
<file path=[Content_Types].xml><?xml version="1.0" encoding="utf-8"?>
<Types xmlns="http://schemas.openxmlformats.org/package/2006/content-types">
  <Default Extension="rels" ContentType="application/vnd.openxmlformats-package.relationships+xml"/>
  <Default Extension="xml" ContentType="application/xml"/>
  <Default Extension="xlsx" ContentType="application/vnd.openxmlformats-officedocument.spreadsheetml.sheet"/>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presentation.xml" ContentType="application/vnd.openxmlformats-officedocument.presentationml.presentation.main+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22.xml" ContentType="application/vnd.openxmlformats-officedocument.presentationml.notesSlide+xml"/>
  <Override PartName="/ppt/notesSlides/notesSlide38.xml" ContentType="application/vnd.openxmlformats-officedocument.presentationml.notesSlide+xml"/>
  <Override PartName="/ppt/slideMasters/slideMaster1.xml" ContentType="application/vnd.openxmlformats-officedocument.presentationml.slideMaster+xml"/>
  <Override PartName="/ppt/slideLayouts/slideLayout1.xml" ContentType="application/vnd.openxmlformats-officedocument.presentationml.slideLayout+xml"/>
  <Override PartName="/ppt/notesSlides/notesSlide1.xml" ContentType="application/vnd.openxmlformats-officedocument.presentationml.notesSlide+xml"/>
  <Override PartName="/ppt/charts/chart1.xml" ContentType="application/vnd.openxmlformats-officedocument.drawingml.chart+xml"/>
  <Override PartName="/ppt/theme/theme3.xml" ContentType="application/vnd.openxmlformats-officedocument.theme+xml"/>
  <Override PartName="/ppt/theme/theme2.xml" ContentType="application/vnd.openxmlformats-officedocument.theme+xml"/>
  <Override PartName="/ppt/theme/theme1.xml" ContentType="application/vnd.openxmlformats-officedocument.theme+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17.xml" ContentType="application/vnd.openxmlformats-officedocument.drawingml.chart+xml"/>
  <Override PartName="/ppt/charts/chart2.xml" ContentType="application/vnd.openxmlformats-officedocument.drawingml.chart+xml"/>
  <Override PartName="/ppt/charts/chart16.xml" ContentType="application/vnd.openxmlformats-officedocument.drawingml.chart+xml"/>
  <Override PartName="/ppt/charts/chart15.xml" ContentType="application/vnd.openxmlformats-officedocument.drawingml.chart+xml"/>
  <Override PartName="/ppt/charts/chart14.xml" ContentType="application/vnd.openxmlformats-officedocument.drawingml.chart+xml"/>
  <Override PartName="/ppt/charts/chart13.xml" ContentType="application/vnd.openxmlformats-officedocument.drawingml.chart+xml"/>
  <Override PartName="/ppt/charts/chart12.xml" ContentType="application/vnd.openxmlformats-officedocument.drawingml.chart+xml"/>
  <Override PartName="/ppt/charts/chart11.xml" ContentType="application/vnd.openxmlformats-officedocument.drawingml.chart+xml"/>
  <Override PartName="/ppt/charts/chart10.xml" ContentType="application/vnd.openxmlformats-officedocument.drawingml.chart+xml"/>
  <Override PartName="/ppt/charts/chart9.xml" ContentType="application/vnd.openxmlformats-officedocument.drawingml.chart+xml"/>
  <Override PartName="/ppt/charts/chart8.xml" ContentType="application/vnd.openxmlformats-officedocument.drawingml.chart+xml"/>
  <Override PartName="/ppt/charts/chart7.xml" ContentType="application/vnd.openxmlformats-officedocument.drawingml.chart+xml"/>
  <Override PartName="/ppt/charts/chart6.xml" ContentType="application/vnd.openxmlformats-officedocument.drawingml.chart+xml"/>
  <Override PartName="/ppt/charts/chart5.xml" ContentType="application/vnd.openxmlformats-officedocument.drawingml.chart+xml"/>
  <Override PartName="/ppt/charts/chart4.xml" ContentType="application/vnd.openxmlformats-officedocument.drawingml.chart+xml"/>
  <Override PartName="/ppt/charts/chart3.xml" ContentType="application/vnd.openxmlformats-officedocument.drawingml.chart+xml"/>
  <Override PartName="/ppt/tableStyles.xml" ContentType="application/vnd.openxmlformats-officedocument.presentationml.tableStyles+xml"/>
  <Override PartName="/ppt/viewProps.xml" ContentType="application/vnd.openxmlformats-officedocument.presentationml.viewProps+xml"/>
  <Override PartName="/ppt/presProps.xml" ContentType="application/vnd.openxmlformats-officedocument.presentationml.presProps+xml"/>
  <Override PartName="/docProps/core.xml" ContentType="application/vnd.openxmlformats-package.core-properties+xml"/>
  <Override PartName="/docProps/app.xml" ContentType="application/vnd.openxmlformats-officedocument.extended-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98" r:id="rId1"/>
  </p:sldMasterIdLst>
  <p:notesMasterIdLst>
    <p:notesMasterId r:id="rId42"/>
  </p:notesMasterIdLst>
  <p:handoutMasterIdLst>
    <p:handoutMasterId r:id="rId43"/>
  </p:handoutMasterIdLst>
  <p:sldIdLst>
    <p:sldId id="2413" r:id="rId2"/>
    <p:sldId id="2426" r:id="rId3"/>
    <p:sldId id="2427" r:id="rId4"/>
    <p:sldId id="2444" r:id="rId5"/>
    <p:sldId id="2448" r:id="rId6"/>
    <p:sldId id="2428" r:id="rId7"/>
    <p:sldId id="2429" r:id="rId8"/>
    <p:sldId id="2432" r:id="rId9"/>
    <p:sldId id="2431" r:id="rId10"/>
    <p:sldId id="2430" r:id="rId11"/>
    <p:sldId id="2433" r:id="rId12"/>
    <p:sldId id="2434" r:id="rId13"/>
    <p:sldId id="2435" r:id="rId14"/>
    <p:sldId id="2436" r:id="rId15"/>
    <p:sldId id="2440" r:id="rId16"/>
    <p:sldId id="2438" r:id="rId17"/>
    <p:sldId id="2437" r:id="rId18"/>
    <p:sldId id="2439" r:id="rId19"/>
    <p:sldId id="2441" r:id="rId20"/>
    <p:sldId id="2442" r:id="rId21"/>
    <p:sldId id="2443" r:id="rId22"/>
    <p:sldId id="2449" r:id="rId23"/>
    <p:sldId id="2453" r:id="rId24"/>
    <p:sldId id="2454" r:id="rId25"/>
    <p:sldId id="2455" r:id="rId26"/>
    <p:sldId id="2422" r:id="rId27"/>
    <p:sldId id="2421" r:id="rId28"/>
    <p:sldId id="2446" r:id="rId29"/>
    <p:sldId id="2459" r:id="rId30"/>
    <p:sldId id="2445" r:id="rId31"/>
    <p:sldId id="2447" r:id="rId32"/>
    <p:sldId id="2420" r:id="rId33"/>
    <p:sldId id="2451" r:id="rId34"/>
    <p:sldId id="2452" r:id="rId35"/>
    <p:sldId id="2456" r:id="rId36"/>
    <p:sldId id="2457" r:id="rId37"/>
    <p:sldId id="2458" r:id="rId38"/>
    <p:sldId id="2460" r:id="rId39"/>
    <p:sldId id="2461" r:id="rId40"/>
    <p:sldId id="2462" r:id="rId41"/>
  </p:sldIdLst>
  <p:sldSz cx="9144000" cy="6858000" type="screen4x3"/>
  <p:notesSz cx="9945688" cy="6858000"/>
  <p:defaultTextStyle>
    <a:defPPr>
      <a:defRPr lang="en-US"/>
    </a:defPPr>
    <a:lvl1pPr marL="0" algn="l" defTabSz="1031626" rtl="0" eaLnBrk="1" latinLnBrk="0" hangingPunct="1">
      <a:defRPr sz="2000" kern="1200">
        <a:solidFill>
          <a:schemeClr val="tx1"/>
        </a:solidFill>
        <a:latin typeface="+mn-lt"/>
        <a:ea typeface="+mn-ea"/>
        <a:cs typeface="+mn-cs"/>
      </a:defRPr>
    </a:lvl1pPr>
    <a:lvl2pPr marL="515813" algn="l" defTabSz="1031626" rtl="0" eaLnBrk="1" latinLnBrk="0" hangingPunct="1">
      <a:defRPr sz="2000" kern="1200">
        <a:solidFill>
          <a:schemeClr val="tx1"/>
        </a:solidFill>
        <a:latin typeface="+mn-lt"/>
        <a:ea typeface="+mn-ea"/>
        <a:cs typeface="+mn-cs"/>
      </a:defRPr>
    </a:lvl2pPr>
    <a:lvl3pPr marL="1031626" algn="l" defTabSz="1031626" rtl="0" eaLnBrk="1" latinLnBrk="0" hangingPunct="1">
      <a:defRPr sz="2000" kern="1200">
        <a:solidFill>
          <a:schemeClr val="tx1"/>
        </a:solidFill>
        <a:latin typeface="+mn-lt"/>
        <a:ea typeface="+mn-ea"/>
        <a:cs typeface="+mn-cs"/>
      </a:defRPr>
    </a:lvl3pPr>
    <a:lvl4pPr marL="1547439" algn="l" defTabSz="1031626" rtl="0" eaLnBrk="1" latinLnBrk="0" hangingPunct="1">
      <a:defRPr sz="2000" kern="1200">
        <a:solidFill>
          <a:schemeClr val="tx1"/>
        </a:solidFill>
        <a:latin typeface="+mn-lt"/>
        <a:ea typeface="+mn-ea"/>
        <a:cs typeface="+mn-cs"/>
      </a:defRPr>
    </a:lvl4pPr>
    <a:lvl5pPr marL="2063252" algn="l" defTabSz="1031626" rtl="0" eaLnBrk="1" latinLnBrk="0" hangingPunct="1">
      <a:defRPr sz="2000" kern="1200">
        <a:solidFill>
          <a:schemeClr val="tx1"/>
        </a:solidFill>
        <a:latin typeface="+mn-lt"/>
        <a:ea typeface="+mn-ea"/>
        <a:cs typeface="+mn-cs"/>
      </a:defRPr>
    </a:lvl5pPr>
    <a:lvl6pPr marL="2579065" algn="l" defTabSz="1031626" rtl="0" eaLnBrk="1" latinLnBrk="0" hangingPunct="1">
      <a:defRPr sz="2000" kern="1200">
        <a:solidFill>
          <a:schemeClr val="tx1"/>
        </a:solidFill>
        <a:latin typeface="+mn-lt"/>
        <a:ea typeface="+mn-ea"/>
        <a:cs typeface="+mn-cs"/>
      </a:defRPr>
    </a:lvl6pPr>
    <a:lvl7pPr marL="3094878" algn="l" defTabSz="1031626" rtl="0" eaLnBrk="1" latinLnBrk="0" hangingPunct="1">
      <a:defRPr sz="2000" kern="1200">
        <a:solidFill>
          <a:schemeClr val="tx1"/>
        </a:solidFill>
        <a:latin typeface="+mn-lt"/>
        <a:ea typeface="+mn-ea"/>
        <a:cs typeface="+mn-cs"/>
      </a:defRPr>
    </a:lvl7pPr>
    <a:lvl8pPr marL="3610691" algn="l" defTabSz="1031626" rtl="0" eaLnBrk="1" latinLnBrk="0" hangingPunct="1">
      <a:defRPr sz="2000" kern="1200">
        <a:solidFill>
          <a:schemeClr val="tx1"/>
        </a:solidFill>
        <a:latin typeface="+mn-lt"/>
        <a:ea typeface="+mn-ea"/>
        <a:cs typeface="+mn-cs"/>
      </a:defRPr>
    </a:lvl8pPr>
    <a:lvl9pPr marL="4126504" algn="l" defTabSz="1031626" rtl="0" eaLnBrk="1" latinLnBrk="0" hangingPunct="1">
      <a:defRPr sz="20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160">
          <p15:clr>
            <a:srgbClr val="A4A3A4"/>
          </p15:clr>
        </p15:guide>
        <p15:guide id="2" pos="3133">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B2537"/>
    <a:srgbClr val="0A2334"/>
    <a:srgbClr val="091E2D"/>
    <a:srgbClr val="EFCB9B"/>
    <a:srgbClr val="F3D8B3"/>
    <a:srgbClr val="EDC38B"/>
    <a:srgbClr val="071A27"/>
    <a:srgbClr val="1D1D1D"/>
    <a:srgbClr val="237DB9"/>
    <a:srgbClr val="CCFF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125E5076-3810-47DD-B79F-674D7AD40C01}" styleName="Dark Style 1 - Accent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794" autoAdjust="0"/>
    <p:restoredTop sz="98746" autoAdjust="0"/>
  </p:normalViewPr>
  <p:slideViewPr>
    <p:cSldViewPr snapToObjects="1">
      <p:cViewPr varScale="1">
        <p:scale>
          <a:sx n="82" d="100"/>
          <a:sy n="82" d="100"/>
        </p:scale>
        <p:origin x="1531" y="72"/>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20" d="100"/>
        <a:sy n="20" d="100"/>
      </p:scale>
      <p:origin x="0" y="0"/>
    </p:cViewPr>
  </p:sorterViewPr>
  <p:notesViewPr>
    <p:cSldViewPr snapToObjects="1">
      <p:cViewPr varScale="1">
        <p:scale>
          <a:sx n="74" d="100"/>
          <a:sy n="74" d="100"/>
        </p:scale>
        <p:origin x="-1782" y="-96"/>
      </p:cViewPr>
      <p:guideLst>
        <p:guide orient="horz" pos="2160"/>
        <p:guide pos="3133"/>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notesMaster" Target="notesMasters/notesMaster1.xml"/><Relationship Id="rId47" Type="http://schemas.openxmlformats.org/officeDocument/2006/relationships/tableStyles" Target="tableStyles.xml"/><Relationship Id="rId50" Type="http://schemas.openxmlformats.org/officeDocument/2006/relationships/customXml" Target="../customXml/item3.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customXml" Target="../customXml/item2.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handoutMaster" Target="handoutMasters/handoutMaster1.xml"/><Relationship Id="rId48" Type="http://schemas.openxmlformats.org/officeDocument/2006/relationships/customXml" Target="../customXml/item1.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theme" Target="theme/theme1.xml"/><Relationship Id="rId20" Type="http://schemas.openxmlformats.org/officeDocument/2006/relationships/slide" Target="slides/slide19.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2887558033003345E-2"/>
          <c:y val="4.6293773274872635E-2"/>
          <c:w val="0.87872087984984448"/>
          <c:h val="0.79956085665293231"/>
        </c:manualLayout>
      </c:layout>
      <c:barChart>
        <c:barDir val="col"/>
        <c:grouping val="clustered"/>
        <c:varyColors val="0"/>
        <c:ser>
          <c:idx val="0"/>
          <c:order val="0"/>
          <c:tx>
            <c:strRef>
              <c:f>Sheet1!$B$1</c:f>
              <c:strCache>
                <c:ptCount val="1"/>
                <c:pt idx="0">
                  <c:v>Series 1</c:v>
                </c:pt>
              </c:strCache>
            </c:strRef>
          </c:tx>
          <c:spPr>
            <a:solidFill>
              <a:schemeClr val="accent1"/>
            </a:solidFill>
            <a:ln>
              <a:noFill/>
            </a:ln>
          </c:spPr>
          <c:invertIfNegative val="0"/>
          <c:dPt>
            <c:idx val="1"/>
            <c:invertIfNegative val="0"/>
            <c:bubble3D val="0"/>
            <c:spPr>
              <a:solidFill>
                <a:schemeClr val="accent2"/>
              </a:solidFill>
              <a:ln>
                <a:noFill/>
              </a:ln>
            </c:spPr>
            <c:extLst>
              <c:ext xmlns:c16="http://schemas.microsoft.com/office/drawing/2014/chart" uri="{C3380CC4-5D6E-409C-BE32-E72D297353CC}">
                <c16:uniqueId val="{00000000-4547-4D47-A8EA-5907768417D6}"/>
              </c:ext>
            </c:extLst>
          </c:dPt>
          <c:dPt>
            <c:idx val="2"/>
            <c:invertIfNegative val="0"/>
            <c:bubble3D val="0"/>
            <c:spPr>
              <a:solidFill>
                <a:schemeClr val="accent3"/>
              </a:solidFill>
              <a:ln>
                <a:noFill/>
              </a:ln>
            </c:spPr>
            <c:extLst>
              <c:ext xmlns:c16="http://schemas.microsoft.com/office/drawing/2014/chart" uri="{C3380CC4-5D6E-409C-BE32-E72D297353CC}">
                <c16:uniqueId val="{00000001-4547-4D47-A8EA-5907768417D6}"/>
              </c:ext>
            </c:extLst>
          </c:dPt>
          <c:dPt>
            <c:idx val="3"/>
            <c:invertIfNegative val="0"/>
            <c:bubble3D val="0"/>
            <c:spPr>
              <a:solidFill>
                <a:schemeClr val="accent4"/>
              </a:solidFill>
              <a:ln>
                <a:noFill/>
              </a:ln>
            </c:spPr>
            <c:extLst>
              <c:ext xmlns:c16="http://schemas.microsoft.com/office/drawing/2014/chart" uri="{C3380CC4-5D6E-409C-BE32-E72D297353CC}">
                <c16:uniqueId val="{00000002-4547-4D47-A8EA-5907768417D6}"/>
              </c:ext>
            </c:extLst>
          </c:dPt>
          <c:dPt>
            <c:idx val="4"/>
            <c:invertIfNegative val="0"/>
            <c:bubble3D val="0"/>
            <c:spPr>
              <a:solidFill>
                <a:schemeClr val="accent5"/>
              </a:solidFill>
              <a:ln>
                <a:noFill/>
              </a:ln>
            </c:spPr>
            <c:extLst>
              <c:ext xmlns:c16="http://schemas.microsoft.com/office/drawing/2014/chart" uri="{C3380CC4-5D6E-409C-BE32-E72D297353CC}">
                <c16:uniqueId val="{00000003-4547-4D47-A8EA-5907768417D6}"/>
              </c:ext>
            </c:extLst>
          </c:dPt>
          <c:dPt>
            <c:idx val="5"/>
            <c:invertIfNegative val="0"/>
            <c:bubble3D val="0"/>
            <c:spPr>
              <a:solidFill>
                <a:schemeClr val="accent6"/>
              </a:solidFill>
              <a:ln>
                <a:noFill/>
              </a:ln>
            </c:spPr>
            <c:extLst>
              <c:ext xmlns:c16="http://schemas.microsoft.com/office/drawing/2014/chart" uri="{C3380CC4-5D6E-409C-BE32-E72D297353CC}">
                <c16:uniqueId val="{00000004-4547-4D47-A8EA-5907768417D6}"/>
              </c:ext>
            </c:extLst>
          </c:dPt>
          <c:dPt>
            <c:idx val="7"/>
            <c:invertIfNegative val="0"/>
            <c:bubble3D val="0"/>
            <c:spPr>
              <a:solidFill>
                <a:schemeClr val="accent2"/>
              </a:solidFill>
              <a:ln>
                <a:noFill/>
              </a:ln>
            </c:spPr>
            <c:extLst>
              <c:ext xmlns:c16="http://schemas.microsoft.com/office/drawing/2014/chart" uri="{C3380CC4-5D6E-409C-BE32-E72D297353CC}">
                <c16:uniqueId val="{00000005-4547-4D47-A8EA-5907768417D6}"/>
              </c:ext>
            </c:extLst>
          </c:dPt>
          <c:dPt>
            <c:idx val="8"/>
            <c:invertIfNegative val="0"/>
            <c:bubble3D val="0"/>
            <c:spPr>
              <a:solidFill>
                <a:schemeClr val="accent3"/>
              </a:solidFill>
              <a:ln>
                <a:noFill/>
              </a:ln>
            </c:spPr>
            <c:extLst>
              <c:ext xmlns:c16="http://schemas.microsoft.com/office/drawing/2014/chart" uri="{C3380CC4-5D6E-409C-BE32-E72D297353CC}">
                <c16:uniqueId val="{00000006-4547-4D47-A8EA-5907768417D6}"/>
              </c:ext>
            </c:extLst>
          </c:dPt>
          <c:dPt>
            <c:idx val="9"/>
            <c:invertIfNegative val="0"/>
            <c:bubble3D val="0"/>
            <c:spPr>
              <a:solidFill>
                <a:schemeClr val="accent4"/>
              </a:solidFill>
              <a:ln>
                <a:noFill/>
              </a:ln>
            </c:spPr>
            <c:extLst>
              <c:ext xmlns:c16="http://schemas.microsoft.com/office/drawing/2014/chart" uri="{C3380CC4-5D6E-409C-BE32-E72D297353CC}">
                <c16:uniqueId val="{00000007-4547-4D47-A8EA-5907768417D6}"/>
              </c:ext>
            </c:extLst>
          </c:dPt>
          <c:dPt>
            <c:idx val="10"/>
            <c:invertIfNegative val="0"/>
            <c:bubble3D val="0"/>
            <c:spPr>
              <a:solidFill>
                <a:schemeClr val="accent5"/>
              </a:solidFill>
              <a:ln>
                <a:noFill/>
              </a:ln>
            </c:spPr>
            <c:extLst>
              <c:ext xmlns:c16="http://schemas.microsoft.com/office/drawing/2014/chart" uri="{C3380CC4-5D6E-409C-BE32-E72D297353CC}">
                <c16:uniqueId val="{00000008-4547-4D47-A8EA-5907768417D6}"/>
              </c:ext>
            </c:extLst>
          </c:dPt>
          <c:dPt>
            <c:idx val="11"/>
            <c:invertIfNegative val="0"/>
            <c:bubble3D val="0"/>
            <c:spPr>
              <a:solidFill>
                <a:schemeClr val="accent6"/>
              </a:solidFill>
              <a:ln>
                <a:noFill/>
              </a:ln>
            </c:spPr>
            <c:extLst>
              <c:ext xmlns:c16="http://schemas.microsoft.com/office/drawing/2014/chart" uri="{C3380CC4-5D6E-409C-BE32-E72D297353CC}">
                <c16:uniqueId val="{00000009-4547-4D47-A8EA-5907768417D6}"/>
              </c:ext>
            </c:extLst>
          </c:dPt>
          <c:dLbls>
            <c:dLbl>
              <c:idx val="0"/>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4547-4D47-A8EA-5907768417D6}"/>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547-4D47-A8EA-5907768417D6}"/>
                </c:ext>
              </c:extLst>
            </c:dLbl>
            <c:dLbl>
              <c:idx val="2"/>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547-4D47-A8EA-5907768417D6}"/>
                </c:ext>
              </c:extLst>
            </c:dLbl>
            <c:dLbl>
              <c:idx val="3"/>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547-4D47-A8EA-5907768417D6}"/>
                </c:ext>
              </c:extLst>
            </c:dLbl>
            <c:dLbl>
              <c:idx val="4"/>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547-4D47-A8EA-5907768417D6}"/>
                </c:ext>
              </c:extLst>
            </c:dLbl>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547-4D47-A8EA-5907768417D6}"/>
                </c:ext>
              </c:extLst>
            </c:dLbl>
            <c:dLbl>
              <c:idx val="6"/>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4547-4D47-A8EA-5907768417D6}"/>
                </c:ext>
              </c:extLst>
            </c:dLbl>
            <c:dLbl>
              <c:idx val="7"/>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547-4D47-A8EA-5907768417D6}"/>
                </c:ext>
              </c:extLst>
            </c:dLbl>
            <c:dLbl>
              <c:idx val="8"/>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547-4D47-A8EA-5907768417D6}"/>
                </c:ext>
              </c:extLst>
            </c:dLbl>
            <c:dLbl>
              <c:idx val="9"/>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547-4D47-A8EA-5907768417D6}"/>
                </c:ext>
              </c:extLst>
            </c:dLbl>
            <c:dLbl>
              <c:idx val="1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547-4D47-A8EA-5907768417D6}"/>
                </c:ext>
              </c:extLst>
            </c:dLbl>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547-4D47-A8EA-5907768417D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Sheet1!$A$2:$A$13</c:f>
              <c:strCache>
                <c:ptCount val="12"/>
                <c:pt idx="0">
                  <c:v>Jan</c:v>
                </c:pt>
                <c:pt idx="1">
                  <c:v>Feb</c:v>
                </c:pt>
                <c:pt idx="2">
                  <c:v>Mar</c:v>
                </c:pt>
                <c:pt idx="3">
                  <c:v>Apr</c:v>
                </c:pt>
                <c:pt idx="4">
                  <c:v>May</c:v>
                </c:pt>
                <c:pt idx="5">
                  <c:v>Jun</c:v>
                </c:pt>
                <c:pt idx="6">
                  <c:v>Jul</c:v>
                </c:pt>
                <c:pt idx="7">
                  <c:v>Aug</c:v>
                </c:pt>
                <c:pt idx="8">
                  <c:v>Sep</c:v>
                </c:pt>
                <c:pt idx="9">
                  <c:v>Act</c:v>
                </c:pt>
                <c:pt idx="10">
                  <c:v>Nov</c:v>
                </c:pt>
                <c:pt idx="11">
                  <c:v>Dec</c:v>
                </c:pt>
              </c:strCache>
            </c:strRef>
          </c:cat>
          <c:val>
            <c:numRef>
              <c:f>Sheet1!$B$2:$B$13</c:f>
              <c:numCache>
                <c:formatCode>General</c:formatCode>
                <c:ptCount val="12"/>
                <c:pt idx="0">
                  <c:v>10</c:v>
                </c:pt>
                <c:pt idx="1">
                  <c:v>15</c:v>
                </c:pt>
                <c:pt idx="2">
                  <c:v>20</c:v>
                </c:pt>
                <c:pt idx="3">
                  <c:v>26</c:v>
                </c:pt>
                <c:pt idx="4">
                  <c:v>33</c:v>
                </c:pt>
                <c:pt idx="5">
                  <c:v>45</c:v>
                </c:pt>
                <c:pt idx="6">
                  <c:v>50</c:v>
                </c:pt>
                <c:pt idx="7">
                  <c:v>50</c:v>
                </c:pt>
                <c:pt idx="8">
                  <c:v>67</c:v>
                </c:pt>
                <c:pt idx="9">
                  <c:v>60</c:v>
                </c:pt>
                <c:pt idx="10">
                  <c:v>70</c:v>
                </c:pt>
                <c:pt idx="11">
                  <c:v>90</c:v>
                </c:pt>
              </c:numCache>
            </c:numRef>
          </c:val>
          <c:extLst>
            <c:ext xmlns:c16="http://schemas.microsoft.com/office/drawing/2014/chart" uri="{C3380CC4-5D6E-409C-BE32-E72D297353CC}">
              <c16:uniqueId val="{0000000C-4547-4D47-A8EA-5907768417D6}"/>
            </c:ext>
          </c:extLst>
        </c:ser>
        <c:ser>
          <c:idx val="1"/>
          <c:order val="1"/>
          <c:tx>
            <c:strRef>
              <c:f>Sheet1!$C$1</c:f>
              <c:strCache>
                <c:ptCount val="1"/>
                <c:pt idx="0">
                  <c:v>Series 2</c:v>
                </c:pt>
              </c:strCache>
            </c:strRef>
          </c:tx>
          <c:spPr>
            <a:solidFill>
              <a:schemeClr val="bg1">
                <a:lumMod val="85000"/>
              </a:schemeClr>
            </a:solidFill>
          </c:spPr>
          <c:invertIfNegative val="0"/>
          <c:dLbls>
            <c:spPr>
              <a:noFill/>
              <a:ln>
                <a:noFill/>
              </a:ln>
              <a:effectLst/>
            </c:spPr>
            <c:txPr>
              <a:bodyPr/>
              <a:lstStyle/>
              <a:p>
                <a:pPr>
                  <a:defRPr sz="900"/>
                </a:pPr>
                <a:endParaRPr lang="pt-PT"/>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Sheet1!$A$2:$A$13</c:f>
              <c:strCache>
                <c:ptCount val="12"/>
                <c:pt idx="0">
                  <c:v>Jan</c:v>
                </c:pt>
                <c:pt idx="1">
                  <c:v>Feb</c:v>
                </c:pt>
                <c:pt idx="2">
                  <c:v>Mar</c:v>
                </c:pt>
                <c:pt idx="3">
                  <c:v>Apr</c:v>
                </c:pt>
                <c:pt idx="4">
                  <c:v>May</c:v>
                </c:pt>
                <c:pt idx="5">
                  <c:v>Jun</c:v>
                </c:pt>
                <c:pt idx="6">
                  <c:v>Jul</c:v>
                </c:pt>
                <c:pt idx="7">
                  <c:v>Aug</c:v>
                </c:pt>
                <c:pt idx="8">
                  <c:v>Sep</c:v>
                </c:pt>
                <c:pt idx="9">
                  <c:v>Act</c:v>
                </c:pt>
                <c:pt idx="10">
                  <c:v>Nov</c:v>
                </c:pt>
                <c:pt idx="11">
                  <c:v>Dec</c:v>
                </c:pt>
              </c:strCache>
            </c:strRef>
          </c:cat>
          <c:val>
            <c:numRef>
              <c:f>Sheet1!$C$2:$C$13</c:f>
              <c:numCache>
                <c:formatCode>General</c:formatCode>
                <c:ptCount val="12"/>
                <c:pt idx="0">
                  <c:v>15</c:v>
                </c:pt>
                <c:pt idx="1">
                  <c:v>20</c:v>
                </c:pt>
                <c:pt idx="2">
                  <c:v>25</c:v>
                </c:pt>
                <c:pt idx="3">
                  <c:v>28</c:v>
                </c:pt>
                <c:pt idx="4">
                  <c:v>39</c:v>
                </c:pt>
                <c:pt idx="5">
                  <c:v>50</c:v>
                </c:pt>
                <c:pt idx="6">
                  <c:v>55</c:v>
                </c:pt>
                <c:pt idx="7">
                  <c:v>65</c:v>
                </c:pt>
                <c:pt idx="8">
                  <c:v>70</c:v>
                </c:pt>
                <c:pt idx="9">
                  <c:v>70</c:v>
                </c:pt>
                <c:pt idx="10">
                  <c:v>70</c:v>
                </c:pt>
                <c:pt idx="11">
                  <c:v>100</c:v>
                </c:pt>
              </c:numCache>
            </c:numRef>
          </c:val>
          <c:extLst>
            <c:ext xmlns:c16="http://schemas.microsoft.com/office/drawing/2014/chart" uri="{C3380CC4-5D6E-409C-BE32-E72D297353CC}">
              <c16:uniqueId val="{0000000D-4547-4D47-A8EA-5907768417D6}"/>
            </c:ext>
          </c:extLst>
        </c:ser>
        <c:dLbls>
          <c:showLegendKey val="0"/>
          <c:showVal val="0"/>
          <c:showCatName val="0"/>
          <c:showSerName val="0"/>
          <c:showPercent val="0"/>
          <c:showBubbleSize val="0"/>
        </c:dLbls>
        <c:gapWidth val="124"/>
        <c:overlap val="-12"/>
        <c:axId val="140382208"/>
        <c:axId val="140383744"/>
      </c:barChart>
      <c:catAx>
        <c:axId val="140382208"/>
        <c:scaling>
          <c:orientation val="minMax"/>
        </c:scaling>
        <c:delete val="0"/>
        <c:axPos val="b"/>
        <c:numFmt formatCode="General" sourceLinked="0"/>
        <c:majorTickMark val="out"/>
        <c:minorTickMark val="none"/>
        <c:tickLblPos val="nextTo"/>
        <c:spPr>
          <a:noFill/>
        </c:spPr>
        <c:txPr>
          <a:bodyPr/>
          <a:lstStyle/>
          <a:p>
            <a:pPr>
              <a:defRPr sz="1000"/>
            </a:pPr>
            <a:endParaRPr lang="pt-PT"/>
          </a:p>
        </c:txPr>
        <c:crossAx val="140383744"/>
        <c:crosses val="autoZero"/>
        <c:auto val="1"/>
        <c:lblAlgn val="ctr"/>
        <c:lblOffset val="100"/>
        <c:noMultiLvlLbl val="0"/>
      </c:catAx>
      <c:valAx>
        <c:axId val="140383744"/>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txPr>
          <a:bodyPr/>
          <a:lstStyle/>
          <a:p>
            <a:pPr>
              <a:defRPr sz="1000"/>
            </a:pPr>
            <a:endParaRPr lang="pt-PT"/>
          </a:p>
        </c:txPr>
        <c:crossAx val="140382208"/>
        <c:crosses val="autoZero"/>
        <c:crossBetween val="between"/>
      </c:valAx>
    </c:plotArea>
    <c:plotVisOnly val="1"/>
    <c:dispBlanksAs val="gap"/>
    <c:showDLblsOverMax val="0"/>
  </c:chart>
  <c:txPr>
    <a:bodyPr/>
    <a:lstStyle/>
    <a:p>
      <a:pPr>
        <a:defRPr sz="1050" b="1">
          <a:solidFill>
            <a:schemeClr val="tx1">
              <a:lumMod val="50000"/>
              <a:lumOff val="50000"/>
            </a:schemeClr>
          </a:solidFill>
        </a:defRPr>
      </a:pPr>
      <a:endParaRPr lang="pt-PT"/>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c:spPr>
          <c:invertIfNegative val="0"/>
          <c:dLbls>
            <c:dLbl>
              <c:idx val="0"/>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B2D-45CC-8CA4-593DA1F7CB4C}"/>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B2D-45CC-8CA4-593DA1F7CB4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c:f>
              <c:strCache>
                <c:ptCount val="1"/>
                <c:pt idx="0">
                  <c:v>PROJECT 1</c:v>
                </c:pt>
              </c:strCache>
            </c:strRef>
          </c:cat>
          <c:val>
            <c:numRef>
              <c:f>Sheet1!$B$2</c:f>
              <c:numCache>
                <c:formatCode>General</c:formatCode>
                <c:ptCount val="1"/>
                <c:pt idx="0">
                  <c:v>100</c:v>
                </c:pt>
              </c:numCache>
            </c:numRef>
          </c:val>
          <c:extLst>
            <c:ext xmlns:c16="http://schemas.microsoft.com/office/drawing/2014/chart" uri="{C3380CC4-5D6E-409C-BE32-E72D297353CC}">
              <c16:uniqueId val="{00000002-0B2D-45CC-8CA4-593DA1F7CB4C}"/>
            </c:ext>
          </c:extLst>
        </c:ser>
        <c:ser>
          <c:idx val="1"/>
          <c:order val="1"/>
          <c:tx>
            <c:strRef>
              <c:f>Sheet1!$C$1</c:f>
              <c:strCache>
                <c:ptCount val="1"/>
                <c:pt idx="0">
                  <c:v>Series 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Sheet1!$C$2</c:f>
              <c:numCache>
                <c:formatCode>General</c:formatCode>
                <c:ptCount val="1"/>
                <c:pt idx="0">
                  <c:v>90</c:v>
                </c:pt>
              </c:numCache>
            </c:numRef>
          </c:val>
          <c:extLst>
            <c:ext xmlns:c16="http://schemas.microsoft.com/office/drawing/2014/chart" uri="{C3380CC4-5D6E-409C-BE32-E72D297353CC}">
              <c16:uniqueId val="{00000003-0B2D-45CC-8CA4-593DA1F7CB4C}"/>
            </c:ext>
          </c:extLst>
        </c:ser>
        <c:ser>
          <c:idx val="2"/>
          <c:order val="2"/>
          <c:tx>
            <c:strRef>
              <c:f>Sheet1!$D$1</c:f>
              <c:strCache>
                <c:ptCount val="1"/>
                <c:pt idx="0">
                  <c:v>Series 3</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Sheet1!$D$2</c:f>
              <c:numCache>
                <c:formatCode>General</c:formatCode>
                <c:ptCount val="1"/>
                <c:pt idx="0">
                  <c:v>70</c:v>
                </c:pt>
              </c:numCache>
            </c:numRef>
          </c:val>
          <c:extLst>
            <c:ext xmlns:c16="http://schemas.microsoft.com/office/drawing/2014/chart" uri="{C3380CC4-5D6E-409C-BE32-E72D297353CC}">
              <c16:uniqueId val="{00000004-0B2D-45CC-8CA4-593DA1F7CB4C}"/>
            </c:ext>
          </c:extLst>
        </c:ser>
        <c:ser>
          <c:idx val="3"/>
          <c:order val="3"/>
          <c:tx>
            <c:strRef>
              <c:f>Sheet1!$E$1</c:f>
              <c:strCache>
                <c:ptCount val="1"/>
                <c:pt idx="0">
                  <c:v>Series 4</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Sheet1!$E$2</c:f>
              <c:numCache>
                <c:formatCode>General</c:formatCode>
                <c:ptCount val="1"/>
                <c:pt idx="0">
                  <c:v>50</c:v>
                </c:pt>
              </c:numCache>
            </c:numRef>
          </c:val>
          <c:extLst>
            <c:ext xmlns:c16="http://schemas.microsoft.com/office/drawing/2014/chart" uri="{C3380CC4-5D6E-409C-BE32-E72D297353CC}">
              <c16:uniqueId val="{00000005-0B2D-45CC-8CA4-593DA1F7CB4C}"/>
            </c:ext>
          </c:extLst>
        </c:ser>
        <c:ser>
          <c:idx val="4"/>
          <c:order val="4"/>
          <c:tx>
            <c:strRef>
              <c:f>Sheet1!$F$1</c:f>
              <c:strCache>
                <c:ptCount val="1"/>
                <c:pt idx="0">
                  <c:v>Series 5</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Sheet1!$F$2</c:f>
              <c:numCache>
                <c:formatCode>General</c:formatCode>
                <c:ptCount val="1"/>
                <c:pt idx="0">
                  <c:v>20</c:v>
                </c:pt>
              </c:numCache>
            </c:numRef>
          </c:val>
          <c:extLst>
            <c:ext xmlns:c16="http://schemas.microsoft.com/office/drawing/2014/chart" uri="{C3380CC4-5D6E-409C-BE32-E72D297353CC}">
              <c16:uniqueId val="{00000006-0B2D-45CC-8CA4-593DA1F7CB4C}"/>
            </c:ext>
          </c:extLst>
        </c:ser>
        <c:ser>
          <c:idx val="5"/>
          <c:order val="5"/>
          <c:tx>
            <c:strRef>
              <c:f>Sheet1!$G$1</c:f>
              <c:strCache>
                <c:ptCount val="1"/>
                <c:pt idx="0">
                  <c:v>Series 6</c:v>
                </c:pt>
              </c:strCache>
            </c:strRef>
          </c:tx>
          <c:invertIfNegative val="0"/>
          <c:cat>
            <c:strRef>
              <c:f>Sheet1!$A$2</c:f>
              <c:strCache>
                <c:ptCount val="1"/>
                <c:pt idx="0">
                  <c:v>PROJECT 1</c:v>
                </c:pt>
              </c:strCache>
            </c:strRef>
          </c:cat>
          <c:val>
            <c:numRef>
              <c:f>Sheet1!$G$2</c:f>
              <c:numCache>
                <c:formatCode>General</c:formatCode>
                <c:ptCount val="1"/>
                <c:pt idx="0">
                  <c:v>50</c:v>
                </c:pt>
              </c:numCache>
            </c:numRef>
          </c:val>
          <c:extLst>
            <c:ext xmlns:c16="http://schemas.microsoft.com/office/drawing/2014/chart" uri="{C3380CC4-5D6E-409C-BE32-E72D297353CC}">
              <c16:uniqueId val="{00000007-0B2D-45CC-8CA4-593DA1F7CB4C}"/>
            </c:ext>
          </c:extLst>
        </c:ser>
        <c:dLbls>
          <c:showLegendKey val="0"/>
          <c:showVal val="0"/>
          <c:showCatName val="0"/>
          <c:showSerName val="0"/>
          <c:showPercent val="0"/>
          <c:showBubbleSize val="0"/>
        </c:dLbls>
        <c:gapWidth val="351"/>
        <c:overlap val="-80"/>
        <c:axId val="152841600"/>
        <c:axId val="152851584"/>
      </c:barChart>
      <c:catAx>
        <c:axId val="152841600"/>
        <c:scaling>
          <c:orientation val="minMax"/>
        </c:scaling>
        <c:delete val="1"/>
        <c:axPos val="b"/>
        <c:numFmt formatCode="General" sourceLinked="0"/>
        <c:majorTickMark val="out"/>
        <c:minorTickMark val="none"/>
        <c:tickLblPos val="nextTo"/>
        <c:crossAx val="152851584"/>
        <c:crosses val="autoZero"/>
        <c:auto val="1"/>
        <c:lblAlgn val="ctr"/>
        <c:lblOffset val="100"/>
        <c:noMultiLvlLbl val="0"/>
      </c:catAx>
      <c:valAx>
        <c:axId val="152851584"/>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crossAx val="152841600"/>
        <c:crosses val="autoZero"/>
        <c:crossBetween val="between"/>
      </c:valAx>
    </c:plotArea>
    <c:legend>
      <c:legendPos val="b"/>
      <c:overlay val="0"/>
    </c:legend>
    <c:plotVisOnly val="1"/>
    <c:dispBlanksAs val="gap"/>
    <c:showDLblsOverMax val="0"/>
  </c:chart>
  <c:txPr>
    <a:bodyPr/>
    <a:lstStyle/>
    <a:p>
      <a:pPr>
        <a:defRPr sz="1000" b="1">
          <a:solidFill>
            <a:schemeClr val="tx1">
              <a:lumMod val="50000"/>
              <a:lumOff val="50000"/>
            </a:schemeClr>
          </a:solidFill>
        </a:defRPr>
      </a:pPr>
      <a:endParaRPr lang="pt-PT"/>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1"/>
              </a:solidFill>
              <a:ln>
                <a:solidFill>
                  <a:schemeClr val="bg1"/>
                </a:solidFill>
              </a:ln>
            </c:spPr>
            <c:extLst>
              <c:ext xmlns:c16="http://schemas.microsoft.com/office/drawing/2014/chart" uri="{C3380CC4-5D6E-409C-BE32-E72D297353CC}">
                <c16:uniqueId val="{00000000-E6C4-49FF-B031-CB9E86309708}"/>
              </c:ext>
            </c:extLst>
          </c:dPt>
          <c:dPt>
            <c:idx val="1"/>
            <c:bubble3D val="0"/>
            <c:spPr>
              <a:solidFill>
                <a:schemeClr val="accent1">
                  <a:lumMod val="60000"/>
                  <a:lumOff val="40000"/>
                </a:schemeClr>
              </a:solidFill>
              <a:ln>
                <a:solidFill>
                  <a:schemeClr val="bg1"/>
                </a:solidFill>
              </a:ln>
            </c:spPr>
            <c:extLst>
              <c:ext xmlns:c16="http://schemas.microsoft.com/office/drawing/2014/chart" uri="{C3380CC4-5D6E-409C-BE32-E72D297353CC}">
                <c16:uniqueId val="{00000001-E6C4-49FF-B031-CB9E86309708}"/>
              </c:ext>
            </c:extLst>
          </c:dPt>
          <c:dPt>
            <c:idx val="2"/>
            <c:bubble3D val="0"/>
            <c:spPr>
              <a:solidFill>
                <a:schemeClr val="accent1"/>
              </a:solidFill>
              <a:ln>
                <a:solidFill>
                  <a:schemeClr val="bg1"/>
                </a:solidFill>
              </a:ln>
            </c:spPr>
            <c:extLst>
              <c:ext xmlns:c16="http://schemas.microsoft.com/office/drawing/2014/chart" uri="{C3380CC4-5D6E-409C-BE32-E72D297353CC}">
                <c16:uniqueId val="{00000002-E6C4-49FF-B031-CB9E86309708}"/>
              </c:ext>
            </c:extLst>
          </c:dPt>
          <c:dPt>
            <c:idx val="3"/>
            <c:bubble3D val="0"/>
            <c:spPr>
              <a:solidFill>
                <a:schemeClr val="accent1">
                  <a:lumMod val="20000"/>
                  <a:lumOff val="80000"/>
                </a:schemeClr>
              </a:solidFill>
              <a:ln>
                <a:solidFill>
                  <a:schemeClr val="bg1"/>
                </a:solidFill>
              </a:ln>
            </c:spPr>
            <c:extLst>
              <c:ext xmlns:c16="http://schemas.microsoft.com/office/drawing/2014/chart" uri="{C3380CC4-5D6E-409C-BE32-E72D297353CC}">
                <c16:uniqueId val="{00000003-E6C4-49FF-B031-CB9E86309708}"/>
              </c:ext>
            </c:extLst>
          </c:dPt>
          <c:dPt>
            <c:idx val="4"/>
            <c:bubble3D val="0"/>
            <c:spPr>
              <a:solidFill>
                <a:schemeClr val="accent1">
                  <a:lumMod val="60000"/>
                  <a:lumOff val="40000"/>
                </a:schemeClr>
              </a:solidFill>
              <a:ln>
                <a:solidFill>
                  <a:schemeClr val="bg1"/>
                </a:solidFill>
              </a:ln>
            </c:spPr>
            <c:extLst>
              <c:ext xmlns:c16="http://schemas.microsoft.com/office/drawing/2014/chart" uri="{C3380CC4-5D6E-409C-BE32-E72D297353CC}">
                <c16:uniqueId val="{00000004-E6C4-49FF-B031-CB9E86309708}"/>
              </c:ext>
            </c:extLst>
          </c:dPt>
          <c:dPt>
            <c:idx val="5"/>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5-E6C4-49FF-B031-CB9E86309708}"/>
              </c:ext>
            </c:extLst>
          </c:dPt>
          <c:dLbls>
            <c:spPr>
              <a:noFill/>
              <a:ln>
                <a:noFill/>
              </a:ln>
              <a:effectLst/>
            </c:spPr>
            <c:txPr>
              <a:bodyPr/>
              <a:lstStyle/>
              <a:p>
                <a:pPr>
                  <a:defRPr sz="1600"/>
                </a:pPr>
                <a:endParaRPr lang="pt-PT"/>
              </a:p>
            </c:txPr>
            <c:dLblPos val="ctr"/>
            <c:showLegendKey val="0"/>
            <c:showVal val="1"/>
            <c:showCatName val="0"/>
            <c:showSerName val="0"/>
            <c:showPercent val="0"/>
            <c:showBubbleSize val="0"/>
            <c:showLeaderLines val="0"/>
            <c:extLst>
              <c:ext xmlns:c15="http://schemas.microsoft.com/office/drawing/2012/chart" uri="{CE6537A1-D6FC-4f65-9D91-7224C49458BB}"/>
            </c:extLst>
          </c:dLbls>
          <c:cat>
            <c:strRef>
              <c:f>Sheet1!$A$2:$A$7</c:f>
              <c:strCache>
                <c:ptCount val="6"/>
                <c:pt idx="0">
                  <c:v>1st Qtr</c:v>
                </c:pt>
                <c:pt idx="1">
                  <c:v>2nd Qtr</c:v>
                </c:pt>
                <c:pt idx="2">
                  <c:v>1st Qtr</c:v>
                </c:pt>
                <c:pt idx="3">
                  <c:v>1st Qtr</c:v>
                </c:pt>
                <c:pt idx="4">
                  <c:v>1st Qtr</c:v>
                </c:pt>
                <c:pt idx="5">
                  <c:v>1st Qtr</c:v>
                </c:pt>
              </c:strCache>
            </c:strRef>
          </c:cat>
          <c:val>
            <c:numRef>
              <c:f>Sheet1!$B$2:$B$7</c:f>
              <c:numCache>
                <c:formatCode>General</c:formatCode>
                <c:ptCount val="6"/>
                <c:pt idx="0">
                  <c:v>35</c:v>
                </c:pt>
                <c:pt idx="1">
                  <c:v>25</c:v>
                </c:pt>
                <c:pt idx="2">
                  <c:v>30</c:v>
                </c:pt>
                <c:pt idx="3">
                  <c:v>15</c:v>
                </c:pt>
                <c:pt idx="4">
                  <c:v>10</c:v>
                </c:pt>
                <c:pt idx="5">
                  <c:v>15</c:v>
                </c:pt>
              </c:numCache>
            </c:numRef>
          </c:val>
          <c:extLst>
            <c:ext xmlns:c16="http://schemas.microsoft.com/office/drawing/2014/chart" uri="{C3380CC4-5D6E-409C-BE32-E72D297353CC}">
              <c16:uniqueId val="{00000006-E6C4-49FF-B031-CB9E86309708}"/>
            </c:ext>
          </c:extLst>
        </c:ser>
        <c:dLbls>
          <c:showLegendKey val="0"/>
          <c:showVal val="1"/>
          <c:showCatName val="0"/>
          <c:showSerName val="0"/>
          <c:showPercent val="0"/>
          <c:showBubbleSize val="0"/>
          <c:showLeaderLines val="0"/>
        </c:dLbls>
        <c:firstSliceAng val="40"/>
      </c:pieChart>
    </c:plotArea>
    <c:plotVisOnly val="1"/>
    <c:dispBlanksAs val="zero"/>
    <c:showDLblsOverMax val="0"/>
  </c:chart>
  <c:spPr>
    <a:ln>
      <a:noFill/>
    </a:ln>
  </c:spPr>
  <c:txPr>
    <a:bodyPr/>
    <a:lstStyle/>
    <a:p>
      <a:pPr rtl="0">
        <a:defRPr sz="2400" baseline="-25000">
          <a:solidFill>
            <a:schemeClr val="bg1"/>
          </a:solidFill>
        </a:defRPr>
      </a:pPr>
      <a:endParaRPr lang="pt-PT"/>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1"/>
              </a:solidFill>
              <a:ln>
                <a:solidFill>
                  <a:schemeClr val="bg1"/>
                </a:solidFill>
              </a:ln>
            </c:spPr>
            <c:extLst>
              <c:ext xmlns:c16="http://schemas.microsoft.com/office/drawing/2014/chart" uri="{C3380CC4-5D6E-409C-BE32-E72D297353CC}">
                <c16:uniqueId val="{00000000-0E90-4578-B412-4CFFBD351CD4}"/>
              </c:ext>
            </c:extLst>
          </c:dPt>
          <c:dPt>
            <c:idx val="1"/>
            <c:bubble3D val="0"/>
            <c:spPr>
              <a:solidFill>
                <a:schemeClr val="accent2"/>
              </a:solidFill>
              <a:ln>
                <a:solidFill>
                  <a:schemeClr val="bg1"/>
                </a:solidFill>
              </a:ln>
            </c:spPr>
            <c:extLst>
              <c:ext xmlns:c16="http://schemas.microsoft.com/office/drawing/2014/chart" uri="{C3380CC4-5D6E-409C-BE32-E72D297353CC}">
                <c16:uniqueId val="{00000001-0E90-4578-B412-4CFFBD351CD4}"/>
              </c:ext>
            </c:extLst>
          </c:dPt>
          <c:dPt>
            <c:idx val="2"/>
            <c:bubble3D val="0"/>
            <c:spPr>
              <a:solidFill>
                <a:schemeClr val="accent3"/>
              </a:solidFill>
              <a:ln>
                <a:solidFill>
                  <a:schemeClr val="bg1"/>
                </a:solidFill>
              </a:ln>
            </c:spPr>
            <c:extLst>
              <c:ext xmlns:c16="http://schemas.microsoft.com/office/drawing/2014/chart" uri="{C3380CC4-5D6E-409C-BE32-E72D297353CC}">
                <c16:uniqueId val="{00000002-0E90-4578-B412-4CFFBD351CD4}"/>
              </c:ext>
            </c:extLst>
          </c:dPt>
          <c:dPt>
            <c:idx val="3"/>
            <c:bubble3D val="0"/>
            <c:spPr>
              <a:solidFill>
                <a:schemeClr val="accent4"/>
              </a:solidFill>
              <a:ln>
                <a:solidFill>
                  <a:schemeClr val="bg1"/>
                </a:solidFill>
              </a:ln>
            </c:spPr>
            <c:extLst>
              <c:ext xmlns:c16="http://schemas.microsoft.com/office/drawing/2014/chart" uri="{C3380CC4-5D6E-409C-BE32-E72D297353CC}">
                <c16:uniqueId val="{00000003-0E90-4578-B412-4CFFBD351CD4}"/>
              </c:ext>
            </c:extLst>
          </c:dPt>
          <c:dPt>
            <c:idx val="4"/>
            <c:bubble3D val="0"/>
            <c:spPr>
              <a:solidFill>
                <a:schemeClr val="accent5"/>
              </a:solidFill>
              <a:ln>
                <a:solidFill>
                  <a:schemeClr val="bg1"/>
                </a:solidFill>
              </a:ln>
            </c:spPr>
            <c:extLst>
              <c:ext xmlns:c16="http://schemas.microsoft.com/office/drawing/2014/chart" uri="{C3380CC4-5D6E-409C-BE32-E72D297353CC}">
                <c16:uniqueId val="{00000004-0E90-4578-B412-4CFFBD351CD4}"/>
              </c:ext>
            </c:extLst>
          </c:dPt>
          <c:dPt>
            <c:idx val="5"/>
            <c:bubble3D val="0"/>
            <c:spPr>
              <a:solidFill>
                <a:schemeClr val="accent6"/>
              </a:solidFill>
              <a:ln>
                <a:solidFill>
                  <a:schemeClr val="bg1"/>
                </a:solidFill>
              </a:ln>
            </c:spPr>
            <c:extLst>
              <c:ext xmlns:c16="http://schemas.microsoft.com/office/drawing/2014/chart" uri="{C3380CC4-5D6E-409C-BE32-E72D297353CC}">
                <c16:uniqueId val="{00000005-0E90-4578-B412-4CFFBD351CD4}"/>
              </c:ext>
            </c:extLst>
          </c:dPt>
          <c:dLbls>
            <c:dLbl>
              <c:idx val="0"/>
              <c:layout>
                <c:manualLayout>
                  <c:x val="1.8760207325403049E-2"/>
                  <c:y val="-8.153382970064454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E90-4578-B412-4CFFBD351CD4}"/>
                </c:ext>
              </c:extLst>
            </c:dLbl>
            <c:dLbl>
              <c:idx val="3"/>
              <c:layout>
                <c:manualLayout>
                  <c:x val="-2.8086483368821077E-2"/>
                  <c:y val="-4.514101413020379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E90-4578-B412-4CFFBD351CD4}"/>
                </c:ext>
              </c:extLst>
            </c:dLbl>
            <c:dLbl>
              <c:idx val="4"/>
              <c:layout>
                <c:manualLayout>
                  <c:x val="0"/>
                  <c:y val="-9.0282028260407501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E90-4578-B412-4CFFBD351CD4}"/>
                </c:ext>
              </c:extLst>
            </c:dLbl>
            <c:dLbl>
              <c:idx val="5"/>
              <c:layout>
                <c:manualLayout>
                  <c:x val="2.2469186695056872E-2"/>
                  <c:y val="-9.0282028260407501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E90-4578-B412-4CFFBD351CD4}"/>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Sheet1!$A$2:$A$7</c:f>
              <c:strCache>
                <c:ptCount val="6"/>
                <c:pt idx="0">
                  <c:v>1st Qtr</c:v>
                </c:pt>
                <c:pt idx="1">
                  <c:v>2nd Qtr</c:v>
                </c:pt>
                <c:pt idx="2">
                  <c:v>1st Qtr</c:v>
                </c:pt>
                <c:pt idx="3">
                  <c:v>1st Qtr</c:v>
                </c:pt>
                <c:pt idx="4">
                  <c:v>1st Qtr</c:v>
                </c:pt>
                <c:pt idx="5">
                  <c:v>1st Qtr</c:v>
                </c:pt>
              </c:strCache>
            </c:strRef>
          </c:cat>
          <c:val>
            <c:numRef>
              <c:f>Sheet1!$B$2:$B$7</c:f>
              <c:numCache>
                <c:formatCode>General</c:formatCode>
                <c:ptCount val="6"/>
                <c:pt idx="0">
                  <c:v>35</c:v>
                </c:pt>
                <c:pt idx="1">
                  <c:v>25</c:v>
                </c:pt>
                <c:pt idx="2">
                  <c:v>30</c:v>
                </c:pt>
                <c:pt idx="3">
                  <c:v>15</c:v>
                </c:pt>
                <c:pt idx="4">
                  <c:v>10</c:v>
                </c:pt>
                <c:pt idx="5">
                  <c:v>15</c:v>
                </c:pt>
              </c:numCache>
            </c:numRef>
          </c:val>
          <c:extLst>
            <c:ext xmlns:c16="http://schemas.microsoft.com/office/drawing/2014/chart" uri="{C3380CC4-5D6E-409C-BE32-E72D297353CC}">
              <c16:uniqueId val="{00000006-0E90-4578-B412-4CFFBD351CD4}"/>
            </c:ext>
          </c:extLst>
        </c:ser>
        <c:dLbls>
          <c:showLegendKey val="0"/>
          <c:showVal val="1"/>
          <c:showCatName val="0"/>
          <c:showSerName val="0"/>
          <c:showPercent val="0"/>
          <c:showBubbleSize val="0"/>
          <c:showLeaderLines val="1"/>
        </c:dLbls>
        <c:firstSliceAng val="45"/>
      </c:pieChart>
    </c:plotArea>
    <c:plotVisOnly val="1"/>
    <c:dispBlanksAs val="zero"/>
    <c:showDLblsOverMax val="0"/>
  </c:chart>
  <c:spPr>
    <a:ln>
      <a:noFill/>
    </a:ln>
  </c:spPr>
  <c:txPr>
    <a:bodyPr/>
    <a:lstStyle/>
    <a:p>
      <a:pPr rtl="0">
        <a:defRPr sz="1200" baseline="-25000">
          <a:solidFill>
            <a:schemeClr val="bg1"/>
          </a:solidFill>
        </a:defRPr>
      </a:pPr>
      <a:endParaRPr lang="pt-PT"/>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0"/>
      <c:rotY val="0"/>
      <c:rAngAx val="1"/>
    </c:view3D>
    <c:floor>
      <c:thickness val="0"/>
    </c:floor>
    <c:sideWall>
      <c:thickness val="0"/>
    </c:sideWall>
    <c:backWall>
      <c:thickness val="0"/>
    </c:backWall>
    <c:plotArea>
      <c:layout>
        <c:manualLayout>
          <c:layoutTarget val="inner"/>
          <c:xMode val="edge"/>
          <c:yMode val="edge"/>
          <c:x val="9.2707145443026745E-2"/>
          <c:y val="8.4571174926663745E-2"/>
          <c:w val="0.90729285455697362"/>
          <c:h val="0.76053072410066358"/>
        </c:manualLayout>
      </c:layout>
      <c:bar3DChart>
        <c:barDir val="col"/>
        <c:grouping val="percentStack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0-ACEA-4B4C-A019-3684A8125FD7}"/>
              </c:ext>
            </c:extLst>
          </c:dPt>
          <c:dPt>
            <c:idx val="2"/>
            <c:invertIfNegative val="0"/>
            <c:bubble3D val="0"/>
            <c:spPr>
              <a:solidFill>
                <a:schemeClr val="accent3"/>
              </a:solidFill>
            </c:spPr>
            <c:extLst>
              <c:ext xmlns:c16="http://schemas.microsoft.com/office/drawing/2014/chart" uri="{C3380CC4-5D6E-409C-BE32-E72D297353CC}">
                <c16:uniqueId val="{00000001-ACEA-4B4C-A019-3684A8125FD7}"/>
              </c:ext>
            </c:extLst>
          </c:dPt>
          <c:dPt>
            <c:idx val="3"/>
            <c:invertIfNegative val="0"/>
            <c:bubble3D val="0"/>
            <c:spPr>
              <a:solidFill>
                <a:schemeClr val="accent4"/>
              </a:solidFill>
            </c:spPr>
            <c:extLst>
              <c:ext xmlns:c16="http://schemas.microsoft.com/office/drawing/2014/chart" uri="{C3380CC4-5D6E-409C-BE32-E72D297353CC}">
                <c16:uniqueId val="{00000002-ACEA-4B4C-A019-3684A8125FD7}"/>
              </c:ext>
            </c:extLst>
          </c:dPt>
          <c:dPt>
            <c:idx val="4"/>
            <c:invertIfNegative val="0"/>
            <c:bubble3D val="0"/>
            <c:spPr>
              <a:solidFill>
                <a:schemeClr val="accent5"/>
              </a:solidFill>
            </c:spPr>
            <c:extLst>
              <c:ext xmlns:c16="http://schemas.microsoft.com/office/drawing/2014/chart" uri="{C3380CC4-5D6E-409C-BE32-E72D297353CC}">
                <c16:uniqueId val="{00000003-ACEA-4B4C-A019-3684A8125FD7}"/>
              </c:ext>
            </c:extLst>
          </c:dPt>
          <c:dPt>
            <c:idx val="5"/>
            <c:invertIfNegative val="0"/>
            <c:bubble3D val="0"/>
            <c:spPr>
              <a:solidFill>
                <a:schemeClr val="accent6"/>
              </a:solidFill>
            </c:spPr>
            <c:extLst>
              <c:ext xmlns:c16="http://schemas.microsoft.com/office/drawing/2014/chart" uri="{C3380CC4-5D6E-409C-BE32-E72D297353CC}">
                <c16:uniqueId val="{00000004-ACEA-4B4C-A019-3684A8125FD7}"/>
              </c:ext>
            </c:extLst>
          </c:dPt>
          <c:dLbls>
            <c:delete val="1"/>
          </c:dLbls>
          <c:cat>
            <c:strRef>
              <c:f>Sheet1!$A$2:$A$7</c:f>
              <c:strCache>
                <c:ptCount val="6"/>
                <c:pt idx="0">
                  <c:v>Category 1</c:v>
                </c:pt>
                <c:pt idx="1">
                  <c:v>Category 2</c:v>
                </c:pt>
                <c:pt idx="2">
                  <c:v>Category 3</c:v>
                </c:pt>
                <c:pt idx="3">
                  <c:v>Category 4</c:v>
                </c:pt>
                <c:pt idx="4">
                  <c:v>Category 6</c:v>
                </c:pt>
                <c:pt idx="5">
                  <c:v>Category 7</c:v>
                </c:pt>
              </c:strCache>
            </c:strRef>
          </c:cat>
          <c:val>
            <c:numRef>
              <c:f>Sheet1!$B$2:$B$7</c:f>
              <c:numCache>
                <c:formatCode>0.0%</c:formatCode>
                <c:ptCount val="6"/>
                <c:pt idx="0">
                  <c:v>1</c:v>
                </c:pt>
                <c:pt idx="1">
                  <c:v>1.5</c:v>
                </c:pt>
                <c:pt idx="2">
                  <c:v>2</c:v>
                </c:pt>
                <c:pt idx="3">
                  <c:v>1.5</c:v>
                </c:pt>
                <c:pt idx="4">
                  <c:v>1</c:v>
                </c:pt>
                <c:pt idx="5">
                  <c:v>1</c:v>
                </c:pt>
              </c:numCache>
            </c:numRef>
          </c:val>
          <c:extLst>
            <c:ext xmlns:c16="http://schemas.microsoft.com/office/drawing/2014/chart" uri="{C3380CC4-5D6E-409C-BE32-E72D297353CC}">
              <c16:uniqueId val="{00000005-ACEA-4B4C-A019-3684A8125FD7}"/>
            </c:ext>
          </c:extLst>
        </c:ser>
        <c:ser>
          <c:idx val="1"/>
          <c:order val="1"/>
          <c:tx>
            <c:strRef>
              <c:f>Sheet1!$C$1</c:f>
              <c:strCache>
                <c:ptCount val="1"/>
                <c:pt idx="0">
                  <c:v>Series 2</c:v>
                </c:pt>
              </c:strCache>
            </c:strRef>
          </c:tx>
          <c:invertIfNegative val="0"/>
          <c:dPt>
            <c:idx val="0"/>
            <c:invertIfNegative val="0"/>
            <c:bubble3D val="0"/>
            <c:spPr>
              <a:solidFill>
                <a:srgbClr val="FFFFFF">
                  <a:lumMod val="75000"/>
                  <a:alpha val="70000"/>
                </a:srgbClr>
              </a:solidFill>
            </c:spPr>
            <c:extLst>
              <c:ext xmlns:c16="http://schemas.microsoft.com/office/drawing/2014/chart" uri="{C3380CC4-5D6E-409C-BE32-E72D297353CC}">
                <c16:uniqueId val="{00000006-ACEA-4B4C-A019-3684A8125FD7}"/>
              </c:ext>
            </c:extLst>
          </c:dPt>
          <c:dPt>
            <c:idx val="1"/>
            <c:invertIfNegative val="0"/>
            <c:bubble3D val="0"/>
            <c:spPr>
              <a:solidFill>
                <a:srgbClr val="FFFFFF">
                  <a:lumMod val="75000"/>
                  <a:alpha val="70000"/>
                </a:srgbClr>
              </a:solidFill>
            </c:spPr>
            <c:extLst>
              <c:ext xmlns:c16="http://schemas.microsoft.com/office/drawing/2014/chart" uri="{C3380CC4-5D6E-409C-BE32-E72D297353CC}">
                <c16:uniqueId val="{00000007-ACEA-4B4C-A019-3684A8125FD7}"/>
              </c:ext>
            </c:extLst>
          </c:dPt>
          <c:dPt>
            <c:idx val="2"/>
            <c:invertIfNegative val="0"/>
            <c:bubble3D val="0"/>
            <c:spPr>
              <a:solidFill>
                <a:srgbClr val="FFFFFF">
                  <a:lumMod val="75000"/>
                  <a:alpha val="70000"/>
                </a:srgbClr>
              </a:solidFill>
            </c:spPr>
            <c:extLst>
              <c:ext xmlns:c16="http://schemas.microsoft.com/office/drawing/2014/chart" uri="{C3380CC4-5D6E-409C-BE32-E72D297353CC}">
                <c16:uniqueId val="{00000008-ACEA-4B4C-A019-3684A8125FD7}"/>
              </c:ext>
            </c:extLst>
          </c:dPt>
          <c:dPt>
            <c:idx val="3"/>
            <c:invertIfNegative val="0"/>
            <c:bubble3D val="0"/>
            <c:spPr>
              <a:solidFill>
                <a:srgbClr val="FFFFFF">
                  <a:lumMod val="75000"/>
                  <a:alpha val="70000"/>
                </a:srgbClr>
              </a:solidFill>
            </c:spPr>
            <c:extLst>
              <c:ext xmlns:c16="http://schemas.microsoft.com/office/drawing/2014/chart" uri="{C3380CC4-5D6E-409C-BE32-E72D297353CC}">
                <c16:uniqueId val="{00000009-ACEA-4B4C-A019-3684A8125FD7}"/>
              </c:ext>
            </c:extLst>
          </c:dPt>
          <c:dPt>
            <c:idx val="4"/>
            <c:invertIfNegative val="0"/>
            <c:bubble3D val="0"/>
            <c:spPr>
              <a:solidFill>
                <a:srgbClr val="FFFFFF">
                  <a:lumMod val="75000"/>
                  <a:alpha val="70000"/>
                </a:srgbClr>
              </a:solidFill>
            </c:spPr>
            <c:extLst>
              <c:ext xmlns:c16="http://schemas.microsoft.com/office/drawing/2014/chart" uri="{C3380CC4-5D6E-409C-BE32-E72D297353CC}">
                <c16:uniqueId val="{0000000A-ACEA-4B4C-A019-3684A8125FD7}"/>
              </c:ext>
            </c:extLst>
          </c:dPt>
          <c:dPt>
            <c:idx val="5"/>
            <c:invertIfNegative val="0"/>
            <c:bubble3D val="0"/>
            <c:spPr>
              <a:solidFill>
                <a:srgbClr val="FFFFFF">
                  <a:lumMod val="75000"/>
                  <a:alpha val="70000"/>
                </a:srgbClr>
              </a:solidFill>
            </c:spPr>
            <c:extLst>
              <c:ext xmlns:c16="http://schemas.microsoft.com/office/drawing/2014/chart" uri="{C3380CC4-5D6E-409C-BE32-E72D297353CC}">
                <c16:uniqueId val="{0000000B-ACEA-4B4C-A019-3684A8125FD7}"/>
              </c:ext>
            </c:extLst>
          </c:dPt>
          <c:dLbls>
            <c:delete val="1"/>
          </c:dLbls>
          <c:cat>
            <c:strRef>
              <c:f>Sheet1!$A$2:$A$7</c:f>
              <c:strCache>
                <c:ptCount val="6"/>
                <c:pt idx="0">
                  <c:v>Category 1</c:v>
                </c:pt>
                <c:pt idx="1">
                  <c:v>Category 2</c:v>
                </c:pt>
                <c:pt idx="2">
                  <c:v>Category 3</c:v>
                </c:pt>
                <c:pt idx="3">
                  <c:v>Category 4</c:v>
                </c:pt>
                <c:pt idx="4">
                  <c:v>Category 6</c:v>
                </c:pt>
                <c:pt idx="5">
                  <c:v>Category 7</c:v>
                </c:pt>
              </c:strCache>
            </c:strRef>
          </c:cat>
          <c:val>
            <c:numRef>
              <c:f>Sheet1!$C$2:$C$7</c:f>
              <c:numCache>
                <c:formatCode>0.0%</c:formatCode>
                <c:ptCount val="6"/>
                <c:pt idx="0">
                  <c:v>0.5</c:v>
                </c:pt>
                <c:pt idx="1">
                  <c:v>2</c:v>
                </c:pt>
                <c:pt idx="2">
                  <c:v>1.8</c:v>
                </c:pt>
                <c:pt idx="3">
                  <c:v>2.8</c:v>
                </c:pt>
                <c:pt idx="4">
                  <c:v>3</c:v>
                </c:pt>
                <c:pt idx="5">
                  <c:v>0.5</c:v>
                </c:pt>
              </c:numCache>
            </c:numRef>
          </c:val>
          <c:extLst>
            <c:ext xmlns:c16="http://schemas.microsoft.com/office/drawing/2014/chart" uri="{C3380CC4-5D6E-409C-BE32-E72D297353CC}">
              <c16:uniqueId val="{0000000C-ACEA-4B4C-A019-3684A8125FD7}"/>
            </c:ext>
          </c:extLst>
        </c:ser>
        <c:dLbls>
          <c:showLegendKey val="0"/>
          <c:showVal val="1"/>
          <c:showCatName val="0"/>
          <c:showSerName val="0"/>
          <c:showPercent val="0"/>
          <c:showBubbleSize val="0"/>
        </c:dLbls>
        <c:gapWidth val="135"/>
        <c:gapDepth val="226"/>
        <c:shape val="cylinder"/>
        <c:axId val="259299200"/>
        <c:axId val="259300736"/>
        <c:axId val="0"/>
      </c:bar3DChart>
      <c:catAx>
        <c:axId val="259299200"/>
        <c:scaling>
          <c:orientation val="minMax"/>
        </c:scaling>
        <c:delete val="0"/>
        <c:axPos val="b"/>
        <c:numFmt formatCode="General" sourceLinked="0"/>
        <c:majorTickMark val="out"/>
        <c:minorTickMark val="none"/>
        <c:tickLblPos val="nextTo"/>
        <c:crossAx val="259300736"/>
        <c:crosses val="autoZero"/>
        <c:auto val="1"/>
        <c:lblAlgn val="ctr"/>
        <c:lblOffset val="100"/>
        <c:noMultiLvlLbl val="0"/>
      </c:catAx>
      <c:valAx>
        <c:axId val="259300736"/>
        <c:scaling>
          <c:orientation val="minMax"/>
        </c:scaling>
        <c:delete val="0"/>
        <c:axPos val="l"/>
        <c:majorGridlines>
          <c:spPr>
            <a:ln>
              <a:solidFill>
                <a:schemeClr val="tx1">
                  <a:lumMod val="25000"/>
                  <a:lumOff val="75000"/>
                </a:schemeClr>
              </a:solidFill>
            </a:ln>
          </c:spPr>
        </c:majorGridlines>
        <c:numFmt formatCode="0%" sourceLinked="1"/>
        <c:majorTickMark val="out"/>
        <c:minorTickMark val="none"/>
        <c:tickLblPos val="nextTo"/>
        <c:crossAx val="259299200"/>
        <c:crosses val="autoZero"/>
        <c:crossBetween val="between"/>
      </c:valAx>
    </c:plotArea>
    <c:plotVisOnly val="1"/>
    <c:dispBlanksAs val="gap"/>
    <c:showDLblsOverMax val="0"/>
  </c:chart>
  <c:txPr>
    <a:bodyPr/>
    <a:lstStyle/>
    <a:p>
      <a:pPr>
        <a:defRPr sz="1100">
          <a:solidFill>
            <a:schemeClr val="tx1">
              <a:lumMod val="50000"/>
              <a:lumOff val="50000"/>
            </a:schemeClr>
          </a:solidFill>
        </a:defRPr>
      </a:pPr>
      <a:endParaRPr lang="pt-PT"/>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c:spPr>
          <c:invertIfNegative val="0"/>
          <c:dLbls>
            <c:dLbl>
              <c:idx val="0"/>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23C-4E58-97F0-60165CD042DC}"/>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23C-4E58-97F0-60165CD042D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c:f>
              <c:strCache>
                <c:ptCount val="1"/>
                <c:pt idx="0">
                  <c:v>PROJECT 1</c:v>
                </c:pt>
              </c:strCache>
            </c:strRef>
          </c:cat>
          <c:val>
            <c:numRef>
              <c:f>Sheet1!$B$2</c:f>
              <c:numCache>
                <c:formatCode>General</c:formatCode>
                <c:ptCount val="1"/>
                <c:pt idx="0">
                  <c:v>100</c:v>
                </c:pt>
              </c:numCache>
            </c:numRef>
          </c:val>
          <c:extLst>
            <c:ext xmlns:c16="http://schemas.microsoft.com/office/drawing/2014/chart" uri="{C3380CC4-5D6E-409C-BE32-E72D297353CC}">
              <c16:uniqueId val="{00000002-523C-4E58-97F0-60165CD042DC}"/>
            </c:ext>
          </c:extLst>
        </c:ser>
        <c:ser>
          <c:idx val="1"/>
          <c:order val="1"/>
          <c:tx>
            <c:strRef>
              <c:f>Sheet1!$C$1</c:f>
              <c:strCache>
                <c:ptCount val="1"/>
                <c:pt idx="0">
                  <c:v>Series 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Sheet1!$C$2</c:f>
              <c:numCache>
                <c:formatCode>General</c:formatCode>
                <c:ptCount val="1"/>
                <c:pt idx="0">
                  <c:v>90</c:v>
                </c:pt>
              </c:numCache>
            </c:numRef>
          </c:val>
          <c:extLst>
            <c:ext xmlns:c16="http://schemas.microsoft.com/office/drawing/2014/chart" uri="{C3380CC4-5D6E-409C-BE32-E72D297353CC}">
              <c16:uniqueId val="{00000003-523C-4E58-97F0-60165CD042DC}"/>
            </c:ext>
          </c:extLst>
        </c:ser>
        <c:ser>
          <c:idx val="2"/>
          <c:order val="2"/>
          <c:tx>
            <c:strRef>
              <c:f>Sheet1!$D$1</c:f>
              <c:strCache>
                <c:ptCount val="1"/>
                <c:pt idx="0">
                  <c:v>Series 3</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Sheet1!$D$2</c:f>
              <c:numCache>
                <c:formatCode>General</c:formatCode>
                <c:ptCount val="1"/>
                <c:pt idx="0">
                  <c:v>70</c:v>
                </c:pt>
              </c:numCache>
            </c:numRef>
          </c:val>
          <c:extLst>
            <c:ext xmlns:c16="http://schemas.microsoft.com/office/drawing/2014/chart" uri="{C3380CC4-5D6E-409C-BE32-E72D297353CC}">
              <c16:uniqueId val="{00000004-523C-4E58-97F0-60165CD042DC}"/>
            </c:ext>
          </c:extLst>
        </c:ser>
        <c:ser>
          <c:idx val="3"/>
          <c:order val="3"/>
          <c:tx>
            <c:strRef>
              <c:f>Sheet1!$E$1</c:f>
              <c:strCache>
                <c:ptCount val="1"/>
                <c:pt idx="0">
                  <c:v>Series 4</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Sheet1!$E$2</c:f>
              <c:numCache>
                <c:formatCode>General</c:formatCode>
                <c:ptCount val="1"/>
                <c:pt idx="0">
                  <c:v>50</c:v>
                </c:pt>
              </c:numCache>
            </c:numRef>
          </c:val>
          <c:extLst>
            <c:ext xmlns:c16="http://schemas.microsoft.com/office/drawing/2014/chart" uri="{C3380CC4-5D6E-409C-BE32-E72D297353CC}">
              <c16:uniqueId val="{00000005-523C-4E58-97F0-60165CD042DC}"/>
            </c:ext>
          </c:extLst>
        </c:ser>
        <c:ser>
          <c:idx val="4"/>
          <c:order val="4"/>
          <c:tx>
            <c:strRef>
              <c:f>Sheet1!$F$1</c:f>
              <c:strCache>
                <c:ptCount val="1"/>
                <c:pt idx="0">
                  <c:v>Series 5</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Sheet1!$F$2</c:f>
              <c:numCache>
                <c:formatCode>General</c:formatCode>
                <c:ptCount val="1"/>
                <c:pt idx="0">
                  <c:v>20</c:v>
                </c:pt>
              </c:numCache>
            </c:numRef>
          </c:val>
          <c:extLst>
            <c:ext xmlns:c16="http://schemas.microsoft.com/office/drawing/2014/chart" uri="{C3380CC4-5D6E-409C-BE32-E72D297353CC}">
              <c16:uniqueId val="{00000006-523C-4E58-97F0-60165CD042DC}"/>
            </c:ext>
          </c:extLst>
        </c:ser>
        <c:ser>
          <c:idx val="5"/>
          <c:order val="5"/>
          <c:tx>
            <c:strRef>
              <c:f>Sheet1!$G$1</c:f>
              <c:strCache>
                <c:ptCount val="1"/>
                <c:pt idx="0">
                  <c:v>Series 6</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Sheet1!$G$2</c:f>
              <c:numCache>
                <c:formatCode>General</c:formatCode>
                <c:ptCount val="1"/>
                <c:pt idx="0">
                  <c:v>50</c:v>
                </c:pt>
              </c:numCache>
            </c:numRef>
          </c:val>
          <c:extLst>
            <c:ext xmlns:c16="http://schemas.microsoft.com/office/drawing/2014/chart" uri="{C3380CC4-5D6E-409C-BE32-E72D297353CC}">
              <c16:uniqueId val="{00000007-523C-4E58-97F0-60165CD042DC}"/>
            </c:ext>
          </c:extLst>
        </c:ser>
        <c:dLbls>
          <c:showLegendKey val="0"/>
          <c:showVal val="0"/>
          <c:showCatName val="0"/>
          <c:showSerName val="0"/>
          <c:showPercent val="0"/>
          <c:showBubbleSize val="0"/>
        </c:dLbls>
        <c:gapWidth val="351"/>
        <c:overlap val="-80"/>
        <c:axId val="264626944"/>
        <c:axId val="264628480"/>
      </c:barChart>
      <c:catAx>
        <c:axId val="264626944"/>
        <c:scaling>
          <c:orientation val="minMax"/>
        </c:scaling>
        <c:delete val="1"/>
        <c:axPos val="b"/>
        <c:minorGridlines>
          <c:spPr>
            <a:ln>
              <a:solidFill>
                <a:schemeClr val="bg1">
                  <a:lumMod val="85000"/>
                </a:schemeClr>
              </a:solidFill>
            </a:ln>
          </c:spPr>
        </c:minorGridlines>
        <c:numFmt formatCode="General" sourceLinked="0"/>
        <c:majorTickMark val="out"/>
        <c:minorTickMark val="none"/>
        <c:tickLblPos val="nextTo"/>
        <c:crossAx val="264628480"/>
        <c:crosses val="autoZero"/>
        <c:auto val="1"/>
        <c:lblAlgn val="ctr"/>
        <c:lblOffset val="100"/>
        <c:noMultiLvlLbl val="0"/>
      </c:catAx>
      <c:valAx>
        <c:axId val="264628480"/>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crossAx val="264626944"/>
        <c:crosses val="autoZero"/>
        <c:crossBetween val="between"/>
      </c:valAx>
    </c:plotArea>
    <c:plotVisOnly val="1"/>
    <c:dispBlanksAs val="gap"/>
    <c:showDLblsOverMax val="0"/>
  </c:chart>
  <c:txPr>
    <a:bodyPr/>
    <a:lstStyle/>
    <a:p>
      <a:pPr>
        <a:defRPr sz="1000" b="1">
          <a:solidFill>
            <a:schemeClr val="tx1">
              <a:lumMod val="50000"/>
              <a:lumOff val="50000"/>
            </a:schemeClr>
          </a:solidFill>
        </a:defRPr>
      </a:pPr>
      <a:endParaRPr lang="pt-PT"/>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1"/>
              </a:solidFill>
              <a:ln>
                <a:solidFill>
                  <a:schemeClr val="bg1"/>
                </a:solidFill>
              </a:ln>
            </c:spPr>
            <c:extLst>
              <c:ext xmlns:c16="http://schemas.microsoft.com/office/drawing/2014/chart" uri="{C3380CC4-5D6E-409C-BE32-E72D297353CC}">
                <c16:uniqueId val="{00000000-1C07-4C38-913A-6C01E6B24DBD}"/>
              </c:ext>
            </c:extLst>
          </c:dPt>
          <c:dPt>
            <c:idx val="1"/>
            <c:bubble3D val="0"/>
            <c:spPr>
              <a:solidFill>
                <a:schemeClr val="accent2"/>
              </a:solidFill>
              <a:ln>
                <a:solidFill>
                  <a:schemeClr val="bg1"/>
                </a:solidFill>
              </a:ln>
            </c:spPr>
            <c:extLst>
              <c:ext xmlns:c16="http://schemas.microsoft.com/office/drawing/2014/chart" uri="{C3380CC4-5D6E-409C-BE32-E72D297353CC}">
                <c16:uniqueId val="{00000001-1C07-4C38-913A-6C01E6B24DBD}"/>
              </c:ext>
            </c:extLst>
          </c:dPt>
          <c:dPt>
            <c:idx val="2"/>
            <c:bubble3D val="0"/>
            <c:spPr>
              <a:solidFill>
                <a:schemeClr val="accent3"/>
              </a:solidFill>
              <a:ln>
                <a:solidFill>
                  <a:schemeClr val="bg1"/>
                </a:solidFill>
              </a:ln>
            </c:spPr>
            <c:extLst>
              <c:ext xmlns:c16="http://schemas.microsoft.com/office/drawing/2014/chart" uri="{C3380CC4-5D6E-409C-BE32-E72D297353CC}">
                <c16:uniqueId val="{00000002-1C07-4C38-913A-6C01E6B24DBD}"/>
              </c:ext>
            </c:extLst>
          </c:dPt>
          <c:dPt>
            <c:idx val="3"/>
            <c:bubble3D val="0"/>
            <c:spPr>
              <a:solidFill>
                <a:schemeClr val="accent4"/>
              </a:solidFill>
              <a:ln>
                <a:solidFill>
                  <a:schemeClr val="bg1"/>
                </a:solidFill>
              </a:ln>
            </c:spPr>
            <c:extLst>
              <c:ext xmlns:c16="http://schemas.microsoft.com/office/drawing/2014/chart" uri="{C3380CC4-5D6E-409C-BE32-E72D297353CC}">
                <c16:uniqueId val="{00000003-1C07-4C38-913A-6C01E6B24DBD}"/>
              </c:ext>
            </c:extLst>
          </c:dPt>
          <c:dPt>
            <c:idx val="4"/>
            <c:bubble3D val="0"/>
            <c:spPr>
              <a:solidFill>
                <a:schemeClr val="accent5"/>
              </a:solidFill>
              <a:ln>
                <a:solidFill>
                  <a:schemeClr val="bg1"/>
                </a:solidFill>
              </a:ln>
            </c:spPr>
            <c:extLst>
              <c:ext xmlns:c16="http://schemas.microsoft.com/office/drawing/2014/chart" uri="{C3380CC4-5D6E-409C-BE32-E72D297353CC}">
                <c16:uniqueId val="{00000004-1C07-4C38-913A-6C01E6B24DBD}"/>
              </c:ext>
            </c:extLst>
          </c:dPt>
          <c:dPt>
            <c:idx val="5"/>
            <c:bubble3D val="0"/>
            <c:spPr>
              <a:solidFill>
                <a:schemeClr val="accent6"/>
              </a:solidFill>
              <a:ln>
                <a:solidFill>
                  <a:schemeClr val="bg1"/>
                </a:solidFill>
              </a:ln>
            </c:spPr>
            <c:extLst>
              <c:ext xmlns:c16="http://schemas.microsoft.com/office/drawing/2014/chart" uri="{C3380CC4-5D6E-409C-BE32-E72D297353CC}">
                <c16:uniqueId val="{00000005-1C07-4C38-913A-6C01E6B24DBD}"/>
              </c:ext>
            </c:extLst>
          </c:dPt>
          <c:dLbls>
            <c:spPr>
              <a:noFill/>
              <a:ln>
                <a:noFill/>
              </a:ln>
              <a:effectLst/>
            </c:spPr>
            <c:showLegendKey val="0"/>
            <c:showVal val="1"/>
            <c:showCatName val="0"/>
            <c:showSerName val="0"/>
            <c:showPercent val="0"/>
            <c:showBubbleSize val="0"/>
            <c:showLeaderLines val="1"/>
            <c:extLst>
              <c:ext xmlns:c15="http://schemas.microsoft.com/office/drawing/2012/chart" uri="{CE6537A1-D6FC-4f65-9D91-7224C49458BB}"/>
            </c:extLst>
          </c:dLbls>
          <c:cat>
            <c:strRef>
              <c:f>Sheet1!$A$2:$A$7</c:f>
              <c:strCache>
                <c:ptCount val="6"/>
                <c:pt idx="0">
                  <c:v>1st Qtr</c:v>
                </c:pt>
                <c:pt idx="1">
                  <c:v>2nd Qtr</c:v>
                </c:pt>
                <c:pt idx="2">
                  <c:v>1st Qtr</c:v>
                </c:pt>
                <c:pt idx="3">
                  <c:v>1st Qtr</c:v>
                </c:pt>
                <c:pt idx="4">
                  <c:v>1st Qtr</c:v>
                </c:pt>
                <c:pt idx="5">
                  <c:v>1st Qtr</c:v>
                </c:pt>
              </c:strCache>
            </c:strRef>
          </c:cat>
          <c:val>
            <c:numRef>
              <c:f>Sheet1!$B$2:$B$7</c:f>
              <c:numCache>
                <c:formatCode>General</c:formatCode>
                <c:ptCount val="6"/>
                <c:pt idx="0">
                  <c:v>50</c:v>
                </c:pt>
                <c:pt idx="1">
                  <c:v>25</c:v>
                </c:pt>
                <c:pt idx="2">
                  <c:v>20</c:v>
                </c:pt>
                <c:pt idx="3">
                  <c:v>15</c:v>
                </c:pt>
                <c:pt idx="4">
                  <c:v>10</c:v>
                </c:pt>
                <c:pt idx="5">
                  <c:v>5</c:v>
                </c:pt>
              </c:numCache>
            </c:numRef>
          </c:val>
          <c:extLst>
            <c:ext xmlns:c16="http://schemas.microsoft.com/office/drawing/2014/chart" uri="{C3380CC4-5D6E-409C-BE32-E72D297353CC}">
              <c16:uniqueId val="{00000006-1C07-4C38-913A-6C01E6B24DBD}"/>
            </c:ext>
          </c:extLst>
        </c:ser>
        <c:dLbls>
          <c:showLegendKey val="0"/>
          <c:showVal val="0"/>
          <c:showCatName val="0"/>
          <c:showSerName val="0"/>
          <c:showPercent val="0"/>
          <c:showBubbleSize val="0"/>
          <c:showLeaderLines val="1"/>
        </c:dLbls>
        <c:firstSliceAng val="0"/>
        <c:holeSize val="50"/>
      </c:doughnutChart>
    </c:plotArea>
    <c:legend>
      <c:legendPos val="b"/>
      <c:overlay val="0"/>
      <c:txPr>
        <a:bodyPr/>
        <a:lstStyle/>
        <a:p>
          <a:pPr>
            <a:defRPr sz="1050">
              <a:solidFill>
                <a:schemeClr val="tx1">
                  <a:lumMod val="50000"/>
                  <a:lumOff val="50000"/>
                </a:schemeClr>
              </a:solidFill>
            </a:defRPr>
          </a:pPr>
          <a:endParaRPr lang="pt-PT"/>
        </a:p>
      </c:txPr>
    </c:legend>
    <c:plotVisOnly val="1"/>
    <c:dispBlanksAs val="zero"/>
    <c:showDLblsOverMax val="0"/>
  </c:chart>
  <c:spPr>
    <a:ln>
      <a:noFill/>
    </a:ln>
  </c:spPr>
  <c:txPr>
    <a:bodyPr/>
    <a:lstStyle/>
    <a:p>
      <a:pPr rtl="0">
        <a:defRPr sz="1800" baseline="-25000">
          <a:solidFill>
            <a:schemeClr val="bg1"/>
          </a:solidFill>
        </a:defRPr>
      </a:pPr>
      <a:endParaRPr lang="pt-PT"/>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clustered"/>
        <c:varyColors val="0"/>
        <c:ser>
          <c:idx val="0"/>
          <c:order val="0"/>
          <c:tx>
            <c:strRef>
              <c:f>Sheet1!$B$1</c:f>
              <c:strCache>
                <c:ptCount val="1"/>
                <c:pt idx="0">
                  <c:v>2010</c:v>
                </c:pt>
              </c:strCache>
            </c:strRef>
          </c:tx>
          <c:spPr>
            <a:solidFill>
              <a:schemeClr val="tx2"/>
            </a:solidFill>
          </c:spPr>
          <c:invertIfNegative val="0"/>
          <c:dPt>
            <c:idx val="0"/>
            <c:invertIfNegative val="0"/>
            <c:bubble3D val="0"/>
            <c:spPr>
              <a:solidFill>
                <a:schemeClr val="accent1"/>
              </a:solidFill>
            </c:spPr>
            <c:extLst>
              <c:ext xmlns:c16="http://schemas.microsoft.com/office/drawing/2014/chart" uri="{C3380CC4-5D6E-409C-BE32-E72D297353CC}">
                <c16:uniqueId val="{00000000-1A20-4B62-BF83-C6ECEA2F2919}"/>
              </c:ext>
            </c:extLst>
          </c:dPt>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A20-4B62-BF83-C6ECEA2F2919}"/>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A20-4B62-BF83-C6ECEA2F291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c:f>
              <c:strCache>
                <c:ptCount val="1"/>
                <c:pt idx="0">
                  <c:v>Expected Income Avrage</c:v>
                </c:pt>
              </c:strCache>
            </c:strRef>
          </c:cat>
          <c:val>
            <c:numRef>
              <c:f>Sheet1!$B$2</c:f>
              <c:numCache>
                <c:formatCode>General</c:formatCode>
                <c:ptCount val="1"/>
                <c:pt idx="0">
                  <c:v>20</c:v>
                </c:pt>
              </c:numCache>
            </c:numRef>
          </c:val>
          <c:extLst>
            <c:ext xmlns:c16="http://schemas.microsoft.com/office/drawing/2014/chart" uri="{C3380CC4-5D6E-409C-BE32-E72D297353CC}">
              <c16:uniqueId val="{00000002-1A20-4B62-BF83-C6ECEA2F2919}"/>
            </c:ext>
          </c:extLst>
        </c:ser>
        <c:ser>
          <c:idx val="1"/>
          <c:order val="1"/>
          <c:tx>
            <c:strRef>
              <c:f>Sheet1!$C$1</c:f>
              <c:strCache>
                <c:ptCount val="1"/>
                <c:pt idx="0">
                  <c:v>2011</c:v>
                </c:pt>
              </c:strCache>
            </c:strRef>
          </c:tx>
          <c:spPr>
            <a:solidFill>
              <a:schemeClr val="accent2"/>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Expected Income Avrage</c:v>
                </c:pt>
              </c:strCache>
            </c:strRef>
          </c:cat>
          <c:val>
            <c:numRef>
              <c:f>Sheet1!$C$2</c:f>
              <c:numCache>
                <c:formatCode>General</c:formatCode>
                <c:ptCount val="1"/>
                <c:pt idx="0">
                  <c:v>50</c:v>
                </c:pt>
              </c:numCache>
            </c:numRef>
          </c:val>
          <c:extLst>
            <c:ext xmlns:c16="http://schemas.microsoft.com/office/drawing/2014/chart" uri="{C3380CC4-5D6E-409C-BE32-E72D297353CC}">
              <c16:uniqueId val="{00000003-1A20-4B62-BF83-C6ECEA2F2919}"/>
            </c:ext>
          </c:extLst>
        </c:ser>
        <c:ser>
          <c:idx val="2"/>
          <c:order val="2"/>
          <c:tx>
            <c:strRef>
              <c:f>Sheet1!$D$1</c:f>
              <c:strCache>
                <c:ptCount val="1"/>
                <c:pt idx="0">
                  <c:v>2012</c:v>
                </c:pt>
              </c:strCache>
            </c:strRef>
          </c:tx>
          <c:spPr>
            <a:solidFill>
              <a:schemeClr val="accent3"/>
            </a:solidFill>
            <a:effectLst/>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Expected Income Avrage</c:v>
                </c:pt>
              </c:strCache>
            </c:strRef>
          </c:cat>
          <c:val>
            <c:numRef>
              <c:f>Sheet1!$D$2</c:f>
              <c:numCache>
                <c:formatCode>General</c:formatCode>
                <c:ptCount val="1"/>
                <c:pt idx="0">
                  <c:v>60</c:v>
                </c:pt>
              </c:numCache>
            </c:numRef>
          </c:val>
          <c:extLst>
            <c:ext xmlns:c16="http://schemas.microsoft.com/office/drawing/2014/chart" uri="{C3380CC4-5D6E-409C-BE32-E72D297353CC}">
              <c16:uniqueId val="{00000004-1A20-4B62-BF83-C6ECEA2F2919}"/>
            </c:ext>
          </c:extLst>
        </c:ser>
        <c:ser>
          <c:idx val="3"/>
          <c:order val="3"/>
          <c:tx>
            <c:strRef>
              <c:f>Sheet1!$E$1</c:f>
              <c:strCache>
                <c:ptCount val="1"/>
                <c:pt idx="0">
                  <c:v>2014</c:v>
                </c:pt>
              </c:strCache>
            </c:strRef>
          </c:tx>
          <c:spPr>
            <a:solidFill>
              <a:schemeClr val="accent4"/>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trendline>
            <c:trendlineType val="linear"/>
            <c:dispRSqr val="0"/>
            <c:dispEq val="0"/>
          </c:trendline>
          <c:cat>
            <c:strRef>
              <c:f>Sheet1!$A$2</c:f>
              <c:strCache>
                <c:ptCount val="1"/>
                <c:pt idx="0">
                  <c:v>Expected Income Avrage</c:v>
                </c:pt>
              </c:strCache>
            </c:strRef>
          </c:cat>
          <c:val>
            <c:numRef>
              <c:f>Sheet1!$E$2</c:f>
              <c:numCache>
                <c:formatCode>General</c:formatCode>
                <c:ptCount val="1"/>
                <c:pt idx="0">
                  <c:v>70</c:v>
                </c:pt>
              </c:numCache>
            </c:numRef>
          </c:val>
          <c:extLst>
            <c:ext xmlns:c16="http://schemas.microsoft.com/office/drawing/2014/chart" uri="{C3380CC4-5D6E-409C-BE32-E72D297353CC}">
              <c16:uniqueId val="{00000006-1A20-4B62-BF83-C6ECEA2F2919}"/>
            </c:ext>
          </c:extLst>
        </c:ser>
        <c:ser>
          <c:idx val="4"/>
          <c:order val="4"/>
          <c:tx>
            <c:strRef>
              <c:f>Sheet1!$F$1</c:f>
              <c:strCache>
                <c:ptCount val="1"/>
                <c:pt idx="0">
                  <c:v>2015</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Expected Income Avrage</c:v>
                </c:pt>
              </c:strCache>
            </c:strRef>
          </c:cat>
          <c:val>
            <c:numRef>
              <c:f>Sheet1!$F$2</c:f>
              <c:numCache>
                <c:formatCode>General</c:formatCode>
                <c:ptCount val="1"/>
                <c:pt idx="0">
                  <c:v>100</c:v>
                </c:pt>
              </c:numCache>
            </c:numRef>
          </c:val>
          <c:extLst>
            <c:ext xmlns:c16="http://schemas.microsoft.com/office/drawing/2014/chart" uri="{C3380CC4-5D6E-409C-BE32-E72D297353CC}">
              <c16:uniqueId val="{00000007-1A20-4B62-BF83-C6ECEA2F2919}"/>
            </c:ext>
          </c:extLst>
        </c:ser>
        <c:dLbls>
          <c:showLegendKey val="0"/>
          <c:showVal val="0"/>
          <c:showCatName val="0"/>
          <c:showSerName val="0"/>
          <c:showPercent val="0"/>
          <c:showBubbleSize val="0"/>
        </c:dLbls>
        <c:gapWidth val="2"/>
        <c:overlap val="-78"/>
        <c:axId val="183177984"/>
        <c:axId val="183179904"/>
      </c:barChart>
      <c:catAx>
        <c:axId val="183177984"/>
        <c:scaling>
          <c:orientation val="maxMin"/>
        </c:scaling>
        <c:delete val="1"/>
        <c:axPos val="l"/>
        <c:majorGridlines>
          <c:spPr>
            <a:ln>
              <a:solidFill>
                <a:schemeClr val="bg2">
                  <a:lumMod val="85000"/>
                </a:schemeClr>
              </a:solidFill>
            </a:ln>
          </c:spPr>
        </c:majorGridlines>
        <c:numFmt formatCode="General" sourceLinked="0"/>
        <c:majorTickMark val="out"/>
        <c:minorTickMark val="none"/>
        <c:tickLblPos val="none"/>
        <c:crossAx val="183179904"/>
        <c:crosses val="autoZero"/>
        <c:auto val="0"/>
        <c:lblAlgn val="ctr"/>
        <c:lblOffset val="100"/>
        <c:tickMarkSkip val="1"/>
        <c:noMultiLvlLbl val="0"/>
      </c:catAx>
      <c:valAx>
        <c:axId val="183179904"/>
        <c:scaling>
          <c:orientation val="minMax"/>
        </c:scaling>
        <c:delete val="1"/>
        <c:axPos val="t"/>
        <c:majorGridlines>
          <c:spPr>
            <a:ln>
              <a:solidFill>
                <a:schemeClr val="bg2">
                  <a:lumMod val="85000"/>
                </a:schemeClr>
              </a:solidFill>
            </a:ln>
          </c:spPr>
        </c:majorGridlines>
        <c:numFmt formatCode="0.00%" sourceLinked="0"/>
        <c:majorTickMark val="cross"/>
        <c:minorTickMark val="none"/>
        <c:tickLblPos val="none"/>
        <c:crossAx val="183177984"/>
        <c:crosses val="autoZero"/>
        <c:crossBetween val="between"/>
      </c:valAx>
      <c:dTable>
        <c:showHorzBorder val="1"/>
        <c:showVertBorder val="1"/>
        <c:showOutline val="1"/>
        <c:showKeys val="0"/>
      </c:dTable>
    </c:plotArea>
    <c:plotVisOnly val="1"/>
    <c:dispBlanksAs val="gap"/>
    <c:showDLblsOverMax val="0"/>
  </c:chart>
  <c:txPr>
    <a:bodyPr/>
    <a:lstStyle/>
    <a:p>
      <a:pPr>
        <a:defRPr sz="1000" b="1">
          <a:solidFill>
            <a:schemeClr val="tx1">
              <a:lumMod val="50000"/>
              <a:lumOff val="50000"/>
            </a:schemeClr>
          </a:solidFill>
        </a:defRPr>
      </a:pPr>
      <a:endParaRPr lang="pt-PT"/>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1"/>
              </a:solidFill>
              <a:ln>
                <a:solidFill>
                  <a:schemeClr val="bg1"/>
                </a:solidFill>
              </a:ln>
            </c:spPr>
            <c:extLst>
              <c:ext xmlns:c16="http://schemas.microsoft.com/office/drawing/2014/chart" uri="{C3380CC4-5D6E-409C-BE32-E72D297353CC}">
                <c16:uniqueId val="{00000000-D0AD-4B15-A9E6-21F75FEB4002}"/>
              </c:ext>
            </c:extLst>
          </c:dPt>
          <c:dPt>
            <c:idx val="1"/>
            <c:bubble3D val="0"/>
            <c:spPr>
              <a:solidFill>
                <a:schemeClr val="accent2"/>
              </a:solidFill>
              <a:ln>
                <a:solidFill>
                  <a:schemeClr val="bg1"/>
                </a:solidFill>
              </a:ln>
            </c:spPr>
            <c:extLst>
              <c:ext xmlns:c16="http://schemas.microsoft.com/office/drawing/2014/chart" uri="{C3380CC4-5D6E-409C-BE32-E72D297353CC}">
                <c16:uniqueId val="{00000001-D0AD-4B15-A9E6-21F75FEB4002}"/>
              </c:ext>
            </c:extLst>
          </c:dPt>
          <c:dPt>
            <c:idx val="2"/>
            <c:bubble3D val="0"/>
            <c:spPr>
              <a:solidFill>
                <a:schemeClr val="accent3"/>
              </a:solidFill>
              <a:ln>
                <a:solidFill>
                  <a:schemeClr val="bg1"/>
                </a:solidFill>
              </a:ln>
            </c:spPr>
            <c:extLst>
              <c:ext xmlns:c16="http://schemas.microsoft.com/office/drawing/2014/chart" uri="{C3380CC4-5D6E-409C-BE32-E72D297353CC}">
                <c16:uniqueId val="{00000002-D0AD-4B15-A9E6-21F75FEB4002}"/>
              </c:ext>
            </c:extLst>
          </c:dPt>
          <c:dPt>
            <c:idx val="3"/>
            <c:bubble3D val="0"/>
            <c:spPr>
              <a:solidFill>
                <a:schemeClr val="accent4"/>
              </a:solidFill>
              <a:ln>
                <a:solidFill>
                  <a:schemeClr val="bg1"/>
                </a:solidFill>
              </a:ln>
            </c:spPr>
            <c:extLst>
              <c:ext xmlns:c16="http://schemas.microsoft.com/office/drawing/2014/chart" uri="{C3380CC4-5D6E-409C-BE32-E72D297353CC}">
                <c16:uniqueId val="{00000003-D0AD-4B15-A9E6-21F75FEB4002}"/>
              </c:ext>
            </c:extLst>
          </c:dPt>
          <c:dPt>
            <c:idx val="4"/>
            <c:bubble3D val="0"/>
            <c:spPr>
              <a:solidFill>
                <a:schemeClr val="accent5"/>
              </a:solidFill>
              <a:ln>
                <a:solidFill>
                  <a:schemeClr val="bg1"/>
                </a:solidFill>
              </a:ln>
            </c:spPr>
            <c:extLst>
              <c:ext xmlns:c16="http://schemas.microsoft.com/office/drawing/2014/chart" uri="{C3380CC4-5D6E-409C-BE32-E72D297353CC}">
                <c16:uniqueId val="{00000004-D0AD-4B15-A9E6-21F75FEB4002}"/>
              </c:ext>
            </c:extLst>
          </c:dPt>
          <c:dPt>
            <c:idx val="5"/>
            <c:bubble3D val="0"/>
            <c:spPr>
              <a:solidFill>
                <a:schemeClr val="accent6"/>
              </a:solidFill>
              <a:ln>
                <a:solidFill>
                  <a:schemeClr val="bg1"/>
                </a:solidFill>
              </a:ln>
            </c:spPr>
            <c:extLst>
              <c:ext xmlns:c16="http://schemas.microsoft.com/office/drawing/2014/chart" uri="{C3380CC4-5D6E-409C-BE32-E72D297353CC}">
                <c16:uniqueId val="{00000005-D0AD-4B15-A9E6-21F75FEB4002}"/>
              </c:ext>
            </c:extLst>
          </c:dPt>
          <c:dLbls>
            <c:dLbl>
              <c:idx val="0"/>
              <c:layout>
                <c:manualLayout>
                  <c:x val="1.8760207325403063E-2"/>
                  <c:y val="-8.153382970064465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0AD-4B15-A9E6-21F75FEB4002}"/>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Sheet1!$A$2:$A$7</c:f>
              <c:strCache>
                <c:ptCount val="6"/>
                <c:pt idx="0">
                  <c:v>1st Qtr</c:v>
                </c:pt>
                <c:pt idx="1">
                  <c:v>2nd Qtr</c:v>
                </c:pt>
                <c:pt idx="2">
                  <c:v>1st Qtr</c:v>
                </c:pt>
                <c:pt idx="3">
                  <c:v>1st Qtr</c:v>
                </c:pt>
                <c:pt idx="4">
                  <c:v>1st Qtr</c:v>
                </c:pt>
                <c:pt idx="5">
                  <c:v>1st Qtr</c:v>
                </c:pt>
              </c:strCache>
            </c:strRef>
          </c:cat>
          <c:val>
            <c:numRef>
              <c:f>Sheet1!$B$2:$B$7</c:f>
              <c:numCache>
                <c:formatCode>General</c:formatCode>
                <c:ptCount val="6"/>
                <c:pt idx="0">
                  <c:v>35</c:v>
                </c:pt>
                <c:pt idx="1">
                  <c:v>25</c:v>
                </c:pt>
                <c:pt idx="2">
                  <c:v>30</c:v>
                </c:pt>
                <c:pt idx="3">
                  <c:v>15</c:v>
                </c:pt>
                <c:pt idx="4">
                  <c:v>10</c:v>
                </c:pt>
                <c:pt idx="5">
                  <c:v>15</c:v>
                </c:pt>
              </c:numCache>
            </c:numRef>
          </c:val>
          <c:extLst>
            <c:ext xmlns:c16="http://schemas.microsoft.com/office/drawing/2014/chart" uri="{C3380CC4-5D6E-409C-BE32-E72D297353CC}">
              <c16:uniqueId val="{00000006-D0AD-4B15-A9E6-21F75FEB4002}"/>
            </c:ext>
          </c:extLst>
        </c:ser>
        <c:dLbls>
          <c:showLegendKey val="0"/>
          <c:showVal val="1"/>
          <c:showCatName val="0"/>
          <c:showSerName val="0"/>
          <c:showPercent val="0"/>
          <c:showBubbleSize val="0"/>
          <c:showLeaderLines val="1"/>
        </c:dLbls>
        <c:firstSliceAng val="45"/>
      </c:pieChart>
    </c:plotArea>
    <c:legend>
      <c:legendPos val="b"/>
      <c:overlay val="0"/>
      <c:txPr>
        <a:bodyPr/>
        <a:lstStyle/>
        <a:p>
          <a:pPr>
            <a:defRPr sz="1000">
              <a:solidFill>
                <a:schemeClr val="tx1">
                  <a:lumMod val="50000"/>
                  <a:lumOff val="50000"/>
                </a:schemeClr>
              </a:solidFill>
            </a:defRPr>
          </a:pPr>
          <a:endParaRPr lang="pt-PT"/>
        </a:p>
      </c:txPr>
    </c:legend>
    <c:plotVisOnly val="1"/>
    <c:dispBlanksAs val="zero"/>
    <c:showDLblsOverMax val="0"/>
  </c:chart>
  <c:spPr>
    <a:ln>
      <a:noFill/>
    </a:ln>
  </c:spPr>
  <c:txPr>
    <a:bodyPr/>
    <a:lstStyle/>
    <a:p>
      <a:pPr rtl="0">
        <a:defRPr sz="1800" baseline="-25000">
          <a:solidFill>
            <a:schemeClr val="bg1"/>
          </a:solidFill>
        </a:defRPr>
      </a:pPr>
      <a:endParaRPr lang="pt-PT"/>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view3D>
      <c:rotX val="15"/>
      <c:rotY val="20"/>
      <c:rAngAx val="1"/>
    </c:view3D>
    <c:floor>
      <c:thickness val="0"/>
    </c:floor>
    <c:sideWall>
      <c:thickness val="0"/>
    </c:sideWall>
    <c:backWall>
      <c:thickness val="0"/>
    </c:backWall>
    <c:plotArea>
      <c:layout/>
      <c:bar3DChart>
        <c:barDir val="col"/>
        <c:grouping val="percentStack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362-4305-912D-482A6EBF0C0E}"/>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362-4305-912D-482A6EBF0C0E}"/>
            </c:ext>
          </c:extLst>
        </c:ser>
        <c:ser>
          <c:idx val="2"/>
          <c:order val="2"/>
          <c:tx>
            <c:strRef>
              <c:f>Sheet1!$D$1</c:f>
              <c:strCache>
                <c:ptCount val="1"/>
                <c:pt idx="0">
                  <c:v>Series 3</c:v>
                </c:pt>
              </c:strCache>
            </c:strRef>
          </c:tx>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362-4305-912D-482A6EBF0C0E}"/>
            </c:ext>
          </c:extLst>
        </c:ser>
        <c:ser>
          <c:idx val="3"/>
          <c:order val="3"/>
          <c:tx>
            <c:strRef>
              <c:f>Sheet1!$E$1</c:f>
              <c:strCache>
                <c:ptCount val="1"/>
                <c:pt idx="0">
                  <c:v>Series 4</c:v>
                </c:pt>
              </c:strCache>
            </c:strRef>
          </c:tx>
          <c:invertIfNegative val="0"/>
          <c:cat>
            <c:strRef>
              <c:f>Sheet1!$A$2:$A$5</c:f>
              <c:strCache>
                <c:ptCount val="4"/>
                <c:pt idx="0">
                  <c:v>Category 1</c:v>
                </c:pt>
                <c:pt idx="1">
                  <c:v>Category 2</c:v>
                </c:pt>
                <c:pt idx="2">
                  <c:v>Category 3</c:v>
                </c:pt>
                <c:pt idx="3">
                  <c:v>Category 4</c:v>
                </c:pt>
              </c:strCache>
            </c:strRef>
          </c:cat>
          <c:val>
            <c:numRef>
              <c:f>Sheet1!$E$2:$E$5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3-D362-4305-912D-482A6EBF0C0E}"/>
            </c:ext>
          </c:extLst>
        </c:ser>
        <c:dLbls>
          <c:showLegendKey val="0"/>
          <c:showVal val="0"/>
          <c:showCatName val="0"/>
          <c:showSerName val="0"/>
          <c:showPercent val="0"/>
          <c:showBubbleSize val="0"/>
        </c:dLbls>
        <c:gapWidth val="159"/>
        <c:gapDepth val="402"/>
        <c:shape val="box"/>
        <c:axId val="159986048"/>
        <c:axId val="160324608"/>
        <c:axId val="0"/>
      </c:bar3DChart>
      <c:catAx>
        <c:axId val="159986048"/>
        <c:scaling>
          <c:orientation val="minMax"/>
        </c:scaling>
        <c:delete val="0"/>
        <c:axPos val="b"/>
        <c:numFmt formatCode="General" sourceLinked="0"/>
        <c:majorTickMark val="out"/>
        <c:minorTickMark val="none"/>
        <c:tickLblPos val="nextTo"/>
        <c:txPr>
          <a:bodyPr/>
          <a:lstStyle/>
          <a:p>
            <a:pPr>
              <a:defRPr sz="1200"/>
            </a:pPr>
            <a:endParaRPr lang="pt-PT"/>
          </a:p>
        </c:txPr>
        <c:crossAx val="160324608"/>
        <c:crosses val="autoZero"/>
        <c:auto val="1"/>
        <c:lblAlgn val="ctr"/>
        <c:lblOffset val="100"/>
        <c:noMultiLvlLbl val="0"/>
      </c:catAx>
      <c:valAx>
        <c:axId val="160324608"/>
        <c:scaling>
          <c:orientation val="minMax"/>
        </c:scaling>
        <c:delete val="0"/>
        <c:axPos val="l"/>
        <c:majorGridlines>
          <c:spPr>
            <a:ln>
              <a:solidFill>
                <a:schemeClr val="tx1">
                  <a:lumMod val="25000"/>
                  <a:lumOff val="75000"/>
                </a:schemeClr>
              </a:solidFill>
            </a:ln>
          </c:spPr>
        </c:majorGridlines>
        <c:numFmt formatCode="0%" sourceLinked="1"/>
        <c:majorTickMark val="out"/>
        <c:minorTickMark val="none"/>
        <c:tickLblPos val="nextTo"/>
        <c:txPr>
          <a:bodyPr/>
          <a:lstStyle/>
          <a:p>
            <a:pPr>
              <a:defRPr sz="1200"/>
            </a:pPr>
            <a:endParaRPr lang="pt-PT"/>
          </a:p>
        </c:txPr>
        <c:crossAx val="159986048"/>
        <c:crosses val="autoZero"/>
        <c:crossBetween val="between"/>
      </c:valAx>
    </c:plotArea>
    <c:legend>
      <c:legendPos val="b"/>
      <c:layout>
        <c:manualLayout>
          <c:xMode val="edge"/>
          <c:yMode val="edge"/>
          <c:x val="0.10049366037248826"/>
          <c:y val="0.84043203160738855"/>
          <c:w val="0.8188402780235291"/>
          <c:h val="9.4290350049087049E-2"/>
        </c:manualLayout>
      </c:layout>
      <c:overlay val="0"/>
      <c:txPr>
        <a:bodyPr/>
        <a:lstStyle/>
        <a:p>
          <a:pPr>
            <a:defRPr sz="1200"/>
          </a:pPr>
          <a:endParaRPr lang="pt-PT"/>
        </a:p>
      </c:txPr>
    </c:legend>
    <c:plotVisOnly val="1"/>
    <c:dispBlanksAs val="gap"/>
    <c:showDLblsOverMax val="0"/>
  </c:chart>
  <c:txPr>
    <a:bodyPr/>
    <a:lstStyle/>
    <a:p>
      <a:pPr>
        <a:defRPr sz="1600">
          <a:solidFill>
            <a:schemeClr val="tx1">
              <a:lumMod val="50000"/>
              <a:lumOff val="50000"/>
            </a:schemeClr>
          </a:solidFill>
        </a:defRPr>
      </a:pPr>
      <a:endParaRPr lang="pt-PT"/>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Series 1</c:v>
                </c:pt>
              </c:strCache>
            </c:strRef>
          </c:tx>
          <c:spPr>
            <a:ln w="22225"/>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Sheet1!$B$2:$B$9</c:f>
              <c:numCache>
                <c:formatCode>General</c:formatCode>
                <c:ptCount val="8"/>
                <c:pt idx="0">
                  <c:v>0</c:v>
                </c:pt>
                <c:pt idx="1">
                  <c:v>1</c:v>
                </c:pt>
                <c:pt idx="2">
                  <c:v>2</c:v>
                </c:pt>
                <c:pt idx="3">
                  <c:v>1</c:v>
                </c:pt>
                <c:pt idx="4">
                  <c:v>4</c:v>
                </c:pt>
                <c:pt idx="5">
                  <c:v>2</c:v>
                </c:pt>
                <c:pt idx="6">
                  <c:v>3</c:v>
                </c:pt>
                <c:pt idx="7">
                  <c:v>5</c:v>
                </c:pt>
              </c:numCache>
            </c:numRef>
          </c:yVal>
          <c:smooth val="1"/>
          <c:extLst>
            <c:ext xmlns:c16="http://schemas.microsoft.com/office/drawing/2014/chart" uri="{C3380CC4-5D6E-409C-BE32-E72D297353CC}">
              <c16:uniqueId val="{00000000-E760-44C2-8E06-F64868E7FAB1}"/>
            </c:ext>
          </c:extLst>
        </c:ser>
        <c:ser>
          <c:idx val="1"/>
          <c:order val="1"/>
          <c:tx>
            <c:strRef>
              <c:f>Sheet1!$C$1</c:f>
              <c:strCache>
                <c:ptCount val="1"/>
                <c:pt idx="0">
                  <c:v>Series 2</c:v>
                </c:pt>
              </c:strCache>
            </c:strRef>
          </c:tx>
          <c:spPr>
            <a:ln w="22225"/>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Sheet1!$C$2:$C$9</c:f>
              <c:numCache>
                <c:formatCode>General</c:formatCode>
                <c:ptCount val="8"/>
                <c:pt idx="0">
                  <c:v>1.2</c:v>
                </c:pt>
                <c:pt idx="1">
                  <c:v>2</c:v>
                </c:pt>
                <c:pt idx="2">
                  <c:v>2.5</c:v>
                </c:pt>
                <c:pt idx="3">
                  <c:v>3</c:v>
                </c:pt>
                <c:pt idx="4">
                  <c:v>2.5</c:v>
                </c:pt>
                <c:pt idx="5">
                  <c:v>4</c:v>
                </c:pt>
                <c:pt idx="6">
                  <c:v>2</c:v>
                </c:pt>
                <c:pt idx="7">
                  <c:v>6</c:v>
                </c:pt>
              </c:numCache>
            </c:numRef>
          </c:yVal>
          <c:smooth val="1"/>
          <c:extLst>
            <c:ext xmlns:c16="http://schemas.microsoft.com/office/drawing/2014/chart" uri="{C3380CC4-5D6E-409C-BE32-E72D297353CC}">
              <c16:uniqueId val="{00000001-E760-44C2-8E06-F64868E7FAB1}"/>
            </c:ext>
          </c:extLst>
        </c:ser>
        <c:ser>
          <c:idx val="2"/>
          <c:order val="2"/>
          <c:tx>
            <c:strRef>
              <c:f>Sheet1!$D$1</c:f>
              <c:strCache>
                <c:ptCount val="1"/>
                <c:pt idx="0">
                  <c:v>Series 3</c:v>
                </c:pt>
              </c:strCache>
            </c:strRef>
          </c:tx>
          <c:spPr>
            <a:ln w="19050"/>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Sheet1!$D$2:$D$9</c:f>
              <c:numCache>
                <c:formatCode>General</c:formatCode>
                <c:ptCount val="8"/>
                <c:pt idx="0">
                  <c:v>2.2999999999999998</c:v>
                </c:pt>
                <c:pt idx="1">
                  <c:v>3</c:v>
                </c:pt>
                <c:pt idx="2">
                  <c:v>3.5</c:v>
                </c:pt>
                <c:pt idx="3">
                  <c:v>3.5</c:v>
                </c:pt>
                <c:pt idx="4">
                  <c:v>4.5</c:v>
                </c:pt>
                <c:pt idx="5">
                  <c:v>4.5</c:v>
                </c:pt>
                <c:pt idx="6">
                  <c:v>5</c:v>
                </c:pt>
                <c:pt idx="7">
                  <c:v>6.5</c:v>
                </c:pt>
              </c:numCache>
            </c:numRef>
          </c:yVal>
          <c:smooth val="1"/>
          <c:extLst>
            <c:ext xmlns:c16="http://schemas.microsoft.com/office/drawing/2014/chart" uri="{C3380CC4-5D6E-409C-BE32-E72D297353CC}">
              <c16:uniqueId val="{00000002-E760-44C2-8E06-F64868E7FAB1}"/>
            </c:ext>
          </c:extLst>
        </c:ser>
        <c:ser>
          <c:idx val="3"/>
          <c:order val="3"/>
          <c:tx>
            <c:strRef>
              <c:f>Sheet1!$E$1</c:f>
              <c:strCache>
                <c:ptCount val="1"/>
                <c:pt idx="0">
                  <c:v>Series 4</c:v>
                </c:pt>
              </c:strCache>
            </c:strRef>
          </c:tx>
          <c:spPr>
            <a:ln w="19050"/>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Sheet1!$E$2:$E$9</c:f>
              <c:numCache>
                <c:formatCode>General</c:formatCode>
                <c:ptCount val="8"/>
                <c:pt idx="0">
                  <c:v>2</c:v>
                </c:pt>
                <c:pt idx="1">
                  <c:v>3.5</c:v>
                </c:pt>
                <c:pt idx="2">
                  <c:v>4</c:v>
                </c:pt>
                <c:pt idx="3">
                  <c:v>6</c:v>
                </c:pt>
                <c:pt idx="4">
                  <c:v>5</c:v>
                </c:pt>
                <c:pt idx="5">
                  <c:v>3.5</c:v>
                </c:pt>
                <c:pt idx="6">
                  <c:v>6.5</c:v>
                </c:pt>
                <c:pt idx="7">
                  <c:v>7</c:v>
                </c:pt>
              </c:numCache>
            </c:numRef>
          </c:yVal>
          <c:smooth val="1"/>
          <c:extLst>
            <c:ext xmlns:c16="http://schemas.microsoft.com/office/drawing/2014/chart" uri="{C3380CC4-5D6E-409C-BE32-E72D297353CC}">
              <c16:uniqueId val="{00000003-E760-44C2-8E06-F64868E7FAB1}"/>
            </c:ext>
          </c:extLst>
        </c:ser>
        <c:dLbls>
          <c:showLegendKey val="0"/>
          <c:showVal val="0"/>
          <c:showCatName val="0"/>
          <c:showSerName val="0"/>
          <c:showPercent val="0"/>
          <c:showBubbleSize val="0"/>
        </c:dLbls>
        <c:axId val="193967232"/>
        <c:axId val="193968768"/>
      </c:scatterChart>
      <c:valAx>
        <c:axId val="193967232"/>
        <c:scaling>
          <c:orientation val="minMax"/>
        </c:scaling>
        <c:delete val="0"/>
        <c:axPos val="b"/>
        <c:numFmt formatCode="General" sourceLinked="1"/>
        <c:majorTickMark val="out"/>
        <c:minorTickMark val="none"/>
        <c:tickLblPos val="low"/>
        <c:crossAx val="193968768"/>
        <c:crosses val="autoZero"/>
        <c:crossBetween val="midCat"/>
      </c:valAx>
      <c:valAx>
        <c:axId val="193968768"/>
        <c:scaling>
          <c:orientation val="minMax"/>
        </c:scaling>
        <c:delete val="0"/>
        <c:axPos val="l"/>
        <c:majorGridlines>
          <c:spPr>
            <a:ln>
              <a:solidFill>
                <a:schemeClr val="bg1">
                  <a:lumMod val="95000"/>
                </a:schemeClr>
              </a:solidFill>
            </a:ln>
          </c:spPr>
        </c:majorGridlines>
        <c:numFmt formatCode="General" sourceLinked="1"/>
        <c:majorTickMark val="out"/>
        <c:minorTickMark val="none"/>
        <c:tickLblPos val="nextTo"/>
        <c:crossAx val="193967232"/>
        <c:crosses val="autoZero"/>
        <c:crossBetween val="midCat"/>
      </c:valAx>
      <c:spPr>
        <a:ln w="28575"/>
      </c:spPr>
    </c:plotArea>
    <c:legend>
      <c:legendPos val="b"/>
      <c:overlay val="0"/>
    </c:legend>
    <c:plotVisOnly val="1"/>
    <c:dispBlanksAs val="gap"/>
    <c:showDLblsOverMax val="0"/>
  </c:chart>
  <c:spPr>
    <a:ln w="19050"/>
  </c:spPr>
  <c:txPr>
    <a:bodyPr/>
    <a:lstStyle/>
    <a:p>
      <a:pPr>
        <a:defRPr sz="1000">
          <a:solidFill>
            <a:schemeClr val="bg1">
              <a:lumMod val="65000"/>
            </a:schemeClr>
          </a:solidFill>
        </a:defRPr>
      </a:pPr>
      <a:endParaRPr lang="pt-PT"/>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5"/>
      <c:rotY val="20"/>
      <c:rAngAx val="1"/>
    </c:view3D>
    <c:floor>
      <c:thickness val="0"/>
    </c:floor>
    <c:sideWall>
      <c:thickness val="0"/>
    </c:sideWall>
    <c:backWall>
      <c:thickness val="0"/>
    </c:backWall>
    <c:plotArea>
      <c:layout>
        <c:manualLayout>
          <c:layoutTarget val="inner"/>
          <c:xMode val="edge"/>
          <c:yMode val="edge"/>
          <c:x val="9.2707145443026745E-2"/>
          <c:y val="8.4571174926663745E-2"/>
          <c:w val="0.90729285455697362"/>
          <c:h val="0.76053072410066358"/>
        </c:manualLayout>
      </c:layout>
      <c:bar3DChart>
        <c:barDir val="col"/>
        <c:grouping val="cluster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0-EEB1-4742-B96A-ECF3FB10BFD8}"/>
              </c:ext>
            </c:extLst>
          </c:dPt>
          <c:dPt>
            <c:idx val="2"/>
            <c:invertIfNegative val="0"/>
            <c:bubble3D val="0"/>
            <c:spPr>
              <a:solidFill>
                <a:schemeClr val="accent3"/>
              </a:solidFill>
            </c:spPr>
            <c:extLst>
              <c:ext xmlns:c16="http://schemas.microsoft.com/office/drawing/2014/chart" uri="{C3380CC4-5D6E-409C-BE32-E72D297353CC}">
                <c16:uniqueId val="{00000001-EEB1-4742-B96A-ECF3FB10BFD8}"/>
              </c:ext>
            </c:extLst>
          </c:dPt>
          <c:dPt>
            <c:idx val="3"/>
            <c:invertIfNegative val="0"/>
            <c:bubble3D val="0"/>
            <c:spPr>
              <a:solidFill>
                <a:schemeClr val="accent4"/>
              </a:solidFill>
            </c:spPr>
            <c:extLst>
              <c:ext xmlns:c16="http://schemas.microsoft.com/office/drawing/2014/chart" uri="{C3380CC4-5D6E-409C-BE32-E72D297353CC}">
                <c16:uniqueId val="{00000002-EEB1-4742-B96A-ECF3FB10BFD8}"/>
              </c:ext>
            </c:extLst>
          </c:dPt>
          <c:dPt>
            <c:idx val="4"/>
            <c:invertIfNegative val="0"/>
            <c:bubble3D val="0"/>
            <c:spPr>
              <a:solidFill>
                <a:schemeClr val="accent5"/>
              </a:solidFill>
            </c:spPr>
            <c:extLst>
              <c:ext xmlns:c16="http://schemas.microsoft.com/office/drawing/2014/chart" uri="{C3380CC4-5D6E-409C-BE32-E72D297353CC}">
                <c16:uniqueId val="{00000003-EEB1-4742-B96A-ECF3FB10BFD8}"/>
              </c:ext>
            </c:extLst>
          </c:dPt>
          <c:dPt>
            <c:idx val="5"/>
            <c:invertIfNegative val="0"/>
            <c:bubble3D val="0"/>
            <c:spPr>
              <a:solidFill>
                <a:schemeClr val="accent6"/>
              </a:solidFill>
            </c:spPr>
            <c:extLst>
              <c:ext xmlns:c16="http://schemas.microsoft.com/office/drawing/2014/chart" uri="{C3380CC4-5D6E-409C-BE32-E72D297353CC}">
                <c16:uniqueId val="{00000004-EEB1-4742-B96A-ECF3FB10BFD8}"/>
              </c:ext>
            </c:extLst>
          </c:dPt>
          <c:dLbls>
            <c:delete val="1"/>
          </c:dLbls>
          <c:cat>
            <c:strRef>
              <c:f>Sheet1!$A$2:$A$7</c:f>
              <c:strCache>
                <c:ptCount val="6"/>
                <c:pt idx="0">
                  <c:v>Category 1</c:v>
                </c:pt>
                <c:pt idx="1">
                  <c:v>Category 2</c:v>
                </c:pt>
                <c:pt idx="2">
                  <c:v>Category 3</c:v>
                </c:pt>
                <c:pt idx="3">
                  <c:v>Category 4</c:v>
                </c:pt>
                <c:pt idx="4">
                  <c:v>Category 6</c:v>
                </c:pt>
                <c:pt idx="5">
                  <c:v>Category 7</c:v>
                </c:pt>
              </c:strCache>
            </c:strRef>
          </c:cat>
          <c:val>
            <c:numRef>
              <c:f>Sheet1!$B$2:$B$7</c:f>
              <c:numCache>
                <c:formatCode>0.0%</c:formatCode>
                <c:ptCount val="6"/>
                <c:pt idx="0">
                  <c:v>2.5</c:v>
                </c:pt>
                <c:pt idx="1">
                  <c:v>2.2999999999999998</c:v>
                </c:pt>
                <c:pt idx="2">
                  <c:v>2</c:v>
                </c:pt>
                <c:pt idx="3">
                  <c:v>1.5</c:v>
                </c:pt>
                <c:pt idx="4">
                  <c:v>1</c:v>
                </c:pt>
                <c:pt idx="5">
                  <c:v>0.8</c:v>
                </c:pt>
              </c:numCache>
            </c:numRef>
          </c:val>
          <c:extLst>
            <c:ext xmlns:c16="http://schemas.microsoft.com/office/drawing/2014/chart" uri="{C3380CC4-5D6E-409C-BE32-E72D297353CC}">
              <c16:uniqueId val="{00000005-EEB1-4742-B96A-ECF3FB10BFD8}"/>
            </c:ext>
          </c:extLst>
        </c:ser>
        <c:dLbls>
          <c:showLegendKey val="0"/>
          <c:showVal val="1"/>
          <c:showCatName val="0"/>
          <c:showSerName val="0"/>
          <c:showPercent val="0"/>
          <c:showBubbleSize val="0"/>
        </c:dLbls>
        <c:gapWidth val="135"/>
        <c:gapDepth val="226"/>
        <c:shape val="cylinder"/>
        <c:axId val="154965504"/>
        <c:axId val="154967040"/>
        <c:axId val="0"/>
      </c:bar3DChart>
      <c:catAx>
        <c:axId val="154965504"/>
        <c:scaling>
          <c:orientation val="minMax"/>
        </c:scaling>
        <c:delete val="0"/>
        <c:axPos val="b"/>
        <c:numFmt formatCode="General" sourceLinked="0"/>
        <c:majorTickMark val="out"/>
        <c:minorTickMark val="none"/>
        <c:tickLblPos val="nextTo"/>
        <c:crossAx val="154967040"/>
        <c:crosses val="autoZero"/>
        <c:auto val="1"/>
        <c:lblAlgn val="ctr"/>
        <c:lblOffset val="100"/>
        <c:noMultiLvlLbl val="0"/>
      </c:catAx>
      <c:valAx>
        <c:axId val="154967040"/>
        <c:scaling>
          <c:orientation val="minMax"/>
        </c:scaling>
        <c:delete val="0"/>
        <c:axPos val="l"/>
        <c:majorGridlines>
          <c:spPr>
            <a:ln>
              <a:solidFill>
                <a:schemeClr val="tx1">
                  <a:lumMod val="25000"/>
                  <a:lumOff val="75000"/>
                </a:schemeClr>
              </a:solidFill>
            </a:ln>
          </c:spPr>
        </c:majorGridlines>
        <c:numFmt formatCode="0.0%" sourceLinked="1"/>
        <c:majorTickMark val="out"/>
        <c:minorTickMark val="none"/>
        <c:tickLblPos val="nextTo"/>
        <c:crossAx val="154965504"/>
        <c:crosses val="autoZero"/>
        <c:crossBetween val="between"/>
      </c:valAx>
    </c:plotArea>
    <c:plotVisOnly val="1"/>
    <c:dispBlanksAs val="gap"/>
    <c:showDLblsOverMax val="0"/>
  </c:chart>
  <c:txPr>
    <a:bodyPr/>
    <a:lstStyle/>
    <a:p>
      <a:pPr>
        <a:defRPr sz="1100">
          <a:solidFill>
            <a:schemeClr val="tx1">
              <a:lumMod val="50000"/>
              <a:lumOff val="50000"/>
            </a:schemeClr>
          </a:solidFill>
        </a:defRPr>
      </a:pPr>
      <a:endParaRPr lang="pt-PT"/>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bg1">
                <a:lumMod val="85000"/>
              </a:schemeClr>
            </a:solidFill>
            <a:ln>
              <a:solidFill>
                <a:schemeClr val="bg1"/>
              </a:solidFill>
            </a:ln>
          </c:spPr>
          <c:dPt>
            <c:idx val="0"/>
            <c:bubble3D val="0"/>
            <c:spPr>
              <a:solidFill>
                <a:schemeClr val="accent1"/>
              </a:solidFill>
              <a:ln>
                <a:solidFill>
                  <a:schemeClr val="bg1"/>
                </a:solidFill>
              </a:ln>
            </c:spPr>
            <c:extLst>
              <c:ext xmlns:c16="http://schemas.microsoft.com/office/drawing/2014/chart" uri="{C3380CC4-5D6E-409C-BE32-E72D297353CC}">
                <c16:uniqueId val="{00000000-E805-4BF5-A649-07ACF83E0800}"/>
              </c:ext>
            </c:extLst>
          </c:dPt>
          <c:dPt>
            <c:idx val="1"/>
            <c:bubble3D val="0"/>
            <c:spPr>
              <a:solidFill>
                <a:schemeClr val="accent2"/>
              </a:solidFill>
              <a:ln>
                <a:solidFill>
                  <a:schemeClr val="bg1"/>
                </a:solidFill>
              </a:ln>
            </c:spPr>
            <c:extLst>
              <c:ext xmlns:c16="http://schemas.microsoft.com/office/drawing/2014/chart" uri="{C3380CC4-5D6E-409C-BE32-E72D297353CC}">
                <c16:uniqueId val="{00000001-E805-4BF5-A649-07ACF83E0800}"/>
              </c:ext>
            </c:extLst>
          </c:dPt>
          <c:dPt>
            <c:idx val="2"/>
            <c:bubble3D val="0"/>
            <c:spPr>
              <a:solidFill>
                <a:schemeClr val="accent3"/>
              </a:solidFill>
              <a:ln>
                <a:solidFill>
                  <a:schemeClr val="bg1"/>
                </a:solidFill>
              </a:ln>
            </c:spPr>
            <c:extLst>
              <c:ext xmlns:c16="http://schemas.microsoft.com/office/drawing/2014/chart" uri="{C3380CC4-5D6E-409C-BE32-E72D297353CC}">
                <c16:uniqueId val="{00000002-E805-4BF5-A649-07ACF83E0800}"/>
              </c:ext>
            </c:extLst>
          </c:dPt>
          <c:dPt>
            <c:idx val="3"/>
            <c:bubble3D val="0"/>
            <c:spPr>
              <a:solidFill>
                <a:schemeClr val="accent4"/>
              </a:solidFill>
              <a:ln>
                <a:solidFill>
                  <a:schemeClr val="bg1"/>
                </a:solidFill>
              </a:ln>
            </c:spPr>
            <c:extLst>
              <c:ext xmlns:c16="http://schemas.microsoft.com/office/drawing/2014/chart" uri="{C3380CC4-5D6E-409C-BE32-E72D297353CC}">
                <c16:uniqueId val="{00000003-E805-4BF5-A649-07ACF83E0800}"/>
              </c:ext>
            </c:extLst>
          </c:dPt>
          <c:dPt>
            <c:idx val="4"/>
            <c:bubble3D val="0"/>
            <c:spPr>
              <a:solidFill>
                <a:schemeClr val="accent5"/>
              </a:solidFill>
              <a:ln>
                <a:solidFill>
                  <a:schemeClr val="bg1"/>
                </a:solidFill>
              </a:ln>
            </c:spPr>
            <c:extLst>
              <c:ext xmlns:c16="http://schemas.microsoft.com/office/drawing/2014/chart" uri="{C3380CC4-5D6E-409C-BE32-E72D297353CC}">
                <c16:uniqueId val="{00000004-E805-4BF5-A649-07ACF83E0800}"/>
              </c:ext>
            </c:extLst>
          </c:dPt>
          <c:dPt>
            <c:idx val="5"/>
            <c:bubble3D val="0"/>
            <c:spPr>
              <a:solidFill>
                <a:schemeClr val="accent6"/>
              </a:solidFill>
              <a:ln>
                <a:solidFill>
                  <a:schemeClr val="bg1"/>
                </a:solidFill>
              </a:ln>
            </c:spPr>
            <c:extLst>
              <c:ext xmlns:c16="http://schemas.microsoft.com/office/drawing/2014/chart" uri="{C3380CC4-5D6E-409C-BE32-E72D297353CC}">
                <c16:uniqueId val="{00000005-E805-4BF5-A649-07ACF83E0800}"/>
              </c:ext>
            </c:extLst>
          </c:dPt>
          <c:dLbls>
            <c:dLbl>
              <c:idx val="0"/>
              <c:layout>
                <c:manualLayout>
                  <c:x val="1.8760207325403063E-2"/>
                  <c:y val="-8.1533829700644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805-4BF5-A649-07ACF83E0800}"/>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Sheet1!$A$2:$A$7</c:f>
              <c:strCache>
                <c:ptCount val="6"/>
                <c:pt idx="0">
                  <c:v>1st Qtr</c:v>
                </c:pt>
                <c:pt idx="1">
                  <c:v>2nd Qtr</c:v>
                </c:pt>
                <c:pt idx="2">
                  <c:v>1st Qtr</c:v>
                </c:pt>
                <c:pt idx="3">
                  <c:v>1st Qtr</c:v>
                </c:pt>
                <c:pt idx="4">
                  <c:v>1st Qtr</c:v>
                </c:pt>
                <c:pt idx="5">
                  <c:v>1st Qtr</c:v>
                </c:pt>
              </c:strCache>
            </c:strRef>
          </c:cat>
          <c:val>
            <c:numRef>
              <c:f>Sheet1!$B$2:$B$7</c:f>
              <c:numCache>
                <c:formatCode>General</c:formatCode>
                <c:ptCount val="6"/>
                <c:pt idx="0">
                  <c:v>35</c:v>
                </c:pt>
                <c:pt idx="1">
                  <c:v>25</c:v>
                </c:pt>
                <c:pt idx="2">
                  <c:v>30</c:v>
                </c:pt>
                <c:pt idx="3">
                  <c:v>15</c:v>
                </c:pt>
                <c:pt idx="4">
                  <c:v>10</c:v>
                </c:pt>
                <c:pt idx="5">
                  <c:v>15</c:v>
                </c:pt>
              </c:numCache>
            </c:numRef>
          </c:val>
          <c:extLst>
            <c:ext xmlns:c16="http://schemas.microsoft.com/office/drawing/2014/chart" uri="{C3380CC4-5D6E-409C-BE32-E72D297353CC}">
              <c16:uniqueId val="{00000006-E805-4BF5-A649-07ACF83E0800}"/>
            </c:ext>
          </c:extLst>
        </c:ser>
        <c:dLbls>
          <c:showLegendKey val="0"/>
          <c:showVal val="1"/>
          <c:showCatName val="0"/>
          <c:showSerName val="0"/>
          <c:showPercent val="0"/>
          <c:showBubbleSize val="0"/>
          <c:showLeaderLines val="1"/>
        </c:dLbls>
        <c:firstSliceAng val="45"/>
      </c:pieChart>
    </c:plotArea>
    <c:legend>
      <c:legendPos val="b"/>
      <c:overlay val="0"/>
      <c:txPr>
        <a:bodyPr/>
        <a:lstStyle/>
        <a:p>
          <a:pPr>
            <a:defRPr sz="1000">
              <a:solidFill>
                <a:schemeClr val="tx1">
                  <a:lumMod val="50000"/>
                  <a:lumOff val="50000"/>
                </a:schemeClr>
              </a:solidFill>
            </a:defRPr>
          </a:pPr>
          <a:endParaRPr lang="pt-PT"/>
        </a:p>
      </c:txPr>
    </c:legend>
    <c:plotVisOnly val="1"/>
    <c:dispBlanksAs val="zero"/>
    <c:showDLblsOverMax val="0"/>
  </c:chart>
  <c:spPr>
    <a:ln>
      <a:noFill/>
    </a:ln>
  </c:spPr>
  <c:txPr>
    <a:bodyPr/>
    <a:lstStyle/>
    <a:p>
      <a:pPr rtl="0">
        <a:defRPr sz="1800" baseline="-25000">
          <a:solidFill>
            <a:schemeClr val="bg1"/>
          </a:solidFill>
        </a:defRPr>
      </a:pPr>
      <a:endParaRPr lang="pt-PT"/>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0"/>
      <c:rotY val="20"/>
      <c:rAngAx val="0"/>
      <c:perspective val="20"/>
    </c:view3D>
    <c:floor>
      <c:thickness val="0"/>
    </c:floor>
    <c:sideWall>
      <c:thickness val="0"/>
    </c:sideWall>
    <c:backWall>
      <c:thickness val="0"/>
    </c:backWall>
    <c:plotArea>
      <c:layout>
        <c:manualLayout>
          <c:layoutTarget val="inner"/>
          <c:xMode val="edge"/>
          <c:yMode val="edge"/>
          <c:x val="0.12120167411506012"/>
          <c:y val="9.1810325561258635E-2"/>
          <c:w val="0.87872087984984482"/>
          <c:h val="0.79956085665293231"/>
        </c:manualLayout>
      </c:layout>
      <c:bar3DChart>
        <c:barDir val="col"/>
        <c:grouping val="clustered"/>
        <c:varyColors val="0"/>
        <c:ser>
          <c:idx val="0"/>
          <c:order val="0"/>
          <c:tx>
            <c:strRef>
              <c:f>Sheet1!$B$1</c:f>
              <c:strCache>
                <c:ptCount val="1"/>
                <c:pt idx="0">
                  <c:v>Series 1</c:v>
                </c:pt>
              </c:strCache>
            </c:strRef>
          </c:tx>
          <c:spPr>
            <a:solidFill>
              <a:schemeClr val="accent1"/>
            </a:solidFill>
            <a:ln>
              <a:noFill/>
            </a:ln>
          </c:spPr>
          <c:invertIfNegative val="0"/>
          <c:dPt>
            <c:idx val="1"/>
            <c:invertIfNegative val="0"/>
            <c:bubble3D val="0"/>
            <c:spPr>
              <a:solidFill>
                <a:schemeClr val="accent2"/>
              </a:solidFill>
              <a:ln>
                <a:noFill/>
              </a:ln>
            </c:spPr>
            <c:extLst>
              <c:ext xmlns:c16="http://schemas.microsoft.com/office/drawing/2014/chart" uri="{C3380CC4-5D6E-409C-BE32-E72D297353CC}">
                <c16:uniqueId val="{00000000-602C-4039-8D2E-D9A628899DCA}"/>
              </c:ext>
            </c:extLst>
          </c:dPt>
          <c:dPt>
            <c:idx val="2"/>
            <c:invertIfNegative val="0"/>
            <c:bubble3D val="0"/>
            <c:spPr>
              <a:solidFill>
                <a:schemeClr val="accent3"/>
              </a:solidFill>
              <a:ln>
                <a:noFill/>
              </a:ln>
            </c:spPr>
            <c:extLst>
              <c:ext xmlns:c16="http://schemas.microsoft.com/office/drawing/2014/chart" uri="{C3380CC4-5D6E-409C-BE32-E72D297353CC}">
                <c16:uniqueId val="{00000001-602C-4039-8D2E-D9A628899DCA}"/>
              </c:ext>
            </c:extLst>
          </c:dPt>
          <c:dPt>
            <c:idx val="3"/>
            <c:invertIfNegative val="0"/>
            <c:bubble3D val="0"/>
            <c:spPr>
              <a:solidFill>
                <a:schemeClr val="accent4"/>
              </a:solidFill>
              <a:ln>
                <a:noFill/>
              </a:ln>
            </c:spPr>
            <c:extLst>
              <c:ext xmlns:c16="http://schemas.microsoft.com/office/drawing/2014/chart" uri="{C3380CC4-5D6E-409C-BE32-E72D297353CC}">
                <c16:uniqueId val="{00000002-602C-4039-8D2E-D9A628899DCA}"/>
              </c:ext>
            </c:extLst>
          </c:dPt>
          <c:dPt>
            <c:idx val="4"/>
            <c:invertIfNegative val="0"/>
            <c:bubble3D val="0"/>
            <c:spPr>
              <a:solidFill>
                <a:schemeClr val="accent5"/>
              </a:solidFill>
              <a:ln>
                <a:noFill/>
              </a:ln>
            </c:spPr>
            <c:extLst>
              <c:ext xmlns:c16="http://schemas.microsoft.com/office/drawing/2014/chart" uri="{C3380CC4-5D6E-409C-BE32-E72D297353CC}">
                <c16:uniqueId val="{00000003-602C-4039-8D2E-D9A628899DCA}"/>
              </c:ext>
            </c:extLst>
          </c:dPt>
          <c:dPt>
            <c:idx val="5"/>
            <c:invertIfNegative val="0"/>
            <c:bubble3D val="0"/>
            <c:spPr>
              <a:solidFill>
                <a:schemeClr val="accent6"/>
              </a:solidFill>
              <a:ln>
                <a:noFill/>
              </a:ln>
            </c:spPr>
            <c:extLst>
              <c:ext xmlns:c16="http://schemas.microsoft.com/office/drawing/2014/chart" uri="{C3380CC4-5D6E-409C-BE32-E72D297353CC}">
                <c16:uniqueId val="{00000004-602C-4039-8D2E-D9A628899DCA}"/>
              </c:ext>
            </c:extLst>
          </c:dPt>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02C-4039-8D2E-D9A628899DCA}"/>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02C-4039-8D2E-D9A628899DCA}"/>
                </c:ext>
              </c:extLst>
            </c:dLbl>
            <c:dLbl>
              <c:idx val="2"/>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02C-4039-8D2E-D9A628899DCA}"/>
                </c:ext>
              </c:extLst>
            </c:dLbl>
            <c:dLbl>
              <c:idx val="3"/>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02C-4039-8D2E-D9A628899DCA}"/>
                </c:ext>
              </c:extLst>
            </c:dLbl>
            <c:dLbl>
              <c:idx val="4"/>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02C-4039-8D2E-D9A628899DCA}"/>
                </c:ext>
              </c:extLst>
            </c:dLbl>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02C-4039-8D2E-D9A628899D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numRef>
              <c:f>Sheet1!$A$2:$A$7</c:f>
              <c:numCache>
                <c:formatCode>General</c:formatCode>
                <c:ptCount val="6"/>
                <c:pt idx="0">
                  <c:v>2010</c:v>
                </c:pt>
                <c:pt idx="1">
                  <c:v>2012</c:v>
                </c:pt>
                <c:pt idx="2">
                  <c:v>2014</c:v>
                </c:pt>
                <c:pt idx="3">
                  <c:v>2016</c:v>
                </c:pt>
                <c:pt idx="4">
                  <c:v>2017</c:v>
                </c:pt>
                <c:pt idx="5">
                  <c:v>2018</c:v>
                </c:pt>
              </c:numCache>
            </c:numRef>
          </c:cat>
          <c:val>
            <c:numRef>
              <c:f>Sheet1!$B$2:$B$7</c:f>
              <c:numCache>
                <c:formatCode>General</c:formatCode>
                <c:ptCount val="6"/>
                <c:pt idx="0">
                  <c:v>20</c:v>
                </c:pt>
                <c:pt idx="1">
                  <c:v>50</c:v>
                </c:pt>
                <c:pt idx="2">
                  <c:v>80</c:v>
                </c:pt>
                <c:pt idx="3">
                  <c:v>100</c:v>
                </c:pt>
                <c:pt idx="4">
                  <c:v>80</c:v>
                </c:pt>
                <c:pt idx="5">
                  <c:v>50</c:v>
                </c:pt>
              </c:numCache>
            </c:numRef>
          </c:val>
          <c:extLst>
            <c:ext xmlns:c16="http://schemas.microsoft.com/office/drawing/2014/chart" uri="{C3380CC4-5D6E-409C-BE32-E72D297353CC}">
              <c16:uniqueId val="{00000006-602C-4039-8D2E-D9A628899DCA}"/>
            </c:ext>
          </c:extLst>
        </c:ser>
        <c:dLbls>
          <c:showLegendKey val="0"/>
          <c:showVal val="0"/>
          <c:showCatName val="0"/>
          <c:showSerName val="0"/>
          <c:showPercent val="0"/>
          <c:showBubbleSize val="0"/>
        </c:dLbls>
        <c:gapWidth val="61"/>
        <c:shape val="pyramid"/>
        <c:axId val="189182336"/>
        <c:axId val="189183872"/>
        <c:axId val="0"/>
      </c:bar3DChart>
      <c:catAx>
        <c:axId val="189182336"/>
        <c:scaling>
          <c:orientation val="minMax"/>
        </c:scaling>
        <c:delete val="0"/>
        <c:axPos val="b"/>
        <c:numFmt formatCode="General" sourceLinked="0"/>
        <c:majorTickMark val="in"/>
        <c:minorTickMark val="in"/>
        <c:tickLblPos val="nextTo"/>
        <c:spPr>
          <a:noFill/>
        </c:spPr>
        <c:crossAx val="189183872"/>
        <c:crosses val="autoZero"/>
        <c:auto val="0"/>
        <c:lblAlgn val="ctr"/>
        <c:lblOffset val="100"/>
        <c:noMultiLvlLbl val="0"/>
      </c:catAx>
      <c:valAx>
        <c:axId val="189183872"/>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txPr>
          <a:bodyPr/>
          <a:lstStyle/>
          <a:p>
            <a:pPr>
              <a:defRPr sz="800"/>
            </a:pPr>
            <a:endParaRPr lang="pt-PT"/>
          </a:p>
        </c:txPr>
        <c:crossAx val="189182336"/>
        <c:crosses val="autoZero"/>
        <c:crossBetween val="between"/>
      </c:valAx>
    </c:plotArea>
    <c:plotVisOnly val="1"/>
    <c:dispBlanksAs val="gap"/>
    <c:showDLblsOverMax val="0"/>
  </c:chart>
  <c:txPr>
    <a:bodyPr/>
    <a:lstStyle/>
    <a:p>
      <a:pPr>
        <a:defRPr sz="1000" b="1">
          <a:solidFill>
            <a:schemeClr val="tx1">
              <a:lumMod val="50000"/>
              <a:lumOff val="50000"/>
            </a:schemeClr>
          </a:solidFill>
        </a:defRPr>
      </a:pPr>
      <a:endParaRPr lang="pt-PT"/>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c:spPr>
          <c:invertIfNegative val="0"/>
          <c:dLbls>
            <c:dLbl>
              <c:idx val="0"/>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199-434B-AB4A-70463D5E8161}"/>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199-434B-AB4A-70463D5E816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c:f>
              <c:strCache>
                <c:ptCount val="1"/>
                <c:pt idx="0">
                  <c:v>PROJECT 1</c:v>
                </c:pt>
              </c:strCache>
            </c:strRef>
          </c:cat>
          <c:val>
            <c:numRef>
              <c:f>Sheet1!$B$2</c:f>
              <c:numCache>
                <c:formatCode>General</c:formatCode>
                <c:ptCount val="1"/>
                <c:pt idx="0">
                  <c:v>100</c:v>
                </c:pt>
              </c:numCache>
            </c:numRef>
          </c:val>
          <c:extLst>
            <c:ext xmlns:c16="http://schemas.microsoft.com/office/drawing/2014/chart" uri="{C3380CC4-5D6E-409C-BE32-E72D297353CC}">
              <c16:uniqueId val="{00000002-8199-434B-AB4A-70463D5E8161}"/>
            </c:ext>
          </c:extLst>
        </c:ser>
        <c:ser>
          <c:idx val="1"/>
          <c:order val="1"/>
          <c:tx>
            <c:strRef>
              <c:f>Sheet1!$C$1</c:f>
              <c:strCache>
                <c:ptCount val="1"/>
                <c:pt idx="0">
                  <c:v>Series 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Sheet1!$C$2</c:f>
              <c:numCache>
                <c:formatCode>General</c:formatCode>
                <c:ptCount val="1"/>
                <c:pt idx="0">
                  <c:v>90</c:v>
                </c:pt>
              </c:numCache>
            </c:numRef>
          </c:val>
          <c:extLst>
            <c:ext xmlns:c16="http://schemas.microsoft.com/office/drawing/2014/chart" uri="{C3380CC4-5D6E-409C-BE32-E72D297353CC}">
              <c16:uniqueId val="{00000003-8199-434B-AB4A-70463D5E8161}"/>
            </c:ext>
          </c:extLst>
        </c:ser>
        <c:ser>
          <c:idx val="2"/>
          <c:order val="2"/>
          <c:tx>
            <c:strRef>
              <c:f>Sheet1!$D$1</c:f>
              <c:strCache>
                <c:ptCount val="1"/>
                <c:pt idx="0">
                  <c:v>Series 3</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Sheet1!$D$2</c:f>
              <c:numCache>
                <c:formatCode>General</c:formatCode>
                <c:ptCount val="1"/>
                <c:pt idx="0">
                  <c:v>70</c:v>
                </c:pt>
              </c:numCache>
            </c:numRef>
          </c:val>
          <c:extLst>
            <c:ext xmlns:c16="http://schemas.microsoft.com/office/drawing/2014/chart" uri="{C3380CC4-5D6E-409C-BE32-E72D297353CC}">
              <c16:uniqueId val="{00000004-8199-434B-AB4A-70463D5E8161}"/>
            </c:ext>
          </c:extLst>
        </c:ser>
        <c:ser>
          <c:idx val="3"/>
          <c:order val="3"/>
          <c:tx>
            <c:strRef>
              <c:f>Sheet1!$E$1</c:f>
              <c:strCache>
                <c:ptCount val="1"/>
                <c:pt idx="0">
                  <c:v>Series 4</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Sheet1!$E$2</c:f>
              <c:numCache>
                <c:formatCode>General</c:formatCode>
                <c:ptCount val="1"/>
                <c:pt idx="0">
                  <c:v>50</c:v>
                </c:pt>
              </c:numCache>
            </c:numRef>
          </c:val>
          <c:extLst>
            <c:ext xmlns:c16="http://schemas.microsoft.com/office/drawing/2014/chart" uri="{C3380CC4-5D6E-409C-BE32-E72D297353CC}">
              <c16:uniqueId val="{00000005-8199-434B-AB4A-70463D5E8161}"/>
            </c:ext>
          </c:extLst>
        </c:ser>
        <c:ser>
          <c:idx val="4"/>
          <c:order val="4"/>
          <c:tx>
            <c:strRef>
              <c:f>Sheet1!$F$1</c:f>
              <c:strCache>
                <c:ptCount val="1"/>
                <c:pt idx="0">
                  <c:v>Series 5</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Sheet1!$F$2</c:f>
              <c:numCache>
                <c:formatCode>General</c:formatCode>
                <c:ptCount val="1"/>
                <c:pt idx="0">
                  <c:v>20</c:v>
                </c:pt>
              </c:numCache>
            </c:numRef>
          </c:val>
          <c:extLst>
            <c:ext xmlns:c16="http://schemas.microsoft.com/office/drawing/2014/chart" uri="{C3380CC4-5D6E-409C-BE32-E72D297353CC}">
              <c16:uniqueId val="{00000006-8199-434B-AB4A-70463D5E8161}"/>
            </c:ext>
          </c:extLst>
        </c:ser>
        <c:ser>
          <c:idx val="5"/>
          <c:order val="5"/>
          <c:tx>
            <c:strRef>
              <c:f>Sheet1!$G$1</c:f>
              <c:strCache>
                <c:ptCount val="1"/>
                <c:pt idx="0">
                  <c:v>Series 6</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c:f>
              <c:strCache>
                <c:ptCount val="1"/>
                <c:pt idx="0">
                  <c:v>PROJECT 1</c:v>
                </c:pt>
              </c:strCache>
            </c:strRef>
          </c:cat>
          <c:val>
            <c:numRef>
              <c:f>Sheet1!$G$2</c:f>
              <c:numCache>
                <c:formatCode>General</c:formatCode>
                <c:ptCount val="1"/>
                <c:pt idx="0">
                  <c:v>50</c:v>
                </c:pt>
              </c:numCache>
            </c:numRef>
          </c:val>
          <c:extLst>
            <c:ext xmlns:c16="http://schemas.microsoft.com/office/drawing/2014/chart" uri="{C3380CC4-5D6E-409C-BE32-E72D297353CC}">
              <c16:uniqueId val="{00000007-8199-434B-AB4A-70463D5E8161}"/>
            </c:ext>
          </c:extLst>
        </c:ser>
        <c:dLbls>
          <c:showLegendKey val="0"/>
          <c:showVal val="0"/>
          <c:showCatName val="0"/>
          <c:showSerName val="0"/>
          <c:showPercent val="0"/>
          <c:showBubbleSize val="0"/>
        </c:dLbls>
        <c:gapWidth val="351"/>
        <c:overlap val="-80"/>
        <c:axId val="198190592"/>
        <c:axId val="198192128"/>
      </c:barChart>
      <c:catAx>
        <c:axId val="198190592"/>
        <c:scaling>
          <c:orientation val="minMax"/>
        </c:scaling>
        <c:delete val="1"/>
        <c:axPos val="b"/>
        <c:minorGridlines>
          <c:spPr>
            <a:ln>
              <a:solidFill>
                <a:schemeClr val="bg1">
                  <a:lumMod val="85000"/>
                </a:schemeClr>
              </a:solidFill>
            </a:ln>
          </c:spPr>
        </c:minorGridlines>
        <c:numFmt formatCode="General" sourceLinked="0"/>
        <c:majorTickMark val="out"/>
        <c:minorTickMark val="none"/>
        <c:tickLblPos val="nextTo"/>
        <c:crossAx val="198192128"/>
        <c:crosses val="autoZero"/>
        <c:auto val="1"/>
        <c:lblAlgn val="ctr"/>
        <c:lblOffset val="100"/>
        <c:noMultiLvlLbl val="0"/>
      </c:catAx>
      <c:valAx>
        <c:axId val="198192128"/>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txPr>
          <a:bodyPr/>
          <a:lstStyle/>
          <a:p>
            <a:pPr>
              <a:defRPr sz="700"/>
            </a:pPr>
            <a:endParaRPr lang="pt-PT"/>
          </a:p>
        </c:txPr>
        <c:crossAx val="198190592"/>
        <c:crosses val="autoZero"/>
        <c:crossBetween val="between"/>
      </c:valAx>
    </c:plotArea>
    <c:plotVisOnly val="1"/>
    <c:dispBlanksAs val="gap"/>
    <c:showDLblsOverMax val="0"/>
  </c:chart>
  <c:txPr>
    <a:bodyPr/>
    <a:lstStyle/>
    <a:p>
      <a:pPr>
        <a:defRPr sz="1000" b="1">
          <a:solidFill>
            <a:schemeClr val="tx1">
              <a:lumMod val="50000"/>
              <a:lumOff val="50000"/>
            </a:schemeClr>
          </a:solidFill>
        </a:defRPr>
      </a:pPr>
      <a:endParaRPr lang="pt-PT"/>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Series 1</c:v>
                </c:pt>
              </c:strCache>
            </c:strRef>
          </c:tx>
          <c:spPr>
            <a:ln w="22225"/>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Sheet1!$B$2:$B$9</c:f>
              <c:numCache>
                <c:formatCode>General</c:formatCode>
                <c:ptCount val="8"/>
                <c:pt idx="0">
                  <c:v>0</c:v>
                </c:pt>
                <c:pt idx="1">
                  <c:v>1</c:v>
                </c:pt>
                <c:pt idx="2">
                  <c:v>2</c:v>
                </c:pt>
                <c:pt idx="3">
                  <c:v>1</c:v>
                </c:pt>
                <c:pt idx="4">
                  <c:v>4</c:v>
                </c:pt>
                <c:pt idx="5">
                  <c:v>2</c:v>
                </c:pt>
                <c:pt idx="6">
                  <c:v>3</c:v>
                </c:pt>
                <c:pt idx="7">
                  <c:v>5</c:v>
                </c:pt>
              </c:numCache>
            </c:numRef>
          </c:yVal>
          <c:smooth val="1"/>
          <c:extLst>
            <c:ext xmlns:c16="http://schemas.microsoft.com/office/drawing/2014/chart" uri="{C3380CC4-5D6E-409C-BE32-E72D297353CC}">
              <c16:uniqueId val="{00000000-EBCF-4D38-A77E-0AF2C40933EE}"/>
            </c:ext>
          </c:extLst>
        </c:ser>
        <c:ser>
          <c:idx val="1"/>
          <c:order val="1"/>
          <c:tx>
            <c:strRef>
              <c:f>Sheet1!$C$1</c:f>
              <c:strCache>
                <c:ptCount val="1"/>
                <c:pt idx="0">
                  <c:v>Series 2</c:v>
                </c:pt>
              </c:strCache>
            </c:strRef>
          </c:tx>
          <c:spPr>
            <a:ln w="22225"/>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Sheet1!$C$2:$C$9</c:f>
              <c:numCache>
                <c:formatCode>General</c:formatCode>
                <c:ptCount val="8"/>
                <c:pt idx="0">
                  <c:v>1.2</c:v>
                </c:pt>
                <c:pt idx="1">
                  <c:v>2</c:v>
                </c:pt>
                <c:pt idx="2">
                  <c:v>2.5</c:v>
                </c:pt>
                <c:pt idx="3">
                  <c:v>3</c:v>
                </c:pt>
                <c:pt idx="4">
                  <c:v>2.5</c:v>
                </c:pt>
                <c:pt idx="5">
                  <c:v>4</c:v>
                </c:pt>
                <c:pt idx="6">
                  <c:v>2</c:v>
                </c:pt>
                <c:pt idx="7">
                  <c:v>6</c:v>
                </c:pt>
              </c:numCache>
            </c:numRef>
          </c:yVal>
          <c:smooth val="1"/>
          <c:extLst>
            <c:ext xmlns:c16="http://schemas.microsoft.com/office/drawing/2014/chart" uri="{C3380CC4-5D6E-409C-BE32-E72D297353CC}">
              <c16:uniqueId val="{00000001-EBCF-4D38-A77E-0AF2C40933EE}"/>
            </c:ext>
          </c:extLst>
        </c:ser>
        <c:ser>
          <c:idx val="2"/>
          <c:order val="2"/>
          <c:tx>
            <c:strRef>
              <c:f>Sheet1!$D$1</c:f>
              <c:strCache>
                <c:ptCount val="1"/>
                <c:pt idx="0">
                  <c:v>Series 3</c:v>
                </c:pt>
              </c:strCache>
            </c:strRef>
          </c:tx>
          <c:spPr>
            <a:ln w="19050"/>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Sheet1!$D$2:$D$9</c:f>
              <c:numCache>
                <c:formatCode>General</c:formatCode>
                <c:ptCount val="8"/>
                <c:pt idx="0">
                  <c:v>2.2999999999999998</c:v>
                </c:pt>
                <c:pt idx="1">
                  <c:v>3</c:v>
                </c:pt>
                <c:pt idx="2">
                  <c:v>3.5</c:v>
                </c:pt>
                <c:pt idx="3">
                  <c:v>3.5</c:v>
                </c:pt>
                <c:pt idx="4">
                  <c:v>4.5</c:v>
                </c:pt>
                <c:pt idx="5">
                  <c:v>4.5</c:v>
                </c:pt>
                <c:pt idx="6">
                  <c:v>5</c:v>
                </c:pt>
                <c:pt idx="7">
                  <c:v>6.5</c:v>
                </c:pt>
              </c:numCache>
            </c:numRef>
          </c:yVal>
          <c:smooth val="1"/>
          <c:extLst>
            <c:ext xmlns:c16="http://schemas.microsoft.com/office/drawing/2014/chart" uri="{C3380CC4-5D6E-409C-BE32-E72D297353CC}">
              <c16:uniqueId val="{00000002-EBCF-4D38-A77E-0AF2C40933EE}"/>
            </c:ext>
          </c:extLst>
        </c:ser>
        <c:ser>
          <c:idx val="3"/>
          <c:order val="3"/>
          <c:tx>
            <c:strRef>
              <c:f>Sheet1!$E$1</c:f>
              <c:strCache>
                <c:ptCount val="1"/>
                <c:pt idx="0">
                  <c:v>Series 4</c:v>
                </c:pt>
              </c:strCache>
            </c:strRef>
          </c:tx>
          <c:spPr>
            <a:ln w="19050"/>
          </c:spPr>
          <c:marker>
            <c:symbol val="circle"/>
            <c:size val="4"/>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Sheet1!$E$2:$E$9</c:f>
              <c:numCache>
                <c:formatCode>General</c:formatCode>
                <c:ptCount val="8"/>
                <c:pt idx="0">
                  <c:v>2</c:v>
                </c:pt>
                <c:pt idx="1">
                  <c:v>3.5</c:v>
                </c:pt>
                <c:pt idx="2">
                  <c:v>4</c:v>
                </c:pt>
                <c:pt idx="3">
                  <c:v>6</c:v>
                </c:pt>
                <c:pt idx="4">
                  <c:v>5</c:v>
                </c:pt>
                <c:pt idx="5">
                  <c:v>3.5</c:v>
                </c:pt>
                <c:pt idx="6">
                  <c:v>6.5</c:v>
                </c:pt>
                <c:pt idx="7">
                  <c:v>7</c:v>
                </c:pt>
              </c:numCache>
            </c:numRef>
          </c:yVal>
          <c:smooth val="1"/>
          <c:extLst>
            <c:ext xmlns:c16="http://schemas.microsoft.com/office/drawing/2014/chart" uri="{C3380CC4-5D6E-409C-BE32-E72D297353CC}">
              <c16:uniqueId val="{00000003-EBCF-4D38-A77E-0AF2C40933EE}"/>
            </c:ext>
          </c:extLst>
        </c:ser>
        <c:dLbls>
          <c:showLegendKey val="0"/>
          <c:showVal val="0"/>
          <c:showCatName val="0"/>
          <c:showSerName val="0"/>
          <c:showPercent val="0"/>
          <c:showBubbleSize val="0"/>
        </c:dLbls>
        <c:axId val="204534144"/>
        <c:axId val="204535680"/>
      </c:scatterChart>
      <c:valAx>
        <c:axId val="204534144"/>
        <c:scaling>
          <c:orientation val="minMax"/>
        </c:scaling>
        <c:delete val="0"/>
        <c:axPos val="b"/>
        <c:numFmt formatCode="General" sourceLinked="1"/>
        <c:majorTickMark val="out"/>
        <c:minorTickMark val="none"/>
        <c:tickLblPos val="low"/>
        <c:crossAx val="204535680"/>
        <c:crosses val="autoZero"/>
        <c:crossBetween val="midCat"/>
      </c:valAx>
      <c:valAx>
        <c:axId val="204535680"/>
        <c:scaling>
          <c:orientation val="minMax"/>
        </c:scaling>
        <c:delete val="0"/>
        <c:axPos val="l"/>
        <c:majorGridlines>
          <c:spPr>
            <a:ln>
              <a:solidFill>
                <a:schemeClr val="bg1">
                  <a:lumMod val="95000"/>
                </a:schemeClr>
              </a:solidFill>
            </a:ln>
          </c:spPr>
        </c:majorGridlines>
        <c:numFmt formatCode="General" sourceLinked="1"/>
        <c:majorTickMark val="out"/>
        <c:minorTickMark val="none"/>
        <c:tickLblPos val="nextTo"/>
        <c:crossAx val="204534144"/>
        <c:crosses val="autoZero"/>
        <c:crossBetween val="midCat"/>
      </c:valAx>
      <c:spPr>
        <a:ln w="28575"/>
      </c:spPr>
    </c:plotArea>
    <c:legend>
      <c:legendPos val="b"/>
      <c:layout>
        <c:manualLayout>
          <c:xMode val="edge"/>
          <c:yMode val="edge"/>
          <c:x val="0.10607142857142859"/>
          <c:y val="0.84476956893890232"/>
          <c:w val="0.78785714285714259"/>
          <c:h val="8.9490701969418829E-2"/>
        </c:manualLayout>
      </c:layout>
      <c:overlay val="0"/>
    </c:legend>
    <c:plotVisOnly val="1"/>
    <c:dispBlanksAs val="gap"/>
    <c:showDLblsOverMax val="0"/>
  </c:chart>
  <c:spPr>
    <a:ln w="19050"/>
  </c:spPr>
  <c:txPr>
    <a:bodyPr/>
    <a:lstStyle/>
    <a:p>
      <a:pPr>
        <a:defRPr sz="1000">
          <a:solidFill>
            <a:schemeClr val="bg1">
              <a:lumMod val="65000"/>
            </a:schemeClr>
          </a:solidFill>
        </a:defRPr>
      </a:pPr>
      <a:endParaRPr lang="pt-PT"/>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tx2">
                <a:lumMod val="75000"/>
              </a:schemeClr>
            </a:solidFill>
          </c:spPr>
          <c:dPt>
            <c:idx val="0"/>
            <c:bubble3D val="0"/>
            <c:spPr>
              <a:solidFill>
                <a:schemeClr val="accent1"/>
              </a:solidFill>
            </c:spPr>
            <c:extLst>
              <c:ext xmlns:c16="http://schemas.microsoft.com/office/drawing/2014/chart" uri="{C3380CC4-5D6E-409C-BE32-E72D297353CC}">
                <c16:uniqueId val="{00000000-9125-40E0-8DD0-A03FBE93FEC9}"/>
              </c:ext>
            </c:extLst>
          </c:dPt>
          <c:dPt>
            <c:idx val="1"/>
            <c:bubble3D val="0"/>
            <c:spPr>
              <a:solidFill>
                <a:schemeClr val="bg1">
                  <a:lumMod val="85000"/>
                </a:schemeClr>
              </a:solidFill>
            </c:spPr>
            <c:extLst>
              <c:ext xmlns:c16="http://schemas.microsoft.com/office/drawing/2014/chart" uri="{C3380CC4-5D6E-409C-BE32-E72D297353CC}">
                <c16:uniqueId val="{00000001-9125-40E0-8DD0-A03FBE93FEC9}"/>
              </c:ext>
            </c:extLst>
          </c:dPt>
          <c:cat>
            <c:strRef>
              <c:f>Sheet1!$A$2:$A$3</c:f>
              <c:strCache>
                <c:ptCount val="2"/>
                <c:pt idx="0">
                  <c:v>1st Qtr</c:v>
                </c:pt>
                <c:pt idx="1">
                  <c:v>2nd Qtr</c:v>
                </c:pt>
              </c:strCache>
            </c:strRef>
          </c:cat>
          <c:val>
            <c:numRef>
              <c:f>Sheet1!$B$2:$B$3</c:f>
              <c:numCache>
                <c:formatCode>General</c:formatCode>
                <c:ptCount val="2"/>
                <c:pt idx="0">
                  <c:v>30</c:v>
                </c:pt>
                <c:pt idx="1">
                  <c:v>70</c:v>
                </c:pt>
              </c:numCache>
            </c:numRef>
          </c:val>
          <c:extLst>
            <c:ext xmlns:c16="http://schemas.microsoft.com/office/drawing/2014/chart" uri="{C3380CC4-5D6E-409C-BE32-E72D297353CC}">
              <c16:uniqueId val="{00000002-9125-40E0-8DD0-A03FBE93FEC9}"/>
            </c:ext>
          </c:extLst>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spPr>
    <a:ln>
      <a:noFill/>
    </a:ln>
  </c:spPr>
  <c:txPr>
    <a:bodyPr/>
    <a:lstStyle/>
    <a:p>
      <a:pPr rtl="0">
        <a:defRPr sz="1800" baseline="-25000"/>
      </a:pPr>
      <a:endParaRPr lang="pt-PT"/>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2"/>
              </a:solidFill>
            </c:spPr>
            <c:extLst>
              <c:ext xmlns:c16="http://schemas.microsoft.com/office/drawing/2014/chart" uri="{C3380CC4-5D6E-409C-BE32-E72D297353CC}">
                <c16:uniqueId val="{00000000-5F00-4D14-AAF2-DE8DE880795E}"/>
              </c:ext>
            </c:extLst>
          </c:dPt>
          <c:dPt>
            <c:idx val="1"/>
            <c:bubble3D val="0"/>
            <c:spPr>
              <a:solidFill>
                <a:schemeClr val="bg1">
                  <a:lumMod val="85000"/>
                </a:schemeClr>
              </a:solidFill>
            </c:spPr>
            <c:extLst>
              <c:ext xmlns:c16="http://schemas.microsoft.com/office/drawing/2014/chart" uri="{C3380CC4-5D6E-409C-BE32-E72D297353CC}">
                <c16:uniqueId val="{00000001-5F00-4D14-AAF2-DE8DE880795E}"/>
              </c:ext>
            </c:extLst>
          </c:dPt>
          <c:cat>
            <c:strRef>
              <c:f>Sheet1!$A$2:$A$3</c:f>
              <c:strCache>
                <c:ptCount val="2"/>
                <c:pt idx="0">
                  <c:v>1st Qtr</c:v>
                </c:pt>
                <c:pt idx="1">
                  <c:v>2nd Qtr</c:v>
                </c:pt>
              </c:strCache>
            </c:strRef>
          </c:cat>
          <c:val>
            <c:numRef>
              <c:f>Sheet1!$B$2:$B$3</c:f>
              <c:numCache>
                <c:formatCode>General</c:formatCode>
                <c:ptCount val="2"/>
                <c:pt idx="0">
                  <c:v>30</c:v>
                </c:pt>
                <c:pt idx="1">
                  <c:v>30</c:v>
                </c:pt>
              </c:numCache>
            </c:numRef>
          </c:val>
          <c:extLst>
            <c:ext xmlns:c16="http://schemas.microsoft.com/office/drawing/2014/chart" uri="{C3380CC4-5D6E-409C-BE32-E72D297353CC}">
              <c16:uniqueId val="{00000002-5F00-4D14-AAF2-DE8DE880795E}"/>
            </c:ext>
          </c:extLst>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txPr>
    <a:bodyPr/>
    <a:lstStyle/>
    <a:p>
      <a:pPr rtl="0">
        <a:defRPr sz="1800"/>
      </a:pPr>
      <a:endParaRPr lang="pt-PT"/>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3"/>
              </a:solidFill>
            </c:spPr>
            <c:extLst>
              <c:ext xmlns:c16="http://schemas.microsoft.com/office/drawing/2014/chart" uri="{C3380CC4-5D6E-409C-BE32-E72D297353CC}">
                <c16:uniqueId val="{00000000-3AD0-4965-A79A-DD06B439CB6A}"/>
              </c:ext>
            </c:extLst>
          </c:dPt>
          <c:dPt>
            <c:idx val="1"/>
            <c:bubble3D val="0"/>
            <c:spPr>
              <a:solidFill>
                <a:schemeClr val="bg1">
                  <a:lumMod val="85000"/>
                </a:schemeClr>
              </a:solidFill>
            </c:spPr>
            <c:extLst>
              <c:ext xmlns:c16="http://schemas.microsoft.com/office/drawing/2014/chart" uri="{C3380CC4-5D6E-409C-BE32-E72D297353CC}">
                <c16:uniqueId val="{00000001-3AD0-4965-A79A-DD06B439CB6A}"/>
              </c:ext>
            </c:extLst>
          </c:dPt>
          <c:cat>
            <c:strRef>
              <c:f>Sheet1!$A$2:$A$3</c:f>
              <c:strCache>
                <c:ptCount val="2"/>
                <c:pt idx="0">
                  <c:v>1st Qtr</c:v>
                </c:pt>
                <c:pt idx="1">
                  <c:v>2nd Qtr</c:v>
                </c:pt>
              </c:strCache>
            </c:strRef>
          </c:cat>
          <c:val>
            <c:numRef>
              <c:f>Sheet1!$B$2:$B$3</c:f>
              <c:numCache>
                <c:formatCode>General</c:formatCode>
                <c:ptCount val="2"/>
                <c:pt idx="0">
                  <c:v>65</c:v>
                </c:pt>
                <c:pt idx="1">
                  <c:v>35</c:v>
                </c:pt>
              </c:numCache>
            </c:numRef>
          </c:val>
          <c:extLst>
            <c:ext xmlns:c16="http://schemas.microsoft.com/office/drawing/2014/chart" uri="{C3380CC4-5D6E-409C-BE32-E72D297353CC}">
              <c16:uniqueId val="{00000002-3AD0-4965-A79A-DD06B439CB6A}"/>
            </c:ext>
          </c:extLst>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txPr>
    <a:bodyPr/>
    <a:lstStyle/>
    <a:p>
      <a:pPr rtl="0">
        <a:defRPr sz="1800"/>
      </a:pPr>
      <a:endParaRPr lang="pt-PT"/>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4"/>
            </a:solidFill>
          </c:spPr>
          <c:dPt>
            <c:idx val="1"/>
            <c:bubble3D val="0"/>
            <c:spPr>
              <a:solidFill>
                <a:schemeClr val="bg1">
                  <a:lumMod val="85000"/>
                </a:schemeClr>
              </a:solidFill>
            </c:spPr>
            <c:extLst>
              <c:ext xmlns:c16="http://schemas.microsoft.com/office/drawing/2014/chart" uri="{C3380CC4-5D6E-409C-BE32-E72D297353CC}">
                <c16:uniqueId val="{00000000-43D3-45BA-A1AA-9AAA450B1EFB}"/>
              </c:ext>
            </c:extLst>
          </c:dPt>
          <c:cat>
            <c:strRef>
              <c:f>Sheet1!$A$2:$A$3</c:f>
              <c:strCache>
                <c:ptCount val="2"/>
                <c:pt idx="0">
                  <c:v>1st Qtr</c:v>
                </c:pt>
                <c:pt idx="1">
                  <c:v>2nd Qtr</c:v>
                </c:pt>
              </c:strCache>
            </c:strRef>
          </c:cat>
          <c:val>
            <c:numRef>
              <c:f>Sheet1!$B$2:$B$3</c:f>
              <c:numCache>
                <c:formatCode>General</c:formatCode>
                <c:ptCount val="2"/>
                <c:pt idx="0">
                  <c:v>90</c:v>
                </c:pt>
                <c:pt idx="1">
                  <c:v>10</c:v>
                </c:pt>
              </c:numCache>
            </c:numRef>
          </c:val>
          <c:extLst>
            <c:ext xmlns:c16="http://schemas.microsoft.com/office/drawing/2014/chart" uri="{C3380CC4-5D6E-409C-BE32-E72D297353CC}">
              <c16:uniqueId val="{00000001-43D3-45BA-A1AA-9AAA450B1EFB}"/>
            </c:ext>
          </c:extLst>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txPr>
    <a:bodyPr/>
    <a:lstStyle/>
    <a:p>
      <a:pPr rtl="0">
        <a:defRPr sz="1800"/>
      </a:pPr>
      <a:endParaRPr lang="pt-PT"/>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5"/>
            </a:solidFill>
          </c:spPr>
          <c:cat>
            <c:strRef>
              <c:f>Sheet1!$A$2:$A$3</c:f>
              <c:strCache>
                <c:ptCount val="2"/>
                <c:pt idx="0">
                  <c:v>1st Qtr</c:v>
                </c:pt>
                <c:pt idx="1">
                  <c:v>2nd Qtr</c:v>
                </c:pt>
              </c:strCache>
            </c:strRef>
          </c:cat>
          <c:val>
            <c:numRef>
              <c:f>Sheet1!$B$2:$B$3</c:f>
              <c:numCache>
                <c:formatCode>General</c:formatCode>
                <c:ptCount val="2"/>
                <c:pt idx="0">
                  <c:v>0</c:v>
                </c:pt>
                <c:pt idx="1">
                  <c:v>100</c:v>
                </c:pt>
              </c:numCache>
            </c:numRef>
          </c:val>
          <c:extLst>
            <c:ext xmlns:c16="http://schemas.microsoft.com/office/drawing/2014/chart" uri="{C3380CC4-5D6E-409C-BE32-E72D297353CC}">
              <c16:uniqueId val="{00000000-6415-46E9-8EF7-689EADE446A1}"/>
            </c:ext>
          </c:extLst>
        </c:ser>
        <c:dLbls>
          <c:showLegendKey val="0"/>
          <c:showVal val="0"/>
          <c:showCatName val="0"/>
          <c:showSerName val="0"/>
          <c:showPercent val="0"/>
          <c:showBubbleSize val="0"/>
          <c:showLeaderLines val="1"/>
        </c:dLbls>
        <c:firstSliceAng val="43"/>
        <c:holeSize val="70"/>
      </c:doughnutChart>
    </c:plotArea>
    <c:plotVisOnly val="1"/>
    <c:dispBlanksAs val="zero"/>
    <c:showDLblsOverMax val="0"/>
  </c:chart>
  <c:txPr>
    <a:bodyPr/>
    <a:lstStyle/>
    <a:p>
      <a:pPr rtl="0">
        <a:defRPr sz="1800"/>
      </a:pPr>
      <a:endParaRPr lang="pt-PT"/>
    </a:p>
  </c:txPr>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Slide Number Placeholder 11"/>
          <p:cNvSpPr>
            <a:spLocks noGrp="1"/>
          </p:cNvSpPr>
          <p:nvPr>
            <p:ph type="sldNum" sz="quarter" idx="3"/>
          </p:nvPr>
        </p:nvSpPr>
        <p:spPr>
          <a:xfrm>
            <a:off x="9533011" y="228600"/>
            <a:ext cx="412678" cy="342900"/>
          </a:xfrm>
          <a:prstGeom prst="rect">
            <a:avLst/>
          </a:prstGeom>
        </p:spPr>
        <p:txBody>
          <a:bodyPr vert="horz" lIns="91440" tIns="45720" rIns="91440" bIns="45720" rtlCol="0" anchor="b"/>
          <a:lstStyle>
            <a:lvl1pPr algn="r">
              <a:defRPr sz="1200"/>
            </a:lvl1pPr>
          </a:lstStyle>
          <a:p>
            <a:fld id="{80C5BA55-396F-46DB-98CB-67F5915743A3}" type="slidenum">
              <a:rPr lang="en-US" smtClean="0"/>
              <a:pPr/>
              <a:t>‹#›</a:t>
            </a:fld>
            <a:endParaRPr lang="en-US" dirty="0"/>
          </a:p>
        </p:txBody>
      </p:sp>
    </p:spTree>
    <p:extLst>
      <p:ext uri="{BB962C8B-B14F-4D97-AF65-F5344CB8AC3E}">
        <p14:creationId xmlns:p14="http://schemas.microsoft.com/office/powerpoint/2010/main" val="3015827967"/>
      </p:ext>
    </p:extLst>
  </p:cSld>
  <p:clrMap bg1="lt1" tx1="dk1" bg2="lt2" tx2="dk2" accent1="accent1" accent2="accent2" accent3="accent3" accent4="accent4" accent5="accent5" accent6="accent6" hlink="hlink" folHlink="folHlink"/>
  <p:hf sldNum="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4309798" cy="342900"/>
          </a:xfrm>
          <a:prstGeom prst="rect">
            <a:avLst/>
          </a:prstGeom>
        </p:spPr>
        <p:txBody>
          <a:bodyPr vert="horz" lIns="91440" tIns="45720" rIns="91440" bIns="45720" rtlCol="0"/>
          <a:lstStyle>
            <a:lvl1pPr algn="l">
              <a:defRPr sz="1200"/>
            </a:lvl1pPr>
          </a:lstStyle>
          <a:p>
            <a:r>
              <a:rPr lang="en-US" dirty="0"/>
              <a:t>My First Template</a:t>
            </a:r>
          </a:p>
        </p:txBody>
      </p:sp>
      <p:sp>
        <p:nvSpPr>
          <p:cNvPr id="3" name="Date Placeholder 2"/>
          <p:cNvSpPr>
            <a:spLocks noGrp="1"/>
          </p:cNvSpPr>
          <p:nvPr>
            <p:ph type="dt" idx="1"/>
          </p:nvPr>
        </p:nvSpPr>
        <p:spPr>
          <a:xfrm>
            <a:off x="5634164" y="0"/>
            <a:ext cx="4309798" cy="342900"/>
          </a:xfrm>
          <a:prstGeom prst="rect">
            <a:avLst/>
          </a:prstGeom>
        </p:spPr>
        <p:txBody>
          <a:bodyPr vert="horz" lIns="91440" tIns="45720" rIns="91440" bIns="45720" rtlCol="0"/>
          <a:lstStyle>
            <a:lvl1pPr algn="r">
              <a:defRPr sz="1200"/>
            </a:lvl1pPr>
          </a:lstStyle>
          <a:p>
            <a:fld id="{3581CD31-4B7D-4FD2-B052-E296BFBA018F}" type="datetimeFigureOut">
              <a:rPr lang="en-US" smtClean="0"/>
              <a:pPr/>
              <a:t>5/4/2020</a:t>
            </a:fld>
            <a:endParaRPr lang="en-US" dirty="0"/>
          </a:p>
        </p:txBody>
      </p:sp>
      <p:sp>
        <p:nvSpPr>
          <p:cNvPr id="4" name="Slide Image Placeholder 3"/>
          <p:cNvSpPr>
            <a:spLocks noGrp="1" noRot="1" noChangeAspect="1"/>
          </p:cNvSpPr>
          <p:nvPr>
            <p:ph type="sldImg" idx="2"/>
          </p:nvPr>
        </p:nvSpPr>
        <p:spPr>
          <a:xfrm>
            <a:off x="3257550" y="514350"/>
            <a:ext cx="3430588" cy="257175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994569" y="3257550"/>
            <a:ext cx="7956550" cy="30861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6513513"/>
            <a:ext cx="4309798" cy="342900"/>
          </a:xfrm>
          <a:prstGeom prst="rect">
            <a:avLst/>
          </a:prstGeom>
        </p:spPr>
        <p:txBody>
          <a:bodyPr vert="horz" lIns="91440" tIns="45720" rIns="91440" bIns="45720" rtlCol="0" anchor="b"/>
          <a:lstStyle>
            <a:lvl1pPr algn="l">
              <a:defRPr sz="1200"/>
            </a:lvl1pPr>
          </a:lstStyle>
          <a:p>
            <a:r>
              <a:rPr lang="en-US" dirty="0"/>
              <a:t>This is me Adam</a:t>
            </a:r>
          </a:p>
        </p:txBody>
      </p:sp>
      <p:sp>
        <p:nvSpPr>
          <p:cNvPr id="7" name="Slide Number Placeholder 6"/>
          <p:cNvSpPr>
            <a:spLocks noGrp="1"/>
          </p:cNvSpPr>
          <p:nvPr>
            <p:ph type="sldNum" sz="quarter" idx="5"/>
          </p:nvPr>
        </p:nvSpPr>
        <p:spPr>
          <a:xfrm>
            <a:off x="5634164" y="6513513"/>
            <a:ext cx="4309798" cy="342900"/>
          </a:xfrm>
          <a:prstGeom prst="rect">
            <a:avLst/>
          </a:prstGeom>
        </p:spPr>
        <p:txBody>
          <a:bodyPr vert="horz" lIns="91440" tIns="45720" rIns="91440" bIns="45720" rtlCol="0" anchor="b"/>
          <a:lstStyle>
            <a:lvl1pPr algn="r">
              <a:defRPr sz="1200"/>
            </a:lvl1pPr>
          </a:lstStyle>
          <a:p>
            <a:fld id="{C0D40C94-5092-4638-9E1F-C533F19764C0}" type="slidenum">
              <a:rPr lang="en-US" smtClean="0"/>
              <a:pPr/>
              <a:t>‹#›</a:t>
            </a:fld>
            <a:endParaRPr lang="en-US" dirty="0"/>
          </a:p>
        </p:txBody>
      </p:sp>
    </p:spTree>
    <p:extLst>
      <p:ext uri="{BB962C8B-B14F-4D97-AF65-F5344CB8AC3E}">
        <p14:creationId xmlns:p14="http://schemas.microsoft.com/office/powerpoint/2010/main" val="2360305942"/>
      </p:ext>
    </p:extLst>
  </p:cSld>
  <p:clrMap bg1="lt1" tx1="dk1" bg2="lt2" tx2="dk2" accent1="accent1" accent2="accent2" accent3="accent3" accent4="accent4" accent5="accent5" accent6="accent6" hlink="hlink" folHlink="folHlink"/>
  <p:hf sldNum="0" ftr="0" dt="0"/>
  <p:notesStyle>
    <a:lvl1pPr marL="0" algn="l" defTabSz="1031626" rtl="0" eaLnBrk="1" latinLnBrk="0" hangingPunct="1">
      <a:defRPr sz="1400" kern="1200">
        <a:solidFill>
          <a:schemeClr val="tx1"/>
        </a:solidFill>
        <a:latin typeface="+mn-lt"/>
        <a:ea typeface="+mn-ea"/>
        <a:cs typeface="+mn-cs"/>
      </a:defRPr>
    </a:lvl1pPr>
    <a:lvl2pPr marL="515813" algn="l" defTabSz="1031626" rtl="0" eaLnBrk="1" latinLnBrk="0" hangingPunct="1">
      <a:defRPr sz="1400" kern="1200">
        <a:solidFill>
          <a:schemeClr val="tx1"/>
        </a:solidFill>
        <a:latin typeface="+mn-lt"/>
        <a:ea typeface="+mn-ea"/>
        <a:cs typeface="+mn-cs"/>
      </a:defRPr>
    </a:lvl2pPr>
    <a:lvl3pPr marL="1031626" algn="l" defTabSz="1031626" rtl="0" eaLnBrk="1" latinLnBrk="0" hangingPunct="1">
      <a:defRPr sz="1400" kern="1200">
        <a:solidFill>
          <a:schemeClr val="tx1"/>
        </a:solidFill>
        <a:latin typeface="+mn-lt"/>
        <a:ea typeface="+mn-ea"/>
        <a:cs typeface="+mn-cs"/>
      </a:defRPr>
    </a:lvl3pPr>
    <a:lvl4pPr marL="1547439" algn="l" defTabSz="1031626" rtl="0" eaLnBrk="1" latinLnBrk="0" hangingPunct="1">
      <a:defRPr sz="1400" kern="1200">
        <a:solidFill>
          <a:schemeClr val="tx1"/>
        </a:solidFill>
        <a:latin typeface="+mn-lt"/>
        <a:ea typeface="+mn-ea"/>
        <a:cs typeface="+mn-cs"/>
      </a:defRPr>
    </a:lvl4pPr>
    <a:lvl5pPr marL="2063252" algn="l" defTabSz="1031626" rtl="0" eaLnBrk="1" latinLnBrk="0" hangingPunct="1">
      <a:defRPr sz="1400" kern="1200">
        <a:solidFill>
          <a:schemeClr val="tx1"/>
        </a:solidFill>
        <a:latin typeface="+mn-lt"/>
        <a:ea typeface="+mn-ea"/>
        <a:cs typeface="+mn-cs"/>
      </a:defRPr>
    </a:lvl5pPr>
    <a:lvl6pPr marL="2579065" algn="l" defTabSz="1031626" rtl="0" eaLnBrk="1" latinLnBrk="0" hangingPunct="1">
      <a:defRPr sz="1400" kern="1200">
        <a:solidFill>
          <a:schemeClr val="tx1"/>
        </a:solidFill>
        <a:latin typeface="+mn-lt"/>
        <a:ea typeface="+mn-ea"/>
        <a:cs typeface="+mn-cs"/>
      </a:defRPr>
    </a:lvl6pPr>
    <a:lvl7pPr marL="3094878" algn="l" defTabSz="1031626" rtl="0" eaLnBrk="1" latinLnBrk="0" hangingPunct="1">
      <a:defRPr sz="1400" kern="1200">
        <a:solidFill>
          <a:schemeClr val="tx1"/>
        </a:solidFill>
        <a:latin typeface="+mn-lt"/>
        <a:ea typeface="+mn-ea"/>
        <a:cs typeface="+mn-cs"/>
      </a:defRPr>
    </a:lvl7pPr>
    <a:lvl8pPr marL="3610691" algn="l" defTabSz="1031626" rtl="0" eaLnBrk="1" latinLnBrk="0" hangingPunct="1">
      <a:defRPr sz="1400" kern="1200">
        <a:solidFill>
          <a:schemeClr val="tx1"/>
        </a:solidFill>
        <a:latin typeface="+mn-lt"/>
        <a:ea typeface="+mn-ea"/>
        <a:cs typeface="+mn-cs"/>
      </a:defRPr>
    </a:lvl8pPr>
    <a:lvl9pPr marL="4126504" algn="l" defTabSz="1031626" rtl="0" eaLnBrk="1" latinLnBrk="0" hangingPunct="1">
      <a:defRPr sz="1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257550" y="514350"/>
            <a:ext cx="3430588" cy="257175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Main Title+ SubTitle+Number">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1752600" y="895063"/>
            <a:ext cx="5638800" cy="353524"/>
          </a:xfrm>
          <a:prstGeom prst="rect">
            <a:avLst/>
          </a:prstGeom>
        </p:spPr>
        <p:txBody>
          <a:bodyPr wrap="none" lIns="0" tIns="0" rIns="0" bIns="0" anchor="ctr">
            <a:noAutofit/>
          </a:bodyPr>
          <a:lstStyle>
            <a:lvl1pPr algn="ctr">
              <a:defRPr sz="2400" b="1" baseline="0">
                <a:solidFill>
                  <a:schemeClr val="tx1">
                    <a:lumMod val="50000"/>
                    <a:lumOff val="50000"/>
                  </a:schemeClr>
                </a:solidFill>
              </a:defRPr>
            </a:lvl1pPr>
          </a:lstStyle>
          <a:p>
            <a:r>
              <a:rPr lang="en-US" dirty="0"/>
              <a:t>Click To Edit Master Title Style</a:t>
            </a:r>
          </a:p>
        </p:txBody>
      </p:sp>
      <p:sp>
        <p:nvSpPr>
          <p:cNvPr id="5" name="Text Placeholder 3"/>
          <p:cNvSpPr>
            <a:spLocks noGrp="1"/>
          </p:cNvSpPr>
          <p:nvPr>
            <p:ph type="body" sz="half" idx="2" hasCustomPrompt="1"/>
          </p:nvPr>
        </p:nvSpPr>
        <p:spPr>
          <a:xfrm>
            <a:off x="2514600" y="1247054"/>
            <a:ext cx="4114800" cy="200746"/>
          </a:xfrm>
          <a:prstGeom prst="rect">
            <a:avLst/>
          </a:prstGeom>
        </p:spPr>
        <p:txBody>
          <a:bodyPr wrap="none" lIns="0" tIns="0" rIns="0" bIns="0" anchor="ctr">
            <a:noAutofit/>
          </a:bodyPr>
          <a:lstStyle>
            <a:lvl1pPr marL="0" indent="0" algn="ctr">
              <a:buNone/>
              <a:defRPr sz="1200" b="1" baseline="0">
                <a:solidFill>
                  <a:schemeClr val="bg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Subtext Goes Here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animEffect transition="in" filter="fade">
                                      <p:cBhvr>
                                        <p:cTn id="11"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build="p">
        <p:tmplLst>
          <p:tmpl lvl="1">
            <p:tnLst>
              <p:par>
                <p:cTn presetID="10" presetClass="entr" presetSubtype="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Effect transition="in" filter="fade">
                      <p:cBhvr>
                        <p:cTn dur="500"/>
                        <p:tgtEl>
                          <p:spTgt spid="5"/>
                        </p:tgtEl>
                      </p:cBhvr>
                    </p:animEffect>
                  </p:childTnLst>
                </p:cTn>
              </p:par>
            </p:tnLst>
          </p:tmpl>
        </p:tmplLst>
      </p:bldP>
    </p:bldLst>
  </p:timing>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ound Same Side Corner Rectangle 3"/>
          <p:cNvSpPr/>
          <p:nvPr userDrawn="1"/>
        </p:nvSpPr>
        <p:spPr>
          <a:xfrm rot="10800000" flipH="1">
            <a:off x="8490701" y="1"/>
            <a:ext cx="367550" cy="266414"/>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5" name="TextBox 4"/>
          <p:cNvSpPr txBox="1"/>
          <p:nvPr userDrawn="1"/>
        </p:nvSpPr>
        <p:spPr bwMode="gray">
          <a:xfrm>
            <a:off x="8522076" y="56264"/>
            <a:ext cx="304800" cy="153888"/>
          </a:xfrm>
          <a:prstGeom prst="rect">
            <a:avLst/>
          </a:prstGeom>
        </p:spPr>
        <p:txBody>
          <a:bodyPr vert="horz" wrap="square" lIns="0" tIns="0" rIns="0" bIns="0" rtlCol="0" anchor="ctr">
            <a:spAutoFit/>
          </a:bodyPr>
          <a:lstStyle/>
          <a:p>
            <a:pPr marL="0" algn="ctr" defTabSz="914400" rtl="0" eaLnBrk="1" latinLnBrk="0" hangingPunct="1"/>
            <a:fld id="{6C5AF65D-6854-49AF-ABC5-48B5BA0EA842}" type="slidenum">
              <a:rPr lang="en-US" sz="1000" b="0" i="0" kern="1200" smtClean="0">
                <a:solidFill>
                  <a:schemeClr val="tx1">
                    <a:lumMod val="50000"/>
                    <a:lumOff val="50000"/>
                  </a:schemeClr>
                </a:solidFill>
                <a:latin typeface="HP Simplified"/>
                <a:ea typeface="+mn-ea"/>
                <a:cs typeface="HP Simplified"/>
              </a:rPr>
              <a:pPr marL="0" algn="ctr" defTabSz="914400" rtl="0" eaLnBrk="1" latinLnBrk="0" hangingPunct="1"/>
              <a:t>‹#›</a:t>
            </a:fld>
            <a:endParaRPr lang="en-US" sz="1000" b="0" i="0" kern="1200" dirty="0">
              <a:solidFill>
                <a:schemeClr val="tx1">
                  <a:lumMod val="50000"/>
                  <a:lumOff val="50000"/>
                </a:schemeClr>
              </a:solidFill>
              <a:latin typeface="HP Simplified"/>
              <a:ea typeface="+mn-ea"/>
              <a:cs typeface="HP Simplified"/>
            </a:endParaRPr>
          </a:p>
        </p:txBody>
      </p:sp>
      <p:cxnSp>
        <p:nvCxnSpPr>
          <p:cNvPr id="7" name="Straight Connector 6"/>
          <p:cNvCxnSpPr/>
          <p:nvPr userDrawn="1"/>
        </p:nvCxnSpPr>
        <p:spPr>
          <a:xfrm>
            <a:off x="-381000" y="6856412"/>
            <a:ext cx="9829800" cy="1588"/>
          </a:xfrm>
          <a:prstGeom prst="line">
            <a:avLst/>
          </a:prstGeom>
        </p:spPr>
        <p:style>
          <a:lnRef idx="1">
            <a:schemeClr val="accent1"/>
          </a:lnRef>
          <a:fillRef idx="0">
            <a:schemeClr val="accent1"/>
          </a:fillRef>
          <a:effectRef idx="0">
            <a:schemeClr val="accent1"/>
          </a:effectRef>
          <a:fontRef idx="minor">
            <a:schemeClr val="tx1"/>
          </a:fontRef>
        </p:style>
      </p:cxnSp>
    </p:spTree>
  </p:cSld>
  <p:clrMap bg1="lt1" tx1="dk1" bg2="lt2" tx2="dk2" accent1="accent1" accent2="accent2" accent3="accent3" accent4="accent4" accent5="accent5" accent6="accent6" hlink="hlink" folHlink="folHlink"/>
  <p:sldLayoutIdLst>
    <p:sldLayoutId id="2147483815" r:id="rId1"/>
  </p:sldLayoutIdLst>
  <p:hf sldNum="0" hdr="0" ftr="0" dt="0"/>
  <p:txStyles>
    <p:titleStyle>
      <a:lvl1pPr algn="l" defTabSz="914400" rtl="0" eaLnBrk="1" latinLnBrk="0" hangingPunct="1">
        <a:spcBef>
          <a:spcPct val="0"/>
        </a:spcBef>
        <a:buNone/>
        <a:defRPr sz="2800" b="1" kern="1200">
          <a:solidFill>
            <a:schemeClr val="tx1">
              <a:lumMod val="50000"/>
              <a:lumOff val="50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None/>
        <a:defRPr sz="3200" kern="1200">
          <a:solidFill>
            <a:schemeClr val="bg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chart" Target="../charts/chart3.xml"/></Relationships>
</file>

<file path=ppt/slides/_rels/slide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chart" Target="../charts/chart16.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1.xml"/><Relationship Id="rId6" Type="http://schemas.openxmlformats.org/officeDocument/2006/relationships/chart" Target="../charts/chart21.xml"/><Relationship Id="rId5" Type="http://schemas.openxmlformats.org/officeDocument/2006/relationships/chart" Target="../charts/chart20.xml"/><Relationship Id="rId4" Type="http://schemas.openxmlformats.org/officeDocument/2006/relationships/chart" Target="../charts/chart1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World Map Infographic</a:t>
            </a:r>
            <a:endParaRPr lang="en-US" dirty="0"/>
          </a:p>
        </p:txBody>
      </p:sp>
      <p:grpSp>
        <p:nvGrpSpPr>
          <p:cNvPr id="261" name="Group 274"/>
          <p:cNvGrpSpPr/>
          <p:nvPr/>
        </p:nvGrpSpPr>
        <p:grpSpPr>
          <a:xfrm>
            <a:off x="686563" y="2218910"/>
            <a:ext cx="7770874" cy="3866858"/>
            <a:chOff x="538789" y="1131575"/>
            <a:chExt cx="5819028" cy="2895599"/>
          </a:xfrm>
          <a:solidFill>
            <a:schemeClr val="bg1">
              <a:lumMod val="85000"/>
            </a:schemeClr>
          </a:solidFill>
        </p:grpSpPr>
        <p:grpSp>
          <p:nvGrpSpPr>
            <p:cNvPr id="262" name="Group 341"/>
            <p:cNvGrpSpPr/>
            <p:nvPr/>
          </p:nvGrpSpPr>
          <p:grpSpPr>
            <a:xfrm>
              <a:off x="2984523" y="2355982"/>
              <a:ext cx="1110009" cy="1241414"/>
              <a:chOff x="4097338" y="2217738"/>
              <a:chExt cx="1139825" cy="1274763"/>
            </a:xfrm>
            <a:grpFill/>
          </p:grpSpPr>
          <p:sp>
            <p:nvSpPr>
              <p:cNvPr id="598"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9"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3" name="Group 274"/>
            <p:cNvGrpSpPr/>
            <p:nvPr/>
          </p:nvGrpSpPr>
          <p:grpSpPr>
            <a:xfrm>
              <a:off x="1945649" y="2801188"/>
              <a:ext cx="759077" cy="1225939"/>
              <a:chOff x="3030538" y="2674938"/>
              <a:chExt cx="779463" cy="1258888"/>
            </a:xfrm>
            <a:grpFill/>
          </p:grpSpPr>
          <p:sp>
            <p:nvSpPr>
              <p:cNvPr id="596"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7"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4" name="Group 277"/>
            <p:cNvGrpSpPr/>
            <p:nvPr/>
          </p:nvGrpSpPr>
          <p:grpSpPr>
            <a:xfrm>
              <a:off x="538820" y="1131561"/>
              <a:ext cx="2523073" cy="1757739"/>
              <a:chOff x="1585913" y="960438"/>
              <a:chExt cx="2590800" cy="1804987"/>
            </a:xfrm>
            <a:grpFill/>
          </p:grpSpPr>
          <p:sp>
            <p:nvSpPr>
              <p:cNvPr id="533"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4"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5"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6"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7"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8"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9"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0"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1"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2"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3"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4"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5"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6"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7"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8"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9"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0"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1"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2"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3"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4"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5"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6"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7"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8"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9"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0"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1"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2"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3"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4"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5"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6"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7"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8"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9"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0"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1"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2"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3"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4"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5"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6"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7"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8"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9"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0"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1"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2"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3"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4"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5"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6"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7"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8"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9"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0"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1"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2"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3"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5"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5" name="Group 345"/>
            <p:cNvGrpSpPr/>
            <p:nvPr/>
          </p:nvGrpSpPr>
          <p:grpSpPr>
            <a:xfrm>
              <a:off x="3103557" y="1256804"/>
              <a:ext cx="669406" cy="1125475"/>
              <a:chOff x="4219575" y="1089025"/>
              <a:chExt cx="687388" cy="1155701"/>
            </a:xfrm>
            <a:grpFill/>
          </p:grpSpPr>
          <p:sp>
            <p:nvSpPr>
              <p:cNvPr id="518"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19" name="Group 343"/>
              <p:cNvGrpSpPr/>
              <p:nvPr/>
            </p:nvGrpSpPr>
            <p:grpSpPr>
              <a:xfrm>
                <a:off x="4219575" y="1089025"/>
                <a:ext cx="687388" cy="1155701"/>
                <a:chOff x="4219575" y="1089025"/>
                <a:chExt cx="687388" cy="1155701"/>
              </a:xfrm>
              <a:grpFill/>
            </p:grpSpPr>
            <p:sp>
              <p:nvSpPr>
                <p:cNvPr id="520"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1"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2"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4"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5"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6"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9"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0"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1"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66" name="Group 363"/>
            <p:cNvGrpSpPr/>
            <p:nvPr/>
          </p:nvGrpSpPr>
          <p:grpSpPr>
            <a:xfrm>
              <a:off x="5105593" y="3000641"/>
              <a:ext cx="941498" cy="822454"/>
              <a:chOff x="6275388" y="2879725"/>
              <a:chExt cx="966788" cy="844551"/>
            </a:xfrm>
            <a:grpFill/>
          </p:grpSpPr>
          <p:sp>
            <p:nvSpPr>
              <p:cNvPr id="500"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01" name="Group 361"/>
              <p:cNvGrpSpPr/>
              <p:nvPr/>
            </p:nvGrpSpPr>
            <p:grpSpPr>
              <a:xfrm>
                <a:off x="6275388" y="2917825"/>
                <a:ext cx="966788" cy="806451"/>
                <a:chOff x="6275388" y="2917825"/>
                <a:chExt cx="966788" cy="806451"/>
              </a:xfrm>
              <a:grpFill/>
            </p:grpSpPr>
            <p:sp>
              <p:nvSpPr>
                <p:cNvPr id="502"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3"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8"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9"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1"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4"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6"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7"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67" name="Group 383"/>
            <p:cNvGrpSpPr/>
            <p:nvPr/>
          </p:nvGrpSpPr>
          <p:grpSpPr>
            <a:xfrm>
              <a:off x="3584347" y="1207329"/>
              <a:ext cx="2773471" cy="1960288"/>
              <a:chOff x="4713288" y="1038225"/>
              <a:chExt cx="2847975" cy="2012950"/>
            </a:xfrm>
            <a:grpFill/>
          </p:grpSpPr>
          <p:sp>
            <p:nvSpPr>
              <p:cNvPr id="268"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8"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9"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0"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1"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1"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3"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5"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6"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7"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8"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9"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1"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2"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4"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5"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6"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7"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4"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5"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6"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9"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0"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3"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4"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5"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6"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7"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8"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600" name="Group 599"/>
          <p:cNvGrpSpPr/>
          <p:nvPr/>
        </p:nvGrpSpPr>
        <p:grpSpPr>
          <a:xfrm>
            <a:off x="2760437" y="4201377"/>
            <a:ext cx="843823" cy="843823"/>
            <a:chOff x="2940010" y="3192425"/>
            <a:chExt cx="843823" cy="843823"/>
          </a:xfrm>
        </p:grpSpPr>
        <p:sp>
          <p:nvSpPr>
            <p:cNvPr id="601" name="Oval 600"/>
            <p:cNvSpPr/>
            <p:nvPr/>
          </p:nvSpPr>
          <p:spPr>
            <a:xfrm>
              <a:off x="2940010" y="3192425"/>
              <a:ext cx="843823" cy="843823"/>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2" name="Text Placeholder 3"/>
            <p:cNvSpPr txBox="1">
              <a:spLocks/>
            </p:cNvSpPr>
            <p:nvPr/>
          </p:nvSpPr>
          <p:spPr>
            <a:xfrm>
              <a:off x="3053343" y="3429670"/>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603" name="Group 602"/>
          <p:cNvGrpSpPr/>
          <p:nvPr/>
        </p:nvGrpSpPr>
        <p:grpSpPr>
          <a:xfrm>
            <a:off x="1799342" y="2817622"/>
            <a:ext cx="1242918" cy="1242916"/>
            <a:chOff x="2101572" y="1817173"/>
            <a:chExt cx="992839" cy="992839"/>
          </a:xfrm>
        </p:grpSpPr>
        <p:sp>
          <p:nvSpPr>
            <p:cNvPr id="604" name="Oval 603"/>
            <p:cNvSpPr/>
            <p:nvPr/>
          </p:nvSpPr>
          <p:spPr>
            <a:xfrm>
              <a:off x="2101572" y="1817173"/>
              <a:ext cx="992839" cy="992839"/>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5" name="Text Placeholder 3"/>
            <p:cNvSpPr txBox="1">
              <a:spLocks/>
            </p:cNvSpPr>
            <p:nvPr/>
          </p:nvSpPr>
          <p:spPr>
            <a:xfrm>
              <a:off x="2289413" y="2128926"/>
              <a:ext cx="617157" cy="3693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606" name="Group 605"/>
          <p:cNvGrpSpPr/>
          <p:nvPr/>
        </p:nvGrpSpPr>
        <p:grpSpPr>
          <a:xfrm>
            <a:off x="5199481" y="2655496"/>
            <a:ext cx="1398594" cy="1398594"/>
            <a:chOff x="5199481" y="1739974"/>
            <a:chExt cx="1398594" cy="1398594"/>
          </a:xfrm>
        </p:grpSpPr>
        <p:sp>
          <p:nvSpPr>
            <p:cNvPr id="607" name="Oval 606"/>
            <p:cNvSpPr/>
            <p:nvPr/>
          </p:nvSpPr>
          <p:spPr>
            <a:xfrm>
              <a:off x="5199481" y="1739974"/>
              <a:ext cx="1398594" cy="1398594"/>
            </a:xfrm>
            <a:prstGeom prst="ellipse">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Text Placeholder 3"/>
            <p:cNvSpPr txBox="1">
              <a:spLocks/>
            </p:cNvSpPr>
            <p:nvPr/>
          </p:nvSpPr>
          <p:spPr>
            <a:xfrm>
              <a:off x="5488409" y="2193050"/>
              <a:ext cx="820739" cy="492443"/>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200" b="1" i="0" u="none" strike="noStrike" kern="1200" cap="none" spc="0" normalizeH="0" baseline="0" noProof="0" dirty="0">
                  <a:ln>
                    <a:noFill/>
                  </a:ln>
                  <a:solidFill>
                    <a:schemeClr val="bg1"/>
                  </a:solidFill>
                  <a:effectLst/>
                  <a:uLnTx/>
                  <a:uFillTx/>
                  <a:latin typeface="+mn-lt"/>
                  <a:ea typeface="+mn-ea"/>
                  <a:cs typeface="+mn-cs"/>
                </a:rPr>
                <a:t>90%</a:t>
              </a:r>
            </a:p>
          </p:txBody>
        </p:sp>
      </p:grpSp>
      <p:grpSp>
        <p:nvGrpSpPr>
          <p:cNvPr id="609" name="Group 608"/>
          <p:cNvGrpSpPr/>
          <p:nvPr/>
        </p:nvGrpSpPr>
        <p:grpSpPr>
          <a:xfrm>
            <a:off x="4449306" y="4100705"/>
            <a:ext cx="932320" cy="932320"/>
            <a:chOff x="4373610" y="3094579"/>
            <a:chExt cx="684037" cy="684037"/>
          </a:xfrm>
        </p:grpSpPr>
        <p:sp>
          <p:nvSpPr>
            <p:cNvPr id="610" name="Oval 609"/>
            <p:cNvSpPr/>
            <p:nvPr/>
          </p:nvSpPr>
          <p:spPr>
            <a:xfrm>
              <a:off x="4373610" y="3094579"/>
              <a:ext cx="684037" cy="684037"/>
            </a:xfrm>
            <a:prstGeom prst="ellipse">
              <a:avLst/>
            </a:prstGeom>
            <a:solidFill>
              <a:schemeClr val="accent6">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1" name="Text Placeholder 3"/>
            <p:cNvSpPr txBox="1">
              <a:spLocks/>
            </p:cNvSpPr>
            <p:nvPr/>
          </p:nvSpPr>
          <p:spPr>
            <a:xfrm>
              <a:off x="4459147" y="3282709"/>
              <a:ext cx="512962" cy="307777"/>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40%</a:t>
              </a:r>
            </a:p>
          </p:txBody>
        </p:sp>
      </p:grpSp>
      <p:grpSp>
        <p:nvGrpSpPr>
          <p:cNvPr id="612" name="Group 611"/>
          <p:cNvGrpSpPr/>
          <p:nvPr/>
        </p:nvGrpSpPr>
        <p:grpSpPr>
          <a:xfrm>
            <a:off x="4126062" y="2454400"/>
            <a:ext cx="959382" cy="959380"/>
            <a:chOff x="4255116" y="1937462"/>
            <a:chExt cx="684037" cy="684037"/>
          </a:xfrm>
        </p:grpSpPr>
        <p:sp>
          <p:nvSpPr>
            <p:cNvPr id="613" name="Oval 612"/>
            <p:cNvSpPr/>
            <p:nvPr/>
          </p:nvSpPr>
          <p:spPr>
            <a:xfrm>
              <a:off x="4255116" y="1937462"/>
              <a:ext cx="684037" cy="684037"/>
            </a:xfrm>
            <a:prstGeom prst="ellipse">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4" name="Text Placeholder 3"/>
            <p:cNvSpPr txBox="1">
              <a:spLocks/>
            </p:cNvSpPr>
            <p:nvPr/>
          </p:nvSpPr>
          <p:spPr>
            <a:xfrm>
              <a:off x="4366302" y="2140980"/>
              <a:ext cx="461665" cy="276999"/>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615" name="Group 614"/>
          <p:cNvGrpSpPr/>
          <p:nvPr/>
        </p:nvGrpSpPr>
        <p:grpSpPr>
          <a:xfrm>
            <a:off x="6374576" y="4697730"/>
            <a:ext cx="790468" cy="790464"/>
            <a:chOff x="6374576" y="3782208"/>
            <a:chExt cx="790468" cy="790464"/>
          </a:xfrm>
        </p:grpSpPr>
        <p:sp>
          <p:nvSpPr>
            <p:cNvPr id="616" name="Oval 615"/>
            <p:cNvSpPr/>
            <p:nvPr/>
          </p:nvSpPr>
          <p:spPr>
            <a:xfrm>
              <a:off x="6374576" y="3782208"/>
              <a:ext cx="790468" cy="790464"/>
            </a:xfrm>
            <a:prstGeom prst="ellipse">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7" name="Text Placeholder 3"/>
            <p:cNvSpPr txBox="1">
              <a:spLocks/>
            </p:cNvSpPr>
            <p:nvPr/>
          </p:nvSpPr>
          <p:spPr>
            <a:xfrm>
              <a:off x="6590273" y="4069717"/>
              <a:ext cx="359073" cy="21544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20%</a:t>
              </a:r>
            </a:p>
          </p:txBody>
        </p:sp>
      </p:grpSp>
      <p:grpSp>
        <p:nvGrpSpPr>
          <p:cNvPr id="618" name="Group 617"/>
          <p:cNvGrpSpPr/>
          <p:nvPr/>
        </p:nvGrpSpPr>
        <p:grpSpPr>
          <a:xfrm>
            <a:off x="376296" y="3703720"/>
            <a:ext cx="1465813" cy="381938"/>
            <a:chOff x="736834" y="2329125"/>
            <a:chExt cx="1465813" cy="381938"/>
          </a:xfrm>
        </p:grpSpPr>
        <p:sp>
          <p:nvSpPr>
            <p:cNvPr id="619" name="TextBox 618"/>
            <p:cNvSpPr txBox="1"/>
            <p:nvPr/>
          </p:nvSpPr>
          <p:spPr>
            <a:xfrm>
              <a:off x="908699" y="2435456"/>
              <a:ext cx="950581" cy="169277"/>
            </a:xfrm>
            <a:prstGeom prst="rect">
              <a:avLst/>
            </a:prstGeom>
            <a:noFill/>
          </p:spPr>
          <p:txBody>
            <a:bodyPr wrap="none" lIns="0" tIns="0" rIns="0" bIns="0" rtlCol="0" anchor="t">
              <a:spAutoFit/>
            </a:bodyPr>
            <a:lstStyle/>
            <a:p>
              <a:pPr algn="ctr"/>
              <a:r>
                <a:rPr lang="en-US" sz="1100" b="1" dirty="0">
                  <a:solidFill>
                    <a:schemeClr val="accent1"/>
                  </a:solidFill>
                </a:rPr>
                <a:t>NORTH AMERICA</a:t>
              </a:r>
            </a:p>
          </p:txBody>
        </p:sp>
        <p:sp>
          <p:nvSpPr>
            <p:cNvPr id="620" name="Pentagon 619"/>
            <p:cNvSpPr/>
            <p:nvPr/>
          </p:nvSpPr>
          <p:spPr>
            <a:xfrm>
              <a:off x="736834" y="2329125"/>
              <a:ext cx="1465813" cy="381938"/>
            </a:xfrm>
            <a:prstGeom prst="homePlat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21" name="Oval 620"/>
          <p:cNvSpPr/>
          <p:nvPr/>
        </p:nvSpPr>
        <p:spPr>
          <a:xfrm>
            <a:off x="1861636" y="3787673"/>
            <a:ext cx="198194" cy="198194"/>
          </a:xfrm>
          <a:prstGeom prst="ellipse">
            <a:avLst/>
          </a:prstGeom>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22" name="Group 621"/>
          <p:cNvGrpSpPr/>
          <p:nvPr/>
        </p:nvGrpSpPr>
        <p:grpSpPr>
          <a:xfrm>
            <a:off x="1347210" y="4828471"/>
            <a:ext cx="1465813" cy="381938"/>
            <a:chOff x="736834" y="2329125"/>
            <a:chExt cx="1465813" cy="381938"/>
          </a:xfrm>
        </p:grpSpPr>
        <p:sp>
          <p:nvSpPr>
            <p:cNvPr id="623" name="TextBox 622"/>
            <p:cNvSpPr txBox="1"/>
            <p:nvPr/>
          </p:nvSpPr>
          <p:spPr>
            <a:xfrm>
              <a:off x="992519" y="2435456"/>
              <a:ext cx="886461" cy="169277"/>
            </a:xfrm>
            <a:prstGeom prst="rect">
              <a:avLst/>
            </a:prstGeom>
            <a:noFill/>
          </p:spPr>
          <p:txBody>
            <a:bodyPr wrap="none" lIns="0" tIns="0" rIns="0" bIns="0" rtlCol="0" anchor="t">
              <a:spAutoFit/>
            </a:bodyPr>
            <a:lstStyle/>
            <a:p>
              <a:pPr algn="ctr"/>
              <a:r>
                <a:rPr lang="en-US" sz="1100" b="1" dirty="0">
                  <a:solidFill>
                    <a:schemeClr val="accent2"/>
                  </a:solidFill>
                </a:rPr>
                <a:t>LATIN AMERICA</a:t>
              </a:r>
            </a:p>
          </p:txBody>
        </p:sp>
        <p:sp>
          <p:nvSpPr>
            <p:cNvPr id="624" name="Pentagon 623"/>
            <p:cNvSpPr/>
            <p:nvPr/>
          </p:nvSpPr>
          <p:spPr>
            <a:xfrm>
              <a:off x="736834" y="2329125"/>
              <a:ext cx="1465813" cy="381938"/>
            </a:xfrm>
            <a:prstGeom prst="homePlat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25" name="Oval 624"/>
          <p:cNvSpPr/>
          <p:nvPr/>
        </p:nvSpPr>
        <p:spPr>
          <a:xfrm>
            <a:off x="2832550" y="4912424"/>
            <a:ext cx="198194" cy="198194"/>
          </a:xfrm>
          <a:prstGeom prst="ellipse">
            <a:avLst/>
          </a:prstGeom>
          <a:solidFill>
            <a:schemeClr val="accent2"/>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26" name="Group 625"/>
          <p:cNvGrpSpPr/>
          <p:nvPr/>
        </p:nvGrpSpPr>
        <p:grpSpPr>
          <a:xfrm>
            <a:off x="3223260" y="3094480"/>
            <a:ext cx="911652" cy="381938"/>
            <a:chOff x="1290995" y="2329125"/>
            <a:chExt cx="911652" cy="381938"/>
          </a:xfrm>
        </p:grpSpPr>
        <p:sp>
          <p:nvSpPr>
            <p:cNvPr id="627" name="TextBox 626"/>
            <p:cNvSpPr txBox="1"/>
            <p:nvPr/>
          </p:nvSpPr>
          <p:spPr>
            <a:xfrm>
              <a:off x="1455773" y="2435456"/>
              <a:ext cx="460062" cy="169277"/>
            </a:xfrm>
            <a:prstGeom prst="rect">
              <a:avLst/>
            </a:prstGeom>
            <a:noFill/>
          </p:spPr>
          <p:txBody>
            <a:bodyPr wrap="none" lIns="0" tIns="0" rIns="0" bIns="0" rtlCol="0" anchor="t">
              <a:spAutoFit/>
            </a:bodyPr>
            <a:lstStyle/>
            <a:p>
              <a:pPr algn="ctr"/>
              <a:r>
                <a:rPr lang="en-US" sz="1100" b="1" dirty="0">
                  <a:solidFill>
                    <a:schemeClr val="accent3"/>
                  </a:solidFill>
                </a:rPr>
                <a:t>EUROPE</a:t>
              </a:r>
            </a:p>
          </p:txBody>
        </p:sp>
        <p:sp>
          <p:nvSpPr>
            <p:cNvPr id="628" name="Pentagon 627"/>
            <p:cNvSpPr/>
            <p:nvPr/>
          </p:nvSpPr>
          <p:spPr>
            <a:xfrm>
              <a:off x="1290995" y="2329125"/>
              <a:ext cx="911652" cy="381938"/>
            </a:xfrm>
            <a:prstGeom prst="homePlat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29" name="Oval 628"/>
          <p:cNvSpPr/>
          <p:nvPr/>
        </p:nvSpPr>
        <p:spPr>
          <a:xfrm>
            <a:off x="4145206" y="3180980"/>
            <a:ext cx="198194" cy="198194"/>
          </a:xfrm>
          <a:prstGeom prst="ellipse">
            <a:avLst/>
          </a:prstGeom>
          <a:solidFill>
            <a:schemeClr val="accent3"/>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Oval 629"/>
          <p:cNvSpPr/>
          <p:nvPr/>
        </p:nvSpPr>
        <p:spPr>
          <a:xfrm>
            <a:off x="4616107" y="4879298"/>
            <a:ext cx="198194" cy="198194"/>
          </a:xfrm>
          <a:prstGeom prst="ellipse">
            <a:avLst/>
          </a:prstGeom>
          <a:solidFill>
            <a:schemeClr val="accent6"/>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1" name="Group 630"/>
          <p:cNvGrpSpPr/>
          <p:nvPr/>
        </p:nvGrpSpPr>
        <p:grpSpPr>
          <a:xfrm>
            <a:off x="3689380" y="4811617"/>
            <a:ext cx="911652" cy="381938"/>
            <a:chOff x="1290995" y="2329125"/>
            <a:chExt cx="911652" cy="381938"/>
          </a:xfrm>
        </p:grpSpPr>
        <p:sp>
          <p:nvSpPr>
            <p:cNvPr id="632" name="TextBox 631"/>
            <p:cNvSpPr txBox="1"/>
            <p:nvPr/>
          </p:nvSpPr>
          <p:spPr>
            <a:xfrm>
              <a:off x="1455773" y="2435456"/>
              <a:ext cx="419988" cy="169277"/>
            </a:xfrm>
            <a:prstGeom prst="rect">
              <a:avLst/>
            </a:prstGeom>
            <a:noFill/>
          </p:spPr>
          <p:txBody>
            <a:bodyPr wrap="none" lIns="0" tIns="0" rIns="0" bIns="0" rtlCol="0" anchor="t">
              <a:spAutoFit/>
            </a:bodyPr>
            <a:lstStyle/>
            <a:p>
              <a:pPr algn="ctr"/>
              <a:r>
                <a:rPr lang="en-US" sz="1100" b="1" dirty="0">
                  <a:solidFill>
                    <a:schemeClr val="accent6"/>
                  </a:solidFill>
                </a:rPr>
                <a:t>AFRICA</a:t>
              </a:r>
            </a:p>
          </p:txBody>
        </p:sp>
        <p:sp>
          <p:nvSpPr>
            <p:cNvPr id="633" name="Pentagon 632"/>
            <p:cNvSpPr/>
            <p:nvPr/>
          </p:nvSpPr>
          <p:spPr>
            <a:xfrm>
              <a:off x="1290995" y="2329125"/>
              <a:ext cx="911652" cy="381938"/>
            </a:xfrm>
            <a:prstGeom prst="homePlate">
              <a:avLst/>
            </a:prstGeom>
            <a:no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34" name="Group 633"/>
          <p:cNvGrpSpPr/>
          <p:nvPr/>
        </p:nvGrpSpPr>
        <p:grpSpPr>
          <a:xfrm>
            <a:off x="6594827" y="3616594"/>
            <a:ext cx="911652" cy="381938"/>
            <a:chOff x="1290995" y="2329125"/>
            <a:chExt cx="911652" cy="381938"/>
          </a:xfrm>
        </p:grpSpPr>
        <p:sp>
          <p:nvSpPr>
            <p:cNvPr id="635" name="TextBox 634"/>
            <p:cNvSpPr txBox="1"/>
            <p:nvPr/>
          </p:nvSpPr>
          <p:spPr>
            <a:xfrm>
              <a:off x="1617644" y="2427761"/>
              <a:ext cx="293350" cy="184666"/>
            </a:xfrm>
            <a:prstGeom prst="rect">
              <a:avLst/>
            </a:prstGeom>
            <a:noFill/>
          </p:spPr>
          <p:txBody>
            <a:bodyPr wrap="none" lIns="0" tIns="0" rIns="0" bIns="0" rtlCol="0" anchor="t">
              <a:spAutoFit/>
            </a:bodyPr>
            <a:lstStyle/>
            <a:p>
              <a:pPr algn="ctr"/>
              <a:r>
                <a:rPr lang="en-US" sz="1200" b="1" dirty="0">
                  <a:solidFill>
                    <a:schemeClr val="accent4"/>
                  </a:solidFill>
                </a:rPr>
                <a:t>ASIA</a:t>
              </a:r>
            </a:p>
          </p:txBody>
        </p:sp>
        <p:sp>
          <p:nvSpPr>
            <p:cNvPr id="636" name="Pentagon 635"/>
            <p:cNvSpPr/>
            <p:nvPr/>
          </p:nvSpPr>
          <p:spPr>
            <a:xfrm flipH="1">
              <a:off x="1290995" y="2329125"/>
              <a:ext cx="911652" cy="381938"/>
            </a:xfrm>
            <a:prstGeom prst="homePlat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37" name="Oval 636"/>
          <p:cNvSpPr/>
          <p:nvPr/>
        </p:nvSpPr>
        <p:spPr>
          <a:xfrm>
            <a:off x="6353047" y="3690919"/>
            <a:ext cx="198194" cy="198194"/>
          </a:xfrm>
          <a:prstGeom prst="ellipse">
            <a:avLst/>
          </a:prstGeom>
          <a:solidFill>
            <a:schemeClr val="accent4"/>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8" name="Group 637"/>
          <p:cNvGrpSpPr/>
          <p:nvPr/>
        </p:nvGrpSpPr>
        <p:grpSpPr>
          <a:xfrm>
            <a:off x="7201937" y="5132943"/>
            <a:ext cx="1465813" cy="381938"/>
            <a:chOff x="812292" y="2329125"/>
            <a:chExt cx="1465813" cy="381938"/>
          </a:xfrm>
        </p:grpSpPr>
        <p:sp>
          <p:nvSpPr>
            <p:cNvPr id="639" name="TextBox 638"/>
            <p:cNvSpPr txBox="1"/>
            <p:nvPr/>
          </p:nvSpPr>
          <p:spPr>
            <a:xfrm>
              <a:off x="1255831" y="2435456"/>
              <a:ext cx="646010" cy="169277"/>
            </a:xfrm>
            <a:prstGeom prst="rect">
              <a:avLst/>
            </a:prstGeom>
            <a:noFill/>
          </p:spPr>
          <p:txBody>
            <a:bodyPr wrap="none" lIns="0" tIns="0" rIns="0" bIns="0" rtlCol="0" anchor="t">
              <a:spAutoFit/>
            </a:bodyPr>
            <a:lstStyle/>
            <a:p>
              <a:pPr algn="ctr"/>
              <a:r>
                <a:rPr lang="en-US" sz="1100" b="1" dirty="0">
                  <a:solidFill>
                    <a:schemeClr val="accent5"/>
                  </a:solidFill>
                </a:rPr>
                <a:t>AUSTRALIA</a:t>
              </a:r>
            </a:p>
          </p:txBody>
        </p:sp>
        <p:sp>
          <p:nvSpPr>
            <p:cNvPr id="640" name="Pentagon 639"/>
            <p:cNvSpPr/>
            <p:nvPr/>
          </p:nvSpPr>
          <p:spPr>
            <a:xfrm flipH="1">
              <a:off x="812292" y="2329125"/>
              <a:ext cx="1465813" cy="381938"/>
            </a:xfrm>
            <a:prstGeom prst="homePlat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41" name="Oval 640"/>
          <p:cNvSpPr/>
          <p:nvPr/>
        </p:nvSpPr>
        <p:spPr>
          <a:xfrm>
            <a:off x="6977171" y="5229459"/>
            <a:ext cx="198194" cy="198194"/>
          </a:xfrm>
          <a:prstGeom prst="ellipse">
            <a:avLst/>
          </a:prstGeom>
          <a:solidFill>
            <a:schemeClr val="accent5"/>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42" name="Group 641"/>
          <p:cNvGrpSpPr/>
          <p:nvPr/>
        </p:nvGrpSpPr>
        <p:grpSpPr>
          <a:xfrm>
            <a:off x="1209703" y="5787638"/>
            <a:ext cx="6724594" cy="201168"/>
            <a:chOff x="1028811" y="4267200"/>
            <a:chExt cx="6724594" cy="201168"/>
          </a:xfrm>
        </p:grpSpPr>
        <p:grpSp>
          <p:nvGrpSpPr>
            <p:cNvPr id="643" name="Group 50"/>
            <p:cNvGrpSpPr/>
            <p:nvPr/>
          </p:nvGrpSpPr>
          <p:grpSpPr>
            <a:xfrm>
              <a:off x="1028811" y="4267200"/>
              <a:ext cx="1008726" cy="201168"/>
              <a:chOff x="2221306" y="3914656"/>
              <a:chExt cx="1008726" cy="201168"/>
            </a:xfrm>
          </p:grpSpPr>
          <p:sp>
            <p:nvSpPr>
              <p:cNvPr id="658" name="TextBox 657"/>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59" name="Oval 658"/>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44" name="Group 50"/>
            <p:cNvGrpSpPr/>
            <p:nvPr/>
          </p:nvGrpSpPr>
          <p:grpSpPr>
            <a:xfrm>
              <a:off x="2176777" y="4267200"/>
              <a:ext cx="1008726" cy="201168"/>
              <a:chOff x="2221306" y="3914656"/>
              <a:chExt cx="1008726" cy="201168"/>
            </a:xfrm>
          </p:grpSpPr>
          <p:sp>
            <p:nvSpPr>
              <p:cNvPr id="656" name="TextBox 655"/>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57" name="Oval 656"/>
              <p:cNvSpPr>
                <a:spLocks noChangeAspect="1"/>
              </p:cNvSpPr>
              <p:nvPr/>
            </p:nvSpPr>
            <p:spPr>
              <a:xfrm>
                <a:off x="2221306" y="3914656"/>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45" name="Group 50"/>
            <p:cNvGrpSpPr/>
            <p:nvPr/>
          </p:nvGrpSpPr>
          <p:grpSpPr>
            <a:xfrm>
              <a:off x="3324743" y="4267200"/>
              <a:ext cx="1008726" cy="201168"/>
              <a:chOff x="2221306" y="3914656"/>
              <a:chExt cx="1008726" cy="201168"/>
            </a:xfrm>
          </p:grpSpPr>
          <p:sp>
            <p:nvSpPr>
              <p:cNvPr id="654" name="TextBox 653"/>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55" name="Oval 654"/>
              <p:cNvSpPr>
                <a:spLocks noChangeAspect="1"/>
              </p:cNvSpPr>
              <p:nvPr/>
            </p:nvSpPr>
            <p:spPr>
              <a:xfrm>
                <a:off x="2221306" y="3914656"/>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46" name="Group 50"/>
            <p:cNvGrpSpPr/>
            <p:nvPr/>
          </p:nvGrpSpPr>
          <p:grpSpPr>
            <a:xfrm>
              <a:off x="4472709" y="4267200"/>
              <a:ext cx="1008726" cy="201168"/>
              <a:chOff x="2221306" y="3914656"/>
              <a:chExt cx="1008726" cy="201168"/>
            </a:xfrm>
          </p:grpSpPr>
          <p:sp>
            <p:nvSpPr>
              <p:cNvPr id="652" name="TextBox 651"/>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53" name="Oval 652"/>
              <p:cNvSpPr>
                <a:spLocks noChangeAspect="1"/>
              </p:cNvSpPr>
              <p:nvPr/>
            </p:nvSpPr>
            <p:spPr>
              <a:xfrm>
                <a:off x="2221306" y="3914656"/>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47" name="Group 50"/>
            <p:cNvGrpSpPr/>
            <p:nvPr/>
          </p:nvGrpSpPr>
          <p:grpSpPr>
            <a:xfrm>
              <a:off x="5620674" y="4267200"/>
              <a:ext cx="2132731" cy="201168"/>
              <a:chOff x="2221306" y="3914656"/>
              <a:chExt cx="2132731" cy="201168"/>
            </a:xfrm>
          </p:grpSpPr>
          <p:sp>
            <p:nvSpPr>
              <p:cNvPr id="648" name="TextBox 647"/>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49" name="Oval 648"/>
              <p:cNvSpPr>
                <a:spLocks noChangeAspect="1"/>
              </p:cNvSpPr>
              <p:nvPr/>
            </p:nvSpPr>
            <p:spPr>
              <a:xfrm>
                <a:off x="2221306" y="3914656"/>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0" name="TextBox 649"/>
              <p:cNvSpPr txBox="1"/>
              <p:nvPr/>
            </p:nvSpPr>
            <p:spPr>
              <a:xfrm>
                <a:off x="3587802"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51" name="Oval 650"/>
              <p:cNvSpPr>
                <a:spLocks noChangeAspect="1"/>
              </p:cNvSpPr>
              <p:nvPr/>
            </p:nvSpPr>
            <p:spPr>
              <a:xfrm>
                <a:off x="3345311" y="3914656"/>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61"/>
                                        </p:tgtEl>
                                        <p:attrNameLst>
                                          <p:attrName>style.visibility</p:attrName>
                                        </p:attrNameLst>
                                      </p:cBhvr>
                                      <p:to>
                                        <p:strVal val="visible"/>
                                      </p:to>
                                    </p:set>
                                    <p:anim calcmode="lin" valueType="num">
                                      <p:cBhvr>
                                        <p:cTn id="7" dur="500" fill="hold"/>
                                        <p:tgtEl>
                                          <p:spTgt spid="261"/>
                                        </p:tgtEl>
                                        <p:attrNameLst>
                                          <p:attrName>ppt_w</p:attrName>
                                        </p:attrNameLst>
                                      </p:cBhvr>
                                      <p:tavLst>
                                        <p:tav tm="0">
                                          <p:val>
                                            <p:fltVal val="0"/>
                                          </p:val>
                                        </p:tav>
                                        <p:tav tm="100000">
                                          <p:val>
                                            <p:strVal val="#ppt_w"/>
                                          </p:val>
                                        </p:tav>
                                      </p:tavLst>
                                    </p:anim>
                                    <p:anim calcmode="lin" valueType="num">
                                      <p:cBhvr>
                                        <p:cTn id="8" dur="500" fill="hold"/>
                                        <p:tgtEl>
                                          <p:spTgt spid="261"/>
                                        </p:tgtEl>
                                        <p:attrNameLst>
                                          <p:attrName>ppt_h</p:attrName>
                                        </p:attrNameLst>
                                      </p:cBhvr>
                                      <p:tavLst>
                                        <p:tav tm="0">
                                          <p:val>
                                            <p:fltVal val="0"/>
                                          </p:val>
                                        </p:tav>
                                        <p:tav tm="100000">
                                          <p:val>
                                            <p:strVal val="#ppt_h"/>
                                          </p:val>
                                        </p:tav>
                                      </p:tavLst>
                                    </p:anim>
                                    <p:animEffect transition="in" filter="fade">
                                      <p:cBhvr>
                                        <p:cTn id="9" dur="500"/>
                                        <p:tgtEl>
                                          <p:spTgt spid="261"/>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603"/>
                                        </p:tgtEl>
                                        <p:attrNameLst>
                                          <p:attrName>style.visibility</p:attrName>
                                        </p:attrNameLst>
                                      </p:cBhvr>
                                      <p:to>
                                        <p:strVal val="visible"/>
                                      </p:to>
                                    </p:set>
                                    <p:anim calcmode="lin" valueType="num">
                                      <p:cBhvr>
                                        <p:cTn id="13" dur="500" fill="hold"/>
                                        <p:tgtEl>
                                          <p:spTgt spid="603"/>
                                        </p:tgtEl>
                                        <p:attrNameLst>
                                          <p:attrName>ppt_w</p:attrName>
                                        </p:attrNameLst>
                                      </p:cBhvr>
                                      <p:tavLst>
                                        <p:tav tm="0">
                                          <p:val>
                                            <p:fltVal val="0"/>
                                          </p:val>
                                        </p:tav>
                                        <p:tav tm="100000">
                                          <p:val>
                                            <p:strVal val="#ppt_w"/>
                                          </p:val>
                                        </p:tav>
                                      </p:tavLst>
                                    </p:anim>
                                    <p:anim calcmode="lin" valueType="num">
                                      <p:cBhvr>
                                        <p:cTn id="14" dur="500" fill="hold"/>
                                        <p:tgtEl>
                                          <p:spTgt spid="603"/>
                                        </p:tgtEl>
                                        <p:attrNameLst>
                                          <p:attrName>ppt_h</p:attrName>
                                        </p:attrNameLst>
                                      </p:cBhvr>
                                      <p:tavLst>
                                        <p:tav tm="0">
                                          <p:val>
                                            <p:fltVal val="0"/>
                                          </p:val>
                                        </p:tav>
                                        <p:tav tm="100000">
                                          <p:val>
                                            <p:strVal val="#ppt_h"/>
                                          </p:val>
                                        </p:tav>
                                      </p:tavLst>
                                    </p:anim>
                                    <p:animEffect transition="in" filter="fade">
                                      <p:cBhvr>
                                        <p:cTn id="15" dur="500"/>
                                        <p:tgtEl>
                                          <p:spTgt spid="603"/>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621"/>
                                        </p:tgtEl>
                                        <p:attrNameLst>
                                          <p:attrName>style.visibility</p:attrName>
                                        </p:attrNameLst>
                                      </p:cBhvr>
                                      <p:to>
                                        <p:strVal val="visible"/>
                                      </p:to>
                                    </p:set>
                                    <p:anim calcmode="lin" valueType="num">
                                      <p:cBhvr>
                                        <p:cTn id="19" dur="500" fill="hold"/>
                                        <p:tgtEl>
                                          <p:spTgt spid="621"/>
                                        </p:tgtEl>
                                        <p:attrNameLst>
                                          <p:attrName>ppt_w</p:attrName>
                                        </p:attrNameLst>
                                      </p:cBhvr>
                                      <p:tavLst>
                                        <p:tav tm="0">
                                          <p:val>
                                            <p:fltVal val="0"/>
                                          </p:val>
                                        </p:tav>
                                        <p:tav tm="100000">
                                          <p:val>
                                            <p:strVal val="#ppt_w"/>
                                          </p:val>
                                        </p:tav>
                                      </p:tavLst>
                                    </p:anim>
                                    <p:anim calcmode="lin" valueType="num">
                                      <p:cBhvr>
                                        <p:cTn id="20" dur="500" fill="hold"/>
                                        <p:tgtEl>
                                          <p:spTgt spid="621"/>
                                        </p:tgtEl>
                                        <p:attrNameLst>
                                          <p:attrName>ppt_h</p:attrName>
                                        </p:attrNameLst>
                                      </p:cBhvr>
                                      <p:tavLst>
                                        <p:tav tm="0">
                                          <p:val>
                                            <p:fltVal val="0"/>
                                          </p:val>
                                        </p:tav>
                                        <p:tav tm="100000">
                                          <p:val>
                                            <p:strVal val="#ppt_h"/>
                                          </p:val>
                                        </p:tav>
                                      </p:tavLst>
                                    </p:anim>
                                    <p:animEffect transition="in" filter="fade">
                                      <p:cBhvr>
                                        <p:cTn id="21" dur="500"/>
                                        <p:tgtEl>
                                          <p:spTgt spid="621"/>
                                        </p:tgtEl>
                                      </p:cBhvr>
                                    </p:animEffect>
                                  </p:childTnLst>
                                </p:cTn>
                              </p:par>
                              <p:par>
                                <p:cTn id="22" presetID="12" presetClass="entr" presetSubtype="8" fill="hold" nodeType="withEffect">
                                  <p:stCondLst>
                                    <p:cond delay="0"/>
                                  </p:stCondLst>
                                  <p:childTnLst>
                                    <p:set>
                                      <p:cBhvr>
                                        <p:cTn id="23" dur="1" fill="hold">
                                          <p:stCondLst>
                                            <p:cond delay="0"/>
                                          </p:stCondLst>
                                        </p:cTn>
                                        <p:tgtEl>
                                          <p:spTgt spid="618"/>
                                        </p:tgtEl>
                                        <p:attrNameLst>
                                          <p:attrName>style.visibility</p:attrName>
                                        </p:attrNameLst>
                                      </p:cBhvr>
                                      <p:to>
                                        <p:strVal val="visible"/>
                                      </p:to>
                                    </p:set>
                                    <p:animEffect transition="in" filter="slide(fromLeft)">
                                      <p:cBhvr>
                                        <p:cTn id="24" dur="500"/>
                                        <p:tgtEl>
                                          <p:spTgt spid="618"/>
                                        </p:tgtEl>
                                      </p:cBhvr>
                                    </p:animEffect>
                                  </p:childTnLst>
                                </p:cTn>
                              </p:par>
                            </p:childTnLst>
                          </p:cTn>
                        </p:par>
                        <p:par>
                          <p:cTn id="25" fill="hold">
                            <p:stCondLst>
                              <p:cond delay="1500"/>
                            </p:stCondLst>
                            <p:childTnLst>
                              <p:par>
                                <p:cTn id="26" presetID="53" presetClass="entr" presetSubtype="0" fill="hold" nodeType="afterEffect">
                                  <p:stCondLst>
                                    <p:cond delay="0"/>
                                  </p:stCondLst>
                                  <p:childTnLst>
                                    <p:set>
                                      <p:cBhvr>
                                        <p:cTn id="27" dur="1" fill="hold">
                                          <p:stCondLst>
                                            <p:cond delay="0"/>
                                          </p:stCondLst>
                                        </p:cTn>
                                        <p:tgtEl>
                                          <p:spTgt spid="600"/>
                                        </p:tgtEl>
                                        <p:attrNameLst>
                                          <p:attrName>style.visibility</p:attrName>
                                        </p:attrNameLst>
                                      </p:cBhvr>
                                      <p:to>
                                        <p:strVal val="visible"/>
                                      </p:to>
                                    </p:set>
                                    <p:anim calcmode="lin" valueType="num">
                                      <p:cBhvr>
                                        <p:cTn id="28" dur="500" fill="hold"/>
                                        <p:tgtEl>
                                          <p:spTgt spid="600"/>
                                        </p:tgtEl>
                                        <p:attrNameLst>
                                          <p:attrName>ppt_w</p:attrName>
                                        </p:attrNameLst>
                                      </p:cBhvr>
                                      <p:tavLst>
                                        <p:tav tm="0">
                                          <p:val>
                                            <p:fltVal val="0"/>
                                          </p:val>
                                        </p:tav>
                                        <p:tav tm="100000">
                                          <p:val>
                                            <p:strVal val="#ppt_w"/>
                                          </p:val>
                                        </p:tav>
                                      </p:tavLst>
                                    </p:anim>
                                    <p:anim calcmode="lin" valueType="num">
                                      <p:cBhvr>
                                        <p:cTn id="29" dur="500" fill="hold"/>
                                        <p:tgtEl>
                                          <p:spTgt spid="600"/>
                                        </p:tgtEl>
                                        <p:attrNameLst>
                                          <p:attrName>ppt_h</p:attrName>
                                        </p:attrNameLst>
                                      </p:cBhvr>
                                      <p:tavLst>
                                        <p:tav tm="0">
                                          <p:val>
                                            <p:fltVal val="0"/>
                                          </p:val>
                                        </p:tav>
                                        <p:tav tm="100000">
                                          <p:val>
                                            <p:strVal val="#ppt_h"/>
                                          </p:val>
                                        </p:tav>
                                      </p:tavLst>
                                    </p:anim>
                                    <p:animEffect transition="in" filter="fade">
                                      <p:cBhvr>
                                        <p:cTn id="30" dur="500"/>
                                        <p:tgtEl>
                                          <p:spTgt spid="600"/>
                                        </p:tgtEl>
                                      </p:cBhvr>
                                    </p:animEffect>
                                  </p:childTnLst>
                                </p:cTn>
                              </p:par>
                            </p:childTnLst>
                          </p:cTn>
                        </p:par>
                        <p:par>
                          <p:cTn id="31" fill="hold">
                            <p:stCondLst>
                              <p:cond delay="2000"/>
                            </p:stCondLst>
                            <p:childTnLst>
                              <p:par>
                                <p:cTn id="32" presetID="53" presetClass="entr" presetSubtype="0" fill="hold" grpId="0" nodeType="afterEffect">
                                  <p:stCondLst>
                                    <p:cond delay="0"/>
                                  </p:stCondLst>
                                  <p:childTnLst>
                                    <p:set>
                                      <p:cBhvr>
                                        <p:cTn id="33" dur="1" fill="hold">
                                          <p:stCondLst>
                                            <p:cond delay="0"/>
                                          </p:stCondLst>
                                        </p:cTn>
                                        <p:tgtEl>
                                          <p:spTgt spid="625"/>
                                        </p:tgtEl>
                                        <p:attrNameLst>
                                          <p:attrName>style.visibility</p:attrName>
                                        </p:attrNameLst>
                                      </p:cBhvr>
                                      <p:to>
                                        <p:strVal val="visible"/>
                                      </p:to>
                                    </p:set>
                                    <p:anim calcmode="lin" valueType="num">
                                      <p:cBhvr>
                                        <p:cTn id="34" dur="500" fill="hold"/>
                                        <p:tgtEl>
                                          <p:spTgt spid="625"/>
                                        </p:tgtEl>
                                        <p:attrNameLst>
                                          <p:attrName>ppt_w</p:attrName>
                                        </p:attrNameLst>
                                      </p:cBhvr>
                                      <p:tavLst>
                                        <p:tav tm="0">
                                          <p:val>
                                            <p:fltVal val="0"/>
                                          </p:val>
                                        </p:tav>
                                        <p:tav tm="100000">
                                          <p:val>
                                            <p:strVal val="#ppt_w"/>
                                          </p:val>
                                        </p:tav>
                                      </p:tavLst>
                                    </p:anim>
                                    <p:anim calcmode="lin" valueType="num">
                                      <p:cBhvr>
                                        <p:cTn id="35" dur="500" fill="hold"/>
                                        <p:tgtEl>
                                          <p:spTgt spid="625"/>
                                        </p:tgtEl>
                                        <p:attrNameLst>
                                          <p:attrName>ppt_h</p:attrName>
                                        </p:attrNameLst>
                                      </p:cBhvr>
                                      <p:tavLst>
                                        <p:tav tm="0">
                                          <p:val>
                                            <p:fltVal val="0"/>
                                          </p:val>
                                        </p:tav>
                                        <p:tav tm="100000">
                                          <p:val>
                                            <p:strVal val="#ppt_h"/>
                                          </p:val>
                                        </p:tav>
                                      </p:tavLst>
                                    </p:anim>
                                    <p:animEffect transition="in" filter="fade">
                                      <p:cBhvr>
                                        <p:cTn id="36" dur="500"/>
                                        <p:tgtEl>
                                          <p:spTgt spid="625"/>
                                        </p:tgtEl>
                                      </p:cBhvr>
                                    </p:animEffect>
                                  </p:childTnLst>
                                </p:cTn>
                              </p:par>
                              <p:par>
                                <p:cTn id="37" presetID="12" presetClass="entr" presetSubtype="8" fill="hold" nodeType="withEffect">
                                  <p:stCondLst>
                                    <p:cond delay="0"/>
                                  </p:stCondLst>
                                  <p:childTnLst>
                                    <p:set>
                                      <p:cBhvr>
                                        <p:cTn id="38" dur="1" fill="hold">
                                          <p:stCondLst>
                                            <p:cond delay="0"/>
                                          </p:stCondLst>
                                        </p:cTn>
                                        <p:tgtEl>
                                          <p:spTgt spid="622"/>
                                        </p:tgtEl>
                                        <p:attrNameLst>
                                          <p:attrName>style.visibility</p:attrName>
                                        </p:attrNameLst>
                                      </p:cBhvr>
                                      <p:to>
                                        <p:strVal val="visible"/>
                                      </p:to>
                                    </p:set>
                                    <p:animEffect transition="in" filter="slide(fromLeft)">
                                      <p:cBhvr>
                                        <p:cTn id="39" dur="500"/>
                                        <p:tgtEl>
                                          <p:spTgt spid="622"/>
                                        </p:tgtEl>
                                      </p:cBhvr>
                                    </p:animEffect>
                                  </p:childTnLst>
                                </p:cTn>
                              </p:par>
                            </p:childTnLst>
                          </p:cTn>
                        </p:par>
                        <p:par>
                          <p:cTn id="40" fill="hold">
                            <p:stCondLst>
                              <p:cond delay="2500"/>
                            </p:stCondLst>
                            <p:childTnLst>
                              <p:par>
                                <p:cTn id="41" presetID="53" presetClass="entr" presetSubtype="0" fill="hold" nodeType="afterEffect">
                                  <p:stCondLst>
                                    <p:cond delay="0"/>
                                  </p:stCondLst>
                                  <p:childTnLst>
                                    <p:set>
                                      <p:cBhvr>
                                        <p:cTn id="42" dur="1" fill="hold">
                                          <p:stCondLst>
                                            <p:cond delay="0"/>
                                          </p:stCondLst>
                                        </p:cTn>
                                        <p:tgtEl>
                                          <p:spTgt spid="612"/>
                                        </p:tgtEl>
                                        <p:attrNameLst>
                                          <p:attrName>style.visibility</p:attrName>
                                        </p:attrNameLst>
                                      </p:cBhvr>
                                      <p:to>
                                        <p:strVal val="visible"/>
                                      </p:to>
                                    </p:set>
                                    <p:anim calcmode="lin" valueType="num">
                                      <p:cBhvr>
                                        <p:cTn id="43" dur="500" fill="hold"/>
                                        <p:tgtEl>
                                          <p:spTgt spid="612"/>
                                        </p:tgtEl>
                                        <p:attrNameLst>
                                          <p:attrName>ppt_w</p:attrName>
                                        </p:attrNameLst>
                                      </p:cBhvr>
                                      <p:tavLst>
                                        <p:tav tm="0">
                                          <p:val>
                                            <p:fltVal val="0"/>
                                          </p:val>
                                        </p:tav>
                                        <p:tav tm="100000">
                                          <p:val>
                                            <p:strVal val="#ppt_w"/>
                                          </p:val>
                                        </p:tav>
                                      </p:tavLst>
                                    </p:anim>
                                    <p:anim calcmode="lin" valueType="num">
                                      <p:cBhvr>
                                        <p:cTn id="44" dur="500" fill="hold"/>
                                        <p:tgtEl>
                                          <p:spTgt spid="612"/>
                                        </p:tgtEl>
                                        <p:attrNameLst>
                                          <p:attrName>ppt_h</p:attrName>
                                        </p:attrNameLst>
                                      </p:cBhvr>
                                      <p:tavLst>
                                        <p:tav tm="0">
                                          <p:val>
                                            <p:fltVal val="0"/>
                                          </p:val>
                                        </p:tav>
                                        <p:tav tm="100000">
                                          <p:val>
                                            <p:strVal val="#ppt_h"/>
                                          </p:val>
                                        </p:tav>
                                      </p:tavLst>
                                    </p:anim>
                                    <p:animEffect transition="in" filter="fade">
                                      <p:cBhvr>
                                        <p:cTn id="45" dur="500"/>
                                        <p:tgtEl>
                                          <p:spTgt spid="612"/>
                                        </p:tgtEl>
                                      </p:cBhvr>
                                    </p:animEffect>
                                  </p:childTnLst>
                                </p:cTn>
                              </p:par>
                            </p:childTnLst>
                          </p:cTn>
                        </p:par>
                        <p:par>
                          <p:cTn id="46" fill="hold">
                            <p:stCondLst>
                              <p:cond delay="3000"/>
                            </p:stCondLst>
                            <p:childTnLst>
                              <p:par>
                                <p:cTn id="47" presetID="53" presetClass="entr" presetSubtype="0" fill="hold" grpId="0" nodeType="afterEffect">
                                  <p:stCondLst>
                                    <p:cond delay="0"/>
                                  </p:stCondLst>
                                  <p:childTnLst>
                                    <p:set>
                                      <p:cBhvr>
                                        <p:cTn id="48" dur="1" fill="hold">
                                          <p:stCondLst>
                                            <p:cond delay="0"/>
                                          </p:stCondLst>
                                        </p:cTn>
                                        <p:tgtEl>
                                          <p:spTgt spid="629"/>
                                        </p:tgtEl>
                                        <p:attrNameLst>
                                          <p:attrName>style.visibility</p:attrName>
                                        </p:attrNameLst>
                                      </p:cBhvr>
                                      <p:to>
                                        <p:strVal val="visible"/>
                                      </p:to>
                                    </p:set>
                                    <p:anim calcmode="lin" valueType="num">
                                      <p:cBhvr>
                                        <p:cTn id="49" dur="500" fill="hold"/>
                                        <p:tgtEl>
                                          <p:spTgt spid="629"/>
                                        </p:tgtEl>
                                        <p:attrNameLst>
                                          <p:attrName>ppt_w</p:attrName>
                                        </p:attrNameLst>
                                      </p:cBhvr>
                                      <p:tavLst>
                                        <p:tav tm="0">
                                          <p:val>
                                            <p:fltVal val="0"/>
                                          </p:val>
                                        </p:tav>
                                        <p:tav tm="100000">
                                          <p:val>
                                            <p:strVal val="#ppt_w"/>
                                          </p:val>
                                        </p:tav>
                                      </p:tavLst>
                                    </p:anim>
                                    <p:anim calcmode="lin" valueType="num">
                                      <p:cBhvr>
                                        <p:cTn id="50" dur="500" fill="hold"/>
                                        <p:tgtEl>
                                          <p:spTgt spid="629"/>
                                        </p:tgtEl>
                                        <p:attrNameLst>
                                          <p:attrName>ppt_h</p:attrName>
                                        </p:attrNameLst>
                                      </p:cBhvr>
                                      <p:tavLst>
                                        <p:tav tm="0">
                                          <p:val>
                                            <p:fltVal val="0"/>
                                          </p:val>
                                        </p:tav>
                                        <p:tav tm="100000">
                                          <p:val>
                                            <p:strVal val="#ppt_h"/>
                                          </p:val>
                                        </p:tav>
                                      </p:tavLst>
                                    </p:anim>
                                    <p:animEffect transition="in" filter="fade">
                                      <p:cBhvr>
                                        <p:cTn id="51" dur="500"/>
                                        <p:tgtEl>
                                          <p:spTgt spid="629"/>
                                        </p:tgtEl>
                                      </p:cBhvr>
                                    </p:animEffect>
                                  </p:childTnLst>
                                </p:cTn>
                              </p:par>
                              <p:par>
                                <p:cTn id="52" presetID="12" presetClass="entr" presetSubtype="8" fill="hold" nodeType="withEffect">
                                  <p:stCondLst>
                                    <p:cond delay="0"/>
                                  </p:stCondLst>
                                  <p:childTnLst>
                                    <p:set>
                                      <p:cBhvr>
                                        <p:cTn id="53" dur="1" fill="hold">
                                          <p:stCondLst>
                                            <p:cond delay="0"/>
                                          </p:stCondLst>
                                        </p:cTn>
                                        <p:tgtEl>
                                          <p:spTgt spid="626"/>
                                        </p:tgtEl>
                                        <p:attrNameLst>
                                          <p:attrName>style.visibility</p:attrName>
                                        </p:attrNameLst>
                                      </p:cBhvr>
                                      <p:to>
                                        <p:strVal val="visible"/>
                                      </p:to>
                                    </p:set>
                                    <p:animEffect transition="in" filter="slide(fromLeft)">
                                      <p:cBhvr>
                                        <p:cTn id="54" dur="500"/>
                                        <p:tgtEl>
                                          <p:spTgt spid="626"/>
                                        </p:tgtEl>
                                      </p:cBhvr>
                                    </p:animEffect>
                                  </p:childTnLst>
                                </p:cTn>
                              </p:par>
                            </p:childTnLst>
                          </p:cTn>
                        </p:par>
                        <p:par>
                          <p:cTn id="55" fill="hold">
                            <p:stCondLst>
                              <p:cond delay="3500"/>
                            </p:stCondLst>
                            <p:childTnLst>
                              <p:par>
                                <p:cTn id="56" presetID="53" presetClass="entr" presetSubtype="0" fill="hold" nodeType="afterEffect">
                                  <p:stCondLst>
                                    <p:cond delay="0"/>
                                  </p:stCondLst>
                                  <p:childTnLst>
                                    <p:set>
                                      <p:cBhvr>
                                        <p:cTn id="57" dur="1" fill="hold">
                                          <p:stCondLst>
                                            <p:cond delay="0"/>
                                          </p:stCondLst>
                                        </p:cTn>
                                        <p:tgtEl>
                                          <p:spTgt spid="606"/>
                                        </p:tgtEl>
                                        <p:attrNameLst>
                                          <p:attrName>style.visibility</p:attrName>
                                        </p:attrNameLst>
                                      </p:cBhvr>
                                      <p:to>
                                        <p:strVal val="visible"/>
                                      </p:to>
                                    </p:set>
                                    <p:anim calcmode="lin" valueType="num">
                                      <p:cBhvr>
                                        <p:cTn id="58" dur="500" fill="hold"/>
                                        <p:tgtEl>
                                          <p:spTgt spid="606"/>
                                        </p:tgtEl>
                                        <p:attrNameLst>
                                          <p:attrName>ppt_w</p:attrName>
                                        </p:attrNameLst>
                                      </p:cBhvr>
                                      <p:tavLst>
                                        <p:tav tm="0">
                                          <p:val>
                                            <p:fltVal val="0"/>
                                          </p:val>
                                        </p:tav>
                                        <p:tav tm="100000">
                                          <p:val>
                                            <p:strVal val="#ppt_w"/>
                                          </p:val>
                                        </p:tav>
                                      </p:tavLst>
                                    </p:anim>
                                    <p:anim calcmode="lin" valueType="num">
                                      <p:cBhvr>
                                        <p:cTn id="59" dur="500" fill="hold"/>
                                        <p:tgtEl>
                                          <p:spTgt spid="606"/>
                                        </p:tgtEl>
                                        <p:attrNameLst>
                                          <p:attrName>ppt_h</p:attrName>
                                        </p:attrNameLst>
                                      </p:cBhvr>
                                      <p:tavLst>
                                        <p:tav tm="0">
                                          <p:val>
                                            <p:fltVal val="0"/>
                                          </p:val>
                                        </p:tav>
                                        <p:tav tm="100000">
                                          <p:val>
                                            <p:strVal val="#ppt_h"/>
                                          </p:val>
                                        </p:tav>
                                      </p:tavLst>
                                    </p:anim>
                                    <p:animEffect transition="in" filter="fade">
                                      <p:cBhvr>
                                        <p:cTn id="60" dur="500"/>
                                        <p:tgtEl>
                                          <p:spTgt spid="606"/>
                                        </p:tgtEl>
                                      </p:cBhvr>
                                    </p:animEffect>
                                  </p:childTnLst>
                                </p:cTn>
                              </p:par>
                            </p:childTnLst>
                          </p:cTn>
                        </p:par>
                        <p:par>
                          <p:cTn id="61" fill="hold">
                            <p:stCondLst>
                              <p:cond delay="4000"/>
                            </p:stCondLst>
                            <p:childTnLst>
                              <p:par>
                                <p:cTn id="62" presetID="53" presetClass="entr" presetSubtype="0" fill="hold" grpId="0" nodeType="afterEffect">
                                  <p:stCondLst>
                                    <p:cond delay="0"/>
                                  </p:stCondLst>
                                  <p:childTnLst>
                                    <p:set>
                                      <p:cBhvr>
                                        <p:cTn id="63" dur="1" fill="hold">
                                          <p:stCondLst>
                                            <p:cond delay="0"/>
                                          </p:stCondLst>
                                        </p:cTn>
                                        <p:tgtEl>
                                          <p:spTgt spid="637"/>
                                        </p:tgtEl>
                                        <p:attrNameLst>
                                          <p:attrName>style.visibility</p:attrName>
                                        </p:attrNameLst>
                                      </p:cBhvr>
                                      <p:to>
                                        <p:strVal val="visible"/>
                                      </p:to>
                                    </p:set>
                                    <p:anim calcmode="lin" valueType="num">
                                      <p:cBhvr>
                                        <p:cTn id="64" dur="500" fill="hold"/>
                                        <p:tgtEl>
                                          <p:spTgt spid="637"/>
                                        </p:tgtEl>
                                        <p:attrNameLst>
                                          <p:attrName>ppt_w</p:attrName>
                                        </p:attrNameLst>
                                      </p:cBhvr>
                                      <p:tavLst>
                                        <p:tav tm="0">
                                          <p:val>
                                            <p:fltVal val="0"/>
                                          </p:val>
                                        </p:tav>
                                        <p:tav tm="100000">
                                          <p:val>
                                            <p:strVal val="#ppt_w"/>
                                          </p:val>
                                        </p:tav>
                                      </p:tavLst>
                                    </p:anim>
                                    <p:anim calcmode="lin" valueType="num">
                                      <p:cBhvr>
                                        <p:cTn id="65" dur="500" fill="hold"/>
                                        <p:tgtEl>
                                          <p:spTgt spid="637"/>
                                        </p:tgtEl>
                                        <p:attrNameLst>
                                          <p:attrName>ppt_h</p:attrName>
                                        </p:attrNameLst>
                                      </p:cBhvr>
                                      <p:tavLst>
                                        <p:tav tm="0">
                                          <p:val>
                                            <p:fltVal val="0"/>
                                          </p:val>
                                        </p:tav>
                                        <p:tav tm="100000">
                                          <p:val>
                                            <p:strVal val="#ppt_h"/>
                                          </p:val>
                                        </p:tav>
                                      </p:tavLst>
                                    </p:anim>
                                    <p:animEffect transition="in" filter="fade">
                                      <p:cBhvr>
                                        <p:cTn id="66" dur="500"/>
                                        <p:tgtEl>
                                          <p:spTgt spid="637"/>
                                        </p:tgtEl>
                                      </p:cBhvr>
                                    </p:animEffect>
                                  </p:childTnLst>
                                </p:cTn>
                              </p:par>
                              <p:par>
                                <p:cTn id="67" presetID="12" presetClass="entr" presetSubtype="2" fill="hold" nodeType="withEffect">
                                  <p:stCondLst>
                                    <p:cond delay="0"/>
                                  </p:stCondLst>
                                  <p:childTnLst>
                                    <p:set>
                                      <p:cBhvr>
                                        <p:cTn id="68" dur="1" fill="hold">
                                          <p:stCondLst>
                                            <p:cond delay="0"/>
                                          </p:stCondLst>
                                        </p:cTn>
                                        <p:tgtEl>
                                          <p:spTgt spid="634"/>
                                        </p:tgtEl>
                                        <p:attrNameLst>
                                          <p:attrName>style.visibility</p:attrName>
                                        </p:attrNameLst>
                                      </p:cBhvr>
                                      <p:to>
                                        <p:strVal val="visible"/>
                                      </p:to>
                                    </p:set>
                                    <p:animEffect transition="in" filter="slide(fromRight)">
                                      <p:cBhvr>
                                        <p:cTn id="69" dur="500"/>
                                        <p:tgtEl>
                                          <p:spTgt spid="634"/>
                                        </p:tgtEl>
                                      </p:cBhvr>
                                    </p:animEffect>
                                  </p:childTnLst>
                                </p:cTn>
                              </p:par>
                            </p:childTnLst>
                          </p:cTn>
                        </p:par>
                        <p:par>
                          <p:cTn id="70" fill="hold">
                            <p:stCondLst>
                              <p:cond delay="4500"/>
                            </p:stCondLst>
                            <p:childTnLst>
                              <p:par>
                                <p:cTn id="71" presetID="53" presetClass="entr" presetSubtype="0" fill="hold" nodeType="afterEffect">
                                  <p:stCondLst>
                                    <p:cond delay="0"/>
                                  </p:stCondLst>
                                  <p:childTnLst>
                                    <p:set>
                                      <p:cBhvr>
                                        <p:cTn id="72" dur="1" fill="hold">
                                          <p:stCondLst>
                                            <p:cond delay="0"/>
                                          </p:stCondLst>
                                        </p:cTn>
                                        <p:tgtEl>
                                          <p:spTgt spid="615"/>
                                        </p:tgtEl>
                                        <p:attrNameLst>
                                          <p:attrName>style.visibility</p:attrName>
                                        </p:attrNameLst>
                                      </p:cBhvr>
                                      <p:to>
                                        <p:strVal val="visible"/>
                                      </p:to>
                                    </p:set>
                                    <p:anim calcmode="lin" valueType="num">
                                      <p:cBhvr>
                                        <p:cTn id="73" dur="500" fill="hold"/>
                                        <p:tgtEl>
                                          <p:spTgt spid="615"/>
                                        </p:tgtEl>
                                        <p:attrNameLst>
                                          <p:attrName>ppt_w</p:attrName>
                                        </p:attrNameLst>
                                      </p:cBhvr>
                                      <p:tavLst>
                                        <p:tav tm="0">
                                          <p:val>
                                            <p:fltVal val="0"/>
                                          </p:val>
                                        </p:tav>
                                        <p:tav tm="100000">
                                          <p:val>
                                            <p:strVal val="#ppt_w"/>
                                          </p:val>
                                        </p:tav>
                                      </p:tavLst>
                                    </p:anim>
                                    <p:anim calcmode="lin" valueType="num">
                                      <p:cBhvr>
                                        <p:cTn id="74" dur="500" fill="hold"/>
                                        <p:tgtEl>
                                          <p:spTgt spid="615"/>
                                        </p:tgtEl>
                                        <p:attrNameLst>
                                          <p:attrName>ppt_h</p:attrName>
                                        </p:attrNameLst>
                                      </p:cBhvr>
                                      <p:tavLst>
                                        <p:tav tm="0">
                                          <p:val>
                                            <p:fltVal val="0"/>
                                          </p:val>
                                        </p:tav>
                                        <p:tav tm="100000">
                                          <p:val>
                                            <p:strVal val="#ppt_h"/>
                                          </p:val>
                                        </p:tav>
                                      </p:tavLst>
                                    </p:anim>
                                    <p:animEffect transition="in" filter="fade">
                                      <p:cBhvr>
                                        <p:cTn id="75" dur="500"/>
                                        <p:tgtEl>
                                          <p:spTgt spid="615"/>
                                        </p:tgtEl>
                                      </p:cBhvr>
                                    </p:animEffect>
                                  </p:childTnLst>
                                </p:cTn>
                              </p:par>
                            </p:childTnLst>
                          </p:cTn>
                        </p:par>
                        <p:par>
                          <p:cTn id="76" fill="hold">
                            <p:stCondLst>
                              <p:cond delay="5000"/>
                            </p:stCondLst>
                            <p:childTnLst>
                              <p:par>
                                <p:cTn id="77" presetID="53" presetClass="entr" presetSubtype="0" fill="hold" grpId="0" nodeType="afterEffect">
                                  <p:stCondLst>
                                    <p:cond delay="0"/>
                                  </p:stCondLst>
                                  <p:childTnLst>
                                    <p:set>
                                      <p:cBhvr>
                                        <p:cTn id="78" dur="1" fill="hold">
                                          <p:stCondLst>
                                            <p:cond delay="0"/>
                                          </p:stCondLst>
                                        </p:cTn>
                                        <p:tgtEl>
                                          <p:spTgt spid="641"/>
                                        </p:tgtEl>
                                        <p:attrNameLst>
                                          <p:attrName>style.visibility</p:attrName>
                                        </p:attrNameLst>
                                      </p:cBhvr>
                                      <p:to>
                                        <p:strVal val="visible"/>
                                      </p:to>
                                    </p:set>
                                    <p:anim calcmode="lin" valueType="num">
                                      <p:cBhvr>
                                        <p:cTn id="79" dur="500" fill="hold"/>
                                        <p:tgtEl>
                                          <p:spTgt spid="641"/>
                                        </p:tgtEl>
                                        <p:attrNameLst>
                                          <p:attrName>ppt_w</p:attrName>
                                        </p:attrNameLst>
                                      </p:cBhvr>
                                      <p:tavLst>
                                        <p:tav tm="0">
                                          <p:val>
                                            <p:fltVal val="0"/>
                                          </p:val>
                                        </p:tav>
                                        <p:tav tm="100000">
                                          <p:val>
                                            <p:strVal val="#ppt_w"/>
                                          </p:val>
                                        </p:tav>
                                      </p:tavLst>
                                    </p:anim>
                                    <p:anim calcmode="lin" valueType="num">
                                      <p:cBhvr>
                                        <p:cTn id="80" dur="500" fill="hold"/>
                                        <p:tgtEl>
                                          <p:spTgt spid="641"/>
                                        </p:tgtEl>
                                        <p:attrNameLst>
                                          <p:attrName>ppt_h</p:attrName>
                                        </p:attrNameLst>
                                      </p:cBhvr>
                                      <p:tavLst>
                                        <p:tav tm="0">
                                          <p:val>
                                            <p:fltVal val="0"/>
                                          </p:val>
                                        </p:tav>
                                        <p:tav tm="100000">
                                          <p:val>
                                            <p:strVal val="#ppt_h"/>
                                          </p:val>
                                        </p:tav>
                                      </p:tavLst>
                                    </p:anim>
                                    <p:animEffect transition="in" filter="fade">
                                      <p:cBhvr>
                                        <p:cTn id="81" dur="500"/>
                                        <p:tgtEl>
                                          <p:spTgt spid="641"/>
                                        </p:tgtEl>
                                      </p:cBhvr>
                                    </p:animEffect>
                                  </p:childTnLst>
                                </p:cTn>
                              </p:par>
                              <p:par>
                                <p:cTn id="82" presetID="12" presetClass="entr" presetSubtype="2" fill="hold" nodeType="withEffect">
                                  <p:stCondLst>
                                    <p:cond delay="0"/>
                                  </p:stCondLst>
                                  <p:childTnLst>
                                    <p:set>
                                      <p:cBhvr>
                                        <p:cTn id="83" dur="1" fill="hold">
                                          <p:stCondLst>
                                            <p:cond delay="0"/>
                                          </p:stCondLst>
                                        </p:cTn>
                                        <p:tgtEl>
                                          <p:spTgt spid="638"/>
                                        </p:tgtEl>
                                        <p:attrNameLst>
                                          <p:attrName>style.visibility</p:attrName>
                                        </p:attrNameLst>
                                      </p:cBhvr>
                                      <p:to>
                                        <p:strVal val="visible"/>
                                      </p:to>
                                    </p:set>
                                    <p:animEffect transition="in" filter="slide(fromRight)">
                                      <p:cBhvr>
                                        <p:cTn id="84" dur="500"/>
                                        <p:tgtEl>
                                          <p:spTgt spid="638"/>
                                        </p:tgtEl>
                                      </p:cBhvr>
                                    </p:animEffect>
                                  </p:childTnLst>
                                </p:cTn>
                              </p:par>
                            </p:childTnLst>
                          </p:cTn>
                        </p:par>
                        <p:par>
                          <p:cTn id="85" fill="hold">
                            <p:stCondLst>
                              <p:cond delay="5500"/>
                            </p:stCondLst>
                            <p:childTnLst>
                              <p:par>
                                <p:cTn id="86" presetID="53" presetClass="entr" presetSubtype="0" fill="hold" nodeType="afterEffect">
                                  <p:stCondLst>
                                    <p:cond delay="0"/>
                                  </p:stCondLst>
                                  <p:childTnLst>
                                    <p:set>
                                      <p:cBhvr>
                                        <p:cTn id="87" dur="1" fill="hold">
                                          <p:stCondLst>
                                            <p:cond delay="0"/>
                                          </p:stCondLst>
                                        </p:cTn>
                                        <p:tgtEl>
                                          <p:spTgt spid="609"/>
                                        </p:tgtEl>
                                        <p:attrNameLst>
                                          <p:attrName>style.visibility</p:attrName>
                                        </p:attrNameLst>
                                      </p:cBhvr>
                                      <p:to>
                                        <p:strVal val="visible"/>
                                      </p:to>
                                    </p:set>
                                    <p:anim calcmode="lin" valueType="num">
                                      <p:cBhvr>
                                        <p:cTn id="88" dur="500" fill="hold"/>
                                        <p:tgtEl>
                                          <p:spTgt spid="609"/>
                                        </p:tgtEl>
                                        <p:attrNameLst>
                                          <p:attrName>ppt_w</p:attrName>
                                        </p:attrNameLst>
                                      </p:cBhvr>
                                      <p:tavLst>
                                        <p:tav tm="0">
                                          <p:val>
                                            <p:fltVal val="0"/>
                                          </p:val>
                                        </p:tav>
                                        <p:tav tm="100000">
                                          <p:val>
                                            <p:strVal val="#ppt_w"/>
                                          </p:val>
                                        </p:tav>
                                      </p:tavLst>
                                    </p:anim>
                                    <p:anim calcmode="lin" valueType="num">
                                      <p:cBhvr>
                                        <p:cTn id="89" dur="500" fill="hold"/>
                                        <p:tgtEl>
                                          <p:spTgt spid="609"/>
                                        </p:tgtEl>
                                        <p:attrNameLst>
                                          <p:attrName>ppt_h</p:attrName>
                                        </p:attrNameLst>
                                      </p:cBhvr>
                                      <p:tavLst>
                                        <p:tav tm="0">
                                          <p:val>
                                            <p:fltVal val="0"/>
                                          </p:val>
                                        </p:tav>
                                        <p:tav tm="100000">
                                          <p:val>
                                            <p:strVal val="#ppt_h"/>
                                          </p:val>
                                        </p:tav>
                                      </p:tavLst>
                                    </p:anim>
                                    <p:animEffect transition="in" filter="fade">
                                      <p:cBhvr>
                                        <p:cTn id="90" dur="500"/>
                                        <p:tgtEl>
                                          <p:spTgt spid="609"/>
                                        </p:tgtEl>
                                      </p:cBhvr>
                                    </p:animEffect>
                                  </p:childTnLst>
                                </p:cTn>
                              </p:par>
                            </p:childTnLst>
                          </p:cTn>
                        </p:par>
                        <p:par>
                          <p:cTn id="91" fill="hold">
                            <p:stCondLst>
                              <p:cond delay="6000"/>
                            </p:stCondLst>
                            <p:childTnLst>
                              <p:par>
                                <p:cTn id="92" presetID="53" presetClass="entr" presetSubtype="0" fill="hold" grpId="0" nodeType="afterEffect">
                                  <p:stCondLst>
                                    <p:cond delay="0"/>
                                  </p:stCondLst>
                                  <p:childTnLst>
                                    <p:set>
                                      <p:cBhvr>
                                        <p:cTn id="93" dur="1" fill="hold">
                                          <p:stCondLst>
                                            <p:cond delay="0"/>
                                          </p:stCondLst>
                                        </p:cTn>
                                        <p:tgtEl>
                                          <p:spTgt spid="630"/>
                                        </p:tgtEl>
                                        <p:attrNameLst>
                                          <p:attrName>style.visibility</p:attrName>
                                        </p:attrNameLst>
                                      </p:cBhvr>
                                      <p:to>
                                        <p:strVal val="visible"/>
                                      </p:to>
                                    </p:set>
                                    <p:anim calcmode="lin" valueType="num">
                                      <p:cBhvr>
                                        <p:cTn id="94" dur="500" fill="hold"/>
                                        <p:tgtEl>
                                          <p:spTgt spid="630"/>
                                        </p:tgtEl>
                                        <p:attrNameLst>
                                          <p:attrName>ppt_w</p:attrName>
                                        </p:attrNameLst>
                                      </p:cBhvr>
                                      <p:tavLst>
                                        <p:tav tm="0">
                                          <p:val>
                                            <p:fltVal val="0"/>
                                          </p:val>
                                        </p:tav>
                                        <p:tav tm="100000">
                                          <p:val>
                                            <p:strVal val="#ppt_w"/>
                                          </p:val>
                                        </p:tav>
                                      </p:tavLst>
                                    </p:anim>
                                    <p:anim calcmode="lin" valueType="num">
                                      <p:cBhvr>
                                        <p:cTn id="95" dur="500" fill="hold"/>
                                        <p:tgtEl>
                                          <p:spTgt spid="630"/>
                                        </p:tgtEl>
                                        <p:attrNameLst>
                                          <p:attrName>ppt_h</p:attrName>
                                        </p:attrNameLst>
                                      </p:cBhvr>
                                      <p:tavLst>
                                        <p:tav tm="0">
                                          <p:val>
                                            <p:fltVal val="0"/>
                                          </p:val>
                                        </p:tav>
                                        <p:tav tm="100000">
                                          <p:val>
                                            <p:strVal val="#ppt_h"/>
                                          </p:val>
                                        </p:tav>
                                      </p:tavLst>
                                    </p:anim>
                                    <p:animEffect transition="in" filter="fade">
                                      <p:cBhvr>
                                        <p:cTn id="96" dur="500"/>
                                        <p:tgtEl>
                                          <p:spTgt spid="630"/>
                                        </p:tgtEl>
                                      </p:cBhvr>
                                    </p:animEffect>
                                  </p:childTnLst>
                                </p:cTn>
                              </p:par>
                              <p:par>
                                <p:cTn id="97" presetID="12" presetClass="entr" presetSubtype="8" fill="hold" nodeType="withEffect">
                                  <p:stCondLst>
                                    <p:cond delay="0"/>
                                  </p:stCondLst>
                                  <p:childTnLst>
                                    <p:set>
                                      <p:cBhvr>
                                        <p:cTn id="98" dur="1" fill="hold">
                                          <p:stCondLst>
                                            <p:cond delay="0"/>
                                          </p:stCondLst>
                                        </p:cTn>
                                        <p:tgtEl>
                                          <p:spTgt spid="631"/>
                                        </p:tgtEl>
                                        <p:attrNameLst>
                                          <p:attrName>style.visibility</p:attrName>
                                        </p:attrNameLst>
                                      </p:cBhvr>
                                      <p:to>
                                        <p:strVal val="visible"/>
                                      </p:to>
                                    </p:set>
                                    <p:animEffect transition="in" filter="slide(fromLeft)">
                                      <p:cBhvr>
                                        <p:cTn id="99" dur="500"/>
                                        <p:tgtEl>
                                          <p:spTgt spid="631"/>
                                        </p:tgtEl>
                                      </p:cBhvr>
                                    </p:animEffect>
                                  </p:childTnLst>
                                </p:cTn>
                              </p:par>
                            </p:childTnLst>
                          </p:cTn>
                        </p:par>
                        <p:par>
                          <p:cTn id="100" fill="hold">
                            <p:stCondLst>
                              <p:cond delay="6500"/>
                            </p:stCondLst>
                            <p:childTnLst>
                              <p:par>
                                <p:cTn id="101" presetID="10" presetClass="entr" presetSubtype="0" fill="hold" nodeType="afterEffect">
                                  <p:stCondLst>
                                    <p:cond delay="0"/>
                                  </p:stCondLst>
                                  <p:childTnLst>
                                    <p:set>
                                      <p:cBhvr>
                                        <p:cTn id="102" dur="1" fill="hold">
                                          <p:stCondLst>
                                            <p:cond delay="0"/>
                                          </p:stCondLst>
                                        </p:cTn>
                                        <p:tgtEl>
                                          <p:spTgt spid="642"/>
                                        </p:tgtEl>
                                        <p:attrNameLst>
                                          <p:attrName>style.visibility</p:attrName>
                                        </p:attrNameLst>
                                      </p:cBhvr>
                                      <p:to>
                                        <p:strVal val="visible"/>
                                      </p:to>
                                    </p:set>
                                    <p:animEffect transition="in" filter="fade">
                                      <p:cBhvr>
                                        <p:cTn id="103" dur="500"/>
                                        <p:tgtEl>
                                          <p:spTgt spid="6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1" grpId="0" animBg="1"/>
      <p:bldP spid="625" grpId="0" animBg="1"/>
      <p:bldP spid="629" grpId="0" animBg="1"/>
      <p:bldP spid="630" grpId="0" animBg="1"/>
      <p:bldP spid="637" grpId="0" animBg="1"/>
      <p:bldP spid="641"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World Map Infographic</a:t>
            </a:r>
            <a:endParaRPr lang="en-US" dirty="0"/>
          </a:p>
        </p:txBody>
      </p:sp>
      <p:grpSp>
        <p:nvGrpSpPr>
          <p:cNvPr id="221" name="Group 341"/>
          <p:cNvGrpSpPr/>
          <p:nvPr/>
        </p:nvGrpSpPr>
        <p:grpSpPr>
          <a:xfrm>
            <a:off x="3953119" y="3767448"/>
            <a:ext cx="1481189" cy="1656541"/>
            <a:chOff x="4097338" y="2217738"/>
            <a:chExt cx="1139825" cy="1274763"/>
          </a:xfrm>
          <a:solidFill>
            <a:schemeClr val="bg1">
              <a:lumMod val="85000"/>
            </a:schemeClr>
          </a:solidFill>
        </p:grpSpPr>
        <p:sp>
          <p:nvSpPr>
            <p:cNvPr id="222"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4" name="Group 274"/>
          <p:cNvGrpSpPr/>
          <p:nvPr/>
        </p:nvGrpSpPr>
        <p:grpSpPr>
          <a:xfrm>
            <a:off x="2566825" y="4361574"/>
            <a:ext cx="1012903" cy="1635910"/>
            <a:chOff x="3030538" y="2674938"/>
            <a:chExt cx="779463" cy="1258888"/>
          </a:xfrm>
          <a:solidFill>
            <a:schemeClr val="bg2">
              <a:lumMod val="75000"/>
            </a:schemeClr>
          </a:solidFill>
        </p:grpSpPr>
        <p:sp>
          <p:nvSpPr>
            <p:cNvPr id="225"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7" name="Group 277"/>
          <p:cNvGrpSpPr/>
          <p:nvPr/>
        </p:nvGrpSpPr>
        <p:grpSpPr>
          <a:xfrm>
            <a:off x="689552" y="2133600"/>
            <a:ext cx="3366714" cy="2345562"/>
            <a:chOff x="1585913" y="960438"/>
            <a:chExt cx="2590800" cy="1804987"/>
          </a:xfrm>
          <a:solidFill>
            <a:schemeClr val="bg1">
              <a:lumMod val="85000"/>
            </a:schemeClr>
          </a:solidFill>
        </p:grpSpPr>
        <p:sp>
          <p:nvSpPr>
            <p:cNvPr id="228"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3"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2"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4"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5"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6"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7"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4"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5"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6"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9"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0"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3"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4"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5" name="Group 345"/>
          <p:cNvGrpSpPr/>
          <p:nvPr/>
        </p:nvGrpSpPr>
        <p:grpSpPr>
          <a:xfrm>
            <a:off x="4111963" y="2300698"/>
            <a:ext cx="893252" cy="1501821"/>
            <a:chOff x="4219575" y="1089025"/>
            <a:chExt cx="687388" cy="1155701"/>
          </a:xfrm>
          <a:solidFill>
            <a:schemeClr val="bg2">
              <a:lumMod val="75000"/>
            </a:schemeClr>
          </a:solidFill>
        </p:grpSpPr>
        <p:sp>
          <p:nvSpPr>
            <p:cNvPr id="496"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97" name="Group 343"/>
            <p:cNvGrpSpPr/>
            <p:nvPr/>
          </p:nvGrpSpPr>
          <p:grpSpPr>
            <a:xfrm>
              <a:off x="4219575" y="1089025"/>
              <a:ext cx="687388" cy="1155701"/>
              <a:chOff x="4219575" y="1089025"/>
              <a:chExt cx="687388" cy="1155701"/>
            </a:xfrm>
            <a:grpFill/>
          </p:grpSpPr>
          <p:sp>
            <p:nvSpPr>
              <p:cNvPr id="498"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0"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1"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2"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3"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8"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9"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11" name="Group 363"/>
          <p:cNvGrpSpPr/>
          <p:nvPr/>
        </p:nvGrpSpPr>
        <p:grpSpPr>
          <a:xfrm>
            <a:off x="6783469" y="4627692"/>
            <a:ext cx="1256330" cy="1097484"/>
            <a:chOff x="6275388" y="2879725"/>
            <a:chExt cx="966788" cy="844551"/>
          </a:xfrm>
          <a:solidFill>
            <a:schemeClr val="tx2">
              <a:lumMod val="25000"/>
              <a:lumOff val="75000"/>
            </a:schemeClr>
          </a:solidFill>
        </p:grpSpPr>
        <p:sp>
          <p:nvSpPr>
            <p:cNvPr id="512"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13" name="Group 361"/>
            <p:cNvGrpSpPr/>
            <p:nvPr/>
          </p:nvGrpSpPr>
          <p:grpSpPr>
            <a:xfrm>
              <a:off x="6275388" y="2917825"/>
              <a:ext cx="966788" cy="806451"/>
              <a:chOff x="6275388" y="2917825"/>
              <a:chExt cx="966788" cy="806451"/>
            </a:xfrm>
            <a:grpFill/>
          </p:grpSpPr>
          <p:sp>
            <p:nvSpPr>
              <p:cNvPr id="514"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6"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7"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8"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9"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0"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1"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2"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4"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5"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6"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9"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30" name="Group 383"/>
          <p:cNvGrpSpPr/>
          <p:nvPr/>
        </p:nvGrpSpPr>
        <p:grpSpPr>
          <a:xfrm>
            <a:off x="4753538" y="2234683"/>
            <a:ext cx="3700910" cy="2615805"/>
            <a:chOff x="4713288" y="1038225"/>
            <a:chExt cx="2847975" cy="2012950"/>
          </a:xfrm>
          <a:solidFill>
            <a:schemeClr val="bg1">
              <a:lumMod val="85000"/>
            </a:schemeClr>
          </a:solidFill>
        </p:grpSpPr>
        <p:sp>
          <p:nvSpPr>
            <p:cNvPr id="531"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3"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4"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5"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6"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7"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8"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9"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0"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1"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2"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3"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4"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5"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6"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7"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8"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9"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0"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1"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2"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3"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4"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5"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6"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7"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8"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9"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0"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1"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2"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3"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4"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5"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6"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7"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8"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9"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0"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1"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2"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3"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4"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5"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6"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7"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8"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9"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0"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1"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2"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3"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4"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5"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6"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7"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8"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9"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0"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1"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2"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3"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5"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6"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7"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98" name="Group 597"/>
          <p:cNvGrpSpPr/>
          <p:nvPr/>
        </p:nvGrpSpPr>
        <p:grpSpPr>
          <a:xfrm>
            <a:off x="1321998" y="2644684"/>
            <a:ext cx="1115204" cy="1115204"/>
            <a:chOff x="1439862" y="1893094"/>
            <a:chExt cx="879476" cy="879476"/>
          </a:xfrm>
        </p:grpSpPr>
        <p:sp>
          <p:nvSpPr>
            <p:cNvPr id="599"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0" name="Block Arc 599"/>
            <p:cNvSpPr/>
            <p:nvPr/>
          </p:nvSpPr>
          <p:spPr>
            <a:xfrm rot="16200000" flipH="1">
              <a:off x="1439862" y="1893094"/>
              <a:ext cx="879476" cy="879476"/>
            </a:xfrm>
            <a:prstGeom prst="blockArc">
              <a:avLst>
                <a:gd name="adj1" fmla="val 16822887"/>
                <a:gd name="adj2" fmla="val 10822413"/>
                <a:gd name="adj3" fmla="val 1442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01" name="Oval 600"/>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1"/>
                  </a:solidFill>
                </a:rPr>
                <a:t>75%</a:t>
              </a:r>
              <a:br>
                <a:rPr lang="en-US" sz="1050" dirty="0">
                  <a:solidFill>
                    <a:schemeClr val="accent1"/>
                  </a:solidFill>
                </a:rPr>
              </a:br>
              <a:r>
                <a:rPr lang="en-US" sz="900" dirty="0">
                  <a:solidFill>
                    <a:schemeClr val="accent1"/>
                  </a:solidFill>
                </a:rPr>
                <a:t>Title Goes Here </a:t>
              </a:r>
              <a:endParaRPr lang="en-US" sz="1050" dirty="0">
                <a:solidFill>
                  <a:schemeClr val="accent1"/>
                </a:solidFill>
              </a:endParaRPr>
            </a:p>
          </p:txBody>
        </p:sp>
      </p:grpSp>
      <p:grpSp>
        <p:nvGrpSpPr>
          <p:cNvPr id="602" name="Group 601"/>
          <p:cNvGrpSpPr/>
          <p:nvPr/>
        </p:nvGrpSpPr>
        <p:grpSpPr>
          <a:xfrm>
            <a:off x="2770996" y="4272680"/>
            <a:ext cx="1115204" cy="1115204"/>
            <a:chOff x="1439862" y="1893094"/>
            <a:chExt cx="879476" cy="879476"/>
          </a:xfrm>
        </p:grpSpPr>
        <p:sp>
          <p:nvSpPr>
            <p:cNvPr id="603"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4" name="Block Arc 603"/>
            <p:cNvSpPr/>
            <p:nvPr/>
          </p:nvSpPr>
          <p:spPr>
            <a:xfrm rot="16200000" flipH="1">
              <a:off x="1439862" y="1893094"/>
              <a:ext cx="879476" cy="879476"/>
            </a:xfrm>
            <a:prstGeom prst="blockArc">
              <a:avLst>
                <a:gd name="adj1" fmla="val 21442811"/>
                <a:gd name="adj2" fmla="val 10822413"/>
                <a:gd name="adj3" fmla="val 14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05" name="Oval 604"/>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2"/>
                  </a:solidFill>
                </a:rPr>
                <a:t>50%</a:t>
              </a:r>
              <a:br>
                <a:rPr lang="en-US" sz="1050" dirty="0">
                  <a:solidFill>
                    <a:schemeClr val="accent2"/>
                  </a:solidFill>
                </a:rPr>
              </a:br>
              <a:r>
                <a:rPr lang="en-US" sz="900" dirty="0">
                  <a:solidFill>
                    <a:schemeClr val="accent2"/>
                  </a:solidFill>
                </a:rPr>
                <a:t>Title Goes Here </a:t>
              </a:r>
              <a:endParaRPr lang="en-US" sz="1050" dirty="0">
                <a:solidFill>
                  <a:schemeClr val="accent2"/>
                </a:solidFill>
              </a:endParaRPr>
            </a:p>
          </p:txBody>
        </p:sp>
      </p:grpSp>
      <p:grpSp>
        <p:nvGrpSpPr>
          <p:cNvPr id="606" name="Group 605"/>
          <p:cNvGrpSpPr/>
          <p:nvPr/>
        </p:nvGrpSpPr>
        <p:grpSpPr>
          <a:xfrm>
            <a:off x="4195936" y="2596044"/>
            <a:ext cx="1115204" cy="1115204"/>
            <a:chOff x="1439862" y="1893094"/>
            <a:chExt cx="879476" cy="879476"/>
          </a:xfrm>
        </p:grpSpPr>
        <p:sp>
          <p:nvSpPr>
            <p:cNvPr id="607"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8" name="Block Arc 607"/>
            <p:cNvSpPr/>
            <p:nvPr/>
          </p:nvSpPr>
          <p:spPr>
            <a:xfrm rot="16200000" flipH="1">
              <a:off x="1439862" y="1893094"/>
              <a:ext cx="879476" cy="879476"/>
            </a:xfrm>
            <a:prstGeom prst="blockArc">
              <a:avLst>
                <a:gd name="adj1" fmla="val 5333591"/>
                <a:gd name="adj2" fmla="val 10822413"/>
                <a:gd name="adj3" fmla="val 144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09" name="Oval 608"/>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3"/>
                  </a:solidFill>
                </a:rPr>
                <a:t>15%</a:t>
              </a:r>
              <a:br>
                <a:rPr lang="en-US" sz="1050" dirty="0">
                  <a:solidFill>
                    <a:schemeClr val="accent3"/>
                  </a:solidFill>
                </a:rPr>
              </a:br>
              <a:r>
                <a:rPr lang="en-US" sz="900" dirty="0">
                  <a:solidFill>
                    <a:schemeClr val="accent3"/>
                  </a:solidFill>
                </a:rPr>
                <a:t>Title Goes Here </a:t>
              </a:r>
              <a:endParaRPr lang="en-US" sz="1050" dirty="0">
                <a:solidFill>
                  <a:schemeClr val="accent3"/>
                </a:solidFill>
              </a:endParaRPr>
            </a:p>
          </p:txBody>
        </p:sp>
      </p:grpSp>
      <p:grpSp>
        <p:nvGrpSpPr>
          <p:cNvPr id="610" name="Group 609"/>
          <p:cNvGrpSpPr/>
          <p:nvPr/>
        </p:nvGrpSpPr>
        <p:grpSpPr>
          <a:xfrm>
            <a:off x="4460264" y="3977513"/>
            <a:ext cx="1115204" cy="1115204"/>
            <a:chOff x="1439862" y="1893094"/>
            <a:chExt cx="879476" cy="879476"/>
          </a:xfrm>
        </p:grpSpPr>
        <p:sp>
          <p:nvSpPr>
            <p:cNvPr id="611"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2" name="Block Arc 611"/>
            <p:cNvSpPr/>
            <p:nvPr/>
          </p:nvSpPr>
          <p:spPr>
            <a:xfrm rot="16200000" flipH="1">
              <a:off x="1439862" y="1893094"/>
              <a:ext cx="879476" cy="879476"/>
            </a:xfrm>
            <a:prstGeom prst="blockArc">
              <a:avLst>
                <a:gd name="adj1" fmla="val 2043668"/>
                <a:gd name="adj2" fmla="val 10822413"/>
                <a:gd name="adj3" fmla="val 144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13" name="Oval 612"/>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4"/>
                  </a:solidFill>
                </a:rPr>
                <a:t>45%</a:t>
              </a:r>
              <a:br>
                <a:rPr lang="en-US" sz="1050" dirty="0">
                  <a:solidFill>
                    <a:schemeClr val="accent4"/>
                  </a:solidFill>
                </a:rPr>
              </a:br>
              <a:r>
                <a:rPr lang="en-US" sz="900" dirty="0">
                  <a:solidFill>
                    <a:schemeClr val="accent4"/>
                  </a:solidFill>
                </a:rPr>
                <a:t>Title Goes Here </a:t>
              </a:r>
              <a:endParaRPr lang="en-US" sz="1050" dirty="0">
                <a:solidFill>
                  <a:schemeClr val="accent4"/>
                </a:solidFill>
              </a:endParaRPr>
            </a:p>
          </p:txBody>
        </p:sp>
      </p:grpSp>
      <p:grpSp>
        <p:nvGrpSpPr>
          <p:cNvPr id="614" name="Group 613"/>
          <p:cNvGrpSpPr/>
          <p:nvPr/>
        </p:nvGrpSpPr>
        <p:grpSpPr>
          <a:xfrm>
            <a:off x="5895196" y="2492284"/>
            <a:ext cx="1115204" cy="1115204"/>
            <a:chOff x="1439862" y="1893094"/>
            <a:chExt cx="879476" cy="879476"/>
          </a:xfrm>
        </p:grpSpPr>
        <p:sp>
          <p:nvSpPr>
            <p:cNvPr id="615"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6" name="Block Arc 615"/>
            <p:cNvSpPr/>
            <p:nvPr/>
          </p:nvSpPr>
          <p:spPr>
            <a:xfrm rot="16200000" flipH="1">
              <a:off x="1439862" y="1893094"/>
              <a:ext cx="879476" cy="879476"/>
            </a:xfrm>
            <a:prstGeom prst="blockArc">
              <a:avLst>
                <a:gd name="adj1" fmla="val 19652418"/>
                <a:gd name="adj2" fmla="val 10822413"/>
                <a:gd name="adj3" fmla="val 144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17" name="Oval 616"/>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5"/>
                  </a:solidFill>
                </a:rPr>
                <a:t>65%</a:t>
              </a:r>
              <a:br>
                <a:rPr lang="en-US" sz="1050" dirty="0">
                  <a:solidFill>
                    <a:schemeClr val="accent5"/>
                  </a:solidFill>
                </a:rPr>
              </a:br>
              <a:r>
                <a:rPr lang="en-US" sz="900" dirty="0">
                  <a:solidFill>
                    <a:schemeClr val="accent5"/>
                  </a:solidFill>
                </a:rPr>
                <a:t>Title Goes Here </a:t>
              </a:r>
              <a:endParaRPr lang="en-US" sz="1050" dirty="0">
                <a:solidFill>
                  <a:schemeClr val="accent5"/>
                </a:solidFill>
              </a:endParaRPr>
            </a:p>
          </p:txBody>
        </p:sp>
      </p:grpSp>
      <p:grpSp>
        <p:nvGrpSpPr>
          <p:cNvPr id="618" name="Group 617"/>
          <p:cNvGrpSpPr/>
          <p:nvPr/>
        </p:nvGrpSpPr>
        <p:grpSpPr>
          <a:xfrm>
            <a:off x="6961996" y="4196480"/>
            <a:ext cx="1115204" cy="1115204"/>
            <a:chOff x="1439862" y="1893094"/>
            <a:chExt cx="879476" cy="879476"/>
          </a:xfrm>
        </p:grpSpPr>
        <p:sp>
          <p:nvSpPr>
            <p:cNvPr id="619"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0" name="Block Arc 619"/>
            <p:cNvSpPr/>
            <p:nvPr/>
          </p:nvSpPr>
          <p:spPr>
            <a:xfrm rot="16200000" flipH="1">
              <a:off x="1439862" y="1893094"/>
              <a:ext cx="879476" cy="879476"/>
            </a:xfrm>
            <a:prstGeom prst="blockArc">
              <a:avLst>
                <a:gd name="adj1" fmla="val 13752972"/>
                <a:gd name="adj2" fmla="val 10822413"/>
                <a:gd name="adj3" fmla="val 144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21" name="Oval 620"/>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6"/>
                  </a:solidFill>
                </a:rPr>
                <a:t>95%</a:t>
              </a:r>
              <a:br>
                <a:rPr lang="en-US" sz="1050" dirty="0">
                  <a:solidFill>
                    <a:schemeClr val="accent6"/>
                  </a:solidFill>
                </a:rPr>
              </a:br>
              <a:r>
                <a:rPr lang="en-US" sz="900" dirty="0">
                  <a:solidFill>
                    <a:schemeClr val="accent6"/>
                  </a:solidFill>
                </a:rPr>
                <a:t>Title Goes Here </a:t>
              </a:r>
              <a:endParaRPr lang="en-US" sz="1050" dirty="0">
                <a:solidFill>
                  <a:schemeClr val="accent6"/>
                </a:solidFill>
              </a:endParaRPr>
            </a:p>
          </p:txBody>
        </p:sp>
      </p:grpSp>
      <p:sp>
        <p:nvSpPr>
          <p:cNvPr id="622" name="Round Single Corner Rectangle 621"/>
          <p:cNvSpPr/>
          <p:nvPr/>
        </p:nvSpPr>
        <p:spPr>
          <a:xfrm>
            <a:off x="0" y="4511584"/>
            <a:ext cx="2672034" cy="1008778"/>
          </a:xfrm>
          <a:prstGeom prst="round1Rect">
            <a:avLst>
              <a:gd name="adj" fmla="val 29886"/>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3" name="Footer Text"/>
          <p:cNvSpPr txBox="1"/>
          <p:nvPr/>
        </p:nvSpPr>
        <p:spPr>
          <a:xfrm>
            <a:off x="260144" y="4606655"/>
            <a:ext cx="2083006" cy="830997"/>
          </a:xfrm>
          <a:prstGeom prst="rect">
            <a:avLst/>
          </a:prstGeom>
          <a:noFill/>
        </p:spPr>
        <p:txBody>
          <a:bodyPr wrap="square" lIns="0" tIns="0" rIns="0" bIns="0" rtlCol="0">
            <a:spAutoFit/>
          </a:bodyPr>
          <a:lstStyle/>
          <a:p>
            <a:r>
              <a:rPr lang="en-US" sz="1400" b="1" dirty="0">
                <a:solidFill>
                  <a:schemeClr val="bg1"/>
                </a:solidFill>
              </a:rPr>
              <a:t>Title Goes Here</a:t>
            </a:r>
            <a:br>
              <a:rPr lang="en-US" sz="1000" dirty="0">
                <a:solidFill>
                  <a:schemeClr val="bg1"/>
                </a:solidFill>
              </a:rPr>
            </a:br>
            <a:r>
              <a:rPr lang="en-US" sz="1000" dirty="0">
                <a:solidFill>
                  <a:schemeClr val="bg1"/>
                </a:solidFill>
              </a:rPr>
              <a:t>of lorem ipsum available, but the majority have suffered alteration in some form, by injected humour randomized words which don't look. </a:t>
            </a:r>
          </a:p>
        </p:txBody>
      </p:sp>
      <p:grpSp>
        <p:nvGrpSpPr>
          <p:cNvPr id="624" name="Group 623"/>
          <p:cNvGrpSpPr/>
          <p:nvPr/>
        </p:nvGrpSpPr>
        <p:grpSpPr>
          <a:xfrm>
            <a:off x="1209703" y="5749322"/>
            <a:ext cx="6724594" cy="201168"/>
            <a:chOff x="1028811" y="4267200"/>
            <a:chExt cx="6724594" cy="201168"/>
          </a:xfrm>
        </p:grpSpPr>
        <p:grpSp>
          <p:nvGrpSpPr>
            <p:cNvPr id="625" name="Group 50"/>
            <p:cNvGrpSpPr/>
            <p:nvPr/>
          </p:nvGrpSpPr>
          <p:grpSpPr>
            <a:xfrm>
              <a:off x="1028811" y="4267200"/>
              <a:ext cx="1008726" cy="201168"/>
              <a:chOff x="2221306" y="3914656"/>
              <a:chExt cx="1008726" cy="201168"/>
            </a:xfrm>
          </p:grpSpPr>
          <p:sp>
            <p:nvSpPr>
              <p:cNvPr id="640" name="TextBox 639"/>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41" name="Oval 640"/>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6" name="Group 50"/>
            <p:cNvGrpSpPr/>
            <p:nvPr/>
          </p:nvGrpSpPr>
          <p:grpSpPr>
            <a:xfrm>
              <a:off x="2176777" y="4267200"/>
              <a:ext cx="1008726" cy="201168"/>
              <a:chOff x="2221306" y="3914656"/>
              <a:chExt cx="1008726" cy="201168"/>
            </a:xfrm>
          </p:grpSpPr>
          <p:sp>
            <p:nvSpPr>
              <p:cNvPr id="638" name="TextBox 637"/>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39" name="Oval 638"/>
              <p:cNvSpPr>
                <a:spLocks noChangeAspect="1"/>
              </p:cNvSpPr>
              <p:nvPr/>
            </p:nvSpPr>
            <p:spPr>
              <a:xfrm>
                <a:off x="2221306" y="3914656"/>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7" name="Group 50"/>
            <p:cNvGrpSpPr/>
            <p:nvPr/>
          </p:nvGrpSpPr>
          <p:grpSpPr>
            <a:xfrm>
              <a:off x="3324743" y="4267200"/>
              <a:ext cx="1008726" cy="201168"/>
              <a:chOff x="2221306" y="3914656"/>
              <a:chExt cx="1008726" cy="201168"/>
            </a:xfrm>
          </p:grpSpPr>
          <p:sp>
            <p:nvSpPr>
              <p:cNvPr id="636" name="TextBox 635"/>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37" name="Oval 636"/>
              <p:cNvSpPr>
                <a:spLocks noChangeAspect="1"/>
              </p:cNvSpPr>
              <p:nvPr/>
            </p:nvSpPr>
            <p:spPr>
              <a:xfrm>
                <a:off x="2221306" y="3914656"/>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8" name="Group 50"/>
            <p:cNvGrpSpPr/>
            <p:nvPr/>
          </p:nvGrpSpPr>
          <p:grpSpPr>
            <a:xfrm>
              <a:off x="4472709" y="4267200"/>
              <a:ext cx="1008726" cy="201168"/>
              <a:chOff x="2221306" y="3914656"/>
              <a:chExt cx="1008726" cy="201168"/>
            </a:xfrm>
          </p:grpSpPr>
          <p:sp>
            <p:nvSpPr>
              <p:cNvPr id="634" name="TextBox 633"/>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35" name="Oval 634"/>
              <p:cNvSpPr>
                <a:spLocks noChangeAspect="1"/>
              </p:cNvSpPr>
              <p:nvPr/>
            </p:nvSpPr>
            <p:spPr>
              <a:xfrm>
                <a:off x="2221306" y="3914656"/>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9" name="Group 50"/>
            <p:cNvGrpSpPr/>
            <p:nvPr/>
          </p:nvGrpSpPr>
          <p:grpSpPr>
            <a:xfrm>
              <a:off x="5620674" y="4267200"/>
              <a:ext cx="2132731" cy="201168"/>
              <a:chOff x="2221306" y="3914656"/>
              <a:chExt cx="2132731" cy="201168"/>
            </a:xfrm>
          </p:grpSpPr>
          <p:sp>
            <p:nvSpPr>
              <p:cNvPr id="630" name="TextBox 629"/>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31" name="Oval 630"/>
              <p:cNvSpPr>
                <a:spLocks noChangeAspect="1"/>
              </p:cNvSpPr>
              <p:nvPr/>
            </p:nvSpPr>
            <p:spPr>
              <a:xfrm>
                <a:off x="2221306" y="3914656"/>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2" name="TextBox 631"/>
              <p:cNvSpPr txBox="1"/>
              <p:nvPr/>
            </p:nvSpPr>
            <p:spPr>
              <a:xfrm>
                <a:off x="3587802"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33" name="Oval 632"/>
              <p:cNvSpPr>
                <a:spLocks noChangeAspect="1"/>
              </p:cNvSpPr>
              <p:nvPr/>
            </p:nvSpPr>
            <p:spPr>
              <a:xfrm>
                <a:off x="3345311" y="3914656"/>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622"/>
                                        </p:tgtEl>
                                        <p:attrNameLst>
                                          <p:attrName>style.visibility</p:attrName>
                                        </p:attrNameLst>
                                      </p:cBhvr>
                                      <p:to>
                                        <p:strVal val="visible"/>
                                      </p:to>
                                    </p:set>
                                    <p:animEffect transition="in" filter="slide(fromLeft)">
                                      <p:cBhvr>
                                        <p:cTn id="7" dur="500"/>
                                        <p:tgtEl>
                                          <p:spTgt spid="62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23"/>
                                        </p:tgtEl>
                                        <p:attrNameLst>
                                          <p:attrName>style.visibility</p:attrName>
                                        </p:attrNameLst>
                                      </p:cBhvr>
                                      <p:to>
                                        <p:strVal val="visible"/>
                                      </p:to>
                                    </p:set>
                                    <p:animEffect transition="in" filter="wipe(left)">
                                      <p:cBhvr>
                                        <p:cTn id="11" dur="500"/>
                                        <p:tgtEl>
                                          <p:spTgt spid="623"/>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227"/>
                                        </p:tgtEl>
                                        <p:attrNameLst>
                                          <p:attrName>style.visibility</p:attrName>
                                        </p:attrNameLst>
                                      </p:cBhvr>
                                      <p:to>
                                        <p:strVal val="visible"/>
                                      </p:to>
                                    </p:set>
                                    <p:anim calcmode="lin" valueType="num">
                                      <p:cBhvr>
                                        <p:cTn id="15" dur="500" fill="hold"/>
                                        <p:tgtEl>
                                          <p:spTgt spid="227"/>
                                        </p:tgtEl>
                                        <p:attrNameLst>
                                          <p:attrName>ppt_w</p:attrName>
                                        </p:attrNameLst>
                                      </p:cBhvr>
                                      <p:tavLst>
                                        <p:tav tm="0">
                                          <p:val>
                                            <p:fltVal val="0"/>
                                          </p:val>
                                        </p:tav>
                                        <p:tav tm="100000">
                                          <p:val>
                                            <p:strVal val="#ppt_w"/>
                                          </p:val>
                                        </p:tav>
                                      </p:tavLst>
                                    </p:anim>
                                    <p:anim calcmode="lin" valueType="num">
                                      <p:cBhvr>
                                        <p:cTn id="16" dur="500" fill="hold"/>
                                        <p:tgtEl>
                                          <p:spTgt spid="227"/>
                                        </p:tgtEl>
                                        <p:attrNameLst>
                                          <p:attrName>ppt_h</p:attrName>
                                        </p:attrNameLst>
                                      </p:cBhvr>
                                      <p:tavLst>
                                        <p:tav tm="0">
                                          <p:val>
                                            <p:fltVal val="0"/>
                                          </p:val>
                                        </p:tav>
                                        <p:tav tm="100000">
                                          <p:val>
                                            <p:strVal val="#ppt_h"/>
                                          </p:val>
                                        </p:tav>
                                      </p:tavLst>
                                    </p:anim>
                                    <p:animEffect transition="in" filter="fade">
                                      <p:cBhvr>
                                        <p:cTn id="17" dur="500"/>
                                        <p:tgtEl>
                                          <p:spTgt spid="227"/>
                                        </p:tgtEl>
                                      </p:cBhvr>
                                    </p:animEffect>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598"/>
                                        </p:tgtEl>
                                        <p:attrNameLst>
                                          <p:attrName>style.visibility</p:attrName>
                                        </p:attrNameLst>
                                      </p:cBhvr>
                                      <p:to>
                                        <p:strVal val="visible"/>
                                      </p:to>
                                    </p:set>
                                    <p:anim calcmode="lin" valueType="num">
                                      <p:cBhvr>
                                        <p:cTn id="21" dur="500" fill="hold"/>
                                        <p:tgtEl>
                                          <p:spTgt spid="598"/>
                                        </p:tgtEl>
                                        <p:attrNameLst>
                                          <p:attrName>ppt_w</p:attrName>
                                        </p:attrNameLst>
                                      </p:cBhvr>
                                      <p:tavLst>
                                        <p:tav tm="0">
                                          <p:val>
                                            <p:fltVal val="0"/>
                                          </p:val>
                                        </p:tav>
                                        <p:tav tm="100000">
                                          <p:val>
                                            <p:strVal val="#ppt_w"/>
                                          </p:val>
                                        </p:tav>
                                      </p:tavLst>
                                    </p:anim>
                                    <p:anim calcmode="lin" valueType="num">
                                      <p:cBhvr>
                                        <p:cTn id="22" dur="500" fill="hold"/>
                                        <p:tgtEl>
                                          <p:spTgt spid="598"/>
                                        </p:tgtEl>
                                        <p:attrNameLst>
                                          <p:attrName>ppt_h</p:attrName>
                                        </p:attrNameLst>
                                      </p:cBhvr>
                                      <p:tavLst>
                                        <p:tav tm="0">
                                          <p:val>
                                            <p:fltVal val="0"/>
                                          </p:val>
                                        </p:tav>
                                        <p:tav tm="100000">
                                          <p:val>
                                            <p:strVal val="#ppt_h"/>
                                          </p:val>
                                        </p:tav>
                                      </p:tavLst>
                                    </p:anim>
                                    <p:animEffect transition="in" filter="fade">
                                      <p:cBhvr>
                                        <p:cTn id="23" dur="500"/>
                                        <p:tgtEl>
                                          <p:spTgt spid="598"/>
                                        </p:tgtEl>
                                      </p:cBhvr>
                                    </p:animEffect>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224"/>
                                        </p:tgtEl>
                                        <p:attrNameLst>
                                          <p:attrName>style.visibility</p:attrName>
                                        </p:attrNameLst>
                                      </p:cBhvr>
                                      <p:to>
                                        <p:strVal val="visible"/>
                                      </p:to>
                                    </p:set>
                                    <p:anim calcmode="lin" valueType="num">
                                      <p:cBhvr>
                                        <p:cTn id="27" dur="500" fill="hold"/>
                                        <p:tgtEl>
                                          <p:spTgt spid="224"/>
                                        </p:tgtEl>
                                        <p:attrNameLst>
                                          <p:attrName>ppt_w</p:attrName>
                                        </p:attrNameLst>
                                      </p:cBhvr>
                                      <p:tavLst>
                                        <p:tav tm="0">
                                          <p:val>
                                            <p:fltVal val="0"/>
                                          </p:val>
                                        </p:tav>
                                        <p:tav tm="100000">
                                          <p:val>
                                            <p:strVal val="#ppt_w"/>
                                          </p:val>
                                        </p:tav>
                                      </p:tavLst>
                                    </p:anim>
                                    <p:anim calcmode="lin" valueType="num">
                                      <p:cBhvr>
                                        <p:cTn id="28" dur="500" fill="hold"/>
                                        <p:tgtEl>
                                          <p:spTgt spid="224"/>
                                        </p:tgtEl>
                                        <p:attrNameLst>
                                          <p:attrName>ppt_h</p:attrName>
                                        </p:attrNameLst>
                                      </p:cBhvr>
                                      <p:tavLst>
                                        <p:tav tm="0">
                                          <p:val>
                                            <p:fltVal val="0"/>
                                          </p:val>
                                        </p:tav>
                                        <p:tav tm="100000">
                                          <p:val>
                                            <p:strVal val="#ppt_h"/>
                                          </p:val>
                                        </p:tav>
                                      </p:tavLst>
                                    </p:anim>
                                    <p:animEffect transition="in" filter="fade">
                                      <p:cBhvr>
                                        <p:cTn id="29" dur="500"/>
                                        <p:tgtEl>
                                          <p:spTgt spid="224"/>
                                        </p:tgtEl>
                                      </p:cBhvr>
                                    </p:animEffect>
                                  </p:childTnLst>
                                </p:cTn>
                              </p:par>
                            </p:childTnLst>
                          </p:cTn>
                        </p:par>
                        <p:par>
                          <p:cTn id="30" fill="hold">
                            <p:stCondLst>
                              <p:cond delay="2500"/>
                            </p:stCondLst>
                            <p:childTnLst>
                              <p:par>
                                <p:cTn id="31" presetID="53" presetClass="entr" presetSubtype="0" fill="hold" nodeType="afterEffect">
                                  <p:stCondLst>
                                    <p:cond delay="0"/>
                                  </p:stCondLst>
                                  <p:childTnLst>
                                    <p:set>
                                      <p:cBhvr>
                                        <p:cTn id="32" dur="1" fill="hold">
                                          <p:stCondLst>
                                            <p:cond delay="0"/>
                                          </p:stCondLst>
                                        </p:cTn>
                                        <p:tgtEl>
                                          <p:spTgt spid="602"/>
                                        </p:tgtEl>
                                        <p:attrNameLst>
                                          <p:attrName>style.visibility</p:attrName>
                                        </p:attrNameLst>
                                      </p:cBhvr>
                                      <p:to>
                                        <p:strVal val="visible"/>
                                      </p:to>
                                    </p:set>
                                    <p:anim calcmode="lin" valueType="num">
                                      <p:cBhvr>
                                        <p:cTn id="33" dur="500" fill="hold"/>
                                        <p:tgtEl>
                                          <p:spTgt spid="602"/>
                                        </p:tgtEl>
                                        <p:attrNameLst>
                                          <p:attrName>ppt_w</p:attrName>
                                        </p:attrNameLst>
                                      </p:cBhvr>
                                      <p:tavLst>
                                        <p:tav tm="0">
                                          <p:val>
                                            <p:fltVal val="0"/>
                                          </p:val>
                                        </p:tav>
                                        <p:tav tm="100000">
                                          <p:val>
                                            <p:strVal val="#ppt_w"/>
                                          </p:val>
                                        </p:tav>
                                      </p:tavLst>
                                    </p:anim>
                                    <p:anim calcmode="lin" valueType="num">
                                      <p:cBhvr>
                                        <p:cTn id="34" dur="500" fill="hold"/>
                                        <p:tgtEl>
                                          <p:spTgt spid="602"/>
                                        </p:tgtEl>
                                        <p:attrNameLst>
                                          <p:attrName>ppt_h</p:attrName>
                                        </p:attrNameLst>
                                      </p:cBhvr>
                                      <p:tavLst>
                                        <p:tav tm="0">
                                          <p:val>
                                            <p:fltVal val="0"/>
                                          </p:val>
                                        </p:tav>
                                        <p:tav tm="100000">
                                          <p:val>
                                            <p:strVal val="#ppt_h"/>
                                          </p:val>
                                        </p:tav>
                                      </p:tavLst>
                                    </p:anim>
                                    <p:animEffect transition="in" filter="fade">
                                      <p:cBhvr>
                                        <p:cTn id="35" dur="500"/>
                                        <p:tgtEl>
                                          <p:spTgt spid="602"/>
                                        </p:tgtEl>
                                      </p:cBhvr>
                                    </p:animEffect>
                                  </p:childTnLst>
                                </p:cTn>
                              </p:par>
                            </p:childTnLst>
                          </p:cTn>
                        </p:par>
                        <p:par>
                          <p:cTn id="36" fill="hold">
                            <p:stCondLst>
                              <p:cond delay="3000"/>
                            </p:stCondLst>
                            <p:childTnLst>
                              <p:par>
                                <p:cTn id="37" presetID="53" presetClass="entr" presetSubtype="0" fill="hold" nodeType="afterEffect">
                                  <p:stCondLst>
                                    <p:cond delay="0"/>
                                  </p:stCondLst>
                                  <p:childTnLst>
                                    <p:set>
                                      <p:cBhvr>
                                        <p:cTn id="38" dur="1" fill="hold">
                                          <p:stCondLst>
                                            <p:cond delay="0"/>
                                          </p:stCondLst>
                                        </p:cTn>
                                        <p:tgtEl>
                                          <p:spTgt spid="495"/>
                                        </p:tgtEl>
                                        <p:attrNameLst>
                                          <p:attrName>style.visibility</p:attrName>
                                        </p:attrNameLst>
                                      </p:cBhvr>
                                      <p:to>
                                        <p:strVal val="visible"/>
                                      </p:to>
                                    </p:set>
                                    <p:anim calcmode="lin" valueType="num">
                                      <p:cBhvr>
                                        <p:cTn id="39" dur="500" fill="hold"/>
                                        <p:tgtEl>
                                          <p:spTgt spid="495"/>
                                        </p:tgtEl>
                                        <p:attrNameLst>
                                          <p:attrName>ppt_w</p:attrName>
                                        </p:attrNameLst>
                                      </p:cBhvr>
                                      <p:tavLst>
                                        <p:tav tm="0">
                                          <p:val>
                                            <p:fltVal val="0"/>
                                          </p:val>
                                        </p:tav>
                                        <p:tav tm="100000">
                                          <p:val>
                                            <p:strVal val="#ppt_w"/>
                                          </p:val>
                                        </p:tav>
                                      </p:tavLst>
                                    </p:anim>
                                    <p:anim calcmode="lin" valueType="num">
                                      <p:cBhvr>
                                        <p:cTn id="40" dur="500" fill="hold"/>
                                        <p:tgtEl>
                                          <p:spTgt spid="495"/>
                                        </p:tgtEl>
                                        <p:attrNameLst>
                                          <p:attrName>ppt_h</p:attrName>
                                        </p:attrNameLst>
                                      </p:cBhvr>
                                      <p:tavLst>
                                        <p:tav tm="0">
                                          <p:val>
                                            <p:fltVal val="0"/>
                                          </p:val>
                                        </p:tav>
                                        <p:tav tm="100000">
                                          <p:val>
                                            <p:strVal val="#ppt_h"/>
                                          </p:val>
                                        </p:tav>
                                      </p:tavLst>
                                    </p:anim>
                                    <p:animEffect transition="in" filter="fade">
                                      <p:cBhvr>
                                        <p:cTn id="41" dur="500"/>
                                        <p:tgtEl>
                                          <p:spTgt spid="495"/>
                                        </p:tgtEl>
                                      </p:cBhvr>
                                    </p:animEffect>
                                  </p:childTnLst>
                                </p:cTn>
                              </p:par>
                            </p:childTnLst>
                          </p:cTn>
                        </p:par>
                        <p:par>
                          <p:cTn id="42" fill="hold">
                            <p:stCondLst>
                              <p:cond delay="3500"/>
                            </p:stCondLst>
                            <p:childTnLst>
                              <p:par>
                                <p:cTn id="43" presetID="53" presetClass="entr" presetSubtype="0" fill="hold" nodeType="afterEffect">
                                  <p:stCondLst>
                                    <p:cond delay="0"/>
                                  </p:stCondLst>
                                  <p:childTnLst>
                                    <p:set>
                                      <p:cBhvr>
                                        <p:cTn id="44" dur="1" fill="hold">
                                          <p:stCondLst>
                                            <p:cond delay="0"/>
                                          </p:stCondLst>
                                        </p:cTn>
                                        <p:tgtEl>
                                          <p:spTgt spid="606"/>
                                        </p:tgtEl>
                                        <p:attrNameLst>
                                          <p:attrName>style.visibility</p:attrName>
                                        </p:attrNameLst>
                                      </p:cBhvr>
                                      <p:to>
                                        <p:strVal val="visible"/>
                                      </p:to>
                                    </p:set>
                                    <p:anim calcmode="lin" valueType="num">
                                      <p:cBhvr>
                                        <p:cTn id="45" dur="500" fill="hold"/>
                                        <p:tgtEl>
                                          <p:spTgt spid="606"/>
                                        </p:tgtEl>
                                        <p:attrNameLst>
                                          <p:attrName>ppt_w</p:attrName>
                                        </p:attrNameLst>
                                      </p:cBhvr>
                                      <p:tavLst>
                                        <p:tav tm="0">
                                          <p:val>
                                            <p:fltVal val="0"/>
                                          </p:val>
                                        </p:tav>
                                        <p:tav tm="100000">
                                          <p:val>
                                            <p:strVal val="#ppt_w"/>
                                          </p:val>
                                        </p:tav>
                                      </p:tavLst>
                                    </p:anim>
                                    <p:anim calcmode="lin" valueType="num">
                                      <p:cBhvr>
                                        <p:cTn id="46" dur="500" fill="hold"/>
                                        <p:tgtEl>
                                          <p:spTgt spid="606"/>
                                        </p:tgtEl>
                                        <p:attrNameLst>
                                          <p:attrName>ppt_h</p:attrName>
                                        </p:attrNameLst>
                                      </p:cBhvr>
                                      <p:tavLst>
                                        <p:tav tm="0">
                                          <p:val>
                                            <p:fltVal val="0"/>
                                          </p:val>
                                        </p:tav>
                                        <p:tav tm="100000">
                                          <p:val>
                                            <p:strVal val="#ppt_h"/>
                                          </p:val>
                                        </p:tav>
                                      </p:tavLst>
                                    </p:anim>
                                    <p:animEffect transition="in" filter="fade">
                                      <p:cBhvr>
                                        <p:cTn id="47" dur="500"/>
                                        <p:tgtEl>
                                          <p:spTgt spid="606"/>
                                        </p:tgtEl>
                                      </p:cBhvr>
                                    </p:animEffect>
                                  </p:childTnLst>
                                </p:cTn>
                              </p:par>
                            </p:childTnLst>
                          </p:cTn>
                        </p:par>
                        <p:par>
                          <p:cTn id="48" fill="hold">
                            <p:stCondLst>
                              <p:cond delay="4000"/>
                            </p:stCondLst>
                            <p:childTnLst>
                              <p:par>
                                <p:cTn id="49" presetID="53" presetClass="entr" presetSubtype="0" fill="hold" nodeType="afterEffect">
                                  <p:stCondLst>
                                    <p:cond delay="0"/>
                                  </p:stCondLst>
                                  <p:childTnLst>
                                    <p:set>
                                      <p:cBhvr>
                                        <p:cTn id="50" dur="1" fill="hold">
                                          <p:stCondLst>
                                            <p:cond delay="0"/>
                                          </p:stCondLst>
                                        </p:cTn>
                                        <p:tgtEl>
                                          <p:spTgt spid="221"/>
                                        </p:tgtEl>
                                        <p:attrNameLst>
                                          <p:attrName>style.visibility</p:attrName>
                                        </p:attrNameLst>
                                      </p:cBhvr>
                                      <p:to>
                                        <p:strVal val="visible"/>
                                      </p:to>
                                    </p:set>
                                    <p:anim calcmode="lin" valueType="num">
                                      <p:cBhvr>
                                        <p:cTn id="51" dur="500" fill="hold"/>
                                        <p:tgtEl>
                                          <p:spTgt spid="221"/>
                                        </p:tgtEl>
                                        <p:attrNameLst>
                                          <p:attrName>ppt_w</p:attrName>
                                        </p:attrNameLst>
                                      </p:cBhvr>
                                      <p:tavLst>
                                        <p:tav tm="0">
                                          <p:val>
                                            <p:fltVal val="0"/>
                                          </p:val>
                                        </p:tav>
                                        <p:tav tm="100000">
                                          <p:val>
                                            <p:strVal val="#ppt_w"/>
                                          </p:val>
                                        </p:tav>
                                      </p:tavLst>
                                    </p:anim>
                                    <p:anim calcmode="lin" valueType="num">
                                      <p:cBhvr>
                                        <p:cTn id="52" dur="500" fill="hold"/>
                                        <p:tgtEl>
                                          <p:spTgt spid="221"/>
                                        </p:tgtEl>
                                        <p:attrNameLst>
                                          <p:attrName>ppt_h</p:attrName>
                                        </p:attrNameLst>
                                      </p:cBhvr>
                                      <p:tavLst>
                                        <p:tav tm="0">
                                          <p:val>
                                            <p:fltVal val="0"/>
                                          </p:val>
                                        </p:tav>
                                        <p:tav tm="100000">
                                          <p:val>
                                            <p:strVal val="#ppt_h"/>
                                          </p:val>
                                        </p:tav>
                                      </p:tavLst>
                                    </p:anim>
                                    <p:animEffect transition="in" filter="fade">
                                      <p:cBhvr>
                                        <p:cTn id="53" dur="500"/>
                                        <p:tgtEl>
                                          <p:spTgt spid="221"/>
                                        </p:tgtEl>
                                      </p:cBhvr>
                                    </p:animEffect>
                                  </p:childTnLst>
                                </p:cTn>
                              </p:par>
                            </p:childTnLst>
                          </p:cTn>
                        </p:par>
                        <p:par>
                          <p:cTn id="54" fill="hold">
                            <p:stCondLst>
                              <p:cond delay="4500"/>
                            </p:stCondLst>
                            <p:childTnLst>
                              <p:par>
                                <p:cTn id="55" presetID="53" presetClass="entr" presetSubtype="0" fill="hold" nodeType="afterEffect">
                                  <p:stCondLst>
                                    <p:cond delay="0"/>
                                  </p:stCondLst>
                                  <p:childTnLst>
                                    <p:set>
                                      <p:cBhvr>
                                        <p:cTn id="56" dur="1" fill="hold">
                                          <p:stCondLst>
                                            <p:cond delay="0"/>
                                          </p:stCondLst>
                                        </p:cTn>
                                        <p:tgtEl>
                                          <p:spTgt spid="610"/>
                                        </p:tgtEl>
                                        <p:attrNameLst>
                                          <p:attrName>style.visibility</p:attrName>
                                        </p:attrNameLst>
                                      </p:cBhvr>
                                      <p:to>
                                        <p:strVal val="visible"/>
                                      </p:to>
                                    </p:set>
                                    <p:anim calcmode="lin" valueType="num">
                                      <p:cBhvr>
                                        <p:cTn id="57" dur="500" fill="hold"/>
                                        <p:tgtEl>
                                          <p:spTgt spid="610"/>
                                        </p:tgtEl>
                                        <p:attrNameLst>
                                          <p:attrName>ppt_w</p:attrName>
                                        </p:attrNameLst>
                                      </p:cBhvr>
                                      <p:tavLst>
                                        <p:tav tm="0">
                                          <p:val>
                                            <p:fltVal val="0"/>
                                          </p:val>
                                        </p:tav>
                                        <p:tav tm="100000">
                                          <p:val>
                                            <p:strVal val="#ppt_w"/>
                                          </p:val>
                                        </p:tav>
                                      </p:tavLst>
                                    </p:anim>
                                    <p:anim calcmode="lin" valueType="num">
                                      <p:cBhvr>
                                        <p:cTn id="58" dur="500" fill="hold"/>
                                        <p:tgtEl>
                                          <p:spTgt spid="610"/>
                                        </p:tgtEl>
                                        <p:attrNameLst>
                                          <p:attrName>ppt_h</p:attrName>
                                        </p:attrNameLst>
                                      </p:cBhvr>
                                      <p:tavLst>
                                        <p:tav tm="0">
                                          <p:val>
                                            <p:fltVal val="0"/>
                                          </p:val>
                                        </p:tav>
                                        <p:tav tm="100000">
                                          <p:val>
                                            <p:strVal val="#ppt_h"/>
                                          </p:val>
                                        </p:tav>
                                      </p:tavLst>
                                    </p:anim>
                                    <p:animEffect transition="in" filter="fade">
                                      <p:cBhvr>
                                        <p:cTn id="59" dur="500"/>
                                        <p:tgtEl>
                                          <p:spTgt spid="610"/>
                                        </p:tgtEl>
                                      </p:cBhvr>
                                    </p:animEffect>
                                  </p:childTnLst>
                                </p:cTn>
                              </p:par>
                            </p:childTnLst>
                          </p:cTn>
                        </p:par>
                        <p:par>
                          <p:cTn id="60" fill="hold">
                            <p:stCondLst>
                              <p:cond delay="5000"/>
                            </p:stCondLst>
                            <p:childTnLst>
                              <p:par>
                                <p:cTn id="61" presetID="53" presetClass="entr" presetSubtype="0" fill="hold" nodeType="afterEffect">
                                  <p:stCondLst>
                                    <p:cond delay="0"/>
                                  </p:stCondLst>
                                  <p:childTnLst>
                                    <p:set>
                                      <p:cBhvr>
                                        <p:cTn id="62" dur="1" fill="hold">
                                          <p:stCondLst>
                                            <p:cond delay="0"/>
                                          </p:stCondLst>
                                        </p:cTn>
                                        <p:tgtEl>
                                          <p:spTgt spid="530"/>
                                        </p:tgtEl>
                                        <p:attrNameLst>
                                          <p:attrName>style.visibility</p:attrName>
                                        </p:attrNameLst>
                                      </p:cBhvr>
                                      <p:to>
                                        <p:strVal val="visible"/>
                                      </p:to>
                                    </p:set>
                                    <p:anim calcmode="lin" valueType="num">
                                      <p:cBhvr>
                                        <p:cTn id="63" dur="500" fill="hold"/>
                                        <p:tgtEl>
                                          <p:spTgt spid="530"/>
                                        </p:tgtEl>
                                        <p:attrNameLst>
                                          <p:attrName>ppt_w</p:attrName>
                                        </p:attrNameLst>
                                      </p:cBhvr>
                                      <p:tavLst>
                                        <p:tav tm="0">
                                          <p:val>
                                            <p:fltVal val="0"/>
                                          </p:val>
                                        </p:tav>
                                        <p:tav tm="100000">
                                          <p:val>
                                            <p:strVal val="#ppt_w"/>
                                          </p:val>
                                        </p:tav>
                                      </p:tavLst>
                                    </p:anim>
                                    <p:anim calcmode="lin" valueType="num">
                                      <p:cBhvr>
                                        <p:cTn id="64" dur="500" fill="hold"/>
                                        <p:tgtEl>
                                          <p:spTgt spid="530"/>
                                        </p:tgtEl>
                                        <p:attrNameLst>
                                          <p:attrName>ppt_h</p:attrName>
                                        </p:attrNameLst>
                                      </p:cBhvr>
                                      <p:tavLst>
                                        <p:tav tm="0">
                                          <p:val>
                                            <p:fltVal val="0"/>
                                          </p:val>
                                        </p:tav>
                                        <p:tav tm="100000">
                                          <p:val>
                                            <p:strVal val="#ppt_h"/>
                                          </p:val>
                                        </p:tav>
                                      </p:tavLst>
                                    </p:anim>
                                    <p:animEffect transition="in" filter="fade">
                                      <p:cBhvr>
                                        <p:cTn id="65" dur="500"/>
                                        <p:tgtEl>
                                          <p:spTgt spid="530"/>
                                        </p:tgtEl>
                                      </p:cBhvr>
                                    </p:animEffect>
                                  </p:childTnLst>
                                </p:cTn>
                              </p:par>
                            </p:childTnLst>
                          </p:cTn>
                        </p:par>
                        <p:par>
                          <p:cTn id="66" fill="hold">
                            <p:stCondLst>
                              <p:cond delay="5500"/>
                            </p:stCondLst>
                            <p:childTnLst>
                              <p:par>
                                <p:cTn id="67" presetID="53" presetClass="entr" presetSubtype="0" fill="hold" nodeType="afterEffect">
                                  <p:stCondLst>
                                    <p:cond delay="0"/>
                                  </p:stCondLst>
                                  <p:childTnLst>
                                    <p:set>
                                      <p:cBhvr>
                                        <p:cTn id="68" dur="1" fill="hold">
                                          <p:stCondLst>
                                            <p:cond delay="0"/>
                                          </p:stCondLst>
                                        </p:cTn>
                                        <p:tgtEl>
                                          <p:spTgt spid="614"/>
                                        </p:tgtEl>
                                        <p:attrNameLst>
                                          <p:attrName>style.visibility</p:attrName>
                                        </p:attrNameLst>
                                      </p:cBhvr>
                                      <p:to>
                                        <p:strVal val="visible"/>
                                      </p:to>
                                    </p:set>
                                    <p:anim calcmode="lin" valueType="num">
                                      <p:cBhvr>
                                        <p:cTn id="69" dur="500" fill="hold"/>
                                        <p:tgtEl>
                                          <p:spTgt spid="614"/>
                                        </p:tgtEl>
                                        <p:attrNameLst>
                                          <p:attrName>ppt_w</p:attrName>
                                        </p:attrNameLst>
                                      </p:cBhvr>
                                      <p:tavLst>
                                        <p:tav tm="0">
                                          <p:val>
                                            <p:fltVal val="0"/>
                                          </p:val>
                                        </p:tav>
                                        <p:tav tm="100000">
                                          <p:val>
                                            <p:strVal val="#ppt_w"/>
                                          </p:val>
                                        </p:tav>
                                      </p:tavLst>
                                    </p:anim>
                                    <p:anim calcmode="lin" valueType="num">
                                      <p:cBhvr>
                                        <p:cTn id="70" dur="500" fill="hold"/>
                                        <p:tgtEl>
                                          <p:spTgt spid="614"/>
                                        </p:tgtEl>
                                        <p:attrNameLst>
                                          <p:attrName>ppt_h</p:attrName>
                                        </p:attrNameLst>
                                      </p:cBhvr>
                                      <p:tavLst>
                                        <p:tav tm="0">
                                          <p:val>
                                            <p:fltVal val="0"/>
                                          </p:val>
                                        </p:tav>
                                        <p:tav tm="100000">
                                          <p:val>
                                            <p:strVal val="#ppt_h"/>
                                          </p:val>
                                        </p:tav>
                                      </p:tavLst>
                                    </p:anim>
                                    <p:animEffect transition="in" filter="fade">
                                      <p:cBhvr>
                                        <p:cTn id="71" dur="500"/>
                                        <p:tgtEl>
                                          <p:spTgt spid="614"/>
                                        </p:tgtEl>
                                      </p:cBhvr>
                                    </p:animEffect>
                                  </p:childTnLst>
                                </p:cTn>
                              </p:par>
                            </p:childTnLst>
                          </p:cTn>
                        </p:par>
                        <p:par>
                          <p:cTn id="72" fill="hold">
                            <p:stCondLst>
                              <p:cond delay="6000"/>
                            </p:stCondLst>
                            <p:childTnLst>
                              <p:par>
                                <p:cTn id="73" presetID="53" presetClass="entr" presetSubtype="0" fill="hold" nodeType="afterEffect">
                                  <p:stCondLst>
                                    <p:cond delay="0"/>
                                  </p:stCondLst>
                                  <p:childTnLst>
                                    <p:set>
                                      <p:cBhvr>
                                        <p:cTn id="74" dur="1" fill="hold">
                                          <p:stCondLst>
                                            <p:cond delay="0"/>
                                          </p:stCondLst>
                                        </p:cTn>
                                        <p:tgtEl>
                                          <p:spTgt spid="511"/>
                                        </p:tgtEl>
                                        <p:attrNameLst>
                                          <p:attrName>style.visibility</p:attrName>
                                        </p:attrNameLst>
                                      </p:cBhvr>
                                      <p:to>
                                        <p:strVal val="visible"/>
                                      </p:to>
                                    </p:set>
                                    <p:anim calcmode="lin" valueType="num">
                                      <p:cBhvr>
                                        <p:cTn id="75" dur="500" fill="hold"/>
                                        <p:tgtEl>
                                          <p:spTgt spid="511"/>
                                        </p:tgtEl>
                                        <p:attrNameLst>
                                          <p:attrName>ppt_w</p:attrName>
                                        </p:attrNameLst>
                                      </p:cBhvr>
                                      <p:tavLst>
                                        <p:tav tm="0">
                                          <p:val>
                                            <p:fltVal val="0"/>
                                          </p:val>
                                        </p:tav>
                                        <p:tav tm="100000">
                                          <p:val>
                                            <p:strVal val="#ppt_w"/>
                                          </p:val>
                                        </p:tav>
                                      </p:tavLst>
                                    </p:anim>
                                    <p:anim calcmode="lin" valueType="num">
                                      <p:cBhvr>
                                        <p:cTn id="76" dur="500" fill="hold"/>
                                        <p:tgtEl>
                                          <p:spTgt spid="511"/>
                                        </p:tgtEl>
                                        <p:attrNameLst>
                                          <p:attrName>ppt_h</p:attrName>
                                        </p:attrNameLst>
                                      </p:cBhvr>
                                      <p:tavLst>
                                        <p:tav tm="0">
                                          <p:val>
                                            <p:fltVal val="0"/>
                                          </p:val>
                                        </p:tav>
                                        <p:tav tm="100000">
                                          <p:val>
                                            <p:strVal val="#ppt_h"/>
                                          </p:val>
                                        </p:tav>
                                      </p:tavLst>
                                    </p:anim>
                                    <p:animEffect transition="in" filter="fade">
                                      <p:cBhvr>
                                        <p:cTn id="77" dur="500"/>
                                        <p:tgtEl>
                                          <p:spTgt spid="511"/>
                                        </p:tgtEl>
                                      </p:cBhvr>
                                    </p:animEffect>
                                  </p:childTnLst>
                                </p:cTn>
                              </p:par>
                            </p:childTnLst>
                          </p:cTn>
                        </p:par>
                        <p:par>
                          <p:cTn id="78" fill="hold">
                            <p:stCondLst>
                              <p:cond delay="6500"/>
                            </p:stCondLst>
                            <p:childTnLst>
                              <p:par>
                                <p:cTn id="79" presetID="53" presetClass="entr" presetSubtype="0" fill="hold" nodeType="afterEffect">
                                  <p:stCondLst>
                                    <p:cond delay="0"/>
                                  </p:stCondLst>
                                  <p:childTnLst>
                                    <p:set>
                                      <p:cBhvr>
                                        <p:cTn id="80" dur="1" fill="hold">
                                          <p:stCondLst>
                                            <p:cond delay="0"/>
                                          </p:stCondLst>
                                        </p:cTn>
                                        <p:tgtEl>
                                          <p:spTgt spid="618"/>
                                        </p:tgtEl>
                                        <p:attrNameLst>
                                          <p:attrName>style.visibility</p:attrName>
                                        </p:attrNameLst>
                                      </p:cBhvr>
                                      <p:to>
                                        <p:strVal val="visible"/>
                                      </p:to>
                                    </p:set>
                                    <p:anim calcmode="lin" valueType="num">
                                      <p:cBhvr>
                                        <p:cTn id="81" dur="500" fill="hold"/>
                                        <p:tgtEl>
                                          <p:spTgt spid="618"/>
                                        </p:tgtEl>
                                        <p:attrNameLst>
                                          <p:attrName>ppt_w</p:attrName>
                                        </p:attrNameLst>
                                      </p:cBhvr>
                                      <p:tavLst>
                                        <p:tav tm="0">
                                          <p:val>
                                            <p:fltVal val="0"/>
                                          </p:val>
                                        </p:tav>
                                        <p:tav tm="100000">
                                          <p:val>
                                            <p:strVal val="#ppt_w"/>
                                          </p:val>
                                        </p:tav>
                                      </p:tavLst>
                                    </p:anim>
                                    <p:anim calcmode="lin" valueType="num">
                                      <p:cBhvr>
                                        <p:cTn id="82" dur="500" fill="hold"/>
                                        <p:tgtEl>
                                          <p:spTgt spid="618"/>
                                        </p:tgtEl>
                                        <p:attrNameLst>
                                          <p:attrName>ppt_h</p:attrName>
                                        </p:attrNameLst>
                                      </p:cBhvr>
                                      <p:tavLst>
                                        <p:tav tm="0">
                                          <p:val>
                                            <p:fltVal val="0"/>
                                          </p:val>
                                        </p:tav>
                                        <p:tav tm="100000">
                                          <p:val>
                                            <p:strVal val="#ppt_h"/>
                                          </p:val>
                                        </p:tav>
                                      </p:tavLst>
                                    </p:anim>
                                    <p:animEffect transition="in" filter="fade">
                                      <p:cBhvr>
                                        <p:cTn id="83" dur="500"/>
                                        <p:tgtEl>
                                          <p:spTgt spid="618"/>
                                        </p:tgtEl>
                                      </p:cBhvr>
                                    </p:animEffect>
                                  </p:childTnLst>
                                </p:cTn>
                              </p:par>
                            </p:childTnLst>
                          </p:cTn>
                        </p:par>
                        <p:par>
                          <p:cTn id="84" fill="hold">
                            <p:stCondLst>
                              <p:cond delay="7000"/>
                            </p:stCondLst>
                            <p:childTnLst>
                              <p:par>
                                <p:cTn id="85" presetID="10" presetClass="entr" presetSubtype="0" fill="hold" nodeType="afterEffect">
                                  <p:stCondLst>
                                    <p:cond delay="0"/>
                                  </p:stCondLst>
                                  <p:childTnLst>
                                    <p:set>
                                      <p:cBhvr>
                                        <p:cTn id="86" dur="1" fill="hold">
                                          <p:stCondLst>
                                            <p:cond delay="0"/>
                                          </p:stCondLst>
                                        </p:cTn>
                                        <p:tgtEl>
                                          <p:spTgt spid="624"/>
                                        </p:tgtEl>
                                        <p:attrNameLst>
                                          <p:attrName>style.visibility</p:attrName>
                                        </p:attrNameLst>
                                      </p:cBhvr>
                                      <p:to>
                                        <p:strVal val="visible"/>
                                      </p:to>
                                    </p:set>
                                    <p:animEffect transition="in" filter="fade">
                                      <p:cBhvr>
                                        <p:cTn id="87" dur="500"/>
                                        <p:tgtEl>
                                          <p:spTgt spid="6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2" grpId="0" animBg="1"/>
      <p:bldP spid="62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World Map Infographic</a:t>
            </a:r>
            <a:endParaRPr lang="en-US" dirty="0"/>
          </a:p>
        </p:txBody>
      </p:sp>
      <p:grpSp>
        <p:nvGrpSpPr>
          <p:cNvPr id="231" name="Group 230"/>
          <p:cNvGrpSpPr/>
          <p:nvPr/>
        </p:nvGrpSpPr>
        <p:grpSpPr>
          <a:xfrm>
            <a:off x="689552" y="2909380"/>
            <a:ext cx="7764896" cy="2725022"/>
            <a:chOff x="689552" y="993866"/>
            <a:chExt cx="7764896" cy="3863884"/>
          </a:xfrm>
          <a:solidFill>
            <a:schemeClr val="bg1">
              <a:lumMod val="85000"/>
            </a:schemeClr>
          </a:solidFill>
        </p:grpSpPr>
        <p:grpSp>
          <p:nvGrpSpPr>
            <p:cNvPr id="233" name="Group 341"/>
            <p:cNvGrpSpPr/>
            <p:nvPr/>
          </p:nvGrpSpPr>
          <p:grpSpPr>
            <a:xfrm>
              <a:off x="3953112" y="2627716"/>
              <a:ext cx="1481187" cy="1656542"/>
              <a:chOff x="4097338" y="2217738"/>
              <a:chExt cx="1139825" cy="1274763"/>
            </a:xfrm>
            <a:grpFill/>
          </p:grpSpPr>
          <p:sp>
            <p:nvSpPr>
              <p:cNvPr id="605"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606"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grpSp>
          <p:nvGrpSpPr>
            <p:cNvPr id="234" name="Group 274"/>
            <p:cNvGrpSpPr/>
            <p:nvPr/>
          </p:nvGrpSpPr>
          <p:grpSpPr>
            <a:xfrm>
              <a:off x="2566817" y="3221862"/>
              <a:ext cx="1012901" cy="1635920"/>
              <a:chOff x="3030538" y="2674938"/>
              <a:chExt cx="779463" cy="1258888"/>
            </a:xfrm>
            <a:grpFill/>
          </p:grpSpPr>
          <p:sp>
            <p:nvSpPr>
              <p:cNvPr id="603"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604"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grpSp>
          <p:nvGrpSpPr>
            <p:cNvPr id="236" name="Group 277"/>
            <p:cNvGrpSpPr/>
            <p:nvPr/>
          </p:nvGrpSpPr>
          <p:grpSpPr>
            <a:xfrm>
              <a:off x="689614" y="993855"/>
              <a:ext cx="3366815" cy="2345549"/>
              <a:chOff x="1585913" y="960438"/>
              <a:chExt cx="2590800" cy="1804987"/>
            </a:xfrm>
            <a:grpFill/>
          </p:grpSpPr>
          <p:sp>
            <p:nvSpPr>
              <p:cNvPr id="540"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1"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2"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3"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4"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5"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6"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7"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8"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49"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0"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1"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2"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3"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4"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5"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6"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7"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8"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59"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0"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1"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2"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3"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4"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5"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6"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7"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8"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69"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0"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1"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2"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3"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4"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5"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6"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7"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8"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79"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0"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1"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2"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3"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4"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5"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6"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7"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8"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89"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0"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1"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2"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3"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4"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5"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6"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7"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8"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99"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600"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601"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602"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grpSp>
          <p:nvGrpSpPr>
            <p:cNvPr id="238" name="Group 345"/>
            <p:cNvGrpSpPr/>
            <p:nvPr/>
          </p:nvGrpSpPr>
          <p:grpSpPr>
            <a:xfrm>
              <a:off x="4112029" y="1160957"/>
              <a:ext cx="893263" cy="1501816"/>
              <a:chOff x="4219575" y="1089025"/>
              <a:chExt cx="687388" cy="1155701"/>
            </a:xfrm>
            <a:grpFill/>
          </p:grpSpPr>
          <p:sp>
            <p:nvSpPr>
              <p:cNvPr id="525"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nvGrpSpPr>
              <p:cNvPr id="526" name="Group 343"/>
              <p:cNvGrpSpPr/>
              <p:nvPr/>
            </p:nvGrpSpPr>
            <p:grpSpPr>
              <a:xfrm>
                <a:off x="4219575" y="1089025"/>
                <a:ext cx="687388" cy="1155701"/>
                <a:chOff x="4219575" y="1089025"/>
                <a:chExt cx="687388" cy="1155701"/>
              </a:xfrm>
              <a:grpFill/>
            </p:grpSpPr>
            <p:sp>
              <p:nvSpPr>
                <p:cNvPr id="527"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28"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29"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0"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1"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2"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3"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4"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5"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6"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7"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8"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39"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grpSp>
        <p:grpSp>
          <p:nvGrpSpPr>
            <p:cNvPr id="243" name="Group 363"/>
            <p:cNvGrpSpPr/>
            <p:nvPr/>
          </p:nvGrpSpPr>
          <p:grpSpPr>
            <a:xfrm>
              <a:off x="6783473" y="3487970"/>
              <a:ext cx="1256331" cy="1097487"/>
              <a:chOff x="6275388" y="2879725"/>
              <a:chExt cx="966788" cy="844551"/>
            </a:xfrm>
            <a:grpFill/>
          </p:grpSpPr>
          <p:sp>
            <p:nvSpPr>
              <p:cNvPr id="507"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nvGrpSpPr>
              <p:cNvPr id="508" name="Group 361"/>
              <p:cNvGrpSpPr/>
              <p:nvPr/>
            </p:nvGrpSpPr>
            <p:grpSpPr>
              <a:xfrm>
                <a:off x="6275388" y="2917825"/>
                <a:ext cx="966788" cy="806451"/>
                <a:chOff x="6275388" y="2917825"/>
                <a:chExt cx="966788" cy="806451"/>
              </a:xfrm>
              <a:grpFill/>
            </p:grpSpPr>
            <p:sp>
              <p:nvSpPr>
                <p:cNvPr id="509"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0"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1"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2"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3"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4"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5"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6"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7"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8"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19"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20"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21"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22"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23"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24"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grpSp>
        <p:grpSp>
          <p:nvGrpSpPr>
            <p:cNvPr id="244" name="Group 383"/>
            <p:cNvGrpSpPr/>
            <p:nvPr/>
          </p:nvGrpSpPr>
          <p:grpSpPr>
            <a:xfrm>
              <a:off x="4753551" y="1094951"/>
              <a:ext cx="3700917" cy="2615806"/>
              <a:chOff x="4713288" y="1038225"/>
              <a:chExt cx="2847975" cy="2012950"/>
            </a:xfrm>
            <a:grpFill/>
          </p:grpSpPr>
          <p:sp>
            <p:nvSpPr>
              <p:cNvPr id="245"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51"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59"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60"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61"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64"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65"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66"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67"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69"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70"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71"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72"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74"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75"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76"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277"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42"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43"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44"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45"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48"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62"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63"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364"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53"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54"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55"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56"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69"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0"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1"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2"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3"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4"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5"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6"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7"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8"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79"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0"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1"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2"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3"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4"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5"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6"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7"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8"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89"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0"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1"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2"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3"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4"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5"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6"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7"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8"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499"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00"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01"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02"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03"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04"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05"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sp>
            <p:nvSpPr>
              <p:cNvPr id="506"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solidFill>
                  <a:schemeClr val="bg2">
                    <a:lumMod val="75000"/>
                  </a:schemeClr>
                </a:solidFill>
                <a:round/>
                <a:headEnd/>
                <a:tailEnd/>
              </a:ln>
              <a:scene3d>
                <a:camera prst="orthographicFront"/>
                <a:lightRig rig="threePt" dir="t"/>
              </a:scene3d>
              <a:sp3d/>
            </p:spPr>
            <p:txBody>
              <a:bodyPr vert="horz" wrap="square" lIns="91440" tIns="45720" rIns="91440" bIns="45720" numCol="1" anchor="t" anchorCtr="0" compatLnSpc="1">
                <a:prstTxWarp prst="textNoShape">
                  <a:avLst/>
                </a:prstTxWarp>
              </a:bodyPr>
              <a:lstStyle/>
              <a:p>
                <a:endParaRPr lang="en-US" dirty="0"/>
              </a:p>
            </p:txBody>
          </p:sp>
        </p:grpSp>
      </p:grpSp>
      <p:sp>
        <p:nvSpPr>
          <p:cNvPr id="607" name="Round Single Corner Rectangle 606"/>
          <p:cNvSpPr/>
          <p:nvPr/>
        </p:nvSpPr>
        <p:spPr>
          <a:xfrm flipH="1">
            <a:off x="6471966" y="2520599"/>
            <a:ext cx="2672034" cy="1008778"/>
          </a:xfrm>
          <a:prstGeom prst="round1Rect">
            <a:avLst>
              <a:gd name="adj" fmla="val 29886"/>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8" name="Footer Text"/>
          <p:cNvSpPr txBox="1"/>
          <p:nvPr/>
        </p:nvSpPr>
        <p:spPr>
          <a:xfrm>
            <a:off x="6732110" y="2615670"/>
            <a:ext cx="2083006" cy="830997"/>
          </a:xfrm>
          <a:prstGeom prst="rect">
            <a:avLst/>
          </a:prstGeom>
          <a:noFill/>
        </p:spPr>
        <p:txBody>
          <a:bodyPr wrap="square" lIns="0" tIns="0" rIns="0" bIns="0" rtlCol="0">
            <a:spAutoFit/>
          </a:bodyPr>
          <a:lstStyle/>
          <a:p>
            <a:pPr algn="r"/>
            <a:r>
              <a:rPr lang="en-US" sz="1400" b="1" dirty="0">
                <a:solidFill>
                  <a:schemeClr val="bg1"/>
                </a:solidFill>
              </a:rPr>
              <a:t>Title Goes Here</a:t>
            </a:r>
            <a:br>
              <a:rPr lang="en-US" sz="1000" dirty="0">
                <a:solidFill>
                  <a:schemeClr val="bg1"/>
                </a:solidFill>
              </a:rPr>
            </a:br>
            <a:r>
              <a:rPr lang="en-US" sz="1000" dirty="0">
                <a:solidFill>
                  <a:schemeClr val="bg1"/>
                </a:solidFill>
              </a:rPr>
              <a:t>of lorem ipsum available, but the majority have suffered alteration in some form, by injected humour randomized words which don't look. </a:t>
            </a:r>
          </a:p>
        </p:txBody>
      </p:sp>
      <p:grpSp>
        <p:nvGrpSpPr>
          <p:cNvPr id="609" name="Group 383"/>
          <p:cNvGrpSpPr/>
          <p:nvPr/>
        </p:nvGrpSpPr>
        <p:grpSpPr>
          <a:xfrm>
            <a:off x="1209703" y="5742432"/>
            <a:ext cx="6724594" cy="201168"/>
            <a:chOff x="1028811" y="4267200"/>
            <a:chExt cx="6724594" cy="201168"/>
          </a:xfrm>
        </p:grpSpPr>
        <p:grpSp>
          <p:nvGrpSpPr>
            <p:cNvPr id="610" name="Group 50"/>
            <p:cNvGrpSpPr/>
            <p:nvPr/>
          </p:nvGrpSpPr>
          <p:grpSpPr>
            <a:xfrm>
              <a:off x="1028811" y="4267200"/>
              <a:ext cx="1008726" cy="201168"/>
              <a:chOff x="2221306" y="3914656"/>
              <a:chExt cx="1008726" cy="201168"/>
            </a:xfrm>
          </p:grpSpPr>
          <p:sp>
            <p:nvSpPr>
              <p:cNvPr id="625" name="TextBox 624"/>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26" name="Oval 625"/>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1" name="Group 50"/>
            <p:cNvGrpSpPr/>
            <p:nvPr/>
          </p:nvGrpSpPr>
          <p:grpSpPr>
            <a:xfrm>
              <a:off x="2176777" y="4267200"/>
              <a:ext cx="1008726" cy="201168"/>
              <a:chOff x="2221306" y="3914656"/>
              <a:chExt cx="1008726" cy="201168"/>
            </a:xfrm>
          </p:grpSpPr>
          <p:sp>
            <p:nvSpPr>
              <p:cNvPr id="623" name="TextBox 622"/>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24" name="Oval 623"/>
              <p:cNvSpPr>
                <a:spLocks noChangeAspect="1"/>
              </p:cNvSpPr>
              <p:nvPr/>
            </p:nvSpPr>
            <p:spPr>
              <a:xfrm>
                <a:off x="2221306" y="3914656"/>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2" name="Group 50"/>
            <p:cNvGrpSpPr/>
            <p:nvPr/>
          </p:nvGrpSpPr>
          <p:grpSpPr>
            <a:xfrm>
              <a:off x="3324743" y="4267200"/>
              <a:ext cx="1008726" cy="201168"/>
              <a:chOff x="2221306" y="3914656"/>
              <a:chExt cx="1008726" cy="201168"/>
            </a:xfrm>
          </p:grpSpPr>
          <p:sp>
            <p:nvSpPr>
              <p:cNvPr id="621" name="TextBox 620"/>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22" name="Oval 621"/>
              <p:cNvSpPr>
                <a:spLocks noChangeAspect="1"/>
              </p:cNvSpPr>
              <p:nvPr/>
            </p:nvSpPr>
            <p:spPr>
              <a:xfrm>
                <a:off x="2221306" y="3914656"/>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3" name="Group 50"/>
            <p:cNvGrpSpPr/>
            <p:nvPr/>
          </p:nvGrpSpPr>
          <p:grpSpPr>
            <a:xfrm>
              <a:off x="4472709" y="4267200"/>
              <a:ext cx="1008726" cy="201168"/>
              <a:chOff x="2221306" y="3914656"/>
              <a:chExt cx="1008726" cy="201168"/>
            </a:xfrm>
          </p:grpSpPr>
          <p:sp>
            <p:nvSpPr>
              <p:cNvPr id="619" name="TextBox 618"/>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20" name="Oval 619"/>
              <p:cNvSpPr>
                <a:spLocks noChangeAspect="1"/>
              </p:cNvSpPr>
              <p:nvPr/>
            </p:nvSpPr>
            <p:spPr>
              <a:xfrm>
                <a:off x="2221306" y="3914656"/>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4" name="Group 50"/>
            <p:cNvGrpSpPr/>
            <p:nvPr/>
          </p:nvGrpSpPr>
          <p:grpSpPr>
            <a:xfrm>
              <a:off x="5620674" y="4267200"/>
              <a:ext cx="2132731" cy="201168"/>
              <a:chOff x="2221306" y="3914656"/>
              <a:chExt cx="2132731" cy="201168"/>
            </a:xfrm>
          </p:grpSpPr>
          <p:sp>
            <p:nvSpPr>
              <p:cNvPr id="615" name="TextBox 614"/>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16" name="Oval 615"/>
              <p:cNvSpPr>
                <a:spLocks noChangeAspect="1"/>
              </p:cNvSpPr>
              <p:nvPr/>
            </p:nvSpPr>
            <p:spPr>
              <a:xfrm>
                <a:off x="2221306" y="3914656"/>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7" name="TextBox 616"/>
              <p:cNvSpPr txBox="1"/>
              <p:nvPr/>
            </p:nvSpPr>
            <p:spPr>
              <a:xfrm>
                <a:off x="3587802"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618" name="Oval 617"/>
              <p:cNvSpPr>
                <a:spLocks noChangeAspect="1"/>
              </p:cNvSpPr>
              <p:nvPr/>
            </p:nvSpPr>
            <p:spPr>
              <a:xfrm>
                <a:off x="3345311" y="3914656"/>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27" name="Oval 626"/>
          <p:cNvSpPr/>
          <p:nvPr/>
        </p:nvSpPr>
        <p:spPr>
          <a:xfrm>
            <a:off x="1836027" y="3974286"/>
            <a:ext cx="474476" cy="167736"/>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28" name="Straight Connector 627"/>
          <p:cNvCxnSpPr/>
          <p:nvPr/>
        </p:nvCxnSpPr>
        <p:spPr>
          <a:xfrm rot="5400000">
            <a:off x="1447608" y="3409106"/>
            <a:ext cx="1251314" cy="32490"/>
          </a:xfrm>
          <a:prstGeom prst="line">
            <a:avLst/>
          </a:prstGeom>
          <a:ln w="19050">
            <a:solidFill>
              <a:schemeClr val="tx1">
                <a:lumMod val="50000"/>
                <a:lumOff val="50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629" name="Group 279"/>
          <p:cNvGrpSpPr/>
          <p:nvPr/>
        </p:nvGrpSpPr>
        <p:grpSpPr>
          <a:xfrm>
            <a:off x="1733113" y="1905000"/>
            <a:ext cx="714812" cy="714812"/>
            <a:chOff x="846989" y="1401020"/>
            <a:chExt cx="877416" cy="877416"/>
          </a:xfrm>
          <a:effectLst/>
        </p:grpSpPr>
        <p:sp>
          <p:nvSpPr>
            <p:cNvPr id="630" name="Teardrop 629"/>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31" name="Oval 63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80%</a:t>
              </a:r>
            </a:p>
          </p:txBody>
        </p:sp>
      </p:grpSp>
      <p:sp>
        <p:nvSpPr>
          <p:cNvPr id="632" name="Oval 631"/>
          <p:cNvSpPr/>
          <p:nvPr/>
        </p:nvSpPr>
        <p:spPr>
          <a:xfrm>
            <a:off x="2826746" y="4830339"/>
            <a:ext cx="474476" cy="167736"/>
          </a:xfrm>
          <a:prstGeom prst="ellipse">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33" name="Straight Connector 632"/>
          <p:cNvCxnSpPr/>
          <p:nvPr/>
        </p:nvCxnSpPr>
        <p:spPr>
          <a:xfrm rot="5400000">
            <a:off x="2658693" y="4471289"/>
            <a:ext cx="823877" cy="17187"/>
          </a:xfrm>
          <a:prstGeom prst="line">
            <a:avLst/>
          </a:prstGeom>
          <a:ln w="19050">
            <a:solidFill>
              <a:schemeClr val="tx1">
                <a:lumMod val="50000"/>
                <a:lumOff val="50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634" name="Group 279"/>
          <p:cNvGrpSpPr/>
          <p:nvPr/>
        </p:nvGrpSpPr>
        <p:grpSpPr>
          <a:xfrm>
            <a:off x="2721818" y="3205090"/>
            <a:ext cx="714812" cy="714812"/>
            <a:chOff x="846989" y="1401020"/>
            <a:chExt cx="877416" cy="877416"/>
          </a:xfrm>
          <a:effectLst/>
        </p:grpSpPr>
        <p:sp>
          <p:nvSpPr>
            <p:cNvPr id="635" name="Teardrop 634"/>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36" name="Oval 63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2"/>
                  </a:solidFill>
                </a:rPr>
                <a:t>70%</a:t>
              </a:r>
            </a:p>
          </p:txBody>
        </p:sp>
      </p:grpSp>
      <p:sp>
        <p:nvSpPr>
          <p:cNvPr id="637" name="Oval 636"/>
          <p:cNvSpPr/>
          <p:nvPr/>
        </p:nvSpPr>
        <p:spPr>
          <a:xfrm>
            <a:off x="4240962" y="3723626"/>
            <a:ext cx="474476" cy="167736"/>
          </a:xfrm>
          <a:prstGeom prst="ellipse">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38" name="Straight Connector 637"/>
          <p:cNvCxnSpPr/>
          <p:nvPr/>
        </p:nvCxnSpPr>
        <p:spPr>
          <a:xfrm rot="5400000">
            <a:off x="4212147" y="3503815"/>
            <a:ext cx="545402" cy="17185"/>
          </a:xfrm>
          <a:prstGeom prst="line">
            <a:avLst/>
          </a:prstGeom>
          <a:ln w="19050">
            <a:solidFill>
              <a:schemeClr val="tx1">
                <a:lumMod val="50000"/>
                <a:lumOff val="50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639" name="Group 279"/>
          <p:cNvGrpSpPr/>
          <p:nvPr/>
        </p:nvGrpSpPr>
        <p:grpSpPr>
          <a:xfrm>
            <a:off x="4136034" y="2376852"/>
            <a:ext cx="714812" cy="714812"/>
            <a:chOff x="846989" y="1401020"/>
            <a:chExt cx="877416" cy="877416"/>
          </a:xfrm>
          <a:effectLst/>
        </p:grpSpPr>
        <p:sp>
          <p:nvSpPr>
            <p:cNvPr id="640" name="Teardrop 639"/>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41" name="Oval 64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3"/>
                  </a:solidFill>
                </a:rPr>
                <a:t>60%</a:t>
              </a:r>
            </a:p>
          </p:txBody>
        </p:sp>
      </p:grpSp>
      <p:sp>
        <p:nvSpPr>
          <p:cNvPr id="642" name="Oval 641"/>
          <p:cNvSpPr/>
          <p:nvPr/>
        </p:nvSpPr>
        <p:spPr>
          <a:xfrm>
            <a:off x="5714716" y="3561666"/>
            <a:ext cx="474476" cy="167736"/>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3" name="Straight Connector 642"/>
          <p:cNvCxnSpPr/>
          <p:nvPr/>
        </p:nvCxnSpPr>
        <p:spPr>
          <a:xfrm rot="5400000">
            <a:off x="5685901" y="3341855"/>
            <a:ext cx="545402" cy="17185"/>
          </a:xfrm>
          <a:prstGeom prst="line">
            <a:avLst/>
          </a:prstGeom>
          <a:ln w="19050">
            <a:solidFill>
              <a:schemeClr val="tx1">
                <a:lumMod val="50000"/>
                <a:lumOff val="50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644" name="Group 279"/>
          <p:cNvGrpSpPr/>
          <p:nvPr/>
        </p:nvGrpSpPr>
        <p:grpSpPr>
          <a:xfrm>
            <a:off x="5609788" y="2214892"/>
            <a:ext cx="714812" cy="714812"/>
            <a:chOff x="846989" y="1401020"/>
            <a:chExt cx="877416" cy="877416"/>
          </a:xfrm>
          <a:effectLst/>
        </p:grpSpPr>
        <p:sp>
          <p:nvSpPr>
            <p:cNvPr id="645" name="Teardrop 644"/>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46" name="Oval 64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4"/>
                  </a:solidFill>
                </a:rPr>
                <a:t>50%</a:t>
              </a:r>
            </a:p>
          </p:txBody>
        </p:sp>
      </p:grpSp>
      <p:sp>
        <p:nvSpPr>
          <p:cNvPr id="647" name="Oval 646"/>
          <p:cNvSpPr/>
          <p:nvPr/>
        </p:nvSpPr>
        <p:spPr>
          <a:xfrm>
            <a:off x="4637730" y="4868439"/>
            <a:ext cx="474476" cy="167736"/>
          </a:xfrm>
          <a:prstGeom prst="ellipse">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8" name="Straight Connector 647"/>
          <p:cNvCxnSpPr/>
          <p:nvPr/>
        </p:nvCxnSpPr>
        <p:spPr>
          <a:xfrm rot="5400000">
            <a:off x="4469677" y="4509389"/>
            <a:ext cx="823877" cy="17187"/>
          </a:xfrm>
          <a:prstGeom prst="line">
            <a:avLst/>
          </a:prstGeom>
          <a:ln w="19050">
            <a:solidFill>
              <a:schemeClr val="tx1">
                <a:lumMod val="50000"/>
                <a:lumOff val="50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649" name="Group 279"/>
          <p:cNvGrpSpPr/>
          <p:nvPr/>
        </p:nvGrpSpPr>
        <p:grpSpPr>
          <a:xfrm>
            <a:off x="4532802" y="3243190"/>
            <a:ext cx="714812" cy="714812"/>
            <a:chOff x="846989" y="1401020"/>
            <a:chExt cx="877416" cy="877416"/>
          </a:xfrm>
          <a:effectLst/>
        </p:grpSpPr>
        <p:sp>
          <p:nvSpPr>
            <p:cNvPr id="650" name="Teardrop 649"/>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51" name="Oval 65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5"/>
                  </a:solidFill>
                </a:rPr>
                <a:t>90%</a:t>
              </a:r>
            </a:p>
          </p:txBody>
        </p:sp>
      </p:grpSp>
      <p:sp>
        <p:nvSpPr>
          <p:cNvPr id="652" name="Oval 651"/>
          <p:cNvSpPr/>
          <p:nvPr/>
        </p:nvSpPr>
        <p:spPr>
          <a:xfrm>
            <a:off x="6998014" y="4967598"/>
            <a:ext cx="474476" cy="167736"/>
          </a:xfrm>
          <a:prstGeom prst="ellipse">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53" name="Straight Connector 652"/>
          <p:cNvCxnSpPr/>
          <p:nvPr/>
        </p:nvCxnSpPr>
        <p:spPr>
          <a:xfrm rot="5400000">
            <a:off x="6969199" y="4747787"/>
            <a:ext cx="545402" cy="17185"/>
          </a:xfrm>
          <a:prstGeom prst="line">
            <a:avLst/>
          </a:prstGeom>
          <a:ln w="19050">
            <a:solidFill>
              <a:schemeClr val="tx1">
                <a:lumMod val="50000"/>
                <a:lumOff val="50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654" name="Group 279"/>
          <p:cNvGrpSpPr/>
          <p:nvPr/>
        </p:nvGrpSpPr>
        <p:grpSpPr>
          <a:xfrm>
            <a:off x="6893086" y="3620824"/>
            <a:ext cx="714812" cy="714812"/>
            <a:chOff x="846989" y="1401020"/>
            <a:chExt cx="877416" cy="877416"/>
          </a:xfrm>
          <a:effectLst/>
        </p:grpSpPr>
        <p:sp>
          <p:nvSpPr>
            <p:cNvPr id="655" name="Teardrop 654"/>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56" name="Oval 65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6"/>
                  </a:solidFill>
                </a:rPr>
                <a:t>50%</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31"/>
                                        </p:tgtEl>
                                        <p:attrNameLst>
                                          <p:attrName>style.visibility</p:attrName>
                                        </p:attrNameLst>
                                      </p:cBhvr>
                                      <p:to>
                                        <p:strVal val="visible"/>
                                      </p:to>
                                    </p:set>
                                    <p:anim calcmode="lin" valueType="num">
                                      <p:cBhvr additive="base">
                                        <p:cTn id="7" dur="500" fill="hold"/>
                                        <p:tgtEl>
                                          <p:spTgt spid="231"/>
                                        </p:tgtEl>
                                        <p:attrNameLst>
                                          <p:attrName>ppt_x</p:attrName>
                                        </p:attrNameLst>
                                      </p:cBhvr>
                                      <p:tavLst>
                                        <p:tav tm="0">
                                          <p:val>
                                            <p:strVal val="#ppt_x"/>
                                          </p:val>
                                        </p:tav>
                                        <p:tav tm="100000">
                                          <p:val>
                                            <p:strVal val="#ppt_x"/>
                                          </p:val>
                                        </p:tav>
                                      </p:tavLst>
                                    </p:anim>
                                    <p:anim calcmode="lin" valueType="num">
                                      <p:cBhvr additive="base">
                                        <p:cTn id="8" dur="500" fill="hold"/>
                                        <p:tgtEl>
                                          <p:spTgt spid="23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2" presetClass="entr" presetSubtype="2" fill="hold" grpId="0" nodeType="afterEffect">
                                  <p:stCondLst>
                                    <p:cond delay="0"/>
                                  </p:stCondLst>
                                  <p:childTnLst>
                                    <p:set>
                                      <p:cBhvr>
                                        <p:cTn id="11" dur="1" fill="hold">
                                          <p:stCondLst>
                                            <p:cond delay="0"/>
                                          </p:stCondLst>
                                        </p:cTn>
                                        <p:tgtEl>
                                          <p:spTgt spid="607"/>
                                        </p:tgtEl>
                                        <p:attrNameLst>
                                          <p:attrName>style.visibility</p:attrName>
                                        </p:attrNameLst>
                                      </p:cBhvr>
                                      <p:to>
                                        <p:strVal val="visible"/>
                                      </p:to>
                                    </p:set>
                                    <p:animEffect transition="in" filter="slide(fromRight)">
                                      <p:cBhvr>
                                        <p:cTn id="12" dur="500"/>
                                        <p:tgtEl>
                                          <p:spTgt spid="607"/>
                                        </p:tgtEl>
                                      </p:cBhvr>
                                    </p:animEffect>
                                  </p:childTnLst>
                                </p:cTn>
                              </p:par>
                            </p:childTnLst>
                          </p:cTn>
                        </p:par>
                        <p:par>
                          <p:cTn id="13" fill="hold">
                            <p:stCondLst>
                              <p:cond delay="1000"/>
                            </p:stCondLst>
                            <p:childTnLst>
                              <p:par>
                                <p:cTn id="14" presetID="22" presetClass="entr" presetSubtype="2" fill="hold" grpId="0" nodeType="afterEffect">
                                  <p:stCondLst>
                                    <p:cond delay="0"/>
                                  </p:stCondLst>
                                  <p:childTnLst>
                                    <p:set>
                                      <p:cBhvr>
                                        <p:cTn id="15" dur="1" fill="hold">
                                          <p:stCondLst>
                                            <p:cond delay="0"/>
                                          </p:stCondLst>
                                        </p:cTn>
                                        <p:tgtEl>
                                          <p:spTgt spid="608"/>
                                        </p:tgtEl>
                                        <p:attrNameLst>
                                          <p:attrName>style.visibility</p:attrName>
                                        </p:attrNameLst>
                                      </p:cBhvr>
                                      <p:to>
                                        <p:strVal val="visible"/>
                                      </p:to>
                                    </p:set>
                                    <p:animEffect transition="in" filter="wipe(right)">
                                      <p:cBhvr>
                                        <p:cTn id="16" dur="500"/>
                                        <p:tgtEl>
                                          <p:spTgt spid="608"/>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609"/>
                                        </p:tgtEl>
                                        <p:attrNameLst>
                                          <p:attrName>style.visibility</p:attrName>
                                        </p:attrNameLst>
                                      </p:cBhvr>
                                      <p:to>
                                        <p:strVal val="visible"/>
                                      </p:to>
                                    </p:set>
                                    <p:animEffect transition="in" filter="fade">
                                      <p:cBhvr>
                                        <p:cTn id="20" dur="500"/>
                                        <p:tgtEl>
                                          <p:spTgt spid="609"/>
                                        </p:tgtEl>
                                      </p:cBhvr>
                                    </p:animEffect>
                                  </p:childTnLst>
                                </p:cTn>
                              </p:par>
                            </p:childTnLst>
                          </p:cTn>
                        </p:par>
                        <p:par>
                          <p:cTn id="21" fill="hold">
                            <p:stCondLst>
                              <p:cond delay="2000"/>
                            </p:stCondLst>
                            <p:childTnLst>
                              <p:par>
                                <p:cTn id="22" presetID="2" presetClass="entr" presetSubtype="1" accel="50000" decel="50000" fill="hold" nodeType="afterEffect">
                                  <p:stCondLst>
                                    <p:cond delay="0"/>
                                  </p:stCondLst>
                                  <p:childTnLst>
                                    <p:set>
                                      <p:cBhvr>
                                        <p:cTn id="23" dur="1" fill="hold">
                                          <p:stCondLst>
                                            <p:cond delay="0"/>
                                          </p:stCondLst>
                                        </p:cTn>
                                        <p:tgtEl>
                                          <p:spTgt spid="629"/>
                                        </p:tgtEl>
                                        <p:attrNameLst>
                                          <p:attrName>style.visibility</p:attrName>
                                        </p:attrNameLst>
                                      </p:cBhvr>
                                      <p:to>
                                        <p:strVal val="visible"/>
                                      </p:to>
                                    </p:set>
                                    <p:anim calcmode="lin" valueType="num">
                                      <p:cBhvr additive="base">
                                        <p:cTn id="24" dur="500" fill="hold"/>
                                        <p:tgtEl>
                                          <p:spTgt spid="629"/>
                                        </p:tgtEl>
                                        <p:attrNameLst>
                                          <p:attrName>ppt_x</p:attrName>
                                        </p:attrNameLst>
                                      </p:cBhvr>
                                      <p:tavLst>
                                        <p:tav tm="0">
                                          <p:val>
                                            <p:strVal val="#ppt_x"/>
                                          </p:val>
                                        </p:tav>
                                        <p:tav tm="100000">
                                          <p:val>
                                            <p:strVal val="#ppt_x"/>
                                          </p:val>
                                        </p:tav>
                                      </p:tavLst>
                                    </p:anim>
                                    <p:anim calcmode="lin" valueType="num">
                                      <p:cBhvr additive="base">
                                        <p:cTn id="25" dur="500" fill="hold"/>
                                        <p:tgtEl>
                                          <p:spTgt spid="629"/>
                                        </p:tgtEl>
                                        <p:attrNameLst>
                                          <p:attrName>ppt_y</p:attrName>
                                        </p:attrNameLst>
                                      </p:cBhvr>
                                      <p:tavLst>
                                        <p:tav tm="0">
                                          <p:val>
                                            <p:strVal val="0-#ppt_h/2"/>
                                          </p:val>
                                        </p:tav>
                                        <p:tav tm="100000">
                                          <p:val>
                                            <p:strVal val="#ppt_y"/>
                                          </p:val>
                                        </p:tav>
                                      </p:tavLst>
                                    </p:anim>
                                  </p:childTnLst>
                                </p:cTn>
                              </p:par>
                            </p:childTnLst>
                          </p:cTn>
                        </p:par>
                        <p:par>
                          <p:cTn id="26" fill="hold">
                            <p:stCondLst>
                              <p:cond delay="2500"/>
                            </p:stCondLst>
                            <p:childTnLst>
                              <p:par>
                                <p:cTn id="27" presetID="22" presetClass="entr" presetSubtype="1" fill="hold" nodeType="afterEffect">
                                  <p:stCondLst>
                                    <p:cond delay="0"/>
                                  </p:stCondLst>
                                  <p:childTnLst>
                                    <p:set>
                                      <p:cBhvr>
                                        <p:cTn id="28" dur="1" fill="hold">
                                          <p:stCondLst>
                                            <p:cond delay="0"/>
                                          </p:stCondLst>
                                        </p:cTn>
                                        <p:tgtEl>
                                          <p:spTgt spid="628"/>
                                        </p:tgtEl>
                                        <p:attrNameLst>
                                          <p:attrName>style.visibility</p:attrName>
                                        </p:attrNameLst>
                                      </p:cBhvr>
                                      <p:to>
                                        <p:strVal val="visible"/>
                                      </p:to>
                                    </p:set>
                                    <p:animEffect transition="in" filter="wipe(up)">
                                      <p:cBhvr>
                                        <p:cTn id="29" dur="500"/>
                                        <p:tgtEl>
                                          <p:spTgt spid="628"/>
                                        </p:tgtEl>
                                      </p:cBhvr>
                                    </p:animEffect>
                                  </p:childTnLst>
                                </p:cTn>
                              </p:par>
                              <p:par>
                                <p:cTn id="30" presetID="53" presetClass="entr" presetSubtype="0" fill="hold" grpId="0" nodeType="withEffect">
                                  <p:stCondLst>
                                    <p:cond delay="0"/>
                                  </p:stCondLst>
                                  <p:childTnLst>
                                    <p:set>
                                      <p:cBhvr>
                                        <p:cTn id="31" dur="1" fill="hold">
                                          <p:stCondLst>
                                            <p:cond delay="0"/>
                                          </p:stCondLst>
                                        </p:cTn>
                                        <p:tgtEl>
                                          <p:spTgt spid="627"/>
                                        </p:tgtEl>
                                        <p:attrNameLst>
                                          <p:attrName>style.visibility</p:attrName>
                                        </p:attrNameLst>
                                      </p:cBhvr>
                                      <p:to>
                                        <p:strVal val="visible"/>
                                      </p:to>
                                    </p:set>
                                    <p:anim calcmode="lin" valueType="num">
                                      <p:cBhvr>
                                        <p:cTn id="32" dur="500" fill="hold"/>
                                        <p:tgtEl>
                                          <p:spTgt spid="627"/>
                                        </p:tgtEl>
                                        <p:attrNameLst>
                                          <p:attrName>ppt_w</p:attrName>
                                        </p:attrNameLst>
                                      </p:cBhvr>
                                      <p:tavLst>
                                        <p:tav tm="0">
                                          <p:val>
                                            <p:fltVal val="0"/>
                                          </p:val>
                                        </p:tav>
                                        <p:tav tm="100000">
                                          <p:val>
                                            <p:strVal val="#ppt_w"/>
                                          </p:val>
                                        </p:tav>
                                      </p:tavLst>
                                    </p:anim>
                                    <p:anim calcmode="lin" valueType="num">
                                      <p:cBhvr>
                                        <p:cTn id="33" dur="500" fill="hold"/>
                                        <p:tgtEl>
                                          <p:spTgt spid="627"/>
                                        </p:tgtEl>
                                        <p:attrNameLst>
                                          <p:attrName>ppt_h</p:attrName>
                                        </p:attrNameLst>
                                      </p:cBhvr>
                                      <p:tavLst>
                                        <p:tav tm="0">
                                          <p:val>
                                            <p:fltVal val="0"/>
                                          </p:val>
                                        </p:tav>
                                        <p:tav tm="100000">
                                          <p:val>
                                            <p:strVal val="#ppt_h"/>
                                          </p:val>
                                        </p:tav>
                                      </p:tavLst>
                                    </p:anim>
                                    <p:animEffect transition="in" filter="fade">
                                      <p:cBhvr>
                                        <p:cTn id="34" dur="500"/>
                                        <p:tgtEl>
                                          <p:spTgt spid="627"/>
                                        </p:tgtEl>
                                      </p:cBhvr>
                                    </p:animEffect>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634"/>
                                        </p:tgtEl>
                                        <p:attrNameLst>
                                          <p:attrName>style.visibility</p:attrName>
                                        </p:attrNameLst>
                                      </p:cBhvr>
                                      <p:to>
                                        <p:strVal val="visible"/>
                                      </p:to>
                                    </p:set>
                                    <p:anim calcmode="lin" valueType="num">
                                      <p:cBhvr additive="base">
                                        <p:cTn id="38" dur="500" fill="hold"/>
                                        <p:tgtEl>
                                          <p:spTgt spid="634"/>
                                        </p:tgtEl>
                                        <p:attrNameLst>
                                          <p:attrName>ppt_x</p:attrName>
                                        </p:attrNameLst>
                                      </p:cBhvr>
                                      <p:tavLst>
                                        <p:tav tm="0">
                                          <p:val>
                                            <p:strVal val="#ppt_x"/>
                                          </p:val>
                                        </p:tav>
                                        <p:tav tm="100000">
                                          <p:val>
                                            <p:strVal val="#ppt_x"/>
                                          </p:val>
                                        </p:tav>
                                      </p:tavLst>
                                    </p:anim>
                                    <p:anim calcmode="lin" valueType="num">
                                      <p:cBhvr additive="base">
                                        <p:cTn id="39" dur="500" fill="hold"/>
                                        <p:tgtEl>
                                          <p:spTgt spid="634"/>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1" fill="hold" nodeType="afterEffect">
                                  <p:stCondLst>
                                    <p:cond delay="0"/>
                                  </p:stCondLst>
                                  <p:childTnLst>
                                    <p:set>
                                      <p:cBhvr>
                                        <p:cTn id="42" dur="1" fill="hold">
                                          <p:stCondLst>
                                            <p:cond delay="0"/>
                                          </p:stCondLst>
                                        </p:cTn>
                                        <p:tgtEl>
                                          <p:spTgt spid="633"/>
                                        </p:tgtEl>
                                        <p:attrNameLst>
                                          <p:attrName>style.visibility</p:attrName>
                                        </p:attrNameLst>
                                      </p:cBhvr>
                                      <p:to>
                                        <p:strVal val="visible"/>
                                      </p:to>
                                    </p:set>
                                    <p:animEffect transition="in" filter="wipe(up)">
                                      <p:cBhvr>
                                        <p:cTn id="43" dur="500"/>
                                        <p:tgtEl>
                                          <p:spTgt spid="633"/>
                                        </p:tgtEl>
                                      </p:cBhvr>
                                    </p:animEffect>
                                  </p:childTnLst>
                                </p:cTn>
                              </p:par>
                              <p:par>
                                <p:cTn id="44" presetID="53" presetClass="entr" presetSubtype="0" fill="hold" grpId="0" nodeType="withEffect">
                                  <p:stCondLst>
                                    <p:cond delay="0"/>
                                  </p:stCondLst>
                                  <p:childTnLst>
                                    <p:set>
                                      <p:cBhvr>
                                        <p:cTn id="45" dur="1" fill="hold">
                                          <p:stCondLst>
                                            <p:cond delay="0"/>
                                          </p:stCondLst>
                                        </p:cTn>
                                        <p:tgtEl>
                                          <p:spTgt spid="632"/>
                                        </p:tgtEl>
                                        <p:attrNameLst>
                                          <p:attrName>style.visibility</p:attrName>
                                        </p:attrNameLst>
                                      </p:cBhvr>
                                      <p:to>
                                        <p:strVal val="visible"/>
                                      </p:to>
                                    </p:set>
                                    <p:anim calcmode="lin" valueType="num">
                                      <p:cBhvr>
                                        <p:cTn id="46" dur="500" fill="hold"/>
                                        <p:tgtEl>
                                          <p:spTgt spid="632"/>
                                        </p:tgtEl>
                                        <p:attrNameLst>
                                          <p:attrName>ppt_w</p:attrName>
                                        </p:attrNameLst>
                                      </p:cBhvr>
                                      <p:tavLst>
                                        <p:tav tm="0">
                                          <p:val>
                                            <p:fltVal val="0"/>
                                          </p:val>
                                        </p:tav>
                                        <p:tav tm="100000">
                                          <p:val>
                                            <p:strVal val="#ppt_w"/>
                                          </p:val>
                                        </p:tav>
                                      </p:tavLst>
                                    </p:anim>
                                    <p:anim calcmode="lin" valueType="num">
                                      <p:cBhvr>
                                        <p:cTn id="47" dur="500" fill="hold"/>
                                        <p:tgtEl>
                                          <p:spTgt spid="632"/>
                                        </p:tgtEl>
                                        <p:attrNameLst>
                                          <p:attrName>ppt_h</p:attrName>
                                        </p:attrNameLst>
                                      </p:cBhvr>
                                      <p:tavLst>
                                        <p:tav tm="0">
                                          <p:val>
                                            <p:fltVal val="0"/>
                                          </p:val>
                                        </p:tav>
                                        <p:tav tm="100000">
                                          <p:val>
                                            <p:strVal val="#ppt_h"/>
                                          </p:val>
                                        </p:tav>
                                      </p:tavLst>
                                    </p:anim>
                                    <p:animEffect transition="in" filter="fade">
                                      <p:cBhvr>
                                        <p:cTn id="48" dur="500"/>
                                        <p:tgtEl>
                                          <p:spTgt spid="632"/>
                                        </p:tgtEl>
                                      </p:cBhvr>
                                    </p:animEffect>
                                  </p:childTnLst>
                                </p:cTn>
                              </p:par>
                            </p:childTnLst>
                          </p:cTn>
                        </p:par>
                        <p:par>
                          <p:cTn id="49" fill="hold">
                            <p:stCondLst>
                              <p:cond delay="4000"/>
                            </p:stCondLst>
                            <p:childTnLst>
                              <p:par>
                                <p:cTn id="50" presetID="2" presetClass="entr" presetSubtype="1" accel="50000" decel="50000" fill="hold" nodeType="afterEffect">
                                  <p:stCondLst>
                                    <p:cond delay="0"/>
                                  </p:stCondLst>
                                  <p:childTnLst>
                                    <p:set>
                                      <p:cBhvr>
                                        <p:cTn id="51" dur="1" fill="hold">
                                          <p:stCondLst>
                                            <p:cond delay="0"/>
                                          </p:stCondLst>
                                        </p:cTn>
                                        <p:tgtEl>
                                          <p:spTgt spid="639"/>
                                        </p:tgtEl>
                                        <p:attrNameLst>
                                          <p:attrName>style.visibility</p:attrName>
                                        </p:attrNameLst>
                                      </p:cBhvr>
                                      <p:to>
                                        <p:strVal val="visible"/>
                                      </p:to>
                                    </p:set>
                                    <p:anim calcmode="lin" valueType="num">
                                      <p:cBhvr additive="base">
                                        <p:cTn id="52" dur="500" fill="hold"/>
                                        <p:tgtEl>
                                          <p:spTgt spid="639"/>
                                        </p:tgtEl>
                                        <p:attrNameLst>
                                          <p:attrName>ppt_x</p:attrName>
                                        </p:attrNameLst>
                                      </p:cBhvr>
                                      <p:tavLst>
                                        <p:tav tm="0">
                                          <p:val>
                                            <p:strVal val="#ppt_x"/>
                                          </p:val>
                                        </p:tav>
                                        <p:tav tm="100000">
                                          <p:val>
                                            <p:strVal val="#ppt_x"/>
                                          </p:val>
                                        </p:tav>
                                      </p:tavLst>
                                    </p:anim>
                                    <p:anim calcmode="lin" valueType="num">
                                      <p:cBhvr additive="base">
                                        <p:cTn id="53" dur="500" fill="hold"/>
                                        <p:tgtEl>
                                          <p:spTgt spid="639"/>
                                        </p:tgtEl>
                                        <p:attrNameLst>
                                          <p:attrName>ppt_y</p:attrName>
                                        </p:attrNameLst>
                                      </p:cBhvr>
                                      <p:tavLst>
                                        <p:tav tm="0">
                                          <p:val>
                                            <p:strVal val="0-#ppt_h/2"/>
                                          </p:val>
                                        </p:tav>
                                        <p:tav tm="100000">
                                          <p:val>
                                            <p:strVal val="#ppt_y"/>
                                          </p:val>
                                        </p:tav>
                                      </p:tavLst>
                                    </p:anim>
                                  </p:childTnLst>
                                </p:cTn>
                              </p:par>
                            </p:childTnLst>
                          </p:cTn>
                        </p:par>
                        <p:par>
                          <p:cTn id="54" fill="hold">
                            <p:stCondLst>
                              <p:cond delay="4500"/>
                            </p:stCondLst>
                            <p:childTnLst>
                              <p:par>
                                <p:cTn id="55" presetID="22" presetClass="entr" presetSubtype="1" fill="hold" nodeType="afterEffect">
                                  <p:stCondLst>
                                    <p:cond delay="0"/>
                                  </p:stCondLst>
                                  <p:childTnLst>
                                    <p:set>
                                      <p:cBhvr>
                                        <p:cTn id="56" dur="1" fill="hold">
                                          <p:stCondLst>
                                            <p:cond delay="0"/>
                                          </p:stCondLst>
                                        </p:cTn>
                                        <p:tgtEl>
                                          <p:spTgt spid="638"/>
                                        </p:tgtEl>
                                        <p:attrNameLst>
                                          <p:attrName>style.visibility</p:attrName>
                                        </p:attrNameLst>
                                      </p:cBhvr>
                                      <p:to>
                                        <p:strVal val="visible"/>
                                      </p:to>
                                    </p:set>
                                    <p:animEffect transition="in" filter="wipe(up)">
                                      <p:cBhvr>
                                        <p:cTn id="57" dur="500"/>
                                        <p:tgtEl>
                                          <p:spTgt spid="638"/>
                                        </p:tgtEl>
                                      </p:cBhvr>
                                    </p:animEffect>
                                  </p:childTnLst>
                                </p:cTn>
                              </p:par>
                              <p:par>
                                <p:cTn id="58" presetID="53" presetClass="entr" presetSubtype="0" fill="hold" grpId="0" nodeType="withEffect">
                                  <p:stCondLst>
                                    <p:cond delay="0"/>
                                  </p:stCondLst>
                                  <p:childTnLst>
                                    <p:set>
                                      <p:cBhvr>
                                        <p:cTn id="59" dur="1" fill="hold">
                                          <p:stCondLst>
                                            <p:cond delay="0"/>
                                          </p:stCondLst>
                                        </p:cTn>
                                        <p:tgtEl>
                                          <p:spTgt spid="637"/>
                                        </p:tgtEl>
                                        <p:attrNameLst>
                                          <p:attrName>style.visibility</p:attrName>
                                        </p:attrNameLst>
                                      </p:cBhvr>
                                      <p:to>
                                        <p:strVal val="visible"/>
                                      </p:to>
                                    </p:set>
                                    <p:anim calcmode="lin" valueType="num">
                                      <p:cBhvr>
                                        <p:cTn id="60" dur="500" fill="hold"/>
                                        <p:tgtEl>
                                          <p:spTgt spid="637"/>
                                        </p:tgtEl>
                                        <p:attrNameLst>
                                          <p:attrName>ppt_w</p:attrName>
                                        </p:attrNameLst>
                                      </p:cBhvr>
                                      <p:tavLst>
                                        <p:tav tm="0">
                                          <p:val>
                                            <p:fltVal val="0"/>
                                          </p:val>
                                        </p:tav>
                                        <p:tav tm="100000">
                                          <p:val>
                                            <p:strVal val="#ppt_w"/>
                                          </p:val>
                                        </p:tav>
                                      </p:tavLst>
                                    </p:anim>
                                    <p:anim calcmode="lin" valueType="num">
                                      <p:cBhvr>
                                        <p:cTn id="61" dur="500" fill="hold"/>
                                        <p:tgtEl>
                                          <p:spTgt spid="637"/>
                                        </p:tgtEl>
                                        <p:attrNameLst>
                                          <p:attrName>ppt_h</p:attrName>
                                        </p:attrNameLst>
                                      </p:cBhvr>
                                      <p:tavLst>
                                        <p:tav tm="0">
                                          <p:val>
                                            <p:fltVal val="0"/>
                                          </p:val>
                                        </p:tav>
                                        <p:tav tm="100000">
                                          <p:val>
                                            <p:strVal val="#ppt_h"/>
                                          </p:val>
                                        </p:tav>
                                      </p:tavLst>
                                    </p:anim>
                                    <p:animEffect transition="in" filter="fade">
                                      <p:cBhvr>
                                        <p:cTn id="62" dur="500"/>
                                        <p:tgtEl>
                                          <p:spTgt spid="637"/>
                                        </p:tgtEl>
                                      </p:cBhvr>
                                    </p:animEffect>
                                  </p:childTnLst>
                                </p:cTn>
                              </p:par>
                            </p:childTnLst>
                          </p:cTn>
                        </p:par>
                        <p:par>
                          <p:cTn id="63" fill="hold">
                            <p:stCondLst>
                              <p:cond delay="5000"/>
                            </p:stCondLst>
                            <p:childTnLst>
                              <p:par>
                                <p:cTn id="64" presetID="2" presetClass="entr" presetSubtype="1" accel="50000" decel="50000" fill="hold" nodeType="afterEffect">
                                  <p:stCondLst>
                                    <p:cond delay="0"/>
                                  </p:stCondLst>
                                  <p:childTnLst>
                                    <p:set>
                                      <p:cBhvr>
                                        <p:cTn id="65" dur="1" fill="hold">
                                          <p:stCondLst>
                                            <p:cond delay="0"/>
                                          </p:stCondLst>
                                        </p:cTn>
                                        <p:tgtEl>
                                          <p:spTgt spid="644"/>
                                        </p:tgtEl>
                                        <p:attrNameLst>
                                          <p:attrName>style.visibility</p:attrName>
                                        </p:attrNameLst>
                                      </p:cBhvr>
                                      <p:to>
                                        <p:strVal val="visible"/>
                                      </p:to>
                                    </p:set>
                                    <p:anim calcmode="lin" valueType="num">
                                      <p:cBhvr additive="base">
                                        <p:cTn id="66" dur="500" fill="hold"/>
                                        <p:tgtEl>
                                          <p:spTgt spid="644"/>
                                        </p:tgtEl>
                                        <p:attrNameLst>
                                          <p:attrName>ppt_x</p:attrName>
                                        </p:attrNameLst>
                                      </p:cBhvr>
                                      <p:tavLst>
                                        <p:tav tm="0">
                                          <p:val>
                                            <p:strVal val="#ppt_x"/>
                                          </p:val>
                                        </p:tav>
                                        <p:tav tm="100000">
                                          <p:val>
                                            <p:strVal val="#ppt_x"/>
                                          </p:val>
                                        </p:tav>
                                      </p:tavLst>
                                    </p:anim>
                                    <p:anim calcmode="lin" valueType="num">
                                      <p:cBhvr additive="base">
                                        <p:cTn id="67" dur="500" fill="hold"/>
                                        <p:tgtEl>
                                          <p:spTgt spid="644"/>
                                        </p:tgtEl>
                                        <p:attrNameLst>
                                          <p:attrName>ppt_y</p:attrName>
                                        </p:attrNameLst>
                                      </p:cBhvr>
                                      <p:tavLst>
                                        <p:tav tm="0">
                                          <p:val>
                                            <p:strVal val="0-#ppt_h/2"/>
                                          </p:val>
                                        </p:tav>
                                        <p:tav tm="100000">
                                          <p:val>
                                            <p:strVal val="#ppt_y"/>
                                          </p:val>
                                        </p:tav>
                                      </p:tavLst>
                                    </p:anim>
                                  </p:childTnLst>
                                </p:cTn>
                              </p:par>
                            </p:childTnLst>
                          </p:cTn>
                        </p:par>
                        <p:par>
                          <p:cTn id="68" fill="hold">
                            <p:stCondLst>
                              <p:cond delay="5500"/>
                            </p:stCondLst>
                            <p:childTnLst>
                              <p:par>
                                <p:cTn id="69" presetID="22" presetClass="entr" presetSubtype="1" fill="hold" nodeType="afterEffect">
                                  <p:stCondLst>
                                    <p:cond delay="0"/>
                                  </p:stCondLst>
                                  <p:childTnLst>
                                    <p:set>
                                      <p:cBhvr>
                                        <p:cTn id="70" dur="1" fill="hold">
                                          <p:stCondLst>
                                            <p:cond delay="0"/>
                                          </p:stCondLst>
                                        </p:cTn>
                                        <p:tgtEl>
                                          <p:spTgt spid="643"/>
                                        </p:tgtEl>
                                        <p:attrNameLst>
                                          <p:attrName>style.visibility</p:attrName>
                                        </p:attrNameLst>
                                      </p:cBhvr>
                                      <p:to>
                                        <p:strVal val="visible"/>
                                      </p:to>
                                    </p:set>
                                    <p:animEffect transition="in" filter="wipe(up)">
                                      <p:cBhvr>
                                        <p:cTn id="71" dur="500"/>
                                        <p:tgtEl>
                                          <p:spTgt spid="643"/>
                                        </p:tgtEl>
                                      </p:cBhvr>
                                    </p:animEffect>
                                  </p:childTnLst>
                                </p:cTn>
                              </p:par>
                              <p:par>
                                <p:cTn id="72" presetID="53" presetClass="entr" presetSubtype="0" fill="hold" grpId="0" nodeType="withEffect">
                                  <p:stCondLst>
                                    <p:cond delay="0"/>
                                  </p:stCondLst>
                                  <p:childTnLst>
                                    <p:set>
                                      <p:cBhvr>
                                        <p:cTn id="73" dur="1" fill="hold">
                                          <p:stCondLst>
                                            <p:cond delay="0"/>
                                          </p:stCondLst>
                                        </p:cTn>
                                        <p:tgtEl>
                                          <p:spTgt spid="642"/>
                                        </p:tgtEl>
                                        <p:attrNameLst>
                                          <p:attrName>style.visibility</p:attrName>
                                        </p:attrNameLst>
                                      </p:cBhvr>
                                      <p:to>
                                        <p:strVal val="visible"/>
                                      </p:to>
                                    </p:set>
                                    <p:anim calcmode="lin" valueType="num">
                                      <p:cBhvr>
                                        <p:cTn id="74" dur="500" fill="hold"/>
                                        <p:tgtEl>
                                          <p:spTgt spid="642"/>
                                        </p:tgtEl>
                                        <p:attrNameLst>
                                          <p:attrName>ppt_w</p:attrName>
                                        </p:attrNameLst>
                                      </p:cBhvr>
                                      <p:tavLst>
                                        <p:tav tm="0">
                                          <p:val>
                                            <p:fltVal val="0"/>
                                          </p:val>
                                        </p:tav>
                                        <p:tav tm="100000">
                                          <p:val>
                                            <p:strVal val="#ppt_w"/>
                                          </p:val>
                                        </p:tav>
                                      </p:tavLst>
                                    </p:anim>
                                    <p:anim calcmode="lin" valueType="num">
                                      <p:cBhvr>
                                        <p:cTn id="75" dur="500" fill="hold"/>
                                        <p:tgtEl>
                                          <p:spTgt spid="642"/>
                                        </p:tgtEl>
                                        <p:attrNameLst>
                                          <p:attrName>ppt_h</p:attrName>
                                        </p:attrNameLst>
                                      </p:cBhvr>
                                      <p:tavLst>
                                        <p:tav tm="0">
                                          <p:val>
                                            <p:fltVal val="0"/>
                                          </p:val>
                                        </p:tav>
                                        <p:tav tm="100000">
                                          <p:val>
                                            <p:strVal val="#ppt_h"/>
                                          </p:val>
                                        </p:tav>
                                      </p:tavLst>
                                    </p:anim>
                                    <p:animEffect transition="in" filter="fade">
                                      <p:cBhvr>
                                        <p:cTn id="76" dur="500"/>
                                        <p:tgtEl>
                                          <p:spTgt spid="642"/>
                                        </p:tgtEl>
                                      </p:cBhvr>
                                    </p:animEffect>
                                  </p:childTnLst>
                                </p:cTn>
                              </p:par>
                            </p:childTnLst>
                          </p:cTn>
                        </p:par>
                        <p:par>
                          <p:cTn id="77" fill="hold">
                            <p:stCondLst>
                              <p:cond delay="6000"/>
                            </p:stCondLst>
                            <p:childTnLst>
                              <p:par>
                                <p:cTn id="78" presetID="2" presetClass="entr" presetSubtype="1" accel="50000" decel="50000" fill="hold" nodeType="afterEffect">
                                  <p:stCondLst>
                                    <p:cond delay="0"/>
                                  </p:stCondLst>
                                  <p:childTnLst>
                                    <p:set>
                                      <p:cBhvr>
                                        <p:cTn id="79" dur="1" fill="hold">
                                          <p:stCondLst>
                                            <p:cond delay="0"/>
                                          </p:stCondLst>
                                        </p:cTn>
                                        <p:tgtEl>
                                          <p:spTgt spid="649"/>
                                        </p:tgtEl>
                                        <p:attrNameLst>
                                          <p:attrName>style.visibility</p:attrName>
                                        </p:attrNameLst>
                                      </p:cBhvr>
                                      <p:to>
                                        <p:strVal val="visible"/>
                                      </p:to>
                                    </p:set>
                                    <p:anim calcmode="lin" valueType="num">
                                      <p:cBhvr additive="base">
                                        <p:cTn id="80" dur="500" fill="hold"/>
                                        <p:tgtEl>
                                          <p:spTgt spid="649"/>
                                        </p:tgtEl>
                                        <p:attrNameLst>
                                          <p:attrName>ppt_x</p:attrName>
                                        </p:attrNameLst>
                                      </p:cBhvr>
                                      <p:tavLst>
                                        <p:tav tm="0">
                                          <p:val>
                                            <p:strVal val="#ppt_x"/>
                                          </p:val>
                                        </p:tav>
                                        <p:tav tm="100000">
                                          <p:val>
                                            <p:strVal val="#ppt_x"/>
                                          </p:val>
                                        </p:tav>
                                      </p:tavLst>
                                    </p:anim>
                                    <p:anim calcmode="lin" valueType="num">
                                      <p:cBhvr additive="base">
                                        <p:cTn id="81" dur="500" fill="hold"/>
                                        <p:tgtEl>
                                          <p:spTgt spid="649"/>
                                        </p:tgtEl>
                                        <p:attrNameLst>
                                          <p:attrName>ppt_y</p:attrName>
                                        </p:attrNameLst>
                                      </p:cBhvr>
                                      <p:tavLst>
                                        <p:tav tm="0">
                                          <p:val>
                                            <p:strVal val="0-#ppt_h/2"/>
                                          </p:val>
                                        </p:tav>
                                        <p:tav tm="100000">
                                          <p:val>
                                            <p:strVal val="#ppt_y"/>
                                          </p:val>
                                        </p:tav>
                                      </p:tavLst>
                                    </p:anim>
                                  </p:childTnLst>
                                </p:cTn>
                              </p:par>
                            </p:childTnLst>
                          </p:cTn>
                        </p:par>
                        <p:par>
                          <p:cTn id="82" fill="hold">
                            <p:stCondLst>
                              <p:cond delay="6500"/>
                            </p:stCondLst>
                            <p:childTnLst>
                              <p:par>
                                <p:cTn id="83" presetID="22" presetClass="entr" presetSubtype="1" fill="hold" nodeType="afterEffect">
                                  <p:stCondLst>
                                    <p:cond delay="0"/>
                                  </p:stCondLst>
                                  <p:childTnLst>
                                    <p:set>
                                      <p:cBhvr>
                                        <p:cTn id="84" dur="1" fill="hold">
                                          <p:stCondLst>
                                            <p:cond delay="0"/>
                                          </p:stCondLst>
                                        </p:cTn>
                                        <p:tgtEl>
                                          <p:spTgt spid="648"/>
                                        </p:tgtEl>
                                        <p:attrNameLst>
                                          <p:attrName>style.visibility</p:attrName>
                                        </p:attrNameLst>
                                      </p:cBhvr>
                                      <p:to>
                                        <p:strVal val="visible"/>
                                      </p:to>
                                    </p:set>
                                    <p:animEffect transition="in" filter="wipe(up)">
                                      <p:cBhvr>
                                        <p:cTn id="85" dur="500"/>
                                        <p:tgtEl>
                                          <p:spTgt spid="648"/>
                                        </p:tgtEl>
                                      </p:cBhvr>
                                    </p:animEffect>
                                  </p:childTnLst>
                                </p:cTn>
                              </p:par>
                              <p:par>
                                <p:cTn id="86" presetID="53" presetClass="entr" presetSubtype="0" fill="hold" grpId="0" nodeType="withEffect">
                                  <p:stCondLst>
                                    <p:cond delay="0"/>
                                  </p:stCondLst>
                                  <p:childTnLst>
                                    <p:set>
                                      <p:cBhvr>
                                        <p:cTn id="87" dur="1" fill="hold">
                                          <p:stCondLst>
                                            <p:cond delay="0"/>
                                          </p:stCondLst>
                                        </p:cTn>
                                        <p:tgtEl>
                                          <p:spTgt spid="647"/>
                                        </p:tgtEl>
                                        <p:attrNameLst>
                                          <p:attrName>style.visibility</p:attrName>
                                        </p:attrNameLst>
                                      </p:cBhvr>
                                      <p:to>
                                        <p:strVal val="visible"/>
                                      </p:to>
                                    </p:set>
                                    <p:anim calcmode="lin" valueType="num">
                                      <p:cBhvr>
                                        <p:cTn id="88" dur="500" fill="hold"/>
                                        <p:tgtEl>
                                          <p:spTgt spid="647"/>
                                        </p:tgtEl>
                                        <p:attrNameLst>
                                          <p:attrName>ppt_w</p:attrName>
                                        </p:attrNameLst>
                                      </p:cBhvr>
                                      <p:tavLst>
                                        <p:tav tm="0">
                                          <p:val>
                                            <p:fltVal val="0"/>
                                          </p:val>
                                        </p:tav>
                                        <p:tav tm="100000">
                                          <p:val>
                                            <p:strVal val="#ppt_w"/>
                                          </p:val>
                                        </p:tav>
                                      </p:tavLst>
                                    </p:anim>
                                    <p:anim calcmode="lin" valueType="num">
                                      <p:cBhvr>
                                        <p:cTn id="89" dur="500" fill="hold"/>
                                        <p:tgtEl>
                                          <p:spTgt spid="647"/>
                                        </p:tgtEl>
                                        <p:attrNameLst>
                                          <p:attrName>ppt_h</p:attrName>
                                        </p:attrNameLst>
                                      </p:cBhvr>
                                      <p:tavLst>
                                        <p:tav tm="0">
                                          <p:val>
                                            <p:fltVal val="0"/>
                                          </p:val>
                                        </p:tav>
                                        <p:tav tm="100000">
                                          <p:val>
                                            <p:strVal val="#ppt_h"/>
                                          </p:val>
                                        </p:tav>
                                      </p:tavLst>
                                    </p:anim>
                                    <p:animEffect transition="in" filter="fade">
                                      <p:cBhvr>
                                        <p:cTn id="90" dur="500"/>
                                        <p:tgtEl>
                                          <p:spTgt spid="647"/>
                                        </p:tgtEl>
                                      </p:cBhvr>
                                    </p:animEffect>
                                  </p:childTnLst>
                                </p:cTn>
                              </p:par>
                            </p:childTnLst>
                          </p:cTn>
                        </p:par>
                        <p:par>
                          <p:cTn id="91" fill="hold">
                            <p:stCondLst>
                              <p:cond delay="7000"/>
                            </p:stCondLst>
                            <p:childTnLst>
                              <p:par>
                                <p:cTn id="92" presetID="2" presetClass="entr" presetSubtype="1" accel="50000" decel="50000" fill="hold" nodeType="afterEffect">
                                  <p:stCondLst>
                                    <p:cond delay="0"/>
                                  </p:stCondLst>
                                  <p:childTnLst>
                                    <p:set>
                                      <p:cBhvr>
                                        <p:cTn id="93" dur="1" fill="hold">
                                          <p:stCondLst>
                                            <p:cond delay="0"/>
                                          </p:stCondLst>
                                        </p:cTn>
                                        <p:tgtEl>
                                          <p:spTgt spid="654"/>
                                        </p:tgtEl>
                                        <p:attrNameLst>
                                          <p:attrName>style.visibility</p:attrName>
                                        </p:attrNameLst>
                                      </p:cBhvr>
                                      <p:to>
                                        <p:strVal val="visible"/>
                                      </p:to>
                                    </p:set>
                                    <p:anim calcmode="lin" valueType="num">
                                      <p:cBhvr additive="base">
                                        <p:cTn id="94" dur="500" fill="hold"/>
                                        <p:tgtEl>
                                          <p:spTgt spid="654"/>
                                        </p:tgtEl>
                                        <p:attrNameLst>
                                          <p:attrName>ppt_x</p:attrName>
                                        </p:attrNameLst>
                                      </p:cBhvr>
                                      <p:tavLst>
                                        <p:tav tm="0">
                                          <p:val>
                                            <p:strVal val="#ppt_x"/>
                                          </p:val>
                                        </p:tav>
                                        <p:tav tm="100000">
                                          <p:val>
                                            <p:strVal val="#ppt_x"/>
                                          </p:val>
                                        </p:tav>
                                      </p:tavLst>
                                    </p:anim>
                                    <p:anim calcmode="lin" valueType="num">
                                      <p:cBhvr additive="base">
                                        <p:cTn id="95" dur="500" fill="hold"/>
                                        <p:tgtEl>
                                          <p:spTgt spid="654"/>
                                        </p:tgtEl>
                                        <p:attrNameLst>
                                          <p:attrName>ppt_y</p:attrName>
                                        </p:attrNameLst>
                                      </p:cBhvr>
                                      <p:tavLst>
                                        <p:tav tm="0">
                                          <p:val>
                                            <p:strVal val="0-#ppt_h/2"/>
                                          </p:val>
                                        </p:tav>
                                        <p:tav tm="100000">
                                          <p:val>
                                            <p:strVal val="#ppt_y"/>
                                          </p:val>
                                        </p:tav>
                                      </p:tavLst>
                                    </p:anim>
                                  </p:childTnLst>
                                </p:cTn>
                              </p:par>
                            </p:childTnLst>
                          </p:cTn>
                        </p:par>
                        <p:par>
                          <p:cTn id="96" fill="hold">
                            <p:stCondLst>
                              <p:cond delay="7500"/>
                            </p:stCondLst>
                            <p:childTnLst>
                              <p:par>
                                <p:cTn id="97" presetID="22" presetClass="entr" presetSubtype="1" fill="hold" nodeType="afterEffect">
                                  <p:stCondLst>
                                    <p:cond delay="0"/>
                                  </p:stCondLst>
                                  <p:childTnLst>
                                    <p:set>
                                      <p:cBhvr>
                                        <p:cTn id="98" dur="1" fill="hold">
                                          <p:stCondLst>
                                            <p:cond delay="0"/>
                                          </p:stCondLst>
                                        </p:cTn>
                                        <p:tgtEl>
                                          <p:spTgt spid="653"/>
                                        </p:tgtEl>
                                        <p:attrNameLst>
                                          <p:attrName>style.visibility</p:attrName>
                                        </p:attrNameLst>
                                      </p:cBhvr>
                                      <p:to>
                                        <p:strVal val="visible"/>
                                      </p:to>
                                    </p:set>
                                    <p:animEffect transition="in" filter="wipe(up)">
                                      <p:cBhvr>
                                        <p:cTn id="99" dur="500"/>
                                        <p:tgtEl>
                                          <p:spTgt spid="653"/>
                                        </p:tgtEl>
                                      </p:cBhvr>
                                    </p:animEffect>
                                  </p:childTnLst>
                                </p:cTn>
                              </p:par>
                              <p:par>
                                <p:cTn id="100" presetID="53" presetClass="entr" presetSubtype="0" fill="hold" grpId="0" nodeType="withEffect">
                                  <p:stCondLst>
                                    <p:cond delay="0"/>
                                  </p:stCondLst>
                                  <p:childTnLst>
                                    <p:set>
                                      <p:cBhvr>
                                        <p:cTn id="101" dur="1" fill="hold">
                                          <p:stCondLst>
                                            <p:cond delay="0"/>
                                          </p:stCondLst>
                                        </p:cTn>
                                        <p:tgtEl>
                                          <p:spTgt spid="652"/>
                                        </p:tgtEl>
                                        <p:attrNameLst>
                                          <p:attrName>style.visibility</p:attrName>
                                        </p:attrNameLst>
                                      </p:cBhvr>
                                      <p:to>
                                        <p:strVal val="visible"/>
                                      </p:to>
                                    </p:set>
                                    <p:anim calcmode="lin" valueType="num">
                                      <p:cBhvr>
                                        <p:cTn id="102" dur="500" fill="hold"/>
                                        <p:tgtEl>
                                          <p:spTgt spid="652"/>
                                        </p:tgtEl>
                                        <p:attrNameLst>
                                          <p:attrName>ppt_w</p:attrName>
                                        </p:attrNameLst>
                                      </p:cBhvr>
                                      <p:tavLst>
                                        <p:tav tm="0">
                                          <p:val>
                                            <p:fltVal val="0"/>
                                          </p:val>
                                        </p:tav>
                                        <p:tav tm="100000">
                                          <p:val>
                                            <p:strVal val="#ppt_w"/>
                                          </p:val>
                                        </p:tav>
                                      </p:tavLst>
                                    </p:anim>
                                    <p:anim calcmode="lin" valueType="num">
                                      <p:cBhvr>
                                        <p:cTn id="103" dur="500" fill="hold"/>
                                        <p:tgtEl>
                                          <p:spTgt spid="652"/>
                                        </p:tgtEl>
                                        <p:attrNameLst>
                                          <p:attrName>ppt_h</p:attrName>
                                        </p:attrNameLst>
                                      </p:cBhvr>
                                      <p:tavLst>
                                        <p:tav tm="0">
                                          <p:val>
                                            <p:fltVal val="0"/>
                                          </p:val>
                                        </p:tav>
                                        <p:tav tm="100000">
                                          <p:val>
                                            <p:strVal val="#ppt_h"/>
                                          </p:val>
                                        </p:tav>
                                      </p:tavLst>
                                    </p:anim>
                                    <p:animEffect transition="in" filter="fade">
                                      <p:cBhvr>
                                        <p:cTn id="104" dur="500"/>
                                        <p:tgtEl>
                                          <p:spTgt spid="6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7" grpId="0" animBg="1"/>
      <p:bldP spid="608" grpId="0"/>
      <p:bldP spid="627" grpId="0" animBg="1"/>
      <p:bldP spid="632" grpId="0" animBg="1"/>
      <p:bldP spid="637" grpId="0" animBg="1"/>
      <p:bldP spid="642" grpId="0" animBg="1"/>
      <p:bldP spid="647" grpId="0" animBg="1"/>
      <p:bldP spid="652"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World Map Infographic</a:t>
            </a:r>
            <a:endParaRPr lang="en-US" dirty="0"/>
          </a:p>
        </p:txBody>
      </p:sp>
      <p:sp>
        <p:nvSpPr>
          <p:cNvPr id="205" name="Freeform 30"/>
          <p:cNvSpPr>
            <a:spLocks/>
          </p:cNvSpPr>
          <p:nvPr/>
        </p:nvSpPr>
        <p:spPr bwMode="auto">
          <a:xfrm>
            <a:off x="3188580" y="3073394"/>
            <a:ext cx="6184" cy="7730"/>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163"/>
          <p:cNvSpPr>
            <a:spLocks/>
          </p:cNvSpPr>
          <p:nvPr/>
        </p:nvSpPr>
        <p:spPr bwMode="auto">
          <a:xfrm>
            <a:off x="3426659" y="2380800"/>
            <a:ext cx="27827" cy="24736"/>
          </a:xfrm>
          <a:custGeom>
            <a:avLst/>
            <a:gdLst/>
            <a:ahLst/>
            <a:cxnLst>
              <a:cxn ang="0">
                <a:pos x="7" y="0"/>
              </a:cxn>
              <a:cxn ang="0">
                <a:pos x="22" y="19"/>
              </a:cxn>
              <a:cxn ang="0">
                <a:pos x="8" y="0"/>
              </a:cxn>
              <a:cxn ang="0">
                <a:pos x="8" y="1"/>
              </a:cxn>
              <a:cxn ang="0">
                <a:pos x="7" y="0"/>
              </a:cxn>
            </a:cxnLst>
            <a:rect l="0" t="0" r="r" b="b"/>
            <a:pathLst>
              <a:path w="22" h="19">
                <a:moveTo>
                  <a:pt x="7" y="0"/>
                </a:moveTo>
                <a:cubicBezTo>
                  <a:pt x="13" y="7"/>
                  <a:pt x="19" y="9"/>
                  <a:pt x="22" y="19"/>
                </a:cubicBezTo>
                <a:cubicBezTo>
                  <a:pt x="13" y="17"/>
                  <a:pt x="0" y="3"/>
                  <a:pt x="8" y="0"/>
                </a:cubicBezTo>
                <a:cubicBezTo>
                  <a:pt x="8" y="1"/>
                  <a:pt x="8" y="1"/>
                  <a:pt x="8" y="1"/>
                </a:cubicBezTo>
                <a:lnTo>
                  <a:pt x="7" y="0"/>
                </a:ln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07" name="Group 341"/>
          <p:cNvGrpSpPr/>
          <p:nvPr/>
        </p:nvGrpSpPr>
        <p:grpSpPr>
          <a:xfrm>
            <a:off x="4231423" y="3092863"/>
            <a:ext cx="815115" cy="911613"/>
            <a:chOff x="4097338" y="2217738"/>
            <a:chExt cx="1139825" cy="1274763"/>
          </a:xfrm>
          <a:solidFill>
            <a:schemeClr val="accent4"/>
          </a:solidFill>
        </p:grpSpPr>
        <p:sp>
          <p:nvSpPr>
            <p:cNvPr id="208"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0" name="Group 274"/>
          <p:cNvGrpSpPr/>
          <p:nvPr/>
        </p:nvGrpSpPr>
        <p:grpSpPr>
          <a:xfrm>
            <a:off x="3468530" y="3419817"/>
            <a:ext cx="557412" cy="900260"/>
            <a:chOff x="3030538" y="2674938"/>
            <a:chExt cx="779463" cy="1258888"/>
          </a:xfrm>
          <a:solidFill>
            <a:schemeClr val="accent2"/>
          </a:solidFill>
        </p:grpSpPr>
        <p:sp>
          <p:nvSpPr>
            <p:cNvPr id="211"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3" name="Group 277"/>
          <p:cNvGrpSpPr/>
          <p:nvPr/>
        </p:nvGrpSpPr>
        <p:grpSpPr>
          <a:xfrm>
            <a:off x="2435445" y="2193738"/>
            <a:ext cx="1852741" cy="1290789"/>
            <a:chOff x="1585913" y="960438"/>
            <a:chExt cx="2590800" cy="1804987"/>
          </a:xfrm>
          <a:solidFill>
            <a:schemeClr val="accent1"/>
          </a:solidFill>
        </p:grpSpPr>
        <p:sp>
          <p:nvSpPr>
            <p:cNvPr id="214"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6"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Group 345"/>
          <p:cNvGrpSpPr/>
          <p:nvPr/>
        </p:nvGrpSpPr>
        <p:grpSpPr>
          <a:xfrm>
            <a:off x="4318837" y="2285694"/>
            <a:ext cx="491567" cy="826469"/>
            <a:chOff x="4219575" y="1089025"/>
            <a:chExt cx="687388" cy="1155701"/>
          </a:xfrm>
          <a:solidFill>
            <a:schemeClr val="accent3"/>
          </a:solidFill>
        </p:grpSpPr>
        <p:sp>
          <p:nvSpPr>
            <p:cNvPr id="342"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43" name="Group 343"/>
            <p:cNvGrpSpPr/>
            <p:nvPr/>
          </p:nvGrpSpPr>
          <p:grpSpPr>
            <a:xfrm>
              <a:off x="4219575" y="1089025"/>
              <a:ext cx="687388" cy="1155701"/>
              <a:chOff x="4219575" y="1089025"/>
              <a:chExt cx="687388" cy="1155701"/>
            </a:xfrm>
            <a:grpFill/>
          </p:grpSpPr>
          <p:sp>
            <p:nvSpPr>
              <p:cNvPr id="344"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5"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3"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4"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3"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55" name="Group 363"/>
          <p:cNvGrpSpPr/>
          <p:nvPr/>
        </p:nvGrpSpPr>
        <p:grpSpPr>
          <a:xfrm>
            <a:off x="5788997" y="3566265"/>
            <a:ext cx="691373" cy="603958"/>
            <a:chOff x="6275388" y="2879725"/>
            <a:chExt cx="966788" cy="844551"/>
          </a:xfrm>
          <a:solidFill>
            <a:schemeClr val="accent6"/>
          </a:solidFill>
        </p:grpSpPr>
        <p:sp>
          <p:nvSpPr>
            <p:cNvPr id="456"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57" name="Group 361"/>
            <p:cNvGrpSpPr/>
            <p:nvPr/>
          </p:nvGrpSpPr>
          <p:grpSpPr>
            <a:xfrm>
              <a:off x="6275388" y="2917825"/>
              <a:ext cx="966788" cy="806451"/>
              <a:chOff x="6275388" y="2917825"/>
              <a:chExt cx="966788" cy="806451"/>
            </a:xfrm>
            <a:grpFill/>
          </p:grpSpPr>
          <p:sp>
            <p:nvSpPr>
              <p:cNvPr id="458"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9"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1"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2"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74" name="Group 383"/>
          <p:cNvGrpSpPr/>
          <p:nvPr/>
        </p:nvGrpSpPr>
        <p:grpSpPr>
          <a:xfrm>
            <a:off x="4671903" y="2249365"/>
            <a:ext cx="2036653" cy="1439507"/>
            <a:chOff x="4713288" y="1038225"/>
            <a:chExt cx="2847975" cy="2012950"/>
          </a:xfrm>
          <a:solidFill>
            <a:schemeClr val="accent5"/>
          </a:solidFill>
        </p:grpSpPr>
        <p:sp>
          <p:nvSpPr>
            <p:cNvPr id="475"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6"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7"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4"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5"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6"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3"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4"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5"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6"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7"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8"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0"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1"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2"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3"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8"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1"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9"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1"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3"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4"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5"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6"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7"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8"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9"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0"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1"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2"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3"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4"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5"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6"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7"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8"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9"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0"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1"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2"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3"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4"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5"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6"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7"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8"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9"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560" name="Freeform 559"/>
          <p:cNvSpPr/>
          <p:nvPr/>
        </p:nvSpPr>
        <p:spPr>
          <a:xfrm>
            <a:off x="8384878" y="2251564"/>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4"/>
                </a:solidFill>
                <a:latin typeface="FontAwesome" pitchFamily="2" charset="0"/>
              </a:rPr>
              <a:t></a:t>
            </a:r>
            <a:endParaRPr lang="en-US" sz="2800" dirty="0">
              <a:solidFill>
                <a:schemeClr val="accent4"/>
              </a:solidFill>
              <a:latin typeface="FontAwesome" pitchFamily="2" charset="0"/>
            </a:endParaRPr>
          </a:p>
        </p:txBody>
      </p:sp>
      <p:grpSp>
        <p:nvGrpSpPr>
          <p:cNvPr id="561" name="Group 228"/>
          <p:cNvGrpSpPr/>
          <p:nvPr/>
        </p:nvGrpSpPr>
        <p:grpSpPr>
          <a:xfrm>
            <a:off x="6744614" y="2133600"/>
            <a:ext cx="1543266" cy="438562"/>
            <a:chOff x="7061224" y="1630929"/>
            <a:chExt cx="1543266" cy="438562"/>
          </a:xfrm>
        </p:grpSpPr>
        <p:sp>
          <p:nvSpPr>
            <p:cNvPr id="562" name="Text Placeholder 3"/>
            <p:cNvSpPr txBox="1">
              <a:spLocks/>
            </p:cNvSpPr>
            <p:nvPr/>
          </p:nvSpPr>
          <p:spPr>
            <a:xfrm>
              <a:off x="7061224" y="1761714"/>
              <a:ext cx="154326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passages but the majority</a:t>
              </a:r>
            </a:p>
          </p:txBody>
        </p:sp>
        <p:sp>
          <p:nvSpPr>
            <p:cNvPr id="563" name="Text Placeholder 3"/>
            <p:cNvSpPr txBox="1">
              <a:spLocks/>
            </p:cNvSpPr>
            <p:nvPr/>
          </p:nvSpPr>
          <p:spPr>
            <a:xfrm>
              <a:off x="7164315" y="1630929"/>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b="1" dirty="0">
                  <a:solidFill>
                    <a:schemeClr val="accent4"/>
                  </a:solidFill>
                </a:rPr>
                <a:t>90% Africa</a:t>
              </a:r>
            </a:p>
          </p:txBody>
        </p:sp>
      </p:grpSp>
      <p:sp>
        <p:nvSpPr>
          <p:cNvPr id="564" name="Freeform 563"/>
          <p:cNvSpPr/>
          <p:nvPr/>
        </p:nvSpPr>
        <p:spPr>
          <a:xfrm>
            <a:off x="8384878" y="2912175"/>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5"/>
                </a:solidFill>
                <a:latin typeface="FontAwesome" pitchFamily="2" charset="0"/>
              </a:rPr>
              <a:t></a:t>
            </a:r>
            <a:endParaRPr lang="en-US" sz="2800" dirty="0">
              <a:solidFill>
                <a:schemeClr val="accent5"/>
              </a:solidFill>
              <a:latin typeface="FontAwesome" pitchFamily="2" charset="0"/>
            </a:endParaRPr>
          </a:p>
        </p:txBody>
      </p:sp>
      <p:grpSp>
        <p:nvGrpSpPr>
          <p:cNvPr id="565" name="Group 229"/>
          <p:cNvGrpSpPr/>
          <p:nvPr/>
        </p:nvGrpSpPr>
        <p:grpSpPr>
          <a:xfrm>
            <a:off x="6744615" y="2794211"/>
            <a:ext cx="1543266" cy="438562"/>
            <a:chOff x="7061225" y="2159455"/>
            <a:chExt cx="1543266" cy="438562"/>
          </a:xfrm>
        </p:grpSpPr>
        <p:sp>
          <p:nvSpPr>
            <p:cNvPr id="566" name="Text Placeholder 3"/>
            <p:cNvSpPr txBox="1">
              <a:spLocks/>
            </p:cNvSpPr>
            <p:nvPr/>
          </p:nvSpPr>
          <p:spPr>
            <a:xfrm>
              <a:off x="7061225" y="2290240"/>
              <a:ext cx="1543266"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passages but the majority</a:t>
              </a:r>
            </a:p>
          </p:txBody>
        </p:sp>
        <p:sp>
          <p:nvSpPr>
            <p:cNvPr id="567" name="Text Placeholder 3"/>
            <p:cNvSpPr txBox="1">
              <a:spLocks/>
            </p:cNvSpPr>
            <p:nvPr/>
          </p:nvSpPr>
          <p:spPr>
            <a:xfrm>
              <a:off x="7164315" y="2159455"/>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b="1" dirty="0">
                  <a:solidFill>
                    <a:schemeClr val="accent5"/>
                  </a:solidFill>
                </a:rPr>
                <a:t>80% Asia</a:t>
              </a:r>
            </a:p>
          </p:txBody>
        </p:sp>
      </p:grpSp>
      <p:sp>
        <p:nvSpPr>
          <p:cNvPr id="568" name="Freeform 567"/>
          <p:cNvSpPr/>
          <p:nvPr/>
        </p:nvSpPr>
        <p:spPr>
          <a:xfrm>
            <a:off x="8384878" y="3551709"/>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6"/>
                </a:solidFill>
                <a:latin typeface="FontAwesome" pitchFamily="2" charset="0"/>
              </a:rPr>
              <a:t></a:t>
            </a:r>
            <a:endParaRPr lang="en-US" sz="2800" dirty="0">
              <a:solidFill>
                <a:schemeClr val="accent6"/>
              </a:solidFill>
              <a:latin typeface="FontAwesome" pitchFamily="2" charset="0"/>
            </a:endParaRPr>
          </a:p>
        </p:txBody>
      </p:sp>
      <p:grpSp>
        <p:nvGrpSpPr>
          <p:cNvPr id="569" name="Group 230"/>
          <p:cNvGrpSpPr/>
          <p:nvPr/>
        </p:nvGrpSpPr>
        <p:grpSpPr>
          <a:xfrm>
            <a:off x="6728409" y="3433745"/>
            <a:ext cx="1559472" cy="438562"/>
            <a:chOff x="7045019" y="2687981"/>
            <a:chExt cx="1559472" cy="438562"/>
          </a:xfrm>
        </p:grpSpPr>
        <p:sp>
          <p:nvSpPr>
            <p:cNvPr id="570" name="Text Placeholder 3"/>
            <p:cNvSpPr txBox="1">
              <a:spLocks/>
            </p:cNvSpPr>
            <p:nvPr/>
          </p:nvSpPr>
          <p:spPr>
            <a:xfrm>
              <a:off x="7045019" y="2818766"/>
              <a:ext cx="1559472"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dirty="0">
                  <a:solidFill>
                    <a:schemeClr val="tx1">
                      <a:lumMod val="50000"/>
                      <a:lumOff val="50000"/>
                    </a:schemeClr>
                  </a:solidFill>
                </a:rPr>
                <a:t>There are many variations  passages but the majority</a:t>
              </a:r>
            </a:p>
          </p:txBody>
        </p:sp>
        <p:sp>
          <p:nvSpPr>
            <p:cNvPr id="571" name="Text Placeholder 3"/>
            <p:cNvSpPr txBox="1">
              <a:spLocks/>
            </p:cNvSpPr>
            <p:nvPr/>
          </p:nvSpPr>
          <p:spPr>
            <a:xfrm>
              <a:off x="7164315" y="2687981"/>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r" defTabSz="914400">
                <a:spcBef>
                  <a:spcPct val="20000"/>
                </a:spcBef>
                <a:defRPr/>
              </a:pPr>
              <a:r>
                <a:rPr lang="en-US" sz="1000" b="1" dirty="0">
                  <a:solidFill>
                    <a:schemeClr val="accent6"/>
                  </a:solidFill>
                </a:rPr>
                <a:t>70% Australia</a:t>
              </a:r>
            </a:p>
          </p:txBody>
        </p:sp>
      </p:grpSp>
      <p:sp>
        <p:nvSpPr>
          <p:cNvPr id="572" name="Freeform 571"/>
          <p:cNvSpPr/>
          <p:nvPr/>
        </p:nvSpPr>
        <p:spPr>
          <a:xfrm>
            <a:off x="539510" y="2266771"/>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1"/>
                </a:solidFill>
                <a:latin typeface="FontAwesome" pitchFamily="2" charset="0"/>
              </a:rPr>
              <a:t></a:t>
            </a:r>
            <a:endParaRPr lang="en-US" sz="2800" dirty="0">
              <a:solidFill>
                <a:schemeClr val="accent1"/>
              </a:solidFill>
              <a:latin typeface="FontAwesome" pitchFamily="2" charset="0"/>
            </a:endParaRPr>
          </a:p>
        </p:txBody>
      </p:sp>
      <p:grpSp>
        <p:nvGrpSpPr>
          <p:cNvPr id="573" name="Group 225"/>
          <p:cNvGrpSpPr/>
          <p:nvPr/>
        </p:nvGrpSpPr>
        <p:grpSpPr>
          <a:xfrm>
            <a:off x="847052" y="2148807"/>
            <a:ext cx="1647875" cy="438562"/>
            <a:chOff x="968076" y="1646136"/>
            <a:chExt cx="1647875" cy="438562"/>
          </a:xfrm>
        </p:grpSpPr>
        <p:sp>
          <p:nvSpPr>
            <p:cNvPr id="574" name="Text Placeholder 3"/>
            <p:cNvSpPr txBox="1">
              <a:spLocks/>
            </p:cNvSpPr>
            <p:nvPr/>
          </p:nvSpPr>
          <p:spPr>
            <a:xfrm>
              <a:off x="968076" y="1776921"/>
              <a:ext cx="164787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sp>
          <p:nvSpPr>
            <p:cNvPr id="575" name="Text Placeholder 3"/>
            <p:cNvSpPr txBox="1">
              <a:spLocks/>
            </p:cNvSpPr>
            <p:nvPr/>
          </p:nvSpPr>
          <p:spPr>
            <a:xfrm>
              <a:off x="968076" y="1646136"/>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b="1" dirty="0">
                  <a:solidFill>
                    <a:schemeClr val="accent1"/>
                  </a:solidFill>
                </a:rPr>
                <a:t>90% North America</a:t>
              </a:r>
            </a:p>
          </p:txBody>
        </p:sp>
      </p:grpSp>
      <p:sp>
        <p:nvSpPr>
          <p:cNvPr id="576" name="Freeform 575"/>
          <p:cNvSpPr/>
          <p:nvPr/>
        </p:nvSpPr>
        <p:spPr>
          <a:xfrm>
            <a:off x="539510" y="2947771"/>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2"/>
                </a:solidFill>
                <a:latin typeface="FontAwesome" pitchFamily="2" charset="0"/>
              </a:rPr>
              <a:t></a:t>
            </a:r>
            <a:endParaRPr lang="en-US" sz="2800" dirty="0">
              <a:solidFill>
                <a:schemeClr val="accent2"/>
              </a:solidFill>
              <a:latin typeface="FontAwesome" pitchFamily="2" charset="0"/>
            </a:endParaRPr>
          </a:p>
        </p:txBody>
      </p:sp>
      <p:grpSp>
        <p:nvGrpSpPr>
          <p:cNvPr id="577" name="Group 226"/>
          <p:cNvGrpSpPr/>
          <p:nvPr/>
        </p:nvGrpSpPr>
        <p:grpSpPr>
          <a:xfrm>
            <a:off x="847052" y="2829807"/>
            <a:ext cx="1622899" cy="438562"/>
            <a:chOff x="968076" y="2195051"/>
            <a:chExt cx="1622899" cy="438562"/>
          </a:xfrm>
        </p:grpSpPr>
        <p:sp>
          <p:nvSpPr>
            <p:cNvPr id="578" name="Text Placeholder 3"/>
            <p:cNvSpPr txBox="1">
              <a:spLocks/>
            </p:cNvSpPr>
            <p:nvPr/>
          </p:nvSpPr>
          <p:spPr>
            <a:xfrm>
              <a:off x="968076" y="2325836"/>
              <a:ext cx="1622899"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sp>
          <p:nvSpPr>
            <p:cNvPr id="579" name="Text Placeholder 3"/>
            <p:cNvSpPr txBox="1">
              <a:spLocks/>
            </p:cNvSpPr>
            <p:nvPr/>
          </p:nvSpPr>
          <p:spPr>
            <a:xfrm>
              <a:off x="968076" y="2195051"/>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b="1" dirty="0">
                  <a:solidFill>
                    <a:schemeClr val="accent2"/>
                  </a:solidFill>
                </a:rPr>
                <a:t>90% Latin America</a:t>
              </a:r>
            </a:p>
          </p:txBody>
        </p:sp>
      </p:grpSp>
      <p:sp>
        <p:nvSpPr>
          <p:cNvPr id="580" name="Freeform 579"/>
          <p:cNvSpPr/>
          <p:nvPr/>
        </p:nvSpPr>
        <p:spPr>
          <a:xfrm>
            <a:off x="539510" y="3607692"/>
            <a:ext cx="219612" cy="369332"/>
          </a:xfrm>
          <a:custGeom>
            <a:avLst/>
            <a:gdLst>
              <a:gd name="connsiteX0" fmla="*/ 0 w 219612"/>
              <a:gd name="connsiteY0" fmla="*/ 0 h 369332"/>
              <a:gd name="connsiteX1" fmla="*/ 219612 w 219612"/>
              <a:gd name="connsiteY1" fmla="*/ 0 h 369332"/>
              <a:gd name="connsiteX2" fmla="*/ 219612 w 219612"/>
              <a:gd name="connsiteY2" fmla="*/ 369332 h 369332"/>
              <a:gd name="connsiteX3" fmla="*/ 0 w 219612"/>
              <a:gd name="connsiteY3" fmla="*/ 369332 h 369332"/>
              <a:gd name="connsiteX4" fmla="*/ 0 w 219612"/>
              <a:gd name="connsiteY4" fmla="*/ 0 h 36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2" h="369332">
                <a:moveTo>
                  <a:pt x="0" y="0"/>
                </a:moveTo>
                <a:lnTo>
                  <a:pt x="219612" y="0"/>
                </a:lnTo>
                <a:lnTo>
                  <a:pt x="219612" y="369332"/>
                </a:lnTo>
                <a:lnTo>
                  <a:pt x="0" y="369332"/>
                </a:lnTo>
                <a:lnTo>
                  <a:pt x="0" y="0"/>
                </a:lnTo>
                <a:close/>
              </a:path>
            </a:pathLst>
          </a:custGeom>
        </p:spPr>
        <p:txBody>
          <a:bodyPr wrap="none" lIns="0" tIns="0" rIns="0" bIns="0">
            <a:spAutoFit/>
          </a:bodyPr>
          <a:lstStyle/>
          <a:p>
            <a:r>
              <a:rPr lang="en-US" sz="2400" dirty="0">
                <a:solidFill>
                  <a:schemeClr val="accent3"/>
                </a:solidFill>
                <a:latin typeface="FontAwesome" pitchFamily="2" charset="0"/>
              </a:rPr>
              <a:t></a:t>
            </a:r>
            <a:endParaRPr lang="en-US" sz="2800" dirty="0">
              <a:solidFill>
                <a:schemeClr val="accent3"/>
              </a:solidFill>
              <a:latin typeface="FontAwesome" pitchFamily="2" charset="0"/>
            </a:endParaRPr>
          </a:p>
        </p:txBody>
      </p:sp>
      <p:grpSp>
        <p:nvGrpSpPr>
          <p:cNvPr id="581" name="Group 227"/>
          <p:cNvGrpSpPr/>
          <p:nvPr/>
        </p:nvGrpSpPr>
        <p:grpSpPr>
          <a:xfrm>
            <a:off x="847052" y="3489728"/>
            <a:ext cx="1647875" cy="438562"/>
            <a:chOff x="968076" y="2743964"/>
            <a:chExt cx="1647875" cy="438562"/>
          </a:xfrm>
        </p:grpSpPr>
        <p:sp>
          <p:nvSpPr>
            <p:cNvPr id="582" name="Text Placeholder 3"/>
            <p:cNvSpPr txBox="1">
              <a:spLocks/>
            </p:cNvSpPr>
            <p:nvPr/>
          </p:nvSpPr>
          <p:spPr>
            <a:xfrm>
              <a:off x="968076" y="2874749"/>
              <a:ext cx="1647875"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sp>
          <p:nvSpPr>
            <p:cNvPr id="583" name="Text Placeholder 3"/>
            <p:cNvSpPr txBox="1">
              <a:spLocks/>
            </p:cNvSpPr>
            <p:nvPr/>
          </p:nvSpPr>
          <p:spPr>
            <a:xfrm>
              <a:off x="968076" y="2743964"/>
              <a:ext cx="1440175" cy="153888"/>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b="1" dirty="0">
                  <a:solidFill>
                    <a:schemeClr val="accent3"/>
                  </a:solidFill>
                </a:rPr>
                <a:t>100% Europe</a:t>
              </a:r>
            </a:p>
          </p:txBody>
        </p:sp>
      </p:grpSp>
      <p:graphicFrame>
        <p:nvGraphicFramePr>
          <p:cNvPr id="584" name="Chart 583"/>
          <p:cNvGraphicFramePr/>
          <p:nvPr/>
        </p:nvGraphicFramePr>
        <p:xfrm>
          <a:off x="192409" y="4149845"/>
          <a:ext cx="8534400" cy="1869955"/>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13"/>
                                        </p:tgtEl>
                                        <p:attrNameLst>
                                          <p:attrName>style.visibility</p:attrName>
                                        </p:attrNameLst>
                                      </p:cBhvr>
                                      <p:to>
                                        <p:strVal val="visible"/>
                                      </p:to>
                                    </p:set>
                                    <p:anim calcmode="lin" valueType="num">
                                      <p:cBhvr>
                                        <p:cTn id="7" dur="500" fill="hold"/>
                                        <p:tgtEl>
                                          <p:spTgt spid="213"/>
                                        </p:tgtEl>
                                        <p:attrNameLst>
                                          <p:attrName>ppt_w</p:attrName>
                                        </p:attrNameLst>
                                      </p:cBhvr>
                                      <p:tavLst>
                                        <p:tav tm="0">
                                          <p:val>
                                            <p:fltVal val="0"/>
                                          </p:val>
                                        </p:tav>
                                        <p:tav tm="100000">
                                          <p:val>
                                            <p:strVal val="#ppt_w"/>
                                          </p:val>
                                        </p:tav>
                                      </p:tavLst>
                                    </p:anim>
                                    <p:anim calcmode="lin" valueType="num">
                                      <p:cBhvr>
                                        <p:cTn id="8" dur="500" fill="hold"/>
                                        <p:tgtEl>
                                          <p:spTgt spid="213"/>
                                        </p:tgtEl>
                                        <p:attrNameLst>
                                          <p:attrName>ppt_h</p:attrName>
                                        </p:attrNameLst>
                                      </p:cBhvr>
                                      <p:tavLst>
                                        <p:tav tm="0">
                                          <p:val>
                                            <p:fltVal val="0"/>
                                          </p:val>
                                        </p:tav>
                                        <p:tav tm="100000">
                                          <p:val>
                                            <p:strVal val="#ppt_h"/>
                                          </p:val>
                                        </p:tav>
                                      </p:tavLst>
                                    </p:anim>
                                    <p:animEffect transition="in" filter="fade">
                                      <p:cBhvr>
                                        <p:cTn id="9" dur="500"/>
                                        <p:tgtEl>
                                          <p:spTgt spid="213"/>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210"/>
                                        </p:tgtEl>
                                        <p:attrNameLst>
                                          <p:attrName>style.visibility</p:attrName>
                                        </p:attrNameLst>
                                      </p:cBhvr>
                                      <p:to>
                                        <p:strVal val="visible"/>
                                      </p:to>
                                    </p:set>
                                    <p:anim calcmode="lin" valueType="num">
                                      <p:cBhvr>
                                        <p:cTn id="13" dur="500" fill="hold"/>
                                        <p:tgtEl>
                                          <p:spTgt spid="210"/>
                                        </p:tgtEl>
                                        <p:attrNameLst>
                                          <p:attrName>ppt_w</p:attrName>
                                        </p:attrNameLst>
                                      </p:cBhvr>
                                      <p:tavLst>
                                        <p:tav tm="0">
                                          <p:val>
                                            <p:fltVal val="0"/>
                                          </p:val>
                                        </p:tav>
                                        <p:tav tm="100000">
                                          <p:val>
                                            <p:strVal val="#ppt_w"/>
                                          </p:val>
                                        </p:tav>
                                      </p:tavLst>
                                    </p:anim>
                                    <p:anim calcmode="lin" valueType="num">
                                      <p:cBhvr>
                                        <p:cTn id="14" dur="500" fill="hold"/>
                                        <p:tgtEl>
                                          <p:spTgt spid="210"/>
                                        </p:tgtEl>
                                        <p:attrNameLst>
                                          <p:attrName>ppt_h</p:attrName>
                                        </p:attrNameLst>
                                      </p:cBhvr>
                                      <p:tavLst>
                                        <p:tav tm="0">
                                          <p:val>
                                            <p:fltVal val="0"/>
                                          </p:val>
                                        </p:tav>
                                        <p:tav tm="100000">
                                          <p:val>
                                            <p:strVal val="#ppt_h"/>
                                          </p:val>
                                        </p:tav>
                                      </p:tavLst>
                                    </p:anim>
                                    <p:animEffect transition="in" filter="fade">
                                      <p:cBhvr>
                                        <p:cTn id="15" dur="500"/>
                                        <p:tgtEl>
                                          <p:spTgt spid="210"/>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p:cTn id="19" dur="500" fill="hold"/>
                                        <p:tgtEl>
                                          <p:spTgt spid="207"/>
                                        </p:tgtEl>
                                        <p:attrNameLst>
                                          <p:attrName>ppt_w</p:attrName>
                                        </p:attrNameLst>
                                      </p:cBhvr>
                                      <p:tavLst>
                                        <p:tav tm="0">
                                          <p:val>
                                            <p:fltVal val="0"/>
                                          </p:val>
                                        </p:tav>
                                        <p:tav tm="100000">
                                          <p:val>
                                            <p:strVal val="#ppt_w"/>
                                          </p:val>
                                        </p:tav>
                                      </p:tavLst>
                                    </p:anim>
                                    <p:anim calcmode="lin" valueType="num">
                                      <p:cBhvr>
                                        <p:cTn id="20" dur="500" fill="hold"/>
                                        <p:tgtEl>
                                          <p:spTgt spid="207"/>
                                        </p:tgtEl>
                                        <p:attrNameLst>
                                          <p:attrName>ppt_h</p:attrName>
                                        </p:attrNameLst>
                                      </p:cBhvr>
                                      <p:tavLst>
                                        <p:tav tm="0">
                                          <p:val>
                                            <p:fltVal val="0"/>
                                          </p:val>
                                        </p:tav>
                                        <p:tav tm="100000">
                                          <p:val>
                                            <p:strVal val="#ppt_h"/>
                                          </p:val>
                                        </p:tav>
                                      </p:tavLst>
                                    </p:anim>
                                    <p:animEffect transition="in" filter="fade">
                                      <p:cBhvr>
                                        <p:cTn id="21" dur="500"/>
                                        <p:tgtEl>
                                          <p:spTgt spid="207"/>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278"/>
                                        </p:tgtEl>
                                        <p:attrNameLst>
                                          <p:attrName>style.visibility</p:attrName>
                                        </p:attrNameLst>
                                      </p:cBhvr>
                                      <p:to>
                                        <p:strVal val="visible"/>
                                      </p:to>
                                    </p:set>
                                    <p:anim calcmode="lin" valueType="num">
                                      <p:cBhvr>
                                        <p:cTn id="25" dur="500" fill="hold"/>
                                        <p:tgtEl>
                                          <p:spTgt spid="278"/>
                                        </p:tgtEl>
                                        <p:attrNameLst>
                                          <p:attrName>ppt_w</p:attrName>
                                        </p:attrNameLst>
                                      </p:cBhvr>
                                      <p:tavLst>
                                        <p:tav tm="0">
                                          <p:val>
                                            <p:fltVal val="0"/>
                                          </p:val>
                                        </p:tav>
                                        <p:tav tm="100000">
                                          <p:val>
                                            <p:strVal val="#ppt_w"/>
                                          </p:val>
                                        </p:tav>
                                      </p:tavLst>
                                    </p:anim>
                                    <p:anim calcmode="lin" valueType="num">
                                      <p:cBhvr>
                                        <p:cTn id="26" dur="500" fill="hold"/>
                                        <p:tgtEl>
                                          <p:spTgt spid="278"/>
                                        </p:tgtEl>
                                        <p:attrNameLst>
                                          <p:attrName>ppt_h</p:attrName>
                                        </p:attrNameLst>
                                      </p:cBhvr>
                                      <p:tavLst>
                                        <p:tav tm="0">
                                          <p:val>
                                            <p:fltVal val="0"/>
                                          </p:val>
                                        </p:tav>
                                        <p:tav tm="100000">
                                          <p:val>
                                            <p:strVal val="#ppt_h"/>
                                          </p:val>
                                        </p:tav>
                                      </p:tavLst>
                                    </p:anim>
                                    <p:animEffect transition="in" filter="fade">
                                      <p:cBhvr>
                                        <p:cTn id="27" dur="500"/>
                                        <p:tgtEl>
                                          <p:spTgt spid="278"/>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474"/>
                                        </p:tgtEl>
                                        <p:attrNameLst>
                                          <p:attrName>style.visibility</p:attrName>
                                        </p:attrNameLst>
                                      </p:cBhvr>
                                      <p:to>
                                        <p:strVal val="visible"/>
                                      </p:to>
                                    </p:set>
                                    <p:anim calcmode="lin" valueType="num">
                                      <p:cBhvr>
                                        <p:cTn id="31" dur="500" fill="hold"/>
                                        <p:tgtEl>
                                          <p:spTgt spid="474"/>
                                        </p:tgtEl>
                                        <p:attrNameLst>
                                          <p:attrName>ppt_w</p:attrName>
                                        </p:attrNameLst>
                                      </p:cBhvr>
                                      <p:tavLst>
                                        <p:tav tm="0">
                                          <p:val>
                                            <p:fltVal val="0"/>
                                          </p:val>
                                        </p:tav>
                                        <p:tav tm="100000">
                                          <p:val>
                                            <p:strVal val="#ppt_w"/>
                                          </p:val>
                                        </p:tav>
                                      </p:tavLst>
                                    </p:anim>
                                    <p:anim calcmode="lin" valueType="num">
                                      <p:cBhvr>
                                        <p:cTn id="32" dur="500" fill="hold"/>
                                        <p:tgtEl>
                                          <p:spTgt spid="474"/>
                                        </p:tgtEl>
                                        <p:attrNameLst>
                                          <p:attrName>ppt_h</p:attrName>
                                        </p:attrNameLst>
                                      </p:cBhvr>
                                      <p:tavLst>
                                        <p:tav tm="0">
                                          <p:val>
                                            <p:fltVal val="0"/>
                                          </p:val>
                                        </p:tav>
                                        <p:tav tm="100000">
                                          <p:val>
                                            <p:strVal val="#ppt_h"/>
                                          </p:val>
                                        </p:tav>
                                      </p:tavLst>
                                    </p:anim>
                                    <p:animEffect transition="in" filter="fade">
                                      <p:cBhvr>
                                        <p:cTn id="33" dur="500"/>
                                        <p:tgtEl>
                                          <p:spTgt spid="474"/>
                                        </p:tgtEl>
                                      </p:cBhvr>
                                    </p:animEffect>
                                  </p:childTnLst>
                                </p:cTn>
                              </p:par>
                            </p:childTnLst>
                          </p:cTn>
                        </p:par>
                        <p:par>
                          <p:cTn id="34" fill="hold">
                            <p:stCondLst>
                              <p:cond delay="2500"/>
                            </p:stCondLst>
                            <p:childTnLst>
                              <p:par>
                                <p:cTn id="35" presetID="53" presetClass="entr" presetSubtype="0" fill="hold" nodeType="afterEffect">
                                  <p:stCondLst>
                                    <p:cond delay="0"/>
                                  </p:stCondLst>
                                  <p:childTnLst>
                                    <p:set>
                                      <p:cBhvr>
                                        <p:cTn id="36" dur="1" fill="hold">
                                          <p:stCondLst>
                                            <p:cond delay="0"/>
                                          </p:stCondLst>
                                        </p:cTn>
                                        <p:tgtEl>
                                          <p:spTgt spid="455"/>
                                        </p:tgtEl>
                                        <p:attrNameLst>
                                          <p:attrName>style.visibility</p:attrName>
                                        </p:attrNameLst>
                                      </p:cBhvr>
                                      <p:to>
                                        <p:strVal val="visible"/>
                                      </p:to>
                                    </p:set>
                                    <p:anim calcmode="lin" valueType="num">
                                      <p:cBhvr>
                                        <p:cTn id="37" dur="500" fill="hold"/>
                                        <p:tgtEl>
                                          <p:spTgt spid="455"/>
                                        </p:tgtEl>
                                        <p:attrNameLst>
                                          <p:attrName>ppt_w</p:attrName>
                                        </p:attrNameLst>
                                      </p:cBhvr>
                                      <p:tavLst>
                                        <p:tav tm="0">
                                          <p:val>
                                            <p:fltVal val="0"/>
                                          </p:val>
                                        </p:tav>
                                        <p:tav tm="100000">
                                          <p:val>
                                            <p:strVal val="#ppt_w"/>
                                          </p:val>
                                        </p:tav>
                                      </p:tavLst>
                                    </p:anim>
                                    <p:anim calcmode="lin" valueType="num">
                                      <p:cBhvr>
                                        <p:cTn id="38" dur="500" fill="hold"/>
                                        <p:tgtEl>
                                          <p:spTgt spid="455"/>
                                        </p:tgtEl>
                                        <p:attrNameLst>
                                          <p:attrName>ppt_h</p:attrName>
                                        </p:attrNameLst>
                                      </p:cBhvr>
                                      <p:tavLst>
                                        <p:tav tm="0">
                                          <p:val>
                                            <p:fltVal val="0"/>
                                          </p:val>
                                        </p:tav>
                                        <p:tav tm="100000">
                                          <p:val>
                                            <p:strVal val="#ppt_h"/>
                                          </p:val>
                                        </p:tav>
                                      </p:tavLst>
                                    </p:anim>
                                    <p:animEffect transition="in" filter="fade">
                                      <p:cBhvr>
                                        <p:cTn id="39" dur="500"/>
                                        <p:tgtEl>
                                          <p:spTgt spid="455"/>
                                        </p:tgtEl>
                                      </p:cBhvr>
                                    </p:animEffect>
                                  </p:childTnLst>
                                </p:cTn>
                              </p:par>
                            </p:childTnLst>
                          </p:cTn>
                        </p:par>
                        <p:par>
                          <p:cTn id="40" fill="hold">
                            <p:stCondLst>
                              <p:cond delay="3000"/>
                            </p:stCondLst>
                            <p:childTnLst>
                              <p:par>
                                <p:cTn id="41" presetID="2" presetClass="entr" presetSubtype="8" accel="50000" decel="50000" fill="hold" grpId="0" nodeType="afterEffect">
                                  <p:stCondLst>
                                    <p:cond delay="0"/>
                                  </p:stCondLst>
                                  <p:childTnLst>
                                    <p:set>
                                      <p:cBhvr>
                                        <p:cTn id="42" dur="1" fill="hold">
                                          <p:stCondLst>
                                            <p:cond delay="0"/>
                                          </p:stCondLst>
                                        </p:cTn>
                                        <p:tgtEl>
                                          <p:spTgt spid="572"/>
                                        </p:tgtEl>
                                        <p:attrNameLst>
                                          <p:attrName>style.visibility</p:attrName>
                                        </p:attrNameLst>
                                      </p:cBhvr>
                                      <p:to>
                                        <p:strVal val="visible"/>
                                      </p:to>
                                    </p:set>
                                    <p:anim calcmode="lin" valueType="num">
                                      <p:cBhvr additive="base">
                                        <p:cTn id="43" dur="500" fill="hold"/>
                                        <p:tgtEl>
                                          <p:spTgt spid="572"/>
                                        </p:tgtEl>
                                        <p:attrNameLst>
                                          <p:attrName>ppt_x</p:attrName>
                                        </p:attrNameLst>
                                      </p:cBhvr>
                                      <p:tavLst>
                                        <p:tav tm="0">
                                          <p:val>
                                            <p:strVal val="0-#ppt_w/2"/>
                                          </p:val>
                                        </p:tav>
                                        <p:tav tm="100000">
                                          <p:val>
                                            <p:strVal val="#ppt_x"/>
                                          </p:val>
                                        </p:tav>
                                      </p:tavLst>
                                    </p:anim>
                                    <p:anim calcmode="lin" valueType="num">
                                      <p:cBhvr additive="base">
                                        <p:cTn id="44" dur="500" fill="hold"/>
                                        <p:tgtEl>
                                          <p:spTgt spid="572"/>
                                        </p:tgtEl>
                                        <p:attrNameLst>
                                          <p:attrName>ppt_y</p:attrName>
                                        </p:attrNameLst>
                                      </p:cBhvr>
                                      <p:tavLst>
                                        <p:tav tm="0">
                                          <p:val>
                                            <p:strVal val="#ppt_y"/>
                                          </p:val>
                                        </p:tav>
                                        <p:tav tm="100000">
                                          <p:val>
                                            <p:strVal val="#ppt_y"/>
                                          </p:val>
                                        </p:tav>
                                      </p:tavLst>
                                    </p:anim>
                                  </p:childTnLst>
                                </p:cTn>
                              </p:par>
                              <p:par>
                                <p:cTn id="45" presetID="2" presetClass="entr" presetSubtype="4" accel="50000" decel="50000" fill="hold" nodeType="withEffect">
                                  <p:stCondLst>
                                    <p:cond delay="0"/>
                                  </p:stCondLst>
                                  <p:childTnLst>
                                    <p:set>
                                      <p:cBhvr>
                                        <p:cTn id="46" dur="1" fill="hold">
                                          <p:stCondLst>
                                            <p:cond delay="0"/>
                                          </p:stCondLst>
                                        </p:cTn>
                                        <p:tgtEl>
                                          <p:spTgt spid="573"/>
                                        </p:tgtEl>
                                        <p:attrNameLst>
                                          <p:attrName>style.visibility</p:attrName>
                                        </p:attrNameLst>
                                      </p:cBhvr>
                                      <p:to>
                                        <p:strVal val="visible"/>
                                      </p:to>
                                    </p:set>
                                    <p:anim calcmode="lin" valueType="num">
                                      <p:cBhvr additive="base">
                                        <p:cTn id="47" dur="500" fill="hold"/>
                                        <p:tgtEl>
                                          <p:spTgt spid="573"/>
                                        </p:tgtEl>
                                        <p:attrNameLst>
                                          <p:attrName>ppt_x</p:attrName>
                                        </p:attrNameLst>
                                      </p:cBhvr>
                                      <p:tavLst>
                                        <p:tav tm="0">
                                          <p:val>
                                            <p:strVal val="#ppt_x"/>
                                          </p:val>
                                        </p:tav>
                                        <p:tav tm="100000">
                                          <p:val>
                                            <p:strVal val="#ppt_x"/>
                                          </p:val>
                                        </p:tav>
                                      </p:tavLst>
                                    </p:anim>
                                    <p:anim calcmode="lin" valueType="num">
                                      <p:cBhvr additive="base">
                                        <p:cTn id="48" dur="500" fill="hold"/>
                                        <p:tgtEl>
                                          <p:spTgt spid="573"/>
                                        </p:tgtEl>
                                        <p:attrNameLst>
                                          <p:attrName>ppt_y</p:attrName>
                                        </p:attrNameLst>
                                      </p:cBhvr>
                                      <p:tavLst>
                                        <p:tav tm="0">
                                          <p:val>
                                            <p:strVal val="1+#ppt_h/2"/>
                                          </p:val>
                                        </p:tav>
                                        <p:tav tm="100000">
                                          <p:val>
                                            <p:strVal val="#ppt_y"/>
                                          </p:val>
                                        </p:tav>
                                      </p:tavLst>
                                    </p:anim>
                                  </p:childTnLst>
                                </p:cTn>
                              </p:par>
                            </p:childTnLst>
                          </p:cTn>
                        </p:par>
                        <p:par>
                          <p:cTn id="49" fill="hold">
                            <p:stCondLst>
                              <p:cond delay="3500"/>
                            </p:stCondLst>
                            <p:childTnLst>
                              <p:par>
                                <p:cTn id="50" presetID="2" presetClass="entr" presetSubtype="8" accel="50000" decel="50000" fill="hold" grpId="0" nodeType="afterEffect">
                                  <p:stCondLst>
                                    <p:cond delay="0"/>
                                  </p:stCondLst>
                                  <p:childTnLst>
                                    <p:set>
                                      <p:cBhvr>
                                        <p:cTn id="51" dur="1" fill="hold">
                                          <p:stCondLst>
                                            <p:cond delay="0"/>
                                          </p:stCondLst>
                                        </p:cTn>
                                        <p:tgtEl>
                                          <p:spTgt spid="576"/>
                                        </p:tgtEl>
                                        <p:attrNameLst>
                                          <p:attrName>style.visibility</p:attrName>
                                        </p:attrNameLst>
                                      </p:cBhvr>
                                      <p:to>
                                        <p:strVal val="visible"/>
                                      </p:to>
                                    </p:set>
                                    <p:anim calcmode="lin" valueType="num">
                                      <p:cBhvr additive="base">
                                        <p:cTn id="52" dur="500" fill="hold"/>
                                        <p:tgtEl>
                                          <p:spTgt spid="576"/>
                                        </p:tgtEl>
                                        <p:attrNameLst>
                                          <p:attrName>ppt_x</p:attrName>
                                        </p:attrNameLst>
                                      </p:cBhvr>
                                      <p:tavLst>
                                        <p:tav tm="0">
                                          <p:val>
                                            <p:strVal val="0-#ppt_w/2"/>
                                          </p:val>
                                        </p:tav>
                                        <p:tav tm="100000">
                                          <p:val>
                                            <p:strVal val="#ppt_x"/>
                                          </p:val>
                                        </p:tav>
                                      </p:tavLst>
                                    </p:anim>
                                    <p:anim calcmode="lin" valueType="num">
                                      <p:cBhvr additive="base">
                                        <p:cTn id="53" dur="500" fill="hold"/>
                                        <p:tgtEl>
                                          <p:spTgt spid="576"/>
                                        </p:tgtEl>
                                        <p:attrNameLst>
                                          <p:attrName>ppt_y</p:attrName>
                                        </p:attrNameLst>
                                      </p:cBhvr>
                                      <p:tavLst>
                                        <p:tav tm="0">
                                          <p:val>
                                            <p:strVal val="#ppt_y"/>
                                          </p:val>
                                        </p:tav>
                                        <p:tav tm="100000">
                                          <p:val>
                                            <p:strVal val="#ppt_y"/>
                                          </p:val>
                                        </p:tav>
                                      </p:tavLst>
                                    </p:anim>
                                  </p:childTnLst>
                                </p:cTn>
                              </p:par>
                              <p:par>
                                <p:cTn id="54" presetID="2" presetClass="entr" presetSubtype="4" accel="50000" decel="50000" fill="hold" nodeType="withEffect">
                                  <p:stCondLst>
                                    <p:cond delay="0"/>
                                  </p:stCondLst>
                                  <p:childTnLst>
                                    <p:set>
                                      <p:cBhvr>
                                        <p:cTn id="55" dur="1" fill="hold">
                                          <p:stCondLst>
                                            <p:cond delay="0"/>
                                          </p:stCondLst>
                                        </p:cTn>
                                        <p:tgtEl>
                                          <p:spTgt spid="577"/>
                                        </p:tgtEl>
                                        <p:attrNameLst>
                                          <p:attrName>style.visibility</p:attrName>
                                        </p:attrNameLst>
                                      </p:cBhvr>
                                      <p:to>
                                        <p:strVal val="visible"/>
                                      </p:to>
                                    </p:set>
                                    <p:anim calcmode="lin" valueType="num">
                                      <p:cBhvr additive="base">
                                        <p:cTn id="56" dur="500" fill="hold"/>
                                        <p:tgtEl>
                                          <p:spTgt spid="577"/>
                                        </p:tgtEl>
                                        <p:attrNameLst>
                                          <p:attrName>ppt_x</p:attrName>
                                        </p:attrNameLst>
                                      </p:cBhvr>
                                      <p:tavLst>
                                        <p:tav tm="0">
                                          <p:val>
                                            <p:strVal val="#ppt_x"/>
                                          </p:val>
                                        </p:tav>
                                        <p:tav tm="100000">
                                          <p:val>
                                            <p:strVal val="#ppt_x"/>
                                          </p:val>
                                        </p:tav>
                                      </p:tavLst>
                                    </p:anim>
                                    <p:anim calcmode="lin" valueType="num">
                                      <p:cBhvr additive="base">
                                        <p:cTn id="57" dur="500" fill="hold"/>
                                        <p:tgtEl>
                                          <p:spTgt spid="577"/>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8" accel="50000" decel="50000" fill="hold" grpId="0" nodeType="afterEffect">
                                  <p:stCondLst>
                                    <p:cond delay="0"/>
                                  </p:stCondLst>
                                  <p:childTnLst>
                                    <p:set>
                                      <p:cBhvr>
                                        <p:cTn id="60" dur="1" fill="hold">
                                          <p:stCondLst>
                                            <p:cond delay="0"/>
                                          </p:stCondLst>
                                        </p:cTn>
                                        <p:tgtEl>
                                          <p:spTgt spid="580"/>
                                        </p:tgtEl>
                                        <p:attrNameLst>
                                          <p:attrName>style.visibility</p:attrName>
                                        </p:attrNameLst>
                                      </p:cBhvr>
                                      <p:to>
                                        <p:strVal val="visible"/>
                                      </p:to>
                                    </p:set>
                                    <p:anim calcmode="lin" valueType="num">
                                      <p:cBhvr additive="base">
                                        <p:cTn id="61" dur="500" fill="hold"/>
                                        <p:tgtEl>
                                          <p:spTgt spid="580"/>
                                        </p:tgtEl>
                                        <p:attrNameLst>
                                          <p:attrName>ppt_x</p:attrName>
                                        </p:attrNameLst>
                                      </p:cBhvr>
                                      <p:tavLst>
                                        <p:tav tm="0">
                                          <p:val>
                                            <p:strVal val="0-#ppt_w/2"/>
                                          </p:val>
                                        </p:tav>
                                        <p:tav tm="100000">
                                          <p:val>
                                            <p:strVal val="#ppt_x"/>
                                          </p:val>
                                        </p:tav>
                                      </p:tavLst>
                                    </p:anim>
                                    <p:anim calcmode="lin" valueType="num">
                                      <p:cBhvr additive="base">
                                        <p:cTn id="62" dur="500" fill="hold"/>
                                        <p:tgtEl>
                                          <p:spTgt spid="580"/>
                                        </p:tgtEl>
                                        <p:attrNameLst>
                                          <p:attrName>ppt_y</p:attrName>
                                        </p:attrNameLst>
                                      </p:cBhvr>
                                      <p:tavLst>
                                        <p:tav tm="0">
                                          <p:val>
                                            <p:strVal val="#ppt_y"/>
                                          </p:val>
                                        </p:tav>
                                        <p:tav tm="100000">
                                          <p:val>
                                            <p:strVal val="#ppt_y"/>
                                          </p:val>
                                        </p:tav>
                                      </p:tavLst>
                                    </p:anim>
                                  </p:childTnLst>
                                </p:cTn>
                              </p:par>
                              <p:par>
                                <p:cTn id="63" presetID="2" presetClass="entr" presetSubtype="4" accel="50000" decel="50000" fill="hold" nodeType="withEffect">
                                  <p:stCondLst>
                                    <p:cond delay="0"/>
                                  </p:stCondLst>
                                  <p:childTnLst>
                                    <p:set>
                                      <p:cBhvr>
                                        <p:cTn id="64" dur="1" fill="hold">
                                          <p:stCondLst>
                                            <p:cond delay="0"/>
                                          </p:stCondLst>
                                        </p:cTn>
                                        <p:tgtEl>
                                          <p:spTgt spid="581"/>
                                        </p:tgtEl>
                                        <p:attrNameLst>
                                          <p:attrName>style.visibility</p:attrName>
                                        </p:attrNameLst>
                                      </p:cBhvr>
                                      <p:to>
                                        <p:strVal val="visible"/>
                                      </p:to>
                                    </p:set>
                                    <p:anim calcmode="lin" valueType="num">
                                      <p:cBhvr additive="base">
                                        <p:cTn id="65" dur="500" fill="hold"/>
                                        <p:tgtEl>
                                          <p:spTgt spid="581"/>
                                        </p:tgtEl>
                                        <p:attrNameLst>
                                          <p:attrName>ppt_x</p:attrName>
                                        </p:attrNameLst>
                                      </p:cBhvr>
                                      <p:tavLst>
                                        <p:tav tm="0">
                                          <p:val>
                                            <p:strVal val="#ppt_x"/>
                                          </p:val>
                                        </p:tav>
                                        <p:tav tm="100000">
                                          <p:val>
                                            <p:strVal val="#ppt_x"/>
                                          </p:val>
                                        </p:tav>
                                      </p:tavLst>
                                    </p:anim>
                                    <p:anim calcmode="lin" valueType="num">
                                      <p:cBhvr additive="base">
                                        <p:cTn id="66" dur="500" fill="hold"/>
                                        <p:tgtEl>
                                          <p:spTgt spid="581"/>
                                        </p:tgtEl>
                                        <p:attrNameLst>
                                          <p:attrName>ppt_y</p:attrName>
                                        </p:attrNameLst>
                                      </p:cBhvr>
                                      <p:tavLst>
                                        <p:tav tm="0">
                                          <p:val>
                                            <p:strVal val="1+#ppt_h/2"/>
                                          </p:val>
                                        </p:tav>
                                        <p:tav tm="100000">
                                          <p:val>
                                            <p:strVal val="#ppt_y"/>
                                          </p:val>
                                        </p:tav>
                                      </p:tavLst>
                                    </p:anim>
                                  </p:childTnLst>
                                </p:cTn>
                              </p:par>
                            </p:childTnLst>
                          </p:cTn>
                        </p:par>
                        <p:par>
                          <p:cTn id="67" fill="hold">
                            <p:stCondLst>
                              <p:cond delay="4500"/>
                            </p:stCondLst>
                            <p:childTnLst>
                              <p:par>
                                <p:cTn id="68" presetID="2" presetClass="entr" presetSubtype="2" accel="50000" decel="50000" fill="hold" grpId="0" nodeType="afterEffect">
                                  <p:stCondLst>
                                    <p:cond delay="0"/>
                                  </p:stCondLst>
                                  <p:childTnLst>
                                    <p:set>
                                      <p:cBhvr>
                                        <p:cTn id="69" dur="1" fill="hold">
                                          <p:stCondLst>
                                            <p:cond delay="0"/>
                                          </p:stCondLst>
                                        </p:cTn>
                                        <p:tgtEl>
                                          <p:spTgt spid="560"/>
                                        </p:tgtEl>
                                        <p:attrNameLst>
                                          <p:attrName>style.visibility</p:attrName>
                                        </p:attrNameLst>
                                      </p:cBhvr>
                                      <p:to>
                                        <p:strVal val="visible"/>
                                      </p:to>
                                    </p:set>
                                    <p:anim calcmode="lin" valueType="num">
                                      <p:cBhvr additive="base">
                                        <p:cTn id="70" dur="500" fill="hold"/>
                                        <p:tgtEl>
                                          <p:spTgt spid="560"/>
                                        </p:tgtEl>
                                        <p:attrNameLst>
                                          <p:attrName>ppt_x</p:attrName>
                                        </p:attrNameLst>
                                      </p:cBhvr>
                                      <p:tavLst>
                                        <p:tav tm="0">
                                          <p:val>
                                            <p:strVal val="1+#ppt_w/2"/>
                                          </p:val>
                                        </p:tav>
                                        <p:tav tm="100000">
                                          <p:val>
                                            <p:strVal val="#ppt_x"/>
                                          </p:val>
                                        </p:tav>
                                      </p:tavLst>
                                    </p:anim>
                                    <p:anim calcmode="lin" valueType="num">
                                      <p:cBhvr additive="base">
                                        <p:cTn id="71" dur="500" fill="hold"/>
                                        <p:tgtEl>
                                          <p:spTgt spid="560"/>
                                        </p:tgtEl>
                                        <p:attrNameLst>
                                          <p:attrName>ppt_y</p:attrName>
                                        </p:attrNameLst>
                                      </p:cBhvr>
                                      <p:tavLst>
                                        <p:tav tm="0">
                                          <p:val>
                                            <p:strVal val="#ppt_y"/>
                                          </p:val>
                                        </p:tav>
                                        <p:tav tm="100000">
                                          <p:val>
                                            <p:strVal val="#ppt_y"/>
                                          </p:val>
                                        </p:tav>
                                      </p:tavLst>
                                    </p:anim>
                                  </p:childTnLst>
                                </p:cTn>
                              </p:par>
                              <p:par>
                                <p:cTn id="72" presetID="2" presetClass="entr" presetSubtype="4" accel="50000" decel="50000" fill="hold" nodeType="withEffect">
                                  <p:stCondLst>
                                    <p:cond delay="0"/>
                                  </p:stCondLst>
                                  <p:childTnLst>
                                    <p:set>
                                      <p:cBhvr>
                                        <p:cTn id="73" dur="1" fill="hold">
                                          <p:stCondLst>
                                            <p:cond delay="0"/>
                                          </p:stCondLst>
                                        </p:cTn>
                                        <p:tgtEl>
                                          <p:spTgt spid="561"/>
                                        </p:tgtEl>
                                        <p:attrNameLst>
                                          <p:attrName>style.visibility</p:attrName>
                                        </p:attrNameLst>
                                      </p:cBhvr>
                                      <p:to>
                                        <p:strVal val="visible"/>
                                      </p:to>
                                    </p:set>
                                    <p:anim calcmode="lin" valueType="num">
                                      <p:cBhvr additive="base">
                                        <p:cTn id="74" dur="500" fill="hold"/>
                                        <p:tgtEl>
                                          <p:spTgt spid="561"/>
                                        </p:tgtEl>
                                        <p:attrNameLst>
                                          <p:attrName>ppt_x</p:attrName>
                                        </p:attrNameLst>
                                      </p:cBhvr>
                                      <p:tavLst>
                                        <p:tav tm="0">
                                          <p:val>
                                            <p:strVal val="#ppt_x"/>
                                          </p:val>
                                        </p:tav>
                                        <p:tav tm="100000">
                                          <p:val>
                                            <p:strVal val="#ppt_x"/>
                                          </p:val>
                                        </p:tav>
                                      </p:tavLst>
                                    </p:anim>
                                    <p:anim calcmode="lin" valueType="num">
                                      <p:cBhvr additive="base">
                                        <p:cTn id="75" dur="500" fill="hold"/>
                                        <p:tgtEl>
                                          <p:spTgt spid="561"/>
                                        </p:tgtEl>
                                        <p:attrNameLst>
                                          <p:attrName>ppt_y</p:attrName>
                                        </p:attrNameLst>
                                      </p:cBhvr>
                                      <p:tavLst>
                                        <p:tav tm="0">
                                          <p:val>
                                            <p:strVal val="1+#ppt_h/2"/>
                                          </p:val>
                                        </p:tav>
                                        <p:tav tm="100000">
                                          <p:val>
                                            <p:strVal val="#ppt_y"/>
                                          </p:val>
                                        </p:tav>
                                      </p:tavLst>
                                    </p:anim>
                                  </p:childTnLst>
                                </p:cTn>
                              </p:par>
                            </p:childTnLst>
                          </p:cTn>
                        </p:par>
                        <p:par>
                          <p:cTn id="76" fill="hold">
                            <p:stCondLst>
                              <p:cond delay="5000"/>
                            </p:stCondLst>
                            <p:childTnLst>
                              <p:par>
                                <p:cTn id="77" presetID="2" presetClass="entr" presetSubtype="2" accel="50000" decel="50000" fill="hold" grpId="0" nodeType="afterEffect">
                                  <p:stCondLst>
                                    <p:cond delay="0"/>
                                  </p:stCondLst>
                                  <p:childTnLst>
                                    <p:set>
                                      <p:cBhvr>
                                        <p:cTn id="78" dur="1" fill="hold">
                                          <p:stCondLst>
                                            <p:cond delay="0"/>
                                          </p:stCondLst>
                                        </p:cTn>
                                        <p:tgtEl>
                                          <p:spTgt spid="564"/>
                                        </p:tgtEl>
                                        <p:attrNameLst>
                                          <p:attrName>style.visibility</p:attrName>
                                        </p:attrNameLst>
                                      </p:cBhvr>
                                      <p:to>
                                        <p:strVal val="visible"/>
                                      </p:to>
                                    </p:set>
                                    <p:anim calcmode="lin" valueType="num">
                                      <p:cBhvr additive="base">
                                        <p:cTn id="79" dur="500" fill="hold"/>
                                        <p:tgtEl>
                                          <p:spTgt spid="564"/>
                                        </p:tgtEl>
                                        <p:attrNameLst>
                                          <p:attrName>ppt_x</p:attrName>
                                        </p:attrNameLst>
                                      </p:cBhvr>
                                      <p:tavLst>
                                        <p:tav tm="0">
                                          <p:val>
                                            <p:strVal val="1+#ppt_w/2"/>
                                          </p:val>
                                        </p:tav>
                                        <p:tav tm="100000">
                                          <p:val>
                                            <p:strVal val="#ppt_x"/>
                                          </p:val>
                                        </p:tav>
                                      </p:tavLst>
                                    </p:anim>
                                    <p:anim calcmode="lin" valueType="num">
                                      <p:cBhvr additive="base">
                                        <p:cTn id="80" dur="500" fill="hold"/>
                                        <p:tgtEl>
                                          <p:spTgt spid="564"/>
                                        </p:tgtEl>
                                        <p:attrNameLst>
                                          <p:attrName>ppt_y</p:attrName>
                                        </p:attrNameLst>
                                      </p:cBhvr>
                                      <p:tavLst>
                                        <p:tav tm="0">
                                          <p:val>
                                            <p:strVal val="#ppt_y"/>
                                          </p:val>
                                        </p:tav>
                                        <p:tav tm="100000">
                                          <p:val>
                                            <p:strVal val="#ppt_y"/>
                                          </p:val>
                                        </p:tav>
                                      </p:tavLst>
                                    </p:anim>
                                  </p:childTnLst>
                                </p:cTn>
                              </p:par>
                              <p:par>
                                <p:cTn id="81" presetID="2" presetClass="entr" presetSubtype="4" accel="50000" decel="50000" fill="hold" nodeType="withEffect">
                                  <p:stCondLst>
                                    <p:cond delay="0"/>
                                  </p:stCondLst>
                                  <p:childTnLst>
                                    <p:set>
                                      <p:cBhvr>
                                        <p:cTn id="82" dur="1" fill="hold">
                                          <p:stCondLst>
                                            <p:cond delay="0"/>
                                          </p:stCondLst>
                                        </p:cTn>
                                        <p:tgtEl>
                                          <p:spTgt spid="565"/>
                                        </p:tgtEl>
                                        <p:attrNameLst>
                                          <p:attrName>style.visibility</p:attrName>
                                        </p:attrNameLst>
                                      </p:cBhvr>
                                      <p:to>
                                        <p:strVal val="visible"/>
                                      </p:to>
                                    </p:set>
                                    <p:anim calcmode="lin" valueType="num">
                                      <p:cBhvr additive="base">
                                        <p:cTn id="83" dur="500" fill="hold"/>
                                        <p:tgtEl>
                                          <p:spTgt spid="565"/>
                                        </p:tgtEl>
                                        <p:attrNameLst>
                                          <p:attrName>ppt_x</p:attrName>
                                        </p:attrNameLst>
                                      </p:cBhvr>
                                      <p:tavLst>
                                        <p:tav tm="0">
                                          <p:val>
                                            <p:strVal val="#ppt_x"/>
                                          </p:val>
                                        </p:tav>
                                        <p:tav tm="100000">
                                          <p:val>
                                            <p:strVal val="#ppt_x"/>
                                          </p:val>
                                        </p:tav>
                                      </p:tavLst>
                                    </p:anim>
                                    <p:anim calcmode="lin" valueType="num">
                                      <p:cBhvr additive="base">
                                        <p:cTn id="84" dur="500" fill="hold"/>
                                        <p:tgtEl>
                                          <p:spTgt spid="565"/>
                                        </p:tgtEl>
                                        <p:attrNameLst>
                                          <p:attrName>ppt_y</p:attrName>
                                        </p:attrNameLst>
                                      </p:cBhvr>
                                      <p:tavLst>
                                        <p:tav tm="0">
                                          <p:val>
                                            <p:strVal val="1+#ppt_h/2"/>
                                          </p:val>
                                        </p:tav>
                                        <p:tav tm="100000">
                                          <p:val>
                                            <p:strVal val="#ppt_y"/>
                                          </p:val>
                                        </p:tav>
                                      </p:tavLst>
                                    </p:anim>
                                  </p:childTnLst>
                                </p:cTn>
                              </p:par>
                            </p:childTnLst>
                          </p:cTn>
                        </p:par>
                        <p:par>
                          <p:cTn id="85" fill="hold">
                            <p:stCondLst>
                              <p:cond delay="5500"/>
                            </p:stCondLst>
                            <p:childTnLst>
                              <p:par>
                                <p:cTn id="86" presetID="2" presetClass="entr" presetSubtype="2" accel="50000" decel="50000" fill="hold" grpId="0" nodeType="afterEffect">
                                  <p:stCondLst>
                                    <p:cond delay="0"/>
                                  </p:stCondLst>
                                  <p:childTnLst>
                                    <p:set>
                                      <p:cBhvr>
                                        <p:cTn id="87" dur="1" fill="hold">
                                          <p:stCondLst>
                                            <p:cond delay="0"/>
                                          </p:stCondLst>
                                        </p:cTn>
                                        <p:tgtEl>
                                          <p:spTgt spid="568"/>
                                        </p:tgtEl>
                                        <p:attrNameLst>
                                          <p:attrName>style.visibility</p:attrName>
                                        </p:attrNameLst>
                                      </p:cBhvr>
                                      <p:to>
                                        <p:strVal val="visible"/>
                                      </p:to>
                                    </p:set>
                                    <p:anim calcmode="lin" valueType="num">
                                      <p:cBhvr additive="base">
                                        <p:cTn id="88" dur="500" fill="hold"/>
                                        <p:tgtEl>
                                          <p:spTgt spid="568"/>
                                        </p:tgtEl>
                                        <p:attrNameLst>
                                          <p:attrName>ppt_x</p:attrName>
                                        </p:attrNameLst>
                                      </p:cBhvr>
                                      <p:tavLst>
                                        <p:tav tm="0">
                                          <p:val>
                                            <p:strVal val="1+#ppt_w/2"/>
                                          </p:val>
                                        </p:tav>
                                        <p:tav tm="100000">
                                          <p:val>
                                            <p:strVal val="#ppt_x"/>
                                          </p:val>
                                        </p:tav>
                                      </p:tavLst>
                                    </p:anim>
                                    <p:anim calcmode="lin" valueType="num">
                                      <p:cBhvr additive="base">
                                        <p:cTn id="89" dur="500" fill="hold"/>
                                        <p:tgtEl>
                                          <p:spTgt spid="568"/>
                                        </p:tgtEl>
                                        <p:attrNameLst>
                                          <p:attrName>ppt_y</p:attrName>
                                        </p:attrNameLst>
                                      </p:cBhvr>
                                      <p:tavLst>
                                        <p:tav tm="0">
                                          <p:val>
                                            <p:strVal val="#ppt_y"/>
                                          </p:val>
                                        </p:tav>
                                        <p:tav tm="100000">
                                          <p:val>
                                            <p:strVal val="#ppt_y"/>
                                          </p:val>
                                        </p:tav>
                                      </p:tavLst>
                                    </p:anim>
                                  </p:childTnLst>
                                </p:cTn>
                              </p:par>
                              <p:par>
                                <p:cTn id="90" presetID="2" presetClass="entr" presetSubtype="4" accel="50000" decel="50000" fill="hold" nodeType="withEffect">
                                  <p:stCondLst>
                                    <p:cond delay="0"/>
                                  </p:stCondLst>
                                  <p:childTnLst>
                                    <p:set>
                                      <p:cBhvr>
                                        <p:cTn id="91" dur="1" fill="hold">
                                          <p:stCondLst>
                                            <p:cond delay="0"/>
                                          </p:stCondLst>
                                        </p:cTn>
                                        <p:tgtEl>
                                          <p:spTgt spid="569"/>
                                        </p:tgtEl>
                                        <p:attrNameLst>
                                          <p:attrName>style.visibility</p:attrName>
                                        </p:attrNameLst>
                                      </p:cBhvr>
                                      <p:to>
                                        <p:strVal val="visible"/>
                                      </p:to>
                                    </p:set>
                                    <p:anim calcmode="lin" valueType="num">
                                      <p:cBhvr additive="base">
                                        <p:cTn id="92" dur="500" fill="hold"/>
                                        <p:tgtEl>
                                          <p:spTgt spid="569"/>
                                        </p:tgtEl>
                                        <p:attrNameLst>
                                          <p:attrName>ppt_x</p:attrName>
                                        </p:attrNameLst>
                                      </p:cBhvr>
                                      <p:tavLst>
                                        <p:tav tm="0">
                                          <p:val>
                                            <p:strVal val="#ppt_x"/>
                                          </p:val>
                                        </p:tav>
                                        <p:tav tm="100000">
                                          <p:val>
                                            <p:strVal val="#ppt_x"/>
                                          </p:val>
                                        </p:tav>
                                      </p:tavLst>
                                    </p:anim>
                                    <p:anim calcmode="lin" valueType="num">
                                      <p:cBhvr additive="base">
                                        <p:cTn id="93" dur="500" fill="hold"/>
                                        <p:tgtEl>
                                          <p:spTgt spid="569"/>
                                        </p:tgtEl>
                                        <p:attrNameLst>
                                          <p:attrName>ppt_y</p:attrName>
                                        </p:attrNameLst>
                                      </p:cBhvr>
                                      <p:tavLst>
                                        <p:tav tm="0">
                                          <p:val>
                                            <p:strVal val="1+#ppt_h/2"/>
                                          </p:val>
                                        </p:tav>
                                        <p:tav tm="100000">
                                          <p:val>
                                            <p:strVal val="#ppt_y"/>
                                          </p:val>
                                        </p:tav>
                                      </p:tavLst>
                                    </p:anim>
                                  </p:childTnLst>
                                </p:cTn>
                              </p:par>
                            </p:childTnLst>
                          </p:cTn>
                        </p:par>
                        <p:par>
                          <p:cTn id="94" fill="hold">
                            <p:stCondLst>
                              <p:cond delay="6000"/>
                            </p:stCondLst>
                            <p:childTnLst>
                              <p:par>
                                <p:cTn id="95" presetID="10" presetClass="entr" presetSubtype="0" fill="hold" grpId="0" nodeType="afterEffect">
                                  <p:stCondLst>
                                    <p:cond delay="0"/>
                                  </p:stCondLst>
                                  <p:childTnLst>
                                    <p:set>
                                      <p:cBhvr>
                                        <p:cTn id="96" dur="1" fill="hold">
                                          <p:stCondLst>
                                            <p:cond delay="0"/>
                                          </p:stCondLst>
                                        </p:cTn>
                                        <p:tgtEl>
                                          <p:spTgt spid="584">
                                            <p:graphicEl>
                                              <a:chart seriesIdx="-3" categoryIdx="-3" bldStep="gridLegend"/>
                                            </p:graphicEl>
                                          </p:spTgt>
                                        </p:tgtEl>
                                        <p:attrNameLst>
                                          <p:attrName>style.visibility</p:attrName>
                                        </p:attrNameLst>
                                      </p:cBhvr>
                                      <p:to>
                                        <p:strVal val="visible"/>
                                      </p:to>
                                    </p:set>
                                    <p:animEffect transition="in" filter="fade">
                                      <p:cBhvr>
                                        <p:cTn id="97" dur="1000"/>
                                        <p:tgtEl>
                                          <p:spTgt spid="584">
                                            <p:graphicEl>
                                              <a:chart seriesIdx="-3" categoryIdx="-3" bldStep="gridLegend"/>
                                            </p:graphicEl>
                                          </p:spTgt>
                                        </p:tgtEl>
                                      </p:cBhvr>
                                    </p:animEffect>
                                  </p:childTnLst>
                                </p:cTn>
                              </p:par>
                            </p:childTnLst>
                          </p:cTn>
                        </p:par>
                        <p:par>
                          <p:cTn id="98" fill="hold">
                            <p:stCondLst>
                              <p:cond delay="7000"/>
                            </p:stCondLst>
                            <p:childTnLst>
                              <p:par>
                                <p:cTn id="99" presetID="12" presetClass="entr" presetSubtype="4" fill="hold" grpId="0" nodeType="afterEffect">
                                  <p:stCondLst>
                                    <p:cond delay="0"/>
                                  </p:stCondLst>
                                  <p:childTnLst>
                                    <p:set>
                                      <p:cBhvr>
                                        <p:cTn id="100" dur="1" fill="hold">
                                          <p:stCondLst>
                                            <p:cond delay="0"/>
                                          </p:stCondLst>
                                        </p:cTn>
                                        <p:tgtEl>
                                          <p:spTgt spid="584">
                                            <p:graphicEl>
                                              <a:chart seriesIdx="-4" categoryIdx="0" bldStep="category"/>
                                            </p:graphicEl>
                                          </p:spTgt>
                                        </p:tgtEl>
                                        <p:attrNameLst>
                                          <p:attrName>style.visibility</p:attrName>
                                        </p:attrNameLst>
                                      </p:cBhvr>
                                      <p:to>
                                        <p:strVal val="visible"/>
                                      </p:to>
                                    </p:set>
                                    <p:animEffect transition="in" filter="slide(fromBottom)">
                                      <p:cBhvr>
                                        <p:cTn id="101" dur="1000"/>
                                        <p:tgtEl>
                                          <p:spTgt spid="584">
                                            <p:graphicEl>
                                              <a:chart seriesIdx="-4" categoryIdx="0" bldStep="category"/>
                                            </p:graphicEl>
                                          </p:spTgt>
                                        </p:tgtEl>
                                      </p:cBhvr>
                                    </p:animEffect>
                                  </p:childTnLst>
                                </p:cTn>
                              </p:par>
                            </p:childTnLst>
                          </p:cTn>
                        </p:par>
                        <p:par>
                          <p:cTn id="102" fill="hold">
                            <p:stCondLst>
                              <p:cond delay="8000"/>
                            </p:stCondLst>
                            <p:childTnLst>
                              <p:par>
                                <p:cTn id="103" presetID="12" presetClass="entr" presetSubtype="4" fill="hold" grpId="0" nodeType="afterEffect">
                                  <p:stCondLst>
                                    <p:cond delay="0"/>
                                  </p:stCondLst>
                                  <p:childTnLst>
                                    <p:set>
                                      <p:cBhvr>
                                        <p:cTn id="104" dur="1" fill="hold">
                                          <p:stCondLst>
                                            <p:cond delay="0"/>
                                          </p:stCondLst>
                                        </p:cTn>
                                        <p:tgtEl>
                                          <p:spTgt spid="584">
                                            <p:graphicEl>
                                              <a:chart seriesIdx="-4" categoryIdx="1" bldStep="category"/>
                                            </p:graphicEl>
                                          </p:spTgt>
                                        </p:tgtEl>
                                        <p:attrNameLst>
                                          <p:attrName>style.visibility</p:attrName>
                                        </p:attrNameLst>
                                      </p:cBhvr>
                                      <p:to>
                                        <p:strVal val="visible"/>
                                      </p:to>
                                    </p:set>
                                    <p:animEffect transition="in" filter="slide(fromBottom)">
                                      <p:cBhvr>
                                        <p:cTn id="105" dur="1000"/>
                                        <p:tgtEl>
                                          <p:spTgt spid="584">
                                            <p:graphicEl>
                                              <a:chart seriesIdx="-4" categoryIdx="1" bldStep="category"/>
                                            </p:graphicEl>
                                          </p:spTgt>
                                        </p:tgtEl>
                                      </p:cBhvr>
                                    </p:animEffect>
                                  </p:childTnLst>
                                </p:cTn>
                              </p:par>
                            </p:childTnLst>
                          </p:cTn>
                        </p:par>
                        <p:par>
                          <p:cTn id="106" fill="hold">
                            <p:stCondLst>
                              <p:cond delay="9000"/>
                            </p:stCondLst>
                            <p:childTnLst>
                              <p:par>
                                <p:cTn id="107" presetID="12" presetClass="entr" presetSubtype="4" fill="hold" grpId="0" nodeType="afterEffect">
                                  <p:stCondLst>
                                    <p:cond delay="0"/>
                                  </p:stCondLst>
                                  <p:childTnLst>
                                    <p:set>
                                      <p:cBhvr>
                                        <p:cTn id="108" dur="1" fill="hold">
                                          <p:stCondLst>
                                            <p:cond delay="0"/>
                                          </p:stCondLst>
                                        </p:cTn>
                                        <p:tgtEl>
                                          <p:spTgt spid="584">
                                            <p:graphicEl>
                                              <a:chart seriesIdx="-4" categoryIdx="2" bldStep="category"/>
                                            </p:graphicEl>
                                          </p:spTgt>
                                        </p:tgtEl>
                                        <p:attrNameLst>
                                          <p:attrName>style.visibility</p:attrName>
                                        </p:attrNameLst>
                                      </p:cBhvr>
                                      <p:to>
                                        <p:strVal val="visible"/>
                                      </p:to>
                                    </p:set>
                                    <p:animEffect transition="in" filter="slide(fromBottom)">
                                      <p:cBhvr>
                                        <p:cTn id="109" dur="1000"/>
                                        <p:tgtEl>
                                          <p:spTgt spid="584">
                                            <p:graphicEl>
                                              <a:chart seriesIdx="-4" categoryIdx="2" bldStep="category"/>
                                            </p:graphicEl>
                                          </p:spTgt>
                                        </p:tgtEl>
                                      </p:cBhvr>
                                    </p:animEffect>
                                  </p:childTnLst>
                                </p:cTn>
                              </p:par>
                            </p:childTnLst>
                          </p:cTn>
                        </p:par>
                        <p:par>
                          <p:cTn id="110" fill="hold">
                            <p:stCondLst>
                              <p:cond delay="10000"/>
                            </p:stCondLst>
                            <p:childTnLst>
                              <p:par>
                                <p:cTn id="111" presetID="12" presetClass="entr" presetSubtype="4" fill="hold" grpId="0" nodeType="afterEffect">
                                  <p:stCondLst>
                                    <p:cond delay="0"/>
                                  </p:stCondLst>
                                  <p:childTnLst>
                                    <p:set>
                                      <p:cBhvr>
                                        <p:cTn id="112" dur="1" fill="hold">
                                          <p:stCondLst>
                                            <p:cond delay="0"/>
                                          </p:stCondLst>
                                        </p:cTn>
                                        <p:tgtEl>
                                          <p:spTgt spid="584">
                                            <p:graphicEl>
                                              <a:chart seriesIdx="-4" categoryIdx="3" bldStep="category"/>
                                            </p:graphicEl>
                                          </p:spTgt>
                                        </p:tgtEl>
                                        <p:attrNameLst>
                                          <p:attrName>style.visibility</p:attrName>
                                        </p:attrNameLst>
                                      </p:cBhvr>
                                      <p:to>
                                        <p:strVal val="visible"/>
                                      </p:to>
                                    </p:set>
                                    <p:animEffect transition="in" filter="slide(fromBottom)">
                                      <p:cBhvr>
                                        <p:cTn id="113" dur="1000"/>
                                        <p:tgtEl>
                                          <p:spTgt spid="584">
                                            <p:graphicEl>
                                              <a:chart seriesIdx="-4" categoryIdx="3" bldStep="category"/>
                                            </p:graphicEl>
                                          </p:spTgt>
                                        </p:tgtEl>
                                      </p:cBhvr>
                                    </p:animEffect>
                                  </p:childTnLst>
                                </p:cTn>
                              </p:par>
                            </p:childTnLst>
                          </p:cTn>
                        </p:par>
                        <p:par>
                          <p:cTn id="114" fill="hold">
                            <p:stCondLst>
                              <p:cond delay="11000"/>
                            </p:stCondLst>
                            <p:childTnLst>
                              <p:par>
                                <p:cTn id="115" presetID="12" presetClass="entr" presetSubtype="4" fill="hold" grpId="0" nodeType="afterEffect">
                                  <p:stCondLst>
                                    <p:cond delay="0"/>
                                  </p:stCondLst>
                                  <p:childTnLst>
                                    <p:set>
                                      <p:cBhvr>
                                        <p:cTn id="116" dur="1" fill="hold">
                                          <p:stCondLst>
                                            <p:cond delay="0"/>
                                          </p:stCondLst>
                                        </p:cTn>
                                        <p:tgtEl>
                                          <p:spTgt spid="584">
                                            <p:graphicEl>
                                              <a:chart seriesIdx="-4" categoryIdx="4" bldStep="category"/>
                                            </p:graphicEl>
                                          </p:spTgt>
                                        </p:tgtEl>
                                        <p:attrNameLst>
                                          <p:attrName>style.visibility</p:attrName>
                                        </p:attrNameLst>
                                      </p:cBhvr>
                                      <p:to>
                                        <p:strVal val="visible"/>
                                      </p:to>
                                    </p:set>
                                    <p:animEffect transition="in" filter="slide(fromBottom)">
                                      <p:cBhvr>
                                        <p:cTn id="117" dur="1000"/>
                                        <p:tgtEl>
                                          <p:spTgt spid="584">
                                            <p:graphicEl>
                                              <a:chart seriesIdx="-4" categoryIdx="4" bldStep="category"/>
                                            </p:graphicEl>
                                          </p:spTgt>
                                        </p:tgtEl>
                                      </p:cBhvr>
                                    </p:animEffect>
                                  </p:childTnLst>
                                </p:cTn>
                              </p:par>
                            </p:childTnLst>
                          </p:cTn>
                        </p:par>
                        <p:par>
                          <p:cTn id="118" fill="hold">
                            <p:stCondLst>
                              <p:cond delay="12000"/>
                            </p:stCondLst>
                            <p:childTnLst>
                              <p:par>
                                <p:cTn id="119" presetID="12" presetClass="entr" presetSubtype="4" fill="hold" grpId="0" nodeType="afterEffect">
                                  <p:stCondLst>
                                    <p:cond delay="0"/>
                                  </p:stCondLst>
                                  <p:childTnLst>
                                    <p:set>
                                      <p:cBhvr>
                                        <p:cTn id="120" dur="1" fill="hold">
                                          <p:stCondLst>
                                            <p:cond delay="0"/>
                                          </p:stCondLst>
                                        </p:cTn>
                                        <p:tgtEl>
                                          <p:spTgt spid="584">
                                            <p:graphicEl>
                                              <a:chart seriesIdx="-4" categoryIdx="5" bldStep="category"/>
                                            </p:graphicEl>
                                          </p:spTgt>
                                        </p:tgtEl>
                                        <p:attrNameLst>
                                          <p:attrName>style.visibility</p:attrName>
                                        </p:attrNameLst>
                                      </p:cBhvr>
                                      <p:to>
                                        <p:strVal val="visible"/>
                                      </p:to>
                                    </p:set>
                                    <p:animEffect transition="in" filter="slide(fromBottom)">
                                      <p:cBhvr>
                                        <p:cTn id="121" dur="1000"/>
                                        <p:tgtEl>
                                          <p:spTgt spid="584">
                                            <p:graphicEl>
                                              <a:chart seriesIdx="-4" categoryIdx="5" bldStep="category"/>
                                            </p:graphicEl>
                                          </p:spTgt>
                                        </p:tgtEl>
                                      </p:cBhvr>
                                    </p:animEffect>
                                  </p:childTnLst>
                                </p:cTn>
                              </p:par>
                            </p:childTnLst>
                          </p:cTn>
                        </p:par>
                        <p:par>
                          <p:cTn id="122" fill="hold">
                            <p:stCondLst>
                              <p:cond delay="13000"/>
                            </p:stCondLst>
                            <p:childTnLst>
                              <p:par>
                                <p:cTn id="123" presetID="12" presetClass="entr" presetSubtype="4" fill="hold" grpId="0" nodeType="afterEffect">
                                  <p:stCondLst>
                                    <p:cond delay="0"/>
                                  </p:stCondLst>
                                  <p:childTnLst>
                                    <p:set>
                                      <p:cBhvr>
                                        <p:cTn id="124" dur="1" fill="hold">
                                          <p:stCondLst>
                                            <p:cond delay="0"/>
                                          </p:stCondLst>
                                        </p:cTn>
                                        <p:tgtEl>
                                          <p:spTgt spid="584">
                                            <p:graphicEl>
                                              <a:chart seriesIdx="-4" categoryIdx="6" bldStep="category"/>
                                            </p:graphicEl>
                                          </p:spTgt>
                                        </p:tgtEl>
                                        <p:attrNameLst>
                                          <p:attrName>style.visibility</p:attrName>
                                        </p:attrNameLst>
                                      </p:cBhvr>
                                      <p:to>
                                        <p:strVal val="visible"/>
                                      </p:to>
                                    </p:set>
                                    <p:animEffect transition="in" filter="slide(fromBottom)">
                                      <p:cBhvr>
                                        <p:cTn id="125" dur="1000"/>
                                        <p:tgtEl>
                                          <p:spTgt spid="584">
                                            <p:graphicEl>
                                              <a:chart seriesIdx="-4" categoryIdx="6" bldStep="category"/>
                                            </p:graphicEl>
                                          </p:spTgt>
                                        </p:tgtEl>
                                      </p:cBhvr>
                                    </p:animEffect>
                                  </p:childTnLst>
                                </p:cTn>
                              </p:par>
                            </p:childTnLst>
                          </p:cTn>
                        </p:par>
                        <p:par>
                          <p:cTn id="126" fill="hold">
                            <p:stCondLst>
                              <p:cond delay="14000"/>
                            </p:stCondLst>
                            <p:childTnLst>
                              <p:par>
                                <p:cTn id="127" presetID="12" presetClass="entr" presetSubtype="4" fill="hold" grpId="0" nodeType="afterEffect">
                                  <p:stCondLst>
                                    <p:cond delay="0"/>
                                  </p:stCondLst>
                                  <p:childTnLst>
                                    <p:set>
                                      <p:cBhvr>
                                        <p:cTn id="128" dur="1" fill="hold">
                                          <p:stCondLst>
                                            <p:cond delay="0"/>
                                          </p:stCondLst>
                                        </p:cTn>
                                        <p:tgtEl>
                                          <p:spTgt spid="584">
                                            <p:graphicEl>
                                              <a:chart seriesIdx="-4" categoryIdx="7" bldStep="category"/>
                                            </p:graphicEl>
                                          </p:spTgt>
                                        </p:tgtEl>
                                        <p:attrNameLst>
                                          <p:attrName>style.visibility</p:attrName>
                                        </p:attrNameLst>
                                      </p:cBhvr>
                                      <p:to>
                                        <p:strVal val="visible"/>
                                      </p:to>
                                    </p:set>
                                    <p:animEffect transition="in" filter="slide(fromBottom)">
                                      <p:cBhvr>
                                        <p:cTn id="129" dur="1000"/>
                                        <p:tgtEl>
                                          <p:spTgt spid="584">
                                            <p:graphicEl>
                                              <a:chart seriesIdx="-4" categoryIdx="7" bldStep="category"/>
                                            </p:graphicEl>
                                          </p:spTgt>
                                        </p:tgtEl>
                                      </p:cBhvr>
                                    </p:animEffect>
                                  </p:childTnLst>
                                </p:cTn>
                              </p:par>
                            </p:childTnLst>
                          </p:cTn>
                        </p:par>
                        <p:par>
                          <p:cTn id="130" fill="hold">
                            <p:stCondLst>
                              <p:cond delay="15000"/>
                            </p:stCondLst>
                            <p:childTnLst>
                              <p:par>
                                <p:cTn id="131" presetID="12" presetClass="entr" presetSubtype="4" fill="hold" grpId="0" nodeType="afterEffect">
                                  <p:stCondLst>
                                    <p:cond delay="0"/>
                                  </p:stCondLst>
                                  <p:childTnLst>
                                    <p:set>
                                      <p:cBhvr>
                                        <p:cTn id="132" dur="1" fill="hold">
                                          <p:stCondLst>
                                            <p:cond delay="0"/>
                                          </p:stCondLst>
                                        </p:cTn>
                                        <p:tgtEl>
                                          <p:spTgt spid="584">
                                            <p:graphicEl>
                                              <a:chart seriesIdx="-4" categoryIdx="8" bldStep="category"/>
                                            </p:graphicEl>
                                          </p:spTgt>
                                        </p:tgtEl>
                                        <p:attrNameLst>
                                          <p:attrName>style.visibility</p:attrName>
                                        </p:attrNameLst>
                                      </p:cBhvr>
                                      <p:to>
                                        <p:strVal val="visible"/>
                                      </p:to>
                                    </p:set>
                                    <p:animEffect transition="in" filter="slide(fromBottom)">
                                      <p:cBhvr>
                                        <p:cTn id="133" dur="1000"/>
                                        <p:tgtEl>
                                          <p:spTgt spid="584">
                                            <p:graphicEl>
                                              <a:chart seriesIdx="-4" categoryIdx="8" bldStep="category"/>
                                            </p:graphicEl>
                                          </p:spTgt>
                                        </p:tgtEl>
                                      </p:cBhvr>
                                    </p:animEffect>
                                  </p:childTnLst>
                                </p:cTn>
                              </p:par>
                            </p:childTnLst>
                          </p:cTn>
                        </p:par>
                        <p:par>
                          <p:cTn id="134" fill="hold">
                            <p:stCondLst>
                              <p:cond delay="16000"/>
                            </p:stCondLst>
                            <p:childTnLst>
                              <p:par>
                                <p:cTn id="135" presetID="12" presetClass="entr" presetSubtype="4" fill="hold" grpId="0" nodeType="afterEffect">
                                  <p:stCondLst>
                                    <p:cond delay="0"/>
                                  </p:stCondLst>
                                  <p:childTnLst>
                                    <p:set>
                                      <p:cBhvr>
                                        <p:cTn id="136" dur="1" fill="hold">
                                          <p:stCondLst>
                                            <p:cond delay="0"/>
                                          </p:stCondLst>
                                        </p:cTn>
                                        <p:tgtEl>
                                          <p:spTgt spid="584">
                                            <p:graphicEl>
                                              <a:chart seriesIdx="-4" categoryIdx="9" bldStep="category"/>
                                            </p:graphicEl>
                                          </p:spTgt>
                                        </p:tgtEl>
                                        <p:attrNameLst>
                                          <p:attrName>style.visibility</p:attrName>
                                        </p:attrNameLst>
                                      </p:cBhvr>
                                      <p:to>
                                        <p:strVal val="visible"/>
                                      </p:to>
                                    </p:set>
                                    <p:animEffect transition="in" filter="slide(fromBottom)">
                                      <p:cBhvr>
                                        <p:cTn id="137" dur="1000"/>
                                        <p:tgtEl>
                                          <p:spTgt spid="584">
                                            <p:graphicEl>
                                              <a:chart seriesIdx="-4" categoryIdx="9" bldStep="category"/>
                                            </p:graphicEl>
                                          </p:spTgt>
                                        </p:tgtEl>
                                      </p:cBhvr>
                                    </p:animEffect>
                                  </p:childTnLst>
                                </p:cTn>
                              </p:par>
                            </p:childTnLst>
                          </p:cTn>
                        </p:par>
                        <p:par>
                          <p:cTn id="138" fill="hold">
                            <p:stCondLst>
                              <p:cond delay="17000"/>
                            </p:stCondLst>
                            <p:childTnLst>
                              <p:par>
                                <p:cTn id="139" presetID="12" presetClass="entr" presetSubtype="4" fill="hold" grpId="0" nodeType="afterEffect">
                                  <p:stCondLst>
                                    <p:cond delay="0"/>
                                  </p:stCondLst>
                                  <p:childTnLst>
                                    <p:set>
                                      <p:cBhvr>
                                        <p:cTn id="140" dur="1" fill="hold">
                                          <p:stCondLst>
                                            <p:cond delay="0"/>
                                          </p:stCondLst>
                                        </p:cTn>
                                        <p:tgtEl>
                                          <p:spTgt spid="584">
                                            <p:graphicEl>
                                              <a:chart seriesIdx="-4" categoryIdx="10" bldStep="category"/>
                                            </p:graphicEl>
                                          </p:spTgt>
                                        </p:tgtEl>
                                        <p:attrNameLst>
                                          <p:attrName>style.visibility</p:attrName>
                                        </p:attrNameLst>
                                      </p:cBhvr>
                                      <p:to>
                                        <p:strVal val="visible"/>
                                      </p:to>
                                    </p:set>
                                    <p:animEffect transition="in" filter="slide(fromBottom)">
                                      <p:cBhvr>
                                        <p:cTn id="141" dur="1000"/>
                                        <p:tgtEl>
                                          <p:spTgt spid="584">
                                            <p:graphicEl>
                                              <a:chart seriesIdx="-4" categoryIdx="10" bldStep="category"/>
                                            </p:graphicEl>
                                          </p:spTgt>
                                        </p:tgtEl>
                                      </p:cBhvr>
                                    </p:animEffect>
                                  </p:childTnLst>
                                </p:cTn>
                              </p:par>
                            </p:childTnLst>
                          </p:cTn>
                        </p:par>
                        <p:par>
                          <p:cTn id="142" fill="hold">
                            <p:stCondLst>
                              <p:cond delay="18000"/>
                            </p:stCondLst>
                            <p:childTnLst>
                              <p:par>
                                <p:cTn id="143" presetID="12" presetClass="entr" presetSubtype="4" fill="hold" grpId="0" nodeType="afterEffect">
                                  <p:stCondLst>
                                    <p:cond delay="0"/>
                                  </p:stCondLst>
                                  <p:childTnLst>
                                    <p:set>
                                      <p:cBhvr>
                                        <p:cTn id="144" dur="1" fill="hold">
                                          <p:stCondLst>
                                            <p:cond delay="0"/>
                                          </p:stCondLst>
                                        </p:cTn>
                                        <p:tgtEl>
                                          <p:spTgt spid="584">
                                            <p:graphicEl>
                                              <a:chart seriesIdx="-4" categoryIdx="11" bldStep="category"/>
                                            </p:graphicEl>
                                          </p:spTgt>
                                        </p:tgtEl>
                                        <p:attrNameLst>
                                          <p:attrName>style.visibility</p:attrName>
                                        </p:attrNameLst>
                                      </p:cBhvr>
                                      <p:to>
                                        <p:strVal val="visible"/>
                                      </p:to>
                                    </p:set>
                                    <p:animEffect transition="in" filter="slide(fromBottom)">
                                      <p:cBhvr>
                                        <p:cTn id="145" dur="1000"/>
                                        <p:tgtEl>
                                          <p:spTgt spid="584">
                                            <p:graphicEl>
                                              <a:chart seriesIdx="-4" categoryIdx="11"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 grpId="0"/>
      <p:bldP spid="564" grpId="0"/>
      <p:bldP spid="568" grpId="0"/>
      <p:bldP spid="572" grpId="0"/>
      <p:bldP spid="576" grpId="0"/>
      <p:bldP spid="580" grpId="0"/>
      <p:bldGraphic spid="584" grpId="0">
        <p:bldSub>
          <a:bldChart bld="category"/>
        </p:bldSub>
      </p:bldGraphic>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World Map Infographic</a:t>
            </a:r>
            <a:endParaRPr lang="en-US" dirty="0"/>
          </a:p>
        </p:txBody>
      </p:sp>
      <p:grpSp>
        <p:nvGrpSpPr>
          <p:cNvPr id="229" name="Group 274"/>
          <p:cNvGrpSpPr/>
          <p:nvPr/>
        </p:nvGrpSpPr>
        <p:grpSpPr>
          <a:xfrm>
            <a:off x="1193115" y="2362200"/>
            <a:ext cx="6757770" cy="3362728"/>
            <a:chOff x="538789" y="1131575"/>
            <a:chExt cx="5819028" cy="2895599"/>
          </a:xfrm>
          <a:solidFill>
            <a:schemeClr val="tx1">
              <a:lumMod val="10000"/>
              <a:lumOff val="90000"/>
            </a:schemeClr>
          </a:solidFill>
        </p:grpSpPr>
        <p:grpSp>
          <p:nvGrpSpPr>
            <p:cNvPr id="234" name="Group 341"/>
            <p:cNvGrpSpPr/>
            <p:nvPr/>
          </p:nvGrpSpPr>
          <p:grpSpPr>
            <a:xfrm>
              <a:off x="2984523" y="2355982"/>
              <a:ext cx="1110009" cy="1241414"/>
              <a:chOff x="4097338" y="2217738"/>
              <a:chExt cx="1139825" cy="1274763"/>
            </a:xfrm>
            <a:grpFill/>
          </p:grpSpPr>
          <p:sp>
            <p:nvSpPr>
              <p:cNvPr id="582"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3"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9" name="Group 274"/>
            <p:cNvGrpSpPr/>
            <p:nvPr/>
          </p:nvGrpSpPr>
          <p:grpSpPr>
            <a:xfrm>
              <a:off x="1945649" y="2801188"/>
              <a:ext cx="759077" cy="1225939"/>
              <a:chOff x="3030538" y="2674938"/>
              <a:chExt cx="779463" cy="1258888"/>
            </a:xfrm>
            <a:grpFill/>
          </p:grpSpPr>
          <p:sp>
            <p:nvSpPr>
              <p:cNvPr id="580"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1"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4" name="Group 277"/>
            <p:cNvGrpSpPr/>
            <p:nvPr/>
          </p:nvGrpSpPr>
          <p:grpSpPr>
            <a:xfrm>
              <a:off x="538820" y="1131561"/>
              <a:ext cx="2523073" cy="1757739"/>
              <a:chOff x="1585913" y="960438"/>
              <a:chExt cx="2590800" cy="1804987"/>
            </a:xfrm>
            <a:grpFill/>
          </p:grpSpPr>
          <p:sp>
            <p:nvSpPr>
              <p:cNvPr id="517"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8"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9"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0"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1"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2"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4"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5"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6"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9"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0"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1"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3"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4"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5"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6"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7"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8"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9"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0"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1"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2"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3"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4"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5"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6"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7"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8"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9"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0"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1"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2"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3"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4"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5"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6"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7"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8"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9"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0"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1"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2"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3"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4"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5"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6"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7"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8"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9"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0"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1"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2"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3"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4"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5"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6"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7"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8"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9"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49" name="Group 345"/>
            <p:cNvGrpSpPr/>
            <p:nvPr/>
          </p:nvGrpSpPr>
          <p:grpSpPr>
            <a:xfrm>
              <a:off x="3103557" y="1256804"/>
              <a:ext cx="669406" cy="1125475"/>
              <a:chOff x="4219575" y="1089025"/>
              <a:chExt cx="687388" cy="1155701"/>
            </a:xfrm>
            <a:grpFill/>
          </p:grpSpPr>
          <p:sp>
            <p:nvSpPr>
              <p:cNvPr id="502"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03" name="Group 343"/>
              <p:cNvGrpSpPr/>
              <p:nvPr/>
            </p:nvGrpSpPr>
            <p:grpSpPr>
              <a:xfrm>
                <a:off x="4219575" y="1089025"/>
                <a:ext cx="687388" cy="1155701"/>
                <a:chOff x="4219575" y="1089025"/>
                <a:chExt cx="687388" cy="1155701"/>
              </a:xfrm>
              <a:grpFill/>
            </p:grpSpPr>
            <p:sp>
              <p:nvSpPr>
                <p:cNvPr id="504"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8"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9"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1"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4"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6"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50" name="Group 363"/>
            <p:cNvGrpSpPr/>
            <p:nvPr/>
          </p:nvGrpSpPr>
          <p:grpSpPr>
            <a:xfrm>
              <a:off x="5105593" y="3000641"/>
              <a:ext cx="941498" cy="822454"/>
              <a:chOff x="6275388" y="2879725"/>
              <a:chExt cx="966788" cy="844551"/>
            </a:xfrm>
            <a:grpFill/>
          </p:grpSpPr>
          <p:sp>
            <p:nvSpPr>
              <p:cNvPr id="484"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85" name="Group 361"/>
              <p:cNvGrpSpPr/>
              <p:nvPr/>
            </p:nvGrpSpPr>
            <p:grpSpPr>
              <a:xfrm>
                <a:off x="6275388" y="2917825"/>
                <a:ext cx="966788" cy="806451"/>
                <a:chOff x="6275388" y="2917825"/>
                <a:chExt cx="966788" cy="806451"/>
              </a:xfrm>
              <a:grpFill/>
            </p:grpSpPr>
            <p:sp>
              <p:nvSpPr>
                <p:cNvPr id="486"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9"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0"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3"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4"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5"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6"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7"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8"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0"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1"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51" name="Group 383"/>
            <p:cNvGrpSpPr/>
            <p:nvPr/>
          </p:nvGrpSpPr>
          <p:grpSpPr>
            <a:xfrm>
              <a:off x="3584347" y="1207329"/>
              <a:ext cx="2773471" cy="1960288"/>
              <a:chOff x="4713288" y="1038225"/>
              <a:chExt cx="2847975" cy="2012950"/>
            </a:xfrm>
            <a:grpFill/>
          </p:grpSpPr>
          <p:sp>
            <p:nvSpPr>
              <p:cNvPr id="252"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6"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8"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9"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0"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1"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1"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3"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5"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6"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7"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8"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9"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1"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2"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4"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5"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6"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7"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84" name="Group 279"/>
          <p:cNvGrpSpPr/>
          <p:nvPr/>
        </p:nvGrpSpPr>
        <p:grpSpPr>
          <a:xfrm>
            <a:off x="4399179" y="3855734"/>
            <a:ext cx="810746" cy="810746"/>
            <a:chOff x="846989" y="1401020"/>
            <a:chExt cx="877416" cy="877416"/>
          </a:xfrm>
          <a:effectLst>
            <a:outerShdw blurRad="63500" dir="11640000" sx="1000" sy="1000" rotWithShape="0">
              <a:prstClr val="black">
                <a:alpha val="15000"/>
              </a:prstClr>
            </a:outerShdw>
          </a:effectLst>
        </p:grpSpPr>
        <p:sp>
          <p:nvSpPr>
            <p:cNvPr id="585" name="Teardrop 584"/>
            <p:cNvSpPr/>
            <p:nvPr/>
          </p:nvSpPr>
          <p:spPr>
            <a:xfrm rot="8100000">
              <a:off x="846989" y="1401020"/>
              <a:ext cx="877416" cy="877416"/>
            </a:xfrm>
            <a:prstGeom prst="teardrop">
              <a:avLst/>
            </a:prstGeom>
            <a:solidFill>
              <a:schemeClr val="accent1"/>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86" name="Oval 58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accent1"/>
                  </a:solidFill>
                </a:rPr>
                <a:t>90%</a:t>
              </a:r>
            </a:p>
          </p:txBody>
        </p:sp>
      </p:grpSp>
      <p:grpSp>
        <p:nvGrpSpPr>
          <p:cNvPr id="587" name="Group 279"/>
          <p:cNvGrpSpPr/>
          <p:nvPr/>
        </p:nvGrpSpPr>
        <p:grpSpPr>
          <a:xfrm>
            <a:off x="1857765" y="2521653"/>
            <a:ext cx="714812" cy="714812"/>
            <a:chOff x="846989" y="1401020"/>
            <a:chExt cx="877416" cy="877416"/>
          </a:xfrm>
          <a:effectLst>
            <a:outerShdw blurRad="63500" dir="11640000" sx="1000" sy="1000" rotWithShape="0">
              <a:prstClr val="black">
                <a:alpha val="15000"/>
              </a:prstClr>
            </a:outerShdw>
          </a:effectLst>
        </p:grpSpPr>
        <p:sp>
          <p:nvSpPr>
            <p:cNvPr id="588" name="Teardrop 587"/>
            <p:cNvSpPr/>
            <p:nvPr/>
          </p:nvSpPr>
          <p:spPr>
            <a:xfrm rot="8100000">
              <a:off x="846989" y="1401020"/>
              <a:ext cx="877416" cy="877416"/>
            </a:xfrm>
            <a:prstGeom prst="teardrop">
              <a:avLst/>
            </a:prstGeom>
            <a:solidFill>
              <a:schemeClr val="accent2"/>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89" name="Oval 58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2"/>
                  </a:solidFill>
                </a:rPr>
                <a:t>80%</a:t>
              </a:r>
            </a:p>
          </p:txBody>
        </p:sp>
      </p:grpSp>
      <p:grpSp>
        <p:nvGrpSpPr>
          <p:cNvPr id="590" name="Group 279"/>
          <p:cNvGrpSpPr/>
          <p:nvPr/>
        </p:nvGrpSpPr>
        <p:grpSpPr>
          <a:xfrm>
            <a:off x="2904103" y="4037657"/>
            <a:ext cx="667499" cy="667499"/>
            <a:chOff x="846989" y="1401020"/>
            <a:chExt cx="877416" cy="877416"/>
          </a:xfrm>
          <a:effectLst>
            <a:outerShdw blurRad="63500" dir="11640000" sx="1000" sy="1000" rotWithShape="0">
              <a:prstClr val="black">
                <a:alpha val="15000"/>
              </a:prstClr>
            </a:outerShdw>
          </a:effectLst>
        </p:grpSpPr>
        <p:sp>
          <p:nvSpPr>
            <p:cNvPr id="591" name="Teardrop 590"/>
            <p:cNvSpPr/>
            <p:nvPr/>
          </p:nvSpPr>
          <p:spPr>
            <a:xfrm rot="8100000">
              <a:off x="846989" y="1401020"/>
              <a:ext cx="877416" cy="877416"/>
            </a:xfrm>
            <a:prstGeom prst="teardrop">
              <a:avLst/>
            </a:prstGeom>
            <a:solidFill>
              <a:schemeClr val="accent3"/>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592" name="Oval 59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3"/>
                  </a:solidFill>
                </a:rPr>
                <a:t>80%</a:t>
              </a:r>
            </a:p>
          </p:txBody>
        </p:sp>
      </p:grpSp>
      <p:grpSp>
        <p:nvGrpSpPr>
          <p:cNvPr id="593" name="Group 279"/>
          <p:cNvGrpSpPr/>
          <p:nvPr/>
        </p:nvGrpSpPr>
        <p:grpSpPr>
          <a:xfrm>
            <a:off x="5690875" y="2905005"/>
            <a:ext cx="494121" cy="494121"/>
            <a:chOff x="846989" y="1401020"/>
            <a:chExt cx="877416" cy="877416"/>
          </a:xfrm>
          <a:effectLst>
            <a:outerShdw blurRad="63500" dir="11640000" sx="1000" sy="1000" rotWithShape="0">
              <a:prstClr val="black">
                <a:alpha val="15000"/>
              </a:prstClr>
            </a:outerShdw>
          </a:effectLst>
        </p:grpSpPr>
        <p:sp>
          <p:nvSpPr>
            <p:cNvPr id="594" name="Teardrop 593"/>
            <p:cNvSpPr/>
            <p:nvPr/>
          </p:nvSpPr>
          <p:spPr>
            <a:xfrm rot="8100000">
              <a:off x="846989" y="1401020"/>
              <a:ext cx="877416" cy="877416"/>
            </a:xfrm>
            <a:prstGeom prst="teardrop">
              <a:avLst/>
            </a:prstGeom>
            <a:solidFill>
              <a:schemeClr val="accent4"/>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accent4"/>
                </a:solidFill>
              </a:endParaRPr>
            </a:p>
          </p:txBody>
        </p:sp>
        <p:sp>
          <p:nvSpPr>
            <p:cNvPr id="595" name="Oval 59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accent4"/>
                  </a:solidFill>
                </a:rPr>
                <a:t>60%</a:t>
              </a:r>
            </a:p>
          </p:txBody>
        </p:sp>
      </p:grpSp>
      <p:grpSp>
        <p:nvGrpSpPr>
          <p:cNvPr id="596" name="Group 279"/>
          <p:cNvGrpSpPr/>
          <p:nvPr/>
        </p:nvGrpSpPr>
        <p:grpSpPr>
          <a:xfrm>
            <a:off x="4479640" y="2650235"/>
            <a:ext cx="494121" cy="494121"/>
            <a:chOff x="846989" y="1401020"/>
            <a:chExt cx="877416" cy="877416"/>
          </a:xfrm>
          <a:effectLst>
            <a:outerShdw blurRad="63500" dir="11640000" sx="1000" sy="1000" rotWithShape="0">
              <a:prstClr val="black">
                <a:alpha val="15000"/>
              </a:prstClr>
            </a:outerShdw>
          </a:effectLst>
        </p:grpSpPr>
        <p:sp>
          <p:nvSpPr>
            <p:cNvPr id="597" name="Teardrop 596"/>
            <p:cNvSpPr/>
            <p:nvPr/>
          </p:nvSpPr>
          <p:spPr>
            <a:xfrm rot="8100000">
              <a:off x="846989" y="1401020"/>
              <a:ext cx="877416" cy="877416"/>
            </a:xfrm>
            <a:prstGeom prst="teardrop">
              <a:avLst/>
            </a:prstGeom>
            <a:solidFill>
              <a:schemeClr val="accent5"/>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accent4"/>
                </a:solidFill>
              </a:endParaRPr>
            </a:p>
          </p:txBody>
        </p:sp>
        <p:sp>
          <p:nvSpPr>
            <p:cNvPr id="598" name="Oval 59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accent5"/>
                  </a:solidFill>
                </a:rPr>
                <a:t>70%</a:t>
              </a:r>
            </a:p>
          </p:txBody>
        </p:sp>
      </p:grpSp>
      <p:grpSp>
        <p:nvGrpSpPr>
          <p:cNvPr id="599" name="Group 279"/>
          <p:cNvGrpSpPr/>
          <p:nvPr/>
        </p:nvGrpSpPr>
        <p:grpSpPr>
          <a:xfrm>
            <a:off x="6703459" y="4484578"/>
            <a:ext cx="412332" cy="412330"/>
            <a:chOff x="846989" y="1401020"/>
            <a:chExt cx="877416" cy="877416"/>
          </a:xfrm>
          <a:effectLst>
            <a:outerShdw blurRad="63500" dir="11640000" sx="1000" sy="1000" rotWithShape="0">
              <a:prstClr val="black">
                <a:alpha val="15000"/>
              </a:prstClr>
            </a:outerShdw>
          </a:effectLst>
        </p:grpSpPr>
        <p:sp>
          <p:nvSpPr>
            <p:cNvPr id="600" name="Teardrop 599"/>
            <p:cNvSpPr/>
            <p:nvPr/>
          </p:nvSpPr>
          <p:spPr>
            <a:xfrm rot="8100000">
              <a:off x="846989" y="1401020"/>
              <a:ext cx="877416" cy="877416"/>
            </a:xfrm>
            <a:prstGeom prst="teardrop">
              <a:avLst/>
            </a:prstGeom>
            <a:solidFill>
              <a:schemeClr val="accent6"/>
            </a:solidFill>
            <a:ln>
              <a:noFill/>
            </a:ln>
            <a:effectLst>
              <a:outerShdw blurRad="152400" dir="5400000" sx="90000" sy="-19000" rotWithShape="0">
                <a:prstClr val="black">
                  <a:alpha val="1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accent6"/>
                </a:solidFill>
              </a:endParaRPr>
            </a:p>
          </p:txBody>
        </p:sp>
        <p:sp>
          <p:nvSpPr>
            <p:cNvPr id="601" name="Oval 60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6"/>
                  </a:solidFill>
                </a:rPr>
                <a:t>50%</a:t>
              </a:r>
            </a:p>
          </p:txBody>
        </p:sp>
      </p:grpSp>
      <p:grpSp>
        <p:nvGrpSpPr>
          <p:cNvPr id="602" name="Group 222"/>
          <p:cNvGrpSpPr/>
          <p:nvPr/>
        </p:nvGrpSpPr>
        <p:grpSpPr>
          <a:xfrm>
            <a:off x="539752" y="3245590"/>
            <a:ext cx="1623715" cy="770145"/>
            <a:chOff x="539752" y="2084774"/>
            <a:chExt cx="1623715" cy="770145"/>
          </a:xfrm>
        </p:grpSpPr>
        <p:sp>
          <p:nvSpPr>
            <p:cNvPr id="603" name="Rounded Rectangle 602"/>
            <p:cNvSpPr/>
            <p:nvPr/>
          </p:nvSpPr>
          <p:spPr>
            <a:xfrm>
              <a:off x="539752" y="2084774"/>
              <a:ext cx="1433227" cy="770145"/>
            </a:xfrm>
            <a:prstGeom prst="roundRect">
              <a:avLst/>
            </a:prstGeom>
            <a:solidFill>
              <a:schemeClr val="bg2"/>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4" name="TextBox 603"/>
            <p:cNvSpPr txBox="1"/>
            <p:nvPr/>
          </p:nvSpPr>
          <p:spPr>
            <a:xfrm>
              <a:off x="710542" y="2226869"/>
              <a:ext cx="1091646" cy="153888"/>
            </a:xfrm>
            <a:prstGeom prst="rect">
              <a:avLst/>
            </a:prstGeom>
            <a:noFill/>
          </p:spPr>
          <p:txBody>
            <a:bodyPr wrap="none" lIns="0" tIns="0" rIns="0" bIns="0" rtlCol="0" anchor="t">
              <a:spAutoFit/>
            </a:bodyPr>
            <a:lstStyle/>
            <a:p>
              <a:pPr algn="ctr"/>
              <a:r>
                <a:rPr lang="en-US" sz="1000" b="1" dirty="0">
                  <a:solidFill>
                    <a:schemeClr val="accent2"/>
                  </a:solidFill>
                </a:rPr>
                <a:t>NORTH AMERICA</a:t>
              </a:r>
            </a:p>
          </p:txBody>
        </p:sp>
        <p:sp>
          <p:nvSpPr>
            <p:cNvPr id="605" name="Text Placeholder 3"/>
            <p:cNvSpPr txBox="1">
              <a:spLocks/>
            </p:cNvSpPr>
            <p:nvPr/>
          </p:nvSpPr>
          <p:spPr>
            <a:xfrm>
              <a:off x="583187" y="2341322"/>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606" name="Isosceles Triangle 605"/>
            <p:cNvSpPr/>
            <p:nvPr/>
          </p:nvSpPr>
          <p:spPr>
            <a:xfrm rot="5400000">
              <a:off x="1951622" y="2309136"/>
              <a:ext cx="227537" cy="19615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07" name="Group 223"/>
          <p:cNvGrpSpPr/>
          <p:nvPr/>
        </p:nvGrpSpPr>
        <p:grpSpPr>
          <a:xfrm>
            <a:off x="1478578" y="4649501"/>
            <a:ext cx="1623715" cy="770145"/>
            <a:chOff x="539752" y="2084774"/>
            <a:chExt cx="1623715" cy="770145"/>
          </a:xfrm>
        </p:grpSpPr>
        <p:sp>
          <p:nvSpPr>
            <p:cNvPr id="608" name="Rounded Rectangle 607"/>
            <p:cNvSpPr/>
            <p:nvPr/>
          </p:nvSpPr>
          <p:spPr>
            <a:xfrm>
              <a:off x="539752" y="2084774"/>
              <a:ext cx="1433227" cy="770145"/>
            </a:xfrm>
            <a:prstGeom prst="roundRect">
              <a:avLst/>
            </a:prstGeom>
            <a:solidFill>
              <a:schemeClr val="bg2"/>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TextBox 608"/>
            <p:cNvSpPr txBox="1"/>
            <p:nvPr/>
          </p:nvSpPr>
          <p:spPr>
            <a:xfrm>
              <a:off x="749816" y="2207413"/>
              <a:ext cx="1013098" cy="153888"/>
            </a:xfrm>
            <a:prstGeom prst="rect">
              <a:avLst/>
            </a:prstGeom>
            <a:noFill/>
          </p:spPr>
          <p:txBody>
            <a:bodyPr wrap="none" lIns="0" tIns="0" rIns="0" bIns="0" rtlCol="0" anchor="t">
              <a:spAutoFit/>
            </a:bodyPr>
            <a:lstStyle/>
            <a:p>
              <a:pPr algn="ctr"/>
              <a:r>
                <a:rPr lang="en-US" sz="1000" b="1" dirty="0">
                  <a:solidFill>
                    <a:schemeClr val="accent3"/>
                  </a:solidFill>
                </a:rPr>
                <a:t>LATIN AMERICA</a:t>
              </a:r>
            </a:p>
          </p:txBody>
        </p:sp>
        <p:sp>
          <p:nvSpPr>
            <p:cNvPr id="610" name="Text Placeholder 3"/>
            <p:cNvSpPr txBox="1">
              <a:spLocks/>
            </p:cNvSpPr>
            <p:nvPr/>
          </p:nvSpPr>
          <p:spPr>
            <a:xfrm>
              <a:off x="583187" y="2341322"/>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611" name="Isosceles Triangle 610"/>
            <p:cNvSpPr/>
            <p:nvPr/>
          </p:nvSpPr>
          <p:spPr>
            <a:xfrm rot="5400000">
              <a:off x="1951622" y="2309136"/>
              <a:ext cx="227537" cy="19615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2" name="Group 228"/>
          <p:cNvGrpSpPr/>
          <p:nvPr/>
        </p:nvGrpSpPr>
        <p:grpSpPr>
          <a:xfrm>
            <a:off x="2932126" y="2912514"/>
            <a:ext cx="1623715" cy="770145"/>
            <a:chOff x="539752" y="2084774"/>
            <a:chExt cx="1623715" cy="770145"/>
          </a:xfrm>
        </p:grpSpPr>
        <p:sp>
          <p:nvSpPr>
            <p:cNvPr id="613" name="Rounded Rectangle 612"/>
            <p:cNvSpPr/>
            <p:nvPr/>
          </p:nvSpPr>
          <p:spPr>
            <a:xfrm>
              <a:off x="539752" y="2084774"/>
              <a:ext cx="1433227" cy="770145"/>
            </a:xfrm>
            <a:prstGeom prst="roundRect">
              <a:avLst/>
            </a:prstGeom>
            <a:solidFill>
              <a:schemeClr val="bg2"/>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4" name="TextBox 613"/>
            <p:cNvSpPr txBox="1"/>
            <p:nvPr/>
          </p:nvSpPr>
          <p:spPr>
            <a:xfrm>
              <a:off x="986259" y="2236597"/>
              <a:ext cx="540212" cy="153888"/>
            </a:xfrm>
            <a:prstGeom prst="rect">
              <a:avLst/>
            </a:prstGeom>
            <a:noFill/>
          </p:spPr>
          <p:txBody>
            <a:bodyPr wrap="none" lIns="0" tIns="0" rIns="0" bIns="0" rtlCol="0" anchor="t">
              <a:spAutoFit/>
            </a:bodyPr>
            <a:lstStyle/>
            <a:p>
              <a:pPr algn="ctr"/>
              <a:r>
                <a:rPr lang="en-US" sz="1000" b="1" dirty="0">
                  <a:solidFill>
                    <a:schemeClr val="accent5"/>
                  </a:solidFill>
                </a:rPr>
                <a:t>EUROPE</a:t>
              </a:r>
              <a:endParaRPr lang="en-US" sz="1000" b="1" dirty="0">
                <a:solidFill>
                  <a:schemeClr val="accent3"/>
                </a:solidFill>
              </a:endParaRPr>
            </a:p>
          </p:txBody>
        </p:sp>
        <p:sp>
          <p:nvSpPr>
            <p:cNvPr id="615" name="Text Placeholder 3"/>
            <p:cNvSpPr txBox="1">
              <a:spLocks/>
            </p:cNvSpPr>
            <p:nvPr/>
          </p:nvSpPr>
          <p:spPr>
            <a:xfrm>
              <a:off x="583187" y="2341322"/>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616" name="Isosceles Triangle 615"/>
            <p:cNvSpPr/>
            <p:nvPr/>
          </p:nvSpPr>
          <p:spPr>
            <a:xfrm rot="5400000">
              <a:off x="1951622" y="2309136"/>
              <a:ext cx="227537" cy="196153"/>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7" name="Group 233"/>
          <p:cNvGrpSpPr/>
          <p:nvPr/>
        </p:nvGrpSpPr>
        <p:grpSpPr>
          <a:xfrm>
            <a:off x="4848486" y="4596671"/>
            <a:ext cx="1638209" cy="770145"/>
            <a:chOff x="334770" y="2084774"/>
            <a:chExt cx="1638209" cy="770145"/>
          </a:xfrm>
        </p:grpSpPr>
        <p:sp>
          <p:nvSpPr>
            <p:cNvPr id="618" name="Rounded Rectangle 617"/>
            <p:cNvSpPr/>
            <p:nvPr/>
          </p:nvSpPr>
          <p:spPr>
            <a:xfrm>
              <a:off x="539752" y="2084774"/>
              <a:ext cx="1433227" cy="770145"/>
            </a:xfrm>
            <a:prstGeom prst="roundRect">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9" name="TextBox 618"/>
            <p:cNvSpPr txBox="1"/>
            <p:nvPr/>
          </p:nvSpPr>
          <p:spPr>
            <a:xfrm>
              <a:off x="1013510" y="2217141"/>
              <a:ext cx="485709" cy="153888"/>
            </a:xfrm>
            <a:prstGeom prst="rect">
              <a:avLst/>
            </a:prstGeom>
            <a:noFill/>
          </p:spPr>
          <p:txBody>
            <a:bodyPr wrap="none" lIns="0" tIns="0" rIns="0" bIns="0" rtlCol="0" anchor="t">
              <a:spAutoFit/>
            </a:bodyPr>
            <a:lstStyle/>
            <a:p>
              <a:pPr algn="ctr"/>
              <a:r>
                <a:rPr lang="en-US" sz="1000" b="1" dirty="0">
                  <a:solidFill>
                    <a:schemeClr val="accent1"/>
                  </a:solidFill>
                </a:rPr>
                <a:t>AFRICA</a:t>
              </a:r>
            </a:p>
          </p:txBody>
        </p:sp>
        <p:sp>
          <p:nvSpPr>
            <p:cNvPr id="620" name="Text Placeholder 3"/>
            <p:cNvSpPr txBox="1">
              <a:spLocks/>
            </p:cNvSpPr>
            <p:nvPr/>
          </p:nvSpPr>
          <p:spPr>
            <a:xfrm>
              <a:off x="583187" y="2331797"/>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621" name="Isosceles Triangle 620"/>
            <p:cNvSpPr/>
            <p:nvPr/>
          </p:nvSpPr>
          <p:spPr>
            <a:xfrm rot="16200000" flipH="1">
              <a:off x="319078" y="2309136"/>
              <a:ext cx="227537" cy="19615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2" name="Group 238"/>
          <p:cNvGrpSpPr/>
          <p:nvPr/>
        </p:nvGrpSpPr>
        <p:grpSpPr>
          <a:xfrm>
            <a:off x="5986334" y="3249112"/>
            <a:ext cx="1638209" cy="770145"/>
            <a:chOff x="334770" y="2084774"/>
            <a:chExt cx="1638209" cy="770145"/>
          </a:xfrm>
        </p:grpSpPr>
        <p:sp>
          <p:nvSpPr>
            <p:cNvPr id="623" name="Rounded Rectangle 622"/>
            <p:cNvSpPr/>
            <p:nvPr/>
          </p:nvSpPr>
          <p:spPr>
            <a:xfrm>
              <a:off x="539752" y="2084774"/>
              <a:ext cx="1433227" cy="770145"/>
            </a:xfrm>
            <a:prstGeom prst="roundRect">
              <a:avLst/>
            </a:prstGeom>
            <a:solidFill>
              <a:schemeClr val="bg2"/>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4" name="TextBox 623"/>
            <p:cNvSpPr txBox="1"/>
            <p:nvPr/>
          </p:nvSpPr>
          <p:spPr>
            <a:xfrm>
              <a:off x="1103278" y="2236597"/>
              <a:ext cx="306174" cy="153888"/>
            </a:xfrm>
            <a:prstGeom prst="rect">
              <a:avLst/>
            </a:prstGeom>
            <a:noFill/>
          </p:spPr>
          <p:txBody>
            <a:bodyPr wrap="none" lIns="0" tIns="0" rIns="0" bIns="0" rtlCol="0" anchor="t">
              <a:spAutoFit/>
            </a:bodyPr>
            <a:lstStyle/>
            <a:p>
              <a:pPr algn="ctr"/>
              <a:r>
                <a:rPr lang="en-US" sz="1000" b="1" dirty="0">
                  <a:solidFill>
                    <a:schemeClr val="accent4"/>
                  </a:solidFill>
                </a:rPr>
                <a:t>ASIA</a:t>
              </a:r>
            </a:p>
          </p:txBody>
        </p:sp>
        <p:sp>
          <p:nvSpPr>
            <p:cNvPr id="625" name="Text Placeholder 3"/>
            <p:cNvSpPr txBox="1">
              <a:spLocks/>
            </p:cNvSpPr>
            <p:nvPr/>
          </p:nvSpPr>
          <p:spPr>
            <a:xfrm>
              <a:off x="583187" y="2331797"/>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626" name="Isosceles Triangle 625"/>
            <p:cNvSpPr/>
            <p:nvPr/>
          </p:nvSpPr>
          <p:spPr>
            <a:xfrm rot="16200000" flipH="1">
              <a:off x="319078" y="2309136"/>
              <a:ext cx="227537" cy="19615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7" name="Group 243"/>
          <p:cNvGrpSpPr/>
          <p:nvPr/>
        </p:nvGrpSpPr>
        <p:grpSpPr>
          <a:xfrm>
            <a:off x="6949069" y="4766201"/>
            <a:ext cx="1638209" cy="770145"/>
            <a:chOff x="334770" y="2084774"/>
            <a:chExt cx="1638209" cy="770145"/>
          </a:xfrm>
        </p:grpSpPr>
        <p:sp>
          <p:nvSpPr>
            <p:cNvPr id="628" name="Rounded Rectangle 627"/>
            <p:cNvSpPr/>
            <p:nvPr/>
          </p:nvSpPr>
          <p:spPr>
            <a:xfrm>
              <a:off x="539752" y="2084774"/>
              <a:ext cx="1433227" cy="770145"/>
            </a:xfrm>
            <a:prstGeom prst="roundRect">
              <a:avLst/>
            </a:prstGeom>
            <a:solidFill>
              <a:schemeClr val="bg2"/>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TextBox 628"/>
            <p:cNvSpPr txBox="1"/>
            <p:nvPr/>
          </p:nvSpPr>
          <p:spPr>
            <a:xfrm>
              <a:off x="885270" y="2207413"/>
              <a:ext cx="742191" cy="153888"/>
            </a:xfrm>
            <a:prstGeom prst="rect">
              <a:avLst/>
            </a:prstGeom>
            <a:noFill/>
          </p:spPr>
          <p:txBody>
            <a:bodyPr wrap="none" lIns="0" tIns="0" rIns="0" bIns="0" rtlCol="0" anchor="t">
              <a:spAutoFit/>
            </a:bodyPr>
            <a:lstStyle/>
            <a:p>
              <a:pPr algn="ctr"/>
              <a:r>
                <a:rPr lang="en-US" sz="1000" b="1" dirty="0">
                  <a:solidFill>
                    <a:schemeClr val="accent6"/>
                  </a:solidFill>
                </a:rPr>
                <a:t>AUSTRALIA</a:t>
              </a:r>
            </a:p>
          </p:txBody>
        </p:sp>
        <p:sp>
          <p:nvSpPr>
            <p:cNvPr id="630" name="Text Placeholder 3"/>
            <p:cNvSpPr txBox="1">
              <a:spLocks/>
            </p:cNvSpPr>
            <p:nvPr/>
          </p:nvSpPr>
          <p:spPr>
            <a:xfrm>
              <a:off x="583187" y="2331797"/>
              <a:ext cx="1331271" cy="461665"/>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000" dirty="0">
                  <a:solidFill>
                    <a:schemeClr val="tx1">
                      <a:lumMod val="50000"/>
                      <a:lumOff val="50000"/>
                    </a:schemeClr>
                  </a:solidFill>
                </a:rPr>
                <a:t>There are many variations  passages but majority</a:t>
              </a:r>
            </a:p>
          </p:txBody>
        </p:sp>
        <p:sp>
          <p:nvSpPr>
            <p:cNvPr id="631" name="Isosceles Triangle 630"/>
            <p:cNvSpPr/>
            <p:nvPr/>
          </p:nvSpPr>
          <p:spPr>
            <a:xfrm rot="16200000" flipH="1">
              <a:off x="319078" y="2309136"/>
              <a:ext cx="227537" cy="19615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29"/>
                                        </p:tgtEl>
                                        <p:attrNameLst>
                                          <p:attrName>style.visibility</p:attrName>
                                        </p:attrNameLst>
                                      </p:cBhvr>
                                      <p:to>
                                        <p:strVal val="visible"/>
                                      </p:to>
                                    </p:set>
                                    <p:anim calcmode="lin" valueType="num">
                                      <p:cBhvr>
                                        <p:cTn id="7" dur="500" fill="hold"/>
                                        <p:tgtEl>
                                          <p:spTgt spid="229"/>
                                        </p:tgtEl>
                                        <p:attrNameLst>
                                          <p:attrName>ppt_w</p:attrName>
                                        </p:attrNameLst>
                                      </p:cBhvr>
                                      <p:tavLst>
                                        <p:tav tm="0">
                                          <p:val>
                                            <p:fltVal val="0"/>
                                          </p:val>
                                        </p:tav>
                                        <p:tav tm="100000">
                                          <p:val>
                                            <p:strVal val="#ppt_w"/>
                                          </p:val>
                                        </p:tav>
                                      </p:tavLst>
                                    </p:anim>
                                    <p:anim calcmode="lin" valueType="num">
                                      <p:cBhvr>
                                        <p:cTn id="8" dur="500" fill="hold"/>
                                        <p:tgtEl>
                                          <p:spTgt spid="229"/>
                                        </p:tgtEl>
                                        <p:attrNameLst>
                                          <p:attrName>ppt_h</p:attrName>
                                        </p:attrNameLst>
                                      </p:cBhvr>
                                      <p:tavLst>
                                        <p:tav tm="0">
                                          <p:val>
                                            <p:fltVal val="0"/>
                                          </p:val>
                                        </p:tav>
                                        <p:tav tm="100000">
                                          <p:val>
                                            <p:strVal val="#ppt_h"/>
                                          </p:val>
                                        </p:tav>
                                      </p:tavLst>
                                    </p:anim>
                                    <p:animEffect transition="in" filter="fade">
                                      <p:cBhvr>
                                        <p:cTn id="9" dur="500"/>
                                        <p:tgtEl>
                                          <p:spTgt spid="229"/>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584"/>
                                        </p:tgtEl>
                                        <p:attrNameLst>
                                          <p:attrName>style.visibility</p:attrName>
                                        </p:attrNameLst>
                                      </p:cBhvr>
                                      <p:to>
                                        <p:strVal val="visible"/>
                                      </p:to>
                                    </p:set>
                                    <p:anim calcmode="lin" valueType="num">
                                      <p:cBhvr additive="base">
                                        <p:cTn id="13" dur="500" fill="hold"/>
                                        <p:tgtEl>
                                          <p:spTgt spid="584"/>
                                        </p:tgtEl>
                                        <p:attrNameLst>
                                          <p:attrName>ppt_x</p:attrName>
                                        </p:attrNameLst>
                                      </p:cBhvr>
                                      <p:tavLst>
                                        <p:tav tm="0">
                                          <p:val>
                                            <p:strVal val="#ppt_x"/>
                                          </p:val>
                                        </p:tav>
                                        <p:tav tm="100000">
                                          <p:val>
                                            <p:strVal val="#ppt_x"/>
                                          </p:val>
                                        </p:tav>
                                      </p:tavLst>
                                    </p:anim>
                                    <p:anim calcmode="lin" valueType="num">
                                      <p:cBhvr additive="base">
                                        <p:cTn id="14" dur="500" fill="hold"/>
                                        <p:tgtEl>
                                          <p:spTgt spid="584"/>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587"/>
                                        </p:tgtEl>
                                        <p:attrNameLst>
                                          <p:attrName>style.visibility</p:attrName>
                                        </p:attrNameLst>
                                      </p:cBhvr>
                                      <p:to>
                                        <p:strVal val="visible"/>
                                      </p:to>
                                    </p:set>
                                    <p:anim calcmode="lin" valueType="num">
                                      <p:cBhvr additive="base">
                                        <p:cTn id="18" dur="500" fill="hold"/>
                                        <p:tgtEl>
                                          <p:spTgt spid="587"/>
                                        </p:tgtEl>
                                        <p:attrNameLst>
                                          <p:attrName>ppt_x</p:attrName>
                                        </p:attrNameLst>
                                      </p:cBhvr>
                                      <p:tavLst>
                                        <p:tav tm="0">
                                          <p:val>
                                            <p:strVal val="#ppt_x"/>
                                          </p:val>
                                        </p:tav>
                                        <p:tav tm="100000">
                                          <p:val>
                                            <p:strVal val="#ppt_x"/>
                                          </p:val>
                                        </p:tav>
                                      </p:tavLst>
                                    </p:anim>
                                    <p:anim calcmode="lin" valueType="num">
                                      <p:cBhvr additive="base">
                                        <p:cTn id="19" dur="500" fill="hold"/>
                                        <p:tgtEl>
                                          <p:spTgt spid="587"/>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590"/>
                                        </p:tgtEl>
                                        <p:attrNameLst>
                                          <p:attrName>style.visibility</p:attrName>
                                        </p:attrNameLst>
                                      </p:cBhvr>
                                      <p:to>
                                        <p:strVal val="visible"/>
                                      </p:to>
                                    </p:set>
                                    <p:anim calcmode="lin" valueType="num">
                                      <p:cBhvr additive="base">
                                        <p:cTn id="23" dur="500" fill="hold"/>
                                        <p:tgtEl>
                                          <p:spTgt spid="590"/>
                                        </p:tgtEl>
                                        <p:attrNameLst>
                                          <p:attrName>ppt_x</p:attrName>
                                        </p:attrNameLst>
                                      </p:cBhvr>
                                      <p:tavLst>
                                        <p:tav tm="0">
                                          <p:val>
                                            <p:strVal val="#ppt_x"/>
                                          </p:val>
                                        </p:tav>
                                        <p:tav tm="100000">
                                          <p:val>
                                            <p:strVal val="#ppt_x"/>
                                          </p:val>
                                        </p:tav>
                                      </p:tavLst>
                                    </p:anim>
                                    <p:anim calcmode="lin" valueType="num">
                                      <p:cBhvr additive="base">
                                        <p:cTn id="24" dur="500" fill="hold"/>
                                        <p:tgtEl>
                                          <p:spTgt spid="590"/>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593"/>
                                        </p:tgtEl>
                                        <p:attrNameLst>
                                          <p:attrName>style.visibility</p:attrName>
                                        </p:attrNameLst>
                                      </p:cBhvr>
                                      <p:to>
                                        <p:strVal val="visible"/>
                                      </p:to>
                                    </p:set>
                                    <p:anim calcmode="lin" valueType="num">
                                      <p:cBhvr additive="base">
                                        <p:cTn id="28" dur="500" fill="hold"/>
                                        <p:tgtEl>
                                          <p:spTgt spid="593"/>
                                        </p:tgtEl>
                                        <p:attrNameLst>
                                          <p:attrName>ppt_x</p:attrName>
                                        </p:attrNameLst>
                                      </p:cBhvr>
                                      <p:tavLst>
                                        <p:tav tm="0">
                                          <p:val>
                                            <p:strVal val="#ppt_x"/>
                                          </p:val>
                                        </p:tav>
                                        <p:tav tm="100000">
                                          <p:val>
                                            <p:strVal val="#ppt_x"/>
                                          </p:val>
                                        </p:tav>
                                      </p:tavLst>
                                    </p:anim>
                                    <p:anim calcmode="lin" valueType="num">
                                      <p:cBhvr additive="base">
                                        <p:cTn id="29" dur="500" fill="hold"/>
                                        <p:tgtEl>
                                          <p:spTgt spid="593"/>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596"/>
                                        </p:tgtEl>
                                        <p:attrNameLst>
                                          <p:attrName>style.visibility</p:attrName>
                                        </p:attrNameLst>
                                      </p:cBhvr>
                                      <p:to>
                                        <p:strVal val="visible"/>
                                      </p:to>
                                    </p:set>
                                    <p:anim calcmode="lin" valueType="num">
                                      <p:cBhvr additive="base">
                                        <p:cTn id="33" dur="500" fill="hold"/>
                                        <p:tgtEl>
                                          <p:spTgt spid="596"/>
                                        </p:tgtEl>
                                        <p:attrNameLst>
                                          <p:attrName>ppt_x</p:attrName>
                                        </p:attrNameLst>
                                      </p:cBhvr>
                                      <p:tavLst>
                                        <p:tav tm="0">
                                          <p:val>
                                            <p:strVal val="#ppt_x"/>
                                          </p:val>
                                        </p:tav>
                                        <p:tav tm="100000">
                                          <p:val>
                                            <p:strVal val="#ppt_x"/>
                                          </p:val>
                                        </p:tav>
                                      </p:tavLst>
                                    </p:anim>
                                    <p:anim calcmode="lin" valueType="num">
                                      <p:cBhvr additive="base">
                                        <p:cTn id="34" dur="500" fill="hold"/>
                                        <p:tgtEl>
                                          <p:spTgt spid="596"/>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599"/>
                                        </p:tgtEl>
                                        <p:attrNameLst>
                                          <p:attrName>style.visibility</p:attrName>
                                        </p:attrNameLst>
                                      </p:cBhvr>
                                      <p:to>
                                        <p:strVal val="visible"/>
                                      </p:to>
                                    </p:set>
                                    <p:anim calcmode="lin" valueType="num">
                                      <p:cBhvr additive="base">
                                        <p:cTn id="38" dur="500" fill="hold"/>
                                        <p:tgtEl>
                                          <p:spTgt spid="599"/>
                                        </p:tgtEl>
                                        <p:attrNameLst>
                                          <p:attrName>ppt_x</p:attrName>
                                        </p:attrNameLst>
                                      </p:cBhvr>
                                      <p:tavLst>
                                        <p:tav tm="0">
                                          <p:val>
                                            <p:strVal val="#ppt_x"/>
                                          </p:val>
                                        </p:tav>
                                        <p:tav tm="100000">
                                          <p:val>
                                            <p:strVal val="#ppt_x"/>
                                          </p:val>
                                        </p:tav>
                                      </p:tavLst>
                                    </p:anim>
                                    <p:anim calcmode="lin" valueType="num">
                                      <p:cBhvr additive="base">
                                        <p:cTn id="39" dur="500" fill="hold"/>
                                        <p:tgtEl>
                                          <p:spTgt spid="599"/>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 presetClass="entr" presetSubtype="8" accel="50000" decel="50000" fill="hold" nodeType="afterEffect">
                                  <p:stCondLst>
                                    <p:cond delay="0"/>
                                  </p:stCondLst>
                                  <p:childTnLst>
                                    <p:set>
                                      <p:cBhvr>
                                        <p:cTn id="42" dur="1" fill="hold">
                                          <p:stCondLst>
                                            <p:cond delay="0"/>
                                          </p:stCondLst>
                                        </p:cTn>
                                        <p:tgtEl>
                                          <p:spTgt spid="602"/>
                                        </p:tgtEl>
                                        <p:attrNameLst>
                                          <p:attrName>style.visibility</p:attrName>
                                        </p:attrNameLst>
                                      </p:cBhvr>
                                      <p:to>
                                        <p:strVal val="visible"/>
                                      </p:to>
                                    </p:set>
                                    <p:anim calcmode="lin" valueType="num">
                                      <p:cBhvr additive="base">
                                        <p:cTn id="43" dur="500" fill="hold"/>
                                        <p:tgtEl>
                                          <p:spTgt spid="602"/>
                                        </p:tgtEl>
                                        <p:attrNameLst>
                                          <p:attrName>ppt_x</p:attrName>
                                        </p:attrNameLst>
                                      </p:cBhvr>
                                      <p:tavLst>
                                        <p:tav tm="0">
                                          <p:val>
                                            <p:strVal val="0-#ppt_w/2"/>
                                          </p:val>
                                        </p:tav>
                                        <p:tav tm="100000">
                                          <p:val>
                                            <p:strVal val="#ppt_x"/>
                                          </p:val>
                                        </p:tav>
                                      </p:tavLst>
                                    </p:anim>
                                    <p:anim calcmode="lin" valueType="num">
                                      <p:cBhvr additive="base">
                                        <p:cTn id="44" dur="500" fill="hold"/>
                                        <p:tgtEl>
                                          <p:spTgt spid="602"/>
                                        </p:tgtEl>
                                        <p:attrNameLst>
                                          <p:attrName>ppt_y</p:attrName>
                                        </p:attrNameLst>
                                      </p:cBhvr>
                                      <p:tavLst>
                                        <p:tav tm="0">
                                          <p:val>
                                            <p:strVal val="#ppt_y"/>
                                          </p:val>
                                        </p:tav>
                                        <p:tav tm="100000">
                                          <p:val>
                                            <p:strVal val="#ppt_y"/>
                                          </p:val>
                                        </p:tav>
                                      </p:tavLst>
                                    </p:anim>
                                  </p:childTnLst>
                                </p:cTn>
                              </p:par>
                            </p:childTnLst>
                          </p:cTn>
                        </p:par>
                        <p:par>
                          <p:cTn id="45" fill="hold">
                            <p:stCondLst>
                              <p:cond delay="4000"/>
                            </p:stCondLst>
                            <p:childTnLst>
                              <p:par>
                                <p:cTn id="46" presetID="2" presetClass="entr" presetSubtype="8" accel="50000" decel="50000" fill="hold" nodeType="afterEffect">
                                  <p:stCondLst>
                                    <p:cond delay="0"/>
                                  </p:stCondLst>
                                  <p:childTnLst>
                                    <p:set>
                                      <p:cBhvr>
                                        <p:cTn id="47" dur="1" fill="hold">
                                          <p:stCondLst>
                                            <p:cond delay="0"/>
                                          </p:stCondLst>
                                        </p:cTn>
                                        <p:tgtEl>
                                          <p:spTgt spid="607"/>
                                        </p:tgtEl>
                                        <p:attrNameLst>
                                          <p:attrName>style.visibility</p:attrName>
                                        </p:attrNameLst>
                                      </p:cBhvr>
                                      <p:to>
                                        <p:strVal val="visible"/>
                                      </p:to>
                                    </p:set>
                                    <p:anim calcmode="lin" valueType="num">
                                      <p:cBhvr additive="base">
                                        <p:cTn id="48" dur="500" fill="hold"/>
                                        <p:tgtEl>
                                          <p:spTgt spid="607"/>
                                        </p:tgtEl>
                                        <p:attrNameLst>
                                          <p:attrName>ppt_x</p:attrName>
                                        </p:attrNameLst>
                                      </p:cBhvr>
                                      <p:tavLst>
                                        <p:tav tm="0">
                                          <p:val>
                                            <p:strVal val="0-#ppt_w/2"/>
                                          </p:val>
                                        </p:tav>
                                        <p:tav tm="100000">
                                          <p:val>
                                            <p:strVal val="#ppt_x"/>
                                          </p:val>
                                        </p:tav>
                                      </p:tavLst>
                                    </p:anim>
                                    <p:anim calcmode="lin" valueType="num">
                                      <p:cBhvr additive="base">
                                        <p:cTn id="49" dur="500" fill="hold"/>
                                        <p:tgtEl>
                                          <p:spTgt spid="607"/>
                                        </p:tgtEl>
                                        <p:attrNameLst>
                                          <p:attrName>ppt_y</p:attrName>
                                        </p:attrNameLst>
                                      </p:cBhvr>
                                      <p:tavLst>
                                        <p:tav tm="0">
                                          <p:val>
                                            <p:strVal val="#ppt_y"/>
                                          </p:val>
                                        </p:tav>
                                        <p:tav tm="100000">
                                          <p:val>
                                            <p:strVal val="#ppt_y"/>
                                          </p:val>
                                        </p:tav>
                                      </p:tavLst>
                                    </p:anim>
                                  </p:childTnLst>
                                </p:cTn>
                              </p:par>
                            </p:childTnLst>
                          </p:cTn>
                        </p:par>
                        <p:par>
                          <p:cTn id="50" fill="hold">
                            <p:stCondLst>
                              <p:cond delay="4500"/>
                            </p:stCondLst>
                            <p:childTnLst>
                              <p:par>
                                <p:cTn id="51" presetID="2" presetClass="entr" presetSubtype="8" accel="50000" decel="50000" fill="hold" nodeType="afterEffect">
                                  <p:stCondLst>
                                    <p:cond delay="0"/>
                                  </p:stCondLst>
                                  <p:childTnLst>
                                    <p:set>
                                      <p:cBhvr>
                                        <p:cTn id="52" dur="1" fill="hold">
                                          <p:stCondLst>
                                            <p:cond delay="0"/>
                                          </p:stCondLst>
                                        </p:cTn>
                                        <p:tgtEl>
                                          <p:spTgt spid="612"/>
                                        </p:tgtEl>
                                        <p:attrNameLst>
                                          <p:attrName>style.visibility</p:attrName>
                                        </p:attrNameLst>
                                      </p:cBhvr>
                                      <p:to>
                                        <p:strVal val="visible"/>
                                      </p:to>
                                    </p:set>
                                    <p:anim calcmode="lin" valueType="num">
                                      <p:cBhvr additive="base">
                                        <p:cTn id="53" dur="500" fill="hold"/>
                                        <p:tgtEl>
                                          <p:spTgt spid="612"/>
                                        </p:tgtEl>
                                        <p:attrNameLst>
                                          <p:attrName>ppt_x</p:attrName>
                                        </p:attrNameLst>
                                      </p:cBhvr>
                                      <p:tavLst>
                                        <p:tav tm="0">
                                          <p:val>
                                            <p:strVal val="0-#ppt_w/2"/>
                                          </p:val>
                                        </p:tav>
                                        <p:tav tm="100000">
                                          <p:val>
                                            <p:strVal val="#ppt_x"/>
                                          </p:val>
                                        </p:tav>
                                      </p:tavLst>
                                    </p:anim>
                                    <p:anim calcmode="lin" valueType="num">
                                      <p:cBhvr additive="base">
                                        <p:cTn id="54" dur="500" fill="hold"/>
                                        <p:tgtEl>
                                          <p:spTgt spid="612"/>
                                        </p:tgtEl>
                                        <p:attrNameLst>
                                          <p:attrName>ppt_y</p:attrName>
                                        </p:attrNameLst>
                                      </p:cBhvr>
                                      <p:tavLst>
                                        <p:tav tm="0">
                                          <p:val>
                                            <p:strVal val="#ppt_y"/>
                                          </p:val>
                                        </p:tav>
                                        <p:tav tm="100000">
                                          <p:val>
                                            <p:strVal val="#ppt_y"/>
                                          </p:val>
                                        </p:tav>
                                      </p:tavLst>
                                    </p:anim>
                                  </p:childTnLst>
                                </p:cTn>
                              </p:par>
                            </p:childTnLst>
                          </p:cTn>
                        </p:par>
                        <p:par>
                          <p:cTn id="55" fill="hold">
                            <p:stCondLst>
                              <p:cond delay="5000"/>
                            </p:stCondLst>
                            <p:childTnLst>
                              <p:par>
                                <p:cTn id="56" presetID="2" presetClass="entr" presetSubtype="2" accel="50000" decel="50000" fill="hold" nodeType="afterEffect">
                                  <p:stCondLst>
                                    <p:cond delay="0"/>
                                  </p:stCondLst>
                                  <p:childTnLst>
                                    <p:set>
                                      <p:cBhvr>
                                        <p:cTn id="57" dur="1" fill="hold">
                                          <p:stCondLst>
                                            <p:cond delay="0"/>
                                          </p:stCondLst>
                                        </p:cTn>
                                        <p:tgtEl>
                                          <p:spTgt spid="617"/>
                                        </p:tgtEl>
                                        <p:attrNameLst>
                                          <p:attrName>style.visibility</p:attrName>
                                        </p:attrNameLst>
                                      </p:cBhvr>
                                      <p:to>
                                        <p:strVal val="visible"/>
                                      </p:to>
                                    </p:set>
                                    <p:anim calcmode="lin" valueType="num">
                                      <p:cBhvr additive="base">
                                        <p:cTn id="58" dur="500" fill="hold"/>
                                        <p:tgtEl>
                                          <p:spTgt spid="617"/>
                                        </p:tgtEl>
                                        <p:attrNameLst>
                                          <p:attrName>ppt_x</p:attrName>
                                        </p:attrNameLst>
                                      </p:cBhvr>
                                      <p:tavLst>
                                        <p:tav tm="0">
                                          <p:val>
                                            <p:strVal val="1+#ppt_w/2"/>
                                          </p:val>
                                        </p:tav>
                                        <p:tav tm="100000">
                                          <p:val>
                                            <p:strVal val="#ppt_x"/>
                                          </p:val>
                                        </p:tav>
                                      </p:tavLst>
                                    </p:anim>
                                    <p:anim calcmode="lin" valueType="num">
                                      <p:cBhvr additive="base">
                                        <p:cTn id="59" dur="500" fill="hold"/>
                                        <p:tgtEl>
                                          <p:spTgt spid="617"/>
                                        </p:tgtEl>
                                        <p:attrNameLst>
                                          <p:attrName>ppt_y</p:attrName>
                                        </p:attrNameLst>
                                      </p:cBhvr>
                                      <p:tavLst>
                                        <p:tav tm="0">
                                          <p:val>
                                            <p:strVal val="#ppt_y"/>
                                          </p:val>
                                        </p:tav>
                                        <p:tav tm="100000">
                                          <p:val>
                                            <p:strVal val="#ppt_y"/>
                                          </p:val>
                                        </p:tav>
                                      </p:tavLst>
                                    </p:anim>
                                  </p:childTnLst>
                                </p:cTn>
                              </p:par>
                            </p:childTnLst>
                          </p:cTn>
                        </p:par>
                        <p:par>
                          <p:cTn id="60" fill="hold">
                            <p:stCondLst>
                              <p:cond delay="5500"/>
                            </p:stCondLst>
                            <p:childTnLst>
                              <p:par>
                                <p:cTn id="61" presetID="2" presetClass="entr" presetSubtype="2" accel="50000" decel="50000" fill="hold" nodeType="afterEffect">
                                  <p:stCondLst>
                                    <p:cond delay="0"/>
                                  </p:stCondLst>
                                  <p:childTnLst>
                                    <p:set>
                                      <p:cBhvr>
                                        <p:cTn id="62" dur="1" fill="hold">
                                          <p:stCondLst>
                                            <p:cond delay="0"/>
                                          </p:stCondLst>
                                        </p:cTn>
                                        <p:tgtEl>
                                          <p:spTgt spid="622"/>
                                        </p:tgtEl>
                                        <p:attrNameLst>
                                          <p:attrName>style.visibility</p:attrName>
                                        </p:attrNameLst>
                                      </p:cBhvr>
                                      <p:to>
                                        <p:strVal val="visible"/>
                                      </p:to>
                                    </p:set>
                                    <p:anim calcmode="lin" valueType="num">
                                      <p:cBhvr additive="base">
                                        <p:cTn id="63" dur="500" fill="hold"/>
                                        <p:tgtEl>
                                          <p:spTgt spid="622"/>
                                        </p:tgtEl>
                                        <p:attrNameLst>
                                          <p:attrName>ppt_x</p:attrName>
                                        </p:attrNameLst>
                                      </p:cBhvr>
                                      <p:tavLst>
                                        <p:tav tm="0">
                                          <p:val>
                                            <p:strVal val="1+#ppt_w/2"/>
                                          </p:val>
                                        </p:tav>
                                        <p:tav tm="100000">
                                          <p:val>
                                            <p:strVal val="#ppt_x"/>
                                          </p:val>
                                        </p:tav>
                                      </p:tavLst>
                                    </p:anim>
                                    <p:anim calcmode="lin" valueType="num">
                                      <p:cBhvr additive="base">
                                        <p:cTn id="64" dur="500" fill="hold"/>
                                        <p:tgtEl>
                                          <p:spTgt spid="622"/>
                                        </p:tgtEl>
                                        <p:attrNameLst>
                                          <p:attrName>ppt_y</p:attrName>
                                        </p:attrNameLst>
                                      </p:cBhvr>
                                      <p:tavLst>
                                        <p:tav tm="0">
                                          <p:val>
                                            <p:strVal val="#ppt_y"/>
                                          </p:val>
                                        </p:tav>
                                        <p:tav tm="100000">
                                          <p:val>
                                            <p:strVal val="#ppt_y"/>
                                          </p:val>
                                        </p:tav>
                                      </p:tavLst>
                                    </p:anim>
                                  </p:childTnLst>
                                </p:cTn>
                              </p:par>
                            </p:childTnLst>
                          </p:cTn>
                        </p:par>
                        <p:par>
                          <p:cTn id="65" fill="hold">
                            <p:stCondLst>
                              <p:cond delay="6000"/>
                            </p:stCondLst>
                            <p:childTnLst>
                              <p:par>
                                <p:cTn id="66" presetID="2" presetClass="entr" presetSubtype="2" accel="50000" decel="50000" fill="hold" nodeType="afterEffect">
                                  <p:stCondLst>
                                    <p:cond delay="0"/>
                                  </p:stCondLst>
                                  <p:childTnLst>
                                    <p:set>
                                      <p:cBhvr>
                                        <p:cTn id="67" dur="1" fill="hold">
                                          <p:stCondLst>
                                            <p:cond delay="0"/>
                                          </p:stCondLst>
                                        </p:cTn>
                                        <p:tgtEl>
                                          <p:spTgt spid="627"/>
                                        </p:tgtEl>
                                        <p:attrNameLst>
                                          <p:attrName>style.visibility</p:attrName>
                                        </p:attrNameLst>
                                      </p:cBhvr>
                                      <p:to>
                                        <p:strVal val="visible"/>
                                      </p:to>
                                    </p:set>
                                    <p:anim calcmode="lin" valueType="num">
                                      <p:cBhvr additive="base">
                                        <p:cTn id="68" dur="500" fill="hold"/>
                                        <p:tgtEl>
                                          <p:spTgt spid="627"/>
                                        </p:tgtEl>
                                        <p:attrNameLst>
                                          <p:attrName>ppt_x</p:attrName>
                                        </p:attrNameLst>
                                      </p:cBhvr>
                                      <p:tavLst>
                                        <p:tav tm="0">
                                          <p:val>
                                            <p:strVal val="1+#ppt_w/2"/>
                                          </p:val>
                                        </p:tav>
                                        <p:tav tm="100000">
                                          <p:val>
                                            <p:strVal val="#ppt_x"/>
                                          </p:val>
                                        </p:tav>
                                      </p:tavLst>
                                    </p:anim>
                                    <p:anim calcmode="lin" valueType="num">
                                      <p:cBhvr additive="base">
                                        <p:cTn id="69" dur="500" fill="hold"/>
                                        <p:tgtEl>
                                          <p:spTgt spid="6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World Map Infographic</a:t>
            </a:r>
            <a:endParaRPr lang="en-US" dirty="0"/>
          </a:p>
        </p:txBody>
      </p:sp>
      <p:grpSp>
        <p:nvGrpSpPr>
          <p:cNvPr id="189" name="Group 274"/>
          <p:cNvGrpSpPr/>
          <p:nvPr/>
        </p:nvGrpSpPr>
        <p:grpSpPr>
          <a:xfrm>
            <a:off x="504186" y="1981200"/>
            <a:ext cx="4584280" cy="2281180"/>
            <a:chOff x="538789" y="1131575"/>
            <a:chExt cx="5819028" cy="2895599"/>
          </a:xfrm>
          <a:solidFill>
            <a:schemeClr val="tx1">
              <a:lumMod val="10000"/>
              <a:lumOff val="90000"/>
            </a:schemeClr>
          </a:solidFill>
        </p:grpSpPr>
        <p:grpSp>
          <p:nvGrpSpPr>
            <p:cNvPr id="190" name="Group 341"/>
            <p:cNvGrpSpPr/>
            <p:nvPr/>
          </p:nvGrpSpPr>
          <p:grpSpPr>
            <a:xfrm>
              <a:off x="2984523" y="2355982"/>
              <a:ext cx="1110009" cy="1241414"/>
              <a:chOff x="4097338" y="2217738"/>
              <a:chExt cx="1139825" cy="1274763"/>
            </a:xfrm>
            <a:grpFill/>
          </p:grpSpPr>
          <p:sp>
            <p:nvSpPr>
              <p:cNvPr id="537"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8"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1" name="Group 274"/>
            <p:cNvGrpSpPr/>
            <p:nvPr/>
          </p:nvGrpSpPr>
          <p:grpSpPr>
            <a:xfrm>
              <a:off x="1945649" y="2801188"/>
              <a:ext cx="759077" cy="1225939"/>
              <a:chOff x="3030538" y="2674938"/>
              <a:chExt cx="779463" cy="1258888"/>
            </a:xfrm>
            <a:grpFill/>
          </p:grpSpPr>
          <p:sp>
            <p:nvSpPr>
              <p:cNvPr id="535"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6"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2" name="Group 277"/>
            <p:cNvGrpSpPr/>
            <p:nvPr/>
          </p:nvGrpSpPr>
          <p:grpSpPr>
            <a:xfrm>
              <a:off x="538820" y="1131561"/>
              <a:ext cx="2523073" cy="1757739"/>
              <a:chOff x="1585913" y="960438"/>
              <a:chExt cx="2590800" cy="1804987"/>
            </a:xfrm>
            <a:grpFill/>
          </p:grpSpPr>
          <p:sp>
            <p:nvSpPr>
              <p:cNvPr id="472"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4"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5"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6"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7"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4"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5"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6"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9"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0"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3"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4"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5"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6"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7"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8"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0"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1"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2"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3"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8"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9"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1"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4"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6"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7"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8"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9"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0"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1"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2"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4"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5"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6"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9"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0"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1"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3"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4"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3" name="Group 345"/>
            <p:cNvGrpSpPr/>
            <p:nvPr/>
          </p:nvGrpSpPr>
          <p:grpSpPr>
            <a:xfrm>
              <a:off x="3103557" y="1256804"/>
              <a:ext cx="669406" cy="1125475"/>
              <a:chOff x="4219575" y="1089025"/>
              <a:chExt cx="687388" cy="1155701"/>
            </a:xfrm>
            <a:grpFill/>
          </p:grpSpPr>
          <p:sp>
            <p:nvSpPr>
              <p:cNvPr id="457"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58" name="Group 343"/>
              <p:cNvGrpSpPr/>
              <p:nvPr/>
            </p:nvGrpSpPr>
            <p:grpSpPr>
              <a:xfrm>
                <a:off x="4219575" y="1089025"/>
                <a:ext cx="687388" cy="1155701"/>
                <a:chOff x="4219575" y="1089025"/>
                <a:chExt cx="687388" cy="1155701"/>
              </a:xfrm>
              <a:grpFill/>
            </p:grpSpPr>
            <p:sp>
              <p:nvSpPr>
                <p:cNvPr id="459"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1"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4" name="Group 363"/>
            <p:cNvGrpSpPr/>
            <p:nvPr/>
          </p:nvGrpSpPr>
          <p:grpSpPr>
            <a:xfrm>
              <a:off x="5105593" y="3000641"/>
              <a:ext cx="941498" cy="822454"/>
              <a:chOff x="6275388" y="2879725"/>
              <a:chExt cx="966788" cy="844551"/>
            </a:xfrm>
            <a:grpFill/>
          </p:grpSpPr>
          <p:sp>
            <p:nvSpPr>
              <p:cNvPr id="274"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75" name="Group 361"/>
              <p:cNvGrpSpPr/>
              <p:nvPr/>
            </p:nvGrpSpPr>
            <p:grpSpPr>
              <a:xfrm>
                <a:off x="6275388" y="2917825"/>
                <a:ext cx="966788" cy="806451"/>
                <a:chOff x="6275388" y="2917825"/>
                <a:chExt cx="966788" cy="806451"/>
              </a:xfrm>
              <a:grpFill/>
            </p:grpSpPr>
            <p:sp>
              <p:nvSpPr>
                <p:cNvPr id="276"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8"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9"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0"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1"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1"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3"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5"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6"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5" name="Group 383"/>
            <p:cNvGrpSpPr/>
            <p:nvPr/>
          </p:nvGrpSpPr>
          <p:grpSpPr>
            <a:xfrm>
              <a:off x="3584347" y="1207329"/>
              <a:ext cx="2773471" cy="1960288"/>
              <a:chOff x="4713288" y="1038225"/>
              <a:chExt cx="2847975" cy="2012950"/>
            </a:xfrm>
            <a:grpFill/>
          </p:grpSpPr>
          <p:sp>
            <p:nvSpPr>
              <p:cNvPr id="196"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6"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539" name="Oval 538"/>
          <p:cNvSpPr/>
          <p:nvPr/>
        </p:nvSpPr>
        <p:spPr>
          <a:xfrm>
            <a:off x="1151378" y="2447598"/>
            <a:ext cx="261854" cy="261854"/>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Oval 539"/>
          <p:cNvSpPr/>
          <p:nvPr/>
        </p:nvSpPr>
        <p:spPr>
          <a:xfrm>
            <a:off x="1742819" y="3409221"/>
            <a:ext cx="261854" cy="261854"/>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1" name="Oval 540"/>
          <p:cNvSpPr/>
          <p:nvPr/>
        </p:nvSpPr>
        <p:spPr>
          <a:xfrm>
            <a:off x="2648347" y="2588337"/>
            <a:ext cx="261854" cy="261854"/>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2" name="Oval 541"/>
          <p:cNvSpPr/>
          <p:nvPr/>
        </p:nvSpPr>
        <p:spPr>
          <a:xfrm>
            <a:off x="2881580" y="3169898"/>
            <a:ext cx="261854" cy="261854"/>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Oval 542"/>
          <p:cNvSpPr/>
          <p:nvPr/>
        </p:nvSpPr>
        <p:spPr>
          <a:xfrm>
            <a:off x="3569305" y="2411129"/>
            <a:ext cx="261854" cy="261854"/>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Oval 543"/>
          <p:cNvSpPr/>
          <p:nvPr/>
        </p:nvSpPr>
        <p:spPr>
          <a:xfrm>
            <a:off x="4289505" y="3602196"/>
            <a:ext cx="261854" cy="261854"/>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45" name="Chart 544"/>
          <p:cNvGraphicFramePr/>
          <p:nvPr/>
        </p:nvGraphicFramePr>
        <p:xfrm>
          <a:off x="637277" y="4130175"/>
          <a:ext cx="4351202" cy="1843654"/>
        </p:xfrm>
        <a:graphic>
          <a:graphicData uri="http://schemas.openxmlformats.org/drawingml/2006/chart">
            <c:chart xmlns:c="http://schemas.openxmlformats.org/drawingml/2006/chart" xmlns:r="http://schemas.openxmlformats.org/officeDocument/2006/relationships" r:id="rId3"/>
          </a:graphicData>
        </a:graphic>
      </p:graphicFrame>
      <p:sp>
        <p:nvSpPr>
          <p:cNvPr id="546" name="Footer Text"/>
          <p:cNvSpPr txBox="1"/>
          <p:nvPr/>
        </p:nvSpPr>
        <p:spPr>
          <a:xfrm>
            <a:off x="5272519" y="2138959"/>
            <a:ext cx="3311955"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a:t>
            </a:r>
          </a:p>
        </p:txBody>
      </p:sp>
      <p:sp>
        <p:nvSpPr>
          <p:cNvPr id="547" name="Isosceles Triangle 546"/>
          <p:cNvSpPr/>
          <p:nvPr/>
        </p:nvSpPr>
        <p:spPr>
          <a:xfrm rot="16200000">
            <a:off x="4776638" y="2411031"/>
            <a:ext cx="1866806" cy="2724150"/>
          </a:xfrm>
          <a:prstGeom prst="triangle">
            <a:avLst/>
          </a:prstGeom>
          <a:gradFill>
            <a:gsLst>
              <a:gs pos="0">
                <a:schemeClr val="bg1">
                  <a:lumMod val="85000"/>
                  <a:alpha val="0"/>
                </a:schemeClr>
              </a:gs>
              <a:gs pos="50000">
                <a:schemeClr val="bg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548" name="Chart 547"/>
          <p:cNvGraphicFramePr/>
          <p:nvPr/>
        </p:nvGraphicFramePr>
        <p:xfrm>
          <a:off x="6012724" y="2619944"/>
          <a:ext cx="2179028" cy="2306325"/>
        </p:xfrm>
        <a:graphic>
          <a:graphicData uri="http://schemas.openxmlformats.org/drawingml/2006/chart">
            <c:chart xmlns:c="http://schemas.openxmlformats.org/drawingml/2006/chart" xmlns:r="http://schemas.openxmlformats.org/officeDocument/2006/relationships" r:id="rId4"/>
          </a:graphicData>
        </a:graphic>
      </p:graphicFrame>
      <p:sp>
        <p:nvSpPr>
          <p:cNvPr id="549" name="Footer Text"/>
          <p:cNvSpPr txBox="1"/>
          <p:nvPr/>
        </p:nvSpPr>
        <p:spPr>
          <a:xfrm>
            <a:off x="5272519" y="4988363"/>
            <a:ext cx="3311955" cy="769441"/>
          </a:xfrm>
          <a:prstGeom prst="rect">
            <a:avLst/>
          </a:prstGeom>
          <a:noFill/>
        </p:spPr>
        <p:txBody>
          <a:bodyPr wrap="square" lIns="0" tIns="0" rIns="0" bIns="0" rtlCol="0">
            <a:spAutoFit/>
          </a:bodyPr>
          <a:lstStyle/>
          <a:p>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89"/>
                                        </p:tgtEl>
                                        <p:attrNameLst>
                                          <p:attrName>style.visibility</p:attrName>
                                        </p:attrNameLst>
                                      </p:cBhvr>
                                      <p:to>
                                        <p:strVal val="visible"/>
                                      </p:to>
                                    </p:set>
                                    <p:anim calcmode="lin" valueType="num">
                                      <p:cBhvr>
                                        <p:cTn id="7" dur="500" fill="hold"/>
                                        <p:tgtEl>
                                          <p:spTgt spid="189"/>
                                        </p:tgtEl>
                                        <p:attrNameLst>
                                          <p:attrName>ppt_w</p:attrName>
                                        </p:attrNameLst>
                                      </p:cBhvr>
                                      <p:tavLst>
                                        <p:tav tm="0">
                                          <p:val>
                                            <p:fltVal val="0"/>
                                          </p:val>
                                        </p:tav>
                                        <p:tav tm="100000">
                                          <p:val>
                                            <p:strVal val="#ppt_w"/>
                                          </p:val>
                                        </p:tav>
                                      </p:tavLst>
                                    </p:anim>
                                    <p:anim calcmode="lin" valueType="num">
                                      <p:cBhvr>
                                        <p:cTn id="8" dur="500" fill="hold"/>
                                        <p:tgtEl>
                                          <p:spTgt spid="189"/>
                                        </p:tgtEl>
                                        <p:attrNameLst>
                                          <p:attrName>ppt_h</p:attrName>
                                        </p:attrNameLst>
                                      </p:cBhvr>
                                      <p:tavLst>
                                        <p:tav tm="0">
                                          <p:val>
                                            <p:fltVal val="0"/>
                                          </p:val>
                                        </p:tav>
                                        <p:tav tm="100000">
                                          <p:val>
                                            <p:strVal val="#ppt_h"/>
                                          </p:val>
                                        </p:tav>
                                      </p:tavLst>
                                    </p:anim>
                                    <p:animEffect transition="in" filter="fade">
                                      <p:cBhvr>
                                        <p:cTn id="9" dur="500"/>
                                        <p:tgtEl>
                                          <p:spTgt spid="189"/>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539"/>
                                        </p:tgtEl>
                                        <p:attrNameLst>
                                          <p:attrName>style.visibility</p:attrName>
                                        </p:attrNameLst>
                                      </p:cBhvr>
                                      <p:to>
                                        <p:strVal val="visible"/>
                                      </p:to>
                                    </p:set>
                                    <p:anim calcmode="lin" valueType="num">
                                      <p:cBhvr>
                                        <p:cTn id="13" dur="500" fill="hold"/>
                                        <p:tgtEl>
                                          <p:spTgt spid="539"/>
                                        </p:tgtEl>
                                        <p:attrNameLst>
                                          <p:attrName>ppt_w</p:attrName>
                                        </p:attrNameLst>
                                      </p:cBhvr>
                                      <p:tavLst>
                                        <p:tav tm="0">
                                          <p:val>
                                            <p:fltVal val="0"/>
                                          </p:val>
                                        </p:tav>
                                        <p:tav tm="100000">
                                          <p:val>
                                            <p:strVal val="#ppt_w"/>
                                          </p:val>
                                        </p:tav>
                                      </p:tavLst>
                                    </p:anim>
                                    <p:anim calcmode="lin" valueType="num">
                                      <p:cBhvr>
                                        <p:cTn id="14" dur="500" fill="hold"/>
                                        <p:tgtEl>
                                          <p:spTgt spid="539"/>
                                        </p:tgtEl>
                                        <p:attrNameLst>
                                          <p:attrName>ppt_h</p:attrName>
                                        </p:attrNameLst>
                                      </p:cBhvr>
                                      <p:tavLst>
                                        <p:tav tm="0">
                                          <p:val>
                                            <p:fltVal val="0"/>
                                          </p:val>
                                        </p:tav>
                                        <p:tav tm="100000">
                                          <p:val>
                                            <p:strVal val="#ppt_h"/>
                                          </p:val>
                                        </p:tav>
                                      </p:tavLst>
                                    </p:anim>
                                    <p:animEffect transition="in" filter="fade">
                                      <p:cBhvr>
                                        <p:cTn id="15" dur="500"/>
                                        <p:tgtEl>
                                          <p:spTgt spid="539"/>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540"/>
                                        </p:tgtEl>
                                        <p:attrNameLst>
                                          <p:attrName>style.visibility</p:attrName>
                                        </p:attrNameLst>
                                      </p:cBhvr>
                                      <p:to>
                                        <p:strVal val="visible"/>
                                      </p:to>
                                    </p:set>
                                    <p:anim calcmode="lin" valueType="num">
                                      <p:cBhvr>
                                        <p:cTn id="19" dur="500" fill="hold"/>
                                        <p:tgtEl>
                                          <p:spTgt spid="540"/>
                                        </p:tgtEl>
                                        <p:attrNameLst>
                                          <p:attrName>ppt_w</p:attrName>
                                        </p:attrNameLst>
                                      </p:cBhvr>
                                      <p:tavLst>
                                        <p:tav tm="0">
                                          <p:val>
                                            <p:fltVal val="0"/>
                                          </p:val>
                                        </p:tav>
                                        <p:tav tm="100000">
                                          <p:val>
                                            <p:strVal val="#ppt_w"/>
                                          </p:val>
                                        </p:tav>
                                      </p:tavLst>
                                    </p:anim>
                                    <p:anim calcmode="lin" valueType="num">
                                      <p:cBhvr>
                                        <p:cTn id="20" dur="500" fill="hold"/>
                                        <p:tgtEl>
                                          <p:spTgt spid="540"/>
                                        </p:tgtEl>
                                        <p:attrNameLst>
                                          <p:attrName>ppt_h</p:attrName>
                                        </p:attrNameLst>
                                      </p:cBhvr>
                                      <p:tavLst>
                                        <p:tav tm="0">
                                          <p:val>
                                            <p:fltVal val="0"/>
                                          </p:val>
                                        </p:tav>
                                        <p:tav tm="100000">
                                          <p:val>
                                            <p:strVal val="#ppt_h"/>
                                          </p:val>
                                        </p:tav>
                                      </p:tavLst>
                                    </p:anim>
                                    <p:animEffect transition="in" filter="fade">
                                      <p:cBhvr>
                                        <p:cTn id="21" dur="500"/>
                                        <p:tgtEl>
                                          <p:spTgt spid="540"/>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541"/>
                                        </p:tgtEl>
                                        <p:attrNameLst>
                                          <p:attrName>style.visibility</p:attrName>
                                        </p:attrNameLst>
                                      </p:cBhvr>
                                      <p:to>
                                        <p:strVal val="visible"/>
                                      </p:to>
                                    </p:set>
                                    <p:anim calcmode="lin" valueType="num">
                                      <p:cBhvr>
                                        <p:cTn id="25" dur="500" fill="hold"/>
                                        <p:tgtEl>
                                          <p:spTgt spid="541"/>
                                        </p:tgtEl>
                                        <p:attrNameLst>
                                          <p:attrName>ppt_w</p:attrName>
                                        </p:attrNameLst>
                                      </p:cBhvr>
                                      <p:tavLst>
                                        <p:tav tm="0">
                                          <p:val>
                                            <p:fltVal val="0"/>
                                          </p:val>
                                        </p:tav>
                                        <p:tav tm="100000">
                                          <p:val>
                                            <p:strVal val="#ppt_w"/>
                                          </p:val>
                                        </p:tav>
                                      </p:tavLst>
                                    </p:anim>
                                    <p:anim calcmode="lin" valueType="num">
                                      <p:cBhvr>
                                        <p:cTn id="26" dur="500" fill="hold"/>
                                        <p:tgtEl>
                                          <p:spTgt spid="541"/>
                                        </p:tgtEl>
                                        <p:attrNameLst>
                                          <p:attrName>ppt_h</p:attrName>
                                        </p:attrNameLst>
                                      </p:cBhvr>
                                      <p:tavLst>
                                        <p:tav tm="0">
                                          <p:val>
                                            <p:fltVal val="0"/>
                                          </p:val>
                                        </p:tav>
                                        <p:tav tm="100000">
                                          <p:val>
                                            <p:strVal val="#ppt_h"/>
                                          </p:val>
                                        </p:tav>
                                      </p:tavLst>
                                    </p:anim>
                                    <p:animEffect transition="in" filter="fade">
                                      <p:cBhvr>
                                        <p:cTn id="27" dur="500"/>
                                        <p:tgtEl>
                                          <p:spTgt spid="541"/>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542"/>
                                        </p:tgtEl>
                                        <p:attrNameLst>
                                          <p:attrName>style.visibility</p:attrName>
                                        </p:attrNameLst>
                                      </p:cBhvr>
                                      <p:to>
                                        <p:strVal val="visible"/>
                                      </p:to>
                                    </p:set>
                                    <p:anim calcmode="lin" valueType="num">
                                      <p:cBhvr>
                                        <p:cTn id="31" dur="500" fill="hold"/>
                                        <p:tgtEl>
                                          <p:spTgt spid="542"/>
                                        </p:tgtEl>
                                        <p:attrNameLst>
                                          <p:attrName>ppt_w</p:attrName>
                                        </p:attrNameLst>
                                      </p:cBhvr>
                                      <p:tavLst>
                                        <p:tav tm="0">
                                          <p:val>
                                            <p:fltVal val="0"/>
                                          </p:val>
                                        </p:tav>
                                        <p:tav tm="100000">
                                          <p:val>
                                            <p:strVal val="#ppt_w"/>
                                          </p:val>
                                        </p:tav>
                                      </p:tavLst>
                                    </p:anim>
                                    <p:anim calcmode="lin" valueType="num">
                                      <p:cBhvr>
                                        <p:cTn id="32" dur="500" fill="hold"/>
                                        <p:tgtEl>
                                          <p:spTgt spid="542"/>
                                        </p:tgtEl>
                                        <p:attrNameLst>
                                          <p:attrName>ppt_h</p:attrName>
                                        </p:attrNameLst>
                                      </p:cBhvr>
                                      <p:tavLst>
                                        <p:tav tm="0">
                                          <p:val>
                                            <p:fltVal val="0"/>
                                          </p:val>
                                        </p:tav>
                                        <p:tav tm="100000">
                                          <p:val>
                                            <p:strVal val="#ppt_h"/>
                                          </p:val>
                                        </p:tav>
                                      </p:tavLst>
                                    </p:anim>
                                    <p:animEffect transition="in" filter="fade">
                                      <p:cBhvr>
                                        <p:cTn id="33" dur="500"/>
                                        <p:tgtEl>
                                          <p:spTgt spid="542"/>
                                        </p:tgtEl>
                                      </p:cBhvr>
                                    </p:animEffect>
                                  </p:childTnLst>
                                </p:cTn>
                              </p:par>
                            </p:childTnLst>
                          </p:cTn>
                        </p:par>
                        <p:par>
                          <p:cTn id="34" fill="hold">
                            <p:stCondLst>
                              <p:cond delay="2500"/>
                            </p:stCondLst>
                            <p:childTnLst>
                              <p:par>
                                <p:cTn id="35" presetID="53" presetClass="entr" presetSubtype="0" fill="hold" grpId="0" nodeType="afterEffect">
                                  <p:stCondLst>
                                    <p:cond delay="0"/>
                                  </p:stCondLst>
                                  <p:childTnLst>
                                    <p:set>
                                      <p:cBhvr>
                                        <p:cTn id="36" dur="1" fill="hold">
                                          <p:stCondLst>
                                            <p:cond delay="0"/>
                                          </p:stCondLst>
                                        </p:cTn>
                                        <p:tgtEl>
                                          <p:spTgt spid="543"/>
                                        </p:tgtEl>
                                        <p:attrNameLst>
                                          <p:attrName>style.visibility</p:attrName>
                                        </p:attrNameLst>
                                      </p:cBhvr>
                                      <p:to>
                                        <p:strVal val="visible"/>
                                      </p:to>
                                    </p:set>
                                    <p:anim calcmode="lin" valueType="num">
                                      <p:cBhvr>
                                        <p:cTn id="37" dur="500" fill="hold"/>
                                        <p:tgtEl>
                                          <p:spTgt spid="543"/>
                                        </p:tgtEl>
                                        <p:attrNameLst>
                                          <p:attrName>ppt_w</p:attrName>
                                        </p:attrNameLst>
                                      </p:cBhvr>
                                      <p:tavLst>
                                        <p:tav tm="0">
                                          <p:val>
                                            <p:fltVal val="0"/>
                                          </p:val>
                                        </p:tav>
                                        <p:tav tm="100000">
                                          <p:val>
                                            <p:strVal val="#ppt_w"/>
                                          </p:val>
                                        </p:tav>
                                      </p:tavLst>
                                    </p:anim>
                                    <p:anim calcmode="lin" valueType="num">
                                      <p:cBhvr>
                                        <p:cTn id="38" dur="500" fill="hold"/>
                                        <p:tgtEl>
                                          <p:spTgt spid="543"/>
                                        </p:tgtEl>
                                        <p:attrNameLst>
                                          <p:attrName>ppt_h</p:attrName>
                                        </p:attrNameLst>
                                      </p:cBhvr>
                                      <p:tavLst>
                                        <p:tav tm="0">
                                          <p:val>
                                            <p:fltVal val="0"/>
                                          </p:val>
                                        </p:tav>
                                        <p:tav tm="100000">
                                          <p:val>
                                            <p:strVal val="#ppt_h"/>
                                          </p:val>
                                        </p:tav>
                                      </p:tavLst>
                                    </p:anim>
                                    <p:animEffect transition="in" filter="fade">
                                      <p:cBhvr>
                                        <p:cTn id="39" dur="500"/>
                                        <p:tgtEl>
                                          <p:spTgt spid="543"/>
                                        </p:tgtEl>
                                      </p:cBhvr>
                                    </p:animEffect>
                                  </p:childTnLst>
                                </p:cTn>
                              </p:par>
                            </p:childTnLst>
                          </p:cTn>
                        </p:par>
                        <p:par>
                          <p:cTn id="40" fill="hold">
                            <p:stCondLst>
                              <p:cond delay="3000"/>
                            </p:stCondLst>
                            <p:childTnLst>
                              <p:par>
                                <p:cTn id="41" presetID="53" presetClass="entr" presetSubtype="0" fill="hold" grpId="0" nodeType="afterEffect">
                                  <p:stCondLst>
                                    <p:cond delay="0"/>
                                  </p:stCondLst>
                                  <p:childTnLst>
                                    <p:set>
                                      <p:cBhvr>
                                        <p:cTn id="42" dur="1" fill="hold">
                                          <p:stCondLst>
                                            <p:cond delay="0"/>
                                          </p:stCondLst>
                                        </p:cTn>
                                        <p:tgtEl>
                                          <p:spTgt spid="544"/>
                                        </p:tgtEl>
                                        <p:attrNameLst>
                                          <p:attrName>style.visibility</p:attrName>
                                        </p:attrNameLst>
                                      </p:cBhvr>
                                      <p:to>
                                        <p:strVal val="visible"/>
                                      </p:to>
                                    </p:set>
                                    <p:anim calcmode="lin" valueType="num">
                                      <p:cBhvr>
                                        <p:cTn id="43" dur="500" fill="hold"/>
                                        <p:tgtEl>
                                          <p:spTgt spid="544"/>
                                        </p:tgtEl>
                                        <p:attrNameLst>
                                          <p:attrName>ppt_w</p:attrName>
                                        </p:attrNameLst>
                                      </p:cBhvr>
                                      <p:tavLst>
                                        <p:tav tm="0">
                                          <p:val>
                                            <p:fltVal val="0"/>
                                          </p:val>
                                        </p:tav>
                                        <p:tav tm="100000">
                                          <p:val>
                                            <p:strVal val="#ppt_w"/>
                                          </p:val>
                                        </p:tav>
                                      </p:tavLst>
                                    </p:anim>
                                    <p:anim calcmode="lin" valueType="num">
                                      <p:cBhvr>
                                        <p:cTn id="44" dur="500" fill="hold"/>
                                        <p:tgtEl>
                                          <p:spTgt spid="544"/>
                                        </p:tgtEl>
                                        <p:attrNameLst>
                                          <p:attrName>ppt_h</p:attrName>
                                        </p:attrNameLst>
                                      </p:cBhvr>
                                      <p:tavLst>
                                        <p:tav tm="0">
                                          <p:val>
                                            <p:fltVal val="0"/>
                                          </p:val>
                                        </p:tav>
                                        <p:tav tm="100000">
                                          <p:val>
                                            <p:strVal val="#ppt_h"/>
                                          </p:val>
                                        </p:tav>
                                      </p:tavLst>
                                    </p:anim>
                                    <p:animEffect transition="in" filter="fade">
                                      <p:cBhvr>
                                        <p:cTn id="45" dur="500"/>
                                        <p:tgtEl>
                                          <p:spTgt spid="544"/>
                                        </p:tgtEl>
                                      </p:cBhvr>
                                    </p:animEffect>
                                  </p:childTnLst>
                                </p:cTn>
                              </p:par>
                            </p:childTnLst>
                          </p:cTn>
                        </p:par>
                        <p:par>
                          <p:cTn id="46" fill="hold">
                            <p:stCondLst>
                              <p:cond delay="3500"/>
                            </p:stCondLst>
                            <p:childTnLst>
                              <p:par>
                                <p:cTn id="47" presetID="10" presetClass="entr" presetSubtype="0" fill="hold" grpId="0" nodeType="afterEffect">
                                  <p:stCondLst>
                                    <p:cond delay="0"/>
                                  </p:stCondLst>
                                  <p:childTnLst>
                                    <p:set>
                                      <p:cBhvr>
                                        <p:cTn id="48" dur="1" fill="hold">
                                          <p:stCondLst>
                                            <p:cond delay="0"/>
                                          </p:stCondLst>
                                        </p:cTn>
                                        <p:tgtEl>
                                          <p:spTgt spid="545">
                                            <p:graphicEl>
                                              <a:chart seriesIdx="-3" categoryIdx="-3" bldStep="gridLegend"/>
                                            </p:graphicEl>
                                          </p:spTgt>
                                        </p:tgtEl>
                                        <p:attrNameLst>
                                          <p:attrName>style.visibility</p:attrName>
                                        </p:attrNameLst>
                                      </p:cBhvr>
                                      <p:to>
                                        <p:strVal val="visible"/>
                                      </p:to>
                                    </p:set>
                                    <p:animEffect transition="in" filter="fade">
                                      <p:cBhvr>
                                        <p:cTn id="49" dur="1000"/>
                                        <p:tgtEl>
                                          <p:spTgt spid="545">
                                            <p:graphicEl>
                                              <a:chart seriesIdx="-3" categoryIdx="-3" bldStep="gridLegend"/>
                                            </p:graphicEl>
                                          </p:spTgt>
                                        </p:tgtEl>
                                      </p:cBhvr>
                                    </p:animEffect>
                                  </p:childTnLst>
                                </p:cTn>
                              </p:par>
                            </p:childTnLst>
                          </p:cTn>
                        </p:par>
                        <p:par>
                          <p:cTn id="50" fill="hold">
                            <p:stCondLst>
                              <p:cond delay="4500"/>
                            </p:stCondLst>
                            <p:childTnLst>
                              <p:par>
                                <p:cTn id="51" presetID="12" presetClass="entr" presetSubtype="4" fill="hold" grpId="0" nodeType="afterEffect">
                                  <p:stCondLst>
                                    <p:cond delay="0"/>
                                  </p:stCondLst>
                                  <p:childTnLst>
                                    <p:set>
                                      <p:cBhvr>
                                        <p:cTn id="52" dur="1" fill="hold">
                                          <p:stCondLst>
                                            <p:cond delay="0"/>
                                          </p:stCondLst>
                                        </p:cTn>
                                        <p:tgtEl>
                                          <p:spTgt spid="545">
                                            <p:graphicEl>
                                              <a:chart seriesIdx="0" categoryIdx="-4" bldStep="series"/>
                                            </p:graphicEl>
                                          </p:spTgt>
                                        </p:tgtEl>
                                        <p:attrNameLst>
                                          <p:attrName>style.visibility</p:attrName>
                                        </p:attrNameLst>
                                      </p:cBhvr>
                                      <p:to>
                                        <p:strVal val="visible"/>
                                      </p:to>
                                    </p:set>
                                    <p:animEffect transition="in" filter="slide(fromBottom)">
                                      <p:cBhvr>
                                        <p:cTn id="53" dur="500"/>
                                        <p:tgtEl>
                                          <p:spTgt spid="545">
                                            <p:graphicEl>
                                              <a:chart seriesIdx="0" categoryIdx="-4" bldStep="series"/>
                                            </p:graphicEl>
                                          </p:spTgt>
                                        </p:tgtEl>
                                      </p:cBhvr>
                                    </p:animEffect>
                                  </p:childTnLst>
                                </p:cTn>
                              </p:par>
                            </p:childTnLst>
                          </p:cTn>
                        </p:par>
                        <p:par>
                          <p:cTn id="54" fill="hold">
                            <p:stCondLst>
                              <p:cond delay="5000"/>
                            </p:stCondLst>
                            <p:childTnLst>
                              <p:par>
                                <p:cTn id="55" presetID="12" presetClass="entr" presetSubtype="4" fill="hold" grpId="0" nodeType="afterEffect">
                                  <p:stCondLst>
                                    <p:cond delay="0"/>
                                  </p:stCondLst>
                                  <p:childTnLst>
                                    <p:set>
                                      <p:cBhvr>
                                        <p:cTn id="56" dur="1" fill="hold">
                                          <p:stCondLst>
                                            <p:cond delay="0"/>
                                          </p:stCondLst>
                                        </p:cTn>
                                        <p:tgtEl>
                                          <p:spTgt spid="545">
                                            <p:graphicEl>
                                              <a:chart seriesIdx="1" categoryIdx="-4" bldStep="series"/>
                                            </p:graphicEl>
                                          </p:spTgt>
                                        </p:tgtEl>
                                        <p:attrNameLst>
                                          <p:attrName>style.visibility</p:attrName>
                                        </p:attrNameLst>
                                      </p:cBhvr>
                                      <p:to>
                                        <p:strVal val="visible"/>
                                      </p:to>
                                    </p:set>
                                    <p:animEffect transition="in" filter="slide(fromBottom)">
                                      <p:cBhvr>
                                        <p:cTn id="57" dur="500"/>
                                        <p:tgtEl>
                                          <p:spTgt spid="545">
                                            <p:graphicEl>
                                              <a:chart seriesIdx="1" categoryIdx="-4" bldStep="series"/>
                                            </p:graphicEl>
                                          </p:spTgt>
                                        </p:tgtEl>
                                      </p:cBhvr>
                                    </p:animEffect>
                                  </p:childTnLst>
                                </p:cTn>
                              </p:par>
                            </p:childTnLst>
                          </p:cTn>
                        </p:par>
                        <p:par>
                          <p:cTn id="58" fill="hold">
                            <p:stCondLst>
                              <p:cond delay="5500"/>
                            </p:stCondLst>
                            <p:childTnLst>
                              <p:par>
                                <p:cTn id="59" presetID="12" presetClass="entr" presetSubtype="4" fill="hold" grpId="0" nodeType="afterEffect">
                                  <p:stCondLst>
                                    <p:cond delay="0"/>
                                  </p:stCondLst>
                                  <p:childTnLst>
                                    <p:set>
                                      <p:cBhvr>
                                        <p:cTn id="60" dur="1" fill="hold">
                                          <p:stCondLst>
                                            <p:cond delay="0"/>
                                          </p:stCondLst>
                                        </p:cTn>
                                        <p:tgtEl>
                                          <p:spTgt spid="545">
                                            <p:graphicEl>
                                              <a:chart seriesIdx="2" categoryIdx="-4" bldStep="series"/>
                                            </p:graphicEl>
                                          </p:spTgt>
                                        </p:tgtEl>
                                        <p:attrNameLst>
                                          <p:attrName>style.visibility</p:attrName>
                                        </p:attrNameLst>
                                      </p:cBhvr>
                                      <p:to>
                                        <p:strVal val="visible"/>
                                      </p:to>
                                    </p:set>
                                    <p:animEffect transition="in" filter="slide(fromBottom)">
                                      <p:cBhvr>
                                        <p:cTn id="61" dur="500"/>
                                        <p:tgtEl>
                                          <p:spTgt spid="545">
                                            <p:graphicEl>
                                              <a:chart seriesIdx="2" categoryIdx="-4" bldStep="series"/>
                                            </p:graphicEl>
                                          </p:spTgt>
                                        </p:tgtEl>
                                      </p:cBhvr>
                                    </p:animEffect>
                                  </p:childTnLst>
                                </p:cTn>
                              </p:par>
                            </p:childTnLst>
                          </p:cTn>
                        </p:par>
                        <p:par>
                          <p:cTn id="62" fill="hold">
                            <p:stCondLst>
                              <p:cond delay="6000"/>
                            </p:stCondLst>
                            <p:childTnLst>
                              <p:par>
                                <p:cTn id="63" presetID="12" presetClass="entr" presetSubtype="4" fill="hold" grpId="0" nodeType="afterEffect">
                                  <p:stCondLst>
                                    <p:cond delay="0"/>
                                  </p:stCondLst>
                                  <p:childTnLst>
                                    <p:set>
                                      <p:cBhvr>
                                        <p:cTn id="64" dur="1" fill="hold">
                                          <p:stCondLst>
                                            <p:cond delay="0"/>
                                          </p:stCondLst>
                                        </p:cTn>
                                        <p:tgtEl>
                                          <p:spTgt spid="545">
                                            <p:graphicEl>
                                              <a:chart seriesIdx="3" categoryIdx="-4" bldStep="series"/>
                                            </p:graphicEl>
                                          </p:spTgt>
                                        </p:tgtEl>
                                        <p:attrNameLst>
                                          <p:attrName>style.visibility</p:attrName>
                                        </p:attrNameLst>
                                      </p:cBhvr>
                                      <p:to>
                                        <p:strVal val="visible"/>
                                      </p:to>
                                    </p:set>
                                    <p:animEffect transition="in" filter="slide(fromBottom)">
                                      <p:cBhvr>
                                        <p:cTn id="65" dur="500"/>
                                        <p:tgtEl>
                                          <p:spTgt spid="545">
                                            <p:graphicEl>
                                              <a:chart seriesIdx="3" categoryIdx="-4" bldStep="series"/>
                                            </p:graphicEl>
                                          </p:spTgt>
                                        </p:tgtEl>
                                      </p:cBhvr>
                                    </p:animEffect>
                                  </p:childTnLst>
                                </p:cTn>
                              </p:par>
                            </p:childTnLst>
                          </p:cTn>
                        </p:par>
                        <p:par>
                          <p:cTn id="66" fill="hold">
                            <p:stCondLst>
                              <p:cond delay="6500"/>
                            </p:stCondLst>
                            <p:childTnLst>
                              <p:par>
                                <p:cTn id="67" presetID="12" presetClass="entr" presetSubtype="4" fill="hold" grpId="0" nodeType="afterEffect">
                                  <p:stCondLst>
                                    <p:cond delay="0"/>
                                  </p:stCondLst>
                                  <p:childTnLst>
                                    <p:set>
                                      <p:cBhvr>
                                        <p:cTn id="68" dur="1" fill="hold">
                                          <p:stCondLst>
                                            <p:cond delay="0"/>
                                          </p:stCondLst>
                                        </p:cTn>
                                        <p:tgtEl>
                                          <p:spTgt spid="545">
                                            <p:graphicEl>
                                              <a:chart seriesIdx="4" categoryIdx="-4" bldStep="series"/>
                                            </p:graphicEl>
                                          </p:spTgt>
                                        </p:tgtEl>
                                        <p:attrNameLst>
                                          <p:attrName>style.visibility</p:attrName>
                                        </p:attrNameLst>
                                      </p:cBhvr>
                                      <p:to>
                                        <p:strVal val="visible"/>
                                      </p:to>
                                    </p:set>
                                    <p:animEffect transition="in" filter="slide(fromBottom)">
                                      <p:cBhvr>
                                        <p:cTn id="69" dur="500"/>
                                        <p:tgtEl>
                                          <p:spTgt spid="545">
                                            <p:graphicEl>
                                              <a:chart seriesIdx="4" categoryIdx="-4" bldStep="series"/>
                                            </p:graphicEl>
                                          </p:spTgt>
                                        </p:tgtEl>
                                      </p:cBhvr>
                                    </p:animEffect>
                                  </p:childTnLst>
                                </p:cTn>
                              </p:par>
                            </p:childTnLst>
                          </p:cTn>
                        </p:par>
                        <p:par>
                          <p:cTn id="70" fill="hold">
                            <p:stCondLst>
                              <p:cond delay="7000"/>
                            </p:stCondLst>
                            <p:childTnLst>
                              <p:par>
                                <p:cTn id="71" presetID="12" presetClass="entr" presetSubtype="4" fill="hold" grpId="0" nodeType="afterEffect">
                                  <p:stCondLst>
                                    <p:cond delay="0"/>
                                  </p:stCondLst>
                                  <p:childTnLst>
                                    <p:set>
                                      <p:cBhvr>
                                        <p:cTn id="72" dur="1" fill="hold">
                                          <p:stCondLst>
                                            <p:cond delay="0"/>
                                          </p:stCondLst>
                                        </p:cTn>
                                        <p:tgtEl>
                                          <p:spTgt spid="545">
                                            <p:graphicEl>
                                              <a:chart seriesIdx="5" categoryIdx="-4" bldStep="series"/>
                                            </p:graphicEl>
                                          </p:spTgt>
                                        </p:tgtEl>
                                        <p:attrNameLst>
                                          <p:attrName>style.visibility</p:attrName>
                                        </p:attrNameLst>
                                      </p:cBhvr>
                                      <p:to>
                                        <p:strVal val="visible"/>
                                      </p:to>
                                    </p:set>
                                    <p:animEffect transition="in" filter="slide(fromBottom)">
                                      <p:cBhvr>
                                        <p:cTn id="73" dur="500"/>
                                        <p:tgtEl>
                                          <p:spTgt spid="545">
                                            <p:graphicEl>
                                              <a:chart seriesIdx="5" categoryIdx="-4" bldStep="series"/>
                                            </p:graphicEl>
                                          </p:spTgt>
                                        </p:tgtEl>
                                      </p:cBhvr>
                                    </p:animEffect>
                                  </p:childTnLst>
                                </p:cTn>
                              </p:par>
                            </p:childTnLst>
                          </p:cTn>
                        </p:par>
                        <p:par>
                          <p:cTn id="74" fill="hold">
                            <p:stCondLst>
                              <p:cond delay="7500"/>
                            </p:stCondLst>
                            <p:childTnLst>
                              <p:par>
                                <p:cTn id="75" presetID="22" presetClass="entr" presetSubtype="8" fill="hold" grpId="0" nodeType="afterEffect">
                                  <p:stCondLst>
                                    <p:cond delay="0"/>
                                  </p:stCondLst>
                                  <p:childTnLst>
                                    <p:set>
                                      <p:cBhvr>
                                        <p:cTn id="76" dur="1" fill="hold">
                                          <p:stCondLst>
                                            <p:cond delay="0"/>
                                          </p:stCondLst>
                                        </p:cTn>
                                        <p:tgtEl>
                                          <p:spTgt spid="546"/>
                                        </p:tgtEl>
                                        <p:attrNameLst>
                                          <p:attrName>style.visibility</p:attrName>
                                        </p:attrNameLst>
                                      </p:cBhvr>
                                      <p:to>
                                        <p:strVal val="visible"/>
                                      </p:to>
                                    </p:set>
                                    <p:animEffect transition="in" filter="wipe(left)">
                                      <p:cBhvr>
                                        <p:cTn id="77" dur="500"/>
                                        <p:tgtEl>
                                          <p:spTgt spid="546"/>
                                        </p:tgtEl>
                                      </p:cBhvr>
                                    </p:animEffect>
                                  </p:childTnLst>
                                </p:cTn>
                              </p:par>
                            </p:childTnLst>
                          </p:cTn>
                        </p:par>
                        <p:par>
                          <p:cTn id="78" fill="hold">
                            <p:stCondLst>
                              <p:cond delay="8000"/>
                            </p:stCondLst>
                            <p:childTnLst>
                              <p:par>
                                <p:cTn id="79" presetID="22" presetClass="entr" presetSubtype="8" fill="hold" grpId="0" nodeType="afterEffect">
                                  <p:stCondLst>
                                    <p:cond delay="0"/>
                                  </p:stCondLst>
                                  <p:childTnLst>
                                    <p:set>
                                      <p:cBhvr>
                                        <p:cTn id="80" dur="1" fill="hold">
                                          <p:stCondLst>
                                            <p:cond delay="0"/>
                                          </p:stCondLst>
                                        </p:cTn>
                                        <p:tgtEl>
                                          <p:spTgt spid="547"/>
                                        </p:tgtEl>
                                        <p:attrNameLst>
                                          <p:attrName>style.visibility</p:attrName>
                                        </p:attrNameLst>
                                      </p:cBhvr>
                                      <p:to>
                                        <p:strVal val="visible"/>
                                      </p:to>
                                    </p:set>
                                    <p:animEffect transition="in" filter="wipe(left)">
                                      <p:cBhvr>
                                        <p:cTn id="81" dur="500"/>
                                        <p:tgtEl>
                                          <p:spTgt spid="547"/>
                                        </p:tgtEl>
                                      </p:cBhvr>
                                    </p:animEffect>
                                  </p:childTnLst>
                                </p:cTn>
                              </p:par>
                              <p:par>
                                <p:cTn id="82" presetID="20" presetClass="entr" presetSubtype="0" fill="hold" grpId="0" nodeType="withEffect">
                                  <p:stCondLst>
                                    <p:cond delay="0"/>
                                  </p:stCondLst>
                                  <p:childTnLst>
                                    <p:set>
                                      <p:cBhvr>
                                        <p:cTn id="83" dur="1" fill="hold">
                                          <p:stCondLst>
                                            <p:cond delay="0"/>
                                          </p:stCondLst>
                                        </p:cTn>
                                        <p:tgtEl>
                                          <p:spTgt spid="548"/>
                                        </p:tgtEl>
                                        <p:attrNameLst>
                                          <p:attrName>style.visibility</p:attrName>
                                        </p:attrNameLst>
                                      </p:cBhvr>
                                      <p:to>
                                        <p:strVal val="visible"/>
                                      </p:to>
                                    </p:set>
                                    <p:animEffect transition="in" filter="wedge">
                                      <p:cBhvr>
                                        <p:cTn id="84" dur="500"/>
                                        <p:tgtEl>
                                          <p:spTgt spid="548"/>
                                        </p:tgtEl>
                                      </p:cBhvr>
                                    </p:animEffect>
                                  </p:childTnLst>
                                </p:cTn>
                              </p:par>
                            </p:childTnLst>
                          </p:cTn>
                        </p:par>
                        <p:par>
                          <p:cTn id="85" fill="hold">
                            <p:stCondLst>
                              <p:cond delay="8500"/>
                            </p:stCondLst>
                            <p:childTnLst>
                              <p:par>
                                <p:cTn id="86" presetID="22" presetClass="entr" presetSubtype="8" fill="hold" grpId="0" nodeType="afterEffect">
                                  <p:stCondLst>
                                    <p:cond delay="0"/>
                                  </p:stCondLst>
                                  <p:childTnLst>
                                    <p:set>
                                      <p:cBhvr>
                                        <p:cTn id="87" dur="1" fill="hold">
                                          <p:stCondLst>
                                            <p:cond delay="0"/>
                                          </p:stCondLst>
                                        </p:cTn>
                                        <p:tgtEl>
                                          <p:spTgt spid="549"/>
                                        </p:tgtEl>
                                        <p:attrNameLst>
                                          <p:attrName>style.visibility</p:attrName>
                                        </p:attrNameLst>
                                      </p:cBhvr>
                                      <p:to>
                                        <p:strVal val="visible"/>
                                      </p:to>
                                    </p:set>
                                    <p:animEffect transition="in" filter="wipe(left)">
                                      <p:cBhvr>
                                        <p:cTn id="88"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 grpId="0" animBg="1"/>
      <p:bldP spid="540" grpId="0" animBg="1"/>
      <p:bldP spid="541" grpId="0" animBg="1"/>
      <p:bldP spid="542" grpId="0" animBg="1"/>
      <p:bldP spid="543" grpId="0" animBg="1"/>
      <p:bldP spid="544" grpId="0" animBg="1"/>
      <p:bldGraphic spid="545" grpId="0">
        <p:bldSub>
          <a:bldChart bld="series"/>
        </p:bldSub>
      </p:bldGraphic>
      <p:bldP spid="546" grpId="0"/>
      <p:bldP spid="547" grpId="0" animBg="1"/>
      <p:bldGraphic spid="548" grpId="0">
        <p:bldAsOne/>
      </p:bldGraphic>
      <p:bldP spid="54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USA Map Infographic</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USA Map Infographic</a:t>
            </a:r>
            <a:endParaRPr lang="en-US" dirty="0"/>
          </a:p>
        </p:txBody>
      </p:sp>
      <p:grpSp>
        <p:nvGrpSpPr>
          <p:cNvPr id="148" name="Group 110"/>
          <p:cNvGrpSpPr/>
          <p:nvPr/>
        </p:nvGrpSpPr>
        <p:grpSpPr>
          <a:xfrm>
            <a:off x="819984" y="2152190"/>
            <a:ext cx="5172866" cy="3199074"/>
            <a:chOff x="812374" y="1547444"/>
            <a:chExt cx="4367012" cy="2700705"/>
          </a:xfrm>
        </p:grpSpPr>
        <p:grpSp>
          <p:nvGrpSpPr>
            <p:cNvPr id="149" name="Group 126"/>
            <p:cNvGrpSpPr/>
            <p:nvPr/>
          </p:nvGrpSpPr>
          <p:grpSpPr>
            <a:xfrm>
              <a:off x="871406" y="1642700"/>
              <a:ext cx="4192599" cy="2562517"/>
              <a:chOff x="871406" y="1642700"/>
              <a:chExt cx="4192599" cy="2562517"/>
            </a:xfrm>
            <a:solidFill>
              <a:schemeClr val="tx1">
                <a:lumMod val="10000"/>
                <a:lumOff val="90000"/>
              </a:schemeClr>
            </a:solidFill>
          </p:grpSpPr>
          <p:sp>
            <p:nvSpPr>
              <p:cNvPr id="166" name="Freeform 5"/>
              <p:cNvSpPr>
                <a:spLocks/>
              </p:cNvSpPr>
              <p:nvPr/>
            </p:nvSpPr>
            <p:spPr bwMode="auto">
              <a:xfrm>
                <a:off x="1862871" y="2140445"/>
                <a:ext cx="578244" cy="487013"/>
              </a:xfrm>
              <a:custGeom>
                <a:avLst/>
                <a:gdLst/>
                <a:ahLst/>
                <a:cxnLst>
                  <a:cxn ang="0">
                    <a:pos x="9" y="230"/>
                  </a:cxn>
                  <a:cxn ang="0">
                    <a:pos x="44" y="36"/>
                  </a:cxn>
                  <a:cxn ang="0">
                    <a:pos x="44" y="0"/>
                  </a:cxn>
                  <a:cxn ang="0">
                    <a:pos x="53" y="0"/>
                  </a:cxn>
                  <a:cxn ang="0">
                    <a:pos x="149" y="9"/>
                  </a:cxn>
                  <a:cxn ang="0">
                    <a:pos x="246" y="27"/>
                  </a:cxn>
                  <a:cxn ang="0">
                    <a:pos x="361" y="36"/>
                  </a:cxn>
                  <a:cxn ang="0">
                    <a:pos x="431" y="44"/>
                  </a:cxn>
                  <a:cxn ang="0">
                    <a:pos x="422" y="204"/>
                  </a:cxn>
                  <a:cxn ang="0">
                    <a:pos x="413" y="363"/>
                  </a:cxn>
                  <a:cxn ang="0">
                    <a:pos x="317" y="354"/>
                  </a:cxn>
                  <a:cxn ang="0">
                    <a:pos x="273" y="345"/>
                  </a:cxn>
                  <a:cxn ang="0">
                    <a:pos x="176" y="336"/>
                  </a:cxn>
                  <a:cxn ang="0">
                    <a:pos x="114" y="327"/>
                  </a:cxn>
                  <a:cxn ang="0">
                    <a:pos x="0" y="310"/>
                  </a:cxn>
                  <a:cxn ang="0">
                    <a:pos x="9" y="230"/>
                  </a:cxn>
                </a:cxnLst>
                <a:rect l="0" t="0" r="r" b="b"/>
                <a:pathLst>
                  <a:path w="431" h="363">
                    <a:moveTo>
                      <a:pt x="9" y="230"/>
                    </a:moveTo>
                    <a:lnTo>
                      <a:pt x="44" y="36"/>
                    </a:lnTo>
                    <a:lnTo>
                      <a:pt x="44" y="0"/>
                    </a:lnTo>
                    <a:lnTo>
                      <a:pt x="53" y="0"/>
                    </a:lnTo>
                    <a:lnTo>
                      <a:pt x="149" y="9"/>
                    </a:lnTo>
                    <a:lnTo>
                      <a:pt x="246" y="27"/>
                    </a:lnTo>
                    <a:lnTo>
                      <a:pt x="361" y="36"/>
                    </a:lnTo>
                    <a:lnTo>
                      <a:pt x="431" y="44"/>
                    </a:lnTo>
                    <a:lnTo>
                      <a:pt x="422" y="204"/>
                    </a:lnTo>
                    <a:lnTo>
                      <a:pt x="413" y="363"/>
                    </a:lnTo>
                    <a:lnTo>
                      <a:pt x="317" y="354"/>
                    </a:lnTo>
                    <a:lnTo>
                      <a:pt x="273" y="345"/>
                    </a:lnTo>
                    <a:lnTo>
                      <a:pt x="176" y="336"/>
                    </a:lnTo>
                    <a:lnTo>
                      <a:pt x="114" y="327"/>
                    </a:lnTo>
                    <a:lnTo>
                      <a:pt x="0" y="310"/>
                    </a:lnTo>
                    <a:lnTo>
                      <a:pt x="9" y="23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6"/>
              <p:cNvSpPr>
                <a:spLocks/>
              </p:cNvSpPr>
              <p:nvPr/>
            </p:nvSpPr>
            <p:spPr bwMode="auto">
              <a:xfrm>
                <a:off x="1862871" y="2140445"/>
                <a:ext cx="578244" cy="487013"/>
              </a:xfrm>
              <a:custGeom>
                <a:avLst/>
                <a:gdLst/>
                <a:ahLst/>
                <a:cxnLst>
                  <a:cxn ang="0">
                    <a:pos x="9" y="230"/>
                  </a:cxn>
                  <a:cxn ang="0">
                    <a:pos x="44" y="36"/>
                  </a:cxn>
                  <a:cxn ang="0">
                    <a:pos x="44" y="0"/>
                  </a:cxn>
                  <a:cxn ang="0">
                    <a:pos x="53" y="0"/>
                  </a:cxn>
                  <a:cxn ang="0">
                    <a:pos x="149" y="9"/>
                  </a:cxn>
                  <a:cxn ang="0">
                    <a:pos x="246" y="27"/>
                  </a:cxn>
                  <a:cxn ang="0">
                    <a:pos x="361" y="36"/>
                  </a:cxn>
                  <a:cxn ang="0">
                    <a:pos x="431" y="44"/>
                  </a:cxn>
                  <a:cxn ang="0">
                    <a:pos x="422" y="204"/>
                  </a:cxn>
                  <a:cxn ang="0">
                    <a:pos x="413" y="363"/>
                  </a:cxn>
                  <a:cxn ang="0">
                    <a:pos x="317" y="354"/>
                  </a:cxn>
                  <a:cxn ang="0">
                    <a:pos x="273" y="345"/>
                  </a:cxn>
                  <a:cxn ang="0">
                    <a:pos x="176" y="336"/>
                  </a:cxn>
                  <a:cxn ang="0">
                    <a:pos x="114" y="327"/>
                  </a:cxn>
                  <a:cxn ang="0">
                    <a:pos x="0" y="310"/>
                  </a:cxn>
                  <a:cxn ang="0">
                    <a:pos x="9" y="230"/>
                  </a:cxn>
                </a:cxnLst>
                <a:rect l="0" t="0" r="r" b="b"/>
                <a:pathLst>
                  <a:path w="431" h="363">
                    <a:moveTo>
                      <a:pt x="9" y="230"/>
                    </a:moveTo>
                    <a:lnTo>
                      <a:pt x="44" y="36"/>
                    </a:lnTo>
                    <a:lnTo>
                      <a:pt x="44" y="0"/>
                    </a:lnTo>
                    <a:lnTo>
                      <a:pt x="53" y="0"/>
                    </a:lnTo>
                    <a:lnTo>
                      <a:pt x="149" y="9"/>
                    </a:lnTo>
                    <a:lnTo>
                      <a:pt x="246" y="27"/>
                    </a:lnTo>
                    <a:lnTo>
                      <a:pt x="361" y="36"/>
                    </a:lnTo>
                    <a:lnTo>
                      <a:pt x="431" y="44"/>
                    </a:lnTo>
                    <a:lnTo>
                      <a:pt x="422" y="204"/>
                    </a:lnTo>
                    <a:lnTo>
                      <a:pt x="413" y="363"/>
                    </a:lnTo>
                    <a:lnTo>
                      <a:pt x="317" y="354"/>
                    </a:lnTo>
                    <a:lnTo>
                      <a:pt x="273" y="345"/>
                    </a:lnTo>
                    <a:lnTo>
                      <a:pt x="176" y="336"/>
                    </a:lnTo>
                    <a:lnTo>
                      <a:pt x="114" y="327"/>
                    </a:lnTo>
                    <a:lnTo>
                      <a:pt x="0" y="310"/>
                    </a:lnTo>
                    <a:lnTo>
                      <a:pt x="9" y="23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9"/>
              <p:cNvSpPr>
                <a:spLocks/>
              </p:cNvSpPr>
              <p:nvPr/>
            </p:nvSpPr>
            <p:spPr bwMode="auto">
              <a:xfrm>
                <a:off x="4153037" y="2567084"/>
                <a:ext cx="364924" cy="379682"/>
              </a:xfrm>
              <a:custGeom>
                <a:avLst/>
                <a:gdLst/>
                <a:ahLst/>
                <a:cxnLst>
                  <a:cxn ang="0">
                    <a:pos x="0" y="195"/>
                  </a:cxn>
                  <a:cxn ang="0">
                    <a:pos x="9" y="177"/>
                  </a:cxn>
                  <a:cxn ang="0">
                    <a:pos x="17" y="168"/>
                  </a:cxn>
                  <a:cxn ang="0">
                    <a:pos x="17" y="151"/>
                  </a:cxn>
                  <a:cxn ang="0">
                    <a:pos x="26" y="142"/>
                  </a:cxn>
                  <a:cxn ang="0">
                    <a:pos x="35" y="142"/>
                  </a:cxn>
                  <a:cxn ang="0">
                    <a:pos x="35" y="124"/>
                  </a:cxn>
                  <a:cxn ang="0">
                    <a:pos x="44" y="115"/>
                  </a:cxn>
                  <a:cxn ang="0">
                    <a:pos x="70" y="98"/>
                  </a:cxn>
                  <a:cxn ang="0">
                    <a:pos x="88" y="71"/>
                  </a:cxn>
                  <a:cxn ang="0">
                    <a:pos x="88" y="62"/>
                  </a:cxn>
                  <a:cxn ang="0">
                    <a:pos x="88" y="45"/>
                  </a:cxn>
                  <a:cxn ang="0">
                    <a:pos x="88" y="9"/>
                  </a:cxn>
                  <a:cxn ang="0">
                    <a:pos x="88" y="0"/>
                  </a:cxn>
                  <a:cxn ang="0">
                    <a:pos x="167" y="62"/>
                  </a:cxn>
                  <a:cxn ang="0">
                    <a:pos x="185" y="89"/>
                  </a:cxn>
                  <a:cxn ang="0">
                    <a:pos x="193" y="80"/>
                  </a:cxn>
                  <a:cxn ang="0">
                    <a:pos x="211" y="62"/>
                  </a:cxn>
                  <a:cxn ang="0">
                    <a:pos x="211" y="62"/>
                  </a:cxn>
                  <a:cxn ang="0">
                    <a:pos x="228" y="62"/>
                  </a:cxn>
                  <a:cxn ang="0">
                    <a:pos x="237" y="54"/>
                  </a:cxn>
                  <a:cxn ang="0">
                    <a:pos x="255" y="54"/>
                  </a:cxn>
                  <a:cxn ang="0">
                    <a:pos x="264" y="62"/>
                  </a:cxn>
                  <a:cxn ang="0">
                    <a:pos x="272" y="71"/>
                  </a:cxn>
                  <a:cxn ang="0">
                    <a:pos x="272" y="89"/>
                  </a:cxn>
                  <a:cxn ang="0">
                    <a:pos x="237" y="80"/>
                  </a:cxn>
                  <a:cxn ang="0">
                    <a:pos x="228" y="98"/>
                  </a:cxn>
                  <a:cxn ang="0">
                    <a:pos x="220" y="115"/>
                  </a:cxn>
                  <a:cxn ang="0">
                    <a:pos x="202" y="124"/>
                  </a:cxn>
                  <a:cxn ang="0">
                    <a:pos x="202" y="142"/>
                  </a:cxn>
                  <a:cxn ang="0">
                    <a:pos x="193" y="160"/>
                  </a:cxn>
                  <a:cxn ang="0">
                    <a:pos x="176" y="151"/>
                  </a:cxn>
                  <a:cxn ang="0">
                    <a:pos x="167" y="168"/>
                  </a:cxn>
                  <a:cxn ang="0">
                    <a:pos x="158" y="186"/>
                  </a:cxn>
                  <a:cxn ang="0">
                    <a:pos x="149" y="213"/>
                  </a:cxn>
                  <a:cxn ang="0">
                    <a:pos x="149" y="230"/>
                  </a:cxn>
                  <a:cxn ang="0">
                    <a:pos x="149" y="248"/>
                  </a:cxn>
                  <a:cxn ang="0">
                    <a:pos x="123" y="257"/>
                  </a:cxn>
                  <a:cxn ang="0">
                    <a:pos x="114" y="266"/>
                  </a:cxn>
                  <a:cxn ang="0">
                    <a:pos x="88" y="275"/>
                  </a:cxn>
                  <a:cxn ang="0">
                    <a:pos x="70" y="283"/>
                  </a:cxn>
                  <a:cxn ang="0">
                    <a:pos x="53" y="266"/>
                  </a:cxn>
                  <a:cxn ang="0">
                    <a:pos x="35" y="257"/>
                  </a:cxn>
                  <a:cxn ang="0">
                    <a:pos x="9" y="230"/>
                  </a:cxn>
                  <a:cxn ang="0">
                    <a:pos x="0" y="204"/>
                  </a:cxn>
                  <a:cxn ang="0">
                    <a:pos x="0" y="195"/>
                  </a:cxn>
                </a:cxnLst>
                <a:rect l="0" t="0" r="r" b="b"/>
                <a:pathLst>
                  <a:path w="272" h="283">
                    <a:moveTo>
                      <a:pt x="0" y="195"/>
                    </a:moveTo>
                    <a:lnTo>
                      <a:pt x="0" y="195"/>
                    </a:lnTo>
                    <a:lnTo>
                      <a:pt x="0" y="195"/>
                    </a:lnTo>
                    <a:lnTo>
                      <a:pt x="9" y="195"/>
                    </a:lnTo>
                    <a:lnTo>
                      <a:pt x="9" y="186"/>
                    </a:lnTo>
                    <a:lnTo>
                      <a:pt x="9" y="177"/>
                    </a:lnTo>
                    <a:lnTo>
                      <a:pt x="17" y="177"/>
                    </a:lnTo>
                    <a:lnTo>
                      <a:pt x="17" y="168"/>
                    </a:lnTo>
                    <a:lnTo>
                      <a:pt x="17" y="168"/>
                    </a:lnTo>
                    <a:lnTo>
                      <a:pt x="17" y="160"/>
                    </a:lnTo>
                    <a:lnTo>
                      <a:pt x="17" y="160"/>
                    </a:lnTo>
                    <a:lnTo>
                      <a:pt x="17" y="151"/>
                    </a:lnTo>
                    <a:lnTo>
                      <a:pt x="17" y="151"/>
                    </a:lnTo>
                    <a:lnTo>
                      <a:pt x="26" y="142"/>
                    </a:lnTo>
                    <a:lnTo>
                      <a:pt x="26" y="142"/>
                    </a:lnTo>
                    <a:lnTo>
                      <a:pt x="35" y="151"/>
                    </a:lnTo>
                    <a:lnTo>
                      <a:pt x="35" y="151"/>
                    </a:lnTo>
                    <a:lnTo>
                      <a:pt x="35" y="142"/>
                    </a:lnTo>
                    <a:lnTo>
                      <a:pt x="35" y="133"/>
                    </a:lnTo>
                    <a:lnTo>
                      <a:pt x="35" y="133"/>
                    </a:lnTo>
                    <a:lnTo>
                      <a:pt x="35" y="124"/>
                    </a:lnTo>
                    <a:lnTo>
                      <a:pt x="44" y="124"/>
                    </a:lnTo>
                    <a:lnTo>
                      <a:pt x="44" y="115"/>
                    </a:lnTo>
                    <a:lnTo>
                      <a:pt x="44" y="115"/>
                    </a:lnTo>
                    <a:lnTo>
                      <a:pt x="53" y="107"/>
                    </a:lnTo>
                    <a:lnTo>
                      <a:pt x="61" y="107"/>
                    </a:lnTo>
                    <a:lnTo>
                      <a:pt x="70" y="98"/>
                    </a:lnTo>
                    <a:lnTo>
                      <a:pt x="79" y="89"/>
                    </a:lnTo>
                    <a:lnTo>
                      <a:pt x="79" y="89"/>
                    </a:lnTo>
                    <a:lnTo>
                      <a:pt x="88" y="71"/>
                    </a:lnTo>
                    <a:lnTo>
                      <a:pt x="88" y="71"/>
                    </a:lnTo>
                    <a:lnTo>
                      <a:pt x="88" y="62"/>
                    </a:lnTo>
                    <a:lnTo>
                      <a:pt x="88" y="62"/>
                    </a:lnTo>
                    <a:lnTo>
                      <a:pt x="88" y="62"/>
                    </a:lnTo>
                    <a:lnTo>
                      <a:pt x="88" y="54"/>
                    </a:lnTo>
                    <a:lnTo>
                      <a:pt x="88" y="45"/>
                    </a:lnTo>
                    <a:lnTo>
                      <a:pt x="88" y="36"/>
                    </a:lnTo>
                    <a:lnTo>
                      <a:pt x="88" y="27"/>
                    </a:lnTo>
                    <a:lnTo>
                      <a:pt x="88" y="9"/>
                    </a:lnTo>
                    <a:lnTo>
                      <a:pt x="88" y="9"/>
                    </a:lnTo>
                    <a:lnTo>
                      <a:pt x="88" y="0"/>
                    </a:lnTo>
                    <a:lnTo>
                      <a:pt x="88" y="0"/>
                    </a:lnTo>
                    <a:lnTo>
                      <a:pt x="88" y="0"/>
                    </a:lnTo>
                    <a:lnTo>
                      <a:pt x="105" y="71"/>
                    </a:lnTo>
                    <a:lnTo>
                      <a:pt x="167" y="62"/>
                    </a:lnTo>
                    <a:lnTo>
                      <a:pt x="176" y="107"/>
                    </a:lnTo>
                    <a:lnTo>
                      <a:pt x="176" y="98"/>
                    </a:lnTo>
                    <a:lnTo>
                      <a:pt x="185" y="89"/>
                    </a:lnTo>
                    <a:lnTo>
                      <a:pt x="185" y="89"/>
                    </a:lnTo>
                    <a:lnTo>
                      <a:pt x="193" y="80"/>
                    </a:lnTo>
                    <a:lnTo>
                      <a:pt x="193" y="80"/>
                    </a:lnTo>
                    <a:lnTo>
                      <a:pt x="193" y="71"/>
                    </a:lnTo>
                    <a:lnTo>
                      <a:pt x="202" y="80"/>
                    </a:lnTo>
                    <a:lnTo>
                      <a:pt x="211" y="62"/>
                    </a:lnTo>
                    <a:lnTo>
                      <a:pt x="211" y="62"/>
                    </a:lnTo>
                    <a:lnTo>
                      <a:pt x="211" y="62"/>
                    </a:lnTo>
                    <a:lnTo>
                      <a:pt x="211" y="62"/>
                    </a:lnTo>
                    <a:lnTo>
                      <a:pt x="220" y="62"/>
                    </a:lnTo>
                    <a:lnTo>
                      <a:pt x="228" y="62"/>
                    </a:lnTo>
                    <a:lnTo>
                      <a:pt x="228" y="62"/>
                    </a:lnTo>
                    <a:lnTo>
                      <a:pt x="228" y="54"/>
                    </a:lnTo>
                    <a:lnTo>
                      <a:pt x="237" y="54"/>
                    </a:lnTo>
                    <a:lnTo>
                      <a:pt x="237" y="54"/>
                    </a:lnTo>
                    <a:lnTo>
                      <a:pt x="246" y="45"/>
                    </a:lnTo>
                    <a:lnTo>
                      <a:pt x="246" y="54"/>
                    </a:lnTo>
                    <a:lnTo>
                      <a:pt x="255" y="54"/>
                    </a:lnTo>
                    <a:lnTo>
                      <a:pt x="264" y="54"/>
                    </a:lnTo>
                    <a:lnTo>
                      <a:pt x="264" y="54"/>
                    </a:lnTo>
                    <a:lnTo>
                      <a:pt x="264" y="62"/>
                    </a:lnTo>
                    <a:lnTo>
                      <a:pt x="272" y="62"/>
                    </a:lnTo>
                    <a:lnTo>
                      <a:pt x="272" y="62"/>
                    </a:lnTo>
                    <a:lnTo>
                      <a:pt x="272" y="71"/>
                    </a:lnTo>
                    <a:lnTo>
                      <a:pt x="272" y="71"/>
                    </a:lnTo>
                    <a:lnTo>
                      <a:pt x="272" y="80"/>
                    </a:lnTo>
                    <a:lnTo>
                      <a:pt x="272" y="89"/>
                    </a:lnTo>
                    <a:lnTo>
                      <a:pt x="237" y="71"/>
                    </a:lnTo>
                    <a:lnTo>
                      <a:pt x="237" y="71"/>
                    </a:lnTo>
                    <a:lnTo>
                      <a:pt x="237" y="80"/>
                    </a:lnTo>
                    <a:lnTo>
                      <a:pt x="237" y="80"/>
                    </a:lnTo>
                    <a:lnTo>
                      <a:pt x="237" y="98"/>
                    </a:lnTo>
                    <a:lnTo>
                      <a:pt x="228" y="98"/>
                    </a:lnTo>
                    <a:lnTo>
                      <a:pt x="228" y="107"/>
                    </a:lnTo>
                    <a:lnTo>
                      <a:pt x="228" y="115"/>
                    </a:lnTo>
                    <a:lnTo>
                      <a:pt x="220" y="115"/>
                    </a:lnTo>
                    <a:lnTo>
                      <a:pt x="220" y="124"/>
                    </a:lnTo>
                    <a:lnTo>
                      <a:pt x="211" y="124"/>
                    </a:lnTo>
                    <a:lnTo>
                      <a:pt x="202" y="124"/>
                    </a:lnTo>
                    <a:lnTo>
                      <a:pt x="202" y="133"/>
                    </a:lnTo>
                    <a:lnTo>
                      <a:pt x="202" y="142"/>
                    </a:lnTo>
                    <a:lnTo>
                      <a:pt x="202" y="142"/>
                    </a:lnTo>
                    <a:lnTo>
                      <a:pt x="202" y="151"/>
                    </a:lnTo>
                    <a:lnTo>
                      <a:pt x="193" y="160"/>
                    </a:lnTo>
                    <a:lnTo>
                      <a:pt x="193" y="160"/>
                    </a:lnTo>
                    <a:lnTo>
                      <a:pt x="185" y="160"/>
                    </a:lnTo>
                    <a:lnTo>
                      <a:pt x="185" y="160"/>
                    </a:lnTo>
                    <a:lnTo>
                      <a:pt x="176" y="151"/>
                    </a:lnTo>
                    <a:lnTo>
                      <a:pt x="167" y="151"/>
                    </a:lnTo>
                    <a:lnTo>
                      <a:pt x="167" y="168"/>
                    </a:lnTo>
                    <a:lnTo>
                      <a:pt x="167" y="168"/>
                    </a:lnTo>
                    <a:lnTo>
                      <a:pt x="167" y="168"/>
                    </a:lnTo>
                    <a:lnTo>
                      <a:pt x="167" y="186"/>
                    </a:lnTo>
                    <a:lnTo>
                      <a:pt x="158" y="186"/>
                    </a:lnTo>
                    <a:lnTo>
                      <a:pt x="158" y="195"/>
                    </a:lnTo>
                    <a:lnTo>
                      <a:pt x="158" y="204"/>
                    </a:lnTo>
                    <a:lnTo>
                      <a:pt x="149" y="213"/>
                    </a:lnTo>
                    <a:lnTo>
                      <a:pt x="149" y="222"/>
                    </a:lnTo>
                    <a:lnTo>
                      <a:pt x="149" y="230"/>
                    </a:lnTo>
                    <a:lnTo>
                      <a:pt x="149" y="230"/>
                    </a:lnTo>
                    <a:lnTo>
                      <a:pt x="149" y="239"/>
                    </a:lnTo>
                    <a:lnTo>
                      <a:pt x="149" y="248"/>
                    </a:lnTo>
                    <a:lnTo>
                      <a:pt x="149" y="248"/>
                    </a:lnTo>
                    <a:lnTo>
                      <a:pt x="141" y="248"/>
                    </a:lnTo>
                    <a:lnTo>
                      <a:pt x="132" y="248"/>
                    </a:lnTo>
                    <a:lnTo>
                      <a:pt x="123" y="257"/>
                    </a:lnTo>
                    <a:lnTo>
                      <a:pt x="114" y="257"/>
                    </a:lnTo>
                    <a:lnTo>
                      <a:pt x="114" y="266"/>
                    </a:lnTo>
                    <a:lnTo>
                      <a:pt x="114" y="266"/>
                    </a:lnTo>
                    <a:lnTo>
                      <a:pt x="105" y="266"/>
                    </a:lnTo>
                    <a:lnTo>
                      <a:pt x="97" y="275"/>
                    </a:lnTo>
                    <a:lnTo>
                      <a:pt x="88" y="275"/>
                    </a:lnTo>
                    <a:lnTo>
                      <a:pt x="88" y="266"/>
                    </a:lnTo>
                    <a:lnTo>
                      <a:pt x="79" y="275"/>
                    </a:lnTo>
                    <a:lnTo>
                      <a:pt x="70" y="283"/>
                    </a:lnTo>
                    <a:lnTo>
                      <a:pt x="61" y="283"/>
                    </a:lnTo>
                    <a:lnTo>
                      <a:pt x="53" y="275"/>
                    </a:lnTo>
                    <a:lnTo>
                      <a:pt x="53" y="266"/>
                    </a:lnTo>
                    <a:lnTo>
                      <a:pt x="44" y="266"/>
                    </a:lnTo>
                    <a:lnTo>
                      <a:pt x="44" y="257"/>
                    </a:lnTo>
                    <a:lnTo>
                      <a:pt x="35" y="257"/>
                    </a:lnTo>
                    <a:lnTo>
                      <a:pt x="26" y="248"/>
                    </a:lnTo>
                    <a:lnTo>
                      <a:pt x="17" y="239"/>
                    </a:lnTo>
                    <a:lnTo>
                      <a:pt x="9" y="230"/>
                    </a:lnTo>
                    <a:lnTo>
                      <a:pt x="9" y="230"/>
                    </a:lnTo>
                    <a:lnTo>
                      <a:pt x="0" y="213"/>
                    </a:lnTo>
                    <a:lnTo>
                      <a:pt x="0" y="204"/>
                    </a:lnTo>
                    <a:lnTo>
                      <a:pt x="0" y="204"/>
                    </a:lnTo>
                    <a:lnTo>
                      <a:pt x="0" y="195"/>
                    </a:lnTo>
                    <a:lnTo>
                      <a:pt x="0" y="195"/>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0"/>
              <p:cNvSpPr>
                <a:spLocks/>
              </p:cNvSpPr>
              <p:nvPr/>
            </p:nvSpPr>
            <p:spPr bwMode="auto">
              <a:xfrm>
                <a:off x="4153037" y="2567084"/>
                <a:ext cx="364924" cy="379682"/>
              </a:xfrm>
              <a:custGeom>
                <a:avLst/>
                <a:gdLst/>
                <a:ahLst/>
                <a:cxnLst>
                  <a:cxn ang="0">
                    <a:pos x="0" y="195"/>
                  </a:cxn>
                  <a:cxn ang="0">
                    <a:pos x="9" y="177"/>
                  </a:cxn>
                  <a:cxn ang="0">
                    <a:pos x="17" y="168"/>
                  </a:cxn>
                  <a:cxn ang="0">
                    <a:pos x="17" y="151"/>
                  </a:cxn>
                  <a:cxn ang="0">
                    <a:pos x="26" y="142"/>
                  </a:cxn>
                  <a:cxn ang="0">
                    <a:pos x="35" y="142"/>
                  </a:cxn>
                  <a:cxn ang="0">
                    <a:pos x="35" y="124"/>
                  </a:cxn>
                  <a:cxn ang="0">
                    <a:pos x="44" y="115"/>
                  </a:cxn>
                  <a:cxn ang="0">
                    <a:pos x="70" y="98"/>
                  </a:cxn>
                  <a:cxn ang="0">
                    <a:pos x="88" y="71"/>
                  </a:cxn>
                  <a:cxn ang="0">
                    <a:pos x="88" y="62"/>
                  </a:cxn>
                  <a:cxn ang="0">
                    <a:pos x="88" y="45"/>
                  </a:cxn>
                  <a:cxn ang="0">
                    <a:pos x="88" y="9"/>
                  </a:cxn>
                  <a:cxn ang="0">
                    <a:pos x="88" y="0"/>
                  </a:cxn>
                  <a:cxn ang="0">
                    <a:pos x="167" y="62"/>
                  </a:cxn>
                  <a:cxn ang="0">
                    <a:pos x="185" y="89"/>
                  </a:cxn>
                  <a:cxn ang="0">
                    <a:pos x="193" y="80"/>
                  </a:cxn>
                  <a:cxn ang="0">
                    <a:pos x="211" y="62"/>
                  </a:cxn>
                  <a:cxn ang="0">
                    <a:pos x="211" y="62"/>
                  </a:cxn>
                  <a:cxn ang="0">
                    <a:pos x="228" y="62"/>
                  </a:cxn>
                  <a:cxn ang="0">
                    <a:pos x="237" y="54"/>
                  </a:cxn>
                  <a:cxn ang="0">
                    <a:pos x="255" y="54"/>
                  </a:cxn>
                  <a:cxn ang="0">
                    <a:pos x="264" y="62"/>
                  </a:cxn>
                  <a:cxn ang="0">
                    <a:pos x="272" y="71"/>
                  </a:cxn>
                  <a:cxn ang="0">
                    <a:pos x="272" y="89"/>
                  </a:cxn>
                  <a:cxn ang="0">
                    <a:pos x="237" y="80"/>
                  </a:cxn>
                  <a:cxn ang="0">
                    <a:pos x="228" y="98"/>
                  </a:cxn>
                  <a:cxn ang="0">
                    <a:pos x="220" y="115"/>
                  </a:cxn>
                  <a:cxn ang="0">
                    <a:pos x="202" y="124"/>
                  </a:cxn>
                  <a:cxn ang="0">
                    <a:pos x="202" y="142"/>
                  </a:cxn>
                  <a:cxn ang="0">
                    <a:pos x="193" y="160"/>
                  </a:cxn>
                  <a:cxn ang="0">
                    <a:pos x="176" y="151"/>
                  </a:cxn>
                  <a:cxn ang="0">
                    <a:pos x="167" y="168"/>
                  </a:cxn>
                  <a:cxn ang="0">
                    <a:pos x="158" y="186"/>
                  </a:cxn>
                  <a:cxn ang="0">
                    <a:pos x="149" y="213"/>
                  </a:cxn>
                  <a:cxn ang="0">
                    <a:pos x="149" y="230"/>
                  </a:cxn>
                  <a:cxn ang="0">
                    <a:pos x="149" y="248"/>
                  </a:cxn>
                  <a:cxn ang="0">
                    <a:pos x="123" y="257"/>
                  </a:cxn>
                  <a:cxn ang="0">
                    <a:pos x="114" y="266"/>
                  </a:cxn>
                  <a:cxn ang="0">
                    <a:pos x="88" y="275"/>
                  </a:cxn>
                  <a:cxn ang="0">
                    <a:pos x="70" y="283"/>
                  </a:cxn>
                  <a:cxn ang="0">
                    <a:pos x="53" y="266"/>
                  </a:cxn>
                  <a:cxn ang="0">
                    <a:pos x="35" y="257"/>
                  </a:cxn>
                  <a:cxn ang="0">
                    <a:pos x="9" y="230"/>
                  </a:cxn>
                  <a:cxn ang="0">
                    <a:pos x="0" y="204"/>
                  </a:cxn>
                  <a:cxn ang="0">
                    <a:pos x="0" y="195"/>
                  </a:cxn>
                </a:cxnLst>
                <a:rect l="0" t="0" r="r" b="b"/>
                <a:pathLst>
                  <a:path w="272" h="283">
                    <a:moveTo>
                      <a:pt x="0" y="195"/>
                    </a:moveTo>
                    <a:lnTo>
                      <a:pt x="0" y="195"/>
                    </a:lnTo>
                    <a:lnTo>
                      <a:pt x="0" y="195"/>
                    </a:lnTo>
                    <a:lnTo>
                      <a:pt x="9" y="195"/>
                    </a:lnTo>
                    <a:lnTo>
                      <a:pt x="9" y="186"/>
                    </a:lnTo>
                    <a:lnTo>
                      <a:pt x="9" y="177"/>
                    </a:lnTo>
                    <a:lnTo>
                      <a:pt x="17" y="177"/>
                    </a:lnTo>
                    <a:lnTo>
                      <a:pt x="17" y="168"/>
                    </a:lnTo>
                    <a:lnTo>
                      <a:pt x="17" y="168"/>
                    </a:lnTo>
                    <a:lnTo>
                      <a:pt x="17" y="160"/>
                    </a:lnTo>
                    <a:lnTo>
                      <a:pt x="17" y="160"/>
                    </a:lnTo>
                    <a:lnTo>
                      <a:pt x="17" y="151"/>
                    </a:lnTo>
                    <a:lnTo>
                      <a:pt x="17" y="151"/>
                    </a:lnTo>
                    <a:lnTo>
                      <a:pt x="26" y="142"/>
                    </a:lnTo>
                    <a:lnTo>
                      <a:pt x="26" y="142"/>
                    </a:lnTo>
                    <a:lnTo>
                      <a:pt x="35" y="151"/>
                    </a:lnTo>
                    <a:lnTo>
                      <a:pt x="35" y="151"/>
                    </a:lnTo>
                    <a:lnTo>
                      <a:pt x="35" y="142"/>
                    </a:lnTo>
                    <a:lnTo>
                      <a:pt x="35" y="133"/>
                    </a:lnTo>
                    <a:lnTo>
                      <a:pt x="35" y="133"/>
                    </a:lnTo>
                    <a:lnTo>
                      <a:pt x="35" y="124"/>
                    </a:lnTo>
                    <a:lnTo>
                      <a:pt x="44" y="124"/>
                    </a:lnTo>
                    <a:lnTo>
                      <a:pt x="44" y="115"/>
                    </a:lnTo>
                    <a:lnTo>
                      <a:pt x="44" y="115"/>
                    </a:lnTo>
                    <a:lnTo>
                      <a:pt x="53" y="107"/>
                    </a:lnTo>
                    <a:lnTo>
                      <a:pt x="61" y="107"/>
                    </a:lnTo>
                    <a:lnTo>
                      <a:pt x="70" y="98"/>
                    </a:lnTo>
                    <a:lnTo>
                      <a:pt x="79" y="89"/>
                    </a:lnTo>
                    <a:lnTo>
                      <a:pt x="79" y="89"/>
                    </a:lnTo>
                    <a:lnTo>
                      <a:pt x="88" y="71"/>
                    </a:lnTo>
                    <a:lnTo>
                      <a:pt x="88" y="71"/>
                    </a:lnTo>
                    <a:lnTo>
                      <a:pt x="88" y="62"/>
                    </a:lnTo>
                    <a:lnTo>
                      <a:pt x="88" y="62"/>
                    </a:lnTo>
                    <a:lnTo>
                      <a:pt x="88" y="62"/>
                    </a:lnTo>
                    <a:lnTo>
                      <a:pt x="88" y="54"/>
                    </a:lnTo>
                    <a:lnTo>
                      <a:pt x="88" y="45"/>
                    </a:lnTo>
                    <a:lnTo>
                      <a:pt x="88" y="36"/>
                    </a:lnTo>
                    <a:lnTo>
                      <a:pt x="88" y="27"/>
                    </a:lnTo>
                    <a:lnTo>
                      <a:pt x="88" y="9"/>
                    </a:lnTo>
                    <a:lnTo>
                      <a:pt x="88" y="9"/>
                    </a:lnTo>
                    <a:lnTo>
                      <a:pt x="88" y="0"/>
                    </a:lnTo>
                    <a:lnTo>
                      <a:pt x="88" y="0"/>
                    </a:lnTo>
                    <a:lnTo>
                      <a:pt x="88" y="0"/>
                    </a:lnTo>
                    <a:lnTo>
                      <a:pt x="105" y="71"/>
                    </a:lnTo>
                    <a:lnTo>
                      <a:pt x="167" y="62"/>
                    </a:lnTo>
                    <a:lnTo>
                      <a:pt x="176" y="107"/>
                    </a:lnTo>
                    <a:lnTo>
                      <a:pt x="176" y="98"/>
                    </a:lnTo>
                    <a:lnTo>
                      <a:pt x="185" y="89"/>
                    </a:lnTo>
                    <a:lnTo>
                      <a:pt x="185" y="89"/>
                    </a:lnTo>
                    <a:lnTo>
                      <a:pt x="193" y="80"/>
                    </a:lnTo>
                    <a:lnTo>
                      <a:pt x="193" y="80"/>
                    </a:lnTo>
                    <a:lnTo>
                      <a:pt x="193" y="71"/>
                    </a:lnTo>
                    <a:lnTo>
                      <a:pt x="202" y="80"/>
                    </a:lnTo>
                    <a:lnTo>
                      <a:pt x="211" y="62"/>
                    </a:lnTo>
                    <a:lnTo>
                      <a:pt x="211" y="62"/>
                    </a:lnTo>
                    <a:lnTo>
                      <a:pt x="211" y="62"/>
                    </a:lnTo>
                    <a:lnTo>
                      <a:pt x="211" y="62"/>
                    </a:lnTo>
                    <a:lnTo>
                      <a:pt x="220" y="62"/>
                    </a:lnTo>
                    <a:lnTo>
                      <a:pt x="228" y="62"/>
                    </a:lnTo>
                    <a:lnTo>
                      <a:pt x="228" y="62"/>
                    </a:lnTo>
                    <a:lnTo>
                      <a:pt x="228" y="54"/>
                    </a:lnTo>
                    <a:lnTo>
                      <a:pt x="237" y="54"/>
                    </a:lnTo>
                    <a:lnTo>
                      <a:pt x="237" y="54"/>
                    </a:lnTo>
                    <a:lnTo>
                      <a:pt x="246" y="45"/>
                    </a:lnTo>
                    <a:lnTo>
                      <a:pt x="246" y="54"/>
                    </a:lnTo>
                    <a:lnTo>
                      <a:pt x="255" y="54"/>
                    </a:lnTo>
                    <a:lnTo>
                      <a:pt x="264" y="54"/>
                    </a:lnTo>
                    <a:lnTo>
                      <a:pt x="264" y="54"/>
                    </a:lnTo>
                    <a:lnTo>
                      <a:pt x="264" y="62"/>
                    </a:lnTo>
                    <a:lnTo>
                      <a:pt x="272" y="62"/>
                    </a:lnTo>
                    <a:lnTo>
                      <a:pt x="272" y="62"/>
                    </a:lnTo>
                    <a:lnTo>
                      <a:pt x="272" y="71"/>
                    </a:lnTo>
                    <a:lnTo>
                      <a:pt x="272" y="71"/>
                    </a:lnTo>
                    <a:lnTo>
                      <a:pt x="272" y="80"/>
                    </a:lnTo>
                    <a:lnTo>
                      <a:pt x="272" y="89"/>
                    </a:lnTo>
                    <a:lnTo>
                      <a:pt x="237" y="71"/>
                    </a:lnTo>
                    <a:lnTo>
                      <a:pt x="237" y="71"/>
                    </a:lnTo>
                    <a:lnTo>
                      <a:pt x="237" y="80"/>
                    </a:lnTo>
                    <a:lnTo>
                      <a:pt x="237" y="80"/>
                    </a:lnTo>
                    <a:lnTo>
                      <a:pt x="237" y="98"/>
                    </a:lnTo>
                    <a:lnTo>
                      <a:pt x="228" y="98"/>
                    </a:lnTo>
                    <a:lnTo>
                      <a:pt x="228" y="107"/>
                    </a:lnTo>
                    <a:lnTo>
                      <a:pt x="228" y="115"/>
                    </a:lnTo>
                    <a:lnTo>
                      <a:pt x="220" y="115"/>
                    </a:lnTo>
                    <a:lnTo>
                      <a:pt x="220" y="124"/>
                    </a:lnTo>
                    <a:lnTo>
                      <a:pt x="211" y="124"/>
                    </a:lnTo>
                    <a:lnTo>
                      <a:pt x="202" y="124"/>
                    </a:lnTo>
                    <a:lnTo>
                      <a:pt x="202" y="133"/>
                    </a:lnTo>
                    <a:lnTo>
                      <a:pt x="202" y="142"/>
                    </a:lnTo>
                    <a:lnTo>
                      <a:pt x="202" y="142"/>
                    </a:lnTo>
                    <a:lnTo>
                      <a:pt x="202" y="151"/>
                    </a:lnTo>
                    <a:lnTo>
                      <a:pt x="193" y="160"/>
                    </a:lnTo>
                    <a:lnTo>
                      <a:pt x="193" y="160"/>
                    </a:lnTo>
                    <a:lnTo>
                      <a:pt x="185" y="160"/>
                    </a:lnTo>
                    <a:lnTo>
                      <a:pt x="185" y="160"/>
                    </a:lnTo>
                    <a:lnTo>
                      <a:pt x="176" y="151"/>
                    </a:lnTo>
                    <a:lnTo>
                      <a:pt x="167" y="151"/>
                    </a:lnTo>
                    <a:lnTo>
                      <a:pt x="167" y="168"/>
                    </a:lnTo>
                    <a:lnTo>
                      <a:pt x="167" y="168"/>
                    </a:lnTo>
                    <a:lnTo>
                      <a:pt x="167" y="168"/>
                    </a:lnTo>
                    <a:lnTo>
                      <a:pt x="167" y="186"/>
                    </a:lnTo>
                    <a:lnTo>
                      <a:pt x="158" y="186"/>
                    </a:lnTo>
                    <a:lnTo>
                      <a:pt x="158" y="195"/>
                    </a:lnTo>
                    <a:lnTo>
                      <a:pt x="158" y="204"/>
                    </a:lnTo>
                    <a:lnTo>
                      <a:pt x="149" y="213"/>
                    </a:lnTo>
                    <a:lnTo>
                      <a:pt x="149" y="222"/>
                    </a:lnTo>
                    <a:lnTo>
                      <a:pt x="149" y="230"/>
                    </a:lnTo>
                    <a:lnTo>
                      <a:pt x="149" y="230"/>
                    </a:lnTo>
                    <a:lnTo>
                      <a:pt x="149" y="239"/>
                    </a:lnTo>
                    <a:lnTo>
                      <a:pt x="149" y="248"/>
                    </a:lnTo>
                    <a:lnTo>
                      <a:pt x="149" y="248"/>
                    </a:lnTo>
                    <a:lnTo>
                      <a:pt x="141" y="248"/>
                    </a:lnTo>
                    <a:lnTo>
                      <a:pt x="132" y="248"/>
                    </a:lnTo>
                    <a:lnTo>
                      <a:pt x="123" y="257"/>
                    </a:lnTo>
                    <a:lnTo>
                      <a:pt x="114" y="257"/>
                    </a:lnTo>
                    <a:lnTo>
                      <a:pt x="114" y="266"/>
                    </a:lnTo>
                    <a:lnTo>
                      <a:pt x="114" y="266"/>
                    </a:lnTo>
                    <a:lnTo>
                      <a:pt x="105" y="266"/>
                    </a:lnTo>
                    <a:lnTo>
                      <a:pt x="97" y="275"/>
                    </a:lnTo>
                    <a:lnTo>
                      <a:pt x="88" y="275"/>
                    </a:lnTo>
                    <a:lnTo>
                      <a:pt x="88" y="266"/>
                    </a:lnTo>
                    <a:lnTo>
                      <a:pt x="79" y="275"/>
                    </a:lnTo>
                    <a:lnTo>
                      <a:pt x="70" y="283"/>
                    </a:lnTo>
                    <a:lnTo>
                      <a:pt x="61" y="283"/>
                    </a:lnTo>
                    <a:lnTo>
                      <a:pt x="53" y="275"/>
                    </a:lnTo>
                    <a:lnTo>
                      <a:pt x="53" y="266"/>
                    </a:lnTo>
                    <a:lnTo>
                      <a:pt x="44" y="266"/>
                    </a:lnTo>
                    <a:lnTo>
                      <a:pt x="44" y="257"/>
                    </a:lnTo>
                    <a:lnTo>
                      <a:pt x="35" y="257"/>
                    </a:lnTo>
                    <a:lnTo>
                      <a:pt x="26" y="248"/>
                    </a:lnTo>
                    <a:lnTo>
                      <a:pt x="17" y="239"/>
                    </a:lnTo>
                    <a:lnTo>
                      <a:pt x="9" y="230"/>
                    </a:lnTo>
                    <a:lnTo>
                      <a:pt x="9" y="230"/>
                    </a:lnTo>
                    <a:lnTo>
                      <a:pt x="0" y="213"/>
                    </a:lnTo>
                    <a:lnTo>
                      <a:pt x="0" y="204"/>
                    </a:lnTo>
                    <a:lnTo>
                      <a:pt x="0" y="204"/>
                    </a:lnTo>
                    <a:lnTo>
                      <a:pt x="0" y="195"/>
                    </a:lnTo>
                    <a:lnTo>
                      <a:pt x="0" y="195"/>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9"/>
              <p:cNvSpPr>
                <a:spLocks/>
              </p:cNvSpPr>
              <p:nvPr/>
            </p:nvSpPr>
            <p:spPr bwMode="auto">
              <a:xfrm>
                <a:off x="4081930" y="2662340"/>
                <a:ext cx="649350" cy="367607"/>
              </a:xfrm>
              <a:custGeom>
                <a:avLst/>
                <a:gdLst/>
                <a:ahLst/>
                <a:cxnLst>
                  <a:cxn ang="0">
                    <a:pos x="26" y="265"/>
                  </a:cxn>
                  <a:cxn ang="0">
                    <a:pos x="44" y="248"/>
                  </a:cxn>
                  <a:cxn ang="0">
                    <a:pos x="62" y="230"/>
                  </a:cxn>
                  <a:cxn ang="0">
                    <a:pos x="97" y="195"/>
                  </a:cxn>
                  <a:cxn ang="0">
                    <a:pos x="123" y="212"/>
                  </a:cxn>
                  <a:cxn ang="0">
                    <a:pos x="150" y="204"/>
                  </a:cxn>
                  <a:cxn ang="0">
                    <a:pos x="167" y="186"/>
                  </a:cxn>
                  <a:cxn ang="0">
                    <a:pos x="202" y="177"/>
                  </a:cxn>
                  <a:cxn ang="0">
                    <a:pos x="202" y="159"/>
                  </a:cxn>
                  <a:cxn ang="0">
                    <a:pos x="211" y="124"/>
                  </a:cxn>
                  <a:cxn ang="0">
                    <a:pos x="220" y="97"/>
                  </a:cxn>
                  <a:cxn ang="0">
                    <a:pos x="238" y="89"/>
                  </a:cxn>
                  <a:cxn ang="0">
                    <a:pos x="255" y="80"/>
                  </a:cxn>
                  <a:cxn ang="0">
                    <a:pos x="255" y="53"/>
                  </a:cxn>
                  <a:cxn ang="0">
                    <a:pos x="281" y="44"/>
                  </a:cxn>
                  <a:cxn ang="0">
                    <a:pos x="290" y="9"/>
                  </a:cxn>
                  <a:cxn ang="0">
                    <a:pos x="325" y="18"/>
                  </a:cxn>
                  <a:cxn ang="0">
                    <a:pos x="343" y="0"/>
                  </a:cxn>
                  <a:cxn ang="0">
                    <a:pos x="352" y="18"/>
                  </a:cxn>
                  <a:cxn ang="0">
                    <a:pos x="378" y="27"/>
                  </a:cxn>
                  <a:cxn ang="0">
                    <a:pos x="369" y="44"/>
                  </a:cxn>
                  <a:cxn ang="0">
                    <a:pos x="369" y="44"/>
                  </a:cxn>
                  <a:cxn ang="0">
                    <a:pos x="369" y="71"/>
                  </a:cxn>
                  <a:cxn ang="0">
                    <a:pos x="387" y="71"/>
                  </a:cxn>
                  <a:cxn ang="0">
                    <a:pos x="405" y="80"/>
                  </a:cxn>
                  <a:cxn ang="0">
                    <a:pos x="422" y="89"/>
                  </a:cxn>
                  <a:cxn ang="0">
                    <a:pos x="431" y="89"/>
                  </a:cxn>
                  <a:cxn ang="0">
                    <a:pos x="440" y="106"/>
                  </a:cxn>
                  <a:cxn ang="0">
                    <a:pos x="431" y="115"/>
                  </a:cxn>
                  <a:cxn ang="0">
                    <a:pos x="405" y="97"/>
                  </a:cxn>
                  <a:cxn ang="0">
                    <a:pos x="387" y="89"/>
                  </a:cxn>
                  <a:cxn ang="0">
                    <a:pos x="396" y="97"/>
                  </a:cxn>
                  <a:cxn ang="0">
                    <a:pos x="422" y="115"/>
                  </a:cxn>
                  <a:cxn ang="0">
                    <a:pos x="440" y="124"/>
                  </a:cxn>
                  <a:cxn ang="0">
                    <a:pos x="449" y="133"/>
                  </a:cxn>
                  <a:cxn ang="0">
                    <a:pos x="440" y="133"/>
                  </a:cxn>
                  <a:cxn ang="0">
                    <a:pos x="422" y="133"/>
                  </a:cxn>
                  <a:cxn ang="0">
                    <a:pos x="440" y="151"/>
                  </a:cxn>
                  <a:cxn ang="0">
                    <a:pos x="449" y="159"/>
                  </a:cxn>
                  <a:cxn ang="0">
                    <a:pos x="440" y="159"/>
                  </a:cxn>
                  <a:cxn ang="0">
                    <a:pos x="422" y="159"/>
                  </a:cxn>
                  <a:cxn ang="0">
                    <a:pos x="405" y="151"/>
                  </a:cxn>
                  <a:cxn ang="0">
                    <a:pos x="387" y="151"/>
                  </a:cxn>
                  <a:cxn ang="0">
                    <a:pos x="422" y="159"/>
                  </a:cxn>
                  <a:cxn ang="0">
                    <a:pos x="431" y="168"/>
                  </a:cxn>
                  <a:cxn ang="0">
                    <a:pos x="449" y="177"/>
                  </a:cxn>
                  <a:cxn ang="0">
                    <a:pos x="457" y="168"/>
                  </a:cxn>
                  <a:cxn ang="0">
                    <a:pos x="484" y="195"/>
                  </a:cxn>
                  <a:cxn ang="0">
                    <a:pos x="475" y="195"/>
                  </a:cxn>
                  <a:cxn ang="0">
                    <a:pos x="475" y="195"/>
                  </a:cxn>
                  <a:cxn ang="0">
                    <a:pos x="158" y="257"/>
                  </a:cxn>
                  <a:cxn ang="0">
                    <a:pos x="106" y="265"/>
                  </a:cxn>
                  <a:cxn ang="0">
                    <a:pos x="0" y="274"/>
                  </a:cxn>
                </a:cxnLst>
                <a:rect l="0" t="0" r="r" b="b"/>
                <a:pathLst>
                  <a:path w="484" h="274">
                    <a:moveTo>
                      <a:pt x="0" y="274"/>
                    </a:moveTo>
                    <a:lnTo>
                      <a:pt x="18" y="274"/>
                    </a:lnTo>
                    <a:lnTo>
                      <a:pt x="18" y="265"/>
                    </a:lnTo>
                    <a:lnTo>
                      <a:pt x="26" y="265"/>
                    </a:lnTo>
                    <a:lnTo>
                      <a:pt x="35" y="257"/>
                    </a:lnTo>
                    <a:lnTo>
                      <a:pt x="35" y="257"/>
                    </a:lnTo>
                    <a:lnTo>
                      <a:pt x="44" y="248"/>
                    </a:lnTo>
                    <a:lnTo>
                      <a:pt x="44" y="248"/>
                    </a:lnTo>
                    <a:lnTo>
                      <a:pt x="53" y="248"/>
                    </a:lnTo>
                    <a:lnTo>
                      <a:pt x="53" y="239"/>
                    </a:lnTo>
                    <a:lnTo>
                      <a:pt x="62" y="239"/>
                    </a:lnTo>
                    <a:lnTo>
                      <a:pt x="62" y="230"/>
                    </a:lnTo>
                    <a:lnTo>
                      <a:pt x="62" y="221"/>
                    </a:lnTo>
                    <a:lnTo>
                      <a:pt x="79" y="212"/>
                    </a:lnTo>
                    <a:lnTo>
                      <a:pt x="97" y="186"/>
                    </a:lnTo>
                    <a:lnTo>
                      <a:pt x="97" y="195"/>
                    </a:lnTo>
                    <a:lnTo>
                      <a:pt x="106" y="195"/>
                    </a:lnTo>
                    <a:lnTo>
                      <a:pt x="106" y="204"/>
                    </a:lnTo>
                    <a:lnTo>
                      <a:pt x="114" y="212"/>
                    </a:lnTo>
                    <a:lnTo>
                      <a:pt x="123" y="212"/>
                    </a:lnTo>
                    <a:lnTo>
                      <a:pt x="132" y="204"/>
                    </a:lnTo>
                    <a:lnTo>
                      <a:pt x="141" y="195"/>
                    </a:lnTo>
                    <a:lnTo>
                      <a:pt x="141" y="204"/>
                    </a:lnTo>
                    <a:lnTo>
                      <a:pt x="150" y="204"/>
                    </a:lnTo>
                    <a:lnTo>
                      <a:pt x="158" y="195"/>
                    </a:lnTo>
                    <a:lnTo>
                      <a:pt x="167" y="195"/>
                    </a:lnTo>
                    <a:lnTo>
                      <a:pt x="167" y="195"/>
                    </a:lnTo>
                    <a:lnTo>
                      <a:pt x="167" y="186"/>
                    </a:lnTo>
                    <a:lnTo>
                      <a:pt x="176" y="186"/>
                    </a:lnTo>
                    <a:lnTo>
                      <a:pt x="185" y="177"/>
                    </a:lnTo>
                    <a:lnTo>
                      <a:pt x="194" y="177"/>
                    </a:lnTo>
                    <a:lnTo>
                      <a:pt x="202" y="177"/>
                    </a:lnTo>
                    <a:lnTo>
                      <a:pt x="202" y="177"/>
                    </a:lnTo>
                    <a:lnTo>
                      <a:pt x="202" y="168"/>
                    </a:lnTo>
                    <a:lnTo>
                      <a:pt x="202" y="159"/>
                    </a:lnTo>
                    <a:lnTo>
                      <a:pt x="202" y="159"/>
                    </a:lnTo>
                    <a:lnTo>
                      <a:pt x="202" y="151"/>
                    </a:lnTo>
                    <a:lnTo>
                      <a:pt x="202" y="142"/>
                    </a:lnTo>
                    <a:lnTo>
                      <a:pt x="211" y="133"/>
                    </a:lnTo>
                    <a:lnTo>
                      <a:pt x="211" y="124"/>
                    </a:lnTo>
                    <a:lnTo>
                      <a:pt x="211" y="115"/>
                    </a:lnTo>
                    <a:lnTo>
                      <a:pt x="220" y="115"/>
                    </a:lnTo>
                    <a:lnTo>
                      <a:pt x="220" y="97"/>
                    </a:lnTo>
                    <a:lnTo>
                      <a:pt x="220" y="97"/>
                    </a:lnTo>
                    <a:lnTo>
                      <a:pt x="220" y="97"/>
                    </a:lnTo>
                    <a:lnTo>
                      <a:pt x="220" y="80"/>
                    </a:lnTo>
                    <a:lnTo>
                      <a:pt x="229" y="80"/>
                    </a:lnTo>
                    <a:lnTo>
                      <a:pt x="238" y="89"/>
                    </a:lnTo>
                    <a:lnTo>
                      <a:pt x="238" y="89"/>
                    </a:lnTo>
                    <a:lnTo>
                      <a:pt x="246" y="89"/>
                    </a:lnTo>
                    <a:lnTo>
                      <a:pt x="246" y="89"/>
                    </a:lnTo>
                    <a:lnTo>
                      <a:pt x="255" y="80"/>
                    </a:lnTo>
                    <a:lnTo>
                      <a:pt x="255" y="71"/>
                    </a:lnTo>
                    <a:lnTo>
                      <a:pt x="255" y="71"/>
                    </a:lnTo>
                    <a:lnTo>
                      <a:pt x="255" y="62"/>
                    </a:lnTo>
                    <a:lnTo>
                      <a:pt x="255" y="53"/>
                    </a:lnTo>
                    <a:lnTo>
                      <a:pt x="264" y="53"/>
                    </a:lnTo>
                    <a:lnTo>
                      <a:pt x="273" y="53"/>
                    </a:lnTo>
                    <a:lnTo>
                      <a:pt x="273" y="44"/>
                    </a:lnTo>
                    <a:lnTo>
                      <a:pt x="281" y="44"/>
                    </a:lnTo>
                    <a:lnTo>
                      <a:pt x="281" y="36"/>
                    </a:lnTo>
                    <a:lnTo>
                      <a:pt x="281" y="27"/>
                    </a:lnTo>
                    <a:lnTo>
                      <a:pt x="290" y="27"/>
                    </a:lnTo>
                    <a:lnTo>
                      <a:pt x="290" y="9"/>
                    </a:lnTo>
                    <a:lnTo>
                      <a:pt x="290" y="9"/>
                    </a:lnTo>
                    <a:lnTo>
                      <a:pt x="290" y="0"/>
                    </a:lnTo>
                    <a:lnTo>
                      <a:pt x="290" y="0"/>
                    </a:lnTo>
                    <a:lnTo>
                      <a:pt x="325" y="18"/>
                    </a:lnTo>
                    <a:lnTo>
                      <a:pt x="325" y="9"/>
                    </a:lnTo>
                    <a:lnTo>
                      <a:pt x="325" y="0"/>
                    </a:lnTo>
                    <a:lnTo>
                      <a:pt x="334" y="0"/>
                    </a:lnTo>
                    <a:lnTo>
                      <a:pt x="343" y="0"/>
                    </a:lnTo>
                    <a:lnTo>
                      <a:pt x="343" y="9"/>
                    </a:lnTo>
                    <a:lnTo>
                      <a:pt x="343" y="18"/>
                    </a:lnTo>
                    <a:lnTo>
                      <a:pt x="352" y="18"/>
                    </a:lnTo>
                    <a:lnTo>
                      <a:pt x="352" y="18"/>
                    </a:lnTo>
                    <a:lnTo>
                      <a:pt x="361" y="18"/>
                    </a:lnTo>
                    <a:lnTo>
                      <a:pt x="369" y="27"/>
                    </a:lnTo>
                    <a:lnTo>
                      <a:pt x="369" y="27"/>
                    </a:lnTo>
                    <a:lnTo>
                      <a:pt x="378" y="27"/>
                    </a:lnTo>
                    <a:lnTo>
                      <a:pt x="378" y="36"/>
                    </a:lnTo>
                    <a:lnTo>
                      <a:pt x="378" y="36"/>
                    </a:lnTo>
                    <a:lnTo>
                      <a:pt x="378" y="36"/>
                    </a:lnTo>
                    <a:lnTo>
                      <a:pt x="369" y="44"/>
                    </a:lnTo>
                    <a:lnTo>
                      <a:pt x="378" y="44"/>
                    </a:lnTo>
                    <a:lnTo>
                      <a:pt x="369" y="53"/>
                    </a:lnTo>
                    <a:lnTo>
                      <a:pt x="369" y="53"/>
                    </a:lnTo>
                    <a:lnTo>
                      <a:pt x="369" y="44"/>
                    </a:lnTo>
                    <a:lnTo>
                      <a:pt x="369" y="62"/>
                    </a:lnTo>
                    <a:lnTo>
                      <a:pt x="369" y="71"/>
                    </a:lnTo>
                    <a:lnTo>
                      <a:pt x="369" y="71"/>
                    </a:lnTo>
                    <a:lnTo>
                      <a:pt x="369" y="71"/>
                    </a:lnTo>
                    <a:lnTo>
                      <a:pt x="369" y="71"/>
                    </a:lnTo>
                    <a:lnTo>
                      <a:pt x="378" y="71"/>
                    </a:lnTo>
                    <a:lnTo>
                      <a:pt x="378" y="71"/>
                    </a:lnTo>
                    <a:lnTo>
                      <a:pt x="387" y="71"/>
                    </a:lnTo>
                    <a:lnTo>
                      <a:pt x="387" y="71"/>
                    </a:lnTo>
                    <a:lnTo>
                      <a:pt x="396" y="80"/>
                    </a:lnTo>
                    <a:lnTo>
                      <a:pt x="396" y="80"/>
                    </a:lnTo>
                    <a:lnTo>
                      <a:pt x="405" y="80"/>
                    </a:lnTo>
                    <a:lnTo>
                      <a:pt x="405" y="80"/>
                    </a:lnTo>
                    <a:lnTo>
                      <a:pt x="413" y="80"/>
                    </a:lnTo>
                    <a:lnTo>
                      <a:pt x="413" y="80"/>
                    </a:lnTo>
                    <a:lnTo>
                      <a:pt x="422" y="89"/>
                    </a:lnTo>
                    <a:lnTo>
                      <a:pt x="422" y="89"/>
                    </a:lnTo>
                    <a:lnTo>
                      <a:pt x="422" y="89"/>
                    </a:lnTo>
                    <a:lnTo>
                      <a:pt x="422" y="89"/>
                    </a:lnTo>
                    <a:lnTo>
                      <a:pt x="431" y="89"/>
                    </a:lnTo>
                    <a:lnTo>
                      <a:pt x="440" y="97"/>
                    </a:lnTo>
                    <a:lnTo>
                      <a:pt x="440" y="97"/>
                    </a:lnTo>
                    <a:lnTo>
                      <a:pt x="440" y="97"/>
                    </a:lnTo>
                    <a:lnTo>
                      <a:pt x="440" y="106"/>
                    </a:lnTo>
                    <a:lnTo>
                      <a:pt x="440" y="106"/>
                    </a:lnTo>
                    <a:lnTo>
                      <a:pt x="440" y="115"/>
                    </a:lnTo>
                    <a:lnTo>
                      <a:pt x="431" y="115"/>
                    </a:lnTo>
                    <a:lnTo>
                      <a:pt x="431" y="115"/>
                    </a:lnTo>
                    <a:lnTo>
                      <a:pt x="422" y="115"/>
                    </a:lnTo>
                    <a:lnTo>
                      <a:pt x="413" y="106"/>
                    </a:lnTo>
                    <a:lnTo>
                      <a:pt x="413" y="106"/>
                    </a:lnTo>
                    <a:lnTo>
                      <a:pt x="405" y="97"/>
                    </a:lnTo>
                    <a:lnTo>
                      <a:pt x="405" y="97"/>
                    </a:lnTo>
                    <a:lnTo>
                      <a:pt x="396" y="89"/>
                    </a:lnTo>
                    <a:lnTo>
                      <a:pt x="396" y="89"/>
                    </a:lnTo>
                    <a:lnTo>
                      <a:pt x="387" y="89"/>
                    </a:lnTo>
                    <a:lnTo>
                      <a:pt x="378" y="89"/>
                    </a:lnTo>
                    <a:lnTo>
                      <a:pt x="387" y="89"/>
                    </a:lnTo>
                    <a:lnTo>
                      <a:pt x="396" y="89"/>
                    </a:lnTo>
                    <a:lnTo>
                      <a:pt x="396" y="97"/>
                    </a:lnTo>
                    <a:lnTo>
                      <a:pt x="405" y="97"/>
                    </a:lnTo>
                    <a:lnTo>
                      <a:pt x="405" y="106"/>
                    </a:lnTo>
                    <a:lnTo>
                      <a:pt x="413" y="106"/>
                    </a:lnTo>
                    <a:lnTo>
                      <a:pt x="422" y="115"/>
                    </a:lnTo>
                    <a:lnTo>
                      <a:pt x="422" y="115"/>
                    </a:lnTo>
                    <a:lnTo>
                      <a:pt x="431" y="115"/>
                    </a:lnTo>
                    <a:lnTo>
                      <a:pt x="431" y="115"/>
                    </a:lnTo>
                    <a:lnTo>
                      <a:pt x="440" y="124"/>
                    </a:lnTo>
                    <a:lnTo>
                      <a:pt x="440" y="124"/>
                    </a:lnTo>
                    <a:lnTo>
                      <a:pt x="440" y="124"/>
                    </a:lnTo>
                    <a:lnTo>
                      <a:pt x="449" y="124"/>
                    </a:lnTo>
                    <a:lnTo>
                      <a:pt x="449" y="133"/>
                    </a:lnTo>
                    <a:lnTo>
                      <a:pt x="449" y="142"/>
                    </a:lnTo>
                    <a:lnTo>
                      <a:pt x="440" y="133"/>
                    </a:lnTo>
                    <a:lnTo>
                      <a:pt x="440" y="133"/>
                    </a:lnTo>
                    <a:lnTo>
                      <a:pt x="440" y="133"/>
                    </a:lnTo>
                    <a:lnTo>
                      <a:pt x="440" y="142"/>
                    </a:lnTo>
                    <a:lnTo>
                      <a:pt x="440" y="151"/>
                    </a:lnTo>
                    <a:lnTo>
                      <a:pt x="431" y="142"/>
                    </a:lnTo>
                    <a:lnTo>
                      <a:pt x="422" y="133"/>
                    </a:lnTo>
                    <a:lnTo>
                      <a:pt x="413" y="133"/>
                    </a:lnTo>
                    <a:lnTo>
                      <a:pt x="422" y="142"/>
                    </a:lnTo>
                    <a:lnTo>
                      <a:pt x="431" y="142"/>
                    </a:lnTo>
                    <a:lnTo>
                      <a:pt x="440" y="151"/>
                    </a:lnTo>
                    <a:lnTo>
                      <a:pt x="440" y="151"/>
                    </a:lnTo>
                    <a:lnTo>
                      <a:pt x="449" y="151"/>
                    </a:lnTo>
                    <a:lnTo>
                      <a:pt x="449" y="151"/>
                    </a:lnTo>
                    <a:lnTo>
                      <a:pt x="449" y="159"/>
                    </a:lnTo>
                    <a:lnTo>
                      <a:pt x="449" y="168"/>
                    </a:lnTo>
                    <a:lnTo>
                      <a:pt x="449" y="168"/>
                    </a:lnTo>
                    <a:lnTo>
                      <a:pt x="449" y="168"/>
                    </a:lnTo>
                    <a:lnTo>
                      <a:pt x="440" y="159"/>
                    </a:lnTo>
                    <a:lnTo>
                      <a:pt x="431" y="159"/>
                    </a:lnTo>
                    <a:lnTo>
                      <a:pt x="431" y="159"/>
                    </a:lnTo>
                    <a:lnTo>
                      <a:pt x="422" y="151"/>
                    </a:lnTo>
                    <a:lnTo>
                      <a:pt x="422" y="159"/>
                    </a:lnTo>
                    <a:lnTo>
                      <a:pt x="413" y="151"/>
                    </a:lnTo>
                    <a:lnTo>
                      <a:pt x="413" y="151"/>
                    </a:lnTo>
                    <a:lnTo>
                      <a:pt x="413" y="151"/>
                    </a:lnTo>
                    <a:lnTo>
                      <a:pt x="405" y="151"/>
                    </a:lnTo>
                    <a:lnTo>
                      <a:pt x="405" y="151"/>
                    </a:lnTo>
                    <a:lnTo>
                      <a:pt x="396" y="151"/>
                    </a:lnTo>
                    <a:lnTo>
                      <a:pt x="387" y="151"/>
                    </a:lnTo>
                    <a:lnTo>
                      <a:pt x="387" y="151"/>
                    </a:lnTo>
                    <a:lnTo>
                      <a:pt x="405" y="151"/>
                    </a:lnTo>
                    <a:lnTo>
                      <a:pt x="413" y="159"/>
                    </a:lnTo>
                    <a:lnTo>
                      <a:pt x="413" y="159"/>
                    </a:lnTo>
                    <a:lnTo>
                      <a:pt x="422" y="159"/>
                    </a:lnTo>
                    <a:lnTo>
                      <a:pt x="422" y="159"/>
                    </a:lnTo>
                    <a:lnTo>
                      <a:pt x="431" y="159"/>
                    </a:lnTo>
                    <a:lnTo>
                      <a:pt x="431" y="168"/>
                    </a:lnTo>
                    <a:lnTo>
                      <a:pt x="431" y="168"/>
                    </a:lnTo>
                    <a:lnTo>
                      <a:pt x="440" y="168"/>
                    </a:lnTo>
                    <a:lnTo>
                      <a:pt x="440" y="177"/>
                    </a:lnTo>
                    <a:lnTo>
                      <a:pt x="440" y="177"/>
                    </a:lnTo>
                    <a:lnTo>
                      <a:pt x="449" y="177"/>
                    </a:lnTo>
                    <a:lnTo>
                      <a:pt x="449" y="177"/>
                    </a:lnTo>
                    <a:lnTo>
                      <a:pt x="457" y="177"/>
                    </a:lnTo>
                    <a:lnTo>
                      <a:pt x="449" y="177"/>
                    </a:lnTo>
                    <a:lnTo>
                      <a:pt x="457" y="168"/>
                    </a:lnTo>
                    <a:lnTo>
                      <a:pt x="457" y="168"/>
                    </a:lnTo>
                    <a:lnTo>
                      <a:pt x="475" y="168"/>
                    </a:lnTo>
                    <a:lnTo>
                      <a:pt x="475" y="177"/>
                    </a:lnTo>
                    <a:lnTo>
                      <a:pt x="484" y="195"/>
                    </a:lnTo>
                    <a:lnTo>
                      <a:pt x="484" y="195"/>
                    </a:lnTo>
                    <a:lnTo>
                      <a:pt x="484" y="186"/>
                    </a:lnTo>
                    <a:lnTo>
                      <a:pt x="475" y="186"/>
                    </a:lnTo>
                    <a:lnTo>
                      <a:pt x="475" y="195"/>
                    </a:lnTo>
                    <a:lnTo>
                      <a:pt x="475" y="195"/>
                    </a:lnTo>
                    <a:lnTo>
                      <a:pt x="475" y="195"/>
                    </a:lnTo>
                    <a:lnTo>
                      <a:pt x="475" y="195"/>
                    </a:lnTo>
                    <a:lnTo>
                      <a:pt x="475" y="195"/>
                    </a:lnTo>
                    <a:lnTo>
                      <a:pt x="413" y="212"/>
                    </a:lnTo>
                    <a:lnTo>
                      <a:pt x="343" y="221"/>
                    </a:lnTo>
                    <a:lnTo>
                      <a:pt x="211" y="248"/>
                    </a:lnTo>
                    <a:lnTo>
                      <a:pt x="158" y="257"/>
                    </a:lnTo>
                    <a:lnTo>
                      <a:pt x="141" y="257"/>
                    </a:lnTo>
                    <a:lnTo>
                      <a:pt x="132" y="257"/>
                    </a:lnTo>
                    <a:lnTo>
                      <a:pt x="123" y="257"/>
                    </a:lnTo>
                    <a:lnTo>
                      <a:pt x="106" y="265"/>
                    </a:lnTo>
                    <a:lnTo>
                      <a:pt x="79" y="265"/>
                    </a:lnTo>
                    <a:lnTo>
                      <a:pt x="35" y="274"/>
                    </a:lnTo>
                    <a:lnTo>
                      <a:pt x="26" y="274"/>
                    </a:lnTo>
                    <a:lnTo>
                      <a:pt x="0" y="27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23"/>
              <p:cNvSpPr>
                <a:spLocks/>
              </p:cNvSpPr>
              <p:nvPr/>
            </p:nvSpPr>
            <p:spPr bwMode="auto">
              <a:xfrm>
                <a:off x="4719206" y="1963350"/>
                <a:ext cx="142213" cy="260277"/>
              </a:xfrm>
              <a:custGeom>
                <a:avLst/>
                <a:gdLst/>
                <a:ahLst/>
                <a:cxnLst>
                  <a:cxn ang="0">
                    <a:pos x="0" y="26"/>
                  </a:cxn>
                  <a:cxn ang="0">
                    <a:pos x="18" y="17"/>
                  </a:cxn>
                  <a:cxn ang="0">
                    <a:pos x="97" y="0"/>
                  </a:cxn>
                  <a:cxn ang="0">
                    <a:pos x="97" y="0"/>
                  </a:cxn>
                  <a:cxn ang="0">
                    <a:pos x="106" y="8"/>
                  </a:cxn>
                  <a:cxn ang="0">
                    <a:pos x="97" y="17"/>
                  </a:cxn>
                  <a:cxn ang="0">
                    <a:pos x="97" y="26"/>
                  </a:cxn>
                  <a:cxn ang="0">
                    <a:pos x="106" y="26"/>
                  </a:cxn>
                  <a:cxn ang="0">
                    <a:pos x="106" y="35"/>
                  </a:cxn>
                  <a:cxn ang="0">
                    <a:pos x="106" y="35"/>
                  </a:cxn>
                  <a:cxn ang="0">
                    <a:pos x="106" y="44"/>
                  </a:cxn>
                  <a:cxn ang="0">
                    <a:pos x="97" y="53"/>
                  </a:cxn>
                  <a:cxn ang="0">
                    <a:pos x="88" y="53"/>
                  </a:cxn>
                  <a:cxn ang="0">
                    <a:pos x="88" y="61"/>
                  </a:cxn>
                  <a:cxn ang="0">
                    <a:pos x="88" y="70"/>
                  </a:cxn>
                  <a:cxn ang="0">
                    <a:pos x="88" y="79"/>
                  </a:cxn>
                  <a:cxn ang="0">
                    <a:pos x="88" y="88"/>
                  </a:cxn>
                  <a:cxn ang="0">
                    <a:pos x="88" y="88"/>
                  </a:cxn>
                  <a:cxn ang="0">
                    <a:pos x="88" y="97"/>
                  </a:cxn>
                  <a:cxn ang="0">
                    <a:pos x="88" y="97"/>
                  </a:cxn>
                  <a:cxn ang="0">
                    <a:pos x="88" y="106"/>
                  </a:cxn>
                  <a:cxn ang="0">
                    <a:pos x="79" y="114"/>
                  </a:cxn>
                  <a:cxn ang="0">
                    <a:pos x="88" y="114"/>
                  </a:cxn>
                  <a:cxn ang="0">
                    <a:pos x="79" y="123"/>
                  </a:cxn>
                  <a:cxn ang="0">
                    <a:pos x="88" y="141"/>
                  </a:cxn>
                  <a:cxn ang="0">
                    <a:pos x="88" y="150"/>
                  </a:cxn>
                  <a:cxn ang="0">
                    <a:pos x="88" y="168"/>
                  </a:cxn>
                  <a:cxn ang="0">
                    <a:pos x="88" y="168"/>
                  </a:cxn>
                  <a:cxn ang="0">
                    <a:pos x="88" y="176"/>
                  </a:cxn>
                  <a:cxn ang="0">
                    <a:pos x="88" y="185"/>
                  </a:cxn>
                  <a:cxn ang="0">
                    <a:pos x="97" y="185"/>
                  </a:cxn>
                  <a:cxn ang="0">
                    <a:pos x="53" y="194"/>
                  </a:cxn>
                  <a:cxn ang="0">
                    <a:pos x="44" y="194"/>
                  </a:cxn>
                  <a:cxn ang="0">
                    <a:pos x="44" y="185"/>
                  </a:cxn>
                  <a:cxn ang="0">
                    <a:pos x="35" y="141"/>
                  </a:cxn>
                  <a:cxn ang="0">
                    <a:pos x="26" y="132"/>
                  </a:cxn>
                  <a:cxn ang="0">
                    <a:pos x="26" y="141"/>
                  </a:cxn>
                  <a:cxn ang="0">
                    <a:pos x="26" y="132"/>
                  </a:cxn>
                  <a:cxn ang="0">
                    <a:pos x="26" y="123"/>
                  </a:cxn>
                  <a:cxn ang="0">
                    <a:pos x="18" y="114"/>
                  </a:cxn>
                  <a:cxn ang="0">
                    <a:pos x="18" y="106"/>
                  </a:cxn>
                  <a:cxn ang="0">
                    <a:pos x="18" y="97"/>
                  </a:cxn>
                  <a:cxn ang="0">
                    <a:pos x="18" y="88"/>
                  </a:cxn>
                  <a:cxn ang="0">
                    <a:pos x="18" y="88"/>
                  </a:cxn>
                  <a:cxn ang="0">
                    <a:pos x="18" y="79"/>
                  </a:cxn>
                  <a:cxn ang="0">
                    <a:pos x="18" y="70"/>
                  </a:cxn>
                  <a:cxn ang="0">
                    <a:pos x="18" y="70"/>
                  </a:cxn>
                  <a:cxn ang="0">
                    <a:pos x="18" y="61"/>
                  </a:cxn>
                  <a:cxn ang="0">
                    <a:pos x="9" y="61"/>
                  </a:cxn>
                  <a:cxn ang="0">
                    <a:pos x="9" y="53"/>
                  </a:cxn>
                  <a:cxn ang="0">
                    <a:pos x="9" y="44"/>
                  </a:cxn>
                  <a:cxn ang="0">
                    <a:pos x="0" y="35"/>
                  </a:cxn>
                  <a:cxn ang="0">
                    <a:pos x="0" y="35"/>
                  </a:cxn>
                  <a:cxn ang="0">
                    <a:pos x="0" y="26"/>
                  </a:cxn>
                  <a:cxn ang="0">
                    <a:pos x="0" y="26"/>
                  </a:cxn>
                </a:cxnLst>
                <a:rect l="0" t="0" r="r" b="b"/>
                <a:pathLst>
                  <a:path w="106" h="194">
                    <a:moveTo>
                      <a:pt x="0" y="26"/>
                    </a:moveTo>
                    <a:lnTo>
                      <a:pt x="18" y="17"/>
                    </a:lnTo>
                    <a:lnTo>
                      <a:pt x="97" y="0"/>
                    </a:lnTo>
                    <a:lnTo>
                      <a:pt x="97" y="0"/>
                    </a:lnTo>
                    <a:lnTo>
                      <a:pt x="106" y="8"/>
                    </a:lnTo>
                    <a:lnTo>
                      <a:pt x="97" y="17"/>
                    </a:lnTo>
                    <a:lnTo>
                      <a:pt x="97" y="26"/>
                    </a:lnTo>
                    <a:lnTo>
                      <a:pt x="106" y="26"/>
                    </a:lnTo>
                    <a:lnTo>
                      <a:pt x="106" y="35"/>
                    </a:lnTo>
                    <a:lnTo>
                      <a:pt x="106" y="35"/>
                    </a:lnTo>
                    <a:lnTo>
                      <a:pt x="106" y="44"/>
                    </a:lnTo>
                    <a:lnTo>
                      <a:pt x="97" y="53"/>
                    </a:lnTo>
                    <a:lnTo>
                      <a:pt x="88" y="53"/>
                    </a:lnTo>
                    <a:lnTo>
                      <a:pt x="88" y="61"/>
                    </a:lnTo>
                    <a:lnTo>
                      <a:pt x="88" y="70"/>
                    </a:lnTo>
                    <a:lnTo>
                      <a:pt x="88" y="79"/>
                    </a:lnTo>
                    <a:lnTo>
                      <a:pt x="88" y="88"/>
                    </a:lnTo>
                    <a:lnTo>
                      <a:pt x="88" y="88"/>
                    </a:lnTo>
                    <a:lnTo>
                      <a:pt x="88" y="97"/>
                    </a:lnTo>
                    <a:lnTo>
                      <a:pt x="88" y="97"/>
                    </a:lnTo>
                    <a:lnTo>
                      <a:pt x="88" y="106"/>
                    </a:lnTo>
                    <a:lnTo>
                      <a:pt x="79" y="114"/>
                    </a:lnTo>
                    <a:lnTo>
                      <a:pt x="88" y="114"/>
                    </a:lnTo>
                    <a:lnTo>
                      <a:pt x="79" y="123"/>
                    </a:lnTo>
                    <a:lnTo>
                      <a:pt x="88" y="141"/>
                    </a:lnTo>
                    <a:lnTo>
                      <a:pt x="88" y="150"/>
                    </a:lnTo>
                    <a:lnTo>
                      <a:pt x="88" y="168"/>
                    </a:lnTo>
                    <a:lnTo>
                      <a:pt x="88" y="168"/>
                    </a:lnTo>
                    <a:lnTo>
                      <a:pt x="88" y="176"/>
                    </a:lnTo>
                    <a:lnTo>
                      <a:pt x="88" y="185"/>
                    </a:lnTo>
                    <a:lnTo>
                      <a:pt x="97" y="185"/>
                    </a:lnTo>
                    <a:lnTo>
                      <a:pt x="53" y="194"/>
                    </a:lnTo>
                    <a:lnTo>
                      <a:pt x="44" y="194"/>
                    </a:lnTo>
                    <a:lnTo>
                      <a:pt x="44" y="185"/>
                    </a:lnTo>
                    <a:lnTo>
                      <a:pt x="35" y="141"/>
                    </a:lnTo>
                    <a:lnTo>
                      <a:pt x="26" y="132"/>
                    </a:lnTo>
                    <a:lnTo>
                      <a:pt x="26" y="141"/>
                    </a:lnTo>
                    <a:lnTo>
                      <a:pt x="26" y="132"/>
                    </a:lnTo>
                    <a:lnTo>
                      <a:pt x="26" y="123"/>
                    </a:lnTo>
                    <a:lnTo>
                      <a:pt x="18" y="114"/>
                    </a:lnTo>
                    <a:lnTo>
                      <a:pt x="18" y="106"/>
                    </a:lnTo>
                    <a:lnTo>
                      <a:pt x="18" y="97"/>
                    </a:lnTo>
                    <a:lnTo>
                      <a:pt x="18" y="88"/>
                    </a:lnTo>
                    <a:lnTo>
                      <a:pt x="18" y="88"/>
                    </a:lnTo>
                    <a:lnTo>
                      <a:pt x="18" y="79"/>
                    </a:lnTo>
                    <a:lnTo>
                      <a:pt x="18" y="70"/>
                    </a:lnTo>
                    <a:lnTo>
                      <a:pt x="18" y="70"/>
                    </a:lnTo>
                    <a:lnTo>
                      <a:pt x="18" y="61"/>
                    </a:lnTo>
                    <a:lnTo>
                      <a:pt x="9" y="61"/>
                    </a:lnTo>
                    <a:lnTo>
                      <a:pt x="9" y="53"/>
                    </a:lnTo>
                    <a:lnTo>
                      <a:pt x="9" y="44"/>
                    </a:lnTo>
                    <a:lnTo>
                      <a:pt x="0" y="35"/>
                    </a:lnTo>
                    <a:lnTo>
                      <a:pt x="0" y="35"/>
                    </a:lnTo>
                    <a:lnTo>
                      <a:pt x="0" y="26"/>
                    </a:lnTo>
                    <a:lnTo>
                      <a:pt x="0" y="2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25"/>
              <p:cNvSpPr>
                <a:spLocks/>
              </p:cNvSpPr>
              <p:nvPr/>
            </p:nvSpPr>
            <p:spPr bwMode="auto">
              <a:xfrm>
                <a:off x="1555638" y="2414138"/>
                <a:ext cx="460180" cy="593001"/>
              </a:xfrm>
              <a:custGeom>
                <a:avLst/>
                <a:gdLst/>
                <a:ahLst/>
                <a:cxnLst>
                  <a:cxn ang="0">
                    <a:pos x="0" y="397"/>
                  </a:cxn>
                  <a:cxn ang="0">
                    <a:pos x="70" y="0"/>
                  </a:cxn>
                  <a:cxn ang="0">
                    <a:pos x="88" y="8"/>
                  </a:cxn>
                  <a:cxn ang="0">
                    <a:pos x="176" y="17"/>
                  </a:cxn>
                  <a:cxn ang="0">
                    <a:pos x="238" y="26"/>
                  </a:cxn>
                  <a:cxn ang="0">
                    <a:pos x="229" y="106"/>
                  </a:cxn>
                  <a:cxn ang="0">
                    <a:pos x="343" y="123"/>
                  </a:cxn>
                  <a:cxn ang="0">
                    <a:pos x="308" y="442"/>
                  </a:cxn>
                  <a:cxn ang="0">
                    <a:pos x="220" y="433"/>
                  </a:cxn>
                  <a:cxn ang="0">
                    <a:pos x="141" y="415"/>
                  </a:cxn>
                  <a:cxn ang="0">
                    <a:pos x="53" y="406"/>
                  </a:cxn>
                  <a:cxn ang="0">
                    <a:pos x="0" y="397"/>
                  </a:cxn>
                </a:cxnLst>
                <a:rect l="0" t="0" r="r" b="b"/>
                <a:pathLst>
                  <a:path w="343" h="442">
                    <a:moveTo>
                      <a:pt x="0" y="397"/>
                    </a:moveTo>
                    <a:lnTo>
                      <a:pt x="70" y="0"/>
                    </a:lnTo>
                    <a:lnTo>
                      <a:pt x="88" y="8"/>
                    </a:lnTo>
                    <a:lnTo>
                      <a:pt x="176" y="17"/>
                    </a:lnTo>
                    <a:lnTo>
                      <a:pt x="238" y="26"/>
                    </a:lnTo>
                    <a:lnTo>
                      <a:pt x="229" y="106"/>
                    </a:lnTo>
                    <a:lnTo>
                      <a:pt x="343" y="123"/>
                    </a:lnTo>
                    <a:lnTo>
                      <a:pt x="308" y="442"/>
                    </a:lnTo>
                    <a:lnTo>
                      <a:pt x="220" y="433"/>
                    </a:lnTo>
                    <a:lnTo>
                      <a:pt x="141" y="415"/>
                    </a:lnTo>
                    <a:lnTo>
                      <a:pt x="53" y="406"/>
                    </a:lnTo>
                    <a:lnTo>
                      <a:pt x="0" y="39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26"/>
              <p:cNvSpPr>
                <a:spLocks/>
              </p:cNvSpPr>
              <p:nvPr/>
            </p:nvSpPr>
            <p:spPr bwMode="auto">
              <a:xfrm>
                <a:off x="1555638" y="2414138"/>
                <a:ext cx="460180" cy="593001"/>
              </a:xfrm>
              <a:custGeom>
                <a:avLst/>
                <a:gdLst/>
                <a:ahLst/>
                <a:cxnLst>
                  <a:cxn ang="0">
                    <a:pos x="0" y="397"/>
                  </a:cxn>
                  <a:cxn ang="0">
                    <a:pos x="70" y="0"/>
                  </a:cxn>
                  <a:cxn ang="0">
                    <a:pos x="88" y="8"/>
                  </a:cxn>
                  <a:cxn ang="0">
                    <a:pos x="176" y="17"/>
                  </a:cxn>
                  <a:cxn ang="0">
                    <a:pos x="238" y="26"/>
                  </a:cxn>
                  <a:cxn ang="0">
                    <a:pos x="229" y="106"/>
                  </a:cxn>
                  <a:cxn ang="0">
                    <a:pos x="343" y="123"/>
                  </a:cxn>
                  <a:cxn ang="0">
                    <a:pos x="308" y="442"/>
                  </a:cxn>
                  <a:cxn ang="0">
                    <a:pos x="220" y="433"/>
                  </a:cxn>
                  <a:cxn ang="0">
                    <a:pos x="141" y="415"/>
                  </a:cxn>
                  <a:cxn ang="0">
                    <a:pos x="53" y="406"/>
                  </a:cxn>
                  <a:cxn ang="0">
                    <a:pos x="0" y="397"/>
                  </a:cxn>
                </a:cxnLst>
                <a:rect l="0" t="0" r="r" b="b"/>
                <a:pathLst>
                  <a:path w="343" h="442">
                    <a:moveTo>
                      <a:pt x="0" y="397"/>
                    </a:moveTo>
                    <a:lnTo>
                      <a:pt x="70" y="0"/>
                    </a:lnTo>
                    <a:lnTo>
                      <a:pt x="88" y="8"/>
                    </a:lnTo>
                    <a:lnTo>
                      <a:pt x="176" y="17"/>
                    </a:lnTo>
                    <a:lnTo>
                      <a:pt x="238" y="26"/>
                    </a:lnTo>
                    <a:lnTo>
                      <a:pt x="229" y="106"/>
                    </a:lnTo>
                    <a:lnTo>
                      <a:pt x="343" y="123"/>
                    </a:lnTo>
                    <a:lnTo>
                      <a:pt x="308" y="442"/>
                    </a:lnTo>
                    <a:lnTo>
                      <a:pt x="220" y="433"/>
                    </a:lnTo>
                    <a:lnTo>
                      <a:pt x="141" y="415"/>
                    </a:lnTo>
                    <a:lnTo>
                      <a:pt x="53" y="406"/>
                    </a:lnTo>
                    <a:lnTo>
                      <a:pt x="0" y="39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9"/>
              <p:cNvSpPr>
                <a:spLocks/>
              </p:cNvSpPr>
              <p:nvPr/>
            </p:nvSpPr>
            <p:spPr bwMode="auto">
              <a:xfrm>
                <a:off x="3538570" y="3007139"/>
                <a:ext cx="720457" cy="260277"/>
              </a:xfrm>
              <a:custGeom>
                <a:avLst/>
                <a:gdLst/>
                <a:ahLst/>
                <a:cxnLst>
                  <a:cxn ang="0">
                    <a:pos x="0" y="194"/>
                  </a:cxn>
                  <a:cxn ang="0">
                    <a:pos x="9" y="185"/>
                  </a:cxn>
                  <a:cxn ang="0">
                    <a:pos x="18" y="176"/>
                  </a:cxn>
                  <a:cxn ang="0">
                    <a:pos x="18" y="159"/>
                  </a:cxn>
                  <a:cxn ang="0">
                    <a:pos x="9" y="159"/>
                  </a:cxn>
                  <a:cxn ang="0">
                    <a:pos x="18" y="159"/>
                  </a:cxn>
                  <a:cxn ang="0">
                    <a:pos x="18" y="150"/>
                  </a:cxn>
                  <a:cxn ang="0">
                    <a:pos x="27" y="141"/>
                  </a:cxn>
                  <a:cxn ang="0">
                    <a:pos x="27" y="132"/>
                  </a:cxn>
                  <a:cxn ang="0">
                    <a:pos x="27" y="132"/>
                  </a:cxn>
                  <a:cxn ang="0">
                    <a:pos x="35" y="123"/>
                  </a:cxn>
                  <a:cxn ang="0">
                    <a:pos x="35" y="115"/>
                  </a:cxn>
                  <a:cxn ang="0">
                    <a:pos x="35" y="106"/>
                  </a:cxn>
                  <a:cxn ang="0">
                    <a:pos x="44" y="97"/>
                  </a:cxn>
                  <a:cxn ang="0">
                    <a:pos x="44" y="88"/>
                  </a:cxn>
                  <a:cxn ang="0">
                    <a:pos x="44" y="79"/>
                  </a:cxn>
                  <a:cxn ang="0">
                    <a:pos x="44" y="70"/>
                  </a:cxn>
                  <a:cxn ang="0">
                    <a:pos x="44" y="70"/>
                  </a:cxn>
                  <a:cxn ang="0">
                    <a:pos x="141" y="62"/>
                  </a:cxn>
                  <a:cxn ang="0">
                    <a:pos x="132" y="44"/>
                  </a:cxn>
                  <a:cxn ang="0">
                    <a:pos x="150" y="44"/>
                  </a:cxn>
                  <a:cxn ang="0">
                    <a:pos x="203" y="44"/>
                  </a:cxn>
                  <a:cxn ang="0">
                    <a:pos x="264" y="35"/>
                  </a:cxn>
                  <a:cxn ang="0">
                    <a:pos x="308" y="26"/>
                  </a:cxn>
                  <a:cxn ang="0">
                    <a:pos x="361" y="26"/>
                  </a:cxn>
                  <a:cxn ang="0">
                    <a:pos x="405" y="26"/>
                  </a:cxn>
                  <a:cxn ang="0">
                    <a:pos x="431" y="17"/>
                  </a:cxn>
                  <a:cxn ang="0">
                    <a:pos x="484" y="8"/>
                  </a:cxn>
                  <a:cxn ang="0">
                    <a:pos x="528" y="0"/>
                  </a:cxn>
                  <a:cxn ang="0">
                    <a:pos x="528" y="8"/>
                  </a:cxn>
                  <a:cxn ang="0">
                    <a:pos x="528" y="26"/>
                  </a:cxn>
                  <a:cxn ang="0">
                    <a:pos x="519" y="26"/>
                  </a:cxn>
                  <a:cxn ang="0">
                    <a:pos x="511" y="44"/>
                  </a:cxn>
                  <a:cxn ang="0">
                    <a:pos x="502" y="44"/>
                  </a:cxn>
                  <a:cxn ang="0">
                    <a:pos x="493" y="53"/>
                  </a:cxn>
                  <a:cxn ang="0">
                    <a:pos x="484" y="62"/>
                  </a:cxn>
                  <a:cxn ang="0">
                    <a:pos x="475" y="62"/>
                  </a:cxn>
                  <a:cxn ang="0">
                    <a:pos x="467" y="62"/>
                  </a:cxn>
                  <a:cxn ang="0">
                    <a:pos x="467" y="70"/>
                  </a:cxn>
                  <a:cxn ang="0">
                    <a:pos x="458" y="79"/>
                  </a:cxn>
                  <a:cxn ang="0">
                    <a:pos x="431" y="97"/>
                  </a:cxn>
                  <a:cxn ang="0">
                    <a:pos x="414" y="106"/>
                  </a:cxn>
                  <a:cxn ang="0">
                    <a:pos x="405" y="115"/>
                  </a:cxn>
                  <a:cxn ang="0">
                    <a:pos x="396" y="123"/>
                  </a:cxn>
                  <a:cxn ang="0">
                    <a:pos x="387" y="132"/>
                  </a:cxn>
                  <a:cxn ang="0">
                    <a:pos x="361" y="159"/>
                  </a:cxn>
                  <a:cxn ang="0">
                    <a:pos x="229" y="168"/>
                  </a:cxn>
                  <a:cxn ang="0">
                    <a:pos x="141" y="176"/>
                  </a:cxn>
                  <a:cxn ang="0">
                    <a:pos x="88" y="185"/>
                  </a:cxn>
                </a:cxnLst>
                <a:rect l="0" t="0" r="r" b="b"/>
                <a:pathLst>
                  <a:path w="537" h="194">
                    <a:moveTo>
                      <a:pt x="0" y="194"/>
                    </a:moveTo>
                    <a:lnTo>
                      <a:pt x="0" y="194"/>
                    </a:lnTo>
                    <a:lnTo>
                      <a:pt x="9" y="185"/>
                    </a:lnTo>
                    <a:lnTo>
                      <a:pt x="9" y="185"/>
                    </a:lnTo>
                    <a:lnTo>
                      <a:pt x="18" y="176"/>
                    </a:lnTo>
                    <a:lnTo>
                      <a:pt x="18" y="176"/>
                    </a:lnTo>
                    <a:lnTo>
                      <a:pt x="18" y="168"/>
                    </a:lnTo>
                    <a:lnTo>
                      <a:pt x="18" y="159"/>
                    </a:lnTo>
                    <a:lnTo>
                      <a:pt x="9" y="159"/>
                    </a:lnTo>
                    <a:lnTo>
                      <a:pt x="9" y="159"/>
                    </a:lnTo>
                    <a:lnTo>
                      <a:pt x="18" y="150"/>
                    </a:lnTo>
                    <a:lnTo>
                      <a:pt x="18" y="159"/>
                    </a:lnTo>
                    <a:lnTo>
                      <a:pt x="18" y="150"/>
                    </a:lnTo>
                    <a:lnTo>
                      <a:pt x="18" y="150"/>
                    </a:lnTo>
                    <a:lnTo>
                      <a:pt x="18" y="150"/>
                    </a:lnTo>
                    <a:lnTo>
                      <a:pt x="27" y="141"/>
                    </a:lnTo>
                    <a:lnTo>
                      <a:pt x="27" y="141"/>
                    </a:lnTo>
                    <a:lnTo>
                      <a:pt x="27" y="132"/>
                    </a:lnTo>
                    <a:lnTo>
                      <a:pt x="27" y="132"/>
                    </a:lnTo>
                    <a:lnTo>
                      <a:pt x="27" y="132"/>
                    </a:lnTo>
                    <a:lnTo>
                      <a:pt x="27" y="132"/>
                    </a:lnTo>
                    <a:lnTo>
                      <a:pt x="35" y="123"/>
                    </a:lnTo>
                    <a:lnTo>
                      <a:pt x="35" y="115"/>
                    </a:lnTo>
                    <a:lnTo>
                      <a:pt x="35" y="115"/>
                    </a:lnTo>
                    <a:lnTo>
                      <a:pt x="35" y="115"/>
                    </a:lnTo>
                    <a:lnTo>
                      <a:pt x="35" y="106"/>
                    </a:lnTo>
                    <a:lnTo>
                      <a:pt x="35" y="97"/>
                    </a:lnTo>
                    <a:lnTo>
                      <a:pt x="44" y="97"/>
                    </a:lnTo>
                    <a:lnTo>
                      <a:pt x="35" y="88"/>
                    </a:lnTo>
                    <a:lnTo>
                      <a:pt x="44" y="88"/>
                    </a:lnTo>
                    <a:lnTo>
                      <a:pt x="44" y="79"/>
                    </a:lnTo>
                    <a:lnTo>
                      <a:pt x="44" y="79"/>
                    </a:lnTo>
                    <a:lnTo>
                      <a:pt x="44" y="70"/>
                    </a:lnTo>
                    <a:lnTo>
                      <a:pt x="44" y="70"/>
                    </a:lnTo>
                    <a:lnTo>
                      <a:pt x="44" y="70"/>
                    </a:lnTo>
                    <a:lnTo>
                      <a:pt x="44" y="70"/>
                    </a:lnTo>
                    <a:lnTo>
                      <a:pt x="53" y="70"/>
                    </a:lnTo>
                    <a:lnTo>
                      <a:pt x="141" y="62"/>
                    </a:lnTo>
                    <a:lnTo>
                      <a:pt x="141" y="53"/>
                    </a:lnTo>
                    <a:lnTo>
                      <a:pt x="132" y="44"/>
                    </a:lnTo>
                    <a:lnTo>
                      <a:pt x="141" y="44"/>
                    </a:lnTo>
                    <a:lnTo>
                      <a:pt x="150" y="44"/>
                    </a:lnTo>
                    <a:lnTo>
                      <a:pt x="176" y="44"/>
                    </a:lnTo>
                    <a:lnTo>
                      <a:pt x="203" y="44"/>
                    </a:lnTo>
                    <a:lnTo>
                      <a:pt x="238" y="35"/>
                    </a:lnTo>
                    <a:lnTo>
                      <a:pt x="264" y="35"/>
                    </a:lnTo>
                    <a:lnTo>
                      <a:pt x="299" y="35"/>
                    </a:lnTo>
                    <a:lnTo>
                      <a:pt x="308" y="26"/>
                    </a:lnTo>
                    <a:lnTo>
                      <a:pt x="343" y="26"/>
                    </a:lnTo>
                    <a:lnTo>
                      <a:pt x="361" y="26"/>
                    </a:lnTo>
                    <a:lnTo>
                      <a:pt x="379" y="26"/>
                    </a:lnTo>
                    <a:lnTo>
                      <a:pt x="405" y="26"/>
                    </a:lnTo>
                    <a:lnTo>
                      <a:pt x="405" y="17"/>
                    </a:lnTo>
                    <a:lnTo>
                      <a:pt x="431" y="17"/>
                    </a:lnTo>
                    <a:lnTo>
                      <a:pt x="440" y="17"/>
                    </a:lnTo>
                    <a:lnTo>
                      <a:pt x="484" y="8"/>
                    </a:lnTo>
                    <a:lnTo>
                      <a:pt x="511" y="8"/>
                    </a:lnTo>
                    <a:lnTo>
                      <a:pt x="528" y="0"/>
                    </a:lnTo>
                    <a:lnTo>
                      <a:pt x="537" y="0"/>
                    </a:lnTo>
                    <a:lnTo>
                      <a:pt x="528" y="8"/>
                    </a:lnTo>
                    <a:lnTo>
                      <a:pt x="528" y="17"/>
                    </a:lnTo>
                    <a:lnTo>
                      <a:pt x="528" y="26"/>
                    </a:lnTo>
                    <a:lnTo>
                      <a:pt x="528" y="26"/>
                    </a:lnTo>
                    <a:lnTo>
                      <a:pt x="519" y="26"/>
                    </a:lnTo>
                    <a:lnTo>
                      <a:pt x="519" y="44"/>
                    </a:lnTo>
                    <a:lnTo>
                      <a:pt x="511" y="44"/>
                    </a:lnTo>
                    <a:lnTo>
                      <a:pt x="511" y="44"/>
                    </a:lnTo>
                    <a:lnTo>
                      <a:pt x="502" y="44"/>
                    </a:lnTo>
                    <a:lnTo>
                      <a:pt x="493" y="53"/>
                    </a:lnTo>
                    <a:lnTo>
                      <a:pt x="493" y="53"/>
                    </a:lnTo>
                    <a:lnTo>
                      <a:pt x="484" y="62"/>
                    </a:lnTo>
                    <a:lnTo>
                      <a:pt x="484" y="62"/>
                    </a:lnTo>
                    <a:lnTo>
                      <a:pt x="475" y="53"/>
                    </a:lnTo>
                    <a:lnTo>
                      <a:pt x="475" y="62"/>
                    </a:lnTo>
                    <a:lnTo>
                      <a:pt x="475" y="62"/>
                    </a:lnTo>
                    <a:lnTo>
                      <a:pt x="467" y="62"/>
                    </a:lnTo>
                    <a:lnTo>
                      <a:pt x="467" y="62"/>
                    </a:lnTo>
                    <a:lnTo>
                      <a:pt x="467" y="70"/>
                    </a:lnTo>
                    <a:lnTo>
                      <a:pt x="458" y="79"/>
                    </a:lnTo>
                    <a:lnTo>
                      <a:pt x="458" y="79"/>
                    </a:lnTo>
                    <a:lnTo>
                      <a:pt x="449" y="88"/>
                    </a:lnTo>
                    <a:lnTo>
                      <a:pt x="431" y="97"/>
                    </a:lnTo>
                    <a:lnTo>
                      <a:pt x="431" y="106"/>
                    </a:lnTo>
                    <a:lnTo>
                      <a:pt x="414" y="106"/>
                    </a:lnTo>
                    <a:lnTo>
                      <a:pt x="405" y="106"/>
                    </a:lnTo>
                    <a:lnTo>
                      <a:pt x="405" y="115"/>
                    </a:lnTo>
                    <a:lnTo>
                      <a:pt x="405" y="115"/>
                    </a:lnTo>
                    <a:lnTo>
                      <a:pt x="396" y="123"/>
                    </a:lnTo>
                    <a:lnTo>
                      <a:pt x="396" y="132"/>
                    </a:lnTo>
                    <a:lnTo>
                      <a:pt x="387" y="132"/>
                    </a:lnTo>
                    <a:lnTo>
                      <a:pt x="387" y="150"/>
                    </a:lnTo>
                    <a:lnTo>
                      <a:pt x="361" y="159"/>
                    </a:lnTo>
                    <a:lnTo>
                      <a:pt x="299" y="159"/>
                    </a:lnTo>
                    <a:lnTo>
                      <a:pt x="229" y="168"/>
                    </a:lnTo>
                    <a:lnTo>
                      <a:pt x="141" y="176"/>
                    </a:lnTo>
                    <a:lnTo>
                      <a:pt x="141" y="176"/>
                    </a:lnTo>
                    <a:lnTo>
                      <a:pt x="141" y="176"/>
                    </a:lnTo>
                    <a:lnTo>
                      <a:pt x="88" y="185"/>
                    </a:lnTo>
                    <a:lnTo>
                      <a:pt x="0" y="19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0"/>
              <p:cNvSpPr>
                <a:spLocks/>
              </p:cNvSpPr>
              <p:nvPr/>
            </p:nvSpPr>
            <p:spPr bwMode="auto">
              <a:xfrm>
                <a:off x="3538570" y="3007139"/>
                <a:ext cx="720457" cy="260277"/>
              </a:xfrm>
              <a:custGeom>
                <a:avLst/>
                <a:gdLst/>
                <a:ahLst/>
                <a:cxnLst>
                  <a:cxn ang="0">
                    <a:pos x="0" y="194"/>
                  </a:cxn>
                  <a:cxn ang="0">
                    <a:pos x="9" y="185"/>
                  </a:cxn>
                  <a:cxn ang="0">
                    <a:pos x="18" y="176"/>
                  </a:cxn>
                  <a:cxn ang="0">
                    <a:pos x="18" y="159"/>
                  </a:cxn>
                  <a:cxn ang="0">
                    <a:pos x="9" y="159"/>
                  </a:cxn>
                  <a:cxn ang="0">
                    <a:pos x="18" y="159"/>
                  </a:cxn>
                  <a:cxn ang="0">
                    <a:pos x="18" y="150"/>
                  </a:cxn>
                  <a:cxn ang="0">
                    <a:pos x="27" y="141"/>
                  </a:cxn>
                  <a:cxn ang="0">
                    <a:pos x="27" y="132"/>
                  </a:cxn>
                  <a:cxn ang="0">
                    <a:pos x="27" y="132"/>
                  </a:cxn>
                  <a:cxn ang="0">
                    <a:pos x="35" y="123"/>
                  </a:cxn>
                  <a:cxn ang="0">
                    <a:pos x="35" y="115"/>
                  </a:cxn>
                  <a:cxn ang="0">
                    <a:pos x="35" y="106"/>
                  </a:cxn>
                  <a:cxn ang="0">
                    <a:pos x="44" y="97"/>
                  </a:cxn>
                  <a:cxn ang="0">
                    <a:pos x="44" y="88"/>
                  </a:cxn>
                  <a:cxn ang="0">
                    <a:pos x="44" y="79"/>
                  </a:cxn>
                  <a:cxn ang="0">
                    <a:pos x="44" y="70"/>
                  </a:cxn>
                  <a:cxn ang="0">
                    <a:pos x="44" y="70"/>
                  </a:cxn>
                  <a:cxn ang="0">
                    <a:pos x="141" y="62"/>
                  </a:cxn>
                  <a:cxn ang="0">
                    <a:pos x="132" y="44"/>
                  </a:cxn>
                  <a:cxn ang="0">
                    <a:pos x="150" y="44"/>
                  </a:cxn>
                  <a:cxn ang="0">
                    <a:pos x="203" y="44"/>
                  </a:cxn>
                  <a:cxn ang="0">
                    <a:pos x="264" y="35"/>
                  </a:cxn>
                  <a:cxn ang="0">
                    <a:pos x="308" y="26"/>
                  </a:cxn>
                  <a:cxn ang="0">
                    <a:pos x="361" y="26"/>
                  </a:cxn>
                  <a:cxn ang="0">
                    <a:pos x="405" y="26"/>
                  </a:cxn>
                  <a:cxn ang="0">
                    <a:pos x="431" y="17"/>
                  </a:cxn>
                  <a:cxn ang="0">
                    <a:pos x="484" y="8"/>
                  </a:cxn>
                  <a:cxn ang="0">
                    <a:pos x="528" y="0"/>
                  </a:cxn>
                  <a:cxn ang="0">
                    <a:pos x="528" y="8"/>
                  </a:cxn>
                  <a:cxn ang="0">
                    <a:pos x="528" y="26"/>
                  </a:cxn>
                  <a:cxn ang="0">
                    <a:pos x="519" y="26"/>
                  </a:cxn>
                  <a:cxn ang="0">
                    <a:pos x="511" y="44"/>
                  </a:cxn>
                  <a:cxn ang="0">
                    <a:pos x="502" y="44"/>
                  </a:cxn>
                  <a:cxn ang="0">
                    <a:pos x="493" y="53"/>
                  </a:cxn>
                  <a:cxn ang="0">
                    <a:pos x="484" y="62"/>
                  </a:cxn>
                  <a:cxn ang="0">
                    <a:pos x="475" y="62"/>
                  </a:cxn>
                  <a:cxn ang="0">
                    <a:pos x="467" y="62"/>
                  </a:cxn>
                  <a:cxn ang="0">
                    <a:pos x="467" y="70"/>
                  </a:cxn>
                  <a:cxn ang="0">
                    <a:pos x="458" y="79"/>
                  </a:cxn>
                  <a:cxn ang="0">
                    <a:pos x="431" y="97"/>
                  </a:cxn>
                  <a:cxn ang="0">
                    <a:pos x="414" y="106"/>
                  </a:cxn>
                  <a:cxn ang="0">
                    <a:pos x="405" y="115"/>
                  </a:cxn>
                  <a:cxn ang="0">
                    <a:pos x="396" y="123"/>
                  </a:cxn>
                  <a:cxn ang="0">
                    <a:pos x="387" y="132"/>
                  </a:cxn>
                  <a:cxn ang="0">
                    <a:pos x="361" y="159"/>
                  </a:cxn>
                  <a:cxn ang="0">
                    <a:pos x="229" y="168"/>
                  </a:cxn>
                  <a:cxn ang="0">
                    <a:pos x="141" y="176"/>
                  </a:cxn>
                  <a:cxn ang="0">
                    <a:pos x="88" y="185"/>
                  </a:cxn>
                </a:cxnLst>
                <a:rect l="0" t="0" r="r" b="b"/>
                <a:pathLst>
                  <a:path w="537" h="194">
                    <a:moveTo>
                      <a:pt x="0" y="194"/>
                    </a:moveTo>
                    <a:lnTo>
                      <a:pt x="0" y="194"/>
                    </a:lnTo>
                    <a:lnTo>
                      <a:pt x="9" y="185"/>
                    </a:lnTo>
                    <a:lnTo>
                      <a:pt x="9" y="185"/>
                    </a:lnTo>
                    <a:lnTo>
                      <a:pt x="18" y="176"/>
                    </a:lnTo>
                    <a:lnTo>
                      <a:pt x="18" y="176"/>
                    </a:lnTo>
                    <a:lnTo>
                      <a:pt x="18" y="168"/>
                    </a:lnTo>
                    <a:lnTo>
                      <a:pt x="18" y="159"/>
                    </a:lnTo>
                    <a:lnTo>
                      <a:pt x="9" y="159"/>
                    </a:lnTo>
                    <a:lnTo>
                      <a:pt x="9" y="159"/>
                    </a:lnTo>
                    <a:lnTo>
                      <a:pt x="18" y="150"/>
                    </a:lnTo>
                    <a:lnTo>
                      <a:pt x="18" y="159"/>
                    </a:lnTo>
                    <a:lnTo>
                      <a:pt x="18" y="150"/>
                    </a:lnTo>
                    <a:lnTo>
                      <a:pt x="18" y="150"/>
                    </a:lnTo>
                    <a:lnTo>
                      <a:pt x="18" y="150"/>
                    </a:lnTo>
                    <a:lnTo>
                      <a:pt x="27" y="141"/>
                    </a:lnTo>
                    <a:lnTo>
                      <a:pt x="27" y="141"/>
                    </a:lnTo>
                    <a:lnTo>
                      <a:pt x="27" y="132"/>
                    </a:lnTo>
                    <a:lnTo>
                      <a:pt x="27" y="132"/>
                    </a:lnTo>
                    <a:lnTo>
                      <a:pt x="27" y="132"/>
                    </a:lnTo>
                    <a:lnTo>
                      <a:pt x="27" y="132"/>
                    </a:lnTo>
                    <a:lnTo>
                      <a:pt x="35" y="123"/>
                    </a:lnTo>
                    <a:lnTo>
                      <a:pt x="35" y="115"/>
                    </a:lnTo>
                    <a:lnTo>
                      <a:pt x="35" y="115"/>
                    </a:lnTo>
                    <a:lnTo>
                      <a:pt x="35" y="115"/>
                    </a:lnTo>
                    <a:lnTo>
                      <a:pt x="35" y="106"/>
                    </a:lnTo>
                    <a:lnTo>
                      <a:pt x="35" y="97"/>
                    </a:lnTo>
                    <a:lnTo>
                      <a:pt x="44" y="97"/>
                    </a:lnTo>
                    <a:lnTo>
                      <a:pt x="35" y="88"/>
                    </a:lnTo>
                    <a:lnTo>
                      <a:pt x="44" y="88"/>
                    </a:lnTo>
                    <a:lnTo>
                      <a:pt x="44" y="79"/>
                    </a:lnTo>
                    <a:lnTo>
                      <a:pt x="44" y="79"/>
                    </a:lnTo>
                    <a:lnTo>
                      <a:pt x="44" y="70"/>
                    </a:lnTo>
                    <a:lnTo>
                      <a:pt x="44" y="70"/>
                    </a:lnTo>
                    <a:lnTo>
                      <a:pt x="44" y="70"/>
                    </a:lnTo>
                    <a:lnTo>
                      <a:pt x="44" y="70"/>
                    </a:lnTo>
                    <a:lnTo>
                      <a:pt x="53" y="70"/>
                    </a:lnTo>
                    <a:lnTo>
                      <a:pt x="141" y="62"/>
                    </a:lnTo>
                    <a:lnTo>
                      <a:pt x="141" y="53"/>
                    </a:lnTo>
                    <a:lnTo>
                      <a:pt x="132" y="44"/>
                    </a:lnTo>
                    <a:lnTo>
                      <a:pt x="141" y="44"/>
                    </a:lnTo>
                    <a:lnTo>
                      <a:pt x="150" y="44"/>
                    </a:lnTo>
                    <a:lnTo>
                      <a:pt x="176" y="44"/>
                    </a:lnTo>
                    <a:lnTo>
                      <a:pt x="203" y="44"/>
                    </a:lnTo>
                    <a:lnTo>
                      <a:pt x="238" y="35"/>
                    </a:lnTo>
                    <a:lnTo>
                      <a:pt x="264" y="35"/>
                    </a:lnTo>
                    <a:lnTo>
                      <a:pt x="299" y="35"/>
                    </a:lnTo>
                    <a:lnTo>
                      <a:pt x="308" y="26"/>
                    </a:lnTo>
                    <a:lnTo>
                      <a:pt x="343" y="26"/>
                    </a:lnTo>
                    <a:lnTo>
                      <a:pt x="361" y="26"/>
                    </a:lnTo>
                    <a:lnTo>
                      <a:pt x="379" y="26"/>
                    </a:lnTo>
                    <a:lnTo>
                      <a:pt x="405" y="26"/>
                    </a:lnTo>
                    <a:lnTo>
                      <a:pt x="405" y="17"/>
                    </a:lnTo>
                    <a:lnTo>
                      <a:pt x="431" y="17"/>
                    </a:lnTo>
                    <a:lnTo>
                      <a:pt x="440" y="17"/>
                    </a:lnTo>
                    <a:lnTo>
                      <a:pt x="484" y="8"/>
                    </a:lnTo>
                    <a:lnTo>
                      <a:pt x="511" y="8"/>
                    </a:lnTo>
                    <a:lnTo>
                      <a:pt x="528" y="0"/>
                    </a:lnTo>
                    <a:lnTo>
                      <a:pt x="537" y="0"/>
                    </a:lnTo>
                    <a:lnTo>
                      <a:pt x="528" y="8"/>
                    </a:lnTo>
                    <a:lnTo>
                      <a:pt x="528" y="17"/>
                    </a:lnTo>
                    <a:lnTo>
                      <a:pt x="528" y="26"/>
                    </a:lnTo>
                    <a:lnTo>
                      <a:pt x="528" y="26"/>
                    </a:lnTo>
                    <a:lnTo>
                      <a:pt x="519" y="26"/>
                    </a:lnTo>
                    <a:lnTo>
                      <a:pt x="519" y="44"/>
                    </a:lnTo>
                    <a:lnTo>
                      <a:pt x="511" y="44"/>
                    </a:lnTo>
                    <a:lnTo>
                      <a:pt x="511" y="44"/>
                    </a:lnTo>
                    <a:lnTo>
                      <a:pt x="502" y="44"/>
                    </a:lnTo>
                    <a:lnTo>
                      <a:pt x="493" y="53"/>
                    </a:lnTo>
                    <a:lnTo>
                      <a:pt x="493" y="53"/>
                    </a:lnTo>
                    <a:lnTo>
                      <a:pt x="484" y="62"/>
                    </a:lnTo>
                    <a:lnTo>
                      <a:pt x="484" y="62"/>
                    </a:lnTo>
                    <a:lnTo>
                      <a:pt x="475" y="53"/>
                    </a:lnTo>
                    <a:lnTo>
                      <a:pt x="475" y="62"/>
                    </a:lnTo>
                    <a:lnTo>
                      <a:pt x="475" y="62"/>
                    </a:lnTo>
                    <a:lnTo>
                      <a:pt x="467" y="62"/>
                    </a:lnTo>
                    <a:lnTo>
                      <a:pt x="467" y="62"/>
                    </a:lnTo>
                    <a:lnTo>
                      <a:pt x="467" y="70"/>
                    </a:lnTo>
                    <a:lnTo>
                      <a:pt x="458" y="79"/>
                    </a:lnTo>
                    <a:lnTo>
                      <a:pt x="458" y="79"/>
                    </a:lnTo>
                    <a:lnTo>
                      <a:pt x="449" y="88"/>
                    </a:lnTo>
                    <a:lnTo>
                      <a:pt x="431" y="97"/>
                    </a:lnTo>
                    <a:lnTo>
                      <a:pt x="431" y="106"/>
                    </a:lnTo>
                    <a:lnTo>
                      <a:pt x="414" y="106"/>
                    </a:lnTo>
                    <a:lnTo>
                      <a:pt x="405" y="106"/>
                    </a:lnTo>
                    <a:lnTo>
                      <a:pt x="405" y="115"/>
                    </a:lnTo>
                    <a:lnTo>
                      <a:pt x="405" y="115"/>
                    </a:lnTo>
                    <a:lnTo>
                      <a:pt x="396" y="123"/>
                    </a:lnTo>
                    <a:lnTo>
                      <a:pt x="396" y="132"/>
                    </a:lnTo>
                    <a:lnTo>
                      <a:pt x="387" y="132"/>
                    </a:lnTo>
                    <a:lnTo>
                      <a:pt x="387" y="150"/>
                    </a:lnTo>
                    <a:lnTo>
                      <a:pt x="361" y="159"/>
                    </a:lnTo>
                    <a:lnTo>
                      <a:pt x="299" y="159"/>
                    </a:lnTo>
                    <a:lnTo>
                      <a:pt x="229" y="168"/>
                    </a:lnTo>
                    <a:lnTo>
                      <a:pt x="141" y="176"/>
                    </a:lnTo>
                    <a:lnTo>
                      <a:pt x="141" y="176"/>
                    </a:lnTo>
                    <a:lnTo>
                      <a:pt x="141" y="176"/>
                    </a:lnTo>
                    <a:lnTo>
                      <a:pt x="88" y="185"/>
                    </a:lnTo>
                    <a:lnTo>
                      <a:pt x="0" y="194"/>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1"/>
              <p:cNvSpPr>
                <a:spLocks/>
              </p:cNvSpPr>
              <p:nvPr/>
            </p:nvSpPr>
            <p:spPr bwMode="auto">
              <a:xfrm>
                <a:off x="4140962" y="3149352"/>
                <a:ext cx="425298" cy="331383"/>
              </a:xfrm>
              <a:custGeom>
                <a:avLst/>
                <a:gdLst/>
                <a:ahLst/>
                <a:cxnLst>
                  <a:cxn ang="0">
                    <a:pos x="35" y="26"/>
                  </a:cxn>
                  <a:cxn ang="0">
                    <a:pos x="62" y="17"/>
                  </a:cxn>
                  <a:cxn ang="0">
                    <a:pos x="141" y="0"/>
                  </a:cxn>
                  <a:cxn ang="0">
                    <a:pos x="158" y="17"/>
                  </a:cxn>
                  <a:cxn ang="0">
                    <a:pos x="158" y="26"/>
                  </a:cxn>
                  <a:cxn ang="0">
                    <a:pos x="317" y="70"/>
                  </a:cxn>
                  <a:cxn ang="0">
                    <a:pos x="299" y="88"/>
                  </a:cxn>
                  <a:cxn ang="0">
                    <a:pos x="290" y="132"/>
                  </a:cxn>
                  <a:cxn ang="0">
                    <a:pos x="281" y="115"/>
                  </a:cxn>
                  <a:cxn ang="0">
                    <a:pos x="281" y="132"/>
                  </a:cxn>
                  <a:cxn ang="0">
                    <a:pos x="281" y="141"/>
                  </a:cxn>
                  <a:cxn ang="0">
                    <a:pos x="281" y="150"/>
                  </a:cxn>
                  <a:cxn ang="0">
                    <a:pos x="264" y="150"/>
                  </a:cxn>
                  <a:cxn ang="0">
                    <a:pos x="264" y="168"/>
                  </a:cxn>
                  <a:cxn ang="0">
                    <a:pos x="246" y="177"/>
                  </a:cxn>
                  <a:cxn ang="0">
                    <a:pos x="246" y="177"/>
                  </a:cxn>
                  <a:cxn ang="0">
                    <a:pos x="246" y="185"/>
                  </a:cxn>
                  <a:cxn ang="0">
                    <a:pos x="229" y="194"/>
                  </a:cxn>
                  <a:cxn ang="0">
                    <a:pos x="229" y="203"/>
                  </a:cxn>
                  <a:cxn ang="0">
                    <a:pos x="211" y="203"/>
                  </a:cxn>
                  <a:cxn ang="0">
                    <a:pos x="211" y="212"/>
                  </a:cxn>
                  <a:cxn ang="0">
                    <a:pos x="211" y="221"/>
                  </a:cxn>
                  <a:cxn ang="0">
                    <a:pos x="211" y="221"/>
                  </a:cxn>
                  <a:cxn ang="0">
                    <a:pos x="202" y="221"/>
                  </a:cxn>
                  <a:cxn ang="0">
                    <a:pos x="194" y="212"/>
                  </a:cxn>
                  <a:cxn ang="0">
                    <a:pos x="202" y="230"/>
                  </a:cxn>
                  <a:cxn ang="0">
                    <a:pos x="194" y="238"/>
                  </a:cxn>
                  <a:cxn ang="0">
                    <a:pos x="194" y="247"/>
                  </a:cxn>
                  <a:cxn ang="0">
                    <a:pos x="176" y="247"/>
                  </a:cxn>
                  <a:cxn ang="0">
                    <a:pos x="176" y="230"/>
                  </a:cxn>
                  <a:cxn ang="0">
                    <a:pos x="167" y="212"/>
                  </a:cxn>
                  <a:cxn ang="0">
                    <a:pos x="150" y="203"/>
                  </a:cxn>
                  <a:cxn ang="0">
                    <a:pos x="141" y="185"/>
                  </a:cxn>
                  <a:cxn ang="0">
                    <a:pos x="123" y="168"/>
                  </a:cxn>
                  <a:cxn ang="0">
                    <a:pos x="114" y="159"/>
                  </a:cxn>
                  <a:cxn ang="0">
                    <a:pos x="106" y="150"/>
                  </a:cxn>
                  <a:cxn ang="0">
                    <a:pos x="97" y="141"/>
                  </a:cxn>
                  <a:cxn ang="0">
                    <a:pos x="88" y="124"/>
                  </a:cxn>
                  <a:cxn ang="0">
                    <a:pos x="62" y="115"/>
                  </a:cxn>
                  <a:cxn ang="0">
                    <a:pos x="35" y="88"/>
                  </a:cxn>
                  <a:cxn ang="0">
                    <a:pos x="26" y="79"/>
                  </a:cxn>
                  <a:cxn ang="0">
                    <a:pos x="0" y="62"/>
                  </a:cxn>
                  <a:cxn ang="0">
                    <a:pos x="9" y="44"/>
                  </a:cxn>
                </a:cxnLst>
                <a:rect l="0" t="0" r="r" b="b"/>
                <a:pathLst>
                  <a:path w="317" h="247">
                    <a:moveTo>
                      <a:pt x="18" y="35"/>
                    </a:moveTo>
                    <a:lnTo>
                      <a:pt x="26" y="26"/>
                    </a:lnTo>
                    <a:lnTo>
                      <a:pt x="35" y="26"/>
                    </a:lnTo>
                    <a:lnTo>
                      <a:pt x="44" y="17"/>
                    </a:lnTo>
                    <a:lnTo>
                      <a:pt x="53" y="17"/>
                    </a:lnTo>
                    <a:lnTo>
                      <a:pt x="62" y="17"/>
                    </a:lnTo>
                    <a:lnTo>
                      <a:pt x="62" y="9"/>
                    </a:lnTo>
                    <a:lnTo>
                      <a:pt x="123" y="9"/>
                    </a:lnTo>
                    <a:lnTo>
                      <a:pt x="141" y="0"/>
                    </a:lnTo>
                    <a:lnTo>
                      <a:pt x="150" y="9"/>
                    </a:lnTo>
                    <a:lnTo>
                      <a:pt x="150" y="9"/>
                    </a:lnTo>
                    <a:lnTo>
                      <a:pt x="158" y="17"/>
                    </a:lnTo>
                    <a:lnTo>
                      <a:pt x="158" y="17"/>
                    </a:lnTo>
                    <a:lnTo>
                      <a:pt x="158" y="26"/>
                    </a:lnTo>
                    <a:lnTo>
                      <a:pt x="158" y="26"/>
                    </a:lnTo>
                    <a:lnTo>
                      <a:pt x="229" y="17"/>
                    </a:lnTo>
                    <a:lnTo>
                      <a:pt x="317" y="70"/>
                    </a:lnTo>
                    <a:lnTo>
                      <a:pt x="317" y="70"/>
                    </a:lnTo>
                    <a:lnTo>
                      <a:pt x="317" y="79"/>
                    </a:lnTo>
                    <a:lnTo>
                      <a:pt x="308" y="79"/>
                    </a:lnTo>
                    <a:lnTo>
                      <a:pt x="299" y="88"/>
                    </a:lnTo>
                    <a:lnTo>
                      <a:pt x="290" y="115"/>
                    </a:lnTo>
                    <a:lnTo>
                      <a:pt x="290" y="115"/>
                    </a:lnTo>
                    <a:lnTo>
                      <a:pt x="290" y="132"/>
                    </a:lnTo>
                    <a:lnTo>
                      <a:pt x="281" y="132"/>
                    </a:lnTo>
                    <a:lnTo>
                      <a:pt x="281" y="124"/>
                    </a:lnTo>
                    <a:lnTo>
                      <a:pt x="281" y="115"/>
                    </a:lnTo>
                    <a:lnTo>
                      <a:pt x="281" y="115"/>
                    </a:lnTo>
                    <a:lnTo>
                      <a:pt x="281" y="124"/>
                    </a:lnTo>
                    <a:lnTo>
                      <a:pt x="281" y="132"/>
                    </a:lnTo>
                    <a:lnTo>
                      <a:pt x="281" y="132"/>
                    </a:lnTo>
                    <a:lnTo>
                      <a:pt x="290" y="141"/>
                    </a:lnTo>
                    <a:lnTo>
                      <a:pt x="281" y="141"/>
                    </a:lnTo>
                    <a:lnTo>
                      <a:pt x="281" y="141"/>
                    </a:lnTo>
                    <a:lnTo>
                      <a:pt x="281" y="141"/>
                    </a:lnTo>
                    <a:lnTo>
                      <a:pt x="281" y="150"/>
                    </a:lnTo>
                    <a:lnTo>
                      <a:pt x="273" y="150"/>
                    </a:lnTo>
                    <a:lnTo>
                      <a:pt x="273" y="159"/>
                    </a:lnTo>
                    <a:lnTo>
                      <a:pt x="264" y="150"/>
                    </a:lnTo>
                    <a:lnTo>
                      <a:pt x="264" y="159"/>
                    </a:lnTo>
                    <a:lnTo>
                      <a:pt x="264" y="168"/>
                    </a:lnTo>
                    <a:lnTo>
                      <a:pt x="264" y="168"/>
                    </a:lnTo>
                    <a:lnTo>
                      <a:pt x="255" y="168"/>
                    </a:lnTo>
                    <a:lnTo>
                      <a:pt x="255" y="177"/>
                    </a:lnTo>
                    <a:lnTo>
                      <a:pt x="246" y="177"/>
                    </a:lnTo>
                    <a:lnTo>
                      <a:pt x="246" y="168"/>
                    </a:lnTo>
                    <a:lnTo>
                      <a:pt x="246" y="168"/>
                    </a:lnTo>
                    <a:lnTo>
                      <a:pt x="246" y="177"/>
                    </a:lnTo>
                    <a:lnTo>
                      <a:pt x="246" y="177"/>
                    </a:lnTo>
                    <a:lnTo>
                      <a:pt x="246" y="185"/>
                    </a:lnTo>
                    <a:lnTo>
                      <a:pt x="246" y="185"/>
                    </a:lnTo>
                    <a:lnTo>
                      <a:pt x="246" y="194"/>
                    </a:lnTo>
                    <a:lnTo>
                      <a:pt x="237" y="194"/>
                    </a:lnTo>
                    <a:lnTo>
                      <a:pt x="229" y="194"/>
                    </a:lnTo>
                    <a:lnTo>
                      <a:pt x="229" y="194"/>
                    </a:lnTo>
                    <a:lnTo>
                      <a:pt x="229" y="194"/>
                    </a:lnTo>
                    <a:lnTo>
                      <a:pt x="229" y="203"/>
                    </a:lnTo>
                    <a:lnTo>
                      <a:pt x="220" y="203"/>
                    </a:lnTo>
                    <a:lnTo>
                      <a:pt x="220" y="203"/>
                    </a:lnTo>
                    <a:lnTo>
                      <a:pt x="211" y="203"/>
                    </a:lnTo>
                    <a:lnTo>
                      <a:pt x="202" y="212"/>
                    </a:lnTo>
                    <a:lnTo>
                      <a:pt x="202" y="203"/>
                    </a:lnTo>
                    <a:lnTo>
                      <a:pt x="211" y="212"/>
                    </a:lnTo>
                    <a:lnTo>
                      <a:pt x="211" y="212"/>
                    </a:lnTo>
                    <a:lnTo>
                      <a:pt x="220" y="212"/>
                    </a:lnTo>
                    <a:lnTo>
                      <a:pt x="211" y="221"/>
                    </a:lnTo>
                    <a:lnTo>
                      <a:pt x="220" y="212"/>
                    </a:lnTo>
                    <a:lnTo>
                      <a:pt x="211" y="221"/>
                    </a:lnTo>
                    <a:lnTo>
                      <a:pt x="211" y="221"/>
                    </a:lnTo>
                    <a:lnTo>
                      <a:pt x="202" y="221"/>
                    </a:lnTo>
                    <a:lnTo>
                      <a:pt x="202" y="212"/>
                    </a:lnTo>
                    <a:lnTo>
                      <a:pt x="202" y="221"/>
                    </a:lnTo>
                    <a:lnTo>
                      <a:pt x="194" y="221"/>
                    </a:lnTo>
                    <a:lnTo>
                      <a:pt x="194" y="212"/>
                    </a:lnTo>
                    <a:lnTo>
                      <a:pt x="194" y="212"/>
                    </a:lnTo>
                    <a:lnTo>
                      <a:pt x="194" y="221"/>
                    </a:lnTo>
                    <a:lnTo>
                      <a:pt x="194" y="221"/>
                    </a:lnTo>
                    <a:lnTo>
                      <a:pt x="202" y="230"/>
                    </a:lnTo>
                    <a:lnTo>
                      <a:pt x="202" y="230"/>
                    </a:lnTo>
                    <a:lnTo>
                      <a:pt x="202" y="238"/>
                    </a:lnTo>
                    <a:lnTo>
                      <a:pt x="194" y="238"/>
                    </a:lnTo>
                    <a:lnTo>
                      <a:pt x="194" y="230"/>
                    </a:lnTo>
                    <a:lnTo>
                      <a:pt x="194" y="238"/>
                    </a:lnTo>
                    <a:lnTo>
                      <a:pt x="194" y="247"/>
                    </a:lnTo>
                    <a:lnTo>
                      <a:pt x="194" y="247"/>
                    </a:lnTo>
                    <a:lnTo>
                      <a:pt x="185" y="247"/>
                    </a:lnTo>
                    <a:lnTo>
                      <a:pt x="176" y="247"/>
                    </a:lnTo>
                    <a:lnTo>
                      <a:pt x="176" y="238"/>
                    </a:lnTo>
                    <a:lnTo>
                      <a:pt x="176" y="230"/>
                    </a:lnTo>
                    <a:lnTo>
                      <a:pt x="176" y="230"/>
                    </a:lnTo>
                    <a:lnTo>
                      <a:pt x="167" y="221"/>
                    </a:lnTo>
                    <a:lnTo>
                      <a:pt x="167" y="221"/>
                    </a:lnTo>
                    <a:lnTo>
                      <a:pt x="167" y="212"/>
                    </a:lnTo>
                    <a:lnTo>
                      <a:pt x="158" y="212"/>
                    </a:lnTo>
                    <a:lnTo>
                      <a:pt x="150" y="203"/>
                    </a:lnTo>
                    <a:lnTo>
                      <a:pt x="150" y="203"/>
                    </a:lnTo>
                    <a:lnTo>
                      <a:pt x="150" y="194"/>
                    </a:lnTo>
                    <a:lnTo>
                      <a:pt x="150" y="194"/>
                    </a:lnTo>
                    <a:lnTo>
                      <a:pt x="141" y="185"/>
                    </a:lnTo>
                    <a:lnTo>
                      <a:pt x="141" y="177"/>
                    </a:lnTo>
                    <a:lnTo>
                      <a:pt x="132" y="168"/>
                    </a:lnTo>
                    <a:lnTo>
                      <a:pt x="123" y="168"/>
                    </a:lnTo>
                    <a:lnTo>
                      <a:pt x="123" y="168"/>
                    </a:lnTo>
                    <a:lnTo>
                      <a:pt x="123" y="168"/>
                    </a:lnTo>
                    <a:lnTo>
                      <a:pt x="114" y="159"/>
                    </a:lnTo>
                    <a:lnTo>
                      <a:pt x="114" y="159"/>
                    </a:lnTo>
                    <a:lnTo>
                      <a:pt x="106" y="150"/>
                    </a:lnTo>
                    <a:lnTo>
                      <a:pt x="106" y="150"/>
                    </a:lnTo>
                    <a:lnTo>
                      <a:pt x="106" y="150"/>
                    </a:lnTo>
                    <a:lnTo>
                      <a:pt x="106" y="141"/>
                    </a:lnTo>
                    <a:lnTo>
                      <a:pt x="97" y="141"/>
                    </a:lnTo>
                    <a:lnTo>
                      <a:pt x="88" y="132"/>
                    </a:lnTo>
                    <a:lnTo>
                      <a:pt x="88" y="132"/>
                    </a:lnTo>
                    <a:lnTo>
                      <a:pt x="88" y="124"/>
                    </a:lnTo>
                    <a:lnTo>
                      <a:pt x="79" y="124"/>
                    </a:lnTo>
                    <a:lnTo>
                      <a:pt x="70" y="115"/>
                    </a:lnTo>
                    <a:lnTo>
                      <a:pt x="62" y="115"/>
                    </a:lnTo>
                    <a:lnTo>
                      <a:pt x="44" y="97"/>
                    </a:lnTo>
                    <a:lnTo>
                      <a:pt x="44" y="88"/>
                    </a:lnTo>
                    <a:lnTo>
                      <a:pt x="35" y="88"/>
                    </a:lnTo>
                    <a:lnTo>
                      <a:pt x="35" y="79"/>
                    </a:lnTo>
                    <a:lnTo>
                      <a:pt x="35" y="70"/>
                    </a:lnTo>
                    <a:lnTo>
                      <a:pt x="26" y="79"/>
                    </a:lnTo>
                    <a:lnTo>
                      <a:pt x="18" y="70"/>
                    </a:lnTo>
                    <a:lnTo>
                      <a:pt x="9" y="70"/>
                    </a:lnTo>
                    <a:lnTo>
                      <a:pt x="0" y="62"/>
                    </a:lnTo>
                    <a:lnTo>
                      <a:pt x="0" y="62"/>
                    </a:lnTo>
                    <a:lnTo>
                      <a:pt x="0" y="53"/>
                    </a:lnTo>
                    <a:lnTo>
                      <a:pt x="9" y="44"/>
                    </a:lnTo>
                    <a:lnTo>
                      <a:pt x="18" y="35"/>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42"/>
              <p:cNvSpPr>
                <a:spLocks/>
              </p:cNvSpPr>
              <p:nvPr/>
            </p:nvSpPr>
            <p:spPr bwMode="auto">
              <a:xfrm>
                <a:off x="4140962" y="3149352"/>
                <a:ext cx="425298" cy="331383"/>
              </a:xfrm>
              <a:custGeom>
                <a:avLst/>
                <a:gdLst/>
                <a:ahLst/>
                <a:cxnLst>
                  <a:cxn ang="0">
                    <a:pos x="35" y="26"/>
                  </a:cxn>
                  <a:cxn ang="0">
                    <a:pos x="62" y="17"/>
                  </a:cxn>
                  <a:cxn ang="0">
                    <a:pos x="141" y="0"/>
                  </a:cxn>
                  <a:cxn ang="0">
                    <a:pos x="158" y="17"/>
                  </a:cxn>
                  <a:cxn ang="0">
                    <a:pos x="158" y="26"/>
                  </a:cxn>
                  <a:cxn ang="0">
                    <a:pos x="317" y="70"/>
                  </a:cxn>
                  <a:cxn ang="0">
                    <a:pos x="299" y="88"/>
                  </a:cxn>
                  <a:cxn ang="0">
                    <a:pos x="290" y="132"/>
                  </a:cxn>
                  <a:cxn ang="0">
                    <a:pos x="281" y="115"/>
                  </a:cxn>
                  <a:cxn ang="0">
                    <a:pos x="281" y="132"/>
                  </a:cxn>
                  <a:cxn ang="0">
                    <a:pos x="281" y="141"/>
                  </a:cxn>
                  <a:cxn ang="0">
                    <a:pos x="281" y="150"/>
                  </a:cxn>
                  <a:cxn ang="0">
                    <a:pos x="264" y="150"/>
                  </a:cxn>
                  <a:cxn ang="0">
                    <a:pos x="264" y="168"/>
                  </a:cxn>
                  <a:cxn ang="0">
                    <a:pos x="246" y="177"/>
                  </a:cxn>
                  <a:cxn ang="0">
                    <a:pos x="246" y="177"/>
                  </a:cxn>
                  <a:cxn ang="0">
                    <a:pos x="246" y="185"/>
                  </a:cxn>
                  <a:cxn ang="0">
                    <a:pos x="229" y="194"/>
                  </a:cxn>
                  <a:cxn ang="0">
                    <a:pos x="229" y="203"/>
                  </a:cxn>
                  <a:cxn ang="0">
                    <a:pos x="211" y="203"/>
                  </a:cxn>
                  <a:cxn ang="0">
                    <a:pos x="211" y="212"/>
                  </a:cxn>
                  <a:cxn ang="0">
                    <a:pos x="211" y="221"/>
                  </a:cxn>
                  <a:cxn ang="0">
                    <a:pos x="211" y="221"/>
                  </a:cxn>
                  <a:cxn ang="0">
                    <a:pos x="202" y="221"/>
                  </a:cxn>
                  <a:cxn ang="0">
                    <a:pos x="194" y="212"/>
                  </a:cxn>
                  <a:cxn ang="0">
                    <a:pos x="202" y="230"/>
                  </a:cxn>
                  <a:cxn ang="0">
                    <a:pos x="194" y="238"/>
                  </a:cxn>
                  <a:cxn ang="0">
                    <a:pos x="194" y="247"/>
                  </a:cxn>
                  <a:cxn ang="0">
                    <a:pos x="176" y="247"/>
                  </a:cxn>
                  <a:cxn ang="0">
                    <a:pos x="176" y="230"/>
                  </a:cxn>
                  <a:cxn ang="0">
                    <a:pos x="167" y="212"/>
                  </a:cxn>
                  <a:cxn ang="0">
                    <a:pos x="150" y="203"/>
                  </a:cxn>
                  <a:cxn ang="0">
                    <a:pos x="141" y="185"/>
                  </a:cxn>
                  <a:cxn ang="0">
                    <a:pos x="123" y="168"/>
                  </a:cxn>
                  <a:cxn ang="0">
                    <a:pos x="114" y="159"/>
                  </a:cxn>
                  <a:cxn ang="0">
                    <a:pos x="106" y="150"/>
                  </a:cxn>
                  <a:cxn ang="0">
                    <a:pos x="97" y="141"/>
                  </a:cxn>
                  <a:cxn ang="0">
                    <a:pos x="88" y="124"/>
                  </a:cxn>
                  <a:cxn ang="0">
                    <a:pos x="62" y="115"/>
                  </a:cxn>
                  <a:cxn ang="0">
                    <a:pos x="35" y="88"/>
                  </a:cxn>
                  <a:cxn ang="0">
                    <a:pos x="26" y="79"/>
                  </a:cxn>
                  <a:cxn ang="0">
                    <a:pos x="0" y="62"/>
                  </a:cxn>
                  <a:cxn ang="0">
                    <a:pos x="9" y="44"/>
                  </a:cxn>
                </a:cxnLst>
                <a:rect l="0" t="0" r="r" b="b"/>
                <a:pathLst>
                  <a:path w="317" h="247">
                    <a:moveTo>
                      <a:pt x="18" y="35"/>
                    </a:moveTo>
                    <a:lnTo>
                      <a:pt x="26" y="26"/>
                    </a:lnTo>
                    <a:lnTo>
                      <a:pt x="35" y="26"/>
                    </a:lnTo>
                    <a:lnTo>
                      <a:pt x="44" y="17"/>
                    </a:lnTo>
                    <a:lnTo>
                      <a:pt x="53" y="17"/>
                    </a:lnTo>
                    <a:lnTo>
                      <a:pt x="62" y="17"/>
                    </a:lnTo>
                    <a:lnTo>
                      <a:pt x="62" y="9"/>
                    </a:lnTo>
                    <a:lnTo>
                      <a:pt x="123" y="9"/>
                    </a:lnTo>
                    <a:lnTo>
                      <a:pt x="141" y="0"/>
                    </a:lnTo>
                    <a:lnTo>
                      <a:pt x="150" y="9"/>
                    </a:lnTo>
                    <a:lnTo>
                      <a:pt x="150" y="9"/>
                    </a:lnTo>
                    <a:lnTo>
                      <a:pt x="158" y="17"/>
                    </a:lnTo>
                    <a:lnTo>
                      <a:pt x="158" y="17"/>
                    </a:lnTo>
                    <a:lnTo>
                      <a:pt x="158" y="26"/>
                    </a:lnTo>
                    <a:lnTo>
                      <a:pt x="158" y="26"/>
                    </a:lnTo>
                    <a:lnTo>
                      <a:pt x="229" y="17"/>
                    </a:lnTo>
                    <a:lnTo>
                      <a:pt x="317" y="70"/>
                    </a:lnTo>
                    <a:lnTo>
                      <a:pt x="317" y="70"/>
                    </a:lnTo>
                    <a:lnTo>
                      <a:pt x="317" y="79"/>
                    </a:lnTo>
                    <a:lnTo>
                      <a:pt x="308" y="79"/>
                    </a:lnTo>
                    <a:lnTo>
                      <a:pt x="299" y="88"/>
                    </a:lnTo>
                    <a:lnTo>
                      <a:pt x="290" y="115"/>
                    </a:lnTo>
                    <a:lnTo>
                      <a:pt x="290" y="115"/>
                    </a:lnTo>
                    <a:lnTo>
                      <a:pt x="290" y="132"/>
                    </a:lnTo>
                    <a:lnTo>
                      <a:pt x="281" y="132"/>
                    </a:lnTo>
                    <a:lnTo>
                      <a:pt x="281" y="124"/>
                    </a:lnTo>
                    <a:lnTo>
                      <a:pt x="281" y="115"/>
                    </a:lnTo>
                    <a:lnTo>
                      <a:pt x="281" y="115"/>
                    </a:lnTo>
                    <a:lnTo>
                      <a:pt x="281" y="124"/>
                    </a:lnTo>
                    <a:lnTo>
                      <a:pt x="281" y="132"/>
                    </a:lnTo>
                    <a:lnTo>
                      <a:pt x="281" y="132"/>
                    </a:lnTo>
                    <a:lnTo>
                      <a:pt x="290" y="141"/>
                    </a:lnTo>
                    <a:lnTo>
                      <a:pt x="281" y="141"/>
                    </a:lnTo>
                    <a:lnTo>
                      <a:pt x="281" y="141"/>
                    </a:lnTo>
                    <a:lnTo>
                      <a:pt x="281" y="141"/>
                    </a:lnTo>
                    <a:lnTo>
                      <a:pt x="281" y="150"/>
                    </a:lnTo>
                    <a:lnTo>
                      <a:pt x="273" y="150"/>
                    </a:lnTo>
                    <a:lnTo>
                      <a:pt x="273" y="159"/>
                    </a:lnTo>
                    <a:lnTo>
                      <a:pt x="264" y="150"/>
                    </a:lnTo>
                    <a:lnTo>
                      <a:pt x="264" y="159"/>
                    </a:lnTo>
                    <a:lnTo>
                      <a:pt x="264" y="168"/>
                    </a:lnTo>
                    <a:lnTo>
                      <a:pt x="264" y="168"/>
                    </a:lnTo>
                    <a:lnTo>
                      <a:pt x="255" y="168"/>
                    </a:lnTo>
                    <a:lnTo>
                      <a:pt x="255" y="177"/>
                    </a:lnTo>
                    <a:lnTo>
                      <a:pt x="246" y="177"/>
                    </a:lnTo>
                    <a:lnTo>
                      <a:pt x="246" y="168"/>
                    </a:lnTo>
                    <a:lnTo>
                      <a:pt x="246" y="168"/>
                    </a:lnTo>
                    <a:lnTo>
                      <a:pt x="246" y="177"/>
                    </a:lnTo>
                    <a:lnTo>
                      <a:pt x="246" y="177"/>
                    </a:lnTo>
                    <a:lnTo>
                      <a:pt x="246" y="185"/>
                    </a:lnTo>
                    <a:lnTo>
                      <a:pt x="246" y="185"/>
                    </a:lnTo>
                    <a:lnTo>
                      <a:pt x="246" y="194"/>
                    </a:lnTo>
                    <a:lnTo>
                      <a:pt x="237" y="194"/>
                    </a:lnTo>
                    <a:lnTo>
                      <a:pt x="229" y="194"/>
                    </a:lnTo>
                    <a:lnTo>
                      <a:pt x="229" y="194"/>
                    </a:lnTo>
                    <a:lnTo>
                      <a:pt x="229" y="194"/>
                    </a:lnTo>
                    <a:lnTo>
                      <a:pt x="229" y="203"/>
                    </a:lnTo>
                    <a:lnTo>
                      <a:pt x="220" y="203"/>
                    </a:lnTo>
                    <a:lnTo>
                      <a:pt x="220" y="203"/>
                    </a:lnTo>
                    <a:lnTo>
                      <a:pt x="211" y="203"/>
                    </a:lnTo>
                    <a:lnTo>
                      <a:pt x="202" y="212"/>
                    </a:lnTo>
                    <a:lnTo>
                      <a:pt x="202" y="203"/>
                    </a:lnTo>
                    <a:lnTo>
                      <a:pt x="211" y="212"/>
                    </a:lnTo>
                    <a:lnTo>
                      <a:pt x="211" y="212"/>
                    </a:lnTo>
                    <a:lnTo>
                      <a:pt x="220" y="212"/>
                    </a:lnTo>
                    <a:lnTo>
                      <a:pt x="211" y="221"/>
                    </a:lnTo>
                    <a:lnTo>
                      <a:pt x="220" y="212"/>
                    </a:lnTo>
                    <a:lnTo>
                      <a:pt x="211" y="221"/>
                    </a:lnTo>
                    <a:lnTo>
                      <a:pt x="211" y="221"/>
                    </a:lnTo>
                    <a:lnTo>
                      <a:pt x="202" y="221"/>
                    </a:lnTo>
                    <a:lnTo>
                      <a:pt x="202" y="212"/>
                    </a:lnTo>
                    <a:lnTo>
                      <a:pt x="202" y="221"/>
                    </a:lnTo>
                    <a:lnTo>
                      <a:pt x="194" y="221"/>
                    </a:lnTo>
                    <a:lnTo>
                      <a:pt x="194" y="212"/>
                    </a:lnTo>
                    <a:lnTo>
                      <a:pt x="194" y="212"/>
                    </a:lnTo>
                    <a:lnTo>
                      <a:pt x="194" y="221"/>
                    </a:lnTo>
                    <a:lnTo>
                      <a:pt x="194" y="221"/>
                    </a:lnTo>
                    <a:lnTo>
                      <a:pt x="202" y="230"/>
                    </a:lnTo>
                    <a:lnTo>
                      <a:pt x="202" y="230"/>
                    </a:lnTo>
                    <a:lnTo>
                      <a:pt x="202" y="238"/>
                    </a:lnTo>
                    <a:lnTo>
                      <a:pt x="194" y="238"/>
                    </a:lnTo>
                    <a:lnTo>
                      <a:pt x="194" y="230"/>
                    </a:lnTo>
                    <a:lnTo>
                      <a:pt x="194" y="238"/>
                    </a:lnTo>
                    <a:lnTo>
                      <a:pt x="194" y="247"/>
                    </a:lnTo>
                    <a:lnTo>
                      <a:pt x="194" y="247"/>
                    </a:lnTo>
                    <a:lnTo>
                      <a:pt x="185" y="247"/>
                    </a:lnTo>
                    <a:lnTo>
                      <a:pt x="176" y="247"/>
                    </a:lnTo>
                    <a:lnTo>
                      <a:pt x="176" y="238"/>
                    </a:lnTo>
                    <a:lnTo>
                      <a:pt x="176" y="230"/>
                    </a:lnTo>
                    <a:lnTo>
                      <a:pt x="176" y="230"/>
                    </a:lnTo>
                    <a:lnTo>
                      <a:pt x="167" y="221"/>
                    </a:lnTo>
                    <a:lnTo>
                      <a:pt x="167" y="221"/>
                    </a:lnTo>
                    <a:lnTo>
                      <a:pt x="167" y="212"/>
                    </a:lnTo>
                    <a:lnTo>
                      <a:pt x="158" y="212"/>
                    </a:lnTo>
                    <a:lnTo>
                      <a:pt x="150" y="203"/>
                    </a:lnTo>
                    <a:lnTo>
                      <a:pt x="150" y="203"/>
                    </a:lnTo>
                    <a:lnTo>
                      <a:pt x="150" y="194"/>
                    </a:lnTo>
                    <a:lnTo>
                      <a:pt x="150" y="194"/>
                    </a:lnTo>
                    <a:lnTo>
                      <a:pt x="141" y="185"/>
                    </a:lnTo>
                    <a:lnTo>
                      <a:pt x="141" y="177"/>
                    </a:lnTo>
                    <a:lnTo>
                      <a:pt x="132" y="168"/>
                    </a:lnTo>
                    <a:lnTo>
                      <a:pt x="123" y="168"/>
                    </a:lnTo>
                    <a:lnTo>
                      <a:pt x="123" y="168"/>
                    </a:lnTo>
                    <a:lnTo>
                      <a:pt x="123" y="168"/>
                    </a:lnTo>
                    <a:lnTo>
                      <a:pt x="114" y="159"/>
                    </a:lnTo>
                    <a:lnTo>
                      <a:pt x="114" y="159"/>
                    </a:lnTo>
                    <a:lnTo>
                      <a:pt x="106" y="150"/>
                    </a:lnTo>
                    <a:lnTo>
                      <a:pt x="106" y="150"/>
                    </a:lnTo>
                    <a:lnTo>
                      <a:pt x="106" y="150"/>
                    </a:lnTo>
                    <a:lnTo>
                      <a:pt x="106" y="141"/>
                    </a:lnTo>
                    <a:lnTo>
                      <a:pt x="97" y="141"/>
                    </a:lnTo>
                    <a:lnTo>
                      <a:pt x="88" y="132"/>
                    </a:lnTo>
                    <a:lnTo>
                      <a:pt x="88" y="132"/>
                    </a:lnTo>
                    <a:lnTo>
                      <a:pt x="88" y="124"/>
                    </a:lnTo>
                    <a:lnTo>
                      <a:pt x="79" y="124"/>
                    </a:lnTo>
                    <a:lnTo>
                      <a:pt x="70" y="115"/>
                    </a:lnTo>
                    <a:lnTo>
                      <a:pt x="62" y="115"/>
                    </a:lnTo>
                    <a:lnTo>
                      <a:pt x="44" y="97"/>
                    </a:lnTo>
                    <a:lnTo>
                      <a:pt x="44" y="88"/>
                    </a:lnTo>
                    <a:lnTo>
                      <a:pt x="35" y="88"/>
                    </a:lnTo>
                    <a:lnTo>
                      <a:pt x="35" y="79"/>
                    </a:lnTo>
                    <a:lnTo>
                      <a:pt x="35" y="70"/>
                    </a:lnTo>
                    <a:lnTo>
                      <a:pt x="26" y="79"/>
                    </a:lnTo>
                    <a:lnTo>
                      <a:pt x="18" y="70"/>
                    </a:lnTo>
                    <a:lnTo>
                      <a:pt x="9" y="70"/>
                    </a:lnTo>
                    <a:lnTo>
                      <a:pt x="0" y="62"/>
                    </a:lnTo>
                    <a:lnTo>
                      <a:pt x="0" y="62"/>
                    </a:lnTo>
                    <a:lnTo>
                      <a:pt x="0" y="53"/>
                    </a:lnTo>
                    <a:lnTo>
                      <a:pt x="9" y="44"/>
                    </a:lnTo>
                    <a:lnTo>
                      <a:pt x="18" y="35"/>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43"/>
              <p:cNvSpPr>
                <a:spLocks/>
              </p:cNvSpPr>
              <p:nvPr/>
            </p:nvSpPr>
            <p:spPr bwMode="auto">
              <a:xfrm>
                <a:off x="2429040" y="2093489"/>
                <a:ext cx="578244" cy="391756"/>
              </a:xfrm>
              <a:custGeom>
                <a:avLst/>
                <a:gdLst/>
                <a:ahLst/>
                <a:cxnLst>
                  <a:cxn ang="0">
                    <a:pos x="0" y="239"/>
                  </a:cxn>
                  <a:cxn ang="0">
                    <a:pos x="9" y="79"/>
                  </a:cxn>
                  <a:cxn ang="0">
                    <a:pos x="18" y="71"/>
                  </a:cxn>
                  <a:cxn ang="0">
                    <a:pos x="18" y="0"/>
                  </a:cxn>
                  <a:cxn ang="0">
                    <a:pos x="115" y="9"/>
                  </a:cxn>
                  <a:cxn ang="0">
                    <a:pos x="229" y="17"/>
                  </a:cxn>
                  <a:cxn ang="0">
                    <a:pos x="326" y="17"/>
                  </a:cxn>
                  <a:cxn ang="0">
                    <a:pos x="431" y="17"/>
                  </a:cxn>
                  <a:cxn ang="0">
                    <a:pos x="422" y="26"/>
                  </a:cxn>
                  <a:cxn ang="0">
                    <a:pos x="422" y="35"/>
                  </a:cxn>
                  <a:cxn ang="0">
                    <a:pos x="414" y="35"/>
                  </a:cxn>
                  <a:cxn ang="0">
                    <a:pos x="414" y="44"/>
                  </a:cxn>
                  <a:cxn ang="0">
                    <a:pos x="414" y="44"/>
                  </a:cxn>
                  <a:cxn ang="0">
                    <a:pos x="414" y="44"/>
                  </a:cxn>
                  <a:cxn ang="0">
                    <a:pos x="422" y="62"/>
                  </a:cxn>
                  <a:cxn ang="0">
                    <a:pos x="422" y="62"/>
                  </a:cxn>
                  <a:cxn ang="0">
                    <a:pos x="431" y="62"/>
                  </a:cxn>
                  <a:cxn ang="0">
                    <a:pos x="431" y="71"/>
                  </a:cxn>
                  <a:cxn ang="0">
                    <a:pos x="431" y="212"/>
                  </a:cxn>
                  <a:cxn ang="0">
                    <a:pos x="422" y="212"/>
                  </a:cxn>
                  <a:cxn ang="0">
                    <a:pos x="431" y="212"/>
                  </a:cxn>
                  <a:cxn ang="0">
                    <a:pos x="431" y="221"/>
                  </a:cxn>
                  <a:cxn ang="0">
                    <a:pos x="431" y="230"/>
                  </a:cxn>
                  <a:cxn ang="0">
                    <a:pos x="431" y="230"/>
                  </a:cxn>
                  <a:cxn ang="0">
                    <a:pos x="431" y="230"/>
                  </a:cxn>
                  <a:cxn ang="0">
                    <a:pos x="431" y="239"/>
                  </a:cxn>
                  <a:cxn ang="0">
                    <a:pos x="431" y="239"/>
                  </a:cxn>
                  <a:cxn ang="0">
                    <a:pos x="431" y="247"/>
                  </a:cxn>
                  <a:cxn ang="0">
                    <a:pos x="431" y="256"/>
                  </a:cxn>
                  <a:cxn ang="0">
                    <a:pos x="431" y="265"/>
                  </a:cxn>
                  <a:cxn ang="0">
                    <a:pos x="431" y="265"/>
                  </a:cxn>
                  <a:cxn ang="0">
                    <a:pos x="422" y="265"/>
                  </a:cxn>
                  <a:cxn ang="0">
                    <a:pos x="422" y="274"/>
                  </a:cxn>
                  <a:cxn ang="0">
                    <a:pos x="431" y="274"/>
                  </a:cxn>
                  <a:cxn ang="0">
                    <a:pos x="431" y="292"/>
                  </a:cxn>
                  <a:cxn ang="0">
                    <a:pos x="431" y="283"/>
                  </a:cxn>
                  <a:cxn ang="0">
                    <a:pos x="422" y="283"/>
                  </a:cxn>
                  <a:cxn ang="0">
                    <a:pos x="422" y="274"/>
                  </a:cxn>
                  <a:cxn ang="0">
                    <a:pos x="414" y="274"/>
                  </a:cxn>
                  <a:cxn ang="0">
                    <a:pos x="414" y="274"/>
                  </a:cxn>
                  <a:cxn ang="0">
                    <a:pos x="405" y="274"/>
                  </a:cxn>
                  <a:cxn ang="0">
                    <a:pos x="405" y="265"/>
                  </a:cxn>
                  <a:cxn ang="0">
                    <a:pos x="405" y="265"/>
                  </a:cxn>
                  <a:cxn ang="0">
                    <a:pos x="396" y="265"/>
                  </a:cxn>
                  <a:cxn ang="0">
                    <a:pos x="387" y="256"/>
                  </a:cxn>
                  <a:cxn ang="0">
                    <a:pos x="361" y="265"/>
                  </a:cxn>
                  <a:cxn ang="0">
                    <a:pos x="352" y="256"/>
                  </a:cxn>
                  <a:cxn ang="0">
                    <a:pos x="352" y="265"/>
                  </a:cxn>
                  <a:cxn ang="0">
                    <a:pos x="343" y="265"/>
                  </a:cxn>
                  <a:cxn ang="0">
                    <a:pos x="326" y="256"/>
                  </a:cxn>
                  <a:cxn ang="0">
                    <a:pos x="317" y="247"/>
                  </a:cxn>
                  <a:cxn ang="0">
                    <a:pos x="255" y="247"/>
                  </a:cxn>
                  <a:cxn ang="0">
                    <a:pos x="159" y="247"/>
                  </a:cxn>
                  <a:cxn ang="0">
                    <a:pos x="62" y="239"/>
                  </a:cxn>
                  <a:cxn ang="0">
                    <a:pos x="0" y="239"/>
                  </a:cxn>
                </a:cxnLst>
                <a:rect l="0" t="0" r="r" b="b"/>
                <a:pathLst>
                  <a:path w="431" h="292">
                    <a:moveTo>
                      <a:pt x="0" y="239"/>
                    </a:moveTo>
                    <a:lnTo>
                      <a:pt x="9" y="79"/>
                    </a:lnTo>
                    <a:lnTo>
                      <a:pt x="18" y="71"/>
                    </a:lnTo>
                    <a:lnTo>
                      <a:pt x="18" y="0"/>
                    </a:lnTo>
                    <a:lnTo>
                      <a:pt x="115" y="9"/>
                    </a:lnTo>
                    <a:lnTo>
                      <a:pt x="229" y="17"/>
                    </a:lnTo>
                    <a:lnTo>
                      <a:pt x="326" y="17"/>
                    </a:lnTo>
                    <a:lnTo>
                      <a:pt x="431" y="17"/>
                    </a:lnTo>
                    <a:lnTo>
                      <a:pt x="422" y="26"/>
                    </a:lnTo>
                    <a:lnTo>
                      <a:pt x="422" y="35"/>
                    </a:lnTo>
                    <a:lnTo>
                      <a:pt x="414" y="35"/>
                    </a:lnTo>
                    <a:lnTo>
                      <a:pt x="414" y="44"/>
                    </a:lnTo>
                    <a:lnTo>
                      <a:pt x="414" y="44"/>
                    </a:lnTo>
                    <a:lnTo>
                      <a:pt x="414" y="44"/>
                    </a:lnTo>
                    <a:lnTo>
                      <a:pt x="422" y="62"/>
                    </a:lnTo>
                    <a:lnTo>
                      <a:pt x="422" y="62"/>
                    </a:lnTo>
                    <a:lnTo>
                      <a:pt x="431" y="62"/>
                    </a:lnTo>
                    <a:lnTo>
                      <a:pt x="431" y="71"/>
                    </a:lnTo>
                    <a:lnTo>
                      <a:pt x="431" y="212"/>
                    </a:lnTo>
                    <a:lnTo>
                      <a:pt x="422" y="212"/>
                    </a:lnTo>
                    <a:lnTo>
                      <a:pt x="431" y="212"/>
                    </a:lnTo>
                    <a:lnTo>
                      <a:pt x="431" y="221"/>
                    </a:lnTo>
                    <a:lnTo>
                      <a:pt x="431" y="230"/>
                    </a:lnTo>
                    <a:lnTo>
                      <a:pt x="431" y="230"/>
                    </a:lnTo>
                    <a:lnTo>
                      <a:pt x="431" y="230"/>
                    </a:lnTo>
                    <a:lnTo>
                      <a:pt x="431" y="239"/>
                    </a:lnTo>
                    <a:lnTo>
                      <a:pt x="431" y="239"/>
                    </a:lnTo>
                    <a:lnTo>
                      <a:pt x="431" y="247"/>
                    </a:lnTo>
                    <a:lnTo>
                      <a:pt x="431" y="256"/>
                    </a:lnTo>
                    <a:lnTo>
                      <a:pt x="431" y="265"/>
                    </a:lnTo>
                    <a:lnTo>
                      <a:pt x="431" y="265"/>
                    </a:lnTo>
                    <a:lnTo>
                      <a:pt x="422" y="265"/>
                    </a:lnTo>
                    <a:lnTo>
                      <a:pt x="422" y="274"/>
                    </a:lnTo>
                    <a:lnTo>
                      <a:pt x="431" y="274"/>
                    </a:lnTo>
                    <a:lnTo>
                      <a:pt x="431" y="292"/>
                    </a:lnTo>
                    <a:lnTo>
                      <a:pt x="431" y="283"/>
                    </a:lnTo>
                    <a:lnTo>
                      <a:pt x="422" y="283"/>
                    </a:lnTo>
                    <a:lnTo>
                      <a:pt x="422" y="274"/>
                    </a:lnTo>
                    <a:lnTo>
                      <a:pt x="414" y="274"/>
                    </a:lnTo>
                    <a:lnTo>
                      <a:pt x="414" y="274"/>
                    </a:lnTo>
                    <a:lnTo>
                      <a:pt x="405" y="274"/>
                    </a:lnTo>
                    <a:lnTo>
                      <a:pt x="405" y="265"/>
                    </a:lnTo>
                    <a:lnTo>
                      <a:pt x="405" y="265"/>
                    </a:lnTo>
                    <a:lnTo>
                      <a:pt x="396" y="265"/>
                    </a:lnTo>
                    <a:lnTo>
                      <a:pt x="387" y="256"/>
                    </a:lnTo>
                    <a:lnTo>
                      <a:pt x="361" y="265"/>
                    </a:lnTo>
                    <a:lnTo>
                      <a:pt x="352" y="256"/>
                    </a:lnTo>
                    <a:lnTo>
                      <a:pt x="352" y="265"/>
                    </a:lnTo>
                    <a:lnTo>
                      <a:pt x="343" y="265"/>
                    </a:lnTo>
                    <a:lnTo>
                      <a:pt x="326" y="256"/>
                    </a:lnTo>
                    <a:lnTo>
                      <a:pt x="317" y="247"/>
                    </a:lnTo>
                    <a:lnTo>
                      <a:pt x="255" y="247"/>
                    </a:lnTo>
                    <a:lnTo>
                      <a:pt x="159" y="247"/>
                    </a:lnTo>
                    <a:lnTo>
                      <a:pt x="62" y="239"/>
                    </a:lnTo>
                    <a:lnTo>
                      <a:pt x="0" y="23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4"/>
              <p:cNvSpPr>
                <a:spLocks/>
              </p:cNvSpPr>
              <p:nvPr/>
            </p:nvSpPr>
            <p:spPr bwMode="auto">
              <a:xfrm>
                <a:off x="2429040" y="2093489"/>
                <a:ext cx="578244" cy="391756"/>
              </a:xfrm>
              <a:custGeom>
                <a:avLst/>
                <a:gdLst/>
                <a:ahLst/>
                <a:cxnLst>
                  <a:cxn ang="0">
                    <a:pos x="0" y="239"/>
                  </a:cxn>
                  <a:cxn ang="0">
                    <a:pos x="9" y="79"/>
                  </a:cxn>
                  <a:cxn ang="0">
                    <a:pos x="18" y="71"/>
                  </a:cxn>
                  <a:cxn ang="0">
                    <a:pos x="18" y="0"/>
                  </a:cxn>
                  <a:cxn ang="0">
                    <a:pos x="115" y="9"/>
                  </a:cxn>
                  <a:cxn ang="0">
                    <a:pos x="229" y="17"/>
                  </a:cxn>
                  <a:cxn ang="0">
                    <a:pos x="326" y="17"/>
                  </a:cxn>
                  <a:cxn ang="0">
                    <a:pos x="431" y="17"/>
                  </a:cxn>
                  <a:cxn ang="0">
                    <a:pos x="422" y="26"/>
                  </a:cxn>
                  <a:cxn ang="0">
                    <a:pos x="422" y="35"/>
                  </a:cxn>
                  <a:cxn ang="0">
                    <a:pos x="414" y="35"/>
                  </a:cxn>
                  <a:cxn ang="0">
                    <a:pos x="414" y="44"/>
                  </a:cxn>
                  <a:cxn ang="0">
                    <a:pos x="414" y="44"/>
                  </a:cxn>
                  <a:cxn ang="0">
                    <a:pos x="414" y="44"/>
                  </a:cxn>
                  <a:cxn ang="0">
                    <a:pos x="422" y="62"/>
                  </a:cxn>
                  <a:cxn ang="0">
                    <a:pos x="422" y="62"/>
                  </a:cxn>
                  <a:cxn ang="0">
                    <a:pos x="431" y="62"/>
                  </a:cxn>
                  <a:cxn ang="0">
                    <a:pos x="431" y="71"/>
                  </a:cxn>
                  <a:cxn ang="0">
                    <a:pos x="431" y="212"/>
                  </a:cxn>
                  <a:cxn ang="0">
                    <a:pos x="422" y="212"/>
                  </a:cxn>
                  <a:cxn ang="0">
                    <a:pos x="431" y="212"/>
                  </a:cxn>
                  <a:cxn ang="0">
                    <a:pos x="431" y="221"/>
                  </a:cxn>
                  <a:cxn ang="0">
                    <a:pos x="431" y="230"/>
                  </a:cxn>
                  <a:cxn ang="0">
                    <a:pos x="431" y="230"/>
                  </a:cxn>
                  <a:cxn ang="0">
                    <a:pos x="431" y="230"/>
                  </a:cxn>
                  <a:cxn ang="0">
                    <a:pos x="431" y="239"/>
                  </a:cxn>
                  <a:cxn ang="0">
                    <a:pos x="431" y="239"/>
                  </a:cxn>
                  <a:cxn ang="0">
                    <a:pos x="431" y="247"/>
                  </a:cxn>
                  <a:cxn ang="0">
                    <a:pos x="431" y="256"/>
                  </a:cxn>
                  <a:cxn ang="0">
                    <a:pos x="431" y="265"/>
                  </a:cxn>
                  <a:cxn ang="0">
                    <a:pos x="431" y="265"/>
                  </a:cxn>
                  <a:cxn ang="0">
                    <a:pos x="422" y="265"/>
                  </a:cxn>
                  <a:cxn ang="0">
                    <a:pos x="422" y="274"/>
                  </a:cxn>
                  <a:cxn ang="0">
                    <a:pos x="431" y="274"/>
                  </a:cxn>
                  <a:cxn ang="0">
                    <a:pos x="431" y="292"/>
                  </a:cxn>
                  <a:cxn ang="0">
                    <a:pos x="431" y="283"/>
                  </a:cxn>
                  <a:cxn ang="0">
                    <a:pos x="422" y="283"/>
                  </a:cxn>
                  <a:cxn ang="0">
                    <a:pos x="422" y="274"/>
                  </a:cxn>
                  <a:cxn ang="0">
                    <a:pos x="414" y="274"/>
                  </a:cxn>
                  <a:cxn ang="0">
                    <a:pos x="414" y="274"/>
                  </a:cxn>
                  <a:cxn ang="0">
                    <a:pos x="405" y="274"/>
                  </a:cxn>
                  <a:cxn ang="0">
                    <a:pos x="405" y="265"/>
                  </a:cxn>
                  <a:cxn ang="0">
                    <a:pos x="405" y="265"/>
                  </a:cxn>
                  <a:cxn ang="0">
                    <a:pos x="396" y="265"/>
                  </a:cxn>
                  <a:cxn ang="0">
                    <a:pos x="387" y="256"/>
                  </a:cxn>
                  <a:cxn ang="0">
                    <a:pos x="361" y="265"/>
                  </a:cxn>
                  <a:cxn ang="0">
                    <a:pos x="352" y="256"/>
                  </a:cxn>
                  <a:cxn ang="0">
                    <a:pos x="352" y="265"/>
                  </a:cxn>
                  <a:cxn ang="0">
                    <a:pos x="343" y="265"/>
                  </a:cxn>
                  <a:cxn ang="0">
                    <a:pos x="326" y="256"/>
                  </a:cxn>
                  <a:cxn ang="0">
                    <a:pos x="317" y="247"/>
                  </a:cxn>
                  <a:cxn ang="0">
                    <a:pos x="255" y="247"/>
                  </a:cxn>
                  <a:cxn ang="0">
                    <a:pos x="159" y="247"/>
                  </a:cxn>
                  <a:cxn ang="0">
                    <a:pos x="62" y="239"/>
                  </a:cxn>
                  <a:cxn ang="0">
                    <a:pos x="0" y="239"/>
                  </a:cxn>
                </a:cxnLst>
                <a:rect l="0" t="0" r="r" b="b"/>
                <a:pathLst>
                  <a:path w="431" h="292">
                    <a:moveTo>
                      <a:pt x="0" y="239"/>
                    </a:moveTo>
                    <a:lnTo>
                      <a:pt x="9" y="79"/>
                    </a:lnTo>
                    <a:lnTo>
                      <a:pt x="18" y="71"/>
                    </a:lnTo>
                    <a:lnTo>
                      <a:pt x="18" y="0"/>
                    </a:lnTo>
                    <a:lnTo>
                      <a:pt x="115" y="9"/>
                    </a:lnTo>
                    <a:lnTo>
                      <a:pt x="229" y="17"/>
                    </a:lnTo>
                    <a:lnTo>
                      <a:pt x="326" y="17"/>
                    </a:lnTo>
                    <a:lnTo>
                      <a:pt x="431" y="17"/>
                    </a:lnTo>
                    <a:lnTo>
                      <a:pt x="422" y="26"/>
                    </a:lnTo>
                    <a:lnTo>
                      <a:pt x="422" y="35"/>
                    </a:lnTo>
                    <a:lnTo>
                      <a:pt x="414" y="35"/>
                    </a:lnTo>
                    <a:lnTo>
                      <a:pt x="414" y="44"/>
                    </a:lnTo>
                    <a:lnTo>
                      <a:pt x="414" y="44"/>
                    </a:lnTo>
                    <a:lnTo>
                      <a:pt x="414" y="44"/>
                    </a:lnTo>
                    <a:lnTo>
                      <a:pt x="422" y="62"/>
                    </a:lnTo>
                    <a:lnTo>
                      <a:pt x="422" y="62"/>
                    </a:lnTo>
                    <a:lnTo>
                      <a:pt x="431" y="62"/>
                    </a:lnTo>
                    <a:lnTo>
                      <a:pt x="431" y="71"/>
                    </a:lnTo>
                    <a:lnTo>
                      <a:pt x="431" y="212"/>
                    </a:lnTo>
                    <a:lnTo>
                      <a:pt x="422" y="212"/>
                    </a:lnTo>
                    <a:lnTo>
                      <a:pt x="431" y="212"/>
                    </a:lnTo>
                    <a:lnTo>
                      <a:pt x="431" y="221"/>
                    </a:lnTo>
                    <a:lnTo>
                      <a:pt x="431" y="230"/>
                    </a:lnTo>
                    <a:lnTo>
                      <a:pt x="431" y="230"/>
                    </a:lnTo>
                    <a:lnTo>
                      <a:pt x="431" y="230"/>
                    </a:lnTo>
                    <a:lnTo>
                      <a:pt x="431" y="239"/>
                    </a:lnTo>
                    <a:lnTo>
                      <a:pt x="431" y="239"/>
                    </a:lnTo>
                    <a:lnTo>
                      <a:pt x="431" y="247"/>
                    </a:lnTo>
                    <a:lnTo>
                      <a:pt x="431" y="256"/>
                    </a:lnTo>
                    <a:lnTo>
                      <a:pt x="431" y="265"/>
                    </a:lnTo>
                    <a:lnTo>
                      <a:pt x="431" y="265"/>
                    </a:lnTo>
                    <a:lnTo>
                      <a:pt x="422" y="265"/>
                    </a:lnTo>
                    <a:lnTo>
                      <a:pt x="422" y="274"/>
                    </a:lnTo>
                    <a:lnTo>
                      <a:pt x="431" y="274"/>
                    </a:lnTo>
                    <a:lnTo>
                      <a:pt x="431" y="292"/>
                    </a:lnTo>
                    <a:lnTo>
                      <a:pt x="431" y="283"/>
                    </a:lnTo>
                    <a:lnTo>
                      <a:pt x="422" y="283"/>
                    </a:lnTo>
                    <a:lnTo>
                      <a:pt x="422" y="274"/>
                    </a:lnTo>
                    <a:lnTo>
                      <a:pt x="414" y="274"/>
                    </a:lnTo>
                    <a:lnTo>
                      <a:pt x="414" y="274"/>
                    </a:lnTo>
                    <a:lnTo>
                      <a:pt x="405" y="274"/>
                    </a:lnTo>
                    <a:lnTo>
                      <a:pt x="405" y="265"/>
                    </a:lnTo>
                    <a:lnTo>
                      <a:pt x="405" y="265"/>
                    </a:lnTo>
                    <a:lnTo>
                      <a:pt x="396" y="265"/>
                    </a:lnTo>
                    <a:lnTo>
                      <a:pt x="387" y="256"/>
                    </a:lnTo>
                    <a:lnTo>
                      <a:pt x="361" y="265"/>
                    </a:lnTo>
                    <a:lnTo>
                      <a:pt x="352" y="256"/>
                    </a:lnTo>
                    <a:lnTo>
                      <a:pt x="352" y="265"/>
                    </a:lnTo>
                    <a:lnTo>
                      <a:pt x="343" y="265"/>
                    </a:lnTo>
                    <a:lnTo>
                      <a:pt x="326" y="256"/>
                    </a:lnTo>
                    <a:lnTo>
                      <a:pt x="317" y="247"/>
                    </a:lnTo>
                    <a:lnTo>
                      <a:pt x="255" y="247"/>
                    </a:lnTo>
                    <a:lnTo>
                      <a:pt x="159" y="247"/>
                    </a:lnTo>
                    <a:lnTo>
                      <a:pt x="62" y="239"/>
                    </a:lnTo>
                    <a:lnTo>
                      <a:pt x="0" y="23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53"/>
              <p:cNvSpPr>
                <a:spLocks/>
              </p:cNvSpPr>
              <p:nvPr/>
            </p:nvSpPr>
            <p:spPr bwMode="auto">
              <a:xfrm>
                <a:off x="871406" y="1809063"/>
                <a:ext cx="672158" cy="568852"/>
              </a:xfrm>
              <a:custGeom>
                <a:avLst/>
                <a:gdLst/>
                <a:ahLst/>
                <a:cxnLst>
                  <a:cxn ang="0">
                    <a:pos x="0" y="291"/>
                  </a:cxn>
                  <a:cxn ang="0">
                    <a:pos x="9" y="274"/>
                  </a:cxn>
                  <a:cxn ang="0">
                    <a:pos x="9" y="247"/>
                  </a:cxn>
                  <a:cxn ang="0">
                    <a:pos x="26" y="221"/>
                  </a:cxn>
                  <a:cxn ang="0">
                    <a:pos x="35" y="212"/>
                  </a:cxn>
                  <a:cxn ang="0">
                    <a:pos x="35" y="212"/>
                  </a:cxn>
                  <a:cxn ang="0">
                    <a:pos x="35" y="212"/>
                  </a:cxn>
                  <a:cxn ang="0">
                    <a:pos x="44" y="185"/>
                  </a:cxn>
                  <a:cxn ang="0">
                    <a:pos x="44" y="185"/>
                  </a:cxn>
                  <a:cxn ang="0">
                    <a:pos x="61" y="150"/>
                  </a:cxn>
                  <a:cxn ang="0">
                    <a:pos x="70" y="132"/>
                  </a:cxn>
                  <a:cxn ang="0">
                    <a:pos x="70" y="115"/>
                  </a:cxn>
                  <a:cxn ang="0">
                    <a:pos x="79" y="88"/>
                  </a:cxn>
                  <a:cxn ang="0">
                    <a:pos x="88" y="70"/>
                  </a:cxn>
                  <a:cxn ang="0">
                    <a:pos x="97" y="53"/>
                  </a:cxn>
                  <a:cxn ang="0">
                    <a:pos x="97" y="44"/>
                  </a:cxn>
                  <a:cxn ang="0">
                    <a:pos x="97" y="35"/>
                  </a:cxn>
                  <a:cxn ang="0">
                    <a:pos x="105" y="17"/>
                  </a:cxn>
                  <a:cxn ang="0">
                    <a:pos x="114" y="0"/>
                  </a:cxn>
                  <a:cxn ang="0">
                    <a:pos x="114" y="8"/>
                  </a:cxn>
                  <a:cxn ang="0">
                    <a:pos x="123" y="0"/>
                  </a:cxn>
                  <a:cxn ang="0">
                    <a:pos x="132" y="8"/>
                  </a:cxn>
                  <a:cxn ang="0">
                    <a:pos x="141" y="17"/>
                  </a:cxn>
                  <a:cxn ang="0">
                    <a:pos x="149" y="17"/>
                  </a:cxn>
                  <a:cxn ang="0">
                    <a:pos x="167" y="35"/>
                  </a:cxn>
                  <a:cxn ang="0">
                    <a:pos x="167" y="70"/>
                  </a:cxn>
                  <a:cxn ang="0">
                    <a:pos x="185" y="79"/>
                  </a:cxn>
                  <a:cxn ang="0">
                    <a:pos x="202" y="70"/>
                  </a:cxn>
                  <a:cxn ang="0">
                    <a:pos x="220" y="70"/>
                  </a:cxn>
                  <a:cxn ang="0">
                    <a:pos x="237" y="79"/>
                  </a:cxn>
                  <a:cxn ang="0">
                    <a:pos x="255" y="88"/>
                  </a:cxn>
                  <a:cxn ang="0">
                    <a:pos x="281" y="88"/>
                  </a:cxn>
                  <a:cxn ang="0">
                    <a:pos x="299" y="88"/>
                  </a:cxn>
                  <a:cxn ang="0">
                    <a:pos x="334" y="88"/>
                  </a:cxn>
                  <a:cxn ang="0">
                    <a:pos x="352" y="88"/>
                  </a:cxn>
                  <a:cxn ang="0">
                    <a:pos x="369" y="88"/>
                  </a:cxn>
                  <a:cxn ang="0">
                    <a:pos x="484" y="115"/>
                  </a:cxn>
                  <a:cxn ang="0">
                    <a:pos x="492" y="132"/>
                  </a:cxn>
                  <a:cxn ang="0">
                    <a:pos x="484" y="159"/>
                  </a:cxn>
                  <a:cxn ang="0">
                    <a:pos x="466" y="194"/>
                  </a:cxn>
                  <a:cxn ang="0">
                    <a:pos x="449" y="212"/>
                  </a:cxn>
                  <a:cxn ang="0">
                    <a:pos x="440" y="238"/>
                  </a:cxn>
                  <a:cxn ang="0">
                    <a:pos x="449" y="247"/>
                  </a:cxn>
                  <a:cxn ang="0">
                    <a:pos x="449" y="265"/>
                  </a:cxn>
                  <a:cxn ang="0">
                    <a:pos x="440" y="283"/>
                  </a:cxn>
                  <a:cxn ang="0">
                    <a:pos x="237" y="380"/>
                  </a:cxn>
                  <a:cxn ang="0">
                    <a:pos x="0" y="318"/>
                  </a:cxn>
                </a:cxnLst>
                <a:rect l="0" t="0" r="r" b="b"/>
                <a:pathLst>
                  <a:path w="501" h="424">
                    <a:moveTo>
                      <a:pt x="0" y="318"/>
                    </a:moveTo>
                    <a:lnTo>
                      <a:pt x="0" y="309"/>
                    </a:lnTo>
                    <a:lnTo>
                      <a:pt x="0" y="291"/>
                    </a:lnTo>
                    <a:lnTo>
                      <a:pt x="0" y="283"/>
                    </a:lnTo>
                    <a:lnTo>
                      <a:pt x="0" y="274"/>
                    </a:lnTo>
                    <a:lnTo>
                      <a:pt x="9" y="274"/>
                    </a:lnTo>
                    <a:lnTo>
                      <a:pt x="9" y="265"/>
                    </a:lnTo>
                    <a:lnTo>
                      <a:pt x="9" y="256"/>
                    </a:lnTo>
                    <a:lnTo>
                      <a:pt x="9" y="247"/>
                    </a:lnTo>
                    <a:lnTo>
                      <a:pt x="17" y="229"/>
                    </a:lnTo>
                    <a:lnTo>
                      <a:pt x="26" y="212"/>
                    </a:lnTo>
                    <a:lnTo>
                      <a:pt x="26" y="221"/>
                    </a:lnTo>
                    <a:lnTo>
                      <a:pt x="26" y="212"/>
                    </a:lnTo>
                    <a:lnTo>
                      <a:pt x="35" y="212"/>
                    </a:lnTo>
                    <a:lnTo>
                      <a:pt x="35" y="212"/>
                    </a:lnTo>
                    <a:lnTo>
                      <a:pt x="35" y="212"/>
                    </a:lnTo>
                    <a:lnTo>
                      <a:pt x="35" y="212"/>
                    </a:lnTo>
                    <a:lnTo>
                      <a:pt x="35" y="212"/>
                    </a:lnTo>
                    <a:lnTo>
                      <a:pt x="35" y="212"/>
                    </a:lnTo>
                    <a:lnTo>
                      <a:pt x="35" y="212"/>
                    </a:lnTo>
                    <a:lnTo>
                      <a:pt x="35" y="212"/>
                    </a:lnTo>
                    <a:lnTo>
                      <a:pt x="35" y="203"/>
                    </a:lnTo>
                    <a:lnTo>
                      <a:pt x="35" y="194"/>
                    </a:lnTo>
                    <a:lnTo>
                      <a:pt x="44" y="185"/>
                    </a:lnTo>
                    <a:lnTo>
                      <a:pt x="53" y="185"/>
                    </a:lnTo>
                    <a:lnTo>
                      <a:pt x="44" y="185"/>
                    </a:lnTo>
                    <a:lnTo>
                      <a:pt x="44" y="185"/>
                    </a:lnTo>
                    <a:lnTo>
                      <a:pt x="44" y="185"/>
                    </a:lnTo>
                    <a:lnTo>
                      <a:pt x="44" y="176"/>
                    </a:lnTo>
                    <a:lnTo>
                      <a:pt x="61" y="150"/>
                    </a:lnTo>
                    <a:lnTo>
                      <a:pt x="61" y="141"/>
                    </a:lnTo>
                    <a:lnTo>
                      <a:pt x="61" y="141"/>
                    </a:lnTo>
                    <a:lnTo>
                      <a:pt x="70" y="132"/>
                    </a:lnTo>
                    <a:lnTo>
                      <a:pt x="70" y="132"/>
                    </a:lnTo>
                    <a:lnTo>
                      <a:pt x="70" y="123"/>
                    </a:lnTo>
                    <a:lnTo>
                      <a:pt x="70" y="115"/>
                    </a:lnTo>
                    <a:lnTo>
                      <a:pt x="70" y="106"/>
                    </a:lnTo>
                    <a:lnTo>
                      <a:pt x="79" y="97"/>
                    </a:lnTo>
                    <a:lnTo>
                      <a:pt x="79" y="88"/>
                    </a:lnTo>
                    <a:lnTo>
                      <a:pt x="88" y="79"/>
                    </a:lnTo>
                    <a:lnTo>
                      <a:pt x="88" y="70"/>
                    </a:lnTo>
                    <a:lnTo>
                      <a:pt x="88" y="70"/>
                    </a:lnTo>
                    <a:lnTo>
                      <a:pt x="88" y="61"/>
                    </a:lnTo>
                    <a:lnTo>
                      <a:pt x="97" y="61"/>
                    </a:lnTo>
                    <a:lnTo>
                      <a:pt x="97" y="53"/>
                    </a:lnTo>
                    <a:lnTo>
                      <a:pt x="97" y="53"/>
                    </a:lnTo>
                    <a:lnTo>
                      <a:pt x="97" y="53"/>
                    </a:lnTo>
                    <a:lnTo>
                      <a:pt x="97" y="44"/>
                    </a:lnTo>
                    <a:lnTo>
                      <a:pt x="105" y="44"/>
                    </a:lnTo>
                    <a:lnTo>
                      <a:pt x="97" y="35"/>
                    </a:lnTo>
                    <a:lnTo>
                      <a:pt x="97" y="35"/>
                    </a:lnTo>
                    <a:lnTo>
                      <a:pt x="105" y="26"/>
                    </a:lnTo>
                    <a:lnTo>
                      <a:pt x="105" y="26"/>
                    </a:lnTo>
                    <a:lnTo>
                      <a:pt x="105" y="17"/>
                    </a:lnTo>
                    <a:lnTo>
                      <a:pt x="105" y="17"/>
                    </a:lnTo>
                    <a:lnTo>
                      <a:pt x="105" y="8"/>
                    </a:lnTo>
                    <a:lnTo>
                      <a:pt x="114" y="0"/>
                    </a:lnTo>
                    <a:lnTo>
                      <a:pt x="114" y="8"/>
                    </a:lnTo>
                    <a:lnTo>
                      <a:pt x="114" y="8"/>
                    </a:lnTo>
                    <a:lnTo>
                      <a:pt x="114" y="8"/>
                    </a:lnTo>
                    <a:lnTo>
                      <a:pt x="114" y="8"/>
                    </a:lnTo>
                    <a:lnTo>
                      <a:pt x="114" y="0"/>
                    </a:lnTo>
                    <a:lnTo>
                      <a:pt x="123" y="0"/>
                    </a:lnTo>
                    <a:lnTo>
                      <a:pt x="123" y="8"/>
                    </a:lnTo>
                    <a:lnTo>
                      <a:pt x="123" y="8"/>
                    </a:lnTo>
                    <a:lnTo>
                      <a:pt x="132" y="8"/>
                    </a:lnTo>
                    <a:lnTo>
                      <a:pt x="132" y="8"/>
                    </a:lnTo>
                    <a:lnTo>
                      <a:pt x="141" y="17"/>
                    </a:lnTo>
                    <a:lnTo>
                      <a:pt x="141" y="17"/>
                    </a:lnTo>
                    <a:lnTo>
                      <a:pt x="141" y="17"/>
                    </a:lnTo>
                    <a:lnTo>
                      <a:pt x="149" y="17"/>
                    </a:lnTo>
                    <a:lnTo>
                      <a:pt x="149" y="17"/>
                    </a:lnTo>
                    <a:lnTo>
                      <a:pt x="158" y="17"/>
                    </a:lnTo>
                    <a:lnTo>
                      <a:pt x="158" y="26"/>
                    </a:lnTo>
                    <a:lnTo>
                      <a:pt x="167" y="35"/>
                    </a:lnTo>
                    <a:lnTo>
                      <a:pt x="158" y="61"/>
                    </a:lnTo>
                    <a:lnTo>
                      <a:pt x="167" y="61"/>
                    </a:lnTo>
                    <a:lnTo>
                      <a:pt x="167" y="70"/>
                    </a:lnTo>
                    <a:lnTo>
                      <a:pt x="176" y="70"/>
                    </a:lnTo>
                    <a:lnTo>
                      <a:pt x="176" y="70"/>
                    </a:lnTo>
                    <a:lnTo>
                      <a:pt x="185" y="79"/>
                    </a:lnTo>
                    <a:lnTo>
                      <a:pt x="193" y="79"/>
                    </a:lnTo>
                    <a:lnTo>
                      <a:pt x="202" y="70"/>
                    </a:lnTo>
                    <a:lnTo>
                      <a:pt x="202" y="70"/>
                    </a:lnTo>
                    <a:lnTo>
                      <a:pt x="211" y="70"/>
                    </a:lnTo>
                    <a:lnTo>
                      <a:pt x="211" y="70"/>
                    </a:lnTo>
                    <a:lnTo>
                      <a:pt x="220" y="70"/>
                    </a:lnTo>
                    <a:lnTo>
                      <a:pt x="229" y="70"/>
                    </a:lnTo>
                    <a:lnTo>
                      <a:pt x="237" y="79"/>
                    </a:lnTo>
                    <a:lnTo>
                      <a:pt x="237" y="79"/>
                    </a:lnTo>
                    <a:lnTo>
                      <a:pt x="246" y="79"/>
                    </a:lnTo>
                    <a:lnTo>
                      <a:pt x="246" y="88"/>
                    </a:lnTo>
                    <a:lnTo>
                      <a:pt x="255" y="88"/>
                    </a:lnTo>
                    <a:lnTo>
                      <a:pt x="264" y="88"/>
                    </a:lnTo>
                    <a:lnTo>
                      <a:pt x="273" y="79"/>
                    </a:lnTo>
                    <a:lnTo>
                      <a:pt x="281" y="88"/>
                    </a:lnTo>
                    <a:lnTo>
                      <a:pt x="281" y="88"/>
                    </a:lnTo>
                    <a:lnTo>
                      <a:pt x="290" y="88"/>
                    </a:lnTo>
                    <a:lnTo>
                      <a:pt x="299" y="88"/>
                    </a:lnTo>
                    <a:lnTo>
                      <a:pt x="308" y="88"/>
                    </a:lnTo>
                    <a:lnTo>
                      <a:pt x="317" y="88"/>
                    </a:lnTo>
                    <a:lnTo>
                      <a:pt x="334" y="88"/>
                    </a:lnTo>
                    <a:lnTo>
                      <a:pt x="334" y="88"/>
                    </a:lnTo>
                    <a:lnTo>
                      <a:pt x="343" y="88"/>
                    </a:lnTo>
                    <a:lnTo>
                      <a:pt x="352" y="88"/>
                    </a:lnTo>
                    <a:lnTo>
                      <a:pt x="361" y="88"/>
                    </a:lnTo>
                    <a:lnTo>
                      <a:pt x="361" y="88"/>
                    </a:lnTo>
                    <a:lnTo>
                      <a:pt x="369" y="88"/>
                    </a:lnTo>
                    <a:lnTo>
                      <a:pt x="413" y="97"/>
                    </a:lnTo>
                    <a:lnTo>
                      <a:pt x="484" y="115"/>
                    </a:lnTo>
                    <a:lnTo>
                      <a:pt x="484" y="115"/>
                    </a:lnTo>
                    <a:lnTo>
                      <a:pt x="484" y="123"/>
                    </a:lnTo>
                    <a:lnTo>
                      <a:pt x="484" y="123"/>
                    </a:lnTo>
                    <a:lnTo>
                      <a:pt x="492" y="132"/>
                    </a:lnTo>
                    <a:lnTo>
                      <a:pt x="501" y="141"/>
                    </a:lnTo>
                    <a:lnTo>
                      <a:pt x="492" y="150"/>
                    </a:lnTo>
                    <a:lnTo>
                      <a:pt x="484" y="159"/>
                    </a:lnTo>
                    <a:lnTo>
                      <a:pt x="475" y="176"/>
                    </a:lnTo>
                    <a:lnTo>
                      <a:pt x="466" y="185"/>
                    </a:lnTo>
                    <a:lnTo>
                      <a:pt x="466" y="194"/>
                    </a:lnTo>
                    <a:lnTo>
                      <a:pt x="466" y="194"/>
                    </a:lnTo>
                    <a:lnTo>
                      <a:pt x="457" y="203"/>
                    </a:lnTo>
                    <a:lnTo>
                      <a:pt x="449" y="212"/>
                    </a:lnTo>
                    <a:lnTo>
                      <a:pt x="449" y="221"/>
                    </a:lnTo>
                    <a:lnTo>
                      <a:pt x="440" y="221"/>
                    </a:lnTo>
                    <a:lnTo>
                      <a:pt x="440" y="238"/>
                    </a:lnTo>
                    <a:lnTo>
                      <a:pt x="440" y="238"/>
                    </a:lnTo>
                    <a:lnTo>
                      <a:pt x="440" y="247"/>
                    </a:lnTo>
                    <a:lnTo>
                      <a:pt x="449" y="247"/>
                    </a:lnTo>
                    <a:lnTo>
                      <a:pt x="449" y="247"/>
                    </a:lnTo>
                    <a:lnTo>
                      <a:pt x="449" y="256"/>
                    </a:lnTo>
                    <a:lnTo>
                      <a:pt x="449" y="265"/>
                    </a:lnTo>
                    <a:lnTo>
                      <a:pt x="440" y="274"/>
                    </a:lnTo>
                    <a:lnTo>
                      <a:pt x="440" y="274"/>
                    </a:lnTo>
                    <a:lnTo>
                      <a:pt x="440" y="283"/>
                    </a:lnTo>
                    <a:lnTo>
                      <a:pt x="405" y="424"/>
                    </a:lnTo>
                    <a:lnTo>
                      <a:pt x="334" y="406"/>
                    </a:lnTo>
                    <a:lnTo>
                      <a:pt x="237" y="380"/>
                    </a:lnTo>
                    <a:lnTo>
                      <a:pt x="132" y="353"/>
                    </a:lnTo>
                    <a:lnTo>
                      <a:pt x="9" y="318"/>
                    </a:lnTo>
                    <a:lnTo>
                      <a:pt x="0" y="3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54"/>
              <p:cNvSpPr>
                <a:spLocks/>
              </p:cNvSpPr>
              <p:nvPr/>
            </p:nvSpPr>
            <p:spPr bwMode="auto">
              <a:xfrm>
                <a:off x="871406" y="1809063"/>
                <a:ext cx="672158" cy="568852"/>
              </a:xfrm>
              <a:custGeom>
                <a:avLst/>
                <a:gdLst/>
                <a:ahLst/>
                <a:cxnLst>
                  <a:cxn ang="0">
                    <a:pos x="0" y="291"/>
                  </a:cxn>
                  <a:cxn ang="0">
                    <a:pos x="9" y="274"/>
                  </a:cxn>
                  <a:cxn ang="0">
                    <a:pos x="9" y="247"/>
                  </a:cxn>
                  <a:cxn ang="0">
                    <a:pos x="26" y="221"/>
                  </a:cxn>
                  <a:cxn ang="0">
                    <a:pos x="35" y="212"/>
                  </a:cxn>
                  <a:cxn ang="0">
                    <a:pos x="35" y="212"/>
                  </a:cxn>
                  <a:cxn ang="0">
                    <a:pos x="35" y="212"/>
                  </a:cxn>
                  <a:cxn ang="0">
                    <a:pos x="44" y="185"/>
                  </a:cxn>
                  <a:cxn ang="0">
                    <a:pos x="44" y="185"/>
                  </a:cxn>
                  <a:cxn ang="0">
                    <a:pos x="61" y="150"/>
                  </a:cxn>
                  <a:cxn ang="0">
                    <a:pos x="70" y="132"/>
                  </a:cxn>
                  <a:cxn ang="0">
                    <a:pos x="70" y="115"/>
                  </a:cxn>
                  <a:cxn ang="0">
                    <a:pos x="79" y="88"/>
                  </a:cxn>
                  <a:cxn ang="0">
                    <a:pos x="88" y="70"/>
                  </a:cxn>
                  <a:cxn ang="0">
                    <a:pos x="97" y="53"/>
                  </a:cxn>
                  <a:cxn ang="0">
                    <a:pos x="97" y="44"/>
                  </a:cxn>
                  <a:cxn ang="0">
                    <a:pos x="97" y="35"/>
                  </a:cxn>
                  <a:cxn ang="0">
                    <a:pos x="105" y="17"/>
                  </a:cxn>
                  <a:cxn ang="0">
                    <a:pos x="114" y="0"/>
                  </a:cxn>
                  <a:cxn ang="0">
                    <a:pos x="114" y="8"/>
                  </a:cxn>
                  <a:cxn ang="0">
                    <a:pos x="123" y="0"/>
                  </a:cxn>
                  <a:cxn ang="0">
                    <a:pos x="132" y="8"/>
                  </a:cxn>
                  <a:cxn ang="0">
                    <a:pos x="141" y="17"/>
                  </a:cxn>
                  <a:cxn ang="0">
                    <a:pos x="149" y="17"/>
                  </a:cxn>
                  <a:cxn ang="0">
                    <a:pos x="167" y="35"/>
                  </a:cxn>
                  <a:cxn ang="0">
                    <a:pos x="167" y="70"/>
                  </a:cxn>
                  <a:cxn ang="0">
                    <a:pos x="185" y="79"/>
                  </a:cxn>
                  <a:cxn ang="0">
                    <a:pos x="202" y="70"/>
                  </a:cxn>
                  <a:cxn ang="0">
                    <a:pos x="220" y="70"/>
                  </a:cxn>
                  <a:cxn ang="0">
                    <a:pos x="237" y="79"/>
                  </a:cxn>
                  <a:cxn ang="0">
                    <a:pos x="255" y="88"/>
                  </a:cxn>
                  <a:cxn ang="0">
                    <a:pos x="281" y="88"/>
                  </a:cxn>
                  <a:cxn ang="0">
                    <a:pos x="299" y="88"/>
                  </a:cxn>
                  <a:cxn ang="0">
                    <a:pos x="334" y="88"/>
                  </a:cxn>
                  <a:cxn ang="0">
                    <a:pos x="352" y="88"/>
                  </a:cxn>
                  <a:cxn ang="0">
                    <a:pos x="369" y="88"/>
                  </a:cxn>
                  <a:cxn ang="0">
                    <a:pos x="484" y="115"/>
                  </a:cxn>
                  <a:cxn ang="0">
                    <a:pos x="492" y="132"/>
                  </a:cxn>
                  <a:cxn ang="0">
                    <a:pos x="484" y="159"/>
                  </a:cxn>
                  <a:cxn ang="0">
                    <a:pos x="466" y="194"/>
                  </a:cxn>
                  <a:cxn ang="0">
                    <a:pos x="449" y="212"/>
                  </a:cxn>
                  <a:cxn ang="0">
                    <a:pos x="440" y="238"/>
                  </a:cxn>
                  <a:cxn ang="0">
                    <a:pos x="449" y="247"/>
                  </a:cxn>
                  <a:cxn ang="0">
                    <a:pos x="449" y="265"/>
                  </a:cxn>
                  <a:cxn ang="0">
                    <a:pos x="440" y="283"/>
                  </a:cxn>
                  <a:cxn ang="0">
                    <a:pos x="237" y="380"/>
                  </a:cxn>
                  <a:cxn ang="0">
                    <a:pos x="0" y="318"/>
                  </a:cxn>
                </a:cxnLst>
                <a:rect l="0" t="0" r="r" b="b"/>
                <a:pathLst>
                  <a:path w="501" h="424">
                    <a:moveTo>
                      <a:pt x="0" y="318"/>
                    </a:moveTo>
                    <a:lnTo>
                      <a:pt x="0" y="309"/>
                    </a:lnTo>
                    <a:lnTo>
                      <a:pt x="0" y="291"/>
                    </a:lnTo>
                    <a:lnTo>
                      <a:pt x="0" y="283"/>
                    </a:lnTo>
                    <a:lnTo>
                      <a:pt x="0" y="274"/>
                    </a:lnTo>
                    <a:lnTo>
                      <a:pt x="9" y="274"/>
                    </a:lnTo>
                    <a:lnTo>
                      <a:pt x="9" y="265"/>
                    </a:lnTo>
                    <a:lnTo>
                      <a:pt x="9" y="256"/>
                    </a:lnTo>
                    <a:lnTo>
                      <a:pt x="9" y="247"/>
                    </a:lnTo>
                    <a:lnTo>
                      <a:pt x="17" y="229"/>
                    </a:lnTo>
                    <a:lnTo>
                      <a:pt x="26" y="212"/>
                    </a:lnTo>
                    <a:lnTo>
                      <a:pt x="26" y="221"/>
                    </a:lnTo>
                    <a:lnTo>
                      <a:pt x="26" y="212"/>
                    </a:lnTo>
                    <a:lnTo>
                      <a:pt x="35" y="212"/>
                    </a:lnTo>
                    <a:lnTo>
                      <a:pt x="35" y="212"/>
                    </a:lnTo>
                    <a:lnTo>
                      <a:pt x="35" y="212"/>
                    </a:lnTo>
                    <a:lnTo>
                      <a:pt x="35" y="212"/>
                    </a:lnTo>
                    <a:lnTo>
                      <a:pt x="35" y="212"/>
                    </a:lnTo>
                    <a:lnTo>
                      <a:pt x="35" y="212"/>
                    </a:lnTo>
                    <a:lnTo>
                      <a:pt x="35" y="212"/>
                    </a:lnTo>
                    <a:lnTo>
                      <a:pt x="35" y="212"/>
                    </a:lnTo>
                    <a:lnTo>
                      <a:pt x="35" y="203"/>
                    </a:lnTo>
                    <a:lnTo>
                      <a:pt x="35" y="194"/>
                    </a:lnTo>
                    <a:lnTo>
                      <a:pt x="44" y="185"/>
                    </a:lnTo>
                    <a:lnTo>
                      <a:pt x="53" y="185"/>
                    </a:lnTo>
                    <a:lnTo>
                      <a:pt x="44" y="185"/>
                    </a:lnTo>
                    <a:lnTo>
                      <a:pt x="44" y="185"/>
                    </a:lnTo>
                    <a:lnTo>
                      <a:pt x="44" y="185"/>
                    </a:lnTo>
                    <a:lnTo>
                      <a:pt x="44" y="176"/>
                    </a:lnTo>
                    <a:lnTo>
                      <a:pt x="61" y="150"/>
                    </a:lnTo>
                    <a:lnTo>
                      <a:pt x="61" y="141"/>
                    </a:lnTo>
                    <a:lnTo>
                      <a:pt x="61" y="141"/>
                    </a:lnTo>
                    <a:lnTo>
                      <a:pt x="70" y="132"/>
                    </a:lnTo>
                    <a:lnTo>
                      <a:pt x="70" y="132"/>
                    </a:lnTo>
                    <a:lnTo>
                      <a:pt x="70" y="123"/>
                    </a:lnTo>
                    <a:lnTo>
                      <a:pt x="70" y="115"/>
                    </a:lnTo>
                    <a:lnTo>
                      <a:pt x="70" y="106"/>
                    </a:lnTo>
                    <a:lnTo>
                      <a:pt x="79" y="97"/>
                    </a:lnTo>
                    <a:lnTo>
                      <a:pt x="79" y="88"/>
                    </a:lnTo>
                    <a:lnTo>
                      <a:pt x="88" y="79"/>
                    </a:lnTo>
                    <a:lnTo>
                      <a:pt x="88" y="70"/>
                    </a:lnTo>
                    <a:lnTo>
                      <a:pt x="88" y="70"/>
                    </a:lnTo>
                    <a:lnTo>
                      <a:pt x="88" y="61"/>
                    </a:lnTo>
                    <a:lnTo>
                      <a:pt x="97" y="61"/>
                    </a:lnTo>
                    <a:lnTo>
                      <a:pt x="97" y="53"/>
                    </a:lnTo>
                    <a:lnTo>
                      <a:pt x="97" y="53"/>
                    </a:lnTo>
                    <a:lnTo>
                      <a:pt x="97" y="53"/>
                    </a:lnTo>
                    <a:lnTo>
                      <a:pt x="97" y="44"/>
                    </a:lnTo>
                    <a:lnTo>
                      <a:pt x="105" y="44"/>
                    </a:lnTo>
                    <a:lnTo>
                      <a:pt x="97" y="35"/>
                    </a:lnTo>
                    <a:lnTo>
                      <a:pt x="97" y="35"/>
                    </a:lnTo>
                    <a:lnTo>
                      <a:pt x="105" y="26"/>
                    </a:lnTo>
                    <a:lnTo>
                      <a:pt x="105" y="26"/>
                    </a:lnTo>
                    <a:lnTo>
                      <a:pt x="105" y="17"/>
                    </a:lnTo>
                    <a:lnTo>
                      <a:pt x="105" y="17"/>
                    </a:lnTo>
                    <a:lnTo>
                      <a:pt x="105" y="8"/>
                    </a:lnTo>
                    <a:lnTo>
                      <a:pt x="114" y="0"/>
                    </a:lnTo>
                    <a:lnTo>
                      <a:pt x="114" y="8"/>
                    </a:lnTo>
                    <a:lnTo>
                      <a:pt x="114" y="8"/>
                    </a:lnTo>
                    <a:lnTo>
                      <a:pt x="114" y="8"/>
                    </a:lnTo>
                    <a:lnTo>
                      <a:pt x="114" y="8"/>
                    </a:lnTo>
                    <a:lnTo>
                      <a:pt x="114" y="0"/>
                    </a:lnTo>
                    <a:lnTo>
                      <a:pt x="123" y="0"/>
                    </a:lnTo>
                    <a:lnTo>
                      <a:pt x="123" y="8"/>
                    </a:lnTo>
                    <a:lnTo>
                      <a:pt x="123" y="8"/>
                    </a:lnTo>
                    <a:lnTo>
                      <a:pt x="132" y="8"/>
                    </a:lnTo>
                    <a:lnTo>
                      <a:pt x="132" y="8"/>
                    </a:lnTo>
                    <a:lnTo>
                      <a:pt x="141" y="17"/>
                    </a:lnTo>
                    <a:lnTo>
                      <a:pt x="141" y="17"/>
                    </a:lnTo>
                    <a:lnTo>
                      <a:pt x="141" y="17"/>
                    </a:lnTo>
                    <a:lnTo>
                      <a:pt x="149" y="17"/>
                    </a:lnTo>
                    <a:lnTo>
                      <a:pt x="149" y="17"/>
                    </a:lnTo>
                    <a:lnTo>
                      <a:pt x="158" y="17"/>
                    </a:lnTo>
                    <a:lnTo>
                      <a:pt x="158" y="26"/>
                    </a:lnTo>
                    <a:lnTo>
                      <a:pt x="167" y="35"/>
                    </a:lnTo>
                    <a:lnTo>
                      <a:pt x="158" y="61"/>
                    </a:lnTo>
                    <a:lnTo>
                      <a:pt x="167" y="61"/>
                    </a:lnTo>
                    <a:lnTo>
                      <a:pt x="167" y="70"/>
                    </a:lnTo>
                    <a:lnTo>
                      <a:pt x="176" y="70"/>
                    </a:lnTo>
                    <a:lnTo>
                      <a:pt x="176" y="70"/>
                    </a:lnTo>
                    <a:lnTo>
                      <a:pt x="185" y="79"/>
                    </a:lnTo>
                    <a:lnTo>
                      <a:pt x="193" y="79"/>
                    </a:lnTo>
                    <a:lnTo>
                      <a:pt x="202" y="70"/>
                    </a:lnTo>
                    <a:lnTo>
                      <a:pt x="202" y="70"/>
                    </a:lnTo>
                    <a:lnTo>
                      <a:pt x="211" y="70"/>
                    </a:lnTo>
                    <a:lnTo>
                      <a:pt x="211" y="70"/>
                    </a:lnTo>
                    <a:lnTo>
                      <a:pt x="220" y="70"/>
                    </a:lnTo>
                    <a:lnTo>
                      <a:pt x="229" y="70"/>
                    </a:lnTo>
                    <a:lnTo>
                      <a:pt x="237" y="79"/>
                    </a:lnTo>
                    <a:lnTo>
                      <a:pt x="237" y="79"/>
                    </a:lnTo>
                    <a:lnTo>
                      <a:pt x="246" y="79"/>
                    </a:lnTo>
                    <a:lnTo>
                      <a:pt x="246" y="88"/>
                    </a:lnTo>
                    <a:lnTo>
                      <a:pt x="255" y="88"/>
                    </a:lnTo>
                    <a:lnTo>
                      <a:pt x="264" y="88"/>
                    </a:lnTo>
                    <a:lnTo>
                      <a:pt x="273" y="79"/>
                    </a:lnTo>
                    <a:lnTo>
                      <a:pt x="281" y="88"/>
                    </a:lnTo>
                    <a:lnTo>
                      <a:pt x="281" y="88"/>
                    </a:lnTo>
                    <a:lnTo>
                      <a:pt x="290" y="88"/>
                    </a:lnTo>
                    <a:lnTo>
                      <a:pt x="299" y="88"/>
                    </a:lnTo>
                    <a:lnTo>
                      <a:pt x="308" y="88"/>
                    </a:lnTo>
                    <a:lnTo>
                      <a:pt x="317" y="88"/>
                    </a:lnTo>
                    <a:lnTo>
                      <a:pt x="334" y="88"/>
                    </a:lnTo>
                    <a:lnTo>
                      <a:pt x="334" y="88"/>
                    </a:lnTo>
                    <a:lnTo>
                      <a:pt x="343" y="88"/>
                    </a:lnTo>
                    <a:lnTo>
                      <a:pt x="352" y="88"/>
                    </a:lnTo>
                    <a:lnTo>
                      <a:pt x="361" y="88"/>
                    </a:lnTo>
                    <a:lnTo>
                      <a:pt x="361" y="88"/>
                    </a:lnTo>
                    <a:lnTo>
                      <a:pt x="369" y="88"/>
                    </a:lnTo>
                    <a:lnTo>
                      <a:pt x="413" y="97"/>
                    </a:lnTo>
                    <a:lnTo>
                      <a:pt x="484" y="115"/>
                    </a:lnTo>
                    <a:lnTo>
                      <a:pt x="484" y="115"/>
                    </a:lnTo>
                    <a:lnTo>
                      <a:pt x="484" y="123"/>
                    </a:lnTo>
                    <a:lnTo>
                      <a:pt x="484" y="123"/>
                    </a:lnTo>
                    <a:lnTo>
                      <a:pt x="492" y="132"/>
                    </a:lnTo>
                    <a:lnTo>
                      <a:pt x="501" y="141"/>
                    </a:lnTo>
                    <a:lnTo>
                      <a:pt x="492" y="150"/>
                    </a:lnTo>
                    <a:lnTo>
                      <a:pt x="484" y="159"/>
                    </a:lnTo>
                    <a:lnTo>
                      <a:pt x="475" y="176"/>
                    </a:lnTo>
                    <a:lnTo>
                      <a:pt x="466" y="185"/>
                    </a:lnTo>
                    <a:lnTo>
                      <a:pt x="466" y="194"/>
                    </a:lnTo>
                    <a:lnTo>
                      <a:pt x="466" y="194"/>
                    </a:lnTo>
                    <a:lnTo>
                      <a:pt x="457" y="203"/>
                    </a:lnTo>
                    <a:lnTo>
                      <a:pt x="449" y="212"/>
                    </a:lnTo>
                    <a:lnTo>
                      <a:pt x="449" y="221"/>
                    </a:lnTo>
                    <a:lnTo>
                      <a:pt x="440" y="221"/>
                    </a:lnTo>
                    <a:lnTo>
                      <a:pt x="440" y="238"/>
                    </a:lnTo>
                    <a:lnTo>
                      <a:pt x="440" y="238"/>
                    </a:lnTo>
                    <a:lnTo>
                      <a:pt x="440" y="247"/>
                    </a:lnTo>
                    <a:lnTo>
                      <a:pt x="449" y="247"/>
                    </a:lnTo>
                    <a:lnTo>
                      <a:pt x="449" y="247"/>
                    </a:lnTo>
                    <a:lnTo>
                      <a:pt x="449" y="256"/>
                    </a:lnTo>
                    <a:lnTo>
                      <a:pt x="449" y="265"/>
                    </a:lnTo>
                    <a:lnTo>
                      <a:pt x="440" y="274"/>
                    </a:lnTo>
                    <a:lnTo>
                      <a:pt x="440" y="274"/>
                    </a:lnTo>
                    <a:lnTo>
                      <a:pt x="440" y="283"/>
                    </a:lnTo>
                    <a:lnTo>
                      <a:pt x="405" y="424"/>
                    </a:lnTo>
                    <a:lnTo>
                      <a:pt x="334" y="406"/>
                    </a:lnTo>
                    <a:lnTo>
                      <a:pt x="237" y="380"/>
                    </a:lnTo>
                    <a:lnTo>
                      <a:pt x="132" y="353"/>
                    </a:lnTo>
                    <a:lnTo>
                      <a:pt x="9" y="318"/>
                    </a:lnTo>
                    <a:lnTo>
                      <a:pt x="0" y="31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55"/>
              <p:cNvSpPr>
                <a:spLocks/>
              </p:cNvSpPr>
              <p:nvPr/>
            </p:nvSpPr>
            <p:spPr bwMode="auto">
              <a:xfrm>
                <a:off x="2465264" y="3054097"/>
                <a:ext cx="719115" cy="367607"/>
              </a:xfrm>
              <a:custGeom>
                <a:avLst/>
                <a:gdLst/>
                <a:ahLst/>
                <a:cxnLst>
                  <a:cxn ang="0">
                    <a:pos x="0" y="0"/>
                  </a:cxn>
                  <a:cxn ang="0">
                    <a:pos x="167" y="9"/>
                  </a:cxn>
                  <a:cxn ang="0">
                    <a:pos x="448" y="9"/>
                  </a:cxn>
                  <a:cxn ang="0">
                    <a:pos x="527" y="53"/>
                  </a:cxn>
                  <a:cxn ang="0">
                    <a:pos x="536" y="141"/>
                  </a:cxn>
                  <a:cxn ang="0">
                    <a:pos x="527" y="274"/>
                  </a:cxn>
                  <a:cxn ang="0">
                    <a:pos x="519" y="265"/>
                  </a:cxn>
                  <a:cxn ang="0">
                    <a:pos x="492" y="256"/>
                  </a:cxn>
                  <a:cxn ang="0">
                    <a:pos x="483" y="256"/>
                  </a:cxn>
                  <a:cxn ang="0">
                    <a:pos x="475" y="256"/>
                  </a:cxn>
                  <a:cxn ang="0">
                    <a:pos x="466" y="256"/>
                  </a:cxn>
                  <a:cxn ang="0">
                    <a:pos x="457" y="265"/>
                  </a:cxn>
                  <a:cxn ang="0">
                    <a:pos x="448" y="256"/>
                  </a:cxn>
                  <a:cxn ang="0">
                    <a:pos x="439" y="265"/>
                  </a:cxn>
                  <a:cxn ang="0">
                    <a:pos x="422" y="265"/>
                  </a:cxn>
                  <a:cxn ang="0">
                    <a:pos x="413" y="274"/>
                  </a:cxn>
                  <a:cxn ang="0">
                    <a:pos x="404" y="265"/>
                  </a:cxn>
                  <a:cxn ang="0">
                    <a:pos x="395" y="256"/>
                  </a:cxn>
                  <a:cxn ang="0">
                    <a:pos x="387" y="265"/>
                  </a:cxn>
                  <a:cxn ang="0">
                    <a:pos x="378" y="256"/>
                  </a:cxn>
                  <a:cxn ang="0">
                    <a:pos x="378" y="256"/>
                  </a:cxn>
                  <a:cxn ang="0">
                    <a:pos x="369" y="274"/>
                  </a:cxn>
                  <a:cxn ang="0">
                    <a:pos x="369" y="274"/>
                  </a:cxn>
                  <a:cxn ang="0">
                    <a:pos x="369" y="265"/>
                  </a:cxn>
                  <a:cxn ang="0">
                    <a:pos x="352" y="265"/>
                  </a:cxn>
                  <a:cxn ang="0">
                    <a:pos x="343" y="256"/>
                  </a:cxn>
                  <a:cxn ang="0">
                    <a:pos x="343" y="256"/>
                  </a:cxn>
                  <a:cxn ang="0">
                    <a:pos x="325" y="256"/>
                  </a:cxn>
                  <a:cxn ang="0">
                    <a:pos x="316" y="256"/>
                  </a:cxn>
                  <a:cxn ang="0">
                    <a:pos x="316" y="248"/>
                  </a:cxn>
                  <a:cxn ang="0">
                    <a:pos x="308" y="248"/>
                  </a:cxn>
                  <a:cxn ang="0">
                    <a:pos x="299" y="239"/>
                  </a:cxn>
                  <a:cxn ang="0">
                    <a:pos x="290" y="248"/>
                  </a:cxn>
                  <a:cxn ang="0">
                    <a:pos x="281" y="239"/>
                  </a:cxn>
                  <a:cxn ang="0">
                    <a:pos x="272" y="239"/>
                  </a:cxn>
                  <a:cxn ang="0">
                    <a:pos x="255" y="239"/>
                  </a:cxn>
                  <a:cxn ang="0">
                    <a:pos x="246" y="230"/>
                  </a:cxn>
                  <a:cxn ang="0">
                    <a:pos x="237" y="230"/>
                  </a:cxn>
                  <a:cxn ang="0">
                    <a:pos x="237" y="221"/>
                  </a:cxn>
                  <a:cxn ang="0">
                    <a:pos x="228" y="212"/>
                  </a:cxn>
                  <a:cxn ang="0">
                    <a:pos x="220" y="221"/>
                  </a:cxn>
                  <a:cxn ang="0">
                    <a:pos x="211" y="212"/>
                  </a:cxn>
                  <a:cxn ang="0">
                    <a:pos x="202" y="212"/>
                  </a:cxn>
                  <a:cxn ang="0">
                    <a:pos x="184" y="203"/>
                  </a:cxn>
                  <a:cxn ang="0">
                    <a:pos x="184" y="195"/>
                  </a:cxn>
                  <a:cxn ang="0">
                    <a:pos x="184" y="44"/>
                  </a:cxn>
                  <a:cxn ang="0">
                    <a:pos x="149" y="44"/>
                  </a:cxn>
                  <a:cxn ang="0">
                    <a:pos x="0" y="44"/>
                  </a:cxn>
                </a:cxnLst>
                <a:rect l="0" t="0" r="r" b="b"/>
                <a:pathLst>
                  <a:path w="536" h="274">
                    <a:moveTo>
                      <a:pt x="0" y="44"/>
                    </a:moveTo>
                    <a:lnTo>
                      <a:pt x="0" y="0"/>
                    </a:lnTo>
                    <a:lnTo>
                      <a:pt x="61" y="0"/>
                    </a:lnTo>
                    <a:lnTo>
                      <a:pt x="167" y="9"/>
                    </a:lnTo>
                    <a:lnTo>
                      <a:pt x="308" y="9"/>
                    </a:lnTo>
                    <a:lnTo>
                      <a:pt x="448" y="9"/>
                    </a:lnTo>
                    <a:lnTo>
                      <a:pt x="527" y="9"/>
                    </a:lnTo>
                    <a:lnTo>
                      <a:pt x="527" y="53"/>
                    </a:lnTo>
                    <a:lnTo>
                      <a:pt x="536" y="115"/>
                    </a:lnTo>
                    <a:lnTo>
                      <a:pt x="536" y="141"/>
                    </a:lnTo>
                    <a:lnTo>
                      <a:pt x="536" y="274"/>
                    </a:lnTo>
                    <a:lnTo>
                      <a:pt x="527" y="274"/>
                    </a:lnTo>
                    <a:lnTo>
                      <a:pt x="519" y="274"/>
                    </a:lnTo>
                    <a:lnTo>
                      <a:pt x="519" y="265"/>
                    </a:lnTo>
                    <a:lnTo>
                      <a:pt x="510" y="265"/>
                    </a:lnTo>
                    <a:lnTo>
                      <a:pt x="492" y="256"/>
                    </a:lnTo>
                    <a:lnTo>
                      <a:pt x="492" y="256"/>
                    </a:lnTo>
                    <a:lnTo>
                      <a:pt x="483" y="256"/>
                    </a:lnTo>
                    <a:lnTo>
                      <a:pt x="483" y="256"/>
                    </a:lnTo>
                    <a:lnTo>
                      <a:pt x="475" y="256"/>
                    </a:lnTo>
                    <a:lnTo>
                      <a:pt x="475" y="256"/>
                    </a:lnTo>
                    <a:lnTo>
                      <a:pt x="466" y="256"/>
                    </a:lnTo>
                    <a:lnTo>
                      <a:pt x="457" y="256"/>
                    </a:lnTo>
                    <a:lnTo>
                      <a:pt x="457" y="265"/>
                    </a:lnTo>
                    <a:lnTo>
                      <a:pt x="448" y="265"/>
                    </a:lnTo>
                    <a:lnTo>
                      <a:pt x="448" y="256"/>
                    </a:lnTo>
                    <a:lnTo>
                      <a:pt x="439" y="265"/>
                    </a:lnTo>
                    <a:lnTo>
                      <a:pt x="439" y="265"/>
                    </a:lnTo>
                    <a:lnTo>
                      <a:pt x="431" y="265"/>
                    </a:lnTo>
                    <a:lnTo>
                      <a:pt x="422" y="265"/>
                    </a:lnTo>
                    <a:lnTo>
                      <a:pt x="422" y="274"/>
                    </a:lnTo>
                    <a:lnTo>
                      <a:pt x="413" y="274"/>
                    </a:lnTo>
                    <a:lnTo>
                      <a:pt x="413" y="265"/>
                    </a:lnTo>
                    <a:lnTo>
                      <a:pt x="404" y="265"/>
                    </a:lnTo>
                    <a:lnTo>
                      <a:pt x="404" y="256"/>
                    </a:lnTo>
                    <a:lnTo>
                      <a:pt x="395" y="256"/>
                    </a:lnTo>
                    <a:lnTo>
                      <a:pt x="395" y="265"/>
                    </a:lnTo>
                    <a:lnTo>
                      <a:pt x="387" y="265"/>
                    </a:lnTo>
                    <a:lnTo>
                      <a:pt x="387" y="256"/>
                    </a:lnTo>
                    <a:lnTo>
                      <a:pt x="378" y="256"/>
                    </a:lnTo>
                    <a:lnTo>
                      <a:pt x="378" y="256"/>
                    </a:lnTo>
                    <a:lnTo>
                      <a:pt x="378" y="256"/>
                    </a:lnTo>
                    <a:lnTo>
                      <a:pt x="369" y="265"/>
                    </a:lnTo>
                    <a:lnTo>
                      <a:pt x="369" y="274"/>
                    </a:lnTo>
                    <a:lnTo>
                      <a:pt x="369" y="274"/>
                    </a:lnTo>
                    <a:lnTo>
                      <a:pt x="369" y="274"/>
                    </a:lnTo>
                    <a:lnTo>
                      <a:pt x="360" y="265"/>
                    </a:lnTo>
                    <a:lnTo>
                      <a:pt x="369" y="265"/>
                    </a:lnTo>
                    <a:lnTo>
                      <a:pt x="360" y="256"/>
                    </a:lnTo>
                    <a:lnTo>
                      <a:pt x="352" y="265"/>
                    </a:lnTo>
                    <a:lnTo>
                      <a:pt x="352" y="265"/>
                    </a:lnTo>
                    <a:lnTo>
                      <a:pt x="343" y="256"/>
                    </a:lnTo>
                    <a:lnTo>
                      <a:pt x="343" y="256"/>
                    </a:lnTo>
                    <a:lnTo>
                      <a:pt x="343" y="256"/>
                    </a:lnTo>
                    <a:lnTo>
                      <a:pt x="334" y="248"/>
                    </a:lnTo>
                    <a:lnTo>
                      <a:pt x="325" y="256"/>
                    </a:lnTo>
                    <a:lnTo>
                      <a:pt x="316" y="265"/>
                    </a:lnTo>
                    <a:lnTo>
                      <a:pt x="316" y="256"/>
                    </a:lnTo>
                    <a:lnTo>
                      <a:pt x="316" y="256"/>
                    </a:lnTo>
                    <a:lnTo>
                      <a:pt x="316" y="248"/>
                    </a:lnTo>
                    <a:lnTo>
                      <a:pt x="308" y="248"/>
                    </a:lnTo>
                    <a:lnTo>
                      <a:pt x="308" y="248"/>
                    </a:lnTo>
                    <a:lnTo>
                      <a:pt x="308" y="239"/>
                    </a:lnTo>
                    <a:lnTo>
                      <a:pt x="299" y="239"/>
                    </a:lnTo>
                    <a:lnTo>
                      <a:pt x="290" y="239"/>
                    </a:lnTo>
                    <a:lnTo>
                      <a:pt x="290" y="248"/>
                    </a:lnTo>
                    <a:lnTo>
                      <a:pt x="281" y="248"/>
                    </a:lnTo>
                    <a:lnTo>
                      <a:pt x="281" y="239"/>
                    </a:lnTo>
                    <a:lnTo>
                      <a:pt x="272" y="239"/>
                    </a:lnTo>
                    <a:lnTo>
                      <a:pt x="272" y="239"/>
                    </a:lnTo>
                    <a:lnTo>
                      <a:pt x="264" y="239"/>
                    </a:lnTo>
                    <a:lnTo>
                      <a:pt x="255" y="239"/>
                    </a:lnTo>
                    <a:lnTo>
                      <a:pt x="246" y="230"/>
                    </a:lnTo>
                    <a:lnTo>
                      <a:pt x="246" y="230"/>
                    </a:lnTo>
                    <a:lnTo>
                      <a:pt x="246" y="230"/>
                    </a:lnTo>
                    <a:lnTo>
                      <a:pt x="237" y="230"/>
                    </a:lnTo>
                    <a:lnTo>
                      <a:pt x="237" y="230"/>
                    </a:lnTo>
                    <a:lnTo>
                      <a:pt x="237" y="221"/>
                    </a:lnTo>
                    <a:lnTo>
                      <a:pt x="228" y="221"/>
                    </a:lnTo>
                    <a:lnTo>
                      <a:pt x="228" y="212"/>
                    </a:lnTo>
                    <a:lnTo>
                      <a:pt x="228" y="212"/>
                    </a:lnTo>
                    <a:lnTo>
                      <a:pt x="220" y="221"/>
                    </a:lnTo>
                    <a:lnTo>
                      <a:pt x="220" y="221"/>
                    </a:lnTo>
                    <a:lnTo>
                      <a:pt x="211" y="212"/>
                    </a:lnTo>
                    <a:lnTo>
                      <a:pt x="211" y="221"/>
                    </a:lnTo>
                    <a:lnTo>
                      <a:pt x="202" y="212"/>
                    </a:lnTo>
                    <a:lnTo>
                      <a:pt x="193" y="203"/>
                    </a:lnTo>
                    <a:lnTo>
                      <a:pt x="184" y="203"/>
                    </a:lnTo>
                    <a:lnTo>
                      <a:pt x="184" y="203"/>
                    </a:lnTo>
                    <a:lnTo>
                      <a:pt x="184" y="195"/>
                    </a:lnTo>
                    <a:lnTo>
                      <a:pt x="184" y="53"/>
                    </a:lnTo>
                    <a:lnTo>
                      <a:pt x="184" y="44"/>
                    </a:lnTo>
                    <a:lnTo>
                      <a:pt x="176" y="44"/>
                    </a:lnTo>
                    <a:lnTo>
                      <a:pt x="149" y="44"/>
                    </a:lnTo>
                    <a:lnTo>
                      <a:pt x="88" y="44"/>
                    </a:lnTo>
                    <a:lnTo>
                      <a:pt x="0" y="4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56"/>
              <p:cNvSpPr>
                <a:spLocks/>
              </p:cNvSpPr>
              <p:nvPr/>
            </p:nvSpPr>
            <p:spPr bwMode="auto">
              <a:xfrm>
                <a:off x="2465264" y="3054097"/>
                <a:ext cx="719115" cy="367607"/>
              </a:xfrm>
              <a:custGeom>
                <a:avLst/>
                <a:gdLst/>
                <a:ahLst/>
                <a:cxnLst>
                  <a:cxn ang="0">
                    <a:pos x="0" y="0"/>
                  </a:cxn>
                  <a:cxn ang="0">
                    <a:pos x="167" y="9"/>
                  </a:cxn>
                  <a:cxn ang="0">
                    <a:pos x="448" y="9"/>
                  </a:cxn>
                  <a:cxn ang="0">
                    <a:pos x="527" y="53"/>
                  </a:cxn>
                  <a:cxn ang="0">
                    <a:pos x="536" y="141"/>
                  </a:cxn>
                  <a:cxn ang="0">
                    <a:pos x="527" y="274"/>
                  </a:cxn>
                  <a:cxn ang="0">
                    <a:pos x="519" y="265"/>
                  </a:cxn>
                  <a:cxn ang="0">
                    <a:pos x="492" y="256"/>
                  </a:cxn>
                  <a:cxn ang="0">
                    <a:pos x="483" y="256"/>
                  </a:cxn>
                  <a:cxn ang="0">
                    <a:pos x="475" y="256"/>
                  </a:cxn>
                  <a:cxn ang="0">
                    <a:pos x="466" y="256"/>
                  </a:cxn>
                  <a:cxn ang="0">
                    <a:pos x="457" y="265"/>
                  </a:cxn>
                  <a:cxn ang="0">
                    <a:pos x="448" y="256"/>
                  </a:cxn>
                  <a:cxn ang="0">
                    <a:pos x="439" y="265"/>
                  </a:cxn>
                  <a:cxn ang="0">
                    <a:pos x="422" y="265"/>
                  </a:cxn>
                  <a:cxn ang="0">
                    <a:pos x="413" y="274"/>
                  </a:cxn>
                  <a:cxn ang="0">
                    <a:pos x="404" y="265"/>
                  </a:cxn>
                  <a:cxn ang="0">
                    <a:pos x="395" y="256"/>
                  </a:cxn>
                  <a:cxn ang="0">
                    <a:pos x="387" y="265"/>
                  </a:cxn>
                  <a:cxn ang="0">
                    <a:pos x="378" y="256"/>
                  </a:cxn>
                  <a:cxn ang="0">
                    <a:pos x="378" y="256"/>
                  </a:cxn>
                  <a:cxn ang="0">
                    <a:pos x="369" y="274"/>
                  </a:cxn>
                  <a:cxn ang="0">
                    <a:pos x="369" y="274"/>
                  </a:cxn>
                  <a:cxn ang="0">
                    <a:pos x="369" y="265"/>
                  </a:cxn>
                  <a:cxn ang="0">
                    <a:pos x="352" y="265"/>
                  </a:cxn>
                  <a:cxn ang="0">
                    <a:pos x="343" y="256"/>
                  </a:cxn>
                  <a:cxn ang="0">
                    <a:pos x="343" y="256"/>
                  </a:cxn>
                  <a:cxn ang="0">
                    <a:pos x="325" y="256"/>
                  </a:cxn>
                  <a:cxn ang="0">
                    <a:pos x="316" y="256"/>
                  </a:cxn>
                  <a:cxn ang="0">
                    <a:pos x="316" y="248"/>
                  </a:cxn>
                  <a:cxn ang="0">
                    <a:pos x="308" y="248"/>
                  </a:cxn>
                  <a:cxn ang="0">
                    <a:pos x="299" y="239"/>
                  </a:cxn>
                  <a:cxn ang="0">
                    <a:pos x="290" y="248"/>
                  </a:cxn>
                  <a:cxn ang="0">
                    <a:pos x="281" y="239"/>
                  </a:cxn>
                  <a:cxn ang="0">
                    <a:pos x="272" y="239"/>
                  </a:cxn>
                  <a:cxn ang="0">
                    <a:pos x="255" y="239"/>
                  </a:cxn>
                  <a:cxn ang="0">
                    <a:pos x="246" y="230"/>
                  </a:cxn>
                  <a:cxn ang="0">
                    <a:pos x="237" y="230"/>
                  </a:cxn>
                  <a:cxn ang="0">
                    <a:pos x="237" y="221"/>
                  </a:cxn>
                  <a:cxn ang="0">
                    <a:pos x="228" y="212"/>
                  </a:cxn>
                  <a:cxn ang="0">
                    <a:pos x="220" y="221"/>
                  </a:cxn>
                  <a:cxn ang="0">
                    <a:pos x="211" y="212"/>
                  </a:cxn>
                  <a:cxn ang="0">
                    <a:pos x="202" y="212"/>
                  </a:cxn>
                  <a:cxn ang="0">
                    <a:pos x="184" y="203"/>
                  </a:cxn>
                  <a:cxn ang="0">
                    <a:pos x="184" y="195"/>
                  </a:cxn>
                  <a:cxn ang="0">
                    <a:pos x="184" y="44"/>
                  </a:cxn>
                  <a:cxn ang="0">
                    <a:pos x="149" y="44"/>
                  </a:cxn>
                  <a:cxn ang="0">
                    <a:pos x="0" y="44"/>
                  </a:cxn>
                </a:cxnLst>
                <a:rect l="0" t="0" r="r" b="b"/>
                <a:pathLst>
                  <a:path w="536" h="274">
                    <a:moveTo>
                      <a:pt x="0" y="44"/>
                    </a:moveTo>
                    <a:lnTo>
                      <a:pt x="0" y="0"/>
                    </a:lnTo>
                    <a:lnTo>
                      <a:pt x="61" y="0"/>
                    </a:lnTo>
                    <a:lnTo>
                      <a:pt x="167" y="9"/>
                    </a:lnTo>
                    <a:lnTo>
                      <a:pt x="308" y="9"/>
                    </a:lnTo>
                    <a:lnTo>
                      <a:pt x="448" y="9"/>
                    </a:lnTo>
                    <a:lnTo>
                      <a:pt x="527" y="9"/>
                    </a:lnTo>
                    <a:lnTo>
                      <a:pt x="527" y="53"/>
                    </a:lnTo>
                    <a:lnTo>
                      <a:pt x="536" y="115"/>
                    </a:lnTo>
                    <a:lnTo>
                      <a:pt x="536" y="141"/>
                    </a:lnTo>
                    <a:lnTo>
                      <a:pt x="536" y="274"/>
                    </a:lnTo>
                    <a:lnTo>
                      <a:pt x="527" y="274"/>
                    </a:lnTo>
                    <a:lnTo>
                      <a:pt x="519" y="274"/>
                    </a:lnTo>
                    <a:lnTo>
                      <a:pt x="519" y="265"/>
                    </a:lnTo>
                    <a:lnTo>
                      <a:pt x="510" y="265"/>
                    </a:lnTo>
                    <a:lnTo>
                      <a:pt x="492" y="256"/>
                    </a:lnTo>
                    <a:lnTo>
                      <a:pt x="492" y="256"/>
                    </a:lnTo>
                    <a:lnTo>
                      <a:pt x="483" y="256"/>
                    </a:lnTo>
                    <a:lnTo>
                      <a:pt x="483" y="256"/>
                    </a:lnTo>
                    <a:lnTo>
                      <a:pt x="475" y="256"/>
                    </a:lnTo>
                    <a:lnTo>
                      <a:pt x="475" y="256"/>
                    </a:lnTo>
                    <a:lnTo>
                      <a:pt x="466" y="256"/>
                    </a:lnTo>
                    <a:lnTo>
                      <a:pt x="457" y="256"/>
                    </a:lnTo>
                    <a:lnTo>
                      <a:pt x="457" y="265"/>
                    </a:lnTo>
                    <a:lnTo>
                      <a:pt x="448" y="265"/>
                    </a:lnTo>
                    <a:lnTo>
                      <a:pt x="448" y="256"/>
                    </a:lnTo>
                    <a:lnTo>
                      <a:pt x="439" y="265"/>
                    </a:lnTo>
                    <a:lnTo>
                      <a:pt x="439" y="265"/>
                    </a:lnTo>
                    <a:lnTo>
                      <a:pt x="431" y="265"/>
                    </a:lnTo>
                    <a:lnTo>
                      <a:pt x="422" y="265"/>
                    </a:lnTo>
                    <a:lnTo>
                      <a:pt x="422" y="274"/>
                    </a:lnTo>
                    <a:lnTo>
                      <a:pt x="413" y="274"/>
                    </a:lnTo>
                    <a:lnTo>
                      <a:pt x="413" y="265"/>
                    </a:lnTo>
                    <a:lnTo>
                      <a:pt x="404" y="265"/>
                    </a:lnTo>
                    <a:lnTo>
                      <a:pt x="404" y="256"/>
                    </a:lnTo>
                    <a:lnTo>
                      <a:pt x="395" y="256"/>
                    </a:lnTo>
                    <a:lnTo>
                      <a:pt x="395" y="265"/>
                    </a:lnTo>
                    <a:lnTo>
                      <a:pt x="387" y="265"/>
                    </a:lnTo>
                    <a:lnTo>
                      <a:pt x="387" y="256"/>
                    </a:lnTo>
                    <a:lnTo>
                      <a:pt x="378" y="256"/>
                    </a:lnTo>
                    <a:lnTo>
                      <a:pt x="378" y="256"/>
                    </a:lnTo>
                    <a:lnTo>
                      <a:pt x="378" y="256"/>
                    </a:lnTo>
                    <a:lnTo>
                      <a:pt x="369" y="265"/>
                    </a:lnTo>
                    <a:lnTo>
                      <a:pt x="369" y="274"/>
                    </a:lnTo>
                    <a:lnTo>
                      <a:pt x="369" y="274"/>
                    </a:lnTo>
                    <a:lnTo>
                      <a:pt x="369" y="274"/>
                    </a:lnTo>
                    <a:lnTo>
                      <a:pt x="360" y="265"/>
                    </a:lnTo>
                    <a:lnTo>
                      <a:pt x="369" y="265"/>
                    </a:lnTo>
                    <a:lnTo>
                      <a:pt x="360" y="256"/>
                    </a:lnTo>
                    <a:lnTo>
                      <a:pt x="352" y="265"/>
                    </a:lnTo>
                    <a:lnTo>
                      <a:pt x="352" y="265"/>
                    </a:lnTo>
                    <a:lnTo>
                      <a:pt x="343" y="256"/>
                    </a:lnTo>
                    <a:lnTo>
                      <a:pt x="343" y="256"/>
                    </a:lnTo>
                    <a:lnTo>
                      <a:pt x="343" y="256"/>
                    </a:lnTo>
                    <a:lnTo>
                      <a:pt x="334" y="248"/>
                    </a:lnTo>
                    <a:lnTo>
                      <a:pt x="325" y="256"/>
                    </a:lnTo>
                    <a:lnTo>
                      <a:pt x="316" y="265"/>
                    </a:lnTo>
                    <a:lnTo>
                      <a:pt x="316" y="256"/>
                    </a:lnTo>
                    <a:lnTo>
                      <a:pt x="316" y="256"/>
                    </a:lnTo>
                    <a:lnTo>
                      <a:pt x="316" y="248"/>
                    </a:lnTo>
                    <a:lnTo>
                      <a:pt x="308" y="248"/>
                    </a:lnTo>
                    <a:lnTo>
                      <a:pt x="308" y="248"/>
                    </a:lnTo>
                    <a:lnTo>
                      <a:pt x="308" y="239"/>
                    </a:lnTo>
                    <a:lnTo>
                      <a:pt x="299" y="239"/>
                    </a:lnTo>
                    <a:lnTo>
                      <a:pt x="290" y="239"/>
                    </a:lnTo>
                    <a:lnTo>
                      <a:pt x="290" y="248"/>
                    </a:lnTo>
                    <a:lnTo>
                      <a:pt x="281" y="248"/>
                    </a:lnTo>
                    <a:lnTo>
                      <a:pt x="281" y="239"/>
                    </a:lnTo>
                    <a:lnTo>
                      <a:pt x="272" y="239"/>
                    </a:lnTo>
                    <a:lnTo>
                      <a:pt x="272" y="239"/>
                    </a:lnTo>
                    <a:lnTo>
                      <a:pt x="264" y="239"/>
                    </a:lnTo>
                    <a:lnTo>
                      <a:pt x="255" y="239"/>
                    </a:lnTo>
                    <a:lnTo>
                      <a:pt x="246" y="230"/>
                    </a:lnTo>
                    <a:lnTo>
                      <a:pt x="246" y="230"/>
                    </a:lnTo>
                    <a:lnTo>
                      <a:pt x="246" y="230"/>
                    </a:lnTo>
                    <a:lnTo>
                      <a:pt x="237" y="230"/>
                    </a:lnTo>
                    <a:lnTo>
                      <a:pt x="237" y="230"/>
                    </a:lnTo>
                    <a:lnTo>
                      <a:pt x="237" y="221"/>
                    </a:lnTo>
                    <a:lnTo>
                      <a:pt x="228" y="221"/>
                    </a:lnTo>
                    <a:lnTo>
                      <a:pt x="228" y="212"/>
                    </a:lnTo>
                    <a:lnTo>
                      <a:pt x="228" y="212"/>
                    </a:lnTo>
                    <a:lnTo>
                      <a:pt x="220" y="221"/>
                    </a:lnTo>
                    <a:lnTo>
                      <a:pt x="220" y="221"/>
                    </a:lnTo>
                    <a:lnTo>
                      <a:pt x="211" y="212"/>
                    </a:lnTo>
                    <a:lnTo>
                      <a:pt x="211" y="221"/>
                    </a:lnTo>
                    <a:lnTo>
                      <a:pt x="202" y="212"/>
                    </a:lnTo>
                    <a:lnTo>
                      <a:pt x="193" y="203"/>
                    </a:lnTo>
                    <a:lnTo>
                      <a:pt x="184" y="203"/>
                    </a:lnTo>
                    <a:lnTo>
                      <a:pt x="184" y="203"/>
                    </a:lnTo>
                    <a:lnTo>
                      <a:pt x="184" y="195"/>
                    </a:lnTo>
                    <a:lnTo>
                      <a:pt x="184" y="53"/>
                    </a:lnTo>
                    <a:lnTo>
                      <a:pt x="184" y="44"/>
                    </a:lnTo>
                    <a:lnTo>
                      <a:pt x="176" y="44"/>
                    </a:lnTo>
                    <a:lnTo>
                      <a:pt x="149" y="44"/>
                    </a:lnTo>
                    <a:lnTo>
                      <a:pt x="88" y="44"/>
                    </a:lnTo>
                    <a:lnTo>
                      <a:pt x="0" y="44"/>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61"/>
              <p:cNvSpPr>
                <a:spLocks/>
              </p:cNvSpPr>
              <p:nvPr/>
            </p:nvSpPr>
            <p:spPr bwMode="auto">
              <a:xfrm>
                <a:off x="4719206" y="2923958"/>
                <a:ext cx="12075" cy="12075"/>
              </a:xfrm>
              <a:custGeom>
                <a:avLst/>
                <a:gdLst/>
                <a:ahLst/>
                <a:cxnLst>
                  <a:cxn ang="0">
                    <a:pos x="0" y="0"/>
                  </a:cxn>
                  <a:cxn ang="0">
                    <a:pos x="0" y="0"/>
                  </a:cxn>
                  <a:cxn ang="0">
                    <a:pos x="9" y="0"/>
                  </a:cxn>
                  <a:cxn ang="0">
                    <a:pos x="9" y="9"/>
                  </a:cxn>
                  <a:cxn ang="0">
                    <a:pos x="0" y="0"/>
                  </a:cxn>
                </a:cxnLst>
                <a:rect l="0" t="0" r="r" b="b"/>
                <a:pathLst>
                  <a:path w="9" h="9">
                    <a:moveTo>
                      <a:pt x="0" y="0"/>
                    </a:moveTo>
                    <a:lnTo>
                      <a:pt x="0" y="0"/>
                    </a:lnTo>
                    <a:lnTo>
                      <a:pt x="9" y="0"/>
                    </a:lnTo>
                    <a:lnTo>
                      <a:pt x="9" y="9"/>
                    </a:lnTo>
                    <a:lnTo>
                      <a:pt x="0"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62"/>
              <p:cNvSpPr>
                <a:spLocks/>
              </p:cNvSpPr>
              <p:nvPr/>
            </p:nvSpPr>
            <p:spPr bwMode="auto">
              <a:xfrm>
                <a:off x="4719206" y="2923958"/>
                <a:ext cx="12075" cy="12075"/>
              </a:xfrm>
              <a:custGeom>
                <a:avLst/>
                <a:gdLst/>
                <a:ahLst/>
                <a:cxnLst>
                  <a:cxn ang="0">
                    <a:pos x="0" y="0"/>
                  </a:cxn>
                  <a:cxn ang="0">
                    <a:pos x="0" y="0"/>
                  </a:cxn>
                  <a:cxn ang="0">
                    <a:pos x="9" y="0"/>
                  </a:cxn>
                  <a:cxn ang="0">
                    <a:pos x="9" y="9"/>
                  </a:cxn>
                  <a:cxn ang="0">
                    <a:pos x="0" y="0"/>
                  </a:cxn>
                </a:cxnLst>
                <a:rect l="0" t="0" r="r" b="b"/>
                <a:pathLst>
                  <a:path w="9" h="9">
                    <a:moveTo>
                      <a:pt x="0" y="0"/>
                    </a:moveTo>
                    <a:lnTo>
                      <a:pt x="0" y="0"/>
                    </a:lnTo>
                    <a:lnTo>
                      <a:pt x="9" y="0"/>
                    </a:lnTo>
                    <a:lnTo>
                      <a:pt x="9" y="9"/>
                    </a:lnTo>
                    <a:lnTo>
                      <a:pt x="0"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63"/>
              <p:cNvSpPr>
                <a:spLocks/>
              </p:cNvSpPr>
              <p:nvPr/>
            </p:nvSpPr>
            <p:spPr bwMode="auto">
              <a:xfrm>
                <a:off x="4743355" y="3078246"/>
                <a:ext cx="10733" cy="12075"/>
              </a:xfrm>
              <a:custGeom>
                <a:avLst/>
                <a:gdLst/>
                <a:ahLst/>
                <a:cxnLst>
                  <a:cxn ang="0">
                    <a:pos x="0" y="9"/>
                  </a:cxn>
                  <a:cxn ang="0">
                    <a:pos x="8" y="0"/>
                  </a:cxn>
                  <a:cxn ang="0">
                    <a:pos x="8" y="0"/>
                  </a:cxn>
                  <a:cxn ang="0">
                    <a:pos x="0" y="9"/>
                  </a:cxn>
                </a:cxnLst>
                <a:rect l="0" t="0" r="r" b="b"/>
                <a:pathLst>
                  <a:path w="8" h="9">
                    <a:moveTo>
                      <a:pt x="0" y="9"/>
                    </a:moveTo>
                    <a:lnTo>
                      <a:pt x="8" y="0"/>
                    </a:lnTo>
                    <a:lnTo>
                      <a:pt x="8" y="0"/>
                    </a:lnTo>
                    <a:lnTo>
                      <a:pt x="0"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64"/>
              <p:cNvSpPr>
                <a:spLocks/>
              </p:cNvSpPr>
              <p:nvPr/>
            </p:nvSpPr>
            <p:spPr bwMode="auto">
              <a:xfrm>
                <a:off x="4743355" y="3078246"/>
                <a:ext cx="10733" cy="12075"/>
              </a:xfrm>
              <a:custGeom>
                <a:avLst/>
                <a:gdLst/>
                <a:ahLst/>
                <a:cxnLst>
                  <a:cxn ang="0">
                    <a:pos x="0" y="9"/>
                  </a:cxn>
                  <a:cxn ang="0">
                    <a:pos x="8" y="0"/>
                  </a:cxn>
                  <a:cxn ang="0">
                    <a:pos x="8" y="0"/>
                  </a:cxn>
                  <a:cxn ang="0">
                    <a:pos x="0" y="9"/>
                  </a:cxn>
                </a:cxnLst>
                <a:rect l="0" t="0" r="r" b="b"/>
                <a:pathLst>
                  <a:path w="8" h="9">
                    <a:moveTo>
                      <a:pt x="0" y="9"/>
                    </a:moveTo>
                    <a:lnTo>
                      <a:pt x="8" y="0"/>
                    </a:lnTo>
                    <a:lnTo>
                      <a:pt x="8" y="0"/>
                    </a:lnTo>
                    <a:lnTo>
                      <a:pt x="0"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65"/>
              <p:cNvSpPr>
                <a:spLocks/>
              </p:cNvSpPr>
              <p:nvPr/>
            </p:nvSpPr>
            <p:spPr bwMode="auto">
              <a:xfrm>
                <a:off x="4057781" y="2923958"/>
                <a:ext cx="708382" cy="319308"/>
              </a:xfrm>
              <a:custGeom>
                <a:avLst/>
                <a:gdLst/>
                <a:ahLst/>
                <a:cxnLst>
                  <a:cxn ang="0">
                    <a:pos x="9" y="185"/>
                  </a:cxn>
                  <a:cxn ang="0">
                    <a:pos x="27" y="168"/>
                  </a:cxn>
                  <a:cxn ang="0">
                    <a:pos x="71" y="141"/>
                  </a:cxn>
                  <a:cxn ang="0">
                    <a:pos x="80" y="124"/>
                  </a:cxn>
                  <a:cxn ang="0">
                    <a:pos x="97" y="124"/>
                  </a:cxn>
                  <a:cxn ang="0">
                    <a:pos x="115" y="106"/>
                  </a:cxn>
                  <a:cxn ang="0">
                    <a:pos x="132" y="88"/>
                  </a:cxn>
                  <a:cxn ang="0">
                    <a:pos x="141" y="70"/>
                  </a:cxn>
                  <a:cxn ang="0">
                    <a:pos x="229" y="53"/>
                  </a:cxn>
                  <a:cxn ang="0">
                    <a:pos x="493" y="9"/>
                  </a:cxn>
                  <a:cxn ang="0">
                    <a:pos x="511" y="26"/>
                  </a:cxn>
                  <a:cxn ang="0">
                    <a:pos x="502" y="26"/>
                  </a:cxn>
                  <a:cxn ang="0">
                    <a:pos x="484" y="26"/>
                  </a:cxn>
                  <a:cxn ang="0">
                    <a:pos x="493" y="35"/>
                  </a:cxn>
                  <a:cxn ang="0">
                    <a:pos x="475" y="35"/>
                  </a:cxn>
                  <a:cxn ang="0">
                    <a:pos x="458" y="53"/>
                  </a:cxn>
                  <a:cxn ang="0">
                    <a:pos x="458" y="35"/>
                  </a:cxn>
                  <a:cxn ang="0">
                    <a:pos x="458" y="44"/>
                  </a:cxn>
                  <a:cxn ang="0">
                    <a:pos x="467" y="53"/>
                  </a:cxn>
                  <a:cxn ang="0">
                    <a:pos x="493" y="53"/>
                  </a:cxn>
                  <a:cxn ang="0">
                    <a:pos x="502" y="62"/>
                  </a:cxn>
                  <a:cxn ang="0">
                    <a:pos x="502" y="70"/>
                  </a:cxn>
                  <a:cxn ang="0">
                    <a:pos x="519" y="53"/>
                  </a:cxn>
                  <a:cxn ang="0">
                    <a:pos x="528" y="53"/>
                  </a:cxn>
                  <a:cxn ang="0">
                    <a:pos x="519" y="70"/>
                  </a:cxn>
                  <a:cxn ang="0">
                    <a:pos x="493" y="97"/>
                  </a:cxn>
                  <a:cxn ang="0">
                    <a:pos x="484" y="97"/>
                  </a:cxn>
                  <a:cxn ang="0">
                    <a:pos x="475" y="88"/>
                  </a:cxn>
                  <a:cxn ang="0">
                    <a:pos x="458" y="97"/>
                  </a:cxn>
                  <a:cxn ang="0">
                    <a:pos x="475" y="106"/>
                  </a:cxn>
                  <a:cxn ang="0">
                    <a:pos x="484" y="115"/>
                  </a:cxn>
                  <a:cxn ang="0">
                    <a:pos x="475" y="132"/>
                  </a:cxn>
                  <a:cxn ang="0">
                    <a:pos x="458" y="124"/>
                  </a:cxn>
                  <a:cxn ang="0">
                    <a:pos x="475" y="141"/>
                  </a:cxn>
                  <a:cxn ang="0">
                    <a:pos x="493" y="132"/>
                  </a:cxn>
                  <a:cxn ang="0">
                    <a:pos x="493" y="132"/>
                  </a:cxn>
                  <a:cxn ang="0">
                    <a:pos x="502" y="132"/>
                  </a:cxn>
                  <a:cxn ang="0">
                    <a:pos x="493" y="150"/>
                  </a:cxn>
                  <a:cxn ang="0">
                    <a:pos x="475" y="150"/>
                  </a:cxn>
                  <a:cxn ang="0">
                    <a:pos x="458" y="159"/>
                  </a:cxn>
                  <a:cxn ang="0">
                    <a:pos x="440" y="168"/>
                  </a:cxn>
                  <a:cxn ang="0">
                    <a:pos x="440" y="177"/>
                  </a:cxn>
                  <a:cxn ang="0">
                    <a:pos x="423" y="212"/>
                  </a:cxn>
                  <a:cxn ang="0">
                    <a:pos x="414" y="212"/>
                  </a:cxn>
                  <a:cxn ang="0">
                    <a:pos x="414" y="238"/>
                  </a:cxn>
                  <a:cxn ang="0">
                    <a:pos x="379" y="238"/>
                  </a:cxn>
                  <a:cxn ang="0">
                    <a:pos x="220" y="194"/>
                  </a:cxn>
                  <a:cxn ang="0">
                    <a:pos x="212" y="177"/>
                  </a:cxn>
                  <a:cxn ang="0">
                    <a:pos x="124" y="185"/>
                  </a:cxn>
                  <a:cxn ang="0">
                    <a:pos x="88" y="194"/>
                  </a:cxn>
                </a:cxnLst>
                <a:rect l="0" t="0" r="r" b="b"/>
                <a:pathLst>
                  <a:path w="528" h="238">
                    <a:moveTo>
                      <a:pt x="0" y="212"/>
                    </a:moveTo>
                    <a:lnTo>
                      <a:pt x="0" y="194"/>
                    </a:lnTo>
                    <a:lnTo>
                      <a:pt x="9" y="194"/>
                    </a:lnTo>
                    <a:lnTo>
                      <a:pt x="9" y="185"/>
                    </a:lnTo>
                    <a:lnTo>
                      <a:pt x="18" y="177"/>
                    </a:lnTo>
                    <a:lnTo>
                      <a:pt x="18" y="177"/>
                    </a:lnTo>
                    <a:lnTo>
                      <a:pt x="18" y="168"/>
                    </a:lnTo>
                    <a:lnTo>
                      <a:pt x="27" y="168"/>
                    </a:lnTo>
                    <a:lnTo>
                      <a:pt x="44" y="168"/>
                    </a:lnTo>
                    <a:lnTo>
                      <a:pt x="44" y="159"/>
                    </a:lnTo>
                    <a:lnTo>
                      <a:pt x="62" y="150"/>
                    </a:lnTo>
                    <a:lnTo>
                      <a:pt x="71" y="141"/>
                    </a:lnTo>
                    <a:lnTo>
                      <a:pt x="71" y="141"/>
                    </a:lnTo>
                    <a:lnTo>
                      <a:pt x="80" y="132"/>
                    </a:lnTo>
                    <a:lnTo>
                      <a:pt x="80" y="124"/>
                    </a:lnTo>
                    <a:lnTo>
                      <a:pt x="80" y="124"/>
                    </a:lnTo>
                    <a:lnTo>
                      <a:pt x="88" y="124"/>
                    </a:lnTo>
                    <a:lnTo>
                      <a:pt x="88" y="124"/>
                    </a:lnTo>
                    <a:lnTo>
                      <a:pt x="88" y="115"/>
                    </a:lnTo>
                    <a:lnTo>
                      <a:pt x="97" y="124"/>
                    </a:lnTo>
                    <a:lnTo>
                      <a:pt x="97" y="124"/>
                    </a:lnTo>
                    <a:lnTo>
                      <a:pt x="106" y="115"/>
                    </a:lnTo>
                    <a:lnTo>
                      <a:pt x="106" y="115"/>
                    </a:lnTo>
                    <a:lnTo>
                      <a:pt x="115" y="106"/>
                    </a:lnTo>
                    <a:lnTo>
                      <a:pt x="124" y="106"/>
                    </a:lnTo>
                    <a:lnTo>
                      <a:pt x="124" y="106"/>
                    </a:lnTo>
                    <a:lnTo>
                      <a:pt x="132" y="106"/>
                    </a:lnTo>
                    <a:lnTo>
                      <a:pt x="132" y="88"/>
                    </a:lnTo>
                    <a:lnTo>
                      <a:pt x="141" y="88"/>
                    </a:lnTo>
                    <a:lnTo>
                      <a:pt x="141" y="88"/>
                    </a:lnTo>
                    <a:lnTo>
                      <a:pt x="141" y="79"/>
                    </a:lnTo>
                    <a:lnTo>
                      <a:pt x="141" y="70"/>
                    </a:lnTo>
                    <a:lnTo>
                      <a:pt x="150" y="62"/>
                    </a:lnTo>
                    <a:lnTo>
                      <a:pt x="159" y="62"/>
                    </a:lnTo>
                    <a:lnTo>
                      <a:pt x="176" y="62"/>
                    </a:lnTo>
                    <a:lnTo>
                      <a:pt x="229" y="53"/>
                    </a:lnTo>
                    <a:lnTo>
                      <a:pt x="361" y="26"/>
                    </a:lnTo>
                    <a:lnTo>
                      <a:pt x="431" y="17"/>
                    </a:lnTo>
                    <a:lnTo>
                      <a:pt x="493" y="0"/>
                    </a:lnTo>
                    <a:lnTo>
                      <a:pt x="493" y="9"/>
                    </a:lnTo>
                    <a:lnTo>
                      <a:pt x="502" y="9"/>
                    </a:lnTo>
                    <a:lnTo>
                      <a:pt x="502" y="9"/>
                    </a:lnTo>
                    <a:lnTo>
                      <a:pt x="502" y="17"/>
                    </a:lnTo>
                    <a:lnTo>
                      <a:pt x="511" y="26"/>
                    </a:lnTo>
                    <a:lnTo>
                      <a:pt x="511" y="35"/>
                    </a:lnTo>
                    <a:lnTo>
                      <a:pt x="511" y="26"/>
                    </a:lnTo>
                    <a:lnTo>
                      <a:pt x="502" y="17"/>
                    </a:lnTo>
                    <a:lnTo>
                      <a:pt x="502" y="26"/>
                    </a:lnTo>
                    <a:lnTo>
                      <a:pt x="511" y="26"/>
                    </a:lnTo>
                    <a:lnTo>
                      <a:pt x="502" y="26"/>
                    </a:lnTo>
                    <a:lnTo>
                      <a:pt x="493" y="26"/>
                    </a:lnTo>
                    <a:lnTo>
                      <a:pt x="484" y="26"/>
                    </a:lnTo>
                    <a:lnTo>
                      <a:pt x="493" y="26"/>
                    </a:lnTo>
                    <a:lnTo>
                      <a:pt x="493" y="26"/>
                    </a:lnTo>
                    <a:lnTo>
                      <a:pt x="493" y="35"/>
                    </a:lnTo>
                    <a:lnTo>
                      <a:pt x="493" y="35"/>
                    </a:lnTo>
                    <a:lnTo>
                      <a:pt x="484" y="35"/>
                    </a:lnTo>
                    <a:lnTo>
                      <a:pt x="493" y="35"/>
                    </a:lnTo>
                    <a:lnTo>
                      <a:pt x="484" y="35"/>
                    </a:lnTo>
                    <a:lnTo>
                      <a:pt x="475" y="35"/>
                    </a:lnTo>
                    <a:lnTo>
                      <a:pt x="484" y="44"/>
                    </a:lnTo>
                    <a:lnTo>
                      <a:pt x="475" y="53"/>
                    </a:lnTo>
                    <a:lnTo>
                      <a:pt x="467" y="53"/>
                    </a:lnTo>
                    <a:lnTo>
                      <a:pt x="458" y="53"/>
                    </a:lnTo>
                    <a:lnTo>
                      <a:pt x="458" y="35"/>
                    </a:lnTo>
                    <a:lnTo>
                      <a:pt x="458" y="35"/>
                    </a:lnTo>
                    <a:lnTo>
                      <a:pt x="458" y="35"/>
                    </a:lnTo>
                    <a:lnTo>
                      <a:pt x="458" y="35"/>
                    </a:lnTo>
                    <a:lnTo>
                      <a:pt x="458" y="26"/>
                    </a:lnTo>
                    <a:lnTo>
                      <a:pt x="458" y="35"/>
                    </a:lnTo>
                    <a:lnTo>
                      <a:pt x="458" y="35"/>
                    </a:lnTo>
                    <a:lnTo>
                      <a:pt x="458" y="44"/>
                    </a:lnTo>
                    <a:lnTo>
                      <a:pt x="458" y="44"/>
                    </a:lnTo>
                    <a:lnTo>
                      <a:pt x="467" y="53"/>
                    </a:lnTo>
                    <a:lnTo>
                      <a:pt x="467" y="62"/>
                    </a:lnTo>
                    <a:lnTo>
                      <a:pt x="467" y="53"/>
                    </a:lnTo>
                    <a:lnTo>
                      <a:pt x="475" y="53"/>
                    </a:lnTo>
                    <a:lnTo>
                      <a:pt x="475" y="53"/>
                    </a:lnTo>
                    <a:lnTo>
                      <a:pt x="493" y="53"/>
                    </a:lnTo>
                    <a:lnTo>
                      <a:pt x="493" y="53"/>
                    </a:lnTo>
                    <a:lnTo>
                      <a:pt x="502" y="44"/>
                    </a:lnTo>
                    <a:lnTo>
                      <a:pt x="502" y="44"/>
                    </a:lnTo>
                    <a:lnTo>
                      <a:pt x="502" y="53"/>
                    </a:lnTo>
                    <a:lnTo>
                      <a:pt x="502" y="62"/>
                    </a:lnTo>
                    <a:lnTo>
                      <a:pt x="502" y="62"/>
                    </a:lnTo>
                    <a:lnTo>
                      <a:pt x="511" y="62"/>
                    </a:lnTo>
                    <a:lnTo>
                      <a:pt x="502" y="70"/>
                    </a:lnTo>
                    <a:lnTo>
                      <a:pt x="502" y="70"/>
                    </a:lnTo>
                    <a:lnTo>
                      <a:pt x="511" y="70"/>
                    </a:lnTo>
                    <a:lnTo>
                      <a:pt x="511" y="53"/>
                    </a:lnTo>
                    <a:lnTo>
                      <a:pt x="511" y="53"/>
                    </a:lnTo>
                    <a:lnTo>
                      <a:pt x="519" y="53"/>
                    </a:lnTo>
                    <a:lnTo>
                      <a:pt x="519" y="44"/>
                    </a:lnTo>
                    <a:lnTo>
                      <a:pt x="519" y="44"/>
                    </a:lnTo>
                    <a:lnTo>
                      <a:pt x="519" y="53"/>
                    </a:lnTo>
                    <a:lnTo>
                      <a:pt x="528" y="53"/>
                    </a:lnTo>
                    <a:lnTo>
                      <a:pt x="528" y="62"/>
                    </a:lnTo>
                    <a:lnTo>
                      <a:pt x="528" y="70"/>
                    </a:lnTo>
                    <a:lnTo>
                      <a:pt x="519" y="70"/>
                    </a:lnTo>
                    <a:lnTo>
                      <a:pt x="519" y="70"/>
                    </a:lnTo>
                    <a:lnTo>
                      <a:pt x="519" y="79"/>
                    </a:lnTo>
                    <a:lnTo>
                      <a:pt x="511" y="88"/>
                    </a:lnTo>
                    <a:lnTo>
                      <a:pt x="511" y="97"/>
                    </a:lnTo>
                    <a:lnTo>
                      <a:pt x="493" y="97"/>
                    </a:lnTo>
                    <a:lnTo>
                      <a:pt x="493" y="97"/>
                    </a:lnTo>
                    <a:lnTo>
                      <a:pt x="484" y="88"/>
                    </a:lnTo>
                    <a:lnTo>
                      <a:pt x="484" y="97"/>
                    </a:lnTo>
                    <a:lnTo>
                      <a:pt x="484" y="97"/>
                    </a:lnTo>
                    <a:lnTo>
                      <a:pt x="475" y="88"/>
                    </a:lnTo>
                    <a:lnTo>
                      <a:pt x="484" y="88"/>
                    </a:lnTo>
                    <a:lnTo>
                      <a:pt x="475" y="88"/>
                    </a:lnTo>
                    <a:lnTo>
                      <a:pt x="475" y="88"/>
                    </a:lnTo>
                    <a:lnTo>
                      <a:pt x="475" y="97"/>
                    </a:lnTo>
                    <a:lnTo>
                      <a:pt x="475" y="97"/>
                    </a:lnTo>
                    <a:lnTo>
                      <a:pt x="467" y="97"/>
                    </a:lnTo>
                    <a:lnTo>
                      <a:pt x="458" y="97"/>
                    </a:lnTo>
                    <a:lnTo>
                      <a:pt x="449" y="97"/>
                    </a:lnTo>
                    <a:lnTo>
                      <a:pt x="449" y="97"/>
                    </a:lnTo>
                    <a:lnTo>
                      <a:pt x="449" y="97"/>
                    </a:lnTo>
                    <a:lnTo>
                      <a:pt x="475" y="106"/>
                    </a:lnTo>
                    <a:lnTo>
                      <a:pt x="475" y="106"/>
                    </a:lnTo>
                    <a:lnTo>
                      <a:pt x="484" y="106"/>
                    </a:lnTo>
                    <a:lnTo>
                      <a:pt x="484" y="115"/>
                    </a:lnTo>
                    <a:lnTo>
                      <a:pt x="484" y="115"/>
                    </a:lnTo>
                    <a:lnTo>
                      <a:pt x="475" y="115"/>
                    </a:lnTo>
                    <a:lnTo>
                      <a:pt x="484" y="115"/>
                    </a:lnTo>
                    <a:lnTo>
                      <a:pt x="484" y="124"/>
                    </a:lnTo>
                    <a:lnTo>
                      <a:pt x="475" y="132"/>
                    </a:lnTo>
                    <a:lnTo>
                      <a:pt x="475" y="132"/>
                    </a:lnTo>
                    <a:lnTo>
                      <a:pt x="467" y="132"/>
                    </a:lnTo>
                    <a:lnTo>
                      <a:pt x="458" y="132"/>
                    </a:lnTo>
                    <a:lnTo>
                      <a:pt x="458" y="124"/>
                    </a:lnTo>
                    <a:lnTo>
                      <a:pt x="449" y="124"/>
                    </a:lnTo>
                    <a:lnTo>
                      <a:pt x="458" y="132"/>
                    </a:lnTo>
                    <a:lnTo>
                      <a:pt x="467" y="141"/>
                    </a:lnTo>
                    <a:lnTo>
                      <a:pt x="475" y="141"/>
                    </a:lnTo>
                    <a:lnTo>
                      <a:pt x="484" y="132"/>
                    </a:lnTo>
                    <a:lnTo>
                      <a:pt x="493" y="132"/>
                    </a:lnTo>
                    <a:lnTo>
                      <a:pt x="484" y="132"/>
                    </a:lnTo>
                    <a:lnTo>
                      <a:pt x="493" y="132"/>
                    </a:lnTo>
                    <a:lnTo>
                      <a:pt x="493" y="124"/>
                    </a:lnTo>
                    <a:lnTo>
                      <a:pt x="493" y="124"/>
                    </a:lnTo>
                    <a:lnTo>
                      <a:pt x="493" y="124"/>
                    </a:lnTo>
                    <a:lnTo>
                      <a:pt x="493" y="132"/>
                    </a:lnTo>
                    <a:lnTo>
                      <a:pt x="502" y="132"/>
                    </a:lnTo>
                    <a:lnTo>
                      <a:pt x="502" y="124"/>
                    </a:lnTo>
                    <a:lnTo>
                      <a:pt x="502" y="124"/>
                    </a:lnTo>
                    <a:lnTo>
                      <a:pt x="502" y="132"/>
                    </a:lnTo>
                    <a:lnTo>
                      <a:pt x="502" y="132"/>
                    </a:lnTo>
                    <a:lnTo>
                      <a:pt x="502" y="141"/>
                    </a:lnTo>
                    <a:lnTo>
                      <a:pt x="493" y="150"/>
                    </a:lnTo>
                    <a:lnTo>
                      <a:pt x="493" y="150"/>
                    </a:lnTo>
                    <a:lnTo>
                      <a:pt x="484" y="150"/>
                    </a:lnTo>
                    <a:lnTo>
                      <a:pt x="484" y="150"/>
                    </a:lnTo>
                    <a:lnTo>
                      <a:pt x="484" y="150"/>
                    </a:lnTo>
                    <a:lnTo>
                      <a:pt x="475" y="150"/>
                    </a:lnTo>
                    <a:lnTo>
                      <a:pt x="475" y="150"/>
                    </a:lnTo>
                    <a:lnTo>
                      <a:pt x="475" y="150"/>
                    </a:lnTo>
                    <a:lnTo>
                      <a:pt x="458" y="159"/>
                    </a:lnTo>
                    <a:lnTo>
                      <a:pt x="458" y="159"/>
                    </a:lnTo>
                    <a:lnTo>
                      <a:pt x="449" y="168"/>
                    </a:lnTo>
                    <a:lnTo>
                      <a:pt x="449" y="177"/>
                    </a:lnTo>
                    <a:lnTo>
                      <a:pt x="449" y="177"/>
                    </a:lnTo>
                    <a:lnTo>
                      <a:pt x="440" y="168"/>
                    </a:lnTo>
                    <a:lnTo>
                      <a:pt x="440" y="168"/>
                    </a:lnTo>
                    <a:lnTo>
                      <a:pt x="440" y="168"/>
                    </a:lnTo>
                    <a:lnTo>
                      <a:pt x="440" y="168"/>
                    </a:lnTo>
                    <a:lnTo>
                      <a:pt x="440" y="177"/>
                    </a:lnTo>
                    <a:lnTo>
                      <a:pt x="440" y="177"/>
                    </a:lnTo>
                    <a:lnTo>
                      <a:pt x="431" y="185"/>
                    </a:lnTo>
                    <a:lnTo>
                      <a:pt x="423" y="194"/>
                    </a:lnTo>
                    <a:lnTo>
                      <a:pt x="423" y="212"/>
                    </a:lnTo>
                    <a:lnTo>
                      <a:pt x="423" y="212"/>
                    </a:lnTo>
                    <a:lnTo>
                      <a:pt x="423" y="230"/>
                    </a:lnTo>
                    <a:lnTo>
                      <a:pt x="414" y="212"/>
                    </a:lnTo>
                    <a:lnTo>
                      <a:pt x="414" y="212"/>
                    </a:lnTo>
                    <a:lnTo>
                      <a:pt x="414" y="212"/>
                    </a:lnTo>
                    <a:lnTo>
                      <a:pt x="414" y="221"/>
                    </a:lnTo>
                    <a:lnTo>
                      <a:pt x="414" y="230"/>
                    </a:lnTo>
                    <a:lnTo>
                      <a:pt x="414" y="238"/>
                    </a:lnTo>
                    <a:lnTo>
                      <a:pt x="405" y="238"/>
                    </a:lnTo>
                    <a:lnTo>
                      <a:pt x="387" y="238"/>
                    </a:lnTo>
                    <a:lnTo>
                      <a:pt x="379" y="238"/>
                    </a:lnTo>
                    <a:lnTo>
                      <a:pt x="379" y="238"/>
                    </a:lnTo>
                    <a:lnTo>
                      <a:pt x="379" y="238"/>
                    </a:lnTo>
                    <a:lnTo>
                      <a:pt x="291" y="185"/>
                    </a:lnTo>
                    <a:lnTo>
                      <a:pt x="220" y="194"/>
                    </a:lnTo>
                    <a:lnTo>
                      <a:pt x="220" y="194"/>
                    </a:lnTo>
                    <a:lnTo>
                      <a:pt x="220" y="185"/>
                    </a:lnTo>
                    <a:lnTo>
                      <a:pt x="220" y="185"/>
                    </a:lnTo>
                    <a:lnTo>
                      <a:pt x="212" y="177"/>
                    </a:lnTo>
                    <a:lnTo>
                      <a:pt x="212" y="177"/>
                    </a:lnTo>
                    <a:lnTo>
                      <a:pt x="203" y="168"/>
                    </a:lnTo>
                    <a:lnTo>
                      <a:pt x="185" y="177"/>
                    </a:lnTo>
                    <a:lnTo>
                      <a:pt x="124" y="177"/>
                    </a:lnTo>
                    <a:lnTo>
                      <a:pt x="124" y="185"/>
                    </a:lnTo>
                    <a:lnTo>
                      <a:pt x="115" y="185"/>
                    </a:lnTo>
                    <a:lnTo>
                      <a:pt x="106" y="185"/>
                    </a:lnTo>
                    <a:lnTo>
                      <a:pt x="97" y="194"/>
                    </a:lnTo>
                    <a:lnTo>
                      <a:pt x="88" y="194"/>
                    </a:lnTo>
                    <a:lnTo>
                      <a:pt x="80" y="203"/>
                    </a:lnTo>
                    <a:lnTo>
                      <a:pt x="0" y="21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66"/>
              <p:cNvSpPr>
                <a:spLocks/>
              </p:cNvSpPr>
              <p:nvPr/>
            </p:nvSpPr>
            <p:spPr bwMode="auto">
              <a:xfrm>
                <a:off x="4057781" y="2923958"/>
                <a:ext cx="708382" cy="319308"/>
              </a:xfrm>
              <a:custGeom>
                <a:avLst/>
                <a:gdLst/>
                <a:ahLst/>
                <a:cxnLst>
                  <a:cxn ang="0">
                    <a:pos x="9" y="185"/>
                  </a:cxn>
                  <a:cxn ang="0">
                    <a:pos x="27" y="168"/>
                  </a:cxn>
                  <a:cxn ang="0">
                    <a:pos x="71" y="141"/>
                  </a:cxn>
                  <a:cxn ang="0">
                    <a:pos x="80" y="124"/>
                  </a:cxn>
                  <a:cxn ang="0">
                    <a:pos x="97" y="124"/>
                  </a:cxn>
                  <a:cxn ang="0">
                    <a:pos x="115" y="106"/>
                  </a:cxn>
                  <a:cxn ang="0">
                    <a:pos x="132" y="88"/>
                  </a:cxn>
                  <a:cxn ang="0">
                    <a:pos x="141" y="70"/>
                  </a:cxn>
                  <a:cxn ang="0">
                    <a:pos x="229" y="53"/>
                  </a:cxn>
                  <a:cxn ang="0">
                    <a:pos x="493" y="9"/>
                  </a:cxn>
                  <a:cxn ang="0">
                    <a:pos x="511" y="26"/>
                  </a:cxn>
                  <a:cxn ang="0">
                    <a:pos x="502" y="26"/>
                  </a:cxn>
                  <a:cxn ang="0">
                    <a:pos x="484" y="26"/>
                  </a:cxn>
                  <a:cxn ang="0">
                    <a:pos x="493" y="35"/>
                  </a:cxn>
                  <a:cxn ang="0">
                    <a:pos x="475" y="35"/>
                  </a:cxn>
                  <a:cxn ang="0">
                    <a:pos x="458" y="53"/>
                  </a:cxn>
                  <a:cxn ang="0">
                    <a:pos x="458" y="35"/>
                  </a:cxn>
                  <a:cxn ang="0">
                    <a:pos x="458" y="44"/>
                  </a:cxn>
                  <a:cxn ang="0">
                    <a:pos x="467" y="53"/>
                  </a:cxn>
                  <a:cxn ang="0">
                    <a:pos x="493" y="53"/>
                  </a:cxn>
                  <a:cxn ang="0">
                    <a:pos x="502" y="62"/>
                  </a:cxn>
                  <a:cxn ang="0">
                    <a:pos x="502" y="70"/>
                  </a:cxn>
                  <a:cxn ang="0">
                    <a:pos x="519" y="53"/>
                  </a:cxn>
                  <a:cxn ang="0">
                    <a:pos x="528" y="53"/>
                  </a:cxn>
                  <a:cxn ang="0">
                    <a:pos x="519" y="70"/>
                  </a:cxn>
                  <a:cxn ang="0">
                    <a:pos x="493" y="97"/>
                  </a:cxn>
                  <a:cxn ang="0">
                    <a:pos x="484" y="97"/>
                  </a:cxn>
                  <a:cxn ang="0">
                    <a:pos x="475" y="88"/>
                  </a:cxn>
                  <a:cxn ang="0">
                    <a:pos x="458" y="97"/>
                  </a:cxn>
                  <a:cxn ang="0">
                    <a:pos x="475" y="106"/>
                  </a:cxn>
                  <a:cxn ang="0">
                    <a:pos x="484" y="115"/>
                  </a:cxn>
                  <a:cxn ang="0">
                    <a:pos x="475" y="132"/>
                  </a:cxn>
                  <a:cxn ang="0">
                    <a:pos x="458" y="124"/>
                  </a:cxn>
                  <a:cxn ang="0">
                    <a:pos x="475" y="141"/>
                  </a:cxn>
                  <a:cxn ang="0">
                    <a:pos x="493" y="132"/>
                  </a:cxn>
                  <a:cxn ang="0">
                    <a:pos x="493" y="132"/>
                  </a:cxn>
                  <a:cxn ang="0">
                    <a:pos x="502" y="132"/>
                  </a:cxn>
                  <a:cxn ang="0">
                    <a:pos x="493" y="150"/>
                  </a:cxn>
                  <a:cxn ang="0">
                    <a:pos x="475" y="150"/>
                  </a:cxn>
                  <a:cxn ang="0">
                    <a:pos x="458" y="159"/>
                  </a:cxn>
                  <a:cxn ang="0">
                    <a:pos x="440" y="168"/>
                  </a:cxn>
                  <a:cxn ang="0">
                    <a:pos x="440" y="177"/>
                  </a:cxn>
                  <a:cxn ang="0">
                    <a:pos x="423" y="212"/>
                  </a:cxn>
                  <a:cxn ang="0">
                    <a:pos x="414" y="212"/>
                  </a:cxn>
                  <a:cxn ang="0">
                    <a:pos x="414" y="238"/>
                  </a:cxn>
                  <a:cxn ang="0">
                    <a:pos x="379" y="238"/>
                  </a:cxn>
                  <a:cxn ang="0">
                    <a:pos x="220" y="194"/>
                  </a:cxn>
                  <a:cxn ang="0">
                    <a:pos x="212" y="177"/>
                  </a:cxn>
                  <a:cxn ang="0">
                    <a:pos x="124" y="185"/>
                  </a:cxn>
                  <a:cxn ang="0">
                    <a:pos x="88" y="194"/>
                  </a:cxn>
                </a:cxnLst>
                <a:rect l="0" t="0" r="r" b="b"/>
                <a:pathLst>
                  <a:path w="528" h="238">
                    <a:moveTo>
                      <a:pt x="0" y="212"/>
                    </a:moveTo>
                    <a:lnTo>
                      <a:pt x="0" y="194"/>
                    </a:lnTo>
                    <a:lnTo>
                      <a:pt x="9" y="194"/>
                    </a:lnTo>
                    <a:lnTo>
                      <a:pt x="9" y="185"/>
                    </a:lnTo>
                    <a:lnTo>
                      <a:pt x="18" y="177"/>
                    </a:lnTo>
                    <a:lnTo>
                      <a:pt x="18" y="177"/>
                    </a:lnTo>
                    <a:lnTo>
                      <a:pt x="18" y="168"/>
                    </a:lnTo>
                    <a:lnTo>
                      <a:pt x="27" y="168"/>
                    </a:lnTo>
                    <a:lnTo>
                      <a:pt x="44" y="168"/>
                    </a:lnTo>
                    <a:lnTo>
                      <a:pt x="44" y="159"/>
                    </a:lnTo>
                    <a:lnTo>
                      <a:pt x="62" y="150"/>
                    </a:lnTo>
                    <a:lnTo>
                      <a:pt x="71" y="141"/>
                    </a:lnTo>
                    <a:lnTo>
                      <a:pt x="71" y="141"/>
                    </a:lnTo>
                    <a:lnTo>
                      <a:pt x="80" y="132"/>
                    </a:lnTo>
                    <a:lnTo>
                      <a:pt x="80" y="124"/>
                    </a:lnTo>
                    <a:lnTo>
                      <a:pt x="80" y="124"/>
                    </a:lnTo>
                    <a:lnTo>
                      <a:pt x="88" y="124"/>
                    </a:lnTo>
                    <a:lnTo>
                      <a:pt x="88" y="124"/>
                    </a:lnTo>
                    <a:lnTo>
                      <a:pt x="88" y="115"/>
                    </a:lnTo>
                    <a:lnTo>
                      <a:pt x="97" y="124"/>
                    </a:lnTo>
                    <a:lnTo>
                      <a:pt x="97" y="124"/>
                    </a:lnTo>
                    <a:lnTo>
                      <a:pt x="106" y="115"/>
                    </a:lnTo>
                    <a:lnTo>
                      <a:pt x="106" y="115"/>
                    </a:lnTo>
                    <a:lnTo>
                      <a:pt x="115" y="106"/>
                    </a:lnTo>
                    <a:lnTo>
                      <a:pt x="124" y="106"/>
                    </a:lnTo>
                    <a:lnTo>
                      <a:pt x="124" y="106"/>
                    </a:lnTo>
                    <a:lnTo>
                      <a:pt x="132" y="106"/>
                    </a:lnTo>
                    <a:lnTo>
                      <a:pt x="132" y="88"/>
                    </a:lnTo>
                    <a:lnTo>
                      <a:pt x="141" y="88"/>
                    </a:lnTo>
                    <a:lnTo>
                      <a:pt x="141" y="88"/>
                    </a:lnTo>
                    <a:lnTo>
                      <a:pt x="141" y="79"/>
                    </a:lnTo>
                    <a:lnTo>
                      <a:pt x="141" y="70"/>
                    </a:lnTo>
                    <a:lnTo>
                      <a:pt x="150" y="62"/>
                    </a:lnTo>
                    <a:lnTo>
                      <a:pt x="159" y="62"/>
                    </a:lnTo>
                    <a:lnTo>
                      <a:pt x="176" y="62"/>
                    </a:lnTo>
                    <a:lnTo>
                      <a:pt x="229" y="53"/>
                    </a:lnTo>
                    <a:lnTo>
                      <a:pt x="361" y="26"/>
                    </a:lnTo>
                    <a:lnTo>
                      <a:pt x="431" y="17"/>
                    </a:lnTo>
                    <a:lnTo>
                      <a:pt x="493" y="0"/>
                    </a:lnTo>
                    <a:lnTo>
                      <a:pt x="493" y="9"/>
                    </a:lnTo>
                    <a:lnTo>
                      <a:pt x="502" y="9"/>
                    </a:lnTo>
                    <a:lnTo>
                      <a:pt x="502" y="9"/>
                    </a:lnTo>
                    <a:lnTo>
                      <a:pt x="502" y="17"/>
                    </a:lnTo>
                    <a:lnTo>
                      <a:pt x="511" y="26"/>
                    </a:lnTo>
                    <a:lnTo>
                      <a:pt x="511" y="35"/>
                    </a:lnTo>
                    <a:lnTo>
                      <a:pt x="511" y="26"/>
                    </a:lnTo>
                    <a:lnTo>
                      <a:pt x="502" y="17"/>
                    </a:lnTo>
                    <a:lnTo>
                      <a:pt x="502" y="26"/>
                    </a:lnTo>
                    <a:lnTo>
                      <a:pt x="511" y="26"/>
                    </a:lnTo>
                    <a:lnTo>
                      <a:pt x="502" y="26"/>
                    </a:lnTo>
                    <a:lnTo>
                      <a:pt x="493" y="26"/>
                    </a:lnTo>
                    <a:lnTo>
                      <a:pt x="484" y="26"/>
                    </a:lnTo>
                    <a:lnTo>
                      <a:pt x="493" y="26"/>
                    </a:lnTo>
                    <a:lnTo>
                      <a:pt x="493" y="26"/>
                    </a:lnTo>
                    <a:lnTo>
                      <a:pt x="493" y="35"/>
                    </a:lnTo>
                    <a:lnTo>
                      <a:pt x="493" y="35"/>
                    </a:lnTo>
                    <a:lnTo>
                      <a:pt x="484" y="35"/>
                    </a:lnTo>
                    <a:lnTo>
                      <a:pt x="493" y="35"/>
                    </a:lnTo>
                    <a:lnTo>
                      <a:pt x="484" y="35"/>
                    </a:lnTo>
                    <a:lnTo>
                      <a:pt x="475" y="35"/>
                    </a:lnTo>
                    <a:lnTo>
                      <a:pt x="484" y="44"/>
                    </a:lnTo>
                    <a:lnTo>
                      <a:pt x="475" y="53"/>
                    </a:lnTo>
                    <a:lnTo>
                      <a:pt x="467" y="53"/>
                    </a:lnTo>
                    <a:lnTo>
                      <a:pt x="458" y="53"/>
                    </a:lnTo>
                    <a:lnTo>
                      <a:pt x="458" y="35"/>
                    </a:lnTo>
                    <a:lnTo>
                      <a:pt x="458" y="35"/>
                    </a:lnTo>
                    <a:lnTo>
                      <a:pt x="458" y="35"/>
                    </a:lnTo>
                    <a:lnTo>
                      <a:pt x="458" y="35"/>
                    </a:lnTo>
                    <a:lnTo>
                      <a:pt x="458" y="26"/>
                    </a:lnTo>
                    <a:lnTo>
                      <a:pt x="458" y="35"/>
                    </a:lnTo>
                    <a:lnTo>
                      <a:pt x="458" y="35"/>
                    </a:lnTo>
                    <a:lnTo>
                      <a:pt x="458" y="44"/>
                    </a:lnTo>
                    <a:lnTo>
                      <a:pt x="458" y="44"/>
                    </a:lnTo>
                    <a:lnTo>
                      <a:pt x="467" y="53"/>
                    </a:lnTo>
                    <a:lnTo>
                      <a:pt x="467" y="62"/>
                    </a:lnTo>
                    <a:lnTo>
                      <a:pt x="467" y="53"/>
                    </a:lnTo>
                    <a:lnTo>
                      <a:pt x="475" y="53"/>
                    </a:lnTo>
                    <a:lnTo>
                      <a:pt x="475" y="53"/>
                    </a:lnTo>
                    <a:lnTo>
                      <a:pt x="493" y="53"/>
                    </a:lnTo>
                    <a:lnTo>
                      <a:pt x="493" y="53"/>
                    </a:lnTo>
                    <a:lnTo>
                      <a:pt x="502" y="44"/>
                    </a:lnTo>
                    <a:lnTo>
                      <a:pt x="502" y="44"/>
                    </a:lnTo>
                    <a:lnTo>
                      <a:pt x="502" y="53"/>
                    </a:lnTo>
                    <a:lnTo>
                      <a:pt x="502" y="62"/>
                    </a:lnTo>
                    <a:lnTo>
                      <a:pt x="502" y="62"/>
                    </a:lnTo>
                    <a:lnTo>
                      <a:pt x="511" y="62"/>
                    </a:lnTo>
                    <a:lnTo>
                      <a:pt x="502" y="70"/>
                    </a:lnTo>
                    <a:lnTo>
                      <a:pt x="502" y="70"/>
                    </a:lnTo>
                    <a:lnTo>
                      <a:pt x="511" y="70"/>
                    </a:lnTo>
                    <a:lnTo>
                      <a:pt x="511" y="53"/>
                    </a:lnTo>
                    <a:lnTo>
                      <a:pt x="511" y="53"/>
                    </a:lnTo>
                    <a:lnTo>
                      <a:pt x="519" y="53"/>
                    </a:lnTo>
                    <a:lnTo>
                      <a:pt x="519" y="44"/>
                    </a:lnTo>
                    <a:lnTo>
                      <a:pt x="519" y="44"/>
                    </a:lnTo>
                    <a:lnTo>
                      <a:pt x="519" y="53"/>
                    </a:lnTo>
                    <a:lnTo>
                      <a:pt x="528" y="53"/>
                    </a:lnTo>
                    <a:lnTo>
                      <a:pt x="528" y="62"/>
                    </a:lnTo>
                    <a:lnTo>
                      <a:pt x="528" y="70"/>
                    </a:lnTo>
                    <a:lnTo>
                      <a:pt x="519" y="70"/>
                    </a:lnTo>
                    <a:lnTo>
                      <a:pt x="519" y="70"/>
                    </a:lnTo>
                    <a:lnTo>
                      <a:pt x="519" y="79"/>
                    </a:lnTo>
                    <a:lnTo>
                      <a:pt x="511" y="88"/>
                    </a:lnTo>
                    <a:lnTo>
                      <a:pt x="511" y="97"/>
                    </a:lnTo>
                    <a:lnTo>
                      <a:pt x="493" y="97"/>
                    </a:lnTo>
                    <a:lnTo>
                      <a:pt x="493" y="97"/>
                    </a:lnTo>
                    <a:lnTo>
                      <a:pt x="484" y="88"/>
                    </a:lnTo>
                    <a:lnTo>
                      <a:pt x="484" y="97"/>
                    </a:lnTo>
                    <a:lnTo>
                      <a:pt x="484" y="97"/>
                    </a:lnTo>
                    <a:lnTo>
                      <a:pt x="475" y="88"/>
                    </a:lnTo>
                    <a:lnTo>
                      <a:pt x="484" y="88"/>
                    </a:lnTo>
                    <a:lnTo>
                      <a:pt x="475" y="88"/>
                    </a:lnTo>
                    <a:lnTo>
                      <a:pt x="475" y="88"/>
                    </a:lnTo>
                    <a:lnTo>
                      <a:pt x="475" y="97"/>
                    </a:lnTo>
                    <a:lnTo>
                      <a:pt x="475" y="97"/>
                    </a:lnTo>
                    <a:lnTo>
                      <a:pt x="467" y="97"/>
                    </a:lnTo>
                    <a:lnTo>
                      <a:pt x="458" y="97"/>
                    </a:lnTo>
                    <a:lnTo>
                      <a:pt x="449" y="97"/>
                    </a:lnTo>
                    <a:lnTo>
                      <a:pt x="449" y="97"/>
                    </a:lnTo>
                    <a:lnTo>
                      <a:pt x="449" y="97"/>
                    </a:lnTo>
                    <a:lnTo>
                      <a:pt x="475" y="106"/>
                    </a:lnTo>
                    <a:lnTo>
                      <a:pt x="475" y="106"/>
                    </a:lnTo>
                    <a:lnTo>
                      <a:pt x="484" y="106"/>
                    </a:lnTo>
                    <a:lnTo>
                      <a:pt x="484" y="115"/>
                    </a:lnTo>
                    <a:lnTo>
                      <a:pt x="484" y="115"/>
                    </a:lnTo>
                    <a:lnTo>
                      <a:pt x="475" y="115"/>
                    </a:lnTo>
                    <a:lnTo>
                      <a:pt x="484" y="115"/>
                    </a:lnTo>
                    <a:lnTo>
                      <a:pt x="484" y="124"/>
                    </a:lnTo>
                    <a:lnTo>
                      <a:pt x="475" y="132"/>
                    </a:lnTo>
                    <a:lnTo>
                      <a:pt x="475" y="132"/>
                    </a:lnTo>
                    <a:lnTo>
                      <a:pt x="467" y="132"/>
                    </a:lnTo>
                    <a:lnTo>
                      <a:pt x="458" y="132"/>
                    </a:lnTo>
                    <a:lnTo>
                      <a:pt x="458" y="124"/>
                    </a:lnTo>
                    <a:lnTo>
                      <a:pt x="449" y="124"/>
                    </a:lnTo>
                    <a:lnTo>
                      <a:pt x="458" y="132"/>
                    </a:lnTo>
                    <a:lnTo>
                      <a:pt x="467" y="141"/>
                    </a:lnTo>
                    <a:lnTo>
                      <a:pt x="475" y="141"/>
                    </a:lnTo>
                    <a:lnTo>
                      <a:pt x="484" y="132"/>
                    </a:lnTo>
                    <a:lnTo>
                      <a:pt x="493" y="132"/>
                    </a:lnTo>
                    <a:lnTo>
                      <a:pt x="484" y="132"/>
                    </a:lnTo>
                    <a:lnTo>
                      <a:pt x="493" y="132"/>
                    </a:lnTo>
                    <a:lnTo>
                      <a:pt x="493" y="124"/>
                    </a:lnTo>
                    <a:lnTo>
                      <a:pt x="493" y="124"/>
                    </a:lnTo>
                    <a:lnTo>
                      <a:pt x="493" y="124"/>
                    </a:lnTo>
                    <a:lnTo>
                      <a:pt x="493" y="132"/>
                    </a:lnTo>
                    <a:lnTo>
                      <a:pt x="502" y="132"/>
                    </a:lnTo>
                    <a:lnTo>
                      <a:pt x="502" y="124"/>
                    </a:lnTo>
                    <a:lnTo>
                      <a:pt x="502" y="124"/>
                    </a:lnTo>
                    <a:lnTo>
                      <a:pt x="502" y="132"/>
                    </a:lnTo>
                    <a:lnTo>
                      <a:pt x="502" y="132"/>
                    </a:lnTo>
                    <a:lnTo>
                      <a:pt x="502" y="141"/>
                    </a:lnTo>
                    <a:lnTo>
                      <a:pt x="493" y="150"/>
                    </a:lnTo>
                    <a:lnTo>
                      <a:pt x="493" y="150"/>
                    </a:lnTo>
                    <a:lnTo>
                      <a:pt x="484" y="150"/>
                    </a:lnTo>
                    <a:lnTo>
                      <a:pt x="484" y="150"/>
                    </a:lnTo>
                    <a:lnTo>
                      <a:pt x="484" y="150"/>
                    </a:lnTo>
                    <a:lnTo>
                      <a:pt x="475" y="150"/>
                    </a:lnTo>
                    <a:lnTo>
                      <a:pt x="475" y="150"/>
                    </a:lnTo>
                    <a:lnTo>
                      <a:pt x="475" y="150"/>
                    </a:lnTo>
                    <a:lnTo>
                      <a:pt x="458" y="159"/>
                    </a:lnTo>
                    <a:lnTo>
                      <a:pt x="458" y="159"/>
                    </a:lnTo>
                    <a:lnTo>
                      <a:pt x="449" y="168"/>
                    </a:lnTo>
                    <a:lnTo>
                      <a:pt x="449" y="177"/>
                    </a:lnTo>
                    <a:lnTo>
                      <a:pt x="449" y="177"/>
                    </a:lnTo>
                    <a:lnTo>
                      <a:pt x="440" y="168"/>
                    </a:lnTo>
                    <a:lnTo>
                      <a:pt x="440" y="168"/>
                    </a:lnTo>
                    <a:lnTo>
                      <a:pt x="440" y="168"/>
                    </a:lnTo>
                    <a:lnTo>
                      <a:pt x="440" y="168"/>
                    </a:lnTo>
                    <a:lnTo>
                      <a:pt x="440" y="177"/>
                    </a:lnTo>
                    <a:lnTo>
                      <a:pt x="440" y="177"/>
                    </a:lnTo>
                    <a:lnTo>
                      <a:pt x="431" y="185"/>
                    </a:lnTo>
                    <a:lnTo>
                      <a:pt x="423" y="194"/>
                    </a:lnTo>
                    <a:lnTo>
                      <a:pt x="423" y="212"/>
                    </a:lnTo>
                    <a:lnTo>
                      <a:pt x="423" y="212"/>
                    </a:lnTo>
                    <a:lnTo>
                      <a:pt x="423" y="230"/>
                    </a:lnTo>
                    <a:lnTo>
                      <a:pt x="414" y="212"/>
                    </a:lnTo>
                    <a:lnTo>
                      <a:pt x="414" y="212"/>
                    </a:lnTo>
                    <a:lnTo>
                      <a:pt x="414" y="212"/>
                    </a:lnTo>
                    <a:lnTo>
                      <a:pt x="414" y="221"/>
                    </a:lnTo>
                    <a:lnTo>
                      <a:pt x="414" y="230"/>
                    </a:lnTo>
                    <a:lnTo>
                      <a:pt x="414" y="238"/>
                    </a:lnTo>
                    <a:lnTo>
                      <a:pt x="405" y="238"/>
                    </a:lnTo>
                    <a:lnTo>
                      <a:pt x="387" y="238"/>
                    </a:lnTo>
                    <a:lnTo>
                      <a:pt x="379" y="238"/>
                    </a:lnTo>
                    <a:lnTo>
                      <a:pt x="379" y="238"/>
                    </a:lnTo>
                    <a:lnTo>
                      <a:pt x="379" y="238"/>
                    </a:lnTo>
                    <a:lnTo>
                      <a:pt x="291" y="185"/>
                    </a:lnTo>
                    <a:lnTo>
                      <a:pt x="220" y="194"/>
                    </a:lnTo>
                    <a:lnTo>
                      <a:pt x="220" y="194"/>
                    </a:lnTo>
                    <a:lnTo>
                      <a:pt x="220" y="185"/>
                    </a:lnTo>
                    <a:lnTo>
                      <a:pt x="220" y="185"/>
                    </a:lnTo>
                    <a:lnTo>
                      <a:pt x="212" y="177"/>
                    </a:lnTo>
                    <a:lnTo>
                      <a:pt x="212" y="177"/>
                    </a:lnTo>
                    <a:lnTo>
                      <a:pt x="203" y="168"/>
                    </a:lnTo>
                    <a:lnTo>
                      <a:pt x="185" y="177"/>
                    </a:lnTo>
                    <a:lnTo>
                      <a:pt x="124" y="177"/>
                    </a:lnTo>
                    <a:lnTo>
                      <a:pt x="124" y="185"/>
                    </a:lnTo>
                    <a:lnTo>
                      <a:pt x="115" y="185"/>
                    </a:lnTo>
                    <a:lnTo>
                      <a:pt x="106" y="185"/>
                    </a:lnTo>
                    <a:lnTo>
                      <a:pt x="97" y="194"/>
                    </a:lnTo>
                    <a:lnTo>
                      <a:pt x="88" y="194"/>
                    </a:lnTo>
                    <a:lnTo>
                      <a:pt x="80" y="203"/>
                    </a:lnTo>
                    <a:lnTo>
                      <a:pt x="0" y="212"/>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67"/>
              <p:cNvSpPr>
                <a:spLocks/>
              </p:cNvSpPr>
              <p:nvPr/>
            </p:nvSpPr>
            <p:spPr bwMode="auto">
              <a:xfrm>
                <a:off x="4731280" y="2923958"/>
                <a:ext cx="46958" cy="71107"/>
              </a:xfrm>
              <a:custGeom>
                <a:avLst/>
                <a:gdLst/>
                <a:ahLst/>
                <a:cxnLst>
                  <a:cxn ang="0">
                    <a:pos x="0" y="0"/>
                  </a:cxn>
                  <a:cxn ang="0">
                    <a:pos x="0" y="0"/>
                  </a:cxn>
                  <a:cxn ang="0">
                    <a:pos x="0" y="0"/>
                  </a:cxn>
                  <a:cxn ang="0">
                    <a:pos x="9" y="17"/>
                  </a:cxn>
                  <a:cxn ang="0">
                    <a:pos x="17" y="26"/>
                  </a:cxn>
                  <a:cxn ang="0">
                    <a:pos x="35" y="44"/>
                  </a:cxn>
                  <a:cxn ang="0">
                    <a:pos x="35" y="53"/>
                  </a:cxn>
                  <a:cxn ang="0">
                    <a:pos x="35" y="53"/>
                  </a:cxn>
                  <a:cxn ang="0">
                    <a:pos x="26" y="44"/>
                  </a:cxn>
                  <a:cxn ang="0">
                    <a:pos x="26" y="44"/>
                  </a:cxn>
                  <a:cxn ang="0">
                    <a:pos x="17" y="44"/>
                  </a:cxn>
                  <a:cxn ang="0">
                    <a:pos x="26" y="35"/>
                  </a:cxn>
                  <a:cxn ang="0">
                    <a:pos x="17" y="35"/>
                  </a:cxn>
                  <a:cxn ang="0">
                    <a:pos x="17" y="26"/>
                  </a:cxn>
                  <a:cxn ang="0">
                    <a:pos x="9" y="17"/>
                  </a:cxn>
                  <a:cxn ang="0">
                    <a:pos x="0" y="0"/>
                  </a:cxn>
                </a:cxnLst>
                <a:rect l="0" t="0" r="r" b="b"/>
                <a:pathLst>
                  <a:path w="35" h="53">
                    <a:moveTo>
                      <a:pt x="0" y="0"/>
                    </a:moveTo>
                    <a:lnTo>
                      <a:pt x="0" y="0"/>
                    </a:lnTo>
                    <a:lnTo>
                      <a:pt x="0" y="0"/>
                    </a:lnTo>
                    <a:lnTo>
                      <a:pt x="9" y="17"/>
                    </a:lnTo>
                    <a:lnTo>
                      <a:pt x="17" y="26"/>
                    </a:lnTo>
                    <a:lnTo>
                      <a:pt x="35" y="44"/>
                    </a:lnTo>
                    <a:lnTo>
                      <a:pt x="35" y="53"/>
                    </a:lnTo>
                    <a:lnTo>
                      <a:pt x="35" y="53"/>
                    </a:lnTo>
                    <a:lnTo>
                      <a:pt x="26" y="44"/>
                    </a:lnTo>
                    <a:lnTo>
                      <a:pt x="26" y="44"/>
                    </a:lnTo>
                    <a:lnTo>
                      <a:pt x="17" y="44"/>
                    </a:lnTo>
                    <a:lnTo>
                      <a:pt x="26" y="35"/>
                    </a:lnTo>
                    <a:lnTo>
                      <a:pt x="17" y="35"/>
                    </a:lnTo>
                    <a:lnTo>
                      <a:pt x="17" y="26"/>
                    </a:lnTo>
                    <a:lnTo>
                      <a:pt x="9" y="17"/>
                    </a:lnTo>
                    <a:lnTo>
                      <a:pt x="0"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68"/>
              <p:cNvSpPr>
                <a:spLocks/>
              </p:cNvSpPr>
              <p:nvPr/>
            </p:nvSpPr>
            <p:spPr bwMode="auto">
              <a:xfrm>
                <a:off x="4731280" y="2923958"/>
                <a:ext cx="46958" cy="71107"/>
              </a:xfrm>
              <a:custGeom>
                <a:avLst/>
                <a:gdLst/>
                <a:ahLst/>
                <a:cxnLst>
                  <a:cxn ang="0">
                    <a:pos x="0" y="0"/>
                  </a:cxn>
                  <a:cxn ang="0">
                    <a:pos x="0" y="0"/>
                  </a:cxn>
                  <a:cxn ang="0">
                    <a:pos x="0" y="0"/>
                  </a:cxn>
                  <a:cxn ang="0">
                    <a:pos x="9" y="17"/>
                  </a:cxn>
                  <a:cxn ang="0">
                    <a:pos x="17" y="26"/>
                  </a:cxn>
                  <a:cxn ang="0">
                    <a:pos x="35" y="44"/>
                  </a:cxn>
                  <a:cxn ang="0">
                    <a:pos x="35" y="53"/>
                  </a:cxn>
                  <a:cxn ang="0">
                    <a:pos x="35" y="53"/>
                  </a:cxn>
                  <a:cxn ang="0">
                    <a:pos x="26" y="44"/>
                  </a:cxn>
                  <a:cxn ang="0">
                    <a:pos x="26" y="44"/>
                  </a:cxn>
                  <a:cxn ang="0">
                    <a:pos x="17" y="44"/>
                  </a:cxn>
                  <a:cxn ang="0">
                    <a:pos x="26" y="35"/>
                  </a:cxn>
                  <a:cxn ang="0">
                    <a:pos x="17" y="35"/>
                  </a:cxn>
                  <a:cxn ang="0">
                    <a:pos x="17" y="26"/>
                  </a:cxn>
                  <a:cxn ang="0">
                    <a:pos x="9" y="17"/>
                  </a:cxn>
                  <a:cxn ang="0">
                    <a:pos x="0" y="0"/>
                  </a:cxn>
                </a:cxnLst>
                <a:rect l="0" t="0" r="r" b="b"/>
                <a:pathLst>
                  <a:path w="35" h="53">
                    <a:moveTo>
                      <a:pt x="0" y="0"/>
                    </a:moveTo>
                    <a:lnTo>
                      <a:pt x="0" y="0"/>
                    </a:lnTo>
                    <a:lnTo>
                      <a:pt x="0" y="0"/>
                    </a:lnTo>
                    <a:lnTo>
                      <a:pt x="9" y="17"/>
                    </a:lnTo>
                    <a:lnTo>
                      <a:pt x="17" y="26"/>
                    </a:lnTo>
                    <a:lnTo>
                      <a:pt x="35" y="44"/>
                    </a:lnTo>
                    <a:lnTo>
                      <a:pt x="35" y="53"/>
                    </a:lnTo>
                    <a:lnTo>
                      <a:pt x="35" y="53"/>
                    </a:lnTo>
                    <a:lnTo>
                      <a:pt x="26" y="44"/>
                    </a:lnTo>
                    <a:lnTo>
                      <a:pt x="26" y="44"/>
                    </a:lnTo>
                    <a:lnTo>
                      <a:pt x="17" y="44"/>
                    </a:lnTo>
                    <a:lnTo>
                      <a:pt x="26" y="35"/>
                    </a:lnTo>
                    <a:lnTo>
                      <a:pt x="17" y="35"/>
                    </a:lnTo>
                    <a:lnTo>
                      <a:pt x="17" y="26"/>
                    </a:lnTo>
                    <a:lnTo>
                      <a:pt x="9" y="17"/>
                    </a:lnTo>
                    <a:lnTo>
                      <a:pt x="0"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69"/>
              <p:cNvSpPr>
                <a:spLocks/>
              </p:cNvSpPr>
              <p:nvPr/>
            </p:nvSpPr>
            <p:spPr bwMode="auto">
              <a:xfrm>
                <a:off x="4636025" y="3161427"/>
                <a:ext cx="24149" cy="22808"/>
              </a:xfrm>
              <a:custGeom>
                <a:avLst/>
                <a:gdLst/>
                <a:ahLst/>
                <a:cxnLst>
                  <a:cxn ang="0">
                    <a:pos x="18" y="0"/>
                  </a:cxn>
                  <a:cxn ang="0">
                    <a:pos x="0" y="8"/>
                  </a:cxn>
                  <a:cxn ang="0">
                    <a:pos x="0" y="17"/>
                  </a:cxn>
                  <a:cxn ang="0">
                    <a:pos x="0" y="8"/>
                  </a:cxn>
                  <a:cxn ang="0">
                    <a:pos x="9" y="8"/>
                  </a:cxn>
                  <a:cxn ang="0">
                    <a:pos x="9" y="0"/>
                  </a:cxn>
                  <a:cxn ang="0">
                    <a:pos x="18" y="0"/>
                  </a:cxn>
                </a:cxnLst>
                <a:rect l="0" t="0" r="r" b="b"/>
                <a:pathLst>
                  <a:path w="18" h="17">
                    <a:moveTo>
                      <a:pt x="18" y="0"/>
                    </a:moveTo>
                    <a:lnTo>
                      <a:pt x="0" y="8"/>
                    </a:lnTo>
                    <a:lnTo>
                      <a:pt x="0" y="17"/>
                    </a:lnTo>
                    <a:lnTo>
                      <a:pt x="0" y="8"/>
                    </a:lnTo>
                    <a:lnTo>
                      <a:pt x="9" y="8"/>
                    </a:lnTo>
                    <a:lnTo>
                      <a:pt x="9" y="0"/>
                    </a:lnTo>
                    <a:lnTo>
                      <a:pt x="18"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70"/>
              <p:cNvSpPr>
                <a:spLocks/>
              </p:cNvSpPr>
              <p:nvPr/>
            </p:nvSpPr>
            <p:spPr bwMode="auto">
              <a:xfrm>
                <a:off x="4636025" y="3161427"/>
                <a:ext cx="24149" cy="22808"/>
              </a:xfrm>
              <a:custGeom>
                <a:avLst/>
                <a:gdLst/>
                <a:ahLst/>
                <a:cxnLst>
                  <a:cxn ang="0">
                    <a:pos x="18" y="0"/>
                  </a:cxn>
                  <a:cxn ang="0">
                    <a:pos x="0" y="8"/>
                  </a:cxn>
                  <a:cxn ang="0">
                    <a:pos x="0" y="17"/>
                  </a:cxn>
                  <a:cxn ang="0">
                    <a:pos x="0" y="8"/>
                  </a:cxn>
                  <a:cxn ang="0">
                    <a:pos x="9" y="8"/>
                  </a:cxn>
                  <a:cxn ang="0">
                    <a:pos x="9" y="0"/>
                  </a:cxn>
                  <a:cxn ang="0">
                    <a:pos x="18" y="0"/>
                  </a:cxn>
                </a:cxnLst>
                <a:rect l="0" t="0" r="r" b="b"/>
                <a:pathLst>
                  <a:path w="18" h="17">
                    <a:moveTo>
                      <a:pt x="18" y="0"/>
                    </a:moveTo>
                    <a:lnTo>
                      <a:pt x="0" y="8"/>
                    </a:lnTo>
                    <a:lnTo>
                      <a:pt x="0" y="17"/>
                    </a:lnTo>
                    <a:lnTo>
                      <a:pt x="0" y="8"/>
                    </a:lnTo>
                    <a:lnTo>
                      <a:pt x="9" y="8"/>
                    </a:lnTo>
                    <a:lnTo>
                      <a:pt x="9" y="0"/>
                    </a:lnTo>
                    <a:lnTo>
                      <a:pt x="18"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71"/>
              <p:cNvSpPr>
                <a:spLocks/>
              </p:cNvSpPr>
              <p:nvPr/>
            </p:nvSpPr>
            <p:spPr bwMode="auto">
              <a:xfrm>
                <a:off x="4684323" y="3125203"/>
                <a:ext cx="22808" cy="12075"/>
              </a:xfrm>
              <a:custGeom>
                <a:avLst/>
                <a:gdLst/>
                <a:ahLst/>
                <a:cxnLst>
                  <a:cxn ang="0">
                    <a:pos x="17" y="9"/>
                  </a:cxn>
                  <a:cxn ang="0">
                    <a:pos x="8" y="9"/>
                  </a:cxn>
                  <a:cxn ang="0">
                    <a:pos x="0" y="9"/>
                  </a:cxn>
                  <a:cxn ang="0">
                    <a:pos x="0" y="9"/>
                  </a:cxn>
                  <a:cxn ang="0">
                    <a:pos x="8" y="9"/>
                  </a:cxn>
                  <a:cxn ang="0">
                    <a:pos x="17" y="0"/>
                  </a:cxn>
                  <a:cxn ang="0">
                    <a:pos x="17" y="9"/>
                  </a:cxn>
                </a:cxnLst>
                <a:rect l="0" t="0" r="r" b="b"/>
                <a:pathLst>
                  <a:path w="17" h="9">
                    <a:moveTo>
                      <a:pt x="17" y="9"/>
                    </a:moveTo>
                    <a:lnTo>
                      <a:pt x="8" y="9"/>
                    </a:lnTo>
                    <a:lnTo>
                      <a:pt x="0" y="9"/>
                    </a:lnTo>
                    <a:lnTo>
                      <a:pt x="0" y="9"/>
                    </a:lnTo>
                    <a:lnTo>
                      <a:pt x="8" y="9"/>
                    </a:lnTo>
                    <a:lnTo>
                      <a:pt x="17" y="0"/>
                    </a:lnTo>
                    <a:lnTo>
                      <a:pt x="17"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72"/>
              <p:cNvSpPr>
                <a:spLocks/>
              </p:cNvSpPr>
              <p:nvPr/>
            </p:nvSpPr>
            <p:spPr bwMode="auto">
              <a:xfrm>
                <a:off x="4684323" y="3125203"/>
                <a:ext cx="22808" cy="12075"/>
              </a:xfrm>
              <a:custGeom>
                <a:avLst/>
                <a:gdLst/>
                <a:ahLst/>
                <a:cxnLst>
                  <a:cxn ang="0">
                    <a:pos x="17" y="9"/>
                  </a:cxn>
                  <a:cxn ang="0">
                    <a:pos x="8" y="9"/>
                  </a:cxn>
                  <a:cxn ang="0">
                    <a:pos x="0" y="9"/>
                  </a:cxn>
                  <a:cxn ang="0">
                    <a:pos x="0" y="9"/>
                  </a:cxn>
                  <a:cxn ang="0">
                    <a:pos x="8" y="9"/>
                  </a:cxn>
                  <a:cxn ang="0">
                    <a:pos x="17" y="0"/>
                  </a:cxn>
                  <a:cxn ang="0">
                    <a:pos x="17" y="9"/>
                  </a:cxn>
                </a:cxnLst>
                <a:rect l="0" t="0" r="r" b="b"/>
                <a:pathLst>
                  <a:path w="17" h="9">
                    <a:moveTo>
                      <a:pt x="17" y="9"/>
                    </a:moveTo>
                    <a:lnTo>
                      <a:pt x="8" y="9"/>
                    </a:lnTo>
                    <a:lnTo>
                      <a:pt x="0" y="9"/>
                    </a:lnTo>
                    <a:lnTo>
                      <a:pt x="0" y="9"/>
                    </a:lnTo>
                    <a:lnTo>
                      <a:pt x="8" y="9"/>
                    </a:lnTo>
                    <a:lnTo>
                      <a:pt x="17" y="0"/>
                    </a:lnTo>
                    <a:lnTo>
                      <a:pt x="17"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73"/>
              <p:cNvSpPr>
                <a:spLocks/>
              </p:cNvSpPr>
              <p:nvPr/>
            </p:nvSpPr>
            <p:spPr bwMode="auto">
              <a:xfrm>
                <a:off x="4719206" y="3101053"/>
                <a:ext cx="24149" cy="36224"/>
              </a:xfrm>
              <a:custGeom>
                <a:avLst/>
                <a:gdLst/>
                <a:ahLst/>
                <a:cxnLst>
                  <a:cxn ang="0">
                    <a:pos x="18" y="0"/>
                  </a:cxn>
                  <a:cxn ang="0">
                    <a:pos x="9" y="9"/>
                  </a:cxn>
                  <a:cxn ang="0">
                    <a:pos x="0" y="27"/>
                  </a:cxn>
                  <a:cxn ang="0">
                    <a:pos x="9" y="18"/>
                  </a:cxn>
                  <a:cxn ang="0">
                    <a:pos x="9" y="9"/>
                  </a:cxn>
                  <a:cxn ang="0">
                    <a:pos x="9" y="0"/>
                  </a:cxn>
                  <a:cxn ang="0">
                    <a:pos x="18" y="0"/>
                  </a:cxn>
                </a:cxnLst>
                <a:rect l="0" t="0" r="r" b="b"/>
                <a:pathLst>
                  <a:path w="18" h="27">
                    <a:moveTo>
                      <a:pt x="18" y="0"/>
                    </a:moveTo>
                    <a:lnTo>
                      <a:pt x="9" y="9"/>
                    </a:lnTo>
                    <a:lnTo>
                      <a:pt x="0" y="27"/>
                    </a:lnTo>
                    <a:lnTo>
                      <a:pt x="9" y="18"/>
                    </a:lnTo>
                    <a:lnTo>
                      <a:pt x="9" y="9"/>
                    </a:lnTo>
                    <a:lnTo>
                      <a:pt x="9" y="0"/>
                    </a:lnTo>
                    <a:lnTo>
                      <a:pt x="18"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74"/>
              <p:cNvSpPr>
                <a:spLocks/>
              </p:cNvSpPr>
              <p:nvPr/>
            </p:nvSpPr>
            <p:spPr bwMode="auto">
              <a:xfrm>
                <a:off x="4719206" y="3101053"/>
                <a:ext cx="24149" cy="36224"/>
              </a:xfrm>
              <a:custGeom>
                <a:avLst/>
                <a:gdLst/>
                <a:ahLst/>
                <a:cxnLst>
                  <a:cxn ang="0">
                    <a:pos x="18" y="0"/>
                  </a:cxn>
                  <a:cxn ang="0">
                    <a:pos x="9" y="9"/>
                  </a:cxn>
                  <a:cxn ang="0">
                    <a:pos x="0" y="27"/>
                  </a:cxn>
                  <a:cxn ang="0">
                    <a:pos x="9" y="18"/>
                  </a:cxn>
                  <a:cxn ang="0">
                    <a:pos x="9" y="9"/>
                  </a:cxn>
                  <a:cxn ang="0">
                    <a:pos x="9" y="0"/>
                  </a:cxn>
                  <a:cxn ang="0">
                    <a:pos x="18" y="0"/>
                  </a:cxn>
                </a:cxnLst>
                <a:rect l="0" t="0" r="r" b="b"/>
                <a:pathLst>
                  <a:path w="18" h="27">
                    <a:moveTo>
                      <a:pt x="18" y="0"/>
                    </a:moveTo>
                    <a:lnTo>
                      <a:pt x="9" y="9"/>
                    </a:lnTo>
                    <a:lnTo>
                      <a:pt x="0" y="27"/>
                    </a:lnTo>
                    <a:lnTo>
                      <a:pt x="9" y="18"/>
                    </a:lnTo>
                    <a:lnTo>
                      <a:pt x="9" y="9"/>
                    </a:lnTo>
                    <a:lnTo>
                      <a:pt x="9" y="0"/>
                    </a:lnTo>
                    <a:lnTo>
                      <a:pt x="18"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79"/>
              <p:cNvSpPr>
                <a:spLocks/>
              </p:cNvSpPr>
              <p:nvPr/>
            </p:nvSpPr>
            <p:spPr bwMode="auto">
              <a:xfrm>
                <a:off x="1885679" y="3007139"/>
                <a:ext cx="579585" cy="605076"/>
              </a:xfrm>
              <a:custGeom>
                <a:avLst/>
                <a:gdLst/>
                <a:ahLst/>
                <a:cxnLst>
                  <a:cxn ang="0">
                    <a:pos x="0" y="451"/>
                  </a:cxn>
                  <a:cxn ang="0">
                    <a:pos x="0" y="442"/>
                  </a:cxn>
                  <a:cxn ang="0">
                    <a:pos x="62" y="0"/>
                  </a:cxn>
                  <a:cxn ang="0">
                    <a:pos x="159" y="8"/>
                  </a:cxn>
                  <a:cxn ang="0">
                    <a:pos x="256" y="17"/>
                  </a:cxn>
                  <a:cxn ang="0">
                    <a:pos x="361" y="26"/>
                  </a:cxn>
                  <a:cxn ang="0">
                    <a:pos x="432" y="35"/>
                  </a:cxn>
                  <a:cxn ang="0">
                    <a:pos x="432" y="79"/>
                  </a:cxn>
                  <a:cxn ang="0">
                    <a:pos x="432" y="79"/>
                  </a:cxn>
                  <a:cxn ang="0">
                    <a:pos x="432" y="79"/>
                  </a:cxn>
                  <a:cxn ang="0">
                    <a:pos x="414" y="274"/>
                  </a:cxn>
                  <a:cxn ang="0">
                    <a:pos x="414" y="344"/>
                  </a:cxn>
                  <a:cxn ang="0">
                    <a:pos x="405" y="424"/>
                  </a:cxn>
                  <a:cxn ang="0">
                    <a:pos x="405" y="433"/>
                  </a:cxn>
                  <a:cxn ang="0">
                    <a:pos x="396" y="433"/>
                  </a:cxn>
                  <a:cxn ang="0">
                    <a:pos x="344" y="424"/>
                  </a:cxn>
                  <a:cxn ang="0">
                    <a:pos x="282" y="424"/>
                  </a:cxn>
                  <a:cxn ang="0">
                    <a:pos x="220" y="415"/>
                  </a:cxn>
                  <a:cxn ang="0">
                    <a:pos x="168" y="415"/>
                  </a:cxn>
                  <a:cxn ang="0">
                    <a:pos x="168" y="415"/>
                  </a:cxn>
                  <a:cxn ang="0">
                    <a:pos x="168" y="424"/>
                  </a:cxn>
                  <a:cxn ang="0">
                    <a:pos x="176" y="424"/>
                  </a:cxn>
                  <a:cxn ang="0">
                    <a:pos x="176" y="433"/>
                  </a:cxn>
                  <a:cxn ang="0">
                    <a:pos x="176" y="433"/>
                  </a:cxn>
                  <a:cxn ang="0">
                    <a:pos x="62" y="415"/>
                  </a:cxn>
                  <a:cxn ang="0">
                    <a:pos x="62" y="424"/>
                  </a:cxn>
                  <a:cxn ang="0">
                    <a:pos x="62" y="451"/>
                  </a:cxn>
                  <a:cxn ang="0">
                    <a:pos x="53" y="451"/>
                  </a:cxn>
                  <a:cxn ang="0">
                    <a:pos x="0" y="451"/>
                  </a:cxn>
                </a:cxnLst>
                <a:rect l="0" t="0" r="r" b="b"/>
                <a:pathLst>
                  <a:path w="432" h="451">
                    <a:moveTo>
                      <a:pt x="0" y="451"/>
                    </a:moveTo>
                    <a:lnTo>
                      <a:pt x="0" y="442"/>
                    </a:lnTo>
                    <a:lnTo>
                      <a:pt x="62" y="0"/>
                    </a:lnTo>
                    <a:lnTo>
                      <a:pt x="159" y="8"/>
                    </a:lnTo>
                    <a:lnTo>
                      <a:pt x="256" y="17"/>
                    </a:lnTo>
                    <a:lnTo>
                      <a:pt x="361" y="26"/>
                    </a:lnTo>
                    <a:lnTo>
                      <a:pt x="432" y="35"/>
                    </a:lnTo>
                    <a:lnTo>
                      <a:pt x="432" y="79"/>
                    </a:lnTo>
                    <a:lnTo>
                      <a:pt x="432" y="79"/>
                    </a:lnTo>
                    <a:lnTo>
                      <a:pt x="432" y="79"/>
                    </a:lnTo>
                    <a:lnTo>
                      <a:pt x="414" y="274"/>
                    </a:lnTo>
                    <a:lnTo>
                      <a:pt x="414" y="344"/>
                    </a:lnTo>
                    <a:lnTo>
                      <a:pt x="405" y="424"/>
                    </a:lnTo>
                    <a:lnTo>
                      <a:pt x="405" y="433"/>
                    </a:lnTo>
                    <a:lnTo>
                      <a:pt x="396" y="433"/>
                    </a:lnTo>
                    <a:lnTo>
                      <a:pt x="344" y="424"/>
                    </a:lnTo>
                    <a:lnTo>
                      <a:pt x="282" y="424"/>
                    </a:lnTo>
                    <a:lnTo>
                      <a:pt x="220" y="415"/>
                    </a:lnTo>
                    <a:lnTo>
                      <a:pt x="168" y="415"/>
                    </a:lnTo>
                    <a:lnTo>
                      <a:pt x="168" y="415"/>
                    </a:lnTo>
                    <a:lnTo>
                      <a:pt x="168" y="424"/>
                    </a:lnTo>
                    <a:lnTo>
                      <a:pt x="176" y="424"/>
                    </a:lnTo>
                    <a:lnTo>
                      <a:pt x="176" y="433"/>
                    </a:lnTo>
                    <a:lnTo>
                      <a:pt x="176" y="433"/>
                    </a:lnTo>
                    <a:lnTo>
                      <a:pt x="62" y="415"/>
                    </a:lnTo>
                    <a:lnTo>
                      <a:pt x="62" y="424"/>
                    </a:lnTo>
                    <a:lnTo>
                      <a:pt x="62" y="451"/>
                    </a:lnTo>
                    <a:lnTo>
                      <a:pt x="53" y="451"/>
                    </a:lnTo>
                    <a:lnTo>
                      <a:pt x="0" y="451"/>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80"/>
              <p:cNvSpPr>
                <a:spLocks/>
              </p:cNvSpPr>
              <p:nvPr/>
            </p:nvSpPr>
            <p:spPr bwMode="auto">
              <a:xfrm>
                <a:off x="1885679" y="3007139"/>
                <a:ext cx="579585" cy="605076"/>
              </a:xfrm>
              <a:custGeom>
                <a:avLst/>
                <a:gdLst/>
                <a:ahLst/>
                <a:cxnLst>
                  <a:cxn ang="0">
                    <a:pos x="0" y="451"/>
                  </a:cxn>
                  <a:cxn ang="0">
                    <a:pos x="0" y="442"/>
                  </a:cxn>
                  <a:cxn ang="0">
                    <a:pos x="62" y="0"/>
                  </a:cxn>
                  <a:cxn ang="0">
                    <a:pos x="159" y="8"/>
                  </a:cxn>
                  <a:cxn ang="0">
                    <a:pos x="256" y="17"/>
                  </a:cxn>
                  <a:cxn ang="0">
                    <a:pos x="361" y="26"/>
                  </a:cxn>
                  <a:cxn ang="0">
                    <a:pos x="432" y="35"/>
                  </a:cxn>
                  <a:cxn ang="0">
                    <a:pos x="432" y="79"/>
                  </a:cxn>
                  <a:cxn ang="0">
                    <a:pos x="432" y="79"/>
                  </a:cxn>
                  <a:cxn ang="0">
                    <a:pos x="432" y="79"/>
                  </a:cxn>
                  <a:cxn ang="0">
                    <a:pos x="414" y="274"/>
                  </a:cxn>
                  <a:cxn ang="0">
                    <a:pos x="414" y="344"/>
                  </a:cxn>
                  <a:cxn ang="0">
                    <a:pos x="405" y="424"/>
                  </a:cxn>
                  <a:cxn ang="0">
                    <a:pos x="405" y="433"/>
                  </a:cxn>
                  <a:cxn ang="0">
                    <a:pos x="396" y="433"/>
                  </a:cxn>
                  <a:cxn ang="0">
                    <a:pos x="344" y="424"/>
                  </a:cxn>
                  <a:cxn ang="0">
                    <a:pos x="282" y="424"/>
                  </a:cxn>
                  <a:cxn ang="0">
                    <a:pos x="220" y="415"/>
                  </a:cxn>
                  <a:cxn ang="0">
                    <a:pos x="168" y="415"/>
                  </a:cxn>
                  <a:cxn ang="0">
                    <a:pos x="168" y="415"/>
                  </a:cxn>
                  <a:cxn ang="0">
                    <a:pos x="168" y="424"/>
                  </a:cxn>
                  <a:cxn ang="0">
                    <a:pos x="176" y="424"/>
                  </a:cxn>
                  <a:cxn ang="0">
                    <a:pos x="176" y="433"/>
                  </a:cxn>
                  <a:cxn ang="0">
                    <a:pos x="176" y="433"/>
                  </a:cxn>
                  <a:cxn ang="0">
                    <a:pos x="62" y="415"/>
                  </a:cxn>
                  <a:cxn ang="0">
                    <a:pos x="62" y="424"/>
                  </a:cxn>
                  <a:cxn ang="0">
                    <a:pos x="62" y="451"/>
                  </a:cxn>
                  <a:cxn ang="0">
                    <a:pos x="53" y="451"/>
                  </a:cxn>
                  <a:cxn ang="0">
                    <a:pos x="0" y="451"/>
                  </a:cxn>
                </a:cxnLst>
                <a:rect l="0" t="0" r="r" b="b"/>
                <a:pathLst>
                  <a:path w="432" h="451">
                    <a:moveTo>
                      <a:pt x="0" y="451"/>
                    </a:moveTo>
                    <a:lnTo>
                      <a:pt x="0" y="442"/>
                    </a:lnTo>
                    <a:lnTo>
                      <a:pt x="62" y="0"/>
                    </a:lnTo>
                    <a:lnTo>
                      <a:pt x="159" y="8"/>
                    </a:lnTo>
                    <a:lnTo>
                      <a:pt x="256" y="17"/>
                    </a:lnTo>
                    <a:lnTo>
                      <a:pt x="361" y="26"/>
                    </a:lnTo>
                    <a:lnTo>
                      <a:pt x="432" y="35"/>
                    </a:lnTo>
                    <a:lnTo>
                      <a:pt x="432" y="79"/>
                    </a:lnTo>
                    <a:lnTo>
                      <a:pt x="432" y="79"/>
                    </a:lnTo>
                    <a:lnTo>
                      <a:pt x="432" y="79"/>
                    </a:lnTo>
                    <a:lnTo>
                      <a:pt x="414" y="274"/>
                    </a:lnTo>
                    <a:lnTo>
                      <a:pt x="414" y="344"/>
                    </a:lnTo>
                    <a:lnTo>
                      <a:pt x="405" y="424"/>
                    </a:lnTo>
                    <a:lnTo>
                      <a:pt x="405" y="433"/>
                    </a:lnTo>
                    <a:lnTo>
                      <a:pt x="396" y="433"/>
                    </a:lnTo>
                    <a:lnTo>
                      <a:pt x="344" y="424"/>
                    </a:lnTo>
                    <a:lnTo>
                      <a:pt x="282" y="424"/>
                    </a:lnTo>
                    <a:lnTo>
                      <a:pt x="220" y="415"/>
                    </a:lnTo>
                    <a:lnTo>
                      <a:pt x="168" y="415"/>
                    </a:lnTo>
                    <a:lnTo>
                      <a:pt x="168" y="415"/>
                    </a:lnTo>
                    <a:lnTo>
                      <a:pt x="168" y="424"/>
                    </a:lnTo>
                    <a:lnTo>
                      <a:pt x="176" y="424"/>
                    </a:lnTo>
                    <a:lnTo>
                      <a:pt x="176" y="433"/>
                    </a:lnTo>
                    <a:lnTo>
                      <a:pt x="176" y="433"/>
                    </a:lnTo>
                    <a:lnTo>
                      <a:pt x="62" y="415"/>
                    </a:lnTo>
                    <a:lnTo>
                      <a:pt x="62" y="424"/>
                    </a:lnTo>
                    <a:lnTo>
                      <a:pt x="62" y="451"/>
                    </a:lnTo>
                    <a:lnTo>
                      <a:pt x="53" y="451"/>
                    </a:lnTo>
                    <a:lnTo>
                      <a:pt x="0" y="451"/>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83"/>
              <p:cNvSpPr>
                <a:spLocks/>
              </p:cNvSpPr>
              <p:nvPr/>
            </p:nvSpPr>
            <p:spPr bwMode="auto">
              <a:xfrm>
                <a:off x="4684323" y="2402064"/>
                <a:ext cx="118064" cy="248202"/>
              </a:xfrm>
              <a:custGeom>
                <a:avLst/>
                <a:gdLst/>
                <a:ahLst/>
                <a:cxnLst>
                  <a:cxn ang="0">
                    <a:pos x="8" y="141"/>
                  </a:cxn>
                  <a:cxn ang="0">
                    <a:pos x="8" y="132"/>
                  </a:cxn>
                  <a:cxn ang="0">
                    <a:pos x="17" y="123"/>
                  </a:cxn>
                  <a:cxn ang="0">
                    <a:pos x="26" y="115"/>
                  </a:cxn>
                  <a:cxn ang="0">
                    <a:pos x="26" y="106"/>
                  </a:cxn>
                  <a:cxn ang="0">
                    <a:pos x="26" y="106"/>
                  </a:cxn>
                  <a:cxn ang="0">
                    <a:pos x="35" y="97"/>
                  </a:cxn>
                  <a:cxn ang="0">
                    <a:pos x="44" y="88"/>
                  </a:cxn>
                  <a:cxn ang="0">
                    <a:pos x="26" y="79"/>
                  </a:cxn>
                  <a:cxn ang="0">
                    <a:pos x="17" y="70"/>
                  </a:cxn>
                  <a:cxn ang="0">
                    <a:pos x="8" y="62"/>
                  </a:cxn>
                  <a:cxn ang="0">
                    <a:pos x="0" y="53"/>
                  </a:cxn>
                  <a:cxn ang="0">
                    <a:pos x="8" y="44"/>
                  </a:cxn>
                  <a:cxn ang="0">
                    <a:pos x="8" y="35"/>
                  </a:cxn>
                  <a:cxn ang="0">
                    <a:pos x="8" y="26"/>
                  </a:cxn>
                  <a:cxn ang="0">
                    <a:pos x="17" y="9"/>
                  </a:cxn>
                  <a:cxn ang="0">
                    <a:pos x="17" y="0"/>
                  </a:cxn>
                  <a:cxn ang="0">
                    <a:pos x="70" y="17"/>
                  </a:cxn>
                  <a:cxn ang="0">
                    <a:pos x="70" y="35"/>
                  </a:cxn>
                  <a:cxn ang="0">
                    <a:pos x="70" y="44"/>
                  </a:cxn>
                  <a:cxn ang="0">
                    <a:pos x="61" y="44"/>
                  </a:cxn>
                  <a:cxn ang="0">
                    <a:pos x="70" y="62"/>
                  </a:cxn>
                  <a:cxn ang="0">
                    <a:pos x="79" y="62"/>
                  </a:cxn>
                  <a:cxn ang="0">
                    <a:pos x="79" y="88"/>
                  </a:cxn>
                  <a:cxn ang="0">
                    <a:pos x="88" y="106"/>
                  </a:cxn>
                  <a:cxn ang="0">
                    <a:pos x="79" y="97"/>
                  </a:cxn>
                  <a:cxn ang="0">
                    <a:pos x="79" y="88"/>
                  </a:cxn>
                  <a:cxn ang="0">
                    <a:pos x="79" y="97"/>
                  </a:cxn>
                  <a:cxn ang="0">
                    <a:pos x="79" y="106"/>
                  </a:cxn>
                  <a:cxn ang="0">
                    <a:pos x="79" y="115"/>
                  </a:cxn>
                  <a:cxn ang="0">
                    <a:pos x="79" y="132"/>
                  </a:cxn>
                  <a:cxn ang="0">
                    <a:pos x="70" y="132"/>
                  </a:cxn>
                  <a:cxn ang="0">
                    <a:pos x="70" y="150"/>
                  </a:cxn>
                  <a:cxn ang="0">
                    <a:pos x="70" y="150"/>
                  </a:cxn>
                  <a:cxn ang="0">
                    <a:pos x="61" y="159"/>
                  </a:cxn>
                  <a:cxn ang="0">
                    <a:pos x="61" y="168"/>
                  </a:cxn>
                  <a:cxn ang="0">
                    <a:pos x="61" y="177"/>
                  </a:cxn>
                  <a:cxn ang="0">
                    <a:pos x="52" y="185"/>
                  </a:cxn>
                  <a:cxn ang="0">
                    <a:pos x="52" y="185"/>
                  </a:cxn>
                  <a:cxn ang="0">
                    <a:pos x="52" y="168"/>
                  </a:cxn>
                  <a:cxn ang="0">
                    <a:pos x="35" y="177"/>
                  </a:cxn>
                  <a:cxn ang="0">
                    <a:pos x="17" y="168"/>
                  </a:cxn>
                  <a:cxn ang="0">
                    <a:pos x="8" y="150"/>
                  </a:cxn>
                  <a:cxn ang="0">
                    <a:pos x="8" y="150"/>
                  </a:cxn>
                  <a:cxn ang="0">
                    <a:pos x="0" y="141"/>
                  </a:cxn>
                </a:cxnLst>
                <a:rect l="0" t="0" r="r" b="b"/>
                <a:pathLst>
                  <a:path w="88" h="185">
                    <a:moveTo>
                      <a:pt x="0" y="141"/>
                    </a:moveTo>
                    <a:lnTo>
                      <a:pt x="8" y="141"/>
                    </a:lnTo>
                    <a:lnTo>
                      <a:pt x="8" y="132"/>
                    </a:lnTo>
                    <a:lnTo>
                      <a:pt x="8" y="132"/>
                    </a:lnTo>
                    <a:lnTo>
                      <a:pt x="8" y="123"/>
                    </a:lnTo>
                    <a:lnTo>
                      <a:pt x="17" y="123"/>
                    </a:lnTo>
                    <a:lnTo>
                      <a:pt x="17" y="123"/>
                    </a:lnTo>
                    <a:lnTo>
                      <a:pt x="26" y="115"/>
                    </a:lnTo>
                    <a:lnTo>
                      <a:pt x="26" y="115"/>
                    </a:lnTo>
                    <a:lnTo>
                      <a:pt x="26" y="106"/>
                    </a:lnTo>
                    <a:lnTo>
                      <a:pt x="26" y="106"/>
                    </a:lnTo>
                    <a:lnTo>
                      <a:pt x="26" y="106"/>
                    </a:lnTo>
                    <a:lnTo>
                      <a:pt x="26" y="106"/>
                    </a:lnTo>
                    <a:lnTo>
                      <a:pt x="35" y="97"/>
                    </a:lnTo>
                    <a:lnTo>
                      <a:pt x="35" y="97"/>
                    </a:lnTo>
                    <a:lnTo>
                      <a:pt x="44" y="88"/>
                    </a:lnTo>
                    <a:lnTo>
                      <a:pt x="26" y="79"/>
                    </a:lnTo>
                    <a:lnTo>
                      <a:pt x="26" y="79"/>
                    </a:lnTo>
                    <a:lnTo>
                      <a:pt x="17" y="79"/>
                    </a:lnTo>
                    <a:lnTo>
                      <a:pt x="17" y="70"/>
                    </a:lnTo>
                    <a:lnTo>
                      <a:pt x="17" y="70"/>
                    </a:lnTo>
                    <a:lnTo>
                      <a:pt x="8" y="62"/>
                    </a:lnTo>
                    <a:lnTo>
                      <a:pt x="8" y="62"/>
                    </a:lnTo>
                    <a:lnTo>
                      <a:pt x="0" y="53"/>
                    </a:lnTo>
                    <a:lnTo>
                      <a:pt x="8" y="44"/>
                    </a:lnTo>
                    <a:lnTo>
                      <a:pt x="8" y="44"/>
                    </a:lnTo>
                    <a:lnTo>
                      <a:pt x="8" y="35"/>
                    </a:lnTo>
                    <a:lnTo>
                      <a:pt x="8" y="35"/>
                    </a:lnTo>
                    <a:lnTo>
                      <a:pt x="0" y="35"/>
                    </a:lnTo>
                    <a:lnTo>
                      <a:pt x="8" y="26"/>
                    </a:lnTo>
                    <a:lnTo>
                      <a:pt x="17" y="17"/>
                    </a:lnTo>
                    <a:lnTo>
                      <a:pt x="17" y="9"/>
                    </a:lnTo>
                    <a:lnTo>
                      <a:pt x="17" y="9"/>
                    </a:lnTo>
                    <a:lnTo>
                      <a:pt x="17" y="0"/>
                    </a:lnTo>
                    <a:lnTo>
                      <a:pt x="70" y="17"/>
                    </a:lnTo>
                    <a:lnTo>
                      <a:pt x="70" y="17"/>
                    </a:lnTo>
                    <a:lnTo>
                      <a:pt x="70" y="26"/>
                    </a:lnTo>
                    <a:lnTo>
                      <a:pt x="70" y="35"/>
                    </a:lnTo>
                    <a:lnTo>
                      <a:pt x="70" y="35"/>
                    </a:lnTo>
                    <a:lnTo>
                      <a:pt x="70" y="44"/>
                    </a:lnTo>
                    <a:lnTo>
                      <a:pt x="61" y="44"/>
                    </a:lnTo>
                    <a:lnTo>
                      <a:pt x="61" y="44"/>
                    </a:lnTo>
                    <a:lnTo>
                      <a:pt x="61" y="62"/>
                    </a:lnTo>
                    <a:lnTo>
                      <a:pt x="70" y="62"/>
                    </a:lnTo>
                    <a:lnTo>
                      <a:pt x="70" y="62"/>
                    </a:lnTo>
                    <a:lnTo>
                      <a:pt x="79" y="62"/>
                    </a:lnTo>
                    <a:lnTo>
                      <a:pt x="79" y="70"/>
                    </a:lnTo>
                    <a:lnTo>
                      <a:pt x="79" y="88"/>
                    </a:lnTo>
                    <a:lnTo>
                      <a:pt x="88" y="88"/>
                    </a:lnTo>
                    <a:lnTo>
                      <a:pt x="88" y="106"/>
                    </a:lnTo>
                    <a:lnTo>
                      <a:pt x="88" y="106"/>
                    </a:lnTo>
                    <a:lnTo>
                      <a:pt x="79" y="97"/>
                    </a:lnTo>
                    <a:lnTo>
                      <a:pt x="88" y="97"/>
                    </a:lnTo>
                    <a:lnTo>
                      <a:pt x="79" y="88"/>
                    </a:lnTo>
                    <a:lnTo>
                      <a:pt x="79" y="97"/>
                    </a:lnTo>
                    <a:lnTo>
                      <a:pt x="79" y="97"/>
                    </a:lnTo>
                    <a:lnTo>
                      <a:pt x="79" y="97"/>
                    </a:lnTo>
                    <a:lnTo>
                      <a:pt x="79" y="106"/>
                    </a:lnTo>
                    <a:lnTo>
                      <a:pt x="79" y="115"/>
                    </a:lnTo>
                    <a:lnTo>
                      <a:pt x="79" y="115"/>
                    </a:lnTo>
                    <a:lnTo>
                      <a:pt x="79" y="123"/>
                    </a:lnTo>
                    <a:lnTo>
                      <a:pt x="79" y="132"/>
                    </a:lnTo>
                    <a:lnTo>
                      <a:pt x="79" y="132"/>
                    </a:lnTo>
                    <a:lnTo>
                      <a:pt x="70" y="132"/>
                    </a:lnTo>
                    <a:lnTo>
                      <a:pt x="70" y="141"/>
                    </a:lnTo>
                    <a:lnTo>
                      <a:pt x="70" y="150"/>
                    </a:lnTo>
                    <a:lnTo>
                      <a:pt x="70" y="150"/>
                    </a:lnTo>
                    <a:lnTo>
                      <a:pt x="70" y="150"/>
                    </a:lnTo>
                    <a:lnTo>
                      <a:pt x="61" y="159"/>
                    </a:lnTo>
                    <a:lnTo>
                      <a:pt x="61" y="159"/>
                    </a:lnTo>
                    <a:lnTo>
                      <a:pt x="61" y="159"/>
                    </a:lnTo>
                    <a:lnTo>
                      <a:pt x="61" y="168"/>
                    </a:lnTo>
                    <a:lnTo>
                      <a:pt x="61" y="177"/>
                    </a:lnTo>
                    <a:lnTo>
                      <a:pt x="61" y="177"/>
                    </a:lnTo>
                    <a:lnTo>
                      <a:pt x="52" y="185"/>
                    </a:lnTo>
                    <a:lnTo>
                      <a:pt x="52" y="185"/>
                    </a:lnTo>
                    <a:lnTo>
                      <a:pt x="52" y="185"/>
                    </a:lnTo>
                    <a:lnTo>
                      <a:pt x="52" y="185"/>
                    </a:lnTo>
                    <a:lnTo>
                      <a:pt x="52" y="177"/>
                    </a:lnTo>
                    <a:lnTo>
                      <a:pt x="52" y="168"/>
                    </a:lnTo>
                    <a:lnTo>
                      <a:pt x="35" y="168"/>
                    </a:lnTo>
                    <a:lnTo>
                      <a:pt x="35" y="177"/>
                    </a:lnTo>
                    <a:lnTo>
                      <a:pt x="26" y="168"/>
                    </a:lnTo>
                    <a:lnTo>
                      <a:pt x="17" y="168"/>
                    </a:lnTo>
                    <a:lnTo>
                      <a:pt x="17" y="159"/>
                    </a:lnTo>
                    <a:lnTo>
                      <a:pt x="8" y="150"/>
                    </a:lnTo>
                    <a:lnTo>
                      <a:pt x="8" y="150"/>
                    </a:lnTo>
                    <a:lnTo>
                      <a:pt x="8" y="150"/>
                    </a:lnTo>
                    <a:lnTo>
                      <a:pt x="0" y="150"/>
                    </a:lnTo>
                    <a:lnTo>
                      <a:pt x="0" y="141"/>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85"/>
              <p:cNvSpPr>
                <a:spLocks/>
              </p:cNvSpPr>
              <p:nvPr/>
            </p:nvSpPr>
            <p:spPr bwMode="auto">
              <a:xfrm>
                <a:off x="4825194" y="1927126"/>
                <a:ext cx="142213" cy="284426"/>
              </a:xfrm>
              <a:custGeom>
                <a:avLst/>
                <a:gdLst/>
                <a:ahLst/>
                <a:cxnLst>
                  <a:cxn ang="0">
                    <a:pos x="18" y="212"/>
                  </a:cxn>
                  <a:cxn ang="0">
                    <a:pos x="9" y="212"/>
                  </a:cxn>
                  <a:cxn ang="0">
                    <a:pos x="9" y="203"/>
                  </a:cxn>
                  <a:cxn ang="0">
                    <a:pos x="9" y="195"/>
                  </a:cxn>
                  <a:cxn ang="0">
                    <a:pos x="9" y="195"/>
                  </a:cxn>
                  <a:cxn ang="0">
                    <a:pos x="9" y="177"/>
                  </a:cxn>
                  <a:cxn ang="0">
                    <a:pos x="9" y="168"/>
                  </a:cxn>
                  <a:cxn ang="0">
                    <a:pos x="0" y="150"/>
                  </a:cxn>
                  <a:cxn ang="0">
                    <a:pos x="9" y="141"/>
                  </a:cxn>
                  <a:cxn ang="0">
                    <a:pos x="0" y="141"/>
                  </a:cxn>
                  <a:cxn ang="0">
                    <a:pos x="9" y="133"/>
                  </a:cxn>
                  <a:cxn ang="0">
                    <a:pos x="9" y="124"/>
                  </a:cxn>
                  <a:cxn ang="0">
                    <a:pos x="9" y="124"/>
                  </a:cxn>
                  <a:cxn ang="0">
                    <a:pos x="9" y="115"/>
                  </a:cxn>
                  <a:cxn ang="0">
                    <a:pos x="9" y="115"/>
                  </a:cxn>
                  <a:cxn ang="0">
                    <a:pos x="9" y="106"/>
                  </a:cxn>
                  <a:cxn ang="0">
                    <a:pos x="9" y="97"/>
                  </a:cxn>
                  <a:cxn ang="0">
                    <a:pos x="9" y="88"/>
                  </a:cxn>
                  <a:cxn ang="0">
                    <a:pos x="9" y="80"/>
                  </a:cxn>
                  <a:cxn ang="0">
                    <a:pos x="18" y="80"/>
                  </a:cxn>
                  <a:cxn ang="0">
                    <a:pos x="27" y="71"/>
                  </a:cxn>
                  <a:cxn ang="0">
                    <a:pos x="27" y="62"/>
                  </a:cxn>
                  <a:cxn ang="0">
                    <a:pos x="27" y="62"/>
                  </a:cxn>
                  <a:cxn ang="0">
                    <a:pos x="27" y="53"/>
                  </a:cxn>
                  <a:cxn ang="0">
                    <a:pos x="18" y="53"/>
                  </a:cxn>
                  <a:cxn ang="0">
                    <a:pos x="18" y="44"/>
                  </a:cxn>
                  <a:cxn ang="0">
                    <a:pos x="27" y="35"/>
                  </a:cxn>
                  <a:cxn ang="0">
                    <a:pos x="18" y="27"/>
                  </a:cxn>
                  <a:cxn ang="0">
                    <a:pos x="18" y="27"/>
                  </a:cxn>
                  <a:cxn ang="0">
                    <a:pos x="18" y="27"/>
                  </a:cxn>
                  <a:cxn ang="0">
                    <a:pos x="18" y="18"/>
                  </a:cxn>
                  <a:cxn ang="0">
                    <a:pos x="27" y="9"/>
                  </a:cxn>
                  <a:cxn ang="0">
                    <a:pos x="27" y="9"/>
                  </a:cxn>
                  <a:cxn ang="0">
                    <a:pos x="27" y="0"/>
                  </a:cxn>
                  <a:cxn ang="0">
                    <a:pos x="35" y="0"/>
                  </a:cxn>
                  <a:cxn ang="0">
                    <a:pos x="35" y="0"/>
                  </a:cxn>
                  <a:cxn ang="0">
                    <a:pos x="35" y="0"/>
                  </a:cxn>
                  <a:cxn ang="0">
                    <a:pos x="79" y="115"/>
                  </a:cxn>
                  <a:cxn ang="0">
                    <a:pos x="79" y="133"/>
                  </a:cxn>
                  <a:cxn ang="0">
                    <a:pos x="79" y="133"/>
                  </a:cxn>
                  <a:cxn ang="0">
                    <a:pos x="79" y="141"/>
                  </a:cxn>
                  <a:cxn ang="0">
                    <a:pos x="88" y="141"/>
                  </a:cxn>
                  <a:cxn ang="0">
                    <a:pos x="88" y="150"/>
                  </a:cxn>
                  <a:cxn ang="0">
                    <a:pos x="97" y="150"/>
                  </a:cxn>
                  <a:cxn ang="0">
                    <a:pos x="97" y="159"/>
                  </a:cxn>
                  <a:cxn ang="0">
                    <a:pos x="106" y="159"/>
                  </a:cxn>
                  <a:cxn ang="0">
                    <a:pos x="106" y="159"/>
                  </a:cxn>
                  <a:cxn ang="0">
                    <a:pos x="106" y="159"/>
                  </a:cxn>
                  <a:cxn ang="0">
                    <a:pos x="106" y="177"/>
                  </a:cxn>
                  <a:cxn ang="0">
                    <a:pos x="106" y="177"/>
                  </a:cxn>
                  <a:cxn ang="0">
                    <a:pos x="106" y="177"/>
                  </a:cxn>
                  <a:cxn ang="0">
                    <a:pos x="97" y="177"/>
                  </a:cxn>
                  <a:cxn ang="0">
                    <a:pos x="97" y="186"/>
                  </a:cxn>
                  <a:cxn ang="0">
                    <a:pos x="88" y="186"/>
                  </a:cxn>
                  <a:cxn ang="0">
                    <a:pos x="88" y="186"/>
                  </a:cxn>
                  <a:cxn ang="0">
                    <a:pos x="88" y="195"/>
                  </a:cxn>
                  <a:cxn ang="0">
                    <a:pos x="79" y="203"/>
                  </a:cxn>
                  <a:cxn ang="0">
                    <a:pos x="18" y="212"/>
                  </a:cxn>
                </a:cxnLst>
                <a:rect l="0" t="0" r="r" b="b"/>
                <a:pathLst>
                  <a:path w="106" h="212">
                    <a:moveTo>
                      <a:pt x="18" y="212"/>
                    </a:moveTo>
                    <a:lnTo>
                      <a:pt x="9" y="212"/>
                    </a:lnTo>
                    <a:lnTo>
                      <a:pt x="9" y="203"/>
                    </a:lnTo>
                    <a:lnTo>
                      <a:pt x="9" y="195"/>
                    </a:lnTo>
                    <a:lnTo>
                      <a:pt x="9" y="195"/>
                    </a:lnTo>
                    <a:lnTo>
                      <a:pt x="9" y="177"/>
                    </a:lnTo>
                    <a:lnTo>
                      <a:pt x="9" y="168"/>
                    </a:lnTo>
                    <a:lnTo>
                      <a:pt x="0" y="150"/>
                    </a:lnTo>
                    <a:lnTo>
                      <a:pt x="9" y="141"/>
                    </a:lnTo>
                    <a:lnTo>
                      <a:pt x="0" y="141"/>
                    </a:lnTo>
                    <a:lnTo>
                      <a:pt x="9" y="133"/>
                    </a:lnTo>
                    <a:lnTo>
                      <a:pt x="9" y="124"/>
                    </a:lnTo>
                    <a:lnTo>
                      <a:pt x="9" y="124"/>
                    </a:lnTo>
                    <a:lnTo>
                      <a:pt x="9" y="115"/>
                    </a:lnTo>
                    <a:lnTo>
                      <a:pt x="9" y="115"/>
                    </a:lnTo>
                    <a:lnTo>
                      <a:pt x="9" y="106"/>
                    </a:lnTo>
                    <a:lnTo>
                      <a:pt x="9" y="97"/>
                    </a:lnTo>
                    <a:lnTo>
                      <a:pt x="9" y="88"/>
                    </a:lnTo>
                    <a:lnTo>
                      <a:pt x="9" y="80"/>
                    </a:lnTo>
                    <a:lnTo>
                      <a:pt x="18" y="80"/>
                    </a:lnTo>
                    <a:lnTo>
                      <a:pt x="27" y="71"/>
                    </a:lnTo>
                    <a:lnTo>
                      <a:pt x="27" y="62"/>
                    </a:lnTo>
                    <a:lnTo>
                      <a:pt x="27" y="62"/>
                    </a:lnTo>
                    <a:lnTo>
                      <a:pt x="27" y="53"/>
                    </a:lnTo>
                    <a:lnTo>
                      <a:pt x="18" y="53"/>
                    </a:lnTo>
                    <a:lnTo>
                      <a:pt x="18" y="44"/>
                    </a:lnTo>
                    <a:lnTo>
                      <a:pt x="27" y="35"/>
                    </a:lnTo>
                    <a:lnTo>
                      <a:pt x="18" y="27"/>
                    </a:lnTo>
                    <a:lnTo>
                      <a:pt x="18" y="27"/>
                    </a:lnTo>
                    <a:lnTo>
                      <a:pt x="18" y="27"/>
                    </a:lnTo>
                    <a:lnTo>
                      <a:pt x="18" y="18"/>
                    </a:lnTo>
                    <a:lnTo>
                      <a:pt x="27" y="9"/>
                    </a:lnTo>
                    <a:lnTo>
                      <a:pt x="27" y="9"/>
                    </a:lnTo>
                    <a:lnTo>
                      <a:pt x="27" y="0"/>
                    </a:lnTo>
                    <a:lnTo>
                      <a:pt x="35" y="0"/>
                    </a:lnTo>
                    <a:lnTo>
                      <a:pt x="35" y="0"/>
                    </a:lnTo>
                    <a:lnTo>
                      <a:pt x="35" y="0"/>
                    </a:lnTo>
                    <a:lnTo>
                      <a:pt x="79" y="115"/>
                    </a:lnTo>
                    <a:lnTo>
                      <a:pt x="79" y="133"/>
                    </a:lnTo>
                    <a:lnTo>
                      <a:pt x="79" y="133"/>
                    </a:lnTo>
                    <a:lnTo>
                      <a:pt x="79" y="141"/>
                    </a:lnTo>
                    <a:lnTo>
                      <a:pt x="88" y="141"/>
                    </a:lnTo>
                    <a:lnTo>
                      <a:pt x="88" y="150"/>
                    </a:lnTo>
                    <a:lnTo>
                      <a:pt x="97" y="150"/>
                    </a:lnTo>
                    <a:lnTo>
                      <a:pt x="97" y="159"/>
                    </a:lnTo>
                    <a:lnTo>
                      <a:pt x="106" y="159"/>
                    </a:lnTo>
                    <a:lnTo>
                      <a:pt x="106" y="159"/>
                    </a:lnTo>
                    <a:lnTo>
                      <a:pt x="106" y="159"/>
                    </a:lnTo>
                    <a:lnTo>
                      <a:pt x="106" y="177"/>
                    </a:lnTo>
                    <a:lnTo>
                      <a:pt x="106" y="177"/>
                    </a:lnTo>
                    <a:lnTo>
                      <a:pt x="106" y="177"/>
                    </a:lnTo>
                    <a:lnTo>
                      <a:pt x="97" y="177"/>
                    </a:lnTo>
                    <a:lnTo>
                      <a:pt x="97" y="186"/>
                    </a:lnTo>
                    <a:lnTo>
                      <a:pt x="88" y="186"/>
                    </a:lnTo>
                    <a:lnTo>
                      <a:pt x="88" y="186"/>
                    </a:lnTo>
                    <a:lnTo>
                      <a:pt x="88" y="195"/>
                    </a:lnTo>
                    <a:lnTo>
                      <a:pt x="79" y="203"/>
                    </a:lnTo>
                    <a:lnTo>
                      <a:pt x="18" y="21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87"/>
              <p:cNvSpPr>
                <a:spLocks/>
              </p:cNvSpPr>
              <p:nvPr/>
            </p:nvSpPr>
            <p:spPr bwMode="auto">
              <a:xfrm>
                <a:off x="1119607" y="2318883"/>
                <a:ext cx="529945" cy="830470"/>
              </a:xfrm>
              <a:custGeom>
                <a:avLst/>
                <a:gdLst/>
                <a:ahLst/>
                <a:cxnLst>
                  <a:cxn ang="0">
                    <a:pos x="8" y="177"/>
                  </a:cxn>
                  <a:cxn ang="0">
                    <a:pos x="52" y="0"/>
                  </a:cxn>
                  <a:cxn ang="0">
                    <a:pos x="149" y="26"/>
                  </a:cxn>
                  <a:cxn ang="0">
                    <a:pos x="220" y="44"/>
                  </a:cxn>
                  <a:cxn ang="0">
                    <a:pos x="316" y="62"/>
                  </a:cxn>
                  <a:cxn ang="0">
                    <a:pos x="395" y="71"/>
                  </a:cxn>
                  <a:cxn ang="0">
                    <a:pos x="325" y="468"/>
                  </a:cxn>
                  <a:cxn ang="0">
                    <a:pos x="316" y="530"/>
                  </a:cxn>
                  <a:cxn ang="0">
                    <a:pos x="307" y="530"/>
                  </a:cxn>
                  <a:cxn ang="0">
                    <a:pos x="299" y="539"/>
                  </a:cxn>
                  <a:cxn ang="0">
                    <a:pos x="299" y="539"/>
                  </a:cxn>
                  <a:cxn ang="0">
                    <a:pos x="290" y="530"/>
                  </a:cxn>
                  <a:cxn ang="0">
                    <a:pos x="290" y="530"/>
                  </a:cxn>
                  <a:cxn ang="0">
                    <a:pos x="281" y="530"/>
                  </a:cxn>
                  <a:cxn ang="0">
                    <a:pos x="281" y="521"/>
                  </a:cxn>
                  <a:cxn ang="0">
                    <a:pos x="272" y="530"/>
                  </a:cxn>
                  <a:cxn ang="0">
                    <a:pos x="272" y="530"/>
                  </a:cxn>
                  <a:cxn ang="0">
                    <a:pos x="264" y="539"/>
                  </a:cxn>
                  <a:cxn ang="0">
                    <a:pos x="272" y="548"/>
                  </a:cxn>
                  <a:cxn ang="0">
                    <a:pos x="264" y="548"/>
                  </a:cxn>
                  <a:cxn ang="0">
                    <a:pos x="264" y="557"/>
                  </a:cxn>
                  <a:cxn ang="0">
                    <a:pos x="264" y="566"/>
                  </a:cxn>
                  <a:cxn ang="0">
                    <a:pos x="264" y="575"/>
                  </a:cxn>
                  <a:cxn ang="0">
                    <a:pos x="264" y="583"/>
                  </a:cxn>
                  <a:cxn ang="0">
                    <a:pos x="264" y="592"/>
                  </a:cxn>
                  <a:cxn ang="0">
                    <a:pos x="264" y="601"/>
                  </a:cxn>
                  <a:cxn ang="0">
                    <a:pos x="264" y="601"/>
                  </a:cxn>
                  <a:cxn ang="0">
                    <a:pos x="255" y="619"/>
                  </a:cxn>
                  <a:cxn ang="0">
                    <a:pos x="184" y="504"/>
                  </a:cxn>
                  <a:cxn ang="0">
                    <a:pos x="0" y="230"/>
                  </a:cxn>
                  <a:cxn ang="0">
                    <a:pos x="8" y="177"/>
                  </a:cxn>
                </a:cxnLst>
                <a:rect l="0" t="0" r="r" b="b"/>
                <a:pathLst>
                  <a:path w="395" h="619">
                    <a:moveTo>
                      <a:pt x="8" y="177"/>
                    </a:moveTo>
                    <a:lnTo>
                      <a:pt x="52" y="0"/>
                    </a:lnTo>
                    <a:lnTo>
                      <a:pt x="149" y="26"/>
                    </a:lnTo>
                    <a:lnTo>
                      <a:pt x="220" y="44"/>
                    </a:lnTo>
                    <a:lnTo>
                      <a:pt x="316" y="62"/>
                    </a:lnTo>
                    <a:lnTo>
                      <a:pt x="395" y="71"/>
                    </a:lnTo>
                    <a:lnTo>
                      <a:pt x="325" y="468"/>
                    </a:lnTo>
                    <a:lnTo>
                      <a:pt x="316" y="530"/>
                    </a:lnTo>
                    <a:lnTo>
                      <a:pt x="307" y="530"/>
                    </a:lnTo>
                    <a:lnTo>
                      <a:pt x="299" y="539"/>
                    </a:lnTo>
                    <a:lnTo>
                      <a:pt x="299" y="539"/>
                    </a:lnTo>
                    <a:lnTo>
                      <a:pt x="290" y="530"/>
                    </a:lnTo>
                    <a:lnTo>
                      <a:pt x="290" y="530"/>
                    </a:lnTo>
                    <a:lnTo>
                      <a:pt x="281" y="530"/>
                    </a:lnTo>
                    <a:lnTo>
                      <a:pt x="281" y="521"/>
                    </a:lnTo>
                    <a:lnTo>
                      <a:pt x="272" y="530"/>
                    </a:lnTo>
                    <a:lnTo>
                      <a:pt x="272" y="530"/>
                    </a:lnTo>
                    <a:lnTo>
                      <a:pt x="264" y="539"/>
                    </a:lnTo>
                    <a:lnTo>
                      <a:pt x="272" y="548"/>
                    </a:lnTo>
                    <a:lnTo>
                      <a:pt x="264" y="548"/>
                    </a:lnTo>
                    <a:lnTo>
                      <a:pt x="264" y="557"/>
                    </a:lnTo>
                    <a:lnTo>
                      <a:pt x="264" y="566"/>
                    </a:lnTo>
                    <a:lnTo>
                      <a:pt x="264" y="575"/>
                    </a:lnTo>
                    <a:lnTo>
                      <a:pt x="264" y="583"/>
                    </a:lnTo>
                    <a:lnTo>
                      <a:pt x="264" y="592"/>
                    </a:lnTo>
                    <a:lnTo>
                      <a:pt x="264" y="601"/>
                    </a:lnTo>
                    <a:lnTo>
                      <a:pt x="264" y="601"/>
                    </a:lnTo>
                    <a:lnTo>
                      <a:pt x="255" y="619"/>
                    </a:lnTo>
                    <a:lnTo>
                      <a:pt x="184" y="504"/>
                    </a:lnTo>
                    <a:lnTo>
                      <a:pt x="0" y="230"/>
                    </a:lnTo>
                    <a:lnTo>
                      <a:pt x="8" y="17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88"/>
              <p:cNvSpPr>
                <a:spLocks/>
              </p:cNvSpPr>
              <p:nvPr/>
            </p:nvSpPr>
            <p:spPr bwMode="auto">
              <a:xfrm>
                <a:off x="1119607" y="2318883"/>
                <a:ext cx="529945" cy="830470"/>
              </a:xfrm>
              <a:custGeom>
                <a:avLst/>
                <a:gdLst/>
                <a:ahLst/>
                <a:cxnLst>
                  <a:cxn ang="0">
                    <a:pos x="8" y="177"/>
                  </a:cxn>
                  <a:cxn ang="0">
                    <a:pos x="52" y="0"/>
                  </a:cxn>
                  <a:cxn ang="0">
                    <a:pos x="149" y="26"/>
                  </a:cxn>
                  <a:cxn ang="0">
                    <a:pos x="220" y="44"/>
                  </a:cxn>
                  <a:cxn ang="0">
                    <a:pos x="316" y="62"/>
                  </a:cxn>
                  <a:cxn ang="0">
                    <a:pos x="395" y="71"/>
                  </a:cxn>
                  <a:cxn ang="0">
                    <a:pos x="325" y="468"/>
                  </a:cxn>
                  <a:cxn ang="0">
                    <a:pos x="316" y="530"/>
                  </a:cxn>
                  <a:cxn ang="0">
                    <a:pos x="307" y="530"/>
                  </a:cxn>
                  <a:cxn ang="0">
                    <a:pos x="299" y="539"/>
                  </a:cxn>
                  <a:cxn ang="0">
                    <a:pos x="299" y="539"/>
                  </a:cxn>
                  <a:cxn ang="0">
                    <a:pos x="290" y="530"/>
                  </a:cxn>
                  <a:cxn ang="0">
                    <a:pos x="290" y="530"/>
                  </a:cxn>
                  <a:cxn ang="0">
                    <a:pos x="281" y="530"/>
                  </a:cxn>
                  <a:cxn ang="0">
                    <a:pos x="281" y="521"/>
                  </a:cxn>
                  <a:cxn ang="0">
                    <a:pos x="272" y="530"/>
                  </a:cxn>
                  <a:cxn ang="0">
                    <a:pos x="272" y="530"/>
                  </a:cxn>
                  <a:cxn ang="0">
                    <a:pos x="264" y="539"/>
                  </a:cxn>
                  <a:cxn ang="0">
                    <a:pos x="272" y="548"/>
                  </a:cxn>
                  <a:cxn ang="0">
                    <a:pos x="264" y="548"/>
                  </a:cxn>
                  <a:cxn ang="0">
                    <a:pos x="264" y="557"/>
                  </a:cxn>
                  <a:cxn ang="0">
                    <a:pos x="264" y="566"/>
                  </a:cxn>
                  <a:cxn ang="0">
                    <a:pos x="264" y="575"/>
                  </a:cxn>
                  <a:cxn ang="0">
                    <a:pos x="264" y="583"/>
                  </a:cxn>
                  <a:cxn ang="0">
                    <a:pos x="264" y="592"/>
                  </a:cxn>
                  <a:cxn ang="0">
                    <a:pos x="264" y="601"/>
                  </a:cxn>
                  <a:cxn ang="0">
                    <a:pos x="264" y="601"/>
                  </a:cxn>
                  <a:cxn ang="0">
                    <a:pos x="255" y="619"/>
                  </a:cxn>
                  <a:cxn ang="0">
                    <a:pos x="184" y="504"/>
                  </a:cxn>
                  <a:cxn ang="0">
                    <a:pos x="0" y="230"/>
                  </a:cxn>
                  <a:cxn ang="0">
                    <a:pos x="8" y="177"/>
                  </a:cxn>
                </a:cxnLst>
                <a:rect l="0" t="0" r="r" b="b"/>
                <a:pathLst>
                  <a:path w="395" h="619">
                    <a:moveTo>
                      <a:pt x="8" y="177"/>
                    </a:moveTo>
                    <a:lnTo>
                      <a:pt x="52" y="0"/>
                    </a:lnTo>
                    <a:lnTo>
                      <a:pt x="149" y="26"/>
                    </a:lnTo>
                    <a:lnTo>
                      <a:pt x="220" y="44"/>
                    </a:lnTo>
                    <a:lnTo>
                      <a:pt x="316" y="62"/>
                    </a:lnTo>
                    <a:lnTo>
                      <a:pt x="395" y="71"/>
                    </a:lnTo>
                    <a:lnTo>
                      <a:pt x="325" y="468"/>
                    </a:lnTo>
                    <a:lnTo>
                      <a:pt x="316" y="530"/>
                    </a:lnTo>
                    <a:lnTo>
                      <a:pt x="307" y="530"/>
                    </a:lnTo>
                    <a:lnTo>
                      <a:pt x="299" y="539"/>
                    </a:lnTo>
                    <a:lnTo>
                      <a:pt x="299" y="539"/>
                    </a:lnTo>
                    <a:lnTo>
                      <a:pt x="290" y="530"/>
                    </a:lnTo>
                    <a:lnTo>
                      <a:pt x="290" y="530"/>
                    </a:lnTo>
                    <a:lnTo>
                      <a:pt x="281" y="530"/>
                    </a:lnTo>
                    <a:lnTo>
                      <a:pt x="281" y="521"/>
                    </a:lnTo>
                    <a:lnTo>
                      <a:pt x="272" y="530"/>
                    </a:lnTo>
                    <a:lnTo>
                      <a:pt x="272" y="530"/>
                    </a:lnTo>
                    <a:lnTo>
                      <a:pt x="264" y="539"/>
                    </a:lnTo>
                    <a:lnTo>
                      <a:pt x="272" y="548"/>
                    </a:lnTo>
                    <a:lnTo>
                      <a:pt x="264" y="548"/>
                    </a:lnTo>
                    <a:lnTo>
                      <a:pt x="264" y="557"/>
                    </a:lnTo>
                    <a:lnTo>
                      <a:pt x="264" y="566"/>
                    </a:lnTo>
                    <a:lnTo>
                      <a:pt x="264" y="575"/>
                    </a:lnTo>
                    <a:lnTo>
                      <a:pt x="264" y="583"/>
                    </a:lnTo>
                    <a:lnTo>
                      <a:pt x="264" y="592"/>
                    </a:lnTo>
                    <a:lnTo>
                      <a:pt x="264" y="601"/>
                    </a:lnTo>
                    <a:lnTo>
                      <a:pt x="264" y="601"/>
                    </a:lnTo>
                    <a:lnTo>
                      <a:pt x="255" y="619"/>
                    </a:lnTo>
                    <a:lnTo>
                      <a:pt x="184" y="504"/>
                    </a:lnTo>
                    <a:lnTo>
                      <a:pt x="0" y="230"/>
                    </a:lnTo>
                    <a:lnTo>
                      <a:pt x="8" y="17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89"/>
              <p:cNvSpPr>
                <a:spLocks/>
              </p:cNvSpPr>
              <p:nvPr/>
            </p:nvSpPr>
            <p:spPr bwMode="auto">
              <a:xfrm>
                <a:off x="2416966" y="2414138"/>
                <a:ext cx="685574" cy="331383"/>
              </a:xfrm>
              <a:custGeom>
                <a:avLst/>
                <a:gdLst/>
                <a:ahLst/>
                <a:cxnLst>
                  <a:cxn ang="0">
                    <a:pos x="9" y="0"/>
                  </a:cxn>
                  <a:cxn ang="0">
                    <a:pos x="168" y="8"/>
                  </a:cxn>
                  <a:cxn ang="0">
                    <a:pos x="326" y="8"/>
                  </a:cxn>
                  <a:cxn ang="0">
                    <a:pos x="352" y="26"/>
                  </a:cxn>
                  <a:cxn ang="0">
                    <a:pos x="361" y="17"/>
                  </a:cxn>
                  <a:cxn ang="0">
                    <a:pos x="396" y="17"/>
                  </a:cxn>
                  <a:cxn ang="0">
                    <a:pos x="414" y="26"/>
                  </a:cxn>
                  <a:cxn ang="0">
                    <a:pos x="414" y="35"/>
                  </a:cxn>
                  <a:cxn ang="0">
                    <a:pos x="423" y="35"/>
                  </a:cxn>
                  <a:cxn ang="0">
                    <a:pos x="431" y="44"/>
                  </a:cxn>
                  <a:cxn ang="0">
                    <a:pos x="440" y="53"/>
                  </a:cxn>
                  <a:cxn ang="0">
                    <a:pos x="449" y="53"/>
                  </a:cxn>
                  <a:cxn ang="0">
                    <a:pos x="449" y="61"/>
                  </a:cxn>
                  <a:cxn ang="0">
                    <a:pos x="449" y="70"/>
                  </a:cxn>
                  <a:cxn ang="0">
                    <a:pos x="458" y="88"/>
                  </a:cxn>
                  <a:cxn ang="0">
                    <a:pos x="467" y="97"/>
                  </a:cxn>
                  <a:cxn ang="0">
                    <a:pos x="467" y="106"/>
                  </a:cxn>
                  <a:cxn ang="0">
                    <a:pos x="467" y="114"/>
                  </a:cxn>
                  <a:cxn ang="0">
                    <a:pos x="467" y="123"/>
                  </a:cxn>
                  <a:cxn ang="0">
                    <a:pos x="475" y="132"/>
                  </a:cxn>
                  <a:cxn ang="0">
                    <a:pos x="475" y="141"/>
                  </a:cxn>
                  <a:cxn ang="0">
                    <a:pos x="475" y="150"/>
                  </a:cxn>
                  <a:cxn ang="0">
                    <a:pos x="475" y="159"/>
                  </a:cxn>
                  <a:cxn ang="0">
                    <a:pos x="484" y="176"/>
                  </a:cxn>
                  <a:cxn ang="0">
                    <a:pos x="484" y="194"/>
                  </a:cxn>
                  <a:cxn ang="0">
                    <a:pos x="484" y="203"/>
                  </a:cxn>
                  <a:cxn ang="0">
                    <a:pos x="493" y="221"/>
                  </a:cxn>
                  <a:cxn ang="0">
                    <a:pos x="502" y="229"/>
                  </a:cxn>
                  <a:cxn ang="0">
                    <a:pos x="511" y="238"/>
                  </a:cxn>
                  <a:cxn ang="0">
                    <a:pos x="511" y="247"/>
                  </a:cxn>
                  <a:cxn ang="0">
                    <a:pos x="335" y="247"/>
                  </a:cxn>
                  <a:cxn ang="0">
                    <a:pos x="115" y="238"/>
                  </a:cxn>
                  <a:cxn ang="0">
                    <a:pos x="115" y="159"/>
                  </a:cxn>
                  <a:cxn ang="0">
                    <a:pos x="0" y="159"/>
                  </a:cxn>
                </a:cxnLst>
                <a:rect l="0" t="0" r="r" b="b"/>
                <a:pathLst>
                  <a:path w="511" h="247">
                    <a:moveTo>
                      <a:pt x="0" y="159"/>
                    </a:moveTo>
                    <a:lnTo>
                      <a:pt x="9" y="0"/>
                    </a:lnTo>
                    <a:lnTo>
                      <a:pt x="71" y="0"/>
                    </a:lnTo>
                    <a:lnTo>
                      <a:pt x="168" y="8"/>
                    </a:lnTo>
                    <a:lnTo>
                      <a:pt x="264" y="8"/>
                    </a:lnTo>
                    <a:lnTo>
                      <a:pt x="326" y="8"/>
                    </a:lnTo>
                    <a:lnTo>
                      <a:pt x="335" y="17"/>
                    </a:lnTo>
                    <a:lnTo>
                      <a:pt x="352" y="26"/>
                    </a:lnTo>
                    <a:lnTo>
                      <a:pt x="361" y="26"/>
                    </a:lnTo>
                    <a:lnTo>
                      <a:pt x="361" y="17"/>
                    </a:lnTo>
                    <a:lnTo>
                      <a:pt x="370" y="26"/>
                    </a:lnTo>
                    <a:lnTo>
                      <a:pt x="396" y="17"/>
                    </a:lnTo>
                    <a:lnTo>
                      <a:pt x="405" y="26"/>
                    </a:lnTo>
                    <a:lnTo>
                      <a:pt x="414" y="26"/>
                    </a:lnTo>
                    <a:lnTo>
                      <a:pt x="414" y="26"/>
                    </a:lnTo>
                    <a:lnTo>
                      <a:pt x="414" y="35"/>
                    </a:lnTo>
                    <a:lnTo>
                      <a:pt x="423" y="35"/>
                    </a:lnTo>
                    <a:lnTo>
                      <a:pt x="423" y="35"/>
                    </a:lnTo>
                    <a:lnTo>
                      <a:pt x="431" y="35"/>
                    </a:lnTo>
                    <a:lnTo>
                      <a:pt x="431" y="44"/>
                    </a:lnTo>
                    <a:lnTo>
                      <a:pt x="440" y="44"/>
                    </a:lnTo>
                    <a:lnTo>
                      <a:pt x="440" y="53"/>
                    </a:lnTo>
                    <a:lnTo>
                      <a:pt x="449" y="53"/>
                    </a:lnTo>
                    <a:lnTo>
                      <a:pt x="449" y="53"/>
                    </a:lnTo>
                    <a:lnTo>
                      <a:pt x="449" y="61"/>
                    </a:lnTo>
                    <a:lnTo>
                      <a:pt x="449" y="61"/>
                    </a:lnTo>
                    <a:lnTo>
                      <a:pt x="449" y="70"/>
                    </a:lnTo>
                    <a:lnTo>
                      <a:pt x="449" y="70"/>
                    </a:lnTo>
                    <a:lnTo>
                      <a:pt x="458" y="79"/>
                    </a:lnTo>
                    <a:lnTo>
                      <a:pt x="458" y="88"/>
                    </a:lnTo>
                    <a:lnTo>
                      <a:pt x="467" y="97"/>
                    </a:lnTo>
                    <a:lnTo>
                      <a:pt x="467" y="97"/>
                    </a:lnTo>
                    <a:lnTo>
                      <a:pt x="467" y="106"/>
                    </a:lnTo>
                    <a:lnTo>
                      <a:pt x="467" y="106"/>
                    </a:lnTo>
                    <a:lnTo>
                      <a:pt x="467" y="114"/>
                    </a:lnTo>
                    <a:lnTo>
                      <a:pt x="467" y="114"/>
                    </a:lnTo>
                    <a:lnTo>
                      <a:pt x="467" y="123"/>
                    </a:lnTo>
                    <a:lnTo>
                      <a:pt x="467" y="123"/>
                    </a:lnTo>
                    <a:lnTo>
                      <a:pt x="475" y="123"/>
                    </a:lnTo>
                    <a:lnTo>
                      <a:pt x="475" y="132"/>
                    </a:lnTo>
                    <a:lnTo>
                      <a:pt x="475" y="132"/>
                    </a:lnTo>
                    <a:lnTo>
                      <a:pt x="475" y="141"/>
                    </a:lnTo>
                    <a:lnTo>
                      <a:pt x="475" y="141"/>
                    </a:lnTo>
                    <a:lnTo>
                      <a:pt x="475" y="150"/>
                    </a:lnTo>
                    <a:lnTo>
                      <a:pt x="484" y="159"/>
                    </a:lnTo>
                    <a:lnTo>
                      <a:pt x="475" y="159"/>
                    </a:lnTo>
                    <a:lnTo>
                      <a:pt x="475" y="168"/>
                    </a:lnTo>
                    <a:lnTo>
                      <a:pt x="484" y="176"/>
                    </a:lnTo>
                    <a:lnTo>
                      <a:pt x="484" y="194"/>
                    </a:lnTo>
                    <a:lnTo>
                      <a:pt x="484" y="194"/>
                    </a:lnTo>
                    <a:lnTo>
                      <a:pt x="484" y="203"/>
                    </a:lnTo>
                    <a:lnTo>
                      <a:pt x="484" y="203"/>
                    </a:lnTo>
                    <a:lnTo>
                      <a:pt x="493" y="212"/>
                    </a:lnTo>
                    <a:lnTo>
                      <a:pt x="493" y="221"/>
                    </a:lnTo>
                    <a:lnTo>
                      <a:pt x="502" y="229"/>
                    </a:lnTo>
                    <a:lnTo>
                      <a:pt x="502" y="229"/>
                    </a:lnTo>
                    <a:lnTo>
                      <a:pt x="502" y="238"/>
                    </a:lnTo>
                    <a:lnTo>
                      <a:pt x="511" y="238"/>
                    </a:lnTo>
                    <a:lnTo>
                      <a:pt x="511" y="247"/>
                    </a:lnTo>
                    <a:lnTo>
                      <a:pt x="511" y="247"/>
                    </a:lnTo>
                    <a:lnTo>
                      <a:pt x="414" y="247"/>
                    </a:lnTo>
                    <a:lnTo>
                      <a:pt x="335" y="247"/>
                    </a:lnTo>
                    <a:lnTo>
                      <a:pt x="185" y="247"/>
                    </a:lnTo>
                    <a:lnTo>
                      <a:pt x="115" y="238"/>
                    </a:lnTo>
                    <a:lnTo>
                      <a:pt x="115" y="168"/>
                    </a:lnTo>
                    <a:lnTo>
                      <a:pt x="115" y="159"/>
                    </a:lnTo>
                    <a:lnTo>
                      <a:pt x="53" y="159"/>
                    </a:lnTo>
                    <a:lnTo>
                      <a:pt x="0" y="15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90"/>
              <p:cNvSpPr>
                <a:spLocks/>
              </p:cNvSpPr>
              <p:nvPr/>
            </p:nvSpPr>
            <p:spPr bwMode="auto">
              <a:xfrm>
                <a:off x="2416966" y="2414138"/>
                <a:ext cx="685574" cy="331383"/>
              </a:xfrm>
              <a:custGeom>
                <a:avLst/>
                <a:gdLst/>
                <a:ahLst/>
                <a:cxnLst>
                  <a:cxn ang="0">
                    <a:pos x="9" y="0"/>
                  </a:cxn>
                  <a:cxn ang="0">
                    <a:pos x="168" y="8"/>
                  </a:cxn>
                  <a:cxn ang="0">
                    <a:pos x="326" y="8"/>
                  </a:cxn>
                  <a:cxn ang="0">
                    <a:pos x="352" y="26"/>
                  </a:cxn>
                  <a:cxn ang="0">
                    <a:pos x="361" y="17"/>
                  </a:cxn>
                  <a:cxn ang="0">
                    <a:pos x="396" y="17"/>
                  </a:cxn>
                  <a:cxn ang="0">
                    <a:pos x="414" y="26"/>
                  </a:cxn>
                  <a:cxn ang="0">
                    <a:pos x="414" y="35"/>
                  </a:cxn>
                  <a:cxn ang="0">
                    <a:pos x="423" y="35"/>
                  </a:cxn>
                  <a:cxn ang="0">
                    <a:pos x="431" y="44"/>
                  </a:cxn>
                  <a:cxn ang="0">
                    <a:pos x="440" y="53"/>
                  </a:cxn>
                  <a:cxn ang="0">
                    <a:pos x="449" y="53"/>
                  </a:cxn>
                  <a:cxn ang="0">
                    <a:pos x="449" y="61"/>
                  </a:cxn>
                  <a:cxn ang="0">
                    <a:pos x="449" y="70"/>
                  </a:cxn>
                  <a:cxn ang="0">
                    <a:pos x="458" y="88"/>
                  </a:cxn>
                  <a:cxn ang="0">
                    <a:pos x="467" y="97"/>
                  </a:cxn>
                  <a:cxn ang="0">
                    <a:pos x="467" y="106"/>
                  </a:cxn>
                  <a:cxn ang="0">
                    <a:pos x="467" y="114"/>
                  </a:cxn>
                  <a:cxn ang="0">
                    <a:pos x="467" y="123"/>
                  </a:cxn>
                  <a:cxn ang="0">
                    <a:pos x="475" y="132"/>
                  </a:cxn>
                  <a:cxn ang="0">
                    <a:pos x="475" y="141"/>
                  </a:cxn>
                  <a:cxn ang="0">
                    <a:pos x="475" y="150"/>
                  </a:cxn>
                  <a:cxn ang="0">
                    <a:pos x="475" y="159"/>
                  </a:cxn>
                  <a:cxn ang="0">
                    <a:pos x="484" y="176"/>
                  </a:cxn>
                  <a:cxn ang="0">
                    <a:pos x="484" y="194"/>
                  </a:cxn>
                  <a:cxn ang="0">
                    <a:pos x="484" y="203"/>
                  </a:cxn>
                  <a:cxn ang="0">
                    <a:pos x="493" y="221"/>
                  </a:cxn>
                  <a:cxn ang="0">
                    <a:pos x="502" y="229"/>
                  </a:cxn>
                  <a:cxn ang="0">
                    <a:pos x="511" y="238"/>
                  </a:cxn>
                  <a:cxn ang="0">
                    <a:pos x="511" y="247"/>
                  </a:cxn>
                  <a:cxn ang="0">
                    <a:pos x="335" y="247"/>
                  </a:cxn>
                  <a:cxn ang="0">
                    <a:pos x="115" y="238"/>
                  </a:cxn>
                  <a:cxn ang="0">
                    <a:pos x="115" y="159"/>
                  </a:cxn>
                  <a:cxn ang="0">
                    <a:pos x="0" y="159"/>
                  </a:cxn>
                </a:cxnLst>
                <a:rect l="0" t="0" r="r" b="b"/>
                <a:pathLst>
                  <a:path w="511" h="247">
                    <a:moveTo>
                      <a:pt x="0" y="159"/>
                    </a:moveTo>
                    <a:lnTo>
                      <a:pt x="9" y="0"/>
                    </a:lnTo>
                    <a:lnTo>
                      <a:pt x="71" y="0"/>
                    </a:lnTo>
                    <a:lnTo>
                      <a:pt x="168" y="8"/>
                    </a:lnTo>
                    <a:lnTo>
                      <a:pt x="264" y="8"/>
                    </a:lnTo>
                    <a:lnTo>
                      <a:pt x="326" y="8"/>
                    </a:lnTo>
                    <a:lnTo>
                      <a:pt x="335" y="17"/>
                    </a:lnTo>
                    <a:lnTo>
                      <a:pt x="352" y="26"/>
                    </a:lnTo>
                    <a:lnTo>
                      <a:pt x="361" y="26"/>
                    </a:lnTo>
                    <a:lnTo>
                      <a:pt x="361" y="17"/>
                    </a:lnTo>
                    <a:lnTo>
                      <a:pt x="370" y="26"/>
                    </a:lnTo>
                    <a:lnTo>
                      <a:pt x="396" y="17"/>
                    </a:lnTo>
                    <a:lnTo>
                      <a:pt x="405" y="26"/>
                    </a:lnTo>
                    <a:lnTo>
                      <a:pt x="414" y="26"/>
                    </a:lnTo>
                    <a:lnTo>
                      <a:pt x="414" y="26"/>
                    </a:lnTo>
                    <a:lnTo>
                      <a:pt x="414" y="35"/>
                    </a:lnTo>
                    <a:lnTo>
                      <a:pt x="423" y="35"/>
                    </a:lnTo>
                    <a:lnTo>
                      <a:pt x="423" y="35"/>
                    </a:lnTo>
                    <a:lnTo>
                      <a:pt x="431" y="35"/>
                    </a:lnTo>
                    <a:lnTo>
                      <a:pt x="431" y="44"/>
                    </a:lnTo>
                    <a:lnTo>
                      <a:pt x="440" y="44"/>
                    </a:lnTo>
                    <a:lnTo>
                      <a:pt x="440" y="53"/>
                    </a:lnTo>
                    <a:lnTo>
                      <a:pt x="449" y="53"/>
                    </a:lnTo>
                    <a:lnTo>
                      <a:pt x="449" y="53"/>
                    </a:lnTo>
                    <a:lnTo>
                      <a:pt x="449" y="61"/>
                    </a:lnTo>
                    <a:lnTo>
                      <a:pt x="449" y="61"/>
                    </a:lnTo>
                    <a:lnTo>
                      <a:pt x="449" y="70"/>
                    </a:lnTo>
                    <a:lnTo>
                      <a:pt x="449" y="70"/>
                    </a:lnTo>
                    <a:lnTo>
                      <a:pt x="458" y="79"/>
                    </a:lnTo>
                    <a:lnTo>
                      <a:pt x="458" y="88"/>
                    </a:lnTo>
                    <a:lnTo>
                      <a:pt x="467" y="97"/>
                    </a:lnTo>
                    <a:lnTo>
                      <a:pt x="467" y="97"/>
                    </a:lnTo>
                    <a:lnTo>
                      <a:pt x="467" y="106"/>
                    </a:lnTo>
                    <a:lnTo>
                      <a:pt x="467" y="106"/>
                    </a:lnTo>
                    <a:lnTo>
                      <a:pt x="467" y="114"/>
                    </a:lnTo>
                    <a:lnTo>
                      <a:pt x="467" y="114"/>
                    </a:lnTo>
                    <a:lnTo>
                      <a:pt x="467" y="123"/>
                    </a:lnTo>
                    <a:lnTo>
                      <a:pt x="467" y="123"/>
                    </a:lnTo>
                    <a:lnTo>
                      <a:pt x="475" y="123"/>
                    </a:lnTo>
                    <a:lnTo>
                      <a:pt x="475" y="132"/>
                    </a:lnTo>
                    <a:lnTo>
                      <a:pt x="475" y="132"/>
                    </a:lnTo>
                    <a:lnTo>
                      <a:pt x="475" y="141"/>
                    </a:lnTo>
                    <a:lnTo>
                      <a:pt x="475" y="141"/>
                    </a:lnTo>
                    <a:lnTo>
                      <a:pt x="475" y="150"/>
                    </a:lnTo>
                    <a:lnTo>
                      <a:pt x="484" y="159"/>
                    </a:lnTo>
                    <a:lnTo>
                      <a:pt x="475" y="159"/>
                    </a:lnTo>
                    <a:lnTo>
                      <a:pt x="475" y="168"/>
                    </a:lnTo>
                    <a:lnTo>
                      <a:pt x="484" y="176"/>
                    </a:lnTo>
                    <a:lnTo>
                      <a:pt x="484" y="194"/>
                    </a:lnTo>
                    <a:lnTo>
                      <a:pt x="484" y="194"/>
                    </a:lnTo>
                    <a:lnTo>
                      <a:pt x="484" y="203"/>
                    </a:lnTo>
                    <a:lnTo>
                      <a:pt x="484" y="203"/>
                    </a:lnTo>
                    <a:lnTo>
                      <a:pt x="493" y="212"/>
                    </a:lnTo>
                    <a:lnTo>
                      <a:pt x="493" y="221"/>
                    </a:lnTo>
                    <a:lnTo>
                      <a:pt x="502" y="229"/>
                    </a:lnTo>
                    <a:lnTo>
                      <a:pt x="502" y="229"/>
                    </a:lnTo>
                    <a:lnTo>
                      <a:pt x="502" y="238"/>
                    </a:lnTo>
                    <a:lnTo>
                      <a:pt x="511" y="238"/>
                    </a:lnTo>
                    <a:lnTo>
                      <a:pt x="511" y="247"/>
                    </a:lnTo>
                    <a:lnTo>
                      <a:pt x="511" y="247"/>
                    </a:lnTo>
                    <a:lnTo>
                      <a:pt x="414" y="247"/>
                    </a:lnTo>
                    <a:lnTo>
                      <a:pt x="335" y="247"/>
                    </a:lnTo>
                    <a:lnTo>
                      <a:pt x="185" y="247"/>
                    </a:lnTo>
                    <a:lnTo>
                      <a:pt x="115" y="238"/>
                    </a:lnTo>
                    <a:lnTo>
                      <a:pt x="115" y="168"/>
                    </a:lnTo>
                    <a:lnTo>
                      <a:pt x="115" y="159"/>
                    </a:lnTo>
                    <a:lnTo>
                      <a:pt x="53" y="159"/>
                    </a:lnTo>
                    <a:lnTo>
                      <a:pt x="0" y="15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93"/>
              <p:cNvSpPr>
                <a:spLocks/>
              </p:cNvSpPr>
              <p:nvPr/>
            </p:nvSpPr>
            <p:spPr bwMode="auto">
              <a:xfrm>
                <a:off x="3066315" y="2674415"/>
                <a:ext cx="567511" cy="487013"/>
              </a:xfrm>
              <a:custGeom>
                <a:avLst/>
                <a:gdLst/>
                <a:ahLst/>
                <a:cxnLst>
                  <a:cxn ang="0">
                    <a:pos x="71" y="9"/>
                  </a:cxn>
                  <a:cxn ang="0">
                    <a:pos x="203" y="0"/>
                  </a:cxn>
                  <a:cxn ang="0">
                    <a:pos x="247" y="0"/>
                  </a:cxn>
                  <a:cxn ang="0">
                    <a:pos x="255" y="18"/>
                  </a:cxn>
                  <a:cxn ang="0">
                    <a:pos x="255" y="18"/>
                  </a:cxn>
                  <a:cxn ang="0">
                    <a:pos x="255" y="35"/>
                  </a:cxn>
                  <a:cxn ang="0">
                    <a:pos x="264" y="44"/>
                  </a:cxn>
                  <a:cxn ang="0">
                    <a:pos x="264" y="62"/>
                  </a:cxn>
                  <a:cxn ang="0">
                    <a:pos x="273" y="71"/>
                  </a:cxn>
                  <a:cxn ang="0">
                    <a:pos x="282" y="80"/>
                  </a:cxn>
                  <a:cxn ang="0">
                    <a:pos x="299" y="97"/>
                  </a:cxn>
                  <a:cxn ang="0">
                    <a:pos x="308" y="106"/>
                  </a:cxn>
                  <a:cxn ang="0">
                    <a:pos x="317" y="133"/>
                  </a:cxn>
                  <a:cxn ang="0">
                    <a:pos x="326" y="124"/>
                  </a:cxn>
                  <a:cxn ang="0">
                    <a:pos x="335" y="124"/>
                  </a:cxn>
                  <a:cxn ang="0">
                    <a:pos x="343" y="133"/>
                  </a:cxn>
                  <a:cxn ang="0">
                    <a:pos x="343" y="142"/>
                  </a:cxn>
                  <a:cxn ang="0">
                    <a:pos x="343" y="159"/>
                  </a:cxn>
                  <a:cxn ang="0">
                    <a:pos x="335" y="168"/>
                  </a:cxn>
                  <a:cxn ang="0">
                    <a:pos x="335" y="186"/>
                  </a:cxn>
                  <a:cxn ang="0">
                    <a:pos x="361" y="203"/>
                  </a:cxn>
                  <a:cxn ang="0">
                    <a:pos x="361" y="212"/>
                  </a:cxn>
                  <a:cxn ang="0">
                    <a:pos x="379" y="212"/>
                  </a:cxn>
                  <a:cxn ang="0">
                    <a:pos x="387" y="221"/>
                  </a:cxn>
                  <a:cxn ang="0">
                    <a:pos x="387" y="230"/>
                  </a:cxn>
                  <a:cxn ang="0">
                    <a:pos x="396" y="248"/>
                  </a:cxn>
                  <a:cxn ang="0">
                    <a:pos x="396" y="265"/>
                  </a:cxn>
                  <a:cxn ang="0">
                    <a:pos x="414" y="274"/>
                  </a:cxn>
                  <a:cxn ang="0">
                    <a:pos x="423" y="283"/>
                  </a:cxn>
                  <a:cxn ang="0">
                    <a:pos x="423" y="292"/>
                  </a:cxn>
                  <a:cxn ang="0">
                    <a:pos x="414" y="301"/>
                  </a:cxn>
                  <a:cxn ang="0">
                    <a:pos x="414" y="310"/>
                  </a:cxn>
                  <a:cxn ang="0">
                    <a:pos x="405" y="318"/>
                  </a:cxn>
                  <a:cxn ang="0">
                    <a:pos x="396" y="318"/>
                  </a:cxn>
                  <a:cxn ang="0">
                    <a:pos x="396" y="318"/>
                  </a:cxn>
                  <a:cxn ang="0">
                    <a:pos x="396" y="327"/>
                  </a:cxn>
                  <a:cxn ang="0">
                    <a:pos x="387" y="336"/>
                  </a:cxn>
                  <a:cxn ang="0">
                    <a:pos x="387" y="345"/>
                  </a:cxn>
                  <a:cxn ang="0">
                    <a:pos x="352" y="363"/>
                  </a:cxn>
                  <a:cxn ang="0">
                    <a:pos x="352" y="354"/>
                  </a:cxn>
                  <a:cxn ang="0">
                    <a:pos x="361" y="345"/>
                  </a:cxn>
                  <a:cxn ang="0">
                    <a:pos x="361" y="336"/>
                  </a:cxn>
                  <a:cxn ang="0">
                    <a:pos x="361" y="318"/>
                  </a:cxn>
                  <a:cxn ang="0">
                    <a:pos x="238" y="327"/>
                  </a:cxn>
                  <a:cxn ang="0">
                    <a:pos x="79" y="336"/>
                  </a:cxn>
                  <a:cxn ang="0">
                    <a:pos x="71" y="124"/>
                  </a:cxn>
                  <a:cxn ang="0">
                    <a:pos x="62" y="115"/>
                  </a:cxn>
                  <a:cxn ang="0">
                    <a:pos x="53" y="106"/>
                  </a:cxn>
                  <a:cxn ang="0">
                    <a:pos x="44" y="97"/>
                  </a:cxn>
                  <a:cxn ang="0">
                    <a:pos x="53" y="80"/>
                  </a:cxn>
                  <a:cxn ang="0">
                    <a:pos x="53" y="80"/>
                  </a:cxn>
                  <a:cxn ang="0">
                    <a:pos x="53" y="71"/>
                  </a:cxn>
                  <a:cxn ang="0">
                    <a:pos x="44" y="62"/>
                  </a:cxn>
                  <a:cxn ang="0">
                    <a:pos x="27" y="53"/>
                  </a:cxn>
                  <a:cxn ang="0">
                    <a:pos x="27" y="44"/>
                  </a:cxn>
                  <a:cxn ang="0">
                    <a:pos x="18" y="35"/>
                  </a:cxn>
                  <a:cxn ang="0">
                    <a:pos x="9" y="27"/>
                  </a:cxn>
                  <a:cxn ang="0">
                    <a:pos x="0" y="9"/>
                  </a:cxn>
                </a:cxnLst>
                <a:rect l="0" t="0" r="r" b="b"/>
                <a:pathLst>
                  <a:path w="423" h="363">
                    <a:moveTo>
                      <a:pt x="0" y="9"/>
                    </a:moveTo>
                    <a:lnTo>
                      <a:pt x="71" y="9"/>
                    </a:lnTo>
                    <a:lnTo>
                      <a:pt x="106" y="9"/>
                    </a:lnTo>
                    <a:lnTo>
                      <a:pt x="203" y="0"/>
                    </a:lnTo>
                    <a:lnTo>
                      <a:pt x="238" y="0"/>
                    </a:lnTo>
                    <a:lnTo>
                      <a:pt x="247" y="0"/>
                    </a:lnTo>
                    <a:lnTo>
                      <a:pt x="255" y="9"/>
                    </a:lnTo>
                    <a:lnTo>
                      <a:pt x="255" y="18"/>
                    </a:lnTo>
                    <a:lnTo>
                      <a:pt x="255" y="18"/>
                    </a:lnTo>
                    <a:lnTo>
                      <a:pt x="255" y="18"/>
                    </a:lnTo>
                    <a:lnTo>
                      <a:pt x="255" y="27"/>
                    </a:lnTo>
                    <a:lnTo>
                      <a:pt x="255" y="35"/>
                    </a:lnTo>
                    <a:lnTo>
                      <a:pt x="255" y="44"/>
                    </a:lnTo>
                    <a:lnTo>
                      <a:pt x="264" y="44"/>
                    </a:lnTo>
                    <a:lnTo>
                      <a:pt x="264" y="62"/>
                    </a:lnTo>
                    <a:lnTo>
                      <a:pt x="264" y="62"/>
                    </a:lnTo>
                    <a:lnTo>
                      <a:pt x="264" y="71"/>
                    </a:lnTo>
                    <a:lnTo>
                      <a:pt x="273" y="71"/>
                    </a:lnTo>
                    <a:lnTo>
                      <a:pt x="282" y="80"/>
                    </a:lnTo>
                    <a:lnTo>
                      <a:pt x="282" y="80"/>
                    </a:lnTo>
                    <a:lnTo>
                      <a:pt x="282" y="88"/>
                    </a:lnTo>
                    <a:lnTo>
                      <a:pt x="299" y="97"/>
                    </a:lnTo>
                    <a:lnTo>
                      <a:pt x="299" y="97"/>
                    </a:lnTo>
                    <a:lnTo>
                      <a:pt x="308" y="106"/>
                    </a:lnTo>
                    <a:lnTo>
                      <a:pt x="308" y="124"/>
                    </a:lnTo>
                    <a:lnTo>
                      <a:pt x="317" y="133"/>
                    </a:lnTo>
                    <a:lnTo>
                      <a:pt x="317" y="133"/>
                    </a:lnTo>
                    <a:lnTo>
                      <a:pt x="326" y="124"/>
                    </a:lnTo>
                    <a:lnTo>
                      <a:pt x="326" y="124"/>
                    </a:lnTo>
                    <a:lnTo>
                      <a:pt x="335" y="124"/>
                    </a:lnTo>
                    <a:lnTo>
                      <a:pt x="335" y="124"/>
                    </a:lnTo>
                    <a:lnTo>
                      <a:pt x="343" y="133"/>
                    </a:lnTo>
                    <a:lnTo>
                      <a:pt x="343" y="133"/>
                    </a:lnTo>
                    <a:lnTo>
                      <a:pt x="343" y="142"/>
                    </a:lnTo>
                    <a:lnTo>
                      <a:pt x="343" y="150"/>
                    </a:lnTo>
                    <a:lnTo>
                      <a:pt x="343" y="159"/>
                    </a:lnTo>
                    <a:lnTo>
                      <a:pt x="335" y="168"/>
                    </a:lnTo>
                    <a:lnTo>
                      <a:pt x="335" y="168"/>
                    </a:lnTo>
                    <a:lnTo>
                      <a:pt x="335" y="177"/>
                    </a:lnTo>
                    <a:lnTo>
                      <a:pt x="335" y="186"/>
                    </a:lnTo>
                    <a:lnTo>
                      <a:pt x="343" y="195"/>
                    </a:lnTo>
                    <a:lnTo>
                      <a:pt x="361" y="203"/>
                    </a:lnTo>
                    <a:lnTo>
                      <a:pt x="361" y="203"/>
                    </a:lnTo>
                    <a:lnTo>
                      <a:pt x="361" y="212"/>
                    </a:lnTo>
                    <a:lnTo>
                      <a:pt x="370" y="203"/>
                    </a:lnTo>
                    <a:lnTo>
                      <a:pt x="379" y="212"/>
                    </a:lnTo>
                    <a:lnTo>
                      <a:pt x="379" y="221"/>
                    </a:lnTo>
                    <a:lnTo>
                      <a:pt x="387" y="221"/>
                    </a:lnTo>
                    <a:lnTo>
                      <a:pt x="387" y="221"/>
                    </a:lnTo>
                    <a:lnTo>
                      <a:pt x="387" y="230"/>
                    </a:lnTo>
                    <a:lnTo>
                      <a:pt x="396" y="248"/>
                    </a:lnTo>
                    <a:lnTo>
                      <a:pt x="396" y="248"/>
                    </a:lnTo>
                    <a:lnTo>
                      <a:pt x="396" y="256"/>
                    </a:lnTo>
                    <a:lnTo>
                      <a:pt x="396" y="265"/>
                    </a:lnTo>
                    <a:lnTo>
                      <a:pt x="405" y="274"/>
                    </a:lnTo>
                    <a:lnTo>
                      <a:pt x="414" y="274"/>
                    </a:lnTo>
                    <a:lnTo>
                      <a:pt x="423" y="274"/>
                    </a:lnTo>
                    <a:lnTo>
                      <a:pt x="423" y="283"/>
                    </a:lnTo>
                    <a:lnTo>
                      <a:pt x="423" y="283"/>
                    </a:lnTo>
                    <a:lnTo>
                      <a:pt x="423" y="292"/>
                    </a:lnTo>
                    <a:lnTo>
                      <a:pt x="414" y="301"/>
                    </a:lnTo>
                    <a:lnTo>
                      <a:pt x="414" y="301"/>
                    </a:lnTo>
                    <a:lnTo>
                      <a:pt x="414" y="310"/>
                    </a:lnTo>
                    <a:lnTo>
                      <a:pt x="414" y="310"/>
                    </a:lnTo>
                    <a:lnTo>
                      <a:pt x="405" y="310"/>
                    </a:lnTo>
                    <a:lnTo>
                      <a:pt x="405" y="318"/>
                    </a:lnTo>
                    <a:lnTo>
                      <a:pt x="396" y="318"/>
                    </a:lnTo>
                    <a:lnTo>
                      <a:pt x="396" y="318"/>
                    </a:lnTo>
                    <a:lnTo>
                      <a:pt x="396" y="318"/>
                    </a:lnTo>
                    <a:lnTo>
                      <a:pt x="396" y="318"/>
                    </a:lnTo>
                    <a:lnTo>
                      <a:pt x="396" y="327"/>
                    </a:lnTo>
                    <a:lnTo>
                      <a:pt x="396" y="327"/>
                    </a:lnTo>
                    <a:lnTo>
                      <a:pt x="396" y="336"/>
                    </a:lnTo>
                    <a:lnTo>
                      <a:pt x="387" y="336"/>
                    </a:lnTo>
                    <a:lnTo>
                      <a:pt x="396" y="345"/>
                    </a:lnTo>
                    <a:lnTo>
                      <a:pt x="387" y="345"/>
                    </a:lnTo>
                    <a:lnTo>
                      <a:pt x="387" y="354"/>
                    </a:lnTo>
                    <a:lnTo>
                      <a:pt x="352" y="363"/>
                    </a:lnTo>
                    <a:lnTo>
                      <a:pt x="352" y="354"/>
                    </a:lnTo>
                    <a:lnTo>
                      <a:pt x="352" y="354"/>
                    </a:lnTo>
                    <a:lnTo>
                      <a:pt x="352" y="345"/>
                    </a:lnTo>
                    <a:lnTo>
                      <a:pt x="361" y="345"/>
                    </a:lnTo>
                    <a:lnTo>
                      <a:pt x="361" y="336"/>
                    </a:lnTo>
                    <a:lnTo>
                      <a:pt x="361" y="336"/>
                    </a:lnTo>
                    <a:lnTo>
                      <a:pt x="361" y="327"/>
                    </a:lnTo>
                    <a:lnTo>
                      <a:pt x="361" y="318"/>
                    </a:lnTo>
                    <a:lnTo>
                      <a:pt x="352" y="318"/>
                    </a:lnTo>
                    <a:lnTo>
                      <a:pt x="238" y="327"/>
                    </a:lnTo>
                    <a:lnTo>
                      <a:pt x="141" y="327"/>
                    </a:lnTo>
                    <a:lnTo>
                      <a:pt x="79" y="336"/>
                    </a:lnTo>
                    <a:lnTo>
                      <a:pt x="79" y="292"/>
                    </a:lnTo>
                    <a:lnTo>
                      <a:pt x="71" y="124"/>
                    </a:lnTo>
                    <a:lnTo>
                      <a:pt x="71" y="124"/>
                    </a:lnTo>
                    <a:lnTo>
                      <a:pt x="62" y="115"/>
                    </a:lnTo>
                    <a:lnTo>
                      <a:pt x="53" y="106"/>
                    </a:lnTo>
                    <a:lnTo>
                      <a:pt x="53" y="106"/>
                    </a:lnTo>
                    <a:lnTo>
                      <a:pt x="53" y="97"/>
                    </a:lnTo>
                    <a:lnTo>
                      <a:pt x="44" y="97"/>
                    </a:lnTo>
                    <a:lnTo>
                      <a:pt x="44" y="88"/>
                    </a:lnTo>
                    <a:lnTo>
                      <a:pt x="53" y="80"/>
                    </a:lnTo>
                    <a:lnTo>
                      <a:pt x="53" y="71"/>
                    </a:lnTo>
                    <a:lnTo>
                      <a:pt x="53" y="80"/>
                    </a:lnTo>
                    <a:lnTo>
                      <a:pt x="53" y="71"/>
                    </a:lnTo>
                    <a:lnTo>
                      <a:pt x="53" y="71"/>
                    </a:lnTo>
                    <a:lnTo>
                      <a:pt x="53" y="62"/>
                    </a:lnTo>
                    <a:lnTo>
                      <a:pt x="44" y="62"/>
                    </a:lnTo>
                    <a:lnTo>
                      <a:pt x="44" y="62"/>
                    </a:lnTo>
                    <a:lnTo>
                      <a:pt x="27" y="53"/>
                    </a:lnTo>
                    <a:lnTo>
                      <a:pt x="27" y="53"/>
                    </a:lnTo>
                    <a:lnTo>
                      <a:pt x="27" y="44"/>
                    </a:lnTo>
                    <a:lnTo>
                      <a:pt x="18" y="44"/>
                    </a:lnTo>
                    <a:lnTo>
                      <a:pt x="18" y="35"/>
                    </a:lnTo>
                    <a:lnTo>
                      <a:pt x="18" y="35"/>
                    </a:lnTo>
                    <a:lnTo>
                      <a:pt x="9" y="27"/>
                    </a:lnTo>
                    <a:lnTo>
                      <a:pt x="9" y="18"/>
                    </a:lnTo>
                    <a:lnTo>
                      <a:pt x="0" y="9"/>
                    </a:lnTo>
                    <a:lnTo>
                      <a:pt x="0"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94"/>
              <p:cNvSpPr>
                <a:spLocks/>
              </p:cNvSpPr>
              <p:nvPr/>
            </p:nvSpPr>
            <p:spPr bwMode="auto">
              <a:xfrm>
                <a:off x="3066315" y="2674415"/>
                <a:ext cx="567511" cy="487013"/>
              </a:xfrm>
              <a:custGeom>
                <a:avLst/>
                <a:gdLst/>
                <a:ahLst/>
                <a:cxnLst>
                  <a:cxn ang="0">
                    <a:pos x="71" y="9"/>
                  </a:cxn>
                  <a:cxn ang="0">
                    <a:pos x="203" y="0"/>
                  </a:cxn>
                  <a:cxn ang="0">
                    <a:pos x="247" y="0"/>
                  </a:cxn>
                  <a:cxn ang="0">
                    <a:pos x="255" y="18"/>
                  </a:cxn>
                  <a:cxn ang="0">
                    <a:pos x="255" y="18"/>
                  </a:cxn>
                  <a:cxn ang="0">
                    <a:pos x="255" y="35"/>
                  </a:cxn>
                  <a:cxn ang="0">
                    <a:pos x="264" y="44"/>
                  </a:cxn>
                  <a:cxn ang="0">
                    <a:pos x="264" y="62"/>
                  </a:cxn>
                  <a:cxn ang="0">
                    <a:pos x="273" y="71"/>
                  </a:cxn>
                  <a:cxn ang="0">
                    <a:pos x="282" y="80"/>
                  </a:cxn>
                  <a:cxn ang="0">
                    <a:pos x="299" y="97"/>
                  </a:cxn>
                  <a:cxn ang="0">
                    <a:pos x="308" y="106"/>
                  </a:cxn>
                  <a:cxn ang="0">
                    <a:pos x="317" y="133"/>
                  </a:cxn>
                  <a:cxn ang="0">
                    <a:pos x="326" y="124"/>
                  </a:cxn>
                  <a:cxn ang="0">
                    <a:pos x="335" y="124"/>
                  </a:cxn>
                  <a:cxn ang="0">
                    <a:pos x="343" y="133"/>
                  </a:cxn>
                  <a:cxn ang="0">
                    <a:pos x="343" y="142"/>
                  </a:cxn>
                  <a:cxn ang="0">
                    <a:pos x="343" y="159"/>
                  </a:cxn>
                  <a:cxn ang="0">
                    <a:pos x="335" y="168"/>
                  </a:cxn>
                  <a:cxn ang="0">
                    <a:pos x="335" y="186"/>
                  </a:cxn>
                  <a:cxn ang="0">
                    <a:pos x="361" y="203"/>
                  </a:cxn>
                  <a:cxn ang="0">
                    <a:pos x="361" y="212"/>
                  </a:cxn>
                  <a:cxn ang="0">
                    <a:pos x="379" y="212"/>
                  </a:cxn>
                  <a:cxn ang="0">
                    <a:pos x="387" y="221"/>
                  </a:cxn>
                  <a:cxn ang="0">
                    <a:pos x="387" y="230"/>
                  </a:cxn>
                  <a:cxn ang="0">
                    <a:pos x="396" y="248"/>
                  </a:cxn>
                  <a:cxn ang="0">
                    <a:pos x="396" y="265"/>
                  </a:cxn>
                  <a:cxn ang="0">
                    <a:pos x="414" y="274"/>
                  </a:cxn>
                  <a:cxn ang="0">
                    <a:pos x="423" y="283"/>
                  </a:cxn>
                  <a:cxn ang="0">
                    <a:pos x="423" y="292"/>
                  </a:cxn>
                  <a:cxn ang="0">
                    <a:pos x="414" y="301"/>
                  </a:cxn>
                  <a:cxn ang="0">
                    <a:pos x="414" y="310"/>
                  </a:cxn>
                  <a:cxn ang="0">
                    <a:pos x="405" y="318"/>
                  </a:cxn>
                  <a:cxn ang="0">
                    <a:pos x="396" y="318"/>
                  </a:cxn>
                  <a:cxn ang="0">
                    <a:pos x="396" y="318"/>
                  </a:cxn>
                  <a:cxn ang="0">
                    <a:pos x="396" y="327"/>
                  </a:cxn>
                  <a:cxn ang="0">
                    <a:pos x="387" y="336"/>
                  </a:cxn>
                  <a:cxn ang="0">
                    <a:pos x="387" y="345"/>
                  </a:cxn>
                  <a:cxn ang="0">
                    <a:pos x="352" y="363"/>
                  </a:cxn>
                  <a:cxn ang="0">
                    <a:pos x="352" y="354"/>
                  </a:cxn>
                  <a:cxn ang="0">
                    <a:pos x="361" y="345"/>
                  </a:cxn>
                  <a:cxn ang="0">
                    <a:pos x="361" y="336"/>
                  </a:cxn>
                  <a:cxn ang="0">
                    <a:pos x="361" y="318"/>
                  </a:cxn>
                  <a:cxn ang="0">
                    <a:pos x="238" y="327"/>
                  </a:cxn>
                  <a:cxn ang="0">
                    <a:pos x="79" y="336"/>
                  </a:cxn>
                  <a:cxn ang="0">
                    <a:pos x="71" y="124"/>
                  </a:cxn>
                  <a:cxn ang="0">
                    <a:pos x="62" y="115"/>
                  </a:cxn>
                  <a:cxn ang="0">
                    <a:pos x="53" y="106"/>
                  </a:cxn>
                  <a:cxn ang="0">
                    <a:pos x="44" y="97"/>
                  </a:cxn>
                  <a:cxn ang="0">
                    <a:pos x="53" y="80"/>
                  </a:cxn>
                  <a:cxn ang="0">
                    <a:pos x="53" y="80"/>
                  </a:cxn>
                  <a:cxn ang="0">
                    <a:pos x="53" y="71"/>
                  </a:cxn>
                  <a:cxn ang="0">
                    <a:pos x="44" y="62"/>
                  </a:cxn>
                  <a:cxn ang="0">
                    <a:pos x="27" y="53"/>
                  </a:cxn>
                  <a:cxn ang="0">
                    <a:pos x="27" y="44"/>
                  </a:cxn>
                  <a:cxn ang="0">
                    <a:pos x="18" y="35"/>
                  </a:cxn>
                  <a:cxn ang="0">
                    <a:pos x="9" y="27"/>
                  </a:cxn>
                  <a:cxn ang="0">
                    <a:pos x="0" y="9"/>
                  </a:cxn>
                </a:cxnLst>
                <a:rect l="0" t="0" r="r" b="b"/>
                <a:pathLst>
                  <a:path w="423" h="363">
                    <a:moveTo>
                      <a:pt x="0" y="9"/>
                    </a:moveTo>
                    <a:lnTo>
                      <a:pt x="71" y="9"/>
                    </a:lnTo>
                    <a:lnTo>
                      <a:pt x="106" y="9"/>
                    </a:lnTo>
                    <a:lnTo>
                      <a:pt x="203" y="0"/>
                    </a:lnTo>
                    <a:lnTo>
                      <a:pt x="238" y="0"/>
                    </a:lnTo>
                    <a:lnTo>
                      <a:pt x="247" y="0"/>
                    </a:lnTo>
                    <a:lnTo>
                      <a:pt x="255" y="9"/>
                    </a:lnTo>
                    <a:lnTo>
                      <a:pt x="255" y="18"/>
                    </a:lnTo>
                    <a:lnTo>
                      <a:pt x="255" y="18"/>
                    </a:lnTo>
                    <a:lnTo>
                      <a:pt x="255" y="18"/>
                    </a:lnTo>
                    <a:lnTo>
                      <a:pt x="255" y="27"/>
                    </a:lnTo>
                    <a:lnTo>
                      <a:pt x="255" y="35"/>
                    </a:lnTo>
                    <a:lnTo>
                      <a:pt x="255" y="44"/>
                    </a:lnTo>
                    <a:lnTo>
                      <a:pt x="264" y="44"/>
                    </a:lnTo>
                    <a:lnTo>
                      <a:pt x="264" y="62"/>
                    </a:lnTo>
                    <a:lnTo>
                      <a:pt x="264" y="62"/>
                    </a:lnTo>
                    <a:lnTo>
                      <a:pt x="264" y="71"/>
                    </a:lnTo>
                    <a:lnTo>
                      <a:pt x="273" y="71"/>
                    </a:lnTo>
                    <a:lnTo>
                      <a:pt x="282" y="80"/>
                    </a:lnTo>
                    <a:lnTo>
                      <a:pt x="282" y="80"/>
                    </a:lnTo>
                    <a:lnTo>
                      <a:pt x="282" y="88"/>
                    </a:lnTo>
                    <a:lnTo>
                      <a:pt x="299" y="97"/>
                    </a:lnTo>
                    <a:lnTo>
                      <a:pt x="299" y="97"/>
                    </a:lnTo>
                    <a:lnTo>
                      <a:pt x="308" y="106"/>
                    </a:lnTo>
                    <a:lnTo>
                      <a:pt x="308" y="124"/>
                    </a:lnTo>
                    <a:lnTo>
                      <a:pt x="317" y="133"/>
                    </a:lnTo>
                    <a:lnTo>
                      <a:pt x="317" y="133"/>
                    </a:lnTo>
                    <a:lnTo>
                      <a:pt x="326" y="124"/>
                    </a:lnTo>
                    <a:lnTo>
                      <a:pt x="326" y="124"/>
                    </a:lnTo>
                    <a:lnTo>
                      <a:pt x="335" y="124"/>
                    </a:lnTo>
                    <a:lnTo>
                      <a:pt x="335" y="124"/>
                    </a:lnTo>
                    <a:lnTo>
                      <a:pt x="343" y="133"/>
                    </a:lnTo>
                    <a:lnTo>
                      <a:pt x="343" y="133"/>
                    </a:lnTo>
                    <a:lnTo>
                      <a:pt x="343" y="142"/>
                    </a:lnTo>
                    <a:lnTo>
                      <a:pt x="343" y="150"/>
                    </a:lnTo>
                    <a:lnTo>
                      <a:pt x="343" y="159"/>
                    </a:lnTo>
                    <a:lnTo>
                      <a:pt x="335" y="168"/>
                    </a:lnTo>
                    <a:lnTo>
                      <a:pt x="335" y="168"/>
                    </a:lnTo>
                    <a:lnTo>
                      <a:pt x="335" y="177"/>
                    </a:lnTo>
                    <a:lnTo>
                      <a:pt x="335" y="186"/>
                    </a:lnTo>
                    <a:lnTo>
                      <a:pt x="343" y="195"/>
                    </a:lnTo>
                    <a:lnTo>
                      <a:pt x="361" y="203"/>
                    </a:lnTo>
                    <a:lnTo>
                      <a:pt x="361" y="203"/>
                    </a:lnTo>
                    <a:lnTo>
                      <a:pt x="361" y="212"/>
                    </a:lnTo>
                    <a:lnTo>
                      <a:pt x="370" y="203"/>
                    </a:lnTo>
                    <a:lnTo>
                      <a:pt x="379" y="212"/>
                    </a:lnTo>
                    <a:lnTo>
                      <a:pt x="379" y="221"/>
                    </a:lnTo>
                    <a:lnTo>
                      <a:pt x="387" y="221"/>
                    </a:lnTo>
                    <a:lnTo>
                      <a:pt x="387" y="221"/>
                    </a:lnTo>
                    <a:lnTo>
                      <a:pt x="387" y="230"/>
                    </a:lnTo>
                    <a:lnTo>
                      <a:pt x="396" y="248"/>
                    </a:lnTo>
                    <a:lnTo>
                      <a:pt x="396" y="248"/>
                    </a:lnTo>
                    <a:lnTo>
                      <a:pt x="396" y="256"/>
                    </a:lnTo>
                    <a:lnTo>
                      <a:pt x="396" y="265"/>
                    </a:lnTo>
                    <a:lnTo>
                      <a:pt x="405" y="274"/>
                    </a:lnTo>
                    <a:lnTo>
                      <a:pt x="414" y="274"/>
                    </a:lnTo>
                    <a:lnTo>
                      <a:pt x="423" y="274"/>
                    </a:lnTo>
                    <a:lnTo>
                      <a:pt x="423" y="283"/>
                    </a:lnTo>
                    <a:lnTo>
                      <a:pt x="423" y="283"/>
                    </a:lnTo>
                    <a:lnTo>
                      <a:pt x="423" y="292"/>
                    </a:lnTo>
                    <a:lnTo>
                      <a:pt x="414" y="301"/>
                    </a:lnTo>
                    <a:lnTo>
                      <a:pt x="414" y="301"/>
                    </a:lnTo>
                    <a:lnTo>
                      <a:pt x="414" y="310"/>
                    </a:lnTo>
                    <a:lnTo>
                      <a:pt x="414" y="310"/>
                    </a:lnTo>
                    <a:lnTo>
                      <a:pt x="405" y="310"/>
                    </a:lnTo>
                    <a:lnTo>
                      <a:pt x="405" y="318"/>
                    </a:lnTo>
                    <a:lnTo>
                      <a:pt x="396" y="318"/>
                    </a:lnTo>
                    <a:lnTo>
                      <a:pt x="396" y="318"/>
                    </a:lnTo>
                    <a:lnTo>
                      <a:pt x="396" y="318"/>
                    </a:lnTo>
                    <a:lnTo>
                      <a:pt x="396" y="318"/>
                    </a:lnTo>
                    <a:lnTo>
                      <a:pt x="396" y="327"/>
                    </a:lnTo>
                    <a:lnTo>
                      <a:pt x="396" y="327"/>
                    </a:lnTo>
                    <a:lnTo>
                      <a:pt x="396" y="336"/>
                    </a:lnTo>
                    <a:lnTo>
                      <a:pt x="387" y="336"/>
                    </a:lnTo>
                    <a:lnTo>
                      <a:pt x="396" y="345"/>
                    </a:lnTo>
                    <a:lnTo>
                      <a:pt x="387" y="345"/>
                    </a:lnTo>
                    <a:lnTo>
                      <a:pt x="387" y="354"/>
                    </a:lnTo>
                    <a:lnTo>
                      <a:pt x="352" y="363"/>
                    </a:lnTo>
                    <a:lnTo>
                      <a:pt x="352" y="354"/>
                    </a:lnTo>
                    <a:lnTo>
                      <a:pt x="352" y="354"/>
                    </a:lnTo>
                    <a:lnTo>
                      <a:pt x="352" y="345"/>
                    </a:lnTo>
                    <a:lnTo>
                      <a:pt x="361" y="345"/>
                    </a:lnTo>
                    <a:lnTo>
                      <a:pt x="361" y="336"/>
                    </a:lnTo>
                    <a:lnTo>
                      <a:pt x="361" y="336"/>
                    </a:lnTo>
                    <a:lnTo>
                      <a:pt x="361" y="327"/>
                    </a:lnTo>
                    <a:lnTo>
                      <a:pt x="361" y="318"/>
                    </a:lnTo>
                    <a:lnTo>
                      <a:pt x="352" y="318"/>
                    </a:lnTo>
                    <a:lnTo>
                      <a:pt x="238" y="327"/>
                    </a:lnTo>
                    <a:lnTo>
                      <a:pt x="141" y="327"/>
                    </a:lnTo>
                    <a:lnTo>
                      <a:pt x="79" y="336"/>
                    </a:lnTo>
                    <a:lnTo>
                      <a:pt x="79" y="292"/>
                    </a:lnTo>
                    <a:lnTo>
                      <a:pt x="71" y="124"/>
                    </a:lnTo>
                    <a:lnTo>
                      <a:pt x="71" y="124"/>
                    </a:lnTo>
                    <a:lnTo>
                      <a:pt x="62" y="115"/>
                    </a:lnTo>
                    <a:lnTo>
                      <a:pt x="53" y="106"/>
                    </a:lnTo>
                    <a:lnTo>
                      <a:pt x="53" y="106"/>
                    </a:lnTo>
                    <a:lnTo>
                      <a:pt x="53" y="97"/>
                    </a:lnTo>
                    <a:lnTo>
                      <a:pt x="44" y="97"/>
                    </a:lnTo>
                    <a:lnTo>
                      <a:pt x="44" y="88"/>
                    </a:lnTo>
                    <a:lnTo>
                      <a:pt x="53" y="80"/>
                    </a:lnTo>
                    <a:lnTo>
                      <a:pt x="53" y="71"/>
                    </a:lnTo>
                    <a:lnTo>
                      <a:pt x="53" y="80"/>
                    </a:lnTo>
                    <a:lnTo>
                      <a:pt x="53" y="71"/>
                    </a:lnTo>
                    <a:lnTo>
                      <a:pt x="53" y="71"/>
                    </a:lnTo>
                    <a:lnTo>
                      <a:pt x="53" y="62"/>
                    </a:lnTo>
                    <a:lnTo>
                      <a:pt x="44" y="62"/>
                    </a:lnTo>
                    <a:lnTo>
                      <a:pt x="44" y="62"/>
                    </a:lnTo>
                    <a:lnTo>
                      <a:pt x="27" y="53"/>
                    </a:lnTo>
                    <a:lnTo>
                      <a:pt x="27" y="53"/>
                    </a:lnTo>
                    <a:lnTo>
                      <a:pt x="27" y="44"/>
                    </a:lnTo>
                    <a:lnTo>
                      <a:pt x="18" y="44"/>
                    </a:lnTo>
                    <a:lnTo>
                      <a:pt x="18" y="35"/>
                    </a:lnTo>
                    <a:lnTo>
                      <a:pt x="18" y="35"/>
                    </a:lnTo>
                    <a:lnTo>
                      <a:pt x="9" y="27"/>
                    </a:lnTo>
                    <a:lnTo>
                      <a:pt x="9" y="18"/>
                    </a:lnTo>
                    <a:lnTo>
                      <a:pt x="0" y="9"/>
                    </a:lnTo>
                    <a:lnTo>
                      <a:pt x="0"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95"/>
              <p:cNvSpPr>
                <a:spLocks/>
              </p:cNvSpPr>
              <p:nvPr/>
            </p:nvSpPr>
            <p:spPr bwMode="auto">
              <a:xfrm>
                <a:off x="3456730" y="3243266"/>
                <a:ext cx="295159" cy="523236"/>
              </a:xfrm>
              <a:custGeom>
                <a:avLst/>
                <a:gdLst/>
                <a:ahLst/>
                <a:cxnLst>
                  <a:cxn ang="0">
                    <a:pos x="17" y="168"/>
                  </a:cxn>
                  <a:cxn ang="0">
                    <a:pos x="26" y="160"/>
                  </a:cxn>
                  <a:cxn ang="0">
                    <a:pos x="17" y="142"/>
                  </a:cxn>
                  <a:cxn ang="0">
                    <a:pos x="17" y="142"/>
                  </a:cxn>
                  <a:cxn ang="0">
                    <a:pos x="17" y="133"/>
                  </a:cxn>
                  <a:cxn ang="0">
                    <a:pos x="17" y="124"/>
                  </a:cxn>
                  <a:cxn ang="0">
                    <a:pos x="26" y="115"/>
                  </a:cxn>
                  <a:cxn ang="0">
                    <a:pos x="26" y="115"/>
                  </a:cxn>
                  <a:cxn ang="0">
                    <a:pos x="26" y="98"/>
                  </a:cxn>
                  <a:cxn ang="0">
                    <a:pos x="35" y="89"/>
                  </a:cxn>
                  <a:cxn ang="0">
                    <a:pos x="26" y="80"/>
                  </a:cxn>
                  <a:cxn ang="0">
                    <a:pos x="44" y="71"/>
                  </a:cxn>
                  <a:cxn ang="0">
                    <a:pos x="44" y="62"/>
                  </a:cxn>
                  <a:cxn ang="0">
                    <a:pos x="52" y="54"/>
                  </a:cxn>
                  <a:cxn ang="0">
                    <a:pos x="52" y="45"/>
                  </a:cxn>
                  <a:cxn ang="0">
                    <a:pos x="52" y="36"/>
                  </a:cxn>
                  <a:cxn ang="0">
                    <a:pos x="52" y="27"/>
                  </a:cxn>
                  <a:cxn ang="0">
                    <a:pos x="70" y="18"/>
                  </a:cxn>
                  <a:cxn ang="0">
                    <a:pos x="149" y="9"/>
                  </a:cxn>
                  <a:cxn ang="0">
                    <a:pos x="202" y="9"/>
                  </a:cxn>
                  <a:cxn ang="0">
                    <a:pos x="220" y="372"/>
                  </a:cxn>
                  <a:cxn ang="0">
                    <a:pos x="202" y="372"/>
                  </a:cxn>
                  <a:cxn ang="0">
                    <a:pos x="193" y="372"/>
                  </a:cxn>
                  <a:cxn ang="0">
                    <a:pos x="193" y="372"/>
                  </a:cxn>
                  <a:cxn ang="0">
                    <a:pos x="167" y="381"/>
                  </a:cxn>
                  <a:cxn ang="0">
                    <a:pos x="158" y="381"/>
                  </a:cxn>
                  <a:cxn ang="0">
                    <a:pos x="149" y="390"/>
                  </a:cxn>
                  <a:cxn ang="0">
                    <a:pos x="140" y="390"/>
                  </a:cxn>
                  <a:cxn ang="0">
                    <a:pos x="140" y="381"/>
                  </a:cxn>
                  <a:cxn ang="0">
                    <a:pos x="123" y="363"/>
                  </a:cxn>
                  <a:cxn ang="0">
                    <a:pos x="123" y="345"/>
                  </a:cxn>
                  <a:cxn ang="0">
                    <a:pos x="123" y="328"/>
                  </a:cxn>
                  <a:cxn ang="0">
                    <a:pos x="0" y="336"/>
                  </a:cxn>
                  <a:cxn ang="0">
                    <a:pos x="0" y="319"/>
                  </a:cxn>
                  <a:cxn ang="0">
                    <a:pos x="0" y="310"/>
                  </a:cxn>
                  <a:cxn ang="0">
                    <a:pos x="8" y="292"/>
                  </a:cxn>
                  <a:cxn ang="0">
                    <a:pos x="8" y="283"/>
                  </a:cxn>
                  <a:cxn ang="0">
                    <a:pos x="8" y="275"/>
                  </a:cxn>
                  <a:cxn ang="0">
                    <a:pos x="35" y="257"/>
                  </a:cxn>
                  <a:cxn ang="0">
                    <a:pos x="26" y="248"/>
                  </a:cxn>
                  <a:cxn ang="0">
                    <a:pos x="26" y="248"/>
                  </a:cxn>
                  <a:cxn ang="0">
                    <a:pos x="35" y="239"/>
                  </a:cxn>
                  <a:cxn ang="0">
                    <a:pos x="44" y="230"/>
                  </a:cxn>
                  <a:cxn ang="0">
                    <a:pos x="35" y="222"/>
                  </a:cxn>
                  <a:cxn ang="0">
                    <a:pos x="26" y="213"/>
                  </a:cxn>
                  <a:cxn ang="0">
                    <a:pos x="35" y="204"/>
                  </a:cxn>
                  <a:cxn ang="0">
                    <a:pos x="26" y="195"/>
                  </a:cxn>
                  <a:cxn ang="0">
                    <a:pos x="26" y="186"/>
                  </a:cxn>
                  <a:cxn ang="0">
                    <a:pos x="17" y="186"/>
                  </a:cxn>
                </a:cxnLst>
                <a:rect l="0" t="0" r="r" b="b"/>
                <a:pathLst>
                  <a:path w="220" h="390">
                    <a:moveTo>
                      <a:pt x="17" y="177"/>
                    </a:moveTo>
                    <a:lnTo>
                      <a:pt x="17" y="168"/>
                    </a:lnTo>
                    <a:lnTo>
                      <a:pt x="17" y="168"/>
                    </a:lnTo>
                    <a:lnTo>
                      <a:pt x="26" y="168"/>
                    </a:lnTo>
                    <a:lnTo>
                      <a:pt x="26" y="168"/>
                    </a:lnTo>
                    <a:lnTo>
                      <a:pt x="26" y="160"/>
                    </a:lnTo>
                    <a:lnTo>
                      <a:pt x="17" y="160"/>
                    </a:lnTo>
                    <a:lnTo>
                      <a:pt x="17" y="151"/>
                    </a:lnTo>
                    <a:lnTo>
                      <a:pt x="17" y="142"/>
                    </a:lnTo>
                    <a:lnTo>
                      <a:pt x="17" y="142"/>
                    </a:lnTo>
                    <a:lnTo>
                      <a:pt x="17" y="142"/>
                    </a:lnTo>
                    <a:lnTo>
                      <a:pt x="17" y="142"/>
                    </a:lnTo>
                    <a:lnTo>
                      <a:pt x="17" y="133"/>
                    </a:lnTo>
                    <a:lnTo>
                      <a:pt x="8" y="142"/>
                    </a:lnTo>
                    <a:lnTo>
                      <a:pt x="17" y="133"/>
                    </a:lnTo>
                    <a:lnTo>
                      <a:pt x="8" y="133"/>
                    </a:lnTo>
                    <a:lnTo>
                      <a:pt x="17" y="124"/>
                    </a:lnTo>
                    <a:lnTo>
                      <a:pt x="17" y="124"/>
                    </a:lnTo>
                    <a:lnTo>
                      <a:pt x="17" y="124"/>
                    </a:lnTo>
                    <a:lnTo>
                      <a:pt x="17" y="124"/>
                    </a:lnTo>
                    <a:lnTo>
                      <a:pt x="26" y="115"/>
                    </a:lnTo>
                    <a:lnTo>
                      <a:pt x="17" y="115"/>
                    </a:lnTo>
                    <a:lnTo>
                      <a:pt x="17" y="115"/>
                    </a:lnTo>
                    <a:lnTo>
                      <a:pt x="26" y="115"/>
                    </a:lnTo>
                    <a:lnTo>
                      <a:pt x="26" y="115"/>
                    </a:lnTo>
                    <a:lnTo>
                      <a:pt x="26" y="107"/>
                    </a:lnTo>
                    <a:lnTo>
                      <a:pt x="26" y="98"/>
                    </a:lnTo>
                    <a:lnTo>
                      <a:pt x="17" y="98"/>
                    </a:lnTo>
                    <a:lnTo>
                      <a:pt x="35" y="98"/>
                    </a:lnTo>
                    <a:lnTo>
                      <a:pt x="35" y="89"/>
                    </a:lnTo>
                    <a:lnTo>
                      <a:pt x="35" y="80"/>
                    </a:lnTo>
                    <a:lnTo>
                      <a:pt x="35" y="80"/>
                    </a:lnTo>
                    <a:lnTo>
                      <a:pt x="26" y="80"/>
                    </a:lnTo>
                    <a:lnTo>
                      <a:pt x="35" y="80"/>
                    </a:lnTo>
                    <a:lnTo>
                      <a:pt x="35" y="80"/>
                    </a:lnTo>
                    <a:lnTo>
                      <a:pt x="44" y="71"/>
                    </a:lnTo>
                    <a:lnTo>
                      <a:pt x="44" y="71"/>
                    </a:lnTo>
                    <a:lnTo>
                      <a:pt x="44" y="71"/>
                    </a:lnTo>
                    <a:lnTo>
                      <a:pt x="44" y="62"/>
                    </a:lnTo>
                    <a:lnTo>
                      <a:pt x="52" y="62"/>
                    </a:lnTo>
                    <a:lnTo>
                      <a:pt x="52" y="54"/>
                    </a:lnTo>
                    <a:lnTo>
                      <a:pt x="52" y="54"/>
                    </a:lnTo>
                    <a:lnTo>
                      <a:pt x="52" y="45"/>
                    </a:lnTo>
                    <a:lnTo>
                      <a:pt x="52" y="36"/>
                    </a:lnTo>
                    <a:lnTo>
                      <a:pt x="52" y="45"/>
                    </a:lnTo>
                    <a:lnTo>
                      <a:pt x="52" y="45"/>
                    </a:lnTo>
                    <a:lnTo>
                      <a:pt x="52" y="36"/>
                    </a:lnTo>
                    <a:lnTo>
                      <a:pt x="52" y="36"/>
                    </a:lnTo>
                    <a:lnTo>
                      <a:pt x="52" y="36"/>
                    </a:lnTo>
                    <a:lnTo>
                      <a:pt x="52" y="36"/>
                    </a:lnTo>
                    <a:lnTo>
                      <a:pt x="52" y="27"/>
                    </a:lnTo>
                    <a:lnTo>
                      <a:pt x="61" y="27"/>
                    </a:lnTo>
                    <a:lnTo>
                      <a:pt x="61" y="27"/>
                    </a:lnTo>
                    <a:lnTo>
                      <a:pt x="70" y="18"/>
                    </a:lnTo>
                    <a:lnTo>
                      <a:pt x="70" y="18"/>
                    </a:lnTo>
                    <a:lnTo>
                      <a:pt x="61" y="18"/>
                    </a:lnTo>
                    <a:lnTo>
                      <a:pt x="149" y="9"/>
                    </a:lnTo>
                    <a:lnTo>
                      <a:pt x="202" y="0"/>
                    </a:lnTo>
                    <a:lnTo>
                      <a:pt x="202" y="0"/>
                    </a:lnTo>
                    <a:lnTo>
                      <a:pt x="202" y="9"/>
                    </a:lnTo>
                    <a:lnTo>
                      <a:pt x="211" y="9"/>
                    </a:lnTo>
                    <a:lnTo>
                      <a:pt x="202" y="248"/>
                    </a:lnTo>
                    <a:lnTo>
                      <a:pt x="220" y="372"/>
                    </a:lnTo>
                    <a:lnTo>
                      <a:pt x="220" y="372"/>
                    </a:lnTo>
                    <a:lnTo>
                      <a:pt x="220" y="372"/>
                    </a:lnTo>
                    <a:lnTo>
                      <a:pt x="202" y="372"/>
                    </a:lnTo>
                    <a:lnTo>
                      <a:pt x="202" y="372"/>
                    </a:lnTo>
                    <a:lnTo>
                      <a:pt x="202" y="372"/>
                    </a:lnTo>
                    <a:lnTo>
                      <a:pt x="193" y="372"/>
                    </a:lnTo>
                    <a:lnTo>
                      <a:pt x="193" y="372"/>
                    </a:lnTo>
                    <a:lnTo>
                      <a:pt x="184" y="372"/>
                    </a:lnTo>
                    <a:lnTo>
                      <a:pt x="193" y="372"/>
                    </a:lnTo>
                    <a:lnTo>
                      <a:pt x="184" y="372"/>
                    </a:lnTo>
                    <a:lnTo>
                      <a:pt x="176" y="372"/>
                    </a:lnTo>
                    <a:lnTo>
                      <a:pt x="167" y="381"/>
                    </a:lnTo>
                    <a:lnTo>
                      <a:pt x="158" y="381"/>
                    </a:lnTo>
                    <a:lnTo>
                      <a:pt x="158" y="381"/>
                    </a:lnTo>
                    <a:lnTo>
                      <a:pt x="158" y="381"/>
                    </a:lnTo>
                    <a:lnTo>
                      <a:pt x="158" y="381"/>
                    </a:lnTo>
                    <a:lnTo>
                      <a:pt x="158" y="381"/>
                    </a:lnTo>
                    <a:lnTo>
                      <a:pt x="149" y="390"/>
                    </a:lnTo>
                    <a:lnTo>
                      <a:pt x="149" y="390"/>
                    </a:lnTo>
                    <a:lnTo>
                      <a:pt x="149" y="390"/>
                    </a:lnTo>
                    <a:lnTo>
                      <a:pt x="140" y="390"/>
                    </a:lnTo>
                    <a:lnTo>
                      <a:pt x="140" y="390"/>
                    </a:lnTo>
                    <a:lnTo>
                      <a:pt x="140" y="381"/>
                    </a:lnTo>
                    <a:lnTo>
                      <a:pt x="140" y="381"/>
                    </a:lnTo>
                    <a:lnTo>
                      <a:pt x="132" y="381"/>
                    </a:lnTo>
                    <a:lnTo>
                      <a:pt x="132" y="372"/>
                    </a:lnTo>
                    <a:lnTo>
                      <a:pt x="123" y="363"/>
                    </a:lnTo>
                    <a:lnTo>
                      <a:pt x="123" y="363"/>
                    </a:lnTo>
                    <a:lnTo>
                      <a:pt x="123" y="354"/>
                    </a:lnTo>
                    <a:lnTo>
                      <a:pt x="123" y="345"/>
                    </a:lnTo>
                    <a:lnTo>
                      <a:pt x="123" y="336"/>
                    </a:lnTo>
                    <a:lnTo>
                      <a:pt x="123" y="328"/>
                    </a:lnTo>
                    <a:lnTo>
                      <a:pt x="123" y="328"/>
                    </a:lnTo>
                    <a:lnTo>
                      <a:pt x="61" y="336"/>
                    </a:lnTo>
                    <a:lnTo>
                      <a:pt x="0" y="336"/>
                    </a:lnTo>
                    <a:lnTo>
                      <a:pt x="0" y="336"/>
                    </a:lnTo>
                    <a:lnTo>
                      <a:pt x="0" y="328"/>
                    </a:lnTo>
                    <a:lnTo>
                      <a:pt x="0" y="319"/>
                    </a:lnTo>
                    <a:lnTo>
                      <a:pt x="0" y="319"/>
                    </a:lnTo>
                    <a:lnTo>
                      <a:pt x="0" y="319"/>
                    </a:lnTo>
                    <a:lnTo>
                      <a:pt x="8" y="310"/>
                    </a:lnTo>
                    <a:lnTo>
                      <a:pt x="0" y="310"/>
                    </a:lnTo>
                    <a:lnTo>
                      <a:pt x="8" y="310"/>
                    </a:lnTo>
                    <a:lnTo>
                      <a:pt x="0" y="292"/>
                    </a:lnTo>
                    <a:lnTo>
                      <a:pt x="8" y="292"/>
                    </a:lnTo>
                    <a:lnTo>
                      <a:pt x="8" y="292"/>
                    </a:lnTo>
                    <a:lnTo>
                      <a:pt x="8" y="292"/>
                    </a:lnTo>
                    <a:lnTo>
                      <a:pt x="8" y="283"/>
                    </a:lnTo>
                    <a:lnTo>
                      <a:pt x="8" y="283"/>
                    </a:lnTo>
                    <a:lnTo>
                      <a:pt x="17" y="275"/>
                    </a:lnTo>
                    <a:lnTo>
                      <a:pt x="8" y="275"/>
                    </a:lnTo>
                    <a:lnTo>
                      <a:pt x="17" y="266"/>
                    </a:lnTo>
                    <a:lnTo>
                      <a:pt x="17" y="266"/>
                    </a:lnTo>
                    <a:lnTo>
                      <a:pt x="35" y="257"/>
                    </a:lnTo>
                    <a:lnTo>
                      <a:pt x="26" y="257"/>
                    </a:lnTo>
                    <a:lnTo>
                      <a:pt x="26" y="248"/>
                    </a:lnTo>
                    <a:lnTo>
                      <a:pt x="26" y="248"/>
                    </a:lnTo>
                    <a:lnTo>
                      <a:pt x="35" y="248"/>
                    </a:lnTo>
                    <a:lnTo>
                      <a:pt x="35" y="239"/>
                    </a:lnTo>
                    <a:lnTo>
                      <a:pt x="26" y="248"/>
                    </a:lnTo>
                    <a:lnTo>
                      <a:pt x="26" y="239"/>
                    </a:lnTo>
                    <a:lnTo>
                      <a:pt x="26" y="239"/>
                    </a:lnTo>
                    <a:lnTo>
                      <a:pt x="35" y="239"/>
                    </a:lnTo>
                    <a:lnTo>
                      <a:pt x="35" y="230"/>
                    </a:lnTo>
                    <a:lnTo>
                      <a:pt x="44" y="230"/>
                    </a:lnTo>
                    <a:lnTo>
                      <a:pt x="44" y="230"/>
                    </a:lnTo>
                    <a:lnTo>
                      <a:pt x="44" y="230"/>
                    </a:lnTo>
                    <a:lnTo>
                      <a:pt x="35" y="230"/>
                    </a:lnTo>
                    <a:lnTo>
                      <a:pt x="35" y="222"/>
                    </a:lnTo>
                    <a:lnTo>
                      <a:pt x="26" y="222"/>
                    </a:lnTo>
                    <a:lnTo>
                      <a:pt x="26" y="213"/>
                    </a:lnTo>
                    <a:lnTo>
                      <a:pt x="26" y="213"/>
                    </a:lnTo>
                    <a:lnTo>
                      <a:pt x="35" y="222"/>
                    </a:lnTo>
                    <a:lnTo>
                      <a:pt x="26" y="213"/>
                    </a:lnTo>
                    <a:lnTo>
                      <a:pt x="35" y="204"/>
                    </a:lnTo>
                    <a:lnTo>
                      <a:pt x="26" y="213"/>
                    </a:lnTo>
                    <a:lnTo>
                      <a:pt x="26" y="204"/>
                    </a:lnTo>
                    <a:lnTo>
                      <a:pt x="26" y="195"/>
                    </a:lnTo>
                    <a:lnTo>
                      <a:pt x="26" y="195"/>
                    </a:lnTo>
                    <a:lnTo>
                      <a:pt x="17" y="195"/>
                    </a:lnTo>
                    <a:lnTo>
                      <a:pt x="26" y="186"/>
                    </a:lnTo>
                    <a:lnTo>
                      <a:pt x="26" y="177"/>
                    </a:lnTo>
                    <a:lnTo>
                      <a:pt x="17" y="177"/>
                    </a:lnTo>
                    <a:lnTo>
                      <a:pt x="17" y="186"/>
                    </a:lnTo>
                    <a:lnTo>
                      <a:pt x="17" y="177"/>
                    </a:lnTo>
                    <a:lnTo>
                      <a:pt x="17" y="17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96"/>
              <p:cNvSpPr>
                <a:spLocks/>
              </p:cNvSpPr>
              <p:nvPr/>
            </p:nvSpPr>
            <p:spPr bwMode="auto">
              <a:xfrm>
                <a:off x="3456730" y="3243266"/>
                <a:ext cx="295159" cy="523236"/>
              </a:xfrm>
              <a:custGeom>
                <a:avLst/>
                <a:gdLst/>
                <a:ahLst/>
                <a:cxnLst>
                  <a:cxn ang="0">
                    <a:pos x="17" y="168"/>
                  </a:cxn>
                  <a:cxn ang="0">
                    <a:pos x="26" y="160"/>
                  </a:cxn>
                  <a:cxn ang="0">
                    <a:pos x="17" y="142"/>
                  </a:cxn>
                  <a:cxn ang="0">
                    <a:pos x="17" y="142"/>
                  </a:cxn>
                  <a:cxn ang="0">
                    <a:pos x="17" y="133"/>
                  </a:cxn>
                  <a:cxn ang="0">
                    <a:pos x="17" y="124"/>
                  </a:cxn>
                  <a:cxn ang="0">
                    <a:pos x="26" y="115"/>
                  </a:cxn>
                  <a:cxn ang="0">
                    <a:pos x="26" y="115"/>
                  </a:cxn>
                  <a:cxn ang="0">
                    <a:pos x="26" y="98"/>
                  </a:cxn>
                  <a:cxn ang="0">
                    <a:pos x="35" y="89"/>
                  </a:cxn>
                  <a:cxn ang="0">
                    <a:pos x="26" y="80"/>
                  </a:cxn>
                  <a:cxn ang="0">
                    <a:pos x="44" y="71"/>
                  </a:cxn>
                  <a:cxn ang="0">
                    <a:pos x="44" y="62"/>
                  </a:cxn>
                  <a:cxn ang="0">
                    <a:pos x="52" y="54"/>
                  </a:cxn>
                  <a:cxn ang="0">
                    <a:pos x="52" y="45"/>
                  </a:cxn>
                  <a:cxn ang="0">
                    <a:pos x="52" y="36"/>
                  </a:cxn>
                  <a:cxn ang="0">
                    <a:pos x="52" y="27"/>
                  </a:cxn>
                  <a:cxn ang="0">
                    <a:pos x="70" y="18"/>
                  </a:cxn>
                  <a:cxn ang="0">
                    <a:pos x="149" y="9"/>
                  </a:cxn>
                  <a:cxn ang="0">
                    <a:pos x="202" y="9"/>
                  </a:cxn>
                  <a:cxn ang="0">
                    <a:pos x="220" y="372"/>
                  </a:cxn>
                  <a:cxn ang="0">
                    <a:pos x="202" y="372"/>
                  </a:cxn>
                  <a:cxn ang="0">
                    <a:pos x="193" y="372"/>
                  </a:cxn>
                  <a:cxn ang="0">
                    <a:pos x="193" y="372"/>
                  </a:cxn>
                  <a:cxn ang="0">
                    <a:pos x="167" y="381"/>
                  </a:cxn>
                  <a:cxn ang="0">
                    <a:pos x="158" y="381"/>
                  </a:cxn>
                  <a:cxn ang="0">
                    <a:pos x="149" y="390"/>
                  </a:cxn>
                  <a:cxn ang="0">
                    <a:pos x="140" y="390"/>
                  </a:cxn>
                  <a:cxn ang="0">
                    <a:pos x="140" y="381"/>
                  </a:cxn>
                  <a:cxn ang="0">
                    <a:pos x="123" y="363"/>
                  </a:cxn>
                  <a:cxn ang="0">
                    <a:pos x="123" y="345"/>
                  </a:cxn>
                  <a:cxn ang="0">
                    <a:pos x="123" y="328"/>
                  </a:cxn>
                  <a:cxn ang="0">
                    <a:pos x="0" y="336"/>
                  </a:cxn>
                  <a:cxn ang="0">
                    <a:pos x="0" y="319"/>
                  </a:cxn>
                  <a:cxn ang="0">
                    <a:pos x="0" y="310"/>
                  </a:cxn>
                  <a:cxn ang="0">
                    <a:pos x="8" y="292"/>
                  </a:cxn>
                  <a:cxn ang="0">
                    <a:pos x="8" y="283"/>
                  </a:cxn>
                  <a:cxn ang="0">
                    <a:pos x="8" y="275"/>
                  </a:cxn>
                  <a:cxn ang="0">
                    <a:pos x="35" y="257"/>
                  </a:cxn>
                  <a:cxn ang="0">
                    <a:pos x="26" y="248"/>
                  </a:cxn>
                  <a:cxn ang="0">
                    <a:pos x="26" y="248"/>
                  </a:cxn>
                  <a:cxn ang="0">
                    <a:pos x="35" y="239"/>
                  </a:cxn>
                  <a:cxn ang="0">
                    <a:pos x="44" y="230"/>
                  </a:cxn>
                  <a:cxn ang="0">
                    <a:pos x="35" y="222"/>
                  </a:cxn>
                  <a:cxn ang="0">
                    <a:pos x="26" y="213"/>
                  </a:cxn>
                  <a:cxn ang="0">
                    <a:pos x="35" y="204"/>
                  </a:cxn>
                  <a:cxn ang="0">
                    <a:pos x="26" y="195"/>
                  </a:cxn>
                  <a:cxn ang="0">
                    <a:pos x="26" y="186"/>
                  </a:cxn>
                  <a:cxn ang="0">
                    <a:pos x="17" y="186"/>
                  </a:cxn>
                </a:cxnLst>
                <a:rect l="0" t="0" r="r" b="b"/>
                <a:pathLst>
                  <a:path w="220" h="390">
                    <a:moveTo>
                      <a:pt x="17" y="177"/>
                    </a:moveTo>
                    <a:lnTo>
                      <a:pt x="17" y="168"/>
                    </a:lnTo>
                    <a:lnTo>
                      <a:pt x="17" y="168"/>
                    </a:lnTo>
                    <a:lnTo>
                      <a:pt x="26" y="168"/>
                    </a:lnTo>
                    <a:lnTo>
                      <a:pt x="26" y="168"/>
                    </a:lnTo>
                    <a:lnTo>
                      <a:pt x="26" y="160"/>
                    </a:lnTo>
                    <a:lnTo>
                      <a:pt x="17" y="160"/>
                    </a:lnTo>
                    <a:lnTo>
                      <a:pt x="17" y="151"/>
                    </a:lnTo>
                    <a:lnTo>
                      <a:pt x="17" y="142"/>
                    </a:lnTo>
                    <a:lnTo>
                      <a:pt x="17" y="142"/>
                    </a:lnTo>
                    <a:lnTo>
                      <a:pt x="17" y="142"/>
                    </a:lnTo>
                    <a:lnTo>
                      <a:pt x="17" y="142"/>
                    </a:lnTo>
                    <a:lnTo>
                      <a:pt x="17" y="133"/>
                    </a:lnTo>
                    <a:lnTo>
                      <a:pt x="8" y="142"/>
                    </a:lnTo>
                    <a:lnTo>
                      <a:pt x="17" y="133"/>
                    </a:lnTo>
                    <a:lnTo>
                      <a:pt x="8" y="133"/>
                    </a:lnTo>
                    <a:lnTo>
                      <a:pt x="17" y="124"/>
                    </a:lnTo>
                    <a:lnTo>
                      <a:pt x="17" y="124"/>
                    </a:lnTo>
                    <a:lnTo>
                      <a:pt x="17" y="124"/>
                    </a:lnTo>
                    <a:lnTo>
                      <a:pt x="17" y="124"/>
                    </a:lnTo>
                    <a:lnTo>
                      <a:pt x="26" y="115"/>
                    </a:lnTo>
                    <a:lnTo>
                      <a:pt x="17" y="115"/>
                    </a:lnTo>
                    <a:lnTo>
                      <a:pt x="17" y="115"/>
                    </a:lnTo>
                    <a:lnTo>
                      <a:pt x="26" y="115"/>
                    </a:lnTo>
                    <a:lnTo>
                      <a:pt x="26" y="115"/>
                    </a:lnTo>
                    <a:lnTo>
                      <a:pt x="26" y="107"/>
                    </a:lnTo>
                    <a:lnTo>
                      <a:pt x="26" y="98"/>
                    </a:lnTo>
                    <a:lnTo>
                      <a:pt x="17" y="98"/>
                    </a:lnTo>
                    <a:lnTo>
                      <a:pt x="35" y="98"/>
                    </a:lnTo>
                    <a:lnTo>
                      <a:pt x="35" y="89"/>
                    </a:lnTo>
                    <a:lnTo>
                      <a:pt x="35" y="80"/>
                    </a:lnTo>
                    <a:lnTo>
                      <a:pt x="35" y="80"/>
                    </a:lnTo>
                    <a:lnTo>
                      <a:pt x="26" y="80"/>
                    </a:lnTo>
                    <a:lnTo>
                      <a:pt x="35" y="80"/>
                    </a:lnTo>
                    <a:lnTo>
                      <a:pt x="35" y="80"/>
                    </a:lnTo>
                    <a:lnTo>
                      <a:pt x="44" y="71"/>
                    </a:lnTo>
                    <a:lnTo>
                      <a:pt x="44" y="71"/>
                    </a:lnTo>
                    <a:lnTo>
                      <a:pt x="44" y="71"/>
                    </a:lnTo>
                    <a:lnTo>
                      <a:pt x="44" y="62"/>
                    </a:lnTo>
                    <a:lnTo>
                      <a:pt x="52" y="62"/>
                    </a:lnTo>
                    <a:lnTo>
                      <a:pt x="52" y="54"/>
                    </a:lnTo>
                    <a:lnTo>
                      <a:pt x="52" y="54"/>
                    </a:lnTo>
                    <a:lnTo>
                      <a:pt x="52" y="45"/>
                    </a:lnTo>
                    <a:lnTo>
                      <a:pt x="52" y="36"/>
                    </a:lnTo>
                    <a:lnTo>
                      <a:pt x="52" y="45"/>
                    </a:lnTo>
                    <a:lnTo>
                      <a:pt x="52" y="45"/>
                    </a:lnTo>
                    <a:lnTo>
                      <a:pt x="52" y="36"/>
                    </a:lnTo>
                    <a:lnTo>
                      <a:pt x="52" y="36"/>
                    </a:lnTo>
                    <a:lnTo>
                      <a:pt x="52" y="36"/>
                    </a:lnTo>
                    <a:lnTo>
                      <a:pt x="52" y="36"/>
                    </a:lnTo>
                    <a:lnTo>
                      <a:pt x="52" y="27"/>
                    </a:lnTo>
                    <a:lnTo>
                      <a:pt x="61" y="27"/>
                    </a:lnTo>
                    <a:lnTo>
                      <a:pt x="61" y="27"/>
                    </a:lnTo>
                    <a:lnTo>
                      <a:pt x="70" y="18"/>
                    </a:lnTo>
                    <a:lnTo>
                      <a:pt x="70" y="18"/>
                    </a:lnTo>
                    <a:lnTo>
                      <a:pt x="61" y="18"/>
                    </a:lnTo>
                    <a:lnTo>
                      <a:pt x="149" y="9"/>
                    </a:lnTo>
                    <a:lnTo>
                      <a:pt x="202" y="0"/>
                    </a:lnTo>
                    <a:lnTo>
                      <a:pt x="202" y="0"/>
                    </a:lnTo>
                    <a:lnTo>
                      <a:pt x="202" y="9"/>
                    </a:lnTo>
                    <a:lnTo>
                      <a:pt x="211" y="9"/>
                    </a:lnTo>
                    <a:lnTo>
                      <a:pt x="202" y="248"/>
                    </a:lnTo>
                    <a:lnTo>
                      <a:pt x="220" y="372"/>
                    </a:lnTo>
                    <a:lnTo>
                      <a:pt x="220" y="372"/>
                    </a:lnTo>
                    <a:lnTo>
                      <a:pt x="220" y="372"/>
                    </a:lnTo>
                    <a:lnTo>
                      <a:pt x="202" y="372"/>
                    </a:lnTo>
                    <a:lnTo>
                      <a:pt x="202" y="372"/>
                    </a:lnTo>
                    <a:lnTo>
                      <a:pt x="202" y="372"/>
                    </a:lnTo>
                    <a:lnTo>
                      <a:pt x="193" y="372"/>
                    </a:lnTo>
                    <a:lnTo>
                      <a:pt x="193" y="372"/>
                    </a:lnTo>
                    <a:lnTo>
                      <a:pt x="184" y="372"/>
                    </a:lnTo>
                    <a:lnTo>
                      <a:pt x="193" y="372"/>
                    </a:lnTo>
                    <a:lnTo>
                      <a:pt x="184" y="372"/>
                    </a:lnTo>
                    <a:lnTo>
                      <a:pt x="176" y="372"/>
                    </a:lnTo>
                    <a:lnTo>
                      <a:pt x="167" y="381"/>
                    </a:lnTo>
                    <a:lnTo>
                      <a:pt x="158" y="381"/>
                    </a:lnTo>
                    <a:lnTo>
                      <a:pt x="158" y="381"/>
                    </a:lnTo>
                    <a:lnTo>
                      <a:pt x="158" y="381"/>
                    </a:lnTo>
                    <a:lnTo>
                      <a:pt x="158" y="381"/>
                    </a:lnTo>
                    <a:lnTo>
                      <a:pt x="158" y="381"/>
                    </a:lnTo>
                    <a:lnTo>
                      <a:pt x="149" y="390"/>
                    </a:lnTo>
                    <a:lnTo>
                      <a:pt x="149" y="390"/>
                    </a:lnTo>
                    <a:lnTo>
                      <a:pt x="149" y="390"/>
                    </a:lnTo>
                    <a:lnTo>
                      <a:pt x="140" y="390"/>
                    </a:lnTo>
                    <a:lnTo>
                      <a:pt x="140" y="390"/>
                    </a:lnTo>
                    <a:lnTo>
                      <a:pt x="140" y="381"/>
                    </a:lnTo>
                    <a:lnTo>
                      <a:pt x="140" y="381"/>
                    </a:lnTo>
                    <a:lnTo>
                      <a:pt x="132" y="381"/>
                    </a:lnTo>
                    <a:lnTo>
                      <a:pt x="132" y="372"/>
                    </a:lnTo>
                    <a:lnTo>
                      <a:pt x="123" y="363"/>
                    </a:lnTo>
                    <a:lnTo>
                      <a:pt x="123" y="363"/>
                    </a:lnTo>
                    <a:lnTo>
                      <a:pt x="123" y="354"/>
                    </a:lnTo>
                    <a:lnTo>
                      <a:pt x="123" y="345"/>
                    </a:lnTo>
                    <a:lnTo>
                      <a:pt x="123" y="336"/>
                    </a:lnTo>
                    <a:lnTo>
                      <a:pt x="123" y="328"/>
                    </a:lnTo>
                    <a:lnTo>
                      <a:pt x="123" y="328"/>
                    </a:lnTo>
                    <a:lnTo>
                      <a:pt x="61" y="336"/>
                    </a:lnTo>
                    <a:lnTo>
                      <a:pt x="0" y="336"/>
                    </a:lnTo>
                    <a:lnTo>
                      <a:pt x="0" y="336"/>
                    </a:lnTo>
                    <a:lnTo>
                      <a:pt x="0" y="328"/>
                    </a:lnTo>
                    <a:lnTo>
                      <a:pt x="0" y="319"/>
                    </a:lnTo>
                    <a:lnTo>
                      <a:pt x="0" y="319"/>
                    </a:lnTo>
                    <a:lnTo>
                      <a:pt x="0" y="319"/>
                    </a:lnTo>
                    <a:lnTo>
                      <a:pt x="8" y="310"/>
                    </a:lnTo>
                    <a:lnTo>
                      <a:pt x="0" y="310"/>
                    </a:lnTo>
                    <a:lnTo>
                      <a:pt x="8" y="310"/>
                    </a:lnTo>
                    <a:lnTo>
                      <a:pt x="0" y="292"/>
                    </a:lnTo>
                    <a:lnTo>
                      <a:pt x="8" y="292"/>
                    </a:lnTo>
                    <a:lnTo>
                      <a:pt x="8" y="292"/>
                    </a:lnTo>
                    <a:lnTo>
                      <a:pt x="8" y="292"/>
                    </a:lnTo>
                    <a:lnTo>
                      <a:pt x="8" y="283"/>
                    </a:lnTo>
                    <a:lnTo>
                      <a:pt x="8" y="283"/>
                    </a:lnTo>
                    <a:lnTo>
                      <a:pt x="17" y="275"/>
                    </a:lnTo>
                    <a:lnTo>
                      <a:pt x="8" y="275"/>
                    </a:lnTo>
                    <a:lnTo>
                      <a:pt x="17" y="266"/>
                    </a:lnTo>
                    <a:lnTo>
                      <a:pt x="17" y="266"/>
                    </a:lnTo>
                    <a:lnTo>
                      <a:pt x="35" y="257"/>
                    </a:lnTo>
                    <a:lnTo>
                      <a:pt x="26" y="257"/>
                    </a:lnTo>
                    <a:lnTo>
                      <a:pt x="26" y="248"/>
                    </a:lnTo>
                    <a:lnTo>
                      <a:pt x="26" y="248"/>
                    </a:lnTo>
                    <a:lnTo>
                      <a:pt x="35" y="248"/>
                    </a:lnTo>
                    <a:lnTo>
                      <a:pt x="35" y="239"/>
                    </a:lnTo>
                    <a:lnTo>
                      <a:pt x="26" y="248"/>
                    </a:lnTo>
                    <a:lnTo>
                      <a:pt x="26" y="239"/>
                    </a:lnTo>
                    <a:lnTo>
                      <a:pt x="26" y="239"/>
                    </a:lnTo>
                    <a:lnTo>
                      <a:pt x="35" y="239"/>
                    </a:lnTo>
                    <a:lnTo>
                      <a:pt x="35" y="230"/>
                    </a:lnTo>
                    <a:lnTo>
                      <a:pt x="44" y="230"/>
                    </a:lnTo>
                    <a:lnTo>
                      <a:pt x="44" y="230"/>
                    </a:lnTo>
                    <a:lnTo>
                      <a:pt x="44" y="230"/>
                    </a:lnTo>
                    <a:lnTo>
                      <a:pt x="35" y="230"/>
                    </a:lnTo>
                    <a:lnTo>
                      <a:pt x="35" y="222"/>
                    </a:lnTo>
                    <a:lnTo>
                      <a:pt x="26" y="222"/>
                    </a:lnTo>
                    <a:lnTo>
                      <a:pt x="26" y="213"/>
                    </a:lnTo>
                    <a:lnTo>
                      <a:pt x="26" y="213"/>
                    </a:lnTo>
                    <a:lnTo>
                      <a:pt x="35" y="222"/>
                    </a:lnTo>
                    <a:lnTo>
                      <a:pt x="26" y="213"/>
                    </a:lnTo>
                    <a:lnTo>
                      <a:pt x="35" y="204"/>
                    </a:lnTo>
                    <a:lnTo>
                      <a:pt x="26" y="213"/>
                    </a:lnTo>
                    <a:lnTo>
                      <a:pt x="26" y="204"/>
                    </a:lnTo>
                    <a:lnTo>
                      <a:pt x="26" y="195"/>
                    </a:lnTo>
                    <a:lnTo>
                      <a:pt x="26" y="195"/>
                    </a:lnTo>
                    <a:lnTo>
                      <a:pt x="17" y="195"/>
                    </a:lnTo>
                    <a:lnTo>
                      <a:pt x="26" y="186"/>
                    </a:lnTo>
                    <a:lnTo>
                      <a:pt x="26" y="177"/>
                    </a:lnTo>
                    <a:lnTo>
                      <a:pt x="17" y="177"/>
                    </a:lnTo>
                    <a:lnTo>
                      <a:pt x="17" y="186"/>
                    </a:lnTo>
                    <a:lnTo>
                      <a:pt x="17" y="177"/>
                    </a:lnTo>
                    <a:lnTo>
                      <a:pt x="17" y="17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Rectangle 97"/>
              <p:cNvSpPr>
                <a:spLocks noChangeArrowheads="1"/>
              </p:cNvSpPr>
              <p:nvPr/>
            </p:nvSpPr>
            <p:spPr bwMode="auto">
              <a:xfrm>
                <a:off x="3668708" y="3777236"/>
                <a:ext cx="12075" cy="1342"/>
              </a:xfrm>
              <a:prstGeom prst="rect">
                <a:avLst/>
              </a:prstGeom>
              <a:grpFill/>
              <a:ln w="9525">
                <a:solidFill>
                  <a:schemeClr val="tx1">
                    <a:lumMod val="25000"/>
                    <a:lumOff val="75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Rectangle 98"/>
              <p:cNvSpPr>
                <a:spLocks noChangeArrowheads="1"/>
              </p:cNvSpPr>
              <p:nvPr/>
            </p:nvSpPr>
            <p:spPr bwMode="auto">
              <a:xfrm>
                <a:off x="3668708" y="3777236"/>
                <a:ext cx="12075" cy="1342"/>
              </a:xfrm>
              <a:prstGeom prst="rect">
                <a:avLst/>
              </a:prstGeom>
              <a:grpFill/>
              <a:ln w="9525">
                <a:solidFill>
                  <a:schemeClr val="tx1">
                    <a:lumMod val="25000"/>
                    <a:lumOff val="75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99"/>
              <p:cNvSpPr>
                <a:spLocks/>
              </p:cNvSpPr>
              <p:nvPr/>
            </p:nvSpPr>
            <p:spPr bwMode="auto">
              <a:xfrm>
                <a:off x="3727740" y="3754429"/>
                <a:ext cx="12075" cy="1342"/>
              </a:xfrm>
              <a:custGeom>
                <a:avLst/>
                <a:gdLst/>
                <a:ahLst/>
                <a:cxnLst>
                  <a:cxn ang="0">
                    <a:pos x="0" y="0"/>
                  </a:cxn>
                  <a:cxn ang="0">
                    <a:pos x="9" y="0"/>
                  </a:cxn>
                  <a:cxn ang="0">
                    <a:pos x="0" y="0"/>
                  </a:cxn>
                  <a:cxn ang="0">
                    <a:pos x="0" y="0"/>
                  </a:cxn>
                  <a:cxn ang="0">
                    <a:pos x="0" y="0"/>
                  </a:cxn>
                </a:cxnLst>
                <a:rect l="0" t="0" r="r" b="b"/>
                <a:pathLst>
                  <a:path w="9">
                    <a:moveTo>
                      <a:pt x="0" y="0"/>
                    </a:moveTo>
                    <a:lnTo>
                      <a:pt x="9" y="0"/>
                    </a:lnTo>
                    <a:lnTo>
                      <a:pt x="0" y="0"/>
                    </a:lnTo>
                    <a:lnTo>
                      <a:pt x="0" y="0"/>
                    </a:lnTo>
                    <a:lnTo>
                      <a:pt x="0"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00"/>
              <p:cNvSpPr>
                <a:spLocks/>
              </p:cNvSpPr>
              <p:nvPr/>
            </p:nvSpPr>
            <p:spPr bwMode="auto">
              <a:xfrm>
                <a:off x="3727740" y="3754429"/>
                <a:ext cx="12075" cy="1342"/>
              </a:xfrm>
              <a:custGeom>
                <a:avLst/>
                <a:gdLst/>
                <a:ahLst/>
                <a:cxnLst>
                  <a:cxn ang="0">
                    <a:pos x="0" y="0"/>
                  </a:cxn>
                  <a:cxn ang="0">
                    <a:pos x="9" y="0"/>
                  </a:cxn>
                  <a:cxn ang="0">
                    <a:pos x="0" y="0"/>
                  </a:cxn>
                  <a:cxn ang="0">
                    <a:pos x="0" y="0"/>
                  </a:cxn>
                  <a:cxn ang="0">
                    <a:pos x="0" y="0"/>
                  </a:cxn>
                </a:cxnLst>
                <a:rect l="0" t="0" r="r" b="b"/>
                <a:pathLst>
                  <a:path w="9">
                    <a:moveTo>
                      <a:pt x="0" y="0"/>
                    </a:moveTo>
                    <a:lnTo>
                      <a:pt x="9" y="0"/>
                    </a:lnTo>
                    <a:lnTo>
                      <a:pt x="0" y="0"/>
                    </a:lnTo>
                    <a:lnTo>
                      <a:pt x="0" y="0"/>
                    </a:lnTo>
                    <a:lnTo>
                      <a:pt x="0"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101"/>
              <p:cNvSpPr>
                <a:spLocks/>
              </p:cNvSpPr>
              <p:nvPr/>
            </p:nvSpPr>
            <p:spPr bwMode="auto">
              <a:xfrm>
                <a:off x="2948252" y="1748689"/>
                <a:ext cx="555436" cy="629226"/>
              </a:xfrm>
              <a:custGeom>
                <a:avLst/>
                <a:gdLst/>
                <a:ahLst/>
                <a:cxnLst>
                  <a:cxn ang="0">
                    <a:pos x="115" y="36"/>
                  </a:cxn>
                  <a:cxn ang="0">
                    <a:pos x="115" y="0"/>
                  </a:cxn>
                  <a:cxn ang="0">
                    <a:pos x="132" y="27"/>
                  </a:cxn>
                  <a:cxn ang="0">
                    <a:pos x="141" y="53"/>
                  </a:cxn>
                  <a:cxn ang="0">
                    <a:pos x="159" y="53"/>
                  </a:cxn>
                  <a:cxn ang="0">
                    <a:pos x="194" y="71"/>
                  </a:cxn>
                  <a:cxn ang="0">
                    <a:pos x="211" y="62"/>
                  </a:cxn>
                  <a:cxn ang="0">
                    <a:pos x="220" y="53"/>
                  </a:cxn>
                  <a:cxn ang="0">
                    <a:pos x="247" y="71"/>
                  </a:cxn>
                  <a:cxn ang="0">
                    <a:pos x="255" y="80"/>
                  </a:cxn>
                  <a:cxn ang="0">
                    <a:pos x="264" y="80"/>
                  </a:cxn>
                  <a:cxn ang="0">
                    <a:pos x="282" y="80"/>
                  </a:cxn>
                  <a:cxn ang="0">
                    <a:pos x="308" y="98"/>
                  </a:cxn>
                  <a:cxn ang="0">
                    <a:pos x="326" y="89"/>
                  </a:cxn>
                  <a:cxn ang="0">
                    <a:pos x="343" y="89"/>
                  </a:cxn>
                  <a:cxn ang="0">
                    <a:pos x="352" y="89"/>
                  </a:cxn>
                  <a:cxn ang="0">
                    <a:pos x="370" y="89"/>
                  </a:cxn>
                  <a:cxn ang="0">
                    <a:pos x="387" y="98"/>
                  </a:cxn>
                  <a:cxn ang="0">
                    <a:pos x="414" y="98"/>
                  </a:cxn>
                  <a:cxn ang="0">
                    <a:pos x="396" y="106"/>
                  </a:cxn>
                  <a:cxn ang="0">
                    <a:pos x="361" y="124"/>
                  </a:cxn>
                  <a:cxn ang="0">
                    <a:pos x="326" y="160"/>
                  </a:cxn>
                  <a:cxn ang="0">
                    <a:pos x="308" y="177"/>
                  </a:cxn>
                  <a:cxn ang="0">
                    <a:pos x="282" y="204"/>
                  </a:cxn>
                  <a:cxn ang="0">
                    <a:pos x="273" y="213"/>
                  </a:cxn>
                  <a:cxn ang="0">
                    <a:pos x="273" y="257"/>
                  </a:cxn>
                  <a:cxn ang="0">
                    <a:pos x="247" y="274"/>
                  </a:cxn>
                  <a:cxn ang="0">
                    <a:pos x="247" y="283"/>
                  </a:cxn>
                  <a:cxn ang="0">
                    <a:pos x="255" y="301"/>
                  </a:cxn>
                  <a:cxn ang="0">
                    <a:pos x="255" y="328"/>
                  </a:cxn>
                  <a:cxn ang="0">
                    <a:pos x="255" y="354"/>
                  </a:cxn>
                  <a:cxn ang="0">
                    <a:pos x="264" y="372"/>
                  </a:cxn>
                  <a:cxn ang="0">
                    <a:pos x="282" y="381"/>
                  </a:cxn>
                  <a:cxn ang="0">
                    <a:pos x="299" y="389"/>
                  </a:cxn>
                  <a:cxn ang="0">
                    <a:pos x="326" y="416"/>
                  </a:cxn>
                  <a:cxn ang="0">
                    <a:pos x="335" y="425"/>
                  </a:cxn>
                  <a:cxn ang="0">
                    <a:pos x="343" y="451"/>
                  </a:cxn>
                  <a:cxn ang="0">
                    <a:pos x="291" y="460"/>
                  </a:cxn>
                  <a:cxn ang="0">
                    <a:pos x="44" y="469"/>
                  </a:cxn>
                  <a:cxn ang="0">
                    <a:pos x="35" y="319"/>
                  </a:cxn>
                  <a:cxn ang="0">
                    <a:pos x="27" y="301"/>
                  </a:cxn>
                  <a:cxn ang="0">
                    <a:pos x="35" y="292"/>
                  </a:cxn>
                  <a:cxn ang="0">
                    <a:pos x="44" y="266"/>
                  </a:cxn>
                  <a:cxn ang="0">
                    <a:pos x="35" y="248"/>
                  </a:cxn>
                  <a:cxn ang="0">
                    <a:pos x="27" y="230"/>
                  </a:cxn>
                  <a:cxn ang="0">
                    <a:pos x="27" y="204"/>
                  </a:cxn>
                  <a:cxn ang="0">
                    <a:pos x="27" y="186"/>
                  </a:cxn>
                  <a:cxn ang="0">
                    <a:pos x="27" y="160"/>
                  </a:cxn>
                  <a:cxn ang="0">
                    <a:pos x="27" y="133"/>
                  </a:cxn>
                  <a:cxn ang="0">
                    <a:pos x="9" y="98"/>
                  </a:cxn>
                  <a:cxn ang="0">
                    <a:pos x="9" y="80"/>
                  </a:cxn>
                  <a:cxn ang="0">
                    <a:pos x="9" y="62"/>
                  </a:cxn>
                  <a:cxn ang="0">
                    <a:pos x="0" y="36"/>
                  </a:cxn>
                </a:cxnLst>
                <a:rect l="0" t="0" r="r" b="b"/>
                <a:pathLst>
                  <a:path w="414" h="469">
                    <a:moveTo>
                      <a:pt x="9" y="36"/>
                    </a:moveTo>
                    <a:lnTo>
                      <a:pt x="71" y="36"/>
                    </a:lnTo>
                    <a:lnTo>
                      <a:pt x="115" y="36"/>
                    </a:lnTo>
                    <a:lnTo>
                      <a:pt x="115" y="27"/>
                    </a:lnTo>
                    <a:lnTo>
                      <a:pt x="115" y="0"/>
                    </a:lnTo>
                    <a:lnTo>
                      <a:pt x="115" y="0"/>
                    </a:lnTo>
                    <a:lnTo>
                      <a:pt x="123" y="9"/>
                    </a:lnTo>
                    <a:lnTo>
                      <a:pt x="132" y="9"/>
                    </a:lnTo>
                    <a:lnTo>
                      <a:pt x="132" y="27"/>
                    </a:lnTo>
                    <a:lnTo>
                      <a:pt x="141" y="45"/>
                    </a:lnTo>
                    <a:lnTo>
                      <a:pt x="141" y="45"/>
                    </a:lnTo>
                    <a:lnTo>
                      <a:pt x="141" y="53"/>
                    </a:lnTo>
                    <a:lnTo>
                      <a:pt x="150" y="53"/>
                    </a:lnTo>
                    <a:lnTo>
                      <a:pt x="159" y="53"/>
                    </a:lnTo>
                    <a:lnTo>
                      <a:pt x="159" y="53"/>
                    </a:lnTo>
                    <a:lnTo>
                      <a:pt x="185" y="62"/>
                    </a:lnTo>
                    <a:lnTo>
                      <a:pt x="185" y="62"/>
                    </a:lnTo>
                    <a:lnTo>
                      <a:pt x="194" y="71"/>
                    </a:lnTo>
                    <a:lnTo>
                      <a:pt x="203" y="62"/>
                    </a:lnTo>
                    <a:lnTo>
                      <a:pt x="203" y="62"/>
                    </a:lnTo>
                    <a:lnTo>
                      <a:pt x="211" y="62"/>
                    </a:lnTo>
                    <a:lnTo>
                      <a:pt x="211" y="62"/>
                    </a:lnTo>
                    <a:lnTo>
                      <a:pt x="211" y="62"/>
                    </a:lnTo>
                    <a:lnTo>
                      <a:pt x="220" y="53"/>
                    </a:lnTo>
                    <a:lnTo>
                      <a:pt x="229" y="53"/>
                    </a:lnTo>
                    <a:lnTo>
                      <a:pt x="247" y="62"/>
                    </a:lnTo>
                    <a:lnTo>
                      <a:pt x="247" y="71"/>
                    </a:lnTo>
                    <a:lnTo>
                      <a:pt x="255" y="71"/>
                    </a:lnTo>
                    <a:lnTo>
                      <a:pt x="255" y="71"/>
                    </a:lnTo>
                    <a:lnTo>
                      <a:pt x="255" y="80"/>
                    </a:lnTo>
                    <a:lnTo>
                      <a:pt x="264" y="80"/>
                    </a:lnTo>
                    <a:lnTo>
                      <a:pt x="264" y="89"/>
                    </a:lnTo>
                    <a:lnTo>
                      <a:pt x="264" y="80"/>
                    </a:lnTo>
                    <a:lnTo>
                      <a:pt x="273" y="80"/>
                    </a:lnTo>
                    <a:lnTo>
                      <a:pt x="282" y="80"/>
                    </a:lnTo>
                    <a:lnTo>
                      <a:pt x="282" y="80"/>
                    </a:lnTo>
                    <a:lnTo>
                      <a:pt x="299" y="89"/>
                    </a:lnTo>
                    <a:lnTo>
                      <a:pt x="299" y="98"/>
                    </a:lnTo>
                    <a:lnTo>
                      <a:pt x="308" y="98"/>
                    </a:lnTo>
                    <a:lnTo>
                      <a:pt x="317" y="98"/>
                    </a:lnTo>
                    <a:lnTo>
                      <a:pt x="326" y="98"/>
                    </a:lnTo>
                    <a:lnTo>
                      <a:pt x="326" y="89"/>
                    </a:lnTo>
                    <a:lnTo>
                      <a:pt x="335" y="80"/>
                    </a:lnTo>
                    <a:lnTo>
                      <a:pt x="343" y="80"/>
                    </a:lnTo>
                    <a:lnTo>
                      <a:pt x="343" y="89"/>
                    </a:lnTo>
                    <a:lnTo>
                      <a:pt x="343" y="89"/>
                    </a:lnTo>
                    <a:lnTo>
                      <a:pt x="352" y="89"/>
                    </a:lnTo>
                    <a:lnTo>
                      <a:pt x="352" y="89"/>
                    </a:lnTo>
                    <a:lnTo>
                      <a:pt x="361" y="89"/>
                    </a:lnTo>
                    <a:lnTo>
                      <a:pt x="370" y="89"/>
                    </a:lnTo>
                    <a:lnTo>
                      <a:pt x="370" y="89"/>
                    </a:lnTo>
                    <a:lnTo>
                      <a:pt x="387" y="89"/>
                    </a:lnTo>
                    <a:lnTo>
                      <a:pt x="387" y="98"/>
                    </a:lnTo>
                    <a:lnTo>
                      <a:pt x="387" y="98"/>
                    </a:lnTo>
                    <a:lnTo>
                      <a:pt x="396" y="98"/>
                    </a:lnTo>
                    <a:lnTo>
                      <a:pt x="396" y="98"/>
                    </a:lnTo>
                    <a:lnTo>
                      <a:pt x="414" y="98"/>
                    </a:lnTo>
                    <a:lnTo>
                      <a:pt x="405" y="98"/>
                    </a:lnTo>
                    <a:lnTo>
                      <a:pt x="405" y="106"/>
                    </a:lnTo>
                    <a:lnTo>
                      <a:pt x="396" y="106"/>
                    </a:lnTo>
                    <a:lnTo>
                      <a:pt x="379" y="115"/>
                    </a:lnTo>
                    <a:lnTo>
                      <a:pt x="379" y="115"/>
                    </a:lnTo>
                    <a:lnTo>
                      <a:pt x="361" y="124"/>
                    </a:lnTo>
                    <a:lnTo>
                      <a:pt x="352" y="133"/>
                    </a:lnTo>
                    <a:lnTo>
                      <a:pt x="335" y="151"/>
                    </a:lnTo>
                    <a:lnTo>
                      <a:pt x="326" y="160"/>
                    </a:lnTo>
                    <a:lnTo>
                      <a:pt x="308" y="168"/>
                    </a:lnTo>
                    <a:lnTo>
                      <a:pt x="308" y="177"/>
                    </a:lnTo>
                    <a:lnTo>
                      <a:pt x="308" y="177"/>
                    </a:lnTo>
                    <a:lnTo>
                      <a:pt x="299" y="186"/>
                    </a:lnTo>
                    <a:lnTo>
                      <a:pt x="282" y="195"/>
                    </a:lnTo>
                    <a:lnTo>
                      <a:pt x="282" y="204"/>
                    </a:lnTo>
                    <a:lnTo>
                      <a:pt x="282" y="204"/>
                    </a:lnTo>
                    <a:lnTo>
                      <a:pt x="282" y="204"/>
                    </a:lnTo>
                    <a:lnTo>
                      <a:pt x="273" y="213"/>
                    </a:lnTo>
                    <a:lnTo>
                      <a:pt x="273" y="213"/>
                    </a:lnTo>
                    <a:lnTo>
                      <a:pt x="273" y="248"/>
                    </a:lnTo>
                    <a:lnTo>
                      <a:pt x="273" y="257"/>
                    </a:lnTo>
                    <a:lnTo>
                      <a:pt x="273" y="257"/>
                    </a:lnTo>
                    <a:lnTo>
                      <a:pt x="264" y="266"/>
                    </a:lnTo>
                    <a:lnTo>
                      <a:pt x="247" y="274"/>
                    </a:lnTo>
                    <a:lnTo>
                      <a:pt x="247" y="274"/>
                    </a:lnTo>
                    <a:lnTo>
                      <a:pt x="247" y="283"/>
                    </a:lnTo>
                    <a:lnTo>
                      <a:pt x="247" y="283"/>
                    </a:lnTo>
                    <a:lnTo>
                      <a:pt x="247" y="292"/>
                    </a:lnTo>
                    <a:lnTo>
                      <a:pt x="247" y="301"/>
                    </a:lnTo>
                    <a:lnTo>
                      <a:pt x="255" y="301"/>
                    </a:lnTo>
                    <a:lnTo>
                      <a:pt x="255" y="310"/>
                    </a:lnTo>
                    <a:lnTo>
                      <a:pt x="255" y="319"/>
                    </a:lnTo>
                    <a:lnTo>
                      <a:pt x="255" y="328"/>
                    </a:lnTo>
                    <a:lnTo>
                      <a:pt x="247" y="336"/>
                    </a:lnTo>
                    <a:lnTo>
                      <a:pt x="255" y="345"/>
                    </a:lnTo>
                    <a:lnTo>
                      <a:pt x="255" y="354"/>
                    </a:lnTo>
                    <a:lnTo>
                      <a:pt x="247" y="363"/>
                    </a:lnTo>
                    <a:lnTo>
                      <a:pt x="255" y="372"/>
                    </a:lnTo>
                    <a:lnTo>
                      <a:pt x="264" y="372"/>
                    </a:lnTo>
                    <a:lnTo>
                      <a:pt x="273" y="372"/>
                    </a:lnTo>
                    <a:lnTo>
                      <a:pt x="282" y="381"/>
                    </a:lnTo>
                    <a:lnTo>
                      <a:pt x="282" y="381"/>
                    </a:lnTo>
                    <a:lnTo>
                      <a:pt x="282" y="389"/>
                    </a:lnTo>
                    <a:lnTo>
                      <a:pt x="291" y="389"/>
                    </a:lnTo>
                    <a:lnTo>
                      <a:pt x="299" y="389"/>
                    </a:lnTo>
                    <a:lnTo>
                      <a:pt x="308" y="407"/>
                    </a:lnTo>
                    <a:lnTo>
                      <a:pt x="317" y="416"/>
                    </a:lnTo>
                    <a:lnTo>
                      <a:pt x="326" y="416"/>
                    </a:lnTo>
                    <a:lnTo>
                      <a:pt x="326" y="416"/>
                    </a:lnTo>
                    <a:lnTo>
                      <a:pt x="335" y="416"/>
                    </a:lnTo>
                    <a:lnTo>
                      <a:pt x="335" y="425"/>
                    </a:lnTo>
                    <a:lnTo>
                      <a:pt x="343" y="434"/>
                    </a:lnTo>
                    <a:lnTo>
                      <a:pt x="343" y="442"/>
                    </a:lnTo>
                    <a:lnTo>
                      <a:pt x="343" y="451"/>
                    </a:lnTo>
                    <a:lnTo>
                      <a:pt x="343" y="451"/>
                    </a:lnTo>
                    <a:lnTo>
                      <a:pt x="343" y="460"/>
                    </a:lnTo>
                    <a:lnTo>
                      <a:pt x="291" y="460"/>
                    </a:lnTo>
                    <a:lnTo>
                      <a:pt x="203" y="460"/>
                    </a:lnTo>
                    <a:lnTo>
                      <a:pt x="106" y="469"/>
                    </a:lnTo>
                    <a:lnTo>
                      <a:pt x="44" y="469"/>
                    </a:lnTo>
                    <a:lnTo>
                      <a:pt x="44" y="328"/>
                    </a:lnTo>
                    <a:lnTo>
                      <a:pt x="44" y="319"/>
                    </a:lnTo>
                    <a:lnTo>
                      <a:pt x="35" y="319"/>
                    </a:lnTo>
                    <a:lnTo>
                      <a:pt x="35" y="319"/>
                    </a:lnTo>
                    <a:lnTo>
                      <a:pt x="27" y="301"/>
                    </a:lnTo>
                    <a:lnTo>
                      <a:pt x="27" y="301"/>
                    </a:lnTo>
                    <a:lnTo>
                      <a:pt x="27" y="301"/>
                    </a:lnTo>
                    <a:lnTo>
                      <a:pt x="27" y="292"/>
                    </a:lnTo>
                    <a:lnTo>
                      <a:pt x="35" y="292"/>
                    </a:lnTo>
                    <a:lnTo>
                      <a:pt x="35" y="283"/>
                    </a:lnTo>
                    <a:lnTo>
                      <a:pt x="44" y="274"/>
                    </a:lnTo>
                    <a:lnTo>
                      <a:pt x="44" y="266"/>
                    </a:lnTo>
                    <a:lnTo>
                      <a:pt x="44" y="266"/>
                    </a:lnTo>
                    <a:lnTo>
                      <a:pt x="35" y="257"/>
                    </a:lnTo>
                    <a:lnTo>
                      <a:pt x="35" y="248"/>
                    </a:lnTo>
                    <a:lnTo>
                      <a:pt x="35" y="239"/>
                    </a:lnTo>
                    <a:lnTo>
                      <a:pt x="35" y="230"/>
                    </a:lnTo>
                    <a:lnTo>
                      <a:pt x="27" y="230"/>
                    </a:lnTo>
                    <a:lnTo>
                      <a:pt x="27" y="221"/>
                    </a:lnTo>
                    <a:lnTo>
                      <a:pt x="27" y="221"/>
                    </a:lnTo>
                    <a:lnTo>
                      <a:pt x="27" y="204"/>
                    </a:lnTo>
                    <a:lnTo>
                      <a:pt x="27" y="195"/>
                    </a:lnTo>
                    <a:lnTo>
                      <a:pt x="27" y="186"/>
                    </a:lnTo>
                    <a:lnTo>
                      <a:pt x="27" y="186"/>
                    </a:lnTo>
                    <a:lnTo>
                      <a:pt x="27" y="168"/>
                    </a:lnTo>
                    <a:lnTo>
                      <a:pt x="27" y="160"/>
                    </a:lnTo>
                    <a:lnTo>
                      <a:pt x="27" y="160"/>
                    </a:lnTo>
                    <a:lnTo>
                      <a:pt x="27" y="151"/>
                    </a:lnTo>
                    <a:lnTo>
                      <a:pt x="27" y="151"/>
                    </a:lnTo>
                    <a:lnTo>
                      <a:pt x="27" y="133"/>
                    </a:lnTo>
                    <a:lnTo>
                      <a:pt x="18" y="124"/>
                    </a:lnTo>
                    <a:lnTo>
                      <a:pt x="18" y="115"/>
                    </a:lnTo>
                    <a:lnTo>
                      <a:pt x="9" y="98"/>
                    </a:lnTo>
                    <a:lnTo>
                      <a:pt x="9" y="98"/>
                    </a:lnTo>
                    <a:lnTo>
                      <a:pt x="9" y="89"/>
                    </a:lnTo>
                    <a:lnTo>
                      <a:pt x="9" y="80"/>
                    </a:lnTo>
                    <a:lnTo>
                      <a:pt x="9" y="80"/>
                    </a:lnTo>
                    <a:lnTo>
                      <a:pt x="9" y="71"/>
                    </a:lnTo>
                    <a:lnTo>
                      <a:pt x="9" y="62"/>
                    </a:lnTo>
                    <a:lnTo>
                      <a:pt x="9" y="53"/>
                    </a:lnTo>
                    <a:lnTo>
                      <a:pt x="9" y="36"/>
                    </a:lnTo>
                    <a:lnTo>
                      <a:pt x="0" y="36"/>
                    </a:lnTo>
                    <a:lnTo>
                      <a:pt x="0" y="36"/>
                    </a:lnTo>
                    <a:lnTo>
                      <a:pt x="9" y="3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102"/>
              <p:cNvSpPr>
                <a:spLocks/>
              </p:cNvSpPr>
              <p:nvPr/>
            </p:nvSpPr>
            <p:spPr bwMode="auto">
              <a:xfrm>
                <a:off x="2948252" y="1748689"/>
                <a:ext cx="555436" cy="629226"/>
              </a:xfrm>
              <a:custGeom>
                <a:avLst/>
                <a:gdLst/>
                <a:ahLst/>
                <a:cxnLst>
                  <a:cxn ang="0">
                    <a:pos x="115" y="36"/>
                  </a:cxn>
                  <a:cxn ang="0">
                    <a:pos x="115" y="0"/>
                  </a:cxn>
                  <a:cxn ang="0">
                    <a:pos x="132" y="27"/>
                  </a:cxn>
                  <a:cxn ang="0">
                    <a:pos x="141" y="53"/>
                  </a:cxn>
                  <a:cxn ang="0">
                    <a:pos x="159" y="53"/>
                  </a:cxn>
                  <a:cxn ang="0">
                    <a:pos x="194" y="71"/>
                  </a:cxn>
                  <a:cxn ang="0">
                    <a:pos x="211" y="62"/>
                  </a:cxn>
                  <a:cxn ang="0">
                    <a:pos x="220" y="53"/>
                  </a:cxn>
                  <a:cxn ang="0">
                    <a:pos x="247" y="71"/>
                  </a:cxn>
                  <a:cxn ang="0">
                    <a:pos x="255" y="80"/>
                  </a:cxn>
                  <a:cxn ang="0">
                    <a:pos x="264" y="80"/>
                  </a:cxn>
                  <a:cxn ang="0">
                    <a:pos x="282" y="80"/>
                  </a:cxn>
                  <a:cxn ang="0">
                    <a:pos x="308" y="98"/>
                  </a:cxn>
                  <a:cxn ang="0">
                    <a:pos x="326" y="89"/>
                  </a:cxn>
                  <a:cxn ang="0">
                    <a:pos x="343" y="89"/>
                  </a:cxn>
                  <a:cxn ang="0">
                    <a:pos x="352" y="89"/>
                  </a:cxn>
                  <a:cxn ang="0">
                    <a:pos x="370" y="89"/>
                  </a:cxn>
                  <a:cxn ang="0">
                    <a:pos x="387" y="98"/>
                  </a:cxn>
                  <a:cxn ang="0">
                    <a:pos x="414" y="98"/>
                  </a:cxn>
                  <a:cxn ang="0">
                    <a:pos x="396" y="106"/>
                  </a:cxn>
                  <a:cxn ang="0">
                    <a:pos x="361" y="124"/>
                  </a:cxn>
                  <a:cxn ang="0">
                    <a:pos x="326" y="160"/>
                  </a:cxn>
                  <a:cxn ang="0">
                    <a:pos x="308" y="177"/>
                  </a:cxn>
                  <a:cxn ang="0">
                    <a:pos x="282" y="204"/>
                  </a:cxn>
                  <a:cxn ang="0">
                    <a:pos x="273" y="213"/>
                  </a:cxn>
                  <a:cxn ang="0">
                    <a:pos x="273" y="257"/>
                  </a:cxn>
                  <a:cxn ang="0">
                    <a:pos x="247" y="274"/>
                  </a:cxn>
                  <a:cxn ang="0">
                    <a:pos x="247" y="283"/>
                  </a:cxn>
                  <a:cxn ang="0">
                    <a:pos x="255" y="301"/>
                  </a:cxn>
                  <a:cxn ang="0">
                    <a:pos x="255" y="328"/>
                  </a:cxn>
                  <a:cxn ang="0">
                    <a:pos x="255" y="354"/>
                  </a:cxn>
                  <a:cxn ang="0">
                    <a:pos x="264" y="372"/>
                  </a:cxn>
                  <a:cxn ang="0">
                    <a:pos x="282" y="381"/>
                  </a:cxn>
                  <a:cxn ang="0">
                    <a:pos x="299" y="389"/>
                  </a:cxn>
                  <a:cxn ang="0">
                    <a:pos x="326" y="416"/>
                  </a:cxn>
                  <a:cxn ang="0">
                    <a:pos x="335" y="425"/>
                  </a:cxn>
                  <a:cxn ang="0">
                    <a:pos x="343" y="451"/>
                  </a:cxn>
                  <a:cxn ang="0">
                    <a:pos x="291" y="460"/>
                  </a:cxn>
                  <a:cxn ang="0">
                    <a:pos x="44" y="469"/>
                  </a:cxn>
                  <a:cxn ang="0">
                    <a:pos x="35" y="319"/>
                  </a:cxn>
                  <a:cxn ang="0">
                    <a:pos x="27" y="301"/>
                  </a:cxn>
                  <a:cxn ang="0">
                    <a:pos x="35" y="292"/>
                  </a:cxn>
                  <a:cxn ang="0">
                    <a:pos x="44" y="266"/>
                  </a:cxn>
                  <a:cxn ang="0">
                    <a:pos x="35" y="248"/>
                  </a:cxn>
                  <a:cxn ang="0">
                    <a:pos x="27" y="230"/>
                  </a:cxn>
                  <a:cxn ang="0">
                    <a:pos x="27" y="204"/>
                  </a:cxn>
                  <a:cxn ang="0">
                    <a:pos x="27" y="186"/>
                  </a:cxn>
                  <a:cxn ang="0">
                    <a:pos x="27" y="160"/>
                  </a:cxn>
                  <a:cxn ang="0">
                    <a:pos x="27" y="133"/>
                  </a:cxn>
                  <a:cxn ang="0">
                    <a:pos x="9" y="98"/>
                  </a:cxn>
                  <a:cxn ang="0">
                    <a:pos x="9" y="80"/>
                  </a:cxn>
                  <a:cxn ang="0">
                    <a:pos x="9" y="62"/>
                  </a:cxn>
                  <a:cxn ang="0">
                    <a:pos x="0" y="36"/>
                  </a:cxn>
                </a:cxnLst>
                <a:rect l="0" t="0" r="r" b="b"/>
                <a:pathLst>
                  <a:path w="414" h="469">
                    <a:moveTo>
                      <a:pt x="9" y="36"/>
                    </a:moveTo>
                    <a:lnTo>
                      <a:pt x="71" y="36"/>
                    </a:lnTo>
                    <a:lnTo>
                      <a:pt x="115" y="36"/>
                    </a:lnTo>
                    <a:lnTo>
                      <a:pt x="115" y="27"/>
                    </a:lnTo>
                    <a:lnTo>
                      <a:pt x="115" y="0"/>
                    </a:lnTo>
                    <a:lnTo>
                      <a:pt x="115" y="0"/>
                    </a:lnTo>
                    <a:lnTo>
                      <a:pt x="123" y="9"/>
                    </a:lnTo>
                    <a:lnTo>
                      <a:pt x="132" y="9"/>
                    </a:lnTo>
                    <a:lnTo>
                      <a:pt x="132" y="27"/>
                    </a:lnTo>
                    <a:lnTo>
                      <a:pt x="141" y="45"/>
                    </a:lnTo>
                    <a:lnTo>
                      <a:pt x="141" y="45"/>
                    </a:lnTo>
                    <a:lnTo>
                      <a:pt x="141" y="53"/>
                    </a:lnTo>
                    <a:lnTo>
                      <a:pt x="150" y="53"/>
                    </a:lnTo>
                    <a:lnTo>
                      <a:pt x="159" y="53"/>
                    </a:lnTo>
                    <a:lnTo>
                      <a:pt x="159" y="53"/>
                    </a:lnTo>
                    <a:lnTo>
                      <a:pt x="185" y="62"/>
                    </a:lnTo>
                    <a:lnTo>
                      <a:pt x="185" y="62"/>
                    </a:lnTo>
                    <a:lnTo>
                      <a:pt x="194" y="71"/>
                    </a:lnTo>
                    <a:lnTo>
                      <a:pt x="203" y="62"/>
                    </a:lnTo>
                    <a:lnTo>
                      <a:pt x="203" y="62"/>
                    </a:lnTo>
                    <a:lnTo>
                      <a:pt x="211" y="62"/>
                    </a:lnTo>
                    <a:lnTo>
                      <a:pt x="211" y="62"/>
                    </a:lnTo>
                    <a:lnTo>
                      <a:pt x="211" y="62"/>
                    </a:lnTo>
                    <a:lnTo>
                      <a:pt x="220" y="53"/>
                    </a:lnTo>
                    <a:lnTo>
                      <a:pt x="229" y="53"/>
                    </a:lnTo>
                    <a:lnTo>
                      <a:pt x="247" y="62"/>
                    </a:lnTo>
                    <a:lnTo>
                      <a:pt x="247" y="71"/>
                    </a:lnTo>
                    <a:lnTo>
                      <a:pt x="255" y="71"/>
                    </a:lnTo>
                    <a:lnTo>
                      <a:pt x="255" y="71"/>
                    </a:lnTo>
                    <a:lnTo>
                      <a:pt x="255" y="80"/>
                    </a:lnTo>
                    <a:lnTo>
                      <a:pt x="264" y="80"/>
                    </a:lnTo>
                    <a:lnTo>
                      <a:pt x="264" y="89"/>
                    </a:lnTo>
                    <a:lnTo>
                      <a:pt x="264" y="80"/>
                    </a:lnTo>
                    <a:lnTo>
                      <a:pt x="273" y="80"/>
                    </a:lnTo>
                    <a:lnTo>
                      <a:pt x="282" y="80"/>
                    </a:lnTo>
                    <a:lnTo>
                      <a:pt x="282" y="80"/>
                    </a:lnTo>
                    <a:lnTo>
                      <a:pt x="299" y="89"/>
                    </a:lnTo>
                    <a:lnTo>
                      <a:pt x="299" y="98"/>
                    </a:lnTo>
                    <a:lnTo>
                      <a:pt x="308" y="98"/>
                    </a:lnTo>
                    <a:lnTo>
                      <a:pt x="317" y="98"/>
                    </a:lnTo>
                    <a:lnTo>
                      <a:pt x="326" y="98"/>
                    </a:lnTo>
                    <a:lnTo>
                      <a:pt x="326" y="89"/>
                    </a:lnTo>
                    <a:lnTo>
                      <a:pt x="335" y="80"/>
                    </a:lnTo>
                    <a:lnTo>
                      <a:pt x="343" y="80"/>
                    </a:lnTo>
                    <a:lnTo>
                      <a:pt x="343" y="89"/>
                    </a:lnTo>
                    <a:lnTo>
                      <a:pt x="343" y="89"/>
                    </a:lnTo>
                    <a:lnTo>
                      <a:pt x="352" y="89"/>
                    </a:lnTo>
                    <a:lnTo>
                      <a:pt x="352" y="89"/>
                    </a:lnTo>
                    <a:lnTo>
                      <a:pt x="361" y="89"/>
                    </a:lnTo>
                    <a:lnTo>
                      <a:pt x="370" y="89"/>
                    </a:lnTo>
                    <a:lnTo>
                      <a:pt x="370" y="89"/>
                    </a:lnTo>
                    <a:lnTo>
                      <a:pt x="387" y="89"/>
                    </a:lnTo>
                    <a:lnTo>
                      <a:pt x="387" y="98"/>
                    </a:lnTo>
                    <a:lnTo>
                      <a:pt x="387" y="98"/>
                    </a:lnTo>
                    <a:lnTo>
                      <a:pt x="396" y="98"/>
                    </a:lnTo>
                    <a:lnTo>
                      <a:pt x="396" y="98"/>
                    </a:lnTo>
                    <a:lnTo>
                      <a:pt x="414" y="98"/>
                    </a:lnTo>
                    <a:lnTo>
                      <a:pt x="405" y="98"/>
                    </a:lnTo>
                    <a:lnTo>
                      <a:pt x="405" y="106"/>
                    </a:lnTo>
                    <a:lnTo>
                      <a:pt x="396" y="106"/>
                    </a:lnTo>
                    <a:lnTo>
                      <a:pt x="379" y="115"/>
                    </a:lnTo>
                    <a:lnTo>
                      <a:pt x="379" y="115"/>
                    </a:lnTo>
                    <a:lnTo>
                      <a:pt x="361" y="124"/>
                    </a:lnTo>
                    <a:lnTo>
                      <a:pt x="352" y="133"/>
                    </a:lnTo>
                    <a:lnTo>
                      <a:pt x="335" y="151"/>
                    </a:lnTo>
                    <a:lnTo>
                      <a:pt x="326" y="160"/>
                    </a:lnTo>
                    <a:lnTo>
                      <a:pt x="308" y="168"/>
                    </a:lnTo>
                    <a:lnTo>
                      <a:pt x="308" y="177"/>
                    </a:lnTo>
                    <a:lnTo>
                      <a:pt x="308" y="177"/>
                    </a:lnTo>
                    <a:lnTo>
                      <a:pt x="299" y="186"/>
                    </a:lnTo>
                    <a:lnTo>
                      <a:pt x="282" y="195"/>
                    </a:lnTo>
                    <a:lnTo>
                      <a:pt x="282" y="204"/>
                    </a:lnTo>
                    <a:lnTo>
                      <a:pt x="282" y="204"/>
                    </a:lnTo>
                    <a:lnTo>
                      <a:pt x="282" y="204"/>
                    </a:lnTo>
                    <a:lnTo>
                      <a:pt x="273" y="213"/>
                    </a:lnTo>
                    <a:lnTo>
                      <a:pt x="273" y="213"/>
                    </a:lnTo>
                    <a:lnTo>
                      <a:pt x="273" y="248"/>
                    </a:lnTo>
                    <a:lnTo>
                      <a:pt x="273" y="257"/>
                    </a:lnTo>
                    <a:lnTo>
                      <a:pt x="273" y="257"/>
                    </a:lnTo>
                    <a:lnTo>
                      <a:pt x="264" y="266"/>
                    </a:lnTo>
                    <a:lnTo>
                      <a:pt x="247" y="274"/>
                    </a:lnTo>
                    <a:lnTo>
                      <a:pt x="247" y="274"/>
                    </a:lnTo>
                    <a:lnTo>
                      <a:pt x="247" y="283"/>
                    </a:lnTo>
                    <a:lnTo>
                      <a:pt x="247" y="283"/>
                    </a:lnTo>
                    <a:lnTo>
                      <a:pt x="247" y="292"/>
                    </a:lnTo>
                    <a:lnTo>
                      <a:pt x="247" y="301"/>
                    </a:lnTo>
                    <a:lnTo>
                      <a:pt x="255" y="301"/>
                    </a:lnTo>
                    <a:lnTo>
                      <a:pt x="255" y="310"/>
                    </a:lnTo>
                    <a:lnTo>
                      <a:pt x="255" y="319"/>
                    </a:lnTo>
                    <a:lnTo>
                      <a:pt x="255" y="328"/>
                    </a:lnTo>
                    <a:lnTo>
                      <a:pt x="247" y="336"/>
                    </a:lnTo>
                    <a:lnTo>
                      <a:pt x="255" y="345"/>
                    </a:lnTo>
                    <a:lnTo>
                      <a:pt x="255" y="354"/>
                    </a:lnTo>
                    <a:lnTo>
                      <a:pt x="247" y="363"/>
                    </a:lnTo>
                    <a:lnTo>
                      <a:pt x="255" y="372"/>
                    </a:lnTo>
                    <a:lnTo>
                      <a:pt x="264" y="372"/>
                    </a:lnTo>
                    <a:lnTo>
                      <a:pt x="273" y="372"/>
                    </a:lnTo>
                    <a:lnTo>
                      <a:pt x="282" y="381"/>
                    </a:lnTo>
                    <a:lnTo>
                      <a:pt x="282" y="381"/>
                    </a:lnTo>
                    <a:lnTo>
                      <a:pt x="282" y="389"/>
                    </a:lnTo>
                    <a:lnTo>
                      <a:pt x="291" y="389"/>
                    </a:lnTo>
                    <a:lnTo>
                      <a:pt x="299" y="389"/>
                    </a:lnTo>
                    <a:lnTo>
                      <a:pt x="308" y="407"/>
                    </a:lnTo>
                    <a:lnTo>
                      <a:pt x="317" y="416"/>
                    </a:lnTo>
                    <a:lnTo>
                      <a:pt x="326" y="416"/>
                    </a:lnTo>
                    <a:lnTo>
                      <a:pt x="326" y="416"/>
                    </a:lnTo>
                    <a:lnTo>
                      <a:pt x="335" y="416"/>
                    </a:lnTo>
                    <a:lnTo>
                      <a:pt x="335" y="425"/>
                    </a:lnTo>
                    <a:lnTo>
                      <a:pt x="343" y="434"/>
                    </a:lnTo>
                    <a:lnTo>
                      <a:pt x="343" y="442"/>
                    </a:lnTo>
                    <a:lnTo>
                      <a:pt x="343" y="451"/>
                    </a:lnTo>
                    <a:lnTo>
                      <a:pt x="343" y="451"/>
                    </a:lnTo>
                    <a:lnTo>
                      <a:pt x="343" y="460"/>
                    </a:lnTo>
                    <a:lnTo>
                      <a:pt x="291" y="460"/>
                    </a:lnTo>
                    <a:lnTo>
                      <a:pt x="203" y="460"/>
                    </a:lnTo>
                    <a:lnTo>
                      <a:pt x="106" y="469"/>
                    </a:lnTo>
                    <a:lnTo>
                      <a:pt x="44" y="469"/>
                    </a:lnTo>
                    <a:lnTo>
                      <a:pt x="44" y="328"/>
                    </a:lnTo>
                    <a:lnTo>
                      <a:pt x="44" y="319"/>
                    </a:lnTo>
                    <a:lnTo>
                      <a:pt x="35" y="319"/>
                    </a:lnTo>
                    <a:lnTo>
                      <a:pt x="35" y="319"/>
                    </a:lnTo>
                    <a:lnTo>
                      <a:pt x="27" y="301"/>
                    </a:lnTo>
                    <a:lnTo>
                      <a:pt x="27" y="301"/>
                    </a:lnTo>
                    <a:lnTo>
                      <a:pt x="27" y="301"/>
                    </a:lnTo>
                    <a:lnTo>
                      <a:pt x="27" y="292"/>
                    </a:lnTo>
                    <a:lnTo>
                      <a:pt x="35" y="292"/>
                    </a:lnTo>
                    <a:lnTo>
                      <a:pt x="35" y="283"/>
                    </a:lnTo>
                    <a:lnTo>
                      <a:pt x="44" y="274"/>
                    </a:lnTo>
                    <a:lnTo>
                      <a:pt x="44" y="266"/>
                    </a:lnTo>
                    <a:lnTo>
                      <a:pt x="44" y="266"/>
                    </a:lnTo>
                    <a:lnTo>
                      <a:pt x="35" y="257"/>
                    </a:lnTo>
                    <a:lnTo>
                      <a:pt x="35" y="248"/>
                    </a:lnTo>
                    <a:lnTo>
                      <a:pt x="35" y="239"/>
                    </a:lnTo>
                    <a:lnTo>
                      <a:pt x="35" y="230"/>
                    </a:lnTo>
                    <a:lnTo>
                      <a:pt x="27" y="230"/>
                    </a:lnTo>
                    <a:lnTo>
                      <a:pt x="27" y="221"/>
                    </a:lnTo>
                    <a:lnTo>
                      <a:pt x="27" y="221"/>
                    </a:lnTo>
                    <a:lnTo>
                      <a:pt x="27" y="204"/>
                    </a:lnTo>
                    <a:lnTo>
                      <a:pt x="27" y="195"/>
                    </a:lnTo>
                    <a:lnTo>
                      <a:pt x="27" y="186"/>
                    </a:lnTo>
                    <a:lnTo>
                      <a:pt x="27" y="186"/>
                    </a:lnTo>
                    <a:lnTo>
                      <a:pt x="27" y="168"/>
                    </a:lnTo>
                    <a:lnTo>
                      <a:pt x="27" y="160"/>
                    </a:lnTo>
                    <a:lnTo>
                      <a:pt x="27" y="160"/>
                    </a:lnTo>
                    <a:lnTo>
                      <a:pt x="27" y="151"/>
                    </a:lnTo>
                    <a:lnTo>
                      <a:pt x="27" y="151"/>
                    </a:lnTo>
                    <a:lnTo>
                      <a:pt x="27" y="133"/>
                    </a:lnTo>
                    <a:lnTo>
                      <a:pt x="18" y="124"/>
                    </a:lnTo>
                    <a:lnTo>
                      <a:pt x="18" y="115"/>
                    </a:lnTo>
                    <a:lnTo>
                      <a:pt x="9" y="98"/>
                    </a:lnTo>
                    <a:lnTo>
                      <a:pt x="9" y="98"/>
                    </a:lnTo>
                    <a:lnTo>
                      <a:pt x="9" y="89"/>
                    </a:lnTo>
                    <a:lnTo>
                      <a:pt x="9" y="80"/>
                    </a:lnTo>
                    <a:lnTo>
                      <a:pt x="9" y="80"/>
                    </a:lnTo>
                    <a:lnTo>
                      <a:pt x="9" y="71"/>
                    </a:lnTo>
                    <a:lnTo>
                      <a:pt x="9" y="62"/>
                    </a:lnTo>
                    <a:lnTo>
                      <a:pt x="9" y="53"/>
                    </a:lnTo>
                    <a:lnTo>
                      <a:pt x="9" y="36"/>
                    </a:lnTo>
                    <a:lnTo>
                      <a:pt x="0" y="36"/>
                    </a:lnTo>
                    <a:lnTo>
                      <a:pt x="0" y="36"/>
                    </a:lnTo>
                    <a:lnTo>
                      <a:pt x="9" y="36"/>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103"/>
              <p:cNvSpPr>
                <a:spLocks/>
              </p:cNvSpPr>
              <p:nvPr/>
            </p:nvSpPr>
            <p:spPr bwMode="auto">
              <a:xfrm>
                <a:off x="3692857" y="2140445"/>
                <a:ext cx="22808" cy="59032"/>
              </a:xfrm>
              <a:custGeom>
                <a:avLst/>
                <a:gdLst/>
                <a:ahLst/>
                <a:cxnLst>
                  <a:cxn ang="0">
                    <a:pos x="0" y="27"/>
                  </a:cxn>
                  <a:cxn ang="0">
                    <a:pos x="0" y="27"/>
                  </a:cxn>
                  <a:cxn ang="0">
                    <a:pos x="0" y="18"/>
                  </a:cxn>
                  <a:cxn ang="0">
                    <a:pos x="8" y="9"/>
                  </a:cxn>
                  <a:cxn ang="0">
                    <a:pos x="8" y="9"/>
                  </a:cxn>
                  <a:cxn ang="0">
                    <a:pos x="17" y="0"/>
                  </a:cxn>
                  <a:cxn ang="0">
                    <a:pos x="17" y="9"/>
                  </a:cxn>
                  <a:cxn ang="0">
                    <a:pos x="8" y="18"/>
                  </a:cxn>
                  <a:cxn ang="0">
                    <a:pos x="17" y="18"/>
                  </a:cxn>
                  <a:cxn ang="0">
                    <a:pos x="8" y="27"/>
                  </a:cxn>
                  <a:cxn ang="0">
                    <a:pos x="8" y="36"/>
                  </a:cxn>
                  <a:cxn ang="0">
                    <a:pos x="8" y="36"/>
                  </a:cxn>
                  <a:cxn ang="0">
                    <a:pos x="0" y="44"/>
                  </a:cxn>
                  <a:cxn ang="0">
                    <a:pos x="0" y="44"/>
                  </a:cxn>
                  <a:cxn ang="0">
                    <a:pos x="0" y="36"/>
                  </a:cxn>
                  <a:cxn ang="0">
                    <a:pos x="0" y="27"/>
                  </a:cxn>
                </a:cxnLst>
                <a:rect l="0" t="0" r="r" b="b"/>
                <a:pathLst>
                  <a:path w="17" h="44">
                    <a:moveTo>
                      <a:pt x="0" y="27"/>
                    </a:moveTo>
                    <a:lnTo>
                      <a:pt x="0" y="27"/>
                    </a:lnTo>
                    <a:lnTo>
                      <a:pt x="0" y="18"/>
                    </a:lnTo>
                    <a:lnTo>
                      <a:pt x="8" y="9"/>
                    </a:lnTo>
                    <a:lnTo>
                      <a:pt x="8" y="9"/>
                    </a:lnTo>
                    <a:lnTo>
                      <a:pt x="17" y="0"/>
                    </a:lnTo>
                    <a:lnTo>
                      <a:pt x="17" y="9"/>
                    </a:lnTo>
                    <a:lnTo>
                      <a:pt x="8" y="18"/>
                    </a:lnTo>
                    <a:lnTo>
                      <a:pt x="17" y="18"/>
                    </a:lnTo>
                    <a:lnTo>
                      <a:pt x="8" y="27"/>
                    </a:lnTo>
                    <a:lnTo>
                      <a:pt x="8" y="36"/>
                    </a:lnTo>
                    <a:lnTo>
                      <a:pt x="8" y="36"/>
                    </a:lnTo>
                    <a:lnTo>
                      <a:pt x="0" y="44"/>
                    </a:lnTo>
                    <a:lnTo>
                      <a:pt x="0" y="44"/>
                    </a:lnTo>
                    <a:lnTo>
                      <a:pt x="0" y="36"/>
                    </a:lnTo>
                    <a:lnTo>
                      <a:pt x="0" y="2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104"/>
              <p:cNvSpPr>
                <a:spLocks/>
              </p:cNvSpPr>
              <p:nvPr/>
            </p:nvSpPr>
            <p:spPr bwMode="auto">
              <a:xfrm>
                <a:off x="3692857" y="2140445"/>
                <a:ext cx="22808" cy="59032"/>
              </a:xfrm>
              <a:custGeom>
                <a:avLst/>
                <a:gdLst/>
                <a:ahLst/>
                <a:cxnLst>
                  <a:cxn ang="0">
                    <a:pos x="0" y="27"/>
                  </a:cxn>
                  <a:cxn ang="0">
                    <a:pos x="0" y="27"/>
                  </a:cxn>
                  <a:cxn ang="0">
                    <a:pos x="0" y="18"/>
                  </a:cxn>
                  <a:cxn ang="0">
                    <a:pos x="8" y="9"/>
                  </a:cxn>
                  <a:cxn ang="0">
                    <a:pos x="8" y="9"/>
                  </a:cxn>
                  <a:cxn ang="0">
                    <a:pos x="17" y="0"/>
                  </a:cxn>
                  <a:cxn ang="0">
                    <a:pos x="17" y="9"/>
                  </a:cxn>
                  <a:cxn ang="0">
                    <a:pos x="8" y="18"/>
                  </a:cxn>
                  <a:cxn ang="0">
                    <a:pos x="17" y="18"/>
                  </a:cxn>
                  <a:cxn ang="0">
                    <a:pos x="8" y="27"/>
                  </a:cxn>
                  <a:cxn ang="0">
                    <a:pos x="8" y="36"/>
                  </a:cxn>
                  <a:cxn ang="0">
                    <a:pos x="8" y="36"/>
                  </a:cxn>
                  <a:cxn ang="0">
                    <a:pos x="0" y="44"/>
                  </a:cxn>
                  <a:cxn ang="0">
                    <a:pos x="0" y="44"/>
                  </a:cxn>
                  <a:cxn ang="0">
                    <a:pos x="0" y="36"/>
                  </a:cxn>
                  <a:cxn ang="0">
                    <a:pos x="0" y="27"/>
                  </a:cxn>
                </a:cxnLst>
                <a:rect l="0" t="0" r="r" b="b"/>
                <a:pathLst>
                  <a:path w="17" h="44">
                    <a:moveTo>
                      <a:pt x="0" y="27"/>
                    </a:moveTo>
                    <a:lnTo>
                      <a:pt x="0" y="27"/>
                    </a:lnTo>
                    <a:lnTo>
                      <a:pt x="0" y="18"/>
                    </a:lnTo>
                    <a:lnTo>
                      <a:pt x="8" y="9"/>
                    </a:lnTo>
                    <a:lnTo>
                      <a:pt x="8" y="9"/>
                    </a:lnTo>
                    <a:lnTo>
                      <a:pt x="17" y="0"/>
                    </a:lnTo>
                    <a:lnTo>
                      <a:pt x="17" y="9"/>
                    </a:lnTo>
                    <a:lnTo>
                      <a:pt x="8" y="18"/>
                    </a:lnTo>
                    <a:lnTo>
                      <a:pt x="17" y="18"/>
                    </a:lnTo>
                    <a:lnTo>
                      <a:pt x="8" y="27"/>
                    </a:lnTo>
                    <a:lnTo>
                      <a:pt x="8" y="36"/>
                    </a:lnTo>
                    <a:lnTo>
                      <a:pt x="8" y="36"/>
                    </a:lnTo>
                    <a:lnTo>
                      <a:pt x="0" y="44"/>
                    </a:lnTo>
                    <a:lnTo>
                      <a:pt x="0" y="44"/>
                    </a:lnTo>
                    <a:lnTo>
                      <a:pt x="0" y="36"/>
                    </a:lnTo>
                    <a:lnTo>
                      <a:pt x="0" y="2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105"/>
              <p:cNvSpPr>
                <a:spLocks/>
              </p:cNvSpPr>
              <p:nvPr/>
            </p:nvSpPr>
            <p:spPr bwMode="auto">
              <a:xfrm>
                <a:off x="3762622" y="2069339"/>
                <a:ext cx="331383" cy="450788"/>
              </a:xfrm>
              <a:custGeom>
                <a:avLst/>
                <a:gdLst/>
                <a:ahLst/>
                <a:cxnLst>
                  <a:cxn ang="0">
                    <a:pos x="9" y="327"/>
                  </a:cxn>
                  <a:cxn ang="0">
                    <a:pos x="18" y="301"/>
                  </a:cxn>
                  <a:cxn ang="0">
                    <a:pos x="27" y="265"/>
                  </a:cxn>
                  <a:cxn ang="0">
                    <a:pos x="18" y="221"/>
                  </a:cxn>
                  <a:cxn ang="0">
                    <a:pos x="0" y="186"/>
                  </a:cxn>
                  <a:cxn ang="0">
                    <a:pos x="9" y="168"/>
                  </a:cxn>
                  <a:cxn ang="0">
                    <a:pos x="0" y="150"/>
                  </a:cxn>
                  <a:cxn ang="0">
                    <a:pos x="9" y="124"/>
                  </a:cxn>
                  <a:cxn ang="0">
                    <a:pos x="9" y="97"/>
                  </a:cxn>
                  <a:cxn ang="0">
                    <a:pos x="18" y="89"/>
                  </a:cxn>
                  <a:cxn ang="0">
                    <a:pos x="36" y="71"/>
                  </a:cxn>
                  <a:cxn ang="0">
                    <a:pos x="36" y="53"/>
                  </a:cxn>
                  <a:cxn ang="0">
                    <a:pos x="44" y="71"/>
                  </a:cxn>
                  <a:cxn ang="0">
                    <a:pos x="44" y="89"/>
                  </a:cxn>
                  <a:cxn ang="0">
                    <a:pos x="53" y="71"/>
                  </a:cxn>
                  <a:cxn ang="0">
                    <a:pos x="53" y="80"/>
                  </a:cxn>
                  <a:cxn ang="0">
                    <a:pos x="53" y="62"/>
                  </a:cxn>
                  <a:cxn ang="0">
                    <a:pos x="62" y="44"/>
                  </a:cxn>
                  <a:cxn ang="0">
                    <a:pos x="71" y="35"/>
                  </a:cxn>
                  <a:cxn ang="0">
                    <a:pos x="62" y="18"/>
                  </a:cxn>
                  <a:cxn ang="0">
                    <a:pos x="80" y="9"/>
                  </a:cxn>
                  <a:cxn ang="0">
                    <a:pos x="88" y="9"/>
                  </a:cxn>
                  <a:cxn ang="0">
                    <a:pos x="106" y="9"/>
                  </a:cxn>
                  <a:cxn ang="0">
                    <a:pos x="115" y="18"/>
                  </a:cxn>
                  <a:cxn ang="0">
                    <a:pos x="132" y="27"/>
                  </a:cxn>
                  <a:cxn ang="0">
                    <a:pos x="159" y="27"/>
                  </a:cxn>
                  <a:cxn ang="0">
                    <a:pos x="168" y="44"/>
                  </a:cxn>
                  <a:cxn ang="0">
                    <a:pos x="168" y="53"/>
                  </a:cxn>
                  <a:cxn ang="0">
                    <a:pos x="168" y="62"/>
                  </a:cxn>
                  <a:cxn ang="0">
                    <a:pos x="176" y="89"/>
                  </a:cxn>
                  <a:cxn ang="0">
                    <a:pos x="168" y="115"/>
                  </a:cxn>
                  <a:cxn ang="0">
                    <a:pos x="159" y="133"/>
                  </a:cxn>
                  <a:cxn ang="0">
                    <a:pos x="150" y="150"/>
                  </a:cxn>
                  <a:cxn ang="0">
                    <a:pos x="159" y="168"/>
                  </a:cxn>
                  <a:cxn ang="0">
                    <a:pos x="168" y="159"/>
                  </a:cxn>
                  <a:cxn ang="0">
                    <a:pos x="176" y="142"/>
                  </a:cxn>
                  <a:cxn ang="0">
                    <a:pos x="194" y="133"/>
                  </a:cxn>
                  <a:cxn ang="0">
                    <a:pos x="212" y="124"/>
                  </a:cxn>
                  <a:cxn ang="0">
                    <a:pos x="229" y="159"/>
                  </a:cxn>
                  <a:cxn ang="0">
                    <a:pos x="238" y="186"/>
                  </a:cxn>
                  <a:cxn ang="0">
                    <a:pos x="247" y="203"/>
                  </a:cxn>
                  <a:cxn ang="0">
                    <a:pos x="238" y="221"/>
                  </a:cxn>
                  <a:cxn ang="0">
                    <a:pos x="238" y="239"/>
                  </a:cxn>
                  <a:cxn ang="0">
                    <a:pos x="238" y="230"/>
                  </a:cxn>
                  <a:cxn ang="0">
                    <a:pos x="229" y="239"/>
                  </a:cxn>
                  <a:cxn ang="0">
                    <a:pos x="220" y="257"/>
                  </a:cxn>
                  <a:cxn ang="0">
                    <a:pos x="212" y="265"/>
                  </a:cxn>
                  <a:cxn ang="0">
                    <a:pos x="203" y="301"/>
                  </a:cxn>
                  <a:cxn ang="0">
                    <a:pos x="124" y="327"/>
                  </a:cxn>
                  <a:cxn ang="0">
                    <a:pos x="0" y="336"/>
                  </a:cxn>
                </a:cxnLst>
                <a:rect l="0" t="0" r="r" b="b"/>
                <a:pathLst>
                  <a:path w="247" h="336">
                    <a:moveTo>
                      <a:pt x="0" y="336"/>
                    </a:moveTo>
                    <a:lnTo>
                      <a:pt x="0" y="336"/>
                    </a:lnTo>
                    <a:lnTo>
                      <a:pt x="9" y="327"/>
                    </a:lnTo>
                    <a:lnTo>
                      <a:pt x="9" y="318"/>
                    </a:lnTo>
                    <a:lnTo>
                      <a:pt x="18" y="318"/>
                    </a:lnTo>
                    <a:lnTo>
                      <a:pt x="18" y="301"/>
                    </a:lnTo>
                    <a:lnTo>
                      <a:pt x="27" y="292"/>
                    </a:lnTo>
                    <a:lnTo>
                      <a:pt x="27" y="283"/>
                    </a:lnTo>
                    <a:lnTo>
                      <a:pt x="27" y="265"/>
                    </a:lnTo>
                    <a:lnTo>
                      <a:pt x="27" y="257"/>
                    </a:lnTo>
                    <a:lnTo>
                      <a:pt x="27" y="230"/>
                    </a:lnTo>
                    <a:lnTo>
                      <a:pt x="18" y="221"/>
                    </a:lnTo>
                    <a:lnTo>
                      <a:pt x="27" y="212"/>
                    </a:lnTo>
                    <a:lnTo>
                      <a:pt x="18" y="212"/>
                    </a:lnTo>
                    <a:lnTo>
                      <a:pt x="0" y="186"/>
                    </a:lnTo>
                    <a:lnTo>
                      <a:pt x="0" y="186"/>
                    </a:lnTo>
                    <a:lnTo>
                      <a:pt x="0" y="177"/>
                    </a:lnTo>
                    <a:lnTo>
                      <a:pt x="9" y="168"/>
                    </a:lnTo>
                    <a:lnTo>
                      <a:pt x="0" y="159"/>
                    </a:lnTo>
                    <a:lnTo>
                      <a:pt x="0" y="150"/>
                    </a:lnTo>
                    <a:lnTo>
                      <a:pt x="0" y="150"/>
                    </a:lnTo>
                    <a:lnTo>
                      <a:pt x="9" y="142"/>
                    </a:lnTo>
                    <a:lnTo>
                      <a:pt x="9" y="124"/>
                    </a:lnTo>
                    <a:lnTo>
                      <a:pt x="9" y="124"/>
                    </a:lnTo>
                    <a:lnTo>
                      <a:pt x="9" y="115"/>
                    </a:lnTo>
                    <a:lnTo>
                      <a:pt x="9" y="106"/>
                    </a:lnTo>
                    <a:lnTo>
                      <a:pt x="9" y="97"/>
                    </a:lnTo>
                    <a:lnTo>
                      <a:pt x="18" y="97"/>
                    </a:lnTo>
                    <a:lnTo>
                      <a:pt x="18" y="89"/>
                    </a:lnTo>
                    <a:lnTo>
                      <a:pt x="18" y="89"/>
                    </a:lnTo>
                    <a:lnTo>
                      <a:pt x="27" y="80"/>
                    </a:lnTo>
                    <a:lnTo>
                      <a:pt x="27" y="80"/>
                    </a:lnTo>
                    <a:lnTo>
                      <a:pt x="36" y="71"/>
                    </a:lnTo>
                    <a:lnTo>
                      <a:pt x="36" y="71"/>
                    </a:lnTo>
                    <a:lnTo>
                      <a:pt x="36" y="62"/>
                    </a:lnTo>
                    <a:lnTo>
                      <a:pt x="36" y="53"/>
                    </a:lnTo>
                    <a:lnTo>
                      <a:pt x="44" y="53"/>
                    </a:lnTo>
                    <a:lnTo>
                      <a:pt x="44" y="71"/>
                    </a:lnTo>
                    <a:lnTo>
                      <a:pt x="44" y="71"/>
                    </a:lnTo>
                    <a:lnTo>
                      <a:pt x="44" y="80"/>
                    </a:lnTo>
                    <a:lnTo>
                      <a:pt x="44" y="80"/>
                    </a:lnTo>
                    <a:lnTo>
                      <a:pt x="44" y="89"/>
                    </a:lnTo>
                    <a:lnTo>
                      <a:pt x="44" y="80"/>
                    </a:lnTo>
                    <a:lnTo>
                      <a:pt x="44" y="71"/>
                    </a:lnTo>
                    <a:lnTo>
                      <a:pt x="53" y="71"/>
                    </a:lnTo>
                    <a:lnTo>
                      <a:pt x="53" y="80"/>
                    </a:lnTo>
                    <a:lnTo>
                      <a:pt x="44" y="89"/>
                    </a:lnTo>
                    <a:lnTo>
                      <a:pt x="53" y="80"/>
                    </a:lnTo>
                    <a:lnTo>
                      <a:pt x="53" y="80"/>
                    </a:lnTo>
                    <a:lnTo>
                      <a:pt x="53" y="71"/>
                    </a:lnTo>
                    <a:lnTo>
                      <a:pt x="53" y="62"/>
                    </a:lnTo>
                    <a:lnTo>
                      <a:pt x="53" y="53"/>
                    </a:lnTo>
                    <a:lnTo>
                      <a:pt x="53" y="44"/>
                    </a:lnTo>
                    <a:lnTo>
                      <a:pt x="62" y="44"/>
                    </a:lnTo>
                    <a:lnTo>
                      <a:pt x="62" y="35"/>
                    </a:lnTo>
                    <a:lnTo>
                      <a:pt x="71" y="35"/>
                    </a:lnTo>
                    <a:lnTo>
                      <a:pt x="71" y="35"/>
                    </a:lnTo>
                    <a:lnTo>
                      <a:pt x="71" y="27"/>
                    </a:lnTo>
                    <a:lnTo>
                      <a:pt x="62" y="27"/>
                    </a:lnTo>
                    <a:lnTo>
                      <a:pt x="62" y="18"/>
                    </a:lnTo>
                    <a:lnTo>
                      <a:pt x="71" y="18"/>
                    </a:lnTo>
                    <a:lnTo>
                      <a:pt x="71" y="9"/>
                    </a:lnTo>
                    <a:lnTo>
                      <a:pt x="80" y="9"/>
                    </a:lnTo>
                    <a:lnTo>
                      <a:pt x="80" y="0"/>
                    </a:lnTo>
                    <a:lnTo>
                      <a:pt x="88" y="9"/>
                    </a:lnTo>
                    <a:lnTo>
                      <a:pt x="88" y="9"/>
                    </a:lnTo>
                    <a:lnTo>
                      <a:pt x="97" y="9"/>
                    </a:lnTo>
                    <a:lnTo>
                      <a:pt x="106" y="9"/>
                    </a:lnTo>
                    <a:lnTo>
                      <a:pt x="106" y="9"/>
                    </a:lnTo>
                    <a:lnTo>
                      <a:pt x="115" y="9"/>
                    </a:lnTo>
                    <a:lnTo>
                      <a:pt x="115" y="18"/>
                    </a:lnTo>
                    <a:lnTo>
                      <a:pt x="115" y="18"/>
                    </a:lnTo>
                    <a:lnTo>
                      <a:pt x="124" y="18"/>
                    </a:lnTo>
                    <a:lnTo>
                      <a:pt x="132" y="18"/>
                    </a:lnTo>
                    <a:lnTo>
                      <a:pt x="132" y="27"/>
                    </a:lnTo>
                    <a:lnTo>
                      <a:pt x="141" y="27"/>
                    </a:lnTo>
                    <a:lnTo>
                      <a:pt x="150" y="27"/>
                    </a:lnTo>
                    <a:lnTo>
                      <a:pt x="159" y="27"/>
                    </a:lnTo>
                    <a:lnTo>
                      <a:pt x="159" y="35"/>
                    </a:lnTo>
                    <a:lnTo>
                      <a:pt x="159" y="35"/>
                    </a:lnTo>
                    <a:lnTo>
                      <a:pt x="168" y="44"/>
                    </a:lnTo>
                    <a:lnTo>
                      <a:pt x="168" y="44"/>
                    </a:lnTo>
                    <a:lnTo>
                      <a:pt x="168" y="44"/>
                    </a:lnTo>
                    <a:lnTo>
                      <a:pt x="168" y="53"/>
                    </a:lnTo>
                    <a:lnTo>
                      <a:pt x="159" y="53"/>
                    </a:lnTo>
                    <a:lnTo>
                      <a:pt x="168" y="62"/>
                    </a:lnTo>
                    <a:lnTo>
                      <a:pt x="168" y="62"/>
                    </a:lnTo>
                    <a:lnTo>
                      <a:pt x="176" y="71"/>
                    </a:lnTo>
                    <a:lnTo>
                      <a:pt x="176" y="80"/>
                    </a:lnTo>
                    <a:lnTo>
                      <a:pt x="176" y="89"/>
                    </a:lnTo>
                    <a:lnTo>
                      <a:pt x="176" y="106"/>
                    </a:lnTo>
                    <a:lnTo>
                      <a:pt x="168" y="106"/>
                    </a:lnTo>
                    <a:lnTo>
                      <a:pt x="168" y="115"/>
                    </a:lnTo>
                    <a:lnTo>
                      <a:pt x="168" y="115"/>
                    </a:lnTo>
                    <a:lnTo>
                      <a:pt x="168" y="124"/>
                    </a:lnTo>
                    <a:lnTo>
                      <a:pt x="159" y="133"/>
                    </a:lnTo>
                    <a:lnTo>
                      <a:pt x="159" y="133"/>
                    </a:lnTo>
                    <a:lnTo>
                      <a:pt x="150" y="142"/>
                    </a:lnTo>
                    <a:lnTo>
                      <a:pt x="150" y="150"/>
                    </a:lnTo>
                    <a:lnTo>
                      <a:pt x="150" y="159"/>
                    </a:lnTo>
                    <a:lnTo>
                      <a:pt x="159" y="168"/>
                    </a:lnTo>
                    <a:lnTo>
                      <a:pt x="159" y="168"/>
                    </a:lnTo>
                    <a:lnTo>
                      <a:pt x="168" y="168"/>
                    </a:lnTo>
                    <a:lnTo>
                      <a:pt x="168" y="159"/>
                    </a:lnTo>
                    <a:lnTo>
                      <a:pt x="168" y="159"/>
                    </a:lnTo>
                    <a:lnTo>
                      <a:pt x="176" y="150"/>
                    </a:lnTo>
                    <a:lnTo>
                      <a:pt x="176" y="142"/>
                    </a:lnTo>
                    <a:lnTo>
                      <a:pt x="176" y="142"/>
                    </a:lnTo>
                    <a:lnTo>
                      <a:pt x="185" y="142"/>
                    </a:lnTo>
                    <a:lnTo>
                      <a:pt x="185" y="133"/>
                    </a:lnTo>
                    <a:lnTo>
                      <a:pt x="194" y="133"/>
                    </a:lnTo>
                    <a:lnTo>
                      <a:pt x="203" y="124"/>
                    </a:lnTo>
                    <a:lnTo>
                      <a:pt x="203" y="124"/>
                    </a:lnTo>
                    <a:lnTo>
                      <a:pt x="212" y="124"/>
                    </a:lnTo>
                    <a:lnTo>
                      <a:pt x="212" y="133"/>
                    </a:lnTo>
                    <a:lnTo>
                      <a:pt x="220" y="142"/>
                    </a:lnTo>
                    <a:lnTo>
                      <a:pt x="229" y="159"/>
                    </a:lnTo>
                    <a:lnTo>
                      <a:pt x="229" y="168"/>
                    </a:lnTo>
                    <a:lnTo>
                      <a:pt x="229" y="177"/>
                    </a:lnTo>
                    <a:lnTo>
                      <a:pt x="238" y="186"/>
                    </a:lnTo>
                    <a:lnTo>
                      <a:pt x="238" y="195"/>
                    </a:lnTo>
                    <a:lnTo>
                      <a:pt x="247" y="203"/>
                    </a:lnTo>
                    <a:lnTo>
                      <a:pt x="247" y="203"/>
                    </a:lnTo>
                    <a:lnTo>
                      <a:pt x="247" y="203"/>
                    </a:lnTo>
                    <a:lnTo>
                      <a:pt x="238" y="212"/>
                    </a:lnTo>
                    <a:lnTo>
                      <a:pt x="238" y="221"/>
                    </a:lnTo>
                    <a:lnTo>
                      <a:pt x="247" y="221"/>
                    </a:lnTo>
                    <a:lnTo>
                      <a:pt x="238" y="230"/>
                    </a:lnTo>
                    <a:lnTo>
                      <a:pt x="238" y="239"/>
                    </a:lnTo>
                    <a:lnTo>
                      <a:pt x="238" y="239"/>
                    </a:lnTo>
                    <a:lnTo>
                      <a:pt x="238" y="239"/>
                    </a:lnTo>
                    <a:lnTo>
                      <a:pt x="238" y="230"/>
                    </a:lnTo>
                    <a:lnTo>
                      <a:pt x="229" y="230"/>
                    </a:lnTo>
                    <a:lnTo>
                      <a:pt x="229" y="230"/>
                    </a:lnTo>
                    <a:lnTo>
                      <a:pt x="229" y="239"/>
                    </a:lnTo>
                    <a:lnTo>
                      <a:pt x="220" y="239"/>
                    </a:lnTo>
                    <a:lnTo>
                      <a:pt x="220" y="257"/>
                    </a:lnTo>
                    <a:lnTo>
                      <a:pt x="220" y="257"/>
                    </a:lnTo>
                    <a:lnTo>
                      <a:pt x="212" y="265"/>
                    </a:lnTo>
                    <a:lnTo>
                      <a:pt x="212" y="265"/>
                    </a:lnTo>
                    <a:lnTo>
                      <a:pt x="212" y="265"/>
                    </a:lnTo>
                    <a:lnTo>
                      <a:pt x="212" y="274"/>
                    </a:lnTo>
                    <a:lnTo>
                      <a:pt x="212" y="283"/>
                    </a:lnTo>
                    <a:lnTo>
                      <a:pt x="203" y="301"/>
                    </a:lnTo>
                    <a:lnTo>
                      <a:pt x="194" y="310"/>
                    </a:lnTo>
                    <a:lnTo>
                      <a:pt x="176" y="318"/>
                    </a:lnTo>
                    <a:lnTo>
                      <a:pt x="124" y="327"/>
                    </a:lnTo>
                    <a:lnTo>
                      <a:pt x="115" y="318"/>
                    </a:lnTo>
                    <a:lnTo>
                      <a:pt x="36" y="327"/>
                    </a:lnTo>
                    <a:lnTo>
                      <a:pt x="0" y="336"/>
                    </a:lnTo>
                    <a:lnTo>
                      <a:pt x="0" y="33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106"/>
              <p:cNvSpPr>
                <a:spLocks/>
              </p:cNvSpPr>
              <p:nvPr/>
            </p:nvSpPr>
            <p:spPr bwMode="auto">
              <a:xfrm>
                <a:off x="3762622" y="2069339"/>
                <a:ext cx="331383" cy="450788"/>
              </a:xfrm>
              <a:custGeom>
                <a:avLst/>
                <a:gdLst/>
                <a:ahLst/>
                <a:cxnLst>
                  <a:cxn ang="0">
                    <a:pos x="9" y="327"/>
                  </a:cxn>
                  <a:cxn ang="0">
                    <a:pos x="18" y="301"/>
                  </a:cxn>
                  <a:cxn ang="0">
                    <a:pos x="27" y="265"/>
                  </a:cxn>
                  <a:cxn ang="0">
                    <a:pos x="18" y="221"/>
                  </a:cxn>
                  <a:cxn ang="0">
                    <a:pos x="0" y="186"/>
                  </a:cxn>
                  <a:cxn ang="0">
                    <a:pos x="9" y="168"/>
                  </a:cxn>
                  <a:cxn ang="0">
                    <a:pos x="0" y="150"/>
                  </a:cxn>
                  <a:cxn ang="0">
                    <a:pos x="9" y="124"/>
                  </a:cxn>
                  <a:cxn ang="0">
                    <a:pos x="9" y="97"/>
                  </a:cxn>
                  <a:cxn ang="0">
                    <a:pos x="18" y="89"/>
                  </a:cxn>
                  <a:cxn ang="0">
                    <a:pos x="36" y="71"/>
                  </a:cxn>
                  <a:cxn ang="0">
                    <a:pos x="36" y="53"/>
                  </a:cxn>
                  <a:cxn ang="0">
                    <a:pos x="44" y="71"/>
                  </a:cxn>
                  <a:cxn ang="0">
                    <a:pos x="44" y="89"/>
                  </a:cxn>
                  <a:cxn ang="0">
                    <a:pos x="53" y="71"/>
                  </a:cxn>
                  <a:cxn ang="0">
                    <a:pos x="53" y="80"/>
                  </a:cxn>
                  <a:cxn ang="0">
                    <a:pos x="53" y="62"/>
                  </a:cxn>
                  <a:cxn ang="0">
                    <a:pos x="62" y="44"/>
                  </a:cxn>
                  <a:cxn ang="0">
                    <a:pos x="71" y="35"/>
                  </a:cxn>
                  <a:cxn ang="0">
                    <a:pos x="62" y="18"/>
                  </a:cxn>
                  <a:cxn ang="0">
                    <a:pos x="80" y="9"/>
                  </a:cxn>
                  <a:cxn ang="0">
                    <a:pos x="88" y="9"/>
                  </a:cxn>
                  <a:cxn ang="0">
                    <a:pos x="106" y="9"/>
                  </a:cxn>
                  <a:cxn ang="0">
                    <a:pos x="115" y="18"/>
                  </a:cxn>
                  <a:cxn ang="0">
                    <a:pos x="132" y="27"/>
                  </a:cxn>
                  <a:cxn ang="0">
                    <a:pos x="159" y="27"/>
                  </a:cxn>
                  <a:cxn ang="0">
                    <a:pos x="168" y="44"/>
                  </a:cxn>
                  <a:cxn ang="0">
                    <a:pos x="168" y="53"/>
                  </a:cxn>
                  <a:cxn ang="0">
                    <a:pos x="168" y="62"/>
                  </a:cxn>
                  <a:cxn ang="0">
                    <a:pos x="176" y="89"/>
                  </a:cxn>
                  <a:cxn ang="0">
                    <a:pos x="168" y="115"/>
                  </a:cxn>
                  <a:cxn ang="0">
                    <a:pos x="159" y="133"/>
                  </a:cxn>
                  <a:cxn ang="0">
                    <a:pos x="150" y="150"/>
                  </a:cxn>
                  <a:cxn ang="0">
                    <a:pos x="159" y="168"/>
                  </a:cxn>
                  <a:cxn ang="0">
                    <a:pos x="168" y="159"/>
                  </a:cxn>
                  <a:cxn ang="0">
                    <a:pos x="176" y="142"/>
                  </a:cxn>
                  <a:cxn ang="0">
                    <a:pos x="194" y="133"/>
                  </a:cxn>
                  <a:cxn ang="0">
                    <a:pos x="212" y="124"/>
                  </a:cxn>
                  <a:cxn ang="0">
                    <a:pos x="229" y="159"/>
                  </a:cxn>
                  <a:cxn ang="0">
                    <a:pos x="238" y="186"/>
                  </a:cxn>
                  <a:cxn ang="0">
                    <a:pos x="247" y="203"/>
                  </a:cxn>
                  <a:cxn ang="0">
                    <a:pos x="238" y="221"/>
                  </a:cxn>
                  <a:cxn ang="0">
                    <a:pos x="238" y="239"/>
                  </a:cxn>
                  <a:cxn ang="0">
                    <a:pos x="238" y="230"/>
                  </a:cxn>
                  <a:cxn ang="0">
                    <a:pos x="229" y="239"/>
                  </a:cxn>
                  <a:cxn ang="0">
                    <a:pos x="220" y="257"/>
                  </a:cxn>
                  <a:cxn ang="0">
                    <a:pos x="212" y="265"/>
                  </a:cxn>
                  <a:cxn ang="0">
                    <a:pos x="203" y="301"/>
                  </a:cxn>
                  <a:cxn ang="0">
                    <a:pos x="124" y="327"/>
                  </a:cxn>
                  <a:cxn ang="0">
                    <a:pos x="0" y="336"/>
                  </a:cxn>
                </a:cxnLst>
                <a:rect l="0" t="0" r="r" b="b"/>
                <a:pathLst>
                  <a:path w="247" h="336">
                    <a:moveTo>
                      <a:pt x="0" y="336"/>
                    </a:moveTo>
                    <a:lnTo>
                      <a:pt x="0" y="336"/>
                    </a:lnTo>
                    <a:lnTo>
                      <a:pt x="9" y="327"/>
                    </a:lnTo>
                    <a:lnTo>
                      <a:pt x="9" y="318"/>
                    </a:lnTo>
                    <a:lnTo>
                      <a:pt x="18" y="318"/>
                    </a:lnTo>
                    <a:lnTo>
                      <a:pt x="18" y="301"/>
                    </a:lnTo>
                    <a:lnTo>
                      <a:pt x="27" y="292"/>
                    </a:lnTo>
                    <a:lnTo>
                      <a:pt x="27" y="283"/>
                    </a:lnTo>
                    <a:lnTo>
                      <a:pt x="27" y="265"/>
                    </a:lnTo>
                    <a:lnTo>
                      <a:pt x="27" y="257"/>
                    </a:lnTo>
                    <a:lnTo>
                      <a:pt x="27" y="230"/>
                    </a:lnTo>
                    <a:lnTo>
                      <a:pt x="18" y="221"/>
                    </a:lnTo>
                    <a:lnTo>
                      <a:pt x="27" y="212"/>
                    </a:lnTo>
                    <a:lnTo>
                      <a:pt x="18" y="212"/>
                    </a:lnTo>
                    <a:lnTo>
                      <a:pt x="0" y="186"/>
                    </a:lnTo>
                    <a:lnTo>
                      <a:pt x="0" y="186"/>
                    </a:lnTo>
                    <a:lnTo>
                      <a:pt x="0" y="177"/>
                    </a:lnTo>
                    <a:lnTo>
                      <a:pt x="9" y="168"/>
                    </a:lnTo>
                    <a:lnTo>
                      <a:pt x="0" y="159"/>
                    </a:lnTo>
                    <a:lnTo>
                      <a:pt x="0" y="150"/>
                    </a:lnTo>
                    <a:lnTo>
                      <a:pt x="0" y="150"/>
                    </a:lnTo>
                    <a:lnTo>
                      <a:pt x="9" y="142"/>
                    </a:lnTo>
                    <a:lnTo>
                      <a:pt x="9" y="124"/>
                    </a:lnTo>
                    <a:lnTo>
                      <a:pt x="9" y="124"/>
                    </a:lnTo>
                    <a:lnTo>
                      <a:pt x="9" y="115"/>
                    </a:lnTo>
                    <a:lnTo>
                      <a:pt x="9" y="106"/>
                    </a:lnTo>
                    <a:lnTo>
                      <a:pt x="9" y="97"/>
                    </a:lnTo>
                    <a:lnTo>
                      <a:pt x="18" y="97"/>
                    </a:lnTo>
                    <a:lnTo>
                      <a:pt x="18" y="89"/>
                    </a:lnTo>
                    <a:lnTo>
                      <a:pt x="18" y="89"/>
                    </a:lnTo>
                    <a:lnTo>
                      <a:pt x="27" y="80"/>
                    </a:lnTo>
                    <a:lnTo>
                      <a:pt x="27" y="80"/>
                    </a:lnTo>
                    <a:lnTo>
                      <a:pt x="36" y="71"/>
                    </a:lnTo>
                    <a:lnTo>
                      <a:pt x="36" y="71"/>
                    </a:lnTo>
                    <a:lnTo>
                      <a:pt x="36" y="62"/>
                    </a:lnTo>
                    <a:lnTo>
                      <a:pt x="36" y="53"/>
                    </a:lnTo>
                    <a:lnTo>
                      <a:pt x="44" y="53"/>
                    </a:lnTo>
                    <a:lnTo>
                      <a:pt x="44" y="71"/>
                    </a:lnTo>
                    <a:lnTo>
                      <a:pt x="44" y="71"/>
                    </a:lnTo>
                    <a:lnTo>
                      <a:pt x="44" y="80"/>
                    </a:lnTo>
                    <a:lnTo>
                      <a:pt x="44" y="80"/>
                    </a:lnTo>
                    <a:lnTo>
                      <a:pt x="44" y="89"/>
                    </a:lnTo>
                    <a:lnTo>
                      <a:pt x="44" y="80"/>
                    </a:lnTo>
                    <a:lnTo>
                      <a:pt x="44" y="71"/>
                    </a:lnTo>
                    <a:lnTo>
                      <a:pt x="53" y="71"/>
                    </a:lnTo>
                    <a:lnTo>
                      <a:pt x="53" y="80"/>
                    </a:lnTo>
                    <a:lnTo>
                      <a:pt x="44" y="89"/>
                    </a:lnTo>
                    <a:lnTo>
                      <a:pt x="53" y="80"/>
                    </a:lnTo>
                    <a:lnTo>
                      <a:pt x="53" y="80"/>
                    </a:lnTo>
                    <a:lnTo>
                      <a:pt x="53" y="71"/>
                    </a:lnTo>
                    <a:lnTo>
                      <a:pt x="53" y="62"/>
                    </a:lnTo>
                    <a:lnTo>
                      <a:pt x="53" y="53"/>
                    </a:lnTo>
                    <a:lnTo>
                      <a:pt x="53" y="44"/>
                    </a:lnTo>
                    <a:lnTo>
                      <a:pt x="62" y="44"/>
                    </a:lnTo>
                    <a:lnTo>
                      <a:pt x="62" y="35"/>
                    </a:lnTo>
                    <a:lnTo>
                      <a:pt x="71" y="35"/>
                    </a:lnTo>
                    <a:lnTo>
                      <a:pt x="71" y="35"/>
                    </a:lnTo>
                    <a:lnTo>
                      <a:pt x="71" y="27"/>
                    </a:lnTo>
                    <a:lnTo>
                      <a:pt x="62" y="27"/>
                    </a:lnTo>
                    <a:lnTo>
                      <a:pt x="62" y="18"/>
                    </a:lnTo>
                    <a:lnTo>
                      <a:pt x="71" y="18"/>
                    </a:lnTo>
                    <a:lnTo>
                      <a:pt x="71" y="9"/>
                    </a:lnTo>
                    <a:lnTo>
                      <a:pt x="80" y="9"/>
                    </a:lnTo>
                    <a:lnTo>
                      <a:pt x="80" y="0"/>
                    </a:lnTo>
                    <a:lnTo>
                      <a:pt x="88" y="9"/>
                    </a:lnTo>
                    <a:lnTo>
                      <a:pt x="88" y="9"/>
                    </a:lnTo>
                    <a:lnTo>
                      <a:pt x="97" y="9"/>
                    </a:lnTo>
                    <a:lnTo>
                      <a:pt x="106" y="9"/>
                    </a:lnTo>
                    <a:lnTo>
                      <a:pt x="106" y="9"/>
                    </a:lnTo>
                    <a:lnTo>
                      <a:pt x="115" y="9"/>
                    </a:lnTo>
                    <a:lnTo>
                      <a:pt x="115" y="18"/>
                    </a:lnTo>
                    <a:lnTo>
                      <a:pt x="115" y="18"/>
                    </a:lnTo>
                    <a:lnTo>
                      <a:pt x="124" y="18"/>
                    </a:lnTo>
                    <a:lnTo>
                      <a:pt x="132" y="18"/>
                    </a:lnTo>
                    <a:lnTo>
                      <a:pt x="132" y="27"/>
                    </a:lnTo>
                    <a:lnTo>
                      <a:pt x="141" y="27"/>
                    </a:lnTo>
                    <a:lnTo>
                      <a:pt x="150" y="27"/>
                    </a:lnTo>
                    <a:lnTo>
                      <a:pt x="159" y="27"/>
                    </a:lnTo>
                    <a:lnTo>
                      <a:pt x="159" y="35"/>
                    </a:lnTo>
                    <a:lnTo>
                      <a:pt x="159" y="35"/>
                    </a:lnTo>
                    <a:lnTo>
                      <a:pt x="168" y="44"/>
                    </a:lnTo>
                    <a:lnTo>
                      <a:pt x="168" y="44"/>
                    </a:lnTo>
                    <a:lnTo>
                      <a:pt x="168" y="44"/>
                    </a:lnTo>
                    <a:lnTo>
                      <a:pt x="168" y="53"/>
                    </a:lnTo>
                    <a:lnTo>
                      <a:pt x="159" y="53"/>
                    </a:lnTo>
                    <a:lnTo>
                      <a:pt x="168" y="62"/>
                    </a:lnTo>
                    <a:lnTo>
                      <a:pt x="168" y="62"/>
                    </a:lnTo>
                    <a:lnTo>
                      <a:pt x="176" y="71"/>
                    </a:lnTo>
                    <a:lnTo>
                      <a:pt x="176" y="80"/>
                    </a:lnTo>
                    <a:lnTo>
                      <a:pt x="176" y="89"/>
                    </a:lnTo>
                    <a:lnTo>
                      <a:pt x="176" y="106"/>
                    </a:lnTo>
                    <a:lnTo>
                      <a:pt x="168" y="106"/>
                    </a:lnTo>
                    <a:lnTo>
                      <a:pt x="168" y="115"/>
                    </a:lnTo>
                    <a:lnTo>
                      <a:pt x="168" y="115"/>
                    </a:lnTo>
                    <a:lnTo>
                      <a:pt x="168" y="124"/>
                    </a:lnTo>
                    <a:lnTo>
                      <a:pt x="159" y="133"/>
                    </a:lnTo>
                    <a:lnTo>
                      <a:pt x="159" y="133"/>
                    </a:lnTo>
                    <a:lnTo>
                      <a:pt x="150" y="142"/>
                    </a:lnTo>
                    <a:lnTo>
                      <a:pt x="150" y="150"/>
                    </a:lnTo>
                    <a:lnTo>
                      <a:pt x="150" y="159"/>
                    </a:lnTo>
                    <a:lnTo>
                      <a:pt x="159" y="168"/>
                    </a:lnTo>
                    <a:lnTo>
                      <a:pt x="159" y="168"/>
                    </a:lnTo>
                    <a:lnTo>
                      <a:pt x="168" y="168"/>
                    </a:lnTo>
                    <a:lnTo>
                      <a:pt x="168" y="159"/>
                    </a:lnTo>
                    <a:lnTo>
                      <a:pt x="168" y="159"/>
                    </a:lnTo>
                    <a:lnTo>
                      <a:pt x="176" y="150"/>
                    </a:lnTo>
                    <a:lnTo>
                      <a:pt x="176" y="142"/>
                    </a:lnTo>
                    <a:lnTo>
                      <a:pt x="176" y="142"/>
                    </a:lnTo>
                    <a:lnTo>
                      <a:pt x="185" y="142"/>
                    </a:lnTo>
                    <a:lnTo>
                      <a:pt x="185" y="133"/>
                    </a:lnTo>
                    <a:lnTo>
                      <a:pt x="194" y="133"/>
                    </a:lnTo>
                    <a:lnTo>
                      <a:pt x="203" y="124"/>
                    </a:lnTo>
                    <a:lnTo>
                      <a:pt x="203" y="124"/>
                    </a:lnTo>
                    <a:lnTo>
                      <a:pt x="212" y="124"/>
                    </a:lnTo>
                    <a:lnTo>
                      <a:pt x="212" y="133"/>
                    </a:lnTo>
                    <a:lnTo>
                      <a:pt x="220" y="142"/>
                    </a:lnTo>
                    <a:lnTo>
                      <a:pt x="229" y="159"/>
                    </a:lnTo>
                    <a:lnTo>
                      <a:pt x="229" y="168"/>
                    </a:lnTo>
                    <a:lnTo>
                      <a:pt x="229" y="177"/>
                    </a:lnTo>
                    <a:lnTo>
                      <a:pt x="238" y="186"/>
                    </a:lnTo>
                    <a:lnTo>
                      <a:pt x="238" y="195"/>
                    </a:lnTo>
                    <a:lnTo>
                      <a:pt x="247" y="203"/>
                    </a:lnTo>
                    <a:lnTo>
                      <a:pt x="247" y="203"/>
                    </a:lnTo>
                    <a:lnTo>
                      <a:pt x="247" y="203"/>
                    </a:lnTo>
                    <a:lnTo>
                      <a:pt x="238" y="212"/>
                    </a:lnTo>
                    <a:lnTo>
                      <a:pt x="238" y="221"/>
                    </a:lnTo>
                    <a:lnTo>
                      <a:pt x="247" y="221"/>
                    </a:lnTo>
                    <a:lnTo>
                      <a:pt x="238" y="230"/>
                    </a:lnTo>
                    <a:lnTo>
                      <a:pt x="238" y="239"/>
                    </a:lnTo>
                    <a:lnTo>
                      <a:pt x="238" y="239"/>
                    </a:lnTo>
                    <a:lnTo>
                      <a:pt x="238" y="239"/>
                    </a:lnTo>
                    <a:lnTo>
                      <a:pt x="238" y="230"/>
                    </a:lnTo>
                    <a:lnTo>
                      <a:pt x="229" y="230"/>
                    </a:lnTo>
                    <a:lnTo>
                      <a:pt x="229" y="230"/>
                    </a:lnTo>
                    <a:lnTo>
                      <a:pt x="229" y="239"/>
                    </a:lnTo>
                    <a:lnTo>
                      <a:pt x="220" y="239"/>
                    </a:lnTo>
                    <a:lnTo>
                      <a:pt x="220" y="257"/>
                    </a:lnTo>
                    <a:lnTo>
                      <a:pt x="220" y="257"/>
                    </a:lnTo>
                    <a:lnTo>
                      <a:pt x="212" y="265"/>
                    </a:lnTo>
                    <a:lnTo>
                      <a:pt x="212" y="265"/>
                    </a:lnTo>
                    <a:lnTo>
                      <a:pt x="212" y="265"/>
                    </a:lnTo>
                    <a:lnTo>
                      <a:pt x="212" y="274"/>
                    </a:lnTo>
                    <a:lnTo>
                      <a:pt x="212" y="283"/>
                    </a:lnTo>
                    <a:lnTo>
                      <a:pt x="203" y="301"/>
                    </a:lnTo>
                    <a:lnTo>
                      <a:pt x="194" y="310"/>
                    </a:lnTo>
                    <a:lnTo>
                      <a:pt x="176" y="318"/>
                    </a:lnTo>
                    <a:lnTo>
                      <a:pt x="124" y="327"/>
                    </a:lnTo>
                    <a:lnTo>
                      <a:pt x="115" y="318"/>
                    </a:lnTo>
                    <a:lnTo>
                      <a:pt x="36" y="327"/>
                    </a:lnTo>
                    <a:lnTo>
                      <a:pt x="0" y="336"/>
                    </a:lnTo>
                    <a:lnTo>
                      <a:pt x="0" y="336"/>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07"/>
              <p:cNvSpPr>
                <a:spLocks/>
              </p:cNvSpPr>
              <p:nvPr/>
            </p:nvSpPr>
            <p:spPr bwMode="auto">
              <a:xfrm>
                <a:off x="3456730" y="1951276"/>
                <a:ext cx="472254" cy="213320"/>
              </a:xfrm>
              <a:custGeom>
                <a:avLst/>
                <a:gdLst/>
                <a:ahLst/>
                <a:cxnLst>
                  <a:cxn ang="0">
                    <a:pos x="17" y="53"/>
                  </a:cxn>
                  <a:cxn ang="0">
                    <a:pos x="35" y="35"/>
                  </a:cxn>
                  <a:cxn ang="0">
                    <a:pos x="52" y="35"/>
                  </a:cxn>
                  <a:cxn ang="0">
                    <a:pos x="70" y="17"/>
                  </a:cxn>
                  <a:cxn ang="0">
                    <a:pos x="88" y="9"/>
                  </a:cxn>
                  <a:cxn ang="0">
                    <a:pos x="96" y="26"/>
                  </a:cxn>
                  <a:cxn ang="0">
                    <a:pos x="105" y="26"/>
                  </a:cxn>
                  <a:cxn ang="0">
                    <a:pos x="105" y="26"/>
                  </a:cxn>
                  <a:cxn ang="0">
                    <a:pos x="123" y="26"/>
                  </a:cxn>
                  <a:cxn ang="0">
                    <a:pos x="140" y="26"/>
                  </a:cxn>
                  <a:cxn ang="0">
                    <a:pos x="158" y="44"/>
                  </a:cxn>
                  <a:cxn ang="0">
                    <a:pos x="167" y="53"/>
                  </a:cxn>
                  <a:cxn ang="0">
                    <a:pos x="193" y="53"/>
                  </a:cxn>
                  <a:cxn ang="0">
                    <a:pos x="211" y="44"/>
                  </a:cxn>
                  <a:cxn ang="0">
                    <a:pos x="237" y="26"/>
                  </a:cxn>
                  <a:cxn ang="0">
                    <a:pos x="264" y="26"/>
                  </a:cxn>
                  <a:cxn ang="0">
                    <a:pos x="290" y="17"/>
                  </a:cxn>
                  <a:cxn ang="0">
                    <a:pos x="299" y="44"/>
                  </a:cxn>
                  <a:cxn ang="0">
                    <a:pos x="316" y="35"/>
                  </a:cxn>
                  <a:cxn ang="0">
                    <a:pos x="325" y="35"/>
                  </a:cxn>
                  <a:cxn ang="0">
                    <a:pos x="334" y="44"/>
                  </a:cxn>
                  <a:cxn ang="0">
                    <a:pos x="343" y="53"/>
                  </a:cxn>
                  <a:cxn ang="0">
                    <a:pos x="352" y="62"/>
                  </a:cxn>
                  <a:cxn ang="0">
                    <a:pos x="325" y="70"/>
                  </a:cxn>
                  <a:cxn ang="0">
                    <a:pos x="308" y="70"/>
                  </a:cxn>
                  <a:cxn ang="0">
                    <a:pos x="308" y="88"/>
                  </a:cxn>
                  <a:cxn ang="0">
                    <a:pos x="281" y="70"/>
                  </a:cxn>
                  <a:cxn ang="0">
                    <a:pos x="264" y="79"/>
                  </a:cxn>
                  <a:cxn ang="0">
                    <a:pos x="237" y="88"/>
                  </a:cxn>
                  <a:cxn ang="0">
                    <a:pos x="228" y="88"/>
                  </a:cxn>
                  <a:cxn ang="0">
                    <a:pos x="220" y="106"/>
                  </a:cxn>
                  <a:cxn ang="0">
                    <a:pos x="202" y="115"/>
                  </a:cxn>
                  <a:cxn ang="0">
                    <a:pos x="211" y="97"/>
                  </a:cxn>
                  <a:cxn ang="0">
                    <a:pos x="193" y="106"/>
                  </a:cxn>
                  <a:cxn ang="0">
                    <a:pos x="193" y="106"/>
                  </a:cxn>
                  <a:cxn ang="0">
                    <a:pos x="184" y="106"/>
                  </a:cxn>
                  <a:cxn ang="0">
                    <a:pos x="176" y="123"/>
                  </a:cxn>
                  <a:cxn ang="0">
                    <a:pos x="158" y="159"/>
                  </a:cxn>
                  <a:cxn ang="0">
                    <a:pos x="158" y="159"/>
                  </a:cxn>
                  <a:cxn ang="0">
                    <a:pos x="158" y="141"/>
                  </a:cxn>
                  <a:cxn ang="0">
                    <a:pos x="140" y="141"/>
                  </a:cxn>
                  <a:cxn ang="0">
                    <a:pos x="140" y="123"/>
                  </a:cxn>
                  <a:cxn ang="0">
                    <a:pos x="132" y="115"/>
                  </a:cxn>
                  <a:cxn ang="0">
                    <a:pos x="123" y="97"/>
                  </a:cxn>
                  <a:cxn ang="0">
                    <a:pos x="96" y="97"/>
                  </a:cxn>
                  <a:cxn ang="0">
                    <a:pos x="70" y="88"/>
                  </a:cxn>
                  <a:cxn ang="0">
                    <a:pos x="0" y="62"/>
                  </a:cxn>
                </a:cxnLst>
                <a:rect l="0" t="0" r="r" b="b"/>
                <a:pathLst>
                  <a:path w="352" h="159">
                    <a:moveTo>
                      <a:pt x="0" y="62"/>
                    </a:moveTo>
                    <a:lnTo>
                      <a:pt x="0" y="53"/>
                    </a:lnTo>
                    <a:lnTo>
                      <a:pt x="17" y="53"/>
                    </a:lnTo>
                    <a:lnTo>
                      <a:pt x="26" y="44"/>
                    </a:lnTo>
                    <a:lnTo>
                      <a:pt x="35" y="35"/>
                    </a:lnTo>
                    <a:lnTo>
                      <a:pt x="35" y="35"/>
                    </a:lnTo>
                    <a:lnTo>
                      <a:pt x="44" y="35"/>
                    </a:lnTo>
                    <a:lnTo>
                      <a:pt x="44" y="35"/>
                    </a:lnTo>
                    <a:lnTo>
                      <a:pt x="52" y="35"/>
                    </a:lnTo>
                    <a:lnTo>
                      <a:pt x="52" y="26"/>
                    </a:lnTo>
                    <a:lnTo>
                      <a:pt x="61" y="26"/>
                    </a:lnTo>
                    <a:lnTo>
                      <a:pt x="70" y="17"/>
                    </a:lnTo>
                    <a:lnTo>
                      <a:pt x="70" y="17"/>
                    </a:lnTo>
                    <a:lnTo>
                      <a:pt x="88" y="0"/>
                    </a:lnTo>
                    <a:lnTo>
                      <a:pt x="88" y="9"/>
                    </a:lnTo>
                    <a:lnTo>
                      <a:pt x="88" y="9"/>
                    </a:lnTo>
                    <a:lnTo>
                      <a:pt x="96" y="17"/>
                    </a:lnTo>
                    <a:lnTo>
                      <a:pt x="96" y="26"/>
                    </a:lnTo>
                    <a:lnTo>
                      <a:pt x="96" y="35"/>
                    </a:lnTo>
                    <a:lnTo>
                      <a:pt x="105" y="35"/>
                    </a:lnTo>
                    <a:lnTo>
                      <a:pt x="105" y="26"/>
                    </a:lnTo>
                    <a:lnTo>
                      <a:pt x="105" y="26"/>
                    </a:lnTo>
                    <a:lnTo>
                      <a:pt x="114" y="17"/>
                    </a:lnTo>
                    <a:lnTo>
                      <a:pt x="105" y="26"/>
                    </a:lnTo>
                    <a:lnTo>
                      <a:pt x="114" y="26"/>
                    </a:lnTo>
                    <a:lnTo>
                      <a:pt x="114" y="26"/>
                    </a:lnTo>
                    <a:lnTo>
                      <a:pt x="123" y="26"/>
                    </a:lnTo>
                    <a:lnTo>
                      <a:pt x="132" y="26"/>
                    </a:lnTo>
                    <a:lnTo>
                      <a:pt x="132" y="26"/>
                    </a:lnTo>
                    <a:lnTo>
                      <a:pt x="140" y="26"/>
                    </a:lnTo>
                    <a:lnTo>
                      <a:pt x="149" y="26"/>
                    </a:lnTo>
                    <a:lnTo>
                      <a:pt x="149" y="35"/>
                    </a:lnTo>
                    <a:lnTo>
                      <a:pt x="158" y="44"/>
                    </a:lnTo>
                    <a:lnTo>
                      <a:pt x="158" y="53"/>
                    </a:lnTo>
                    <a:lnTo>
                      <a:pt x="167" y="53"/>
                    </a:lnTo>
                    <a:lnTo>
                      <a:pt x="167" y="53"/>
                    </a:lnTo>
                    <a:lnTo>
                      <a:pt x="184" y="44"/>
                    </a:lnTo>
                    <a:lnTo>
                      <a:pt x="184" y="53"/>
                    </a:lnTo>
                    <a:lnTo>
                      <a:pt x="193" y="53"/>
                    </a:lnTo>
                    <a:lnTo>
                      <a:pt x="193" y="53"/>
                    </a:lnTo>
                    <a:lnTo>
                      <a:pt x="202" y="53"/>
                    </a:lnTo>
                    <a:lnTo>
                      <a:pt x="211" y="44"/>
                    </a:lnTo>
                    <a:lnTo>
                      <a:pt x="220" y="35"/>
                    </a:lnTo>
                    <a:lnTo>
                      <a:pt x="228" y="35"/>
                    </a:lnTo>
                    <a:lnTo>
                      <a:pt x="237" y="26"/>
                    </a:lnTo>
                    <a:lnTo>
                      <a:pt x="237" y="26"/>
                    </a:lnTo>
                    <a:lnTo>
                      <a:pt x="255" y="26"/>
                    </a:lnTo>
                    <a:lnTo>
                      <a:pt x="264" y="26"/>
                    </a:lnTo>
                    <a:lnTo>
                      <a:pt x="272" y="17"/>
                    </a:lnTo>
                    <a:lnTo>
                      <a:pt x="281" y="17"/>
                    </a:lnTo>
                    <a:lnTo>
                      <a:pt x="290" y="17"/>
                    </a:lnTo>
                    <a:lnTo>
                      <a:pt x="290" y="35"/>
                    </a:lnTo>
                    <a:lnTo>
                      <a:pt x="290" y="35"/>
                    </a:lnTo>
                    <a:lnTo>
                      <a:pt x="299" y="44"/>
                    </a:lnTo>
                    <a:lnTo>
                      <a:pt x="308" y="35"/>
                    </a:lnTo>
                    <a:lnTo>
                      <a:pt x="316" y="44"/>
                    </a:lnTo>
                    <a:lnTo>
                      <a:pt x="316" y="35"/>
                    </a:lnTo>
                    <a:lnTo>
                      <a:pt x="325" y="35"/>
                    </a:lnTo>
                    <a:lnTo>
                      <a:pt x="325" y="35"/>
                    </a:lnTo>
                    <a:lnTo>
                      <a:pt x="325" y="35"/>
                    </a:lnTo>
                    <a:lnTo>
                      <a:pt x="334" y="35"/>
                    </a:lnTo>
                    <a:lnTo>
                      <a:pt x="334" y="44"/>
                    </a:lnTo>
                    <a:lnTo>
                      <a:pt x="334" y="44"/>
                    </a:lnTo>
                    <a:lnTo>
                      <a:pt x="334" y="53"/>
                    </a:lnTo>
                    <a:lnTo>
                      <a:pt x="343" y="53"/>
                    </a:lnTo>
                    <a:lnTo>
                      <a:pt x="343" y="53"/>
                    </a:lnTo>
                    <a:lnTo>
                      <a:pt x="343" y="62"/>
                    </a:lnTo>
                    <a:lnTo>
                      <a:pt x="343" y="62"/>
                    </a:lnTo>
                    <a:lnTo>
                      <a:pt x="352" y="62"/>
                    </a:lnTo>
                    <a:lnTo>
                      <a:pt x="352" y="70"/>
                    </a:lnTo>
                    <a:lnTo>
                      <a:pt x="352" y="70"/>
                    </a:lnTo>
                    <a:lnTo>
                      <a:pt x="325" y="70"/>
                    </a:lnTo>
                    <a:lnTo>
                      <a:pt x="325" y="70"/>
                    </a:lnTo>
                    <a:lnTo>
                      <a:pt x="316" y="70"/>
                    </a:lnTo>
                    <a:lnTo>
                      <a:pt x="308" y="70"/>
                    </a:lnTo>
                    <a:lnTo>
                      <a:pt x="308" y="79"/>
                    </a:lnTo>
                    <a:lnTo>
                      <a:pt x="308" y="88"/>
                    </a:lnTo>
                    <a:lnTo>
                      <a:pt x="308" y="88"/>
                    </a:lnTo>
                    <a:lnTo>
                      <a:pt x="299" y="79"/>
                    </a:lnTo>
                    <a:lnTo>
                      <a:pt x="281" y="70"/>
                    </a:lnTo>
                    <a:lnTo>
                      <a:pt x="281" y="70"/>
                    </a:lnTo>
                    <a:lnTo>
                      <a:pt x="272" y="70"/>
                    </a:lnTo>
                    <a:lnTo>
                      <a:pt x="264" y="70"/>
                    </a:lnTo>
                    <a:lnTo>
                      <a:pt x="264" y="79"/>
                    </a:lnTo>
                    <a:lnTo>
                      <a:pt x="255" y="79"/>
                    </a:lnTo>
                    <a:lnTo>
                      <a:pt x="246" y="79"/>
                    </a:lnTo>
                    <a:lnTo>
                      <a:pt x="237" y="88"/>
                    </a:lnTo>
                    <a:lnTo>
                      <a:pt x="237" y="88"/>
                    </a:lnTo>
                    <a:lnTo>
                      <a:pt x="228" y="88"/>
                    </a:lnTo>
                    <a:lnTo>
                      <a:pt x="228" y="88"/>
                    </a:lnTo>
                    <a:lnTo>
                      <a:pt x="220" y="97"/>
                    </a:lnTo>
                    <a:lnTo>
                      <a:pt x="220" y="97"/>
                    </a:lnTo>
                    <a:lnTo>
                      <a:pt x="220" y="106"/>
                    </a:lnTo>
                    <a:lnTo>
                      <a:pt x="211" y="106"/>
                    </a:lnTo>
                    <a:lnTo>
                      <a:pt x="211" y="115"/>
                    </a:lnTo>
                    <a:lnTo>
                      <a:pt x="202" y="115"/>
                    </a:lnTo>
                    <a:lnTo>
                      <a:pt x="211" y="106"/>
                    </a:lnTo>
                    <a:lnTo>
                      <a:pt x="211" y="106"/>
                    </a:lnTo>
                    <a:lnTo>
                      <a:pt x="211" y="97"/>
                    </a:lnTo>
                    <a:lnTo>
                      <a:pt x="211" y="97"/>
                    </a:lnTo>
                    <a:lnTo>
                      <a:pt x="202" y="97"/>
                    </a:lnTo>
                    <a:lnTo>
                      <a:pt x="193" y="106"/>
                    </a:lnTo>
                    <a:lnTo>
                      <a:pt x="193" y="106"/>
                    </a:lnTo>
                    <a:lnTo>
                      <a:pt x="193" y="115"/>
                    </a:lnTo>
                    <a:lnTo>
                      <a:pt x="193" y="106"/>
                    </a:lnTo>
                    <a:lnTo>
                      <a:pt x="184" y="106"/>
                    </a:lnTo>
                    <a:lnTo>
                      <a:pt x="193" y="97"/>
                    </a:lnTo>
                    <a:lnTo>
                      <a:pt x="184" y="106"/>
                    </a:lnTo>
                    <a:lnTo>
                      <a:pt x="184" y="115"/>
                    </a:lnTo>
                    <a:lnTo>
                      <a:pt x="176" y="115"/>
                    </a:lnTo>
                    <a:lnTo>
                      <a:pt x="176" y="123"/>
                    </a:lnTo>
                    <a:lnTo>
                      <a:pt x="176" y="132"/>
                    </a:lnTo>
                    <a:lnTo>
                      <a:pt x="167" y="150"/>
                    </a:lnTo>
                    <a:lnTo>
                      <a:pt x="158" y="159"/>
                    </a:lnTo>
                    <a:lnTo>
                      <a:pt x="158" y="159"/>
                    </a:lnTo>
                    <a:lnTo>
                      <a:pt x="158" y="159"/>
                    </a:lnTo>
                    <a:lnTo>
                      <a:pt x="158" y="159"/>
                    </a:lnTo>
                    <a:lnTo>
                      <a:pt x="149" y="159"/>
                    </a:lnTo>
                    <a:lnTo>
                      <a:pt x="149" y="150"/>
                    </a:lnTo>
                    <a:lnTo>
                      <a:pt x="158" y="141"/>
                    </a:lnTo>
                    <a:lnTo>
                      <a:pt x="149" y="141"/>
                    </a:lnTo>
                    <a:lnTo>
                      <a:pt x="140" y="141"/>
                    </a:lnTo>
                    <a:lnTo>
                      <a:pt x="140" y="141"/>
                    </a:lnTo>
                    <a:lnTo>
                      <a:pt x="140" y="132"/>
                    </a:lnTo>
                    <a:lnTo>
                      <a:pt x="149" y="123"/>
                    </a:lnTo>
                    <a:lnTo>
                      <a:pt x="140" y="123"/>
                    </a:lnTo>
                    <a:lnTo>
                      <a:pt x="140" y="115"/>
                    </a:lnTo>
                    <a:lnTo>
                      <a:pt x="140" y="115"/>
                    </a:lnTo>
                    <a:lnTo>
                      <a:pt x="132" y="115"/>
                    </a:lnTo>
                    <a:lnTo>
                      <a:pt x="123" y="115"/>
                    </a:lnTo>
                    <a:lnTo>
                      <a:pt x="123" y="106"/>
                    </a:lnTo>
                    <a:lnTo>
                      <a:pt x="123" y="97"/>
                    </a:lnTo>
                    <a:lnTo>
                      <a:pt x="105" y="97"/>
                    </a:lnTo>
                    <a:lnTo>
                      <a:pt x="105" y="97"/>
                    </a:lnTo>
                    <a:lnTo>
                      <a:pt x="96" y="97"/>
                    </a:lnTo>
                    <a:lnTo>
                      <a:pt x="88" y="97"/>
                    </a:lnTo>
                    <a:lnTo>
                      <a:pt x="88" y="97"/>
                    </a:lnTo>
                    <a:lnTo>
                      <a:pt x="70" y="88"/>
                    </a:lnTo>
                    <a:lnTo>
                      <a:pt x="17" y="79"/>
                    </a:lnTo>
                    <a:lnTo>
                      <a:pt x="8" y="70"/>
                    </a:lnTo>
                    <a:lnTo>
                      <a:pt x="0" y="62"/>
                    </a:lnTo>
                    <a:lnTo>
                      <a:pt x="0" y="62"/>
                    </a:lnTo>
                    <a:lnTo>
                      <a:pt x="0" y="6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109"/>
              <p:cNvSpPr>
                <a:spLocks/>
              </p:cNvSpPr>
              <p:nvPr/>
            </p:nvSpPr>
            <p:spPr bwMode="auto">
              <a:xfrm>
                <a:off x="3574793" y="1915051"/>
                <a:ext cx="59032" cy="59032"/>
              </a:xfrm>
              <a:custGeom>
                <a:avLst/>
                <a:gdLst/>
                <a:ahLst/>
                <a:cxnLst>
                  <a:cxn ang="0">
                    <a:pos x="35" y="18"/>
                  </a:cxn>
                  <a:cxn ang="0">
                    <a:pos x="26" y="18"/>
                  </a:cxn>
                  <a:cxn ang="0">
                    <a:pos x="17" y="36"/>
                  </a:cxn>
                  <a:cxn ang="0">
                    <a:pos x="17" y="44"/>
                  </a:cxn>
                  <a:cxn ang="0">
                    <a:pos x="8" y="44"/>
                  </a:cxn>
                  <a:cxn ang="0">
                    <a:pos x="17" y="36"/>
                  </a:cxn>
                  <a:cxn ang="0">
                    <a:pos x="17" y="27"/>
                  </a:cxn>
                  <a:cxn ang="0">
                    <a:pos x="8" y="36"/>
                  </a:cxn>
                  <a:cxn ang="0">
                    <a:pos x="0" y="36"/>
                  </a:cxn>
                  <a:cxn ang="0">
                    <a:pos x="0" y="27"/>
                  </a:cxn>
                  <a:cxn ang="0">
                    <a:pos x="8" y="27"/>
                  </a:cxn>
                  <a:cxn ang="0">
                    <a:pos x="8" y="18"/>
                  </a:cxn>
                  <a:cxn ang="0">
                    <a:pos x="17" y="9"/>
                  </a:cxn>
                  <a:cxn ang="0">
                    <a:pos x="35" y="9"/>
                  </a:cxn>
                  <a:cxn ang="0">
                    <a:pos x="44" y="0"/>
                  </a:cxn>
                  <a:cxn ang="0">
                    <a:pos x="44" y="9"/>
                  </a:cxn>
                  <a:cxn ang="0">
                    <a:pos x="44" y="9"/>
                  </a:cxn>
                  <a:cxn ang="0">
                    <a:pos x="35" y="9"/>
                  </a:cxn>
                  <a:cxn ang="0">
                    <a:pos x="35" y="18"/>
                  </a:cxn>
                </a:cxnLst>
                <a:rect l="0" t="0" r="r" b="b"/>
                <a:pathLst>
                  <a:path w="44" h="44">
                    <a:moveTo>
                      <a:pt x="35" y="18"/>
                    </a:moveTo>
                    <a:lnTo>
                      <a:pt x="26" y="18"/>
                    </a:lnTo>
                    <a:lnTo>
                      <a:pt x="17" y="36"/>
                    </a:lnTo>
                    <a:lnTo>
                      <a:pt x="17" y="44"/>
                    </a:lnTo>
                    <a:lnTo>
                      <a:pt x="8" y="44"/>
                    </a:lnTo>
                    <a:lnTo>
                      <a:pt x="17" y="36"/>
                    </a:lnTo>
                    <a:lnTo>
                      <a:pt x="17" y="27"/>
                    </a:lnTo>
                    <a:lnTo>
                      <a:pt x="8" y="36"/>
                    </a:lnTo>
                    <a:lnTo>
                      <a:pt x="0" y="36"/>
                    </a:lnTo>
                    <a:lnTo>
                      <a:pt x="0" y="27"/>
                    </a:lnTo>
                    <a:lnTo>
                      <a:pt x="8" y="27"/>
                    </a:lnTo>
                    <a:lnTo>
                      <a:pt x="8" y="18"/>
                    </a:lnTo>
                    <a:lnTo>
                      <a:pt x="17" y="9"/>
                    </a:lnTo>
                    <a:lnTo>
                      <a:pt x="35" y="9"/>
                    </a:lnTo>
                    <a:lnTo>
                      <a:pt x="44" y="0"/>
                    </a:lnTo>
                    <a:lnTo>
                      <a:pt x="44" y="9"/>
                    </a:lnTo>
                    <a:lnTo>
                      <a:pt x="44" y="9"/>
                    </a:lnTo>
                    <a:lnTo>
                      <a:pt x="35" y="9"/>
                    </a:lnTo>
                    <a:lnTo>
                      <a:pt x="35" y="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110"/>
              <p:cNvSpPr>
                <a:spLocks/>
              </p:cNvSpPr>
              <p:nvPr/>
            </p:nvSpPr>
            <p:spPr bwMode="auto">
              <a:xfrm>
                <a:off x="3574793" y="1915051"/>
                <a:ext cx="59032" cy="59032"/>
              </a:xfrm>
              <a:custGeom>
                <a:avLst/>
                <a:gdLst/>
                <a:ahLst/>
                <a:cxnLst>
                  <a:cxn ang="0">
                    <a:pos x="35" y="18"/>
                  </a:cxn>
                  <a:cxn ang="0">
                    <a:pos x="26" y="18"/>
                  </a:cxn>
                  <a:cxn ang="0">
                    <a:pos x="17" y="36"/>
                  </a:cxn>
                  <a:cxn ang="0">
                    <a:pos x="17" y="44"/>
                  </a:cxn>
                  <a:cxn ang="0">
                    <a:pos x="8" y="44"/>
                  </a:cxn>
                  <a:cxn ang="0">
                    <a:pos x="17" y="36"/>
                  </a:cxn>
                  <a:cxn ang="0">
                    <a:pos x="17" y="27"/>
                  </a:cxn>
                  <a:cxn ang="0">
                    <a:pos x="8" y="36"/>
                  </a:cxn>
                  <a:cxn ang="0">
                    <a:pos x="0" y="36"/>
                  </a:cxn>
                  <a:cxn ang="0">
                    <a:pos x="0" y="27"/>
                  </a:cxn>
                  <a:cxn ang="0">
                    <a:pos x="8" y="27"/>
                  </a:cxn>
                  <a:cxn ang="0">
                    <a:pos x="8" y="18"/>
                  </a:cxn>
                  <a:cxn ang="0">
                    <a:pos x="17" y="9"/>
                  </a:cxn>
                  <a:cxn ang="0">
                    <a:pos x="35" y="9"/>
                  </a:cxn>
                  <a:cxn ang="0">
                    <a:pos x="44" y="0"/>
                  </a:cxn>
                  <a:cxn ang="0">
                    <a:pos x="44" y="9"/>
                  </a:cxn>
                  <a:cxn ang="0">
                    <a:pos x="44" y="9"/>
                  </a:cxn>
                  <a:cxn ang="0">
                    <a:pos x="35" y="9"/>
                  </a:cxn>
                  <a:cxn ang="0">
                    <a:pos x="35" y="18"/>
                  </a:cxn>
                </a:cxnLst>
                <a:rect l="0" t="0" r="r" b="b"/>
                <a:pathLst>
                  <a:path w="44" h="44">
                    <a:moveTo>
                      <a:pt x="35" y="18"/>
                    </a:moveTo>
                    <a:lnTo>
                      <a:pt x="26" y="18"/>
                    </a:lnTo>
                    <a:lnTo>
                      <a:pt x="17" y="36"/>
                    </a:lnTo>
                    <a:lnTo>
                      <a:pt x="17" y="44"/>
                    </a:lnTo>
                    <a:lnTo>
                      <a:pt x="8" y="44"/>
                    </a:lnTo>
                    <a:lnTo>
                      <a:pt x="17" y="36"/>
                    </a:lnTo>
                    <a:lnTo>
                      <a:pt x="17" y="27"/>
                    </a:lnTo>
                    <a:lnTo>
                      <a:pt x="8" y="36"/>
                    </a:lnTo>
                    <a:lnTo>
                      <a:pt x="0" y="36"/>
                    </a:lnTo>
                    <a:lnTo>
                      <a:pt x="0" y="27"/>
                    </a:lnTo>
                    <a:lnTo>
                      <a:pt x="8" y="27"/>
                    </a:lnTo>
                    <a:lnTo>
                      <a:pt x="8" y="18"/>
                    </a:lnTo>
                    <a:lnTo>
                      <a:pt x="17" y="9"/>
                    </a:lnTo>
                    <a:lnTo>
                      <a:pt x="35" y="9"/>
                    </a:lnTo>
                    <a:lnTo>
                      <a:pt x="44" y="0"/>
                    </a:lnTo>
                    <a:lnTo>
                      <a:pt x="44" y="9"/>
                    </a:lnTo>
                    <a:lnTo>
                      <a:pt x="44" y="9"/>
                    </a:lnTo>
                    <a:lnTo>
                      <a:pt x="35" y="9"/>
                    </a:lnTo>
                    <a:lnTo>
                      <a:pt x="35" y="1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111"/>
              <p:cNvSpPr>
                <a:spLocks/>
              </p:cNvSpPr>
              <p:nvPr/>
            </p:nvSpPr>
            <p:spPr bwMode="auto">
              <a:xfrm>
                <a:off x="3928984" y="2034457"/>
                <a:ext cx="34882" cy="10733"/>
              </a:xfrm>
              <a:custGeom>
                <a:avLst/>
                <a:gdLst/>
                <a:ahLst/>
                <a:cxnLst>
                  <a:cxn ang="0">
                    <a:pos x="17" y="0"/>
                  </a:cxn>
                  <a:cxn ang="0">
                    <a:pos x="26" y="0"/>
                  </a:cxn>
                  <a:cxn ang="0">
                    <a:pos x="26" y="8"/>
                  </a:cxn>
                  <a:cxn ang="0">
                    <a:pos x="17" y="8"/>
                  </a:cxn>
                  <a:cxn ang="0">
                    <a:pos x="8" y="8"/>
                  </a:cxn>
                  <a:cxn ang="0">
                    <a:pos x="8" y="8"/>
                  </a:cxn>
                  <a:cxn ang="0">
                    <a:pos x="0" y="8"/>
                  </a:cxn>
                  <a:cxn ang="0">
                    <a:pos x="8" y="8"/>
                  </a:cxn>
                  <a:cxn ang="0">
                    <a:pos x="17" y="0"/>
                  </a:cxn>
                  <a:cxn ang="0">
                    <a:pos x="8" y="0"/>
                  </a:cxn>
                  <a:cxn ang="0">
                    <a:pos x="17" y="0"/>
                  </a:cxn>
                </a:cxnLst>
                <a:rect l="0" t="0" r="r" b="b"/>
                <a:pathLst>
                  <a:path w="26" h="8">
                    <a:moveTo>
                      <a:pt x="17" y="0"/>
                    </a:moveTo>
                    <a:lnTo>
                      <a:pt x="26" y="0"/>
                    </a:lnTo>
                    <a:lnTo>
                      <a:pt x="26" y="8"/>
                    </a:lnTo>
                    <a:lnTo>
                      <a:pt x="17" y="8"/>
                    </a:lnTo>
                    <a:lnTo>
                      <a:pt x="8" y="8"/>
                    </a:lnTo>
                    <a:lnTo>
                      <a:pt x="8" y="8"/>
                    </a:lnTo>
                    <a:lnTo>
                      <a:pt x="0" y="8"/>
                    </a:lnTo>
                    <a:lnTo>
                      <a:pt x="8" y="8"/>
                    </a:lnTo>
                    <a:lnTo>
                      <a:pt x="17" y="0"/>
                    </a:lnTo>
                    <a:lnTo>
                      <a:pt x="8" y="0"/>
                    </a:lnTo>
                    <a:lnTo>
                      <a:pt x="17"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112"/>
              <p:cNvSpPr>
                <a:spLocks/>
              </p:cNvSpPr>
              <p:nvPr/>
            </p:nvSpPr>
            <p:spPr bwMode="auto">
              <a:xfrm>
                <a:off x="3928984" y="2034457"/>
                <a:ext cx="34882" cy="10733"/>
              </a:xfrm>
              <a:custGeom>
                <a:avLst/>
                <a:gdLst/>
                <a:ahLst/>
                <a:cxnLst>
                  <a:cxn ang="0">
                    <a:pos x="17" y="0"/>
                  </a:cxn>
                  <a:cxn ang="0">
                    <a:pos x="26" y="0"/>
                  </a:cxn>
                  <a:cxn ang="0">
                    <a:pos x="26" y="8"/>
                  </a:cxn>
                  <a:cxn ang="0">
                    <a:pos x="17" y="8"/>
                  </a:cxn>
                  <a:cxn ang="0">
                    <a:pos x="8" y="8"/>
                  </a:cxn>
                  <a:cxn ang="0">
                    <a:pos x="8" y="8"/>
                  </a:cxn>
                  <a:cxn ang="0">
                    <a:pos x="0" y="8"/>
                  </a:cxn>
                  <a:cxn ang="0">
                    <a:pos x="8" y="8"/>
                  </a:cxn>
                  <a:cxn ang="0">
                    <a:pos x="17" y="0"/>
                  </a:cxn>
                  <a:cxn ang="0">
                    <a:pos x="8" y="0"/>
                  </a:cxn>
                  <a:cxn ang="0">
                    <a:pos x="17" y="0"/>
                  </a:cxn>
                </a:cxnLst>
                <a:rect l="0" t="0" r="r" b="b"/>
                <a:pathLst>
                  <a:path w="26" h="8">
                    <a:moveTo>
                      <a:pt x="17" y="0"/>
                    </a:moveTo>
                    <a:lnTo>
                      <a:pt x="26" y="0"/>
                    </a:lnTo>
                    <a:lnTo>
                      <a:pt x="26" y="8"/>
                    </a:lnTo>
                    <a:lnTo>
                      <a:pt x="17" y="8"/>
                    </a:lnTo>
                    <a:lnTo>
                      <a:pt x="8" y="8"/>
                    </a:lnTo>
                    <a:lnTo>
                      <a:pt x="8" y="8"/>
                    </a:lnTo>
                    <a:lnTo>
                      <a:pt x="0" y="8"/>
                    </a:lnTo>
                    <a:lnTo>
                      <a:pt x="8" y="8"/>
                    </a:lnTo>
                    <a:lnTo>
                      <a:pt x="17" y="0"/>
                    </a:lnTo>
                    <a:lnTo>
                      <a:pt x="8" y="0"/>
                    </a:lnTo>
                    <a:lnTo>
                      <a:pt x="17"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113"/>
              <p:cNvSpPr>
                <a:spLocks/>
              </p:cNvSpPr>
              <p:nvPr/>
            </p:nvSpPr>
            <p:spPr bwMode="auto">
              <a:xfrm>
                <a:off x="4792995" y="2163924"/>
                <a:ext cx="271010" cy="154288"/>
              </a:xfrm>
              <a:custGeom>
                <a:avLst/>
                <a:gdLst/>
                <a:ahLst/>
                <a:cxnLst>
                  <a:cxn ang="0">
                    <a:pos x="44" y="35"/>
                  </a:cxn>
                  <a:cxn ang="0">
                    <a:pos x="114" y="18"/>
                  </a:cxn>
                  <a:cxn ang="0">
                    <a:pos x="114" y="9"/>
                  </a:cxn>
                  <a:cxn ang="0">
                    <a:pos x="123" y="0"/>
                  </a:cxn>
                  <a:cxn ang="0">
                    <a:pos x="132" y="0"/>
                  </a:cxn>
                  <a:cxn ang="0">
                    <a:pos x="132" y="9"/>
                  </a:cxn>
                  <a:cxn ang="0">
                    <a:pos x="141" y="18"/>
                  </a:cxn>
                  <a:cxn ang="0">
                    <a:pos x="141" y="18"/>
                  </a:cxn>
                  <a:cxn ang="0">
                    <a:pos x="149" y="18"/>
                  </a:cxn>
                  <a:cxn ang="0">
                    <a:pos x="132" y="35"/>
                  </a:cxn>
                  <a:cxn ang="0">
                    <a:pos x="132" y="35"/>
                  </a:cxn>
                  <a:cxn ang="0">
                    <a:pos x="132" y="44"/>
                  </a:cxn>
                  <a:cxn ang="0">
                    <a:pos x="141" y="53"/>
                  </a:cxn>
                  <a:cxn ang="0">
                    <a:pos x="149" y="53"/>
                  </a:cxn>
                  <a:cxn ang="0">
                    <a:pos x="158" y="62"/>
                  </a:cxn>
                  <a:cxn ang="0">
                    <a:pos x="158" y="71"/>
                  </a:cxn>
                  <a:cxn ang="0">
                    <a:pos x="167" y="71"/>
                  </a:cxn>
                  <a:cxn ang="0">
                    <a:pos x="176" y="79"/>
                  </a:cxn>
                  <a:cxn ang="0">
                    <a:pos x="185" y="79"/>
                  </a:cxn>
                  <a:cxn ang="0">
                    <a:pos x="202" y="71"/>
                  </a:cxn>
                  <a:cxn ang="0">
                    <a:pos x="193" y="62"/>
                  </a:cxn>
                  <a:cxn ang="0">
                    <a:pos x="185" y="53"/>
                  </a:cxn>
                  <a:cxn ang="0">
                    <a:pos x="185" y="53"/>
                  </a:cxn>
                  <a:cxn ang="0">
                    <a:pos x="193" y="53"/>
                  </a:cxn>
                  <a:cxn ang="0">
                    <a:pos x="202" y="79"/>
                  </a:cxn>
                  <a:cxn ang="0">
                    <a:pos x="193" y="79"/>
                  </a:cxn>
                  <a:cxn ang="0">
                    <a:pos x="176" y="88"/>
                  </a:cxn>
                  <a:cxn ang="0">
                    <a:pos x="176" y="97"/>
                  </a:cxn>
                  <a:cxn ang="0">
                    <a:pos x="167" y="88"/>
                  </a:cxn>
                  <a:cxn ang="0">
                    <a:pos x="158" y="88"/>
                  </a:cxn>
                  <a:cxn ang="0">
                    <a:pos x="149" y="97"/>
                  </a:cxn>
                  <a:cxn ang="0">
                    <a:pos x="141" y="106"/>
                  </a:cxn>
                  <a:cxn ang="0">
                    <a:pos x="141" y="106"/>
                  </a:cxn>
                  <a:cxn ang="0">
                    <a:pos x="132" y="97"/>
                  </a:cxn>
                  <a:cxn ang="0">
                    <a:pos x="132" y="88"/>
                  </a:cxn>
                  <a:cxn ang="0">
                    <a:pos x="132" y="97"/>
                  </a:cxn>
                  <a:cxn ang="0">
                    <a:pos x="123" y="97"/>
                  </a:cxn>
                  <a:cxn ang="0">
                    <a:pos x="123" y="88"/>
                  </a:cxn>
                  <a:cxn ang="0">
                    <a:pos x="114" y="79"/>
                  </a:cxn>
                  <a:cxn ang="0">
                    <a:pos x="97" y="79"/>
                  </a:cxn>
                  <a:cxn ang="0">
                    <a:pos x="79" y="88"/>
                  </a:cxn>
                  <a:cxn ang="0">
                    <a:pos x="53" y="97"/>
                  </a:cxn>
                  <a:cxn ang="0">
                    <a:pos x="35" y="97"/>
                  </a:cxn>
                  <a:cxn ang="0">
                    <a:pos x="0" y="106"/>
                  </a:cxn>
                  <a:cxn ang="0">
                    <a:pos x="0" y="53"/>
                  </a:cxn>
                </a:cxnLst>
                <a:rect l="0" t="0" r="r" b="b"/>
                <a:pathLst>
                  <a:path w="202" h="115">
                    <a:moveTo>
                      <a:pt x="0" y="44"/>
                    </a:moveTo>
                    <a:lnTo>
                      <a:pt x="44" y="35"/>
                    </a:lnTo>
                    <a:lnTo>
                      <a:pt x="105" y="26"/>
                    </a:lnTo>
                    <a:lnTo>
                      <a:pt x="114" y="18"/>
                    </a:lnTo>
                    <a:lnTo>
                      <a:pt x="114" y="9"/>
                    </a:lnTo>
                    <a:lnTo>
                      <a:pt x="114" y="9"/>
                    </a:lnTo>
                    <a:lnTo>
                      <a:pt x="123" y="9"/>
                    </a:lnTo>
                    <a:lnTo>
                      <a:pt x="123" y="0"/>
                    </a:lnTo>
                    <a:lnTo>
                      <a:pt x="132" y="0"/>
                    </a:lnTo>
                    <a:lnTo>
                      <a:pt x="132" y="0"/>
                    </a:lnTo>
                    <a:lnTo>
                      <a:pt x="132" y="9"/>
                    </a:lnTo>
                    <a:lnTo>
                      <a:pt x="132" y="9"/>
                    </a:lnTo>
                    <a:lnTo>
                      <a:pt x="132" y="18"/>
                    </a:lnTo>
                    <a:lnTo>
                      <a:pt x="141" y="18"/>
                    </a:lnTo>
                    <a:lnTo>
                      <a:pt x="141" y="18"/>
                    </a:lnTo>
                    <a:lnTo>
                      <a:pt x="141" y="18"/>
                    </a:lnTo>
                    <a:lnTo>
                      <a:pt x="149" y="18"/>
                    </a:lnTo>
                    <a:lnTo>
                      <a:pt x="149" y="18"/>
                    </a:lnTo>
                    <a:lnTo>
                      <a:pt x="141" y="26"/>
                    </a:lnTo>
                    <a:lnTo>
                      <a:pt x="132" y="35"/>
                    </a:lnTo>
                    <a:lnTo>
                      <a:pt x="132" y="35"/>
                    </a:lnTo>
                    <a:lnTo>
                      <a:pt x="132" y="35"/>
                    </a:lnTo>
                    <a:lnTo>
                      <a:pt x="132" y="44"/>
                    </a:lnTo>
                    <a:lnTo>
                      <a:pt x="132" y="44"/>
                    </a:lnTo>
                    <a:lnTo>
                      <a:pt x="132" y="53"/>
                    </a:lnTo>
                    <a:lnTo>
                      <a:pt x="141" y="53"/>
                    </a:lnTo>
                    <a:lnTo>
                      <a:pt x="141" y="53"/>
                    </a:lnTo>
                    <a:lnTo>
                      <a:pt x="149" y="53"/>
                    </a:lnTo>
                    <a:lnTo>
                      <a:pt x="158" y="62"/>
                    </a:lnTo>
                    <a:lnTo>
                      <a:pt x="158" y="62"/>
                    </a:lnTo>
                    <a:lnTo>
                      <a:pt x="158" y="62"/>
                    </a:lnTo>
                    <a:lnTo>
                      <a:pt x="158" y="71"/>
                    </a:lnTo>
                    <a:lnTo>
                      <a:pt x="158" y="71"/>
                    </a:lnTo>
                    <a:lnTo>
                      <a:pt x="167" y="71"/>
                    </a:lnTo>
                    <a:lnTo>
                      <a:pt x="167" y="79"/>
                    </a:lnTo>
                    <a:lnTo>
                      <a:pt x="176" y="79"/>
                    </a:lnTo>
                    <a:lnTo>
                      <a:pt x="176" y="79"/>
                    </a:lnTo>
                    <a:lnTo>
                      <a:pt x="185" y="79"/>
                    </a:lnTo>
                    <a:lnTo>
                      <a:pt x="193" y="79"/>
                    </a:lnTo>
                    <a:lnTo>
                      <a:pt x="202" y="71"/>
                    </a:lnTo>
                    <a:lnTo>
                      <a:pt x="193" y="62"/>
                    </a:lnTo>
                    <a:lnTo>
                      <a:pt x="193" y="62"/>
                    </a:lnTo>
                    <a:lnTo>
                      <a:pt x="193" y="53"/>
                    </a:lnTo>
                    <a:lnTo>
                      <a:pt x="185" y="53"/>
                    </a:lnTo>
                    <a:lnTo>
                      <a:pt x="176" y="53"/>
                    </a:lnTo>
                    <a:lnTo>
                      <a:pt x="185" y="53"/>
                    </a:lnTo>
                    <a:lnTo>
                      <a:pt x="193" y="53"/>
                    </a:lnTo>
                    <a:lnTo>
                      <a:pt x="193" y="53"/>
                    </a:lnTo>
                    <a:lnTo>
                      <a:pt x="202" y="71"/>
                    </a:lnTo>
                    <a:lnTo>
                      <a:pt x="202" y="79"/>
                    </a:lnTo>
                    <a:lnTo>
                      <a:pt x="202" y="79"/>
                    </a:lnTo>
                    <a:lnTo>
                      <a:pt x="193" y="79"/>
                    </a:lnTo>
                    <a:lnTo>
                      <a:pt x="185" y="88"/>
                    </a:lnTo>
                    <a:lnTo>
                      <a:pt x="176" y="88"/>
                    </a:lnTo>
                    <a:lnTo>
                      <a:pt x="176" y="97"/>
                    </a:lnTo>
                    <a:lnTo>
                      <a:pt x="176" y="97"/>
                    </a:lnTo>
                    <a:lnTo>
                      <a:pt x="167" y="97"/>
                    </a:lnTo>
                    <a:lnTo>
                      <a:pt x="167" y="88"/>
                    </a:lnTo>
                    <a:lnTo>
                      <a:pt x="167" y="88"/>
                    </a:lnTo>
                    <a:lnTo>
                      <a:pt x="158" y="88"/>
                    </a:lnTo>
                    <a:lnTo>
                      <a:pt x="158" y="97"/>
                    </a:lnTo>
                    <a:lnTo>
                      <a:pt x="149" y="97"/>
                    </a:lnTo>
                    <a:lnTo>
                      <a:pt x="149" y="106"/>
                    </a:lnTo>
                    <a:lnTo>
                      <a:pt x="141" y="106"/>
                    </a:lnTo>
                    <a:lnTo>
                      <a:pt x="141" y="115"/>
                    </a:lnTo>
                    <a:lnTo>
                      <a:pt x="141" y="106"/>
                    </a:lnTo>
                    <a:lnTo>
                      <a:pt x="141" y="97"/>
                    </a:lnTo>
                    <a:lnTo>
                      <a:pt x="132" y="97"/>
                    </a:lnTo>
                    <a:lnTo>
                      <a:pt x="132" y="97"/>
                    </a:lnTo>
                    <a:lnTo>
                      <a:pt x="132" y="88"/>
                    </a:lnTo>
                    <a:lnTo>
                      <a:pt x="132" y="97"/>
                    </a:lnTo>
                    <a:lnTo>
                      <a:pt x="132" y="97"/>
                    </a:lnTo>
                    <a:lnTo>
                      <a:pt x="123" y="97"/>
                    </a:lnTo>
                    <a:lnTo>
                      <a:pt x="123" y="97"/>
                    </a:lnTo>
                    <a:lnTo>
                      <a:pt x="123" y="88"/>
                    </a:lnTo>
                    <a:lnTo>
                      <a:pt x="123" y="88"/>
                    </a:lnTo>
                    <a:lnTo>
                      <a:pt x="123" y="88"/>
                    </a:lnTo>
                    <a:lnTo>
                      <a:pt x="114" y="79"/>
                    </a:lnTo>
                    <a:lnTo>
                      <a:pt x="114" y="79"/>
                    </a:lnTo>
                    <a:lnTo>
                      <a:pt x="97" y="79"/>
                    </a:lnTo>
                    <a:lnTo>
                      <a:pt x="88" y="79"/>
                    </a:lnTo>
                    <a:lnTo>
                      <a:pt x="79" y="88"/>
                    </a:lnTo>
                    <a:lnTo>
                      <a:pt x="53" y="88"/>
                    </a:lnTo>
                    <a:lnTo>
                      <a:pt x="53" y="97"/>
                    </a:lnTo>
                    <a:lnTo>
                      <a:pt x="44" y="97"/>
                    </a:lnTo>
                    <a:lnTo>
                      <a:pt x="35" y="97"/>
                    </a:lnTo>
                    <a:lnTo>
                      <a:pt x="35" y="97"/>
                    </a:lnTo>
                    <a:lnTo>
                      <a:pt x="0" y="106"/>
                    </a:lnTo>
                    <a:lnTo>
                      <a:pt x="0" y="97"/>
                    </a:lnTo>
                    <a:lnTo>
                      <a:pt x="0" y="53"/>
                    </a:lnTo>
                    <a:lnTo>
                      <a:pt x="0" y="4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119"/>
              <p:cNvSpPr>
                <a:spLocks/>
              </p:cNvSpPr>
              <p:nvPr/>
            </p:nvSpPr>
            <p:spPr bwMode="auto">
              <a:xfrm>
                <a:off x="4743355" y="2757596"/>
                <a:ext cx="10733" cy="24149"/>
              </a:xfrm>
              <a:custGeom>
                <a:avLst/>
                <a:gdLst/>
                <a:ahLst/>
                <a:cxnLst>
                  <a:cxn ang="0">
                    <a:pos x="8" y="0"/>
                  </a:cxn>
                  <a:cxn ang="0">
                    <a:pos x="8" y="0"/>
                  </a:cxn>
                  <a:cxn ang="0">
                    <a:pos x="0" y="9"/>
                  </a:cxn>
                  <a:cxn ang="0">
                    <a:pos x="0" y="18"/>
                  </a:cxn>
                  <a:cxn ang="0">
                    <a:pos x="0" y="9"/>
                  </a:cxn>
                  <a:cxn ang="0">
                    <a:pos x="0" y="0"/>
                  </a:cxn>
                  <a:cxn ang="0">
                    <a:pos x="8" y="0"/>
                  </a:cxn>
                </a:cxnLst>
                <a:rect l="0" t="0" r="r" b="b"/>
                <a:pathLst>
                  <a:path w="8" h="18">
                    <a:moveTo>
                      <a:pt x="8" y="0"/>
                    </a:moveTo>
                    <a:lnTo>
                      <a:pt x="8" y="0"/>
                    </a:lnTo>
                    <a:lnTo>
                      <a:pt x="0" y="9"/>
                    </a:lnTo>
                    <a:lnTo>
                      <a:pt x="0" y="18"/>
                    </a:lnTo>
                    <a:lnTo>
                      <a:pt x="0" y="9"/>
                    </a:lnTo>
                    <a:lnTo>
                      <a:pt x="0" y="0"/>
                    </a:lnTo>
                    <a:lnTo>
                      <a:pt x="8"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20"/>
              <p:cNvSpPr>
                <a:spLocks/>
              </p:cNvSpPr>
              <p:nvPr/>
            </p:nvSpPr>
            <p:spPr bwMode="auto">
              <a:xfrm>
                <a:off x="4743355" y="2757596"/>
                <a:ext cx="10733" cy="24149"/>
              </a:xfrm>
              <a:custGeom>
                <a:avLst/>
                <a:gdLst/>
                <a:ahLst/>
                <a:cxnLst>
                  <a:cxn ang="0">
                    <a:pos x="8" y="0"/>
                  </a:cxn>
                  <a:cxn ang="0">
                    <a:pos x="8" y="0"/>
                  </a:cxn>
                  <a:cxn ang="0">
                    <a:pos x="0" y="9"/>
                  </a:cxn>
                  <a:cxn ang="0">
                    <a:pos x="0" y="18"/>
                  </a:cxn>
                  <a:cxn ang="0">
                    <a:pos x="0" y="9"/>
                  </a:cxn>
                  <a:cxn ang="0">
                    <a:pos x="0" y="0"/>
                  </a:cxn>
                  <a:cxn ang="0">
                    <a:pos x="8" y="0"/>
                  </a:cxn>
                </a:cxnLst>
                <a:rect l="0" t="0" r="r" b="b"/>
                <a:pathLst>
                  <a:path w="8" h="18">
                    <a:moveTo>
                      <a:pt x="8" y="0"/>
                    </a:moveTo>
                    <a:lnTo>
                      <a:pt x="8" y="0"/>
                    </a:lnTo>
                    <a:lnTo>
                      <a:pt x="0" y="9"/>
                    </a:lnTo>
                    <a:lnTo>
                      <a:pt x="0" y="18"/>
                    </a:lnTo>
                    <a:lnTo>
                      <a:pt x="0" y="9"/>
                    </a:lnTo>
                    <a:lnTo>
                      <a:pt x="0" y="0"/>
                    </a:lnTo>
                    <a:lnTo>
                      <a:pt x="8"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121"/>
              <p:cNvSpPr>
                <a:spLocks/>
              </p:cNvSpPr>
              <p:nvPr/>
            </p:nvSpPr>
            <p:spPr bwMode="auto">
              <a:xfrm>
                <a:off x="4754088" y="2721372"/>
                <a:ext cx="1342" cy="36224"/>
              </a:xfrm>
              <a:custGeom>
                <a:avLst/>
                <a:gdLst/>
                <a:ahLst/>
                <a:cxnLst>
                  <a:cxn ang="0">
                    <a:pos x="0" y="27"/>
                  </a:cxn>
                  <a:cxn ang="0">
                    <a:pos x="0" y="9"/>
                  </a:cxn>
                  <a:cxn ang="0">
                    <a:pos x="0" y="0"/>
                  </a:cxn>
                  <a:cxn ang="0">
                    <a:pos x="0" y="18"/>
                  </a:cxn>
                  <a:cxn ang="0">
                    <a:pos x="0" y="27"/>
                  </a:cxn>
                  <a:cxn ang="0">
                    <a:pos x="0" y="27"/>
                  </a:cxn>
                </a:cxnLst>
                <a:rect l="0" t="0" r="r" b="b"/>
                <a:pathLst>
                  <a:path h="27">
                    <a:moveTo>
                      <a:pt x="0" y="27"/>
                    </a:moveTo>
                    <a:lnTo>
                      <a:pt x="0" y="9"/>
                    </a:lnTo>
                    <a:lnTo>
                      <a:pt x="0" y="0"/>
                    </a:lnTo>
                    <a:lnTo>
                      <a:pt x="0" y="18"/>
                    </a:lnTo>
                    <a:lnTo>
                      <a:pt x="0" y="27"/>
                    </a:lnTo>
                    <a:lnTo>
                      <a:pt x="0" y="2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122"/>
              <p:cNvSpPr>
                <a:spLocks/>
              </p:cNvSpPr>
              <p:nvPr/>
            </p:nvSpPr>
            <p:spPr bwMode="auto">
              <a:xfrm>
                <a:off x="4754088" y="2721372"/>
                <a:ext cx="1342" cy="36224"/>
              </a:xfrm>
              <a:custGeom>
                <a:avLst/>
                <a:gdLst/>
                <a:ahLst/>
                <a:cxnLst>
                  <a:cxn ang="0">
                    <a:pos x="0" y="27"/>
                  </a:cxn>
                  <a:cxn ang="0">
                    <a:pos x="0" y="9"/>
                  </a:cxn>
                  <a:cxn ang="0">
                    <a:pos x="0" y="0"/>
                  </a:cxn>
                  <a:cxn ang="0">
                    <a:pos x="0" y="18"/>
                  </a:cxn>
                  <a:cxn ang="0">
                    <a:pos x="0" y="27"/>
                  </a:cxn>
                  <a:cxn ang="0">
                    <a:pos x="0" y="27"/>
                  </a:cxn>
                </a:cxnLst>
                <a:rect l="0" t="0" r="r" b="b"/>
                <a:pathLst>
                  <a:path h="27">
                    <a:moveTo>
                      <a:pt x="0" y="27"/>
                    </a:moveTo>
                    <a:lnTo>
                      <a:pt x="0" y="9"/>
                    </a:lnTo>
                    <a:lnTo>
                      <a:pt x="0" y="0"/>
                    </a:lnTo>
                    <a:lnTo>
                      <a:pt x="0" y="18"/>
                    </a:lnTo>
                    <a:lnTo>
                      <a:pt x="0" y="27"/>
                    </a:lnTo>
                    <a:lnTo>
                      <a:pt x="0" y="27"/>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127"/>
              <p:cNvSpPr>
                <a:spLocks/>
              </p:cNvSpPr>
              <p:nvPr/>
            </p:nvSpPr>
            <p:spPr bwMode="auto">
              <a:xfrm>
                <a:off x="3231336" y="3480736"/>
                <a:ext cx="472254" cy="427981"/>
              </a:xfrm>
              <a:custGeom>
                <a:avLst/>
                <a:gdLst/>
                <a:ahLst/>
                <a:cxnLst>
                  <a:cxn ang="0">
                    <a:pos x="185" y="9"/>
                  </a:cxn>
                  <a:cxn ang="0">
                    <a:pos x="194" y="18"/>
                  </a:cxn>
                  <a:cxn ang="0">
                    <a:pos x="194" y="36"/>
                  </a:cxn>
                  <a:cxn ang="0">
                    <a:pos x="203" y="45"/>
                  </a:cxn>
                  <a:cxn ang="0">
                    <a:pos x="203" y="53"/>
                  </a:cxn>
                  <a:cxn ang="0">
                    <a:pos x="203" y="62"/>
                  </a:cxn>
                  <a:cxn ang="0">
                    <a:pos x="203" y="80"/>
                  </a:cxn>
                  <a:cxn ang="0">
                    <a:pos x="176" y="106"/>
                  </a:cxn>
                  <a:cxn ang="0">
                    <a:pos x="168" y="115"/>
                  </a:cxn>
                  <a:cxn ang="0">
                    <a:pos x="168" y="142"/>
                  </a:cxn>
                  <a:cxn ang="0">
                    <a:pos x="229" y="159"/>
                  </a:cxn>
                  <a:cxn ang="0">
                    <a:pos x="291" y="177"/>
                  </a:cxn>
                  <a:cxn ang="0">
                    <a:pos x="308" y="204"/>
                  </a:cxn>
                  <a:cxn ang="0">
                    <a:pos x="308" y="221"/>
                  </a:cxn>
                  <a:cxn ang="0">
                    <a:pos x="291" y="213"/>
                  </a:cxn>
                  <a:cxn ang="0">
                    <a:pos x="264" y="204"/>
                  </a:cxn>
                  <a:cxn ang="0">
                    <a:pos x="256" y="230"/>
                  </a:cxn>
                  <a:cxn ang="0">
                    <a:pos x="291" y="221"/>
                  </a:cxn>
                  <a:cxn ang="0">
                    <a:pos x="300" y="221"/>
                  </a:cxn>
                  <a:cxn ang="0">
                    <a:pos x="300" y="239"/>
                  </a:cxn>
                  <a:cxn ang="0">
                    <a:pos x="317" y="230"/>
                  </a:cxn>
                  <a:cxn ang="0">
                    <a:pos x="326" y="248"/>
                  </a:cxn>
                  <a:cxn ang="0">
                    <a:pos x="317" y="257"/>
                  </a:cxn>
                  <a:cxn ang="0">
                    <a:pos x="308" y="274"/>
                  </a:cxn>
                  <a:cxn ang="0">
                    <a:pos x="344" y="283"/>
                  </a:cxn>
                  <a:cxn ang="0">
                    <a:pos x="352" y="292"/>
                  </a:cxn>
                  <a:cxn ang="0">
                    <a:pos x="335" y="301"/>
                  </a:cxn>
                  <a:cxn ang="0">
                    <a:pos x="335" y="292"/>
                  </a:cxn>
                  <a:cxn ang="0">
                    <a:pos x="317" y="292"/>
                  </a:cxn>
                  <a:cxn ang="0">
                    <a:pos x="300" y="283"/>
                  </a:cxn>
                  <a:cxn ang="0">
                    <a:pos x="273" y="266"/>
                  </a:cxn>
                  <a:cxn ang="0">
                    <a:pos x="282" y="292"/>
                  </a:cxn>
                  <a:cxn ang="0">
                    <a:pos x="273" y="292"/>
                  </a:cxn>
                  <a:cxn ang="0">
                    <a:pos x="247" y="292"/>
                  </a:cxn>
                  <a:cxn ang="0">
                    <a:pos x="229" y="301"/>
                  </a:cxn>
                  <a:cxn ang="0">
                    <a:pos x="212" y="301"/>
                  </a:cxn>
                  <a:cxn ang="0">
                    <a:pos x="203" y="274"/>
                  </a:cxn>
                  <a:cxn ang="0">
                    <a:pos x="194" y="274"/>
                  </a:cxn>
                  <a:cxn ang="0">
                    <a:pos x="168" y="257"/>
                  </a:cxn>
                  <a:cxn ang="0">
                    <a:pos x="150" y="257"/>
                  </a:cxn>
                  <a:cxn ang="0">
                    <a:pos x="141" y="274"/>
                  </a:cxn>
                  <a:cxn ang="0">
                    <a:pos x="88" y="274"/>
                  </a:cxn>
                  <a:cxn ang="0">
                    <a:pos x="53" y="257"/>
                  </a:cxn>
                  <a:cxn ang="0">
                    <a:pos x="53" y="239"/>
                  </a:cxn>
                  <a:cxn ang="0">
                    <a:pos x="27" y="266"/>
                  </a:cxn>
                  <a:cxn ang="0">
                    <a:pos x="27" y="257"/>
                  </a:cxn>
                  <a:cxn ang="0">
                    <a:pos x="27" y="239"/>
                  </a:cxn>
                  <a:cxn ang="0">
                    <a:pos x="27" y="195"/>
                  </a:cxn>
                  <a:cxn ang="0">
                    <a:pos x="36" y="168"/>
                  </a:cxn>
                  <a:cxn ang="0">
                    <a:pos x="36" y="151"/>
                  </a:cxn>
                  <a:cxn ang="0">
                    <a:pos x="18" y="124"/>
                  </a:cxn>
                  <a:cxn ang="0">
                    <a:pos x="0" y="89"/>
                  </a:cxn>
                </a:cxnLst>
                <a:rect l="0" t="0" r="r" b="b"/>
                <a:pathLst>
                  <a:path w="352" h="319">
                    <a:moveTo>
                      <a:pt x="0" y="9"/>
                    </a:moveTo>
                    <a:lnTo>
                      <a:pt x="80" y="9"/>
                    </a:lnTo>
                    <a:lnTo>
                      <a:pt x="185" y="0"/>
                    </a:lnTo>
                    <a:lnTo>
                      <a:pt x="185" y="0"/>
                    </a:lnTo>
                    <a:lnTo>
                      <a:pt x="185" y="9"/>
                    </a:lnTo>
                    <a:lnTo>
                      <a:pt x="185" y="0"/>
                    </a:lnTo>
                    <a:lnTo>
                      <a:pt x="194" y="0"/>
                    </a:lnTo>
                    <a:lnTo>
                      <a:pt x="194" y="9"/>
                    </a:lnTo>
                    <a:lnTo>
                      <a:pt x="185" y="18"/>
                    </a:lnTo>
                    <a:lnTo>
                      <a:pt x="194" y="18"/>
                    </a:lnTo>
                    <a:lnTo>
                      <a:pt x="194" y="18"/>
                    </a:lnTo>
                    <a:lnTo>
                      <a:pt x="194" y="27"/>
                    </a:lnTo>
                    <a:lnTo>
                      <a:pt x="194" y="36"/>
                    </a:lnTo>
                    <a:lnTo>
                      <a:pt x="203" y="27"/>
                    </a:lnTo>
                    <a:lnTo>
                      <a:pt x="194" y="36"/>
                    </a:lnTo>
                    <a:lnTo>
                      <a:pt x="203" y="45"/>
                    </a:lnTo>
                    <a:lnTo>
                      <a:pt x="194" y="36"/>
                    </a:lnTo>
                    <a:lnTo>
                      <a:pt x="194" y="36"/>
                    </a:lnTo>
                    <a:lnTo>
                      <a:pt x="194" y="45"/>
                    </a:lnTo>
                    <a:lnTo>
                      <a:pt x="203" y="45"/>
                    </a:lnTo>
                    <a:lnTo>
                      <a:pt x="203" y="53"/>
                    </a:lnTo>
                    <a:lnTo>
                      <a:pt x="212" y="53"/>
                    </a:lnTo>
                    <a:lnTo>
                      <a:pt x="212" y="53"/>
                    </a:lnTo>
                    <a:lnTo>
                      <a:pt x="212" y="53"/>
                    </a:lnTo>
                    <a:lnTo>
                      <a:pt x="203" y="53"/>
                    </a:lnTo>
                    <a:lnTo>
                      <a:pt x="203" y="62"/>
                    </a:lnTo>
                    <a:lnTo>
                      <a:pt x="194" y="62"/>
                    </a:lnTo>
                    <a:lnTo>
                      <a:pt x="194" y="62"/>
                    </a:lnTo>
                    <a:lnTo>
                      <a:pt x="194" y="71"/>
                    </a:lnTo>
                    <a:lnTo>
                      <a:pt x="203" y="62"/>
                    </a:lnTo>
                    <a:lnTo>
                      <a:pt x="203" y="71"/>
                    </a:lnTo>
                    <a:lnTo>
                      <a:pt x="194" y="71"/>
                    </a:lnTo>
                    <a:lnTo>
                      <a:pt x="194" y="71"/>
                    </a:lnTo>
                    <a:lnTo>
                      <a:pt x="194" y="80"/>
                    </a:lnTo>
                    <a:lnTo>
                      <a:pt x="203" y="80"/>
                    </a:lnTo>
                    <a:lnTo>
                      <a:pt x="185" y="89"/>
                    </a:lnTo>
                    <a:lnTo>
                      <a:pt x="185" y="89"/>
                    </a:lnTo>
                    <a:lnTo>
                      <a:pt x="176" y="98"/>
                    </a:lnTo>
                    <a:lnTo>
                      <a:pt x="185" y="98"/>
                    </a:lnTo>
                    <a:lnTo>
                      <a:pt x="176" y="106"/>
                    </a:lnTo>
                    <a:lnTo>
                      <a:pt x="176" y="106"/>
                    </a:lnTo>
                    <a:lnTo>
                      <a:pt x="176" y="115"/>
                    </a:lnTo>
                    <a:lnTo>
                      <a:pt x="176" y="115"/>
                    </a:lnTo>
                    <a:lnTo>
                      <a:pt x="176" y="115"/>
                    </a:lnTo>
                    <a:lnTo>
                      <a:pt x="168" y="115"/>
                    </a:lnTo>
                    <a:lnTo>
                      <a:pt x="176" y="133"/>
                    </a:lnTo>
                    <a:lnTo>
                      <a:pt x="168" y="133"/>
                    </a:lnTo>
                    <a:lnTo>
                      <a:pt x="176" y="133"/>
                    </a:lnTo>
                    <a:lnTo>
                      <a:pt x="168" y="142"/>
                    </a:lnTo>
                    <a:lnTo>
                      <a:pt x="168" y="142"/>
                    </a:lnTo>
                    <a:lnTo>
                      <a:pt x="168" y="142"/>
                    </a:lnTo>
                    <a:lnTo>
                      <a:pt x="168" y="151"/>
                    </a:lnTo>
                    <a:lnTo>
                      <a:pt x="168" y="159"/>
                    </a:lnTo>
                    <a:lnTo>
                      <a:pt x="168" y="159"/>
                    </a:lnTo>
                    <a:lnTo>
                      <a:pt x="229" y="159"/>
                    </a:lnTo>
                    <a:lnTo>
                      <a:pt x="291" y="151"/>
                    </a:lnTo>
                    <a:lnTo>
                      <a:pt x="291" y="151"/>
                    </a:lnTo>
                    <a:lnTo>
                      <a:pt x="291" y="159"/>
                    </a:lnTo>
                    <a:lnTo>
                      <a:pt x="291" y="168"/>
                    </a:lnTo>
                    <a:lnTo>
                      <a:pt x="291" y="177"/>
                    </a:lnTo>
                    <a:lnTo>
                      <a:pt x="291" y="186"/>
                    </a:lnTo>
                    <a:lnTo>
                      <a:pt x="291" y="186"/>
                    </a:lnTo>
                    <a:lnTo>
                      <a:pt x="300" y="195"/>
                    </a:lnTo>
                    <a:lnTo>
                      <a:pt x="300" y="204"/>
                    </a:lnTo>
                    <a:lnTo>
                      <a:pt x="308" y="204"/>
                    </a:lnTo>
                    <a:lnTo>
                      <a:pt x="308" y="204"/>
                    </a:lnTo>
                    <a:lnTo>
                      <a:pt x="308" y="213"/>
                    </a:lnTo>
                    <a:lnTo>
                      <a:pt x="308" y="213"/>
                    </a:lnTo>
                    <a:lnTo>
                      <a:pt x="317" y="213"/>
                    </a:lnTo>
                    <a:lnTo>
                      <a:pt x="308" y="221"/>
                    </a:lnTo>
                    <a:lnTo>
                      <a:pt x="308" y="213"/>
                    </a:lnTo>
                    <a:lnTo>
                      <a:pt x="308" y="221"/>
                    </a:lnTo>
                    <a:lnTo>
                      <a:pt x="300" y="221"/>
                    </a:lnTo>
                    <a:lnTo>
                      <a:pt x="291" y="213"/>
                    </a:lnTo>
                    <a:lnTo>
                      <a:pt x="291" y="213"/>
                    </a:lnTo>
                    <a:lnTo>
                      <a:pt x="291" y="213"/>
                    </a:lnTo>
                    <a:lnTo>
                      <a:pt x="282" y="213"/>
                    </a:lnTo>
                    <a:lnTo>
                      <a:pt x="282" y="204"/>
                    </a:lnTo>
                    <a:lnTo>
                      <a:pt x="273" y="204"/>
                    </a:lnTo>
                    <a:lnTo>
                      <a:pt x="264" y="204"/>
                    </a:lnTo>
                    <a:lnTo>
                      <a:pt x="264" y="204"/>
                    </a:lnTo>
                    <a:lnTo>
                      <a:pt x="256" y="213"/>
                    </a:lnTo>
                    <a:lnTo>
                      <a:pt x="256" y="221"/>
                    </a:lnTo>
                    <a:lnTo>
                      <a:pt x="256" y="221"/>
                    </a:lnTo>
                    <a:lnTo>
                      <a:pt x="256" y="230"/>
                    </a:lnTo>
                    <a:lnTo>
                      <a:pt x="264" y="230"/>
                    </a:lnTo>
                    <a:lnTo>
                      <a:pt x="282" y="230"/>
                    </a:lnTo>
                    <a:lnTo>
                      <a:pt x="282" y="221"/>
                    </a:lnTo>
                    <a:lnTo>
                      <a:pt x="291" y="221"/>
                    </a:lnTo>
                    <a:lnTo>
                      <a:pt x="291" y="221"/>
                    </a:lnTo>
                    <a:lnTo>
                      <a:pt x="300" y="221"/>
                    </a:lnTo>
                    <a:lnTo>
                      <a:pt x="300" y="221"/>
                    </a:lnTo>
                    <a:lnTo>
                      <a:pt x="308" y="221"/>
                    </a:lnTo>
                    <a:lnTo>
                      <a:pt x="308" y="221"/>
                    </a:lnTo>
                    <a:lnTo>
                      <a:pt x="300" y="221"/>
                    </a:lnTo>
                    <a:lnTo>
                      <a:pt x="291" y="230"/>
                    </a:lnTo>
                    <a:lnTo>
                      <a:pt x="291" y="230"/>
                    </a:lnTo>
                    <a:lnTo>
                      <a:pt x="300" y="239"/>
                    </a:lnTo>
                    <a:lnTo>
                      <a:pt x="300" y="239"/>
                    </a:lnTo>
                    <a:lnTo>
                      <a:pt x="300" y="239"/>
                    </a:lnTo>
                    <a:lnTo>
                      <a:pt x="308" y="239"/>
                    </a:lnTo>
                    <a:lnTo>
                      <a:pt x="308" y="239"/>
                    </a:lnTo>
                    <a:lnTo>
                      <a:pt x="308" y="230"/>
                    </a:lnTo>
                    <a:lnTo>
                      <a:pt x="317" y="221"/>
                    </a:lnTo>
                    <a:lnTo>
                      <a:pt x="317" y="230"/>
                    </a:lnTo>
                    <a:lnTo>
                      <a:pt x="317" y="239"/>
                    </a:lnTo>
                    <a:lnTo>
                      <a:pt x="326" y="239"/>
                    </a:lnTo>
                    <a:lnTo>
                      <a:pt x="326" y="239"/>
                    </a:lnTo>
                    <a:lnTo>
                      <a:pt x="326" y="248"/>
                    </a:lnTo>
                    <a:lnTo>
                      <a:pt x="326" y="248"/>
                    </a:lnTo>
                    <a:lnTo>
                      <a:pt x="317" y="248"/>
                    </a:lnTo>
                    <a:lnTo>
                      <a:pt x="308" y="248"/>
                    </a:lnTo>
                    <a:lnTo>
                      <a:pt x="317" y="257"/>
                    </a:lnTo>
                    <a:lnTo>
                      <a:pt x="317" y="257"/>
                    </a:lnTo>
                    <a:lnTo>
                      <a:pt x="317" y="257"/>
                    </a:lnTo>
                    <a:lnTo>
                      <a:pt x="308" y="257"/>
                    </a:lnTo>
                    <a:lnTo>
                      <a:pt x="308" y="266"/>
                    </a:lnTo>
                    <a:lnTo>
                      <a:pt x="308" y="266"/>
                    </a:lnTo>
                    <a:lnTo>
                      <a:pt x="308" y="266"/>
                    </a:lnTo>
                    <a:lnTo>
                      <a:pt x="308" y="274"/>
                    </a:lnTo>
                    <a:lnTo>
                      <a:pt x="317" y="274"/>
                    </a:lnTo>
                    <a:lnTo>
                      <a:pt x="317" y="274"/>
                    </a:lnTo>
                    <a:lnTo>
                      <a:pt x="326" y="274"/>
                    </a:lnTo>
                    <a:lnTo>
                      <a:pt x="335" y="283"/>
                    </a:lnTo>
                    <a:lnTo>
                      <a:pt x="344" y="283"/>
                    </a:lnTo>
                    <a:lnTo>
                      <a:pt x="344" y="283"/>
                    </a:lnTo>
                    <a:lnTo>
                      <a:pt x="352" y="292"/>
                    </a:lnTo>
                    <a:lnTo>
                      <a:pt x="352" y="292"/>
                    </a:lnTo>
                    <a:lnTo>
                      <a:pt x="352" y="292"/>
                    </a:lnTo>
                    <a:lnTo>
                      <a:pt x="352" y="292"/>
                    </a:lnTo>
                    <a:lnTo>
                      <a:pt x="352" y="301"/>
                    </a:lnTo>
                    <a:lnTo>
                      <a:pt x="344" y="301"/>
                    </a:lnTo>
                    <a:lnTo>
                      <a:pt x="344" y="310"/>
                    </a:lnTo>
                    <a:lnTo>
                      <a:pt x="335" y="301"/>
                    </a:lnTo>
                    <a:lnTo>
                      <a:pt x="335" y="301"/>
                    </a:lnTo>
                    <a:lnTo>
                      <a:pt x="335" y="310"/>
                    </a:lnTo>
                    <a:lnTo>
                      <a:pt x="326" y="319"/>
                    </a:lnTo>
                    <a:lnTo>
                      <a:pt x="335" y="301"/>
                    </a:lnTo>
                    <a:lnTo>
                      <a:pt x="335" y="301"/>
                    </a:lnTo>
                    <a:lnTo>
                      <a:pt x="335" y="292"/>
                    </a:lnTo>
                    <a:lnTo>
                      <a:pt x="335" y="301"/>
                    </a:lnTo>
                    <a:lnTo>
                      <a:pt x="326" y="301"/>
                    </a:lnTo>
                    <a:lnTo>
                      <a:pt x="326" y="292"/>
                    </a:lnTo>
                    <a:lnTo>
                      <a:pt x="326" y="292"/>
                    </a:lnTo>
                    <a:lnTo>
                      <a:pt x="317" y="292"/>
                    </a:lnTo>
                    <a:lnTo>
                      <a:pt x="308" y="292"/>
                    </a:lnTo>
                    <a:lnTo>
                      <a:pt x="308" y="283"/>
                    </a:lnTo>
                    <a:lnTo>
                      <a:pt x="300" y="283"/>
                    </a:lnTo>
                    <a:lnTo>
                      <a:pt x="300" y="283"/>
                    </a:lnTo>
                    <a:lnTo>
                      <a:pt x="300" y="283"/>
                    </a:lnTo>
                    <a:lnTo>
                      <a:pt x="300" y="274"/>
                    </a:lnTo>
                    <a:lnTo>
                      <a:pt x="291" y="274"/>
                    </a:lnTo>
                    <a:lnTo>
                      <a:pt x="291" y="274"/>
                    </a:lnTo>
                    <a:lnTo>
                      <a:pt x="273" y="266"/>
                    </a:lnTo>
                    <a:lnTo>
                      <a:pt x="273" y="266"/>
                    </a:lnTo>
                    <a:lnTo>
                      <a:pt x="273" y="274"/>
                    </a:lnTo>
                    <a:lnTo>
                      <a:pt x="282" y="274"/>
                    </a:lnTo>
                    <a:lnTo>
                      <a:pt x="282" y="292"/>
                    </a:lnTo>
                    <a:lnTo>
                      <a:pt x="282" y="292"/>
                    </a:lnTo>
                    <a:lnTo>
                      <a:pt x="282" y="292"/>
                    </a:lnTo>
                    <a:lnTo>
                      <a:pt x="282" y="301"/>
                    </a:lnTo>
                    <a:lnTo>
                      <a:pt x="273" y="301"/>
                    </a:lnTo>
                    <a:lnTo>
                      <a:pt x="273" y="310"/>
                    </a:lnTo>
                    <a:lnTo>
                      <a:pt x="264" y="301"/>
                    </a:lnTo>
                    <a:lnTo>
                      <a:pt x="273" y="292"/>
                    </a:lnTo>
                    <a:lnTo>
                      <a:pt x="264" y="292"/>
                    </a:lnTo>
                    <a:lnTo>
                      <a:pt x="256" y="292"/>
                    </a:lnTo>
                    <a:lnTo>
                      <a:pt x="256" y="292"/>
                    </a:lnTo>
                    <a:lnTo>
                      <a:pt x="256" y="292"/>
                    </a:lnTo>
                    <a:lnTo>
                      <a:pt x="247" y="292"/>
                    </a:lnTo>
                    <a:lnTo>
                      <a:pt x="247" y="292"/>
                    </a:lnTo>
                    <a:lnTo>
                      <a:pt x="247" y="301"/>
                    </a:lnTo>
                    <a:lnTo>
                      <a:pt x="247" y="301"/>
                    </a:lnTo>
                    <a:lnTo>
                      <a:pt x="238" y="310"/>
                    </a:lnTo>
                    <a:lnTo>
                      <a:pt x="229" y="301"/>
                    </a:lnTo>
                    <a:lnTo>
                      <a:pt x="229" y="301"/>
                    </a:lnTo>
                    <a:lnTo>
                      <a:pt x="229" y="310"/>
                    </a:lnTo>
                    <a:lnTo>
                      <a:pt x="220" y="301"/>
                    </a:lnTo>
                    <a:lnTo>
                      <a:pt x="212" y="301"/>
                    </a:lnTo>
                    <a:lnTo>
                      <a:pt x="212" y="301"/>
                    </a:lnTo>
                    <a:lnTo>
                      <a:pt x="212" y="292"/>
                    </a:lnTo>
                    <a:lnTo>
                      <a:pt x="203" y="292"/>
                    </a:lnTo>
                    <a:lnTo>
                      <a:pt x="203" y="283"/>
                    </a:lnTo>
                    <a:lnTo>
                      <a:pt x="194" y="283"/>
                    </a:lnTo>
                    <a:lnTo>
                      <a:pt x="203" y="274"/>
                    </a:lnTo>
                    <a:lnTo>
                      <a:pt x="203" y="274"/>
                    </a:lnTo>
                    <a:lnTo>
                      <a:pt x="203" y="266"/>
                    </a:lnTo>
                    <a:lnTo>
                      <a:pt x="203" y="274"/>
                    </a:lnTo>
                    <a:lnTo>
                      <a:pt x="194" y="274"/>
                    </a:lnTo>
                    <a:lnTo>
                      <a:pt x="194" y="274"/>
                    </a:lnTo>
                    <a:lnTo>
                      <a:pt x="185" y="274"/>
                    </a:lnTo>
                    <a:lnTo>
                      <a:pt x="176" y="274"/>
                    </a:lnTo>
                    <a:lnTo>
                      <a:pt x="176" y="266"/>
                    </a:lnTo>
                    <a:lnTo>
                      <a:pt x="176" y="266"/>
                    </a:lnTo>
                    <a:lnTo>
                      <a:pt x="168" y="257"/>
                    </a:lnTo>
                    <a:lnTo>
                      <a:pt x="159" y="266"/>
                    </a:lnTo>
                    <a:lnTo>
                      <a:pt x="159" y="266"/>
                    </a:lnTo>
                    <a:lnTo>
                      <a:pt x="159" y="257"/>
                    </a:lnTo>
                    <a:lnTo>
                      <a:pt x="159" y="257"/>
                    </a:lnTo>
                    <a:lnTo>
                      <a:pt x="150" y="257"/>
                    </a:lnTo>
                    <a:lnTo>
                      <a:pt x="141" y="257"/>
                    </a:lnTo>
                    <a:lnTo>
                      <a:pt x="141" y="266"/>
                    </a:lnTo>
                    <a:lnTo>
                      <a:pt x="132" y="266"/>
                    </a:lnTo>
                    <a:lnTo>
                      <a:pt x="141" y="266"/>
                    </a:lnTo>
                    <a:lnTo>
                      <a:pt x="141" y="274"/>
                    </a:lnTo>
                    <a:lnTo>
                      <a:pt x="141" y="274"/>
                    </a:lnTo>
                    <a:lnTo>
                      <a:pt x="132" y="274"/>
                    </a:lnTo>
                    <a:lnTo>
                      <a:pt x="124" y="274"/>
                    </a:lnTo>
                    <a:lnTo>
                      <a:pt x="97" y="274"/>
                    </a:lnTo>
                    <a:lnTo>
                      <a:pt x="88" y="274"/>
                    </a:lnTo>
                    <a:lnTo>
                      <a:pt x="88" y="266"/>
                    </a:lnTo>
                    <a:lnTo>
                      <a:pt x="80" y="266"/>
                    </a:lnTo>
                    <a:lnTo>
                      <a:pt x="62" y="266"/>
                    </a:lnTo>
                    <a:lnTo>
                      <a:pt x="62" y="266"/>
                    </a:lnTo>
                    <a:lnTo>
                      <a:pt x="53" y="257"/>
                    </a:lnTo>
                    <a:lnTo>
                      <a:pt x="53" y="257"/>
                    </a:lnTo>
                    <a:lnTo>
                      <a:pt x="62" y="257"/>
                    </a:lnTo>
                    <a:lnTo>
                      <a:pt x="62" y="248"/>
                    </a:lnTo>
                    <a:lnTo>
                      <a:pt x="62" y="248"/>
                    </a:lnTo>
                    <a:lnTo>
                      <a:pt x="53" y="239"/>
                    </a:lnTo>
                    <a:lnTo>
                      <a:pt x="53" y="257"/>
                    </a:lnTo>
                    <a:lnTo>
                      <a:pt x="53" y="257"/>
                    </a:lnTo>
                    <a:lnTo>
                      <a:pt x="53" y="257"/>
                    </a:lnTo>
                    <a:lnTo>
                      <a:pt x="53" y="266"/>
                    </a:lnTo>
                    <a:lnTo>
                      <a:pt x="27" y="266"/>
                    </a:lnTo>
                    <a:lnTo>
                      <a:pt x="27" y="266"/>
                    </a:lnTo>
                    <a:lnTo>
                      <a:pt x="18" y="266"/>
                    </a:lnTo>
                    <a:lnTo>
                      <a:pt x="18" y="257"/>
                    </a:lnTo>
                    <a:lnTo>
                      <a:pt x="27" y="257"/>
                    </a:lnTo>
                    <a:lnTo>
                      <a:pt x="27" y="257"/>
                    </a:lnTo>
                    <a:lnTo>
                      <a:pt x="27" y="248"/>
                    </a:lnTo>
                    <a:lnTo>
                      <a:pt x="27" y="248"/>
                    </a:lnTo>
                    <a:lnTo>
                      <a:pt x="27" y="248"/>
                    </a:lnTo>
                    <a:lnTo>
                      <a:pt x="27" y="239"/>
                    </a:lnTo>
                    <a:lnTo>
                      <a:pt x="27" y="239"/>
                    </a:lnTo>
                    <a:lnTo>
                      <a:pt x="27" y="221"/>
                    </a:lnTo>
                    <a:lnTo>
                      <a:pt x="27" y="213"/>
                    </a:lnTo>
                    <a:lnTo>
                      <a:pt x="27" y="213"/>
                    </a:lnTo>
                    <a:lnTo>
                      <a:pt x="27" y="204"/>
                    </a:lnTo>
                    <a:lnTo>
                      <a:pt x="27" y="195"/>
                    </a:lnTo>
                    <a:lnTo>
                      <a:pt x="36" y="195"/>
                    </a:lnTo>
                    <a:lnTo>
                      <a:pt x="36" y="186"/>
                    </a:lnTo>
                    <a:lnTo>
                      <a:pt x="36" y="177"/>
                    </a:lnTo>
                    <a:lnTo>
                      <a:pt x="36" y="177"/>
                    </a:lnTo>
                    <a:lnTo>
                      <a:pt x="36" y="168"/>
                    </a:lnTo>
                    <a:lnTo>
                      <a:pt x="36" y="168"/>
                    </a:lnTo>
                    <a:lnTo>
                      <a:pt x="36" y="159"/>
                    </a:lnTo>
                    <a:lnTo>
                      <a:pt x="36" y="159"/>
                    </a:lnTo>
                    <a:lnTo>
                      <a:pt x="36" y="151"/>
                    </a:lnTo>
                    <a:lnTo>
                      <a:pt x="36" y="151"/>
                    </a:lnTo>
                    <a:lnTo>
                      <a:pt x="27" y="142"/>
                    </a:lnTo>
                    <a:lnTo>
                      <a:pt x="27" y="133"/>
                    </a:lnTo>
                    <a:lnTo>
                      <a:pt x="27" y="133"/>
                    </a:lnTo>
                    <a:lnTo>
                      <a:pt x="27" y="133"/>
                    </a:lnTo>
                    <a:lnTo>
                      <a:pt x="18" y="124"/>
                    </a:lnTo>
                    <a:lnTo>
                      <a:pt x="18" y="124"/>
                    </a:lnTo>
                    <a:lnTo>
                      <a:pt x="18" y="115"/>
                    </a:lnTo>
                    <a:lnTo>
                      <a:pt x="18" y="98"/>
                    </a:lnTo>
                    <a:lnTo>
                      <a:pt x="9" y="98"/>
                    </a:lnTo>
                    <a:lnTo>
                      <a:pt x="0" y="89"/>
                    </a:lnTo>
                    <a:lnTo>
                      <a:pt x="0"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129"/>
              <p:cNvSpPr>
                <a:spLocks/>
              </p:cNvSpPr>
              <p:nvPr/>
            </p:nvSpPr>
            <p:spPr bwMode="auto">
              <a:xfrm>
                <a:off x="3491612" y="3872492"/>
                <a:ext cx="24149" cy="12075"/>
              </a:xfrm>
              <a:custGeom>
                <a:avLst/>
                <a:gdLst/>
                <a:ahLst/>
                <a:cxnLst>
                  <a:cxn ang="0">
                    <a:pos x="18" y="9"/>
                  </a:cxn>
                  <a:cxn ang="0">
                    <a:pos x="9" y="9"/>
                  </a:cxn>
                  <a:cxn ang="0">
                    <a:pos x="9" y="9"/>
                  </a:cxn>
                  <a:cxn ang="0">
                    <a:pos x="0" y="0"/>
                  </a:cxn>
                  <a:cxn ang="0">
                    <a:pos x="0" y="0"/>
                  </a:cxn>
                  <a:cxn ang="0">
                    <a:pos x="9" y="0"/>
                  </a:cxn>
                  <a:cxn ang="0">
                    <a:pos x="9" y="0"/>
                  </a:cxn>
                  <a:cxn ang="0">
                    <a:pos x="18" y="9"/>
                  </a:cxn>
                </a:cxnLst>
                <a:rect l="0" t="0" r="r" b="b"/>
                <a:pathLst>
                  <a:path w="18" h="9">
                    <a:moveTo>
                      <a:pt x="18" y="9"/>
                    </a:moveTo>
                    <a:lnTo>
                      <a:pt x="9" y="9"/>
                    </a:lnTo>
                    <a:lnTo>
                      <a:pt x="9" y="9"/>
                    </a:lnTo>
                    <a:lnTo>
                      <a:pt x="0" y="0"/>
                    </a:lnTo>
                    <a:lnTo>
                      <a:pt x="0" y="0"/>
                    </a:lnTo>
                    <a:lnTo>
                      <a:pt x="9" y="0"/>
                    </a:lnTo>
                    <a:lnTo>
                      <a:pt x="9" y="0"/>
                    </a:lnTo>
                    <a:lnTo>
                      <a:pt x="18" y="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130"/>
              <p:cNvSpPr>
                <a:spLocks/>
              </p:cNvSpPr>
              <p:nvPr/>
            </p:nvSpPr>
            <p:spPr bwMode="auto">
              <a:xfrm>
                <a:off x="3491612" y="3872492"/>
                <a:ext cx="24149" cy="12075"/>
              </a:xfrm>
              <a:custGeom>
                <a:avLst/>
                <a:gdLst/>
                <a:ahLst/>
                <a:cxnLst>
                  <a:cxn ang="0">
                    <a:pos x="18" y="9"/>
                  </a:cxn>
                  <a:cxn ang="0">
                    <a:pos x="9" y="9"/>
                  </a:cxn>
                  <a:cxn ang="0">
                    <a:pos x="9" y="9"/>
                  </a:cxn>
                  <a:cxn ang="0">
                    <a:pos x="0" y="0"/>
                  </a:cxn>
                  <a:cxn ang="0">
                    <a:pos x="0" y="0"/>
                  </a:cxn>
                  <a:cxn ang="0">
                    <a:pos x="9" y="0"/>
                  </a:cxn>
                  <a:cxn ang="0">
                    <a:pos x="9" y="0"/>
                  </a:cxn>
                  <a:cxn ang="0">
                    <a:pos x="18" y="9"/>
                  </a:cxn>
                </a:cxnLst>
                <a:rect l="0" t="0" r="r" b="b"/>
                <a:pathLst>
                  <a:path w="18" h="9">
                    <a:moveTo>
                      <a:pt x="18" y="9"/>
                    </a:moveTo>
                    <a:lnTo>
                      <a:pt x="9" y="9"/>
                    </a:lnTo>
                    <a:lnTo>
                      <a:pt x="9" y="9"/>
                    </a:lnTo>
                    <a:lnTo>
                      <a:pt x="0" y="0"/>
                    </a:lnTo>
                    <a:lnTo>
                      <a:pt x="0" y="0"/>
                    </a:lnTo>
                    <a:lnTo>
                      <a:pt x="9" y="0"/>
                    </a:lnTo>
                    <a:lnTo>
                      <a:pt x="9" y="0"/>
                    </a:lnTo>
                    <a:lnTo>
                      <a:pt x="18" y="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131"/>
              <p:cNvSpPr>
                <a:spLocks/>
              </p:cNvSpPr>
              <p:nvPr/>
            </p:nvSpPr>
            <p:spPr bwMode="auto">
              <a:xfrm>
                <a:off x="3609676" y="2781745"/>
                <a:ext cx="602393" cy="319308"/>
              </a:xfrm>
              <a:custGeom>
                <a:avLst/>
                <a:gdLst/>
                <a:ahLst/>
                <a:cxnLst>
                  <a:cxn ang="0">
                    <a:pos x="9" y="230"/>
                  </a:cxn>
                  <a:cxn ang="0">
                    <a:pos x="9" y="221"/>
                  </a:cxn>
                  <a:cxn ang="0">
                    <a:pos x="18" y="203"/>
                  </a:cxn>
                  <a:cxn ang="0">
                    <a:pos x="9" y="185"/>
                  </a:cxn>
                  <a:cxn ang="0">
                    <a:pos x="26" y="176"/>
                  </a:cxn>
                  <a:cxn ang="0">
                    <a:pos x="44" y="185"/>
                  </a:cxn>
                  <a:cxn ang="0">
                    <a:pos x="53" y="176"/>
                  </a:cxn>
                  <a:cxn ang="0">
                    <a:pos x="53" y="159"/>
                  </a:cxn>
                  <a:cxn ang="0">
                    <a:pos x="70" y="150"/>
                  </a:cxn>
                  <a:cxn ang="0">
                    <a:pos x="70" y="132"/>
                  </a:cxn>
                  <a:cxn ang="0">
                    <a:pos x="79" y="123"/>
                  </a:cxn>
                  <a:cxn ang="0">
                    <a:pos x="79" y="115"/>
                  </a:cxn>
                  <a:cxn ang="0">
                    <a:pos x="97" y="123"/>
                  </a:cxn>
                  <a:cxn ang="0">
                    <a:pos x="106" y="115"/>
                  </a:cxn>
                  <a:cxn ang="0">
                    <a:pos x="132" y="123"/>
                  </a:cxn>
                  <a:cxn ang="0">
                    <a:pos x="141" y="106"/>
                  </a:cxn>
                  <a:cxn ang="0">
                    <a:pos x="150" y="106"/>
                  </a:cxn>
                  <a:cxn ang="0">
                    <a:pos x="167" y="106"/>
                  </a:cxn>
                  <a:cxn ang="0">
                    <a:pos x="167" y="88"/>
                  </a:cxn>
                  <a:cxn ang="0">
                    <a:pos x="176" y="88"/>
                  </a:cxn>
                  <a:cxn ang="0">
                    <a:pos x="194" y="97"/>
                  </a:cxn>
                  <a:cxn ang="0">
                    <a:pos x="202" y="79"/>
                  </a:cxn>
                  <a:cxn ang="0">
                    <a:pos x="220" y="70"/>
                  </a:cxn>
                  <a:cxn ang="0">
                    <a:pos x="229" y="53"/>
                  </a:cxn>
                  <a:cxn ang="0">
                    <a:pos x="229" y="35"/>
                  </a:cxn>
                  <a:cxn ang="0">
                    <a:pos x="238" y="35"/>
                  </a:cxn>
                  <a:cxn ang="0">
                    <a:pos x="264" y="17"/>
                  </a:cxn>
                  <a:cxn ang="0">
                    <a:pos x="255" y="0"/>
                  </a:cxn>
                  <a:cxn ang="0">
                    <a:pos x="273" y="0"/>
                  </a:cxn>
                  <a:cxn ang="0">
                    <a:pos x="290" y="8"/>
                  </a:cxn>
                  <a:cxn ang="0">
                    <a:pos x="317" y="17"/>
                  </a:cxn>
                  <a:cxn ang="0">
                    <a:pos x="334" y="26"/>
                  </a:cxn>
                  <a:cxn ang="0">
                    <a:pos x="352" y="26"/>
                  </a:cxn>
                  <a:cxn ang="0">
                    <a:pos x="361" y="26"/>
                  </a:cxn>
                  <a:cxn ang="0">
                    <a:pos x="378" y="8"/>
                  </a:cxn>
                  <a:cxn ang="0">
                    <a:pos x="396" y="26"/>
                  </a:cxn>
                  <a:cxn ang="0">
                    <a:pos x="405" y="35"/>
                  </a:cxn>
                  <a:cxn ang="0">
                    <a:pos x="405" y="53"/>
                  </a:cxn>
                  <a:cxn ang="0">
                    <a:pos x="422" y="79"/>
                  </a:cxn>
                  <a:cxn ang="0">
                    <a:pos x="449" y="97"/>
                  </a:cxn>
                  <a:cxn ang="0">
                    <a:pos x="414" y="141"/>
                  </a:cxn>
                  <a:cxn ang="0">
                    <a:pos x="405" y="159"/>
                  </a:cxn>
                  <a:cxn ang="0">
                    <a:pos x="387" y="168"/>
                  </a:cxn>
                  <a:cxn ang="0">
                    <a:pos x="370" y="176"/>
                  </a:cxn>
                  <a:cxn ang="0">
                    <a:pos x="352" y="194"/>
                  </a:cxn>
                  <a:cxn ang="0">
                    <a:pos x="290" y="194"/>
                  </a:cxn>
                  <a:cxn ang="0">
                    <a:pos x="211" y="203"/>
                  </a:cxn>
                  <a:cxn ang="0">
                    <a:pos x="123" y="212"/>
                  </a:cxn>
                  <a:cxn ang="0">
                    <a:pos x="79" y="212"/>
                  </a:cxn>
                  <a:cxn ang="0">
                    <a:pos x="0" y="238"/>
                  </a:cxn>
                </a:cxnLst>
                <a:rect l="0" t="0" r="r" b="b"/>
                <a:pathLst>
                  <a:path w="449" h="238">
                    <a:moveTo>
                      <a:pt x="0" y="238"/>
                    </a:moveTo>
                    <a:lnTo>
                      <a:pt x="0" y="230"/>
                    </a:lnTo>
                    <a:lnTo>
                      <a:pt x="9" y="230"/>
                    </a:lnTo>
                    <a:lnTo>
                      <a:pt x="9" y="230"/>
                    </a:lnTo>
                    <a:lnTo>
                      <a:pt x="9" y="221"/>
                    </a:lnTo>
                    <a:lnTo>
                      <a:pt x="9" y="221"/>
                    </a:lnTo>
                    <a:lnTo>
                      <a:pt x="18" y="212"/>
                    </a:lnTo>
                    <a:lnTo>
                      <a:pt x="18" y="203"/>
                    </a:lnTo>
                    <a:lnTo>
                      <a:pt x="18" y="203"/>
                    </a:lnTo>
                    <a:lnTo>
                      <a:pt x="18" y="194"/>
                    </a:lnTo>
                    <a:lnTo>
                      <a:pt x="9" y="194"/>
                    </a:lnTo>
                    <a:lnTo>
                      <a:pt x="9" y="185"/>
                    </a:lnTo>
                    <a:lnTo>
                      <a:pt x="18" y="176"/>
                    </a:lnTo>
                    <a:lnTo>
                      <a:pt x="26" y="176"/>
                    </a:lnTo>
                    <a:lnTo>
                      <a:pt x="26" y="176"/>
                    </a:lnTo>
                    <a:lnTo>
                      <a:pt x="35" y="176"/>
                    </a:lnTo>
                    <a:lnTo>
                      <a:pt x="44" y="185"/>
                    </a:lnTo>
                    <a:lnTo>
                      <a:pt x="44" y="185"/>
                    </a:lnTo>
                    <a:lnTo>
                      <a:pt x="53" y="185"/>
                    </a:lnTo>
                    <a:lnTo>
                      <a:pt x="53" y="176"/>
                    </a:lnTo>
                    <a:lnTo>
                      <a:pt x="53" y="176"/>
                    </a:lnTo>
                    <a:lnTo>
                      <a:pt x="53" y="168"/>
                    </a:lnTo>
                    <a:lnTo>
                      <a:pt x="53" y="168"/>
                    </a:lnTo>
                    <a:lnTo>
                      <a:pt x="53" y="159"/>
                    </a:lnTo>
                    <a:lnTo>
                      <a:pt x="53" y="159"/>
                    </a:lnTo>
                    <a:lnTo>
                      <a:pt x="62" y="159"/>
                    </a:lnTo>
                    <a:lnTo>
                      <a:pt x="70" y="150"/>
                    </a:lnTo>
                    <a:lnTo>
                      <a:pt x="70" y="150"/>
                    </a:lnTo>
                    <a:lnTo>
                      <a:pt x="70" y="141"/>
                    </a:lnTo>
                    <a:lnTo>
                      <a:pt x="70" y="132"/>
                    </a:lnTo>
                    <a:lnTo>
                      <a:pt x="70" y="132"/>
                    </a:lnTo>
                    <a:lnTo>
                      <a:pt x="79" y="123"/>
                    </a:lnTo>
                    <a:lnTo>
                      <a:pt x="79" y="123"/>
                    </a:lnTo>
                    <a:lnTo>
                      <a:pt x="79" y="123"/>
                    </a:lnTo>
                    <a:lnTo>
                      <a:pt x="79" y="123"/>
                    </a:lnTo>
                    <a:lnTo>
                      <a:pt x="79" y="115"/>
                    </a:lnTo>
                    <a:lnTo>
                      <a:pt x="88" y="115"/>
                    </a:lnTo>
                    <a:lnTo>
                      <a:pt x="97" y="115"/>
                    </a:lnTo>
                    <a:lnTo>
                      <a:pt x="97" y="123"/>
                    </a:lnTo>
                    <a:lnTo>
                      <a:pt x="106" y="115"/>
                    </a:lnTo>
                    <a:lnTo>
                      <a:pt x="97" y="115"/>
                    </a:lnTo>
                    <a:lnTo>
                      <a:pt x="106" y="115"/>
                    </a:lnTo>
                    <a:lnTo>
                      <a:pt x="114" y="106"/>
                    </a:lnTo>
                    <a:lnTo>
                      <a:pt x="132" y="115"/>
                    </a:lnTo>
                    <a:lnTo>
                      <a:pt x="132" y="123"/>
                    </a:lnTo>
                    <a:lnTo>
                      <a:pt x="132" y="115"/>
                    </a:lnTo>
                    <a:lnTo>
                      <a:pt x="132" y="115"/>
                    </a:lnTo>
                    <a:lnTo>
                      <a:pt x="141" y="106"/>
                    </a:lnTo>
                    <a:lnTo>
                      <a:pt x="141" y="106"/>
                    </a:lnTo>
                    <a:lnTo>
                      <a:pt x="150" y="106"/>
                    </a:lnTo>
                    <a:lnTo>
                      <a:pt x="150" y="106"/>
                    </a:lnTo>
                    <a:lnTo>
                      <a:pt x="158" y="106"/>
                    </a:lnTo>
                    <a:lnTo>
                      <a:pt x="158" y="115"/>
                    </a:lnTo>
                    <a:lnTo>
                      <a:pt x="167" y="106"/>
                    </a:lnTo>
                    <a:lnTo>
                      <a:pt x="167" y="106"/>
                    </a:lnTo>
                    <a:lnTo>
                      <a:pt x="167" y="97"/>
                    </a:lnTo>
                    <a:lnTo>
                      <a:pt x="167" y="88"/>
                    </a:lnTo>
                    <a:lnTo>
                      <a:pt x="176" y="88"/>
                    </a:lnTo>
                    <a:lnTo>
                      <a:pt x="176" y="79"/>
                    </a:lnTo>
                    <a:lnTo>
                      <a:pt x="176" y="88"/>
                    </a:lnTo>
                    <a:lnTo>
                      <a:pt x="185" y="97"/>
                    </a:lnTo>
                    <a:lnTo>
                      <a:pt x="185" y="97"/>
                    </a:lnTo>
                    <a:lnTo>
                      <a:pt x="194" y="97"/>
                    </a:lnTo>
                    <a:lnTo>
                      <a:pt x="202" y="97"/>
                    </a:lnTo>
                    <a:lnTo>
                      <a:pt x="202" y="88"/>
                    </a:lnTo>
                    <a:lnTo>
                      <a:pt x="202" y="79"/>
                    </a:lnTo>
                    <a:lnTo>
                      <a:pt x="202" y="70"/>
                    </a:lnTo>
                    <a:lnTo>
                      <a:pt x="211" y="70"/>
                    </a:lnTo>
                    <a:lnTo>
                      <a:pt x="220" y="70"/>
                    </a:lnTo>
                    <a:lnTo>
                      <a:pt x="220" y="62"/>
                    </a:lnTo>
                    <a:lnTo>
                      <a:pt x="220" y="53"/>
                    </a:lnTo>
                    <a:lnTo>
                      <a:pt x="229" y="53"/>
                    </a:lnTo>
                    <a:lnTo>
                      <a:pt x="229" y="44"/>
                    </a:lnTo>
                    <a:lnTo>
                      <a:pt x="229" y="35"/>
                    </a:lnTo>
                    <a:lnTo>
                      <a:pt x="229" y="35"/>
                    </a:lnTo>
                    <a:lnTo>
                      <a:pt x="229" y="35"/>
                    </a:lnTo>
                    <a:lnTo>
                      <a:pt x="238" y="35"/>
                    </a:lnTo>
                    <a:lnTo>
                      <a:pt x="238" y="35"/>
                    </a:lnTo>
                    <a:lnTo>
                      <a:pt x="255" y="26"/>
                    </a:lnTo>
                    <a:lnTo>
                      <a:pt x="264" y="26"/>
                    </a:lnTo>
                    <a:lnTo>
                      <a:pt x="264" y="17"/>
                    </a:lnTo>
                    <a:lnTo>
                      <a:pt x="255" y="17"/>
                    </a:lnTo>
                    <a:lnTo>
                      <a:pt x="264" y="8"/>
                    </a:lnTo>
                    <a:lnTo>
                      <a:pt x="255" y="0"/>
                    </a:lnTo>
                    <a:lnTo>
                      <a:pt x="255" y="0"/>
                    </a:lnTo>
                    <a:lnTo>
                      <a:pt x="264" y="0"/>
                    </a:lnTo>
                    <a:lnTo>
                      <a:pt x="273" y="0"/>
                    </a:lnTo>
                    <a:lnTo>
                      <a:pt x="282" y="0"/>
                    </a:lnTo>
                    <a:lnTo>
                      <a:pt x="290" y="0"/>
                    </a:lnTo>
                    <a:lnTo>
                      <a:pt x="290" y="8"/>
                    </a:lnTo>
                    <a:lnTo>
                      <a:pt x="299" y="17"/>
                    </a:lnTo>
                    <a:lnTo>
                      <a:pt x="308" y="17"/>
                    </a:lnTo>
                    <a:lnTo>
                      <a:pt x="317" y="17"/>
                    </a:lnTo>
                    <a:lnTo>
                      <a:pt x="317" y="17"/>
                    </a:lnTo>
                    <a:lnTo>
                      <a:pt x="334" y="26"/>
                    </a:lnTo>
                    <a:lnTo>
                      <a:pt x="334" y="26"/>
                    </a:lnTo>
                    <a:lnTo>
                      <a:pt x="343" y="26"/>
                    </a:lnTo>
                    <a:lnTo>
                      <a:pt x="343" y="26"/>
                    </a:lnTo>
                    <a:lnTo>
                      <a:pt x="352" y="26"/>
                    </a:lnTo>
                    <a:lnTo>
                      <a:pt x="352" y="26"/>
                    </a:lnTo>
                    <a:lnTo>
                      <a:pt x="361" y="26"/>
                    </a:lnTo>
                    <a:lnTo>
                      <a:pt x="361" y="26"/>
                    </a:lnTo>
                    <a:lnTo>
                      <a:pt x="370" y="17"/>
                    </a:lnTo>
                    <a:lnTo>
                      <a:pt x="370" y="17"/>
                    </a:lnTo>
                    <a:lnTo>
                      <a:pt x="378" y="8"/>
                    </a:lnTo>
                    <a:lnTo>
                      <a:pt x="387" y="17"/>
                    </a:lnTo>
                    <a:lnTo>
                      <a:pt x="387" y="26"/>
                    </a:lnTo>
                    <a:lnTo>
                      <a:pt x="396" y="26"/>
                    </a:lnTo>
                    <a:lnTo>
                      <a:pt x="396" y="35"/>
                    </a:lnTo>
                    <a:lnTo>
                      <a:pt x="405" y="35"/>
                    </a:lnTo>
                    <a:lnTo>
                      <a:pt x="405" y="35"/>
                    </a:lnTo>
                    <a:lnTo>
                      <a:pt x="405" y="44"/>
                    </a:lnTo>
                    <a:lnTo>
                      <a:pt x="405" y="44"/>
                    </a:lnTo>
                    <a:lnTo>
                      <a:pt x="405" y="53"/>
                    </a:lnTo>
                    <a:lnTo>
                      <a:pt x="414" y="70"/>
                    </a:lnTo>
                    <a:lnTo>
                      <a:pt x="414" y="70"/>
                    </a:lnTo>
                    <a:lnTo>
                      <a:pt x="422" y="79"/>
                    </a:lnTo>
                    <a:lnTo>
                      <a:pt x="431" y="88"/>
                    </a:lnTo>
                    <a:lnTo>
                      <a:pt x="440" y="97"/>
                    </a:lnTo>
                    <a:lnTo>
                      <a:pt x="449" y="97"/>
                    </a:lnTo>
                    <a:lnTo>
                      <a:pt x="431" y="123"/>
                    </a:lnTo>
                    <a:lnTo>
                      <a:pt x="414" y="132"/>
                    </a:lnTo>
                    <a:lnTo>
                      <a:pt x="414" y="141"/>
                    </a:lnTo>
                    <a:lnTo>
                      <a:pt x="414" y="150"/>
                    </a:lnTo>
                    <a:lnTo>
                      <a:pt x="405" y="150"/>
                    </a:lnTo>
                    <a:lnTo>
                      <a:pt x="405" y="159"/>
                    </a:lnTo>
                    <a:lnTo>
                      <a:pt x="396" y="159"/>
                    </a:lnTo>
                    <a:lnTo>
                      <a:pt x="396" y="159"/>
                    </a:lnTo>
                    <a:lnTo>
                      <a:pt x="387" y="168"/>
                    </a:lnTo>
                    <a:lnTo>
                      <a:pt x="387" y="168"/>
                    </a:lnTo>
                    <a:lnTo>
                      <a:pt x="378" y="176"/>
                    </a:lnTo>
                    <a:lnTo>
                      <a:pt x="370" y="176"/>
                    </a:lnTo>
                    <a:lnTo>
                      <a:pt x="370" y="185"/>
                    </a:lnTo>
                    <a:lnTo>
                      <a:pt x="352" y="185"/>
                    </a:lnTo>
                    <a:lnTo>
                      <a:pt x="352" y="194"/>
                    </a:lnTo>
                    <a:lnTo>
                      <a:pt x="326" y="194"/>
                    </a:lnTo>
                    <a:lnTo>
                      <a:pt x="308" y="194"/>
                    </a:lnTo>
                    <a:lnTo>
                      <a:pt x="290" y="194"/>
                    </a:lnTo>
                    <a:lnTo>
                      <a:pt x="255" y="194"/>
                    </a:lnTo>
                    <a:lnTo>
                      <a:pt x="246" y="203"/>
                    </a:lnTo>
                    <a:lnTo>
                      <a:pt x="211" y="203"/>
                    </a:lnTo>
                    <a:lnTo>
                      <a:pt x="185" y="203"/>
                    </a:lnTo>
                    <a:lnTo>
                      <a:pt x="150" y="212"/>
                    </a:lnTo>
                    <a:lnTo>
                      <a:pt x="123" y="212"/>
                    </a:lnTo>
                    <a:lnTo>
                      <a:pt x="97" y="212"/>
                    </a:lnTo>
                    <a:lnTo>
                      <a:pt x="88" y="212"/>
                    </a:lnTo>
                    <a:lnTo>
                      <a:pt x="79" y="212"/>
                    </a:lnTo>
                    <a:lnTo>
                      <a:pt x="88" y="221"/>
                    </a:lnTo>
                    <a:lnTo>
                      <a:pt x="88" y="230"/>
                    </a:lnTo>
                    <a:lnTo>
                      <a:pt x="0" y="23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32"/>
              <p:cNvSpPr>
                <a:spLocks/>
              </p:cNvSpPr>
              <p:nvPr/>
            </p:nvSpPr>
            <p:spPr bwMode="auto">
              <a:xfrm>
                <a:off x="3609676" y="2781745"/>
                <a:ext cx="602393" cy="319308"/>
              </a:xfrm>
              <a:custGeom>
                <a:avLst/>
                <a:gdLst/>
                <a:ahLst/>
                <a:cxnLst>
                  <a:cxn ang="0">
                    <a:pos x="9" y="230"/>
                  </a:cxn>
                  <a:cxn ang="0">
                    <a:pos x="9" y="221"/>
                  </a:cxn>
                  <a:cxn ang="0">
                    <a:pos x="18" y="203"/>
                  </a:cxn>
                  <a:cxn ang="0">
                    <a:pos x="9" y="185"/>
                  </a:cxn>
                  <a:cxn ang="0">
                    <a:pos x="26" y="176"/>
                  </a:cxn>
                  <a:cxn ang="0">
                    <a:pos x="44" y="185"/>
                  </a:cxn>
                  <a:cxn ang="0">
                    <a:pos x="53" y="176"/>
                  </a:cxn>
                  <a:cxn ang="0">
                    <a:pos x="53" y="159"/>
                  </a:cxn>
                  <a:cxn ang="0">
                    <a:pos x="70" y="150"/>
                  </a:cxn>
                  <a:cxn ang="0">
                    <a:pos x="70" y="132"/>
                  </a:cxn>
                  <a:cxn ang="0">
                    <a:pos x="79" y="123"/>
                  </a:cxn>
                  <a:cxn ang="0">
                    <a:pos x="79" y="115"/>
                  </a:cxn>
                  <a:cxn ang="0">
                    <a:pos x="97" y="123"/>
                  </a:cxn>
                  <a:cxn ang="0">
                    <a:pos x="106" y="115"/>
                  </a:cxn>
                  <a:cxn ang="0">
                    <a:pos x="132" y="123"/>
                  </a:cxn>
                  <a:cxn ang="0">
                    <a:pos x="141" y="106"/>
                  </a:cxn>
                  <a:cxn ang="0">
                    <a:pos x="150" y="106"/>
                  </a:cxn>
                  <a:cxn ang="0">
                    <a:pos x="167" y="106"/>
                  </a:cxn>
                  <a:cxn ang="0">
                    <a:pos x="167" y="88"/>
                  </a:cxn>
                  <a:cxn ang="0">
                    <a:pos x="176" y="88"/>
                  </a:cxn>
                  <a:cxn ang="0">
                    <a:pos x="194" y="97"/>
                  </a:cxn>
                  <a:cxn ang="0">
                    <a:pos x="202" y="79"/>
                  </a:cxn>
                  <a:cxn ang="0">
                    <a:pos x="220" y="70"/>
                  </a:cxn>
                  <a:cxn ang="0">
                    <a:pos x="229" y="53"/>
                  </a:cxn>
                  <a:cxn ang="0">
                    <a:pos x="229" y="35"/>
                  </a:cxn>
                  <a:cxn ang="0">
                    <a:pos x="238" y="35"/>
                  </a:cxn>
                  <a:cxn ang="0">
                    <a:pos x="264" y="17"/>
                  </a:cxn>
                  <a:cxn ang="0">
                    <a:pos x="255" y="0"/>
                  </a:cxn>
                  <a:cxn ang="0">
                    <a:pos x="273" y="0"/>
                  </a:cxn>
                  <a:cxn ang="0">
                    <a:pos x="290" y="8"/>
                  </a:cxn>
                  <a:cxn ang="0">
                    <a:pos x="317" y="17"/>
                  </a:cxn>
                  <a:cxn ang="0">
                    <a:pos x="334" y="26"/>
                  </a:cxn>
                  <a:cxn ang="0">
                    <a:pos x="352" y="26"/>
                  </a:cxn>
                  <a:cxn ang="0">
                    <a:pos x="361" y="26"/>
                  </a:cxn>
                  <a:cxn ang="0">
                    <a:pos x="378" y="8"/>
                  </a:cxn>
                  <a:cxn ang="0">
                    <a:pos x="396" y="26"/>
                  </a:cxn>
                  <a:cxn ang="0">
                    <a:pos x="405" y="35"/>
                  </a:cxn>
                  <a:cxn ang="0">
                    <a:pos x="405" y="53"/>
                  </a:cxn>
                  <a:cxn ang="0">
                    <a:pos x="422" y="79"/>
                  </a:cxn>
                  <a:cxn ang="0">
                    <a:pos x="449" y="97"/>
                  </a:cxn>
                  <a:cxn ang="0">
                    <a:pos x="414" y="141"/>
                  </a:cxn>
                  <a:cxn ang="0">
                    <a:pos x="405" y="159"/>
                  </a:cxn>
                  <a:cxn ang="0">
                    <a:pos x="387" y="168"/>
                  </a:cxn>
                  <a:cxn ang="0">
                    <a:pos x="370" y="176"/>
                  </a:cxn>
                  <a:cxn ang="0">
                    <a:pos x="352" y="194"/>
                  </a:cxn>
                  <a:cxn ang="0">
                    <a:pos x="290" y="194"/>
                  </a:cxn>
                  <a:cxn ang="0">
                    <a:pos x="211" y="203"/>
                  </a:cxn>
                  <a:cxn ang="0">
                    <a:pos x="123" y="212"/>
                  </a:cxn>
                  <a:cxn ang="0">
                    <a:pos x="79" y="212"/>
                  </a:cxn>
                  <a:cxn ang="0">
                    <a:pos x="0" y="238"/>
                  </a:cxn>
                </a:cxnLst>
                <a:rect l="0" t="0" r="r" b="b"/>
                <a:pathLst>
                  <a:path w="449" h="238">
                    <a:moveTo>
                      <a:pt x="0" y="238"/>
                    </a:moveTo>
                    <a:lnTo>
                      <a:pt x="0" y="230"/>
                    </a:lnTo>
                    <a:lnTo>
                      <a:pt x="9" y="230"/>
                    </a:lnTo>
                    <a:lnTo>
                      <a:pt x="9" y="230"/>
                    </a:lnTo>
                    <a:lnTo>
                      <a:pt x="9" y="221"/>
                    </a:lnTo>
                    <a:lnTo>
                      <a:pt x="9" y="221"/>
                    </a:lnTo>
                    <a:lnTo>
                      <a:pt x="18" y="212"/>
                    </a:lnTo>
                    <a:lnTo>
                      <a:pt x="18" y="203"/>
                    </a:lnTo>
                    <a:lnTo>
                      <a:pt x="18" y="203"/>
                    </a:lnTo>
                    <a:lnTo>
                      <a:pt x="18" y="194"/>
                    </a:lnTo>
                    <a:lnTo>
                      <a:pt x="9" y="194"/>
                    </a:lnTo>
                    <a:lnTo>
                      <a:pt x="9" y="185"/>
                    </a:lnTo>
                    <a:lnTo>
                      <a:pt x="18" y="176"/>
                    </a:lnTo>
                    <a:lnTo>
                      <a:pt x="26" y="176"/>
                    </a:lnTo>
                    <a:lnTo>
                      <a:pt x="26" y="176"/>
                    </a:lnTo>
                    <a:lnTo>
                      <a:pt x="35" y="176"/>
                    </a:lnTo>
                    <a:lnTo>
                      <a:pt x="44" y="185"/>
                    </a:lnTo>
                    <a:lnTo>
                      <a:pt x="44" y="185"/>
                    </a:lnTo>
                    <a:lnTo>
                      <a:pt x="53" y="185"/>
                    </a:lnTo>
                    <a:lnTo>
                      <a:pt x="53" y="176"/>
                    </a:lnTo>
                    <a:lnTo>
                      <a:pt x="53" y="176"/>
                    </a:lnTo>
                    <a:lnTo>
                      <a:pt x="53" y="168"/>
                    </a:lnTo>
                    <a:lnTo>
                      <a:pt x="53" y="168"/>
                    </a:lnTo>
                    <a:lnTo>
                      <a:pt x="53" y="159"/>
                    </a:lnTo>
                    <a:lnTo>
                      <a:pt x="53" y="159"/>
                    </a:lnTo>
                    <a:lnTo>
                      <a:pt x="62" y="159"/>
                    </a:lnTo>
                    <a:lnTo>
                      <a:pt x="70" y="150"/>
                    </a:lnTo>
                    <a:lnTo>
                      <a:pt x="70" y="150"/>
                    </a:lnTo>
                    <a:lnTo>
                      <a:pt x="70" y="141"/>
                    </a:lnTo>
                    <a:lnTo>
                      <a:pt x="70" y="132"/>
                    </a:lnTo>
                    <a:lnTo>
                      <a:pt x="70" y="132"/>
                    </a:lnTo>
                    <a:lnTo>
                      <a:pt x="79" y="123"/>
                    </a:lnTo>
                    <a:lnTo>
                      <a:pt x="79" y="123"/>
                    </a:lnTo>
                    <a:lnTo>
                      <a:pt x="79" y="123"/>
                    </a:lnTo>
                    <a:lnTo>
                      <a:pt x="79" y="123"/>
                    </a:lnTo>
                    <a:lnTo>
                      <a:pt x="79" y="115"/>
                    </a:lnTo>
                    <a:lnTo>
                      <a:pt x="88" y="115"/>
                    </a:lnTo>
                    <a:lnTo>
                      <a:pt x="97" y="115"/>
                    </a:lnTo>
                    <a:lnTo>
                      <a:pt x="97" y="123"/>
                    </a:lnTo>
                    <a:lnTo>
                      <a:pt x="106" y="115"/>
                    </a:lnTo>
                    <a:lnTo>
                      <a:pt x="97" y="115"/>
                    </a:lnTo>
                    <a:lnTo>
                      <a:pt x="106" y="115"/>
                    </a:lnTo>
                    <a:lnTo>
                      <a:pt x="114" y="106"/>
                    </a:lnTo>
                    <a:lnTo>
                      <a:pt x="132" y="115"/>
                    </a:lnTo>
                    <a:lnTo>
                      <a:pt x="132" y="123"/>
                    </a:lnTo>
                    <a:lnTo>
                      <a:pt x="132" y="115"/>
                    </a:lnTo>
                    <a:lnTo>
                      <a:pt x="132" y="115"/>
                    </a:lnTo>
                    <a:lnTo>
                      <a:pt x="141" y="106"/>
                    </a:lnTo>
                    <a:lnTo>
                      <a:pt x="141" y="106"/>
                    </a:lnTo>
                    <a:lnTo>
                      <a:pt x="150" y="106"/>
                    </a:lnTo>
                    <a:lnTo>
                      <a:pt x="150" y="106"/>
                    </a:lnTo>
                    <a:lnTo>
                      <a:pt x="158" y="106"/>
                    </a:lnTo>
                    <a:lnTo>
                      <a:pt x="158" y="115"/>
                    </a:lnTo>
                    <a:lnTo>
                      <a:pt x="167" y="106"/>
                    </a:lnTo>
                    <a:lnTo>
                      <a:pt x="167" y="106"/>
                    </a:lnTo>
                    <a:lnTo>
                      <a:pt x="167" y="97"/>
                    </a:lnTo>
                    <a:lnTo>
                      <a:pt x="167" y="88"/>
                    </a:lnTo>
                    <a:lnTo>
                      <a:pt x="176" y="88"/>
                    </a:lnTo>
                    <a:lnTo>
                      <a:pt x="176" y="79"/>
                    </a:lnTo>
                    <a:lnTo>
                      <a:pt x="176" y="88"/>
                    </a:lnTo>
                    <a:lnTo>
                      <a:pt x="185" y="97"/>
                    </a:lnTo>
                    <a:lnTo>
                      <a:pt x="185" y="97"/>
                    </a:lnTo>
                    <a:lnTo>
                      <a:pt x="194" y="97"/>
                    </a:lnTo>
                    <a:lnTo>
                      <a:pt x="202" y="97"/>
                    </a:lnTo>
                    <a:lnTo>
                      <a:pt x="202" y="88"/>
                    </a:lnTo>
                    <a:lnTo>
                      <a:pt x="202" y="79"/>
                    </a:lnTo>
                    <a:lnTo>
                      <a:pt x="202" y="70"/>
                    </a:lnTo>
                    <a:lnTo>
                      <a:pt x="211" y="70"/>
                    </a:lnTo>
                    <a:lnTo>
                      <a:pt x="220" y="70"/>
                    </a:lnTo>
                    <a:lnTo>
                      <a:pt x="220" y="62"/>
                    </a:lnTo>
                    <a:lnTo>
                      <a:pt x="220" y="53"/>
                    </a:lnTo>
                    <a:lnTo>
                      <a:pt x="229" y="53"/>
                    </a:lnTo>
                    <a:lnTo>
                      <a:pt x="229" y="44"/>
                    </a:lnTo>
                    <a:lnTo>
                      <a:pt x="229" y="35"/>
                    </a:lnTo>
                    <a:lnTo>
                      <a:pt x="229" y="35"/>
                    </a:lnTo>
                    <a:lnTo>
                      <a:pt x="229" y="35"/>
                    </a:lnTo>
                    <a:lnTo>
                      <a:pt x="238" y="35"/>
                    </a:lnTo>
                    <a:lnTo>
                      <a:pt x="238" y="35"/>
                    </a:lnTo>
                    <a:lnTo>
                      <a:pt x="255" y="26"/>
                    </a:lnTo>
                    <a:lnTo>
                      <a:pt x="264" y="26"/>
                    </a:lnTo>
                    <a:lnTo>
                      <a:pt x="264" y="17"/>
                    </a:lnTo>
                    <a:lnTo>
                      <a:pt x="255" y="17"/>
                    </a:lnTo>
                    <a:lnTo>
                      <a:pt x="264" y="8"/>
                    </a:lnTo>
                    <a:lnTo>
                      <a:pt x="255" y="0"/>
                    </a:lnTo>
                    <a:lnTo>
                      <a:pt x="255" y="0"/>
                    </a:lnTo>
                    <a:lnTo>
                      <a:pt x="264" y="0"/>
                    </a:lnTo>
                    <a:lnTo>
                      <a:pt x="273" y="0"/>
                    </a:lnTo>
                    <a:lnTo>
                      <a:pt x="282" y="0"/>
                    </a:lnTo>
                    <a:lnTo>
                      <a:pt x="290" y="0"/>
                    </a:lnTo>
                    <a:lnTo>
                      <a:pt x="290" y="8"/>
                    </a:lnTo>
                    <a:lnTo>
                      <a:pt x="299" y="17"/>
                    </a:lnTo>
                    <a:lnTo>
                      <a:pt x="308" y="17"/>
                    </a:lnTo>
                    <a:lnTo>
                      <a:pt x="317" y="17"/>
                    </a:lnTo>
                    <a:lnTo>
                      <a:pt x="317" y="17"/>
                    </a:lnTo>
                    <a:lnTo>
                      <a:pt x="334" y="26"/>
                    </a:lnTo>
                    <a:lnTo>
                      <a:pt x="334" y="26"/>
                    </a:lnTo>
                    <a:lnTo>
                      <a:pt x="343" y="26"/>
                    </a:lnTo>
                    <a:lnTo>
                      <a:pt x="343" y="26"/>
                    </a:lnTo>
                    <a:lnTo>
                      <a:pt x="352" y="26"/>
                    </a:lnTo>
                    <a:lnTo>
                      <a:pt x="352" y="26"/>
                    </a:lnTo>
                    <a:lnTo>
                      <a:pt x="361" y="26"/>
                    </a:lnTo>
                    <a:lnTo>
                      <a:pt x="361" y="26"/>
                    </a:lnTo>
                    <a:lnTo>
                      <a:pt x="370" y="17"/>
                    </a:lnTo>
                    <a:lnTo>
                      <a:pt x="370" y="17"/>
                    </a:lnTo>
                    <a:lnTo>
                      <a:pt x="378" y="8"/>
                    </a:lnTo>
                    <a:lnTo>
                      <a:pt x="387" y="17"/>
                    </a:lnTo>
                    <a:lnTo>
                      <a:pt x="387" y="26"/>
                    </a:lnTo>
                    <a:lnTo>
                      <a:pt x="396" y="26"/>
                    </a:lnTo>
                    <a:lnTo>
                      <a:pt x="396" y="35"/>
                    </a:lnTo>
                    <a:lnTo>
                      <a:pt x="405" y="35"/>
                    </a:lnTo>
                    <a:lnTo>
                      <a:pt x="405" y="35"/>
                    </a:lnTo>
                    <a:lnTo>
                      <a:pt x="405" y="44"/>
                    </a:lnTo>
                    <a:lnTo>
                      <a:pt x="405" y="44"/>
                    </a:lnTo>
                    <a:lnTo>
                      <a:pt x="405" y="53"/>
                    </a:lnTo>
                    <a:lnTo>
                      <a:pt x="414" y="70"/>
                    </a:lnTo>
                    <a:lnTo>
                      <a:pt x="414" y="70"/>
                    </a:lnTo>
                    <a:lnTo>
                      <a:pt x="422" y="79"/>
                    </a:lnTo>
                    <a:lnTo>
                      <a:pt x="431" y="88"/>
                    </a:lnTo>
                    <a:lnTo>
                      <a:pt x="440" y="97"/>
                    </a:lnTo>
                    <a:lnTo>
                      <a:pt x="449" y="97"/>
                    </a:lnTo>
                    <a:lnTo>
                      <a:pt x="431" y="123"/>
                    </a:lnTo>
                    <a:lnTo>
                      <a:pt x="414" y="132"/>
                    </a:lnTo>
                    <a:lnTo>
                      <a:pt x="414" y="141"/>
                    </a:lnTo>
                    <a:lnTo>
                      <a:pt x="414" y="150"/>
                    </a:lnTo>
                    <a:lnTo>
                      <a:pt x="405" y="150"/>
                    </a:lnTo>
                    <a:lnTo>
                      <a:pt x="405" y="159"/>
                    </a:lnTo>
                    <a:lnTo>
                      <a:pt x="396" y="159"/>
                    </a:lnTo>
                    <a:lnTo>
                      <a:pt x="396" y="159"/>
                    </a:lnTo>
                    <a:lnTo>
                      <a:pt x="387" y="168"/>
                    </a:lnTo>
                    <a:lnTo>
                      <a:pt x="387" y="168"/>
                    </a:lnTo>
                    <a:lnTo>
                      <a:pt x="378" y="176"/>
                    </a:lnTo>
                    <a:lnTo>
                      <a:pt x="370" y="176"/>
                    </a:lnTo>
                    <a:lnTo>
                      <a:pt x="370" y="185"/>
                    </a:lnTo>
                    <a:lnTo>
                      <a:pt x="352" y="185"/>
                    </a:lnTo>
                    <a:lnTo>
                      <a:pt x="352" y="194"/>
                    </a:lnTo>
                    <a:lnTo>
                      <a:pt x="326" y="194"/>
                    </a:lnTo>
                    <a:lnTo>
                      <a:pt x="308" y="194"/>
                    </a:lnTo>
                    <a:lnTo>
                      <a:pt x="290" y="194"/>
                    </a:lnTo>
                    <a:lnTo>
                      <a:pt x="255" y="194"/>
                    </a:lnTo>
                    <a:lnTo>
                      <a:pt x="246" y="203"/>
                    </a:lnTo>
                    <a:lnTo>
                      <a:pt x="211" y="203"/>
                    </a:lnTo>
                    <a:lnTo>
                      <a:pt x="185" y="203"/>
                    </a:lnTo>
                    <a:lnTo>
                      <a:pt x="150" y="212"/>
                    </a:lnTo>
                    <a:lnTo>
                      <a:pt x="123" y="212"/>
                    </a:lnTo>
                    <a:lnTo>
                      <a:pt x="97" y="212"/>
                    </a:lnTo>
                    <a:lnTo>
                      <a:pt x="88" y="212"/>
                    </a:lnTo>
                    <a:lnTo>
                      <a:pt x="79" y="212"/>
                    </a:lnTo>
                    <a:lnTo>
                      <a:pt x="88" y="221"/>
                    </a:lnTo>
                    <a:lnTo>
                      <a:pt x="88" y="230"/>
                    </a:lnTo>
                    <a:lnTo>
                      <a:pt x="0" y="23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133"/>
              <p:cNvSpPr>
                <a:spLocks/>
              </p:cNvSpPr>
              <p:nvPr/>
            </p:nvSpPr>
            <p:spPr bwMode="auto">
              <a:xfrm>
                <a:off x="2547104" y="2733446"/>
                <a:ext cx="625200" cy="332725"/>
              </a:xfrm>
              <a:custGeom>
                <a:avLst/>
                <a:gdLst/>
                <a:ahLst/>
                <a:cxnLst>
                  <a:cxn ang="0">
                    <a:pos x="0" y="239"/>
                  </a:cxn>
                  <a:cxn ang="0">
                    <a:pos x="18" y="0"/>
                  </a:cxn>
                  <a:cxn ang="0">
                    <a:pos x="88" y="9"/>
                  </a:cxn>
                  <a:cxn ang="0">
                    <a:pos x="238" y="9"/>
                  </a:cxn>
                  <a:cxn ang="0">
                    <a:pos x="317" y="9"/>
                  </a:cxn>
                  <a:cxn ang="0">
                    <a:pos x="414" y="9"/>
                  </a:cxn>
                  <a:cxn ang="0">
                    <a:pos x="431" y="18"/>
                  </a:cxn>
                  <a:cxn ang="0">
                    <a:pos x="431" y="18"/>
                  </a:cxn>
                  <a:cxn ang="0">
                    <a:pos x="440" y="18"/>
                  </a:cxn>
                  <a:cxn ang="0">
                    <a:pos x="440" y="27"/>
                  </a:cxn>
                  <a:cxn ang="0">
                    <a:pos x="440" y="27"/>
                  </a:cxn>
                  <a:cxn ang="0">
                    <a:pos x="440" y="36"/>
                  </a:cxn>
                  <a:cxn ang="0">
                    <a:pos x="440" y="27"/>
                  </a:cxn>
                  <a:cxn ang="0">
                    <a:pos x="440" y="36"/>
                  </a:cxn>
                  <a:cxn ang="0">
                    <a:pos x="431" y="44"/>
                  </a:cxn>
                  <a:cxn ang="0">
                    <a:pos x="431" y="53"/>
                  </a:cxn>
                  <a:cxn ang="0">
                    <a:pos x="440" y="53"/>
                  </a:cxn>
                  <a:cxn ang="0">
                    <a:pos x="440" y="62"/>
                  </a:cxn>
                  <a:cxn ang="0">
                    <a:pos x="440" y="62"/>
                  </a:cxn>
                  <a:cxn ang="0">
                    <a:pos x="449" y="71"/>
                  </a:cxn>
                  <a:cxn ang="0">
                    <a:pos x="458" y="80"/>
                  </a:cxn>
                  <a:cxn ang="0">
                    <a:pos x="458" y="80"/>
                  </a:cxn>
                  <a:cxn ang="0">
                    <a:pos x="466" y="248"/>
                  </a:cxn>
                  <a:cxn ang="0">
                    <a:pos x="387" y="248"/>
                  </a:cxn>
                  <a:cxn ang="0">
                    <a:pos x="247" y="248"/>
                  </a:cxn>
                  <a:cxn ang="0">
                    <a:pos x="106" y="248"/>
                  </a:cxn>
                  <a:cxn ang="0">
                    <a:pos x="0" y="239"/>
                  </a:cxn>
                </a:cxnLst>
                <a:rect l="0" t="0" r="r" b="b"/>
                <a:pathLst>
                  <a:path w="466" h="248">
                    <a:moveTo>
                      <a:pt x="0" y="239"/>
                    </a:moveTo>
                    <a:lnTo>
                      <a:pt x="18" y="0"/>
                    </a:lnTo>
                    <a:lnTo>
                      <a:pt x="88" y="9"/>
                    </a:lnTo>
                    <a:lnTo>
                      <a:pt x="238" y="9"/>
                    </a:lnTo>
                    <a:lnTo>
                      <a:pt x="317" y="9"/>
                    </a:lnTo>
                    <a:lnTo>
                      <a:pt x="414" y="9"/>
                    </a:lnTo>
                    <a:lnTo>
                      <a:pt x="431" y="18"/>
                    </a:lnTo>
                    <a:lnTo>
                      <a:pt x="431" y="18"/>
                    </a:lnTo>
                    <a:lnTo>
                      <a:pt x="440" y="18"/>
                    </a:lnTo>
                    <a:lnTo>
                      <a:pt x="440" y="27"/>
                    </a:lnTo>
                    <a:lnTo>
                      <a:pt x="440" y="27"/>
                    </a:lnTo>
                    <a:lnTo>
                      <a:pt x="440" y="36"/>
                    </a:lnTo>
                    <a:lnTo>
                      <a:pt x="440" y="27"/>
                    </a:lnTo>
                    <a:lnTo>
                      <a:pt x="440" y="36"/>
                    </a:lnTo>
                    <a:lnTo>
                      <a:pt x="431" y="44"/>
                    </a:lnTo>
                    <a:lnTo>
                      <a:pt x="431" y="53"/>
                    </a:lnTo>
                    <a:lnTo>
                      <a:pt x="440" y="53"/>
                    </a:lnTo>
                    <a:lnTo>
                      <a:pt x="440" y="62"/>
                    </a:lnTo>
                    <a:lnTo>
                      <a:pt x="440" y="62"/>
                    </a:lnTo>
                    <a:lnTo>
                      <a:pt x="449" y="71"/>
                    </a:lnTo>
                    <a:lnTo>
                      <a:pt x="458" y="80"/>
                    </a:lnTo>
                    <a:lnTo>
                      <a:pt x="458" y="80"/>
                    </a:lnTo>
                    <a:lnTo>
                      <a:pt x="466" y="248"/>
                    </a:lnTo>
                    <a:lnTo>
                      <a:pt x="387" y="248"/>
                    </a:lnTo>
                    <a:lnTo>
                      <a:pt x="247" y="248"/>
                    </a:lnTo>
                    <a:lnTo>
                      <a:pt x="106" y="248"/>
                    </a:lnTo>
                    <a:lnTo>
                      <a:pt x="0" y="239"/>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134"/>
              <p:cNvSpPr>
                <a:spLocks/>
              </p:cNvSpPr>
              <p:nvPr/>
            </p:nvSpPr>
            <p:spPr bwMode="auto">
              <a:xfrm>
                <a:off x="2547104" y="2733446"/>
                <a:ext cx="625200" cy="332725"/>
              </a:xfrm>
              <a:custGeom>
                <a:avLst/>
                <a:gdLst/>
                <a:ahLst/>
                <a:cxnLst>
                  <a:cxn ang="0">
                    <a:pos x="0" y="239"/>
                  </a:cxn>
                  <a:cxn ang="0">
                    <a:pos x="18" y="0"/>
                  </a:cxn>
                  <a:cxn ang="0">
                    <a:pos x="88" y="9"/>
                  </a:cxn>
                  <a:cxn ang="0">
                    <a:pos x="238" y="9"/>
                  </a:cxn>
                  <a:cxn ang="0">
                    <a:pos x="317" y="9"/>
                  </a:cxn>
                  <a:cxn ang="0">
                    <a:pos x="414" y="9"/>
                  </a:cxn>
                  <a:cxn ang="0">
                    <a:pos x="431" y="18"/>
                  </a:cxn>
                  <a:cxn ang="0">
                    <a:pos x="431" y="18"/>
                  </a:cxn>
                  <a:cxn ang="0">
                    <a:pos x="440" y="18"/>
                  </a:cxn>
                  <a:cxn ang="0">
                    <a:pos x="440" y="27"/>
                  </a:cxn>
                  <a:cxn ang="0">
                    <a:pos x="440" y="27"/>
                  </a:cxn>
                  <a:cxn ang="0">
                    <a:pos x="440" y="36"/>
                  </a:cxn>
                  <a:cxn ang="0">
                    <a:pos x="440" y="27"/>
                  </a:cxn>
                  <a:cxn ang="0">
                    <a:pos x="440" y="36"/>
                  </a:cxn>
                  <a:cxn ang="0">
                    <a:pos x="431" y="44"/>
                  </a:cxn>
                  <a:cxn ang="0">
                    <a:pos x="431" y="53"/>
                  </a:cxn>
                  <a:cxn ang="0">
                    <a:pos x="440" y="53"/>
                  </a:cxn>
                  <a:cxn ang="0">
                    <a:pos x="440" y="62"/>
                  </a:cxn>
                  <a:cxn ang="0">
                    <a:pos x="440" y="62"/>
                  </a:cxn>
                  <a:cxn ang="0">
                    <a:pos x="449" y="71"/>
                  </a:cxn>
                  <a:cxn ang="0">
                    <a:pos x="458" y="80"/>
                  </a:cxn>
                  <a:cxn ang="0">
                    <a:pos x="458" y="80"/>
                  </a:cxn>
                  <a:cxn ang="0">
                    <a:pos x="466" y="248"/>
                  </a:cxn>
                  <a:cxn ang="0">
                    <a:pos x="387" y="248"/>
                  </a:cxn>
                  <a:cxn ang="0">
                    <a:pos x="247" y="248"/>
                  </a:cxn>
                  <a:cxn ang="0">
                    <a:pos x="106" y="248"/>
                  </a:cxn>
                  <a:cxn ang="0">
                    <a:pos x="0" y="239"/>
                  </a:cxn>
                </a:cxnLst>
                <a:rect l="0" t="0" r="r" b="b"/>
                <a:pathLst>
                  <a:path w="466" h="248">
                    <a:moveTo>
                      <a:pt x="0" y="239"/>
                    </a:moveTo>
                    <a:lnTo>
                      <a:pt x="18" y="0"/>
                    </a:lnTo>
                    <a:lnTo>
                      <a:pt x="88" y="9"/>
                    </a:lnTo>
                    <a:lnTo>
                      <a:pt x="238" y="9"/>
                    </a:lnTo>
                    <a:lnTo>
                      <a:pt x="317" y="9"/>
                    </a:lnTo>
                    <a:lnTo>
                      <a:pt x="414" y="9"/>
                    </a:lnTo>
                    <a:lnTo>
                      <a:pt x="431" y="18"/>
                    </a:lnTo>
                    <a:lnTo>
                      <a:pt x="431" y="18"/>
                    </a:lnTo>
                    <a:lnTo>
                      <a:pt x="440" y="18"/>
                    </a:lnTo>
                    <a:lnTo>
                      <a:pt x="440" y="27"/>
                    </a:lnTo>
                    <a:lnTo>
                      <a:pt x="440" y="27"/>
                    </a:lnTo>
                    <a:lnTo>
                      <a:pt x="440" y="36"/>
                    </a:lnTo>
                    <a:lnTo>
                      <a:pt x="440" y="27"/>
                    </a:lnTo>
                    <a:lnTo>
                      <a:pt x="440" y="36"/>
                    </a:lnTo>
                    <a:lnTo>
                      <a:pt x="431" y="44"/>
                    </a:lnTo>
                    <a:lnTo>
                      <a:pt x="431" y="53"/>
                    </a:lnTo>
                    <a:lnTo>
                      <a:pt x="440" y="53"/>
                    </a:lnTo>
                    <a:lnTo>
                      <a:pt x="440" y="62"/>
                    </a:lnTo>
                    <a:lnTo>
                      <a:pt x="440" y="62"/>
                    </a:lnTo>
                    <a:lnTo>
                      <a:pt x="449" y="71"/>
                    </a:lnTo>
                    <a:lnTo>
                      <a:pt x="458" y="80"/>
                    </a:lnTo>
                    <a:lnTo>
                      <a:pt x="458" y="80"/>
                    </a:lnTo>
                    <a:lnTo>
                      <a:pt x="466" y="248"/>
                    </a:lnTo>
                    <a:lnTo>
                      <a:pt x="387" y="248"/>
                    </a:lnTo>
                    <a:lnTo>
                      <a:pt x="247" y="248"/>
                    </a:lnTo>
                    <a:lnTo>
                      <a:pt x="106" y="248"/>
                    </a:lnTo>
                    <a:lnTo>
                      <a:pt x="0" y="239"/>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137"/>
              <p:cNvSpPr>
                <a:spLocks/>
              </p:cNvSpPr>
              <p:nvPr/>
            </p:nvSpPr>
            <p:spPr bwMode="auto">
              <a:xfrm>
                <a:off x="3703590" y="2495978"/>
                <a:ext cx="260277" cy="450788"/>
              </a:xfrm>
              <a:custGeom>
                <a:avLst/>
                <a:gdLst/>
                <a:ahLst/>
                <a:cxnLst>
                  <a:cxn ang="0">
                    <a:pos x="0" y="336"/>
                  </a:cxn>
                  <a:cxn ang="0">
                    <a:pos x="0" y="319"/>
                  </a:cxn>
                  <a:cxn ang="0">
                    <a:pos x="9" y="310"/>
                  </a:cxn>
                  <a:cxn ang="0">
                    <a:pos x="9" y="301"/>
                  </a:cxn>
                  <a:cxn ang="0">
                    <a:pos x="18" y="292"/>
                  </a:cxn>
                  <a:cxn ang="0">
                    <a:pos x="18" y="275"/>
                  </a:cxn>
                  <a:cxn ang="0">
                    <a:pos x="27" y="266"/>
                  </a:cxn>
                  <a:cxn ang="0">
                    <a:pos x="27" y="248"/>
                  </a:cxn>
                  <a:cxn ang="0">
                    <a:pos x="27" y="239"/>
                  </a:cxn>
                  <a:cxn ang="0">
                    <a:pos x="18" y="230"/>
                  </a:cxn>
                  <a:cxn ang="0">
                    <a:pos x="18" y="213"/>
                  </a:cxn>
                  <a:cxn ang="0">
                    <a:pos x="9" y="27"/>
                  </a:cxn>
                  <a:cxn ang="0">
                    <a:pos x="9" y="27"/>
                  </a:cxn>
                  <a:cxn ang="0">
                    <a:pos x="27" y="27"/>
                  </a:cxn>
                  <a:cxn ang="0">
                    <a:pos x="44" y="18"/>
                  </a:cxn>
                  <a:cxn ang="0">
                    <a:pos x="80" y="9"/>
                  </a:cxn>
                  <a:cxn ang="0">
                    <a:pos x="168" y="9"/>
                  </a:cxn>
                  <a:cxn ang="0">
                    <a:pos x="185" y="213"/>
                  </a:cxn>
                  <a:cxn ang="0">
                    <a:pos x="194" y="221"/>
                  </a:cxn>
                  <a:cxn ang="0">
                    <a:pos x="194" y="230"/>
                  </a:cxn>
                  <a:cxn ang="0">
                    <a:pos x="185" y="239"/>
                  </a:cxn>
                  <a:cxn ang="0">
                    <a:pos x="168" y="248"/>
                  </a:cxn>
                  <a:cxn ang="0">
                    <a:pos x="159" y="248"/>
                  </a:cxn>
                  <a:cxn ang="0">
                    <a:pos x="159" y="257"/>
                  </a:cxn>
                  <a:cxn ang="0">
                    <a:pos x="150" y="266"/>
                  </a:cxn>
                  <a:cxn ang="0">
                    <a:pos x="150" y="283"/>
                  </a:cxn>
                  <a:cxn ang="0">
                    <a:pos x="132" y="283"/>
                  </a:cxn>
                  <a:cxn ang="0">
                    <a:pos x="132" y="301"/>
                  </a:cxn>
                  <a:cxn ang="0">
                    <a:pos x="124" y="310"/>
                  </a:cxn>
                  <a:cxn ang="0">
                    <a:pos x="115" y="310"/>
                  </a:cxn>
                  <a:cxn ang="0">
                    <a:pos x="106" y="292"/>
                  </a:cxn>
                  <a:cxn ang="0">
                    <a:pos x="97" y="301"/>
                  </a:cxn>
                  <a:cxn ang="0">
                    <a:pos x="97" y="319"/>
                  </a:cxn>
                  <a:cxn ang="0">
                    <a:pos x="88" y="328"/>
                  </a:cxn>
                  <a:cxn ang="0">
                    <a:pos x="80" y="319"/>
                  </a:cxn>
                  <a:cxn ang="0">
                    <a:pos x="71" y="319"/>
                  </a:cxn>
                  <a:cxn ang="0">
                    <a:pos x="62" y="328"/>
                  </a:cxn>
                  <a:cxn ang="0">
                    <a:pos x="62" y="336"/>
                  </a:cxn>
                  <a:cxn ang="0">
                    <a:pos x="44" y="319"/>
                  </a:cxn>
                  <a:cxn ang="0">
                    <a:pos x="27" y="328"/>
                  </a:cxn>
                  <a:cxn ang="0">
                    <a:pos x="27" y="336"/>
                  </a:cxn>
                  <a:cxn ang="0">
                    <a:pos x="18" y="328"/>
                  </a:cxn>
                  <a:cxn ang="0">
                    <a:pos x="9" y="336"/>
                  </a:cxn>
                  <a:cxn ang="0">
                    <a:pos x="9" y="336"/>
                  </a:cxn>
                </a:cxnLst>
                <a:rect l="0" t="0" r="r" b="b"/>
                <a:pathLst>
                  <a:path w="194" h="336">
                    <a:moveTo>
                      <a:pt x="9" y="336"/>
                    </a:moveTo>
                    <a:lnTo>
                      <a:pt x="0" y="336"/>
                    </a:lnTo>
                    <a:lnTo>
                      <a:pt x="0" y="328"/>
                    </a:lnTo>
                    <a:lnTo>
                      <a:pt x="0" y="319"/>
                    </a:lnTo>
                    <a:lnTo>
                      <a:pt x="9" y="319"/>
                    </a:lnTo>
                    <a:lnTo>
                      <a:pt x="9" y="310"/>
                    </a:lnTo>
                    <a:lnTo>
                      <a:pt x="9" y="310"/>
                    </a:lnTo>
                    <a:lnTo>
                      <a:pt x="9" y="301"/>
                    </a:lnTo>
                    <a:lnTo>
                      <a:pt x="9" y="292"/>
                    </a:lnTo>
                    <a:lnTo>
                      <a:pt x="18" y="292"/>
                    </a:lnTo>
                    <a:lnTo>
                      <a:pt x="18" y="283"/>
                    </a:lnTo>
                    <a:lnTo>
                      <a:pt x="18" y="275"/>
                    </a:lnTo>
                    <a:lnTo>
                      <a:pt x="27" y="266"/>
                    </a:lnTo>
                    <a:lnTo>
                      <a:pt x="27" y="266"/>
                    </a:lnTo>
                    <a:lnTo>
                      <a:pt x="27" y="257"/>
                    </a:lnTo>
                    <a:lnTo>
                      <a:pt x="27" y="248"/>
                    </a:lnTo>
                    <a:lnTo>
                      <a:pt x="27" y="248"/>
                    </a:lnTo>
                    <a:lnTo>
                      <a:pt x="27" y="239"/>
                    </a:lnTo>
                    <a:lnTo>
                      <a:pt x="18" y="230"/>
                    </a:lnTo>
                    <a:lnTo>
                      <a:pt x="18" y="230"/>
                    </a:lnTo>
                    <a:lnTo>
                      <a:pt x="18" y="221"/>
                    </a:lnTo>
                    <a:lnTo>
                      <a:pt x="18" y="213"/>
                    </a:lnTo>
                    <a:lnTo>
                      <a:pt x="27" y="213"/>
                    </a:lnTo>
                    <a:lnTo>
                      <a:pt x="9" y="27"/>
                    </a:lnTo>
                    <a:lnTo>
                      <a:pt x="9" y="27"/>
                    </a:lnTo>
                    <a:lnTo>
                      <a:pt x="9" y="27"/>
                    </a:lnTo>
                    <a:lnTo>
                      <a:pt x="18" y="27"/>
                    </a:lnTo>
                    <a:lnTo>
                      <a:pt x="27" y="27"/>
                    </a:lnTo>
                    <a:lnTo>
                      <a:pt x="36" y="27"/>
                    </a:lnTo>
                    <a:lnTo>
                      <a:pt x="44" y="18"/>
                    </a:lnTo>
                    <a:lnTo>
                      <a:pt x="44" y="18"/>
                    </a:lnTo>
                    <a:lnTo>
                      <a:pt x="80" y="9"/>
                    </a:lnTo>
                    <a:lnTo>
                      <a:pt x="159" y="0"/>
                    </a:lnTo>
                    <a:lnTo>
                      <a:pt x="168" y="9"/>
                    </a:lnTo>
                    <a:lnTo>
                      <a:pt x="176" y="80"/>
                    </a:lnTo>
                    <a:lnTo>
                      <a:pt x="185" y="213"/>
                    </a:lnTo>
                    <a:lnTo>
                      <a:pt x="185" y="213"/>
                    </a:lnTo>
                    <a:lnTo>
                      <a:pt x="194" y="221"/>
                    </a:lnTo>
                    <a:lnTo>
                      <a:pt x="185" y="230"/>
                    </a:lnTo>
                    <a:lnTo>
                      <a:pt x="194" y="230"/>
                    </a:lnTo>
                    <a:lnTo>
                      <a:pt x="194" y="239"/>
                    </a:lnTo>
                    <a:lnTo>
                      <a:pt x="185" y="239"/>
                    </a:lnTo>
                    <a:lnTo>
                      <a:pt x="168" y="248"/>
                    </a:lnTo>
                    <a:lnTo>
                      <a:pt x="168" y="248"/>
                    </a:lnTo>
                    <a:lnTo>
                      <a:pt x="159" y="248"/>
                    </a:lnTo>
                    <a:lnTo>
                      <a:pt x="159" y="248"/>
                    </a:lnTo>
                    <a:lnTo>
                      <a:pt x="159" y="248"/>
                    </a:lnTo>
                    <a:lnTo>
                      <a:pt x="159" y="257"/>
                    </a:lnTo>
                    <a:lnTo>
                      <a:pt x="159" y="266"/>
                    </a:lnTo>
                    <a:lnTo>
                      <a:pt x="150" y="266"/>
                    </a:lnTo>
                    <a:lnTo>
                      <a:pt x="150" y="275"/>
                    </a:lnTo>
                    <a:lnTo>
                      <a:pt x="150" y="283"/>
                    </a:lnTo>
                    <a:lnTo>
                      <a:pt x="141" y="283"/>
                    </a:lnTo>
                    <a:lnTo>
                      <a:pt x="132" y="283"/>
                    </a:lnTo>
                    <a:lnTo>
                      <a:pt x="132" y="292"/>
                    </a:lnTo>
                    <a:lnTo>
                      <a:pt x="132" y="301"/>
                    </a:lnTo>
                    <a:lnTo>
                      <a:pt x="132" y="310"/>
                    </a:lnTo>
                    <a:lnTo>
                      <a:pt x="124" y="310"/>
                    </a:lnTo>
                    <a:lnTo>
                      <a:pt x="115" y="310"/>
                    </a:lnTo>
                    <a:lnTo>
                      <a:pt x="115" y="310"/>
                    </a:lnTo>
                    <a:lnTo>
                      <a:pt x="106" y="301"/>
                    </a:lnTo>
                    <a:lnTo>
                      <a:pt x="106" y="292"/>
                    </a:lnTo>
                    <a:lnTo>
                      <a:pt x="106" y="301"/>
                    </a:lnTo>
                    <a:lnTo>
                      <a:pt x="97" y="301"/>
                    </a:lnTo>
                    <a:lnTo>
                      <a:pt x="97" y="310"/>
                    </a:lnTo>
                    <a:lnTo>
                      <a:pt x="97" y="319"/>
                    </a:lnTo>
                    <a:lnTo>
                      <a:pt x="97" y="319"/>
                    </a:lnTo>
                    <a:lnTo>
                      <a:pt x="88" y="328"/>
                    </a:lnTo>
                    <a:lnTo>
                      <a:pt x="88" y="319"/>
                    </a:lnTo>
                    <a:lnTo>
                      <a:pt x="80" y="319"/>
                    </a:lnTo>
                    <a:lnTo>
                      <a:pt x="80" y="319"/>
                    </a:lnTo>
                    <a:lnTo>
                      <a:pt x="71" y="319"/>
                    </a:lnTo>
                    <a:lnTo>
                      <a:pt x="71" y="319"/>
                    </a:lnTo>
                    <a:lnTo>
                      <a:pt x="62" y="328"/>
                    </a:lnTo>
                    <a:lnTo>
                      <a:pt x="62" y="328"/>
                    </a:lnTo>
                    <a:lnTo>
                      <a:pt x="62" y="336"/>
                    </a:lnTo>
                    <a:lnTo>
                      <a:pt x="62" y="328"/>
                    </a:lnTo>
                    <a:lnTo>
                      <a:pt x="44" y="319"/>
                    </a:lnTo>
                    <a:lnTo>
                      <a:pt x="36" y="328"/>
                    </a:lnTo>
                    <a:lnTo>
                      <a:pt x="27" y="328"/>
                    </a:lnTo>
                    <a:lnTo>
                      <a:pt x="36" y="328"/>
                    </a:lnTo>
                    <a:lnTo>
                      <a:pt x="27" y="336"/>
                    </a:lnTo>
                    <a:lnTo>
                      <a:pt x="27" y="328"/>
                    </a:lnTo>
                    <a:lnTo>
                      <a:pt x="18" y="328"/>
                    </a:lnTo>
                    <a:lnTo>
                      <a:pt x="9" y="328"/>
                    </a:lnTo>
                    <a:lnTo>
                      <a:pt x="9" y="336"/>
                    </a:lnTo>
                    <a:lnTo>
                      <a:pt x="9" y="336"/>
                    </a:lnTo>
                    <a:lnTo>
                      <a:pt x="9" y="33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139"/>
              <p:cNvSpPr>
                <a:spLocks/>
              </p:cNvSpPr>
              <p:nvPr/>
            </p:nvSpPr>
            <p:spPr bwMode="auto">
              <a:xfrm>
                <a:off x="3408431" y="2449020"/>
                <a:ext cx="331383" cy="593001"/>
              </a:xfrm>
              <a:custGeom>
                <a:avLst/>
                <a:gdLst/>
                <a:ahLst/>
                <a:cxnLst>
                  <a:cxn ang="0">
                    <a:pos x="9" y="177"/>
                  </a:cxn>
                  <a:cxn ang="0">
                    <a:pos x="18" y="159"/>
                  </a:cxn>
                  <a:cxn ang="0">
                    <a:pos x="27" y="142"/>
                  </a:cxn>
                  <a:cxn ang="0">
                    <a:pos x="18" y="115"/>
                  </a:cxn>
                  <a:cxn ang="0">
                    <a:pos x="44" y="97"/>
                  </a:cxn>
                  <a:cxn ang="0">
                    <a:pos x="62" y="80"/>
                  </a:cxn>
                  <a:cxn ang="0">
                    <a:pos x="71" y="44"/>
                  </a:cxn>
                  <a:cxn ang="0">
                    <a:pos x="62" y="35"/>
                  </a:cxn>
                  <a:cxn ang="0">
                    <a:pos x="44" y="18"/>
                  </a:cxn>
                  <a:cxn ang="0">
                    <a:pos x="132" y="9"/>
                  </a:cxn>
                  <a:cxn ang="0">
                    <a:pos x="203" y="0"/>
                  </a:cxn>
                  <a:cxn ang="0">
                    <a:pos x="212" y="27"/>
                  </a:cxn>
                  <a:cxn ang="0">
                    <a:pos x="220" y="44"/>
                  </a:cxn>
                  <a:cxn ang="0">
                    <a:pos x="229" y="62"/>
                  </a:cxn>
                  <a:cxn ang="0">
                    <a:pos x="238" y="256"/>
                  </a:cxn>
                  <a:cxn ang="0">
                    <a:pos x="247" y="274"/>
                  </a:cxn>
                  <a:cxn ang="0">
                    <a:pos x="247" y="292"/>
                  </a:cxn>
                  <a:cxn ang="0">
                    <a:pos x="238" y="310"/>
                  </a:cxn>
                  <a:cxn ang="0">
                    <a:pos x="229" y="327"/>
                  </a:cxn>
                  <a:cxn ang="0">
                    <a:pos x="229" y="345"/>
                  </a:cxn>
                  <a:cxn ang="0">
                    <a:pos x="220" y="363"/>
                  </a:cxn>
                  <a:cxn ang="0">
                    <a:pos x="229" y="371"/>
                  </a:cxn>
                  <a:cxn ang="0">
                    <a:pos x="220" y="389"/>
                  </a:cxn>
                  <a:cxn ang="0">
                    <a:pos x="212" y="407"/>
                  </a:cxn>
                  <a:cxn ang="0">
                    <a:pos x="203" y="416"/>
                  </a:cxn>
                  <a:cxn ang="0">
                    <a:pos x="203" y="424"/>
                  </a:cxn>
                  <a:cxn ang="0">
                    <a:pos x="194" y="433"/>
                  </a:cxn>
                  <a:cxn ang="0">
                    <a:pos x="176" y="424"/>
                  </a:cxn>
                  <a:cxn ang="0">
                    <a:pos x="159" y="442"/>
                  </a:cxn>
                  <a:cxn ang="0">
                    <a:pos x="150" y="442"/>
                  </a:cxn>
                  <a:cxn ang="0">
                    <a:pos x="141" y="416"/>
                  </a:cxn>
                  <a:cxn ang="0">
                    <a:pos x="132" y="389"/>
                  </a:cxn>
                  <a:cxn ang="0">
                    <a:pos x="124" y="380"/>
                  </a:cxn>
                  <a:cxn ang="0">
                    <a:pos x="106" y="371"/>
                  </a:cxn>
                  <a:cxn ang="0">
                    <a:pos x="80" y="354"/>
                  </a:cxn>
                  <a:cxn ang="0">
                    <a:pos x="80" y="336"/>
                  </a:cxn>
                  <a:cxn ang="0">
                    <a:pos x="88" y="310"/>
                  </a:cxn>
                  <a:cxn ang="0">
                    <a:pos x="80" y="292"/>
                  </a:cxn>
                  <a:cxn ang="0">
                    <a:pos x="71" y="292"/>
                  </a:cxn>
                  <a:cxn ang="0">
                    <a:pos x="53" y="292"/>
                  </a:cxn>
                  <a:cxn ang="0">
                    <a:pos x="44" y="265"/>
                  </a:cxn>
                  <a:cxn ang="0">
                    <a:pos x="27" y="248"/>
                  </a:cxn>
                  <a:cxn ang="0">
                    <a:pos x="9" y="230"/>
                  </a:cxn>
                  <a:cxn ang="0">
                    <a:pos x="0" y="212"/>
                  </a:cxn>
                  <a:cxn ang="0">
                    <a:pos x="0" y="186"/>
                  </a:cxn>
                </a:cxnLst>
                <a:rect l="0" t="0" r="r" b="b"/>
                <a:pathLst>
                  <a:path w="247" h="442">
                    <a:moveTo>
                      <a:pt x="0" y="186"/>
                    </a:moveTo>
                    <a:lnTo>
                      <a:pt x="9" y="177"/>
                    </a:lnTo>
                    <a:lnTo>
                      <a:pt x="9" y="177"/>
                    </a:lnTo>
                    <a:lnTo>
                      <a:pt x="9" y="168"/>
                    </a:lnTo>
                    <a:lnTo>
                      <a:pt x="9" y="168"/>
                    </a:lnTo>
                    <a:lnTo>
                      <a:pt x="18" y="159"/>
                    </a:lnTo>
                    <a:lnTo>
                      <a:pt x="18" y="150"/>
                    </a:lnTo>
                    <a:lnTo>
                      <a:pt x="18" y="150"/>
                    </a:lnTo>
                    <a:lnTo>
                      <a:pt x="27" y="142"/>
                    </a:lnTo>
                    <a:lnTo>
                      <a:pt x="27" y="133"/>
                    </a:lnTo>
                    <a:lnTo>
                      <a:pt x="27" y="124"/>
                    </a:lnTo>
                    <a:lnTo>
                      <a:pt x="18" y="115"/>
                    </a:lnTo>
                    <a:lnTo>
                      <a:pt x="18" y="106"/>
                    </a:lnTo>
                    <a:lnTo>
                      <a:pt x="27" y="97"/>
                    </a:lnTo>
                    <a:lnTo>
                      <a:pt x="44" y="97"/>
                    </a:lnTo>
                    <a:lnTo>
                      <a:pt x="44" y="88"/>
                    </a:lnTo>
                    <a:lnTo>
                      <a:pt x="62" y="88"/>
                    </a:lnTo>
                    <a:lnTo>
                      <a:pt x="62" y="80"/>
                    </a:lnTo>
                    <a:lnTo>
                      <a:pt x="62" y="71"/>
                    </a:lnTo>
                    <a:lnTo>
                      <a:pt x="71" y="62"/>
                    </a:lnTo>
                    <a:lnTo>
                      <a:pt x="71" y="44"/>
                    </a:lnTo>
                    <a:lnTo>
                      <a:pt x="71" y="44"/>
                    </a:lnTo>
                    <a:lnTo>
                      <a:pt x="62" y="35"/>
                    </a:lnTo>
                    <a:lnTo>
                      <a:pt x="62" y="35"/>
                    </a:lnTo>
                    <a:lnTo>
                      <a:pt x="53" y="27"/>
                    </a:lnTo>
                    <a:lnTo>
                      <a:pt x="53" y="27"/>
                    </a:lnTo>
                    <a:lnTo>
                      <a:pt x="44" y="18"/>
                    </a:lnTo>
                    <a:lnTo>
                      <a:pt x="44" y="9"/>
                    </a:lnTo>
                    <a:lnTo>
                      <a:pt x="44" y="9"/>
                    </a:lnTo>
                    <a:lnTo>
                      <a:pt x="132" y="9"/>
                    </a:lnTo>
                    <a:lnTo>
                      <a:pt x="203" y="0"/>
                    </a:lnTo>
                    <a:lnTo>
                      <a:pt x="203" y="0"/>
                    </a:lnTo>
                    <a:lnTo>
                      <a:pt x="203" y="0"/>
                    </a:lnTo>
                    <a:lnTo>
                      <a:pt x="203" y="18"/>
                    </a:lnTo>
                    <a:lnTo>
                      <a:pt x="203" y="18"/>
                    </a:lnTo>
                    <a:lnTo>
                      <a:pt x="212" y="27"/>
                    </a:lnTo>
                    <a:lnTo>
                      <a:pt x="212" y="35"/>
                    </a:lnTo>
                    <a:lnTo>
                      <a:pt x="220" y="44"/>
                    </a:lnTo>
                    <a:lnTo>
                      <a:pt x="220" y="44"/>
                    </a:lnTo>
                    <a:lnTo>
                      <a:pt x="220" y="53"/>
                    </a:lnTo>
                    <a:lnTo>
                      <a:pt x="229" y="62"/>
                    </a:lnTo>
                    <a:lnTo>
                      <a:pt x="229" y="62"/>
                    </a:lnTo>
                    <a:lnTo>
                      <a:pt x="247" y="248"/>
                    </a:lnTo>
                    <a:lnTo>
                      <a:pt x="238" y="248"/>
                    </a:lnTo>
                    <a:lnTo>
                      <a:pt x="238" y="256"/>
                    </a:lnTo>
                    <a:lnTo>
                      <a:pt x="238" y="265"/>
                    </a:lnTo>
                    <a:lnTo>
                      <a:pt x="238" y="265"/>
                    </a:lnTo>
                    <a:lnTo>
                      <a:pt x="247" y="274"/>
                    </a:lnTo>
                    <a:lnTo>
                      <a:pt x="247" y="283"/>
                    </a:lnTo>
                    <a:lnTo>
                      <a:pt x="247" y="283"/>
                    </a:lnTo>
                    <a:lnTo>
                      <a:pt x="247" y="292"/>
                    </a:lnTo>
                    <a:lnTo>
                      <a:pt x="247" y="301"/>
                    </a:lnTo>
                    <a:lnTo>
                      <a:pt x="247" y="301"/>
                    </a:lnTo>
                    <a:lnTo>
                      <a:pt x="238" y="310"/>
                    </a:lnTo>
                    <a:lnTo>
                      <a:pt x="238" y="318"/>
                    </a:lnTo>
                    <a:lnTo>
                      <a:pt x="238" y="327"/>
                    </a:lnTo>
                    <a:lnTo>
                      <a:pt x="229" y="327"/>
                    </a:lnTo>
                    <a:lnTo>
                      <a:pt x="229" y="336"/>
                    </a:lnTo>
                    <a:lnTo>
                      <a:pt x="229" y="345"/>
                    </a:lnTo>
                    <a:lnTo>
                      <a:pt x="229" y="345"/>
                    </a:lnTo>
                    <a:lnTo>
                      <a:pt x="229" y="354"/>
                    </a:lnTo>
                    <a:lnTo>
                      <a:pt x="220" y="354"/>
                    </a:lnTo>
                    <a:lnTo>
                      <a:pt x="220" y="363"/>
                    </a:lnTo>
                    <a:lnTo>
                      <a:pt x="220" y="371"/>
                    </a:lnTo>
                    <a:lnTo>
                      <a:pt x="229" y="371"/>
                    </a:lnTo>
                    <a:lnTo>
                      <a:pt x="229" y="371"/>
                    </a:lnTo>
                    <a:lnTo>
                      <a:pt x="220" y="380"/>
                    </a:lnTo>
                    <a:lnTo>
                      <a:pt x="220" y="380"/>
                    </a:lnTo>
                    <a:lnTo>
                      <a:pt x="220" y="389"/>
                    </a:lnTo>
                    <a:lnTo>
                      <a:pt x="220" y="398"/>
                    </a:lnTo>
                    <a:lnTo>
                      <a:pt x="220" y="398"/>
                    </a:lnTo>
                    <a:lnTo>
                      <a:pt x="212" y="407"/>
                    </a:lnTo>
                    <a:lnTo>
                      <a:pt x="203" y="407"/>
                    </a:lnTo>
                    <a:lnTo>
                      <a:pt x="203" y="407"/>
                    </a:lnTo>
                    <a:lnTo>
                      <a:pt x="203" y="416"/>
                    </a:lnTo>
                    <a:lnTo>
                      <a:pt x="203" y="416"/>
                    </a:lnTo>
                    <a:lnTo>
                      <a:pt x="203" y="424"/>
                    </a:lnTo>
                    <a:lnTo>
                      <a:pt x="203" y="424"/>
                    </a:lnTo>
                    <a:lnTo>
                      <a:pt x="203" y="433"/>
                    </a:lnTo>
                    <a:lnTo>
                      <a:pt x="194" y="433"/>
                    </a:lnTo>
                    <a:lnTo>
                      <a:pt x="194" y="433"/>
                    </a:lnTo>
                    <a:lnTo>
                      <a:pt x="185" y="424"/>
                    </a:lnTo>
                    <a:lnTo>
                      <a:pt x="176" y="424"/>
                    </a:lnTo>
                    <a:lnTo>
                      <a:pt x="176" y="424"/>
                    </a:lnTo>
                    <a:lnTo>
                      <a:pt x="168" y="424"/>
                    </a:lnTo>
                    <a:lnTo>
                      <a:pt x="159" y="433"/>
                    </a:lnTo>
                    <a:lnTo>
                      <a:pt x="159" y="442"/>
                    </a:lnTo>
                    <a:lnTo>
                      <a:pt x="168" y="442"/>
                    </a:lnTo>
                    <a:lnTo>
                      <a:pt x="159" y="442"/>
                    </a:lnTo>
                    <a:lnTo>
                      <a:pt x="150" y="442"/>
                    </a:lnTo>
                    <a:lnTo>
                      <a:pt x="141" y="433"/>
                    </a:lnTo>
                    <a:lnTo>
                      <a:pt x="141" y="424"/>
                    </a:lnTo>
                    <a:lnTo>
                      <a:pt x="141" y="416"/>
                    </a:lnTo>
                    <a:lnTo>
                      <a:pt x="141" y="416"/>
                    </a:lnTo>
                    <a:lnTo>
                      <a:pt x="132" y="398"/>
                    </a:lnTo>
                    <a:lnTo>
                      <a:pt x="132" y="389"/>
                    </a:lnTo>
                    <a:lnTo>
                      <a:pt x="132" y="389"/>
                    </a:lnTo>
                    <a:lnTo>
                      <a:pt x="124" y="389"/>
                    </a:lnTo>
                    <a:lnTo>
                      <a:pt x="124" y="380"/>
                    </a:lnTo>
                    <a:lnTo>
                      <a:pt x="115" y="371"/>
                    </a:lnTo>
                    <a:lnTo>
                      <a:pt x="106" y="380"/>
                    </a:lnTo>
                    <a:lnTo>
                      <a:pt x="106" y="371"/>
                    </a:lnTo>
                    <a:lnTo>
                      <a:pt x="106" y="371"/>
                    </a:lnTo>
                    <a:lnTo>
                      <a:pt x="88" y="363"/>
                    </a:lnTo>
                    <a:lnTo>
                      <a:pt x="80" y="354"/>
                    </a:lnTo>
                    <a:lnTo>
                      <a:pt x="80" y="345"/>
                    </a:lnTo>
                    <a:lnTo>
                      <a:pt x="80" y="336"/>
                    </a:lnTo>
                    <a:lnTo>
                      <a:pt x="80" y="336"/>
                    </a:lnTo>
                    <a:lnTo>
                      <a:pt x="88" y="327"/>
                    </a:lnTo>
                    <a:lnTo>
                      <a:pt x="88" y="318"/>
                    </a:lnTo>
                    <a:lnTo>
                      <a:pt x="88" y="310"/>
                    </a:lnTo>
                    <a:lnTo>
                      <a:pt x="88" y="301"/>
                    </a:lnTo>
                    <a:lnTo>
                      <a:pt x="88" y="301"/>
                    </a:lnTo>
                    <a:lnTo>
                      <a:pt x="80" y="292"/>
                    </a:lnTo>
                    <a:lnTo>
                      <a:pt x="80" y="292"/>
                    </a:lnTo>
                    <a:lnTo>
                      <a:pt x="71" y="292"/>
                    </a:lnTo>
                    <a:lnTo>
                      <a:pt x="71" y="292"/>
                    </a:lnTo>
                    <a:lnTo>
                      <a:pt x="62" y="301"/>
                    </a:lnTo>
                    <a:lnTo>
                      <a:pt x="62" y="301"/>
                    </a:lnTo>
                    <a:lnTo>
                      <a:pt x="53" y="292"/>
                    </a:lnTo>
                    <a:lnTo>
                      <a:pt x="53" y="274"/>
                    </a:lnTo>
                    <a:lnTo>
                      <a:pt x="44" y="265"/>
                    </a:lnTo>
                    <a:lnTo>
                      <a:pt x="44" y="265"/>
                    </a:lnTo>
                    <a:lnTo>
                      <a:pt x="27" y="256"/>
                    </a:lnTo>
                    <a:lnTo>
                      <a:pt x="27" y="248"/>
                    </a:lnTo>
                    <a:lnTo>
                      <a:pt x="27" y="248"/>
                    </a:lnTo>
                    <a:lnTo>
                      <a:pt x="18" y="239"/>
                    </a:lnTo>
                    <a:lnTo>
                      <a:pt x="9" y="239"/>
                    </a:lnTo>
                    <a:lnTo>
                      <a:pt x="9" y="230"/>
                    </a:lnTo>
                    <a:lnTo>
                      <a:pt x="9" y="230"/>
                    </a:lnTo>
                    <a:lnTo>
                      <a:pt x="9" y="212"/>
                    </a:lnTo>
                    <a:lnTo>
                      <a:pt x="0" y="212"/>
                    </a:lnTo>
                    <a:lnTo>
                      <a:pt x="0" y="203"/>
                    </a:lnTo>
                    <a:lnTo>
                      <a:pt x="0" y="195"/>
                    </a:lnTo>
                    <a:lnTo>
                      <a:pt x="0" y="186"/>
                    </a:lnTo>
                    <a:lnTo>
                      <a:pt x="0" y="186"/>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140"/>
              <p:cNvSpPr>
                <a:spLocks/>
              </p:cNvSpPr>
              <p:nvPr/>
            </p:nvSpPr>
            <p:spPr bwMode="auto">
              <a:xfrm>
                <a:off x="3408431" y="2449020"/>
                <a:ext cx="331383" cy="593001"/>
              </a:xfrm>
              <a:custGeom>
                <a:avLst/>
                <a:gdLst/>
                <a:ahLst/>
                <a:cxnLst>
                  <a:cxn ang="0">
                    <a:pos x="9" y="177"/>
                  </a:cxn>
                  <a:cxn ang="0">
                    <a:pos x="18" y="159"/>
                  </a:cxn>
                  <a:cxn ang="0">
                    <a:pos x="27" y="142"/>
                  </a:cxn>
                  <a:cxn ang="0">
                    <a:pos x="18" y="115"/>
                  </a:cxn>
                  <a:cxn ang="0">
                    <a:pos x="44" y="97"/>
                  </a:cxn>
                  <a:cxn ang="0">
                    <a:pos x="62" y="80"/>
                  </a:cxn>
                  <a:cxn ang="0">
                    <a:pos x="71" y="44"/>
                  </a:cxn>
                  <a:cxn ang="0">
                    <a:pos x="62" y="35"/>
                  </a:cxn>
                  <a:cxn ang="0">
                    <a:pos x="44" y="18"/>
                  </a:cxn>
                  <a:cxn ang="0">
                    <a:pos x="132" y="9"/>
                  </a:cxn>
                  <a:cxn ang="0">
                    <a:pos x="203" y="0"/>
                  </a:cxn>
                  <a:cxn ang="0">
                    <a:pos x="212" y="27"/>
                  </a:cxn>
                  <a:cxn ang="0">
                    <a:pos x="220" y="44"/>
                  </a:cxn>
                  <a:cxn ang="0">
                    <a:pos x="229" y="62"/>
                  </a:cxn>
                  <a:cxn ang="0">
                    <a:pos x="238" y="256"/>
                  </a:cxn>
                  <a:cxn ang="0">
                    <a:pos x="247" y="274"/>
                  </a:cxn>
                  <a:cxn ang="0">
                    <a:pos x="247" y="292"/>
                  </a:cxn>
                  <a:cxn ang="0">
                    <a:pos x="238" y="310"/>
                  </a:cxn>
                  <a:cxn ang="0">
                    <a:pos x="229" y="327"/>
                  </a:cxn>
                  <a:cxn ang="0">
                    <a:pos x="229" y="345"/>
                  </a:cxn>
                  <a:cxn ang="0">
                    <a:pos x="220" y="363"/>
                  </a:cxn>
                  <a:cxn ang="0">
                    <a:pos x="229" y="371"/>
                  </a:cxn>
                  <a:cxn ang="0">
                    <a:pos x="220" y="389"/>
                  </a:cxn>
                  <a:cxn ang="0">
                    <a:pos x="212" y="407"/>
                  </a:cxn>
                  <a:cxn ang="0">
                    <a:pos x="203" y="416"/>
                  </a:cxn>
                  <a:cxn ang="0">
                    <a:pos x="203" y="424"/>
                  </a:cxn>
                  <a:cxn ang="0">
                    <a:pos x="194" y="433"/>
                  </a:cxn>
                  <a:cxn ang="0">
                    <a:pos x="176" y="424"/>
                  </a:cxn>
                  <a:cxn ang="0">
                    <a:pos x="159" y="442"/>
                  </a:cxn>
                  <a:cxn ang="0">
                    <a:pos x="150" y="442"/>
                  </a:cxn>
                  <a:cxn ang="0">
                    <a:pos x="141" y="416"/>
                  </a:cxn>
                  <a:cxn ang="0">
                    <a:pos x="132" y="389"/>
                  </a:cxn>
                  <a:cxn ang="0">
                    <a:pos x="124" y="380"/>
                  </a:cxn>
                  <a:cxn ang="0">
                    <a:pos x="106" y="371"/>
                  </a:cxn>
                  <a:cxn ang="0">
                    <a:pos x="80" y="354"/>
                  </a:cxn>
                  <a:cxn ang="0">
                    <a:pos x="80" y="336"/>
                  </a:cxn>
                  <a:cxn ang="0">
                    <a:pos x="88" y="310"/>
                  </a:cxn>
                  <a:cxn ang="0">
                    <a:pos x="80" y="292"/>
                  </a:cxn>
                  <a:cxn ang="0">
                    <a:pos x="71" y="292"/>
                  </a:cxn>
                  <a:cxn ang="0">
                    <a:pos x="53" y="292"/>
                  </a:cxn>
                  <a:cxn ang="0">
                    <a:pos x="44" y="265"/>
                  </a:cxn>
                  <a:cxn ang="0">
                    <a:pos x="27" y="248"/>
                  </a:cxn>
                  <a:cxn ang="0">
                    <a:pos x="9" y="230"/>
                  </a:cxn>
                  <a:cxn ang="0">
                    <a:pos x="0" y="212"/>
                  </a:cxn>
                  <a:cxn ang="0">
                    <a:pos x="0" y="186"/>
                  </a:cxn>
                </a:cxnLst>
                <a:rect l="0" t="0" r="r" b="b"/>
                <a:pathLst>
                  <a:path w="247" h="442">
                    <a:moveTo>
                      <a:pt x="0" y="186"/>
                    </a:moveTo>
                    <a:lnTo>
                      <a:pt x="9" y="177"/>
                    </a:lnTo>
                    <a:lnTo>
                      <a:pt x="9" y="177"/>
                    </a:lnTo>
                    <a:lnTo>
                      <a:pt x="9" y="168"/>
                    </a:lnTo>
                    <a:lnTo>
                      <a:pt x="9" y="168"/>
                    </a:lnTo>
                    <a:lnTo>
                      <a:pt x="18" y="159"/>
                    </a:lnTo>
                    <a:lnTo>
                      <a:pt x="18" y="150"/>
                    </a:lnTo>
                    <a:lnTo>
                      <a:pt x="18" y="150"/>
                    </a:lnTo>
                    <a:lnTo>
                      <a:pt x="27" y="142"/>
                    </a:lnTo>
                    <a:lnTo>
                      <a:pt x="27" y="133"/>
                    </a:lnTo>
                    <a:lnTo>
                      <a:pt x="27" y="124"/>
                    </a:lnTo>
                    <a:lnTo>
                      <a:pt x="18" y="115"/>
                    </a:lnTo>
                    <a:lnTo>
                      <a:pt x="18" y="106"/>
                    </a:lnTo>
                    <a:lnTo>
                      <a:pt x="27" y="97"/>
                    </a:lnTo>
                    <a:lnTo>
                      <a:pt x="44" y="97"/>
                    </a:lnTo>
                    <a:lnTo>
                      <a:pt x="44" y="88"/>
                    </a:lnTo>
                    <a:lnTo>
                      <a:pt x="62" y="88"/>
                    </a:lnTo>
                    <a:lnTo>
                      <a:pt x="62" y="80"/>
                    </a:lnTo>
                    <a:lnTo>
                      <a:pt x="62" y="71"/>
                    </a:lnTo>
                    <a:lnTo>
                      <a:pt x="71" y="62"/>
                    </a:lnTo>
                    <a:lnTo>
                      <a:pt x="71" y="44"/>
                    </a:lnTo>
                    <a:lnTo>
                      <a:pt x="71" y="44"/>
                    </a:lnTo>
                    <a:lnTo>
                      <a:pt x="62" y="35"/>
                    </a:lnTo>
                    <a:lnTo>
                      <a:pt x="62" y="35"/>
                    </a:lnTo>
                    <a:lnTo>
                      <a:pt x="53" y="27"/>
                    </a:lnTo>
                    <a:lnTo>
                      <a:pt x="53" y="27"/>
                    </a:lnTo>
                    <a:lnTo>
                      <a:pt x="44" y="18"/>
                    </a:lnTo>
                    <a:lnTo>
                      <a:pt x="44" y="9"/>
                    </a:lnTo>
                    <a:lnTo>
                      <a:pt x="44" y="9"/>
                    </a:lnTo>
                    <a:lnTo>
                      <a:pt x="132" y="9"/>
                    </a:lnTo>
                    <a:lnTo>
                      <a:pt x="203" y="0"/>
                    </a:lnTo>
                    <a:lnTo>
                      <a:pt x="203" y="0"/>
                    </a:lnTo>
                    <a:lnTo>
                      <a:pt x="203" y="0"/>
                    </a:lnTo>
                    <a:lnTo>
                      <a:pt x="203" y="18"/>
                    </a:lnTo>
                    <a:lnTo>
                      <a:pt x="203" y="18"/>
                    </a:lnTo>
                    <a:lnTo>
                      <a:pt x="212" y="27"/>
                    </a:lnTo>
                    <a:lnTo>
                      <a:pt x="212" y="35"/>
                    </a:lnTo>
                    <a:lnTo>
                      <a:pt x="220" y="44"/>
                    </a:lnTo>
                    <a:lnTo>
                      <a:pt x="220" y="44"/>
                    </a:lnTo>
                    <a:lnTo>
                      <a:pt x="220" y="53"/>
                    </a:lnTo>
                    <a:lnTo>
                      <a:pt x="229" y="62"/>
                    </a:lnTo>
                    <a:lnTo>
                      <a:pt x="229" y="62"/>
                    </a:lnTo>
                    <a:lnTo>
                      <a:pt x="247" y="248"/>
                    </a:lnTo>
                    <a:lnTo>
                      <a:pt x="238" y="248"/>
                    </a:lnTo>
                    <a:lnTo>
                      <a:pt x="238" y="256"/>
                    </a:lnTo>
                    <a:lnTo>
                      <a:pt x="238" y="265"/>
                    </a:lnTo>
                    <a:lnTo>
                      <a:pt x="238" y="265"/>
                    </a:lnTo>
                    <a:lnTo>
                      <a:pt x="247" y="274"/>
                    </a:lnTo>
                    <a:lnTo>
                      <a:pt x="247" y="283"/>
                    </a:lnTo>
                    <a:lnTo>
                      <a:pt x="247" y="283"/>
                    </a:lnTo>
                    <a:lnTo>
                      <a:pt x="247" y="292"/>
                    </a:lnTo>
                    <a:lnTo>
                      <a:pt x="247" y="301"/>
                    </a:lnTo>
                    <a:lnTo>
                      <a:pt x="247" y="301"/>
                    </a:lnTo>
                    <a:lnTo>
                      <a:pt x="238" y="310"/>
                    </a:lnTo>
                    <a:lnTo>
                      <a:pt x="238" y="318"/>
                    </a:lnTo>
                    <a:lnTo>
                      <a:pt x="238" y="327"/>
                    </a:lnTo>
                    <a:lnTo>
                      <a:pt x="229" y="327"/>
                    </a:lnTo>
                    <a:lnTo>
                      <a:pt x="229" y="336"/>
                    </a:lnTo>
                    <a:lnTo>
                      <a:pt x="229" y="345"/>
                    </a:lnTo>
                    <a:lnTo>
                      <a:pt x="229" y="345"/>
                    </a:lnTo>
                    <a:lnTo>
                      <a:pt x="229" y="354"/>
                    </a:lnTo>
                    <a:lnTo>
                      <a:pt x="220" y="354"/>
                    </a:lnTo>
                    <a:lnTo>
                      <a:pt x="220" y="363"/>
                    </a:lnTo>
                    <a:lnTo>
                      <a:pt x="220" y="371"/>
                    </a:lnTo>
                    <a:lnTo>
                      <a:pt x="229" y="371"/>
                    </a:lnTo>
                    <a:lnTo>
                      <a:pt x="229" y="371"/>
                    </a:lnTo>
                    <a:lnTo>
                      <a:pt x="220" y="380"/>
                    </a:lnTo>
                    <a:lnTo>
                      <a:pt x="220" y="380"/>
                    </a:lnTo>
                    <a:lnTo>
                      <a:pt x="220" y="389"/>
                    </a:lnTo>
                    <a:lnTo>
                      <a:pt x="220" y="398"/>
                    </a:lnTo>
                    <a:lnTo>
                      <a:pt x="220" y="398"/>
                    </a:lnTo>
                    <a:lnTo>
                      <a:pt x="212" y="407"/>
                    </a:lnTo>
                    <a:lnTo>
                      <a:pt x="203" y="407"/>
                    </a:lnTo>
                    <a:lnTo>
                      <a:pt x="203" y="407"/>
                    </a:lnTo>
                    <a:lnTo>
                      <a:pt x="203" y="416"/>
                    </a:lnTo>
                    <a:lnTo>
                      <a:pt x="203" y="416"/>
                    </a:lnTo>
                    <a:lnTo>
                      <a:pt x="203" y="424"/>
                    </a:lnTo>
                    <a:lnTo>
                      <a:pt x="203" y="424"/>
                    </a:lnTo>
                    <a:lnTo>
                      <a:pt x="203" y="433"/>
                    </a:lnTo>
                    <a:lnTo>
                      <a:pt x="194" y="433"/>
                    </a:lnTo>
                    <a:lnTo>
                      <a:pt x="194" y="433"/>
                    </a:lnTo>
                    <a:lnTo>
                      <a:pt x="185" y="424"/>
                    </a:lnTo>
                    <a:lnTo>
                      <a:pt x="176" y="424"/>
                    </a:lnTo>
                    <a:lnTo>
                      <a:pt x="176" y="424"/>
                    </a:lnTo>
                    <a:lnTo>
                      <a:pt x="168" y="424"/>
                    </a:lnTo>
                    <a:lnTo>
                      <a:pt x="159" y="433"/>
                    </a:lnTo>
                    <a:lnTo>
                      <a:pt x="159" y="442"/>
                    </a:lnTo>
                    <a:lnTo>
                      <a:pt x="168" y="442"/>
                    </a:lnTo>
                    <a:lnTo>
                      <a:pt x="159" y="442"/>
                    </a:lnTo>
                    <a:lnTo>
                      <a:pt x="150" y="442"/>
                    </a:lnTo>
                    <a:lnTo>
                      <a:pt x="141" y="433"/>
                    </a:lnTo>
                    <a:lnTo>
                      <a:pt x="141" y="424"/>
                    </a:lnTo>
                    <a:lnTo>
                      <a:pt x="141" y="416"/>
                    </a:lnTo>
                    <a:lnTo>
                      <a:pt x="141" y="416"/>
                    </a:lnTo>
                    <a:lnTo>
                      <a:pt x="132" y="398"/>
                    </a:lnTo>
                    <a:lnTo>
                      <a:pt x="132" y="389"/>
                    </a:lnTo>
                    <a:lnTo>
                      <a:pt x="132" y="389"/>
                    </a:lnTo>
                    <a:lnTo>
                      <a:pt x="124" y="389"/>
                    </a:lnTo>
                    <a:lnTo>
                      <a:pt x="124" y="380"/>
                    </a:lnTo>
                    <a:lnTo>
                      <a:pt x="115" y="371"/>
                    </a:lnTo>
                    <a:lnTo>
                      <a:pt x="106" y="380"/>
                    </a:lnTo>
                    <a:lnTo>
                      <a:pt x="106" y="371"/>
                    </a:lnTo>
                    <a:lnTo>
                      <a:pt x="106" y="371"/>
                    </a:lnTo>
                    <a:lnTo>
                      <a:pt x="88" y="363"/>
                    </a:lnTo>
                    <a:lnTo>
                      <a:pt x="80" y="354"/>
                    </a:lnTo>
                    <a:lnTo>
                      <a:pt x="80" y="345"/>
                    </a:lnTo>
                    <a:lnTo>
                      <a:pt x="80" y="336"/>
                    </a:lnTo>
                    <a:lnTo>
                      <a:pt x="80" y="336"/>
                    </a:lnTo>
                    <a:lnTo>
                      <a:pt x="88" y="327"/>
                    </a:lnTo>
                    <a:lnTo>
                      <a:pt x="88" y="318"/>
                    </a:lnTo>
                    <a:lnTo>
                      <a:pt x="88" y="310"/>
                    </a:lnTo>
                    <a:lnTo>
                      <a:pt x="88" y="301"/>
                    </a:lnTo>
                    <a:lnTo>
                      <a:pt x="88" y="301"/>
                    </a:lnTo>
                    <a:lnTo>
                      <a:pt x="80" y="292"/>
                    </a:lnTo>
                    <a:lnTo>
                      <a:pt x="80" y="292"/>
                    </a:lnTo>
                    <a:lnTo>
                      <a:pt x="71" y="292"/>
                    </a:lnTo>
                    <a:lnTo>
                      <a:pt x="71" y="292"/>
                    </a:lnTo>
                    <a:lnTo>
                      <a:pt x="62" y="301"/>
                    </a:lnTo>
                    <a:lnTo>
                      <a:pt x="62" y="301"/>
                    </a:lnTo>
                    <a:lnTo>
                      <a:pt x="53" y="292"/>
                    </a:lnTo>
                    <a:lnTo>
                      <a:pt x="53" y="274"/>
                    </a:lnTo>
                    <a:lnTo>
                      <a:pt x="44" y="265"/>
                    </a:lnTo>
                    <a:lnTo>
                      <a:pt x="44" y="265"/>
                    </a:lnTo>
                    <a:lnTo>
                      <a:pt x="27" y="256"/>
                    </a:lnTo>
                    <a:lnTo>
                      <a:pt x="27" y="248"/>
                    </a:lnTo>
                    <a:lnTo>
                      <a:pt x="27" y="248"/>
                    </a:lnTo>
                    <a:lnTo>
                      <a:pt x="18" y="239"/>
                    </a:lnTo>
                    <a:lnTo>
                      <a:pt x="9" y="239"/>
                    </a:lnTo>
                    <a:lnTo>
                      <a:pt x="9" y="230"/>
                    </a:lnTo>
                    <a:lnTo>
                      <a:pt x="9" y="230"/>
                    </a:lnTo>
                    <a:lnTo>
                      <a:pt x="9" y="212"/>
                    </a:lnTo>
                    <a:lnTo>
                      <a:pt x="0" y="212"/>
                    </a:lnTo>
                    <a:lnTo>
                      <a:pt x="0" y="203"/>
                    </a:lnTo>
                    <a:lnTo>
                      <a:pt x="0" y="195"/>
                    </a:lnTo>
                    <a:lnTo>
                      <a:pt x="0" y="186"/>
                    </a:lnTo>
                    <a:lnTo>
                      <a:pt x="0" y="186"/>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141"/>
              <p:cNvSpPr>
                <a:spLocks/>
              </p:cNvSpPr>
              <p:nvPr/>
            </p:nvSpPr>
            <p:spPr bwMode="auto">
              <a:xfrm>
                <a:off x="1414766" y="1642700"/>
                <a:ext cx="507137" cy="806321"/>
              </a:xfrm>
              <a:custGeom>
                <a:avLst/>
                <a:gdLst/>
                <a:ahLst/>
                <a:cxnLst>
                  <a:cxn ang="0">
                    <a:pos x="35" y="407"/>
                  </a:cxn>
                  <a:cxn ang="0">
                    <a:pos x="35" y="398"/>
                  </a:cxn>
                  <a:cxn ang="0">
                    <a:pos x="44" y="380"/>
                  </a:cxn>
                  <a:cxn ang="0">
                    <a:pos x="44" y="371"/>
                  </a:cxn>
                  <a:cxn ang="0">
                    <a:pos x="35" y="362"/>
                  </a:cxn>
                  <a:cxn ang="0">
                    <a:pos x="35" y="345"/>
                  </a:cxn>
                  <a:cxn ang="0">
                    <a:pos x="44" y="336"/>
                  </a:cxn>
                  <a:cxn ang="0">
                    <a:pos x="61" y="318"/>
                  </a:cxn>
                  <a:cxn ang="0">
                    <a:pos x="61" y="309"/>
                  </a:cxn>
                  <a:cxn ang="0">
                    <a:pos x="79" y="283"/>
                  </a:cxn>
                  <a:cxn ang="0">
                    <a:pos x="96" y="265"/>
                  </a:cxn>
                  <a:cxn ang="0">
                    <a:pos x="79" y="247"/>
                  </a:cxn>
                  <a:cxn ang="0">
                    <a:pos x="79" y="239"/>
                  </a:cxn>
                  <a:cxn ang="0">
                    <a:pos x="70" y="230"/>
                  </a:cxn>
                  <a:cxn ang="0">
                    <a:pos x="70" y="203"/>
                  </a:cxn>
                  <a:cxn ang="0">
                    <a:pos x="79" y="185"/>
                  </a:cxn>
                  <a:cxn ang="0">
                    <a:pos x="114" y="0"/>
                  </a:cxn>
                  <a:cxn ang="0">
                    <a:pos x="167" y="9"/>
                  </a:cxn>
                  <a:cxn ang="0">
                    <a:pos x="149" y="88"/>
                  </a:cxn>
                  <a:cxn ang="0">
                    <a:pos x="158" y="106"/>
                  </a:cxn>
                  <a:cxn ang="0">
                    <a:pos x="167" y="124"/>
                  </a:cxn>
                  <a:cxn ang="0">
                    <a:pos x="167" y="132"/>
                  </a:cxn>
                  <a:cxn ang="0">
                    <a:pos x="167" y="141"/>
                  </a:cxn>
                  <a:cxn ang="0">
                    <a:pos x="175" y="150"/>
                  </a:cxn>
                  <a:cxn ang="0">
                    <a:pos x="184" y="168"/>
                  </a:cxn>
                  <a:cxn ang="0">
                    <a:pos x="193" y="177"/>
                  </a:cxn>
                  <a:cxn ang="0">
                    <a:pos x="193" y="185"/>
                  </a:cxn>
                  <a:cxn ang="0">
                    <a:pos x="202" y="194"/>
                  </a:cxn>
                  <a:cxn ang="0">
                    <a:pos x="211" y="203"/>
                  </a:cxn>
                  <a:cxn ang="0">
                    <a:pos x="211" y="212"/>
                  </a:cxn>
                  <a:cxn ang="0">
                    <a:pos x="219" y="212"/>
                  </a:cxn>
                  <a:cxn ang="0">
                    <a:pos x="211" y="239"/>
                  </a:cxn>
                  <a:cxn ang="0">
                    <a:pos x="211" y="247"/>
                  </a:cxn>
                  <a:cxn ang="0">
                    <a:pos x="202" y="256"/>
                  </a:cxn>
                  <a:cxn ang="0">
                    <a:pos x="211" y="274"/>
                  </a:cxn>
                  <a:cxn ang="0">
                    <a:pos x="202" y="274"/>
                  </a:cxn>
                  <a:cxn ang="0">
                    <a:pos x="193" y="292"/>
                  </a:cxn>
                  <a:cxn ang="0">
                    <a:pos x="202" y="292"/>
                  </a:cxn>
                  <a:cxn ang="0">
                    <a:pos x="211" y="300"/>
                  </a:cxn>
                  <a:cxn ang="0">
                    <a:pos x="228" y="292"/>
                  </a:cxn>
                  <a:cxn ang="0">
                    <a:pos x="237" y="309"/>
                  </a:cxn>
                  <a:cxn ang="0">
                    <a:pos x="246" y="336"/>
                  </a:cxn>
                  <a:cxn ang="0">
                    <a:pos x="246" y="345"/>
                  </a:cxn>
                  <a:cxn ang="0">
                    <a:pos x="246" y="353"/>
                  </a:cxn>
                  <a:cxn ang="0">
                    <a:pos x="255" y="362"/>
                  </a:cxn>
                  <a:cxn ang="0">
                    <a:pos x="263" y="371"/>
                  </a:cxn>
                  <a:cxn ang="0">
                    <a:pos x="263" y="380"/>
                  </a:cxn>
                  <a:cxn ang="0">
                    <a:pos x="263" y="389"/>
                  </a:cxn>
                  <a:cxn ang="0">
                    <a:pos x="272" y="407"/>
                  </a:cxn>
                  <a:cxn ang="0">
                    <a:pos x="272" y="398"/>
                  </a:cxn>
                  <a:cxn ang="0">
                    <a:pos x="290" y="398"/>
                  </a:cxn>
                  <a:cxn ang="0">
                    <a:pos x="299" y="398"/>
                  </a:cxn>
                  <a:cxn ang="0">
                    <a:pos x="307" y="389"/>
                  </a:cxn>
                  <a:cxn ang="0">
                    <a:pos x="334" y="398"/>
                  </a:cxn>
                  <a:cxn ang="0">
                    <a:pos x="343" y="398"/>
                  </a:cxn>
                  <a:cxn ang="0">
                    <a:pos x="351" y="398"/>
                  </a:cxn>
                  <a:cxn ang="0">
                    <a:pos x="360" y="389"/>
                  </a:cxn>
                  <a:cxn ang="0">
                    <a:pos x="369" y="407"/>
                  </a:cxn>
                  <a:cxn ang="0">
                    <a:pos x="343" y="601"/>
                  </a:cxn>
                  <a:cxn ang="0">
                    <a:pos x="193" y="583"/>
                  </a:cxn>
                  <a:cxn ang="0">
                    <a:pos x="96" y="566"/>
                  </a:cxn>
                </a:cxnLst>
                <a:rect l="0" t="0" r="r" b="b"/>
                <a:pathLst>
                  <a:path w="378" h="601">
                    <a:moveTo>
                      <a:pt x="0" y="548"/>
                    </a:moveTo>
                    <a:lnTo>
                      <a:pt x="35" y="407"/>
                    </a:lnTo>
                    <a:lnTo>
                      <a:pt x="35" y="398"/>
                    </a:lnTo>
                    <a:lnTo>
                      <a:pt x="35" y="398"/>
                    </a:lnTo>
                    <a:lnTo>
                      <a:pt x="44" y="389"/>
                    </a:lnTo>
                    <a:lnTo>
                      <a:pt x="44" y="380"/>
                    </a:lnTo>
                    <a:lnTo>
                      <a:pt x="44" y="371"/>
                    </a:lnTo>
                    <a:lnTo>
                      <a:pt x="44" y="371"/>
                    </a:lnTo>
                    <a:lnTo>
                      <a:pt x="35" y="371"/>
                    </a:lnTo>
                    <a:lnTo>
                      <a:pt x="35" y="362"/>
                    </a:lnTo>
                    <a:lnTo>
                      <a:pt x="35" y="362"/>
                    </a:lnTo>
                    <a:lnTo>
                      <a:pt x="35" y="345"/>
                    </a:lnTo>
                    <a:lnTo>
                      <a:pt x="44" y="345"/>
                    </a:lnTo>
                    <a:lnTo>
                      <a:pt x="44" y="336"/>
                    </a:lnTo>
                    <a:lnTo>
                      <a:pt x="52" y="327"/>
                    </a:lnTo>
                    <a:lnTo>
                      <a:pt x="61" y="318"/>
                    </a:lnTo>
                    <a:lnTo>
                      <a:pt x="61" y="318"/>
                    </a:lnTo>
                    <a:lnTo>
                      <a:pt x="61" y="309"/>
                    </a:lnTo>
                    <a:lnTo>
                      <a:pt x="70" y="300"/>
                    </a:lnTo>
                    <a:lnTo>
                      <a:pt x="79" y="283"/>
                    </a:lnTo>
                    <a:lnTo>
                      <a:pt x="87" y="274"/>
                    </a:lnTo>
                    <a:lnTo>
                      <a:pt x="96" y="265"/>
                    </a:lnTo>
                    <a:lnTo>
                      <a:pt x="87" y="256"/>
                    </a:lnTo>
                    <a:lnTo>
                      <a:pt x="79" y="247"/>
                    </a:lnTo>
                    <a:lnTo>
                      <a:pt x="79" y="247"/>
                    </a:lnTo>
                    <a:lnTo>
                      <a:pt x="79" y="239"/>
                    </a:lnTo>
                    <a:lnTo>
                      <a:pt x="79" y="239"/>
                    </a:lnTo>
                    <a:lnTo>
                      <a:pt x="70" y="230"/>
                    </a:lnTo>
                    <a:lnTo>
                      <a:pt x="79" y="212"/>
                    </a:lnTo>
                    <a:lnTo>
                      <a:pt x="70" y="203"/>
                    </a:lnTo>
                    <a:lnTo>
                      <a:pt x="79" y="203"/>
                    </a:lnTo>
                    <a:lnTo>
                      <a:pt x="79" y="185"/>
                    </a:lnTo>
                    <a:lnTo>
                      <a:pt x="114" y="9"/>
                    </a:lnTo>
                    <a:lnTo>
                      <a:pt x="114" y="0"/>
                    </a:lnTo>
                    <a:lnTo>
                      <a:pt x="158" y="9"/>
                    </a:lnTo>
                    <a:lnTo>
                      <a:pt x="167" y="9"/>
                    </a:lnTo>
                    <a:lnTo>
                      <a:pt x="167" y="17"/>
                    </a:lnTo>
                    <a:lnTo>
                      <a:pt x="149" y="88"/>
                    </a:lnTo>
                    <a:lnTo>
                      <a:pt x="158" y="106"/>
                    </a:lnTo>
                    <a:lnTo>
                      <a:pt x="158" y="106"/>
                    </a:lnTo>
                    <a:lnTo>
                      <a:pt x="167" y="115"/>
                    </a:lnTo>
                    <a:lnTo>
                      <a:pt x="167" y="124"/>
                    </a:lnTo>
                    <a:lnTo>
                      <a:pt x="167" y="132"/>
                    </a:lnTo>
                    <a:lnTo>
                      <a:pt x="167" y="132"/>
                    </a:lnTo>
                    <a:lnTo>
                      <a:pt x="158" y="132"/>
                    </a:lnTo>
                    <a:lnTo>
                      <a:pt x="167" y="141"/>
                    </a:lnTo>
                    <a:lnTo>
                      <a:pt x="167" y="150"/>
                    </a:lnTo>
                    <a:lnTo>
                      <a:pt x="175" y="150"/>
                    </a:lnTo>
                    <a:lnTo>
                      <a:pt x="175" y="159"/>
                    </a:lnTo>
                    <a:lnTo>
                      <a:pt x="184" y="168"/>
                    </a:lnTo>
                    <a:lnTo>
                      <a:pt x="184" y="168"/>
                    </a:lnTo>
                    <a:lnTo>
                      <a:pt x="193" y="177"/>
                    </a:lnTo>
                    <a:lnTo>
                      <a:pt x="193" y="185"/>
                    </a:lnTo>
                    <a:lnTo>
                      <a:pt x="193" y="185"/>
                    </a:lnTo>
                    <a:lnTo>
                      <a:pt x="193" y="194"/>
                    </a:lnTo>
                    <a:lnTo>
                      <a:pt x="202" y="194"/>
                    </a:lnTo>
                    <a:lnTo>
                      <a:pt x="202" y="203"/>
                    </a:lnTo>
                    <a:lnTo>
                      <a:pt x="211" y="203"/>
                    </a:lnTo>
                    <a:lnTo>
                      <a:pt x="211" y="203"/>
                    </a:lnTo>
                    <a:lnTo>
                      <a:pt x="211" y="212"/>
                    </a:lnTo>
                    <a:lnTo>
                      <a:pt x="219" y="212"/>
                    </a:lnTo>
                    <a:lnTo>
                      <a:pt x="219" y="212"/>
                    </a:lnTo>
                    <a:lnTo>
                      <a:pt x="219" y="230"/>
                    </a:lnTo>
                    <a:lnTo>
                      <a:pt x="211" y="239"/>
                    </a:lnTo>
                    <a:lnTo>
                      <a:pt x="211" y="239"/>
                    </a:lnTo>
                    <a:lnTo>
                      <a:pt x="211" y="247"/>
                    </a:lnTo>
                    <a:lnTo>
                      <a:pt x="211" y="247"/>
                    </a:lnTo>
                    <a:lnTo>
                      <a:pt x="202" y="256"/>
                    </a:lnTo>
                    <a:lnTo>
                      <a:pt x="211" y="265"/>
                    </a:lnTo>
                    <a:lnTo>
                      <a:pt x="211" y="274"/>
                    </a:lnTo>
                    <a:lnTo>
                      <a:pt x="202" y="274"/>
                    </a:lnTo>
                    <a:lnTo>
                      <a:pt x="202" y="274"/>
                    </a:lnTo>
                    <a:lnTo>
                      <a:pt x="202" y="283"/>
                    </a:lnTo>
                    <a:lnTo>
                      <a:pt x="193" y="292"/>
                    </a:lnTo>
                    <a:lnTo>
                      <a:pt x="193" y="292"/>
                    </a:lnTo>
                    <a:lnTo>
                      <a:pt x="202" y="292"/>
                    </a:lnTo>
                    <a:lnTo>
                      <a:pt x="202" y="300"/>
                    </a:lnTo>
                    <a:lnTo>
                      <a:pt x="211" y="300"/>
                    </a:lnTo>
                    <a:lnTo>
                      <a:pt x="228" y="292"/>
                    </a:lnTo>
                    <a:lnTo>
                      <a:pt x="228" y="292"/>
                    </a:lnTo>
                    <a:lnTo>
                      <a:pt x="237" y="300"/>
                    </a:lnTo>
                    <a:lnTo>
                      <a:pt x="237" y="309"/>
                    </a:lnTo>
                    <a:lnTo>
                      <a:pt x="237" y="327"/>
                    </a:lnTo>
                    <a:lnTo>
                      <a:pt x="246" y="336"/>
                    </a:lnTo>
                    <a:lnTo>
                      <a:pt x="246" y="336"/>
                    </a:lnTo>
                    <a:lnTo>
                      <a:pt x="246" y="345"/>
                    </a:lnTo>
                    <a:lnTo>
                      <a:pt x="246" y="345"/>
                    </a:lnTo>
                    <a:lnTo>
                      <a:pt x="246" y="353"/>
                    </a:lnTo>
                    <a:lnTo>
                      <a:pt x="246" y="362"/>
                    </a:lnTo>
                    <a:lnTo>
                      <a:pt x="255" y="362"/>
                    </a:lnTo>
                    <a:lnTo>
                      <a:pt x="255" y="362"/>
                    </a:lnTo>
                    <a:lnTo>
                      <a:pt x="263" y="371"/>
                    </a:lnTo>
                    <a:lnTo>
                      <a:pt x="263" y="380"/>
                    </a:lnTo>
                    <a:lnTo>
                      <a:pt x="263" y="380"/>
                    </a:lnTo>
                    <a:lnTo>
                      <a:pt x="263" y="389"/>
                    </a:lnTo>
                    <a:lnTo>
                      <a:pt x="263" y="389"/>
                    </a:lnTo>
                    <a:lnTo>
                      <a:pt x="272" y="398"/>
                    </a:lnTo>
                    <a:lnTo>
                      <a:pt x="272" y="407"/>
                    </a:lnTo>
                    <a:lnTo>
                      <a:pt x="272" y="407"/>
                    </a:lnTo>
                    <a:lnTo>
                      <a:pt x="272" y="398"/>
                    </a:lnTo>
                    <a:lnTo>
                      <a:pt x="281" y="398"/>
                    </a:lnTo>
                    <a:lnTo>
                      <a:pt x="290" y="398"/>
                    </a:lnTo>
                    <a:lnTo>
                      <a:pt x="299" y="398"/>
                    </a:lnTo>
                    <a:lnTo>
                      <a:pt x="299" y="398"/>
                    </a:lnTo>
                    <a:lnTo>
                      <a:pt x="307" y="398"/>
                    </a:lnTo>
                    <a:lnTo>
                      <a:pt x="307" y="389"/>
                    </a:lnTo>
                    <a:lnTo>
                      <a:pt x="316" y="398"/>
                    </a:lnTo>
                    <a:lnTo>
                      <a:pt x="334" y="398"/>
                    </a:lnTo>
                    <a:lnTo>
                      <a:pt x="334" y="398"/>
                    </a:lnTo>
                    <a:lnTo>
                      <a:pt x="343" y="398"/>
                    </a:lnTo>
                    <a:lnTo>
                      <a:pt x="351" y="398"/>
                    </a:lnTo>
                    <a:lnTo>
                      <a:pt x="351" y="398"/>
                    </a:lnTo>
                    <a:lnTo>
                      <a:pt x="360" y="389"/>
                    </a:lnTo>
                    <a:lnTo>
                      <a:pt x="360" y="389"/>
                    </a:lnTo>
                    <a:lnTo>
                      <a:pt x="369" y="398"/>
                    </a:lnTo>
                    <a:lnTo>
                      <a:pt x="369" y="407"/>
                    </a:lnTo>
                    <a:lnTo>
                      <a:pt x="378" y="407"/>
                    </a:lnTo>
                    <a:lnTo>
                      <a:pt x="343" y="601"/>
                    </a:lnTo>
                    <a:lnTo>
                      <a:pt x="281" y="592"/>
                    </a:lnTo>
                    <a:lnTo>
                      <a:pt x="193" y="583"/>
                    </a:lnTo>
                    <a:lnTo>
                      <a:pt x="175" y="575"/>
                    </a:lnTo>
                    <a:lnTo>
                      <a:pt x="96" y="566"/>
                    </a:lnTo>
                    <a:lnTo>
                      <a:pt x="0" y="54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142"/>
              <p:cNvSpPr>
                <a:spLocks/>
              </p:cNvSpPr>
              <p:nvPr/>
            </p:nvSpPr>
            <p:spPr bwMode="auto">
              <a:xfrm>
                <a:off x="1414766" y="1642700"/>
                <a:ext cx="507137" cy="806321"/>
              </a:xfrm>
              <a:custGeom>
                <a:avLst/>
                <a:gdLst/>
                <a:ahLst/>
                <a:cxnLst>
                  <a:cxn ang="0">
                    <a:pos x="35" y="407"/>
                  </a:cxn>
                  <a:cxn ang="0">
                    <a:pos x="35" y="398"/>
                  </a:cxn>
                  <a:cxn ang="0">
                    <a:pos x="44" y="380"/>
                  </a:cxn>
                  <a:cxn ang="0">
                    <a:pos x="44" y="371"/>
                  </a:cxn>
                  <a:cxn ang="0">
                    <a:pos x="35" y="362"/>
                  </a:cxn>
                  <a:cxn ang="0">
                    <a:pos x="35" y="345"/>
                  </a:cxn>
                  <a:cxn ang="0">
                    <a:pos x="44" y="336"/>
                  </a:cxn>
                  <a:cxn ang="0">
                    <a:pos x="61" y="318"/>
                  </a:cxn>
                  <a:cxn ang="0">
                    <a:pos x="61" y="309"/>
                  </a:cxn>
                  <a:cxn ang="0">
                    <a:pos x="79" y="283"/>
                  </a:cxn>
                  <a:cxn ang="0">
                    <a:pos x="96" y="265"/>
                  </a:cxn>
                  <a:cxn ang="0">
                    <a:pos x="79" y="247"/>
                  </a:cxn>
                  <a:cxn ang="0">
                    <a:pos x="79" y="239"/>
                  </a:cxn>
                  <a:cxn ang="0">
                    <a:pos x="70" y="230"/>
                  </a:cxn>
                  <a:cxn ang="0">
                    <a:pos x="70" y="203"/>
                  </a:cxn>
                  <a:cxn ang="0">
                    <a:pos x="79" y="185"/>
                  </a:cxn>
                  <a:cxn ang="0">
                    <a:pos x="114" y="0"/>
                  </a:cxn>
                  <a:cxn ang="0">
                    <a:pos x="167" y="9"/>
                  </a:cxn>
                  <a:cxn ang="0">
                    <a:pos x="149" y="88"/>
                  </a:cxn>
                  <a:cxn ang="0">
                    <a:pos x="158" y="106"/>
                  </a:cxn>
                  <a:cxn ang="0">
                    <a:pos x="167" y="124"/>
                  </a:cxn>
                  <a:cxn ang="0">
                    <a:pos x="167" y="132"/>
                  </a:cxn>
                  <a:cxn ang="0">
                    <a:pos x="167" y="141"/>
                  </a:cxn>
                  <a:cxn ang="0">
                    <a:pos x="175" y="150"/>
                  </a:cxn>
                  <a:cxn ang="0">
                    <a:pos x="184" y="168"/>
                  </a:cxn>
                  <a:cxn ang="0">
                    <a:pos x="193" y="177"/>
                  </a:cxn>
                  <a:cxn ang="0">
                    <a:pos x="193" y="185"/>
                  </a:cxn>
                  <a:cxn ang="0">
                    <a:pos x="202" y="194"/>
                  </a:cxn>
                  <a:cxn ang="0">
                    <a:pos x="211" y="203"/>
                  </a:cxn>
                  <a:cxn ang="0">
                    <a:pos x="211" y="212"/>
                  </a:cxn>
                  <a:cxn ang="0">
                    <a:pos x="219" y="212"/>
                  </a:cxn>
                  <a:cxn ang="0">
                    <a:pos x="211" y="239"/>
                  </a:cxn>
                  <a:cxn ang="0">
                    <a:pos x="211" y="247"/>
                  </a:cxn>
                  <a:cxn ang="0">
                    <a:pos x="202" y="256"/>
                  </a:cxn>
                  <a:cxn ang="0">
                    <a:pos x="211" y="274"/>
                  </a:cxn>
                  <a:cxn ang="0">
                    <a:pos x="202" y="274"/>
                  </a:cxn>
                  <a:cxn ang="0">
                    <a:pos x="193" y="292"/>
                  </a:cxn>
                  <a:cxn ang="0">
                    <a:pos x="202" y="292"/>
                  </a:cxn>
                  <a:cxn ang="0">
                    <a:pos x="211" y="300"/>
                  </a:cxn>
                  <a:cxn ang="0">
                    <a:pos x="228" y="292"/>
                  </a:cxn>
                  <a:cxn ang="0">
                    <a:pos x="237" y="309"/>
                  </a:cxn>
                  <a:cxn ang="0">
                    <a:pos x="246" y="336"/>
                  </a:cxn>
                  <a:cxn ang="0">
                    <a:pos x="246" y="345"/>
                  </a:cxn>
                  <a:cxn ang="0">
                    <a:pos x="246" y="353"/>
                  </a:cxn>
                  <a:cxn ang="0">
                    <a:pos x="255" y="362"/>
                  </a:cxn>
                  <a:cxn ang="0">
                    <a:pos x="263" y="371"/>
                  </a:cxn>
                  <a:cxn ang="0">
                    <a:pos x="263" y="380"/>
                  </a:cxn>
                  <a:cxn ang="0">
                    <a:pos x="263" y="389"/>
                  </a:cxn>
                  <a:cxn ang="0">
                    <a:pos x="272" y="407"/>
                  </a:cxn>
                  <a:cxn ang="0">
                    <a:pos x="272" y="398"/>
                  </a:cxn>
                  <a:cxn ang="0">
                    <a:pos x="290" y="398"/>
                  </a:cxn>
                  <a:cxn ang="0">
                    <a:pos x="299" y="398"/>
                  </a:cxn>
                  <a:cxn ang="0">
                    <a:pos x="307" y="389"/>
                  </a:cxn>
                  <a:cxn ang="0">
                    <a:pos x="334" y="398"/>
                  </a:cxn>
                  <a:cxn ang="0">
                    <a:pos x="343" y="398"/>
                  </a:cxn>
                  <a:cxn ang="0">
                    <a:pos x="351" y="398"/>
                  </a:cxn>
                  <a:cxn ang="0">
                    <a:pos x="360" y="389"/>
                  </a:cxn>
                  <a:cxn ang="0">
                    <a:pos x="369" y="407"/>
                  </a:cxn>
                  <a:cxn ang="0">
                    <a:pos x="343" y="601"/>
                  </a:cxn>
                  <a:cxn ang="0">
                    <a:pos x="193" y="583"/>
                  </a:cxn>
                  <a:cxn ang="0">
                    <a:pos x="96" y="566"/>
                  </a:cxn>
                </a:cxnLst>
                <a:rect l="0" t="0" r="r" b="b"/>
                <a:pathLst>
                  <a:path w="378" h="601">
                    <a:moveTo>
                      <a:pt x="0" y="548"/>
                    </a:moveTo>
                    <a:lnTo>
                      <a:pt x="35" y="407"/>
                    </a:lnTo>
                    <a:lnTo>
                      <a:pt x="35" y="398"/>
                    </a:lnTo>
                    <a:lnTo>
                      <a:pt x="35" y="398"/>
                    </a:lnTo>
                    <a:lnTo>
                      <a:pt x="44" y="389"/>
                    </a:lnTo>
                    <a:lnTo>
                      <a:pt x="44" y="380"/>
                    </a:lnTo>
                    <a:lnTo>
                      <a:pt x="44" y="371"/>
                    </a:lnTo>
                    <a:lnTo>
                      <a:pt x="44" y="371"/>
                    </a:lnTo>
                    <a:lnTo>
                      <a:pt x="35" y="371"/>
                    </a:lnTo>
                    <a:lnTo>
                      <a:pt x="35" y="362"/>
                    </a:lnTo>
                    <a:lnTo>
                      <a:pt x="35" y="362"/>
                    </a:lnTo>
                    <a:lnTo>
                      <a:pt x="35" y="345"/>
                    </a:lnTo>
                    <a:lnTo>
                      <a:pt x="44" y="345"/>
                    </a:lnTo>
                    <a:lnTo>
                      <a:pt x="44" y="336"/>
                    </a:lnTo>
                    <a:lnTo>
                      <a:pt x="52" y="327"/>
                    </a:lnTo>
                    <a:lnTo>
                      <a:pt x="61" y="318"/>
                    </a:lnTo>
                    <a:lnTo>
                      <a:pt x="61" y="318"/>
                    </a:lnTo>
                    <a:lnTo>
                      <a:pt x="61" y="309"/>
                    </a:lnTo>
                    <a:lnTo>
                      <a:pt x="70" y="300"/>
                    </a:lnTo>
                    <a:lnTo>
                      <a:pt x="79" y="283"/>
                    </a:lnTo>
                    <a:lnTo>
                      <a:pt x="87" y="274"/>
                    </a:lnTo>
                    <a:lnTo>
                      <a:pt x="96" y="265"/>
                    </a:lnTo>
                    <a:lnTo>
                      <a:pt x="87" y="256"/>
                    </a:lnTo>
                    <a:lnTo>
                      <a:pt x="79" y="247"/>
                    </a:lnTo>
                    <a:lnTo>
                      <a:pt x="79" y="247"/>
                    </a:lnTo>
                    <a:lnTo>
                      <a:pt x="79" y="239"/>
                    </a:lnTo>
                    <a:lnTo>
                      <a:pt x="79" y="239"/>
                    </a:lnTo>
                    <a:lnTo>
                      <a:pt x="70" y="230"/>
                    </a:lnTo>
                    <a:lnTo>
                      <a:pt x="79" y="212"/>
                    </a:lnTo>
                    <a:lnTo>
                      <a:pt x="70" y="203"/>
                    </a:lnTo>
                    <a:lnTo>
                      <a:pt x="79" y="203"/>
                    </a:lnTo>
                    <a:lnTo>
                      <a:pt x="79" y="185"/>
                    </a:lnTo>
                    <a:lnTo>
                      <a:pt x="114" y="9"/>
                    </a:lnTo>
                    <a:lnTo>
                      <a:pt x="114" y="0"/>
                    </a:lnTo>
                    <a:lnTo>
                      <a:pt x="158" y="9"/>
                    </a:lnTo>
                    <a:lnTo>
                      <a:pt x="167" y="9"/>
                    </a:lnTo>
                    <a:lnTo>
                      <a:pt x="167" y="17"/>
                    </a:lnTo>
                    <a:lnTo>
                      <a:pt x="149" y="88"/>
                    </a:lnTo>
                    <a:lnTo>
                      <a:pt x="158" y="106"/>
                    </a:lnTo>
                    <a:lnTo>
                      <a:pt x="158" y="106"/>
                    </a:lnTo>
                    <a:lnTo>
                      <a:pt x="167" y="115"/>
                    </a:lnTo>
                    <a:lnTo>
                      <a:pt x="167" y="124"/>
                    </a:lnTo>
                    <a:lnTo>
                      <a:pt x="167" y="132"/>
                    </a:lnTo>
                    <a:lnTo>
                      <a:pt x="167" y="132"/>
                    </a:lnTo>
                    <a:lnTo>
                      <a:pt x="158" y="132"/>
                    </a:lnTo>
                    <a:lnTo>
                      <a:pt x="167" y="141"/>
                    </a:lnTo>
                    <a:lnTo>
                      <a:pt x="167" y="150"/>
                    </a:lnTo>
                    <a:lnTo>
                      <a:pt x="175" y="150"/>
                    </a:lnTo>
                    <a:lnTo>
                      <a:pt x="175" y="159"/>
                    </a:lnTo>
                    <a:lnTo>
                      <a:pt x="184" y="168"/>
                    </a:lnTo>
                    <a:lnTo>
                      <a:pt x="184" y="168"/>
                    </a:lnTo>
                    <a:lnTo>
                      <a:pt x="193" y="177"/>
                    </a:lnTo>
                    <a:lnTo>
                      <a:pt x="193" y="185"/>
                    </a:lnTo>
                    <a:lnTo>
                      <a:pt x="193" y="185"/>
                    </a:lnTo>
                    <a:lnTo>
                      <a:pt x="193" y="194"/>
                    </a:lnTo>
                    <a:lnTo>
                      <a:pt x="202" y="194"/>
                    </a:lnTo>
                    <a:lnTo>
                      <a:pt x="202" y="203"/>
                    </a:lnTo>
                    <a:lnTo>
                      <a:pt x="211" y="203"/>
                    </a:lnTo>
                    <a:lnTo>
                      <a:pt x="211" y="203"/>
                    </a:lnTo>
                    <a:lnTo>
                      <a:pt x="211" y="212"/>
                    </a:lnTo>
                    <a:lnTo>
                      <a:pt x="219" y="212"/>
                    </a:lnTo>
                    <a:lnTo>
                      <a:pt x="219" y="212"/>
                    </a:lnTo>
                    <a:lnTo>
                      <a:pt x="219" y="230"/>
                    </a:lnTo>
                    <a:lnTo>
                      <a:pt x="211" y="239"/>
                    </a:lnTo>
                    <a:lnTo>
                      <a:pt x="211" y="239"/>
                    </a:lnTo>
                    <a:lnTo>
                      <a:pt x="211" y="247"/>
                    </a:lnTo>
                    <a:lnTo>
                      <a:pt x="211" y="247"/>
                    </a:lnTo>
                    <a:lnTo>
                      <a:pt x="202" y="256"/>
                    </a:lnTo>
                    <a:lnTo>
                      <a:pt x="211" y="265"/>
                    </a:lnTo>
                    <a:lnTo>
                      <a:pt x="211" y="274"/>
                    </a:lnTo>
                    <a:lnTo>
                      <a:pt x="202" y="274"/>
                    </a:lnTo>
                    <a:lnTo>
                      <a:pt x="202" y="274"/>
                    </a:lnTo>
                    <a:lnTo>
                      <a:pt x="202" y="283"/>
                    </a:lnTo>
                    <a:lnTo>
                      <a:pt x="193" y="292"/>
                    </a:lnTo>
                    <a:lnTo>
                      <a:pt x="193" y="292"/>
                    </a:lnTo>
                    <a:lnTo>
                      <a:pt x="202" y="292"/>
                    </a:lnTo>
                    <a:lnTo>
                      <a:pt x="202" y="300"/>
                    </a:lnTo>
                    <a:lnTo>
                      <a:pt x="211" y="300"/>
                    </a:lnTo>
                    <a:lnTo>
                      <a:pt x="228" y="292"/>
                    </a:lnTo>
                    <a:lnTo>
                      <a:pt x="228" y="292"/>
                    </a:lnTo>
                    <a:lnTo>
                      <a:pt x="237" y="300"/>
                    </a:lnTo>
                    <a:lnTo>
                      <a:pt x="237" y="309"/>
                    </a:lnTo>
                    <a:lnTo>
                      <a:pt x="237" y="327"/>
                    </a:lnTo>
                    <a:lnTo>
                      <a:pt x="246" y="336"/>
                    </a:lnTo>
                    <a:lnTo>
                      <a:pt x="246" y="336"/>
                    </a:lnTo>
                    <a:lnTo>
                      <a:pt x="246" y="345"/>
                    </a:lnTo>
                    <a:lnTo>
                      <a:pt x="246" y="345"/>
                    </a:lnTo>
                    <a:lnTo>
                      <a:pt x="246" y="353"/>
                    </a:lnTo>
                    <a:lnTo>
                      <a:pt x="246" y="362"/>
                    </a:lnTo>
                    <a:lnTo>
                      <a:pt x="255" y="362"/>
                    </a:lnTo>
                    <a:lnTo>
                      <a:pt x="255" y="362"/>
                    </a:lnTo>
                    <a:lnTo>
                      <a:pt x="263" y="371"/>
                    </a:lnTo>
                    <a:lnTo>
                      <a:pt x="263" y="380"/>
                    </a:lnTo>
                    <a:lnTo>
                      <a:pt x="263" y="380"/>
                    </a:lnTo>
                    <a:lnTo>
                      <a:pt x="263" y="389"/>
                    </a:lnTo>
                    <a:lnTo>
                      <a:pt x="263" y="389"/>
                    </a:lnTo>
                    <a:lnTo>
                      <a:pt x="272" y="398"/>
                    </a:lnTo>
                    <a:lnTo>
                      <a:pt x="272" y="407"/>
                    </a:lnTo>
                    <a:lnTo>
                      <a:pt x="272" y="407"/>
                    </a:lnTo>
                    <a:lnTo>
                      <a:pt x="272" y="398"/>
                    </a:lnTo>
                    <a:lnTo>
                      <a:pt x="281" y="398"/>
                    </a:lnTo>
                    <a:lnTo>
                      <a:pt x="290" y="398"/>
                    </a:lnTo>
                    <a:lnTo>
                      <a:pt x="299" y="398"/>
                    </a:lnTo>
                    <a:lnTo>
                      <a:pt x="299" y="398"/>
                    </a:lnTo>
                    <a:lnTo>
                      <a:pt x="307" y="398"/>
                    </a:lnTo>
                    <a:lnTo>
                      <a:pt x="307" y="389"/>
                    </a:lnTo>
                    <a:lnTo>
                      <a:pt x="316" y="398"/>
                    </a:lnTo>
                    <a:lnTo>
                      <a:pt x="334" y="398"/>
                    </a:lnTo>
                    <a:lnTo>
                      <a:pt x="334" y="398"/>
                    </a:lnTo>
                    <a:lnTo>
                      <a:pt x="343" y="398"/>
                    </a:lnTo>
                    <a:lnTo>
                      <a:pt x="351" y="398"/>
                    </a:lnTo>
                    <a:lnTo>
                      <a:pt x="351" y="398"/>
                    </a:lnTo>
                    <a:lnTo>
                      <a:pt x="360" y="389"/>
                    </a:lnTo>
                    <a:lnTo>
                      <a:pt x="360" y="389"/>
                    </a:lnTo>
                    <a:lnTo>
                      <a:pt x="369" y="398"/>
                    </a:lnTo>
                    <a:lnTo>
                      <a:pt x="369" y="407"/>
                    </a:lnTo>
                    <a:lnTo>
                      <a:pt x="378" y="407"/>
                    </a:lnTo>
                    <a:lnTo>
                      <a:pt x="343" y="601"/>
                    </a:lnTo>
                    <a:lnTo>
                      <a:pt x="281" y="592"/>
                    </a:lnTo>
                    <a:lnTo>
                      <a:pt x="193" y="583"/>
                    </a:lnTo>
                    <a:lnTo>
                      <a:pt x="175" y="575"/>
                    </a:lnTo>
                    <a:lnTo>
                      <a:pt x="96" y="566"/>
                    </a:lnTo>
                    <a:lnTo>
                      <a:pt x="0" y="54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147"/>
              <p:cNvSpPr>
                <a:spLocks/>
              </p:cNvSpPr>
              <p:nvPr/>
            </p:nvSpPr>
            <p:spPr bwMode="auto">
              <a:xfrm>
                <a:off x="3810921" y="3622949"/>
                <a:ext cx="766072" cy="582268"/>
              </a:xfrm>
              <a:custGeom>
                <a:avLst/>
                <a:gdLst/>
                <a:ahLst/>
                <a:cxnLst>
                  <a:cxn ang="0">
                    <a:pos x="17" y="53"/>
                  </a:cxn>
                  <a:cxn ang="0">
                    <a:pos x="70" y="27"/>
                  </a:cxn>
                  <a:cxn ang="0">
                    <a:pos x="360" y="27"/>
                  </a:cxn>
                  <a:cxn ang="0">
                    <a:pos x="387" y="27"/>
                  </a:cxn>
                  <a:cxn ang="0">
                    <a:pos x="387" y="0"/>
                  </a:cxn>
                  <a:cxn ang="0">
                    <a:pos x="413" y="0"/>
                  </a:cxn>
                  <a:cxn ang="0">
                    <a:pos x="422" y="18"/>
                  </a:cxn>
                  <a:cxn ang="0">
                    <a:pos x="431" y="53"/>
                  </a:cxn>
                  <a:cxn ang="0">
                    <a:pos x="501" y="160"/>
                  </a:cxn>
                  <a:cxn ang="0">
                    <a:pos x="510" y="195"/>
                  </a:cxn>
                  <a:cxn ang="0">
                    <a:pos x="501" y="177"/>
                  </a:cxn>
                  <a:cxn ang="0">
                    <a:pos x="492" y="151"/>
                  </a:cxn>
                  <a:cxn ang="0">
                    <a:pos x="492" y="168"/>
                  </a:cxn>
                  <a:cxn ang="0">
                    <a:pos x="545" y="257"/>
                  </a:cxn>
                  <a:cxn ang="0">
                    <a:pos x="563" y="275"/>
                  </a:cxn>
                  <a:cxn ang="0">
                    <a:pos x="571" y="328"/>
                  </a:cxn>
                  <a:cxn ang="0">
                    <a:pos x="571" y="363"/>
                  </a:cxn>
                  <a:cxn ang="0">
                    <a:pos x="563" y="389"/>
                  </a:cxn>
                  <a:cxn ang="0">
                    <a:pos x="563" y="416"/>
                  </a:cxn>
                  <a:cxn ang="0">
                    <a:pos x="545" y="416"/>
                  </a:cxn>
                  <a:cxn ang="0">
                    <a:pos x="527" y="434"/>
                  </a:cxn>
                  <a:cxn ang="0">
                    <a:pos x="519" y="425"/>
                  </a:cxn>
                  <a:cxn ang="0">
                    <a:pos x="510" y="416"/>
                  </a:cxn>
                  <a:cxn ang="0">
                    <a:pos x="483" y="381"/>
                  </a:cxn>
                  <a:cxn ang="0">
                    <a:pos x="457" y="372"/>
                  </a:cxn>
                  <a:cxn ang="0">
                    <a:pos x="440" y="336"/>
                  </a:cxn>
                  <a:cxn ang="0">
                    <a:pos x="448" y="319"/>
                  </a:cxn>
                  <a:cxn ang="0">
                    <a:pos x="431" y="328"/>
                  </a:cxn>
                  <a:cxn ang="0">
                    <a:pos x="431" y="301"/>
                  </a:cxn>
                  <a:cxn ang="0">
                    <a:pos x="413" y="301"/>
                  </a:cxn>
                  <a:cxn ang="0">
                    <a:pos x="404" y="310"/>
                  </a:cxn>
                  <a:cxn ang="0">
                    <a:pos x="387" y="275"/>
                  </a:cxn>
                  <a:cxn ang="0">
                    <a:pos x="378" y="266"/>
                  </a:cxn>
                  <a:cxn ang="0">
                    <a:pos x="378" y="239"/>
                  </a:cxn>
                  <a:cxn ang="0">
                    <a:pos x="369" y="239"/>
                  </a:cxn>
                  <a:cxn ang="0">
                    <a:pos x="369" y="248"/>
                  </a:cxn>
                  <a:cxn ang="0">
                    <a:pos x="360" y="230"/>
                  </a:cxn>
                  <a:cxn ang="0">
                    <a:pos x="360" y="177"/>
                  </a:cxn>
                  <a:cxn ang="0">
                    <a:pos x="352" y="151"/>
                  </a:cxn>
                  <a:cxn ang="0">
                    <a:pos x="325" y="133"/>
                  </a:cxn>
                  <a:cxn ang="0">
                    <a:pos x="299" y="107"/>
                  </a:cxn>
                  <a:cxn ang="0">
                    <a:pos x="255" y="80"/>
                  </a:cxn>
                  <a:cxn ang="0">
                    <a:pos x="228" y="89"/>
                  </a:cxn>
                  <a:cxn ang="0">
                    <a:pos x="228" y="98"/>
                  </a:cxn>
                  <a:cxn ang="0">
                    <a:pos x="202" y="107"/>
                  </a:cxn>
                  <a:cxn ang="0">
                    <a:pos x="176" y="124"/>
                  </a:cxn>
                  <a:cxn ang="0">
                    <a:pos x="167" y="115"/>
                  </a:cxn>
                  <a:cxn ang="0">
                    <a:pos x="158" y="98"/>
                  </a:cxn>
                  <a:cxn ang="0">
                    <a:pos x="149" y="98"/>
                  </a:cxn>
                  <a:cxn ang="0">
                    <a:pos x="158" y="89"/>
                  </a:cxn>
                  <a:cxn ang="0">
                    <a:pos x="149" y="80"/>
                  </a:cxn>
                  <a:cxn ang="0">
                    <a:pos x="132" y="80"/>
                  </a:cxn>
                  <a:cxn ang="0">
                    <a:pos x="96" y="71"/>
                  </a:cxn>
                  <a:cxn ang="0">
                    <a:pos x="96" y="71"/>
                  </a:cxn>
                  <a:cxn ang="0">
                    <a:pos x="96" y="62"/>
                  </a:cxn>
                  <a:cxn ang="0">
                    <a:pos x="61" y="71"/>
                  </a:cxn>
                  <a:cxn ang="0">
                    <a:pos x="52" y="71"/>
                  </a:cxn>
                  <a:cxn ang="0">
                    <a:pos x="44" y="62"/>
                  </a:cxn>
                  <a:cxn ang="0">
                    <a:pos x="35" y="80"/>
                  </a:cxn>
                  <a:cxn ang="0">
                    <a:pos x="26" y="80"/>
                  </a:cxn>
                </a:cxnLst>
                <a:rect l="0" t="0" r="r" b="b"/>
                <a:pathLst>
                  <a:path w="571" h="434">
                    <a:moveTo>
                      <a:pt x="17" y="71"/>
                    </a:moveTo>
                    <a:lnTo>
                      <a:pt x="17" y="71"/>
                    </a:lnTo>
                    <a:lnTo>
                      <a:pt x="17" y="71"/>
                    </a:lnTo>
                    <a:lnTo>
                      <a:pt x="17" y="62"/>
                    </a:lnTo>
                    <a:lnTo>
                      <a:pt x="17" y="53"/>
                    </a:lnTo>
                    <a:lnTo>
                      <a:pt x="8" y="53"/>
                    </a:lnTo>
                    <a:lnTo>
                      <a:pt x="0" y="45"/>
                    </a:lnTo>
                    <a:lnTo>
                      <a:pt x="8" y="36"/>
                    </a:lnTo>
                    <a:lnTo>
                      <a:pt x="8" y="36"/>
                    </a:lnTo>
                    <a:lnTo>
                      <a:pt x="70" y="27"/>
                    </a:lnTo>
                    <a:lnTo>
                      <a:pt x="176" y="18"/>
                    </a:lnTo>
                    <a:lnTo>
                      <a:pt x="184" y="27"/>
                    </a:lnTo>
                    <a:lnTo>
                      <a:pt x="184" y="27"/>
                    </a:lnTo>
                    <a:lnTo>
                      <a:pt x="193" y="36"/>
                    </a:lnTo>
                    <a:lnTo>
                      <a:pt x="360" y="27"/>
                    </a:lnTo>
                    <a:lnTo>
                      <a:pt x="369" y="27"/>
                    </a:lnTo>
                    <a:lnTo>
                      <a:pt x="369" y="36"/>
                    </a:lnTo>
                    <a:lnTo>
                      <a:pt x="378" y="36"/>
                    </a:lnTo>
                    <a:lnTo>
                      <a:pt x="387" y="36"/>
                    </a:lnTo>
                    <a:lnTo>
                      <a:pt x="387" y="27"/>
                    </a:lnTo>
                    <a:lnTo>
                      <a:pt x="378" y="18"/>
                    </a:lnTo>
                    <a:lnTo>
                      <a:pt x="378" y="9"/>
                    </a:lnTo>
                    <a:lnTo>
                      <a:pt x="378" y="9"/>
                    </a:lnTo>
                    <a:lnTo>
                      <a:pt x="378" y="0"/>
                    </a:lnTo>
                    <a:lnTo>
                      <a:pt x="387" y="0"/>
                    </a:lnTo>
                    <a:lnTo>
                      <a:pt x="387" y="0"/>
                    </a:lnTo>
                    <a:lnTo>
                      <a:pt x="396" y="0"/>
                    </a:lnTo>
                    <a:lnTo>
                      <a:pt x="404" y="0"/>
                    </a:lnTo>
                    <a:lnTo>
                      <a:pt x="413" y="0"/>
                    </a:lnTo>
                    <a:lnTo>
                      <a:pt x="413" y="0"/>
                    </a:lnTo>
                    <a:lnTo>
                      <a:pt x="413" y="0"/>
                    </a:lnTo>
                    <a:lnTo>
                      <a:pt x="422" y="9"/>
                    </a:lnTo>
                    <a:lnTo>
                      <a:pt x="422" y="18"/>
                    </a:lnTo>
                    <a:lnTo>
                      <a:pt x="413" y="9"/>
                    </a:lnTo>
                    <a:lnTo>
                      <a:pt x="422" y="18"/>
                    </a:lnTo>
                    <a:lnTo>
                      <a:pt x="422" y="27"/>
                    </a:lnTo>
                    <a:lnTo>
                      <a:pt x="431" y="27"/>
                    </a:lnTo>
                    <a:lnTo>
                      <a:pt x="431" y="36"/>
                    </a:lnTo>
                    <a:lnTo>
                      <a:pt x="431" y="45"/>
                    </a:lnTo>
                    <a:lnTo>
                      <a:pt x="431" y="53"/>
                    </a:lnTo>
                    <a:lnTo>
                      <a:pt x="440" y="71"/>
                    </a:lnTo>
                    <a:lnTo>
                      <a:pt x="448" y="89"/>
                    </a:lnTo>
                    <a:lnTo>
                      <a:pt x="466" y="115"/>
                    </a:lnTo>
                    <a:lnTo>
                      <a:pt x="492" y="151"/>
                    </a:lnTo>
                    <a:lnTo>
                      <a:pt x="501" y="160"/>
                    </a:lnTo>
                    <a:lnTo>
                      <a:pt x="510" y="160"/>
                    </a:lnTo>
                    <a:lnTo>
                      <a:pt x="510" y="168"/>
                    </a:lnTo>
                    <a:lnTo>
                      <a:pt x="510" y="177"/>
                    </a:lnTo>
                    <a:lnTo>
                      <a:pt x="510" y="186"/>
                    </a:lnTo>
                    <a:lnTo>
                      <a:pt x="510" y="195"/>
                    </a:lnTo>
                    <a:lnTo>
                      <a:pt x="510" y="195"/>
                    </a:lnTo>
                    <a:lnTo>
                      <a:pt x="527" y="213"/>
                    </a:lnTo>
                    <a:lnTo>
                      <a:pt x="519" y="204"/>
                    </a:lnTo>
                    <a:lnTo>
                      <a:pt x="510" y="195"/>
                    </a:lnTo>
                    <a:lnTo>
                      <a:pt x="501" y="177"/>
                    </a:lnTo>
                    <a:lnTo>
                      <a:pt x="510" y="168"/>
                    </a:lnTo>
                    <a:lnTo>
                      <a:pt x="501" y="160"/>
                    </a:lnTo>
                    <a:lnTo>
                      <a:pt x="501" y="160"/>
                    </a:lnTo>
                    <a:lnTo>
                      <a:pt x="492" y="160"/>
                    </a:lnTo>
                    <a:lnTo>
                      <a:pt x="492" y="151"/>
                    </a:lnTo>
                    <a:lnTo>
                      <a:pt x="492" y="151"/>
                    </a:lnTo>
                    <a:lnTo>
                      <a:pt x="483" y="151"/>
                    </a:lnTo>
                    <a:lnTo>
                      <a:pt x="483" y="151"/>
                    </a:lnTo>
                    <a:lnTo>
                      <a:pt x="483" y="160"/>
                    </a:lnTo>
                    <a:lnTo>
                      <a:pt x="492" y="168"/>
                    </a:lnTo>
                    <a:lnTo>
                      <a:pt x="501" y="177"/>
                    </a:lnTo>
                    <a:lnTo>
                      <a:pt x="510" y="204"/>
                    </a:lnTo>
                    <a:lnTo>
                      <a:pt x="527" y="230"/>
                    </a:lnTo>
                    <a:lnTo>
                      <a:pt x="536" y="248"/>
                    </a:lnTo>
                    <a:lnTo>
                      <a:pt x="545" y="257"/>
                    </a:lnTo>
                    <a:lnTo>
                      <a:pt x="545" y="266"/>
                    </a:lnTo>
                    <a:lnTo>
                      <a:pt x="545" y="266"/>
                    </a:lnTo>
                    <a:lnTo>
                      <a:pt x="545" y="266"/>
                    </a:lnTo>
                    <a:lnTo>
                      <a:pt x="554" y="266"/>
                    </a:lnTo>
                    <a:lnTo>
                      <a:pt x="563" y="275"/>
                    </a:lnTo>
                    <a:lnTo>
                      <a:pt x="563" y="283"/>
                    </a:lnTo>
                    <a:lnTo>
                      <a:pt x="563" y="283"/>
                    </a:lnTo>
                    <a:lnTo>
                      <a:pt x="571" y="301"/>
                    </a:lnTo>
                    <a:lnTo>
                      <a:pt x="571" y="328"/>
                    </a:lnTo>
                    <a:lnTo>
                      <a:pt x="571" y="328"/>
                    </a:lnTo>
                    <a:lnTo>
                      <a:pt x="571" y="345"/>
                    </a:lnTo>
                    <a:lnTo>
                      <a:pt x="571" y="354"/>
                    </a:lnTo>
                    <a:lnTo>
                      <a:pt x="571" y="363"/>
                    </a:lnTo>
                    <a:lnTo>
                      <a:pt x="571" y="372"/>
                    </a:lnTo>
                    <a:lnTo>
                      <a:pt x="571" y="363"/>
                    </a:lnTo>
                    <a:lnTo>
                      <a:pt x="571" y="372"/>
                    </a:lnTo>
                    <a:lnTo>
                      <a:pt x="571" y="372"/>
                    </a:lnTo>
                    <a:lnTo>
                      <a:pt x="563" y="381"/>
                    </a:lnTo>
                    <a:lnTo>
                      <a:pt x="563" y="381"/>
                    </a:lnTo>
                    <a:lnTo>
                      <a:pt x="563" y="389"/>
                    </a:lnTo>
                    <a:lnTo>
                      <a:pt x="563" y="389"/>
                    </a:lnTo>
                    <a:lnTo>
                      <a:pt x="563" y="398"/>
                    </a:lnTo>
                    <a:lnTo>
                      <a:pt x="563" y="407"/>
                    </a:lnTo>
                    <a:lnTo>
                      <a:pt x="563" y="407"/>
                    </a:lnTo>
                    <a:lnTo>
                      <a:pt x="563" y="416"/>
                    </a:lnTo>
                    <a:lnTo>
                      <a:pt x="563" y="416"/>
                    </a:lnTo>
                    <a:lnTo>
                      <a:pt x="554" y="416"/>
                    </a:lnTo>
                    <a:lnTo>
                      <a:pt x="563" y="416"/>
                    </a:lnTo>
                    <a:lnTo>
                      <a:pt x="554" y="416"/>
                    </a:lnTo>
                    <a:lnTo>
                      <a:pt x="545" y="416"/>
                    </a:lnTo>
                    <a:lnTo>
                      <a:pt x="545" y="425"/>
                    </a:lnTo>
                    <a:lnTo>
                      <a:pt x="536" y="425"/>
                    </a:lnTo>
                    <a:lnTo>
                      <a:pt x="536" y="425"/>
                    </a:lnTo>
                    <a:lnTo>
                      <a:pt x="527" y="425"/>
                    </a:lnTo>
                    <a:lnTo>
                      <a:pt x="527" y="434"/>
                    </a:lnTo>
                    <a:lnTo>
                      <a:pt x="510" y="434"/>
                    </a:lnTo>
                    <a:lnTo>
                      <a:pt x="510" y="425"/>
                    </a:lnTo>
                    <a:lnTo>
                      <a:pt x="510" y="425"/>
                    </a:lnTo>
                    <a:lnTo>
                      <a:pt x="510" y="416"/>
                    </a:lnTo>
                    <a:lnTo>
                      <a:pt x="519" y="425"/>
                    </a:lnTo>
                    <a:lnTo>
                      <a:pt x="519" y="425"/>
                    </a:lnTo>
                    <a:lnTo>
                      <a:pt x="527" y="416"/>
                    </a:lnTo>
                    <a:lnTo>
                      <a:pt x="519" y="416"/>
                    </a:lnTo>
                    <a:lnTo>
                      <a:pt x="519" y="416"/>
                    </a:lnTo>
                    <a:lnTo>
                      <a:pt x="510" y="416"/>
                    </a:lnTo>
                    <a:lnTo>
                      <a:pt x="501" y="407"/>
                    </a:lnTo>
                    <a:lnTo>
                      <a:pt x="501" y="398"/>
                    </a:lnTo>
                    <a:lnTo>
                      <a:pt x="492" y="389"/>
                    </a:lnTo>
                    <a:lnTo>
                      <a:pt x="483" y="389"/>
                    </a:lnTo>
                    <a:lnTo>
                      <a:pt x="483" y="381"/>
                    </a:lnTo>
                    <a:lnTo>
                      <a:pt x="475" y="381"/>
                    </a:lnTo>
                    <a:lnTo>
                      <a:pt x="475" y="381"/>
                    </a:lnTo>
                    <a:lnTo>
                      <a:pt x="466" y="381"/>
                    </a:lnTo>
                    <a:lnTo>
                      <a:pt x="466" y="381"/>
                    </a:lnTo>
                    <a:lnTo>
                      <a:pt x="457" y="372"/>
                    </a:lnTo>
                    <a:lnTo>
                      <a:pt x="466" y="372"/>
                    </a:lnTo>
                    <a:lnTo>
                      <a:pt x="457" y="372"/>
                    </a:lnTo>
                    <a:lnTo>
                      <a:pt x="448" y="363"/>
                    </a:lnTo>
                    <a:lnTo>
                      <a:pt x="448" y="345"/>
                    </a:lnTo>
                    <a:lnTo>
                      <a:pt x="440" y="336"/>
                    </a:lnTo>
                    <a:lnTo>
                      <a:pt x="440" y="336"/>
                    </a:lnTo>
                    <a:lnTo>
                      <a:pt x="440" y="336"/>
                    </a:lnTo>
                    <a:lnTo>
                      <a:pt x="440" y="328"/>
                    </a:lnTo>
                    <a:lnTo>
                      <a:pt x="440" y="328"/>
                    </a:lnTo>
                    <a:lnTo>
                      <a:pt x="448" y="319"/>
                    </a:lnTo>
                    <a:lnTo>
                      <a:pt x="440" y="328"/>
                    </a:lnTo>
                    <a:lnTo>
                      <a:pt x="440" y="328"/>
                    </a:lnTo>
                    <a:lnTo>
                      <a:pt x="431" y="336"/>
                    </a:lnTo>
                    <a:lnTo>
                      <a:pt x="431" y="336"/>
                    </a:lnTo>
                    <a:lnTo>
                      <a:pt x="431" y="328"/>
                    </a:lnTo>
                    <a:lnTo>
                      <a:pt x="422" y="328"/>
                    </a:lnTo>
                    <a:lnTo>
                      <a:pt x="422" y="319"/>
                    </a:lnTo>
                    <a:lnTo>
                      <a:pt x="422" y="310"/>
                    </a:lnTo>
                    <a:lnTo>
                      <a:pt x="422" y="301"/>
                    </a:lnTo>
                    <a:lnTo>
                      <a:pt x="431" y="301"/>
                    </a:lnTo>
                    <a:lnTo>
                      <a:pt x="431" y="301"/>
                    </a:lnTo>
                    <a:lnTo>
                      <a:pt x="413" y="310"/>
                    </a:lnTo>
                    <a:lnTo>
                      <a:pt x="413" y="301"/>
                    </a:lnTo>
                    <a:lnTo>
                      <a:pt x="413" y="301"/>
                    </a:lnTo>
                    <a:lnTo>
                      <a:pt x="413" y="301"/>
                    </a:lnTo>
                    <a:lnTo>
                      <a:pt x="413" y="310"/>
                    </a:lnTo>
                    <a:lnTo>
                      <a:pt x="422" y="319"/>
                    </a:lnTo>
                    <a:lnTo>
                      <a:pt x="413" y="310"/>
                    </a:lnTo>
                    <a:lnTo>
                      <a:pt x="413" y="319"/>
                    </a:lnTo>
                    <a:lnTo>
                      <a:pt x="404" y="310"/>
                    </a:lnTo>
                    <a:lnTo>
                      <a:pt x="396" y="301"/>
                    </a:lnTo>
                    <a:lnTo>
                      <a:pt x="396" y="301"/>
                    </a:lnTo>
                    <a:lnTo>
                      <a:pt x="387" y="283"/>
                    </a:lnTo>
                    <a:lnTo>
                      <a:pt x="387" y="283"/>
                    </a:lnTo>
                    <a:lnTo>
                      <a:pt x="387" y="275"/>
                    </a:lnTo>
                    <a:lnTo>
                      <a:pt x="369" y="266"/>
                    </a:lnTo>
                    <a:lnTo>
                      <a:pt x="369" y="266"/>
                    </a:lnTo>
                    <a:lnTo>
                      <a:pt x="378" y="266"/>
                    </a:lnTo>
                    <a:lnTo>
                      <a:pt x="378" y="266"/>
                    </a:lnTo>
                    <a:lnTo>
                      <a:pt x="378" y="266"/>
                    </a:lnTo>
                    <a:lnTo>
                      <a:pt x="378" y="257"/>
                    </a:lnTo>
                    <a:lnTo>
                      <a:pt x="387" y="239"/>
                    </a:lnTo>
                    <a:lnTo>
                      <a:pt x="387" y="239"/>
                    </a:lnTo>
                    <a:lnTo>
                      <a:pt x="387" y="230"/>
                    </a:lnTo>
                    <a:lnTo>
                      <a:pt x="378" y="239"/>
                    </a:lnTo>
                    <a:lnTo>
                      <a:pt x="378" y="230"/>
                    </a:lnTo>
                    <a:lnTo>
                      <a:pt x="369" y="221"/>
                    </a:lnTo>
                    <a:lnTo>
                      <a:pt x="369" y="230"/>
                    </a:lnTo>
                    <a:lnTo>
                      <a:pt x="369" y="230"/>
                    </a:lnTo>
                    <a:lnTo>
                      <a:pt x="369" y="239"/>
                    </a:lnTo>
                    <a:lnTo>
                      <a:pt x="369" y="239"/>
                    </a:lnTo>
                    <a:lnTo>
                      <a:pt x="378" y="239"/>
                    </a:lnTo>
                    <a:lnTo>
                      <a:pt x="378" y="248"/>
                    </a:lnTo>
                    <a:lnTo>
                      <a:pt x="369" y="248"/>
                    </a:lnTo>
                    <a:lnTo>
                      <a:pt x="369" y="248"/>
                    </a:lnTo>
                    <a:lnTo>
                      <a:pt x="360" y="239"/>
                    </a:lnTo>
                    <a:lnTo>
                      <a:pt x="369" y="248"/>
                    </a:lnTo>
                    <a:lnTo>
                      <a:pt x="360" y="248"/>
                    </a:lnTo>
                    <a:lnTo>
                      <a:pt x="360" y="239"/>
                    </a:lnTo>
                    <a:lnTo>
                      <a:pt x="360" y="230"/>
                    </a:lnTo>
                    <a:lnTo>
                      <a:pt x="360" y="221"/>
                    </a:lnTo>
                    <a:lnTo>
                      <a:pt x="360" y="221"/>
                    </a:lnTo>
                    <a:lnTo>
                      <a:pt x="360" y="195"/>
                    </a:lnTo>
                    <a:lnTo>
                      <a:pt x="360" y="186"/>
                    </a:lnTo>
                    <a:lnTo>
                      <a:pt x="360" y="177"/>
                    </a:lnTo>
                    <a:lnTo>
                      <a:pt x="360" y="168"/>
                    </a:lnTo>
                    <a:lnTo>
                      <a:pt x="360" y="160"/>
                    </a:lnTo>
                    <a:lnTo>
                      <a:pt x="360" y="160"/>
                    </a:lnTo>
                    <a:lnTo>
                      <a:pt x="352" y="160"/>
                    </a:lnTo>
                    <a:lnTo>
                      <a:pt x="352" y="151"/>
                    </a:lnTo>
                    <a:lnTo>
                      <a:pt x="352" y="142"/>
                    </a:lnTo>
                    <a:lnTo>
                      <a:pt x="343" y="142"/>
                    </a:lnTo>
                    <a:lnTo>
                      <a:pt x="334" y="142"/>
                    </a:lnTo>
                    <a:lnTo>
                      <a:pt x="325" y="142"/>
                    </a:lnTo>
                    <a:lnTo>
                      <a:pt x="325" y="133"/>
                    </a:lnTo>
                    <a:lnTo>
                      <a:pt x="325" y="133"/>
                    </a:lnTo>
                    <a:lnTo>
                      <a:pt x="316" y="124"/>
                    </a:lnTo>
                    <a:lnTo>
                      <a:pt x="299" y="115"/>
                    </a:lnTo>
                    <a:lnTo>
                      <a:pt x="299" y="107"/>
                    </a:lnTo>
                    <a:lnTo>
                      <a:pt x="299" y="107"/>
                    </a:lnTo>
                    <a:lnTo>
                      <a:pt x="290" y="98"/>
                    </a:lnTo>
                    <a:lnTo>
                      <a:pt x="281" y="89"/>
                    </a:lnTo>
                    <a:lnTo>
                      <a:pt x="272" y="80"/>
                    </a:lnTo>
                    <a:lnTo>
                      <a:pt x="264" y="80"/>
                    </a:lnTo>
                    <a:lnTo>
                      <a:pt x="255" y="80"/>
                    </a:lnTo>
                    <a:lnTo>
                      <a:pt x="255" y="80"/>
                    </a:lnTo>
                    <a:lnTo>
                      <a:pt x="246" y="80"/>
                    </a:lnTo>
                    <a:lnTo>
                      <a:pt x="237" y="80"/>
                    </a:lnTo>
                    <a:lnTo>
                      <a:pt x="228" y="80"/>
                    </a:lnTo>
                    <a:lnTo>
                      <a:pt x="228" y="89"/>
                    </a:lnTo>
                    <a:lnTo>
                      <a:pt x="228" y="89"/>
                    </a:lnTo>
                    <a:lnTo>
                      <a:pt x="228" y="89"/>
                    </a:lnTo>
                    <a:lnTo>
                      <a:pt x="228" y="89"/>
                    </a:lnTo>
                    <a:lnTo>
                      <a:pt x="237" y="98"/>
                    </a:lnTo>
                    <a:lnTo>
                      <a:pt x="228" y="98"/>
                    </a:lnTo>
                    <a:lnTo>
                      <a:pt x="228" y="98"/>
                    </a:lnTo>
                    <a:lnTo>
                      <a:pt x="220" y="98"/>
                    </a:lnTo>
                    <a:lnTo>
                      <a:pt x="202" y="107"/>
                    </a:lnTo>
                    <a:lnTo>
                      <a:pt x="202" y="107"/>
                    </a:lnTo>
                    <a:lnTo>
                      <a:pt x="202" y="107"/>
                    </a:lnTo>
                    <a:lnTo>
                      <a:pt x="193" y="115"/>
                    </a:lnTo>
                    <a:lnTo>
                      <a:pt x="193" y="115"/>
                    </a:lnTo>
                    <a:lnTo>
                      <a:pt x="184" y="115"/>
                    </a:lnTo>
                    <a:lnTo>
                      <a:pt x="176" y="115"/>
                    </a:lnTo>
                    <a:lnTo>
                      <a:pt x="176" y="124"/>
                    </a:lnTo>
                    <a:lnTo>
                      <a:pt x="167" y="124"/>
                    </a:lnTo>
                    <a:lnTo>
                      <a:pt x="167" y="115"/>
                    </a:lnTo>
                    <a:lnTo>
                      <a:pt x="167" y="115"/>
                    </a:lnTo>
                    <a:lnTo>
                      <a:pt x="167" y="107"/>
                    </a:lnTo>
                    <a:lnTo>
                      <a:pt x="167" y="115"/>
                    </a:lnTo>
                    <a:lnTo>
                      <a:pt x="167" y="115"/>
                    </a:lnTo>
                    <a:lnTo>
                      <a:pt x="167" y="115"/>
                    </a:lnTo>
                    <a:lnTo>
                      <a:pt x="167" y="115"/>
                    </a:lnTo>
                    <a:lnTo>
                      <a:pt x="167" y="107"/>
                    </a:lnTo>
                    <a:lnTo>
                      <a:pt x="158" y="98"/>
                    </a:lnTo>
                    <a:lnTo>
                      <a:pt x="158" y="98"/>
                    </a:lnTo>
                    <a:lnTo>
                      <a:pt x="149" y="98"/>
                    </a:lnTo>
                    <a:lnTo>
                      <a:pt x="149" y="98"/>
                    </a:lnTo>
                    <a:lnTo>
                      <a:pt x="149" y="98"/>
                    </a:lnTo>
                    <a:lnTo>
                      <a:pt x="149" y="98"/>
                    </a:lnTo>
                    <a:lnTo>
                      <a:pt x="140" y="89"/>
                    </a:lnTo>
                    <a:lnTo>
                      <a:pt x="149" y="89"/>
                    </a:lnTo>
                    <a:lnTo>
                      <a:pt x="158" y="98"/>
                    </a:lnTo>
                    <a:lnTo>
                      <a:pt x="158" y="89"/>
                    </a:lnTo>
                    <a:lnTo>
                      <a:pt x="158" y="89"/>
                    </a:lnTo>
                    <a:lnTo>
                      <a:pt x="149" y="89"/>
                    </a:lnTo>
                    <a:lnTo>
                      <a:pt x="149" y="89"/>
                    </a:lnTo>
                    <a:lnTo>
                      <a:pt x="140" y="80"/>
                    </a:lnTo>
                    <a:lnTo>
                      <a:pt x="140" y="80"/>
                    </a:lnTo>
                    <a:lnTo>
                      <a:pt x="149" y="80"/>
                    </a:lnTo>
                    <a:lnTo>
                      <a:pt x="149" y="71"/>
                    </a:lnTo>
                    <a:lnTo>
                      <a:pt x="140" y="80"/>
                    </a:lnTo>
                    <a:lnTo>
                      <a:pt x="132" y="80"/>
                    </a:lnTo>
                    <a:lnTo>
                      <a:pt x="132" y="80"/>
                    </a:lnTo>
                    <a:lnTo>
                      <a:pt x="132" y="80"/>
                    </a:lnTo>
                    <a:lnTo>
                      <a:pt x="140" y="80"/>
                    </a:lnTo>
                    <a:lnTo>
                      <a:pt x="140" y="89"/>
                    </a:lnTo>
                    <a:lnTo>
                      <a:pt x="132" y="80"/>
                    </a:lnTo>
                    <a:lnTo>
                      <a:pt x="114" y="80"/>
                    </a:lnTo>
                    <a:lnTo>
                      <a:pt x="96" y="71"/>
                    </a:lnTo>
                    <a:lnTo>
                      <a:pt x="88" y="71"/>
                    </a:lnTo>
                    <a:lnTo>
                      <a:pt x="88" y="71"/>
                    </a:lnTo>
                    <a:lnTo>
                      <a:pt x="96" y="71"/>
                    </a:lnTo>
                    <a:lnTo>
                      <a:pt x="96" y="71"/>
                    </a:lnTo>
                    <a:lnTo>
                      <a:pt x="96" y="71"/>
                    </a:lnTo>
                    <a:lnTo>
                      <a:pt x="105" y="71"/>
                    </a:lnTo>
                    <a:lnTo>
                      <a:pt x="114" y="71"/>
                    </a:lnTo>
                    <a:lnTo>
                      <a:pt x="105" y="71"/>
                    </a:lnTo>
                    <a:lnTo>
                      <a:pt x="96" y="62"/>
                    </a:lnTo>
                    <a:lnTo>
                      <a:pt x="96" y="62"/>
                    </a:lnTo>
                    <a:lnTo>
                      <a:pt x="88" y="71"/>
                    </a:lnTo>
                    <a:lnTo>
                      <a:pt x="88" y="62"/>
                    </a:lnTo>
                    <a:lnTo>
                      <a:pt x="79" y="71"/>
                    </a:lnTo>
                    <a:lnTo>
                      <a:pt x="79" y="71"/>
                    </a:lnTo>
                    <a:lnTo>
                      <a:pt x="61" y="71"/>
                    </a:lnTo>
                    <a:lnTo>
                      <a:pt x="44" y="80"/>
                    </a:lnTo>
                    <a:lnTo>
                      <a:pt x="44" y="80"/>
                    </a:lnTo>
                    <a:lnTo>
                      <a:pt x="44" y="80"/>
                    </a:lnTo>
                    <a:lnTo>
                      <a:pt x="52" y="80"/>
                    </a:lnTo>
                    <a:lnTo>
                      <a:pt x="52" y="71"/>
                    </a:lnTo>
                    <a:lnTo>
                      <a:pt x="52" y="71"/>
                    </a:lnTo>
                    <a:lnTo>
                      <a:pt x="44" y="62"/>
                    </a:lnTo>
                    <a:lnTo>
                      <a:pt x="44" y="71"/>
                    </a:lnTo>
                    <a:lnTo>
                      <a:pt x="44" y="71"/>
                    </a:lnTo>
                    <a:lnTo>
                      <a:pt x="44" y="62"/>
                    </a:lnTo>
                    <a:lnTo>
                      <a:pt x="35" y="71"/>
                    </a:lnTo>
                    <a:lnTo>
                      <a:pt x="35" y="71"/>
                    </a:lnTo>
                    <a:lnTo>
                      <a:pt x="35" y="71"/>
                    </a:lnTo>
                    <a:lnTo>
                      <a:pt x="35" y="80"/>
                    </a:lnTo>
                    <a:lnTo>
                      <a:pt x="35" y="80"/>
                    </a:lnTo>
                    <a:lnTo>
                      <a:pt x="26" y="89"/>
                    </a:lnTo>
                    <a:lnTo>
                      <a:pt x="26" y="89"/>
                    </a:lnTo>
                    <a:lnTo>
                      <a:pt x="17" y="89"/>
                    </a:lnTo>
                    <a:lnTo>
                      <a:pt x="17" y="80"/>
                    </a:lnTo>
                    <a:lnTo>
                      <a:pt x="26" y="80"/>
                    </a:lnTo>
                    <a:lnTo>
                      <a:pt x="26" y="80"/>
                    </a:lnTo>
                    <a:lnTo>
                      <a:pt x="17" y="71"/>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79" name="Group 409"/>
              <p:cNvGrpSpPr/>
              <p:nvPr/>
            </p:nvGrpSpPr>
            <p:grpSpPr>
              <a:xfrm>
                <a:off x="4377089" y="2567084"/>
                <a:ext cx="376999" cy="214661"/>
                <a:chOff x="4714875" y="2476501"/>
                <a:chExt cx="446088" cy="254000"/>
              </a:xfrm>
              <a:grpFill/>
            </p:grpSpPr>
            <p:sp>
              <p:nvSpPr>
                <p:cNvPr id="290" name="Freeform 123"/>
                <p:cNvSpPr>
                  <a:spLocks/>
                </p:cNvSpPr>
                <p:nvPr/>
              </p:nvSpPr>
              <p:spPr bwMode="auto">
                <a:xfrm>
                  <a:off x="4714875" y="2505076"/>
                  <a:ext cx="446088" cy="225425"/>
                </a:xfrm>
                <a:custGeom>
                  <a:avLst/>
                  <a:gdLst/>
                  <a:ahLst/>
                  <a:cxnLst>
                    <a:cxn ang="0">
                      <a:pos x="220" y="0"/>
                    </a:cxn>
                    <a:cxn ang="0">
                      <a:pos x="246" y="97"/>
                    </a:cxn>
                    <a:cxn ang="0">
                      <a:pos x="273" y="89"/>
                    </a:cxn>
                    <a:cxn ang="0">
                      <a:pos x="273" y="106"/>
                    </a:cxn>
                    <a:cxn ang="0">
                      <a:pos x="273" y="124"/>
                    </a:cxn>
                    <a:cxn ang="0">
                      <a:pos x="246" y="133"/>
                    </a:cxn>
                    <a:cxn ang="0">
                      <a:pos x="246" y="133"/>
                    </a:cxn>
                    <a:cxn ang="0">
                      <a:pos x="237" y="124"/>
                    </a:cxn>
                    <a:cxn ang="0">
                      <a:pos x="237" y="115"/>
                    </a:cxn>
                    <a:cxn ang="0">
                      <a:pos x="229" y="115"/>
                    </a:cxn>
                    <a:cxn ang="0">
                      <a:pos x="229" y="115"/>
                    </a:cxn>
                    <a:cxn ang="0">
                      <a:pos x="220" y="115"/>
                    </a:cxn>
                    <a:cxn ang="0">
                      <a:pos x="211" y="106"/>
                    </a:cxn>
                    <a:cxn ang="0">
                      <a:pos x="202" y="97"/>
                    </a:cxn>
                    <a:cxn ang="0">
                      <a:pos x="220" y="89"/>
                    </a:cxn>
                    <a:cxn ang="0">
                      <a:pos x="211" y="80"/>
                    </a:cxn>
                    <a:cxn ang="0">
                      <a:pos x="202" y="89"/>
                    </a:cxn>
                    <a:cxn ang="0">
                      <a:pos x="202" y="71"/>
                    </a:cxn>
                    <a:cxn ang="0">
                      <a:pos x="211" y="71"/>
                    </a:cxn>
                    <a:cxn ang="0">
                      <a:pos x="202" y="62"/>
                    </a:cxn>
                    <a:cxn ang="0">
                      <a:pos x="193" y="62"/>
                    </a:cxn>
                    <a:cxn ang="0">
                      <a:pos x="202" y="53"/>
                    </a:cxn>
                    <a:cxn ang="0">
                      <a:pos x="202" y="53"/>
                    </a:cxn>
                    <a:cxn ang="0">
                      <a:pos x="202" y="27"/>
                    </a:cxn>
                    <a:cxn ang="0">
                      <a:pos x="211" y="27"/>
                    </a:cxn>
                    <a:cxn ang="0">
                      <a:pos x="211" y="18"/>
                    </a:cxn>
                    <a:cxn ang="0">
                      <a:pos x="202" y="18"/>
                    </a:cxn>
                    <a:cxn ang="0">
                      <a:pos x="202" y="27"/>
                    </a:cxn>
                    <a:cxn ang="0">
                      <a:pos x="193" y="27"/>
                    </a:cxn>
                    <a:cxn ang="0">
                      <a:pos x="185" y="36"/>
                    </a:cxn>
                    <a:cxn ang="0">
                      <a:pos x="185" y="44"/>
                    </a:cxn>
                    <a:cxn ang="0">
                      <a:pos x="185" y="44"/>
                    </a:cxn>
                    <a:cxn ang="0">
                      <a:pos x="185" y="62"/>
                    </a:cxn>
                    <a:cxn ang="0">
                      <a:pos x="185" y="62"/>
                    </a:cxn>
                    <a:cxn ang="0">
                      <a:pos x="185" y="71"/>
                    </a:cxn>
                    <a:cxn ang="0">
                      <a:pos x="193" y="89"/>
                    </a:cxn>
                    <a:cxn ang="0">
                      <a:pos x="202" y="115"/>
                    </a:cxn>
                    <a:cxn ang="0">
                      <a:pos x="185" y="106"/>
                    </a:cxn>
                    <a:cxn ang="0">
                      <a:pos x="185" y="97"/>
                    </a:cxn>
                    <a:cxn ang="0">
                      <a:pos x="193" y="115"/>
                    </a:cxn>
                    <a:cxn ang="0">
                      <a:pos x="211" y="133"/>
                    </a:cxn>
                    <a:cxn ang="0">
                      <a:pos x="202" y="133"/>
                    </a:cxn>
                    <a:cxn ang="0">
                      <a:pos x="185" y="124"/>
                    </a:cxn>
                    <a:cxn ang="0">
                      <a:pos x="176" y="115"/>
                    </a:cxn>
                    <a:cxn ang="0">
                      <a:pos x="167" y="124"/>
                    </a:cxn>
                    <a:cxn ang="0">
                      <a:pos x="158" y="115"/>
                    </a:cxn>
                    <a:cxn ang="0">
                      <a:pos x="149" y="115"/>
                    </a:cxn>
                    <a:cxn ang="0">
                      <a:pos x="149" y="106"/>
                    </a:cxn>
                    <a:cxn ang="0">
                      <a:pos x="158" y="89"/>
                    </a:cxn>
                    <a:cxn ang="0">
                      <a:pos x="158" y="80"/>
                    </a:cxn>
                    <a:cxn ang="0">
                      <a:pos x="149" y="80"/>
                    </a:cxn>
                    <a:cxn ang="0">
                      <a:pos x="132" y="71"/>
                    </a:cxn>
                    <a:cxn ang="0">
                      <a:pos x="123" y="53"/>
                    </a:cxn>
                    <a:cxn ang="0">
                      <a:pos x="105" y="53"/>
                    </a:cxn>
                    <a:cxn ang="0">
                      <a:pos x="97" y="44"/>
                    </a:cxn>
                    <a:cxn ang="0">
                      <a:pos x="88" y="36"/>
                    </a:cxn>
                    <a:cxn ang="0">
                      <a:pos x="70" y="36"/>
                    </a:cxn>
                    <a:cxn ang="0">
                      <a:pos x="61" y="44"/>
                    </a:cxn>
                    <a:cxn ang="0">
                      <a:pos x="44" y="44"/>
                    </a:cxn>
                    <a:cxn ang="0">
                      <a:pos x="44" y="44"/>
                    </a:cxn>
                    <a:cxn ang="0">
                      <a:pos x="26" y="62"/>
                    </a:cxn>
                    <a:cxn ang="0">
                      <a:pos x="18" y="71"/>
                    </a:cxn>
                    <a:cxn ang="0">
                      <a:pos x="0" y="44"/>
                    </a:cxn>
                  </a:cxnLst>
                  <a:rect l="0" t="0" r="r" b="b"/>
                  <a:pathLst>
                    <a:path w="281" h="142">
                      <a:moveTo>
                        <a:pt x="0" y="44"/>
                      </a:moveTo>
                      <a:lnTo>
                        <a:pt x="97" y="27"/>
                      </a:lnTo>
                      <a:lnTo>
                        <a:pt x="220" y="0"/>
                      </a:lnTo>
                      <a:lnTo>
                        <a:pt x="229" y="53"/>
                      </a:lnTo>
                      <a:lnTo>
                        <a:pt x="237" y="89"/>
                      </a:lnTo>
                      <a:lnTo>
                        <a:pt x="246" y="97"/>
                      </a:lnTo>
                      <a:lnTo>
                        <a:pt x="281" y="89"/>
                      </a:lnTo>
                      <a:lnTo>
                        <a:pt x="281" y="89"/>
                      </a:lnTo>
                      <a:lnTo>
                        <a:pt x="273" y="89"/>
                      </a:lnTo>
                      <a:lnTo>
                        <a:pt x="281" y="97"/>
                      </a:lnTo>
                      <a:lnTo>
                        <a:pt x="281" y="106"/>
                      </a:lnTo>
                      <a:lnTo>
                        <a:pt x="273" y="106"/>
                      </a:lnTo>
                      <a:lnTo>
                        <a:pt x="273" y="115"/>
                      </a:lnTo>
                      <a:lnTo>
                        <a:pt x="273" y="124"/>
                      </a:lnTo>
                      <a:lnTo>
                        <a:pt x="273" y="124"/>
                      </a:lnTo>
                      <a:lnTo>
                        <a:pt x="255" y="133"/>
                      </a:lnTo>
                      <a:lnTo>
                        <a:pt x="255" y="133"/>
                      </a:lnTo>
                      <a:lnTo>
                        <a:pt x="246" y="133"/>
                      </a:lnTo>
                      <a:lnTo>
                        <a:pt x="237" y="142"/>
                      </a:lnTo>
                      <a:lnTo>
                        <a:pt x="237" y="133"/>
                      </a:lnTo>
                      <a:lnTo>
                        <a:pt x="246" y="133"/>
                      </a:lnTo>
                      <a:lnTo>
                        <a:pt x="246" y="124"/>
                      </a:lnTo>
                      <a:lnTo>
                        <a:pt x="237" y="124"/>
                      </a:lnTo>
                      <a:lnTo>
                        <a:pt x="237" y="124"/>
                      </a:lnTo>
                      <a:lnTo>
                        <a:pt x="237" y="124"/>
                      </a:lnTo>
                      <a:lnTo>
                        <a:pt x="237" y="124"/>
                      </a:lnTo>
                      <a:lnTo>
                        <a:pt x="237" y="115"/>
                      </a:lnTo>
                      <a:lnTo>
                        <a:pt x="237" y="115"/>
                      </a:lnTo>
                      <a:lnTo>
                        <a:pt x="237" y="106"/>
                      </a:lnTo>
                      <a:lnTo>
                        <a:pt x="229" y="115"/>
                      </a:lnTo>
                      <a:lnTo>
                        <a:pt x="229" y="115"/>
                      </a:lnTo>
                      <a:lnTo>
                        <a:pt x="229" y="106"/>
                      </a:lnTo>
                      <a:lnTo>
                        <a:pt x="229" y="115"/>
                      </a:lnTo>
                      <a:lnTo>
                        <a:pt x="229" y="115"/>
                      </a:lnTo>
                      <a:lnTo>
                        <a:pt x="220" y="115"/>
                      </a:lnTo>
                      <a:lnTo>
                        <a:pt x="220" y="115"/>
                      </a:lnTo>
                      <a:lnTo>
                        <a:pt x="211" y="106"/>
                      </a:lnTo>
                      <a:lnTo>
                        <a:pt x="211" y="115"/>
                      </a:lnTo>
                      <a:lnTo>
                        <a:pt x="211" y="106"/>
                      </a:lnTo>
                      <a:lnTo>
                        <a:pt x="211" y="106"/>
                      </a:lnTo>
                      <a:lnTo>
                        <a:pt x="211" y="97"/>
                      </a:lnTo>
                      <a:lnTo>
                        <a:pt x="202" y="97"/>
                      </a:lnTo>
                      <a:lnTo>
                        <a:pt x="211" y="89"/>
                      </a:lnTo>
                      <a:lnTo>
                        <a:pt x="220" y="89"/>
                      </a:lnTo>
                      <a:lnTo>
                        <a:pt x="220" y="89"/>
                      </a:lnTo>
                      <a:lnTo>
                        <a:pt x="220" y="89"/>
                      </a:lnTo>
                      <a:lnTo>
                        <a:pt x="211" y="89"/>
                      </a:lnTo>
                      <a:lnTo>
                        <a:pt x="211" y="80"/>
                      </a:lnTo>
                      <a:lnTo>
                        <a:pt x="211" y="80"/>
                      </a:lnTo>
                      <a:lnTo>
                        <a:pt x="202" y="80"/>
                      </a:lnTo>
                      <a:lnTo>
                        <a:pt x="202" y="89"/>
                      </a:lnTo>
                      <a:lnTo>
                        <a:pt x="202" y="80"/>
                      </a:lnTo>
                      <a:lnTo>
                        <a:pt x="202" y="80"/>
                      </a:lnTo>
                      <a:lnTo>
                        <a:pt x="202" y="71"/>
                      </a:lnTo>
                      <a:lnTo>
                        <a:pt x="211" y="80"/>
                      </a:lnTo>
                      <a:lnTo>
                        <a:pt x="211" y="71"/>
                      </a:lnTo>
                      <a:lnTo>
                        <a:pt x="211" y="71"/>
                      </a:lnTo>
                      <a:lnTo>
                        <a:pt x="202" y="71"/>
                      </a:lnTo>
                      <a:lnTo>
                        <a:pt x="202" y="62"/>
                      </a:lnTo>
                      <a:lnTo>
                        <a:pt x="202" y="62"/>
                      </a:lnTo>
                      <a:lnTo>
                        <a:pt x="193" y="71"/>
                      </a:lnTo>
                      <a:lnTo>
                        <a:pt x="193" y="71"/>
                      </a:lnTo>
                      <a:lnTo>
                        <a:pt x="193" y="62"/>
                      </a:lnTo>
                      <a:lnTo>
                        <a:pt x="202" y="62"/>
                      </a:lnTo>
                      <a:lnTo>
                        <a:pt x="202" y="62"/>
                      </a:lnTo>
                      <a:lnTo>
                        <a:pt x="202" y="53"/>
                      </a:lnTo>
                      <a:lnTo>
                        <a:pt x="202" y="53"/>
                      </a:lnTo>
                      <a:lnTo>
                        <a:pt x="202" y="53"/>
                      </a:lnTo>
                      <a:lnTo>
                        <a:pt x="202" y="53"/>
                      </a:lnTo>
                      <a:lnTo>
                        <a:pt x="193" y="53"/>
                      </a:lnTo>
                      <a:lnTo>
                        <a:pt x="202" y="36"/>
                      </a:lnTo>
                      <a:lnTo>
                        <a:pt x="202" y="27"/>
                      </a:lnTo>
                      <a:lnTo>
                        <a:pt x="211" y="27"/>
                      </a:lnTo>
                      <a:lnTo>
                        <a:pt x="211" y="27"/>
                      </a:lnTo>
                      <a:lnTo>
                        <a:pt x="211" y="27"/>
                      </a:lnTo>
                      <a:lnTo>
                        <a:pt x="211" y="18"/>
                      </a:lnTo>
                      <a:lnTo>
                        <a:pt x="211" y="18"/>
                      </a:lnTo>
                      <a:lnTo>
                        <a:pt x="211" y="18"/>
                      </a:lnTo>
                      <a:lnTo>
                        <a:pt x="211" y="9"/>
                      </a:lnTo>
                      <a:lnTo>
                        <a:pt x="202" y="18"/>
                      </a:lnTo>
                      <a:lnTo>
                        <a:pt x="202" y="18"/>
                      </a:lnTo>
                      <a:lnTo>
                        <a:pt x="202" y="18"/>
                      </a:lnTo>
                      <a:lnTo>
                        <a:pt x="202" y="27"/>
                      </a:lnTo>
                      <a:lnTo>
                        <a:pt x="202" y="27"/>
                      </a:lnTo>
                      <a:lnTo>
                        <a:pt x="193" y="27"/>
                      </a:lnTo>
                      <a:lnTo>
                        <a:pt x="193" y="27"/>
                      </a:lnTo>
                      <a:lnTo>
                        <a:pt x="193" y="27"/>
                      </a:lnTo>
                      <a:lnTo>
                        <a:pt x="193" y="36"/>
                      </a:lnTo>
                      <a:lnTo>
                        <a:pt x="185" y="27"/>
                      </a:lnTo>
                      <a:lnTo>
                        <a:pt x="185" y="36"/>
                      </a:lnTo>
                      <a:lnTo>
                        <a:pt x="185" y="36"/>
                      </a:lnTo>
                      <a:lnTo>
                        <a:pt x="185" y="44"/>
                      </a:lnTo>
                      <a:lnTo>
                        <a:pt x="185" y="44"/>
                      </a:lnTo>
                      <a:lnTo>
                        <a:pt x="185" y="44"/>
                      </a:lnTo>
                      <a:lnTo>
                        <a:pt x="185" y="44"/>
                      </a:lnTo>
                      <a:lnTo>
                        <a:pt x="185" y="44"/>
                      </a:lnTo>
                      <a:lnTo>
                        <a:pt x="176" y="44"/>
                      </a:lnTo>
                      <a:lnTo>
                        <a:pt x="185" y="53"/>
                      </a:lnTo>
                      <a:lnTo>
                        <a:pt x="185" y="62"/>
                      </a:lnTo>
                      <a:lnTo>
                        <a:pt x="193" y="62"/>
                      </a:lnTo>
                      <a:lnTo>
                        <a:pt x="193" y="62"/>
                      </a:lnTo>
                      <a:lnTo>
                        <a:pt x="185" y="62"/>
                      </a:lnTo>
                      <a:lnTo>
                        <a:pt x="185" y="62"/>
                      </a:lnTo>
                      <a:lnTo>
                        <a:pt x="185" y="62"/>
                      </a:lnTo>
                      <a:lnTo>
                        <a:pt x="185" y="71"/>
                      </a:lnTo>
                      <a:lnTo>
                        <a:pt x="185" y="80"/>
                      </a:lnTo>
                      <a:lnTo>
                        <a:pt x="185" y="89"/>
                      </a:lnTo>
                      <a:lnTo>
                        <a:pt x="193" y="89"/>
                      </a:lnTo>
                      <a:lnTo>
                        <a:pt x="193" y="97"/>
                      </a:lnTo>
                      <a:lnTo>
                        <a:pt x="202" y="115"/>
                      </a:lnTo>
                      <a:lnTo>
                        <a:pt x="202" y="115"/>
                      </a:lnTo>
                      <a:lnTo>
                        <a:pt x="193" y="115"/>
                      </a:lnTo>
                      <a:lnTo>
                        <a:pt x="193" y="115"/>
                      </a:lnTo>
                      <a:lnTo>
                        <a:pt x="185" y="106"/>
                      </a:lnTo>
                      <a:lnTo>
                        <a:pt x="185" y="97"/>
                      </a:lnTo>
                      <a:lnTo>
                        <a:pt x="185" y="89"/>
                      </a:lnTo>
                      <a:lnTo>
                        <a:pt x="185" y="97"/>
                      </a:lnTo>
                      <a:lnTo>
                        <a:pt x="185" y="106"/>
                      </a:lnTo>
                      <a:lnTo>
                        <a:pt x="185" y="106"/>
                      </a:lnTo>
                      <a:lnTo>
                        <a:pt x="193" y="115"/>
                      </a:lnTo>
                      <a:lnTo>
                        <a:pt x="202" y="115"/>
                      </a:lnTo>
                      <a:lnTo>
                        <a:pt x="202" y="124"/>
                      </a:lnTo>
                      <a:lnTo>
                        <a:pt x="211" y="133"/>
                      </a:lnTo>
                      <a:lnTo>
                        <a:pt x="211" y="133"/>
                      </a:lnTo>
                      <a:lnTo>
                        <a:pt x="202" y="133"/>
                      </a:lnTo>
                      <a:lnTo>
                        <a:pt x="202" y="133"/>
                      </a:lnTo>
                      <a:lnTo>
                        <a:pt x="202" y="133"/>
                      </a:lnTo>
                      <a:lnTo>
                        <a:pt x="193" y="124"/>
                      </a:lnTo>
                      <a:lnTo>
                        <a:pt x="185" y="124"/>
                      </a:lnTo>
                      <a:lnTo>
                        <a:pt x="185" y="124"/>
                      </a:lnTo>
                      <a:lnTo>
                        <a:pt x="176" y="124"/>
                      </a:lnTo>
                      <a:lnTo>
                        <a:pt x="176" y="115"/>
                      </a:lnTo>
                      <a:lnTo>
                        <a:pt x="176" y="124"/>
                      </a:lnTo>
                      <a:lnTo>
                        <a:pt x="176" y="124"/>
                      </a:lnTo>
                      <a:lnTo>
                        <a:pt x="167" y="124"/>
                      </a:lnTo>
                      <a:lnTo>
                        <a:pt x="167" y="115"/>
                      </a:lnTo>
                      <a:lnTo>
                        <a:pt x="167" y="115"/>
                      </a:lnTo>
                      <a:lnTo>
                        <a:pt x="158" y="115"/>
                      </a:lnTo>
                      <a:lnTo>
                        <a:pt x="158" y="115"/>
                      </a:lnTo>
                      <a:lnTo>
                        <a:pt x="158" y="124"/>
                      </a:lnTo>
                      <a:lnTo>
                        <a:pt x="149" y="115"/>
                      </a:lnTo>
                      <a:lnTo>
                        <a:pt x="149" y="115"/>
                      </a:lnTo>
                      <a:lnTo>
                        <a:pt x="149" y="106"/>
                      </a:lnTo>
                      <a:lnTo>
                        <a:pt x="149" y="106"/>
                      </a:lnTo>
                      <a:lnTo>
                        <a:pt x="158" y="106"/>
                      </a:lnTo>
                      <a:lnTo>
                        <a:pt x="158" y="97"/>
                      </a:lnTo>
                      <a:lnTo>
                        <a:pt x="158" y="89"/>
                      </a:lnTo>
                      <a:lnTo>
                        <a:pt x="158" y="89"/>
                      </a:lnTo>
                      <a:lnTo>
                        <a:pt x="158" y="80"/>
                      </a:lnTo>
                      <a:lnTo>
                        <a:pt x="158" y="80"/>
                      </a:lnTo>
                      <a:lnTo>
                        <a:pt x="158" y="71"/>
                      </a:lnTo>
                      <a:lnTo>
                        <a:pt x="149" y="80"/>
                      </a:lnTo>
                      <a:lnTo>
                        <a:pt x="149" y="80"/>
                      </a:lnTo>
                      <a:lnTo>
                        <a:pt x="141" y="71"/>
                      </a:lnTo>
                      <a:lnTo>
                        <a:pt x="132" y="71"/>
                      </a:lnTo>
                      <a:lnTo>
                        <a:pt x="132" y="71"/>
                      </a:lnTo>
                      <a:lnTo>
                        <a:pt x="123" y="71"/>
                      </a:lnTo>
                      <a:lnTo>
                        <a:pt x="123" y="62"/>
                      </a:lnTo>
                      <a:lnTo>
                        <a:pt x="123" y="53"/>
                      </a:lnTo>
                      <a:lnTo>
                        <a:pt x="114" y="53"/>
                      </a:lnTo>
                      <a:lnTo>
                        <a:pt x="105" y="53"/>
                      </a:lnTo>
                      <a:lnTo>
                        <a:pt x="105" y="53"/>
                      </a:lnTo>
                      <a:lnTo>
                        <a:pt x="105" y="44"/>
                      </a:lnTo>
                      <a:lnTo>
                        <a:pt x="105" y="44"/>
                      </a:lnTo>
                      <a:lnTo>
                        <a:pt x="97" y="44"/>
                      </a:lnTo>
                      <a:lnTo>
                        <a:pt x="97" y="36"/>
                      </a:lnTo>
                      <a:lnTo>
                        <a:pt x="97" y="36"/>
                      </a:lnTo>
                      <a:lnTo>
                        <a:pt x="88" y="36"/>
                      </a:lnTo>
                      <a:lnTo>
                        <a:pt x="79" y="36"/>
                      </a:lnTo>
                      <a:lnTo>
                        <a:pt x="79" y="27"/>
                      </a:lnTo>
                      <a:lnTo>
                        <a:pt x="70" y="36"/>
                      </a:lnTo>
                      <a:lnTo>
                        <a:pt x="70" y="36"/>
                      </a:lnTo>
                      <a:lnTo>
                        <a:pt x="61" y="36"/>
                      </a:lnTo>
                      <a:lnTo>
                        <a:pt x="61" y="44"/>
                      </a:lnTo>
                      <a:lnTo>
                        <a:pt x="61" y="44"/>
                      </a:lnTo>
                      <a:lnTo>
                        <a:pt x="53" y="44"/>
                      </a:lnTo>
                      <a:lnTo>
                        <a:pt x="44" y="44"/>
                      </a:lnTo>
                      <a:lnTo>
                        <a:pt x="44" y="44"/>
                      </a:lnTo>
                      <a:lnTo>
                        <a:pt x="44" y="44"/>
                      </a:lnTo>
                      <a:lnTo>
                        <a:pt x="44" y="44"/>
                      </a:lnTo>
                      <a:lnTo>
                        <a:pt x="35" y="62"/>
                      </a:lnTo>
                      <a:lnTo>
                        <a:pt x="26" y="53"/>
                      </a:lnTo>
                      <a:lnTo>
                        <a:pt x="26" y="62"/>
                      </a:lnTo>
                      <a:lnTo>
                        <a:pt x="26" y="62"/>
                      </a:lnTo>
                      <a:lnTo>
                        <a:pt x="18" y="71"/>
                      </a:lnTo>
                      <a:lnTo>
                        <a:pt x="18" y="71"/>
                      </a:lnTo>
                      <a:lnTo>
                        <a:pt x="9" y="80"/>
                      </a:lnTo>
                      <a:lnTo>
                        <a:pt x="9" y="89"/>
                      </a:lnTo>
                      <a:lnTo>
                        <a:pt x="0" y="44"/>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149"/>
                <p:cNvSpPr>
                  <a:spLocks/>
                </p:cNvSpPr>
                <p:nvPr/>
              </p:nvSpPr>
              <p:spPr bwMode="auto">
                <a:xfrm>
                  <a:off x="5064125" y="2476501"/>
                  <a:ext cx="96838" cy="182563"/>
                </a:xfrm>
                <a:custGeom>
                  <a:avLst/>
                  <a:gdLst/>
                  <a:ahLst/>
                  <a:cxnLst>
                    <a:cxn ang="0">
                      <a:pos x="0" y="18"/>
                    </a:cxn>
                    <a:cxn ang="0">
                      <a:pos x="0" y="9"/>
                    </a:cxn>
                    <a:cxn ang="0">
                      <a:pos x="0" y="9"/>
                    </a:cxn>
                    <a:cxn ang="0">
                      <a:pos x="9" y="0"/>
                    </a:cxn>
                    <a:cxn ang="0">
                      <a:pos x="9" y="0"/>
                    </a:cxn>
                    <a:cxn ang="0">
                      <a:pos x="17" y="0"/>
                    </a:cxn>
                    <a:cxn ang="0">
                      <a:pos x="17" y="9"/>
                    </a:cxn>
                    <a:cxn ang="0">
                      <a:pos x="17" y="9"/>
                    </a:cxn>
                    <a:cxn ang="0">
                      <a:pos x="9" y="9"/>
                    </a:cxn>
                    <a:cxn ang="0">
                      <a:pos x="9" y="18"/>
                    </a:cxn>
                    <a:cxn ang="0">
                      <a:pos x="9" y="18"/>
                    </a:cxn>
                    <a:cxn ang="0">
                      <a:pos x="9" y="27"/>
                    </a:cxn>
                    <a:cxn ang="0">
                      <a:pos x="9" y="27"/>
                    </a:cxn>
                    <a:cxn ang="0">
                      <a:pos x="17" y="36"/>
                    </a:cxn>
                    <a:cxn ang="0">
                      <a:pos x="17" y="45"/>
                    </a:cxn>
                    <a:cxn ang="0">
                      <a:pos x="26" y="45"/>
                    </a:cxn>
                    <a:cxn ang="0">
                      <a:pos x="26" y="54"/>
                    </a:cxn>
                    <a:cxn ang="0">
                      <a:pos x="26" y="54"/>
                    </a:cxn>
                    <a:cxn ang="0">
                      <a:pos x="35" y="62"/>
                    </a:cxn>
                    <a:cxn ang="0">
                      <a:pos x="35" y="71"/>
                    </a:cxn>
                    <a:cxn ang="0">
                      <a:pos x="35" y="71"/>
                    </a:cxn>
                    <a:cxn ang="0">
                      <a:pos x="44" y="80"/>
                    </a:cxn>
                    <a:cxn ang="0">
                      <a:pos x="53" y="80"/>
                    </a:cxn>
                    <a:cxn ang="0">
                      <a:pos x="53" y="80"/>
                    </a:cxn>
                    <a:cxn ang="0">
                      <a:pos x="53" y="89"/>
                    </a:cxn>
                    <a:cxn ang="0">
                      <a:pos x="53" y="89"/>
                    </a:cxn>
                    <a:cxn ang="0">
                      <a:pos x="53" y="89"/>
                    </a:cxn>
                    <a:cxn ang="0">
                      <a:pos x="53" y="98"/>
                    </a:cxn>
                    <a:cxn ang="0">
                      <a:pos x="53" y="98"/>
                    </a:cxn>
                    <a:cxn ang="0">
                      <a:pos x="61" y="98"/>
                    </a:cxn>
                    <a:cxn ang="0">
                      <a:pos x="61" y="107"/>
                    </a:cxn>
                    <a:cxn ang="0">
                      <a:pos x="61" y="107"/>
                    </a:cxn>
                    <a:cxn ang="0">
                      <a:pos x="61" y="107"/>
                    </a:cxn>
                    <a:cxn ang="0">
                      <a:pos x="26" y="115"/>
                    </a:cxn>
                    <a:cxn ang="0">
                      <a:pos x="17" y="107"/>
                    </a:cxn>
                    <a:cxn ang="0">
                      <a:pos x="9" y="71"/>
                    </a:cxn>
                    <a:cxn ang="0">
                      <a:pos x="0" y="18"/>
                    </a:cxn>
                  </a:cxnLst>
                  <a:rect l="0" t="0" r="r" b="b"/>
                  <a:pathLst>
                    <a:path w="61" h="115">
                      <a:moveTo>
                        <a:pt x="0" y="18"/>
                      </a:moveTo>
                      <a:lnTo>
                        <a:pt x="0" y="9"/>
                      </a:lnTo>
                      <a:lnTo>
                        <a:pt x="0" y="9"/>
                      </a:lnTo>
                      <a:lnTo>
                        <a:pt x="9" y="0"/>
                      </a:lnTo>
                      <a:lnTo>
                        <a:pt x="9" y="0"/>
                      </a:lnTo>
                      <a:lnTo>
                        <a:pt x="17" y="0"/>
                      </a:lnTo>
                      <a:lnTo>
                        <a:pt x="17" y="9"/>
                      </a:lnTo>
                      <a:lnTo>
                        <a:pt x="17" y="9"/>
                      </a:lnTo>
                      <a:lnTo>
                        <a:pt x="9" y="9"/>
                      </a:lnTo>
                      <a:lnTo>
                        <a:pt x="9" y="18"/>
                      </a:lnTo>
                      <a:lnTo>
                        <a:pt x="9" y="18"/>
                      </a:lnTo>
                      <a:lnTo>
                        <a:pt x="9" y="27"/>
                      </a:lnTo>
                      <a:lnTo>
                        <a:pt x="9" y="27"/>
                      </a:lnTo>
                      <a:lnTo>
                        <a:pt x="17" y="36"/>
                      </a:lnTo>
                      <a:lnTo>
                        <a:pt x="17" y="45"/>
                      </a:lnTo>
                      <a:lnTo>
                        <a:pt x="26" y="45"/>
                      </a:lnTo>
                      <a:lnTo>
                        <a:pt x="26" y="54"/>
                      </a:lnTo>
                      <a:lnTo>
                        <a:pt x="26" y="54"/>
                      </a:lnTo>
                      <a:lnTo>
                        <a:pt x="35" y="62"/>
                      </a:lnTo>
                      <a:lnTo>
                        <a:pt x="35" y="71"/>
                      </a:lnTo>
                      <a:lnTo>
                        <a:pt x="35" y="71"/>
                      </a:lnTo>
                      <a:lnTo>
                        <a:pt x="44" y="80"/>
                      </a:lnTo>
                      <a:lnTo>
                        <a:pt x="53" y="80"/>
                      </a:lnTo>
                      <a:lnTo>
                        <a:pt x="53" y="80"/>
                      </a:lnTo>
                      <a:lnTo>
                        <a:pt x="53" y="89"/>
                      </a:lnTo>
                      <a:lnTo>
                        <a:pt x="53" y="89"/>
                      </a:lnTo>
                      <a:lnTo>
                        <a:pt x="53" y="89"/>
                      </a:lnTo>
                      <a:lnTo>
                        <a:pt x="53" y="98"/>
                      </a:lnTo>
                      <a:lnTo>
                        <a:pt x="53" y="98"/>
                      </a:lnTo>
                      <a:lnTo>
                        <a:pt x="61" y="98"/>
                      </a:lnTo>
                      <a:lnTo>
                        <a:pt x="61" y="107"/>
                      </a:lnTo>
                      <a:lnTo>
                        <a:pt x="61" y="107"/>
                      </a:lnTo>
                      <a:lnTo>
                        <a:pt x="61" y="107"/>
                      </a:lnTo>
                      <a:lnTo>
                        <a:pt x="26" y="115"/>
                      </a:lnTo>
                      <a:lnTo>
                        <a:pt x="17" y="107"/>
                      </a:lnTo>
                      <a:lnTo>
                        <a:pt x="9" y="71"/>
                      </a:lnTo>
                      <a:lnTo>
                        <a:pt x="0" y="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81" name="Freeform 151"/>
              <p:cNvSpPr>
                <a:spLocks/>
              </p:cNvSpPr>
              <p:nvPr/>
            </p:nvSpPr>
            <p:spPr bwMode="auto">
              <a:xfrm>
                <a:off x="4790312" y="2270584"/>
                <a:ext cx="140872" cy="143555"/>
              </a:xfrm>
              <a:custGeom>
                <a:avLst/>
                <a:gdLst/>
                <a:ahLst/>
                <a:cxnLst>
                  <a:cxn ang="0">
                    <a:pos x="0" y="27"/>
                  </a:cxn>
                  <a:cxn ang="0">
                    <a:pos x="35" y="18"/>
                  </a:cxn>
                  <a:cxn ang="0">
                    <a:pos x="35" y="18"/>
                  </a:cxn>
                  <a:cxn ang="0">
                    <a:pos x="44" y="18"/>
                  </a:cxn>
                  <a:cxn ang="0">
                    <a:pos x="53" y="18"/>
                  </a:cxn>
                  <a:cxn ang="0">
                    <a:pos x="53" y="9"/>
                  </a:cxn>
                  <a:cxn ang="0">
                    <a:pos x="79" y="9"/>
                  </a:cxn>
                  <a:cxn ang="0">
                    <a:pos x="88" y="0"/>
                  </a:cxn>
                  <a:cxn ang="0">
                    <a:pos x="97" y="0"/>
                  </a:cxn>
                  <a:cxn ang="0">
                    <a:pos x="105" y="45"/>
                  </a:cxn>
                  <a:cxn ang="0">
                    <a:pos x="105" y="53"/>
                  </a:cxn>
                  <a:cxn ang="0">
                    <a:pos x="105" y="53"/>
                  </a:cxn>
                  <a:cxn ang="0">
                    <a:pos x="105" y="53"/>
                  </a:cxn>
                  <a:cxn ang="0">
                    <a:pos x="105" y="62"/>
                  </a:cxn>
                  <a:cxn ang="0">
                    <a:pos x="105" y="53"/>
                  </a:cxn>
                  <a:cxn ang="0">
                    <a:pos x="88" y="62"/>
                  </a:cxn>
                  <a:cxn ang="0">
                    <a:pos x="79" y="71"/>
                  </a:cxn>
                  <a:cxn ang="0">
                    <a:pos x="79" y="62"/>
                  </a:cxn>
                  <a:cxn ang="0">
                    <a:pos x="79" y="62"/>
                  </a:cxn>
                  <a:cxn ang="0">
                    <a:pos x="70" y="62"/>
                  </a:cxn>
                  <a:cxn ang="0">
                    <a:pos x="79" y="71"/>
                  </a:cxn>
                  <a:cxn ang="0">
                    <a:pos x="79" y="71"/>
                  </a:cxn>
                  <a:cxn ang="0">
                    <a:pos x="61" y="71"/>
                  </a:cxn>
                  <a:cxn ang="0">
                    <a:pos x="61" y="80"/>
                  </a:cxn>
                  <a:cxn ang="0">
                    <a:pos x="53" y="80"/>
                  </a:cxn>
                  <a:cxn ang="0">
                    <a:pos x="44" y="80"/>
                  </a:cxn>
                  <a:cxn ang="0">
                    <a:pos x="44" y="80"/>
                  </a:cxn>
                  <a:cxn ang="0">
                    <a:pos x="35" y="89"/>
                  </a:cxn>
                  <a:cxn ang="0">
                    <a:pos x="35" y="89"/>
                  </a:cxn>
                  <a:cxn ang="0">
                    <a:pos x="26" y="98"/>
                  </a:cxn>
                  <a:cxn ang="0">
                    <a:pos x="26" y="98"/>
                  </a:cxn>
                  <a:cxn ang="0">
                    <a:pos x="17" y="107"/>
                  </a:cxn>
                  <a:cxn ang="0">
                    <a:pos x="9" y="107"/>
                  </a:cxn>
                  <a:cxn ang="0">
                    <a:pos x="0" y="107"/>
                  </a:cxn>
                  <a:cxn ang="0">
                    <a:pos x="0" y="98"/>
                  </a:cxn>
                  <a:cxn ang="0">
                    <a:pos x="9" y="89"/>
                  </a:cxn>
                  <a:cxn ang="0">
                    <a:pos x="9" y="89"/>
                  </a:cxn>
                  <a:cxn ang="0">
                    <a:pos x="9" y="80"/>
                  </a:cxn>
                  <a:cxn ang="0">
                    <a:pos x="0" y="27"/>
                  </a:cxn>
                </a:cxnLst>
                <a:rect l="0" t="0" r="r" b="b"/>
                <a:pathLst>
                  <a:path w="105" h="107">
                    <a:moveTo>
                      <a:pt x="0" y="27"/>
                    </a:moveTo>
                    <a:lnTo>
                      <a:pt x="35" y="18"/>
                    </a:lnTo>
                    <a:lnTo>
                      <a:pt x="35" y="18"/>
                    </a:lnTo>
                    <a:lnTo>
                      <a:pt x="44" y="18"/>
                    </a:lnTo>
                    <a:lnTo>
                      <a:pt x="53" y="18"/>
                    </a:lnTo>
                    <a:lnTo>
                      <a:pt x="53" y="9"/>
                    </a:lnTo>
                    <a:lnTo>
                      <a:pt x="79" y="9"/>
                    </a:lnTo>
                    <a:lnTo>
                      <a:pt x="88" y="0"/>
                    </a:lnTo>
                    <a:lnTo>
                      <a:pt x="97" y="0"/>
                    </a:lnTo>
                    <a:lnTo>
                      <a:pt x="105" y="45"/>
                    </a:lnTo>
                    <a:lnTo>
                      <a:pt x="105" y="53"/>
                    </a:lnTo>
                    <a:lnTo>
                      <a:pt x="105" y="53"/>
                    </a:lnTo>
                    <a:lnTo>
                      <a:pt x="105" y="53"/>
                    </a:lnTo>
                    <a:lnTo>
                      <a:pt x="105" y="62"/>
                    </a:lnTo>
                    <a:lnTo>
                      <a:pt x="105" y="53"/>
                    </a:lnTo>
                    <a:lnTo>
                      <a:pt x="88" y="62"/>
                    </a:lnTo>
                    <a:lnTo>
                      <a:pt x="79" y="71"/>
                    </a:lnTo>
                    <a:lnTo>
                      <a:pt x="79" y="62"/>
                    </a:lnTo>
                    <a:lnTo>
                      <a:pt x="79" y="62"/>
                    </a:lnTo>
                    <a:lnTo>
                      <a:pt x="70" y="62"/>
                    </a:lnTo>
                    <a:lnTo>
                      <a:pt x="79" y="71"/>
                    </a:lnTo>
                    <a:lnTo>
                      <a:pt x="79" y="71"/>
                    </a:lnTo>
                    <a:lnTo>
                      <a:pt x="61" y="71"/>
                    </a:lnTo>
                    <a:lnTo>
                      <a:pt x="61" y="80"/>
                    </a:lnTo>
                    <a:lnTo>
                      <a:pt x="53" y="80"/>
                    </a:lnTo>
                    <a:lnTo>
                      <a:pt x="44" y="80"/>
                    </a:lnTo>
                    <a:lnTo>
                      <a:pt x="44" y="80"/>
                    </a:lnTo>
                    <a:lnTo>
                      <a:pt x="35" y="89"/>
                    </a:lnTo>
                    <a:lnTo>
                      <a:pt x="35" y="89"/>
                    </a:lnTo>
                    <a:lnTo>
                      <a:pt x="26" y="98"/>
                    </a:lnTo>
                    <a:lnTo>
                      <a:pt x="26" y="98"/>
                    </a:lnTo>
                    <a:lnTo>
                      <a:pt x="17" y="107"/>
                    </a:lnTo>
                    <a:lnTo>
                      <a:pt x="9" y="107"/>
                    </a:lnTo>
                    <a:lnTo>
                      <a:pt x="0" y="107"/>
                    </a:lnTo>
                    <a:lnTo>
                      <a:pt x="0" y="98"/>
                    </a:lnTo>
                    <a:lnTo>
                      <a:pt x="9" y="89"/>
                    </a:lnTo>
                    <a:lnTo>
                      <a:pt x="9" y="89"/>
                    </a:lnTo>
                    <a:lnTo>
                      <a:pt x="9" y="80"/>
                    </a:lnTo>
                    <a:lnTo>
                      <a:pt x="0" y="2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157"/>
              <p:cNvSpPr>
                <a:spLocks/>
              </p:cNvSpPr>
              <p:nvPr/>
            </p:nvSpPr>
            <p:spPr bwMode="auto">
              <a:xfrm>
                <a:off x="1402692" y="2946766"/>
                <a:ext cx="566169" cy="665449"/>
              </a:xfrm>
              <a:custGeom>
                <a:avLst/>
                <a:gdLst/>
                <a:ahLst/>
                <a:cxnLst>
                  <a:cxn ang="0">
                    <a:pos x="9" y="328"/>
                  </a:cxn>
                  <a:cxn ang="0">
                    <a:pos x="17" y="328"/>
                  </a:cxn>
                  <a:cxn ang="0">
                    <a:pos x="26" y="319"/>
                  </a:cxn>
                  <a:cxn ang="0">
                    <a:pos x="26" y="310"/>
                  </a:cxn>
                  <a:cxn ang="0">
                    <a:pos x="26" y="301"/>
                  </a:cxn>
                  <a:cxn ang="0">
                    <a:pos x="17" y="292"/>
                  </a:cxn>
                  <a:cxn ang="0">
                    <a:pos x="17" y="283"/>
                  </a:cxn>
                  <a:cxn ang="0">
                    <a:pos x="17" y="275"/>
                  </a:cxn>
                  <a:cxn ang="0">
                    <a:pos x="35" y="257"/>
                  </a:cxn>
                  <a:cxn ang="0">
                    <a:pos x="35" y="248"/>
                  </a:cxn>
                  <a:cxn ang="0">
                    <a:pos x="44" y="230"/>
                  </a:cxn>
                  <a:cxn ang="0">
                    <a:pos x="53" y="221"/>
                  </a:cxn>
                  <a:cxn ang="0">
                    <a:pos x="70" y="204"/>
                  </a:cxn>
                  <a:cxn ang="0">
                    <a:pos x="53" y="195"/>
                  </a:cxn>
                  <a:cxn ang="0">
                    <a:pos x="53" y="177"/>
                  </a:cxn>
                  <a:cxn ang="0">
                    <a:pos x="53" y="168"/>
                  </a:cxn>
                  <a:cxn ang="0">
                    <a:pos x="44" y="151"/>
                  </a:cxn>
                  <a:cxn ang="0">
                    <a:pos x="53" y="133"/>
                  </a:cxn>
                  <a:cxn ang="0">
                    <a:pos x="53" y="124"/>
                  </a:cxn>
                  <a:cxn ang="0">
                    <a:pos x="53" y="107"/>
                  </a:cxn>
                  <a:cxn ang="0">
                    <a:pos x="53" y="89"/>
                  </a:cxn>
                  <a:cxn ang="0">
                    <a:pos x="61" y="80"/>
                  </a:cxn>
                  <a:cxn ang="0">
                    <a:pos x="61" y="62"/>
                  </a:cxn>
                  <a:cxn ang="0">
                    <a:pos x="70" y="53"/>
                  </a:cxn>
                  <a:cxn ang="0">
                    <a:pos x="79" y="62"/>
                  </a:cxn>
                  <a:cxn ang="0">
                    <a:pos x="88" y="71"/>
                  </a:cxn>
                  <a:cxn ang="0">
                    <a:pos x="96" y="62"/>
                  </a:cxn>
                  <a:cxn ang="0">
                    <a:pos x="114" y="0"/>
                  </a:cxn>
                  <a:cxn ang="0">
                    <a:pos x="255" y="18"/>
                  </a:cxn>
                  <a:cxn ang="0">
                    <a:pos x="422" y="45"/>
                  </a:cxn>
                  <a:cxn ang="0">
                    <a:pos x="360" y="496"/>
                  </a:cxn>
                  <a:cxn ang="0">
                    <a:pos x="228" y="478"/>
                  </a:cxn>
                  <a:cxn ang="0">
                    <a:pos x="17" y="354"/>
                  </a:cxn>
                  <a:cxn ang="0">
                    <a:pos x="0" y="336"/>
                  </a:cxn>
                </a:cxnLst>
                <a:rect l="0" t="0" r="r" b="b"/>
                <a:pathLst>
                  <a:path w="422" h="496">
                    <a:moveTo>
                      <a:pt x="9" y="328"/>
                    </a:moveTo>
                    <a:lnTo>
                      <a:pt x="9" y="328"/>
                    </a:lnTo>
                    <a:lnTo>
                      <a:pt x="17" y="328"/>
                    </a:lnTo>
                    <a:lnTo>
                      <a:pt x="17" y="328"/>
                    </a:lnTo>
                    <a:lnTo>
                      <a:pt x="17" y="328"/>
                    </a:lnTo>
                    <a:lnTo>
                      <a:pt x="26" y="319"/>
                    </a:lnTo>
                    <a:lnTo>
                      <a:pt x="26" y="319"/>
                    </a:lnTo>
                    <a:lnTo>
                      <a:pt x="26" y="310"/>
                    </a:lnTo>
                    <a:lnTo>
                      <a:pt x="26" y="301"/>
                    </a:lnTo>
                    <a:lnTo>
                      <a:pt x="26" y="301"/>
                    </a:lnTo>
                    <a:lnTo>
                      <a:pt x="17" y="301"/>
                    </a:lnTo>
                    <a:lnTo>
                      <a:pt x="17" y="292"/>
                    </a:lnTo>
                    <a:lnTo>
                      <a:pt x="17" y="292"/>
                    </a:lnTo>
                    <a:lnTo>
                      <a:pt x="17" y="283"/>
                    </a:lnTo>
                    <a:lnTo>
                      <a:pt x="17" y="283"/>
                    </a:lnTo>
                    <a:lnTo>
                      <a:pt x="17" y="275"/>
                    </a:lnTo>
                    <a:lnTo>
                      <a:pt x="26" y="275"/>
                    </a:lnTo>
                    <a:lnTo>
                      <a:pt x="35" y="257"/>
                    </a:lnTo>
                    <a:lnTo>
                      <a:pt x="35" y="257"/>
                    </a:lnTo>
                    <a:lnTo>
                      <a:pt x="35" y="248"/>
                    </a:lnTo>
                    <a:lnTo>
                      <a:pt x="35" y="239"/>
                    </a:lnTo>
                    <a:lnTo>
                      <a:pt x="44" y="230"/>
                    </a:lnTo>
                    <a:lnTo>
                      <a:pt x="44" y="230"/>
                    </a:lnTo>
                    <a:lnTo>
                      <a:pt x="53" y="221"/>
                    </a:lnTo>
                    <a:lnTo>
                      <a:pt x="61" y="213"/>
                    </a:lnTo>
                    <a:lnTo>
                      <a:pt x="70" y="204"/>
                    </a:lnTo>
                    <a:lnTo>
                      <a:pt x="70" y="204"/>
                    </a:lnTo>
                    <a:lnTo>
                      <a:pt x="53" y="195"/>
                    </a:lnTo>
                    <a:lnTo>
                      <a:pt x="61" y="186"/>
                    </a:lnTo>
                    <a:lnTo>
                      <a:pt x="53" y="177"/>
                    </a:lnTo>
                    <a:lnTo>
                      <a:pt x="53" y="177"/>
                    </a:lnTo>
                    <a:lnTo>
                      <a:pt x="53" y="168"/>
                    </a:lnTo>
                    <a:lnTo>
                      <a:pt x="44" y="160"/>
                    </a:lnTo>
                    <a:lnTo>
                      <a:pt x="44" y="151"/>
                    </a:lnTo>
                    <a:lnTo>
                      <a:pt x="44" y="151"/>
                    </a:lnTo>
                    <a:lnTo>
                      <a:pt x="53" y="133"/>
                    </a:lnTo>
                    <a:lnTo>
                      <a:pt x="53" y="133"/>
                    </a:lnTo>
                    <a:lnTo>
                      <a:pt x="53" y="124"/>
                    </a:lnTo>
                    <a:lnTo>
                      <a:pt x="53" y="115"/>
                    </a:lnTo>
                    <a:lnTo>
                      <a:pt x="53" y="107"/>
                    </a:lnTo>
                    <a:lnTo>
                      <a:pt x="53" y="98"/>
                    </a:lnTo>
                    <a:lnTo>
                      <a:pt x="53" y="89"/>
                    </a:lnTo>
                    <a:lnTo>
                      <a:pt x="53" y="80"/>
                    </a:lnTo>
                    <a:lnTo>
                      <a:pt x="61" y="80"/>
                    </a:lnTo>
                    <a:lnTo>
                      <a:pt x="53" y="71"/>
                    </a:lnTo>
                    <a:lnTo>
                      <a:pt x="61" y="62"/>
                    </a:lnTo>
                    <a:lnTo>
                      <a:pt x="61" y="62"/>
                    </a:lnTo>
                    <a:lnTo>
                      <a:pt x="70" y="53"/>
                    </a:lnTo>
                    <a:lnTo>
                      <a:pt x="70" y="62"/>
                    </a:lnTo>
                    <a:lnTo>
                      <a:pt x="79" y="62"/>
                    </a:lnTo>
                    <a:lnTo>
                      <a:pt x="79" y="62"/>
                    </a:lnTo>
                    <a:lnTo>
                      <a:pt x="88" y="71"/>
                    </a:lnTo>
                    <a:lnTo>
                      <a:pt x="88" y="71"/>
                    </a:lnTo>
                    <a:lnTo>
                      <a:pt x="96" y="62"/>
                    </a:lnTo>
                    <a:lnTo>
                      <a:pt x="105" y="62"/>
                    </a:lnTo>
                    <a:lnTo>
                      <a:pt x="114" y="0"/>
                    </a:lnTo>
                    <a:lnTo>
                      <a:pt x="167" y="9"/>
                    </a:lnTo>
                    <a:lnTo>
                      <a:pt x="255" y="18"/>
                    </a:lnTo>
                    <a:lnTo>
                      <a:pt x="334" y="36"/>
                    </a:lnTo>
                    <a:lnTo>
                      <a:pt x="422" y="45"/>
                    </a:lnTo>
                    <a:lnTo>
                      <a:pt x="360" y="487"/>
                    </a:lnTo>
                    <a:lnTo>
                      <a:pt x="360" y="496"/>
                    </a:lnTo>
                    <a:lnTo>
                      <a:pt x="334" y="487"/>
                    </a:lnTo>
                    <a:lnTo>
                      <a:pt x="228" y="478"/>
                    </a:lnTo>
                    <a:lnTo>
                      <a:pt x="149" y="425"/>
                    </a:lnTo>
                    <a:lnTo>
                      <a:pt x="17" y="354"/>
                    </a:lnTo>
                    <a:lnTo>
                      <a:pt x="0" y="336"/>
                    </a:lnTo>
                    <a:lnTo>
                      <a:pt x="0" y="336"/>
                    </a:lnTo>
                    <a:lnTo>
                      <a:pt x="9" y="32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158"/>
              <p:cNvSpPr>
                <a:spLocks/>
              </p:cNvSpPr>
              <p:nvPr/>
            </p:nvSpPr>
            <p:spPr bwMode="auto">
              <a:xfrm>
                <a:off x="1402692" y="2946766"/>
                <a:ext cx="566169" cy="665449"/>
              </a:xfrm>
              <a:custGeom>
                <a:avLst/>
                <a:gdLst/>
                <a:ahLst/>
                <a:cxnLst>
                  <a:cxn ang="0">
                    <a:pos x="9" y="328"/>
                  </a:cxn>
                  <a:cxn ang="0">
                    <a:pos x="17" y="328"/>
                  </a:cxn>
                  <a:cxn ang="0">
                    <a:pos x="26" y="319"/>
                  </a:cxn>
                  <a:cxn ang="0">
                    <a:pos x="26" y="310"/>
                  </a:cxn>
                  <a:cxn ang="0">
                    <a:pos x="26" y="301"/>
                  </a:cxn>
                  <a:cxn ang="0">
                    <a:pos x="17" y="292"/>
                  </a:cxn>
                  <a:cxn ang="0">
                    <a:pos x="17" y="283"/>
                  </a:cxn>
                  <a:cxn ang="0">
                    <a:pos x="17" y="275"/>
                  </a:cxn>
                  <a:cxn ang="0">
                    <a:pos x="35" y="257"/>
                  </a:cxn>
                  <a:cxn ang="0">
                    <a:pos x="35" y="248"/>
                  </a:cxn>
                  <a:cxn ang="0">
                    <a:pos x="44" y="230"/>
                  </a:cxn>
                  <a:cxn ang="0">
                    <a:pos x="53" y="221"/>
                  </a:cxn>
                  <a:cxn ang="0">
                    <a:pos x="70" y="204"/>
                  </a:cxn>
                  <a:cxn ang="0">
                    <a:pos x="53" y="195"/>
                  </a:cxn>
                  <a:cxn ang="0">
                    <a:pos x="53" y="177"/>
                  </a:cxn>
                  <a:cxn ang="0">
                    <a:pos x="53" y="168"/>
                  </a:cxn>
                  <a:cxn ang="0">
                    <a:pos x="44" y="151"/>
                  </a:cxn>
                  <a:cxn ang="0">
                    <a:pos x="53" y="133"/>
                  </a:cxn>
                  <a:cxn ang="0">
                    <a:pos x="53" y="124"/>
                  </a:cxn>
                  <a:cxn ang="0">
                    <a:pos x="53" y="107"/>
                  </a:cxn>
                  <a:cxn ang="0">
                    <a:pos x="53" y="89"/>
                  </a:cxn>
                  <a:cxn ang="0">
                    <a:pos x="61" y="80"/>
                  </a:cxn>
                  <a:cxn ang="0">
                    <a:pos x="61" y="62"/>
                  </a:cxn>
                  <a:cxn ang="0">
                    <a:pos x="70" y="53"/>
                  </a:cxn>
                  <a:cxn ang="0">
                    <a:pos x="79" y="62"/>
                  </a:cxn>
                  <a:cxn ang="0">
                    <a:pos x="88" y="71"/>
                  </a:cxn>
                  <a:cxn ang="0">
                    <a:pos x="96" y="62"/>
                  </a:cxn>
                  <a:cxn ang="0">
                    <a:pos x="114" y="0"/>
                  </a:cxn>
                  <a:cxn ang="0">
                    <a:pos x="255" y="18"/>
                  </a:cxn>
                  <a:cxn ang="0">
                    <a:pos x="422" y="45"/>
                  </a:cxn>
                  <a:cxn ang="0">
                    <a:pos x="360" y="496"/>
                  </a:cxn>
                  <a:cxn ang="0">
                    <a:pos x="228" y="478"/>
                  </a:cxn>
                  <a:cxn ang="0">
                    <a:pos x="17" y="354"/>
                  </a:cxn>
                  <a:cxn ang="0">
                    <a:pos x="0" y="336"/>
                  </a:cxn>
                </a:cxnLst>
                <a:rect l="0" t="0" r="r" b="b"/>
                <a:pathLst>
                  <a:path w="422" h="496">
                    <a:moveTo>
                      <a:pt x="9" y="328"/>
                    </a:moveTo>
                    <a:lnTo>
                      <a:pt x="9" y="328"/>
                    </a:lnTo>
                    <a:lnTo>
                      <a:pt x="17" y="328"/>
                    </a:lnTo>
                    <a:lnTo>
                      <a:pt x="17" y="328"/>
                    </a:lnTo>
                    <a:lnTo>
                      <a:pt x="17" y="328"/>
                    </a:lnTo>
                    <a:lnTo>
                      <a:pt x="26" y="319"/>
                    </a:lnTo>
                    <a:lnTo>
                      <a:pt x="26" y="319"/>
                    </a:lnTo>
                    <a:lnTo>
                      <a:pt x="26" y="310"/>
                    </a:lnTo>
                    <a:lnTo>
                      <a:pt x="26" y="301"/>
                    </a:lnTo>
                    <a:lnTo>
                      <a:pt x="26" y="301"/>
                    </a:lnTo>
                    <a:lnTo>
                      <a:pt x="17" y="301"/>
                    </a:lnTo>
                    <a:lnTo>
                      <a:pt x="17" y="292"/>
                    </a:lnTo>
                    <a:lnTo>
                      <a:pt x="17" y="292"/>
                    </a:lnTo>
                    <a:lnTo>
                      <a:pt x="17" y="283"/>
                    </a:lnTo>
                    <a:lnTo>
                      <a:pt x="17" y="283"/>
                    </a:lnTo>
                    <a:lnTo>
                      <a:pt x="17" y="275"/>
                    </a:lnTo>
                    <a:lnTo>
                      <a:pt x="26" y="275"/>
                    </a:lnTo>
                    <a:lnTo>
                      <a:pt x="35" y="257"/>
                    </a:lnTo>
                    <a:lnTo>
                      <a:pt x="35" y="257"/>
                    </a:lnTo>
                    <a:lnTo>
                      <a:pt x="35" y="248"/>
                    </a:lnTo>
                    <a:lnTo>
                      <a:pt x="35" y="239"/>
                    </a:lnTo>
                    <a:lnTo>
                      <a:pt x="44" y="230"/>
                    </a:lnTo>
                    <a:lnTo>
                      <a:pt x="44" y="230"/>
                    </a:lnTo>
                    <a:lnTo>
                      <a:pt x="53" y="221"/>
                    </a:lnTo>
                    <a:lnTo>
                      <a:pt x="61" y="213"/>
                    </a:lnTo>
                    <a:lnTo>
                      <a:pt x="70" y="204"/>
                    </a:lnTo>
                    <a:lnTo>
                      <a:pt x="70" y="204"/>
                    </a:lnTo>
                    <a:lnTo>
                      <a:pt x="53" y="195"/>
                    </a:lnTo>
                    <a:lnTo>
                      <a:pt x="61" y="186"/>
                    </a:lnTo>
                    <a:lnTo>
                      <a:pt x="53" y="177"/>
                    </a:lnTo>
                    <a:lnTo>
                      <a:pt x="53" y="177"/>
                    </a:lnTo>
                    <a:lnTo>
                      <a:pt x="53" y="168"/>
                    </a:lnTo>
                    <a:lnTo>
                      <a:pt x="44" y="160"/>
                    </a:lnTo>
                    <a:lnTo>
                      <a:pt x="44" y="151"/>
                    </a:lnTo>
                    <a:lnTo>
                      <a:pt x="44" y="151"/>
                    </a:lnTo>
                    <a:lnTo>
                      <a:pt x="53" y="133"/>
                    </a:lnTo>
                    <a:lnTo>
                      <a:pt x="53" y="133"/>
                    </a:lnTo>
                    <a:lnTo>
                      <a:pt x="53" y="124"/>
                    </a:lnTo>
                    <a:lnTo>
                      <a:pt x="53" y="115"/>
                    </a:lnTo>
                    <a:lnTo>
                      <a:pt x="53" y="107"/>
                    </a:lnTo>
                    <a:lnTo>
                      <a:pt x="53" y="98"/>
                    </a:lnTo>
                    <a:lnTo>
                      <a:pt x="53" y="89"/>
                    </a:lnTo>
                    <a:lnTo>
                      <a:pt x="53" y="80"/>
                    </a:lnTo>
                    <a:lnTo>
                      <a:pt x="61" y="80"/>
                    </a:lnTo>
                    <a:lnTo>
                      <a:pt x="53" y="71"/>
                    </a:lnTo>
                    <a:lnTo>
                      <a:pt x="61" y="62"/>
                    </a:lnTo>
                    <a:lnTo>
                      <a:pt x="61" y="62"/>
                    </a:lnTo>
                    <a:lnTo>
                      <a:pt x="70" y="53"/>
                    </a:lnTo>
                    <a:lnTo>
                      <a:pt x="70" y="62"/>
                    </a:lnTo>
                    <a:lnTo>
                      <a:pt x="79" y="62"/>
                    </a:lnTo>
                    <a:lnTo>
                      <a:pt x="79" y="62"/>
                    </a:lnTo>
                    <a:lnTo>
                      <a:pt x="88" y="71"/>
                    </a:lnTo>
                    <a:lnTo>
                      <a:pt x="88" y="71"/>
                    </a:lnTo>
                    <a:lnTo>
                      <a:pt x="96" y="62"/>
                    </a:lnTo>
                    <a:lnTo>
                      <a:pt x="105" y="62"/>
                    </a:lnTo>
                    <a:lnTo>
                      <a:pt x="114" y="0"/>
                    </a:lnTo>
                    <a:lnTo>
                      <a:pt x="167" y="9"/>
                    </a:lnTo>
                    <a:lnTo>
                      <a:pt x="255" y="18"/>
                    </a:lnTo>
                    <a:lnTo>
                      <a:pt x="334" y="36"/>
                    </a:lnTo>
                    <a:lnTo>
                      <a:pt x="422" y="45"/>
                    </a:lnTo>
                    <a:lnTo>
                      <a:pt x="360" y="487"/>
                    </a:lnTo>
                    <a:lnTo>
                      <a:pt x="360" y="496"/>
                    </a:lnTo>
                    <a:lnTo>
                      <a:pt x="334" y="487"/>
                    </a:lnTo>
                    <a:lnTo>
                      <a:pt x="228" y="478"/>
                    </a:lnTo>
                    <a:lnTo>
                      <a:pt x="149" y="425"/>
                    </a:lnTo>
                    <a:lnTo>
                      <a:pt x="17" y="354"/>
                    </a:lnTo>
                    <a:lnTo>
                      <a:pt x="0" y="336"/>
                    </a:lnTo>
                    <a:lnTo>
                      <a:pt x="0" y="336"/>
                    </a:lnTo>
                    <a:lnTo>
                      <a:pt x="9" y="32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159"/>
              <p:cNvSpPr>
                <a:spLocks/>
              </p:cNvSpPr>
              <p:nvPr/>
            </p:nvSpPr>
            <p:spPr bwMode="auto">
              <a:xfrm>
                <a:off x="3172304" y="3101053"/>
                <a:ext cx="413223" cy="391756"/>
              </a:xfrm>
              <a:custGeom>
                <a:avLst/>
                <a:gdLst/>
                <a:ahLst/>
                <a:cxnLst>
                  <a:cxn ang="0">
                    <a:pos x="62" y="9"/>
                  </a:cxn>
                  <a:cxn ang="0">
                    <a:pos x="273" y="0"/>
                  </a:cxn>
                  <a:cxn ang="0">
                    <a:pos x="282" y="9"/>
                  </a:cxn>
                  <a:cxn ang="0">
                    <a:pos x="282" y="18"/>
                  </a:cxn>
                  <a:cxn ang="0">
                    <a:pos x="273" y="27"/>
                  </a:cxn>
                  <a:cxn ang="0">
                    <a:pos x="273" y="36"/>
                  </a:cxn>
                  <a:cxn ang="0">
                    <a:pos x="308" y="36"/>
                  </a:cxn>
                  <a:cxn ang="0">
                    <a:pos x="308" y="45"/>
                  </a:cxn>
                  <a:cxn ang="0">
                    <a:pos x="308" y="53"/>
                  </a:cxn>
                  <a:cxn ang="0">
                    <a:pos x="300" y="62"/>
                  </a:cxn>
                  <a:cxn ang="0">
                    <a:pos x="300" y="62"/>
                  </a:cxn>
                  <a:cxn ang="0">
                    <a:pos x="300" y="71"/>
                  </a:cxn>
                  <a:cxn ang="0">
                    <a:pos x="291" y="80"/>
                  </a:cxn>
                  <a:cxn ang="0">
                    <a:pos x="291" y="89"/>
                  </a:cxn>
                  <a:cxn ang="0">
                    <a:pos x="282" y="89"/>
                  </a:cxn>
                  <a:cxn ang="0">
                    <a:pos x="291" y="89"/>
                  </a:cxn>
                  <a:cxn ang="0">
                    <a:pos x="291" y="106"/>
                  </a:cxn>
                  <a:cxn ang="0">
                    <a:pos x="282" y="115"/>
                  </a:cxn>
                  <a:cxn ang="0">
                    <a:pos x="273" y="124"/>
                  </a:cxn>
                  <a:cxn ang="0">
                    <a:pos x="282" y="124"/>
                  </a:cxn>
                  <a:cxn ang="0">
                    <a:pos x="273" y="133"/>
                  </a:cxn>
                  <a:cxn ang="0">
                    <a:pos x="264" y="133"/>
                  </a:cxn>
                  <a:cxn ang="0">
                    <a:pos x="264" y="142"/>
                  </a:cxn>
                  <a:cxn ang="0">
                    <a:pos x="264" y="142"/>
                  </a:cxn>
                  <a:cxn ang="0">
                    <a:pos x="264" y="151"/>
                  </a:cxn>
                  <a:cxn ang="0">
                    <a:pos x="264" y="151"/>
                  </a:cxn>
                  <a:cxn ang="0">
                    <a:pos x="264" y="160"/>
                  </a:cxn>
                  <a:cxn ang="0">
                    <a:pos x="256" y="168"/>
                  </a:cxn>
                  <a:cxn ang="0">
                    <a:pos x="256" y="177"/>
                  </a:cxn>
                  <a:cxn ang="0">
                    <a:pos x="247" y="186"/>
                  </a:cxn>
                  <a:cxn ang="0">
                    <a:pos x="238" y="186"/>
                  </a:cxn>
                  <a:cxn ang="0">
                    <a:pos x="247" y="186"/>
                  </a:cxn>
                  <a:cxn ang="0">
                    <a:pos x="247" y="204"/>
                  </a:cxn>
                  <a:cxn ang="0">
                    <a:pos x="238" y="204"/>
                  </a:cxn>
                  <a:cxn ang="0">
                    <a:pos x="238" y="221"/>
                  </a:cxn>
                  <a:cxn ang="0">
                    <a:pos x="229" y="221"/>
                  </a:cxn>
                  <a:cxn ang="0">
                    <a:pos x="238" y="221"/>
                  </a:cxn>
                  <a:cxn ang="0">
                    <a:pos x="229" y="230"/>
                  </a:cxn>
                  <a:cxn ang="0">
                    <a:pos x="229" y="230"/>
                  </a:cxn>
                  <a:cxn ang="0">
                    <a:pos x="229" y="239"/>
                  </a:cxn>
                  <a:cxn ang="0">
                    <a:pos x="229" y="239"/>
                  </a:cxn>
                  <a:cxn ang="0">
                    <a:pos x="229" y="248"/>
                  </a:cxn>
                  <a:cxn ang="0">
                    <a:pos x="229" y="248"/>
                  </a:cxn>
                  <a:cxn ang="0">
                    <a:pos x="229" y="266"/>
                  </a:cxn>
                  <a:cxn ang="0">
                    <a:pos x="238" y="274"/>
                  </a:cxn>
                  <a:cxn ang="0">
                    <a:pos x="229" y="274"/>
                  </a:cxn>
                  <a:cxn ang="0">
                    <a:pos x="229" y="283"/>
                  </a:cxn>
                  <a:cxn ang="0">
                    <a:pos x="44" y="292"/>
                  </a:cxn>
                  <a:cxn ang="0">
                    <a:pos x="27" y="248"/>
                  </a:cxn>
                  <a:cxn ang="0">
                    <a:pos x="18" y="248"/>
                  </a:cxn>
                  <a:cxn ang="0">
                    <a:pos x="9" y="239"/>
                  </a:cxn>
                  <a:cxn ang="0">
                    <a:pos x="9" y="80"/>
                  </a:cxn>
                </a:cxnLst>
                <a:rect l="0" t="0" r="r" b="b"/>
                <a:pathLst>
                  <a:path w="308" h="292">
                    <a:moveTo>
                      <a:pt x="0" y="18"/>
                    </a:moveTo>
                    <a:lnTo>
                      <a:pt x="62" y="9"/>
                    </a:lnTo>
                    <a:lnTo>
                      <a:pt x="159" y="9"/>
                    </a:lnTo>
                    <a:lnTo>
                      <a:pt x="273" y="0"/>
                    </a:lnTo>
                    <a:lnTo>
                      <a:pt x="282" y="0"/>
                    </a:lnTo>
                    <a:lnTo>
                      <a:pt x="282" y="9"/>
                    </a:lnTo>
                    <a:lnTo>
                      <a:pt x="282" y="18"/>
                    </a:lnTo>
                    <a:lnTo>
                      <a:pt x="282" y="18"/>
                    </a:lnTo>
                    <a:lnTo>
                      <a:pt x="282" y="27"/>
                    </a:lnTo>
                    <a:lnTo>
                      <a:pt x="273" y="27"/>
                    </a:lnTo>
                    <a:lnTo>
                      <a:pt x="273" y="36"/>
                    </a:lnTo>
                    <a:lnTo>
                      <a:pt x="273" y="36"/>
                    </a:lnTo>
                    <a:lnTo>
                      <a:pt x="273" y="45"/>
                    </a:lnTo>
                    <a:lnTo>
                      <a:pt x="308" y="36"/>
                    </a:lnTo>
                    <a:lnTo>
                      <a:pt x="308" y="45"/>
                    </a:lnTo>
                    <a:lnTo>
                      <a:pt x="308" y="45"/>
                    </a:lnTo>
                    <a:lnTo>
                      <a:pt x="308" y="45"/>
                    </a:lnTo>
                    <a:lnTo>
                      <a:pt x="308" y="53"/>
                    </a:lnTo>
                    <a:lnTo>
                      <a:pt x="300" y="62"/>
                    </a:lnTo>
                    <a:lnTo>
                      <a:pt x="300" y="62"/>
                    </a:lnTo>
                    <a:lnTo>
                      <a:pt x="300" y="62"/>
                    </a:lnTo>
                    <a:lnTo>
                      <a:pt x="300" y="62"/>
                    </a:lnTo>
                    <a:lnTo>
                      <a:pt x="300" y="71"/>
                    </a:lnTo>
                    <a:lnTo>
                      <a:pt x="300" y="71"/>
                    </a:lnTo>
                    <a:lnTo>
                      <a:pt x="291" y="80"/>
                    </a:lnTo>
                    <a:lnTo>
                      <a:pt x="291" y="80"/>
                    </a:lnTo>
                    <a:lnTo>
                      <a:pt x="291" y="80"/>
                    </a:lnTo>
                    <a:lnTo>
                      <a:pt x="291" y="89"/>
                    </a:lnTo>
                    <a:lnTo>
                      <a:pt x="291" y="80"/>
                    </a:lnTo>
                    <a:lnTo>
                      <a:pt x="282" y="89"/>
                    </a:lnTo>
                    <a:lnTo>
                      <a:pt x="282" y="89"/>
                    </a:lnTo>
                    <a:lnTo>
                      <a:pt x="291" y="89"/>
                    </a:lnTo>
                    <a:lnTo>
                      <a:pt x="291" y="98"/>
                    </a:lnTo>
                    <a:lnTo>
                      <a:pt x="291" y="106"/>
                    </a:lnTo>
                    <a:lnTo>
                      <a:pt x="291" y="106"/>
                    </a:lnTo>
                    <a:lnTo>
                      <a:pt x="282" y="115"/>
                    </a:lnTo>
                    <a:lnTo>
                      <a:pt x="282" y="115"/>
                    </a:lnTo>
                    <a:lnTo>
                      <a:pt x="273" y="124"/>
                    </a:lnTo>
                    <a:lnTo>
                      <a:pt x="273" y="124"/>
                    </a:lnTo>
                    <a:lnTo>
                      <a:pt x="282" y="124"/>
                    </a:lnTo>
                    <a:lnTo>
                      <a:pt x="282" y="124"/>
                    </a:lnTo>
                    <a:lnTo>
                      <a:pt x="273" y="133"/>
                    </a:lnTo>
                    <a:lnTo>
                      <a:pt x="273" y="133"/>
                    </a:lnTo>
                    <a:lnTo>
                      <a:pt x="264" y="133"/>
                    </a:lnTo>
                    <a:lnTo>
                      <a:pt x="264" y="142"/>
                    </a:lnTo>
                    <a:lnTo>
                      <a:pt x="264" y="142"/>
                    </a:lnTo>
                    <a:lnTo>
                      <a:pt x="264" y="142"/>
                    </a:lnTo>
                    <a:lnTo>
                      <a:pt x="264" y="142"/>
                    </a:lnTo>
                    <a:lnTo>
                      <a:pt x="264" y="151"/>
                    </a:lnTo>
                    <a:lnTo>
                      <a:pt x="264" y="151"/>
                    </a:lnTo>
                    <a:lnTo>
                      <a:pt x="264" y="142"/>
                    </a:lnTo>
                    <a:lnTo>
                      <a:pt x="264" y="151"/>
                    </a:lnTo>
                    <a:lnTo>
                      <a:pt x="264" y="160"/>
                    </a:lnTo>
                    <a:lnTo>
                      <a:pt x="264" y="160"/>
                    </a:lnTo>
                    <a:lnTo>
                      <a:pt x="264" y="168"/>
                    </a:lnTo>
                    <a:lnTo>
                      <a:pt x="256" y="168"/>
                    </a:lnTo>
                    <a:lnTo>
                      <a:pt x="256" y="177"/>
                    </a:lnTo>
                    <a:lnTo>
                      <a:pt x="256" y="177"/>
                    </a:lnTo>
                    <a:lnTo>
                      <a:pt x="256" y="177"/>
                    </a:lnTo>
                    <a:lnTo>
                      <a:pt x="247" y="186"/>
                    </a:lnTo>
                    <a:lnTo>
                      <a:pt x="247" y="186"/>
                    </a:lnTo>
                    <a:lnTo>
                      <a:pt x="238" y="186"/>
                    </a:lnTo>
                    <a:lnTo>
                      <a:pt x="247" y="186"/>
                    </a:lnTo>
                    <a:lnTo>
                      <a:pt x="247" y="186"/>
                    </a:lnTo>
                    <a:lnTo>
                      <a:pt x="247" y="195"/>
                    </a:lnTo>
                    <a:lnTo>
                      <a:pt x="247" y="204"/>
                    </a:lnTo>
                    <a:lnTo>
                      <a:pt x="229" y="204"/>
                    </a:lnTo>
                    <a:lnTo>
                      <a:pt x="238" y="204"/>
                    </a:lnTo>
                    <a:lnTo>
                      <a:pt x="238" y="213"/>
                    </a:lnTo>
                    <a:lnTo>
                      <a:pt x="238" y="221"/>
                    </a:lnTo>
                    <a:lnTo>
                      <a:pt x="238" y="221"/>
                    </a:lnTo>
                    <a:lnTo>
                      <a:pt x="229" y="221"/>
                    </a:lnTo>
                    <a:lnTo>
                      <a:pt x="229" y="221"/>
                    </a:lnTo>
                    <a:lnTo>
                      <a:pt x="238" y="221"/>
                    </a:lnTo>
                    <a:lnTo>
                      <a:pt x="229" y="230"/>
                    </a:lnTo>
                    <a:lnTo>
                      <a:pt x="229" y="230"/>
                    </a:lnTo>
                    <a:lnTo>
                      <a:pt x="229" y="230"/>
                    </a:lnTo>
                    <a:lnTo>
                      <a:pt x="229" y="230"/>
                    </a:lnTo>
                    <a:lnTo>
                      <a:pt x="220" y="239"/>
                    </a:lnTo>
                    <a:lnTo>
                      <a:pt x="229" y="239"/>
                    </a:lnTo>
                    <a:lnTo>
                      <a:pt x="220" y="248"/>
                    </a:lnTo>
                    <a:lnTo>
                      <a:pt x="229" y="239"/>
                    </a:lnTo>
                    <a:lnTo>
                      <a:pt x="229" y="248"/>
                    </a:lnTo>
                    <a:lnTo>
                      <a:pt x="229" y="248"/>
                    </a:lnTo>
                    <a:lnTo>
                      <a:pt x="229" y="248"/>
                    </a:lnTo>
                    <a:lnTo>
                      <a:pt x="229" y="248"/>
                    </a:lnTo>
                    <a:lnTo>
                      <a:pt x="229" y="257"/>
                    </a:lnTo>
                    <a:lnTo>
                      <a:pt x="229" y="266"/>
                    </a:lnTo>
                    <a:lnTo>
                      <a:pt x="238" y="266"/>
                    </a:lnTo>
                    <a:lnTo>
                      <a:pt x="238" y="274"/>
                    </a:lnTo>
                    <a:lnTo>
                      <a:pt x="238" y="274"/>
                    </a:lnTo>
                    <a:lnTo>
                      <a:pt x="229" y="274"/>
                    </a:lnTo>
                    <a:lnTo>
                      <a:pt x="229" y="274"/>
                    </a:lnTo>
                    <a:lnTo>
                      <a:pt x="229" y="283"/>
                    </a:lnTo>
                    <a:lnTo>
                      <a:pt x="124" y="292"/>
                    </a:lnTo>
                    <a:lnTo>
                      <a:pt x="44" y="292"/>
                    </a:lnTo>
                    <a:lnTo>
                      <a:pt x="44" y="248"/>
                    </a:lnTo>
                    <a:lnTo>
                      <a:pt x="27" y="248"/>
                    </a:lnTo>
                    <a:lnTo>
                      <a:pt x="18" y="248"/>
                    </a:lnTo>
                    <a:lnTo>
                      <a:pt x="18" y="248"/>
                    </a:lnTo>
                    <a:lnTo>
                      <a:pt x="18" y="239"/>
                    </a:lnTo>
                    <a:lnTo>
                      <a:pt x="9" y="239"/>
                    </a:lnTo>
                    <a:lnTo>
                      <a:pt x="9" y="106"/>
                    </a:lnTo>
                    <a:lnTo>
                      <a:pt x="9" y="80"/>
                    </a:lnTo>
                    <a:lnTo>
                      <a:pt x="0" y="18"/>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160"/>
              <p:cNvSpPr>
                <a:spLocks/>
              </p:cNvSpPr>
              <p:nvPr/>
            </p:nvSpPr>
            <p:spPr bwMode="auto">
              <a:xfrm>
                <a:off x="3172304" y="3101053"/>
                <a:ext cx="413223" cy="391756"/>
              </a:xfrm>
              <a:custGeom>
                <a:avLst/>
                <a:gdLst/>
                <a:ahLst/>
                <a:cxnLst>
                  <a:cxn ang="0">
                    <a:pos x="62" y="9"/>
                  </a:cxn>
                  <a:cxn ang="0">
                    <a:pos x="273" y="0"/>
                  </a:cxn>
                  <a:cxn ang="0">
                    <a:pos x="282" y="9"/>
                  </a:cxn>
                  <a:cxn ang="0">
                    <a:pos x="282" y="18"/>
                  </a:cxn>
                  <a:cxn ang="0">
                    <a:pos x="273" y="27"/>
                  </a:cxn>
                  <a:cxn ang="0">
                    <a:pos x="273" y="36"/>
                  </a:cxn>
                  <a:cxn ang="0">
                    <a:pos x="308" y="36"/>
                  </a:cxn>
                  <a:cxn ang="0">
                    <a:pos x="308" y="45"/>
                  </a:cxn>
                  <a:cxn ang="0">
                    <a:pos x="308" y="53"/>
                  </a:cxn>
                  <a:cxn ang="0">
                    <a:pos x="300" y="62"/>
                  </a:cxn>
                  <a:cxn ang="0">
                    <a:pos x="300" y="62"/>
                  </a:cxn>
                  <a:cxn ang="0">
                    <a:pos x="300" y="71"/>
                  </a:cxn>
                  <a:cxn ang="0">
                    <a:pos x="291" y="80"/>
                  </a:cxn>
                  <a:cxn ang="0">
                    <a:pos x="291" y="89"/>
                  </a:cxn>
                  <a:cxn ang="0">
                    <a:pos x="282" y="89"/>
                  </a:cxn>
                  <a:cxn ang="0">
                    <a:pos x="291" y="89"/>
                  </a:cxn>
                  <a:cxn ang="0">
                    <a:pos x="291" y="106"/>
                  </a:cxn>
                  <a:cxn ang="0">
                    <a:pos x="282" y="115"/>
                  </a:cxn>
                  <a:cxn ang="0">
                    <a:pos x="273" y="124"/>
                  </a:cxn>
                  <a:cxn ang="0">
                    <a:pos x="282" y="124"/>
                  </a:cxn>
                  <a:cxn ang="0">
                    <a:pos x="273" y="133"/>
                  </a:cxn>
                  <a:cxn ang="0">
                    <a:pos x="264" y="133"/>
                  </a:cxn>
                  <a:cxn ang="0">
                    <a:pos x="264" y="142"/>
                  </a:cxn>
                  <a:cxn ang="0">
                    <a:pos x="264" y="142"/>
                  </a:cxn>
                  <a:cxn ang="0">
                    <a:pos x="264" y="151"/>
                  </a:cxn>
                  <a:cxn ang="0">
                    <a:pos x="264" y="151"/>
                  </a:cxn>
                  <a:cxn ang="0">
                    <a:pos x="264" y="160"/>
                  </a:cxn>
                  <a:cxn ang="0">
                    <a:pos x="256" y="168"/>
                  </a:cxn>
                  <a:cxn ang="0">
                    <a:pos x="256" y="177"/>
                  </a:cxn>
                  <a:cxn ang="0">
                    <a:pos x="247" y="186"/>
                  </a:cxn>
                  <a:cxn ang="0">
                    <a:pos x="238" y="186"/>
                  </a:cxn>
                  <a:cxn ang="0">
                    <a:pos x="247" y="186"/>
                  </a:cxn>
                  <a:cxn ang="0">
                    <a:pos x="247" y="204"/>
                  </a:cxn>
                  <a:cxn ang="0">
                    <a:pos x="238" y="204"/>
                  </a:cxn>
                  <a:cxn ang="0">
                    <a:pos x="238" y="221"/>
                  </a:cxn>
                  <a:cxn ang="0">
                    <a:pos x="229" y="221"/>
                  </a:cxn>
                  <a:cxn ang="0">
                    <a:pos x="238" y="221"/>
                  </a:cxn>
                  <a:cxn ang="0">
                    <a:pos x="229" y="230"/>
                  </a:cxn>
                  <a:cxn ang="0">
                    <a:pos x="229" y="230"/>
                  </a:cxn>
                  <a:cxn ang="0">
                    <a:pos x="229" y="239"/>
                  </a:cxn>
                  <a:cxn ang="0">
                    <a:pos x="229" y="239"/>
                  </a:cxn>
                  <a:cxn ang="0">
                    <a:pos x="229" y="248"/>
                  </a:cxn>
                  <a:cxn ang="0">
                    <a:pos x="229" y="248"/>
                  </a:cxn>
                  <a:cxn ang="0">
                    <a:pos x="229" y="266"/>
                  </a:cxn>
                  <a:cxn ang="0">
                    <a:pos x="238" y="274"/>
                  </a:cxn>
                  <a:cxn ang="0">
                    <a:pos x="229" y="274"/>
                  </a:cxn>
                  <a:cxn ang="0">
                    <a:pos x="229" y="283"/>
                  </a:cxn>
                  <a:cxn ang="0">
                    <a:pos x="44" y="292"/>
                  </a:cxn>
                  <a:cxn ang="0">
                    <a:pos x="27" y="248"/>
                  </a:cxn>
                  <a:cxn ang="0">
                    <a:pos x="18" y="248"/>
                  </a:cxn>
                  <a:cxn ang="0">
                    <a:pos x="9" y="239"/>
                  </a:cxn>
                  <a:cxn ang="0">
                    <a:pos x="9" y="80"/>
                  </a:cxn>
                </a:cxnLst>
                <a:rect l="0" t="0" r="r" b="b"/>
                <a:pathLst>
                  <a:path w="308" h="292">
                    <a:moveTo>
                      <a:pt x="0" y="18"/>
                    </a:moveTo>
                    <a:lnTo>
                      <a:pt x="62" y="9"/>
                    </a:lnTo>
                    <a:lnTo>
                      <a:pt x="159" y="9"/>
                    </a:lnTo>
                    <a:lnTo>
                      <a:pt x="273" y="0"/>
                    </a:lnTo>
                    <a:lnTo>
                      <a:pt x="282" y="0"/>
                    </a:lnTo>
                    <a:lnTo>
                      <a:pt x="282" y="9"/>
                    </a:lnTo>
                    <a:lnTo>
                      <a:pt x="282" y="18"/>
                    </a:lnTo>
                    <a:lnTo>
                      <a:pt x="282" y="18"/>
                    </a:lnTo>
                    <a:lnTo>
                      <a:pt x="282" y="27"/>
                    </a:lnTo>
                    <a:lnTo>
                      <a:pt x="273" y="27"/>
                    </a:lnTo>
                    <a:lnTo>
                      <a:pt x="273" y="36"/>
                    </a:lnTo>
                    <a:lnTo>
                      <a:pt x="273" y="36"/>
                    </a:lnTo>
                    <a:lnTo>
                      <a:pt x="273" y="45"/>
                    </a:lnTo>
                    <a:lnTo>
                      <a:pt x="308" y="36"/>
                    </a:lnTo>
                    <a:lnTo>
                      <a:pt x="308" y="45"/>
                    </a:lnTo>
                    <a:lnTo>
                      <a:pt x="308" y="45"/>
                    </a:lnTo>
                    <a:lnTo>
                      <a:pt x="308" y="45"/>
                    </a:lnTo>
                    <a:lnTo>
                      <a:pt x="308" y="53"/>
                    </a:lnTo>
                    <a:lnTo>
                      <a:pt x="300" y="62"/>
                    </a:lnTo>
                    <a:lnTo>
                      <a:pt x="300" y="62"/>
                    </a:lnTo>
                    <a:lnTo>
                      <a:pt x="300" y="62"/>
                    </a:lnTo>
                    <a:lnTo>
                      <a:pt x="300" y="62"/>
                    </a:lnTo>
                    <a:lnTo>
                      <a:pt x="300" y="71"/>
                    </a:lnTo>
                    <a:lnTo>
                      <a:pt x="300" y="71"/>
                    </a:lnTo>
                    <a:lnTo>
                      <a:pt x="291" y="80"/>
                    </a:lnTo>
                    <a:lnTo>
                      <a:pt x="291" y="80"/>
                    </a:lnTo>
                    <a:lnTo>
                      <a:pt x="291" y="80"/>
                    </a:lnTo>
                    <a:lnTo>
                      <a:pt x="291" y="89"/>
                    </a:lnTo>
                    <a:lnTo>
                      <a:pt x="291" y="80"/>
                    </a:lnTo>
                    <a:lnTo>
                      <a:pt x="282" y="89"/>
                    </a:lnTo>
                    <a:lnTo>
                      <a:pt x="282" y="89"/>
                    </a:lnTo>
                    <a:lnTo>
                      <a:pt x="291" y="89"/>
                    </a:lnTo>
                    <a:lnTo>
                      <a:pt x="291" y="98"/>
                    </a:lnTo>
                    <a:lnTo>
                      <a:pt x="291" y="106"/>
                    </a:lnTo>
                    <a:lnTo>
                      <a:pt x="291" y="106"/>
                    </a:lnTo>
                    <a:lnTo>
                      <a:pt x="282" y="115"/>
                    </a:lnTo>
                    <a:lnTo>
                      <a:pt x="282" y="115"/>
                    </a:lnTo>
                    <a:lnTo>
                      <a:pt x="273" y="124"/>
                    </a:lnTo>
                    <a:lnTo>
                      <a:pt x="273" y="124"/>
                    </a:lnTo>
                    <a:lnTo>
                      <a:pt x="282" y="124"/>
                    </a:lnTo>
                    <a:lnTo>
                      <a:pt x="282" y="124"/>
                    </a:lnTo>
                    <a:lnTo>
                      <a:pt x="273" y="133"/>
                    </a:lnTo>
                    <a:lnTo>
                      <a:pt x="273" y="133"/>
                    </a:lnTo>
                    <a:lnTo>
                      <a:pt x="264" y="133"/>
                    </a:lnTo>
                    <a:lnTo>
                      <a:pt x="264" y="142"/>
                    </a:lnTo>
                    <a:lnTo>
                      <a:pt x="264" y="142"/>
                    </a:lnTo>
                    <a:lnTo>
                      <a:pt x="264" y="142"/>
                    </a:lnTo>
                    <a:lnTo>
                      <a:pt x="264" y="142"/>
                    </a:lnTo>
                    <a:lnTo>
                      <a:pt x="264" y="151"/>
                    </a:lnTo>
                    <a:lnTo>
                      <a:pt x="264" y="151"/>
                    </a:lnTo>
                    <a:lnTo>
                      <a:pt x="264" y="142"/>
                    </a:lnTo>
                    <a:lnTo>
                      <a:pt x="264" y="151"/>
                    </a:lnTo>
                    <a:lnTo>
                      <a:pt x="264" y="160"/>
                    </a:lnTo>
                    <a:lnTo>
                      <a:pt x="264" y="160"/>
                    </a:lnTo>
                    <a:lnTo>
                      <a:pt x="264" y="168"/>
                    </a:lnTo>
                    <a:lnTo>
                      <a:pt x="256" y="168"/>
                    </a:lnTo>
                    <a:lnTo>
                      <a:pt x="256" y="177"/>
                    </a:lnTo>
                    <a:lnTo>
                      <a:pt x="256" y="177"/>
                    </a:lnTo>
                    <a:lnTo>
                      <a:pt x="256" y="177"/>
                    </a:lnTo>
                    <a:lnTo>
                      <a:pt x="247" y="186"/>
                    </a:lnTo>
                    <a:lnTo>
                      <a:pt x="247" y="186"/>
                    </a:lnTo>
                    <a:lnTo>
                      <a:pt x="238" y="186"/>
                    </a:lnTo>
                    <a:lnTo>
                      <a:pt x="247" y="186"/>
                    </a:lnTo>
                    <a:lnTo>
                      <a:pt x="247" y="186"/>
                    </a:lnTo>
                    <a:lnTo>
                      <a:pt x="247" y="195"/>
                    </a:lnTo>
                    <a:lnTo>
                      <a:pt x="247" y="204"/>
                    </a:lnTo>
                    <a:lnTo>
                      <a:pt x="229" y="204"/>
                    </a:lnTo>
                    <a:lnTo>
                      <a:pt x="238" y="204"/>
                    </a:lnTo>
                    <a:lnTo>
                      <a:pt x="238" y="213"/>
                    </a:lnTo>
                    <a:lnTo>
                      <a:pt x="238" y="221"/>
                    </a:lnTo>
                    <a:lnTo>
                      <a:pt x="238" y="221"/>
                    </a:lnTo>
                    <a:lnTo>
                      <a:pt x="229" y="221"/>
                    </a:lnTo>
                    <a:lnTo>
                      <a:pt x="229" y="221"/>
                    </a:lnTo>
                    <a:lnTo>
                      <a:pt x="238" y="221"/>
                    </a:lnTo>
                    <a:lnTo>
                      <a:pt x="229" y="230"/>
                    </a:lnTo>
                    <a:lnTo>
                      <a:pt x="229" y="230"/>
                    </a:lnTo>
                    <a:lnTo>
                      <a:pt x="229" y="230"/>
                    </a:lnTo>
                    <a:lnTo>
                      <a:pt x="229" y="230"/>
                    </a:lnTo>
                    <a:lnTo>
                      <a:pt x="220" y="239"/>
                    </a:lnTo>
                    <a:lnTo>
                      <a:pt x="229" y="239"/>
                    </a:lnTo>
                    <a:lnTo>
                      <a:pt x="220" y="248"/>
                    </a:lnTo>
                    <a:lnTo>
                      <a:pt x="229" y="239"/>
                    </a:lnTo>
                    <a:lnTo>
                      <a:pt x="229" y="248"/>
                    </a:lnTo>
                    <a:lnTo>
                      <a:pt x="229" y="248"/>
                    </a:lnTo>
                    <a:lnTo>
                      <a:pt x="229" y="248"/>
                    </a:lnTo>
                    <a:lnTo>
                      <a:pt x="229" y="248"/>
                    </a:lnTo>
                    <a:lnTo>
                      <a:pt x="229" y="257"/>
                    </a:lnTo>
                    <a:lnTo>
                      <a:pt x="229" y="266"/>
                    </a:lnTo>
                    <a:lnTo>
                      <a:pt x="238" y="266"/>
                    </a:lnTo>
                    <a:lnTo>
                      <a:pt x="238" y="274"/>
                    </a:lnTo>
                    <a:lnTo>
                      <a:pt x="238" y="274"/>
                    </a:lnTo>
                    <a:lnTo>
                      <a:pt x="229" y="274"/>
                    </a:lnTo>
                    <a:lnTo>
                      <a:pt x="229" y="274"/>
                    </a:lnTo>
                    <a:lnTo>
                      <a:pt x="229" y="283"/>
                    </a:lnTo>
                    <a:lnTo>
                      <a:pt x="124" y="292"/>
                    </a:lnTo>
                    <a:lnTo>
                      <a:pt x="44" y="292"/>
                    </a:lnTo>
                    <a:lnTo>
                      <a:pt x="44" y="248"/>
                    </a:lnTo>
                    <a:lnTo>
                      <a:pt x="27" y="248"/>
                    </a:lnTo>
                    <a:lnTo>
                      <a:pt x="18" y="248"/>
                    </a:lnTo>
                    <a:lnTo>
                      <a:pt x="18" y="248"/>
                    </a:lnTo>
                    <a:lnTo>
                      <a:pt x="18" y="239"/>
                    </a:lnTo>
                    <a:lnTo>
                      <a:pt x="9" y="239"/>
                    </a:lnTo>
                    <a:lnTo>
                      <a:pt x="9" y="106"/>
                    </a:lnTo>
                    <a:lnTo>
                      <a:pt x="9" y="80"/>
                    </a:lnTo>
                    <a:lnTo>
                      <a:pt x="0" y="18"/>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161"/>
              <p:cNvSpPr>
                <a:spLocks/>
              </p:cNvSpPr>
              <p:nvPr/>
            </p:nvSpPr>
            <p:spPr bwMode="auto">
              <a:xfrm>
                <a:off x="3727740" y="3220459"/>
                <a:ext cx="319308" cy="533969"/>
              </a:xfrm>
              <a:custGeom>
                <a:avLst/>
                <a:gdLst/>
                <a:ahLst/>
                <a:cxnLst>
                  <a:cxn ang="0">
                    <a:pos x="0" y="17"/>
                  </a:cxn>
                  <a:cxn ang="0">
                    <a:pos x="158" y="0"/>
                  </a:cxn>
                  <a:cxn ang="0">
                    <a:pos x="211" y="168"/>
                  </a:cxn>
                  <a:cxn ang="0">
                    <a:pos x="211" y="177"/>
                  </a:cxn>
                  <a:cxn ang="0">
                    <a:pos x="220" y="185"/>
                  </a:cxn>
                  <a:cxn ang="0">
                    <a:pos x="229" y="194"/>
                  </a:cxn>
                  <a:cxn ang="0">
                    <a:pos x="229" y="212"/>
                  </a:cxn>
                  <a:cxn ang="0">
                    <a:pos x="238" y="221"/>
                  </a:cxn>
                  <a:cxn ang="0">
                    <a:pos x="229" y="230"/>
                  </a:cxn>
                  <a:cxn ang="0">
                    <a:pos x="229" y="239"/>
                  </a:cxn>
                  <a:cxn ang="0">
                    <a:pos x="229" y="256"/>
                  </a:cxn>
                  <a:cxn ang="0">
                    <a:pos x="229" y="274"/>
                  </a:cxn>
                  <a:cxn ang="0">
                    <a:pos x="229" y="283"/>
                  </a:cxn>
                  <a:cxn ang="0">
                    <a:pos x="229" y="300"/>
                  </a:cxn>
                  <a:cxn ang="0">
                    <a:pos x="238" y="309"/>
                  </a:cxn>
                  <a:cxn ang="0">
                    <a:pos x="132" y="327"/>
                  </a:cxn>
                  <a:cxn ang="0">
                    <a:pos x="70" y="336"/>
                  </a:cxn>
                  <a:cxn ang="0">
                    <a:pos x="70" y="353"/>
                  </a:cxn>
                  <a:cxn ang="0">
                    <a:pos x="79" y="362"/>
                  </a:cxn>
                  <a:cxn ang="0">
                    <a:pos x="79" y="371"/>
                  </a:cxn>
                  <a:cxn ang="0">
                    <a:pos x="79" y="380"/>
                  </a:cxn>
                  <a:cxn ang="0">
                    <a:pos x="70" y="389"/>
                  </a:cxn>
                  <a:cxn ang="0">
                    <a:pos x="70" y="389"/>
                  </a:cxn>
                  <a:cxn ang="0">
                    <a:pos x="44" y="398"/>
                  </a:cxn>
                  <a:cxn ang="0">
                    <a:pos x="53" y="398"/>
                  </a:cxn>
                  <a:cxn ang="0">
                    <a:pos x="62" y="389"/>
                  </a:cxn>
                  <a:cxn ang="0">
                    <a:pos x="53" y="389"/>
                  </a:cxn>
                  <a:cxn ang="0">
                    <a:pos x="44" y="380"/>
                  </a:cxn>
                  <a:cxn ang="0">
                    <a:pos x="53" y="371"/>
                  </a:cxn>
                  <a:cxn ang="0">
                    <a:pos x="44" y="362"/>
                  </a:cxn>
                  <a:cxn ang="0">
                    <a:pos x="44" y="362"/>
                  </a:cxn>
                  <a:cxn ang="0">
                    <a:pos x="35" y="371"/>
                  </a:cxn>
                  <a:cxn ang="0">
                    <a:pos x="35" y="389"/>
                  </a:cxn>
                  <a:cxn ang="0">
                    <a:pos x="18" y="389"/>
                  </a:cxn>
                  <a:cxn ang="0">
                    <a:pos x="0" y="265"/>
                  </a:cxn>
                  <a:cxn ang="0">
                    <a:pos x="0" y="26"/>
                  </a:cxn>
                </a:cxnLst>
                <a:rect l="0" t="0" r="r" b="b"/>
                <a:pathLst>
                  <a:path w="238" h="398">
                    <a:moveTo>
                      <a:pt x="0" y="17"/>
                    </a:moveTo>
                    <a:lnTo>
                      <a:pt x="0" y="17"/>
                    </a:lnTo>
                    <a:lnTo>
                      <a:pt x="88" y="9"/>
                    </a:lnTo>
                    <a:lnTo>
                      <a:pt x="158" y="0"/>
                    </a:lnTo>
                    <a:lnTo>
                      <a:pt x="185" y="79"/>
                    </a:lnTo>
                    <a:lnTo>
                      <a:pt x="211" y="168"/>
                    </a:lnTo>
                    <a:lnTo>
                      <a:pt x="211" y="168"/>
                    </a:lnTo>
                    <a:lnTo>
                      <a:pt x="211" y="177"/>
                    </a:lnTo>
                    <a:lnTo>
                      <a:pt x="211" y="177"/>
                    </a:lnTo>
                    <a:lnTo>
                      <a:pt x="220" y="185"/>
                    </a:lnTo>
                    <a:lnTo>
                      <a:pt x="229" y="194"/>
                    </a:lnTo>
                    <a:lnTo>
                      <a:pt x="229" y="194"/>
                    </a:lnTo>
                    <a:lnTo>
                      <a:pt x="229" y="203"/>
                    </a:lnTo>
                    <a:lnTo>
                      <a:pt x="229" y="212"/>
                    </a:lnTo>
                    <a:lnTo>
                      <a:pt x="229" y="212"/>
                    </a:lnTo>
                    <a:lnTo>
                      <a:pt x="238" y="221"/>
                    </a:lnTo>
                    <a:lnTo>
                      <a:pt x="229" y="221"/>
                    </a:lnTo>
                    <a:lnTo>
                      <a:pt x="229" y="230"/>
                    </a:lnTo>
                    <a:lnTo>
                      <a:pt x="229" y="239"/>
                    </a:lnTo>
                    <a:lnTo>
                      <a:pt x="229" y="239"/>
                    </a:lnTo>
                    <a:lnTo>
                      <a:pt x="220" y="247"/>
                    </a:lnTo>
                    <a:lnTo>
                      <a:pt x="229" y="256"/>
                    </a:lnTo>
                    <a:lnTo>
                      <a:pt x="229" y="265"/>
                    </a:lnTo>
                    <a:lnTo>
                      <a:pt x="229" y="274"/>
                    </a:lnTo>
                    <a:lnTo>
                      <a:pt x="229" y="274"/>
                    </a:lnTo>
                    <a:lnTo>
                      <a:pt x="229" y="283"/>
                    </a:lnTo>
                    <a:lnTo>
                      <a:pt x="229" y="292"/>
                    </a:lnTo>
                    <a:lnTo>
                      <a:pt x="229" y="300"/>
                    </a:lnTo>
                    <a:lnTo>
                      <a:pt x="238" y="300"/>
                    </a:lnTo>
                    <a:lnTo>
                      <a:pt x="238" y="309"/>
                    </a:lnTo>
                    <a:lnTo>
                      <a:pt x="238" y="318"/>
                    </a:lnTo>
                    <a:lnTo>
                      <a:pt x="132" y="327"/>
                    </a:lnTo>
                    <a:lnTo>
                      <a:pt x="70" y="336"/>
                    </a:lnTo>
                    <a:lnTo>
                      <a:pt x="70" y="336"/>
                    </a:lnTo>
                    <a:lnTo>
                      <a:pt x="62" y="345"/>
                    </a:lnTo>
                    <a:lnTo>
                      <a:pt x="70" y="353"/>
                    </a:lnTo>
                    <a:lnTo>
                      <a:pt x="79" y="353"/>
                    </a:lnTo>
                    <a:lnTo>
                      <a:pt x="79" y="362"/>
                    </a:lnTo>
                    <a:lnTo>
                      <a:pt x="79" y="371"/>
                    </a:lnTo>
                    <a:lnTo>
                      <a:pt x="79" y="371"/>
                    </a:lnTo>
                    <a:lnTo>
                      <a:pt x="79" y="371"/>
                    </a:lnTo>
                    <a:lnTo>
                      <a:pt x="79" y="380"/>
                    </a:lnTo>
                    <a:lnTo>
                      <a:pt x="79" y="389"/>
                    </a:lnTo>
                    <a:lnTo>
                      <a:pt x="70" y="389"/>
                    </a:lnTo>
                    <a:lnTo>
                      <a:pt x="70" y="389"/>
                    </a:lnTo>
                    <a:lnTo>
                      <a:pt x="70" y="389"/>
                    </a:lnTo>
                    <a:lnTo>
                      <a:pt x="62" y="398"/>
                    </a:lnTo>
                    <a:lnTo>
                      <a:pt x="44" y="398"/>
                    </a:lnTo>
                    <a:lnTo>
                      <a:pt x="53" y="398"/>
                    </a:lnTo>
                    <a:lnTo>
                      <a:pt x="53" y="398"/>
                    </a:lnTo>
                    <a:lnTo>
                      <a:pt x="62" y="398"/>
                    </a:lnTo>
                    <a:lnTo>
                      <a:pt x="62" y="389"/>
                    </a:lnTo>
                    <a:lnTo>
                      <a:pt x="53" y="380"/>
                    </a:lnTo>
                    <a:lnTo>
                      <a:pt x="53" y="389"/>
                    </a:lnTo>
                    <a:lnTo>
                      <a:pt x="53" y="380"/>
                    </a:lnTo>
                    <a:lnTo>
                      <a:pt x="44" y="380"/>
                    </a:lnTo>
                    <a:lnTo>
                      <a:pt x="53" y="371"/>
                    </a:lnTo>
                    <a:lnTo>
                      <a:pt x="53" y="371"/>
                    </a:lnTo>
                    <a:lnTo>
                      <a:pt x="44" y="362"/>
                    </a:lnTo>
                    <a:lnTo>
                      <a:pt x="44" y="362"/>
                    </a:lnTo>
                    <a:lnTo>
                      <a:pt x="44" y="362"/>
                    </a:lnTo>
                    <a:lnTo>
                      <a:pt x="44" y="362"/>
                    </a:lnTo>
                    <a:lnTo>
                      <a:pt x="35" y="362"/>
                    </a:lnTo>
                    <a:lnTo>
                      <a:pt x="35" y="371"/>
                    </a:lnTo>
                    <a:lnTo>
                      <a:pt x="35" y="389"/>
                    </a:lnTo>
                    <a:lnTo>
                      <a:pt x="35" y="389"/>
                    </a:lnTo>
                    <a:lnTo>
                      <a:pt x="26" y="389"/>
                    </a:lnTo>
                    <a:lnTo>
                      <a:pt x="18" y="389"/>
                    </a:lnTo>
                    <a:lnTo>
                      <a:pt x="18" y="389"/>
                    </a:lnTo>
                    <a:lnTo>
                      <a:pt x="0" y="265"/>
                    </a:lnTo>
                    <a:lnTo>
                      <a:pt x="9" y="26"/>
                    </a:lnTo>
                    <a:lnTo>
                      <a:pt x="0" y="26"/>
                    </a:lnTo>
                    <a:lnTo>
                      <a:pt x="0" y="17"/>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163"/>
              <p:cNvSpPr>
                <a:spLocks/>
              </p:cNvSpPr>
              <p:nvPr/>
            </p:nvSpPr>
            <p:spPr bwMode="auto">
              <a:xfrm>
                <a:off x="3762622" y="3754429"/>
                <a:ext cx="12075" cy="1342"/>
              </a:xfrm>
              <a:custGeom>
                <a:avLst/>
                <a:gdLst/>
                <a:ahLst/>
                <a:cxnLst>
                  <a:cxn ang="0">
                    <a:pos x="9" y="0"/>
                  </a:cxn>
                  <a:cxn ang="0">
                    <a:pos x="9" y="0"/>
                  </a:cxn>
                  <a:cxn ang="0">
                    <a:pos x="0" y="0"/>
                  </a:cxn>
                  <a:cxn ang="0">
                    <a:pos x="9" y="0"/>
                  </a:cxn>
                </a:cxnLst>
                <a:rect l="0" t="0" r="r" b="b"/>
                <a:pathLst>
                  <a:path w="9">
                    <a:moveTo>
                      <a:pt x="9" y="0"/>
                    </a:moveTo>
                    <a:lnTo>
                      <a:pt x="9" y="0"/>
                    </a:lnTo>
                    <a:lnTo>
                      <a:pt x="0" y="0"/>
                    </a:lnTo>
                    <a:lnTo>
                      <a:pt x="9" y="0"/>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164"/>
              <p:cNvSpPr>
                <a:spLocks/>
              </p:cNvSpPr>
              <p:nvPr/>
            </p:nvSpPr>
            <p:spPr bwMode="auto">
              <a:xfrm>
                <a:off x="3762622" y="3754429"/>
                <a:ext cx="12075" cy="1342"/>
              </a:xfrm>
              <a:custGeom>
                <a:avLst/>
                <a:gdLst/>
                <a:ahLst/>
                <a:cxnLst>
                  <a:cxn ang="0">
                    <a:pos x="9" y="0"/>
                  </a:cxn>
                  <a:cxn ang="0">
                    <a:pos x="9" y="0"/>
                  </a:cxn>
                  <a:cxn ang="0">
                    <a:pos x="0" y="0"/>
                  </a:cxn>
                  <a:cxn ang="0">
                    <a:pos x="9" y="0"/>
                  </a:cxn>
                </a:cxnLst>
                <a:rect l="0" t="0" r="r" b="b"/>
                <a:pathLst>
                  <a:path w="9">
                    <a:moveTo>
                      <a:pt x="9" y="0"/>
                    </a:moveTo>
                    <a:lnTo>
                      <a:pt x="9" y="0"/>
                    </a:lnTo>
                    <a:lnTo>
                      <a:pt x="0" y="0"/>
                    </a:lnTo>
                    <a:lnTo>
                      <a:pt x="9" y="0"/>
                    </a:lnTo>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57"/>
              <p:cNvSpPr>
                <a:spLocks/>
              </p:cNvSpPr>
              <p:nvPr/>
            </p:nvSpPr>
            <p:spPr bwMode="auto">
              <a:xfrm>
                <a:off x="3928984" y="2424871"/>
                <a:ext cx="342117" cy="403832"/>
              </a:xfrm>
              <a:custGeom>
                <a:avLst/>
                <a:gdLst/>
                <a:ahLst/>
                <a:cxnLst>
                  <a:cxn ang="0">
                    <a:pos x="52" y="53"/>
                  </a:cxn>
                  <a:cxn ang="0">
                    <a:pos x="79" y="45"/>
                  </a:cxn>
                  <a:cxn ang="0">
                    <a:pos x="88" y="53"/>
                  </a:cxn>
                  <a:cxn ang="0">
                    <a:pos x="105" y="62"/>
                  </a:cxn>
                  <a:cxn ang="0">
                    <a:pos x="114" y="53"/>
                  </a:cxn>
                  <a:cxn ang="0">
                    <a:pos x="114" y="62"/>
                  </a:cxn>
                  <a:cxn ang="0">
                    <a:pos x="114" y="62"/>
                  </a:cxn>
                  <a:cxn ang="0">
                    <a:pos x="123" y="62"/>
                  </a:cxn>
                  <a:cxn ang="0">
                    <a:pos x="132" y="62"/>
                  </a:cxn>
                  <a:cxn ang="0">
                    <a:pos x="149" y="62"/>
                  </a:cxn>
                  <a:cxn ang="0">
                    <a:pos x="158" y="53"/>
                  </a:cxn>
                  <a:cxn ang="0">
                    <a:pos x="176" y="53"/>
                  </a:cxn>
                  <a:cxn ang="0">
                    <a:pos x="193" y="36"/>
                  </a:cxn>
                  <a:cxn ang="0">
                    <a:pos x="202" y="27"/>
                  </a:cxn>
                  <a:cxn ang="0">
                    <a:pos x="237" y="0"/>
                  </a:cxn>
                  <a:cxn ang="0">
                    <a:pos x="255" y="106"/>
                  </a:cxn>
                  <a:cxn ang="0">
                    <a:pos x="255" y="106"/>
                  </a:cxn>
                  <a:cxn ang="0">
                    <a:pos x="255" y="115"/>
                  </a:cxn>
                  <a:cxn ang="0">
                    <a:pos x="255" y="142"/>
                  </a:cxn>
                  <a:cxn ang="0">
                    <a:pos x="255" y="160"/>
                  </a:cxn>
                  <a:cxn ang="0">
                    <a:pos x="255" y="168"/>
                  </a:cxn>
                  <a:cxn ang="0">
                    <a:pos x="255" y="177"/>
                  </a:cxn>
                  <a:cxn ang="0">
                    <a:pos x="246" y="195"/>
                  </a:cxn>
                  <a:cxn ang="0">
                    <a:pos x="237" y="204"/>
                  </a:cxn>
                  <a:cxn ang="0">
                    <a:pos x="220" y="213"/>
                  </a:cxn>
                  <a:cxn ang="0">
                    <a:pos x="211" y="221"/>
                  </a:cxn>
                  <a:cxn ang="0">
                    <a:pos x="202" y="230"/>
                  </a:cxn>
                  <a:cxn ang="0">
                    <a:pos x="202" y="239"/>
                  </a:cxn>
                  <a:cxn ang="0">
                    <a:pos x="202" y="257"/>
                  </a:cxn>
                  <a:cxn ang="0">
                    <a:pos x="193" y="248"/>
                  </a:cxn>
                  <a:cxn ang="0">
                    <a:pos x="184" y="257"/>
                  </a:cxn>
                  <a:cxn ang="0">
                    <a:pos x="184" y="266"/>
                  </a:cxn>
                  <a:cxn ang="0">
                    <a:pos x="184" y="274"/>
                  </a:cxn>
                  <a:cxn ang="0">
                    <a:pos x="184" y="283"/>
                  </a:cxn>
                  <a:cxn ang="0">
                    <a:pos x="176" y="292"/>
                  </a:cxn>
                  <a:cxn ang="0">
                    <a:pos x="167" y="301"/>
                  </a:cxn>
                  <a:cxn ang="0">
                    <a:pos x="167" y="301"/>
                  </a:cxn>
                  <a:cxn ang="0">
                    <a:pos x="158" y="292"/>
                  </a:cxn>
                  <a:cxn ang="0">
                    <a:pos x="149" y="283"/>
                  </a:cxn>
                  <a:cxn ang="0">
                    <a:pos x="132" y="283"/>
                  </a:cxn>
                  <a:cxn ang="0">
                    <a:pos x="123" y="292"/>
                  </a:cxn>
                  <a:cxn ang="0">
                    <a:pos x="114" y="292"/>
                  </a:cxn>
                  <a:cxn ang="0">
                    <a:pos x="105" y="292"/>
                  </a:cxn>
                  <a:cxn ang="0">
                    <a:pos x="96" y="292"/>
                  </a:cxn>
                  <a:cxn ang="0">
                    <a:pos x="79" y="283"/>
                  </a:cxn>
                  <a:cxn ang="0">
                    <a:pos x="70" y="283"/>
                  </a:cxn>
                  <a:cxn ang="0">
                    <a:pos x="52" y="274"/>
                  </a:cxn>
                  <a:cxn ang="0">
                    <a:pos x="44" y="266"/>
                  </a:cxn>
                  <a:cxn ang="0">
                    <a:pos x="26" y="266"/>
                  </a:cxn>
                  <a:cxn ang="0">
                    <a:pos x="8" y="133"/>
                  </a:cxn>
                </a:cxnLst>
                <a:rect l="0" t="0" r="r" b="b"/>
                <a:pathLst>
                  <a:path w="255" h="301">
                    <a:moveTo>
                      <a:pt x="0" y="62"/>
                    </a:moveTo>
                    <a:lnTo>
                      <a:pt x="52" y="53"/>
                    </a:lnTo>
                    <a:lnTo>
                      <a:pt x="70" y="45"/>
                    </a:lnTo>
                    <a:lnTo>
                      <a:pt x="79" y="45"/>
                    </a:lnTo>
                    <a:lnTo>
                      <a:pt x="88" y="53"/>
                    </a:lnTo>
                    <a:lnTo>
                      <a:pt x="88" y="53"/>
                    </a:lnTo>
                    <a:lnTo>
                      <a:pt x="96" y="53"/>
                    </a:lnTo>
                    <a:lnTo>
                      <a:pt x="105" y="62"/>
                    </a:lnTo>
                    <a:lnTo>
                      <a:pt x="105" y="62"/>
                    </a:lnTo>
                    <a:lnTo>
                      <a:pt x="114" y="53"/>
                    </a:lnTo>
                    <a:lnTo>
                      <a:pt x="114" y="62"/>
                    </a:lnTo>
                    <a:lnTo>
                      <a:pt x="114" y="62"/>
                    </a:lnTo>
                    <a:lnTo>
                      <a:pt x="105" y="62"/>
                    </a:lnTo>
                    <a:lnTo>
                      <a:pt x="114" y="62"/>
                    </a:lnTo>
                    <a:lnTo>
                      <a:pt x="114" y="62"/>
                    </a:lnTo>
                    <a:lnTo>
                      <a:pt x="123" y="62"/>
                    </a:lnTo>
                    <a:lnTo>
                      <a:pt x="132" y="62"/>
                    </a:lnTo>
                    <a:lnTo>
                      <a:pt x="132" y="62"/>
                    </a:lnTo>
                    <a:lnTo>
                      <a:pt x="140" y="62"/>
                    </a:lnTo>
                    <a:lnTo>
                      <a:pt x="149" y="62"/>
                    </a:lnTo>
                    <a:lnTo>
                      <a:pt x="149" y="53"/>
                    </a:lnTo>
                    <a:lnTo>
                      <a:pt x="158" y="53"/>
                    </a:lnTo>
                    <a:lnTo>
                      <a:pt x="167" y="53"/>
                    </a:lnTo>
                    <a:lnTo>
                      <a:pt x="176" y="53"/>
                    </a:lnTo>
                    <a:lnTo>
                      <a:pt x="184" y="45"/>
                    </a:lnTo>
                    <a:lnTo>
                      <a:pt x="193" y="36"/>
                    </a:lnTo>
                    <a:lnTo>
                      <a:pt x="193" y="27"/>
                    </a:lnTo>
                    <a:lnTo>
                      <a:pt x="202" y="27"/>
                    </a:lnTo>
                    <a:lnTo>
                      <a:pt x="211" y="18"/>
                    </a:lnTo>
                    <a:lnTo>
                      <a:pt x="237" y="0"/>
                    </a:lnTo>
                    <a:lnTo>
                      <a:pt x="237" y="0"/>
                    </a:lnTo>
                    <a:lnTo>
                      <a:pt x="255" y="106"/>
                    </a:lnTo>
                    <a:lnTo>
                      <a:pt x="255" y="106"/>
                    </a:lnTo>
                    <a:lnTo>
                      <a:pt x="255" y="106"/>
                    </a:lnTo>
                    <a:lnTo>
                      <a:pt x="255" y="115"/>
                    </a:lnTo>
                    <a:lnTo>
                      <a:pt x="255" y="115"/>
                    </a:lnTo>
                    <a:lnTo>
                      <a:pt x="255" y="133"/>
                    </a:lnTo>
                    <a:lnTo>
                      <a:pt x="255" y="142"/>
                    </a:lnTo>
                    <a:lnTo>
                      <a:pt x="255" y="151"/>
                    </a:lnTo>
                    <a:lnTo>
                      <a:pt x="255" y="160"/>
                    </a:lnTo>
                    <a:lnTo>
                      <a:pt x="255" y="168"/>
                    </a:lnTo>
                    <a:lnTo>
                      <a:pt x="255" y="168"/>
                    </a:lnTo>
                    <a:lnTo>
                      <a:pt x="255" y="168"/>
                    </a:lnTo>
                    <a:lnTo>
                      <a:pt x="255" y="177"/>
                    </a:lnTo>
                    <a:lnTo>
                      <a:pt x="255" y="177"/>
                    </a:lnTo>
                    <a:lnTo>
                      <a:pt x="246" y="195"/>
                    </a:lnTo>
                    <a:lnTo>
                      <a:pt x="246" y="195"/>
                    </a:lnTo>
                    <a:lnTo>
                      <a:pt x="237" y="204"/>
                    </a:lnTo>
                    <a:lnTo>
                      <a:pt x="228" y="213"/>
                    </a:lnTo>
                    <a:lnTo>
                      <a:pt x="220" y="213"/>
                    </a:lnTo>
                    <a:lnTo>
                      <a:pt x="211" y="221"/>
                    </a:lnTo>
                    <a:lnTo>
                      <a:pt x="211" y="221"/>
                    </a:lnTo>
                    <a:lnTo>
                      <a:pt x="211" y="230"/>
                    </a:lnTo>
                    <a:lnTo>
                      <a:pt x="202" y="230"/>
                    </a:lnTo>
                    <a:lnTo>
                      <a:pt x="202" y="239"/>
                    </a:lnTo>
                    <a:lnTo>
                      <a:pt x="202" y="239"/>
                    </a:lnTo>
                    <a:lnTo>
                      <a:pt x="202" y="248"/>
                    </a:lnTo>
                    <a:lnTo>
                      <a:pt x="202" y="257"/>
                    </a:lnTo>
                    <a:lnTo>
                      <a:pt x="202" y="257"/>
                    </a:lnTo>
                    <a:lnTo>
                      <a:pt x="193" y="248"/>
                    </a:lnTo>
                    <a:lnTo>
                      <a:pt x="193" y="248"/>
                    </a:lnTo>
                    <a:lnTo>
                      <a:pt x="184" y="257"/>
                    </a:lnTo>
                    <a:lnTo>
                      <a:pt x="184" y="257"/>
                    </a:lnTo>
                    <a:lnTo>
                      <a:pt x="184" y="266"/>
                    </a:lnTo>
                    <a:lnTo>
                      <a:pt x="184" y="266"/>
                    </a:lnTo>
                    <a:lnTo>
                      <a:pt x="184" y="274"/>
                    </a:lnTo>
                    <a:lnTo>
                      <a:pt x="184" y="274"/>
                    </a:lnTo>
                    <a:lnTo>
                      <a:pt x="184" y="283"/>
                    </a:lnTo>
                    <a:lnTo>
                      <a:pt x="176" y="283"/>
                    </a:lnTo>
                    <a:lnTo>
                      <a:pt x="176" y="292"/>
                    </a:lnTo>
                    <a:lnTo>
                      <a:pt x="176" y="301"/>
                    </a:lnTo>
                    <a:lnTo>
                      <a:pt x="167" y="301"/>
                    </a:lnTo>
                    <a:lnTo>
                      <a:pt x="167" y="301"/>
                    </a:lnTo>
                    <a:lnTo>
                      <a:pt x="167" y="301"/>
                    </a:lnTo>
                    <a:lnTo>
                      <a:pt x="158" y="301"/>
                    </a:lnTo>
                    <a:lnTo>
                      <a:pt x="158" y="292"/>
                    </a:lnTo>
                    <a:lnTo>
                      <a:pt x="149" y="292"/>
                    </a:lnTo>
                    <a:lnTo>
                      <a:pt x="149" y="283"/>
                    </a:lnTo>
                    <a:lnTo>
                      <a:pt x="140" y="274"/>
                    </a:lnTo>
                    <a:lnTo>
                      <a:pt x="132" y="283"/>
                    </a:lnTo>
                    <a:lnTo>
                      <a:pt x="132" y="283"/>
                    </a:lnTo>
                    <a:lnTo>
                      <a:pt x="123" y="292"/>
                    </a:lnTo>
                    <a:lnTo>
                      <a:pt x="123" y="292"/>
                    </a:lnTo>
                    <a:lnTo>
                      <a:pt x="114" y="292"/>
                    </a:lnTo>
                    <a:lnTo>
                      <a:pt x="114" y="292"/>
                    </a:lnTo>
                    <a:lnTo>
                      <a:pt x="105" y="292"/>
                    </a:lnTo>
                    <a:lnTo>
                      <a:pt x="105" y="292"/>
                    </a:lnTo>
                    <a:lnTo>
                      <a:pt x="96" y="292"/>
                    </a:lnTo>
                    <a:lnTo>
                      <a:pt x="96" y="292"/>
                    </a:lnTo>
                    <a:lnTo>
                      <a:pt x="79" y="283"/>
                    </a:lnTo>
                    <a:lnTo>
                      <a:pt x="79" y="283"/>
                    </a:lnTo>
                    <a:lnTo>
                      <a:pt x="70" y="283"/>
                    </a:lnTo>
                    <a:lnTo>
                      <a:pt x="61" y="283"/>
                    </a:lnTo>
                    <a:lnTo>
                      <a:pt x="52" y="274"/>
                    </a:lnTo>
                    <a:lnTo>
                      <a:pt x="52" y="266"/>
                    </a:lnTo>
                    <a:lnTo>
                      <a:pt x="44" y="266"/>
                    </a:lnTo>
                    <a:lnTo>
                      <a:pt x="35" y="266"/>
                    </a:lnTo>
                    <a:lnTo>
                      <a:pt x="26" y="266"/>
                    </a:lnTo>
                    <a:lnTo>
                      <a:pt x="17" y="266"/>
                    </a:lnTo>
                    <a:lnTo>
                      <a:pt x="8" y="133"/>
                    </a:lnTo>
                    <a:lnTo>
                      <a:pt x="0" y="6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0" name="Group 127"/>
            <p:cNvGrpSpPr/>
            <p:nvPr/>
          </p:nvGrpSpPr>
          <p:grpSpPr>
            <a:xfrm>
              <a:off x="812374" y="1547444"/>
              <a:ext cx="4367012" cy="2700705"/>
              <a:chOff x="812374" y="1547444"/>
              <a:chExt cx="4367012" cy="2700705"/>
            </a:xfrm>
          </p:grpSpPr>
          <p:sp>
            <p:nvSpPr>
              <p:cNvPr id="151" name="Freeform 138"/>
              <p:cNvSpPr>
                <a:spLocks/>
              </p:cNvSpPr>
              <p:nvPr/>
            </p:nvSpPr>
            <p:spPr bwMode="auto">
              <a:xfrm>
                <a:off x="3703590" y="2495978"/>
                <a:ext cx="260277" cy="450788"/>
              </a:xfrm>
              <a:custGeom>
                <a:avLst/>
                <a:gdLst/>
                <a:ahLst/>
                <a:cxnLst>
                  <a:cxn ang="0">
                    <a:pos x="0" y="336"/>
                  </a:cxn>
                  <a:cxn ang="0">
                    <a:pos x="0" y="319"/>
                  </a:cxn>
                  <a:cxn ang="0">
                    <a:pos x="9" y="310"/>
                  </a:cxn>
                  <a:cxn ang="0">
                    <a:pos x="9" y="301"/>
                  </a:cxn>
                  <a:cxn ang="0">
                    <a:pos x="18" y="292"/>
                  </a:cxn>
                  <a:cxn ang="0">
                    <a:pos x="18" y="275"/>
                  </a:cxn>
                  <a:cxn ang="0">
                    <a:pos x="27" y="266"/>
                  </a:cxn>
                  <a:cxn ang="0">
                    <a:pos x="27" y="248"/>
                  </a:cxn>
                  <a:cxn ang="0">
                    <a:pos x="27" y="239"/>
                  </a:cxn>
                  <a:cxn ang="0">
                    <a:pos x="18" y="230"/>
                  </a:cxn>
                  <a:cxn ang="0">
                    <a:pos x="18" y="213"/>
                  </a:cxn>
                  <a:cxn ang="0">
                    <a:pos x="9" y="27"/>
                  </a:cxn>
                  <a:cxn ang="0">
                    <a:pos x="9" y="27"/>
                  </a:cxn>
                  <a:cxn ang="0">
                    <a:pos x="27" y="27"/>
                  </a:cxn>
                  <a:cxn ang="0">
                    <a:pos x="44" y="18"/>
                  </a:cxn>
                  <a:cxn ang="0">
                    <a:pos x="80" y="9"/>
                  </a:cxn>
                  <a:cxn ang="0">
                    <a:pos x="168" y="9"/>
                  </a:cxn>
                  <a:cxn ang="0">
                    <a:pos x="185" y="213"/>
                  </a:cxn>
                  <a:cxn ang="0">
                    <a:pos x="194" y="221"/>
                  </a:cxn>
                  <a:cxn ang="0">
                    <a:pos x="194" y="230"/>
                  </a:cxn>
                  <a:cxn ang="0">
                    <a:pos x="185" y="239"/>
                  </a:cxn>
                  <a:cxn ang="0">
                    <a:pos x="168" y="248"/>
                  </a:cxn>
                  <a:cxn ang="0">
                    <a:pos x="159" y="248"/>
                  </a:cxn>
                  <a:cxn ang="0">
                    <a:pos x="159" y="257"/>
                  </a:cxn>
                  <a:cxn ang="0">
                    <a:pos x="150" y="266"/>
                  </a:cxn>
                  <a:cxn ang="0">
                    <a:pos x="150" y="283"/>
                  </a:cxn>
                  <a:cxn ang="0">
                    <a:pos x="132" y="283"/>
                  </a:cxn>
                  <a:cxn ang="0">
                    <a:pos x="132" y="301"/>
                  </a:cxn>
                  <a:cxn ang="0">
                    <a:pos x="124" y="310"/>
                  </a:cxn>
                  <a:cxn ang="0">
                    <a:pos x="115" y="310"/>
                  </a:cxn>
                  <a:cxn ang="0">
                    <a:pos x="106" y="292"/>
                  </a:cxn>
                  <a:cxn ang="0">
                    <a:pos x="97" y="301"/>
                  </a:cxn>
                  <a:cxn ang="0">
                    <a:pos x="97" y="319"/>
                  </a:cxn>
                  <a:cxn ang="0">
                    <a:pos x="88" y="328"/>
                  </a:cxn>
                  <a:cxn ang="0">
                    <a:pos x="80" y="319"/>
                  </a:cxn>
                  <a:cxn ang="0">
                    <a:pos x="71" y="319"/>
                  </a:cxn>
                  <a:cxn ang="0">
                    <a:pos x="62" y="328"/>
                  </a:cxn>
                  <a:cxn ang="0">
                    <a:pos x="62" y="336"/>
                  </a:cxn>
                  <a:cxn ang="0">
                    <a:pos x="44" y="319"/>
                  </a:cxn>
                  <a:cxn ang="0">
                    <a:pos x="27" y="328"/>
                  </a:cxn>
                  <a:cxn ang="0">
                    <a:pos x="27" y="336"/>
                  </a:cxn>
                  <a:cxn ang="0">
                    <a:pos x="18" y="328"/>
                  </a:cxn>
                  <a:cxn ang="0">
                    <a:pos x="9" y="336"/>
                  </a:cxn>
                  <a:cxn ang="0">
                    <a:pos x="9" y="336"/>
                  </a:cxn>
                </a:cxnLst>
                <a:rect l="0" t="0" r="r" b="b"/>
                <a:pathLst>
                  <a:path w="194" h="336">
                    <a:moveTo>
                      <a:pt x="9" y="336"/>
                    </a:moveTo>
                    <a:lnTo>
                      <a:pt x="0" y="336"/>
                    </a:lnTo>
                    <a:lnTo>
                      <a:pt x="0" y="328"/>
                    </a:lnTo>
                    <a:lnTo>
                      <a:pt x="0" y="319"/>
                    </a:lnTo>
                    <a:lnTo>
                      <a:pt x="9" y="319"/>
                    </a:lnTo>
                    <a:lnTo>
                      <a:pt x="9" y="310"/>
                    </a:lnTo>
                    <a:lnTo>
                      <a:pt x="9" y="310"/>
                    </a:lnTo>
                    <a:lnTo>
                      <a:pt x="9" y="301"/>
                    </a:lnTo>
                    <a:lnTo>
                      <a:pt x="9" y="292"/>
                    </a:lnTo>
                    <a:lnTo>
                      <a:pt x="18" y="292"/>
                    </a:lnTo>
                    <a:lnTo>
                      <a:pt x="18" y="283"/>
                    </a:lnTo>
                    <a:lnTo>
                      <a:pt x="18" y="275"/>
                    </a:lnTo>
                    <a:lnTo>
                      <a:pt x="27" y="266"/>
                    </a:lnTo>
                    <a:lnTo>
                      <a:pt x="27" y="266"/>
                    </a:lnTo>
                    <a:lnTo>
                      <a:pt x="27" y="257"/>
                    </a:lnTo>
                    <a:lnTo>
                      <a:pt x="27" y="248"/>
                    </a:lnTo>
                    <a:lnTo>
                      <a:pt x="27" y="248"/>
                    </a:lnTo>
                    <a:lnTo>
                      <a:pt x="27" y="239"/>
                    </a:lnTo>
                    <a:lnTo>
                      <a:pt x="18" y="230"/>
                    </a:lnTo>
                    <a:lnTo>
                      <a:pt x="18" y="230"/>
                    </a:lnTo>
                    <a:lnTo>
                      <a:pt x="18" y="221"/>
                    </a:lnTo>
                    <a:lnTo>
                      <a:pt x="18" y="213"/>
                    </a:lnTo>
                    <a:lnTo>
                      <a:pt x="27" y="213"/>
                    </a:lnTo>
                    <a:lnTo>
                      <a:pt x="9" y="27"/>
                    </a:lnTo>
                    <a:lnTo>
                      <a:pt x="9" y="27"/>
                    </a:lnTo>
                    <a:lnTo>
                      <a:pt x="9" y="27"/>
                    </a:lnTo>
                    <a:lnTo>
                      <a:pt x="18" y="27"/>
                    </a:lnTo>
                    <a:lnTo>
                      <a:pt x="27" y="27"/>
                    </a:lnTo>
                    <a:lnTo>
                      <a:pt x="36" y="27"/>
                    </a:lnTo>
                    <a:lnTo>
                      <a:pt x="44" y="18"/>
                    </a:lnTo>
                    <a:lnTo>
                      <a:pt x="44" y="18"/>
                    </a:lnTo>
                    <a:lnTo>
                      <a:pt x="80" y="9"/>
                    </a:lnTo>
                    <a:lnTo>
                      <a:pt x="159" y="0"/>
                    </a:lnTo>
                    <a:lnTo>
                      <a:pt x="168" y="9"/>
                    </a:lnTo>
                    <a:lnTo>
                      <a:pt x="176" y="80"/>
                    </a:lnTo>
                    <a:lnTo>
                      <a:pt x="185" y="213"/>
                    </a:lnTo>
                    <a:lnTo>
                      <a:pt x="185" y="213"/>
                    </a:lnTo>
                    <a:lnTo>
                      <a:pt x="194" y="221"/>
                    </a:lnTo>
                    <a:lnTo>
                      <a:pt x="185" y="230"/>
                    </a:lnTo>
                    <a:lnTo>
                      <a:pt x="194" y="230"/>
                    </a:lnTo>
                    <a:lnTo>
                      <a:pt x="194" y="239"/>
                    </a:lnTo>
                    <a:lnTo>
                      <a:pt x="185" y="239"/>
                    </a:lnTo>
                    <a:lnTo>
                      <a:pt x="168" y="248"/>
                    </a:lnTo>
                    <a:lnTo>
                      <a:pt x="168" y="248"/>
                    </a:lnTo>
                    <a:lnTo>
                      <a:pt x="159" y="248"/>
                    </a:lnTo>
                    <a:lnTo>
                      <a:pt x="159" y="248"/>
                    </a:lnTo>
                    <a:lnTo>
                      <a:pt x="159" y="248"/>
                    </a:lnTo>
                    <a:lnTo>
                      <a:pt x="159" y="257"/>
                    </a:lnTo>
                    <a:lnTo>
                      <a:pt x="159" y="266"/>
                    </a:lnTo>
                    <a:lnTo>
                      <a:pt x="150" y="266"/>
                    </a:lnTo>
                    <a:lnTo>
                      <a:pt x="150" y="275"/>
                    </a:lnTo>
                    <a:lnTo>
                      <a:pt x="150" y="283"/>
                    </a:lnTo>
                    <a:lnTo>
                      <a:pt x="141" y="283"/>
                    </a:lnTo>
                    <a:lnTo>
                      <a:pt x="132" y="283"/>
                    </a:lnTo>
                    <a:lnTo>
                      <a:pt x="132" y="292"/>
                    </a:lnTo>
                    <a:lnTo>
                      <a:pt x="132" y="301"/>
                    </a:lnTo>
                    <a:lnTo>
                      <a:pt x="132" y="310"/>
                    </a:lnTo>
                    <a:lnTo>
                      <a:pt x="124" y="310"/>
                    </a:lnTo>
                    <a:lnTo>
                      <a:pt x="115" y="310"/>
                    </a:lnTo>
                    <a:lnTo>
                      <a:pt x="115" y="310"/>
                    </a:lnTo>
                    <a:lnTo>
                      <a:pt x="106" y="301"/>
                    </a:lnTo>
                    <a:lnTo>
                      <a:pt x="106" y="292"/>
                    </a:lnTo>
                    <a:lnTo>
                      <a:pt x="106" y="301"/>
                    </a:lnTo>
                    <a:lnTo>
                      <a:pt x="97" y="301"/>
                    </a:lnTo>
                    <a:lnTo>
                      <a:pt x="97" y="310"/>
                    </a:lnTo>
                    <a:lnTo>
                      <a:pt x="97" y="319"/>
                    </a:lnTo>
                    <a:lnTo>
                      <a:pt x="97" y="319"/>
                    </a:lnTo>
                    <a:lnTo>
                      <a:pt x="88" y="328"/>
                    </a:lnTo>
                    <a:lnTo>
                      <a:pt x="88" y="319"/>
                    </a:lnTo>
                    <a:lnTo>
                      <a:pt x="80" y="319"/>
                    </a:lnTo>
                    <a:lnTo>
                      <a:pt x="80" y="319"/>
                    </a:lnTo>
                    <a:lnTo>
                      <a:pt x="71" y="319"/>
                    </a:lnTo>
                    <a:lnTo>
                      <a:pt x="71" y="319"/>
                    </a:lnTo>
                    <a:lnTo>
                      <a:pt x="62" y="328"/>
                    </a:lnTo>
                    <a:lnTo>
                      <a:pt x="62" y="328"/>
                    </a:lnTo>
                    <a:lnTo>
                      <a:pt x="62" y="336"/>
                    </a:lnTo>
                    <a:lnTo>
                      <a:pt x="62" y="328"/>
                    </a:lnTo>
                    <a:lnTo>
                      <a:pt x="44" y="319"/>
                    </a:lnTo>
                    <a:lnTo>
                      <a:pt x="36" y="328"/>
                    </a:lnTo>
                    <a:lnTo>
                      <a:pt x="27" y="328"/>
                    </a:lnTo>
                    <a:lnTo>
                      <a:pt x="36" y="328"/>
                    </a:lnTo>
                    <a:lnTo>
                      <a:pt x="27" y="336"/>
                    </a:lnTo>
                    <a:lnTo>
                      <a:pt x="27" y="328"/>
                    </a:lnTo>
                    <a:lnTo>
                      <a:pt x="18" y="328"/>
                    </a:lnTo>
                    <a:lnTo>
                      <a:pt x="9" y="328"/>
                    </a:lnTo>
                    <a:lnTo>
                      <a:pt x="9" y="336"/>
                    </a:lnTo>
                    <a:lnTo>
                      <a:pt x="9" y="336"/>
                    </a:lnTo>
                    <a:lnTo>
                      <a:pt x="9" y="336"/>
                    </a:lnTo>
                  </a:path>
                </a:pathLst>
              </a:custGeom>
              <a:solidFill>
                <a:schemeClr val="accent1"/>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7"/>
              <p:cNvSpPr>
                <a:spLocks/>
              </p:cNvSpPr>
              <p:nvPr/>
            </p:nvSpPr>
            <p:spPr bwMode="auto">
              <a:xfrm>
                <a:off x="3279634" y="1998232"/>
                <a:ext cx="413223" cy="462863"/>
              </a:xfrm>
              <a:custGeom>
                <a:avLst/>
                <a:gdLst/>
                <a:ahLst/>
                <a:cxnLst>
                  <a:cxn ang="0">
                    <a:pos x="44" y="18"/>
                  </a:cxn>
                  <a:cxn ang="0">
                    <a:pos x="79" y="9"/>
                  </a:cxn>
                  <a:cxn ang="0">
                    <a:pos x="96" y="0"/>
                  </a:cxn>
                  <a:cxn ang="0">
                    <a:pos x="105" y="9"/>
                  </a:cxn>
                  <a:cxn ang="0">
                    <a:pos x="105" y="18"/>
                  </a:cxn>
                  <a:cxn ang="0">
                    <a:pos x="105" y="18"/>
                  </a:cxn>
                  <a:cxn ang="0">
                    <a:pos x="132" y="27"/>
                  </a:cxn>
                  <a:cxn ang="0">
                    <a:pos x="140" y="35"/>
                  </a:cxn>
                  <a:cxn ang="0">
                    <a:pos x="220" y="62"/>
                  </a:cxn>
                  <a:cxn ang="0">
                    <a:pos x="237" y="62"/>
                  </a:cxn>
                  <a:cxn ang="0">
                    <a:pos x="255" y="71"/>
                  </a:cxn>
                  <a:cxn ang="0">
                    <a:pos x="272" y="80"/>
                  </a:cxn>
                  <a:cxn ang="0">
                    <a:pos x="281" y="88"/>
                  </a:cxn>
                  <a:cxn ang="0">
                    <a:pos x="272" y="106"/>
                  </a:cxn>
                  <a:cxn ang="0">
                    <a:pos x="281" y="115"/>
                  </a:cxn>
                  <a:cxn ang="0">
                    <a:pos x="290" y="124"/>
                  </a:cxn>
                  <a:cxn ang="0">
                    <a:pos x="290" y="133"/>
                  </a:cxn>
                  <a:cxn ang="0">
                    <a:pos x="281" y="150"/>
                  </a:cxn>
                  <a:cxn ang="0">
                    <a:pos x="272" y="168"/>
                  </a:cxn>
                  <a:cxn ang="0">
                    <a:pos x="281" y="168"/>
                  </a:cxn>
                  <a:cxn ang="0">
                    <a:pos x="290" y="150"/>
                  </a:cxn>
                  <a:cxn ang="0">
                    <a:pos x="299" y="142"/>
                  </a:cxn>
                  <a:cxn ang="0">
                    <a:pos x="308" y="159"/>
                  </a:cxn>
                  <a:cxn ang="0">
                    <a:pos x="299" y="186"/>
                  </a:cxn>
                  <a:cxn ang="0">
                    <a:pos x="299" y="203"/>
                  </a:cxn>
                  <a:cxn ang="0">
                    <a:pos x="290" y="230"/>
                  </a:cxn>
                  <a:cxn ang="0">
                    <a:pos x="290" y="248"/>
                  </a:cxn>
                  <a:cxn ang="0">
                    <a:pos x="290" y="265"/>
                  </a:cxn>
                  <a:cxn ang="0">
                    <a:pos x="290" y="292"/>
                  </a:cxn>
                  <a:cxn ang="0">
                    <a:pos x="299" y="310"/>
                  </a:cxn>
                  <a:cxn ang="0">
                    <a:pos x="299" y="327"/>
                  </a:cxn>
                  <a:cxn ang="0">
                    <a:pos x="228" y="345"/>
                  </a:cxn>
                  <a:cxn ang="0">
                    <a:pos x="114" y="336"/>
                  </a:cxn>
                  <a:cxn ang="0">
                    <a:pos x="105" y="318"/>
                  </a:cxn>
                  <a:cxn ang="0">
                    <a:pos x="105" y="301"/>
                  </a:cxn>
                  <a:cxn ang="0">
                    <a:pos x="105" y="283"/>
                  </a:cxn>
                  <a:cxn ang="0">
                    <a:pos x="96" y="274"/>
                  </a:cxn>
                  <a:cxn ang="0">
                    <a:pos x="96" y="256"/>
                  </a:cxn>
                  <a:cxn ang="0">
                    <a:pos x="88" y="230"/>
                  </a:cxn>
                  <a:cxn ang="0">
                    <a:pos x="70" y="230"/>
                  </a:cxn>
                  <a:cxn ang="0">
                    <a:pos x="44" y="203"/>
                  </a:cxn>
                  <a:cxn ang="0">
                    <a:pos x="35" y="195"/>
                  </a:cxn>
                  <a:cxn ang="0">
                    <a:pos x="8" y="186"/>
                  </a:cxn>
                  <a:cxn ang="0">
                    <a:pos x="8" y="159"/>
                  </a:cxn>
                  <a:cxn ang="0">
                    <a:pos x="8" y="133"/>
                  </a:cxn>
                  <a:cxn ang="0">
                    <a:pos x="0" y="115"/>
                  </a:cxn>
                  <a:cxn ang="0">
                    <a:pos x="0" y="97"/>
                  </a:cxn>
                  <a:cxn ang="0">
                    <a:pos x="17" y="80"/>
                  </a:cxn>
                  <a:cxn ang="0">
                    <a:pos x="26" y="62"/>
                  </a:cxn>
                  <a:cxn ang="0">
                    <a:pos x="35" y="18"/>
                  </a:cxn>
                </a:cxnLst>
                <a:rect l="0" t="0" r="r" b="b"/>
                <a:pathLst>
                  <a:path w="308" h="345">
                    <a:moveTo>
                      <a:pt x="35" y="18"/>
                    </a:moveTo>
                    <a:lnTo>
                      <a:pt x="44" y="18"/>
                    </a:lnTo>
                    <a:lnTo>
                      <a:pt x="44" y="18"/>
                    </a:lnTo>
                    <a:lnTo>
                      <a:pt x="52" y="18"/>
                    </a:lnTo>
                    <a:lnTo>
                      <a:pt x="70" y="9"/>
                    </a:lnTo>
                    <a:lnTo>
                      <a:pt x="79" y="9"/>
                    </a:lnTo>
                    <a:lnTo>
                      <a:pt x="88" y="9"/>
                    </a:lnTo>
                    <a:lnTo>
                      <a:pt x="88" y="0"/>
                    </a:lnTo>
                    <a:lnTo>
                      <a:pt x="96" y="0"/>
                    </a:lnTo>
                    <a:lnTo>
                      <a:pt x="105" y="0"/>
                    </a:lnTo>
                    <a:lnTo>
                      <a:pt x="105" y="0"/>
                    </a:lnTo>
                    <a:lnTo>
                      <a:pt x="105" y="9"/>
                    </a:lnTo>
                    <a:lnTo>
                      <a:pt x="105" y="9"/>
                    </a:lnTo>
                    <a:lnTo>
                      <a:pt x="105" y="18"/>
                    </a:lnTo>
                    <a:lnTo>
                      <a:pt x="105" y="18"/>
                    </a:lnTo>
                    <a:lnTo>
                      <a:pt x="96" y="27"/>
                    </a:lnTo>
                    <a:lnTo>
                      <a:pt x="105" y="27"/>
                    </a:lnTo>
                    <a:lnTo>
                      <a:pt x="105" y="18"/>
                    </a:lnTo>
                    <a:lnTo>
                      <a:pt x="114" y="18"/>
                    </a:lnTo>
                    <a:lnTo>
                      <a:pt x="123" y="27"/>
                    </a:lnTo>
                    <a:lnTo>
                      <a:pt x="132" y="27"/>
                    </a:lnTo>
                    <a:lnTo>
                      <a:pt x="132" y="27"/>
                    </a:lnTo>
                    <a:lnTo>
                      <a:pt x="132" y="27"/>
                    </a:lnTo>
                    <a:lnTo>
                      <a:pt x="140" y="35"/>
                    </a:lnTo>
                    <a:lnTo>
                      <a:pt x="149" y="44"/>
                    </a:lnTo>
                    <a:lnTo>
                      <a:pt x="202" y="53"/>
                    </a:lnTo>
                    <a:lnTo>
                      <a:pt x="220" y="62"/>
                    </a:lnTo>
                    <a:lnTo>
                      <a:pt x="220" y="62"/>
                    </a:lnTo>
                    <a:lnTo>
                      <a:pt x="228" y="62"/>
                    </a:lnTo>
                    <a:lnTo>
                      <a:pt x="237" y="62"/>
                    </a:lnTo>
                    <a:lnTo>
                      <a:pt x="237" y="62"/>
                    </a:lnTo>
                    <a:lnTo>
                      <a:pt x="255" y="62"/>
                    </a:lnTo>
                    <a:lnTo>
                      <a:pt x="255" y="71"/>
                    </a:lnTo>
                    <a:lnTo>
                      <a:pt x="255" y="80"/>
                    </a:lnTo>
                    <a:lnTo>
                      <a:pt x="264" y="80"/>
                    </a:lnTo>
                    <a:lnTo>
                      <a:pt x="272" y="80"/>
                    </a:lnTo>
                    <a:lnTo>
                      <a:pt x="272" y="80"/>
                    </a:lnTo>
                    <a:lnTo>
                      <a:pt x="272" y="88"/>
                    </a:lnTo>
                    <a:lnTo>
                      <a:pt x="281" y="88"/>
                    </a:lnTo>
                    <a:lnTo>
                      <a:pt x="272" y="97"/>
                    </a:lnTo>
                    <a:lnTo>
                      <a:pt x="272" y="106"/>
                    </a:lnTo>
                    <a:lnTo>
                      <a:pt x="272" y="106"/>
                    </a:lnTo>
                    <a:lnTo>
                      <a:pt x="281" y="106"/>
                    </a:lnTo>
                    <a:lnTo>
                      <a:pt x="290" y="106"/>
                    </a:lnTo>
                    <a:lnTo>
                      <a:pt x="281" y="115"/>
                    </a:lnTo>
                    <a:lnTo>
                      <a:pt x="281" y="124"/>
                    </a:lnTo>
                    <a:lnTo>
                      <a:pt x="290" y="124"/>
                    </a:lnTo>
                    <a:lnTo>
                      <a:pt x="290" y="124"/>
                    </a:lnTo>
                    <a:lnTo>
                      <a:pt x="290" y="124"/>
                    </a:lnTo>
                    <a:lnTo>
                      <a:pt x="290" y="133"/>
                    </a:lnTo>
                    <a:lnTo>
                      <a:pt x="290" y="133"/>
                    </a:lnTo>
                    <a:lnTo>
                      <a:pt x="290" y="142"/>
                    </a:lnTo>
                    <a:lnTo>
                      <a:pt x="281" y="142"/>
                    </a:lnTo>
                    <a:lnTo>
                      <a:pt x="281" y="150"/>
                    </a:lnTo>
                    <a:lnTo>
                      <a:pt x="281" y="150"/>
                    </a:lnTo>
                    <a:lnTo>
                      <a:pt x="272" y="159"/>
                    </a:lnTo>
                    <a:lnTo>
                      <a:pt x="272" y="168"/>
                    </a:lnTo>
                    <a:lnTo>
                      <a:pt x="272" y="177"/>
                    </a:lnTo>
                    <a:lnTo>
                      <a:pt x="281" y="177"/>
                    </a:lnTo>
                    <a:lnTo>
                      <a:pt x="281" y="168"/>
                    </a:lnTo>
                    <a:lnTo>
                      <a:pt x="281" y="168"/>
                    </a:lnTo>
                    <a:lnTo>
                      <a:pt x="290" y="159"/>
                    </a:lnTo>
                    <a:lnTo>
                      <a:pt x="290" y="150"/>
                    </a:lnTo>
                    <a:lnTo>
                      <a:pt x="290" y="150"/>
                    </a:lnTo>
                    <a:lnTo>
                      <a:pt x="299" y="150"/>
                    </a:lnTo>
                    <a:lnTo>
                      <a:pt x="299" y="142"/>
                    </a:lnTo>
                    <a:lnTo>
                      <a:pt x="308" y="150"/>
                    </a:lnTo>
                    <a:lnTo>
                      <a:pt x="308" y="150"/>
                    </a:lnTo>
                    <a:lnTo>
                      <a:pt x="308" y="159"/>
                    </a:lnTo>
                    <a:lnTo>
                      <a:pt x="299" y="177"/>
                    </a:lnTo>
                    <a:lnTo>
                      <a:pt x="299" y="186"/>
                    </a:lnTo>
                    <a:lnTo>
                      <a:pt x="299" y="186"/>
                    </a:lnTo>
                    <a:lnTo>
                      <a:pt x="308" y="203"/>
                    </a:lnTo>
                    <a:lnTo>
                      <a:pt x="308" y="203"/>
                    </a:lnTo>
                    <a:lnTo>
                      <a:pt x="299" y="203"/>
                    </a:lnTo>
                    <a:lnTo>
                      <a:pt x="299" y="212"/>
                    </a:lnTo>
                    <a:lnTo>
                      <a:pt x="290" y="221"/>
                    </a:lnTo>
                    <a:lnTo>
                      <a:pt x="290" y="230"/>
                    </a:lnTo>
                    <a:lnTo>
                      <a:pt x="299" y="239"/>
                    </a:lnTo>
                    <a:lnTo>
                      <a:pt x="299" y="239"/>
                    </a:lnTo>
                    <a:lnTo>
                      <a:pt x="290" y="248"/>
                    </a:lnTo>
                    <a:lnTo>
                      <a:pt x="290" y="256"/>
                    </a:lnTo>
                    <a:lnTo>
                      <a:pt x="290" y="256"/>
                    </a:lnTo>
                    <a:lnTo>
                      <a:pt x="290" y="265"/>
                    </a:lnTo>
                    <a:lnTo>
                      <a:pt x="290" y="274"/>
                    </a:lnTo>
                    <a:lnTo>
                      <a:pt x="290" y="292"/>
                    </a:lnTo>
                    <a:lnTo>
                      <a:pt x="290" y="292"/>
                    </a:lnTo>
                    <a:lnTo>
                      <a:pt x="299" y="301"/>
                    </a:lnTo>
                    <a:lnTo>
                      <a:pt x="299" y="301"/>
                    </a:lnTo>
                    <a:lnTo>
                      <a:pt x="299" y="310"/>
                    </a:lnTo>
                    <a:lnTo>
                      <a:pt x="299" y="318"/>
                    </a:lnTo>
                    <a:lnTo>
                      <a:pt x="299" y="318"/>
                    </a:lnTo>
                    <a:lnTo>
                      <a:pt x="299" y="327"/>
                    </a:lnTo>
                    <a:lnTo>
                      <a:pt x="299" y="336"/>
                    </a:lnTo>
                    <a:lnTo>
                      <a:pt x="299" y="336"/>
                    </a:lnTo>
                    <a:lnTo>
                      <a:pt x="228" y="345"/>
                    </a:lnTo>
                    <a:lnTo>
                      <a:pt x="140" y="345"/>
                    </a:lnTo>
                    <a:lnTo>
                      <a:pt x="132" y="336"/>
                    </a:lnTo>
                    <a:lnTo>
                      <a:pt x="114" y="336"/>
                    </a:lnTo>
                    <a:lnTo>
                      <a:pt x="114" y="327"/>
                    </a:lnTo>
                    <a:lnTo>
                      <a:pt x="114" y="327"/>
                    </a:lnTo>
                    <a:lnTo>
                      <a:pt x="105" y="318"/>
                    </a:lnTo>
                    <a:lnTo>
                      <a:pt x="105" y="318"/>
                    </a:lnTo>
                    <a:lnTo>
                      <a:pt x="105" y="310"/>
                    </a:lnTo>
                    <a:lnTo>
                      <a:pt x="105" y="301"/>
                    </a:lnTo>
                    <a:lnTo>
                      <a:pt x="105" y="292"/>
                    </a:lnTo>
                    <a:lnTo>
                      <a:pt x="105" y="283"/>
                    </a:lnTo>
                    <a:lnTo>
                      <a:pt x="105" y="283"/>
                    </a:lnTo>
                    <a:lnTo>
                      <a:pt x="96" y="274"/>
                    </a:lnTo>
                    <a:lnTo>
                      <a:pt x="96" y="274"/>
                    </a:lnTo>
                    <a:lnTo>
                      <a:pt x="96" y="274"/>
                    </a:lnTo>
                    <a:lnTo>
                      <a:pt x="96" y="265"/>
                    </a:lnTo>
                    <a:lnTo>
                      <a:pt x="96" y="265"/>
                    </a:lnTo>
                    <a:lnTo>
                      <a:pt x="96" y="256"/>
                    </a:lnTo>
                    <a:lnTo>
                      <a:pt x="96" y="248"/>
                    </a:lnTo>
                    <a:lnTo>
                      <a:pt x="88" y="239"/>
                    </a:lnTo>
                    <a:lnTo>
                      <a:pt x="88" y="230"/>
                    </a:lnTo>
                    <a:lnTo>
                      <a:pt x="79" y="230"/>
                    </a:lnTo>
                    <a:lnTo>
                      <a:pt x="79" y="230"/>
                    </a:lnTo>
                    <a:lnTo>
                      <a:pt x="70" y="230"/>
                    </a:lnTo>
                    <a:lnTo>
                      <a:pt x="61" y="221"/>
                    </a:lnTo>
                    <a:lnTo>
                      <a:pt x="52" y="203"/>
                    </a:lnTo>
                    <a:lnTo>
                      <a:pt x="44" y="203"/>
                    </a:lnTo>
                    <a:lnTo>
                      <a:pt x="35" y="203"/>
                    </a:lnTo>
                    <a:lnTo>
                      <a:pt x="35" y="195"/>
                    </a:lnTo>
                    <a:lnTo>
                      <a:pt x="35" y="195"/>
                    </a:lnTo>
                    <a:lnTo>
                      <a:pt x="26" y="186"/>
                    </a:lnTo>
                    <a:lnTo>
                      <a:pt x="17" y="186"/>
                    </a:lnTo>
                    <a:lnTo>
                      <a:pt x="8" y="186"/>
                    </a:lnTo>
                    <a:lnTo>
                      <a:pt x="0" y="177"/>
                    </a:lnTo>
                    <a:lnTo>
                      <a:pt x="8" y="168"/>
                    </a:lnTo>
                    <a:lnTo>
                      <a:pt x="8" y="159"/>
                    </a:lnTo>
                    <a:lnTo>
                      <a:pt x="0" y="150"/>
                    </a:lnTo>
                    <a:lnTo>
                      <a:pt x="8" y="142"/>
                    </a:lnTo>
                    <a:lnTo>
                      <a:pt x="8" y="133"/>
                    </a:lnTo>
                    <a:lnTo>
                      <a:pt x="8" y="124"/>
                    </a:lnTo>
                    <a:lnTo>
                      <a:pt x="8" y="115"/>
                    </a:lnTo>
                    <a:lnTo>
                      <a:pt x="0" y="115"/>
                    </a:lnTo>
                    <a:lnTo>
                      <a:pt x="0" y="106"/>
                    </a:lnTo>
                    <a:lnTo>
                      <a:pt x="0" y="97"/>
                    </a:lnTo>
                    <a:lnTo>
                      <a:pt x="0" y="97"/>
                    </a:lnTo>
                    <a:lnTo>
                      <a:pt x="0" y="88"/>
                    </a:lnTo>
                    <a:lnTo>
                      <a:pt x="0" y="88"/>
                    </a:lnTo>
                    <a:lnTo>
                      <a:pt x="17" y="80"/>
                    </a:lnTo>
                    <a:lnTo>
                      <a:pt x="26" y="71"/>
                    </a:lnTo>
                    <a:lnTo>
                      <a:pt x="26" y="71"/>
                    </a:lnTo>
                    <a:lnTo>
                      <a:pt x="26" y="62"/>
                    </a:lnTo>
                    <a:lnTo>
                      <a:pt x="26" y="27"/>
                    </a:lnTo>
                    <a:lnTo>
                      <a:pt x="26" y="27"/>
                    </a:lnTo>
                    <a:lnTo>
                      <a:pt x="35" y="18"/>
                    </a:lnTo>
                    <a:lnTo>
                      <a:pt x="35" y="18"/>
                    </a:lnTo>
                    <a:lnTo>
                      <a:pt x="35" y="18"/>
                    </a:lnTo>
                    <a:close/>
                  </a:path>
                </a:pathLst>
              </a:custGeom>
              <a:solidFill>
                <a:schemeClr val="accent3"/>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7"/>
              <p:cNvSpPr>
                <a:spLocks/>
              </p:cNvSpPr>
              <p:nvPr/>
            </p:nvSpPr>
            <p:spPr bwMode="auto">
              <a:xfrm>
                <a:off x="1012277" y="1547444"/>
                <a:ext cx="555436" cy="415906"/>
              </a:xfrm>
              <a:custGeom>
                <a:avLst/>
                <a:gdLst/>
                <a:ahLst/>
                <a:cxnLst>
                  <a:cxn ang="0">
                    <a:pos x="18" y="195"/>
                  </a:cxn>
                  <a:cxn ang="0">
                    <a:pos x="9" y="159"/>
                  </a:cxn>
                  <a:cxn ang="0">
                    <a:pos x="18" y="186"/>
                  </a:cxn>
                  <a:cxn ang="0">
                    <a:pos x="18" y="168"/>
                  </a:cxn>
                  <a:cxn ang="0">
                    <a:pos x="18" y="159"/>
                  </a:cxn>
                  <a:cxn ang="0">
                    <a:pos x="9" y="142"/>
                  </a:cxn>
                  <a:cxn ang="0">
                    <a:pos x="27" y="142"/>
                  </a:cxn>
                  <a:cxn ang="0">
                    <a:pos x="9" y="133"/>
                  </a:cxn>
                  <a:cxn ang="0">
                    <a:pos x="18" y="80"/>
                  </a:cxn>
                  <a:cxn ang="0">
                    <a:pos x="9" y="53"/>
                  </a:cxn>
                  <a:cxn ang="0">
                    <a:pos x="9" y="35"/>
                  </a:cxn>
                  <a:cxn ang="0">
                    <a:pos x="18" y="18"/>
                  </a:cxn>
                  <a:cxn ang="0">
                    <a:pos x="44" y="44"/>
                  </a:cxn>
                  <a:cxn ang="0">
                    <a:pos x="71" y="53"/>
                  </a:cxn>
                  <a:cxn ang="0">
                    <a:pos x="88" y="62"/>
                  </a:cxn>
                  <a:cxn ang="0">
                    <a:pos x="97" y="71"/>
                  </a:cxn>
                  <a:cxn ang="0">
                    <a:pos x="106" y="88"/>
                  </a:cxn>
                  <a:cxn ang="0">
                    <a:pos x="97" y="88"/>
                  </a:cxn>
                  <a:cxn ang="0">
                    <a:pos x="71" y="115"/>
                  </a:cxn>
                  <a:cxn ang="0">
                    <a:pos x="80" y="124"/>
                  </a:cxn>
                  <a:cxn ang="0">
                    <a:pos x="97" y="97"/>
                  </a:cxn>
                  <a:cxn ang="0">
                    <a:pos x="106" y="97"/>
                  </a:cxn>
                  <a:cxn ang="0">
                    <a:pos x="97" y="106"/>
                  </a:cxn>
                  <a:cxn ang="0">
                    <a:pos x="97" y="133"/>
                  </a:cxn>
                  <a:cxn ang="0">
                    <a:pos x="88" y="133"/>
                  </a:cxn>
                  <a:cxn ang="0">
                    <a:pos x="88" y="133"/>
                  </a:cxn>
                  <a:cxn ang="0">
                    <a:pos x="71" y="133"/>
                  </a:cxn>
                  <a:cxn ang="0">
                    <a:pos x="80" y="142"/>
                  </a:cxn>
                  <a:cxn ang="0">
                    <a:pos x="97" y="142"/>
                  </a:cxn>
                  <a:cxn ang="0">
                    <a:pos x="115" y="115"/>
                  </a:cxn>
                  <a:cxn ang="0">
                    <a:pos x="115" y="97"/>
                  </a:cxn>
                  <a:cxn ang="0">
                    <a:pos x="124" y="80"/>
                  </a:cxn>
                  <a:cxn ang="0">
                    <a:pos x="124" y="53"/>
                  </a:cxn>
                  <a:cxn ang="0">
                    <a:pos x="124" y="44"/>
                  </a:cxn>
                  <a:cxn ang="0">
                    <a:pos x="132" y="44"/>
                  </a:cxn>
                  <a:cxn ang="0">
                    <a:pos x="124" y="27"/>
                  </a:cxn>
                  <a:cxn ang="0">
                    <a:pos x="124" y="9"/>
                  </a:cxn>
                  <a:cxn ang="0">
                    <a:pos x="370" y="62"/>
                  </a:cxn>
                  <a:cxn ang="0">
                    <a:pos x="379" y="274"/>
                  </a:cxn>
                  <a:cxn ang="0">
                    <a:pos x="379" y="310"/>
                  </a:cxn>
                  <a:cxn ang="0">
                    <a:pos x="256" y="283"/>
                  </a:cxn>
                  <a:cxn ang="0">
                    <a:pos x="229" y="283"/>
                  </a:cxn>
                  <a:cxn ang="0">
                    <a:pos x="185" y="283"/>
                  </a:cxn>
                  <a:cxn ang="0">
                    <a:pos x="159" y="283"/>
                  </a:cxn>
                  <a:cxn ang="0">
                    <a:pos x="132" y="274"/>
                  </a:cxn>
                  <a:cxn ang="0">
                    <a:pos x="106" y="265"/>
                  </a:cxn>
                  <a:cxn ang="0">
                    <a:pos x="88" y="274"/>
                  </a:cxn>
                  <a:cxn ang="0">
                    <a:pos x="62" y="265"/>
                  </a:cxn>
                  <a:cxn ang="0">
                    <a:pos x="53" y="221"/>
                  </a:cxn>
                  <a:cxn ang="0">
                    <a:pos x="36" y="212"/>
                  </a:cxn>
                  <a:cxn ang="0">
                    <a:pos x="27" y="195"/>
                  </a:cxn>
                </a:cxnLst>
                <a:rect l="0" t="0" r="r" b="b"/>
                <a:pathLst>
                  <a:path w="414" h="310">
                    <a:moveTo>
                      <a:pt x="27" y="195"/>
                    </a:moveTo>
                    <a:lnTo>
                      <a:pt x="27" y="195"/>
                    </a:lnTo>
                    <a:lnTo>
                      <a:pt x="27" y="195"/>
                    </a:lnTo>
                    <a:lnTo>
                      <a:pt x="18" y="195"/>
                    </a:lnTo>
                    <a:lnTo>
                      <a:pt x="9" y="195"/>
                    </a:lnTo>
                    <a:lnTo>
                      <a:pt x="9" y="186"/>
                    </a:lnTo>
                    <a:lnTo>
                      <a:pt x="0" y="186"/>
                    </a:lnTo>
                    <a:lnTo>
                      <a:pt x="9" y="159"/>
                    </a:lnTo>
                    <a:lnTo>
                      <a:pt x="9" y="168"/>
                    </a:lnTo>
                    <a:lnTo>
                      <a:pt x="9" y="177"/>
                    </a:lnTo>
                    <a:lnTo>
                      <a:pt x="9" y="177"/>
                    </a:lnTo>
                    <a:lnTo>
                      <a:pt x="18" y="186"/>
                    </a:lnTo>
                    <a:lnTo>
                      <a:pt x="18" y="177"/>
                    </a:lnTo>
                    <a:lnTo>
                      <a:pt x="9" y="177"/>
                    </a:lnTo>
                    <a:lnTo>
                      <a:pt x="18" y="168"/>
                    </a:lnTo>
                    <a:lnTo>
                      <a:pt x="18" y="168"/>
                    </a:lnTo>
                    <a:lnTo>
                      <a:pt x="18" y="159"/>
                    </a:lnTo>
                    <a:lnTo>
                      <a:pt x="27" y="159"/>
                    </a:lnTo>
                    <a:lnTo>
                      <a:pt x="27" y="159"/>
                    </a:lnTo>
                    <a:lnTo>
                      <a:pt x="18" y="159"/>
                    </a:lnTo>
                    <a:lnTo>
                      <a:pt x="9" y="150"/>
                    </a:lnTo>
                    <a:lnTo>
                      <a:pt x="9" y="159"/>
                    </a:lnTo>
                    <a:lnTo>
                      <a:pt x="9" y="150"/>
                    </a:lnTo>
                    <a:lnTo>
                      <a:pt x="9" y="142"/>
                    </a:lnTo>
                    <a:lnTo>
                      <a:pt x="9" y="142"/>
                    </a:lnTo>
                    <a:lnTo>
                      <a:pt x="18" y="142"/>
                    </a:lnTo>
                    <a:lnTo>
                      <a:pt x="27" y="142"/>
                    </a:lnTo>
                    <a:lnTo>
                      <a:pt x="27" y="142"/>
                    </a:lnTo>
                    <a:lnTo>
                      <a:pt x="18" y="133"/>
                    </a:lnTo>
                    <a:lnTo>
                      <a:pt x="18" y="133"/>
                    </a:lnTo>
                    <a:lnTo>
                      <a:pt x="9" y="133"/>
                    </a:lnTo>
                    <a:lnTo>
                      <a:pt x="9" y="133"/>
                    </a:lnTo>
                    <a:lnTo>
                      <a:pt x="9" y="124"/>
                    </a:lnTo>
                    <a:lnTo>
                      <a:pt x="18" y="115"/>
                    </a:lnTo>
                    <a:lnTo>
                      <a:pt x="9" y="97"/>
                    </a:lnTo>
                    <a:lnTo>
                      <a:pt x="18" y="80"/>
                    </a:lnTo>
                    <a:lnTo>
                      <a:pt x="18" y="71"/>
                    </a:lnTo>
                    <a:lnTo>
                      <a:pt x="9" y="62"/>
                    </a:lnTo>
                    <a:lnTo>
                      <a:pt x="9" y="62"/>
                    </a:lnTo>
                    <a:lnTo>
                      <a:pt x="9" y="53"/>
                    </a:lnTo>
                    <a:lnTo>
                      <a:pt x="9" y="44"/>
                    </a:lnTo>
                    <a:lnTo>
                      <a:pt x="9" y="44"/>
                    </a:lnTo>
                    <a:lnTo>
                      <a:pt x="9" y="35"/>
                    </a:lnTo>
                    <a:lnTo>
                      <a:pt x="9" y="35"/>
                    </a:lnTo>
                    <a:lnTo>
                      <a:pt x="9" y="27"/>
                    </a:lnTo>
                    <a:lnTo>
                      <a:pt x="18" y="27"/>
                    </a:lnTo>
                    <a:lnTo>
                      <a:pt x="9" y="18"/>
                    </a:lnTo>
                    <a:lnTo>
                      <a:pt x="18" y="18"/>
                    </a:lnTo>
                    <a:lnTo>
                      <a:pt x="27" y="35"/>
                    </a:lnTo>
                    <a:lnTo>
                      <a:pt x="36" y="35"/>
                    </a:lnTo>
                    <a:lnTo>
                      <a:pt x="36" y="35"/>
                    </a:lnTo>
                    <a:lnTo>
                      <a:pt x="44" y="44"/>
                    </a:lnTo>
                    <a:lnTo>
                      <a:pt x="44" y="44"/>
                    </a:lnTo>
                    <a:lnTo>
                      <a:pt x="62" y="53"/>
                    </a:lnTo>
                    <a:lnTo>
                      <a:pt x="62" y="53"/>
                    </a:lnTo>
                    <a:lnTo>
                      <a:pt x="71" y="53"/>
                    </a:lnTo>
                    <a:lnTo>
                      <a:pt x="80" y="62"/>
                    </a:lnTo>
                    <a:lnTo>
                      <a:pt x="88" y="62"/>
                    </a:lnTo>
                    <a:lnTo>
                      <a:pt x="88" y="62"/>
                    </a:lnTo>
                    <a:lnTo>
                      <a:pt x="88" y="62"/>
                    </a:lnTo>
                    <a:lnTo>
                      <a:pt x="88" y="71"/>
                    </a:lnTo>
                    <a:lnTo>
                      <a:pt x="97" y="71"/>
                    </a:lnTo>
                    <a:lnTo>
                      <a:pt x="97" y="71"/>
                    </a:lnTo>
                    <a:lnTo>
                      <a:pt x="97" y="71"/>
                    </a:lnTo>
                    <a:lnTo>
                      <a:pt x="106" y="62"/>
                    </a:lnTo>
                    <a:lnTo>
                      <a:pt x="106" y="71"/>
                    </a:lnTo>
                    <a:lnTo>
                      <a:pt x="106" y="80"/>
                    </a:lnTo>
                    <a:lnTo>
                      <a:pt x="106" y="88"/>
                    </a:lnTo>
                    <a:lnTo>
                      <a:pt x="97" y="97"/>
                    </a:lnTo>
                    <a:lnTo>
                      <a:pt x="97" y="97"/>
                    </a:lnTo>
                    <a:lnTo>
                      <a:pt x="97" y="97"/>
                    </a:lnTo>
                    <a:lnTo>
                      <a:pt x="97" y="88"/>
                    </a:lnTo>
                    <a:lnTo>
                      <a:pt x="88" y="97"/>
                    </a:lnTo>
                    <a:lnTo>
                      <a:pt x="88" y="106"/>
                    </a:lnTo>
                    <a:lnTo>
                      <a:pt x="80" y="115"/>
                    </a:lnTo>
                    <a:lnTo>
                      <a:pt x="71" y="115"/>
                    </a:lnTo>
                    <a:lnTo>
                      <a:pt x="80" y="124"/>
                    </a:lnTo>
                    <a:lnTo>
                      <a:pt x="88" y="124"/>
                    </a:lnTo>
                    <a:lnTo>
                      <a:pt x="80" y="124"/>
                    </a:lnTo>
                    <a:lnTo>
                      <a:pt x="80" y="124"/>
                    </a:lnTo>
                    <a:lnTo>
                      <a:pt x="80" y="115"/>
                    </a:lnTo>
                    <a:lnTo>
                      <a:pt x="88" y="106"/>
                    </a:lnTo>
                    <a:lnTo>
                      <a:pt x="97" y="106"/>
                    </a:lnTo>
                    <a:lnTo>
                      <a:pt x="97" y="97"/>
                    </a:lnTo>
                    <a:lnTo>
                      <a:pt x="115" y="88"/>
                    </a:lnTo>
                    <a:lnTo>
                      <a:pt x="115" y="88"/>
                    </a:lnTo>
                    <a:lnTo>
                      <a:pt x="115" y="97"/>
                    </a:lnTo>
                    <a:lnTo>
                      <a:pt x="106" y="97"/>
                    </a:lnTo>
                    <a:lnTo>
                      <a:pt x="106" y="97"/>
                    </a:lnTo>
                    <a:lnTo>
                      <a:pt x="106" y="106"/>
                    </a:lnTo>
                    <a:lnTo>
                      <a:pt x="106" y="106"/>
                    </a:lnTo>
                    <a:lnTo>
                      <a:pt x="97" y="106"/>
                    </a:lnTo>
                    <a:lnTo>
                      <a:pt x="97" y="115"/>
                    </a:lnTo>
                    <a:lnTo>
                      <a:pt x="106" y="115"/>
                    </a:lnTo>
                    <a:lnTo>
                      <a:pt x="106" y="115"/>
                    </a:lnTo>
                    <a:lnTo>
                      <a:pt x="97" y="133"/>
                    </a:lnTo>
                    <a:lnTo>
                      <a:pt x="97" y="133"/>
                    </a:lnTo>
                    <a:lnTo>
                      <a:pt x="97" y="124"/>
                    </a:lnTo>
                    <a:lnTo>
                      <a:pt x="97" y="124"/>
                    </a:lnTo>
                    <a:lnTo>
                      <a:pt x="88" y="133"/>
                    </a:lnTo>
                    <a:lnTo>
                      <a:pt x="88" y="142"/>
                    </a:lnTo>
                    <a:lnTo>
                      <a:pt x="88" y="142"/>
                    </a:lnTo>
                    <a:lnTo>
                      <a:pt x="88" y="133"/>
                    </a:lnTo>
                    <a:lnTo>
                      <a:pt x="88" y="133"/>
                    </a:lnTo>
                    <a:lnTo>
                      <a:pt x="88" y="124"/>
                    </a:lnTo>
                    <a:lnTo>
                      <a:pt x="80" y="133"/>
                    </a:lnTo>
                    <a:lnTo>
                      <a:pt x="80" y="133"/>
                    </a:lnTo>
                    <a:lnTo>
                      <a:pt x="71" y="133"/>
                    </a:lnTo>
                    <a:lnTo>
                      <a:pt x="80" y="142"/>
                    </a:lnTo>
                    <a:lnTo>
                      <a:pt x="80" y="142"/>
                    </a:lnTo>
                    <a:lnTo>
                      <a:pt x="80" y="150"/>
                    </a:lnTo>
                    <a:lnTo>
                      <a:pt x="80" y="142"/>
                    </a:lnTo>
                    <a:lnTo>
                      <a:pt x="88" y="142"/>
                    </a:lnTo>
                    <a:lnTo>
                      <a:pt x="88" y="142"/>
                    </a:lnTo>
                    <a:lnTo>
                      <a:pt x="88" y="142"/>
                    </a:lnTo>
                    <a:lnTo>
                      <a:pt x="97" y="142"/>
                    </a:lnTo>
                    <a:lnTo>
                      <a:pt x="97" y="133"/>
                    </a:lnTo>
                    <a:lnTo>
                      <a:pt x="106" y="133"/>
                    </a:lnTo>
                    <a:lnTo>
                      <a:pt x="115" y="124"/>
                    </a:lnTo>
                    <a:lnTo>
                      <a:pt x="115" y="115"/>
                    </a:lnTo>
                    <a:lnTo>
                      <a:pt x="115" y="115"/>
                    </a:lnTo>
                    <a:lnTo>
                      <a:pt x="115" y="106"/>
                    </a:lnTo>
                    <a:lnTo>
                      <a:pt x="124" y="106"/>
                    </a:lnTo>
                    <a:lnTo>
                      <a:pt x="115" y="97"/>
                    </a:lnTo>
                    <a:lnTo>
                      <a:pt x="124" y="88"/>
                    </a:lnTo>
                    <a:lnTo>
                      <a:pt x="132" y="88"/>
                    </a:lnTo>
                    <a:lnTo>
                      <a:pt x="132" y="80"/>
                    </a:lnTo>
                    <a:lnTo>
                      <a:pt x="124" y="80"/>
                    </a:lnTo>
                    <a:lnTo>
                      <a:pt x="124" y="71"/>
                    </a:lnTo>
                    <a:lnTo>
                      <a:pt x="124" y="62"/>
                    </a:lnTo>
                    <a:lnTo>
                      <a:pt x="132" y="62"/>
                    </a:lnTo>
                    <a:lnTo>
                      <a:pt x="124" y="53"/>
                    </a:lnTo>
                    <a:lnTo>
                      <a:pt x="124" y="53"/>
                    </a:lnTo>
                    <a:lnTo>
                      <a:pt x="115" y="53"/>
                    </a:lnTo>
                    <a:lnTo>
                      <a:pt x="115" y="44"/>
                    </a:lnTo>
                    <a:lnTo>
                      <a:pt x="124" y="44"/>
                    </a:lnTo>
                    <a:lnTo>
                      <a:pt x="124" y="44"/>
                    </a:lnTo>
                    <a:lnTo>
                      <a:pt x="132" y="44"/>
                    </a:lnTo>
                    <a:lnTo>
                      <a:pt x="124" y="35"/>
                    </a:lnTo>
                    <a:lnTo>
                      <a:pt x="132" y="44"/>
                    </a:lnTo>
                    <a:lnTo>
                      <a:pt x="132" y="35"/>
                    </a:lnTo>
                    <a:lnTo>
                      <a:pt x="132" y="27"/>
                    </a:lnTo>
                    <a:lnTo>
                      <a:pt x="132" y="27"/>
                    </a:lnTo>
                    <a:lnTo>
                      <a:pt x="124" y="27"/>
                    </a:lnTo>
                    <a:lnTo>
                      <a:pt x="124" y="18"/>
                    </a:lnTo>
                    <a:lnTo>
                      <a:pt x="124" y="18"/>
                    </a:lnTo>
                    <a:lnTo>
                      <a:pt x="124" y="9"/>
                    </a:lnTo>
                    <a:lnTo>
                      <a:pt x="124" y="9"/>
                    </a:lnTo>
                    <a:lnTo>
                      <a:pt x="124" y="0"/>
                    </a:lnTo>
                    <a:lnTo>
                      <a:pt x="194" y="18"/>
                    </a:lnTo>
                    <a:lnTo>
                      <a:pt x="273" y="44"/>
                    </a:lnTo>
                    <a:lnTo>
                      <a:pt x="370" y="62"/>
                    </a:lnTo>
                    <a:lnTo>
                      <a:pt x="414" y="71"/>
                    </a:lnTo>
                    <a:lnTo>
                      <a:pt x="414" y="80"/>
                    </a:lnTo>
                    <a:lnTo>
                      <a:pt x="379" y="256"/>
                    </a:lnTo>
                    <a:lnTo>
                      <a:pt x="379" y="274"/>
                    </a:lnTo>
                    <a:lnTo>
                      <a:pt x="370" y="274"/>
                    </a:lnTo>
                    <a:lnTo>
                      <a:pt x="379" y="283"/>
                    </a:lnTo>
                    <a:lnTo>
                      <a:pt x="370" y="301"/>
                    </a:lnTo>
                    <a:lnTo>
                      <a:pt x="379" y="310"/>
                    </a:lnTo>
                    <a:lnTo>
                      <a:pt x="308" y="292"/>
                    </a:lnTo>
                    <a:lnTo>
                      <a:pt x="264" y="283"/>
                    </a:lnTo>
                    <a:lnTo>
                      <a:pt x="256" y="283"/>
                    </a:lnTo>
                    <a:lnTo>
                      <a:pt x="256" y="283"/>
                    </a:lnTo>
                    <a:lnTo>
                      <a:pt x="247" y="283"/>
                    </a:lnTo>
                    <a:lnTo>
                      <a:pt x="238" y="283"/>
                    </a:lnTo>
                    <a:lnTo>
                      <a:pt x="229" y="283"/>
                    </a:lnTo>
                    <a:lnTo>
                      <a:pt x="229" y="283"/>
                    </a:lnTo>
                    <a:lnTo>
                      <a:pt x="212" y="283"/>
                    </a:lnTo>
                    <a:lnTo>
                      <a:pt x="203" y="283"/>
                    </a:lnTo>
                    <a:lnTo>
                      <a:pt x="194" y="283"/>
                    </a:lnTo>
                    <a:lnTo>
                      <a:pt x="185" y="283"/>
                    </a:lnTo>
                    <a:lnTo>
                      <a:pt x="176" y="283"/>
                    </a:lnTo>
                    <a:lnTo>
                      <a:pt x="176" y="283"/>
                    </a:lnTo>
                    <a:lnTo>
                      <a:pt x="168" y="274"/>
                    </a:lnTo>
                    <a:lnTo>
                      <a:pt x="159" y="283"/>
                    </a:lnTo>
                    <a:lnTo>
                      <a:pt x="150" y="283"/>
                    </a:lnTo>
                    <a:lnTo>
                      <a:pt x="141" y="283"/>
                    </a:lnTo>
                    <a:lnTo>
                      <a:pt x="141" y="274"/>
                    </a:lnTo>
                    <a:lnTo>
                      <a:pt x="132" y="274"/>
                    </a:lnTo>
                    <a:lnTo>
                      <a:pt x="132" y="274"/>
                    </a:lnTo>
                    <a:lnTo>
                      <a:pt x="124" y="265"/>
                    </a:lnTo>
                    <a:lnTo>
                      <a:pt x="115" y="265"/>
                    </a:lnTo>
                    <a:lnTo>
                      <a:pt x="106" y="265"/>
                    </a:lnTo>
                    <a:lnTo>
                      <a:pt x="106" y="265"/>
                    </a:lnTo>
                    <a:lnTo>
                      <a:pt x="97" y="265"/>
                    </a:lnTo>
                    <a:lnTo>
                      <a:pt x="97" y="265"/>
                    </a:lnTo>
                    <a:lnTo>
                      <a:pt x="88" y="274"/>
                    </a:lnTo>
                    <a:lnTo>
                      <a:pt x="80" y="274"/>
                    </a:lnTo>
                    <a:lnTo>
                      <a:pt x="71" y="265"/>
                    </a:lnTo>
                    <a:lnTo>
                      <a:pt x="71" y="265"/>
                    </a:lnTo>
                    <a:lnTo>
                      <a:pt x="62" y="265"/>
                    </a:lnTo>
                    <a:lnTo>
                      <a:pt x="62" y="256"/>
                    </a:lnTo>
                    <a:lnTo>
                      <a:pt x="53" y="256"/>
                    </a:lnTo>
                    <a:lnTo>
                      <a:pt x="62" y="230"/>
                    </a:lnTo>
                    <a:lnTo>
                      <a:pt x="53" y="221"/>
                    </a:lnTo>
                    <a:lnTo>
                      <a:pt x="53" y="212"/>
                    </a:lnTo>
                    <a:lnTo>
                      <a:pt x="44" y="212"/>
                    </a:lnTo>
                    <a:lnTo>
                      <a:pt x="44" y="212"/>
                    </a:lnTo>
                    <a:lnTo>
                      <a:pt x="36" y="212"/>
                    </a:lnTo>
                    <a:lnTo>
                      <a:pt x="36" y="203"/>
                    </a:lnTo>
                    <a:lnTo>
                      <a:pt x="36" y="203"/>
                    </a:lnTo>
                    <a:lnTo>
                      <a:pt x="36" y="203"/>
                    </a:lnTo>
                    <a:lnTo>
                      <a:pt x="27" y="195"/>
                    </a:lnTo>
                    <a:close/>
                  </a:path>
                </a:pathLst>
              </a:custGeom>
              <a:solidFill>
                <a:schemeClr val="accent1"/>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51"/>
              <p:cNvSpPr>
                <a:spLocks/>
              </p:cNvSpPr>
              <p:nvPr/>
            </p:nvSpPr>
            <p:spPr bwMode="auto">
              <a:xfrm>
                <a:off x="4246951" y="2341690"/>
                <a:ext cx="496404" cy="320650"/>
              </a:xfrm>
              <a:custGeom>
                <a:avLst/>
                <a:gdLst/>
                <a:ahLst/>
                <a:cxnLst>
                  <a:cxn ang="0">
                    <a:pos x="9" y="62"/>
                  </a:cxn>
                  <a:cxn ang="0">
                    <a:pos x="27" y="45"/>
                  </a:cxn>
                  <a:cxn ang="0">
                    <a:pos x="44" y="36"/>
                  </a:cxn>
                  <a:cxn ang="0">
                    <a:pos x="44" y="54"/>
                  </a:cxn>
                  <a:cxn ang="0">
                    <a:pos x="167" y="27"/>
                  </a:cxn>
                  <a:cxn ang="0">
                    <a:pos x="299" y="0"/>
                  </a:cxn>
                  <a:cxn ang="0">
                    <a:pos x="299" y="9"/>
                  </a:cxn>
                  <a:cxn ang="0">
                    <a:pos x="308" y="9"/>
                  </a:cxn>
                  <a:cxn ang="0">
                    <a:pos x="317" y="27"/>
                  </a:cxn>
                  <a:cxn ang="0">
                    <a:pos x="326" y="36"/>
                  </a:cxn>
                  <a:cxn ang="0">
                    <a:pos x="343" y="36"/>
                  </a:cxn>
                  <a:cxn ang="0">
                    <a:pos x="343" y="45"/>
                  </a:cxn>
                  <a:cxn ang="0">
                    <a:pos x="343" y="54"/>
                  </a:cxn>
                  <a:cxn ang="0">
                    <a:pos x="334" y="71"/>
                  </a:cxn>
                  <a:cxn ang="0">
                    <a:pos x="334" y="80"/>
                  </a:cxn>
                  <a:cxn ang="0">
                    <a:pos x="334" y="89"/>
                  </a:cxn>
                  <a:cxn ang="0">
                    <a:pos x="326" y="98"/>
                  </a:cxn>
                  <a:cxn ang="0">
                    <a:pos x="334" y="107"/>
                  </a:cxn>
                  <a:cxn ang="0">
                    <a:pos x="343" y="115"/>
                  </a:cxn>
                  <a:cxn ang="0">
                    <a:pos x="352" y="124"/>
                  </a:cxn>
                  <a:cxn ang="0">
                    <a:pos x="370" y="133"/>
                  </a:cxn>
                  <a:cxn ang="0">
                    <a:pos x="361" y="142"/>
                  </a:cxn>
                  <a:cxn ang="0">
                    <a:pos x="352" y="151"/>
                  </a:cxn>
                  <a:cxn ang="0">
                    <a:pos x="352" y="151"/>
                  </a:cxn>
                  <a:cxn ang="0">
                    <a:pos x="343" y="160"/>
                  </a:cxn>
                  <a:cxn ang="0">
                    <a:pos x="334" y="168"/>
                  </a:cxn>
                  <a:cxn ang="0">
                    <a:pos x="334" y="168"/>
                  </a:cxn>
                  <a:cxn ang="0">
                    <a:pos x="326" y="168"/>
                  </a:cxn>
                  <a:cxn ang="0">
                    <a:pos x="317" y="177"/>
                  </a:cxn>
                  <a:cxn ang="0">
                    <a:pos x="194" y="213"/>
                  </a:cxn>
                  <a:cxn ang="0">
                    <a:pos x="35" y="239"/>
                  </a:cxn>
                  <a:cxn ang="0">
                    <a:pos x="0" y="62"/>
                  </a:cxn>
                </a:cxnLst>
                <a:rect l="0" t="0" r="r" b="b"/>
                <a:pathLst>
                  <a:path w="370" h="239">
                    <a:moveTo>
                      <a:pt x="0" y="62"/>
                    </a:moveTo>
                    <a:lnTo>
                      <a:pt x="9" y="62"/>
                    </a:lnTo>
                    <a:lnTo>
                      <a:pt x="18" y="54"/>
                    </a:lnTo>
                    <a:lnTo>
                      <a:pt x="27" y="45"/>
                    </a:lnTo>
                    <a:lnTo>
                      <a:pt x="27" y="45"/>
                    </a:lnTo>
                    <a:lnTo>
                      <a:pt x="44" y="36"/>
                    </a:lnTo>
                    <a:lnTo>
                      <a:pt x="44" y="36"/>
                    </a:lnTo>
                    <a:lnTo>
                      <a:pt x="44" y="54"/>
                    </a:lnTo>
                    <a:lnTo>
                      <a:pt x="97" y="45"/>
                    </a:lnTo>
                    <a:lnTo>
                      <a:pt x="167" y="27"/>
                    </a:lnTo>
                    <a:lnTo>
                      <a:pt x="246" y="18"/>
                    </a:lnTo>
                    <a:lnTo>
                      <a:pt x="299" y="0"/>
                    </a:lnTo>
                    <a:lnTo>
                      <a:pt x="299" y="0"/>
                    </a:lnTo>
                    <a:lnTo>
                      <a:pt x="299" y="9"/>
                    </a:lnTo>
                    <a:lnTo>
                      <a:pt x="308" y="9"/>
                    </a:lnTo>
                    <a:lnTo>
                      <a:pt x="308" y="9"/>
                    </a:lnTo>
                    <a:lnTo>
                      <a:pt x="317" y="18"/>
                    </a:lnTo>
                    <a:lnTo>
                      <a:pt x="317" y="27"/>
                    </a:lnTo>
                    <a:lnTo>
                      <a:pt x="326" y="27"/>
                    </a:lnTo>
                    <a:lnTo>
                      <a:pt x="326" y="36"/>
                    </a:lnTo>
                    <a:lnTo>
                      <a:pt x="334" y="36"/>
                    </a:lnTo>
                    <a:lnTo>
                      <a:pt x="343" y="36"/>
                    </a:lnTo>
                    <a:lnTo>
                      <a:pt x="343" y="45"/>
                    </a:lnTo>
                    <a:lnTo>
                      <a:pt x="343" y="45"/>
                    </a:lnTo>
                    <a:lnTo>
                      <a:pt x="343" y="54"/>
                    </a:lnTo>
                    <a:lnTo>
                      <a:pt x="343" y="54"/>
                    </a:lnTo>
                    <a:lnTo>
                      <a:pt x="343" y="62"/>
                    </a:lnTo>
                    <a:lnTo>
                      <a:pt x="334" y="71"/>
                    </a:lnTo>
                    <a:lnTo>
                      <a:pt x="326" y="80"/>
                    </a:lnTo>
                    <a:lnTo>
                      <a:pt x="334" y="80"/>
                    </a:lnTo>
                    <a:lnTo>
                      <a:pt x="334" y="80"/>
                    </a:lnTo>
                    <a:lnTo>
                      <a:pt x="334" y="89"/>
                    </a:lnTo>
                    <a:lnTo>
                      <a:pt x="334" y="89"/>
                    </a:lnTo>
                    <a:lnTo>
                      <a:pt x="326" y="98"/>
                    </a:lnTo>
                    <a:lnTo>
                      <a:pt x="334" y="107"/>
                    </a:lnTo>
                    <a:lnTo>
                      <a:pt x="334" y="107"/>
                    </a:lnTo>
                    <a:lnTo>
                      <a:pt x="343" y="115"/>
                    </a:lnTo>
                    <a:lnTo>
                      <a:pt x="343" y="115"/>
                    </a:lnTo>
                    <a:lnTo>
                      <a:pt x="343" y="124"/>
                    </a:lnTo>
                    <a:lnTo>
                      <a:pt x="352" y="124"/>
                    </a:lnTo>
                    <a:lnTo>
                      <a:pt x="352" y="124"/>
                    </a:lnTo>
                    <a:lnTo>
                      <a:pt x="370" y="133"/>
                    </a:lnTo>
                    <a:lnTo>
                      <a:pt x="361" y="142"/>
                    </a:lnTo>
                    <a:lnTo>
                      <a:pt x="361" y="142"/>
                    </a:lnTo>
                    <a:lnTo>
                      <a:pt x="352" y="151"/>
                    </a:lnTo>
                    <a:lnTo>
                      <a:pt x="352" y="151"/>
                    </a:lnTo>
                    <a:lnTo>
                      <a:pt x="352" y="151"/>
                    </a:lnTo>
                    <a:lnTo>
                      <a:pt x="352" y="151"/>
                    </a:lnTo>
                    <a:lnTo>
                      <a:pt x="343" y="160"/>
                    </a:lnTo>
                    <a:lnTo>
                      <a:pt x="343" y="160"/>
                    </a:lnTo>
                    <a:lnTo>
                      <a:pt x="343" y="168"/>
                    </a:lnTo>
                    <a:lnTo>
                      <a:pt x="334" y="168"/>
                    </a:lnTo>
                    <a:lnTo>
                      <a:pt x="334" y="177"/>
                    </a:lnTo>
                    <a:lnTo>
                      <a:pt x="334" y="168"/>
                    </a:lnTo>
                    <a:lnTo>
                      <a:pt x="326" y="168"/>
                    </a:lnTo>
                    <a:lnTo>
                      <a:pt x="326" y="168"/>
                    </a:lnTo>
                    <a:lnTo>
                      <a:pt x="317" y="177"/>
                    </a:lnTo>
                    <a:lnTo>
                      <a:pt x="317" y="177"/>
                    </a:lnTo>
                    <a:lnTo>
                      <a:pt x="317" y="186"/>
                    </a:lnTo>
                    <a:lnTo>
                      <a:pt x="194" y="213"/>
                    </a:lnTo>
                    <a:lnTo>
                      <a:pt x="97" y="230"/>
                    </a:lnTo>
                    <a:lnTo>
                      <a:pt x="35" y="239"/>
                    </a:lnTo>
                    <a:lnTo>
                      <a:pt x="18" y="168"/>
                    </a:lnTo>
                    <a:lnTo>
                      <a:pt x="0" y="62"/>
                    </a:lnTo>
                    <a:lnTo>
                      <a:pt x="0" y="62"/>
                    </a:lnTo>
                    <a:close/>
                  </a:path>
                </a:pathLst>
              </a:custGeom>
              <a:solidFill>
                <a:schemeClr val="accent2"/>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59"/>
              <p:cNvSpPr>
                <a:spLocks/>
              </p:cNvSpPr>
              <p:nvPr/>
            </p:nvSpPr>
            <p:spPr bwMode="auto">
              <a:xfrm>
                <a:off x="2453189" y="1772838"/>
                <a:ext cx="554094" cy="343458"/>
              </a:xfrm>
              <a:custGeom>
                <a:avLst/>
                <a:gdLst/>
                <a:ahLst/>
                <a:cxnLst>
                  <a:cxn ang="0">
                    <a:pos x="0" y="239"/>
                  </a:cxn>
                  <a:cxn ang="0">
                    <a:pos x="17" y="0"/>
                  </a:cxn>
                  <a:cxn ang="0">
                    <a:pos x="17" y="0"/>
                  </a:cxn>
                  <a:cxn ang="0">
                    <a:pos x="97" y="9"/>
                  </a:cxn>
                  <a:cxn ang="0">
                    <a:pos x="220" y="9"/>
                  </a:cxn>
                  <a:cxn ang="0">
                    <a:pos x="325" y="18"/>
                  </a:cxn>
                  <a:cxn ang="0">
                    <a:pos x="378" y="18"/>
                  </a:cxn>
                  <a:cxn ang="0">
                    <a:pos x="369" y="18"/>
                  </a:cxn>
                  <a:cxn ang="0">
                    <a:pos x="369" y="18"/>
                  </a:cxn>
                  <a:cxn ang="0">
                    <a:pos x="378" y="18"/>
                  </a:cxn>
                  <a:cxn ang="0">
                    <a:pos x="378" y="35"/>
                  </a:cxn>
                  <a:cxn ang="0">
                    <a:pos x="378" y="44"/>
                  </a:cxn>
                  <a:cxn ang="0">
                    <a:pos x="378" y="53"/>
                  </a:cxn>
                  <a:cxn ang="0">
                    <a:pos x="378" y="62"/>
                  </a:cxn>
                  <a:cxn ang="0">
                    <a:pos x="378" y="62"/>
                  </a:cxn>
                  <a:cxn ang="0">
                    <a:pos x="378" y="71"/>
                  </a:cxn>
                  <a:cxn ang="0">
                    <a:pos x="378" y="80"/>
                  </a:cxn>
                  <a:cxn ang="0">
                    <a:pos x="378" y="80"/>
                  </a:cxn>
                  <a:cxn ang="0">
                    <a:pos x="387" y="97"/>
                  </a:cxn>
                  <a:cxn ang="0">
                    <a:pos x="387" y="106"/>
                  </a:cxn>
                  <a:cxn ang="0">
                    <a:pos x="396" y="115"/>
                  </a:cxn>
                  <a:cxn ang="0">
                    <a:pos x="396" y="133"/>
                  </a:cxn>
                  <a:cxn ang="0">
                    <a:pos x="396" y="133"/>
                  </a:cxn>
                  <a:cxn ang="0">
                    <a:pos x="396" y="142"/>
                  </a:cxn>
                  <a:cxn ang="0">
                    <a:pos x="396" y="142"/>
                  </a:cxn>
                  <a:cxn ang="0">
                    <a:pos x="396" y="150"/>
                  </a:cxn>
                  <a:cxn ang="0">
                    <a:pos x="396" y="168"/>
                  </a:cxn>
                  <a:cxn ang="0">
                    <a:pos x="396" y="168"/>
                  </a:cxn>
                  <a:cxn ang="0">
                    <a:pos x="396" y="177"/>
                  </a:cxn>
                  <a:cxn ang="0">
                    <a:pos x="396" y="186"/>
                  </a:cxn>
                  <a:cxn ang="0">
                    <a:pos x="396" y="203"/>
                  </a:cxn>
                  <a:cxn ang="0">
                    <a:pos x="396" y="203"/>
                  </a:cxn>
                  <a:cxn ang="0">
                    <a:pos x="396" y="212"/>
                  </a:cxn>
                  <a:cxn ang="0">
                    <a:pos x="404" y="212"/>
                  </a:cxn>
                  <a:cxn ang="0">
                    <a:pos x="404" y="221"/>
                  </a:cxn>
                  <a:cxn ang="0">
                    <a:pos x="404" y="230"/>
                  </a:cxn>
                  <a:cxn ang="0">
                    <a:pos x="404" y="239"/>
                  </a:cxn>
                  <a:cxn ang="0">
                    <a:pos x="413" y="248"/>
                  </a:cxn>
                  <a:cxn ang="0">
                    <a:pos x="413" y="248"/>
                  </a:cxn>
                  <a:cxn ang="0">
                    <a:pos x="413" y="256"/>
                  </a:cxn>
                  <a:cxn ang="0">
                    <a:pos x="308" y="256"/>
                  </a:cxn>
                  <a:cxn ang="0">
                    <a:pos x="211" y="256"/>
                  </a:cxn>
                  <a:cxn ang="0">
                    <a:pos x="97" y="248"/>
                  </a:cxn>
                  <a:cxn ang="0">
                    <a:pos x="0" y="239"/>
                  </a:cxn>
                </a:cxnLst>
                <a:rect l="0" t="0" r="r" b="b"/>
                <a:pathLst>
                  <a:path w="413" h="256">
                    <a:moveTo>
                      <a:pt x="0" y="239"/>
                    </a:moveTo>
                    <a:lnTo>
                      <a:pt x="17" y="0"/>
                    </a:lnTo>
                    <a:lnTo>
                      <a:pt x="17" y="0"/>
                    </a:lnTo>
                    <a:lnTo>
                      <a:pt x="97" y="9"/>
                    </a:lnTo>
                    <a:lnTo>
                      <a:pt x="220" y="9"/>
                    </a:lnTo>
                    <a:lnTo>
                      <a:pt x="325" y="18"/>
                    </a:lnTo>
                    <a:lnTo>
                      <a:pt x="378" y="18"/>
                    </a:lnTo>
                    <a:lnTo>
                      <a:pt x="369" y="18"/>
                    </a:lnTo>
                    <a:lnTo>
                      <a:pt x="369" y="18"/>
                    </a:lnTo>
                    <a:lnTo>
                      <a:pt x="378" y="18"/>
                    </a:lnTo>
                    <a:lnTo>
                      <a:pt x="378" y="35"/>
                    </a:lnTo>
                    <a:lnTo>
                      <a:pt x="378" y="44"/>
                    </a:lnTo>
                    <a:lnTo>
                      <a:pt x="378" y="53"/>
                    </a:lnTo>
                    <a:lnTo>
                      <a:pt x="378" y="62"/>
                    </a:lnTo>
                    <a:lnTo>
                      <a:pt x="378" y="62"/>
                    </a:lnTo>
                    <a:lnTo>
                      <a:pt x="378" y="71"/>
                    </a:lnTo>
                    <a:lnTo>
                      <a:pt x="378" y="80"/>
                    </a:lnTo>
                    <a:lnTo>
                      <a:pt x="378" y="80"/>
                    </a:lnTo>
                    <a:lnTo>
                      <a:pt x="387" y="97"/>
                    </a:lnTo>
                    <a:lnTo>
                      <a:pt x="387" y="106"/>
                    </a:lnTo>
                    <a:lnTo>
                      <a:pt x="396" y="115"/>
                    </a:lnTo>
                    <a:lnTo>
                      <a:pt x="396" y="133"/>
                    </a:lnTo>
                    <a:lnTo>
                      <a:pt x="396" y="133"/>
                    </a:lnTo>
                    <a:lnTo>
                      <a:pt x="396" y="142"/>
                    </a:lnTo>
                    <a:lnTo>
                      <a:pt x="396" y="142"/>
                    </a:lnTo>
                    <a:lnTo>
                      <a:pt x="396" y="150"/>
                    </a:lnTo>
                    <a:lnTo>
                      <a:pt x="396" y="168"/>
                    </a:lnTo>
                    <a:lnTo>
                      <a:pt x="396" y="168"/>
                    </a:lnTo>
                    <a:lnTo>
                      <a:pt x="396" y="177"/>
                    </a:lnTo>
                    <a:lnTo>
                      <a:pt x="396" y="186"/>
                    </a:lnTo>
                    <a:lnTo>
                      <a:pt x="396" y="203"/>
                    </a:lnTo>
                    <a:lnTo>
                      <a:pt x="396" y="203"/>
                    </a:lnTo>
                    <a:lnTo>
                      <a:pt x="396" y="212"/>
                    </a:lnTo>
                    <a:lnTo>
                      <a:pt x="404" y="212"/>
                    </a:lnTo>
                    <a:lnTo>
                      <a:pt x="404" y="221"/>
                    </a:lnTo>
                    <a:lnTo>
                      <a:pt x="404" y="230"/>
                    </a:lnTo>
                    <a:lnTo>
                      <a:pt x="404" y="239"/>
                    </a:lnTo>
                    <a:lnTo>
                      <a:pt x="413" y="248"/>
                    </a:lnTo>
                    <a:lnTo>
                      <a:pt x="413" y="248"/>
                    </a:lnTo>
                    <a:lnTo>
                      <a:pt x="413" y="256"/>
                    </a:lnTo>
                    <a:lnTo>
                      <a:pt x="308" y="256"/>
                    </a:lnTo>
                    <a:lnTo>
                      <a:pt x="211" y="256"/>
                    </a:lnTo>
                    <a:lnTo>
                      <a:pt x="97" y="248"/>
                    </a:lnTo>
                    <a:lnTo>
                      <a:pt x="0" y="239"/>
                    </a:lnTo>
                    <a:close/>
                  </a:path>
                </a:pathLst>
              </a:custGeom>
              <a:solidFill>
                <a:schemeClr val="accent3"/>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6" name="Group 655"/>
              <p:cNvGrpSpPr/>
              <p:nvPr/>
            </p:nvGrpSpPr>
            <p:grpSpPr>
              <a:xfrm>
                <a:off x="4305977" y="1998232"/>
                <a:ext cx="625199" cy="474938"/>
                <a:chOff x="4630738" y="1803401"/>
                <a:chExt cx="739775" cy="561976"/>
              </a:xfrm>
              <a:solidFill>
                <a:schemeClr val="accent3"/>
              </a:solidFill>
            </p:grpSpPr>
            <p:sp>
              <p:nvSpPr>
                <p:cNvPr id="164" name="Freeform 75"/>
                <p:cNvSpPr>
                  <a:spLocks/>
                </p:cNvSpPr>
                <p:nvPr/>
              </p:nvSpPr>
              <p:spPr bwMode="auto">
                <a:xfrm>
                  <a:off x="4630738" y="1803401"/>
                  <a:ext cx="587375" cy="533400"/>
                </a:xfrm>
                <a:custGeom>
                  <a:avLst/>
                  <a:gdLst/>
                  <a:ahLst/>
                  <a:cxnLst>
                    <a:cxn ang="0">
                      <a:pos x="0" y="292"/>
                    </a:cxn>
                    <a:cxn ang="0">
                      <a:pos x="18" y="265"/>
                    </a:cxn>
                    <a:cxn ang="0">
                      <a:pos x="27" y="256"/>
                    </a:cxn>
                    <a:cxn ang="0">
                      <a:pos x="44" y="239"/>
                    </a:cxn>
                    <a:cxn ang="0">
                      <a:pos x="35" y="221"/>
                    </a:cxn>
                    <a:cxn ang="0">
                      <a:pos x="35" y="221"/>
                    </a:cxn>
                    <a:cxn ang="0">
                      <a:pos x="27" y="212"/>
                    </a:cxn>
                    <a:cxn ang="0">
                      <a:pos x="27" y="203"/>
                    </a:cxn>
                    <a:cxn ang="0">
                      <a:pos x="35" y="195"/>
                    </a:cxn>
                    <a:cxn ang="0">
                      <a:pos x="44" y="195"/>
                    </a:cxn>
                    <a:cxn ang="0">
                      <a:pos x="71" y="186"/>
                    </a:cxn>
                    <a:cxn ang="0">
                      <a:pos x="106" y="186"/>
                    </a:cxn>
                    <a:cxn ang="0">
                      <a:pos x="132" y="177"/>
                    </a:cxn>
                    <a:cxn ang="0">
                      <a:pos x="141" y="177"/>
                    </a:cxn>
                    <a:cxn ang="0">
                      <a:pos x="150" y="177"/>
                    </a:cxn>
                    <a:cxn ang="0">
                      <a:pos x="158" y="159"/>
                    </a:cxn>
                    <a:cxn ang="0">
                      <a:pos x="167" y="150"/>
                    </a:cxn>
                    <a:cxn ang="0">
                      <a:pos x="176" y="150"/>
                    </a:cxn>
                    <a:cxn ang="0">
                      <a:pos x="176" y="142"/>
                    </a:cxn>
                    <a:cxn ang="0">
                      <a:pos x="167" y="124"/>
                    </a:cxn>
                    <a:cxn ang="0">
                      <a:pos x="176" y="115"/>
                    </a:cxn>
                    <a:cxn ang="0">
                      <a:pos x="176" y="115"/>
                    </a:cxn>
                    <a:cxn ang="0">
                      <a:pos x="167" y="106"/>
                    </a:cxn>
                    <a:cxn ang="0">
                      <a:pos x="167" y="115"/>
                    </a:cxn>
                    <a:cxn ang="0">
                      <a:pos x="158" y="106"/>
                    </a:cxn>
                    <a:cxn ang="0">
                      <a:pos x="176" y="88"/>
                    </a:cxn>
                    <a:cxn ang="0">
                      <a:pos x="185" y="80"/>
                    </a:cxn>
                    <a:cxn ang="0">
                      <a:pos x="202" y="44"/>
                    </a:cxn>
                    <a:cxn ang="0">
                      <a:pos x="229" y="18"/>
                    </a:cxn>
                    <a:cxn ang="0">
                      <a:pos x="273" y="9"/>
                    </a:cxn>
                    <a:cxn ang="0">
                      <a:pos x="308" y="0"/>
                    </a:cxn>
                    <a:cxn ang="0">
                      <a:pos x="308" y="9"/>
                    </a:cxn>
                    <a:cxn ang="0">
                      <a:pos x="317" y="27"/>
                    </a:cxn>
                    <a:cxn ang="0">
                      <a:pos x="326" y="35"/>
                    </a:cxn>
                    <a:cxn ang="0">
                      <a:pos x="326" y="44"/>
                    </a:cxn>
                    <a:cxn ang="0">
                      <a:pos x="326" y="62"/>
                    </a:cxn>
                    <a:cxn ang="0">
                      <a:pos x="326" y="71"/>
                    </a:cxn>
                    <a:cxn ang="0">
                      <a:pos x="326" y="88"/>
                    </a:cxn>
                    <a:cxn ang="0">
                      <a:pos x="334" y="106"/>
                    </a:cxn>
                    <a:cxn ang="0">
                      <a:pos x="334" y="106"/>
                    </a:cxn>
                    <a:cxn ang="0">
                      <a:pos x="352" y="159"/>
                    </a:cxn>
                    <a:cxn ang="0">
                      <a:pos x="361" y="168"/>
                    </a:cxn>
                    <a:cxn ang="0">
                      <a:pos x="361" y="221"/>
                    </a:cxn>
                    <a:cxn ang="0">
                      <a:pos x="370" y="283"/>
                    </a:cxn>
                    <a:cxn ang="0">
                      <a:pos x="370" y="292"/>
                    </a:cxn>
                    <a:cxn ang="0">
                      <a:pos x="361" y="310"/>
                    </a:cxn>
                    <a:cxn ang="0">
                      <a:pos x="361" y="318"/>
                    </a:cxn>
                    <a:cxn ang="0">
                      <a:pos x="361" y="327"/>
                    </a:cxn>
                    <a:cxn ang="0">
                      <a:pos x="352" y="336"/>
                    </a:cxn>
                    <a:cxn ang="0">
                      <a:pos x="352" y="310"/>
                    </a:cxn>
                    <a:cxn ang="0">
                      <a:pos x="343" y="301"/>
                    </a:cxn>
                    <a:cxn ang="0">
                      <a:pos x="343" y="292"/>
                    </a:cxn>
                    <a:cxn ang="0">
                      <a:pos x="352" y="301"/>
                    </a:cxn>
                    <a:cxn ang="0">
                      <a:pos x="299" y="301"/>
                    </a:cxn>
                    <a:cxn ang="0">
                      <a:pos x="299" y="292"/>
                    </a:cxn>
                    <a:cxn ang="0">
                      <a:pos x="282" y="292"/>
                    </a:cxn>
                    <a:cxn ang="0">
                      <a:pos x="273" y="283"/>
                    </a:cxn>
                    <a:cxn ang="0">
                      <a:pos x="264" y="265"/>
                    </a:cxn>
                    <a:cxn ang="0">
                      <a:pos x="255" y="265"/>
                    </a:cxn>
                    <a:cxn ang="0">
                      <a:pos x="255" y="256"/>
                    </a:cxn>
                    <a:cxn ang="0">
                      <a:pos x="123" y="283"/>
                    </a:cxn>
                    <a:cxn ang="0">
                      <a:pos x="0" y="310"/>
                    </a:cxn>
                    <a:cxn ang="0">
                      <a:pos x="0" y="292"/>
                    </a:cxn>
                  </a:cxnLst>
                  <a:rect l="0" t="0" r="r" b="b"/>
                  <a:pathLst>
                    <a:path w="370" h="336">
                      <a:moveTo>
                        <a:pt x="0" y="292"/>
                      </a:moveTo>
                      <a:lnTo>
                        <a:pt x="0" y="292"/>
                      </a:lnTo>
                      <a:lnTo>
                        <a:pt x="9" y="274"/>
                      </a:lnTo>
                      <a:lnTo>
                        <a:pt x="18" y="265"/>
                      </a:lnTo>
                      <a:lnTo>
                        <a:pt x="27" y="256"/>
                      </a:lnTo>
                      <a:lnTo>
                        <a:pt x="27" y="256"/>
                      </a:lnTo>
                      <a:lnTo>
                        <a:pt x="35" y="248"/>
                      </a:lnTo>
                      <a:lnTo>
                        <a:pt x="44" y="239"/>
                      </a:lnTo>
                      <a:lnTo>
                        <a:pt x="44" y="239"/>
                      </a:lnTo>
                      <a:lnTo>
                        <a:pt x="35" y="221"/>
                      </a:lnTo>
                      <a:lnTo>
                        <a:pt x="35" y="221"/>
                      </a:lnTo>
                      <a:lnTo>
                        <a:pt x="35" y="221"/>
                      </a:lnTo>
                      <a:lnTo>
                        <a:pt x="27" y="212"/>
                      </a:lnTo>
                      <a:lnTo>
                        <a:pt x="27" y="212"/>
                      </a:lnTo>
                      <a:lnTo>
                        <a:pt x="27" y="203"/>
                      </a:lnTo>
                      <a:lnTo>
                        <a:pt x="27" y="203"/>
                      </a:lnTo>
                      <a:lnTo>
                        <a:pt x="27" y="203"/>
                      </a:lnTo>
                      <a:lnTo>
                        <a:pt x="35" y="195"/>
                      </a:lnTo>
                      <a:lnTo>
                        <a:pt x="35" y="195"/>
                      </a:lnTo>
                      <a:lnTo>
                        <a:pt x="44" y="195"/>
                      </a:lnTo>
                      <a:lnTo>
                        <a:pt x="53" y="186"/>
                      </a:lnTo>
                      <a:lnTo>
                        <a:pt x="71" y="186"/>
                      </a:lnTo>
                      <a:lnTo>
                        <a:pt x="97" y="186"/>
                      </a:lnTo>
                      <a:lnTo>
                        <a:pt x="106" y="186"/>
                      </a:lnTo>
                      <a:lnTo>
                        <a:pt x="114" y="186"/>
                      </a:lnTo>
                      <a:lnTo>
                        <a:pt x="132" y="177"/>
                      </a:lnTo>
                      <a:lnTo>
                        <a:pt x="141" y="177"/>
                      </a:lnTo>
                      <a:lnTo>
                        <a:pt x="141" y="177"/>
                      </a:lnTo>
                      <a:lnTo>
                        <a:pt x="150" y="177"/>
                      </a:lnTo>
                      <a:lnTo>
                        <a:pt x="150" y="177"/>
                      </a:lnTo>
                      <a:lnTo>
                        <a:pt x="158" y="168"/>
                      </a:lnTo>
                      <a:lnTo>
                        <a:pt x="158" y="159"/>
                      </a:lnTo>
                      <a:lnTo>
                        <a:pt x="167" y="159"/>
                      </a:lnTo>
                      <a:lnTo>
                        <a:pt x="167" y="150"/>
                      </a:lnTo>
                      <a:lnTo>
                        <a:pt x="176" y="150"/>
                      </a:lnTo>
                      <a:lnTo>
                        <a:pt x="176" y="150"/>
                      </a:lnTo>
                      <a:lnTo>
                        <a:pt x="176" y="142"/>
                      </a:lnTo>
                      <a:lnTo>
                        <a:pt x="176" y="142"/>
                      </a:lnTo>
                      <a:lnTo>
                        <a:pt x="176" y="133"/>
                      </a:lnTo>
                      <a:lnTo>
                        <a:pt x="167" y="124"/>
                      </a:lnTo>
                      <a:lnTo>
                        <a:pt x="176" y="124"/>
                      </a:lnTo>
                      <a:lnTo>
                        <a:pt x="176" y="115"/>
                      </a:lnTo>
                      <a:lnTo>
                        <a:pt x="176" y="115"/>
                      </a:lnTo>
                      <a:lnTo>
                        <a:pt x="176" y="115"/>
                      </a:lnTo>
                      <a:lnTo>
                        <a:pt x="167" y="106"/>
                      </a:lnTo>
                      <a:lnTo>
                        <a:pt x="167" y="106"/>
                      </a:lnTo>
                      <a:lnTo>
                        <a:pt x="167" y="115"/>
                      </a:lnTo>
                      <a:lnTo>
                        <a:pt x="167" y="115"/>
                      </a:lnTo>
                      <a:lnTo>
                        <a:pt x="158" y="106"/>
                      </a:lnTo>
                      <a:lnTo>
                        <a:pt x="158" y="106"/>
                      </a:lnTo>
                      <a:lnTo>
                        <a:pt x="167" y="97"/>
                      </a:lnTo>
                      <a:lnTo>
                        <a:pt x="176" y="88"/>
                      </a:lnTo>
                      <a:lnTo>
                        <a:pt x="176" y="88"/>
                      </a:lnTo>
                      <a:lnTo>
                        <a:pt x="185" y="80"/>
                      </a:lnTo>
                      <a:lnTo>
                        <a:pt x="185" y="71"/>
                      </a:lnTo>
                      <a:lnTo>
                        <a:pt x="202" y="44"/>
                      </a:lnTo>
                      <a:lnTo>
                        <a:pt x="220" y="27"/>
                      </a:lnTo>
                      <a:lnTo>
                        <a:pt x="229" y="18"/>
                      </a:lnTo>
                      <a:lnTo>
                        <a:pt x="238" y="18"/>
                      </a:lnTo>
                      <a:lnTo>
                        <a:pt x="273" y="9"/>
                      </a:lnTo>
                      <a:lnTo>
                        <a:pt x="308" y="0"/>
                      </a:lnTo>
                      <a:lnTo>
                        <a:pt x="308" y="0"/>
                      </a:lnTo>
                      <a:lnTo>
                        <a:pt x="308" y="9"/>
                      </a:lnTo>
                      <a:lnTo>
                        <a:pt x="308" y="9"/>
                      </a:lnTo>
                      <a:lnTo>
                        <a:pt x="317" y="18"/>
                      </a:lnTo>
                      <a:lnTo>
                        <a:pt x="317" y="27"/>
                      </a:lnTo>
                      <a:lnTo>
                        <a:pt x="317" y="35"/>
                      </a:lnTo>
                      <a:lnTo>
                        <a:pt x="326" y="35"/>
                      </a:lnTo>
                      <a:lnTo>
                        <a:pt x="326" y="44"/>
                      </a:lnTo>
                      <a:lnTo>
                        <a:pt x="326" y="44"/>
                      </a:lnTo>
                      <a:lnTo>
                        <a:pt x="326" y="53"/>
                      </a:lnTo>
                      <a:lnTo>
                        <a:pt x="326" y="62"/>
                      </a:lnTo>
                      <a:lnTo>
                        <a:pt x="326" y="62"/>
                      </a:lnTo>
                      <a:lnTo>
                        <a:pt x="326" y="71"/>
                      </a:lnTo>
                      <a:lnTo>
                        <a:pt x="326" y="80"/>
                      </a:lnTo>
                      <a:lnTo>
                        <a:pt x="326" y="88"/>
                      </a:lnTo>
                      <a:lnTo>
                        <a:pt x="334" y="97"/>
                      </a:lnTo>
                      <a:lnTo>
                        <a:pt x="334" y="106"/>
                      </a:lnTo>
                      <a:lnTo>
                        <a:pt x="334" y="115"/>
                      </a:lnTo>
                      <a:lnTo>
                        <a:pt x="334" y="106"/>
                      </a:lnTo>
                      <a:lnTo>
                        <a:pt x="343" y="115"/>
                      </a:lnTo>
                      <a:lnTo>
                        <a:pt x="352" y="159"/>
                      </a:lnTo>
                      <a:lnTo>
                        <a:pt x="352" y="168"/>
                      </a:lnTo>
                      <a:lnTo>
                        <a:pt x="361" y="168"/>
                      </a:lnTo>
                      <a:lnTo>
                        <a:pt x="361" y="177"/>
                      </a:lnTo>
                      <a:lnTo>
                        <a:pt x="361" y="221"/>
                      </a:lnTo>
                      <a:lnTo>
                        <a:pt x="361" y="230"/>
                      </a:lnTo>
                      <a:lnTo>
                        <a:pt x="370" y="283"/>
                      </a:lnTo>
                      <a:lnTo>
                        <a:pt x="370" y="292"/>
                      </a:lnTo>
                      <a:lnTo>
                        <a:pt x="370" y="292"/>
                      </a:lnTo>
                      <a:lnTo>
                        <a:pt x="361" y="301"/>
                      </a:lnTo>
                      <a:lnTo>
                        <a:pt x="361" y="310"/>
                      </a:lnTo>
                      <a:lnTo>
                        <a:pt x="370" y="310"/>
                      </a:lnTo>
                      <a:lnTo>
                        <a:pt x="361" y="318"/>
                      </a:lnTo>
                      <a:lnTo>
                        <a:pt x="361" y="327"/>
                      </a:lnTo>
                      <a:lnTo>
                        <a:pt x="361" y="327"/>
                      </a:lnTo>
                      <a:lnTo>
                        <a:pt x="352" y="336"/>
                      </a:lnTo>
                      <a:lnTo>
                        <a:pt x="352" y="336"/>
                      </a:lnTo>
                      <a:lnTo>
                        <a:pt x="352" y="327"/>
                      </a:lnTo>
                      <a:lnTo>
                        <a:pt x="352" y="310"/>
                      </a:lnTo>
                      <a:lnTo>
                        <a:pt x="352" y="301"/>
                      </a:lnTo>
                      <a:lnTo>
                        <a:pt x="343" y="301"/>
                      </a:lnTo>
                      <a:lnTo>
                        <a:pt x="343" y="292"/>
                      </a:lnTo>
                      <a:lnTo>
                        <a:pt x="343" y="292"/>
                      </a:lnTo>
                      <a:lnTo>
                        <a:pt x="343" y="301"/>
                      </a:lnTo>
                      <a:lnTo>
                        <a:pt x="352" y="301"/>
                      </a:lnTo>
                      <a:lnTo>
                        <a:pt x="352" y="318"/>
                      </a:lnTo>
                      <a:lnTo>
                        <a:pt x="299" y="301"/>
                      </a:lnTo>
                      <a:lnTo>
                        <a:pt x="299" y="301"/>
                      </a:lnTo>
                      <a:lnTo>
                        <a:pt x="299" y="292"/>
                      </a:lnTo>
                      <a:lnTo>
                        <a:pt x="290" y="292"/>
                      </a:lnTo>
                      <a:lnTo>
                        <a:pt x="282" y="292"/>
                      </a:lnTo>
                      <a:lnTo>
                        <a:pt x="282" y="283"/>
                      </a:lnTo>
                      <a:lnTo>
                        <a:pt x="273" y="283"/>
                      </a:lnTo>
                      <a:lnTo>
                        <a:pt x="273" y="274"/>
                      </a:lnTo>
                      <a:lnTo>
                        <a:pt x="264" y="265"/>
                      </a:lnTo>
                      <a:lnTo>
                        <a:pt x="264" y="265"/>
                      </a:lnTo>
                      <a:lnTo>
                        <a:pt x="255" y="265"/>
                      </a:lnTo>
                      <a:lnTo>
                        <a:pt x="255" y="256"/>
                      </a:lnTo>
                      <a:lnTo>
                        <a:pt x="255" y="256"/>
                      </a:lnTo>
                      <a:lnTo>
                        <a:pt x="202" y="274"/>
                      </a:lnTo>
                      <a:lnTo>
                        <a:pt x="123" y="283"/>
                      </a:lnTo>
                      <a:lnTo>
                        <a:pt x="53" y="301"/>
                      </a:lnTo>
                      <a:lnTo>
                        <a:pt x="0" y="310"/>
                      </a:lnTo>
                      <a:lnTo>
                        <a:pt x="0" y="292"/>
                      </a:lnTo>
                      <a:lnTo>
                        <a:pt x="0" y="292"/>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77"/>
                <p:cNvSpPr>
                  <a:spLocks/>
                </p:cNvSpPr>
                <p:nvPr/>
              </p:nvSpPr>
              <p:spPr bwMode="auto">
                <a:xfrm>
                  <a:off x="5189538" y="2252664"/>
                  <a:ext cx="180975" cy="112713"/>
                </a:xfrm>
                <a:custGeom>
                  <a:avLst/>
                  <a:gdLst/>
                  <a:ahLst/>
                  <a:cxnLst>
                    <a:cxn ang="0">
                      <a:pos x="35" y="53"/>
                    </a:cxn>
                    <a:cxn ang="0">
                      <a:pos x="18" y="62"/>
                    </a:cxn>
                    <a:cxn ang="0">
                      <a:pos x="9" y="71"/>
                    </a:cxn>
                    <a:cxn ang="0">
                      <a:pos x="18" y="62"/>
                    </a:cxn>
                    <a:cxn ang="0">
                      <a:pos x="0" y="62"/>
                    </a:cxn>
                    <a:cxn ang="0">
                      <a:pos x="0" y="62"/>
                    </a:cxn>
                    <a:cxn ang="0">
                      <a:pos x="0" y="62"/>
                    </a:cxn>
                    <a:cxn ang="0">
                      <a:pos x="9" y="53"/>
                    </a:cxn>
                    <a:cxn ang="0">
                      <a:pos x="18" y="44"/>
                    </a:cxn>
                    <a:cxn ang="0">
                      <a:pos x="18" y="44"/>
                    </a:cxn>
                    <a:cxn ang="0">
                      <a:pos x="18" y="44"/>
                    </a:cxn>
                    <a:cxn ang="0">
                      <a:pos x="18" y="35"/>
                    </a:cxn>
                    <a:cxn ang="0">
                      <a:pos x="26" y="35"/>
                    </a:cxn>
                    <a:cxn ang="0">
                      <a:pos x="26" y="35"/>
                    </a:cxn>
                    <a:cxn ang="0">
                      <a:pos x="35" y="27"/>
                    </a:cxn>
                    <a:cxn ang="0">
                      <a:pos x="44" y="27"/>
                    </a:cxn>
                    <a:cxn ang="0">
                      <a:pos x="44" y="27"/>
                    </a:cxn>
                    <a:cxn ang="0">
                      <a:pos x="53" y="27"/>
                    </a:cxn>
                    <a:cxn ang="0">
                      <a:pos x="70" y="18"/>
                    </a:cxn>
                    <a:cxn ang="0">
                      <a:pos x="79" y="18"/>
                    </a:cxn>
                    <a:cxn ang="0">
                      <a:pos x="88" y="0"/>
                    </a:cxn>
                    <a:cxn ang="0">
                      <a:pos x="88" y="9"/>
                    </a:cxn>
                    <a:cxn ang="0">
                      <a:pos x="88" y="9"/>
                    </a:cxn>
                    <a:cxn ang="0">
                      <a:pos x="79" y="18"/>
                    </a:cxn>
                    <a:cxn ang="0">
                      <a:pos x="79" y="18"/>
                    </a:cxn>
                    <a:cxn ang="0">
                      <a:pos x="79" y="18"/>
                    </a:cxn>
                    <a:cxn ang="0">
                      <a:pos x="88" y="18"/>
                    </a:cxn>
                    <a:cxn ang="0">
                      <a:pos x="88" y="9"/>
                    </a:cxn>
                    <a:cxn ang="0">
                      <a:pos x="97" y="9"/>
                    </a:cxn>
                    <a:cxn ang="0">
                      <a:pos x="106" y="0"/>
                    </a:cxn>
                    <a:cxn ang="0">
                      <a:pos x="106" y="9"/>
                    </a:cxn>
                    <a:cxn ang="0">
                      <a:pos x="106" y="0"/>
                    </a:cxn>
                    <a:cxn ang="0">
                      <a:pos x="114" y="0"/>
                    </a:cxn>
                    <a:cxn ang="0">
                      <a:pos x="106" y="9"/>
                    </a:cxn>
                    <a:cxn ang="0">
                      <a:pos x="106" y="9"/>
                    </a:cxn>
                    <a:cxn ang="0">
                      <a:pos x="88" y="18"/>
                    </a:cxn>
                    <a:cxn ang="0">
                      <a:pos x="88" y="18"/>
                    </a:cxn>
                    <a:cxn ang="0">
                      <a:pos x="88" y="27"/>
                    </a:cxn>
                    <a:cxn ang="0">
                      <a:pos x="79" y="35"/>
                    </a:cxn>
                    <a:cxn ang="0">
                      <a:pos x="70" y="35"/>
                    </a:cxn>
                    <a:cxn ang="0">
                      <a:pos x="62" y="35"/>
                    </a:cxn>
                    <a:cxn ang="0">
                      <a:pos x="62" y="35"/>
                    </a:cxn>
                    <a:cxn ang="0">
                      <a:pos x="53" y="44"/>
                    </a:cxn>
                    <a:cxn ang="0">
                      <a:pos x="44" y="44"/>
                    </a:cxn>
                    <a:cxn ang="0">
                      <a:pos x="35" y="53"/>
                    </a:cxn>
                    <a:cxn ang="0">
                      <a:pos x="35" y="53"/>
                    </a:cxn>
                  </a:cxnLst>
                  <a:rect l="0" t="0" r="r" b="b"/>
                  <a:pathLst>
                    <a:path w="114" h="71">
                      <a:moveTo>
                        <a:pt x="35" y="53"/>
                      </a:moveTo>
                      <a:lnTo>
                        <a:pt x="18" y="62"/>
                      </a:lnTo>
                      <a:lnTo>
                        <a:pt x="9" y="71"/>
                      </a:lnTo>
                      <a:lnTo>
                        <a:pt x="18" y="62"/>
                      </a:lnTo>
                      <a:lnTo>
                        <a:pt x="0" y="62"/>
                      </a:lnTo>
                      <a:lnTo>
                        <a:pt x="0" y="62"/>
                      </a:lnTo>
                      <a:lnTo>
                        <a:pt x="0" y="62"/>
                      </a:lnTo>
                      <a:lnTo>
                        <a:pt x="9" y="53"/>
                      </a:lnTo>
                      <a:lnTo>
                        <a:pt x="18" y="44"/>
                      </a:lnTo>
                      <a:lnTo>
                        <a:pt x="18" y="44"/>
                      </a:lnTo>
                      <a:lnTo>
                        <a:pt x="18" y="44"/>
                      </a:lnTo>
                      <a:lnTo>
                        <a:pt x="18" y="35"/>
                      </a:lnTo>
                      <a:lnTo>
                        <a:pt x="26" y="35"/>
                      </a:lnTo>
                      <a:lnTo>
                        <a:pt x="26" y="35"/>
                      </a:lnTo>
                      <a:lnTo>
                        <a:pt x="35" y="27"/>
                      </a:lnTo>
                      <a:lnTo>
                        <a:pt x="44" y="27"/>
                      </a:lnTo>
                      <a:lnTo>
                        <a:pt x="44" y="27"/>
                      </a:lnTo>
                      <a:lnTo>
                        <a:pt x="53" y="27"/>
                      </a:lnTo>
                      <a:lnTo>
                        <a:pt x="70" y="18"/>
                      </a:lnTo>
                      <a:lnTo>
                        <a:pt x="79" y="18"/>
                      </a:lnTo>
                      <a:lnTo>
                        <a:pt x="88" y="0"/>
                      </a:lnTo>
                      <a:lnTo>
                        <a:pt x="88" y="9"/>
                      </a:lnTo>
                      <a:lnTo>
                        <a:pt x="88" y="9"/>
                      </a:lnTo>
                      <a:lnTo>
                        <a:pt x="79" y="18"/>
                      </a:lnTo>
                      <a:lnTo>
                        <a:pt x="79" y="18"/>
                      </a:lnTo>
                      <a:lnTo>
                        <a:pt x="79" y="18"/>
                      </a:lnTo>
                      <a:lnTo>
                        <a:pt x="88" y="18"/>
                      </a:lnTo>
                      <a:lnTo>
                        <a:pt x="88" y="9"/>
                      </a:lnTo>
                      <a:lnTo>
                        <a:pt x="97" y="9"/>
                      </a:lnTo>
                      <a:lnTo>
                        <a:pt x="106" y="0"/>
                      </a:lnTo>
                      <a:lnTo>
                        <a:pt x="106" y="9"/>
                      </a:lnTo>
                      <a:lnTo>
                        <a:pt x="106" y="0"/>
                      </a:lnTo>
                      <a:lnTo>
                        <a:pt x="114" y="0"/>
                      </a:lnTo>
                      <a:lnTo>
                        <a:pt x="106" y="9"/>
                      </a:lnTo>
                      <a:lnTo>
                        <a:pt x="106" y="9"/>
                      </a:lnTo>
                      <a:lnTo>
                        <a:pt x="88" y="18"/>
                      </a:lnTo>
                      <a:lnTo>
                        <a:pt x="88" y="18"/>
                      </a:lnTo>
                      <a:lnTo>
                        <a:pt x="88" y="27"/>
                      </a:lnTo>
                      <a:lnTo>
                        <a:pt x="79" y="35"/>
                      </a:lnTo>
                      <a:lnTo>
                        <a:pt x="70" y="35"/>
                      </a:lnTo>
                      <a:lnTo>
                        <a:pt x="62" y="35"/>
                      </a:lnTo>
                      <a:lnTo>
                        <a:pt x="62" y="35"/>
                      </a:lnTo>
                      <a:lnTo>
                        <a:pt x="53" y="44"/>
                      </a:lnTo>
                      <a:lnTo>
                        <a:pt x="44" y="44"/>
                      </a:lnTo>
                      <a:lnTo>
                        <a:pt x="35" y="53"/>
                      </a:lnTo>
                      <a:lnTo>
                        <a:pt x="35" y="53"/>
                      </a:lnTo>
                      <a:close/>
                    </a:path>
                  </a:pathLst>
                </a:custGeom>
                <a:grp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57" name="Freeform 91"/>
              <p:cNvSpPr>
                <a:spLocks/>
              </p:cNvSpPr>
              <p:nvPr/>
            </p:nvSpPr>
            <p:spPr bwMode="auto">
              <a:xfrm>
                <a:off x="1614670" y="1654775"/>
                <a:ext cx="861328" cy="544702"/>
              </a:xfrm>
              <a:custGeom>
                <a:avLst/>
                <a:gdLst/>
                <a:ahLst/>
                <a:cxnLst>
                  <a:cxn ang="0">
                    <a:pos x="18" y="115"/>
                  </a:cxn>
                  <a:cxn ang="0">
                    <a:pos x="9" y="97"/>
                  </a:cxn>
                  <a:cxn ang="0">
                    <a:pos x="0" y="79"/>
                  </a:cxn>
                  <a:cxn ang="0">
                    <a:pos x="18" y="0"/>
                  </a:cxn>
                  <a:cxn ang="0">
                    <a:pos x="229" y="44"/>
                  </a:cxn>
                  <a:cxn ang="0">
                    <a:pos x="422" y="70"/>
                  </a:cxn>
                  <a:cxn ang="0">
                    <a:pos x="607" y="88"/>
                  </a:cxn>
                  <a:cxn ang="0">
                    <a:pos x="642" y="88"/>
                  </a:cxn>
                  <a:cxn ang="0">
                    <a:pos x="625" y="398"/>
                  </a:cxn>
                  <a:cxn ang="0">
                    <a:pos x="546" y="398"/>
                  </a:cxn>
                  <a:cxn ang="0">
                    <a:pos x="334" y="371"/>
                  </a:cxn>
                  <a:cxn ang="0">
                    <a:pos x="229" y="362"/>
                  </a:cxn>
                  <a:cxn ang="0">
                    <a:pos x="220" y="398"/>
                  </a:cxn>
                  <a:cxn ang="0">
                    <a:pos x="211" y="380"/>
                  </a:cxn>
                  <a:cxn ang="0">
                    <a:pos x="202" y="389"/>
                  </a:cxn>
                  <a:cxn ang="0">
                    <a:pos x="194" y="389"/>
                  </a:cxn>
                  <a:cxn ang="0">
                    <a:pos x="185" y="389"/>
                  </a:cxn>
                  <a:cxn ang="0">
                    <a:pos x="158" y="380"/>
                  </a:cxn>
                  <a:cxn ang="0">
                    <a:pos x="150" y="389"/>
                  </a:cxn>
                  <a:cxn ang="0">
                    <a:pos x="141" y="389"/>
                  </a:cxn>
                  <a:cxn ang="0">
                    <a:pos x="123" y="389"/>
                  </a:cxn>
                  <a:cxn ang="0">
                    <a:pos x="123" y="398"/>
                  </a:cxn>
                  <a:cxn ang="0">
                    <a:pos x="114" y="380"/>
                  </a:cxn>
                  <a:cxn ang="0">
                    <a:pos x="114" y="371"/>
                  </a:cxn>
                  <a:cxn ang="0">
                    <a:pos x="114" y="362"/>
                  </a:cxn>
                  <a:cxn ang="0">
                    <a:pos x="106" y="353"/>
                  </a:cxn>
                  <a:cxn ang="0">
                    <a:pos x="97" y="344"/>
                  </a:cxn>
                  <a:cxn ang="0">
                    <a:pos x="97" y="336"/>
                  </a:cxn>
                  <a:cxn ang="0">
                    <a:pos x="97" y="327"/>
                  </a:cxn>
                  <a:cxn ang="0">
                    <a:pos x="88" y="300"/>
                  </a:cxn>
                  <a:cxn ang="0">
                    <a:pos x="79" y="283"/>
                  </a:cxn>
                  <a:cxn ang="0">
                    <a:pos x="62" y="291"/>
                  </a:cxn>
                  <a:cxn ang="0">
                    <a:pos x="53" y="283"/>
                  </a:cxn>
                  <a:cxn ang="0">
                    <a:pos x="44" y="283"/>
                  </a:cxn>
                  <a:cxn ang="0">
                    <a:pos x="53" y="265"/>
                  </a:cxn>
                  <a:cxn ang="0">
                    <a:pos x="62" y="265"/>
                  </a:cxn>
                  <a:cxn ang="0">
                    <a:pos x="53" y="247"/>
                  </a:cxn>
                  <a:cxn ang="0">
                    <a:pos x="62" y="238"/>
                  </a:cxn>
                  <a:cxn ang="0">
                    <a:pos x="62" y="230"/>
                  </a:cxn>
                  <a:cxn ang="0">
                    <a:pos x="70" y="203"/>
                  </a:cxn>
                  <a:cxn ang="0">
                    <a:pos x="62" y="203"/>
                  </a:cxn>
                  <a:cxn ang="0">
                    <a:pos x="62" y="194"/>
                  </a:cxn>
                  <a:cxn ang="0">
                    <a:pos x="53" y="185"/>
                  </a:cxn>
                  <a:cxn ang="0">
                    <a:pos x="44" y="176"/>
                  </a:cxn>
                  <a:cxn ang="0">
                    <a:pos x="44" y="168"/>
                  </a:cxn>
                  <a:cxn ang="0">
                    <a:pos x="35" y="159"/>
                  </a:cxn>
                  <a:cxn ang="0">
                    <a:pos x="26" y="141"/>
                  </a:cxn>
                  <a:cxn ang="0">
                    <a:pos x="18" y="132"/>
                  </a:cxn>
                  <a:cxn ang="0">
                    <a:pos x="18" y="123"/>
                  </a:cxn>
                </a:cxnLst>
                <a:rect l="0" t="0" r="r" b="b"/>
                <a:pathLst>
                  <a:path w="642" h="406">
                    <a:moveTo>
                      <a:pt x="18" y="123"/>
                    </a:moveTo>
                    <a:lnTo>
                      <a:pt x="18" y="115"/>
                    </a:lnTo>
                    <a:lnTo>
                      <a:pt x="18" y="106"/>
                    </a:lnTo>
                    <a:lnTo>
                      <a:pt x="9" y="97"/>
                    </a:lnTo>
                    <a:lnTo>
                      <a:pt x="9" y="97"/>
                    </a:lnTo>
                    <a:lnTo>
                      <a:pt x="0" y="79"/>
                    </a:lnTo>
                    <a:lnTo>
                      <a:pt x="18" y="8"/>
                    </a:lnTo>
                    <a:lnTo>
                      <a:pt x="18" y="0"/>
                    </a:lnTo>
                    <a:lnTo>
                      <a:pt x="97" y="17"/>
                    </a:lnTo>
                    <a:lnTo>
                      <a:pt x="229" y="44"/>
                    </a:lnTo>
                    <a:lnTo>
                      <a:pt x="343" y="62"/>
                    </a:lnTo>
                    <a:lnTo>
                      <a:pt x="422" y="70"/>
                    </a:lnTo>
                    <a:lnTo>
                      <a:pt x="502" y="79"/>
                    </a:lnTo>
                    <a:lnTo>
                      <a:pt x="607" y="88"/>
                    </a:lnTo>
                    <a:lnTo>
                      <a:pt x="642" y="88"/>
                    </a:lnTo>
                    <a:lnTo>
                      <a:pt x="642" y="88"/>
                    </a:lnTo>
                    <a:lnTo>
                      <a:pt x="625" y="327"/>
                    </a:lnTo>
                    <a:lnTo>
                      <a:pt x="625" y="398"/>
                    </a:lnTo>
                    <a:lnTo>
                      <a:pt x="616" y="406"/>
                    </a:lnTo>
                    <a:lnTo>
                      <a:pt x="546" y="398"/>
                    </a:lnTo>
                    <a:lnTo>
                      <a:pt x="431" y="389"/>
                    </a:lnTo>
                    <a:lnTo>
                      <a:pt x="334" y="371"/>
                    </a:lnTo>
                    <a:lnTo>
                      <a:pt x="238" y="362"/>
                    </a:lnTo>
                    <a:lnTo>
                      <a:pt x="229" y="362"/>
                    </a:lnTo>
                    <a:lnTo>
                      <a:pt x="229" y="398"/>
                    </a:lnTo>
                    <a:lnTo>
                      <a:pt x="220" y="398"/>
                    </a:lnTo>
                    <a:lnTo>
                      <a:pt x="220" y="389"/>
                    </a:lnTo>
                    <a:lnTo>
                      <a:pt x="211" y="380"/>
                    </a:lnTo>
                    <a:lnTo>
                      <a:pt x="211" y="380"/>
                    </a:lnTo>
                    <a:lnTo>
                      <a:pt x="202" y="389"/>
                    </a:lnTo>
                    <a:lnTo>
                      <a:pt x="202" y="389"/>
                    </a:lnTo>
                    <a:lnTo>
                      <a:pt x="194" y="389"/>
                    </a:lnTo>
                    <a:lnTo>
                      <a:pt x="185" y="389"/>
                    </a:lnTo>
                    <a:lnTo>
                      <a:pt x="185" y="389"/>
                    </a:lnTo>
                    <a:lnTo>
                      <a:pt x="167" y="389"/>
                    </a:lnTo>
                    <a:lnTo>
                      <a:pt x="158" y="380"/>
                    </a:lnTo>
                    <a:lnTo>
                      <a:pt x="158" y="389"/>
                    </a:lnTo>
                    <a:lnTo>
                      <a:pt x="150" y="389"/>
                    </a:lnTo>
                    <a:lnTo>
                      <a:pt x="150" y="389"/>
                    </a:lnTo>
                    <a:lnTo>
                      <a:pt x="141" y="389"/>
                    </a:lnTo>
                    <a:lnTo>
                      <a:pt x="132" y="389"/>
                    </a:lnTo>
                    <a:lnTo>
                      <a:pt x="123" y="389"/>
                    </a:lnTo>
                    <a:lnTo>
                      <a:pt x="123" y="398"/>
                    </a:lnTo>
                    <a:lnTo>
                      <a:pt x="123" y="398"/>
                    </a:lnTo>
                    <a:lnTo>
                      <a:pt x="123" y="389"/>
                    </a:lnTo>
                    <a:lnTo>
                      <a:pt x="114" y="380"/>
                    </a:lnTo>
                    <a:lnTo>
                      <a:pt x="114" y="380"/>
                    </a:lnTo>
                    <a:lnTo>
                      <a:pt x="114" y="371"/>
                    </a:lnTo>
                    <a:lnTo>
                      <a:pt x="114" y="371"/>
                    </a:lnTo>
                    <a:lnTo>
                      <a:pt x="114" y="362"/>
                    </a:lnTo>
                    <a:lnTo>
                      <a:pt x="106" y="353"/>
                    </a:lnTo>
                    <a:lnTo>
                      <a:pt x="106" y="353"/>
                    </a:lnTo>
                    <a:lnTo>
                      <a:pt x="97" y="353"/>
                    </a:lnTo>
                    <a:lnTo>
                      <a:pt x="97" y="344"/>
                    </a:lnTo>
                    <a:lnTo>
                      <a:pt x="97" y="336"/>
                    </a:lnTo>
                    <a:lnTo>
                      <a:pt x="97" y="336"/>
                    </a:lnTo>
                    <a:lnTo>
                      <a:pt x="97" y="327"/>
                    </a:lnTo>
                    <a:lnTo>
                      <a:pt x="97" y="327"/>
                    </a:lnTo>
                    <a:lnTo>
                      <a:pt x="88" y="318"/>
                    </a:lnTo>
                    <a:lnTo>
                      <a:pt x="88" y="300"/>
                    </a:lnTo>
                    <a:lnTo>
                      <a:pt x="88" y="291"/>
                    </a:lnTo>
                    <a:lnTo>
                      <a:pt x="79" y="283"/>
                    </a:lnTo>
                    <a:lnTo>
                      <a:pt x="79" y="283"/>
                    </a:lnTo>
                    <a:lnTo>
                      <a:pt x="62" y="291"/>
                    </a:lnTo>
                    <a:lnTo>
                      <a:pt x="53" y="291"/>
                    </a:lnTo>
                    <a:lnTo>
                      <a:pt x="53" y="283"/>
                    </a:lnTo>
                    <a:lnTo>
                      <a:pt x="44" y="283"/>
                    </a:lnTo>
                    <a:lnTo>
                      <a:pt x="44" y="283"/>
                    </a:lnTo>
                    <a:lnTo>
                      <a:pt x="53" y="274"/>
                    </a:lnTo>
                    <a:lnTo>
                      <a:pt x="53" y="265"/>
                    </a:lnTo>
                    <a:lnTo>
                      <a:pt x="53" y="265"/>
                    </a:lnTo>
                    <a:lnTo>
                      <a:pt x="62" y="265"/>
                    </a:lnTo>
                    <a:lnTo>
                      <a:pt x="62" y="256"/>
                    </a:lnTo>
                    <a:lnTo>
                      <a:pt x="53" y="247"/>
                    </a:lnTo>
                    <a:lnTo>
                      <a:pt x="62" y="238"/>
                    </a:lnTo>
                    <a:lnTo>
                      <a:pt x="62" y="238"/>
                    </a:lnTo>
                    <a:lnTo>
                      <a:pt x="62" y="230"/>
                    </a:lnTo>
                    <a:lnTo>
                      <a:pt x="62" y="230"/>
                    </a:lnTo>
                    <a:lnTo>
                      <a:pt x="70" y="221"/>
                    </a:lnTo>
                    <a:lnTo>
                      <a:pt x="70" y="203"/>
                    </a:lnTo>
                    <a:lnTo>
                      <a:pt x="70" y="203"/>
                    </a:lnTo>
                    <a:lnTo>
                      <a:pt x="62" y="203"/>
                    </a:lnTo>
                    <a:lnTo>
                      <a:pt x="62" y="194"/>
                    </a:lnTo>
                    <a:lnTo>
                      <a:pt x="62" y="194"/>
                    </a:lnTo>
                    <a:lnTo>
                      <a:pt x="53" y="194"/>
                    </a:lnTo>
                    <a:lnTo>
                      <a:pt x="53" y="185"/>
                    </a:lnTo>
                    <a:lnTo>
                      <a:pt x="44" y="185"/>
                    </a:lnTo>
                    <a:lnTo>
                      <a:pt x="44" y="176"/>
                    </a:lnTo>
                    <a:lnTo>
                      <a:pt x="44" y="176"/>
                    </a:lnTo>
                    <a:lnTo>
                      <a:pt x="44" y="168"/>
                    </a:lnTo>
                    <a:lnTo>
                      <a:pt x="35" y="159"/>
                    </a:lnTo>
                    <a:lnTo>
                      <a:pt x="35" y="159"/>
                    </a:lnTo>
                    <a:lnTo>
                      <a:pt x="26" y="150"/>
                    </a:lnTo>
                    <a:lnTo>
                      <a:pt x="26" y="141"/>
                    </a:lnTo>
                    <a:lnTo>
                      <a:pt x="18" y="141"/>
                    </a:lnTo>
                    <a:lnTo>
                      <a:pt x="18" y="132"/>
                    </a:lnTo>
                    <a:lnTo>
                      <a:pt x="9" y="123"/>
                    </a:lnTo>
                    <a:lnTo>
                      <a:pt x="18" y="123"/>
                    </a:lnTo>
                    <a:lnTo>
                      <a:pt x="18" y="123"/>
                    </a:lnTo>
                    <a:close/>
                  </a:path>
                </a:pathLst>
              </a:custGeom>
              <a:solidFill>
                <a:schemeClr val="accent2"/>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25"/>
              <p:cNvSpPr>
                <a:spLocks/>
              </p:cNvSpPr>
              <p:nvPr/>
            </p:nvSpPr>
            <p:spPr bwMode="auto">
              <a:xfrm>
                <a:off x="4872152" y="1654775"/>
                <a:ext cx="307234" cy="485671"/>
              </a:xfrm>
              <a:custGeom>
                <a:avLst/>
                <a:gdLst/>
                <a:ahLst/>
                <a:cxnLst>
                  <a:cxn ang="0">
                    <a:pos x="9" y="194"/>
                  </a:cxn>
                  <a:cxn ang="0">
                    <a:pos x="18" y="185"/>
                  </a:cxn>
                  <a:cxn ang="0">
                    <a:pos x="18" y="176"/>
                  </a:cxn>
                  <a:cxn ang="0">
                    <a:pos x="18" y="168"/>
                  </a:cxn>
                  <a:cxn ang="0">
                    <a:pos x="36" y="141"/>
                  </a:cxn>
                  <a:cxn ang="0">
                    <a:pos x="27" y="123"/>
                  </a:cxn>
                  <a:cxn ang="0">
                    <a:pos x="27" y="79"/>
                  </a:cxn>
                  <a:cxn ang="0">
                    <a:pos x="62" y="8"/>
                  </a:cxn>
                  <a:cxn ang="0">
                    <a:pos x="80" y="26"/>
                  </a:cxn>
                  <a:cxn ang="0">
                    <a:pos x="88" y="8"/>
                  </a:cxn>
                  <a:cxn ang="0">
                    <a:pos x="106" y="0"/>
                  </a:cxn>
                  <a:cxn ang="0">
                    <a:pos x="132" y="17"/>
                  </a:cxn>
                  <a:cxn ang="0">
                    <a:pos x="168" y="97"/>
                  </a:cxn>
                  <a:cxn ang="0">
                    <a:pos x="168" y="115"/>
                  </a:cxn>
                  <a:cxn ang="0">
                    <a:pos x="176" y="123"/>
                  </a:cxn>
                  <a:cxn ang="0">
                    <a:pos x="194" y="123"/>
                  </a:cxn>
                  <a:cxn ang="0">
                    <a:pos x="194" y="141"/>
                  </a:cxn>
                  <a:cxn ang="0">
                    <a:pos x="203" y="150"/>
                  </a:cxn>
                  <a:cxn ang="0">
                    <a:pos x="212" y="150"/>
                  </a:cxn>
                  <a:cxn ang="0">
                    <a:pos x="229" y="159"/>
                  </a:cxn>
                  <a:cxn ang="0">
                    <a:pos x="229" y="168"/>
                  </a:cxn>
                  <a:cxn ang="0">
                    <a:pos x="229" y="176"/>
                  </a:cxn>
                  <a:cxn ang="0">
                    <a:pos x="212" y="185"/>
                  </a:cxn>
                  <a:cxn ang="0">
                    <a:pos x="212" y="194"/>
                  </a:cxn>
                  <a:cxn ang="0">
                    <a:pos x="212" y="203"/>
                  </a:cxn>
                  <a:cxn ang="0">
                    <a:pos x="203" y="203"/>
                  </a:cxn>
                  <a:cxn ang="0">
                    <a:pos x="194" y="212"/>
                  </a:cxn>
                  <a:cxn ang="0">
                    <a:pos x="194" y="221"/>
                  </a:cxn>
                  <a:cxn ang="0">
                    <a:pos x="185" y="221"/>
                  </a:cxn>
                  <a:cxn ang="0">
                    <a:pos x="168" y="212"/>
                  </a:cxn>
                  <a:cxn ang="0">
                    <a:pos x="159" y="221"/>
                  </a:cxn>
                  <a:cxn ang="0">
                    <a:pos x="159" y="238"/>
                  </a:cxn>
                  <a:cxn ang="0">
                    <a:pos x="150" y="238"/>
                  </a:cxn>
                  <a:cxn ang="0">
                    <a:pos x="141" y="230"/>
                  </a:cxn>
                  <a:cxn ang="0">
                    <a:pos x="141" y="230"/>
                  </a:cxn>
                  <a:cxn ang="0">
                    <a:pos x="141" y="247"/>
                  </a:cxn>
                  <a:cxn ang="0">
                    <a:pos x="132" y="256"/>
                  </a:cxn>
                  <a:cxn ang="0">
                    <a:pos x="132" y="274"/>
                  </a:cxn>
                  <a:cxn ang="0">
                    <a:pos x="124" y="274"/>
                  </a:cxn>
                  <a:cxn ang="0">
                    <a:pos x="115" y="283"/>
                  </a:cxn>
                  <a:cxn ang="0">
                    <a:pos x="115" y="274"/>
                  </a:cxn>
                  <a:cxn ang="0">
                    <a:pos x="106" y="291"/>
                  </a:cxn>
                  <a:cxn ang="0">
                    <a:pos x="106" y="283"/>
                  </a:cxn>
                  <a:cxn ang="0">
                    <a:pos x="106" y="291"/>
                  </a:cxn>
                  <a:cxn ang="0">
                    <a:pos x="97" y="283"/>
                  </a:cxn>
                  <a:cxn ang="0">
                    <a:pos x="106" y="300"/>
                  </a:cxn>
                  <a:cxn ang="0">
                    <a:pos x="97" y="291"/>
                  </a:cxn>
                  <a:cxn ang="0">
                    <a:pos x="97" y="300"/>
                  </a:cxn>
                  <a:cxn ang="0">
                    <a:pos x="88" y="300"/>
                  </a:cxn>
                  <a:cxn ang="0">
                    <a:pos x="88" y="318"/>
                  </a:cxn>
                  <a:cxn ang="0">
                    <a:pos x="80" y="336"/>
                  </a:cxn>
                  <a:cxn ang="0">
                    <a:pos x="80" y="353"/>
                  </a:cxn>
                  <a:cxn ang="0">
                    <a:pos x="71" y="362"/>
                  </a:cxn>
                  <a:cxn ang="0">
                    <a:pos x="53" y="353"/>
                  </a:cxn>
                  <a:cxn ang="0">
                    <a:pos x="44" y="336"/>
                  </a:cxn>
                  <a:cxn ang="0">
                    <a:pos x="0" y="203"/>
                  </a:cxn>
                </a:cxnLst>
                <a:rect l="0" t="0" r="r" b="b"/>
                <a:pathLst>
                  <a:path w="229" h="362">
                    <a:moveTo>
                      <a:pt x="0" y="203"/>
                    </a:moveTo>
                    <a:lnTo>
                      <a:pt x="9" y="194"/>
                    </a:lnTo>
                    <a:lnTo>
                      <a:pt x="9" y="194"/>
                    </a:lnTo>
                    <a:lnTo>
                      <a:pt x="18" y="194"/>
                    </a:lnTo>
                    <a:lnTo>
                      <a:pt x="18" y="194"/>
                    </a:lnTo>
                    <a:lnTo>
                      <a:pt x="18" y="185"/>
                    </a:lnTo>
                    <a:lnTo>
                      <a:pt x="18" y="185"/>
                    </a:lnTo>
                    <a:lnTo>
                      <a:pt x="27" y="185"/>
                    </a:lnTo>
                    <a:lnTo>
                      <a:pt x="18" y="176"/>
                    </a:lnTo>
                    <a:lnTo>
                      <a:pt x="18" y="176"/>
                    </a:lnTo>
                    <a:lnTo>
                      <a:pt x="18" y="168"/>
                    </a:lnTo>
                    <a:lnTo>
                      <a:pt x="18" y="168"/>
                    </a:lnTo>
                    <a:lnTo>
                      <a:pt x="27" y="159"/>
                    </a:lnTo>
                    <a:lnTo>
                      <a:pt x="27" y="150"/>
                    </a:lnTo>
                    <a:lnTo>
                      <a:pt x="36" y="141"/>
                    </a:lnTo>
                    <a:lnTo>
                      <a:pt x="27" y="132"/>
                    </a:lnTo>
                    <a:lnTo>
                      <a:pt x="27" y="123"/>
                    </a:lnTo>
                    <a:lnTo>
                      <a:pt x="27" y="123"/>
                    </a:lnTo>
                    <a:lnTo>
                      <a:pt x="27" y="106"/>
                    </a:lnTo>
                    <a:lnTo>
                      <a:pt x="36" y="97"/>
                    </a:lnTo>
                    <a:lnTo>
                      <a:pt x="27" y="79"/>
                    </a:lnTo>
                    <a:lnTo>
                      <a:pt x="53" y="8"/>
                    </a:lnTo>
                    <a:lnTo>
                      <a:pt x="62" y="8"/>
                    </a:lnTo>
                    <a:lnTo>
                      <a:pt x="62" y="8"/>
                    </a:lnTo>
                    <a:lnTo>
                      <a:pt x="62" y="17"/>
                    </a:lnTo>
                    <a:lnTo>
                      <a:pt x="71" y="26"/>
                    </a:lnTo>
                    <a:lnTo>
                      <a:pt x="80" y="26"/>
                    </a:lnTo>
                    <a:lnTo>
                      <a:pt x="80" y="17"/>
                    </a:lnTo>
                    <a:lnTo>
                      <a:pt x="88" y="17"/>
                    </a:lnTo>
                    <a:lnTo>
                      <a:pt x="88" y="8"/>
                    </a:lnTo>
                    <a:lnTo>
                      <a:pt x="97" y="8"/>
                    </a:lnTo>
                    <a:lnTo>
                      <a:pt x="97" y="0"/>
                    </a:lnTo>
                    <a:lnTo>
                      <a:pt x="106" y="0"/>
                    </a:lnTo>
                    <a:lnTo>
                      <a:pt x="115" y="0"/>
                    </a:lnTo>
                    <a:lnTo>
                      <a:pt x="124" y="8"/>
                    </a:lnTo>
                    <a:lnTo>
                      <a:pt x="132" y="17"/>
                    </a:lnTo>
                    <a:lnTo>
                      <a:pt x="132" y="17"/>
                    </a:lnTo>
                    <a:lnTo>
                      <a:pt x="159" y="79"/>
                    </a:lnTo>
                    <a:lnTo>
                      <a:pt x="168" y="97"/>
                    </a:lnTo>
                    <a:lnTo>
                      <a:pt x="168" y="106"/>
                    </a:lnTo>
                    <a:lnTo>
                      <a:pt x="168" y="106"/>
                    </a:lnTo>
                    <a:lnTo>
                      <a:pt x="168" y="115"/>
                    </a:lnTo>
                    <a:lnTo>
                      <a:pt x="168" y="115"/>
                    </a:lnTo>
                    <a:lnTo>
                      <a:pt x="176" y="115"/>
                    </a:lnTo>
                    <a:lnTo>
                      <a:pt x="176" y="123"/>
                    </a:lnTo>
                    <a:lnTo>
                      <a:pt x="185" y="123"/>
                    </a:lnTo>
                    <a:lnTo>
                      <a:pt x="185" y="123"/>
                    </a:lnTo>
                    <a:lnTo>
                      <a:pt x="194" y="123"/>
                    </a:lnTo>
                    <a:lnTo>
                      <a:pt x="194" y="123"/>
                    </a:lnTo>
                    <a:lnTo>
                      <a:pt x="194" y="132"/>
                    </a:lnTo>
                    <a:lnTo>
                      <a:pt x="194" y="141"/>
                    </a:lnTo>
                    <a:lnTo>
                      <a:pt x="194" y="141"/>
                    </a:lnTo>
                    <a:lnTo>
                      <a:pt x="203" y="150"/>
                    </a:lnTo>
                    <a:lnTo>
                      <a:pt x="203" y="150"/>
                    </a:lnTo>
                    <a:lnTo>
                      <a:pt x="212" y="150"/>
                    </a:lnTo>
                    <a:lnTo>
                      <a:pt x="212" y="150"/>
                    </a:lnTo>
                    <a:lnTo>
                      <a:pt x="212" y="150"/>
                    </a:lnTo>
                    <a:lnTo>
                      <a:pt x="220" y="150"/>
                    </a:lnTo>
                    <a:lnTo>
                      <a:pt x="220" y="150"/>
                    </a:lnTo>
                    <a:lnTo>
                      <a:pt x="229" y="159"/>
                    </a:lnTo>
                    <a:lnTo>
                      <a:pt x="220" y="168"/>
                    </a:lnTo>
                    <a:lnTo>
                      <a:pt x="220" y="176"/>
                    </a:lnTo>
                    <a:lnTo>
                      <a:pt x="229" y="168"/>
                    </a:lnTo>
                    <a:lnTo>
                      <a:pt x="229" y="168"/>
                    </a:lnTo>
                    <a:lnTo>
                      <a:pt x="229" y="168"/>
                    </a:lnTo>
                    <a:lnTo>
                      <a:pt x="229" y="176"/>
                    </a:lnTo>
                    <a:lnTo>
                      <a:pt x="229" y="185"/>
                    </a:lnTo>
                    <a:lnTo>
                      <a:pt x="220" y="185"/>
                    </a:lnTo>
                    <a:lnTo>
                      <a:pt x="212" y="185"/>
                    </a:lnTo>
                    <a:lnTo>
                      <a:pt x="220" y="194"/>
                    </a:lnTo>
                    <a:lnTo>
                      <a:pt x="212" y="194"/>
                    </a:lnTo>
                    <a:lnTo>
                      <a:pt x="212" y="194"/>
                    </a:lnTo>
                    <a:lnTo>
                      <a:pt x="212" y="194"/>
                    </a:lnTo>
                    <a:lnTo>
                      <a:pt x="212" y="194"/>
                    </a:lnTo>
                    <a:lnTo>
                      <a:pt x="212" y="203"/>
                    </a:lnTo>
                    <a:lnTo>
                      <a:pt x="203" y="203"/>
                    </a:lnTo>
                    <a:lnTo>
                      <a:pt x="203" y="203"/>
                    </a:lnTo>
                    <a:lnTo>
                      <a:pt x="203" y="203"/>
                    </a:lnTo>
                    <a:lnTo>
                      <a:pt x="194" y="203"/>
                    </a:lnTo>
                    <a:lnTo>
                      <a:pt x="194" y="203"/>
                    </a:lnTo>
                    <a:lnTo>
                      <a:pt x="194" y="212"/>
                    </a:lnTo>
                    <a:lnTo>
                      <a:pt x="194" y="221"/>
                    </a:lnTo>
                    <a:lnTo>
                      <a:pt x="194" y="212"/>
                    </a:lnTo>
                    <a:lnTo>
                      <a:pt x="194" y="221"/>
                    </a:lnTo>
                    <a:lnTo>
                      <a:pt x="185" y="212"/>
                    </a:lnTo>
                    <a:lnTo>
                      <a:pt x="185" y="212"/>
                    </a:lnTo>
                    <a:lnTo>
                      <a:pt x="185" y="221"/>
                    </a:lnTo>
                    <a:lnTo>
                      <a:pt x="185" y="221"/>
                    </a:lnTo>
                    <a:lnTo>
                      <a:pt x="185" y="221"/>
                    </a:lnTo>
                    <a:lnTo>
                      <a:pt x="168" y="212"/>
                    </a:lnTo>
                    <a:lnTo>
                      <a:pt x="168" y="221"/>
                    </a:lnTo>
                    <a:lnTo>
                      <a:pt x="168" y="221"/>
                    </a:lnTo>
                    <a:lnTo>
                      <a:pt x="159" y="221"/>
                    </a:lnTo>
                    <a:lnTo>
                      <a:pt x="159" y="221"/>
                    </a:lnTo>
                    <a:lnTo>
                      <a:pt x="159" y="230"/>
                    </a:lnTo>
                    <a:lnTo>
                      <a:pt x="159" y="238"/>
                    </a:lnTo>
                    <a:lnTo>
                      <a:pt x="168" y="238"/>
                    </a:lnTo>
                    <a:lnTo>
                      <a:pt x="159" y="238"/>
                    </a:lnTo>
                    <a:lnTo>
                      <a:pt x="150" y="238"/>
                    </a:lnTo>
                    <a:lnTo>
                      <a:pt x="150" y="238"/>
                    </a:lnTo>
                    <a:lnTo>
                      <a:pt x="150" y="230"/>
                    </a:lnTo>
                    <a:lnTo>
                      <a:pt x="141" y="230"/>
                    </a:lnTo>
                    <a:lnTo>
                      <a:pt x="141" y="221"/>
                    </a:lnTo>
                    <a:lnTo>
                      <a:pt x="141" y="221"/>
                    </a:lnTo>
                    <a:lnTo>
                      <a:pt x="141" y="230"/>
                    </a:lnTo>
                    <a:lnTo>
                      <a:pt x="132" y="230"/>
                    </a:lnTo>
                    <a:lnTo>
                      <a:pt x="141" y="238"/>
                    </a:lnTo>
                    <a:lnTo>
                      <a:pt x="141" y="247"/>
                    </a:lnTo>
                    <a:lnTo>
                      <a:pt x="132" y="247"/>
                    </a:lnTo>
                    <a:lnTo>
                      <a:pt x="141" y="256"/>
                    </a:lnTo>
                    <a:lnTo>
                      <a:pt x="132" y="256"/>
                    </a:lnTo>
                    <a:lnTo>
                      <a:pt x="141" y="265"/>
                    </a:lnTo>
                    <a:lnTo>
                      <a:pt x="132" y="265"/>
                    </a:lnTo>
                    <a:lnTo>
                      <a:pt x="132" y="274"/>
                    </a:lnTo>
                    <a:lnTo>
                      <a:pt x="124" y="274"/>
                    </a:lnTo>
                    <a:lnTo>
                      <a:pt x="124" y="274"/>
                    </a:lnTo>
                    <a:lnTo>
                      <a:pt x="124" y="274"/>
                    </a:lnTo>
                    <a:lnTo>
                      <a:pt x="124" y="283"/>
                    </a:lnTo>
                    <a:lnTo>
                      <a:pt x="124" y="283"/>
                    </a:lnTo>
                    <a:lnTo>
                      <a:pt x="115" y="283"/>
                    </a:lnTo>
                    <a:lnTo>
                      <a:pt x="115" y="283"/>
                    </a:lnTo>
                    <a:lnTo>
                      <a:pt x="115" y="274"/>
                    </a:lnTo>
                    <a:lnTo>
                      <a:pt x="115" y="274"/>
                    </a:lnTo>
                    <a:lnTo>
                      <a:pt x="115" y="283"/>
                    </a:lnTo>
                    <a:lnTo>
                      <a:pt x="115" y="291"/>
                    </a:lnTo>
                    <a:lnTo>
                      <a:pt x="106" y="291"/>
                    </a:lnTo>
                    <a:lnTo>
                      <a:pt x="115" y="283"/>
                    </a:lnTo>
                    <a:lnTo>
                      <a:pt x="106" y="274"/>
                    </a:lnTo>
                    <a:lnTo>
                      <a:pt x="106" y="283"/>
                    </a:lnTo>
                    <a:lnTo>
                      <a:pt x="106" y="283"/>
                    </a:lnTo>
                    <a:lnTo>
                      <a:pt x="106" y="291"/>
                    </a:lnTo>
                    <a:lnTo>
                      <a:pt x="106" y="291"/>
                    </a:lnTo>
                    <a:lnTo>
                      <a:pt x="97" y="283"/>
                    </a:lnTo>
                    <a:lnTo>
                      <a:pt x="97" y="274"/>
                    </a:lnTo>
                    <a:lnTo>
                      <a:pt x="97" y="283"/>
                    </a:lnTo>
                    <a:lnTo>
                      <a:pt x="97" y="283"/>
                    </a:lnTo>
                    <a:lnTo>
                      <a:pt x="97" y="283"/>
                    </a:lnTo>
                    <a:lnTo>
                      <a:pt x="106" y="300"/>
                    </a:lnTo>
                    <a:lnTo>
                      <a:pt x="106" y="300"/>
                    </a:lnTo>
                    <a:lnTo>
                      <a:pt x="97" y="291"/>
                    </a:lnTo>
                    <a:lnTo>
                      <a:pt x="97" y="291"/>
                    </a:lnTo>
                    <a:lnTo>
                      <a:pt x="97" y="300"/>
                    </a:lnTo>
                    <a:lnTo>
                      <a:pt x="97" y="300"/>
                    </a:lnTo>
                    <a:lnTo>
                      <a:pt x="97" y="300"/>
                    </a:lnTo>
                    <a:lnTo>
                      <a:pt x="97" y="300"/>
                    </a:lnTo>
                    <a:lnTo>
                      <a:pt x="88" y="291"/>
                    </a:lnTo>
                    <a:lnTo>
                      <a:pt x="88" y="300"/>
                    </a:lnTo>
                    <a:lnTo>
                      <a:pt x="80" y="309"/>
                    </a:lnTo>
                    <a:lnTo>
                      <a:pt x="80" y="318"/>
                    </a:lnTo>
                    <a:lnTo>
                      <a:pt x="88" y="318"/>
                    </a:lnTo>
                    <a:lnTo>
                      <a:pt x="80" y="327"/>
                    </a:lnTo>
                    <a:lnTo>
                      <a:pt x="80" y="327"/>
                    </a:lnTo>
                    <a:lnTo>
                      <a:pt x="80" y="336"/>
                    </a:lnTo>
                    <a:lnTo>
                      <a:pt x="71" y="344"/>
                    </a:lnTo>
                    <a:lnTo>
                      <a:pt x="71" y="353"/>
                    </a:lnTo>
                    <a:lnTo>
                      <a:pt x="80" y="353"/>
                    </a:lnTo>
                    <a:lnTo>
                      <a:pt x="71" y="362"/>
                    </a:lnTo>
                    <a:lnTo>
                      <a:pt x="71" y="362"/>
                    </a:lnTo>
                    <a:lnTo>
                      <a:pt x="71" y="362"/>
                    </a:lnTo>
                    <a:lnTo>
                      <a:pt x="62" y="362"/>
                    </a:lnTo>
                    <a:lnTo>
                      <a:pt x="62" y="353"/>
                    </a:lnTo>
                    <a:lnTo>
                      <a:pt x="53" y="353"/>
                    </a:lnTo>
                    <a:lnTo>
                      <a:pt x="53" y="344"/>
                    </a:lnTo>
                    <a:lnTo>
                      <a:pt x="44" y="344"/>
                    </a:lnTo>
                    <a:lnTo>
                      <a:pt x="44" y="336"/>
                    </a:lnTo>
                    <a:lnTo>
                      <a:pt x="44" y="336"/>
                    </a:lnTo>
                    <a:lnTo>
                      <a:pt x="44" y="318"/>
                    </a:lnTo>
                    <a:lnTo>
                      <a:pt x="0" y="203"/>
                    </a:lnTo>
                    <a:lnTo>
                      <a:pt x="0" y="203"/>
                    </a:lnTo>
                    <a:close/>
                  </a:path>
                </a:pathLst>
              </a:custGeom>
              <a:solidFill>
                <a:schemeClr val="accent5"/>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35"/>
              <p:cNvSpPr>
                <a:spLocks/>
              </p:cNvSpPr>
              <p:nvPr/>
            </p:nvSpPr>
            <p:spPr bwMode="auto">
              <a:xfrm>
                <a:off x="2995209" y="2365839"/>
                <a:ext cx="508479" cy="332725"/>
              </a:xfrm>
              <a:custGeom>
                <a:avLst/>
                <a:gdLst/>
                <a:ahLst/>
                <a:cxnLst>
                  <a:cxn ang="0">
                    <a:pos x="9" y="71"/>
                  </a:cxn>
                  <a:cxn ang="0">
                    <a:pos x="0" y="62"/>
                  </a:cxn>
                  <a:cxn ang="0">
                    <a:pos x="9" y="62"/>
                  </a:cxn>
                  <a:cxn ang="0">
                    <a:pos x="9" y="44"/>
                  </a:cxn>
                  <a:cxn ang="0">
                    <a:pos x="9" y="36"/>
                  </a:cxn>
                  <a:cxn ang="0">
                    <a:pos x="9" y="27"/>
                  </a:cxn>
                  <a:cxn ang="0">
                    <a:pos x="9" y="18"/>
                  </a:cxn>
                  <a:cxn ang="0">
                    <a:pos x="0" y="9"/>
                  </a:cxn>
                  <a:cxn ang="0">
                    <a:pos x="71" y="9"/>
                  </a:cxn>
                  <a:cxn ang="0">
                    <a:pos x="256" y="0"/>
                  </a:cxn>
                  <a:cxn ang="0">
                    <a:pos x="308" y="0"/>
                  </a:cxn>
                  <a:cxn ang="0">
                    <a:pos x="317" y="9"/>
                  </a:cxn>
                  <a:cxn ang="0">
                    <a:pos x="317" y="18"/>
                  </a:cxn>
                  <a:cxn ang="0">
                    <a:pos x="317" y="36"/>
                  </a:cxn>
                  <a:cxn ang="0">
                    <a:pos x="317" y="44"/>
                  </a:cxn>
                  <a:cxn ang="0">
                    <a:pos x="326" y="53"/>
                  </a:cxn>
                  <a:cxn ang="0">
                    <a:pos x="344" y="62"/>
                  </a:cxn>
                  <a:cxn ang="0">
                    <a:pos x="352" y="71"/>
                  </a:cxn>
                  <a:cxn ang="0">
                    <a:pos x="361" y="89"/>
                  </a:cxn>
                  <a:cxn ang="0">
                    <a:pos x="370" y="97"/>
                  </a:cxn>
                  <a:cxn ang="0">
                    <a:pos x="379" y="106"/>
                  </a:cxn>
                  <a:cxn ang="0">
                    <a:pos x="379" y="124"/>
                  </a:cxn>
                  <a:cxn ang="0">
                    <a:pos x="370" y="142"/>
                  </a:cxn>
                  <a:cxn ang="0">
                    <a:pos x="352" y="150"/>
                  </a:cxn>
                  <a:cxn ang="0">
                    <a:pos x="335" y="159"/>
                  </a:cxn>
                  <a:cxn ang="0">
                    <a:pos x="326" y="177"/>
                  </a:cxn>
                  <a:cxn ang="0">
                    <a:pos x="335" y="195"/>
                  </a:cxn>
                  <a:cxn ang="0">
                    <a:pos x="326" y="212"/>
                  </a:cxn>
                  <a:cxn ang="0">
                    <a:pos x="326" y="221"/>
                  </a:cxn>
                  <a:cxn ang="0">
                    <a:pos x="317" y="230"/>
                  </a:cxn>
                  <a:cxn ang="0">
                    <a:pos x="317" y="239"/>
                  </a:cxn>
                  <a:cxn ang="0">
                    <a:pos x="308" y="248"/>
                  </a:cxn>
                  <a:cxn ang="0">
                    <a:pos x="300" y="230"/>
                  </a:cxn>
                  <a:cxn ang="0">
                    <a:pos x="256" y="230"/>
                  </a:cxn>
                  <a:cxn ang="0">
                    <a:pos x="124" y="239"/>
                  </a:cxn>
                  <a:cxn ang="0">
                    <a:pos x="53" y="230"/>
                  </a:cxn>
                  <a:cxn ang="0">
                    <a:pos x="53" y="212"/>
                  </a:cxn>
                  <a:cxn ang="0">
                    <a:pos x="44" y="195"/>
                  </a:cxn>
                  <a:cxn ang="0">
                    <a:pos x="44" y="186"/>
                  </a:cxn>
                  <a:cxn ang="0">
                    <a:pos x="44" y="177"/>
                  </a:cxn>
                  <a:cxn ang="0">
                    <a:pos x="44" y="168"/>
                  </a:cxn>
                  <a:cxn ang="0">
                    <a:pos x="36" y="159"/>
                  </a:cxn>
                  <a:cxn ang="0">
                    <a:pos x="36" y="150"/>
                  </a:cxn>
                  <a:cxn ang="0">
                    <a:pos x="36" y="142"/>
                  </a:cxn>
                  <a:cxn ang="0">
                    <a:pos x="36" y="133"/>
                  </a:cxn>
                  <a:cxn ang="0">
                    <a:pos x="27" y="124"/>
                  </a:cxn>
                  <a:cxn ang="0">
                    <a:pos x="18" y="106"/>
                  </a:cxn>
                  <a:cxn ang="0">
                    <a:pos x="18" y="97"/>
                  </a:cxn>
                  <a:cxn ang="0">
                    <a:pos x="18" y="89"/>
                  </a:cxn>
                  <a:cxn ang="0">
                    <a:pos x="9" y="89"/>
                  </a:cxn>
                </a:cxnLst>
                <a:rect l="0" t="0" r="r" b="b"/>
                <a:pathLst>
                  <a:path w="379" h="248">
                    <a:moveTo>
                      <a:pt x="9" y="89"/>
                    </a:moveTo>
                    <a:lnTo>
                      <a:pt x="9" y="71"/>
                    </a:lnTo>
                    <a:lnTo>
                      <a:pt x="0" y="71"/>
                    </a:lnTo>
                    <a:lnTo>
                      <a:pt x="0" y="62"/>
                    </a:lnTo>
                    <a:lnTo>
                      <a:pt x="9" y="62"/>
                    </a:lnTo>
                    <a:lnTo>
                      <a:pt x="9" y="62"/>
                    </a:lnTo>
                    <a:lnTo>
                      <a:pt x="9" y="53"/>
                    </a:lnTo>
                    <a:lnTo>
                      <a:pt x="9" y="44"/>
                    </a:lnTo>
                    <a:lnTo>
                      <a:pt x="9" y="36"/>
                    </a:lnTo>
                    <a:lnTo>
                      <a:pt x="9" y="36"/>
                    </a:lnTo>
                    <a:lnTo>
                      <a:pt x="9" y="27"/>
                    </a:lnTo>
                    <a:lnTo>
                      <a:pt x="9" y="27"/>
                    </a:lnTo>
                    <a:lnTo>
                      <a:pt x="9" y="27"/>
                    </a:lnTo>
                    <a:lnTo>
                      <a:pt x="9" y="18"/>
                    </a:lnTo>
                    <a:lnTo>
                      <a:pt x="9" y="9"/>
                    </a:lnTo>
                    <a:lnTo>
                      <a:pt x="0" y="9"/>
                    </a:lnTo>
                    <a:lnTo>
                      <a:pt x="9" y="9"/>
                    </a:lnTo>
                    <a:lnTo>
                      <a:pt x="71" y="9"/>
                    </a:lnTo>
                    <a:lnTo>
                      <a:pt x="168" y="0"/>
                    </a:lnTo>
                    <a:lnTo>
                      <a:pt x="256" y="0"/>
                    </a:lnTo>
                    <a:lnTo>
                      <a:pt x="308" y="0"/>
                    </a:lnTo>
                    <a:lnTo>
                      <a:pt x="308" y="0"/>
                    </a:lnTo>
                    <a:lnTo>
                      <a:pt x="308" y="0"/>
                    </a:lnTo>
                    <a:lnTo>
                      <a:pt x="317" y="9"/>
                    </a:lnTo>
                    <a:lnTo>
                      <a:pt x="317" y="9"/>
                    </a:lnTo>
                    <a:lnTo>
                      <a:pt x="317" y="18"/>
                    </a:lnTo>
                    <a:lnTo>
                      <a:pt x="317" y="27"/>
                    </a:lnTo>
                    <a:lnTo>
                      <a:pt x="317" y="36"/>
                    </a:lnTo>
                    <a:lnTo>
                      <a:pt x="317" y="44"/>
                    </a:lnTo>
                    <a:lnTo>
                      <a:pt x="317" y="44"/>
                    </a:lnTo>
                    <a:lnTo>
                      <a:pt x="326" y="53"/>
                    </a:lnTo>
                    <a:lnTo>
                      <a:pt x="326" y="53"/>
                    </a:lnTo>
                    <a:lnTo>
                      <a:pt x="326" y="62"/>
                    </a:lnTo>
                    <a:lnTo>
                      <a:pt x="344" y="62"/>
                    </a:lnTo>
                    <a:lnTo>
                      <a:pt x="352" y="71"/>
                    </a:lnTo>
                    <a:lnTo>
                      <a:pt x="352" y="71"/>
                    </a:lnTo>
                    <a:lnTo>
                      <a:pt x="352" y="80"/>
                    </a:lnTo>
                    <a:lnTo>
                      <a:pt x="361" y="89"/>
                    </a:lnTo>
                    <a:lnTo>
                      <a:pt x="361" y="89"/>
                    </a:lnTo>
                    <a:lnTo>
                      <a:pt x="370" y="97"/>
                    </a:lnTo>
                    <a:lnTo>
                      <a:pt x="370" y="97"/>
                    </a:lnTo>
                    <a:lnTo>
                      <a:pt x="379" y="106"/>
                    </a:lnTo>
                    <a:lnTo>
                      <a:pt x="379" y="106"/>
                    </a:lnTo>
                    <a:lnTo>
                      <a:pt x="379" y="124"/>
                    </a:lnTo>
                    <a:lnTo>
                      <a:pt x="370" y="133"/>
                    </a:lnTo>
                    <a:lnTo>
                      <a:pt x="370" y="142"/>
                    </a:lnTo>
                    <a:lnTo>
                      <a:pt x="370" y="150"/>
                    </a:lnTo>
                    <a:lnTo>
                      <a:pt x="352" y="150"/>
                    </a:lnTo>
                    <a:lnTo>
                      <a:pt x="352" y="159"/>
                    </a:lnTo>
                    <a:lnTo>
                      <a:pt x="335" y="159"/>
                    </a:lnTo>
                    <a:lnTo>
                      <a:pt x="326" y="168"/>
                    </a:lnTo>
                    <a:lnTo>
                      <a:pt x="326" y="177"/>
                    </a:lnTo>
                    <a:lnTo>
                      <a:pt x="335" y="186"/>
                    </a:lnTo>
                    <a:lnTo>
                      <a:pt x="335" y="195"/>
                    </a:lnTo>
                    <a:lnTo>
                      <a:pt x="335" y="204"/>
                    </a:lnTo>
                    <a:lnTo>
                      <a:pt x="326" y="212"/>
                    </a:lnTo>
                    <a:lnTo>
                      <a:pt x="326" y="212"/>
                    </a:lnTo>
                    <a:lnTo>
                      <a:pt x="326" y="221"/>
                    </a:lnTo>
                    <a:lnTo>
                      <a:pt x="317" y="230"/>
                    </a:lnTo>
                    <a:lnTo>
                      <a:pt x="317" y="230"/>
                    </a:lnTo>
                    <a:lnTo>
                      <a:pt x="317" y="239"/>
                    </a:lnTo>
                    <a:lnTo>
                      <a:pt x="317" y="239"/>
                    </a:lnTo>
                    <a:lnTo>
                      <a:pt x="308" y="248"/>
                    </a:lnTo>
                    <a:lnTo>
                      <a:pt x="308" y="248"/>
                    </a:lnTo>
                    <a:lnTo>
                      <a:pt x="308" y="239"/>
                    </a:lnTo>
                    <a:lnTo>
                      <a:pt x="300" y="230"/>
                    </a:lnTo>
                    <a:lnTo>
                      <a:pt x="291" y="230"/>
                    </a:lnTo>
                    <a:lnTo>
                      <a:pt x="256" y="230"/>
                    </a:lnTo>
                    <a:lnTo>
                      <a:pt x="159" y="239"/>
                    </a:lnTo>
                    <a:lnTo>
                      <a:pt x="124" y="239"/>
                    </a:lnTo>
                    <a:lnTo>
                      <a:pt x="53" y="239"/>
                    </a:lnTo>
                    <a:lnTo>
                      <a:pt x="53" y="230"/>
                    </a:lnTo>
                    <a:lnTo>
                      <a:pt x="53" y="230"/>
                    </a:lnTo>
                    <a:lnTo>
                      <a:pt x="53" y="212"/>
                    </a:lnTo>
                    <a:lnTo>
                      <a:pt x="44" y="204"/>
                    </a:lnTo>
                    <a:lnTo>
                      <a:pt x="44" y="195"/>
                    </a:lnTo>
                    <a:lnTo>
                      <a:pt x="53" y="195"/>
                    </a:lnTo>
                    <a:lnTo>
                      <a:pt x="44" y="186"/>
                    </a:lnTo>
                    <a:lnTo>
                      <a:pt x="44" y="177"/>
                    </a:lnTo>
                    <a:lnTo>
                      <a:pt x="44" y="177"/>
                    </a:lnTo>
                    <a:lnTo>
                      <a:pt x="44" y="168"/>
                    </a:lnTo>
                    <a:lnTo>
                      <a:pt x="44" y="168"/>
                    </a:lnTo>
                    <a:lnTo>
                      <a:pt x="44" y="159"/>
                    </a:lnTo>
                    <a:lnTo>
                      <a:pt x="36" y="159"/>
                    </a:lnTo>
                    <a:lnTo>
                      <a:pt x="36" y="159"/>
                    </a:lnTo>
                    <a:lnTo>
                      <a:pt x="36" y="150"/>
                    </a:lnTo>
                    <a:lnTo>
                      <a:pt x="36" y="150"/>
                    </a:lnTo>
                    <a:lnTo>
                      <a:pt x="36" y="142"/>
                    </a:lnTo>
                    <a:lnTo>
                      <a:pt x="36" y="142"/>
                    </a:lnTo>
                    <a:lnTo>
                      <a:pt x="36" y="133"/>
                    </a:lnTo>
                    <a:lnTo>
                      <a:pt x="36" y="133"/>
                    </a:lnTo>
                    <a:lnTo>
                      <a:pt x="27" y="124"/>
                    </a:lnTo>
                    <a:lnTo>
                      <a:pt x="27" y="115"/>
                    </a:lnTo>
                    <a:lnTo>
                      <a:pt x="18" y="106"/>
                    </a:lnTo>
                    <a:lnTo>
                      <a:pt x="18" y="106"/>
                    </a:lnTo>
                    <a:lnTo>
                      <a:pt x="18" y="97"/>
                    </a:lnTo>
                    <a:lnTo>
                      <a:pt x="18" y="97"/>
                    </a:lnTo>
                    <a:lnTo>
                      <a:pt x="18" y="89"/>
                    </a:lnTo>
                    <a:lnTo>
                      <a:pt x="18" y="89"/>
                    </a:lnTo>
                    <a:lnTo>
                      <a:pt x="9" y="89"/>
                    </a:lnTo>
                    <a:close/>
                  </a:path>
                </a:pathLst>
              </a:custGeom>
              <a:solidFill>
                <a:schemeClr val="accent5"/>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43"/>
              <p:cNvSpPr>
                <a:spLocks/>
              </p:cNvSpPr>
              <p:nvPr/>
            </p:nvSpPr>
            <p:spPr bwMode="auto">
              <a:xfrm>
                <a:off x="3939717" y="3196310"/>
                <a:ext cx="461521" cy="474938"/>
              </a:xfrm>
              <a:custGeom>
                <a:avLst/>
                <a:gdLst/>
                <a:ahLst/>
                <a:cxnLst>
                  <a:cxn ang="0">
                    <a:pos x="88" y="9"/>
                  </a:cxn>
                  <a:cxn ang="0">
                    <a:pos x="150" y="18"/>
                  </a:cxn>
                  <a:cxn ang="0">
                    <a:pos x="159" y="35"/>
                  </a:cxn>
                  <a:cxn ang="0">
                    <a:pos x="185" y="35"/>
                  </a:cxn>
                  <a:cxn ang="0">
                    <a:pos x="194" y="53"/>
                  </a:cxn>
                  <a:cxn ang="0">
                    <a:pos x="220" y="80"/>
                  </a:cxn>
                  <a:cxn ang="0">
                    <a:pos x="238" y="97"/>
                  </a:cxn>
                  <a:cxn ang="0">
                    <a:pos x="256" y="106"/>
                  </a:cxn>
                  <a:cxn ang="0">
                    <a:pos x="256" y="115"/>
                  </a:cxn>
                  <a:cxn ang="0">
                    <a:pos x="273" y="133"/>
                  </a:cxn>
                  <a:cxn ang="0">
                    <a:pos x="282" y="133"/>
                  </a:cxn>
                  <a:cxn ang="0">
                    <a:pos x="300" y="159"/>
                  </a:cxn>
                  <a:cxn ang="0">
                    <a:pos x="300" y="168"/>
                  </a:cxn>
                  <a:cxn ang="0">
                    <a:pos x="317" y="186"/>
                  </a:cxn>
                  <a:cxn ang="0">
                    <a:pos x="326" y="195"/>
                  </a:cxn>
                  <a:cxn ang="0">
                    <a:pos x="335" y="212"/>
                  </a:cxn>
                  <a:cxn ang="0">
                    <a:pos x="344" y="212"/>
                  </a:cxn>
                  <a:cxn ang="0">
                    <a:pos x="344" y="221"/>
                  </a:cxn>
                  <a:cxn ang="0">
                    <a:pos x="326" y="230"/>
                  </a:cxn>
                  <a:cxn ang="0">
                    <a:pos x="326" y="239"/>
                  </a:cxn>
                  <a:cxn ang="0">
                    <a:pos x="335" y="248"/>
                  </a:cxn>
                  <a:cxn ang="0">
                    <a:pos x="326" y="248"/>
                  </a:cxn>
                  <a:cxn ang="0">
                    <a:pos x="326" y="257"/>
                  </a:cxn>
                  <a:cxn ang="0">
                    <a:pos x="326" y="274"/>
                  </a:cxn>
                  <a:cxn ang="0">
                    <a:pos x="308" y="274"/>
                  </a:cxn>
                  <a:cxn ang="0">
                    <a:pos x="326" y="274"/>
                  </a:cxn>
                  <a:cxn ang="0">
                    <a:pos x="317" y="283"/>
                  </a:cxn>
                  <a:cxn ang="0">
                    <a:pos x="317" y="292"/>
                  </a:cxn>
                  <a:cxn ang="0">
                    <a:pos x="317" y="301"/>
                  </a:cxn>
                  <a:cxn ang="0">
                    <a:pos x="317" y="310"/>
                  </a:cxn>
                  <a:cxn ang="0">
                    <a:pos x="317" y="318"/>
                  </a:cxn>
                  <a:cxn ang="0">
                    <a:pos x="300" y="318"/>
                  </a:cxn>
                  <a:cxn ang="0">
                    <a:pos x="282" y="318"/>
                  </a:cxn>
                  <a:cxn ang="0">
                    <a:pos x="282" y="336"/>
                  </a:cxn>
                  <a:cxn ang="0">
                    <a:pos x="282" y="354"/>
                  </a:cxn>
                  <a:cxn ang="0">
                    <a:pos x="264" y="345"/>
                  </a:cxn>
                  <a:cxn ang="0">
                    <a:pos x="88" y="345"/>
                  </a:cxn>
                  <a:cxn ang="0">
                    <a:pos x="80" y="318"/>
                  </a:cxn>
                  <a:cxn ang="0">
                    <a:pos x="71" y="301"/>
                  </a:cxn>
                  <a:cxn ang="0">
                    <a:pos x="71" y="283"/>
                  </a:cxn>
                  <a:cxn ang="0">
                    <a:pos x="71" y="257"/>
                  </a:cxn>
                  <a:cxn ang="0">
                    <a:pos x="71" y="239"/>
                  </a:cxn>
                  <a:cxn ang="0">
                    <a:pos x="71" y="230"/>
                  </a:cxn>
                  <a:cxn ang="0">
                    <a:pos x="71" y="212"/>
                  </a:cxn>
                  <a:cxn ang="0">
                    <a:pos x="53" y="195"/>
                  </a:cxn>
                  <a:cxn ang="0">
                    <a:pos x="27" y="97"/>
                  </a:cxn>
                </a:cxnLst>
                <a:rect l="0" t="0" r="r" b="b"/>
                <a:pathLst>
                  <a:path w="344" h="354">
                    <a:moveTo>
                      <a:pt x="0" y="18"/>
                    </a:moveTo>
                    <a:lnTo>
                      <a:pt x="62" y="18"/>
                    </a:lnTo>
                    <a:lnTo>
                      <a:pt x="88" y="9"/>
                    </a:lnTo>
                    <a:lnTo>
                      <a:pt x="168" y="0"/>
                    </a:lnTo>
                    <a:lnTo>
                      <a:pt x="159" y="9"/>
                    </a:lnTo>
                    <a:lnTo>
                      <a:pt x="150" y="18"/>
                    </a:lnTo>
                    <a:lnTo>
                      <a:pt x="150" y="27"/>
                    </a:lnTo>
                    <a:lnTo>
                      <a:pt x="150" y="27"/>
                    </a:lnTo>
                    <a:lnTo>
                      <a:pt x="159" y="35"/>
                    </a:lnTo>
                    <a:lnTo>
                      <a:pt x="168" y="35"/>
                    </a:lnTo>
                    <a:lnTo>
                      <a:pt x="176" y="44"/>
                    </a:lnTo>
                    <a:lnTo>
                      <a:pt x="185" y="35"/>
                    </a:lnTo>
                    <a:lnTo>
                      <a:pt x="185" y="44"/>
                    </a:lnTo>
                    <a:lnTo>
                      <a:pt x="185" y="53"/>
                    </a:lnTo>
                    <a:lnTo>
                      <a:pt x="194" y="53"/>
                    </a:lnTo>
                    <a:lnTo>
                      <a:pt x="194" y="62"/>
                    </a:lnTo>
                    <a:lnTo>
                      <a:pt x="212" y="80"/>
                    </a:lnTo>
                    <a:lnTo>
                      <a:pt x="220" y="80"/>
                    </a:lnTo>
                    <a:lnTo>
                      <a:pt x="229" y="89"/>
                    </a:lnTo>
                    <a:lnTo>
                      <a:pt x="238" y="89"/>
                    </a:lnTo>
                    <a:lnTo>
                      <a:pt x="238" y="97"/>
                    </a:lnTo>
                    <a:lnTo>
                      <a:pt x="238" y="97"/>
                    </a:lnTo>
                    <a:lnTo>
                      <a:pt x="247" y="106"/>
                    </a:lnTo>
                    <a:lnTo>
                      <a:pt x="256" y="106"/>
                    </a:lnTo>
                    <a:lnTo>
                      <a:pt x="256" y="115"/>
                    </a:lnTo>
                    <a:lnTo>
                      <a:pt x="256" y="115"/>
                    </a:lnTo>
                    <a:lnTo>
                      <a:pt x="256" y="115"/>
                    </a:lnTo>
                    <a:lnTo>
                      <a:pt x="264" y="124"/>
                    </a:lnTo>
                    <a:lnTo>
                      <a:pt x="264" y="124"/>
                    </a:lnTo>
                    <a:lnTo>
                      <a:pt x="273" y="133"/>
                    </a:lnTo>
                    <a:lnTo>
                      <a:pt x="273" y="133"/>
                    </a:lnTo>
                    <a:lnTo>
                      <a:pt x="273" y="133"/>
                    </a:lnTo>
                    <a:lnTo>
                      <a:pt x="282" y="133"/>
                    </a:lnTo>
                    <a:lnTo>
                      <a:pt x="291" y="142"/>
                    </a:lnTo>
                    <a:lnTo>
                      <a:pt x="291" y="150"/>
                    </a:lnTo>
                    <a:lnTo>
                      <a:pt x="300" y="159"/>
                    </a:lnTo>
                    <a:lnTo>
                      <a:pt x="300" y="159"/>
                    </a:lnTo>
                    <a:lnTo>
                      <a:pt x="300" y="168"/>
                    </a:lnTo>
                    <a:lnTo>
                      <a:pt x="300" y="168"/>
                    </a:lnTo>
                    <a:lnTo>
                      <a:pt x="308" y="177"/>
                    </a:lnTo>
                    <a:lnTo>
                      <a:pt x="317" y="177"/>
                    </a:lnTo>
                    <a:lnTo>
                      <a:pt x="317" y="186"/>
                    </a:lnTo>
                    <a:lnTo>
                      <a:pt x="317" y="186"/>
                    </a:lnTo>
                    <a:lnTo>
                      <a:pt x="326" y="195"/>
                    </a:lnTo>
                    <a:lnTo>
                      <a:pt x="326" y="195"/>
                    </a:lnTo>
                    <a:lnTo>
                      <a:pt x="326" y="203"/>
                    </a:lnTo>
                    <a:lnTo>
                      <a:pt x="326" y="212"/>
                    </a:lnTo>
                    <a:lnTo>
                      <a:pt x="335" y="212"/>
                    </a:lnTo>
                    <a:lnTo>
                      <a:pt x="344" y="212"/>
                    </a:lnTo>
                    <a:lnTo>
                      <a:pt x="344" y="212"/>
                    </a:lnTo>
                    <a:lnTo>
                      <a:pt x="344" y="212"/>
                    </a:lnTo>
                    <a:lnTo>
                      <a:pt x="344" y="221"/>
                    </a:lnTo>
                    <a:lnTo>
                      <a:pt x="335" y="221"/>
                    </a:lnTo>
                    <a:lnTo>
                      <a:pt x="344" y="221"/>
                    </a:lnTo>
                    <a:lnTo>
                      <a:pt x="335" y="230"/>
                    </a:lnTo>
                    <a:lnTo>
                      <a:pt x="326" y="221"/>
                    </a:lnTo>
                    <a:lnTo>
                      <a:pt x="326" y="230"/>
                    </a:lnTo>
                    <a:lnTo>
                      <a:pt x="335" y="230"/>
                    </a:lnTo>
                    <a:lnTo>
                      <a:pt x="335" y="239"/>
                    </a:lnTo>
                    <a:lnTo>
                      <a:pt x="326" y="239"/>
                    </a:lnTo>
                    <a:lnTo>
                      <a:pt x="326" y="248"/>
                    </a:lnTo>
                    <a:lnTo>
                      <a:pt x="335" y="239"/>
                    </a:lnTo>
                    <a:lnTo>
                      <a:pt x="335" y="248"/>
                    </a:lnTo>
                    <a:lnTo>
                      <a:pt x="326" y="248"/>
                    </a:lnTo>
                    <a:lnTo>
                      <a:pt x="326" y="248"/>
                    </a:lnTo>
                    <a:lnTo>
                      <a:pt x="326" y="248"/>
                    </a:lnTo>
                    <a:lnTo>
                      <a:pt x="326" y="257"/>
                    </a:lnTo>
                    <a:lnTo>
                      <a:pt x="326" y="257"/>
                    </a:lnTo>
                    <a:lnTo>
                      <a:pt x="326" y="257"/>
                    </a:lnTo>
                    <a:lnTo>
                      <a:pt x="326" y="265"/>
                    </a:lnTo>
                    <a:lnTo>
                      <a:pt x="326" y="265"/>
                    </a:lnTo>
                    <a:lnTo>
                      <a:pt x="326" y="274"/>
                    </a:lnTo>
                    <a:lnTo>
                      <a:pt x="317" y="274"/>
                    </a:lnTo>
                    <a:lnTo>
                      <a:pt x="317" y="274"/>
                    </a:lnTo>
                    <a:lnTo>
                      <a:pt x="308" y="274"/>
                    </a:lnTo>
                    <a:lnTo>
                      <a:pt x="317" y="274"/>
                    </a:lnTo>
                    <a:lnTo>
                      <a:pt x="317" y="274"/>
                    </a:lnTo>
                    <a:lnTo>
                      <a:pt x="326" y="274"/>
                    </a:lnTo>
                    <a:lnTo>
                      <a:pt x="326" y="283"/>
                    </a:lnTo>
                    <a:lnTo>
                      <a:pt x="317" y="283"/>
                    </a:lnTo>
                    <a:lnTo>
                      <a:pt x="317" y="283"/>
                    </a:lnTo>
                    <a:lnTo>
                      <a:pt x="317" y="292"/>
                    </a:lnTo>
                    <a:lnTo>
                      <a:pt x="317" y="292"/>
                    </a:lnTo>
                    <a:lnTo>
                      <a:pt x="317" y="292"/>
                    </a:lnTo>
                    <a:lnTo>
                      <a:pt x="317" y="292"/>
                    </a:lnTo>
                    <a:lnTo>
                      <a:pt x="317" y="301"/>
                    </a:lnTo>
                    <a:lnTo>
                      <a:pt x="317" y="301"/>
                    </a:lnTo>
                    <a:lnTo>
                      <a:pt x="317" y="301"/>
                    </a:lnTo>
                    <a:lnTo>
                      <a:pt x="317" y="310"/>
                    </a:lnTo>
                    <a:lnTo>
                      <a:pt x="317" y="310"/>
                    </a:lnTo>
                    <a:lnTo>
                      <a:pt x="317" y="318"/>
                    </a:lnTo>
                    <a:lnTo>
                      <a:pt x="317" y="318"/>
                    </a:lnTo>
                    <a:lnTo>
                      <a:pt x="317" y="318"/>
                    </a:lnTo>
                    <a:lnTo>
                      <a:pt x="317" y="318"/>
                    </a:lnTo>
                    <a:lnTo>
                      <a:pt x="308" y="318"/>
                    </a:lnTo>
                    <a:lnTo>
                      <a:pt x="300" y="318"/>
                    </a:lnTo>
                    <a:lnTo>
                      <a:pt x="291" y="318"/>
                    </a:lnTo>
                    <a:lnTo>
                      <a:pt x="291" y="318"/>
                    </a:lnTo>
                    <a:lnTo>
                      <a:pt x="282" y="318"/>
                    </a:lnTo>
                    <a:lnTo>
                      <a:pt x="282" y="327"/>
                    </a:lnTo>
                    <a:lnTo>
                      <a:pt x="282" y="327"/>
                    </a:lnTo>
                    <a:lnTo>
                      <a:pt x="282" y="336"/>
                    </a:lnTo>
                    <a:lnTo>
                      <a:pt x="291" y="345"/>
                    </a:lnTo>
                    <a:lnTo>
                      <a:pt x="291" y="354"/>
                    </a:lnTo>
                    <a:lnTo>
                      <a:pt x="282" y="354"/>
                    </a:lnTo>
                    <a:lnTo>
                      <a:pt x="273" y="354"/>
                    </a:lnTo>
                    <a:lnTo>
                      <a:pt x="273" y="345"/>
                    </a:lnTo>
                    <a:lnTo>
                      <a:pt x="264" y="345"/>
                    </a:lnTo>
                    <a:lnTo>
                      <a:pt x="97" y="354"/>
                    </a:lnTo>
                    <a:lnTo>
                      <a:pt x="88" y="345"/>
                    </a:lnTo>
                    <a:lnTo>
                      <a:pt x="88" y="345"/>
                    </a:lnTo>
                    <a:lnTo>
                      <a:pt x="80" y="336"/>
                    </a:lnTo>
                    <a:lnTo>
                      <a:pt x="80" y="327"/>
                    </a:lnTo>
                    <a:lnTo>
                      <a:pt x="80" y="318"/>
                    </a:lnTo>
                    <a:lnTo>
                      <a:pt x="71" y="318"/>
                    </a:lnTo>
                    <a:lnTo>
                      <a:pt x="71" y="310"/>
                    </a:lnTo>
                    <a:lnTo>
                      <a:pt x="71" y="301"/>
                    </a:lnTo>
                    <a:lnTo>
                      <a:pt x="71" y="292"/>
                    </a:lnTo>
                    <a:lnTo>
                      <a:pt x="71" y="292"/>
                    </a:lnTo>
                    <a:lnTo>
                      <a:pt x="71" y="283"/>
                    </a:lnTo>
                    <a:lnTo>
                      <a:pt x="71" y="274"/>
                    </a:lnTo>
                    <a:lnTo>
                      <a:pt x="62" y="265"/>
                    </a:lnTo>
                    <a:lnTo>
                      <a:pt x="71" y="257"/>
                    </a:lnTo>
                    <a:lnTo>
                      <a:pt x="71" y="257"/>
                    </a:lnTo>
                    <a:lnTo>
                      <a:pt x="71" y="248"/>
                    </a:lnTo>
                    <a:lnTo>
                      <a:pt x="71" y="239"/>
                    </a:lnTo>
                    <a:lnTo>
                      <a:pt x="80" y="239"/>
                    </a:lnTo>
                    <a:lnTo>
                      <a:pt x="71" y="230"/>
                    </a:lnTo>
                    <a:lnTo>
                      <a:pt x="71" y="230"/>
                    </a:lnTo>
                    <a:lnTo>
                      <a:pt x="71" y="221"/>
                    </a:lnTo>
                    <a:lnTo>
                      <a:pt x="71" y="212"/>
                    </a:lnTo>
                    <a:lnTo>
                      <a:pt x="71" y="212"/>
                    </a:lnTo>
                    <a:lnTo>
                      <a:pt x="62" y="203"/>
                    </a:lnTo>
                    <a:lnTo>
                      <a:pt x="53" y="195"/>
                    </a:lnTo>
                    <a:lnTo>
                      <a:pt x="53" y="195"/>
                    </a:lnTo>
                    <a:lnTo>
                      <a:pt x="53" y="186"/>
                    </a:lnTo>
                    <a:lnTo>
                      <a:pt x="53" y="186"/>
                    </a:lnTo>
                    <a:lnTo>
                      <a:pt x="27" y="97"/>
                    </a:lnTo>
                    <a:lnTo>
                      <a:pt x="0" y="18"/>
                    </a:lnTo>
                    <a:close/>
                  </a:path>
                </a:pathLst>
              </a:custGeom>
              <a:solidFill>
                <a:schemeClr val="accent4"/>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53"/>
              <p:cNvSpPr>
                <a:spLocks/>
              </p:cNvSpPr>
              <p:nvPr/>
            </p:nvSpPr>
            <p:spPr bwMode="auto">
              <a:xfrm>
                <a:off x="1968861" y="2579159"/>
                <a:ext cx="602393" cy="474938"/>
              </a:xfrm>
              <a:custGeom>
                <a:avLst/>
                <a:gdLst/>
                <a:ahLst/>
                <a:cxnLst>
                  <a:cxn ang="0">
                    <a:pos x="0" y="319"/>
                  </a:cxn>
                  <a:cxn ang="0">
                    <a:pos x="35" y="0"/>
                  </a:cxn>
                  <a:cxn ang="0">
                    <a:pos x="97" y="9"/>
                  </a:cxn>
                  <a:cxn ang="0">
                    <a:pos x="194" y="18"/>
                  </a:cxn>
                  <a:cxn ang="0">
                    <a:pos x="238" y="27"/>
                  </a:cxn>
                  <a:cxn ang="0">
                    <a:pos x="334" y="36"/>
                  </a:cxn>
                  <a:cxn ang="0">
                    <a:pos x="387" y="36"/>
                  </a:cxn>
                  <a:cxn ang="0">
                    <a:pos x="449" y="36"/>
                  </a:cxn>
                  <a:cxn ang="0">
                    <a:pos x="449" y="45"/>
                  </a:cxn>
                  <a:cxn ang="0">
                    <a:pos x="449" y="115"/>
                  </a:cxn>
                  <a:cxn ang="0">
                    <a:pos x="431" y="354"/>
                  </a:cxn>
                  <a:cxn ang="0">
                    <a:pos x="370" y="354"/>
                  </a:cxn>
                  <a:cxn ang="0">
                    <a:pos x="299" y="345"/>
                  </a:cxn>
                  <a:cxn ang="0">
                    <a:pos x="194" y="336"/>
                  </a:cxn>
                  <a:cxn ang="0">
                    <a:pos x="97" y="327"/>
                  </a:cxn>
                  <a:cxn ang="0">
                    <a:pos x="0" y="319"/>
                  </a:cxn>
                </a:cxnLst>
                <a:rect l="0" t="0" r="r" b="b"/>
                <a:pathLst>
                  <a:path w="449" h="354">
                    <a:moveTo>
                      <a:pt x="0" y="319"/>
                    </a:moveTo>
                    <a:lnTo>
                      <a:pt x="35" y="0"/>
                    </a:lnTo>
                    <a:lnTo>
                      <a:pt x="97" y="9"/>
                    </a:lnTo>
                    <a:lnTo>
                      <a:pt x="194" y="18"/>
                    </a:lnTo>
                    <a:lnTo>
                      <a:pt x="238" y="27"/>
                    </a:lnTo>
                    <a:lnTo>
                      <a:pt x="334" y="36"/>
                    </a:lnTo>
                    <a:lnTo>
                      <a:pt x="387" y="36"/>
                    </a:lnTo>
                    <a:lnTo>
                      <a:pt x="449" y="36"/>
                    </a:lnTo>
                    <a:lnTo>
                      <a:pt x="449" y="45"/>
                    </a:lnTo>
                    <a:lnTo>
                      <a:pt x="449" y="115"/>
                    </a:lnTo>
                    <a:lnTo>
                      <a:pt x="431" y="354"/>
                    </a:lnTo>
                    <a:lnTo>
                      <a:pt x="370" y="354"/>
                    </a:lnTo>
                    <a:lnTo>
                      <a:pt x="299" y="345"/>
                    </a:lnTo>
                    <a:lnTo>
                      <a:pt x="194" y="336"/>
                    </a:lnTo>
                    <a:lnTo>
                      <a:pt x="97" y="327"/>
                    </a:lnTo>
                    <a:lnTo>
                      <a:pt x="0" y="319"/>
                    </a:lnTo>
                    <a:close/>
                  </a:path>
                </a:pathLst>
              </a:custGeom>
              <a:solidFill>
                <a:schemeClr val="accent2"/>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55"/>
              <p:cNvSpPr>
                <a:spLocks/>
              </p:cNvSpPr>
              <p:nvPr/>
            </p:nvSpPr>
            <p:spPr bwMode="auto">
              <a:xfrm>
                <a:off x="812374" y="2235701"/>
                <a:ext cx="684232" cy="1151120"/>
              </a:xfrm>
              <a:custGeom>
                <a:avLst/>
                <a:gdLst/>
                <a:ahLst/>
                <a:cxnLst>
                  <a:cxn ang="0">
                    <a:pos x="44" y="26"/>
                  </a:cxn>
                  <a:cxn ang="0">
                    <a:pos x="44" y="0"/>
                  </a:cxn>
                  <a:cxn ang="0">
                    <a:pos x="237" y="239"/>
                  </a:cxn>
                  <a:cxn ang="0">
                    <a:pos x="484" y="681"/>
                  </a:cxn>
                  <a:cxn ang="0">
                    <a:pos x="493" y="707"/>
                  </a:cxn>
                  <a:cxn ang="0">
                    <a:pos x="510" y="734"/>
                  </a:cxn>
                  <a:cxn ang="0">
                    <a:pos x="484" y="760"/>
                  </a:cxn>
                  <a:cxn ang="0">
                    <a:pos x="475" y="787"/>
                  </a:cxn>
                  <a:cxn ang="0">
                    <a:pos x="457" y="813"/>
                  </a:cxn>
                  <a:cxn ang="0">
                    <a:pos x="466" y="831"/>
                  </a:cxn>
                  <a:cxn ang="0">
                    <a:pos x="466" y="849"/>
                  </a:cxn>
                  <a:cxn ang="0">
                    <a:pos x="449" y="858"/>
                  </a:cxn>
                  <a:cxn ang="0">
                    <a:pos x="290" y="831"/>
                  </a:cxn>
                  <a:cxn ang="0">
                    <a:pos x="290" y="822"/>
                  </a:cxn>
                  <a:cxn ang="0">
                    <a:pos x="290" y="805"/>
                  </a:cxn>
                  <a:cxn ang="0">
                    <a:pos x="264" y="751"/>
                  </a:cxn>
                  <a:cxn ang="0">
                    <a:pos x="246" y="725"/>
                  </a:cxn>
                  <a:cxn ang="0">
                    <a:pos x="229" y="725"/>
                  </a:cxn>
                  <a:cxn ang="0">
                    <a:pos x="229" y="698"/>
                  </a:cxn>
                  <a:cxn ang="0">
                    <a:pos x="185" y="672"/>
                  </a:cxn>
                  <a:cxn ang="0">
                    <a:pos x="158" y="654"/>
                  </a:cxn>
                  <a:cxn ang="0">
                    <a:pos x="132" y="645"/>
                  </a:cxn>
                  <a:cxn ang="0">
                    <a:pos x="105" y="628"/>
                  </a:cxn>
                  <a:cxn ang="0">
                    <a:pos x="114" y="610"/>
                  </a:cxn>
                  <a:cxn ang="0">
                    <a:pos x="114" y="583"/>
                  </a:cxn>
                  <a:cxn ang="0">
                    <a:pos x="105" y="566"/>
                  </a:cxn>
                  <a:cxn ang="0">
                    <a:pos x="88" y="530"/>
                  </a:cxn>
                  <a:cxn ang="0">
                    <a:pos x="79" y="504"/>
                  </a:cxn>
                  <a:cxn ang="0">
                    <a:pos x="61" y="477"/>
                  </a:cxn>
                  <a:cxn ang="0">
                    <a:pos x="79" y="442"/>
                  </a:cxn>
                  <a:cxn ang="0">
                    <a:pos x="61" y="424"/>
                  </a:cxn>
                  <a:cxn ang="0">
                    <a:pos x="53" y="389"/>
                  </a:cxn>
                  <a:cxn ang="0">
                    <a:pos x="53" y="371"/>
                  </a:cxn>
                  <a:cxn ang="0">
                    <a:pos x="61" y="354"/>
                  </a:cxn>
                  <a:cxn ang="0">
                    <a:pos x="61" y="371"/>
                  </a:cxn>
                  <a:cxn ang="0">
                    <a:pos x="79" y="380"/>
                  </a:cxn>
                  <a:cxn ang="0">
                    <a:pos x="70" y="354"/>
                  </a:cxn>
                  <a:cxn ang="0">
                    <a:pos x="70" y="336"/>
                  </a:cxn>
                  <a:cxn ang="0">
                    <a:pos x="88" y="336"/>
                  </a:cxn>
                  <a:cxn ang="0">
                    <a:pos x="123" y="354"/>
                  </a:cxn>
                  <a:cxn ang="0">
                    <a:pos x="114" y="345"/>
                  </a:cxn>
                  <a:cxn ang="0">
                    <a:pos x="105" y="336"/>
                  </a:cxn>
                  <a:cxn ang="0">
                    <a:pos x="79" y="336"/>
                  </a:cxn>
                  <a:cxn ang="0">
                    <a:pos x="61" y="327"/>
                  </a:cxn>
                  <a:cxn ang="0">
                    <a:pos x="61" y="345"/>
                  </a:cxn>
                  <a:cxn ang="0">
                    <a:pos x="44" y="336"/>
                  </a:cxn>
                  <a:cxn ang="0">
                    <a:pos x="35" y="318"/>
                  </a:cxn>
                  <a:cxn ang="0">
                    <a:pos x="44" y="309"/>
                  </a:cxn>
                  <a:cxn ang="0">
                    <a:pos x="35" y="301"/>
                  </a:cxn>
                  <a:cxn ang="0">
                    <a:pos x="26" y="274"/>
                  </a:cxn>
                  <a:cxn ang="0">
                    <a:pos x="9" y="239"/>
                  </a:cxn>
                  <a:cxn ang="0">
                    <a:pos x="17" y="194"/>
                  </a:cxn>
                  <a:cxn ang="0">
                    <a:pos x="17" y="168"/>
                  </a:cxn>
                  <a:cxn ang="0">
                    <a:pos x="0" y="133"/>
                  </a:cxn>
                  <a:cxn ang="0">
                    <a:pos x="9" y="106"/>
                  </a:cxn>
                  <a:cxn ang="0">
                    <a:pos x="26" y="88"/>
                  </a:cxn>
                  <a:cxn ang="0">
                    <a:pos x="35" y="71"/>
                  </a:cxn>
                </a:cxnLst>
                <a:rect l="0" t="0" r="r" b="b"/>
                <a:pathLst>
                  <a:path w="510" h="858">
                    <a:moveTo>
                      <a:pt x="44" y="44"/>
                    </a:moveTo>
                    <a:lnTo>
                      <a:pt x="44" y="35"/>
                    </a:lnTo>
                    <a:lnTo>
                      <a:pt x="44" y="35"/>
                    </a:lnTo>
                    <a:lnTo>
                      <a:pt x="44" y="26"/>
                    </a:lnTo>
                    <a:lnTo>
                      <a:pt x="44" y="18"/>
                    </a:lnTo>
                    <a:lnTo>
                      <a:pt x="44" y="18"/>
                    </a:lnTo>
                    <a:lnTo>
                      <a:pt x="44" y="9"/>
                    </a:lnTo>
                    <a:lnTo>
                      <a:pt x="44" y="0"/>
                    </a:lnTo>
                    <a:lnTo>
                      <a:pt x="53" y="0"/>
                    </a:lnTo>
                    <a:lnTo>
                      <a:pt x="176" y="35"/>
                    </a:lnTo>
                    <a:lnTo>
                      <a:pt x="281" y="62"/>
                    </a:lnTo>
                    <a:lnTo>
                      <a:pt x="237" y="239"/>
                    </a:lnTo>
                    <a:lnTo>
                      <a:pt x="229" y="292"/>
                    </a:lnTo>
                    <a:lnTo>
                      <a:pt x="413" y="566"/>
                    </a:lnTo>
                    <a:lnTo>
                      <a:pt x="484" y="681"/>
                    </a:lnTo>
                    <a:lnTo>
                      <a:pt x="484" y="681"/>
                    </a:lnTo>
                    <a:lnTo>
                      <a:pt x="484" y="690"/>
                    </a:lnTo>
                    <a:lnTo>
                      <a:pt x="493" y="698"/>
                    </a:lnTo>
                    <a:lnTo>
                      <a:pt x="493" y="707"/>
                    </a:lnTo>
                    <a:lnTo>
                      <a:pt x="493" y="707"/>
                    </a:lnTo>
                    <a:lnTo>
                      <a:pt x="501" y="716"/>
                    </a:lnTo>
                    <a:lnTo>
                      <a:pt x="493" y="725"/>
                    </a:lnTo>
                    <a:lnTo>
                      <a:pt x="510" y="734"/>
                    </a:lnTo>
                    <a:lnTo>
                      <a:pt x="510" y="734"/>
                    </a:lnTo>
                    <a:lnTo>
                      <a:pt x="501" y="743"/>
                    </a:lnTo>
                    <a:lnTo>
                      <a:pt x="493" y="751"/>
                    </a:lnTo>
                    <a:lnTo>
                      <a:pt x="484" y="760"/>
                    </a:lnTo>
                    <a:lnTo>
                      <a:pt x="484" y="760"/>
                    </a:lnTo>
                    <a:lnTo>
                      <a:pt x="475" y="769"/>
                    </a:lnTo>
                    <a:lnTo>
                      <a:pt x="475" y="778"/>
                    </a:lnTo>
                    <a:lnTo>
                      <a:pt x="475" y="787"/>
                    </a:lnTo>
                    <a:lnTo>
                      <a:pt x="475" y="787"/>
                    </a:lnTo>
                    <a:lnTo>
                      <a:pt x="466" y="805"/>
                    </a:lnTo>
                    <a:lnTo>
                      <a:pt x="457" y="805"/>
                    </a:lnTo>
                    <a:lnTo>
                      <a:pt x="457" y="813"/>
                    </a:lnTo>
                    <a:lnTo>
                      <a:pt x="457" y="813"/>
                    </a:lnTo>
                    <a:lnTo>
                      <a:pt x="457" y="822"/>
                    </a:lnTo>
                    <a:lnTo>
                      <a:pt x="457" y="822"/>
                    </a:lnTo>
                    <a:lnTo>
                      <a:pt x="457" y="831"/>
                    </a:lnTo>
                    <a:lnTo>
                      <a:pt x="466" y="831"/>
                    </a:lnTo>
                    <a:lnTo>
                      <a:pt x="466" y="831"/>
                    </a:lnTo>
                    <a:lnTo>
                      <a:pt x="466" y="840"/>
                    </a:lnTo>
                    <a:lnTo>
                      <a:pt x="466" y="849"/>
                    </a:lnTo>
                    <a:lnTo>
                      <a:pt x="466" y="849"/>
                    </a:lnTo>
                    <a:lnTo>
                      <a:pt x="457" y="858"/>
                    </a:lnTo>
                    <a:lnTo>
                      <a:pt x="457" y="858"/>
                    </a:lnTo>
                    <a:lnTo>
                      <a:pt x="457" y="858"/>
                    </a:lnTo>
                    <a:lnTo>
                      <a:pt x="449" y="858"/>
                    </a:lnTo>
                    <a:lnTo>
                      <a:pt x="449" y="858"/>
                    </a:lnTo>
                    <a:lnTo>
                      <a:pt x="290" y="840"/>
                    </a:lnTo>
                    <a:lnTo>
                      <a:pt x="290" y="840"/>
                    </a:lnTo>
                    <a:lnTo>
                      <a:pt x="290" y="831"/>
                    </a:lnTo>
                    <a:lnTo>
                      <a:pt x="290" y="822"/>
                    </a:lnTo>
                    <a:lnTo>
                      <a:pt x="290" y="831"/>
                    </a:lnTo>
                    <a:lnTo>
                      <a:pt x="290" y="822"/>
                    </a:lnTo>
                    <a:lnTo>
                      <a:pt x="290" y="822"/>
                    </a:lnTo>
                    <a:lnTo>
                      <a:pt x="281" y="831"/>
                    </a:lnTo>
                    <a:lnTo>
                      <a:pt x="281" y="822"/>
                    </a:lnTo>
                    <a:lnTo>
                      <a:pt x="290" y="813"/>
                    </a:lnTo>
                    <a:lnTo>
                      <a:pt x="290" y="805"/>
                    </a:lnTo>
                    <a:lnTo>
                      <a:pt x="290" y="787"/>
                    </a:lnTo>
                    <a:lnTo>
                      <a:pt x="281" y="778"/>
                    </a:lnTo>
                    <a:lnTo>
                      <a:pt x="281" y="769"/>
                    </a:lnTo>
                    <a:lnTo>
                      <a:pt x="264" y="751"/>
                    </a:lnTo>
                    <a:lnTo>
                      <a:pt x="255" y="743"/>
                    </a:lnTo>
                    <a:lnTo>
                      <a:pt x="255" y="743"/>
                    </a:lnTo>
                    <a:lnTo>
                      <a:pt x="246" y="734"/>
                    </a:lnTo>
                    <a:lnTo>
                      <a:pt x="246" y="725"/>
                    </a:lnTo>
                    <a:lnTo>
                      <a:pt x="237" y="725"/>
                    </a:lnTo>
                    <a:lnTo>
                      <a:pt x="237" y="734"/>
                    </a:lnTo>
                    <a:lnTo>
                      <a:pt x="229" y="725"/>
                    </a:lnTo>
                    <a:lnTo>
                      <a:pt x="229" y="725"/>
                    </a:lnTo>
                    <a:lnTo>
                      <a:pt x="229" y="716"/>
                    </a:lnTo>
                    <a:lnTo>
                      <a:pt x="229" y="716"/>
                    </a:lnTo>
                    <a:lnTo>
                      <a:pt x="229" y="698"/>
                    </a:lnTo>
                    <a:lnTo>
                      <a:pt x="229" y="698"/>
                    </a:lnTo>
                    <a:lnTo>
                      <a:pt x="202" y="698"/>
                    </a:lnTo>
                    <a:lnTo>
                      <a:pt x="193" y="690"/>
                    </a:lnTo>
                    <a:lnTo>
                      <a:pt x="185" y="681"/>
                    </a:lnTo>
                    <a:lnTo>
                      <a:pt x="185" y="672"/>
                    </a:lnTo>
                    <a:lnTo>
                      <a:pt x="176" y="663"/>
                    </a:lnTo>
                    <a:lnTo>
                      <a:pt x="176" y="663"/>
                    </a:lnTo>
                    <a:lnTo>
                      <a:pt x="167" y="654"/>
                    </a:lnTo>
                    <a:lnTo>
                      <a:pt x="158" y="654"/>
                    </a:lnTo>
                    <a:lnTo>
                      <a:pt x="149" y="654"/>
                    </a:lnTo>
                    <a:lnTo>
                      <a:pt x="141" y="645"/>
                    </a:lnTo>
                    <a:lnTo>
                      <a:pt x="141" y="645"/>
                    </a:lnTo>
                    <a:lnTo>
                      <a:pt x="132" y="645"/>
                    </a:lnTo>
                    <a:lnTo>
                      <a:pt x="114" y="645"/>
                    </a:lnTo>
                    <a:lnTo>
                      <a:pt x="114" y="637"/>
                    </a:lnTo>
                    <a:lnTo>
                      <a:pt x="105" y="628"/>
                    </a:lnTo>
                    <a:lnTo>
                      <a:pt x="105" y="628"/>
                    </a:lnTo>
                    <a:lnTo>
                      <a:pt x="105" y="628"/>
                    </a:lnTo>
                    <a:lnTo>
                      <a:pt x="105" y="619"/>
                    </a:lnTo>
                    <a:lnTo>
                      <a:pt x="105" y="610"/>
                    </a:lnTo>
                    <a:lnTo>
                      <a:pt x="114" y="610"/>
                    </a:lnTo>
                    <a:lnTo>
                      <a:pt x="114" y="601"/>
                    </a:lnTo>
                    <a:lnTo>
                      <a:pt x="114" y="592"/>
                    </a:lnTo>
                    <a:lnTo>
                      <a:pt x="114" y="583"/>
                    </a:lnTo>
                    <a:lnTo>
                      <a:pt x="114" y="583"/>
                    </a:lnTo>
                    <a:lnTo>
                      <a:pt x="105" y="583"/>
                    </a:lnTo>
                    <a:lnTo>
                      <a:pt x="105" y="575"/>
                    </a:lnTo>
                    <a:lnTo>
                      <a:pt x="105" y="566"/>
                    </a:lnTo>
                    <a:lnTo>
                      <a:pt x="105" y="566"/>
                    </a:lnTo>
                    <a:lnTo>
                      <a:pt x="105" y="557"/>
                    </a:lnTo>
                    <a:lnTo>
                      <a:pt x="97" y="548"/>
                    </a:lnTo>
                    <a:lnTo>
                      <a:pt x="97" y="539"/>
                    </a:lnTo>
                    <a:lnTo>
                      <a:pt x="88" y="530"/>
                    </a:lnTo>
                    <a:lnTo>
                      <a:pt x="88" y="530"/>
                    </a:lnTo>
                    <a:lnTo>
                      <a:pt x="88" y="522"/>
                    </a:lnTo>
                    <a:lnTo>
                      <a:pt x="79" y="513"/>
                    </a:lnTo>
                    <a:lnTo>
                      <a:pt x="79" y="504"/>
                    </a:lnTo>
                    <a:lnTo>
                      <a:pt x="79" y="504"/>
                    </a:lnTo>
                    <a:lnTo>
                      <a:pt x="70" y="486"/>
                    </a:lnTo>
                    <a:lnTo>
                      <a:pt x="61" y="477"/>
                    </a:lnTo>
                    <a:lnTo>
                      <a:pt x="61" y="477"/>
                    </a:lnTo>
                    <a:lnTo>
                      <a:pt x="61" y="460"/>
                    </a:lnTo>
                    <a:lnTo>
                      <a:pt x="61" y="451"/>
                    </a:lnTo>
                    <a:lnTo>
                      <a:pt x="70" y="451"/>
                    </a:lnTo>
                    <a:lnTo>
                      <a:pt x="79" y="442"/>
                    </a:lnTo>
                    <a:lnTo>
                      <a:pt x="79" y="442"/>
                    </a:lnTo>
                    <a:lnTo>
                      <a:pt x="79" y="433"/>
                    </a:lnTo>
                    <a:lnTo>
                      <a:pt x="79" y="424"/>
                    </a:lnTo>
                    <a:lnTo>
                      <a:pt x="61" y="424"/>
                    </a:lnTo>
                    <a:lnTo>
                      <a:pt x="61" y="415"/>
                    </a:lnTo>
                    <a:lnTo>
                      <a:pt x="53" y="407"/>
                    </a:lnTo>
                    <a:lnTo>
                      <a:pt x="53" y="398"/>
                    </a:lnTo>
                    <a:lnTo>
                      <a:pt x="53" y="389"/>
                    </a:lnTo>
                    <a:lnTo>
                      <a:pt x="53" y="389"/>
                    </a:lnTo>
                    <a:lnTo>
                      <a:pt x="53" y="389"/>
                    </a:lnTo>
                    <a:lnTo>
                      <a:pt x="53" y="371"/>
                    </a:lnTo>
                    <a:lnTo>
                      <a:pt x="53" y="371"/>
                    </a:lnTo>
                    <a:lnTo>
                      <a:pt x="53" y="362"/>
                    </a:lnTo>
                    <a:lnTo>
                      <a:pt x="53" y="354"/>
                    </a:lnTo>
                    <a:lnTo>
                      <a:pt x="53" y="354"/>
                    </a:lnTo>
                    <a:lnTo>
                      <a:pt x="61" y="354"/>
                    </a:lnTo>
                    <a:lnTo>
                      <a:pt x="61" y="354"/>
                    </a:lnTo>
                    <a:lnTo>
                      <a:pt x="61" y="354"/>
                    </a:lnTo>
                    <a:lnTo>
                      <a:pt x="61" y="362"/>
                    </a:lnTo>
                    <a:lnTo>
                      <a:pt x="61" y="371"/>
                    </a:lnTo>
                    <a:lnTo>
                      <a:pt x="61" y="371"/>
                    </a:lnTo>
                    <a:lnTo>
                      <a:pt x="70" y="380"/>
                    </a:lnTo>
                    <a:lnTo>
                      <a:pt x="70" y="380"/>
                    </a:lnTo>
                    <a:lnTo>
                      <a:pt x="79" y="380"/>
                    </a:lnTo>
                    <a:lnTo>
                      <a:pt x="70" y="380"/>
                    </a:lnTo>
                    <a:lnTo>
                      <a:pt x="70" y="371"/>
                    </a:lnTo>
                    <a:lnTo>
                      <a:pt x="70" y="362"/>
                    </a:lnTo>
                    <a:lnTo>
                      <a:pt x="70" y="354"/>
                    </a:lnTo>
                    <a:lnTo>
                      <a:pt x="70" y="354"/>
                    </a:lnTo>
                    <a:lnTo>
                      <a:pt x="70" y="345"/>
                    </a:lnTo>
                    <a:lnTo>
                      <a:pt x="61" y="345"/>
                    </a:lnTo>
                    <a:lnTo>
                      <a:pt x="70" y="336"/>
                    </a:lnTo>
                    <a:lnTo>
                      <a:pt x="70" y="336"/>
                    </a:lnTo>
                    <a:lnTo>
                      <a:pt x="79" y="336"/>
                    </a:lnTo>
                    <a:lnTo>
                      <a:pt x="79" y="336"/>
                    </a:lnTo>
                    <a:lnTo>
                      <a:pt x="88" y="336"/>
                    </a:lnTo>
                    <a:lnTo>
                      <a:pt x="105" y="345"/>
                    </a:lnTo>
                    <a:lnTo>
                      <a:pt x="114" y="345"/>
                    </a:lnTo>
                    <a:lnTo>
                      <a:pt x="123" y="354"/>
                    </a:lnTo>
                    <a:lnTo>
                      <a:pt x="123" y="354"/>
                    </a:lnTo>
                    <a:lnTo>
                      <a:pt x="123" y="345"/>
                    </a:lnTo>
                    <a:lnTo>
                      <a:pt x="114" y="345"/>
                    </a:lnTo>
                    <a:lnTo>
                      <a:pt x="114" y="336"/>
                    </a:lnTo>
                    <a:lnTo>
                      <a:pt x="114" y="345"/>
                    </a:lnTo>
                    <a:lnTo>
                      <a:pt x="105" y="345"/>
                    </a:lnTo>
                    <a:lnTo>
                      <a:pt x="114" y="336"/>
                    </a:lnTo>
                    <a:lnTo>
                      <a:pt x="114" y="336"/>
                    </a:lnTo>
                    <a:lnTo>
                      <a:pt x="105" y="336"/>
                    </a:lnTo>
                    <a:lnTo>
                      <a:pt x="97" y="336"/>
                    </a:lnTo>
                    <a:lnTo>
                      <a:pt x="97" y="336"/>
                    </a:lnTo>
                    <a:lnTo>
                      <a:pt x="88" y="336"/>
                    </a:lnTo>
                    <a:lnTo>
                      <a:pt x="79" y="336"/>
                    </a:lnTo>
                    <a:lnTo>
                      <a:pt x="79" y="336"/>
                    </a:lnTo>
                    <a:lnTo>
                      <a:pt x="70" y="327"/>
                    </a:lnTo>
                    <a:lnTo>
                      <a:pt x="70" y="327"/>
                    </a:lnTo>
                    <a:lnTo>
                      <a:pt x="61" y="327"/>
                    </a:lnTo>
                    <a:lnTo>
                      <a:pt x="61" y="327"/>
                    </a:lnTo>
                    <a:lnTo>
                      <a:pt x="61" y="336"/>
                    </a:lnTo>
                    <a:lnTo>
                      <a:pt x="61" y="336"/>
                    </a:lnTo>
                    <a:lnTo>
                      <a:pt x="61" y="345"/>
                    </a:lnTo>
                    <a:lnTo>
                      <a:pt x="53" y="345"/>
                    </a:lnTo>
                    <a:lnTo>
                      <a:pt x="53" y="345"/>
                    </a:lnTo>
                    <a:lnTo>
                      <a:pt x="53" y="336"/>
                    </a:lnTo>
                    <a:lnTo>
                      <a:pt x="44" y="336"/>
                    </a:lnTo>
                    <a:lnTo>
                      <a:pt x="44" y="327"/>
                    </a:lnTo>
                    <a:lnTo>
                      <a:pt x="35" y="327"/>
                    </a:lnTo>
                    <a:lnTo>
                      <a:pt x="35" y="327"/>
                    </a:lnTo>
                    <a:lnTo>
                      <a:pt x="35" y="318"/>
                    </a:lnTo>
                    <a:lnTo>
                      <a:pt x="35" y="318"/>
                    </a:lnTo>
                    <a:lnTo>
                      <a:pt x="35" y="309"/>
                    </a:lnTo>
                    <a:lnTo>
                      <a:pt x="44" y="318"/>
                    </a:lnTo>
                    <a:lnTo>
                      <a:pt x="44" y="309"/>
                    </a:lnTo>
                    <a:lnTo>
                      <a:pt x="35" y="301"/>
                    </a:lnTo>
                    <a:lnTo>
                      <a:pt x="35" y="301"/>
                    </a:lnTo>
                    <a:lnTo>
                      <a:pt x="35" y="301"/>
                    </a:lnTo>
                    <a:lnTo>
                      <a:pt x="35" y="301"/>
                    </a:lnTo>
                    <a:lnTo>
                      <a:pt x="35" y="292"/>
                    </a:lnTo>
                    <a:lnTo>
                      <a:pt x="35" y="283"/>
                    </a:lnTo>
                    <a:lnTo>
                      <a:pt x="26" y="283"/>
                    </a:lnTo>
                    <a:lnTo>
                      <a:pt x="26" y="274"/>
                    </a:lnTo>
                    <a:lnTo>
                      <a:pt x="17" y="265"/>
                    </a:lnTo>
                    <a:lnTo>
                      <a:pt x="9" y="247"/>
                    </a:lnTo>
                    <a:lnTo>
                      <a:pt x="9" y="239"/>
                    </a:lnTo>
                    <a:lnTo>
                      <a:pt x="9" y="239"/>
                    </a:lnTo>
                    <a:lnTo>
                      <a:pt x="17" y="230"/>
                    </a:lnTo>
                    <a:lnTo>
                      <a:pt x="9" y="212"/>
                    </a:lnTo>
                    <a:lnTo>
                      <a:pt x="17" y="194"/>
                    </a:lnTo>
                    <a:lnTo>
                      <a:pt x="17" y="194"/>
                    </a:lnTo>
                    <a:lnTo>
                      <a:pt x="17" y="186"/>
                    </a:lnTo>
                    <a:lnTo>
                      <a:pt x="17" y="186"/>
                    </a:lnTo>
                    <a:lnTo>
                      <a:pt x="17" y="177"/>
                    </a:lnTo>
                    <a:lnTo>
                      <a:pt x="17" y="168"/>
                    </a:lnTo>
                    <a:lnTo>
                      <a:pt x="17" y="159"/>
                    </a:lnTo>
                    <a:lnTo>
                      <a:pt x="9" y="150"/>
                    </a:lnTo>
                    <a:lnTo>
                      <a:pt x="9" y="150"/>
                    </a:lnTo>
                    <a:lnTo>
                      <a:pt x="0" y="133"/>
                    </a:lnTo>
                    <a:lnTo>
                      <a:pt x="0" y="124"/>
                    </a:lnTo>
                    <a:lnTo>
                      <a:pt x="0" y="115"/>
                    </a:lnTo>
                    <a:lnTo>
                      <a:pt x="9" y="106"/>
                    </a:lnTo>
                    <a:lnTo>
                      <a:pt x="9" y="106"/>
                    </a:lnTo>
                    <a:lnTo>
                      <a:pt x="17" y="97"/>
                    </a:lnTo>
                    <a:lnTo>
                      <a:pt x="17" y="97"/>
                    </a:lnTo>
                    <a:lnTo>
                      <a:pt x="26" y="88"/>
                    </a:lnTo>
                    <a:lnTo>
                      <a:pt x="26" y="88"/>
                    </a:lnTo>
                    <a:lnTo>
                      <a:pt x="26" y="88"/>
                    </a:lnTo>
                    <a:lnTo>
                      <a:pt x="26" y="79"/>
                    </a:lnTo>
                    <a:lnTo>
                      <a:pt x="35" y="71"/>
                    </a:lnTo>
                    <a:lnTo>
                      <a:pt x="35" y="71"/>
                    </a:lnTo>
                    <a:lnTo>
                      <a:pt x="44" y="44"/>
                    </a:lnTo>
                    <a:close/>
                  </a:path>
                </a:pathLst>
              </a:custGeom>
              <a:solidFill>
                <a:schemeClr val="accent1"/>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7"/>
              <p:cNvSpPr>
                <a:spLocks/>
              </p:cNvSpPr>
              <p:nvPr/>
            </p:nvSpPr>
            <p:spPr bwMode="auto">
              <a:xfrm>
                <a:off x="2111073" y="3109103"/>
                <a:ext cx="1168562" cy="1139046"/>
              </a:xfrm>
              <a:custGeom>
                <a:avLst/>
                <a:gdLst/>
                <a:ahLst/>
                <a:cxnLst>
                  <a:cxn ang="0">
                    <a:pos x="114" y="345"/>
                  </a:cxn>
                  <a:cxn ang="0">
                    <a:pos x="264" y="0"/>
                  </a:cxn>
                  <a:cxn ang="0">
                    <a:pos x="448" y="9"/>
                  </a:cxn>
                  <a:cxn ang="0">
                    <a:pos x="475" y="168"/>
                  </a:cxn>
                  <a:cxn ang="0">
                    <a:pos x="501" y="186"/>
                  </a:cxn>
                  <a:cxn ang="0">
                    <a:pos x="536" y="195"/>
                  </a:cxn>
                  <a:cxn ang="0">
                    <a:pos x="572" y="195"/>
                  </a:cxn>
                  <a:cxn ang="0">
                    <a:pos x="589" y="212"/>
                  </a:cxn>
                  <a:cxn ang="0">
                    <a:pos x="624" y="212"/>
                  </a:cxn>
                  <a:cxn ang="0">
                    <a:pos x="642" y="212"/>
                  </a:cxn>
                  <a:cxn ang="0">
                    <a:pos x="668" y="212"/>
                  </a:cxn>
                  <a:cxn ang="0">
                    <a:pos x="703" y="221"/>
                  </a:cxn>
                  <a:cxn ang="0">
                    <a:pos x="739" y="212"/>
                  </a:cxn>
                  <a:cxn ang="0">
                    <a:pos x="783" y="221"/>
                  </a:cxn>
                  <a:cxn ang="0">
                    <a:pos x="818" y="239"/>
                  </a:cxn>
                  <a:cxn ang="0">
                    <a:pos x="853" y="398"/>
                  </a:cxn>
                  <a:cxn ang="0">
                    <a:pos x="871" y="425"/>
                  </a:cxn>
                  <a:cxn ang="0">
                    <a:pos x="871" y="460"/>
                  </a:cxn>
                  <a:cxn ang="0">
                    <a:pos x="862" y="513"/>
                  </a:cxn>
                  <a:cxn ang="0">
                    <a:pos x="844" y="548"/>
                  </a:cxn>
                  <a:cxn ang="0">
                    <a:pos x="791" y="566"/>
                  </a:cxn>
                  <a:cxn ang="0">
                    <a:pos x="800" y="540"/>
                  </a:cxn>
                  <a:cxn ang="0">
                    <a:pos x="774" y="557"/>
                  </a:cxn>
                  <a:cxn ang="0">
                    <a:pos x="765" y="593"/>
                  </a:cxn>
                  <a:cxn ang="0">
                    <a:pos x="712" y="628"/>
                  </a:cxn>
                  <a:cxn ang="0">
                    <a:pos x="695" y="646"/>
                  </a:cxn>
                  <a:cxn ang="0">
                    <a:pos x="686" y="628"/>
                  </a:cxn>
                  <a:cxn ang="0">
                    <a:pos x="668" y="628"/>
                  </a:cxn>
                  <a:cxn ang="0">
                    <a:pos x="677" y="646"/>
                  </a:cxn>
                  <a:cxn ang="0">
                    <a:pos x="659" y="663"/>
                  </a:cxn>
                  <a:cxn ang="0">
                    <a:pos x="642" y="672"/>
                  </a:cxn>
                  <a:cxn ang="0">
                    <a:pos x="642" y="672"/>
                  </a:cxn>
                  <a:cxn ang="0">
                    <a:pos x="607" y="699"/>
                  </a:cxn>
                  <a:cxn ang="0">
                    <a:pos x="607" y="734"/>
                  </a:cxn>
                  <a:cxn ang="0">
                    <a:pos x="589" y="734"/>
                  </a:cxn>
                  <a:cxn ang="0">
                    <a:pos x="607" y="752"/>
                  </a:cxn>
                  <a:cxn ang="0">
                    <a:pos x="607" y="778"/>
                  </a:cxn>
                  <a:cxn ang="0">
                    <a:pos x="624" y="840"/>
                  </a:cxn>
                  <a:cxn ang="0">
                    <a:pos x="616" y="849"/>
                  </a:cxn>
                  <a:cxn ang="0">
                    <a:pos x="572" y="831"/>
                  </a:cxn>
                  <a:cxn ang="0">
                    <a:pos x="519" y="814"/>
                  </a:cxn>
                  <a:cxn ang="0">
                    <a:pos x="492" y="796"/>
                  </a:cxn>
                  <a:cxn ang="0">
                    <a:pos x="466" y="752"/>
                  </a:cxn>
                  <a:cxn ang="0">
                    <a:pos x="466" y="716"/>
                  </a:cxn>
                  <a:cxn ang="0">
                    <a:pos x="431" y="681"/>
                  </a:cxn>
                  <a:cxn ang="0">
                    <a:pos x="413" y="637"/>
                  </a:cxn>
                  <a:cxn ang="0">
                    <a:pos x="387" y="593"/>
                  </a:cxn>
                  <a:cxn ang="0">
                    <a:pos x="352" y="548"/>
                  </a:cxn>
                  <a:cxn ang="0">
                    <a:pos x="325" y="540"/>
                  </a:cxn>
                  <a:cxn ang="0">
                    <a:pos x="281" y="522"/>
                  </a:cxn>
                  <a:cxn ang="0">
                    <a:pos x="246" y="540"/>
                  </a:cxn>
                  <a:cxn ang="0">
                    <a:pos x="220" y="584"/>
                  </a:cxn>
                  <a:cxn ang="0">
                    <a:pos x="193" y="575"/>
                  </a:cxn>
                  <a:cxn ang="0">
                    <a:pos x="140" y="540"/>
                  </a:cxn>
                  <a:cxn ang="0">
                    <a:pos x="114" y="487"/>
                  </a:cxn>
                  <a:cxn ang="0">
                    <a:pos x="96" y="442"/>
                  </a:cxn>
                  <a:cxn ang="0">
                    <a:pos x="44" y="389"/>
                  </a:cxn>
                  <a:cxn ang="0">
                    <a:pos x="17" y="354"/>
                  </a:cxn>
                </a:cxnLst>
                <a:rect l="0" t="0" r="r" b="b"/>
                <a:pathLst>
                  <a:path w="871" h="849">
                    <a:moveTo>
                      <a:pt x="8" y="354"/>
                    </a:moveTo>
                    <a:lnTo>
                      <a:pt x="8" y="345"/>
                    </a:lnTo>
                    <a:lnTo>
                      <a:pt x="0" y="345"/>
                    </a:lnTo>
                    <a:lnTo>
                      <a:pt x="0" y="336"/>
                    </a:lnTo>
                    <a:lnTo>
                      <a:pt x="0" y="336"/>
                    </a:lnTo>
                    <a:lnTo>
                      <a:pt x="52" y="336"/>
                    </a:lnTo>
                    <a:lnTo>
                      <a:pt x="114" y="345"/>
                    </a:lnTo>
                    <a:lnTo>
                      <a:pt x="176" y="345"/>
                    </a:lnTo>
                    <a:lnTo>
                      <a:pt x="228" y="354"/>
                    </a:lnTo>
                    <a:lnTo>
                      <a:pt x="237" y="354"/>
                    </a:lnTo>
                    <a:lnTo>
                      <a:pt x="237" y="345"/>
                    </a:lnTo>
                    <a:lnTo>
                      <a:pt x="246" y="265"/>
                    </a:lnTo>
                    <a:lnTo>
                      <a:pt x="246" y="195"/>
                    </a:lnTo>
                    <a:lnTo>
                      <a:pt x="264" y="0"/>
                    </a:lnTo>
                    <a:lnTo>
                      <a:pt x="264" y="0"/>
                    </a:lnTo>
                    <a:lnTo>
                      <a:pt x="264" y="0"/>
                    </a:lnTo>
                    <a:lnTo>
                      <a:pt x="352" y="0"/>
                    </a:lnTo>
                    <a:lnTo>
                      <a:pt x="413" y="0"/>
                    </a:lnTo>
                    <a:lnTo>
                      <a:pt x="440" y="0"/>
                    </a:lnTo>
                    <a:lnTo>
                      <a:pt x="448" y="0"/>
                    </a:lnTo>
                    <a:lnTo>
                      <a:pt x="448" y="9"/>
                    </a:lnTo>
                    <a:lnTo>
                      <a:pt x="448" y="151"/>
                    </a:lnTo>
                    <a:lnTo>
                      <a:pt x="448" y="159"/>
                    </a:lnTo>
                    <a:lnTo>
                      <a:pt x="448" y="159"/>
                    </a:lnTo>
                    <a:lnTo>
                      <a:pt x="457" y="159"/>
                    </a:lnTo>
                    <a:lnTo>
                      <a:pt x="466" y="168"/>
                    </a:lnTo>
                    <a:lnTo>
                      <a:pt x="475" y="177"/>
                    </a:lnTo>
                    <a:lnTo>
                      <a:pt x="475" y="168"/>
                    </a:lnTo>
                    <a:lnTo>
                      <a:pt x="484" y="177"/>
                    </a:lnTo>
                    <a:lnTo>
                      <a:pt x="484" y="177"/>
                    </a:lnTo>
                    <a:lnTo>
                      <a:pt x="492" y="168"/>
                    </a:lnTo>
                    <a:lnTo>
                      <a:pt x="492" y="168"/>
                    </a:lnTo>
                    <a:lnTo>
                      <a:pt x="492" y="177"/>
                    </a:lnTo>
                    <a:lnTo>
                      <a:pt x="501" y="177"/>
                    </a:lnTo>
                    <a:lnTo>
                      <a:pt x="501" y="186"/>
                    </a:lnTo>
                    <a:lnTo>
                      <a:pt x="501" y="186"/>
                    </a:lnTo>
                    <a:lnTo>
                      <a:pt x="510" y="186"/>
                    </a:lnTo>
                    <a:lnTo>
                      <a:pt x="510" y="186"/>
                    </a:lnTo>
                    <a:lnTo>
                      <a:pt x="510" y="186"/>
                    </a:lnTo>
                    <a:lnTo>
                      <a:pt x="519" y="195"/>
                    </a:lnTo>
                    <a:lnTo>
                      <a:pt x="528" y="195"/>
                    </a:lnTo>
                    <a:lnTo>
                      <a:pt x="536" y="195"/>
                    </a:lnTo>
                    <a:lnTo>
                      <a:pt x="536" y="195"/>
                    </a:lnTo>
                    <a:lnTo>
                      <a:pt x="545" y="195"/>
                    </a:lnTo>
                    <a:lnTo>
                      <a:pt x="545" y="204"/>
                    </a:lnTo>
                    <a:lnTo>
                      <a:pt x="554" y="204"/>
                    </a:lnTo>
                    <a:lnTo>
                      <a:pt x="554" y="195"/>
                    </a:lnTo>
                    <a:lnTo>
                      <a:pt x="563" y="195"/>
                    </a:lnTo>
                    <a:lnTo>
                      <a:pt x="572" y="195"/>
                    </a:lnTo>
                    <a:lnTo>
                      <a:pt x="572" y="204"/>
                    </a:lnTo>
                    <a:lnTo>
                      <a:pt x="572" y="204"/>
                    </a:lnTo>
                    <a:lnTo>
                      <a:pt x="580" y="204"/>
                    </a:lnTo>
                    <a:lnTo>
                      <a:pt x="580" y="212"/>
                    </a:lnTo>
                    <a:lnTo>
                      <a:pt x="580" y="212"/>
                    </a:lnTo>
                    <a:lnTo>
                      <a:pt x="580" y="221"/>
                    </a:lnTo>
                    <a:lnTo>
                      <a:pt x="589" y="212"/>
                    </a:lnTo>
                    <a:lnTo>
                      <a:pt x="598" y="204"/>
                    </a:lnTo>
                    <a:lnTo>
                      <a:pt x="607" y="212"/>
                    </a:lnTo>
                    <a:lnTo>
                      <a:pt x="607" y="212"/>
                    </a:lnTo>
                    <a:lnTo>
                      <a:pt x="607" y="212"/>
                    </a:lnTo>
                    <a:lnTo>
                      <a:pt x="616" y="221"/>
                    </a:lnTo>
                    <a:lnTo>
                      <a:pt x="616" y="221"/>
                    </a:lnTo>
                    <a:lnTo>
                      <a:pt x="624" y="212"/>
                    </a:lnTo>
                    <a:lnTo>
                      <a:pt x="633" y="221"/>
                    </a:lnTo>
                    <a:lnTo>
                      <a:pt x="624" y="221"/>
                    </a:lnTo>
                    <a:lnTo>
                      <a:pt x="633" y="230"/>
                    </a:lnTo>
                    <a:lnTo>
                      <a:pt x="633" y="230"/>
                    </a:lnTo>
                    <a:lnTo>
                      <a:pt x="633" y="230"/>
                    </a:lnTo>
                    <a:lnTo>
                      <a:pt x="633" y="221"/>
                    </a:lnTo>
                    <a:lnTo>
                      <a:pt x="642" y="212"/>
                    </a:lnTo>
                    <a:lnTo>
                      <a:pt x="642" y="212"/>
                    </a:lnTo>
                    <a:lnTo>
                      <a:pt x="642" y="212"/>
                    </a:lnTo>
                    <a:lnTo>
                      <a:pt x="651" y="212"/>
                    </a:lnTo>
                    <a:lnTo>
                      <a:pt x="651" y="221"/>
                    </a:lnTo>
                    <a:lnTo>
                      <a:pt x="659" y="221"/>
                    </a:lnTo>
                    <a:lnTo>
                      <a:pt x="659" y="212"/>
                    </a:lnTo>
                    <a:lnTo>
                      <a:pt x="668" y="212"/>
                    </a:lnTo>
                    <a:lnTo>
                      <a:pt x="668" y="221"/>
                    </a:lnTo>
                    <a:lnTo>
                      <a:pt x="677" y="221"/>
                    </a:lnTo>
                    <a:lnTo>
                      <a:pt x="677" y="230"/>
                    </a:lnTo>
                    <a:lnTo>
                      <a:pt x="686" y="230"/>
                    </a:lnTo>
                    <a:lnTo>
                      <a:pt x="686" y="221"/>
                    </a:lnTo>
                    <a:lnTo>
                      <a:pt x="695" y="221"/>
                    </a:lnTo>
                    <a:lnTo>
                      <a:pt x="703" y="221"/>
                    </a:lnTo>
                    <a:lnTo>
                      <a:pt x="703" y="221"/>
                    </a:lnTo>
                    <a:lnTo>
                      <a:pt x="712" y="212"/>
                    </a:lnTo>
                    <a:lnTo>
                      <a:pt x="712" y="221"/>
                    </a:lnTo>
                    <a:lnTo>
                      <a:pt x="721" y="221"/>
                    </a:lnTo>
                    <a:lnTo>
                      <a:pt x="721" y="212"/>
                    </a:lnTo>
                    <a:lnTo>
                      <a:pt x="730" y="212"/>
                    </a:lnTo>
                    <a:lnTo>
                      <a:pt x="739" y="212"/>
                    </a:lnTo>
                    <a:lnTo>
                      <a:pt x="739" y="212"/>
                    </a:lnTo>
                    <a:lnTo>
                      <a:pt x="747" y="212"/>
                    </a:lnTo>
                    <a:lnTo>
                      <a:pt x="747" y="212"/>
                    </a:lnTo>
                    <a:lnTo>
                      <a:pt x="756" y="212"/>
                    </a:lnTo>
                    <a:lnTo>
                      <a:pt x="756" y="212"/>
                    </a:lnTo>
                    <a:lnTo>
                      <a:pt x="774" y="221"/>
                    </a:lnTo>
                    <a:lnTo>
                      <a:pt x="783" y="221"/>
                    </a:lnTo>
                    <a:lnTo>
                      <a:pt x="783" y="230"/>
                    </a:lnTo>
                    <a:lnTo>
                      <a:pt x="791" y="230"/>
                    </a:lnTo>
                    <a:lnTo>
                      <a:pt x="800" y="230"/>
                    </a:lnTo>
                    <a:lnTo>
                      <a:pt x="809" y="230"/>
                    </a:lnTo>
                    <a:lnTo>
                      <a:pt x="809" y="239"/>
                    </a:lnTo>
                    <a:lnTo>
                      <a:pt x="809" y="239"/>
                    </a:lnTo>
                    <a:lnTo>
                      <a:pt x="818" y="239"/>
                    </a:lnTo>
                    <a:lnTo>
                      <a:pt x="835" y="239"/>
                    </a:lnTo>
                    <a:lnTo>
                      <a:pt x="835" y="283"/>
                    </a:lnTo>
                    <a:lnTo>
                      <a:pt x="835" y="363"/>
                    </a:lnTo>
                    <a:lnTo>
                      <a:pt x="844" y="372"/>
                    </a:lnTo>
                    <a:lnTo>
                      <a:pt x="853" y="372"/>
                    </a:lnTo>
                    <a:lnTo>
                      <a:pt x="853" y="389"/>
                    </a:lnTo>
                    <a:lnTo>
                      <a:pt x="853" y="398"/>
                    </a:lnTo>
                    <a:lnTo>
                      <a:pt x="853" y="398"/>
                    </a:lnTo>
                    <a:lnTo>
                      <a:pt x="862" y="407"/>
                    </a:lnTo>
                    <a:lnTo>
                      <a:pt x="862" y="407"/>
                    </a:lnTo>
                    <a:lnTo>
                      <a:pt x="862" y="407"/>
                    </a:lnTo>
                    <a:lnTo>
                      <a:pt x="862" y="416"/>
                    </a:lnTo>
                    <a:lnTo>
                      <a:pt x="871" y="425"/>
                    </a:lnTo>
                    <a:lnTo>
                      <a:pt x="871" y="425"/>
                    </a:lnTo>
                    <a:lnTo>
                      <a:pt x="871" y="433"/>
                    </a:lnTo>
                    <a:lnTo>
                      <a:pt x="871" y="433"/>
                    </a:lnTo>
                    <a:lnTo>
                      <a:pt x="871" y="442"/>
                    </a:lnTo>
                    <a:lnTo>
                      <a:pt x="871" y="442"/>
                    </a:lnTo>
                    <a:lnTo>
                      <a:pt x="871" y="451"/>
                    </a:lnTo>
                    <a:lnTo>
                      <a:pt x="871" y="451"/>
                    </a:lnTo>
                    <a:lnTo>
                      <a:pt x="871" y="460"/>
                    </a:lnTo>
                    <a:lnTo>
                      <a:pt x="871" y="469"/>
                    </a:lnTo>
                    <a:lnTo>
                      <a:pt x="862" y="469"/>
                    </a:lnTo>
                    <a:lnTo>
                      <a:pt x="862" y="478"/>
                    </a:lnTo>
                    <a:lnTo>
                      <a:pt x="862" y="487"/>
                    </a:lnTo>
                    <a:lnTo>
                      <a:pt x="862" y="487"/>
                    </a:lnTo>
                    <a:lnTo>
                      <a:pt x="862" y="495"/>
                    </a:lnTo>
                    <a:lnTo>
                      <a:pt x="862" y="513"/>
                    </a:lnTo>
                    <a:lnTo>
                      <a:pt x="862" y="513"/>
                    </a:lnTo>
                    <a:lnTo>
                      <a:pt x="862" y="522"/>
                    </a:lnTo>
                    <a:lnTo>
                      <a:pt x="862" y="522"/>
                    </a:lnTo>
                    <a:lnTo>
                      <a:pt x="853" y="522"/>
                    </a:lnTo>
                    <a:lnTo>
                      <a:pt x="844" y="540"/>
                    </a:lnTo>
                    <a:lnTo>
                      <a:pt x="853" y="548"/>
                    </a:lnTo>
                    <a:lnTo>
                      <a:pt x="844" y="548"/>
                    </a:lnTo>
                    <a:lnTo>
                      <a:pt x="827" y="557"/>
                    </a:lnTo>
                    <a:lnTo>
                      <a:pt x="809" y="566"/>
                    </a:lnTo>
                    <a:lnTo>
                      <a:pt x="800" y="566"/>
                    </a:lnTo>
                    <a:lnTo>
                      <a:pt x="800" y="566"/>
                    </a:lnTo>
                    <a:lnTo>
                      <a:pt x="791" y="575"/>
                    </a:lnTo>
                    <a:lnTo>
                      <a:pt x="791" y="575"/>
                    </a:lnTo>
                    <a:lnTo>
                      <a:pt x="791" y="566"/>
                    </a:lnTo>
                    <a:lnTo>
                      <a:pt x="809" y="557"/>
                    </a:lnTo>
                    <a:lnTo>
                      <a:pt x="809" y="557"/>
                    </a:lnTo>
                    <a:lnTo>
                      <a:pt x="809" y="557"/>
                    </a:lnTo>
                    <a:lnTo>
                      <a:pt x="800" y="557"/>
                    </a:lnTo>
                    <a:lnTo>
                      <a:pt x="791" y="557"/>
                    </a:lnTo>
                    <a:lnTo>
                      <a:pt x="800" y="548"/>
                    </a:lnTo>
                    <a:lnTo>
                      <a:pt x="800" y="540"/>
                    </a:lnTo>
                    <a:lnTo>
                      <a:pt x="791" y="540"/>
                    </a:lnTo>
                    <a:lnTo>
                      <a:pt x="783" y="548"/>
                    </a:lnTo>
                    <a:lnTo>
                      <a:pt x="783" y="548"/>
                    </a:lnTo>
                    <a:lnTo>
                      <a:pt x="774" y="548"/>
                    </a:lnTo>
                    <a:lnTo>
                      <a:pt x="774" y="548"/>
                    </a:lnTo>
                    <a:lnTo>
                      <a:pt x="774" y="548"/>
                    </a:lnTo>
                    <a:lnTo>
                      <a:pt x="774" y="557"/>
                    </a:lnTo>
                    <a:lnTo>
                      <a:pt x="783" y="557"/>
                    </a:lnTo>
                    <a:lnTo>
                      <a:pt x="783" y="566"/>
                    </a:lnTo>
                    <a:lnTo>
                      <a:pt x="783" y="575"/>
                    </a:lnTo>
                    <a:lnTo>
                      <a:pt x="783" y="575"/>
                    </a:lnTo>
                    <a:lnTo>
                      <a:pt x="783" y="584"/>
                    </a:lnTo>
                    <a:lnTo>
                      <a:pt x="774" y="584"/>
                    </a:lnTo>
                    <a:lnTo>
                      <a:pt x="765" y="593"/>
                    </a:lnTo>
                    <a:lnTo>
                      <a:pt x="765" y="601"/>
                    </a:lnTo>
                    <a:lnTo>
                      <a:pt x="756" y="610"/>
                    </a:lnTo>
                    <a:lnTo>
                      <a:pt x="756" y="610"/>
                    </a:lnTo>
                    <a:lnTo>
                      <a:pt x="747" y="619"/>
                    </a:lnTo>
                    <a:lnTo>
                      <a:pt x="739" y="619"/>
                    </a:lnTo>
                    <a:lnTo>
                      <a:pt x="721" y="619"/>
                    </a:lnTo>
                    <a:lnTo>
                      <a:pt x="712" y="628"/>
                    </a:lnTo>
                    <a:lnTo>
                      <a:pt x="712" y="628"/>
                    </a:lnTo>
                    <a:lnTo>
                      <a:pt x="721" y="628"/>
                    </a:lnTo>
                    <a:lnTo>
                      <a:pt x="730" y="628"/>
                    </a:lnTo>
                    <a:lnTo>
                      <a:pt x="721" y="628"/>
                    </a:lnTo>
                    <a:lnTo>
                      <a:pt x="712" y="637"/>
                    </a:lnTo>
                    <a:lnTo>
                      <a:pt x="695" y="646"/>
                    </a:lnTo>
                    <a:lnTo>
                      <a:pt x="695" y="646"/>
                    </a:lnTo>
                    <a:lnTo>
                      <a:pt x="703" y="637"/>
                    </a:lnTo>
                    <a:lnTo>
                      <a:pt x="703" y="628"/>
                    </a:lnTo>
                    <a:lnTo>
                      <a:pt x="695" y="637"/>
                    </a:lnTo>
                    <a:lnTo>
                      <a:pt x="703" y="628"/>
                    </a:lnTo>
                    <a:lnTo>
                      <a:pt x="695" y="637"/>
                    </a:lnTo>
                    <a:lnTo>
                      <a:pt x="695" y="628"/>
                    </a:lnTo>
                    <a:lnTo>
                      <a:pt x="686" y="628"/>
                    </a:lnTo>
                    <a:lnTo>
                      <a:pt x="686" y="628"/>
                    </a:lnTo>
                    <a:lnTo>
                      <a:pt x="677" y="619"/>
                    </a:lnTo>
                    <a:lnTo>
                      <a:pt x="677" y="628"/>
                    </a:lnTo>
                    <a:lnTo>
                      <a:pt x="686" y="637"/>
                    </a:lnTo>
                    <a:lnTo>
                      <a:pt x="677" y="637"/>
                    </a:lnTo>
                    <a:lnTo>
                      <a:pt x="668" y="628"/>
                    </a:lnTo>
                    <a:lnTo>
                      <a:pt x="668" y="628"/>
                    </a:lnTo>
                    <a:lnTo>
                      <a:pt x="668" y="628"/>
                    </a:lnTo>
                    <a:lnTo>
                      <a:pt x="668" y="637"/>
                    </a:lnTo>
                    <a:lnTo>
                      <a:pt x="677" y="637"/>
                    </a:lnTo>
                    <a:lnTo>
                      <a:pt x="668" y="646"/>
                    </a:lnTo>
                    <a:lnTo>
                      <a:pt x="677" y="646"/>
                    </a:lnTo>
                    <a:lnTo>
                      <a:pt x="686" y="646"/>
                    </a:lnTo>
                    <a:lnTo>
                      <a:pt x="677" y="646"/>
                    </a:lnTo>
                    <a:lnTo>
                      <a:pt x="668" y="655"/>
                    </a:lnTo>
                    <a:lnTo>
                      <a:pt x="659" y="655"/>
                    </a:lnTo>
                    <a:lnTo>
                      <a:pt x="651" y="646"/>
                    </a:lnTo>
                    <a:lnTo>
                      <a:pt x="659" y="646"/>
                    </a:lnTo>
                    <a:lnTo>
                      <a:pt x="651" y="655"/>
                    </a:lnTo>
                    <a:lnTo>
                      <a:pt x="659" y="655"/>
                    </a:lnTo>
                    <a:lnTo>
                      <a:pt x="659" y="663"/>
                    </a:lnTo>
                    <a:lnTo>
                      <a:pt x="651" y="672"/>
                    </a:lnTo>
                    <a:lnTo>
                      <a:pt x="642" y="672"/>
                    </a:lnTo>
                    <a:lnTo>
                      <a:pt x="651" y="663"/>
                    </a:lnTo>
                    <a:lnTo>
                      <a:pt x="651" y="663"/>
                    </a:lnTo>
                    <a:lnTo>
                      <a:pt x="642" y="663"/>
                    </a:lnTo>
                    <a:lnTo>
                      <a:pt x="642" y="672"/>
                    </a:lnTo>
                    <a:lnTo>
                      <a:pt x="642" y="672"/>
                    </a:lnTo>
                    <a:lnTo>
                      <a:pt x="633" y="672"/>
                    </a:lnTo>
                    <a:lnTo>
                      <a:pt x="624" y="672"/>
                    </a:lnTo>
                    <a:lnTo>
                      <a:pt x="633" y="672"/>
                    </a:lnTo>
                    <a:lnTo>
                      <a:pt x="624" y="681"/>
                    </a:lnTo>
                    <a:lnTo>
                      <a:pt x="633" y="681"/>
                    </a:lnTo>
                    <a:lnTo>
                      <a:pt x="633" y="681"/>
                    </a:lnTo>
                    <a:lnTo>
                      <a:pt x="642" y="672"/>
                    </a:lnTo>
                    <a:lnTo>
                      <a:pt x="642" y="681"/>
                    </a:lnTo>
                    <a:lnTo>
                      <a:pt x="633" y="681"/>
                    </a:lnTo>
                    <a:lnTo>
                      <a:pt x="624" y="699"/>
                    </a:lnTo>
                    <a:lnTo>
                      <a:pt x="624" y="690"/>
                    </a:lnTo>
                    <a:lnTo>
                      <a:pt x="607" y="690"/>
                    </a:lnTo>
                    <a:lnTo>
                      <a:pt x="607" y="690"/>
                    </a:lnTo>
                    <a:lnTo>
                      <a:pt x="607" y="699"/>
                    </a:lnTo>
                    <a:lnTo>
                      <a:pt x="616" y="699"/>
                    </a:lnTo>
                    <a:lnTo>
                      <a:pt x="616" y="699"/>
                    </a:lnTo>
                    <a:lnTo>
                      <a:pt x="616" y="708"/>
                    </a:lnTo>
                    <a:lnTo>
                      <a:pt x="616" y="708"/>
                    </a:lnTo>
                    <a:lnTo>
                      <a:pt x="624" y="708"/>
                    </a:lnTo>
                    <a:lnTo>
                      <a:pt x="607" y="734"/>
                    </a:lnTo>
                    <a:lnTo>
                      <a:pt x="607" y="734"/>
                    </a:lnTo>
                    <a:lnTo>
                      <a:pt x="607" y="734"/>
                    </a:lnTo>
                    <a:lnTo>
                      <a:pt x="607" y="734"/>
                    </a:lnTo>
                    <a:lnTo>
                      <a:pt x="598" y="734"/>
                    </a:lnTo>
                    <a:lnTo>
                      <a:pt x="598" y="734"/>
                    </a:lnTo>
                    <a:lnTo>
                      <a:pt x="589" y="725"/>
                    </a:lnTo>
                    <a:lnTo>
                      <a:pt x="589" y="725"/>
                    </a:lnTo>
                    <a:lnTo>
                      <a:pt x="589" y="734"/>
                    </a:lnTo>
                    <a:lnTo>
                      <a:pt x="589" y="734"/>
                    </a:lnTo>
                    <a:lnTo>
                      <a:pt x="589" y="743"/>
                    </a:lnTo>
                    <a:lnTo>
                      <a:pt x="598" y="743"/>
                    </a:lnTo>
                    <a:lnTo>
                      <a:pt x="607" y="743"/>
                    </a:lnTo>
                    <a:lnTo>
                      <a:pt x="607" y="743"/>
                    </a:lnTo>
                    <a:lnTo>
                      <a:pt x="607" y="752"/>
                    </a:lnTo>
                    <a:lnTo>
                      <a:pt x="607" y="752"/>
                    </a:lnTo>
                    <a:lnTo>
                      <a:pt x="607" y="761"/>
                    </a:lnTo>
                    <a:lnTo>
                      <a:pt x="598" y="761"/>
                    </a:lnTo>
                    <a:lnTo>
                      <a:pt x="598" y="761"/>
                    </a:lnTo>
                    <a:lnTo>
                      <a:pt x="607" y="769"/>
                    </a:lnTo>
                    <a:lnTo>
                      <a:pt x="598" y="769"/>
                    </a:lnTo>
                    <a:lnTo>
                      <a:pt x="598" y="778"/>
                    </a:lnTo>
                    <a:lnTo>
                      <a:pt x="607" y="778"/>
                    </a:lnTo>
                    <a:lnTo>
                      <a:pt x="607" y="796"/>
                    </a:lnTo>
                    <a:lnTo>
                      <a:pt x="607" y="805"/>
                    </a:lnTo>
                    <a:lnTo>
                      <a:pt x="616" y="823"/>
                    </a:lnTo>
                    <a:lnTo>
                      <a:pt x="616" y="831"/>
                    </a:lnTo>
                    <a:lnTo>
                      <a:pt x="624" y="831"/>
                    </a:lnTo>
                    <a:lnTo>
                      <a:pt x="616" y="831"/>
                    </a:lnTo>
                    <a:lnTo>
                      <a:pt x="624" y="840"/>
                    </a:lnTo>
                    <a:lnTo>
                      <a:pt x="624" y="831"/>
                    </a:lnTo>
                    <a:lnTo>
                      <a:pt x="624" y="840"/>
                    </a:lnTo>
                    <a:lnTo>
                      <a:pt x="633" y="840"/>
                    </a:lnTo>
                    <a:lnTo>
                      <a:pt x="633" y="840"/>
                    </a:lnTo>
                    <a:lnTo>
                      <a:pt x="624" y="840"/>
                    </a:lnTo>
                    <a:lnTo>
                      <a:pt x="616" y="849"/>
                    </a:lnTo>
                    <a:lnTo>
                      <a:pt x="616" y="849"/>
                    </a:lnTo>
                    <a:lnTo>
                      <a:pt x="607" y="849"/>
                    </a:lnTo>
                    <a:lnTo>
                      <a:pt x="607" y="849"/>
                    </a:lnTo>
                    <a:lnTo>
                      <a:pt x="607" y="849"/>
                    </a:lnTo>
                    <a:lnTo>
                      <a:pt x="598" y="840"/>
                    </a:lnTo>
                    <a:lnTo>
                      <a:pt x="589" y="840"/>
                    </a:lnTo>
                    <a:lnTo>
                      <a:pt x="589" y="831"/>
                    </a:lnTo>
                    <a:lnTo>
                      <a:pt x="572" y="831"/>
                    </a:lnTo>
                    <a:lnTo>
                      <a:pt x="554" y="831"/>
                    </a:lnTo>
                    <a:lnTo>
                      <a:pt x="545" y="831"/>
                    </a:lnTo>
                    <a:lnTo>
                      <a:pt x="536" y="823"/>
                    </a:lnTo>
                    <a:lnTo>
                      <a:pt x="536" y="823"/>
                    </a:lnTo>
                    <a:lnTo>
                      <a:pt x="528" y="823"/>
                    </a:lnTo>
                    <a:lnTo>
                      <a:pt x="528" y="823"/>
                    </a:lnTo>
                    <a:lnTo>
                      <a:pt x="519" y="814"/>
                    </a:lnTo>
                    <a:lnTo>
                      <a:pt x="519" y="814"/>
                    </a:lnTo>
                    <a:lnTo>
                      <a:pt x="510" y="814"/>
                    </a:lnTo>
                    <a:lnTo>
                      <a:pt x="510" y="814"/>
                    </a:lnTo>
                    <a:lnTo>
                      <a:pt x="501" y="805"/>
                    </a:lnTo>
                    <a:lnTo>
                      <a:pt x="492" y="805"/>
                    </a:lnTo>
                    <a:lnTo>
                      <a:pt x="492" y="805"/>
                    </a:lnTo>
                    <a:lnTo>
                      <a:pt x="492" y="796"/>
                    </a:lnTo>
                    <a:lnTo>
                      <a:pt x="484" y="796"/>
                    </a:lnTo>
                    <a:lnTo>
                      <a:pt x="484" y="787"/>
                    </a:lnTo>
                    <a:lnTo>
                      <a:pt x="484" y="769"/>
                    </a:lnTo>
                    <a:lnTo>
                      <a:pt x="475" y="769"/>
                    </a:lnTo>
                    <a:lnTo>
                      <a:pt x="475" y="761"/>
                    </a:lnTo>
                    <a:lnTo>
                      <a:pt x="466" y="752"/>
                    </a:lnTo>
                    <a:lnTo>
                      <a:pt x="466" y="752"/>
                    </a:lnTo>
                    <a:lnTo>
                      <a:pt x="466" y="743"/>
                    </a:lnTo>
                    <a:lnTo>
                      <a:pt x="466" y="743"/>
                    </a:lnTo>
                    <a:lnTo>
                      <a:pt x="466" y="734"/>
                    </a:lnTo>
                    <a:lnTo>
                      <a:pt x="466" y="725"/>
                    </a:lnTo>
                    <a:lnTo>
                      <a:pt x="466" y="725"/>
                    </a:lnTo>
                    <a:lnTo>
                      <a:pt x="466" y="716"/>
                    </a:lnTo>
                    <a:lnTo>
                      <a:pt x="466" y="716"/>
                    </a:lnTo>
                    <a:lnTo>
                      <a:pt x="466" y="708"/>
                    </a:lnTo>
                    <a:lnTo>
                      <a:pt x="457" y="708"/>
                    </a:lnTo>
                    <a:lnTo>
                      <a:pt x="448" y="708"/>
                    </a:lnTo>
                    <a:lnTo>
                      <a:pt x="440" y="690"/>
                    </a:lnTo>
                    <a:lnTo>
                      <a:pt x="440" y="690"/>
                    </a:lnTo>
                    <a:lnTo>
                      <a:pt x="440" y="681"/>
                    </a:lnTo>
                    <a:lnTo>
                      <a:pt x="431" y="681"/>
                    </a:lnTo>
                    <a:lnTo>
                      <a:pt x="431" y="672"/>
                    </a:lnTo>
                    <a:lnTo>
                      <a:pt x="422" y="663"/>
                    </a:lnTo>
                    <a:lnTo>
                      <a:pt x="422" y="663"/>
                    </a:lnTo>
                    <a:lnTo>
                      <a:pt x="413" y="663"/>
                    </a:lnTo>
                    <a:lnTo>
                      <a:pt x="413" y="646"/>
                    </a:lnTo>
                    <a:lnTo>
                      <a:pt x="404" y="637"/>
                    </a:lnTo>
                    <a:lnTo>
                      <a:pt x="413" y="637"/>
                    </a:lnTo>
                    <a:lnTo>
                      <a:pt x="404" y="628"/>
                    </a:lnTo>
                    <a:lnTo>
                      <a:pt x="404" y="628"/>
                    </a:lnTo>
                    <a:lnTo>
                      <a:pt x="396" y="619"/>
                    </a:lnTo>
                    <a:lnTo>
                      <a:pt x="396" y="619"/>
                    </a:lnTo>
                    <a:lnTo>
                      <a:pt x="396" y="619"/>
                    </a:lnTo>
                    <a:lnTo>
                      <a:pt x="396" y="601"/>
                    </a:lnTo>
                    <a:lnTo>
                      <a:pt x="387" y="593"/>
                    </a:lnTo>
                    <a:lnTo>
                      <a:pt x="387" y="584"/>
                    </a:lnTo>
                    <a:lnTo>
                      <a:pt x="378" y="575"/>
                    </a:lnTo>
                    <a:lnTo>
                      <a:pt x="369" y="566"/>
                    </a:lnTo>
                    <a:lnTo>
                      <a:pt x="360" y="557"/>
                    </a:lnTo>
                    <a:lnTo>
                      <a:pt x="360" y="557"/>
                    </a:lnTo>
                    <a:lnTo>
                      <a:pt x="352" y="557"/>
                    </a:lnTo>
                    <a:lnTo>
                      <a:pt x="352" y="548"/>
                    </a:lnTo>
                    <a:lnTo>
                      <a:pt x="352" y="548"/>
                    </a:lnTo>
                    <a:lnTo>
                      <a:pt x="343" y="548"/>
                    </a:lnTo>
                    <a:lnTo>
                      <a:pt x="343" y="540"/>
                    </a:lnTo>
                    <a:lnTo>
                      <a:pt x="343" y="540"/>
                    </a:lnTo>
                    <a:lnTo>
                      <a:pt x="334" y="531"/>
                    </a:lnTo>
                    <a:lnTo>
                      <a:pt x="334" y="531"/>
                    </a:lnTo>
                    <a:lnTo>
                      <a:pt x="325" y="540"/>
                    </a:lnTo>
                    <a:lnTo>
                      <a:pt x="308" y="531"/>
                    </a:lnTo>
                    <a:lnTo>
                      <a:pt x="308" y="531"/>
                    </a:lnTo>
                    <a:lnTo>
                      <a:pt x="299" y="531"/>
                    </a:lnTo>
                    <a:lnTo>
                      <a:pt x="299" y="531"/>
                    </a:lnTo>
                    <a:lnTo>
                      <a:pt x="290" y="531"/>
                    </a:lnTo>
                    <a:lnTo>
                      <a:pt x="281" y="522"/>
                    </a:lnTo>
                    <a:lnTo>
                      <a:pt x="281" y="522"/>
                    </a:lnTo>
                    <a:lnTo>
                      <a:pt x="272" y="531"/>
                    </a:lnTo>
                    <a:lnTo>
                      <a:pt x="272" y="531"/>
                    </a:lnTo>
                    <a:lnTo>
                      <a:pt x="264" y="531"/>
                    </a:lnTo>
                    <a:lnTo>
                      <a:pt x="264" y="531"/>
                    </a:lnTo>
                    <a:lnTo>
                      <a:pt x="255" y="531"/>
                    </a:lnTo>
                    <a:lnTo>
                      <a:pt x="255" y="540"/>
                    </a:lnTo>
                    <a:lnTo>
                      <a:pt x="246" y="540"/>
                    </a:lnTo>
                    <a:lnTo>
                      <a:pt x="237" y="566"/>
                    </a:lnTo>
                    <a:lnTo>
                      <a:pt x="237" y="566"/>
                    </a:lnTo>
                    <a:lnTo>
                      <a:pt x="237" y="566"/>
                    </a:lnTo>
                    <a:lnTo>
                      <a:pt x="237" y="575"/>
                    </a:lnTo>
                    <a:lnTo>
                      <a:pt x="228" y="575"/>
                    </a:lnTo>
                    <a:lnTo>
                      <a:pt x="228" y="584"/>
                    </a:lnTo>
                    <a:lnTo>
                      <a:pt x="220" y="584"/>
                    </a:lnTo>
                    <a:lnTo>
                      <a:pt x="220" y="593"/>
                    </a:lnTo>
                    <a:lnTo>
                      <a:pt x="211" y="593"/>
                    </a:lnTo>
                    <a:lnTo>
                      <a:pt x="211" y="593"/>
                    </a:lnTo>
                    <a:lnTo>
                      <a:pt x="202" y="584"/>
                    </a:lnTo>
                    <a:lnTo>
                      <a:pt x="202" y="584"/>
                    </a:lnTo>
                    <a:lnTo>
                      <a:pt x="193" y="584"/>
                    </a:lnTo>
                    <a:lnTo>
                      <a:pt x="193" y="575"/>
                    </a:lnTo>
                    <a:lnTo>
                      <a:pt x="176" y="575"/>
                    </a:lnTo>
                    <a:lnTo>
                      <a:pt x="176" y="566"/>
                    </a:lnTo>
                    <a:lnTo>
                      <a:pt x="167" y="566"/>
                    </a:lnTo>
                    <a:lnTo>
                      <a:pt x="158" y="557"/>
                    </a:lnTo>
                    <a:lnTo>
                      <a:pt x="149" y="548"/>
                    </a:lnTo>
                    <a:lnTo>
                      <a:pt x="149" y="548"/>
                    </a:lnTo>
                    <a:lnTo>
                      <a:pt x="140" y="540"/>
                    </a:lnTo>
                    <a:lnTo>
                      <a:pt x="132" y="540"/>
                    </a:lnTo>
                    <a:lnTo>
                      <a:pt x="132" y="531"/>
                    </a:lnTo>
                    <a:lnTo>
                      <a:pt x="114" y="504"/>
                    </a:lnTo>
                    <a:lnTo>
                      <a:pt x="114" y="495"/>
                    </a:lnTo>
                    <a:lnTo>
                      <a:pt x="123" y="495"/>
                    </a:lnTo>
                    <a:lnTo>
                      <a:pt x="123" y="487"/>
                    </a:lnTo>
                    <a:lnTo>
                      <a:pt x="114" y="487"/>
                    </a:lnTo>
                    <a:lnTo>
                      <a:pt x="114" y="469"/>
                    </a:lnTo>
                    <a:lnTo>
                      <a:pt x="105" y="469"/>
                    </a:lnTo>
                    <a:lnTo>
                      <a:pt x="105" y="460"/>
                    </a:lnTo>
                    <a:lnTo>
                      <a:pt x="105" y="460"/>
                    </a:lnTo>
                    <a:lnTo>
                      <a:pt x="105" y="451"/>
                    </a:lnTo>
                    <a:lnTo>
                      <a:pt x="105" y="451"/>
                    </a:lnTo>
                    <a:lnTo>
                      <a:pt x="96" y="442"/>
                    </a:lnTo>
                    <a:lnTo>
                      <a:pt x="88" y="433"/>
                    </a:lnTo>
                    <a:lnTo>
                      <a:pt x="79" y="433"/>
                    </a:lnTo>
                    <a:lnTo>
                      <a:pt x="79" y="433"/>
                    </a:lnTo>
                    <a:lnTo>
                      <a:pt x="70" y="425"/>
                    </a:lnTo>
                    <a:lnTo>
                      <a:pt x="61" y="416"/>
                    </a:lnTo>
                    <a:lnTo>
                      <a:pt x="52" y="407"/>
                    </a:lnTo>
                    <a:lnTo>
                      <a:pt x="44" y="389"/>
                    </a:lnTo>
                    <a:lnTo>
                      <a:pt x="44" y="389"/>
                    </a:lnTo>
                    <a:lnTo>
                      <a:pt x="35" y="380"/>
                    </a:lnTo>
                    <a:lnTo>
                      <a:pt x="26" y="380"/>
                    </a:lnTo>
                    <a:lnTo>
                      <a:pt x="26" y="372"/>
                    </a:lnTo>
                    <a:lnTo>
                      <a:pt x="17" y="363"/>
                    </a:lnTo>
                    <a:lnTo>
                      <a:pt x="17" y="363"/>
                    </a:lnTo>
                    <a:lnTo>
                      <a:pt x="17" y="354"/>
                    </a:lnTo>
                    <a:lnTo>
                      <a:pt x="8" y="354"/>
                    </a:lnTo>
                    <a:lnTo>
                      <a:pt x="8" y="354"/>
                    </a:lnTo>
                    <a:lnTo>
                      <a:pt x="8" y="354"/>
                    </a:lnTo>
                    <a:close/>
                  </a:path>
                </a:pathLst>
              </a:custGeom>
              <a:solidFill>
                <a:schemeClr val="accent4"/>
              </a:solidFill>
              <a:ln w="9525">
                <a:solidFill>
                  <a:schemeClr val="tx1">
                    <a:lumMod val="25000"/>
                    <a:lumOff val="7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292" name="Oval 291"/>
          <p:cNvSpPr/>
          <p:nvPr/>
        </p:nvSpPr>
        <p:spPr>
          <a:xfrm>
            <a:off x="2335262" y="3533231"/>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p:cNvSpPr/>
          <p:nvPr/>
        </p:nvSpPr>
        <p:spPr>
          <a:xfrm>
            <a:off x="2073408" y="2379677"/>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p:cNvSpPr/>
          <p:nvPr/>
        </p:nvSpPr>
        <p:spPr>
          <a:xfrm>
            <a:off x="5185434" y="3115966"/>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p:cNvSpPr/>
          <p:nvPr/>
        </p:nvSpPr>
        <p:spPr>
          <a:xfrm>
            <a:off x="875501" y="3581995"/>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p:cNvSpPr/>
          <p:nvPr/>
        </p:nvSpPr>
        <p:spPr>
          <a:xfrm>
            <a:off x="2925812" y="4545736"/>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Oval 296"/>
          <p:cNvSpPr/>
          <p:nvPr/>
        </p:nvSpPr>
        <p:spPr>
          <a:xfrm>
            <a:off x="4006561" y="4174869"/>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Oval 297"/>
          <p:cNvSpPr/>
          <p:nvPr/>
        </p:nvSpPr>
        <p:spPr>
          <a:xfrm>
            <a:off x="5185434" y="3664158"/>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Oval 298"/>
          <p:cNvSpPr/>
          <p:nvPr/>
        </p:nvSpPr>
        <p:spPr>
          <a:xfrm>
            <a:off x="2872369" y="2371866"/>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Oval 299"/>
          <p:cNvSpPr/>
          <p:nvPr/>
        </p:nvSpPr>
        <p:spPr>
          <a:xfrm>
            <a:off x="1097012" y="2371866"/>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Folded Corner 300"/>
          <p:cNvSpPr/>
          <p:nvPr/>
        </p:nvSpPr>
        <p:spPr>
          <a:xfrm>
            <a:off x="6277216" y="2284982"/>
            <a:ext cx="2257425" cy="1406703"/>
          </a:xfrm>
          <a:prstGeom prst="foldedCorner">
            <a:avLst/>
          </a:prstGeom>
          <a:solidFill>
            <a:schemeClr val="tx1">
              <a:lumMod val="25000"/>
              <a:lumOff val="7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2" name="Group 301"/>
          <p:cNvGrpSpPr/>
          <p:nvPr/>
        </p:nvGrpSpPr>
        <p:grpSpPr>
          <a:xfrm>
            <a:off x="1209703" y="5742432"/>
            <a:ext cx="6724594" cy="201168"/>
            <a:chOff x="1028811" y="4267200"/>
            <a:chExt cx="6724594" cy="201168"/>
          </a:xfrm>
        </p:grpSpPr>
        <p:grpSp>
          <p:nvGrpSpPr>
            <p:cNvPr id="303" name="Group 50"/>
            <p:cNvGrpSpPr/>
            <p:nvPr/>
          </p:nvGrpSpPr>
          <p:grpSpPr>
            <a:xfrm>
              <a:off x="1028811" y="4267200"/>
              <a:ext cx="1008726" cy="201168"/>
              <a:chOff x="2221306" y="3914656"/>
              <a:chExt cx="1008726" cy="201168"/>
            </a:xfrm>
          </p:grpSpPr>
          <p:sp>
            <p:nvSpPr>
              <p:cNvPr id="332" name="TextBox 331"/>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333" name="Oval 332"/>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4" name="Group 50"/>
            <p:cNvGrpSpPr/>
            <p:nvPr/>
          </p:nvGrpSpPr>
          <p:grpSpPr>
            <a:xfrm>
              <a:off x="2176777" y="4267200"/>
              <a:ext cx="1008726" cy="201168"/>
              <a:chOff x="2221306" y="3914656"/>
              <a:chExt cx="1008726" cy="201168"/>
            </a:xfrm>
          </p:grpSpPr>
          <p:sp>
            <p:nvSpPr>
              <p:cNvPr id="320" name="TextBox 319"/>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321" name="Oval 320"/>
              <p:cNvSpPr>
                <a:spLocks noChangeAspect="1"/>
              </p:cNvSpPr>
              <p:nvPr/>
            </p:nvSpPr>
            <p:spPr>
              <a:xfrm>
                <a:off x="2221306" y="3914656"/>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5" name="Group 50"/>
            <p:cNvGrpSpPr/>
            <p:nvPr/>
          </p:nvGrpSpPr>
          <p:grpSpPr>
            <a:xfrm>
              <a:off x="3324743" y="4267200"/>
              <a:ext cx="1008726" cy="201168"/>
              <a:chOff x="2221306" y="3914656"/>
              <a:chExt cx="1008726" cy="201168"/>
            </a:xfrm>
          </p:grpSpPr>
          <p:sp>
            <p:nvSpPr>
              <p:cNvPr id="318" name="TextBox 317"/>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319" name="Oval 318"/>
              <p:cNvSpPr>
                <a:spLocks noChangeAspect="1"/>
              </p:cNvSpPr>
              <p:nvPr/>
            </p:nvSpPr>
            <p:spPr>
              <a:xfrm>
                <a:off x="2221306" y="3914656"/>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6" name="Group 50"/>
            <p:cNvGrpSpPr/>
            <p:nvPr/>
          </p:nvGrpSpPr>
          <p:grpSpPr>
            <a:xfrm>
              <a:off x="4472709" y="4267200"/>
              <a:ext cx="1008726" cy="201168"/>
              <a:chOff x="2221306" y="3914656"/>
              <a:chExt cx="1008726" cy="201168"/>
            </a:xfrm>
          </p:grpSpPr>
          <p:sp>
            <p:nvSpPr>
              <p:cNvPr id="316" name="TextBox 315"/>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317" name="Oval 316"/>
              <p:cNvSpPr>
                <a:spLocks noChangeAspect="1"/>
              </p:cNvSpPr>
              <p:nvPr/>
            </p:nvSpPr>
            <p:spPr>
              <a:xfrm>
                <a:off x="2221306" y="3914656"/>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7" name="Group 50"/>
            <p:cNvGrpSpPr/>
            <p:nvPr/>
          </p:nvGrpSpPr>
          <p:grpSpPr>
            <a:xfrm>
              <a:off x="5620674" y="4267200"/>
              <a:ext cx="2132731" cy="201168"/>
              <a:chOff x="2221306" y="3914656"/>
              <a:chExt cx="2132731" cy="201168"/>
            </a:xfrm>
          </p:grpSpPr>
          <p:sp>
            <p:nvSpPr>
              <p:cNvPr id="310" name="TextBox 309"/>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311" name="Oval 310"/>
              <p:cNvSpPr>
                <a:spLocks noChangeAspect="1"/>
              </p:cNvSpPr>
              <p:nvPr/>
            </p:nvSpPr>
            <p:spPr>
              <a:xfrm>
                <a:off x="2221306" y="3914656"/>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4" name="TextBox 313"/>
              <p:cNvSpPr txBox="1"/>
              <p:nvPr/>
            </p:nvSpPr>
            <p:spPr>
              <a:xfrm>
                <a:off x="3587802"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315" name="Oval 314"/>
              <p:cNvSpPr>
                <a:spLocks noChangeAspect="1"/>
              </p:cNvSpPr>
              <p:nvPr/>
            </p:nvSpPr>
            <p:spPr>
              <a:xfrm>
                <a:off x="3345311" y="3914656"/>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38" name="Folded Corner 337"/>
          <p:cNvSpPr/>
          <p:nvPr/>
        </p:nvSpPr>
        <p:spPr>
          <a:xfrm>
            <a:off x="6277216" y="3772162"/>
            <a:ext cx="2257425" cy="1406703"/>
          </a:xfrm>
          <a:prstGeom prst="foldedCorner">
            <a:avLst/>
          </a:prstGeom>
          <a:solidFill>
            <a:schemeClr val="tx1">
              <a:lumMod val="25000"/>
              <a:lumOff val="7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ooter Text"/>
          <p:cNvSpPr txBox="1"/>
          <p:nvPr/>
        </p:nvSpPr>
        <p:spPr>
          <a:xfrm>
            <a:off x="6402385" y="2411255"/>
            <a:ext cx="2027481" cy="1138773"/>
          </a:xfrm>
          <a:prstGeom prst="rect">
            <a:avLst/>
          </a:prstGeom>
          <a:noFill/>
        </p:spPr>
        <p:txBody>
          <a:bodyPr wrap="square" lIns="0" tIns="0" rIns="0" bIns="0" rtlCol="0">
            <a:spAutoFit/>
          </a:bodyPr>
          <a:lstStyle/>
          <a:p>
            <a:r>
              <a:rPr lang="en-US" sz="1400" b="1" dirty="0">
                <a:solidFill>
                  <a:schemeClr val="tx1">
                    <a:lumMod val="75000"/>
                    <a:lumOff val="25000"/>
                  </a:schemeClr>
                </a:solidFill>
              </a:rPr>
              <a:t>Title Goes Here</a:t>
            </a:r>
            <a:br>
              <a:rPr lang="en-US" sz="1000" dirty="0">
                <a:solidFill>
                  <a:schemeClr val="tx1">
                    <a:lumMod val="75000"/>
                    <a:lumOff val="25000"/>
                  </a:schemeClr>
                </a:solidFill>
              </a:rPr>
            </a:br>
            <a:r>
              <a:rPr lang="en-US" sz="1000" dirty="0">
                <a:solidFill>
                  <a:schemeClr val="tx1">
                    <a:lumMod val="75000"/>
                    <a:lumOff val="25000"/>
                  </a:schemeClr>
                </a:solidFill>
              </a:rPr>
              <a:t>of lorem ipsum available, but the majority have suffered alteration in some form, by injected humour. majority have suffered alteration in some form, by injected humour. majority have suffered alteration in some form.</a:t>
            </a:r>
          </a:p>
        </p:txBody>
      </p:sp>
      <p:sp>
        <p:nvSpPr>
          <p:cNvPr id="340" name="Down Arrow Callout 339"/>
          <p:cNvSpPr/>
          <p:nvPr/>
        </p:nvSpPr>
        <p:spPr>
          <a:xfrm>
            <a:off x="1975656" y="3196193"/>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30%</a:t>
            </a:r>
          </a:p>
        </p:txBody>
      </p:sp>
      <p:sp>
        <p:nvSpPr>
          <p:cNvPr id="355" name="Down Arrow Callout 354"/>
          <p:cNvSpPr/>
          <p:nvPr/>
        </p:nvSpPr>
        <p:spPr>
          <a:xfrm>
            <a:off x="2554142" y="4242189"/>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50%</a:t>
            </a:r>
          </a:p>
        </p:txBody>
      </p:sp>
      <p:sp>
        <p:nvSpPr>
          <p:cNvPr id="356" name="Down Arrow Callout 355"/>
          <p:cNvSpPr/>
          <p:nvPr/>
        </p:nvSpPr>
        <p:spPr>
          <a:xfrm>
            <a:off x="1712630" y="2057400"/>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40%</a:t>
            </a:r>
          </a:p>
        </p:txBody>
      </p:sp>
      <p:sp>
        <p:nvSpPr>
          <p:cNvPr id="357" name="Down Arrow Callout 356"/>
          <p:cNvSpPr/>
          <p:nvPr/>
        </p:nvSpPr>
        <p:spPr>
          <a:xfrm>
            <a:off x="512350" y="3292127"/>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90%</a:t>
            </a:r>
          </a:p>
        </p:txBody>
      </p:sp>
      <p:sp>
        <p:nvSpPr>
          <p:cNvPr id="366" name="Oval 365"/>
          <p:cNvSpPr/>
          <p:nvPr/>
        </p:nvSpPr>
        <p:spPr>
          <a:xfrm>
            <a:off x="3557995" y="3167694"/>
            <a:ext cx="242156" cy="242156"/>
          </a:xfrm>
          <a:prstGeom prst="ellipse">
            <a:avLst/>
          </a:prstGeom>
          <a:solidFill>
            <a:schemeClr val="bg2">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Down Arrow Callout 366"/>
          <p:cNvSpPr/>
          <p:nvPr/>
        </p:nvSpPr>
        <p:spPr>
          <a:xfrm>
            <a:off x="3188290" y="2841394"/>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80%</a:t>
            </a:r>
          </a:p>
        </p:txBody>
      </p:sp>
      <p:graphicFrame>
        <p:nvGraphicFramePr>
          <p:cNvPr id="392" name="Chart 391"/>
          <p:cNvGraphicFramePr/>
          <p:nvPr/>
        </p:nvGraphicFramePr>
        <p:xfrm>
          <a:off x="6171524" y="3712642"/>
          <a:ext cx="2439076" cy="1517578"/>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02"/>
                                        </p:tgtEl>
                                        <p:attrNameLst>
                                          <p:attrName>style.visibility</p:attrName>
                                        </p:attrNameLst>
                                      </p:cBhvr>
                                      <p:to>
                                        <p:strVal val="visible"/>
                                      </p:to>
                                    </p:set>
                                    <p:animEffect transition="in" filter="fade">
                                      <p:cBhvr>
                                        <p:cTn id="7" dur="500"/>
                                        <p:tgtEl>
                                          <p:spTgt spid="302"/>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148"/>
                                        </p:tgtEl>
                                        <p:attrNameLst>
                                          <p:attrName>style.visibility</p:attrName>
                                        </p:attrNameLst>
                                      </p:cBhvr>
                                      <p:to>
                                        <p:strVal val="visible"/>
                                      </p:to>
                                    </p:set>
                                    <p:anim calcmode="lin" valueType="num">
                                      <p:cBhvr>
                                        <p:cTn id="11" dur="500" fill="hold"/>
                                        <p:tgtEl>
                                          <p:spTgt spid="148"/>
                                        </p:tgtEl>
                                        <p:attrNameLst>
                                          <p:attrName>ppt_w</p:attrName>
                                        </p:attrNameLst>
                                      </p:cBhvr>
                                      <p:tavLst>
                                        <p:tav tm="0">
                                          <p:val>
                                            <p:fltVal val="0"/>
                                          </p:val>
                                        </p:tav>
                                        <p:tav tm="100000">
                                          <p:val>
                                            <p:strVal val="#ppt_w"/>
                                          </p:val>
                                        </p:tav>
                                      </p:tavLst>
                                    </p:anim>
                                    <p:anim calcmode="lin" valueType="num">
                                      <p:cBhvr>
                                        <p:cTn id="12" dur="500" fill="hold"/>
                                        <p:tgtEl>
                                          <p:spTgt spid="148"/>
                                        </p:tgtEl>
                                        <p:attrNameLst>
                                          <p:attrName>ppt_h</p:attrName>
                                        </p:attrNameLst>
                                      </p:cBhvr>
                                      <p:tavLst>
                                        <p:tav tm="0">
                                          <p:val>
                                            <p:fltVal val="0"/>
                                          </p:val>
                                        </p:tav>
                                        <p:tav tm="100000">
                                          <p:val>
                                            <p:strVal val="#ppt_h"/>
                                          </p:val>
                                        </p:tav>
                                      </p:tavLst>
                                    </p:anim>
                                    <p:animEffect transition="in" filter="fade">
                                      <p:cBhvr>
                                        <p:cTn id="13" dur="500"/>
                                        <p:tgtEl>
                                          <p:spTgt spid="148"/>
                                        </p:tgtEl>
                                      </p:cBhvr>
                                    </p:animEffect>
                                  </p:childTnLst>
                                </p:cTn>
                              </p:par>
                            </p:childTnLst>
                          </p:cTn>
                        </p:par>
                        <p:par>
                          <p:cTn id="14" fill="hold">
                            <p:stCondLst>
                              <p:cond delay="1000"/>
                            </p:stCondLst>
                            <p:childTnLst>
                              <p:par>
                                <p:cTn id="15" presetID="53" presetClass="entr" presetSubtype="0" fill="hold" grpId="0" nodeType="afterEffect">
                                  <p:stCondLst>
                                    <p:cond delay="0"/>
                                  </p:stCondLst>
                                  <p:childTnLst>
                                    <p:set>
                                      <p:cBhvr>
                                        <p:cTn id="16" dur="1" fill="hold">
                                          <p:stCondLst>
                                            <p:cond delay="0"/>
                                          </p:stCondLst>
                                        </p:cTn>
                                        <p:tgtEl>
                                          <p:spTgt spid="292"/>
                                        </p:tgtEl>
                                        <p:attrNameLst>
                                          <p:attrName>style.visibility</p:attrName>
                                        </p:attrNameLst>
                                      </p:cBhvr>
                                      <p:to>
                                        <p:strVal val="visible"/>
                                      </p:to>
                                    </p:set>
                                    <p:anim calcmode="lin" valueType="num">
                                      <p:cBhvr>
                                        <p:cTn id="17" dur="500" fill="hold"/>
                                        <p:tgtEl>
                                          <p:spTgt spid="292"/>
                                        </p:tgtEl>
                                        <p:attrNameLst>
                                          <p:attrName>ppt_w</p:attrName>
                                        </p:attrNameLst>
                                      </p:cBhvr>
                                      <p:tavLst>
                                        <p:tav tm="0">
                                          <p:val>
                                            <p:fltVal val="0"/>
                                          </p:val>
                                        </p:tav>
                                        <p:tav tm="100000">
                                          <p:val>
                                            <p:strVal val="#ppt_w"/>
                                          </p:val>
                                        </p:tav>
                                      </p:tavLst>
                                    </p:anim>
                                    <p:anim calcmode="lin" valueType="num">
                                      <p:cBhvr>
                                        <p:cTn id="18" dur="500" fill="hold"/>
                                        <p:tgtEl>
                                          <p:spTgt spid="292"/>
                                        </p:tgtEl>
                                        <p:attrNameLst>
                                          <p:attrName>ppt_h</p:attrName>
                                        </p:attrNameLst>
                                      </p:cBhvr>
                                      <p:tavLst>
                                        <p:tav tm="0">
                                          <p:val>
                                            <p:fltVal val="0"/>
                                          </p:val>
                                        </p:tav>
                                        <p:tav tm="100000">
                                          <p:val>
                                            <p:strVal val="#ppt_h"/>
                                          </p:val>
                                        </p:tav>
                                      </p:tavLst>
                                    </p:anim>
                                    <p:animEffect transition="in" filter="fade">
                                      <p:cBhvr>
                                        <p:cTn id="19" dur="500"/>
                                        <p:tgtEl>
                                          <p:spTgt spid="292"/>
                                        </p:tgtEl>
                                      </p:cBhvr>
                                    </p:animEffect>
                                  </p:childTnLst>
                                </p:cTn>
                              </p:par>
                            </p:childTnLst>
                          </p:cTn>
                        </p:par>
                        <p:par>
                          <p:cTn id="20" fill="hold">
                            <p:stCondLst>
                              <p:cond delay="1500"/>
                            </p:stCondLst>
                            <p:childTnLst>
                              <p:par>
                                <p:cTn id="21" presetID="53" presetClass="entr" presetSubtype="0" fill="hold" grpId="0" nodeType="afterEffect">
                                  <p:stCondLst>
                                    <p:cond delay="0"/>
                                  </p:stCondLst>
                                  <p:childTnLst>
                                    <p:set>
                                      <p:cBhvr>
                                        <p:cTn id="22" dur="1" fill="hold">
                                          <p:stCondLst>
                                            <p:cond delay="0"/>
                                          </p:stCondLst>
                                        </p:cTn>
                                        <p:tgtEl>
                                          <p:spTgt spid="293"/>
                                        </p:tgtEl>
                                        <p:attrNameLst>
                                          <p:attrName>style.visibility</p:attrName>
                                        </p:attrNameLst>
                                      </p:cBhvr>
                                      <p:to>
                                        <p:strVal val="visible"/>
                                      </p:to>
                                    </p:set>
                                    <p:anim calcmode="lin" valueType="num">
                                      <p:cBhvr>
                                        <p:cTn id="23" dur="500" fill="hold"/>
                                        <p:tgtEl>
                                          <p:spTgt spid="293"/>
                                        </p:tgtEl>
                                        <p:attrNameLst>
                                          <p:attrName>ppt_w</p:attrName>
                                        </p:attrNameLst>
                                      </p:cBhvr>
                                      <p:tavLst>
                                        <p:tav tm="0">
                                          <p:val>
                                            <p:fltVal val="0"/>
                                          </p:val>
                                        </p:tav>
                                        <p:tav tm="100000">
                                          <p:val>
                                            <p:strVal val="#ppt_w"/>
                                          </p:val>
                                        </p:tav>
                                      </p:tavLst>
                                    </p:anim>
                                    <p:anim calcmode="lin" valueType="num">
                                      <p:cBhvr>
                                        <p:cTn id="24" dur="500" fill="hold"/>
                                        <p:tgtEl>
                                          <p:spTgt spid="293"/>
                                        </p:tgtEl>
                                        <p:attrNameLst>
                                          <p:attrName>ppt_h</p:attrName>
                                        </p:attrNameLst>
                                      </p:cBhvr>
                                      <p:tavLst>
                                        <p:tav tm="0">
                                          <p:val>
                                            <p:fltVal val="0"/>
                                          </p:val>
                                        </p:tav>
                                        <p:tav tm="100000">
                                          <p:val>
                                            <p:strVal val="#ppt_h"/>
                                          </p:val>
                                        </p:tav>
                                      </p:tavLst>
                                    </p:anim>
                                    <p:animEffect transition="in" filter="fade">
                                      <p:cBhvr>
                                        <p:cTn id="25" dur="500"/>
                                        <p:tgtEl>
                                          <p:spTgt spid="293"/>
                                        </p:tgtEl>
                                      </p:cBhvr>
                                    </p:animEffect>
                                  </p:childTnLst>
                                </p:cTn>
                              </p:par>
                            </p:childTnLst>
                          </p:cTn>
                        </p:par>
                        <p:par>
                          <p:cTn id="26" fill="hold">
                            <p:stCondLst>
                              <p:cond delay="2000"/>
                            </p:stCondLst>
                            <p:childTnLst>
                              <p:par>
                                <p:cTn id="27" presetID="53" presetClass="entr" presetSubtype="0" fill="hold" grpId="0" nodeType="afterEffect">
                                  <p:stCondLst>
                                    <p:cond delay="0"/>
                                  </p:stCondLst>
                                  <p:childTnLst>
                                    <p:set>
                                      <p:cBhvr>
                                        <p:cTn id="28" dur="1" fill="hold">
                                          <p:stCondLst>
                                            <p:cond delay="0"/>
                                          </p:stCondLst>
                                        </p:cTn>
                                        <p:tgtEl>
                                          <p:spTgt spid="294"/>
                                        </p:tgtEl>
                                        <p:attrNameLst>
                                          <p:attrName>style.visibility</p:attrName>
                                        </p:attrNameLst>
                                      </p:cBhvr>
                                      <p:to>
                                        <p:strVal val="visible"/>
                                      </p:to>
                                    </p:set>
                                    <p:anim calcmode="lin" valueType="num">
                                      <p:cBhvr>
                                        <p:cTn id="29" dur="500" fill="hold"/>
                                        <p:tgtEl>
                                          <p:spTgt spid="294"/>
                                        </p:tgtEl>
                                        <p:attrNameLst>
                                          <p:attrName>ppt_w</p:attrName>
                                        </p:attrNameLst>
                                      </p:cBhvr>
                                      <p:tavLst>
                                        <p:tav tm="0">
                                          <p:val>
                                            <p:fltVal val="0"/>
                                          </p:val>
                                        </p:tav>
                                        <p:tav tm="100000">
                                          <p:val>
                                            <p:strVal val="#ppt_w"/>
                                          </p:val>
                                        </p:tav>
                                      </p:tavLst>
                                    </p:anim>
                                    <p:anim calcmode="lin" valueType="num">
                                      <p:cBhvr>
                                        <p:cTn id="30" dur="500" fill="hold"/>
                                        <p:tgtEl>
                                          <p:spTgt spid="294"/>
                                        </p:tgtEl>
                                        <p:attrNameLst>
                                          <p:attrName>ppt_h</p:attrName>
                                        </p:attrNameLst>
                                      </p:cBhvr>
                                      <p:tavLst>
                                        <p:tav tm="0">
                                          <p:val>
                                            <p:fltVal val="0"/>
                                          </p:val>
                                        </p:tav>
                                        <p:tav tm="100000">
                                          <p:val>
                                            <p:strVal val="#ppt_h"/>
                                          </p:val>
                                        </p:tav>
                                      </p:tavLst>
                                    </p:anim>
                                    <p:animEffect transition="in" filter="fade">
                                      <p:cBhvr>
                                        <p:cTn id="31" dur="500"/>
                                        <p:tgtEl>
                                          <p:spTgt spid="294"/>
                                        </p:tgtEl>
                                      </p:cBhvr>
                                    </p:animEffect>
                                  </p:childTnLst>
                                </p:cTn>
                              </p:par>
                            </p:childTnLst>
                          </p:cTn>
                        </p:par>
                        <p:par>
                          <p:cTn id="32" fill="hold">
                            <p:stCondLst>
                              <p:cond delay="2500"/>
                            </p:stCondLst>
                            <p:childTnLst>
                              <p:par>
                                <p:cTn id="33" presetID="53" presetClass="entr" presetSubtype="0" fill="hold" grpId="0" nodeType="afterEffect">
                                  <p:stCondLst>
                                    <p:cond delay="0"/>
                                  </p:stCondLst>
                                  <p:childTnLst>
                                    <p:set>
                                      <p:cBhvr>
                                        <p:cTn id="34" dur="1" fill="hold">
                                          <p:stCondLst>
                                            <p:cond delay="0"/>
                                          </p:stCondLst>
                                        </p:cTn>
                                        <p:tgtEl>
                                          <p:spTgt spid="295"/>
                                        </p:tgtEl>
                                        <p:attrNameLst>
                                          <p:attrName>style.visibility</p:attrName>
                                        </p:attrNameLst>
                                      </p:cBhvr>
                                      <p:to>
                                        <p:strVal val="visible"/>
                                      </p:to>
                                    </p:set>
                                    <p:anim calcmode="lin" valueType="num">
                                      <p:cBhvr>
                                        <p:cTn id="35" dur="500" fill="hold"/>
                                        <p:tgtEl>
                                          <p:spTgt spid="295"/>
                                        </p:tgtEl>
                                        <p:attrNameLst>
                                          <p:attrName>ppt_w</p:attrName>
                                        </p:attrNameLst>
                                      </p:cBhvr>
                                      <p:tavLst>
                                        <p:tav tm="0">
                                          <p:val>
                                            <p:fltVal val="0"/>
                                          </p:val>
                                        </p:tav>
                                        <p:tav tm="100000">
                                          <p:val>
                                            <p:strVal val="#ppt_w"/>
                                          </p:val>
                                        </p:tav>
                                      </p:tavLst>
                                    </p:anim>
                                    <p:anim calcmode="lin" valueType="num">
                                      <p:cBhvr>
                                        <p:cTn id="36" dur="500" fill="hold"/>
                                        <p:tgtEl>
                                          <p:spTgt spid="295"/>
                                        </p:tgtEl>
                                        <p:attrNameLst>
                                          <p:attrName>ppt_h</p:attrName>
                                        </p:attrNameLst>
                                      </p:cBhvr>
                                      <p:tavLst>
                                        <p:tav tm="0">
                                          <p:val>
                                            <p:fltVal val="0"/>
                                          </p:val>
                                        </p:tav>
                                        <p:tav tm="100000">
                                          <p:val>
                                            <p:strVal val="#ppt_h"/>
                                          </p:val>
                                        </p:tav>
                                      </p:tavLst>
                                    </p:anim>
                                    <p:animEffect transition="in" filter="fade">
                                      <p:cBhvr>
                                        <p:cTn id="37" dur="500"/>
                                        <p:tgtEl>
                                          <p:spTgt spid="295"/>
                                        </p:tgtEl>
                                      </p:cBhvr>
                                    </p:animEffect>
                                  </p:childTnLst>
                                </p:cTn>
                              </p:par>
                            </p:childTnLst>
                          </p:cTn>
                        </p:par>
                        <p:par>
                          <p:cTn id="38" fill="hold">
                            <p:stCondLst>
                              <p:cond delay="3000"/>
                            </p:stCondLst>
                            <p:childTnLst>
                              <p:par>
                                <p:cTn id="39" presetID="53" presetClass="entr" presetSubtype="0" fill="hold" grpId="0" nodeType="afterEffect">
                                  <p:stCondLst>
                                    <p:cond delay="0"/>
                                  </p:stCondLst>
                                  <p:childTnLst>
                                    <p:set>
                                      <p:cBhvr>
                                        <p:cTn id="40" dur="1" fill="hold">
                                          <p:stCondLst>
                                            <p:cond delay="0"/>
                                          </p:stCondLst>
                                        </p:cTn>
                                        <p:tgtEl>
                                          <p:spTgt spid="296"/>
                                        </p:tgtEl>
                                        <p:attrNameLst>
                                          <p:attrName>style.visibility</p:attrName>
                                        </p:attrNameLst>
                                      </p:cBhvr>
                                      <p:to>
                                        <p:strVal val="visible"/>
                                      </p:to>
                                    </p:set>
                                    <p:anim calcmode="lin" valueType="num">
                                      <p:cBhvr>
                                        <p:cTn id="41" dur="500" fill="hold"/>
                                        <p:tgtEl>
                                          <p:spTgt spid="296"/>
                                        </p:tgtEl>
                                        <p:attrNameLst>
                                          <p:attrName>ppt_w</p:attrName>
                                        </p:attrNameLst>
                                      </p:cBhvr>
                                      <p:tavLst>
                                        <p:tav tm="0">
                                          <p:val>
                                            <p:fltVal val="0"/>
                                          </p:val>
                                        </p:tav>
                                        <p:tav tm="100000">
                                          <p:val>
                                            <p:strVal val="#ppt_w"/>
                                          </p:val>
                                        </p:tav>
                                      </p:tavLst>
                                    </p:anim>
                                    <p:anim calcmode="lin" valueType="num">
                                      <p:cBhvr>
                                        <p:cTn id="42" dur="500" fill="hold"/>
                                        <p:tgtEl>
                                          <p:spTgt spid="296"/>
                                        </p:tgtEl>
                                        <p:attrNameLst>
                                          <p:attrName>ppt_h</p:attrName>
                                        </p:attrNameLst>
                                      </p:cBhvr>
                                      <p:tavLst>
                                        <p:tav tm="0">
                                          <p:val>
                                            <p:fltVal val="0"/>
                                          </p:val>
                                        </p:tav>
                                        <p:tav tm="100000">
                                          <p:val>
                                            <p:strVal val="#ppt_h"/>
                                          </p:val>
                                        </p:tav>
                                      </p:tavLst>
                                    </p:anim>
                                    <p:animEffect transition="in" filter="fade">
                                      <p:cBhvr>
                                        <p:cTn id="43" dur="500"/>
                                        <p:tgtEl>
                                          <p:spTgt spid="296"/>
                                        </p:tgtEl>
                                      </p:cBhvr>
                                    </p:animEffect>
                                  </p:childTnLst>
                                </p:cTn>
                              </p:par>
                            </p:childTnLst>
                          </p:cTn>
                        </p:par>
                        <p:par>
                          <p:cTn id="44" fill="hold">
                            <p:stCondLst>
                              <p:cond delay="3500"/>
                            </p:stCondLst>
                            <p:childTnLst>
                              <p:par>
                                <p:cTn id="45" presetID="53" presetClass="entr" presetSubtype="0" fill="hold" grpId="0" nodeType="afterEffect">
                                  <p:stCondLst>
                                    <p:cond delay="0"/>
                                  </p:stCondLst>
                                  <p:childTnLst>
                                    <p:set>
                                      <p:cBhvr>
                                        <p:cTn id="46" dur="1" fill="hold">
                                          <p:stCondLst>
                                            <p:cond delay="0"/>
                                          </p:stCondLst>
                                        </p:cTn>
                                        <p:tgtEl>
                                          <p:spTgt spid="297"/>
                                        </p:tgtEl>
                                        <p:attrNameLst>
                                          <p:attrName>style.visibility</p:attrName>
                                        </p:attrNameLst>
                                      </p:cBhvr>
                                      <p:to>
                                        <p:strVal val="visible"/>
                                      </p:to>
                                    </p:set>
                                    <p:anim calcmode="lin" valueType="num">
                                      <p:cBhvr>
                                        <p:cTn id="47" dur="500" fill="hold"/>
                                        <p:tgtEl>
                                          <p:spTgt spid="297"/>
                                        </p:tgtEl>
                                        <p:attrNameLst>
                                          <p:attrName>ppt_w</p:attrName>
                                        </p:attrNameLst>
                                      </p:cBhvr>
                                      <p:tavLst>
                                        <p:tav tm="0">
                                          <p:val>
                                            <p:fltVal val="0"/>
                                          </p:val>
                                        </p:tav>
                                        <p:tav tm="100000">
                                          <p:val>
                                            <p:strVal val="#ppt_w"/>
                                          </p:val>
                                        </p:tav>
                                      </p:tavLst>
                                    </p:anim>
                                    <p:anim calcmode="lin" valueType="num">
                                      <p:cBhvr>
                                        <p:cTn id="48" dur="500" fill="hold"/>
                                        <p:tgtEl>
                                          <p:spTgt spid="297"/>
                                        </p:tgtEl>
                                        <p:attrNameLst>
                                          <p:attrName>ppt_h</p:attrName>
                                        </p:attrNameLst>
                                      </p:cBhvr>
                                      <p:tavLst>
                                        <p:tav tm="0">
                                          <p:val>
                                            <p:fltVal val="0"/>
                                          </p:val>
                                        </p:tav>
                                        <p:tav tm="100000">
                                          <p:val>
                                            <p:strVal val="#ppt_h"/>
                                          </p:val>
                                        </p:tav>
                                      </p:tavLst>
                                    </p:anim>
                                    <p:animEffect transition="in" filter="fade">
                                      <p:cBhvr>
                                        <p:cTn id="49" dur="500"/>
                                        <p:tgtEl>
                                          <p:spTgt spid="297"/>
                                        </p:tgtEl>
                                      </p:cBhvr>
                                    </p:animEffect>
                                  </p:childTnLst>
                                </p:cTn>
                              </p:par>
                            </p:childTnLst>
                          </p:cTn>
                        </p:par>
                        <p:par>
                          <p:cTn id="50" fill="hold">
                            <p:stCondLst>
                              <p:cond delay="4000"/>
                            </p:stCondLst>
                            <p:childTnLst>
                              <p:par>
                                <p:cTn id="51" presetID="53" presetClass="entr" presetSubtype="0" fill="hold" grpId="0" nodeType="afterEffect">
                                  <p:stCondLst>
                                    <p:cond delay="0"/>
                                  </p:stCondLst>
                                  <p:childTnLst>
                                    <p:set>
                                      <p:cBhvr>
                                        <p:cTn id="52" dur="1" fill="hold">
                                          <p:stCondLst>
                                            <p:cond delay="0"/>
                                          </p:stCondLst>
                                        </p:cTn>
                                        <p:tgtEl>
                                          <p:spTgt spid="298"/>
                                        </p:tgtEl>
                                        <p:attrNameLst>
                                          <p:attrName>style.visibility</p:attrName>
                                        </p:attrNameLst>
                                      </p:cBhvr>
                                      <p:to>
                                        <p:strVal val="visible"/>
                                      </p:to>
                                    </p:set>
                                    <p:anim calcmode="lin" valueType="num">
                                      <p:cBhvr>
                                        <p:cTn id="53" dur="500" fill="hold"/>
                                        <p:tgtEl>
                                          <p:spTgt spid="298"/>
                                        </p:tgtEl>
                                        <p:attrNameLst>
                                          <p:attrName>ppt_w</p:attrName>
                                        </p:attrNameLst>
                                      </p:cBhvr>
                                      <p:tavLst>
                                        <p:tav tm="0">
                                          <p:val>
                                            <p:fltVal val="0"/>
                                          </p:val>
                                        </p:tav>
                                        <p:tav tm="100000">
                                          <p:val>
                                            <p:strVal val="#ppt_w"/>
                                          </p:val>
                                        </p:tav>
                                      </p:tavLst>
                                    </p:anim>
                                    <p:anim calcmode="lin" valueType="num">
                                      <p:cBhvr>
                                        <p:cTn id="54" dur="500" fill="hold"/>
                                        <p:tgtEl>
                                          <p:spTgt spid="298"/>
                                        </p:tgtEl>
                                        <p:attrNameLst>
                                          <p:attrName>ppt_h</p:attrName>
                                        </p:attrNameLst>
                                      </p:cBhvr>
                                      <p:tavLst>
                                        <p:tav tm="0">
                                          <p:val>
                                            <p:fltVal val="0"/>
                                          </p:val>
                                        </p:tav>
                                        <p:tav tm="100000">
                                          <p:val>
                                            <p:strVal val="#ppt_h"/>
                                          </p:val>
                                        </p:tav>
                                      </p:tavLst>
                                    </p:anim>
                                    <p:animEffect transition="in" filter="fade">
                                      <p:cBhvr>
                                        <p:cTn id="55" dur="500"/>
                                        <p:tgtEl>
                                          <p:spTgt spid="298"/>
                                        </p:tgtEl>
                                      </p:cBhvr>
                                    </p:animEffect>
                                  </p:childTnLst>
                                </p:cTn>
                              </p:par>
                            </p:childTnLst>
                          </p:cTn>
                        </p:par>
                        <p:par>
                          <p:cTn id="56" fill="hold">
                            <p:stCondLst>
                              <p:cond delay="4500"/>
                            </p:stCondLst>
                            <p:childTnLst>
                              <p:par>
                                <p:cTn id="57" presetID="53" presetClass="entr" presetSubtype="0" fill="hold" grpId="0" nodeType="afterEffect">
                                  <p:stCondLst>
                                    <p:cond delay="0"/>
                                  </p:stCondLst>
                                  <p:childTnLst>
                                    <p:set>
                                      <p:cBhvr>
                                        <p:cTn id="58" dur="1" fill="hold">
                                          <p:stCondLst>
                                            <p:cond delay="0"/>
                                          </p:stCondLst>
                                        </p:cTn>
                                        <p:tgtEl>
                                          <p:spTgt spid="299"/>
                                        </p:tgtEl>
                                        <p:attrNameLst>
                                          <p:attrName>style.visibility</p:attrName>
                                        </p:attrNameLst>
                                      </p:cBhvr>
                                      <p:to>
                                        <p:strVal val="visible"/>
                                      </p:to>
                                    </p:set>
                                    <p:anim calcmode="lin" valueType="num">
                                      <p:cBhvr>
                                        <p:cTn id="59" dur="500" fill="hold"/>
                                        <p:tgtEl>
                                          <p:spTgt spid="299"/>
                                        </p:tgtEl>
                                        <p:attrNameLst>
                                          <p:attrName>ppt_w</p:attrName>
                                        </p:attrNameLst>
                                      </p:cBhvr>
                                      <p:tavLst>
                                        <p:tav tm="0">
                                          <p:val>
                                            <p:fltVal val="0"/>
                                          </p:val>
                                        </p:tav>
                                        <p:tav tm="100000">
                                          <p:val>
                                            <p:strVal val="#ppt_w"/>
                                          </p:val>
                                        </p:tav>
                                      </p:tavLst>
                                    </p:anim>
                                    <p:anim calcmode="lin" valueType="num">
                                      <p:cBhvr>
                                        <p:cTn id="60" dur="500" fill="hold"/>
                                        <p:tgtEl>
                                          <p:spTgt spid="299"/>
                                        </p:tgtEl>
                                        <p:attrNameLst>
                                          <p:attrName>ppt_h</p:attrName>
                                        </p:attrNameLst>
                                      </p:cBhvr>
                                      <p:tavLst>
                                        <p:tav tm="0">
                                          <p:val>
                                            <p:fltVal val="0"/>
                                          </p:val>
                                        </p:tav>
                                        <p:tav tm="100000">
                                          <p:val>
                                            <p:strVal val="#ppt_h"/>
                                          </p:val>
                                        </p:tav>
                                      </p:tavLst>
                                    </p:anim>
                                    <p:animEffect transition="in" filter="fade">
                                      <p:cBhvr>
                                        <p:cTn id="61" dur="500"/>
                                        <p:tgtEl>
                                          <p:spTgt spid="299"/>
                                        </p:tgtEl>
                                      </p:cBhvr>
                                    </p:animEffect>
                                  </p:childTnLst>
                                </p:cTn>
                              </p:par>
                            </p:childTnLst>
                          </p:cTn>
                        </p:par>
                        <p:par>
                          <p:cTn id="62" fill="hold">
                            <p:stCondLst>
                              <p:cond delay="5000"/>
                            </p:stCondLst>
                            <p:childTnLst>
                              <p:par>
                                <p:cTn id="63" presetID="53" presetClass="entr" presetSubtype="0" fill="hold" grpId="0" nodeType="afterEffect">
                                  <p:stCondLst>
                                    <p:cond delay="0"/>
                                  </p:stCondLst>
                                  <p:childTnLst>
                                    <p:set>
                                      <p:cBhvr>
                                        <p:cTn id="64" dur="1" fill="hold">
                                          <p:stCondLst>
                                            <p:cond delay="0"/>
                                          </p:stCondLst>
                                        </p:cTn>
                                        <p:tgtEl>
                                          <p:spTgt spid="300"/>
                                        </p:tgtEl>
                                        <p:attrNameLst>
                                          <p:attrName>style.visibility</p:attrName>
                                        </p:attrNameLst>
                                      </p:cBhvr>
                                      <p:to>
                                        <p:strVal val="visible"/>
                                      </p:to>
                                    </p:set>
                                    <p:anim calcmode="lin" valueType="num">
                                      <p:cBhvr>
                                        <p:cTn id="65" dur="500" fill="hold"/>
                                        <p:tgtEl>
                                          <p:spTgt spid="300"/>
                                        </p:tgtEl>
                                        <p:attrNameLst>
                                          <p:attrName>ppt_w</p:attrName>
                                        </p:attrNameLst>
                                      </p:cBhvr>
                                      <p:tavLst>
                                        <p:tav tm="0">
                                          <p:val>
                                            <p:fltVal val="0"/>
                                          </p:val>
                                        </p:tav>
                                        <p:tav tm="100000">
                                          <p:val>
                                            <p:strVal val="#ppt_w"/>
                                          </p:val>
                                        </p:tav>
                                      </p:tavLst>
                                    </p:anim>
                                    <p:anim calcmode="lin" valueType="num">
                                      <p:cBhvr>
                                        <p:cTn id="66" dur="500" fill="hold"/>
                                        <p:tgtEl>
                                          <p:spTgt spid="300"/>
                                        </p:tgtEl>
                                        <p:attrNameLst>
                                          <p:attrName>ppt_h</p:attrName>
                                        </p:attrNameLst>
                                      </p:cBhvr>
                                      <p:tavLst>
                                        <p:tav tm="0">
                                          <p:val>
                                            <p:fltVal val="0"/>
                                          </p:val>
                                        </p:tav>
                                        <p:tav tm="100000">
                                          <p:val>
                                            <p:strVal val="#ppt_h"/>
                                          </p:val>
                                        </p:tav>
                                      </p:tavLst>
                                    </p:anim>
                                    <p:animEffect transition="in" filter="fade">
                                      <p:cBhvr>
                                        <p:cTn id="67" dur="500"/>
                                        <p:tgtEl>
                                          <p:spTgt spid="300"/>
                                        </p:tgtEl>
                                      </p:cBhvr>
                                    </p:animEffect>
                                  </p:childTnLst>
                                </p:cTn>
                              </p:par>
                            </p:childTnLst>
                          </p:cTn>
                        </p:par>
                        <p:par>
                          <p:cTn id="68" fill="hold">
                            <p:stCondLst>
                              <p:cond delay="5500"/>
                            </p:stCondLst>
                            <p:childTnLst>
                              <p:par>
                                <p:cTn id="69" presetID="53" presetClass="entr" presetSubtype="0" fill="hold" grpId="0" nodeType="afterEffect">
                                  <p:stCondLst>
                                    <p:cond delay="0"/>
                                  </p:stCondLst>
                                  <p:childTnLst>
                                    <p:set>
                                      <p:cBhvr>
                                        <p:cTn id="70" dur="1" fill="hold">
                                          <p:stCondLst>
                                            <p:cond delay="0"/>
                                          </p:stCondLst>
                                        </p:cTn>
                                        <p:tgtEl>
                                          <p:spTgt spid="366"/>
                                        </p:tgtEl>
                                        <p:attrNameLst>
                                          <p:attrName>style.visibility</p:attrName>
                                        </p:attrNameLst>
                                      </p:cBhvr>
                                      <p:to>
                                        <p:strVal val="visible"/>
                                      </p:to>
                                    </p:set>
                                    <p:anim calcmode="lin" valueType="num">
                                      <p:cBhvr>
                                        <p:cTn id="71" dur="500" fill="hold"/>
                                        <p:tgtEl>
                                          <p:spTgt spid="366"/>
                                        </p:tgtEl>
                                        <p:attrNameLst>
                                          <p:attrName>ppt_w</p:attrName>
                                        </p:attrNameLst>
                                      </p:cBhvr>
                                      <p:tavLst>
                                        <p:tav tm="0">
                                          <p:val>
                                            <p:fltVal val="0"/>
                                          </p:val>
                                        </p:tav>
                                        <p:tav tm="100000">
                                          <p:val>
                                            <p:strVal val="#ppt_w"/>
                                          </p:val>
                                        </p:tav>
                                      </p:tavLst>
                                    </p:anim>
                                    <p:anim calcmode="lin" valueType="num">
                                      <p:cBhvr>
                                        <p:cTn id="72" dur="500" fill="hold"/>
                                        <p:tgtEl>
                                          <p:spTgt spid="366"/>
                                        </p:tgtEl>
                                        <p:attrNameLst>
                                          <p:attrName>ppt_h</p:attrName>
                                        </p:attrNameLst>
                                      </p:cBhvr>
                                      <p:tavLst>
                                        <p:tav tm="0">
                                          <p:val>
                                            <p:fltVal val="0"/>
                                          </p:val>
                                        </p:tav>
                                        <p:tav tm="100000">
                                          <p:val>
                                            <p:strVal val="#ppt_h"/>
                                          </p:val>
                                        </p:tav>
                                      </p:tavLst>
                                    </p:anim>
                                    <p:animEffect transition="in" filter="fade">
                                      <p:cBhvr>
                                        <p:cTn id="73" dur="500"/>
                                        <p:tgtEl>
                                          <p:spTgt spid="366"/>
                                        </p:tgtEl>
                                      </p:cBhvr>
                                    </p:animEffect>
                                  </p:childTnLst>
                                </p:cTn>
                              </p:par>
                            </p:childTnLst>
                          </p:cTn>
                        </p:par>
                        <p:par>
                          <p:cTn id="74" fill="hold">
                            <p:stCondLst>
                              <p:cond delay="6000"/>
                            </p:stCondLst>
                            <p:childTnLst>
                              <p:par>
                                <p:cTn id="75" presetID="2" presetClass="entr" presetSubtype="1" accel="50000" decel="50000" fill="hold" nodeType="afterEffect">
                                  <p:stCondLst>
                                    <p:cond delay="0"/>
                                  </p:stCondLst>
                                  <p:childTnLst>
                                    <p:set>
                                      <p:cBhvr>
                                        <p:cTn id="76" dur="1" fill="hold">
                                          <p:stCondLst>
                                            <p:cond delay="0"/>
                                          </p:stCondLst>
                                        </p:cTn>
                                        <p:tgtEl>
                                          <p:spTgt spid="340"/>
                                        </p:tgtEl>
                                        <p:attrNameLst>
                                          <p:attrName>style.visibility</p:attrName>
                                        </p:attrNameLst>
                                      </p:cBhvr>
                                      <p:to>
                                        <p:strVal val="visible"/>
                                      </p:to>
                                    </p:set>
                                    <p:anim calcmode="lin" valueType="num">
                                      <p:cBhvr additive="base">
                                        <p:cTn id="77" dur="500" fill="hold"/>
                                        <p:tgtEl>
                                          <p:spTgt spid="340"/>
                                        </p:tgtEl>
                                        <p:attrNameLst>
                                          <p:attrName>ppt_x</p:attrName>
                                        </p:attrNameLst>
                                      </p:cBhvr>
                                      <p:tavLst>
                                        <p:tav tm="0">
                                          <p:val>
                                            <p:strVal val="#ppt_x"/>
                                          </p:val>
                                        </p:tav>
                                        <p:tav tm="100000">
                                          <p:val>
                                            <p:strVal val="#ppt_x"/>
                                          </p:val>
                                        </p:tav>
                                      </p:tavLst>
                                    </p:anim>
                                    <p:anim calcmode="lin" valueType="num">
                                      <p:cBhvr additive="base">
                                        <p:cTn id="78" dur="500" fill="hold"/>
                                        <p:tgtEl>
                                          <p:spTgt spid="340"/>
                                        </p:tgtEl>
                                        <p:attrNameLst>
                                          <p:attrName>ppt_y</p:attrName>
                                        </p:attrNameLst>
                                      </p:cBhvr>
                                      <p:tavLst>
                                        <p:tav tm="0">
                                          <p:val>
                                            <p:strVal val="0-#ppt_h/2"/>
                                          </p:val>
                                        </p:tav>
                                        <p:tav tm="100000">
                                          <p:val>
                                            <p:strVal val="#ppt_y"/>
                                          </p:val>
                                        </p:tav>
                                      </p:tavLst>
                                    </p:anim>
                                  </p:childTnLst>
                                </p:cTn>
                              </p:par>
                            </p:childTnLst>
                          </p:cTn>
                        </p:par>
                        <p:par>
                          <p:cTn id="79" fill="hold">
                            <p:stCondLst>
                              <p:cond delay="6500"/>
                            </p:stCondLst>
                            <p:childTnLst>
                              <p:par>
                                <p:cTn id="80" presetID="2" presetClass="entr" presetSubtype="1" accel="50000" decel="50000" fill="hold" nodeType="afterEffect">
                                  <p:stCondLst>
                                    <p:cond delay="0"/>
                                  </p:stCondLst>
                                  <p:childTnLst>
                                    <p:set>
                                      <p:cBhvr>
                                        <p:cTn id="81" dur="1" fill="hold">
                                          <p:stCondLst>
                                            <p:cond delay="0"/>
                                          </p:stCondLst>
                                        </p:cTn>
                                        <p:tgtEl>
                                          <p:spTgt spid="355"/>
                                        </p:tgtEl>
                                        <p:attrNameLst>
                                          <p:attrName>style.visibility</p:attrName>
                                        </p:attrNameLst>
                                      </p:cBhvr>
                                      <p:to>
                                        <p:strVal val="visible"/>
                                      </p:to>
                                    </p:set>
                                    <p:anim calcmode="lin" valueType="num">
                                      <p:cBhvr additive="base">
                                        <p:cTn id="82" dur="500" fill="hold"/>
                                        <p:tgtEl>
                                          <p:spTgt spid="355"/>
                                        </p:tgtEl>
                                        <p:attrNameLst>
                                          <p:attrName>ppt_x</p:attrName>
                                        </p:attrNameLst>
                                      </p:cBhvr>
                                      <p:tavLst>
                                        <p:tav tm="0">
                                          <p:val>
                                            <p:strVal val="#ppt_x"/>
                                          </p:val>
                                        </p:tav>
                                        <p:tav tm="100000">
                                          <p:val>
                                            <p:strVal val="#ppt_x"/>
                                          </p:val>
                                        </p:tav>
                                      </p:tavLst>
                                    </p:anim>
                                    <p:anim calcmode="lin" valueType="num">
                                      <p:cBhvr additive="base">
                                        <p:cTn id="83" dur="500" fill="hold"/>
                                        <p:tgtEl>
                                          <p:spTgt spid="355"/>
                                        </p:tgtEl>
                                        <p:attrNameLst>
                                          <p:attrName>ppt_y</p:attrName>
                                        </p:attrNameLst>
                                      </p:cBhvr>
                                      <p:tavLst>
                                        <p:tav tm="0">
                                          <p:val>
                                            <p:strVal val="0-#ppt_h/2"/>
                                          </p:val>
                                        </p:tav>
                                        <p:tav tm="100000">
                                          <p:val>
                                            <p:strVal val="#ppt_y"/>
                                          </p:val>
                                        </p:tav>
                                      </p:tavLst>
                                    </p:anim>
                                  </p:childTnLst>
                                </p:cTn>
                              </p:par>
                            </p:childTnLst>
                          </p:cTn>
                        </p:par>
                        <p:par>
                          <p:cTn id="84" fill="hold">
                            <p:stCondLst>
                              <p:cond delay="7000"/>
                            </p:stCondLst>
                            <p:childTnLst>
                              <p:par>
                                <p:cTn id="85" presetID="2" presetClass="entr" presetSubtype="1" accel="50000" decel="50000" fill="hold" nodeType="afterEffect">
                                  <p:stCondLst>
                                    <p:cond delay="0"/>
                                  </p:stCondLst>
                                  <p:childTnLst>
                                    <p:set>
                                      <p:cBhvr>
                                        <p:cTn id="86" dur="1" fill="hold">
                                          <p:stCondLst>
                                            <p:cond delay="0"/>
                                          </p:stCondLst>
                                        </p:cTn>
                                        <p:tgtEl>
                                          <p:spTgt spid="356"/>
                                        </p:tgtEl>
                                        <p:attrNameLst>
                                          <p:attrName>style.visibility</p:attrName>
                                        </p:attrNameLst>
                                      </p:cBhvr>
                                      <p:to>
                                        <p:strVal val="visible"/>
                                      </p:to>
                                    </p:set>
                                    <p:anim calcmode="lin" valueType="num">
                                      <p:cBhvr additive="base">
                                        <p:cTn id="87" dur="500" fill="hold"/>
                                        <p:tgtEl>
                                          <p:spTgt spid="356"/>
                                        </p:tgtEl>
                                        <p:attrNameLst>
                                          <p:attrName>ppt_x</p:attrName>
                                        </p:attrNameLst>
                                      </p:cBhvr>
                                      <p:tavLst>
                                        <p:tav tm="0">
                                          <p:val>
                                            <p:strVal val="#ppt_x"/>
                                          </p:val>
                                        </p:tav>
                                        <p:tav tm="100000">
                                          <p:val>
                                            <p:strVal val="#ppt_x"/>
                                          </p:val>
                                        </p:tav>
                                      </p:tavLst>
                                    </p:anim>
                                    <p:anim calcmode="lin" valueType="num">
                                      <p:cBhvr additive="base">
                                        <p:cTn id="88" dur="500" fill="hold"/>
                                        <p:tgtEl>
                                          <p:spTgt spid="356"/>
                                        </p:tgtEl>
                                        <p:attrNameLst>
                                          <p:attrName>ppt_y</p:attrName>
                                        </p:attrNameLst>
                                      </p:cBhvr>
                                      <p:tavLst>
                                        <p:tav tm="0">
                                          <p:val>
                                            <p:strVal val="0-#ppt_h/2"/>
                                          </p:val>
                                        </p:tav>
                                        <p:tav tm="100000">
                                          <p:val>
                                            <p:strVal val="#ppt_y"/>
                                          </p:val>
                                        </p:tav>
                                      </p:tavLst>
                                    </p:anim>
                                  </p:childTnLst>
                                </p:cTn>
                              </p:par>
                            </p:childTnLst>
                          </p:cTn>
                        </p:par>
                        <p:par>
                          <p:cTn id="89" fill="hold">
                            <p:stCondLst>
                              <p:cond delay="7500"/>
                            </p:stCondLst>
                            <p:childTnLst>
                              <p:par>
                                <p:cTn id="90" presetID="2" presetClass="entr" presetSubtype="1" accel="50000" decel="50000" fill="hold" nodeType="afterEffect">
                                  <p:stCondLst>
                                    <p:cond delay="0"/>
                                  </p:stCondLst>
                                  <p:childTnLst>
                                    <p:set>
                                      <p:cBhvr>
                                        <p:cTn id="91" dur="1" fill="hold">
                                          <p:stCondLst>
                                            <p:cond delay="0"/>
                                          </p:stCondLst>
                                        </p:cTn>
                                        <p:tgtEl>
                                          <p:spTgt spid="357"/>
                                        </p:tgtEl>
                                        <p:attrNameLst>
                                          <p:attrName>style.visibility</p:attrName>
                                        </p:attrNameLst>
                                      </p:cBhvr>
                                      <p:to>
                                        <p:strVal val="visible"/>
                                      </p:to>
                                    </p:set>
                                    <p:anim calcmode="lin" valueType="num">
                                      <p:cBhvr additive="base">
                                        <p:cTn id="92" dur="500" fill="hold"/>
                                        <p:tgtEl>
                                          <p:spTgt spid="357"/>
                                        </p:tgtEl>
                                        <p:attrNameLst>
                                          <p:attrName>ppt_x</p:attrName>
                                        </p:attrNameLst>
                                      </p:cBhvr>
                                      <p:tavLst>
                                        <p:tav tm="0">
                                          <p:val>
                                            <p:strVal val="#ppt_x"/>
                                          </p:val>
                                        </p:tav>
                                        <p:tav tm="100000">
                                          <p:val>
                                            <p:strVal val="#ppt_x"/>
                                          </p:val>
                                        </p:tav>
                                      </p:tavLst>
                                    </p:anim>
                                    <p:anim calcmode="lin" valueType="num">
                                      <p:cBhvr additive="base">
                                        <p:cTn id="93" dur="500" fill="hold"/>
                                        <p:tgtEl>
                                          <p:spTgt spid="357"/>
                                        </p:tgtEl>
                                        <p:attrNameLst>
                                          <p:attrName>ppt_y</p:attrName>
                                        </p:attrNameLst>
                                      </p:cBhvr>
                                      <p:tavLst>
                                        <p:tav tm="0">
                                          <p:val>
                                            <p:strVal val="0-#ppt_h/2"/>
                                          </p:val>
                                        </p:tav>
                                        <p:tav tm="100000">
                                          <p:val>
                                            <p:strVal val="#ppt_y"/>
                                          </p:val>
                                        </p:tav>
                                      </p:tavLst>
                                    </p:anim>
                                  </p:childTnLst>
                                </p:cTn>
                              </p:par>
                            </p:childTnLst>
                          </p:cTn>
                        </p:par>
                        <p:par>
                          <p:cTn id="94" fill="hold">
                            <p:stCondLst>
                              <p:cond delay="8000"/>
                            </p:stCondLst>
                            <p:childTnLst>
                              <p:par>
                                <p:cTn id="95" presetID="2" presetClass="entr" presetSubtype="1" accel="50000" decel="50000" fill="hold" nodeType="afterEffect">
                                  <p:stCondLst>
                                    <p:cond delay="0"/>
                                  </p:stCondLst>
                                  <p:childTnLst>
                                    <p:set>
                                      <p:cBhvr>
                                        <p:cTn id="96" dur="1" fill="hold">
                                          <p:stCondLst>
                                            <p:cond delay="0"/>
                                          </p:stCondLst>
                                        </p:cTn>
                                        <p:tgtEl>
                                          <p:spTgt spid="367"/>
                                        </p:tgtEl>
                                        <p:attrNameLst>
                                          <p:attrName>style.visibility</p:attrName>
                                        </p:attrNameLst>
                                      </p:cBhvr>
                                      <p:to>
                                        <p:strVal val="visible"/>
                                      </p:to>
                                    </p:set>
                                    <p:anim calcmode="lin" valueType="num">
                                      <p:cBhvr additive="base">
                                        <p:cTn id="97" dur="500" fill="hold"/>
                                        <p:tgtEl>
                                          <p:spTgt spid="367"/>
                                        </p:tgtEl>
                                        <p:attrNameLst>
                                          <p:attrName>ppt_x</p:attrName>
                                        </p:attrNameLst>
                                      </p:cBhvr>
                                      <p:tavLst>
                                        <p:tav tm="0">
                                          <p:val>
                                            <p:strVal val="#ppt_x"/>
                                          </p:val>
                                        </p:tav>
                                        <p:tav tm="100000">
                                          <p:val>
                                            <p:strVal val="#ppt_x"/>
                                          </p:val>
                                        </p:tav>
                                      </p:tavLst>
                                    </p:anim>
                                    <p:anim calcmode="lin" valueType="num">
                                      <p:cBhvr additive="base">
                                        <p:cTn id="98" dur="500" fill="hold"/>
                                        <p:tgtEl>
                                          <p:spTgt spid="367"/>
                                        </p:tgtEl>
                                        <p:attrNameLst>
                                          <p:attrName>ppt_y</p:attrName>
                                        </p:attrNameLst>
                                      </p:cBhvr>
                                      <p:tavLst>
                                        <p:tav tm="0">
                                          <p:val>
                                            <p:strVal val="0-#ppt_h/2"/>
                                          </p:val>
                                        </p:tav>
                                        <p:tav tm="100000">
                                          <p:val>
                                            <p:strVal val="#ppt_y"/>
                                          </p:val>
                                        </p:tav>
                                      </p:tavLst>
                                    </p:anim>
                                  </p:childTnLst>
                                </p:cTn>
                              </p:par>
                            </p:childTnLst>
                          </p:cTn>
                        </p:par>
                        <p:par>
                          <p:cTn id="99" fill="hold">
                            <p:stCondLst>
                              <p:cond delay="8500"/>
                            </p:stCondLst>
                            <p:childTnLst>
                              <p:par>
                                <p:cTn id="100" presetID="22" presetClass="entr" presetSubtype="8" fill="hold" grpId="0" nodeType="afterEffect">
                                  <p:stCondLst>
                                    <p:cond delay="0"/>
                                  </p:stCondLst>
                                  <p:childTnLst>
                                    <p:set>
                                      <p:cBhvr>
                                        <p:cTn id="101" dur="1" fill="hold">
                                          <p:stCondLst>
                                            <p:cond delay="0"/>
                                          </p:stCondLst>
                                        </p:cTn>
                                        <p:tgtEl>
                                          <p:spTgt spid="301"/>
                                        </p:tgtEl>
                                        <p:attrNameLst>
                                          <p:attrName>style.visibility</p:attrName>
                                        </p:attrNameLst>
                                      </p:cBhvr>
                                      <p:to>
                                        <p:strVal val="visible"/>
                                      </p:to>
                                    </p:set>
                                    <p:animEffect transition="in" filter="wipe(left)">
                                      <p:cBhvr>
                                        <p:cTn id="102" dur="500"/>
                                        <p:tgtEl>
                                          <p:spTgt spid="301"/>
                                        </p:tgtEl>
                                      </p:cBhvr>
                                    </p:animEffect>
                                  </p:childTnLst>
                                </p:cTn>
                              </p:par>
                            </p:childTnLst>
                          </p:cTn>
                        </p:par>
                        <p:par>
                          <p:cTn id="103" fill="hold">
                            <p:stCondLst>
                              <p:cond delay="9000"/>
                            </p:stCondLst>
                            <p:childTnLst>
                              <p:par>
                                <p:cTn id="104" presetID="22" presetClass="entr" presetSubtype="8" fill="hold" grpId="0" nodeType="afterEffect">
                                  <p:stCondLst>
                                    <p:cond delay="0"/>
                                  </p:stCondLst>
                                  <p:childTnLst>
                                    <p:set>
                                      <p:cBhvr>
                                        <p:cTn id="105" dur="1" fill="hold">
                                          <p:stCondLst>
                                            <p:cond delay="0"/>
                                          </p:stCondLst>
                                        </p:cTn>
                                        <p:tgtEl>
                                          <p:spTgt spid="339"/>
                                        </p:tgtEl>
                                        <p:attrNameLst>
                                          <p:attrName>style.visibility</p:attrName>
                                        </p:attrNameLst>
                                      </p:cBhvr>
                                      <p:to>
                                        <p:strVal val="visible"/>
                                      </p:to>
                                    </p:set>
                                    <p:animEffect transition="in" filter="wipe(left)">
                                      <p:cBhvr>
                                        <p:cTn id="106" dur="500"/>
                                        <p:tgtEl>
                                          <p:spTgt spid="339"/>
                                        </p:tgtEl>
                                      </p:cBhvr>
                                    </p:animEffect>
                                  </p:childTnLst>
                                </p:cTn>
                              </p:par>
                            </p:childTnLst>
                          </p:cTn>
                        </p:par>
                        <p:par>
                          <p:cTn id="107" fill="hold">
                            <p:stCondLst>
                              <p:cond delay="9500"/>
                            </p:stCondLst>
                            <p:childTnLst>
                              <p:par>
                                <p:cTn id="108" presetID="22" presetClass="entr" presetSubtype="8" fill="hold" grpId="0" nodeType="afterEffect">
                                  <p:stCondLst>
                                    <p:cond delay="0"/>
                                  </p:stCondLst>
                                  <p:childTnLst>
                                    <p:set>
                                      <p:cBhvr>
                                        <p:cTn id="109" dur="1" fill="hold">
                                          <p:stCondLst>
                                            <p:cond delay="0"/>
                                          </p:stCondLst>
                                        </p:cTn>
                                        <p:tgtEl>
                                          <p:spTgt spid="338"/>
                                        </p:tgtEl>
                                        <p:attrNameLst>
                                          <p:attrName>style.visibility</p:attrName>
                                        </p:attrNameLst>
                                      </p:cBhvr>
                                      <p:to>
                                        <p:strVal val="visible"/>
                                      </p:to>
                                    </p:set>
                                    <p:animEffect transition="in" filter="wipe(left)">
                                      <p:cBhvr>
                                        <p:cTn id="110" dur="500"/>
                                        <p:tgtEl>
                                          <p:spTgt spid="338"/>
                                        </p:tgtEl>
                                      </p:cBhvr>
                                    </p:animEffect>
                                  </p:childTnLst>
                                </p:cTn>
                              </p:par>
                            </p:childTnLst>
                          </p:cTn>
                        </p:par>
                        <p:par>
                          <p:cTn id="111" fill="hold">
                            <p:stCondLst>
                              <p:cond delay="10000"/>
                            </p:stCondLst>
                            <p:childTnLst>
                              <p:par>
                                <p:cTn id="112" presetID="20" presetClass="entr" presetSubtype="0" fill="hold" grpId="0" nodeType="afterEffect">
                                  <p:stCondLst>
                                    <p:cond delay="0"/>
                                  </p:stCondLst>
                                  <p:childTnLst>
                                    <p:set>
                                      <p:cBhvr>
                                        <p:cTn id="113" dur="1" fill="hold">
                                          <p:stCondLst>
                                            <p:cond delay="0"/>
                                          </p:stCondLst>
                                        </p:cTn>
                                        <p:tgtEl>
                                          <p:spTgt spid="392"/>
                                        </p:tgtEl>
                                        <p:attrNameLst>
                                          <p:attrName>style.visibility</p:attrName>
                                        </p:attrNameLst>
                                      </p:cBhvr>
                                      <p:to>
                                        <p:strVal val="visible"/>
                                      </p:to>
                                    </p:set>
                                    <p:animEffect transition="in" filter="wedge">
                                      <p:cBhvr>
                                        <p:cTn id="114" dur="500"/>
                                        <p:tgtEl>
                                          <p:spTgt spid="3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 grpId="0" animBg="1"/>
      <p:bldP spid="293" grpId="0" animBg="1"/>
      <p:bldP spid="294" grpId="0" animBg="1"/>
      <p:bldP spid="295" grpId="0" animBg="1"/>
      <p:bldP spid="296" grpId="0" animBg="1"/>
      <p:bldP spid="297" grpId="0" animBg="1"/>
      <p:bldP spid="298" grpId="0" animBg="1"/>
      <p:bldP spid="299" grpId="0" animBg="1"/>
      <p:bldP spid="300" grpId="0" animBg="1"/>
      <p:bldP spid="301" grpId="0" animBg="1"/>
      <p:bldP spid="338" grpId="0" animBg="1"/>
      <p:bldP spid="339" grpId="0"/>
      <p:bldP spid="366" grpId="0" animBg="1"/>
      <p:bldGraphic spid="392" grpId="0">
        <p:bldAsOne/>
      </p:bldGraphic>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France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UK &amp; Ireland Map</a:t>
            </a:r>
            <a:endParaRPr lang="en-US" dirty="0"/>
          </a:p>
        </p:txBody>
      </p:sp>
      <p:grpSp>
        <p:nvGrpSpPr>
          <p:cNvPr id="63" name="Group 62"/>
          <p:cNvGrpSpPr/>
          <p:nvPr/>
        </p:nvGrpSpPr>
        <p:grpSpPr>
          <a:xfrm>
            <a:off x="348481" y="2196737"/>
            <a:ext cx="3714841" cy="3654198"/>
            <a:chOff x="382588" y="915988"/>
            <a:chExt cx="3792537" cy="3730625"/>
          </a:xfrm>
          <a:solidFill>
            <a:schemeClr val="bg1">
              <a:lumMod val="85000"/>
            </a:schemeClr>
          </a:solidFill>
        </p:grpSpPr>
        <p:sp>
          <p:nvSpPr>
            <p:cNvPr id="64" name="Freeform 5"/>
            <p:cNvSpPr>
              <a:spLocks/>
            </p:cNvSpPr>
            <p:nvPr/>
          </p:nvSpPr>
          <p:spPr bwMode="auto">
            <a:xfrm>
              <a:off x="1741488" y="1784350"/>
              <a:ext cx="825500" cy="1035050"/>
            </a:xfrm>
            <a:custGeom>
              <a:avLst/>
              <a:gdLst/>
              <a:ahLst/>
              <a:cxnLst>
                <a:cxn ang="0">
                  <a:pos x="5" y="384"/>
                </a:cxn>
                <a:cxn ang="0">
                  <a:pos x="27" y="336"/>
                </a:cxn>
                <a:cxn ang="0">
                  <a:pos x="53" y="319"/>
                </a:cxn>
                <a:cxn ang="0">
                  <a:pos x="87" y="303"/>
                </a:cxn>
                <a:cxn ang="0">
                  <a:pos x="111" y="276"/>
                </a:cxn>
                <a:cxn ang="0">
                  <a:pos x="129" y="233"/>
                </a:cxn>
                <a:cxn ang="0">
                  <a:pos x="132" y="201"/>
                </a:cxn>
                <a:cxn ang="0">
                  <a:pos x="132" y="185"/>
                </a:cxn>
                <a:cxn ang="0">
                  <a:pos x="126" y="157"/>
                </a:cxn>
                <a:cxn ang="0">
                  <a:pos x="143" y="137"/>
                </a:cxn>
                <a:cxn ang="0">
                  <a:pos x="145" y="93"/>
                </a:cxn>
                <a:cxn ang="0">
                  <a:pos x="130" y="63"/>
                </a:cxn>
                <a:cxn ang="0">
                  <a:pos x="169" y="43"/>
                </a:cxn>
                <a:cxn ang="0">
                  <a:pos x="211" y="37"/>
                </a:cxn>
                <a:cxn ang="0">
                  <a:pos x="227" y="8"/>
                </a:cxn>
                <a:cxn ang="0">
                  <a:pos x="246" y="19"/>
                </a:cxn>
                <a:cxn ang="0">
                  <a:pos x="249" y="60"/>
                </a:cxn>
                <a:cxn ang="0">
                  <a:pos x="267" y="88"/>
                </a:cxn>
                <a:cxn ang="0">
                  <a:pos x="286" y="115"/>
                </a:cxn>
                <a:cxn ang="0">
                  <a:pos x="308" y="140"/>
                </a:cxn>
                <a:cxn ang="0">
                  <a:pos x="319" y="159"/>
                </a:cxn>
                <a:cxn ang="0">
                  <a:pos x="340" y="152"/>
                </a:cxn>
                <a:cxn ang="0">
                  <a:pos x="363" y="150"/>
                </a:cxn>
                <a:cxn ang="0">
                  <a:pos x="384" y="160"/>
                </a:cxn>
                <a:cxn ang="0">
                  <a:pos x="389" y="190"/>
                </a:cxn>
                <a:cxn ang="0">
                  <a:pos x="415" y="194"/>
                </a:cxn>
                <a:cxn ang="0">
                  <a:pos x="445" y="189"/>
                </a:cxn>
                <a:cxn ang="0">
                  <a:pos x="463" y="188"/>
                </a:cxn>
                <a:cxn ang="0">
                  <a:pos x="481" y="209"/>
                </a:cxn>
                <a:cxn ang="0">
                  <a:pos x="483" y="237"/>
                </a:cxn>
                <a:cxn ang="0">
                  <a:pos x="475" y="266"/>
                </a:cxn>
                <a:cxn ang="0">
                  <a:pos x="457" y="279"/>
                </a:cxn>
                <a:cxn ang="0">
                  <a:pos x="461" y="309"/>
                </a:cxn>
                <a:cxn ang="0">
                  <a:pos x="456" y="333"/>
                </a:cxn>
                <a:cxn ang="0">
                  <a:pos x="462" y="363"/>
                </a:cxn>
                <a:cxn ang="0">
                  <a:pos x="466" y="394"/>
                </a:cxn>
                <a:cxn ang="0">
                  <a:pos x="476" y="436"/>
                </a:cxn>
                <a:cxn ang="0">
                  <a:pos x="484" y="478"/>
                </a:cxn>
                <a:cxn ang="0">
                  <a:pos x="479" y="513"/>
                </a:cxn>
                <a:cxn ang="0">
                  <a:pos x="453" y="523"/>
                </a:cxn>
                <a:cxn ang="0">
                  <a:pos x="427" y="532"/>
                </a:cxn>
                <a:cxn ang="0">
                  <a:pos x="407" y="549"/>
                </a:cxn>
                <a:cxn ang="0">
                  <a:pos x="409" y="568"/>
                </a:cxn>
                <a:cxn ang="0">
                  <a:pos x="376" y="577"/>
                </a:cxn>
                <a:cxn ang="0">
                  <a:pos x="344" y="601"/>
                </a:cxn>
                <a:cxn ang="0">
                  <a:pos x="292" y="596"/>
                </a:cxn>
                <a:cxn ang="0">
                  <a:pos x="270" y="608"/>
                </a:cxn>
                <a:cxn ang="0">
                  <a:pos x="248" y="602"/>
                </a:cxn>
                <a:cxn ang="0">
                  <a:pos x="219" y="615"/>
                </a:cxn>
                <a:cxn ang="0">
                  <a:pos x="196" y="613"/>
                </a:cxn>
                <a:cxn ang="0">
                  <a:pos x="182" y="597"/>
                </a:cxn>
                <a:cxn ang="0">
                  <a:pos x="164" y="571"/>
                </a:cxn>
                <a:cxn ang="0">
                  <a:pos x="133" y="536"/>
                </a:cxn>
                <a:cxn ang="0">
                  <a:pos x="105" y="489"/>
                </a:cxn>
                <a:cxn ang="0">
                  <a:pos x="78" y="459"/>
                </a:cxn>
                <a:cxn ang="0">
                  <a:pos x="59" y="476"/>
                </a:cxn>
                <a:cxn ang="0">
                  <a:pos x="34" y="446"/>
                </a:cxn>
                <a:cxn ang="0">
                  <a:pos x="5" y="423"/>
                </a:cxn>
              </a:cxnLst>
              <a:rect l="0" t="0" r="r" b="b"/>
              <a:pathLst>
                <a:path w="492" h="618">
                  <a:moveTo>
                    <a:pt x="2" y="420"/>
                  </a:moveTo>
                  <a:cubicBezTo>
                    <a:pt x="2" y="420"/>
                    <a:pt x="2" y="420"/>
                    <a:pt x="2" y="420"/>
                  </a:cubicBezTo>
                  <a:cubicBezTo>
                    <a:pt x="0" y="416"/>
                    <a:pt x="1" y="407"/>
                    <a:pt x="2" y="403"/>
                  </a:cubicBezTo>
                  <a:cubicBezTo>
                    <a:pt x="2" y="400"/>
                    <a:pt x="4" y="394"/>
                    <a:pt x="5" y="391"/>
                  </a:cubicBezTo>
                  <a:cubicBezTo>
                    <a:pt x="5" y="389"/>
                    <a:pt x="4" y="385"/>
                    <a:pt x="5" y="384"/>
                  </a:cubicBezTo>
                  <a:cubicBezTo>
                    <a:pt x="6" y="382"/>
                    <a:pt x="11" y="380"/>
                    <a:pt x="13" y="379"/>
                  </a:cubicBezTo>
                  <a:cubicBezTo>
                    <a:pt x="15" y="377"/>
                    <a:pt x="18" y="371"/>
                    <a:pt x="19" y="369"/>
                  </a:cubicBezTo>
                  <a:cubicBezTo>
                    <a:pt x="20" y="366"/>
                    <a:pt x="19" y="361"/>
                    <a:pt x="19" y="359"/>
                  </a:cubicBezTo>
                  <a:cubicBezTo>
                    <a:pt x="20" y="355"/>
                    <a:pt x="22" y="348"/>
                    <a:pt x="23" y="345"/>
                  </a:cubicBezTo>
                  <a:cubicBezTo>
                    <a:pt x="24" y="343"/>
                    <a:pt x="26" y="339"/>
                    <a:pt x="27" y="336"/>
                  </a:cubicBezTo>
                  <a:cubicBezTo>
                    <a:pt x="28" y="333"/>
                    <a:pt x="26" y="327"/>
                    <a:pt x="27" y="324"/>
                  </a:cubicBezTo>
                  <a:cubicBezTo>
                    <a:pt x="28" y="322"/>
                    <a:pt x="31" y="318"/>
                    <a:pt x="34" y="317"/>
                  </a:cubicBezTo>
                  <a:cubicBezTo>
                    <a:pt x="35" y="316"/>
                    <a:pt x="39" y="316"/>
                    <a:pt x="41" y="317"/>
                  </a:cubicBezTo>
                  <a:cubicBezTo>
                    <a:pt x="43" y="317"/>
                    <a:pt x="46" y="319"/>
                    <a:pt x="48" y="320"/>
                  </a:cubicBezTo>
                  <a:cubicBezTo>
                    <a:pt x="49" y="320"/>
                    <a:pt x="52" y="320"/>
                    <a:pt x="53" y="319"/>
                  </a:cubicBezTo>
                  <a:cubicBezTo>
                    <a:pt x="55" y="318"/>
                    <a:pt x="55" y="312"/>
                    <a:pt x="56" y="310"/>
                  </a:cubicBezTo>
                  <a:cubicBezTo>
                    <a:pt x="58" y="309"/>
                    <a:pt x="63" y="308"/>
                    <a:pt x="65" y="308"/>
                  </a:cubicBezTo>
                  <a:cubicBezTo>
                    <a:pt x="66" y="308"/>
                    <a:pt x="69" y="308"/>
                    <a:pt x="71" y="308"/>
                  </a:cubicBezTo>
                  <a:cubicBezTo>
                    <a:pt x="73" y="307"/>
                    <a:pt x="76" y="304"/>
                    <a:pt x="77" y="303"/>
                  </a:cubicBezTo>
                  <a:cubicBezTo>
                    <a:pt x="80" y="303"/>
                    <a:pt x="84" y="304"/>
                    <a:pt x="87" y="303"/>
                  </a:cubicBezTo>
                  <a:cubicBezTo>
                    <a:pt x="88" y="303"/>
                    <a:pt x="90" y="300"/>
                    <a:pt x="91" y="298"/>
                  </a:cubicBezTo>
                  <a:cubicBezTo>
                    <a:pt x="91" y="296"/>
                    <a:pt x="90" y="292"/>
                    <a:pt x="91" y="290"/>
                  </a:cubicBezTo>
                  <a:cubicBezTo>
                    <a:pt x="91" y="288"/>
                    <a:pt x="93" y="284"/>
                    <a:pt x="95" y="283"/>
                  </a:cubicBezTo>
                  <a:cubicBezTo>
                    <a:pt x="97" y="282"/>
                    <a:pt x="103" y="283"/>
                    <a:pt x="105" y="282"/>
                  </a:cubicBezTo>
                  <a:cubicBezTo>
                    <a:pt x="107" y="281"/>
                    <a:pt x="110" y="278"/>
                    <a:pt x="111" y="276"/>
                  </a:cubicBezTo>
                  <a:cubicBezTo>
                    <a:pt x="113" y="273"/>
                    <a:pt x="113" y="267"/>
                    <a:pt x="114" y="264"/>
                  </a:cubicBezTo>
                  <a:cubicBezTo>
                    <a:pt x="115" y="262"/>
                    <a:pt x="118" y="259"/>
                    <a:pt x="119" y="257"/>
                  </a:cubicBezTo>
                  <a:cubicBezTo>
                    <a:pt x="119" y="255"/>
                    <a:pt x="115" y="250"/>
                    <a:pt x="116" y="248"/>
                  </a:cubicBezTo>
                  <a:cubicBezTo>
                    <a:pt x="118" y="245"/>
                    <a:pt x="124" y="245"/>
                    <a:pt x="126" y="244"/>
                  </a:cubicBezTo>
                  <a:cubicBezTo>
                    <a:pt x="128" y="242"/>
                    <a:pt x="129" y="236"/>
                    <a:pt x="129" y="233"/>
                  </a:cubicBezTo>
                  <a:cubicBezTo>
                    <a:pt x="129" y="232"/>
                    <a:pt x="128" y="228"/>
                    <a:pt x="128" y="227"/>
                  </a:cubicBezTo>
                  <a:cubicBezTo>
                    <a:pt x="128" y="224"/>
                    <a:pt x="132" y="218"/>
                    <a:pt x="131" y="216"/>
                  </a:cubicBezTo>
                  <a:cubicBezTo>
                    <a:pt x="130" y="214"/>
                    <a:pt x="124" y="213"/>
                    <a:pt x="124" y="212"/>
                  </a:cubicBezTo>
                  <a:cubicBezTo>
                    <a:pt x="123" y="210"/>
                    <a:pt x="127" y="206"/>
                    <a:pt x="128" y="205"/>
                  </a:cubicBezTo>
                  <a:cubicBezTo>
                    <a:pt x="129" y="204"/>
                    <a:pt x="132" y="202"/>
                    <a:pt x="132" y="201"/>
                  </a:cubicBezTo>
                  <a:cubicBezTo>
                    <a:pt x="133" y="199"/>
                    <a:pt x="131" y="196"/>
                    <a:pt x="132" y="194"/>
                  </a:cubicBezTo>
                  <a:cubicBezTo>
                    <a:pt x="133" y="193"/>
                    <a:pt x="137" y="193"/>
                    <a:pt x="138" y="192"/>
                  </a:cubicBezTo>
                  <a:cubicBezTo>
                    <a:pt x="139" y="191"/>
                    <a:pt x="140" y="188"/>
                    <a:pt x="139" y="187"/>
                  </a:cubicBezTo>
                  <a:cubicBezTo>
                    <a:pt x="139" y="186"/>
                    <a:pt x="137" y="185"/>
                    <a:pt x="136" y="185"/>
                  </a:cubicBezTo>
                  <a:cubicBezTo>
                    <a:pt x="135" y="184"/>
                    <a:pt x="133" y="185"/>
                    <a:pt x="132" y="185"/>
                  </a:cubicBezTo>
                  <a:cubicBezTo>
                    <a:pt x="130" y="184"/>
                    <a:pt x="129" y="182"/>
                    <a:pt x="128" y="180"/>
                  </a:cubicBezTo>
                  <a:cubicBezTo>
                    <a:pt x="127" y="179"/>
                    <a:pt x="127" y="179"/>
                    <a:pt x="127" y="179"/>
                  </a:cubicBezTo>
                  <a:cubicBezTo>
                    <a:pt x="126" y="177"/>
                    <a:pt x="125" y="172"/>
                    <a:pt x="125" y="170"/>
                  </a:cubicBezTo>
                  <a:cubicBezTo>
                    <a:pt x="125" y="169"/>
                    <a:pt x="128" y="166"/>
                    <a:pt x="128" y="164"/>
                  </a:cubicBezTo>
                  <a:cubicBezTo>
                    <a:pt x="128" y="162"/>
                    <a:pt x="127" y="159"/>
                    <a:pt x="126" y="157"/>
                  </a:cubicBezTo>
                  <a:cubicBezTo>
                    <a:pt x="126" y="156"/>
                    <a:pt x="123" y="155"/>
                    <a:pt x="123" y="154"/>
                  </a:cubicBezTo>
                  <a:cubicBezTo>
                    <a:pt x="121" y="153"/>
                    <a:pt x="119" y="149"/>
                    <a:pt x="119" y="147"/>
                  </a:cubicBezTo>
                  <a:cubicBezTo>
                    <a:pt x="119" y="145"/>
                    <a:pt x="123" y="141"/>
                    <a:pt x="125" y="140"/>
                  </a:cubicBezTo>
                  <a:cubicBezTo>
                    <a:pt x="127" y="139"/>
                    <a:pt x="132" y="141"/>
                    <a:pt x="135" y="141"/>
                  </a:cubicBezTo>
                  <a:cubicBezTo>
                    <a:pt x="137" y="141"/>
                    <a:pt x="141" y="138"/>
                    <a:pt x="143" y="137"/>
                  </a:cubicBezTo>
                  <a:cubicBezTo>
                    <a:pt x="144" y="135"/>
                    <a:pt x="147" y="131"/>
                    <a:pt x="148" y="129"/>
                  </a:cubicBezTo>
                  <a:cubicBezTo>
                    <a:pt x="150" y="126"/>
                    <a:pt x="153" y="120"/>
                    <a:pt x="153" y="117"/>
                  </a:cubicBezTo>
                  <a:cubicBezTo>
                    <a:pt x="154" y="114"/>
                    <a:pt x="154" y="108"/>
                    <a:pt x="152" y="105"/>
                  </a:cubicBezTo>
                  <a:cubicBezTo>
                    <a:pt x="151" y="104"/>
                    <a:pt x="149" y="103"/>
                    <a:pt x="148" y="102"/>
                  </a:cubicBezTo>
                  <a:cubicBezTo>
                    <a:pt x="147" y="100"/>
                    <a:pt x="146" y="95"/>
                    <a:pt x="145" y="93"/>
                  </a:cubicBezTo>
                  <a:cubicBezTo>
                    <a:pt x="144" y="91"/>
                    <a:pt x="143" y="86"/>
                    <a:pt x="141" y="84"/>
                  </a:cubicBezTo>
                  <a:cubicBezTo>
                    <a:pt x="140" y="83"/>
                    <a:pt x="137" y="84"/>
                    <a:pt x="136" y="83"/>
                  </a:cubicBezTo>
                  <a:cubicBezTo>
                    <a:pt x="134" y="82"/>
                    <a:pt x="131" y="79"/>
                    <a:pt x="130" y="77"/>
                  </a:cubicBezTo>
                  <a:cubicBezTo>
                    <a:pt x="129" y="75"/>
                    <a:pt x="128" y="70"/>
                    <a:pt x="128" y="67"/>
                  </a:cubicBezTo>
                  <a:cubicBezTo>
                    <a:pt x="128" y="66"/>
                    <a:pt x="129" y="64"/>
                    <a:pt x="130" y="63"/>
                  </a:cubicBezTo>
                  <a:cubicBezTo>
                    <a:pt x="131" y="61"/>
                    <a:pt x="132" y="60"/>
                    <a:pt x="133" y="59"/>
                  </a:cubicBezTo>
                  <a:cubicBezTo>
                    <a:pt x="134" y="57"/>
                    <a:pt x="138" y="55"/>
                    <a:pt x="141" y="54"/>
                  </a:cubicBezTo>
                  <a:cubicBezTo>
                    <a:pt x="144" y="53"/>
                    <a:pt x="150" y="54"/>
                    <a:pt x="153" y="53"/>
                  </a:cubicBezTo>
                  <a:cubicBezTo>
                    <a:pt x="156" y="52"/>
                    <a:pt x="159" y="47"/>
                    <a:pt x="162" y="46"/>
                  </a:cubicBezTo>
                  <a:cubicBezTo>
                    <a:pt x="163" y="45"/>
                    <a:pt x="167" y="43"/>
                    <a:pt x="169" y="43"/>
                  </a:cubicBezTo>
                  <a:cubicBezTo>
                    <a:pt x="171" y="42"/>
                    <a:pt x="175" y="42"/>
                    <a:pt x="177" y="42"/>
                  </a:cubicBezTo>
                  <a:cubicBezTo>
                    <a:pt x="180" y="42"/>
                    <a:pt x="187" y="39"/>
                    <a:pt x="190" y="40"/>
                  </a:cubicBezTo>
                  <a:cubicBezTo>
                    <a:pt x="192" y="41"/>
                    <a:pt x="193" y="44"/>
                    <a:pt x="195" y="45"/>
                  </a:cubicBezTo>
                  <a:cubicBezTo>
                    <a:pt x="196" y="45"/>
                    <a:pt x="199" y="44"/>
                    <a:pt x="201" y="43"/>
                  </a:cubicBezTo>
                  <a:cubicBezTo>
                    <a:pt x="204" y="42"/>
                    <a:pt x="209" y="39"/>
                    <a:pt x="211" y="37"/>
                  </a:cubicBezTo>
                  <a:cubicBezTo>
                    <a:pt x="212" y="36"/>
                    <a:pt x="213" y="32"/>
                    <a:pt x="214" y="31"/>
                  </a:cubicBezTo>
                  <a:cubicBezTo>
                    <a:pt x="215" y="29"/>
                    <a:pt x="216" y="24"/>
                    <a:pt x="217" y="22"/>
                  </a:cubicBezTo>
                  <a:cubicBezTo>
                    <a:pt x="219" y="21"/>
                    <a:pt x="223" y="21"/>
                    <a:pt x="225" y="19"/>
                  </a:cubicBezTo>
                  <a:cubicBezTo>
                    <a:pt x="226" y="19"/>
                    <a:pt x="229" y="16"/>
                    <a:pt x="229" y="15"/>
                  </a:cubicBezTo>
                  <a:cubicBezTo>
                    <a:pt x="229" y="13"/>
                    <a:pt x="227" y="10"/>
                    <a:pt x="227" y="8"/>
                  </a:cubicBezTo>
                  <a:cubicBezTo>
                    <a:pt x="227" y="6"/>
                    <a:pt x="229" y="4"/>
                    <a:pt x="230" y="3"/>
                  </a:cubicBezTo>
                  <a:cubicBezTo>
                    <a:pt x="231" y="2"/>
                    <a:pt x="234" y="1"/>
                    <a:pt x="236" y="0"/>
                  </a:cubicBezTo>
                  <a:cubicBezTo>
                    <a:pt x="237" y="2"/>
                    <a:pt x="239" y="4"/>
                    <a:pt x="240" y="5"/>
                  </a:cubicBezTo>
                  <a:cubicBezTo>
                    <a:pt x="240" y="7"/>
                    <a:pt x="239" y="10"/>
                    <a:pt x="240" y="11"/>
                  </a:cubicBezTo>
                  <a:cubicBezTo>
                    <a:pt x="240" y="14"/>
                    <a:pt x="245" y="17"/>
                    <a:pt x="246" y="19"/>
                  </a:cubicBezTo>
                  <a:cubicBezTo>
                    <a:pt x="246" y="21"/>
                    <a:pt x="247" y="24"/>
                    <a:pt x="247" y="25"/>
                  </a:cubicBezTo>
                  <a:cubicBezTo>
                    <a:pt x="247" y="27"/>
                    <a:pt x="245" y="32"/>
                    <a:pt x="246" y="34"/>
                  </a:cubicBezTo>
                  <a:cubicBezTo>
                    <a:pt x="246" y="35"/>
                    <a:pt x="248" y="38"/>
                    <a:pt x="249" y="39"/>
                  </a:cubicBezTo>
                  <a:cubicBezTo>
                    <a:pt x="250" y="42"/>
                    <a:pt x="252" y="46"/>
                    <a:pt x="252" y="49"/>
                  </a:cubicBezTo>
                  <a:cubicBezTo>
                    <a:pt x="252" y="52"/>
                    <a:pt x="248" y="57"/>
                    <a:pt x="249" y="60"/>
                  </a:cubicBezTo>
                  <a:cubicBezTo>
                    <a:pt x="249" y="61"/>
                    <a:pt x="253" y="62"/>
                    <a:pt x="254" y="63"/>
                  </a:cubicBezTo>
                  <a:cubicBezTo>
                    <a:pt x="255" y="65"/>
                    <a:pt x="255" y="70"/>
                    <a:pt x="257" y="72"/>
                  </a:cubicBezTo>
                  <a:cubicBezTo>
                    <a:pt x="257" y="72"/>
                    <a:pt x="260" y="73"/>
                    <a:pt x="260" y="74"/>
                  </a:cubicBezTo>
                  <a:cubicBezTo>
                    <a:pt x="262" y="75"/>
                    <a:pt x="265" y="78"/>
                    <a:pt x="266" y="80"/>
                  </a:cubicBezTo>
                  <a:cubicBezTo>
                    <a:pt x="267" y="81"/>
                    <a:pt x="266" y="86"/>
                    <a:pt x="267" y="88"/>
                  </a:cubicBezTo>
                  <a:cubicBezTo>
                    <a:pt x="269" y="90"/>
                    <a:pt x="273" y="91"/>
                    <a:pt x="275" y="92"/>
                  </a:cubicBezTo>
                  <a:cubicBezTo>
                    <a:pt x="276" y="93"/>
                    <a:pt x="279" y="95"/>
                    <a:pt x="279" y="96"/>
                  </a:cubicBezTo>
                  <a:cubicBezTo>
                    <a:pt x="280" y="98"/>
                    <a:pt x="278" y="103"/>
                    <a:pt x="278" y="105"/>
                  </a:cubicBezTo>
                  <a:cubicBezTo>
                    <a:pt x="278" y="107"/>
                    <a:pt x="280" y="111"/>
                    <a:pt x="281" y="112"/>
                  </a:cubicBezTo>
                  <a:cubicBezTo>
                    <a:pt x="282" y="113"/>
                    <a:pt x="285" y="114"/>
                    <a:pt x="286" y="115"/>
                  </a:cubicBezTo>
                  <a:cubicBezTo>
                    <a:pt x="288" y="115"/>
                    <a:pt x="290" y="114"/>
                    <a:pt x="292" y="115"/>
                  </a:cubicBezTo>
                  <a:cubicBezTo>
                    <a:pt x="293" y="115"/>
                    <a:pt x="295" y="119"/>
                    <a:pt x="297" y="120"/>
                  </a:cubicBezTo>
                  <a:cubicBezTo>
                    <a:pt x="299" y="120"/>
                    <a:pt x="302" y="120"/>
                    <a:pt x="303" y="121"/>
                  </a:cubicBezTo>
                  <a:cubicBezTo>
                    <a:pt x="306" y="123"/>
                    <a:pt x="307" y="129"/>
                    <a:pt x="308" y="131"/>
                  </a:cubicBezTo>
                  <a:cubicBezTo>
                    <a:pt x="308" y="134"/>
                    <a:pt x="307" y="138"/>
                    <a:pt x="308" y="140"/>
                  </a:cubicBezTo>
                  <a:cubicBezTo>
                    <a:pt x="308" y="142"/>
                    <a:pt x="312" y="144"/>
                    <a:pt x="313" y="146"/>
                  </a:cubicBezTo>
                  <a:cubicBezTo>
                    <a:pt x="314" y="147"/>
                    <a:pt x="313" y="150"/>
                    <a:pt x="313" y="152"/>
                  </a:cubicBezTo>
                  <a:cubicBezTo>
                    <a:pt x="313" y="153"/>
                    <a:pt x="311" y="155"/>
                    <a:pt x="311" y="156"/>
                  </a:cubicBezTo>
                  <a:cubicBezTo>
                    <a:pt x="311" y="157"/>
                    <a:pt x="312" y="159"/>
                    <a:pt x="312" y="159"/>
                  </a:cubicBezTo>
                  <a:cubicBezTo>
                    <a:pt x="314" y="160"/>
                    <a:pt x="317" y="160"/>
                    <a:pt x="319" y="159"/>
                  </a:cubicBezTo>
                  <a:cubicBezTo>
                    <a:pt x="320" y="159"/>
                    <a:pt x="323" y="159"/>
                    <a:pt x="324" y="159"/>
                  </a:cubicBezTo>
                  <a:cubicBezTo>
                    <a:pt x="324" y="158"/>
                    <a:pt x="324" y="155"/>
                    <a:pt x="325" y="155"/>
                  </a:cubicBezTo>
                  <a:cubicBezTo>
                    <a:pt x="326" y="154"/>
                    <a:pt x="330" y="155"/>
                    <a:pt x="331" y="155"/>
                  </a:cubicBezTo>
                  <a:cubicBezTo>
                    <a:pt x="333" y="155"/>
                    <a:pt x="336" y="155"/>
                    <a:pt x="337" y="155"/>
                  </a:cubicBezTo>
                  <a:cubicBezTo>
                    <a:pt x="338" y="154"/>
                    <a:pt x="340" y="153"/>
                    <a:pt x="340" y="152"/>
                  </a:cubicBezTo>
                  <a:cubicBezTo>
                    <a:pt x="341" y="151"/>
                    <a:pt x="340" y="148"/>
                    <a:pt x="340" y="147"/>
                  </a:cubicBezTo>
                  <a:cubicBezTo>
                    <a:pt x="341" y="146"/>
                    <a:pt x="344" y="145"/>
                    <a:pt x="346" y="146"/>
                  </a:cubicBezTo>
                  <a:cubicBezTo>
                    <a:pt x="347" y="146"/>
                    <a:pt x="350" y="149"/>
                    <a:pt x="352" y="151"/>
                  </a:cubicBezTo>
                  <a:cubicBezTo>
                    <a:pt x="353" y="152"/>
                    <a:pt x="355" y="155"/>
                    <a:pt x="356" y="155"/>
                  </a:cubicBezTo>
                  <a:cubicBezTo>
                    <a:pt x="358" y="155"/>
                    <a:pt x="361" y="152"/>
                    <a:pt x="363" y="150"/>
                  </a:cubicBezTo>
                  <a:cubicBezTo>
                    <a:pt x="363" y="150"/>
                    <a:pt x="363" y="147"/>
                    <a:pt x="364" y="147"/>
                  </a:cubicBezTo>
                  <a:cubicBezTo>
                    <a:pt x="365" y="146"/>
                    <a:pt x="368" y="146"/>
                    <a:pt x="369" y="147"/>
                  </a:cubicBezTo>
                  <a:cubicBezTo>
                    <a:pt x="370" y="148"/>
                    <a:pt x="371" y="151"/>
                    <a:pt x="372" y="152"/>
                  </a:cubicBezTo>
                  <a:cubicBezTo>
                    <a:pt x="374" y="153"/>
                    <a:pt x="379" y="151"/>
                    <a:pt x="381" y="152"/>
                  </a:cubicBezTo>
                  <a:cubicBezTo>
                    <a:pt x="383" y="153"/>
                    <a:pt x="384" y="158"/>
                    <a:pt x="384" y="160"/>
                  </a:cubicBezTo>
                  <a:cubicBezTo>
                    <a:pt x="385" y="162"/>
                    <a:pt x="383" y="166"/>
                    <a:pt x="384" y="167"/>
                  </a:cubicBezTo>
                  <a:cubicBezTo>
                    <a:pt x="385" y="169"/>
                    <a:pt x="390" y="168"/>
                    <a:pt x="391" y="169"/>
                  </a:cubicBezTo>
                  <a:cubicBezTo>
                    <a:pt x="393" y="171"/>
                    <a:pt x="394" y="177"/>
                    <a:pt x="395" y="179"/>
                  </a:cubicBezTo>
                  <a:cubicBezTo>
                    <a:pt x="395" y="181"/>
                    <a:pt x="395" y="184"/>
                    <a:pt x="394" y="186"/>
                  </a:cubicBezTo>
                  <a:cubicBezTo>
                    <a:pt x="394" y="187"/>
                    <a:pt x="390" y="189"/>
                    <a:pt x="389" y="190"/>
                  </a:cubicBezTo>
                  <a:cubicBezTo>
                    <a:pt x="388" y="191"/>
                    <a:pt x="388" y="194"/>
                    <a:pt x="389" y="196"/>
                  </a:cubicBezTo>
                  <a:cubicBezTo>
                    <a:pt x="390" y="197"/>
                    <a:pt x="392" y="198"/>
                    <a:pt x="394" y="198"/>
                  </a:cubicBezTo>
                  <a:cubicBezTo>
                    <a:pt x="395" y="198"/>
                    <a:pt x="398" y="196"/>
                    <a:pt x="400" y="196"/>
                  </a:cubicBezTo>
                  <a:cubicBezTo>
                    <a:pt x="401" y="195"/>
                    <a:pt x="405" y="193"/>
                    <a:pt x="406" y="193"/>
                  </a:cubicBezTo>
                  <a:cubicBezTo>
                    <a:pt x="409" y="193"/>
                    <a:pt x="413" y="194"/>
                    <a:pt x="415" y="194"/>
                  </a:cubicBezTo>
                  <a:cubicBezTo>
                    <a:pt x="417" y="195"/>
                    <a:pt x="421" y="197"/>
                    <a:pt x="423" y="197"/>
                  </a:cubicBezTo>
                  <a:cubicBezTo>
                    <a:pt x="425" y="197"/>
                    <a:pt x="430" y="195"/>
                    <a:pt x="431" y="194"/>
                  </a:cubicBezTo>
                  <a:cubicBezTo>
                    <a:pt x="432" y="193"/>
                    <a:pt x="433" y="190"/>
                    <a:pt x="434" y="189"/>
                  </a:cubicBezTo>
                  <a:cubicBezTo>
                    <a:pt x="435" y="188"/>
                    <a:pt x="438" y="187"/>
                    <a:pt x="440" y="187"/>
                  </a:cubicBezTo>
                  <a:cubicBezTo>
                    <a:pt x="441" y="187"/>
                    <a:pt x="444" y="188"/>
                    <a:pt x="445" y="189"/>
                  </a:cubicBezTo>
                  <a:cubicBezTo>
                    <a:pt x="446" y="189"/>
                    <a:pt x="448" y="192"/>
                    <a:pt x="449" y="192"/>
                  </a:cubicBezTo>
                  <a:cubicBezTo>
                    <a:pt x="451" y="193"/>
                    <a:pt x="454" y="191"/>
                    <a:pt x="455" y="190"/>
                  </a:cubicBezTo>
                  <a:cubicBezTo>
                    <a:pt x="456" y="189"/>
                    <a:pt x="457" y="186"/>
                    <a:pt x="458" y="185"/>
                  </a:cubicBezTo>
                  <a:cubicBezTo>
                    <a:pt x="459" y="184"/>
                    <a:pt x="461" y="185"/>
                    <a:pt x="463" y="185"/>
                  </a:cubicBezTo>
                  <a:cubicBezTo>
                    <a:pt x="463" y="186"/>
                    <a:pt x="463" y="187"/>
                    <a:pt x="463" y="188"/>
                  </a:cubicBezTo>
                  <a:cubicBezTo>
                    <a:pt x="464" y="189"/>
                    <a:pt x="466" y="190"/>
                    <a:pt x="468" y="191"/>
                  </a:cubicBezTo>
                  <a:cubicBezTo>
                    <a:pt x="469" y="191"/>
                    <a:pt x="471" y="190"/>
                    <a:pt x="472" y="191"/>
                  </a:cubicBezTo>
                  <a:cubicBezTo>
                    <a:pt x="474" y="191"/>
                    <a:pt x="476" y="192"/>
                    <a:pt x="477" y="193"/>
                  </a:cubicBezTo>
                  <a:cubicBezTo>
                    <a:pt x="478" y="195"/>
                    <a:pt x="476" y="200"/>
                    <a:pt x="477" y="202"/>
                  </a:cubicBezTo>
                  <a:cubicBezTo>
                    <a:pt x="477" y="204"/>
                    <a:pt x="479" y="208"/>
                    <a:pt x="481" y="209"/>
                  </a:cubicBezTo>
                  <a:cubicBezTo>
                    <a:pt x="482" y="210"/>
                    <a:pt x="486" y="211"/>
                    <a:pt x="487" y="212"/>
                  </a:cubicBezTo>
                  <a:cubicBezTo>
                    <a:pt x="488" y="212"/>
                    <a:pt x="491" y="213"/>
                    <a:pt x="491" y="214"/>
                  </a:cubicBezTo>
                  <a:cubicBezTo>
                    <a:pt x="492" y="217"/>
                    <a:pt x="492" y="222"/>
                    <a:pt x="491" y="225"/>
                  </a:cubicBezTo>
                  <a:cubicBezTo>
                    <a:pt x="491" y="227"/>
                    <a:pt x="489" y="232"/>
                    <a:pt x="488" y="234"/>
                  </a:cubicBezTo>
                  <a:cubicBezTo>
                    <a:pt x="487" y="235"/>
                    <a:pt x="483" y="236"/>
                    <a:pt x="483" y="237"/>
                  </a:cubicBezTo>
                  <a:cubicBezTo>
                    <a:pt x="482" y="238"/>
                    <a:pt x="483" y="242"/>
                    <a:pt x="482" y="244"/>
                  </a:cubicBezTo>
                  <a:cubicBezTo>
                    <a:pt x="480" y="246"/>
                    <a:pt x="474" y="245"/>
                    <a:pt x="473" y="247"/>
                  </a:cubicBezTo>
                  <a:cubicBezTo>
                    <a:pt x="472" y="248"/>
                    <a:pt x="472" y="252"/>
                    <a:pt x="473" y="254"/>
                  </a:cubicBezTo>
                  <a:cubicBezTo>
                    <a:pt x="473" y="255"/>
                    <a:pt x="475" y="257"/>
                    <a:pt x="476" y="258"/>
                  </a:cubicBezTo>
                  <a:cubicBezTo>
                    <a:pt x="476" y="260"/>
                    <a:pt x="475" y="264"/>
                    <a:pt x="475" y="266"/>
                  </a:cubicBezTo>
                  <a:cubicBezTo>
                    <a:pt x="474" y="267"/>
                    <a:pt x="473" y="270"/>
                    <a:pt x="472" y="271"/>
                  </a:cubicBezTo>
                  <a:cubicBezTo>
                    <a:pt x="471" y="272"/>
                    <a:pt x="469" y="273"/>
                    <a:pt x="469" y="274"/>
                  </a:cubicBezTo>
                  <a:cubicBezTo>
                    <a:pt x="468" y="275"/>
                    <a:pt x="468" y="278"/>
                    <a:pt x="467" y="279"/>
                  </a:cubicBezTo>
                  <a:cubicBezTo>
                    <a:pt x="466" y="280"/>
                    <a:pt x="462" y="280"/>
                    <a:pt x="460" y="280"/>
                  </a:cubicBezTo>
                  <a:cubicBezTo>
                    <a:pt x="459" y="280"/>
                    <a:pt x="458" y="279"/>
                    <a:pt x="457" y="279"/>
                  </a:cubicBezTo>
                  <a:cubicBezTo>
                    <a:pt x="455" y="279"/>
                    <a:pt x="451" y="280"/>
                    <a:pt x="450" y="281"/>
                  </a:cubicBezTo>
                  <a:cubicBezTo>
                    <a:pt x="448" y="282"/>
                    <a:pt x="447" y="286"/>
                    <a:pt x="447" y="287"/>
                  </a:cubicBezTo>
                  <a:cubicBezTo>
                    <a:pt x="447" y="290"/>
                    <a:pt x="449" y="294"/>
                    <a:pt x="451" y="295"/>
                  </a:cubicBezTo>
                  <a:cubicBezTo>
                    <a:pt x="452" y="297"/>
                    <a:pt x="457" y="297"/>
                    <a:pt x="459" y="299"/>
                  </a:cubicBezTo>
                  <a:cubicBezTo>
                    <a:pt x="460" y="301"/>
                    <a:pt x="461" y="306"/>
                    <a:pt x="461" y="309"/>
                  </a:cubicBezTo>
                  <a:cubicBezTo>
                    <a:pt x="461" y="310"/>
                    <a:pt x="460" y="315"/>
                    <a:pt x="461" y="316"/>
                  </a:cubicBezTo>
                  <a:cubicBezTo>
                    <a:pt x="462" y="318"/>
                    <a:pt x="464" y="319"/>
                    <a:pt x="465" y="320"/>
                  </a:cubicBezTo>
                  <a:cubicBezTo>
                    <a:pt x="466" y="321"/>
                    <a:pt x="466" y="324"/>
                    <a:pt x="466" y="326"/>
                  </a:cubicBezTo>
                  <a:cubicBezTo>
                    <a:pt x="465" y="328"/>
                    <a:pt x="462" y="330"/>
                    <a:pt x="461" y="331"/>
                  </a:cubicBezTo>
                  <a:cubicBezTo>
                    <a:pt x="460" y="332"/>
                    <a:pt x="456" y="332"/>
                    <a:pt x="456" y="333"/>
                  </a:cubicBezTo>
                  <a:cubicBezTo>
                    <a:pt x="455" y="334"/>
                    <a:pt x="454" y="337"/>
                    <a:pt x="455" y="338"/>
                  </a:cubicBezTo>
                  <a:cubicBezTo>
                    <a:pt x="455" y="339"/>
                    <a:pt x="458" y="340"/>
                    <a:pt x="459" y="342"/>
                  </a:cubicBezTo>
                  <a:cubicBezTo>
                    <a:pt x="459" y="344"/>
                    <a:pt x="458" y="348"/>
                    <a:pt x="459" y="350"/>
                  </a:cubicBezTo>
                  <a:cubicBezTo>
                    <a:pt x="459" y="352"/>
                    <a:pt x="462" y="354"/>
                    <a:pt x="462" y="355"/>
                  </a:cubicBezTo>
                  <a:cubicBezTo>
                    <a:pt x="463" y="357"/>
                    <a:pt x="463" y="361"/>
                    <a:pt x="462" y="363"/>
                  </a:cubicBezTo>
                  <a:cubicBezTo>
                    <a:pt x="462" y="365"/>
                    <a:pt x="460" y="369"/>
                    <a:pt x="459" y="370"/>
                  </a:cubicBezTo>
                  <a:cubicBezTo>
                    <a:pt x="458" y="371"/>
                    <a:pt x="455" y="373"/>
                    <a:pt x="455" y="374"/>
                  </a:cubicBezTo>
                  <a:cubicBezTo>
                    <a:pt x="454" y="376"/>
                    <a:pt x="454" y="380"/>
                    <a:pt x="455" y="382"/>
                  </a:cubicBezTo>
                  <a:cubicBezTo>
                    <a:pt x="455" y="384"/>
                    <a:pt x="457" y="389"/>
                    <a:pt x="459" y="390"/>
                  </a:cubicBezTo>
                  <a:cubicBezTo>
                    <a:pt x="460" y="392"/>
                    <a:pt x="464" y="392"/>
                    <a:pt x="466" y="394"/>
                  </a:cubicBezTo>
                  <a:cubicBezTo>
                    <a:pt x="467" y="395"/>
                    <a:pt x="469" y="398"/>
                    <a:pt x="470" y="400"/>
                  </a:cubicBezTo>
                  <a:cubicBezTo>
                    <a:pt x="471" y="403"/>
                    <a:pt x="471" y="410"/>
                    <a:pt x="472" y="413"/>
                  </a:cubicBezTo>
                  <a:cubicBezTo>
                    <a:pt x="473" y="414"/>
                    <a:pt x="477" y="415"/>
                    <a:pt x="477" y="417"/>
                  </a:cubicBezTo>
                  <a:cubicBezTo>
                    <a:pt x="479" y="419"/>
                    <a:pt x="479" y="425"/>
                    <a:pt x="478" y="427"/>
                  </a:cubicBezTo>
                  <a:cubicBezTo>
                    <a:pt x="478" y="430"/>
                    <a:pt x="477" y="434"/>
                    <a:pt x="476" y="436"/>
                  </a:cubicBezTo>
                  <a:cubicBezTo>
                    <a:pt x="476" y="438"/>
                    <a:pt x="477" y="443"/>
                    <a:pt x="478" y="445"/>
                  </a:cubicBezTo>
                  <a:cubicBezTo>
                    <a:pt x="479" y="446"/>
                    <a:pt x="483" y="448"/>
                    <a:pt x="485" y="450"/>
                  </a:cubicBezTo>
                  <a:cubicBezTo>
                    <a:pt x="486" y="451"/>
                    <a:pt x="488" y="455"/>
                    <a:pt x="489" y="457"/>
                  </a:cubicBezTo>
                  <a:cubicBezTo>
                    <a:pt x="489" y="460"/>
                    <a:pt x="488" y="467"/>
                    <a:pt x="487" y="470"/>
                  </a:cubicBezTo>
                  <a:cubicBezTo>
                    <a:pt x="486" y="472"/>
                    <a:pt x="484" y="476"/>
                    <a:pt x="484" y="478"/>
                  </a:cubicBezTo>
                  <a:cubicBezTo>
                    <a:pt x="483" y="480"/>
                    <a:pt x="484" y="484"/>
                    <a:pt x="484" y="486"/>
                  </a:cubicBezTo>
                  <a:cubicBezTo>
                    <a:pt x="484" y="488"/>
                    <a:pt x="487" y="491"/>
                    <a:pt x="487" y="493"/>
                  </a:cubicBezTo>
                  <a:cubicBezTo>
                    <a:pt x="487" y="495"/>
                    <a:pt x="484" y="500"/>
                    <a:pt x="483" y="502"/>
                  </a:cubicBezTo>
                  <a:cubicBezTo>
                    <a:pt x="482" y="504"/>
                    <a:pt x="479" y="507"/>
                    <a:pt x="479" y="509"/>
                  </a:cubicBezTo>
                  <a:cubicBezTo>
                    <a:pt x="479" y="510"/>
                    <a:pt x="479" y="511"/>
                    <a:pt x="479" y="513"/>
                  </a:cubicBezTo>
                  <a:cubicBezTo>
                    <a:pt x="478" y="512"/>
                    <a:pt x="476" y="512"/>
                    <a:pt x="476" y="512"/>
                  </a:cubicBezTo>
                  <a:cubicBezTo>
                    <a:pt x="474" y="512"/>
                    <a:pt x="470" y="509"/>
                    <a:pt x="468" y="510"/>
                  </a:cubicBezTo>
                  <a:cubicBezTo>
                    <a:pt x="467" y="510"/>
                    <a:pt x="465" y="513"/>
                    <a:pt x="464" y="514"/>
                  </a:cubicBezTo>
                  <a:cubicBezTo>
                    <a:pt x="462" y="515"/>
                    <a:pt x="457" y="516"/>
                    <a:pt x="455" y="518"/>
                  </a:cubicBezTo>
                  <a:cubicBezTo>
                    <a:pt x="454" y="519"/>
                    <a:pt x="454" y="522"/>
                    <a:pt x="453" y="523"/>
                  </a:cubicBezTo>
                  <a:cubicBezTo>
                    <a:pt x="452" y="525"/>
                    <a:pt x="450" y="527"/>
                    <a:pt x="448" y="527"/>
                  </a:cubicBezTo>
                  <a:cubicBezTo>
                    <a:pt x="446" y="528"/>
                    <a:pt x="439" y="525"/>
                    <a:pt x="437" y="527"/>
                  </a:cubicBezTo>
                  <a:cubicBezTo>
                    <a:pt x="437" y="528"/>
                    <a:pt x="440" y="531"/>
                    <a:pt x="439" y="532"/>
                  </a:cubicBezTo>
                  <a:cubicBezTo>
                    <a:pt x="438" y="533"/>
                    <a:pt x="436" y="532"/>
                    <a:pt x="434" y="532"/>
                  </a:cubicBezTo>
                  <a:cubicBezTo>
                    <a:pt x="432" y="532"/>
                    <a:pt x="429" y="531"/>
                    <a:pt x="427" y="532"/>
                  </a:cubicBezTo>
                  <a:cubicBezTo>
                    <a:pt x="425" y="532"/>
                    <a:pt x="423" y="535"/>
                    <a:pt x="421" y="535"/>
                  </a:cubicBezTo>
                  <a:cubicBezTo>
                    <a:pt x="420" y="536"/>
                    <a:pt x="416" y="534"/>
                    <a:pt x="415" y="535"/>
                  </a:cubicBezTo>
                  <a:cubicBezTo>
                    <a:pt x="414" y="536"/>
                    <a:pt x="417" y="541"/>
                    <a:pt x="415" y="541"/>
                  </a:cubicBezTo>
                  <a:cubicBezTo>
                    <a:pt x="414" y="542"/>
                    <a:pt x="410" y="543"/>
                    <a:pt x="409" y="544"/>
                  </a:cubicBezTo>
                  <a:cubicBezTo>
                    <a:pt x="408" y="545"/>
                    <a:pt x="407" y="548"/>
                    <a:pt x="407" y="549"/>
                  </a:cubicBezTo>
                  <a:cubicBezTo>
                    <a:pt x="407" y="550"/>
                    <a:pt x="409" y="551"/>
                    <a:pt x="409" y="551"/>
                  </a:cubicBezTo>
                  <a:cubicBezTo>
                    <a:pt x="409" y="552"/>
                    <a:pt x="407" y="554"/>
                    <a:pt x="407" y="555"/>
                  </a:cubicBezTo>
                  <a:cubicBezTo>
                    <a:pt x="407" y="556"/>
                    <a:pt x="409" y="558"/>
                    <a:pt x="410" y="559"/>
                  </a:cubicBezTo>
                  <a:cubicBezTo>
                    <a:pt x="411" y="561"/>
                    <a:pt x="413" y="566"/>
                    <a:pt x="412" y="568"/>
                  </a:cubicBezTo>
                  <a:cubicBezTo>
                    <a:pt x="412" y="568"/>
                    <a:pt x="410" y="567"/>
                    <a:pt x="409" y="568"/>
                  </a:cubicBezTo>
                  <a:cubicBezTo>
                    <a:pt x="408" y="568"/>
                    <a:pt x="406" y="572"/>
                    <a:pt x="405" y="573"/>
                  </a:cubicBezTo>
                  <a:cubicBezTo>
                    <a:pt x="402" y="575"/>
                    <a:pt x="395" y="575"/>
                    <a:pt x="392" y="575"/>
                  </a:cubicBezTo>
                  <a:cubicBezTo>
                    <a:pt x="390" y="574"/>
                    <a:pt x="387" y="571"/>
                    <a:pt x="386" y="571"/>
                  </a:cubicBezTo>
                  <a:cubicBezTo>
                    <a:pt x="384" y="571"/>
                    <a:pt x="381" y="574"/>
                    <a:pt x="380" y="575"/>
                  </a:cubicBezTo>
                  <a:cubicBezTo>
                    <a:pt x="379" y="575"/>
                    <a:pt x="377" y="577"/>
                    <a:pt x="376" y="577"/>
                  </a:cubicBezTo>
                  <a:cubicBezTo>
                    <a:pt x="373" y="580"/>
                    <a:pt x="364" y="582"/>
                    <a:pt x="362" y="586"/>
                  </a:cubicBezTo>
                  <a:cubicBezTo>
                    <a:pt x="361" y="587"/>
                    <a:pt x="363" y="591"/>
                    <a:pt x="362" y="592"/>
                  </a:cubicBezTo>
                  <a:cubicBezTo>
                    <a:pt x="361" y="594"/>
                    <a:pt x="357" y="594"/>
                    <a:pt x="356" y="596"/>
                  </a:cubicBezTo>
                  <a:cubicBezTo>
                    <a:pt x="353" y="595"/>
                    <a:pt x="350" y="595"/>
                    <a:pt x="348" y="596"/>
                  </a:cubicBezTo>
                  <a:cubicBezTo>
                    <a:pt x="346" y="597"/>
                    <a:pt x="346" y="600"/>
                    <a:pt x="344" y="601"/>
                  </a:cubicBezTo>
                  <a:cubicBezTo>
                    <a:pt x="341" y="603"/>
                    <a:pt x="331" y="605"/>
                    <a:pt x="327" y="603"/>
                  </a:cubicBezTo>
                  <a:cubicBezTo>
                    <a:pt x="325" y="603"/>
                    <a:pt x="324" y="600"/>
                    <a:pt x="323" y="600"/>
                  </a:cubicBezTo>
                  <a:cubicBezTo>
                    <a:pt x="320" y="599"/>
                    <a:pt x="314" y="600"/>
                    <a:pt x="310" y="600"/>
                  </a:cubicBezTo>
                  <a:cubicBezTo>
                    <a:pt x="308" y="599"/>
                    <a:pt x="303" y="597"/>
                    <a:pt x="301" y="596"/>
                  </a:cubicBezTo>
                  <a:cubicBezTo>
                    <a:pt x="299" y="596"/>
                    <a:pt x="294" y="596"/>
                    <a:pt x="292" y="596"/>
                  </a:cubicBezTo>
                  <a:cubicBezTo>
                    <a:pt x="289" y="597"/>
                    <a:pt x="286" y="600"/>
                    <a:pt x="283" y="600"/>
                  </a:cubicBezTo>
                  <a:cubicBezTo>
                    <a:pt x="281" y="599"/>
                    <a:pt x="279" y="594"/>
                    <a:pt x="277" y="593"/>
                  </a:cubicBezTo>
                  <a:cubicBezTo>
                    <a:pt x="275" y="593"/>
                    <a:pt x="271" y="592"/>
                    <a:pt x="270" y="593"/>
                  </a:cubicBezTo>
                  <a:cubicBezTo>
                    <a:pt x="269" y="595"/>
                    <a:pt x="273" y="601"/>
                    <a:pt x="273" y="603"/>
                  </a:cubicBezTo>
                  <a:cubicBezTo>
                    <a:pt x="273" y="605"/>
                    <a:pt x="272" y="608"/>
                    <a:pt x="270" y="608"/>
                  </a:cubicBezTo>
                  <a:cubicBezTo>
                    <a:pt x="268" y="608"/>
                    <a:pt x="267" y="603"/>
                    <a:pt x="265" y="602"/>
                  </a:cubicBezTo>
                  <a:cubicBezTo>
                    <a:pt x="263" y="602"/>
                    <a:pt x="258" y="603"/>
                    <a:pt x="257" y="605"/>
                  </a:cubicBezTo>
                  <a:cubicBezTo>
                    <a:pt x="256" y="606"/>
                    <a:pt x="258" y="609"/>
                    <a:pt x="257" y="610"/>
                  </a:cubicBezTo>
                  <a:cubicBezTo>
                    <a:pt x="255" y="611"/>
                    <a:pt x="250" y="611"/>
                    <a:pt x="248" y="610"/>
                  </a:cubicBezTo>
                  <a:cubicBezTo>
                    <a:pt x="247" y="609"/>
                    <a:pt x="250" y="603"/>
                    <a:pt x="248" y="602"/>
                  </a:cubicBezTo>
                  <a:cubicBezTo>
                    <a:pt x="247" y="600"/>
                    <a:pt x="244" y="600"/>
                    <a:pt x="243" y="600"/>
                  </a:cubicBezTo>
                  <a:cubicBezTo>
                    <a:pt x="240" y="600"/>
                    <a:pt x="236" y="599"/>
                    <a:pt x="234" y="600"/>
                  </a:cubicBezTo>
                  <a:cubicBezTo>
                    <a:pt x="232" y="601"/>
                    <a:pt x="229" y="603"/>
                    <a:pt x="228" y="605"/>
                  </a:cubicBezTo>
                  <a:cubicBezTo>
                    <a:pt x="227" y="606"/>
                    <a:pt x="229" y="609"/>
                    <a:pt x="228" y="610"/>
                  </a:cubicBezTo>
                  <a:cubicBezTo>
                    <a:pt x="227" y="612"/>
                    <a:pt x="221" y="614"/>
                    <a:pt x="219" y="615"/>
                  </a:cubicBezTo>
                  <a:cubicBezTo>
                    <a:pt x="217" y="615"/>
                    <a:pt x="214" y="618"/>
                    <a:pt x="212" y="617"/>
                  </a:cubicBezTo>
                  <a:cubicBezTo>
                    <a:pt x="211" y="616"/>
                    <a:pt x="211" y="611"/>
                    <a:pt x="210" y="609"/>
                  </a:cubicBezTo>
                  <a:cubicBezTo>
                    <a:pt x="208" y="608"/>
                    <a:pt x="205" y="605"/>
                    <a:pt x="202" y="605"/>
                  </a:cubicBezTo>
                  <a:cubicBezTo>
                    <a:pt x="201" y="605"/>
                    <a:pt x="199" y="607"/>
                    <a:pt x="198" y="608"/>
                  </a:cubicBezTo>
                  <a:cubicBezTo>
                    <a:pt x="197" y="609"/>
                    <a:pt x="197" y="612"/>
                    <a:pt x="196" y="613"/>
                  </a:cubicBezTo>
                  <a:cubicBezTo>
                    <a:pt x="194" y="614"/>
                    <a:pt x="189" y="614"/>
                    <a:pt x="186" y="613"/>
                  </a:cubicBezTo>
                  <a:cubicBezTo>
                    <a:pt x="185" y="613"/>
                    <a:pt x="183" y="610"/>
                    <a:pt x="182" y="609"/>
                  </a:cubicBezTo>
                  <a:cubicBezTo>
                    <a:pt x="181" y="609"/>
                    <a:pt x="179" y="608"/>
                    <a:pt x="178" y="607"/>
                  </a:cubicBezTo>
                  <a:cubicBezTo>
                    <a:pt x="178" y="606"/>
                    <a:pt x="177" y="606"/>
                    <a:pt x="177" y="605"/>
                  </a:cubicBezTo>
                  <a:cubicBezTo>
                    <a:pt x="177" y="603"/>
                    <a:pt x="182" y="600"/>
                    <a:pt x="182" y="597"/>
                  </a:cubicBezTo>
                  <a:cubicBezTo>
                    <a:pt x="181" y="596"/>
                    <a:pt x="180" y="594"/>
                    <a:pt x="179" y="593"/>
                  </a:cubicBezTo>
                  <a:cubicBezTo>
                    <a:pt x="177" y="592"/>
                    <a:pt x="172" y="592"/>
                    <a:pt x="171" y="590"/>
                  </a:cubicBezTo>
                  <a:cubicBezTo>
                    <a:pt x="170" y="587"/>
                    <a:pt x="174" y="582"/>
                    <a:pt x="174" y="580"/>
                  </a:cubicBezTo>
                  <a:cubicBezTo>
                    <a:pt x="174" y="577"/>
                    <a:pt x="173" y="573"/>
                    <a:pt x="171" y="571"/>
                  </a:cubicBezTo>
                  <a:cubicBezTo>
                    <a:pt x="170" y="570"/>
                    <a:pt x="165" y="571"/>
                    <a:pt x="164" y="571"/>
                  </a:cubicBezTo>
                  <a:cubicBezTo>
                    <a:pt x="161" y="572"/>
                    <a:pt x="157" y="575"/>
                    <a:pt x="154" y="574"/>
                  </a:cubicBezTo>
                  <a:cubicBezTo>
                    <a:pt x="151" y="573"/>
                    <a:pt x="151" y="565"/>
                    <a:pt x="148" y="563"/>
                  </a:cubicBezTo>
                  <a:cubicBezTo>
                    <a:pt x="146" y="560"/>
                    <a:pt x="140" y="559"/>
                    <a:pt x="137" y="558"/>
                  </a:cubicBezTo>
                  <a:cubicBezTo>
                    <a:pt x="135" y="555"/>
                    <a:pt x="131" y="549"/>
                    <a:pt x="130" y="546"/>
                  </a:cubicBezTo>
                  <a:cubicBezTo>
                    <a:pt x="130" y="543"/>
                    <a:pt x="133" y="539"/>
                    <a:pt x="133" y="536"/>
                  </a:cubicBezTo>
                  <a:cubicBezTo>
                    <a:pt x="133" y="534"/>
                    <a:pt x="134" y="529"/>
                    <a:pt x="133" y="526"/>
                  </a:cubicBezTo>
                  <a:cubicBezTo>
                    <a:pt x="132" y="524"/>
                    <a:pt x="129" y="519"/>
                    <a:pt x="127" y="517"/>
                  </a:cubicBezTo>
                  <a:cubicBezTo>
                    <a:pt x="125" y="515"/>
                    <a:pt x="120" y="512"/>
                    <a:pt x="118" y="510"/>
                  </a:cubicBezTo>
                  <a:cubicBezTo>
                    <a:pt x="116" y="507"/>
                    <a:pt x="117" y="499"/>
                    <a:pt x="115" y="496"/>
                  </a:cubicBezTo>
                  <a:cubicBezTo>
                    <a:pt x="114" y="493"/>
                    <a:pt x="107" y="491"/>
                    <a:pt x="105" y="489"/>
                  </a:cubicBezTo>
                  <a:cubicBezTo>
                    <a:pt x="104" y="487"/>
                    <a:pt x="103" y="482"/>
                    <a:pt x="102" y="480"/>
                  </a:cubicBezTo>
                  <a:cubicBezTo>
                    <a:pt x="101" y="477"/>
                    <a:pt x="99" y="469"/>
                    <a:pt x="96" y="467"/>
                  </a:cubicBezTo>
                  <a:cubicBezTo>
                    <a:pt x="95" y="466"/>
                    <a:pt x="91" y="465"/>
                    <a:pt x="89" y="464"/>
                  </a:cubicBezTo>
                  <a:cubicBezTo>
                    <a:pt x="88" y="463"/>
                    <a:pt x="85" y="458"/>
                    <a:pt x="83" y="458"/>
                  </a:cubicBezTo>
                  <a:cubicBezTo>
                    <a:pt x="82" y="457"/>
                    <a:pt x="79" y="458"/>
                    <a:pt x="78" y="459"/>
                  </a:cubicBezTo>
                  <a:cubicBezTo>
                    <a:pt x="77" y="461"/>
                    <a:pt x="79" y="466"/>
                    <a:pt x="78" y="468"/>
                  </a:cubicBezTo>
                  <a:cubicBezTo>
                    <a:pt x="78" y="469"/>
                    <a:pt x="76" y="470"/>
                    <a:pt x="75" y="471"/>
                  </a:cubicBezTo>
                  <a:cubicBezTo>
                    <a:pt x="73" y="472"/>
                    <a:pt x="68" y="470"/>
                    <a:pt x="66" y="471"/>
                  </a:cubicBezTo>
                  <a:cubicBezTo>
                    <a:pt x="65" y="472"/>
                    <a:pt x="64" y="475"/>
                    <a:pt x="63" y="476"/>
                  </a:cubicBezTo>
                  <a:cubicBezTo>
                    <a:pt x="62" y="476"/>
                    <a:pt x="60" y="476"/>
                    <a:pt x="59" y="476"/>
                  </a:cubicBezTo>
                  <a:cubicBezTo>
                    <a:pt x="56" y="475"/>
                    <a:pt x="50" y="473"/>
                    <a:pt x="47" y="473"/>
                  </a:cubicBezTo>
                  <a:cubicBezTo>
                    <a:pt x="45" y="473"/>
                    <a:pt x="43" y="475"/>
                    <a:pt x="41" y="474"/>
                  </a:cubicBezTo>
                  <a:cubicBezTo>
                    <a:pt x="39" y="473"/>
                    <a:pt x="35" y="468"/>
                    <a:pt x="34" y="465"/>
                  </a:cubicBezTo>
                  <a:cubicBezTo>
                    <a:pt x="34" y="463"/>
                    <a:pt x="36" y="458"/>
                    <a:pt x="36" y="456"/>
                  </a:cubicBezTo>
                  <a:cubicBezTo>
                    <a:pt x="36" y="454"/>
                    <a:pt x="36" y="448"/>
                    <a:pt x="34" y="446"/>
                  </a:cubicBezTo>
                  <a:cubicBezTo>
                    <a:pt x="34" y="445"/>
                    <a:pt x="30" y="443"/>
                    <a:pt x="29" y="443"/>
                  </a:cubicBezTo>
                  <a:cubicBezTo>
                    <a:pt x="27" y="443"/>
                    <a:pt x="25" y="445"/>
                    <a:pt x="23" y="444"/>
                  </a:cubicBezTo>
                  <a:cubicBezTo>
                    <a:pt x="21" y="443"/>
                    <a:pt x="21" y="438"/>
                    <a:pt x="19" y="437"/>
                  </a:cubicBezTo>
                  <a:cubicBezTo>
                    <a:pt x="18" y="435"/>
                    <a:pt x="13" y="435"/>
                    <a:pt x="11" y="434"/>
                  </a:cubicBezTo>
                  <a:cubicBezTo>
                    <a:pt x="9" y="432"/>
                    <a:pt x="6" y="425"/>
                    <a:pt x="5" y="423"/>
                  </a:cubicBezTo>
                  <a:cubicBezTo>
                    <a:pt x="4" y="422"/>
                    <a:pt x="3" y="421"/>
                    <a:pt x="2" y="420"/>
                  </a:cubicBezTo>
                  <a:close/>
                </a:path>
              </a:pathLst>
            </a:custGeom>
            <a:solidFill>
              <a:schemeClr val="accent1"/>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
            <p:cNvSpPr>
              <a:spLocks/>
            </p:cNvSpPr>
            <p:nvPr/>
          </p:nvSpPr>
          <p:spPr bwMode="auto">
            <a:xfrm>
              <a:off x="1879600" y="2776538"/>
              <a:ext cx="544513" cy="606425"/>
            </a:xfrm>
            <a:custGeom>
              <a:avLst/>
              <a:gdLst/>
              <a:ahLst/>
              <a:cxnLst>
                <a:cxn ang="0">
                  <a:pos x="325" y="115"/>
                </a:cxn>
                <a:cxn ang="0">
                  <a:pos x="312" y="136"/>
                </a:cxn>
                <a:cxn ang="0">
                  <a:pos x="296" y="143"/>
                </a:cxn>
                <a:cxn ang="0">
                  <a:pos x="300" y="160"/>
                </a:cxn>
                <a:cxn ang="0">
                  <a:pos x="315" y="181"/>
                </a:cxn>
                <a:cxn ang="0">
                  <a:pos x="305" y="205"/>
                </a:cxn>
                <a:cxn ang="0">
                  <a:pos x="315" y="234"/>
                </a:cxn>
                <a:cxn ang="0">
                  <a:pos x="306" y="255"/>
                </a:cxn>
                <a:cxn ang="0">
                  <a:pos x="288" y="244"/>
                </a:cxn>
                <a:cxn ang="0">
                  <a:pos x="287" y="265"/>
                </a:cxn>
                <a:cxn ang="0">
                  <a:pos x="277" y="277"/>
                </a:cxn>
                <a:cxn ang="0">
                  <a:pos x="263" y="290"/>
                </a:cxn>
                <a:cxn ang="0">
                  <a:pos x="260" y="301"/>
                </a:cxn>
                <a:cxn ang="0">
                  <a:pos x="259" y="313"/>
                </a:cxn>
                <a:cxn ang="0">
                  <a:pos x="251" y="327"/>
                </a:cxn>
                <a:cxn ang="0">
                  <a:pos x="249" y="341"/>
                </a:cxn>
                <a:cxn ang="0">
                  <a:pos x="241" y="351"/>
                </a:cxn>
                <a:cxn ang="0">
                  <a:pos x="226" y="354"/>
                </a:cxn>
                <a:cxn ang="0">
                  <a:pos x="208" y="353"/>
                </a:cxn>
                <a:cxn ang="0">
                  <a:pos x="192" y="360"/>
                </a:cxn>
                <a:cxn ang="0">
                  <a:pos x="169" y="346"/>
                </a:cxn>
                <a:cxn ang="0">
                  <a:pos x="152" y="338"/>
                </a:cxn>
                <a:cxn ang="0">
                  <a:pos x="137" y="339"/>
                </a:cxn>
                <a:cxn ang="0">
                  <a:pos x="124" y="322"/>
                </a:cxn>
                <a:cxn ang="0">
                  <a:pos x="124" y="310"/>
                </a:cxn>
                <a:cxn ang="0">
                  <a:pos x="105" y="303"/>
                </a:cxn>
                <a:cxn ang="0">
                  <a:pos x="105" y="280"/>
                </a:cxn>
                <a:cxn ang="0">
                  <a:pos x="110" y="265"/>
                </a:cxn>
                <a:cxn ang="0">
                  <a:pos x="106" y="254"/>
                </a:cxn>
                <a:cxn ang="0">
                  <a:pos x="108" y="238"/>
                </a:cxn>
                <a:cxn ang="0">
                  <a:pos x="85" y="228"/>
                </a:cxn>
                <a:cxn ang="0">
                  <a:pos x="77" y="216"/>
                </a:cxn>
                <a:cxn ang="0">
                  <a:pos x="65" y="198"/>
                </a:cxn>
                <a:cxn ang="0">
                  <a:pos x="38" y="196"/>
                </a:cxn>
                <a:cxn ang="0">
                  <a:pos x="21" y="196"/>
                </a:cxn>
                <a:cxn ang="0">
                  <a:pos x="13" y="177"/>
                </a:cxn>
                <a:cxn ang="0">
                  <a:pos x="3" y="172"/>
                </a:cxn>
                <a:cxn ang="0">
                  <a:pos x="14" y="154"/>
                </a:cxn>
                <a:cxn ang="0">
                  <a:pos x="31" y="149"/>
                </a:cxn>
                <a:cxn ang="0">
                  <a:pos x="38" y="125"/>
                </a:cxn>
                <a:cxn ang="0">
                  <a:pos x="45" y="101"/>
                </a:cxn>
                <a:cxn ang="0">
                  <a:pos x="33" y="86"/>
                </a:cxn>
                <a:cxn ang="0">
                  <a:pos x="32" y="59"/>
                </a:cxn>
                <a:cxn ang="0">
                  <a:pos x="44" y="42"/>
                </a:cxn>
                <a:cxn ang="0">
                  <a:pos x="69" y="30"/>
                </a:cxn>
                <a:cxn ang="0">
                  <a:pos x="87" y="21"/>
                </a:cxn>
                <a:cxn ang="0">
                  <a:pos x="100" y="17"/>
                </a:cxn>
                <a:cxn ang="0">
                  <a:pos x="116" y="16"/>
                </a:cxn>
                <a:cxn ang="0">
                  <a:pos x="130" y="25"/>
                </a:cxn>
                <a:cxn ang="0">
                  <a:pos x="146" y="13"/>
                </a:cxn>
                <a:cxn ang="0">
                  <a:pos x="166" y="10"/>
                </a:cxn>
                <a:cxn ang="0">
                  <a:pos x="175" y="13"/>
                </a:cxn>
                <a:cxn ang="0">
                  <a:pos x="191" y="11"/>
                </a:cxn>
                <a:cxn ang="0">
                  <a:pos x="201" y="8"/>
                </a:cxn>
                <a:cxn ang="0">
                  <a:pos x="228" y="8"/>
                </a:cxn>
                <a:cxn ang="0">
                  <a:pos x="262" y="9"/>
                </a:cxn>
                <a:cxn ang="0">
                  <a:pos x="274" y="4"/>
                </a:cxn>
                <a:cxn ang="0">
                  <a:pos x="280" y="25"/>
                </a:cxn>
                <a:cxn ang="0">
                  <a:pos x="295" y="40"/>
                </a:cxn>
                <a:cxn ang="0">
                  <a:pos x="307" y="53"/>
                </a:cxn>
                <a:cxn ang="0">
                  <a:pos x="319" y="79"/>
                </a:cxn>
              </a:cxnLst>
              <a:rect l="0" t="0" r="r" b="b"/>
              <a:pathLst>
                <a:path w="325" h="362">
                  <a:moveTo>
                    <a:pt x="325" y="99"/>
                  </a:moveTo>
                  <a:cubicBezTo>
                    <a:pt x="325" y="101"/>
                    <a:pt x="324" y="106"/>
                    <a:pt x="323" y="108"/>
                  </a:cubicBezTo>
                  <a:cubicBezTo>
                    <a:pt x="323" y="110"/>
                    <a:pt x="325" y="113"/>
                    <a:pt x="325" y="115"/>
                  </a:cubicBezTo>
                  <a:cubicBezTo>
                    <a:pt x="324" y="117"/>
                    <a:pt x="323" y="121"/>
                    <a:pt x="322" y="123"/>
                  </a:cubicBezTo>
                  <a:cubicBezTo>
                    <a:pt x="321" y="126"/>
                    <a:pt x="320" y="132"/>
                    <a:pt x="318" y="134"/>
                  </a:cubicBezTo>
                  <a:cubicBezTo>
                    <a:pt x="317" y="135"/>
                    <a:pt x="313" y="135"/>
                    <a:pt x="312" y="136"/>
                  </a:cubicBezTo>
                  <a:cubicBezTo>
                    <a:pt x="310" y="136"/>
                    <a:pt x="307" y="138"/>
                    <a:pt x="306" y="139"/>
                  </a:cubicBezTo>
                  <a:cubicBezTo>
                    <a:pt x="305" y="139"/>
                    <a:pt x="302" y="138"/>
                    <a:pt x="301" y="139"/>
                  </a:cubicBezTo>
                  <a:cubicBezTo>
                    <a:pt x="300" y="139"/>
                    <a:pt x="297" y="141"/>
                    <a:pt x="296" y="143"/>
                  </a:cubicBezTo>
                  <a:cubicBezTo>
                    <a:pt x="294" y="144"/>
                    <a:pt x="293" y="149"/>
                    <a:pt x="292" y="152"/>
                  </a:cubicBezTo>
                  <a:cubicBezTo>
                    <a:pt x="292" y="154"/>
                    <a:pt x="292" y="158"/>
                    <a:pt x="293" y="159"/>
                  </a:cubicBezTo>
                  <a:cubicBezTo>
                    <a:pt x="295" y="160"/>
                    <a:pt x="298" y="160"/>
                    <a:pt x="300" y="160"/>
                  </a:cubicBezTo>
                  <a:cubicBezTo>
                    <a:pt x="302" y="161"/>
                    <a:pt x="306" y="165"/>
                    <a:pt x="308" y="167"/>
                  </a:cubicBezTo>
                  <a:cubicBezTo>
                    <a:pt x="309" y="169"/>
                    <a:pt x="311" y="173"/>
                    <a:pt x="312" y="175"/>
                  </a:cubicBezTo>
                  <a:cubicBezTo>
                    <a:pt x="313" y="176"/>
                    <a:pt x="314" y="179"/>
                    <a:pt x="315" y="181"/>
                  </a:cubicBezTo>
                  <a:cubicBezTo>
                    <a:pt x="315" y="183"/>
                    <a:pt x="316" y="189"/>
                    <a:pt x="314" y="192"/>
                  </a:cubicBezTo>
                  <a:cubicBezTo>
                    <a:pt x="314" y="193"/>
                    <a:pt x="310" y="194"/>
                    <a:pt x="309" y="196"/>
                  </a:cubicBezTo>
                  <a:cubicBezTo>
                    <a:pt x="308" y="198"/>
                    <a:pt x="305" y="203"/>
                    <a:pt x="305" y="205"/>
                  </a:cubicBezTo>
                  <a:cubicBezTo>
                    <a:pt x="305" y="208"/>
                    <a:pt x="306" y="214"/>
                    <a:pt x="308" y="217"/>
                  </a:cubicBezTo>
                  <a:cubicBezTo>
                    <a:pt x="308" y="219"/>
                    <a:pt x="311" y="221"/>
                    <a:pt x="312" y="223"/>
                  </a:cubicBezTo>
                  <a:cubicBezTo>
                    <a:pt x="313" y="225"/>
                    <a:pt x="315" y="231"/>
                    <a:pt x="315" y="234"/>
                  </a:cubicBezTo>
                  <a:cubicBezTo>
                    <a:pt x="315" y="235"/>
                    <a:pt x="312" y="238"/>
                    <a:pt x="312" y="239"/>
                  </a:cubicBezTo>
                  <a:cubicBezTo>
                    <a:pt x="311" y="242"/>
                    <a:pt x="313" y="248"/>
                    <a:pt x="312" y="250"/>
                  </a:cubicBezTo>
                  <a:cubicBezTo>
                    <a:pt x="311" y="252"/>
                    <a:pt x="308" y="255"/>
                    <a:pt x="306" y="255"/>
                  </a:cubicBezTo>
                  <a:cubicBezTo>
                    <a:pt x="303" y="256"/>
                    <a:pt x="297" y="254"/>
                    <a:pt x="295" y="251"/>
                  </a:cubicBezTo>
                  <a:cubicBezTo>
                    <a:pt x="294" y="250"/>
                    <a:pt x="295" y="247"/>
                    <a:pt x="294" y="246"/>
                  </a:cubicBezTo>
                  <a:cubicBezTo>
                    <a:pt x="293" y="244"/>
                    <a:pt x="289" y="243"/>
                    <a:pt x="288" y="244"/>
                  </a:cubicBezTo>
                  <a:cubicBezTo>
                    <a:pt x="287" y="244"/>
                    <a:pt x="286" y="247"/>
                    <a:pt x="286" y="249"/>
                  </a:cubicBezTo>
                  <a:cubicBezTo>
                    <a:pt x="286" y="250"/>
                    <a:pt x="288" y="254"/>
                    <a:pt x="288" y="256"/>
                  </a:cubicBezTo>
                  <a:cubicBezTo>
                    <a:pt x="288" y="258"/>
                    <a:pt x="289" y="263"/>
                    <a:pt x="287" y="265"/>
                  </a:cubicBezTo>
                  <a:cubicBezTo>
                    <a:pt x="287" y="266"/>
                    <a:pt x="285" y="266"/>
                    <a:pt x="284" y="267"/>
                  </a:cubicBezTo>
                  <a:cubicBezTo>
                    <a:pt x="283" y="268"/>
                    <a:pt x="282" y="272"/>
                    <a:pt x="281" y="273"/>
                  </a:cubicBezTo>
                  <a:cubicBezTo>
                    <a:pt x="280" y="274"/>
                    <a:pt x="278" y="276"/>
                    <a:pt x="277" y="277"/>
                  </a:cubicBezTo>
                  <a:cubicBezTo>
                    <a:pt x="275" y="277"/>
                    <a:pt x="272" y="278"/>
                    <a:pt x="270" y="279"/>
                  </a:cubicBezTo>
                  <a:cubicBezTo>
                    <a:pt x="268" y="280"/>
                    <a:pt x="266" y="284"/>
                    <a:pt x="265" y="286"/>
                  </a:cubicBezTo>
                  <a:cubicBezTo>
                    <a:pt x="264" y="287"/>
                    <a:pt x="264" y="289"/>
                    <a:pt x="263" y="290"/>
                  </a:cubicBezTo>
                  <a:cubicBezTo>
                    <a:pt x="262" y="291"/>
                    <a:pt x="260" y="292"/>
                    <a:pt x="259" y="293"/>
                  </a:cubicBezTo>
                  <a:cubicBezTo>
                    <a:pt x="259" y="294"/>
                    <a:pt x="259" y="296"/>
                    <a:pt x="259" y="297"/>
                  </a:cubicBezTo>
                  <a:cubicBezTo>
                    <a:pt x="259" y="298"/>
                    <a:pt x="260" y="300"/>
                    <a:pt x="260" y="301"/>
                  </a:cubicBezTo>
                  <a:cubicBezTo>
                    <a:pt x="261" y="302"/>
                    <a:pt x="264" y="303"/>
                    <a:pt x="264" y="304"/>
                  </a:cubicBezTo>
                  <a:cubicBezTo>
                    <a:pt x="265" y="306"/>
                    <a:pt x="263" y="312"/>
                    <a:pt x="262" y="313"/>
                  </a:cubicBezTo>
                  <a:cubicBezTo>
                    <a:pt x="261" y="313"/>
                    <a:pt x="260" y="313"/>
                    <a:pt x="259" y="313"/>
                  </a:cubicBezTo>
                  <a:cubicBezTo>
                    <a:pt x="258" y="314"/>
                    <a:pt x="260" y="319"/>
                    <a:pt x="259" y="321"/>
                  </a:cubicBezTo>
                  <a:cubicBezTo>
                    <a:pt x="258" y="322"/>
                    <a:pt x="255" y="325"/>
                    <a:pt x="253" y="326"/>
                  </a:cubicBezTo>
                  <a:cubicBezTo>
                    <a:pt x="253" y="326"/>
                    <a:pt x="252" y="326"/>
                    <a:pt x="251" y="327"/>
                  </a:cubicBezTo>
                  <a:cubicBezTo>
                    <a:pt x="250" y="327"/>
                    <a:pt x="247" y="328"/>
                    <a:pt x="246" y="330"/>
                  </a:cubicBezTo>
                  <a:cubicBezTo>
                    <a:pt x="246" y="331"/>
                    <a:pt x="248" y="334"/>
                    <a:pt x="249" y="335"/>
                  </a:cubicBezTo>
                  <a:cubicBezTo>
                    <a:pt x="249" y="337"/>
                    <a:pt x="249" y="340"/>
                    <a:pt x="249" y="341"/>
                  </a:cubicBezTo>
                  <a:cubicBezTo>
                    <a:pt x="248" y="342"/>
                    <a:pt x="246" y="343"/>
                    <a:pt x="245" y="344"/>
                  </a:cubicBezTo>
                  <a:cubicBezTo>
                    <a:pt x="244" y="346"/>
                    <a:pt x="241" y="348"/>
                    <a:pt x="241" y="350"/>
                  </a:cubicBezTo>
                  <a:cubicBezTo>
                    <a:pt x="241" y="350"/>
                    <a:pt x="241" y="351"/>
                    <a:pt x="241" y="351"/>
                  </a:cubicBezTo>
                  <a:cubicBezTo>
                    <a:pt x="239" y="350"/>
                    <a:pt x="238" y="350"/>
                    <a:pt x="237" y="350"/>
                  </a:cubicBezTo>
                  <a:cubicBezTo>
                    <a:pt x="235" y="349"/>
                    <a:pt x="231" y="349"/>
                    <a:pt x="229" y="350"/>
                  </a:cubicBezTo>
                  <a:cubicBezTo>
                    <a:pt x="228" y="350"/>
                    <a:pt x="227" y="353"/>
                    <a:pt x="226" y="354"/>
                  </a:cubicBezTo>
                  <a:cubicBezTo>
                    <a:pt x="225" y="355"/>
                    <a:pt x="222" y="356"/>
                    <a:pt x="221" y="356"/>
                  </a:cubicBezTo>
                  <a:cubicBezTo>
                    <a:pt x="219" y="356"/>
                    <a:pt x="216" y="353"/>
                    <a:pt x="214" y="353"/>
                  </a:cubicBezTo>
                  <a:cubicBezTo>
                    <a:pt x="213" y="353"/>
                    <a:pt x="209" y="352"/>
                    <a:pt x="208" y="353"/>
                  </a:cubicBezTo>
                  <a:cubicBezTo>
                    <a:pt x="207" y="353"/>
                    <a:pt x="207" y="356"/>
                    <a:pt x="206" y="356"/>
                  </a:cubicBezTo>
                  <a:cubicBezTo>
                    <a:pt x="205" y="358"/>
                    <a:pt x="201" y="362"/>
                    <a:pt x="199" y="362"/>
                  </a:cubicBezTo>
                  <a:cubicBezTo>
                    <a:pt x="197" y="362"/>
                    <a:pt x="193" y="360"/>
                    <a:pt x="192" y="360"/>
                  </a:cubicBezTo>
                  <a:cubicBezTo>
                    <a:pt x="190" y="359"/>
                    <a:pt x="185" y="359"/>
                    <a:pt x="184" y="358"/>
                  </a:cubicBezTo>
                  <a:cubicBezTo>
                    <a:pt x="182" y="356"/>
                    <a:pt x="180" y="351"/>
                    <a:pt x="178" y="350"/>
                  </a:cubicBezTo>
                  <a:cubicBezTo>
                    <a:pt x="176" y="348"/>
                    <a:pt x="170" y="348"/>
                    <a:pt x="169" y="346"/>
                  </a:cubicBezTo>
                  <a:cubicBezTo>
                    <a:pt x="168" y="344"/>
                    <a:pt x="170" y="339"/>
                    <a:pt x="169" y="338"/>
                  </a:cubicBezTo>
                  <a:cubicBezTo>
                    <a:pt x="167" y="336"/>
                    <a:pt x="163" y="336"/>
                    <a:pt x="161" y="336"/>
                  </a:cubicBezTo>
                  <a:cubicBezTo>
                    <a:pt x="158" y="336"/>
                    <a:pt x="154" y="338"/>
                    <a:pt x="152" y="338"/>
                  </a:cubicBezTo>
                  <a:cubicBezTo>
                    <a:pt x="150" y="337"/>
                    <a:pt x="148" y="333"/>
                    <a:pt x="146" y="333"/>
                  </a:cubicBezTo>
                  <a:cubicBezTo>
                    <a:pt x="143" y="333"/>
                    <a:pt x="141" y="337"/>
                    <a:pt x="139" y="338"/>
                  </a:cubicBezTo>
                  <a:cubicBezTo>
                    <a:pt x="138" y="338"/>
                    <a:pt x="138" y="339"/>
                    <a:pt x="137" y="339"/>
                  </a:cubicBezTo>
                  <a:cubicBezTo>
                    <a:pt x="136" y="336"/>
                    <a:pt x="135" y="333"/>
                    <a:pt x="134" y="332"/>
                  </a:cubicBezTo>
                  <a:cubicBezTo>
                    <a:pt x="132" y="330"/>
                    <a:pt x="125" y="330"/>
                    <a:pt x="124" y="328"/>
                  </a:cubicBezTo>
                  <a:cubicBezTo>
                    <a:pt x="123" y="327"/>
                    <a:pt x="123" y="324"/>
                    <a:pt x="124" y="322"/>
                  </a:cubicBezTo>
                  <a:cubicBezTo>
                    <a:pt x="124" y="321"/>
                    <a:pt x="128" y="319"/>
                    <a:pt x="128" y="317"/>
                  </a:cubicBezTo>
                  <a:cubicBezTo>
                    <a:pt x="129" y="316"/>
                    <a:pt x="128" y="312"/>
                    <a:pt x="127" y="311"/>
                  </a:cubicBezTo>
                  <a:cubicBezTo>
                    <a:pt x="127" y="310"/>
                    <a:pt x="125" y="310"/>
                    <a:pt x="124" y="310"/>
                  </a:cubicBezTo>
                  <a:cubicBezTo>
                    <a:pt x="122" y="310"/>
                    <a:pt x="117" y="313"/>
                    <a:pt x="115" y="313"/>
                  </a:cubicBezTo>
                  <a:cubicBezTo>
                    <a:pt x="113" y="313"/>
                    <a:pt x="110" y="312"/>
                    <a:pt x="109" y="312"/>
                  </a:cubicBezTo>
                  <a:cubicBezTo>
                    <a:pt x="108" y="310"/>
                    <a:pt x="107" y="305"/>
                    <a:pt x="105" y="303"/>
                  </a:cubicBezTo>
                  <a:cubicBezTo>
                    <a:pt x="105" y="302"/>
                    <a:pt x="101" y="300"/>
                    <a:pt x="101" y="299"/>
                  </a:cubicBezTo>
                  <a:cubicBezTo>
                    <a:pt x="101" y="296"/>
                    <a:pt x="104" y="291"/>
                    <a:pt x="104" y="289"/>
                  </a:cubicBezTo>
                  <a:cubicBezTo>
                    <a:pt x="105" y="287"/>
                    <a:pt x="106" y="282"/>
                    <a:pt x="105" y="280"/>
                  </a:cubicBezTo>
                  <a:cubicBezTo>
                    <a:pt x="105" y="278"/>
                    <a:pt x="101" y="276"/>
                    <a:pt x="101" y="274"/>
                  </a:cubicBezTo>
                  <a:cubicBezTo>
                    <a:pt x="101" y="272"/>
                    <a:pt x="101" y="266"/>
                    <a:pt x="103" y="265"/>
                  </a:cubicBezTo>
                  <a:cubicBezTo>
                    <a:pt x="104" y="264"/>
                    <a:pt x="108" y="265"/>
                    <a:pt x="110" y="265"/>
                  </a:cubicBezTo>
                  <a:cubicBezTo>
                    <a:pt x="112" y="264"/>
                    <a:pt x="115" y="261"/>
                    <a:pt x="116" y="259"/>
                  </a:cubicBezTo>
                  <a:cubicBezTo>
                    <a:pt x="116" y="257"/>
                    <a:pt x="117" y="253"/>
                    <a:pt x="115" y="252"/>
                  </a:cubicBezTo>
                  <a:cubicBezTo>
                    <a:pt x="113" y="250"/>
                    <a:pt x="108" y="256"/>
                    <a:pt x="106" y="254"/>
                  </a:cubicBezTo>
                  <a:cubicBezTo>
                    <a:pt x="105" y="254"/>
                    <a:pt x="104" y="249"/>
                    <a:pt x="104" y="248"/>
                  </a:cubicBezTo>
                  <a:cubicBezTo>
                    <a:pt x="105" y="246"/>
                    <a:pt x="111" y="244"/>
                    <a:pt x="111" y="242"/>
                  </a:cubicBezTo>
                  <a:cubicBezTo>
                    <a:pt x="111" y="241"/>
                    <a:pt x="109" y="239"/>
                    <a:pt x="108" y="238"/>
                  </a:cubicBezTo>
                  <a:cubicBezTo>
                    <a:pt x="107" y="237"/>
                    <a:pt x="104" y="234"/>
                    <a:pt x="103" y="233"/>
                  </a:cubicBezTo>
                  <a:cubicBezTo>
                    <a:pt x="100" y="232"/>
                    <a:pt x="95" y="234"/>
                    <a:pt x="93" y="233"/>
                  </a:cubicBezTo>
                  <a:cubicBezTo>
                    <a:pt x="90" y="232"/>
                    <a:pt x="86" y="230"/>
                    <a:pt x="85" y="228"/>
                  </a:cubicBezTo>
                  <a:cubicBezTo>
                    <a:pt x="85" y="226"/>
                    <a:pt x="90" y="223"/>
                    <a:pt x="89" y="221"/>
                  </a:cubicBezTo>
                  <a:cubicBezTo>
                    <a:pt x="89" y="219"/>
                    <a:pt x="85" y="217"/>
                    <a:pt x="83" y="216"/>
                  </a:cubicBezTo>
                  <a:cubicBezTo>
                    <a:pt x="82" y="215"/>
                    <a:pt x="79" y="216"/>
                    <a:pt x="77" y="216"/>
                  </a:cubicBezTo>
                  <a:cubicBezTo>
                    <a:pt x="76" y="215"/>
                    <a:pt x="72" y="214"/>
                    <a:pt x="71" y="212"/>
                  </a:cubicBezTo>
                  <a:cubicBezTo>
                    <a:pt x="70" y="209"/>
                    <a:pt x="73" y="203"/>
                    <a:pt x="71" y="200"/>
                  </a:cubicBezTo>
                  <a:cubicBezTo>
                    <a:pt x="70" y="199"/>
                    <a:pt x="67" y="198"/>
                    <a:pt x="65" y="198"/>
                  </a:cubicBezTo>
                  <a:cubicBezTo>
                    <a:pt x="63" y="197"/>
                    <a:pt x="59" y="199"/>
                    <a:pt x="57" y="199"/>
                  </a:cubicBezTo>
                  <a:cubicBezTo>
                    <a:pt x="54" y="199"/>
                    <a:pt x="49" y="197"/>
                    <a:pt x="47" y="196"/>
                  </a:cubicBezTo>
                  <a:cubicBezTo>
                    <a:pt x="45" y="196"/>
                    <a:pt x="40" y="195"/>
                    <a:pt x="38" y="196"/>
                  </a:cubicBezTo>
                  <a:cubicBezTo>
                    <a:pt x="36" y="198"/>
                    <a:pt x="37" y="203"/>
                    <a:pt x="35" y="205"/>
                  </a:cubicBezTo>
                  <a:cubicBezTo>
                    <a:pt x="32" y="207"/>
                    <a:pt x="24" y="207"/>
                    <a:pt x="21" y="205"/>
                  </a:cubicBezTo>
                  <a:cubicBezTo>
                    <a:pt x="20" y="203"/>
                    <a:pt x="21" y="198"/>
                    <a:pt x="21" y="196"/>
                  </a:cubicBezTo>
                  <a:cubicBezTo>
                    <a:pt x="22" y="194"/>
                    <a:pt x="25" y="190"/>
                    <a:pt x="25" y="187"/>
                  </a:cubicBezTo>
                  <a:cubicBezTo>
                    <a:pt x="25" y="185"/>
                    <a:pt x="23" y="181"/>
                    <a:pt x="21" y="180"/>
                  </a:cubicBezTo>
                  <a:cubicBezTo>
                    <a:pt x="20" y="178"/>
                    <a:pt x="15" y="177"/>
                    <a:pt x="13" y="177"/>
                  </a:cubicBezTo>
                  <a:cubicBezTo>
                    <a:pt x="10" y="176"/>
                    <a:pt x="4" y="177"/>
                    <a:pt x="2" y="176"/>
                  </a:cubicBezTo>
                  <a:cubicBezTo>
                    <a:pt x="1" y="176"/>
                    <a:pt x="1" y="175"/>
                    <a:pt x="0" y="175"/>
                  </a:cubicBezTo>
                  <a:cubicBezTo>
                    <a:pt x="2" y="174"/>
                    <a:pt x="3" y="173"/>
                    <a:pt x="3" y="172"/>
                  </a:cubicBezTo>
                  <a:cubicBezTo>
                    <a:pt x="4" y="170"/>
                    <a:pt x="4" y="167"/>
                    <a:pt x="4" y="166"/>
                  </a:cubicBezTo>
                  <a:cubicBezTo>
                    <a:pt x="5" y="164"/>
                    <a:pt x="8" y="161"/>
                    <a:pt x="10" y="159"/>
                  </a:cubicBezTo>
                  <a:cubicBezTo>
                    <a:pt x="11" y="158"/>
                    <a:pt x="13" y="154"/>
                    <a:pt x="14" y="154"/>
                  </a:cubicBezTo>
                  <a:cubicBezTo>
                    <a:pt x="15" y="153"/>
                    <a:pt x="17" y="154"/>
                    <a:pt x="17" y="154"/>
                  </a:cubicBezTo>
                  <a:cubicBezTo>
                    <a:pt x="20" y="154"/>
                    <a:pt x="24" y="155"/>
                    <a:pt x="26" y="155"/>
                  </a:cubicBezTo>
                  <a:cubicBezTo>
                    <a:pt x="28" y="154"/>
                    <a:pt x="31" y="151"/>
                    <a:pt x="31" y="149"/>
                  </a:cubicBezTo>
                  <a:cubicBezTo>
                    <a:pt x="32" y="146"/>
                    <a:pt x="29" y="140"/>
                    <a:pt x="29" y="136"/>
                  </a:cubicBezTo>
                  <a:cubicBezTo>
                    <a:pt x="29" y="133"/>
                    <a:pt x="29" y="125"/>
                    <a:pt x="31" y="123"/>
                  </a:cubicBezTo>
                  <a:cubicBezTo>
                    <a:pt x="33" y="122"/>
                    <a:pt x="36" y="125"/>
                    <a:pt x="38" y="125"/>
                  </a:cubicBezTo>
                  <a:cubicBezTo>
                    <a:pt x="40" y="124"/>
                    <a:pt x="44" y="122"/>
                    <a:pt x="45" y="120"/>
                  </a:cubicBezTo>
                  <a:cubicBezTo>
                    <a:pt x="47" y="118"/>
                    <a:pt x="49" y="114"/>
                    <a:pt x="49" y="111"/>
                  </a:cubicBezTo>
                  <a:cubicBezTo>
                    <a:pt x="49" y="109"/>
                    <a:pt x="48" y="102"/>
                    <a:pt x="45" y="101"/>
                  </a:cubicBezTo>
                  <a:cubicBezTo>
                    <a:pt x="44" y="100"/>
                    <a:pt x="40" y="103"/>
                    <a:pt x="39" y="102"/>
                  </a:cubicBezTo>
                  <a:cubicBezTo>
                    <a:pt x="37" y="102"/>
                    <a:pt x="34" y="98"/>
                    <a:pt x="34" y="97"/>
                  </a:cubicBezTo>
                  <a:cubicBezTo>
                    <a:pt x="33" y="94"/>
                    <a:pt x="33" y="89"/>
                    <a:pt x="33" y="86"/>
                  </a:cubicBezTo>
                  <a:cubicBezTo>
                    <a:pt x="32" y="84"/>
                    <a:pt x="30" y="81"/>
                    <a:pt x="31" y="79"/>
                  </a:cubicBezTo>
                  <a:cubicBezTo>
                    <a:pt x="31" y="75"/>
                    <a:pt x="35" y="70"/>
                    <a:pt x="35" y="67"/>
                  </a:cubicBezTo>
                  <a:cubicBezTo>
                    <a:pt x="35" y="65"/>
                    <a:pt x="32" y="61"/>
                    <a:pt x="32" y="59"/>
                  </a:cubicBezTo>
                  <a:cubicBezTo>
                    <a:pt x="31" y="57"/>
                    <a:pt x="31" y="51"/>
                    <a:pt x="33" y="49"/>
                  </a:cubicBezTo>
                  <a:cubicBezTo>
                    <a:pt x="34" y="48"/>
                    <a:pt x="37" y="50"/>
                    <a:pt x="38" y="49"/>
                  </a:cubicBezTo>
                  <a:cubicBezTo>
                    <a:pt x="40" y="48"/>
                    <a:pt x="42" y="43"/>
                    <a:pt x="44" y="42"/>
                  </a:cubicBezTo>
                  <a:cubicBezTo>
                    <a:pt x="46" y="41"/>
                    <a:pt x="51" y="43"/>
                    <a:pt x="53" y="42"/>
                  </a:cubicBezTo>
                  <a:cubicBezTo>
                    <a:pt x="56" y="41"/>
                    <a:pt x="61" y="37"/>
                    <a:pt x="63" y="35"/>
                  </a:cubicBezTo>
                  <a:cubicBezTo>
                    <a:pt x="65" y="34"/>
                    <a:pt x="68" y="32"/>
                    <a:pt x="69" y="30"/>
                  </a:cubicBezTo>
                  <a:cubicBezTo>
                    <a:pt x="69" y="29"/>
                    <a:pt x="68" y="26"/>
                    <a:pt x="69" y="25"/>
                  </a:cubicBezTo>
                  <a:cubicBezTo>
                    <a:pt x="70" y="22"/>
                    <a:pt x="77" y="21"/>
                    <a:pt x="80" y="21"/>
                  </a:cubicBezTo>
                  <a:cubicBezTo>
                    <a:pt x="82" y="21"/>
                    <a:pt x="86" y="22"/>
                    <a:pt x="87" y="21"/>
                  </a:cubicBezTo>
                  <a:cubicBezTo>
                    <a:pt x="89" y="20"/>
                    <a:pt x="90" y="17"/>
                    <a:pt x="92" y="16"/>
                  </a:cubicBezTo>
                  <a:cubicBezTo>
                    <a:pt x="92" y="15"/>
                    <a:pt x="95" y="15"/>
                    <a:pt x="96" y="15"/>
                  </a:cubicBezTo>
                  <a:cubicBezTo>
                    <a:pt x="97" y="16"/>
                    <a:pt x="99" y="17"/>
                    <a:pt x="100" y="17"/>
                  </a:cubicBezTo>
                  <a:cubicBezTo>
                    <a:pt x="101" y="18"/>
                    <a:pt x="103" y="21"/>
                    <a:pt x="104" y="21"/>
                  </a:cubicBezTo>
                  <a:cubicBezTo>
                    <a:pt x="107" y="22"/>
                    <a:pt x="112" y="22"/>
                    <a:pt x="114" y="21"/>
                  </a:cubicBezTo>
                  <a:cubicBezTo>
                    <a:pt x="115" y="20"/>
                    <a:pt x="115" y="17"/>
                    <a:pt x="116" y="16"/>
                  </a:cubicBezTo>
                  <a:cubicBezTo>
                    <a:pt x="117" y="15"/>
                    <a:pt x="119" y="13"/>
                    <a:pt x="120" y="13"/>
                  </a:cubicBezTo>
                  <a:cubicBezTo>
                    <a:pt x="123" y="13"/>
                    <a:pt x="126" y="16"/>
                    <a:pt x="128" y="17"/>
                  </a:cubicBezTo>
                  <a:cubicBezTo>
                    <a:pt x="129" y="19"/>
                    <a:pt x="129" y="24"/>
                    <a:pt x="130" y="25"/>
                  </a:cubicBezTo>
                  <a:cubicBezTo>
                    <a:pt x="132" y="26"/>
                    <a:pt x="135" y="23"/>
                    <a:pt x="137" y="23"/>
                  </a:cubicBezTo>
                  <a:cubicBezTo>
                    <a:pt x="139" y="22"/>
                    <a:pt x="145" y="20"/>
                    <a:pt x="146" y="18"/>
                  </a:cubicBezTo>
                  <a:cubicBezTo>
                    <a:pt x="147" y="17"/>
                    <a:pt x="145" y="14"/>
                    <a:pt x="146" y="13"/>
                  </a:cubicBezTo>
                  <a:cubicBezTo>
                    <a:pt x="147" y="11"/>
                    <a:pt x="150" y="9"/>
                    <a:pt x="152" y="8"/>
                  </a:cubicBezTo>
                  <a:cubicBezTo>
                    <a:pt x="154" y="7"/>
                    <a:pt x="158" y="8"/>
                    <a:pt x="161" y="8"/>
                  </a:cubicBezTo>
                  <a:cubicBezTo>
                    <a:pt x="162" y="8"/>
                    <a:pt x="165" y="8"/>
                    <a:pt x="166" y="10"/>
                  </a:cubicBezTo>
                  <a:cubicBezTo>
                    <a:pt x="168" y="11"/>
                    <a:pt x="165" y="17"/>
                    <a:pt x="166" y="18"/>
                  </a:cubicBezTo>
                  <a:cubicBezTo>
                    <a:pt x="168" y="19"/>
                    <a:pt x="173" y="19"/>
                    <a:pt x="175" y="18"/>
                  </a:cubicBezTo>
                  <a:cubicBezTo>
                    <a:pt x="176" y="17"/>
                    <a:pt x="174" y="14"/>
                    <a:pt x="175" y="13"/>
                  </a:cubicBezTo>
                  <a:cubicBezTo>
                    <a:pt x="176" y="11"/>
                    <a:pt x="181" y="10"/>
                    <a:pt x="183" y="10"/>
                  </a:cubicBezTo>
                  <a:cubicBezTo>
                    <a:pt x="185" y="11"/>
                    <a:pt x="186" y="16"/>
                    <a:pt x="188" y="16"/>
                  </a:cubicBezTo>
                  <a:cubicBezTo>
                    <a:pt x="190" y="16"/>
                    <a:pt x="191" y="13"/>
                    <a:pt x="191" y="11"/>
                  </a:cubicBezTo>
                  <a:cubicBezTo>
                    <a:pt x="191" y="9"/>
                    <a:pt x="187" y="3"/>
                    <a:pt x="188" y="1"/>
                  </a:cubicBezTo>
                  <a:cubicBezTo>
                    <a:pt x="189" y="0"/>
                    <a:pt x="193" y="1"/>
                    <a:pt x="195" y="1"/>
                  </a:cubicBezTo>
                  <a:cubicBezTo>
                    <a:pt x="197" y="2"/>
                    <a:pt x="199" y="7"/>
                    <a:pt x="201" y="8"/>
                  </a:cubicBezTo>
                  <a:cubicBezTo>
                    <a:pt x="204" y="8"/>
                    <a:pt x="207" y="5"/>
                    <a:pt x="210" y="4"/>
                  </a:cubicBezTo>
                  <a:cubicBezTo>
                    <a:pt x="212" y="4"/>
                    <a:pt x="217" y="4"/>
                    <a:pt x="219" y="4"/>
                  </a:cubicBezTo>
                  <a:cubicBezTo>
                    <a:pt x="221" y="5"/>
                    <a:pt x="226" y="7"/>
                    <a:pt x="228" y="8"/>
                  </a:cubicBezTo>
                  <a:cubicBezTo>
                    <a:pt x="232" y="8"/>
                    <a:pt x="238" y="7"/>
                    <a:pt x="241" y="8"/>
                  </a:cubicBezTo>
                  <a:cubicBezTo>
                    <a:pt x="242" y="8"/>
                    <a:pt x="243" y="11"/>
                    <a:pt x="245" y="11"/>
                  </a:cubicBezTo>
                  <a:cubicBezTo>
                    <a:pt x="249" y="13"/>
                    <a:pt x="259" y="11"/>
                    <a:pt x="262" y="9"/>
                  </a:cubicBezTo>
                  <a:cubicBezTo>
                    <a:pt x="264" y="8"/>
                    <a:pt x="264" y="5"/>
                    <a:pt x="266" y="4"/>
                  </a:cubicBezTo>
                  <a:cubicBezTo>
                    <a:pt x="268" y="3"/>
                    <a:pt x="271" y="3"/>
                    <a:pt x="274" y="4"/>
                  </a:cubicBezTo>
                  <a:cubicBezTo>
                    <a:pt x="274" y="4"/>
                    <a:pt x="274" y="4"/>
                    <a:pt x="274" y="4"/>
                  </a:cubicBezTo>
                  <a:cubicBezTo>
                    <a:pt x="273" y="5"/>
                    <a:pt x="272" y="9"/>
                    <a:pt x="272" y="10"/>
                  </a:cubicBezTo>
                  <a:cubicBezTo>
                    <a:pt x="273" y="13"/>
                    <a:pt x="276" y="17"/>
                    <a:pt x="277" y="20"/>
                  </a:cubicBezTo>
                  <a:cubicBezTo>
                    <a:pt x="278" y="21"/>
                    <a:pt x="278" y="24"/>
                    <a:pt x="280" y="25"/>
                  </a:cubicBezTo>
                  <a:cubicBezTo>
                    <a:pt x="281" y="27"/>
                    <a:pt x="285" y="27"/>
                    <a:pt x="287" y="28"/>
                  </a:cubicBezTo>
                  <a:cubicBezTo>
                    <a:pt x="289" y="29"/>
                    <a:pt x="291" y="31"/>
                    <a:pt x="292" y="33"/>
                  </a:cubicBezTo>
                  <a:cubicBezTo>
                    <a:pt x="293" y="34"/>
                    <a:pt x="293" y="39"/>
                    <a:pt x="295" y="40"/>
                  </a:cubicBezTo>
                  <a:cubicBezTo>
                    <a:pt x="296" y="40"/>
                    <a:pt x="299" y="39"/>
                    <a:pt x="300" y="40"/>
                  </a:cubicBezTo>
                  <a:cubicBezTo>
                    <a:pt x="302" y="40"/>
                    <a:pt x="306" y="43"/>
                    <a:pt x="307" y="45"/>
                  </a:cubicBezTo>
                  <a:cubicBezTo>
                    <a:pt x="307" y="46"/>
                    <a:pt x="306" y="51"/>
                    <a:pt x="307" y="53"/>
                  </a:cubicBezTo>
                  <a:cubicBezTo>
                    <a:pt x="308" y="55"/>
                    <a:pt x="313" y="57"/>
                    <a:pt x="315" y="59"/>
                  </a:cubicBezTo>
                  <a:cubicBezTo>
                    <a:pt x="317" y="61"/>
                    <a:pt x="319" y="67"/>
                    <a:pt x="319" y="70"/>
                  </a:cubicBezTo>
                  <a:cubicBezTo>
                    <a:pt x="320" y="72"/>
                    <a:pt x="319" y="77"/>
                    <a:pt x="319" y="79"/>
                  </a:cubicBezTo>
                  <a:cubicBezTo>
                    <a:pt x="319" y="82"/>
                    <a:pt x="321" y="86"/>
                    <a:pt x="321" y="89"/>
                  </a:cubicBezTo>
                  <a:cubicBezTo>
                    <a:pt x="322" y="91"/>
                    <a:pt x="325" y="96"/>
                    <a:pt x="325" y="9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7"/>
            <p:cNvSpPr>
              <a:spLocks/>
            </p:cNvSpPr>
            <p:nvPr/>
          </p:nvSpPr>
          <p:spPr bwMode="auto">
            <a:xfrm>
              <a:off x="3033713" y="1508125"/>
              <a:ext cx="723900" cy="701675"/>
            </a:xfrm>
            <a:custGeom>
              <a:avLst/>
              <a:gdLst/>
              <a:ahLst/>
              <a:cxnLst>
                <a:cxn ang="0">
                  <a:pos x="149" y="384"/>
                </a:cxn>
                <a:cxn ang="0">
                  <a:pos x="129" y="361"/>
                </a:cxn>
                <a:cxn ang="0">
                  <a:pos x="132" y="332"/>
                </a:cxn>
                <a:cxn ang="0">
                  <a:pos x="114" y="313"/>
                </a:cxn>
                <a:cxn ang="0">
                  <a:pos x="94" y="300"/>
                </a:cxn>
                <a:cxn ang="0">
                  <a:pos x="86" y="288"/>
                </a:cxn>
                <a:cxn ang="0">
                  <a:pos x="71" y="266"/>
                </a:cxn>
                <a:cxn ang="0">
                  <a:pos x="46" y="253"/>
                </a:cxn>
                <a:cxn ang="0">
                  <a:pos x="22" y="237"/>
                </a:cxn>
                <a:cxn ang="0">
                  <a:pos x="15" y="205"/>
                </a:cxn>
                <a:cxn ang="0">
                  <a:pos x="5" y="190"/>
                </a:cxn>
                <a:cxn ang="0">
                  <a:pos x="6" y="166"/>
                </a:cxn>
                <a:cxn ang="0">
                  <a:pos x="18" y="140"/>
                </a:cxn>
                <a:cxn ang="0">
                  <a:pos x="8" y="113"/>
                </a:cxn>
                <a:cxn ang="0">
                  <a:pos x="15" y="87"/>
                </a:cxn>
                <a:cxn ang="0">
                  <a:pos x="27" y="58"/>
                </a:cxn>
                <a:cxn ang="0">
                  <a:pos x="24" y="26"/>
                </a:cxn>
                <a:cxn ang="0">
                  <a:pos x="41" y="9"/>
                </a:cxn>
                <a:cxn ang="0">
                  <a:pos x="61" y="16"/>
                </a:cxn>
                <a:cxn ang="0">
                  <a:pos x="75" y="1"/>
                </a:cxn>
                <a:cxn ang="0">
                  <a:pos x="84" y="21"/>
                </a:cxn>
                <a:cxn ang="0">
                  <a:pos x="113" y="8"/>
                </a:cxn>
                <a:cxn ang="0">
                  <a:pos x="136" y="17"/>
                </a:cxn>
                <a:cxn ang="0">
                  <a:pos x="161" y="29"/>
                </a:cxn>
                <a:cxn ang="0">
                  <a:pos x="181" y="27"/>
                </a:cxn>
                <a:cxn ang="0">
                  <a:pos x="206" y="20"/>
                </a:cxn>
                <a:cxn ang="0">
                  <a:pos x="242" y="28"/>
                </a:cxn>
                <a:cxn ang="0">
                  <a:pos x="260" y="62"/>
                </a:cxn>
                <a:cxn ang="0">
                  <a:pos x="286" y="96"/>
                </a:cxn>
                <a:cxn ang="0">
                  <a:pos x="301" y="76"/>
                </a:cxn>
                <a:cxn ang="0">
                  <a:pos x="327" y="91"/>
                </a:cxn>
                <a:cxn ang="0">
                  <a:pos x="337" y="101"/>
                </a:cxn>
                <a:cxn ang="0">
                  <a:pos x="352" y="102"/>
                </a:cxn>
                <a:cxn ang="0">
                  <a:pos x="379" y="97"/>
                </a:cxn>
                <a:cxn ang="0">
                  <a:pos x="402" y="89"/>
                </a:cxn>
                <a:cxn ang="0">
                  <a:pos x="422" y="110"/>
                </a:cxn>
                <a:cxn ang="0">
                  <a:pos x="422" y="131"/>
                </a:cxn>
                <a:cxn ang="0">
                  <a:pos x="404" y="142"/>
                </a:cxn>
                <a:cxn ang="0">
                  <a:pos x="377" y="141"/>
                </a:cxn>
                <a:cxn ang="0">
                  <a:pos x="355" y="132"/>
                </a:cxn>
                <a:cxn ang="0">
                  <a:pos x="345" y="117"/>
                </a:cxn>
                <a:cxn ang="0">
                  <a:pos x="335" y="139"/>
                </a:cxn>
                <a:cxn ang="0">
                  <a:pos x="338" y="163"/>
                </a:cxn>
                <a:cxn ang="0">
                  <a:pos x="354" y="182"/>
                </a:cxn>
                <a:cxn ang="0">
                  <a:pos x="370" y="174"/>
                </a:cxn>
                <a:cxn ang="0">
                  <a:pos x="377" y="204"/>
                </a:cxn>
                <a:cxn ang="0">
                  <a:pos x="377" y="231"/>
                </a:cxn>
                <a:cxn ang="0">
                  <a:pos x="359" y="248"/>
                </a:cxn>
                <a:cxn ang="0">
                  <a:pos x="350" y="271"/>
                </a:cxn>
                <a:cxn ang="0">
                  <a:pos x="365" y="291"/>
                </a:cxn>
                <a:cxn ang="0">
                  <a:pos x="362" y="313"/>
                </a:cxn>
                <a:cxn ang="0">
                  <a:pos x="354" y="344"/>
                </a:cxn>
                <a:cxn ang="0">
                  <a:pos x="343" y="367"/>
                </a:cxn>
                <a:cxn ang="0">
                  <a:pos x="332" y="394"/>
                </a:cxn>
                <a:cxn ang="0">
                  <a:pos x="331" y="413"/>
                </a:cxn>
                <a:cxn ang="0">
                  <a:pos x="312" y="410"/>
                </a:cxn>
                <a:cxn ang="0">
                  <a:pos x="284" y="391"/>
                </a:cxn>
                <a:cxn ang="0">
                  <a:pos x="260" y="398"/>
                </a:cxn>
                <a:cxn ang="0">
                  <a:pos x="230" y="393"/>
                </a:cxn>
                <a:cxn ang="0">
                  <a:pos x="209" y="380"/>
                </a:cxn>
                <a:cxn ang="0">
                  <a:pos x="186" y="385"/>
                </a:cxn>
                <a:cxn ang="0">
                  <a:pos x="169" y="395"/>
                </a:cxn>
              </a:cxnLst>
              <a:rect l="0" t="0" r="r" b="b"/>
              <a:pathLst>
                <a:path w="432" h="419">
                  <a:moveTo>
                    <a:pt x="166" y="395"/>
                  </a:moveTo>
                  <a:cubicBezTo>
                    <a:pt x="164" y="395"/>
                    <a:pt x="162" y="395"/>
                    <a:pt x="160" y="395"/>
                  </a:cubicBezTo>
                  <a:cubicBezTo>
                    <a:pt x="159" y="394"/>
                    <a:pt x="157" y="390"/>
                    <a:pt x="155" y="389"/>
                  </a:cubicBezTo>
                  <a:cubicBezTo>
                    <a:pt x="154" y="388"/>
                    <a:pt x="150" y="386"/>
                    <a:pt x="149" y="384"/>
                  </a:cubicBezTo>
                  <a:cubicBezTo>
                    <a:pt x="147" y="382"/>
                    <a:pt x="146" y="377"/>
                    <a:pt x="144" y="375"/>
                  </a:cubicBezTo>
                  <a:cubicBezTo>
                    <a:pt x="143" y="373"/>
                    <a:pt x="141" y="370"/>
                    <a:pt x="139" y="369"/>
                  </a:cubicBezTo>
                  <a:cubicBezTo>
                    <a:pt x="138" y="367"/>
                    <a:pt x="135" y="364"/>
                    <a:pt x="133" y="363"/>
                  </a:cubicBezTo>
                  <a:cubicBezTo>
                    <a:pt x="132" y="362"/>
                    <a:pt x="130" y="362"/>
                    <a:pt x="129" y="361"/>
                  </a:cubicBezTo>
                  <a:cubicBezTo>
                    <a:pt x="128" y="359"/>
                    <a:pt x="127" y="354"/>
                    <a:pt x="127" y="352"/>
                  </a:cubicBezTo>
                  <a:cubicBezTo>
                    <a:pt x="128" y="351"/>
                    <a:pt x="131" y="349"/>
                    <a:pt x="132" y="348"/>
                  </a:cubicBezTo>
                  <a:cubicBezTo>
                    <a:pt x="133" y="346"/>
                    <a:pt x="133" y="342"/>
                    <a:pt x="133" y="340"/>
                  </a:cubicBezTo>
                  <a:cubicBezTo>
                    <a:pt x="133" y="338"/>
                    <a:pt x="132" y="334"/>
                    <a:pt x="132" y="332"/>
                  </a:cubicBezTo>
                  <a:cubicBezTo>
                    <a:pt x="131" y="330"/>
                    <a:pt x="131" y="326"/>
                    <a:pt x="129" y="325"/>
                  </a:cubicBezTo>
                  <a:cubicBezTo>
                    <a:pt x="128" y="324"/>
                    <a:pt x="126" y="325"/>
                    <a:pt x="125" y="325"/>
                  </a:cubicBezTo>
                  <a:cubicBezTo>
                    <a:pt x="123" y="323"/>
                    <a:pt x="125" y="316"/>
                    <a:pt x="123" y="315"/>
                  </a:cubicBezTo>
                  <a:cubicBezTo>
                    <a:pt x="121" y="313"/>
                    <a:pt x="116" y="314"/>
                    <a:pt x="114" y="313"/>
                  </a:cubicBezTo>
                  <a:cubicBezTo>
                    <a:pt x="111" y="313"/>
                    <a:pt x="106" y="311"/>
                    <a:pt x="105" y="309"/>
                  </a:cubicBezTo>
                  <a:cubicBezTo>
                    <a:pt x="104" y="307"/>
                    <a:pt x="106" y="303"/>
                    <a:pt x="105" y="301"/>
                  </a:cubicBezTo>
                  <a:cubicBezTo>
                    <a:pt x="104" y="299"/>
                    <a:pt x="100" y="297"/>
                    <a:pt x="98" y="298"/>
                  </a:cubicBezTo>
                  <a:cubicBezTo>
                    <a:pt x="97" y="298"/>
                    <a:pt x="95" y="299"/>
                    <a:pt x="94" y="300"/>
                  </a:cubicBezTo>
                  <a:cubicBezTo>
                    <a:pt x="93" y="301"/>
                    <a:pt x="93" y="302"/>
                    <a:pt x="93" y="303"/>
                  </a:cubicBezTo>
                  <a:cubicBezTo>
                    <a:pt x="92" y="303"/>
                    <a:pt x="88" y="302"/>
                    <a:pt x="88" y="301"/>
                  </a:cubicBezTo>
                  <a:cubicBezTo>
                    <a:pt x="88" y="300"/>
                    <a:pt x="84" y="295"/>
                    <a:pt x="83" y="293"/>
                  </a:cubicBezTo>
                  <a:cubicBezTo>
                    <a:pt x="83" y="292"/>
                    <a:pt x="86" y="290"/>
                    <a:pt x="86" y="288"/>
                  </a:cubicBezTo>
                  <a:cubicBezTo>
                    <a:pt x="87" y="287"/>
                    <a:pt x="88" y="283"/>
                    <a:pt x="88" y="282"/>
                  </a:cubicBezTo>
                  <a:cubicBezTo>
                    <a:pt x="88" y="280"/>
                    <a:pt x="88" y="276"/>
                    <a:pt x="87" y="274"/>
                  </a:cubicBezTo>
                  <a:cubicBezTo>
                    <a:pt x="85" y="273"/>
                    <a:pt x="81" y="273"/>
                    <a:pt x="79" y="272"/>
                  </a:cubicBezTo>
                  <a:cubicBezTo>
                    <a:pt x="77" y="271"/>
                    <a:pt x="73" y="268"/>
                    <a:pt x="71" y="266"/>
                  </a:cubicBezTo>
                  <a:cubicBezTo>
                    <a:pt x="70" y="265"/>
                    <a:pt x="67" y="261"/>
                    <a:pt x="65" y="260"/>
                  </a:cubicBezTo>
                  <a:cubicBezTo>
                    <a:pt x="63" y="259"/>
                    <a:pt x="60" y="260"/>
                    <a:pt x="59" y="260"/>
                  </a:cubicBezTo>
                  <a:cubicBezTo>
                    <a:pt x="57" y="260"/>
                    <a:pt x="54" y="260"/>
                    <a:pt x="53" y="260"/>
                  </a:cubicBezTo>
                  <a:cubicBezTo>
                    <a:pt x="51" y="259"/>
                    <a:pt x="48" y="255"/>
                    <a:pt x="46" y="253"/>
                  </a:cubicBezTo>
                  <a:cubicBezTo>
                    <a:pt x="44" y="252"/>
                    <a:pt x="39" y="252"/>
                    <a:pt x="38" y="250"/>
                  </a:cubicBezTo>
                  <a:cubicBezTo>
                    <a:pt x="36" y="249"/>
                    <a:pt x="35" y="245"/>
                    <a:pt x="33" y="244"/>
                  </a:cubicBezTo>
                  <a:cubicBezTo>
                    <a:pt x="33" y="243"/>
                    <a:pt x="30" y="241"/>
                    <a:pt x="29" y="240"/>
                  </a:cubicBezTo>
                  <a:cubicBezTo>
                    <a:pt x="28" y="239"/>
                    <a:pt x="24" y="238"/>
                    <a:pt x="22" y="237"/>
                  </a:cubicBezTo>
                  <a:cubicBezTo>
                    <a:pt x="21" y="236"/>
                    <a:pt x="19" y="233"/>
                    <a:pt x="19" y="232"/>
                  </a:cubicBezTo>
                  <a:cubicBezTo>
                    <a:pt x="18" y="230"/>
                    <a:pt x="15" y="226"/>
                    <a:pt x="15" y="224"/>
                  </a:cubicBezTo>
                  <a:cubicBezTo>
                    <a:pt x="15" y="222"/>
                    <a:pt x="17" y="217"/>
                    <a:pt x="17" y="215"/>
                  </a:cubicBezTo>
                  <a:cubicBezTo>
                    <a:pt x="17" y="212"/>
                    <a:pt x="16" y="205"/>
                    <a:pt x="15" y="205"/>
                  </a:cubicBezTo>
                  <a:cubicBezTo>
                    <a:pt x="15" y="205"/>
                    <a:pt x="10" y="203"/>
                    <a:pt x="8" y="202"/>
                  </a:cubicBezTo>
                  <a:cubicBezTo>
                    <a:pt x="6" y="201"/>
                    <a:pt x="2" y="200"/>
                    <a:pt x="1" y="198"/>
                  </a:cubicBezTo>
                  <a:cubicBezTo>
                    <a:pt x="0" y="197"/>
                    <a:pt x="1" y="193"/>
                    <a:pt x="1" y="192"/>
                  </a:cubicBezTo>
                  <a:cubicBezTo>
                    <a:pt x="2" y="191"/>
                    <a:pt x="5" y="190"/>
                    <a:pt x="5" y="190"/>
                  </a:cubicBezTo>
                  <a:cubicBezTo>
                    <a:pt x="6" y="189"/>
                    <a:pt x="6" y="187"/>
                    <a:pt x="5" y="186"/>
                  </a:cubicBezTo>
                  <a:cubicBezTo>
                    <a:pt x="5" y="185"/>
                    <a:pt x="3" y="183"/>
                    <a:pt x="3" y="181"/>
                  </a:cubicBezTo>
                  <a:cubicBezTo>
                    <a:pt x="2" y="180"/>
                    <a:pt x="3" y="176"/>
                    <a:pt x="3" y="175"/>
                  </a:cubicBezTo>
                  <a:cubicBezTo>
                    <a:pt x="3" y="173"/>
                    <a:pt x="4" y="168"/>
                    <a:pt x="6" y="166"/>
                  </a:cubicBezTo>
                  <a:cubicBezTo>
                    <a:pt x="7" y="166"/>
                    <a:pt x="10" y="167"/>
                    <a:pt x="11" y="166"/>
                  </a:cubicBezTo>
                  <a:cubicBezTo>
                    <a:pt x="13" y="166"/>
                    <a:pt x="16" y="162"/>
                    <a:pt x="17" y="161"/>
                  </a:cubicBezTo>
                  <a:cubicBezTo>
                    <a:pt x="18" y="158"/>
                    <a:pt x="20" y="150"/>
                    <a:pt x="20" y="150"/>
                  </a:cubicBezTo>
                  <a:cubicBezTo>
                    <a:pt x="20" y="150"/>
                    <a:pt x="20" y="142"/>
                    <a:pt x="18" y="140"/>
                  </a:cubicBezTo>
                  <a:cubicBezTo>
                    <a:pt x="17" y="139"/>
                    <a:pt x="13" y="139"/>
                    <a:pt x="12" y="138"/>
                  </a:cubicBezTo>
                  <a:cubicBezTo>
                    <a:pt x="11" y="137"/>
                    <a:pt x="10" y="134"/>
                    <a:pt x="10" y="132"/>
                  </a:cubicBezTo>
                  <a:cubicBezTo>
                    <a:pt x="9" y="130"/>
                    <a:pt x="11" y="125"/>
                    <a:pt x="11" y="123"/>
                  </a:cubicBezTo>
                  <a:cubicBezTo>
                    <a:pt x="10" y="120"/>
                    <a:pt x="9" y="116"/>
                    <a:pt x="8" y="113"/>
                  </a:cubicBezTo>
                  <a:cubicBezTo>
                    <a:pt x="8" y="111"/>
                    <a:pt x="4" y="108"/>
                    <a:pt x="4" y="106"/>
                  </a:cubicBezTo>
                  <a:cubicBezTo>
                    <a:pt x="5" y="104"/>
                    <a:pt x="8" y="101"/>
                    <a:pt x="9" y="99"/>
                  </a:cubicBezTo>
                  <a:cubicBezTo>
                    <a:pt x="10" y="97"/>
                    <a:pt x="9" y="92"/>
                    <a:pt x="11" y="91"/>
                  </a:cubicBezTo>
                  <a:cubicBezTo>
                    <a:pt x="11" y="90"/>
                    <a:pt x="14" y="88"/>
                    <a:pt x="15" y="87"/>
                  </a:cubicBezTo>
                  <a:cubicBezTo>
                    <a:pt x="17" y="86"/>
                    <a:pt x="20" y="81"/>
                    <a:pt x="20" y="79"/>
                  </a:cubicBezTo>
                  <a:cubicBezTo>
                    <a:pt x="20" y="76"/>
                    <a:pt x="17" y="72"/>
                    <a:pt x="17" y="70"/>
                  </a:cubicBezTo>
                  <a:cubicBezTo>
                    <a:pt x="18" y="67"/>
                    <a:pt x="20" y="62"/>
                    <a:pt x="22" y="61"/>
                  </a:cubicBezTo>
                  <a:cubicBezTo>
                    <a:pt x="23" y="59"/>
                    <a:pt x="26" y="59"/>
                    <a:pt x="27" y="58"/>
                  </a:cubicBezTo>
                  <a:cubicBezTo>
                    <a:pt x="29" y="56"/>
                    <a:pt x="31" y="53"/>
                    <a:pt x="31" y="51"/>
                  </a:cubicBezTo>
                  <a:cubicBezTo>
                    <a:pt x="31" y="48"/>
                    <a:pt x="27" y="41"/>
                    <a:pt x="27" y="41"/>
                  </a:cubicBezTo>
                  <a:cubicBezTo>
                    <a:pt x="27" y="40"/>
                    <a:pt x="28" y="33"/>
                    <a:pt x="27" y="31"/>
                  </a:cubicBezTo>
                  <a:cubicBezTo>
                    <a:pt x="27" y="29"/>
                    <a:pt x="24" y="28"/>
                    <a:pt x="24" y="26"/>
                  </a:cubicBezTo>
                  <a:cubicBezTo>
                    <a:pt x="23" y="24"/>
                    <a:pt x="24" y="18"/>
                    <a:pt x="25" y="15"/>
                  </a:cubicBezTo>
                  <a:cubicBezTo>
                    <a:pt x="26" y="14"/>
                    <a:pt x="31" y="14"/>
                    <a:pt x="32" y="14"/>
                  </a:cubicBezTo>
                  <a:cubicBezTo>
                    <a:pt x="34" y="13"/>
                    <a:pt x="35" y="8"/>
                    <a:pt x="37" y="8"/>
                  </a:cubicBezTo>
                  <a:cubicBezTo>
                    <a:pt x="38" y="7"/>
                    <a:pt x="40" y="9"/>
                    <a:pt x="41" y="9"/>
                  </a:cubicBezTo>
                  <a:cubicBezTo>
                    <a:pt x="41" y="10"/>
                    <a:pt x="42" y="11"/>
                    <a:pt x="43" y="12"/>
                  </a:cubicBezTo>
                  <a:cubicBezTo>
                    <a:pt x="45" y="13"/>
                    <a:pt x="50" y="10"/>
                    <a:pt x="51" y="11"/>
                  </a:cubicBezTo>
                  <a:cubicBezTo>
                    <a:pt x="52" y="12"/>
                    <a:pt x="52" y="15"/>
                    <a:pt x="53" y="16"/>
                  </a:cubicBezTo>
                  <a:cubicBezTo>
                    <a:pt x="54" y="17"/>
                    <a:pt x="59" y="17"/>
                    <a:pt x="61" y="16"/>
                  </a:cubicBezTo>
                  <a:cubicBezTo>
                    <a:pt x="62" y="15"/>
                    <a:pt x="62" y="11"/>
                    <a:pt x="63" y="9"/>
                  </a:cubicBezTo>
                  <a:cubicBezTo>
                    <a:pt x="64" y="9"/>
                    <a:pt x="66" y="8"/>
                    <a:pt x="67" y="8"/>
                  </a:cubicBezTo>
                  <a:cubicBezTo>
                    <a:pt x="68" y="7"/>
                    <a:pt x="69" y="4"/>
                    <a:pt x="70" y="3"/>
                  </a:cubicBezTo>
                  <a:cubicBezTo>
                    <a:pt x="71" y="2"/>
                    <a:pt x="73" y="0"/>
                    <a:pt x="75" y="1"/>
                  </a:cubicBezTo>
                  <a:cubicBezTo>
                    <a:pt x="76" y="2"/>
                    <a:pt x="76" y="3"/>
                    <a:pt x="76" y="3"/>
                  </a:cubicBezTo>
                  <a:cubicBezTo>
                    <a:pt x="76" y="5"/>
                    <a:pt x="75" y="9"/>
                    <a:pt x="75" y="11"/>
                  </a:cubicBezTo>
                  <a:cubicBezTo>
                    <a:pt x="76" y="13"/>
                    <a:pt x="77" y="17"/>
                    <a:pt x="79" y="19"/>
                  </a:cubicBezTo>
                  <a:cubicBezTo>
                    <a:pt x="80" y="20"/>
                    <a:pt x="82" y="21"/>
                    <a:pt x="84" y="21"/>
                  </a:cubicBezTo>
                  <a:cubicBezTo>
                    <a:pt x="86" y="21"/>
                    <a:pt x="90" y="17"/>
                    <a:pt x="92" y="16"/>
                  </a:cubicBezTo>
                  <a:cubicBezTo>
                    <a:pt x="94" y="16"/>
                    <a:pt x="97" y="19"/>
                    <a:pt x="99" y="18"/>
                  </a:cubicBezTo>
                  <a:cubicBezTo>
                    <a:pt x="100" y="18"/>
                    <a:pt x="102" y="16"/>
                    <a:pt x="103" y="15"/>
                  </a:cubicBezTo>
                  <a:cubicBezTo>
                    <a:pt x="106" y="14"/>
                    <a:pt x="110" y="9"/>
                    <a:pt x="113" y="8"/>
                  </a:cubicBezTo>
                  <a:cubicBezTo>
                    <a:pt x="115" y="8"/>
                    <a:pt x="118" y="9"/>
                    <a:pt x="120" y="9"/>
                  </a:cubicBezTo>
                  <a:cubicBezTo>
                    <a:pt x="122" y="9"/>
                    <a:pt x="126" y="9"/>
                    <a:pt x="128" y="9"/>
                  </a:cubicBezTo>
                  <a:cubicBezTo>
                    <a:pt x="130" y="9"/>
                    <a:pt x="133" y="10"/>
                    <a:pt x="135" y="12"/>
                  </a:cubicBezTo>
                  <a:cubicBezTo>
                    <a:pt x="136" y="13"/>
                    <a:pt x="135" y="16"/>
                    <a:pt x="136" y="17"/>
                  </a:cubicBezTo>
                  <a:cubicBezTo>
                    <a:pt x="137" y="19"/>
                    <a:pt x="140" y="21"/>
                    <a:pt x="142" y="21"/>
                  </a:cubicBezTo>
                  <a:cubicBezTo>
                    <a:pt x="144" y="22"/>
                    <a:pt x="149" y="20"/>
                    <a:pt x="151" y="21"/>
                  </a:cubicBezTo>
                  <a:cubicBezTo>
                    <a:pt x="153" y="21"/>
                    <a:pt x="154" y="23"/>
                    <a:pt x="155" y="24"/>
                  </a:cubicBezTo>
                  <a:cubicBezTo>
                    <a:pt x="157" y="25"/>
                    <a:pt x="160" y="27"/>
                    <a:pt x="161" y="29"/>
                  </a:cubicBezTo>
                  <a:cubicBezTo>
                    <a:pt x="161" y="30"/>
                    <a:pt x="161" y="33"/>
                    <a:pt x="162" y="33"/>
                  </a:cubicBezTo>
                  <a:cubicBezTo>
                    <a:pt x="163" y="34"/>
                    <a:pt x="167" y="33"/>
                    <a:pt x="168" y="33"/>
                  </a:cubicBezTo>
                  <a:cubicBezTo>
                    <a:pt x="170" y="32"/>
                    <a:pt x="173" y="30"/>
                    <a:pt x="175" y="29"/>
                  </a:cubicBezTo>
                  <a:cubicBezTo>
                    <a:pt x="176" y="28"/>
                    <a:pt x="180" y="28"/>
                    <a:pt x="181" y="27"/>
                  </a:cubicBezTo>
                  <a:cubicBezTo>
                    <a:pt x="183" y="25"/>
                    <a:pt x="185" y="21"/>
                    <a:pt x="186" y="19"/>
                  </a:cubicBezTo>
                  <a:cubicBezTo>
                    <a:pt x="188" y="18"/>
                    <a:pt x="191" y="16"/>
                    <a:pt x="193" y="15"/>
                  </a:cubicBezTo>
                  <a:cubicBezTo>
                    <a:pt x="195" y="15"/>
                    <a:pt x="201" y="14"/>
                    <a:pt x="203" y="15"/>
                  </a:cubicBezTo>
                  <a:cubicBezTo>
                    <a:pt x="204" y="16"/>
                    <a:pt x="205" y="19"/>
                    <a:pt x="206" y="20"/>
                  </a:cubicBezTo>
                  <a:cubicBezTo>
                    <a:pt x="208" y="22"/>
                    <a:pt x="213" y="25"/>
                    <a:pt x="216" y="25"/>
                  </a:cubicBezTo>
                  <a:cubicBezTo>
                    <a:pt x="217" y="25"/>
                    <a:pt x="220" y="25"/>
                    <a:pt x="221" y="24"/>
                  </a:cubicBezTo>
                  <a:cubicBezTo>
                    <a:pt x="224" y="24"/>
                    <a:pt x="231" y="22"/>
                    <a:pt x="234" y="23"/>
                  </a:cubicBezTo>
                  <a:cubicBezTo>
                    <a:pt x="237" y="23"/>
                    <a:pt x="240" y="27"/>
                    <a:pt x="242" y="28"/>
                  </a:cubicBezTo>
                  <a:cubicBezTo>
                    <a:pt x="244" y="30"/>
                    <a:pt x="248" y="33"/>
                    <a:pt x="249" y="35"/>
                  </a:cubicBezTo>
                  <a:cubicBezTo>
                    <a:pt x="251" y="38"/>
                    <a:pt x="252" y="45"/>
                    <a:pt x="253" y="49"/>
                  </a:cubicBezTo>
                  <a:cubicBezTo>
                    <a:pt x="254" y="50"/>
                    <a:pt x="256" y="54"/>
                    <a:pt x="257" y="55"/>
                  </a:cubicBezTo>
                  <a:cubicBezTo>
                    <a:pt x="258" y="57"/>
                    <a:pt x="259" y="61"/>
                    <a:pt x="260" y="62"/>
                  </a:cubicBezTo>
                  <a:cubicBezTo>
                    <a:pt x="262" y="64"/>
                    <a:pt x="267" y="67"/>
                    <a:pt x="269" y="68"/>
                  </a:cubicBezTo>
                  <a:cubicBezTo>
                    <a:pt x="271" y="71"/>
                    <a:pt x="273" y="76"/>
                    <a:pt x="275" y="79"/>
                  </a:cubicBezTo>
                  <a:cubicBezTo>
                    <a:pt x="276" y="82"/>
                    <a:pt x="277" y="90"/>
                    <a:pt x="280" y="93"/>
                  </a:cubicBezTo>
                  <a:cubicBezTo>
                    <a:pt x="281" y="94"/>
                    <a:pt x="284" y="95"/>
                    <a:pt x="286" y="96"/>
                  </a:cubicBezTo>
                  <a:cubicBezTo>
                    <a:pt x="288" y="96"/>
                    <a:pt x="294" y="98"/>
                    <a:pt x="297" y="97"/>
                  </a:cubicBezTo>
                  <a:cubicBezTo>
                    <a:pt x="298" y="97"/>
                    <a:pt x="301" y="94"/>
                    <a:pt x="301" y="92"/>
                  </a:cubicBezTo>
                  <a:cubicBezTo>
                    <a:pt x="302" y="91"/>
                    <a:pt x="300" y="87"/>
                    <a:pt x="300" y="85"/>
                  </a:cubicBezTo>
                  <a:cubicBezTo>
                    <a:pt x="300" y="83"/>
                    <a:pt x="299" y="78"/>
                    <a:pt x="301" y="76"/>
                  </a:cubicBezTo>
                  <a:cubicBezTo>
                    <a:pt x="303" y="75"/>
                    <a:pt x="308" y="76"/>
                    <a:pt x="311" y="76"/>
                  </a:cubicBezTo>
                  <a:cubicBezTo>
                    <a:pt x="313" y="77"/>
                    <a:pt x="316" y="79"/>
                    <a:pt x="318" y="80"/>
                  </a:cubicBezTo>
                  <a:cubicBezTo>
                    <a:pt x="319" y="81"/>
                    <a:pt x="322" y="82"/>
                    <a:pt x="323" y="83"/>
                  </a:cubicBezTo>
                  <a:cubicBezTo>
                    <a:pt x="325" y="84"/>
                    <a:pt x="327" y="89"/>
                    <a:pt x="327" y="91"/>
                  </a:cubicBezTo>
                  <a:cubicBezTo>
                    <a:pt x="327" y="93"/>
                    <a:pt x="325" y="95"/>
                    <a:pt x="325" y="97"/>
                  </a:cubicBezTo>
                  <a:cubicBezTo>
                    <a:pt x="325" y="98"/>
                    <a:pt x="326" y="102"/>
                    <a:pt x="327" y="103"/>
                  </a:cubicBezTo>
                  <a:cubicBezTo>
                    <a:pt x="329" y="105"/>
                    <a:pt x="335" y="105"/>
                    <a:pt x="336" y="104"/>
                  </a:cubicBezTo>
                  <a:cubicBezTo>
                    <a:pt x="337" y="104"/>
                    <a:pt x="337" y="102"/>
                    <a:pt x="337" y="101"/>
                  </a:cubicBezTo>
                  <a:cubicBezTo>
                    <a:pt x="337" y="100"/>
                    <a:pt x="336" y="97"/>
                    <a:pt x="337" y="96"/>
                  </a:cubicBezTo>
                  <a:cubicBezTo>
                    <a:pt x="338" y="96"/>
                    <a:pt x="340" y="96"/>
                    <a:pt x="340" y="96"/>
                  </a:cubicBezTo>
                  <a:cubicBezTo>
                    <a:pt x="343" y="96"/>
                    <a:pt x="349" y="96"/>
                    <a:pt x="350" y="98"/>
                  </a:cubicBezTo>
                  <a:cubicBezTo>
                    <a:pt x="351" y="99"/>
                    <a:pt x="351" y="102"/>
                    <a:pt x="352" y="102"/>
                  </a:cubicBezTo>
                  <a:cubicBezTo>
                    <a:pt x="353" y="103"/>
                    <a:pt x="357" y="103"/>
                    <a:pt x="359" y="102"/>
                  </a:cubicBezTo>
                  <a:cubicBezTo>
                    <a:pt x="361" y="102"/>
                    <a:pt x="365" y="100"/>
                    <a:pt x="367" y="99"/>
                  </a:cubicBezTo>
                  <a:cubicBezTo>
                    <a:pt x="369" y="99"/>
                    <a:pt x="373" y="99"/>
                    <a:pt x="375" y="99"/>
                  </a:cubicBezTo>
                  <a:cubicBezTo>
                    <a:pt x="376" y="99"/>
                    <a:pt x="379" y="98"/>
                    <a:pt x="379" y="97"/>
                  </a:cubicBezTo>
                  <a:cubicBezTo>
                    <a:pt x="380" y="96"/>
                    <a:pt x="379" y="92"/>
                    <a:pt x="379" y="90"/>
                  </a:cubicBezTo>
                  <a:cubicBezTo>
                    <a:pt x="380" y="88"/>
                    <a:pt x="383" y="87"/>
                    <a:pt x="385" y="86"/>
                  </a:cubicBezTo>
                  <a:cubicBezTo>
                    <a:pt x="386" y="85"/>
                    <a:pt x="389" y="85"/>
                    <a:pt x="391" y="85"/>
                  </a:cubicBezTo>
                  <a:cubicBezTo>
                    <a:pt x="394" y="85"/>
                    <a:pt x="400" y="86"/>
                    <a:pt x="402" y="89"/>
                  </a:cubicBezTo>
                  <a:cubicBezTo>
                    <a:pt x="403" y="90"/>
                    <a:pt x="402" y="94"/>
                    <a:pt x="403" y="96"/>
                  </a:cubicBezTo>
                  <a:cubicBezTo>
                    <a:pt x="404" y="99"/>
                    <a:pt x="408" y="102"/>
                    <a:pt x="409" y="105"/>
                  </a:cubicBezTo>
                  <a:cubicBezTo>
                    <a:pt x="410" y="106"/>
                    <a:pt x="411" y="110"/>
                    <a:pt x="413" y="111"/>
                  </a:cubicBezTo>
                  <a:cubicBezTo>
                    <a:pt x="415" y="112"/>
                    <a:pt x="420" y="110"/>
                    <a:pt x="422" y="110"/>
                  </a:cubicBezTo>
                  <a:cubicBezTo>
                    <a:pt x="425" y="110"/>
                    <a:pt x="432" y="115"/>
                    <a:pt x="432" y="115"/>
                  </a:cubicBezTo>
                  <a:cubicBezTo>
                    <a:pt x="432" y="115"/>
                    <a:pt x="430" y="121"/>
                    <a:pt x="429" y="123"/>
                  </a:cubicBezTo>
                  <a:cubicBezTo>
                    <a:pt x="428" y="124"/>
                    <a:pt x="426" y="125"/>
                    <a:pt x="425" y="126"/>
                  </a:cubicBezTo>
                  <a:cubicBezTo>
                    <a:pt x="424" y="127"/>
                    <a:pt x="423" y="130"/>
                    <a:pt x="422" y="131"/>
                  </a:cubicBezTo>
                  <a:cubicBezTo>
                    <a:pt x="422" y="133"/>
                    <a:pt x="424" y="137"/>
                    <a:pt x="424" y="139"/>
                  </a:cubicBezTo>
                  <a:cubicBezTo>
                    <a:pt x="424" y="140"/>
                    <a:pt x="421" y="143"/>
                    <a:pt x="419" y="144"/>
                  </a:cubicBezTo>
                  <a:cubicBezTo>
                    <a:pt x="417" y="145"/>
                    <a:pt x="413" y="145"/>
                    <a:pt x="411" y="145"/>
                  </a:cubicBezTo>
                  <a:cubicBezTo>
                    <a:pt x="409" y="144"/>
                    <a:pt x="406" y="142"/>
                    <a:pt x="404" y="142"/>
                  </a:cubicBezTo>
                  <a:cubicBezTo>
                    <a:pt x="403" y="141"/>
                    <a:pt x="399" y="141"/>
                    <a:pt x="397" y="142"/>
                  </a:cubicBezTo>
                  <a:cubicBezTo>
                    <a:pt x="396" y="142"/>
                    <a:pt x="394" y="144"/>
                    <a:pt x="393" y="145"/>
                  </a:cubicBezTo>
                  <a:cubicBezTo>
                    <a:pt x="391" y="146"/>
                    <a:pt x="385" y="145"/>
                    <a:pt x="383" y="145"/>
                  </a:cubicBezTo>
                  <a:cubicBezTo>
                    <a:pt x="381" y="144"/>
                    <a:pt x="379" y="141"/>
                    <a:pt x="377" y="141"/>
                  </a:cubicBezTo>
                  <a:cubicBezTo>
                    <a:pt x="375" y="140"/>
                    <a:pt x="372" y="142"/>
                    <a:pt x="370" y="141"/>
                  </a:cubicBezTo>
                  <a:cubicBezTo>
                    <a:pt x="368" y="140"/>
                    <a:pt x="368" y="136"/>
                    <a:pt x="366" y="135"/>
                  </a:cubicBezTo>
                  <a:cubicBezTo>
                    <a:pt x="365" y="134"/>
                    <a:pt x="362" y="133"/>
                    <a:pt x="361" y="133"/>
                  </a:cubicBezTo>
                  <a:cubicBezTo>
                    <a:pt x="360" y="132"/>
                    <a:pt x="356" y="133"/>
                    <a:pt x="355" y="132"/>
                  </a:cubicBezTo>
                  <a:cubicBezTo>
                    <a:pt x="353" y="132"/>
                    <a:pt x="350" y="133"/>
                    <a:pt x="349" y="132"/>
                  </a:cubicBezTo>
                  <a:cubicBezTo>
                    <a:pt x="348" y="130"/>
                    <a:pt x="349" y="127"/>
                    <a:pt x="349" y="125"/>
                  </a:cubicBezTo>
                  <a:cubicBezTo>
                    <a:pt x="349" y="124"/>
                    <a:pt x="350" y="121"/>
                    <a:pt x="349" y="120"/>
                  </a:cubicBezTo>
                  <a:cubicBezTo>
                    <a:pt x="348" y="119"/>
                    <a:pt x="346" y="117"/>
                    <a:pt x="345" y="117"/>
                  </a:cubicBezTo>
                  <a:cubicBezTo>
                    <a:pt x="343" y="117"/>
                    <a:pt x="340" y="120"/>
                    <a:pt x="339" y="121"/>
                  </a:cubicBezTo>
                  <a:cubicBezTo>
                    <a:pt x="338" y="123"/>
                    <a:pt x="340" y="127"/>
                    <a:pt x="339" y="129"/>
                  </a:cubicBezTo>
                  <a:cubicBezTo>
                    <a:pt x="339" y="130"/>
                    <a:pt x="336" y="131"/>
                    <a:pt x="336" y="132"/>
                  </a:cubicBezTo>
                  <a:cubicBezTo>
                    <a:pt x="335" y="134"/>
                    <a:pt x="336" y="138"/>
                    <a:pt x="335" y="139"/>
                  </a:cubicBezTo>
                  <a:cubicBezTo>
                    <a:pt x="334" y="141"/>
                    <a:pt x="330" y="142"/>
                    <a:pt x="329" y="143"/>
                  </a:cubicBezTo>
                  <a:cubicBezTo>
                    <a:pt x="328" y="146"/>
                    <a:pt x="329" y="152"/>
                    <a:pt x="329" y="155"/>
                  </a:cubicBezTo>
                  <a:cubicBezTo>
                    <a:pt x="329" y="157"/>
                    <a:pt x="330" y="161"/>
                    <a:pt x="332" y="163"/>
                  </a:cubicBezTo>
                  <a:cubicBezTo>
                    <a:pt x="333" y="163"/>
                    <a:pt x="336" y="162"/>
                    <a:pt x="338" y="163"/>
                  </a:cubicBezTo>
                  <a:cubicBezTo>
                    <a:pt x="340" y="163"/>
                    <a:pt x="346" y="167"/>
                    <a:pt x="346" y="169"/>
                  </a:cubicBezTo>
                  <a:cubicBezTo>
                    <a:pt x="347" y="171"/>
                    <a:pt x="342" y="174"/>
                    <a:pt x="342" y="175"/>
                  </a:cubicBezTo>
                  <a:cubicBezTo>
                    <a:pt x="342" y="176"/>
                    <a:pt x="345" y="177"/>
                    <a:pt x="346" y="178"/>
                  </a:cubicBezTo>
                  <a:cubicBezTo>
                    <a:pt x="347" y="179"/>
                    <a:pt x="351" y="182"/>
                    <a:pt x="354" y="182"/>
                  </a:cubicBezTo>
                  <a:cubicBezTo>
                    <a:pt x="355" y="183"/>
                    <a:pt x="358" y="183"/>
                    <a:pt x="360" y="182"/>
                  </a:cubicBezTo>
                  <a:cubicBezTo>
                    <a:pt x="361" y="181"/>
                    <a:pt x="361" y="177"/>
                    <a:pt x="362" y="175"/>
                  </a:cubicBezTo>
                  <a:cubicBezTo>
                    <a:pt x="363" y="174"/>
                    <a:pt x="363" y="172"/>
                    <a:pt x="364" y="172"/>
                  </a:cubicBezTo>
                  <a:cubicBezTo>
                    <a:pt x="366" y="172"/>
                    <a:pt x="369" y="173"/>
                    <a:pt x="370" y="174"/>
                  </a:cubicBezTo>
                  <a:cubicBezTo>
                    <a:pt x="371" y="175"/>
                    <a:pt x="374" y="179"/>
                    <a:pt x="374" y="181"/>
                  </a:cubicBezTo>
                  <a:cubicBezTo>
                    <a:pt x="374" y="183"/>
                    <a:pt x="372" y="187"/>
                    <a:pt x="372" y="189"/>
                  </a:cubicBezTo>
                  <a:cubicBezTo>
                    <a:pt x="371" y="191"/>
                    <a:pt x="371" y="196"/>
                    <a:pt x="372" y="198"/>
                  </a:cubicBezTo>
                  <a:cubicBezTo>
                    <a:pt x="372" y="200"/>
                    <a:pt x="376" y="202"/>
                    <a:pt x="377" y="204"/>
                  </a:cubicBezTo>
                  <a:cubicBezTo>
                    <a:pt x="378" y="206"/>
                    <a:pt x="377" y="209"/>
                    <a:pt x="377" y="210"/>
                  </a:cubicBezTo>
                  <a:cubicBezTo>
                    <a:pt x="377" y="213"/>
                    <a:pt x="376" y="217"/>
                    <a:pt x="377" y="219"/>
                  </a:cubicBezTo>
                  <a:cubicBezTo>
                    <a:pt x="377" y="220"/>
                    <a:pt x="378" y="222"/>
                    <a:pt x="379" y="222"/>
                  </a:cubicBezTo>
                  <a:cubicBezTo>
                    <a:pt x="379" y="225"/>
                    <a:pt x="378" y="229"/>
                    <a:pt x="377" y="231"/>
                  </a:cubicBezTo>
                  <a:cubicBezTo>
                    <a:pt x="376" y="232"/>
                    <a:pt x="373" y="234"/>
                    <a:pt x="371" y="235"/>
                  </a:cubicBezTo>
                  <a:cubicBezTo>
                    <a:pt x="370" y="235"/>
                    <a:pt x="369" y="234"/>
                    <a:pt x="368" y="235"/>
                  </a:cubicBezTo>
                  <a:cubicBezTo>
                    <a:pt x="366" y="236"/>
                    <a:pt x="366" y="242"/>
                    <a:pt x="365" y="244"/>
                  </a:cubicBezTo>
                  <a:cubicBezTo>
                    <a:pt x="364" y="245"/>
                    <a:pt x="361" y="247"/>
                    <a:pt x="359" y="248"/>
                  </a:cubicBezTo>
                  <a:cubicBezTo>
                    <a:pt x="358" y="249"/>
                    <a:pt x="356" y="252"/>
                    <a:pt x="355" y="254"/>
                  </a:cubicBezTo>
                  <a:cubicBezTo>
                    <a:pt x="355" y="255"/>
                    <a:pt x="355" y="259"/>
                    <a:pt x="354" y="260"/>
                  </a:cubicBezTo>
                  <a:cubicBezTo>
                    <a:pt x="353" y="261"/>
                    <a:pt x="351" y="261"/>
                    <a:pt x="350" y="261"/>
                  </a:cubicBezTo>
                  <a:cubicBezTo>
                    <a:pt x="349" y="263"/>
                    <a:pt x="350" y="268"/>
                    <a:pt x="350" y="271"/>
                  </a:cubicBezTo>
                  <a:cubicBezTo>
                    <a:pt x="350" y="273"/>
                    <a:pt x="350" y="278"/>
                    <a:pt x="350" y="280"/>
                  </a:cubicBezTo>
                  <a:cubicBezTo>
                    <a:pt x="350" y="282"/>
                    <a:pt x="351" y="287"/>
                    <a:pt x="352" y="288"/>
                  </a:cubicBezTo>
                  <a:cubicBezTo>
                    <a:pt x="353" y="290"/>
                    <a:pt x="357" y="291"/>
                    <a:pt x="358" y="291"/>
                  </a:cubicBezTo>
                  <a:cubicBezTo>
                    <a:pt x="360" y="292"/>
                    <a:pt x="363" y="291"/>
                    <a:pt x="365" y="291"/>
                  </a:cubicBezTo>
                  <a:cubicBezTo>
                    <a:pt x="366" y="292"/>
                    <a:pt x="367" y="295"/>
                    <a:pt x="368" y="296"/>
                  </a:cubicBezTo>
                  <a:cubicBezTo>
                    <a:pt x="368" y="298"/>
                    <a:pt x="368" y="302"/>
                    <a:pt x="368" y="304"/>
                  </a:cubicBezTo>
                  <a:cubicBezTo>
                    <a:pt x="367" y="306"/>
                    <a:pt x="366" y="308"/>
                    <a:pt x="365" y="310"/>
                  </a:cubicBezTo>
                  <a:cubicBezTo>
                    <a:pt x="364" y="311"/>
                    <a:pt x="362" y="312"/>
                    <a:pt x="362" y="313"/>
                  </a:cubicBezTo>
                  <a:cubicBezTo>
                    <a:pt x="361" y="316"/>
                    <a:pt x="360" y="321"/>
                    <a:pt x="358" y="323"/>
                  </a:cubicBezTo>
                  <a:cubicBezTo>
                    <a:pt x="357" y="325"/>
                    <a:pt x="355" y="326"/>
                    <a:pt x="354" y="328"/>
                  </a:cubicBezTo>
                  <a:cubicBezTo>
                    <a:pt x="353" y="329"/>
                    <a:pt x="351" y="333"/>
                    <a:pt x="351" y="336"/>
                  </a:cubicBezTo>
                  <a:cubicBezTo>
                    <a:pt x="351" y="338"/>
                    <a:pt x="354" y="342"/>
                    <a:pt x="354" y="344"/>
                  </a:cubicBezTo>
                  <a:cubicBezTo>
                    <a:pt x="354" y="345"/>
                    <a:pt x="353" y="348"/>
                    <a:pt x="353" y="349"/>
                  </a:cubicBezTo>
                  <a:cubicBezTo>
                    <a:pt x="352" y="350"/>
                    <a:pt x="349" y="351"/>
                    <a:pt x="348" y="352"/>
                  </a:cubicBezTo>
                  <a:cubicBezTo>
                    <a:pt x="347" y="354"/>
                    <a:pt x="347" y="358"/>
                    <a:pt x="346" y="359"/>
                  </a:cubicBezTo>
                  <a:cubicBezTo>
                    <a:pt x="346" y="361"/>
                    <a:pt x="344" y="365"/>
                    <a:pt x="343" y="367"/>
                  </a:cubicBezTo>
                  <a:cubicBezTo>
                    <a:pt x="342" y="369"/>
                    <a:pt x="340" y="374"/>
                    <a:pt x="339" y="376"/>
                  </a:cubicBezTo>
                  <a:cubicBezTo>
                    <a:pt x="338" y="377"/>
                    <a:pt x="335" y="379"/>
                    <a:pt x="334" y="380"/>
                  </a:cubicBezTo>
                  <a:cubicBezTo>
                    <a:pt x="333" y="382"/>
                    <a:pt x="334" y="386"/>
                    <a:pt x="334" y="388"/>
                  </a:cubicBezTo>
                  <a:cubicBezTo>
                    <a:pt x="334" y="390"/>
                    <a:pt x="333" y="393"/>
                    <a:pt x="332" y="394"/>
                  </a:cubicBezTo>
                  <a:cubicBezTo>
                    <a:pt x="332" y="395"/>
                    <a:pt x="331" y="396"/>
                    <a:pt x="330" y="396"/>
                  </a:cubicBezTo>
                  <a:cubicBezTo>
                    <a:pt x="329" y="398"/>
                    <a:pt x="327" y="401"/>
                    <a:pt x="328" y="402"/>
                  </a:cubicBezTo>
                  <a:cubicBezTo>
                    <a:pt x="328" y="404"/>
                    <a:pt x="331" y="407"/>
                    <a:pt x="331" y="409"/>
                  </a:cubicBezTo>
                  <a:cubicBezTo>
                    <a:pt x="332" y="409"/>
                    <a:pt x="332" y="412"/>
                    <a:pt x="331" y="413"/>
                  </a:cubicBezTo>
                  <a:cubicBezTo>
                    <a:pt x="330" y="414"/>
                    <a:pt x="326" y="414"/>
                    <a:pt x="325" y="415"/>
                  </a:cubicBezTo>
                  <a:cubicBezTo>
                    <a:pt x="324" y="416"/>
                    <a:pt x="324" y="419"/>
                    <a:pt x="324" y="419"/>
                  </a:cubicBezTo>
                  <a:cubicBezTo>
                    <a:pt x="324" y="419"/>
                    <a:pt x="322" y="419"/>
                    <a:pt x="321" y="418"/>
                  </a:cubicBezTo>
                  <a:cubicBezTo>
                    <a:pt x="320" y="416"/>
                    <a:pt x="314" y="412"/>
                    <a:pt x="312" y="410"/>
                  </a:cubicBezTo>
                  <a:cubicBezTo>
                    <a:pt x="309" y="409"/>
                    <a:pt x="303" y="409"/>
                    <a:pt x="301" y="407"/>
                  </a:cubicBezTo>
                  <a:cubicBezTo>
                    <a:pt x="300" y="406"/>
                    <a:pt x="298" y="404"/>
                    <a:pt x="297" y="404"/>
                  </a:cubicBezTo>
                  <a:cubicBezTo>
                    <a:pt x="296" y="402"/>
                    <a:pt x="294" y="398"/>
                    <a:pt x="292" y="397"/>
                  </a:cubicBezTo>
                  <a:cubicBezTo>
                    <a:pt x="290" y="395"/>
                    <a:pt x="286" y="391"/>
                    <a:pt x="284" y="391"/>
                  </a:cubicBezTo>
                  <a:cubicBezTo>
                    <a:pt x="283" y="390"/>
                    <a:pt x="280" y="390"/>
                    <a:pt x="279" y="391"/>
                  </a:cubicBezTo>
                  <a:cubicBezTo>
                    <a:pt x="277" y="392"/>
                    <a:pt x="276" y="396"/>
                    <a:pt x="274" y="397"/>
                  </a:cubicBezTo>
                  <a:cubicBezTo>
                    <a:pt x="273" y="398"/>
                    <a:pt x="270" y="398"/>
                    <a:pt x="269" y="399"/>
                  </a:cubicBezTo>
                  <a:cubicBezTo>
                    <a:pt x="267" y="399"/>
                    <a:pt x="262" y="399"/>
                    <a:pt x="260" y="398"/>
                  </a:cubicBezTo>
                  <a:cubicBezTo>
                    <a:pt x="258" y="397"/>
                    <a:pt x="254" y="392"/>
                    <a:pt x="252" y="391"/>
                  </a:cubicBezTo>
                  <a:cubicBezTo>
                    <a:pt x="251" y="390"/>
                    <a:pt x="249" y="388"/>
                    <a:pt x="247" y="388"/>
                  </a:cubicBezTo>
                  <a:cubicBezTo>
                    <a:pt x="244" y="387"/>
                    <a:pt x="238" y="388"/>
                    <a:pt x="236" y="389"/>
                  </a:cubicBezTo>
                  <a:cubicBezTo>
                    <a:pt x="234" y="390"/>
                    <a:pt x="231" y="392"/>
                    <a:pt x="230" y="393"/>
                  </a:cubicBezTo>
                  <a:cubicBezTo>
                    <a:pt x="228" y="393"/>
                    <a:pt x="225" y="395"/>
                    <a:pt x="224" y="395"/>
                  </a:cubicBezTo>
                  <a:cubicBezTo>
                    <a:pt x="221" y="396"/>
                    <a:pt x="213" y="396"/>
                    <a:pt x="213" y="395"/>
                  </a:cubicBezTo>
                  <a:cubicBezTo>
                    <a:pt x="213" y="394"/>
                    <a:pt x="211" y="390"/>
                    <a:pt x="211" y="388"/>
                  </a:cubicBezTo>
                  <a:cubicBezTo>
                    <a:pt x="210" y="386"/>
                    <a:pt x="211" y="381"/>
                    <a:pt x="209" y="380"/>
                  </a:cubicBezTo>
                  <a:cubicBezTo>
                    <a:pt x="207" y="377"/>
                    <a:pt x="201" y="376"/>
                    <a:pt x="198" y="375"/>
                  </a:cubicBezTo>
                  <a:cubicBezTo>
                    <a:pt x="198" y="375"/>
                    <a:pt x="196" y="375"/>
                    <a:pt x="195" y="375"/>
                  </a:cubicBezTo>
                  <a:cubicBezTo>
                    <a:pt x="193" y="376"/>
                    <a:pt x="193" y="382"/>
                    <a:pt x="191" y="383"/>
                  </a:cubicBezTo>
                  <a:cubicBezTo>
                    <a:pt x="190" y="384"/>
                    <a:pt x="188" y="385"/>
                    <a:pt x="186" y="385"/>
                  </a:cubicBezTo>
                  <a:cubicBezTo>
                    <a:pt x="185" y="386"/>
                    <a:pt x="183" y="389"/>
                    <a:pt x="182" y="389"/>
                  </a:cubicBezTo>
                  <a:cubicBezTo>
                    <a:pt x="180" y="390"/>
                    <a:pt x="177" y="388"/>
                    <a:pt x="176" y="389"/>
                  </a:cubicBezTo>
                  <a:cubicBezTo>
                    <a:pt x="174" y="390"/>
                    <a:pt x="174" y="393"/>
                    <a:pt x="173" y="393"/>
                  </a:cubicBezTo>
                  <a:cubicBezTo>
                    <a:pt x="172" y="394"/>
                    <a:pt x="170" y="394"/>
                    <a:pt x="169" y="395"/>
                  </a:cubicBezTo>
                  <a:cubicBezTo>
                    <a:pt x="168" y="395"/>
                    <a:pt x="167" y="395"/>
                    <a:pt x="166" y="39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8"/>
            <p:cNvSpPr>
              <a:spLocks/>
            </p:cNvSpPr>
            <p:nvPr/>
          </p:nvSpPr>
          <p:spPr bwMode="auto">
            <a:xfrm>
              <a:off x="2490788" y="2008188"/>
              <a:ext cx="728663" cy="881063"/>
            </a:xfrm>
            <a:custGeom>
              <a:avLst/>
              <a:gdLst/>
              <a:ahLst/>
              <a:cxnLst>
                <a:cxn ang="0">
                  <a:pos x="30" y="33"/>
                </a:cxn>
                <a:cxn ang="0">
                  <a:pos x="43" y="0"/>
                </a:cxn>
                <a:cxn ang="0">
                  <a:pos x="83" y="1"/>
                </a:cxn>
                <a:cxn ang="0">
                  <a:pos x="111" y="16"/>
                </a:cxn>
                <a:cxn ang="0">
                  <a:pos x="132" y="54"/>
                </a:cxn>
                <a:cxn ang="0">
                  <a:pos x="163" y="92"/>
                </a:cxn>
                <a:cxn ang="0">
                  <a:pos x="201" y="103"/>
                </a:cxn>
                <a:cxn ang="0">
                  <a:pos x="232" y="105"/>
                </a:cxn>
                <a:cxn ang="0">
                  <a:pos x="263" y="97"/>
                </a:cxn>
                <a:cxn ang="0">
                  <a:pos x="289" y="83"/>
                </a:cxn>
                <a:cxn ang="0">
                  <a:pos x="320" y="109"/>
                </a:cxn>
                <a:cxn ang="0">
                  <a:pos x="333" y="115"/>
                </a:cxn>
                <a:cxn ang="0">
                  <a:pos x="341" y="147"/>
                </a:cxn>
                <a:cxn ang="0">
                  <a:pos x="353" y="155"/>
                </a:cxn>
                <a:cxn ang="0">
                  <a:pos x="374" y="164"/>
                </a:cxn>
                <a:cxn ang="0">
                  <a:pos x="398" y="180"/>
                </a:cxn>
                <a:cxn ang="0">
                  <a:pos x="416" y="182"/>
                </a:cxn>
                <a:cxn ang="0">
                  <a:pos x="428" y="186"/>
                </a:cxn>
                <a:cxn ang="0">
                  <a:pos x="420" y="223"/>
                </a:cxn>
                <a:cxn ang="0">
                  <a:pos x="434" y="256"/>
                </a:cxn>
                <a:cxn ang="0">
                  <a:pos x="414" y="302"/>
                </a:cxn>
                <a:cxn ang="0">
                  <a:pos x="401" y="322"/>
                </a:cxn>
                <a:cxn ang="0">
                  <a:pos x="410" y="346"/>
                </a:cxn>
                <a:cxn ang="0">
                  <a:pos x="413" y="364"/>
                </a:cxn>
                <a:cxn ang="0">
                  <a:pos x="421" y="399"/>
                </a:cxn>
                <a:cxn ang="0">
                  <a:pos x="417" y="433"/>
                </a:cxn>
                <a:cxn ang="0">
                  <a:pos x="408" y="448"/>
                </a:cxn>
                <a:cxn ang="0">
                  <a:pos x="383" y="439"/>
                </a:cxn>
                <a:cxn ang="0">
                  <a:pos x="352" y="438"/>
                </a:cxn>
                <a:cxn ang="0">
                  <a:pos x="335" y="476"/>
                </a:cxn>
                <a:cxn ang="0">
                  <a:pos x="324" y="519"/>
                </a:cxn>
                <a:cxn ang="0">
                  <a:pos x="306" y="499"/>
                </a:cxn>
                <a:cxn ang="0">
                  <a:pos x="287" y="497"/>
                </a:cxn>
                <a:cxn ang="0">
                  <a:pos x="267" y="496"/>
                </a:cxn>
                <a:cxn ang="0">
                  <a:pos x="255" y="517"/>
                </a:cxn>
                <a:cxn ang="0">
                  <a:pos x="217" y="522"/>
                </a:cxn>
                <a:cxn ang="0">
                  <a:pos x="192" y="525"/>
                </a:cxn>
                <a:cxn ang="0">
                  <a:pos x="174" y="505"/>
                </a:cxn>
                <a:cxn ang="0">
                  <a:pos x="190" y="478"/>
                </a:cxn>
                <a:cxn ang="0">
                  <a:pos x="157" y="440"/>
                </a:cxn>
                <a:cxn ang="0">
                  <a:pos x="139" y="406"/>
                </a:cxn>
                <a:cxn ang="0">
                  <a:pos x="122" y="403"/>
                </a:cxn>
                <a:cxn ang="0">
                  <a:pos x="103" y="403"/>
                </a:cxn>
                <a:cxn ang="0">
                  <a:pos x="71" y="398"/>
                </a:cxn>
                <a:cxn ang="0">
                  <a:pos x="44" y="391"/>
                </a:cxn>
                <a:cxn ang="0">
                  <a:pos x="36" y="368"/>
                </a:cxn>
                <a:cxn ang="0">
                  <a:pos x="42" y="323"/>
                </a:cxn>
                <a:cxn ang="0">
                  <a:pos x="30" y="283"/>
                </a:cxn>
                <a:cxn ang="0">
                  <a:pos x="8" y="248"/>
                </a:cxn>
                <a:cxn ang="0">
                  <a:pos x="12" y="216"/>
                </a:cxn>
                <a:cxn ang="0">
                  <a:pos x="19" y="192"/>
                </a:cxn>
                <a:cxn ang="0">
                  <a:pos x="4" y="161"/>
                </a:cxn>
                <a:cxn ang="0">
                  <a:pos x="20" y="145"/>
                </a:cxn>
                <a:cxn ang="0">
                  <a:pos x="26" y="120"/>
                </a:cxn>
                <a:cxn ang="0">
                  <a:pos x="44" y="91"/>
                </a:cxn>
                <a:cxn ang="0">
                  <a:pos x="30" y="59"/>
                </a:cxn>
              </a:cxnLst>
              <a:rect l="0" t="0" r="r" b="b"/>
              <a:pathLst>
                <a:path w="435" h="526">
                  <a:moveTo>
                    <a:pt x="16" y="51"/>
                  </a:moveTo>
                  <a:cubicBezTo>
                    <a:pt x="15" y="50"/>
                    <a:pt x="15" y="50"/>
                    <a:pt x="15" y="49"/>
                  </a:cubicBezTo>
                  <a:cubicBezTo>
                    <a:pt x="16" y="47"/>
                    <a:pt x="17" y="42"/>
                    <a:pt x="18" y="41"/>
                  </a:cubicBezTo>
                  <a:cubicBezTo>
                    <a:pt x="20" y="39"/>
                    <a:pt x="24" y="39"/>
                    <a:pt x="25" y="38"/>
                  </a:cubicBezTo>
                  <a:cubicBezTo>
                    <a:pt x="27" y="37"/>
                    <a:pt x="29" y="34"/>
                    <a:pt x="30" y="33"/>
                  </a:cubicBezTo>
                  <a:cubicBezTo>
                    <a:pt x="30" y="31"/>
                    <a:pt x="30" y="28"/>
                    <a:pt x="30" y="27"/>
                  </a:cubicBezTo>
                  <a:cubicBezTo>
                    <a:pt x="30" y="25"/>
                    <a:pt x="29" y="20"/>
                    <a:pt x="28" y="18"/>
                  </a:cubicBezTo>
                  <a:cubicBezTo>
                    <a:pt x="28" y="16"/>
                    <a:pt x="26" y="12"/>
                    <a:pt x="27" y="11"/>
                  </a:cubicBezTo>
                  <a:cubicBezTo>
                    <a:pt x="28" y="8"/>
                    <a:pt x="31" y="5"/>
                    <a:pt x="33" y="4"/>
                  </a:cubicBezTo>
                  <a:cubicBezTo>
                    <a:pt x="35" y="2"/>
                    <a:pt x="40" y="0"/>
                    <a:pt x="43" y="0"/>
                  </a:cubicBezTo>
                  <a:cubicBezTo>
                    <a:pt x="44" y="0"/>
                    <a:pt x="47" y="1"/>
                    <a:pt x="49" y="2"/>
                  </a:cubicBezTo>
                  <a:cubicBezTo>
                    <a:pt x="51" y="2"/>
                    <a:pt x="57" y="5"/>
                    <a:pt x="57" y="5"/>
                  </a:cubicBezTo>
                  <a:cubicBezTo>
                    <a:pt x="58" y="5"/>
                    <a:pt x="68" y="0"/>
                    <a:pt x="72" y="0"/>
                  </a:cubicBezTo>
                  <a:cubicBezTo>
                    <a:pt x="73" y="0"/>
                    <a:pt x="76" y="0"/>
                    <a:pt x="77" y="0"/>
                  </a:cubicBezTo>
                  <a:cubicBezTo>
                    <a:pt x="79" y="0"/>
                    <a:pt x="82" y="1"/>
                    <a:pt x="83" y="1"/>
                  </a:cubicBezTo>
                  <a:cubicBezTo>
                    <a:pt x="83" y="1"/>
                    <a:pt x="84" y="0"/>
                    <a:pt x="84" y="0"/>
                  </a:cubicBezTo>
                  <a:cubicBezTo>
                    <a:pt x="87" y="1"/>
                    <a:pt x="90" y="2"/>
                    <a:pt x="92" y="2"/>
                  </a:cubicBezTo>
                  <a:cubicBezTo>
                    <a:pt x="94" y="3"/>
                    <a:pt x="98" y="2"/>
                    <a:pt x="99" y="2"/>
                  </a:cubicBezTo>
                  <a:cubicBezTo>
                    <a:pt x="101" y="3"/>
                    <a:pt x="104" y="7"/>
                    <a:pt x="105" y="9"/>
                  </a:cubicBezTo>
                  <a:cubicBezTo>
                    <a:pt x="107" y="10"/>
                    <a:pt x="110" y="14"/>
                    <a:pt x="111" y="16"/>
                  </a:cubicBezTo>
                  <a:cubicBezTo>
                    <a:pt x="114" y="18"/>
                    <a:pt x="120" y="20"/>
                    <a:pt x="122" y="22"/>
                  </a:cubicBezTo>
                  <a:cubicBezTo>
                    <a:pt x="124" y="25"/>
                    <a:pt x="125" y="31"/>
                    <a:pt x="125" y="34"/>
                  </a:cubicBezTo>
                  <a:cubicBezTo>
                    <a:pt x="125" y="36"/>
                    <a:pt x="122" y="40"/>
                    <a:pt x="122" y="42"/>
                  </a:cubicBezTo>
                  <a:cubicBezTo>
                    <a:pt x="122" y="45"/>
                    <a:pt x="124" y="49"/>
                    <a:pt x="126" y="51"/>
                  </a:cubicBezTo>
                  <a:cubicBezTo>
                    <a:pt x="127" y="52"/>
                    <a:pt x="130" y="54"/>
                    <a:pt x="132" y="54"/>
                  </a:cubicBezTo>
                  <a:cubicBezTo>
                    <a:pt x="135" y="55"/>
                    <a:pt x="141" y="52"/>
                    <a:pt x="144" y="54"/>
                  </a:cubicBezTo>
                  <a:cubicBezTo>
                    <a:pt x="146" y="55"/>
                    <a:pt x="148" y="60"/>
                    <a:pt x="149" y="63"/>
                  </a:cubicBezTo>
                  <a:cubicBezTo>
                    <a:pt x="151" y="65"/>
                    <a:pt x="152" y="71"/>
                    <a:pt x="153" y="74"/>
                  </a:cubicBezTo>
                  <a:cubicBezTo>
                    <a:pt x="155" y="77"/>
                    <a:pt x="161" y="81"/>
                    <a:pt x="163" y="84"/>
                  </a:cubicBezTo>
                  <a:cubicBezTo>
                    <a:pt x="163" y="86"/>
                    <a:pt x="162" y="91"/>
                    <a:pt x="163" y="92"/>
                  </a:cubicBezTo>
                  <a:cubicBezTo>
                    <a:pt x="163" y="94"/>
                    <a:pt x="168" y="95"/>
                    <a:pt x="168" y="96"/>
                  </a:cubicBezTo>
                  <a:cubicBezTo>
                    <a:pt x="169" y="96"/>
                    <a:pt x="170" y="104"/>
                    <a:pt x="170" y="105"/>
                  </a:cubicBezTo>
                  <a:cubicBezTo>
                    <a:pt x="170" y="106"/>
                    <a:pt x="177" y="109"/>
                    <a:pt x="180" y="109"/>
                  </a:cubicBezTo>
                  <a:cubicBezTo>
                    <a:pt x="184" y="109"/>
                    <a:pt x="191" y="106"/>
                    <a:pt x="195" y="105"/>
                  </a:cubicBezTo>
                  <a:cubicBezTo>
                    <a:pt x="197" y="105"/>
                    <a:pt x="199" y="103"/>
                    <a:pt x="201" y="103"/>
                  </a:cubicBezTo>
                  <a:cubicBezTo>
                    <a:pt x="203" y="103"/>
                    <a:pt x="208" y="103"/>
                    <a:pt x="210" y="103"/>
                  </a:cubicBezTo>
                  <a:cubicBezTo>
                    <a:pt x="212" y="103"/>
                    <a:pt x="216" y="104"/>
                    <a:pt x="217" y="103"/>
                  </a:cubicBezTo>
                  <a:cubicBezTo>
                    <a:pt x="218" y="102"/>
                    <a:pt x="216" y="100"/>
                    <a:pt x="217" y="99"/>
                  </a:cubicBezTo>
                  <a:cubicBezTo>
                    <a:pt x="219" y="98"/>
                    <a:pt x="223" y="99"/>
                    <a:pt x="224" y="99"/>
                  </a:cubicBezTo>
                  <a:cubicBezTo>
                    <a:pt x="227" y="100"/>
                    <a:pt x="230" y="104"/>
                    <a:pt x="232" y="105"/>
                  </a:cubicBezTo>
                  <a:cubicBezTo>
                    <a:pt x="235" y="105"/>
                    <a:pt x="240" y="104"/>
                    <a:pt x="242" y="103"/>
                  </a:cubicBezTo>
                  <a:cubicBezTo>
                    <a:pt x="243" y="102"/>
                    <a:pt x="244" y="99"/>
                    <a:pt x="245" y="99"/>
                  </a:cubicBezTo>
                  <a:cubicBezTo>
                    <a:pt x="247" y="98"/>
                    <a:pt x="251" y="99"/>
                    <a:pt x="253" y="99"/>
                  </a:cubicBezTo>
                  <a:cubicBezTo>
                    <a:pt x="255" y="99"/>
                    <a:pt x="259" y="100"/>
                    <a:pt x="261" y="100"/>
                  </a:cubicBezTo>
                  <a:cubicBezTo>
                    <a:pt x="262" y="99"/>
                    <a:pt x="262" y="97"/>
                    <a:pt x="263" y="97"/>
                  </a:cubicBezTo>
                  <a:cubicBezTo>
                    <a:pt x="265" y="96"/>
                    <a:pt x="269" y="97"/>
                    <a:pt x="271" y="97"/>
                  </a:cubicBezTo>
                  <a:cubicBezTo>
                    <a:pt x="273" y="97"/>
                    <a:pt x="275" y="96"/>
                    <a:pt x="276" y="95"/>
                  </a:cubicBezTo>
                  <a:cubicBezTo>
                    <a:pt x="277" y="93"/>
                    <a:pt x="275" y="89"/>
                    <a:pt x="276" y="88"/>
                  </a:cubicBezTo>
                  <a:cubicBezTo>
                    <a:pt x="276" y="86"/>
                    <a:pt x="278" y="84"/>
                    <a:pt x="279" y="83"/>
                  </a:cubicBezTo>
                  <a:cubicBezTo>
                    <a:pt x="281" y="82"/>
                    <a:pt x="287" y="82"/>
                    <a:pt x="289" y="83"/>
                  </a:cubicBezTo>
                  <a:cubicBezTo>
                    <a:pt x="292" y="84"/>
                    <a:pt x="296" y="87"/>
                    <a:pt x="299" y="88"/>
                  </a:cubicBezTo>
                  <a:cubicBezTo>
                    <a:pt x="302" y="88"/>
                    <a:pt x="308" y="86"/>
                    <a:pt x="311" y="88"/>
                  </a:cubicBezTo>
                  <a:cubicBezTo>
                    <a:pt x="314" y="89"/>
                    <a:pt x="320" y="94"/>
                    <a:pt x="322" y="97"/>
                  </a:cubicBezTo>
                  <a:cubicBezTo>
                    <a:pt x="323" y="99"/>
                    <a:pt x="324" y="103"/>
                    <a:pt x="323" y="105"/>
                  </a:cubicBezTo>
                  <a:cubicBezTo>
                    <a:pt x="323" y="106"/>
                    <a:pt x="321" y="107"/>
                    <a:pt x="320" y="109"/>
                  </a:cubicBezTo>
                  <a:cubicBezTo>
                    <a:pt x="320" y="110"/>
                    <a:pt x="321" y="112"/>
                    <a:pt x="321" y="113"/>
                  </a:cubicBezTo>
                  <a:cubicBezTo>
                    <a:pt x="323" y="114"/>
                    <a:pt x="327" y="114"/>
                    <a:pt x="328" y="113"/>
                  </a:cubicBezTo>
                  <a:cubicBezTo>
                    <a:pt x="328" y="112"/>
                    <a:pt x="327" y="111"/>
                    <a:pt x="328" y="110"/>
                  </a:cubicBezTo>
                  <a:cubicBezTo>
                    <a:pt x="328" y="110"/>
                    <a:pt x="330" y="110"/>
                    <a:pt x="331" y="110"/>
                  </a:cubicBezTo>
                  <a:cubicBezTo>
                    <a:pt x="332" y="111"/>
                    <a:pt x="332" y="114"/>
                    <a:pt x="333" y="115"/>
                  </a:cubicBezTo>
                  <a:cubicBezTo>
                    <a:pt x="335" y="117"/>
                    <a:pt x="340" y="116"/>
                    <a:pt x="341" y="118"/>
                  </a:cubicBezTo>
                  <a:cubicBezTo>
                    <a:pt x="343" y="120"/>
                    <a:pt x="342" y="128"/>
                    <a:pt x="342" y="129"/>
                  </a:cubicBezTo>
                  <a:cubicBezTo>
                    <a:pt x="342" y="130"/>
                    <a:pt x="340" y="133"/>
                    <a:pt x="340" y="135"/>
                  </a:cubicBezTo>
                  <a:cubicBezTo>
                    <a:pt x="339" y="136"/>
                    <a:pt x="338" y="140"/>
                    <a:pt x="338" y="141"/>
                  </a:cubicBezTo>
                  <a:cubicBezTo>
                    <a:pt x="338" y="143"/>
                    <a:pt x="341" y="145"/>
                    <a:pt x="341" y="147"/>
                  </a:cubicBezTo>
                  <a:cubicBezTo>
                    <a:pt x="341" y="148"/>
                    <a:pt x="340" y="151"/>
                    <a:pt x="340" y="152"/>
                  </a:cubicBezTo>
                  <a:cubicBezTo>
                    <a:pt x="339" y="154"/>
                    <a:pt x="339" y="158"/>
                    <a:pt x="340" y="159"/>
                  </a:cubicBezTo>
                  <a:cubicBezTo>
                    <a:pt x="341" y="161"/>
                    <a:pt x="346" y="162"/>
                    <a:pt x="348" y="161"/>
                  </a:cubicBezTo>
                  <a:cubicBezTo>
                    <a:pt x="349" y="161"/>
                    <a:pt x="349" y="158"/>
                    <a:pt x="350" y="157"/>
                  </a:cubicBezTo>
                  <a:cubicBezTo>
                    <a:pt x="350" y="157"/>
                    <a:pt x="352" y="155"/>
                    <a:pt x="353" y="155"/>
                  </a:cubicBezTo>
                  <a:cubicBezTo>
                    <a:pt x="354" y="155"/>
                    <a:pt x="356" y="156"/>
                    <a:pt x="357" y="157"/>
                  </a:cubicBezTo>
                  <a:cubicBezTo>
                    <a:pt x="358" y="159"/>
                    <a:pt x="356" y="163"/>
                    <a:pt x="357" y="165"/>
                  </a:cubicBezTo>
                  <a:cubicBezTo>
                    <a:pt x="357" y="166"/>
                    <a:pt x="360" y="169"/>
                    <a:pt x="361" y="169"/>
                  </a:cubicBezTo>
                  <a:cubicBezTo>
                    <a:pt x="364" y="170"/>
                    <a:pt x="371" y="168"/>
                    <a:pt x="373" y="166"/>
                  </a:cubicBezTo>
                  <a:cubicBezTo>
                    <a:pt x="374" y="166"/>
                    <a:pt x="374" y="164"/>
                    <a:pt x="374" y="164"/>
                  </a:cubicBezTo>
                  <a:cubicBezTo>
                    <a:pt x="376" y="163"/>
                    <a:pt x="379" y="163"/>
                    <a:pt x="380" y="164"/>
                  </a:cubicBezTo>
                  <a:cubicBezTo>
                    <a:pt x="381" y="165"/>
                    <a:pt x="380" y="169"/>
                    <a:pt x="381" y="170"/>
                  </a:cubicBezTo>
                  <a:cubicBezTo>
                    <a:pt x="382" y="171"/>
                    <a:pt x="385" y="172"/>
                    <a:pt x="386" y="173"/>
                  </a:cubicBezTo>
                  <a:cubicBezTo>
                    <a:pt x="387" y="174"/>
                    <a:pt x="388" y="179"/>
                    <a:pt x="390" y="180"/>
                  </a:cubicBezTo>
                  <a:cubicBezTo>
                    <a:pt x="392" y="181"/>
                    <a:pt x="396" y="180"/>
                    <a:pt x="398" y="180"/>
                  </a:cubicBezTo>
                  <a:cubicBezTo>
                    <a:pt x="399" y="180"/>
                    <a:pt x="402" y="178"/>
                    <a:pt x="403" y="178"/>
                  </a:cubicBezTo>
                  <a:cubicBezTo>
                    <a:pt x="405" y="178"/>
                    <a:pt x="406" y="180"/>
                    <a:pt x="407" y="180"/>
                  </a:cubicBezTo>
                  <a:cubicBezTo>
                    <a:pt x="408" y="180"/>
                    <a:pt x="409" y="180"/>
                    <a:pt x="411" y="179"/>
                  </a:cubicBezTo>
                  <a:cubicBezTo>
                    <a:pt x="411" y="180"/>
                    <a:pt x="411" y="180"/>
                    <a:pt x="412" y="181"/>
                  </a:cubicBezTo>
                  <a:cubicBezTo>
                    <a:pt x="412" y="181"/>
                    <a:pt x="415" y="182"/>
                    <a:pt x="416" y="182"/>
                  </a:cubicBezTo>
                  <a:cubicBezTo>
                    <a:pt x="417" y="182"/>
                    <a:pt x="418" y="179"/>
                    <a:pt x="418" y="178"/>
                  </a:cubicBezTo>
                  <a:cubicBezTo>
                    <a:pt x="419" y="177"/>
                    <a:pt x="418" y="175"/>
                    <a:pt x="418" y="175"/>
                  </a:cubicBezTo>
                  <a:cubicBezTo>
                    <a:pt x="419" y="174"/>
                    <a:pt x="422" y="174"/>
                    <a:pt x="423" y="175"/>
                  </a:cubicBezTo>
                  <a:cubicBezTo>
                    <a:pt x="425" y="176"/>
                    <a:pt x="424" y="181"/>
                    <a:pt x="425" y="183"/>
                  </a:cubicBezTo>
                  <a:cubicBezTo>
                    <a:pt x="426" y="184"/>
                    <a:pt x="428" y="185"/>
                    <a:pt x="428" y="186"/>
                  </a:cubicBezTo>
                  <a:cubicBezTo>
                    <a:pt x="429" y="188"/>
                    <a:pt x="429" y="192"/>
                    <a:pt x="428" y="194"/>
                  </a:cubicBezTo>
                  <a:cubicBezTo>
                    <a:pt x="428" y="196"/>
                    <a:pt x="426" y="199"/>
                    <a:pt x="425" y="200"/>
                  </a:cubicBezTo>
                  <a:cubicBezTo>
                    <a:pt x="424" y="202"/>
                    <a:pt x="420" y="203"/>
                    <a:pt x="420" y="205"/>
                  </a:cubicBezTo>
                  <a:cubicBezTo>
                    <a:pt x="418" y="207"/>
                    <a:pt x="418" y="214"/>
                    <a:pt x="419" y="217"/>
                  </a:cubicBezTo>
                  <a:cubicBezTo>
                    <a:pt x="419" y="218"/>
                    <a:pt x="419" y="221"/>
                    <a:pt x="420" y="223"/>
                  </a:cubicBezTo>
                  <a:cubicBezTo>
                    <a:pt x="421" y="224"/>
                    <a:pt x="424" y="224"/>
                    <a:pt x="426" y="225"/>
                  </a:cubicBezTo>
                  <a:cubicBezTo>
                    <a:pt x="427" y="226"/>
                    <a:pt x="429" y="231"/>
                    <a:pt x="430" y="234"/>
                  </a:cubicBezTo>
                  <a:cubicBezTo>
                    <a:pt x="431" y="236"/>
                    <a:pt x="430" y="241"/>
                    <a:pt x="431" y="243"/>
                  </a:cubicBezTo>
                  <a:cubicBezTo>
                    <a:pt x="431" y="244"/>
                    <a:pt x="433" y="247"/>
                    <a:pt x="434" y="248"/>
                  </a:cubicBezTo>
                  <a:cubicBezTo>
                    <a:pt x="434" y="250"/>
                    <a:pt x="435" y="254"/>
                    <a:pt x="434" y="256"/>
                  </a:cubicBezTo>
                  <a:cubicBezTo>
                    <a:pt x="433" y="259"/>
                    <a:pt x="430" y="262"/>
                    <a:pt x="429" y="264"/>
                  </a:cubicBezTo>
                  <a:cubicBezTo>
                    <a:pt x="428" y="267"/>
                    <a:pt x="430" y="274"/>
                    <a:pt x="429" y="277"/>
                  </a:cubicBezTo>
                  <a:cubicBezTo>
                    <a:pt x="428" y="280"/>
                    <a:pt x="425" y="285"/>
                    <a:pt x="422" y="287"/>
                  </a:cubicBezTo>
                  <a:cubicBezTo>
                    <a:pt x="421" y="288"/>
                    <a:pt x="418" y="290"/>
                    <a:pt x="417" y="291"/>
                  </a:cubicBezTo>
                  <a:cubicBezTo>
                    <a:pt x="415" y="293"/>
                    <a:pt x="416" y="300"/>
                    <a:pt x="414" y="302"/>
                  </a:cubicBezTo>
                  <a:cubicBezTo>
                    <a:pt x="413" y="304"/>
                    <a:pt x="410" y="306"/>
                    <a:pt x="408" y="307"/>
                  </a:cubicBezTo>
                  <a:cubicBezTo>
                    <a:pt x="407" y="307"/>
                    <a:pt x="404" y="306"/>
                    <a:pt x="403" y="307"/>
                  </a:cubicBezTo>
                  <a:cubicBezTo>
                    <a:pt x="402" y="308"/>
                    <a:pt x="401" y="312"/>
                    <a:pt x="402" y="314"/>
                  </a:cubicBezTo>
                  <a:cubicBezTo>
                    <a:pt x="402" y="315"/>
                    <a:pt x="404" y="316"/>
                    <a:pt x="404" y="318"/>
                  </a:cubicBezTo>
                  <a:cubicBezTo>
                    <a:pt x="404" y="319"/>
                    <a:pt x="402" y="322"/>
                    <a:pt x="401" y="322"/>
                  </a:cubicBezTo>
                  <a:cubicBezTo>
                    <a:pt x="400" y="323"/>
                    <a:pt x="396" y="322"/>
                    <a:pt x="395" y="322"/>
                  </a:cubicBezTo>
                  <a:cubicBezTo>
                    <a:pt x="394" y="323"/>
                    <a:pt x="392" y="326"/>
                    <a:pt x="392" y="327"/>
                  </a:cubicBezTo>
                  <a:cubicBezTo>
                    <a:pt x="391" y="329"/>
                    <a:pt x="391" y="334"/>
                    <a:pt x="392" y="335"/>
                  </a:cubicBezTo>
                  <a:cubicBezTo>
                    <a:pt x="394" y="338"/>
                    <a:pt x="401" y="338"/>
                    <a:pt x="404" y="340"/>
                  </a:cubicBezTo>
                  <a:cubicBezTo>
                    <a:pt x="406" y="341"/>
                    <a:pt x="408" y="345"/>
                    <a:pt x="410" y="346"/>
                  </a:cubicBezTo>
                  <a:cubicBezTo>
                    <a:pt x="412" y="347"/>
                    <a:pt x="417" y="347"/>
                    <a:pt x="419" y="347"/>
                  </a:cubicBezTo>
                  <a:cubicBezTo>
                    <a:pt x="421" y="348"/>
                    <a:pt x="425" y="349"/>
                    <a:pt x="426" y="350"/>
                  </a:cubicBezTo>
                  <a:cubicBezTo>
                    <a:pt x="427" y="351"/>
                    <a:pt x="428" y="355"/>
                    <a:pt x="427" y="357"/>
                  </a:cubicBezTo>
                  <a:cubicBezTo>
                    <a:pt x="426" y="359"/>
                    <a:pt x="422" y="363"/>
                    <a:pt x="420" y="364"/>
                  </a:cubicBezTo>
                  <a:cubicBezTo>
                    <a:pt x="419" y="365"/>
                    <a:pt x="415" y="363"/>
                    <a:pt x="413" y="364"/>
                  </a:cubicBezTo>
                  <a:cubicBezTo>
                    <a:pt x="412" y="365"/>
                    <a:pt x="413" y="369"/>
                    <a:pt x="413" y="371"/>
                  </a:cubicBezTo>
                  <a:cubicBezTo>
                    <a:pt x="414" y="372"/>
                    <a:pt x="416" y="375"/>
                    <a:pt x="416" y="376"/>
                  </a:cubicBezTo>
                  <a:cubicBezTo>
                    <a:pt x="417" y="378"/>
                    <a:pt x="415" y="383"/>
                    <a:pt x="416" y="385"/>
                  </a:cubicBezTo>
                  <a:cubicBezTo>
                    <a:pt x="416" y="386"/>
                    <a:pt x="420" y="388"/>
                    <a:pt x="421" y="390"/>
                  </a:cubicBezTo>
                  <a:cubicBezTo>
                    <a:pt x="422" y="392"/>
                    <a:pt x="420" y="397"/>
                    <a:pt x="421" y="399"/>
                  </a:cubicBezTo>
                  <a:cubicBezTo>
                    <a:pt x="421" y="401"/>
                    <a:pt x="425" y="405"/>
                    <a:pt x="425" y="407"/>
                  </a:cubicBezTo>
                  <a:cubicBezTo>
                    <a:pt x="425" y="409"/>
                    <a:pt x="424" y="415"/>
                    <a:pt x="423" y="417"/>
                  </a:cubicBezTo>
                  <a:cubicBezTo>
                    <a:pt x="422" y="418"/>
                    <a:pt x="419" y="418"/>
                    <a:pt x="418" y="419"/>
                  </a:cubicBezTo>
                  <a:cubicBezTo>
                    <a:pt x="416" y="420"/>
                    <a:pt x="415" y="424"/>
                    <a:pt x="415" y="426"/>
                  </a:cubicBezTo>
                  <a:cubicBezTo>
                    <a:pt x="415" y="428"/>
                    <a:pt x="416" y="432"/>
                    <a:pt x="417" y="433"/>
                  </a:cubicBezTo>
                  <a:cubicBezTo>
                    <a:pt x="418" y="434"/>
                    <a:pt x="421" y="434"/>
                    <a:pt x="422" y="435"/>
                  </a:cubicBezTo>
                  <a:cubicBezTo>
                    <a:pt x="423" y="436"/>
                    <a:pt x="425" y="438"/>
                    <a:pt x="426" y="440"/>
                  </a:cubicBezTo>
                  <a:cubicBezTo>
                    <a:pt x="427" y="441"/>
                    <a:pt x="427" y="445"/>
                    <a:pt x="426" y="446"/>
                  </a:cubicBezTo>
                  <a:cubicBezTo>
                    <a:pt x="424" y="448"/>
                    <a:pt x="417" y="445"/>
                    <a:pt x="414" y="446"/>
                  </a:cubicBezTo>
                  <a:cubicBezTo>
                    <a:pt x="413" y="446"/>
                    <a:pt x="409" y="447"/>
                    <a:pt x="408" y="448"/>
                  </a:cubicBezTo>
                  <a:cubicBezTo>
                    <a:pt x="407" y="449"/>
                    <a:pt x="407" y="450"/>
                    <a:pt x="407" y="451"/>
                  </a:cubicBezTo>
                  <a:cubicBezTo>
                    <a:pt x="404" y="450"/>
                    <a:pt x="402" y="450"/>
                    <a:pt x="400" y="450"/>
                  </a:cubicBezTo>
                  <a:cubicBezTo>
                    <a:pt x="399" y="449"/>
                    <a:pt x="395" y="449"/>
                    <a:pt x="394" y="448"/>
                  </a:cubicBezTo>
                  <a:cubicBezTo>
                    <a:pt x="392" y="447"/>
                    <a:pt x="390" y="443"/>
                    <a:pt x="388" y="442"/>
                  </a:cubicBezTo>
                  <a:cubicBezTo>
                    <a:pt x="387" y="441"/>
                    <a:pt x="384" y="440"/>
                    <a:pt x="383" y="439"/>
                  </a:cubicBezTo>
                  <a:cubicBezTo>
                    <a:pt x="381" y="439"/>
                    <a:pt x="377" y="439"/>
                    <a:pt x="376" y="439"/>
                  </a:cubicBezTo>
                  <a:cubicBezTo>
                    <a:pt x="374" y="440"/>
                    <a:pt x="373" y="443"/>
                    <a:pt x="371" y="443"/>
                  </a:cubicBezTo>
                  <a:cubicBezTo>
                    <a:pt x="370" y="444"/>
                    <a:pt x="367" y="446"/>
                    <a:pt x="366" y="445"/>
                  </a:cubicBezTo>
                  <a:cubicBezTo>
                    <a:pt x="364" y="445"/>
                    <a:pt x="361" y="442"/>
                    <a:pt x="360" y="442"/>
                  </a:cubicBezTo>
                  <a:cubicBezTo>
                    <a:pt x="358" y="441"/>
                    <a:pt x="354" y="438"/>
                    <a:pt x="352" y="438"/>
                  </a:cubicBezTo>
                  <a:cubicBezTo>
                    <a:pt x="351" y="438"/>
                    <a:pt x="348" y="439"/>
                    <a:pt x="347" y="440"/>
                  </a:cubicBezTo>
                  <a:cubicBezTo>
                    <a:pt x="345" y="442"/>
                    <a:pt x="342" y="446"/>
                    <a:pt x="341" y="449"/>
                  </a:cubicBezTo>
                  <a:cubicBezTo>
                    <a:pt x="340" y="451"/>
                    <a:pt x="339" y="456"/>
                    <a:pt x="339" y="458"/>
                  </a:cubicBezTo>
                  <a:cubicBezTo>
                    <a:pt x="339" y="461"/>
                    <a:pt x="341" y="465"/>
                    <a:pt x="341" y="468"/>
                  </a:cubicBezTo>
                  <a:cubicBezTo>
                    <a:pt x="340" y="470"/>
                    <a:pt x="336" y="474"/>
                    <a:pt x="335" y="476"/>
                  </a:cubicBezTo>
                  <a:cubicBezTo>
                    <a:pt x="333" y="480"/>
                    <a:pt x="331" y="488"/>
                    <a:pt x="330" y="492"/>
                  </a:cubicBezTo>
                  <a:cubicBezTo>
                    <a:pt x="329" y="494"/>
                    <a:pt x="328" y="497"/>
                    <a:pt x="327" y="499"/>
                  </a:cubicBezTo>
                  <a:cubicBezTo>
                    <a:pt x="327" y="500"/>
                    <a:pt x="325" y="502"/>
                    <a:pt x="325" y="503"/>
                  </a:cubicBezTo>
                  <a:cubicBezTo>
                    <a:pt x="324" y="505"/>
                    <a:pt x="326" y="508"/>
                    <a:pt x="326" y="510"/>
                  </a:cubicBezTo>
                  <a:cubicBezTo>
                    <a:pt x="326" y="512"/>
                    <a:pt x="325" y="517"/>
                    <a:pt x="324" y="519"/>
                  </a:cubicBezTo>
                  <a:cubicBezTo>
                    <a:pt x="322" y="521"/>
                    <a:pt x="318" y="523"/>
                    <a:pt x="316" y="522"/>
                  </a:cubicBezTo>
                  <a:cubicBezTo>
                    <a:pt x="315" y="522"/>
                    <a:pt x="313" y="520"/>
                    <a:pt x="312" y="519"/>
                  </a:cubicBezTo>
                  <a:cubicBezTo>
                    <a:pt x="311" y="517"/>
                    <a:pt x="310" y="513"/>
                    <a:pt x="310" y="511"/>
                  </a:cubicBezTo>
                  <a:cubicBezTo>
                    <a:pt x="310" y="509"/>
                    <a:pt x="313" y="507"/>
                    <a:pt x="312" y="505"/>
                  </a:cubicBezTo>
                  <a:cubicBezTo>
                    <a:pt x="312" y="503"/>
                    <a:pt x="308" y="501"/>
                    <a:pt x="306" y="499"/>
                  </a:cubicBezTo>
                  <a:cubicBezTo>
                    <a:pt x="306" y="498"/>
                    <a:pt x="304" y="496"/>
                    <a:pt x="303" y="496"/>
                  </a:cubicBezTo>
                  <a:cubicBezTo>
                    <a:pt x="302" y="495"/>
                    <a:pt x="297" y="493"/>
                    <a:pt x="295" y="494"/>
                  </a:cubicBezTo>
                  <a:cubicBezTo>
                    <a:pt x="294" y="495"/>
                    <a:pt x="297" y="500"/>
                    <a:pt x="296" y="501"/>
                  </a:cubicBezTo>
                  <a:cubicBezTo>
                    <a:pt x="295" y="502"/>
                    <a:pt x="290" y="502"/>
                    <a:pt x="288" y="500"/>
                  </a:cubicBezTo>
                  <a:cubicBezTo>
                    <a:pt x="288" y="500"/>
                    <a:pt x="287" y="498"/>
                    <a:pt x="287" y="497"/>
                  </a:cubicBezTo>
                  <a:cubicBezTo>
                    <a:pt x="286" y="496"/>
                    <a:pt x="284" y="494"/>
                    <a:pt x="284" y="494"/>
                  </a:cubicBezTo>
                  <a:cubicBezTo>
                    <a:pt x="283" y="494"/>
                    <a:pt x="281" y="494"/>
                    <a:pt x="280" y="494"/>
                  </a:cubicBezTo>
                  <a:cubicBezTo>
                    <a:pt x="279" y="495"/>
                    <a:pt x="279" y="498"/>
                    <a:pt x="278" y="498"/>
                  </a:cubicBezTo>
                  <a:cubicBezTo>
                    <a:pt x="277" y="499"/>
                    <a:pt x="274" y="500"/>
                    <a:pt x="272" y="499"/>
                  </a:cubicBezTo>
                  <a:cubicBezTo>
                    <a:pt x="271" y="499"/>
                    <a:pt x="268" y="496"/>
                    <a:pt x="267" y="496"/>
                  </a:cubicBezTo>
                  <a:cubicBezTo>
                    <a:pt x="265" y="495"/>
                    <a:pt x="263" y="494"/>
                    <a:pt x="262" y="494"/>
                  </a:cubicBezTo>
                  <a:cubicBezTo>
                    <a:pt x="260" y="494"/>
                    <a:pt x="258" y="497"/>
                    <a:pt x="258" y="498"/>
                  </a:cubicBezTo>
                  <a:cubicBezTo>
                    <a:pt x="257" y="499"/>
                    <a:pt x="258" y="502"/>
                    <a:pt x="258" y="503"/>
                  </a:cubicBezTo>
                  <a:cubicBezTo>
                    <a:pt x="257" y="505"/>
                    <a:pt x="255" y="507"/>
                    <a:pt x="255" y="509"/>
                  </a:cubicBezTo>
                  <a:cubicBezTo>
                    <a:pt x="254" y="511"/>
                    <a:pt x="255" y="515"/>
                    <a:pt x="255" y="517"/>
                  </a:cubicBezTo>
                  <a:cubicBezTo>
                    <a:pt x="254" y="519"/>
                    <a:pt x="250" y="521"/>
                    <a:pt x="247" y="522"/>
                  </a:cubicBezTo>
                  <a:cubicBezTo>
                    <a:pt x="245" y="523"/>
                    <a:pt x="239" y="523"/>
                    <a:pt x="236" y="522"/>
                  </a:cubicBezTo>
                  <a:cubicBezTo>
                    <a:pt x="233" y="522"/>
                    <a:pt x="229" y="521"/>
                    <a:pt x="226" y="521"/>
                  </a:cubicBezTo>
                  <a:cubicBezTo>
                    <a:pt x="225" y="520"/>
                    <a:pt x="222" y="521"/>
                    <a:pt x="221" y="521"/>
                  </a:cubicBezTo>
                  <a:cubicBezTo>
                    <a:pt x="220" y="521"/>
                    <a:pt x="218" y="522"/>
                    <a:pt x="217" y="522"/>
                  </a:cubicBezTo>
                  <a:cubicBezTo>
                    <a:pt x="215" y="523"/>
                    <a:pt x="212" y="522"/>
                    <a:pt x="210" y="521"/>
                  </a:cubicBezTo>
                  <a:cubicBezTo>
                    <a:pt x="210" y="521"/>
                    <a:pt x="208" y="519"/>
                    <a:pt x="207" y="519"/>
                  </a:cubicBezTo>
                  <a:cubicBezTo>
                    <a:pt x="206" y="518"/>
                    <a:pt x="203" y="518"/>
                    <a:pt x="202" y="519"/>
                  </a:cubicBezTo>
                  <a:cubicBezTo>
                    <a:pt x="201" y="520"/>
                    <a:pt x="200" y="523"/>
                    <a:pt x="199" y="524"/>
                  </a:cubicBezTo>
                  <a:cubicBezTo>
                    <a:pt x="197" y="525"/>
                    <a:pt x="194" y="526"/>
                    <a:pt x="192" y="525"/>
                  </a:cubicBezTo>
                  <a:cubicBezTo>
                    <a:pt x="191" y="525"/>
                    <a:pt x="191" y="521"/>
                    <a:pt x="191" y="521"/>
                  </a:cubicBezTo>
                  <a:cubicBezTo>
                    <a:pt x="189" y="519"/>
                    <a:pt x="186" y="519"/>
                    <a:pt x="185" y="518"/>
                  </a:cubicBezTo>
                  <a:cubicBezTo>
                    <a:pt x="183" y="517"/>
                    <a:pt x="179" y="517"/>
                    <a:pt x="178" y="516"/>
                  </a:cubicBezTo>
                  <a:cubicBezTo>
                    <a:pt x="177" y="515"/>
                    <a:pt x="175" y="512"/>
                    <a:pt x="175" y="511"/>
                  </a:cubicBezTo>
                  <a:cubicBezTo>
                    <a:pt x="174" y="510"/>
                    <a:pt x="175" y="507"/>
                    <a:pt x="174" y="505"/>
                  </a:cubicBezTo>
                  <a:cubicBezTo>
                    <a:pt x="173" y="504"/>
                    <a:pt x="172" y="502"/>
                    <a:pt x="170" y="501"/>
                  </a:cubicBezTo>
                  <a:cubicBezTo>
                    <a:pt x="173" y="499"/>
                    <a:pt x="176" y="496"/>
                    <a:pt x="178" y="495"/>
                  </a:cubicBezTo>
                  <a:cubicBezTo>
                    <a:pt x="181" y="494"/>
                    <a:pt x="186" y="494"/>
                    <a:pt x="188" y="493"/>
                  </a:cubicBezTo>
                  <a:cubicBezTo>
                    <a:pt x="190" y="493"/>
                    <a:pt x="193" y="490"/>
                    <a:pt x="193" y="489"/>
                  </a:cubicBezTo>
                  <a:cubicBezTo>
                    <a:pt x="193" y="488"/>
                    <a:pt x="190" y="479"/>
                    <a:pt x="190" y="478"/>
                  </a:cubicBezTo>
                  <a:cubicBezTo>
                    <a:pt x="190" y="478"/>
                    <a:pt x="190" y="470"/>
                    <a:pt x="190" y="467"/>
                  </a:cubicBezTo>
                  <a:cubicBezTo>
                    <a:pt x="190" y="464"/>
                    <a:pt x="190" y="457"/>
                    <a:pt x="189" y="455"/>
                  </a:cubicBezTo>
                  <a:cubicBezTo>
                    <a:pt x="187" y="452"/>
                    <a:pt x="183" y="449"/>
                    <a:pt x="181" y="449"/>
                  </a:cubicBezTo>
                  <a:cubicBezTo>
                    <a:pt x="179" y="448"/>
                    <a:pt x="172" y="450"/>
                    <a:pt x="172" y="449"/>
                  </a:cubicBezTo>
                  <a:cubicBezTo>
                    <a:pt x="171" y="447"/>
                    <a:pt x="160" y="443"/>
                    <a:pt x="157" y="440"/>
                  </a:cubicBezTo>
                  <a:cubicBezTo>
                    <a:pt x="156" y="438"/>
                    <a:pt x="155" y="434"/>
                    <a:pt x="153" y="432"/>
                  </a:cubicBezTo>
                  <a:cubicBezTo>
                    <a:pt x="152" y="431"/>
                    <a:pt x="149" y="431"/>
                    <a:pt x="149" y="429"/>
                  </a:cubicBezTo>
                  <a:cubicBezTo>
                    <a:pt x="147" y="427"/>
                    <a:pt x="151" y="421"/>
                    <a:pt x="150" y="418"/>
                  </a:cubicBezTo>
                  <a:cubicBezTo>
                    <a:pt x="150" y="415"/>
                    <a:pt x="147" y="410"/>
                    <a:pt x="144" y="408"/>
                  </a:cubicBezTo>
                  <a:cubicBezTo>
                    <a:pt x="143" y="407"/>
                    <a:pt x="140" y="407"/>
                    <a:pt x="139" y="406"/>
                  </a:cubicBezTo>
                  <a:cubicBezTo>
                    <a:pt x="137" y="404"/>
                    <a:pt x="136" y="399"/>
                    <a:pt x="135" y="396"/>
                  </a:cubicBezTo>
                  <a:cubicBezTo>
                    <a:pt x="134" y="395"/>
                    <a:pt x="131" y="390"/>
                    <a:pt x="129" y="389"/>
                  </a:cubicBezTo>
                  <a:cubicBezTo>
                    <a:pt x="128" y="389"/>
                    <a:pt x="125" y="389"/>
                    <a:pt x="124" y="389"/>
                  </a:cubicBezTo>
                  <a:cubicBezTo>
                    <a:pt x="123" y="390"/>
                    <a:pt x="122" y="393"/>
                    <a:pt x="122" y="394"/>
                  </a:cubicBezTo>
                  <a:cubicBezTo>
                    <a:pt x="121" y="397"/>
                    <a:pt x="123" y="401"/>
                    <a:pt x="122" y="403"/>
                  </a:cubicBezTo>
                  <a:cubicBezTo>
                    <a:pt x="121" y="405"/>
                    <a:pt x="119" y="406"/>
                    <a:pt x="117" y="406"/>
                  </a:cubicBezTo>
                  <a:cubicBezTo>
                    <a:pt x="116" y="407"/>
                    <a:pt x="113" y="405"/>
                    <a:pt x="112" y="406"/>
                  </a:cubicBezTo>
                  <a:cubicBezTo>
                    <a:pt x="111" y="407"/>
                    <a:pt x="113" y="411"/>
                    <a:pt x="112" y="412"/>
                  </a:cubicBezTo>
                  <a:cubicBezTo>
                    <a:pt x="110" y="413"/>
                    <a:pt x="106" y="412"/>
                    <a:pt x="105" y="411"/>
                  </a:cubicBezTo>
                  <a:cubicBezTo>
                    <a:pt x="103" y="410"/>
                    <a:pt x="104" y="405"/>
                    <a:pt x="103" y="403"/>
                  </a:cubicBezTo>
                  <a:cubicBezTo>
                    <a:pt x="101" y="401"/>
                    <a:pt x="99" y="398"/>
                    <a:pt x="97" y="397"/>
                  </a:cubicBezTo>
                  <a:cubicBezTo>
                    <a:pt x="95" y="397"/>
                    <a:pt x="91" y="398"/>
                    <a:pt x="89" y="399"/>
                  </a:cubicBezTo>
                  <a:cubicBezTo>
                    <a:pt x="88" y="400"/>
                    <a:pt x="86" y="404"/>
                    <a:pt x="84" y="404"/>
                  </a:cubicBezTo>
                  <a:cubicBezTo>
                    <a:pt x="82" y="404"/>
                    <a:pt x="81" y="399"/>
                    <a:pt x="79" y="398"/>
                  </a:cubicBezTo>
                  <a:cubicBezTo>
                    <a:pt x="77" y="398"/>
                    <a:pt x="73" y="397"/>
                    <a:pt x="71" y="398"/>
                  </a:cubicBezTo>
                  <a:cubicBezTo>
                    <a:pt x="70" y="399"/>
                    <a:pt x="69" y="403"/>
                    <a:pt x="68" y="404"/>
                  </a:cubicBezTo>
                  <a:cubicBezTo>
                    <a:pt x="66" y="405"/>
                    <a:pt x="60" y="405"/>
                    <a:pt x="59" y="404"/>
                  </a:cubicBezTo>
                  <a:cubicBezTo>
                    <a:pt x="56" y="402"/>
                    <a:pt x="56" y="396"/>
                    <a:pt x="55" y="395"/>
                  </a:cubicBezTo>
                  <a:cubicBezTo>
                    <a:pt x="53" y="393"/>
                    <a:pt x="50" y="391"/>
                    <a:pt x="49" y="391"/>
                  </a:cubicBezTo>
                  <a:cubicBezTo>
                    <a:pt x="47" y="391"/>
                    <a:pt x="45" y="391"/>
                    <a:pt x="44" y="391"/>
                  </a:cubicBezTo>
                  <a:cubicBezTo>
                    <a:pt x="42" y="391"/>
                    <a:pt x="38" y="392"/>
                    <a:pt x="36" y="391"/>
                  </a:cubicBezTo>
                  <a:cubicBezTo>
                    <a:pt x="34" y="390"/>
                    <a:pt x="34" y="385"/>
                    <a:pt x="33" y="383"/>
                  </a:cubicBezTo>
                  <a:cubicBezTo>
                    <a:pt x="33" y="382"/>
                    <a:pt x="33" y="380"/>
                    <a:pt x="32" y="379"/>
                  </a:cubicBezTo>
                  <a:cubicBezTo>
                    <a:pt x="32" y="377"/>
                    <a:pt x="32" y="376"/>
                    <a:pt x="32" y="375"/>
                  </a:cubicBezTo>
                  <a:cubicBezTo>
                    <a:pt x="32" y="373"/>
                    <a:pt x="35" y="370"/>
                    <a:pt x="36" y="368"/>
                  </a:cubicBezTo>
                  <a:cubicBezTo>
                    <a:pt x="37" y="366"/>
                    <a:pt x="40" y="361"/>
                    <a:pt x="40" y="359"/>
                  </a:cubicBezTo>
                  <a:cubicBezTo>
                    <a:pt x="40" y="357"/>
                    <a:pt x="37" y="354"/>
                    <a:pt x="37" y="352"/>
                  </a:cubicBezTo>
                  <a:cubicBezTo>
                    <a:pt x="37" y="350"/>
                    <a:pt x="36" y="346"/>
                    <a:pt x="37" y="344"/>
                  </a:cubicBezTo>
                  <a:cubicBezTo>
                    <a:pt x="37" y="342"/>
                    <a:pt x="39" y="338"/>
                    <a:pt x="40" y="336"/>
                  </a:cubicBezTo>
                  <a:cubicBezTo>
                    <a:pt x="41" y="333"/>
                    <a:pt x="42" y="326"/>
                    <a:pt x="42" y="323"/>
                  </a:cubicBezTo>
                  <a:cubicBezTo>
                    <a:pt x="41" y="321"/>
                    <a:pt x="39" y="317"/>
                    <a:pt x="38" y="316"/>
                  </a:cubicBezTo>
                  <a:cubicBezTo>
                    <a:pt x="36" y="314"/>
                    <a:pt x="32" y="312"/>
                    <a:pt x="31" y="311"/>
                  </a:cubicBezTo>
                  <a:cubicBezTo>
                    <a:pt x="30" y="309"/>
                    <a:pt x="29" y="304"/>
                    <a:pt x="29" y="302"/>
                  </a:cubicBezTo>
                  <a:cubicBezTo>
                    <a:pt x="30" y="300"/>
                    <a:pt x="31" y="296"/>
                    <a:pt x="31" y="293"/>
                  </a:cubicBezTo>
                  <a:cubicBezTo>
                    <a:pt x="32" y="291"/>
                    <a:pt x="32" y="285"/>
                    <a:pt x="30" y="283"/>
                  </a:cubicBezTo>
                  <a:cubicBezTo>
                    <a:pt x="30" y="281"/>
                    <a:pt x="26" y="280"/>
                    <a:pt x="25" y="279"/>
                  </a:cubicBezTo>
                  <a:cubicBezTo>
                    <a:pt x="24" y="276"/>
                    <a:pt x="24" y="269"/>
                    <a:pt x="23" y="266"/>
                  </a:cubicBezTo>
                  <a:cubicBezTo>
                    <a:pt x="22" y="264"/>
                    <a:pt x="20" y="261"/>
                    <a:pt x="19" y="260"/>
                  </a:cubicBezTo>
                  <a:cubicBezTo>
                    <a:pt x="17" y="258"/>
                    <a:pt x="13" y="258"/>
                    <a:pt x="12" y="256"/>
                  </a:cubicBezTo>
                  <a:cubicBezTo>
                    <a:pt x="10" y="255"/>
                    <a:pt x="8" y="250"/>
                    <a:pt x="8" y="248"/>
                  </a:cubicBezTo>
                  <a:cubicBezTo>
                    <a:pt x="7" y="246"/>
                    <a:pt x="7" y="242"/>
                    <a:pt x="8" y="240"/>
                  </a:cubicBezTo>
                  <a:cubicBezTo>
                    <a:pt x="8" y="239"/>
                    <a:pt x="11" y="237"/>
                    <a:pt x="12" y="236"/>
                  </a:cubicBezTo>
                  <a:cubicBezTo>
                    <a:pt x="13" y="235"/>
                    <a:pt x="15" y="231"/>
                    <a:pt x="15" y="229"/>
                  </a:cubicBezTo>
                  <a:cubicBezTo>
                    <a:pt x="16" y="227"/>
                    <a:pt x="16" y="223"/>
                    <a:pt x="15" y="221"/>
                  </a:cubicBezTo>
                  <a:cubicBezTo>
                    <a:pt x="15" y="220"/>
                    <a:pt x="12" y="218"/>
                    <a:pt x="12" y="216"/>
                  </a:cubicBezTo>
                  <a:cubicBezTo>
                    <a:pt x="11" y="214"/>
                    <a:pt x="12" y="210"/>
                    <a:pt x="12" y="208"/>
                  </a:cubicBezTo>
                  <a:cubicBezTo>
                    <a:pt x="11" y="206"/>
                    <a:pt x="8" y="205"/>
                    <a:pt x="8" y="204"/>
                  </a:cubicBezTo>
                  <a:cubicBezTo>
                    <a:pt x="7" y="203"/>
                    <a:pt x="8" y="200"/>
                    <a:pt x="9" y="199"/>
                  </a:cubicBezTo>
                  <a:cubicBezTo>
                    <a:pt x="9" y="198"/>
                    <a:pt x="13" y="198"/>
                    <a:pt x="14" y="197"/>
                  </a:cubicBezTo>
                  <a:cubicBezTo>
                    <a:pt x="15" y="196"/>
                    <a:pt x="18" y="194"/>
                    <a:pt x="19" y="192"/>
                  </a:cubicBezTo>
                  <a:cubicBezTo>
                    <a:pt x="19" y="190"/>
                    <a:pt x="19" y="187"/>
                    <a:pt x="18" y="186"/>
                  </a:cubicBezTo>
                  <a:cubicBezTo>
                    <a:pt x="17" y="185"/>
                    <a:pt x="15" y="184"/>
                    <a:pt x="14" y="182"/>
                  </a:cubicBezTo>
                  <a:cubicBezTo>
                    <a:pt x="13" y="181"/>
                    <a:pt x="14" y="176"/>
                    <a:pt x="14" y="175"/>
                  </a:cubicBezTo>
                  <a:cubicBezTo>
                    <a:pt x="14" y="172"/>
                    <a:pt x="13" y="167"/>
                    <a:pt x="12" y="165"/>
                  </a:cubicBezTo>
                  <a:cubicBezTo>
                    <a:pt x="10" y="163"/>
                    <a:pt x="5" y="163"/>
                    <a:pt x="4" y="161"/>
                  </a:cubicBezTo>
                  <a:cubicBezTo>
                    <a:pt x="2" y="160"/>
                    <a:pt x="0" y="156"/>
                    <a:pt x="0" y="153"/>
                  </a:cubicBezTo>
                  <a:cubicBezTo>
                    <a:pt x="0" y="152"/>
                    <a:pt x="1" y="148"/>
                    <a:pt x="3" y="147"/>
                  </a:cubicBezTo>
                  <a:cubicBezTo>
                    <a:pt x="4" y="146"/>
                    <a:pt x="8" y="145"/>
                    <a:pt x="10" y="145"/>
                  </a:cubicBezTo>
                  <a:cubicBezTo>
                    <a:pt x="11" y="145"/>
                    <a:pt x="12" y="146"/>
                    <a:pt x="13" y="146"/>
                  </a:cubicBezTo>
                  <a:cubicBezTo>
                    <a:pt x="15" y="146"/>
                    <a:pt x="19" y="146"/>
                    <a:pt x="20" y="145"/>
                  </a:cubicBezTo>
                  <a:cubicBezTo>
                    <a:pt x="21" y="144"/>
                    <a:pt x="21" y="141"/>
                    <a:pt x="22" y="140"/>
                  </a:cubicBezTo>
                  <a:cubicBezTo>
                    <a:pt x="22" y="139"/>
                    <a:pt x="24" y="138"/>
                    <a:pt x="25" y="137"/>
                  </a:cubicBezTo>
                  <a:cubicBezTo>
                    <a:pt x="26" y="136"/>
                    <a:pt x="27" y="133"/>
                    <a:pt x="28" y="132"/>
                  </a:cubicBezTo>
                  <a:cubicBezTo>
                    <a:pt x="28" y="130"/>
                    <a:pt x="29" y="126"/>
                    <a:pt x="29" y="124"/>
                  </a:cubicBezTo>
                  <a:cubicBezTo>
                    <a:pt x="28" y="123"/>
                    <a:pt x="26" y="121"/>
                    <a:pt x="26" y="120"/>
                  </a:cubicBezTo>
                  <a:cubicBezTo>
                    <a:pt x="25" y="118"/>
                    <a:pt x="25" y="114"/>
                    <a:pt x="26" y="113"/>
                  </a:cubicBezTo>
                  <a:cubicBezTo>
                    <a:pt x="27" y="111"/>
                    <a:pt x="33" y="112"/>
                    <a:pt x="35" y="110"/>
                  </a:cubicBezTo>
                  <a:cubicBezTo>
                    <a:pt x="36" y="108"/>
                    <a:pt x="35" y="104"/>
                    <a:pt x="36" y="103"/>
                  </a:cubicBezTo>
                  <a:cubicBezTo>
                    <a:pt x="36" y="102"/>
                    <a:pt x="40" y="101"/>
                    <a:pt x="41" y="100"/>
                  </a:cubicBezTo>
                  <a:cubicBezTo>
                    <a:pt x="42" y="98"/>
                    <a:pt x="44" y="93"/>
                    <a:pt x="44" y="91"/>
                  </a:cubicBezTo>
                  <a:cubicBezTo>
                    <a:pt x="45" y="88"/>
                    <a:pt x="45" y="83"/>
                    <a:pt x="44" y="80"/>
                  </a:cubicBezTo>
                  <a:cubicBezTo>
                    <a:pt x="44" y="79"/>
                    <a:pt x="41" y="78"/>
                    <a:pt x="40" y="78"/>
                  </a:cubicBezTo>
                  <a:cubicBezTo>
                    <a:pt x="39" y="77"/>
                    <a:pt x="35" y="76"/>
                    <a:pt x="34" y="75"/>
                  </a:cubicBezTo>
                  <a:cubicBezTo>
                    <a:pt x="32" y="74"/>
                    <a:pt x="30" y="70"/>
                    <a:pt x="30" y="68"/>
                  </a:cubicBezTo>
                  <a:cubicBezTo>
                    <a:pt x="29" y="66"/>
                    <a:pt x="31" y="61"/>
                    <a:pt x="30" y="59"/>
                  </a:cubicBezTo>
                  <a:cubicBezTo>
                    <a:pt x="29" y="58"/>
                    <a:pt x="27" y="57"/>
                    <a:pt x="25" y="57"/>
                  </a:cubicBezTo>
                  <a:cubicBezTo>
                    <a:pt x="24" y="56"/>
                    <a:pt x="22" y="57"/>
                    <a:pt x="21" y="57"/>
                  </a:cubicBezTo>
                  <a:cubicBezTo>
                    <a:pt x="19" y="56"/>
                    <a:pt x="17" y="55"/>
                    <a:pt x="16" y="54"/>
                  </a:cubicBezTo>
                  <a:cubicBezTo>
                    <a:pt x="16" y="53"/>
                    <a:pt x="16" y="52"/>
                    <a:pt x="16" y="5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9"/>
            <p:cNvSpPr>
              <a:spLocks/>
            </p:cNvSpPr>
            <p:nvPr/>
          </p:nvSpPr>
          <p:spPr bwMode="auto">
            <a:xfrm>
              <a:off x="1249363" y="1438275"/>
              <a:ext cx="750888" cy="647700"/>
            </a:xfrm>
            <a:custGeom>
              <a:avLst/>
              <a:gdLst/>
              <a:ahLst/>
              <a:cxnLst>
                <a:cxn ang="0">
                  <a:pos x="101" y="292"/>
                </a:cxn>
                <a:cxn ang="0">
                  <a:pos x="86" y="296"/>
                </a:cxn>
                <a:cxn ang="0">
                  <a:pos x="67" y="305"/>
                </a:cxn>
                <a:cxn ang="0">
                  <a:pos x="47" y="273"/>
                </a:cxn>
                <a:cxn ang="0">
                  <a:pos x="70" y="263"/>
                </a:cxn>
                <a:cxn ang="0">
                  <a:pos x="68" y="254"/>
                </a:cxn>
                <a:cxn ang="0">
                  <a:pos x="47" y="225"/>
                </a:cxn>
                <a:cxn ang="0">
                  <a:pos x="48" y="198"/>
                </a:cxn>
                <a:cxn ang="0">
                  <a:pos x="57" y="167"/>
                </a:cxn>
                <a:cxn ang="0">
                  <a:pos x="45" y="156"/>
                </a:cxn>
                <a:cxn ang="0">
                  <a:pos x="46" y="131"/>
                </a:cxn>
                <a:cxn ang="0">
                  <a:pos x="40" y="109"/>
                </a:cxn>
                <a:cxn ang="0">
                  <a:pos x="23" y="85"/>
                </a:cxn>
                <a:cxn ang="0">
                  <a:pos x="8" y="54"/>
                </a:cxn>
                <a:cxn ang="0">
                  <a:pos x="17" y="30"/>
                </a:cxn>
                <a:cxn ang="0">
                  <a:pos x="0" y="7"/>
                </a:cxn>
                <a:cxn ang="0">
                  <a:pos x="21" y="3"/>
                </a:cxn>
                <a:cxn ang="0">
                  <a:pos x="53" y="20"/>
                </a:cxn>
                <a:cxn ang="0">
                  <a:pos x="90" y="7"/>
                </a:cxn>
                <a:cxn ang="0">
                  <a:pos x="112" y="22"/>
                </a:cxn>
                <a:cxn ang="0">
                  <a:pos x="103" y="39"/>
                </a:cxn>
                <a:cxn ang="0">
                  <a:pos x="107" y="62"/>
                </a:cxn>
                <a:cxn ang="0">
                  <a:pos x="115" y="88"/>
                </a:cxn>
                <a:cxn ang="0">
                  <a:pos x="121" y="113"/>
                </a:cxn>
                <a:cxn ang="0">
                  <a:pos x="128" y="88"/>
                </a:cxn>
                <a:cxn ang="0">
                  <a:pos x="154" y="86"/>
                </a:cxn>
                <a:cxn ang="0">
                  <a:pos x="196" y="98"/>
                </a:cxn>
                <a:cxn ang="0">
                  <a:pos x="264" y="114"/>
                </a:cxn>
                <a:cxn ang="0">
                  <a:pos x="318" y="92"/>
                </a:cxn>
                <a:cxn ang="0">
                  <a:pos x="346" y="90"/>
                </a:cxn>
                <a:cxn ang="0">
                  <a:pos x="352" y="119"/>
                </a:cxn>
                <a:cxn ang="0">
                  <a:pos x="353" y="138"/>
                </a:cxn>
                <a:cxn ang="0">
                  <a:pos x="361" y="170"/>
                </a:cxn>
                <a:cxn ang="0">
                  <a:pos x="362" y="188"/>
                </a:cxn>
                <a:cxn ang="0">
                  <a:pos x="364" y="217"/>
                </a:cxn>
                <a:cxn ang="0">
                  <a:pos x="386" y="217"/>
                </a:cxn>
                <a:cxn ang="0">
                  <a:pos x="396" y="236"/>
                </a:cxn>
                <a:cxn ang="0">
                  <a:pos x="414" y="248"/>
                </a:cxn>
                <a:cxn ang="0">
                  <a:pos x="419" y="269"/>
                </a:cxn>
                <a:cxn ang="0">
                  <a:pos x="430" y="289"/>
                </a:cxn>
                <a:cxn ang="0">
                  <a:pos x="446" y="311"/>
                </a:cxn>
                <a:cxn ang="0">
                  <a:pos x="429" y="347"/>
                </a:cxn>
                <a:cxn ang="0">
                  <a:pos x="420" y="363"/>
                </a:cxn>
                <a:cxn ang="0">
                  <a:pos x="422" y="386"/>
                </a:cxn>
                <a:cxn ang="0">
                  <a:pos x="401" y="374"/>
                </a:cxn>
                <a:cxn ang="0">
                  <a:pos x="381" y="369"/>
                </a:cxn>
                <a:cxn ang="0">
                  <a:pos x="354" y="353"/>
                </a:cxn>
                <a:cxn ang="0">
                  <a:pos x="351" y="321"/>
                </a:cxn>
                <a:cxn ang="0">
                  <a:pos x="321" y="318"/>
                </a:cxn>
                <a:cxn ang="0">
                  <a:pos x="304" y="335"/>
                </a:cxn>
                <a:cxn ang="0">
                  <a:pos x="284" y="329"/>
                </a:cxn>
                <a:cxn ang="0">
                  <a:pos x="270" y="303"/>
                </a:cxn>
                <a:cxn ang="0">
                  <a:pos x="252" y="291"/>
                </a:cxn>
                <a:cxn ang="0">
                  <a:pos x="241" y="302"/>
                </a:cxn>
                <a:cxn ang="0">
                  <a:pos x="217" y="300"/>
                </a:cxn>
                <a:cxn ang="0">
                  <a:pos x="190" y="314"/>
                </a:cxn>
                <a:cxn ang="0">
                  <a:pos x="178" y="316"/>
                </a:cxn>
                <a:cxn ang="0">
                  <a:pos x="158" y="304"/>
                </a:cxn>
                <a:cxn ang="0">
                  <a:pos x="137" y="301"/>
                </a:cxn>
              </a:cxnLst>
              <a:rect l="0" t="0" r="r" b="b"/>
              <a:pathLst>
                <a:path w="448" h="386">
                  <a:moveTo>
                    <a:pt x="124" y="300"/>
                  </a:moveTo>
                  <a:cubicBezTo>
                    <a:pt x="123" y="300"/>
                    <a:pt x="122" y="299"/>
                    <a:pt x="122" y="299"/>
                  </a:cubicBezTo>
                  <a:cubicBezTo>
                    <a:pt x="119" y="298"/>
                    <a:pt x="114" y="293"/>
                    <a:pt x="111" y="292"/>
                  </a:cubicBezTo>
                  <a:cubicBezTo>
                    <a:pt x="109" y="291"/>
                    <a:pt x="104" y="293"/>
                    <a:pt x="101" y="292"/>
                  </a:cubicBezTo>
                  <a:cubicBezTo>
                    <a:pt x="100" y="292"/>
                    <a:pt x="98" y="289"/>
                    <a:pt x="97" y="288"/>
                  </a:cubicBezTo>
                  <a:cubicBezTo>
                    <a:pt x="96" y="288"/>
                    <a:pt x="95" y="290"/>
                    <a:pt x="94" y="290"/>
                  </a:cubicBezTo>
                  <a:cubicBezTo>
                    <a:pt x="93" y="291"/>
                    <a:pt x="92" y="295"/>
                    <a:pt x="90" y="296"/>
                  </a:cubicBezTo>
                  <a:cubicBezTo>
                    <a:pt x="89" y="296"/>
                    <a:pt x="87" y="296"/>
                    <a:pt x="86" y="296"/>
                  </a:cubicBezTo>
                  <a:cubicBezTo>
                    <a:pt x="84" y="297"/>
                    <a:pt x="80" y="299"/>
                    <a:pt x="79" y="301"/>
                  </a:cubicBezTo>
                  <a:cubicBezTo>
                    <a:pt x="78" y="302"/>
                    <a:pt x="78" y="304"/>
                    <a:pt x="77" y="304"/>
                  </a:cubicBezTo>
                  <a:cubicBezTo>
                    <a:pt x="77" y="305"/>
                    <a:pt x="76" y="306"/>
                    <a:pt x="75" y="306"/>
                  </a:cubicBezTo>
                  <a:cubicBezTo>
                    <a:pt x="73" y="306"/>
                    <a:pt x="69" y="305"/>
                    <a:pt x="67" y="305"/>
                  </a:cubicBezTo>
                  <a:cubicBezTo>
                    <a:pt x="64" y="304"/>
                    <a:pt x="59" y="303"/>
                    <a:pt x="58" y="301"/>
                  </a:cubicBezTo>
                  <a:cubicBezTo>
                    <a:pt x="56" y="300"/>
                    <a:pt x="55" y="296"/>
                    <a:pt x="54" y="294"/>
                  </a:cubicBezTo>
                  <a:cubicBezTo>
                    <a:pt x="52" y="291"/>
                    <a:pt x="48" y="287"/>
                    <a:pt x="47" y="284"/>
                  </a:cubicBezTo>
                  <a:cubicBezTo>
                    <a:pt x="46" y="281"/>
                    <a:pt x="47" y="276"/>
                    <a:pt x="47" y="273"/>
                  </a:cubicBezTo>
                  <a:cubicBezTo>
                    <a:pt x="47" y="270"/>
                    <a:pt x="44" y="265"/>
                    <a:pt x="43" y="262"/>
                  </a:cubicBezTo>
                  <a:cubicBezTo>
                    <a:pt x="46" y="261"/>
                    <a:pt x="49" y="259"/>
                    <a:pt x="51" y="259"/>
                  </a:cubicBezTo>
                  <a:cubicBezTo>
                    <a:pt x="53" y="259"/>
                    <a:pt x="57" y="261"/>
                    <a:pt x="60" y="262"/>
                  </a:cubicBezTo>
                  <a:cubicBezTo>
                    <a:pt x="62" y="262"/>
                    <a:pt x="67" y="263"/>
                    <a:pt x="70" y="263"/>
                  </a:cubicBezTo>
                  <a:cubicBezTo>
                    <a:pt x="71" y="263"/>
                    <a:pt x="75" y="264"/>
                    <a:pt x="76" y="262"/>
                  </a:cubicBezTo>
                  <a:cubicBezTo>
                    <a:pt x="77" y="262"/>
                    <a:pt x="77" y="261"/>
                    <a:pt x="77" y="260"/>
                  </a:cubicBezTo>
                  <a:cubicBezTo>
                    <a:pt x="76" y="259"/>
                    <a:pt x="74" y="258"/>
                    <a:pt x="73" y="257"/>
                  </a:cubicBezTo>
                  <a:cubicBezTo>
                    <a:pt x="72" y="256"/>
                    <a:pt x="69" y="255"/>
                    <a:pt x="68" y="254"/>
                  </a:cubicBezTo>
                  <a:cubicBezTo>
                    <a:pt x="65" y="253"/>
                    <a:pt x="59" y="251"/>
                    <a:pt x="57" y="249"/>
                  </a:cubicBezTo>
                  <a:cubicBezTo>
                    <a:pt x="56" y="247"/>
                    <a:pt x="57" y="243"/>
                    <a:pt x="56" y="241"/>
                  </a:cubicBezTo>
                  <a:cubicBezTo>
                    <a:pt x="55" y="239"/>
                    <a:pt x="52" y="237"/>
                    <a:pt x="51" y="236"/>
                  </a:cubicBezTo>
                  <a:cubicBezTo>
                    <a:pt x="50" y="233"/>
                    <a:pt x="48" y="228"/>
                    <a:pt x="47" y="225"/>
                  </a:cubicBezTo>
                  <a:cubicBezTo>
                    <a:pt x="47" y="223"/>
                    <a:pt x="47" y="219"/>
                    <a:pt x="47" y="217"/>
                  </a:cubicBezTo>
                  <a:cubicBezTo>
                    <a:pt x="46" y="215"/>
                    <a:pt x="45" y="212"/>
                    <a:pt x="45" y="211"/>
                  </a:cubicBezTo>
                  <a:cubicBezTo>
                    <a:pt x="45" y="209"/>
                    <a:pt x="47" y="206"/>
                    <a:pt x="47" y="204"/>
                  </a:cubicBezTo>
                  <a:cubicBezTo>
                    <a:pt x="47" y="203"/>
                    <a:pt x="47" y="200"/>
                    <a:pt x="48" y="198"/>
                  </a:cubicBezTo>
                  <a:cubicBezTo>
                    <a:pt x="48" y="195"/>
                    <a:pt x="52" y="190"/>
                    <a:pt x="52" y="187"/>
                  </a:cubicBezTo>
                  <a:cubicBezTo>
                    <a:pt x="53" y="185"/>
                    <a:pt x="51" y="181"/>
                    <a:pt x="51" y="180"/>
                  </a:cubicBezTo>
                  <a:cubicBezTo>
                    <a:pt x="51" y="178"/>
                    <a:pt x="53" y="174"/>
                    <a:pt x="54" y="173"/>
                  </a:cubicBezTo>
                  <a:cubicBezTo>
                    <a:pt x="54" y="171"/>
                    <a:pt x="57" y="168"/>
                    <a:pt x="57" y="167"/>
                  </a:cubicBezTo>
                  <a:cubicBezTo>
                    <a:pt x="56" y="166"/>
                    <a:pt x="53" y="166"/>
                    <a:pt x="52" y="166"/>
                  </a:cubicBezTo>
                  <a:cubicBezTo>
                    <a:pt x="52" y="167"/>
                    <a:pt x="51" y="168"/>
                    <a:pt x="50" y="168"/>
                  </a:cubicBezTo>
                  <a:cubicBezTo>
                    <a:pt x="49" y="168"/>
                    <a:pt x="47" y="166"/>
                    <a:pt x="46" y="165"/>
                  </a:cubicBezTo>
                  <a:cubicBezTo>
                    <a:pt x="45" y="163"/>
                    <a:pt x="45" y="158"/>
                    <a:pt x="45" y="156"/>
                  </a:cubicBezTo>
                  <a:cubicBezTo>
                    <a:pt x="45" y="155"/>
                    <a:pt x="47" y="151"/>
                    <a:pt x="47" y="150"/>
                  </a:cubicBezTo>
                  <a:cubicBezTo>
                    <a:pt x="48" y="149"/>
                    <a:pt x="48" y="147"/>
                    <a:pt x="48" y="146"/>
                  </a:cubicBezTo>
                  <a:cubicBezTo>
                    <a:pt x="49" y="144"/>
                    <a:pt x="48" y="140"/>
                    <a:pt x="48" y="139"/>
                  </a:cubicBezTo>
                  <a:cubicBezTo>
                    <a:pt x="48" y="137"/>
                    <a:pt x="46" y="133"/>
                    <a:pt x="46" y="131"/>
                  </a:cubicBezTo>
                  <a:cubicBezTo>
                    <a:pt x="46" y="129"/>
                    <a:pt x="48" y="125"/>
                    <a:pt x="48" y="123"/>
                  </a:cubicBezTo>
                  <a:cubicBezTo>
                    <a:pt x="48" y="122"/>
                    <a:pt x="47" y="120"/>
                    <a:pt x="46" y="119"/>
                  </a:cubicBezTo>
                  <a:cubicBezTo>
                    <a:pt x="45" y="118"/>
                    <a:pt x="43" y="119"/>
                    <a:pt x="42" y="118"/>
                  </a:cubicBezTo>
                  <a:cubicBezTo>
                    <a:pt x="41" y="116"/>
                    <a:pt x="41" y="112"/>
                    <a:pt x="40" y="109"/>
                  </a:cubicBezTo>
                  <a:cubicBezTo>
                    <a:pt x="40" y="108"/>
                    <a:pt x="41" y="104"/>
                    <a:pt x="40" y="103"/>
                  </a:cubicBezTo>
                  <a:cubicBezTo>
                    <a:pt x="39" y="101"/>
                    <a:pt x="32" y="101"/>
                    <a:pt x="30" y="99"/>
                  </a:cubicBezTo>
                  <a:cubicBezTo>
                    <a:pt x="29" y="98"/>
                    <a:pt x="29" y="94"/>
                    <a:pt x="29" y="92"/>
                  </a:cubicBezTo>
                  <a:cubicBezTo>
                    <a:pt x="28" y="90"/>
                    <a:pt x="24" y="87"/>
                    <a:pt x="23" y="85"/>
                  </a:cubicBezTo>
                  <a:cubicBezTo>
                    <a:pt x="21" y="84"/>
                    <a:pt x="18" y="81"/>
                    <a:pt x="17" y="80"/>
                  </a:cubicBezTo>
                  <a:cubicBezTo>
                    <a:pt x="17" y="77"/>
                    <a:pt x="19" y="72"/>
                    <a:pt x="19" y="70"/>
                  </a:cubicBezTo>
                  <a:cubicBezTo>
                    <a:pt x="18" y="68"/>
                    <a:pt x="15" y="64"/>
                    <a:pt x="14" y="62"/>
                  </a:cubicBezTo>
                  <a:cubicBezTo>
                    <a:pt x="13" y="60"/>
                    <a:pt x="9" y="56"/>
                    <a:pt x="8" y="54"/>
                  </a:cubicBezTo>
                  <a:cubicBezTo>
                    <a:pt x="7" y="52"/>
                    <a:pt x="7" y="46"/>
                    <a:pt x="8" y="44"/>
                  </a:cubicBezTo>
                  <a:cubicBezTo>
                    <a:pt x="8" y="42"/>
                    <a:pt x="10" y="39"/>
                    <a:pt x="11" y="38"/>
                  </a:cubicBezTo>
                  <a:cubicBezTo>
                    <a:pt x="12" y="38"/>
                    <a:pt x="14" y="38"/>
                    <a:pt x="14" y="37"/>
                  </a:cubicBezTo>
                  <a:cubicBezTo>
                    <a:pt x="16" y="36"/>
                    <a:pt x="17" y="32"/>
                    <a:pt x="17" y="30"/>
                  </a:cubicBezTo>
                  <a:cubicBezTo>
                    <a:pt x="17" y="27"/>
                    <a:pt x="17" y="20"/>
                    <a:pt x="15" y="18"/>
                  </a:cubicBezTo>
                  <a:cubicBezTo>
                    <a:pt x="13" y="16"/>
                    <a:pt x="9" y="15"/>
                    <a:pt x="7" y="15"/>
                  </a:cubicBezTo>
                  <a:cubicBezTo>
                    <a:pt x="6" y="14"/>
                    <a:pt x="2" y="14"/>
                    <a:pt x="2" y="14"/>
                  </a:cubicBezTo>
                  <a:cubicBezTo>
                    <a:pt x="2" y="13"/>
                    <a:pt x="0" y="9"/>
                    <a:pt x="0" y="7"/>
                  </a:cubicBezTo>
                  <a:cubicBezTo>
                    <a:pt x="0" y="5"/>
                    <a:pt x="1" y="1"/>
                    <a:pt x="2" y="0"/>
                  </a:cubicBezTo>
                  <a:cubicBezTo>
                    <a:pt x="3" y="0"/>
                    <a:pt x="6" y="0"/>
                    <a:pt x="7" y="0"/>
                  </a:cubicBezTo>
                  <a:cubicBezTo>
                    <a:pt x="8" y="0"/>
                    <a:pt x="10" y="2"/>
                    <a:pt x="11" y="3"/>
                  </a:cubicBezTo>
                  <a:cubicBezTo>
                    <a:pt x="13" y="4"/>
                    <a:pt x="19" y="2"/>
                    <a:pt x="21" y="3"/>
                  </a:cubicBezTo>
                  <a:cubicBezTo>
                    <a:pt x="22" y="3"/>
                    <a:pt x="23" y="6"/>
                    <a:pt x="24" y="7"/>
                  </a:cubicBezTo>
                  <a:cubicBezTo>
                    <a:pt x="26" y="8"/>
                    <a:pt x="31" y="10"/>
                    <a:pt x="34" y="11"/>
                  </a:cubicBezTo>
                  <a:cubicBezTo>
                    <a:pt x="36" y="12"/>
                    <a:pt x="40" y="14"/>
                    <a:pt x="42" y="15"/>
                  </a:cubicBezTo>
                  <a:cubicBezTo>
                    <a:pt x="45" y="16"/>
                    <a:pt x="50" y="19"/>
                    <a:pt x="53" y="20"/>
                  </a:cubicBezTo>
                  <a:cubicBezTo>
                    <a:pt x="57" y="20"/>
                    <a:pt x="65" y="21"/>
                    <a:pt x="68" y="20"/>
                  </a:cubicBezTo>
                  <a:cubicBezTo>
                    <a:pt x="70" y="19"/>
                    <a:pt x="71" y="14"/>
                    <a:pt x="72" y="13"/>
                  </a:cubicBezTo>
                  <a:cubicBezTo>
                    <a:pt x="74" y="12"/>
                    <a:pt x="77" y="10"/>
                    <a:pt x="79" y="10"/>
                  </a:cubicBezTo>
                  <a:cubicBezTo>
                    <a:pt x="81" y="9"/>
                    <a:pt x="87" y="7"/>
                    <a:pt x="90" y="7"/>
                  </a:cubicBezTo>
                  <a:cubicBezTo>
                    <a:pt x="91" y="8"/>
                    <a:pt x="95" y="10"/>
                    <a:pt x="96" y="10"/>
                  </a:cubicBezTo>
                  <a:cubicBezTo>
                    <a:pt x="98" y="10"/>
                    <a:pt x="102" y="9"/>
                    <a:pt x="104" y="10"/>
                  </a:cubicBezTo>
                  <a:cubicBezTo>
                    <a:pt x="106" y="10"/>
                    <a:pt x="109" y="14"/>
                    <a:pt x="111" y="15"/>
                  </a:cubicBezTo>
                  <a:cubicBezTo>
                    <a:pt x="111" y="17"/>
                    <a:pt x="112" y="20"/>
                    <a:pt x="112" y="22"/>
                  </a:cubicBezTo>
                  <a:cubicBezTo>
                    <a:pt x="113" y="24"/>
                    <a:pt x="114" y="29"/>
                    <a:pt x="112" y="31"/>
                  </a:cubicBezTo>
                  <a:cubicBezTo>
                    <a:pt x="111" y="32"/>
                    <a:pt x="108" y="32"/>
                    <a:pt x="107" y="32"/>
                  </a:cubicBezTo>
                  <a:cubicBezTo>
                    <a:pt x="106" y="33"/>
                    <a:pt x="105" y="34"/>
                    <a:pt x="104" y="35"/>
                  </a:cubicBezTo>
                  <a:cubicBezTo>
                    <a:pt x="104" y="36"/>
                    <a:pt x="103" y="38"/>
                    <a:pt x="103" y="39"/>
                  </a:cubicBezTo>
                  <a:cubicBezTo>
                    <a:pt x="102" y="39"/>
                    <a:pt x="100" y="40"/>
                    <a:pt x="100" y="41"/>
                  </a:cubicBezTo>
                  <a:cubicBezTo>
                    <a:pt x="99" y="43"/>
                    <a:pt x="99" y="47"/>
                    <a:pt x="99" y="49"/>
                  </a:cubicBezTo>
                  <a:cubicBezTo>
                    <a:pt x="100" y="51"/>
                    <a:pt x="102" y="55"/>
                    <a:pt x="103" y="57"/>
                  </a:cubicBezTo>
                  <a:cubicBezTo>
                    <a:pt x="104" y="59"/>
                    <a:pt x="106" y="61"/>
                    <a:pt x="107" y="62"/>
                  </a:cubicBezTo>
                  <a:cubicBezTo>
                    <a:pt x="107" y="64"/>
                    <a:pt x="108" y="67"/>
                    <a:pt x="109" y="69"/>
                  </a:cubicBezTo>
                  <a:cubicBezTo>
                    <a:pt x="110" y="70"/>
                    <a:pt x="113" y="71"/>
                    <a:pt x="114" y="72"/>
                  </a:cubicBezTo>
                  <a:cubicBezTo>
                    <a:pt x="115" y="74"/>
                    <a:pt x="115" y="76"/>
                    <a:pt x="115" y="78"/>
                  </a:cubicBezTo>
                  <a:cubicBezTo>
                    <a:pt x="116" y="80"/>
                    <a:pt x="115" y="85"/>
                    <a:pt x="115" y="88"/>
                  </a:cubicBezTo>
                  <a:cubicBezTo>
                    <a:pt x="115" y="90"/>
                    <a:pt x="115" y="95"/>
                    <a:pt x="115" y="98"/>
                  </a:cubicBezTo>
                  <a:cubicBezTo>
                    <a:pt x="115" y="99"/>
                    <a:pt x="116" y="102"/>
                    <a:pt x="116" y="104"/>
                  </a:cubicBezTo>
                  <a:cubicBezTo>
                    <a:pt x="116" y="106"/>
                    <a:pt x="115" y="109"/>
                    <a:pt x="116" y="110"/>
                  </a:cubicBezTo>
                  <a:cubicBezTo>
                    <a:pt x="116" y="112"/>
                    <a:pt x="119" y="113"/>
                    <a:pt x="121" y="113"/>
                  </a:cubicBezTo>
                  <a:cubicBezTo>
                    <a:pt x="122" y="113"/>
                    <a:pt x="123" y="110"/>
                    <a:pt x="123" y="109"/>
                  </a:cubicBezTo>
                  <a:cubicBezTo>
                    <a:pt x="123" y="108"/>
                    <a:pt x="123" y="105"/>
                    <a:pt x="123" y="104"/>
                  </a:cubicBezTo>
                  <a:cubicBezTo>
                    <a:pt x="124" y="102"/>
                    <a:pt x="126" y="99"/>
                    <a:pt x="127" y="97"/>
                  </a:cubicBezTo>
                  <a:cubicBezTo>
                    <a:pt x="128" y="95"/>
                    <a:pt x="126" y="90"/>
                    <a:pt x="128" y="88"/>
                  </a:cubicBezTo>
                  <a:cubicBezTo>
                    <a:pt x="128" y="87"/>
                    <a:pt x="132" y="85"/>
                    <a:pt x="133" y="84"/>
                  </a:cubicBezTo>
                  <a:cubicBezTo>
                    <a:pt x="136" y="84"/>
                    <a:pt x="140" y="84"/>
                    <a:pt x="143" y="84"/>
                  </a:cubicBezTo>
                  <a:cubicBezTo>
                    <a:pt x="144" y="85"/>
                    <a:pt x="147" y="86"/>
                    <a:pt x="148" y="87"/>
                  </a:cubicBezTo>
                  <a:cubicBezTo>
                    <a:pt x="150" y="87"/>
                    <a:pt x="152" y="86"/>
                    <a:pt x="154" y="86"/>
                  </a:cubicBezTo>
                  <a:cubicBezTo>
                    <a:pt x="155" y="86"/>
                    <a:pt x="159" y="88"/>
                    <a:pt x="160" y="88"/>
                  </a:cubicBezTo>
                  <a:cubicBezTo>
                    <a:pt x="163" y="90"/>
                    <a:pt x="167" y="93"/>
                    <a:pt x="170" y="94"/>
                  </a:cubicBezTo>
                  <a:cubicBezTo>
                    <a:pt x="172" y="95"/>
                    <a:pt x="178" y="97"/>
                    <a:pt x="180" y="97"/>
                  </a:cubicBezTo>
                  <a:cubicBezTo>
                    <a:pt x="184" y="98"/>
                    <a:pt x="192" y="98"/>
                    <a:pt x="196" y="98"/>
                  </a:cubicBezTo>
                  <a:cubicBezTo>
                    <a:pt x="202" y="98"/>
                    <a:pt x="213" y="97"/>
                    <a:pt x="219" y="98"/>
                  </a:cubicBezTo>
                  <a:cubicBezTo>
                    <a:pt x="223" y="98"/>
                    <a:pt x="233" y="101"/>
                    <a:pt x="238" y="103"/>
                  </a:cubicBezTo>
                  <a:cubicBezTo>
                    <a:pt x="242" y="104"/>
                    <a:pt x="250" y="108"/>
                    <a:pt x="254" y="109"/>
                  </a:cubicBezTo>
                  <a:cubicBezTo>
                    <a:pt x="257" y="110"/>
                    <a:pt x="261" y="113"/>
                    <a:pt x="264" y="114"/>
                  </a:cubicBezTo>
                  <a:cubicBezTo>
                    <a:pt x="268" y="115"/>
                    <a:pt x="276" y="114"/>
                    <a:pt x="280" y="114"/>
                  </a:cubicBezTo>
                  <a:cubicBezTo>
                    <a:pt x="284" y="113"/>
                    <a:pt x="292" y="110"/>
                    <a:pt x="296" y="109"/>
                  </a:cubicBezTo>
                  <a:cubicBezTo>
                    <a:pt x="299" y="107"/>
                    <a:pt x="304" y="103"/>
                    <a:pt x="306" y="102"/>
                  </a:cubicBezTo>
                  <a:cubicBezTo>
                    <a:pt x="309" y="99"/>
                    <a:pt x="315" y="94"/>
                    <a:pt x="318" y="92"/>
                  </a:cubicBezTo>
                  <a:cubicBezTo>
                    <a:pt x="320" y="91"/>
                    <a:pt x="324" y="88"/>
                    <a:pt x="326" y="87"/>
                  </a:cubicBezTo>
                  <a:cubicBezTo>
                    <a:pt x="329" y="86"/>
                    <a:pt x="334" y="84"/>
                    <a:pt x="337" y="84"/>
                  </a:cubicBezTo>
                  <a:cubicBezTo>
                    <a:pt x="340" y="83"/>
                    <a:pt x="344" y="84"/>
                    <a:pt x="346" y="84"/>
                  </a:cubicBezTo>
                  <a:cubicBezTo>
                    <a:pt x="346" y="86"/>
                    <a:pt x="346" y="89"/>
                    <a:pt x="346" y="90"/>
                  </a:cubicBezTo>
                  <a:cubicBezTo>
                    <a:pt x="346" y="93"/>
                    <a:pt x="350" y="100"/>
                    <a:pt x="349" y="103"/>
                  </a:cubicBezTo>
                  <a:cubicBezTo>
                    <a:pt x="349" y="105"/>
                    <a:pt x="345" y="107"/>
                    <a:pt x="344" y="109"/>
                  </a:cubicBezTo>
                  <a:cubicBezTo>
                    <a:pt x="344" y="111"/>
                    <a:pt x="346" y="116"/>
                    <a:pt x="347" y="117"/>
                  </a:cubicBezTo>
                  <a:cubicBezTo>
                    <a:pt x="348" y="118"/>
                    <a:pt x="351" y="118"/>
                    <a:pt x="352" y="119"/>
                  </a:cubicBezTo>
                  <a:cubicBezTo>
                    <a:pt x="353" y="119"/>
                    <a:pt x="354" y="121"/>
                    <a:pt x="354" y="122"/>
                  </a:cubicBezTo>
                  <a:cubicBezTo>
                    <a:pt x="354" y="124"/>
                    <a:pt x="355" y="128"/>
                    <a:pt x="354" y="129"/>
                  </a:cubicBezTo>
                  <a:cubicBezTo>
                    <a:pt x="353" y="130"/>
                    <a:pt x="351" y="131"/>
                    <a:pt x="350" y="132"/>
                  </a:cubicBezTo>
                  <a:cubicBezTo>
                    <a:pt x="350" y="134"/>
                    <a:pt x="353" y="136"/>
                    <a:pt x="353" y="138"/>
                  </a:cubicBezTo>
                  <a:cubicBezTo>
                    <a:pt x="354" y="140"/>
                    <a:pt x="357" y="145"/>
                    <a:pt x="358" y="148"/>
                  </a:cubicBezTo>
                  <a:cubicBezTo>
                    <a:pt x="358" y="149"/>
                    <a:pt x="357" y="153"/>
                    <a:pt x="358" y="155"/>
                  </a:cubicBezTo>
                  <a:cubicBezTo>
                    <a:pt x="358" y="157"/>
                    <a:pt x="361" y="162"/>
                    <a:pt x="361" y="165"/>
                  </a:cubicBezTo>
                  <a:cubicBezTo>
                    <a:pt x="362" y="166"/>
                    <a:pt x="362" y="169"/>
                    <a:pt x="361" y="170"/>
                  </a:cubicBezTo>
                  <a:cubicBezTo>
                    <a:pt x="360" y="171"/>
                    <a:pt x="356" y="171"/>
                    <a:pt x="355" y="172"/>
                  </a:cubicBezTo>
                  <a:cubicBezTo>
                    <a:pt x="354" y="173"/>
                    <a:pt x="354" y="176"/>
                    <a:pt x="354" y="177"/>
                  </a:cubicBezTo>
                  <a:cubicBezTo>
                    <a:pt x="354" y="179"/>
                    <a:pt x="357" y="181"/>
                    <a:pt x="358" y="183"/>
                  </a:cubicBezTo>
                  <a:cubicBezTo>
                    <a:pt x="359" y="184"/>
                    <a:pt x="362" y="186"/>
                    <a:pt x="362" y="188"/>
                  </a:cubicBezTo>
                  <a:cubicBezTo>
                    <a:pt x="363" y="190"/>
                    <a:pt x="362" y="195"/>
                    <a:pt x="362" y="197"/>
                  </a:cubicBezTo>
                  <a:cubicBezTo>
                    <a:pt x="361" y="198"/>
                    <a:pt x="359" y="201"/>
                    <a:pt x="359" y="202"/>
                  </a:cubicBezTo>
                  <a:cubicBezTo>
                    <a:pt x="358" y="205"/>
                    <a:pt x="357" y="211"/>
                    <a:pt x="358" y="213"/>
                  </a:cubicBezTo>
                  <a:cubicBezTo>
                    <a:pt x="359" y="215"/>
                    <a:pt x="362" y="216"/>
                    <a:pt x="364" y="217"/>
                  </a:cubicBezTo>
                  <a:cubicBezTo>
                    <a:pt x="365" y="217"/>
                    <a:pt x="368" y="216"/>
                    <a:pt x="370" y="217"/>
                  </a:cubicBezTo>
                  <a:cubicBezTo>
                    <a:pt x="371" y="217"/>
                    <a:pt x="373" y="221"/>
                    <a:pt x="374" y="221"/>
                  </a:cubicBezTo>
                  <a:cubicBezTo>
                    <a:pt x="377" y="222"/>
                    <a:pt x="383" y="221"/>
                    <a:pt x="385" y="219"/>
                  </a:cubicBezTo>
                  <a:cubicBezTo>
                    <a:pt x="386" y="219"/>
                    <a:pt x="385" y="217"/>
                    <a:pt x="386" y="217"/>
                  </a:cubicBezTo>
                  <a:cubicBezTo>
                    <a:pt x="387" y="217"/>
                    <a:pt x="390" y="218"/>
                    <a:pt x="390" y="219"/>
                  </a:cubicBezTo>
                  <a:cubicBezTo>
                    <a:pt x="391" y="220"/>
                    <a:pt x="390" y="223"/>
                    <a:pt x="390" y="224"/>
                  </a:cubicBezTo>
                  <a:cubicBezTo>
                    <a:pt x="391" y="225"/>
                    <a:pt x="393" y="227"/>
                    <a:pt x="393" y="228"/>
                  </a:cubicBezTo>
                  <a:cubicBezTo>
                    <a:pt x="395" y="229"/>
                    <a:pt x="395" y="234"/>
                    <a:pt x="396" y="236"/>
                  </a:cubicBezTo>
                  <a:cubicBezTo>
                    <a:pt x="397" y="237"/>
                    <a:pt x="400" y="240"/>
                    <a:pt x="401" y="240"/>
                  </a:cubicBezTo>
                  <a:cubicBezTo>
                    <a:pt x="403" y="240"/>
                    <a:pt x="407" y="237"/>
                    <a:pt x="409" y="237"/>
                  </a:cubicBezTo>
                  <a:cubicBezTo>
                    <a:pt x="410" y="238"/>
                    <a:pt x="411" y="240"/>
                    <a:pt x="411" y="241"/>
                  </a:cubicBezTo>
                  <a:cubicBezTo>
                    <a:pt x="412" y="243"/>
                    <a:pt x="414" y="246"/>
                    <a:pt x="414" y="248"/>
                  </a:cubicBezTo>
                  <a:cubicBezTo>
                    <a:pt x="414" y="250"/>
                    <a:pt x="411" y="252"/>
                    <a:pt x="410" y="254"/>
                  </a:cubicBezTo>
                  <a:cubicBezTo>
                    <a:pt x="410" y="255"/>
                    <a:pt x="409" y="259"/>
                    <a:pt x="410" y="261"/>
                  </a:cubicBezTo>
                  <a:cubicBezTo>
                    <a:pt x="411" y="262"/>
                    <a:pt x="413" y="263"/>
                    <a:pt x="414" y="264"/>
                  </a:cubicBezTo>
                  <a:cubicBezTo>
                    <a:pt x="415" y="265"/>
                    <a:pt x="417" y="268"/>
                    <a:pt x="419" y="269"/>
                  </a:cubicBezTo>
                  <a:cubicBezTo>
                    <a:pt x="420" y="269"/>
                    <a:pt x="422" y="269"/>
                    <a:pt x="424" y="269"/>
                  </a:cubicBezTo>
                  <a:cubicBezTo>
                    <a:pt x="423" y="270"/>
                    <a:pt x="422" y="272"/>
                    <a:pt x="422" y="273"/>
                  </a:cubicBezTo>
                  <a:cubicBezTo>
                    <a:pt x="422" y="276"/>
                    <a:pt x="423" y="281"/>
                    <a:pt x="424" y="283"/>
                  </a:cubicBezTo>
                  <a:cubicBezTo>
                    <a:pt x="425" y="285"/>
                    <a:pt x="428" y="288"/>
                    <a:pt x="430" y="289"/>
                  </a:cubicBezTo>
                  <a:cubicBezTo>
                    <a:pt x="431" y="290"/>
                    <a:pt x="434" y="289"/>
                    <a:pt x="435" y="290"/>
                  </a:cubicBezTo>
                  <a:cubicBezTo>
                    <a:pt x="437" y="292"/>
                    <a:pt x="438" y="297"/>
                    <a:pt x="439" y="299"/>
                  </a:cubicBezTo>
                  <a:cubicBezTo>
                    <a:pt x="440" y="301"/>
                    <a:pt x="441" y="306"/>
                    <a:pt x="442" y="308"/>
                  </a:cubicBezTo>
                  <a:cubicBezTo>
                    <a:pt x="443" y="309"/>
                    <a:pt x="445" y="310"/>
                    <a:pt x="446" y="311"/>
                  </a:cubicBezTo>
                  <a:cubicBezTo>
                    <a:pt x="448" y="314"/>
                    <a:pt x="448" y="320"/>
                    <a:pt x="447" y="323"/>
                  </a:cubicBezTo>
                  <a:cubicBezTo>
                    <a:pt x="447" y="326"/>
                    <a:pt x="444" y="332"/>
                    <a:pt x="442" y="335"/>
                  </a:cubicBezTo>
                  <a:cubicBezTo>
                    <a:pt x="441" y="337"/>
                    <a:pt x="438" y="341"/>
                    <a:pt x="437" y="343"/>
                  </a:cubicBezTo>
                  <a:cubicBezTo>
                    <a:pt x="435" y="344"/>
                    <a:pt x="431" y="347"/>
                    <a:pt x="429" y="347"/>
                  </a:cubicBezTo>
                  <a:cubicBezTo>
                    <a:pt x="426" y="347"/>
                    <a:pt x="421" y="345"/>
                    <a:pt x="419" y="346"/>
                  </a:cubicBezTo>
                  <a:cubicBezTo>
                    <a:pt x="417" y="347"/>
                    <a:pt x="413" y="351"/>
                    <a:pt x="413" y="353"/>
                  </a:cubicBezTo>
                  <a:cubicBezTo>
                    <a:pt x="413" y="355"/>
                    <a:pt x="415" y="359"/>
                    <a:pt x="417" y="360"/>
                  </a:cubicBezTo>
                  <a:cubicBezTo>
                    <a:pt x="417" y="361"/>
                    <a:pt x="420" y="362"/>
                    <a:pt x="420" y="363"/>
                  </a:cubicBezTo>
                  <a:cubicBezTo>
                    <a:pt x="421" y="365"/>
                    <a:pt x="422" y="368"/>
                    <a:pt x="422" y="370"/>
                  </a:cubicBezTo>
                  <a:cubicBezTo>
                    <a:pt x="422" y="372"/>
                    <a:pt x="419" y="375"/>
                    <a:pt x="419" y="376"/>
                  </a:cubicBezTo>
                  <a:cubicBezTo>
                    <a:pt x="419" y="378"/>
                    <a:pt x="420" y="383"/>
                    <a:pt x="421" y="385"/>
                  </a:cubicBezTo>
                  <a:cubicBezTo>
                    <a:pt x="421" y="385"/>
                    <a:pt x="421" y="385"/>
                    <a:pt x="422" y="386"/>
                  </a:cubicBezTo>
                  <a:cubicBezTo>
                    <a:pt x="420" y="386"/>
                    <a:pt x="419" y="386"/>
                    <a:pt x="419" y="386"/>
                  </a:cubicBezTo>
                  <a:cubicBezTo>
                    <a:pt x="416" y="386"/>
                    <a:pt x="412" y="386"/>
                    <a:pt x="410" y="384"/>
                  </a:cubicBezTo>
                  <a:cubicBezTo>
                    <a:pt x="409" y="383"/>
                    <a:pt x="408" y="379"/>
                    <a:pt x="407" y="378"/>
                  </a:cubicBezTo>
                  <a:cubicBezTo>
                    <a:pt x="405" y="376"/>
                    <a:pt x="402" y="376"/>
                    <a:pt x="401" y="374"/>
                  </a:cubicBezTo>
                  <a:cubicBezTo>
                    <a:pt x="400" y="373"/>
                    <a:pt x="400" y="369"/>
                    <a:pt x="399" y="368"/>
                  </a:cubicBezTo>
                  <a:cubicBezTo>
                    <a:pt x="397" y="366"/>
                    <a:pt x="392" y="364"/>
                    <a:pt x="390" y="365"/>
                  </a:cubicBezTo>
                  <a:cubicBezTo>
                    <a:pt x="388" y="366"/>
                    <a:pt x="389" y="371"/>
                    <a:pt x="387" y="372"/>
                  </a:cubicBezTo>
                  <a:cubicBezTo>
                    <a:pt x="385" y="372"/>
                    <a:pt x="383" y="370"/>
                    <a:pt x="381" y="369"/>
                  </a:cubicBezTo>
                  <a:cubicBezTo>
                    <a:pt x="378" y="368"/>
                    <a:pt x="368" y="367"/>
                    <a:pt x="368" y="366"/>
                  </a:cubicBezTo>
                  <a:cubicBezTo>
                    <a:pt x="368" y="365"/>
                    <a:pt x="370" y="357"/>
                    <a:pt x="368" y="355"/>
                  </a:cubicBezTo>
                  <a:cubicBezTo>
                    <a:pt x="367" y="354"/>
                    <a:pt x="364" y="353"/>
                    <a:pt x="362" y="353"/>
                  </a:cubicBezTo>
                  <a:cubicBezTo>
                    <a:pt x="360" y="352"/>
                    <a:pt x="354" y="353"/>
                    <a:pt x="354" y="353"/>
                  </a:cubicBezTo>
                  <a:cubicBezTo>
                    <a:pt x="354" y="352"/>
                    <a:pt x="353" y="348"/>
                    <a:pt x="352" y="347"/>
                  </a:cubicBezTo>
                  <a:cubicBezTo>
                    <a:pt x="352" y="344"/>
                    <a:pt x="354" y="340"/>
                    <a:pt x="354" y="338"/>
                  </a:cubicBezTo>
                  <a:cubicBezTo>
                    <a:pt x="353" y="336"/>
                    <a:pt x="352" y="332"/>
                    <a:pt x="351" y="329"/>
                  </a:cubicBezTo>
                  <a:cubicBezTo>
                    <a:pt x="351" y="327"/>
                    <a:pt x="352" y="323"/>
                    <a:pt x="351" y="321"/>
                  </a:cubicBezTo>
                  <a:cubicBezTo>
                    <a:pt x="351" y="320"/>
                    <a:pt x="348" y="317"/>
                    <a:pt x="346" y="316"/>
                  </a:cubicBezTo>
                  <a:cubicBezTo>
                    <a:pt x="345" y="315"/>
                    <a:pt x="341" y="314"/>
                    <a:pt x="339" y="314"/>
                  </a:cubicBezTo>
                  <a:cubicBezTo>
                    <a:pt x="336" y="313"/>
                    <a:pt x="328" y="312"/>
                    <a:pt x="324" y="314"/>
                  </a:cubicBezTo>
                  <a:cubicBezTo>
                    <a:pt x="323" y="314"/>
                    <a:pt x="322" y="317"/>
                    <a:pt x="321" y="318"/>
                  </a:cubicBezTo>
                  <a:cubicBezTo>
                    <a:pt x="319" y="319"/>
                    <a:pt x="314" y="319"/>
                    <a:pt x="313" y="321"/>
                  </a:cubicBezTo>
                  <a:cubicBezTo>
                    <a:pt x="312" y="322"/>
                    <a:pt x="314" y="325"/>
                    <a:pt x="313" y="326"/>
                  </a:cubicBezTo>
                  <a:cubicBezTo>
                    <a:pt x="312" y="328"/>
                    <a:pt x="308" y="330"/>
                    <a:pt x="306" y="331"/>
                  </a:cubicBezTo>
                  <a:cubicBezTo>
                    <a:pt x="305" y="332"/>
                    <a:pt x="305" y="335"/>
                    <a:pt x="304" y="335"/>
                  </a:cubicBezTo>
                  <a:cubicBezTo>
                    <a:pt x="302" y="336"/>
                    <a:pt x="299" y="336"/>
                    <a:pt x="297" y="335"/>
                  </a:cubicBezTo>
                  <a:cubicBezTo>
                    <a:pt x="296" y="335"/>
                    <a:pt x="293" y="333"/>
                    <a:pt x="292" y="333"/>
                  </a:cubicBezTo>
                  <a:cubicBezTo>
                    <a:pt x="291" y="333"/>
                    <a:pt x="289" y="335"/>
                    <a:pt x="287" y="335"/>
                  </a:cubicBezTo>
                  <a:cubicBezTo>
                    <a:pt x="286" y="334"/>
                    <a:pt x="284" y="331"/>
                    <a:pt x="284" y="329"/>
                  </a:cubicBezTo>
                  <a:cubicBezTo>
                    <a:pt x="283" y="327"/>
                    <a:pt x="284" y="321"/>
                    <a:pt x="282" y="319"/>
                  </a:cubicBezTo>
                  <a:cubicBezTo>
                    <a:pt x="280" y="317"/>
                    <a:pt x="275" y="317"/>
                    <a:pt x="273" y="316"/>
                  </a:cubicBezTo>
                  <a:cubicBezTo>
                    <a:pt x="272" y="315"/>
                    <a:pt x="269" y="314"/>
                    <a:pt x="269" y="312"/>
                  </a:cubicBezTo>
                  <a:cubicBezTo>
                    <a:pt x="268" y="310"/>
                    <a:pt x="270" y="306"/>
                    <a:pt x="270" y="303"/>
                  </a:cubicBezTo>
                  <a:cubicBezTo>
                    <a:pt x="270" y="301"/>
                    <a:pt x="269" y="298"/>
                    <a:pt x="268" y="296"/>
                  </a:cubicBezTo>
                  <a:cubicBezTo>
                    <a:pt x="267" y="295"/>
                    <a:pt x="265" y="294"/>
                    <a:pt x="264" y="294"/>
                  </a:cubicBezTo>
                  <a:cubicBezTo>
                    <a:pt x="263" y="293"/>
                    <a:pt x="260" y="291"/>
                    <a:pt x="258" y="291"/>
                  </a:cubicBezTo>
                  <a:cubicBezTo>
                    <a:pt x="257" y="290"/>
                    <a:pt x="253" y="290"/>
                    <a:pt x="252" y="291"/>
                  </a:cubicBezTo>
                  <a:cubicBezTo>
                    <a:pt x="251" y="292"/>
                    <a:pt x="254" y="297"/>
                    <a:pt x="254" y="299"/>
                  </a:cubicBezTo>
                  <a:cubicBezTo>
                    <a:pt x="253" y="300"/>
                    <a:pt x="252" y="301"/>
                    <a:pt x="251" y="301"/>
                  </a:cubicBezTo>
                  <a:cubicBezTo>
                    <a:pt x="250" y="301"/>
                    <a:pt x="247" y="299"/>
                    <a:pt x="246" y="299"/>
                  </a:cubicBezTo>
                  <a:cubicBezTo>
                    <a:pt x="244" y="299"/>
                    <a:pt x="241" y="300"/>
                    <a:pt x="241" y="302"/>
                  </a:cubicBezTo>
                  <a:cubicBezTo>
                    <a:pt x="240" y="302"/>
                    <a:pt x="241" y="305"/>
                    <a:pt x="241" y="305"/>
                  </a:cubicBezTo>
                  <a:cubicBezTo>
                    <a:pt x="239" y="307"/>
                    <a:pt x="235" y="306"/>
                    <a:pt x="233" y="306"/>
                  </a:cubicBezTo>
                  <a:cubicBezTo>
                    <a:pt x="231" y="305"/>
                    <a:pt x="228" y="302"/>
                    <a:pt x="227" y="301"/>
                  </a:cubicBezTo>
                  <a:cubicBezTo>
                    <a:pt x="224" y="300"/>
                    <a:pt x="219" y="299"/>
                    <a:pt x="217" y="300"/>
                  </a:cubicBezTo>
                  <a:cubicBezTo>
                    <a:pt x="214" y="300"/>
                    <a:pt x="208" y="302"/>
                    <a:pt x="207" y="305"/>
                  </a:cubicBezTo>
                  <a:cubicBezTo>
                    <a:pt x="206" y="306"/>
                    <a:pt x="208" y="308"/>
                    <a:pt x="207" y="309"/>
                  </a:cubicBezTo>
                  <a:cubicBezTo>
                    <a:pt x="205" y="311"/>
                    <a:pt x="198" y="310"/>
                    <a:pt x="196" y="311"/>
                  </a:cubicBezTo>
                  <a:cubicBezTo>
                    <a:pt x="194" y="311"/>
                    <a:pt x="191" y="315"/>
                    <a:pt x="190" y="314"/>
                  </a:cubicBezTo>
                  <a:cubicBezTo>
                    <a:pt x="188" y="314"/>
                    <a:pt x="188" y="308"/>
                    <a:pt x="187" y="307"/>
                  </a:cubicBezTo>
                  <a:cubicBezTo>
                    <a:pt x="185" y="307"/>
                    <a:pt x="183" y="307"/>
                    <a:pt x="182" y="307"/>
                  </a:cubicBezTo>
                  <a:cubicBezTo>
                    <a:pt x="181" y="308"/>
                    <a:pt x="181" y="312"/>
                    <a:pt x="181" y="313"/>
                  </a:cubicBezTo>
                  <a:cubicBezTo>
                    <a:pt x="180" y="314"/>
                    <a:pt x="179" y="315"/>
                    <a:pt x="178" y="316"/>
                  </a:cubicBezTo>
                  <a:cubicBezTo>
                    <a:pt x="176" y="316"/>
                    <a:pt x="171" y="315"/>
                    <a:pt x="169" y="314"/>
                  </a:cubicBezTo>
                  <a:cubicBezTo>
                    <a:pt x="168" y="313"/>
                    <a:pt x="167" y="311"/>
                    <a:pt x="166" y="310"/>
                  </a:cubicBezTo>
                  <a:cubicBezTo>
                    <a:pt x="165" y="309"/>
                    <a:pt x="160" y="310"/>
                    <a:pt x="159" y="308"/>
                  </a:cubicBezTo>
                  <a:cubicBezTo>
                    <a:pt x="158" y="308"/>
                    <a:pt x="158" y="305"/>
                    <a:pt x="158" y="304"/>
                  </a:cubicBezTo>
                  <a:cubicBezTo>
                    <a:pt x="157" y="304"/>
                    <a:pt x="155" y="304"/>
                    <a:pt x="154" y="303"/>
                  </a:cubicBezTo>
                  <a:cubicBezTo>
                    <a:pt x="152" y="302"/>
                    <a:pt x="150" y="299"/>
                    <a:pt x="148" y="298"/>
                  </a:cubicBezTo>
                  <a:cubicBezTo>
                    <a:pt x="146" y="298"/>
                    <a:pt x="143" y="298"/>
                    <a:pt x="142" y="298"/>
                  </a:cubicBezTo>
                  <a:cubicBezTo>
                    <a:pt x="141" y="298"/>
                    <a:pt x="138" y="300"/>
                    <a:pt x="137" y="301"/>
                  </a:cubicBezTo>
                  <a:cubicBezTo>
                    <a:pt x="135" y="301"/>
                    <a:pt x="131" y="302"/>
                    <a:pt x="129" y="301"/>
                  </a:cubicBezTo>
                  <a:cubicBezTo>
                    <a:pt x="128" y="301"/>
                    <a:pt x="126" y="301"/>
                    <a:pt x="124" y="30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0"/>
            <p:cNvSpPr>
              <a:spLocks/>
            </p:cNvSpPr>
            <p:nvPr/>
          </p:nvSpPr>
          <p:spPr bwMode="auto">
            <a:xfrm>
              <a:off x="382588" y="1868488"/>
              <a:ext cx="25400" cy="31750"/>
            </a:xfrm>
            <a:custGeom>
              <a:avLst/>
              <a:gdLst/>
              <a:ahLst/>
              <a:cxnLst>
                <a:cxn ang="0">
                  <a:pos x="15" y="9"/>
                </a:cxn>
                <a:cxn ang="0">
                  <a:pos x="13" y="13"/>
                </a:cxn>
                <a:cxn ang="0">
                  <a:pos x="12" y="17"/>
                </a:cxn>
                <a:cxn ang="0">
                  <a:pos x="3" y="17"/>
                </a:cxn>
                <a:cxn ang="0">
                  <a:pos x="3" y="13"/>
                </a:cxn>
                <a:cxn ang="0">
                  <a:pos x="0" y="6"/>
                </a:cxn>
                <a:cxn ang="0">
                  <a:pos x="3" y="4"/>
                </a:cxn>
                <a:cxn ang="0">
                  <a:pos x="7" y="0"/>
                </a:cxn>
                <a:cxn ang="0">
                  <a:pos x="12" y="2"/>
                </a:cxn>
                <a:cxn ang="0">
                  <a:pos x="15" y="9"/>
                </a:cxn>
              </a:cxnLst>
              <a:rect l="0" t="0" r="r" b="b"/>
              <a:pathLst>
                <a:path w="15" h="19">
                  <a:moveTo>
                    <a:pt x="15" y="9"/>
                  </a:moveTo>
                  <a:cubicBezTo>
                    <a:pt x="15" y="10"/>
                    <a:pt x="14" y="12"/>
                    <a:pt x="13" y="13"/>
                  </a:cubicBezTo>
                  <a:cubicBezTo>
                    <a:pt x="13" y="14"/>
                    <a:pt x="13" y="17"/>
                    <a:pt x="12" y="17"/>
                  </a:cubicBezTo>
                  <a:cubicBezTo>
                    <a:pt x="10" y="18"/>
                    <a:pt x="5" y="19"/>
                    <a:pt x="3" y="17"/>
                  </a:cubicBezTo>
                  <a:cubicBezTo>
                    <a:pt x="2" y="16"/>
                    <a:pt x="3" y="14"/>
                    <a:pt x="3" y="13"/>
                  </a:cubicBezTo>
                  <a:cubicBezTo>
                    <a:pt x="3" y="11"/>
                    <a:pt x="0" y="8"/>
                    <a:pt x="0" y="6"/>
                  </a:cubicBezTo>
                  <a:cubicBezTo>
                    <a:pt x="1" y="5"/>
                    <a:pt x="3" y="5"/>
                    <a:pt x="3" y="4"/>
                  </a:cubicBezTo>
                  <a:cubicBezTo>
                    <a:pt x="5" y="3"/>
                    <a:pt x="6" y="0"/>
                    <a:pt x="7" y="0"/>
                  </a:cubicBezTo>
                  <a:cubicBezTo>
                    <a:pt x="9" y="0"/>
                    <a:pt x="11" y="1"/>
                    <a:pt x="12" y="2"/>
                  </a:cubicBezTo>
                  <a:cubicBezTo>
                    <a:pt x="13" y="3"/>
                    <a:pt x="15" y="7"/>
                    <a:pt x="15"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1"/>
            <p:cNvSpPr>
              <a:spLocks/>
            </p:cNvSpPr>
            <p:nvPr/>
          </p:nvSpPr>
          <p:spPr bwMode="auto">
            <a:xfrm>
              <a:off x="844550" y="2343150"/>
              <a:ext cx="53975" cy="49213"/>
            </a:xfrm>
            <a:custGeom>
              <a:avLst/>
              <a:gdLst/>
              <a:ahLst/>
              <a:cxnLst>
                <a:cxn ang="0">
                  <a:pos x="31" y="20"/>
                </a:cxn>
                <a:cxn ang="0">
                  <a:pos x="31" y="26"/>
                </a:cxn>
                <a:cxn ang="0">
                  <a:pos x="24" y="29"/>
                </a:cxn>
                <a:cxn ang="0">
                  <a:pos x="15" y="26"/>
                </a:cxn>
                <a:cxn ang="0">
                  <a:pos x="10" y="26"/>
                </a:cxn>
                <a:cxn ang="0">
                  <a:pos x="3" y="22"/>
                </a:cxn>
                <a:cxn ang="0">
                  <a:pos x="3" y="13"/>
                </a:cxn>
                <a:cxn ang="0">
                  <a:pos x="0" y="8"/>
                </a:cxn>
                <a:cxn ang="0">
                  <a:pos x="4" y="1"/>
                </a:cxn>
                <a:cxn ang="0">
                  <a:pos x="14" y="6"/>
                </a:cxn>
                <a:cxn ang="0">
                  <a:pos x="16" y="14"/>
                </a:cxn>
                <a:cxn ang="0">
                  <a:pos x="22" y="14"/>
                </a:cxn>
                <a:cxn ang="0">
                  <a:pos x="25" y="19"/>
                </a:cxn>
                <a:cxn ang="0">
                  <a:pos x="31" y="20"/>
                </a:cxn>
              </a:cxnLst>
              <a:rect l="0" t="0" r="r" b="b"/>
              <a:pathLst>
                <a:path w="32" h="29">
                  <a:moveTo>
                    <a:pt x="31" y="20"/>
                  </a:moveTo>
                  <a:cubicBezTo>
                    <a:pt x="32" y="22"/>
                    <a:pt x="32" y="25"/>
                    <a:pt x="31" y="26"/>
                  </a:cubicBezTo>
                  <a:cubicBezTo>
                    <a:pt x="30" y="28"/>
                    <a:pt x="26" y="29"/>
                    <a:pt x="24" y="29"/>
                  </a:cubicBezTo>
                  <a:cubicBezTo>
                    <a:pt x="22" y="29"/>
                    <a:pt x="18" y="26"/>
                    <a:pt x="15" y="26"/>
                  </a:cubicBezTo>
                  <a:cubicBezTo>
                    <a:pt x="14" y="25"/>
                    <a:pt x="11" y="26"/>
                    <a:pt x="10" y="26"/>
                  </a:cubicBezTo>
                  <a:cubicBezTo>
                    <a:pt x="8" y="25"/>
                    <a:pt x="4" y="23"/>
                    <a:pt x="3" y="22"/>
                  </a:cubicBezTo>
                  <a:cubicBezTo>
                    <a:pt x="2" y="20"/>
                    <a:pt x="4" y="15"/>
                    <a:pt x="3" y="13"/>
                  </a:cubicBezTo>
                  <a:cubicBezTo>
                    <a:pt x="3" y="12"/>
                    <a:pt x="0" y="10"/>
                    <a:pt x="0" y="8"/>
                  </a:cubicBezTo>
                  <a:cubicBezTo>
                    <a:pt x="0" y="6"/>
                    <a:pt x="2" y="2"/>
                    <a:pt x="4" y="1"/>
                  </a:cubicBezTo>
                  <a:cubicBezTo>
                    <a:pt x="6" y="0"/>
                    <a:pt x="12" y="4"/>
                    <a:pt x="14" y="6"/>
                  </a:cubicBezTo>
                  <a:cubicBezTo>
                    <a:pt x="15" y="7"/>
                    <a:pt x="15" y="12"/>
                    <a:pt x="16" y="14"/>
                  </a:cubicBezTo>
                  <a:cubicBezTo>
                    <a:pt x="17" y="14"/>
                    <a:pt x="20" y="13"/>
                    <a:pt x="22" y="14"/>
                  </a:cubicBezTo>
                  <a:cubicBezTo>
                    <a:pt x="23" y="14"/>
                    <a:pt x="24" y="18"/>
                    <a:pt x="25" y="19"/>
                  </a:cubicBezTo>
                  <a:cubicBezTo>
                    <a:pt x="26" y="20"/>
                    <a:pt x="30" y="19"/>
                    <a:pt x="31"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12"/>
            <p:cNvSpPr>
              <a:spLocks/>
            </p:cNvSpPr>
            <p:nvPr/>
          </p:nvSpPr>
          <p:spPr bwMode="auto">
            <a:xfrm>
              <a:off x="469900" y="1757363"/>
              <a:ext cx="989013" cy="584200"/>
            </a:xfrm>
            <a:custGeom>
              <a:avLst/>
              <a:gdLst/>
              <a:ahLst/>
              <a:cxnLst>
                <a:cxn ang="0">
                  <a:pos x="578" y="194"/>
                </a:cxn>
                <a:cxn ang="0">
                  <a:pos x="566" y="245"/>
                </a:cxn>
                <a:cxn ang="0">
                  <a:pos x="528" y="269"/>
                </a:cxn>
                <a:cxn ang="0">
                  <a:pos x="480" y="298"/>
                </a:cxn>
                <a:cxn ang="0">
                  <a:pos x="426" y="299"/>
                </a:cxn>
                <a:cxn ang="0">
                  <a:pos x="404" y="342"/>
                </a:cxn>
                <a:cxn ang="0">
                  <a:pos x="367" y="346"/>
                </a:cxn>
                <a:cxn ang="0">
                  <a:pos x="367" y="336"/>
                </a:cxn>
                <a:cxn ang="0">
                  <a:pos x="331" y="323"/>
                </a:cxn>
                <a:cxn ang="0">
                  <a:pos x="293" y="328"/>
                </a:cxn>
                <a:cxn ang="0">
                  <a:pos x="313" y="319"/>
                </a:cxn>
                <a:cxn ang="0">
                  <a:pos x="306" y="300"/>
                </a:cxn>
                <a:cxn ang="0">
                  <a:pos x="274" y="293"/>
                </a:cxn>
                <a:cxn ang="0">
                  <a:pos x="260" y="306"/>
                </a:cxn>
                <a:cxn ang="0">
                  <a:pos x="249" y="335"/>
                </a:cxn>
                <a:cxn ang="0">
                  <a:pos x="239" y="296"/>
                </a:cxn>
                <a:cxn ang="0">
                  <a:pos x="246" y="268"/>
                </a:cxn>
                <a:cxn ang="0">
                  <a:pos x="220" y="277"/>
                </a:cxn>
                <a:cxn ang="0">
                  <a:pos x="215" y="269"/>
                </a:cxn>
                <a:cxn ang="0">
                  <a:pos x="164" y="254"/>
                </a:cxn>
                <a:cxn ang="0">
                  <a:pos x="133" y="231"/>
                </a:cxn>
                <a:cxn ang="0">
                  <a:pos x="96" y="222"/>
                </a:cxn>
                <a:cxn ang="0">
                  <a:pos x="85" y="240"/>
                </a:cxn>
                <a:cxn ang="0">
                  <a:pos x="64" y="227"/>
                </a:cxn>
                <a:cxn ang="0">
                  <a:pos x="39" y="192"/>
                </a:cxn>
                <a:cxn ang="0">
                  <a:pos x="30" y="171"/>
                </a:cxn>
                <a:cxn ang="0">
                  <a:pos x="73" y="146"/>
                </a:cxn>
                <a:cxn ang="0">
                  <a:pos x="35" y="151"/>
                </a:cxn>
                <a:cxn ang="0">
                  <a:pos x="32" y="122"/>
                </a:cxn>
                <a:cxn ang="0">
                  <a:pos x="49" y="123"/>
                </a:cxn>
                <a:cxn ang="0">
                  <a:pos x="86" y="120"/>
                </a:cxn>
                <a:cxn ang="0">
                  <a:pos x="54" y="108"/>
                </a:cxn>
                <a:cxn ang="0">
                  <a:pos x="71" y="97"/>
                </a:cxn>
                <a:cxn ang="0">
                  <a:pos x="25" y="108"/>
                </a:cxn>
                <a:cxn ang="0">
                  <a:pos x="2" y="87"/>
                </a:cxn>
                <a:cxn ang="0">
                  <a:pos x="24" y="55"/>
                </a:cxn>
                <a:cxn ang="0">
                  <a:pos x="59" y="43"/>
                </a:cxn>
                <a:cxn ang="0">
                  <a:pos x="87" y="41"/>
                </a:cxn>
                <a:cxn ang="0">
                  <a:pos x="125" y="29"/>
                </a:cxn>
                <a:cxn ang="0">
                  <a:pos x="148" y="52"/>
                </a:cxn>
                <a:cxn ang="0">
                  <a:pos x="173" y="32"/>
                </a:cxn>
                <a:cxn ang="0">
                  <a:pos x="203" y="29"/>
                </a:cxn>
                <a:cxn ang="0">
                  <a:pos x="221" y="7"/>
                </a:cxn>
                <a:cxn ang="0">
                  <a:pos x="257" y="9"/>
                </a:cxn>
                <a:cxn ang="0">
                  <a:pos x="267" y="6"/>
                </a:cxn>
                <a:cxn ang="0">
                  <a:pos x="278" y="20"/>
                </a:cxn>
                <a:cxn ang="0">
                  <a:pos x="295" y="28"/>
                </a:cxn>
                <a:cxn ang="0">
                  <a:pos x="312" y="63"/>
                </a:cxn>
                <a:cxn ang="0">
                  <a:pos x="343" y="86"/>
                </a:cxn>
                <a:cxn ang="0">
                  <a:pos x="384" y="64"/>
                </a:cxn>
                <a:cxn ang="0">
                  <a:pos x="395" y="69"/>
                </a:cxn>
                <a:cxn ang="0">
                  <a:pos x="421" y="67"/>
                </a:cxn>
                <a:cxn ang="0">
                  <a:pos x="461" y="55"/>
                </a:cxn>
                <a:cxn ang="0">
                  <a:pos x="479" y="75"/>
                </a:cxn>
                <a:cxn ang="0">
                  <a:pos x="519" y="104"/>
                </a:cxn>
                <a:cxn ang="0">
                  <a:pos x="555" y="106"/>
                </a:cxn>
                <a:cxn ang="0">
                  <a:pos x="585" y="119"/>
                </a:cxn>
              </a:cxnLst>
              <a:rect l="0" t="0" r="r" b="b"/>
              <a:pathLst>
                <a:path w="590" h="349">
                  <a:moveTo>
                    <a:pt x="588" y="142"/>
                  </a:moveTo>
                  <a:cubicBezTo>
                    <a:pt x="589" y="144"/>
                    <a:pt x="590" y="150"/>
                    <a:pt x="589" y="152"/>
                  </a:cubicBezTo>
                  <a:cubicBezTo>
                    <a:pt x="588" y="154"/>
                    <a:pt x="584" y="157"/>
                    <a:pt x="582" y="159"/>
                  </a:cubicBezTo>
                  <a:cubicBezTo>
                    <a:pt x="582" y="161"/>
                    <a:pt x="580" y="164"/>
                    <a:pt x="580" y="166"/>
                  </a:cubicBezTo>
                  <a:cubicBezTo>
                    <a:pt x="580" y="168"/>
                    <a:pt x="582" y="171"/>
                    <a:pt x="582" y="173"/>
                  </a:cubicBezTo>
                  <a:cubicBezTo>
                    <a:pt x="583" y="176"/>
                    <a:pt x="583" y="184"/>
                    <a:pt x="582" y="188"/>
                  </a:cubicBezTo>
                  <a:cubicBezTo>
                    <a:pt x="582" y="189"/>
                    <a:pt x="579" y="192"/>
                    <a:pt x="578" y="194"/>
                  </a:cubicBezTo>
                  <a:cubicBezTo>
                    <a:pt x="578" y="197"/>
                    <a:pt x="580" y="204"/>
                    <a:pt x="581" y="206"/>
                  </a:cubicBezTo>
                  <a:cubicBezTo>
                    <a:pt x="582" y="209"/>
                    <a:pt x="588" y="212"/>
                    <a:pt x="589" y="215"/>
                  </a:cubicBezTo>
                  <a:cubicBezTo>
                    <a:pt x="590" y="218"/>
                    <a:pt x="587" y="223"/>
                    <a:pt x="587" y="225"/>
                  </a:cubicBezTo>
                  <a:cubicBezTo>
                    <a:pt x="586" y="227"/>
                    <a:pt x="586" y="231"/>
                    <a:pt x="585" y="232"/>
                  </a:cubicBezTo>
                  <a:cubicBezTo>
                    <a:pt x="582" y="234"/>
                    <a:pt x="575" y="231"/>
                    <a:pt x="572" y="232"/>
                  </a:cubicBezTo>
                  <a:cubicBezTo>
                    <a:pt x="570" y="233"/>
                    <a:pt x="567" y="234"/>
                    <a:pt x="566" y="236"/>
                  </a:cubicBezTo>
                  <a:cubicBezTo>
                    <a:pt x="565" y="238"/>
                    <a:pt x="567" y="243"/>
                    <a:pt x="566" y="245"/>
                  </a:cubicBezTo>
                  <a:cubicBezTo>
                    <a:pt x="565" y="247"/>
                    <a:pt x="560" y="249"/>
                    <a:pt x="559" y="251"/>
                  </a:cubicBezTo>
                  <a:cubicBezTo>
                    <a:pt x="558" y="253"/>
                    <a:pt x="559" y="259"/>
                    <a:pt x="559" y="261"/>
                  </a:cubicBezTo>
                  <a:cubicBezTo>
                    <a:pt x="558" y="264"/>
                    <a:pt x="558" y="269"/>
                    <a:pt x="556" y="271"/>
                  </a:cubicBezTo>
                  <a:cubicBezTo>
                    <a:pt x="555" y="273"/>
                    <a:pt x="550" y="278"/>
                    <a:pt x="547" y="279"/>
                  </a:cubicBezTo>
                  <a:cubicBezTo>
                    <a:pt x="545" y="280"/>
                    <a:pt x="540" y="279"/>
                    <a:pt x="538" y="278"/>
                  </a:cubicBezTo>
                  <a:cubicBezTo>
                    <a:pt x="537" y="277"/>
                    <a:pt x="536" y="272"/>
                    <a:pt x="534" y="271"/>
                  </a:cubicBezTo>
                  <a:cubicBezTo>
                    <a:pt x="533" y="270"/>
                    <a:pt x="530" y="269"/>
                    <a:pt x="528" y="269"/>
                  </a:cubicBezTo>
                  <a:cubicBezTo>
                    <a:pt x="526" y="268"/>
                    <a:pt x="522" y="268"/>
                    <a:pt x="520" y="268"/>
                  </a:cubicBezTo>
                  <a:cubicBezTo>
                    <a:pt x="517" y="269"/>
                    <a:pt x="515" y="273"/>
                    <a:pt x="512" y="273"/>
                  </a:cubicBezTo>
                  <a:cubicBezTo>
                    <a:pt x="511" y="274"/>
                    <a:pt x="508" y="273"/>
                    <a:pt x="506" y="274"/>
                  </a:cubicBezTo>
                  <a:cubicBezTo>
                    <a:pt x="504" y="275"/>
                    <a:pt x="501" y="278"/>
                    <a:pt x="499" y="279"/>
                  </a:cubicBezTo>
                  <a:cubicBezTo>
                    <a:pt x="497" y="280"/>
                    <a:pt x="493" y="282"/>
                    <a:pt x="491" y="283"/>
                  </a:cubicBezTo>
                  <a:cubicBezTo>
                    <a:pt x="490" y="285"/>
                    <a:pt x="492" y="291"/>
                    <a:pt x="490" y="293"/>
                  </a:cubicBezTo>
                  <a:cubicBezTo>
                    <a:pt x="489" y="295"/>
                    <a:pt x="483" y="298"/>
                    <a:pt x="480" y="298"/>
                  </a:cubicBezTo>
                  <a:cubicBezTo>
                    <a:pt x="478" y="298"/>
                    <a:pt x="475" y="296"/>
                    <a:pt x="473" y="295"/>
                  </a:cubicBezTo>
                  <a:cubicBezTo>
                    <a:pt x="470" y="295"/>
                    <a:pt x="466" y="298"/>
                    <a:pt x="463" y="298"/>
                  </a:cubicBezTo>
                  <a:cubicBezTo>
                    <a:pt x="461" y="298"/>
                    <a:pt x="457" y="295"/>
                    <a:pt x="454" y="294"/>
                  </a:cubicBezTo>
                  <a:cubicBezTo>
                    <a:pt x="453" y="294"/>
                    <a:pt x="450" y="295"/>
                    <a:pt x="449" y="295"/>
                  </a:cubicBezTo>
                  <a:cubicBezTo>
                    <a:pt x="447" y="296"/>
                    <a:pt x="444" y="299"/>
                    <a:pt x="442" y="300"/>
                  </a:cubicBezTo>
                  <a:cubicBezTo>
                    <a:pt x="440" y="300"/>
                    <a:pt x="436" y="299"/>
                    <a:pt x="435" y="299"/>
                  </a:cubicBezTo>
                  <a:cubicBezTo>
                    <a:pt x="433" y="299"/>
                    <a:pt x="428" y="298"/>
                    <a:pt x="426" y="299"/>
                  </a:cubicBezTo>
                  <a:cubicBezTo>
                    <a:pt x="425" y="299"/>
                    <a:pt x="422" y="302"/>
                    <a:pt x="421" y="303"/>
                  </a:cubicBezTo>
                  <a:cubicBezTo>
                    <a:pt x="420" y="306"/>
                    <a:pt x="419" y="311"/>
                    <a:pt x="417" y="313"/>
                  </a:cubicBezTo>
                  <a:cubicBezTo>
                    <a:pt x="416" y="315"/>
                    <a:pt x="413" y="317"/>
                    <a:pt x="412" y="319"/>
                  </a:cubicBezTo>
                  <a:cubicBezTo>
                    <a:pt x="412" y="321"/>
                    <a:pt x="412" y="324"/>
                    <a:pt x="412" y="325"/>
                  </a:cubicBezTo>
                  <a:cubicBezTo>
                    <a:pt x="412" y="327"/>
                    <a:pt x="413" y="332"/>
                    <a:pt x="412" y="333"/>
                  </a:cubicBezTo>
                  <a:cubicBezTo>
                    <a:pt x="411" y="335"/>
                    <a:pt x="407" y="334"/>
                    <a:pt x="406" y="335"/>
                  </a:cubicBezTo>
                  <a:cubicBezTo>
                    <a:pt x="404" y="336"/>
                    <a:pt x="405" y="340"/>
                    <a:pt x="404" y="342"/>
                  </a:cubicBezTo>
                  <a:cubicBezTo>
                    <a:pt x="402" y="343"/>
                    <a:pt x="398" y="346"/>
                    <a:pt x="396" y="345"/>
                  </a:cubicBezTo>
                  <a:cubicBezTo>
                    <a:pt x="395" y="344"/>
                    <a:pt x="396" y="340"/>
                    <a:pt x="395" y="339"/>
                  </a:cubicBezTo>
                  <a:cubicBezTo>
                    <a:pt x="395" y="338"/>
                    <a:pt x="391" y="337"/>
                    <a:pt x="390" y="337"/>
                  </a:cubicBezTo>
                  <a:cubicBezTo>
                    <a:pt x="388" y="336"/>
                    <a:pt x="384" y="336"/>
                    <a:pt x="382" y="337"/>
                  </a:cubicBezTo>
                  <a:cubicBezTo>
                    <a:pt x="381" y="337"/>
                    <a:pt x="379" y="341"/>
                    <a:pt x="378" y="342"/>
                  </a:cubicBezTo>
                  <a:cubicBezTo>
                    <a:pt x="377" y="344"/>
                    <a:pt x="375" y="347"/>
                    <a:pt x="373" y="348"/>
                  </a:cubicBezTo>
                  <a:cubicBezTo>
                    <a:pt x="372" y="349"/>
                    <a:pt x="369" y="346"/>
                    <a:pt x="367" y="346"/>
                  </a:cubicBezTo>
                  <a:cubicBezTo>
                    <a:pt x="366" y="347"/>
                    <a:pt x="365" y="347"/>
                    <a:pt x="364" y="348"/>
                  </a:cubicBezTo>
                  <a:cubicBezTo>
                    <a:pt x="362" y="348"/>
                    <a:pt x="359" y="349"/>
                    <a:pt x="358" y="348"/>
                  </a:cubicBezTo>
                  <a:cubicBezTo>
                    <a:pt x="356" y="348"/>
                    <a:pt x="353" y="345"/>
                    <a:pt x="352" y="343"/>
                  </a:cubicBezTo>
                  <a:cubicBezTo>
                    <a:pt x="351" y="342"/>
                    <a:pt x="350" y="339"/>
                    <a:pt x="351" y="337"/>
                  </a:cubicBezTo>
                  <a:cubicBezTo>
                    <a:pt x="351" y="336"/>
                    <a:pt x="353" y="336"/>
                    <a:pt x="354" y="336"/>
                  </a:cubicBezTo>
                  <a:cubicBezTo>
                    <a:pt x="356" y="335"/>
                    <a:pt x="359" y="338"/>
                    <a:pt x="361" y="338"/>
                  </a:cubicBezTo>
                  <a:cubicBezTo>
                    <a:pt x="362" y="338"/>
                    <a:pt x="366" y="337"/>
                    <a:pt x="367" y="336"/>
                  </a:cubicBezTo>
                  <a:cubicBezTo>
                    <a:pt x="367" y="335"/>
                    <a:pt x="367" y="333"/>
                    <a:pt x="366" y="332"/>
                  </a:cubicBezTo>
                  <a:cubicBezTo>
                    <a:pt x="365" y="331"/>
                    <a:pt x="362" y="330"/>
                    <a:pt x="361" y="330"/>
                  </a:cubicBezTo>
                  <a:cubicBezTo>
                    <a:pt x="360" y="330"/>
                    <a:pt x="356" y="330"/>
                    <a:pt x="355" y="330"/>
                  </a:cubicBezTo>
                  <a:cubicBezTo>
                    <a:pt x="354" y="329"/>
                    <a:pt x="352" y="327"/>
                    <a:pt x="350" y="327"/>
                  </a:cubicBezTo>
                  <a:cubicBezTo>
                    <a:pt x="349" y="326"/>
                    <a:pt x="345" y="327"/>
                    <a:pt x="344" y="327"/>
                  </a:cubicBezTo>
                  <a:cubicBezTo>
                    <a:pt x="341" y="326"/>
                    <a:pt x="338" y="324"/>
                    <a:pt x="335" y="323"/>
                  </a:cubicBezTo>
                  <a:cubicBezTo>
                    <a:pt x="334" y="323"/>
                    <a:pt x="332" y="323"/>
                    <a:pt x="331" y="323"/>
                  </a:cubicBezTo>
                  <a:cubicBezTo>
                    <a:pt x="330" y="324"/>
                    <a:pt x="329" y="325"/>
                    <a:pt x="329" y="326"/>
                  </a:cubicBezTo>
                  <a:cubicBezTo>
                    <a:pt x="327" y="328"/>
                    <a:pt x="323" y="330"/>
                    <a:pt x="320" y="331"/>
                  </a:cubicBezTo>
                  <a:cubicBezTo>
                    <a:pt x="318" y="331"/>
                    <a:pt x="314" y="330"/>
                    <a:pt x="311" y="330"/>
                  </a:cubicBezTo>
                  <a:cubicBezTo>
                    <a:pt x="311" y="331"/>
                    <a:pt x="309" y="332"/>
                    <a:pt x="309" y="332"/>
                  </a:cubicBezTo>
                  <a:cubicBezTo>
                    <a:pt x="306" y="333"/>
                    <a:pt x="302" y="333"/>
                    <a:pt x="299" y="333"/>
                  </a:cubicBezTo>
                  <a:cubicBezTo>
                    <a:pt x="298" y="333"/>
                    <a:pt x="294" y="334"/>
                    <a:pt x="293" y="332"/>
                  </a:cubicBezTo>
                  <a:cubicBezTo>
                    <a:pt x="293" y="332"/>
                    <a:pt x="294" y="329"/>
                    <a:pt x="293" y="328"/>
                  </a:cubicBezTo>
                  <a:cubicBezTo>
                    <a:pt x="292" y="326"/>
                    <a:pt x="288" y="325"/>
                    <a:pt x="287" y="323"/>
                  </a:cubicBezTo>
                  <a:cubicBezTo>
                    <a:pt x="286" y="322"/>
                    <a:pt x="284" y="319"/>
                    <a:pt x="284" y="318"/>
                  </a:cubicBezTo>
                  <a:cubicBezTo>
                    <a:pt x="284" y="317"/>
                    <a:pt x="286" y="316"/>
                    <a:pt x="287" y="316"/>
                  </a:cubicBezTo>
                  <a:cubicBezTo>
                    <a:pt x="289" y="315"/>
                    <a:pt x="295" y="314"/>
                    <a:pt x="297" y="316"/>
                  </a:cubicBezTo>
                  <a:cubicBezTo>
                    <a:pt x="297" y="317"/>
                    <a:pt x="296" y="320"/>
                    <a:pt x="297" y="321"/>
                  </a:cubicBezTo>
                  <a:cubicBezTo>
                    <a:pt x="299" y="322"/>
                    <a:pt x="304" y="321"/>
                    <a:pt x="306" y="321"/>
                  </a:cubicBezTo>
                  <a:cubicBezTo>
                    <a:pt x="308" y="321"/>
                    <a:pt x="312" y="320"/>
                    <a:pt x="313" y="319"/>
                  </a:cubicBezTo>
                  <a:cubicBezTo>
                    <a:pt x="314" y="317"/>
                    <a:pt x="313" y="314"/>
                    <a:pt x="314" y="313"/>
                  </a:cubicBezTo>
                  <a:cubicBezTo>
                    <a:pt x="315" y="312"/>
                    <a:pt x="318" y="312"/>
                    <a:pt x="319" y="311"/>
                  </a:cubicBezTo>
                  <a:cubicBezTo>
                    <a:pt x="319" y="311"/>
                    <a:pt x="321" y="309"/>
                    <a:pt x="321" y="308"/>
                  </a:cubicBezTo>
                  <a:cubicBezTo>
                    <a:pt x="321" y="307"/>
                    <a:pt x="322" y="304"/>
                    <a:pt x="321" y="303"/>
                  </a:cubicBezTo>
                  <a:cubicBezTo>
                    <a:pt x="320" y="302"/>
                    <a:pt x="318" y="300"/>
                    <a:pt x="317" y="300"/>
                  </a:cubicBezTo>
                  <a:cubicBezTo>
                    <a:pt x="316" y="300"/>
                    <a:pt x="315" y="302"/>
                    <a:pt x="314" y="303"/>
                  </a:cubicBezTo>
                  <a:cubicBezTo>
                    <a:pt x="312" y="303"/>
                    <a:pt x="308" y="301"/>
                    <a:pt x="306" y="300"/>
                  </a:cubicBezTo>
                  <a:cubicBezTo>
                    <a:pt x="305" y="300"/>
                    <a:pt x="301" y="300"/>
                    <a:pt x="299" y="300"/>
                  </a:cubicBezTo>
                  <a:cubicBezTo>
                    <a:pt x="298" y="301"/>
                    <a:pt x="296" y="305"/>
                    <a:pt x="294" y="305"/>
                  </a:cubicBezTo>
                  <a:cubicBezTo>
                    <a:pt x="292" y="306"/>
                    <a:pt x="288" y="305"/>
                    <a:pt x="286" y="305"/>
                  </a:cubicBezTo>
                  <a:cubicBezTo>
                    <a:pt x="285" y="305"/>
                    <a:pt x="283" y="305"/>
                    <a:pt x="282" y="304"/>
                  </a:cubicBezTo>
                  <a:cubicBezTo>
                    <a:pt x="282" y="304"/>
                    <a:pt x="282" y="301"/>
                    <a:pt x="282" y="300"/>
                  </a:cubicBezTo>
                  <a:cubicBezTo>
                    <a:pt x="282" y="298"/>
                    <a:pt x="281" y="294"/>
                    <a:pt x="279" y="293"/>
                  </a:cubicBezTo>
                  <a:cubicBezTo>
                    <a:pt x="278" y="292"/>
                    <a:pt x="274" y="292"/>
                    <a:pt x="274" y="293"/>
                  </a:cubicBezTo>
                  <a:cubicBezTo>
                    <a:pt x="273" y="295"/>
                    <a:pt x="276" y="298"/>
                    <a:pt x="276" y="300"/>
                  </a:cubicBezTo>
                  <a:cubicBezTo>
                    <a:pt x="276" y="301"/>
                    <a:pt x="276" y="303"/>
                    <a:pt x="275" y="304"/>
                  </a:cubicBezTo>
                  <a:cubicBezTo>
                    <a:pt x="275" y="305"/>
                    <a:pt x="275" y="308"/>
                    <a:pt x="274" y="308"/>
                  </a:cubicBezTo>
                  <a:cubicBezTo>
                    <a:pt x="272" y="308"/>
                    <a:pt x="270" y="305"/>
                    <a:pt x="269" y="305"/>
                  </a:cubicBezTo>
                  <a:cubicBezTo>
                    <a:pt x="268" y="304"/>
                    <a:pt x="267" y="301"/>
                    <a:pt x="266" y="302"/>
                  </a:cubicBezTo>
                  <a:cubicBezTo>
                    <a:pt x="265" y="302"/>
                    <a:pt x="267" y="305"/>
                    <a:pt x="266" y="305"/>
                  </a:cubicBezTo>
                  <a:cubicBezTo>
                    <a:pt x="265" y="307"/>
                    <a:pt x="261" y="306"/>
                    <a:pt x="260" y="306"/>
                  </a:cubicBezTo>
                  <a:cubicBezTo>
                    <a:pt x="258" y="307"/>
                    <a:pt x="254" y="308"/>
                    <a:pt x="252" y="309"/>
                  </a:cubicBezTo>
                  <a:cubicBezTo>
                    <a:pt x="252" y="310"/>
                    <a:pt x="251" y="313"/>
                    <a:pt x="251" y="314"/>
                  </a:cubicBezTo>
                  <a:cubicBezTo>
                    <a:pt x="251" y="316"/>
                    <a:pt x="249" y="320"/>
                    <a:pt x="249" y="323"/>
                  </a:cubicBezTo>
                  <a:cubicBezTo>
                    <a:pt x="250" y="324"/>
                    <a:pt x="252" y="326"/>
                    <a:pt x="253" y="327"/>
                  </a:cubicBezTo>
                  <a:cubicBezTo>
                    <a:pt x="253" y="328"/>
                    <a:pt x="255" y="331"/>
                    <a:pt x="255" y="332"/>
                  </a:cubicBezTo>
                  <a:cubicBezTo>
                    <a:pt x="255" y="333"/>
                    <a:pt x="254" y="335"/>
                    <a:pt x="253" y="335"/>
                  </a:cubicBezTo>
                  <a:cubicBezTo>
                    <a:pt x="253" y="336"/>
                    <a:pt x="250" y="336"/>
                    <a:pt x="249" y="335"/>
                  </a:cubicBezTo>
                  <a:cubicBezTo>
                    <a:pt x="248" y="335"/>
                    <a:pt x="247" y="333"/>
                    <a:pt x="247" y="333"/>
                  </a:cubicBezTo>
                  <a:cubicBezTo>
                    <a:pt x="246" y="331"/>
                    <a:pt x="244" y="327"/>
                    <a:pt x="244" y="325"/>
                  </a:cubicBezTo>
                  <a:cubicBezTo>
                    <a:pt x="244" y="323"/>
                    <a:pt x="244" y="319"/>
                    <a:pt x="244" y="318"/>
                  </a:cubicBezTo>
                  <a:cubicBezTo>
                    <a:pt x="245" y="315"/>
                    <a:pt x="247" y="312"/>
                    <a:pt x="248" y="310"/>
                  </a:cubicBezTo>
                  <a:cubicBezTo>
                    <a:pt x="248" y="308"/>
                    <a:pt x="249" y="305"/>
                    <a:pt x="248" y="304"/>
                  </a:cubicBezTo>
                  <a:cubicBezTo>
                    <a:pt x="248" y="303"/>
                    <a:pt x="247" y="301"/>
                    <a:pt x="246" y="300"/>
                  </a:cubicBezTo>
                  <a:cubicBezTo>
                    <a:pt x="245" y="299"/>
                    <a:pt x="240" y="298"/>
                    <a:pt x="239" y="296"/>
                  </a:cubicBezTo>
                  <a:cubicBezTo>
                    <a:pt x="239" y="295"/>
                    <a:pt x="239" y="293"/>
                    <a:pt x="239" y="292"/>
                  </a:cubicBezTo>
                  <a:cubicBezTo>
                    <a:pt x="240" y="290"/>
                    <a:pt x="241" y="289"/>
                    <a:pt x="242" y="288"/>
                  </a:cubicBezTo>
                  <a:cubicBezTo>
                    <a:pt x="243" y="287"/>
                    <a:pt x="246" y="287"/>
                    <a:pt x="247" y="286"/>
                  </a:cubicBezTo>
                  <a:cubicBezTo>
                    <a:pt x="249" y="285"/>
                    <a:pt x="251" y="284"/>
                    <a:pt x="252" y="283"/>
                  </a:cubicBezTo>
                  <a:cubicBezTo>
                    <a:pt x="253" y="281"/>
                    <a:pt x="255" y="277"/>
                    <a:pt x="255" y="275"/>
                  </a:cubicBezTo>
                  <a:cubicBezTo>
                    <a:pt x="255" y="273"/>
                    <a:pt x="254" y="271"/>
                    <a:pt x="253" y="270"/>
                  </a:cubicBezTo>
                  <a:cubicBezTo>
                    <a:pt x="252" y="269"/>
                    <a:pt x="248" y="267"/>
                    <a:pt x="246" y="268"/>
                  </a:cubicBezTo>
                  <a:cubicBezTo>
                    <a:pt x="244" y="269"/>
                    <a:pt x="243" y="273"/>
                    <a:pt x="243" y="275"/>
                  </a:cubicBezTo>
                  <a:cubicBezTo>
                    <a:pt x="243" y="277"/>
                    <a:pt x="244" y="280"/>
                    <a:pt x="243" y="281"/>
                  </a:cubicBezTo>
                  <a:cubicBezTo>
                    <a:pt x="243" y="282"/>
                    <a:pt x="241" y="283"/>
                    <a:pt x="239" y="284"/>
                  </a:cubicBezTo>
                  <a:cubicBezTo>
                    <a:pt x="238" y="285"/>
                    <a:pt x="236" y="287"/>
                    <a:pt x="234" y="287"/>
                  </a:cubicBezTo>
                  <a:cubicBezTo>
                    <a:pt x="232" y="288"/>
                    <a:pt x="228" y="286"/>
                    <a:pt x="227" y="285"/>
                  </a:cubicBezTo>
                  <a:cubicBezTo>
                    <a:pt x="226" y="284"/>
                    <a:pt x="225" y="280"/>
                    <a:pt x="224" y="278"/>
                  </a:cubicBezTo>
                  <a:cubicBezTo>
                    <a:pt x="223" y="278"/>
                    <a:pt x="220" y="278"/>
                    <a:pt x="220" y="277"/>
                  </a:cubicBezTo>
                  <a:cubicBezTo>
                    <a:pt x="219" y="276"/>
                    <a:pt x="219" y="273"/>
                    <a:pt x="220" y="271"/>
                  </a:cubicBezTo>
                  <a:cubicBezTo>
                    <a:pt x="220" y="270"/>
                    <a:pt x="221" y="268"/>
                    <a:pt x="222" y="268"/>
                  </a:cubicBezTo>
                  <a:cubicBezTo>
                    <a:pt x="223" y="267"/>
                    <a:pt x="225" y="267"/>
                    <a:pt x="226" y="266"/>
                  </a:cubicBezTo>
                  <a:cubicBezTo>
                    <a:pt x="226" y="266"/>
                    <a:pt x="226" y="263"/>
                    <a:pt x="226" y="262"/>
                  </a:cubicBezTo>
                  <a:cubicBezTo>
                    <a:pt x="225" y="262"/>
                    <a:pt x="222" y="262"/>
                    <a:pt x="221" y="262"/>
                  </a:cubicBezTo>
                  <a:cubicBezTo>
                    <a:pt x="219" y="263"/>
                    <a:pt x="216" y="263"/>
                    <a:pt x="215" y="265"/>
                  </a:cubicBezTo>
                  <a:cubicBezTo>
                    <a:pt x="215" y="265"/>
                    <a:pt x="216" y="268"/>
                    <a:pt x="215" y="269"/>
                  </a:cubicBezTo>
                  <a:cubicBezTo>
                    <a:pt x="214" y="271"/>
                    <a:pt x="211" y="274"/>
                    <a:pt x="209" y="274"/>
                  </a:cubicBezTo>
                  <a:cubicBezTo>
                    <a:pt x="207" y="275"/>
                    <a:pt x="201" y="275"/>
                    <a:pt x="199" y="274"/>
                  </a:cubicBezTo>
                  <a:cubicBezTo>
                    <a:pt x="197" y="274"/>
                    <a:pt x="193" y="272"/>
                    <a:pt x="193" y="269"/>
                  </a:cubicBezTo>
                  <a:cubicBezTo>
                    <a:pt x="192" y="267"/>
                    <a:pt x="191" y="261"/>
                    <a:pt x="189" y="259"/>
                  </a:cubicBezTo>
                  <a:cubicBezTo>
                    <a:pt x="188" y="257"/>
                    <a:pt x="183" y="255"/>
                    <a:pt x="181" y="254"/>
                  </a:cubicBezTo>
                  <a:cubicBezTo>
                    <a:pt x="179" y="254"/>
                    <a:pt x="176" y="254"/>
                    <a:pt x="174" y="254"/>
                  </a:cubicBezTo>
                  <a:cubicBezTo>
                    <a:pt x="172" y="254"/>
                    <a:pt x="167" y="255"/>
                    <a:pt x="164" y="254"/>
                  </a:cubicBezTo>
                  <a:cubicBezTo>
                    <a:pt x="162" y="254"/>
                    <a:pt x="160" y="250"/>
                    <a:pt x="158" y="250"/>
                  </a:cubicBezTo>
                  <a:cubicBezTo>
                    <a:pt x="156" y="249"/>
                    <a:pt x="152" y="248"/>
                    <a:pt x="151" y="250"/>
                  </a:cubicBezTo>
                  <a:cubicBezTo>
                    <a:pt x="150" y="250"/>
                    <a:pt x="151" y="252"/>
                    <a:pt x="151" y="253"/>
                  </a:cubicBezTo>
                  <a:cubicBezTo>
                    <a:pt x="149" y="254"/>
                    <a:pt x="144" y="253"/>
                    <a:pt x="142" y="252"/>
                  </a:cubicBezTo>
                  <a:cubicBezTo>
                    <a:pt x="140" y="251"/>
                    <a:pt x="137" y="248"/>
                    <a:pt x="136" y="246"/>
                  </a:cubicBezTo>
                  <a:cubicBezTo>
                    <a:pt x="134" y="245"/>
                    <a:pt x="131" y="242"/>
                    <a:pt x="130" y="240"/>
                  </a:cubicBezTo>
                  <a:cubicBezTo>
                    <a:pt x="130" y="238"/>
                    <a:pt x="134" y="234"/>
                    <a:pt x="133" y="231"/>
                  </a:cubicBezTo>
                  <a:cubicBezTo>
                    <a:pt x="132" y="230"/>
                    <a:pt x="128" y="229"/>
                    <a:pt x="127" y="228"/>
                  </a:cubicBezTo>
                  <a:cubicBezTo>
                    <a:pt x="126" y="227"/>
                    <a:pt x="125" y="224"/>
                    <a:pt x="124" y="223"/>
                  </a:cubicBezTo>
                  <a:cubicBezTo>
                    <a:pt x="122" y="222"/>
                    <a:pt x="118" y="223"/>
                    <a:pt x="116" y="224"/>
                  </a:cubicBezTo>
                  <a:cubicBezTo>
                    <a:pt x="115" y="226"/>
                    <a:pt x="118" y="232"/>
                    <a:pt x="116" y="233"/>
                  </a:cubicBezTo>
                  <a:cubicBezTo>
                    <a:pt x="116" y="234"/>
                    <a:pt x="113" y="233"/>
                    <a:pt x="112" y="233"/>
                  </a:cubicBezTo>
                  <a:cubicBezTo>
                    <a:pt x="110" y="233"/>
                    <a:pt x="105" y="231"/>
                    <a:pt x="103" y="229"/>
                  </a:cubicBezTo>
                  <a:cubicBezTo>
                    <a:pt x="101" y="228"/>
                    <a:pt x="97" y="224"/>
                    <a:pt x="96" y="222"/>
                  </a:cubicBezTo>
                  <a:cubicBezTo>
                    <a:pt x="96" y="221"/>
                    <a:pt x="97" y="217"/>
                    <a:pt x="96" y="216"/>
                  </a:cubicBezTo>
                  <a:cubicBezTo>
                    <a:pt x="95" y="215"/>
                    <a:pt x="92" y="215"/>
                    <a:pt x="91" y="216"/>
                  </a:cubicBezTo>
                  <a:cubicBezTo>
                    <a:pt x="90" y="217"/>
                    <a:pt x="91" y="220"/>
                    <a:pt x="90" y="222"/>
                  </a:cubicBezTo>
                  <a:cubicBezTo>
                    <a:pt x="90" y="223"/>
                    <a:pt x="87" y="223"/>
                    <a:pt x="86" y="223"/>
                  </a:cubicBezTo>
                  <a:cubicBezTo>
                    <a:pt x="85" y="224"/>
                    <a:pt x="84" y="226"/>
                    <a:pt x="84" y="227"/>
                  </a:cubicBezTo>
                  <a:cubicBezTo>
                    <a:pt x="84" y="228"/>
                    <a:pt x="86" y="231"/>
                    <a:pt x="86" y="233"/>
                  </a:cubicBezTo>
                  <a:cubicBezTo>
                    <a:pt x="86" y="234"/>
                    <a:pt x="86" y="238"/>
                    <a:pt x="85" y="240"/>
                  </a:cubicBezTo>
                  <a:cubicBezTo>
                    <a:pt x="85" y="241"/>
                    <a:pt x="83" y="242"/>
                    <a:pt x="82" y="243"/>
                  </a:cubicBezTo>
                  <a:cubicBezTo>
                    <a:pt x="80" y="244"/>
                    <a:pt x="76" y="242"/>
                    <a:pt x="73" y="242"/>
                  </a:cubicBezTo>
                  <a:cubicBezTo>
                    <a:pt x="72" y="243"/>
                    <a:pt x="69" y="246"/>
                    <a:pt x="67" y="246"/>
                  </a:cubicBezTo>
                  <a:cubicBezTo>
                    <a:pt x="65" y="246"/>
                    <a:pt x="64" y="242"/>
                    <a:pt x="62" y="241"/>
                  </a:cubicBezTo>
                  <a:cubicBezTo>
                    <a:pt x="61" y="241"/>
                    <a:pt x="57" y="241"/>
                    <a:pt x="56" y="240"/>
                  </a:cubicBezTo>
                  <a:cubicBezTo>
                    <a:pt x="55" y="238"/>
                    <a:pt x="57" y="233"/>
                    <a:pt x="58" y="231"/>
                  </a:cubicBezTo>
                  <a:cubicBezTo>
                    <a:pt x="59" y="230"/>
                    <a:pt x="63" y="229"/>
                    <a:pt x="64" y="227"/>
                  </a:cubicBezTo>
                  <a:cubicBezTo>
                    <a:pt x="64" y="225"/>
                    <a:pt x="62" y="220"/>
                    <a:pt x="61" y="218"/>
                  </a:cubicBezTo>
                  <a:cubicBezTo>
                    <a:pt x="59" y="217"/>
                    <a:pt x="56" y="213"/>
                    <a:pt x="54" y="213"/>
                  </a:cubicBezTo>
                  <a:cubicBezTo>
                    <a:pt x="52" y="213"/>
                    <a:pt x="49" y="216"/>
                    <a:pt x="47" y="215"/>
                  </a:cubicBezTo>
                  <a:cubicBezTo>
                    <a:pt x="47" y="215"/>
                    <a:pt x="46" y="214"/>
                    <a:pt x="46" y="213"/>
                  </a:cubicBezTo>
                  <a:cubicBezTo>
                    <a:pt x="44" y="211"/>
                    <a:pt x="41" y="207"/>
                    <a:pt x="40" y="205"/>
                  </a:cubicBezTo>
                  <a:cubicBezTo>
                    <a:pt x="40" y="204"/>
                    <a:pt x="42" y="201"/>
                    <a:pt x="42" y="199"/>
                  </a:cubicBezTo>
                  <a:cubicBezTo>
                    <a:pt x="42" y="197"/>
                    <a:pt x="40" y="193"/>
                    <a:pt x="39" y="192"/>
                  </a:cubicBezTo>
                  <a:cubicBezTo>
                    <a:pt x="37" y="190"/>
                    <a:pt x="32" y="189"/>
                    <a:pt x="30" y="188"/>
                  </a:cubicBezTo>
                  <a:cubicBezTo>
                    <a:pt x="28" y="188"/>
                    <a:pt x="23" y="189"/>
                    <a:pt x="21" y="188"/>
                  </a:cubicBezTo>
                  <a:cubicBezTo>
                    <a:pt x="20" y="188"/>
                    <a:pt x="17" y="186"/>
                    <a:pt x="16" y="185"/>
                  </a:cubicBezTo>
                  <a:cubicBezTo>
                    <a:pt x="14" y="185"/>
                    <a:pt x="10" y="186"/>
                    <a:pt x="9" y="185"/>
                  </a:cubicBezTo>
                  <a:cubicBezTo>
                    <a:pt x="7" y="185"/>
                    <a:pt x="3" y="183"/>
                    <a:pt x="3" y="181"/>
                  </a:cubicBezTo>
                  <a:cubicBezTo>
                    <a:pt x="3" y="178"/>
                    <a:pt x="9" y="174"/>
                    <a:pt x="11" y="173"/>
                  </a:cubicBezTo>
                  <a:cubicBezTo>
                    <a:pt x="16" y="171"/>
                    <a:pt x="26" y="171"/>
                    <a:pt x="30" y="171"/>
                  </a:cubicBezTo>
                  <a:cubicBezTo>
                    <a:pt x="32" y="171"/>
                    <a:pt x="36" y="171"/>
                    <a:pt x="37" y="171"/>
                  </a:cubicBezTo>
                  <a:cubicBezTo>
                    <a:pt x="41" y="171"/>
                    <a:pt x="49" y="172"/>
                    <a:pt x="53" y="171"/>
                  </a:cubicBezTo>
                  <a:cubicBezTo>
                    <a:pt x="55" y="171"/>
                    <a:pt x="58" y="168"/>
                    <a:pt x="61" y="168"/>
                  </a:cubicBezTo>
                  <a:cubicBezTo>
                    <a:pt x="63" y="168"/>
                    <a:pt x="67" y="170"/>
                    <a:pt x="69" y="170"/>
                  </a:cubicBezTo>
                  <a:cubicBezTo>
                    <a:pt x="70" y="171"/>
                    <a:pt x="73" y="171"/>
                    <a:pt x="74" y="170"/>
                  </a:cubicBezTo>
                  <a:cubicBezTo>
                    <a:pt x="76" y="168"/>
                    <a:pt x="75" y="161"/>
                    <a:pt x="75" y="159"/>
                  </a:cubicBezTo>
                  <a:cubicBezTo>
                    <a:pt x="75" y="155"/>
                    <a:pt x="75" y="149"/>
                    <a:pt x="73" y="146"/>
                  </a:cubicBezTo>
                  <a:cubicBezTo>
                    <a:pt x="71" y="144"/>
                    <a:pt x="65" y="145"/>
                    <a:pt x="63" y="143"/>
                  </a:cubicBezTo>
                  <a:cubicBezTo>
                    <a:pt x="61" y="142"/>
                    <a:pt x="59" y="138"/>
                    <a:pt x="57" y="137"/>
                  </a:cubicBezTo>
                  <a:cubicBezTo>
                    <a:pt x="56" y="136"/>
                    <a:pt x="53" y="135"/>
                    <a:pt x="51" y="135"/>
                  </a:cubicBezTo>
                  <a:cubicBezTo>
                    <a:pt x="49" y="135"/>
                    <a:pt x="46" y="135"/>
                    <a:pt x="45" y="136"/>
                  </a:cubicBezTo>
                  <a:cubicBezTo>
                    <a:pt x="44" y="137"/>
                    <a:pt x="45" y="140"/>
                    <a:pt x="45" y="141"/>
                  </a:cubicBezTo>
                  <a:cubicBezTo>
                    <a:pt x="44" y="143"/>
                    <a:pt x="42" y="147"/>
                    <a:pt x="41" y="148"/>
                  </a:cubicBezTo>
                  <a:cubicBezTo>
                    <a:pt x="40" y="149"/>
                    <a:pt x="36" y="151"/>
                    <a:pt x="35" y="151"/>
                  </a:cubicBezTo>
                  <a:cubicBezTo>
                    <a:pt x="33" y="150"/>
                    <a:pt x="32" y="146"/>
                    <a:pt x="32" y="145"/>
                  </a:cubicBezTo>
                  <a:cubicBezTo>
                    <a:pt x="32" y="143"/>
                    <a:pt x="31" y="140"/>
                    <a:pt x="32" y="138"/>
                  </a:cubicBezTo>
                  <a:cubicBezTo>
                    <a:pt x="33" y="137"/>
                    <a:pt x="36" y="136"/>
                    <a:pt x="36" y="134"/>
                  </a:cubicBezTo>
                  <a:cubicBezTo>
                    <a:pt x="36" y="133"/>
                    <a:pt x="35" y="131"/>
                    <a:pt x="34" y="131"/>
                  </a:cubicBezTo>
                  <a:cubicBezTo>
                    <a:pt x="33" y="130"/>
                    <a:pt x="30" y="131"/>
                    <a:pt x="29" y="131"/>
                  </a:cubicBezTo>
                  <a:cubicBezTo>
                    <a:pt x="28" y="130"/>
                    <a:pt x="27" y="127"/>
                    <a:pt x="28" y="126"/>
                  </a:cubicBezTo>
                  <a:cubicBezTo>
                    <a:pt x="28" y="124"/>
                    <a:pt x="32" y="123"/>
                    <a:pt x="32" y="122"/>
                  </a:cubicBezTo>
                  <a:cubicBezTo>
                    <a:pt x="33" y="121"/>
                    <a:pt x="32" y="117"/>
                    <a:pt x="32" y="115"/>
                  </a:cubicBezTo>
                  <a:cubicBezTo>
                    <a:pt x="33" y="114"/>
                    <a:pt x="34" y="111"/>
                    <a:pt x="35" y="111"/>
                  </a:cubicBezTo>
                  <a:cubicBezTo>
                    <a:pt x="36" y="111"/>
                    <a:pt x="39" y="113"/>
                    <a:pt x="40" y="114"/>
                  </a:cubicBezTo>
                  <a:cubicBezTo>
                    <a:pt x="40" y="114"/>
                    <a:pt x="41" y="116"/>
                    <a:pt x="41" y="117"/>
                  </a:cubicBezTo>
                  <a:cubicBezTo>
                    <a:pt x="41" y="118"/>
                    <a:pt x="40" y="120"/>
                    <a:pt x="40" y="121"/>
                  </a:cubicBezTo>
                  <a:cubicBezTo>
                    <a:pt x="41" y="122"/>
                    <a:pt x="42" y="124"/>
                    <a:pt x="43" y="124"/>
                  </a:cubicBezTo>
                  <a:cubicBezTo>
                    <a:pt x="45" y="125"/>
                    <a:pt x="48" y="123"/>
                    <a:pt x="49" y="123"/>
                  </a:cubicBezTo>
                  <a:cubicBezTo>
                    <a:pt x="51" y="124"/>
                    <a:pt x="55" y="126"/>
                    <a:pt x="57" y="126"/>
                  </a:cubicBezTo>
                  <a:cubicBezTo>
                    <a:pt x="59" y="126"/>
                    <a:pt x="62" y="126"/>
                    <a:pt x="63" y="126"/>
                  </a:cubicBezTo>
                  <a:cubicBezTo>
                    <a:pt x="65" y="126"/>
                    <a:pt x="67" y="127"/>
                    <a:pt x="69" y="127"/>
                  </a:cubicBezTo>
                  <a:cubicBezTo>
                    <a:pt x="72" y="128"/>
                    <a:pt x="79" y="128"/>
                    <a:pt x="82" y="128"/>
                  </a:cubicBezTo>
                  <a:cubicBezTo>
                    <a:pt x="85" y="128"/>
                    <a:pt x="91" y="130"/>
                    <a:pt x="93" y="128"/>
                  </a:cubicBezTo>
                  <a:cubicBezTo>
                    <a:pt x="94" y="127"/>
                    <a:pt x="93" y="124"/>
                    <a:pt x="92" y="123"/>
                  </a:cubicBezTo>
                  <a:cubicBezTo>
                    <a:pt x="91" y="122"/>
                    <a:pt x="88" y="121"/>
                    <a:pt x="86" y="120"/>
                  </a:cubicBezTo>
                  <a:cubicBezTo>
                    <a:pt x="85" y="120"/>
                    <a:pt x="81" y="120"/>
                    <a:pt x="79" y="119"/>
                  </a:cubicBezTo>
                  <a:cubicBezTo>
                    <a:pt x="78" y="119"/>
                    <a:pt x="77" y="116"/>
                    <a:pt x="76" y="115"/>
                  </a:cubicBezTo>
                  <a:cubicBezTo>
                    <a:pt x="75" y="114"/>
                    <a:pt x="72" y="113"/>
                    <a:pt x="71" y="113"/>
                  </a:cubicBezTo>
                  <a:cubicBezTo>
                    <a:pt x="69" y="112"/>
                    <a:pt x="67" y="114"/>
                    <a:pt x="66" y="114"/>
                  </a:cubicBezTo>
                  <a:cubicBezTo>
                    <a:pt x="64" y="115"/>
                    <a:pt x="60" y="115"/>
                    <a:pt x="58" y="115"/>
                  </a:cubicBezTo>
                  <a:cubicBezTo>
                    <a:pt x="56" y="115"/>
                    <a:pt x="53" y="113"/>
                    <a:pt x="52" y="112"/>
                  </a:cubicBezTo>
                  <a:cubicBezTo>
                    <a:pt x="52" y="111"/>
                    <a:pt x="53" y="108"/>
                    <a:pt x="54" y="108"/>
                  </a:cubicBezTo>
                  <a:cubicBezTo>
                    <a:pt x="55" y="107"/>
                    <a:pt x="57" y="108"/>
                    <a:pt x="58" y="108"/>
                  </a:cubicBezTo>
                  <a:cubicBezTo>
                    <a:pt x="60" y="107"/>
                    <a:pt x="64" y="104"/>
                    <a:pt x="66" y="103"/>
                  </a:cubicBezTo>
                  <a:cubicBezTo>
                    <a:pt x="67" y="103"/>
                    <a:pt x="71" y="104"/>
                    <a:pt x="72" y="103"/>
                  </a:cubicBezTo>
                  <a:cubicBezTo>
                    <a:pt x="74" y="103"/>
                    <a:pt x="79" y="101"/>
                    <a:pt x="80" y="99"/>
                  </a:cubicBezTo>
                  <a:cubicBezTo>
                    <a:pt x="81" y="98"/>
                    <a:pt x="81" y="96"/>
                    <a:pt x="80" y="95"/>
                  </a:cubicBezTo>
                  <a:cubicBezTo>
                    <a:pt x="79" y="94"/>
                    <a:pt x="75" y="94"/>
                    <a:pt x="73" y="95"/>
                  </a:cubicBezTo>
                  <a:cubicBezTo>
                    <a:pt x="73" y="95"/>
                    <a:pt x="72" y="97"/>
                    <a:pt x="71" y="97"/>
                  </a:cubicBezTo>
                  <a:cubicBezTo>
                    <a:pt x="70" y="98"/>
                    <a:pt x="65" y="97"/>
                    <a:pt x="63" y="98"/>
                  </a:cubicBezTo>
                  <a:cubicBezTo>
                    <a:pt x="62" y="98"/>
                    <a:pt x="59" y="98"/>
                    <a:pt x="57" y="98"/>
                  </a:cubicBezTo>
                  <a:cubicBezTo>
                    <a:pt x="55" y="99"/>
                    <a:pt x="52" y="100"/>
                    <a:pt x="50" y="101"/>
                  </a:cubicBezTo>
                  <a:cubicBezTo>
                    <a:pt x="49" y="101"/>
                    <a:pt x="47" y="102"/>
                    <a:pt x="45" y="103"/>
                  </a:cubicBezTo>
                  <a:cubicBezTo>
                    <a:pt x="43" y="103"/>
                    <a:pt x="38" y="103"/>
                    <a:pt x="36" y="103"/>
                  </a:cubicBezTo>
                  <a:cubicBezTo>
                    <a:pt x="35" y="104"/>
                    <a:pt x="33" y="105"/>
                    <a:pt x="32" y="105"/>
                  </a:cubicBezTo>
                  <a:cubicBezTo>
                    <a:pt x="30" y="106"/>
                    <a:pt x="27" y="107"/>
                    <a:pt x="25" y="108"/>
                  </a:cubicBezTo>
                  <a:cubicBezTo>
                    <a:pt x="23" y="108"/>
                    <a:pt x="19" y="106"/>
                    <a:pt x="18" y="105"/>
                  </a:cubicBezTo>
                  <a:cubicBezTo>
                    <a:pt x="16" y="105"/>
                    <a:pt x="14" y="105"/>
                    <a:pt x="13" y="106"/>
                  </a:cubicBezTo>
                  <a:cubicBezTo>
                    <a:pt x="11" y="107"/>
                    <a:pt x="11" y="110"/>
                    <a:pt x="10" y="111"/>
                  </a:cubicBezTo>
                  <a:cubicBezTo>
                    <a:pt x="9" y="112"/>
                    <a:pt x="4" y="112"/>
                    <a:pt x="3" y="111"/>
                  </a:cubicBezTo>
                  <a:cubicBezTo>
                    <a:pt x="2" y="111"/>
                    <a:pt x="1" y="108"/>
                    <a:pt x="1" y="107"/>
                  </a:cubicBezTo>
                  <a:cubicBezTo>
                    <a:pt x="0" y="104"/>
                    <a:pt x="0" y="98"/>
                    <a:pt x="0" y="95"/>
                  </a:cubicBezTo>
                  <a:cubicBezTo>
                    <a:pt x="0" y="93"/>
                    <a:pt x="0" y="89"/>
                    <a:pt x="2" y="87"/>
                  </a:cubicBezTo>
                  <a:cubicBezTo>
                    <a:pt x="2" y="86"/>
                    <a:pt x="6" y="85"/>
                    <a:pt x="7" y="84"/>
                  </a:cubicBezTo>
                  <a:cubicBezTo>
                    <a:pt x="7" y="83"/>
                    <a:pt x="7" y="80"/>
                    <a:pt x="7" y="79"/>
                  </a:cubicBezTo>
                  <a:cubicBezTo>
                    <a:pt x="7" y="78"/>
                    <a:pt x="4" y="75"/>
                    <a:pt x="4" y="73"/>
                  </a:cubicBezTo>
                  <a:cubicBezTo>
                    <a:pt x="5" y="70"/>
                    <a:pt x="8" y="66"/>
                    <a:pt x="9" y="63"/>
                  </a:cubicBezTo>
                  <a:cubicBezTo>
                    <a:pt x="9" y="62"/>
                    <a:pt x="10" y="58"/>
                    <a:pt x="11" y="57"/>
                  </a:cubicBezTo>
                  <a:cubicBezTo>
                    <a:pt x="13" y="56"/>
                    <a:pt x="18" y="58"/>
                    <a:pt x="20" y="57"/>
                  </a:cubicBezTo>
                  <a:cubicBezTo>
                    <a:pt x="21" y="57"/>
                    <a:pt x="23" y="55"/>
                    <a:pt x="24" y="55"/>
                  </a:cubicBezTo>
                  <a:cubicBezTo>
                    <a:pt x="26" y="55"/>
                    <a:pt x="30" y="56"/>
                    <a:pt x="31" y="55"/>
                  </a:cubicBezTo>
                  <a:cubicBezTo>
                    <a:pt x="32" y="54"/>
                    <a:pt x="31" y="51"/>
                    <a:pt x="32" y="50"/>
                  </a:cubicBezTo>
                  <a:cubicBezTo>
                    <a:pt x="33" y="49"/>
                    <a:pt x="36" y="51"/>
                    <a:pt x="37" y="50"/>
                  </a:cubicBezTo>
                  <a:cubicBezTo>
                    <a:pt x="39" y="49"/>
                    <a:pt x="40" y="46"/>
                    <a:pt x="41" y="45"/>
                  </a:cubicBezTo>
                  <a:cubicBezTo>
                    <a:pt x="43" y="44"/>
                    <a:pt x="46" y="44"/>
                    <a:pt x="47" y="44"/>
                  </a:cubicBezTo>
                  <a:cubicBezTo>
                    <a:pt x="49" y="44"/>
                    <a:pt x="51" y="45"/>
                    <a:pt x="52" y="45"/>
                  </a:cubicBezTo>
                  <a:cubicBezTo>
                    <a:pt x="54" y="45"/>
                    <a:pt x="58" y="43"/>
                    <a:pt x="59" y="43"/>
                  </a:cubicBezTo>
                  <a:cubicBezTo>
                    <a:pt x="62" y="42"/>
                    <a:pt x="66" y="44"/>
                    <a:pt x="68" y="43"/>
                  </a:cubicBezTo>
                  <a:cubicBezTo>
                    <a:pt x="69" y="41"/>
                    <a:pt x="68" y="36"/>
                    <a:pt x="70" y="35"/>
                  </a:cubicBezTo>
                  <a:cubicBezTo>
                    <a:pt x="71" y="34"/>
                    <a:pt x="75" y="34"/>
                    <a:pt x="76" y="35"/>
                  </a:cubicBezTo>
                  <a:cubicBezTo>
                    <a:pt x="78" y="35"/>
                    <a:pt x="80" y="37"/>
                    <a:pt x="80" y="39"/>
                  </a:cubicBezTo>
                  <a:cubicBezTo>
                    <a:pt x="81" y="40"/>
                    <a:pt x="80" y="42"/>
                    <a:pt x="80" y="43"/>
                  </a:cubicBezTo>
                  <a:cubicBezTo>
                    <a:pt x="81" y="44"/>
                    <a:pt x="84" y="44"/>
                    <a:pt x="85" y="44"/>
                  </a:cubicBezTo>
                  <a:cubicBezTo>
                    <a:pt x="86" y="44"/>
                    <a:pt x="86" y="42"/>
                    <a:pt x="87" y="41"/>
                  </a:cubicBezTo>
                  <a:cubicBezTo>
                    <a:pt x="88" y="41"/>
                    <a:pt x="91" y="41"/>
                    <a:pt x="93" y="41"/>
                  </a:cubicBezTo>
                  <a:cubicBezTo>
                    <a:pt x="95" y="41"/>
                    <a:pt x="99" y="42"/>
                    <a:pt x="100" y="40"/>
                  </a:cubicBezTo>
                  <a:cubicBezTo>
                    <a:pt x="101" y="39"/>
                    <a:pt x="99" y="35"/>
                    <a:pt x="100" y="34"/>
                  </a:cubicBezTo>
                  <a:cubicBezTo>
                    <a:pt x="101" y="33"/>
                    <a:pt x="103" y="34"/>
                    <a:pt x="104" y="34"/>
                  </a:cubicBezTo>
                  <a:cubicBezTo>
                    <a:pt x="107" y="34"/>
                    <a:pt x="112" y="34"/>
                    <a:pt x="115" y="34"/>
                  </a:cubicBezTo>
                  <a:cubicBezTo>
                    <a:pt x="117" y="34"/>
                    <a:pt x="120" y="36"/>
                    <a:pt x="122" y="35"/>
                  </a:cubicBezTo>
                  <a:cubicBezTo>
                    <a:pt x="123" y="34"/>
                    <a:pt x="124" y="30"/>
                    <a:pt x="125" y="29"/>
                  </a:cubicBezTo>
                  <a:cubicBezTo>
                    <a:pt x="127" y="28"/>
                    <a:pt x="133" y="25"/>
                    <a:pt x="135" y="27"/>
                  </a:cubicBezTo>
                  <a:cubicBezTo>
                    <a:pt x="136" y="28"/>
                    <a:pt x="136" y="33"/>
                    <a:pt x="136" y="35"/>
                  </a:cubicBezTo>
                  <a:cubicBezTo>
                    <a:pt x="136" y="36"/>
                    <a:pt x="134" y="39"/>
                    <a:pt x="135" y="40"/>
                  </a:cubicBezTo>
                  <a:cubicBezTo>
                    <a:pt x="136" y="42"/>
                    <a:pt x="141" y="40"/>
                    <a:pt x="143" y="41"/>
                  </a:cubicBezTo>
                  <a:cubicBezTo>
                    <a:pt x="145" y="41"/>
                    <a:pt x="150" y="42"/>
                    <a:pt x="151" y="44"/>
                  </a:cubicBezTo>
                  <a:cubicBezTo>
                    <a:pt x="151" y="45"/>
                    <a:pt x="149" y="46"/>
                    <a:pt x="148" y="48"/>
                  </a:cubicBezTo>
                  <a:cubicBezTo>
                    <a:pt x="148" y="49"/>
                    <a:pt x="148" y="51"/>
                    <a:pt x="148" y="52"/>
                  </a:cubicBezTo>
                  <a:cubicBezTo>
                    <a:pt x="149" y="53"/>
                    <a:pt x="150" y="54"/>
                    <a:pt x="151" y="55"/>
                  </a:cubicBezTo>
                  <a:cubicBezTo>
                    <a:pt x="152" y="55"/>
                    <a:pt x="156" y="53"/>
                    <a:pt x="157" y="52"/>
                  </a:cubicBezTo>
                  <a:cubicBezTo>
                    <a:pt x="158" y="50"/>
                    <a:pt x="157" y="47"/>
                    <a:pt x="157" y="45"/>
                  </a:cubicBezTo>
                  <a:cubicBezTo>
                    <a:pt x="156" y="44"/>
                    <a:pt x="153" y="41"/>
                    <a:pt x="153" y="39"/>
                  </a:cubicBezTo>
                  <a:cubicBezTo>
                    <a:pt x="153" y="37"/>
                    <a:pt x="157" y="32"/>
                    <a:pt x="159" y="30"/>
                  </a:cubicBezTo>
                  <a:cubicBezTo>
                    <a:pt x="161" y="30"/>
                    <a:pt x="165" y="30"/>
                    <a:pt x="166" y="30"/>
                  </a:cubicBezTo>
                  <a:cubicBezTo>
                    <a:pt x="168" y="31"/>
                    <a:pt x="173" y="31"/>
                    <a:pt x="173" y="32"/>
                  </a:cubicBezTo>
                  <a:cubicBezTo>
                    <a:pt x="173" y="33"/>
                    <a:pt x="174" y="35"/>
                    <a:pt x="175" y="36"/>
                  </a:cubicBezTo>
                  <a:cubicBezTo>
                    <a:pt x="177" y="37"/>
                    <a:pt x="183" y="34"/>
                    <a:pt x="185" y="35"/>
                  </a:cubicBezTo>
                  <a:cubicBezTo>
                    <a:pt x="186" y="36"/>
                    <a:pt x="186" y="40"/>
                    <a:pt x="187" y="41"/>
                  </a:cubicBezTo>
                  <a:cubicBezTo>
                    <a:pt x="189" y="41"/>
                    <a:pt x="192" y="42"/>
                    <a:pt x="193" y="41"/>
                  </a:cubicBezTo>
                  <a:cubicBezTo>
                    <a:pt x="194" y="40"/>
                    <a:pt x="193" y="39"/>
                    <a:pt x="193" y="39"/>
                  </a:cubicBezTo>
                  <a:cubicBezTo>
                    <a:pt x="194" y="37"/>
                    <a:pt x="196" y="33"/>
                    <a:pt x="198" y="31"/>
                  </a:cubicBezTo>
                  <a:cubicBezTo>
                    <a:pt x="199" y="30"/>
                    <a:pt x="203" y="30"/>
                    <a:pt x="203" y="29"/>
                  </a:cubicBezTo>
                  <a:cubicBezTo>
                    <a:pt x="203" y="29"/>
                    <a:pt x="204" y="26"/>
                    <a:pt x="203" y="25"/>
                  </a:cubicBezTo>
                  <a:cubicBezTo>
                    <a:pt x="202" y="24"/>
                    <a:pt x="199" y="24"/>
                    <a:pt x="198" y="22"/>
                  </a:cubicBezTo>
                  <a:cubicBezTo>
                    <a:pt x="198" y="21"/>
                    <a:pt x="197" y="18"/>
                    <a:pt x="198" y="17"/>
                  </a:cubicBezTo>
                  <a:cubicBezTo>
                    <a:pt x="199" y="15"/>
                    <a:pt x="204" y="13"/>
                    <a:pt x="206" y="11"/>
                  </a:cubicBezTo>
                  <a:cubicBezTo>
                    <a:pt x="206" y="10"/>
                    <a:pt x="205" y="6"/>
                    <a:pt x="207" y="5"/>
                  </a:cubicBezTo>
                  <a:cubicBezTo>
                    <a:pt x="208" y="3"/>
                    <a:pt x="212" y="4"/>
                    <a:pt x="214" y="4"/>
                  </a:cubicBezTo>
                  <a:cubicBezTo>
                    <a:pt x="216" y="5"/>
                    <a:pt x="220" y="6"/>
                    <a:pt x="221" y="7"/>
                  </a:cubicBezTo>
                  <a:cubicBezTo>
                    <a:pt x="222" y="9"/>
                    <a:pt x="221" y="13"/>
                    <a:pt x="222" y="14"/>
                  </a:cubicBezTo>
                  <a:cubicBezTo>
                    <a:pt x="223" y="15"/>
                    <a:pt x="228" y="16"/>
                    <a:pt x="230" y="15"/>
                  </a:cubicBezTo>
                  <a:cubicBezTo>
                    <a:pt x="231" y="14"/>
                    <a:pt x="231" y="10"/>
                    <a:pt x="232" y="9"/>
                  </a:cubicBezTo>
                  <a:cubicBezTo>
                    <a:pt x="233" y="8"/>
                    <a:pt x="237" y="10"/>
                    <a:pt x="238" y="9"/>
                  </a:cubicBezTo>
                  <a:cubicBezTo>
                    <a:pt x="240" y="9"/>
                    <a:pt x="242" y="7"/>
                    <a:pt x="244" y="6"/>
                  </a:cubicBezTo>
                  <a:cubicBezTo>
                    <a:pt x="246" y="6"/>
                    <a:pt x="252" y="5"/>
                    <a:pt x="254" y="6"/>
                  </a:cubicBezTo>
                  <a:cubicBezTo>
                    <a:pt x="255" y="7"/>
                    <a:pt x="257" y="8"/>
                    <a:pt x="257" y="9"/>
                  </a:cubicBezTo>
                  <a:cubicBezTo>
                    <a:pt x="257" y="10"/>
                    <a:pt x="255" y="13"/>
                    <a:pt x="254" y="14"/>
                  </a:cubicBezTo>
                  <a:cubicBezTo>
                    <a:pt x="254" y="15"/>
                    <a:pt x="254" y="18"/>
                    <a:pt x="254" y="19"/>
                  </a:cubicBezTo>
                  <a:cubicBezTo>
                    <a:pt x="255" y="20"/>
                    <a:pt x="257" y="20"/>
                    <a:pt x="257" y="20"/>
                  </a:cubicBezTo>
                  <a:cubicBezTo>
                    <a:pt x="258" y="20"/>
                    <a:pt x="260" y="18"/>
                    <a:pt x="260" y="17"/>
                  </a:cubicBezTo>
                  <a:cubicBezTo>
                    <a:pt x="260" y="16"/>
                    <a:pt x="260" y="14"/>
                    <a:pt x="260" y="13"/>
                  </a:cubicBezTo>
                  <a:cubicBezTo>
                    <a:pt x="261" y="12"/>
                    <a:pt x="264" y="11"/>
                    <a:pt x="265" y="10"/>
                  </a:cubicBezTo>
                  <a:cubicBezTo>
                    <a:pt x="265" y="9"/>
                    <a:pt x="266" y="7"/>
                    <a:pt x="267" y="6"/>
                  </a:cubicBezTo>
                  <a:cubicBezTo>
                    <a:pt x="267" y="4"/>
                    <a:pt x="269" y="1"/>
                    <a:pt x="271" y="0"/>
                  </a:cubicBezTo>
                  <a:cubicBezTo>
                    <a:pt x="272" y="0"/>
                    <a:pt x="276" y="0"/>
                    <a:pt x="277" y="1"/>
                  </a:cubicBezTo>
                  <a:cubicBezTo>
                    <a:pt x="278" y="2"/>
                    <a:pt x="277" y="5"/>
                    <a:pt x="277" y="6"/>
                  </a:cubicBezTo>
                  <a:cubicBezTo>
                    <a:pt x="277" y="7"/>
                    <a:pt x="276" y="9"/>
                    <a:pt x="275" y="11"/>
                  </a:cubicBezTo>
                  <a:cubicBezTo>
                    <a:pt x="275" y="12"/>
                    <a:pt x="274" y="14"/>
                    <a:pt x="274" y="16"/>
                  </a:cubicBezTo>
                  <a:cubicBezTo>
                    <a:pt x="274" y="17"/>
                    <a:pt x="274" y="19"/>
                    <a:pt x="275" y="20"/>
                  </a:cubicBezTo>
                  <a:cubicBezTo>
                    <a:pt x="276" y="20"/>
                    <a:pt x="277" y="20"/>
                    <a:pt x="278" y="20"/>
                  </a:cubicBezTo>
                  <a:cubicBezTo>
                    <a:pt x="280" y="19"/>
                    <a:pt x="282" y="14"/>
                    <a:pt x="284" y="14"/>
                  </a:cubicBezTo>
                  <a:cubicBezTo>
                    <a:pt x="285" y="13"/>
                    <a:pt x="289" y="14"/>
                    <a:pt x="290" y="15"/>
                  </a:cubicBezTo>
                  <a:cubicBezTo>
                    <a:pt x="291" y="16"/>
                    <a:pt x="291" y="19"/>
                    <a:pt x="290" y="20"/>
                  </a:cubicBezTo>
                  <a:cubicBezTo>
                    <a:pt x="290" y="21"/>
                    <a:pt x="286" y="21"/>
                    <a:pt x="285" y="22"/>
                  </a:cubicBezTo>
                  <a:cubicBezTo>
                    <a:pt x="285" y="23"/>
                    <a:pt x="286" y="25"/>
                    <a:pt x="286" y="26"/>
                  </a:cubicBezTo>
                  <a:cubicBezTo>
                    <a:pt x="286" y="26"/>
                    <a:pt x="287" y="27"/>
                    <a:pt x="288" y="27"/>
                  </a:cubicBezTo>
                  <a:cubicBezTo>
                    <a:pt x="289" y="28"/>
                    <a:pt x="293" y="28"/>
                    <a:pt x="295" y="28"/>
                  </a:cubicBezTo>
                  <a:cubicBezTo>
                    <a:pt x="295" y="28"/>
                    <a:pt x="298" y="28"/>
                    <a:pt x="298" y="29"/>
                  </a:cubicBezTo>
                  <a:cubicBezTo>
                    <a:pt x="299" y="30"/>
                    <a:pt x="299" y="33"/>
                    <a:pt x="299" y="34"/>
                  </a:cubicBezTo>
                  <a:cubicBezTo>
                    <a:pt x="299" y="35"/>
                    <a:pt x="299" y="38"/>
                    <a:pt x="299" y="39"/>
                  </a:cubicBezTo>
                  <a:cubicBezTo>
                    <a:pt x="299" y="41"/>
                    <a:pt x="300" y="45"/>
                    <a:pt x="301" y="46"/>
                  </a:cubicBezTo>
                  <a:cubicBezTo>
                    <a:pt x="303" y="48"/>
                    <a:pt x="310" y="48"/>
                    <a:pt x="312" y="50"/>
                  </a:cubicBezTo>
                  <a:cubicBezTo>
                    <a:pt x="312" y="51"/>
                    <a:pt x="312" y="53"/>
                    <a:pt x="312" y="55"/>
                  </a:cubicBezTo>
                  <a:cubicBezTo>
                    <a:pt x="312" y="57"/>
                    <a:pt x="312" y="61"/>
                    <a:pt x="312" y="63"/>
                  </a:cubicBezTo>
                  <a:cubicBezTo>
                    <a:pt x="312" y="65"/>
                    <a:pt x="311" y="69"/>
                    <a:pt x="313" y="71"/>
                  </a:cubicBezTo>
                  <a:cubicBezTo>
                    <a:pt x="314" y="73"/>
                    <a:pt x="321" y="73"/>
                    <a:pt x="323" y="75"/>
                  </a:cubicBezTo>
                  <a:cubicBezTo>
                    <a:pt x="325" y="76"/>
                    <a:pt x="328" y="78"/>
                    <a:pt x="329" y="79"/>
                  </a:cubicBezTo>
                  <a:cubicBezTo>
                    <a:pt x="330" y="81"/>
                    <a:pt x="330" y="85"/>
                    <a:pt x="330" y="87"/>
                  </a:cubicBezTo>
                  <a:cubicBezTo>
                    <a:pt x="330" y="88"/>
                    <a:pt x="328" y="92"/>
                    <a:pt x="329" y="93"/>
                  </a:cubicBezTo>
                  <a:cubicBezTo>
                    <a:pt x="331" y="94"/>
                    <a:pt x="335" y="93"/>
                    <a:pt x="337" y="93"/>
                  </a:cubicBezTo>
                  <a:cubicBezTo>
                    <a:pt x="339" y="92"/>
                    <a:pt x="341" y="87"/>
                    <a:pt x="343" y="86"/>
                  </a:cubicBezTo>
                  <a:cubicBezTo>
                    <a:pt x="345" y="85"/>
                    <a:pt x="350" y="84"/>
                    <a:pt x="352" y="83"/>
                  </a:cubicBezTo>
                  <a:cubicBezTo>
                    <a:pt x="353" y="81"/>
                    <a:pt x="353" y="77"/>
                    <a:pt x="355" y="75"/>
                  </a:cubicBezTo>
                  <a:cubicBezTo>
                    <a:pt x="356" y="74"/>
                    <a:pt x="358" y="73"/>
                    <a:pt x="360" y="73"/>
                  </a:cubicBezTo>
                  <a:cubicBezTo>
                    <a:pt x="362" y="72"/>
                    <a:pt x="366" y="73"/>
                    <a:pt x="368" y="72"/>
                  </a:cubicBezTo>
                  <a:cubicBezTo>
                    <a:pt x="370" y="70"/>
                    <a:pt x="368" y="63"/>
                    <a:pt x="370" y="62"/>
                  </a:cubicBezTo>
                  <a:cubicBezTo>
                    <a:pt x="372" y="60"/>
                    <a:pt x="376" y="62"/>
                    <a:pt x="378" y="62"/>
                  </a:cubicBezTo>
                  <a:cubicBezTo>
                    <a:pt x="380" y="62"/>
                    <a:pt x="383" y="65"/>
                    <a:pt x="384" y="64"/>
                  </a:cubicBezTo>
                  <a:cubicBezTo>
                    <a:pt x="386" y="64"/>
                    <a:pt x="387" y="62"/>
                    <a:pt x="388" y="61"/>
                  </a:cubicBezTo>
                  <a:cubicBezTo>
                    <a:pt x="389" y="60"/>
                    <a:pt x="388" y="56"/>
                    <a:pt x="389" y="55"/>
                  </a:cubicBezTo>
                  <a:cubicBezTo>
                    <a:pt x="390" y="54"/>
                    <a:pt x="393" y="53"/>
                    <a:pt x="394" y="53"/>
                  </a:cubicBezTo>
                  <a:cubicBezTo>
                    <a:pt x="395" y="53"/>
                    <a:pt x="398" y="55"/>
                    <a:pt x="399" y="56"/>
                  </a:cubicBezTo>
                  <a:cubicBezTo>
                    <a:pt x="399" y="57"/>
                    <a:pt x="399" y="61"/>
                    <a:pt x="398" y="62"/>
                  </a:cubicBezTo>
                  <a:cubicBezTo>
                    <a:pt x="398" y="63"/>
                    <a:pt x="394" y="64"/>
                    <a:pt x="393" y="65"/>
                  </a:cubicBezTo>
                  <a:cubicBezTo>
                    <a:pt x="393" y="66"/>
                    <a:pt x="394" y="68"/>
                    <a:pt x="395" y="69"/>
                  </a:cubicBezTo>
                  <a:cubicBezTo>
                    <a:pt x="396" y="70"/>
                    <a:pt x="400" y="70"/>
                    <a:pt x="402" y="70"/>
                  </a:cubicBezTo>
                  <a:cubicBezTo>
                    <a:pt x="403" y="70"/>
                    <a:pt x="404" y="67"/>
                    <a:pt x="406" y="67"/>
                  </a:cubicBezTo>
                  <a:cubicBezTo>
                    <a:pt x="407" y="67"/>
                    <a:pt x="407" y="70"/>
                    <a:pt x="407" y="71"/>
                  </a:cubicBezTo>
                  <a:cubicBezTo>
                    <a:pt x="408" y="72"/>
                    <a:pt x="408" y="75"/>
                    <a:pt x="409" y="76"/>
                  </a:cubicBezTo>
                  <a:cubicBezTo>
                    <a:pt x="410" y="76"/>
                    <a:pt x="413" y="76"/>
                    <a:pt x="415" y="76"/>
                  </a:cubicBezTo>
                  <a:cubicBezTo>
                    <a:pt x="416" y="75"/>
                    <a:pt x="419" y="74"/>
                    <a:pt x="420" y="73"/>
                  </a:cubicBezTo>
                  <a:cubicBezTo>
                    <a:pt x="421" y="71"/>
                    <a:pt x="420" y="68"/>
                    <a:pt x="421" y="67"/>
                  </a:cubicBezTo>
                  <a:cubicBezTo>
                    <a:pt x="421" y="66"/>
                    <a:pt x="423" y="65"/>
                    <a:pt x="424" y="64"/>
                  </a:cubicBezTo>
                  <a:cubicBezTo>
                    <a:pt x="426" y="64"/>
                    <a:pt x="430" y="64"/>
                    <a:pt x="432" y="64"/>
                  </a:cubicBezTo>
                  <a:cubicBezTo>
                    <a:pt x="434" y="65"/>
                    <a:pt x="437" y="67"/>
                    <a:pt x="439" y="67"/>
                  </a:cubicBezTo>
                  <a:cubicBezTo>
                    <a:pt x="441" y="66"/>
                    <a:pt x="444" y="64"/>
                    <a:pt x="445" y="62"/>
                  </a:cubicBezTo>
                  <a:cubicBezTo>
                    <a:pt x="445" y="61"/>
                    <a:pt x="444" y="58"/>
                    <a:pt x="445" y="57"/>
                  </a:cubicBezTo>
                  <a:cubicBezTo>
                    <a:pt x="446" y="55"/>
                    <a:pt x="451" y="54"/>
                    <a:pt x="454" y="53"/>
                  </a:cubicBezTo>
                  <a:cubicBezTo>
                    <a:pt x="456" y="53"/>
                    <a:pt x="459" y="56"/>
                    <a:pt x="461" y="55"/>
                  </a:cubicBezTo>
                  <a:cubicBezTo>
                    <a:pt x="462" y="54"/>
                    <a:pt x="463" y="51"/>
                    <a:pt x="464" y="50"/>
                  </a:cubicBezTo>
                  <a:cubicBezTo>
                    <a:pt x="466" y="50"/>
                    <a:pt x="470" y="52"/>
                    <a:pt x="471" y="54"/>
                  </a:cubicBezTo>
                  <a:cubicBezTo>
                    <a:pt x="472" y="55"/>
                    <a:pt x="471" y="57"/>
                    <a:pt x="470" y="58"/>
                  </a:cubicBezTo>
                  <a:cubicBezTo>
                    <a:pt x="469" y="59"/>
                    <a:pt x="467" y="61"/>
                    <a:pt x="467" y="62"/>
                  </a:cubicBezTo>
                  <a:cubicBezTo>
                    <a:pt x="466" y="64"/>
                    <a:pt x="465" y="67"/>
                    <a:pt x="466" y="69"/>
                  </a:cubicBezTo>
                  <a:cubicBezTo>
                    <a:pt x="466" y="70"/>
                    <a:pt x="468" y="72"/>
                    <a:pt x="469" y="72"/>
                  </a:cubicBezTo>
                  <a:cubicBezTo>
                    <a:pt x="471" y="73"/>
                    <a:pt x="477" y="75"/>
                    <a:pt x="479" y="75"/>
                  </a:cubicBezTo>
                  <a:cubicBezTo>
                    <a:pt x="481" y="76"/>
                    <a:pt x="484" y="75"/>
                    <a:pt x="486" y="75"/>
                  </a:cubicBezTo>
                  <a:cubicBezTo>
                    <a:pt x="489" y="75"/>
                    <a:pt x="494" y="74"/>
                    <a:pt x="496" y="73"/>
                  </a:cubicBezTo>
                  <a:cubicBezTo>
                    <a:pt x="498" y="73"/>
                    <a:pt x="502" y="74"/>
                    <a:pt x="504" y="74"/>
                  </a:cubicBezTo>
                  <a:cubicBezTo>
                    <a:pt x="505" y="73"/>
                    <a:pt x="507" y="73"/>
                    <a:pt x="508" y="72"/>
                  </a:cubicBezTo>
                  <a:cubicBezTo>
                    <a:pt x="509" y="75"/>
                    <a:pt x="512" y="80"/>
                    <a:pt x="512" y="83"/>
                  </a:cubicBezTo>
                  <a:cubicBezTo>
                    <a:pt x="512" y="86"/>
                    <a:pt x="511" y="91"/>
                    <a:pt x="512" y="94"/>
                  </a:cubicBezTo>
                  <a:cubicBezTo>
                    <a:pt x="513" y="97"/>
                    <a:pt x="517" y="101"/>
                    <a:pt x="519" y="104"/>
                  </a:cubicBezTo>
                  <a:cubicBezTo>
                    <a:pt x="520" y="106"/>
                    <a:pt x="521" y="110"/>
                    <a:pt x="523" y="111"/>
                  </a:cubicBezTo>
                  <a:cubicBezTo>
                    <a:pt x="524" y="113"/>
                    <a:pt x="529" y="114"/>
                    <a:pt x="532" y="115"/>
                  </a:cubicBezTo>
                  <a:cubicBezTo>
                    <a:pt x="534" y="115"/>
                    <a:pt x="538" y="116"/>
                    <a:pt x="540" y="116"/>
                  </a:cubicBezTo>
                  <a:cubicBezTo>
                    <a:pt x="541" y="116"/>
                    <a:pt x="542" y="115"/>
                    <a:pt x="542" y="114"/>
                  </a:cubicBezTo>
                  <a:cubicBezTo>
                    <a:pt x="543" y="114"/>
                    <a:pt x="543" y="112"/>
                    <a:pt x="544" y="111"/>
                  </a:cubicBezTo>
                  <a:cubicBezTo>
                    <a:pt x="545" y="109"/>
                    <a:pt x="549" y="107"/>
                    <a:pt x="551" y="106"/>
                  </a:cubicBezTo>
                  <a:cubicBezTo>
                    <a:pt x="552" y="106"/>
                    <a:pt x="554" y="106"/>
                    <a:pt x="555" y="106"/>
                  </a:cubicBezTo>
                  <a:cubicBezTo>
                    <a:pt x="557" y="105"/>
                    <a:pt x="558" y="101"/>
                    <a:pt x="559" y="100"/>
                  </a:cubicBezTo>
                  <a:cubicBezTo>
                    <a:pt x="560" y="100"/>
                    <a:pt x="561" y="98"/>
                    <a:pt x="562" y="98"/>
                  </a:cubicBezTo>
                  <a:cubicBezTo>
                    <a:pt x="563" y="99"/>
                    <a:pt x="565" y="102"/>
                    <a:pt x="566" y="102"/>
                  </a:cubicBezTo>
                  <a:cubicBezTo>
                    <a:pt x="569" y="103"/>
                    <a:pt x="574" y="101"/>
                    <a:pt x="576" y="102"/>
                  </a:cubicBezTo>
                  <a:cubicBezTo>
                    <a:pt x="579" y="103"/>
                    <a:pt x="584" y="108"/>
                    <a:pt x="587" y="109"/>
                  </a:cubicBezTo>
                  <a:cubicBezTo>
                    <a:pt x="587" y="109"/>
                    <a:pt x="588" y="110"/>
                    <a:pt x="589" y="110"/>
                  </a:cubicBezTo>
                  <a:cubicBezTo>
                    <a:pt x="588" y="113"/>
                    <a:pt x="585" y="116"/>
                    <a:pt x="585" y="119"/>
                  </a:cubicBezTo>
                  <a:cubicBezTo>
                    <a:pt x="584" y="122"/>
                    <a:pt x="584" y="130"/>
                    <a:pt x="585" y="134"/>
                  </a:cubicBezTo>
                  <a:cubicBezTo>
                    <a:pt x="585" y="136"/>
                    <a:pt x="588" y="140"/>
                    <a:pt x="588" y="14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3"/>
            <p:cNvSpPr>
              <a:spLocks/>
            </p:cNvSpPr>
            <p:nvPr/>
          </p:nvSpPr>
          <p:spPr bwMode="auto">
            <a:xfrm>
              <a:off x="2160588" y="915988"/>
              <a:ext cx="684213" cy="455613"/>
            </a:xfrm>
            <a:custGeom>
              <a:avLst/>
              <a:gdLst/>
              <a:ahLst/>
              <a:cxnLst>
                <a:cxn ang="0">
                  <a:pos x="403" y="207"/>
                </a:cxn>
                <a:cxn ang="0">
                  <a:pos x="394" y="221"/>
                </a:cxn>
                <a:cxn ang="0">
                  <a:pos x="401" y="237"/>
                </a:cxn>
                <a:cxn ang="0">
                  <a:pos x="396" y="249"/>
                </a:cxn>
                <a:cxn ang="0">
                  <a:pos x="398" y="266"/>
                </a:cxn>
                <a:cxn ang="0">
                  <a:pos x="390" y="271"/>
                </a:cxn>
                <a:cxn ang="0">
                  <a:pos x="370" y="254"/>
                </a:cxn>
                <a:cxn ang="0">
                  <a:pos x="355" y="258"/>
                </a:cxn>
                <a:cxn ang="0">
                  <a:pos x="329" y="251"/>
                </a:cxn>
                <a:cxn ang="0">
                  <a:pos x="305" y="254"/>
                </a:cxn>
                <a:cxn ang="0">
                  <a:pos x="290" y="264"/>
                </a:cxn>
                <a:cxn ang="0">
                  <a:pos x="276" y="264"/>
                </a:cxn>
                <a:cxn ang="0">
                  <a:pos x="255" y="259"/>
                </a:cxn>
                <a:cxn ang="0">
                  <a:pos x="231" y="251"/>
                </a:cxn>
                <a:cxn ang="0">
                  <a:pos x="216" y="257"/>
                </a:cxn>
                <a:cxn ang="0">
                  <a:pos x="199" y="263"/>
                </a:cxn>
                <a:cxn ang="0">
                  <a:pos x="192" y="250"/>
                </a:cxn>
                <a:cxn ang="0">
                  <a:pos x="183" y="251"/>
                </a:cxn>
                <a:cxn ang="0">
                  <a:pos x="177" y="236"/>
                </a:cxn>
                <a:cxn ang="0">
                  <a:pos x="168" y="248"/>
                </a:cxn>
                <a:cxn ang="0">
                  <a:pos x="154" y="235"/>
                </a:cxn>
                <a:cxn ang="0">
                  <a:pos x="134" y="245"/>
                </a:cxn>
                <a:cxn ang="0">
                  <a:pos x="125" y="230"/>
                </a:cxn>
                <a:cxn ang="0">
                  <a:pos x="138" y="222"/>
                </a:cxn>
                <a:cxn ang="0">
                  <a:pos x="121" y="212"/>
                </a:cxn>
                <a:cxn ang="0">
                  <a:pos x="98" y="215"/>
                </a:cxn>
                <a:cxn ang="0">
                  <a:pos x="76" y="211"/>
                </a:cxn>
                <a:cxn ang="0">
                  <a:pos x="66" y="194"/>
                </a:cxn>
                <a:cxn ang="0">
                  <a:pos x="54" y="195"/>
                </a:cxn>
                <a:cxn ang="0">
                  <a:pos x="42" y="178"/>
                </a:cxn>
                <a:cxn ang="0">
                  <a:pos x="22" y="185"/>
                </a:cxn>
                <a:cxn ang="0">
                  <a:pos x="5" y="175"/>
                </a:cxn>
                <a:cxn ang="0">
                  <a:pos x="2" y="158"/>
                </a:cxn>
                <a:cxn ang="0">
                  <a:pos x="7" y="129"/>
                </a:cxn>
                <a:cxn ang="0">
                  <a:pos x="3" y="99"/>
                </a:cxn>
                <a:cxn ang="0">
                  <a:pos x="7" y="73"/>
                </a:cxn>
                <a:cxn ang="0">
                  <a:pos x="15" y="53"/>
                </a:cxn>
                <a:cxn ang="0">
                  <a:pos x="45" y="27"/>
                </a:cxn>
                <a:cxn ang="0">
                  <a:pos x="94" y="16"/>
                </a:cxn>
                <a:cxn ang="0">
                  <a:pos x="138" y="8"/>
                </a:cxn>
                <a:cxn ang="0">
                  <a:pos x="150" y="15"/>
                </a:cxn>
                <a:cxn ang="0">
                  <a:pos x="160" y="40"/>
                </a:cxn>
                <a:cxn ang="0">
                  <a:pos x="160" y="61"/>
                </a:cxn>
                <a:cxn ang="0">
                  <a:pos x="176" y="75"/>
                </a:cxn>
                <a:cxn ang="0">
                  <a:pos x="187" y="87"/>
                </a:cxn>
                <a:cxn ang="0">
                  <a:pos x="205" y="92"/>
                </a:cxn>
                <a:cxn ang="0">
                  <a:pos x="229" y="75"/>
                </a:cxn>
                <a:cxn ang="0">
                  <a:pos x="248" y="91"/>
                </a:cxn>
                <a:cxn ang="0">
                  <a:pos x="257" y="105"/>
                </a:cxn>
                <a:cxn ang="0">
                  <a:pos x="264" y="137"/>
                </a:cxn>
                <a:cxn ang="0">
                  <a:pos x="288" y="141"/>
                </a:cxn>
                <a:cxn ang="0">
                  <a:pos x="311" y="145"/>
                </a:cxn>
                <a:cxn ang="0">
                  <a:pos x="321" y="164"/>
                </a:cxn>
                <a:cxn ang="0">
                  <a:pos x="320" y="187"/>
                </a:cxn>
                <a:cxn ang="0">
                  <a:pos x="333" y="175"/>
                </a:cxn>
                <a:cxn ang="0">
                  <a:pos x="351" y="180"/>
                </a:cxn>
                <a:cxn ang="0">
                  <a:pos x="364" y="179"/>
                </a:cxn>
                <a:cxn ang="0">
                  <a:pos x="385" y="183"/>
                </a:cxn>
                <a:cxn ang="0">
                  <a:pos x="396" y="194"/>
                </a:cxn>
              </a:cxnLst>
              <a:rect l="0" t="0" r="r" b="b"/>
              <a:pathLst>
                <a:path w="408" h="272">
                  <a:moveTo>
                    <a:pt x="407" y="196"/>
                  </a:moveTo>
                  <a:cubicBezTo>
                    <a:pt x="408" y="198"/>
                    <a:pt x="408" y="201"/>
                    <a:pt x="408" y="203"/>
                  </a:cubicBezTo>
                  <a:cubicBezTo>
                    <a:pt x="407" y="204"/>
                    <a:pt x="405" y="206"/>
                    <a:pt x="403" y="207"/>
                  </a:cubicBezTo>
                  <a:cubicBezTo>
                    <a:pt x="402" y="208"/>
                    <a:pt x="399" y="208"/>
                    <a:pt x="398" y="209"/>
                  </a:cubicBezTo>
                  <a:cubicBezTo>
                    <a:pt x="397" y="210"/>
                    <a:pt x="398" y="215"/>
                    <a:pt x="398" y="216"/>
                  </a:cubicBezTo>
                  <a:cubicBezTo>
                    <a:pt x="397" y="218"/>
                    <a:pt x="395" y="220"/>
                    <a:pt x="394" y="221"/>
                  </a:cubicBezTo>
                  <a:cubicBezTo>
                    <a:pt x="394" y="224"/>
                    <a:pt x="393" y="229"/>
                    <a:pt x="395" y="231"/>
                  </a:cubicBezTo>
                  <a:cubicBezTo>
                    <a:pt x="396" y="232"/>
                    <a:pt x="399" y="232"/>
                    <a:pt x="400" y="232"/>
                  </a:cubicBezTo>
                  <a:cubicBezTo>
                    <a:pt x="401" y="233"/>
                    <a:pt x="400" y="236"/>
                    <a:pt x="401" y="237"/>
                  </a:cubicBezTo>
                  <a:cubicBezTo>
                    <a:pt x="402" y="238"/>
                    <a:pt x="406" y="239"/>
                    <a:pt x="407" y="241"/>
                  </a:cubicBezTo>
                  <a:cubicBezTo>
                    <a:pt x="407" y="242"/>
                    <a:pt x="406" y="244"/>
                    <a:pt x="405" y="245"/>
                  </a:cubicBezTo>
                  <a:cubicBezTo>
                    <a:pt x="404" y="247"/>
                    <a:pt x="397" y="247"/>
                    <a:pt x="396" y="249"/>
                  </a:cubicBezTo>
                  <a:cubicBezTo>
                    <a:pt x="395" y="250"/>
                    <a:pt x="396" y="252"/>
                    <a:pt x="396" y="254"/>
                  </a:cubicBezTo>
                  <a:cubicBezTo>
                    <a:pt x="396" y="256"/>
                    <a:pt x="397" y="259"/>
                    <a:pt x="397" y="261"/>
                  </a:cubicBezTo>
                  <a:cubicBezTo>
                    <a:pt x="397" y="262"/>
                    <a:pt x="398" y="265"/>
                    <a:pt x="398" y="266"/>
                  </a:cubicBezTo>
                  <a:cubicBezTo>
                    <a:pt x="399" y="267"/>
                    <a:pt x="400" y="268"/>
                    <a:pt x="401" y="268"/>
                  </a:cubicBezTo>
                  <a:cubicBezTo>
                    <a:pt x="400" y="269"/>
                    <a:pt x="398" y="271"/>
                    <a:pt x="397" y="271"/>
                  </a:cubicBezTo>
                  <a:cubicBezTo>
                    <a:pt x="396" y="272"/>
                    <a:pt x="392" y="271"/>
                    <a:pt x="390" y="271"/>
                  </a:cubicBezTo>
                  <a:cubicBezTo>
                    <a:pt x="387" y="271"/>
                    <a:pt x="380" y="271"/>
                    <a:pt x="378" y="269"/>
                  </a:cubicBezTo>
                  <a:cubicBezTo>
                    <a:pt x="377" y="267"/>
                    <a:pt x="376" y="262"/>
                    <a:pt x="375" y="260"/>
                  </a:cubicBezTo>
                  <a:cubicBezTo>
                    <a:pt x="374" y="259"/>
                    <a:pt x="372" y="255"/>
                    <a:pt x="370" y="254"/>
                  </a:cubicBezTo>
                  <a:cubicBezTo>
                    <a:pt x="369" y="254"/>
                    <a:pt x="366" y="254"/>
                    <a:pt x="364" y="254"/>
                  </a:cubicBezTo>
                  <a:cubicBezTo>
                    <a:pt x="363" y="255"/>
                    <a:pt x="361" y="258"/>
                    <a:pt x="359" y="258"/>
                  </a:cubicBezTo>
                  <a:cubicBezTo>
                    <a:pt x="358" y="259"/>
                    <a:pt x="356" y="258"/>
                    <a:pt x="355" y="258"/>
                  </a:cubicBezTo>
                  <a:cubicBezTo>
                    <a:pt x="354" y="257"/>
                    <a:pt x="352" y="255"/>
                    <a:pt x="351" y="254"/>
                  </a:cubicBezTo>
                  <a:cubicBezTo>
                    <a:pt x="348" y="253"/>
                    <a:pt x="343" y="251"/>
                    <a:pt x="340" y="251"/>
                  </a:cubicBezTo>
                  <a:cubicBezTo>
                    <a:pt x="338" y="251"/>
                    <a:pt x="332" y="250"/>
                    <a:pt x="329" y="251"/>
                  </a:cubicBezTo>
                  <a:cubicBezTo>
                    <a:pt x="328" y="251"/>
                    <a:pt x="325" y="254"/>
                    <a:pt x="324" y="254"/>
                  </a:cubicBezTo>
                  <a:cubicBezTo>
                    <a:pt x="322" y="255"/>
                    <a:pt x="317" y="257"/>
                    <a:pt x="315" y="257"/>
                  </a:cubicBezTo>
                  <a:cubicBezTo>
                    <a:pt x="312" y="257"/>
                    <a:pt x="308" y="254"/>
                    <a:pt x="305" y="254"/>
                  </a:cubicBezTo>
                  <a:cubicBezTo>
                    <a:pt x="303" y="254"/>
                    <a:pt x="298" y="253"/>
                    <a:pt x="297" y="255"/>
                  </a:cubicBezTo>
                  <a:cubicBezTo>
                    <a:pt x="296" y="256"/>
                    <a:pt x="299" y="262"/>
                    <a:pt x="297" y="264"/>
                  </a:cubicBezTo>
                  <a:cubicBezTo>
                    <a:pt x="296" y="265"/>
                    <a:pt x="292" y="264"/>
                    <a:pt x="290" y="264"/>
                  </a:cubicBezTo>
                  <a:cubicBezTo>
                    <a:pt x="289" y="263"/>
                    <a:pt x="286" y="260"/>
                    <a:pt x="284" y="259"/>
                  </a:cubicBezTo>
                  <a:cubicBezTo>
                    <a:pt x="283" y="258"/>
                    <a:pt x="280" y="257"/>
                    <a:pt x="278" y="257"/>
                  </a:cubicBezTo>
                  <a:cubicBezTo>
                    <a:pt x="277" y="258"/>
                    <a:pt x="277" y="263"/>
                    <a:pt x="276" y="264"/>
                  </a:cubicBezTo>
                  <a:cubicBezTo>
                    <a:pt x="274" y="265"/>
                    <a:pt x="270" y="264"/>
                    <a:pt x="268" y="263"/>
                  </a:cubicBezTo>
                  <a:cubicBezTo>
                    <a:pt x="266" y="263"/>
                    <a:pt x="262" y="259"/>
                    <a:pt x="260" y="259"/>
                  </a:cubicBezTo>
                  <a:cubicBezTo>
                    <a:pt x="259" y="258"/>
                    <a:pt x="256" y="258"/>
                    <a:pt x="255" y="259"/>
                  </a:cubicBezTo>
                  <a:cubicBezTo>
                    <a:pt x="253" y="259"/>
                    <a:pt x="249" y="261"/>
                    <a:pt x="246" y="261"/>
                  </a:cubicBezTo>
                  <a:cubicBezTo>
                    <a:pt x="245" y="261"/>
                    <a:pt x="241" y="260"/>
                    <a:pt x="240" y="259"/>
                  </a:cubicBezTo>
                  <a:cubicBezTo>
                    <a:pt x="237" y="258"/>
                    <a:pt x="233" y="253"/>
                    <a:pt x="231" y="251"/>
                  </a:cubicBezTo>
                  <a:cubicBezTo>
                    <a:pt x="229" y="250"/>
                    <a:pt x="225" y="247"/>
                    <a:pt x="222" y="247"/>
                  </a:cubicBezTo>
                  <a:cubicBezTo>
                    <a:pt x="221" y="247"/>
                    <a:pt x="217" y="247"/>
                    <a:pt x="216" y="249"/>
                  </a:cubicBezTo>
                  <a:cubicBezTo>
                    <a:pt x="215" y="250"/>
                    <a:pt x="217" y="255"/>
                    <a:pt x="216" y="257"/>
                  </a:cubicBezTo>
                  <a:cubicBezTo>
                    <a:pt x="216" y="258"/>
                    <a:pt x="213" y="260"/>
                    <a:pt x="212" y="260"/>
                  </a:cubicBezTo>
                  <a:cubicBezTo>
                    <a:pt x="210" y="261"/>
                    <a:pt x="206" y="260"/>
                    <a:pt x="204" y="260"/>
                  </a:cubicBezTo>
                  <a:cubicBezTo>
                    <a:pt x="203" y="261"/>
                    <a:pt x="201" y="264"/>
                    <a:pt x="199" y="263"/>
                  </a:cubicBezTo>
                  <a:cubicBezTo>
                    <a:pt x="198" y="263"/>
                    <a:pt x="198" y="259"/>
                    <a:pt x="198" y="257"/>
                  </a:cubicBezTo>
                  <a:cubicBezTo>
                    <a:pt x="198" y="255"/>
                    <a:pt x="198" y="251"/>
                    <a:pt x="197" y="250"/>
                  </a:cubicBezTo>
                  <a:cubicBezTo>
                    <a:pt x="196" y="249"/>
                    <a:pt x="193" y="249"/>
                    <a:pt x="192" y="250"/>
                  </a:cubicBezTo>
                  <a:cubicBezTo>
                    <a:pt x="191" y="250"/>
                    <a:pt x="191" y="253"/>
                    <a:pt x="191" y="254"/>
                  </a:cubicBezTo>
                  <a:cubicBezTo>
                    <a:pt x="189" y="255"/>
                    <a:pt x="186" y="256"/>
                    <a:pt x="184" y="256"/>
                  </a:cubicBezTo>
                  <a:cubicBezTo>
                    <a:pt x="183" y="255"/>
                    <a:pt x="183" y="252"/>
                    <a:pt x="183" y="251"/>
                  </a:cubicBezTo>
                  <a:cubicBezTo>
                    <a:pt x="183" y="250"/>
                    <a:pt x="183" y="248"/>
                    <a:pt x="184" y="247"/>
                  </a:cubicBezTo>
                  <a:cubicBezTo>
                    <a:pt x="184" y="245"/>
                    <a:pt x="184" y="241"/>
                    <a:pt x="183" y="240"/>
                  </a:cubicBezTo>
                  <a:cubicBezTo>
                    <a:pt x="182" y="238"/>
                    <a:pt x="179" y="236"/>
                    <a:pt x="177" y="236"/>
                  </a:cubicBezTo>
                  <a:cubicBezTo>
                    <a:pt x="176" y="236"/>
                    <a:pt x="174" y="238"/>
                    <a:pt x="174" y="239"/>
                  </a:cubicBezTo>
                  <a:cubicBezTo>
                    <a:pt x="173" y="241"/>
                    <a:pt x="176" y="247"/>
                    <a:pt x="174" y="248"/>
                  </a:cubicBezTo>
                  <a:cubicBezTo>
                    <a:pt x="173" y="250"/>
                    <a:pt x="169" y="249"/>
                    <a:pt x="168" y="248"/>
                  </a:cubicBezTo>
                  <a:cubicBezTo>
                    <a:pt x="166" y="247"/>
                    <a:pt x="165" y="243"/>
                    <a:pt x="164" y="242"/>
                  </a:cubicBezTo>
                  <a:cubicBezTo>
                    <a:pt x="163" y="241"/>
                    <a:pt x="160" y="241"/>
                    <a:pt x="159" y="240"/>
                  </a:cubicBezTo>
                  <a:cubicBezTo>
                    <a:pt x="158" y="239"/>
                    <a:pt x="156" y="235"/>
                    <a:pt x="154" y="235"/>
                  </a:cubicBezTo>
                  <a:cubicBezTo>
                    <a:pt x="152" y="234"/>
                    <a:pt x="146" y="237"/>
                    <a:pt x="144" y="237"/>
                  </a:cubicBezTo>
                  <a:cubicBezTo>
                    <a:pt x="142" y="237"/>
                    <a:pt x="137" y="234"/>
                    <a:pt x="136" y="236"/>
                  </a:cubicBezTo>
                  <a:cubicBezTo>
                    <a:pt x="134" y="237"/>
                    <a:pt x="136" y="244"/>
                    <a:pt x="134" y="245"/>
                  </a:cubicBezTo>
                  <a:cubicBezTo>
                    <a:pt x="133" y="246"/>
                    <a:pt x="130" y="246"/>
                    <a:pt x="129" y="245"/>
                  </a:cubicBezTo>
                  <a:cubicBezTo>
                    <a:pt x="127" y="244"/>
                    <a:pt x="125" y="240"/>
                    <a:pt x="125" y="238"/>
                  </a:cubicBezTo>
                  <a:cubicBezTo>
                    <a:pt x="124" y="236"/>
                    <a:pt x="123" y="232"/>
                    <a:pt x="125" y="230"/>
                  </a:cubicBezTo>
                  <a:cubicBezTo>
                    <a:pt x="125" y="229"/>
                    <a:pt x="130" y="229"/>
                    <a:pt x="131" y="228"/>
                  </a:cubicBezTo>
                  <a:cubicBezTo>
                    <a:pt x="132" y="227"/>
                    <a:pt x="132" y="223"/>
                    <a:pt x="133" y="222"/>
                  </a:cubicBezTo>
                  <a:cubicBezTo>
                    <a:pt x="134" y="221"/>
                    <a:pt x="137" y="223"/>
                    <a:pt x="138" y="222"/>
                  </a:cubicBezTo>
                  <a:cubicBezTo>
                    <a:pt x="139" y="221"/>
                    <a:pt x="139" y="218"/>
                    <a:pt x="138" y="217"/>
                  </a:cubicBezTo>
                  <a:cubicBezTo>
                    <a:pt x="137" y="215"/>
                    <a:pt x="132" y="213"/>
                    <a:pt x="130" y="212"/>
                  </a:cubicBezTo>
                  <a:cubicBezTo>
                    <a:pt x="128" y="212"/>
                    <a:pt x="123" y="212"/>
                    <a:pt x="121" y="212"/>
                  </a:cubicBezTo>
                  <a:cubicBezTo>
                    <a:pt x="119" y="213"/>
                    <a:pt x="117" y="216"/>
                    <a:pt x="115" y="216"/>
                  </a:cubicBezTo>
                  <a:cubicBezTo>
                    <a:pt x="114" y="217"/>
                    <a:pt x="110" y="217"/>
                    <a:pt x="109" y="216"/>
                  </a:cubicBezTo>
                  <a:cubicBezTo>
                    <a:pt x="106" y="216"/>
                    <a:pt x="101" y="215"/>
                    <a:pt x="98" y="215"/>
                  </a:cubicBezTo>
                  <a:cubicBezTo>
                    <a:pt x="97" y="215"/>
                    <a:pt x="94" y="216"/>
                    <a:pt x="93" y="216"/>
                  </a:cubicBezTo>
                  <a:cubicBezTo>
                    <a:pt x="90" y="217"/>
                    <a:pt x="83" y="220"/>
                    <a:pt x="82" y="219"/>
                  </a:cubicBezTo>
                  <a:cubicBezTo>
                    <a:pt x="81" y="219"/>
                    <a:pt x="77" y="213"/>
                    <a:pt x="76" y="211"/>
                  </a:cubicBezTo>
                  <a:cubicBezTo>
                    <a:pt x="75" y="209"/>
                    <a:pt x="75" y="205"/>
                    <a:pt x="74" y="203"/>
                  </a:cubicBezTo>
                  <a:cubicBezTo>
                    <a:pt x="73" y="202"/>
                    <a:pt x="69" y="202"/>
                    <a:pt x="68" y="201"/>
                  </a:cubicBezTo>
                  <a:cubicBezTo>
                    <a:pt x="67" y="199"/>
                    <a:pt x="67" y="196"/>
                    <a:pt x="66" y="194"/>
                  </a:cubicBezTo>
                  <a:cubicBezTo>
                    <a:pt x="65" y="193"/>
                    <a:pt x="63" y="191"/>
                    <a:pt x="62" y="192"/>
                  </a:cubicBezTo>
                  <a:cubicBezTo>
                    <a:pt x="60" y="192"/>
                    <a:pt x="61" y="197"/>
                    <a:pt x="60" y="197"/>
                  </a:cubicBezTo>
                  <a:cubicBezTo>
                    <a:pt x="59" y="198"/>
                    <a:pt x="56" y="196"/>
                    <a:pt x="54" y="195"/>
                  </a:cubicBezTo>
                  <a:cubicBezTo>
                    <a:pt x="53" y="194"/>
                    <a:pt x="53" y="188"/>
                    <a:pt x="51" y="187"/>
                  </a:cubicBezTo>
                  <a:cubicBezTo>
                    <a:pt x="50" y="186"/>
                    <a:pt x="46" y="187"/>
                    <a:pt x="44" y="186"/>
                  </a:cubicBezTo>
                  <a:cubicBezTo>
                    <a:pt x="43" y="184"/>
                    <a:pt x="44" y="180"/>
                    <a:pt x="42" y="178"/>
                  </a:cubicBezTo>
                  <a:cubicBezTo>
                    <a:pt x="41" y="177"/>
                    <a:pt x="37" y="177"/>
                    <a:pt x="35" y="177"/>
                  </a:cubicBezTo>
                  <a:cubicBezTo>
                    <a:pt x="33" y="177"/>
                    <a:pt x="29" y="178"/>
                    <a:pt x="27" y="179"/>
                  </a:cubicBezTo>
                  <a:cubicBezTo>
                    <a:pt x="25" y="180"/>
                    <a:pt x="24" y="184"/>
                    <a:pt x="22" y="185"/>
                  </a:cubicBezTo>
                  <a:cubicBezTo>
                    <a:pt x="21" y="186"/>
                    <a:pt x="16" y="185"/>
                    <a:pt x="14" y="184"/>
                  </a:cubicBezTo>
                  <a:cubicBezTo>
                    <a:pt x="12" y="183"/>
                    <a:pt x="11" y="179"/>
                    <a:pt x="9" y="177"/>
                  </a:cubicBezTo>
                  <a:cubicBezTo>
                    <a:pt x="8" y="176"/>
                    <a:pt x="6" y="176"/>
                    <a:pt x="5" y="175"/>
                  </a:cubicBezTo>
                  <a:cubicBezTo>
                    <a:pt x="4" y="174"/>
                    <a:pt x="4" y="172"/>
                    <a:pt x="4" y="170"/>
                  </a:cubicBezTo>
                  <a:cubicBezTo>
                    <a:pt x="3" y="169"/>
                    <a:pt x="0" y="166"/>
                    <a:pt x="0" y="164"/>
                  </a:cubicBezTo>
                  <a:cubicBezTo>
                    <a:pt x="0" y="163"/>
                    <a:pt x="1" y="160"/>
                    <a:pt x="2" y="158"/>
                  </a:cubicBezTo>
                  <a:cubicBezTo>
                    <a:pt x="3" y="155"/>
                    <a:pt x="4" y="149"/>
                    <a:pt x="4" y="146"/>
                  </a:cubicBezTo>
                  <a:cubicBezTo>
                    <a:pt x="5" y="143"/>
                    <a:pt x="4" y="139"/>
                    <a:pt x="4" y="136"/>
                  </a:cubicBezTo>
                  <a:cubicBezTo>
                    <a:pt x="5" y="135"/>
                    <a:pt x="8" y="131"/>
                    <a:pt x="7" y="129"/>
                  </a:cubicBezTo>
                  <a:cubicBezTo>
                    <a:pt x="7" y="128"/>
                    <a:pt x="4" y="125"/>
                    <a:pt x="3" y="123"/>
                  </a:cubicBezTo>
                  <a:cubicBezTo>
                    <a:pt x="3" y="121"/>
                    <a:pt x="2" y="116"/>
                    <a:pt x="2" y="113"/>
                  </a:cubicBezTo>
                  <a:cubicBezTo>
                    <a:pt x="2" y="110"/>
                    <a:pt x="3" y="102"/>
                    <a:pt x="3" y="99"/>
                  </a:cubicBezTo>
                  <a:cubicBezTo>
                    <a:pt x="3" y="96"/>
                    <a:pt x="2" y="90"/>
                    <a:pt x="3" y="87"/>
                  </a:cubicBezTo>
                  <a:cubicBezTo>
                    <a:pt x="4" y="85"/>
                    <a:pt x="7" y="83"/>
                    <a:pt x="7" y="81"/>
                  </a:cubicBezTo>
                  <a:cubicBezTo>
                    <a:pt x="8" y="79"/>
                    <a:pt x="8" y="75"/>
                    <a:pt x="7" y="73"/>
                  </a:cubicBezTo>
                  <a:cubicBezTo>
                    <a:pt x="7" y="70"/>
                    <a:pt x="5" y="66"/>
                    <a:pt x="5" y="63"/>
                  </a:cubicBezTo>
                  <a:cubicBezTo>
                    <a:pt x="5" y="61"/>
                    <a:pt x="7" y="56"/>
                    <a:pt x="8" y="55"/>
                  </a:cubicBezTo>
                  <a:cubicBezTo>
                    <a:pt x="9" y="53"/>
                    <a:pt x="13" y="54"/>
                    <a:pt x="15" y="53"/>
                  </a:cubicBezTo>
                  <a:cubicBezTo>
                    <a:pt x="17" y="52"/>
                    <a:pt x="21" y="48"/>
                    <a:pt x="22" y="46"/>
                  </a:cubicBezTo>
                  <a:cubicBezTo>
                    <a:pt x="24" y="44"/>
                    <a:pt x="28" y="38"/>
                    <a:pt x="30" y="36"/>
                  </a:cubicBezTo>
                  <a:cubicBezTo>
                    <a:pt x="34" y="33"/>
                    <a:pt x="41" y="28"/>
                    <a:pt x="45" y="27"/>
                  </a:cubicBezTo>
                  <a:cubicBezTo>
                    <a:pt x="48" y="26"/>
                    <a:pt x="55" y="27"/>
                    <a:pt x="59" y="27"/>
                  </a:cubicBezTo>
                  <a:cubicBezTo>
                    <a:pt x="64" y="26"/>
                    <a:pt x="75" y="24"/>
                    <a:pt x="80" y="22"/>
                  </a:cubicBezTo>
                  <a:cubicBezTo>
                    <a:pt x="84" y="21"/>
                    <a:pt x="90" y="17"/>
                    <a:pt x="94" y="16"/>
                  </a:cubicBezTo>
                  <a:cubicBezTo>
                    <a:pt x="98" y="15"/>
                    <a:pt x="108" y="15"/>
                    <a:pt x="112" y="14"/>
                  </a:cubicBezTo>
                  <a:cubicBezTo>
                    <a:pt x="116" y="14"/>
                    <a:pt x="122" y="12"/>
                    <a:pt x="125" y="11"/>
                  </a:cubicBezTo>
                  <a:cubicBezTo>
                    <a:pt x="128" y="10"/>
                    <a:pt x="135" y="9"/>
                    <a:pt x="138" y="8"/>
                  </a:cubicBezTo>
                  <a:cubicBezTo>
                    <a:pt x="141" y="7"/>
                    <a:pt x="146" y="0"/>
                    <a:pt x="148" y="1"/>
                  </a:cubicBezTo>
                  <a:cubicBezTo>
                    <a:pt x="150" y="2"/>
                    <a:pt x="149" y="8"/>
                    <a:pt x="150" y="10"/>
                  </a:cubicBezTo>
                  <a:cubicBezTo>
                    <a:pt x="150" y="11"/>
                    <a:pt x="149" y="14"/>
                    <a:pt x="150" y="15"/>
                  </a:cubicBezTo>
                  <a:cubicBezTo>
                    <a:pt x="151" y="18"/>
                    <a:pt x="155" y="21"/>
                    <a:pt x="157" y="24"/>
                  </a:cubicBezTo>
                  <a:cubicBezTo>
                    <a:pt x="158" y="25"/>
                    <a:pt x="160" y="29"/>
                    <a:pt x="160" y="30"/>
                  </a:cubicBezTo>
                  <a:cubicBezTo>
                    <a:pt x="161" y="33"/>
                    <a:pt x="161" y="38"/>
                    <a:pt x="160" y="40"/>
                  </a:cubicBezTo>
                  <a:cubicBezTo>
                    <a:pt x="160" y="42"/>
                    <a:pt x="158" y="45"/>
                    <a:pt x="158" y="47"/>
                  </a:cubicBezTo>
                  <a:cubicBezTo>
                    <a:pt x="158" y="48"/>
                    <a:pt x="160" y="52"/>
                    <a:pt x="160" y="54"/>
                  </a:cubicBezTo>
                  <a:cubicBezTo>
                    <a:pt x="160" y="56"/>
                    <a:pt x="159" y="59"/>
                    <a:pt x="160" y="61"/>
                  </a:cubicBezTo>
                  <a:cubicBezTo>
                    <a:pt x="160" y="63"/>
                    <a:pt x="162" y="65"/>
                    <a:pt x="163" y="66"/>
                  </a:cubicBezTo>
                  <a:cubicBezTo>
                    <a:pt x="165" y="68"/>
                    <a:pt x="170" y="67"/>
                    <a:pt x="172" y="68"/>
                  </a:cubicBezTo>
                  <a:cubicBezTo>
                    <a:pt x="174" y="69"/>
                    <a:pt x="175" y="73"/>
                    <a:pt x="176" y="75"/>
                  </a:cubicBezTo>
                  <a:cubicBezTo>
                    <a:pt x="177" y="77"/>
                    <a:pt x="180" y="81"/>
                    <a:pt x="181" y="82"/>
                  </a:cubicBezTo>
                  <a:cubicBezTo>
                    <a:pt x="182" y="83"/>
                    <a:pt x="185" y="83"/>
                    <a:pt x="185" y="84"/>
                  </a:cubicBezTo>
                  <a:cubicBezTo>
                    <a:pt x="186" y="84"/>
                    <a:pt x="186" y="86"/>
                    <a:pt x="187" y="87"/>
                  </a:cubicBezTo>
                  <a:cubicBezTo>
                    <a:pt x="188" y="89"/>
                    <a:pt x="191" y="93"/>
                    <a:pt x="193" y="94"/>
                  </a:cubicBezTo>
                  <a:cubicBezTo>
                    <a:pt x="195" y="95"/>
                    <a:pt x="199" y="98"/>
                    <a:pt x="201" y="97"/>
                  </a:cubicBezTo>
                  <a:cubicBezTo>
                    <a:pt x="203" y="97"/>
                    <a:pt x="204" y="93"/>
                    <a:pt x="205" y="92"/>
                  </a:cubicBezTo>
                  <a:cubicBezTo>
                    <a:pt x="206" y="90"/>
                    <a:pt x="207" y="85"/>
                    <a:pt x="209" y="84"/>
                  </a:cubicBezTo>
                  <a:cubicBezTo>
                    <a:pt x="211" y="82"/>
                    <a:pt x="216" y="82"/>
                    <a:pt x="218" y="81"/>
                  </a:cubicBezTo>
                  <a:cubicBezTo>
                    <a:pt x="221" y="80"/>
                    <a:pt x="226" y="76"/>
                    <a:pt x="229" y="75"/>
                  </a:cubicBezTo>
                  <a:cubicBezTo>
                    <a:pt x="231" y="74"/>
                    <a:pt x="236" y="73"/>
                    <a:pt x="238" y="74"/>
                  </a:cubicBezTo>
                  <a:cubicBezTo>
                    <a:pt x="241" y="74"/>
                    <a:pt x="245" y="79"/>
                    <a:pt x="246" y="81"/>
                  </a:cubicBezTo>
                  <a:cubicBezTo>
                    <a:pt x="247" y="83"/>
                    <a:pt x="246" y="89"/>
                    <a:pt x="248" y="91"/>
                  </a:cubicBezTo>
                  <a:cubicBezTo>
                    <a:pt x="250" y="93"/>
                    <a:pt x="258" y="92"/>
                    <a:pt x="259" y="95"/>
                  </a:cubicBezTo>
                  <a:cubicBezTo>
                    <a:pt x="260" y="96"/>
                    <a:pt x="260" y="100"/>
                    <a:pt x="259" y="102"/>
                  </a:cubicBezTo>
                  <a:cubicBezTo>
                    <a:pt x="259" y="103"/>
                    <a:pt x="257" y="104"/>
                    <a:pt x="257" y="105"/>
                  </a:cubicBezTo>
                  <a:cubicBezTo>
                    <a:pt x="256" y="108"/>
                    <a:pt x="256" y="113"/>
                    <a:pt x="257" y="115"/>
                  </a:cubicBezTo>
                  <a:cubicBezTo>
                    <a:pt x="257" y="118"/>
                    <a:pt x="259" y="124"/>
                    <a:pt x="260" y="126"/>
                  </a:cubicBezTo>
                  <a:cubicBezTo>
                    <a:pt x="261" y="129"/>
                    <a:pt x="263" y="135"/>
                    <a:pt x="264" y="137"/>
                  </a:cubicBezTo>
                  <a:cubicBezTo>
                    <a:pt x="267" y="140"/>
                    <a:pt x="273" y="146"/>
                    <a:pt x="276" y="145"/>
                  </a:cubicBezTo>
                  <a:cubicBezTo>
                    <a:pt x="278" y="145"/>
                    <a:pt x="280" y="140"/>
                    <a:pt x="282" y="139"/>
                  </a:cubicBezTo>
                  <a:cubicBezTo>
                    <a:pt x="284" y="139"/>
                    <a:pt x="286" y="141"/>
                    <a:pt x="288" y="141"/>
                  </a:cubicBezTo>
                  <a:cubicBezTo>
                    <a:pt x="290" y="141"/>
                    <a:pt x="293" y="138"/>
                    <a:pt x="295" y="139"/>
                  </a:cubicBezTo>
                  <a:cubicBezTo>
                    <a:pt x="296" y="139"/>
                    <a:pt x="298" y="141"/>
                    <a:pt x="299" y="141"/>
                  </a:cubicBezTo>
                  <a:cubicBezTo>
                    <a:pt x="302" y="143"/>
                    <a:pt x="308" y="144"/>
                    <a:pt x="311" y="145"/>
                  </a:cubicBezTo>
                  <a:cubicBezTo>
                    <a:pt x="313" y="145"/>
                    <a:pt x="318" y="145"/>
                    <a:pt x="319" y="146"/>
                  </a:cubicBezTo>
                  <a:cubicBezTo>
                    <a:pt x="321" y="148"/>
                    <a:pt x="322" y="153"/>
                    <a:pt x="322" y="155"/>
                  </a:cubicBezTo>
                  <a:cubicBezTo>
                    <a:pt x="322" y="157"/>
                    <a:pt x="322" y="162"/>
                    <a:pt x="321" y="164"/>
                  </a:cubicBezTo>
                  <a:cubicBezTo>
                    <a:pt x="321" y="166"/>
                    <a:pt x="319" y="169"/>
                    <a:pt x="319" y="171"/>
                  </a:cubicBezTo>
                  <a:cubicBezTo>
                    <a:pt x="318" y="173"/>
                    <a:pt x="320" y="177"/>
                    <a:pt x="320" y="179"/>
                  </a:cubicBezTo>
                  <a:cubicBezTo>
                    <a:pt x="321" y="181"/>
                    <a:pt x="319" y="185"/>
                    <a:pt x="320" y="187"/>
                  </a:cubicBezTo>
                  <a:cubicBezTo>
                    <a:pt x="321" y="189"/>
                    <a:pt x="326" y="192"/>
                    <a:pt x="329" y="191"/>
                  </a:cubicBezTo>
                  <a:cubicBezTo>
                    <a:pt x="330" y="191"/>
                    <a:pt x="331" y="187"/>
                    <a:pt x="331" y="185"/>
                  </a:cubicBezTo>
                  <a:cubicBezTo>
                    <a:pt x="332" y="183"/>
                    <a:pt x="331" y="177"/>
                    <a:pt x="333" y="175"/>
                  </a:cubicBezTo>
                  <a:cubicBezTo>
                    <a:pt x="334" y="174"/>
                    <a:pt x="338" y="174"/>
                    <a:pt x="340" y="175"/>
                  </a:cubicBezTo>
                  <a:cubicBezTo>
                    <a:pt x="342" y="175"/>
                    <a:pt x="343" y="178"/>
                    <a:pt x="345" y="178"/>
                  </a:cubicBezTo>
                  <a:cubicBezTo>
                    <a:pt x="346" y="179"/>
                    <a:pt x="350" y="179"/>
                    <a:pt x="351" y="180"/>
                  </a:cubicBezTo>
                  <a:cubicBezTo>
                    <a:pt x="352" y="181"/>
                    <a:pt x="352" y="184"/>
                    <a:pt x="353" y="185"/>
                  </a:cubicBezTo>
                  <a:cubicBezTo>
                    <a:pt x="355" y="186"/>
                    <a:pt x="361" y="186"/>
                    <a:pt x="363" y="185"/>
                  </a:cubicBezTo>
                  <a:cubicBezTo>
                    <a:pt x="364" y="184"/>
                    <a:pt x="363" y="180"/>
                    <a:pt x="364" y="179"/>
                  </a:cubicBezTo>
                  <a:cubicBezTo>
                    <a:pt x="365" y="178"/>
                    <a:pt x="368" y="176"/>
                    <a:pt x="369" y="175"/>
                  </a:cubicBezTo>
                  <a:cubicBezTo>
                    <a:pt x="372" y="175"/>
                    <a:pt x="376" y="177"/>
                    <a:pt x="378" y="178"/>
                  </a:cubicBezTo>
                  <a:cubicBezTo>
                    <a:pt x="380" y="178"/>
                    <a:pt x="384" y="181"/>
                    <a:pt x="385" y="183"/>
                  </a:cubicBezTo>
                  <a:cubicBezTo>
                    <a:pt x="386" y="184"/>
                    <a:pt x="385" y="188"/>
                    <a:pt x="385" y="189"/>
                  </a:cubicBezTo>
                  <a:cubicBezTo>
                    <a:pt x="386" y="191"/>
                    <a:pt x="388" y="193"/>
                    <a:pt x="390" y="194"/>
                  </a:cubicBezTo>
                  <a:cubicBezTo>
                    <a:pt x="391" y="195"/>
                    <a:pt x="394" y="194"/>
                    <a:pt x="396" y="194"/>
                  </a:cubicBezTo>
                  <a:cubicBezTo>
                    <a:pt x="399" y="194"/>
                    <a:pt x="406" y="194"/>
                    <a:pt x="407" y="19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4"/>
            <p:cNvSpPr>
              <a:spLocks/>
            </p:cNvSpPr>
            <p:nvPr/>
          </p:nvSpPr>
          <p:spPr bwMode="auto">
            <a:xfrm>
              <a:off x="1285875" y="2820988"/>
              <a:ext cx="82550" cy="52388"/>
            </a:xfrm>
            <a:custGeom>
              <a:avLst/>
              <a:gdLst/>
              <a:ahLst/>
              <a:cxnLst>
                <a:cxn ang="0">
                  <a:pos x="48" y="23"/>
                </a:cxn>
                <a:cxn ang="0">
                  <a:pos x="48" y="29"/>
                </a:cxn>
                <a:cxn ang="0">
                  <a:pos x="42" y="31"/>
                </a:cxn>
                <a:cxn ang="0">
                  <a:pos x="36" y="27"/>
                </a:cxn>
                <a:cxn ang="0">
                  <a:pos x="29" y="26"/>
                </a:cxn>
                <a:cxn ang="0">
                  <a:pos x="25" y="22"/>
                </a:cxn>
                <a:cxn ang="0">
                  <a:pos x="18" y="19"/>
                </a:cxn>
                <a:cxn ang="0">
                  <a:pos x="12" y="19"/>
                </a:cxn>
                <a:cxn ang="0">
                  <a:pos x="4" y="16"/>
                </a:cxn>
                <a:cxn ang="0">
                  <a:pos x="1" y="10"/>
                </a:cxn>
                <a:cxn ang="0">
                  <a:pos x="1" y="3"/>
                </a:cxn>
                <a:cxn ang="0">
                  <a:pos x="8" y="1"/>
                </a:cxn>
                <a:cxn ang="0">
                  <a:pos x="15" y="1"/>
                </a:cxn>
                <a:cxn ang="0">
                  <a:pos x="17" y="8"/>
                </a:cxn>
                <a:cxn ang="0">
                  <a:pos x="25" y="9"/>
                </a:cxn>
                <a:cxn ang="0">
                  <a:pos x="32" y="12"/>
                </a:cxn>
                <a:cxn ang="0">
                  <a:pos x="36" y="16"/>
                </a:cxn>
                <a:cxn ang="0">
                  <a:pos x="43" y="16"/>
                </a:cxn>
                <a:cxn ang="0">
                  <a:pos x="47" y="19"/>
                </a:cxn>
                <a:cxn ang="0">
                  <a:pos x="48" y="23"/>
                </a:cxn>
              </a:cxnLst>
              <a:rect l="0" t="0" r="r" b="b"/>
              <a:pathLst>
                <a:path w="49" h="31">
                  <a:moveTo>
                    <a:pt x="48" y="23"/>
                  </a:moveTo>
                  <a:cubicBezTo>
                    <a:pt x="48" y="25"/>
                    <a:pt x="49" y="27"/>
                    <a:pt x="48" y="29"/>
                  </a:cubicBezTo>
                  <a:cubicBezTo>
                    <a:pt x="47" y="30"/>
                    <a:pt x="44" y="31"/>
                    <a:pt x="42" y="31"/>
                  </a:cubicBezTo>
                  <a:cubicBezTo>
                    <a:pt x="40" y="31"/>
                    <a:pt x="37" y="28"/>
                    <a:pt x="36" y="27"/>
                  </a:cubicBezTo>
                  <a:cubicBezTo>
                    <a:pt x="34" y="27"/>
                    <a:pt x="30" y="27"/>
                    <a:pt x="29" y="26"/>
                  </a:cubicBezTo>
                  <a:cubicBezTo>
                    <a:pt x="27" y="26"/>
                    <a:pt x="26" y="23"/>
                    <a:pt x="25" y="22"/>
                  </a:cubicBezTo>
                  <a:cubicBezTo>
                    <a:pt x="23" y="21"/>
                    <a:pt x="20" y="19"/>
                    <a:pt x="18" y="19"/>
                  </a:cubicBezTo>
                  <a:cubicBezTo>
                    <a:pt x="16" y="19"/>
                    <a:pt x="14" y="19"/>
                    <a:pt x="12" y="19"/>
                  </a:cubicBezTo>
                  <a:cubicBezTo>
                    <a:pt x="10" y="19"/>
                    <a:pt x="6" y="17"/>
                    <a:pt x="4" y="16"/>
                  </a:cubicBezTo>
                  <a:cubicBezTo>
                    <a:pt x="3" y="15"/>
                    <a:pt x="1" y="12"/>
                    <a:pt x="1" y="10"/>
                  </a:cubicBezTo>
                  <a:cubicBezTo>
                    <a:pt x="0" y="9"/>
                    <a:pt x="0" y="4"/>
                    <a:pt x="1" y="3"/>
                  </a:cubicBezTo>
                  <a:cubicBezTo>
                    <a:pt x="2" y="1"/>
                    <a:pt x="6" y="1"/>
                    <a:pt x="8" y="1"/>
                  </a:cubicBezTo>
                  <a:cubicBezTo>
                    <a:pt x="10" y="1"/>
                    <a:pt x="14" y="0"/>
                    <a:pt x="15" y="1"/>
                  </a:cubicBezTo>
                  <a:cubicBezTo>
                    <a:pt x="16" y="2"/>
                    <a:pt x="16" y="7"/>
                    <a:pt x="17" y="8"/>
                  </a:cubicBezTo>
                  <a:cubicBezTo>
                    <a:pt x="19" y="9"/>
                    <a:pt x="23" y="9"/>
                    <a:pt x="25" y="9"/>
                  </a:cubicBezTo>
                  <a:cubicBezTo>
                    <a:pt x="26" y="10"/>
                    <a:pt x="30" y="11"/>
                    <a:pt x="32" y="12"/>
                  </a:cubicBezTo>
                  <a:cubicBezTo>
                    <a:pt x="33" y="12"/>
                    <a:pt x="34" y="15"/>
                    <a:pt x="36" y="16"/>
                  </a:cubicBezTo>
                  <a:cubicBezTo>
                    <a:pt x="37" y="17"/>
                    <a:pt x="41" y="16"/>
                    <a:pt x="43" y="16"/>
                  </a:cubicBezTo>
                  <a:cubicBezTo>
                    <a:pt x="44" y="16"/>
                    <a:pt x="46" y="18"/>
                    <a:pt x="47" y="19"/>
                  </a:cubicBezTo>
                  <a:cubicBezTo>
                    <a:pt x="48" y="20"/>
                    <a:pt x="48" y="22"/>
                    <a:pt x="48" y="2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5"/>
            <p:cNvSpPr>
              <a:spLocks/>
            </p:cNvSpPr>
            <p:nvPr/>
          </p:nvSpPr>
          <p:spPr bwMode="auto">
            <a:xfrm>
              <a:off x="1320800" y="2908300"/>
              <a:ext cx="58738" cy="93663"/>
            </a:xfrm>
            <a:custGeom>
              <a:avLst/>
              <a:gdLst/>
              <a:ahLst/>
              <a:cxnLst>
                <a:cxn ang="0">
                  <a:pos x="35" y="34"/>
                </a:cxn>
                <a:cxn ang="0">
                  <a:pos x="35" y="39"/>
                </a:cxn>
                <a:cxn ang="0">
                  <a:pos x="34" y="44"/>
                </a:cxn>
                <a:cxn ang="0">
                  <a:pos x="34" y="48"/>
                </a:cxn>
                <a:cxn ang="0">
                  <a:pos x="33" y="52"/>
                </a:cxn>
                <a:cxn ang="0">
                  <a:pos x="31" y="55"/>
                </a:cxn>
                <a:cxn ang="0">
                  <a:pos x="29" y="55"/>
                </a:cxn>
                <a:cxn ang="0">
                  <a:pos x="25" y="50"/>
                </a:cxn>
                <a:cxn ang="0">
                  <a:pos x="25" y="43"/>
                </a:cxn>
                <a:cxn ang="0">
                  <a:pos x="20" y="41"/>
                </a:cxn>
                <a:cxn ang="0">
                  <a:pos x="18" y="35"/>
                </a:cxn>
                <a:cxn ang="0">
                  <a:pos x="12" y="29"/>
                </a:cxn>
                <a:cxn ang="0">
                  <a:pos x="5" y="27"/>
                </a:cxn>
                <a:cxn ang="0">
                  <a:pos x="4" y="20"/>
                </a:cxn>
                <a:cxn ang="0">
                  <a:pos x="5" y="14"/>
                </a:cxn>
                <a:cxn ang="0">
                  <a:pos x="0" y="8"/>
                </a:cxn>
                <a:cxn ang="0">
                  <a:pos x="4" y="0"/>
                </a:cxn>
                <a:cxn ang="0">
                  <a:pos x="9" y="0"/>
                </a:cxn>
                <a:cxn ang="0">
                  <a:pos x="12" y="6"/>
                </a:cxn>
                <a:cxn ang="0">
                  <a:pos x="16" y="11"/>
                </a:cxn>
                <a:cxn ang="0">
                  <a:pos x="22" y="12"/>
                </a:cxn>
                <a:cxn ang="0">
                  <a:pos x="28" y="18"/>
                </a:cxn>
                <a:cxn ang="0">
                  <a:pos x="28" y="25"/>
                </a:cxn>
                <a:cxn ang="0">
                  <a:pos x="32" y="28"/>
                </a:cxn>
                <a:cxn ang="0">
                  <a:pos x="35" y="34"/>
                </a:cxn>
              </a:cxnLst>
              <a:rect l="0" t="0" r="r" b="b"/>
              <a:pathLst>
                <a:path w="35" h="56">
                  <a:moveTo>
                    <a:pt x="35" y="34"/>
                  </a:moveTo>
                  <a:cubicBezTo>
                    <a:pt x="35" y="35"/>
                    <a:pt x="35" y="38"/>
                    <a:pt x="35" y="39"/>
                  </a:cubicBezTo>
                  <a:cubicBezTo>
                    <a:pt x="35" y="40"/>
                    <a:pt x="34" y="43"/>
                    <a:pt x="34" y="44"/>
                  </a:cubicBezTo>
                  <a:cubicBezTo>
                    <a:pt x="33" y="45"/>
                    <a:pt x="34" y="47"/>
                    <a:pt x="34" y="48"/>
                  </a:cubicBezTo>
                  <a:cubicBezTo>
                    <a:pt x="33" y="49"/>
                    <a:pt x="33" y="51"/>
                    <a:pt x="33" y="52"/>
                  </a:cubicBezTo>
                  <a:cubicBezTo>
                    <a:pt x="33" y="53"/>
                    <a:pt x="32" y="55"/>
                    <a:pt x="31" y="55"/>
                  </a:cubicBezTo>
                  <a:cubicBezTo>
                    <a:pt x="31" y="56"/>
                    <a:pt x="29" y="56"/>
                    <a:pt x="29" y="55"/>
                  </a:cubicBezTo>
                  <a:cubicBezTo>
                    <a:pt x="27" y="55"/>
                    <a:pt x="25" y="51"/>
                    <a:pt x="25" y="50"/>
                  </a:cubicBezTo>
                  <a:cubicBezTo>
                    <a:pt x="24" y="48"/>
                    <a:pt x="26" y="45"/>
                    <a:pt x="25" y="43"/>
                  </a:cubicBezTo>
                  <a:cubicBezTo>
                    <a:pt x="24" y="42"/>
                    <a:pt x="21" y="42"/>
                    <a:pt x="20" y="41"/>
                  </a:cubicBezTo>
                  <a:cubicBezTo>
                    <a:pt x="19" y="40"/>
                    <a:pt x="18" y="37"/>
                    <a:pt x="18" y="35"/>
                  </a:cubicBezTo>
                  <a:cubicBezTo>
                    <a:pt x="16" y="33"/>
                    <a:pt x="13" y="30"/>
                    <a:pt x="12" y="29"/>
                  </a:cubicBezTo>
                  <a:cubicBezTo>
                    <a:pt x="10" y="28"/>
                    <a:pt x="6" y="28"/>
                    <a:pt x="5" y="27"/>
                  </a:cubicBezTo>
                  <a:cubicBezTo>
                    <a:pt x="4" y="26"/>
                    <a:pt x="3" y="22"/>
                    <a:pt x="4" y="20"/>
                  </a:cubicBezTo>
                  <a:cubicBezTo>
                    <a:pt x="4" y="18"/>
                    <a:pt x="6" y="14"/>
                    <a:pt x="5" y="14"/>
                  </a:cubicBezTo>
                  <a:cubicBezTo>
                    <a:pt x="5" y="14"/>
                    <a:pt x="1" y="10"/>
                    <a:pt x="0" y="8"/>
                  </a:cubicBezTo>
                  <a:cubicBezTo>
                    <a:pt x="0" y="6"/>
                    <a:pt x="2" y="1"/>
                    <a:pt x="4" y="0"/>
                  </a:cubicBezTo>
                  <a:cubicBezTo>
                    <a:pt x="5" y="0"/>
                    <a:pt x="8" y="0"/>
                    <a:pt x="9" y="0"/>
                  </a:cubicBezTo>
                  <a:cubicBezTo>
                    <a:pt x="10" y="1"/>
                    <a:pt x="11" y="4"/>
                    <a:pt x="12" y="6"/>
                  </a:cubicBezTo>
                  <a:cubicBezTo>
                    <a:pt x="13" y="7"/>
                    <a:pt x="14" y="10"/>
                    <a:pt x="16" y="11"/>
                  </a:cubicBezTo>
                  <a:cubicBezTo>
                    <a:pt x="17" y="11"/>
                    <a:pt x="20" y="12"/>
                    <a:pt x="22" y="12"/>
                  </a:cubicBezTo>
                  <a:cubicBezTo>
                    <a:pt x="23" y="13"/>
                    <a:pt x="27" y="16"/>
                    <a:pt x="28" y="18"/>
                  </a:cubicBezTo>
                  <a:cubicBezTo>
                    <a:pt x="28" y="19"/>
                    <a:pt x="27" y="23"/>
                    <a:pt x="28" y="25"/>
                  </a:cubicBezTo>
                  <a:cubicBezTo>
                    <a:pt x="28" y="26"/>
                    <a:pt x="31" y="27"/>
                    <a:pt x="32" y="28"/>
                  </a:cubicBezTo>
                  <a:cubicBezTo>
                    <a:pt x="33" y="29"/>
                    <a:pt x="34" y="32"/>
                    <a:pt x="35" y="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6"/>
            <p:cNvSpPr>
              <a:spLocks/>
            </p:cNvSpPr>
            <p:nvPr/>
          </p:nvSpPr>
          <p:spPr bwMode="auto">
            <a:xfrm>
              <a:off x="1358900" y="2482850"/>
              <a:ext cx="687388" cy="817563"/>
            </a:xfrm>
            <a:custGeom>
              <a:avLst/>
              <a:gdLst/>
              <a:ahLst/>
              <a:cxnLst>
                <a:cxn ang="0">
                  <a:pos x="301" y="361"/>
                </a:cxn>
                <a:cxn ang="0">
                  <a:pos x="289" y="386"/>
                </a:cxn>
                <a:cxn ang="0">
                  <a:pos x="257" y="409"/>
                </a:cxn>
                <a:cxn ang="0">
                  <a:pos x="247" y="435"/>
                </a:cxn>
                <a:cxn ang="0">
                  <a:pos x="229" y="459"/>
                </a:cxn>
                <a:cxn ang="0">
                  <a:pos x="207" y="467"/>
                </a:cxn>
                <a:cxn ang="0">
                  <a:pos x="192" y="487"/>
                </a:cxn>
                <a:cxn ang="0">
                  <a:pos x="164" y="487"/>
                </a:cxn>
                <a:cxn ang="0">
                  <a:pos x="145" y="472"/>
                </a:cxn>
                <a:cxn ang="0">
                  <a:pos x="134" y="454"/>
                </a:cxn>
                <a:cxn ang="0">
                  <a:pos x="109" y="439"/>
                </a:cxn>
                <a:cxn ang="0">
                  <a:pos x="92" y="433"/>
                </a:cxn>
                <a:cxn ang="0">
                  <a:pos x="74" y="395"/>
                </a:cxn>
                <a:cxn ang="0">
                  <a:pos x="40" y="362"/>
                </a:cxn>
                <a:cxn ang="0">
                  <a:pos x="8" y="345"/>
                </a:cxn>
                <a:cxn ang="0">
                  <a:pos x="10" y="314"/>
                </a:cxn>
                <a:cxn ang="0">
                  <a:pos x="24" y="294"/>
                </a:cxn>
                <a:cxn ang="0">
                  <a:pos x="26" y="272"/>
                </a:cxn>
                <a:cxn ang="0">
                  <a:pos x="34" y="257"/>
                </a:cxn>
                <a:cxn ang="0">
                  <a:pos x="24" y="239"/>
                </a:cxn>
                <a:cxn ang="0">
                  <a:pos x="13" y="218"/>
                </a:cxn>
                <a:cxn ang="0">
                  <a:pos x="29" y="202"/>
                </a:cxn>
                <a:cxn ang="0">
                  <a:pos x="45" y="188"/>
                </a:cxn>
                <a:cxn ang="0">
                  <a:pos x="61" y="194"/>
                </a:cxn>
                <a:cxn ang="0">
                  <a:pos x="81" y="199"/>
                </a:cxn>
                <a:cxn ang="0">
                  <a:pos x="108" y="192"/>
                </a:cxn>
                <a:cxn ang="0">
                  <a:pos x="114" y="179"/>
                </a:cxn>
                <a:cxn ang="0">
                  <a:pos x="110" y="168"/>
                </a:cxn>
                <a:cxn ang="0">
                  <a:pos x="111" y="142"/>
                </a:cxn>
                <a:cxn ang="0">
                  <a:pos x="107" y="112"/>
                </a:cxn>
                <a:cxn ang="0">
                  <a:pos x="94" y="90"/>
                </a:cxn>
                <a:cxn ang="0">
                  <a:pos x="87" y="74"/>
                </a:cxn>
                <a:cxn ang="0">
                  <a:pos x="74" y="47"/>
                </a:cxn>
                <a:cxn ang="0">
                  <a:pos x="68" y="29"/>
                </a:cxn>
                <a:cxn ang="0">
                  <a:pos x="86" y="39"/>
                </a:cxn>
                <a:cxn ang="0">
                  <a:pos x="117" y="35"/>
                </a:cxn>
                <a:cxn ang="0">
                  <a:pos x="135" y="17"/>
                </a:cxn>
                <a:cxn ang="0">
                  <a:pos x="159" y="15"/>
                </a:cxn>
                <a:cxn ang="0">
                  <a:pos x="190" y="15"/>
                </a:cxn>
                <a:cxn ang="0">
                  <a:pos x="204" y="25"/>
                </a:cxn>
                <a:cxn ang="0">
                  <a:pos x="216" y="1"/>
                </a:cxn>
                <a:cxn ang="0">
                  <a:pos x="233" y="6"/>
                </a:cxn>
                <a:cxn ang="0">
                  <a:pos x="257" y="26"/>
                </a:cxn>
                <a:cxn ang="0">
                  <a:pos x="269" y="57"/>
                </a:cxn>
                <a:cxn ang="0">
                  <a:pos x="294" y="54"/>
                </a:cxn>
                <a:cxn ang="0">
                  <a:pos x="311" y="41"/>
                </a:cxn>
                <a:cxn ang="0">
                  <a:pos x="333" y="72"/>
                </a:cxn>
                <a:cxn ang="0">
                  <a:pos x="361" y="109"/>
                </a:cxn>
                <a:cxn ang="0">
                  <a:pos x="376" y="146"/>
                </a:cxn>
                <a:cxn ang="0">
                  <a:pos x="402" y="163"/>
                </a:cxn>
                <a:cxn ang="0">
                  <a:pos x="405" y="188"/>
                </a:cxn>
                <a:cxn ang="0">
                  <a:pos x="390" y="196"/>
                </a:cxn>
                <a:cxn ang="0">
                  <a:pos x="363" y="217"/>
                </a:cxn>
                <a:cxn ang="0">
                  <a:pos x="342" y="234"/>
                </a:cxn>
                <a:cxn ang="0">
                  <a:pos x="344" y="272"/>
                </a:cxn>
                <a:cxn ang="0">
                  <a:pos x="355" y="295"/>
                </a:cxn>
                <a:cxn ang="0">
                  <a:pos x="341" y="324"/>
                </a:cxn>
                <a:cxn ang="0">
                  <a:pos x="320" y="334"/>
                </a:cxn>
              </a:cxnLst>
              <a:rect l="0" t="0" r="r" b="b"/>
              <a:pathLst>
                <a:path w="410" h="488">
                  <a:moveTo>
                    <a:pt x="310" y="350"/>
                  </a:moveTo>
                  <a:cubicBezTo>
                    <a:pt x="309" y="351"/>
                    <a:pt x="308" y="352"/>
                    <a:pt x="307" y="352"/>
                  </a:cubicBezTo>
                  <a:cubicBezTo>
                    <a:pt x="306" y="353"/>
                    <a:pt x="303" y="353"/>
                    <a:pt x="302" y="354"/>
                  </a:cubicBezTo>
                  <a:cubicBezTo>
                    <a:pt x="301" y="355"/>
                    <a:pt x="302" y="360"/>
                    <a:pt x="301" y="361"/>
                  </a:cubicBezTo>
                  <a:cubicBezTo>
                    <a:pt x="300" y="363"/>
                    <a:pt x="296" y="363"/>
                    <a:pt x="294" y="364"/>
                  </a:cubicBezTo>
                  <a:cubicBezTo>
                    <a:pt x="293" y="365"/>
                    <a:pt x="291" y="367"/>
                    <a:pt x="291" y="368"/>
                  </a:cubicBezTo>
                  <a:cubicBezTo>
                    <a:pt x="290" y="370"/>
                    <a:pt x="292" y="375"/>
                    <a:pt x="292" y="377"/>
                  </a:cubicBezTo>
                  <a:cubicBezTo>
                    <a:pt x="292" y="380"/>
                    <a:pt x="290" y="384"/>
                    <a:pt x="289" y="386"/>
                  </a:cubicBezTo>
                  <a:cubicBezTo>
                    <a:pt x="287" y="388"/>
                    <a:pt x="282" y="391"/>
                    <a:pt x="280" y="393"/>
                  </a:cubicBezTo>
                  <a:cubicBezTo>
                    <a:pt x="278" y="394"/>
                    <a:pt x="276" y="399"/>
                    <a:pt x="274" y="400"/>
                  </a:cubicBezTo>
                  <a:cubicBezTo>
                    <a:pt x="272" y="401"/>
                    <a:pt x="269" y="401"/>
                    <a:pt x="267" y="402"/>
                  </a:cubicBezTo>
                  <a:cubicBezTo>
                    <a:pt x="264" y="404"/>
                    <a:pt x="260" y="408"/>
                    <a:pt x="257" y="409"/>
                  </a:cubicBezTo>
                  <a:cubicBezTo>
                    <a:pt x="256" y="410"/>
                    <a:pt x="253" y="411"/>
                    <a:pt x="253" y="412"/>
                  </a:cubicBezTo>
                  <a:cubicBezTo>
                    <a:pt x="251" y="414"/>
                    <a:pt x="252" y="419"/>
                    <a:pt x="251" y="421"/>
                  </a:cubicBezTo>
                  <a:cubicBezTo>
                    <a:pt x="250" y="423"/>
                    <a:pt x="246" y="425"/>
                    <a:pt x="245" y="427"/>
                  </a:cubicBezTo>
                  <a:cubicBezTo>
                    <a:pt x="245" y="429"/>
                    <a:pt x="247" y="433"/>
                    <a:pt x="247" y="435"/>
                  </a:cubicBezTo>
                  <a:cubicBezTo>
                    <a:pt x="247" y="438"/>
                    <a:pt x="248" y="443"/>
                    <a:pt x="246" y="445"/>
                  </a:cubicBezTo>
                  <a:cubicBezTo>
                    <a:pt x="245" y="446"/>
                    <a:pt x="243" y="445"/>
                    <a:pt x="242" y="446"/>
                  </a:cubicBezTo>
                  <a:cubicBezTo>
                    <a:pt x="240" y="447"/>
                    <a:pt x="237" y="450"/>
                    <a:pt x="236" y="451"/>
                  </a:cubicBezTo>
                  <a:cubicBezTo>
                    <a:pt x="234" y="453"/>
                    <a:pt x="231" y="457"/>
                    <a:pt x="229" y="459"/>
                  </a:cubicBezTo>
                  <a:cubicBezTo>
                    <a:pt x="227" y="460"/>
                    <a:pt x="224" y="461"/>
                    <a:pt x="222" y="462"/>
                  </a:cubicBezTo>
                  <a:cubicBezTo>
                    <a:pt x="220" y="462"/>
                    <a:pt x="214" y="460"/>
                    <a:pt x="213" y="462"/>
                  </a:cubicBezTo>
                  <a:cubicBezTo>
                    <a:pt x="212" y="462"/>
                    <a:pt x="213" y="464"/>
                    <a:pt x="213" y="464"/>
                  </a:cubicBezTo>
                  <a:cubicBezTo>
                    <a:pt x="212" y="466"/>
                    <a:pt x="208" y="466"/>
                    <a:pt x="207" y="467"/>
                  </a:cubicBezTo>
                  <a:cubicBezTo>
                    <a:pt x="206" y="468"/>
                    <a:pt x="203" y="470"/>
                    <a:pt x="202" y="471"/>
                  </a:cubicBezTo>
                  <a:cubicBezTo>
                    <a:pt x="201" y="473"/>
                    <a:pt x="203" y="477"/>
                    <a:pt x="202" y="479"/>
                  </a:cubicBezTo>
                  <a:cubicBezTo>
                    <a:pt x="202" y="480"/>
                    <a:pt x="199" y="482"/>
                    <a:pt x="198" y="482"/>
                  </a:cubicBezTo>
                  <a:cubicBezTo>
                    <a:pt x="196" y="484"/>
                    <a:pt x="194" y="488"/>
                    <a:pt x="192" y="487"/>
                  </a:cubicBezTo>
                  <a:cubicBezTo>
                    <a:pt x="190" y="487"/>
                    <a:pt x="190" y="482"/>
                    <a:pt x="188" y="481"/>
                  </a:cubicBezTo>
                  <a:cubicBezTo>
                    <a:pt x="185" y="481"/>
                    <a:pt x="182" y="487"/>
                    <a:pt x="179" y="487"/>
                  </a:cubicBezTo>
                  <a:cubicBezTo>
                    <a:pt x="177" y="488"/>
                    <a:pt x="172" y="487"/>
                    <a:pt x="170" y="487"/>
                  </a:cubicBezTo>
                  <a:cubicBezTo>
                    <a:pt x="168" y="487"/>
                    <a:pt x="165" y="488"/>
                    <a:pt x="164" y="487"/>
                  </a:cubicBezTo>
                  <a:cubicBezTo>
                    <a:pt x="163" y="487"/>
                    <a:pt x="162" y="483"/>
                    <a:pt x="161" y="482"/>
                  </a:cubicBezTo>
                  <a:cubicBezTo>
                    <a:pt x="160" y="481"/>
                    <a:pt x="156" y="480"/>
                    <a:pt x="155" y="479"/>
                  </a:cubicBezTo>
                  <a:cubicBezTo>
                    <a:pt x="154" y="478"/>
                    <a:pt x="154" y="475"/>
                    <a:pt x="153" y="474"/>
                  </a:cubicBezTo>
                  <a:cubicBezTo>
                    <a:pt x="151" y="473"/>
                    <a:pt x="147" y="472"/>
                    <a:pt x="145" y="472"/>
                  </a:cubicBezTo>
                  <a:cubicBezTo>
                    <a:pt x="143" y="472"/>
                    <a:pt x="138" y="475"/>
                    <a:pt x="136" y="474"/>
                  </a:cubicBezTo>
                  <a:cubicBezTo>
                    <a:pt x="134" y="473"/>
                    <a:pt x="135" y="468"/>
                    <a:pt x="134" y="466"/>
                  </a:cubicBezTo>
                  <a:cubicBezTo>
                    <a:pt x="134" y="464"/>
                    <a:pt x="130" y="462"/>
                    <a:pt x="130" y="460"/>
                  </a:cubicBezTo>
                  <a:cubicBezTo>
                    <a:pt x="130" y="458"/>
                    <a:pt x="134" y="456"/>
                    <a:pt x="134" y="454"/>
                  </a:cubicBezTo>
                  <a:cubicBezTo>
                    <a:pt x="135" y="452"/>
                    <a:pt x="135" y="449"/>
                    <a:pt x="134" y="447"/>
                  </a:cubicBezTo>
                  <a:cubicBezTo>
                    <a:pt x="133" y="445"/>
                    <a:pt x="129" y="442"/>
                    <a:pt x="127" y="442"/>
                  </a:cubicBezTo>
                  <a:cubicBezTo>
                    <a:pt x="125" y="441"/>
                    <a:pt x="119" y="442"/>
                    <a:pt x="117" y="442"/>
                  </a:cubicBezTo>
                  <a:cubicBezTo>
                    <a:pt x="115" y="441"/>
                    <a:pt x="110" y="441"/>
                    <a:pt x="109" y="439"/>
                  </a:cubicBezTo>
                  <a:cubicBezTo>
                    <a:pt x="108" y="438"/>
                    <a:pt x="109" y="434"/>
                    <a:pt x="109" y="433"/>
                  </a:cubicBezTo>
                  <a:cubicBezTo>
                    <a:pt x="108" y="432"/>
                    <a:pt x="106" y="431"/>
                    <a:pt x="105" y="430"/>
                  </a:cubicBezTo>
                  <a:cubicBezTo>
                    <a:pt x="104" y="430"/>
                    <a:pt x="101" y="434"/>
                    <a:pt x="100" y="434"/>
                  </a:cubicBezTo>
                  <a:cubicBezTo>
                    <a:pt x="98" y="434"/>
                    <a:pt x="94" y="432"/>
                    <a:pt x="92" y="433"/>
                  </a:cubicBezTo>
                  <a:cubicBezTo>
                    <a:pt x="91" y="433"/>
                    <a:pt x="87" y="434"/>
                    <a:pt x="85" y="435"/>
                  </a:cubicBezTo>
                  <a:cubicBezTo>
                    <a:pt x="84" y="431"/>
                    <a:pt x="83" y="426"/>
                    <a:pt x="82" y="423"/>
                  </a:cubicBezTo>
                  <a:cubicBezTo>
                    <a:pt x="81" y="419"/>
                    <a:pt x="82" y="411"/>
                    <a:pt x="81" y="408"/>
                  </a:cubicBezTo>
                  <a:cubicBezTo>
                    <a:pt x="80" y="404"/>
                    <a:pt x="76" y="398"/>
                    <a:pt x="74" y="395"/>
                  </a:cubicBezTo>
                  <a:cubicBezTo>
                    <a:pt x="73" y="392"/>
                    <a:pt x="69" y="385"/>
                    <a:pt x="66" y="383"/>
                  </a:cubicBezTo>
                  <a:cubicBezTo>
                    <a:pt x="64" y="381"/>
                    <a:pt x="59" y="380"/>
                    <a:pt x="57" y="379"/>
                  </a:cubicBezTo>
                  <a:cubicBezTo>
                    <a:pt x="54" y="378"/>
                    <a:pt x="48" y="376"/>
                    <a:pt x="46" y="374"/>
                  </a:cubicBezTo>
                  <a:cubicBezTo>
                    <a:pt x="44" y="371"/>
                    <a:pt x="42" y="365"/>
                    <a:pt x="40" y="362"/>
                  </a:cubicBezTo>
                  <a:cubicBezTo>
                    <a:pt x="38" y="361"/>
                    <a:pt x="34" y="358"/>
                    <a:pt x="32" y="357"/>
                  </a:cubicBezTo>
                  <a:cubicBezTo>
                    <a:pt x="30" y="356"/>
                    <a:pt x="25" y="354"/>
                    <a:pt x="23" y="352"/>
                  </a:cubicBezTo>
                  <a:cubicBezTo>
                    <a:pt x="21" y="351"/>
                    <a:pt x="19" y="346"/>
                    <a:pt x="17" y="345"/>
                  </a:cubicBezTo>
                  <a:cubicBezTo>
                    <a:pt x="15" y="344"/>
                    <a:pt x="10" y="345"/>
                    <a:pt x="8" y="345"/>
                  </a:cubicBezTo>
                  <a:cubicBezTo>
                    <a:pt x="6" y="344"/>
                    <a:pt x="3" y="340"/>
                    <a:pt x="2" y="338"/>
                  </a:cubicBezTo>
                  <a:cubicBezTo>
                    <a:pt x="2" y="337"/>
                    <a:pt x="1" y="334"/>
                    <a:pt x="1" y="332"/>
                  </a:cubicBezTo>
                  <a:cubicBezTo>
                    <a:pt x="1" y="329"/>
                    <a:pt x="0" y="323"/>
                    <a:pt x="1" y="321"/>
                  </a:cubicBezTo>
                  <a:cubicBezTo>
                    <a:pt x="2" y="318"/>
                    <a:pt x="8" y="316"/>
                    <a:pt x="10" y="314"/>
                  </a:cubicBezTo>
                  <a:cubicBezTo>
                    <a:pt x="10" y="313"/>
                    <a:pt x="11" y="310"/>
                    <a:pt x="12" y="309"/>
                  </a:cubicBezTo>
                  <a:cubicBezTo>
                    <a:pt x="13" y="308"/>
                    <a:pt x="15" y="307"/>
                    <a:pt x="16" y="306"/>
                  </a:cubicBezTo>
                  <a:cubicBezTo>
                    <a:pt x="17" y="304"/>
                    <a:pt x="19" y="301"/>
                    <a:pt x="21" y="299"/>
                  </a:cubicBezTo>
                  <a:cubicBezTo>
                    <a:pt x="22" y="298"/>
                    <a:pt x="23" y="295"/>
                    <a:pt x="24" y="294"/>
                  </a:cubicBezTo>
                  <a:cubicBezTo>
                    <a:pt x="25" y="294"/>
                    <a:pt x="28" y="293"/>
                    <a:pt x="29" y="292"/>
                  </a:cubicBezTo>
                  <a:cubicBezTo>
                    <a:pt x="30" y="291"/>
                    <a:pt x="29" y="287"/>
                    <a:pt x="29" y="285"/>
                  </a:cubicBezTo>
                  <a:cubicBezTo>
                    <a:pt x="29" y="283"/>
                    <a:pt x="28" y="278"/>
                    <a:pt x="28" y="276"/>
                  </a:cubicBezTo>
                  <a:cubicBezTo>
                    <a:pt x="27" y="275"/>
                    <a:pt x="26" y="273"/>
                    <a:pt x="26" y="272"/>
                  </a:cubicBezTo>
                  <a:cubicBezTo>
                    <a:pt x="27" y="271"/>
                    <a:pt x="28" y="269"/>
                    <a:pt x="28" y="269"/>
                  </a:cubicBezTo>
                  <a:cubicBezTo>
                    <a:pt x="29" y="269"/>
                    <a:pt x="31" y="269"/>
                    <a:pt x="32" y="269"/>
                  </a:cubicBezTo>
                  <a:cubicBezTo>
                    <a:pt x="33" y="268"/>
                    <a:pt x="34" y="267"/>
                    <a:pt x="35" y="266"/>
                  </a:cubicBezTo>
                  <a:cubicBezTo>
                    <a:pt x="35" y="263"/>
                    <a:pt x="35" y="259"/>
                    <a:pt x="34" y="257"/>
                  </a:cubicBezTo>
                  <a:cubicBezTo>
                    <a:pt x="34" y="256"/>
                    <a:pt x="32" y="256"/>
                    <a:pt x="31" y="255"/>
                  </a:cubicBezTo>
                  <a:cubicBezTo>
                    <a:pt x="31" y="253"/>
                    <a:pt x="32" y="250"/>
                    <a:pt x="31" y="248"/>
                  </a:cubicBezTo>
                  <a:cubicBezTo>
                    <a:pt x="30" y="247"/>
                    <a:pt x="25" y="246"/>
                    <a:pt x="24" y="245"/>
                  </a:cubicBezTo>
                  <a:cubicBezTo>
                    <a:pt x="23" y="243"/>
                    <a:pt x="25" y="240"/>
                    <a:pt x="24" y="239"/>
                  </a:cubicBezTo>
                  <a:cubicBezTo>
                    <a:pt x="23" y="238"/>
                    <a:pt x="22" y="238"/>
                    <a:pt x="21" y="238"/>
                  </a:cubicBezTo>
                  <a:cubicBezTo>
                    <a:pt x="19" y="238"/>
                    <a:pt x="13" y="237"/>
                    <a:pt x="12" y="235"/>
                  </a:cubicBezTo>
                  <a:cubicBezTo>
                    <a:pt x="11" y="234"/>
                    <a:pt x="11" y="230"/>
                    <a:pt x="11" y="228"/>
                  </a:cubicBezTo>
                  <a:cubicBezTo>
                    <a:pt x="11" y="225"/>
                    <a:pt x="12" y="220"/>
                    <a:pt x="13" y="218"/>
                  </a:cubicBezTo>
                  <a:cubicBezTo>
                    <a:pt x="14" y="216"/>
                    <a:pt x="19" y="215"/>
                    <a:pt x="21" y="213"/>
                  </a:cubicBezTo>
                  <a:cubicBezTo>
                    <a:pt x="22" y="212"/>
                    <a:pt x="22" y="209"/>
                    <a:pt x="24" y="208"/>
                  </a:cubicBezTo>
                  <a:cubicBezTo>
                    <a:pt x="24" y="207"/>
                    <a:pt x="27" y="207"/>
                    <a:pt x="27" y="206"/>
                  </a:cubicBezTo>
                  <a:cubicBezTo>
                    <a:pt x="28" y="205"/>
                    <a:pt x="28" y="203"/>
                    <a:pt x="29" y="202"/>
                  </a:cubicBezTo>
                  <a:cubicBezTo>
                    <a:pt x="29" y="201"/>
                    <a:pt x="28" y="198"/>
                    <a:pt x="28" y="196"/>
                  </a:cubicBezTo>
                  <a:cubicBezTo>
                    <a:pt x="29" y="195"/>
                    <a:pt x="29" y="194"/>
                    <a:pt x="30" y="193"/>
                  </a:cubicBezTo>
                  <a:cubicBezTo>
                    <a:pt x="31" y="192"/>
                    <a:pt x="34" y="189"/>
                    <a:pt x="36" y="189"/>
                  </a:cubicBezTo>
                  <a:cubicBezTo>
                    <a:pt x="38" y="188"/>
                    <a:pt x="43" y="188"/>
                    <a:pt x="45" y="188"/>
                  </a:cubicBezTo>
                  <a:cubicBezTo>
                    <a:pt x="46" y="189"/>
                    <a:pt x="49" y="191"/>
                    <a:pt x="50" y="192"/>
                  </a:cubicBezTo>
                  <a:cubicBezTo>
                    <a:pt x="52" y="193"/>
                    <a:pt x="53" y="197"/>
                    <a:pt x="55" y="197"/>
                  </a:cubicBezTo>
                  <a:cubicBezTo>
                    <a:pt x="56" y="197"/>
                    <a:pt x="57" y="196"/>
                    <a:pt x="58" y="196"/>
                  </a:cubicBezTo>
                  <a:cubicBezTo>
                    <a:pt x="59" y="196"/>
                    <a:pt x="60" y="194"/>
                    <a:pt x="61" y="194"/>
                  </a:cubicBezTo>
                  <a:cubicBezTo>
                    <a:pt x="62" y="194"/>
                    <a:pt x="65" y="194"/>
                    <a:pt x="66" y="194"/>
                  </a:cubicBezTo>
                  <a:cubicBezTo>
                    <a:pt x="68" y="194"/>
                    <a:pt x="71" y="195"/>
                    <a:pt x="72" y="195"/>
                  </a:cubicBezTo>
                  <a:cubicBezTo>
                    <a:pt x="74" y="196"/>
                    <a:pt x="76" y="195"/>
                    <a:pt x="78" y="195"/>
                  </a:cubicBezTo>
                  <a:cubicBezTo>
                    <a:pt x="79" y="196"/>
                    <a:pt x="80" y="199"/>
                    <a:pt x="81" y="199"/>
                  </a:cubicBezTo>
                  <a:cubicBezTo>
                    <a:pt x="83" y="200"/>
                    <a:pt x="86" y="200"/>
                    <a:pt x="88" y="199"/>
                  </a:cubicBezTo>
                  <a:cubicBezTo>
                    <a:pt x="90" y="199"/>
                    <a:pt x="92" y="197"/>
                    <a:pt x="94" y="196"/>
                  </a:cubicBezTo>
                  <a:cubicBezTo>
                    <a:pt x="96" y="196"/>
                    <a:pt x="101" y="197"/>
                    <a:pt x="104" y="196"/>
                  </a:cubicBezTo>
                  <a:cubicBezTo>
                    <a:pt x="105" y="196"/>
                    <a:pt x="107" y="192"/>
                    <a:pt x="108" y="192"/>
                  </a:cubicBezTo>
                  <a:cubicBezTo>
                    <a:pt x="110" y="191"/>
                    <a:pt x="113" y="191"/>
                    <a:pt x="114" y="191"/>
                  </a:cubicBezTo>
                  <a:cubicBezTo>
                    <a:pt x="116" y="190"/>
                    <a:pt x="120" y="188"/>
                    <a:pt x="120" y="187"/>
                  </a:cubicBezTo>
                  <a:cubicBezTo>
                    <a:pt x="120" y="186"/>
                    <a:pt x="119" y="183"/>
                    <a:pt x="118" y="182"/>
                  </a:cubicBezTo>
                  <a:cubicBezTo>
                    <a:pt x="118" y="181"/>
                    <a:pt x="115" y="179"/>
                    <a:pt x="114" y="179"/>
                  </a:cubicBezTo>
                  <a:cubicBezTo>
                    <a:pt x="113" y="179"/>
                    <a:pt x="111" y="181"/>
                    <a:pt x="109" y="181"/>
                  </a:cubicBezTo>
                  <a:cubicBezTo>
                    <a:pt x="108" y="181"/>
                    <a:pt x="106" y="179"/>
                    <a:pt x="105" y="177"/>
                  </a:cubicBezTo>
                  <a:cubicBezTo>
                    <a:pt x="105" y="176"/>
                    <a:pt x="104" y="172"/>
                    <a:pt x="104" y="171"/>
                  </a:cubicBezTo>
                  <a:cubicBezTo>
                    <a:pt x="105" y="169"/>
                    <a:pt x="109" y="169"/>
                    <a:pt x="110" y="168"/>
                  </a:cubicBezTo>
                  <a:cubicBezTo>
                    <a:pt x="111" y="166"/>
                    <a:pt x="110" y="163"/>
                    <a:pt x="110" y="161"/>
                  </a:cubicBezTo>
                  <a:cubicBezTo>
                    <a:pt x="109" y="159"/>
                    <a:pt x="106" y="156"/>
                    <a:pt x="106" y="154"/>
                  </a:cubicBezTo>
                  <a:cubicBezTo>
                    <a:pt x="105" y="152"/>
                    <a:pt x="105" y="150"/>
                    <a:pt x="106" y="148"/>
                  </a:cubicBezTo>
                  <a:cubicBezTo>
                    <a:pt x="107" y="147"/>
                    <a:pt x="110" y="144"/>
                    <a:pt x="111" y="142"/>
                  </a:cubicBezTo>
                  <a:cubicBezTo>
                    <a:pt x="112" y="140"/>
                    <a:pt x="112" y="136"/>
                    <a:pt x="111" y="134"/>
                  </a:cubicBezTo>
                  <a:cubicBezTo>
                    <a:pt x="110" y="132"/>
                    <a:pt x="107" y="130"/>
                    <a:pt x="107" y="129"/>
                  </a:cubicBezTo>
                  <a:cubicBezTo>
                    <a:pt x="106" y="127"/>
                    <a:pt x="106" y="122"/>
                    <a:pt x="106" y="120"/>
                  </a:cubicBezTo>
                  <a:cubicBezTo>
                    <a:pt x="106" y="118"/>
                    <a:pt x="107" y="114"/>
                    <a:pt x="107" y="112"/>
                  </a:cubicBezTo>
                  <a:cubicBezTo>
                    <a:pt x="106" y="110"/>
                    <a:pt x="104" y="108"/>
                    <a:pt x="103" y="106"/>
                  </a:cubicBezTo>
                  <a:cubicBezTo>
                    <a:pt x="102" y="104"/>
                    <a:pt x="102" y="100"/>
                    <a:pt x="101" y="99"/>
                  </a:cubicBezTo>
                  <a:cubicBezTo>
                    <a:pt x="100" y="98"/>
                    <a:pt x="96" y="97"/>
                    <a:pt x="96" y="97"/>
                  </a:cubicBezTo>
                  <a:cubicBezTo>
                    <a:pt x="96" y="96"/>
                    <a:pt x="94" y="92"/>
                    <a:pt x="94" y="90"/>
                  </a:cubicBezTo>
                  <a:cubicBezTo>
                    <a:pt x="94" y="89"/>
                    <a:pt x="97" y="88"/>
                    <a:pt x="98" y="86"/>
                  </a:cubicBezTo>
                  <a:cubicBezTo>
                    <a:pt x="99" y="85"/>
                    <a:pt x="98" y="81"/>
                    <a:pt x="97" y="80"/>
                  </a:cubicBezTo>
                  <a:cubicBezTo>
                    <a:pt x="97" y="78"/>
                    <a:pt x="95" y="75"/>
                    <a:pt x="94" y="74"/>
                  </a:cubicBezTo>
                  <a:cubicBezTo>
                    <a:pt x="92" y="74"/>
                    <a:pt x="88" y="75"/>
                    <a:pt x="87" y="74"/>
                  </a:cubicBezTo>
                  <a:cubicBezTo>
                    <a:pt x="85" y="74"/>
                    <a:pt x="83" y="72"/>
                    <a:pt x="82" y="71"/>
                  </a:cubicBezTo>
                  <a:cubicBezTo>
                    <a:pt x="81" y="69"/>
                    <a:pt x="82" y="65"/>
                    <a:pt x="81" y="64"/>
                  </a:cubicBezTo>
                  <a:cubicBezTo>
                    <a:pt x="81" y="62"/>
                    <a:pt x="79" y="60"/>
                    <a:pt x="78" y="59"/>
                  </a:cubicBezTo>
                  <a:cubicBezTo>
                    <a:pt x="77" y="56"/>
                    <a:pt x="75" y="50"/>
                    <a:pt x="74" y="47"/>
                  </a:cubicBezTo>
                  <a:cubicBezTo>
                    <a:pt x="73" y="46"/>
                    <a:pt x="71" y="42"/>
                    <a:pt x="70" y="41"/>
                  </a:cubicBezTo>
                  <a:cubicBezTo>
                    <a:pt x="68" y="39"/>
                    <a:pt x="65" y="37"/>
                    <a:pt x="64" y="36"/>
                  </a:cubicBezTo>
                  <a:cubicBezTo>
                    <a:pt x="64" y="34"/>
                    <a:pt x="62" y="31"/>
                    <a:pt x="63" y="30"/>
                  </a:cubicBezTo>
                  <a:cubicBezTo>
                    <a:pt x="64" y="29"/>
                    <a:pt x="67" y="28"/>
                    <a:pt x="68" y="29"/>
                  </a:cubicBezTo>
                  <a:cubicBezTo>
                    <a:pt x="69" y="29"/>
                    <a:pt x="71" y="30"/>
                    <a:pt x="72" y="31"/>
                  </a:cubicBezTo>
                  <a:cubicBezTo>
                    <a:pt x="73" y="32"/>
                    <a:pt x="76" y="33"/>
                    <a:pt x="77" y="35"/>
                  </a:cubicBezTo>
                  <a:cubicBezTo>
                    <a:pt x="78" y="36"/>
                    <a:pt x="79" y="38"/>
                    <a:pt x="80" y="39"/>
                  </a:cubicBezTo>
                  <a:cubicBezTo>
                    <a:pt x="81" y="40"/>
                    <a:pt x="85" y="39"/>
                    <a:pt x="86" y="39"/>
                  </a:cubicBezTo>
                  <a:cubicBezTo>
                    <a:pt x="87" y="39"/>
                    <a:pt x="90" y="37"/>
                    <a:pt x="91" y="37"/>
                  </a:cubicBezTo>
                  <a:cubicBezTo>
                    <a:pt x="93" y="37"/>
                    <a:pt x="97" y="39"/>
                    <a:pt x="99" y="40"/>
                  </a:cubicBezTo>
                  <a:cubicBezTo>
                    <a:pt x="102" y="40"/>
                    <a:pt x="107" y="40"/>
                    <a:pt x="110" y="40"/>
                  </a:cubicBezTo>
                  <a:cubicBezTo>
                    <a:pt x="112" y="39"/>
                    <a:pt x="115" y="36"/>
                    <a:pt x="117" y="35"/>
                  </a:cubicBezTo>
                  <a:cubicBezTo>
                    <a:pt x="120" y="34"/>
                    <a:pt x="125" y="34"/>
                    <a:pt x="127" y="32"/>
                  </a:cubicBezTo>
                  <a:cubicBezTo>
                    <a:pt x="128" y="31"/>
                    <a:pt x="125" y="27"/>
                    <a:pt x="125" y="25"/>
                  </a:cubicBezTo>
                  <a:cubicBezTo>
                    <a:pt x="125" y="24"/>
                    <a:pt x="125" y="22"/>
                    <a:pt x="125" y="21"/>
                  </a:cubicBezTo>
                  <a:cubicBezTo>
                    <a:pt x="127" y="19"/>
                    <a:pt x="132" y="17"/>
                    <a:pt x="135" y="17"/>
                  </a:cubicBezTo>
                  <a:cubicBezTo>
                    <a:pt x="136" y="18"/>
                    <a:pt x="138" y="22"/>
                    <a:pt x="140" y="22"/>
                  </a:cubicBezTo>
                  <a:cubicBezTo>
                    <a:pt x="142" y="23"/>
                    <a:pt x="148" y="23"/>
                    <a:pt x="150" y="21"/>
                  </a:cubicBezTo>
                  <a:cubicBezTo>
                    <a:pt x="151" y="21"/>
                    <a:pt x="152" y="17"/>
                    <a:pt x="153" y="16"/>
                  </a:cubicBezTo>
                  <a:cubicBezTo>
                    <a:pt x="154" y="15"/>
                    <a:pt x="158" y="15"/>
                    <a:pt x="159" y="15"/>
                  </a:cubicBezTo>
                  <a:cubicBezTo>
                    <a:pt x="161" y="15"/>
                    <a:pt x="164" y="17"/>
                    <a:pt x="165" y="17"/>
                  </a:cubicBezTo>
                  <a:cubicBezTo>
                    <a:pt x="168" y="17"/>
                    <a:pt x="172" y="16"/>
                    <a:pt x="174" y="16"/>
                  </a:cubicBezTo>
                  <a:cubicBezTo>
                    <a:pt x="176" y="16"/>
                    <a:pt x="178" y="17"/>
                    <a:pt x="180" y="17"/>
                  </a:cubicBezTo>
                  <a:cubicBezTo>
                    <a:pt x="182" y="17"/>
                    <a:pt x="188" y="14"/>
                    <a:pt x="190" y="15"/>
                  </a:cubicBezTo>
                  <a:cubicBezTo>
                    <a:pt x="192" y="15"/>
                    <a:pt x="193" y="19"/>
                    <a:pt x="194" y="21"/>
                  </a:cubicBezTo>
                  <a:cubicBezTo>
                    <a:pt x="194" y="22"/>
                    <a:pt x="193" y="24"/>
                    <a:pt x="194" y="25"/>
                  </a:cubicBezTo>
                  <a:cubicBezTo>
                    <a:pt x="194" y="26"/>
                    <a:pt x="196" y="27"/>
                    <a:pt x="197" y="27"/>
                  </a:cubicBezTo>
                  <a:cubicBezTo>
                    <a:pt x="199" y="28"/>
                    <a:pt x="203" y="27"/>
                    <a:pt x="204" y="25"/>
                  </a:cubicBezTo>
                  <a:cubicBezTo>
                    <a:pt x="205" y="24"/>
                    <a:pt x="204" y="20"/>
                    <a:pt x="205" y="19"/>
                  </a:cubicBezTo>
                  <a:cubicBezTo>
                    <a:pt x="206" y="17"/>
                    <a:pt x="210" y="17"/>
                    <a:pt x="211" y="15"/>
                  </a:cubicBezTo>
                  <a:cubicBezTo>
                    <a:pt x="212" y="14"/>
                    <a:pt x="209" y="10"/>
                    <a:pt x="210" y="8"/>
                  </a:cubicBezTo>
                  <a:cubicBezTo>
                    <a:pt x="211" y="6"/>
                    <a:pt x="214" y="2"/>
                    <a:pt x="216" y="1"/>
                  </a:cubicBezTo>
                  <a:cubicBezTo>
                    <a:pt x="217" y="0"/>
                    <a:pt x="220" y="0"/>
                    <a:pt x="221" y="1"/>
                  </a:cubicBezTo>
                  <a:cubicBezTo>
                    <a:pt x="223" y="1"/>
                    <a:pt x="223" y="5"/>
                    <a:pt x="225" y="5"/>
                  </a:cubicBezTo>
                  <a:cubicBezTo>
                    <a:pt x="226" y="5"/>
                    <a:pt x="228" y="5"/>
                    <a:pt x="230" y="3"/>
                  </a:cubicBezTo>
                  <a:cubicBezTo>
                    <a:pt x="231" y="4"/>
                    <a:pt x="232" y="5"/>
                    <a:pt x="233" y="6"/>
                  </a:cubicBezTo>
                  <a:cubicBezTo>
                    <a:pt x="234" y="8"/>
                    <a:pt x="237" y="15"/>
                    <a:pt x="239" y="17"/>
                  </a:cubicBezTo>
                  <a:cubicBezTo>
                    <a:pt x="241" y="18"/>
                    <a:pt x="246" y="18"/>
                    <a:pt x="247" y="20"/>
                  </a:cubicBezTo>
                  <a:cubicBezTo>
                    <a:pt x="249" y="21"/>
                    <a:pt x="249" y="26"/>
                    <a:pt x="251" y="27"/>
                  </a:cubicBezTo>
                  <a:cubicBezTo>
                    <a:pt x="253" y="28"/>
                    <a:pt x="255" y="26"/>
                    <a:pt x="257" y="26"/>
                  </a:cubicBezTo>
                  <a:cubicBezTo>
                    <a:pt x="258" y="26"/>
                    <a:pt x="262" y="28"/>
                    <a:pt x="262" y="29"/>
                  </a:cubicBezTo>
                  <a:cubicBezTo>
                    <a:pt x="264" y="31"/>
                    <a:pt x="264" y="37"/>
                    <a:pt x="264" y="39"/>
                  </a:cubicBezTo>
                  <a:cubicBezTo>
                    <a:pt x="264" y="41"/>
                    <a:pt x="262" y="46"/>
                    <a:pt x="262" y="48"/>
                  </a:cubicBezTo>
                  <a:cubicBezTo>
                    <a:pt x="263" y="51"/>
                    <a:pt x="267" y="56"/>
                    <a:pt x="269" y="57"/>
                  </a:cubicBezTo>
                  <a:cubicBezTo>
                    <a:pt x="271" y="58"/>
                    <a:pt x="273" y="56"/>
                    <a:pt x="275" y="56"/>
                  </a:cubicBezTo>
                  <a:cubicBezTo>
                    <a:pt x="278" y="56"/>
                    <a:pt x="284" y="58"/>
                    <a:pt x="287" y="59"/>
                  </a:cubicBezTo>
                  <a:cubicBezTo>
                    <a:pt x="288" y="59"/>
                    <a:pt x="290" y="59"/>
                    <a:pt x="291" y="59"/>
                  </a:cubicBezTo>
                  <a:cubicBezTo>
                    <a:pt x="292" y="58"/>
                    <a:pt x="293" y="55"/>
                    <a:pt x="294" y="54"/>
                  </a:cubicBezTo>
                  <a:cubicBezTo>
                    <a:pt x="296" y="53"/>
                    <a:pt x="301" y="55"/>
                    <a:pt x="303" y="54"/>
                  </a:cubicBezTo>
                  <a:cubicBezTo>
                    <a:pt x="304" y="53"/>
                    <a:pt x="306" y="52"/>
                    <a:pt x="306" y="51"/>
                  </a:cubicBezTo>
                  <a:cubicBezTo>
                    <a:pt x="307" y="49"/>
                    <a:pt x="305" y="44"/>
                    <a:pt x="306" y="42"/>
                  </a:cubicBezTo>
                  <a:cubicBezTo>
                    <a:pt x="307" y="41"/>
                    <a:pt x="310" y="40"/>
                    <a:pt x="311" y="41"/>
                  </a:cubicBezTo>
                  <a:cubicBezTo>
                    <a:pt x="313" y="41"/>
                    <a:pt x="316" y="46"/>
                    <a:pt x="317" y="47"/>
                  </a:cubicBezTo>
                  <a:cubicBezTo>
                    <a:pt x="319" y="48"/>
                    <a:pt x="323" y="49"/>
                    <a:pt x="324" y="50"/>
                  </a:cubicBezTo>
                  <a:cubicBezTo>
                    <a:pt x="327" y="52"/>
                    <a:pt x="329" y="60"/>
                    <a:pt x="330" y="63"/>
                  </a:cubicBezTo>
                  <a:cubicBezTo>
                    <a:pt x="331" y="65"/>
                    <a:pt x="332" y="70"/>
                    <a:pt x="333" y="72"/>
                  </a:cubicBezTo>
                  <a:cubicBezTo>
                    <a:pt x="335" y="74"/>
                    <a:pt x="342" y="76"/>
                    <a:pt x="343" y="79"/>
                  </a:cubicBezTo>
                  <a:cubicBezTo>
                    <a:pt x="345" y="82"/>
                    <a:pt x="344" y="90"/>
                    <a:pt x="346" y="93"/>
                  </a:cubicBezTo>
                  <a:cubicBezTo>
                    <a:pt x="348" y="95"/>
                    <a:pt x="353" y="98"/>
                    <a:pt x="355" y="100"/>
                  </a:cubicBezTo>
                  <a:cubicBezTo>
                    <a:pt x="357" y="102"/>
                    <a:pt x="360" y="107"/>
                    <a:pt x="361" y="109"/>
                  </a:cubicBezTo>
                  <a:cubicBezTo>
                    <a:pt x="362" y="112"/>
                    <a:pt x="361" y="117"/>
                    <a:pt x="361" y="119"/>
                  </a:cubicBezTo>
                  <a:cubicBezTo>
                    <a:pt x="361" y="122"/>
                    <a:pt x="358" y="126"/>
                    <a:pt x="358" y="129"/>
                  </a:cubicBezTo>
                  <a:cubicBezTo>
                    <a:pt x="359" y="132"/>
                    <a:pt x="363" y="138"/>
                    <a:pt x="365" y="141"/>
                  </a:cubicBezTo>
                  <a:cubicBezTo>
                    <a:pt x="368" y="142"/>
                    <a:pt x="374" y="143"/>
                    <a:pt x="376" y="146"/>
                  </a:cubicBezTo>
                  <a:cubicBezTo>
                    <a:pt x="379" y="148"/>
                    <a:pt x="379" y="156"/>
                    <a:pt x="382" y="157"/>
                  </a:cubicBezTo>
                  <a:cubicBezTo>
                    <a:pt x="385" y="158"/>
                    <a:pt x="389" y="155"/>
                    <a:pt x="392" y="154"/>
                  </a:cubicBezTo>
                  <a:cubicBezTo>
                    <a:pt x="393" y="154"/>
                    <a:pt x="398" y="153"/>
                    <a:pt x="399" y="154"/>
                  </a:cubicBezTo>
                  <a:cubicBezTo>
                    <a:pt x="401" y="156"/>
                    <a:pt x="402" y="160"/>
                    <a:pt x="402" y="163"/>
                  </a:cubicBezTo>
                  <a:cubicBezTo>
                    <a:pt x="402" y="165"/>
                    <a:pt x="398" y="170"/>
                    <a:pt x="399" y="173"/>
                  </a:cubicBezTo>
                  <a:cubicBezTo>
                    <a:pt x="400" y="175"/>
                    <a:pt x="405" y="175"/>
                    <a:pt x="407" y="176"/>
                  </a:cubicBezTo>
                  <a:cubicBezTo>
                    <a:pt x="408" y="177"/>
                    <a:pt x="409" y="179"/>
                    <a:pt x="410" y="180"/>
                  </a:cubicBezTo>
                  <a:cubicBezTo>
                    <a:pt x="410" y="183"/>
                    <a:pt x="405" y="186"/>
                    <a:pt x="405" y="188"/>
                  </a:cubicBezTo>
                  <a:cubicBezTo>
                    <a:pt x="405" y="189"/>
                    <a:pt x="406" y="189"/>
                    <a:pt x="406" y="190"/>
                  </a:cubicBezTo>
                  <a:cubicBezTo>
                    <a:pt x="405" y="190"/>
                    <a:pt x="402" y="190"/>
                    <a:pt x="402" y="191"/>
                  </a:cubicBezTo>
                  <a:cubicBezTo>
                    <a:pt x="400" y="192"/>
                    <a:pt x="399" y="195"/>
                    <a:pt x="397" y="196"/>
                  </a:cubicBezTo>
                  <a:cubicBezTo>
                    <a:pt x="396" y="197"/>
                    <a:pt x="392" y="196"/>
                    <a:pt x="390" y="196"/>
                  </a:cubicBezTo>
                  <a:cubicBezTo>
                    <a:pt x="387" y="196"/>
                    <a:pt x="380" y="197"/>
                    <a:pt x="379" y="200"/>
                  </a:cubicBezTo>
                  <a:cubicBezTo>
                    <a:pt x="378" y="201"/>
                    <a:pt x="379" y="204"/>
                    <a:pt x="379" y="205"/>
                  </a:cubicBezTo>
                  <a:cubicBezTo>
                    <a:pt x="378" y="207"/>
                    <a:pt x="375" y="209"/>
                    <a:pt x="373" y="210"/>
                  </a:cubicBezTo>
                  <a:cubicBezTo>
                    <a:pt x="371" y="212"/>
                    <a:pt x="366" y="216"/>
                    <a:pt x="363" y="217"/>
                  </a:cubicBezTo>
                  <a:cubicBezTo>
                    <a:pt x="361" y="218"/>
                    <a:pt x="356" y="216"/>
                    <a:pt x="354" y="217"/>
                  </a:cubicBezTo>
                  <a:cubicBezTo>
                    <a:pt x="352" y="218"/>
                    <a:pt x="350" y="223"/>
                    <a:pt x="348" y="224"/>
                  </a:cubicBezTo>
                  <a:cubicBezTo>
                    <a:pt x="347" y="225"/>
                    <a:pt x="344" y="223"/>
                    <a:pt x="343" y="224"/>
                  </a:cubicBezTo>
                  <a:cubicBezTo>
                    <a:pt x="341" y="226"/>
                    <a:pt x="341" y="232"/>
                    <a:pt x="342" y="234"/>
                  </a:cubicBezTo>
                  <a:cubicBezTo>
                    <a:pt x="342" y="236"/>
                    <a:pt x="345" y="240"/>
                    <a:pt x="345" y="242"/>
                  </a:cubicBezTo>
                  <a:cubicBezTo>
                    <a:pt x="345" y="245"/>
                    <a:pt x="341" y="250"/>
                    <a:pt x="341" y="254"/>
                  </a:cubicBezTo>
                  <a:cubicBezTo>
                    <a:pt x="340" y="256"/>
                    <a:pt x="342" y="259"/>
                    <a:pt x="343" y="261"/>
                  </a:cubicBezTo>
                  <a:cubicBezTo>
                    <a:pt x="343" y="264"/>
                    <a:pt x="343" y="269"/>
                    <a:pt x="344" y="272"/>
                  </a:cubicBezTo>
                  <a:cubicBezTo>
                    <a:pt x="344" y="273"/>
                    <a:pt x="347" y="277"/>
                    <a:pt x="349" y="277"/>
                  </a:cubicBezTo>
                  <a:cubicBezTo>
                    <a:pt x="350" y="278"/>
                    <a:pt x="354" y="275"/>
                    <a:pt x="355" y="276"/>
                  </a:cubicBezTo>
                  <a:cubicBezTo>
                    <a:pt x="358" y="277"/>
                    <a:pt x="359" y="284"/>
                    <a:pt x="359" y="286"/>
                  </a:cubicBezTo>
                  <a:cubicBezTo>
                    <a:pt x="359" y="289"/>
                    <a:pt x="357" y="293"/>
                    <a:pt x="355" y="295"/>
                  </a:cubicBezTo>
                  <a:cubicBezTo>
                    <a:pt x="354" y="297"/>
                    <a:pt x="350" y="299"/>
                    <a:pt x="348" y="300"/>
                  </a:cubicBezTo>
                  <a:cubicBezTo>
                    <a:pt x="346" y="300"/>
                    <a:pt x="343" y="297"/>
                    <a:pt x="341" y="298"/>
                  </a:cubicBezTo>
                  <a:cubicBezTo>
                    <a:pt x="339" y="300"/>
                    <a:pt x="339" y="308"/>
                    <a:pt x="339" y="311"/>
                  </a:cubicBezTo>
                  <a:cubicBezTo>
                    <a:pt x="339" y="315"/>
                    <a:pt x="342" y="321"/>
                    <a:pt x="341" y="324"/>
                  </a:cubicBezTo>
                  <a:cubicBezTo>
                    <a:pt x="341" y="326"/>
                    <a:pt x="338" y="329"/>
                    <a:pt x="336" y="330"/>
                  </a:cubicBezTo>
                  <a:cubicBezTo>
                    <a:pt x="334" y="330"/>
                    <a:pt x="330" y="329"/>
                    <a:pt x="327" y="329"/>
                  </a:cubicBezTo>
                  <a:cubicBezTo>
                    <a:pt x="327" y="329"/>
                    <a:pt x="325" y="328"/>
                    <a:pt x="324" y="329"/>
                  </a:cubicBezTo>
                  <a:cubicBezTo>
                    <a:pt x="323" y="329"/>
                    <a:pt x="321" y="333"/>
                    <a:pt x="320" y="334"/>
                  </a:cubicBezTo>
                  <a:cubicBezTo>
                    <a:pt x="318" y="336"/>
                    <a:pt x="315" y="339"/>
                    <a:pt x="314" y="341"/>
                  </a:cubicBezTo>
                  <a:cubicBezTo>
                    <a:pt x="314" y="342"/>
                    <a:pt x="314" y="345"/>
                    <a:pt x="313" y="347"/>
                  </a:cubicBezTo>
                  <a:cubicBezTo>
                    <a:pt x="313" y="348"/>
                    <a:pt x="312" y="349"/>
                    <a:pt x="310" y="3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7"/>
            <p:cNvSpPr>
              <a:spLocks/>
            </p:cNvSpPr>
            <p:nvPr/>
          </p:nvSpPr>
          <p:spPr bwMode="auto">
            <a:xfrm>
              <a:off x="2109788" y="1209675"/>
              <a:ext cx="750888" cy="612775"/>
            </a:xfrm>
            <a:custGeom>
              <a:avLst/>
              <a:gdLst/>
              <a:ahLst/>
              <a:cxnLst>
                <a:cxn ang="0">
                  <a:pos x="439" y="140"/>
                </a:cxn>
                <a:cxn ang="0">
                  <a:pos x="432" y="163"/>
                </a:cxn>
                <a:cxn ang="0">
                  <a:pos x="415" y="178"/>
                </a:cxn>
                <a:cxn ang="0">
                  <a:pos x="413" y="209"/>
                </a:cxn>
                <a:cxn ang="0">
                  <a:pos x="411" y="241"/>
                </a:cxn>
                <a:cxn ang="0">
                  <a:pos x="395" y="239"/>
                </a:cxn>
                <a:cxn ang="0">
                  <a:pos x="370" y="245"/>
                </a:cxn>
                <a:cxn ang="0">
                  <a:pos x="355" y="265"/>
                </a:cxn>
                <a:cxn ang="0">
                  <a:pos x="371" y="292"/>
                </a:cxn>
                <a:cxn ang="0">
                  <a:pos x="349" y="299"/>
                </a:cxn>
                <a:cxn ang="0">
                  <a:pos x="346" y="320"/>
                </a:cxn>
                <a:cxn ang="0">
                  <a:pos x="352" y="333"/>
                </a:cxn>
                <a:cxn ang="0">
                  <a:pos x="335" y="354"/>
                </a:cxn>
                <a:cxn ang="0">
                  <a:pos x="324" y="366"/>
                </a:cxn>
                <a:cxn ang="0">
                  <a:pos x="296" y="344"/>
                </a:cxn>
                <a:cxn ang="0">
                  <a:pos x="279" y="314"/>
                </a:cxn>
                <a:cxn ang="0">
                  <a:pos x="256" y="309"/>
                </a:cxn>
                <a:cxn ang="0">
                  <a:pos x="224" y="309"/>
                </a:cxn>
                <a:cxn ang="0">
                  <a:pos x="199" y="308"/>
                </a:cxn>
                <a:cxn ang="0">
                  <a:pos x="160" y="293"/>
                </a:cxn>
                <a:cxn ang="0">
                  <a:pos x="140" y="292"/>
                </a:cxn>
                <a:cxn ang="0">
                  <a:pos x="111" y="282"/>
                </a:cxn>
                <a:cxn ang="0">
                  <a:pos x="79" y="290"/>
                </a:cxn>
                <a:cxn ang="0">
                  <a:pos x="50" y="278"/>
                </a:cxn>
                <a:cxn ang="0">
                  <a:pos x="56" y="265"/>
                </a:cxn>
                <a:cxn ang="0">
                  <a:pos x="60" y="257"/>
                </a:cxn>
                <a:cxn ang="0">
                  <a:pos x="60" y="220"/>
                </a:cxn>
                <a:cxn ang="0">
                  <a:pos x="48" y="199"/>
                </a:cxn>
                <a:cxn ang="0">
                  <a:pos x="57" y="172"/>
                </a:cxn>
                <a:cxn ang="0">
                  <a:pos x="47" y="157"/>
                </a:cxn>
                <a:cxn ang="0">
                  <a:pos x="49" y="130"/>
                </a:cxn>
                <a:cxn ang="0">
                  <a:pos x="33" y="96"/>
                </a:cxn>
                <a:cxn ang="0">
                  <a:pos x="0" y="75"/>
                </a:cxn>
                <a:cxn ang="0">
                  <a:pos x="27" y="35"/>
                </a:cxn>
                <a:cxn ang="0">
                  <a:pos x="46" y="46"/>
                </a:cxn>
                <a:cxn ang="0">
                  <a:pos x="34" y="25"/>
                </a:cxn>
                <a:cxn ang="0">
                  <a:pos x="34" y="2"/>
                </a:cxn>
                <a:cxn ang="0">
                  <a:pos x="52" y="10"/>
                </a:cxn>
                <a:cxn ang="0">
                  <a:pos x="74" y="11"/>
                </a:cxn>
                <a:cxn ang="0">
                  <a:pos x="92" y="17"/>
                </a:cxn>
                <a:cxn ang="0">
                  <a:pos x="106" y="36"/>
                </a:cxn>
                <a:cxn ang="0">
                  <a:pos x="139" y="41"/>
                </a:cxn>
                <a:cxn ang="0">
                  <a:pos x="168" y="42"/>
                </a:cxn>
                <a:cxn ang="0">
                  <a:pos x="155" y="55"/>
                </a:cxn>
                <a:cxn ang="0">
                  <a:pos x="166" y="61"/>
                </a:cxn>
                <a:cxn ang="0">
                  <a:pos x="194" y="67"/>
                </a:cxn>
                <a:cxn ang="0">
                  <a:pos x="207" y="61"/>
                </a:cxn>
                <a:cxn ang="0">
                  <a:pos x="214" y="81"/>
                </a:cxn>
                <a:cxn ang="0">
                  <a:pos x="228" y="82"/>
                </a:cxn>
                <a:cxn ang="0">
                  <a:pos x="246" y="82"/>
                </a:cxn>
                <a:cxn ang="0">
                  <a:pos x="270" y="84"/>
                </a:cxn>
                <a:cxn ang="0">
                  <a:pos x="298" y="88"/>
                </a:cxn>
                <a:cxn ang="0">
                  <a:pos x="320" y="89"/>
                </a:cxn>
                <a:cxn ang="0">
                  <a:pos x="345" y="82"/>
                </a:cxn>
                <a:cxn ang="0">
                  <a:pos x="381" y="79"/>
                </a:cxn>
                <a:cxn ang="0">
                  <a:pos x="400" y="79"/>
                </a:cxn>
                <a:cxn ang="0">
                  <a:pos x="427" y="96"/>
                </a:cxn>
                <a:cxn ang="0">
                  <a:pos x="436" y="99"/>
                </a:cxn>
              </a:cxnLst>
              <a:rect l="0" t="0" r="r" b="b"/>
              <a:pathLst>
                <a:path w="448" h="366">
                  <a:moveTo>
                    <a:pt x="447" y="118"/>
                  </a:moveTo>
                  <a:cubicBezTo>
                    <a:pt x="448" y="120"/>
                    <a:pt x="448" y="124"/>
                    <a:pt x="447" y="126"/>
                  </a:cubicBezTo>
                  <a:cubicBezTo>
                    <a:pt x="446" y="128"/>
                    <a:pt x="441" y="129"/>
                    <a:pt x="441" y="131"/>
                  </a:cubicBezTo>
                  <a:cubicBezTo>
                    <a:pt x="439" y="133"/>
                    <a:pt x="439" y="138"/>
                    <a:pt x="439" y="140"/>
                  </a:cubicBezTo>
                  <a:cubicBezTo>
                    <a:pt x="439" y="141"/>
                    <a:pt x="441" y="144"/>
                    <a:pt x="442" y="146"/>
                  </a:cubicBezTo>
                  <a:cubicBezTo>
                    <a:pt x="442" y="147"/>
                    <a:pt x="443" y="151"/>
                    <a:pt x="442" y="153"/>
                  </a:cubicBezTo>
                  <a:cubicBezTo>
                    <a:pt x="442" y="155"/>
                    <a:pt x="438" y="157"/>
                    <a:pt x="436" y="159"/>
                  </a:cubicBezTo>
                  <a:cubicBezTo>
                    <a:pt x="435" y="160"/>
                    <a:pt x="433" y="162"/>
                    <a:pt x="432" y="163"/>
                  </a:cubicBezTo>
                  <a:cubicBezTo>
                    <a:pt x="431" y="165"/>
                    <a:pt x="429" y="169"/>
                    <a:pt x="428" y="171"/>
                  </a:cubicBezTo>
                  <a:cubicBezTo>
                    <a:pt x="427" y="172"/>
                    <a:pt x="426" y="175"/>
                    <a:pt x="425" y="176"/>
                  </a:cubicBezTo>
                  <a:cubicBezTo>
                    <a:pt x="424" y="176"/>
                    <a:pt x="421" y="175"/>
                    <a:pt x="420" y="175"/>
                  </a:cubicBezTo>
                  <a:cubicBezTo>
                    <a:pt x="419" y="175"/>
                    <a:pt x="416" y="177"/>
                    <a:pt x="415" y="178"/>
                  </a:cubicBezTo>
                  <a:cubicBezTo>
                    <a:pt x="414" y="179"/>
                    <a:pt x="413" y="183"/>
                    <a:pt x="413" y="185"/>
                  </a:cubicBezTo>
                  <a:cubicBezTo>
                    <a:pt x="413" y="187"/>
                    <a:pt x="417" y="190"/>
                    <a:pt x="417" y="192"/>
                  </a:cubicBezTo>
                  <a:cubicBezTo>
                    <a:pt x="418" y="195"/>
                    <a:pt x="416" y="200"/>
                    <a:pt x="415" y="203"/>
                  </a:cubicBezTo>
                  <a:cubicBezTo>
                    <a:pt x="415" y="204"/>
                    <a:pt x="414" y="207"/>
                    <a:pt x="413" y="209"/>
                  </a:cubicBezTo>
                  <a:cubicBezTo>
                    <a:pt x="413" y="212"/>
                    <a:pt x="414" y="217"/>
                    <a:pt x="414" y="220"/>
                  </a:cubicBezTo>
                  <a:cubicBezTo>
                    <a:pt x="415" y="223"/>
                    <a:pt x="418" y="228"/>
                    <a:pt x="419" y="231"/>
                  </a:cubicBezTo>
                  <a:cubicBezTo>
                    <a:pt x="419" y="233"/>
                    <a:pt x="419" y="237"/>
                    <a:pt x="418" y="238"/>
                  </a:cubicBezTo>
                  <a:cubicBezTo>
                    <a:pt x="417" y="240"/>
                    <a:pt x="413" y="241"/>
                    <a:pt x="411" y="241"/>
                  </a:cubicBezTo>
                  <a:cubicBezTo>
                    <a:pt x="409" y="242"/>
                    <a:pt x="406" y="240"/>
                    <a:pt x="405" y="240"/>
                  </a:cubicBezTo>
                  <a:cubicBezTo>
                    <a:pt x="404" y="240"/>
                    <a:pt x="403" y="242"/>
                    <a:pt x="403" y="242"/>
                  </a:cubicBezTo>
                  <a:cubicBezTo>
                    <a:pt x="401" y="243"/>
                    <a:pt x="399" y="243"/>
                    <a:pt x="398" y="242"/>
                  </a:cubicBezTo>
                  <a:cubicBezTo>
                    <a:pt x="397" y="242"/>
                    <a:pt x="396" y="239"/>
                    <a:pt x="395" y="239"/>
                  </a:cubicBezTo>
                  <a:cubicBezTo>
                    <a:pt x="394" y="238"/>
                    <a:pt x="389" y="236"/>
                    <a:pt x="387" y="237"/>
                  </a:cubicBezTo>
                  <a:cubicBezTo>
                    <a:pt x="386" y="237"/>
                    <a:pt x="384" y="240"/>
                    <a:pt x="383" y="241"/>
                  </a:cubicBezTo>
                  <a:cubicBezTo>
                    <a:pt x="382" y="242"/>
                    <a:pt x="381" y="245"/>
                    <a:pt x="380" y="246"/>
                  </a:cubicBezTo>
                  <a:cubicBezTo>
                    <a:pt x="378" y="247"/>
                    <a:pt x="373" y="245"/>
                    <a:pt x="370" y="245"/>
                  </a:cubicBezTo>
                  <a:cubicBezTo>
                    <a:pt x="368" y="246"/>
                    <a:pt x="365" y="249"/>
                    <a:pt x="363" y="250"/>
                  </a:cubicBezTo>
                  <a:cubicBezTo>
                    <a:pt x="362" y="250"/>
                    <a:pt x="359" y="250"/>
                    <a:pt x="358" y="250"/>
                  </a:cubicBezTo>
                  <a:cubicBezTo>
                    <a:pt x="357" y="251"/>
                    <a:pt x="355" y="253"/>
                    <a:pt x="355" y="254"/>
                  </a:cubicBezTo>
                  <a:cubicBezTo>
                    <a:pt x="354" y="257"/>
                    <a:pt x="355" y="262"/>
                    <a:pt x="355" y="265"/>
                  </a:cubicBezTo>
                  <a:cubicBezTo>
                    <a:pt x="355" y="267"/>
                    <a:pt x="353" y="273"/>
                    <a:pt x="354" y="275"/>
                  </a:cubicBezTo>
                  <a:cubicBezTo>
                    <a:pt x="355" y="276"/>
                    <a:pt x="357" y="278"/>
                    <a:pt x="358" y="278"/>
                  </a:cubicBezTo>
                  <a:cubicBezTo>
                    <a:pt x="360" y="280"/>
                    <a:pt x="365" y="281"/>
                    <a:pt x="367" y="282"/>
                  </a:cubicBezTo>
                  <a:cubicBezTo>
                    <a:pt x="368" y="284"/>
                    <a:pt x="371" y="289"/>
                    <a:pt x="371" y="292"/>
                  </a:cubicBezTo>
                  <a:cubicBezTo>
                    <a:pt x="370" y="294"/>
                    <a:pt x="365" y="295"/>
                    <a:pt x="364" y="295"/>
                  </a:cubicBezTo>
                  <a:cubicBezTo>
                    <a:pt x="362" y="295"/>
                    <a:pt x="359" y="293"/>
                    <a:pt x="357" y="293"/>
                  </a:cubicBezTo>
                  <a:cubicBezTo>
                    <a:pt x="356" y="293"/>
                    <a:pt x="352" y="293"/>
                    <a:pt x="351" y="294"/>
                  </a:cubicBezTo>
                  <a:cubicBezTo>
                    <a:pt x="350" y="295"/>
                    <a:pt x="349" y="297"/>
                    <a:pt x="349" y="299"/>
                  </a:cubicBezTo>
                  <a:cubicBezTo>
                    <a:pt x="349" y="300"/>
                    <a:pt x="350" y="303"/>
                    <a:pt x="350" y="304"/>
                  </a:cubicBezTo>
                  <a:cubicBezTo>
                    <a:pt x="349" y="306"/>
                    <a:pt x="346" y="306"/>
                    <a:pt x="346" y="307"/>
                  </a:cubicBezTo>
                  <a:cubicBezTo>
                    <a:pt x="345" y="309"/>
                    <a:pt x="344" y="313"/>
                    <a:pt x="344" y="315"/>
                  </a:cubicBezTo>
                  <a:cubicBezTo>
                    <a:pt x="344" y="317"/>
                    <a:pt x="345" y="320"/>
                    <a:pt x="346" y="320"/>
                  </a:cubicBezTo>
                  <a:cubicBezTo>
                    <a:pt x="348" y="321"/>
                    <a:pt x="351" y="320"/>
                    <a:pt x="353" y="320"/>
                  </a:cubicBezTo>
                  <a:cubicBezTo>
                    <a:pt x="354" y="321"/>
                    <a:pt x="355" y="322"/>
                    <a:pt x="356" y="322"/>
                  </a:cubicBezTo>
                  <a:cubicBezTo>
                    <a:pt x="357" y="324"/>
                    <a:pt x="356" y="327"/>
                    <a:pt x="355" y="328"/>
                  </a:cubicBezTo>
                  <a:cubicBezTo>
                    <a:pt x="355" y="330"/>
                    <a:pt x="353" y="332"/>
                    <a:pt x="352" y="333"/>
                  </a:cubicBezTo>
                  <a:cubicBezTo>
                    <a:pt x="351" y="334"/>
                    <a:pt x="348" y="338"/>
                    <a:pt x="346" y="338"/>
                  </a:cubicBezTo>
                  <a:cubicBezTo>
                    <a:pt x="345" y="339"/>
                    <a:pt x="343" y="338"/>
                    <a:pt x="342" y="338"/>
                  </a:cubicBezTo>
                  <a:cubicBezTo>
                    <a:pt x="340" y="340"/>
                    <a:pt x="339" y="345"/>
                    <a:pt x="338" y="347"/>
                  </a:cubicBezTo>
                  <a:cubicBezTo>
                    <a:pt x="337" y="349"/>
                    <a:pt x="337" y="353"/>
                    <a:pt x="335" y="354"/>
                  </a:cubicBezTo>
                  <a:cubicBezTo>
                    <a:pt x="334" y="355"/>
                    <a:pt x="331" y="353"/>
                    <a:pt x="330" y="354"/>
                  </a:cubicBezTo>
                  <a:cubicBezTo>
                    <a:pt x="328" y="356"/>
                    <a:pt x="328" y="361"/>
                    <a:pt x="327" y="364"/>
                  </a:cubicBezTo>
                  <a:cubicBezTo>
                    <a:pt x="327" y="364"/>
                    <a:pt x="327" y="365"/>
                    <a:pt x="327" y="366"/>
                  </a:cubicBezTo>
                  <a:cubicBezTo>
                    <a:pt x="326" y="366"/>
                    <a:pt x="324" y="366"/>
                    <a:pt x="324" y="366"/>
                  </a:cubicBezTo>
                  <a:cubicBezTo>
                    <a:pt x="322" y="366"/>
                    <a:pt x="317" y="365"/>
                    <a:pt x="316" y="364"/>
                  </a:cubicBezTo>
                  <a:cubicBezTo>
                    <a:pt x="314" y="362"/>
                    <a:pt x="314" y="357"/>
                    <a:pt x="312" y="355"/>
                  </a:cubicBezTo>
                  <a:cubicBezTo>
                    <a:pt x="311" y="353"/>
                    <a:pt x="307" y="350"/>
                    <a:pt x="305" y="349"/>
                  </a:cubicBezTo>
                  <a:cubicBezTo>
                    <a:pt x="303" y="347"/>
                    <a:pt x="298" y="346"/>
                    <a:pt x="296" y="344"/>
                  </a:cubicBezTo>
                  <a:cubicBezTo>
                    <a:pt x="294" y="342"/>
                    <a:pt x="292" y="337"/>
                    <a:pt x="290" y="335"/>
                  </a:cubicBezTo>
                  <a:cubicBezTo>
                    <a:pt x="289" y="334"/>
                    <a:pt x="285" y="334"/>
                    <a:pt x="284" y="333"/>
                  </a:cubicBezTo>
                  <a:cubicBezTo>
                    <a:pt x="282" y="331"/>
                    <a:pt x="280" y="326"/>
                    <a:pt x="279" y="324"/>
                  </a:cubicBezTo>
                  <a:cubicBezTo>
                    <a:pt x="279" y="321"/>
                    <a:pt x="280" y="316"/>
                    <a:pt x="279" y="314"/>
                  </a:cubicBezTo>
                  <a:cubicBezTo>
                    <a:pt x="279" y="312"/>
                    <a:pt x="276" y="308"/>
                    <a:pt x="275" y="306"/>
                  </a:cubicBezTo>
                  <a:cubicBezTo>
                    <a:pt x="273" y="305"/>
                    <a:pt x="269" y="301"/>
                    <a:pt x="266" y="301"/>
                  </a:cubicBezTo>
                  <a:cubicBezTo>
                    <a:pt x="264" y="301"/>
                    <a:pt x="259" y="302"/>
                    <a:pt x="258" y="304"/>
                  </a:cubicBezTo>
                  <a:cubicBezTo>
                    <a:pt x="257" y="305"/>
                    <a:pt x="257" y="308"/>
                    <a:pt x="256" y="309"/>
                  </a:cubicBezTo>
                  <a:cubicBezTo>
                    <a:pt x="254" y="310"/>
                    <a:pt x="249" y="310"/>
                    <a:pt x="247" y="310"/>
                  </a:cubicBezTo>
                  <a:cubicBezTo>
                    <a:pt x="245" y="310"/>
                    <a:pt x="242" y="309"/>
                    <a:pt x="241" y="309"/>
                  </a:cubicBezTo>
                  <a:cubicBezTo>
                    <a:pt x="238" y="310"/>
                    <a:pt x="235" y="317"/>
                    <a:pt x="232" y="317"/>
                  </a:cubicBezTo>
                  <a:cubicBezTo>
                    <a:pt x="229" y="317"/>
                    <a:pt x="227" y="310"/>
                    <a:pt x="224" y="309"/>
                  </a:cubicBezTo>
                  <a:cubicBezTo>
                    <a:pt x="222" y="308"/>
                    <a:pt x="218" y="308"/>
                    <a:pt x="217" y="309"/>
                  </a:cubicBezTo>
                  <a:cubicBezTo>
                    <a:pt x="215" y="310"/>
                    <a:pt x="214" y="317"/>
                    <a:pt x="211" y="317"/>
                  </a:cubicBezTo>
                  <a:cubicBezTo>
                    <a:pt x="209" y="317"/>
                    <a:pt x="207" y="311"/>
                    <a:pt x="205" y="310"/>
                  </a:cubicBezTo>
                  <a:cubicBezTo>
                    <a:pt x="203" y="309"/>
                    <a:pt x="200" y="309"/>
                    <a:pt x="199" y="308"/>
                  </a:cubicBezTo>
                  <a:cubicBezTo>
                    <a:pt x="197" y="308"/>
                    <a:pt x="193" y="306"/>
                    <a:pt x="191" y="306"/>
                  </a:cubicBezTo>
                  <a:cubicBezTo>
                    <a:pt x="188" y="306"/>
                    <a:pt x="183" y="309"/>
                    <a:pt x="180" y="308"/>
                  </a:cubicBezTo>
                  <a:cubicBezTo>
                    <a:pt x="177" y="308"/>
                    <a:pt x="170" y="306"/>
                    <a:pt x="167" y="304"/>
                  </a:cubicBezTo>
                  <a:cubicBezTo>
                    <a:pt x="165" y="302"/>
                    <a:pt x="162" y="295"/>
                    <a:pt x="160" y="293"/>
                  </a:cubicBezTo>
                  <a:cubicBezTo>
                    <a:pt x="158" y="292"/>
                    <a:pt x="154" y="292"/>
                    <a:pt x="152" y="291"/>
                  </a:cubicBezTo>
                  <a:cubicBezTo>
                    <a:pt x="150" y="290"/>
                    <a:pt x="148" y="285"/>
                    <a:pt x="146" y="285"/>
                  </a:cubicBezTo>
                  <a:cubicBezTo>
                    <a:pt x="145" y="285"/>
                    <a:pt x="144" y="286"/>
                    <a:pt x="144" y="287"/>
                  </a:cubicBezTo>
                  <a:cubicBezTo>
                    <a:pt x="143" y="288"/>
                    <a:pt x="142" y="292"/>
                    <a:pt x="140" y="292"/>
                  </a:cubicBezTo>
                  <a:cubicBezTo>
                    <a:pt x="139" y="293"/>
                    <a:pt x="136" y="292"/>
                    <a:pt x="134" y="292"/>
                  </a:cubicBezTo>
                  <a:cubicBezTo>
                    <a:pt x="131" y="291"/>
                    <a:pt x="127" y="286"/>
                    <a:pt x="124" y="285"/>
                  </a:cubicBezTo>
                  <a:cubicBezTo>
                    <a:pt x="122" y="284"/>
                    <a:pt x="119" y="285"/>
                    <a:pt x="117" y="285"/>
                  </a:cubicBezTo>
                  <a:cubicBezTo>
                    <a:pt x="116" y="284"/>
                    <a:pt x="113" y="283"/>
                    <a:pt x="111" y="282"/>
                  </a:cubicBezTo>
                  <a:cubicBezTo>
                    <a:pt x="109" y="282"/>
                    <a:pt x="105" y="282"/>
                    <a:pt x="103" y="282"/>
                  </a:cubicBezTo>
                  <a:cubicBezTo>
                    <a:pt x="101" y="283"/>
                    <a:pt x="99" y="286"/>
                    <a:pt x="97" y="287"/>
                  </a:cubicBezTo>
                  <a:cubicBezTo>
                    <a:pt x="94" y="289"/>
                    <a:pt x="87" y="292"/>
                    <a:pt x="83" y="292"/>
                  </a:cubicBezTo>
                  <a:cubicBezTo>
                    <a:pt x="82" y="292"/>
                    <a:pt x="80" y="291"/>
                    <a:pt x="79" y="290"/>
                  </a:cubicBezTo>
                  <a:cubicBezTo>
                    <a:pt x="77" y="290"/>
                    <a:pt x="73" y="289"/>
                    <a:pt x="72" y="288"/>
                  </a:cubicBezTo>
                  <a:cubicBezTo>
                    <a:pt x="69" y="287"/>
                    <a:pt x="63" y="284"/>
                    <a:pt x="61" y="284"/>
                  </a:cubicBezTo>
                  <a:cubicBezTo>
                    <a:pt x="59" y="284"/>
                    <a:pt x="57" y="285"/>
                    <a:pt x="55" y="284"/>
                  </a:cubicBezTo>
                  <a:cubicBezTo>
                    <a:pt x="54" y="283"/>
                    <a:pt x="52" y="279"/>
                    <a:pt x="50" y="278"/>
                  </a:cubicBezTo>
                  <a:cubicBezTo>
                    <a:pt x="50" y="277"/>
                    <a:pt x="48" y="276"/>
                    <a:pt x="47" y="275"/>
                  </a:cubicBezTo>
                  <a:cubicBezTo>
                    <a:pt x="48" y="274"/>
                    <a:pt x="49" y="273"/>
                    <a:pt x="49" y="272"/>
                  </a:cubicBezTo>
                  <a:cubicBezTo>
                    <a:pt x="50" y="271"/>
                    <a:pt x="48" y="267"/>
                    <a:pt x="49" y="265"/>
                  </a:cubicBezTo>
                  <a:cubicBezTo>
                    <a:pt x="51" y="264"/>
                    <a:pt x="55" y="265"/>
                    <a:pt x="56" y="265"/>
                  </a:cubicBezTo>
                  <a:cubicBezTo>
                    <a:pt x="58" y="266"/>
                    <a:pt x="58" y="270"/>
                    <a:pt x="59" y="270"/>
                  </a:cubicBezTo>
                  <a:cubicBezTo>
                    <a:pt x="60" y="271"/>
                    <a:pt x="63" y="271"/>
                    <a:pt x="64" y="270"/>
                  </a:cubicBezTo>
                  <a:cubicBezTo>
                    <a:pt x="65" y="268"/>
                    <a:pt x="65" y="264"/>
                    <a:pt x="64" y="262"/>
                  </a:cubicBezTo>
                  <a:cubicBezTo>
                    <a:pt x="64" y="260"/>
                    <a:pt x="61" y="259"/>
                    <a:pt x="60" y="257"/>
                  </a:cubicBezTo>
                  <a:cubicBezTo>
                    <a:pt x="59" y="256"/>
                    <a:pt x="58" y="252"/>
                    <a:pt x="58" y="250"/>
                  </a:cubicBezTo>
                  <a:cubicBezTo>
                    <a:pt x="57" y="248"/>
                    <a:pt x="54" y="243"/>
                    <a:pt x="53" y="241"/>
                  </a:cubicBezTo>
                  <a:cubicBezTo>
                    <a:pt x="52" y="237"/>
                    <a:pt x="51" y="229"/>
                    <a:pt x="53" y="225"/>
                  </a:cubicBezTo>
                  <a:cubicBezTo>
                    <a:pt x="54" y="223"/>
                    <a:pt x="59" y="222"/>
                    <a:pt x="60" y="220"/>
                  </a:cubicBezTo>
                  <a:cubicBezTo>
                    <a:pt x="61" y="219"/>
                    <a:pt x="63" y="215"/>
                    <a:pt x="63" y="214"/>
                  </a:cubicBezTo>
                  <a:cubicBezTo>
                    <a:pt x="62" y="211"/>
                    <a:pt x="61" y="206"/>
                    <a:pt x="58" y="205"/>
                  </a:cubicBezTo>
                  <a:cubicBezTo>
                    <a:pt x="57" y="204"/>
                    <a:pt x="54" y="206"/>
                    <a:pt x="53" y="206"/>
                  </a:cubicBezTo>
                  <a:cubicBezTo>
                    <a:pt x="51" y="205"/>
                    <a:pt x="48" y="201"/>
                    <a:pt x="48" y="199"/>
                  </a:cubicBezTo>
                  <a:cubicBezTo>
                    <a:pt x="47" y="197"/>
                    <a:pt x="49" y="193"/>
                    <a:pt x="49" y="191"/>
                  </a:cubicBezTo>
                  <a:cubicBezTo>
                    <a:pt x="49" y="190"/>
                    <a:pt x="48" y="186"/>
                    <a:pt x="48" y="184"/>
                  </a:cubicBezTo>
                  <a:cubicBezTo>
                    <a:pt x="48" y="181"/>
                    <a:pt x="47" y="175"/>
                    <a:pt x="48" y="173"/>
                  </a:cubicBezTo>
                  <a:cubicBezTo>
                    <a:pt x="50" y="172"/>
                    <a:pt x="56" y="173"/>
                    <a:pt x="57" y="172"/>
                  </a:cubicBezTo>
                  <a:cubicBezTo>
                    <a:pt x="59" y="170"/>
                    <a:pt x="59" y="163"/>
                    <a:pt x="57" y="162"/>
                  </a:cubicBezTo>
                  <a:cubicBezTo>
                    <a:pt x="56" y="161"/>
                    <a:pt x="54" y="164"/>
                    <a:pt x="52" y="165"/>
                  </a:cubicBezTo>
                  <a:cubicBezTo>
                    <a:pt x="51" y="165"/>
                    <a:pt x="47" y="165"/>
                    <a:pt x="46" y="163"/>
                  </a:cubicBezTo>
                  <a:cubicBezTo>
                    <a:pt x="45" y="162"/>
                    <a:pt x="46" y="158"/>
                    <a:pt x="47" y="157"/>
                  </a:cubicBezTo>
                  <a:cubicBezTo>
                    <a:pt x="49" y="155"/>
                    <a:pt x="55" y="154"/>
                    <a:pt x="56" y="152"/>
                  </a:cubicBezTo>
                  <a:cubicBezTo>
                    <a:pt x="57" y="151"/>
                    <a:pt x="58" y="148"/>
                    <a:pt x="58" y="146"/>
                  </a:cubicBezTo>
                  <a:cubicBezTo>
                    <a:pt x="58" y="144"/>
                    <a:pt x="58" y="138"/>
                    <a:pt x="56" y="136"/>
                  </a:cubicBezTo>
                  <a:cubicBezTo>
                    <a:pt x="55" y="134"/>
                    <a:pt x="50" y="132"/>
                    <a:pt x="49" y="130"/>
                  </a:cubicBezTo>
                  <a:cubicBezTo>
                    <a:pt x="48" y="129"/>
                    <a:pt x="50" y="125"/>
                    <a:pt x="49" y="124"/>
                  </a:cubicBezTo>
                  <a:cubicBezTo>
                    <a:pt x="49" y="120"/>
                    <a:pt x="47" y="114"/>
                    <a:pt x="45" y="111"/>
                  </a:cubicBezTo>
                  <a:cubicBezTo>
                    <a:pt x="43" y="110"/>
                    <a:pt x="38" y="109"/>
                    <a:pt x="37" y="107"/>
                  </a:cubicBezTo>
                  <a:cubicBezTo>
                    <a:pt x="35" y="105"/>
                    <a:pt x="34" y="99"/>
                    <a:pt x="33" y="96"/>
                  </a:cubicBezTo>
                  <a:cubicBezTo>
                    <a:pt x="31" y="94"/>
                    <a:pt x="27" y="89"/>
                    <a:pt x="25" y="87"/>
                  </a:cubicBezTo>
                  <a:cubicBezTo>
                    <a:pt x="22" y="86"/>
                    <a:pt x="17" y="85"/>
                    <a:pt x="15" y="84"/>
                  </a:cubicBezTo>
                  <a:cubicBezTo>
                    <a:pt x="13" y="83"/>
                    <a:pt x="10" y="79"/>
                    <a:pt x="8" y="78"/>
                  </a:cubicBezTo>
                  <a:cubicBezTo>
                    <a:pt x="6" y="77"/>
                    <a:pt x="2" y="76"/>
                    <a:pt x="0" y="75"/>
                  </a:cubicBezTo>
                  <a:cubicBezTo>
                    <a:pt x="4" y="71"/>
                    <a:pt x="10" y="66"/>
                    <a:pt x="12" y="63"/>
                  </a:cubicBezTo>
                  <a:cubicBezTo>
                    <a:pt x="14" y="59"/>
                    <a:pt x="17" y="51"/>
                    <a:pt x="18" y="47"/>
                  </a:cubicBezTo>
                  <a:cubicBezTo>
                    <a:pt x="19" y="45"/>
                    <a:pt x="21" y="40"/>
                    <a:pt x="22" y="38"/>
                  </a:cubicBezTo>
                  <a:cubicBezTo>
                    <a:pt x="23" y="37"/>
                    <a:pt x="26" y="35"/>
                    <a:pt x="27" y="35"/>
                  </a:cubicBezTo>
                  <a:cubicBezTo>
                    <a:pt x="29" y="35"/>
                    <a:pt x="32" y="36"/>
                    <a:pt x="33" y="38"/>
                  </a:cubicBezTo>
                  <a:cubicBezTo>
                    <a:pt x="34" y="38"/>
                    <a:pt x="34" y="41"/>
                    <a:pt x="34" y="42"/>
                  </a:cubicBezTo>
                  <a:cubicBezTo>
                    <a:pt x="35" y="43"/>
                    <a:pt x="38" y="43"/>
                    <a:pt x="39" y="44"/>
                  </a:cubicBezTo>
                  <a:cubicBezTo>
                    <a:pt x="41" y="45"/>
                    <a:pt x="45" y="48"/>
                    <a:pt x="46" y="46"/>
                  </a:cubicBezTo>
                  <a:cubicBezTo>
                    <a:pt x="47" y="46"/>
                    <a:pt x="46" y="42"/>
                    <a:pt x="46" y="41"/>
                  </a:cubicBezTo>
                  <a:cubicBezTo>
                    <a:pt x="45" y="38"/>
                    <a:pt x="44" y="34"/>
                    <a:pt x="42" y="32"/>
                  </a:cubicBezTo>
                  <a:cubicBezTo>
                    <a:pt x="41" y="32"/>
                    <a:pt x="39" y="32"/>
                    <a:pt x="38" y="32"/>
                  </a:cubicBezTo>
                  <a:cubicBezTo>
                    <a:pt x="36" y="31"/>
                    <a:pt x="35" y="26"/>
                    <a:pt x="34" y="25"/>
                  </a:cubicBezTo>
                  <a:cubicBezTo>
                    <a:pt x="33" y="24"/>
                    <a:pt x="29" y="24"/>
                    <a:pt x="29" y="23"/>
                  </a:cubicBezTo>
                  <a:cubicBezTo>
                    <a:pt x="27" y="22"/>
                    <a:pt x="27" y="18"/>
                    <a:pt x="26" y="16"/>
                  </a:cubicBezTo>
                  <a:cubicBezTo>
                    <a:pt x="26" y="15"/>
                    <a:pt x="27" y="11"/>
                    <a:pt x="28" y="9"/>
                  </a:cubicBezTo>
                  <a:cubicBezTo>
                    <a:pt x="29" y="7"/>
                    <a:pt x="34" y="5"/>
                    <a:pt x="34" y="2"/>
                  </a:cubicBezTo>
                  <a:cubicBezTo>
                    <a:pt x="35" y="2"/>
                    <a:pt x="35" y="1"/>
                    <a:pt x="35" y="0"/>
                  </a:cubicBezTo>
                  <a:cubicBezTo>
                    <a:pt x="36" y="1"/>
                    <a:pt x="38" y="1"/>
                    <a:pt x="39" y="2"/>
                  </a:cubicBezTo>
                  <a:cubicBezTo>
                    <a:pt x="41" y="4"/>
                    <a:pt x="42" y="8"/>
                    <a:pt x="44" y="9"/>
                  </a:cubicBezTo>
                  <a:cubicBezTo>
                    <a:pt x="46" y="10"/>
                    <a:pt x="51" y="11"/>
                    <a:pt x="52" y="10"/>
                  </a:cubicBezTo>
                  <a:cubicBezTo>
                    <a:pt x="54" y="9"/>
                    <a:pt x="55" y="5"/>
                    <a:pt x="57" y="4"/>
                  </a:cubicBezTo>
                  <a:cubicBezTo>
                    <a:pt x="59" y="3"/>
                    <a:pt x="63" y="2"/>
                    <a:pt x="65" y="2"/>
                  </a:cubicBezTo>
                  <a:cubicBezTo>
                    <a:pt x="67" y="2"/>
                    <a:pt x="71" y="2"/>
                    <a:pt x="72" y="3"/>
                  </a:cubicBezTo>
                  <a:cubicBezTo>
                    <a:pt x="74" y="5"/>
                    <a:pt x="73" y="9"/>
                    <a:pt x="74" y="11"/>
                  </a:cubicBezTo>
                  <a:cubicBezTo>
                    <a:pt x="76" y="12"/>
                    <a:pt x="80" y="11"/>
                    <a:pt x="81" y="12"/>
                  </a:cubicBezTo>
                  <a:cubicBezTo>
                    <a:pt x="83" y="13"/>
                    <a:pt x="83" y="19"/>
                    <a:pt x="84" y="20"/>
                  </a:cubicBezTo>
                  <a:cubicBezTo>
                    <a:pt x="86" y="21"/>
                    <a:pt x="89" y="23"/>
                    <a:pt x="90" y="22"/>
                  </a:cubicBezTo>
                  <a:cubicBezTo>
                    <a:pt x="91" y="22"/>
                    <a:pt x="90" y="17"/>
                    <a:pt x="92" y="17"/>
                  </a:cubicBezTo>
                  <a:cubicBezTo>
                    <a:pt x="93" y="16"/>
                    <a:pt x="95" y="18"/>
                    <a:pt x="96" y="19"/>
                  </a:cubicBezTo>
                  <a:cubicBezTo>
                    <a:pt x="97" y="21"/>
                    <a:pt x="97" y="24"/>
                    <a:pt x="98" y="26"/>
                  </a:cubicBezTo>
                  <a:cubicBezTo>
                    <a:pt x="99" y="27"/>
                    <a:pt x="103" y="27"/>
                    <a:pt x="104" y="28"/>
                  </a:cubicBezTo>
                  <a:cubicBezTo>
                    <a:pt x="105" y="30"/>
                    <a:pt x="105" y="34"/>
                    <a:pt x="106" y="36"/>
                  </a:cubicBezTo>
                  <a:cubicBezTo>
                    <a:pt x="107" y="38"/>
                    <a:pt x="111" y="44"/>
                    <a:pt x="112" y="44"/>
                  </a:cubicBezTo>
                  <a:cubicBezTo>
                    <a:pt x="113" y="45"/>
                    <a:pt x="120" y="42"/>
                    <a:pt x="123" y="41"/>
                  </a:cubicBezTo>
                  <a:cubicBezTo>
                    <a:pt x="124" y="41"/>
                    <a:pt x="127" y="40"/>
                    <a:pt x="128" y="40"/>
                  </a:cubicBezTo>
                  <a:cubicBezTo>
                    <a:pt x="131" y="40"/>
                    <a:pt x="136" y="41"/>
                    <a:pt x="139" y="41"/>
                  </a:cubicBezTo>
                  <a:cubicBezTo>
                    <a:pt x="140" y="42"/>
                    <a:pt x="144" y="42"/>
                    <a:pt x="145" y="41"/>
                  </a:cubicBezTo>
                  <a:cubicBezTo>
                    <a:pt x="147" y="41"/>
                    <a:pt x="149" y="38"/>
                    <a:pt x="151" y="37"/>
                  </a:cubicBezTo>
                  <a:cubicBezTo>
                    <a:pt x="153" y="37"/>
                    <a:pt x="158" y="37"/>
                    <a:pt x="160" y="37"/>
                  </a:cubicBezTo>
                  <a:cubicBezTo>
                    <a:pt x="162" y="38"/>
                    <a:pt x="167" y="40"/>
                    <a:pt x="168" y="42"/>
                  </a:cubicBezTo>
                  <a:cubicBezTo>
                    <a:pt x="169" y="43"/>
                    <a:pt x="169" y="46"/>
                    <a:pt x="168" y="47"/>
                  </a:cubicBezTo>
                  <a:cubicBezTo>
                    <a:pt x="167" y="48"/>
                    <a:pt x="164" y="46"/>
                    <a:pt x="163" y="47"/>
                  </a:cubicBezTo>
                  <a:cubicBezTo>
                    <a:pt x="162" y="48"/>
                    <a:pt x="162" y="52"/>
                    <a:pt x="161" y="53"/>
                  </a:cubicBezTo>
                  <a:cubicBezTo>
                    <a:pt x="160" y="54"/>
                    <a:pt x="155" y="54"/>
                    <a:pt x="155" y="55"/>
                  </a:cubicBezTo>
                  <a:cubicBezTo>
                    <a:pt x="153" y="57"/>
                    <a:pt x="154" y="61"/>
                    <a:pt x="155" y="63"/>
                  </a:cubicBezTo>
                  <a:cubicBezTo>
                    <a:pt x="155" y="65"/>
                    <a:pt x="157" y="69"/>
                    <a:pt x="159" y="70"/>
                  </a:cubicBezTo>
                  <a:cubicBezTo>
                    <a:pt x="160" y="71"/>
                    <a:pt x="163" y="71"/>
                    <a:pt x="164" y="70"/>
                  </a:cubicBezTo>
                  <a:cubicBezTo>
                    <a:pt x="166" y="69"/>
                    <a:pt x="164" y="62"/>
                    <a:pt x="166" y="61"/>
                  </a:cubicBezTo>
                  <a:cubicBezTo>
                    <a:pt x="167" y="59"/>
                    <a:pt x="172" y="62"/>
                    <a:pt x="174" y="62"/>
                  </a:cubicBezTo>
                  <a:cubicBezTo>
                    <a:pt x="176" y="62"/>
                    <a:pt x="182" y="59"/>
                    <a:pt x="184" y="60"/>
                  </a:cubicBezTo>
                  <a:cubicBezTo>
                    <a:pt x="186" y="60"/>
                    <a:pt x="188" y="64"/>
                    <a:pt x="189" y="65"/>
                  </a:cubicBezTo>
                  <a:cubicBezTo>
                    <a:pt x="190" y="66"/>
                    <a:pt x="193" y="66"/>
                    <a:pt x="194" y="67"/>
                  </a:cubicBezTo>
                  <a:cubicBezTo>
                    <a:pt x="195" y="68"/>
                    <a:pt x="196" y="72"/>
                    <a:pt x="198" y="73"/>
                  </a:cubicBezTo>
                  <a:cubicBezTo>
                    <a:pt x="199" y="74"/>
                    <a:pt x="203" y="75"/>
                    <a:pt x="204" y="73"/>
                  </a:cubicBezTo>
                  <a:cubicBezTo>
                    <a:pt x="206" y="72"/>
                    <a:pt x="203" y="66"/>
                    <a:pt x="204" y="64"/>
                  </a:cubicBezTo>
                  <a:cubicBezTo>
                    <a:pt x="204" y="63"/>
                    <a:pt x="206" y="61"/>
                    <a:pt x="207" y="61"/>
                  </a:cubicBezTo>
                  <a:cubicBezTo>
                    <a:pt x="209" y="61"/>
                    <a:pt x="212" y="63"/>
                    <a:pt x="213" y="65"/>
                  </a:cubicBezTo>
                  <a:cubicBezTo>
                    <a:pt x="214" y="66"/>
                    <a:pt x="214" y="70"/>
                    <a:pt x="214" y="72"/>
                  </a:cubicBezTo>
                  <a:cubicBezTo>
                    <a:pt x="213" y="73"/>
                    <a:pt x="213" y="75"/>
                    <a:pt x="213" y="76"/>
                  </a:cubicBezTo>
                  <a:cubicBezTo>
                    <a:pt x="213" y="77"/>
                    <a:pt x="213" y="80"/>
                    <a:pt x="214" y="81"/>
                  </a:cubicBezTo>
                  <a:cubicBezTo>
                    <a:pt x="216" y="81"/>
                    <a:pt x="219" y="80"/>
                    <a:pt x="221" y="79"/>
                  </a:cubicBezTo>
                  <a:cubicBezTo>
                    <a:pt x="221" y="78"/>
                    <a:pt x="221" y="75"/>
                    <a:pt x="222" y="75"/>
                  </a:cubicBezTo>
                  <a:cubicBezTo>
                    <a:pt x="223" y="74"/>
                    <a:pt x="226" y="74"/>
                    <a:pt x="227" y="75"/>
                  </a:cubicBezTo>
                  <a:cubicBezTo>
                    <a:pt x="228" y="76"/>
                    <a:pt x="228" y="80"/>
                    <a:pt x="228" y="82"/>
                  </a:cubicBezTo>
                  <a:cubicBezTo>
                    <a:pt x="228" y="84"/>
                    <a:pt x="228" y="88"/>
                    <a:pt x="229" y="88"/>
                  </a:cubicBezTo>
                  <a:cubicBezTo>
                    <a:pt x="231" y="89"/>
                    <a:pt x="233" y="86"/>
                    <a:pt x="234" y="85"/>
                  </a:cubicBezTo>
                  <a:cubicBezTo>
                    <a:pt x="236" y="85"/>
                    <a:pt x="240" y="86"/>
                    <a:pt x="242" y="85"/>
                  </a:cubicBezTo>
                  <a:cubicBezTo>
                    <a:pt x="243" y="85"/>
                    <a:pt x="246" y="83"/>
                    <a:pt x="246" y="82"/>
                  </a:cubicBezTo>
                  <a:cubicBezTo>
                    <a:pt x="247" y="80"/>
                    <a:pt x="245" y="75"/>
                    <a:pt x="246" y="74"/>
                  </a:cubicBezTo>
                  <a:cubicBezTo>
                    <a:pt x="247" y="72"/>
                    <a:pt x="251" y="72"/>
                    <a:pt x="252" y="72"/>
                  </a:cubicBezTo>
                  <a:cubicBezTo>
                    <a:pt x="255" y="72"/>
                    <a:pt x="259" y="75"/>
                    <a:pt x="261" y="76"/>
                  </a:cubicBezTo>
                  <a:cubicBezTo>
                    <a:pt x="263" y="78"/>
                    <a:pt x="267" y="83"/>
                    <a:pt x="270" y="84"/>
                  </a:cubicBezTo>
                  <a:cubicBezTo>
                    <a:pt x="271" y="85"/>
                    <a:pt x="275" y="86"/>
                    <a:pt x="276" y="86"/>
                  </a:cubicBezTo>
                  <a:cubicBezTo>
                    <a:pt x="279" y="86"/>
                    <a:pt x="283" y="84"/>
                    <a:pt x="285" y="84"/>
                  </a:cubicBezTo>
                  <a:cubicBezTo>
                    <a:pt x="286" y="83"/>
                    <a:pt x="289" y="83"/>
                    <a:pt x="290" y="84"/>
                  </a:cubicBezTo>
                  <a:cubicBezTo>
                    <a:pt x="292" y="84"/>
                    <a:pt x="296" y="88"/>
                    <a:pt x="298" y="88"/>
                  </a:cubicBezTo>
                  <a:cubicBezTo>
                    <a:pt x="300" y="89"/>
                    <a:pt x="304" y="90"/>
                    <a:pt x="306" y="89"/>
                  </a:cubicBezTo>
                  <a:cubicBezTo>
                    <a:pt x="307" y="88"/>
                    <a:pt x="307" y="83"/>
                    <a:pt x="308" y="82"/>
                  </a:cubicBezTo>
                  <a:cubicBezTo>
                    <a:pt x="310" y="82"/>
                    <a:pt x="313" y="83"/>
                    <a:pt x="314" y="84"/>
                  </a:cubicBezTo>
                  <a:cubicBezTo>
                    <a:pt x="316" y="85"/>
                    <a:pt x="319" y="88"/>
                    <a:pt x="320" y="89"/>
                  </a:cubicBezTo>
                  <a:cubicBezTo>
                    <a:pt x="322" y="89"/>
                    <a:pt x="326" y="90"/>
                    <a:pt x="327" y="89"/>
                  </a:cubicBezTo>
                  <a:cubicBezTo>
                    <a:pt x="329" y="87"/>
                    <a:pt x="326" y="81"/>
                    <a:pt x="327" y="80"/>
                  </a:cubicBezTo>
                  <a:cubicBezTo>
                    <a:pt x="328" y="78"/>
                    <a:pt x="333" y="79"/>
                    <a:pt x="335" y="79"/>
                  </a:cubicBezTo>
                  <a:cubicBezTo>
                    <a:pt x="338" y="79"/>
                    <a:pt x="342" y="82"/>
                    <a:pt x="345" y="82"/>
                  </a:cubicBezTo>
                  <a:cubicBezTo>
                    <a:pt x="347" y="82"/>
                    <a:pt x="352" y="80"/>
                    <a:pt x="354" y="79"/>
                  </a:cubicBezTo>
                  <a:cubicBezTo>
                    <a:pt x="355" y="79"/>
                    <a:pt x="358" y="76"/>
                    <a:pt x="359" y="76"/>
                  </a:cubicBezTo>
                  <a:cubicBezTo>
                    <a:pt x="362" y="75"/>
                    <a:pt x="368" y="76"/>
                    <a:pt x="370" y="76"/>
                  </a:cubicBezTo>
                  <a:cubicBezTo>
                    <a:pt x="373" y="76"/>
                    <a:pt x="378" y="78"/>
                    <a:pt x="381" y="79"/>
                  </a:cubicBezTo>
                  <a:cubicBezTo>
                    <a:pt x="382" y="80"/>
                    <a:pt x="384" y="82"/>
                    <a:pt x="385" y="83"/>
                  </a:cubicBezTo>
                  <a:cubicBezTo>
                    <a:pt x="386" y="83"/>
                    <a:pt x="388" y="84"/>
                    <a:pt x="389" y="83"/>
                  </a:cubicBezTo>
                  <a:cubicBezTo>
                    <a:pt x="391" y="83"/>
                    <a:pt x="393" y="80"/>
                    <a:pt x="394" y="79"/>
                  </a:cubicBezTo>
                  <a:cubicBezTo>
                    <a:pt x="396" y="79"/>
                    <a:pt x="399" y="79"/>
                    <a:pt x="400" y="79"/>
                  </a:cubicBezTo>
                  <a:cubicBezTo>
                    <a:pt x="402" y="80"/>
                    <a:pt x="404" y="84"/>
                    <a:pt x="405" y="85"/>
                  </a:cubicBezTo>
                  <a:cubicBezTo>
                    <a:pt x="406" y="87"/>
                    <a:pt x="407" y="92"/>
                    <a:pt x="408" y="94"/>
                  </a:cubicBezTo>
                  <a:cubicBezTo>
                    <a:pt x="410" y="96"/>
                    <a:pt x="417" y="96"/>
                    <a:pt x="420" y="96"/>
                  </a:cubicBezTo>
                  <a:cubicBezTo>
                    <a:pt x="422" y="96"/>
                    <a:pt x="426" y="97"/>
                    <a:pt x="427" y="96"/>
                  </a:cubicBezTo>
                  <a:cubicBezTo>
                    <a:pt x="428" y="96"/>
                    <a:pt x="430" y="94"/>
                    <a:pt x="431" y="93"/>
                  </a:cubicBezTo>
                  <a:cubicBezTo>
                    <a:pt x="433" y="94"/>
                    <a:pt x="435" y="95"/>
                    <a:pt x="436" y="95"/>
                  </a:cubicBezTo>
                  <a:cubicBezTo>
                    <a:pt x="437" y="95"/>
                    <a:pt x="437" y="95"/>
                    <a:pt x="438" y="95"/>
                  </a:cubicBezTo>
                  <a:cubicBezTo>
                    <a:pt x="437" y="96"/>
                    <a:pt x="436" y="98"/>
                    <a:pt x="436" y="99"/>
                  </a:cubicBezTo>
                  <a:cubicBezTo>
                    <a:pt x="435" y="102"/>
                    <a:pt x="437" y="107"/>
                    <a:pt x="439" y="109"/>
                  </a:cubicBezTo>
                  <a:cubicBezTo>
                    <a:pt x="439" y="110"/>
                    <a:pt x="442" y="110"/>
                    <a:pt x="443" y="111"/>
                  </a:cubicBezTo>
                  <a:cubicBezTo>
                    <a:pt x="445" y="112"/>
                    <a:pt x="447" y="116"/>
                    <a:pt x="447" y="1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8"/>
            <p:cNvSpPr>
              <a:spLocks/>
            </p:cNvSpPr>
            <p:nvPr/>
          </p:nvSpPr>
          <p:spPr bwMode="auto">
            <a:xfrm>
              <a:off x="1152525" y="3068638"/>
              <a:ext cx="955675" cy="1147763"/>
            </a:xfrm>
            <a:custGeom>
              <a:avLst/>
              <a:gdLst/>
              <a:ahLst/>
              <a:cxnLst>
                <a:cxn ang="0">
                  <a:pos x="568" y="187"/>
                </a:cxn>
                <a:cxn ang="0">
                  <a:pos x="547" y="215"/>
                </a:cxn>
                <a:cxn ang="0">
                  <a:pos x="533" y="241"/>
                </a:cxn>
                <a:cxn ang="0">
                  <a:pos x="506" y="269"/>
                </a:cxn>
                <a:cxn ang="0">
                  <a:pos x="494" y="293"/>
                </a:cxn>
                <a:cxn ang="0">
                  <a:pos x="484" y="317"/>
                </a:cxn>
                <a:cxn ang="0">
                  <a:pos x="479" y="341"/>
                </a:cxn>
                <a:cxn ang="0">
                  <a:pos x="458" y="368"/>
                </a:cxn>
                <a:cxn ang="0">
                  <a:pos x="423" y="387"/>
                </a:cxn>
                <a:cxn ang="0">
                  <a:pos x="372" y="406"/>
                </a:cxn>
                <a:cxn ang="0">
                  <a:pos x="340" y="407"/>
                </a:cxn>
                <a:cxn ang="0">
                  <a:pos x="316" y="421"/>
                </a:cxn>
                <a:cxn ang="0">
                  <a:pos x="294" y="415"/>
                </a:cxn>
                <a:cxn ang="0">
                  <a:pos x="279" y="446"/>
                </a:cxn>
                <a:cxn ang="0">
                  <a:pos x="267" y="482"/>
                </a:cxn>
                <a:cxn ang="0">
                  <a:pos x="305" y="519"/>
                </a:cxn>
                <a:cxn ang="0">
                  <a:pos x="309" y="560"/>
                </a:cxn>
                <a:cxn ang="0">
                  <a:pos x="298" y="595"/>
                </a:cxn>
                <a:cxn ang="0">
                  <a:pos x="270" y="628"/>
                </a:cxn>
                <a:cxn ang="0">
                  <a:pos x="254" y="667"/>
                </a:cxn>
                <a:cxn ang="0">
                  <a:pos x="232" y="685"/>
                </a:cxn>
                <a:cxn ang="0">
                  <a:pos x="199" y="669"/>
                </a:cxn>
                <a:cxn ang="0">
                  <a:pos x="174" y="638"/>
                </a:cxn>
                <a:cxn ang="0">
                  <a:pos x="129" y="631"/>
                </a:cxn>
                <a:cxn ang="0">
                  <a:pos x="90" y="613"/>
                </a:cxn>
                <a:cxn ang="0">
                  <a:pos x="77" y="614"/>
                </a:cxn>
                <a:cxn ang="0">
                  <a:pos x="67" y="597"/>
                </a:cxn>
                <a:cxn ang="0">
                  <a:pos x="56" y="562"/>
                </a:cxn>
                <a:cxn ang="0">
                  <a:pos x="27" y="552"/>
                </a:cxn>
                <a:cxn ang="0">
                  <a:pos x="11" y="534"/>
                </a:cxn>
                <a:cxn ang="0">
                  <a:pos x="65" y="480"/>
                </a:cxn>
                <a:cxn ang="0">
                  <a:pos x="80" y="418"/>
                </a:cxn>
                <a:cxn ang="0">
                  <a:pos x="106" y="294"/>
                </a:cxn>
                <a:cxn ang="0">
                  <a:pos x="123" y="235"/>
                </a:cxn>
                <a:cxn ang="0">
                  <a:pos x="144" y="223"/>
                </a:cxn>
                <a:cxn ang="0">
                  <a:pos x="118" y="224"/>
                </a:cxn>
                <a:cxn ang="0">
                  <a:pos x="111" y="212"/>
                </a:cxn>
                <a:cxn ang="0">
                  <a:pos x="135" y="93"/>
                </a:cxn>
                <a:cxn ang="0">
                  <a:pos x="154" y="24"/>
                </a:cxn>
                <a:cxn ang="0">
                  <a:pos x="181" y="61"/>
                </a:cxn>
                <a:cxn ang="0">
                  <a:pos x="208" y="119"/>
                </a:cxn>
                <a:cxn ang="0">
                  <a:pos x="230" y="167"/>
                </a:cxn>
                <a:cxn ang="0">
                  <a:pos x="236" y="180"/>
                </a:cxn>
                <a:cxn ang="0">
                  <a:pos x="220" y="143"/>
                </a:cxn>
                <a:cxn ang="0">
                  <a:pos x="209" y="85"/>
                </a:cxn>
                <a:cxn ang="0">
                  <a:pos x="241" y="92"/>
                </a:cxn>
                <a:cxn ang="0">
                  <a:pos x="260" y="124"/>
                </a:cxn>
                <a:cxn ang="0">
                  <a:pos x="294" y="137"/>
                </a:cxn>
                <a:cxn ang="0">
                  <a:pos x="326" y="121"/>
                </a:cxn>
                <a:cxn ang="0">
                  <a:pos x="360" y="101"/>
                </a:cxn>
                <a:cxn ang="0">
                  <a:pos x="377" y="62"/>
                </a:cxn>
                <a:cxn ang="0">
                  <a:pos x="416" y="27"/>
                </a:cxn>
                <a:cxn ang="0">
                  <a:pos x="434" y="0"/>
                </a:cxn>
                <a:cxn ang="0">
                  <a:pos x="455" y="30"/>
                </a:cxn>
                <a:cxn ang="0">
                  <a:pos x="505" y="25"/>
                </a:cxn>
                <a:cxn ang="0">
                  <a:pos x="527" y="58"/>
                </a:cxn>
                <a:cxn ang="0">
                  <a:pos x="549" y="77"/>
                </a:cxn>
                <a:cxn ang="0">
                  <a:pos x="538" y="114"/>
                </a:cxn>
                <a:cxn ang="0">
                  <a:pos x="561" y="136"/>
                </a:cxn>
              </a:cxnLst>
              <a:rect l="0" t="0" r="r" b="b"/>
              <a:pathLst>
                <a:path w="571" h="685">
                  <a:moveTo>
                    <a:pt x="568" y="157"/>
                  </a:moveTo>
                  <a:cubicBezTo>
                    <a:pt x="569" y="158"/>
                    <a:pt x="570" y="161"/>
                    <a:pt x="571" y="164"/>
                  </a:cubicBezTo>
                  <a:cubicBezTo>
                    <a:pt x="569" y="164"/>
                    <a:pt x="567" y="165"/>
                    <a:pt x="566" y="166"/>
                  </a:cubicBezTo>
                  <a:cubicBezTo>
                    <a:pt x="565" y="167"/>
                    <a:pt x="564" y="171"/>
                    <a:pt x="564" y="172"/>
                  </a:cubicBezTo>
                  <a:cubicBezTo>
                    <a:pt x="564" y="174"/>
                    <a:pt x="565" y="176"/>
                    <a:pt x="566" y="178"/>
                  </a:cubicBezTo>
                  <a:cubicBezTo>
                    <a:pt x="567" y="180"/>
                    <a:pt x="569" y="185"/>
                    <a:pt x="568" y="187"/>
                  </a:cubicBezTo>
                  <a:cubicBezTo>
                    <a:pt x="568" y="188"/>
                    <a:pt x="564" y="189"/>
                    <a:pt x="564" y="191"/>
                  </a:cubicBezTo>
                  <a:cubicBezTo>
                    <a:pt x="563" y="193"/>
                    <a:pt x="565" y="197"/>
                    <a:pt x="564" y="199"/>
                  </a:cubicBezTo>
                  <a:cubicBezTo>
                    <a:pt x="563" y="200"/>
                    <a:pt x="561" y="202"/>
                    <a:pt x="560" y="203"/>
                  </a:cubicBezTo>
                  <a:cubicBezTo>
                    <a:pt x="559" y="205"/>
                    <a:pt x="561" y="211"/>
                    <a:pt x="560" y="213"/>
                  </a:cubicBezTo>
                  <a:cubicBezTo>
                    <a:pt x="559" y="214"/>
                    <a:pt x="556" y="214"/>
                    <a:pt x="554" y="215"/>
                  </a:cubicBezTo>
                  <a:cubicBezTo>
                    <a:pt x="552" y="215"/>
                    <a:pt x="548" y="213"/>
                    <a:pt x="547" y="215"/>
                  </a:cubicBezTo>
                  <a:cubicBezTo>
                    <a:pt x="546" y="215"/>
                    <a:pt x="547" y="217"/>
                    <a:pt x="547" y="218"/>
                  </a:cubicBezTo>
                  <a:cubicBezTo>
                    <a:pt x="547" y="220"/>
                    <a:pt x="545" y="222"/>
                    <a:pt x="545" y="223"/>
                  </a:cubicBezTo>
                  <a:cubicBezTo>
                    <a:pt x="545" y="224"/>
                    <a:pt x="546" y="228"/>
                    <a:pt x="546" y="229"/>
                  </a:cubicBezTo>
                  <a:cubicBezTo>
                    <a:pt x="545" y="231"/>
                    <a:pt x="542" y="235"/>
                    <a:pt x="540" y="236"/>
                  </a:cubicBezTo>
                  <a:cubicBezTo>
                    <a:pt x="539" y="236"/>
                    <a:pt x="535" y="235"/>
                    <a:pt x="534" y="236"/>
                  </a:cubicBezTo>
                  <a:cubicBezTo>
                    <a:pt x="533" y="236"/>
                    <a:pt x="534" y="240"/>
                    <a:pt x="533" y="241"/>
                  </a:cubicBezTo>
                  <a:cubicBezTo>
                    <a:pt x="531" y="242"/>
                    <a:pt x="527" y="242"/>
                    <a:pt x="525" y="243"/>
                  </a:cubicBezTo>
                  <a:cubicBezTo>
                    <a:pt x="523" y="244"/>
                    <a:pt x="519" y="246"/>
                    <a:pt x="518" y="248"/>
                  </a:cubicBezTo>
                  <a:cubicBezTo>
                    <a:pt x="518" y="249"/>
                    <a:pt x="519" y="252"/>
                    <a:pt x="518" y="253"/>
                  </a:cubicBezTo>
                  <a:cubicBezTo>
                    <a:pt x="518" y="254"/>
                    <a:pt x="516" y="257"/>
                    <a:pt x="516" y="258"/>
                  </a:cubicBezTo>
                  <a:cubicBezTo>
                    <a:pt x="515" y="258"/>
                    <a:pt x="512" y="259"/>
                    <a:pt x="511" y="260"/>
                  </a:cubicBezTo>
                  <a:cubicBezTo>
                    <a:pt x="510" y="262"/>
                    <a:pt x="508" y="268"/>
                    <a:pt x="506" y="269"/>
                  </a:cubicBezTo>
                  <a:cubicBezTo>
                    <a:pt x="505" y="270"/>
                    <a:pt x="503" y="269"/>
                    <a:pt x="502" y="269"/>
                  </a:cubicBezTo>
                  <a:cubicBezTo>
                    <a:pt x="500" y="270"/>
                    <a:pt x="497" y="272"/>
                    <a:pt x="495" y="273"/>
                  </a:cubicBezTo>
                  <a:cubicBezTo>
                    <a:pt x="493" y="273"/>
                    <a:pt x="489" y="275"/>
                    <a:pt x="488" y="277"/>
                  </a:cubicBezTo>
                  <a:cubicBezTo>
                    <a:pt x="487" y="279"/>
                    <a:pt x="488" y="283"/>
                    <a:pt x="489" y="285"/>
                  </a:cubicBezTo>
                  <a:cubicBezTo>
                    <a:pt x="490" y="286"/>
                    <a:pt x="492" y="286"/>
                    <a:pt x="493" y="287"/>
                  </a:cubicBezTo>
                  <a:cubicBezTo>
                    <a:pt x="494" y="288"/>
                    <a:pt x="493" y="291"/>
                    <a:pt x="494" y="293"/>
                  </a:cubicBezTo>
                  <a:cubicBezTo>
                    <a:pt x="495" y="294"/>
                    <a:pt x="499" y="296"/>
                    <a:pt x="500" y="298"/>
                  </a:cubicBezTo>
                  <a:cubicBezTo>
                    <a:pt x="501" y="299"/>
                    <a:pt x="501" y="302"/>
                    <a:pt x="501" y="304"/>
                  </a:cubicBezTo>
                  <a:cubicBezTo>
                    <a:pt x="501" y="306"/>
                    <a:pt x="499" y="310"/>
                    <a:pt x="498" y="312"/>
                  </a:cubicBezTo>
                  <a:cubicBezTo>
                    <a:pt x="498" y="314"/>
                    <a:pt x="499" y="317"/>
                    <a:pt x="498" y="318"/>
                  </a:cubicBezTo>
                  <a:cubicBezTo>
                    <a:pt x="497" y="321"/>
                    <a:pt x="491" y="323"/>
                    <a:pt x="488" y="322"/>
                  </a:cubicBezTo>
                  <a:cubicBezTo>
                    <a:pt x="487" y="322"/>
                    <a:pt x="485" y="318"/>
                    <a:pt x="484" y="317"/>
                  </a:cubicBezTo>
                  <a:cubicBezTo>
                    <a:pt x="482" y="316"/>
                    <a:pt x="479" y="314"/>
                    <a:pt x="477" y="315"/>
                  </a:cubicBezTo>
                  <a:cubicBezTo>
                    <a:pt x="474" y="315"/>
                    <a:pt x="470" y="319"/>
                    <a:pt x="469" y="322"/>
                  </a:cubicBezTo>
                  <a:cubicBezTo>
                    <a:pt x="469" y="324"/>
                    <a:pt x="471" y="327"/>
                    <a:pt x="472" y="328"/>
                  </a:cubicBezTo>
                  <a:cubicBezTo>
                    <a:pt x="472" y="330"/>
                    <a:pt x="470" y="333"/>
                    <a:pt x="470" y="334"/>
                  </a:cubicBezTo>
                  <a:cubicBezTo>
                    <a:pt x="471" y="335"/>
                    <a:pt x="475" y="335"/>
                    <a:pt x="476" y="336"/>
                  </a:cubicBezTo>
                  <a:cubicBezTo>
                    <a:pt x="477" y="336"/>
                    <a:pt x="479" y="339"/>
                    <a:pt x="479" y="341"/>
                  </a:cubicBezTo>
                  <a:cubicBezTo>
                    <a:pt x="479" y="343"/>
                    <a:pt x="476" y="345"/>
                    <a:pt x="475" y="347"/>
                  </a:cubicBezTo>
                  <a:cubicBezTo>
                    <a:pt x="475" y="349"/>
                    <a:pt x="475" y="352"/>
                    <a:pt x="475" y="354"/>
                  </a:cubicBezTo>
                  <a:cubicBezTo>
                    <a:pt x="475" y="356"/>
                    <a:pt x="474" y="360"/>
                    <a:pt x="473" y="361"/>
                  </a:cubicBezTo>
                  <a:cubicBezTo>
                    <a:pt x="471" y="362"/>
                    <a:pt x="468" y="360"/>
                    <a:pt x="467" y="361"/>
                  </a:cubicBezTo>
                  <a:cubicBezTo>
                    <a:pt x="465" y="362"/>
                    <a:pt x="466" y="367"/>
                    <a:pt x="464" y="368"/>
                  </a:cubicBezTo>
                  <a:cubicBezTo>
                    <a:pt x="463" y="369"/>
                    <a:pt x="460" y="367"/>
                    <a:pt x="458" y="368"/>
                  </a:cubicBezTo>
                  <a:cubicBezTo>
                    <a:pt x="456" y="369"/>
                    <a:pt x="455" y="375"/>
                    <a:pt x="453" y="377"/>
                  </a:cubicBezTo>
                  <a:cubicBezTo>
                    <a:pt x="452" y="378"/>
                    <a:pt x="448" y="378"/>
                    <a:pt x="447" y="380"/>
                  </a:cubicBezTo>
                  <a:cubicBezTo>
                    <a:pt x="446" y="381"/>
                    <a:pt x="445" y="386"/>
                    <a:pt x="444" y="388"/>
                  </a:cubicBezTo>
                  <a:cubicBezTo>
                    <a:pt x="442" y="390"/>
                    <a:pt x="438" y="393"/>
                    <a:pt x="435" y="394"/>
                  </a:cubicBezTo>
                  <a:cubicBezTo>
                    <a:pt x="433" y="395"/>
                    <a:pt x="429" y="396"/>
                    <a:pt x="427" y="395"/>
                  </a:cubicBezTo>
                  <a:cubicBezTo>
                    <a:pt x="425" y="394"/>
                    <a:pt x="425" y="388"/>
                    <a:pt x="423" y="387"/>
                  </a:cubicBezTo>
                  <a:cubicBezTo>
                    <a:pt x="422" y="386"/>
                    <a:pt x="418" y="386"/>
                    <a:pt x="416" y="386"/>
                  </a:cubicBezTo>
                  <a:cubicBezTo>
                    <a:pt x="414" y="387"/>
                    <a:pt x="411" y="390"/>
                    <a:pt x="409" y="390"/>
                  </a:cubicBezTo>
                  <a:cubicBezTo>
                    <a:pt x="407" y="391"/>
                    <a:pt x="403" y="389"/>
                    <a:pt x="400" y="390"/>
                  </a:cubicBezTo>
                  <a:cubicBezTo>
                    <a:pt x="397" y="390"/>
                    <a:pt x="391" y="393"/>
                    <a:pt x="388" y="395"/>
                  </a:cubicBezTo>
                  <a:cubicBezTo>
                    <a:pt x="386" y="396"/>
                    <a:pt x="382" y="399"/>
                    <a:pt x="380" y="401"/>
                  </a:cubicBezTo>
                  <a:cubicBezTo>
                    <a:pt x="378" y="402"/>
                    <a:pt x="374" y="405"/>
                    <a:pt x="372" y="406"/>
                  </a:cubicBezTo>
                  <a:cubicBezTo>
                    <a:pt x="369" y="406"/>
                    <a:pt x="361" y="404"/>
                    <a:pt x="359" y="402"/>
                  </a:cubicBezTo>
                  <a:cubicBezTo>
                    <a:pt x="357" y="400"/>
                    <a:pt x="358" y="395"/>
                    <a:pt x="357" y="394"/>
                  </a:cubicBezTo>
                  <a:cubicBezTo>
                    <a:pt x="355" y="393"/>
                    <a:pt x="350" y="395"/>
                    <a:pt x="348" y="397"/>
                  </a:cubicBezTo>
                  <a:cubicBezTo>
                    <a:pt x="347" y="398"/>
                    <a:pt x="349" y="402"/>
                    <a:pt x="348" y="403"/>
                  </a:cubicBezTo>
                  <a:cubicBezTo>
                    <a:pt x="348" y="405"/>
                    <a:pt x="346" y="406"/>
                    <a:pt x="344" y="407"/>
                  </a:cubicBezTo>
                  <a:cubicBezTo>
                    <a:pt x="343" y="407"/>
                    <a:pt x="341" y="407"/>
                    <a:pt x="340" y="407"/>
                  </a:cubicBezTo>
                  <a:cubicBezTo>
                    <a:pt x="338" y="406"/>
                    <a:pt x="335" y="401"/>
                    <a:pt x="333" y="401"/>
                  </a:cubicBezTo>
                  <a:cubicBezTo>
                    <a:pt x="332" y="401"/>
                    <a:pt x="329" y="403"/>
                    <a:pt x="329" y="404"/>
                  </a:cubicBezTo>
                  <a:cubicBezTo>
                    <a:pt x="329" y="406"/>
                    <a:pt x="333" y="408"/>
                    <a:pt x="333" y="410"/>
                  </a:cubicBezTo>
                  <a:cubicBezTo>
                    <a:pt x="334" y="413"/>
                    <a:pt x="332" y="418"/>
                    <a:pt x="331" y="420"/>
                  </a:cubicBezTo>
                  <a:cubicBezTo>
                    <a:pt x="330" y="421"/>
                    <a:pt x="328" y="424"/>
                    <a:pt x="326" y="424"/>
                  </a:cubicBezTo>
                  <a:cubicBezTo>
                    <a:pt x="324" y="424"/>
                    <a:pt x="317" y="423"/>
                    <a:pt x="316" y="421"/>
                  </a:cubicBezTo>
                  <a:cubicBezTo>
                    <a:pt x="315" y="419"/>
                    <a:pt x="319" y="415"/>
                    <a:pt x="319" y="413"/>
                  </a:cubicBezTo>
                  <a:cubicBezTo>
                    <a:pt x="319" y="411"/>
                    <a:pt x="317" y="408"/>
                    <a:pt x="316" y="407"/>
                  </a:cubicBezTo>
                  <a:cubicBezTo>
                    <a:pt x="315" y="406"/>
                    <a:pt x="312" y="406"/>
                    <a:pt x="310" y="406"/>
                  </a:cubicBezTo>
                  <a:cubicBezTo>
                    <a:pt x="310" y="407"/>
                    <a:pt x="308" y="408"/>
                    <a:pt x="308" y="408"/>
                  </a:cubicBezTo>
                  <a:cubicBezTo>
                    <a:pt x="306" y="411"/>
                    <a:pt x="305" y="419"/>
                    <a:pt x="301" y="420"/>
                  </a:cubicBezTo>
                  <a:cubicBezTo>
                    <a:pt x="299" y="420"/>
                    <a:pt x="296" y="416"/>
                    <a:pt x="294" y="415"/>
                  </a:cubicBezTo>
                  <a:cubicBezTo>
                    <a:pt x="293" y="415"/>
                    <a:pt x="290" y="415"/>
                    <a:pt x="289" y="415"/>
                  </a:cubicBezTo>
                  <a:cubicBezTo>
                    <a:pt x="286" y="415"/>
                    <a:pt x="279" y="418"/>
                    <a:pt x="278" y="420"/>
                  </a:cubicBezTo>
                  <a:cubicBezTo>
                    <a:pt x="276" y="422"/>
                    <a:pt x="276" y="426"/>
                    <a:pt x="278" y="428"/>
                  </a:cubicBezTo>
                  <a:cubicBezTo>
                    <a:pt x="278" y="429"/>
                    <a:pt x="283" y="429"/>
                    <a:pt x="284" y="431"/>
                  </a:cubicBezTo>
                  <a:cubicBezTo>
                    <a:pt x="285" y="433"/>
                    <a:pt x="285" y="438"/>
                    <a:pt x="284" y="441"/>
                  </a:cubicBezTo>
                  <a:cubicBezTo>
                    <a:pt x="284" y="442"/>
                    <a:pt x="280" y="445"/>
                    <a:pt x="279" y="446"/>
                  </a:cubicBezTo>
                  <a:cubicBezTo>
                    <a:pt x="279" y="448"/>
                    <a:pt x="279" y="453"/>
                    <a:pt x="279" y="455"/>
                  </a:cubicBezTo>
                  <a:cubicBezTo>
                    <a:pt x="280" y="456"/>
                    <a:pt x="283" y="459"/>
                    <a:pt x="283" y="461"/>
                  </a:cubicBezTo>
                  <a:cubicBezTo>
                    <a:pt x="284" y="463"/>
                    <a:pt x="284" y="467"/>
                    <a:pt x="283" y="469"/>
                  </a:cubicBezTo>
                  <a:cubicBezTo>
                    <a:pt x="283" y="470"/>
                    <a:pt x="280" y="472"/>
                    <a:pt x="279" y="472"/>
                  </a:cubicBezTo>
                  <a:cubicBezTo>
                    <a:pt x="277" y="473"/>
                    <a:pt x="271" y="470"/>
                    <a:pt x="269" y="471"/>
                  </a:cubicBezTo>
                  <a:cubicBezTo>
                    <a:pt x="267" y="473"/>
                    <a:pt x="267" y="479"/>
                    <a:pt x="267" y="482"/>
                  </a:cubicBezTo>
                  <a:cubicBezTo>
                    <a:pt x="268" y="485"/>
                    <a:pt x="270" y="492"/>
                    <a:pt x="273" y="494"/>
                  </a:cubicBezTo>
                  <a:cubicBezTo>
                    <a:pt x="274" y="496"/>
                    <a:pt x="279" y="497"/>
                    <a:pt x="281" y="497"/>
                  </a:cubicBezTo>
                  <a:cubicBezTo>
                    <a:pt x="284" y="498"/>
                    <a:pt x="290" y="496"/>
                    <a:pt x="293" y="497"/>
                  </a:cubicBezTo>
                  <a:cubicBezTo>
                    <a:pt x="294" y="498"/>
                    <a:pt x="295" y="503"/>
                    <a:pt x="296" y="505"/>
                  </a:cubicBezTo>
                  <a:cubicBezTo>
                    <a:pt x="298" y="507"/>
                    <a:pt x="305" y="508"/>
                    <a:pt x="306" y="511"/>
                  </a:cubicBezTo>
                  <a:cubicBezTo>
                    <a:pt x="307" y="513"/>
                    <a:pt x="304" y="517"/>
                    <a:pt x="305" y="519"/>
                  </a:cubicBezTo>
                  <a:cubicBezTo>
                    <a:pt x="305" y="521"/>
                    <a:pt x="309" y="523"/>
                    <a:pt x="310" y="524"/>
                  </a:cubicBezTo>
                  <a:cubicBezTo>
                    <a:pt x="312" y="527"/>
                    <a:pt x="314" y="533"/>
                    <a:pt x="315" y="537"/>
                  </a:cubicBezTo>
                  <a:cubicBezTo>
                    <a:pt x="315" y="539"/>
                    <a:pt x="312" y="543"/>
                    <a:pt x="312" y="545"/>
                  </a:cubicBezTo>
                  <a:cubicBezTo>
                    <a:pt x="313" y="548"/>
                    <a:pt x="318" y="549"/>
                    <a:pt x="319" y="551"/>
                  </a:cubicBezTo>
                  <a:cubicBezTo>
                    <a:pt x="320" y="553"/>
                    <a:pt x="320" y="559"/>
                    <a:pt x="318" y="560"/>
                  </a:cubicBezTo>
                  <a:cubicBezTo>
                    <a:pt x="316" y="562"/>
                    <a:pt x="310" y="559"/>
                    <a:pt x="309" y="560"/>
                  </a:cubicBezTo>
                  <a:cubicBezTo>
                    <a:pt x="307" y="561"/>
                    <a:pt x="307" y="564"/>
                    <a:pt x="307" y="566"/>
                  </a:cubicBezTo>
                  <a:cubicBezTo>
                    <a:pt x="307" y="568"/>
                    <a:pt x="306" y="571"/>
                    <a:pt x="306" y="573"/>
                  </a:cubicBezTo>
                  <a:cubicBezTo>
                    <a:pt x="306" y="575"/>
                    <a:pt x="307" y="578"/>
                    <a:pt x="306" y="580"/>
                  </a:cubicBezTo>
                  <a:cubicBezTo>
                    <a:pt x="306" y="581"/>
                    <a:pt x="305" y="582"/>
                    <a:pt x="305" y="582"/>
                  </a:cubicBezTo>
                  <a:cubicBezTo>
                    <a:pt x="304" y="584"/>
                    <a:pt x="304" y="590"/>
                    <a:pt x="303" y="592"/>
                  </a:cubicBezTo>
                  <a:cubicBezTo>
                    <a:pt x="302" y="593"/>
                    <a:pt x="299" y="594"/>
                    <a:pt x="298" y="595"/>
                  </a:cubicBezTo>
                  <a:cubicBezTo>
                    <a:pt x="296" y="597"/>
                    <a:pt x="295" y="601"/>
                    <a:pt x="294" y="602"/>
                  </a:cubicBezTo>
                  <a:cubicBezTo>
                    <a:pt x="293" y="604"/>
                    <a:pt x="292" y="608"/>
                    <a:pt x="291" y="609"/>
                  </a:cubicBezTo>
                  <a:cubicBezTo>
                    <a:pt x="289" y="610"/>
                    <a:pt x="286" y="608"/>
                    <a:pt x="284" y="609"/>
                  </a:cubicBezTo>
                  <a:cubicBezTo>
                    <a:pt x="282" y="610"/>
                    <a:pt x="278" y="614"/>
                    <a:pt x="277" y="617"/>
                  </a:cubicBezTo>
                  <a:cubicBezTo>
                    <a:pt x="276" y="619"/>
                    <a:pt x="280" y="625"/>
                    <a:pt x="278" y="627"/>
                  </a:cubicBezTo>
                  <a:cubicBezTo>
                    <a:pt x="277" y="629"/>
                    <a:pt x="272" y="628"/>
                    <a:pt x="270" y="628"/>
                  </a:cubicBezTo>
                  <a:cubicBezTo>
                    <a:pt x="268" y="629"/>
                    <a:pt x="265" y="631"/>
                    <a:pt x="264" y="633"/>
                  </a:cubicBezTo>
                  <a:cubicBezTo>
                    <a:pt x="262" y="635"/>
                    <a:pt x="263" y="640"/>
                    <a:pt x="262" y="642"/>
                  </a:cubicBezTo>
                  <a:cubicBezTo>
                    <a:pt x="261" y="643"/>
                    <a:pt x="257" y="644"/>
                    <a:pt x="256" y="645"/>
                  </a:cubicBezTo>
                  <a:cubicBezTo>
                    <a:pt x="256" y="647"/>
                    <a:pt x="259" y="651"/>
                    <a:pt x="258" y="653"/>
                  </a:cubicBezTo>
                  <a:cubicBezTo>
                    <a:pt x="258" y="654"/>
                    <a:pt x="256" y="655"/>
                    <a:pt x="256" y="656"/>
                  </a:cubicBezTo>
                  <a:cubicBezTo>
                    <a:pt x="254" y="659"/>
                    <a:pt x="254" y="664"/>
                    <a:pt x="254" y="667"/>
                  </a:cubicBezTo>
                  <a:cubicBezTo>
                    <a:pt x="254" y="668"/>
                    <a:pt x="255" y="670"/>
                    <a:pt x="256" y="672"/>
                  </a:cubicBezTo>
                  <a:cubicBezTo>
                    <a:pt x="254" y="672"/>
                    <a:pt x="253" y="672"/>
                    <a:pt x="252" y="673"/>
                  </a:cubicBezTo>
                  <a:cubicBezTo>
                    <a:pt x="251" y="673"/>
                    <a:pt x="248" y="676"/>
                    <a:pt x="247" y="678"/>
                  </a:cubicBezTo>
                  <a:cubicBezTo>
                    <a:pt x="245" y="679"/>
                    <a:pt x="245" y="683"/>
                    <a:pt x="243" y="684"/>
                  </a:cubicBezTo>
                  <a:cubicBezTo>
                    <a:pt x="241" y="684"/>
                    <a:pt x="238" y="681"/>
                    <a:pt x="236" y="681"/>
                  </a:cubicBezTo>
                  <a:cubicBezTo>
                    <a:pt x="235" y="681"/>
                    <a:pt x="233" y="685"/>
                    <a:pt x="232" y="685"/>
                  </a:cubicBezTo>
                  <a:cubicBezTo>
                    <a:pt x="229" y="684"/>
                    <a:pt x="229" y="678"/>
                    <a:pt x="227" y="677"/>
                  </a:cubicBezTo>
                  <a:cubicBezTo>
                    <a:pt x="225" y="677"/>
                    <a:pt x="222" y="677"/>
                    <a:pt x="221" y="677"/>
                  </a:cubicBezTo>
                  <a:cubicBezTo>
                    <a:pt x="220" y="678"/>
                    <a:pt x="220" y="680"/>
                    <a:pt x="220" y="680"/>
                  </a:cubicBezTo>
                  <a:cubicBezTo>
                    <a:pt x="219" y="682"/>
                    <a:pt x="215" y="685"/>
                    <a:pt x="212" y="685"/>
                  </a:cubicBezTo>
                  <a:cubicBezTo>
                    <a:pt x="211" y="685"/>
                    <a:pt x="209" y="682"/>
                    <a:pt x="208" y="681"/>
                  </a:cubicBezTo>
                  <a:cubicBezTo>
                    <a:pt x="206" y="678"/>
                    <a:pt x="201" y="672"/>
                    <a:pt x="199" y="669"/>
                  </a:cubicBezTo>
                  <a:cubicBezTo>
                    <a:pt x="198" y="667"/>
                    <a:pt x="197" y="661"/>
                    <a:pt x="194" y="660"/>
                  </a:cubicBezTo>
                  <a:cubicBezTo>
                    <a:pt x="193" y="659"/>
                    <a:pt x="189" y="660"/>
                    <a:pt x="187" y="660"/>
                  </a:cubicBezTo>
                  <a:cubicBezTo>
                    <a:pt x="185" y="659"/>
                    <a:pt x="180" y="657"/>
                    <a:pt x="179" y="655"/>
                  </a:cubicBezTo>
                  <a:cubicBezTo>
                    <a:pt x="179" y="653"/>
                    <a:pt x="184" y="650"/>
                    <a:pt x="184" y="648"/>
                  </a:cubicBezTo>
                  <a:cubicBezTo>
                    <a:pt x="184" y="646"/>
                    <a:pt x="182" y="642"/>
                    <a:pt x="180" y="641"/>
                  </a:cubicBezTo>
                  <a:cubicBezTo>
                    <a:pt x="179" y="639"/>
                    <a:pt x="176" y="638"/>
                    <a:pt x="174" y="638"/>
                  </a:cubicBezTo>
                  <a:cubicBezTo>
                    <a:pt x="173" y="639"/>
                    <a:pt x="170" y="641"/>
                    <a:pt x="168" y="641"/>
                  </a:cubicBezTo>
                  <a:cubicBezTo>
                    <a:pt x="166" y="642"/>
                    <a:pt x="161" y="645"/>
                    <a:pt x="158" y="644"/>
                  </a:cubicBezTo>
                  <a:cubicBezTo>
                    <a:pt x="156" y="644"/>
                    <a:pt x="153" y="642"/>
                    <a:pt x="151" y="641"/>
                  </a:cubicBezTo>
                  <a:cubicBezTo>
                    <a:pt x="149" y="640"/>
                    <a:pt x="144" y="638"/>
                    <a:pt x="142" y="637"/>
                  </a:cubicBezTo>
                  <a:cubicBezTo>
                    <a:pt x="140" y="636"/>
                    <a:pt x="135" y="636"/>
                    <a:pt x="133" y="635"/>
                  </a:cubicBezTo>
                  <a:cubicBezTo>
                    <a:pt x="132" y="635"/>
                    <a:pt x="130" y="632"/>
                    <a:pt x="129" y="631"/>
                  </a:cubicBezTo>
                  <a:cubicBezTo>
                    <a:pt x="128" y="631"/>
                    <a:pt x="125" y="632"/>
                    <a:pt x="123" y="631"/>
                  </a:cubicBezTo>
                  <a:cubicBezTo>
                    <a:pt x="121" y="631"/>
                    <a:pt x="117" y="629"/>
                    <a:pt x="116" y="628"/>
                  </a:cubicBezTo>
                  <a:cubicBezTo>
                    <a:pt x="114" y="626"/>
                    <a:pt x="113" y="621"/>
                    <a:pt x="112" y="619"/>
                  </a:cubicBezTo>
                  <a:cubicBezTo>
                    <a:pt x="110" y="618"/>
                    <a:pt x="106" y="619"/>
                    <a:pt x="104" y="619"/>
                  </a:cubicBezTo>
                  <a:cubicBezTo>
                    <a:pt x="101" y="619"/>
                    <a:pt x="97" y="619"/>
                    <a:pt x="95" y="618"/>
                  </a:cubicBezTo>
                  <a:cubicBezTo>
                    <a:pt x="93" y="617"/>
                    <a:pt x="90" y="615"/>
                    <a:pt x="90" y="613"/>
                  </a:cubicBezTo>
                  <a:cubicBezTo>
                    <a:pt x="89" y="612"/>
                    <a:pt x="89" y="607"/>
                    <a:pt x="90" y="606"/>
                  </a:cubicBezTo>
                  <a:cubicBezTo>
                    <a:pt x="90" y="605"/>
                    <a:pt x="92" y="603"/>
                    <a:pt x="91" y="602"/>
                  </a:cubicBezTo>
                  <a:cubicBezTo>
                    <a:pt x="91" y="600"/>
                    <a:pt x="89" y="596"/>
                    <a:pt x="87" y="596"/>
                  </a:cubicBezTo>
                  <a:cubicBezTo>
                    <a:pt x="85" y="595"/>
                    <a:pt x="81" y="597"/>
                    <a:pt x="79" y="598"/>
                  </a:cubicBezTo>
                  <a:cubicBezTo>
                    <a:pt x="78" y="600"/>
                    <a:pt x="78" y="605"/>
                    <a:pt x="77" y="607"/>
                  </a:cubicBezTo>
                  <a:cubicBezTo>
                    <a:pt x="77" y="609"/>
                    <a:pt x="78" y="612"/>
                    <a:pt x="77" y="614"/>
                  </a:cubicBezTo>
                  <a:cubicBezTo>
                    <a:pt x="77" y="615"/>
                    <a:pt x="74" y="617"/>
                    <a:pt x="72" y="618"/>
                  </a:cubicBezTo>
                  <a:cubicBezTo>
                    <a:pt x="71" y="618"/>
                    <a:pt x="68" y="618"/>
                    <a:pt x="67" y="618"/>
                  </a:cubicBezTo>
                  <a:cubicBezTo>
                    <a:pt x="65" y="617"/>
                    <a:pt x="62" y="615"/>
                    <a:pt x="60" y="614"/>
                  </a:cubicBezTo>
                  <a:cubicBezTo>
                    <a:pt x="59" y="613"/>
                    <a:pt x="58" y="610"/>
                    <a:pt x="58" y="608"/>
                  </a:cubicBezTo>
                  <a:cubicBezTo>
                    <a:pt x="57" y="606"/>
                    <a:pt x="58" y="601"/>
                    <a:pt x="60" y="599"/>
                  </a:cubicBezTo>
                  <a:cubicBezTo>
                    <a:pt x="61" y="598"/>
                    <a:pt x="65" y="598"/>
                    <a:pt x="67" y="597"/>
                  </a:cubicBezTo>
                  <a:cubicBezTo>
                    <a:pt x="68" y="595"/>
                    <a:pt x="66" y="589"/>
                    <a:pt x="67" y="586"/>
                  </a:cubicBezTo>
                  <a:cubicBezTo>
                    <a:pt x="67" y="585"/>
                    <a:pt x="69" y="583"/>
                    <a:pt x="70" y="582"/>
                  </a:cubicBezTo>
                  <a:cubicBezTo>
                    <a:pt x="72" y="579"/>
                    <a:pt x="74" y="571"/>
                    <a:pt x="73" y="568"/>
                  </a:cubicBezTo>
                  <a:cubicBezTo>
                    <a:pt x="73" y="567"/>
                    <a:pt x="71" y="566"/>
                    <a:pt x="70" y="565"/>
                  </a:cubicBezTo>
                  <a:cubicBezTo>
                    <a:pt x="69" y="564"/>
                    <a:pt x="64" y="563"/>
                    <a:pt x="62" y="562"/>
                  </a:cubicBezTo>
                  <a:cubicBezTo>
                    <a:pt x="61" y="562"/>
                    <a:pt x="57" y="563"/>
                    <a:pt x="56" y="562"/>
                  </a:cubicBezTo>
                  <a:cubicBezTo>
                    <a:pt x="53" y="561"/>
                    <a:pt x="49" y="558"/>
                    <a:pt x="47" y="557"/>
                  </a:cubicBezTo>
                  <a:cubicBezTo>
                    <a:pt x="46" y="557"/>
                    <a:pt x="43" y="557"/>
                    <a:pt x="43" y="558"/>
                  </a:cubicBezTo>
                  <a:cubicBezTo>
                    <a:pt x="41" y="559"/>
                    <a:pt x="41" y="563"/>
                    <a:pt x="40" y="564"/>
                  </a:cubicBezTo>
                  <a:cubicBezTo>
                    <a:pt x="38" y="565"/>
                    <a:pt x="35" y="565"/>
                    <a:pt x="33" y="564"/>
                  </a:cubicBezTo>
                  <a:cubicBezTo>
                    <a:pt x="31" y="564"/>
                    <a:pt x="27" y="562"/>
                    <a:pt x="27" y="560"/>
                  </a:cubicBezTo>
                  <a:cubicBezTo>
                    <a:pt x="26" y="558"/>
                    <a:pt x="29" y="553"/>
                    <a:pt x="27" y="552"/>
                  </a:cubicBezTo>
                  <a:cubicBezTo>
                    <a:pt x="26" y="550"/>
                    <a:pt x="21" y="549"/>
                    <a:pt x="19" y="549"/>
                  </a:cubicBezTo>
                  <a:cubicBezTo>
                    <a:pt x="16" y="549"/>
                    <a:pt x="11" y="557"/>
                    <a:pt x="8" y="556"/>
                  </a:cubicBezTo>
                  <a:cubicBezTo>
                    <a:pt x="6" y="555"/>
                    <a:pt x="4" y="551"/>
                    <a:pt x="4" y="548"/>
                  </a:cubicBezTo>
                  <a:cubicBezTo>
                    <a:pt x="4" y="547"/>
                    <a:pt x="7" y="546"/>
                    <a:pt x="7" y="544"/>
                  </a:cubicBezTo>
                  <a:cubicBezTo>
                    <a:pt x="7" y="542"/>
                    <a:pt x="0" y="538"/>
                    <a:pt x="1" y="535"/>
                  </a:cubicBezTo>
                  <a:cubicBezTo>
                    <a:pt x="2" y="533"/>
                    <a:pt x="8" y="534"/>
                    <a:pt x="11" y="534"/>
                  </a:cubicBezTo>
                  <a:cubicBezTo>
                    <a:pt x="14" y="533"/>
                    <a:pt x="22" y="534"/>
                    <a:pt x="26" y="533"/>
                  </a:cubicBezTo>
                  <a:cubicBezTo>
                    <a:pt x="29" y="532"/>
                    <a:pt x="35" y="527"/>
                    <a:pt x="37" y="524"/>
                  </a:cubicBezTo>
                  <a:cubicBezTo>
                    <a:pt x="41" y="520"/>
                    <a:pt x="46" y="510"/>
                    <a:pt x="49" y="505"/>
                  </a:cubicBezTo>
                  <a:cubicBezTo>
                    <a:pt x="51" y="503"/>
                    <a:pt x="54" y="498"/>
                    <a:pt x="55" y="496"/>
                  </a:cubicBezTo>
                  <a:cubicBezTo>
                    <a:pt x="57" y="494"/>
                    <a:pt x="57" y="488"/>
                    <a:pt x="58" y="486"/>
                  </a:cubicBezTo>
                  <a:cubicBezTo>
                    <a:pt x="60" y="484"/>
                    <a:pt x="64" y="482"/>
                    <a:pt x="65" y="480"/>
                  </a:cubicBezTo>
                  <a:cubicBezTo>
                    <a:pt x="67" y="478"/>
                    <a:pt x="67" y="472"/>
                    <a:pt x="67" y="469"/>
                  </a:cubicBezTo>
                  <a:cubicBezTo>
                    <a:pt x="67" y="466"/>
                    <a:pt x="66" y="460"/>
                    <a:pt x="67" y="457"/>
                  </a:cubicBezTo>
                  <a:cubicBezTo>
                    <a:pt x="68" y="455"/>
                    <a:pt x="71" y="451"/>
                    <a:pt x="72" y="449"/>
                  </a:cubicBezTo>
                  <a:cubicBezTo>
                    <a:pt x="73" y="447"/>
                    <a:pt x="72" y="442"/>
                    <a:pt x="72" y="440"/>
                  </a:cubicBezTo>
                  <a:cubicBezTo>
                    <a:pt x="72" y="437"/>
                    <a:pt x="72" y="430"/>
                    <a:pt x="73" y="427"/>
                  </a:cubicBezTo>
                  <a:cubicBezTo>
                    <a:pt x="74" y="424"/>
                    <a:pt x="79" y="421"/>
                    <a:pt x="80" y="418"/>
                  </a:cubicBezTo>
                  <a:cubicBezTo>
                    <a:pt x="83" y="412"/>
                    <a:pt x="82" y="399"/>
                    <a:pt x="83" y="392"/>
                  </a:cubicBezTo>
                  <a:cubicBezTo>
                    <a:pt x="85" y="386"/>
                    <a:pt x="89" y="375"/>
                    <a:pt x="91" y="369"/>
                  </a:cubicBezTo>
                  <a:cubicBezTo>
                    <a:pt x="93" y="362"/>
                    <a:pt x="95" y="348"/>
                    <a:pt x="96" y="341"/>
                  </a:cubicBezTo>
                  <a:cubicBezTo>
                    <a:pt x="97" y="336"/>
                    <a:pt x="97" y="326"/>
                    <a:pt x="99" y="321"/>
                  </a:cubicBezTo>
                  <a:cubicBezTo>
                    <a:pt x="100" y="317"/>
                    <a:pt x="103" y="311"/>
                    <a:pt x="104" y="308"/>
                  </a:cubicBezTo>
                  <a:cubicBezTo>
                    <a:pt x="105" y="305"/>
                    <a:pt x="105" y="298"/>
                    <a:pt x="106" y="294"/>
                  </a:cubicBezTo>
                  <a:cubicBezTo>
                    <a:pt x="106" y="290"/>
                    <a:pt x="108" y="282"/>
                    <a:pt x="108" y="278"/>
                  </a:cubicBezTo>
                  <a:cubicBezTo>
                    <a:pt x="108" y="274"/>
                    <a:pt x="107" y="268"/>
                    <a:pt x="108" y="265"/>
                  </a:cubicBezTo>
                  <a:cubicBezTo>
                    <a:pt x="109" y="263"/>
                    <a:pt x="112" y="259"/>
                    <a:pt x="113" y="257"/>
                  </a:cubicBezTo>
                  <a:cubicBezTo>
                    <a:pt x="114" y="256"/>
                    <a:pt x="116" y="252"/>
                    <a:pt x="117" y="251"/>
                  </a:cubicBezTo>
                  <a:cubicBezTo>
                    <a:pt x="118" y="248"/>
                    <a:pt x="118" y="243"/>
                    <a:pt x="119" y="241"/>
                  </a:cubicBezTo>
                  <a:cubicBezTo>
                    <a:pt x="119" y="239"/>
                    <a:pt x="121" y="235"/>
                    <a:pt x="123" y="235"/>
                  </a:cubicBezTo>
                  <a:cubicBezTo>
                    <a:pt x="124" y="234"/>
                    <a:pt x="126" y="236"/>
                    <a:pt x="127" y="236"/>
                  </a:cubicBezTo>
                  <a:cubicBezTo>
                    <a:pt x="128" y="237"/>
                    <a:pt x="130" y="238"/>
                    <a:pt x="132" y="238"/>
                  </a:cubicBezTo>
                  <a:cubicBezTo>
                    <a:pt x="133" y="238"/>
                    <a:pt x="136" y="235"/>
                    <a:pt x="137" y="235"/>
                  </a:cubicBezTo>
                  <a:cubicBezTo>
                    <a:pt x="140" y="234"/>
                    <a:pt x="144" y="239"/>
                    <a:pt x="146" y="238"/>
                  </a:cubicBezTo>
                  <a:cubicBezTo>
                    <a:pt x="148" y="237"/>
                    <a:pt x="148" y="232"/>
                    <a:pt x="148" y="230"/>
                  </a:cubicBezTo>
                  <a:cubicBezTo>
                    <a:pt x="147" y="228"/>
                    <a:pt x="145" y="225"/>
                    <a:pt x="144" y="223"/>
                  </a:cubicBezTo>
                  <a:cubicBezTo>
                    <a:pt x="142" y="221"/>
                    <a:pt x="138" y="219"/>
                    <a:pt x="137" y="217"/>
                  </a:cubicBezTo>
                  <a:cubicBezTo>
                    <a:pt x="135" y="216"/>
                    <a:pt x="135" y="211"/>
                    <a:pt x="133" y="210"/>
                  </a:cubicBezTo>
                  <a:cubicBezTo>
                    <a:pt x="132" y="209"/>
                    <a:pt x="128" y="208"/>
                    <a:pt x="127" y="208"/>
                  </a:cubicBezTo>
                  <a:cubicBezTo>
                    <a:pt x="125" y="209"/>
                    <a:pt x="122" y="211"/>
                    <a:pt x="121" y="212"/>
                  </a:cubicBezTo>
                  <a:cubicBezTo>
                    <a:pt x="120" y="214"/>
                    <a:pt x="121" y="217"/>
                    <a:pt x="121" y="219"/>
                  </a:cubicBezTo>
                  <a:cubicBezTo>
                    <a:pt x="121" y="220"/>
                    <a:pt x="119" y="222"/>
                    <a:pt x="118" y="224"/>
                  </a:cubicBezTo>
                  <a:cubicBezTo>
                    <a:pt x="118" y="225"/>
                    <a:pt x="116" y="228"/>
                    <a:pt x="115" y="229"/>
                  </a:cubicBezTo>
                  <a:cubicBezTo>
                    <a:pt x="115" y="231"/>
                    <a:pt x="114" y="234"/>
                    <a:pt x="113" y="235"/>
                  </a:cubicBezTo>
                  <a:cubicBezTo>
                    <a:pt x="112" y="236"/>
                    <a:pt x="110" y="238"/>
                    <a:pt x="109" y="238"/>
                  </a:cubicBezTo>
                  <a:cubicBezTo>
                    <a:pt x="108" y="237"/>
                    <a:pt x="109" y="234"/>
                    <a:pt x="109" y="233"/>
                  </a:cubicBezTo>
                  <a:cubicBezTo>
                    <a:pt x="109" y="231"/>
                    <a:pt x="109" y="227"/>
                    <a:pt x="109" y="225"/>
                  </a:cubicBezTo>
                  <a:cubicBezTo>
                    <a:pt x="109" y="222"/>
                    <a:pt x="110" y="215"/>
                    <a:pt x="111" y="212"/>
                  </a:cubicBezTo>
                  <a:cubicBezTo>
                    <a:pt x="112" y="208"/>
                    <a:pt x="114" y="202"/>
                    <a:pt x="115" y="199"/>
                  </a:cubicBezTo>
                  <a:cubicBezTo>
                    <a:pt x="116" y="195"/>
                    <a:pt x="116" y="188"/>
                    <a:pt x="116" y="184"/>
                  </a:cubicBezTo>
                  <a:cubicBezTo>
                    <a:pt x="117" y="179"/>
                    <a:pt x="120" y="169"/>
                    <a:pt x="121" y="164"/>
                  </a:cubicBezTo>
                  <a:cubicBezTo>
                    <a:pt x="123" y="157"/>
                    <a:pt x="125" y="141"/>
                    <a:pt x="126" y="133"/>
                  </a:cubicBezTo>
                  <a:cubicBezTo>
                    <a:pt x="126" y="129"/>
                    <a:pt x="126" y="119"/>
                    <a:pt x="127" y="114"/>
                  </a:cubicBezTo>
                  <a:cubicBezTo>
                    <a:pt x="129" y="109"/>
                    <a:pt x="134" y="99"/>
                    <a:pt x="135" y="93"/>
                  </a:cubicBezTo>
                  <a:cubicBezTo>
                    <a:pt x="136" y="87"/>
                    <a:pt x="135" y="75"/>
                    <a:pt x="136" y="69"/>
                  </a:cubicBezTo>
                  <a:cubicBezTo>
                    <a:pt x="136" y="64"/>
                    <a:pt x="135" y="54"/>
                    <a:pt x="136" y="49"/>
                  </a:cubicBezTo>
                  <a:cubicBezTo>
                    <a:pt x="137" y="46"/>
                    <a:pt x="139" y="39"/>
                    <a:pt x="140" y="36"/>
                  </a:cubicBezTo>
                  <a:cubicBezTo>
                    <a:pt x="141" y="34"/>
                    <a:pt x="142" y="29"/>
                    <a:pt x="144" y="27"/>
                  </a:cubicBezTo>
                  <a:cubicBezTo>
                    <a:pt x="146" y="25"/>
                    <a:pt x="150" y="20"/>
                    <a:pt x="152" y="21"/>
                  </a:cubicBezTo>
                  <a:cubicBezTo>
                    <a:pt x="153" y="21"/>
                    <a:pt x="154" y="23"/>
                    <a:pt x="154" y="24"/>
                  </a:cubicBezTo>
                  <a:cubicBezTo>
                    <a:pt x="154" y="26"/>
                    <a:pt x="151" y="30"/>
                    <a:pt x="152" y="32"/>
                  </a:cubicBezTo>
                  <a:cubicBezTo>
                    <a:pt x="152" y="34"/>
                    <a:pt x="157" y="36"/>
                    <a:pt x="158" y="38"/>
                  </a:cubicBezTo>
                  <a:cubicBezTo>
                    <a:pt x="159" y="39"/>
                    <a:pt x="160" y="42"/>
                    <a:pt x="161" y="42"/>
                  </a:cubicBezTo>
                  <a:cubicBezTo>
                    <a:pt x="163" y="43"/>
                    <a:pt x="167" y="43"/>
                    <a:pt x="168" y="44"/>
                  </a:cubicBezTo>
                  <a:cubicBezTo>
                    <a:pt x="171" y="45"/>
                    <a:pt x="177" y="48"/>
                    <a:pt x="179" y="51"/>
                  </a:cubicBezTo>
                  <a:cubicBezTo>
                    <a:pt x="180" y="53"/>
                    <a:pt x="180" y="59"/>
                    <a:pt x="181" y="61"/>
                  </a:cubicBezTo>
                  <a:cubicBezTo>
                    <a:pt x="183" y="63"/>
                    <a:pt x="188" y="65"/>
                    <a:pt x="190" y="66"/>
                  </a:cubicBezTo>
                  <a:cubicBezTo>
                    <a:pt x="191" y="68"/>
                    <a:pt x="194" y="71"/>
                    <a:pt x="195" y="73"/>
                  </a:cubicBezTo>
                  <a:cubicBezTo>
                    <a:pt x="197" y="77"/>
                    <a:pt x="199" y="84"/>
                    <a:pt x="201" y="87"/>
                  </a:cubicBezTo>
                  <a:cubicBezTo>
                    <a:pt x="202" y="90"/>
                    <a:pt x="204" y="96"/>
                    <a:pt x="205" y="99"/>
                  </a:cubicBezTo>
                  <a:cubicBezTo>
                    <a:pt x="205" y="102"/>
                    <a:pt x="205" y="108"/>
                    <a:pt x="205" y="110"/>
                  </a:cubicBezTo>
                  <a:cubicBezTo>
                    <a:pt x="205" y="113"/>
                    <a:pt x="208" y="117"/>
                    <a:pt x="208" y="119"/>
                  </a:cubicBezTo>
                  <a:cubicBezTo>
                    <a:pt x="209" y="121"/>
                    <a:pt x="209" y="125"/>
                    <a:pt x="209" y="126"/>
                  </a:cubicBezTo>
                  <a:cubicBezTo>
                    <a:pt x="209" y="130"/>
                    <a:pt x="208" y="136"/>
                    <a:pt x="209" y="140"/>
                  </a:cubicBezTo>
                  <a:cubicBezTo>
                    <a:pt x="210" y="142"/>
                    <a:pt x="213" y="145"/>
                    <a:pt x="214" y="147"/>
                  </a:cubicBezTo>
                  <a:cubicBezTo>
                    <a:pt x="216" y="148"/>
                    <a:pt x="220" y="151"/>
                    <a:pt x="221" y="152"/>
                  </a:cubicBezTo>
                  <a:cubicBezTo>
                    <a:pt x="223" y="154"/>
                    <a:pt x="225" y="158"/>
                    <a:pt x="226" y="160"/>
                  </a:cubicBezTo>
                  <a:cubicBezTo>
                    <a:pt x="227" y="161"/>
                    <a:pt x="229" y="165"/>
                    <a:pt x="230" y="167"/>
                  </a:cubicBezTo>
                  <a:cubicBezTo>
                    <a:pt x="230" y="169"/>
                    <a:pt x="230" y="172"/>
                    <a:pt x="230" y="174"/>
                  </a:cubicBezTo>
                  <a:cubicBezTo>
                    <a:pt x="230" y="175"/>
                    <a:pt x="231" y="179"/>
                    <a:pt x="230" y="180"/>
                  </a:cubicBezTo>
                  <a:cubicBezTo>
                    <a:pt x="230" y="182"/>
                    <a:pt x="228" y="186"/>
                    <a:pt x="229" y="188"/>
                  </a:cubicBezTo>
                  <a:cubicBezTo>
                    <a:pt x="230" y="189"/>
                    <a:pt x="232" y="189"/>
                    <a:pt x="233" y="189"/>
                  </a:cubicBezTo>
                  <a:cubicBezTo>
                    <a:pt x="234" y="188"/>
                    <a:pt x="234" y="186"/>
                    <a:pt x="234" y="185"/>
                  </a:cubicBezTo>
                  <a:cubicBezTo>
                    <a:pt x="235" y="184"/>
                    <a:pt x="236" y="181"/>
                    <a:pt x="236" y="180"/>
                  </a:cubicBezTo>
                  <a:cubicBezTo>
                    <a:pt x="236" y="178"/>
                    <a:pt x="235" y="173"/>
                    <a:pt x="235" y="171"/>
                  </a:cubicBezTo>
                  <a:cubicBezTo>
                    <a:pt x="235" y="169"/>
                    <a:pt x="236" y="164"/>
                    <a:pt x="236" y="162"/>
                  </a:cubicBezTo>
                  <a:cubicBezTo>
                    <a:pt x="235" y="160"/>
                    <a:pt x="232" y="158"/>
                    <a:pt x="232" y="156"/>
                  </a:cubicBezTo>
                  <a:cubicBezTo>
                    <a:pt x="232" y="155"/>
                    <a:pt x="233" y="152"/>
                    <a:pt x="232" y="151"/>
                  </a:cubicBezTo>
                  <a:cubicBezTo>
                    <a:pt x="231" y="149"/>
                    <a:pt x="228" y="148"/>
                    <a:pt x="227" y="147"/>
                  </a:cubicBezTo>
                  <a:cubicBezTo>
                    <a:pt x="225" y="146"/>
                    <a:pt x="221" y="145"/>
                    <a:pt x="220" y="143"/>
                  </a:cubicBezTo>
                  <a:cubicBezTo>
                    <a:pt x="218" y="142"/>
                    <a:pt x="217" y="139"/>
                    <a:pt x="217" y="137"/>
                  </a:cubicBezTo>
                  <a:cubicBezTo>
                    <a:pt x="216" y="134"/>
                    <a:pt x="216" y="129"/>
                    <a:pt x="216" y="126"/>
                  </a:cubicBezTo>
                  <a:cubicBezTo>
                    <a:pt x="216" y="123"/>
                    <a:pt x="214" y="116"/>
                    <a:pt x="214" y="112"/>
                  </a:cubicBezTo>
                  <a:cubicBezTo>
                    <a:pt x="213" y="108"/>
                    <a:pt x="214" y="99"/>
                    <a:pt x="213" y="95"/>
                  </a:cubicBezTo>
                  <a:cubicBezTo>
                    <a:pt x="213" y="93"/>
                    <a:pt x="211" y="90"/>
                    <a:pt x="210" y="88"/>
                  </a:cubicBezTo>
                  <a:cubicBezTo>
                    <a:pt x="210" y="87"/>
                    <a:pt x="209" y="86"/>
                    <a:pt x="209" y="85"/>
                  </a:cubicBezTo>
                  <a:cubicBezTo>
                    <a:pt x="211" y="84"/>
                    <a:pt x="215" y="83"/>
                    <a:pt x="216" y="83"/>
                  </a:cubicBezTo>
                  <a:cubicBezTo>
                    <a:pt x="218" y="82"/>
                    <a:pt x="222" y="84"/>
                    <a:pt x="224" y="84"/>
                  </a:cubicBezTo>
                  <a:cubicBezTo>
                    <a:pt x="225" y="84"/>
                    <a:pt x="228" y="80"/>
                    <a:pt x="229" y="80"/>
                  </a:cubicBezTo>
                  <a:cubicBezTo>
                    <a:pt x="230" y="81"/>
                    <a:pt x="232" y="82"/>
                    <a:pt x="233" y="83"/>
                  </a:cubicBezTo>
                  <a:cubicBezTo>
                    <a:pt x="233" y="84"/>
                    <a:pt x="232" y="88"/>
                    <a:pt x="233" y="89"/>
                  </a:cubicBezTo>
                  <a:cubicBezTo>
                    <a:pt x="234" y="91"/>
                    <a:pt x="239" y="91"/>
                    <a:pt x="241" y="92"/>
                  </a:cubicBezTo>
                  <a:cubicBezTo>
                    <a:pt x="243" y="92"/>
                    <a:pt x="249" y="91"/>
                    <a:pt x="251" y="92"/>
                  </a:cubicBezTo>
                  <a:cubicBezTo>
                    <a:pt x="253" y="92"/>
                    <a:pt x="257" y="95"/>
                    <a:pt x="258" y="97"/>
                  </a:cubicBezTo>
                  <a:cubicBezTo>
                    <a:pt x="259" y="99"/>
                    <a:pt x="259" y="102"/>
                    <a:pt x="258" y="104"/>
                  </a:cubicBezTo>
                  <a:cubicBezTo>
                    <a:pt x="258" y="106"/>
                    <a:pt x="254" y="108"/>
                    <a:pt x="254" y="110"/>
                  </a:cubicBezTo>
                  <a:cubicBezTo>
                    <a:pt x="254" y="112"/>
                    <a:pt x="258" y="114"/>
                    <a:pt x="258" y="116"/>
                  </a:cubicBezTo>
                  <a:cubicBezTo>
                    <a:pt x="259" y="118"/>
                    <a:pt x="258" y="123"/>
                    <a:pt x="260" y="124"/>
                  </a:cubicBezTo>
                  <a:cubicBezTo>
                    <a:pt x="262" y="125"/>
                    <a:pt x="267" y="122"/>
                    <a:pt x="269" y="122"/>
                  </a:cubicBezTo>
                  <a:cubicBezTo>
                    <a:pt x="271" y="122"/>
                    <a:pt x="275" y="123"/>
                    <a:pt x="277" y="124"/>
                  </a:cubicBezTo>
                  <a:cubicBezTo>
                    <a:pt x="278" y="125"/>
                    <a:pt x="278" y="128"/>
                    <a:pt x="279" y="129"/>
                  </a:cubicBezTo>
                  <a:cubicBezTo>
                    <a:pt x="280" y="130"/>
                    <a:pt x="284" y="131"/>
                    <a:pt x="285" y="132"/>
                  </a:cubicBezTo>
                  <a:cubicBezTo>
                    <a:pt x="286" y="133"/>
                    <a:pt x="287" y="137"/>
                    <a:pt x="288" y="137"/>
                  </a:cubicBezTo>
                  <a:cubicBezTo>
                    <a:pt x="289" y="138"/>
                    <a:pt x="292" y="137"/>
                    <a:pt x="294" y="137"/>
                  </a:cubicBezTo>
                  <a:cubicBezTo>
                    <a:pt x="296" y="137"/>
                    <a:pt x="301" y="138"/>
                    <a:pt x="303" y="137"/>
                  </a:cubicBezTo>
                  <a:cubicBezTo>
                    <a:pt x="306" y="137"/>
                    <a:pt x="309" y="131"/>
                    <a:pt x="312" y="131"/>
                  </a:cubicBezTo>
                  <a:cubicBezTo>
                    <a:pt x="314" y="132"/>
                    <a:pt x="314" y="137"/>
                    <a:pt x="316" y="137"/>
                  </a:cubicBezTo>
                  <a:cubicBezTo>
                    <a:pt x="318" y="138"/>
                    <a:pt x="320" y="134"/>
                    <a:pt x="322" y="132"/>
                  </a:cubicBezTo>
                  <a:cubicBezTo>
                    <a:pt x="323" y="132"/>
                    <a:pt x="326" y="130"/>
                    <a:pt x="326" y="129"/>
                  </a:cubicBezTo>
                  <a:cubicBezTo>
                    <a:pt x="327" y="127"/>
                    <a:pt x="325" y="123"/>
                    <a:pt x="326" y="121"/>
                  </a:cubicBezTo>
                  <a:cubicBezTo>
                    <a:pt x="327" y="120"/>
                    <a:pt x="330" y="118"/>
                    <a:pt x="331" y="117"/>
                  </a:cubicBezTo>
                  <a:cubicBezTo>
                    <a:pt x="332" y="116"/>
                    <a:pt x="336" y="116"/>
                    <a:pt x="337" y="114"/>
                  </a:cubicBezTo>
                  <a:cubicBezTo>
                    <a:pt x="337" y="114"/>
                    <a:pt x="336" y="112"/>
                    <a:pt x="337" y="112"/>
                  </a:cubicBezTo>
                  <a:cubicBezTo>
                    <a:pt x="338" y="110"/>
                    <a:pt x="344" y="112"/>
                    <a:pt x="346" y="112"/>
                  </a:cubicBezTo>
                  <a:cubicBezTo>
                    <a:pt x="348" y="111"/>
                    <a:pt x="351" y="110"/>
                    <a:pt x="353" y="109"/>
                  </a:cubicBezTo>
                  <a:cubicBezTo>
                    <a:pt x="355" y="107"/>
                    <a:pt x="358" y="103"/>
                    <a:pt x="360" y="101"/>
                  </a:cubicBezTo>
                  <a:cubicBezTo>
                    <a:pt x="361" y="100"/>
                    <a:pt x="364" y="97"/>
                    <a:pt x="366" y="96"/>
                  </a:cubicBezTo>
                  <a:cubicBezTo>
                    <a:pt x="367" y="95"/>
                    <a:pt x="369" y="96"/>
                    <a:pt x="370" y="95"/>
                  </a:cubicBezTo>
                  <a:cubicBezTo>
                    <a:pt x="372" y="93"/>
                    <a:pt x="371" y="88"/>
                    <a:pt x="371" y="85"/>
                  </a:cubicBezTo>
                  <a:cubicBezTo>
                    <a:pt x="371" y="83"/>
                    <a:pt x="369" y="79"/>
                    <a:pt x="369" y="77"/>
                  </a:cubicBezTo>
                  <a:cubicBezTo>
                    <a:pt x="370" y="75"/>
                    <a:pt x="374" y="73"/>
                    <a:pt x="375" y="71"/>
                  </a:cubicBezTo>
                  <a:cubicBezTo>
                    <a:pt x="376" y="69"/>
                    <a:pt x="375" y="64"/>
                    <a:pt x="377" y="62"/>
                  </a:cubicBezTo>
                  <a:cubicBezTo>
                    <a:pt x="377" y="61"/>
                    <a:pt x="380" y="60"/>
                    <a:pt x="381" y="59"/>
                  </a:cubicBezTo>
                  <a:cubicBezTo>
                    <a:pt x="384" y="58"/>
                    <a:pt x="388" y="54"/>
                    <a:pt x="391" y="52"/>
                  </a:cubicBezTo>
                  <a:cubicBezTo>
                    <a:pt x="393" y="51"/>
                    <a:pt x="396" y="51"/>
                    <a:pt x="398" y="50"/>
                  </a:cubicBezTo>
                  <a:cubicBezTo>
                    <a:pt x="400" y="49"/>
                    <a:pt x="402" y="44"/>
                    <a:pt x="404" y="43"/>
                  </a:cubicBezTo>
                  <a:cubicBezTo>
                    <a:pt x="406" y="41"/>
                    <a:pt x="411" y="38"/>
                    <a:pt x="413" y="36"/>
                  </a:cubicBezTo>
                  <a:cubicBezTo>
                    <a:pt x="414" y="34"/>
                    <a:pt x="416" y="30"/>
                    <a:pt x="416" y="27"/>
                  </a:cubicBezTo>
                  <a:cubicBezTo>
                    <a:pt x="416" y="25"/>
                    <a:pt x="414" y="20"/>
                    <a:pt x="415" y="18"/>
                  </a:cubicBezTo>
                  <a:cubicBezTo>
                    <a:pt x="415" y="17"/>
                    <a:pt x="417" y="15"/>
                    <a:pt x="418" y="14"/>
                  </a:cubicBezTo>
                  <a:cubicBezTo>
                    <a:pt x="420" y="13"/>
                    <a:pt x="424" y="13"/>
                    <a:pt x="425" y="11"/>
                  </a:cubicBezTo>
                  <a:cubicBezTo>
                    <a:pt x="426" y="10"/>
                    <a:pt x="425" y="5"/>
                    <a:pt x="426" y="4"/>
                  </a:cubicBezTo>
                  <a:cubicBezTo>
                    <a:pt x="427" y="3"/>
                    <a:pt x="430" y="3"/>
                    <a:pt x="431" y="2"/>
                  </a:cubicBezTo>
                  <a:cubicBezTo>
                    <a:pt x="432" y="2"/>
                    <a:pt x="433" y="1"/>
                    <a:pt x="434" y="0"/>
                  </a:cubicBezTo>
                  <a:cubicBezTo>
                    <a:pt x="435" y="0"/>
                    <a:pt x="435" y="1"/>
                    <a:pt x="436" y="1"/>
                  </a:cubicBezTo>
                  <a:cubicBezTo>
                    <a:pt x="438" y="2"/>
                    <a:pt x="444" y="1"/>
                    <a:pt x="447" y="2"/>
                  </a:cubicBezTo>
                  <a:cubicBezTo>
                    <a:pt x="449" y="2"/>
                    <a:pt x="454" y="3"/>
                    <a:pt x="455" y="5"/>
                  </a:cubicBezTo>
                  <a:cubicBezTo>
                    <a:pt x="457" y="6"/>
                    <a:pt x="459" y="10"/>
                    <a:pt x="459" y="12"/>
                  </a:cubicBezTo>
                  <a:cubicBezTo>
                    <a:pt x="459" y="15"/>
                    <a:pt x="456" y="19"/>
                    <a:pt x="455" y="21"/>
                  </a:cubicBezTo>
                  <a:cubicBezTo>
                    <a:pt x="455" y="23"/>
                    <a:pt x="454" y="28"/>
                    <a:pt x="455" y="30"/>
                  </a:cubicBezTo>
                  <a:cubicBezTo>
                    <a:pt x="458" y="32"/>
                    <a:pt x="466" y="32"/>
                    <a:pt x="469" y="30"/>
                  </a:cubicBezTo>
                  <a:cubicBezTo>
                    <a:pt x="471" y="28"/>
                    <a:pt x="470" y="23"/>
                    <a:pt x="472" y="21"/>
                  </a:cubicBezTo>
                  <a:cubicBezTo>
                    <a:pt x="474" y="20"/>
                    <a:pt x="479" y="21"/>
                    <a:pt x="481" y="21"/>
                  </a:cubicBezTo>
                  <a:cubicBezTo>
                    <a:pt x="483" y="22"/>
                    <a:pt x="488" y="24"/>
                    <a:pt x="491" y="24"/>
                  </a:cubicBezTo>
                  <a:cubicBezTo>
                    <a:pt x="493" y="24"/>
                    <a:pt x="497" y="22"/>
                    <a:pt x="499" y="23"/>
                  </a:cubicBezTo>
                  <a:cubicBezTo>
                    <a:pt x="501" y="23"/>
                    <a:pt x="504" y="24"/>
                    <a:pt x="505" y="25"/>
                  </a:cubicBezTo>
                  <a:cubicBezTo>
                    <a:pt x="507" y="28"/>
                    <a:pt x="504" y="34"/>
                    <a:pt x="505" y="37"/>
                  </a:cubicBezTo>
                  <a:cubicBezTo>
                    <a:pt x="506" y="39"/>
                    <a:pt x="510" y="40"/>
                    <a:pt x="511" y="41"/>
                  </a:cubicBezTo>
                  <a:cubicBezTo>
                    <a:pt x="513" y="41"/>
                    <a:pt x="516" y="40"/>
                    <a:pt x="517" y="41"/>
                  </a:cubicBezTo>
                  <a:cubicBezTo>
                    <a:pt x="519" y="42"/>
                    <a:pt x="523" y="44"/>
                    <a:pt x="523" y="46"/>
                  </a:cubicBezTo>
                  <a:cubicBezTo>
                    <a:pt x="524" y="48"/>
                    <a:pt x="519" y="51"/>
                    <a:pt x="519" y="53"/>
                  </a:cubicBezTo>
                  <a:cubicBezTo>
                    <a:pt x="520" y="55"/>
                    <a:pt x="524" y="57"/>
                    <a:pt x="527" y="58"/>
                  </a:cubicBezTo>
                  <a:cubicBezTo>
                    <a:pt x="529" y="59"/>
                    <a:pt x="534" y="57"/>
                    <a:pt x="537" y="58"/>
                  </a:cubicBezTo>
                  <a:cubicBezTo>
                    <a:pt x="538" y="59"/>
                    <a:pt x="541" y="62"/>
                    <a:pt x="542" y="63"/>
                  </a:cubicBezTo>
                  <a:cubicBezTo>
                    <a:pt x="543" y="64"/>
                    <a:pt x="545" y="66"/>
                    <a:pt x="545" y="67"/>
                  </a:cubicBezTo>
                  <a:cubicBezTo>
                    <a:pt x="545" y="69"/>
                    <a:pt x="539" y="71"/>
                    <a:pt x="538" y="73"/>
                  </a:cubicBezTo>
                  <a:cubicBezTo>
                    <a:pt x="538" y="74"/>
                    <a:pt x="539" y="79"/>
                    <a:pt x="540" y="79"/>
                  </a:cubicBezTo>
                  <a:cubicBezTo>
                    <a:pt x="542" y="81"/>
                    <a:pt x="547" y="75"/>
                    <a:pt x="549" y="77"/>
                  </a:cubicBezTo>
                  <a:cubicBezTo>
                    <a:pt x="551" y="78"/>
                    <a:pt x="550" y="82"/>
                    <a:pt x="550" y="84"/>
                  </a:cubicBezTo>
                  <a:cubicBezTo>
                    <a:pt x="549" y="86"/>
                    <a:pt x="546" y="89"/>
                    <a:pt x="544" y="90"/>
                  </a:cubicBezTo>
                  <a:cubicBezTo>
                    <a:pt x="542" y="90"/>
                    <a:pt x="538" y="89"/>
                    <a:pt x="537" y="90"/>
                  </a:cubicBezTo>
                  <a:cubicBezTo>
                    <a:pt x="535" y="91"/>
                    <a:pt x="535" y="97"/>
                    <a:pt x="535" y="99"/>
                  </a:cubicBezTo>
                  <a:cubicBezTo>
                    <a:pt x="535" y="101"/>
                    <a:pt x="539" y="103"/>
                    <a:pt x="539" y="105"/>
                  </a:cubicBezTo>
                  <a:cubicBezTo>
                    <a:pt x="540" y="107"/>
                    <a:pt x="539" y="112"/>
                    <a:pt x="538" y="114"/>
                  </a:cubicBezTo>
                  <a:cubicBezTo>
                    <a:pt x="538" y="116"/>
                    <a:pt x="535" y="121"/>
                    <a:pt x="535" y="124"/>
                  </a:cubicBezTo>
                  <a:cubicBezTo>
                    <a:pt x="535" y="125"/>
                    <a:pt x="539" y="127"/>
                    <a:pt x="539" y="128"/>
                  </a:cubicBezTo>
                  <a:cubicBezTo>
                    <a:pt x="541" y="130"/>
                    <a:pt x="542" y="135"/>
                    <a:pt x="543" y="137"/>
                  </a:cubicBezTo>
                  <a:cubicBezTo>
                    <a:pt x="544" y="137"/>
                    <a:pt x="547" y="138"/>
                    <a:pt x="549" y="138"/>
                  </a:cubicBezTo>
                  <a:cubicBezTo>
                    <a:pt x="551" y="138"/>
                    <a:pt x="556" y="135"/>
                    <a:pt x="558" y="135"/>
                  </a:cubicBezTo>
                  <a:cubicBezTo>
                    <a:pt x="559" y="135"/>
                    <a:pt x="561" y="135"/>
                    <a:pt x="561" y="136"/>
                  </a:cubicBezTo>
                  <a:cubicBezTo>
                    <a:pt x="562" y="137"/>
                    <a:pt x="563" y="141"/>
                    <a:pt x="562" y="142"/>
                  </a:cubicBezTo>
                  <a:cubicBezTo>
                    <a:pt x="562" y="144"/>
                    <a:pt x="558" y="146"/>
                    <a:pt x="558" y="147"/>
                  </a:cubicBezTo>
                  <a:cubicBezTo>
                    <a:pt x="557" y="149"/>
                    <a:pt x="557" y="152"/>
                    <a:pt x="558" y="153"/>
                  </a:cubicBezTo>
                  <a:cubicBezTo>
                    <a:pt x="559" y="155"/>
                    <a:pt x="566" y="155"/>
                    <a:pt x="568" y="157"/>
                  </a:cubicBezTo>
                  <a:close/>
                </a:path>
              </a:pathLst>
            </a:custGeom>
            <a:solidFill>
              <a:schemeClr val="accent2"/>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9"/>
            <p:cNvSpPr>
              <a:spLocks/>
            </p:cNvSpPr>
            <p:nvPr/>
          </p:nvSpPr>
          <p:spPr bwMode="auto">
            <a:xfrm>
              <a:off x="3146425" y="2136775"/>
              <a:ext cx="508000" cy="704850"/>
            </a:xfrm>
            <a:custGeom>
              <a:avLst/>
              <a:gdLst/>
              <a:ahLst/>
              <a:cxnLst>
                <a:cxn ang="0">
                  <a:pos x="19" y="94"/>
                </a:cxn>
                <a:cxn ang="0">
                  <a:pos x="30" y="81"/>
                </a:cxn>
                <a:cxn ang="0">
                  <a:pos x="48" y="88"/>
                </a:cxn>
                <a:cxn ang="0">
                  <a:pos x="68" y="79"/>
                </a:cxn>
                <a:cxn ang="0">
                  <a:pos x="70" y="60"/>
                </a:cxn>
                <a:cxn ang="0">
                  <a:pos x="81" y="39"/>
                </a:cxn>
                <a:cxn ang="0">
                  <a:pos x="95" y="24"/>
                </a:cxn>
                <a:cxn ang="0">
                  <a:pos x="102" y="20"/>
                </a:cxn>
                <a:cxn ang="0">
                  <a:pos x="115" y="14"/>
                </a:cxn>
                <a:cxn ang="0">
                  <a:pos x="128" y="0"/>
                </a:cxn>
                <a:cxn ang="0">
                  <a:pos x="144" y="13"/>
                </a:cxn>
                <a:cxn ang="0">
                  <a:pos x="163" y="18"/>
                </a:cxn>
                <a:cxn ang="0">
                  <a:pos x="185" y="16"/>
                </a:cxn>
                <a:cxn ang="0">
                  <a:pos x="207" y="22"/>
                </a:cxn>
                <a:cxn ang="0">
                  <a:pos x="225" y="22"/>
                </a:cxn>
                <a:cxn ang="0">
                  <a:pos x="245" y="35"/>
                </a:cxn>
                <a:cxn ang="0">
                  <a:pos x="260" y="45"/>
                </a:cxn>
                <a:cxn ang="0">
                  <a:pos x="283" y="59"/>
                </a:cxn>
                <a:cxn ang="0">
                  <a:pos x="292" y="86"/>
                </a:cxn>
                <a:cxn ang="0">
                  <a:pos x="303" y="104"/>
                </a:cxn>
                <a:cxn ang="0">
                  <a:pos x="288" y="113"/>
                </a:cxn>
                <a:cxn ang="0">
                  <a:pos x="278" y="121"/>
                </a:cxn>
                <a:cxn ang="0">
                  <a:pos x="267" y="136"/>
                </a:cxn>
                <a:cxn ang="0">
                  <a:pos x="267" y="148"/>
                </a:cxn>
                <a:cxn ang="0">
                  <a:pos x="286" y="148"/>
                </a:cxn>
                <a:cxn ang="0">
                  <a:pos x="274" y="163"/>
                </a:cxn>
                <a:cxn ang="0">
                  <a:pos x="256" y="187"/>
                </a:cxn>
                <a:cxn ang="0">
                  <a:pos x="237" y="211"/>
                </a:cxn>
                <a:cxn ang="0">
                  <a:pos x="226" y="230"/>
                </a:cxn>
                <a:cxn ang="0">
                  <a:pos x="203" y="241"/>
                </a:cxn>
                <a:cxn ang="0">
                  <a:pos x="199" y="261"/>
                </a:cxn>
                <a:cxn ang="0">
                  <a:pos x="191" y="281"/>
                </a:cxn>
                <a:cxn ang="0">
                  <a:pos x="173" y="309"/>
                </a:cxn>
                <a:cxn ang="0">
                  <a:pos x="149" y="327"/>
                </a:cxn>
                <a:cxn ang="0">
                  <a:pos x="150" y="345"/>
                </a:cxn>
                <a:cxn ang="0">
                  <a:pos x="134" y="362"/>
                </a:cxn>
                <a:cxn ang="0">
                  <a:pos x="140" y="376"/>
                </a:cxn>
                <a:cxn ang="0">
                  <a:pos x="125" y="394"/>
                </a:cxn>
                <a:cxn ang="0">
                  <a:pos x="105" y="416"/>
                </a:cxn>
                <a:cxn ang="0">
                  <a:pos x="83" y="406"/>
                </a:cxn>
                <a:cxn ang="0">
                  <a:pos x="63" y="405"/>
                </a:cxn>
                <a:cxn ang="0">
                  <a:pos x="50" y="421"/>
                </a:cxn>
                <a:cxn ang="0">
                  <a:pos x="38" y="405"/>
                </a:cxn>
                <a:cxn ang="0">
                  <a:pos x="25" y="391"/>
                </a:cxn>
                <a:cxn ang="0">
                  <a:pos x="16" y="375"/>
                </a:cxn>
                <a:cxn ang="0">
                  <a:pos x="35" y="370"/>
                </a:cxn>
                <a:cxn ang="0">
                  <a:pos x="26" y="357"/>
                </a:cxn>
                <a:cxn ang="0">
                  <a:pos x="32" y="341"/>
                </a:cxn>
                <a:cxn ang="0">
                  <a:pos x="30" y="314"/>
                </a:cxn>
                <a:cxn ang="0">
                  <a:pos x="22" y="295"/>
                </a:cxn>
                <a:cxn ang="0">
                  <a:pos x="36" y="281"/>
                </a:cxn>
                <a:cxn ang="0">
                  <a:pos x="19" y="270"/>
                </a:cxn>
                <a:cxn ang="0">
                  <a:pos x="1" y="251"/>
                </a:cxn>
                <a:cxn ang="0">
                  <a:pos x="13" y="242"/>
                </a:cxn>
                <a:cxn ang="0">
                  <a:pos x="17" y="231"/>
                </a:cxn>
                <a:cxn ang="0">
                  <a:pos x="31" y="211"/>
                </a:cxn>
                <a:cxn ang="0">
                  <a:pos x="43" y="180"/>
                </a:cxn>
                <a:cxn ang="0">
                  <a:pos x="39" y="158"/>
                </a:cxn>
                <a:cxn ang="0">
                  <a:pos x="28" y="141"/>
                </a:cxn>
                <a:cxn ang="0">
                  <a:pos x="37" y="118"/>
                </a:cxn>
                <a:cxn ang="0">
                  <a:pos x="32" y="99"/>
                </a:cxn>
                <a:cxn ang="0">
                  <a:pos x="25" y="106"/>
                </a:cxn>
              </a:cxnLst>
              <a:rect l="0" t="0" r="r" b="b"/>
              <a:pathLst>
                <a:path w="303" h="421">
                  <a:moveTo>
                    <a:pt x="20" y="103"/>
                  </a:moveTo>
                  <a:cubicBezTo>
                    <a:pt x="19" y="102"/>
                    <a:pt x="19" y="101"/>
                    <a:pt x="19" y="100"/>
                  </a:cubicBezTo>
                  <a:cubicBezTo>
                    <a:pt x="18" y="99"/>
                    <a:pt x="18" y="95"/>
                    <a:pt x="19" y="94"/>
                  </a:cubicBezTo>
                  <a:cubicBezTo>
                    <a:pt x="19" y="93"/>
                    <a:pt x="22" y="91"/>
                    <a:pt x="23" y="89"/>
                  </a:cubicBezTo>
                  <a:cubicBezTo>
                    <a:pt x="23" y="88"/>
                    <a:pt x="23" y="85"/>
                    <a:pt x="24" y="84"/>
                  </a:cubicBezTo>
                  <a:cubicBezTo>
                    <a:pt x="25" y="83"/>
                    <a:pt x="28" y="82"/>
                    <a:pt x="30" y="81"/>
                  </a:cubicBezTo>
                  <a:cubicBezTo>
                    <a:pt x="32" y="81"/>
                    <a:pt x="35" y="81"/>
                    <a:pt x="36" y="81"/>
                  </a:cubicBezTo>
                  <a:cubicBezTo>
                    <a:pt x="38" y="82"/>
                    <a:pt x="40" y="85"/>
                    <a:pt x="41" y="86"/>
                  </a:cubicBezTo>
                  <a:cubicBezTo>
                    <a:pt x="43" y="87"/>
                    <a:pt x="46" y="88"/>
                    <a:pt x="48" y="88"/>
                  </a:cubicBezTo>
                  <a:cubicBezTo>
                    <a:pt x="50" y="87"/>
                    <a:pt x="53" y="84"/>
                    <a:pt x="55" y="84"/>
                  </a:cubicBezTo>
                  <a:cubicBezTo>
                    <a:pt x="57" y="83"/>
                    <a:pt x="62" y="86"/>
                    <a:pt x="64" y="85"/>
                  </a:cubicBezTo>
                  <a:cubicBezTo>
                    <a:pt x="65" y="84"/>
                    <a:pt x="67" y="81"/>
                    <a:pt x="68" y="79"/>
                  </a:cubicBezTo>
                  <a:cubicBezTo>
                    <a:pt x="68" y="78"/>
                    <a:pt x="70" y="75"/>
                    <a:pt x="70" y="73"/>
                  </a:cubicBezTo>
                  <a:cubicBezTo>
                    <a:pt x="70" y="71"/>
                    <a:pt x="69" y="67"/>
                    <a:pt x="69" y="65"/>
                  </a:cubicBezTo>
                  <a:cubicBezTo>
                    <a:pt x="69" y="64"/>
                    <a:pt x="70" y="61"/>
                    <a:pt x="70" y="60"/>
                  </a:cubicBezTo>
                  <a:cubicBezTo>
                    <a:pt x="70" y="57"/>
                    <a:pt x="68" y="52"/>
                    <a:pt x="69" y="50"/>
                  </a:cubicBezTo>
                  <a:cubicBezTo>
                    <a:pt x="70" y="48"/>
                    <a:pt x="75" y="49"/>
                    <a:pt x="76" y="48"/>
                  </a:cubicBezTo>
                  <a:cubicBezTo>
                    <a:pt x="78" y="46"/>
                    <a:pt x="79" y="40"/>
                    <a:pt x="81" y="39"/>
                  </a:cubicBezTo>
                  <a:cubicBezTo>
                    <a:pt x="82" y="38"/>
                    <a:pt x="84" y="38"/>
                    <a:pt x="85" y="37"/>
                  </a:cubicBezTo>
                  <a:cubicBezTo>
                    <a:pt x="88" y="36"/>
                    <a:pt x="92" y="33"/>
                    <a:pt x="93" y="31"/>
                  </a:cubicBezTo>
                  <a:cubicBezTo>
                    <a:pt x="94" y="30"/>
                    <a:pt x="94" y="26"/>
                    <a:pt x="95" y="24"/>
                  </a:cubicBezTo>
                  <a:cubicBezTo>
                    <a:pt x="95" y="24"/>
                    <a:pt x="97" y="23"/>
                    <a:pt x="98" y="22"/>
                  </a:cubicBezTo>
                  <a:cubicBezTo>
                    <a:pt x="98" y="21"/>
                    <a:pt x="99" y="21"/>
                    <a:pt x="99" y="20"/>
                  </a:cubicBezTo>
                  <a:cubicBezTo>
                    <a:pt x="100" y="20"/>
                    <a:pt x="101" y="20"/>
                    <a:pt x="102" y="20"/>
                  </a:cubicBezTo>
                  <a:cubicBezTo>
                    <a:pt x="103" y="19"/>
                    <a:pt x="105" y="19"/>
                    <a:pt x="106" y="18"/>
                  </a:cubicBezTo>
                  <a:cubicBezTo>
                    <a:pt x="107" y="18"/>
                    <a:pt x="107" y="15"/>
                    <a:pt x="109" y="14"/>
                  </a:cubicBezTo>
                  <a:cubicBezTo>
                    <a:pt x="110" y="13"/>
                    <a:pt x="113" y="15"/>
                    <a:pt x="115" y="14"/>
                  </a:cubicBezTo>
                  <a:cubicBezTo>
                    <a:pt x="116" y="14"/>
                    <a:pt x="118" y="11"/>
                    <a:pt x="119" y="10"/>
                  </a:cubicBezTo>
                  <a:cubicBezTo>
                    <a:pt x="121" y="10"/>
                    <a:pt x="123" y="9"/>
                    <a:pt x="124" y="8"/>
                  </a:cubicBezTo>
                  <a:cubicBezTo>
                    <a:pt x="126" y="7"/>
                    <a:pt x="126" y="1"/>
                    <a:pt x="128" y="0"/>
                  </a:cubicBezTo>
                  <a:cubicBezTo>
                    <a:pt x="129" y="0"/>
                    <a:pt x="131" y="0"/>
                    <a:pt x="131" y="0"/>
                  </a:cubicBezTo>
                  <a:cubicBezTo>
                    <a:pt x="134" y="1"/>
                    <a:pt x="140" y="2"/>
                    <a:pt x="142" y="5"/>
                  </a:cubicBezTo>
                  <a:cubicBezTo>
                    <a:pt x="144" y="6"/>
                    <a:pt x="143" y="11"/>
                    <a:pt x="144" y="13"/>
                  </a:cubicBezTo>
                  <a:cubicBezTo>
                    <a:pt x="144" y="15"/>
                    <a:pt x="146" y="19"/>
                    <a:pt x="146" y="20"/>
                  </a:cubicBezTo>
                  <a:cubicBezTo>
                    <a:pt x="146" y="21"/>
                    <a:pt x="154" y="21"/>
                    <a:pt x="157" y="20"/>
                  </a:cubicBezTo>
                  <a:cubicBezTo>
                    <a:pt x="158" y="20"/>
                    <a:pt x="161" y="18"/>
                    <a:pt x="163" y="18"/>
                  </a:cubicBezTo>
                  <a:cubicBezTo>
                    <a:pt x="164" y="17"/>
                    <a:pt x="167" y="15"/>
                    <a:pt x="169" y="14"/>
                  </a:cubicBezTo>
                  <a:cubicBezTo>
                    <a:pt x="171" y="13"/>
                    <a:pt x="177" y="12"/>
                    <a:pt x="180" y="13"/>
                  </a:cubicBezTo>
                  <a:cubicBezTo>
                    <a:pt x="182" y="13"/>
                    <a:pt x="184" y="15"/>
                    <a:pt x="185" y="16"/>
                  </a:cubicBezTo>
                  <a:cubicBezTo>
                    <a:pt x="187" y="17"/>
                    <a:pt x="191" y="22"/>
                    <a:pt x="193" y="23"/>
                  </a:cubicBezTo>
                  <a:cubicBezTo>
                    <a:pt x="195" y="24"/>
                    <a:pt x="200" y="24"/>
                    <a:pt x="202" y="24"/>
                  </a:cubicBezTo>
                  <a:cubicBezTo>
                    <a:pt x="203" y="23"/>
                    <a:pt x="206" y="23"/>
                    <a:pt x="207" y="22"/>
                  </a:cubicBezTo>
                  <a:cubicBezTo>
                    <a:pt x="209" y="21"/>
                    <a:pt x="210" y="17"/>
                    <a:pt x="212" y="16"/>
                  </a:cubicBezTo>
                  <a:cubicBezTo>
                    <a:pt x="213" y="15"/>
                    <a:pt x="216" y="15"/>
                    <a:pt x="217" y="16"/>
                  </a:cubicBezTo>
                  <a:cubicBezTo>
                    <a:pt x="219" y="16"/>
                    <a:pt x="223" y="20"/>
                    <a:pt x="225" y="22"/>
                  </a:cubicBezTo>
                  <a:cubicBezTo>
                    <a:pt x="227" y="23"/>
                    <a:pt x="229" y="27"/>
                    <a:pt x="230" y="29"/>
                  </a:cubicBezTo>
                  <a:cubicBezTo>
                    <a:pt x="231" y="29"/>
                    <a:pt x="233" y="31"/>
                    <a:pt x="234" y="32"/>
                  </a:cubicBezTo>
                  <a:cubicBezTo>
                    <a:pt x="236" y="34"/>
                    <a:pt x="242" y="34"/>
                    <a:pt x="245" y="35"/>
                  </a:cubicBezTo>
                  <a:cubicBezTo>
                    <a:pt x="247" y="37"/>
                    <a:pt x="253" y="41"/>
                    <a:pt x="254" y="43"/>
                  </a:cubicBezTo>
                  <a:cubicBezTo>
                    <a:pt x="255" y="44"/>
                    <a:pt x="256" y="44"/>
                    <a:pt x="257" y="44"/>
                  </a:cubicBezTo>
                  <a:cubicBezTo>
                    <a:pt x="258" y="45"/>
                    <a:pt x="259" y="45"/>
                    <a:pt x="260" y="45"/>
                  </a:cubicBezTo>
                  <a:cubicBezTo>
                    <a:pt x="262" y="47"/>
                    <a:pt x="263" y="54"/>
                    <a:pt x="266" y="55"/>
                  </a:cubicBezTo>
                  <a:cubicBezTo>
                    <a:pt x="268" y="56"/>
                    <a:pt x="274" y="54"/>
                    <a:pt x="276" y="55"/>
                  </a:cubicBezTo>
                  <a:cubicBezTo>
                    <a:pt x="278" y="55"/>
                    <a:pt x="281" y="57"/>
                    <a:pt x="283" y="59"/>
                  </a:cubicBezTo>
                  <a:cubicBezTo>
                    <a:pt x="284" y="60"/>
                    <a:pt x="286" y="62"/>
                    <a:pt x="287" y="64"/>
                  </a:cubicBezTo>
                  <a:cubicBezTo>
                    <a:pt x="287" y="67"/>
                    <a:pt x="286" y="73"/>
                    <a:pt x="287" y="76"/>
                  </a:cubicBezTo>
                  <a:cubicBezTo>
                    <a:pt x="287" y="79"/>
                    <a:pt x="291" y="83"/>
                    <a:pt x="292" y="86"/>
                  </a:cubicBezTo>
                  <a:cubicBezTo>
                    <a:pt x="293" y="87"/>
                    <a:pt x="295" y="91"/>
                    <a:pt x="296" y="92"/>
                  </a:cubicBezTo>
                  <a:cubicBezTo>
                    <a:pt x="297" y="93"/>
                    <a:pt x="299" y="95"/>
                    <a:pt x="300" y="96"/>
                  </a:cubicBezTo>
                  <a:cubicBezTo>
                    <a:pt x="301" y="97"/>
                    <a:pt x="303" y="102"/>
                    <a:pt x="303" y="104"/>
                  </a:cubicBezTo>
                  <a:cubicBezTo>
                    <a:pt x="303" y="106"/>
                    <a:pt x="303" y="111"/>
                    <a:pt x="303" y="114"/>
                  </a:cubicBezTo>
                  <a:cubicBezTo>
                    <a:pt x="303" y="114"/>
                    <a:pt x="302" y="114"/>
                    <a:pt x="302" y="114"/>
                  </a:cubicBezTo>
                  <a:cubicBezTo>
                    <a:pt x="299" y="113"/>
                    <a:pt x="292" y="112"/>
                    <a:pt x="288" y="113"/>
                  </a:cubicBezTo>
                  <a:cubicBezTo>
                    <a:pt x="287" y="113"/>
                    <a:pt x="285" y="115"/>
                    <a:pt x="283" y="115"/>
                  </a:cubicBezTo>
                  <a:cubicBezTo>
                    <a:pt x="282" y="116"/>
                    <a:pt x="279" y="116"/>
                    <a:pt x="278" y="116"/>
                  </a:cubicBezTo>
                  <a:cubicBezTo>
                    <a:pt x="277" y="117"/>
                    <a:pt x="278" y="120"/>
                    <a:pt x="278" y="121"/>
                  </a:cubicBezTo>
                  <a:cubicBezTo>
                    <a:pt x="277" y="123"/>
                    <a:pt x="276" y="126"/>
                    <a:pt x="274" y="127"/>
                  </a:cubicBezTo>
                  <a:cubicBezTo>
                    <a:pt x="273" y="128"/>
                    <a:pt x="270" y="128"/>
                    <a:pt x="269" y="129"/>
                  </a:cubicBezTo>
                  <a:cubicBezTo>
                    <a:pt x="268" y="131"/>
                    <a:pt x="267" y="136"/>
                    <a:pt x="267" y="136"/>
                  </a:cubicBezTo>
                  <a:cubicBezTo>
                    <a:pt x="266" y="136"/>
                    <a:pt x="263" y="137"/>
                    <a:pt x="262" y="138"/>
                  </a:cubicBezTo>
                  <a:cubicBezTo>
                    <a:pt x="260" y="140"/>
                    <a:pt x="258" y="144"/>
                    <a:pt x="259" y="146"/>
                  </a:cubicBezTo>
                  <a:cubicBezTo>
                    <a:pt x="260" y="148"/>
                    <a:pt x="265" y="148"/>
                    <a:pt x="267" y="148"/>
                  </a:cubicBezTo>
                  <a:cubicBezTo>
                    <a:pt x="268" y="147"/>
                    <a:pt x="270" y="144"/>
                    <a:pt x="272" y="144"/>
                  </a:cubicBezTo>
                  <a:cubicBezTo>
                    <a:pt x="274" y="143"/>
                    <a:pt x="278" y="143"/>
                    <a:pt x="280" y="143"/>
                  </a:cubicBezTo>
                  <a:cubicBezTo>
                    <a:pt x="282" y="144"/>
                    <a:pt x="285" y="146"/>
                    <a:pt x="286" y="148"/>
                  </a:cubicBezTo>
                  <a:cubicBezTo>
                    <a:pt x="287" y="149"/>
                    <a:pt x="287" y="154"/>
                    <a:pt x="286" y="155"/>
                  </a:cubicBezTo>
                  <a:cubicBezTo>
                    <a:pt x="285" y="157"/>
                    <a:pt x="280" y="157"/>
                    <a:pt x="278" y="158"/>
                  </a:cubicBezTo>
                  <a:cubicBezTo>
                    <a:pt x="276" y="159"/>
                    <a:pt x="274" y="161"/>
                    <a:pt x="274" y="163"/>
                  </a:cubicBezTo>
                  <a:cubicBezTo>
                    <a:pt x="273" y="165"/>
                    <a:pt x="274" y="171"/>
                    <a:pt x="274" y="173"/>
                  </a:cubicBezTo>
                  <a:cubicBezTo>
                    <a:pt x="273" y="176"/>
                    <a:pt x="269" y="180"/>
                    <a:pt x="267" y="182"/>
                  </a:cubicBezTo>
                  <a:cubicBezTo>
                    <a:pt x="265" y="184"/>
                    <a:pt x="258" y="185"/>
                    <a:pt x="256" y="187"/>
                  </a:cubicBezTo>
                  <a:cubicBezTo>
                    <a:pt x="253" y="189"/>
                    <a:pt x="250" y="197"/>
                    <a:pt x="248" y="199"/>
                  </a:cubicBezTo>
                  <a:cubicBezTo>
                    <a:pt x="246" y="201"/>
                    <a:pt x="243" y="204"/>
                    <a:pt x="242" y="205"/>
                  </a:cubicBezTo>
                  <a:cubicBezTo>
                    <a:pt x="241" y="207"/>
                    <a:pt x="238" y="209"/>
                    <a:pt x="237" y="211"/>
                  </a:cubicBezTo>
                  <a:cubicBezTo>
                    <a:pt x="236" y="213"/>
                    <a:pt x="236" y="216"/>
                    <a:pt x="235" y="218"/>
                  </a:cubicBezTo>
                  <a:cubicBezTo>
                    <a:pt x="235" y="221"/>
                    <a:pt x="233" y="227"/>
                    <a:pt x="231" y="229"/>
                  </a:cubicBezTo>
                  <a:cubicBezTo>
                    <a:pt x="230" y="229"/>
                    <a:pt x="227" y="230"/>
                    <a:pt x="226" y="230"/>
                  </a:cubicBezTo>
                  <a:cubicBezTo>
                    <a:pt x="224" y="231"/>
                    <a:pt x="220" y="237"/>
                    <a:pt x="219" y="237"/>
                  </a:cubicBezTo>
                  <a:cubicBezTo>
                    <a:pt x="218" y="237"/>
                    <a:pt x="211" y="240"/>
                    <a:pt x="208" y="241"/>
                  </a:cubicBezTo>
                  <a:cubicBezTo>
                    <a:pt x="207" y="241"/>
                    <a:pt x="204" y="241"/>
                    <a:pt x="203" y="241"/>
                  </a:cubicBezTo>
                  <a:cubicBezTo>
                    <a:pt x="201" y="242"/>
                    <a:pt x="197" y="244"/>
                    <a:pt x="196" y="245"/>
                  </a:cubicBezTo>
                  <a:cubicBezTo>
                    <a:pt x="195" y="248"/>
                    <a:pt x="195" y="254"/>
                    <a:pt x="196" y="256"/>
                  </a:cubicBezTo>
                  <a:cubicBezTo>
                    <a:pt x="196" y="257"/>
                    <a:pt x="199" y="259"/>
                    <a:pt x="199" y="261"/>
                  </a:cubicBezTo>
                  <a:cubicBezTo>
                    <a:pt x="199" y="264"/>
                    <a:pt x="198" y="269"/>
                    <a:pt x="197" y="272"/>
                  </a:cubicBezTo>
                  <a:cubicBezTo>
                    <a:pt x="196" y="274"/>
                    <a:pt x="192" y="275"/>
                    <a:pt x="191" y="277"/>
                  </a:cubicBezTo>
                  <a:cubicBezTo>
                    <a:pt x="191" y="278"/>
                    <a:pt x="191" y="280"/>
                    <a:pt x="191" y="281"/>
                  </a:cubicBezTo>
                  <a:cubicBezTo>
                    <a:pt x="192" y="283"/>
                    <a:pt x="194" y="285"/>
                    <a:pt x="194" y="287"/>
                  </a:cubicBezTo>
                  <a:cubicBezTo>
                    <a:pt x="194" y="290"/>
                    <a:pt x="189" y="296"/>
                    <a:pt x="187" y="298"/>
                  </a:cubicBezTo>
                  <a:cubicBezTo>
                    <a:pt x="184" y="301"/>
                    <a:pt x="177" y="306"/>
                    <a:pt x="173" y="309"/>
                  </a:cubicBezTo>
                  <a:cubicBezTo>
                    <a:pt x="171" y="310"/>
                    <a:pt x="163" y="311"/>
                    <a:pt x="161" y="314"/>
                  </a:cubicBezTo>
                  <a:cubicBezTo>
                    <a:pt x="160" y="315"/>
                    <a:pt x="160" y="321"/>
                    <a:pt x="159" y="322"/>
                  </a:cubicBezTo>
                  <a:cubicBezTo>
                    <a:pt x="157" y="324"/>
                    <a:pt x="151" y="325"/>
                    <a:pt x="149" y="327"/>
                  </a:cubicBezTo>
                  <a:cubicBezTo>
                    <a:pt x="148" y="328"/>
                    <a:pt x="148" y="332"/>
                    <a:pt x="147" y="334"/>
                  </a:cubicBezTo>
                  <a:cubicBezTo>
                    <a:pt x="147" y="335"/>
                    <a:pt x="147" y="337"/>
                    <a:pt x="147" y="338"/>
                  </a:cubicBezTo>
                  <a:cubicBezTo>
                    <a:pt x="147" y="340"/>
                    <a:pt x="150" y="343"/>
                    <a:pt x="150" y="345"/>
                  </a:cubicBezTo>
                  <a:cubicBezTo>
                    <a:pt x="150" y="347"/>
                    <a:pt x="146" y="349"/>
                    <a:pt x="145" y="351"/>
                  </a:cubicBezTo>
                  <a:cubicBezTo>
                    <a:pt x="145" y="353"/>
                    <a:pt x="145" y="357"/>
                    <a:pt x="144" y="358"/>
                  </a:cubicBezTo>
                  <a:cubicBezTo>
                    <a:pt x="142" y="360"/>
                    <a:pt x="136" y="360"/>
                    <a:pt x="134" y="362"/>
                  </a:cubicBezTo>
                  <a:cubicBezTo>
                    <a:pt x="133" y="364"/>
                    <a:pt x="134" y="368"/>
                    <a:pt x="134" y="370"/>
                  </a:cubicBezTo>
                  <a:cubicBezTo>
                    <a:pt x="135" y="371"/>
                    <a:pt x="137" y="373"/>
                    <a:pt x="138" y="375"/>
                  </a:cubicBezTo>
                  <a:cubicBezTo>
                    <a:pt x="138" y="375"/>
                    <a:pt x="139" y="376"/>
                    <a:pt x="140" y="376"/>
                  </a:cubicBezTo>
                  <a:cubicBezTo>
                    <a:pt x="139" y="378"/>
                    <a:pt x="139" y="383"/>
                    <a:pt x="138" y="384"/>
                  </a:cubicBezTo>
                  <a:cubicBezTo>
                    <a:pt x="136" y="386"/>
                    <a:pt x="132" y="386"/>
                    <a:pt x="131" y="387"/>
                  </a:cubicBezTo>
                  <a:cubicBezTo>
                    <a:pt x="129" y="388"/>
                    <a:pt x="126" y="392"/>
                    <a:pt x="125" y="394"/>
                  </a:cubicBezTo>
                  <a:cubicBezTo>
                    <a:pt x="123" y="397"/>
                    <a:pt x="123" y="403"/>
                    <a:pt x="121" y="406"/>
                  </a:cubicBezTo>
                  <a:cubicBezTo>
                    <a:pt x="119" y="408"/>
                    <a:pt x="112" y="409"/>
                    <a:pt x="110" y="411"/>
                  </a:cubicBezTo>
                  <a:cubicBezTo>
                    <a:pt x="109" y="412"/>
                    <a:pt x="107" y="415"/>
                    <a:pt x="105" y="416"/>
                  </a:cubicBezTo>
                  <a:cubicBezTo>
                    <a:pt x="103" y="417"/>
                    <a:pt x="96" y="417"/>
                    <a:pt x="92" y="417"/>
                  </a:cubicBezTo>
                  <a:cubicBezTo>
                    <a:pt x="90" y="417"/>
                    <a:pt x="84" y="416"/>
                    <a:pt x="83" y="414"/>
                  </a:cubicBezTo>
                  <a:cubicBezTo>
                    <a:pt x="81" y="412"/>
                    <a:pt x="83" y="408"/>
                    <a:pt x="83" y="406"/>
                  </a:cubicBezTo>
                  <a:cubicBezTo>
                    <a:pt x="82" y="404"/>
                    <a:pt x="79" y="401"/>
                    <a:pt x="77" y="400"/>
                  </a:cubicBezTo>
                  <a:cubicBezTo>
                    <a:pt x="75" y="400"/>
                    <a:pt x="72" y="400"/>
                    <a:pt x="70" y="400"/>
                  </a:cubicBezTo>
                  <a:cubicBezTo>
                    <a:pt x="68" y="401"/>
                    <a:pt x="64" y="403"/>
                    <a:pt x="63" y="405"/>
                  </a:cubicBezTo>
                  <a:cubicBezTo>
                    <a:pt x="62" y="406"/>
                    <a:pt x="64" y="410"/>
                    <a:pt x="63" y="412"/>
                  </a:cubicBezTo>
                  <a:cubicBezTo>
                    <a:pt x="62" y="414"/>
                    <a:pt x="57" y="416"/>
                    <a:pt x="55" y="417"/>
                  </a:cubicBezTo>
                  <a:cubicBezTo>
                    <a:pt x="54" y="418"/>
                    <a:pt x="52" y="421"/>
                    <a:pt x="50" y="421"/>
                  </a:cubicBezTo>
                  <a:cubicBezTo>
                    <a:pt x="48" y="421"/>
                    <a:pt x="46" y="416"/>
                    <a:pt x="45" y="414"/>
                  </a:cubicBezTo>
                  <a:cubicBezTo>
                    <a:pt x="44" y="412"/>
                    <a:pt x="45" y="406"/>
                    <a:pt x="43" y="405"/>
                  </a:cubicBezTo>
                  <a:cubicBezTo>
                    <a:pt x="42" y="404"/>
                    <a:pt x="39" y="405"/>
                    <a:pt x="38" y="405"/>
                  </a:cubicBezTo>
                  <a:cubicBezTo>
                    <a:pt x="37" y="404"/>
                    <a:pt x="36" y="400"/>
                    <a:pt x="34" y="399"/>
                  </a:cubicBezTo>
                  <a:cubicBezTo>
                    <a:pt x="33" y="399"/>
                    <a:pt x="28" y="401"/>
                    <a:pt x="27" y="399"/>
                  </a:cubicBezTo>
                  <a:cubicBezTo>
                    <a:pt x="25" y="398"/>
                    <a:pt x="27" y="393"/>
                    <a:pt x="25" y="391"/>
                  </a:cubicBezTo>
                  <a:cubicBezTo>
                    <a:pt x="25" y="390"/>
                    <a:pt x="22" y="389"/>
                    <a:pt x="21" y="388"/>
                  </a:cubicBezTo>
                  <a:cubicBezTo>
                    <a:pt x="20" y="387"/>
                    <a:pt x="15" y="385"/>
                    <a:pt x="15" y="383"/>
                  </a:cubicBezTo>
                  <a:cubicBezTo>
                    <a:pt x="14" y="381"/>
                    <a:pt x="15" y="377"/>
                    <a:pt x="16" y="375"/>
                  </a:cubicBezTo>
                  <a:cubicBezTo>
                    <a:pt x="16" y="374"/>
                    <a:pt x="16" y="373"/>
                    <a:pt x="17" y="372"/>
                  </a:cubicBezTo>
                  <a:cubicBezTo>
                    <a:pt x="18" y="371"/>
                    <a:pt x="22" y="370"/>
                    <a:pt x="23" y="370"/>
                  </a:cubicBezTo>
                  <a:cubicBezTo>
                    <a:pt x="26" y="369"/>
                    <a:pt x="33" y="372"/>
                    <a:pt x="35" y="370"/>
                  </a:cubicBezTo>
                  <a:cubicBezTo>
                    <a:pt x="36" y="369"/>
                    <a:pt x="36" y="365"/>
                    <a:pt x="35" y="364"/>
                  </a:cubicBezTo>
                  <a:cubicBezTo>
                    <a:pt x="34" y="362"/>
                    <a:pt x="32" y="360"/>
                    <a:pt x="31" y="359"/>
                  </a:cubicBezTo>
                  <a:cubicBezTo>
                    <a:pt x="30" y="358"/>
                    <a:pt x="27" y="358"/>
                    <a:pt x="26" y="357"/>
                  </a:cubicBezTo>
                  <a:cubicBezTo>
                    <a:pt x="25" y="356"/>
                    <a:pt x="24" y="352"/>
                    <a:pt x="24" y="350"/>
                  </a:cubicBezTo>
                  <a:cubicBezTo>
                    <a:pt x="24" y="348"/>
                    <a:pt x="25" y="344"/>
                    <a:pt x="27" y="343"/>
                  </a:cubicBezTo>
                  <a:cubicBezTo>
                    <a:pt x="28" y="342"/>
                    <a:pt x="31" y="342"/>
                    <a:pt x="32" y="341"/>
                  </a:cubicBezTo>
                  <a:cubicBezTo>
                    <a:pt x="33" y="339"/>
                    <a:pt x="34" y="333"/>
                    <a:pt x="34" y="331"/>
                  </a:cubicBezTo>
                  <a:cubicBezTo>
                    <a:pt x="34" y="329"/>
                    <a:pt x="30" y="325"/>
                    <a:pt x="30" y="323"/>
                  </a:cubicBezTo>
                  <a:cubicBezTo>
                    <a:pt x="29" y="321"/>
                    <a:pt x="31" y="316"/>
                    <a:pt x="30" y="314"/>
                  </a:cubicBezTo>
                  <a:cubicBezTo>
                    <a:pt x="29" y="312"/>
                    <a:pt x="25" y="310"/>
                    <a:pt x="25" y="309"/>
                  </a:cubicBezTo>
                  <a:cubicBezTo>
                    <a:pt x="24" y="307"/>
                    <a:pt x="26" y="302"/>
                    <a:pt x="25" y="300"/>
                  </a:cubicBezTo>
                  <a:cubicBezTo>
                    <a:pt x="25" y="299"/>
                    <a:pt x="23" y="296"/>
                    <a:pt x="22" y="295"/>
                  </a:cubicBezTo>
                  <a:cubicBezTo>
                    <a:pt x="22" y="293"/>
                    <a:pt x="21" y="289"/>
                    <a:pt x="22" y="288"/>
                  </a:cubicBezTo>
                  <a:cubicBezTo>
                    <a:pt x="24" y="287"/>
                    <a:pt x="28" y="289"/>
                    <a:pt x="29" y="288"/>
                  </a:cubicBezTo>
                  <a:cubicBezTo>
                    <a:pt x="31" y="287"/>
                    <a:pt x="35" y="283"/>
                    <a:pt x="36" y="281"/>
                  </a:cubicBezTo>
                  <a:cubicBezTo>
                    <a:pt x="37" y="279"/>
                    <a:pt x="36" y="275"/>
                    <a:pt x="35" y="274"/>
                  </a:cubicBezTo>
                  <a:cubicBezTo>
                    <a:pt x="34" y="273"/>
                    <a:pt x="30" y="272"/>
                    <a:pt x="28" y="271"/>
                  </a:cubicBezTo>
                  <a:cubicBezTo>
                    <a:pt x="26" y="271"/>
                    <a:pt x="21" y="271"/>
                    <a:pt x="19" y="270"/>
                  </a:cubicBezTo>
                  <a:cubicBezTo>
                    <a:pt x="17" y="269"/>
                    <a:pt x="15" y="265"/>
                    <a:pt x="13" y="264"/>
                  </a:cubicBezTo>
                  <a:cubicBezTo>
                    <a:pt x="10" y="262"/>
                    <a:pt x="3" y="262"/>
                    <a:pt x="1" y="259"/>
                  </a:cubicBezTo>
                  <a:cubicBezTo>
                    <a:pt x="0" y="258"/>
                    <a:pt x="0" y="253"/>
                    <a:pt x="1" y="251"/>
                  </a:cubicBezTo>
                  <a:cubicBezTo>
                    <a:pt x="1" y="250"/>
                    <a:pt x="3" y="247"/>
                    <a:pt x="4" y="246"/>
                  </a:cubicBezTo>
                  <a:cubicBezTo>
                    <a:pt x="5" y="246"/>
                    <a:pt x="9" y="247"/>
                    <a:pt x="10" y="246"/>
                  </a:cubicBezTo>
                  <a:cubicBezTo>
                    <a:pt x="11" y="246"/>
                    <a:pt x="13" y="243"/>
                    <a:pt x="13" y="242"/>
                  </a:cubicBezTo>
                  <a:cubicBezTo>
                    <a:pt x="13" y="240"/>
                    <a:pt x="11" y="239"/>
                    <a:pt x="11" y="238"/>
                  </a:cubicBezTo>
                  <a:cubicBezTo>
                    <a:pt x="10" y="236"/>
                    <a:pt x="11" y="232"/>
                    <a:pt x="12" y="231"/>
                  </a:cubicBezTo>
                  <a:cubicBezTo>
                    <a:pt x="13" y="230"/>
                    <a:pt x="16" y="231"/>
                    <a:pt x="17" y="231"/>
                  </a:cubicBezTo>
                  <a:cubicBezTo>
                    <a:pt x="19" y="230"/>
                    <a:pt x="22" y="228"/>
                    <a:pt x="23" y="226"/>
                  </a:cubicBezTo>
                  <a:cubicBezTo>
                    <a:pt x="25" y="224"/>
                    <a:pt x="24" y="217"/>
                    <a:pt x="26" y="215"/>
                  </a:cubicBezTo>
                  <a:cubicBezTo>
                    <a:pt x="27" y="214"/>
                    <a:pt x="30" y="212"/>
                    <a:pt x="31" y="211"/>
                  </a:cubicBezTo>
                  <a:cubicBezTo>
                    <a:pt x="34" y="209"/>
                    <a:pt x="37" y="204"/>
                    <a:pt x="38" y="201"/>
                  </a:cubicBezTo>
                  <a:cubicBezTo>
                    <a:pt x="39" y="198"/>
                    <a:pt x="37" y="191"/>
                    <a:pt x="38" y="188"/>
                  </a:cubicBezTo>
                  <a:cubicBezTo>
                    <a:pt x="39" y="186"/>
                    <a:pt x="42" y="183"/>
                    <a:pt x="43" y="180"/>
                  </a:cubicBezTo>
                  <a:cubicBezTo>
                    <a:pt x="44" y="178"/>
                    <a:pt x="43" y="174"/>
                    <a:pt x="43" y="172"/>
                  </a:cubicBezTo>
                  <a:cubicBezTo>
                    <a:pt x="42" y="171"/>
                    <a:pt x="40" y="168"/>
                    <a:pt x="40" y="167"/>
                  </a:cubicBezTo>
                  <a:cubicBezTo>
                    <a:pt x="39" y="165"/>
                    <a:pt x="40" y="160"/>
                    <a:pt x="39" y="158"/>
                  </a:cubicBezTo>
                  <a:cubicBezTo>
                    <a:pt x="38" y="155"/>
                    <a:pt x="36" y="150"/>
                    <a:pt x="35" y="149"/>
                  </a:cubicBezTo>
                  <a:cubicBezTo>
                    <a:pt x="33" y="148"/>
                    <a:pt x="30" y="148"/>
                    <a:pt x="29" y="147"/>
                  </a:cubicBezTo>
                  <a:cubicBezTo>
                    <a:pt x="28" y="145"/>
                    <a:pt x="28" y="142"/>
                    <a:pt x="28" y="141"/>
                  </a:cubicBezTo>
                  <a:cubicBezTo>
                    <a:pt x="27" y="138"/>
                    <a:pt x="27" y="131"/>
                    <a:pt x="29" y="129"/>
                  </a:cubicBezTo>
                  <a:cubicBezTo>
                    <a:pt x="29" y="127"/>
                    <a:pt x="33" y="126"/>
                    <a:pt x="34" y="124"/>
                  </a:cubicBezTo>
                  <a:cubicBezTo>
                    <a:pt x="35" y="123"/>
                    <a:pt x="37" y="120"/>
                    <a:pt x="37" y="118"/>
                  </a:cubicBezTo>
                  <a:cubicBezTo>
                    <a:pt x="38" y="116"/>
                    <a:pt x="38" y="112"/>
                    <a:pt x="37" y="110"/>
                  </a:cubicBezTo>
                  <a:cubicBezTo>
                    <a:pt x="37" y="109"/>
                    <a:pt x="35" y="108"/>
                    <a:pt x="34" y="107"/>
                  </a:cubicBezTo>
                  <a:cubicBezTo>
                    <a:pt x="33" y="105"/>
                    <a:pt x="34" y="100"/>
                    <a:pt x="32" y="99"/>
                  </a:cubicBezTo>
                  <a:cubicBezTo>
                    <a:pt x="31" y="98"/>
                    <a:pt x="28" y="98"/>
                    <a:pt x="27" y="99"/>
                  </a:cubicBezTo>
                  <a:cubicBezTo>
                    <a:pt x="27" y="99"/>
                    <a:pt x="28" y="101"/>
                    <a:pt x="27" y="102"/>
                  </a:cubicBezTo>
                  <a:cubicBezTo>
                    <a:pt x="27" y="103"/>
                    <a:pt x="26" y="106"/>
                    <a:pt x="25" y="106"/>
                  </a:cubicBezTo>
                  <a:cubicBezTo>
                    <a:pt x="24" y="106"/>
                    <a:pt x="21" y="105"/>
                    <a:pt x="21" y="105"/>
                  </a:cubicBezTo>
                  <a:cubicBezTo>
                    <a:pt x="20" y="104"/>
                    <a:pt x="20" y="104"/>
                    <a:pt x="20" y="103"/>
                  </a:cubicBezTo>
                  <a:close/>
                </a:path>
              </a:pathLst>
            </a:custGeom>
            <a:solidFill>
              <a:schemeClr val="accent4"/>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20"/>
            <p:cNvSpPr>
              <a:spLocks/>
            </p:cNvSpPr>
            <p:nvPr/>
          </p:nvSpPr>
          <p:spPr bwMode="auto">
            <a:xfrm>
              <a:off x="1123950" y="2536825"/>
              <a:ext cx="17463" cy="19050"/>
            </a:xfrm>
            <a:custGeom>
              <a:avLst/>
              <a:gdLst/>
              <a:ahLst/>
              <a:cxnLst>
                <a:cxn ang="0">
                  <a:pos x="11" y="4"/>
                </a:cxn>
                <a:cxn ang="0">
                  <a:pos x="9" y="9"/>
                </a:cxn>
                <a:cxn ang="0">
                  <a:pos x="6" y="12"/>
                </a:cxn>
                <a:cxn ang="0">
                  <a:pos x="3" y="9"/>
                </a:cxn>
                <a:cxn ang="0">
                  <a:pos x="4" y="5"/>
                </a:cxn>
                <a:cxn ang="0">
                  <a:pos x="0" y="2"/>
                </a:cxn>
                <a:cxn ang="0">
                  <a:pos x="6" y="0"/>
                </a:cxn>
                <a:cxn ang="0">
                  <a:pos x="8" y="3"/>
                </a:cxn>
                <a:cxn ang="0">
                  <a:pos x="11" y="4"/>
                </a:cxn>
              </a:cxnLst>
              <a:rect l="0" t="0" r="r" b="b"/>
              <a:pathLst>
                <a:path w="11" h="12">
                  <a:moveTo>
                    <a:pt x="11" y="4"/>
                  </a:moveTo>
                  <a:cubicBezTo>
                    <a:pt x="11" y="6"/>
                    <a:pt x="10" y="8"/>
                    <a:pt x="9" y="9"/>
                  </a:cubicBezTo>
                  <a:cubicBezTo>
                    <a:pt x="9" y="10"/>
                    <a:pt x="7" y="12"/>
                    <a:pt x="6" y="12"/>
                  </a:cubicBezTo>
                  <a:cubicBezTo>
                    <a:pt x="5" y="12"/>
                    <a:pt x="3" y="10"/>
                    <a:pt x="3" y="9"/>
                  </a:cubicBezTo>
                  <a:cubicBezTo>
                    <a:pt x="3" y="8"/>
                    <a:pt x="5" y="6"/>
                    <a:pt x="4" y="5"/>
                  </a:cubicBezTo>
                  <a:cubicBezTo>
                    <a:pt x="4" y="4"/>
                    <a:pt x="0" y="4"/>
                    <a:pt x="0" y="2"/>
                  </a:cubicBezTo>
                  <a:cubicBezTo>
                    <a:pt x="0" y="1"/>
                    <a:pt x="4" y="0"/>
                    <a:pt x="6" y="0"/>
                  </a:cubicBezTo>
                  <a:cubicBezTo>
                    <a:pt x="7" y="1"/>
                    <a:pt x="7" y="2"/>
                    <a:pt x="8" y="3"/>
                  </a:cubicBezTo>
                  <a:cubicBezTo>
                    <a:pt x="8" y="3"/>
                    <a:pt x="11" y="4"/>
                    <a:pt x="11"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1"/>
            <p:cNvSpPr>
              <a:spLocks/>
            </p:cNvSpPr>
            <p:nvPr/>
          </p:nvSpPr>
          <p:spPr bwMode="auto">
            <a:xfrm>
              <a:off x="1065213" y="2616200"/>
              <a:ext cx="31750" cy="28575"/>
            </a:xfrm>
            <a:custGeom>
              <a:avLst/>
              <a:gdLst/>
              <a:ahLst/>
              <a:cxnLst>
                <a:cxn ang="0">
                  <a:pos x="19" y="11"/>
                </a:cxn>
                <a:cxn ang="0">
                  <a:pos x="17" y="16"/>
                </a:cxn>
                <a:cxn ang="0">
                  <a:pos x="10" y="14"/>
                </a:cxn>
                <a:cxn ang="0">
                  <a:pos x="5" y="16"/>
                </a:cxn>
                <a:cxn ang="0">
                  <a:pos x="1" y="14"/>
                </a:cxn>
                <a:cxn ang="0">
                  <a:pos x="1" y="7"/>
                </a:cxn>
                <a:cxn ang="0">
                  <a:pos x="5" y="6"/>
                </a:cxn>
                <a:cxn ang="0">
                  <a:pos x="7" y="1"/>
                </a:cxn>
                <a:cxn ang="0">
                  <a:pos x="13" y="5"/>
                </a:cxn>
                <a:cxn ang="0">
                  <a:pos x="19" y="11"/>
                </a:cxn>
              </a:cxnLst>
              <a:rect l="0" t="0" r="r" b="b"/>
              <a:pathLst>
                <a:path w="19" h="17">
                  <a:moveTo>
                    <a:pt x="19" y="11"/>
                  </a:moveTo>
                  <a:cubicBezTo>
                    <a:pt x="19" y="12"/>
                    <a:pt x="18" y="15"/>
                    <a:pt x="17" y="16"/>
                  </a:cubicBezTo>
                  <a:cubicBezTo>
                    <a:pt x="16" y="17"/>
                    <a:pt x="12" y="14"/>
                    <a:pt x="10" y="14"/>
                  </a:cubicBezTo>
                  <a:cubicBezTo>
                    <a:pt x="9" y="14"/>
                    <a:pt x="7" y="16"/>
                    <a:pt x="5" y="16"/>
                  </a:cubicBezTo>
                  <a:cubicBezTo>
                    <a:pt x="4" y="16"/>
                    <a:pt x="2" y="15"/>
                    <a:pt x="1" y="14"/>
                  </a:cubicBezTo>
                  <a:cubicBezTo>
                    <a:pt x="0" y="12"/>
                    <a:pt x="0" y="9"/>
                    <a:pt x="1" y="7"/>
                  </a:cubicBezTo>
                  <a:cubicBezTo>
                    <a:pt x="2" y="6"/>
                    <a:pt x="4" y="7"/>
                    <a:pt x="5" y="6"/>
                  </a:cubicBezTo>
                  <a:cubicBezTo>
                    <a:pt x="6" y="5"/>
                    <a:pt x="5" y="1"/>
                    <a:pt x="7" y="1"/>
                  </a:cubicBezTo>
                  <a:cubicBezTo>
                    <a:pt x="9" y="0"/>
                    <a:pt x="12" y="4"/>
                    <a:pt x="13" y="5"/>
                  </a:cubicBezTo>
                  <a:cubicBezTo>
                    <a:pt x="15" y="6"/>
                    <a:pt x="19" y="9"/>
                    <a:pt x="19"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2"/>
            <p:cNvSpPr>
              <a:spLocks/>
            </p:cNvSpPr>
            <p:nvPr/>
          </p:nvSpPr>
          <p:spPr bwMode="auto">
            <a:xfrm>
              <a:off x="1103313" y="2505075"/>
              <a:ext cx="25400" cy="30163"/>
            </a:xfrm>
            <a:custGeom>
              <a:avLst/>
              <a:gdLst/>
              <a:ahLst/>
              <a:cxnLst>
                <a:cxn ang="0">
                  <a:pos x="15" y="6"/>
                </a:cxn>
                <a:cxn ang="0">
                  <a:pos x="12" y="15"/>
                </a:cxn>
                <a:cxn ang="0">
                  <a:pos x="9" y="16"/>
                </a:cxn>
                <a:cxn ang="0">
                  <a:pos x="4" y="17"/>
                </a:cxn>
                <a:cxn ang="0">
                  <a:pos x="2" y="15"/>
                </a:cxn>
                <a:cxn ang="0">
                  <a:pos x="0" y="8"/>
                </a:cxn>
                <a:cxn ang="0">
                  <a:pos x="1" y="5"/>
                </a:cxn>
                <a:cxn ang="0">
                  <a:pos x="2" y="1"/>
                </a:cxn>
                <a:cxn ang="0">
                  <a:pos x="10" y="1"/>
                </a:cxn>
                <a:cxn ang="0">
                  <a:pos x="15" y="6"/>
                </a:cxn>
              </a:cxnLst>
              <a:rect l="0" t="0" r="r" b="b"/>
              <a:pathLst>
                <a:path w="15" h="18">
                  <a:moveTo>
                    <a:pt x="15" y="6"/>
                  </a:moveTo>
                  <a:cubicBezTo>
                    <a:pt x="15" y="8"/>
                    <a:pt x="14" y="13"/>
                    <a:pt x="12" y="15"/>
                  </a:cubicBezTo>
                  <a:cubicBezTo>
                    <a:pt x="12" y="16"/>
                    <a:pt x="10" y="16"/>
                    <a:pt x="9" y="16"/>
                  </a:cubicBezTo>
                  <a:cubicBezTo>
                    <a:pt x="7" y="17"/>
                    <a:pt x="5" y="18"/>
                    <a:pt x="4" y="17"/>
                  </a:cubicBezTo>
                  <a:cubicBezTo>
                    <a:pt x="3" y="17"/>
                    <a:pt x="2" y="15"/>
                    <a:pt x="2" y="15"/>
                  </a:cubicBezTo>
                  <a:cubicBezTo>
                    <a:pt x="1" y="13"/>
                    <a:pt x="0" y="10"/>
                    <a:pt x="0" y="8"/>
                  </a:cubicBezTo>
                  <a:cubicBezTo>
                    <a:pt x="0" y="7"/>
                    <a:pt x="1" y="6"/>
                    <a:pt x="1" y="5"/>
                  </a:cubicBezTo>
                  <a:cubicBezTo>
                    <a:pt x="2" y="4"/>
                    <a:pt x="2" y="2"/>
                    <a:pt x="2" y="1"/>
                  </a:cubicBezTo>
                  <a:cubicBezTo>
                    <a:pt x="4" y="0"/>
                    <a:pt x="8" y="1"/>
                    <a:pt x="10" y="1"/>
                  </a:cubicBezTo>
                  <a:cubicBezTo>
                    <a:pt x="11" y="2"/>
                    <a:pt x="14" y="4"/>
                    <a:pt x="1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3"/>
            <p:cNvSpPr>
              <a:spLocks/>
            </p:cNvSpPr>
            <p:nvPr/>
          </p:nvSpPr>
          <p:spPr bwMode="auto">
            <a:xfrm>
              <a:off x="1041400" y="1925638"/>
              <a:ext cx="935038" cy="892175"/>
            </a:xfrm>
            <a:custGeom>
              <a:avLst/>
              <a:gdLst/>
              <a:ahLst/>
              <a:cxnLst>
                <a:cxn ang="0">
                  <a:pos x="542" y="128"/>
                </a:cxn>
                <a:cxn ang="0">
                  <a:pos x="537" y="173"/>
                </a:cxn>
                <a:cxn ang="0">
                  <a:pos x="509" y="214"/>
                </a:cxn>
                <a:cxn ang="0">
                  <a:pos x="471" y="235"/>
                </a:cxn>
                <a:cxn ang="0">
                  <a:pos x="441" y="261"/>
                </a:cxn>
                <a:cxn ang="0">
                  <a:pos x="420" y="319"/>
                </a:cxn>
                <a:cxn ang="0">
                  <a:pos x="400" y="341"/>
                </a:cxn>
                <a:cxn ang="0">
                  <a:pos x="384" y="354"/>
                </a:cxn>
                <a:cxn ang="0">
                  <a:pos x="343" y="349"/>
                </a:cxn>
                <a:cxn ang="0">
                  <a:pos x="317" y="365"/>
                </a:cxn>
                <a:cxn ang="0">
                  <a:pos x="270" y="372"/>
                </a:cxn>
                <a:cxn ang="0">
                  <a:pos x="260" y="374"/>
                </a:cxn>
                <a:cxn ang="0">
                  <a:pos x="284" y="407"/>
                </a:cxn>
                <a:cxn ang="0">
                  <a:pos x="293" y="439"/>
                </a:cxn>
                <a:cxn ang="0">
                  <a:pos x="296" y="481"/>
                </a:cxn>
                <a:cxn ang="0">
                  <a:pos x="299" y="514"/>
                </a:cxn>
                <a:cxn ang="0">
                  <a:pos x="294" y="529"/>
                </a:cxn>
                <a:cxn ang="0">
                  <a:pos x="256" y="527"/>
                </a:cxn>
                <a:cxn ang="0">
                  <a:pos x="226" y="522"/>
                </a:cxn>
                <a:cxn ang="0">
                  <a:pos x="201" y="527"/>
                </a:cxn>
                <a:cxn ang="0">
                  <a:pos x="182" y="520"/>
                </a:cxn>
                <a:cxn ang="0">
                  <a:pos x="160" y="507"/>
                </a:cxn>
                <a:cxn ang="0">
                  <a:pos x="133" y="492"/>
                </a:cxn>
                <a:cxn ang="0">
                  <a:pos x="105" y="469"/>
                </a:cxn>
                <a:cxn ang="0">
                  <a:pos x="85" y="428"/>
                </a:cxn>
                <a:cxn ang="0">
                  <a:pos x="59" y="397"/>
                </a:cxn>
                <a:cxn ang="0">
                  <a:pos x="74" y="365"/>
                </a:cxn>
                <a:cxn ang="0">
                  <a:pos x="76" y="334"/>
                </a:cxn>
                <a:cxn ang="0">
                  <a:pos x="57" y="317"/>
                </a:cxn>
                <a:cxn ang="0">
                  <a:pos x="89" y="291"/>
                </a:cxn>
                <a:cxn ang="0">
                  <a:pos x="129" y="310"/>
                </a:cxn>
                <a:cxn ang="0">
                  <a:pos x="103" y="288"/>
                </a:cxn>
                <a:cxn ang="0">
                  <a:pos x="60" y="283"/>
                </a:cxn>
                <a:cxn ang="0">
                  <a:pos x="23" y="287"/>
                </a:cxn>
                <a:cxn ang="0">
                  <a:pos x="9" y="283"/>
                </a:cxn>
                <a:cxn ang="0">
                  <a:pos x="6" y="257"/>
                </a:cxn>
                <a:cxn ang="0">
                  <a:pos x="26" y="246"/>
                </a:cxn>
                <a:cxn ang="0">
                  <a:pos x="55" y="245"/>
                </a:cxn>
                <a:cxn ang="0">
                  <a:pos x="76" y="213"/>
                </a:cxn>
                <a:cxn ang="0">
                  <a:pos x="113" y="194"/>
                </a:cxn>
                <a:cxn ang="0">
                  <a:pos x="158" y="179"/>
                </a:cxn>
                <a:cxn ang="0">
                  <a:pos x="197" y="178"/>
                </a:cxn>
                <a:cxn ang="0">
                  <a:pos x="225" y="136"/>
                </a:cxn>
                <a:cxn ang="0">
                  <a:pos x="237" y="94"/>
                </a:cxn>
                <a:cxn ang="0">
                  <a:pos x="247" y="42"/>
                </a:cxn>
                <a:cxn ang="0">
                  <a:pos x="266" y="8"/>
                </a:cxn>
                <a:cxn ang="0">
                  <a:pos x="293" y="24"/>
                </a:cxn>
                <a:cxn ang="0">
                  <a:pos x="320" y="21"/>
                </a:cxn>
                <a:cxn ang="0">
                  <a:pos x="365" y="15"/>
                </a:cxn>
                <a:cxn ang="0">
                  <a:pos x="382" y="1"/>
                </a:cxn>
                <a:cxn ang="0">
                  <a:pos x="406" y="29"/>
                </a:cxn>
                <a:cxn ang="0">
                  <a:pos x="430" y="41"/>
                </a:cxn>
                <a:cxn ang="0">
                  <a:pos x="470" y="26"/>
                </a:cxn>
                <a:cxn ang="0">
                  <a:pos x="486" y="63"/>
                </a:cxn>
                <a:cxn ang="0">
                  <a:pos x="523" y="78"/>
                </a:cxn>
                <a:cxn ang="0">
                  <a:pos x="550" y="101"/>
                </a:cxn>
              </a:cxnLst>
              <a:rect l="0" t="0" r="r" b="b"/>
              <a:pathLst>
                <a:path w="558" h="533">
                  <a:moveTo>
                    <a:pt x="557" y="103"/>
                  </a:moveTo>
                  <a:cubicBezTo>
                    <a:pt x="558" y="104"/>
                    <a:pt x="557" y="107"/>
                    <a:pt x="556" y="108"/>
                  </a:cubicBezTo>
                  <a:cubicBezTo>
                    <a:pt x="555" y="109"/>
                    <a:pt x="551" y="109"/>
                    <a:pt x="550" y="110"/>
                  </a:cubicBezTo>
                  <a:cubicBezTo>
                    <a:pt x="549" y="112"/>
                    <a:pt x="551" y="115"/>
                    <a:pt x="550" y="117"/>
                  </a:cubicBezTo>
                  <a:cubicBezTo>
                    <a:pt x="550" y="118"/>
                    <a:pt x="547" y="120"/>
                    <a:pt x="546" y="121"/>
                  </a:cubicBezTo>
                  <a:cubicBezTo>
                    <a:pt x="545" y="122"/>
                    <a:pt x="541" y="126"/>
                    <a:pt x="542" y="128"/>
                  </a:cubicBezTo>
                  <a:cubicBezTo>
                    <a:pt x="542" y="129"/>
                    <a:pt x="548" y="130"/>
                    <a:pt x="549" y="132"/>
                  </a:cubicBezTo>
                  <a:cubicBezTo>
                    <a:pt x="550" y="134"/>
                    <a:pt x="546" y="140"/>
                    <a:pt x="546" y="143"/>
                  </a:cubicBezTo>
                  <a:cubicBezTo>
                    <a:pt x="546" y="144"/>
                    <a:pt x="547" y="148"/>
                    <a:pt x="547" y="149"/>
                  </a:cubicBezTo>
                  <a:cubicBezTo>
                    <a:pt x="547" y="152"/>
                    <a:pt x="546" y="158"/>
                    <a:pt x="544" y="160"/>
                  </a:cubicBezTo>
                  <a:cubicBezTo>
                    <a:pt x="542" y="161"/>
                    <a:pt x="536" y="161"/>
                    <a:pt x="534" y="164"/>
                  </a:cubicBezTo>
                  <a:cubicBezTo>
                    <a:pt x="533" y="166"/>
                    <a:pt x="537" y="171"/>
                    <a:pt x="537" y="173"/>
                  </a:cubicBezTo>
                  <a:cubicBezTo>
                    <a:pt x="536" y="175"/>
                    <a:pt x="533" y="178"/>
                    <a:pt x="532" y="180"/>
                  </a:cubicBezTo>
                  <a:cubicBezTo>
                    <a:pt x="531" y="183"/>
                    <a:pt x="531" y="189"/>
                    <a:pt x="529" y="192"/>
                  </a:cubicBezTo>
                  <a:cubicBezTo>
                    <a:pt x="528" y="194"/>
                    <a:pt x="525" y="197"/>
                    <a:pt x="523" y="198"/>
                  </a:cubicBezTo>
                  <a:cubicBezTo>
                    <a:pt x="521" y="199"/>
                    <a:pt x="515" y="198"/>
                    <a:pt x="513" y="199"/>
                  </a:cubicBezTo>
                  <a:cubicBezTo>
                    <a:pt x="511" y="200"/>
                    <a:pt x="509" y="204"/>
                    <a:pt x="509" y="206"/>
                  </a:cubicBezTo>
                  <a:cubicBezTo>
                    <a:pt x="508" y="208"/>
                    <a:pt x="509" y="212"/>
                    <a:pt x="509" y="214"/>
                  </a:cubicBezTo>
                  <a:cubicBezTo>
                    <a:pt x="508" y="216"/>
                    <a:pt x="506" y="219"/>
                    <a:pt x="505" y="219"/>
                  </a:cubicBezTo>
                  <a:cubicBezTo>
                    <a:pt x="502" y="220"/>
                    <a:pt x="498" y="219"/>
                    <a:pt x="495" y="219"/>
                  </a:cubicBezTo>
                  <a:cubicBezTo>
                    <a:pt x="494" y="220"/>
                    <a:pt x="491" y="223"/>
                    <a:pt x="489" y="224"/>
                  </a:cubicBezTo>
                  <a:cubicBezTo>
                    <a:pt x="487" y="224"/>
                    <a:pt x="484" y="224"/>
                    <a:pt x="483" y="224"/>
                  </a:cubicBezTo>
                  <a:cubicBezTo>
                    <a:pt x="481" y="224"/>
                    <a:pt x="476" y="225"/>
                    <a:pt x="474" y="226"/>
                  </a:cubicBezTo>
                  <a:cubicBezTo>
                    <a:pt x="473" y="228"/>
                    <a:pt x="473" y="234"/>
                    <a:pt x="471" y="235"/>
                  </a:cubicBezTo>
                  <a:cubicBezTo>
                    <a:pt x="470" y="236"/>
                    <a:pt x="467" y="236"/>
                    <a:pt x="466" y="236"/>
                  </a:cubicBezTo>
                  <a:cubicBezTo>
                    <a:pt x="464" y="235"/>
                    <a:pt x="461" y="233"/>
                    <a:pt x="459" y="233"/>
                  </a:cubicBezTo>
                  <a:cubicBezTo>
                    <a:pt x="457" y="232"/>
                    <a:pt x="453" y="232"/>
                    <a:pt x="452" y="233"/>
                  </a:cubicBezTo>
                  <a:cubicBezTo>
                    <a:pt x="449" y="234"/>
                    <a:pt x="446" y="238"/>
                    <a:pt x="445" y="240"/>
                  </a:cubicBezTo>
                  <a:cubicBezTo>
                    <a:pt x="444" y="243"/>
                    <a:pt x="446" y="249"/>
                    <a:pt x="445" y="252"/>
                  </a:cubicBezTo>
                  <a:cubicBezTo>
                    <a:pt x="444" y="255"/>
                    <a:pt x="442" y="259"/>
                    <a:pt x="441" y="261"/>
                  </a:cubicBezTo>
                  <a:cubicBezTo>
                    <a:pt x="440" y="264"/>
                    <a:pt x="438" y="271"/>
                    <a:pt x="437" y="275"/>
                  </a:cubicBezTo>
                  <a:cubicBezTo>
                    <a:pt x="437" y="277"/>
                    <a:pt x="438" y="282"/>
                    <a:pt x="437" y="285"/>
                  </a:cubicBezTo>
                  <a:cubicBezTo>
                    <a:pt x="436" y="287"/>
                    <a:pt x="433" y="293"/>
                    <a:pt x="431" y="295"/>
                  </a:cubicBezTo>
                  <a:cubicBezTo>
                    <a:pt x="429" y="296"/>
                    <a:pt x="424" y="298"/>
                    <a:pt x="423" y="300"/>
                  </a:cubicBezTo>
                  <a:cubicBezTo>
                    <a:pt x="422" y="301"/>
                    <a:pt x="423" y="305"/>
                    <a:pt x="423" y="307"/>
                  </a:cubicBezTo>
                  <a:cubicBezTo>
                    <a:pt x="422" y="310"/>
                    <a:pt x="420" y="316"/>
                    <a:pt x="420" y="319"/>
                  </a:cubicBezTo>
                  <a:cubicBezTo>
                    <a:pt x="419" y="323"/>
                    <a:pt x="418" y="332"/>
                    <a:pt x="420" y="336"/>
                  </a:cubicBezTo>
                  <a:cubicBezTo>
                    <a:pt x="420" y="336"/>
                    <a:pt x="420" y="336"/>
                    <a:pt x="420" y="336"/>
                  </a:cubicBezTo>
                  <a:cubicBezTo>
                    <a:pt x="418" y="338"/>
                    <a:pt x="416" y="338"/>
                    <a:pt x="415" y="338"/>
                  </a:cubicBezTo>
                  <a:cubicBezTo>
                    <a:pt x="413" y="338"/>
                    <a:pt x="413" y="334"/>
                    <a:pt x="411" y="334"/>
                  </a:cubicBezTo>
                  <a:cubicBezTo>
                    <a:pt x="410" y="333"/>
                    <a:pt x="407" y="333"/>
                    <a:pt x="406" y="334"/>
                  </a:cubicBezTo>
                  <a:cubicBezTo>
                    <a:pt x="404" y="335"/>
                    <a:pt x="401" y="339"/>
                    <a:pt x="400" y="341"/>
                  </a:cubicBezTo>
                  <a:cubicBezTo>
                    <a:pt x="399" y="343"/>
                    <a:pt x="402" y="347"/>
                    <a:pt x="401" y="348"/>
                  </a:cubicBezTo>
                  <a:cubicBezTo>
                    <a:pt x="400" y="350"/>
                    <a:pt x="396" y="350"/>
                    <a:pt x="395" y="352"/>
                  </a:cubicBezTo>
                  <a:cubicBezTo>
                    <a:pt x="394" y="353"/>
                    <a:pt x="395" y="357"/>
                    <a:pt x="394" y="358"/>
                  </a:cubicBezTo>
                  <a:cubicBezTo>
                    <a:pt x="393" y="360"/>
                    <a:pt x="389" y="361"/>
                    <a:pt x="387" y="360"/>
                  </a:cubicBezTo>
                  <a:cubicBezTo>
                    <a:pt x="386" y="360"/>
                    <a:pt x="384" y="359"/>
                    <a:pt x="384" y="358"/>
                  </a:cubicBezTo>
                  <a:cubicBezTo>
                    <a:pt x="383" y="357"/>
                    <a:pt x="384" y="355"/>
                    <a:pt x="384" y="354"/>
                  </a:cubicBezTo>
                  <a:cubicBezTo>
                    <a:pt x="383" y="352"/>
                    <a:pt x="382" y="348"/>
                    <a:pt x="380" y="348"/>
                  </a:cubicBezTo>
                  <a:cubicBezTo>
                    <a:pt x="378" y="347"/>
                    <a:pt x="372" y="350"/>
                    <a:pt x="370" y="350"/>
                  </a:cubicBezTo>
                  <a:cubicBezTo>
                    <a:pt x="368" y="350"/>
                    <a:pt x="366" y="349"/>
                    <a:pt x="364" y="349"/>
                  </a:cubicBezTo>
                  <a:cubicBezTo>
                    <a:pt x="362" y="349"/>
                    <a:pt x="358" y="350"/>
                    <a:pt x="355" y="350"/>
                  </a:cubicBezTo>
                  <a:cubicBezTo>
                    <a:pt x="354" y="350"/>
                    <a:pt x="351" y="348"/>
                    <a:pt x="349" y="348"/>
                  </a:cubicBezTo>
                  <a:cubicBezTo>
                    <a:pt x="348" y="348"/>
                    <a:pt x="344" y="348"/>
                    <a:pt x="343" y="349"/>
                  </a:cubicBezTo>
                  <a:cubicBezTo>
                    <a:pt x="342" y="350"/>
                    <a:pt x="341" y="354"/>
                    <a:pt x="340" y="354"/>
                  </a:cubicBezTo>
                  <a:cubicBezTo>
                    <a:pt x="338" y="356"/>
                    <a:pt x="332" y="356"/>
                    <a:pt x="330" y="355"/>
                  </a:cubicBezTo>
                  <a:cubicBezTo>
                    <a:pt x="328" y="355"/>
                    <a:pt x="326" y="351"/>
                    <a:pt x="325" y="350"/>
                  </a:cubicBezTo>
                  <a:cubicBezTo>
                    <a:pt x="322" y="350"/>
                    <a:pt x="317" y="352"/>
                    <a:pt x="315" y="354"/>
                  </a:cubicBezTo>
                  <a:cubicBezTo>
                    <a:pt x="315" y="355"/>
                    <a:pt x="315" y="357"/>
                    <a:pt x="315" y="358"/>
                  </a:cubicBezTo>
                  <a:cubicBezTo>
                    <a:pt x="315" y="360"/>
                    <a:pt x="318" y="364"/>
                    <a:pt x="317" y="365"/>
                  </a:cubicBezTo>
                  <a:cubicBezTo>
                    <a:pt x="315" y="367"/>
                    <a:pt x="310" y="367"/>
                    <a:pt x="307" y="368"/>
                  </a:cubicBezTo>
                  <a:cubicBezTo>
                    <a:pt x="305" y="369"/>
                    <a:pt x="302" y="372"/>
                    <a:pt x="300" y="373"/>
                  </a:cubicBezTo>
                  <a:cubicBezTo>
                    <a:pt x="297" y="373"/>
                    <a:pt x="292" y="373"/>
                    <a:pt x="289" y="373"/>
                  </a:cubicBezTo>
                  <a:cubicBezTo>
                    <a:pt x="287" y="372"/>
                    <a:pt x="283" y="370"/>
                    <a:pt x="281" y="370"/>
                  </a:cubicBezTo>
                  <a:cubicBezTo>
                    <a:pt x="280" y="370"/>
                    <a:pt x="277" y="372"/>
                    <a:pt x="276" y="372"/>
                  </a:cubicBezTo>
                  <a:cubicBezTo>
                    <a:pt x="275" y="372"/>
                    <a:pt x="271" y="373"/>
                    <a:pt x="270" y="372"/>
                  </a:cubicBezTo>
                  <a:cubicBezTo>
                    <a:pt x="269" y="371"/>
                    <a:pt x="268" y="369"/>
                    <a:pt x="267" y="368"/>
                  </a:cubicBezTo>
                  <a:cubicBezTo>
                    <a:pt x="266" y="366"/>
                    <a:pt x="263" y="365"/>
                    <a:pt x="262" y="364"/>
                  </a:cubicBezTo>
                  <a:cubicBezTo>
                    <a:pt x="261" y="363"/>
                    <a:pt x="259" y="362"/>
                    <a:pt x="258" y="362"/>
                  </a:cubicBezTo>
                  <a:cubicBezTo>
                    <a:pt x="257" y="361"/>
                    <a:pt x="254" y="362"/>
                    <a:pt x="253" y="363"/>
                  </a:cubicBezTo>
                  <a:cubicBezTo>
                    <a:pt x="252" y="364"/>
                    <a:pt x="254" y="367"/>
                    <a:pt x="254" y="369"/>
                  </a:cubicBezTo>
                  <a:cubicBezTo>
                    <a:pt x="255" y="370"/>
                    <a:pt x="258" y="372"/>
                    <a:pt x="260" y="374"/>
                  </a:cubicBezTo>
                  <a:cubicBezTo>
                    <a:pt x="261" y="375"/>
                    <a:pt x="263" y="379"/>
                    <a:pt x="264" y="380"/>
                  </a:cubicBezTo>
                  <a:cubicBezTo>
                    <a:pt x="265" y="383"/>
                    <a:pt x="267" y="389"/>
                    <a:pt x="268" y="392"/>
                  </a:cubicBezTo>
                  <a:cubicBezTo>
                    <a:pt x="269" y="393"/>
                    <a:pt x="271" y="395"/>
                    <a:pt x="271" y="397"/>
                  </a:cubicBezTo>
                  <a:cubicBezTo>
                    <a:pt x="272" y="398"/>
                    <a:pt x="271" y="402"/>
                    <a:pt x="272" y="404"/>
                  </a:cubicBezTo>
                  <a:cubicBezTo>
                    <a:pt x="273" y="405"/>
                    <a:pt x="275" y="407"/>
                    <a:pt x="277" y="407"/>
                  </a:cubicBezTo>
                  <a:cubicBezTo>
                    <a:pt x="278" y="408"/>
                    <a:pt x="282" y="407"/>
                    <a:pt x="284" y="407"/>
                  </a:cubicBezTo>
                  <a:cubicBezTo>
                    <a:pt x="285" y="408"/>
                    <a:pt x="287" y="411"/>
                    <a:pt x="287" y="413"/>
                  </a:cubicBezTo>
                  <a:cubicBezTo>
                    <a:pt x="288" y="414"/>
                    <a:pt x="289" y="418"/>
                    <a:pt x="288" y="419"/>
                  </a:cubicBezTo>
                  <a:cubicBezTo>
                    <a:pt x="287" y="421"/>
                    <a:pt x="284" y="422"/>
                    <a:pt x="284" y="423"/>
                  </a:cubicBezTo>
                  <a:cubicBezTo>
                    <a:pt x="284" y="425"/>
                    <a:pt x="286" y="429"/>
                    <a:pt x="286" y="430"/>
                  </a:cubicBezTo>
                  <a:cubicBezTo>
                    <a:pt x="286" y="430"/>
                    <a:pt x="290" y="431"/>
                    <a:pt x="291" y="432"/>
                  </a:cubicBezTo>
                  <a:cubicBezTo>
                    <a:pt x="292" y="433"/>
                    <a:pt x="292" y="437"/>
                    <a:pt x="293" y="439"/>
                  </a:cubicBezTo>
                  <a:cubicBezTo>
                    <a:pt x="294" y="441"/>
                    <a:pt x="296" y="443"/>
                    <a:pt x="297" y="445"/>
                  </a:cubicBezTo>
                  <a:cubicBezTo>
                    <a:pt x="297" y="447"/>
                    <a:pt x="296" y="451"/>
                    <a:pt x="296" y="453"/>
                  </a:cubicBezTo>
                  <a:cubicBezTo>
                    <a:pt x="296" y="455"/>
                    <a:pt x="296" y="460"/>
                    <a:pt x="297" y="462"/>
                  </a:cubicBezTo>
                  <a:cubicBezTo>
                    <a:pt x="297" y="463"/>
                    <a:pt x="300" y="465"/>
                    <a:pt x="301" y="467"/>
                  </a:cubicBezTo>
                  <a:cubicBezTo>
                    <a:pt x="302" y="469"/>
                    <a:pt x="302" y="473"/>
                    <a:pt x="301" y="475"/>
                  </a:cubicBezTo>
                  <a:cubicBezTo>
                    <a:pt x="300" y="477"/>
                    <a:pt x="297" y="480"/>
                    <a:pt x="296" y="481"/>
                  </a:cubicBezTo>
                  <a:cubicBezTo>
                    <a:pt x="295" y="483"/>
                    <a:pt x="295" y="485"/>
                    <a:pt x="296" y="487"/>
                  </a:cubicBezTo>
                  <a:cubicBezTo>
                    <a:pt x="296" y="489"/>
                    <a:pt x="299" y="492"/>
                    <a:pt x="300" y="494"/>
                  </a:cubicBezTo>
                  <a:cubicBezTo>
                    <a:pt x="300" y="496"/>
                    <a:pt x="301" y="499"/>
                    <a:pt x="300" y="501"/>
                  </a:cubicBezTo>
                  <a:cubicBezTo>
                    <a:pt x="299" y="502"/>
                    <a:pt x="295" y="502"/>
                    <a:pt x="294" y="504"/>
                  </a:cubicBezTo>
                  <a:cubicBezTo>
                    <a:pt x="294" y="505"/>
                    <a:pt x="295" y="509"/>
                    <a:pt x="295" y="510"/>
                  </a:cubicBezTo>
                  <a:cubicBezTo>
                    <a:pt x="296" y="512"/>
                    <a:pt x="298" y="514"/>
                    <a:pt x="299" y="514"/>
                  </a:cubicBezTo>
                  <a:cubicBezTo>
                    <a:pt x="301" y="514"/>
                    <a:pt x="303" y="512"/>
                    <a:pt x="304" y="512"/>
                  </a:cubicBezTo>
                  <a:cubicBezTo>
                    <a:pt x="305" y="512"/>
                    <a:pt x="308" y="514"/>
                    <a:pt x="308" y="515"/>
                  </a:cubicBezTo>
                  <a:cubicBezTo>
                    <a:pt x="309" y="516"/>
                    <a:pt x="310" y="519"/>
                    <a:pt x="310" y="520"/>
                  </a:cubicBezTo>
                  <a:cubicBezTo>
                    <a:pt x="310" y="521"/>
                    <a:pt x="306" y="523"/>
                    <a:pt x="304" y="524"/>
                  </a:cubicBezTo>
                  <a:cubicBezTo>
                    <a:pt x="303" y="524"/>
                    <a:pt x="300" y="524"/>
                    <a:pt x="298" y="525"/>
                  </a:cubicBezTo>
                  <a:cubicBezTo>
                    <a:pt x="297" y="525"/>
                    <a:pt x="295" y="529"/>
                    <a:pt x="294" y="529"/>
                  </a:cubicBezTo>
                  <a:cubicBezTo>
                    <a:pt x="291" y="530"/>
                    <a:pt x="286" y="529"/>
                    <a:pt x="284" y="529"/>
                  </a:cubicBezTo>
                  <a:cubicBezTo>
                    <a:pt x="282" y="530"/>
                    <a:pt x="280" y="532"/>
                    <a:pt x="278" y="532"/>
                  </a:cubicBezTo>
                  <a:cubicBezTo>
                    <a:pt x="276" y="533"/>
                    <a:pt x="273" y="533"/>
                    <a:pt x="271" y="532"/>
                  </a:cubicBezTo>
                  <a:cubicBezTo>
                    <a:pt x="270" y="532"/>
                    <a:pt x="269" y="529"/>
                    <a:pt x="268" y="528"/>
                  </a:cubicBezTo>
                  <a:cubicBezTo>
                    <a:pt x="266" y="528"/>
                    <a:pt x="264" y="529"/>
                    <a:pt x="262" y="528"/>
                  </a:cubicBezTo>
                  <a:cubicBezTo>
                    <a:pt x="261" y="528"/>
                    <a:pt x="258" y="527"/>
                    <a:pt x="256" y="527"/>
                  </a:cubicBezTo>
                  <a:cubicBezTo>
                    <a:pt x="255" y="527"/>
                    <a:pt x="252" y="527"/>
                    <a:pt x="251" y="527"/>
                  </a:cubicBezTo>
                  <a:cubicBezTo>
                    <a:pt x="250" y="527"/>
                    <a:pt x="249" y="529"/>
                    <a:pt x="248" y="529"/>
                  </a:cubicBezTo>
                  <a:cubicBezTo>
                    <a:pt x="247" y="529"/>
                    <a:pt x="246" y="530"/>
                    <a:pt x="245" y="530"/>
                  </a:cubicBezTo>
                  <a:cubicBezTo>
                    <a:pt x="243" y="530"/>
                    <a:pt x="242" y="526"/>
                    <a:pt x="240" y="525"/>
                  </a:cubicBezTo>
                  <a:cubicBezTo>
                    <a:pt x="239" y="524"/>
                    <a:pt x="236" y="522"/>
                    <a:pt x="235" y="521"/>
                  </a:cubicBezTo>
                  <a:cubicBezTo>
                    <a:pt x="233" y="521"/>
                    <a:pt x="228" y="521"/>
                    <a:pt x="226" y="522"/>
                  </a:cubicBezTo>
                  <a:cubicBezTo>
                    <a:pt x="224" y="522"/>
                    <a:pt x="221" y="525"/>
                    <a:pt x="220" y="526"/>
                  </a:cubicBezTo>
                  <a:cubicBezTo>
                    <a:pt x="219" y="527"/>
                    <a:pt x="219" y="528"/>
                    <a:pt x="218" y="529"/>
                  </a:cubicBezTo>
                  <a:cubicBezTo>
                    <a:pt x="218" y="528"/>
                    <a:pt x="217" y="527"/>
                    <a:pt x="217" y="527"/>
                  </a:cubicBezTo>
                  <a:cubicBezTo>
                    <a:pt x="216" y="526"/>
                    <a:pt x="214" y="525"/>
                    <a:pt x="213" y="525"/>
                  </a:cubicBezTo>
                  <a:cubicBezTo>
                    <a:pt x="211" y="525"/>
                    <a:pt x="208" y="524"/>
                    <a:pt x="206" y="525"/>
                  </a:cubicBezTo>
                  <a:cubicBezTo>
                    <a:pt x="205" y="525"/>
                    <a:pt x="202" y="526"/>
                    <a:pt x="201" y="527"/>
                  </a:cubicBezTo>
                  <a:cubicBezTo>
                    <a:pt x="200" y="528"/>
                    <a:pt x="201" y="531"/>
                    <a:pt x="200" y="532"/>
                  </a:cubicBezTo>
                  <a:cubicBezTo>
                    <a:pt x="199" y="533"/>
                    <a:pt x="197" y="533"/>
                    <a:pt x="195" y="533"/>
                  </a:cubicBezTo>
                  <a:cubicBezTo>
                    <a:pt x="194" y="533"/>
                    <a:pt x="192" y="531"/>
                    <a:pt x="192" y="530"/>
                  </a:cubicBezTo>
                  <a:cubicBezTo>
                    <a:pt x="191" y="529"/>
                    <a:pt x="192" y="527"/>
                    <a:pt x="191" y="526"/>
                  </a:cubicBezTo>
                  <a:cubicBezTo>
                    <a:pt x="190" y="524"/>
                    <a:pt x="185" y="524"/>
                    <a:pt x="184" y="523"/>
                  </a:cubicBezTo>
                  <a:cubicBezTo>
                    <a:pt x="183" y="523"/>
                    <a:pt x="183" y="521"/>
                    <a:pt x="182" y="520"/>
                  </a:cubicBezTo>
                  <a:cubicBezTo>
                    <a:pt x="181" y="519"/>
                    <a:pt x="178" y="517"/>
                    <a:pt x="176" y="517"/>
                  </a:cubicBezTo>
                  <a:cubicBezTo>
                    <a:pt x="175" y="517"/>
                    <a:pt x="173" y="518"/>
                    <a:pt x="172" y="519"/>
                  </a:cubicBezTo>
                  <a:cubicBezTo>
                    <a:pt x="171" y="519"/>
                    <a:pt x="167" y="519"/>
                    <a:pt x="166" y="519"/>
                  </a:cubicBezTo>
                  <a:cubicBezTo>
                    <a:pt x="165" y="519"/>
                    <a:pt x="163" y="517"/>
                    <a:pt x="162" y="516"/>
                  </a:cubicBezTo>
                  <a:cubicBezTo>
                    <a:pt x="162" y="515"/>
                    <a:pt x="162" y="512"/>
                    <a:pt x="162" y="512"/>
                  </a:cubicBezTo>
                  <a:cubicBezTo>
                    <a:pt x="162" y="511"/>
                    <a:pt x="160" y="509"/>
                    <a:pt x="160" y="507"/>
                  </a:cubicBezTo>
                  <a:cubicBezTo>
                    <a:pt x="159" y="506"/>
                    <a:pt x="159" y="502"/>
                    <a:pt x="158" y="501"/>
                  </a:cubicBezTo>
                  <a:cubicBezTo>
                    <a:pt x="157" y="500"/>
                    <a:pt x="155" y="498"/>
                    <a:pt x="153" y="497"/>
                  </a:cubicBezTo>
                  <a:cubicBezTo>
                    <a:pt x="152" y="497"/>
                    <a:pt x="149" y="497"/>
                    <a:pt x="147" y="497"/>
                  </a:cubicBezTo>
                  <a:cubicBezTo>
                    <a:pt x="146" y="497"/>
                    <a:pt x="144" y="497"/>
                    <a:pt x="143" y="497"/>
                  </a:cubicBezTo>
                  <a:cubicBezTo>
                    <a:pt x="140" y="497"/>
                    <a:pt x="135" y="497"/>
                    <a:pt x="134" y="496"/>
                  </a:cubicBezTo>
                  <a:cubicBezTo>
                    <a:pt x="133" y="495"/>
                    <a:pt x="133" y="493"/>
                    <a:pt x="133" y="492"/>
                  </a:cubicBezTo>
                  <a:cubicBezTo>
                    <a:pt x="131" y="490"/>
                    <a:pt x="125" y="490"/>
                    <a:pt x="123" y="488"/>
                  </a:cubicBezTo>
                  <a:cubicBezTo>
                    <a:pt x="122" y="487"/>
                    <a:pt x="121" y="484"/>
                    <a:pt x="120" y="483"/>
                  </a:cubicBezTo>
                  <a:cubicBezTo>
                    <a:pt x="119" y="482"/>
                    <a:pt x="117" y="481"/>
                    <a:pt x="116" y="480"/>
                  </a:cubicBezTo>
                  <a:cubicBezTo>
                    <a:pt x="115" y="480"/>
                    <a:pt x="112" y="481"/>
                    <a:pt x="111" y="480"/>
                  </a:cubicBezTo>
                  <a:cubicBezTo>
                    <a:pt x="110" y="480"/>
                    <a:pt x="109" y="477"/>
                    <a:pt x="108" y="476"/>
                  </a:cubicBezTo>
                  <a:cubicBezTo>
                    <a:pt x="107" y="475"/>
                    <a:pt x="106" y="471"/>
                    <a:pt x="105" y="469"/>
                  </a:cubicBezTo>
                  <a:cubicBezTo>
                    <a:pt x="104" y="467"/>
                    <a:pt x="103" y="463"/>
                    <a:pt x="103" y="461"/>
                  </a:cubicBezTo>
                  <a:cubicBezTo>
                    <a:pt x="102" y="459"/>
                    <a:pt x="104" y="456"/>
                    <a:pt x="104" y="454"/>
                  </a:cubicBezTo>
                  <a:cubicBezTo>
                    <a:pt x="104" y="452"/>
                    <a:pt x="102" y="448"/>
                    <a:pt x="101" y="446"/>
                  </a:cubicBezTo>
                  <a:cubicBezTo>
                    <a:pt x="100" y="444"/>
                    <a:pt x="96" y="443"/>
                    <a:pt x="95" y="442"/>
                  </a:cubicBezTo>
                  <a:cubicBezTo>
                    <a:pt x="93" y="440"/>
                    <a:pt x="92" y="434"/>
                    <a:pt x="90" y="432"/>
                  </a:cubicBezTo>
                  <a:cubicBezTo>
                    <a:pt x="89" y="431"/>
                    <a:pt x="86" y="429"/>
                    <a:pt x="85" y="428"/>
                  </a:cubicBezTo>
                  <a:cubicBezTo>
                    <a:pt x="84" y="426"/>
                    <a:pt x="82" y="424"/>
                    <a:pt x="81" y="422"/>
                  </a:cubicBezTo>
                  <a:cubicBezTo>
                    <a:pt x="80" y="421"/>
                    <a:pt x="80" y="417"/>
                    <a:pt x="79" y="415"/>
                  </a:cubicBezTo>
                  <a:cubicBezTo>
                    <a:pt x="78" y="414"/>
                    <a:pt x="76" y="412"/>
                    <a:pt x="74" y="411"/>
                  </a:cubicBezTo>
                  <a:cubicBezTo>
                    <a:pt x="73" y="410"/>
                    <a:pt x="70" y="409"/>
                    <a:pt x="69" y="409"/>
                  </a:cubicBezTo>
                  <a:cubicBezTo>
                    <a:pt x="68" y="408"/>
                    <a:pt x="65" y="405"/>
                    <a:pt x="64" y="404"/>
                  </a:cubicBezTo>
                  <a:cubicBezTo>
                    <a:pt x="63" y="403"/>
                    <a:pt x="60" y="399"/>
                    <a:pt x="59" y="397"/>
                  </a:cubicBezTo>
                  <a:cubicBezTo>
                    <a:pt x="58" y="396"/>
                    <a:pt x="58" y="392"/>
                    <a:pt x="58" y="390"/>
                  </a:cubicBezTo>
                  <a:cubicBezTo>
                    <a:pt x="59" y="388"/>
                    <a:pt x="60" y="386"/>
                    <a:pt x="61" y="384"/>
                  </a:cubicBezTo>
                  <a:cubicBezTo>
                    <a:pt x="61" y="382"/>
                    <a:pt x="61" y="378"/>
                    <a:pt x="62" y="376"/>
                  </a:cubicBezTo>
                  <a:cubicBezTo>
                    <a:pt x="63" y="375"/>
                    <a:pt x="66" y="373"/>
                    <a:pt x="67" y="373"/>
                  </a:cubicBezTo>
                  <a:cubicBezTo>
                    <a:pt x="69" y="372"/>
                    <a:pt x="72" y="371"/>
                    <a:pt x="73" y="370"/>
                  </a:cubicBezTo>
                  <a:cubicBezTo>
                    <a:pt x="74" y="369"/>
                    <a:pt x="74" y="367"/>
                    <a:pt x="74" y="365"/>
                  </a:cubicBezTo>
                  <a:cubicBezTo>
                    <a:pt x="75" y="364"/>
                    <a:pt x="74" y="361"/>
                    <a:pt x="75" y="360"/>
                  </a:cubicBezTo>
                  <a:cubicBezTo>
                    <a:pt x="75" y="358"/>
                    <a:pt x="78" y="357"/>
                    <a:pt x="79" y="356"/>
                  </a:cubicBezTo>
                  <a:cubicBezTo>
                    <a:pt x="79" y="355"/>
                    <a:pt x="81" y="353"/>
                    <a:pt x="82" y="352"/>
                  </a:cubicBezTo>
                  <a:cubicBezTo>
                    <a:pt x="82" y="351"/>
                    <a:pt x="82" y="349"/>
                    <a:pt x="82" y="347"/>
                  </a:cubicBezTo>
                  <a:cubicBezTo>
                    <a:pt x="83" y="346"/>
                    <a:pt x="83" y="343"/>
                    <a:pt x="82" y="341"/>
                  </a:cubicBezTo>
                  <a:cubicBezTo>
                    <a:pt x="81" y="339"/>
                    <a:pt x="78" y="335"/>
                    <a:pt x="76" y="334"/>
                  </a:cubicBezTo>
                  <a:cubicBezTo>
                    <a:pt x="73" y="332"/>
                    <a:pt x="69" y="328"/>
                    <a:pt x="66" y="327"/>
                  </a:cubicBezTo>
                  <a:cubicBezTo>
                    <a:pt x="64" y="327"/>
                    <a:pt x="61" y="329"/>
                    <a:pt x="60" y="329"/>
                  </a:cubicBezTo>
                  <a:cubicBezTo>
                    <a:pt x="57" y="329"/>
                    <a:pt x="52" y="329"/>
                    <a:pt x="50" y="327"/>
                  </a:cubicBezTo>
                  <a:cubicBezTo>
                    <a:pt x="49" y="326"/>
                    <a:pt x="47" y="324"/>
                    <a:pt x="47" y="322"/>
                  </a:cubicBezTo>
                  <a:cubicBezTo>
                    <a:pt x="46" y="321"/>
                    <a:pt x="47" y="318"/>
                    <a:pt x="48" y="318"/>
                  </a:cubicBezTo>
                  <a:cubicBezTo>
                    <a:pt x="50" y="316"/>
                    <a:pt x="55" y="318"/>
                    <a:pt x="57" y="317"/>
                  </a:cubicBezTo>
                  <a:cubicBezTo>
                    <a:pt x="58" y="316"/>
                    <a:pt x="59" y="312"/>
                    <a:pt x="59" y="310"/>
                  </a:cubicBezTo>
                  <a:cubicBezTo>
                    <a:pt x="59" y="309"/>
                    <a:pt x="59" y="305"/>
                    <a:pt x="59" y="303"/>
                  </a:cubicBezTo>
                  <a:cubicBezTo>
                    <a:pt x="59" y="301"/>
                    <a:pt x="56" y="296"/>
                    <a:pt x="57" y="294"/>
                  </a:cubicBezTo>
                  <a:cubicBezTo>
                    <a:pt x="57" y="293"/>
                    <a:pt x="60" y="292"/>
                    <a:pt x="61" y="291"/>
                  </a:cubicBezTo>
                  <a:cubicBezTo>
                    <a:pt x="65" y="290"/>
                    <a:pt x="72" y="288"/>
                    <a:pt x="76" y="288"/>
                  </a:cubicBezTo>
                  <a:cubicBezTo>
                    <a:pt x="79" y="288"/>
                    <a:pt x="86" y="289"/>
                    <a:pt x="89" y="291"/>
                  </a:cubicBezTo>
                  <a:cubicBezTo>
                    <a:pt x="90" y="291"/>
                    <a:pt x="90" y="295"/>
                    <a:pt x="92" y="296"/>
                  </a:cubicBezTo>
                  <a:cubicBezTo>
                    <a:pt x="93" y="297"/>
                    <a:pt x="96" y="296"/>
                    <a:pt x="98" y="296"/>
                  </a:cubicBezTo>
                  <a:cubicBezTo>
                    <a:pt x="100" y="297"/>
                    <a:pt x="105" y="301"/>
                    <a:pt x="108" y="303"/>
                  </a:cubicBezTo>
                  <a:cubicBezTo>
                    <a:pt x="109" y="304"/>
                    <a:pt x="111" y="307"/>
                    <a:pt x="113" y="308"/>
                  </a:cubicBezTo>
                  <a:cubicBezTo>
                    <a:pt x="115" y="310"/>
                    <a:pt x="122" y="312"/>
                    <a:pt x="125" y="312"/>
                  </a:cubicBezTo>
                  <a:cubicBezTo>
                    <a:pt x="126" y="312"/>
                    <a:pt x="129" y="311"/>
                    <a:pt x="129" y="310"/>
                  </a:cubicBezTo>
                  <a:cubicBezTo>
                    <a:pt x="130" y="309"/>
                    <a:pt x="127" y="306"/>
                    <a:pt x="125" y="305"/>
                  </a:cubicBezTo>
                  <a:cubicBezTo>
                    <a:pt x="124" y="305"/>
                    <a:pt x="121" y="306"/>
                    <a:pt x="120" y="305"/>
                  </a:cubicBezTo>
                  <a:cubicBezTo>
                    <a:pt x="119" y="305"/>
                    <a:pt x="119" y="302"/>
                    <a:pt x="118" y="301"/>
                  </a:cubicBezTo>
                  <a:cubicBezTo>
                    <a:pt x="117" y="299"/>
                    <a:pt x="113" y="297"/>
                    <a:pt x="112" y="296"/>
                  </a:cubicBezTo>
                  <a:cubicBezTo>
                    <a:pt x="111" y="295"/>
                    <a:pt x="109" y="293"/>
                    <a:pt x="108" y="292"/>
                  </a:cubicBezTo>
                  <a:cubicBezTo>
                    <a:pt x="106" y="291"/>
                    <a:pt x="104" y="288"/>
                    <a:pt x="103" y="288"/>
                  </a:cubicBezTo>
                  <a:cubicBezTo>
                    <a:pt x="101" y="287"/>
                    <a:pt x="98" y="289"/>
                    <a:pt x="97" y="288"/>
                  </a:cubicBezTo>
                  <a:cubicBezTo>
                    <a:pt x="95" y="288"/>
                    <a:pt x="94" y="286"/>
                    <a:pt x="93" y="285"/>
                  </a:cubicBezTo>
                  <a:cubicBezTo>
                    <a:pt x="89" y="283"/>
                    <a:pt x="81" y="278"/>
                    <a:pt x="77" y="278"/>
                  </a:cubicBezTo>
                  <a:cubicBezTo>
                    <a:pt x="75" y="278"/>
                    <a:pt x="73" y="282"/>
                    <a:pt x="72" y="282"/>
                  </a:cubicBezTo>
                  <a:cubicBezTo>
                    <a:pt x="71" y="282"/>
                    <a:pt x="68" y="282"/>
                    <a:pt x="66" y="282"/>
                  </a:cubicBezTo>
                  <a:cubicBezTo>
                    <a:pt x="65" y="282"/>
                    <a:pt x="62" y="282"/>
                    <a:pt x="60" y="283"/>
                  </a:cubicBezTo>
                  <a:cubicBezTo>
                    <a:pt x="58" y="283"/>
                    <a:pt x="55" y="286"/>
                    <a:pt x="53" y="287"/>
                  </a:cubicBezTo>
                  <a:cubicBezTo>
                    <a:pt x="52" y="288"/>
                    <a:pt x="50" y="290"/>
                    <a:pt x="49" y="291"/>
                  </a:cubicBezTo>
                  <a:cubicBezTo>
                    <a:pt x="47" y="293"/>
                    <a:pt x="45" y="295"/>
                    <a:pt x="43" y="296"/>
                  </a:cubicBezTo>
                  <a:cubicBezTo>
                    <a:pt x="40" y="297"/>
                    <a:pt x="31" y="297"/>
                    <a:pt x="31" y="296"/>
                  </a:cubicBezTo>
                  <a:cubicBezTo>
                    <a:pt x="31" y="295"/>
                    <a:pt x="30" y="291"/>
                    <a:pt x="29" y="290"/>
                  </a:cubicBezTo>
                  <a:cubicBezTo>
                    <a:pt x="28" y="289"/>
                    <a:pt x="25" y="287"/>
                    <a:pt x="23" y="287"/>
                  </a:cubicBezTo>
                  <a:cubicBezTo>
                    <a:pt x="22" y="287"/>
                    <a:pt x="20" y="289"/>
                    <a:pt x="18" y="289"/>
                  </a:cubicBezTo>
                  <a:cubicBezTo>
                    <a:pt x="16" y="290"/>
                    <a:pt x="11" y="290"/>
                    <a:pt x="9" y="289"/>
                  </a:cubicBezTo>
                  <a:cubicBezTo>
                    <a:pt x="7" y="289"/>
                    <a:pt x="4" y="287"/>
                    <a:pt x="3" y="286"/>
                  </a:cubicBezTo>
                  <a:cubicBezTo>
                    <a:pt x="2" y="285"/>
                    <a:pt x="1" y="283"/>
                    <a:pt x="2" y="282"/>
                  </a:cubicBezTo>
                  <a:cubicBezTo>
                    <a:pt x="2" y="281"/>
                    <a:pt x="4" y="281"/>
                    <a:pt x="5" y="281"/>
                  </a:cubicBezTo>
                  <a:cubicBezTo>
                    <a:pt x="6" y="281"/>
                    <a:pt x="8" y="283"/>
                    <a:pt x="9" y="283"/>
                  </a:cubicBezTo>
                  <a:cubicBezTo>
                    <a:pt x="10" y="283"/>
                    <a:pt x="13" y="284"/>
                    <a:pt x="14" y="283"/>
                  </a:cubicBezTo>
                  <a:cubicBezTo>
                    <a:pt x="15" y="283"/>
                    <a:pt x="16" y="279"/>
                    <a:pt x="15" y="278"/>
                  </a:cubicBezTo>
                  <a:cubicBezTo>
                    <a:pt x="14" y="277"/>
                    <a:pt x="11" y="276"/>
                    <a:pt x="9" y="275"/>
                  </a:cubicBezTo>
                  <a:cubicBezTo>
                    <a:pt x="8" y="274"/>
                    <a:pt x="7" y="272"/>
                    <a:pt x="6" y="271"/>
                  </a:cubicBezTo>
                  <a:cubicBezTo>
                    <a:pt x="4" y="269"/>
                    <a:pt x="0" y="265"/>
                    <a:pt x="1" y="263"/>
                  </a:cubicBezTo>
                  <a:cubicBezTo>
                    <a:pt x="1" y="261"/>
                    <a:pt x="5" y="258"/>
                    <a:pt x="6" y="257"/>
                  </a:cubicBezTo>
                  <a:cubicBezTo>
                    <a:pt x="8" y="257"/>
                    <a:pt x="11" y="256"/>
                    <a:pt x="13" y="256"/>
                  </a:cubicBezTo>
                  <a:cubicBezTo>
                    <a:pt x="15" y="256"/>
                    <a:pt x="19" y="259"/>
                    <a:pt x="21" y="258"/>
                  </a:cubicBezTo>
                  <a:cubicBezTo>
                    <a:pt x="22" y="258"/>
                    <a:pt x="23" y="257"/>
                    <a:pt x="23" y="256"/>
                  </a:cubicBezTo>
                  <a:cubicBezTo>
                    <a:pt x="24" y="254"/>
                    <a:pt x="25" y="250"/>
                    <a:pt x="23" y="248"/>
                  </a:cubicBezTo>
                  <a:cubicBezTo>
                    <a:pt x="23" y="248"/>
                    <a:pt x="23" y="248"/>
                    <a:pt x="23" y="248"/>
                  </a:cubicBezTo>
                  <a:cubicBezTo>
                    <a:pt x="24" y="247"/>
                    <a:pt x="25" y="247"/>
                    <a:pt x="26" y="246"/>
                  </a:cubicBezTo>
                  <a:cubicBezTo>
                    <a:pt x="28" y="246"/>
                    <a:pt x="31" y="249"/>
                    <a:pt x="32" y="248"/>
                  </a:cubicBezTo>
                  <a:cubicBezTo>
                    <a:pt x="34" y="247"/>
                    <a:pt x="36" y="244"/>
                    <a:pt x="37" y="242"/>
                  </a:cubicBezTo>
                  <a:cubicBezTo>
                    <a:pt x="38" y="241"/>
                    <a:pt x="40" y="237"/>
                    <a:pt x="41" y="237"/>
                  </a:cubicBezTo>
                  <a:cubicBezTo>
                    <a:pt x="43" y="236"/>
                    <a:pt x="47" y="236"/>
                    <a:pt x="49" y="237"/>
                  </a:cubicBezTo>
                  <a:cubicBezTo>
                    <a:pt x="50" y="237"/>
                    <a:pt x="54" y="238"/>
                    <a:pt x="54" y="239"/>
                  </a:cubicBezTo>
                  <a:cubicBezTo>
                    <a:pt x="55" y="240"/>
                    <a:pt x="54" y="244"/>
                    <a:pt x="55" y="245"/>
                  </a:cubicBezTo>
                  <a:cubicBezTo>
                    <a:pt x="57" y="246"/>
                    <a:pt x="61" y="243"/>
                    <a:pt x="63" y="242"/>
                  </a:cubicBezTo>
                  <a:cubicBezTo>
                    <a:pt x="64" y="240"/>
                    <a:pt x="63" y="236"/>
                    <a:pt x="65" y="235"/>
                  </a:cubicBezTo>
                  <a:cubicBezTo>
                    <a:pt x="66" y="234"/>
                    <a:pt x="70" y="235"/>
                    <a:pt x="71" y="233"/>
                  </a:cubicBezTo>
                  <a:cubicBezTo>
                    <a:pt x="72" y="232"/>
                    <a:pt x="71" y="227"/>
                    <a:pt x="71" y="225"/>
                  </a:cubicBezTo>
                  <a:cubicBezTo>
                    <a:pt x="71" y="224"/>
                    <a:pt x="71" y="221"/>
                    <a:pt x="71" y="219"/>
                  </a:cubicBezTo>
                  <a:cubicBezTo>
                    <a:pt x="72" y="217"/>
                    <a:pt x="75" y="215"/>
                    <a:pt x="76" y="213"/>
                  </a:cubicBezTo>
                  <a:cubicBezTo>
                    <a:pt x="78" y="211"/>
                    <a:pt x="79" y="206"/>
                    <a:pt x="80" y="203"/>
                  </a:cubicBezTo>
                  <a:cubicBezTo>
                    <a:pt x="81" y="202"/>
                    <a:pt x="84" y="199"/>
                    <a:pt x="85" y="199"/>
                  </a:cubicBezTo>
                  <a:cubicBezTo>
                    <a:pt x="87" y="198"/>
                    <a:pt x="92" y="199"/>
                    <a:pt x="94" y="199"/>
                  </a:cubicBezTo>
                  <a:cubicBezTo>
                    <a:pt x="95" y="199"/>
                    <a:pt x="99" y="200"/>
                    <a:pt x="101" y="200"/>
                  </a:cubicBezTo>
                  <a:cubicBezTo>
                    <a:pt x="103" y="199"/>
                    <a:pt x="106" y="196"/>
                    <a:pt x="108" y="195"/>
                  </a:cubicBezTo>
                  <a:cubicBezTo>
                    <a:pt x="109" y="195"/>
                    <a:pt x="112" y="194"/>
                    <a:pt x="113" y="194"/>
                  </a:cubicBezTo>
                  <a:cubicBezTo>
                    <a:pt x="116" y="195"/>
                    <a:pt x="120" y="198"/>
                    <a:pt x="122" y="198"/>
                  </a:cubicBezTo>
                  <a:cubicBezTo>
                    <a:pt x="125" y="198"/>
                    <a:pt x="129" y="195"/>
                    <a:pt x="132" y="195"/>
                  </a:cubicBezTo>
                  <a:cubicBezTo>
                    <a:pt x="134" y="196"/>
                    <a:pt x="137" y="198"/>
                    <a:pt x="139" y="198"/>
                  </a:cubicBezTo>
                  <a:cubicBezTo>
                    <a:pt x="142" y="198"/>
                    <a:pt x="148" y="195"/>
                    <a:pt x="149" y="193"/>
                  </a:cubicBezTo>
                  <a:cubicBezTo>
                    <a:pt x="151" y="191"/>
                    <a:pt x="149" y="185"/>
                    <a:pt x="150" y="183"/>
                  </a:cubicBezTo>
                  <a:cubicBezTo>
                    <a:pt x="152" y="182"/>
                    <a:pt x="156" y="180"/>
                    <a:pt x="158" y="179"/>
                  </a:cubicBezTo>
                  <a:cubicBezTo>
                    <a:pt x="160" y="178"/>
                    <a:pt x="163" y="175"/>
                    <a:pt x="165" y="174"/>
                  </a:cubicBezTo>
                  <a:cubicBezTo>
                    <a:pt x="167" y="173"/>
                    <a:pt x="170" y="174"/>
                    <a:pt x="171" y="173"/>
                  </a:cubicBezTo>
                  <a:cubicBezTo>
                    <a:pt x="174" y="173"/>
                    <a:pt x="176" y="169"/>
                    <a:pt x="179" y="168"/>
                  </a:cubicBezTo>
                  <a:cubicBezTo>
                    <a:pt x="181" y="168"/>
                    <a:pt x="185" y="168"/>
                    <a:pt x="187" y="169"/>
                  </a:cubicBezTo>
                  <a:cubicBezTo>
                    <a:pt x="189" y="169"/>
                    <a:pt x="192" y="170"/>
                    <a:pt x="193" y="171"/>
                  </a:cubicBezTo>
                  <a:cubicBezTo>
                    <a:pt x="195" y="172"/>
                    <a:pt x="196" y="177"/>
                    <a:pt x="197" y="178"/>
                  </a:cubicBezTo>
                  <a:cubicBezTo>
                    <a:pt x="199" y="179"/>
                    <a:pt x="204" y="180"/>
                    <a:pt x="206" y="179"/>
                  </a:cubicBezTo>
                  <a:cubicBezTo>
                    <a:pt x="209" y="178"/>
                    <a:pt x="214" y="173"/>
                    <a:pt x="215" y="171"/>
                  </a:cubicBezTo>
                  <a:cubicBezTo>
                    <a:pt x="217" y="169"/>
                    <a:pt x="217" y="164"/>
                    <a:pt x="218" y="161"/>
                  </a:cubicBezTo>
                  <a:cubicBezTo>
                    <a:pt x="218" y="159"/>
                    <a:pt x="217" y="153"/>
                    <a:pt x="218" y="151"/>
                  </a:cubicBezTo>
                  <a:cubicBezTo>
                    <a:pt x="219" y="149"/>
                    <a:pt x="224" y="147"/>
                    <a:pt x="225" y="145"/>
                  </a:cubicBezTo>
                  <a:cubicBezTo>
                    <a:pt x="226" y="143"/>
                    <a:pt x="224" y="138"/>
                    <a:pt x="225" y="136"/>
                  </a:cubicBezTo>
                  <a:cubicBezTo>
                    <a:pt x="226" y="134"/>
                    <a:pt x="229" y="133"/>
                    <a:pt x="231" y="132"/>
                  </a:cubicBezTo>
                  <a:cubicBezTo>
                    <a:pt x="234" y="131"/>
                    <a:pt x="241" y="134"/>
                    <a:pt x="244" y="132"/>
                  </a:cubicBezTo>
                  <a:cubicBezTo>
                    <a:pt x="245" y="131"/>
                    <a:pt x="245" y="127"/>
                    <a:pt x="246" y="125"/>
                  </a:cubicBezTo>
                  <a:cubicBezTo>
                    <a:pt x="246" y="123"/>
                    <a:pt x="249" y="118"/>
                    <a:pt x="248" y="115"/>
                  </a:cubicBezTo>
                  <a:cubicBezTo>
                    <a:pt x="247" y="112"/>
                    <a:pt x="241" y="109"/>
                    <a:pt x="240" y="106"/>
                  </a:cubicBezTo>
                  <a:cubicBezTo>
                    <a:pt x="239" y="104"/>
                    <a:pt x="237" y="97"/>
                    <a:pt x="237" y="94"/>
                  </a:cubicBezTo>
                  <a:cubicBezTo>
                    <a:pt x="238" y="92"/>
                    <a:pt x="241" y="89"/>
                    <a:pt x="241" y="88"/>
                  </a:cubicBezTo>
                  <a:cubicBezTo>
                    <a:pt x="242" y="84"/>
                    <a:pt x="242" y="76"/>
                    <a:pt x="241" y="73"/>
                  </a:cubicBezTo>
                  <a:cubicBezTo>
                    <a:pt x="241" y="71"/>
                    <a:pt x="239" y="68"/>
                    <a:pt x="239" y="66"/>
                  </a:cubicBezTo>
                  <a:cubicBezTo>
                    <a:pt x="239" y="64"/>
                    <a:pt x="241" y="61"/>
                    <a:pt x="241" y="59"/>
                  </a:cubicBezTo>
                  <a:cubicBezTo>
                    <a:pt x="243" y="57"/>
                    <a:pt x="247" y="54"/>
                    <a:pt x="248" y="52"/>
                  </a:cubicBezTo>
                  <a:cubicBezTo>
                    <a:pt x="249" y="50"/>
                    <a:pt x="248" y="44"/>
                    <a:pt x="247" y="42"/>
                  </a:cubicBezTo>
                  <a:cubicBezTo>
                    <a:pt x="247" y="40"/>
                    <a:pt x="244" y="36"/>
                    <a:pt x="244" y="34"/>
                  </a:cubicBezTo>
                  <a:cubicBezTo>
                    <a:pt x="243" y="30"/>
                    <a:pt x="243" y="22"/>
                    <a:pt x="244" y="19"/>
                  </a:cubicBezTo>
                  <a:cubicBezTo>
                    <a:pt x="244" y="16"/>
                    <a:pt x="247" y="13"/>
                    <a:pt x="248" y="10"/>
                  </a:cubicBezTo>
                  <a:cubicBezTo>
                    <a:pt x="250" y="11"/>
                    <a:pt x="252" y="11"/>
                    <a:pt x="253" y="11"/>
                  </a:cubicBezTo>
                  <a:cubicBezTo>
                    <a:pt x="255" y="12"/>
                    <a:pt x="259" y="11"/>
                    <a:pt x="261" y="11"/>
                  </a:cubicBezTo>
                  <a:cubicBezTo>
                    <a:pt x="262" y="10"/>
                    <a:pt x="265" y="8"/>
                    <a:pt x="266" y="8"/>
                  </a:cubicBezTo>
                  <a:cubicBezTo>
                    <a:pt x="267" y="8"/>
                    <a:pt x="270" y="8"/>
                    <a:pt x="272" y="8"/>
                  </a:cubicBezTo>
                  <a:cubicBezTo>
                    <a:pt x="274" y="9"/>
                    <a:pt x="276" y="12"/>
                    <a:pt x="278" y="13"/>
                  </a:cubicBezTo>
                  <a:cubicBezTo>
                    <a:pt x="279" y="14"/>
                    <a:pt x="281" y="14"/>
                    <a:pt x="282" y="14"/>
                  </a:cubicBezTo>
                  <a:cubicBezTo>
                    <a:pt x="282" y="15"/>
                    <a:pt x="282" y="18"/>
                    <a:pt x="283" y="18"/>
                  </a:cubicBezTo>
                  <a:cubicBezTo>
                    <a:pt x="284" y="20"/>
                    <a:pt x="289" y="19"/>
                    <a:pt x="290" y="20"/>
                  </a:cubicBezTo>
                  <a:cubicBezTo>
                    <a:pt x="291" y="21"/>
                    <a:pt x="292" y="23"/>
                    <a:pt x="293" y="24"/>
                  </a:cubicBezTo>
                  <a:cubicBezTo>
                    <a:pt x="295" y="25"/>
                    <a:pt x="300" y="26"/>
                    <a:pt x="302" y="26"/>
                  </a:cubicBezTo>
                  <a:cubicBezTo>
                    <a:pt x="303" y="25"/>
                    <a:pt x="304" y="24"/>
                    <a:pt x="305" y="23"/>
                  </a:cubicBezTo>
                  <a:cubicBezTo>
                    <a:pt x="305" y="22"/>
                    <a:pt x="305" y="18"/>
                    <a:pt x="306" y="17"/>
                  </a:cubicBezTo>
                  <a:cubicBezTo>
                    <a:pt x="307" y="17"/>
                    <a:pt x="309" y="17"/>
                    <a:pt x="311" y="17"/>
                  </a:cubicBezTo>
                  <a:cubicBezTo>
                    <a:pt x="312" y="18"/>
                    <a:pt x="312" y="24"/>
                    <a:pt x="314" y="24"/>
                  </a:cubicBezTo>
                  <a:cubicBezTo>
                    <a:pt x="315" y="25"/>
                    <a:pt x="318" y="21"/>
                    <a:pt x="320" y="21"/>
                  </a:cubicBezTo>
                  <a:cubicBezTo>
                    <a:pt x="322" y="20"/>
                    <a:pt x="329" y="21"/>
                    <a:pt x="331" y="19"/>
                  </a:cubicBezTo>
                  <a:cubicBezTo>
                    <a:pt x="332" y="18"/>
                    <a:pt x="330" y="16"/>
                    <a:pt x="331" y="15"/>
                  </a:cubicBezTo>
                  <a:cubicBezTo>
                    <a:pt x="332" y="12"/>
                    <a:pt x="338" y="10"/>
                    <a:pt x="341" y="10"/>
                  </a:cubicBezTo>
                  <a:cubicBezTo>
                    <a:pt x="343" y="9"/>
                    <a:pt x="348" y="10"/>
                    <a:pt x="351" y="11"/>
                  </a:cubicBezTo>
                  <a:cubicBezTo>
                    <a:pt x="352" y="12"/>
                    <a:pt x="355" y="15"/>
                    <a:pt x="357" y="16"/>
                  </a:cubicBezTo>
                  <a:cubicBezTo>
                    <a:pt x="359" y="16"/>
                    <a:pt x="363" y="17"/>
                    <a:pt x="365" y="15"/>
                  </a:cubicBezTo>
                  <a:cubicBezTo>
                    <a:pt x="365" y="15"/>
                    <a:pt x="364" y="12"/>
                    <a:pt x="365" y="12"/>
                  </a:cubicBezTo>
                  <a:cubicBezTo>
                    <a:pt x="365" y="10"/>
                    <a:pt x="368" y="9"/>
                    <a:pt x="370" y="9"/>
                  </a:cubicBezTo>
                  <a:cubicBezTo>
                    <a:pt x="371" y="9"/>
                    <a:pt x="374" y="11"/>
                    <a:pt x="375" y="11"/>
                  </a:cubicBezTo>
                  <a:cubicBezTo>
                    <a:pt x="376" y="11"/>
                    <a:pt x="377" y="10"/>
                    <a:pt x="378" y="9"/>
                  </a:cubicBezTo>
                  <a:cubicBezTo>
                    <a:pt x="378" y="7"/>
                    <a:pt x="375" y="2"/>
                    <a:pt x="376" y="1"/>
                  </a:cubicBezTo>
                  <a:cubicBezTo>
                    <a:pt x="377" y="0"/>
                    <a:pt x="381" y="0"/>
                    <a:pt x="382" y="1"/>
                  </a:cubicBezTo>
                  <a:cubicBezTo>
                    <a:pt x="384" y="1"/>
                    <a:pt x="387" y="3"/>
                    <a:pt x="388" y="4"/>
                  </a:cubicBezTo>
                  <a:cubicBezTo>
                    <a:pt x="389" y="4"/>
                    <a:pt x="391" y="5"/>
                    <a:pt x="392" y="6"/>
                  </a:cubicBezTo>
                  <a:cubicBezTo>
                    <a:pt x="393" y="8"/>
                    <a:pt x="394" y="11"/>
                    <a:pt x="394" y="13"/>
                  </a:cubicBezTo>
                  <a:cubicBezTo>
                    <a:pt x="394" y="16"/>
                    <a:pt x="392" y="20"/>
                    <a:pt x="393" y="22"/>
                  </a:cubicBezTo>
                  <a:cubicBezTo>
                    <a:pt x="393" y="24"/>
                    <a:pt x="396" y="25"/>
                    <a:pt x="397" y="26"/>
                  </a:cubicBezTo>
                  <a:cubicBezTo>
                    <a:pt x="399" y="27"/>
                    <a:pt x="404" y="27"/>
                    <a:pt x="406" y="29"/>
                  </a:cubicBezTo>
                  <a:cubicBezTo>
                    <a:pt x="408" y="31"/>
                    <a:pt x="407" y="37"/>
                    <a:pt x="408" y="39"/>
                  </a:cubicBezTo>
                  <a:cubicBezTo>
                    <a:pt x="408" y="41"/>
                    <a:pt x="410" y="44"/>
                    <a:pt x="411" y="45"/>
                  </a:cubicBezTo>
                  <a:cubicBezTo>
                    <a:pt x="413" y="45"/>
                    <a:pt x="415" y="43"/>
                    <a:pt x="416" y="43"/>
                  </a:cubicBezTo>
                  <a:cubicBezTo>
                    <a:pt x="417" y="43"/>
                    <a:pt x="420" y="45"/>
                    <a:pt x="421" y="45"/>
                  </a:cubicBezTo>
                  <a:cubicBezTo>
                    <a:pt x="423" y="46"/>
                    <a:pt x="426" y="46"/>
                    <a:pt x="428" y="45"/>
                  </a:cubicBezTo>
                  <a:cubicBezTo>
                    <a:pt x="429" y="45"/>
                    <a:pt x="429" y="42"/>
                    <a:pt x="430" y="41"/>
                  </a:cubicBezTo>
                  <a:cubicBezTo>
                    <a:pt x="432" y="40"/>
                    <a:pt x="436" y="38"/>
                    <a:pt x="437" y="36"/>
                  </a:cubicBezTo>
                  <a:cubicBezTo>
                    <a:pt x="438" y="35"/>
                    <a:pt x="436" y="32"/>
                    <a:pt x="437" y="31"/>
                  </a:cubicBezTo>
                  <a:cubicBezTo>
                    <a:pt x="438" y="29"/>
                    <a:pt x="443" y="29"/>
                    <a:pt x="445" y="28"/>
                  </a:cubicBezTo>
                  <a:cubicBezTo>
                    <a:pt x="446" y="27"/>
                    <a:pt x="447" y="24"/>
                    <a:pt x="448" y="24"/>
                  </a:cubicBezTo>
                  <a:cubicBezTo>
                    <a:pt x="452" y="22"/>
                    <a:pt x="460" y="23"/>
                    <a:pt x="463" y="24"/>
                  </a:cubicBezTo>
                  <a:cubicBezTo>
                    <a:pt x="465" y="24"/>
                    <a:pt x="469" y="25"/>
                    <a:pt x="470" y="26"/>
                  </a:cubicBezTo>
                  <a:cubicBezTo>
                    <a:pt x="472" y="27"/>
                    <a:pt x="475" y="30"/>
                    <a:pt x="475" y="31"/>
                  </a:cubicBezTo>
                  <a:cubicBezTo>
                    <a:pt x="476" y="33"/>
                    <a:pt x="475" y="37"/>
                    <a:pt x="475" y="39"/>
                  </a:cubicBezTo>
                  <a:cubicBezTo>
                    <a:pt x="476" y="42"/>
                    <a:pt x="477" y="46"/>
                    <a:pt x="478" y="48"/>
                  </a:cubicBezTo>
                  <a:cubicBezTo>
                    <a:pt x="478" y="50"/>
                    <a:pt x="476" y="54"/>
                    <a:pt x="476" y="57"/>
                  </a:cubicBezTo>
                  <a:cubicBezTo>
                    <a:pt x="477" y="58"/>
                    <a:pt x="478" y="62"/>
                    <a:pt x="478" y="63"/>
                  </a:cubicBezTo>
                  <a:cubicBezTo>
                    <a:pt x="478" y="63"/>
                    <a:pt x="484" y="62"/>
                    <a:pt x="486" y="63"/>
                  </a:cubicBezTo>
                  <a:cubicBezTo>
                    <a:pt x="488" y="63"/>
                    <a:pt x="491" y="64"/>
                    <a:pt x="492" y="65"/>
                  </a:cubicBezTo>
                  <a:cubicBezTo>
                    <a:pt x="494" y="67"/>
                    <a:pt x="492" y="75"/>
                    <a:pt x="492" y="76"/>
                  </a:cubicBezTo>
                  <a:cubicBezTo>
                    <a:pt x="492" y="77"/>
                    <a:pt x="502" y="78"/>
                    <a:pt x="505" y="79"/>
                  </a:cubicBezTo>
                  <a:cubicBezTo>
                    <a:pt x="507" y="80"/>
                    <a:pt x="509" y="82"/>
                    <a:pt x="511" y="82"/>
                  </a:cubicBezTo>
                  <a:cubicBezTo>
                    <a:pt x="513" y="81"/>
                    <a:pt x="512" y="76"/>
                    <a:pt x="514" y="75"/>
                  </a:cubicBezTo>
                  <a:cubicBezTo>
                    <a:pt x="516" y="74"/>
                    <a:pt x="521" y="76"/>
                    <a:pt x="523" y="78"/>
                  </a:cubicBezTo>
                  <a:cubicBezTo>
                    <a:pt x="524" y="79"/>
                    <a:pt x="524" y="83"/>
                    <a:pt x="525" y="84"/>
                  </a:cubicBezTo>
                  <a:cubicBezTo>
                    <a:pt x="526" y="86"/>
                    <a:pt x="529" y="86"/>
                    <a:pt x="531" y="88"/>
                  </a:cubicBezTo>
                  <a:cubicBezTo>
                    <a:pt x="532" y="89"/>
                    <a:pt x="533" y="93"/>
                    <a:pt x="534" y="94"/>
                  </a:cubicBezTo>
                  <a:cubicBezTo>
                    <a:pt x="536" y="96"/>
                    <a:pt x="540" y="96"/>
                    <a:pt x="543" y="96"/>
                  </a:cubicBezTo>
                  <a:cubicBezTo>
                    <a:pt x="543" y="96"/>
                    <a:pt x="544" y="96"/>
                    <a:pt x="546" y="96"/>
                  </a:cubicBezTo>
                  <a:cubicBezTo>
                    <a:pt x="547" y="98"/>
                    <a:pt x="548" y="100"/>
                    <a:pt x="550" y="101"/>
                  </a:cubicBezTo>
                  <a:cubicBezTo>
                    <a:pt x="551" y="101"/>
                    <a:pt x="553" y="100"/>
                    <a:pt x="554" y="101"/>
                  </a:cubicBezTo>
                  <a:cubicBezTo>
                    <a:pt x="555" y="101"/>
                    <a:pt x="557" y="102"/>
                    <a:pt x="557" y="10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24"/>
            <p:cNvSpPr>
              <a:spLocks/>
            </p:cNvSpPr>
            <p:nvPr/>
          </p:nvSpPr>
          <p:spPr bwMode="auto">
            <a:xfrm>
              <a:off x="2125663" y="1670050"/>
              <a:ext cx="541338" cy="446088"/>
            </a:xfrm>
            <a:custGeom>
              <a:avLst/>
              <a:gdLst/>
              <a:ahLst/>
              <a:cxnLst>
                <a:cxn ang="0">
                  <a:pos x="5" y="58"/>
                </a:cxn>
                <a:cxn ang="0">
                  <a:pos x="4" y="41"/>
                </a:cxn>
                <a:cxn ang="0">
                  <a:pos x="28" y="34"/>
                </a:cxn>
                <a:cxn ang="0">
                  <a:pos x="34" y="10"/>
                </a:cxn>
                <a:cxn ang="0">
                  <a:pos x="41" y="3"/>
                </a:cxn>
                <a:cxn ang="0">
                  <a:pos x="63" y="13"/>
                </a:cxn>
                <a:cxn ang="0">
                  <a:pos x="88" y="12"/>
                </a:cxn>
                <a:cxn ang="0">
                  <a:pos x="108" y="10"/>
                </a:cxn>
                <a:cxn ang="0">
                  <a:pos x="131" y="17"/>
                </a:cxn>
                <a:cxn ang="0">
                  <a:pos x="143" y="16"/>
                </a:cxn>
                <a:cxn ang="0">
                  <a:pos x="171" y="33"/>
                </a:cxn>
                <a:cxn ang="0">
                  <a:pos x="196" y="35"/>
                </a:cxn>
                <a:cxn ang="0">
                  <a:pos x="215" y="34"/>
                </a:cxn>
                <a:cxn ang="0">
                  <a:pos x="238" y="35"/>
                </a:cxn>
                <a:cxn ang="0">
                  <a:pos x="257" y="26"/>
                </a:cxn>
                <a:cxn ang="0">
                  <a:pos x="270" y="49"/>
                </a:cxn>
                <a:cxn ang="0">
                  <a:pos x="287" y="69"/>
                </a:cxn>
                <a:cxn ang="0">
                  <a:pos x="307" y="89"/>
                </a:cxn>
                <a:cxn ang="0">
                  <a:pos x="318" y="96"/>
                </a:cxn>
                <a:cxn ang="0">
                  <a:pos x="307" y="113"/>
                </a:cxn>
                <a:cxn ang="0">
                  <a:pos x="316" y="133"/>
                </a:cxn>
                <a:cxn ang="0">
                  <a:pos x="321" y="151"/>
                </a:cxn>
                <a:cxn ang="0">
                  <a:pos x="315" y="164"/>
                </a:cxn>
                <a:cxn ang="0">
                  <a:pos x="310" y="177"/>
                </a:cxn>
                <a:cxn ang="0">
                  <a:pos x="304" y="197"/>
                </a:cxn>
                <a:cxn ang="0">
                  <a:pos x="295" y="202"/>
                </a:cxn>
                <a:cxn ang="0">
                  <a:pos x="267" y="204"/>
                </a:cxn>
                <a:cxn ang="0">
                  <a:pos x="245" y="213"/>
                </a:cxn>
                <a:cxn ang="0">
                  <a:pos x="248" y="235"/>
                </a:cxn>
                <a:cxn ang="0">
                  <a:pos x="233" y="251"/>
                </a:cxn>
                <a:cxn ang="0">
                  <a:pos x="226" y="258"/>
                </a:cxn>
                <a:cxn ang="0">
                  <a:pos x="211" y="255"/>
                </a:cxn>
                <a:cxn ang="0">
                  <a:pos x="194" y="265"/>
                </a:cxn>
                <a:cxn ang="0">
                  <a:pos x="171" y="264"/>
                </a:cxn>
                <a:cxn ang="0">
                  <a:pos x="160" y="258"/>
                </a:cxn>
                <a:cxn ang="0">
                  <a:pos x="162" y="237"/>
                </a:cxn>
                <a:cxn ang="0">
                  <a:pos x="152" y="220"/>
                </a:cxn>
                <a:cxn ang="0">
                  <a:pos x="135" y="215"/>
                </a:cxn>
                <a:cxn ang="0">
                  <a:pos x="123" y="219"/>
                </a:cxn>
                <a:cxn ang="0">
                  <a:pos x="111" y="220"/>
                </a:cxn>
                <a:cxn ang="0">
                  <a:pos x="96" y="223"/>
                </a:cxn>
                <a:cxn ang="0">
                  <a:pos x="83" y="227"/>
                </a:cxn>
                <a:cxn ang="0">
                  <a:pos x="84" y="214"/>
                </a:cxn>
                <a:cxn ang="0">
                  <a:pos x="74" y="189"/>
                </a:cxn>
                <a:cxn ang="0">
                  <a:pos x="57" y="183"/>
                </a:cxn>
                <a:cxn ang="0">
                  <a:pos x="50" y="164"/>
                </a:cxn>
                <a:cxn ang="0">
                  <a:pos x="37" y="148"/>
                </a:cxn>
                <a:cxn ang="0">
                  <a:pos x="25" y="131"/>
                </a:cxn>
                <a:cxn ang="0">
                  <a:pos x="20" y="107"/>
                </a:cxn>
                <a:cxn ang="0">
                  <a:pos x="17" y="87"/>
                </a:cxn>
                <a:cxn ang="0">
                  <a:pos x="7" y="68"/>
                </a:cxn>
              </a:cxnLst>
              <a:rect l="0" t="0" r="r" b="b"/>
              <a:pathLst>
                <a:path w="323" h="266">
                  <a:moveTo>
                    <a:pt x="7" y="68"/>
                  </a:moveTo>
                  <a:cubicBezTo>
                    <a:pt x="6" y="66"/>
                    <a:pt x="5" y="65"/>
                    <a:pt x="5" y="64"/>
                  </a:cubicBezTo>
                  <a:cubicBezTo>
                    <a:pt x="5" y="63"/>
                    <a:pt x="6" y="59"/>
                    <a:pt x="5" y="58"/>
                  </a:cubicBezTo>
                  <a:cubicBezTo>
                    <a:pt x="5" y="57"/>
                    <a:pt x="2" y="57"/>
                    <a:pt x="2" y="56"/>
                  </a:cubicBezTo>
                  <a:cubicBezTo>
                    <a:pt x="1" y="55"/>
                    <a:pt x="0" y="52"/>
                    <a:pt x="0" y="51"/>
                  </a:cubicBezTo>
                  <a:cubicBezTo>
                    <a:pt x="0" y="48"/>
                    <a:pt x="2" y="43"/>
                    <a:pt x="4" y="41"/>
                  </a:cubicBezTo>
                  <a:cubicBezTo>
                    <a:pt x="6" y="39"/>
                    <a:pt x="12" y="40"/>
                    <a:pt x="15" y="40"/>
                  </a:cubicBezTo>
                  <a:cubicBezTo>
                    <a:pt x="17" y="40"/>
                    <a:pt x="20" y="40"/>
                    <a:pt x="22" y="40"/>
                  </a:cubicBezTo>
                  <a:cubicBezTo>
                    <a:pt x="24" y="39"/>
                    <a:pt x="27" y="35"/>
                    <a:pt x="28" y="34"/>
                  </a:cubicBezTo>
                  <a:cubicBezTo>
                    <a:pt x="29" y="32"/>
                    <a:pt x="31" y="28"/>
                    <a:pt x="31" y="26"/>
                  </a:cubicBezTo>
                  <a:cubicBezTo>
                    <a:pt x="32" y="24"/>
                    <a:pt x="30" y="18"/>
                    <a:pt x="31" y="16"/>
                  </a:cubicBezTo>
                  <a:cubicBezTo>
                    <a:pt x="31" y="14"/>
                    <a:pt x="33" y="12"/>
                    <a:pt x="34" y="10"/>
                  </a:cubicBezTo>
                  <a:cubicBezTo>
                    <a:pt x="34" y="8"/>
                    <a:pt x="35" y="4"/>
                    <a:pt x="36" y="3"/>
                  </a:cubicBezTo>
                  <a:cubicBezTo>
                    <a:pt x="36" y="2"/>
                    <a:pt x="37" y="1"/>
                    <a:pt x="38" y="0"/>
                  </a:cubicBezTo>
                  <a:cubicBezTo>
                    <a:pt x="39" y="1"/>
                    <a:pt x="41" y="2"/>
                    <a:pt x="41" y="3"/>
                  </a:cubicBezTo>
                  <a:cubicBezTo>
                    <a:pt x="43" y="4"/>
                    <a:pt x="45" y="8"/>
                    <a:pt x="46" y="9"/>
                  </a:cubicBezTo>
                  <a:cubicBezTo>
                    <a:pt x="48" y="10"/>
                    <a:pt x="50" y="9"/>
                    <a:pt x="52" y="9"/>
                  </a:cubicBezTo>
                  <a:cubicBezTo>
                    <a:pt x="54" y="9"/>
                    <a:pt x="60" y="12"/>
                    <a:pt x="63" y="13"/>
                  </a:cubicBezTo>
                  <a:cubicBezTo>
                    <a:pt x="64" y="14"/>
                    <a:pt x="68" y="15"/>
                    <a:pt x="70" y="15"/>
                  </a:cubicBezTo>
                  <a:cubicBezTo>
                    <a:pt x="71" y="16"/>
                    <a:pt x="73" y="17"/>
                    <a:pt x="74" y="17"/>
                  </a:cubicBezTo>
                  <a:cubicBezTo>
                    <a:pt x="78" y="17"/>
                    <a:pt x="85" y="14"/>
                    <a:pt x="88" y="12"/>
                  </a:cubicBezTo>
                  <a:cubicBezTo>
                    <a:pt x="90" y="11"/>
                    <a:pt x="92" y="8"/>
                    <a:pt x="94" y="7"/>
                  </a:cubicBezTo>
                  <a:cubicBezTo>
                    <a:pt x="96" y="7"/>
                    <a:pt x="100" y="7"/>
                    <a:pt x="102" y="7"/>
                  </a:cubicBezTo>
                  <a:cubicBezTo>
                    <a:pt x="104" y="8"/>
                    <a:pt x="107" y="9"/>
                    <a:pt x="108" y="10"/>
                  </a:cubicBezTo>
                  <a:cubicBezTo>
                    <a:pt x="110" y="10"/>
                    <a:pt x="113" y="9"/>
                    <a:pt x="115" y="10"/>
                  </a:cubicBezTo>
                  <a:cubicBezTo>
                    <a:pt x="118" y="11"/>
                    <a:pt x="122" y="16"/>
                    <a:pt x="125" y="17"/>
                  </a:cubicBezTo>
                  <a:cubicBezTo>
                    <a:pt x="127" y="17"/>
                    <a:pt x="130" y="18"/>
                    <a:pt x="131" y="17"/>
                  </a:cubicBezTo>
                  <a:cubicBezTo>
                    <a:pt x="133" y="17"/>
                    <a:pt x="134" y="13"/>
                    <a:pt x="135" y="12"/>
                  </a:cubicBezTo>
                  <a:cubicBezTo>
                    <a:pt x="135" y="11"/>
                    <a:pt x="136" y="10"/>
                    <a:pt x="137" y="10"/>
                  </a:cubicBezTo>
                  <a:cubicBezTo>
                    <a:pt x="139" y="10"/>
                    <a:pt x="141" y="15"/>
                    <a:pt x="143" y="16"/>
                  </a:cubicBezTo>
                  <a:cubicBezTo>
                    <a:pt x="145" y="17"/>
                    <a:pt x="149" y="17"/>
                    <a:pt x="151" y="18"/>
                  </a:cubicBezTo>
                  <a:cubicBezTo>
                    <a:pt x="153" y="20"/>
                    <a:pt x="156" y="27"/>
                    <a:pt x="158" y="29"/>
                  </a:cubicBezTo>
                  <a:cubicBezTo>
                    <a:pt x="161" y="31"/>
                    <a:pt x="168" y="33"/>
                    <a:pt x="171" y="33"/>
                  </a:cubicBezTo>
                  <a:cubicBezTo>
                    <a:pt x="174" y="34"/>
                    <a:pt x="179" y="31"/>
                    <a:pt x="182" y="31"/>
                  </a:cubicBezTo>
                  <a:cubicBezTo>
                    <a:pt x="184" y="31"/>
                    <a:pt x="188" y="33"/>
                    <a:pt x="190" y="33"/>
                  </a:cubicBezTo>
                  <a:cubicBezTo>
                    <a:pt x="191" y="34"/>
                    <a:pt x="194" y="34"/>
                    <a:pt x="196" y="35"/>
                  </a:cubicBezTo>
                  <a:cubicBezTo>
                    <a:pt x="198" y="36"/>
                    <a:pt x="200" y="42"/>
                    <a:pt x="202" y="42"/>
                  </a:cubicBezTo>
                  <a:cubicBezTo>
                    <a:pt x="205" y="42"/>
                    <a:pt x="206" y="35"/>
                    <a:pt x="208" y="34"/>
                  </a:cubicBezTo>
                  <a:cubicBezTo>
                    <a:pt x="209" y="33"/>
                    <a:pt x="213" y="33"/>
                    <a:pt x="215" y="34"/>
                  </a:cubicBezTo>
                  <a:cubicBezTo>
                    <a:pt x="218" y="35"/>
                    <a:pt x="220" y="42"/>
                    <a:pt x="223" y="42"/>
                  </a:cubicBezTo>
                  <a:cubicBezTo>
                    <a:pt x="226" y="42"/>
                    <a:pt x="229" y="35"/>
                    <a:pt x="232" y="34"/>
                  </a:cubicBezTo>
                  <a:cubicBezTo>
                    <a:pt x="233" y="34"/>
                    <a:pt x="236" y="35"/>
                    <a:pt x="238" y="35"/>
                  </a:cubicBezTo>
                  <a:cubicBezTo>
                    <a:pt x="240" y="35"/>
                    <a:pt x="245" y="35"/>
                    <a:pt x="247" y="34"/>
                  </a:cubicBezTo>
                  <a:cubicBezTo>
                    <a:pt x="248" y="33"/>
                    <a:pt x="248" y="30"/>
                    <a:pt x="249" y="29"/>
                  </a:cubicBezTo>
                  <a:cubicBezTo>
                    <a:pt x="250" y="27"/>
                    <a:pt x="255" y="26"/>
                    <a:pt x="257" y="26"/>
                  </a:cubicBezTo>
                  <a:cubicBezTo>
                    <a:pt x="260" y="26"/>
                    <a:pt x="264" y="30"/>
                    <a:pt x="266" y="31"/>
                  </a:cubicBezTo>
                  <a:cubicBezTo>
                    <a:pt x="267" y="33"/>
                    <a:pt x="270" y="37"/>
                    <a:pt x="270" y="39"/>
                  </a:cubicBezTo>
                  <a:cubicBezTo>
                    <a:pt x="271" y="41"/>
                    <a:pt x="270" y="46"/>
                    <a:pt x="270" y="49"/>
                  </a:cubicBezTo>
                  <a:cubicBezTo>
                    <a:pt x="271" y="51"/>
                    <a:pt x="273" y="56"/>
                    <a:pt x="275" y="58"/>
                  </a:cubicBezTo>
                  <a:cubicBezTo>
                    <a:pt x="276" y="59"/>
                    <a:pt x="280" y="59"/>
                    <a:pt x="281" y="60"/>
                  </a:cubicBezTo>
                  <a:cubicBezTo>
                    <a:pt x="283" y="62"/>
                    <a:pt x="285" y="67"/>
                    <a:pt x="287" y="69"/>
                  </a:cubicBezTo>
                  <a:cubicBezTo>
                    <a:pt x="289" y="71"/>
                    <a:pt x="294" y="72"/>
                    <a:pt x="296" y="74"/>
                  </a:cubicBezTo>
                  <a:cubicBezTo>
                    <a:pt x="298" y="75"/>
                    <a:pt x="302" y="78"/>
                    <a:pt x="303" y="80"/>
                  </a:cubicBezTo>
                  <a:cubicBezTo>
                    <a:pt x="305" y="82"/>
                    <a:pt x="305" y="87"/>
                    <a:pt x="307" y="89"/>
                  </a:cubicBezTo>
                  <a:cubicBezTo>
                    <a:pt x="308" y="90"/>
                    <a:pt x="313" y="91"/>
                    <a:pt x="315" y="91"/>
                  </a:cubicBezTo>
                  <a:cubicBezTo>
                    <a:pt x="315" y="91"/>
                    <a:pt x="317" y="91"/>
                    <a:pt x="318" y="91"/>
                  </a:cubicBezTo>
                  <a:cubicBezTo>
                    <a:pt x="318" y="93"/>
                    <a:pt x="318" y="95"/>
                    <a:pt x="318" y="96"/>
                  </a:cubicBezTo>
                  <a:cubicBezTo>
                    <a:pt x="317" y="98"/>
                    <a:pt x="312" y="98"/>
                    <a:pt x="311" y="99"/>
                  </a:cubicBezTo>
                  <a:cubicBezTo>
                    <a:pt x="309" y="101"/>
                    <a:pt x="306" y="105"/>
                    <a:pt x="306" y="107"/>
                  </a:cubicBezTo>
                  <a:cubicBezTo>
                    <a:pt x="306" y="108"/>
                    <a:pt x="306" y="111"/>
                    <a:pt x="307" y="113"/>
                  </a:cubicBezTo>
                  <a:cubicBezTo>
                    <a:pt x="308" y="114"/>
                    <a:pt x="312" y="114"/>
                    <a:pt x="313" y="116"/>
                  </a:cubicBezTo>
                  <a:cubicBezTo>
                    <a:pt x="314" y="117"/>
                    <a:pt x="315" y="122"/>
                    <a:pt x="316" y="124"/>
                  </a:cubicBezTo>
                  <a:cubicBezTo>
                    <a:pt x="316" y="126"/>
                    <a:pt x="315" y="131"/>
                    <a:pt x="316" y="133"/>
                  </a:cubicBezTo>
                  <a:cubicBezTo>
                    <a:pt x="316" y="135"/>
                    <a:pt x="318" y="137"/>
                    <a:pt x="319" y="138"/>
                  </a:cubicBezTo>
                  <a:cubicBezTo>
                    <a:pt x="319" y="139"/>
                    <a:pt x="321" y="140"/>
                    <a:pt x="322" y="141"/>
                  </a:cubicBezTo>
                  <a:cubicBezTo>
                    <a:pt x="323" y="143"/>
                    <a:pt x="321" y="151"/>
                    <a:pt x="321" y="151"/>
                  </a:cubicBezTo>
                  <a:cubicBezTo>
                    <a:pt x="321" y="152"/>
                    <a:pt x="318" y="152"/>
                    <a:pt x="317" y="153"/>
                  </a:cubicBezTo>
                  <a:cubicBezTo>
                    <a:pt x="316" y="154"/>
                    <a:pt x="318" y="156"/>
                    <a:pt x="318" y="158"/>
                  </a:cubicBezTo>
                  <a:cubicBezTo>
                    <a:pt x="318" y="159"/>
                    <a:pt x="317" y="163"/>
                    <a:pt x="315" y="164"/>
                  </a:cubicBezTo>
                  <a:cubicBezTo>
                    <a:pt x="314" y="165"/>
                    <a:pt x="312" y="164"/>
                    <a:pt x="311" y="164"/>
                  </a:cubicBezTo>
                  <a:cubicBezTo>
                    <a:pt x="310" y="165"/>
                    <a:pt x="308" y="166"/>
                    <a:pt x="308" y="167"/>
                  </a:cubicBezTo>
                  <a:cubicBezTo>
                    <a:pt x="307" y="170"/>
                    <a:pt x="310" y="176"/>
                    <a:pt x="310" y="177"/>
                  </a:cubicBezTo>
                  <a:cubicBezTo>
                    <a:pt x="310" y="177"/>
                    <a:pt x="306" y="180"/>
                    <a:pt x="306" y="182"/>
                  </a:cubicBezTo>
                  <a:cubicBezTo>
                    <a:pt x="305" y="184"/>
                    <a:pt x="307" y="189"/>
                    <a:pt x="307" y="191"/>
                  </a:cubicBezTo>
                  <a:cubicBezTo>
                    <a:pt x="306" y="193"/>
                    <a:pt x="305" y="195"/>
                    <a:pt x="304" y="197"/>
                  </a:cubicBezTo>
                  <a:cubicBezTo>
                    <a:pt x="303" y="198"/>
                    <a:pt x="303" y="200"/>
                    <a:pt x="302" y="202"/>
                  </a:cubicBezTo>
                  <a:cubicBezTo>
                    <a:pt x="302" y="202"/>
                    <a:pt x="301" y="203"/>
                    <a:pt x="301" y="203"/>
                  </a:cubicBezTo>
                  <a:cubicBezTo>
                    <a:pt x="300" y="203"/>
                    <a:pt x="297" y="202"/>
                    <a:pt x="295" y="202"/>
                  </a:cubicBezTo>
                  <a:cubicBezTo>
                    <a:pt x="294" y="202"/>
                    <a:pt x="291" y="202"/>
                    <a:pt x="290" y="202"/>
                  </a:cubicBezTo>
                  <a:cubicBezTo>
                    <a:pt x="286" y="202"/>
                    <a:pt x="276" y="207"/>
                    <a:pt x="275" y="207"/>
                  </a:cubicBezTo>
                  <a:cubicBezTo>
                    <a:pt x="275" y="207"/>
                    <a:pt x="269" y="204"/>
                    <a:pt x="267" y="204"/>
                  </a:cubicBezTo>
                  <a:cubicBezTo>
                    <a:pt x="265" y="203"/>
                    <a:pt x="262" y="202"/>
                    <a:pt x="261" y="202"/>
                  </a:cubicBezTo>
                  <a:cubicBezTo>
                    <a:pt x="258" y="202"/>
                    <a:pt x="253" y="204"/>
                    <a:pt x="251" y="206"/>
                  </a:cubicBezTo>
                  <a:cubicBezTo>
                    <a:pt x="249" y="207"/>
                    <a:pt x="246" y="210"/>
                    <a:pt x="245" y="213"/>
                  </a:cubicBezTo>
                  <a:cubicBezTo>
                    <a:pt x="244" y="214"/>
                    <a:pt x="246" y="218"/>
                    <a:pt x="246" y="220"/>
                  </a:cubicBezTo>
                  <a:cubicBezTo>
                    <a:pt x="247" y="222"/>
                    <a:pt x="248" y="227"/>
                    <a:pt x="248" y="229"/>
                  </a:cubicBezTo>
                  <a:cubicBezTo>
                    <a:pt x="248" y="230"/>
                    <a:pt x="248" y="233"/>
                    <a:pt x="248" y="235"/>
                  </a:cubicBezTo>
                  <a:cubicBezTo>
                    <a:pt x="247" y="236"/>
                    <a:pt x="245" y="239"/>
                    <a:pt x="243" y="240"/>
                  </a:cubicBezTo>
                  <a:cubicBezTo>
                    <a:pt x="242" y="241"/>
                    <a:pt x="238" y="241"/>
                    <a:pt x="236" y="243"/>
                  </a:cubicBezTo>
                  <a:cubicBezTo>
                    <a:pt x="235" y="244"/>
                    <a:pt x="234" y="249"/>
                    <a:pt x="233" y="251"/>
                  </a:cubicBezTo>
                  <a:cubicBezTo>
                    <a:pt x="233" y="252"/>
                    <a:pt x="233" y="252"/>
                    <a:pt x="234" y="253"/>
                  </a:cubicBezTo>
                  <a:cubicBezTo>
                    <a:pt x="232" y="253"/>
                    <a:pt x="230" y="252"/>
                    <a:pt x="229" y="253"/>
                  </a:cubicBezTo>
                  <a:cubicBezTo>
                    <a:pt x="228" y="254"/>
                    <a:pt x="227" y="257"/>
                    <a:pt x="226" y="258"/>
                  </a:cubicBezTo>
                  <a:cubicBezTo>
                    <a:pt x="225" y="259"/>
                    <a:pt x="222" y="261"/>
                    <a:pt x="220" y="260"/>
                  </a:cubicBezTo>
                  <a:cubicBezTo>
                    <a:pt x="219" y="260"/>
                    <a:pt x="217" y="257"/>
                    <a:pt x="216" y="257"/>
                  </a:cubicBezTo>
                  <a:cubicBezTo>
                    <a:pt x="215" y="256"/>
                    <a:pt x="212" y="255"/>
                    <a:pt x="211" y="255"/>
                  </a:cubicBezTo>
                  <a:cubicBezTo>
                    <a:pt x="209" y="255"/>
                    <a:pt x="206" y="256"/>
                    <a:pt x="205" y="257"/>
                  </a:cubicBezTo>
                  <a:cubicBezTo>
                    <a:pt x="204" y="258"/>
                    <a:pt x="203" y="261"/>
                    <a:pt x="202" y="262"/>
                  </a:cubicBezTo>
                  <a:cubicBezTo>
                    <a:pt x="201" y="263"/>
                    <a:pt x="196" y="265"/>
                    <a:pt x="194" y="265"/>
                  </a:cubicBezTo>
                  <a:cubicBezTo>
                    <a:pt x="192" y="265"/>
                    <a:pt x="188" y="263"/>
                    <a:pt x="186" y="262"/>
                  </a:cubicBezTo>
                  <a:cubicBezTo>
                    <a:pt x="184" y="262"/>
                    <a:pt x="180" y="261"/>
                    <a:pt x="177" y="261"/>
                  </a:cubicBezTo>
                  <a:cubicBezTo>
                    <a:pt x="176" y="261"/>
                    <a:pt x="172" y="263"/>
                    <a:pt x="171" y="264"/>
                  </a:cubicBezTo>
                  <a:cubicBezTo>
                    <a:pt x="169" y="264"/>
                    <a:pt x="166" y="266"/>
                    <a:pt x="165" y="266"/>
                  </a:cubicBezTo>
                  <a:cubicBezTo>
                    <a:pt x="163" y="266"/>
                    <a:pt x="161" y="265"/>
                    <a:pt x="160" y="264"/>
                  </a:cubicBezTo>
                  <a:cubicBezTo>
                    <a:pt x="159" y="262"/>
                    <a:pt x="159" y="259"/>
                    <a:pt x="160" y="258"/>
                  </a:cubicBezTo>
                  <a:cubicBezTo>
                    <a:pt x="161" y="257"/>
                    <a:pt x="165" y="255"/>
                    <a:pt x="165" y="254"/>
                  </a:cubicBezTo>
                  <a:cubicBezTo>
                    <a:pt x="166" y="252"/>
                    <a:pt x="166" y="249"/>
                    <a:pt x="166" y="247"/>
                  </a:cubicBezTo>
                  <a:cubicBezTo>
                    <a:pt x="165" y="245"/>
                    <a:pt x="164" y="239"/>
                    <a:pt x="162" y="237"/>
                  </a:cubicBezTo>
                  <a:cubicBezTo>
                    <a:pt x="161" y="236"/>
                    <a:pt x="156" y="237"/>
                    <a:pt x="155" y="235"/>
                  </a:cubicBezTo>
                  <a:cubicBezTo>
                    <a:pt x="154" y="234"/>
                    <a:pt x="156" y="230"/>
                    <a:pt x="155" y="228"/>
                  </a:cubicBezTo>
                  <a:cubicBezTo>
                    <a:pt x="155" y="226"/>
                    <a:pt x="154" y="221"/>
                    <a:pt x="152" y="220"/>
                  </a:cubicBezTo>
                  <a:cubicBezTo>
                    <a:pt x="150" y="219"/>
                    <a:pt x="145" y="221"/>
                    <a:pt x="143" y="220"/>
                  </a:cubicBezTo>
                  <a:cubicBezTo>
                    <a:pt x="142" y="219"/>
                    <a:pt x="141" y="216"/>
                    <a:pt x="140" y="215"/>
                  </a:cubicBezTo>
                  <a:cubicBezTo>
                    <a:pt x="139" y="214"/>
                    <a:pt x="136" y="214"/>
                    <a:pt x="135" y="215"/>
                  </a:cubicBezTo>
                  <a:cubicBezTo>
                    <a:pt x="134" y="215"/>
                    <a:pt x="134" y="218"/>
                    <a:pt x="134" y="218"/>
                  </a:cubicBezTo>
                  <a:cubicBezTo>
                    <a:pt x="132" y="220"/>
                    <a:pt x="129" y="223"/>
                    <a:pt x="127" y="223"/>
                  </a:cubicBezTo>
                  <a:cubicBezTo>
                    <a:pt x="126" y="223"/>
                    <a:pt x="124" y="220"/>
                    <a:pt x="123" y="219"/>
                  </a:cubicBezTo>
                  <a:cubicBezTo>
                    <a:pt x="121" y="217"/>
                    <a:pt x="118" y="214"/>
                    <a:pt x="117" y="214"/>
                  </a:cubicBezTo>
                  <a:cubicBezTo>
                    <a:pt x="115" y="213"/>
                    <a:pt x="112" y="214"/>
                    <a:pt x="111" y="215"/>
                  </a:cubicBezTo>
                  <a:cubicBezTo>
                    <a:pt x="111" y="216"/>
                    <a:pt x="112" y="219"/>
                    <a:pt x="111" y="220"/>
                  </a:cubicBezTo>
                  <a:cubicBezTo>
                    <a:pt x="111" y="221"/>
                    <a:pt x="109" y="222"/>
                    <a:pt x="108" y="223"/>
                  </a:cubicBezTo>
                  <a:cubicBezTo>
                    <a:pt x="107" y="223"/>
                    <a:pt x="104" y="223"/>
                    <a:pt x="102" y="223"/>
                  </a:cubicBezTo>
                  <a:cubicBezTo>
                    <a:pt x="101" y="223"/>
                    <a:pt x="97" y="222"/>
                    <a:pt x="96" y="223"/>
                  </a:cubicBezTo>
                  <a:cubicBezTo>
                    <a:pt x="95" y="223"/>
                    <a:pt x="95" y="226"/>
                    <a:pt x="95" y="227"/>
                  </a:cubicBezTo>
                  <a:cubicBezTo>
                    <a:pt x="94" y="227"/>
                    <a:pt x="91" y="227"/>
                    <a:pt x="90" y="227"/>
                  </a:cubicBezTo>
                  <a:cubicBezTo>
                    <a:pt x="88" y="228"/>
                    <a:pt x="85" y="228"/>
                    <a:pt x="83" y="227"/>
                  </a:cubicBezTo>
                  <a:cubicBezTo>
                    <a:pt x="83" y="227"/>
                    <a:pt x="82" y="225"/>
                    <a:pt x="82" y="224"/>
                  </a:cubicBezTo>
                  <a:cubicBezTo>
                    <a:pt x="82" y="223"/>
                    <a:pt x="84" y="221"/>
                    <a:pt x="84" y="220"/>
                  </a:cubicBezTo>
                  <a:cubicBezTo>
                    <a:pt x="84" y="218"/>
                    <a:pt x="85" y="215"/>
                    <a:pt x="84" y="214"/>
                  </a:cubicBezTo>
                  <a:cubicBezTo>
                    <a:pt x="83" y="212"/>
                    <a:pt x="79" y="210"/>
                    <a:pt x="79" y="208"/>
                  </a:cubicBezTo>
                  <a:cubicBezTo>
                    <a:pt x="78" y="206"/>
                    <a:pt x="79" y="202"/>
                    <a:pt x="79" y="199"/>
                  </a:cubicBezTo>
                  <a:cubicBezTo>
                    <a:pt x="78" y="197"/>
                    <a:pt x="77" y="191"/>
                    <a:pt x="74" y="189"/>
                  </a:cubicBezTo>
                  <a:cubicBezTo>
                    <a:pt x="73" y="188"/>
                    <a:pt x="70" y="188"/>
                    <a:pt x="68" y="188"/>
                  </a:cubicBezTo>
                  <a:cubicBezTo>
                    <a:pt x="66" y="187"/>
                    <a:pt x="64" y="183"/>
                    <a:pt x="63" y="183"/>
                  </a:cubicBezTo>
                  <a:cubicBezTo>
                    <a:pt x="61" y="182"/>
                    <a:pt x="59" y="183"/>
                    <a:pt x="57" y="183"/>
                  </a:cubicBezTo>
                  <a:cubicBezTo>
                    <a:pt x="56" y="182"/>
                    <a:pt x="53" y="181"/>
                    <a:pt x="52" y="180"/>
                  </a:cubicBezTo>
                  <a:cubicBezTo>
                    <a:pt x="51" y="179"/>
                    <a:pt x="49" y="175"/>
                    <a:pt x="49" y="173"/>
                  </a:cubicBezTo>
                  <a:cubicBezTo>
                    <a:pt x="49" y="171"/>
                    <a:pt x="51" y="166"/>
                    <a:pt x="50" y="164"/>
                  </a:cubicBezTo>
                  <a:cubicBezTo>
                    <a:pt x="50" y="163"/>
                    <a:pt x="47" y="161"/>
                    <a:pt x="46" y="160"/>
                  </a:cubicBezTo>
                  <a:cubicBezTo>
                    <a:pt x="44" y="159"/>
                    <a:pt x="40" y="158"/>
                    <a:pt x="38" y="156"/>
                  </a:cubicBezTo>
                  <a:cubicBezTo>
                    <a:pt x="37" y="154"/>
                    <a:pt x="38" y="149"/>
                    <a:pt x="37" y="148"/>
                  </a:cubicBezTo>
                  <a:cubicBezTo>
                    <a:pt x="36" y="146"/>
                    <a:pt x="33" y="143"/>
                    <a:pt x="31" y="142"/>
                  </a:cubicBezTo>
                  <a:cubicBezTo>
                    <a:pt x="31" y="141"/>
                    <a:pt x="28" y="140"/>
                    <a:pt x="28" y="140"/>
                  </a:cubicBezTo>
                  <a:cubicBezTo>
                    <a:pt x="26" y="138"/>
                    <a:pt x="26" y="133"/>
                    <a:pt x="25" y="131"/>
                  </a:cubicBezTo>
                  <a:cubicBezTo>
                    <a:pt x="24" y="130"/>
                    <a:pt x="20" y="129"/>
                    <a:pt x="20" y="128"/>
                  </a:cubicBezTo>
                  <a:cubicBezTo>
                    <a:pt x="19" y="125"/>
                    <a:pt x="23" y="120"/>
                    <a:pt x="23" y="117"/>
                  </a:cubicBezTo>
                  <a:cubicBezTo>
                    <a:pt x="23" y="114"/>
                    <a:pt x="21" y="110"/>
                    <a:pt x="20" y="107"/>
                  </a:cubicBezTo>
                  <a:cubicBezTo>
                    <a:pt x="19" y="106"/>
                    <a:pt x="17" y="103"/>
                    <a:pt x="17" y="102"/>
                  </a:cubicBezTo>
                  <a:cubicBezTo>
                    <a:pt x="16" y="100"/>
                    <a:pt x="18" y="95"/>
                    <a:pt x="18" y="93"/>
                  </a:cubicBezTo>
                  <a:cubicBezTo>
                    <a:pt x="18" y="92"/>
                    <a:pt x="17" y="89"/>
                    <a:pt x="17" y="87"/>
                  </a:cubicBezTo>
                  <a:cubicBezTo>
                    <a:pt x="16" y="85"/>
                    <a:pt x="11" y="82"/>
                    <a:pt x="11" y="79"/>
                  </a:cubicBezTo>
                  <a:cubicBezTo>
                    <a:pt x="10" y="78"/>
                    <a:pt x="11" y="75"/>
                    <a:pt x="11" y="73"/>
                  </a:cubicBezTo>
                  <a:cubicBezTo>
                    <a:pt x="10" y="72"/>
                    <a:pt x="8" y="70"/>
                    <a:pt x="7" y="6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5"/>
            <p:cNvSpPr>
              <a:spLocks/>
            </p:cNvSpPr>
            <p:nvPr/>
          </p:nvSpPr>
          <p:spPr bwMode="auto">
            <a:xfrm>
              <a:off x="1770063" y="1335088"/>
              <a:ext cx="449263" cy="554038"/>
            </a:xfrm>
            <a:custGeom>
              <a:avLst/>
              <a:gdLst/>
              <a:ahLst/>
              <a:cxnLst>
                <a:cxn ang="0">
                  <a:pos x="246" y="210"/>
                </a:cxn>
                <a:cxn ang="0">
                  <a:pos x="240" y="234"/>
                </a:cxn>
                <a:cxn ang="0">
                  <a:pos x="216" y="241"/>
                </a:cxn>
                <a:cxn ang="0">
                  <a:pos x="217" y="258"/>
                </a:cxn>
                <a:cxn ang="0">
                  <a:pos x="213" y="271"/>
                </a:cxn>
                <a:cxn ang="0">
                  <a:pos x="208" y="287"/>
                </a:cxn>
                <a:cxn ang="0">
                  <a:pos x="194" y="305"/>
                </a:cxn>
                <a:cxn ang="0">
                  <a:pos x="173" y="308"/>
                </a:cxn>
                <a:cxn ang="0">
                  <a:pos x="145" y="314"/>
                </a:cxn>
                <a:cxn ang="0">
                  <a:pos x="116" y="327"/>
                </a:cxn>
                <a:cxn ang="0">
                  <a:pos x="103" y="326"/>
                </a:cxn>
                <a:cxn ang="0">
                  <a:pos x="103" y="310"/>
                </a:cxn>
                <a:cxn ang="0">
                  <a:pos x="90" y="302"/>
                </a:cxn>
                <a:cxn ang="0">
                  <a:pos x="79" y="286"/>
                </a:cxn>
                <a:cxn ang="0">
                  <a:pos x="74" y="281"/>
                </a:cxn>
                <a:cxn ang="0">
                  <a:pos x="53" y="279"/>
                </a:cxn>
                <a:cxn ang="0">
                  <a:pos x="51" y="259"/>
                </a:cxn>
                <a:cxn ang="0">
                  <a:pos x="43" y="239"/>
                </a:cxn>
                <a:cxn ang="0">
                  <a:pos x="50" y="227"/>
                </a:cxn>
                <a:cxn ang="0">
                  <a:pos x="42" y="200"/>
                </a:cxn>
                <a:cxn ang="0">
                  <a:pos x="43" y="184"/>
                </a:cxn>
                <a:cxn ang="0">
                  <a:pos x="33" y="171"/>
                </a:cxn>
                <a:cxn ang="0">
                  <a:pos x="35" y="146"/>
                </a:cxn>
                <a:cxn ang="0">
                  <a:pos x="54" y="142"/>
                </a:cxn>
                <a:cxn ang="0">
                  <a:pos x="47" y="138"/>
                </a:cxn>
                <a:cxn ang="0">
                  <a:pos x="19" y="139"/>
                </a:cxn>
                <a:cxn ang="0">
                  <a:pos x="0" y="118"/>
                </a:cxn>
                <a:cxn ang="0">
                  <a:pos x="14" y="95"/>
                </a:cxn>
                <a:cxn ang="0">
                  <a:pos x="32" y="75"/>
                </a:cxn>
                <a:cxn ang="0">
                  <a:pos x="62" y="60"/>
                </a:cxn>
                <a:cxn ang="0">
                  <a:pos x="91" y="44"/>
                </a:cxn>
                <a:cxn ang="0">
                  <a:pos x="136" y="33"/>
                </a:cxn>
                <a:cxn ang="0">
                  <a:pos x="178" y="22"/>
                </a:cxn>
                <a:cxn ang="0">
                  <a:pos x="203" y="0"/>
                </a:cxn>
                <a:cxn ang="0">
                  <a:pos x="228" y="12"/>
                </a:cxn>
                <a:cxn ang="0">
                  <a:pos x="248" y="36"/>
                </a:cxn>
                <a:cxn ang="0">
                  <a:pos x="259" y="61"/>
                </a:cxn>
                <a:cxn ang="0">
                  <a:pos x="250" y="82"/>
                </a:cxn>
                <a:cxn ang="0">
                  <a:pos x="260" y="87"/>
                </a:cxn>
                <a:cxn ang="0">
                  <a:pos x="251" y="109"/>
                </a:cxn>
                <a:cxn ang="0">
                  <a:pos x="256" y="131"/>
                </a:cxn>
                <a:cxn ang="0">
                  <a:pos x="263" y="145"/>
                </a:cxn>
                <a:cxn ang="0">
                  <a:pos x="261" y="175"/>
                </a:cxn>
                <a:cxn ang="0">
                  <a:pos x="267" y="195"/>
                </a:cxn>
                <a:cxn ang="0">
                  <a:pos x="252" y="190"/>
                </a:cxn>
              </a:cxnLst>
              <a:rect l="0" t="0" r="r" b="b"/>
              <a:pathLst>
                <a:path w="268" h="331">
                  <a:moveTo>
                    <a:pt x="250" y="200"/>
                  </a:moveTo>
                  <a:cubicBezTo>
                    <a:pt x="249" y="201"/>
                    <a:pt x="248" y="202"/>
                    <a:pt x="248" y="203"/>
                  </a:cubicBezTo>
                  <a:cubicBezTo>
                    <a:pt x="247" y="204"/>
                    <a:pt x="246" y="208"/>
                    <a:pt x="246" y="210"/>
                  </a:cubicBezTo>
                  <a:cubicBezTo>
                    <a:pt x="245" y="212"/>
                    <a:pt x="243" y="214"/>
                    <a:pt x="243" y="216"/>
                  </a:cubicBezTo>
                  <a:cubicBezTo>
                    <a:pt x="242" y="218"/>
                    <a:pt x="244" y="224"/>
                    <a:pt x="243" y="226"/>
                  </a:cubicBezTo>
                  <a:cubicBezTo>
                    <a:pt x="243" y="228"/>
                    <a:pt x="241" y="232"/>
                    <a:pt x="240" y="234"/>
                  </a:cubicBezTo>
                  <a:cubicBezTo>
                    <a:pt x="239" y="235"/>
                    <a:pt x="236" y="239"/>
                    <a:pt x="234" y="240"/>
                  </a:cubicBezTo>
                  <a:cubicBezTo>
                    <a:pt x="232" y="240"/>
                    <a:pt x="229" y="240"/>
                    <a:pt x="227" y="240"/>
                  </a:cubicBezTo>
                  <a:cubicBezTo>
                    <a:pt x="224" y="240"/>
                    <a:pt x="218" y="239"/>
                    <a:pt x="216" y="241"/>
                  </a:cubicBezTo>
                  <a:cubicBezTo>
                    <a:pt x="214" y="243"/>
                    <a:pt x="212" y="248"/>
                    <a:pt x="212" y="251"/>
                  </a:cubicBezTo>
                  <a:cubicBezTo>
                    <a:pt x="212" y="252"/>
                    <a:pt x="213" y="255"/>
                    <a:pt x="214" y="256"/>
                  </a:cubicBezTo>
                  <a:cubicBezTo>
                    <a:pt x="214" y="257"/>
                    <a:pt x="217" y="257"/>
                    <a:pt x="217" y="258"/>
                  </a:cubicBezTo>
                  <a:cubicBezTo>
                    <a:pt x="218" y="259"/>
                    <a:pt x="217" y="263"/>
                    <a:pt x="217" y="264"/>
                  </a:cubicBezTo>
                  <a:cubicBezTo>
                    <a:pt x="217" y="265"/>
                    <a:pt x="218" y="266"/>
                    <a:pt x="219" y="268"/>
                  </a:cubicBezTo>
                  <a:cubicBezTo>
                    <a:pt x="217" y="269"/>
                    <a:pt x="214" y="270"/>
                    <a:pt x="213" y="271"/>
                  </a:cubicBezTo>
                  <a:cubicBezTo>
                    <a:pt x="212" y="272"/>
                    <a:pt x="210" y="274"/>
                    <a:pt x="210" y="276"/>
                  </a:cubicBezTo>
                  <a:cubicBezTo>
                    <a:pt x="210" y="278"/>
                    <a:pt x="212" y="281"/>
                    <a:pt x="212" y="283"/>
                  </a:cubicBezTo>
                  <a:cubicBezTo>
                    <a:pt x="212" y="284"/>
                    <a:pt x="209" y="287"/>
                    <a:pt x="208" y="287"/>
                  </a:cubicBezTo>
                  <a:cubicBezTo>
                    <a:pt x="206" y="289"/>
                    <a:pt x="202" y="289"/>
                    <a:pt x="200" y="290"/>
                  </a:cubicBezTo>
                  <a:cubicBezTo>
                    <a:pt x="199" y="292"/>
                    <a:pt x="198" y="297"/>
                    <a:pt x="197" y="299"/>
                  </a:cubicBezTo>
                  <a:cubicBezTo>
                    <a:pt x="196" y="300"/>
                    <a:pt x="195" y="304"/>
                    <a:pt x="194" y="305"/>
                  </a:cubicBezTo>
                  <a:cubicBezTo>
                    <a:pt x="192" y="307"/>
                    <a:pt x="187" y="310"/>
                    <a:pt x="184" y="311"/>
                  </a:cubicBezTo>
                  <a:cubicBezTo>
                    <a:pt x="182" y="312"/>
                    <a:pt x="179" y="313"/>
                    <a:pt x="178" y="313"/>
                  </a:cubicBezTo>
                  <a:cubicBezTo>
                    <a:pt x="176" y="312"/>
                    <a:pt x="175" y="309"/>
                    <a:pt x="173" y="308"/>
                  </a:cubicBezTo>
                  <a:cubicBezTo>
                    <a:pt x="170" y="307"/>
                    <a:pt x="163" y="310"/>
                    <a:pt x="160" y="310"/>
                  </a:cubicBezTo>
                  <a:cubicBezTo>
                    <a:pt x="158" y="310"/>
                    <a:pt x="154" y="310"/>
                    <a:pt x="152" y="311"/>
                  </a:cubicBezTo>
                  <a:cubicBezTo>
                    <a:pt x="150" y="311"/>
                    <a:pt x="146" y="313"/>
                    <a:pt x="145" y="314"/>
                  </a:cubicBezTo>
                  <a:cubicBezTo>
                    <a:pt x="142" y="315"/>
                    <a:pt x="139" y="320"/>
                    <a:pt x="136" y="321"/>
                  </a:cubicBezTo>
                  <a:cubicBezTo>
                    <a:pt x="133" y="322"/>
                    <a:pt x="127" y="321"/>
                    <a:pt x="124" y="322"/>
                  </a:cubicBezTo>
                  <a:cubicBezTo>
                    <a:pt x="121" y="323"/>
                    <a:pt x="117" y="325"/>
                    <a:pt x="116" y="327"/>
                  </a:cubicBezTo>
                  <a:cubicBezTo>
                    <a:pt x="115" y="328"/>
                    <a:pt x="114" y="329"/>
                    <a:pt x="113" y="331"/>
                  </a:cubicBezTo>
                  <a:cubicBezTo>
                    <a:pt x="111" y="331"/>
                    <a:pt x="109" y="331"/>
                    <a:pt x="108" y="331"/>
                  </a:cubicBezTo>
                  <a:cubicBezTo>
                    <a:pt x="106" y="330"/>
                    <a:pt x="104" y="327"/>
                    <a:pt x="103" y="326"/>
                  </a:cubicBezTo>
                  <a:cubicBezTo>
                    <a:pt x="102" y="325"/>
                    <a:pt x="100" y="324"/>
                    <a:pt x="99" y="323"/>
                  </a:cubicBezTo>
                  <a:cubicBezTo>
                    <a:pt x="98" y="321"/>
                    <a:pt x="99" y="317"/>
                    <a:pt x="99" y="316"/>
                  </a:cubicBezTo>
                  <a:cubicBezTo>
                    <a:pt x="100" y="314"/>
                    <a:pt x="103" y="312"/>
                    <a:pt x="103" y="310"/>
                  </a:cubicBezTo>
                  <a:cubicBezTo>
                    <a:pt x="103" y="308"/>
                    <a:pt x="101" y="305"/>
                    <a:pt x="100" y="303"/>
                  </a:cubicBezTo>
                  <a:cubicBezTo>
                    <a:pt x="100" y="302"/>
                    <a:pt x="99" y="300"/>
                    <a:pt x="98" y="299"/>
                  </a:cubicBezTo>
                  <a:cubicBezTo>
                    <a:pt x="96" y="299"/>
                    <a:pt x="92" y="302"/>
                    <a:pt x="90" y="302"/>
                  </a:cubicBezTo>
                  <a:cubicBezTo>
                    <a:pt x="89" y="302"/>
                    <a:pt x="86" y="299"/>
                    <a:pt x="85" y="298"/>
                  </a:cubicBezTo>
                  <a:cubicBezTo>
                    <a:pt x="84" y="296"/>
                    <a:pt x="84" y="291"/>
                    <a:pt x="82" y="290"/>
                  </a:cubicBezTo>
                  <a:cubicBezTo>
                    <a:pt x="82" y="289"/>
                    <a:pt x="80" y="287"/>
                    <a:pt x="79" y="286"/>
                  </a:cubicBezTo>
                  <a:cubicBezTo>
                    <a:pt x="79" y="285"/>
                    <a:pt x="80" y="282"/>
                    <a:pt x="79" y="281"/>
                  </a:cubicBezTo>
                  <a:cubicBezTo>
                    <a:pt x="79" y="280"/>
                    <a:pt x="76" y="279"/>
                    <a:pt x="75" y="279"/>
                  </a:cubicBezTo>
                  <a:cubicBezTo>
                    <a:pt x="74" y="279"/>
                    <a:pt x="75" y="281"/>
                    <a:pt x="74" y="281"/>
                  </a:cubicBezTo>
                  <a:cubicBezTo>
                    <a:pt x="72" y="283"/>
                    <a:pt x="66" y="284"/>
                    <a:pt x="63" y="283"/>
                  </a:cubicBezTo>
                  <a:cubicBezTo>
                    <a:pt x="62" y="283"/>
                    <a:pt x="60" y="279"/>
                    <a:pt x="59" y="279"/>
                  </a:cubicBezTo>
                  <a:cubicBezTo>
                    <a:pt x="57" y="278"/>
                    <a:pt x="54" y="279"/>
                    <a:pt x="53" y="279"/>
                  </a:cubicBezTo>
                  <a:cubicBezTo>
                    <a:pt x="51" y="278"/>
                    <a:pt x="48" y="277"/>
                    <a:pt x="47" y="275"/>
                  </a:cubicBezTo>
                  <a:cubicBezTo>
                    <a:pt x="46" y="273"/>
                    <a:pt x="47" y="267"/>
                    <a:pt x="48" y="264"/>
                  </a:cubicBezTo>
                  <a:cubicBezTo>
                    <a:pt x="48" y="263"/>
                    <a:pt x="50" y="260"/>
                    <a:pt x="51" y="259"/>
                  </a:cubicBezTo>
                  <a:cubicBezTo>
                    <a:pt x="51" y="257"/>
                    <a:pt x="52" y="252"/>
                    <a:pt x="51" y="250"/>
                  </a:cubicBezTo>
                  <a:cubicBezTo>
                    <a:pt x="51" y="248"/>
                    <a:pt x="48" y="246"/>
                    <a:pt x="47" y="245"/>
                  </a:cubicBezTo>
                  <a:cubicBezTo>
                    <a:pt x="46" y="243"/>
                    <a:pt x="43" y="241"/>
                    <a:pt x="43" y="239"/>
                  </a:cubicBezTo>
                  <a:cubicBezTo>
                    <a:pt x="43" y="238"/>
                    <a:pt x="43" y="235"/>
                    <a:pt x="44" y="234"/>
                  </a:cubicBezTo>
                  <a:cubicBezTo>
                    <a:pt x="45" y="233"/>
                    <a:pt x="49" y="233"/>
                    <a:pt x="50" y="232"/>
                  </a:cubicBezTo>
                  <a:cubicBezTo>
                    <a:pt x="51" y="231"/>
                    <a:pt x="51" y="228"/>
                    <a:pt x="50" y="227"/>
                  </a:cubicBezTo>
                  <a:cubicBezTo>
                    <a:pt x="50" y="224"/>
                    <a:pt x="47" y="219"/>
                    <a:pt x="47" y="217"/>
                  </a:cubicBezTo>
                  <a:cubicBezTo>
                    <a:pt x="46" y="215"/>
                    <a:pt x="47" y="211"/>
                    <a:pt x="47" y="210"/>
                  </a:cubicBezTo>
                  <a:cubicBezTo>
                    <a:pt x="46" y="207"/>
                    <a:pt x="43" y="202"/>
                    <a:pt x="42" y="200"/>
                  </a:cubicBezTo>
                  <a:cubicBezTo>
                    <a:pt x="42" y="198"/>
                    <a:pt x="39" y="196"/>
                    <a:pt x="39" y="194"/>
                  </a:cubicBezTo>
                  <a:cubicBezTo>
                    <a:pt x="40" y="193"/>
                    <a:pt x="42" y="192"/>
                    <a:pt x="43" y="191"/>
                  </a:cubicBezTo>
                  <a:cubicBezTo>
                    <a:pt x="44" y="190"/>
                    <a:pt x="43" y="186"/>
                    <a:pt x="43" y="184"/>
                  </a:cubicBezTo>
                  <a:cubicBezTo>
                    <a:pt x="43" y="183"/>
                    <a:pt x="42" y="181"/>
                    <a:pt x="41" y="181"/>
                  </a:cubicBezTo>
                  <a:cubicBezTo>
                    <a:pt x="40" y="180"/>
                    <a:pt x="37" y="180"/>
                    <a:pt x="36" y="179"/>
                  </a:cubicBezTo>
                  <a:cubicBezTo>
                    <a:pt x="35" y="178"/>
                    <a:pt x="33" y="173"/>
                    <a:pt x="33" y="171"/>
                  </a:cubicBezTo>
                  <a:cubicBezTo>
                    <a:pt x="34" y="169"/>
                    <a:pt x="38" y="167"/>
                    <a:pt x="38" y="165"/>
                  </a:cubicBezTo>
                  <a:cubicBezTo>
                    <a:pt x="39" y="162"/>
                    <a:pt x="35" y="155"/>
                    <a:pt x="35" y="152"/>
                  </a:cubicBezTo>
                  <a:cubicBezTo>
                    <a:pt x="35" y="151"/>
                    <a:pt x="35" y="148"/>
                    <a:pt x="35" y="146"/>
                  </a:cubicBezTo>
                  <a:cubicBezTo>
                    <a:pt x="36" y="146"/>
                    <a:pt x="36" y="146"/>
                    <a:pt x="36" y="146"/>
                  </a:cubicBezTo>
                  <a:cubicBezTo>
                    <a:pt x="38" y="146"/>
                    <a:pt x="43" y="145"/>
                    <a:pt x="46" y="145"/>
                  </a:cubicBezTo>
                  <a:cubicBezTo>
                    <a:pt x="48" y="144"/>
                    <a:pt x="52" y="143"/>
                    <a:pt x="54" y="142"/>
                  </a:cubicBezTo>
                  <a:cubicBezTo>
                    <a:pt x="55" y="142"/>
                    <a:pt x="58" y="140"/>
                    <a:pt x="58" y="139"/>
                  </a:cubicBezTo>
                  <a:cubicBezTo>
                    <a:pt x="57" y="137"/>
                    <a:pt x="53" y="136"/>
                    <a:pt x="51" y="136"/>
                  </a:cubicBezTo>
                  <a:cubicBezTo>
                    <a:pt x="50" y="136"/>
                    <a:pt x="48" y="138"/>
                    <a:pt x="47" y="138"/>
                  </a:cubicBezTo>
                  <a:cubicBezTo>
                    <a:pt x="46" y="139"/>
                    <a:pt x="42" y="140"/>
                    <a:pt x="39" y="140"/>
                  </a:cubicBezTo>
                  <a:cubicBezTo>
                    <a:pt x="37" y="141"/>
                    <a:pt x="32" y="139"/>
                    <a:pt x="30" y="139"/>
                  </a:cubicBezTo>
                  <a:cubicBezTo>
                    <a:pt x="27" y="139"/>
                    <a:pt x="22" y="139"/>
                    <a:pt x="19" y="139"/>
                  </a:cubicBezTo>
                  <a:cubicBezTo>
                    <a:pt x="16" y="138"/>
                    <a:pt x="9" y="136"/>
                    <a:pt x="7" y="134"/>
                  </a:cubicBezTo>
                  <a:cubicBezTo>
                    <a:pt x="5" y="133"/>
                    <a:pt x="1" y="129"/>
                    <a:pt x="1" y="127"/>
                  </a:cubicBezTo>
                  <a:cubicBezTo>
                    <a:pt x="0" y="125"/>
                    <a:pt x="0" y="120"/>
                    <a:pt x="0" y="118"/>
                  </a:cubicBezTo>
                  <a:cubicBezTo>
                    <a:pt x="0" y="116"/>
                    <a:pt x="1" y="111"/>
                    <a:pt x="3" y="109"/>
                  </a:cubicBezTo>
                  <a:cubicBezTo>
                    <a:pt x="4" y="107"/>
                    <a:pt x="9" y="105"/>
                    <a:pt x="10" y="103"/>
                  </a:cubicBezTo>
                  <a:cubicBezTo>
                    <a:pt x="12" y="101"/>
                    <a:pt x="13" y="97"/>
                    <a:pt x="14" y="95"/>
                  </a:cubicBezTo>
                  <a:cubicBezTo>
                    <a:pt x="15" y="92"/>
                    <a:pt x="16" y="87"/>
                    <a:pt x="17" y="84"/>
                  </a:cubicBezTo>
                  <a:cubicBezTo>
                    <a:pt x="18" y="82"/>
                    <a:pt x="19" y="77"/>
                    <a:pt x="21" y="76"/>
                  </a:cubicBezTo>
                  <a:cubicBezTo>
                    <a:pt x="23" y="75"/>
                    <a:pt x="29" y="76"/>
                    <a:pt x="32" y="75"/>
                  </a:cubicBezTo>
                  <a:cubicBezTo>
                    <a:pt x="35" y="74"/>
                    <a:pt x="42" y="71"/>
                    <a:pt x="45" y="68"/>
                  </a:cubicBezTo>
                  <a:cubicBezTo>
                    <a:pt x="47" y="67"/>
                    <a:pt x="49" y="62"/>
                    <a:pt x="51" y="60"/>
                  </a:cubicBezTo>
                  <a:cubicBezTo>
                    <a:pt x="53" y="59"/>
                    <a:pt x="60" y="61"/>
                    <a:pt x="62" y="60"/>
                  </a:cubicBezTo>
                  <a:cubicBezTo>
                    <a:pt x="65" y="58"/>
                    <a:pt x="70" y="53"/>
                    <a:pt x="72" y="51"/>
                  </a:cubicBezTo>
                  <a:cubicBezTo>
                    <a:pt x="75" y="49"/>
                    <a:pt x="79" y="46"/>
                    <a:pt x="82" y="45"/>
                  </a:cubicBezTo>
                  <a:cubicBezTo>
                    <a:pt x="84" y="44"/>
                    <a:pt x="89" y="44"/>
                    <a:pt x="91" y="44"/>
                  </a:cubicBezTo>
                  <a:cubicBezTo>
                    <a:pt x="96" y="43"/>
                    <a:pt x="106" y="40"/>
                    <a:pt x="112" y="39"/>
                  </a:cubicBezTo>
                  <a:cubicBezTo>
                    <a:pt x="113" y="39"/>
                    <a:pt x="116" y="40"/>
                    <a:pt x="117" y="40"/>
                  </a:cubicBezTo>
                  <a:cubicBezTo>
                    <a:pt x="122" y="39"/>
                    <a:pt x="131" y="34"/>
                    <a:pt x="136" y="33"/>
                  </a:cubicBezTo>
                  <a:cubicBezTo>
                    <a:pt x="140" y="32"/>
                    <a:pt x="147" y="30"/>
                    <a:pt x="151" y="30"/>
                  </a:cubicBezTo>
                  <a:cubicBezTo>
                    <a:pt x="154" y="29"/>
                    <a:pt x="162" y="30"/>
                    <a:pt x="166" y="29"/>
                  </a:cubicBezTo>
                  <a:cubicBezTo>
                    <a:pt x="169" y="28"/>
                    <a:pt x="175" y="24"/>
                    <a:pt x="178" y="22"/>
                  </a:cubicBezTo>
                  <a:cubicBezTo>
                    <a:pt x="181" y="19"/>
                    <a:pt x="185" y="13"/>
                    <a:pt x="188" y="10"/>
                  </a:cubicBezTo>
                  <a:cubicBezTo>
                    <a:pt x="191" y="7"/>
                    <a:pt x="199" y="3"/>
                    <a:pt x="203" y="0"/>
                  </a:cubicBezTo>
                  <a:cubicBezTo>
                    <a:pt x="203" y="0"/>
                    <a:pt x="203" y="0"/>
                    <a:pt x="203" y="0"/>
                  </a:cubicBezTo>
                  <a:cubicBezTo>
                    <a:pt x="205" y="1"/>
                    <a:pt x="209" y="2"/>
                    <a:pt x="211" y="3"/>
                  </a:cubicBezTo>
                  <a:cubicBezTo>
                    <a:pt x="213" y="4"/>
                    <a:pt x="216" y="8"/>
                    <a:pt x="218" y="9"/>
                  </a:cubicBezTo>
                  <a:cubicBezTo>
                    <a:pt x="220" y="10"/>
                    <a:pt x="225" y="11"/>
                    <a:pt x="228" y="12"/>
                  </a:cubicBezTo>
                  <a:cubicBezTo>
                    <a:pt x="230" y="14"/>
                    <a:pt x="234" y="19"/>
                    <a:pt x="236" y="21"/>
                  </a:cubicBezTo>
                  <a:cubicBezTo>
                    <a:pt x="237" y="24"/>
                    <a:pt x="238" y="30"/>
                    <a:pt x="240" y="32"/>
                  </a:cubicBezTo>
                  <a:cubicBezTo>
                    <a:pt x="241" y="34"/>
                    <a:pt x="246" y="35"/>
                    <a:pt x="248" y="36"/>
                  </a:cubicBezTo>
                  <a:cubicBezTo>
                    <a:pt x="250" y="39"/>
                    <a:pt x="252" y="45"/>
                    <a:pt x="252" y="49"/>
                  </a:cubicBezTo>
                  <a:cubicBezTo>
                    <a:pt x="253" y="50"/>
                    <a:pt x="251" y="54"/>
                    <a:pt x="252" y="55"/>
                  </a:cubicBezTo>
                  <a:cubicBezTo>
                    <a:pt x="253" y="57"/>
                    <a:pt x="258" y="59"/>
                    <a:pt x="259" y="61"/>
                  </a:cubicBezTo>
                  <a:cubicBezTo>
                    <a:pt x="261" y="63"/>
                    <a:pt x="261" y="69"/>
                    <a:pt x="261" y="71"/>
                  </a:cubicBezTo>
                  <a:cubicBezTo>
                    <a:pt x="261" y="73"/>
                    <a:pt x="260" y="76"/>
                    <a:pt x="259" y="77"/>
                  </a:cubicBezTo>
                  <a:cubicBezTo>
                    <a:pt x="258" y="79"/>
                    <a:pt x="252" y="80"/>
                    <a:pt x="250" y="82"/>
                  </a:cubicBezTo>
                  <a:cubicBezTo>
                    <a:pt x="249" y="83"/>
                    <a:pt x="248" y="87"/>
                    <a:pt x="249" y="88"/>
                  </a:cubicBezTo>
                  <a:cubicBezTo>
                    <a:pt x="250" y="90"/>
                    <a:pt x="254" y="90"/>
                    <a:pt x="255" y="90"/>
                  </a:cubicBezTo>
                  <a:cubicBezTo>
                    <a:pt x="257" y="89"/>
                    <a:pt x="259" y="86"/>
                    <a:pt x="260" y="87"/>
                  </a:cubicBezTo>
                  <a:cubicBezTo>
                    <a:pt x="262" y="88"/>
                    <a:pt x="262" y="95"/>
                    <a:pt x="260" y="97"/>
                  </a:cubicBezTo>
                  <a:cubicBezTo>
                    <a:pt x="259" y="98"/>
                    <a:pt x="253" y="97"/>
                    <a:pt x="251" y="98"/>
                  </a:cubicBezTo>
                  <a:cubicBezTo>
                    <a:pt x="250" y="100"/>
                    <a:pt x="251" y="106"/>
                    <a:pt x="251" y="109"/>
                  </a:cubicBezTo>
                  <a:cubicBezTo>
                    <a:pt x="251" y="111"/>
                    <a:pt x="252" y="115"/>
                    <a:pt x="252" y="116"/>
                  </a:cubicBezTo>
                  <a:cubicBezTo>
                    <a:pt x="252" y="118"/>
                    <a:pt x="250" y="122"/>
                    <a:pt x="251" y="124"/>
                  </a:cubicBezTo>
                  <a:cubicBezTo>
                    <a:pt x="251" y="126"/>
                    <a:pt x="254" y="130"/>
                    <a:pt x="256" y="131"/>
                  </a:cubicBezTo>
                  <a:cubicBezTo>
                    <a:pt x="257" y="131"/>
                    <a:pt x="260" y="129"/>
                    <a:pt x="261" y="130"/>
                  </a:cubicBezTo>
                  <a:cubicBezTo>
                    <a:pt x="264" y="131"/>
                    <a:pt x="265" y="136"/>
                    <a:pt x="266" y="139"/>
                  </a:cubicBezTo>
                  <a:cubicBezTo>
                    <a:pt x="266" y="140"/>
                    <a:pt x="264" y="144"/>
                    <a:pt x="263" y="145"/>
                  </a:cubicBezTo>
                  <a:cubicBezTo>
                    <a:pt x="262" y="147"/>
                    <a:pt x="257" y="148"/>
                    <a:pt x="256" y="150"/>
                  </a:cubicBezTo>
                  <a:cubicBezTo>
                    <a:pt x="254" y="154"/>
                    <a:pt x="255" y="162"/>
                    <a:pt x="256" y="166"/>
                  </a:cubicBezTo>
                  <a:cubicBezTo>
                    <a:pt x="257" y="168"/>
                    <a:pt x="260" y="173"/>
                    <a:pt x="261" y="175"/>
                  </a:cubicBezTo>
                  <a:cubicBezTo>
                    <a:pt x="261" y="177"/>
                    <a:pt x="262" y="181"/>
                    <a:pt x="263" y="182"/>
                  </a:cubicBezTo>
                  <a:cubicBezTo>
                    <a:pt x="264" y="184"/>
                    <a:pt x="267" y="185"/>
                    <a:pt x="267" y="187"/>
                  </a:cubicBezTo>
                  <a:cubicBezTo>
                    <a:pt x="268" y="189"/>
                    <a:pt x="268" y="193"/>
                    <a:pt x="267" y="195"/>
                  </a:cubicBezTo>
                  <a:cubicBezTo>
                    <a:pt x="266" y="196"/>
                    <a:pt x="263" y="196"/>
                    <a:pt x="262" y="195"/>
                  </a:cubicBezTo>
                  <a:cubicBezTo>
                    <a:pt x="261" y="195"/>
                    <a:pt x="261" y="191"/>
                    <a:pt x="259" y="190"/>
                  </a:cubicBezTo>
                  <a:cubicBezTo>
                    <a:pt x="258" y="190"/>
                    <a:pt x="254" y="189"/>
                    <a:pt x="252" y="190"/>
                  </a:cubicBezTo>
                  <a:cubicBezTo>
                    <a:pt x="251" y="192"/>
                    <a:pt x="253" y="196"/>
                    <a:pt x="252" y="197"/>
                  </a:cubicBezTo>
                  <a:cubicBezTo>
                    <a:pt x="252" y="198"/>
                    <a:pt x="251" y="199"/>
                    <a:pt x="250" y="20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6"/>
            <p:cNvSpPr>
              <a:spLocks/>
            </p:cNvSpPr>
            <p:nvPr/>
          </p:nvSpPr>
          <p:spPr bwMode="auto">
            <a:xfrm>
              <a:off x="2632075" y="1282700"/>
              <a:ext cx="679450" cy="1028700"/>
            </a:xfrm>
            <a:custGeom>
              <a:avLst/>
              <a:gdLst/>
              <a:ahLst/>
              <a:cxnLst>
                <a:cxn ang="0">
                  <a:pos x="27" y="303"/>
                </a:cxn>
                <a:cxn ang="0">
                  <a:pos x="45" y="278"/>
                </a:cxn>
                <a:cxn ang="0">
                  <a:pos x="39" y="260"/>
                </a:cxn>
                <a:cxn ang="0">
                  <a:pos x="60" y="248"/>
                </a:cxn>
                <a:cxn ang="0">
                  <a:pos x="44" y="210"/>
                </a:cxn>
                <a:cxn ang="0">
                  <a:pos x="72" y="197"/>
                </a:cxn>
                <a:cxn ang="0">
                  <a:pos x="94" y="196"/>
                </a:cxn>
                <a:cxn ang="0">
                  <a:pos x="102" y="165"/>
                </a:cxn>
                <a:cxn ang="0">
                  <a:pos x="109" y="131"/>
                </a:cxn>
                <a:cxn ang="0">
                  <a:pos x="131" y="109"/>
                </a:cxn>
                <a:cxn ang="0">
                  <a:pos x="136" y="74"/>
                </a:cxn>
                <a:cxn ang="0">
                  <a:pos x="132" y="50"/>
                </a:cxn>
                <a:cxn ang="0">
                  <a:pos x="171" y="55"/>
                </a:cxn>
                <a:cxn ang="0">
                  <a:pos x="196" y="26"/>
                </a:cxn>
                <a:cxn ang="0">
                  <a:pos x="217" y="0"/>
                </a:cxn>
                <a:cxn ang="0">
                  <a:pos x="221" y="25"/>
                </a:cxn>
                <a:cxn ang="0">
                  <a:pos x="222" y="56"/>
                </a:cxn>
                <a:cxn ang="0">
                  <a:pos x="229" y="90"/>
                </a:cxn>
                <a:cxn ang="0">
                  <a:pos x="261" y="94"/>
                </a:cxn>
                <a:cxn ang="0">
                  <a:pos x="286" y="115"/>
                </a:cxn>
                <a:cxn ang="0">
                  <a:pos x="304" y="127"/>
                </a:cxn>
                <a:cxn ang="0">
                  <a:pos x="303" y="143"/>
                </a:cxn>
                <a:cxn ang="0">
                  <a:pos x="281" y="143"/>
                </a:cxn>
                <a:cxn ang="0">
                  <a:pos x="267" y="165"/>
                </a:cxn>
                <a:cxn ang="0">
                  <a:pos x="257" y="204"/>
                </a:cxn>
                <a:cxn ang="0">
                  <a:pos x="244" y="240"/>
                </a:cxn>
                <a:cxn ang="0">
                  <a:pos x="258" y="274"/>
                </a:cxn>
                <a:cxn ang="0">
                  <a:pos x="243" y="309"/>
                </a:cxn>
                <a:cxn ang="0">
                  <a:pos x="241" y="332"/>
                </a:cxn>
                <a:cxn ang="0">
                  <a:pos x="259" y="366"/>
                </a:cxn>
                <a:cxn ang="0">
                  <a:pos x="286" y="387"/>
                </a:cxn>
                <a:cxn ang="0">
                  <a:pos x="319" y="406"/>
                </a:cxn>
                <a:cxn ang="0">
                  <a:pos x="328" y="435"/>
                </a:cxn>
                <a:cxn ang="0">
                  <a:pos x="345" y="443"/>
                </a:cxn>
                <a:cxn ang="0">
                  <a:pos x="372" y="466"/>
                </a:cxn>
                <a:cxn ang="0">
                  <a:pos x="373" y="497"/>
                </a:cxn>
                <a:cxn ang="0">
                  <a:pos x="400" y="529"/>
                </a:cxn>
                <a:cxn ang="0">
                  <a:pos x="392" y="546"/>
                </a:cxn>
                <a:cxn ang="0">
                  <a:pos x="376" y="574"/>
                </a:cxn>
                <a:cxn ang="0">
                  <a:pos x="355" y="597"/>
                </a:cxn>
                <a:cxn ang="0">
                  <a:pos x="330" y="598"/>
                </a:cxn>
                <a:cxn ang="0">
                  <a:pos x="319" y="611"/>
                </a:cxn>
                <a:cxn ang="0">
                  <a:pos x="296" y="597"/>
                </a:cxn>
                <a:cxn ang="0">
                  <a:pos x="273" y="590"/>
                </a:cxn>
                <a:cxn ang="0">
                  <a:pos x="256" y="585"/>
                </a:cxn>
                <a:cxn ang="0">
                  <a:pos x="257" y="551"/>
                </a:cxn>
                <a:cxn ang="0">
                  <a:pos x="237" y="546"/>
                </a:cxn>
                <a:cxn ang="0">
                  <a:pos x="215" y="521"/>
                </a:cxn>
                <a:cxn ang="0">
                  <a:pos x="187" y="530"/>
                </a:cxn>
                <a:cxn ang="0">
                  <a:pos x="158" y="536"/>
                </a:cxn>
                <a:cxn ang="0">
                  <a:pos x="126" y="536"/>
                </a:cxn>
                <a:cxn ang="0">
                  <a:pos x="84" y="529"/>
                </a:cxn>
                <a:cxn ang="0">
                  <a:pos x="60" y="487"/>
                </a:cxn>
                <a:cxn ang="0">
                  <a:pos x="38" y="455"/>
                </a:cxn>
                <a:cxn ang="0">
                  <a:pos x="0" y="433"/>
                </a:cxn>
                <a:cxn ang="0">
                  <a:pos x="6" y="398"/>
                </a:cxn>
                <a:cxn ang="0">
                  <a:pos x="19" y="382"/>
                </a:cxn>
                <a:cxn ang="0">
                  <a:pos x="11" y="347"/>
                </a:cxn>
                <a:cxn ang="0">
                  <a:pos x="16" y="322"/>
                </a:cxn>
              </a:cxnLst>
              <a:rect l="0" t="0" r="r" b="b"/>
              <a:pathLst>
                <a:path w="406" h="614">
                  <a:moveTo>
                    <a:pt x="16" y="322"/>
                  </a:moveTo>
                  <a:cubicBezTo>
                    <a:pt x="16" y="321"/>
                    <a:pt x="16" y="320"/>
                    <a:pt x="16" y="320"/>
                  </a:cubicBezTo>
                  <a:cubicBezTo>
                    <a:pt x="17" y="317"/>
                    <a:pt x="17" y="312"/>
                    <a:pt x="19" y="310"/>
                  </a:cubicBezTo>
                  <a:cubicBezTo>
                    <a:pt x="20" y="309"/>
                    <a:pt x="23" y="311"/>
                    <a:pt x="24" y="310"/>
                  </a:cubicBezTo>
                  <a:cubicBezTo>
                    <a:pt x="26" y="309"/>
                    <a:pt x="26" y="305"/>
                    <a:pt x="27" y="303"/>
                  </a:cubicBezTo>
                  <a:cubicBezTo>
                    <a:pt x="28" y="301"/>
                    <a:pt x="29" y="296"/>
                    <a:pt x="31" y="294"/>
                  </a:cubicBezTo>
                  <a:cubicBezTo>
                    <a:pt x="32" y="294"/>
                    <a:pt x="34" y="295"/>
                    <a:pt x="35" y="294"/>
                  </a:cubicBezTo>
                  <a:cubicBezTo>
                    <a:pt x="37" y="294"/>
                    <a:pt x="40" y="290"/>
                    <a:pt x="41" y="289"/>
                  </a:cubicBezTo>
                  <a:cubicBezTo>
                    <a:pt x="42" y="288"/>
                    <a:pt x="44" y="286"/>
                    <a:pt x="44" y="284"/>
                  </a:cubicBezTo>
                  <a:cubicBezTo>
                    <a:pt x="45" y="283"/>
                    <a:pt x="46" y="280"/>
                    <a:pt x="45" y="278"/>
                  </a:cubicBezTo>
                  <a:cubicBezTo>
                    <a:pt x="44" y="278"/>
                    <a:pt x="43" y="277"/>
                    <a:pt x="42" y="276"/>
                  </a:cubicBezTo>
                  <a:cubicBezTo>
                    <a:pt x="40" y="276"/>
                    <a:pt x="37" y="277"/>
                    <a:pt x="35" y="276"/>
                  </a:cubicBezTo>
                  <a:cubicBezTo>
                    <a:pt x="34" y="276"/>
                    <a:pt x="33" y="273"/>
                    <a:pt x="33" y="271"/>
                  </a:cubicBezTo>
                  <a:cubicBezTo>
                    <a:pt x="33" y="269"/>
                    <a:pt x="34" y="265"/>
                    <a:pt x="35" y="263"/>
                  </a:cubicBezTo>
                  <a:cubicBezTo>
                    <a:pt x="35" y="262"/>
                    <a:pt x="38" y="262"/>
                    <a:pt x="39" y="260"/>
                  </a:cubicBezTo>
                  <a:cubicBezTo>
                    <a:pt x="39" y="259"/>
                    <a:pt x="38" y="256"/>
                    <a:pt x="38" y="255"/>
                  </a:cubicBezTo>
                  <a:cubicBezTo>
                    <a:pt x="38" y="253"/>
                    <a:pt x="39" y="251"/>
                    <a:pt x="40" y="250"/>
                  </a:cubicBezTo>
                  <a:cubicBezTo>
                    <a:pt x="41" y="249"/>
                    <a:pt x="45" y="249"/>
                    <a:pt x="46" y="249"/>
                  </a:cubicBezTo>
                  <a:cubicBezTo>
                    <a:pt x="48" y="249"/>
                    <a:pt x="51" y="251"/>
                    <a:pt x="53" y="251"/>
                  </a:cubicBezTo>
                  <a:cubicBezTo>
                    <a:pt x="54" y="251"/>
                    <a:pt x="59" y="250"/>
                    <a:pt x="60" y="248"/>
                  </a:cubicBezTo>
                  <a:cubicBezTo>
                    <a:pt x="60" y="245"/>
                    <a:pt x="57" y="240"/>
                    <a:pt x="56" y="238"/>
                  </a:cubicBezTo>
                  <a:cubicBezTo>
                    <a:pt x="54" y="237"/>
                    <a:pt x="49" y="236"/>
                    <a:pt x="47" y="234"/>
                  </a:cubicBezTo>
                  <a:cubicBezTo>
                    <a:pt x="46" y="234"/>
                    <a:pt x="44" y="232"/>
                    <a:pt x="43" y="231"/>
                  </a:cubicBezTo>
                  <a:cubicBezTo>
                    <a:pt x="42" y="229"/>
                    <a:pt x="44" y="223"/>
                    <a:pt x="44" y="221"/>
                  </a:cubicBezTo>
                  <a:cubicBezTo>
                    <a:pt x="44" y="218"/>
                    <a:pt x="43" y="213"/>
                    <a:pt x="44" y="210"/>
                  </a:cubicBezTo>
                  <a:cubicBezTo>
                    <a:pt x="44" y="209"/>
                    <a:pt x="46" y="207"/>
                    <a:pt x="47" y="206"/>
                  </a:cubicBezTo>
                  <a:cubicBezTo>
                    <a:pt x="48" y="206"/>
                    <a:pt x="51" y="206"/>
                    <a:pt x="52" y="206"/>
                  </a:cubicBezTo>
                  <a:cubicBezTo>
                    <a:pt x="54" y="205"/>
                    <a:pt x="57" y="202"/>
                    <a:pt x="59" y="201"/>
                  </a:cubicBezTo>
                  <a:cubicBezTo>
                    <a:pt x="62" y="201"/>
                    <a:pt x="67" y="203"/>
                    <a:pt x="69" y="202"/>
                  </a:cubicBezTo>
                  <a:cubicBezTo>
                    <a:pt x="70" y="201"/>
                    <a:pt x="71" y="198"/>
                    <a:pt x="72" y="197"/>
                  </a:cubicBezTo>
                  <a:cubicBezTo>
                    <a:pt x="73" y="196"/>
                    <a:pt x="75" y="193"/>
                    <a:pt x="76" y="193"/>
                  </a:cubicBezTo>
                  <a:cubicBezTo>
                    <a:pt x="78" y="192"/>
                    <a:pt x="83" y="194"/>
                    <a:pt x="84" y="195"/>
                  </a:cubicBezTo>
                  <a:cubicBezTo>
                    <a:pt x="85" y="195"/>
                    <a:pt x="86" y="198"/>
                    <a:pt x="87" y="198"/>
                  </a:cubicBezTo>
                  <a:cubicBezTo>
                    <a:pt x="88" y="199"/>
                    <a:pt x="90" y="199"/>
                    <a:pt x="92" y="198"/>
                  </a:cubicBezTo>
                  <a:cubicBezTo>
                    <a:pt x="92" y="198"/>
                    <a:pt x="93" y="196"/>
                    <a:pt x="94" y="196"/>
                  </a:cubicBezTo>
                  <a:cubicBezTo>
                    <a:pt x="95" y="196"/>
                    <a:pt x="98" y="198"/>
                    <a:pt x="100" y="197"/>
                  </a:cubicBezTo>
                  <a:cubicBezTo>
                    <a:pt x="102" y="197"/>
                    <a:pt x="106" y="196"/>
                    <a:pt x="107" y="194"/>
                  </a:cubicBezTo>
                  <a:cubicBezTo>
                    <a:pt x="108" y="193"/>
                    <a:pt x="108" y="189"/>
                    <a:pt x="108" y="187"/>
                  </a:cubicBezTo>
                  <a:cubicBezTo>
                    <a:pt x="107" y="184"/>
                    <a:pt x="104" y="179"/>
                    <a:pt x="103" y="176"/>
                  </a:cubicBezTo>
                  <a:cubicBezTo>
                    <a:pt x="103" y="173"/>
                    <a:pt x="102" y="168"/>
                    <a:pt x="102" y="165"/>
                  </a:cubicBezTo>
                  <a:cubicBezTo>
                    <a:pt x="103" y="163"/>
                    <a:pt x="104" y="160"/>
                    <a:pt x="104" y="159"/>
                  </a:cubicBezTo>
                  <a:cubicBezTo>
                    <a:pt x="105" y="156"/>
                    <a:pt x="107" y="151"/>
                    <a:pt x="106" y="148"/>
                  </a:cubicBezTo>
                  <a:cubicBezTo>
                    <a:pt x="106" y="146"/>
                    <a:pt x="102" y="143"/>
                    <a:pt x="102" y="141"/>
                  </a:cubicBezTo>
                  <a:cubicBezTo>
                    <a:pt x="102" y="139"/>
                    <a:pt x="103" y="135"/>
                    <a:pt x="104" y="134"/>
                  </a:cubicBezTo>
                  <a:cubicBezTo>
                    <a:pt x="105" y="133"/>
                    <a:pt x="108" y="131"/>
                    <a:pt x="109" y="131"/>
                  </a:cubicBezTo>
                  <a:cubicBezTo>
                    <a:pt x="110" y="131"/>
                    <a:pt x="113" y="132"/>
                    <a:pt x="114" y="132"/>
                  </a:cubicBezTo>
                  <a:cubicBezTo>
                    <a:pt x="115" y="131"/>
                    <a:pt x="116" y="128"/>
                    <a:pt x="117" y="127"/>
                  </a:cubicBezTo>
                  <a:cubicBezTo>
                    <a:pt x="118" y="125"/>
                    <a:pt x="120" y="121"/>
                    <a:pt x="121" y="119"/>
                  </a:cubicBezTo>
                  <a:cubicBezTo>
                    <a:pt x="122" y="118"/>
                    <a:pt x="124" y="116"/>
                    <a:pt x="125" y="115"/>
                  </a:cubicBezTo>
                  <a:cubicBezTo>
                    <a:pt x="127" y="113"/>
                    <a:pt x="131" y="111"/>
                    <a:pt x="131" y="109"/>
                  </a:cubicBezTo>
                  <a:cubicBezTo>
                    <a:pt x="132" y="107"/>
                    <a:pt x="131" y="103"/>
                    <a:pt x="131" y="102"/>
                  </a:cubicBezTo>
                  <a:cubicBezTo>
                    <a:pt x="130" y="100"/>
                    <a:pt x="128" y="97"/>
                    <a:pt x="128" y="96"/>
                  </a:cubicBezTo>
                  <a:cubicBezTo>
                    <a:pt x="128" y="94"/>
                    <a:pt x="128" y="89"/>
                    <a:pt x="130" y="87"/>
                  </a:cubicBezTo>
                  <a:cubicBezTo>
                    <a:pt x="130" y="85"/>
                    <a:pt x="135" y="84"/>
                    <a:pt x="136" y="82"/>
                  </a:cubicBezTo>
                  <a:cubicBezTo>
                    <a:pt x="137" y="80"/>
                    <a:pt x="137" y="76"/>
                    <a:pt x="136" y="74"/>
                  </a:cubicBezTo>
                  <a:cubicBezTo>
                    <a:pt x="136" y="72"/>
                    <a:pt x="134" y="68"/>
                    <a:pt x="132" y="67"/>
                  </a:cubicBezTo>
                  <a:cubicBezTo>
                    <a:pt x="131" y="66"/>
                    <a:pt x="128" y="66"/>
                    <a:pt x="128" y="65"/>
                  </a:cubicBezTo>
                  <a:cubicBezTo>
                    <a:pt x="126" y="63"/>
                    <a:pt x="124" y="58"/>
                    <a:pt x="125" y="55"/>
                  </a:cubicBezTo>
                  <a:cubicBezTo>
                    <a:pt x="125" y="54"/>
                    <a:pt x="126" y="52"/>
                    <a:pt x="127" y="51"/>
                  </a:cubicBezTo>
                  <a:cubicBezTo>
                    <a:pt x="129" y="51"/>
                    <a:pt x="131" y="50"/>
                    <a:pt x="132" y="50"/>
                  </a:cubicBezTo>
                  <a:cubicBezTo>
                    <a:pt x="134" y="50"/>
                    <a:pt x="136" y="48"/>
                    <a:pt x="138" y="48"/>
                  </a:cubicBezTo>
                  <a:cubicBezTo>
                    <a:pt x="140" y="48"/>
                    <a:pt x="143" y="49"/>
                    <a:pt x="144" y="50"/>
                  </a:cubicBezTo>
                  <a:cubicBezTo>
                    <a:pt x="146" y="51"/>
                    <a:pt x="148" y="56"/>
                    <a:pt x="150" y="57"/>
                  </a:cubicBezTo>
                  <a:cubicBezTo>
                    <a:pt x="153" y="59"/>
                    <a:pt x="159" y="60"/>
                    <a:pt x="161" y="59"/>
                  </a:cubicBezTo>
                  <a:cubicBezTo>
                    <a:pt x="164" y="59"/>
                    <a:pt x="169" y="57"/>
                    <a:pt x="171" y="55"/>
                  </a:cubicBezTo>
                  <a:cubicBezTo>
                    <a:pt x="173" y="53"/>
                    <a:pt x="174" y="48"/>
                    <a:pt x="176" y="47"/>
                  </a:cubicBezTo>
                  <a:cubicBezTo>
                    <a:pt x="178" y="46"/>
                    <a:pt x="182" y="46"/>
                    <a:pt x="184" y="45"/>
                  </a:cubicBezTo>
                  <a:cubicBezTo>
                    <a:pt x="186" y="45"/>
                    <a:pt x="190" y="43"/>
                    <a:pt x="192" y="42"/>
                  </a:cubicBezTo>
                  <a:cubicBezTo>
                    <a:pt x="194" y="41"/>
                    <a:pt x="199" y="38"/>
                    <a:pt x="200" y="36"/>
                  </a:cubicBezTo>
                  <a:cubicBezTo>
                    <a:pt x="201" y="33"/>
                    <a:pt x="196" y="29"/>
                    <a:pt x="196" y="26"/>
                  </a:cubicBezTo>
                  <a:cubicBezTo>
                    <a:pt x="195" y="24"/>
                    <a:pt x="195" y="19"/>
                    <a:pt x="196" y="17"/>
                  </a:cubicBezTo>
                  <a:cubicBezTo>
                    <a:pt x="197" y="16"/>
                    <a:pt x="200" y="16"/>
                    <a:pt x="201" y="15"/>
                  </a:cubicBezTo>
                  <a:cubicBezTo>
                    <a:pt x="203" y="14"/>
                    <a:pt x="206" y="10"/>
                    <a:pt x="207" y="8"/>
                  </a:cubicBezTo>
                  <a:cubicBezTo>
                    <a:pt x="209" y="6"/>
                    <a:pt x="210" y="2"/>
                    <a:pt x="211" y="1"/>
                  </a:cubicBezTo>
                  <a:cubicBezTo>
                    <a:pt x="213" y="0"/>
                    <a:pt x="216" y="0"/>
                    <a:pt x="217" y="0"/>
                  </a:cubicBezTo>
                  <a:cubicBezTo>
                    <a:pt x="219" y="0"/>
                    <a:pt x="225" y="0"/>
                    <a:pt x="227" y="2"/>
                  </a:cubicBezTo>
                  <a:cubicBezTo>
                    <a:pt x="228" y="3"/>
                    <a:pt x="228" y="8"/>
                    <a:pt x="228" y="10"/>
                  </a:cubicBezTo>
                  <a:cubicBezTo>
                    <a:pt x="228" y="12"/>
                    <a:pt x="228" y="15"/>
                    <a:pt x="227" y="16"/>
                  </a:cubicBezTo>
                  <a:cubicBezTo>
                    <a:pt x="226" y="17"/>
                    <a:pt x="223" y="18"/>
                    <a:pt x="223" y="19"/>
                  </a:cubicBezTo>
                  <a:cubicBezTo>
                    <a:pt x="222" y="20"/>
                    <a:pt x="221" y="24"/>
                    <a:pt x="221" y="25"/>
                  </a:cubicBezTo>
                  <a:cubicBezTo>
                    <a:pt x="220" y="28"/>
                    <a:pt x="220" y="34"/>
                    <a:pt x="218" y="37"/>
                  </a:cubicBezTo>
                  <a:cubicBezTo>
                    <a:pt x="217" y="38"/>
                    <a:pt x="213" y="38"/>
                    <a:pt x="212" y="39"/>
                  </a:cubicBezTo>
                  <a:cubicBezTo>
                    <a:pt x="211" y="41"/>
                    <a:pt x="211" y="47"/>
                    <a:pt x="212" y="50"/>
                  </a:cubicBezTo>
                  <a:cubicBezTo>
                    <a:pt x="213" y="51"/>
                    <a:pt x="215" y="53"/>
                    <a:pt x="217" y="54"/>
                  </a:cubicBezTo>
                  <a:cubicBezTo>
                    <a:pt x="218" y="55"/>
                    <a:pt x="221" y="55"/>
                    <a:pt x="222" y="56"/>
                  </a:cubicBezTo>
                  <a:cubicBezTo>
                    <a:pt x="224" y="57"/>
                    <a:pt x="226" y="61"/>
                    <a:pt x="226" y="63"/>
                  </a:cubicBezTo>
                  <a:cubicBezTo>
                    <a:pt x="225" y="66"/>
                    <a:pt x="220" y="68"/>
                    <a:pt x="220" y="70"/>
                  </a:cubicBezTo>
                  <a:cubicBezTo>
                    <a:pt x="219" y="73"/>
                    <a:pt x="221" y="78"/>
                    <a:pt x="222" y="80"/>
                  </a:cubicBezTo>
                  <a:cubicBezTo>
                    <a:pt x="224" y="81"/>
                    <a:pt x="228" y="80"/>
                    <a:pt x="228" y="82"/>
                  </a:cubicBezTo>
                  <a:cubicBezTo>
                    <a:pt x="230" y="83"/>
                    <a:pt x="227" y="88"/>
                    <a:pt x="229" y="90"/>
                  </a:cubicBezTo>
                  <a:cubicBezTo>
                    <a:pt x="230" y="91"/>
                    <a:pt x="233" y="91"/>
                    <a:pt x="234" y="90"/>
                  </a:cubicBezTo>
                  <a:cubicBezTo>
                    <a:pt x="236" y="90"/>
                    <a:pt x="238" y="88"/>
                    <a:pt x="239" y="88"/>
                  </a:cubicBezTo>
                  <a:cubicBezTo>
                    <a:pt x="241" y="87"/>
                    <a:pt x="246" y="87"/>
                    <a:pt x="247" y="88"/>
                  </a:cubicBezTo>
                  <a:cubicBezTo>
                    <a:pt x="249" y="88"/>
                    <a:pt x="250" y="91"/>
                    <a:pt x="251" y="92"/>
                  </a:cubicBezTo>
                  <a:cubicBezTo>
                    <a:pt x="253" y="93"/>
                    <a:pt x="259" y="92"/>
                    <a:pt x="261" y="94"/>
                  </a:cubicBezTo>
                  <a:cubicBezTo>
                    <a:pt x="263" y="94"/>
                    <a:pt x="265" y="96"/>
                    <a:pt x="266" y="98"/>
                  </a:cubicBezTo>
                  <a:cubicBezTo>
                    <a:pt x="266" y="99"/>
                    <a:pt x="265" y="102"/>
                    <a:pt x="266" y="103"/>
                  </a:cubicBezTo>
                  <a:cubicBezTo>
                    <a:pt x="267" y="106"/>
                    <a:pt x="272" y="108"/>
                    <a:pt x="274" y="109"/>
                  </a:cubicBezTo>
                  <a:cubicBezTo>
                    <a:pt x="275" y="110"/>
                    <a:pt x="277" y="112"/>
                    <a:pt x="278" y="112"/>
                  </a:cubicBezTo>
                  <a:cubicBezTo>
                    <a:pt x="280" y="113"/>
                    <a:pt x="284" y="116"/>
                    <a:pt x="286" y="115"/>
                  </a:cubicBezTo>
                  <a:cubicBezTo>
                    <a:pt x="287" y="115"/>
                    <a:pt x="288" y="111"/>
                    <a:pt x="289" y="111"/>
                  </a:cubicBezTo>
                  <a:cubicBezTo>
                    <a:pt x="291" y="111"/>
                    <a:pt x="295" y="113"/>
                    <a:pt x="295" y="114"/>
                  </a:cubicBezTo>
                  <a:cubicBezTo>
                    <a:pt x="296" y="115"/>
                    <a:pt x="295" y="119"/>
                    <a:pt x="296" y="120"/>
                  </a:cubicBezTo>
                  <a:cubicBezTo>
                    <a:pt x="296" y="122"/>
                    <a:pt x="298" y="124"/>
                    <a:pt x="300" y="125"/>
                  </a:cubicBezTo>
                  <a:cubicBezTo>
                    <a:pt x="301" y="126"/>
                    <a:pt x="303" y="126"/>
                    <a:pt x="304" y="127"/>
                  </a:cubicBezTo>
                  <a:cubicBezTo>
                    <a:pt x="306" y="127"/>
                    <a:pt x="311" y="128"/>
                    <a:pt x="312" y="129"/>
                  </a:cubicBezTo>
                  <a:cubicBezTo>
                    <a:pt x="313" y="130"/>
                    <a:pt x="315" y="133"/>
                    <a:pt x="315" y="135"/>
                  </a:cubicBezTo>
                  <a:cubicBezTo>
                    <a:pt x="313" y="136"/>
                    <a:pt x="311" y="136"/>
                    <a:pt x="310" y="137"/>
                  </a:cubicBezTo>
                  <a:cubicBezTo>
                    <a:pt x="309" y="138"/>
                    <a:pt x="308" y="141"/>
                    <a:pt x="307" y="142"/>
                  </a:cubicBezTo>
                  <a:cubicBezTo>
                    <a:pt x="306" y="142"/>
                    <a:pt x="304" y="143"/>
                    <a:pt x="303" y="143"/>
                  </a:cubicBezTo>
                  <a:cubicBezTo>
                    <a:pt x="302" y="145"/>
                    <a:pt x="302" y="149"/>
                    <a:pt x="301" y="150"/>
                  </a:cubicBezTo>
                  <a:cubicBezTo>
                    <a:pt x="299" y="151"/>
                    <a:pt x="294" y="151"/>
                    <a:pt x="293" y="150"/>
                  </a:cubicBezTo>
                  <a:cubicBezTo>
                    <a:pt x="292" y="149"/>
                    <a:pt x="292" y="146"/>
                    <a:pt x="291" y="145"/>
                  </a:cubicBezTo>
                  <a:cubicBezTo>
                    <a:pt x="290" y="144"/>
                    <a:pt x="285" y="147"/>
                    <a:pt x="283" y="146"/>
                  </a:cubicBezTo>
                  <a:cubicBezTo>
                    <a:pt x="282" y="145"/>
                    <a:pt x="281" y="144"/>
                    <a:pt x="281" y="143"/>
                  </a:cubicBezTo>
                  <a:cubicBezTo>
                    <a:pt x="280" y="143"/>
                    <a:pt x="278" y="141"/>
                    <a:pt x="277" y="142"/>
                  </a:cubicBezTo>
                  <a:cubicBezTo>
                    <a:pt x="275" y="142"/>
                    <a:pt x="274" y="147"/>
                    <a:pt x="272" y="148"/>
                  </a:cubicBezTo>
                  <a:cubicBezTo>
                    <a:pt x="271" y="148"/>
                    <a:pt x="266" y="148"/>
                    <a:pt x="265" y="149"/>
                  </a:cubicBezTo>
                  <a:cubicBezTo>
                    <a:pt x="264" y="152"/>
                    <a:pt x="263" y="158"/>
                    <a:pt x="264" y="160"/>
                  </a:cubicBezTo>
                  <a:cubicBezTo>
                    <a:pt x="264" y="162"/>
                    <a:pt x="267" y="163"/>
                    <a:pt x="267" y="165"/>
                  </a:cubicBezTo>
                  <a:cubicBezTo>
                    <a:pt x="268" y="167"/>
                    <a:pt x="267" y="174"/>
                    <a:pt x="267" y="175"/>
                  </a:cubicBezTo>
                  <a:cubicBezTo>
                    <a:pt x="267" y="175"/>
                    <a:pt x="271" y="182"/>
                    <a:pt x="271" y="185"/>
                  </a:cubicBezTo>
                  <a:cubicBezTo>
                    <a:pt x="271" y="187"/>
                    <a:pt x="269" y="190"/>
                    <a:pt x="267" y="192"/>
                  </a:cubicBezTo>
                  <a:cubicBezTo>
                    <a:pt x="266" y="193"/>
                    <a:pt x="263" y="193"/>
                    <a:pt x="262" y="195"/>
                  </a:cubicBezTo>
                  <a:cubicBezTo>
                    <a:pt x="260" y="196"/>
                    <a:pt x="258" y="201"/>
                    <a:pt x="257" y="204"/>
                  </a:cubicBezTo>
                  <a:cubicBezTo>
                    <a:pt x="257" y="206"/>
                    <a:pt x="260" y="210"/>
                    <a:pt x="260" y="213"/>
                  </a:cubicBezTo>
                  <a:cubicBezTo>
                    <a:pt x="260" y="215"/>
                    <a:pt x="257" y="220"/>
                    <a:pt x="255" y="221"/>
                  </a:cubicBezTo>
                  <a:cubicBezTo>
                    <a:pt x="254" y="222"/>
                    <a:pt x="251" y="224"/>
                    <a:pt x="251" y="225"/>
                  </a:cubicBezTo>
                  <a:cubicBezTo>
                    <a:pt x="249" y="226"/>
                    <a:pt x="250" y="231"/>
                    <a:pt x="249" y="233"/>
                  </a:cubicBezTo>
                  <a:cubicBezTo>
                    <a:pt x="248" y="235"/>
                    <a:pt x="245" y="238"/>
                    <a:pt x="244" y="240"/>
                  </a:cubicBezTo>
                  <a:cubicBezTo>
                    <a:pt x="244" y="242"/>
                    <a:pt x="248" y="245"/>
                    <a:pt x="248" y="247"/>
                  </a:cubicBezTo>
                  <a:cubicBezTo>
                    <a:pt x="249" y="250"/>
                    <a:pt x="250" y="254"/>
                    <a:pt x="251" y="257"/>
                  </a:cubicBezTo>
                  <a:cubicBezTo>
                    <a:pt x="251" y="259"/>
                    <a:pt x="249" y="264"/>
                    <a:pt x="250" y="266"/>
                  </a:cubicBezTo>
                  <a:cubicBezTo>
                    <a:pt x="250" y="268"/>
                    <a:pt x="251" y="271"/>
                    <a:pt x="252" y="272"/>
                  </a:cubicBezTo>
                  <a:cubicBezTo>
                    <a:pt x="253" y="273"/>
                    <a:pt x="257" y="273"/>
                    <a:pt x="258" y="274"/>
                  </a:cubicBezTo>
                  <a:cubicBezTo>
                    <a:pt x="260" y="276"/>
                    <a:pt x="260" y="284"/>
                    <a:pt x="260" y="284"/>
                  </a:cubicBezTo>
                  <a:cubicBezTo>
                    <a:pt x="260" y="284"/>
                    <a:pt x="258" y="292"/>
                    <a:pt x="257" y="295"/>
                  </a:cubicBezTo>
                  <a:cubicBezTo>
                    <a:pt x="256" y="296"/>
                    <a:pt x="253" y="300"/>
                    <a:pt x="251" y="300"/>
                  </a:cubicBezTo>
                  <a:cubicBezTo>
                    <a:pt x="250" y="301"/>
                    <a:pt x="247" y="300"/>
                    <a:pt x="246" y="300"/>
                  </a:cubicBezTo>
                  <a:cubicBezTo>
                    <a:pt x="244" y="302"/>
                    <a:pt x="243" y="307"/>
                    <a:pt x="243" y="309"/>
                  </a:cubicBezTo>
                  <a:cubicBezTo>
                    <a:pt x="243" y="310"/>
                    <a:pt x="242" y="314"/>
                    <a:pt x="243" y="315"/>
                  </a:cubicBezTo>
                  <a:cubicBezTo>
                    <a:pt x="243" y="317"/>
                    <a:pt x="245" y="319"/>
                    <a:pt x="245" y="320"/>
                  </a:cubicBezTo>
                  <a:cubicBezTo>
                    <a:pt x="246" y="321"/>
                    <a:pt x="246" y="323"/>
                    <a:pt x="245" y="324"/>
                  </a:cubicBezTo>
                  <a:cubicBezTo>
                    <a:pt x="245" y="324"/>
                    <a:pt x="242" y="325"/>
                    <a:pt x="241" y="326"/>
                  </a:cubicBezTo>
                  <a:cubicBezTo>
                    <a:pt x="241" y="327"/>
                    <a:pt x="240" y="331"/>
                    <a:pt x="241" y="332"/>
                  </a:cubicBezTo>
                  <a:cubicBezTo>
                    <a:pt x="242" y="334"/>
                    <a:pt x="246" y="335"/>
                    <a:pt x="248" y="336"/>
                  </a:cubicBezTo>
                  <a:cubicBezTo>
                    <a:pt x="250" y="337"/>
                    <a:pt x="255" y="339"/>
                    <a:pt x="255" y="339"/>
                  </a:cubicBezTo>
                  <a:cubicBezTo>
                    <a:pt x="256" y="339"/>
                    <a:pt x="257" y="346"/>
                    <a:pt x="257" y="349"/>
                  </a:cubicBezTo>
                  <a:cubicBezTo>
                    <a:pt x="257" y="351"/>
                    <a:pt x="255" y="356"/>
                    <a:pt x="255" y="358"/>
                  </a:cubicBezTo>
                  <a:cubicBezTo>
                    <a:pt x="255" y="360"/>
                    <a:pt x="258" y="364"/>
                    <a:pt x="259" y="366"/>
                  </a:cubicBezTo>
                  <a:cubicBezTo>
                    <a:pt x="259" y="367"/>
                    <a:pt x="261" y="370"/>
                    <a:pt x="262" y="371"/>
                  </a:cubicBezTo>
                  <a:cubicBezTo>
                    <a:pt x="264" y="372"/>
                    <a:pt x="268" y="373"/>
                    <a:pt x="269" y="374"/>
                  </a:cubicBezTo>
                  <a:cubicBezTo>
                    <a:pt x="270" y="375"/>
                    <a:pt x="273" y="377"/>
                    <a:pt x="273" y="378"/>
                  </a:cubicBezTo>
                  <a:cubicBezTo>
                    <a:pt x="275" y="379"/>
                    <a:pt x="276" y="383"/>
                    <a:pt x="278" y="384"/>
                  </a:cubicBezTo>
                  <a:cubicBezTo>
                    <a:pt x="279" y="386"/>
                    <a:pt x="284" y="386"/>
                    <a:pt x="286" y="387"/>
                  </a:cubicBezTo>
                  <a:cubicBezTo>
                    <a:pt x="288" y="389"/>
                    <a:pt x="291" y="393"/>
                    <a:pt x="293" y="394"/>
                  </a:cubicBezTo>
                  <a:cubicBezTo>
                    <a:pt x="294" y="394"/>
                    <a:pt x="297" y="394"/>
                    <a:pt x="299" y="394"/>
                  </a:cubicBezTo>
                  <a:cubicBezTo>
                    <a:pt x="300" y="394"/>
                    <a:pt x="303" y="393"/>
                    <a:pt x="305" y="394"/>
                  </a:cubicBezTo>
                  <a:cubicBezTo>
                    <a:pt x="307" y="395"/>
                    <a:pt x="310" y="399"/>
                    <a:pt x="311" y="400"/>
                  </a:cubicBezTo>
                  <a:cubicBezTo>
                    <a:pt x="313" y="402"/>
                    <a:pt x="317" y="405"/>
                    <a:pt x="319" y="406"/>
                  </a:cubicBezTo>
                  <a:cubicBezTo>
                    <a:pt x="321" y="407"/>
                    <a:pt x="325" y="407"/>
                    <a:pt x="327" y="408"/>
                  </a:cubicBezTo>
                  <a:cubicBezTo>
                    <a:pt x="328" y="410"/>
                    <a:pt x="328" y="414"/>
                    <a:pt x="328" y="416"/>
                  </a:cubicBezTo>
                  <a:cubicBezTo>
                    <a:pt x="328" y="417"/>
                    <a:pt x="327" y="421"/>
                    <a:pt x="326" y="422"/>
                  </a:cubicBezTo>
                  <a:cubicBezTo>
                    <a:pt x="326" y="424"/>
                    <a:pt x="323" y="426"/>
                    <a:pt x="323" y="427"/>
                  </a:cubicBezTo>
                  <a:cubicBezTo>
                    <a:pt x="324" y="429"/>
                    <a:pt x="328" y="434"/>
                    <a:pt x="328" y="435"/>
                  </a:cubicBezTo>
                  <a:cubicBezTo>
                    <a:pt x="328" y="436"/>
                    <a:pt x="332" y="437"/>
                    <a:pt x="333" y="437"/>
                  </a:cubicBezTo>
                  <a:cubicBezTo>
                    <a:pt x="333" y="436"/>
                    <a:pt x="333" y="435"/>
                    <a:pt x="334" y="434"/>
                  </a:cubicBezTo>
                  <a:cubicBezTo>
                    <a:pt x="335" y="433"/>
                    <a:pt x="337" y="432"/>
                    <a:pt x="338" y="432"/>
                  </a:cubicBezTo>
                  <a:cubicBezTo>
                    <a:pt x="340" y="431"/>
                    <a:pt x="344" y="433"/>
                    <a:pt x="345" y="435"/>
                  </a:cubicBezTo>
                  <a:cubicBezTo>
                    <a:pt x="346" y="437"/>
                    <a:pt x="344" y="441"/>
                    <a:pt x="345" y="443"/>
                  </a:cubicBezTo>
                  <a:cubicBezTo>
                    <a:pt x="346" y="445"/>
                    <a:pt x="351" y="447"/>
                    <a:pt x="354" y="447"/>
                  </a:cubicBezTo>
                  <a:cubicBezTo>
                    <a:pt x="356" y="448"/>
                    <a:pt x="361" y="447"/>
                    <a:pt x="363" y="449"/>
                  </a:cubicBezTo>
                  <a:cubicBezTo>
                    <a:pt x="365" y="450"/>
                    <a:pt x="363" y="457"/>
                    <a:pt x="365" y="459"/>
                  </a:cubicBezTo>
                  <a:cubicBezTo>
                    <a:pt x="366" y="459"/>
                    <a:pt x="368" y="458"/>
                    <a:pt x="369" y="459"/>
                  </a:cubicBezTo>
                  <a:cubicBezTo>
                    <a:pt x="371" y="460"/>
                    <a:pt x="371" y="464"/>
                    <a:pt x="372" y="466"/>
                  </a:cubicBezTo>
                  <a:cubicBezTo>
                    <a:pt x="372" y="468"/>
                    <a:pt x="373" y="472"/>
                    <a:pt x="373" y="474"/>
                  </a:cubicBezTo>
                  <a:cubicBezTo>
                    <a:pt x="373" y="476"/>
                    <a:pt x="373" y="480"/>
                    <a:pt x="372" y="482"/>
                  </a:cubicBezTo>
                  <a:cubicBezTo>
                    <a:pt x="371" y="483"/>
                    <a:pt x="368" y="485"/>
                    <a:pt x="367" y="486"/>
                  </a:cubicBezTo>
                  <a:cubicBezTo>
                    <a:pt x="367" y="488"/>
                    <a:pt x="368" y="493"/>
                    <a:pt x="369" y="495"/>
                  </a:cubicBezTo>
                  <a:cubicBezTo>
                    <a:pt x="370" y="496"/>
                    <a:pt x="372" y="496"/>
                    <a:pt x="373" y="497"/>
                  </a:cubicBezTo>
                  <a:cubicBezTo>
                    <a:pt x="375" y="498"/>
                    <a:pt x="378" y="501"/>
                    <a:pt x="379" y="503"/>
                  </a:cubicBezTo>
                  <a:cubicBezTo>
                    <a:pt x="381" y="504"/>
                    <a:pt x="383" y="507"/>
                    <a:pt x="384" y="509"/>
                  </a:cubicBezTo>
                  <a:cubicBezTo>
                    <a:pt x="386" y="511"/>
                    <a:pt x="387" y="516"/>
                    <a:pt x="389" y="518"/>
                  </a:cubicBezTo>
                  <a:cubicBezTo>
                    <a:pt x="390" y="520"/>
                    <a:pt x="394" y="522"/>
                    <a:pt x="395" y="523"/>
                  </a:cubicBezTo>
                  <a:cubicBezTo>
                    <a:pt x="397" y="524"/>
                    <a:pt x="399" y="528"/>
                    <a:pt x="400" y="529"/>
                  </a:cubicBezTo>
                  <a:cubicBezTo>
                    <a:pt x="402" y="529"/>
                    <a:pt x="404" y="529"/>
                    <a:pt x="406" y="529"/>
                  </a:cubicBezTo>
                  <a:cubicBezTo>
                    <a:pt x="406" y="530"/>
                    <a:pt x="405" y="530"/>
                    <a:pt x="405" y="531"/>
                  </a:cubicBezTo>
                  <a:cubicBezTo>
                    <a:pt x="404" y="532"/>
                    <a:pt x="402" y="533"/>
                    <a:pt x="402" y="533"/>
                  </a:cubicBezTo>
                  <a:cubicBezTo>
                    <a:pt x="401" y="535"/>
                    <a:pt x="401" y="539"/>
                    <a:pt x="400" y="540"/>
                  </a:cubicBezTo>
                  <a:cubicBezTo>
                    <a:pt x="399" y="542"/>
                    <a:pt x="395" y="545"/>
                    <a:pt x="392" y="546"/>
                  </a:cubicBezTo>
                  <a:cubicBezTo>
                    <a:pt x="391" y="547"/>
                    <a:pt x="389" y="547"/>
                    <a:pt x="388" y="548"/>
                  </a:cubicBezTo>
                  <a:cubicBezTo>
                    <a:pt x="386" y="549"/>
                    <a:pt x="385" y="555"/>
                    <a:pt x="383" y="557"/>
                  </a:cubicBezTo>
                  <a:cubicBezTo>
                    <a:pt x="382" y="558"/>
                    <a:pt x="377" y="557"/>
                    <a:pt x="376" y="559"/>
                  </a:cubicBezTo>
                  <a:cubicBezTo>
                    <a:pt x="375" y="561"/>
                    <a:pt x="377" y="566"/>
                    <a:pt x="377" y="569"/>
                  </a:cubicBezTo>
                  <a:cubicBezTo>
                    <a:pt x="377" y="570"/>
                    <a:pt x="376" y="573"/>
                    <a:pt x="376" y="574"/>
                  </a:cubicBezTo>
                  <a:cubicBezTo>
                    <a:pt x="376" y="576"/>
                    <a:pt x="377" y="580"/>
                    <a:pt x="377" y="582"/>
                  </a:cubicBezTo>
                  <a:cubicBezTo>
                    <a:pt x="377" y="584"/>
                    <a:pt x="375" y="587"/>
                    <a:pt x="375" y="588"/>
                  </a:cubicBezTo>
                  <a:cubicBezTo>
                    <a:pt x="374" y="590"/>
                    <a:pt x="372" y="593"/>
                    <a:pt x="371" y="594"/>
                  </a:cubicBezTo>
                  <a:cubicBezTo>
                    <a:pt x="369" y="595"/>
                    <a:pt x="364" y="592"/>
                    <a:pt x="362" y="593"/>
                  </a:cubicBezTo>
                  <a:cubicBezTo>
                    <a:pt x="360" y="593"/>
                    <a:pt x="357" y="596"/>
                    <a:pt x="355" y="597"/>
                  </a:cubicBezTo>
                  <a:cubicBezTo>
                    <a:pt x="353" y="597"/>
                    <a:pt x="350" y="596"/>
                    <a:pt x="348" y="595"/>
                  </a:cubicBezTo>
                  <a:cubicBezTo>
                    <a:pt x="347" y="594"/>
                    <a:pt x="345" y="591"/>
                    <a:pt x="343" y="590"/>
                  </a:cubicBezTo>
                  <a:cubicBezTo>
                    <a:pt x="342" y="590"/>
                    <a:pt x="339" y="590"/>
                    <a:pt x="337" y="590"/>
                  </a:cubicBezTo>
                  <a:cubicBezTo>
                    <a:pt x="335" y="591"/>
                    <a:pt x="332" y="592"/>
                    <a:pt x="331" y="593"/>
                  </a:cubicBezTo>
                  <a:cubicBezTo>
                    <a:pt x="330" y="594"/>
                    <a:pt x="330" y="597"/>
                    <a:pt x="330" y="598"/>
                  </a:cubicBezTo>
                  <a:cubicBezTo>
                    <a:pt x="329" y="600"/>
                    <a:pt x="326" y="602"/>
                    <a:pt x="326" y="603"/>
                  </a:cubicBezTo>
                  <a:cubicBezTo>
                    <a:pt x="325" y="604"/>
                    <a:pt x="325" y="608"/>
                    <a:pt x="326" y="609"/>
                  </a:cubicBezTo>
                  <a:cubicBezTo>
                    <a:pt x="326" y="610"/>
                    <a:pt x="326" y="611"/>
                    <a:pt x="327" y="612"/>
                  </a:cubicBezTo>
                  <a:cubicBezTo>
                    <a:pt x="325" y="613"/>
                    <a:pt x="324" y="613"/>
                    <a:pt x="323" y="613"/>
                  </a:cubicBezTo>
                  <a:cubicBezTo>
                    <a:pt x="322" y="613"/>
                    <a:pt x="321" y="611"/>
                    <a:pt x="319" y="611"/>
                  </a:cubicBezTo>
                  <a:cubicBezTo>
                    <a:pt x="318" y="611"/>
                    <a:pt x="315" y="613"/>
                    <a:pt x="314" y="613"/>
                  </a:cubicBezTo>
                  <a:cubicBezTo>
                    <a:pt x="312" y="613"/>
                    <a:pt x="308" y="614"/>
                    <a:pt x="306" y="613"/>
                  </a:cubicBezTo>
                  <a:cubicBezTo>
                    <a:pt x="304" y="612"/>
                    <a:pt x="303" y="607"/>
                    <a:pt x="302" y="606"/>
                  </a:cubicBezTo>
                  <a:cubicBezTo>
                    <a:pt x="301" y="605"/>
                    <a:pt x="298" y="604"/>
                    <a:pt x="297" y="603"/>
                  </a:cubicBezTo>
                  <a:cubicBezTo>
                    <a:pt x="296" y="602"/>
                    <a:pt x="297" y="598"/>
                    <a:pt x="296" y="597"/>
                  </a:cubicBezTo>
                  <a:cubicBezTo>
                    <a:pt x="295" y="596"/>
                    <a:pt x="292" y="596"/>
                    <a:pt x="290" y="597"/>
                  </a:cubicBezTo>
                  <a:cubicBezTo>
                    <a:pt x="290" y="597"/>
                    <a:pt x="290" y="599"/>
                    <a:pt x="289" y="599"/>
                  </a:cubicBezTo>
                  <a:cubicBezTo>
                    <a:pt x="287" y="601"/>
                    <a:pt x="280" y="603"/>
                    <a:pt x="277" y="602"/>
                  </a:cubicBezTo>
                  <a:cubicBezTo>
                    <a:pt x="276" y="602"/>
                    <a:pt x="273" y="599"/>
                    <a:pt x="273" y="598"/>
                  </a:cubicBezTo>
                  <a:cubicBezTo>
                    <a:pt x="272" y="596"/>
                    <a:pt x="274" y="592"/>
                    <a:pt x="273" y="590"/>
                  </a:cubicBezTo>
                  <a:cubicBezTo>
                    <a:pt x="272" y="589"/>
                    <a:pt x="270" y="588"/>
                    <a:pt x="269" y="588"/>
                  </a:cubicBezTo>
                  <a:cubicBezTo>
                    <a:pt x="268" y="588"/>
                    <a:pt x="266" y="590"/>
                    <a:pt x="266" y="590"/>
                  </a:cubicBezTo>
                  <a:cubicBezTo>
                    <a:pt x="265" y="591"/>
                    <a:pt x="265" y="594"/>
                    <a:pt x="264" y="594"/>
                  </a:cubicBezTo>
                  <a:cubicBezTo>
                    <a:pt x="262" y="595"/>
                    <a:pt x="257" y="594"/>
                    <a:pt x="256" y="592"/>
                  </a:cubicBezTo>
                  <a:cubicBezTo>
                    <a:pt x="255" y="591"/>
                    <a:pt x="255" y="587"/>
                    <a:pt x="256" y="585"/>
                  </a:cubicBezTo>
                  <a:cubicBezTo>
                    <a:pt x="256" y="584"/>
                    <a:pt x="257" y="581"/>
                    <a:pt x="257" y="580"/>
                  </a:cubicBezTo>
                  <a:cubicBezTo>
                    <a:pt x="257" y="578"/>
                    <a:pt x="254" y="576"/>
                    <a:pt x="254" y="574"/>
                  </a:cubicBezTo>
                  <a:cubicBezTo>
                    <a:pt x="254" y="573"/>
                    <a:pt x="255" y="569"/>
                    <a:pt x="256" y="568"/>
                  </a:cubicBezTo>
                  <a:cubicBezTo>
                    <a:pt x="256" y="566"/>
                    <a:pt x="258" y="563"/>
                    <a:pt x="258" y="562"/>
                  </a:cubicBezTo>
                  <a:cubicBezTo>
                    <a:pt x="258" y="561"/>
                    <a:pt x="259" y="553"/>
                    <a:pt x="257" y="551"/>
                  </a:cubicBezTo>
                  <a:cubicBezTo>
                    <a:pt x="256" y="549"/>
                    <a:pt x="251" y="550"/>
                    <a:pt x="249" y="548"/>
                  </a:cubicBezTo>
                  <a:cubicBezTo>
                    <a:pt x="248" y="547"/>
                    <a:pt x="248" y="544"/>
                    <a:pt x="247" y="543"/>
                  </a:cubicBezTo>
                  <a:cubicBezTo>
                    <a:pt x="246" y="543"/>
                    <a:pt x="244" y="543"/>
                    <a:pt x="244" y="543"/>
                  </a:cubicBezTo>
                  <a:cubicBezTo>
                    <a:pt x="243" y="544"/>
                    <a:pt x="244" y="545"/>
                    <a:pt x="244" y="546"/>
                  </a:cubicBezTo>
                  <a:cubicBezTo>
                    <a:pt x="243" y="547"/>
                    <a:pt x="239" y="547"/>
                    <a:pt x="237" y="546"/>
                  </a:cubicBezTo>
                  <a:cubicBezTo>
                    <a:pt x="237" y="545"/>
                    <a:pt x="236" y="543"/>
                    <a:pt x="236" y="542"/>
                  </a:cubicBezTo>
                  <a:cubicBezTo>
                    <a:pt x="237" y="540"/>
                    <a:pt x="239" y="539"/>
                    <a:pt x="239" y="538"/>
                  </a:cubicBezTo>
                  <a:cubicBezTo>
                    <a:pt x="240" y="536"/>
                    <a:pt x="239" y="532"/>
                    <a:pt x="238" y="530"/>
                  </a:cubicBezTo>
                  <a:cubicBezTo>
                    <a:pt x="236" y="527"/>
                    <a:pt x="230" y="522"/>
                    <a:pt x="227" y="521"/>
                  </a:cubicBezTo>
                  <a:cubicBezTo>
                    <a:pt x="224" y="519"/>
                    <a:pt x="218" y="521"/>
                    <a:pt x="215" y="521"/>
                  </a:cubicBezTo>
                  <a:cubicBezTo>
                    <a:pt x="212" y="520"/>
                    <a:pt x="208" y="517"/>
                    <a:pt x="205" y="516"/>
                  </a:cubicBezTo>
                  <a:cubicBezTo>
                    <a:pt x="203" y="515"/>
                    <a:pt x="197" y="515"/>
                    <a:pt x="195" y="516"/>
                  </a:cubicBezTo>
                  <a:cubicBezTo>
                    <a:pt x="194" y="517"/>
                    <a:pt x="192" y="519"/>
                    <a:pt x="192" y="521"/>
                  </a:cubicBezTo>
                  <a:cubicBezTo>
                    <a:pt x="191" y="522"/>
                    <a:pt x="193" y="526"/>
                    <a:pt x="192" y="528"/>
                  </a:cubicBezTo>
                  <a:cubicBezTo>
                    <a:pt x="191" y="529"/>
                    <a:pt x="189" y="530"/>
                    <a:pt x="187" y="530"/>
                  </a:cubicBezTo>
                  <a:cubicBezTo>
                    <a:pt x="185" y="530"/>
                    <a:pt x="181" y="529"/>
                    <a:pt x="179" y="530"/>
                  </a:cubicBezTo>
                  <a:cubicBezTo>
                    <a:pt x="178" y="530"/>
                    <a:pt x="178" y="532"/>
                    <a:pt x="177" y="533"/>
                  </a:cubicBezTo>
                  <a:cubicBezTo>
                    <a:pt x="175" y="533"/>
                    <a:pt x="171" y="532"/>
                    <a:pt x="169" y="532"/>
                  </a:cubicBezTo>
                  <a:cubicBezTo>
                    <a:pt x="167" y="532"/>
                    <a:pt x="163" y="531"/>
                    <a:pt x="161" y="532"/>
                  </a:cubicBezTo>
                  <a:cubicBezTo>
                    <a:pt x="160" y="532"/>
                    <a:pt x="159" y="535"/>
                    <a:pt x="158" y="536"/>
                  </a:cubicBezTo>
                  <a:cubicBezTo>
                    <a:pt x="156" y="537"/>
                    <a:pt x="151" y="538"/>
                    <a:pt x="148" y="538"/>
                  </a:cubicBezTo>
                  <a:cubicBezTo>
                    <a:pt x="146" y="537"/>
                    <a:pt x="143" y="533"/>
                    <a:pt x="140" y="532"/>
                  </a:cubicBezTo>
                  <a:cubicBezTo>
                    <a:pt x="139" y="532"/>
                    <a:pt x="135" y="531"/>
                    <a:pt x="133" y="532"/>
                  </a:cubicBezTo>
                  <a:cubicBezTo>
                    <a:pt x="132" y="533"/>
                    <a:pt x="134" y="535"/>
                    <a:pt x="133" y="536"/>
                  </a:cubicBezTo>
                  <a:cubicBezTo>
                    <a:pt x="132" y="537"/>
                    <a:pt x="128" y="536"/>
                    <a:pt x="126" y="536"/>
                  </a:cubicBezTo>
                  <a:cubicBezTo>
                    <a:pt x="124" y="536"/>
                    <a:pt x="119" y="536"/>
                    <a:pt x="117" y="536"/>
                  </a:cubicBezTo>
                  <a:cubicBezTo>
                    <a:pt x="115" y="536"/>
                    <a:pt x="113" y="538"/>
                    <a:pt x="111" y="538"/>
                  </a:cubicBezTo>
                  <a:cubicBezTo>
                    <a:pt x="107" y="539"/>
                    <a:pt x="100" y="542"/>
                    <a:pt x="96" y="542"/>
                  </a:cubicBezTo>
                  <a:cubicBezTo>
                    <a:pt x="93" y="542"/>
                    <a:pt x="86" y="539"/>
                    <a:pt x="86" y="538"/>
                  </a:cubicBezTo>
                  <a:cubicBezTo>
                    <a:pt x="86" y="537"/>
                    <a:pt x="85" y="529"/>
                    <a:pt x="84" y="529"/>
                  </a:cubicBezTo>
                  <a:cubicBezTo>
                    <a:pt x="84" y="528"/>
                    <a:pt x="79" y="527"/>
                    <a:pt x="79" y="525"/>
                  </a:cubicBezTo>
                  <a:cubicBezTo>
                    <a:pt x="78" y="524"/>
                    <a:pt x="79" y="519"/>
                    <a:pt x="79" y="517"/>
                  </a:cubicBezTo>
                  <a:cubicBezTo>
                    <a:pt x="77" y="514"/>
                    <a:pt x="71" y="510"/>
                    <a:pt x="69" y="507"/>
                  </a:cubicBezTo>
                  <a:cubicBezTo>
                    <a:pt x="68" y="504"/>
                    <a:pt x="67" y="498"/>
                    <a:pt x="65" y="496"/>
                  </a:cubicBezTo>
                  <a:cubicBezTo>
                    <a:pt x="64" y="493"/>
                    <a:pt x="62" y="488"/>
                    <a:pt x="60" y="487"/>
                  </a:cubicBezTo>
                  <a:cubicBezTo>
                    <a:pt x="57" y="485"/>
                    <a:pt x="51" y="488"/>
                    <a:pt x="48" y="487"/>
                  </a:cubicBezTo>
                  <a:cubicBezTo>
                    <a:pt x="46" y="487"/>
                    <a:pt x="43" y="485"/>
                    <a:pt x="42" y="484"/>
                  </a:cubicBezTo>
                  <a:cubicBezTo>
                    <a:pt x="40" y="482"/>
                    <a:pt x="38" y="478"/>
                    <a:pt x="38" y="475"/>
                  </a:cubicBezTo>
                  <a:cubicBezTo>
                    <a:pt x="38" y="473"/>
                    <a:pt x="41" y="469"/>
                    <a:pt x="41" y="467"/>
                  </a:cubicBezTo>
                  <a:cubicBezTo>
                    <a:pt x="41" y="464"/>
                    <a:pt x="40" y="458"/>
                    <a:pt x="38" y="455"/>
                  </a:cubicBezTo>
                  <a:cubicBezTo>
                    <a:pt x="36" y="453"/>
                    <a:pt x="30" y="451"/>
                    <a:pt x="27" y="449"/>
                  </a:cubicBezTo>
                  <a:cubicBezTo>
                    <a:pt x="26" y="447"/>
                    <a:pt x="23" y="443"/>
                    <a:pt x="21" y="442"/>
                  </a:cubicBezTo>
                  <a:cubicBezTo>
                    <a:pt x="20" y="440"/>
                    <a:pt x="17" y="436"/>
                    <a:pt x="15" y="435"/>
                  </a:cubicBezTo>
                  <a:cubicBezTo>
                    <a:pt x="14" y="435"/>
                    <a:pt x="10" y="436"/>
                    <a:pt x="8" y="435"/>
                  </a:cubicBezTo>
                  <a:cubicBezTo>
                    <a:pt x="6" y="435"/>
                    <a:pt x="3" y="434"/>
                    <a:pt x="0" y="433"/>
                  </a:cubicBezTo>
                  <a:cubicBezTo>
                    <a:pt x="1" y="431"/>
                    <a:pt x="1" y="429"/>
                    <a:pt x="2" y="428"/>
                  </a:cubicBezTo>
                  <a:cubicBezTo>
                    <a:pt x="3" y="426"/>
                    <a:pt x="4" y="424"/>
                    <a:pt x="5" y="422"/>
                  </a:cubicBezTo>
                  <a:cubicBezTo>
                    <a:pt x="5" y="420"/>
                    <a:pt x="3" y="415"/>
                    <a:pt x="4" y="413"/>
                  </a:cubicBezTo>
                  <a:cubicBezTo>
                    <a:pt x="4" y="411"/>
                    <a:pt x="8" y="408"/>
                    <a:pt x="8" y="408"/>
                  </a:cubicBezTo>
                  <a:cubicBezTo>
                    <a:pt x="8" y="407"/>
                    <a:pt x="5" y="401"/>
                    <a:pt x="6" y="398"/>
                  </a:cubicBezTo>
                  <a:cubicBezTo>
                    <a:pt x="6" y="397"/>
                    <a:pt x="8" y="396"/>
                    <a:pt x="9" y="395"/>
                  </a:cubicBezTo>
                  <a:cubicBezTo>
                    <a:pt x="10" y="395"/>
                    <a:pt x="12" y="396"/>
                    <a:pt x="13" y="395"/>
                  </a:cubicBezTo>
                  <a:cubicBezTo>
                    <a:pt x="15" y="394"/>
                    <a:pt x="16" y="390"/>
                    <a:pt x="16" y="389"/>
                  </a:cubicBezTo>
                  <a:cubicBezTo>
                    <a:pt x="16" y="387"/>
                    <a:pt x="14" y="385"/>
                    <a:pt x="15" y="384"/>
                  </a:cubicBezTo>
                  <a:cubicBezTo>
                    <a:pt x="16" y="383"/>
                    <a:pt x="19" y="383"/>
                    <a:pt x="19" y="382"/>
                  </a:cubicBezTo>
                  <a:cubicBezTo>
                    <a:pt x="19" y="382"/>
                    <a:pt x="21" y="374"/>
                    <a:pt x="20" y="372"/>
                  </a:cubicBezTo>
                  <a:cubicBezTo>
                    <a:pt x="19" y="371"/>
                    <a:pt x="17" y="370"/>
                    <a:pt x="17" y="369"/>
                  </a:cubicBezTo>
                  <a:cubicBezTo>
                    <a:pt x="16" y="368"/>
                    <a:pt x="14" y="366"/>
                    <a:pt x="14" y="364"/>
                  </a:cubicBezTo>
                  <a:cubicBezTo>
                    <a:pt x="13" y="362"/>
                    <a:pt x="14" y="357"/>
                    <a:pt x="14" y="355"/>
                  </a:cubicBezTo>
                  <a:cubicBezTo>
                    <a:pt x="13" y="353"/>
                    <a:pt x="12" y="348"/>
                    <a:pt x="11" y="347"/>
                  </a:cubicBezTo>
                  <a:cubicBezTo>
                    <a:pt x="10" y="345"/>
                    <a:pt x="6" y="345"/>
                    <a:pt x="5" y="344"/>
                  </a:cubicBezTo>
                  <a:cubicBezTo>
                    <a:pt x="4" y="342"/>
                    <a:pt x="4" y="339"/>
                    <a:pt x="4" y="338"/>
                  </a:cubicBezTo>
                  <a:cubicBezTo>
                    <a:pt x="4" y="336"/>
                    <a:pt x="7" y="332"/>
                    <a:pt x="9" y="330"/>
                  </a:cubicBezTo>
                  <a:cubicBezTo>
                    <a:pt x="10" y="329"/>
                    <a:pt x="15" y="329"/>
                    <a:pt x="16" y="327"/>
                  </a:cubicBezTo>
                  <a:cubicBezTo>
                    <a:pt x="16" y="326"/>
                    <a:pt x="16" y="324"/>
                    <a:pt x="16" y="3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7"/>
            <p:cNvSpPr>
              <a:spLocks/>
            </p:cNvSpPr>
            <p:nvPr/>
          </p:nvSpPr>
          <p:spPr bwMode="auto">
            <a:xfrm>
              <a:off x="3576638" y="1695450"/>
              <a:ext cx="327025" cy="660400"/>
            </a:xfrm>
            <a:custGeom>
              <a:avLst/>
              <a:gdLst/>
              <a:ahLst/>
              <a:cxnLst>
                <a:cxn ang="0">
                  <a:pos x="191" y="24"/>
                </a:cxn>
                <a:cxn ang="0">
                  <a:pos x="179" y="41"/>
                </a:cxn>
                <a:cxn ang="0">
                  <a:pos x="166" y="61"/>
                </a:cxn>
                <a:cxn ang="0">
                  <a:pos x="154" y="79"/>
                </a:cxn>
                <a:cxn ang="0">
                  <a:pos x="142" y="94"/>
                </a:cxn>
                <a:cxn ang="0">
                  <a:pos x="134" y="126"/>
                </a:cxn>
                <a:cxn ang="0">
                  <a:pos x="125" y="156"/>
                </a:cxn>
                <a:cxn ang="0">
                  <a:pos x="117" y="183"/>
                </a:cxn>
                <a:cxn ang="0">
                  <a:pos x="108" y="209"/>
                </a:cxn>
                <a:cxn ang="0">
                  <a:pos x="104" y="240"/>
                </a:cxn>
                <a:cxn ang="0">
                  <a:pos x="110" y="268"/>
                </a:cxn>
                <a:cxn ang="0">
                  <a:pos x="103" y="298"/>
                </a:cxn>
                <a:cxn ang="0">
                  <a:pos x="99" y="324"/>
                </a:cxn>
                <a:cxn ang="0">
                  <a:pos x="110" y="350"/>
                </a:cxn>
                <a:cxn ang="0">
                  <a:pos x="103" y="373"/>
                </a:cxn>
                <a:cxn ang="0">
                  <a:pos x="88" y="382"/>
                </a:cxn>
                <a:cxn ang="0">
                  <a:pos x="63" y="393"/>
                </a:cxn>
                <a:cxn ang="0">
                  <a:pos x="46" y="377"/>
                </a:cxn>
                <a:cxn ang="0">
                  <a:pos x="39" y="355"/>
                </a:cxn>
                <a:cxn ang="0">
                  <a:pos x="30" y="327"/>
                </a:cxn>
                <a:cxn ang="0">
                  <a:pos x="9" y="318"/>
                </a:cxn>
                <a:cxn ang="0">
                  <a:pos x="1" y="303"/>
                </a:cxn>
                <a:cxn ang="0">
                  <a:pos x="4" y="290"/>
                </a:cxn>
                <a:cxn ang="0">
                  <a:pos x="10" y="276"/>
                </a:cxn>
                <a:cxn ang="0">
                  <a:pos x="19" y="255"/>
                </a:cxn>
                <a:cxn ang="0">
                  <a:pos x="29" y="237"/>
                </a:cxn>
                <a:cxn ang="0">
                  <a:pos x="30" y="216"/>
                </a:cxn>
                <a:cxn ang="0">
                  <a:pos x="41" y="198"/>
                </a:cxn>
                <a:cxn ang="0">
                  <a:pos x="41" y="179"/>
                </a:cxn>
                <a:cxn ang="0">
                  <a:pos x="26" y="168"/>
                </a:cxn>
                <a:cxn ang="0">
                  <a:pos x="30" y="148"/>
                </a:cxn>
                <a:cxn ang="0">
                  <a:pos x="41" y="132"/>
                </a:cxn>
                <a:cxn ang="0">
                  <a:pos x="53" y="119"/>
                </a:cxn>
                <a:cxn ang="0">
                  <a:pos x="53" y="98"/>
                </a:cxn>
                <a:cxn ang="0">
                  <a:pos x="48" y="77"/>
                </a:cxn>
                <a:cxn ang="0">
                  <a:pos x="40" y="60"/>
                </a:cxn>
                <a:cxn ang="0">
                  <a:pos x="30" y="70"/>
                </a:cxn>
                <a:cxn ang="0">
                  <a:pos x="22" y="57"/>
                </a:cxn>
                <a:cxn ang="0">
                  <a:pos x="5" y="43"/>
                </a:cxn>
                <a:cxn ang="0">
                  <a:pos x="12" y="20"/>
                </a:cxn>
                <a:cxn ang="0">
                  <a:pos x="21" y="5"/>
                </a:cxn>
                <a:cxn ang="0">
                  <a:pos x="25" y="20"/>
                </a:cxn>
                <a:cxn ang="0">
                  <a:pos x="42" y="23"/>
                </a:cxn>
                <a:cxn ang="0">
                  <a:pos x="59" y="33"/>
                </a:cxn>
                <a:cxn ang="0">
                  <a:pos x="80" y="30"/>
                </a:cxn>
                <a:cxn ang="0">
                  <a:pos x="100" y="27"/>
                </a:cxn>
                <a:cxn ang="0">
                  <a:pos x="105" y="11"/>
                </a:cxn>
                <a:cxn ang="0">
                  <a:pos x="119" y="6"/>
                </a:cxn>
                <a:cxn ang="0">
                  <a:pos x="133" y="6"/>
                </a:cxn>
                <a:cxn ang="0">
                  <a:pos x="161" y="7"/>
                </a:cxn>
                <a:cxn ang="0">
                  <a:pos x="188" y="13"/>
                </a:cxn>
              </a:cxnLst>
              <a:rect l="0" t="0" r="r" b="b"/>
              <a:pathLst>
                <a:path w="195" h="394">
                  <a:moveTo>
                    <a:pt x="193" y="14"/>
                  </a:moveTo>
                  <a:cubicBezTo>
                    <a:pt x="194" y="15"/>
                    <a:pt x="195" y="17"/>
                    <a:pt x="195" y="19"/>
                  </a:cubicBezTo>
                  <a:cubicBezTo>
                    <a:pt x="195" y="21"/>
                    <a:pt x="192" y="23"/>
                    <a:pt x="191" y="24"/>
                  </a:cubicBezTo>
                  <a:cubicBezTo>
                    <a:pt x="190" y="25"/>
                    <a:pt x="187" y="26"/>
                    <a:pt x="186" y="27"/>
                  </a:cubicBezTo>
                  <a:cubicBezTo>
                    <a:pt x="184" y="29"/>
                    <a:pt x="185" y="33"/>
                    <a:pt x="184" y="35"/>
                  </a:cubicBezTo>
                  <a:cubicBezTo>
                    <a:pt x="183" y="37"/>
                    <a:pt x="180" y="39"/>
                    <a:pt x="179" y="41"/>
                  </a:cubicBezTo>
                  <a:cubicBezTo>
                    <a:pt x="179" y="43"/>
                    <a:pt x="179" y="47"/>
                    <a:pt x="179" y="49"/>
                  </a:cubicBezTo>
                  <a:cubicBezTo>
                    <a:pt x="179" y="51"/>
                    <a:pt x="178" y="56"/>
                    <a:pt x="176" y="58"/>
                  </a:cubicBezTo>
                  <a:cubicBezTo>
                    <a:pt x="174" y="60"/>
                    <a:pt x="168" y="59"/>
                    <a:pt x="166" y="61"/>
                  </a:cubicBezTo>
                  <a:cubicBezTo>
                    <a:pt x="165" y="62"/>
                    <a:pt x="166" y="65"/>
                    <a:pt x="165" y="67"/>
                  </a:cubicBezTo>
                  <a:cubicBezTo>
                    <a:pt x="163" y="69"/>
                    <a:pt x="155" y="69"/>
                    <a:pt x="154" y="71"/>
                  </a:cubicBezTo>
                  <a:cubicBezTo>
                    <a:pt x="153" y="73"/>
                    <a:pt x="154" y="77"/>
                    <a:pt x="154" y="79"/>
                  </a:cubicBezTo>
                  <a:cubicBezTo>
                    <a:pt x="153" y="81"/>
                    <a:pt x="152" y="85"/>
                    <a:pt x="151" y="86"/>
                  </a:cubicBezTo>
                  <a:cubicBezTo>
                    <a:pt x="150" y="87"/>
                    <a:pt x="148" y="87"/>
                    <a:pt x="147" y="88"/>
                  </a:cubicBezTo>
                  <a:cubicBezTo>
                    <a:pt x="145" y="89"/>
                    <a:pt x="142" y="93"/>
                    <a:pt x="142" y="94"/>
                  </a:cubicBezTo>
                  <a:cubicBezTo>
                    <a:pt x="142" y="94"/>
                    <a:pt x="139" y="97"/>
                    <a:pt x="138" y="99"/>
                  </a:cubicBezTo>
                  <a:cubicBezTo>
                    <a:pt x="137" y="102"/>
                    <a:pt x="135" y="109"/>
                    <a:pt x="134" y="113"/>
                  </a:cubicBezTo>
                  <a:cubicBezTo>
                    <a:pt x="134" y="116"/>
                    <a:pt x="135" y="123"/>
                    <a:pt x="134" y="126"/>
                  </a:cubicBezTo>
                  <a:cubicBezTo>
                    <a:pt x="134" y="129"/>
                    <a:pt x="130" y="132"/>
                    <a:pt x="130" y="134"/>
                  </a:cubicBezTo>
                  <a:cubicBezTo>
                    <a:pt x="129" y="136"/>
                    <a:pt x="130" y="141"/>
                    <a:pt x="130" y="143"/>
                  </a:cubicBezTo>
                  <a:cubicBezTo>
                    <a:pt x="129" y="147"/>
                    <a:pt x="125" y="152"/>
                    <a:pt x="125" y="156"/>
                  </a:cubicBezTo>
                  <a:cubicBezTo>
                    <a:pt x="124" y="159"/>
                    <a:pt x="127" y="164"/>
                    <a:pt x="127" y="166"/>
                  </a:cubicBezTo>
                  <a:cubicBezTo>
                    <a:pt x="127" y="169"/>
                    <a:pt x="125" y="176"/>
                    <a:pt x="123" y="178"/>
                  </a:cubicBezTo>
                  <a:cubicBezTo>
                    <a:pt x="122" y="180"/>
                    <a:pt x="118" y="182"/>
                    <a:pt x="117" y="183"/>
                  </a:cubicBezTo>
                  <a:cubicBezTo>
                    <a:pt x="116" y="185"/>
                    <a:pt x="118" y="190"/>
                    <a:pt x="117" y="192"/>
                  </a:cubicBezTo>
                  <a:cubicBezTo>
                    <a:pt x="117" y="194"/>
                    <a:pt x="115" y="199"/>
                    <a:pt x="114" y="201"/>
                  </a:cubicBezTo>
                  <a:cubicBezTo>
                    <a:pt x="113" y="204"/>
                    <a:pt x="109" y="207"/>
                    <a:pt x="108" y="209"/>
                  </a:cubicBezTo>
                  <a:cubicBezTo>
                    <a:pt x="107" y="212"/>
                    <a:pt x="109" y="218"/>
                    <a:pt x="108" y="221"/>
                  </a:cubicBezTo>
                  <a:cubicBezTo>
                    <a:pt x="108" y="223"/>
                    <a:pt x="105" y="227"/>
                    <a:pt x="105" y="229"/>
                  </a:cubicBezTo>
                  <a:cubicBezTo>
                    <a:pt x="104" y="232"/>
                    <a:pt x="103" y="237"/>
                    <a:pt x="104" y="240"/>
                  </a:cubicBezTo>
                  <a:cubicBezTo>
                    <a:pt x="105" y="243"/>
                    <a:pt x="111" y="248"/>
                    <a:pt x="112" y="252"/>
                  </a:cubicBezTo>
                  <a:cubicBezTo>
                    <a:pt x="113" y="253"/>
                    <a:pt x="113" y="257"/>
                    <a:pt x="112" y="259"/>
                  </a:cubicBezTo>
                  <a:cubicBezTo>
                    <a:pt x="112" y="261"/>
                    <a:pt x="111" y="266"/>
                    <a:pt x="110" y="268"/>
                  </a:cubicBezTo>
                  <a:cubicBezTo>
                    <a:pt x="110" y="271"/>
                    <a:pt x="109" y="278"/>
                    <a:pt x="108" y="281"/>
                  </a:cubicBezTo>
                  <a:cubicBezTo>
                    <a:pt x="107" y="282"/>
                    <a:pt x="104" y="284"/>
                    <a:pt x="103" y="285"/>
                  </a:cubicBezTo>
                  <a:cubicBezTo>
                    <a:pt x="102" y="288"/>
                    <a:pt x="104" y="295"/>
                    <a:pt x="103" y="298"/>
                  </a:cubicBezTo>
                  <a:cubicBezTo>
                    <a:pt x="103" y="300"/>
                    <a:pt x="102" y="303"/>
                    <a:pt x="102" y="305"/>
                  </a:cubicBezTo>
                  <a:cubicBezTo>
                    <a:pt x="102" y="308"/>
                    <a:pt x="106" y="313"/>
                    <a:pt x="106" y="315"/>
                  </a:cubicBezTo>
                  <a:cubicBezTo>
                    <a:pt x="105" y="318"/>
                    <a:pt x="100" y="321"/>
                    <a:pt x="99" y="324"/>
                  </a:cubicBezTo>
                  <a:cubicBezTo>
                    <a:pt x="98" y="326"/>
                    <a:pt x="98" y="330"/>
                    <a:pt x="99" y="332"/>
                  </a:cubicBezTo>
                  <a:cubicBezTo>
                    <a:pt x="101" y="335"/>
                    <a:pt x="109" y="337"/>
                    <a:pt x="110" y="341"/>
                  </a:cubicBezTo>
                  <a:cubicBezTo>
                    <a:pt x="111" y="343"/>
                    <a:pt x="111" y="348"/>
                    <a:pt x="110" y="350"/>
                  </a:cubicBezTo>
                  <a:cubicBezTo>
                    <a:pt x="110" y="352"/>
                    <a:pt x="106" y="353"/>
                    <a:pt x="105" y="354"/>
                  </a:cubicBezTo>
                  <a:cubicBezTo>
                    <a:pt x="105" y="355"/>
                    <a:pt x="105" y="359"/>
                    <a:pt x="105" y="361"/>
                  </a:cubicBezTo>
                  <a:cubicBezTo>
                    <a:pt x="105" y="364"/>
                    <a:pt x="106" y="372"/>
                    <a:pt x="103" y="373"/>
                  </a:cubicBezTo>
                  <a:cubicBezTo>
                    <a:pt x="101" y="375"/>
                    <a:pt x="97" y="372"/>
                    <a:pt x="94" y="372"/>
                  </a:cubicBezTo>
                  <a:cubicBezTo>
                    <a:pt x="92" y="373"/>
                    <a:pt x="87" y="374"/>
                    <a:pt x="86" y="376"/>
                  </a:cubicBezTo>
                  <a:cubicBezTo>
                    <a:pt x="85" y="378"/>
                    <a:pt x="89" y="380"/>
                    <a:pt x="88" y="382"/>
                  </a:cubicBezTo>
                  <a:cubicBezTo>
                    <a:pt x="88" y="384"/>
                    <a:pt x="85" y="387"/>
                    <a:pt x="84" y="388"/>
                  </a:cubicBezTo>
                  <a:cubicBezTo>
                    <a:pt x="81" y="389"/>
                    <a:pt x="75" y="387"/>
                    <a:pt x="72" y="388"/>
                  </a:cubicBezTo>
                  <a:cubicBezTo>
                    <a:pt x="70" y="388"/>
                    <a:pt x="66" y="393"/>
                    <a:pt x="63" y="393"/>
                  </a:cubicBezTo>
                  <a:cubicBezTo>
                    <a:pt x="61" y="394"/>
                    <a:pt x="57" y="392"/>
                    <a:pt x="56" y="390"/>
                  </a:cubicBezTo>
                  <a:cubicBezTo>
                    <a:pt x="54" y="388"/>
                    <a:pt x="55" y="381"/>
                    <a:pt x="53" y="379"/>
                  </a:cubicBezTo>
                  <a:cubicBezTo>
                    <a:pt x="52" y="378"/>
                    <a:pt x="46" y="377"/>
                    <a:pt x="46" y="377"/>
                  </a:cubicBezTo>
                  <a:cubicBezTo>
                    <a:pt x="46" y="377"/>
                    <a:pt x="46" y="369"/>
                    <a:pt x="46" y="367"/>
                  </a:cubicBezTo>
                  <a:cubicBezTo>
                    <a:pt x="46" y="365"/>
                    <a:pt x="44" y="360"/>
                    <a:pt x="43" y="359"/>
                  </a:cubicBezTo>
                  <a:cubicBezTo>
                    <a:pt x="42" y="358"/>
                    <a:pt x="40" y="356"/>
                    <a:pt x="39" y="355"/>
                  </a:cubicBezTo>
                  <a:cubicBezTo>
                    <a:pt x="38" y="354"/>
                    <a:pt x="36" y="350"/>
                    <a:pt x="35" y="349"/>
                  </a:cubicBezTo>
                  <a:cubicBezTo>
                    <a:pt x="34" y="346"/>
                    <a:pt x="30" y="342"/>
                    <a:pt x="30" y="339"/>
                  </a:cubicBezTo>
                  <a:cubicBezTo>
                    <a:pt x="29" y="336"/>
                    <a:pt x="30" y="330"/>
                    <a:pt x="30" y="327"/>
                  </a:cubicBezTo>
                  <a:cubicBezTo>
                    <a:pt x="29" y="325"/>
                    <a:pt x="27" y="323"/>
                    <a:pt x="26" y="322"/>
                  </a:cubicBezTo>
                  <a:cubicBezTo>
                    <a:pt x="24" y="320"/>
                    <a:pt x="21" y="318"/>
                    <a:pt x="19" y="318"/>
                  </a:cubicBezTo>
                  <a:cubicBezTo>
                    <a:pt x="17" y="317"/>
                    <a:pt x="11" y="319"/>
                    <a:pt x="9" y="318"/>
                  </a:cubicBezTo>
                  <a:cubicBezTo>
                    <a:pt x="6" y="317"/>
                    <a:pt x="5" y="310"/>
                    <a:pt x="3" y="308"/>
                  </a:cubicBezTo>
                  <a:cubicBezTo>
                    <a:pt x="2" y="308"/>
                    <a:pt x="0" y="307"/>
                    <a:pt x="0" y="307"/>
                  </a:cubicBezTo>
                  <a:cubicBezTo>
                    <a:pt x="0" y="307"/>
                    <a:pt x="0" y="304"/>
                    <a:pt x="1" y="303"/>
                  </a:cubicBezTo>
                  <a:cubicBezTo>
                    <a:pt x="2" y="302"/>
                    <a:pt x="6" y="302"/>
                    <a:pt x="7" y="301"/>
                  </a:cubicBezTo>
                  <a:cubicBezTo>
                    <a:pt x="8" y="300"/>
                    <a:pt x="8" y="297"/>
                    <a:pt x="7" y="297"/>
                  </a:cubicBezTo>
                  <a:cubicBezTo>
                    <a:pt x="7" y="295"/>
                    <a:pt x="4" y="292"/>
                    <a:pt x="4" y="290"/>
                  </a:cubicBezTo>
                  <a:cubicBezTo>
                    <a:pt x="3" y="289"/>
                    <a:pt x="5" y="286"/>
                    <a:pt x="6" y="284"/>
                  </a:cubicBezTo>
                  <a:cubicBezTo>
                    <a:pt x="7" y="284"/>
                    <a:pt x="8" y="283"/>
                    <a:pt x="8" y="282"/>
                  </a:cubicBezTo>
                  <a:cubicBezTo>
                    <a:pt x="9" y="281"/>
                    <a:pt x="10" y="278"/>
                    <a:pt x="10" y="276"/>
                  </a:cubicBezTo>
                  <a:cubicBezTo>
                    <a:pt x="10" y="274"/>
                    <a:pt x="9" y="270"/>
                    <a:pt x="10" y="268"/>
                  </a:cubicBezTo>
                  <a:cubicBezTo>
                    <a:pt x="11" y="267"/>
                    <a:pt x="14" y="265"/>
                    <a:pt x="15" y="264"/>
                  </a:cubicBezTo>
                  <a:cubicBezTo>
                    <a:pt x="16" y="262"/>
                    <a:pt x="18" y="257"/>
                    <a:pt x="19" y="255"/>
                  </a:cubicBezTo>
                  <a:cubicBezTo>
                    <a:pt x="20" y="253"/>
                    <a:pt x="22" y="249"/>
                    <a:pt x="22" y="247"/>
                  </a:cubicBezTo>
                  <a:cubicBezTo>
                    <a:pt x="23" y="246"/>
                    <a:pt x="23" y="242"/>
                    <a:pt x="24" y="240"/>
                  </a:cubicBezTo>
                  <a:cubicBezTo>
                    <a:pt x="25" y="239"/>
                    <a:pt x="28" y="238"/>
                    <a:pt x="29" y="237"/>
                  </a:cubicBezTo>
                  <a:cubicBezTo>
                    <a:pt x="29" y="236"/>
                    <a:pt x="30" y="233"/>
                    <a:pt x="30" y="232"/>
                  </a:cubicBezTo>
                  <a:cubicBezTo>
                    <a:pt x="30" y="230"/>
                    <a:pt x="27" y="226"/>
                    <a:pt x="27" y="224"/>
                  </a:cubicBezTo>
                  <a:cubicBezTo>
                    <a:pt x="27" y="221"/>
                    <a:pt x="29" y="217"/>
                    <a:pt x="30" y="216"/>
                  </a:cubicBezTo>
                  <a:cubicBezTo>
                    <a:pt x="31" y="214"/>
                    <a:pt x="33" y="213"/>
                    <a:pt x="34" y="211"/>
                  </a:cubicBezTo>
                  <a:cubicBezTo>
                    <a:pt x="36" y="209"/>
                    <a:pt x="37" y="204"/>
                    <a:pt x="38" y="201"/>
                  </a:cubicBezTo>
                  <a:cubicBezTo>
                    <a:pt x="38" y="200"/>
                    <a:pt x="40" y="199"/>
                    <a:pt x="41" y="198"/>
                  </a:cubicBezTo>
                  <a:cubicBezTo>
                    <a:pt x="42" y="196"/>
                    <a:pt x="43" y="194"/>
                    <a:pt x="44" y="192"/>
                  </a:cubicBezTo>
                  <a:cubicBezTo>
                    <a:pt x="44" y="190"/>
                    <a:pt x="44" y="186"/>
                    <a:pt x="44" y="184"/>
                  </a:cubicBezTo>
                  <a:cubicBezTo>
                    <a:pt x="43" y="183"/>
                    <a:pt x="42" y="180"/>
                    <a:pt x="41" y="179"/>
                  </a:cubicBezTo>
                  <a:cubicBezTo>
                    <a:pt x="39" y="179"/>
                    <a:pt x="36" y="180"/>
                    <a:pt x="34" y="179"/>
                  </a:cubicBezTo>
                  <a:cubicBezTo>
                    <a:pt x="33" y="179"/>
                    <a:pt x="29" y="178"/>
                    <a:pt x="28" y="176"/>
                  </a:cubicBezTo>
                  <a:cubicBezTo>
                    <a:pt x="27" y="175"/>
                    <a:pt x="26" y="170"/>
                    <a:pt x="26" y="168"/>
                  </a:cubicBezTo>
                  <a:cubicBezTo>
                    <a:pt x="26" y="166"/>
                    <a:pt x="26" y="161"/>
                    <a:pt x="26" y="159"/>
                  </a:cubicBezTo>
                  <a:cubicBezTo>
                    <a:pt x="26" y="156"/>
                    <a:pt x="25" y="151"/>
                    <a:pt x="26" y="149"/>
                  </a:cubicBezTo>
                  <a:cubicBezTo>
                    <a:pt x="27" y="149"/>
                    <a:pt x="29" y="149"/>
                    <a:pt x="30" y="148"/>
                  </a:cubicBezTo>
                  <a:cubicBezTo>
                    <a:pt x="31" y="147"/>
                    <a:pt x="31" y="143"/>
                    <a:pt x="31" y="142"/>
                  </a:cubicBezTo>
                  <a:cubicBezTo>
                    <a:pt x="32" y="140"/>
                    <a:pt x="34" y="137"/>
                    <a:pt x="35" y="136"/>
                  </a:cubicBezTo>
                  <a:cubicBezTo>
                    <a:pt x="37" y="135"/>
                    <a:pt x="40" y="133"/>
                    <a:pt x="41" y="132"/>
                  </a:cubicBezTo>
                  <a:cubicBezTo>
                    <a:pt x="42" y="130"/>
                    <a:pt x="42" y="124"/>
                    <a:pt x="44" y="123"/>
                  </a:cubicBezTo>
                  <a:cubicBezTo>
                    <a:pt x="45" y="122"/>
                    <a:pt x="46" y="123"/>
                    <a:pt x="47" y="123"/>
                  </a:cubicBezTo>
                  <a:cubicBezTo>
                    <a:pt x="49" y="122"/>
                    <a:pt x="52" y="120"/>
                    <a:pt x="53" y="119"/>
                  </a:cubicBezTo>
                  <a:cubicBezTo>
                    <a:pt x="54" y="117"/>
                    <a:pt x="55" y="113"/>
                    <a:pt x="55" y="110"/>
                  </a:cubicBezTo>
                  <a:cubicBezTo>
                    <a:pt x="54" y="110"/>
                    <a:pt x="53" y="108"/>
                    <a:pt x="53" y="107"/>
                  </a:cubicBezTo>
                  <a:cubicBezTo>
                    <a:pt x="52" y="105"/>
                    <a:pt x="53" y="101"/>
                    <a:pt x="53" y="98"/>
                  </a:cubicBezTo>
                  <a:cubicBezTo>
                    <a:pt x="53" y="97"/>
                    <a:pt x="54" y="94"/>
                    <a:pt x="53" y="92"/>
                  </a:cubicBezTo>
                  <a:cubicBezTo>
                    <a:pt x="52" y="90"/>
                    <a:pt x="48" y="88"/>
                    <a:pt x="48" y="86"/>
                  </a:cubicBezTo>
                  <a:cubicBezTo>
                    <a:pt x="47" y="84"/>
                    <a:pt x="47" y="79"/>
                    <a:pt x="48" y="77"/>
                  </a:cubicBezTo>
                  <a:cubicBezTo>
                    <a:pt x="48" y="75"/>
                    <a:pt x="50" y="71"/>
                    <a:pt x="50" y="69"/>
                  </a:cubicBezTo>
                  <a:cubicBezTo>
                    <a:pt x="50" y="67"/>
                    <a:pt x="47" y="63"/>
                    <a:pt x="46" y="62"/>
                  </a:cubicBezTo>
                  <a:cubicBezTo>
                    <a:pt x="45" y="61"/>
                    <a:pt x="42" y="60"/>
                    <a:pt x="40" y="60"/>
                  </a:cubicBezTo>
                  <a:cubicBezTo>
                    <a:pt x="39" y="60"/>
                    <a:pt x="39" y="62"/>
                    <a:pt x="38" y="63"/>
                  </a:cubicBezTo>
                  <a:cubicBezTo>
                    <a:pt x="37" y="65"/>
                    <a:pt x="37" y="69"/>
                    <a:pt x="36" y="70"/>
                  </a:cubicBezTo>
                  <a:cubicBezTo>
                    <a:pt x="34" y="71"/>
                    <a:pt x="31" y="71"/>
                    <a:pt x="30" y="70"/>
                  </a:cubicBezTo>
                  <a:cubicBezTo>
                    <a:pt x="27" y="70"/>
                    <a:pt x="23" y="67"/>
                    <a:pt x="22" y="66"/>
                  </a:cubicBezTo>
                  <a:cubicBezTo>
                    <a:pt x="21" y="65"/>
                    <a:pt x="18" y="64"/>
                    <a:pt x="18" y="63"/>
                  </a:cubicBezTo>
                  <a:cubicBezTo>
                    <a:pt x="18" y="62"/>
                    <a:pt x="23" y="59"/>
                    <a:pt x="22" y="57"/>
                  </a:cubicBezTo>
                  <a:cubicBezTo>
                    <a:pt x="22" y="55"/>
                    <a:pt x="16" y="51"/>
                    <a:pt x="14" y="51"/>
                  </a:cubicBezTo>
                  <a:cubicBezTo>
                    <a:pt x="12" y="50"/>
                    <a:pt x="9" y="51"/>
                    <a:pt x="8" y="51"/>
                  </a:cubicBezTo>
                  <a:cubicBezTo>
                    <a:pt x="6" y="49"/>
                    <a:pt x="5" y="45"/>
                    <a:pt x="5" y="43"/>
                  </a:cubicBezTo>
                  <a:cubicBezTo>
                    <a:pt x="5" y="40"/>
                    <a:pt x="4" y="34"/>
                    <a:pt x="5" y="31"/>
                  </a:cubicBezTo>
                  <a:cubicBezTo>
                    <a:pt x="6" y="30"/>
                    <a:pt x="10" y="29"/>
                    <a:pt x="11" y="27"/>
                  </a:cubicBezTo>
                  <a:cubicBezTo>
                    <a:pt x="12" y="26"/>
                    <a:pt x="11" y="22"/>
                    <a:pt x="12" y="20"/>
                  </a:cubicBezTo>
                  <a:cubicBezTo>
                    <a:pt x="12" y="19"/>
                    <a:pt x="15" y="18"/>
                    <a:pt x="15" y="17"/>
                  </a:cubicBezTo>
                  <a:cubicBezTo>
                    <a:pt x="16" y="15"/>
                    <a:pt x="14" y="11"/>
                    <a:pt x="15" y="9"/>
                  </a:cubicBezTo>
                  <a:cubicBezTo>
                    <a:pt x="16" y="8"/>
                    <a:pt x="19" y="5"/>
                    <a:pt x="21" y="5"/>
                  </a:cubicBezTo>
                  <a:cubicBezTo>
                    <a:pt x="22" y="5"/>
                    <a:pt x="24" y="7"/>
                    <a:pt x="25" y="8"/>
                  </a:cubicBezTo>
                  <a:cubicBezTo>
                    <a:pt x="26" y="9"/>
                    <a:pt x="25" y="12"/>
                    <a:pt x="25" y="13"/>
                  </a:cubicBezTo>
                  <a:cubicBezTo>
                    <a:pt x="25" y="15"/>
                    <a:pt x="24" y="18"/>
                    <a:pt x="25" y="20"/>
                  </a:cubicBezTo>
                  <a:cubicBezTo>
                    <a:pt x="26" y="21"/>
                    <a:pt x="29" y="20"/>
                    <a:pt x="31" y="20"/>
                  </a:cubicBezTo>
                  <a:cubicBezTo>
                    <a:pt x="32" y="21"/>
                    <a:pt x="36" y="20"/>
                    <a:pt x="37" y="21"/>
                  </a:cubicBezTo>
                  <a:cubicBezTo>
                    <a:pt x="38" y="21"/>
                    <a:pt x="41" y="22"/>
                    <a:pt x="42" y="23"/>
                  </a:cubicBezTo>
                  <a:cubicBezTo>
                    <a:pt x="44" y="24"/>
                    <a:pt x="44" y="28"/>
                    <a:pt x="46" y="29"/>
                  </a:cubicBezTo>
                  <a:cubicBezTo>
                    <a:pt x="48" y="30"/>
                    <a:pt x="51" y="28"/>
                    <a:pt x="53" y="29"/>
                  </a:cubicBezTo>
                  <a:cubicBezTo>
                    <a:pt x="55" y="29"/>
                    <a:pt x="57" y="32"/>
                    <a:pt x="59" y="33"/>
                  </a:cubicBezTo>
                  <a:cubicBezTo>
                    <a:pt x="61" y="33"/>
                    <a:pt x="67" y="34"/>
                    <a:pt x="69" y="33"/>
                  </a:cubicBezTo>
                  <a:cubicBezTo>
                    <a:pt x="70" y="32"/>
                    <a:pt x="72" y="30"/>
                    <a:pt x="73" y="30"/>
                  </a:cubicBezTo>
                  <a:cubicBezTo>
                    <a:pt x="75" y="29"/>
                    <a:pt x="79" y="29"/>
                    <a:pt x="80" y="30"/>
                  </a:cubicBezTo>
                  <a:cubicBezTo>
                    <a:pt x="82" y="30"/>
                    <a:pt x="85" y="32"/>
                    <a:pt x="87" y="33"/>
                  </a:cubicBezTo>
                  <a:cubicBezTo>
                    <a:pt x="89" y="33"/>
                    <a:pt x="93" y="33"/>
                    <a:pt x="95" y="32"/>
                  </a:cubicBezTo>
                  <a:cubicBezTo>
                    <a:pt x="97" y="31"/>
                    <a:pt x="100" y="28"/>
                    <a:pt x="100" y="27"/>
                  </a:cubicBezTo>
                  <a:cubicBezTo>
                    <a:pt x="100" y="25"/>
                    <a:pt x="98" y="21"/>
                    <a:pt x="98" y="19"/>
                  </a:cubicBezTo>
                  <a:cubicBezTo>
                    <a:pt x="99" y="18"/>
                    <a:pt x="100" y="15"/>
                    <a:pt x="101" y="14"/>
                  </a:cubicBezTo>
                  <a:cubicBezTo>
                    <a:pt x="102" y="13"/>
                    <a:pt x="104" y="12"/>
                    <a:pt x="105" y="11"/>
                  </a:cubicBezTo>
                  <a:cubicBezTo>
                    <a:pt x="106" y="9"/>
                    <a:pt x="108" y="3"/>
                    <a:pt x="108" y="3"/>
                  </a:cubicBezTo>
                  <a:cubicBezTo>
                    <a:pt x="108" y="3"/>
                    <a:pt x="109" y="3"/>
                    <a:pt x="109" y="3"/>
                  </a:cubicBezTo>
                  <a:cubicBezTo>
                    <a:pt x="112" y="4"/>
                    <a:pt x="117" y="6"/>
                    <a:pt x="119" y="6"/>
                  </a:cubicBezTo>
                  <a:cubicBezTo>
                    <a:pt x="121" y="5"/>
                    <a:pt x="123" y="2"/>
                    <a:pt x="124" y="2"/>
                  </a:cubicBezTo>
                  <a:cubicBezTo>
                    <a:pt x="125" y="2"/>
                    <a:pt x="127" y="3"/>
                    <a:pt x="128" y="3"/>
                  </a:cubicBezTo>
                  <a:cubicBezTo>
                    <a:pt x="130" y="4"/>
                    <a:pt x="132" y="6"/>
                    <a:pt x="133" y="6"/>
                  </a:cubicBezTo>
                  <a:cubicBezTo>
                    <a:pt x="136" y="6"/>
                    <a:pt x="141" y="1"/>
                    <a:pt x="144" y="1"/>
                  </a:cubicBezTo>
                  <a:cubicBezTo>
                    <a:pt x="147" y="0"/>
                    <a:pt x="154" y="1"/>
                    <a:pt x="157" y="3"/>
                  </a:cubicBezTo>
                  <a:cubicBezTo>
                    <a:pt x="158" y="3"/>
                    <a:pt x="159" y="6"/>
                    <a:pt x="161" y="7"/>
                  </a:cubicBezTo>
                  <a:cubicBezTo>
                    <a:pt x="163" y="8"/>
                    <a:pt x="168" y="11"/>
                    <a:pt x="171" y="12"/>
                  </a:cubicBezTo>
                  <a:cubicBezTo>
                    <a:pt x="173" y="13"/>
                    <a:pt x="178" y="14"/>
                    <a:pt x="181" y="15"/>
                  </a:cubicBezTo>
                  <a:cubicBezTo>
                    <a:pt x="183" y="15"/>
                    <a:pt x="186" y="13"/>
                    <a:pt x="188" y="13"/>
                  </a:cubicBezTo>
                  <a:cubicBezTo>
                    <a:pt x="189" y="13"/>
                    <a:pt x="192" y="13"/>
                    <a:pt x="193"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8"/>
            <p:cNvSpPr>
              <a:spLocks/>
            </p:cNvSpPr>
            <p:nvPr/>
          </p:nvSpPr>
          <p:spPr bwMode="auto">
            <a:xfrm>
              <a:off x="1577975" y="3333750"/>
              <a:ext cx="1096963" cy="985838"/>
            </a:xfrm>
            <a:custGeom>
              <a:avLst/>
              <a:gdLst/>
              <a:ahLst/>
              <a:cxnLst>
                <a:cxn ang="0">
                  <a:pos x="349" y="5"/>
                </a:cxn>
                <a:cxn ang="0">
                  <a:pos x="386" y="23"/>
                </a:cxn>
                <a:cxn ang="0">
                  <a:pos x="417" y="17"/>
                </a:cxn>
                <a:cxn ang="0">
                  <a:pos x="424" y="49"/>
                </a:cxn>
                <a:cxn ang="0">
                  <a:pos x="433" y="97"/>
                </a:cxn>
                <a:cxn ang="0">
                  <a:pos x="470" y="93"/>
                </a:cxn>
                <a:cxn ang="0">
                  <a:pos x="507" y="50"/>
                </a:cxn>
                <a:cxn ang="0">
                  <a:pos x="551" y="52"/>
                </a:cxn>
                <a:cxn ang="0">
                  <a:pos x="565" y="87"/>
                </a:cxn>
                <a:cxn ang="0">
                  <a:pos x="590" y="123"/>
                </a:cxn>
                <a:cxn ang="0">
                  <a:pos x="599" y="167"/>
                </a:cxn>
                <a:cxn ang="0">
                  <a:pos x="616" y="205"/>
                </a:cxn>
                <a:cxn ang="0">
                  <a:pos x="631" y="219"/>
                </a:cxn>
                <a:cxn ang="0">
                  <a:pos x="651" y="253"/>
                </a:cxn>
                <a:cxn ang="0">
                  <a:pos x="618" y="275"/>
                </a:cxn>
                <a:cxn ang="0">
                  <a:pos x="585" y="294"/>
                </a:cxn>
                <a:cxn ang="0">
                  <a:pos x="568" y="320"/>
                </a:cxn>
                <a:cxn ang="0">
                  <a:pos x="525" y="334"/>
                </a:cxn>
                <a:cxn ang="0">
                  <a:pos x="519" y="377"/>
                </a:cxn>
                <a:cxn ang="0">
                  <a:pos x="471" y="385"/>
                </a:cxn>
                <a:cxn ang="0">
                  <a:pos x="439" y="399"/>
                </a:cxn>
                <a:cxn ang="0">
                  <a:pos x="410" y="387"/>
                </a:cxn>
                <a:cxn ang="0">
                  <a:pos x="373" y="389"/>
                </a:cxn>
                <a:cxn ang="0">
                  <a:pos x="352" y="427"/>
                </a:cxn>
                <a:cxn ang="0">
                  <a:pos x="382" y="457"/>
                </a:cxn>
                <a:cxn ang="0">
                  <a:pos x="401" y="488"/>
                </a:cxn>
                <a:cxn ang="0">
                  <a:pos x="400" y="515"/>
                </a:cxn>
                <a:cxn ang="0">
                  <a:pos x="382" y="527"/>
                </a:cxn>
                <a:cxn ang="0">
                  <a:pos x="402" y="551"/>
                </a:cxn>
                <a:cxn ang="0">
                  <a:pos x="429" y="562"/>
                </a:cxn>
                <a:cxn ang="0">
                  <a:pos x="396" y="574"/>
                </a:cxn>
                <a:cxn ang="0">
                  <a:pos x="374" y="584"/>
                </a:cxn>
                <a:cxn ang="0">
                  <a:pos x="354" y="573"/>
                </a:cxn>
                <a:cxn ang="0">
                  <a:pos x="311" y="568"/>
                </a:cxn>
                <a:cxn ang="0">
                  <a:pos x="282" y="551"/>
                </a:cxn>
                <a:cxn ang="0">
                  <a:pos x="243" y="536"/>
                </a:cxn>
                <a:cxn ang="0">
                  <a:pos x="186" y="520"/>
                </a:cxn>
                <a:cxn ang="0">
                  <a:pos x="168" y="551"/>
                </a:cxn>
                <a:cxn ang="0">
                  <a:pos x="136" y="554"/>
                </a:cxn>
                <a:cxn ang="0">
                  <a:pos x="110" y="555"/>
                </a:cxn>
                <a:cxn ang="0">
                  <a:pos x="68" y="549"/>
                </a:cxn>
                <a:cxn ang="0">
                  <a:pos x="23" y="527"/>
                </a:cxn>
                <a:cxn ang="0">
                  <a:pos x="4" y="495"/>
                </a:cxn>
                <a:cxn ang="0">
                  <a:pos x="23" y="459"/>
                </a:cxn>
                <a:cxn ang="0">
                  <a:pos x="51" y="424"/>
                </a:cxn>
                <a:cxn ang="0">
                  <a:pos x="65" y="393"/>
                </a:cxn>
                <a:cxn ang="0">
                  <a:pos x="42" y="347"/>
                </a:cxn>
                <a:cxn ang="0">
                  <a:pos x="25" y="314"/>
                </a:cxn>
                <a:cxn ang="0">
                  <a:pos x="30" y="273"/>
                </a:cxn>
                <a:cxn ang="0">
                  <a:pos x="54" y="250"/>
                </a:cxn>
                <a:cxn ang="0">
                  <a:pos x="77" y="262"/>
                </a:cxn>
                <a:cxn ang="0">
                  <a:pos x="94" y="245"/>
                </a:cxn>
                <a:cxn ang="0">
                  <a:pos x="134" y="237"/>
                </a:cxn>
                <a:cxn ang="0">
                  <a:pos x="181" y="236"/>
                </a:cxn>
                <a:cxn ang="0">
                  <a:pos x="213" y="203"/>
                </a:cxn>
                <a:cxn ang="0">
                  <a:pos x="216" y="176"/>
                </a:cxn>
                <a:cxn ang="0">
                  <a:pos x="244" y="160"/>
                </a:cxn>
                <a:cxn ang="0">
                  <a:pos x="235" y="127"/>
                </a:cxn>
                <a:cxn ang="0">
                  <a:pos x="262" y="100"/>
                </a:cxn>
                <a:cxn ang="0">
                  <a:pos x="286" y="78"/>
                </a:cxn>
                <a:cxn ang="0">
                  <a:pos x="306" y="55"/>
                </a:cxn>
                <a:cxn ang="0">
                  <a:pos x="310" y="14"/>
                </a:cxn>
              </a:cxnLst>
              <a:rect l="0" t="0" r="r" b="b"/>
              <a:pathLst>
                <a:path w="655" h="588">
                  <a:moveTo>
                    <a:pt x="317" y="6"/>
                  </a:moveTo>
                  <a:cubicBezTo>
                    <a:pt x="318" y="6"/>
                    <a:pt x="318" y="5"/>
                    <a:pt x="319" y="5"/>
                  </a:cubicBezTo>
                  <a:cubicBezTo>
                    <a:pt x="321" y="4"/>
                    <a:pt x="323" y="0"/>
                    <a:pt x="326" y="0"/>
                  </a:cubicBezTo>
                  <a:cubicBezTo>
                    <a:pt x="328" y="0"/>
                    <a:pt x="330" y="4"/>
                    <a:pt x="332" y="5"/>
                  </a:cubicBezTo>
                  <a:cubicBezTo>
                    <a:pt x="334" y="5"/>
                    <a:pt x="338" y="3"/>
                    <a:pt x="341" y="3"/>
                  </a:cubicBezTo>
                  <a:cubicBezTo>
                    <a:pt x="343" y="3"/>
                    <a:pt x="347" y="3"/>
                    <a:pt x="349" y="5"/>
                  </a:cubicBezTo>
                  <a:cubicBezTo>
                    <a:pt x="350" y="6"/>
                    <a:pt x="348" y="11"/>
                    <a:pt x="349" y="13"/>
                  </a:cubicBezTo>
                  <a:cubicBezTo>
                    <a:pt x="350" y="15"/>
                    <a:pt x="356" y="15"/>
                    <a:pt x="358" y="17"/>
                  </a:cubicBezTo>
                  <a:cubicBezTo>
                    <a:pt x="360" y="18"/>
                    <a:pt x="362" y="23"/>
                    <a:pt x="364" y="25"/>
                  </a:cubicBezTo>
                  <a:cubicBezTo>
                    <a:pt x="365" y="26"/>
                    <a:pt x="370" y="26"/>
                    <a:pt x="372" y="27"/>
                  </a:cubicBezTo>
                  <a:cubicBezTo>
                    <a:pt x="373" y="27"/>
                    <a:pt x="377" y="29"/>
                    <a:pt x="379" y="29"/>
                  </a:cubicBezTo>
                  <a:cubicBezTo>
                    <a:pt x="381" y="29"/>
                    <a:pt x="385" y="25"/>
                    <a:pt x="386" y="23"/>
                  </a:cubicBezTo>
                  <a:cubicBezTo>
                    <a:pt x="387" y="23"/>
                    <a:pt x="387" y="20"/>
                    <a:pt x="388" y="20"/>
                  </a:cubicBezTo>
                  <a:cubicBezTo>
                    <a:pt x="389" y="19"/>
                    <a:pt x="393" y="20"/>
                    <a:pt x="394" y="20"/>
                  </a:cubicBezTo>
                  <a:cubicBezTo>
                    <a:pt x="396" y="20"/>
                    <a:pt x="399" y="23"/>
                    <a:pt x="401" y="23"/>
                  </a:cubicBezTo>
                  <a:cubicBezTo>
                    <a:pt x="402" y="23"/>
                    <a:pt x="405" y="22"/>
                    <a:pt x="406" y="21"/>
                  </a:cubicBezTo>
                  <a:cubicBezTo>
                    <a:pt x="407" y="20"/>
                    <a:pt x="408" y="17"/>
                    <a:pt x="409" y="17"/>
                  </a:cubicBezTo>
                  <a:cubicBezTo>
                    <a:pt x="411" y="16"/>
                    <a:pt x="415" y="16"/>
                    <a:pt x="417" y="17"/>
                  </a:cubicBezTo>
                  <a:cubicBezTo>
                    <a:pt x="418" y="17"/>
                    <a:pt x="419" y="17"/>
                    <a:pt x="421" y="18"/>
                  </a:cubicBezTo>
                  <a:cubicBezTo>
                    <a:pt x="421" y="19"/>
                    <a:pt x="421" y="21"/>
                    <a:pt x="421" y="23"/>
                  </a:cubicBezTo>
                  <a:cubicBezTo>
                    <a:pt x="421" y="25"/>
                    <a:pt x="422" y="31"/>
                    <a:pt x="421" y="33"/>
                  </a:cubicBezTo>
                  <a:cubicBezTo>
                    <a:pt x="421" y="34"/>
                    <a:pt x="419" y="35"/>
                    <a:pt x="418" y="36"/>
                  </a:cubicBezTo>
                  <a:cubicBezTo>
                    <a:pt x="418" y="37"/>
                    <a:pt x="418" y="40"/>
                    <a:pt x="418" y="42"/>
                  </a:cubicBezTo>
                  <a:cubicBezTo>
                    <a:pt x="419" y="44"/>
                    <a:pt x="422" y="47"/>
                    <a:pt x="424" y="49"/>
                  </a:cubicBezTo>
                  <a:cubicBezTo>
                    <a:pt x="426" y="51"/>
                    <a:pt x="431" y="53"/>
                    <a:pt x="433" y="55"/>
                  </a:cubicBezTo>
                  <a:cubicBezTo>
                    <a:pt x="434" y="58"/>
                    <a:pt x="434" y="63"/>
                    <a:pt x="433" y="66"/>
                  </a:cubicBezTo>
                  <a:cubicBezTo>
                    <a:pt x="432" y="67"/>
                    <a:pt x="430" y="69"/>
                    <a:pt x="429" y="70"/>
                  </a:cubicBezTo>
                  <a:cubicBezTo>
                    <a:pt x="428" y="72"/>
                    <a:pt x="428" y="76"/>
                    <a:pt x="429" y="78"/>
                  </a:cubicBezTo>
                  <a:cubicBezTo>
                    <a:pt x="429" y="81"/>
                    <a:pt x="434" y="87"/>
                    <a:pt x="434" y="91"/>
                  </a:cubicBezTo>
                  <a:cubicBezTo>
                    <a:pt x="434" y="92"/>
                    <a:pt x="433" y="95"/>
                    <a:pt x="433" y="97"/>
                  </a:cubicBezTo>
                  <a:cubicBezTo>
                    <a:pt x="434" y="99"/>
                    <a:pt x="437" y="101"/>
                    <a:pt x="439" y="102"/>
                  </a:cubicBezTo>
                  <a:cubicBezTo>
                    <a:pt x="440" y="102"/>
                    <a:pt x="443" y="100"/>
                    <a:pt x="445" y="99"/>
                  </a:cubicBezTo>
                  <a:cubicBezTo>
                    <a:pt x="446" y="98"/>
                    <a:pt x="447" y="94"/>
                    <a:pt x="449" y="93"/>
                  </a:cubicBezTo>
                  <a:cubicBezTo>
                    <a:pt x="451" y="92"/>
                    <a:pt x="455" y="91"/>
                    <a:pt x="457" y="92"/>
                  </a:cubicBezTo>
                  <a:cubicBezTo>
                    <a:pt x="459" y="92"/>
                    <a:pt x="461" y="95"/>
                    <a:pt x="462" y="96"/>
                  </a:cubicBezTo>
                  <a:cubicBezTo>
                    <a:pt x="464" y="96"/>
                    <a:pt x="468" y="94"/>
                    <a:pt x="470" y="93"/>
                  </a:cubicBezTo>
                  <a:cubicBezTo>
                    <a:pt x="472" y="93"/>
                    <a:pt x="476" y="94"/>
                    <a:pt x="478" y="93"/>
                  </a:cubicBezTo>
                  <a:cubicBezTo>
                    <a:pt x="480" y="93"/>
                    <a:pt x="485" y="92"/>
                    <a:pt x="487" y="90"/>
                  </a:cubicBezTo>
                  <a:cubicBezTo>
                    <a:pt x="489" y="88"/>
                    <a:pt x="491" y="82"/>
                    <a:pt x="493" y="80"/>
                  </a:cubicBezTo>
                  <a:cubicBezTo>
                    <a:pt x="495" y="78"/>
                    <a:pt x="499" y="76"/>
                    <a:pt x="500" y="74"/>
                  </a:cubicBezTo>
                  <a:cubicBezTo>
                    <a:pt x="502" y="71"/>
                    <a:pt x="502" y="63"/>
                    <a:pt x="503" y="59"/>
                  </a:cubicBezTo>
                  <a:cubicBezTo>
                    <a:pt x="504" y="57"/>
                    <a:pt x="505" y="52"/>
                    <a:pt x="507" y="50"/>
                  </a:cubicBezTo>
                  <a:cubicBezTo>
                    <a:pt x="508" y="47"/>
                    <a:pt x="513" y="41"/>
                    <a:pt x="516" y="38"/>
                  </a:cubicBezTo>
                  <a:cubicBezTo>
                    <a:pt x="518" y="35"/>
                    <a:pt x="523" y="30"/>
                    <a:pt x="526" y="29"/>
                  </a:cubicBezTo>
                  <a:cubicBezTo>
                    <a:pt x="529" y="28"/>
                    <a:pt x="534" y="29"/>
                    <a:pt x="536" y="30"/>
                  </a:cubicBezTo>
                  <a:cubicBezTo>
                    <a:pt x="537" y="31"/>
                    <a:pt x="536" y="34"/>
                    <a:pt x="536" y="34"/>
                  </a:cubicBezTo>
                  <a:cubicBezTo>
                    <a:pt x="538" y="37"/>
                    <a:pt x="546" y="38"/>
                    <a:pt x="548" y="41"/>
                  </a:cubicBezTo>
                  <a:cubicBezTo>
                    <a:pt x="550" y="43"/>
                    <a:pt x="551" y="49"/>
                    <a:pt x="551" y="52"/>
                  </a:cubicBezTo>
                  <a:cubicBezTo>
                    <a:pt x="552" y="54"/>
                    <a:pt x="551" y="60"/>
                    <a:pt x="552" y="61"/>
                  </a:cubicBezTo>
                  <a:cubicBezTo>
                    <a:pt x="554" y="62"/>
                    <a:pt x="557" y="61"/>
                    <a:pt x="559" y="61"/>
                  </a:cubicBezTo>
                  <a:cubicBezTo>
                    <a:pt x="560" y="62"/>
                    <a:pt x="562" y="65"/>
                    <a:pt x="562" y="66"/>
                  </a:cubicBezTo>
                  <a:cubicBezTo>
                    <a:pt x="563" y="68"/>
                    <a:pt x="562" y="72"/>
                    <a:pt x="562" y="73"/>
                  </a:cubicBezTo>
                  <a:cubicBezTo>
                    <a:pt x="562" y="76"/>
                    <a:pt x="561" y="81"/>
                    <a:pt x="562" y="83"/>
                  </a:cubicBezTo>
                  <a:cubicBezTo>
                    <a:pt x="562" y="84"/>
                    <a:pt x="565" y="86"/>
                    <a:pt x="565" y="87"/>
                  </a:cubicBezTo>
                  <a:cubicBezTo>
                    <a:pt x="567" y="89"/>
                    <a:pt x="568" y="92"/>
                    <a:pt x="569" y="93"/>
                  </a:cubicBezTo>
                  <a:cubicBezTo>
                    <a:pt x="570" y="94"/>
                    <a:pt x="571" y="95"/>
                    <a:pt x="572" y="96"/>
                  </a:cubicBezTo>
                  <a:cubicBezTo>
                    <a:pt x="574" y="97"/>
                    <a:pt x="576" y="98"/>
                    <a:pt x="577" y="99"/>
                  </a:cubicBezTo>
                  <a:cubicBezTo>
                    <a:pt x="579" y="101"/>
                    <a:pt x="580" y="106"/>
                    <a:pt x="581" y="108"/>
                  </a:cubicBezTo>
                  <a:cubicBezTo>
                    <a:pt x="582" y="110"/>
                    <a:pt x="586" y="112"/>
                    <a:pt x="587" y="114"/>
                  </a:cubicBezTo>
                  <a:cubicBezTo>
                    <a:pt x="589" y="116"/>
                    <a:pt x="590" y="120"/>
                    <a:pt x="590" y="123"/>
                  </a:cubicBezTo>
                  <a:cubicBezTo>
                    <a:pt x="590" y="125"/>
                    <a:pt x="588" y="128"/>
                    <a:pt x="588" y="129"/>
                  </a:cubicBezTo>
                  <a:cubicBezTo>
                    <a:pt x="588" y="132"/>
                    <a:pt x="591" y="137"/>
                    <a:pt x="592" y="139"/>
                  </a:cubicBezTo>
                  <a:cubicBezTo>
                    <a:pt x="594" y="141"/>
                    <a:pt x="600" y="142"/>
                    <a:pt x="602" y="144"/>
                  </a:cubicBezTo>
                  <a:cubicBezTo>
                    <a:pt x="603" y="146"/>
                    <a:pt x="602" y="151"/>
                    <a:pt x="602" y="153"/>
                  </a:cubicBezTo>
                  <a:cubicBezTo>
                    <a:pt x="601" y="155"/>
                    <a:pt x="598" y="157"/>
                    <a:pt x="598" y="159"/>
                  </a:cubicBezTo>
                  <a:cubicBezTo>
                    <a:pt x="597" y="161"/>
                    <a:pt x="599" y="165"/>
                    <a:pt x="599" y="167"/>
                  </a:cubicBezTo>
                  <a:cubicBezTo>
                    <a:pt x="599" y="170"/>
                    <a:pt x="595" y="174"/>
                    <a:pt x="594" y="177"/>
                  </a:cubicBezTo>
                  <a:cubicBezTo>
                    <a:pt x="594" y="179"/>
                    <a:pt x="595" y="183"/>
                    <a:pt x="596" y="185"/>
                  </a:cubicBezTo>
                  <a:cubicBezTo>
                    <a:pt x="597" y="187"/>
                    <a:pt x="600" y="191"/>
                    <a:pt x="602" y="192"/>
                  </a:cubicBezTo>
                  <a:cubicBezTo>
                    <a:pt x="604" y="193"/>
                    <a:pt x="609" y="191"/>
                    <a:pt x="611" y="192"/>
                  </a:cubicBezTo>
                  <a:cubicBezTo>
                    <a:pt x="613" y="193"/>
                    <a:pt x="617" y="196"/>
                    <a:pt x="618" y="199"/>
                  </a:cubicBezTo>
                  <a:cubicBezTo>
                    <a:pt x="618" y="200"/>
                    <a:pt x="616" y="203"/>
                    <a:pt x="616" y="205"/>
                  </a:cubicBezTo>
                  <a:cubicBezTo>
                    <a:pt x="617" y="206"/>
                    <a:pt x="622" y="207"/>
                    <a:pt x="624" y="207"/>
                  </a:cubicBezTo>
                  <a:cubicBezTo>
                    <a:pt x="625" y="207"/>
                    <a:pt x="628" y="204"/>
                    <a:pt x="630" y="204"/>
                  </a:cubicBezTo>
                  <a:cubicBezTo>
                    <a:pt x="631" y="204"/>
                    <a:pt x="635" y="205"/>
                    <a:pt x="636" y="206"/>
                  </a:cubicBezTo>
                  <a:cubicBezTo>
                    <a:pt x="636" y="207"/>
                    <a:pt x="636" y="210"/>
                    <a:pt x="636" y="211"/>
                  </a:cubicBezTo>
                  <a:cubicBezTo>
                    <a:pt x="635" y="212"/>
                    <a:pt x="632" y="212"/>
                    <a:pt x="631" y="213"/>
                  </a:cubicBezTo>
                  <a:cubicBezTo>
                    <a:pt x="631" y="214"/>
                    <a:pt x="632" y="218"/>
                    <a:pt x="631" y="219"/>
                  </a:cubicBezTo>
                  <a:cubicBezTo>
                    <a:pt x="630" y="220"/>
                    <a:pt x="626" y="222"/>
                    <a:pt x="626" y="223"/>
                  </a:cubicBezTo>
                  <a:cubicBezTo>
                    <a:pt x="625" y="226"/>
                    <a:pt x="629" y="233"/>
                    <a:pt x="632" y="234"/>
                  </a:cubicBezTo>
                  <a:cubicBezTo>
                    <a:pt x="634" y="235"/>
                    <a:pt x="638" y="234"/>
                    <a:pt x="640" y="234"/>
                  </a:cubicBezTo>
                  <a:cubicBezTo>
                    <a:pt x="642" y="235"/>
                    <a:pt x="645" y="237"/>
                    <a:pt x="646" y="238"/>
                  </a:cubicBezTo>
                  <a:cubicBezTo>
                    <a:pt x="649" y="239"/>
                    <a:pt x="654" y="242"/>
                    <a:pt x="654" y="244"/>
                  </a:cubicBezTo>
                  <a:cubicBezTo>
                    <a:pt x="655" y="246"/>
                    <a:pt x="653" y="252"/>
                    <a:pt x="651" y="253"/>
                  </a:cubicBezTo>
                  <a:cubicBezTo>
                    <a:pt x="649" y="255"/>
                    <a:pt x="642" y="255"/>
                    <a:pt x="640" y="257"/>
                  </a:cubicBezTo>
                  <a:cubicBezTo>
                    <a:pt x="640" y="258"/>
                    <a:pt x="640" y="260"/>
                    <a:pt x="640" y="261"/>
                  </a:cubicBezTo>
                  <a:cubicBezTo>
                    <a:pt x="639" y="262"/>
                    <a:pt x="638" y="266"/>
                    <a:pt x="636" y="268"/>
                  </a:cubicBezTo>
                  <a:cubicBezTo>
                    <a:pt x="636" y="269"/>
                    <a:pt x="634" y="271"/>
                    <a:pt x="633" y="271"/>
                  </a:cubicBezTo>
                  <a:cubicBezTo>
                    <a:pt x="630" y="273"/>
                    <a:pt x="624" y="272"/>
                    <a:pt x="621" y="273"/>
                  </a:cubicBezTo>
                  <a:cubicBezTo>
                    <a:pt x="620" y="273"/>
                    <a:pt x="619" y="274"/>
                    <a:pt x="618" y="275"/>
                  </a:cubicBezTo>
                  <a:cubicBezTo>
                    <a:pt x="617" y="278"/>
                    <a:pt x="620" y="284"/>
                    <a:pt x="618" y="286"/>
                  </a:cubicBezTo>
                  <a:cubicBezTo>
                    <a:pt x="618" y="288"/>
                    <a:pt x="615" y="289"/>
                    <a:pt x="614" y="290"/>
                  </a:cubicBezTo>
                  <a:cubicBezTo>
                    <a:pt x="612" y="291"/>
                    <a:pt x="607" y="293"/>
                    <a:pt x="605" y="293"/>
                  </a:cubicBezTo>
                  <a:cubicBezTo>
                    <a:pt x="602" y="292"/>
                    <a:pt x="597" y="287"/>
                    <a:pt x="594" y="287"/>
                  </a:cubicBezTo>
                  <a:cubicBezTo>
                    <a:pt x="592" y="286"/>
                    <a:pt x="588" y="285"/>
                    <a:pt x="586" y="287"/>
                  </a:cubicBezTo>
                  <a:cubicBezTo>
                    <a:pt x="585" y="288"/>
                    <a:pt x="586" y="292"/>
                    <a:pt x="585" y="294"/>
                  </a:cubicBezTo>
                  <a:cubicBezTo>
                    <a:pt x="585" y="296"/>
                    <a:pt x="582" y="298"/>
                    <a:pt x="582" y="299"/>
                  </a:cubicBezTo>
                  <a:cubicBezTo>
                    <a:pt x="582" y="302"/>
                    <a:pt x="586" y="306"/>
                    <a:pt x="587" y="308"/>
                  </a:cubicBezTo>
                  <a:cubicBezTo>
                    <a:pt x="587" y="310"/>
                    <a:pt x="587" y="313"/>
                    <a:pt x="587" y="315"/>
                  </a:cubicBezTo>
                  <a:cubicBezTo>
                    <a:pt x="586" y="316"/>
                    <a:pt x="586" y="319"/>
                    <a:pt x="584" y="320"/>
                  </a:cubicBezTo>
                  <a:cubicBezTo>
                    <a:pt x="583" y="321"/>
                    <a:pt x="579" y="320"/>
                    <a:pt x="577" y="320"/>
                  </a:cubicBezTo>
                  <a:cubicBezTo>
                    <a:pt x="575" y="320"/>
                    <a:pt x="570" y="319"/>
                    <a:pt x="568" y="320"/>
                  </a:cubicBezTo>
                  <a:cubicBezTo>
                    <a:pt x="565" y="322"/>
                    <a:pt x="562" y="329"/>
                    <a:pt x="559" y="331"/>
                  </a:cubicBezTo>
                  <a:cubicBezTo>
                    <a:pt x="557" y="332"/>
                    <a:pt x="553" y="333"/>
                    <a:pt x="551" y="334"/>
                  </a:cubicBezTo>
                  <a:cubicBezTo>
                    <a:pt x="549" y="334"/>
                    <a:pt x="545" y="334"/>
                    <a:pt x="544" y="335"/>
                  </a:cubicBezTo>
                  <a:cubicBezTo>
                    <a:pt x="542" y="336"/>
                    <a:pt x="540" y="341"/>
                    <a:pt x="538" y="342"/>
                  </a:cubicBezTo>
                  <a:cubicBezTo>
                    <a:pt x="536" y="343"/>
                    <a:pt x="529" y="340"/>
                    <a:pt x="527" y="338"/>
                  </a:cubicBezTo>
                  <a:cubicBezTo>
                    <a:pt x="526" y="338"/>
                    <a:pt x="526" y="335"/>
                    <a:pt x="525" y="334"/>
                  </a:cubicBezTo>
                  <a:cubicBezTo>
                    <a:pt x="522" y="332"/>
                    <a:pt x="512" y="331"/>
                    <a:pt x="509" y="334"/>
                  </a:cubicBezTo>
                  <a:cubicBezTo>
                    <a:pt x="508" y="336"/>
                    <a:pt x="508" y="340"/>
                    <a:pt x="509" y="342"/>
                  </a:cubicBezTo>
                  <a:cubicBezTo>
                    <a:pt x="509" y="344"/>
                    <a:pt x="510" y="348"/>
                    <a:pt x="510" y="350"/>
                  </a:cubicBezTo>
                  <a:cubicBezTo>
                    <a:pt x="510" y="352"/>
                    <a:pt x="510" y="355"/>
                    <a:pt x="510" y="356"/>
                  </a:cubicBezTo>
                  <a:cubicBezTo>
                    <a:pt x="511" y="358"/>
                    <a:pt x="513" y="361"/>
                    <a:pt x="514" y="362"/>
                  </a:cubicBezTo>
                  <a:cubicBezTo>
                    <a:pt x="516" y="366"/>
                    <a:pt x="520" y="373"/>
                    <a:pt x="519" y="377"/>
                  </a:cubicBezTo>
                  <a:cubicBezTo>
                    <a:pt x="518" y="378"/>
                    <a:pt x="513" y="379"/>
                    <a:pt x="512" y="380"/>
                  </a:cubicBezTo>
                  <a:cubicBezTo>
                    <a:pt x="510" y="381"/>
                    <a:pt x="508" y="384"/>
                    <a:pt x="506" y="385"/>
                  </a:cubicBezTo>
                  <a:cubicBezTo>
                    <a:pt x="505" y="385"/>
                    <a:pt x="504" y="385"/>
                    <a:pt x="503" y="385"/>
                  </a:cubicBezTo>
                  <a:cubicBezTo>
                    <a:pt x="501" y="385"/>
                    <a:pt x="497" y="382"/>
                    <a:pt x="495" y="382"/>
                  </a:cubicBezTo>
                  <a:cubicBezTo>
                    <a:pt x="492" y="381"/>
                    <a:pt x="487" y="381"/>
                    <a:pt x="484" y="382"/>
                  </a:cubicBezTo>
                  <a:cubicBezTo>
                    <a:pt x="481" y="382"/>
                    <a:pt x="474" y="385"/>
                    <a:pt x="471" y="385"/>
                  </a:cubicBezTo>
                  <a:cubicBezTo>
                    <a:pt x="467" y="385"/>
                    <a:pt x="459" y="384"/>
                    <a:pt x="455" y="383"/>
                  </a:cubicBezTo>
                  <a:cubicBezTo>
                    <a:pt x="453" y="382"/>
                    <a:pt x="450" y="381"/>
                    <a:pt x="448" y="381"/>
                  </a:cubicBezTo>
                  <a:cubicBezTo>
                    <a:pt x="447" y="381"/>
                    <a:pt x="445" y="382"/>
                    <a:pt x="445" y="383"/>
                  </a:cubicBezTo>
                  <a:cubicBezTo>
                    <a:pt x="444" y="385"/>
                    <a:pt x="447" y="389"/>
                    <a:pt x="446" y="391"/>
                  </a:cubicBezTo>
                  <a:cubicBezTo>
                    <a:pt x="446" y="393"/>
                    <a:pt x="446" y="400"/>
                    <a:pt x="443" y="401"/>
                  </a:cubicBezTo>
                  <a:cubicBezTo>
                    <a:pt x="442" y="401"/>
                    <a:pt x="440" y="400"/>
                    <a:pt x="439" y="399"/>
                  </a:cubicBezTo>
                  <a:cubicBezTo>
                    <a:pt x="439" y="398"/>
                    <a:pt x="440" y="393"/>
                    <a:pt x="439" y="392"/>
                  </a:cubicBezTo>
                  <a:cubicBezTo>
                    <a:pt x="438" y="391"/>
                    <a:pt x="436" y="391"/>
                    <a:pt x="435" y="391"/>
                  </a:cubicBezTo>
                  <a:cubicBezTo>
                    <a:pt x="433" y="391"/>
                    <a:pt x="430" y="392"/>
                    <a:pt x="428" y="392"/>
                  </a:cubicBezTo>
                  <a:cubicBezTo>
                    <a:pt x="427" y="392"/>
                    <a:pt x="423" y="395"/>
                    <a:pt x="421" y="394"/>
                  </a:cubicBezTo>
                  <a:cubicBezTo>
                    <a:pt x="420" y="394"/>
                    <a:pt x="418" y="392"/>
                    <a:pt x="417" y="391"/>
                  </a:cubicBezTo>
                  <a:cubicBezTo>
                    <a:pt x="415" y="390"/>
                    <a:pt x="412" y="387"/>
                    <a:pt x="410" y="387"/>
                  </a:cubicBezTo>
                  <a:cubicBezTo>
                    <a:pt x="406" y="386"/>
                    <a:pt x="399" y="385"/>
                    <a:pt x="397" y="387"/>
                  </a:cubicBezTo>
                  <a:cubicBezTo>
                    <a:pt x="396" y="387"/>
                    <a:pt x="396" y="390"/>
                    <a:pt x="395" y="391"/>
                  </a:cubicBezTo>
                  <a:cubicBezTo>
                    <a:pt x="394" y="392"/>
                    <a:pt x="390" y="395"/>
                    <a:pt x="388" y="394"/>
                  </a:cubicBezTo>
                  <a:cubicBezTo>
                    <a:pt x="386" y="393"/>
                    <a:pt x="386" y="388"/>
                    <a:pt x="385" y="386"/>
                  </a:cubicBezTo>
                  <a:cubicBezTo>
                    <a:pt x="383" y="385"/>
                    <a:pt x="379" y="384"/>
                    <a:pt x="377" y="384"/>
                  </a:cubicBezTo>
                  <a:cubicBezTo>
                    <a:pt x="375" y="384"/>
                    <a:pt x="373" y="387"/>
                    <a:pt x="373" y="389"/>
                  </a:cubicBezTo>
                  <a:cubicBezTo>
                    <a:pt x="372" y="391"/>
                    <a:pt x="373" y="395"/>
                    <a:pt x="373" y="397"/>
                  </a:cubicBezTo>
                  <a:cubicBezTo>
                    <a:pt x="372" y="398"/>
                    <a:pt x="370" y="401"/>
                    <a:pt x="369" y="402"/>
                  </a:cubicBezTo>
                  <a:cubicBezTo>
                    <a:pt x="368" y="403"/>
                    <a:pt x="365" y="405"/>
                    <a:pt x="364" y="405"/>
                  </a:cubicBezTo>
                  <a:cubicBezTo>
                    <a:pt x="361" y="407"/>
                    <a:pt x="356" y="409"/>
                    <a:pt x="355" y="411"/>
                  </a:cubicBezTo>
                  <a:cubicBezTo>
                    <a:pt x="354" y="412"/>
                    <a:pt x="355" y="416"/>
                    <a:pt x="355" y="417"/>
                  </a:cubicBezTo>
                  <a:cubicBezTo>
                    <a:pt x="355" y="420"/>
                    <a:pt x="352" y="424"/>
                    <a:pt x="352" y="427"/>
                  </a:cubicBezTo>
                  <a:cubicBezTo>
                    <a:pt x="352" y="430"/>
                    <a:pt x="353" y="435"/>
                    <a:pt x="354" y="438"/>
                  </a:cubicBezTo>
                  <a:cubicBezTo>
                    <a:pt x="354" y="440"/>
                    <a:pt x="356" y="444"/>
                    <a:pt x="358" y="446"/>
                  </a:cubicBezTo>
                  <a:cubicBezTo>
                    <a:pt x="359" y="448"/>
                    <a:pt x="362" y="451"/>
                    <a:pt x="364" y="452"/>
                  </a:cubicBezTo>
                  <a:cubicBezTo>
                    <a:pt x="367" y="453"/>
                    <a:pt x="373" y="451"/>
                    <a:pt x="376" y="452"/>
                  </a:cubicBezTo>
                  <a:cubicBezTo>
                    <a:pt x="377" y="452"/>
                    <a:pt x="379" y="452"/>
                    <a:pt x="380" y="453"/>
                  </a:cubicBezTo>
                  <a:cubicBezTo>
                    <a:pt x="381" y="454"/>
                    <a:pt x="381" y="457"/>
                    <a:pt x="382" y="457"/>
                  </a:cubicBezTo>
                  <a:cubicBezTo>
                    <a:pt x="384" y="459"/>
                    <a:pt x="389" y="458"/>
                    <a:pt x="391" y="459"/>
                  </a:cubicBezTo>
                  <a:cubicBezTo>
                    <a:pt x="392" y="460"/>
                    <a:pt x="393" y="463"/>
                    <a:pt x="393" y="464"/>
                  </a:cubicBezTo>
                  <a:cubicBezTo>
                    <a:pt x="393" y="465"/>
                    <a:pt x="393" y="467"/>
                    <a:pt x="393" y="469"/>
                  </a:cubicBezTo>
                  <a:cubicBezTo>
                    <a:pt x="393" y="471"/>
                    <a:pt x="395" y="475"/>
                    <a:pt x="396" y="477"/>
                  </a:cubicBezTo>
                  <a:cubicBezTo>
                    <a:pt x="396" y="478"/>
                    <a:pt x="397" y="481"/>
                    <a:pt x="398" y="482"/>
                  </a:cubicBezTo>
                  <a:cubicBezTo>
                    <a:pt x="398" y="484"/>
                    <a:pt x="401" y="486"/>
                    <a:pt x="401" y="488"/>
                  </a:cubicBezTo>
                  <a:cubicBezTo>
                    <a:pt x="401" y="489"/>
                    <a:pt x="401" y="492"/>
                    <a:pt x="401" y="493"/>
                  </a:cubicBezTo>
                  <a:cubicBezTo>
                    <a:pt x="401" y="494"/>
                    <a:pt x="400" y="496"/>
                    <a:pt x="399" y="497"/>
                  </a:cubicBezTo>
                  <a:cubicBezTo>
                    <a:pt x="398" y="498"/>
                    <a:pt x="395" y="499"/>
                    <a:pt x="395" y="501"/>
                  </a:cubicBezTo>
                  <a:cubicBezTo>
                    <a:pt x="394" y="501"/>
                    <a:pt x="393" y="503"/>
                    <a:pt x="394" y="504"/>
                  </a:cubicBezTo>
                  <a:cubicBezTo>
                    <a:pt x="394" y="506"/>
                    <a:pt x="399" y="507"/>
                    <a:pt x="399" y="508"/>
                  </a:cubicBezTo>
                  <a:cubicBezTo>
                    <a:pt x="400" y="510"/>
                    <a:pt x="400" y="514"/>
                    <a:pt x="400" y="515"/>
                  </a:cubicBezTo>
                  <a:cubicBezTo>
                    <a:pt x="400" y="516"/>
                    <a:pt x="400" y="517"/>
                    <a:pt x="399" y="518"/>
                  </a:cubicBezTo>
                  <a:cubicBezTo>
                    <a:pt x="399" y="518"/>
                    <a:pt x="397" y="519"/>
                    <a:pt x="396" y="519"/>
                  </a:cubicBezTo>
                  <a:cubicBezTo>
                    <a:pt x="395" y="519"/>
                    <a:pt x="392" y="518"/>
                    <a:pt x="390" y="519"/>
                  </a:cubicBezTo>
                  <a:cubicBezTo>
                    <a:pt x="389" y="519"/>
                    <a:pt x="390" y="522"/>
                    <a:pt x="389" y="523"/>
                  </a:cubicBezTo>
                  <a:cubicBezTo>
                    <a:pt x="388" y="523"/>
                    <a:pt x="386" y="522"/>
                    <a:pt x="385" y="523"/>
                  </a:cubicBezTo>
                  <a:cubicBezTo>
                    <a:pt x="384" y="523"/>
                    <a:pt x="382" y="526"/>
                    <a:pt x="382" y="527"/>
                  </a:cubicBezTo>
                  <a:cubicBezTo>
                    <a:pt x="382" y="528"/>
                    <a:pt x="386" y="531"/>
                    <a:pt x="386" y="533"/>
                  </a:cubicBezTo>
                  <a:cubicBezTo>
                    <a:pt x="386" y="534"/>
                    <a:pt x="386" y="537"/>
                    <a:pt x="386" y="538"/>
                  </a:cubicBezTo>
                  <a:cubicBezTo>
                    <a:pt x="386" y="540"/>
                    <a:pt x="386" y="543"/>
                    <a:pt x="387" y="544"/>
                  </a:cubicBezTo>
                  <a:cubicBezTo>
                    <a:pt x="388" y="545"/>
                    <a:pt x="391" y="546"/>
                    <a:pt x="392" y="546"/>
                  </a:cubicBezTo>
                  <a:cubicBezTo>
                    <a:pt x="394" y="547"/>
                    <a:pt x="395" y="550"/>
                    <a:pt x="396" y="551"/>
                  </a:cubicBezTo>
                  <a:cubicBezTo>
                    <a:pt x="398" y="551"/>
                    <a:pt x="401" y="551"/>
                    <a:pt x="402" y="551"/>
                  </a:cubicBezTo>
                  <a:cubicBezTo>
                    <a:pt x="403" y="550"/>
                    <a:pt x="404" y="549"/>
                    <a:pt x="405" y="548"/>
                  </a:cubicBezTo>
                  <a:cubicBezTo>
                    <a:pt x="407" y="548"/>
                    <a:pt x="410" y="548"/>
                    <a:pt x="412" y="548"/>
                  </a:cubicBezTo>
                  <a:cubicBezTo>
                    <a:pt x="413" y="548"/>
                    <a:pt x="416" y="550"/>
                    <a:pt x="418" y="551"/>
                  </a:cubicBezTo>
                  <a:cubicBezTo>
                    <a:pt x="418" y="552"/>
                    <a:pt x="419" y="554"/>
                    <a:pt x="420" y="555"/>
                  </a:cubicBezTo>
                  <a:cubicBezTo>
                    <a:pt x="421" y="556"/>
                    <a:pt x="425" y="556"/>
                    <a:pt x="426" y="557"/>
                  </a:cubicBezTo>
                  <a:cubicBezTo>
                    <a:pt x="427" y="558"/>
                    <a:pt x="429" y="560"/>
                    <a:pt x="429" y="562"/>
                  </a:cubicBezTo>
                  <a:cubicBezTo>
                    <a:pt x="429" y="563"/>
                    <a:pt x="426" y="564"/>
                    <a:pt x="425" y="565"/>
                  </a:cubicBezTo>
                  <a:cubicBezTo>
                    <a:pt x="424" y="566"/>
                    <a:pt x="421" y="567"/>
                    <a:pt x="420" y="567"/>
                  </a:cubicBezTo>
                  <a:cubicBezTo>
                    <a:pt x="418" y="567"/>
                    <a:pt x="415" y="565"/>
                    <a:pt x="413" y="564"/>
                  </a:cubicBezTo>
                  <a:cubicBezTo>
                    <a:pt x="411" y="564"/>
                    <a:pt x="406" y="563"/>
                    <a:pt x="405" y="564"/>
                  </a:cubicBezTo>
                  <a:cubicBezTo>
                    <a:pt x="404" y="565"/>
                    <a:pt x="403" y="567"/>
                    <a:pt x="403" y="567"/>
                  </a:cubicBezTo>
                  <a:cubicBezTo>
                    <a:pt x="401" y="569"/>
                    <a:pt x="397" y="572"/>
                    <a:pt x="396" y="574"/>
                  </a:cubicBezTo>
                  <a:cubicBezTo>
                    <a:pt x="395" y="575"/>
                    <a:pt x="396" y="578"/>
                    <a:pt x="396" y="579"/>
                  </a:cubicBezTo>
                  <a:cubicBezTo>
                    <a:pt x="395" y="581"/>
                    <a:pt x="395" y="584"/>
                    <a:pt x="394" y="585"/>
                  </a:cubicBezTo>
                  <a:cubicBezTo>
                    <a:pt x="393" y="586"/>
                    <a:pt x="391" y="585"/>
                    <a:pt x="390" y="585"/>
                  </a:cubicBezTo>
                  <a:cubicBezTo>
                    <a:pt x="389" y="585"/>
                    <a:pt x="387" y="588"/>
                    <a:pt x="386" y="588"/>
                  </a:cubicBezTo>
                  <a:cubicBezTo>
                    <a:pt x="384" y="588"/>
                    <a:pt x="381" y="586"/>
                    <a:pt x="380" y="586"/>
                  </a:cubicBezTo>
                  <a:cubicBezTo>
                    <a:pt x="378" y="585"/>
                    <a:pt x="375" y="584"/>
                    <a:pt x="374" y="584"/>
                  </a:cubicBezTo>
                  <a:cubicBezTo>
                    <a:pt x="372" y="584"/>
                    <a:pt x="367" y="585"/>
                    <a:pt x="365" y="586"/>
                  </a:cubicBezTo>
                  <a:cubicBezTo>
                    <a:pt x="364" y="586"/>
                    <a:pt x="362" y="587"/>
                    <a:pt x="360" y="587"/>
                  </a:cubicBezTo>
                  <a:cubicBezTo>
                    <a:pt x="359" y="587"/>
                    <a:pt x="358" y="587"/>
                    <a:pt x="357" y="587"/>
                  </a:cubicBezTo>
                  <a:cubicBezTo>
                    <a:pt x="357" y="587"/>
                    <a:pt x="357" y="586"/>
                    <a:pt x="357" y="586"/>
                  </a:cubicBezTo>
                  <a:cubicBezTo>
                    <a:pt x="358" y="585"/>
                    <a:pt x="357" y="583"/>
                    <a:pt x="356" y="582"/>
                  </a:cubicBezTo>
                  <a:cubicBezTo>
                    <a:pt x="356" y="579"/>
                    <a:pt x="355" y="575"/>
                    <a:pt x="354" y="573"/>
                  </a:cubicBezTo>
                  <a:cubicBezTo>
                    <a:pt x="352" y="572"/>
                    <a:pt x="346" y="570"/>
                    <a:pt x="344" y="571"/>
                  </a:cubicBezTo>
                  <a:cubicBezTo>
                    <a:pt x="343" y="571"/>
                    <a:pt x="343" y="573"/>
                    <a:pt x="342" y="573"/>
                  </a:cubicBezTo>
                  <a:cubicBezTo>
                    <a:pt x="339" y="575"/>
                    <a:pt x="331" y="575"/>
                    <a:pt x="329" y="573"/>
                  </a:cubicBezTo>
                  <a:cubicBezTo>
                    <a:pt x="327" y="572"/>
                    <a:pt x="327" y="567"/>
                    <a:pt x="326" y="565"/>
                  </a:cubicBezTo>
                  <a:cubicBezTo>
                    <a:pt x="325" y="565"/>
                    <a:pt x="322" y="565"/>
                    <a:pt x="321" y="565"/>
                  </a:cubicBezTo>
                  <a:cubicBezTo>
                    <a:pt x="319" y="566"/>
                    <a:pt x="313" y="566"/>
                    <a:pt x="311" y="568"/>
                  </a:cubicBezTo>
                  <a:cubicBezTo>
                    <a:pt x="310" y="569"/>
                    <a:pt x="310" y="572"/>
                    <a:pt x="309" y="573"/>
                  </a:cubicBezTo>
                  <a:cubicBezTo>
                    <a:pt x="308" y="574"/>
                    <a:pt x="306" y="577"/>
                    <a:pt x="305" y="577"/>
                  </a:cubicBezTo>
                  <a:cubicBezTo>
                    <a:pt x="304" y="577"/>
                    <a:pt x="301" y="576"/>
                    <a:pt x="301" y="575"/>
                  </a:cubicBezTo>
                  <a:cubicBezTo>
                    <a:pt x="301" y="575"/>
                    <a:pt x="299" y="568"/>
                    <a:pt x="298" y="565"/>
                  </a:cubicBezTo>
                  <a:cubicBezTo>
                    <a:pt x="297" y="563"/>
                    <a:pt x="293" y="558"/>
                    <a:pt x="291" y="557"/>
                  </a:cubicBezTo>
                  <a:cubicBezTo>
                    <a:pt x="289" y="555"/>
                    <a:pt x="284" y="551"/>
                    <a:pt x="282" y="551"/>
                  </a:cubicBezTo>
                  <a:cubicBezTo>
                    <a:pt x="280" y="551"/>
                    <a:pt x="278" y="553"/>
                    <a:pt x="276" y="553"/>
                  </a:cubicBezTo>
                  <a:cubicBezTo>
                    <a:pt x="273" y="553"/>
                    <a:pt x="270" y="548"/>
                    <a:pt x="267" y="548"/>
                  </a:cubicBezTo>
                  <a:cubicBezTo>
                    <a:pt x="265" y="548"/>
                    <a:pt x="262" y="552"/>
                    <a:pt x="260" y="552"/>
                  </a:cubicBezTo>
                  <a:cubicBezTo>
                    <a:pt x="259" y="552"/>
                    <a:pt x="255" y="550"/>
                    <a:pt x="254" y="549"/>
                  </a:cubicBezTo>
                  <a:cubicBezTo>
                    <a:pt x="251" y="547"/>
                    <a:pt x="249" y="542"/>
                    <a:pt x="247" y="540"/>
                  </a:cubicBezTo>
                  <a:cubicBezTo>
                    <a:pt x="246" y="539"/>
                    <a:pt x="244" y="537"/>
                    <a:pt x="243" y="536"/>
                  </a:cubicBezTo>
                  <a:cubicBezTo>
                    <a:pt x="242" y="535"/>
                    <a:pt x="237" y="533"/>
                    <a:pt x="235" y="533"/>
                  </a:cubicBezTo>
                  <a:cubicBezTo>
                    <a:pt x="233" y="532"/>
                    <a:pt x="228" y="532"/>
                    <a:pt x="226" y="532"/>
                  </a:cubicBezTo>
                  <a:cubicBezTo>
                    <a:pt x="222" y="532"/>
                    <a:pt x="216" y="534"/>
                    <a:pt x="213" y="533"/>
                  </a:cubicBezTo>
                  <a:cubicBezTo>
                    <a:pt x="210" y="533"/>
                    <a:pt x="205" y="527"/>
                    <a:pt x="202" y="525"/>
                  </a:cubicBezTo>
                  <a:cubicBezTo>
                    <a:pt x="200" y="524"/>
                    <a:pt x="196" y="521"/>
                    <a:pt x="194" y="520"/>
                  </a:cubicBezTo>
                  <a:cubicBezTo>
                    <a:pt x="192" y="519"/>
                    <a:pt x="188" y="520"/>
                    <a:pt x="186" y="520"/>
                  </a:cubicBezTo>
                  <a:cubicBezTo>
                    <a:pt x="185" y="519"/>
                    <a:pt x="182" y="517"/>
                    <a:pt x="180" y="517"/>
                  </a:cubicBezTo>
                  <a:cubicBezTo>
                    <a:pt x="178" y="516"/>
                    <a:pt x="172" y="515"/>
                    <a:pt x="170" y="517"/>
                  </a:cubicBezTo>
                  <a:cubicBezTo>
                    <a:pt x="168" y="518"/>
                    <a:pt x="165" y="523"/>
                    <a:pt x="165" y="526"/>
                  </a:cubicBezTo>
                  <a:cubicBezTo>
                    <a:pt x="164" y="529"/>
                    <a:pt x="168" y="534"/>
                    <a:pt x="168" y="537"/>
                  </a:cubicBezTo>
                  <a:cubicBezTo>
                    <a:pt x="169" y="539"/>
                    <a:pt x="168" y="544"/>
                    <a:pt x="168" y="547"/>
                  </a:cubicBezTo>
                  <a:cubicBezTo>
                    <a:pt x="168" y="548"/>
                    <a:pt x="168" y="550"/>
                    <a:pt x="168" y="551"/>
                  </a:cubicBezTo>
                  <a:cubicBezTo>
                    <a:pt x="168" y="552"/>
                    <a:pt x="168" y="554"/>
                    <a:pt x="165" y="554"/>
                  </a:cubicBezTo>
                  <a:cubicBezTo>
                    <a:pt x="161" y="554"/>
                    <a:pt x="158" y="551"/>
                    <a:pt x="156" y="552"/>
                  </a:cubicBezTo>
                  <a:cubicBezTo>
                    <a:pt x="154" y="552"/>
                    <a:pt x="153" y="556"/>
                    <a:pt x="152" y="556"/>
                  </a:cubicBezTo>
                  <a:cubicBezTo>
                    <a:pt x="150" y="556"/>
                    <a:pt x="149" y="551"/>
                    <a:pt x="147" y="551"/>
                  </a:cubicBezTo>
                  <a:cubicBezTo>
                    <a:pt x="146" y="551"/>
                    <a:pt x="145" y="553"/>
                    <a:pt x="143" y="554"/>
                  </a:cubicBezTo>
                  <a:cubicBezTo>
                    <a:pt x="142" y="554"/>
                    <a:pt x="138" y="554"/>
                    <a:pt x="136" y="554"/>
                  </a:cubicBezTo>
                  <a:cubicBezTo>
                    <a:pt x="135" y="553"/>
                    <a:pt x="133" y="551"/>
                    <a:pt x="132" y="550"/>
                  </a:cubicBezTo>
                  <a:cubicBezTo>
                    <a:pt x="131" y="550"/>
                    <a:pt x="128" y="552"/>
                    <a:pt x="126" y="551"/>
                  </a:cubicBezTo>
                  <a:cubicBezTo>
                    <a:pt x="125" y="550"/>
                    <a:pt x="125" y="547"/>
                    <a:pt x="124" y="547"/>
                  </a:cubicBezTo>
                  <a:cubicBezTo>
                    <a:pt x="122" y="546"/>
                    <a:pt x="120" y="546"/>
                    <a:pt x="118" y="546"/>
                  </a:cubicBezTo>
                  <a:cubicBezTo>
                    <a:pt x="117" y="547"/>
                    <a:pt x="115" y="547"/>
                    <a:pt x="114" y="548"/>
                  </a:cubicBezTo>
                  <a:cubicBezTo>
                    <a:pt x="112" y="549"/>
                    <a:pt x="112" y="554"/>
                    <a:pt x="110" y="555"/>
                  </a:cubicBezTo>
                  <a:cubicBezTo>
                    <a:pt x="109" y="556"/>
                    <a:pt x="105" y="557"/>
                    <a:pt x="103" y="556"/>
                  </a:cubicBezTo>
                  <a:cubicBezTo>
                    <a:pt x="102" y="556"/>
                    <a:pt x="100" y="551"/>
                    <a:pt x="99" y="550"/>
                  </a:cubicBezTo>
                  <a:cubicBezTo>
                    <a:pt x="99" y="548"/>
                    <a:pt x="99" y="545"/>
                    <a:pt x="97" y="545"/>
                  </a:cubicBezTo>
                  <a:cubicBezTo>
                    <a:pt x="95" y="543"/>
                    <a:pt x="88" y="544"/>
                    <a:pt x="85" y="544"/>
                  </a:cubicBezTo>
                  <a:cubicBezTo>
                    <a:pt x="83" y="544"/>
                    <a:pt x="77" y="544"/>
                    <a:pt x="74" y="545"/>
                  </a:cubicBezTo>
                  <a:cubicBezTo>
                    <a:pt x="73" y="545"/>
                    <a:pt x="70" y="548"/>
                    <a:pt x="68" y="549"/>
                  </a:cubicBezTo>
                  <a:cubicBezTo>
                    <a:pt x="66" y="550"/>
                    <a:pt x="61" y="553"/>
                    <a:pt x="59" y="553"/>
                  </a:cubicBezTo>
                  <a:cubicBezTo>
                    <a:pt x="56" y="554"/>
                    <a:pt x="50" y="555"/>
                    <a:pt x="47" y="553"/>
                  </a:cubicBezTo>
                  <a:cubicBezTo>
                    <a:pt x="45" y="552"/>
                    <a:pt x="42" y="547"/>
                    <a:pt x="40" y="545"/>
                  </a:cubicBezTo>
                  <a:cubicBezTo>
                    <a:pt x="39" y="544"/>
                    <a:pt x="35" y="543"/>
                    <a:pt x="34" y="541"/>
                  </a:cubicBezTo>
                  <a:cubicBezTo>
                    <a:pt x="33" y="539"/>
                    <a:pt x="33" y="534"/>
                    <a:pt x="32" y="532"/>
                  </a:cubicBezTo>
                  <a:cubicBezTo>
                    <a:pt x="30" y="530"/>
                    <a:pt x="25" y="528"/>
                    <a:pt x="23" y="527"/>
                  </a:cubicBezTo>
                  <a:cubicBezTo>
                    <a:pt x="21" y="526"/>
                    <a:pt x="17" y="525"/>
                    <a:pt x="15" y="524"/>
                  </a:cubicBezTo>
                  <a:cubicBezTo>
                    <a:pt x="14" y="522"/>
                    <a:pt x="12" y="517"/>
                    <a:pt x="11" y="516"/>
                  </a:cubicBezTo>
                  <a:cubicBezTo>
                    <a:pt x="9" y="515"/>
                    <a:pt x="5" y="514"/>
                    <a:pt x="2" y="514"/>
                  </a:cubicBezTo>
                  <a:cubicBezTo>
                    <a:pt x="1" y="512"/>
                    <a:pt x="0" y="510"/>
                    <a:pt x="0" y="509"/>
                  </a:cubicBezTo>
                  <a:cubicBezTo>
                    <a:pt x="0" y="506"/>
                    <a:pt x="0" y="501"/>
                    <a:pt x="2" y="498"/>
                  </a:cubicBezTo>
                  <a:cubicBezTo>
                    <a:pt x="2" y="497"/>
                    <a:pt x="4" y="496"/>
                    <a:pt x="4" y="495"/>
                  </a:cubicBezTo>
                  <a:cubicBezTo>
                    <a:pt x="5" y="493"/>
                    <a:pt x="2" y="489"/>
                    <a:pt x="2" y="487"/>
                  </a:cubicBezTo>
                  <a:cubicBezTo>
                    <a:pt x="3" y="486"/>
                    <a:pt x="7" y="485"/>
                    <a:pt x="8" y="484"/>
                  </a:cubicBezTo>
                  <a:cubicBezTo>
                    <a:pt x="9" y="482"/>
                    <a:pt x="8" y="477"/>
                    <a:pt x="10" y="475"/>
                  </a:cubicBezTo>
                  <a:cubicBezTo>
                    <a:pt x="11" y="473"/>
                    <a:pt x="14" y="471"/>
                    <a:pt x="16" y="470"/>
                  </a:cubicBezTo>
                  <a:cubicBezTo>
                    <a:pt x="18" y="470"/>
                    <a:pt x="23" y="471"/>
                    <a:pt x="24" y="469"/>
                  </a:cubicBezTo>
                  <a:cubicBezTo>
                    <a:pt x="26" y="467"/>
                    <a:pt x="22" y="461"/>
                    <a:pt x="23" y="459"/>
                  </a:cubicBezTo>
                  <a:cubicBezTo>
                    <a:pt x="24" y="456"/>
                    <a:pt x="28" y="452"/>
                    <a:pt x="30" y="451"/>
                  </a:cubicBezTo>
                  <a:cubicBezTo>
                    <a:pt x="32" y="450"/>
                    <a:pt x="35" y="452"/>
                    <a:pt x="37" y="451"/>
                  </a:cubicBezTo>
                  <a:cubicBezTo>
                    <a:pt x="38" y="450"/>
                    <a:pt x="39" y="446"/>
                    <a:pt x="40" y="444"/>
                  </a:cubicBezTo>
                  <a:cubicBezTo>
                    <a:pt x="41" y="443"/>
                    <a:pt x="42" y="439"/>
                    <a:pt x="44" y="437"/>
                  </a:cubicBezTo>
                  <a:cubicBezTo>
                    <a:pt x="45" y="436"/>
                    <a:pt x="48" y="435"/>
                    <a:pt x="49" y="434"/>
                  </a:cubicBezTo>
                  <a:cubicBezTo>
                    <a:pt x="50" y="432"/>
                    <a:pt x="50" y="426"/>
                    <a:pt x="51" y="424"/>
                  </a:cubicBezTo>
                  <a:cubicBezTo>
                    <a:pt x="51" y="424"/>
                    <a:pt x="52" y="423"/>
                    <a:pt x="52" y="422"/>
                  </a:cubicBezTo>
                  <a:cubicBezTo>
                    <a:pt x="53" y="420"/>
                    <a:pt x="52" y="417"/>
                    <a:pt x="52" y="415"/>
                  </a:cubicBezTo>
                  <a:cubicBezTo>
                    <a:pt x="52" y="413"/>
                    <a:pt x="53" y="410"/>
                    <a:pt x="53" y="408"/>
                  </a:cubicBezTo>
                  <a:cubicBezTo>
                    <a:pt x="53" y="406"/>
                    <a:pt x="53" y="403"/>
                    <a:pt x="55" y="402"/>
                  </a:cubicBezTo>
                  <a:cubicBezTo>
                    <a:pt x="56" y="401"/>
                    <a:pt x="62" y="404"/>
                    <a:pt x="64" y="402"/>
                  </a:cubicBezTo>
                  <a:cubicBezTo>
                    <a:pt x="66" y="401"/>
                    <a:pt x="66" y="395"/>
                    <a:pt x="65" y="393"/>
                  </a:cubicBezTo>
                  <a:cubicBezTo>
                    <a:pt x="64" y="391"/>
                    <a:pt x="59" y="390"/>
                    <a:pt x="58" y="387"/>
                  </a:cubicBezTo>
                  <a:cubicBezTo>
                    <a:pt x="58" y="385"/>
                    <a:pt x="61" y="381"/>
                    <a:pt x="61" y="379"/>
                  </a:cubicBezTo>
                  <a:cubicBezTo>
                    <a:pt x="60" y="375"/>
                    <a:pt x="58" y="369"/>
                    <a:pt x="56" y="366"/>
                  </a:cubicBezTo>
                  <a:cubicBezTo>
                    <a:pt x="55" y="365"/>
                    <a:pt x="51" y="363"/>
                    <a:pt x="51" y="361"/>
                  </a:cubicBezTo>
                  <a:cubicBezTo>
                    <a:pt x="50" y="359"/>
                    <a:pt x="53" y="355"/>
                    <a:pt x="52" y="353"/>
                  </a:cubicBezTo>
                  <a:cubicBezTo>
                    <a:pt x="51" y="350"/>
                    <a:pt x="44" y="349"/>
                    <a:pt x="42" y="347"/>
                  </a:cubicBezTo>
                  <a:cubicBezTo>
                    <a:pt x="41" y="345"/>
                    <a:pt x="40" y="340"/>
                    <a:pt x="39" y="339"/>
                  </a:cubicBezTo>
                  <a:cubicBezTo>
                    <a:pt x="36" y="338"/>
                    <a:pt x="30" y="340"/>
                    <a:pt x="27" y="339"/>
                  </a:cubicBezTo>
                  <a:cubicBezTo>
                    <a:pt x="25" y="339"/>
                    <a:pt x="20" y="338"/>
                    <a:pt x="19" y="336"/>
                  </a:cubicBezTo>
                  <a:cubicBezTo>
                    <a:pt x="16" y="334"/>
                    <a:pt x="14" y="327"/>
                    <a:pt x="13" y="324"/>
                  </a:cubicBezTo>
                  <a:cubicBezTo>
                    <a:pt x="13" y="321"/>
                    <a:pt x="13" y="315"/>
                    <a:pt x="15" y="313"/>
                  </a:cubicBezTo>
                  <a:cubicBezTo>
                    <a:pt x="17" y="312"/>
                    <a:pt x="23" y="315"/>
                    <a:pt x="25" y="314"/>
                  </a:cubicBezTo>
                  <a:cubicBezTo>
                    <a:pt x="26" y="314"/>
                    <a:pt x="29" y="312"/>
                    <a:pt x="29" y="311"/>
                  </a:cubicBezTo>
                  <a:cubicBezTo>
                    <a:pt x="30" y="309"/>
                    <a:pt x="30" y="305"/>
                    <a:pt x="29" y="303"/>
                  </a:cubicBezTo>
                  <a:cubicBezTo>
                    <a:pt x="29" y="301"/>
                    <a:pt x="26" y="298"/>
                    <a:pt x="25" y="297"/>
                  </a:cubicBezTo>
                  <a:cubicBezTo>
                    <a:pt x="25" y="295"/>
                    <a:pt x="25" y="290"/>
                    <a:pt x="25" y="288"/>
                  </a:cubicBezTo>
                  <a:cubicBezTo>
                    <a:pt x="26" y="287"/>
                    <a:pt x="30" y="284"/>
                    <a:pt x="30" y="283"/>
                  </a:cubicBezTo>
                  <a:cubicBezTo>
                    <a:pt x="31" y="280"/>
                    <a:pt x="31" y="275"/>
                    <a:pt x="30" y="273"/>
                  </a:cubicBezTo>
                  <a:cubicBezTo>
                    <a:pt x="29" y="271"/>
                    <a:pt x="24" y="271"/>
                    <a:pt x="24" y="270"/>
                  </a:cubicBezTo>
                  <a:cubicBezTo>
                    <a:pt x="22" y="268"/>
                    <a:pt x="22" y="264"/>
                    <a:pt x="24" y="262"/>
                  </a:cubicBezTo>
                  <a:cubicBezTo>
                    <a:pt x="25" y="260"/>
                    <a:pt x="32" y="257"/>
                    <a:pt x="35" y="257"/>
                  </a:cubicBezTo>
                  <a:cubicBezTo>
                    <a:pt x="36" y="257"/>
                    <a:pt x="39" y="257"/>
                    <a:pt x="40" y="257"/>
                  </a:cubicBezTo>
                  <a:cubicBezTo>
                    <a:pt x="42" y="258"/>
                    <a:pt x="45" y="262"/>
                    <a:pt x="47" y="262"/>
                  </a:cubicBezTo>
                  <a:cubicBezTo>
                    <a:pt x="51" y="261"/>
                    <a:pt x="52" y="253"/>
                    <a:pt x="54" y="250"/>
                  </a:cubicBezTo>
                  <a:cubicBezTo>
                    <a:pt x="54" y="250"/>
                    <a:pt x="56" y="249"/>
                    <a:pt x="56" y="248"/>
                  </a:cubicBezTo>
                  <a:cubicBezTo>
                    <a:pt x="58" y="248"/>
                    <a:pt x="61" y="248"/>
                    <a:pt x="62" y="249"/>
                  </a:cubicBezTo>
                  <a:cubicBezTo>
                    <a:pt x="63" y="250"/>
                    <a:pt x="65" y="253"/>
                    <a:pt x="65" y="255"/>
                  </a:cubicBezTo>
                  <a:cubicBezTo>
                    <a:pt x="65" y="257"/>
                    <a:pt x="61" y="261"/>
                    <a:pt x="62" y="263"/>
                  </a:cubicBezTo>
                  <a:cubicBezTo>
                    <a:pt x="63" y="265"/>
                    <a:pt x="70" y="266"/>
                    <a:pt x="72" y="266"/>
                  </a:cubicBezTo>
                  <a:cubicBezTo>
                    <a:pt x="74" y="266"/>
                    <a:pt x="76" y="263"/>
                    <a:pt x="77" y="262"/>
                  </a:cubicBezTo>
                  <a:cubicBezTo>
                    <a:pt x="78" y="260"/>
                    <a:pt x="80" y="255"/>
                    <a:pt x="79" y="252"/>
                  </a:cubicBezTo>
                  <a:cubicBezTo>
                    <a:pt x="79" y="250"/>
                    <a:pt x="75" y="248"/>
                    <a:pt x="75" y="246"/>
                  </a:cubicBezTo>
                  <a:cubicBezTo>
                    <a:pt x="75" y="245"/>
                    <a:pt x="78" y="243"/>
                    <a:pt x="79" y="243"/>
                  </a:cubicBezTo>
                  <a:cubicBezTo>
                    <a:pt x="81" y="243"/>
                    <a:pt x="84" y="248"/>
                    <a:pt x="86" y="249"/>
                  </a:cubicBezTo>
                  <a:cubicBezTo>
                    <a:pt x="87" y="249"/>
                    <a:pt x="89" y="249"/>
                    <a:pt x="90" y="249"/>
                  </a:cubicBezTo>
                  <a:cubicBezTo>
                    <a:pt x="92" y="248"/>
                    <a:pt x="94" y="247"/>
                    <a:pt x="94" y="245"/>
                  </a:cubicBezTo>
                  <a:cubicBezTo>
                    <a:pt x="95" y="244"/>
                    <a:pt x="93" y="240"/>
                    <a:pt x="94" y="239"/>
                  </a:cubicBezTo>
                  <a:cubicBezTo>
                    <a:pt x="96" y="237"/>
                    <a:pt x="101" y="235"/>
                    <a:pt x="103" y="236"/>
                  </a:cubicBezTo>
                  <a:cubicBezTo>
                    <a:pt x="104" y="237"/>
                    <a:pt x="103" y="242"/>
                    <a:pt x="105" y="244"/>
                  </a:cubicBezTo>
                  <a:cubicBezTo>
                    <a:pt x="107" y="246"/>
                    <a:pt x="115" y="248"/>
                    <a:pt x="118" y="248"/>
                  </a:cubicBezTo>
                  <a:cubicBezTo>
                    <a:pt x="120" y="247"/>
                    <a:pt x="124" y="244"/>
                    <a:pt x="126" y="243"/>
                  </a:cubicBezTo>
                  <a:cubicBezTo>
                    <a:pt x="128" y="241"/>
                    <a:pt x="132" y="238"/>
                    <a:pt x="134" y="237"/>
                  </a:cubicBezTo>
                  <a:cubicBezTo>
                    <a:pt x="137" y="235"/>
                    <a:pt x="143" y="232"/>
                    <a:pt x="146" y="232"/>
                  </a:cubicBezTo>
                  <a:cubicBezTo>
                    <a:pt x="149" y="231"/>
                    <a:pt x="153" y="233"/>
                    <a:pt x="155" y="232"/>
                  </a:cubicBezTo>
                  <a:cubicBezTo>
                    <a:pt x="157" y="232"/>
                    <a:pt x="160" y="229"/>
                    <a:pt x="162" y="228"/>
                  </a:cubicBezTo>
                  <a:cubicBezTo>
                    <a:pt x="164" y="228"/>
                    <a:pt x="168" y="228"/>
                    <a:pt x="169" y="229"/>
                  </a:cubicBezTo>
                  <a:cubicBezTo>
                    <a:pt x="171" y="230"/>
                    <a:pt x="171" y="236"/>
                    <a:pt x="173" y="237"/>
                  </a:cubicBezTo>
                  <a:cubicBezTo>
                    <a:pt x="175" y="238"/>
                    <a:pt x="179" y="237"/>
                    <a:pt x="181" y="236"/>
                  </a:cubicBezTo>
                  <a:cubicBezTo>
                    <a:pt x="184" y="235"/>
                    <a:pt x="188" y="232"/>
                    <a:pt x="190" y="230"/>
                  </a:cubicBezTo>
                  <a:cubicBezTo>
                    <a:pt x="191" y="228"/>
                    <a:pt x="192" y="223"/>
                    <a:pt x="193" y="222"/>
                  </a:cubicBezTo>
                  <a:cubicBezTo>
                    <a:pt x="194" y="220"/>
                    <a:pt x="198" y="220"/>
                    <a:pt x="199" y="219"/>
                  </a:cubicBezTo>
                  <a:cubicBezTo>
                    <a:pt x="201" y="217"/>
                    <a:pt x="202" y="211"/>
                    <a:pt x="204" y="210"/>
                  </a:cubicBezTo>
                  <a:cubicBezTo>
                    <a:pt x="206" y="209"/>
                    <a:pt x="209" y="211"/>
                    <a:pt x="210" y="210"/>
                  </a:cubicBezTo>
                  <a:cubicBezTo>
                    <a:pt x="212" y="209"/>
                    <a:pt x="211" y="204"/>
                    <a:pt x="213" y="203"/>
                  </a:cubicBezTo>
                  <a:cubicBezTo>
                    <a:pt x="214" y="202"/>
                    <a:pt x="217" y="204"/>
                    <a:pt x="219" y="203"/>
                  </a:cubicBezTo>
                  <a:cubicBezTo>
                    <a:pt x="220" y="202"/>
                    <a:pt x="221" y="198"/>
                    <a:pt x="221" y="196"/>
                  </a:cubicBezTo>
                  <a:cubicBezTo>
                    <a:pt x="221" y="194"/>
                    <a:pt x="221" y="191"/>
                    <a:pt x="221" y="189"/>
                  </a:cubicBezTo>
                  <a:cubicBezTo>
                    <a:pt x="222" y="187"/>
                    <a:pt x="225" y="185"/>
                    <a:pt x="225" y="183"/>
                  </a:cubicBezTo>
                  <a:cubicBezTo>
                    <a:pt x="225" y="181"/>
                    <a:pt x="223" y="178"/>
                    <a:pt x="222" y="178"/>
                  </a:cubicBezTo>
                  <a:cubicBezTo>
                    <a:pt x="221" y="177"/>
                    <a:pt x="217" y="177"/>
                    <a:pt x="216" y="176"/>
                  </a:cubicBezTo>
                  <a:cubicBezTo>
                    <a:pt x="216" y="175"/>
                    <a:pt x="218" y="172"/>
                    <a:pt x="218" y="170"/>
                  </a:cubicBezTo>
                  <a:cubicBezTo>
                    <a:pt x="217" y="169"/>
                    <a:pt x="215" y="166"/>
                    <a:pt x="215" y="164"/>
                  </a:cubicBezTo>
                  <a:cubicBezTo>
                    <a:pt x="216" y="161"/>
                    <a:pt x="220" y="157"/>
                    <a:pt x="223" y="157"/>
                  </a:cubicBezTo>
                  <a:cubicBezTo>
                    <a:pt x="225" y="156"/>
                    <a:pt x="228" y="158"/>
                    <a:pt x="230" y="159"/>
                  </a:cubicBezTo>
                  <a:cubicBezTo>
                    <a:pt x="231" y="160"/>
                    <a:pt x="233" y="164"/>
                    <a:pt x="234" y="164"/>
                  </a:cubicBezTo>
                  <a:cubicBezTo>
                    <a:pt x="237" y="165"/>
                    <a:pt x="243" y="163"/>
                    <a:pt x="244" y="160"/>
                  </a:cubicBezTo>
                  <a:cubicBezTo>
                    <a:pt x="245" y="159"/>
                    <a:pt x="244" y="156"/>
                    <a:pt x="244" y="154"/>
                  </a:cubicBezTo>
                  <a:cubicBezTo>
                    <a:pt x="245" y="152"/>
                    <a:pt x="247" y="148"/>
                    <a:pt x="247" y="146"/>
                  </a:cubicBezTo>
                  <a:cubicBezTo>
                    <a:pt x="247" y="144"/>
                    <a:pt x="247" y="141"/>
                    <a:pt x="246" y="140"/>
                  </a:cubicBezTo>
                  <a:cubicBezTo>
                    <a:pt x="245" y="138"/>
                    <a:pt x="241" y="136"/>
                    <a:pt x="240" y="135"/>
                  </a:cubicBezTo>
                  <a:cubicBezTo>
                    <a:pt x="239" y="133"/>
                    <a:pt x="240" y="130"/>
                    <a:pt x="239" y="129"/>
                  </a:cubicBezTo>
                  <a:cubicBezTo>
                    <a:pt x="238" y="128"/>
                    <a:pt x="236" y="128"/>
                    <a:pt x="235" y="127"/>
                  </a:cubicBezTo>
                  <a:cubicBezTo>
                    <a:pt x="234" y="125"/>
                    <a:pt x="233" y="121"/>
                    <a:pt x="234" y="119"/>
                  </a:cubicBezTo>
                  <a:cubicBezTo>
                    <a:pt x="235" y="117"/>
                    <a:pt x="239" y="115"/>
                    <a:pt x="241" y="115"/>
                  </a:cubicBezTo>
                  <a:cubicBezTo>
                    <a:pt x="243" y="114"/>
                    <a:pt x="246" y="112"/>
                    <a:pt x="248" y="111"/>
                  </a:cubicBezTo>
                  <a:cubicBezTo>
                    <a:pt x="249" y="111"/>
                    <a:pt x="251" y="112"/>
                    <a:pt x="252" y="111"/>
                  </a:cubicBezTo>
                  <a:cubicBezTo>
                    <a:pt x="254" y="110"/>
                    <a:pt x="256" y="104"/>
                    <a:pt x="257" y="102"/>
                  </a:cubicBezTo>
                  <a:cubicBezTo>
                    <a:pt x="258" y="101"/>
                    <a:pt x="261" y="100"/>
                    <a:pt x="262" y="100"/>
                  </a:cubicBezTo>
                  <a:cubicBezTo>
                    <a:pt x="262" y="99"/>
                    <a:pt x="264" y="96"/>
                    <a:pt x="264" y="95"/>
                  </a:cubicBezTo>
                  <a:cubicBezTo>
                    <a:pt x="265" y="94"/>
                    <a:pt x="264" y="91"/>
                    <a:pt x="264" y="90"/>
                  </a:cubicBezTo>
                  <a:cubicBezTo>
                    <a:pt x="265" y="88"/>
                    <a:pt x="269" y="86"/>
                    <a:pt x="271" y="85"/>
                  </a:cubicBezTo>
                  <a:cubicBezTo>
                    <a:pt x="273" y="84"/>
                    <a:pt x="277" y="84"/>
                    <a:pt x="279" y="83"/>
                  </a:cubicBezTo>
                  <a:cubicBezTo>
                    <a:pt x="280" y="82"/>
                    <a:pt x="279" y="78"/>
                    <a:pt x="280" y="78"/>
                  </a:cubicBezTo>
                  <a:cubicBezTo>
                    <a:pt x="281" y="77"/>
                    <a:pt x="285" y="78"/>
                    <a:pt x="286" y="78"/>
                  </a:cubicBezTo>
                  <a:cubicBezTo>
                    <a:pt x="288" y="77"/>
                    <a:pt x="291" y="73"/>
                    <a:pt x="292" y="71"/>
                  </a:cubicBezTo>
                  <a:cubicBezTo>
                    <a:pt x="292" y="70"/>
                    <a:pt x="291" y="66"/>
                    <a:pt x="291" y="65"/>
                  </a:cubicBezTo>
                  <a:cubicBezTo>
                    <a:pt x="291" y="64"/>
                    <a:pt x="293" y="62"/>
                    <a:pt x="293" y="60"/>
                  </a:cubicBezTo>
                  <a:cubicBezTo>
                    <a:pt x="293" y="59"/>
                    <a:pt x="292" y="57"/>
                    <a:pt x="293" y="57"/>
                  </a:cubicBezTo>
                  <a:cubicBezTo>
                    <a:pt x="294" y="55"/>
                    <a:pt x="298" y="57"/>
                    <a:pt x="300" y="57"/>
                  </a:cubicBezTo>
                  <a:cubicBezTo>
                    <a:pt x="302" y="56"/>
                    <a:pt x="305" y="56"/>
                    <a:pt x="306" y="55"/>
                  </a:cubicBezTo>
                  <a:cubicBezTo>
                    <a:pt x="307" y="53"/>
                    <a:pt x="305" y="47"/>
                    <a:pt x="306" y="45"/>
                  </a:cubicBezTo>
                  <a:cubicBezTo>
                    <a:pt x="307" y="44"/>
                    <a:pt x="309" y="42"/>
                    <a:pt x="310" y="41"/>
                  </a:cubicBezTo>
                  <a:cubicBezTo>
                    <a:pt x="311" y="39"/>
                    <a:pt x="309" y="35"/>
                    <a:pt x="310" y="33"/>
                  </a:cubicBezTo>
                  <a:cubicBezTo>
                    <a:pt x="310" y="31"/>
                    <a:pt x="314" y="30"/>
                    <a:pt x="314" y="29"/>
                  </a:cubicBezTo>
                  <a:cubicBezTo>
                    <a:pt x="315" y="27"/>
                    <a:pt x="313" y="22"/>
                    <a:pt x="312" y="20"/>
                  </a:cubicBezTo>
                  <a:cubicBezTo>
                    <a:pt x="311" y="18"/>
                    <a:pt x="310" y="16"/>
                    <a:pt x="310" y="14"/>
                  </a:cubicBezTo>
                  <a:cubicBezTo>
                    <a:pt x="310" y="13"/>
                    <a:pt x="311" y="9"/>
                    <a:pt x="312" y="8"/>
                  </a:cubicBezTo>
                  <a:cubicBezTo>
                    <a:pt x="313" y="7"/>
                    <a:pt x="315" y="6"/>
                    <a:pt x="317"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29"/>
            <p:cNvSpPr>
              <a:spLocks/>
            </p:cNvSpPr>
            <p:nvPr/>
          </p:nvSpPr>
          <p:spPr bwMode="auto">
            <a:xfrm>
              <a:off x="2725738" y="2741613"/>
              <a:ext cx="977900" cy="946150"/>
            </a:xfrm>
            <a:custGeom>
              <a:avLst/>
              <a:gdLst/>
              <a:ahLst/>
              <a:cxnLst>
                <a:cxn ang="0">
                  <a:pos x="59" y="397"/>
                </a:cxn>
                <a:cxn ang="0">
                  <a:pos x="99" y="373"/>
                </a:cxn>
                <a:cxn ang="0">
                  <a:pos x="116" y="339"/>
                </a:cxn>
                <a:cxn ang="0">
                  <a:pos x="134" y="304"/>
                </a:cxn>
                <a:cxn ang="0">
                  <a:pos x="106" y="269"/>
                </a:cxn>
                <a:cxn ang="0">
                  <a:pos x="65" y="280"/>
                </a:cxn>
                <a:cxn ang="0">
                  <a:pos x="47" y="259"/>
                </a:cxn>
                <a:cxn ang="0">
                  <a:pos x="25" y="213"/>
                </a:cxn>
                <a:cxn ang="0">
                  <a:pos x="9" y="158"/>
                </a:cxn>
                <a:cxn ang="0">
                  <a:pos x="19" y="113"/>
                </a:cxn>
                <a:cxn ang="0">
                  <a:pos x="34" y="68"/>
                </a:cxn>
                <a:cxn ang="0">
                  <a:pos x="62" y="82"/>
                </a:cxn>
                <a:cxn ang="0">
                  <a:pos x="107" y="85"/>
                </a:cxn>
                <a:cxn ang="0">
                  <a:pos x="132" y="62"/>
                </a:cxn>
                <a:cxn ang="0">
                  <a:pos x="155" y="57"/>
                </a:cxn>
                <a:cxn ang="0">
                  <a:pos x="184" y="82"/>
                </a:cxn>
                <a:cxn ang="0">
                  <a:pos x="199" y="21"/>
                </a:cxn>
                <a:cxn ang="0">
                  <a:pos x="236" y="2"/>
                </a:cxn>
                <a:cxn ang="0">
                  <a:pos x="272" y="27"/>
                </a:cxn>
                <a:cxn ang="0">
                  <a:pos x="301" y="60"/>
                </a:cxn>
                <a:cxn ang="0">
                  <a:pos x="334" y="53"/>
                </a:cxn>
                <a:cxn ang="0">
                  <a:pos x="389" y="23"/>
                </a:cxn>
                <a:cxn ang="0">
                  <a:pos x="388" y="55"/>
                </a:cxn>
                <a:cxn ang="0">
                  <a:pos x="408" y="75"/>
                </a:cxn>
                <a:cxn ang="0">
                  <a:pos x="419" y="27"/>
                </a:cxn>
                <a:cxn ang="0">
                  <a:pos x="461" y="1"/>
                </a:cxn>
                <a:cxn ang="0">
                  <a:pos x="509" y="9"/>
                </a:cxn>
                <a:cxn ang="0">
                  <a:pos x="511" y="57"/>
                </a:cxn>
                <a:cxn ang="0">
                  <a:pos x="523" y="88"/>
                </a:cxn>
                <a:cxn ang="0">
                  <a:pos x="550" y="123"/>
                </a:cxn>
                <a:cxn ang="0">
                  <a:pos x="513" y="158"/>
                </a:cxn>
                <a:cxn ang="0">
                  <a:pos x="548" y="190"/>
                </a:cxn>
                <a:cxn ang="0">
                  <a:pos x="561" y="227"/>
                </a:cxn>
                <a:cxn ang="0">
                  <a:pos x="579" y="252"/>
                </a:cxn>
                <a:cxn ang="0">
                  <a:pos x="558" y="289"/>
                </a:cxn>
                <a:cxn ang="0">
                  <a:pos x="518" y="306"/>
                </a:cxn>
                <a:cxn ang="0">
                  <a:pos x="478" y="326"/>
                </a:cxn>
                <a:cxn ang="0">
                  <a:pos x="452" y="325"/>
                </a:cxn>
                <a:cxn ang="0">
                  <a:pos x="429" y="341"/>
                </a:cxn>
                <a:cxn ang="0">
                  <a:pos x="448" y="358"/>
                </a:cxn>
                <a:cxn ang="0">
                  <a:pos x="444" y="386"/>
                </a:cxn>
                <a:cxn ang="0">
                  <a:pos x="397" y="397"/>
                </a:cxn>
                <a:cxn ang="0">
                  <a:pos x="364" y="418"/>
                </a:cxn>
                <a:cxn ang="0">
                  <a:pos x="347" y="441"/>
                </a:cxn>
                <a:cxn ang="0">
                  <a:pos x="339" y="469"/>
                </a:cxn>
                <a:cxn ang="0">
                  <a:pos x="319" y="479"/>
                </a:cxn>
                <a:cxn ang="0">
                  <a:pos x="306" y="495"/>
                </a:cxn>
                <a:cxn ang="0">
                  <a:pos x="321" y="515"/>
                </a:cxn>
                <a:cxn ang="0">
                  <a:pos x="344" y="532"/>
                </a:cxn>
                <a:cxn ang="0">
                  <a:pos x="338" y="551"/>
                </a:cxn>
                <a:cxn ang="0">
                  <a:pos x="302" y="561"/>
                </a:cxn>
                <a:cxn ang="0">
                  <a:pos x="272" y="543"/>
                </a:cxn>
                <a:cxn ang="0">
                  <a:pos x="245" y="529"/>
                </a:cxn>
                <a:cxn ang="0">
                  <a:pos x="195" y="530"/>
                </a:cxn>
                <a:cxn ang="0">
                  <a:pos x="168" y="529"/>
                </a:cxn>
                <a:cxn ang="0">
                  <a:pos x="134" y="532"/>
                </a:cxn>
                <a:cxn ang="0">
                  <a:pos x="107" y="531"/>
                </a:cxn>
                <a:cxn ang="0">
                  <a:pos x="69" y="506"/>
                </a:cxn>
                <a:cxn ang="0">
                  <a:pos x="42" y="466"/>
                </a:cxn>
              </a:cxnLst>
              <a:rect l="0" t="0" r="r" b="b"/>
              <a:pathLst>
                <a:path w="584" h="565">
                  <a:moveTo>
                    <a:pt x="37" y="424"/>
                  </a:moveTo>
                  <a:cubicBezTo>
                    <a:pt x="37" y="423"/>
                    <a:pt x="37" y="421"/>
                    <a:pt x="38" y="420"/>
                  </a:cubicBezTo>
                  <a:cubicBezTo>
                    <a:pt x="39" y="418"/>
                    <a:pt x="44" y="418"/>
                    <a:pt x="46" y="416"/>
                  </a:cubicBezTo>
                  <a:cubicBezTo>
                    <a:pt x="47" y="415"/>
                    <a:pt x="47" y="412"/>
                    <a:pt x="48" y="410"/>
                  </a:cubicBezTo>
                  <a:cubicBezTo>
                    <a:pt x="49" y="409"/>
                    <a:pt x="50" y="406"/>
                    <a:pt x="51" y="405"/>
                  </a:cubicBezTo>
                  <a:cubicBezTo>
                    <a:pt x="53" y="404"/>
                    <a:pt x="57" y="406"/>
                    <a:pt x="58" y="405"/>
                  </a:cubicBezTo>
                  <a:cubicBezTo>
                    <a:pt x="59" y="403"/>
                    <a:pt x="58" y="399"/>
                    <a:pt x="59" y="397"/>
                  </a:cubicBezTo>
                  <a:cubicBezTo>
                    <a:pt x="59" y="396"/>
                    <a:pt x="61" y="396"/>
                    <a:pt x="62" y="396"/>
                  </a:cubicBezTo>
                  <a:cubicBezTo>
                    <a:pt x="65" y="395"/>
                    <a:pt x="69" y="396"/>
                    <a:pt x="72" y="396"/>
                  </a:cubicBezTo>
                  <a:cubicBezTo>
                    <a:pt x="74" y="395"/>
                    <a:pt x="79" y="394"/>
                    <a:pt x="80" y="392"/>
                  </a:cubicBezTo>
                  <a:cubicBezTo>
                    <a:pt x="81" y="391"/>
                    <a:pt x="81" y="386"/>
                    <a:pt x="82" y="385"/>
                  </a:cubicBezTo>
                  <a:cubicBezTo>
                    <a:pt x="83" y="384"/>
                    <a:pt x="87" y="385"/>
                    <a:pt x="89" y="384"/>
                  </a:cubicBezTo>
                  <a:cubicBezTo>
                    <a:pt x="90" y="382"/>
                    <a:pt x="88" y="378"/>
                    <a:pt x="89" y="377"/>
                  </a:cubicBezTo>
                  <a:cubicBezTo>
                    <a:pt x="91" y="375"/>
                    <a:pt x="97" y="373"/>
                    <a:pt x="99" y="373"/>
                  </a:cubicBezTo>
                  <a:cubicBezTo>
                    <a:pt x="101" y="372"/>
                    <a:pt x="104" y="373"/>
                    <a:pt x="105" y="372"/>
                  </a:cubicBezTo>
                  <a:cubicBezTo>
                    <a:pt x="107" y="370"/>
                    <a:pt x="104" y="366"/>
                    <a:pt x="104" y="363"/>
                  </a:cubicBezTo>
                  <a:cubicBezTo>
                    <a:pt x="105" y="362"/>
                    <a:pt x="106" y="358"/>
                    <a:pt x="108" y="357"/>
                  </a:cubicBezTo>
                  <a:cubicBezTo>
                    <a:pt x="109" y="356"/>
                    <a:pt x="111" y="357"/>
                    <a:pt x="112" y="357"/>
                  </a:cubicBezTo>
                  <a:cubicBezTo>
                    <a:pt x="114" y="356"/>
                    <a:pt x="118" y="355"/>
                    <a:pt x="118" y="354"/>
                  </a:cubicBezTo>
                  <a:cubicBezTo>
                    <a:pt x="119" y="352"/>
                    <a:pt x="115" y="349"/>
                    <a:pt x="115" y="348"/>
                  </a:cubicBezTo>
                  <a:cubicBezTo>
                    <a:pt x="114" y="346"/>
                    <a:pt x="115" y="341"/>
                    <a:pt x="116" y="339"/>
                  </a:cubicBezTo>
                  <a:cubicBezTo>
                    <a:pt x="117" y="338"/>
                    <a:pt x="120" y="336"/>
                    <a:pt x="121" y="335"/>
                  </a:cubicBezTo>
                  <a:cubicBezTo>
                    <a:pt x="123" y="335"/>
                    <a:pt x="125" y="336"/>
                    <a:pt x="126" y="335"/>
                  </a:cubicBezTo>
                  <a:cubicBezTo>
                    <a:pt x="127" y="334"/>
                    <a:pt x="128" y="332"/>
                    <a:pt x="129" y="331"/>
                  </a:cubicBezTo>
                  <a:cubicBezTo>
                    <a:pt x="129" y="329"/>
                    <a:pt x="129" y="327"/>
                    <a:pt x="130" y="326"/>
                  </a:cubicBezTo>
                  <a:cubicBezTo>
                    <a:pt x="131" y="324"/>
                    <a:pt x="134" y="323"/>
                    <a:pt x="135" y="321"/>
                  </a:cubicBezTo>
                  <a:cubicBezTo>
                    <a:pt x="136" y="320"/>
                    <a:pt x="135" y="316"/>
                    <a:pt x="135" y="315"/>
                  </a:cubicBezTo>
                  <a:cubicBezTo>
                    <a:pt x="135" y="312"/>
                    <a:pt x="135" y="307"/>
                    <a:pt x="134" y="304"/>
                  </a:cubicBezTo>
                  <a:cubicBezTo>
                    <a:pt x="133" y="302"/>
                    <a:pt x="130" y="299"/>
                    <a:pt x="128" y="298"/>
                  </a:cubicBezTo>
                  <a:cubicBezTo>
                    <a:pt x="125" y="297"/>
                    <a:pt x="119" y="300"/>
                    <a:pt x="117" y="298"/>
                  </a:cubicBezTo>
                  <a:cubicBezTo>
                    <a:pt x="116" y="298"/>
                    <a:pt x="115" y="297"/>
                    <a:pt x="115" y="296"/>
                  </a:cubicBezTo>
                  <a:cubicBezTo>
                    <a:pt x="115" y="293"/>
                    <a:pt x="117" y="288"/>
                    <a:pt x="117" y="285"/>
                  </a:cubicBezTo>
                  <a:cubicBezTo>
                    <a:pt x="117" y="283"/>
                    <a:pt x="116" y="279"/>
                    <a:pt x="116" y="277"/>
                  </a:cubicBezTo>
                  <a:cubicBezTo>
                    <a:pt x="115" y="274"/>
                    <a:pt x="113" y="268"/>
                    <a:pt x="110" y="267"/>
                  </a:cubicBezTo>
                  <a:cubicBezTo>
                    <a:pt x="109" y="267"/>
                    <a:pt x="107" y="268"/>
                    <a:pt x="106" y="269"/>
                  </a:cubicBezTo>
                  <a:cubicBezTo>
                    <a:pt x="105" y="270"/>
                    <a:pt x="106" y="273"/>
                    <a:pt x="105" y="274"/>
                  </a:cubicBezTo>
                  <a:cubicBezTo>
                    <a:pt x="103" y="275"/>
                    <a:pt x="100" y="276"/>
                    <a:pt x="98" y="275"/>
                  </a:cubicBezTo>
                  <a:cubicBezTo>
                    <a:pt x="97" y="275"/>
                    <a:pt x="95" y="272"/>
                    <a:pt x="94" y="272"/>
                  </a:cubicBezTo>
                  <a:cubicBezTo>
                    <a:pt x="92" y="271"/>
                    <a:pt x="88" y="271"/>
                    <a:pt x="86" y="272"/>
                  </a:cubicBezTo>
                  <a:cubicBezTo>
                    <a:pt x="85" y="272"/>
                    <a:pt x="83" y="274"/>
                    <a:pt x="82" y="275"/>
                  </a:cubicBezTo>
                  <a:cubicBezTo>
                    <a:pt x="80" y="277"/>
                    <a:pt x="76" y="279"/>
                    <a:pt x="74" y="280"/>
                  </a:cubicBezTo>
                  <a:cubicBezTo>
                    <a:pt x="72" y="280"/>
                    <a:pt x="67" y="279"/>
                    <a:pt x="65" y="280"/>
                  </a:cubicBezTo>
                  <a:cubicBezTo>
                    <a:pt x="65" y="280"/>
                    <a:pt x="65" y="281"/>
                    <a:pt x="65" y="282"/>
                  </a:cubicBezTo>
                  <a:cubicBezTo>
                    <a:pt x="63" y="283"/>
                    <a:pt x="58" y="283"/>
                    <a:pt x="56" y="282"/>
                  </a:cubicBezTo>
                  <a:cubicBezTo>
                    <a:pt x="54" y="282"/>
                    <a:pt x="52" y="280"/>
                    <a:pt x="50" y="280"/>
                  </a:cubicBezTo>
                  <a:cubicBezTo>
                    <a:pt x="47" y="279"/>
                    <a:pt x="40" y="283"/>
                    <a:pt x="38" y="280"/>
                  </a:cubicBezTo>
                  <a:cubicBezTo>
                    <a:pt x="36" y="279"/>
                    <a:pt x="37" y="275"/>
                    <a:pt x="38" y="274"/>
                  </a:cubicBezTo>
                  <a:cubicBezTo>
                    <a:pt x="38" y="271"/>
                    <a:pt x="41" y="265"/>
                    <a:pt x="43" y="262"/>
                  </a:cubicBezTo>
                  <a:cubicBezTo>
                    <a:pt x="44" y="261"/>
                    <a:pt x="46" y="260"/>
                    <a:pt x="47" y="259"/>
                  </a:cubicBezTo>
                  <a:cubicBezTo>
                    <a:pt x="48" y="258"/>
                    <a:pt x="50" y="254"/>
                    <a:pt x="50" y="253"/>
                  </a:cubicBezTo>
                  <a:cubicBezTo>
                    <a:pt x="50" y="252"/>
                    <a:pt x="49" y="246"/>
                    <a:pt x="47" y="245"/>
                  </a:cubicBezTo>
                  <a:cubicBezTo>
                    <a:pt x="46" y="243"/>
                    <a:pt x="42" y="242"/>
                    <a:pt x="41" y="240"/>
                  </a:cubicBezTo>
                  <a:cubicBezTo>
                    <a:pt x="40" y="238"/>
                    <a:pt x="42" y="234"/>
                    <a:pt x="42" y="232"/>
                  </a:cubicBezTo>
                  <a:cubicBezTo>
                    <a:pt x="42" y="231"/>
                    <a:pt x="41" y="227"/>
                    <a:pt x="39" y="226"/>
                  </a:cubicBezTo>
                  <a:cubicBezTo>
                    <a:pt x="38" y="223"/>
                    <a:pt x="32" y="222"/>
                    <a:pt x="30" y="220"/>
                  </a:cubicBezTo>
                  <a:cubicBezTo>
                    <a:pt x="28" y="219"/>
                    <a:pt x="26" y="215"/>
                    <a:pt x="25" y="213"/>
                  </a:cubicBezTo>
                  <a:cubicBezTo>
                    <a:pt x="23" y="209"/>
                    <a:pt x="20" y="202"/>
                    <a:pt x="18" y="199"/>
                  </a:cubicBezTo>
                  <a:cubicBezTo>
                    <a:pt x="16" y="197"/>
                    <a:pt x="14" y="193"/>
                    <a:pt x="13" y="191"/>
                  </a:cubicBezTo>
                  <a:cubicBezTo>
                    <a:pt x="12" y="190"/>
                    <a:pt x="8" y="188"/>
                    <a:pt x="7" y="187"/>
                  </a:cubicBezTo>
                  <a:cubicBezTo>
                    <a:pt x="5" y="184"/>
                    <a:pt x="2" y="179"/>
                    <a:pt x="3" y="176"/>
                  </a:cubicBezTo>
                  <a:cubicBezTo>
                    <a:pt x="3" y="174"/>
                    <a:pt x="7" y="171"/>
                    <a:pt x="7" y="170"/>
                  </a:cubicBezTo>
                  <a:cubicBezTo>
                    <a:pt x="7" y="169"/>
                    <a:pt x="6" y="165"/>
                    <a:pt x="6" y="163"/>
                  </a:cubicBezTo>
                  <a:cubicBezTo>
                    <a:pt x="7" y="162"/>
                    <a:pt x="9" y="159"/>
                    <a:pt x="9" y="158"/>
                  </a:cubicBezTo>
                  <a:cubicBezTo>
                    <a:pt x="9" y="154"/>
                    <a:pt x="4" y="149"/>
                    <a:pt x="3" y="145"/>
                  </a:cubicBezTo>
                  <a:cubicBezTo>
                    <a:pt x="2" y="144"/>
                    <a:pt x="0" y="142"/>
                    <a:pt x="1" y="140"/>
                  </a:cubicBezTo>
                  <a:cubicBezTo>
                    <a:pt x="2" y="138"/>
                    <a:pt x="7" y="135"/>
                    <a:pt x="9" y="134"/>
                  </a:cubicBezTo>
                  <a:cubicBezTo>
                    <a:pt x="11" y="134"/>
                    <a:pt x="16" y="135"/>
                    <a:pt x="18" y="134"/>
                  </a:cubicBezTo>
                  <a:cubicBezTo>
                    <a:pt x="20" y="133"/>
                    <a:pt x="21" y="130"/>
                    <a:pt x="22" y="128"/>
                  </a:cubicBezTo>
                  <a:cubicBezTo>
                    <a:pt x="22" y="127"/>
                    <a:pt x="23" y="124"/>
                    <a:pt x="22" y="123"/>
                  </a:cubicBezTo>
                  <a:cubicBezTo>
                    <a:pt x="22" y="120"/>
                    <a:pt x="19" y="116"/>
                    <a:pt x="19" y="113"/>
                  </a:cubicBezTo>
                  <a:cubicBezTo>
                    <a:pt x="18" y="110"/>
                    <a:pt x="19" y="103"/>
                    <a:pt x="19" y="102"/>
                  </a:cubicBezTo>
                  <a:cubicBezTo>
                    <a:pt x="19" y="101"/>
                    <a:pt x="19" y="90"/>
                    <a:pt x="19" y="90"/>
                  </a:cubicBezTo>
                  <a:cubicBezTo>
                    <a:pt x="19" y="89"/>
                    <a:pt x="17" y="82"/>
                    <a:pt x="17" y="81"/>
                  </a:cubicBezTo>
                  <a:cubicBezTo>
                    <a:pt x="17" y="80"/>
                    <a:pt x="18" y="71"/>
                    <a:pt x="20" y="69"/>
                  </a:cubicBezTo>
                  <a:cubicBezTo>
                    <a:pt x="22" y="67"/>
                    <a:pt x="25" y="67"/>
                    <a:pt x="27" y="66"/>
                  </a:cubicBezTo>
                  <a:cubicBezTo>
                    <a:pt x="28" y="66"/>
                    <a:pt x="29" y="65"/>
                    <a:pt x="30" y="64"/>
                  </a:cubicBezTo>
                  <a:cubicBezTo>
                    <a:pt x="32" y="65"/>
                    <a:pt x="33" y="67"/>
                    <a:pt x="34" y="68"/>
                  </a:cubicBezTo>
                  <a:cubicBezTo>
                    <a:pt x="35" y="70"/>
                    <a:pt x="34" y="73"/>
                    <a:pt x="35" y="74"/>
                  </a:cubicBezTo>
                  <a:cubicBezTo>
                    <a:pt x="35" y="75"/>
                    <a:pt x="37" y="78"/>
                    <a:pt x="38" y="79"/>
                  </a:cubicBezTo>
                  <a:cubicBezTo>
                    <a:pt x="39" y="80"/>
                    <a:pt x="43" y="80"/>
                    <a:pt x="45" y="81"/>
                  </a:cubicBezTo>
                  <a:cubicBezTo>
                    <a:pt x="46" y="82"/>
                    <a:pt x="49" y="82"/>
                    <a:pt x="51" y="84"/>
                  </a:cubicBezTo>
                  <a:cubicBezTo>
                    <a:pt x="51" y="84"/>
                    <a:pt x="51" y="88"/>
                    <a:pt x="52" y="88"/>
                  </a:cubicBezTo>
                  <a:cubicBezTo>
                    <a:pt x="54" y="89"/>
                    <a:pt x="57" y="88"/>
                    <a:pt x="59" y="87"/>
                  </a:cubicBezTo>
                  <a:cubicBezTo>
                    <a:pt x="60" y="86"/>
                    <a:pt x="61" y="83"/>
                    <a:pt x="62" y="82"/>
                  </a:cubicBezTo>
                  <a:cubicBezTo>
                    <a:pt x="63" y="81"/>
                    <a:pt x="66" y="81"/>
                    <a:pt x="67" y="82"/>
                  </a:cubicBezTo>
                  <a:cubicBezTo>
                    <a:pt x="68" y="82"/>
                    <a:pt x="70" y="84"/>
                    <a:pt x="70" y="84"/>
                  </a:cubicBezTo>
                  <a:cubicBezTo>
                    <a:pt x="72" y="85"/>
                    <a:pt x="75" y="86"/>
                    <a:pt x="77" y="85"/>
                  </a:cubicBezTo>
                  <a:cubicBezTo>
                    <a:pt x="78" y="85"/>
                    <a:pt x="80" y="84"/>
                    <a:pt x="81" y="84"/>
                  </a:cubicBezTo>
                  <a:cubicBezTo>
                    <a:pt x="82" y="84"/>
                    <a:pt x="85" y="83"/>
                    <a:pt x="86" y="84"/>
                  </a:cubicBezTo>
                  <a:cubicBezTo>
                    <a:pt x="89" y="84"/>
                    <a:pt x="93" y="85"/>
                    <a:pt x="96" y="85"/>
                  </a:cubicBezTo>
                  <a:cubicBezTo>
                    <a:pt x="99" y="86"/>
                    <a:pt x="105" y="86"/>
                    <a:pt x="107" y="85"/>
                  </a:cubicBezTo>
                  <a:cubicBezTo>
                    <a:pt x="110" y="84"/>
                    <a:pt x="114" y="82"/>
                    <a:pt x="115" y="80"/>
                  </a:cubicBezTo>
                  <a:cubicBezTo>
                    <a:pt x="115" y="78"/>
                    <a:pt x="114" y="74"/>
                    <a:pt x="115" y="72"/>
                  </a:cubicBezTo>
                  <a:cubicBezTo>
                    <a:pt x="115" y="70"/>
                    <a:pt x="117" y="68"/>
                    <a:pt x="118" y="66"/>
                  </a:cubicBezTo>
                  <a:cubicBezTo>
                    <a:pt x="118" y="65"/>
                    <a:pt x="117" y="62"/>
                    <a:pt x="118" y="61"/>
                  </a:cubicBezTo>
                  <a:cubicBezTo>
                    <a:pt x="118" y="60"/>
                    <a:pt x="120" y="57"/>
                    <a:pt x="122" y="57"/>
                  </a:cubicBezTo>
                  <a:cubicBezTo>
                    <a:pt x="123" y="57"/>
                    <a:pt x="125" y="58"/>
                    <a:pt x="127" y="59"/>
                  </a:cubicBezTo>
                  <a:cubicBezTo>
                    <a:pt x="128" y="59"/>
                    <a:pt x="131" y="62"/>
                    <a:pt x="132" y="62"/>
                  </a:cubicBezTo>
                  <a:cubicBezTo>
                    <a:pt x="134" y="63"/>
                    <a:pt x="137" y="62"/>
                    <a:pt x="138" y="61"/>
                  </a:cubicBezTo>
                  <a:cubicBezTo>
                    <a:pt x="139" y="61"/>
                    <a:pt x="139" y="58"/>
                    <a:pt x="140" y="57"/>
                  </a:cubicBezTo>
                  <a:cubicBezTo>
                    <a:pt x="141" y="57"/>
                    <a:pt x="143" y="57"/>
                    <a:pt x="144" y="57"/>
                  </a:cubicBezTo>
                  <a:cubicBezTo>
                    <a:pt x="144" y="57"/>
                    <a:pt x="146" y="59"/>
                    <a:pt x="147" y="60"/>
                  </a:cubicBezTo>
                  <a:cubicBezTo>
                    <a:pt x="147" y="61"/>
                    <a:pt x="148" y="63"/>
                    <a:pt x="148" y="63"/>
                  </a:cubicBezTo>
                  <a:cubicBezTo>
                    <a:pt x="150" y="65"/>
                    <a:pt x="155" y="65"/>
                    <a:pt x="156" y="64"/>
                  </a:cubicBezTo>
                  <a:cubicBezTo>
                    <a:pt x="157" y="63"/>
                    <a:pt x="154" y="58"/>
                    <a:pt x="155" y="57"/>
                  </a:cubicBezTo>
                  <a:cubicBezTo>
                    <a:pt x="157" y="56"/>
                    <a:pt x="162" y="58"/>
                    <a:pt x="163" y="59"/>
                  </a:cubicBezTo>
                  <a:cubicBezTo>
                    <a:pt x="164" y="59"/>
                    <a:pt x="166" y="61"/>
                    <a:pt x="166" y="62"/>
                  </a:cubicBezTo>
                  <a:cubicBezTo>
                    <a:pt x="168" y="64"/>
                    <a:pt x="172" y="66"/>
                    <a:pt x="172" y="68"/>
                  </a:cubicBezTo>
                  <a:cubicBezTo>
                    <a:pt x="173" y="70"/>
                    <a:pt x="170" y="72"/>
                    <a:pt x="170" y="74"/>
                  </a:cubicBezTo>
                  <a:cubicBezTo>
                    <a:pt x="170" y="76"/>
                    <a:pt x="171" y="80"/>
                    <a:pt x="172" y="82"/>
                  </a:cubicBezTo>
                  <a:cubicBezTo>
                    <a:pt x="173" y="83"/>
                    <a:pt x="175" y="85"/>
                    <a:pt x="176" y="85"/>
                  </a:cubicBezTo>
                  <a:cubicBezTo>
                    <a:pt x="178" y="86"/>
                    <a:pt x="182" y="84"/>
                    <a:pt x="184" y="82"/>
                  </a:cubicBezTo>
                  <a:cubicBezTo>
                    <a:pt x="185" y="80"/>
                    <a:pt x="186" y="75"/>
                    <a:pt x="186" y="73"/>
                  </a:cubicBezTo>
                  <a:cubicBezTo>
                    <a:pt x="186" y="71"/>
                    <a:pt x="184" y="68"/>
                    <a:pt x="185" y="66"/>
                  </a:cubicBezTo>
                  <a:cubicBezTo>
                    <a:pt x="185" y="65"/>
                    <a:pt x="187" y="63"/>
                    <a:pt x="187" y="62"/>
                  </a:cubicBezTo>
                  <a:cubicBezTo>
                    <a:pt x="188" y="60"/>
                    <a:pt x="189" y="57"/>
                    <a:pt x="190" y="55"/>
                  </a:cubicBezTo>
                  <a:cubicBezTo>
                    <a:pt x="191" y="51"/>
                    <a:pt x="193" y="43"/>
                    <a:pt x="195" y="39"/>
                  </a:cubicBezTo>
                  <a:cubicBezTo>
                    <a:pt x="196" y="37"/>
                    <a:pt x="200" y="33"/>
                    <a:pt x="201" y="31"/>
                  </a:cubicBezTo>
                  <a:cubicBezTo>
                    <a:pt x="201" y="28"/>
                    <a:pt x="199" y="24"/>
                    <a:pt x="199" y="21"/>
                  </a:cubicBezTo>
                  <a:cubicBezTo>
                    <a:pt x="199" y="19"/>
                    <a:pt x="200" y="14"/>
                    <a:pt x="201" y="12"/>
                  </a:cubicBezTo>
                  <a:cubicBezTo>
                    <a:pt x="202" y="9"/>
                    <a:pt x="205" y="5"/>
                    <a:pt x="207" y="3"/>
                  </a:cubicBezTo>
                  <a:cubicBezTo>
                    <a:pt x="208" y="2"/>
                    <a:pt x="211" y="1"/>
                    <a:pt x="212" y="1"/>
                  </a:cubicBezTo>
                  <a:cubicBezTo>
                    <a:pt x="214" y="1"/>
                    <a:pt x="218" y="4"/>
                    <a:pt x="220" y="5"/>
                  </a:cubicBezTo>
                  <a:cubicBezTo>
                    <a:pt x="221" y="5"/>
                    <a:pt x="224" y="8"/>
                    <a:pt x="226" y="8"/>
                  </a:cubicBezTo>
                  <a:cubicBezTo>
                    <a:pt x="227" y="9"/>
                    <a:pt x="230" y="7"/>
                    <a:pt x="231" y="6"/>
                  </a:cubicBezTo>
                  <a:cubicBezTo>
                    <a:pt x="233" y="6"/>
                    <a:pt x="234" y="3"/>
                    <a:pt x="236" y="2"/>
                  </a:cubicBezTo>
                  <a:cubicBezTo>
                    <a:pt x="237" y="2"/>
                    <a:pt x="241" y="2"/>
                    <a:pt x="243" y="2"/>
                  </a:cubicBezTo>
                  <a:cubicBezTo>
                    <a:pt x="244" y="3"/>
                    <a:pt x="247" y="4"/>
                    <a:pt x="248" y="5"/>
                  </a:cubicBezTo>
                  <a:cubicBezTo>
                    <a:pt x="250" y="6"/>
                    <a:pt x="252" y="10"/>
                    <a:pt x="254" y="11"/>
                  </a:cubicBezTo>
                  <a:cubicBezTo>
                    <a:pt x="255" y="12"/>
                    <a:pt x="259" y="12"/>
                    <a:pt x="260" y="13"/>
                  </a:cubicBezTo>
                  <a:cubicBezTo>
                    <a:pt x="262" y="13"/>
                    <a:pt x="264" y="13"/>
                    <a:pt x="267" y="14"/>
                  </a:cubicBezTo>
                  <a:cubicBezTo>
                    <a:pt x="266" y="16"/>
                    <a:pt x="265" y="20"/>
                    <a:pt x="266" y="22"/>
                  </a:cubicBezTo>
                  <a:cubicBezTo>
                    <a:pt x="266" y="24"/>
                    <a:pt x="271" y="26"/>
                    <a:pt x="272" y="27"/>
                  </a:cubicBezTo>
                  <a:cubicBezTo>
                    <a:pt x="273" y="28"/>
                    <a:pt x="276" y="29"/>
                    <a:pt x="276" y="30"/>
                  </a:cubicBezTo>
                  <a:cubicBezTo>
                    <a:pt x="278" y="32"/>
                    <a:pt x="276" y="37"/>
                    <a:pt x="278" y="38"/>
                  </a:cubicBezTo>
                  <a:cubicBezTo>
                    <a:pt x="279" y="40"/>
                    <a:pt x="284" y="38"/>
                    <a:pt x="285" y="38"/>
                  </a:cubicBezTo>
                  <a:cubicBezTo>
                    <a:pt x="287" y="39"/>
                    <a:pt x="288" y="43"/>
                    <a:pt x="289" y="44"/>
                  </a:cubicBezTo>
                  <a:cubicBezTo>
                    <a:pt x="290" y="44"/>
                    <a:pt x="293" y="43"/>
                    <a:pt x="294" y="44"/>
                  </a:cubicBezTo>
                  <a:cubicBezTo>
                    <a:pt x="296" y="45"/>
                    <a:pt x="295" y="51"/>
                    <a:pt x="296" y="53"/>
                  </a:cubicBezTo>
                  <a:cubicBezTo>
                    <a:pt x="297" y="55"/>
                    <a:pt x="299" y="60"/>
                    <a:pt x="301" y="60"/>
                  </a:cubicBezTo>
                  <a:cubicBezTo>
                    <a:pt x="303" y="60"/>
                    <a:pt x="305" y="57"/>
                    <a:pt x="306" y="56"/>
                  </a:cubicBezTo>
                  <a:cubicBezTo>
                    <a:pt x="308" y="55"/>
                    <a:pt x="313" y="53"/>
                    <a:pt x="314" y="51"/>
                  </a:cubicBezTo>
                  <a:cubicBezTo>
                    <a:pt x="315" y="49"/>
                    <a:pt x="313" y="45"/>
                    <a:pt x="314" y="44"/>
                  </a:cubicBezTo>
                  <a:cubicBezTo>
                    <a:pt x="315" y="42"/>
                    <a:pt x="319" y="40"/>
                    <a:pt x="321" y="39"/>
                  </a:cubicBezTo>
                  <a:cubicBezTo>
                    <a:pt x="323" y="39"/>
                    <a:pt x="326" y="39"/>
                    <a:pt x="328" y="39"/>
                  </a:cubicBezTo>
                  <a:cubicBezTo>
                    <a:pt x="330" y="40"/>
                    <a:pt x="333" y="43"/>
                    <a:pt x="334" y="45"/>
                  </a:cubicBezTo>
                  <a:cubicBezTo>
                    <a:pt x="334" y="47"/>
                    <a:pt x="332" y="51"/>
                    <a:pt x="334" y="53"/>
                  </a:cubicBezTo>
                  <a:cubicBezTo>
                    <a:pt x="335" y="55"/>
                    <a:pt x="341" y="56"/>
                    <a:pt x="343" y="56"/>
                  </a:cubicBezTo>
                  <a:cubicBezTo>
                    <a:pt x="347" y="56"/>
                    <a:pt x="354" y="56"/>
                    <a:pt x="356" y="55"/>
                  </a:cubicBezTo>
                  <a:cubicBezTo>
                    <a:pt x="358" y="54"/>
                    <a:pt x="360" y="51"/>
                    <a:pt x="361" y="50"/>
                  </a:cubicBezTo>
                  <a:cubicBezTo>
                    <a:pt x="363" y="48"/>
                    <a:pt x="370" y="47"/>
                    <a:pt x="372" y="45"/>
                  </a:cubicBezTo>
                  <a:cubicBezTo>
                    <a:pt x="374" y="42"/>
                    <a:pt x="374" y="36"/>
                    <a:pt x="376" y="33"/>
                  </a:cubicBezTo>
                  <a:cubicBezTo>
                    <a:pt x="377" y="31"/>
                    <a:pt x="380" y="27"/>
                    <a:pt x="382" y="26"/>
                  </a:cubicBezTo>
                  <a:cubicBezTo>
                    <a:pt x="383" y="25"/>
                    <a:pt x="387" y="25"/>
                    <a:pt x="389" y="23"/>
                  </a:cubicBezTo>
                  <a:cubicBezTo>
                    <a:pt x="390" y="22"/>
                    <a:pt x="390" y="17"/>
                    <a:pt x="391" y="15"/>
                  </a:cubicBezTo>
                  <a:cubicBezTo>
                    <a:pt x="393" y="16"/>
                    <a:pt x="395" y="17"/>
                    <a:pt x="396" y="18"/>
                  </a:cubicBezTo>
                  <a:cubicBezTo>
                    <a:pt x="397" y="20"/>
                    <a:pt x="398" y="24"/>
                    <a:pt x="398" y="26"/>
                  </a:cubicBezTo>
                  <a:cubicBezTo>
                    <a:pt x="398" y="28"/>
                    <a:pt x="397" y="32"/>
                    <a:pt x="397" y="35"/>
                  </a:cubicBezTo>
                  <a:cubicBezTo>
                    <a:pt x="396" y="38"/>
                    <a:pt x="398" y="44"/>
                    <a:pt x="398" y="47"/>
                  </a:cubicBezTo>
                  <a:cubicBezTo>
                    <a:pt x="397" y="49"/>
                    <a:pt x="398" y="54"/>
                    <a:pt x="396" y="55"/>
                  </a:cubicBezTo>
                  <a:cubicBezTo>
                    <a:pt x="395" y="56"/>
                    <a:pt x="390" y="55"/>
                    <a:pt x="388" y="55"/>
                  </a:cubicBezTo>
                  <a:cubicBezTo>
                    <a:pt x="386" y="56"/>
                    <a:pt x="382" y="57"/>
                    <a:pt x="381" y="58"/>
                  </a:cubicBezTo>
                  <a:cubicBezTo>
                    <a:pt x="380" y="60"/>
                    <a:pt x="380" y="63"/>
                    <a:pt x="379" y="65"/>
                  </a:cubicBezTo>
                  <a:cubicBezTo>
                    <a:pt x="379" y="66"/>
                    <a:pt x="378" y="70"/>
                    <a:pt x="378" y="72"/>
                  </a:cubicBezTo>
                  <a:cubicBezTo>
                    <a:pt x="379" y="73"/>
                    <a:pt x="381" y="75"/>
                    <a:pt x="382" y="76"/>
                  </a:cubicBezTo>
                  <a:cubicBezTo>
                    <a:pt x="384" y="77"/>
                    <a:pt x="389" y="78"/>
                    <a:pt x="392" y="78"/>
                  </a:cubicBezTo>
                  <a:cubicBezTo>
                    <a:pt x="394" y="78"/>
                    <a:pt x="398" y="76"/>
                    <a:pt x="400" y="75"/>
                  </a:cubicBezTo>
                  <a:cubicBezTo>
                    <a:pt x="402" y="75"/>
                    <a:pt x="406" y="76"/>
                    <a:pt x="408" y="75"/>
                  </a:cubicBezTo>
                  <a:cubicBezTo>
                    <a:pt x="410" y="74"/>
                    <a:pt x="412" y="72"/>
                    <a:pt x="413" y="70"/>
                  </a:cubicBezTo>
                  <a:cubicBezTo>
                    <a:pt x="414" y="69"/>
                    <a:pt x="415" y="64"/>
                    <a:pt x="416" y="62"/>
                  </a:cubicBezTo>
                  <a:cubicBezTo>
                    <a:pt x="417" y="61"/>
                    <a:pt x="419" y="60"/>
                    <a:pt x="420" y="59"/>
                  </a:cubicBezTo>
                  <a:cubicBezTo>
                    <a:pt x="421" y="58"/>
                    <a:pt x="423" y="54"/>
                    <a:pt x="423" y="52"/>
                  </a:cubicBezTo>
                  <a:cubicBezTo>
                    <a:pt x="422" y="50"/>
                    <a:pt x="419" y="47"/>
                    <a:pt x="418" y="45"/>
                  </a:cubicBezTo>
                  <a:cubicBezTo>
                    <a:pt x="417" y="43"/>
                    <a:pt x="416" y="38"/>
                    <a:pt x="416" y="36"/>
                  </a:cubicBezTo>
                  <a:cubicBezTo>
                    <a:pt x="416" y="33"/>
                    <a:pt x="417" y="29"/>
                    <a:pt x="419" y="27"/>
                  </a:cubicBezTo>
                  <a:cubicBezTo>
                    <a:pt x="420" y="26"/>
                    <a:pt x="423" y="25"/>
                    <a:pt x="424" y="24"/>
                  </a:cubicBezTo>
                  <a:cubicBezTo>
                    <a:pt x="425" y="23"/>
                    <a:pt x="425" y="19"/>
                    <a:pt x="426" y="18"/>
                  </a:cubicBezTo>
                  <a:cubicBezTo>
                    <a:pt x="427" y="16"/>
                    <a:pt x="430" y="15"/>
                    <a:pt x="432" y="14"/>
                  </a:cubicBezTo>
                  <a:cubicBezTo>
                    <a:pt x="434" y="14"/>
                    <a:pt x="437" y="14"/>
                    <a:pt x="439" y="14"/>
                  </a:cubicBezTo>
                  <a:cubicBezTo>
                    <a:pt x="440" y="14"/>
                    <a:pt x="443" y="14"/>
                    <a:pt x="444" y="14"/>
                  </a:cubicBezTo>
                  <a:cubicBezTo>
                    <a:pt x="446" y="13"/>
                    <a:pt x="449" y="8"/>
                    <a:pt x="451" y="6"/>
                  </a:cubicBezTo>
                  <a:cubicBezTo>
                    <a:pt x="453" y="5"/>
                    <a:pt x="458" y="2"/>
                    <a:pt x="461" y="1"/>
                  </a:cubicBezTo>
                  <a:cubicBezTo>
                    <a:pt x="463" y="1"/>
                    <a:pt x="466" y="2"/>
                    <a:pt x="468" y="1"/>
                  </a:cubicBezTo>
                  <a:cubicBezTo>
                    <a:pt x="470" y="1"/>
                    <a:pt x="475" y="0"/>
                    <a:pt x="477" y="0"/>
                  </a:cubicBezTo>
                  <a:cubicBezTo>
                    <a:pt x="478" y="0"/>
                    <a:pt x="481" y="0"/>
                    <a:pt x="482" y="0"/>
                  </a:cubicBezTo>
                  <a:cubicBezTo>
                    <a:pt x="484" y="0"/>
                    <a:pt x="487" y="2"/>
                    <a:pt x="488" y="3"/>
                  </a:cubicBezTo>
                  <a:cubicBezTo>
                    <a:pt x="491" y="3"/>
                    <a:pt x="497" y="2"/>
                    <a:pt x="500" y="2"/>
                  </a:cubicBezTo>
                  <a:cubicBezTo>
                    <a:pt x="501" y="3"/>
                    <a:pt x="505" y="3"/>
                    <a:pt x="507" y="4"/>
                  </a:cubicBezTo>
                  <a:cubicBezTo>
                    <a:pt x="508" y="5"/>
                    <a:pt x="509" y="8"/>
                    <a:pt x="509" y="9"/>
                  </a:cubicBezTo>
                  <a:cubicBezTo>
                    <a:pt x="510" y="12"/>
                    <a:pt x="510" y="17"/>
                    <a:pt x="509" y="19"/>
                  </a:cubicBezTo>
                  <a:cubicBezTo>
                    <a:pt x="509" y="20"/>
                    <a:pt x="506" y="22"/>
                    <a:pt x="506" y="23"/>
                  </a:cubicBezTo>
                  <a:cubicBezTo>
                    <a:pt x="506" y="25"/>
                    <a:pt x="507" y="28"/>
                    <a:pt x="508" y="30"/>
                  </a:cubicBezTo>
                  <a:cubicBezTo>
                    <a:pt x="509" y="32"/>
                    <a:pt x="512" y="34"/>
                    <a:pt x="513" y="35"/>
                  </a:cubicBezTo>
                  <a:cubicBezTo>
                    <a:pt x="514" y="36"/>
                    <a:pt x="516" y="39"/>
                    <a:pt x="516" y="40"/>
                  </a:cubicBezTo>
                  <a:cubicBezTo>
                    <a:pt x="517" y="42"/>
                    <a:pt x="517" y="48"/>
                    <a:pt x="516" y="50"/>
                  </a:cubicBezTo>
                  <a:cubicBezTo>
                    <a:pt x="515" y="52"/>
                    <a:pt x="512" y="55"/>
                    <a:pt x="511" y="57"/>
                  </a:cubicBezTo>
                  <a:cubicBezTo>
                    <a:pt x="510" y="59"/>
                    <a:pt x="511" y="63"/>
                    <a:pt x="510" y="65"/>
                  </a:cubicBezTo>
                  <a:cubicBezTo>
                    <a:pt x="510" y="67"/>
                    <a:pt x="508" y="70"/>
                    <a:pt x="508" y="72"/>
                  </a:cubicBezTo>
                  <a:cubicBezTo>
                    <a:pt x="508" y="73"/>
                    <a:pt x="510" y="75"/>
                    <a:pt x="511" y="76"/>
                  </a:cubicBezTo>
                  <a:cubicBezTo>
                    <a:pt x="512" y="77"/>
                    <a:pt x="514" y="77"/>
                    <a:pt x="515" y="77"/>
                  </a:cubicBezTo>
                  <a:cubicBezTo>
                    <a:pt x="517" y="77"/>
                    <a:pt x="520" y="75"/>
                    <a:pt x="522" y="76"/>
                  </a:cubicBezTo>
                  <a:cubicBezTo>
                    <a:pt x="523" y="77"/>
                    <a:pt x="525" y="80"/>
                    <a:pt x="525" y="81"/>
                  </a:cubicBezTo>
                  <a:cubicBezTo>
                    <a:pt x="525" y="83"/>
                    <a:pt x="523" y="86"/>
                    <a:pt x="523" y="88"/>
                  </a:cubicBezTo>
                  <a:cubicBezTo>
                    <a:pt x="523" y="90"/>
                    <a:pt x="521" y="95"/>
                    <a:pt x="523" y="96"/>
                  </a:cubicBezTo>
                  <a:cubicBezTo>
                    <a:pt x="524" y="97"/>
                    <a:pt x="527" y="94"/>
                    <a:pt x="528" y="94"/>
                  </a:cubicBezTo>
                  <a:cubicBezTo>
                    <a:pt x="529" y="94"/>
                    <a:pt x="532" y="95"/>
                    <a:pt x="533" y="96"/>
                  </a:cubicBezTo>
                  <a:cubicBezTo>
                    <a:pt x="535" y="98"/>
                    <a:pt x="535" y="104"/>
                    <a:pt x="536" y="105"/>
                  </a:cubicBezTo>
                  <a:cubicBezTo>
                    <a:pt x="538" y="107"/>
                    <a:pt x="542" y="106"/>
                    <a:pt x="543" y="107"/>
                  </a:cubicBezTo>
                  <a:cubicBezTo>
                    <a:pt x="545" y="108"/>
                    <a:pt x="547" y="111"/>
                    <a:pt x="548" y="113"/>
                  </a:cubicBezTo>
                  <a:cubicBezTo>
                    <a:pt x="549" y="115"/>
                    <a:pt x="551" y="120"/>
                    <a:pt x="550" y="123"/>
                  </a:cubicBezTo>
                  <a:cubicBezTo>
                    <a:pt x="550" y="125"/>
                    <a:pt x="547" y="128"/>
                    <a:pt x="546" y="129"/>
                  </a:cubicBezTo>
                  <a:cubicBezTo>
                    <a:pt x="546" y="131"/>
                    <a:pt x="547" y="135"/>
                    <a:pt x="546" y="137"/>
                  </a:cubicBezTo>
                  <a:cubicBezTo>
                    <a:pt x="545" y="139"/>
                    <a:pt x="541" y="141"/>
                    <a:pt x="539" y="141"/>
                  </a:cubicBezTo>
                  <a:cubicBezTo>
                    <a:pt x="536" y="142"/>
                    <a:pt x="530" y="139"/>
                    <a:pt x="528" y="141"/>
                  </a:cubicBezTo>
                  <a:cubicBezTo>
                    <a:pt x="527" y="141"/>
                    <a:pt x="527" y="144"/>
                    <a:pt x="526" y="144"/>
                  </a:cubicBezTo>
                  <a:cubicBezTo>
                    <a:pt x="524" y="146"/>
                    <a:pt x="519" y="145"/>
                    <a:pt x="517" y="146"/>
                  </a:cubicBezTo>
                  <a:cubicBezTo>
                    <a:pt x="515" y="148"/>
                    <a:pt x="514" y="155"/>
                    <a:pt x="513" y="158"/>
                  </a:cubicBezTo>
                  <a:cubicBezTo>
                    <a:pt x="513" y="160"/>
                    <a:pt x="516" y="164"/>
                    <a:pt x="516" y="166"/>
                  </a:cubicBezTo>
                  <a:cubicBezTo>
                    <a:pt x="516" y="168"/>
                    <a:pt x="516" y="172"/>
                    <a:pt x="516" y="173"/>
                  </a:cubicBezTo>
                  <a:cubicBezTo>
                    <a:pt x="517" y="175"/>
                    <a:pt x="520" y="179"/>
                    <a:pt x="521" y="180"/>
                  </a:cubicBezTo>
                  <a:cubicBezTo>
                    <a:pt x="522" y="182"/>
                    <a:pt x="524" y="184"/>
                    <a:pt x="526" y="185"/>
                  </a:cubicBezTo>
                  <a:cubicBezTo>
                    <a:pt x="528" y="186"/>
                    <a:pt x="532" y="185"/>
                    <a:pt x="534" y="185"/>
                  </a:cubicBezTo>
                  <a:cubicBezTo>
                    <a:pt x="536" y="186"/>
                    <a:pt x="539" y="187"/>
                    <a:pt x="541" y="188"/>
                  </a:cubicBezTo>
                  <a:cubicBezTo>
                    <a:pt x="543" y="188"/>
                    <a:pt x="547" y="189"/>
                    <a:pt x="548" y="190"/>
                  </a:cubicBezTo>
                  <a:cubicBezTo>
                    <a:pt x="549" y="191"/>
                    <a:pt x="549" y="193"/>
                    <a:pt x="548" y="194"/>
                  </a:cubicBezTo>
                  <a:cubicBezTo>
                    <a:pt x="548" y="195"/>
                    <a:pt x="545" y="198"/>
                    <a:pt x="545" y="199"/>
                  </a:cubicBezTo>
                  <a:cubicBezTo>
                    <a:pt x="545" y="201"/>
                    <a:pt x="548" y="204"/>
                    <a:pt x="549" y="206"/>
                  </a:cubicBezTo>
                  <a:cubicBezTo>
                    <a:pt x="549" y="209"/>
                    <a:pt x="548" y="214"/>
                    <a:pt x="549" y="217"/>
                  </a:cubicBezTo>
                  <a:cubicBezTo>
                    <a:pt x="549" y="218"/>
                    <a:pt x="549" y="222"/>
                    <a:pt x="550" y="223"/>
                  </a:cubicBezTo>
                  <a:cubicBezTo>
                    <a:pt x="551" y="224"/>
                    <a:pt x="555" y="223"/>
                    <a:pt x="557" y="224"/>
                  </a:cubicBezTo>
                  <a:cubicBezTo>
                    <a:pt x="558" y="224"/>
                    <a:pt x="560" y="227"/>
                    <a:pt x="561" y="227"/>
                  </a:cubicBezTo>
                  <a:cubicBezTo>
                    <a:pt x="562" y="228"/>
                    <a:pt x="566" y="229"/>
                    <a:pt x="567" y="230"/>
                  </a:cubicBezTo>
                  <a:cubicBezTo>
                    <a:pt x="568" y="231"/>
                    <a:pt x="569" y="234"/>
                    <a:pt x="570" y="235"/>
                  </a:cubicBezTo>
                  <a:cubicBezTo>
                    <a:pt x="570" y="236"/>
                    <a:pt x="571" y="238"/>
                    <a:pt x="572" y="239"/>
                  </a:cubicBezTo>
                  <a:cubicBezTo>
                    <a:pt x="573" y="240"/>
                    <a:pt x="576" y="242"/>
                    <a:pt x="578" y="243"/>
                  </a:cubicBezTo>
                  <a:cubicBezTo>
                    <a:pt x="579" y="243"/>
                    <a:pt x="581" y="243"/>
                    <a:pt x="582" y="244"/>
                  </a:cubicBezTo>
                  <a:cubicBezTo>
                    <a:pt x="583" y="245"/>
                    <a:pt x="584" y="248"/>
                    <a:pt x="583" y="249"/>
                  </a:cubicBezTo>
                  <a:cubicBezTo>
                    <a:pt x="583" y="250"/>
                    <a:pt x="580" y="251"/>
                    <a:pt x="579" y="252"/>
                  </a:cubicBezTo>
                  <a:cubicBezTo>
                    <a:pt x="579" y="253"/>
                    <a:pt x="579" y="257"/>
                    <a:pt x="579" y="258"/>
                  </a:cubicBezTo>
                  <a:cubicBezTo>
                    <a:pt x="578" y="259"/>
                    <a:pt x="576" y="261"/>
                    <a:pt x="576" y="262"/>
                  </a:cubicBezTo>
                  <a:cubicBezTo>
                    <a:pt x="574" y="263"/>
                    <a:pt x="571" y="266"/>
                    <a:pt x="571" y="268"/>
                  </a:cubicBezTo>
                  <a:cubicBezTo>
                    <a:pt x="571" y="270"/>
                    <a:pt x="575" y="274"/>
                    <a:pt x="576" y="276"/>
                  </a:cubicBezTo>
                  <a:cubicBezTo>
                    <a:pt x="576" y="278"/>
                    <a:pt x="575" y="282"/>
                    <a:pt x="574" y="283"/>
                  </a:cubicBezTo>
                  <a:cubicBezTo>
                    <a:pt x="573" y="285"/>
                    <a:pt x="569" y="289"/>
                    <a:pt x="567" y="289"/>
                  </a:cubicBezTo>
                  <a:cubicBezTo>
                    <a:pt x="565" y="290"/>
                    <a:pt x="560" y="288"/>
                    <a:pt x="558" y="289"/>
                  </a:cubicBezTo>
                  <a:cubicBezTo>
                    <a:pt x="557" y="289"/>
                    <a:pt x="556" y="291"/>
                    <a:pt x="555" y="292"/>
                  </a:cubicBezTo>
                  <a:cubicBezTo>
                    <a:pt x="554" y="293"/>
                    <a:pt x="550" y="294"/>
                    <a:pt x="549" y="294"/>
                  </a:cubicBezTo>
                  <a:cubicBezTo>
                    <a:pt x="548" y="294"/>
                    <a:pt x="545" y="303"/>
                    <a:pt x="543" y="306"/>
                  </a:cubicBezTo>
                  <a:cubicBezTo>
                    <a:pt x="542" y="307"/>
                    <a:pt x="538" y="308"/>
                    <a:pt x="536" y="309"/>
                  </a:cubicBezTo>
                  <a:cubicBezTo>
                    <a:pt x="535" y="309"/>
                    <a:pt x="534" y="312"/>
                    <a:pt x="533" y="312"/>
                  </a:cubicBezTo>
                  <a:cubicBezTo>
                    <a:pt x="530" y="313"/>
                    <a:pt x="524" y="310"/>
                    <a:pt x="522" y="309"/>
                  </a:cubicBezTo>
                  <a:cubicBezTo>
                    <a:pt x="521" y="308"/>
                    <a:pt x="520" y="306"/>
                    <a:pt x="518" y="306"/>
                  </a:cubicBezTo>
                  <a:cubicBezTo>
                    <a:pt x="516" y="305"/>
                    <a:pt x="510" y="306"/>
                    <a:pt x="507" y="307"/>
                  </a:cubicBezTo>
                  <a:cubicBezTo>
                    <a:pt x="505" y="308"/>
                    <a:pt x="501" y="310"/>
                    <a:pt x="500" y="312"/>
                  </a:cubicBezTo>
                  <a:cubicBezTo>
                    <a:pt x="498" y="313"/>
                    <a:pt x="497" y="318"/>
                    <a:pt x="496" y="321"/>
                  </a:cubicBezTo>
                  <a:cubicBezTo>
                    <a:pt x="495" y="321"/>
                    <a:pt x="494" y="321"/>
                    <a:pt x="493" y="321"/>
                  </a:cubicBezTo>
                  <a:cubicBezTo>
                    <a:pt x="492" y="322"/>
                    <a:pt x="491" y="326"/>
                    <a:pt x="489" y="327"/>
                  </a:cubicBezTo>
                  <a:cubicBezTo>
                    <a:pt x="488" y="328"/>
                    <a:pt x="484" y="327"/>
                    <a:pt x="483" y="327"/>
                  </a:cubicBezTo>
                  <a:cubicBezTo>
                    <a:pt x="482" y="327"/>
                    <a:pt x="479" y="325"/>
                    <a:pt x="478" y="326"/>
                  </a:cubicBezTo>
                  <a:cubicBezTo>
                    <a:pt x="477" y="327"/>
                    <a:pt x="478" y="330"/>
                    <a:pt x="478" y="331"/>
                  </a:cubicBezTo>
                  <a:cubicBezTo>
                    <a:pt x="478" y="333"/>
                    <a:pt x="477" y="336"/>
                    <a:pt x="476" y="338"/>
                  </a:cubicBezTo>
                  <a:cubicBezTo>
                    <a:pt x="475" y="339"/>
                    <a:pt x="473" y="340"/>
                    <a:pt x="472" y="340"/>
                  </a:cubicBezTo>
                  <a:cubicBezTo>
                    <a:pt x="470" y="340"/>
                    <a:pt x="468" y="338"/>
                    <a:pt x="466" y="337"/>
                  </a:cubicBezTo>
                  <a:cubicBezTo>
                    <a:pt x="464" y="337"/>
                    <a:pt x="459" y="338"/>
                    <a:pt x="458" y="337"/>
                  </a:cubicBezTo>
                  <a:cubicBezTo>
                    <a:pt x="457" y="336"/>
                    <a:pt x="457" y="333"/>
                    <a:pt x="457" y="332"/>
                  </a:cubicBezTo>
                  <a:cubicBezTo>
                    <a:pt x="456" y="330"/>
                    <a:pt x="454" y="326"/>
                    <a:pt x="452" y="325"/>
                  </a:cubicBezTo>
                  <a:cubicBezTo>
                    <a:pt x="450" y="324"/>
                    <a:pt x="446" y="324"/>
                    <a:pt x="445" y="325"/>
                  </a:cubicBezTo>
                  <a:cubicBezTo>
                    <a:pt x="444" y="325"/>
                    <a:pt x="443" y="327"/>
                    <a:pt x="442" y="328"/>
                  </a:cubicBezTo>
                  <a:cubicBezTo>
                    <a:pt x="441" y="328"/>
                    <a:pt x="438" y="326"/>
                    <a:pt x="437" y="327"/>
                  </a:cubicBezTo>
                  <a:cubicBezTo>
                    <a:pt x="436" y="327"/>
                    <a:pt x="434" y="328"/>
                    <a:pt x="433" y="328"/>
                  </a:cubicBezTo>
                  <a:cubicBezTo>
                    <a:pt x="432" y="330"/>
                    <a:pt x="433" y="333"/>
                    <a:pt x="433" y="334"/>
                  </a:cubicBezTo>
                  <a:cubicBezTo>
                    <a:pt x="433" y="335"/>
                    <a:pt x="432" y="337"/>
                    <a:pt x="432" y="338"/>
                  </a:cubicBezTo>
                  <a:cubicBezTo>
                    <a:pt x="431" y="339"/>
                    <a:pt x="430" y="340"/>
                    <a:pt x="429" y="341"/>
                  </a:cubicBezTo>
                  <a:cubicBezTo>
                    <a:pt x="429" y="343"/>
                    <a:pt x="428" y="346"/>
                    <a:pt x="428" y="347"/>
                  </a:cubicBezTo>
                  <a:cubicBezTo>
                    <a:pt x="429" y="348"/>
                    <a:pt x="430" y="349"/>
                    <a:pt x="431" y="350"/>
                  </a:cubicBezTo>
                  <a:cubicBezTo>
                    <a:pt x="432" y="350"/>
                    <a:pt x="432" y="352"/>
                    <a:pt x="433" y="353"/>
                  </a:cubicBezTo>
                  <a:cubicBezTo>
                    <a:pt x="435" y="353"/>
                    <a:pt x="438" y="351"/>
                    <a:pt x="439" y="351"/>
                  </a:cubicBezTo>
                  <a:cubicBezTo>
                    <a:pt x="441" y="351"/>
                    <a:pt x="444" y="350"/>
                    <a:pt x="446" y="350"/>
                  </a:cubicBezTo>
                  <a:cubicBezTo>
                    <a:pt x="447" y="350"/>
                    <a:pt x="448" y="352"/>
                    <a:pt x="449" y="353"/>
                  </a:cubicBezTo>
                  <a:cubicBezTo>
                    <a:pt x="449" y="354"/>
                    <a:pt x="448" y="356"/>
                    <a:pt x="448" y="358"/>
                  </a:cubicBezTo>
                  <a:cubicBezTo>
                    <a:pt x="448" y="359"/>
                    <a:pt x="449" y="363"/>
                    <a:pt x="450" y="364"/>
                  </a:cubicBezTo>
                  <a:cubicBezTo>
                    <a:pt x="451" y="365"/>
                    <a:pt x="454" y="365"/>
                    <a:pt x="455" y="366"/>
                  </a:cubicBezTo>
                  <a:cubicBezTo>
                    <a:pt x="456" y="368"/>
                    <a:pt x="457" y="371"/>
                    <a:pt x="457" y="373"/>
                  </a:cubicBezTo>
                  <a:cubicBezTo>
                    <a:pt x="456" y="374"/>
                    <a:pt x="454" y="377"/>
                    <a:pt x="454" y="378"/>
                  </a:cubicBezTo>
                  <a:cubicBezTo>
                    <a:pt x="453" y="379"/>
                    <a:pt x="453" y="382"/>
                    <a:pt x="453" y="383"/>
                  </a:cubicBezTo>
                  <a:cubicBezTo>
                    <a:pt x="452" y="384"/>
                    <a:pt x="450" y="385"/>
                    <a:pt x="449" y="386"/>
                  </a:cubicBezTo>
                  <a:cubicBezTo>
                    <a:pt x="448" y="386"/>
                    <a:pt x="446" y="385"/>
                    <a:pt x="444" y="386"/>
                  </a:cubicBezTo>
                  <a:cubicBezTo>
                    <a:pt x="443" y="386"/>
                    <a:pt x="439" y="386"/>
                    <a:pt x="438" y="387"/>
                  </a:cubicBezTo>
                  <a:cubicBezTo>
                    <a:pt x="436" y="387"/>
                    <a:pt x="434" y="390"/>
                    <a:pt x="433" y="390"/>
                  </a:cubicBezTo>
                  <a:cubicBezTo>
                    <a:pt x="431" y="391"/>
                    <a:pt x="427" y="389"/>
                    <a:pt x="425" y="389"/>
                  </a:cubicBezTo>
                  <a:cubicBezTo>
                    <a:pt x="423" y="389"/>
                    <a:pt x="419" y="388"/>
                    <a:pt x="416" y="388"/>
                  </a:cubicBezTo>
                  <a:cubicBezTo>
                    <a:pt x="414" y="388"/>
                    <a:pt x="409" y="390"/>
                    <a:pt x="407" y="391"/>
                  </a:cubicBezTo>
                  <a:cubicBezTo>
                    <a:pt x="406" y="393"/>
                    <a:pt x="407" y="397"/>
                    <a:pt x="405" y="398"/>
                  </a:cubicBezTo>
                  <a:cubicBezTo>
                    <a:pt x="404" y="399"/>
                    <a:pt x="399" y="397"/>
                    <a:pt x="397" y="397"/>
                  </a:cubicBezTo>
                  <a:cubicBezTo>
                    <a:pt x="396" y="397"/>
                    <a:pt x="393" y="397"/>
                    <a:pt x="393" y="398"/>
                  </a:cubicBezTo>
                  <a:cubicBezTo>
                    <a:pt x="392" y="399"/>
                    <a:pt x="393" y="403"/>
                    <a:pt x="393" y="404"/>
                  </a:cubicBezTo>
                  <a:cubicBezTo>
                    <a:pt x="392" y="406"/>
                    <a:pt x="391" y="409"/>
                    <a:pt x="389" y="410"/>
                  </a:cubicBezTo>
                  <a:cubicBezTo>
                    <a:pt x="388" y="411"/>
                    <a:pt x="385" y="411"/>
                    <a:pt x="383" y="411"/>
                  </a:cubicBezTo>
                  <a:cubicBezTo>
                    <a:pt x="382" y="412"/>
                    <a:pt x="378" y="413"/>
                    <a:pt x="377" y="414"/>
                  </a:cubicBezTo>
                  <a:cubicBezTo>
                    <a:pt x="375" y="414"/>
                    <a:pt x="372" y="413"/>
                    <a:pt x="371" y="414"/>
                  </a:cubicBezTo>
                  <a:cubicBezTo>
                    <a:pt x="369" y="414"/>
                    <a:pt x="365" y="417"/>
                    <a:pt x="364" y="418"/>
                  </a:cubicBezTo>
                  <a:cubicBezTo>
                    <a:pt x="363" y="419"/>
                    <a:pt x="363" y="422"/>
                    <a:pt x="364" y="423"/>
                  </a:cubicBezTo>
                  <a:cubicBezTo>
                    <a:pt x="364" y="424"/>
                    <a:pt x="367" y="424"/>
                    <a:pt x="367" y="425"/>
                  </a:cubicBezTo>
                  <a:cubicBezTo>
                    <a:pt x="368" y="427"/>
                    <a:pt x="366" y="430"/>
                    <a:pt x="366" y="432"/>
                  </a:cubicBezTo>
                  <a:cubicBezTo>
                    <a:pt x="365" y="433"/>
                    <a:pt x="363" y="436"/>
                    <a:pt x="361" y="436"/>
                  </a:cubicBezTo>
                  <a:cubicBezTo>
                    <a:pt x="360" y="437"/>
                    <a:pt x="358" y="436"/>
                    <a:pt x="357" y="436"/>
                  </a:cubicBezTo>
                  <a:cubicBezTo>
                    <a:pt x="355" y="437"/>
                    <a:pt x="355" y="440"/>
                    <a:pt x="353" y="441"/>
                  </a:cubicBezTo>
                  <a:cubicBezTo>
                    <a:pt x="352" y="442"/>
                    <a:pt x="349" y="441"/>
                    <a:pt x="347" y="441"/>
                  </a:cubicBezTo>
                  <a:cubicBezTo>
                    <a:pt x="346" y="441"/>
                    <a:pt x="344" y="440"/>
                    <a:pt x="343" y="440"/>
                  </a:cubicBezTo>
                  <a:cubicBezTo>
                    <a:pt x="341" y="440"/>
                    <a:pt x="338" y="443"/>
                    <a:pt x="337" y="444"/>
                  </a:cubicBezTo>
                  <a:cubicBezTo>
                    <a:pt x="336" y="446"/>
                    <a:pt x="338" y="449"/>
                    <a:pt x="337" y="450"/>
                  </a:cubicBezTo>
                  <a:cubicBezTo>
                    <a:pt x="336" y="452"/>
                    <a:pt x="333" y="454"/>
                    <a:pt x="332" y="456"/>
                  </a:cubicBezTo>
                  <a:cubicBezTo>
                    <a:pt x="331" y="457"/>
                    <a:pt x="331" y="460"/>
                    <a:pt x="331" y="461"/>
                  </a:cubicBezTo>
                  <a:cubicBezTo>
                    <a:pt x="331" y="463"/>
                    <a:pt x="332" y="466"/>
                    <a:pt x="333" y="467"/>
                  </a:cubicBezTo>
                  <a:cubicBezTo>
                    <a:pt x="334" y="468"/>
                    <a:pt x="338" y="467"/>
                    <a:pt x="339" y="469"/>
                  </a:cubicBezTo>
                  <a:cubicBezTo>
                    <a:pt x="340" y="470"/>
                    <a:pt x="342" y="473"/>
                    <a:pt x="341" y="474"/>
                  </a:cubicBezTo>
                  <a:cubicBezTo>
                    <a:pt x="341" y="475"/>
                    <a:pt x="339" y="477"/>
                    <a:pt x="339" y="477"/>
                  </a:cubicBezTo>
                  <a:cubicBezTo>
                    <a:pt x="338" y="477"/>
                    <a:pt x="335" y="476"/>
                    <a:pt x="334" y="477"/>
                  </a:cubicBezTo>
                  <a:cubicBezTo>
                    <a:pt x="333" y="478"/>
                    <a:pt x="334" y="482"/>
                    <a:pt x="333" y="482"/>
                  </a:cubicBezTo>
                  <a:cubicBezTo>
                    <a:pt x="332" y="482"/>
                    <a:pt x="328" y="482"/>
                    <a:pt x="327" y="482"/>
                  </a:cubicBezTo>
                  <a:cubicBezTo>
                    <a:pt x="326" y="482"/>
                    <a:pt x="323" y="483"/>
                    <a:pt x="322" y="482"/>
                  </a:cubicBezTo>
                  <a:cubicBezTo>
                    <a:pt x="321" y="482"/>
                    <a:pt x="320" y="479"/>
                    <a:pt x="319" y="479"/>
                  </a:cubicBezTo>
                  <a:cubicBezTo>
                    <a:pt x="318" y="478"/>
                    <a:pt x="314" y="478"/>
                    <a:pt x="312" y="478"/>
                  </a:cubicBezTo>
                  <a:cubicBezTo>
                    <a:pt x="311" y="478"/>
                    <a:pt x="310" y="479"/>
                    <a:pt x="309" y="480"/>
                  </a:cubicBezTo>
                  <a:cubicBezTo>
                    <a:pt x="309" y="480"/>
                    <a:pt x="309" y="482"/>
                    <a:pt x="309" y="483"/>
                  </a:cubicBezTo>
                  <a:cubicBezTo>
                    <a:pt x="310" y="484"/>
                    <a:pt x="312" y="485"/>
                    <a:pt x="312" y="486"/>
                  </a:cubicBezTo>
                  <a:cubicBezTo>
                    <a:pt x="313" y="487"/>
                    <a:pt x="314" y="490"/>
                    <a:pt x="314" y="491"/>
                  </a:cubicBezTo>
                  <a:cubicBezTo>
                    <a:pt x="314" y="492"/>
                    <a:pt x="313" y="496"/>
                    <a:pt x="311" y="497"/>
                  </a:cubicBezTo>
                  <a:cubicBezTo>
                    <a:pt x="310" y="497"/>
                    <a:pt x="307" y="495"/>
                    <a:pt x="306" y="495"/>
                  </a:cubicBezTo>
                  <a:cubicBezTo>
                    <a:pt x="305" y="495"/>
                    <a:pt x="304" y="496"/>
                    <a:pt x="304" y="497"/>
                  </a:cubicBezTo>
                  <a:cubicBezTo>
                    <a:pt x="303" y="498"/>
                    <a:pt x="302" y="501"/>
                    <a:pt x="302" y="502"/>
                  </a:cubicBezTo>
                  <a:cubicBezTo>
                    <a:pt x="303" y="504"/>
                    <a:pt x="307" y="503"/>
                    <a:pt x="308" y="505"/>
                  </a:cubicBezTo>
                  <a:cubicBezTo>
                    <a:pt x="309" y="506"/>
                    <a:pt x="309" y="509"/>
                    <a:pt x="310" y="510"/>
                  </a:cubicBezTo>
                  <a:cubicBezTo>
                    <a:pt x="311" y="511"/>
                    <a:pt x="314" y="512"/>
                    <a:pt x="315" y="512"/>
                  </a:cubicBezTo>
                  <a:cubicBezTo>
                    <a:pt x="316" y="512"/>
                    <a:pt x="320" y="511"/>
                    <a:pt x="321" y="512"/>
                  </a:cubicBezTo>
                  <a:cubicBezTo>
                    <a:pt x="321" y="512"/>
                    <a:pt x="321" y="515"/>
                    <a:pt x="321" y="515"/>
                  </a:cubicBezTo>
                  <a:cubicBezTo>
                    <a:pt x="322" y="516"/>
                    <a:pt x="325" y="516"/>
                    <a:pt x="326" y="516"/>
                  </a:cubicBezTo>
                  <a:cubicBezTo>
                    <a:pt x="328" y="516"/>
                    <a:pt x="332" y="515"/>
                    <a:pt x="334" y="515"/>
                  </a:cubicBezTo>
                  <a:cubicBezTo>
                    <a:pt x="335" y="516"/>
                    <a:pt x="336" y="517"/>
                    <a:pt x="337" y="518"/>
                  </a:cubicBezTo>
                  <a:cubicBezTo>
                    <a:pt x="337" y="519"/>
                    <a:pt x="336" y="521"/>
                    <a:pt x="336" y="522"/>
                  </a:cubicBezTo>
                  <a:cubicBezTo>
                    <a:pt x="336" y="523"/>
                    <a:pt x="337" y="525"/>
                    <a:pt x="338" y="526"/>
                  </a:cubicBezTo>
                  <a:cubicBezTo>
                    <a:pt x="339" y="527"/>
                    <a:pt x="343" y="527"/>
                    <a:pt x="344" y="528"/>
                  </a:cubicBezTo>
                  <a:cubicBezTo>
                    <a:pt x="344" y="529"/>
                    <a:pt x="344" y="531"/>
                    <a:pt x="344" y="532"/>
                  </a:cubicBezTo>
                  <a:cubicBezTo>
                    <a:pt x="344" y="533"/>
                    <a:pt x="344" y="536"/>
                    <a:pt x="345" y="537"/>
                  </a:cubicBezTo>
                  <a:cubicBezTo>
                    <a:pt x="345" y="538"/>
                    <a:pt x="346" y="541"/>
                    <a:pt x="346" y="543"/>
                  </a:cubicBezTo>
                  <a:cubicBezTo>
                    <a:pt x="347" y="544"/>
                    <a:pt x="348" y="546"/>
                    <a:pt x="348" y="547"/>
                  </a:cubicBezTo>
                  <a:cubicBezTo>
                    <a:pt x="349" y="549"/>
                    <a:pt x="349" y="553"/>
                    <a:pt x="348" y="555"/>
                  </a:cubicBezTo>
                  <a:cubicBezTo>
                    <a:pt x="348" y="556"/>
                    <a:pt x="345" y="558"/>
                    <a:pt x="344" y="558"/>
                  </a:cubicBezTo>
                  <a:cubicBezTo>
                    <a:pt x="343" y="558"/>
                    <a:pt x="341" y="556"/>
                    <a:pt x="341" y="555"/>
                  </a:cubicBezTo>
                  <a:cubicBezTo>
                    <a:pt x="340" y="554"/>
                    <a:pt x="339" y="551"/>
                    <a:pt x="338" y="551"/>
                  </a:cubicBezTo>
                  <a:cubicBezTo>
                    <a:pt x="337" y="550"/>
                    <a:pt x="332" y="549"/>
                    <a:pt x="331" y="550"/>
                  </a:cubicBezTo>
                  <a:cubicBezTo>
                    <a:pt x="329" y="551"/>
                    <a:pt x="330" y="555"/>
                    <a:pt x="329" y="557"/>
                  </a:cubicBezTo>
                  <a:cubicBezTo>
                    <a:pt x="327" y="558"/>
                    <a:pt x="323" y="560"/>
                    <a:pt x="321" y="562"/>
                  </a:cubicBezTo>
                  <a:cubicBezTo>
                    <a:pt x="321" y="562"/>
                    <a:pt x="321" y="564"/>
                    <a:pt x="320" y="564"/>
                  </a:cubicBezTo>
                  <a:cubicBezTo>
                    <a:pt x="318" y="565"/>
                    <a:pt x="314" y="565"/>
                    <a:pt x="312" y="564"/>
                  </a:cubicBezTo>
                  <a:cubicBezTo>
                    <a:pt x="311" y="564"/>
                    <a:pt x="309" y="562"/>
                    <a:pt x="307" y="561"/>
                  </a:cubicBezTo>
                  <a:cubicBezTo>
                    <a:pt x="306" y="561"/>
                    <a:pt x="303" y="561"/>
                    <a:pt x="302" y="561"/>
                  </a:cubicBezTo>
                  <a:cubicBezTo>
                    <a:pt x="300" y="560"/>
                    <a:pt x="298" y="556"/>
                    <a:pt x="297" y="554"/>
                  </a:cubicBezTo>
                  <a:cubicBezTo>
                    <a:pt x="296" y="553"/>
                    <a:pt x="297" y="549"/>
                    <a:pt x="296" y="547"/>
                  </a:cubicBezTo>
                  <a:cubicBezTo>
                    <a:pt x="294" y="546"/>
                    <a:pt x="291" y="545"/>
                    <a:pt x="289" y="545"/>
                  </a:cubicBezTo>
                  <a:cubicBezTo>
                    <a:pt x="288" y="545"/>
                    <a:pt x="286" y="545"/>
                    <a:pt x="285" y="545"/>
                  </a:cubicBezTo>
                  <a:cubicBezTo>
                    <a:pt x="284" y="545"/>
                    <a:pt x="282" y="544"/>
                    <a:pt x="281" y="544"/>
                  </a:cubicBezTo>
                  <a:cubicBezTo>
                    <a:pt x="279" y="544"/>
                    <a:pt x="277" y="542"/>
                    <a:pt x="276" y="542"/>
                  </a:cubicBezTo>
                  <a:cubicBezTo>
                    <a:pt x="275" y="542"/>
                    <a:pt x="273" y="543"/>
                    <a:pt x="272" y="543"/>
                  </a:cubicBezTo>
                  <a:cubicBezTo>
                    <a:pt x="270" y="543"/>
                    <a:pt x="265" y="545"/>
                    <a:pt x="263" y="545"/>
                  </a:cubicBezTo>
                  <a:cubicBezTo>
                    <a:pt x="262" y="545"/>
                    <a:pt x="261" y="544"/>
                    <a:pt x="260" y="544"/>
                  </a:cubicBezTo>
                  <a:cubicBezTo>
                    <a:pt x="259" y="542"/>
                    <a:pt x="258" y="539"/>
                    <a:pt x="258" y="537"/>
                  </a:cubicBezTo>
                  <a:cubicBezTo>
                    <a:pt x="258" y="535"/>
                    <a:pt x="260" y="532"/>
                    <a:pt x="260" y="530"/>
                  </a:cubicBezTo>
                  <a:cubicBezTo>
                    <a:pt x="260" y="528"/>
                    <a:pt x="256" y="525"/>
                    <a:pt x="255" y="525"/>
                  </a:cubicBezTo>
                  <a:cubicBezTo>
                    <a:pt x="254" y="525"/>
                    <a:pt x="251" y="525"/>
                    <a:pt x="250" y="525"/>
                  </a:cubicBezTo>
                  <a:cubicBezTo>
                    <a:pt x="249" y="526"/>
                    <a:pt x="247" y="529"/>
                    <a:pt x="245" y="529"/>
                  </a:cubicBezTo>
                  <a:cubicBezTo>
                    <a:pt x="243" y="530"/>
                    <a:pt x="238" y="528"/>
                    <a:pt x="236" y="529"/>
                  </a:cubicBezTo>
                  <a:cubicBezTo>
                    <a:pt x="234" y="529"/>
                    <a:pt x="231" y="531"/>
                    <a:pt x="230" y="532"/>
                  </a:cubicBezTo>
                  <a:cubicBezTo>
                    <a:pt x="227" y="533"/>
                    <a:pt x="220" y="535"/>
                    <a:pt x="217" y="536"/>
                  </a:cubicBezTo>
                  <a:cubicBezTo>
                    <a:pt x="215" y="537"/>
                    <a:pt x="211" y="539"/>
                    <a:pt x="209" y="540"/>
                  </a:cubicBezTo>
                  <a:cubicBezTo>
                    <a:pt x="208" y="541"/>
                    <a:pt x="205" y="543"/>
                    <a:pt x="203" y="543"/>
                  </a:cubicBezTo>
                  <a:cubicBezTo>
                    <a:pt x="200" y="543"/>
                    <a:pt x="194" y="539"/>
                    <a:pt x="194" y="538"/>
                  </a:cubicBezTo>
                  <a:cubicBezTo>
                    <a:pt x="194" y="537"/>
                    <a:pt x="196" y="531"/>
                    <a:pt x="195" y="530"/>
                  </a:cubicBezTo>
                  <a:cubicBezTo>
                    <a:pt x="194" y="527"/>
                    <a:pt x="191" y="523"/>
                    <a:pt x="189" y="522"/>
                  </a:cubicBezTo>
                  <a:cubicBezTo>
                    <a:pt x="188" y="522"/>
                    <a:pt x="187" y="522"/>
                    <a:pt x="187" y="522"/>
                  </a:cubicBezTo>
                  <a:cubicBezTo>
                    <a:pt x="185" y="522"/>
                    <a:pt x="182" y="520"/>
                    <a:pt x="180" y="520"/>
                  </a:cubicBezTo>
                  <a:cubicBezTo>
                    <a:pt x="179" y="520"/>
                    <a:pt x="176" y="521"/>
                    <a:pt x="175" y="522"/>
                  </a:cubicBezTo>
                  <a:cubicBezTo>
                    <a:pt x="175" y="522"/>
                    <a:pt x="176" y="525"/>
                    <a:pt x="175" y="526"/>
                  </a:cubicBezTo>
                  <a:cubicBezTo>
                    <a:pt x="174" y="528"/>
                    <a:pt x="170" y="528"/>
                    <a:pt x="168" y="528"/>
                  </a:cubicBezTo>
                  <a:cubicBezTo>
                    <a:pt x="168" y="528"/>
                    <a:pt x="168" y="529"/>
                    <a:pt x="168" y="529"/>
                  </a:cubicBezTo>
                  <a:cubicBezTo>
                    <a:pt x="166" y="529"/>
                    <a:pt x="162" y="529"/>
                    <a:pt x="162" y="528"/>
                  </a:cubicBezTo>
                  <a:cubicBezTo>
                    <a:pt x="161" y="528"/>
                    <a:pt x="158" y="524"/>
                    <a:pt x="156" y="523"/>
                  </a:cubicBezTo>
                  <a:cubicBezTo>
                    <a:pt x="155" y="522"/>
                    <a:pt x="152" y="520"/>
                    <a:pt x="150" y="519"/>
                  </a:cubicBezTo>
                  <a:cubicBezTo>
                    <a:pt x="150" y="519"/>
                    <a:pt x="148" y="519"/>
                    <a:pt x="147" y="518"/>
                  </a:cubicBezTo>
                  <a:cubicBezTo>
                    <a:pt x="144" y="518"/>
                    <a:pt x="139" y="517"/>
                    <a:pt x="137" y="518"/>
                  </a:cubicBezTo>
                  <a:cubicBezTo>
                    <a:pt x="136" y="520"/>
                    <a:pt x="140" y="524"/>
                    <a:pt x="139" y="526"/>
                  </a:cubicBezTo>
                  <a:cubicBezTo>
                    <a:pt x="139" y="528"/>
                    <a:pt x="136" y="532"/>
                    <a:pt x="134" y="532"/>
                  </a:cubicBezTo>
                  <a:cubicBezTo>
                    <a:pt x="132" y="533"/>
                    <a:pt x="127" y="533"/>
                    <a:pt x="126" y="532"/>
                  </a:cubicBezTo>
                  <a:cubicBezTo>
                    <a:pt x="124" y="530"/>
                    <a:pt x="124" y="526"/>
                    <a:pt x="124" y="524"/>
                  </a:cubicBezTo>
                  <a:cubicBezTo>
                    <a:pt x="124" y="523"/>
                    <a:pt x="128" y="520"/>
                    <a:pt x="127" y="519"/>
                  </a:cubicBezTo>
                  <a:cubicBezTo>
                    <a:pt x="126" y="517"/>
                    <a:pt x="121" y="519"/>
                    <a:pt x="120" y="520"/>
                  </a:cubicBezTo>
                  <a:cubicBezTo>
                    <a:pt x="118" y="521"/>
                    <a:pt x="116" y="523"/>
                    <a:pt x="114" y="524"/>
                  </a:cubicBezTo>
                  <a:cubicBezTo>
                    <a:pt x="112" y="525"/>
                    <a:pt x="108" y="525"/>
                    <a:pt x="107" y="527"/>
                  </a:cubicBezTo>
                  <a:cubicBezTo>
                    <a:pt x="106" y="528"/>
                    <a:pt x="108" y="530"/>
                    <a:pt x="107" y="531"/>
                  </a:cubicBezTo>
                  <a:cubicBezTo>
                    <a:pt x="105" y="533"/>
                    <a:pt x="98" y="534"/>
                    <a:pt x="95" y="533"/>
                  </a:cubicBezTo>
                  <a:cubicBezTo>
                    <a:pt x="93" y="533"/>
                    <a:pt x="91" y="529"/>
                    <a:pt x="90" y="527"/>
                  </a:cubicBezTo>
                  <a:cubicBezTo>
                    <a:pt x="88" y="526"/>
                    <a:pt x="83" y="524"/>
                    <a:pt x="80" y="524"/>
                  </a:cubicBezTo>
                  <a:cubicBezTo>
                    <a:pt x="79" y="524"/>
                    <a:pt x="76" y="525"/>
                    <a:pt x="75" y="525"/>
                  </a:cubicBezTo>
                  <a:cubicBezTo>
                    <a:pt x="73" y="525"/>
                    <a:pt x="66" y="524"/>
                    <a:pt x="67" y="523"/>
                  </a:cubicBezTo>
                  <a:cubicBezTo>
                    <a:pt x="67" y="523"/>
                    <a:pt x="66" y="517"/>
                    <a:pt x="67" y="514"/>
                  </a:cubicBezTo>
                  <a:cubicBezTo>
                    <a:pt x="67" y="512"/>
                    <a:pt x="69" y="508"/>
                    <a:pt x="69" y="506"/>
                  </a:cubicBezTo>
                  <a:cubicBezTo>
                    <a:pt x="69" y="505"/>
                    <a:pt x="67" y="502"/>
                    <a:pt x="67" y="501"/>
                  </a:cubicBezTo>
                  <a:cubicBezTo>
                    <a:pt x="66" y="500"/>
                    <a:pt x="62" y="498"/>
                    <a:pt x="61" y="497"/>
                  </a:cubicBezTo>
                  <a:cubicBezTo>
                    <a:pt x="60" y="495"/>
                    <a:pt x="58" y="492"/>
                    <a:pt x="57" y="490"/>
                  </a:cubicBezTo>
                  <a:cubicBezTo>
                    <a:pt x="57" y="488"/>
                    <a:pt x="58" y="485"/>
                    <a:pt x="57" y="483"/>
                  </a:cubicBezTo>
                  <a:cubicBezTo>
                    <a:pt x="57" y="482"/>
                    <a:pt x="54" y="479"/>
                    <a:pt x="54" y="477"/>
                  </a:cubicBezTo>
                  <a:cubicBezTo>
                    <a:pt x="53" y="475"/>
                    <a:pt x="53" y="469"/>
                    <a:pt x="51" y="468"/>
                  </a:cubicBezTo>
                  <a:cubicBezTo>
                    <a:pt x="50" y="466"/>
                    <a:pt x="44" y="468"/>
                    <a:pt x="42" y="466"/>
                  </a:cubicBezTo>
                  <a:cubicBezTo>
                    <a:pt x="40" y="464"/>
                    <a:pt x="40" y="456"/>
                    <a:pt x="40" y="453"/>
                  </a:cubicBezTo>
                  <a:cubicBezTo>
                    <a:pt x="40" y="451"/>
                    <a:pt x="40" y="446"/>
                    <a:pt x="40" y="444"/>
                  </a:cubicBezTo>
                  <a:cubicBezTo>
                    <a:pt x="40" y="441"/>
                    <a:pt x="38" y="436"/>
                    <a:pt x="38" y="434"/>
                  </a:cubicBezTo>
                  <a:cubicBezTo>
                    <a:pt x="37" y="431"/>
                    <a:pt x="37" y="427"/>
                    <a:pt x="37" y="42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0"/>
            <p:cNvSpPr>
              <a:spLocks/>
            </p:cNvSpPr>
            <p:nvPr/>
          </p:nvSpPr>
          <p:spPr bwMode="auto">
            <a:xfrm>
              <a:off x="2278063" y="2636838"/>
              <a:ext cx="674688" cy="868363"/>
            </a:xfrm>
            <a:custGeom>
              <a:avLst/>
              <a:gdLst/>
              <a:ahLst/>
              <a:cxnLst>
                <a:cxn ang="0">
                  <a:pos x="11" y="418"/>
                </a:cxn>
                <a:cxn ang="0">
                  <a:pos x="21" y="396"/>
                </a:cxn>
                <a:cxn ang="0">
                  <a:pos x="21" y="376"/>
                </a:cxn>
                <a:cxn ang="0">
                  <a:pos x="43" y="356"/>
                </a:cxn>
                <a:cxn ang="0">
                  <a:pos x="50" y="327"/>
                </a:cxn>
                <a:cxn ang="0">
                  <a:pos x="74" y="322"/>
                </a:cxn>
                <a:cxn ang="0">
                  <a:pos x="71" y="279"/>
                </a:cxn>
                <a:cxn ang="0">
                  <a:pos x="62" y="243"/>
                </a:cxn>
                <a:cxn ang="0">
                  <a:pos x="68" y="222"/>
                </a:cxn>
                <a:cxn ang="0">
                  <a:pos x="85" y="191"/>
                </a:cxn>
                <a:cxn ang="0">
                  <a:pos x="77" y="142"/>
                </a:cxn>
                <a:cxn ang="0">
                  <a:pos x="54" y="116"/>
                </a:cxn>
                <a:cxn ang="0">
                  <a:pos x="36" y="87"/>
                </a:cxn>
                <a:cxn ang="0">
                  <a:pos x="60" y="66"/>
                </a:cxn>
                <a:cxn ang="0">
                  <a:pos x="92" y="59"/>
                </a:cxn>
                <a:cxn ang="0">
                  <a:pos x="89" y="35"/>
                </a:cxn>
                <a:cxn ang="0">
                  <a:pos x="114" y="23"/>
                </a:cxn>
                <a:cxn ang="0">
                  <a:pos x="135" y="9"/>
                </a:cxn>
                <a:cxn ang="0">
                  <a:pos x="160" y="8"/>
                </a:cxn>
                <a:cxn ang="0">
                  <a:pos x="186" y="29"/>
                </a:cxn>
                <a:cxn ang="0">
                  <a:pos x="216" y="24"/>
                </a:cxn>
                <a:cxn ang="0">
                  <a:pos x="239" y="31"/>
                </a:cxn>
                <a:cxn ang="0">
                  <a:pos x="256" y="14"/>
                </a:cxn>
                <a:cxn ang="0">
                  <a:pos x="276" y="54"/>
                </a:cxn>
                <a:cxn ang="0">
                  <a:pos x="316" y="80"/>
                </a:cxn>
                <a:cxn ang="0">
                  <a:pos x="305" y="120"/>
                </a:cxn>
                <a:cxn ang="0">
                  <a:pos x="286" y="152"/>
                </a:cxn>
                <a:cxn ang="0">
                  <a:pos x="285" y="196"/>
                </a:cxn>
                <a:cxn ang="0">
                  <a:pos x="273" y="225"/>
                </a:cxn>
                <a:cxn ang="0">
                  <a:pos x="285" y="261"/>
                </a:cxn>
                <a:cxn ang="0">
                  <a:pos x="308" y="302"/>
                </a:cxn>
                <a:cxn ang="0">
                  <a:pos x="305" y="336"/>
                </a:cxn>
                <a:cxn ang="0">
                  <a:pos x="332" y="342"/>
                </a:cxn>
                <a:cxn ang="0">
                  <a:pos x="365" y="337"/>
                </a:cxn>
                <a:cxn ang="0">
                  <a:pos x="384" y="347"/>
                </a:cxn>
                <a:cxn ang="0">
                  <a:pos x="402" y="377"/>
                </a:cxn>
                <a:cxn ang="0">
                  <a:pos x="388" y="397"/>
                </a:cxn>
                <a:cxn ang="0">
                  <a:pos x="375" y="419"/>
                </a:cxn>
                <a:cxn ang="0">
                  <a:pos x="356" y="446"/>
                </a:cxn>
                <a:cxn ang="0">
                  <a:pos x="326" y="459"/>
                </a:cxn>
                <a:cxn ang="0">
                  <a:pos x="305" y="482"/>
                </a:cxn>
                <a:cxn ang="0">
                  <a:pos x="277" y="468"/>
                </a:cxn>
                <a:cxn ang="0">
                  <a:pos x="252" y="456"/>
                </a:cxn>
                <a:cxn ang="0">
                  <a:pos x="231" y="461"/>
                </a:cxn>
                <a:cxn ang="0">
                  <a:pos x="207" y="438"/>
                </a:cxn>
                <a:cxn ang="0">
                  <a:pos x="192" y="457"/>
                </a:cxn>
                <a:cxn ang="0">
                  <a:pos x="174" y="460"/>
                </a:cxn>
                <a:cxn ang="0">
                  <a:pos x="163" y="480"/>
                </a:cxn>
                <a:cxn ang="0">
                  <a:pos x="154" y="512"/>
                </a:cxn>
                <a:cxn ang="0">
                  <a:pos x="144" y="482"/>
                </a:cxn>
                <a:cxn ang="0">
                  <a:pos x="118" y="450"/>
                </a:cxn>
                <a:cxn ang="0">
                  <a:pos x="85" y="475"/>
                </a:cxn>
                <a:cxn ang="0">
                  <a:pos x="52" y="509"/>
                </a:cxn>
                <a:cxn ang="0">
                  <a:pos x="21" y="518"/>
                </a:cxn>
                <a:cxn ang="0">
                  <a:pos x="15" y="482"/>
                </a:cxn>
                <a:cxn ang="0">
                  <a:pos x="3" y="449"/>
                </a:cxn>
              </a:cxnLst>
              <a:rect l="0" t="0" r="r" b="b"/>
              <a:pathLst>
                <a:path w="403" h="518">
                  <a:moveTo>
                    <a:pt x="3" y="434"/>
                  </a:moveTo>
                  <a:cubicBezTo>
                    <a:pt x="3" y="434"/>
                    <a:pt x="3" y="433"/>
                    <a:pt x="3" y="433"/>
                  </a:cubicBezTo>
                  <a:cubicBezTo>
                    <a:pt x="3" y="431"/>
                    <a:pt x="6" y="429"/>
                    <a:pt x="7" y="427"/>
                  </a:cubicBezTo>
                  <a:cubicBezTo>
                    <a:pt x="8" y="426"/>
                    <a:pt x="10" y="425"/>
                    <a:pt x="11" y="424"/>
                  </a:cubicBezTo>
                  <a:cubicBezTo>
                    <a:pt x="11" y="423"/>
                    <a:pt x="11" y="420"/>
                    <a:pt x="11" y="418"/>
                  </a:cubicBezTo>
                  <a:cubicBezTo>
                    <a:pt x="10" y="417"/>
                    <a:pt x="8" y="414"/>
                    <a:pt x="8" y="413"/>
                  </a:cubicBezTo>
                  <a:cubicBezTo>
                    <a:pt x="9" y="411"/>
                    <a:pt x="12" y="410"/>
                    <a:pt x="13" y="410"/>
                  </a:cubicBezTo>
                  <a:cubicBezTo>
                    <a:pt x="14" y="409"/>
                    <a:pt x="15" y="409"/>
                    <a:pt x="15" y="409"/>
                  </a:cubicBezTo>
                  <a:cubicBezTo>
                    <a:pt x="17" y="408"/>
                    <a:pt x="20" y="405"/>
                    <a:pt x="21" y="404"/>
                  </a:cubicBezTo>
                  <a:cubicBezTo>
                    <a:pt x="22" y="402"/>
                    <a:pt x="20" y="397"/>
                    <a:pt x="21" y="396"/>
                  </a:cubicBezTo>
                  <a:cubicBezTo>
                    <a:pt x="22" y="396"/>
                    <a:pt x="23" y="396"/>
                    <a:pt x="24" y="396"/>
                  </a:cubicBezTo>
                  <a:cubicBezTo>
                    <a:pt x="25" y="395"/>
                    <a:pt x="27" y="389"/>
                    <a:pt x="26" y="387"/>
                  </a:cubicBezTo>
                  <a:cubicBezTo>
                    <a:pt x="26" y="386"/>
                    <a:pt x="23" y="385"/>
                    <a:pt x="22" y="384"/>
                  </a:cubicBezTo>
                  <a:cubicBezTo>
                    <a:pt x="22" y="383"/>
                    <a:pt x="21" y="381"/>
                    <a:pt x="21" y="380"/>
                  </a:cubicBezTo>
                  <a:cubicBezTo>
                    <a:pt x="21" y="379"/>
                    <a:pt x="21" y="377"/>
                    <a:pt x="21" y="376"/>
                  </a:cubicBezTo>
                  <a:cubicBezTo>
                    <a:pt x="22" y="375"/>
                    <a:pt x="24" y="374"/>
                    <a:pt x="25" y="373"/>
                  </a:cubicBezTo>
                  <a:cubicBezTo>
                    <a:pt x="26" y="372"/>
                    <a:pt x="26" y="370"/>
                    <a:pt x="27" y="369"/>
                  </a:cubicBezTo>
                  <a:cubicBezTo>
                    <a:pt x="28" y="367"/>
                    <a:pt x="30" y="363"/>
                    <a:pt x="32" y="362"/>
                  </a:cubicBezTo>
                  <a:cubicBezTo>
                    <a:pt x="34" y="361"/>
                    <a:pt x="37" y="360"/>
                    <a:pt x="39" y="360"/>
                  </a:cubicBezTo>
                  <a:cubicBezTo>
                    <a:pt x="40" y="359"/>
                    <a:pt x="42" y="357"/>
                    <a:pt x="43" y="356"/>
                  </a:cubicBezTo>
                  <a:cubicBezTo>
                    <a:pt x="44" y="355"/>
                    <a:pt x="45" y="351"/>
                    <a:pt x="46" y="350"/>
                  </a:cubicBezTo>
                  <a:cubicBezTo>
                    <a:pt x="47" y="349"/>
                    <a:pt x="49" y="349"/>
                    <a:pt x="49" y="348"/>
                  </a:cubicBezTo>
                  <a:cubicBezTo>
                    <a:pt x="51" y="346"/>
                    <a:pt x="50" y="341"/>
                    <a:pt x="50" y="339"/>
                  </a:cubicBezTo>
                  <a:cubicBezTo>
                    <a:pt x="50" y="337"/>
                    <a:pt x="48" y="333"/>
                    <a:pt x="48" y="332"/>
                  </a:cubicBezTo>
                  <a:cubicBezTo>
                    <a:pt x="48" y="330"/>
                    <a:pt x="49" y="327"/>
                    <a:pt x="50" y="327"/>
                  </a:cubicBezTo>
                  <a:cubicBezTo>
                    <a:pt x="51" y="326"/>
                    <a:pt x="55" y="327"/>
                    <a:pt x="56" y="329"/>
                  </a:cubicBezTo>
                  <a:cubicBezTo>
                    <a:pt x="57" y="330"/>
                    <a:pt x="56" y="333"/>
                    <a:pt x="57" y="334"/>
                  </a:cubicBezTo>
                  <a:cubicBezTo>
                    <a:pt x="59" y="337"/>
                    <a:pt x="65" y="339"/>
                    <a:pt x="68" y="338"/>
                  </a:cubicBezTo>
                  <a:cubicBezTo>
                    <a:pt x="70" y="338"/>
                    <a:pt x="73" y="335"/>
                    <a:pt x="74" y="333"/>
                  </a:cubicBezTo>
                  <a:cubicBezTo>
                    <a:pt x="75" y="331"/>
                    <a:pt x="73" y="325"/>
                    <a:pt x="74" y="322"/>
                  </a:cubicBezTo>
                  <a:cubicBezTo>
                    <a:pt x="74" y="321"/>
                    <a:pt x="77" y="318"/>
                    <a:pt x="77" y="317"/>
                  </a:cubicBezTo>
                  <a:cubicBezTo>
                    <a:pt x="77" y="314"/>
                    <a:pt x="75" y="308"/>
                    <a:pt x="74" y="306"/>
                  </a:cubicBezTo>
                  <a:cubicBezTo>
                    <a:pt x="73" y="304"/>
                    <a:pt x="70" y="302"/>
                    <a:pt x="70" y="300"/>
                  </a:cubicBezTo>
                  <a:cubicBezTo>
                    <a:pt x="68" y="297"/>
                    <a:pt x="67" y="291"/>
                    <a:pt x="67" y="288"/>
                  </a:cubicBezTo>
                  <a:cubicBezTo>
                    <a:pt x="67" y="286"/>
                    <a:pt x="70" y="281"/>
                    <a:pt x="71" y="279"/>
                  </a:cubicBezTo>
                  <a:cubicBezTo>
                    <a:pt x="72" y="277"/>
                    <a:pt x="76" y="276"/>
                    <a:pt x="76" y="275"/>
                  </a:cubicBezTo>
                  <a:cubicBezTo>
                    <a:pt x="78" y="272"/>
                    <a:pt x="77" y="266"/>
                    <a:pt x="77" y="264"/>
                  </a:cubicBezTo>
                  <a:cubicBezTo>
                    <a:pt x="76" y="262"/>
                    <a:pt x="75" y="259"/>
                    <a:pt x="74" y="258"/>
                  </a:cubicBezTo>
                  <a:cubicBezTo>
                    <a:pt x="73" y="256"/>
                    <a:pt x="71" y="252"/>
                    <a:pt x="70" y="250"/>
                  </a:cubicBezTo>
                  <a:cubicBezTo>
                    <a:pt x="68" y="248"/>
                    <a:pt x="64" y="244"/>
                    <a:pt x="62" y="243"/>
                  </a:cubicBezTo>
                  <a:cubicBezTo>
                    <a:pt x="60" y="243"/>
                    <a:pt x="57" y="243"/>
                    <a:pt x="55" y="242"/>
                  </a:cubicBezTo>
                  <a:cubicBezTo>
                    <a:pt x="54" y="241"/>
                    <a:pt x="54" y="237"/>
                    <a:pt x="54" y="235"/>
                  </a:cubicBezTo>
                  <a:cubicBezTo>
                    <a:pt x="55" y="232"/>
                    <a:pt x="56" y="227"/>
                    <a:pt x="58" y="226"/>
                  </a:cubicBezTo>
                  <a:cubicBezTo>
                    <a:pt x="59" y="224"/>
                    <a:pt x="62" y="222"/>
                    <a:pt x="63" y="222"/>
                  </a:cubicBezTo>
                  <a:cubicBezTo>
                    <a:pt x="64" y="221"/>
                    <a:pt x="67" y="222"/>
                    <a:pt x="68" y="222"/>
                  </a:cubicBezTo>
                  <a:cubicBezTo>
                    <a:pt x="69" y="221"/>
                    <a:pt x="72" y="219"/>
                    <a:pt x="74" y="219"/>
                  </a:cubicBezTo>
                  <a:cubicBezTo>
                    <a:pt x="75" y="218"/>
                    <a:pt x="79" y="218"/>
                    <a:pt x="80" y="217"/>
                  </a:cubicBezTo>
                  <a:cubicBezTo>
                    <a:pt x="82" y="215"/>
                    <a:pt x="83" y="209"/>
                    <a:pt x="84" y="206"/>
                  </a:cubicBezTo>
                  <a:cubicBezTo>
                    <a:pt x="85" y="204"/>
                    <a:pt x="86" y="200"/>
                    <a:pt x="87" y="198"/>
                  </a:cubicBezTo>
                  <a:cubicBezTo>
                    <a:pt x="87" y="196"/>
                    <a:pt x="85" y="193"/>
                    <a:pt x="85" y="191"/>
                  </a:cubicBezTo>
                  <a:cubicBezTo>
                    <a:pt x="86" y="189"/>
                    <a:pt x="87" y="184"/>
                    <a:pt x="87" y="182"/>
                  </a:cubicBezTo>
                  <a:cubicBezTo>
                    <a:pt x="87" y="179"/>
                    <a:pt x="84" y="174"/>
                    <a:pt x="83" y="172"/>
                  </a:cubicBezTo>
                  <a:cubicBezTo>
                    <a:pt x="83" y="169"/>
                    <a:pt x="81" y="165"/>
                    <a:pt x="81" y="162"/>
                  </a:cubicBezTo>
                  <a:cubicBezTo>
                    <a:pt x="81" y="160"/>
                    <a:pt x="82" y="155"/>
                    <a:pt x="81" y="153"/>
                  </a:cubicBezTo>
                  <a:cubicBezTo>
                    <a:pt x="81" y="150"/>
                    <a:pt x="79" y="144"/>
                    <a:pt x="77" y="142"/>
                  </a:cubicBezTo>
                  <a:cubicBezTo>
                    <a:pt x="75" y="140"/>
                    <a:pt x="70" y="138"/>
                    <a:pt x="69" y="136"/>
                  </a:cubicBezTo>
                  <a:cubicBezTo>
                    <a:pt x="68" y="134"/>
                    <a:pt x="69" y="129"/>
                    <a:pt x="69" y="128"/>
                  </a:cubicBezTo>
                  <a:cubicBezTo>
                    <a:pt x="68" y="126"/>
                    <a:pt x="64" y="123"/>
                    <a:pt x="62" y="123"/>
                  </a:cubicBezTo>
                  <a:cubicBezTo>
                    <a:pt x="61" y="122"/>
                    <a:pt x="58" y="123"/>
                    <a:pt x="57" y="123"/>
                  </a:cubicBezTo>
                  <a:cubicBezTo>
                    <a:pt x="55" y="122"/>
                    <a:pt x="55" y="117"/>
                    <a:pt x="54" y="116"/>
                  </a:cubicBezTo>
                  <a:cubicBezTo>
                    <a:pt x="53" y="114"/>
                    <a:pt x="51" y="112"/>
                    <a:pt x="49" y="111"/>
                  </a:cubicBezTo>
                  <a:cubicBezTo>
                    <a:pt x="47" y="110"/>
                    <a:pt x="43" y="110"/>
                    <a:pt x="42" y="108"/>
                  </a:cubicBezTo>
                  <a:cubicBezTo>
                    <a:pt x="40" y="107"/>
                    <a:pt x="40" y="104"/>
                    <a:pt x="39" y="103"/>
                  </a:cubicBezTo>
                  <a:cubicBezTo>
                    <a:pt x="38" y="100"/>
                    <a:pt x="35" y="96"/>
                    <a:pt x="34" y="93"/>
                  </a:cubicBezTo>
                  <a:cubicBezTo>
                    <a:pt x="34" y="92"/>
                    <a:pt x="35" y="88"/>
                    <a:pt x="36" y="87"/>
                  </a:cubicBezTo>
                  <a:cubicBezTo>
                    <a:pt x="36" y="87"/>
                    <a:pt x="36" y="87"/>
                    <a:pt x="36" y="87"/>
                  </a:cubicBezTo>
                  <a:cubicBezTo>
                    <a:pt x="37" y="85"/>
                    <a:pt x="41" y="85"/>
                    <a:pt x="42" y="83"/>
                  </a:cubicBezTo>
                  <a:cubicBezTo>
                    <a:pt x="43" y="82"/>
                    <a:pt x="41" y="78"/>
                    <a:pt x="42" y="77"/>
                  </a:cubicBezTo>
                  <a:cubicBezTo>
                    <a:pt x="44" y="73"/>
                    <a:pt x="53" y="71"/>
                    <a:pt x="56" y="68"/>
                  </a:cubicBezTo>
                  <a:cubicBezTo>
                    <a:pt x="57" y="68"/>
                    <a:pt x="59" y="66"/>
                    <a:pt x="60" y="66"/>
                  </a:cubicBezTo>
                  <a:cubicBezTo>
                    <a:pt x="61" y="65"/>
                    <a:pt x="64" y="62"/>
                    <a:pt x="66" y="62"/>
                  </a:cubicBezTo>
                  <a:cubicBezTo>
                    <a:pt x="67" y="62"/>
                    <a:pt x="70" y="65"/>
                    <a:pt x="72" y="66"/>
                  </a:cubicBezTo>
                  <a:cubicBezTo>
                    <a:pt x="75" y="66"/>
                    <a:pt x="82" y="66"/>
                    <a:pt x="85" y="64"/>
                  </a:cubicBezTo>
                  <a:cubicBezTo>
                    <a:pt x="86" y="63"/>
                    <a:pt x="88" y="59"/>
                    <a:pt x="89" y="59"/>
                  </a:cubicBezTo>
                  <a:cubicBezTo>
                    <a:pt x="90" y="58"/>
                    <a:pt x="92" y="59"/>
                    <a:pt x="92" y="59"/>
                  </a:cubicBezTo>
                  <a:cubicBezTo>
                    <a:pt x="93" y="57"/>
                    <a:pt x="91" y="52"/>
                    <a:pt x="90" y="50"/>
                  </a:cubicBezTo>
                  <a:cubicBezTo>
                    <a:pt x="89" y="49"/>
                    <a:pt x="87" y="47"/>
                    <a:pt x="87" y="46"/>
                  </a:cubicBezTo>
                  <a:cubicBezTo>
                    <a:pt x="87" y="45"/>
                    <a:pt x="89" y="43"/>
                    <a:pt x="89" y="42"/>
                  </a:cubicBezTo>
                  <a:cubicBezTo>
                    <a:pt x="89" y="42"/>
                    <a:pt x="87" y="41"/>
                    <a:pt x="87" y="40"/>
                  </a:cubicBezTo>
                  <a:cubicBezTo>
                    <a:pt x="87" y="39"/>
                    <a:pt x="88" y="36"/>
                    <a:pt x="89" y="35"/>
                  </a:cubicBezTo>
                  <a:cubicBezTo>
                    <a:pt x="90" y="34"/>
                    <a:pt x="94" y="33"/>
                    <a:pt x="95" y="32"/>
                  </a:cubicBezTo>
                  <a:cubicBezTo>
                    <a:pt x="97" y="32"/>
                    <a:pt x="94" y="27"/>
                    <a:pt x="95" y="26"/>
                  </a:cubicBezTo>
                  <a:cubicBezTo>
                    <a:pt x="96" y="25"/>
                    <a:pt x="100" y="27"/>
                    <a:pt x="101" y="26"/>
                  </a:cubicBezTo>
                  <a:cubicBezTo>
                    <a:pt x="103" y="26"/>
                    <a:pt x="105" y="23"/>
                    <a:pt x="107" y="23"/>
                  </a:cubicBezTo>
                  <a:cubicBezTo>
                    <a:pt x="109" y="22"/>
                    <a:pt x="112" y="23"/>
                    <a:pt x="114" y="23"/>
                  </a:cubicBezTo>
                  <a:cubicBezTo>
                    <a:pt x="116" y="23"/>
                    <a:pt x="118" y="24"/>
                    <a:pt x="119" y="23"/>
                  </a:cubicBezTo>
                  <a:cubicBezTo>
                    <a:pt x="120" y="22"/>
                    <a:pt x="117" y="19"/>
                    <a:pt x="117" y="18"/>
                  </a:cubicBezTo>
                  <a:cubicBezTo>
                    <a:pt x="119" y="16"/>
                    <a:pt x="126" y="19"/>
                    <a:pt x="128" y="18"/>
                  </a:cubicBezTo>
                  <a:cubicBezTo>
                    <a:pt x="130" y="18"/>
                    <a:pt x="132" y="16"/>
                    <a:pt x="133" y="14"/>
                  </a:cubicBezTo>
                  <a:cubicBezTo>
                    <a:pt x="134" y="13"/>
                    <a:pt x="134" y="10"/>
                    <a:pt x="135" y="9"/>
                  </a:cubicBezTo>
                  <a:cubicBezTo>
                    <a:pt x="137" y="7"/>
                    <a:pt x="142" y="6"/>
                    <a:pt x="144" y="5"/>
                  </a:cubicBezTo>
                  <a:cubicBezTo>
                    <a:pt x="145" y="4"/>
                    <a:pt x="147" y="1"/>
                    <a:pt x="148" y="1"/>
                  </a:cubicBezTo>
                  <a:cubicBezTo>
                    <a:pt x="150" y="0"/>
                    <a:pt x="154" y="3"/>
                    <a:pt x="156" y="3"/>
                  </a:cubicBezTo>
                  <a:cubicBezTo>
                    <a:pt x="156" y="3"/>
                    <a:pt x="158" y="3"/>
                    <a:pt x="159" y="4"/>
                  </a:cubicBezTo>
                  <a:cubicBezTo>
                    <a:pt x="160" y="5"/>
                    <a:pt x="160" y="7"/>
                    <a:pt x="160" y="8"/>
                  </a:cubicBezTo>
                  <a:cubicBezTo>
                    <a:pt x="161" y="10"/>
                    <a:pt x="161" y="15"/>
                    <a:pt x="163" y="16"/>
                  </a:cubicBezTo>
                  <a:cubicBezTo>
                    <a:pt x="165" y="17"/>
                    <a:pt x="169" y="16"/>
                    <a:pt x="171" y="16"/>
                  </a:cubicBezTo>
                  <a:cubicBezTo>
                    <a:pt x="172" y="16"/>
                    <a:pt x="174" y="16"/>
                    <a:pt x="176" y="16"/>
                  </a:cubicBezTo>
                  <a:cubicBezTo>
                    <a:pt x="177" y="16"/>
                    <a:pt x="180" y="18"/>
                    <a:pt x="182" y="20"/>
                  </a:cubicBezTo>
                  <a:cubicBezTo>
                    <a:pt x="183" y="21"/>
                    <a:pt x="183" y="27"/>
                    <a:pt x="186" y="29"/>
                  </a:cubicBezTo>
                  <a:cubicBezTo>
                    <a:pt x="187" y="30"/>
                    <a:pt x="193" y="30"/>
                    <a:pt x="195" y="29"/>
                  </a:cubicBezTo>
                  <a:cubicBezTo>
                    <a:pt x="196" y="28"/>
                    <a:pt x="197" y="24"/>
                    <a:pt x="198" y="23"/>
                  </a:cubicBezTo>
                  <a:cubicBezTo>
                    <a:pt x="200" y="22"/>
                    <a:pt x="204" y="23"/>
                    <a:pt x="206" y="23"/>
                  </a:cubicBezTo>
                  <a:cubicBezTo>
                    <a:pt x="208" y="24"/>
                    <a:pt x="209" y="29"/>
                    <a:pt x="211" y="29"/>
                  </a:cubicBezTo>
                  <a:cubicBezTo>
                    <a:pt x="213" y="29"/>
                    <a:pt x="215" y="25"/>
                    <a:pt x="216" y="24"/>
                  </a:cubicBezTo>
                  <a:cubicBezTo>
                    <a:pt x="218" y="23"/>
                    <a:pt x="222" y="22"/>
                    <a:pt x="224" y="22"/>
                  </a:cubicBezTo>
                  <a:cubicBezTo>
                    <a:pt x="226" y="23"/>
                    <a:pt x="228" y="26"/>
                    <a:pt x="230" y="28"/>
                  </a:cubicBezTo>
                  <a:cubicBezTo>
                    <a:pt x="231" y="30"/>
                    <a:pt x="230" y="35"/>
                    <a:pt x="232" y="36"/>
                  </a:cubicBezTo>
                  <a:cubicBezTo>
                    <a:pt x="233" y="37"/>
                    <a:pt x="237" y="38"/>
                    <a:pt x="239" y="37"/>
                  </a:cubicBezTo>
                  <a:cubicBezTo>
                    <a:pt x="240" y="36"/>
                    <a:pt x="238" y="32"/>
                    <a:pt x="239" y="31"/>
                  </a:cubicBezTo>
                  <a:cubicBezTo>
                    <a:pt x="240" y="30"/>
                    <a:pt x="243" y="32"/>
                    <a:pt x="244" y="31"/>
                  </a:cubicBezTo>
                  <a:cubicBezTo>
                    <a:pt x="246" y="31"/>
                    <a:pt x="248" y="30"/>
                    <a:pt x="249" y="28"/>
                  </a:cubicBezTo>
                  <a:cubicBezTo>
                    <a:pt x="250" y="26"/>
                    <a:pt x="248" y="22"/>
                    <a:pt x="249" y="19"/>
                  </a:cubicBezTo>
                  <a:cubicBezTo>
                    <a:pt x="249" y="18"/>
                    <a:pt x="250" y="15"/>
                    <a:pt x="251" y="14"/>
                  </a:cubicBezTo>
                  <a:cubicBezTo>
                    <a:pt x="252" y="14"/>
                    <a:pt x="255" y="14"/>
                    <a:pt x="256" y="14"/>
                  </a:cubicBezTo>
                  <a:cubicBezTo>
                    <a:pt x="258" y="15"/>
                    <a:pt x="261" y="20"/>
                    <a:pt x="262" y="21"/>
                  </a:cubicBezTo>
                  <a:cubicBezTo>
                    <a:pt x="263" y="24"/>
                    <a:pt x="264" y="29"/>
                    <a:pt x="266" y="31"/>
                  </a:cubicBezTo>
                  <a:cubicBezTo>
                    <a:pt x="267" y="32"/>
                    <a:pt x="270" y="32"/>
                    <a:pt x="271" y="33"/>
                  </a:cubicBezTo>
                  <a:cubicBezTo>
                    <a:pt x="274" y="35"/>
                    <a:pt x="277" y="40"/>
                    <a:pt x="277" y="43"/>
                  </a:cubicBezTo>
                  <a:cubicBezTo>
                    <a:pt x="278" y="46"/>
                    <a:pt x="274" y="52"/>
                    <a:pt x="276" y="54"/>
                  </a:cubicBezTo>
                  <a:cubicBezTo>
                    <a:pt x="276" y="56"/>
                    <a:pt x="279" y="56"/>
                    <a:pt x="280" y="57"/>
                  </a:cubicBezTo>
                  <a:cubicBezTo>
                    <a:pt x="282" y="59"/>
                    <a:pt x="283" y="63"/>
                    <a:pt x="284" y="65"/>
                  </a:cubicBezTo>
                  <a:cubicBezTo>
                    <a:pt x="287" y="68"/>
                    <a:pt x="298" y="72"/>
                    <a:pt x="299" y="74"/>
                  </a:cubicBezTo>
                  <a:cubicBezTo>
                    <a:pt x="299" y="75"/>
                    <a:pt x="306" y="73"/>
                    <a:pt x="308" y="74"/>
                  </a:cubicBezTo>
                  <a:cubicBezTo>
                    <a:pt x="310" y="74"/>
                    <a:pt x="314" y="77"/>
                    <a:pt x="316" y="80"/>
                  </a:cubicBezTo>
                  <a:cubicBezTo>
                    <a:pt x="317" y="82"/>
                    <a:pt x="317" y="89"/>
                    <a:pt x="317" y="92"/>
                  </a:cubicBezTo>
                  <a:cubicBezTo>
                    <a:pt x="317" y="95"/>
                    <a:pt x="317" y="103"/>
                    <a:pt x="317" y="103"/>
                  </a:cubicBezTo>
                  <a:cubicBezTo>
                    <a:pt x="317" y="104"/>
                    <a:pt x="320" y="113"/>
                    <a:pt x="320" y="114"/>
                  </a:cubicBezTo>
                  <a:cubicBezTo>
                    <a:pt x="320" y="115"/>
                    <a:pt x="317" y="118"/>
                    <a:pt x="315" y="118"/>
                  </a:cubicBezTo>
                  <a:cubicBezTo>
                    <a:pt x="313" y="119"/>
                    <a:pt x="308" y="119"/>
                    <a:pt x="305" y="120"/>
                  </a:cubicBezTo>
                  <a:cubicBezTo>
                    <a:pt x="303" y="121"/>
                    <a:pt x="300" y="124"/>
                    <a:pt x="297" y="126"/>
                  </a:cubicBezTo>
                  <a:cubicBezTo>
                    <a:pt x="296" y="127"/>
                    <a:pt x="295" y="128"/>
                    <a:pt x="294" y="128"/>
                  </a:cubicBezTo>
                  <a:cubicBezTo>
                    <a:pt x="292" y="129"/>
                    <a:pt x="289" y="129"/>
                    <a:pt x="287" y="131"/>
                  </a:cubicBezTo>
                  <a:cubicBezTo>
                    <a:pt x="285" y="133"/>
                    <a:pt x="284" y="142"/>
                    <a:pt x="284" y="143"/>
                  </a:cubicBezTo>
                  <a:cubicBezTo>
                    <a:pt x="284" y="144"/>
                    <a:pt x="286" y="151"/>
                    <a:pt x="286" y="152"/>
                  </a:cubicBezTo>
                  <a:cubicBezTo>
                    <a:pt x="286" y="152"/>
                    <a:pt x="286" y="163"/>
                    <a:pt x="286" y="164"/>
                  </a:cubicBezTo>
                  <a:cubicBezTo>
                    <a:pt x="286" y="165"/>
                    <a:pt x="285" y="172"/>
                    <a:pt x="286" y="175"/>
                  </a:cubicBezTo>
                  <a:cubicBezTo>
                    <a:pt x="286" y="178"/>
                    <a:pt x="289" y="182"/>
                    <a:pt x="289" y="185"/>
                  </a:cubicBezTo>
                  <a:cubicBezTo>
                    <a:pt x="290" y="186"/>
                    <a:pt x="289" y="189"/>
                    <a:pt x="289" y="190"/>
                  </a:cubicBezTo>
                  <a:cubicBezTo>
                    <a:pt x="288" y="192"/>
                    <a:pt x="287" y="195"/>
                    <a:pt x="285" y="196"/>
                  </a:cubicBezTo>
                  <a:cubicBezTo>
                    <a:pt x="283" y="197"/>
                    <a:pt x="278" y="196"/>
                    <a:pt x="276" y="196"/>
                  </a:cubicBezTo>
                  <a:cubicBezTo>
                    <a:pt x="274" y="197"/>
                    <a:pt x="269" y="200"/>
                    <a:pt x="268" y="202"/>
                  </a:cubicBezTo>
                  <a:cubicBezTo>
                    <a:pt x="267" y="204"/>
                    <a:pt x="269" y="206"/>
                    <a:pt x="270" y="207"/>
                  </a:cubicBezTo>
                  <a:cubicBezTo>
                    <a:pt x="271" y="211"/>
                    <a:pt x="276" y="216"/>
                    <a:pt x="276" y="220"/>
                  </a:cubicBezTo>
                  <a:cubicBezTo>
                    <a:pt x="276" y="221"/>
                    <a:pt x="274" y="224"/>
                    <a:pt x="273" y="225"/>
                  </a:cubicBezTo>
                  <a:cubicBezTo>
                    <a:pt x="273" y="227"/>
                    <a:pt x="274" y="231"/>
                    <a:pt x="274" y="232"/>
                  </a:cubicBezTo>
                  <a:cubicBezTo>
                    <a:pt x="274" y="233"/>
                    <a:pt x="270" y="236"/>
                    <a:pt x="270" y="238"/>
                  </a:cubicBezTo>
                  <a:cubicBezTo>
                    <a:pt x="269" y="241"/>
                    <a:pt x="272" y="246"/>
                    <a:pt x="274" y="249"/>
                  </a:cubicBezTo>
                  <a:cubicBezTo>
                    <a:pt x="275" y="250"/>
                    <a:pt x="279" y="252"/>
                    <a:pt x="280" y="253"/>
                  </a:cubicBezTo>
                  <a:cubicBezTo>
                    <a:pt x="281" y="255"/>
                    <a:pt x="283" y="259"/>
                    <a:pt x="285" y="261"/>
                  </a:cubicBezTo>
                  <a:cubicBezTo>
                    <a:pt x="287" y="264"/>
                    <a:pt x="290" y="271"/>
                    <a:pt x="292" y="275"/>
                  </a:cubicBezTo>
                  <a:cubicBezTo>
                    <a:pt x="293" y="277"/>
                    <a:pt x="295" y="281"/>
                    <a:pt x="297" y="282"/>
                  </a:cubicBezTo>
                  <a:cubicBezTo>
                    <a:pt x="299" y="284"/>
                    <a:pt x="305" y="285"/>
                    <a:pt x="306" y="288"/>
                  </a:cubicBezTo>
                  <a:cubicBezTo>
                    <a:pt x="308" y="289"/>
                    <a:pt x="309" y="293"/>
                    <a:pt x="309" y="294"/>
                  </a:cubicBezTo>
                  <a:cubicBezTo>
                    <a:pt x="309" y="296"/>
                    <a:pt x="307" y="300"/>
                    <a:pt x="308" y="302"/>
                  </a:cubicBezTo>
                  <a:cubicBezTo>
                    <a:pt x="309" y="304"/>
                    <a:pt x="313" y="305"/>
                    <a:pt x="314" y="307"/>
                  </a:cubicBezTo>
                  <a:cubicBezTo>
                    <a:pt x="316" y="308"/>
                    <a:pt x="317" y="314"/>
                    <a:pt x="317" y="315"/>
                  </a:cubicBezTo>
                  <a:cubicBezTo>
                    <a:pt x="317" y="316"/>
                    <a:pt x="315" y="320"/>
                    <a:pt x="314" y="321"/>
                  </a:cubicBezTo>
                  <a:cubicBezTo>
                    <a:pt x="313" y="322"/>
                    <a:pt x="311" y="323"/>
                    <a:pt x="310" y="324"/>
                  </a:cubicBezTo>
                  <a:cubicBezTo>
                    <a:pt x="308" y="327"/>
                    <a:pt x="305" y="333"/>
                    <a:pt x="305" y="336"/>
                  </a:cubicBezTo>
                  <a:cubicBezTo>
                    <a:pt x="304" y="337"/>
                    <a:pt x="303" y="341"/>
                    <a:pt x="305" y="342"/>
                  </a:cubicBezTo>
                  <a:cubicBezTo>
                    <a:pt x="307" y="345"/>
                    <a:pt x="314" y="341"/>
                    <a:pt x="317" y="342"/>
                  </a:cubicBezTo>
                  <a:cubicBezTo>
                    <a:pt x="319" y="342"/>
                    <a:pt x="321" y="344"/>
                    <a:pt x="323" y="344"/>
                  </a:cubicBezTo>
                  <a:cubicBezTo>
                    <a:pt x="325" y="345"/>
                    <a:pt x="330" y="345"/>
                    <a:pt x="332" y="344"/>
                  </a:cubicBezTo>
                  <a:cubicBezTo>
                    <a:pt x="332" y="343"/>
                    <a:pt x="332" y="342"/>
                    <a:pt x="332" y="342"/>
                  </a:cubicBezTo>
                  <a:cubicBezTo>
                    <a:pt x="334" y="341"/>
                    <a:pt x="339" y="342"/>
                    <a:pt x="341" y="342"/>
                  </a:cubicBezTo>
                  <a:cubicBezTo>
                    <a:pt x="343" y="341"/>
                    <a:pt x="347" y="339"/>
                    <a:pt x="349" y="337"/>
                  </a:cubicBezTo>
                  <a:cubicBezTo>
                    <a:pt x="350" y="336"/>
                    <a:pt x="352" y="334"/>
                    <a:pt x="353" y="334"/>
                  </a:cubicBezTo>
                  <a:cubicBezTo>
                    <a:pt x="355" y="333"/>
                    <a:pt x="359" y="333"/>
                    <a:pt x="361" y="334"/>
                  </a:cubicBezTo>
                  <a:cubicBezTo>
                    <a:pt x="362" y="334"/>
                    <a:pt x="364" y="337"/>
                    <a:pt x="365" y="337"/>
                  </a:cubicBezTo>
                  <a:cubicBezTo>
                    <a:pt x="367" y="338"/>
                    <a:pt x="370" y="337"/>
                    <a:pt x="372" y="336"/>
                  </a:cubicBezTo>
                  <a:cubicBezTo>
                    <a:pt x="373" y="335"/>
                    <a:pt x="372" y="332"/>
                    <a:pt x="373" y="331"/>
                  </a:cubicBezTo>
                  <a:cubicBezTo>
                    <a:pt x="374" y="330"/>
                    <a:pt x="376" y="329"/>
                    <a:pt x="377" y="329"/>
                  </a:cubicBezTo>
                  <a:cubicBezTo>
                    <a:pt x="380" y="330"/>
                    <a:pt x="382" y="336"/>
                    <a:pt x="383" y="339"/>
                  </a:cubicBezTo>
                  <a:cubicBezTo>
                    <a:pt x="383" y="341"/>
                    <a:pt x="384" y="345"/>
                    <a:pt x="384" y="347"/>
                  </a:cubicBezTo>
                  <a:cubicBezTo>
                    <a:pt x="384" y="350"/>
                    <a:pt x="382" y="355"/>
                    <a:pt x="382" y="358"/>
                  </a:cubicBezTo>
                  <a:cubicBezTo>
                    <a:pt x="382" y="359"/>
                    <a:pt x="383" y="360"/>
                    <a:pt x="384" y="360"/>
                  </a:cubicBezTo>
                  <a:cubicBezTo>
                    <a:pt x="386" y="362"/>
                    <a:pt x="392" y="359"/>
                    <a:pt x="395" y="360"/>
                  </a:cubicBezTo>
                  <a:cubicBezTo>
                    <a:pt x="397" y="361"/>
                    <a:pt x="400" y="364"/>
                    <a:pt x="401" y="366"/>
                  </a:cubicBezTo>
                  <a:cubicBezTo>
                    <a:pt x="402" y="369"/>
                    <a:pt x="402" y="374"/>
                    <a:pt x="402" y="377"/>
                  </a:cubicBezTo>
                  <a:cubicBezTo>
                    <a:pt x="402" y="378"/>
                    <a:pt x="403" y="382"/>
                    <a:pt x="402" y="383"/>
                  </a:cubicBezTo>
                  <a:cubicBezTo>
                    <a:pt x="401" y="385"/>
                    <a:pt x="398" y="386"/>
                    <a:pt x="397" y="388"/>
                  </a:cubicBezTo>
                  <a:cubicBezTo>
                    <a:pt x="396" y="389"/>
                    <a:pt x="396" y="391"/>
                    <a:pt x="396" y="393"/>
                  </a:cubicBezTo>
                  <a:cubicBezTo>
                    <a:pt x="395" y="394"/>
                    <a:pt x="394" y="396"/>
                    <a:pt x="393" y="397"/>
                  </a:cubicBezTo>
                  <a:cubicBezTo>
                    <a:pt x="392" y="398"/>
                    <a:pt x="390" y="397"/>
                    <a:pt x="388" y="397"/>
                  </a:cubicBezTo>
                  <a:cubicBezTo>
                    <a:pt x="387" y="398"/>
                    <a:pt x="384" y="400"/>
                    <a:pt x="383" y="401"/>
                  </a:cubicBezTo>
                  <a:cubicBezTo>
                    <a:pt x="382" y="403"/>
                    <a:pt x="381" y="408"/>
                    <a:pt x="382" y="410"/>
                  </a:cubicBezTo>
                  <a:cubicBezTo>
                    <a:pt x="382" y="411"/>
                    <a:pt x="386" y="414"/>
                    <a:pt x="385" y="416"/>
                  </a:cubicBezTo>
                  <a:cubicBezTo>
                    <a:pt x="385" y="417"/>
                    <a:pt x="381" y="418"/>
                    <a:pt x="379" y="419"/>
                  </a:cubicBezTo>
                  <a:cubicBezTo>
                    <a:pt x="378" y="419"/>
                    <a:pt x="376" y="418"/>
                    <a:pt x="375" y="419"/>
                  </a:cubicBezTo>
                  <a:cubicBezTo>
                    <a:pt x="373" y="420"/>
                    <a:pt x="372" y="424"/>
                    <a:pt x="371" y="425"/>
                  </a:cubicBezTo>
                  <a:cubicBezTo>
                    <a:pt x="371" y="428"/>
                    <a:pt x="374" y="432"/>
                    <a:pt x="372" y="434"/>
                  </a:cubicBezTo>
                  <a:cubicBezTo>
                    <a:pt x="371" y="435"/>
                    <a:pt x="368" y="434"/>
                    <a:pt x="366" y="435"/>
                  </a:cubicBezTo>
                  <a:cubicBezTo>
                    <a:pt x="364" y="435"/>
                    <a:pt x="358" y="437"/>
                    <a:pt x="356" y="439"/>
                  </a:cubicBezTo>
                  <a:cubicBezTo>
                    <a:pt x="355" y="440"/>
                    <a:pt x="357" y="444"/>
                    <a:pt x="356" y="446"/>
                  </a:cubicBezTo>
                  <a:cubicBezTo>
                    <a:pt x="354" y="447"/>
                    <a:pt x="350" y="446"/>
                    <a:pt x="349" y="447"/>
                  </a:cubicBezTo>
                  <a:cubicBezTo>
                    <a:pt x="348" y="448"/>
                    <a:pt x="348" y="453"/>
                    <a:pt x="347" y="454"/>
                  </a:cubicBezTo>
                  <a:cubicBezTo>
                    <a:pt x="346" y="456"/>
                    <a:pt x="341" y="457"/>
                    <a:pt x="339" y="458"/>
                  </a:cubicBezTo>
                  <a:cubicBezTo>
                    <a:pt x="336" y="458"/>
                    <a:pt x="332" y="457"/>
                    <a:pt x="329" y="458"/>
                  </a:cubicBezTo>
                  <a:cubicBezTo>
                    <a:pt x="328" y="458"/>
                    <a:pt x="326" y="458"/>
                    <a:pt x="326" y="459"/>
                  </a:cubicBezTo>
                  <a:cubicBezTo>
                    <a:pt x="325" y="461"/>
                    <a:pt x="326" y="465"/>
                    <a:pt x="325" y="467"/>
                  </a:cubicBezTo>
                  <a:cubicBezTo>
                    <a:pt x="324" y="468"/>
                    <a:pt x="320" y="466"/>
                    <a:pt x="318" y="467"/>
                  </a:cubicBezTo>
                  <a:cubicBezTo>
                    <a:pt x="317" y="468"/>
                    <a:pt x="316" y="471"/>
                    <a:pt x="315" y="472"/>
                  </a:cubicBezTo>
                  <a:cubicBezTo>
                    <a:pt x="314" y="474"/>
                    <a:pt x="314" y="477"/>
                    <a:pt x="313" y="478"/>
                  </a:cubicBezTo>
                  <a:cubicBezTo>
                    <a:pt x="311" y="480"/>
                    <a:pt x="306" y="480"/>
                    <a:pt x="305" y="482"/>
                  </a:cubicBezTo>
                  <a:cubicBezTo>
                    <a:pt x="304" y="483"/>
                    <a:pt x="304" y="485"/>
                    <a:pt x="304" y="486"/>
                  </a:cubicBezTo>
                  <a:cubicBezTo>
                    <a:pt x="301" y="486"/>
                    <a:pt x="297" y="486"/>
                    <a:pt x="296" y="485"/>
                  </a:cubicBezTo>
                  <a:cubicBezTo>
                    <a:pt x="293" y="484"/>
                    <a:pt x="289" y="481"/>
                    <a:pt x="288" y="479"/>
                  </a:cubicBezTo>
                  <a:cubicBezTo>
                    <a:pt x="286" y="477"/>
                    <a:pt x="286" y="470"/>
                    <a:pt x="284" y="469"/>
                  </a:cubicBezTo>
                  <a:cubicBezTo>
                    <a:pt x="283" y="467"/>
                    <a:pt x="279" y="468"/>
                    <a:pt x="277" y="468"/>
                  </a:cubicBezTo>
                  <a:cubicBezTo>
                    <a:pt x="276" y="468"/>
                    <a:pt x="273" y="469"/>
                    <a:pt x="272" y="469"/>
                  </a:cubicBezTo>
                  <a:cubicBezTo>
                    <a:pt x="270" y="468"/>
                    <a:pt x="267" y="467"/>
                    <a:pt x="266" y="466"/>
                  </a:cubicBezTo>
                  <a:cubicBezTo>
                    <a:pt x="265" y="464"/>
                    <a:pt x="270" y="459"/>
                    <a:pt x="269" y="456"/>
                  </a:cubicBezTo>
                  <a:cubicBezTo>
                    <a:pt x="267" y="454"/>
                    <a:pt x="261" y="453"/>
                    <a:pt x="258" y="453"/>
                  </a:cubicBezTo>
                  <a:cubicBezTo>
                    <a:pt x="257" y="453"/>
                    <a:pt x="252" y="454"/>
                    <a:pt x="252" y="456"/>
                  </a:cubicBezTo>
                  <a:cubicBezTo>
                    <a:pt x="251" y="458"/>
                    <a:pt x="254" y="460"/>
                    <a:pt x="254" y="462"/>
                  </a:cubicBezTo>
                  <a:cubicBezTo>
                    <a:pt x="255" y="463"/>
                    <a:pt x="255" y="466"/>
                    <a:pt x="254" y="467"/>
                  </a:cubicBezTo>
                  <a:cubicBezTo>
                    <a:pt x="253" y="469"/>
                    <a:pt x="247" y="470"/>
                    <a:pt x="244" y="471"/>
                  </a:cubicBezTo>
                  <a:cubicBezTo>
                    <a:pt x="241" y="471"/>
                    <a:pt x="235" y="472"/>
                    <a:pt x="233" y="471"/>
                  </a:cubicBezTo>
                  <a:cubicBezTo>
                    <a:pt x="231" y="469"/>
                    <a:pt x="232" y="464"/>
                    <a:pt x="231" y="461"/>
                  </a:cubicBezTo>
                  <a:cubicBezTo>
                    <a:pt x="230" y="459"/>
                    <a:pt x="226" y="456"/>
                    <a:pt x="225" y="453"/>
                  </a:cubicBezTo>
                  <a:cubicBezTo>
                    <a:pt x="224" y="452"/>
                    <a:pt x="225" y="449"/>
                    <a:pt x="225" y="447"/>
                  </a:cubicBezTo>
                  <a:cubicBezTo>
                    <a:pt x="225" y="446"/>
                    <a:pt x="226" y="442"/>
                    <a:pt x="225" y="440"/>
                  </a:cubicBezTo>
                  <a:cubicBezTo>
                    <a:pt x="224" y="439"/>
                    <a:pt x="221" y="438"/>
                    <a:pt x="220" y="438"/>
                  </a:cubicBezTo>
                  <a:cubicBezTo>
                    <a:pt x="217" y="437"/>
                    <a:pt x="209" y="436"/>
                    <a:pt x="207" y="438"/>
                  </a:cubicBezTo>
                  <a:cubicBezTo>
                    <a:pt x="206" y="439"/>
                    <a:pt x="207" y="444"/>
                    <a:pt x="206" y="445"/>
                  </a:cubicBezTo>
                  <a:cubicBezTo>
                    <a:pt x="205" y="446"/>
                    <a:pt x="201" y="445"/>
                    <a:pt x="199" y="445"/>
                  </a:cubicBezTo>
                  <a:cubicBezTo>
                    <a:pt x="198" y="446"/>
                    <a:pt x="195" y="448"/>
                    <a:pt x="195" y="449"/>
                  </a:cubicBezTo>
                  <a:cubicBezTo>
                    <a:pt x="194" y="450"/>
                    <a:pt x="195" y="452"/>
                    <a:pt x="195" y="453"/>
                  </a:cubicBezTo>
                  <a:cubicBezTo>
                    <a:pt x="194" y="454"/>
                    <a:pt x="193" y="456"/>
                    <a:pt x="192" y="457"/>
                  </a:cubicBezTo>
                  <a:cubicBezTo>
                    <a:pt x="190" y="458"/>
                    <a:pt x="184" y="459"/>
                    <a:pt x="181" y="457"/>
                  </a:cubicBezTo>
                  <a:cubicBezTo>
                    <a:pt x="180" y="457"/>
                    <a:pt x="180" y="454"/>
                    <a:pt x="179" y="453"/>
                  </a:cubicBezTo>
                  <a:cubicBezTo>
                    <a:pt x="179" y="453"/>
                    <a:pt x="177" y="453"/>
                    <a:pt x="176" y="453"/>
                  </a:cubicBezTo>
                  <a:cubicBezTo>
                    <a:pt x="175" y="453"/>
                    <a:pt x="173" y="454"/>
                    <a:pt x="173" y="455"/>
                  </a:cubicBezTo>
                  <a:cubicBezTo>
                    <a:pt x="172" y="456"/>
                    <a:pt x="174" y="458"/>
                    <a:pt x="174" y="460"/>
                  </a:cubicBezTo>
                  <a:cubicBezTo>
                    <a:pt x="174" y="461"/>
                    <a:pt x="174" y="465"/>
                    <a:pt x="173" y="466"/>
                  </a:cubicBezTo>
                  <a:cubicBezTo>
                    <a:pt x="172" y="467"/>
                    <a:pt x="170" y="467"/>
                    <a:pt x="170" y="468"/>
                  </a:cubicBezTo>
                  <a:cubicBezTo>
                    <a:pt x="169" y="468"/>
                    <a:pt x="167" y="469"/>
                    <a:pt x="166" y="470"/>
                  </a:cubicBezTo>
                  <a:cubicBezTo>
                    <a:pt x="165" y="471"/>
                    <a:pt x="166" y="474"/>
                    <a:pt x="166" y="475"/>
                  </a:cubicBezTo>
                  <a:cubicBezTo>
                    <a:pt x="166" y="477"/>
                    <a:pt x="163" y="479"/>
                    <a:pt x="163" y="480"/>
                  </a:cubicBezTo>
                  <a:cubicBezTo>
                    <a:pt x="162" y="481"/>
                    <a:pt x="161" y="485"/>
                    <a:pt x="161" y="486"/>
                  </a:cubicBezTo>
                  <a:cubicBezTo>
                    <a:pt x="160" y="488"/>
                    <a:pt x="159" y="491"/>
                    <a:pt x="159" y="493"/>
                  </a:cubicBezTo>
                  <a:cubicBezTo>
                    <a:pt x="158" y="495"/>
                    <a:pt x="159" y="498"/>
                    <a:pt x="159" y="500"/>
                  </a:cubicBezTo>
                  <a:cubicBezTo>
                    <a:pt x="158" y="501"/>
                    <a:pt x="156" y="502"/>
                    <a:pt x="156" y="503"/>
                  </a:cubicBezTo>
                  <a:cubicBezTo>
                    <a:pt x="155" y="505"/>
                    <a:pt x="154" y="509"/>
                    <a:pt x="154" y="512"/>
                  </a:cubicBezTo>
                  <a:cubicBezTo>
                    <a:pt x="153" y="511"/>
                    <a:pt x="152" y="510"/>
                    <a:pt x="151" y="509"/>
                  </a:cubicBezTo>
                  <a:cubicBezTo>
                    <a:pt x="150" y="508"/>
                    <a:pt x="149" y="505"/>
                    <a:pt x="147" y="503"/>
                  </a:cubicBezTo>
                  <a:cubicBezTo>
                    <a:pt x="147" y="502"/>
                    <a:pt x="144" y="500"/>
                    <a:pt x="144" y="499"/>
                  </a:cubicBezTo>
                  <a:cubicBezTo>
                    <a:pt x="143" y="497"/>
                    <a:pt x="144" y="492"/>
                    <a:pt x="144" y="489"/>
                  </a:cubicBezTo>
                  <a:cubicBezTo>
                    <a:pt x="144" y="488"/>
                    <a:pt x="145" y="484"/>
                    <a:pt x="144" y="482"/>
                  </a:cubicBezTo>
                  <a:cubicBezTo>
                    <a:pt x="144" y="481"/>
                    <a:pt x="142" y="478"/>
                    <a:pt x="141" y="477"/>
                  </a:cubicBezTo>
                  <a:cubicBezTo>
                    <a:pt x="139" y="477"/>
                    <a:pt x="136" y="478"/>
                    <a:pt x="134" y="477"/>
                  </a:cubicBezTo>
                  <a:cubicBezTo>
                    <a:pt x="133" y="476"/>
                    <a:pt x="134" y="470"/>
                    <a:pt x="133" y="468"/>
                  </a:cubicBezTo>
                  <a:cubicBezTo>
                    <a:pt x="133" y="465"/>
                    <a:pt x="132" y="459"/>
                    <a:pt x="130" y="457"/>
                  </a:cubicBezTo>
                  <a:cubicBezTo>
                    <a:pt x="128" y="454"/>
                    <a:pt x="120" y="453"/>
                    <a:pt x="118" y="450"/>
                  </a:cubicBezTo>
                  <a:cubicBezTo>
                    <a:pt x="118" y="450"/>
                    <a:pt x="119" y="447"/>
                    <a:pt x="118" y="446"/>
                  </a:cubicBezTo>
                  <a:cubicBezTo>
                    <a:pt x="116" y="445"/>
                    <a:pt x="111" y="444"/>
                    <a:pt x="108" y="445"/>
                  </a:cubicBezTo>
                  <a:cubicBezTo>
                    <a:pt x="105" y="446"/>
                    <a:pt x="100" y="451"/>
                    <a:pt x="98" y="454"/>
                  </a:cubicBezTo>
                  <a:cubicBezTo>
                    <a:pt x="95" y="457"/>
                    <a:pt x="90" y="463"/>
                    <a:pt x="89" y="466"/>
                  </a:cubicBezTo>
                  <a:cubicBezTo>
                    <a:pt x="87" y="468"/>
                    <a:pt x="86" y="473"/>
                    <a:pt x="85" y="475"/>
                  </a:cubicBezTo>
                  <a:cubicBezTo>
                    <a:pt x="84" y="479"/>
                    <a:pt x="84" y="487"/>
                    <a:pt x="82" y="490"/>
                  </a:cubicBezTo>
                  <a:cubicBezTo>
                    <a:pt x="81" y="492"/>
                    <a:pt x="77" y="494"/>
                    <a:pt x="75" y="496"/>
                  </a:cubicBezTo>
                  <a:cubicBezTo>
                    <a:pt x="73" y="498"/>
                    <a:pt x="71" y="504"/>
                    <a:pt x="69" y="506"/>
                  </a:cubicBezTo>
                  <a:cubicBezTo>
                    <a:pt x="67" y="508"/>
                    <a:pt x="62" y="509"/>
                    <a:pt x="60" y="509"/>
                  </a:cubicBezTo>
                  <a:cubicBezTo>
                    <a:pt x="58" y="510"/>
                    <a:pt x="54" y="509"/>
                    <a:pt x="52" y="509"/>
                  </a:cubicBezTo>
                  <a:cubicBezTo>
                    <a:pt x="50" y="510"/>
                    <a:pt x="46" y="512"/>
                    <a:pt x="44" y="512"/>
                  </a:cubicBezTo>
                  <a:cubicBezTo>
                    <a:pt x="43" y="511"/>
                    <a:pt x="41" y="508"/>
                    <a:pt x="39" y="508"/>
                  </a:cubicBezTo>
                  <a:cubicBezTo>
                    <a:pt x="37" y="507"/>
                    <a:pt x="33" y="508"/>
                    <a:pt x="31" y="509"/>
                  </a:cubicBezTo>
                  <a:cubicBezTo>
                    <a:pt x="29" y="510"/>
                    <a:pt x="28" y="514"/>
                    <a:pt x="27" y="515"/>
                  </a:cubicBezTo>
                  <a:cubicBezTo>
                    <a:pt x="25" y="516"/>
                    <a:pt x="22" y="518"/>
                    <a:pt x="21" y="518"/>
                  </a:cubicBezTo>
                  <a:cubicBezTo>
                    <a:pt x="19" y="517"/>
                    <a:pt x="16" y="515"/>
                    <a:pt x="15" y="513"/>
                  </a:cubicBezTo>
                  <a:cubicBezTo>
                    <a:pt x="15" y="511"/>
                    <a:pt x="16" y="508"/>
                    <a:pt x="16" y="507"/>
                  </a:cubicBezTo>
                  <a:cubicBezTo>
                    <a:pt x="16" y="503"/>
                    <a:pt x="11" y="497"/>
                    <a:pt x="11" y="494"/>
                  </a:cubicBezTo>
                  <a:cubicBezTo>
                    <a:pt x="10" y="492"/>
                    <a:pt x="10" y="488"/>
                    <a:pt x="11" y="486"/>
                  </a:cubicBezTo>
                  <a:cubicBezTo>
                    <a:pt x="12" y="485"/>
                    <a:pt x="14" y="483"/>
                    <a:pt x="15" y="482"/>
                  </a:cubicBezTo>
                  <a:cubicBezTo>
                    <a:pt x="16" y="479"/>
                    <a:pt x="16" y="474"/>
                    <a:pt x="15" y="471"/>
                  </a:cubicBezTo>
                  <a:cubicBezTo>
                    <a:pt x="13" y="469"/>
                    <a:pt x="8" y="467"/>
                    <a:pt x="6" y="465"/>
                  </a:cubicBezTo>
                  <a:cubicBezTo>
                    <a:pt x="4" y="463"/>
                    <a:pt x="1" y="460"/>
                    <a:pt x="0" y="458"/>
                  </a:cubicBezTo>
                  <a:cubicBezTo>
                    <a:pt x="0" y="456"/>
                    <a:pt x="0" y="453"/>
                    <a:pt x="0" y="452"/>
                  </a:cubicBezTo>
                  <a:cubicBezTo>
                    <a:pt x="1" y="451"/>
                    <a:pt x="3" y="450"/>
                    <a:pt x="3" y="449"/>
                  </a:cubicBezTo>
                  <a:cubicBezTo>
                    <a:pt x="4" y="447"/>
                    <a:pt x="3" y="441"/>
                    <a:pt x="3" y="439"/>
                  </a:cubicBezTo>
                  <a:cubicBezTo>
                    <a:pt x="3" y="437"/>
                    <a:pt x="3" y="435"/>
                    <a:pt x="3" y="4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31"/>
            <p:cNvSpPr>
              <a:spLocks/>
            </p:cNvSpPr>
            <p:nvPr/>
          </p:nvSpPr>
          <p:spPr bwMode="auto">
            <a:xfrm>
              <a:off x="2901950" y="3278188"/>
              <a:ext cx="982663" cy="854075"/>
            </a:xfrm>
            <a:custGeom>
              <a:avLst/>
              <a:gdLst/>
              <a:ahLst/>
              <a:cxnLst>
                <a:cxn ang="0">
                  <a:pos x="566" y="265"/>
                </a:cxn>
                <a:cxn ang="0">
                  <a:pos x="555" y="298"/>
                </a:cxn>
                <a:cxn ang="0">
                  <a:pos x="522" y="329"/>
                </a:cxn>
                <a:cxn ang="0">
                  <a:pos x="495" y="359"/>
                </a:cxn>
                <a:cxn ang="0">
                  <a:pos x="465" y="384"/>
                </a:cxn>
                <a:cxn ang="0">
                  <a:pos x="428" y="418"/>
                </a:cxn>
                <a:cxn ang="0">
                  <a:pos x="422" y="438"/>
                </a:cxn>
                <a:cxn ang="0">
                  <a:pos x="407" y="460"/>
                </a:cxn>
                <a:cxn ang="0">
                  <a:pos x="369" y="476"/>
                </a:cxn>
                <a:cxn ang="0">
                  <a:pos x="335" y="480"/>
                </a:cxn>
                <a:cxn ang="0">
                  <a:pos x="318" y="504"/>
                </a:cxn>
                <a:cxn ang="0">
                  <a:pos x="305" y="481"/>
                </a:cxn>
                <a:cxn ang="0">
                  <a:pos x="270" y="489"/>
                </a:cxn>
                <a:cxn ang="0">
                  <a:pos x="246" y="464"/>
                </a:cxn>
                <a:cxn ang="0">
                  <a:pos x="194" y="456"/>
                </a:cxn>
                <a:cxn ang="0">
                  <a:pos x="175" y="428"/>
                </a:cxn>
                <a:cxn ang="0">
                  <a:pos x="134" y="421"/>
                </a:cxn>
                <a:cxn ang="0">
                  <a:pos x="163" y="394"/>
                </a:cxn>
                <a:cxn ang="0">
                  <a:pos x="111" y="396"/>
                </a:cxn>
                <a:cxn ang="0">
                  <a:pos x="97" y="424"/>
                </a:cxn>
                <a:cxn ang="0">
                  <a:pos x="61" y="418"/>
                </a:cxn>
                <a:cxn ang="0">
                  <a:pos x="3" y="405"/>
                </a:cxn>
                <a:cxn ang="0">
                  <a:pos x="19" y="387"/>
                </a:cxn>
                <a:cxn ang="0">
                  <a:pos x="34" y="357"/>
                </a:cxn>
                <a:cxn ang="0">
                  <a:pos x="65" y="342"/>
                </a:cxn>
                <a:cxn ang="0">
                  <a:pos x="77" y="304"/>
                </a:cxn>
                <a:cxn ang="0">
                  <a:pos x="101" y="271"/>
                </a:cxn>
                <a:cxn ang="0">
                  <a:pos x="80" y="233"/>
                </a:cxn>
                <a:cxn ang="0">
                  <a:pos x="70" y="201"/>
                </a:cxn>
                <a:cxn ang="0">
                  <a:pos x="104" y="219"/>
                </a:cxn>
                <a:cxn ang="0">
                  <a:pos x="155" y="209"/>
                </a:cxn>
                <a:cxn ang="0">
                  <a:pos x="180" y="224"/>
                </a:cxn>
                <a:cxn ang="0">
                  <a:pos x="215" y="243"/>
                </a:cxn>
                <a:cxn ang="0">
                  <a:pos x="243" y="234"/>
                </a:cxn>
                <a:cxn ang="0">
                  <a:pos x="231" y="201"/>
                </a:cxn>
                <a:cxn ang="0">
                  <a:pos x="205" y="189"/>
                </a:cxn>
                <a:cxn ang="0">
                  <a:pos x="207" y="165"/>
                </a:cxn>
                <a:cxn ang="0">
                  <a:pos x="228" y="161"/>
                </a:cxn>
                <a:cxn ang="0">
                  <a:pos x="227" y="135"/>
                </a:cxn>
                <a:cxn ang="0">
                  <a:pos x="256" y="115"/>
                </a:cxn>
                <a:cxn ang="0">
                  <a:pos x="278" y="90"/>
                </a:cxn>
                <a:cxn ang="0">
                  <a:pos x="311" y="67"/>
                </a:cxn>
                <a:cxn ang="0">
                  <a:pos x="349" y="57"/>
                </a:cxn>
                <a:cxn ang="0">
                  <a:pos x="334" y="30"/>
                </a:cxn>
                <a:cxn ang="0">
                  <a:pos x="328" y="7"/>
                </a:cxn>
                <a:cxn ang="0">
                  <a:pos x="361" y="16"/>
                </a:cxn>
                <a:cxn ang="0">
                  <a:pos x="388" y="0"/>
                </a:cxn>
                <a:cxn ang="0">
                  <a:pos x="412" y="32"/>
                </a:cxn>
                <a:cxn ang="0">
                  <a:pos x="449" y="55"/>
                </a:cxn>
                <a:cxn ang="0">
                  <a:pos x="468" y="95"/>
                </a:cxn>
                <a:cxn ang="0">
                  <a:pos x="437" y="129"/>
                </a:cxn>
                <a:cxn ang="0">
                  <a:pos x="442" y="169"/>
                </a:cxn>
                <a:cxn ang="0">
                  <a:pos x="492" y="207"/>
                </a:cxn>
                <a:cxn ang="0">
                  <a:pos x="534" y="226"/>
                </a:cxn>
                <a:cxn ang="0">
                  <a:pos x="578" y="213"/>
                </a:cxn>
              </a:cxnLst>
              <a:rect l="0" t="0" r="r" b="b"/>
              <a:pathLst>
                <a:path w="587" h="509">
                  <a:moveTo>
                    <a:pt x="586" y="229"/>
                  </a:moveTo>
                  <a:cubicBezTo>
                    <a:pt x="587" y="231"/>
                    <a:pt x="586" y="234"/>
                    <a:pt x="586" y="236"/>
                  </a:cubicBezTo>
                  <a:cubicBezTo>
                    <a:pt x="586" y="238"/>
                    <a:pt x="585" y="241"/>
                    <a:pt x="584" y="242"/>
                  </a:cubicBezTo>
                  <a:cubicBezTo>
                    <a:pt x="583" y="243"/>
                    <a:pt x="580" y="243"/>
                    <a:pt x="579" y="244"/>
                  </a:cubicBezTo>
                  <a:cubicBezTo>
                    <a:pt x="577" y="246"/>
                    <a:pt x="576" y="253"/>
                    <a:pt x="575" y="255"/>
                  </a:cubicBezTo>
                  <a:cubicBezTo>
                    <a:pt x="574" y="257"/>
                    <a:pt x="573" y="260"/>
                    <a:pt x="572" y="261"/>
                  </a:cubicBezTo>
                  <a:cubicBezTo>
                    <a:pt x="570" y="262"/>
                    <a:pt x="567" y="263"/>
                    <a:pt x="566" y="265"/>
                  </a:cubicBezTo>
                  <a:cubicBezTo>
                    <a:pt x="565" y="266"/>
                    <a:pt x="564" y="269"/>
                    <a:pt x="563" y="271"/>
                  </a:cubicBezTo>
                  <a:cubicBezTo>
                    <a:pt x="563" y="273"/>
                    <a:pt x="564" y="277"/>
                    <a:pt x="563" y="278"/>
                  </a:cubicBezTo>
                  <a:cubicBezTo>
                    <a:pt x="561" y="279"/>
                    <a:pt x="557" y="277"/>
                    <a:pt x="556" y="278"/>
                  </a:cubicBezTo>
                  <a:cubicBezTo>
                    <a:pt x="554" y="279"/>
                    <a:pt x="552" y="282"/>
                    <a:pt x="552" y="283"/>
                  </a:cubicBezTo>
                  <a:cubicBezTo>
                    <a:pt x="552" y="284"/>
                    <a:pt x="553" y="286"/>
                    <a:pt x="553" y="287"/>
                  </a:cubicBezTo>
                  <a:cubicBezTo>
                    <a:pt x="553" y="289"/>
                    <a:pt x="552" y="293"/>
                    <a:pt x="553" y="295"/>
                  </a:cubicBezTo>
                  <a:cubicBezTo>
                    <a:pt x="553" y="296"/>
                    <a:pt x="555" y="297"/>
                    <a:pt x="555" y="298"/>
                  </a:cubicBezTo>
                  <a:cubicBezTo>
                    <a:pt x="556" y="299"/>
                    <a:pt x="558" y="303"/>
                    <a:pt x="558" y="305"/>
                  </a:cubicBezTo>
                  <a:cubicBezTo>
                    <a:pt x="558" y="306"/>
                    <a:pt x="558" y="309"/>
                    <a:pt x="557" y="310"/>
                  </a:cubicBezTo>
                  <a:cubicBezTo>
                    <a:pt x="556" y="311"/>
                    <a:pt x="553" y="311"/>
                    <a:pt x="553" y="311"/>
                  </a:cubicBezTo>
                  <a:cubicBezTo>
                    <a:pt x="551" y="312"/>
                    <a:pt x="549" y="315"/>
                    <a:pt x="547" y="316"/>
                  </a:cubicBezTo>
                  <a:cubicBezTo>
                    <a:pt x="545" y="318"/>
                    <a:pt x="538" y="318"/>
                    <a:pt x="536" y="320"/>
                  </a:cubicBezTo>
                  <a:cubicBezTo>
                    <a:pt x="534" y="321"/>
                    <a:pt x="532" y="325"/>
                    <a:pt x="530" y="326"/>
                  </a:cubicBezTo>
                  <a:cubicBezTo>
                    <a:pt x="529" y="327"/>
                    <a:pt x="524" y="327"/>
                    <a:pt x="522" y="329"/>
                  </a:cubicBezTo>
                  <a:cubicBezTo>
                    <a:pt x="521" y="330"/>
                    <a:pt x="522" y="333"/>
                    <a:pt x="520" y="334"/>
                  </a:cubicBezTo>
                  <a:cubicBezTo>
                    <a:pt x="519" y="335"/>
                    <a:pt x="516" y="335"/>
                    <a:pt x="515" y="335"/>
                  </a:cubicBezTo>
                  <a:cubicBezTo>
                    <a:pt x="513" y="335"/>
                    <a:pt x="510" y="336"/>
                    <a:pt x="509" y="337"/>
                  </a:cubicBezTo>
                  <a:cubicBezTo>
                    <a:pt x="507" y="338"/>
                    <a:pt x="503" y="340"/>
                    <a:pt x="501" y="341"/>
                  </a:cubicBezTo>
                  <a:cubicBezTo>
                    <a:pt x="500" y="342"/>
                    <a:pt x="498" y="343"/>
                    <a:pt x="497" y="344"/>
                  </a:cubicBezTo>
                  <a:cubicBezTo>
                    <a:pt x="496" y="345"/>
                    <a:pt x="496" y="348"/>
                    <a:pt x="496" y="350"/>
                  </a:cubicBezTo>
                  <a:cubicBezTo>
                    <a:pt x="495" y="352"/>
                    <a:pt x="496" y="357"/>
                    <a:pt x="495" y="359"/>
                  </a:cubicBezTo>
                  <a:cubicBezTo>
                    <a:pt x="495" y="360"/>
                    <a:pt x="493" y="361"/>
                    <a:pt x="492" y="361"/>
                  </a:cubicBezTo>
                  <a:cubicBezTo>
                    <a:pt x="490" y="362"/>
                    <a:pt x="486" y="363"/>
                    <a:pt x="484" y="364"/>
                  </a:cubicBezTo>
                  <a:cubicBezTo>
                    <a:pt x="482" y="364"/>
                    <a:pt x="478" y="366"/>
                    <a:pt x="476" y="366"/>
                  </a:cubicBezTo>
                  <a:cubicBezTo>
                    <a:pt x="475" y="367"/>
                    <a:pt x="472" y="367"/>
                    <a:pt x="471" y="367"/>
                  </a:cubicBezTo>
                  <a:cubicBezTo>
                    <a:pt x="470" y="368"/>
                    <a:pt x="470" y="370"/>
                    <a:pt x="469" y="371"/>
                  </a:cubicBezTo>
                  <a:cubicBezTo>
                    <a:pt x="468" y="372"/>
                    <a:pt x="466" y="375"/>
                    <a:pt x="465" y="376"/>
                  </a:cubicBezTo>
                  <a:cubicBezTo>
                    <a:pt x="465" y="378"/>
                    <a:pt x="466" y="383"/>
                    <a:pt x="465" y="384"/>
                  </a:cubicBezTo>
                  <a:cubicBezTo>
                    <a:pt x="464" y="387"/>
                    <a:pt x="459" y="392"/>
                    <a:pt x="457" y="394"/>
                  </a:cubicBezTo>
                  <a:cubicBezTo>
                    <a:pt x="455" y="395"/>
                    <a:pt x="453" y="399"/>
                    <a:pt x="451" y="399"/>
                  </a:cubicBezTo>
                  <a:cubicBezTo>
                    <a:pt x="449" y="400"/>
                    <a:pt x="445" y="399"/>
                    <a:pt x="443" y="399"/>
                  </a:cubicBezTo>
                  <a:cubicBezTo>
                    <a:pt x="441" y="399"/>
                    <a:pt x="437" y="398"/>
                    <a:pt x="435" y="399"/>
                  </a:cubicBezTo>
                  <a:cubicBezTo>
                    <a:pt x="434" y="400"/>
                    <a:pt x="433" y="402"/>
                    <a:pt x="432" y="403"/>
                  </a:cubicBezTo>
                  <a:cubicBezTo>
                    <a:pt x="431" y="405"/>
                    <a:pt x="431" y="409"/>
                    <a:pt x="430" y="411"/>
                  </a:cubicBezTo>
                  <a:cubicBezTo>
                    <a:pt x="430" y="413"/>
                    <a:pt x="430" y="417"/>
                    <a:pt x="428" y="418"/>
                  </a:cubicBezTo>
                  <a:cubicBezTo>
                    <a:pt x="427" y="419"/>
                    <a:pt x="424" y="417"/>
                    <a:pt x="423" y="418"/>
                  </a:cubicBezTo>
                  <a:cubicBezTo>
                    <a:pt x="422" y="420"/>
                    <a:pt x="424" y="424"/>
                    <a:pt x="423" y="425"/>
                  </a:cubicBezTo>
                  <a:cubicBezTo>
                    <a:pt x="421" y="427"/>
                    <a:pt x="416" y="425"/>
                    <a:pt x="414" y="425"/>
                  </a:cubicBezTo>
                  <a:cubicBezTo>
                    <a:pt x="412" y="426"/>
                    <a:pt x="406" y="429"/>
                    <a:pt x="407" y="431"/>
                  </a:cubicBezTo>
                  <a:cubicBezTo>
                    <a:pt x="407" y="433"/>
                    <a:pt x="411" y="434"/>
                    <a:pt x="412" y="434"/>
                  </a:cubicBezTo>
                  <a:cubicBezTo>
                    <a:pt x="414" y="435"/>
                    <a:pt x="416" y="434"/>
                    <a:pt x="418" y="434"/>
                  </a:cubicBezTo>
                  <a:cubicBezTo>
                    <a:pt x="419" y="435"/>
                    <a:pt x="422" y="437"/>
                    <a:pt x="422" y="438"/>
                  </a:cubicBezTo>
                  <a:cubicBezTo>
                    <a:pt x="423" y="439"/>
                    <a:pt x="422" y="442"/>
                    <a:pt x="422" y="443"/>
                  </a:cubicBezTo>
                  <a:cubicBezTo>
                    <a:pt x="421" y="444"/>
                    <a:pt x="420" y="445"/>
                    <a:pt x="419" y="446"/>
                  </a:cubicBezTo>
                  <a:cubicBezTo>
                    <a:pt x="419" y="447"/>
                    <a:pt x="422" y="450"/>
                    <a:pt x="421" y="452"/>
                  </a:cubicBezTo>
                  <a:cubicBezTo>
                    <a:pt x="420" y="453"/>
                    <a:pt x="417" y="453"/>
                    <a:pt x="417" y="454"/>
                  </a:cubicBezTo>
                  <a:cubicBezTo>
                    <a:pt x="416" y="454"/>
                    <a:pt x="417" y="457"/>
                    <a:pt x="416" y="458"/>
                  </a:cubicBezTo>
                  <a:cubicBezTo>
                    <a:pt x="415" y="459"/>
                    <a:pt x="412" y="462"/>
                    <a:pt x="411" y="462"/>
                  </a:cubicBezTo>
                  <a:cubicBezTo>
                    <a:pt x="410" y="462"/>
                    <a:pt x="408" y="460"/>
                    <a:pt x="407" y="460"/>
                  </a:cubicBezTo>
                  <a:cubicBezTo>
                    <a:pt x="406" y="459"/>
                    <a:pt x="404" y="458"/>
                    <a:pt x="403" y="458"/>
                  </a:cubicBezTo>
                  <a:cubicBezTo>
                    <a:pt x="401" y="457"/>
                    <a:pt x="397" y="457"/>
                    <a:pt x="396" y="458"/>
                  </a:cubicBezTo>
                  <a:cubicBezTo>
                    <a:pt x="394" y="458"/>
                    <a:pt x="391" y="461"/>
                    <a:pt x="390" y="462"/>
                  </a:cubicBezTo>
                  <a:cubicBezTo>
                    <a:pt x="387" y="463"/>
                    <a:pt x="382" y="463"/>
                    <a:pt x="380" y="463"/>
                  </a:cubicBezTo>
                  <a:cubicBezTo>
                    <a:pt x="378" y="464"/>
                    <a:pt x="374" y="465"/>
                    <a:pt x="373" y="466"/>
                  </a:cubicBezTo>
                  <a:cubicBezTo>
                    <a:pt x="372" y="467"/>
                    <a:pt x="369" y="468"/>
                    <a:pt x="369" y="470"/>
                  </a:cubicBezTo>
                  <a:cubicBezTo>
                    <a:pt x="368" y="471"/>
                    <a:pt x="369" y="474"/>
                    <a:pt x="369" y="476"/>
                  </a:cubicBezTo>
                  <a:cubicBezTo>
                    <a:pt x="369" y="477"/>
                    <a:pt x="368" y="480"/>
                    <a:pt x="367" y="481"/>
                  </a:cubicBezTo>
                  <a:cubicBezTo>
                    <a:pt x="366" y="482"/>
                    <a:pt x="363" y="481"/>
                    <a:pt x="361" y="481"/>
                  </a:cubicBezTo>
                  <a:cubicBezTo>
                    <a:pt x="360" y="480"/>
                    <a:pt x="357" y="478"/>
                    <a:pt x="356" y="477"/>
                  </a:cubicBezTo>
                  <a:cubicBezTo>
                    <a:pt x="355" y="476"/>
                    <a:pt x="353" y="475"/>
                    <a:pt x="352" y="475"/>
                  </a:cubicBezTo>
                  <a:cubicBezTo>
                    <a:pt x="350" y="474"/>
                    <a:pt x="346" y="473"/>
                    <a:pt x="344" y="473"/>
                  </a:cubicBezTo>
                  <a:cubicBezTo>
                    <a:pt x="342" y="474"/>
                    <a:pt x="338" y="474"/>
                    <a:pt x="337" y="475"/>
                  </a:cubicBezTo>
                  <a:cubicBezTo>
                    <a:pt x="336" y="476"/>
                    <a:pt x="335" y="479"/>
                    <a:pt x="335" y="480"/>
                  </a:cubicBezTo>
                  <a:cubicBezTo>
                    <a:pt x="334" y="481"/>
                    <a:pt x="334" y="485"/>
                    <a:pt x="335" y="486"/>
                  </a:cubicBezTo>
                  <a:cubicBezTo>
                    <a:pt x="335" y="488"/>
                    <a:pt x="338" y="491"/>
                    <a:pt x="338" y="493"/>
                  </a:cubicBezTo>
                  <a:cubicBezTo>
                    <a:pt x="338" y="494"/>
                    <a:pt x="336" y="497"/>
                    <a:pt x="336" y="498"/>
                  </a:cubicBezTo>
                  <a:cubicBezTo>
                    <a:pt x="335" y="500"/>
                    <a:pt x="335" y="504"/>
                    <a:pt x="335" y="505"/>
                  </a:cubicBezTo>
                  <a:cubicBezTo>
                    <a:pt x="334" y="506"/>
                    <a:pt x="332" y="508"/>
                    <a:pt x="331" y="509"/>
                  </a:cubicBezTo>
                  <a:cubicBezTo>
                    <a:pt x="330" y="509"/>
                    <a:pt x="328" y="509"/>
                    <a:pt x="327" y="509"/>
                  </a:cubicBezTo>
                  <a:cubicBezTo>
                    <a:pt x="324" y="508"/>
                    <a:pt x="320" y="506"/>
                    <a:pt x="318" y="504"/>
                  </a:cubicBezTo>
                  <a:cubicBezTo>
                    <a:pt x="318" y="503"/>
                    <a:pt x="318" y="500"/>
                    <a:pt x="318" y="499"/>
                  </a:cubicBezTo>
                  <a:cubicBezTo>
                    <a:pt x="319" y="498"/>
                    <a:pt x="321" y="496"/>
                    <a:pt x="322" y="495"/>
                  </a:cubicBezTo>
                  <a:cubicBezTo>
                    <a:pt x="323" y="494"/>
                    <a:pt x="326" y="492"/>
                    <a:pt x="326" y="491"/>
                  </a:cubicBezTo>
                  <a:cubicBezTo>
                    <a:pt x="327" y="489"/>
                    <a:pt x="327" y="484"/>
                    <a:pt x="326" y="483"/>
                  </a:cubicBezTo>
                  <a:cubicBezTo>
                    <a:pt x="325" y="481"/>
                    <a:pt x="321" y="481"/>
                    <a:pt x="319" y="481"/>
                  </a:cubicBezTo>
                  <a:cubicBezTo>
                    <a:pt x="317" y="481"/>
                    <a:pt x="312" y="483"/>
                    <a:pt x="310" y="483"/>
                  </a:cubicBezTo>
                  <a:cubicBezTo>
                    <a:pt x="309" y="483"/>
                    <a:pt x="306" y="481"/>
                    <a:pt x="305" y="481"/>
                  </a:cubicBezTo>
                  <a:cubicBezTo>
                    <a:pt x="304" y="480"/>
                    <a:pt x="301" y="479"/>
                    <a:pt x="299" y="479"/>
                  </a:cubicBezTo>
                  <a:cubicBezTo>
                    <a:pt x="298" y="479"/>
                    <a:pt x="296" y="481"/>
                    <a:pt x="294" y="481"/>
                  </a:cubicBezTo>
                  <a:cubicBezTo>
                    <a:pt x="293" y="482"/>
                    <a:pt x="291" y="482"/>
                    <a:pt x="290" y="483"/>
                  </a:cubicBezTo>
                  <a:cubicBezTo>
                    <a:pt x="289" y="484"/>
                    <a:pt x="287" y="488"/>
                    <a:pt x="286" y="490"/>
                  </a:cubicBezTo>
                  <a:cubicBezTo>
                    <a:pt x="285" y="491"/>
                    <a:pt x="283" y="493"/>
                    <a:pt x="282" y="493"/>
                  </a:cubicBezTo>
                  <a:cubicBezTo>
                    <a:pt x="280" y="493"/>
                    <a:pt x="277" y="491"/>
                    <a:pt x="275" y="491"/>
                  </a:cubicBezTo>
                  <a:cubicBezTo>
                    <a:pt x="274" y="490"/>
                    <a:pt x="271" y="490"/>
                    <a:pt x="270" y="489"/>
                  </a:cubicBezTo>
                  <a:cubicBezTo>
                    <a:pt x="269" y="488"/>
                    <a:pt x="270" y="486"/>
                    <a:pt x="270" y="485"/>
                  </a:cubicBezTo>
                  <a:cubicBezTo>
                    <a:pt x="270" y="484"/>
                    <a:pt x="270" y="482"/>
                    <a:pt x="270" y="481"/>
                  </a:cubicBezTo>
                  <a:cubicBezTo>
                    <a:pt x="269" y="479"/>
                    <a:pt x="267" y="477"/>
                    <a:pt x="266" y="476"/>
                  </a:cubicBezTo>
                  <a:cubicBezTo>
                    <a:pt x="265" y="475"/>
                    <a:pt x="263" y="473"/>
                    <a:pt x="262" y="472"/>
                  </a:cubicBezTo>
                  <a:cubicBezTo>
                    <a:pt x="260" y="471"/>
                    <a:pt x="255" y="473"/>
                    <a:pt x="253" y="472"/>
                  </a:cubicBezTo>
                  <a:cubicBezTo>
                    <a:pt x="252" y="471"/>
                    <a:pt x="252" y="467"/>
                    <a:pt x="251" y="466"/>
                  </a:cubicBezTo>
                  <a:cubicBezTo>
                    <a:pt x="250" y="465"/>
                    <a:pt x="247" y="464"/>
                    <a:pt x="246" y="464"/>
                  </a:cubicBezTo>
                  <a:cubicBezTo>
                    <a:pt x="244" y="464"/>
                    <a:pt x="241" y="464"/>
                    <a:pt x="240" y="465"/>
                  </a:cubicBezTo>
                  <a:cubicBezTo>
                    <a:pt x="238" y="465"/>
                    <a:pt x="234" y="466"/>
                    <a:pt x="232" y="465"/>
                  </a:cubicBezTo>
                  <a:cubicBezTo>
                    <a:pt x="231" y="465"/>
                    <a:pt x="229" y="462"/>
                    <a:pt x="228" y="461"/>
                  </a:cubicBezTo>
                  <a:cubicBezTo>
                    <a:pt x="226" y="460"/>
                    <a:pt x="222" y="457"/>
                    <a:pt x="219" y="457"/>
                  </a:cubicBezTo>
                  <a:cubicBezTo>
                    <a:pt x="217" y="457"/>
                    <a:pt x="213" y="459"/>
                    <a:pt x="211" y="459"/>
                  </a:cubicBezTo>
                  <a:cubicBezTo>
                    <a:pt x="208" y="459"/>
                    <a:pt x="203" y="459"/>
                    <a:pt x="201" y="458"/>
                  </a:cubicBezTo>
                  <a:cubicBezTo>
                    <a:pt x="199" y="458"/>
                    <a:pt x="196" y="457"/>
                    <a:pt x="194" y="456"/>
                  </a:cubicBezTo>
                  <a:cubicBezTo>
                    <a:pt x="193" y="454"/>
                    <a:pt x="191" y="450"/>
                    <a:pt x="191" y="448"/>
                  </a:cubicBezTo>
                  <a:cubicBezTo>
                    <a:pt x="191" y="447"/>
                    <a:pt x="191" y="443"/>
                    <a:pt x="191" y="441"/>
                  </a:cubicBezTo>
                  <a:cubicBezTo>
                    <a:pt x="191" y="439"/>
                    <a:pt x="193" y="436"/>
                    <a:pt x="193" y="434"/>
                  </a:cubicBezTo>
                  <a:cubicBezTo>
                    <a:pt x="193" y="432"/>
                    <a:pt x="192" y="430"/>
                    <a:pt x="191" y="429"/>
                  </a:cubicBezTo>
                  <a:cubicBezTo>
                    <a:pt x="190" y="428"/>
                    <a:pt x="188" y="426"/>
                    <a:pt x="186" y="426"/>
                  </a:cubicBezTo>
                  <a:cubicBezTo>
                    <a:pt x="185" y="426"/>
                    <a:pt x="182" y="426"/>
                    <a:pt x="181" y="426"/>
                  </a:cubicBezTo>
                  <a:cubicBezTo>
                    <a:pt x="180" y="426"/>
                    <a:pt x="177" y="427"/>
                    <a:pt x="175" y="428"/>
                  </a:cubicBezTo>
                  <a:cubicBezTo>
                    <a:pt x="174" y="428"/>
                    <a:pt x="172" y="430"/>
                    <a:pt x="171" y="431"/>
                  </a:cubicBezTo>
                  <a:cubicBezTo>
                    <a:pt x="169" y="431"/>
                    <a:pt x="166" y="430"/>
                    <a:pt x="164" y="430"/>
                  </a:cubicBezTo>
                  <a:cubicBezTo>
                    <a:pt x="162" y="430"/>
                    <a:pt x="160" y="431"/>
                    <a:pt x="158" y="431"/>
                  </a:cubicBezTo>
                  <a:cubicBezTo>
                    <a:pt x="156" y="432"/>
                    <a:pt x="152" y="431"/>
                    <a:pt x="150" y="431"/>
                  </a:cubicBezTo>
                  <a:cubicBezTo>
                    <a:pt x="148" y="431"/>
                    <a:pt x="145" y="431"/>
                    <a:pt x="144" y="431"/>
                  </a:cubicBezTo>
                  <a:cubicBezTo>
                    <a:pt x="142" y="430"/>
                    <a:pt x="139" y="428"/>
                    <a:pt x="137" y="427"/>
                  </a:cubicBezTo>
                  <a:cubicBezTo>
                    <a:pt x="136" y="426"/>
                    <a:pt x="134" y="422"/>
                    <a:pt x="134" y="421"/>
                  </a:cubicBezTo>
                  <a:cubicBezTo>
                    <a:pt x="133" y="419"/>
                    <a:pt x="133" y="416"/>
                    <a:pt x="134" y="414"/>
                  </a:cubicBezTo>
                  <a:cubicBezTo>
                    <a:pt x="135" y="413"/>
                    <a:pt x="138" y="412"/>
                    <a:pt x="140" y="412"/>
                  </a:cubicBezTo>
                  <a:cubicBezTo>
                    <a:pt x="142" y="412"/>
                    <a:pt x="147" y="415"/>
                    <a:pt x="149" y="414"/>
                  </a:cubicBezTo>
                  <a:cubicBezTo>
                    <a:pt x="151" y="414"/>
                    <a:pt x="153" y="413"/>
                    <a:pt x="155" y="412"/>
                  </a:cubicBezTo>
                  <a:cubicBezTo>
                    <a:pt x="157" y="411"/>
                    <a:pt x="161" y="410"/>
                    <a:pt x="162" y="408"/>
                  </a:cubicBezTo>
                  <a:cubicBezTo>
                    <a:pt x="163" y="407"/>
                    <a:pt x="164" y="405"/>
                    <a:pt x="165" y="403"/>
                  </a:cubicBezTo>
                  <a:cubicBezTo>
                    <a:pt x="165" y="401"/>
                    <a:pt x="165" y="396"/>
                    <a:pt x="163" y="394"/>
                  </a:cubicBezTo>
                  <a:cubicBezTo>
                    <a:pt x="162" y="393"/>
                    <a:pt x="158" y="395"/>
                    <a:pt x="157" y="395"/>
                  </a:cubicBezTo>
                  <a:cubicBezTo>
                    <a:pt x="154" y="395"/>
                    <a:pt x="149" y="393"/>
                    <a:pt x="147" y="394"/>
                  </a:cubicBezTo>
                  <a:cubicBezTo>
                    <a:pt x="146" y="394"/>
                    <a:pt x="143" y="395"/>
                    <a:pt x="142" y="395"/>
                  </a:cubicBezTo>
                  <a:cubicBezTo>
                    <a:pt x="141" y="395"/>
                    <a:pt x="138" y="397"/>
                    <a:pt x="137" y="397"/>
                  </a:cubicBezTo>
                  <a:cubicBezTo>
                    <a:pt x="136" y="397"/>
                    <a:pt x="133" y="397"/>
                    <a:pt x="131" y="397"/>
                  </a:cubicBezTo>
                  <a:cubicBezTo>
                    <a:pt x="128" y="397"/>
                    <a:pt x="122" y="396"/>
                    <a:pt x="119" y="396"/>
                  </a:cubicBezTo>
                  <a:cubicBezTo>
                    <a:pt x="117" y="395"/>
                    <a:pt x="113" y="395"/>
                    <a:pt x="111" y="396"/>
                  </a:cubicBezTo>
                  <a:cubicBezTo>
                    <a:pt x="110" y="396"/>
                    <a:pt x="108" y="397"/>
                    <a:pt x="107" y="398"/>
                  </a:cubicBezTo>
                  <a:cubicBezTo>
                    <a:pt x="105" y="398"/>
                    <a:pt x="102" y="399"/>
                    <a:pt x="100" y="399"/>
                  </a:cubicBezTo>
                  <a:cubicBezTo>
                    <a:pt x="99" y="400"/>
                    <a:pt x="96" y="400"/>
                    <a:pt x="95" y="401"/>
                  </a:cubicBezTo>
                  <a:cubicBezTo>
                    <a:pt x="93" y="402"/>
                    <a:pt x="90" y="405"/>
                    <a:pt x="89" y="407"/>
                  </a:cubicBezTo>
                  <a:cubicBezTo>
                    <a:pt x="89" y="408"/>
                    <a:pt x="88" y="412"/>
                    <a:pt x="88" y="413"/>
                  </a:cubicBezTo>
                  <a:cubicBezTo>
                    <a:pt x="89" y="415"/>
                    <a:pt x="92" y="416"/>
                    <a:pt x="93" y="418"/>
                  </a:cubicBezTo>
                  <a:cubicBezTo>
                    <a:pt x="94" y="419"/>
                    <a:pt x="97" y="422"/>
                    <a:pt x="97" y="424"/>
                  </a:cubicBezTo>
                  <a:cubicBezTo>
                    <a:pt x="97" y="425"/>
                    <a:pt x="96" y="427"/>
                    <a:pt x="95" y="427"/>
                  </a:cubicBezTo>
                  <a:cubicBezTo>
                    <a:pt x="93" y="429"/>
                    <a:pt x="87" y="429"/>
                    <a:pt x="84" y="429"/>
                  </a:cubicBezTo>
                  <a:cubicBezTo>
                    <a:pt x="81" y="429"/>
                    <a:pt x="74" y="429"/>
                    <a:pt x="71" y="428"/>
                  </a:cubicBezTo>
                  <a:cubicBezTo>
                    <a:pt x="69" y="428"/>
                    <a:pt x="66" y="427"/>
                    <a:pt x="64" y="427"/>
                  </a:cubicBezTo>
                  <a:cubicBezTo>
                    <a:pt x="63" y="427"/>
                    <a:pt x="59" y="429"/>
                    <a:pt x="58" y="428"/>
                  </a:cubicBezTo>
                  <a:cubicBezTo>
                    <a:pt x="57" y="427"/>
                    <a:pt x="58" y="423"/>
                    <a:pt x="58" y="422"/>
                  </a:cubicBezTo>
                  <a:cubicBezTo>
                    <a:pt x="58" y="420"/>
                    <a:pt x="61" y="419"/>
                    <a:pt x="61" y="418"/>
                  </a:cubicBezTo>
                  <a:cubicBezTo>
                    <a:pt x="62" y="415"/>
                    <a:pt x="60" y="410"/>
                    <a:pt x="58" y="408"/>
                  </a:cubicBezTo>
                  <a:cubicBezTo>
                    <a:pt x="57" y="407"/>
                    <a:pt x="53" y="406"/>
                    <a:pt x="52" y="406"/>
                  </a:cubicBezTo>
                  <a:cubicBezTo>
                    <a:pt x="50" y="405"/>
                    <a:pt x="46" y="404"/>
                    <a:pt x="44" y="404"/>
                  </a:cubicBezTo>
                  <a:cubicBezTo>
                    <a:pt x="42" y="404"/>
                    <a:pt x="38" y="406"/>
                    <a:pt x="36" y="407"/>
                  </a:cubicBezTo>
                  <a:cubicBezTo>
                    <a:pt x="34" y="407"/>
                    <a:pt x="31" y="408"/>
                    <a:pt x="29" y="408"/>
                  </a:cubicBezTo>
                  <a:cubicBezTo>
                    <a:pt x="24" y="409"/>
                    <a:pt x="15" y="408"/>
                    <a:pt x="11" y="407"/>
                  </a:cubicBezTo>
                  <a:cubicBezTo>
                    <a:pt x="9" y="407"/>
                    <a:pt x="5" y="405"/>
                    <a:pt x="3" y="405"/>
                  </a:cubicBezTo>
                  <a:cubicBezTo>
                    <a:pt x="2" y="405"/>
                    <a:pt x="2" y="404"/>
                    <a:pt x="1" y="404"/>
                  </a:cubicBezTo>
                  <a:cubicBezTo>
                    <a:pt x="0" y="403"/>
                    <a:pt x="0" y="402"/>
                    <a:pt x="0" y="401"/>
                  </a:cubicBezTo>
                  <a:cubicBezTo>
                    <a:pt x="1" y="400"/>
                    <a:pt x="6" y="400"/>
                    <a:pt x="7" y="398"/>
                  </a:cubicBezTo>
                  <a:cubicBezTo>
                    <a:pt x="8" y="397"/>
                    <a:pt x="7" y="394"/>
                    <a:pt x="8" y="393"/>
                  </a:cubicBezTo>
                  <a:cubicBezTo>
                    <a:pt x="9" y="393"/>
                    <a:pt x="10" y="393"/>
                    <a:pt x="10" y="393"/>
                  </a:cubicBezTo>
                  <a:cubicBezTo>
                    <a:pt x="12" y="393"/>
                    <a:pt x="14" y="392"/>
                    <a:pt x="16" y="391"/>
                  </a:cubicBezTo>
                  <a:cubicBezTo>
                    <a:pt x="17" y="391"/>
                    <a:pt x="18" y="388"/>
                    <a:pt x="19" y="387"/>
                  </a:cubicBezTo>
                  <a:cubicBezTo>
                    <a:pt x="20" y="386"/>
                    <a:pt x="23" y="386"/>
                    <a:pt x="24" y="385"/>
                  </a:cubicBezTo>
                  <a:cubicBezTo>
                    <a:pt x="25" y="385"/>
                    <a:pt x="28" y="384"/>
                    <a:pt x="29" y="383"/>
                  </a:cubicBezTo>
                  <a:cubicBezTo>
                    <a:pt x="30" y="382"/>
                    <a:pt x="32" y="380"/>
                    <a:pt x="33" y="379"/>
                  </a:cubicBezTo>
                  <a:cubicBezTo>
                    <a:pt x="33" y="378"/>
                    <a:pt x="35" y="375"/>
                    <a:pt x="34" y="374"/>
                  </a:cubicBezTo>
                  <a:cubicBezTo>
                    <a:pt x="34" y="372"/>
                    <a:pt x="31" y="371"/>
                    <a:pt x="31" y="369"/>
                  </a:cubicBezTo>
                  <a:cubicBezTo>
                    <a:pt x="30" y="368"/>
                    <a:pt x="33" y="365"/>
                    <a:pt x="33" y="364"/>
                  </a:cubicBezTo>
                  <a:cubicBezTo>
                    <a:pt x="34" y="362"/>
                    <a:pt x="33" y="359"/>
                    <a:pt x="34" y="357"/>
                  </a:cubicBezTo>
                  <a:cubicBezTo>
                    <a:pt x="35" y="356"/>
                    <a:pt x="40" y="355"/>
                    <a:pt x="41" y="353"/>
                  </a:cubicBezTo>
                  <a:cubicBezTo>
                    <a:pt x="42" y="352"/>
                    <a:pt x="42" y="349"/>
                    <a:pt x="43" y="348"/>
                  </a:cubicBezTo>
                  <a:cubicBezTo>
                    <a:pt x="44" y="348"/>
                    <a:pt x="45" y="349"/>
                    <a:pt x="46" y="348"/>
                  </a:cubicBezTo>
                  <a:cubicBezTo>
                    <a:pt x="48" y="348"/>
                    <a:pt x="52" y="346"/>
                    <a:pt x="54" y="347"/>
                  </a:cubicBezTo>
                  <a:cubicBezTo>
                    <a:pt x="55" y="347"/>
                    <a:pt x="56" y="349"/>
                    <a:pt x="57" y="349"/>
                  </a:cubicBezTo>
                  <a:cubicBezTo>
                    <a:pt x="59" y="350"/>
                    <a:pt x="61" y="350"/>
                    <a:pt x="62" y="349"/>
                  </a:cubicBezTo>
                  <a:cubicBezTo>
                    <a:pt x="64" y="348"/>
                    <a:pt x="64" y="344"/>
                    <a:pt x="65" y="342"/>
                  </a:cubicBezTo>
                  <a:cubicBezTo>
                    <a:pt x="65" y="340"/>
                    <a:pt x="63" y="338"/>
                    <a:pt x="63" y="336"/>
                  </a:cubicBezTo>
                  <a:cubicBezTo>
                    <a:pt x="63" y="334"/>
                    <a:pt x="67" y="327"/>
                    <a:pt x="67" y="327"/>
                  </a:cubicBezTo>
                  <a:cubicBezTo>
                    <a:pt x="67" y="326"/>
                    <a:pt x="69" y="320"/>
                    <a:pt x="69" y="319"/>
                  </a:cubicBezTo>
                  <a:cubicBezTo>
                    <a:pt x="69" y="319"/>
                    <a:pt x="68" y="317"/>
                    <a:pt x="68" y="316"/>
                  </a:cubicBezTo>
                  <a:cubicBezTo>
                    <a:pt x="67" y="314"/>
                    <a:pt x="67" y="310"/>
                    <a:pt x="68" y="308"/>
                  </a:cubicBezTo>
                  <a:cubicBezTo>
                    <a:pt x="68" y="307"/>
                    <a:pt x="70" y="304"/>
                    <a:pt x="71" y="304"/>
                  </a:cubicBezTo>
                  <a:cubicBezTo>
                    <a:pt x="73" y="303"/>
                    <a:pt x="77" y="305"/>
                    <a:pt x="77" y="304"/>
                  </a:cubicBezTo>
                  <a:cubicBezTo>
                    <a:pt x="77" y="303"/>
                    <a:pt x="77" y="299"/>
                    <a:pt x="78" y="298"/>
                  </a:cubicBezTo>
                  <a:cubicBezTo>
                    <a:pt x="79" y="297"/>
                    <a:pt x="82" y="297"/>
                    <a:pt x="83" y="296"/>
                  </a:cubicBezTo>
                  <a:cubicBezTo>
                    <a:pt x="84" y="295"/>
                    <a:pt x="87" y="294"/>
                    <a:pt x="88" y="293"/>
                  </a:cubicBezTo>
                  <a:cubicBezTo>
                    <a:pt x="89" y="291"/>
                    <a:pt x="90" y="288"/>
                    <a:pt x="90" y="287"/>
                  </a:cubicBezTo>
                  <a:cubicBezTo>
                    <a:pt x="91" y="286"/>
                    <a:pt x="94" y="284"/>
                    <a:pt x="95" y="283"/>
                  </a:cubicBezTo>
                  <a:cubicBezTo>
                    <a:pt x="97" y="282"/>
                    <a:pt x="101" y="279"/>
                    <a:pt x="102" y="277"/>
                  </a:cubicBezTo>
                  <a:cubicBezTo>
                    <a:pt x="103" y="275"/>
                    <a:pt x="102" y="272"/>
                    <a:pt x="101" y="271"/>
                  </a:cubicBezTo>
                  <a:cubicBezTo>
                    <a:pt x="99" y="268"/>
                    <a:pt x="93" y="265"/>
                    <a:pt x="91" y="263"/>
                  </a:cubicBezTo>
                  <a:cubicBezTo>
                    <a:pt x="90" y="262"/>
                    <a:pt x="89" y="258"/>
                    <a:pt x="88" y="257"/>
                  </a:cubicBezTo>
                  <a:cubicBezTo>
                    <a:pt x="87" y="256"/>
                    <a:pt x="84" y="255"/>
                    <a:pt x="83" y="255"/>
                  </a:cubicBezTo>
                  <a:cubicBezTo>
                    <a:pt x="82" y="255"/>
                    <a:pt x="81" y="255"/>
                    <a:pt x="81" y="255"/>
                  </a:cubicBezTo>
                  <a:cubicBezTo>
                    <a:pt x="80" y="254"/>
                    <a:pt x="78" y="252"/>
                    <a:pt x="78" y="251"/>
                  </a:cubicBezTo>
                  <a:cubicBezTo>
                    <a:pt x="77" y="249"/>
                    <a:pt x="80" y="246"/>
                    <a:pt x="80" y="245"/>
                  </a:cubicBezTo>
                  <a:cubicBezTo>
                    <a:pt x="80" y="242"/>
                    <a:pt x="81" y="236"/>
                    <a:pt x="80" y="233"/>
                  </a:cubicBezTo>
                  <a:cubicBezTo>
                    <a:pt x="79" y="231"/>
                    <a:pt x="75" y="229"/>
                    <a:pt x="73" y="227"/>
                  </a:cubicBezTo>
                  <a:cubicBezTo>
                    <a:pt x="72" y="225"/>
                    <a:pt x="69" y="220"/>
                    <a:pt x="68" y="217"/>
                  </a:cubicBezTo>
                  <a:cubicBezTo>
                    <a:pt x="67" y="215"/>
                    <a:pt x="64" y="212"/>
                    <a:pt x="63" y="210"/>
                  </a:cubicBezTo>
                  <a:cubicBezTo>
                    <a:pt x="63" y="209"/>
                    <a:pt x="63" y="209"/>
                    <a:pt x="63" y="208"/>
                  </a:cubicBezTo>
                  <a:cubicBezTo>
                    <a:pt x="63" y="208"/>
                    <a:pt x="63" y="207"/>
                    <a:pt x="63" y="207"/>
                  </a:cubicBezTo>
                  <a:cubicBezTo>
                    <a:pt x="65" y="207"/>
                    <a:pt x="69" y="207"/>
                    <a:pt x="70" y="205"/>
                  </a:cubicBezTo>
                  <a:cubicBezTo>
                    <a:pt x="71" y="204"/>
                    <a:pt x="70" y="201"/>
                    <a:pt x="70" y="201"/>
                  </a:cubicBezTo>
                  <a:cubicBezTo>
                    <a:pt x="71" y="200"/>
                    <a:pt x="74" y="199"/>
                    <a:pt x="75" y="199"/>
                  </a:cubicBezTo>
                  <a:cubicBezTo>
                    <a:pt x="77" y="199"/>
                    <a:pt x="80" y="201"/>
                    <a:pt x="82" y="201"/>
                  </a:cubicBezTo>
                  <a:cubicBezTo>
                    <a:pt x="82" y="201"/>
                    <a:pt x="83" y="201"/>
                    <a:pt x="84" y="201"/>
                  </a:cubicBezTo>
                  <a:cubicBezTo>
                    <a:pt x="86" y="202"/>
                    <a:pt x="89" y="206"/>
                    <a:pt x="90" y="209"/>
                  </a:cubicBezTo>
                  <a:cubicBezTo>
                    <a:pt x="91" y="210"/>
                    <a:pt x="89" y="216"/>
                    <a:pt x="89" y="217"/>
                  </a:cubicBezTo>
                  <a:cubicBezTo>
                    <a:pt x="89" y="218"/>
                    <a:pt x="95" y="222"/>
                    <a:pt x="98" y="222"/>
                  </a:cubicBezTo>
                  <a:cubicBezTo>
                    <a:pt x="100" y="222"/>
                    <a:pt x="103" y="220"/>
                    <a:pt x="104" y="219"/>
                  </a:cubicBezTo>
                  <a:cubicBezTo>
                    <a:pt x="106" y="218"/>
                    <a:pt x="110" y="216"/>
                    <a:pt x="112" y="215"/>
                  </a:cubicBezTo>
                  <a:cubicBezTo>
                    <a:pt x="115" y="214"/>
                    <a:pt x="122" y="212"/>
                    <a:pt x="125" y="211"/>
                  </a:cubicBezTo>
                  <a:cubicBezTo>
                    <a:pt x="126" y="210"/>
                    <a:pt x="129" y="208"/>
                    <a:pt x="131" y="208"/>
                  </a:cubicBezTo>
                  <a:cubicBezTo>
                    <a:pt x="133" y="207"/>
                    <a:pt x="138" y="209"/>
                    <a:pt x="140" y="208"/>
                  </a:cubicBezTo>
                  <a:cubicBezTo>
                    <a:pt x="142" y="208"/>
                    <a:pt x="144" y="205"/>
                    <a:pt x="145" y="204"/>
                  </a:cubicBezTo>
                  <a:cubicBezTo>
                    <a:pt x="146" y="204"/>
                    <a:pt x="149" y="204"/>
                    <a:pt x="150" y="204"/>
                  </a:cubicBezTo>
                  <a:cubicBezTo>
                    <a:pt x="151" y="204"/>
                    <a:pt x="155" y="207"/>
                    <a:pt x="155" y="209"/>
                  </a:cubicBezTo>
                  <a:cubicBezTo>
                    <a:pt x="155" y="211"/>
                    <a:pt x="153" y="214"/>
                    <a:pt x="153" y="216"/>
                  </a:cubicBezTo>
                  <a:cubicBezTo>
                    <a:pt x="153" y="218"/>
                    <a:pt x="154" y="221"/>
                    <a:pt x="155" y="223"/>
                  </a:cubicBezTo>
                  <a:cubicBezTo>
                    <a:pt x="156" y="223"/>
                    <a:pt x="157" y="224"/>
                    <a:pt x="158" y="224"/>
                  </a:cubicBezTo>
                  <a:cubicBezTo>
                    <a:pt x="160" y="224"/>
                    <a:pt x="165" y="222"/>
                    <a:pt x="167" y="222"/>
                  </a:cubicBezTo>
                  <a:cubicBezTo>
                    <a:pt x="168" y="222"/>
                    <a:pt x="170" y="221"/>
                    <a:pt x="171" y="221"/>
                  </a:cubicBezTo>
                  <a:cubicBezTo>
                    <a:pt x="172" y="221"/>
                    <a:pt x="174" y="223"/>
                    <a:pt x="176" y="223"/>
                  </a:cubicBezTo>
                  <a:cubicBezTo>
                    <a:pt x="177" y="223"/>
                    <a:pt x="179" y="224"/>
                    <a:pt x="180" y="224"/>
                  </a:cubicBezTo>
                  <a:cubicBezTo>
                    <a:pt x="181" y="224"/>
                    <a:pt x="183" y="224"/>
                    <a:pt x="184" y="224"/>
                  </a:cubicBezTo>
                  <a:cubicBezTo>
                    <a:pt x="186" y="224"/>
                    <a:pt x="189" y="225"/>
                    <a:pt x="191" y="226"/>
                  </a:cubicBezTo>
                  <a:cubicBezTo>
                    <a:pt x="192" y="228"/>
                    <a:pt x="191" y="232"/>
                    <a:pt x="192" y="233"/>
                  </a:cubicBezTo>
                  <a:cubicBezTo>
                    <a:pt x="193" y="235"/>
                    <a:pt x="195" y="239"/>
                    <a:pt x="197" y="240"/>
                  </a:cubicBezTo>
                  <a:cubicBezTo>
                    <a:pt x="198" y="240"/>
                    <a:pt x="201" y="240"/>
                    <a:pt x="202" y="240"/>
                  </a:cubicBezTo>
                  <a:cubicBezTo>
                    <a:pt x="204" y="241"/>
                    <a:pt x="206" y="243"/>
                    <a:pt x="207" y="243"/>
                  </a:cubicBezTo>
                  <a:cubicBezTo>
                    <a:pt x="209" y="244"/>
                    <a:pt x="213" y="244"/>
                    <a:pt x="215" y="243"/>
                  </a:cubicBezTo>
                  <a:cubicBezTo>
                    <a:pt x="216" y="243"/>
                    <a:pt x="216" y="241"/>
                    <a:pt x="216" y="241"/>
                  </a:cubicBezTo>
                  <a:cubicBezTo>
                    <a:pt x="218" y="239"/>
                    <a:pt x="222" y="237"/>
                    <a:pt x="224" y="236"/>
                  </a:cubicBezTo>
                  <a:cubicBezTo>
                    <a:pt x="225" y="234"/>
                    <a:pt x="224" y="230"/>
                    <a:pt x="226" y="229"/>
                  </a:cubicBezTo>
                  <a:cubicBezTo>
                    <a:pt x="227" y="228"/>
                    <a:pt x="232" y="229"/>
                    <a:pt x="233" y="230"/>
                  </a:cubicBezTo>
                  <a:cubicBezTo>
                    <a:pt x="234" y="230"/>
                    <a:pt x="235" y="233"/>
                    <a:pt x="236" y="234"/>
                  </a:cubicBezTo>
                  <a:cubicBezTo>
                    <a:pt x="236" y="235"/>
                    <a:pt x="238" y="237"/>
                    <a:pt x="239" y="237"/>
                  </a:cubicBezTo>
                  <a:cubicBezTo>
                    <a:pt x="240" y="237"/>
                    <a:pt x="243" y="235"/>
                    <a:pt x="243" y="234"/>
                  </a:cubicBezTo>
                  <a:cubicBezTo>
                    <a:pt x="244" y="232"/>
                    <a:pt x="244" y="228"/>
                    <a:pt x="243" y="226"/>
                  </a:cubicBezTo>
                  <a:cubicBezTo>
                    <a:pt x="243" y="225"/>
                    <a:pt x="242" y="223"/>
                    <a:pt x="241" y="222"/>
                  </a:cubicBezTo>
                  <a:cubicBezTo>
                    <a:pt x="241" y="220"/>
                    <a:pt x="240" y="217"/>
                    <a:pt x="240" y="216"/>
                  </a:cubicBezTo>
                  <a:cubicBezTo>
                    <a:pt x="239" y="215"/>
                    <a:pt x="239" y="212"/>
                    <a:pt x="239" y="211"/>
                  </a:cubicBezTo>
                  <a:cubicBezTo>
                    <a:pt x="239" y="210"/>
                    <a:pt x="239" y="208"/>
                    <a:pt x="239" y="207"/>
                  </a:cubicBezTo>
                  <a:cubicBezTo>
                    <a:pt x="238" y="206"/>
                    <a:pt x="234" y="206"/>
                    <a:pt x="233" y="205"/>
                  </a:cubicBezTo>
                  <a:cubicBezTo>
                    <a:pt x="232" y="204"/>
                    <a:pt x="231" y="202"/>
                    <a:pt x="231" y="201"/>
                  </a:cubicBezTo>
                  <a:cubicBezTo>
                    <a:pt x="231" y="200"/>
                    <a:pt x="232" y="198"/>
                    <a:pt x="232" y="197"/>
                  </a:cubicBezTo>
                  <a:cubicBezTo>
                    <a:pt x="231" y="196"/>
                    <a:pt x="230" y="195"/>
                    <a:pt x="229" y="194"/>
                  </a:cubicBezTo>
                  <a:cubicBezTo>
                    <a:pt x="227" y="194"/>
                    <a:pt x="223" y="195"/>
                    <a:pt x="221" y="195"/>
                  </a:cubicBezTo>
                  <a:cubicBezTo>
                    <a:pt x="220" y="195"/>
                    <a:pt x="217" y="195"/>
                    <a:pt x="216" y="194"/>
                  </a:cubicBezTo>
                  <a:cubicBezTo>
                    <a:pt x="216" y="194"/>
                    <a:pt x="216" y="191"/>
                    <a:pt x="216" y="191"/>
                  </a:cubicBezTo>
                  <a:cubicBezTo>
                    <a:pt x="215" y="190"/>
                    <a:pt x="211" y="191"/>
                    <a:pt x="210" y="191"/>
                  </a:cubicBezTo>
                  <a:cubicBezTo>
                    <a:pt x="209" y="191"/>
                    <a:pt x="206" y="190"/>
                    <a:pt x="205" y="189"/>
                  </a:cubicBezTo>
                  <a:cubicBezTo>
                    <a:pt x="204" y="188"/>
                    <a:pt x="204" y="185"/>
                    <a:pt x="203" y="184"/>
                  </a:cubicBezTo>
                  <a:cubicBezTo>
                    <a:pt x="202" y="182"/>
                    <a:pt x="198" y="183"/>
                    <a:pt x="197" y="181"/>
                  </a:cubicBezTo>
                  <a:cubicBezTo>
                    <a:pt x="197" y="180"/>
                    <a:pt x="198" y="177"/>
                    <a:pt x="199" y="176"/>
                  </a:cubicBezTo>
                  <a:cubicBezTo>
                    <a:pt x="199" y="175"/>
                    <a:pt x="200" y="174"/>
                    <a:pt x="201" y="174"/>
                  </a:cubicBezTo>
                  <a:cubicBezTo>
                    <a:pt x="202" y="174"/>
                    <a:pt x="205" y="176"/>
                    <a:pt x="206" y="176"/>
                  </a:cubicBezTo>
                  <a:cubicBezTo>
                    <a:pt x="208" y="175"/>
                    <a:pt x="209" y="171"/>
                    <a:pt x="209" y="170"/>
                  </a:cubicBezTo>
                  <a:cubicBezTo>
                    <a:pt x="209" y="169"/>
                    <a:pt x="208" y="166"/>
                    <a:pt x="207" y="165"/>
                  </a:cubicBezTo>
                  <a:cubicBezTo>
                    <a:pt x="207" y="164"/>
                    <a:pt x="205" y="163"/>
                    <a:pt x="204" y="162"/>
                  </a:cubicBezTo>
                  <a:cubicBezTo>
                    <a:pt x="204" y="161"/>
                    <a:pt x="204" y="159"/>
                    <a:pt x="204" y="159"/>
                  </a:cubicBezTo>
                  <a:cubicBezTo>
                    <a:pt x="205" y="158"/>
                    <a:pt x="206" y="157"/>
                    <a:pt x="207" y="157"/>
                  </a:cubicBezTo>
                  <a:cubicBezTo>
                    <a:pt x="209" y="157"/>
                    <a:pt x="213" y="157"/>
                    <a:pt x="214" y="158"/>
                  </a:cubicBezTo>
                  <a:cubicBezTo>
                    <a:pt x="215" y="158"/>
                    <a:pt x="216" y="161"/>
                    <a:pt x="217" y="161"/>
                  </a:cubicBezTo>
                  <a:cubicBezTo>
                    <a:pt x="218" y="162"/>
                    <a:pt x="221" y="161"/>
                    <a:pt x="222" y="161"/>
                  </a:cubicBezTo>
                  <a:cubicBezTo>
                    <a:pt x="223" y="161"/>
                    <a:pt x="227" y="161"/>
                    <a:pt x="228" y="161"/>
                  </a:cubicBezTo>
                  <a:cubicBezTo>
                    <a:pt x="229" y="161"/>
                    <a:pt x="228" y="157"/>
                    <a:pt x="229" y="156"/>
                  </a:cubicBezTo>
                  <a:cubicBezTo>
                    <a:pt x="230" y="155"/>
                    <a:pt x="233" y="156"/>
                    <a:pt x="234" y="156"/>
                  </a:cubicBezTo>
                  <a:cubicBezTo>
                    <a:pt x="234" y="156"/>
                    <a:pt x="236" y="154"/>
                    <a:pt x="236" y="153"/>
                  </a:cubicBezTo>
                  <a:cubicBezTo>
                    <a:pt x="237" y="152"/>
                    <a:pt x="235" y="149"/>
                    <a:pt x="234" y="148"/>
                  </a:cubicBezTo>
                  <a:cubicBezTo>
                    <a:pt x="233" y="146"/>
                    <a:pt x="229" y="147"/>
                    <a:pt x="228" y="146"/>
                  </a:cubicBezTo>
                  <a:cubicBezTo>
                    <a:pt x="227" y="145"/>
                    <a:pt x="226" y="142"/>
                    <a:pt x="226" y="140"/>
                  </a:cubicBezTo>
                  <a:cubicBezTo>
                    <a:pt x="226" y="139"/>
                    <a:pt x="226" y="136"/>
                    <a:pt x="227" y="135"/>
                  </a:cubicBezTo>
                  <a:cubicBezTo>
                    <a:pt x="228" y="133"/>
                    <a:pt x="231" y="131"/>
                    <a:pt x="232" y="129"/>
                  </a:cubicBezTo>
                  <a:cubicBezTo>
                    <a:pt x="233" y="128"/>
                    <a:pt x="231" y="125"/>
                    <a:pt x="232" y="123"/>
                  </a:cubicBezTo>
                  <a:cubicBezTo>
                    <a:pt x="233" y="122"/>
                    <a:pt x="236" y="119"/>
                    <a:pt x="238" y="119"/>
                  </a:cubicBezTo>
                  <a:cubicBezTo>
                    <a:pt x="239" y="119"/>
                    <a:pt x="241" y="120"/>
                    <a:pt x="242" y="120"/>
                  </a:cubicBezTo>
                  <a:cubicBezTo>
                    <a:pt x="244" y="120"/>
                    <a:pt x="247" y="121"/>
                    <a:pt x="248" y="120"/>
                  </a:cubicBezTo>
                  <a:cubicBezTo>
                    <a:pt x="250" y="119"/>
                    <a:pt x="250" y="116"/>
                    <a:pt x="252" y="115"/>
                  </a:cubicBezTo>
                  <a:cubicBezTo>
                    <a:pt x="253" y="115"/>
                    <a:pt x="255" y="116"/>
                    <a:pt x="256" y="115"/>
                  </a:cubicBezTo>
                  <a:cubicBezTo>
                    <a:pt x="258" y="115"/>
                    <a:pt x="260" y="112"/>
                    <a:pt x="261" y="111"/>
                  </a:cubicBezTo>
                  <a:cubicBezTo>
                    <a:pt x="261" y="109"/>
                    <a:pt x="263" y="106"/>
                    <a:pt x="262" y="104"/>
                  </a:cubicBezTo>
                  <a:cubicBezTo>
                    <a:pt x="262" y="103"/>
                    <a:pt x="259" y="103"/>
                    <a:pt x="259" y="102"/>
                  </a:cubicBezTo>
                  <a:cubicBezTo>
                    <a:pt x="258" y="101"/>
                    <a:pt x="258" y="98"/>
                    <a:pt x="259" y="97"/>
                  </a:cubicBezTo>
                  <a:cubicBezTo>
                    <a:pt x="260" y="96"/>
                    <a:pt x="264" y="93"/>
                    <a:pt x="266" y="93"/>
                  </a:cubicBezTo>
                  <a:cubicBezTo>
                    <a:pt x="267" y="92"/>
                    <a:pt x="270" y="93"/>
                    <a:pt x="272" y="93"/>
                  </a:cubicBezTo>
                  <a:cubicBezTo>
                    <a:pt x="273" y="92"/>
                    <a:pt x="277" y="91"/>
                    <a:pt x="278" y="90"/>
                  </a:cubicBezTo>
                  <a:cubicBezTo>
                    <a:pt x="280" y="90"/>
                    <a:pt x="283" y="90"/>
                    <a:pt x="284" y="89"/>
                  </a:cubicBezTo>
                  <a:cubicBezTo>
                    <a:pt x="286" y="88"/>
                    <a:pt x="287" y="85"/>
                    <a:pt x="288" y="83"/>
                  </a:cubicBezTo>
                  <a:cubicBezTo>
                    <a:pt x="288" y="82"/>
                    <a:pt x="287" y="78"/>
                    <a:pt x="288" y="77"/>
                  </a:cubicBezTo>
                  <a:cubicBezTo>
                    <a:pt x="288" y="76"/>
                    <a:pt x="291" y="76"/>
                    <a:pt x="292" y="76"/>
                  </a:cubicBezTo>
                  <a:cubicBezTo>
                    <a:pt x="294" y="76"/>
                    <a:pt x="299" y="78"/>
                    <a:pt x="300" y="77"/>
                  </a:cubicBezTo>
                  <a:cubicBezTo>
                    <a:pt x="302" y="76"/>
                    <a:pt x="301" y="72"/>
                    <a:pt x="302" y="70"/>
                  </a:cubicBezTo>
                  <a:cubicBezTo>
                    <a:pt x="304" y="69"/>
                    <a:pt x="309" y="67"/>
                    <a:pt x="311" y="67"/>
                  </a:cubicBezTo>
                  <a:cubicBezTo>
                    <a:pt x="314" y="67"/>
                    <a:pt x="318" y="68"/>
                    <a:pt x="320" y="68"/>
                  </a:cubicBezTo>
                  <a:cubicBezTo>
                    <a:pt x="322" y="68"/>
                    <a:pt x="326" y="70"/>
                    <a:pt x="328" y="69"/>
                  </a:cubicBezTo>
                  <a:cubicBezTo>
                    <a:pt x="329" y="69"/>
                    <a:pt x="331" y="66"/>
                    <a:pt x="333" y="66"/>
                  </a:cubicBezTo>
                  <a:cubicBezTo>
                    <a:pt x="334" y="65"/>
                    <a:pt x="338" y="65"/>
                    <a:pt x="339" y="65"/>
                  </a:cubicBezTo>
                  <a:cubicBezTo>
                    <a:pt x="341" y="64"/>
                    <a:pt x="343" y="65"/>
                    <a:pt x="344" y="65"/>
                  </a:cubicBezTo>
                  <a:cubicBezTo>
                    <a:pt x="345" y="64"/>
                    <a:pt x="347" y="63"/>
                    <a:pt x="348" y="62"/>
                  </a:cubicBezTo>
                  <a:cubicBezTo>
                    <a:pt x="348" y="61"/>
                    <a:pt x="348" y="58"/>
                    <a:pt x="349" y="57"/>
                  </a:cubicBezTo>
                  <a:cubicBezTo>
                    <a:pt x="349" y="56"/>
                    <a:pt x="351" y="53"/>
                    <a:pt x="352" y="52"/>
                  </a:cubicBezTo>
                  <a:cubicBezTo>
                    <a:pt x="352" y="50"/>
                    <a:pt x="351" y="47"/>
                    <a:pt x="350" y="45"/>
                  </a:cubicBezTo>
                  <a:cubicBezTo>
                    <a:pt x="349" y="44"/>
                    <a:pt x="346" y="44"/>
                    <a:pt x="345" y="43"/>
                  </a:cubicBezTo>
                  <a:cubicBezTo>
                    <a:pt x="344" y="42"/>
                    <a:pt x="343" y="38"/>
                    <a:pt x="343" y="37"/>
                  </a:cubicBezTo>
                  <a:cubicBezTo>
                    <a:pt x="343" y="35"/>
                    <a:pt x="344" y="33"/>
                    <a:pt x="344" y="32"/>
                  </a:cubicBezTo>
                  <a:cubicBezTo>
                    <a:pt x="343" y="31"/>
                    <a:pt x="342" y="29"/>
                    <a:pt x="341" y="29"/>
                  </a:cubicBezTo>
                  <a:cubicBezTo>
                    <a:pt x="339" y="29"/>
                    <a:pt x="336" y="30"/>
                    <a:pt x="334" y="30"/>
                  </a:cubicBezTo>
                  <a:cubicBezTo>
                    <a:pt x="333" y="30"/>
                    <a:pt x="330" y="32"/>
                    <a:pt x="328" y="32"/>
                  </a:cubicBezTo>
                  <a:cubicBezTo>
                    <a:pt x="327" y="31"/>
                    <a:pt x="327" y="29"/>
                    <a:pt x="326" y="29"/>
                  </a:cubicBezTo>
                  <a:cubicBezTo>
                    <a:pt x="325" y="28"/>
                    <a:pt x="324" y="27"/>
                    <a:pt x="323" y="26"/>
                  </a:cubicBezTo>
                  <a:cubicBezTo>
                    <a:pt x="323" y="25"/>
                    <a:pt x="324" y="22"/>
                    <a:pt x="324" y="20"/>
                  </a:cubicBezTo>
                  <a:cubicBezTo>
                    <a:pt x="325" y="19"/>
                    <a:pt x="326" y="18"/>
                    <a:pt x="327" y="17"/>
                  </a:cubicBezTo>
                  <a:cubicBezTo>
                    <a:pt x="327" y="16"/>
                    <a:pt x="328" y="14"/>
                    <a:pt x="328" y="13"/>
                  </a:cubicBezTo>
                  <a:cubicBezTo>
                    <a:pt x="328" y="12"/>
                    <a:pt x="327" y="9"/>
                    <a:pt x="328" y="7"/>
                  </a:cubicBezTo>
                  <a:cubicBezTo>
                    <a:pt x="329" y="7"/>
                    <a:pt x="331" y="6"/>
                    <a:pt x="332" y="6"/>
                  </a:cubicBezTo>
                  <a:cubicBezTo>
                    <a:pt x="333" y="5"/>
                    <a:pt x="336" y="7"/>
                    <a:pt x="337" y="7"/>
                  </a:cubicBezTo>
                  <a:cubicBezTo>
                    <a:pt x="338" y="6"/>
                    <a:pt x="339" y="4"/>
                    <a:pt x="340" y="4"/>
                  </a:cubicBezTo>
                  <a:cubicBezTo>
                    <a:pt x="341" y="3"/>
                    <a:pt x="345" y="3"/>
                    <a:pt x="347" y="4"/>
                  </a:cubicBezTo>
                  <a:cubicBezTo>
                    <a:pt x="349" y="5"/>
                    <a:pt x="351" y="9"/>
                    <a:pt x="352" y="11"/>
                  </a:cubicBezTo>
                  <a:cubicBezTo>
                    <a:pt x="352" y="12"/>
                    <a:pt x="352" y="15"/>
                    <a:pt x="353" y="16"/>
                  </a:cubicBezTo>
                  <a:cubicBezTo>
                    <a:pt x="354" y="17"/>
                    <a:pt x="359" y="16"/>
                    <a:pt x="361" y="16"/>
                  </a:cubicBezTo>
                  <a:cubicBezTo>
                    <a:pt x="363" y="17"/>
                    <a:pt x="365" y="19"/>
                    <a:pt x="367" y="19"/>
                  </a:cubicBezTo>
                  <a:cubicBezTo>
                    <a:pt x="368" y="19"/>
                    <a:pt x="370" y="18"/>
                    <a:pt x="371" y="17"/>
                  </a:cubicBezTo>
                  <a:cubicBezTo>
                    <a:pt x="372" y="15"/>
                    <a:pt x="373" y="12"/>
                    <a:pt x="373" y="10"/>
                  </a:cubicBezTo>
                  <a:cubicBezTo>
                    <a:pt x="373" y="9"/>
                    <a:pt x="372" y="6"/>
                    <a:pt x="373" y="5"/>
                  </a:cubicBezTo>
                  <a:cubicBezTo>
                    <a:pt x="374" y="4"/>
                    <a:pt x="377" y="6"/>
                    <a:pt x="378" y="6"/>
                  </a:cubicBezTo>
                  <a:cubicBezTo>
                    <a:pt x="379" y="6"/>
                    <a:pt x="383" y="7"/>
                    <a:pt x="384" y="6"/>
                  </a:cubicBezTo>
                  <a:cubicBezTo>
                    <a:pt x="386" y="5"/>
                    <a:pt x="387" y="1"/>
                    <a:pt x="388" y="0"/>
                  </a:cubicBezTo>
                  <a:cubicBezTo>
                    <a:pt x="389" y="0"/>
                    <a:pt x="390" y="0"/>
                    <a:pt x="391" y="0"/>
                  </a:cubicBezTo>
                  <a:cubicBezTo>
                    <a:pt x="391" y="0"/>
                    <a:pt x="391" y="1"/>
                    <a:pt x="391" y="1"/>
                  </a:cubicBezTo>
                  <a:cubicBezTo>
                    <a:pt x="391" y="4"/>
                    <a:pt x="390" y="9"/>
                    <a:pt x="391" y="12"/>
                  </a:cubicBezTo>
                  <a:cubicBezTo>
                    <a:pt x="392" y="14"/>
                    <a:pt x="395" y="18"/>
                    <a:pt x="397" y="19"/>
                  </a:cubicBezTo>
                  <a:cubicBezTo>
                    <a:pt x="399" y="20"/>
                    <a:pt x="404" y="19"/>
                    <a:pt x="407" y="20"/>
                  </a:cubicBezTo>
                  <a:cubicBezTo>
                    <a:pt x="408" y="20"/>
                    <a:pt x="409" y="22"/>
                    <a:pt x="410" y="23"/>
                  </a:cubicBezTo>
                  <a:cubicBezTo>
                    <a:pt x="411" y="25"/>
                    <a:pt x="412" y="29"/>
                    <a:pt x="412" y="32"/>
                  </a:cubicBezTo>
                  <a:cubicBezTo>
                    <a:pt x="412" y="34"/>
                    <a:pt x="408" y="38"/>
                    <a:pt x="408" y="40"/>
                  </a:cubicBezTo>
                  <a:cubicBezTo>
                    <a:pt x="408" y="43"/>
                    <a:pt x="410" y="47"/>
                    <a:pt x="412" y="48"/>
                  </a:cubicBezTo>
                  <a:cubicBezTo>
                    <a:pt x="413" y="50"/>
                    <a:pt x="418" y="49"/>
                    <a:pt x="419" y="49"/>
                  </a:cubicBezTo>
                  <a:cubicBezTo>
                    <a:pt x="422" y="50"/>
                    <a:pt x="426" y="53"/>
                    <a:pt x="428" y="54"/>
                  </a:cubicBezTo>
                  <a:cubicBezTo>
                    <a:pt x="429" y="56"/>
                    <a:pt x="431" y="61"/>
                    <a:pt x="433" y="61"/>
                  </a:cubicBezTo>
                  <a:cubicBezTo>
                    <a:pt x="435" y="61"/>
                    <a:pt x="438" y="59"/>
                    <a:pt x="440" y="58"/>
                  </a:cubicBezTo>
                  <a:cubicBezTo>
                    <a:pt x="442" y="57"/>
                    <a:pt x="447" y="55"/>
                    <a:pt x="449" y="55"/>
                  </a:cubicBezTo>
                  <a:cubicBezTo>
                    <a:pt x="451" y="55"/>
                    <a:pt x="456" y="56"/>
                    <a:pt x="458" y="58"/>
                  </a:cubicBezTo>
                  <a:cubicBezTo>
                    <a:pt x="459" y="59"/>
                    <a:pt x="461" y="63"/>
                    <a:pt x="461" y="65"/>
                  </a:cubicBezTo>
                  <a:cubicBezTo>
                    <a:pt x="461" y="68"/>
                    <a:pt x="457" y="72"/>
                    <a:pt x="457" y="74"/>
                  </a:cubicBezTo>
                  <a:cubicBezTo>
                    <a:pt x="457" y="76"/>
                    <a:pt x="458" y="79"/>
                    <a:pt x="459" y="81"/>
                  </a:cubicBezTo>
                  <a:cubicBezTo>
                    <a:pt x="460" y="83"/>
                    <a:pt x="465" y="85"/>
                    <a:pt x="467" y="86"/>
                  </a:cubicBezTo>
                  <a:cubicBezTo>
                    <a:pt x="468" y="87"/>
                    <a:pt x="470" y="89"/>
                    <a:pt x="471" y="91"/>
                  </a:cubicBezTo>
                  <a:cubicBezTo>
                    <a:pt x="471" y="92"/>
                    <a:pt x="469" y="94"/>
                    <a:pt x="468" y="95"/>
                  </a:cubicBezTo>
                  <a:cubicBezTo>
                    <a:pt x="467" y="96"/>
                    <a:pt x="464" y="97"/>
                    <a:pt x="462" y="98"/>
                  </a:cubicBezTo>
                  <a:cubicBezTo>
                    <a:pt x="459" y="98"/>
                    <a:pt x="454" y="94"/>
                    <a:pt x="452" y="95"/>
                  </a:cubicBezTo>
                  <a:cubicBezTo>
                    <a:pt x="450" y="96"/>
                    <a:pt x="450" y="99"/>
                    <a:pt x="450" y="101"/>
                  </a:cubicBezTo>
                  <a:cubicBezTo>
                    <a:pt x="449" y="102"/>
                    <a:pt x="448" y="106"/>
                    <a:pt x="448" y="107"/>
                  </a:cubicBezTo>
                  <a:cubicBezTo>
                    <a:pt x="448" y="110"/>
                    <a:pt x="448" y="115"/>
                    <a:pt x="447" y="117"/>
                  </a:cubicBezTo>
                  <a:cubicBezTo>
                    <a:pt x="447" y="119"/>
                    <a:pt x="446" y="124"/>
                    <a:pt x="445" y="126"/>
                  </a:cubicBezTo>
                  <a:cubicBezTo>
                    <a:pt x="443" y="127"/>
                    <a:pt x="438" y="128"/>
                    <a:pt x="437" y="129"/>
                  </a:cubicBezTo>
                  <a:cubicBezTo>
                    <a:pt x="436" y="130"/>
                    <a:pt x="435" y="133"/>
                    <a:pt x="435" y="134"/>
                  </a:cubicBezTo>
                  <a:cubicBezTo>
                    <a:pt x="434" y="136"/>
                    <a:pt x="433" y="139"/>
                    <a:pt x="433" y="141"/>
                  </a:cubicBezTo>
                  <a:cubicBezTo>
                    <a:pt x="434" y="143"/>
                    <a:pt x="438" y="145"/>
                    <a:pt x="440" y="146"/>
                  </a:cubicBezTo>
                  <a:cubicBezTo>
                    <a:pt x="441" y="148"/>
                    <a:pt x="445" y="150"/>
                    <a:pt x="445" y="152"/>
                  </a:cubicBezTo>
                  <a:cubicBezTo>
                    <a:pt x="446" y="153"/>
                    <a:pt x="446" y="155"/>
                    <a:pt x="445" y="156"/>
                  </a:cubicBezTo>
                  <a:cubicBezTo>
                    <a:pt x="445" y="158"/>
                    <a:pt x="442" y="160"/>
                    <a:pt x="442" y="162"/>
                  </a:cubicBezTo>
                  <a:cubicBezTo>
                    <a:pt x="441" y="164"/>
                    <a:pt x="441" y="168"/>
                    <a:pt x="442" y="169"/>
                  </a:cubicBezTo>
                  <a:cubicBezTo>
                    <a:pt x="442" y="172"/>
                    <a:pt x="446" y="177"/>
                    <a:pt x="447" y="180"/>
                  </a:cubicBezTo>
                  <a:cubicBezTo>
                    <a:pt x="448" y="182"/>
                    <a:pt x="447" y="187"/>
                    <a:pt x="449" y="189"/>
                  </a:cubicBezTo>
                  <a:cubicBezTo>
                    <a:pt x="450" y="192"/>
                    <a:pt x="456" y="194"/>
                    <a:pt x="458" y="196"/>
                  </a:cubicBezTo>
                  <a:cubicBezTo>
                    <a:pt x="459" y="198"/>
                    <a:pt x="460" y="202"/>
                    <a:pt x="461" y="203"/>
                  </a:cubicBezTo>
                  <a:cubicBezTo>
                    <a:pt x="464" y="205"/>
                    <a:pt x="472" y="203"/>
                    <a:pt x="475" y="204"/>
                  </a:cubicBezTo>
                  <a:cubicBezTo>
                    <a:pt x="477" y="204"/>
                    <a:pt x="479" y="206"/>
                    <a:pt x="481" y="206"/>
                  </a:cubicBezTo>
                  <a:cubicBezTo>
                    <a:pt x="483" y="207"/>
                    <a:pt x="490" y="205"/>
                    <a:pt x="492" y="207"/>
                  </a:cubicBezTo>
                  <a:cubicBezTo>
                    <a:pt x="493" y="207"/>
                    <a:pt x="494" y="209"/>
                    <a:pt x="495" y="210"/>
                  </a:cubicBezTo>
                  <a:cubicBezTo>
                    <a:pt x="497" y="212"/>
                    <a:pt x="499" y="217"/>
                    <a:pt x="502" y="219"/>
                  </a:cubicBezTo>
                  <a:cubicBezTo>
                    <a:pt x="504" y="220"/>
                    <a:pt x="508" y="220"/>
                    <a:pt x="510" y="220"/>
                  </a:cubicBezTo>
                  <a:cubicBezTo>
                    <a:pt x="512" y="220"/>
                    <a:pt x="515" y="220"/>
                    <a:pt x="517" y="220"/>
                  </a:cubicBezTo>
                  <a:cubicBezTo>
                    <a:pt x="519" y="220"/>
                    <a:pt x="522" y="220"/>
                    <a:pt x="523" y="221"/>
                  </a:cubicBezTo>
                  <a:cubicBezTo>
                    <a:pt x="524" y="222"/>
                    <a:pt x="525" y="225"/>
                    <a:pt x="527" y="225"/>
                  </a:cubicBezTo>
                  <a:cubicBezTo>
                    <a:pt x="528" y="226"/>
                    <a:pt x="532" y="227"/>
                    <a:pt x="534" y="226"/>
                  </a:cubicBezTo>
                  <a:cubicBezTo>
                    <a:pt x="536" y="226"/>
                    <a:pt x="540" y="224"/>
                    <a:pt x="541" y="223"/>
                  </a:cubicBezTo>
                  <a:cubicBezTo>
                    <a:pt x="543" y="223"/>
                    <a:pt x="545" y="220"/>
                    <a:pt x="546" y="219"/>
                  </a:cubicBezTo>
                  <a:cubicBezTo>
                    <a:pt x="548" y="219"/>
                    <a:pt x="552" y="219"/>
                    <a:pt x="554" y="219"/>
                  </a:cubicBezTo>
                  <a:cubicBezTo>
                    <a:pt x="556" y="219"/>
                    <a:pt x="561" y="218"/>
                    <a:pt x="563" y="216"/>
                  </a:cubicBezTo>
                  <a:cubicBezTo>
                    <a:pt x="564" y="215"/>
                    <a:pt x="564" y="213"/>
                    <a:pt x="565" y="212"/>
                  </a:cubicBezTo>
                  <a:cubicBezTo>
                    <a:pt x="566" y="210"/>
                    <a:pt x="570" y="208"/>
                    <a:pt x="572" y="209"/>
                  </a:cubicBezTo>
                  <a:cubicBezTo>
                    <a:pt x="574" y="209"/>
                    <a:pt x="577" y="211"/>
                    <a:pt x="578" y="213"/>
                  </a:cubicBezTo>
                  <a:cubicBezTo>
                    <a:pt x="579" y="215"/>
                    <a:pt x="576" y="220"/>
                    <a:pt x="576" y="222"/>
                  </a:cubicBezTo>
                  <a:cubicBezTo>
                    <a:pt x="577" y="224"/>
                    <a:pt x="580" y="226"/>
                    <a:pt x="581" y="227"/>
                  </a:cubicBezTo>
                  <a:cubicBezTo>
                    <a:pt x="582" y="228"/>
                    <a:pt x="585" y="228"/>
                    <a:pt x="586" y="229"/>
                  </a:cubicBezTo>
                  <a:close/>
                </a:path>
              </a:pathLst>
            </a:custGeom>
            <a:solidFill>
              <a:schemeClr val="accent3"/>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32"/>
            <p:cNvSpPr>
              <a:spLocks/>
            </p:cNvSpPr>
            <p:nvPr/>
          </p:nvSpPr>
          <p:spPr bwMode="auto">
            <a:xfrm>
              <a:off x="2166938" y="3367088"/>
              <a:ext cx="906463" cy="1049338"/>
            </a:xfrm>
            <a:custGeom>
              <a:avLst/>
              <a:gdLst/>
              <a:ahLst/>
              <a:cxnLst>
                <a:cxn ang="0">
                  <a:pos x="521" y="243"/>
                </a:cxn>
                <a:cxn ang="0">
                  <a:pos x="507" y="266"/>
                </a:cxn>
                <a:cxn ang="0">
                  <a:pos x="492" y="294"/>
                </a:cxn>
                <a:cxn ang="0">
                  <a:pos x="469" y="316"/>
                </a:cxn>
                <a:cxn ang="0">
                  <a:pos x="454" y="338"/>
                </a:cxn>
                <a:cxn ang="0">
                  <a:pos x="431" y="352"/>
                </a:cxn>
                <a:cxn ang="0">
                  <a:pos x="390" y="337"/>
                </a:cxn>
                <a:cxn ang="0">
                  <a:pos x="343" y="365"/>
                </a:cxn>
                <a:cxn ang="0">
                  <a:pos x="298" y="392"/>
                </a:cxn>
                <a:cxn ang="0">
                  <a:pos x="250" y="432"/>
                </a:cxn>
                <a:cxn ang="0">
                  <a:pos x="229" y="443"/>
                </a:cxn>
                <a:cxn ang="0">
                  <a:pos x="233" y="463"/>
                </a:cxn>
                <a:cxn ang="0">
                  <a:pos x="226" y="475"/>
                </a:cxn>
                <a:cxn ang="0">
                  <a:pos x="218" y="492"/>
                </a:cxn>
                <a:cxn ang="0">
                  <a:pos x="238" y="518"/>
                </a:cxn>
                <a:cxn ang="0">
                  <a:pos x="234" y="551"/>
                </a:cxn>
                <a:cxn ang="0">
                  <a:pos x="256" y="592"/>
                </a:cxn>
                <a:cxn ang="0">
                  <a:pos x="219" y="593"/>
                </a:cxn>
                <a:cxn ang="0">
                  <a:pos x="177" y="602"/>
                </a:cxn>
                <a:cxn ang="0">
                  <a:pos x="157" y="618"/>
                </a:cxn>
                <a:cxn ang="0">
                  <a:pos x="124" y="613"/>
                </a:cxn>
                <a:cxn ang="0">
                  <a:pos x="87" y="603"/>
                </a:cxn>
                <a:cxn ang="0">
                  <a:pos x="57" y="618"/>
                </a:cxn>
                <a:cxn ang="0">
                  <a:pos x="50" y="593"/>
                </a:cxn>
                <a:cxn ang="0">
                  <a:pos x="31" y="593"/>
                </a:cxn>
                <a:cxn ang="0">
                  <a:pos x="2" y="569"/>
                </a:cxn>
                <a:cxn ang="0">
                  <a:pos x="34" y="568"/>
                </a:cxn>
                <a:cxn ang="0">
                  <a:pos x="53" y="544"/>
                </a:cxn>
                <a:cxn ang="0">
                  <a:pos x="68" y="535"/>
                </a:cxn>
                <a:cxn ang="0">
                  <a:pos x="40" y="526"/>
                </a:cxn>
                <a:cxn ang="0">
                  <a:pos x="37" y="503"/>
                </a:cxn>
                <a:cxn ang="0">
                  <a:pos x="42" y="484"/>
                </a:cxn>
                <a:cxn ang="0">
                  <a:pos x="44" y="457"/>
                </a:cxn>
                <a:cxn ang="0">
                  <a:pos x="24" y="432"/>
                </a:cxn>
                <a:cxn ang="0">
                  <a:pos x="3" y="391"/>
                </a:cxn>
                <a:cxn ang="0">
                  <a:pos x="33" y="366"/>
                </a:cxn>
                <a:cxn ang="0">
                  <a:pos x="69" y="374"/>
                </a:cxn>
                <a:cxn ang="0">
                  <a:pos x="94" y="371"/>
                </a:cxn>
                <a:cxn ang="0">
                  <a:pos x="143" y="362"/>
                </a:cxn>
                <a:cxn ang="0">
                  <a:pos x="158" y="336"/>
                </a:cxn>
                <a:cxn ang="0">
                  <a:pos x="186" y="322"/>
                </a:cxn>
                <a:cxn ang="0">
                  <a:pos x="232" y="300"/>
                </a:cxn>
                <a:cxn ang="0">
                  <a:pos x="242" y="267"/>
                </a:cxn>
                <a:cxn ang="0">
                  <a:pos x="281" y="251"/>
                </a:cxn>
                <a:cxn ang="0">
                  <a:pos x="294" y="218"/>
                </a:cxn>
                <a:cxn ang="0">
                  <a:pos x="284" y="191"/>
                </a:cxn>
                <a:cxn ang="0">
                  <a:pos x="259" y="172"/>
                </a:cxn>
                <a:cxn ang="0">
                  <a:pos x="250" y="133"/>
                </a:cxn>
                <a:cxn ang="0">
                  <a:pos x="229" y="88"/>
                </a:cxn>
                <a:cxn ang="0">
                  <a:pos x="227" y="50"/>
                </a:cxn>
                <a:cxn ang="0">
                  <a:pos x="240" y="24"/>
                </a:cxn>
                <a:cxn ang="0">
                  <a:pos x="261" y="17"/>
                </a:cxn>
                <a:cxn ang="0">
                  <a:pos x="291" y="4"/>
                </a:cxn>
                <a:cxn ang="0">
                  <a:pos x="320" y="31"/>
                </a:cxn>
                <a:cxn ang="0">
                  <a:pos x="338" y="33"/>
                </a:cxn>
                <a:cxn ang="0">
                  <a:pos x="371" y="60"/>
                </a:cxn>
                <a:cxn ang="0">
                  <a:pos x="390" y="109"/>
                </a:cxn>
                <a:cxn ang="0">
                  <a:pos x="400" y="149"/>
                </a:cxn>
                <a:cxn ang="0">
                  <a:pos x="440" y="153"/>
                </a:cxn>
                <a:cxn ang="0">
                  <a:pos x="467" y="158"/>
                </a:cxn>
                <a:cxn ang="0">
                  <a:pos x="495" y="154"/>
                </a:cxn>
                <a:cxn ang="0">
                  <a:pos x="518" y="192"/>
                </a:cxn>
                <a:cxn ang="0">
                  <a:pos x="539" y="218"/>
                </a:cxn>
              </a:cxnLst>
              <a:rect l="0" t="0" r="r" b="b"/>
              <a:pathLst>
                <a:path w="541" h="626">
                  <a:moveTo>
                    <a:pt x="539" y="218"/>
                  </a:moveTo>
                  <a:cubicBezTo>
                    <a:pt x="540" y="219"/>
                    <a:pt x="541" y="222"/>
                    <a:pt x="540" y="224"/>
                  </a:cubicBezTo>
                  <a:cubicBezTo>
                    <a:pt x="539" y="226"/>
                    <a:pt x="535" y="229"/>
                    <a:pt x="533" y="230"/>
                  </a:cubicBezTo>
                  <a:cubicBezTo>
                    <a:pt x="532" y="231"/>
                    <a:pt x="529" y="233"/>
                    <a:pt x="528" y="234"/>
                  </a:cubicBezTo>
                  <a:cubicBezTo>
                    <a:pt x="528" y="235"/>
                    <a:pt x="527" y="238"/>
                    <a:pt x="526" y="240"/>
                  </a:cubicBezTo>
                  <a:cubicBezTo>
                    <a:pt x="525" y="241"/>
                    <a:pt x="522" y="242"/>
                    <a:pt x="521" y="243"/>
                  </a:cubicBezTo>
                  <a:cubicBezTo>
                    <a:pt x="520" y="244"/>
                    <a:pt x="517" y="244"/>
                    <a:pt x="516" y="245"/>
                  </a:cubicBezTo>
                  <a:cubicBezTo>
                    <a:pt x="515" y="246"/>
                    <a:pt x="515" y="250"/>
                    <a:pt x="515" y="251"/>
                  </a:cubicBezTo>
                  <a:cubicBezTo>
                    <a:pt x="515" y="252"/>
                    <a:pt x="511" y="250"/>
                    <a:pt x="509" y="251"/>
                  </a:cubicBezTo>
                  <a:cubicBezTo>
                    <a:pt x="508" y="251"/>
                    <a:pt x="506" y="254"/>
                    <a:pt x="506" y="255"/>
                  </a:cubicBezTo>
                  <a:cubicBezTo>
                    <a:pt x="505" y="257"/>
                    <a:pt x="505" y="261"/>
                    <a:pt x="506" y="263"/>
                  </a:cubicBezTo>
                  <a:cubicBezTo>
                    <a:pt x="506" y="264"/>
                    <a:pt x="507" y="266"/>
                    <a:pt x="507" y="266"/>
                  </a:cubicBezTo>
                  <a:cubicBezTo>
                    <a:pt x="507" y="267"/>
                    <a:pt x="505" y="273"/>
                    <a:pt x="505" y="274"/>
                  </a:cubicBezTo>
                  <a:cubicBezTo>
                    <a:pt x="505" y="274"/>
                    <a:pt x="501" y="281"/>
                    <a:pt x="501" y="283"/>
                  </a:cubicBezTo>
                  <a:cubicBezTo>
                    <a:pt x="501" y="285"/>
                    <a:pt x="503" y="287"/>
                    <a:pt x="503" y="289"/>
                  </a:cubicBezTo>
                  <a:cubicBezTo>
                    <a:pt x="502" y="291"/>
                    <a:pt x="502" y="295"/>
                    <a:pt x="500" y="296"/>
                  </a:cubicBezTo>
                  <a:cubicBezTo>
                    <a:pt x="499" y="297"/>
                    <a:pt x="497" y="297"/>
                    <a:pt x="495" y="296"/>
                  </a:cubicBezTo>
                  <a:cubicBezTo>
                    <a:pt x="494" y="296"/>
                    <a:pt x="493" y="294"/>
                    <a:pt x="492" y="294"/>
                  </a:cubicBezTo>
                  <a:cubicBezTo>
                    <a:pt x="490" y="293"/>
                    <a:pt x="486" y="295"/>
                    <a:pt x="484" y="295"/>
                  </a:cubicBezTo>
                  <a:cubicBezTo>
                    <a:pt x="483" y="296"/>
                    <a:pt x="482" y="295"/>
                    <a:pt x="481" y="295"/>
                  </a:cubicBezTo>
                  <a:cubicBezTo>
                    <a:pt x="480" y="296"/>
                    <a:pt x="480" y="299"/>
                    <a:pt x="479" y="300"/>
                  </a:cubicBezTo>
                  <a:cubicBezTo>
                    <a:pt x="478" y="302"/>
                    <a:pt x="473" y="303"/>
                    <a:pt x="472" y="304"/>
                  </a:cubicBezTo>
                  <a:cubicBezTo>
                    <a:pt x="471" y="306"/>
                    <a:pt x="472" y="309"/>
                    <a:pt x="471" y="311"/>
                  </a:cubicBezTo>
                  <a:cubicBezTo>
                    <a:pt x="471" y="312"/>
                    <a:pt x="468" y="315"/>
                    <a:pt x="469" y="316"/>
                  </a:cubicBezTo>
                  <a:cubicBezTo>
                    <a:pt x="469" y="318"/>
                    <a:pt x="472" y="319"/>
                    <a:pt x="472" y="321"/>
                  </a:cubicBezTo>
                  <a:cubicBezTo>
                    <a:pt x="473" y="322"/>
                    <a:pt x="471" y="325"/>
                    <a:pt x="471" y="326"/>
                  </a:cubicBezTo>
                  <a:cubicBezTo>
                    <a:pt x="470" y="327"/>
                    <a:pt x="468" y="329"/>
                    <a:pt x="467" y="330"/>
                  </a:cubicBezTo>
                  <a:cubicBezTo>
                    <a:pt x="466" y="331"/>
                    <a:pt x="463" y="332"/>
                    <a:pt x="462" y="332"/>
                  </a:cubicBezTo>
                  <a:cubicBezTo>
                    <a:pt x="461" y="333"/>
                    <a:pt x="458" y="333"/>
                    <a:pt x="457" y="334"/>
                  </a:cubicBezTo>
                  <a:cubicBezTo>
                    <a:pt x="456" y="335"/>
                    <a:pt x="455" y="338"/>
                    <a:pt x="454" y="338"/>
                  </a:cubicBezTo>
                  <a:cubicBezTo>
                    <a:pt x="452" y="339"/>
                    <a:pt x="450" y="340"/>
                    <a:pt x="448" y="340"/>
                  </a:cubicBezTo>
                  <a:cubicBezTo>
                    <a:pt x="448" y="340"/>
                    <a:pt x="447" y="340"/>
                    <a:pt x="446" y="340"/>
                  </a:cubicBezTo>
                  <a:cubicBezTo>
                    <a:pt x="445" y="341"/>
                    <a:pt x="446" y="344"/>
                    <a:pt x="445" y="345"/>
                  </a:cubicBezTo>
                  <a:cubicBezTo>
                    <a:pt x="444" y="347"/>
                    <a:pt x="439" y="347"/>
                    <a:pt x="438" y="348"/>
                  </a:cubicBezTo>
                  <a:cubicBezTo>
                    <a:pt x="438" y="349"/>
                    <a:pt x="438" y="350"/>
                    <a:pt x="439" y="351"/>
                  </a:cubicBezTo>
                  <a:cubicBezTo>
                    <a:pt x="436" y="351"/>
                    <a:pt x="433" y="352"/>
                    <a:pt x="431" y="352"/>
                  </a:cubicBezTo>
                  <a:cubicBezTo>
                    <a:pt x="429" y="351"/>
                    <a:pt x="425" y="351"/>
                    <a:pt x="423" y="350"/>
                  </a:cubicBezTo>
                  <a:cubicBezTo>
                    <a:pt x="421" y="349"/>
                    <a:pt x="418" y="348"/>
                    <a:pt x="417" y="347"/>
                  </a:cubicBezTo>
                  <a:cubicBezTo>
                    <a:pt x="416" y="345"/>
                    <a:pt x="420" y="341"/>
                    <a:pt x="419" y="339"/>
                  </a:cubicBezTo>
                  <a:cubicBezTo>
                    <a:pt x="419" y="337"/>
                    <a:pt x="416" y="334"/>
                    <a:pt x="414" y="333"/>
                  </a:cubicBezTo>
                  <a:cubicBezTo>
                    <a:pt x="412" y="331"/>
                    <a:pt x="407" y="331"/>
                    <a:pt x="405" y="331"/>
                  </a:cubicBezTo>
                  <a:cubicBezTo>
                    <a:pt x="401" y="331"/>
                    <a:pt x="393" y="335"/>
                    <a:pt x="390" y="337"/>
                  </a:cubicBezTo>
                  <a:cubicBezTo>
                    <a:pt x="387" y="337"/>
                    <a:pt x="382" y="339"/>
                    <a:pt x="380" y="340"/>
                  </a:cubicBezTo>
                  <a:cubicBezTo>
                    <a:pt x="378" y="342"/>
                    <a:pt x="374" y="347"/>
                    <a:pt x="372" y="349"/>
                  </a:cubicBezTo>
                  <a:cubicBezTo>
                    <a:pt x="371" y="351"/>
                    <a:pt x="367" y="353"/>
                    <a:pt x="366" y="354"/>
                  </a:cubicBezTo>
                  <a:cubicBezTo>
                    <a:pt x="364" y="356"/>
                    <a:pt x="360" y="358"/>
                    <a:pt x="358" y="359"/>
                  </a:cubicBezTo>
                  <a:cubicBezTo>
                    <a:pt x="356" y="359"/>
                    <a:pt x="351" y="359"/>
                    <a:pt x="349" y="360"/>
                  </a:cubicBezTo>
                  <a:cubicBezTo>
                    <a:pt x="347" y="361"/>
                    <a:pt x="345" y="364"/>
                    <a:pt x="343" y="365"/>
                  </a:cubicBezTo>
                  <a:cubicBezTo>
                    <a:pt x="342" y="367"/>
                    <a:pt x="340" y="369"/>
                    <a:pt x="339" y="370"/>
                  </a:cubicBezTo>
                  <a:cubicBezTo>
                    <a:pt x="337" y="372"/>
                    <a:pt x="335" y="378"/>
                    <a:pt x="333" y="379"/>
                  </a:cubicBezTo>
                  <a:cubicBezTo>
                    <a:pt x="332" y="381"/>
                    <a:pt x="327" y="382"/>
                    <a:pt x="325" y="383"/>
                  </a:cubicBezTo>
                  <a:cubicBezTo>
                    <a:pt x="322" y="384"/>
                    <a:pt x="318" y="389"/>
                    <a:pt x="315" y="390"/>
                  </a:cubicBezTo>
                  <a:cubicBezTo>
                    <a:pt x="313" y="391"/>
                    <a:pt x="307" y="393"/>
                    <a:pt x="304" y="393"/>
                  </a:cubicBezTo>
                  <a:cubicBezTo>
                    <a:pt x="303" y="393"/>
                    <a:pt x="300" y="393"/>
                    <a:pt x="298" y="392"/>
                  </a:cubicBezTo>
                  <a:cubicBezTo>
                    <a:pt x="295" y="392"/>
                    <a:pt x="288" y="391"/>
                    <a:pt x="285" y="392"/>
                  </a:cubicBezTo>
                  <a:cubicBezTo>
                    <a:pt x="282" y="393"/>
                    <a:pt x="278" y="397"/>
                    <a:pt x="276" y="398"/>
                  </a:cubicBezTo>
                  <a:cubicBezTo>
                    <a:pt x="274" y="401"/>
                    <a:pt x="270" y="409"/>
                    <a:pt x="268" y="411"/>
                  </a:cubicBezTo>
                  <a:cubicBezTo>
                    <a:pt x="266" y="413"/>
                    <a:pt x="263" y="414"/>
                    <a:pt x="262" y="416"/>
                  </a:cubicBezTo>
                  <a:cubicBezTo>
                    <a:pt x="260" y="418"/>
                    <a:pt x="257" y="424"/>
                    <a:pt x="255" y="426"/>
                  </a:cubicBezTo>
                  <a:cubicBezTo>
                    <a:pt x="254" y="428"/>
                    <a:pt x="251" y="430"/>
                    <a:pt x="250" y="432"/>
                  </a:cubicBezTo>
                  <a:cubicBezTo>
                    <a:pt x="249" y="433"/>
                    <a:pt x="250" y="436"/>
                    <a:pt x="249" y="437"/>
                  </a:cubicBezTo>
                  <a:cubicBezTo>
                    <a:pt x="249" y="439"/>
                    <a:pt x="247" y="442"/>
                    <a:pt x="245" y="443"/>
                  </a:cubicBezTo>
                  <a:cubicBezTo>
                    <a:pt x="244" y="444"/>
                    <a:pt x="242" y="447"/>
                    <a:pt x="240" y="447"/>
                  </a:cubicBezTo>
                  <a:cubicBezTo>
                    <a:pt x="239" y="447"/>
                    <a:pt x="236" y="446"/>
                    <a:pt x="235" y="445"/>
                  </a:cubicBezTo>
                  <a:cubicBezTo>
                    <a:pt x="235" y="445"/>
                    <a:pt x="235" y="442"/>
                    <a:pt x="234" y="442"/>
                  </a:cubicBezTo>
                  <a:cubicBezTo>
                    <a:pt x="233" y="441"/>
                    <a:pt x="230" y="442"/>
                    <a:pt x="229" y="443"/>
                  </a:cubicBezTo>
                  <a:cubicBezTo>
                    <a:pt x="228" y="445"/>
                    <a:pt x="228" y="448"/>
                    <a:pt x="229" y="449"/>
                  </a:cubicBezTo>
                  <a:cubicBezTo>
                    <a:pt x="229" y="450"/>
                    <a:pt x="231" y="452"/>
                    <a:pt x="232" y="452"/>
                  </a:cubicBezTo>
                  <a:cubicBezTo>
                    <a:pt x="233" y="452"/>
                    <a:pt x="234" y="452"/>
                    <a:pt x="234" y="453"/>
                  </a:cubicBezTo>
                  <a:cubicBezTo>
                    <a:pt x="235" y="454"/>
                    <a:pt x="235" y="456"/>
                    <a:pt x="235" y="457"/>
                  </a:cubicBezTo>
                  <a:cubicBezTo>
                    <a:pt x="235" y="458"/>
                    <a:pt x="235" y="460"/>
                    <a:pt x="235" y="461"/>
                  </a:cubicBezTo>
                  <a:cubicBezTo>
                    <a:pt x="235" y="462"/>
                    <a:pt x="234" y="462"/>
                    <a:pt x="233" y="463"/>
                  </a:cubicBezTo>
                  <a:cubicBezTo>
                    <a:pt x="233" y="464"/>
                    <a:pt x="233" y="467"/>
                    <a:pt x="233" y="468"/>
                  </a:cubicBezTo>
                  <a:cubicBezTo>
                    <a:pt x="233" y="469"/>
                    <a:pt x="234" y="471"/>
                    <a:pt x="233" y="472"/>
                  </a:cubicBezTo>
                  <a:cubicBezTo>
                    <a:pt x="233" y="473"/>
                    <a:pt x="233" y="475"/>
                    <a:pt x="232" y="475"/>
                  </a:cubicBezTo>
                  <a:cubicBezTo>
                    <a:pt x="231" y="476"/>
                    <a:pt x="230" y="475"/>
                    <a:pt x="229" y="475"/>
                  </a:cubicBezTo>
                  <a:cubicBezTo>
                    <a:pt x="228" y="474"/>
                    <a:pt x="227" y="471"/>
                    <a:pt x="226" y="471"/>
                  </a:cubicBezTo>
                  <a:cubicBezTo>
                    <a:pt x="225" y="472"/>
                    <a:pt x="226" y="474"/>
                    <a:pt x="226" y="475"/>
                  </a:cubicBezTo>
                  <a:cubicBezTo>
                    <a:pt x="227" y="478"/>
                    <a:pt x="229" y="481"/>
                    <a:pt x="231" y="483"/>
                  </a:cubicBezTo>
                  <a:cubicBezTo>
                    <a:pt x="232" y="484"/>
                    <a:pt x="235" y="486"/>
                    <a:pt x="236" y="487"/>
                  </a:cubicBezTo>
                  <a:cubicBezTo>
                    <a:pt x="236" y="488"/>
                    <a:pt x="236" y="490"/>
                    <a:pt x="235" y="491"/>
                  </a:cubicBezTo>
                  <a:cubicBezTo>
                    <a:pt x="234" y="492"/>
                    <a:pt x="231" y="493"/>
                    <a:pt x="229" y="492"/>
                  </a:cubicBezTo>
                  <a:cubicBezTo>
                    <a:pt x="228" y="492"/>
                    <a:pt x="227" y="488"/>
                    <a:pt x="225" y="488"/>
                  </a:cubicBezTo>
                  <a:cubicBezTo>
                    <a:pt x="223" y="487"/>
                    <a:pt x="219" y="490"/>
                    <a:pt x="218" y="492"/>
                  </a:cubicBezTo>
                  <a:cubicBezTo>
                    <a:pt x="218" y="494"/>
                    <a:pt x="221" y="495"/>
                    <a:pt x="221" y="496"/>
                  </a:cubicBezTo>
                  <a:cubicBezTo>
                    <a:pt x="221" y="498"/>
                    <a:pt x="218" y="500"/>
                    <a:pt x="218" y="501"/>
                  </a:cubicBezTo>
                  <a:cubicBezTo>
                    <a:pt x="218" y="503"/>
                    <a:pt x="217" y="507"/>
                    <a:pt x="218" y="509"/>
                  </a:cubicBezTo>
                  <a:cubicBezTo>
                    <a:pt x="219" y="510"/>
                    <a:pt x="222" y="512"/>
                    <a:pt x="223" y="513"/>
                  </a:cubicBezTo>
                  <a:cubicBezTo>
                    <a:pt x="225" y="513"/>
                    <a:pt x="229" y="511"/>
                    <a:pt x="231" y="511"/>
                  </a:cubicBezTo>
                  <a:cubicBezTo>
                    <a:pt x="234" y="512"/>
                    <a:pt x="237" y="516"/>
                    <a:pt x="238" y="518"/>
                  </a:cubicBezTo>
                  <a:cubicBezTo>
                    <a:pt x="238" y="519"/>
                    <a:pt x="239" y="521"/>
                    <a:pt x="239" y="522"/>
                  </a:cubicBezTo>
                  <a:cubicBezTo>
                    <a:pt x="239" y="524"/>
                    <a:pt x="238" y="528"/>
                    <a:pt x="237" y="529"/>
                  </a:cubicBezTo>
                  <a:cubicBezTo>
                    <a:pt x="236" y="530"/>
                    <a:pt x="234" y="531"/>
                    <a:pt x="234" y="533"/>
                  </a:cubicBezTo>
                  <a:cubicBezTo>
                    <a:pt x="233" y="535"/>
                    <a:pt x="236" y="539"/>
                    <a:pt x="236" y="542"/>
                  </a:cubicBezTo>
                  <a:cubicBezTo>
                    <a:pt x="236" y="543"/>
                    <a:pt x="234" y="545"/>
                    <a:pt x="234" y="547"/>
                  </a:cubicBezTo>
                  <a:cubicBezTo>
                    <a:pt x="234" y="548"/>
                    <a:pt x="234" y="550"/>
                    <a:pt x="234" y="551"/>
                  </a:cubicBezTo>
                  <a:cubicBezTo>
                    <a:pt x="234" y="554"/>
                    <a:pt x="231" y="560"/>
                    <a:pt x="231" y="563"/>
                  </a:cubicBezTo>
                  <a:cubicBezTo>
                    <a:pt x="231" y="567"/>
                    <a:pt x="232" y="576"/>
                    <a:pt x="235" y="578"/>
                  </a:cubicBezTo>
                  <a:cubicBezTo>
                    <a:pt x="236" y="579"/>
                    <a:pt x="241" y="578"/>
                    <a:pt x="243" y="578"/>
                  </a:cubicBezTo>
                  <a:cubicBezTo>
                    <a:pt x="244" y="578"/>
                    <a:pt x="249" y="579"/>
                    <a:pt x="250" y="580"/>
                  </a:cubicBezTo>
                  <a:cubicBezTo>
                    <a:pt x="251" y="582"/>
                    <a:pt x="250" y="586"/>
                    <a:pt x="251" y="588"/>
                  </a:cubicBezTo>
                  <a:cubicBezTo>
                    <a:pt x="252" y="589"/>
                    <a:pt x="255" y="590"/>
                    <a:pt x="256" y="592"/>
                  </a:cubicBezTo>
                  <a:cubicBezTo>
                    <a:pt x="257" y="593"/>
                    <a:pt x="256" y="597"/>
                    <a:pt x="254" y="599"/>
                  </a:cubicBezTo>
                  <a:cubicBezTo>
                    <a:pt x="253" y="600"/>
                    <a:pt x="248" y="602"/>
                    <a:pt x="246" y="601"/>
                  </a:cubicBezTo>
                  <a:cubicBezTo>
                    <a:pt x="243" y="601"/>
                    <a:pt x="238" y="599"/>
                    <a:pt x="236" y="597"/>
                  </a:cubicBezTo>
                  <a:cubicBezTo>
                    <a:pt x="234" y="596"/>
                    <a:pt x="233" y="593"/>
                    <a:pt x="232" y="592"/>
                  </a:cubicBezTo>
                  <a:cubicBezTo>
                    <a:pt x="230" y="591"/>
                    <a:pt x="226" y="590"/>
                    <a:pt x="224" y="590"/>
                  </a:cubicBezTo>
                  <a:cubicBezTo>
                    <a:pt x="223" y="590"/>
                    <a:pt x="220" y="592"/>
                    <a:pt x="219" y="593"/>
                  </a:cubicBezTo>
                  <a:cubicBezTo>
                    <a:pt x="217" y="593"/>
                    <a:pt x="214" y="593"/>
                    <a:pt x="212" y="593"/>
                  </a:cubicBezTo>
                  <a:cubicBezTo>
                    <a:pt x="210" y="593"/>
                    <a:pt x="205" y="592"/>
                    <a:pt x="203" y="592"/>
                  </a:cubicBezTo>
                  <a:cubicBezTo>
                    <a:pt x="202" y="592"/>
                    <a:pt x="200" y="594"/>
                    <a:pt x="199" y="594"/>
                  </a:cubicBezTo>
                  <a:cubicBezTo>
                    <a:pt x="198" y="596"/>
                    <a:pt x="195" y="600"/>
                    <a:pt x="193" y="601"/>
                  </a:cubicBezTo>
                  <a:cubicBezTo>
                    <a:pt x="191" y="603"/>
                    <a:pt x="186" y="603"/>
                    <a:pt x="183" y="603"/>
                  </a:cubicBezTo>
                  <a:cubicBezTo>
                    <a:pt x="181" y="603"/>
                    <a:pt x="178" y="601"/>
                    <a:pt x="177" y="602"/>
                  </a:cubicBezTo>
                  <a:cubicBezTo>
                    <a:pt x="175" y="602"/>
                    <a:pt x="175" y="607"/>
                    <a:pt x="174" y="608"/>
                  </a:cubicBezTo>
                  <a:cubicBezTo>
                    <a:pt x="172" y="609"/>
                    <a:pt x="167" y="606"/>
                    <a:pt x="166" y="608"/>
                  </a:cubicBezTo>
                  <a:cubicBezTo>
                    <a:pt x="164" y="609"/>
                    <a:pt x="165" y="613"/>
                    <a:pt x="166" y="615"/>
                  </a:cubicBezTo>
                  <a:cubicBezTo>
                    <a:pt x="166" y="617"/>
                    <a:pt x="172" y="622"/>
                    <a:pt x="171" y="624"/>
                  </a:cubicBezTo>
                  <a:cubicBezTo>
                    <a:pt x="169" y="626"/>
                    <a:pt x="164" y="625"/>
                    <a:pt x="162" y="624"/>
                  </a:cubicBezTo>
                  <a:cubicBezTo>
                    <a:pt x="160" y="623"/>
                    <a:pt x="158" y="619"/>
                    <a:pt x="157" y="618"/>
                  </a:cubicBezTo>
                  <a:cubicBezTo>
                    <a:pt x="156" y="618"/>
                    <a:pt x="153" y="617"/>
                    <a:pt x="152" y="617"/>
                  </a:cubicBezTo>
                  <a:cubicBezTo>
                    <a:pt x="150" y="616"/>
                    <a:pt x="146" y="615"/>
                    <a:pt x="144" y="617"/>
                  </a:cubicBezTo>
                  <a:cubicBezTo>
                    <a:pt x="143" y="618"/>
                    <a:pt x="145" y="621"/>
                    <a:pt x="144" y="623"/>
                  </a:cubicBezTo>
                  <a:cubicBezTo>
                    <a:pt x="143" y="624"/>
                    <a:pt x="138" y="625"/>
                    <a:pt x="137" y="624"/>
                  </a:cubicBezTo>
                  <a:cubicBezTo>
                    <a:pt x="135" y="623"/>
                    <a:pt x="136" y="618"/>
                    <a:pt x="134" y="616"/>
                  </a:cubicBezTo>
                  <a:cubicBezTo>
                    <a:pt x="132" y="614"/>
                    <a:pt x="126" y="615"/>
                    <a:pt x="124" y="613"/>
                  </a:cubicBezTo>
                  <a:cubicBezTo>
                    <a:pt x="123" y="612"/>
                    <a:pt x="123" y="609"/>
                    <a:pt x="122" y="608"/>
                  </a:cubicBezTo>
                  <a:cubicBezTo>
                    <a:pt x="120" y="606"/>
                    <a:pt x="114" y="607"/>
                    <a:pt x="111" y="606"/>
                  </a:cubicBezTo>
                  <a:cubicBezTo>
                    <a:pt x="110" y="605"/>
                    <a:pt x="107" y="602"/>
                    <a:pt x="106" y="601"/>
                  </a:cubicBezTo>
                  <a:cubicBezTo>
                    <a:pt x="104" y="600"/>
                    <a:pt x="100" y="599"/>
                    <a:pt x="98" y="599"/>
                  </a:cubicBezTo>
                  <a:cubicBezTo>
                    <a:pt x="96" y="599"/>
                    <a:pt x="92" y="598"/>
                    <a:pt x="90" y="599"/>
                  </a:cubicBezTo>
                  <a:cubicBezTo>
                    <a:pt x="89" y="600"/>
                    <a:pt x="88" y="603"/>
                    <a:pt x="87" y="603"/>
                  </a:cubicBezTo>
                  <a:cubicBezTo>
                    <a:pt x="86" y="604"/>
                    <a:pt x="84" y="603"/>
                    <a:pt x="83" y="603"/>
                  </a:cubicBezTo>
                  <a:cubicBezTo>
                    <a:pt x="81" y="604"/>
                    <a:pt x="77" y="603"/>
                    <a:pt x="75" y="603"/>
                  </a:cubicBezTo>
                  <a:cubicBezTo>
                    <a:pt x="73" y="604"/>
                    <a:pt x="70" y="604"/>
                    <a:pt x="69" y="606"/>
                  </a:cubicBezTo>
                  <a:cubicBezTo>
                    <a:pt x="69" y="606"/>
                    <a:pt x="70" y="608"/>
                    <a:pt x="69" y="609"/>
                  </a:cubicBezTo>
                  <a:cubicBezTo>
                    <a:pt x="68" y="611"/>
                    <a:pt x="64" y="615"/>
                    <a:pt x="62" y="616"/>
                  </a:cubicBezTo>
                  <a:cubicBezTo>
                    <a:pt x="61" y="617"/>
                    <a:pt x="58" y="618"/>
                    <a:pt x="57" y="618"/>
                  </a:cubicBezTo>
                  <a:cubicBezTo>
                    <a:pt x="55" y="618"/>
                    <a:pt x="50" y="616"/>
                    <a:pt x="48" y="615"/>
                  </a:cubicBezTo>
                  <a:cubicBezTo>
                    <a:pt x="47" y="614"/>
                    <a:pt x="44" y="611"/>
                    <a:pt x="43" y="610"/>
                  </a:cubicBezTo>
                  <a:cubicBezTo>
                    <a:pt x="42" y="608"/>
                    <a:pt x="40" y="604"/>
                    <a:pt x="40" y="602"/>
                  </a:cubicBezTo>
                  <a:cubicBezTo>
                    <a:pt x="41" y="602"/>
                    <a:pt x="42" y="601"/>
                    <a:pt x="43" y="600"/>
                  </a:cubicBezTo>
                  <a:cubicBezTo>
                    <a:pt x="44" y="600"/>
                    <a:pt x="47" y="600"/>
                    <a:pt x="48" y="599"/>
                  </a:cubicBezTo>
                  <a:cubicBezTo>
                    <a:pt x="49" y="598"/>
                    <a:pt x="50" y="594"/>
                    <a:pt x="50" y="593"/>
                  </a:cubicBezTo>
                  <a:cubicBezTo>
                    <a:pt x="50" y="591"/>
                    <a:pt x="50" y="588"/>
                    <a:pt x="49" y="587"/>
                  </a:cubicBezTo>
                  <a:cubicBezTo>
                    <a:pt x="49" y="584"/>
                    <a:pt x="48" y="579"/>
                    <a:pt x="46" y="578"/>
                  </a:cubicBezTo>
                  <a:cubicBezTo>
                    <a:pt x="45" y="578"/>
                    <a:pt x="42" y="579"/>
                    <a:pt x="42" y="580"/>
                  </a:cubicBezTo>
                  <a:cubicBezTo>
                    <a:pt x="40" y="582"/>
                    <a:pt x="41" y="587"/>
                    <a:pt x="40" y="589"/>
                  </a:cubicBezTo>
                  <a:cubicBezTo>
                    <a:pt x="40" y="590"/>
                    <a:pt x="38" y="592"/>
                    <a:pt x="37" y="593"/>
                  </a:cubicBezTo>
                  <a:cubicBezTo>
                    <a:pt x="36" y="594"/>
                    <a:pt x="32" y="593"/>
                    <a:pt x="31" y="593"/>
                  </a:cubicBezTo>
                  <a:cubicBezTo>
                    <a:pt x="29" y="593"/>
                    <a:pt x="26" y="592"/>
                    <a:pt x="23" y="591"/>
                  </a:cubicBezTo>
                  <a:cubicBezTo>
                    <a:pt x="21" y="590"/>
                    <a:pt x="18" y="587"/>
                    <a:pt x="15" y="586"/>
                  </a:cubicBezTo>
                  <a:cubicBezTo>
                    <a:pt x="14" y="585"/>
                    <a:pt x="12" y="586"/>
                    <a:pt x="10" y="585"/>
                  </a:cubicBezTo>
                  <a:cubicBezTo>
                    <a:pt x="8" y="585"/>
                    <a:pt x="4" y="584"/>
                    <a:pt x="2" y="583"/>
                  </a:cubicBezTo>
                  <a:cubicBezTo>
                    <a:pt x="1" y="581"/>
                    <a:pt x="1" y="578"/>
                    <a:pt x="1" y="576"/>
                  </a:cubicBezTo>
                  <a:cubicBezTo>
                    <a:pt x="0" y="574"/>
                    <a:pt x="1" y="570"/>
                    <a:pt x="2" y="569"/>
                  </a:cubicBezTo>
                  <a:cubicBezTo>
                    <a:pt x="3" y="568"/>
                    <a:pt x="4" y="567"/>
                    <a:pt x="5" y="567"/>
                  </a:cubicBezTo>
                  <a:cubicBezTo>
                    <a:pt x="6" y="567"/>
                    <a:pt x="7" y="567"/>
                    <a:pt x="8" y="567"/>
                  </a:cubicBezTo>
                  <a:cubicBezTo>
                    <a:pt x="10" y="567"/>
                    <a:pt x="12" y="566"/>
                    <a:pt x="13" y="566"/>
                  </a:cubicBezTo>
                  <a:cubicBezTo>
                    <a:pt x="15" y="565"/>
                    <a:pt x="20" y="564"/>
                    <a:pt x="22" y="564"/>
                  </a:cubicBezTo>
                  <a:cubicBezTo>
                    <a:pt x="23" y="564"/>
                    <a:pt x="26" y="565"/>
                    <a:pt x="28" y="566"/>
                  </a:cubicBezTo>
                  <a:cubicBezTo>
                    <a:pt x="29" y="566"/>
                    <a:pt x="32" y="568"/>
                    <a:pt x="34" y="568"/>
                  </a:cubicBezTo>
                  <a:cubicBezTo>
                    <a:pt x="35" y="568"/>
                    <a:pt x="37" y="565"/>
                    <a:pt x="38" y="565"/>
                  </a:cubicBezTo>
                  <a:cubicBezTo>
                    <a:pt x="39" y="565"/>
                    <a:pt x="41" y="566"/>
                    <a:pt x="42" y="565"/>
                  </a:cubicBezTo>
                  <a:cubicBezTo>
                    <a:pt x="43" y="564"/>
                    <a:pt x="43" y="561"/>
                    <a:pt x="44" y="559"/>
                  </a:cubicBezTo>
                  <a:cubicBezTo>
                    <a:pt x="44" y="558"/>
                    <a:pt x="43" y="555"/>
                    <a:pt x="44" y="554"/>
                  </a:cubicBezTo>
                  <a:cubicBezTo>
                    <a:pt x="45" y="552"/>
                    <a:pt x="49" y="549"/>
                    <a:pt x="51" y="547"/>
                  </a:cubicBezTo>
                  <a:cubicBezTo>
                    <a:pt x="51" y="547"/>
                    <a:pt x="52" y="545"/>
                    <a:pt x="53" y="544"/>
                  </a:cubicBezTo>
                  <a:cubicBezTo>
                    <a:pt x="54" y="543"/>
                    <a:pt x="59" y="544"/>
                    <a:pt x="61" y="544"/>
                  </a:cubicBezTo>
                  <a:cubicBezTo>
                    <a:pt x="63" y="545"/>
                    <a:pt x="66" y="547"/>
                    <a:pt x="68" y="547"/>
                  </a:cubicBezTo>
                  <a:cubicBezTo>
                    <a:pt x="69" y="547"/>
                    <a:pt x="72" y="546"/>
                    <a:pt x="73" y="545"/>
                  </a:cubicBezTo>
                  <a:cubicBezTo>
                    <a:pt x="74" y="544"/>
                    <a:pt x="77" y="543"/>
                    <a:pt x="77" y="542"/>
                  </a:cubicBezTo>
                  <a:cubicBezTo>
                    <a:pt x="77" y="540"/>
                    <a:pt x="75" y="538"/>
                    <a:pt x="74" y="537"/>
                  </a:cubicBezTo>
                  <a:cubicBezTo>
                    <a:pt x="73" y="536"/>
                    <a:pt x="69" y="536"/>
                    <a:pt x="68" y="535"/>
                  </a:cubicBezTo>
                  <a:cubicBezTo>
                    <a:pt x="67" y="534"/>
                    <a:pt x="66" y="532"/>
                    <a:pt x="66" y="531"/>
                  </a:cubicBezTo>
                  <a:cubicBezTo>
                    <a:pt x="64" y="530"/>
                    <a:pt x="61" y="528"/>
                    <a:pt x="60" y="528"/>
                  </a:cubicBezTo>
                  <a:cubicBezTo>
                    <a:pt x="58" y="528"/>
                    <a:pt x="55" y="528"/>
                    <a:pt x="53" y="528"/>
                  </a:cubicBezTo>
                  <a:cubicBezTo>
                    <a:pt x="52" y="529"/>
                    <a:pt x="51" y="530"/>
                    <a:pt x="50" y="531"/>
                  </a:cubicBezTo>
                  <a:cubicBezTo>
                    <a:pt x="49" y="531"/>
                    <a:pt x="46" y="531"/>
                    <a:pt x="44" y="531"/>
                  </a:cubicBezTo>
                  <a:cubicBezTo>
                    <a:pt x="43" y="530"/>
                    <a:pt x="42" y="527"/>
                    <a:pt x="40" y="526"/>
                  </a:cubicBezTo>
                  <a:cubicBezTo>
                    <a:pt x="39" y="526"/>
                    <a:pt x="36" y="525"/>
                    <a:pt x="35" y="524"/>
                  </a:cubicBezTo>
                  <a:cubicBezTo>
                    <a:pt x="34" y="523"/>
                    <a:pt x="34" y="520"/>
                    <a:pt x="34" y="518"/>
                  </a:cubicBezTo>
                  <a:cubicBezTo>
                    <a:pt x="34" y="517"/>
                    <a:pt x="34" y="514"/>
                    <a:pt x="34" y="513"/>
                  </a:cubicBezTo>
                  <a:cubicBezTo>
                    <a:pt x="34" y="511"/>
                    <a:pt x="30" y="508"/>
                    <a:pt x="30" y="507"/>
                  </a:cubicBezTo>
                  <a:cubicBezTo>
                    <a:pt x="30" y="506"/>
                    <a:pt x="32" y="503"/>
                    <a:pt x="33" y="503"/>
                  </a:cubicBezTo>
                  <a:cubicBezTo>
                    <a:pt x="34" y="502"/>
                    <a:pt x="36" y="503"/>
                    <a:pt x="37" y="503"/>
                  </a:cubicBezTo>
                  <a:cubicBezTo>
                    <a:pt x="38" y="502"/>
                    <a:pt x="37" y="499"/>
                    <a:pt x="38" y="499"/>
                  </a:cubicBezTo>
                  <a:cubicBezTo>
                    <a:pt x="40" y="498"/>
                    <a:pt x="43" y="499"/>
                    <a:pt x="44" y="499"/>
                  </a:cubicBezTo>
                  <a:cubicBezTo>
                    <a:pt x="45" y="499"/>
                    <a:pt x="47" y="498"/>
                    <a:pt x="47" y="498"/>
                  </a:cubicBezTo>
                  <a:cubicBezTo>
                    <a:pt x="48" y="497"/>
                    <a:pt x="48" y="496"/>
                    <a:pt x="48" y="495"/>
                  </a:cubicBezTo>
                  <a:cubicBezTo>
                    <a:pt x="48" y="494"/>
                    <a:pt x="48" y="490"/>
                    <a:pt x="47" y="488"/>
                  </a:cubicBezTo>
                  <a:cubicBezTo>
                    <a:pt x="47" y="487"/>
                    <a:pt x="42" y="486"/>
                    <a:pt x="42" y="484"/>
                  </a:cubicBezTo>
                  <a:cubicBezTo>
                    <a:pt x="41" y="483"/>
                    <a:pt x="42" y="481"/>
                    <a:pt x="43" y="481"/>
                  </a:cubicBezTo>
                  <a:cubicBezTo>
                    <a:pt x="43" y="479"/>
                    <a:pt x="46" y="478"/>
                    <a:pt x="47" y="477"/>
                  </a:cubicBezTo>
                  <a:cubicBezTo>
                    <a:pt x="48" y="476"/>
                    <a:pt x="49" y="474"/>
                    <a:pt x="49" y="473"/>
                  </a:cubicBezTo>
                  <a:cubicBezTo>
                    <a:pt x="49" y="472"/>
                    <a:pt x="49" y="469"/>
                    <a:pt x="49" y="468"/>
                  </a:cubicBezTo>
                  <a:cubicBezTo>
                    <a:pt x="49" y="466"/>
                    <a:pt x="46" y="464"/>
                    <a:pt x="46" y="462"/>
                  </a:cubicBezTo>
                  <a:cubicBezTo>
                    <a:pt x="45" y="461"/>
                    <a:pt x="44" y="458"/>
                    <a:pt x="44" y="457"/>
                  </a:cubicBezTo>
                  <a:cubicBezTo>
                    <a:pt x="43" y="455"/>
                    <a:pt x="41" y="451"/>
                    <a:pt x="41" y="449"/>
                  </a:cubicBezTo>
                  <a:cubicBezTo>
                    <a:pt x="41" y="447"/>
                    <a:pt x="41" y="445"/>
                    <a:pt x="41" y="444"/>
                  </a:cubicBezTo>
                  <a:cubicBezTo>
                    <a:pt x="41" y="443"/>
                    <a:pt x="40" y="440"/>
                    <a:pt x="39" y="439"/>
                  </a:cubicBezTo>
                  <a:cubicBezTo>
                    <a:pt x="37" y="438"/>
                    <a:pt x="32" y="439"/>
                    <a:pt x="30" y="437"/>
                  </a:cubicBezTo>
                  <a:cubicBezTo>
                    <a:pt x="29" y="437"/>
                    <a:pt x="29" y="434"/>
                    <a:pt x="28" y="433"/>
                  </a:cubicBezTo>
                  <a:cubicBezTo>
                    <a:pt x="27" y="432"/>
                    <a:pt x="25" y="432"/>
                    <a:pt x="24" y="432"/>
                  </a:cubicBezTo>
                  <a:cubicBezTo>
                    <a:pt x="21" y="431"/>
                    <a:pt x="15" y="433"/>
                    <a:pt x="12" y="432"/>
                  </a:cubicBezTo>
                  <a:cubicBezTo>
                    <a:pt x="10" y="431"/>
                    <a:pt x="7" y="428"/>
                    <a:pt x="6" y="426"/>
                  </a:cubicBezTo>
                  <a:cubicBezTo>
                    <a:pt x="4" y="424"/>
                    <a:pt x="2" y="420"/>
                    <a:pt x="2" y="418"/>
                  </a:cubicBezTo>
                  <a:cubicBezTo>
                    <a:pt x="1" y="415"/>
                    <a:pt x="0" y="410"/>
                    <a:pt x="0" y="407"/>
                  </a:cubicBezTo>
                  <a:cubicBezTo>
                    <a:pt x="0" y="404"/>
                    <a:pt x="3" y="400"/>
                    <a:pt x="3" y="397"/>
                  </a:cubicBezTo>
                  <a:cubicBezTo>
                    <a:pt x="3" y="396"/>
                    <a:pt x="2" y="392"/>
                    <a:pt x="3" y="391"/>
                  </a:cubicBezTo>
                  <a:cubicBezTo>
                    <a:pt x="4" y="389"/>
                    <a:pt x="9" y="387"/>
                    <a:pt x="12" y="385"/>
                  </a:cubicBezTo>
                  <a:cubicBezTo>
                    <a:pt x="13" y="385"/>
                    <a:pt x="16" y="383"/>
                    <a:pt x="17" y="382"/>
                  </a:cubicBezTo>
                  <a:cubicBezTo>
                    <a:pt x="18" y="381"/>
                    <a:pt x="20" y="378"/>
                    <a:pt x="21" y="377"/>
                  </a:cubicBezTo>
                  <a:cubicBezTo>
                    <a:pt x="21" y="375"/>
                    <a:pt x="20" y="371"/>
                    <a:pt x="21" y="369"/>
                  </a:cubicBezTo>
                  <a:cubicBezTo>
                    <a:pt x="21" y="367"/>
                    <a:pt x="23" y="364"/>
                    <a:pt x="25" y="364"/>
                  </a:cubicBezTo>
                  <a:cubicBezTo>
                    <a:pt x="27" y="364"/>
                    <a:pt x="31" y="365"/>
                    <a:pt x="33" y="366"/>
                  </a:cubicBezTo>
                  <a:cubicBezTo>
                    <a:pt x="34" y="368"/>
                    <a:pt x="34" y="373"/>
                    <a:pt x="36" y="374"/>
                  </a:cubicBezTo>
                  <a:cubicBezTo>
                    <a:pt x="38" y="375"/>
                    <a:pt x="42" y="372"/>
                    <a:pt x="43" y="371"/>
                  </a:cubicBezTo>
                  <a:cubicBezTo>
                    <a:pt x="44" y="370"/>
                    <a:pt x="44" y="367"/>
                    <a:pt x="45" y="367"/>
                  </a:cubicBezTo>
                  <a:cubicBezTo>
                    <a:pt x="47" y="365"/>
                    <a:pt x="54" y="366"/>
                    <a:pt x="58" y="367"/>
                  </a:cubicBezTo>
                  <a:cubicBezTo>
                    <a:pt x="60" y="367"/>
                    <a:pt x="63" y="370"/>
                    <a:pt x="65" y="371"/>
                  </a:cubicBezTo>
                  <a:cubicBezTo>
                    <a:pt x="66" y="372"/>
                    <a:pt x="68" y="374"/>
                    <a:pt x="69" y="374"/>
                  </a:cubicBezTo>
                  <a:cubicBezTo>
                    <a:pt x="71" y="375"/>
                    <a:pt x="75" y="372"/>
                    <a:pt x="76" y="372"/>
                  </a:cubicBezTo>
                  <a:cubicBezTo>
                    <a:pt x="78" y="372"/>
                    <a:pt x="81" y="371"/>
                    <a:pt x="83" y="371"/>
                  </a:cubicBezTo>
                  <a:cubicBezTo>
                    <a:pt x="84" y="371"/>
                    <a:pt x="86" y="371"/>
                    <a:pt x="87" y="372"/>
                  </a:cubicBezTo>
                  <a:cubicBezTo>
                    <a:pt x="88" y="373"/>
                    <a:pt x="87" y="378"/>
                    <a:pt x="87" y="379"/>
                  </a:cubicBezTo>
                  <a:cubicBezTo>
                    <a:pt x="88" y="380"/>
                    <a:pt x="90" y="381"/>
                    <a:pt x="91" y="381"/>
                  </a:cubicBezTo>
                  <a:cubicBezTo>
                    <a:pt x="94" y="380"/>
                    <a:pt x="94" y="373"/>
                    <a:pt x="94" y="371"/>
                  </a:cubicBezTo>
                  <a:cubicBezTo>
                    <a:pt x="95" y="369"/>
                    <a:pt x="92" y="365"/>
                    <a:pt x="93" y="363"/>
                  </a:cubicBezTo>
                  <a:cubicBezTo>
                    <a:pt x="93" y="362"/>
                    <a:pt x="95" y="361"/>
                    <a:pt x="96" y="361"/>
                  </a:cubicBezTo>
                  <a:cubicBezTo>
                    <a:pt x="98" y="361"/>
                    <a:pt x="101" y="362"/>
                    <a:pt x="103" y="363"/>
                  </a:cubicBezTo>
                  <a:cubicBezTo>
                    <a:pt x="107" y="364"/>
                    <a:pt x="115" y="365"/>
                    <a:pt x="119" y="365"/>
                  </a:cubicBezTo>
                  <a:cubicBezTo>
                    <a:pt x="122" y="365"/>
                    <a:pt x="129" y="362"/>
                    <a:pt x="132" y="362"/>
                  </a:cubicBezTo>
                  <a:cubicBezTo>
                    <a:pt x="135" y="361"/>
                    <a:pt x="140" y="361"/>
                    <a:pt x="143" y="362"/>
                  </a:cubicBezTo>
                  <a:cubicBezTo>
                    <a:pt x="145" y="362"/>
                    <a:pt x="149" y="365"/>
                    <a:pt x="151" y="365"/>
                  </a:cubicBezTo>
                  <a:cubicBezTo>
                    <a:pt x="152" y="365"/>
                    <a:pt x="153" y="365"/>
                    <a:pt x="154" y="365"/>
                  </a:cubicBezTo>
                  <a:cubicBezTo>
                    <a:pt x="156" y="364"/>
                    <a:pt x="158" y="361"/>
                    <a:pt x="160" y="360"/>
                  </a:cubicBezTo>
                  <a:cubicBezTo>
                    <a:pt x="161" y="359"/>
                    <a:pt x="166" y="358"/>
                    <a:pt x="167" y="357"/>
                  </a:cubicBezTo>
                  <a:cubicBezTo>
                    <a:pt x="168" y="353"/>
                    <a:pt x="164" y="346"/>
                    <a:pt x="162" y="342"/>
                  </a:cubicBezTo>
                  <a:cubicBezTo>
                    <a:pt x="161" y="341"/>
                    <a:pt x="159" y="338"/>
                    <a:pt x="158" y="336"/>
                  </a:cubicBezTo>
                  <a:cubicBezTo>
                    <a:pt x="158" y="335"/>
                    <a:pt x="158" y="332"/>
                    <a:pt x="158" y="330"/>
                  </a:cubicBezTo>
                  <a:cubicBezTo>
                    <a:pt x="158" y="328"/>
                    <a:pt x="157" y="324"/>
                    <a:pt x="157" y="322"/>
                  </a:cubicBezTo>
                  <a:cubicBezTo>
                    <a:pt x="156" y="320"/>
                    <a:pt x="156" y="316"/>
                    <a:pt x="157" y="314"/>
                  </a:cubicBezTo>
                  <a:cubicBezTo>
                    <a:pt x="160" y="311"/>
                    <a:pt x="170" y="312"/>
                    <a:pt x="173" y="314"/>
                  </a:cubicBezTo>
                  <a:cubicBezTo>
                    <a:pt x="174" y="315"/>
                    <a:pt x="174" y="318"/>
                    <a:pt x="175" y="318"/>
                  </a:cubicBezTo>
                  <a:cubicBezTo>
                    <a:pt x="177" y="320"/>
                    <a:pt x="184" y="323"/>
                    <a:pt x="186" y="322"/>
                  </a:cubicBezTo>
                  <a:cubicBezTo>
                    <a:pt x="188" y="321"/>
                    <a:pt x="190" y="316"/>
                    <a:pt x="192" y="315"/>
                  </a:cubicBezTo>
                  <a:cubicBezTo>
                    <a:pt x="193" y="314"/>
                    <a:pt x="197" y="314"/>
                    <a:pt x="199" y="314"/>
                  </a:cubicBezTo>
                  <a:cubicBezTo>
                    <a:pt x="201" y="313"/>
                    <a:pt x="205" y="312"/>
                    <a:pt x="207" y="311"/>
                  </a:cubicBezTo>
                  <a:cubicBezTo>
                    <a:pt x="210" y="309"/>
                    <a:pt x="213" y="302"/>
                    <a:pt x="216" y="300"/>
                  </a:cubicBezTo>
                  <a:cubicBezTo>
                    <a:pt x="218" y="299"/>
                    <a:pt x="223" y="300"/>
                    <a:pt x="225" y="300"/>
                  </a:cubicBezTo>
                  <a:cubicBezTo>
                    <a:pt x="227" y="300"/>
                    <a:pt x="231" y="301"/>
                    <a:pt x="232" y="300"/>
                  </a:cubicBezTo>
                  <a:cubicBezTo>
                    <a:pt x="234" y="299"/>
                    <a:pt x="234" y="296"/>
                    <a:pt x="235" y="295"/>
                  </a:cubicBezTo>
                  <a:cubicBezTo>
                    <a:pt x="235" y="293"/>
                    <a:pt x="235" y="290"/>
                    <a:pt x="235" y="288"/>
                  </a:cubicBezTo>
                  <a:cubicBezTo>
                    <a:pt x="234" y="286"/>
                    <a:pt x="230" y="282"/>
                    <a:pt x="230" y="279"/>
                  </a:cubicBezTo>
                  <a:cubicBezTo>
                    <a:pt x="230" y="278"/>
                    <a:pt x="233" y="276"/>
                    <a:pt x="233" y="274"/>
                  </a:cubicBezTo>
                  <a:cubicBezTo>
                    <a:pt x="234" y="272"/>
                    <a:pt x="233" y="268"/>
                    <a:pt x="234" y="267"/>
                  </a:cubicBezTo>
                  <a:cubicBezTo>
                    <a:pt x="236" y="265"/>
                    <a:pt x="240" y="266"/>
                    <a:pt x="242" y="267"/>
                  </a:cubicBezTo>
                  <a:cubicBezTo>
                    <a:pt x="245" y="267"/>
                    <a:pt x="250" y="272"/>
                    <a:pt x="253" y="273"/>
                  </a:cubicBezTo>
                  <a:cubicBezTo>
                    <a:pt x="255" y="273"/>
                    <a:pt x="260" y="271"/>
                    <a:pt x="262" y="270"/>
                  </a:cubicBezTo>
                  <a:cubicBezTo>
                    <a:pt x="263" y="269"/>
                    <a:pt x="266" y="268"/>
                    <a:pt x="266" y="266"/>
                  </a:cubicBezTo>
                  <a:cubicBezTo>
                    <a:pt x="268" y="264"/>
                    <a:pt x="265" y="258"/>
                    <a:pt x="266" y="255"/>
                  </a:cubicBezTo>
                  <a:cubicBezTo>
                    <a:pt x="267" y="254"/>
                    <a:pt x="268" y="253"/>
                    <a:pt x="269" y="253"/>
                  </a:cubicBezTo>
                  <a:cubicBezTo>
                    <a:pt x="272" y="252"/>
                    <a:pt x="278" y="253"/>
                    <a:pt x="281" y="251"/>
                  </a:cubicBezTo>
                  <a:cubicBezTo>
                    <a:pt x="282" y="251"/>
                    <a:pt x="284" y="249"/>
                    <a:pt x="284" y="248"/>
                  </a:cubicBezTo>
                  <a:cubicBezTo>
                    <a:pt x="286" y="246"/>
                    <a:pt x="287" y="242"/>
                    <a:pt x="288" y="241"/>
                  </a:cubicBezTo>
                  <a:cubicBezTo>
                    <a:pt x="288" y="240"/>
                    <a:pt x="288" y="238"/>
                    <a:pt x="288" y="237"/>
                  </a:cubicBezTo>
                  <a:cubicBezTo>
                    <a:pt x="290" y="235"/>
                    <a:pt x="297" y="235"/>
                    <a:pt x="299" y="233"/>
                  </a:cubicBezTo>
                  <a:cubicBezTo>
                    <a:pt x="301" y="232"/>
                    <a:pt x="303" y="226"/>
                    <a:pt x="302" y="224"/>
                  </a:cubicBezTo>
                  <a:cubicBezTo>
                    <a:pt x="302" y="222"/>
                    <a:pt x="297" y="219"/>
                    <a:pt x="294" y="218"/>
                  </a:cubicBezTo>
                  <a:cubicBezTo>
                    <a:pt x="293" y="217"/>
                    <a:pt x="290" y="215"/>
                    <a:pt x="288" y="214"/>
                  </a:cubicBezTo>
                  <a:cubicBezTo>
                    <a:pt x="286" y="214"/>
                    <a:pt x="282" y="215"/>
                    <a:pt x="280" y="214"/>
                  </a:cubicBezTo>
                  <a:cubicBezTo>
                    <a:pt x="277" y="213"/>
                    <a:pt x="273" y="206"/>
                    <a:pt x="274" y="203"/>
                  </a:cubicBezTo>
                  <a:cubicBezTo>
                    <a:pt x="274" y="202"/>
                    <a:pt x="278" y="200"/>
                    <a:pt x="279" y="199"/>
                  </a:cubicBezTo>
                  <a:cubicBezTo>
                    <a:pt x="280" y="198"/>
                    <a:pt x="279" y="194"/>
                    <a:pt x="279" y="193"/>
                  </a:cubicBezTo>
                  <a:cubicBezTo>
                    <a:pt x="280" y="192"/>
                    <a:pt x="283" y="192"/>
                    <a:pt x="284" y="191"/>
                  </a:cubicBezTo>
                  <a:cubicBezTo>
                    <a:pt x="284" y="190"/>
                    <a:pt x="284" y="187"/>
                    <a:pt x="284" y="186"/>
                  </a:cubicBezTo>
                  <a:cubicBezTo>
                    <a:pt x="283" y="185"/>
                    <a:pt x="279" y="184"/>
                    <a:pt x="278" y="184"/>
                  </a:cubicBezTo>
                  <a:cubicBezTo>
                    <a:pt x="276" y="184"/>
                    <a:pt x="273" y="187"/>
                    <a:pt x="272" y="187"/>
                  </a:cubicBezTo>
                  <a:cubicBezTo>
                    <a:pt x="270" y="187"/>
                    <a:pt x="265" y="186"/>
                    <a:pt x="264" y="185"/>
                  </a:cubicBezTo>
                  <a:cubicBezTo>
                    <a:pt x="264" y="183"/>
                    <a:pt x="266" y="180"/>
                    <a:pt x="266" y="179"/>
                  </a:cubicBezTo>
                  <a:cubicBezTo>
                    <a:pt x="265" y="176"/>
                    <a:pt x="261" y="173"/>
                    <a:pt x="259" y="172"/>
                  </a:cubicBezTo>
                  <a:cubicBezTo>
                    <a:pt x="257" y="171"/>
                    <a:pt x="252" y="173"/>
                    <a:pt x="250" y="172"/>
                  </a:cubicBezTo>
                  <a:cubicBezTo>
                    <a:pt x="248" y="171"/>
                    <a:pt x="245" y="167"/>
                    <a:pt x="244" y="165"/>
                  </a:cubicBezTo>
                  <a:cubicBezTo>
                    <a:pt x="243" y="163"/>
                    <a:pt x="242" y="159"/>
                    <a:pt x="242" y="157"/>
                  </a:cubicBezTo>
                  <a:cubicBezTo>
                    <a:pt x="243" y="154"/>
                    <a:pt x="247" y="150"/>
                    <a:pt x="247" y="147"/>
                  </a:cubicBezTo>
                  <a:cubicBezTo>
                    <a:pt x="247" y="145"/>
                    <a:pt x="245" y="141"/>
                    <a:pt x="246" y="139"/>
                  </a:cubicBezTo>
                  <a:cubicBezTo>
                    <a:pt x="246" y="137"/>
                    <a:pt x="249" y="135"/>
                    <a:pt x="250" y="133"/>
                  </a:cubicBezTo>
                  <a:cubicBezTo>
                    <a:pt x="250" y="131"/>
                    <a:pt x="251" y="126"/>
                    <a:pt x="250" y="124"/>
                  </a:cubicBezTo>
                  <a:cubicBezTo>
                    <a:pt x="248" y="122"/>
                    <a:pt x="242" y="121"/>
                    <a:pt x="240" y="119"/>
                  </a:cubicBezTo>
                  <a:cubicBezTo>
                    <a:pt x="239" y="117"/>
                    <a:pt x="236" y="112"/>
                    <a:pt x="236" y="109"/>
                  </a:cubicBezTo>
                  <a:cubicBezTo>
                    <a:pt x="236" y="108"/>
                    <a:pt x="238" y="105"/>
                    <a:pt x="238" y="103"/>
                  </a:cubicBezTo>
                  <a:cubicBezTo>
                    <a:pt x="238" y="100"/>
                    <a:pt x="237" y="96"/>
                    <a:pt x="235" y="94"/>
                  </a:cubicBezTo>
                  <a:cubicBezTo>
                    <a:pt x="234" y="92"/>
                    <a:pt x="230" y="90"/>
                    <a:pt x="229" y="88"/>
                  </a:cubicBezTo>
                  <a:cubicBezTo>
                    <a:pt x="228" y="86"/>
                    <a:pt x="227" y="81"/>
                    <a:pt x="225" y="79"/>
                  </a:cubicBezTo>
                  <a:cubicBezTo>
                    <a:pt x="224" y="78"/>
                    <a:pt x="222" y="77"/>
                    <a:pt x="220" y="76"/>
                  </a:cubicBezTo>
                  <a:cubicBezTo>
                    <a:pt x="220" y="73"/>
                    <a:pt x="221" y="69"/>
                    <a:pt x="222" y="67"/>
                  </a:cubicBezTo>
                  <a:cubicBezTo>
                    <a:pt x="222" y="66"/>
                    <a:pt x="224" y="65"/>
                    <a:pt x="225" y="64"/>
                  </a:cubicBezTo>
                  <a:cubicBezTo>
                    <a:pt x="225" y="62"/>
                    <a:pt x="224" y="59"/>
                    <a:pt x="225" y="57"/>
                  </a:cubicBezTo>
                  <a:cubicBezTo>
                    <a:pt x="225" y="55"/>
                    <a:pt x="226" y="52"/>
                    <a:pt x="227" y="50"/>
                  </a:cubicBezTo>
                  <a:cubicBezTo>
                    <a:pt x="227" y="49"/>
                    <a:pt x="228" y="45"/>
                    <a:pt x="229" y="44"/>
                  </a:cubicBezTo>
                  <a:cubicBezTo>
                    <a:pt x="229" y="43"/>
                    <a:pt x="232" y="41"/>
                    <a:pt x="232" y="39"/>
                  </a:cubicBezTo>
                  <a:cubicBezTo>
                    <a:pt x="232" y="38"/>
                    <a:pt x="231" y="35"/>
                    <a:pt x="232" y="34"/>
                  </a:cubicBezTo>
                  <a:cubicBezTo>
                    <a:pt x="233" y="33"/>
                    <a:pt x="235" y="32"/>
                    <a:pt x="236" y="32"/>
                  </a:cubicBezTo>
                  <a:cubicBezTo>
                    <a:pt x="236" y="31"/>
                    <a:pt x="238" y="31"/>
                    <a:pt x="239" y="30"/>
                  </a:cubicBezTo>
                  <a:cubicBezTo>
                    <a:pt x="240" y="29"/>
                    <a:pt x="240" y="25"/>
                    <a:pt x="240" y="24"/>
                  </a:cubicBezTo>
                  <a:cubicBezTo>
                    <a:pt x="240" y="22"/>
                    <a:pt x="238" y="20"/>
                    <a:pt x="239" y="19"/>
                  </a:cubicBezTo>
                  <a:cubicBezTo>
                    <a:pt x="239" y="18"/>
                    <a:pt x="241" y="17"/>
                    <a:pt x="242" y="17"/>
                  </a:cubicBezTo>
                  <a:cubicBezTo>
                    <a:pt x="243" y="17"/>
                    <a:pt x="245" y="17"/>
                    <a:pt x="245" y="17"/>
                  </a:cubicBezTo>
                  <a:cubicBezTo>
                    <a:pt x="246" y="18"/>
                    <a:pt x="246" y="21"/>
                    <a:pt x="247" y="21"/>
                  </a:cubicBezTo>
                  <a:cubicBezTo>
                    <a:pt x="250" y="23"/>
                    <a:pt x="256" y="22"/>
                    <a:pt x="258" y="21"/>
                  </a:cubicBezTo>
                  <a:cubicBezTo>
                    <a:pt x="259" y="20"/>
                    <a:pt x="260" y="18"/>
                    <a:pt x="261" y="17"/>
                  </a:cubicBezTo>
                  <a:cubicBezTo>
                    <a:pt x="261" y="16"/>
                    <a:pt x="260" y="14"/>
                    <a:pt x="261" y="13"/>
                  </a:cubicBezTo>
                  <a:cubicBezTo>
                    <a:pt x="261" y="12"/>
                    <a:pt x="264" y="10"/>
                    <a:pt x="265" y="9"/>
                  </a:cubicBezTo>
                  <a:cubicBezTo>
                    <a:pt x="267" y="9"/>
                    <a:pt x="271" y="10"/>
                    <a:pt x="272" y="9"/>
                  </a:cubicBezTo>
                  <a:cubicBezTo>
                    <a:pt x="273" y="8"/>
                    <a:pt x="272" y="3"/>
                    <a:pt x="273" y="2"/>
                  </a:cubicBezTo>
                  <a:cubicBezTo>
                    <a:pt x="275" y="0"/>
                    <a:pt x="283" y="1"/>
                    <a:pt x="286" y="2"/>
                  </a:cubicBezTo>
                  <a:cubicBezTo>
                    <a:pt x="287" y="2"/>
                    <a:pt x="290" y="3"/>
                    <a:pt x="291" y="4"/>
                  </a:cubicBezTo>
                  <a:cubicBezTo>
                    <a:pt x="292" y="6"/>
                    <a:pt x="291" y="10"/>
                    <a:pt x="291" y="11"/>
                  </a:cubicBezTo>
                  <a:cubicBezTo>
                    <a:pt x="291" y="13"/>
                    <a:pt x="290" y="16"/>
                    <a:pt x="291" y="17"/>
                  </a:cubicBezTo>
                  <a:cubicBezTo>
                    <a:pt x="292" y="20"/>
                    <a:pt x="296" y="23"/>
                    <a:pt x="297" y="25"/>
                  </a:cubicBezTo>
                  <a:cubicBezTo>
                    <a:pt x="298" y="28"/>
                    <a:pt x="297" y="33"/>
                    <a:pt x="299" y="35"/>
                  </a:cubicBezTo>
                  <a:cubicBezTo>
                    <a:pt x="301" y="36"/>
                    <a:pt x="307" y="35"/>
                    <a:pt x="310" y="35"/>
                  </a:cubicBezTo>
                  <a:cubicBezTo>
                    <a:pt x="313" y="34"/>
                    <a:pt x="319" y="33"/>
                    <a:pt x="320" y="31"/>
                  </a:cubicBezTo>
                  <a:cubicBezTo>
                    <a:pt x="321" y="30"/>
                    <a:pt x="321" y="27"/>
                    <a:pt x="320" y="26"/>
                  </a:cubicBezTo>
                  <a:cubicBezTo>
                    <a:pt x="320" y="24"/>
                    <a:pt x="317" y="22"/>
                    <a:pt x="318" y="20"/>
                  </a:cubicBezTo>
                  <a:cubicBezTo>
                    <a:pt x="318" y="18"/>
                    <a:pt x="323" y="17"/>
                    <a:pt x="324" y="17"/>
                  </a:cubicBezTo>
                  <a:cubicBezTo>
                    <a:pt x="327" y="17"/>
                    <a:pt x="333" y="18"/>
                    <a:pt x="335" y="20"/>
                  </a:cubicBezTo>
                  <a:cubicBezTo>
                    <a:pt x="336" y="23"/>
                    <a:pt x="331" y="28"/>
                    <a:pt x="332" y="30"/>
                  </a:cubicBezTo>
                  <a:cubicBezTo>
                    <a:pt x="333" y="31"/>
                    <a:pt x="336" y="32"/>
                    <a:pt x="338" y="33"/>
                  </a:cubicBezTo>
                  <a:cubicBezTo>
                    <a:pt x="339" y="33"/>
                    <a:pt x="342" y="32"/>
                    <a:pt x="343" y="32"/>
                  </a:cubicBezTo>
                  <a:cubicBezTo>
                    <a:pt x="345" y="32"/>
                    <a:pt x="349" y="31"/>
                    <a:pt x="350" y="33"/>
                  </a:cubicBezTo>
                  <a:cubicBezTo>
                    <a:pt x="352" y="34"/>
                    <a:pt x="352" y="41"/>
                    <a:pt x="354" y="43"/>
                  </a:cubicBezTo>
                  <a:cubicBezTo>
                    <a:pt x="355" y="45"/>
                    <a:pt x="359" y="48"/>
                    <a:pt x="362" y="49"/>
                  </a:cubicBezTo>
                  <a:cubicBezTo>
                    <a:pt x="363" y="50"/>
                    <a:pt x="367" y="50"/>
                    <a:pt x="370" y="50"/>
                  </a:cubicBezTo>
                  <a:cubicBezTo>
                    <a:pt x="370" y="53"/>
                    <a:pt x="370" y="57"/>
                    <a:pt x="371" y="60"/>
                  </a:cubicBezTo>
                  <a:cubicBezTo>
                    <a:pt x="371" y="62"/>
                    <a:pt x="373" y="67"/>
                    <a:pt x="373" y="70"/>
                  </a:cubicBezTo>
                  <a:cubicBezTo>
                    <a:pt x="373" y="72"/>
                    <a:pt x="373" y="77"/>
                    <a:pt x="373" y="79"/>
                  </a:cubicBezTo>
                  <a:cubicBezTo>
                    <a:pt x="373" y="82"/>
                    <a:pt x="373" y="90"/>
                    <a:pt x="375" y="92"/>
                  </a:cubicBezTo>
                  <a:cubicBezTo>
                    <a:pt x="377" y="94"/>
                    <a:pt x="383" y="92"/>
                    <a:pt x="384" y="94"/>
                  </a:cubicBezTo>
                  <a:cubicBezTo>
                    <a:pt x="386" y="95"/>
                    <a:pt x="386" y="101"/>
                    <a:pt x="387" y="103"/>
                  </a:cubicBezTo>
                  <a:cubicBezTo>
                    <a:pt x="387" y="105"/>
                    <a:pt x="390" y="108"/>
                    <a:pt x="390" y="109"/>
                  </a:cubicBezTo>
                  <a:cubicBezTo>
                    <a:pt x="391" y="111"/>
                    <a:pt x="390" y="114"/>
                    <a:pt x="390" y="116"/>
                  </a:cubicBezTo>
                  <a:cubicBezTo>
                    <a:pt x="391" y="118"/>
                    <a:pt x="393" y="121"/>
                    <a:pt x="394" y="123"/>
                  </a:cubicBezTo>
                  <a:cubicBezTo>
                    <a:pt x="395" y="124"/>
                    <a:pt x="399" y="126"/>
                    <a:pt x="400" y="127"/>
                  </a:cubicBezTo>
                  <a:cubicBezTo>
                    <a:pt x="400" y="128"/>
                    <a:pt x="402" y="131"/>
                    <a:pt x="402" y="132"/>
                  </a:cubicBezTo>
                  <a:cubicBezTo>
                    <a:pt x="402" y="134"/>
                    <a:pt x="400" y="138"/>
                    <a:pt x="400" y="140"/>
                  </a:cubicBezTo>
                  <a:cubicBezTo>
                    <a:pt x="399" y="143"/>
                    <a:pt x="400" y="149"/>
                    <a:pt x="400" y="149"/>
                  </a:cubicBezTo>
                  <a:cubicBezTo>
                    <a:pt x="399" y="150"/>
                    <a:pt x="406" y="151"/>
                    <a:pt x="408" y="151"/>
                  </a:cubicBezTo>
                  <a:cubicBezTo>
                    <a:pt x="409" y="151"/>
                    <a:pt x="412" y="150"/>
                    <a:pt x="413" y="150"/>
                  </a:cubicBezTo>
                  <a:cubicBezTo>
                    <a:pt x="416" y="150"/>
                    <a:pt x="421" y="152"/>
                    <a:pt x="423" y="153"/>
                  </a:cubicBezTo>
                  <a:cubicBezTo>
                    <a:pt x="424" y="155"/>
                    <a:pt x="426" y="159"/>
                    <a:pt x="428" y="159"/>
                  </a:cubicBezTo>
                  <a:cubicBezTo>
                    <a:pt x="431" y="160"/>
                    <a:pt x="438" y="159"/>
                    <a:pt x="440" y="157"/>
                  </a:cubicBezTo>
                  <a:cubicBezTo>
                    <a:pt x="441" y="156"/>
                    <a:pt x="439" y="154"/>
                    <a:pt x="440" y="153"/>
                  </a:cubicBezTo>
                  <a:cubicBezTo>
                    <a:pt x="441" y="151"/>
                    <a:pt x="445" y="151"/>
                    <a:pt x="447" y="150"/>
                  </a:cubicBezTo>
                  <a:cubicBezTo>
                    <a:pt x="449" y="149"/>
                    <a:pt x="451" y="147"/>
                    <a:pt x="453" y="146"/>
                  </a:cubicBezTo>
                  <a:cubicBezTo>
                    <a:pt x="454" y="145"/>
                    <a:pt x="459" y="143"/>
                    <a:pt x="460" y="145"/>
                  </a:cubicBezTo>
                  <a:cubicBezTo>
                    <a:pt x="461" y="146"/>
                    <a:pt x="457" y="149"/>
                    <a:pt x="457" y="150"/>
                  </a:cubicBezTo>
                  <a:cubicBezTo>
                    <a:pt x="457" y="152"/>
                    <a:pt x="457" y="156"/>
                    <a:pt x="459" y="158"/>
                  </a:cubicBezTo>
                  <a:cubicBezTo>
                    <a:pt x="460" y="159"/>
                    <a:pt x="465" y="159"/>
                    <a:pt x="467" y="158"/>
                  </a:cubicBezTo>
                  <a:cubicBezTo>
                    <a:pt x="469" y="158"/>
                    <a:pt x="472" y="154"/>
                    <a:pt x="472" y="152"/>
                  </a:cubicBezTo>
                  <a:cubicBezTo>
                    <a:pt x="473" y="150"/>
                    <a:pt x="469" y="146"/>
                    <a:pt x="470" y="144"/>
                  </a:cubicBezTo>
                  <a:cubicBezTo>
                    <a:pt x="472" y="143"/>
                    <a:pt x="477" y="144"/>
                    <a:pt x="480" y="144"/>
                  </a:cubicBezTo>
                  <a:cubicBezTo>
                    <a:pt x="481" y="145"/>
                    <a:pt x="483" y="145"/>
                    <a:pt x="483" y="145"/>
                  </a:cubicBezTo>
                  <a:cubicBezTo>
                    <a:pt x="485" y="146"/>
                    <a:pt x="488" y="148"/>
                    <a:pt x="489" y="149"/>
                  </a:cubicBezTo>
                  <a:cubicBezTo>
                    <a:pt x="491" y="150"/>
                    <a:pt x="494" y="154"/>
                    <a:pt x="495" y="154"/>
                  </a:cubicBezTo>
                  <a:cubicBezTo>
                    <a:pt x="495" y="155"/>
                    <a:pt x="499" y="155"/>
                    <a:pt x="501" y="155"/>
                  </a:cubicBezTo>
                  <a:cubicBezTo>
                    <a:pt x="501" y="156"/>
                    <a:pt x="501" y="156"/>
                    <a:pt x="501" y="157"/>
                  </a:cubicBezTo>
                  <a:cubicBezTo>
                    <a:pt x="502" y="159"/>
                    <a:pt x="505" y="162"/>
                    <a:pt x="506" y="164"/>
                  </a:cubicBezTo>
                  <a:cubicBezTo>
                    <a:pt x="507" y="167"/>
                    <a:pt x="510" y="172"/>
                    <a:pt x="511" y="174"/>
                  </a:cubicBezTo>
                  <a:cubicBezTo>
                    <a:pt x="513" y="176"/>
                    <a:pt x="517" y="178"/>
                    <a:pt x="518" y="180"/>
                  </a:cubicBezTo>
                  <a:cubicBezTo>
                    <a:pt x="519" y="183"/>
                    <a:pt x="518" y="189"/>
                    <a:pt x="518" y="192"/>
                  </a:cubicBezTo>
                  <a:cubicBezTo>
                    <a:pt x="518" y="193"/>
                    <a:pt x="515" y="196"/>
                    <a:pt x="516" y="198"/>
                  </a:cubicBezTo>
                  <a:cubicBezTo>
                    <a:pt x="516" y="199"/>
                    <a:pt x="518" y="201"/>
                    <a:pt x="519" y="202"/>
                  </a:cubicBezTo>
                  <a:cubicBezTo>
                    <a:pt x="519" y="202"/>
                    <a:pt x="520" y="202"/>
                    <a:pt x="521" y="202"/>
                  </a:cubicBezTo>
                  <a:cubicBezTo>
                    <a:pt x="522" y="202"/>
                    <a:pt x="525" y="203"/>
                    <a:pt x="526" y="204"/>
                  </a:cubicBezTo>
                  <a:cubicBezTo>
                    <a:pt x="527" y="205"/>
                    <a:pt x="528" y="209"/>
                    <a:pt x="529" y="210"/>
                  </a:cubicBezTo>
                  <a:cubicBezTo>
                    <a:pt x="531" y="212"/>
                    <a:pt x="537" y="215"/>
                    <a:pt x="539" y="2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33"/>
            <p:cNvSpPr>
              <a:spLocks/>
            </p:cNvSpPr>
            <p:nvPr/>
          </p:nvSpPr>
          <p:spPr bwMode="auto">
            <a:xfrm>
              <a:off x="3871912" y="3992563"/>
              <a:ext cx="303213" cy="654050"/>
            </a:xfrm>
            <a:custGeom>
              <a:avLst/>
              <a:gdLst/>
              <a:ahLst/>
              <a:cxnLst>
                <a:cxn ang="0">
                  <a:pos x="173" y="220"/>
                </a:cxn>
                <a:cxn ang="0">
                  <a:pos x="156" y="250"/>
                </a:cxn>
                <a:cxn ang="0">
                  <a:pos x="158" y="304"/>
                </a:cxn>
                <a:cxn ang="0">
                  <a:pos x="150" y="325"/>
                </a:cxn>
                <a:cxn ang="0">
                  <a:pos x="140" y="337"/>
                </a:cxn>
                <a:cxn ang="0">
                  <a:pos x="153" y="338"/>
                </a:cxn>
                <a:cxn ang="0">
                  <a:pos x="139" y="350"/>
                </a:cxn>
                <a:cxn ang="0">
                  <a:pos x="133" y="370"/>
                </a:cxn>
                <a:cxn ang="0">
                  <a:pos x="134" y="388"/>
                </a:cxn>
                <a:cxn ang="0">
                  <a:pos x="113" y="383"/>
                </a:cxn>
                <a:cxn ang="0">
                  <a:pos x="103" y="369"/>
                </a:cxn>
                <a:cxn ang="0">
                  <a:pos x="74" y="362"/>
                </a:cxn>
                <a:cxn ang="0">
                  <a:pos x="52" y="343"/>
                </a:cxn>
                <a:cxn ang="0">
                  <a:pos x="64" y="332"/>
                </a:cxn>
                <a:cxn ang="0">
                  <a:pos x="77" y="322"/>
                </a:cxn>
                <a:cxn ang="0">
                  <a:pos x="65" y="316"/>
                </a:cxn>
                <a:cxn ang="0">
                  <a:pos x="46" y="311"/>
                </a:cxn>
                <a:cxn ang="0">
                  <a:pos x="41" y="311"/>
                </a:cxn>
                <a:cxn ang="0">
                  <a:pos x="37" y="303"/>
                </a:cxn>
                <a:cxn ang="0">
                  <a:pos x="50" y="289"/>
                </a:cxn>
                <a:cxn ang="0">
                  <a:pos x="49" y="273"/>
                </a:cxn>
                <a:cxn ang="0">
                  <a:pos x="33" y="272"/>
                </a:cxn>
                <a:cxn ang="0">
                  <a:pos x="18" y="266"/>
                </a:cxn>
                <a:cxn ang="0">
                  <a:pos x="17" y="255"/>
                </a:cxn>
                <a:cxn ang="0">
                  <a:pos x="27" y="239"/>
                </a:cxn>
                <a:cxn ang="0">
                  <a:pos x="31" y="225"/>
                </a:cxn>
                <a:cxn ang="0">
                  <a:pos x="14" y="218"/>
                </a:cxn>
                <a:cxn ang="0">
                  <a:pos x="3" y="200"/>
                </a:cxn>
                <a:cxn ang="0">
                  <a:pos x="12" y="186"/>
                </a:cxn>
                <a:cxn ang="0">
                  <a:pos x="22" y="178"/>
                </a:cxn>
                <a:cxn ang="0">
                  <a:pos x="12" y="167"/>
                </a:cxn>
                <a:cxn ang="0">
                  <a:pos x="6" y="167"/>
                </a:cxn>
                <a:cxn ang="0">
                  <a:pos x="1" y="159"/>
                </a:cxn>
                <a:cxn ang="0">
                  <a:pos x="11" y="147"/>
                </a:cxn>
                <a:cxn ang="0">
                  <a:pos x="16" y="132"/>
                </a:cxn>
                <a:cxn ang="0">
                  <a:pos x="25" y="119"/>
                </a:cxn>
                <a:cxn ang="0">
                  <a:pos x="30" y="112"/>
                </a:cxn>
                <a:cxn ang="0">
                  <a:pos x="41" y="100"/>
                </a:cxn>
                <a:cxn ang="0">
                  <a:pos x="59" y="93"/>
                </a:cxn>
                <a:cxn ang="0">
                  <a:pos x="78" y="89"/>
                </a:cxn>
                <a:cxn ang="0">
                  <a:pos x="92" y="68"/>
                </a:cxn>
                <a:cxn ang="0">
                  <a:pos x="110" y="67"/>
                </a:cxn>
                <a:cxn ang="0">
                  <a:pos x="125" y="76"/>
                </a:cxn>
                <a:cxn ang="0">
                  <a:pos x="129" y="61"/>
                </a:cxn>
                <a:cxn ang="0">
                  <a:pos x="124" y="39"/>
                </a:cxn>
                <a:cxn ang="0">
                  <a:pos x="129" y="21"/>
                </a:cxn>
                <a:cxn ang="0">
                  <a:pos x="126" y="4"/>
                </a:cxn>
                <a:cxn ang="0">
                  <a:pos x="142" y="2"/>
                </a:cxn>
                <a:cxn ang="0">
                  <a:pos x="150" y="26"/>
                </a:cxn>
                <a:cxn ang="0">
                  <a:pos x="155" y="49"/>
                </a:cxn>
                <a:cxn ang="0">
                  <a:pos x="155" y="70"/>
                </a:cxn>
                <a:cxn ang="0">
                  <a:pos x="159" y="97"/>
                </a:cxn>
                <a:cxn ang="0">
                  <a:pos x="166" y="117"/>
                </a:cxn>
                <a:cxn ang="0">
                  <a:pos x="169" y="147"/>
                </a:cxn>
                <a:cxn ang="0">
                  <a:pos x="176" y="173"/>
                </a:cxn>
              </a:cxnLst>
              <a:rect l="0" t="0" r="r" b="b"/>
              <a:pathLst>
                <a:path w="181" h="390">
                  <a:moveTo>
                    <a:pt x="181" y="201"/>
                  </a:moveTo>
                  <a:cubicBezTo>
                    <a:pt x="181" y="203"/>
                    <a:pt x="181" y="208"/>
                    <a:pt x="180" y="210"/>
                  </a:cubicBezTo>
                  <a:cubicBezTo>
                    <a:pt x="179" y="213"/>
                    <a:pt x="175" y="217"/>
                    <a:pt x="173" y="220"/>
                  </a:cubicBezTo>
                  <a:cubicBezTo>
                    <a:pt x="172" y="221"/>
                    <a:pt x="171" y="225"/>
                    <a:pt x="170" y="226"/>
                  </a:cubicBezTo>
                  <a:cubicBezTo>
                    <a:pt x="168" y="230"/>
                    <a:pt x="163" y="236"/>
                    <a:pt x="161" y="239"/>
                  </a:cubicBezTo>
                  <a:cubicBezTo>
                    <a:pt x="160" y="242"/>
                    <a:pt x="156" y="247"/>
                    <a:pt x="156" y="250"/>
                  </a:cubicBezTo>
                  <a:cubicBezTo>
                    <a:pt x="155" y="255"/>
                    <a:pt x="155" y="264"/>
                    <a:pt x="156" y="269"/>
                  </a:cubicBezTo>
                  <a:cubicBezTo>
                    <a:pt x="156" y="274"/>
                    <a:pt x="158" y="284"/>
                    <a:pt x="158" y="289"/>
                  </a:cubicBezTo>
                  <a:cubicBezTo>
                    <a:pt x="158" y="293"/>
                    <a:pt x="159" y="300"/>
                    <a:pt x="158" y="304"/>
                  </a:cubicBezTo>
                  <a:cubicBezTo>
                    <a:pt x="157" y="306"/>
                    <a:pt x="154" y="310"/>
                    <a:pt x="154" y="313"/>
                  </a:cubicBezTo>
                  <a:cubicBezTo>
                    <a:pt x="154" y="315"/>
                    <a:pt x="157" y="320"/>
                    <a:pt x="156" y="322"/>
                  </a:cubicBezTo>
                  <a:cubicBezTo>
                    <a:pt x="155" y="324"/>
                    <a:pt x="151" y="324"/>
                    <a:pt x="150" y="325"/>
                  </a:cubicBezTo>
                  <a:cubicBezTo>
                    <a:pt x="148" y="325"/>
                    <a:pt x="145" y="324"/>
                    <a:pt x="144" y="325"/>
                  </a:cubicBezTo>
                  <a:cubicBezTo>
                    <a:pt x="142" y="325"/>
                    <a:pt x="141" y="328"/>
                    <a:pt x="140" y="330"/>
                  </a:cubicBezTo>
                  <a:cubicBezTo>
                    <a:pt x="140" y="332"/>
                    <a:pt x="139" y="336"/>
                    <a:pt x="140" y="337"/>
                  </a:cubicBezTo>
                  <a:cubicBezTo>
                    <a:pt x="141" y="338"/>
                    <a:pt x="144" y="336"/>
                    <a:pt x="146" y="336"/>
                  </a:cubicBezTo>
                  <a:cubicBezTo>
                    <a:pt x="147" y="335"/>
                    <a:pt x="149" y="333"/>
                    <a:pt x="150" y="333"/>
                  </a:cubicBezTo>
                  <a:cubicBezTo>
                    <a:pt x="151" y="333"/>
                    <a:pt x="153" y="337"/>
                    <a:pt x="153" y="338"/>
                  </a:cubicBezTo>
                  <a:cubicBezTo>
                    <a:pt x="154" y="340"/>
                    <a:pt x="154" y="342"/>
                    <a:pt x="153" y="343"/>
                  </a:cubicBezTo>
                  <a:cubicBezTo>
                    <a:pt x="152" y="345"/>
                    <a:pt x="148" y="346"/>
                    <a:pt x="146" y="347"/>
                  </a:cubicBezTo>
                  <a:cubicBezTo>
                    <a:pt x="145" y="348"/>
                    <a:pt x="140" y="348"/>
                    <a:pt x="139" y="350"/>
                  </a:cubicBezTo>
                  <a:cubicBezTo>
                    <a:pt x="138" y="352"/>
                    <a:pt x="141" y="358"/>
                    <a:pt x="141" y="360"/>
                  </a:cubicBezTo>
                  <a:cubicBezTo>
                    <a:pt x="141" y="362"/>
                    <a:pt x="139" y="365"/>
                    <a:pt x="138" y="366"/>
                  </a:cubicBezTo>
                  <a:cubicBezTo>
                    <a:pt x="137" y="367"/>
                    <a:pt x="133" y="369"/>
                    <a:pt x="133" y="370"/>
                  </a:cubicBezTo>
                  <a:cubicBezTo>
                    <a:pt x="133" y="372"/>
                    <a:pt x="135" y="375"/>
                    <a:pt x="135" y="376"/>
                  </a:cubicBezTo>
                  <a:cubicBezTo>
                    <a:pt x="136" y="378"/>
                    <a:pt x="137" y="381"/>
                    <a:pt x="137" y="382"/>
                  </a:cubicBezTo>
                  <a:cubicBezTo>
                    <a:pt x="137" y="384"/>
                    <a:pt x="136" y="387"/>
                    <a:pt x="134" y="388"/>
                  </a:cubicBezTo>
                  <a:cubicBezTo>
                    <a:pt x="133" y="389"/>
                    <a:pt x="128" y="390"/>
                    <a:pt x="125" y="390"/>
                  </a:cubicBezTo>
                  <a:cubicBezTo>
                    <a:pt x="124" y="389"/>
                    <a:pt x="121" y="386"/>
                    <a:pt x="119" y="385"/>
                  </a:cubicBezTo>
                  <a:cubicBezTo>
                    <a:pt x="118" y="384"/>
                    <a:pt x="114" y="384"/>
                    <a:pt x="113" y="383"/>
                  </a:cubicBezTo>
                  <a:cubicBezTo>
                    <a:pt x="112" y="381"/>
                    <a:pt x="114" y="377"/>
                    <a:pt x="113" y="375"/>
                  </a:cubicBezTo>
                  <a:cubicBezTo>
                    <a:pt x="112" y="373"/>
                    <a:pt x="109" y="370"/>
                    <a:pt x="107" y="369"/>
                  </a:cubicBezTo>
                  <a:cubicBezTo>
                    <a:pt x="106" y="369"/>
                    <a:pt x="104" y="369"/>
                    <a:pt x="103" y="369"/>
                  </a:cubicBezTo>
                  <a:cubicBezTo>
                    <a:pt x="100" y="368"/>
                    <a:pt x="95" y="366"/>
                    <a:pt x="93" y="365"/>
                  </a:cubicBezTo>
                  <a:cubicBezTo>
                    <a:pt x="90" y="365"/>
                    <a:pt x="85" y="365"/>
                    <a:pt x="83" y="365"/>
                  </a:cubicBezTo>
                  <a:cubicBezTo>
                    <a:pt x="81" y="364"/>
                    <a:pt x="76" y="363"/>
                    <a:pt x="74" y="362"/>
                  </a:cubicBezTo>
                  <a:cubicBezTo>
                    <a:pt x="71" y="360"/>
                    <a:pt x="68" y="355"/>
                    <a:pt x="66" y="354"/>
                  </a:cubicBezTo>
                  <a:cubicBezTo>
                    <a:pt x="63" y="352"/>
                    <a:pt x="58" y="351"/>
                    <a:pt x="56" y="349"/>
                  </a:cubicBezTo>
                  <a:cubicBezTo>
                    <a:pt x="54" y="348"/>
                    <a:pt x="52" y="345"/>
                    <a:pt x="52" y="343"/>
                  </a:cubicBezTo>
                  <a:cubicBezTo>
                    <a:pt x="51" y="342"/>
                    <a:pt x="51" y="338"/>
                    <a:pt x="52" y="337"/>
                  </a:cubicBezTo>
                  <a:cubicBezTo>
                    <a:pt x="52" y="335"/>
                    <a:pt x="54" y="333"/>
                    <a:pt x="55" y="332"/>
                  </a:cubicBezTo>
                  <a:cubicBezTo>
                    <a:pt x="57" y="331"/>
                    <a:pt x="63" y="333"/>
                    <a:pt x="64" y="332"/>
                  </a:cubicBezTo>
                  <a:cubicBezTo>
                    <a:pt x="65" y="331"/>
                    <a:pt x="64" y="328"/>
                    <a:pt x="64" y="327"/>
                  </a:cubicBezTo>
                  <a:cubicBezTo>
                    <a:pt x="65" y="326"/>
                    <a:pt x="68" y="326"/>
                    <a:pt x="69" y="326"/>
                  </a:cubicBezTo>
                  <a:cubicBezTo>
                    <a:pt x="71" y="325"/>
                    <a:pt x="76" y="324"/>
                    <a:pt x="77" y="322"/>
                  </a:cubicBezTo>
                  <a:cubicBezTo>
                    <a:pt x="78" y="321"/>
                    <a:pt x="77" y="317"/>
                    <a:pt x="76" y="315"/>
                  </a:cubicBezTo>
                  <a:cubicBezTo>
                    <a:pt x="75" y="314"/>
                    <a:pt x="72" y="314"/>
                    <a:pt x="71" y="314"/>
                  </a:cubicBezTo>
                  <a:cubicBezTo>
                    <a:pt x="69" y="314"/>
                    <a:pt x="66" y="316"/>
                    <a:pt x="65" y="316"/>
                  </a:cubicBezTo>
                  <a:cubicBezTo>
                    <a:pt x="63" y="317"/>
                    <a:pt x="60" y="316"/>
                    <a:pt x="58" y="315"/>
                  </a:cubicBezTo>
                  <a:cubicBezTo>
                    <a:pt x="56" y="315"/>
                    <a:pt x="54" y="313"/>
                    <a:pt x="52" y="312"/>
                  </a:cubicBezTo>
                  <a:cubicBezTo>
                    <a:pt x="51" y="312"/>
                    <a:pt x="47" y="313"/>
                    <a:pt x="46" y="311"/>
                  </a:cubicBezTo>
                  <a:cubicBezTo>
                    <a:pt x="45" y="311"/>
                    <a:pt x="47" y="308"/>
                    <a:pt x="46" y="307"/>
                  </a:cubicBezTo>
                  <a:cubicBezTo>
                    <a:pt x="45" y="306"/>
                    <a:pt x="42" y="307"/>
                    <a:pt x="41" y="308"/>
                  </a:cubicBezTo>
                  <a:cubicBezTo>
                    <a:pt x="40" y="309"/>
                    <a:pt x="41" y="311"/>
                    <a:pt x="41" y="311"/>
                  </a:cubicBezTo>
                  <a:cubicBezTo>
                    <a:pt x="39" y="312"/>
                    <a:pt x="35" y="312"/>
                    <a:pt x="33" y="311"/>
                  </a:cubicBezTo>
                  <a:cubicBezTo>
                    <a:pt x="32" y="310"/>
                    <a:pt x="32" y="307"/>
                    <a:pt x="32" y="305"/>
                  </a:cubicBezTo>
                  <a:cubicBezTo>
                    <a:pt x="33" y="304"/>
                    <a:pt x="36" y="304"/>
                    <a:pt x="37" y="303"/>
                  </a:cubicBezTo>
                  <a:cubicBezTo>
                    <a:pt x="38" y="301"/>
                    <a:pt x="36" y="297"/>
                    <a:pt x="37" y="295"/>
                  </a:cubicBezTo>
                  <a:cubicBezTo>
                    <a:pt x="38" y="293"/>
                    <a:pt x="41" y="291"/>
                    <a:pt x="43" y="290"/>
                  </a:cubicBezTo>
                  <a:cubicBezTo>
                    <a:pt x="45" y="290"/>
                    <a:pt x="49" y="291"/>
                    <a:pt x="50" y="289"/>
                  </a:cubicBezTo>
                  <a:cubicBezTo>
                    <a:pt x="51" y="288"/>
                    <a:pt x="46" y="286"/>
                    <a:pt x="46" y="284"/>
                  </a:cubicBezTo>
                  <a:cubicBezTo>
                    <a:pt x="46" y="283"/>
                    <a:pt x="48" y="280"/>
                    <a:pt x="49" y="279"/>
                  </a:cubicBezTo>
                  <a:cubicBezTo>
                    <a:pt x="49" y="278"/>
                    <a:pt x="49" y="275"/>
                    <a:pt x="49" y="273"/>
                  </a:cubicBezTo>
                  <a:cubicBezTo>
                    <a:pt x="48" y="273"/>
                    <a:pt x="47" y="271"/>
                    <a:pt x="46" y="271"/>
                  </a:cubicBezTo>
                  <a:cubicBezTo>
                    <a:pt x="45" y="271"/>
                    <a:pt x="43" y="272"/>
                    <a:pt x="43" y="272"/>
                  </a:cubicBezTo>
                  <a:cubicBezTo>
                    <a:pt x="40" y="273"/>
                    <a:pt x="35" y="273"/>
                    <a:pt x="33" y="272"/>
                  </a:cubicBezTo>
                  <a:cubicBezTo>
                    <a:pt x="32" y="272"/>
                    <a:pt x="31" y="270"/>
                    <a:pt x="31" y="270"/>
                  </a:cubicBezTo>
                  <a:cubicBezTo>
                    <a:pt x="29" y="269"/>
                    <a:pt x="24" y="271"/>
                    <a:pt x="22" y="270"/>
                  </a:cubicBezTo>
                  <a:cubicBezTo>
                    <a:pt x="21" y="269"/>
                    <a:pt x="19" y="267"/>
                    <a:pt x="18" y="266"/>
                  </a:cubicBezTo>
                  <a:cubicBezTo>
                    <a:pt x="16" y="264"/>
                    <a:pt x="13" y="261"/>
                    <a:pt x="13" y="259"/>
                  </a:cubicBezTo>
                  <a:cubicBezTo>
                    <a:pt x="12" y="258"/>
                    <a:pt x="12" y="255"/>
                    <a:pt x="13" y="255"/>
                  </a:cubicBezTo>
                  <a:cubicBezTo>
                    <a:pt x="14" y="254"/>
                    <a:pt x="16" y="255"/>
                    <a:pt x="17" y="255"/>
                  </a:cubicBezTo>
                  <a:cubicBezTo>
                    <a:pt x="19" y="254"/>
                    <a:pt x="22" y="254"/>
                    <a:pt x="23" y="252"/>
                  </a:cubicBezTo>
                  <a:cubicBezTo>
                    <a:pt x="24" y="251"/>
                    <a:pt x="24" y="248"/>
                    <a:pt x="24" y="246"/>
                  </a:cubicBezTo>
                  <a:cubicBezTo>
                    <a:pt x="25" y="245"/>
                    <a:pt x="25" y="240"/>
                    <a:pt x="27" y="239"/>
                  </a:cubicBezTo>
                  <a:cubicBezTo>
                    <a:pt x="28" y="238"/>
                    <a:pt x="32" y="240"/>
                    <a:pt x="33" y="239"/>
                  </a:cubicBezTo>
                  <a:cubicBezTo>
                    <a:pt x="34" y="238"/>
                    <a:pt x="35" y="235"/>
                    <a:pt x="35" y="234"/>
                  </a:cubicBezTo>
                  <a:cubicBezTo>
                    <a:pt x="35" y="231"/>
                    <a:pt x="33" y="227"/>
                    <a:pt x="31" y="225"/>
                  </a:cubicBezTo>
                  <a:cubicBezTo>
                    <a:pt x="30" y="224"/>
                    <a:pt x="28" y="222"/>
                    <a:pt x="26" y="221"/>
                  </a:cubicBezTo>
                  <a:cubicBezTo>
                    <a:pt x="25" y="220"/>
                    <a:pt x="21" y="218"/>
                    <a:pt x="19" y="218"/>
                  </a:cubicBezTo>
                  <a:cubicBezTo>
                    <a:pt x="18" y="218"/>
                    <a:pt x="15" y="218"/>
                    <a:pt x="14" y="218"/>
                  </a:cubicBezTo>
                  <a:cubicBezTo>
                    <a:pt x="12" y="217"/>
                    <a:pt x="8" y="215"/>
                    <a:pt x="7" y="214"/>
                  </a:cubicBezTo>
                  <a:cubicBezTo>
                    <a:pt x="6" y="212"/>
                    <a:pt x="8" y="208"/>
                    <a:pt x="7" y="206"/>
                  </a:cubicBezTo>
                  <a:cubicBezTo>
                    <a:pt x="7" y="204"/>
                    <a:pt x="3" y="202"/>
                    <a:pt x="3" y="200"/>
                  </a:cubicBezTo>
                  <a:cubicBezTo>
                    <a:pt x="2" y="199"/>
                    <a:pt x="1" y="195"/>
                    <a:pt x="2" y="193"/>
                  </a:cubicBezTo>
                  <a:cubicBezTo>
                    <a:pt x="2" y="192"/>
                    <a:pt x="3" y="190"/>
                    <a:pt x="4" y="190"/>
                  </a:cubicBezTo>
                  <a:cubicBezTo>
                    <a:pt x="5" y="188"/>
                    <a:pt x="10" y="186"/>
                    <a:pt x="12" y="186"/>
                  </a:cubicBezTo>
                  <a:cubicBezTo>
                    <a:pt x="14" y="186"/>
                    <a:pt x="17" y="190"/>
                    <a:pt x="20" y="189"/>
                  </a:cubicBezTo>
                  <a:cubicBezTo>
                    <a:pt x="21" y="189"/>
                    <a:pt x="23" y="187"/>
                    <a:pt x="24" y="185"/>
                  </a:cubicBezTo>
                  <a:cubicBezTo>
                    <a:pt x="24" y="184"/>
                    <a:pt x="23" y="180"/>
                    <a:pt x="22" y="178"/>
                  </a:cubicBezTo>
                  <a:cubicBezTo>
                    <a:pt x="21" y="177"/>
                    <a:pt x="19" y="175"/>
                    <a:pt x="17" y="174"/>
                  </a:cubicBezTo>
                  <a:cubicBezTo>
                    <a:pt x="16" y="174"/>
                    <a:pt x="13" y="175"/>
                    <a:pt x="12" y="174"/>
                  </a:cubicBezTo>
                  <a:cubicBezTo>
                    <a:pt x="11" y="173"/>
                    <a:pt x="13" y="169"/>
                    <a:pt x="12" y="167"/>
                  </a:cubicBezTo>
                  <a:cubicBezTo>
                    <a:pt x="12" y="166"/>
                    <a:pt x="11" y="165"/>
                    <a:pt x="11" y="164"/>
                  </a:cubicBezTo>
                  <a:cubicBezTo>
                    <a:pt x="10" y="164"/>
                    <a:pt x="8" y="164"/>
                    <a:pt x="8" y="164"/>
                  </a:cubicBezTo>
                  <a:cubicBezTo>
                    <a:pt x="7" y="165"/>
                    <a:pt x="7" y="167"/>
                    <a:pt x="6" y="167"/>
                  </a:cubicBezTo>
                  <a:cubicBezTo>
                    <a:pt x="5" y="168"/>
                    <a:pt x="2" y="168"/>
                    <a:pt x="1" y="167"/>
                  </a:cubicBezTo>
                  <a:cubicBezTo>
                    <a:pt x="0" y="166"/>
                    <a:pt x="1" y="164"/>
                    <a:pt x="1" y="163"/>
                  </a:cubicBezTo>
                  <a:cubicBezTo>
                    <a:pt x="1" y="162"/>
                    <a:pt x="0" y="160"/>
                    <a:pt x="1" y="159"/>
                  </a:cubicBezTo>
                  <a:cubicBezTo>
                    <a:pt x="1" y="158"/>
                    <a:pt x="4" y="158"/>
                    <a:pt x="4" y="157"/>
                  </a:cubicBezTo>
                  <a:cubicBezTo>
                    <a:pt x="5" y="156"/>
                    <a:pt x="5" y="154"/>
                    <a:pt x="6" y="153"/>
                  </a:cubicBezTo>
                  <a:cubicBezTo>
                    <a:pt x="7" y="151"/>
                    <a:pt x="10" y="147"/>
                    <a:pt x="11" y="147"/>
                  </a:cubicBezTo>
                  <a:cubicBezTo>
                    <a:pt x="13" y="146"/>
                    <a:pt x="15" y="147"/>
                    <a:pt x="16" y="147"/>
                  </a:cubicBezTo>
                  <a:cubicBezTo>
                    <a:pt x="18" y="145"/>
                    <a:pt x="18" y="141"/>
                    <a:pt x="18" y="139"/>
                  </a:cubicBezTo>
                  <a:cubicBezTo>
                    <a:pt x="18" y="137"/>
                    <a:pt x="16" y="134"/>
                    <a:pt x="16" y="132"/>
                  </a:cubicBezTo>
                  <a:cubicBezTo>
                    <a:pt x="16" y="130"/>
                    <a:pt x="17" y="127"/>
                    <a:pt x="18" y="125"/>
                  </a:cubicBezTo>
                  <a:cubicBezTo>
                    <a:pt x="18" y="124"/>
                    <a:pt x="20" y="123"/>
                    <a:pt x="21" y="123"/>
                  </a:cubicBezTo>
                  <a:cubicBezTo>
                    <a:pt x="22" y="122"/>
                    <a:pt x="25" y="120"/>
                    <a:pt x="25" y="119"/>
                  </a:cubicBezTo>
                  <a:cubicBezTo>
                    <a:pt x="26" y="116"/>
                    <a:pt x="21" y="111"/>
                    <a:pt x="23" y="109"/>
                  </a:cubicBezTo>
                  <a:cubicBezTo>
                    <a:pt x="23" y="108"/>
                    <a:pt x="27" y="109"/>
                    <a:pt x="28" y="109"/>
                  </a:cubicBezTo>
                  <a:cubicBezTo>
                    <a:pt x="29" y="110"/>
                    <a:pt x="29" y="112"/>
                    <a:pt x="30" y="112"/>
                  </a:cubicBezTo>
                  <a:cubicBezTo>
                    <a:pt x="31" y="113"/>
                    <a:pt x="35" y="114"/>
                    <a:pt x="36" y="113"/>
                  </a:cubicBezTo>
                  <a:cubicBezTo>
                    <a:pt x="38" y="112"/>
                    <a:pt x="39" y="107"/>
                    <a:pt x="39" y="105"/>
                  </a:cubicBezTo>
                  <a:cubicBezTo>
                    <a:pt x="40" y="104"/>
                    <a:pt x="40" y="101"/>
                    <a:pt x="41" y="100"/>
                  </a:cubicBezTo>
                  <a:cubicBezTo>
                    <a:pt x="42" y="99"/>
                    <a:pt x="46" y="101"/>
                    <a:pt x="48" y="100"/>
                  </a:cubicBezTo>
                  <a:cubicBezTo>
                    <a:pt x="50" y="100"/>
                    <a:pt x="53" y="97"/>
                    <a:pt x="54" y="96"/>
                  </a:cubicBezTo>
                  <a:cubicBezTo>
                    <a:pt x="56" y="95"/>
                    <a:pt x="58" y="94"/>
                    <a:pt x="59" y="93"/>
                  </a:cubicBezTo>
                  <a:cubicBezTo>
                    <a:pt x="60" y="93"/>
                    <a:pt x="63" y="93"/>
                    <a:pt x="65" y="93"/>
                  </a:cubicBezTo>
                  <a:cubicBezTo>
                    <a:pt x="66" y="93"/>
                    <a:pt x="69" y="94"/>
                    <a:pt x="71" y="93"/>
                  </a:cubicBezTo>
                  <a:cubicBezTo>
                    <a:pt x="73" y="93"/>
                    <a:pt x="77" y="91"/>
                    <a:pt x="78" y="89"/>
                  </a:cubicBezTo>
                  <a:cubicBezTo>
                    <a:pt x="79" y="87"/>
                    <a:pt x="79" y="82"/>
                    <a:pt x="80" y="80"/>
                  </a:cubicBezTo>
                  <a:cubicBezTo>
                    <a:pt x="80" y="79"/>
                    <a:pt x="82" y="76"/>
                    <a:pt x="83" y="75"/>
                  </a:cubicBezTo>
                  <a:cubicBezTo>
                    <a:pt x="85" y="73"/>
                    <a:pt x="89" y="69"/>
                    <a:pt x="92" y="68"/>
                  </a:cubicBezTo>
                  <a:cubicBezTo>
                    <a:pt x="93" y="68"/>
                    <a:pt x="96" y="70"/>
                    <a:pt x="97" y="70"/>
                  </a:cubicBezTo>
                  <a:cubicBezTo>
                    <a:pt x="99" y="69"/>
                    <a:pt x="103" y="66"/>
                    <a:pt x="105" y="66"/>
                  </a:cubicBezTo>
                  <a:cubicBezTo>
                    <a:pt x="106" y="65"/>
                    <a:pt x="109" y="66"/>
                    <a:pt x="110" y="67"/>
                  </a:cubicBezTo>
                  <a:cubicBezTo>
                    <a:pt x="111" y="68"/>
                    <a:pt x="113" y="70"/>
                    <a:pt x="114" y="71"/>
                  </a:cubicBezTo>
                  <a:cubicBezTo>
                    <a:pt x="115" y="72"/>
                    <a:pt x="117" y="75"/>
                    <a:pt x="119" y="76"/>
                  </a:cubicBezTo>
                  <a:cubicBezTo>
                    <a:pt x="120" y="77"/>
                    <a:pt x="123" y="76"/>
                    <a:pt x="125" y="76"/>
                  </a:cubicBezTo>
                  <a:cubicBezTo>
                    <a:pt x="126" y="75"/>
                    <a:pt x="126" y="73"/>
                    <a:pt x="126" y="71"/>
                  </a:cubicBezTo>
                  <a:cubicBezTo>
                    <a:pt x="127" y="70"/>
                    <a:pt x="126" y="68"/>
                    <a:pt x="126" y="66"/>
                  </a:cubicBezTo>
                  <a:cubicBezTo>
                    <a:pt x="127" y="65"/>
                    <a:pt x="129" y="63"/>
                    <a:pt x="129" y="61"/>
                  </a:cubicBezTo>
                  <a:cubicBezTo>
                    <a:pt x="129" y="60"/>
                    <a:pt x="129" y="57"/>
                    <a:pt x="129" y="56"/>
                  </a:cubicBezTo>
                  <a:cubicBezTo>
                    <a:pt x="129" y="54"/>
                    <a:pt x="127" y="49"/>
                    <a:pt x="126" y="46"/>
                  </a:cubicBezTo>
                  <a:cubicBezTo>
                    <a:pt x="126" y="45"/>
                    <a:pt x="124" y="41"/>
                    <a:pt x="124" y="39"/>
                  </a:cubicBezTo>
                  <a:cubicBezTo>
                    <a:pt x="124" y="38"/>
                    <a:pt x="126" y="34"/>
                    <a:pt x="126" y="32"/>
                  </a:cubicBezTo>
                  <a:cubicBezTo>
                    <a:pt x="126" y="30"/>
                    <a:pt x="124" y="25"/>
                    <a:pt x="125" y="23"/>
                  </a:cubicBezTo>
                  <a:cubicBezTo>
                    <a:pt x="125" y="22"/>
                    <a:pt x="128" y="22"/>
                    <a:pt x="129" y="21"/>
                  </a:cubicBezTo>
                  <a:cubicBezTo>
                    <a:pt x="130" y="19"/>
                    <a:pt x="129" y="16"/>
                    <a:pt x="129" y="15"/>
                  </a:cubicBezTo>
                  <a:cubicBezTo>
                    <a:pt x="129" y="13"/>
                    <a:pt x="127" y="12"/>
                    <a:pt x="126" y="10"/>
                  </a:cubicBezTo>
                  <a:cubicBezTo>
                    <a:pt x="126" y="9"/>
                    <a:pt x="125" y="5"/>
                    <a:pt x="126" y="4"/>
                  </a:cubicBezTo>
                  <a:cubicBezTo>
                    <a:pt x="127" y="2"/>
                    <a:pt x="130" y="1"/>
                    <a:pt x="131" y="1"/>
                  </a:cubicBezTo>
                  <a:cubicBezTo>
                    <a:pt x="132" y="0"/>
                    <a:pt x="135" y="0"/>
                    <a:pt x="136" y="1"/>
                  </a:cubicBezTo>
                  <a:cubicBezTo>
                    <a:pt x="138" y="1"/>
                    <a:pt x="141" y="1"/>
                    <a:pt x="142" y="2"/>
                  </a:cubicBezTo>
                  <a:cubicBezTo>
                    <a:pt x="143" y="3"/>
                    <a:pt x="144" y="6"/>
                    <a:pt x="144" y="8"/>
                  </a:cubicBezTo>
                  <a:cubicBezTo>
                    <a:pt x="146" y="10"/>
                    <a:pt x="149" y="14"/>
                    <a:pt x="150" y="17"/>
                  </a:cubicBezTo>
                  <a:cubicBezTo>
                    <a:pt x="151" y="19"/>
                    <a:pt x="150" y="23"/>
                    <a:pt x="150" y="26"/>
                  </a:cubicBezTo>
                  <a:cubicBezTo>
                    <a:pt x="150" y="28"/>
                    <a:pt x="151" y="32"/>
                    <a:pt x="151" y="33"/>
                  </a:cubicBezTo>
                  <a:cubicBezTo>
                    <a:pt x="152" y="36"/>
                    <a:pt x="155" y="40"/>
                    <a:pt x="155" y="43"/>
                  </a:cubicBezTo>
                  <a:cubicBezTo>
                    <a:pt x="156" y="44"/>
                    <a:pt x="156" y="47"/>
                    <a:pt x="155" y="49"/>
                  </a:cubicBezTo>
                  <a:cubicBezTo>
                    <a:pt x="155" y="50"/>
                    <a:pt x="153" y="53"/>
                    <a:pt x="153" y="54"/>
                  </a:cubicBezTo>
                  <a:cubicBezTo>
                    <a:pt x="153" y="56"/>
                    <a:pt x="155" y="60"/>
                    <a:pt x="155" y="61"/>
                  </a:cubicBezTo>
                  <a:cubicBezTo>
                    <a:pt x="156" y="64"/>
                    <a:pt x="156" y="68"/>
                    <a:pt x="155" y="70"/>
                  </a:cubicBezTo>
                  <a:cubicBezTo>
                    <a:pt x="155" y="72"/>
                    <a:pt x="153" y="76"/>
                    <a:pt x="153" y="77"/>
                  </a:cubicBezTo>
                  <a:cubicBezTo>
                    <a:pt x="153" y="80"/>
                    <a:pt x="152" y="86"/>
                    <a:pt x="153" y="89"/>
                  </a:cubicBezTo>
                  <a:cubicBezTo>
                    <a:pt x="154" y="91"/>
                    <a:pt x="157" y="95"/>
                    <a:pt x="159" y="97"/>
                  </a:cubicBezTo>
                  <a:cubicBezTo>
                    <a:pt x="160" y="98"/>
                    <a:pt x="164" y="99"/>
                    <a:pt x="165" y="101"/>
                  </a:cubicBezTo>
                  <a:cubicBezTo>
                    <a:pt x="167" y="103"/>
                    <a:pt x="169" y="108"/>
                    <a:pt x="169" y="110"/>
                  </a:cubicBezTo>
                  <a:cubicBezTo>
                    <a:pt x="169" y="112"/>
                    <a:pt x="166" y="115"/>
                    <a:pt x="166" y="117"/>
                  </a:cubicBezTo>
                  <a:cubicBezTo>
                    <a:pt x="166" y="119"/>
                    <a:pt x="169" y="123"/>
                    <a:pt x="169" y="125"/>
                  </a:cubicBezTo>
                  <a:cubicBezTo>
                    <a:pt x="170" y="128"/>
                    <a:pt x="169" y="133"/>
                    <a:pt x="169" y="135"/>
                  </a:cubicBezTo>
                  <a:cubicBezTo>
                    <a:pt x="169" y="138"/>
                    <a:pt x="169" y="144"/>
                    <a:pt x="169" y="147"/>
                  </a:cubicBezTo>
                  <a:cubicBezTo>
                    <a:pt x="170" y="149"/>
                    <a:pt x="171" y="152"/>
                    <a:pt x="172" y="154"/>
                  </a:cubicBezTo>
                  <a:cubicBezTo>
                    <a:pt x="173" y="157"/>
                    <a:pt x="174" y="161"/>
                    <a:pt x="175" y="164"/>
                  </a:cubicBezTo>
                  <a:cubicBezTo>
                    <a:pt x="175" y="166"/>
                    <a:pt x="176" y="171"/>
                    <a:pt x="176" y="173"/>
                  </a:cubicBezTo>
                  <a:cubicBezTo>
                    <a:pt x="176" y="176"/>
                    <a:pt x="175" y="183"/>
                    <a:pt x="176" y="186"/>
                  </a:cubicBezTo>
                  <a:cubicBezTo>
                    <a:pt x="176" y="190"/>
                    <a:pt x="180" y="197"/>
                    <a:pt x="181" y="20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93" name="Footer Text"/>
          <p:cNvSpPr txBox="1"/>
          <p:nvPr/>
        </p:nvSpPr>
        <p:spPr>
          <a:xfrm>
            <a:off x="4025537" y="2272882"/>
            <a:ext cx="4419599" cy="830997"/>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pSp>
        <p:nvGrpSpPr>
          <p:cNvPr id="94" name="Group 93"/>
          <p:cNvGrpSpPr/>
          <p:nvPr/>
        </p:nvGrpSpPr>
        <p:grpSpPr>
          <a:xfrm>
            <a:off x="3977133" y="3380196"/>
            <a:ext cx="1115204" cy="1115204"/>
            <a:chOff x="1439862" y="1893094"/>
            <a:chExt cx="879476" cy="879476"/>
          </a:xfrm>
        </p:grpSpPr>
        <p:sp>
          <p:nvSpPr>
            <p:cNvPr id="95"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Block Arc 95"/>
            <p:cNvSpPr/>
            <p:nvPr/>
          </p:nvSpPr>
          <p:spPr>
            <a:xfrm rot="16200000" flipH="1">
              <a:off x="1439862" y="1893094"/>
              <a:ext cx="879476" cy="879476"/>
            </a:xfrm>
            <a:prstGeom prst="blockArc">
              <a:avLst>
                <a:gd name="adj1" fmla="val 16822887"/>
                <a:gd name="adj2" fmla="val 10822413"/>
                <a:gd name="adj3" fmla="val 1442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97" name="Oval 96"/>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1"/>
                  </a:solidFill>
                </a:rPr>
                <a:t>75%</a:t>
              </a:r>
              <a:br>
                <a:rPr lang="en-US" sz="1050" dirty="0">
                  <a:solidFill>
                    <a:schemeClr val="accent1"/>
                  </a:solidFill>
                </a:rPr>
              </a:br>
              <a:r>
                <a:rPr lang="en-US" sz="900" dirty="0">
                  <a:solidFill>
                    <a:schemeClr val="accent1"/>
                  </a:solidFill>
                </a:rPr>
                <a:t>Title Goes Here </a:t>
              </a:r>
              <a:endParaRPr lang="en-US" sz="1050" dirty="0">
                <a:solidFill>
                  <a:schemeClr val="accent1"/>
                </a:solidFill>
              </a:endParaRPr>
            </a:p>
          </p:txBody>
        </p:sp>
      </p:grpSp>
      <p:grpSp>
        <p:nvGrpSpPr>
          <p:cNvPr id="98" name="Group 97"/>
          <p:cNvGrpSpPr/>
          <p:nvPr/>
        </p:nvGrpSpPr>
        <p:grpSpPr>
          <a:xfrm>
            <a:off x="5145533" y="3380196"/>
            <a:ext cx="1115204" cy="1115204"/>
            <a:chOff x="1439862" y="1893094"/>
            <a:chExt cx="879476" cy="879476"/>
          </a:xfrm>
        </p:grpSpPr>
        <p:sp>
          <p:nvSpPr>
            <p:cNvPr id="99"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Block Arc 99"/>
            <p:cNvSpPr/>
            <p:nvPr/>
          </p:nvSpPr>
          <p:spPr>
            <a:xfrm rot="16200000" flipH="1">
              <a:off x="1439862" y="1893094"/>
              <a:ext cx="879476" cy="879476"/>
            </a:xfrm>
            <a:prstGeom prst="blockArc">
              <a:avLst>
                <a:gd name="adj1" fmla="val 21442811"/>
                <a:gd name="adj2" fmla="val 10822413"/>
                <a:gd name="adj3" fmla="val 14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1" name="Oval 100"/>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2"/>
                  </a:solidFill>
                </a:rPr>
                <a:t>50%</a:t>
              </a:r>
              <a:br>
                <a:rPr lang="en-US" sz="1050" dirty="0">
                  <a:solidFill>
                    <a:schemeClr val="accent2"/>
                  </a:solidFill>
                </a:rPr>
              </a:br>
              <a:r>
                <a:rPr lang="en-US" sz="900" dirty="0">
                  <a:solidFill>
                    <a:schemeClr val="accent2"/>
                  </a:solidFill>
                </a:rPr>
                <a:t>Title Goes Here </a:t>
              </a:r>
              <a:endParaRPr lang="en-US" sz="1050" dirty="0">
                <a:solidFill>
                  <a:schemeClr val="accent2"/>
                </a:solidFill>
              </a:endParaRPr>
            </a:p>
          </p:txBody>
        </p:sp>
      </p:grpSp>
      <p:grpSp>
        <p:nvGrpSpPr>
          <p:cNvPr id="102" name="Group 101"/>
          <p:cNvGrpSpPr/>
          <p:nvPr/>
        </p:nvGrpSpPr>
        <p:grpSpPr>
          <a:xfrm>
            <a:off x="6313933" y="3380196"/>
            <a:ext cx="1115204" cy="1115204"/>
            <a:chOff x="1439862" y="1893094"/>
            <a:chExt cx="879476" cy="879476"/>
          </a:xfrm>
        </p:grpSpPr>
        <p:sp>
          <p:nvSpPr>
            <p:cNvPr id="103"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Block Arc 103"/>
            <p:cNvSpPr/>
            <p:nvPr/>
          </p:nvSpPr>
          <p:spPr>
            <a:xfrm rot="16200000" flipH="1">
              <a:off x="1439862" y="1893094"/>
              <a:ext cx="879476" cy="879476"/>
            </a:xfrm>
            <a:prstGeom prst="blockArc">
              <a:avLst>
                <a:gd name="adj1" fmla="val 5333591"/>
                <a:gd name="adj2" fmla="val 10822413"/>
                <a:gd name="adj3" fmla="val 144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Oval 104"/>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3"/>
                  </a:solidFill>
                </a:rPr>
                <a:t>15%</a:t>
              </a:r>
              <a:br>
                <a:rPr lang="en-US" sz="1050" dirty="0">
                  <a:solidFill>
                    <a:schemeClr val="accent3"/>
                  </a:solidFill>
                </a:rPr>
              </a:br>
              <a:r>
                <a:rPr lang="en-US" sz="900" dirty="0">
                  <a:solidFill>
                    <a:schemeClr val="accent3"/>
                  </a:solidFill>
                </a:rPr>
                <a:t>Title Goes Here </a:t>
              </a:r>
              <a:endParaRPr lang="en-US" sz="1050" dirty="0">
                <a:solidFill>
                  <a:schemeClr val="accent3"/>
                </a:solidFill>
              </a:endParaRPr>
            </a:p>
          </p:txBody>
        </p:sp>
      </p:grpSp>
      <p:grpSp>
        <p:nvGrpSpPr>
          <p:cNvPr id="106" name="Group 105"/>
          <p:cNvGrpSpPr/>
          <p:nvPr/>
        </p:nvGrpSpPr>
        <p:grpSpPr>
          <a:xfrm>
            <a:off x="7482333" y="3380196"/>
            <a:ext cx="1115204" cy="1115204"/>
            <a:chOff x="1439862" y="1893094"/>
            <a:chExt cx="879476" cy="879476"/>
          </a:xfrm>
        </p:grpSpPr>
        <p:sp>
          <p:nvSpPr>
            <p:cNvPr id="107"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Block Arc 107"/>
            <p:cNvSpPr/>
            <p:nvPr/>
          </p:nvSpPr>
          <p:spPr>
            <a:xfrm rot="16200000" flipH="1">
              <a:off x="1439862" y="1893094"/>
              <a:ext cx="879476" cy="879476"/>
            </a:xfrm>
            <a:prstGeom prst="blockArc">
              <a:avLst>
                <a:gd name="adj1" fmla="val 2043668"/>
                <a:gd name="adj2" fmla="val 10822413"/>
                <a:gd name="adj3" fmla="val 144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9" name="Oval 138"/>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4"/>
                  </a:solidFill>
                </a:rPr>
                <a:t>45%</a:t>
              </a:r>
              <a:br>
                <a:rPr lang="en-US" sz="1050" dirty="0">
                  <a:solidFill>
                    <a:schemeClr val="accent4"/>
                  </a:solidFill>
                </a:rPr>
              </a:br>
              <a:r>
                <a:rPr lang="en-US" sz="900" dirty="0">
                  <a:solidFill>
                    <a:schemeClr val="accent4"/>
                  </a:solidFill>
                </a:rPr>
                <a:t>Title Goes Here </a:t>
              </a:r>
              <a:endParaRPr lang="en-US" sz="1050" dirty="0">
                <a:solidFill>
                  <a:schemeClr val="accent4"/>
                </a:solidFill>
              </a:endParaRPr>
            </a:p>
          </p:txBody>
        </p:sp>
      </p:grpSp>
      <p:grpSp>
        <p:nvGrpSpPr>
          <p:cNvPr id="140" name="Group 79"/>
          <p:cNvGrpSpPr/>
          <p:nvPr/>
        </p:nvGrpSpPr>
        <p:grpSpPr>
          <a:xfrm>
            <a:off x="4635137" y="4800730"/>
            <a:ext cx="1668218" cy="809161"/>
            <a:chOff x="659295" y="3271728"/>
            <a:chExt cx="1668218" cy="809161"/>
          </a:xfrm>
        </p:grpSpPr>
        <p:sp>
          <p:nvSpPr>
            <p:cNvPr id="141" name="Text Placeholder 3"/>
            <p:cNvSpPr txBox="1">
              <a:spLocks/>
            </p:cNvSpPr>
            <p:nvPr/>
          </p:nvSpPr>
          <p:spPr>
            <a:xfrm>
              <a:off x="1081865" y="3271728"/>
              <a:ext cx="764633" cy="553998"/>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grpSp>
          <p:nvGrpSpPr>
            <p:cNvPr id="142" name="Group 179"/>
            <p:cNvGrpSpPr/>
            <p:nvPr/>
          </p:nvGrpSpPr>
          <p:grpSpPr>
            <a:xfrm>
              <a:off x="659295" y="3281791"/>
              <a:ext cx="305892" cy="782868"/>
              <a:chOff x="5054600" y="1652588"/>
              <a:chExt cx="187325" cy="479424"/>
            </a:xfrm>
            <a:solidFill>
              <a:schemeClr val="tx1">
                <a:lumMod val="50000"/>
                <a:lumOff val="50000"/>
              </a:schemeClr>
            </a:solidFill>
          </p:grpSpPr>
          <p:sp>
            <p:nvSpPr>
              <p:cNvPr id="14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14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143" name="Text Placeholder 3"/>
            <p:cNvSpPr txBox="1">
              <a:spLocks/>
            </p:cNvSpPr>
            <p:nvPr/>
          </p:nvSpPr>
          <p:spPr>
            <a:xfrm>
              <a:off x="1009932"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146" name="Group 80"/>
          <p:cNvGrpSpPr/>
          <p:nvPr/>
        </p:nvGrpSpPr>
        <p:grpSpPr>
          <a:xfrm>
            <a:off x="6498897" y="4788286"/>
            <a:ext cx="1679691" cy="834049"/>
            <a:chOff x="2551044" y="3246840"/>
            <a:chExt cx="1679691" cy="834049"/>
          </a:xfrm>
        </p:grpSpPr>
        <p:grpSp>
          <p:nvGrpSpPr>
            <p:cNvPr id="147" name="Group 184"/>
            <p:cNvGrpSpPr/>
            <p:nvPr/>
          </p:nvGrpSpPr>
          <p:grpSpPr>
            <a:xfrm>
              <a:off x="2551072" y="3271738"/>
              <a:ext cx="362111" cy="777397"/>
              <a:chOff x="6213475" y="1668463"/>
              <a:chExt cx="227013" cy="487362"/>
            </a:xfrm>
            <a:solidFill>
              <a:schemeClr val="tx1">
                <a:lumMod val="50000"/>
                <a:lumOff val="50000"/>
              </a:schemeClr>
            </a:solidFill>
          </p:grpSpPr>
          <p:sp>
            <p:nvSpPr>
              <p:cNvPr id="150"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151"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148" name="Text Placeholder 3"/>
            <p:cNvSpPr txBox="1">
              <a:spLocks/>
            </p:cNvSpPr>
            <p:nvPr/>
          </p:nvSpPr>
          <p:spPr>
            <a:xfrm>
              <a:off x="2976782" y="3246840"/>
              <a:ext cx="764633" cy="553998"/>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149"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wipe(left)">
                                      <p:cBhvr>
                                        <p:cTn id="13" dur="500"/>
                                        <p:tgtEl>
                                          <p:spTgt spid="93"/>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94"/>
                                        </p:tgtEl>
                                        <p:attrNameLst>
                                          <p:attrName>style.visibility</p:attrName>
                                        </p:attrNameLst>
                                      </p:cBhvr>
                                      <p:to>
                                        <p:strVal val="visible"/>
                                      </p:to>
                                    </p:set>
                                    <p:anim calcmode="lin" valueType="num">
                                      <p:cBhvr>
                                        <p:cTn id="17" dur="500" fill="hold"/>
                                        <p:tgtEl>
                                          <p:spTgt spid="94"/>
                                        </p:tgtEl>
                                        <p:attrNameLst>
                                          <p:attrName>ppt_w</p:attrName>
                                        </p:attrNameLst>
                                      </p:cBhvr>
                                      <p:tavLst>
                                        <p:tav tm="0">
                                          <p:val>
                                            <p:fltVal val="0"/>
                                          </p:val>
                                        </p:tav>
                                        <p:tav tm="100000">
                                          <p:val>
                                            <p:strVal val="#ppt_w"/>
                                          </p:val>
                                        </p:tav>
                                      </p:tavLst>
                                    </p:anim>
                                    <p:anim calcmode="lin" valueType="num">
                                      <p:cBhvr>
                                        <p:cTn id="18" dur="500" fill="hold"/>
                                        <p:tgtEl>
                                          <p:spTgt spid="94"/>
                                        </p:tgtEl>
                                        <p:attrNameLst>
                                          <p:attrName>ppt_h</p:attrName>
                                        </p:attrNameLst>
                                      </p:cBhvr>
                                      <p:tavLst>
                                        <p:tav tm="0">
                                          <p:val>
                                            <p:fltVal val="0"/>
                                          </p:val>
                                        </p:tav>
                                        <p:tav tm="100000">
                                          <p:val>
                                            <p:strVal val="#ppt_h"/>
                                          </p:val>
                                        </p:tav>
                                      </p:tavLst>
                                    </p:anim>
                                    <p:animEffect transition="in" filter="fade">
                                      <p:cBhvr>
                                        <p:cTn id="19" dur="500"/>
                                        <p:tgtEl>
                                          <p:spTgt spid="94"/>
                                        </p:tgtEl>
                                      </p:cBhvr>
                                    </p:animEffect>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 calcmode="lin" valueType="num">
                                      <p:cBhvr>
                                        <p:cTn id="23" dur="500" fill="hold"/>
                                        <p:tgtEl>
                                          <p:spTgt spid="98"/>
                                        </p:tgtEl>
                                        <p:attrNameLst>
                                          <p:attrName>ppt_w</p:attrName>
                                        </p:attrNameLst>
                                      </p:cBhvr>
                                      <p:tavLst>
                                        <p:tav tm="0">
                                          <p:val>
                                            <p:fltVal val="0"/>
                                          </p:val>
                                        </p:tav>
                                        <p:tav tm="100000">
                                          <p:val>
                                            <p:strVal val="#ppt_w"/>
                                          </p:val>
                                        </p:tav>
                                      </p:tavLst>
                                    </p:anim>
                                    <p:anim calcmode="lin" valueType="num">
                                      <p:cBhvr>
                                        <p:cTn id="24" dur="500" fill="hold"/>
                                        <p:tgtEl>
                                          <p:spTgt spid="98"/>
                                        </p:tgtEl>
                                        <p:attrNameLst>
                                          <p:attrName>ppt_h</p:attrName>
                                        </p:attrNameLst>
                                      </p:cBhvr>
                                      <p:tavLst>
                                        <p:tav tm="0">
                                          <p:val>
                                            <p:fltVal val="0"/>
                                          </p:val>
                                        </p:tav>
                                        <p:tav tm="100000">
                                          <p:val>
                                            <p:strVal val="#ppt_h"/>
                                          </p:val>
                                        </p:tav>
                                      </p:tavLst>
                                    </p:anim>
                                    <p:animEffect transition="in" filter="fade">
                                      <p:cBhvr>
                                        <p:cTn id="25" dur="500"/>
                                        <p:tgtEl>
                                          <p:spTgt spid="98"/>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102"/>
                                        </p:tgtEl>
                                        <p:attrNameLst>
                                          <p:attrName>style.visibility</p:attrName>
                                        </p:attrNameLst>
                                      </p:cBhvr>
                                      <p:to>
                                        <p:strVal val="visible"/>
                                      </p:to>
                                    </p:set>
                                    <p:anim calcmode="lin" valueType="num">
                                      <p:cBhvr>
                                        <p:cTn id="29" dur="500" fill="hold"/>
                                        <p:tgtEl>
                                          <p:spTgt spid="102"/>
                                        </p:tgtEl>
                                        <p:attrNameLst>
                                          <p:attrName>ppt_w</p:attrName>
                                        </p:attrNameLst>
                                      </p:cBhvr>
                                      <p:tavLst>
                                        <p:tav tm="0">
                                          <p:val>
                                            <p:fltVal val="0"/>
                                          </p:val>
                                        </p:tav>
                                        <p:tav tm="100000">
                                          <p:val>
                                            <p:strVal val="#ppt_w"/>
                                          </p:val>
                                        </p:tav>
                                      </p:tavLst>
                                    </p:anim>
                                    <p:anim calcmode="lin" valueType="num">
                                      <p:cBhvr>
                                        <p:cTn id="30" dur="500" fill="hold"/>
                                        <p:tgtEl>
                                          <p:spTgt spid="102"/>
                                        </p:tgtEl>
                                        <p:attrNameLst>
                                          <p:attrName>ppt_h</p:attrName>
                                        </p:attrNameLst>
                                      </p:cBhvr>
                                      <p:tavLst>
                                        <p:tav tm="0">
                                          <p:val>
                                            <p:fltVal val="0"/>
                                          </p:val>
                                        </p:tav>
                                        <p:tav tm="100000">
                                          <p:val>
                                            <p:strVal val="#ppt_h"/>
                                          </p:val>
                                        </p:tav>
                                      </p:tavLst>
                                    </p:anim>
                                    <p:animEffect transition="in" filter="fade">
                                      <p:cBhvr>
                                        <p:cTn id="31" dur="500"/>
                                        <p:tgtEl>
                                          <p:spTgt spid="102"/>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106"/>
                                        </p:tgtEl>
                                        <p:attrNameLst>
                                          <p:attrName>style.visibility</p:attrName>
                                        </p:attrNameLst>
                                      </p:cBhvr>
                                      <p:to>
                                        <p:strVal val="visible"/>
                                      </p:to>
                                    </p:set>
                                    <p:anim calcmode="lin" valueType="num">
                                      <p:cBhvr>
                                        <p:cTn id="35" dur="500" fill="hold"/>
                                        <p:tgtEl>
                                          <p:spTgt spid="106"/>
                                        </p:tgtEl>
                                        <p:attrNameLst>
                                          <p:attrName>ppt_w</p:attrName>
                                        </p:attrNameLst>
                                      </p:cBhvr>
                                      <p:tavLst>
                                        <p:tav tm="0">
                                          <p:val>
                                            <p:fltVal val="0"/>
                                          </p:val>
                                        </p:tav>
                                        <p:tav tm="100000">
                                          <p:val>
                                            <p:strVal val="#ppt_w"/>
                                          </p:val>
                                        </p:tav>
                                      </p:tavLst>
                                    </p:anim>
                                    <p:anim calcmode="lin" valueType="num">
                                      <p:cBhvr>
                                        <p:cTn id="36" dur="500" fill="hold"/>
                                        <p:tgtEl>
                                          <p:spTgt spid="106"/>
                                        </p:tgtEl>
                                        <p:attrNameLst>
                                          <p:attrName>ppt_h</p:attrName>
                                        </p:attrNameLst>
                                      </p:cBhvr>
                                      <p:tavLst>
                                        <p:tav tm="0">
                                          <p:val>
                                            <p:fltVal val="0"/>
                                          </p:val>
                                        </p:tav>
                                        <p:tav tm="100000">
                                          <p:val>
                                            <p:strVal val="#ppt_h"/>
                                          </p:val>
                                        </p:tav>
                                      </p:tavLst>
                                    </p:anim>
                                    <p:animEffect transition="in" filter="fade">
                                      <p:cBhvr>
                                        <p:cTn id="37" dur="500"/>
                                        <p:tgtEl>
                                          <p:spTgt spid="106"/>
                                        </p:tgtEl>
                                      </p:cBhvr>
                                    </p:animEffect>
                                  </p:childTnLst>
                                </p:cTn>
                              </p:par>
                            </p:childTnLst>
                          </p:cTn>
                        </p:par>
                        <p:par>
                          <p:cTn id="38" fill="hold">
                            <p:stCondLst>
                              <p:cond delay="3000"/>
                            </p:stCondLst>
                            <p:childTnLst>
                              <p:par>
                                <p:cTn id="39" presetID="12" presetClass="entr" presetSubtype="4" fill="hold" nodeType="afterEffect">
                                  <p:stCondLst>
                                    <p:cond delay="0"/>
                                  </p:stCondLst>
                                  <p:childTnLst>
                                    <p:set>
                                      <p:cBhvr>
                                        <p:cTn id="40" dur="1" fill="hold">
                                          <p:stCondLst>
                                            <p:cond delay="0"/>
                                          </p:stCondLst>
                                        </p:cTn>
                                        <p:tgtEl>
                                          <p:spTgt spid="140"/>
                                        </p:tgtEl>
                                        <p:attrNameLst>
                                          <p:attrName>style.visibility</p:attrName>
                                        </p:attrNameLst>
                                      </p:cBhvr>
                                      <p:to>
                                        <p:strVal val="visible"/>
                                      </p:to>
                                    </p:set>
                                    <p:animEffect transition="in" filter="slide(fromBottom)">
                                      <p:cBhvr>
                                        <p:cTn id="41" dur="500"/>
                                        <p:tgtEl>
                                          <p:spTgt spid="140"/>
                                        </p:tgtEl>
                                      </p:cBhvr>
                                    </p:animEffect>
                                  </p:childTnLst>
                                </p:cTn>
                              </p:par>
                            </p:childTnLst>
                          </p:cTn>
                        </p:par>
                        <p:par>
                          <p:cTn id="42" fill="hold">
                            <p:stCondLst>
                              <p:cond delay="3500"/>
                            </p:stCondLst>
                            <p:childTnLst>
                              <p:par>
                                <p:cTn id="43" presetID="12" presetClass="entr" presetSubtype="4" fill="hold" nodeType="afterEffect">
                                  <p:stCondLst>
                                    <p:cond delay="0"/>
                                  </p:stCondLst>
                                  <p:childTnLst>
                                    <p:set>
                                      <p:cBhvr>
                                        <p:cTn id="44" dur="1" fill="hold">
                                          <p:stCondLst>
                                            <p:cond delay="0"/>
                                          </p:stCondLst>
                                        </p:cTn>
                                        <p:tgtEl>
                                          <p:spTgt spid="146"/>
                                        </p:tgtEl>
                                        <p:attrNameLst>
                                          <p:attrName>style.visibility</p:attrName>
                                        </p:attrNameLst>
                                      </p:cBhvr>
                                      <p:to>
                                        <p:strVal val="visible"/>
                                      </p:to>
                                    </p:set>
                                    <p:animEffect transition="in" filter="slide(fromBottom)">
                                      <p:cBhvr>
                                        <p:cTn id="45" dur="5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Detailed UK &amp; Ireland Map</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UK &amp; Ireland Map</a:t>
            </a:r>
            <a:endParaRPr lang="en-US" dirty="0"/>
          </a:p>
        </p:txBody>
      </p:sp>
      <p:grpSp>
        <p:nvGrpSpPr>
          <p:cNvPr id="344" name="Group 343"/>
          <p:cNvGrpSpPr/>
          <p:nvPr/>
        </p:nvGrpSpPr>
        <p:grpSpPr>
          <a:xfrm>
            <a:off x="6180876" y="1828800"/>
            <a:ext cx="2617788" cy="4206876"/>
            <a:chOff x="442913" y="469900"/>
            <a:chExt cx="2617788" cy="4206876"/>
          </a:xfrm>
          <a:solidFill>
            <a:schemeClr val="tx1">
              <a:lumMod val="25000"/>
              <a:lumOff val="75000"/>
            </a:schemeClr>
          </a:solidFill>
        </p:grpSpPr>
        <p:sp>
          <p:nvSpPr>
            <p:cNvPr id="345" name="Freeform 5"/>
            <p:cNvSpPr>
              <a:spLocks/>
            </p:cNvSpPr>
            <p:nvPr/>
          </p:nvSpPr>
          <p:spPr bwMode="auto">
            <a:xfrm>
              <a:off x="1292226" y="2838451"/>
              <a:ext cx="11113" cy="7938"/>
            </a:xfrm>
            <a:custGeom>
              <a:avLst/>
              <a:gdLst/>
              <a:ahLst/>
              <a:cxnLst>
                <a:cxn ang="0">
                  <a:pos x="5" y="3"/>
                </a:cxn>
                <a:cxn ang="0">
                  <a:pos x="4" y="4"/>
                </a:cxn>
                <a:cxn ang="0">
                  <a:pos x="2" y="4"/>
                </a:cxn>
                <a:cxn ang="0">
                  <a:pos x="1" y="4"/>
                </a:cxn>
                <a:cxn ang="0">
                  <a:pos x="0" y="3"/>
                </a:cxn>
                <a:cxn ang="0">
                  <a:pos x="1" y="1"/>
                </a:cxn>
                <a:cxn ang="0">
                  <a:pos x="3" y="1"/>
                </a:cxn>
                <a:cxn ang="0">
                  <a:pos x="4" y="1"/>
                </a:cxn>
                <a:cxn ang="0">
                  <a:pos x="5" y="1"/>
                </a:cxn>
                <a:cxn ang="0">
                  <a:pos x="5" y="3"/>
                </a:cxn>
              </a:cxnLst>
              <a:rect l="0" t="0" r="r" b="b"/>
              <a:pathLst>
                <a:path w="6" h="4">
                  <a:moveTo>
                    <a:pt x="5" y="3"/>
                  </a:moveTo>
                  <a:cubicBezTo>
                    <a:pt x="5" y="3"/>
                    <a:pt x="4" y="4"/>
                    <a:pt x="4" y="4"/>
                  </a:cubicBezTo>
                  <a:cubicBezTo>
                    <a:pt x="3" y="4"/>
                    <a:pt x="2" y="4"/>
                    <a:pt x="2" y="4"/>
                  </a:cubicBezTo>
                  <a:cubicBezTo>
                    <a:pt x="2" y="4"/>
                    <a:pt x="1" y="4"/>
                    <a:pt x="1" y="4"/>
                  </a:cubicBezTo>
                  <a:cubicBezTo>
                    <a:pt x="1" y="4"/>
                    <a:pt x="0" y="3"/>
                    <a:pt x="0" y="3"/>
                  </a:cubicBezTo>
                  <a:cubicBezTo>
                    <a:pt x="0" y="2"/>
                    <a:pt x="1" y="1"/>
                    <a:pt x="1" y="1"/>
                  </a:cubicBezTo>
                  <a:cubicBezTo>
                    <a:pt x="1" y="1"/>
                    <a:pt x="2" y="0"/>
                    <a:pt x="3" y="1"/>
                  </a:cubicBezTo>
                  <a:cubicBezTo>
                    <a:pt x="3" y="1"/>
                    <a:pt x="4" y="1"/>
                    <a:pt x="4" y="1"/>
                  </a:cubicBezTo>
                  <a:cubicBezTo>
                    <a:pt x="4" y="1"/>
                    <a:pt x="5" y="1"/>
                    <a:pt x="5" y="1"/>
                  </a:cubicBezTo>
                  <a:cubicBezTo>
                    <a:pt x="6" y="1"/>
                    <a:pt x="5" y="3"/>
                    <a:pt x="5"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6"/>
            <p:cNvSpPr>
              <a:spLocks/>
            </p:cNvSpPr>
            <p:nvPr/>
          </p:nvSpPr>
          <p:spPr bwMode="auto">
            <a:xfrm>
              <a:off x="1304926" y="2684463"/>
              <a:ext cx="130175" cy="161925"/>
            </a:xfrm>
            <a:custGeom>
              <a:avLst/>
              <a:gdLst/>
              <a:ahLst/>
              <a:cxnLst>
                <a:cxn ang="0">
                  <a:pos x="0" y="82"/>
                </a:cxn>
                <a:cxn ang="0">
                  <a:pos x="1" y="79"/>
                </a:cxn>
                <a:cxn ang="0">
                  <a:pos x="3" y="76"/>
                </a:cxn>
                <a:cxn ang="0">
                  <a:pos x="0" y="75"/>
                </a:cxn>
                <a:cxn ang="0">
                  <a:pos x="2" y="72"/>
                </a:cxn>
                <a:cxn ang="0">
                  <a:pos x="5" y="67"/>
                </a:cxn>
                <a:cxn ang="0">
                  <a:pos x="8" y="63"/>
                </a:cxn>
                <a:cxn ang="0">
                  <a:pos x="7" y="58"/>
                </a:cxn>
                <a:cxn ang="0">
                  <a:pos x="8" y="54"/>
                </a:cxn>
                <a:cxn ang="0">
                  <a:pos x="9" y="47"/>
                </a:cxn>
                <a:cxn ang="0">
                  <a:pos x="15" y="43"/>
                </a:cxn>
                <a:cxn ang="0">
                  <a:pos x="24" y="36"/>
                </a:cxn>
                <a:cxn ang="0">
                  <a:pos x="30" y="23"/>
                </a:cxn>
                <a:cxn ang="0">
                  <a:pos x="34" y="12"/>
                </a:cxn>
                <a:cxn ang="0">
                  <a:pos x="44" y="4"/>
                </a:cxn>
                <a:cxn ang="0">
                  <a:pos x="55" y="1"/>
                </a:cxn>
                <a:cxn ang="0">
                  <a:pos x="59" y="2"/>
                </a:cxn>
                <a:cxn ang="0">
                  <a:pos x="56" y="9"/>
                </a:cxn>
                <a:cxn ang="0">
                  <a:pos x="56" y="18"/>
                </a:cxn>
                <a:cxn ang="0">
                  <a:pos x="58" y="23"/>
                </a:cxn>
                <a:cxn ang="0">
                  <a:pos x="63" y="25"/>
                </a:cxn>
                <a:cxn ang="0">
                  <a:pos x="69" y="29"/>
                </a:cxn>
                <a:cxn ang="0">
                  <a:pos x="67" y="31"/>
                </a:cxn>
                <a:cxn ang="0">
                  <a:pos x="65" y="30"/>
                </a:cxn>
                <a:cxn ang="0">
                  <a:pos x="61" y="35"/>
                </a:cxn>
                <a:cxn ang="0">
                  <a:pos x="58" y="41"/>
                </a:cxn>
                <a:cxn ang="0">
                  <a:pos x="55" y="45"/>
                </a:cxn>
                <a:cxn ang="0">
                  <a:pos x="54" y="50"/>
                </a:cxn>
                <a:cxn ang="0">
                  <a:pos x="52" y="56"/>
                </a:cxn>
                <a:cxn ang="0">
                  <a:pos x="46" y="58"/>
                </a:cxn>
                <a:cxn ang="0">
                  <a:pos x="45" y="63"/>
                </a:cxn>
                <a:cxn ang="0">
                  <a:pos x="41" y="67"/>
                </a:cxn>
                <a:cxn ang="0">
                  <a:pos x="34" y="70"/>
                </a:cxn>
                <a:cxn ang="0">
                  <a:pos x="29" y="73"/>
                </a:cxn>
                <a:cxn ang="0">
                  <a:pos x="28" y="77"/>
                </a:cxn>
                <a:cxn ang="0">
                  <a:pos x="25" y="81"/>
                </a:cxn>
                <a:cxn ang="0">
                  <a:pos x="22" y="86"/>
                </a:cxn>
                <a:cxn ang="0">
                  <a:pos x="21" y="83"/>
                </a:cxn>
                <a:cxn ang="0">
                  <a:pos x="21" y="80"/>
                </a:cxn>
                <a:cxn ang="0">
                  <a:pos x="19" y="83"/>
                </a:cxn>
                <a:cxn ang="0">
                  <a:pos x="14" y="84"/>
                </a:cxn>
                <a:cxn ang="0">
                  <a:pos x="12" y="79"/>
                </a:cxn>
                <a:cxn ang="0">
                  <a:pos x="10" y="79"/>
                </a:cxn>
                <a:cxn ang="0">
                  <a:pos x="5" y="83"/>
                </a:cxn>
                <a:cxn ang="0">
                  <a:pos x="2" y="84"/>
                </a:cxn>
              </a:cxnLst>
              <a:rect l="0" t="0" r="r" b="b"/>
              <a:pathLst>
                <a:path w="69" h="86">
                  <a:moveTo>
                    <a:pt x="1" y="83"/>
                  </a:moveTo>
                  <a:cubicBezTo>
                    <a:pt x="0" y="83"/>
                    <a:pt x="1" y="82"/>
                    <a:pt x="0" y="82"/>
                  </a:cubicBezTo>
                  <a:cubicBezTo>
                    <a:pt x="0" y="81"/>
                    <a:pt x="0" y="81"/>
                    <a:pt x="0" y="81"/>
                  </a:cubicBezTo>
                  <a:cubicBezTo>
                    <a:pt x="0" y="80"/>
                    <a:pt x="0" y="79"/>
                    <a:pt x="1" y="79"/>
                  </a:cubicBezTo>
                  <a:cubicBezTo>
                    <a:pt x="1" y="78"/>
                    <a:pt x="2" y="78"/>
                    <a:pt x="2" y="78"/>
                  </a:cubicBezTo>
                  <a:cubicBezTo>
                    <a:pt x="2" y="78"/>
                    <a:pt x="3" y="77"/>
                    <a:pt x="3" y="76"/>
                  </a:cubicBezTo>
                  <a:cubicBezTo>
                    <a:pt x="3" y="76"/>
                    <a:pt x="2" y="76"/>
                    <a:pt x="1" y="76"/>
                  </a:cubicBezTo>
                  <a:cubicBezTo>
                    <a:pt x="1" y="75"/>
                    <a:pt x="0" y="75"/>
                    <a:pt x="0" y="75"/>
                  </a:cubicBezTo>
                  <a:cubicBezTo>
                    <a:pt x="0" y="74"/>
                    <a:pt x="0" y="74"/>
                    <a:pt x="0" y="73"/>
                  </a:cubicBezTo>
                  <a:cubicBezTo>
                    <a:pt x="1" y="73"/>
                    <a:pt x="1" y="73"/>
                    <a:pt x="2" y="72"/>
                  </a:cubicBezTo>
                  <a:cubicBezTo>
                    <a:pt x="3" y="72"/>
                    <a:pt x="4" y="71"/>
                    <a:pt x="5" y="70"/>
                  </a:cubicBezTo>
                  <a:cubicBezTo>
                    <a:pt x="5" y="69"/>
                    <a:pt x="5" y="68"/>
                    <a:pt x="5" y="67"/>
                  </a:cubicBezTo>
                  <a:cubicBezTo>
                    <a:pt x="6" y="66"/>
                    <a:pt x="7" y="65"/>
                    <a:pt x="7" y="65"/>
                  </a:cubicBezTo>
                  <a:cubicBezTo>
                    <a:pt x="7" y="64"/>
                    <a:pt x="8" y="63"/>
                    <a:pt x="8" y="63"/>
                  </a:cubicBezTo>
                  <a:cubicBezTo>
                    <a:pt x="8" y="62"/>
                    <a:pt x="8" y="61"/>
                    <a:pt x="8" y="61"/>
                  </a:cubicBezTo>
                  <a:cubicBezTo>
                    <a:pt x="8" y="60"/>
                    <a:pt x="7" y="59"/>
                    <a:pt x="7" y="58"/>
                  </a:cubicBezTo>
                  <a:cubicBezTo>
                    <a:pt x="7" y="58"/>
                    <a:pt x="7" y="56"/>
                    <a:pt x="7" y="56"/>
                  </a:cubicBezTo>
                  <a:cubicBezTo>
                    <a:pt x="7" y="55"/>
                    <a:pt x="7" y="55"/>
                    <a:pt x="8" y="54"/>
                  </a:cubicBezTo>
                  <a:cubicBezTo>
                    <a:pt x="8" y="54"/>
                    <a:pt x="9" y="52"/>
                    <a:pt x="9" y="51"/>
                  </a:cubicBezTo>
                  <a:cubicBezTo>
                    <a:pt x="10" y="50"/>
                    <a:pt x="9" y="48"/>
                    <a:pt x="9" y="47"/>
                  </a:cubicBezTo>
                  <a:cubicBezTo>
                    <a:pt x="9" y="46"/>
                    <a:pt x="10" y="45"/>
                    <a:pt x="11" y="45"/>
                  </a:cubicBezTo>
                  <a:cubicBezTo>
                    <a:pt x="12" y="44"/>
                    <a:pt x="14" y="43"/>
                    <a:pt x="15" y="43"/>
                  </a:cubicBezTo>
                  <a:cubicBezTo>
                    <a:pt x="17" y="42"/>
                    <a:pt x="20" y="41"/>
                    <a:pt x="21" y="40"/>
                  </a:cubicBezTo>
                  <a:cubicBezTo>
                    <a:pt x="22" y="39"/>
                    <a:pt x="23" y="37"/>
                    <a:pt x="24" y="36"/>
                  </a:cubicBezTo>
                  <a:cubicBezTo>
                    <a:pt x="25" y="34"/>
                    <a:pt x="26" y="31"/>
                    <a:pt x="26" y="29"/>
                  </a:cubicBezTo>
                  <a:cubicBezTo>
                    <a:pt x="27" y="27"/>
                    <a:pt x="29" y="24"/>
                    <a:pt x="30" y="23"/>
                  </a:cubicBezTo>
                  <a:cubicBezTo>
                    <a:pt x="30" y="21"/>
                    <a:pt x="31" y="18"/>
                    <a:pt x="31" y="17"/>
                  </a:cubicBezTo>
                  <a:cubicBezTo>
                    <a:pt x="32" y="15"/>
                    <a:pt x="33" y="13"/>
                    <a:pt x="34" y="12"/>
                  </a:cubicBezTo>
                  <a:cubicBezTo>
                    <a:pt x="35" y="11"/>
                    <a:pt x="37" y="9"/>
                    <a:pt x="39" y="8"/>
                  </a:cubicBezTo>
                  <a:cubicBezTo>
                    <a:pt x="40" y="7"/>
                    <a:pt x="43" y="5"/>
                    <a:pt x="44" y="4"/>
                  </a:cubicBezTo>
                  <a:cubicBezTo>
                    <a:pt x="46" y="4"/>
                    <a:pt x="49" y="3"/>
                    <a:pt x="50" y="3"/>
                  </a:cubicBezTo>
                  <a:cubicBezTo>
                    <a:pt x="52" y="2"/>
                    <a:pt x="54" y="1"/>
                    <a:pt x="55" y="1"/>
                  </a:cubicBezTo>
                  <a:cubicBezTo>
                    <a:pt x="55" y="1"/>
                    <a:pt x="57" y="0"/>
                    <a:pt x="58" y="0"/>
                  </a:cubicBezTo>
                  <a:cubicBezTo>
                    <a:pt x="58" y="0"/>
                    <a:pt x="59" y="1"/>
                    <a:pt x="59" y="2"/>
                  </a:cubicBezTo>
                  <a:cubicBezTo>
                    <a:pt x="60" y="2"/>
                    <a:pt x="59" y="4"/>
                    <a:pt x="58" y="5"/>
                  </a:cubicBezTo>
                  <a:cubicBezTo>
                    <a:pt x="58" y="6"/>
                    <a:pt x="57" y="8"/>
                    <a:pt x="56" y="9"/>
                  </a:cubicBezTo>
                  <a:cubicBezTo>
                    <a:pt x="56" y="10"/>
                    <a:pt x="55" y="13"/>
                    <a:pt x="55" y="14"/>
                  </a:cubicBezTo>
                  <a:cubicBezTo>
                    <a:pt x="55" y="15"/>
                    <a:pt x="55" y="17"/>
                    <a:pt x="56" y="18"/>
                  </a:cubicBezTo>
                  <a:cubicBezTo>
                    <a:pt x="56" y="18"/>
                    <a:pt x="57" y="20"/>
                    <a:pt x="57" y="21"/>
                  </a:cubicBezTo>
                  <a:cubicBezTo>
                    <a:pt x="57" y="21"/>
                    <a:pt x="57" y="23"/>
                    <a:pt x="58" y="23"/>
                  </a:cubicBezTo>
                  <a:cubicBezTo>
                    <a:pt x="58" y="24"/>
                    <a:pt x="59" y="24"/>
                    <a:pt x="60" y="24"/>
                  </a:cubicBezTo>
                  <a:cubicBezTo>
                    <a:pt x="61" y="25"/>
                    <a:pt x="62" y="25"/>
                    <a:pt x="63" y="25"/>
                  </a:cubicBezTo>
                  <a:cubicBezTo>
                    <a:pt x="63" y="25"/>
                    <a:pt x="65" y="26"/>
                    <a:pt x="66" y="26"/>
                  </a:cubicBezTo>
                  <a:cubicBezTo>
                    <a:pt x="67" y="27"/>
                    <a:pt x="68" y="28"/>
                    <a:pt x="69" y="29"/>
                  </a:cubicBezTo>
                  <a:cubicBezTo>
                    <a:pt x="69" y="29"/>
                    <a:pt x="69" y="31"/>
                    <a:pt x="69" y="31"/>
                  </a:cubicBezTo>
                  <a:cubicBezTo>
                    <a:pt x="69" y="31"/>
                    <a:pt x="68" y="31"/>
                    <a:pt x="67" y="31"/>
                  </a:cubicBezTo>
                  <a:cubicBezTo>
                    <a:pt x="67" y="31"/>
                    <a:pt x="67" y="30"/>
                    <a:pt x="66" y="30"/>
                  </a:cubicBezTo>
                  <a:cubicBezTo>
                    <a:pt x="66" y="30"/>
                    <a:pt x="66" y="30"/>
                    <a:pt x="65" y="30"/>
                  </a:cubicBezTo>
                  <a:cubicBezTo>
                    <a:pt x="65" y="31"/>
                    <a:pt x="64" y="32"/>
                    <a:pt x="63" y="33"/>
                  </a:cubicBezTo>
                  <a:cubicBezTo>
                    <a:pt x="63" y="33"/>
                    <a:pt x="62" y="34"/>
                    <a:pt x="61" y="35"/>
                  </a:cubicBezTo>
                  <a:cubicBezTo>
                    <a:pt x="61" y="35"/>
                    <a:pt x="60" y="37"/>
                    <a:pt x="59" y="38"/>
                  </a:cubicBezTo>
                  <a:cubicBezTo>
                    <a:pt x="59" y="39"/>
                    <a:pt x="58" y="40"/>
                    <a:pt x="58" y="41"/>
                  </a:cubicBezTo>
                  <a:cubicBezTo>
                    <a:pt x="58" y="42"/>
                    <a:pt x="57" y="43"/>
                    <a:pt x="56" y="44"/>
                  </a:cubicBezTo>
                  <a:cubicBezTo>
                    <a:pt x="56" y="44"/>
                    <a:pt x="55" y="45"/>
                    <a:pt x="55" y="45"/>
                  </a:cubicBezTo>
                  <a:cubicBezTo>
                    <a:pt x="54" y="46"/>
                    <a:pt x="54" y="47"/>
                    <a:pt x="54" y="48"/>
                  </a:cubicBezTo>
                  <a:cubicBezTo>
                    <a:pt x="54" y="48"/>
                    <a:pt x="55" y="50"/>
                    <a:pt x="54" y="50"/>
                  </a:cubicBezTo>
                  <a:cubicBezTo>
                    <a:pt x="54" y="51"/>
                    <a:pt x="54" y="52"/>
                    <a:pt x="54" y="53"/>
                  </a:cubicBezTo>
                  <a:cubicBezTo>
                    <a:pt x="53" y="54"/>
                    <a:pt x="52" y="55"/>
                    <a:pt x="52" y="56"/>
                  </a:cubicBezTo>
                  <a:cubicBezTo>
                    <a:pt x="51" y="56"/>
                    <a:pt x="50" y="57"/>
                    <a:pt x="49" y="57"/>
                  </a:cubicBezTo>
                  <a:cubicBezTo>
                    <a:pt x="48" y="57"/>
                    <a:pt x="47" y="58"/>
                    <a:pt x="46" y="58"/>
                  </a:cubicBezTo>
                  <a:cubicBezTo>
                    <a:pt x="45" y="59"/>
                    <a:pt x="44" y="60"/>
                    <a:pt x="44" y="60"/>
                  </a:cubicBezTo>
                  <a:cubicBezTo>
                    <a:pt x="44" y="61"/>
                    <a:pt x="45" y="62"/>
                    <a:pt x="45" y="63"/>
                  </a:cubicBezTo>
                  <a:cubicBezTo>
                    <a:pt x="45" y="63"/>
                    <a:pt x="45" y="65"/>
                    <a:pt x="44" y="65"/>
                  </a:cubicBezTo>
                  <a:cubicBezTo>
                    <a:pt x="44" y="66"/>
                    <a:pt x="42" y="67"/>
                    <a:pt x="41" y="67"/>
                  </a:cubicBezTo>
                  <a:cubicBezTo>
                    <a:pt x="40" y="68"/>
                    <a:pt x="37" y="68"/>
                    <a:pt x="36" y="68"/>
                  </a:cubicBezTo>
                  <a:cubicBezTo>
                    <a:pt x="35" y="68"/>
                    <a:pt x="35" y="70"/>
                    <a:pt x="34" y="70"/>
                  </a:cubicBezTo>
                  <a:cubicBezTo>
                    <a:pt x="34" y="71"/>
                    <a:pt x="33" y="72"/>
                    <a:pt x="32" y="72"/>
                  </a:cubicBezTo>
                  <a:cubicBezTo>
                    <a:pt x="31" y="72"/>
                    <a:pt x="30" y="73"/>
                    <a:pt x="29" y="73"/>
                  </a:cubicBezTo>
                  <a:cubicBezTo>
                    <a:pt x="29" y="73"/>
                    <a:pt x="28" y="74"/>
                    <a:pt x="28" y="74"/>
                  </a:cubicBezTo>
                  <a:cubicBezTo>
                    <a:pt x="28" y="75"/>
                    <a:pt x="28" y="77"/>
                    <a:pt x="28" y="77"/>
                  </a:cubicBezTo>
                  <a:cubicBezTo>
                    <a:pt x="27" y="78"/>
                    <a:pt x="27" y="79"/>
                    <a:pt x="26" y="80"/>
                  </a:cubicBezTo>
                  <a:cubicBezTo>
                    <a:pt x="26" y="80"/>
                    <a:pt x="25" y="81"/>
                    <a:pt x="25" y="81"/>
                  </a:cubicBezTo>
                  <a:cubicBezTo>
                    <a:pt x="25" y="82"/>
                    <a:pt x="24" y="83"/>
                    <a:pt x="24" y="83"/>
                  </a:cubicBezTo>
                  <a:cubicBezTo>
                    <a:pt x="23" y="84"/>
                    <a:pt x="23" y="86"/>
                    <a:pt x="22" y="86"/>
                  </a:cubicBezTo>
                  <a:cubicBezTo>
                    <a:pt x="22" y="86"/>
                    <a:pt x="21" y="85"/>
                    <a:pt x="21" y="85"/>
                  </a:cubicBezTo>
                  <a:cubicBezTo>
                    <a:pt x="21" y="84"/>
                    <a:pt x="21" y="83"/>
                    <a:pt x="21" y="83"/>
                  </a:cubicBezTo>
                  <a:cubicBezTo>
                    <a:pt x="21" y="83"/>
                    <a:pt x="22" y="82"/>
                    <a:pt x="22" y="81"/>
                  </a:cubicBezTo>
                  <a:cubicBezTo>
                    <a:pt x="22" y="81"/>
                    <a:pt x="21" y="80"/>
                    <a:pt x="21" y="80"/>
                  </a:cubicBezTo>
                  <a:cubicBezTo>
                    <a:pt x="21" y="80"/>
                    <a:pt x="20" y="80"/>
                    <a:pt x="20" y="80"/>
                  </a:cubicBezTo>
                  <a:cubicBezTo>
                    <a:pt x="19" y="81"/>
                    <a:pt x="19" y="82"/>
                    <a:pt x="19" y="83"/>
                  </a:cubicBezTo>
                  <a:cubicBezTo>
                    <a:pt x="18" y="83"/>
                    <a:pt x="17" y="84"/>
                    <a:pt x="17" y="84"/>
                  </a:cubicBezTo>
                  <a:cubicBezTo>
                    <a:pt x="16" y="85"/>
                    <a:pt x="15" y="85"/>
                    <a:pt x="14" y="84"/>
                  </a:cubicBezTo>
                  <a:cubicBezTo>
                    <a:pt x="14" y="84"/>
                    <a:pt x="14" y="82"/>
                    <a:pt x="13" y="81"/>
                  </a:cubicBezTo>
                  <a:cubicBezTo>
                    <a:pt x="13" y="81"/>
                    <a:pt x="13" y="80"/>
                    <a:pt x="12" y="79"/>
                  </a:cubicBezTo>
                  <a:cubicBezTo>
                    <a:pt x="12" y="79"/>
                    <a:pt x="11" y="79"/>
                    <a:pt x="11" y="79"/>
                  </a:cubicBezTo>
                  <a:cubicBezTo>
                    <a:pt x="11" y="79"/>
                    <a:pt x="10" y="79"/>
                    <a:pt x="10" y="79"/>
                  </a:cubicBezTo>
                  <a:cubicBezTo>
                    <a:pt x="9" y="80"/>
                    <a:pt x="8" y="80"/>
                    <a:pt x="8" y="81"/>
                  </a:cubicBezTo>
                  <a:cubicBezTo>
                    <a:pt x="7" y="81"/>
                    <a:pt x="6" y="82"/>
                    <a:pt x="5" y="83"/>
                  </a:cubicBezTo>
                  <a:cubicBezTo>
                    <a:pt x="4" y="83"/>
                    <a:pt x="3" y="84"/>
                    <a:pt x="3" y="84"/>
                  </a:cubicBezTo>
                  <a:cubicBezTo>
                    <a:pt x="3" y="84"/>
                    <a:pt x="2" y="84"/>
                    <a:pt x="2" y="84"/>
                  </a:cubicBezTo>
                  <a:cubicBezTo>
                    <a:pt x="1" y="84"/>
                    <a:pt x="1" y="84"/>
                    <a:pt x="1" y="8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7"/>
            <p:cNvSpPr>
              <a:spLocks/>
            </p:cNvSpPr>
            <p:nvPr/>
          </p:nvSpPr>
          <p:spPr bwMode="auto">
            <a:xfrm>
              <a:off x="1676401" y="3244851"/>
              <a:ext cx="165100" cy="117475"/>
            </a:xfrm>
            <a:custGeom>
              <a:avLst/>
              <a:gdLst/>
              <a:ahLst/>
              <a:cxnLst>
                <a:cxn ang="0">
                  <a:pos x="88" y="41"/>
                </a:cxn>
                <a:cxn ang="0">
                  <a:pos x="85" y="49"/>
                </a:cxn>
                <a:cxn ang="0">
                  <a:pos x="80" y="50"/>
                </a:cxn>
                <a:cxn ang="0">
                  <a:pos x="72" y="52"/>
                </a:cxn>
                <a:cxn ang="0">
                  <a:pos x="65" y="45"/>
                </a:cxn>
                <a:cxn ang="0">
                  <a:pos x="59" y="46"/>
                </a:cxn>
                <a:cxn ang="0">
                  <a:pos x="54" y="43"/>
                </a:cxn>
                <a:cxn ang="0">
                  <a:pos x="49" y="44"/>
                </a:cxn>
                <a:cxn ang="0">
                  <a:pos x="46" y="48"/>
                </a:cxn>
                <a:cxn ang="0">
                  <a:pos x="38" y="50"/>
                </a:cxn>
                <a:cxn ang="0">
                  <a:pos x="35" y="54"/>
                </a:cxn>
                <a:cxn ang="0">
                  <a:pos x="31" y="57"/>
                </a:cxn>
                <a:cxn ang="0">
                  <a:pos x="30" y="58"/>
                </a:cxn>
                <a:cxn ang="0">
                  <a:pos x="26" y="55"/>
                </a:cxn>
                <a:cxn ang="0">
                  <a:pos x="22" y="55"/>
                </a:cxn>
                <a:cxn ang="0">
                  <a:pos x="21" y="60"/>
                </a:cxn>
                <a:cxn ang="0">
                  <a:pos x="14" y="62"/>
                </a:cxn>
                <a:cxn ang="0">
                  <a:pos x="1" y="60"/>
                </a:cxn>
                <a:cxn ang="0">
                  <a:pos x="4" y="56"/>
                </a:cxn>
                <a:cxn ang="0">
                  <a:pos x="7" y="50"/>
                </a:cxn>
                <a:cxn ang="0">
                  <a:pos x="11" y="46"/>
                </a:cxn>
                <a:cxn ang="0">
                  <a:pos x="19" y="46"/>
                </a:cxn>
                <a:cxn ang="0">
                  <a:pos x="27" y="45"/>
                </a:cxn>
                <a:cxn ang="0">
                  <a:pos x="36" y="45"/>
                </a:cxn>
                <a:cxn ang="0">
                  <a:pos x="39" y="40"/>
                </a:cxn>
                <a:cxn ang="0">
                  <a:pos x="36" y="35"/>
                </a:cxn>
                <a:cxn ang="0">
                  <a:pos x="31" y="31"/>
                </a:cxn>
                <a:cxn ang="0">
                  <a:pos x="33" y="26"/>
                </a:cxn>
                <a:cxn ang="0">
                  <a:pos x="33" y="20"/>
                </a:cxn>
                <a:cxn ang="0">
                  <a:pos x="33" y="18"/>
                </a:cxn>
                <a:cxn ang="0">
                  <a:pos x="38" y="15"/>
                </a:cxn>
                <a:cxn ang="0">
                  <a:pos x="46" y="13"/>
                </a:cxn>
                <a:cxn ang="0">
                  <a:pos x="49" y="8"/>
                </a:cxn>
                <a:cxn ang="0">
                  <a:pos x="55" y="2"/>
                </a:cxn>
                <a:cxn ang="0">
                  <a:pos x="58" y="2"/>
                </a:cxn>
                <a:cxn ang="0">
                  <a:pos x="62" y="4"/>
                </a:cxn>
                <a:cxn ang="0">
                  <a:pos x="66" y="7"/>
                </a:cxn>
                <a:cxn ang="0">
                  <a:pos x="66" y="16"/>
                </a:cxn>
                <a:cxn ang="0">
                  <a:pos x="71" y="27"/>
                </a:cxn>
                <a:cxn ang="0">
                  <a:pos x="72" y="34"/>
                </a:cxn>
                <a:cxn ang="0">
                  <a:pos x="78" y="35"/>
                </a:cxn>
                <a:cxn ang="0">
                  <a:pos x="82" y="36"/>
                </a:cxn>
                <a:cxn ang="0">
                  <a:pos x="87" y="38"/>
                </a:cxn>
              </a:cxnLst>
              <a:rect l="0" t="0" r="r" b="b"/>
              <a:pathLst>
                <a:path w="88" h="62">
                  <a:moveTo>
                    <a:pt x="87" y="38"/>
                  </a:moveTo>
                  <a:cubicBezTo>
                    <a:pt x="88" y="39"/>
                    <a:pt x="88" y="40"/>
                    <a:pt x="88" y="41"/>
                  </a:cubicBezTo>
                  <a:cubicBezTo>
                    <a:pt x="87" y="42"/>
                    <a:pt x="87" y="45"/>
                    <a:pt x="87" y="46"/>
                  </a:cubicBezTo>
                  <a:cubicBezTo>
                    <a:pt x="86" y="47"/>
                    <a:pt x="86" y="49"/>
                    <a:pt x="85" y="49"/>
                  </a:cubicBezTo>
                  <a:cubicBezTo>
                    <a:pt x="85" y="50"/>
                    <a:pt x="83" y="50"/>
                    <a:pt x="82" y="50"/>
                  </a:cubicBezTo>
                  <a:cubicBezTo>
                    <a:pt x="81" y="50"/>
                    <a:pt x="80" y="50"/>
                    <a:pt x="80" y="50"/>
                  </a:cubicBezTo>
                  <a:cubicBezTo>
                    <a:pt x="79" y="51"/>
                    <a:pt x="77" y="53"/>
                    <a:pt x="77" y="53"/>
                  </a:cubicBezTo>
                  <a:cubicBezTo>
                    <a:pt x="77" y="53"/>
                    <a:pt x="73" y="52"/>
                    <a:pt x="72" y="52"/>
                  </a:cubicBezTo>
                  <a:cubicBezTo>
                    <a:pt x="71" y="51"/>
                    <a:pt x="69" y="49"/>
                    <a:pt x="68" y="48"/>
                  </a:cubicBezTo>
                  <a:cubicBezTo>
                    <a:pt x="68" y="48"/>
                    <a:pt x="66" y="46"/>
                    <a:pt x="65" y="45"/>
                  </a:cubicBezTo>
                  <a:cubicBezTo>
                    <a:pt x="64" y="45"/>
                    <a:pt x="64" y="45"/>
                    <a:pt x="63" y="45"/>
                  </a:cubicBezTo>
                  <a:cubicBezTo>
                    <a:pt x="62" y="45"/>
                    <a:pt x="60" y="46"/>
                    <a:pt x="59" y="46"/>
                  </a:cubicBezTo>
                  <a:cubicBezTo>
                    <a:pt x="59" y="46"/>
                    <a:pt x="58" y="45"/>
                    <a:pt x="57" y="44"/>
                  </a:cubicBezTo>
                  <a:cubicBezTo>
                    <a:pt x="56" y="44"/>
                    <a:pt x="55" y="43"/>
                    <a:pt x="54" y="43"/>
                  </a:cubicBezTo>
                  <a:cubicBezTo>
                    <a:pt x="53" y="43"/>
                    <a:pt x="52" y="43"/>
                    <a:pt x="51" y="43"/>
                  </a:cubicBezTo>
                  <a:cubicBezTo>
                    <a:pt x="50" y="43"/>
                    <a:pt x="49" y="43"/>
                    <a:pt x="49" y="44"/>
                  </a:cubicBezTo>
                  <a:cubicBezTo>
                    <a:pt x="48" y="44"/>
                    <a:pt x="48" y="46"/>
                    <a:pt x="48" y="46"/>
                  </a:cubicBezTo>
                  <a:cubicBezTo>
                    <a:pt x="48" y="47"/>
                    <a:pt x="46" y="48"/>
                    <a:pt x="46" y="48"/>
                  </a:cubicBezTo>
                  <a:cubicBezTo>
                    <a:pt x="45" y="49"/>
                    <a:pt x="43" y="49"/>
                    <a:pt x="42" y="50"/>
                  </a:cubicBezTo>
                  <a:cubicBezTo>
                    <a:pt x="41" y="50"/>
                    <a:pt x="39" y="49"/>
                    <a:pt x="38" y="50"/>
                  </a:cubicBezTo>
                  <a:cubicBezTo>
                    <a:pt x="38" y="50"/>
                    <a:pt x="37" y="50"/>
                    <a:pt x="36" y="51"/>
                  </a:cubicBezTo>
                  <a:cubicBezTo>
                    <a:pt x="36" y="51"/>
                    <a:pt x="36" y="53"/>
                    <a:pt x="35" y="54"/>
                  </a:cubicBezTo>
                  <a:cubicBezTo>
                    <a:pt x="35" y="54"/>
                    <a:pt x="34" y="55"/>
                    <a:pt x="33" y="55"/>
                  </a:cubicBezTo>
                  <a:cubicBezTo>
                    <a:pt x="33" y="56"/>
                    <a:pt x="31" y="57"/>
                    <a:pt x="31" y="57"/>
                  </a:cubicBezTo>
                  <a:cubicBezTo>
                    <a:pt x="31" y="58"/>
                    <a:pt x="31" y="58"/>
                    <a:pt x="31" y="58"/>
                  </a:cubicBezTo>
                  <a:cubicBezTo>
                    <a:pt x="31" y="58"/>
                    <a:pt x="30" y="58"/>
                    <a:pt x="30" y="58"/>
                  </a:cubicBezTo>
                  <a:cubicBezTo>
                    <a:pt x="29" y="58"/>
                    <a:pt x="28" y="57"/>
                    <a:pt x="28" y="57"/>
                  </a:cubicBezTo>
                  <a:cubicBezTo>
                    <a:pt x="27" y="57"/>
                    <a:pt x="26" y="56"/>
                    <a:pt x="26" y="55"/>
                  </a:cubicBezTo>
                  <a:cubicBezTo>
                    <a:pt x="25" y="55"/>
                    <a:pt x="24" y="54"/>
                    <a:pt x="23" y="54"/>
                  </a:cubicBezTo>
                  <a:cubicBezTo>
                    <a:pt x="23" y="54"/>
                    <a:pt x="23" y="55"/>
                    <a:pt x="22" y="55"/>
                  </a:cubicBezTo>
                  <a:cubicBezTo>
                    <a:pt x="22" y="56"/>
                    <a:pt x="23" y="57"/>
                    <a:pt x="22" y="57"/>
                  </a:cubicBezTo>
                  <a:cubicBezTo>
                    <a:pt x="22" y="58"/>
                    <a:pt x="22" y="59"/>
                    <a:pt x="21" y="60"/>
                  </a:cubicBezTo>
                  <a:cubicBezTo>
                    <a:pt x="21" y="60"/>
                    <a:pt x="19" y="61"/>
                    <a:pt x="18" y="61"/>
                  </a:cubicBezTo>
                  <a:cubicBezTo>
                    <a:pt x="17" y="62"/>
                    <a:pt x="15" y="62"/>
                    <a:pt x="14" y="62"/>
                  </a:cubicBezTo>
                  <a:cubicBezTo>
                    <a:pt x="12" y="62"/>
                    <a:pt x="8" y="62"/>
                    <a:pt x="6" y="61"/>
                  </a:cubicBezTo>
                  <a:cubicBezTo>
                    <a:pt x="5" y="61"/>
                    <a:pt x="2" y="60"/>
                    <a:pt x="1" y="60"/>
                  </a:cubicBezTo>
                  <a:cubicBezTo>
                    <a:pt x="1" y="60"/>
                    <a:pt x="0" y="59"/>
                    <a:pt x="0" y="59"/>
                  </a:cubicBezTo>
                  <a:cubicBezTo>
                    <a:pt x="1" y="58"/>
                    <a:pt x="3" y="57"/>
                    <a:pt x="4" y="56"/>
                  </a:cubicBezTo>
                  <a:cubicBezTo>
                    <a:pt x="4" y="55"/>
                    <a:pt x="4" y="53"/>
                    <a:pt x="5" y="52"/>
                  </a:cubicBezTo>
                  <a:cubicBezTo>
                    <a:pt x="5" y="52"/>
                    <a:pt x="7" y="51"/>
                    <a:pt x="7" y="50"/>
                  </a:cubicBezTo>
                  <a:cubicBezTo>
                    <a:pt x="7" y="50"/>
                    <a:pt x="8" y="48"/>
                    <a:pt x="8" y="47"/>
                  </a:cubicBezTo>
                  <a:cubicBezTo>
                    <a:pt x="9" y="47"/>
                    <a:pt x="10" y="46"/>
                    <a:pt x="11" y="46"/>
                  </a:cubicBezTo>
                  <a:cubicBezTo>
                    <a:pt x="12" y="46"/>
                    <a:pt x="13" y="46"/>
                    <a:pt x="14" y="46"/>
                  </a:cubicBezTo>
                  <a:cubicBezTo>
                    <a:pt x="15" y="46"/>
                    <a:pt x="18" y="46"/>
                    <a:pt x="19" y="46"/>
                  </a:cubicBezTo>
                  <a:cubicBezTo>
                    <a:pt x="20" y="45"/>
                    <a:pt x="23" y="45"/>
                    <a:pt x="24" y="45"/>
                  </a:cubicBezTo>
                  <a:cubicBezTo>
                    <a:pt x="25" y="45"/>
                    <a:pt x="26" y="45"/>
                    <a:pt x="27" y="45"/>
                  </a:cubicBezTo>
                  <a:cubicBezTo>
                    <a:pt x="28" y="45"/>
                    <a:pt x="30" y="46"/>
                    <a:pt x="31" y="46"/>
                  </a:cubicBezTo>
                  <a:cubicBezTo>
                    <a:pt x="32" y="46"/>
                    <a:pt x="35" y="45"/>
                    <a:pt x="36" y="45"/>
                  </a:cubicBezTo>
                  <a:cubicBezTo>
                    <a:pt x="37" y="44"/>
                    <a:pt x="38" y="44"/>
                    <a:pt x="38" y="43"/>
                  </a:cubicBezTo>
                  <a:cubicBezTo>
                    <a:pt x="39" y="42"/>
                    <a:pt x="39" y="41"/>
                    <a:pt x="39" y="40"/>
                  </a:cubicBezTo>
                  <a:cubicBezTo>
                    <a:pt x="39" y="39"/>
                    <a:pt x="39" y="38"/>
                    <a:pt x="38" y="37"/>
                  </a:cubicBezTo>
                  <a:cubicBezTo>
                    <a:pt x="38" y="37"/>
                    <a:pt x="36" y="36"/>
                    <a:pt x="36" y="35"/>
                  </a:cubicBezTo>
                  <a:cubicBezTo>
                    <a:pt x="35" y="35"/>
                    <a:pt x="33" y="34"/>
                    <a:pt x="32" y="33"/>
                  </a:cubicBezTo>
                  <a:cubicBezTo>
                    <a:pt x="32" y="33"/>
                    <a:pt x="31" y="32"/>
                    <a:pt x="31" y="31"/>
                  </a:cubicBezTo>
                  <a:cubicBezTo>
                    <a:pt x="31" y="30"/>
                    <a:pt x="32" y="29"/>
                    <a:pt x="32" y="28"/>
                  </a:cubicBezTo>
                  <a:cubicBezTo>
                    <a:pt x="32" y="27"/>
                    <a:pt x="33" y="26"/>
                    <a:pt x="33" y="26"/>
                  </a:cubicBezTo>
                  <a:cubicBezTo>
                    <a:pt x="33" y="25"/>
                    <a:pt x="32" y="23"/>
                    <a:pt x="32" y="22"/>
                  </a:cubicBezTo>
                  <a:cubicBezTo>
                    <a:pt x="32" y="22"/>
                    <a:pt x="32" y="20"/>
                    <a:pt x="33" y="20"/>
                  </a:cubicBezTo>
                  <a:cubicBezTo>
                    <a:pt x="33" y="19"/>
                    <a:pt x="33" y="19"/>
                    <a:pt x="33" y="18"/>
                  </a:cubicBezTo>
                  <a:cubicBezTo>
                    <a:pt x="33" y="18"/>
                    <a:pt x="33" y="18"/>
                    <a:pt x="33" y="18"/>
                  </a:cubicBezTo>
                  <a:cubicBezTo>
                    <a:pt x="34" y="18"/>
                    <a:pt x="34" y="17"/>
                    <a:pt x="35" y="17"/>
                  </a:cubicBezTo>
                  <a:cubicBezTo>
                    <a:pt x="35" y="16"/>
                    <a:pt x="37" y="15"/>
                    <a:pt x="38" y="15"/>
                  </a:cubicBezTo>
                  <a:cubicBezTo>
                    <a:pt x="39" y="14"/>
                    <a:pt x="41" y="13"/>
                    <a:pt x="42" y="13"/>
                  </a:cubicBezTo>
                  <a:cubicBezTo>
                    <a:pt x="43" y="13"/>
                    <a:pt x="45" y="13"/>
                    <a:pt x="46" y="13"/>
                  </a:cubicBezTo>
                  <a:cubicBezTo>
                    <a:pt x="47" y="12"/>
                    <a:pt x="47" y="11"/>
                    <a:pt x="48" y="11"/>
                  </a:cubicBezTo>
                  <a:cubicBezTo>
                    <a:pt x="48" y="10"/>
                    <a:pt x="48" y="8"/>
                    <a:pt x="49" y="8"/>
                  </a:cubicBezTo>
                  <a:cubicBezTo>
                    <a:pt x="49" y="7"/>
                    <a:pt x="50" y="5"/>
                    <a:pt x="51" y="4"/>
                  </a:cubicBezTo>
                  <a:cubicBezTo>
                    <a:pt x="52" y="4"/>
                    <a:pt x="54" y="3"/>
                    <a:pt x="55" y="2"/>
                  </a:cubicBezTo>
                  <a:cubicBezTo>
                    <a:pt x="55" y="2"/>
                    <a:pt x="55" y="1"/>
                    <a:pt x="56" y="0"/>
                  </a:cubicBezTo>
                  <a:cubicBezTo>
                    <a:pt x="56" y="1"/>
                    <a:pt x="57" y="2"/>
                    <a:pt x="58" y="2"/>
                  </a:cubicBezTo>
                  <a:cubicBezTo>
                    <a:pt x="58" y="2"/>
                    <a:pt x="58" y="3"/>
                    <a:pt x="59" y="3"/>
                  </a:cubicBezTo>
                  <a:cubicBezTo>
                    <a:pt x="59" y="4"/>
                    <a:pt x="61" y="4"/>
                    <a:pt x="62" y="4"/>
                  </a:cubicBezTo>
                  <a:cubicBezTo>
                    <a:pt x="63" y="4"/>
                    <a:pt x="64" y="3"/>
                    <a:pt x="64" y="3"/>
                  </a:cubicBezTo>
                  <a:cubicBezTo>
                    <a:pt x="65" y="4"/>
                    <a:pt x="65" y="6"/>
                    <a:pt x="66" y="7"/>
                  </a:cubicBezTo>
                  <a:cubicBezTo>
                    <a:pt x="66" y="8"/>
                    <a:pt x="66" y="10"/>
                    <a:pt x="66" y="11"/>
                  </a:cubicBezTo>
                  <a:cubicBezTo>
                    <a:pt x="66" y="12"/>
                    <a:pt x="66" y="16"/>
                    <a:pt x="66" y="16"/>
                  </a:cubicBezTo>
                  <a:cubicBezTo>
                    <a:pt x="66" y="17"/>
                    <a:pt x="67" y="21"/>
                    <a:pt x="68" y="23"/>
                  </a:cubicBezTo>
                  <a:cubicBezTo>
                    <a:pt x="68" y="24"/>
                    <a:pt x="70" y="26"/>
                    <a:pt x="71" y="27"/>
                  </a:cubicBezTo>
                  <a:cubicBezTo>
                    <a:pt x="71" y="28"/>
                    <a:pt x="71" y="30"/>
                    <a:pt x="71" y="31"/>
                  </a:cubicBezTo>
                  <a:cubicBezTo>
                    <a:pt x="71" y="32"/>
                    <a:pt x="72" y="33"/>
                    <a:pt x="72" y="34"/>
                  </a:cubicBezTo>
                  <a:cubicBezTo>
                    <a:pt x="73" y="34"/>
                    <a:pt x="75" y="35"/>
                    <a:pt x="75" y="35"/>
                  </a:cubicBezTo>
                  <a:cubicBezTo>
                    <a:pt x="76" y="35"/>
                    <a:pt x="77" y="35"/>
                    <a:pt x="78" y="35"/>
                  </a:cubicBezTo>
                  <a:cubicBezTo>
                    <a:pt x="78" y="35"/>
                    <a:pt x="80" y="35"/>
                    <a:pt x="81" y="35"/>
                  </a:cubicBezTo>
                  <a:cubicBezTo>
                    <a:pt x="81" y="35"/>
                    <a:pt x="82" y="36"/>
                    <a:pt x="82" y="36"/>
                  </a:cubicBezTo>
                  <a:cubicBezTo>
                    <a:pt x="83" y="36"/>
                    <a:pt x="85" y="35"/>
                    <a:pt x="86" y="35"/>
                  </a:cubicBezTo>
                  <a:cubicBezTo>
                    <a:pt x="86" y="36"/>
                    <a:pt x="87" y="37"/>
                    <a:pt x="87" y="3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8"/>
            <p:cNvSpPr>
              <a:spLocks/>
            </p:cNvSpPr>
            <p:nvPr/>
          </p:nvSpPr>
          <p:spPr bwMode="auto">
            <a:xfrm>
              <a:off x="1668463" y="3149601"/>
              <a:ext cx="120650" cy="130175"/>
            </a:xfrm>
            <a:custGeom>
              <a:avLst/>
              <a:gdLst/>
              <a:ahLst/>
              <a:cxnLst>
                <a:cxn ang="0">
                  <a:pos x="37" y="69"/>
                </a:cxn>
                <a:cxn ang="0">
                  <a:pos x="35" y="61"/>
                </a:cxn>
                <a:cxn ang="0">
                  <a:pos x="31" y="52"/>
                </a:cxn>
                <a:cxn ang="0">
                  <a:pos x="26" y="46"/>
                </a:cxn>
                <a:cxn ang="0">
                  <a:pos x="21" y="48"/>
                </a:cxn>
                <a:cxn ang="0">
                  <a:pos x="18" y="42"/>
                </a:cxn>
                <a:cxn ang="0">
                  <a:pos x="15" y="38"/>
                </a:cxn>
                <a:cxn ang="0">
                  <a:pos x="13" y="35"/>
                </a:cxn>
                <a:cxn ang="0">
                  <a:pos x="14" y="32"/>
                </a:cxn>
                <a:cxn ang="0">
                  <a:pos x="11" y="29"/>
                </a:cxn>
                <a:cxn ang="0">
                  <a:pos x="8" y="25"/>
                </a:cxn>
                <a:cxn ang="0">
                  <a:pos x="8" y="20"/>
                </a:cxn>
                <a:cxn ang="0">
                  <a:pos x="7" y="16"/>
                </a:cxn>
                <a:cxn ang="0">
                  <a:pos x="3" y="14"/>
                </a:cxn>
                <a:cxn ang="0">
                  <a:pos x="3" y="10"/>
                </a:cxn>
                <a:cxn ang="0">
                  <a:pos x="0" y="8"/>
                </a:cxn>
                <a:cxn ang="0">
                  <a:pos x="5" y="4"/>
                </a:cxn>
                <a:cxn ang="0">
                  <a:pos x="6" y="2"/>
                </a:cxn>
                <a:cxn ang="0">
                  <a:pos x="11" y="0"/>
                </a:cxn>
                <a:cxn ang="0">
                  <a:pos x="14" y="3"/>
                </a:cxn>
                <a:cxn ang="0">
                  <a:pos x="19" y="8"/>
                </a:cxn>
                <a:cxn ang="0">
                  <a:pos x="34" y="22"/>
                </a:cxn>
                <a:cxn ang="0">
                  <a:pos x="46" y="30"/>
                </a:cxn>
                <a:cxn ang="0">
                  <a:pos x="51" y="33"/>
                </a:cxn>
                <a:cxn ang="0">
                  <a:pos x="49" y="29"/>
                </a:cxn>
                <a:cxn ang="0">
                  <a:pos x="45" y="24"/>
                </a:cxn>
                <a:cxn ang="0">
                  <a:pos x="45" y="21"/>
                </a:cxn>
                <a:cxn ang="0">
                  <a:pos x="48" y="23"/>
                </a:cxn>
                <a:cxn ang="0">
                  <a:pos x="50" y="24"/>
                </a:cxn>
                <a:cxn ang="0">
                  <a:pos x="55" y="27"/>
                </a:cxn>
                <a:cxn ang="0">
                  <a:pos x="61" y="34"/>
                </a:cxn>
                <a:cxn ang="0">
                  <a:pos x="64" y="43"/>
                </a:cxn>
                <a:cxn ang="0">
                  <a:pos x="58" y="45"/>
                </a:cxn>
                <a:cxn ang="0">
                  <a:pos x="58" y="49"/>
                </a:cxn>
                <a:cxn ang="0">
                  <a:pos x="60" y="51"/>
                </a:cxn>
                <a:cxn ang="0">
                  <a:pos x="55" y="55"/>
                </a:cxn>
                <a:cxn ang="0">
                  <a:pos x="52" y="62"/>
                </a:cxn>
                <a:cxn ang="0">
                  <a:pos x="46" y="64"/>
                </a:cxn>
                <a:cxn ang="0">
                  <a:pos x="39" y="68"/>
                </a:cxn>
              </a:cxnLst>
              <a:rect l="0" t="0" r="r" b="b"/>
              <a:pathLst>
                <a:path w="64" h="69">
                  <a:moveTo>
                    <a:pt x="39" y="68"/>
                  </a:moveTo>
                  <a:cubicBezTo>
                    <a:pt x="38" y="68"/>
                    <a:pt x="38" y="69"/>
                    <a:pt x="37" y="69"/>
                  </a:cubicBezTo>
                  <a:cubicBezTo>
                    <a:pt x="38" y="68"/>
                    <a:pt x="38" y="66"/>
                    <a:pt x="37" y="65"/>
                  </a:cubicBezTo>
                  <a:cubicBezTo>
                    <a:pt x="37" y="64"/>
                    <a:pt x="36" y="62"/>
                    <a:pt x="35" y="61"/>
                  </a:cubicBezTo>
                  <a:cubicBezTo>
                    <a:pt x="34" y="60"/>
                    <a:pt x="33" y="57"/>
                    <a:pt x="32" y="56"/>
                  </a:cubicBezTo>
                  <a:cubicBezTo>
                    <a:pt x="32" y="55"/>
                    <a:pt x="31" y="53"/>
                    <a:pt x="31" y="52"/>
                  </a:cubicBezTo>
                  <a:cubicBezTo>
                    <a:pt x="30" y="51"/>
                    <a:pt x="30" y="49"/>
                    <a:pt x="29" y="49"/>
                  </a:cubicBezTo>
                  <a:cubicBezTo>
                    <a:pt x="29" y="48"/>
                    <a:pt x="27" y="46"/>
                    <a:pt x="26" y="46"/>
                  </a:cubicBezTo>
                  <a:cubicBezTo>
                    <a:pt x="26" y="46"/>
                    <a:pt x="25" y="47"/>
                    <a:pt x="24" y="48"/>
                  </a:cubicBezTo>
                  <a:cubicBezTo>
                    <a:pt x="23" y="48"/>
                    <a:pt x="22" y="48"/>
                    <a:pt x="21" y="48"/>
                  </a:cubicBezTo>
                  <a:cubicBezTo>
                    <a:pt x="20" y="47"/>
                    <a:pt x="20" y="46"/>
                    <a:pt x="19" y="45"/>
                  </a:cubicBezTo>
                  <a:cubicBezTo>
                    <a:pt x="19" y="45"/>
                    <a:pt x="19" y="43"/>
                    <a:pt x="18" y="42"/>
                  </a:cubicBezTo>
                  <a:cubicBezTo>
                    <a:pt x="18" y="42"/>
                    <a:pt x="16" y="40"/>
                    <a:pt x="16" y="39"/>
                  </a:cubicBezTo>
                  <a:cubicBezTo>
                    <a:pt x="16" y="39"/>
                    <a:pt x="15" y="38"/>
                    <a:pt x="15" y="38"/>
                  </a:cubicBezTo>
                  <a:cubicBezTo>
                    <a:pt x="15" y="37"/>
                    <a:pt x="15" y="36"/>
                    <a:pt x="15" y="35"/>
                  </a:cubicBezTo>
                  <a:cubicBezTo>
                    <a:pt x="14" y="35"/>
                    <a:pt x="13" y="35"/>
                    <a:pt x="13" y="35"/>
                  </a:cubicBezTo>
                  <a:cubicBezTo>
                    <a:pt x="13" y="34"/>
                    <a:pt x="13" y="33"/>
                    <a:pt x="13" y="33"/>
                  </a:cubicBezTo>
                  <a:cubicBezTo>
                    <a:pt x="13" y="33"/>
                    <a:pt x="14" y="32"/>
                    <a:pt x="14" y="32"/>
                  </a:cubicBezTo>
                  <a:cubicBezTo>
                    <a:pt x="14" y="31"/>
                    <a:pt x="14" y="30"/>
                    <a:pt x="13" y="30"/>
                  </a:cubicBezTo>
                  <a:cubicBezTo>
                    <a:pt x="13" y="30"/>
                    <a:pt x="12" y="29"/>
                    <a:pt x="11" y="29"/>
                  </a:cubicBezTo>
                  <a:cubicBezTo>
                    <a:pt x="11" y="29"/>
                    <a:pt x="9" y="28"/>
                    <a:pt x="9" y="28"/>
                  </a:cubicBezTo>
                  <a:cubicBezTo>
                    <a:pt x="8" y="27"/>
                    <a:pt x="8" y="26"/>
                    <a:pt x="8" y="25"/>
                  </a:cubicBezTo>
                  <a:cubicBezTo>
                    <a:pt x="8" y="24"/>
                    <a:pt x="9" y="23"/>
                    <a:pt x="10" y="22"/>
                  </a:cubicBezTo>
                  <a:cubicBezTo>
                    <a:pt x="10" y="21"/>
                    <a:pt x="9" y="20"/>
                    <a:pt x="8" y="20"/>
                  </a:cubicBezTo>
                  <a:cubicBezTo>
                    <a:pt x="8" y="19"/>
                    <a:pt x="7" y="19"/>
                    <a:pt x="6" y="19"/>
                  </a:cubicBezTo>
                  <a:cubicBezTo>
                    <a:pt x="6" y="18"/>
                    <a:pt x="7" y="17"/>
                    <a:pt x="7" y="16"/>
                  </a:cubicBezTo>
                  <a:cubicBezTo>
                    <a:pt x="7" y="16"/>
                    <a:pt x="7" y="15"/>
                    <a:pt x="6" y="14"/>
                  </a:cubicBezTo>
                  <a:cubicBezTo>
                    <a:pt x="6" y="14"/>
                    <a:pt x="4" y="14"/>
                    <a:pt x="3" y="14"/>
                  </a:cubicBezTo>
                  <a:cubicBezTo>
                    <a:pt x="3" y="13"/>
                    <a:pt x="3" y="12"/>
                    <a:pt x="3" y="12"/>
                  </a:cubicBezTo>
                  <a:cubicBezTo>
                    <a:pt x="3" y="11"/>
                    <a:pt x="3" y="10"/>
                    <a:pt x="3" y="10"/>
                  </a:cubicBezTo>
                  <a:cubicBezTo>
                    <a:pt x="2" y="10"/>
                    <a:pt x="1" y="10"/>
                    <a:pt x="1" y="9"/>
                  </a:cubicBezTo>
                  <a:cubicBezTo>
                    <a:pt x="0" y="9"/>
                    <a:pt x="0" y="8"/>
                    <a:pt x="0" y="8"/>
                  </a:cubicBezTo>
                  <a:cubicBezTo>
                    <a:pt x="0" y="7"/>
                    <a:pt x="1" y="7"/>
                    <a:pt x="2" y="6"/>
                  </a:cubicBezTo>
                  <a:cubicBezTo>
                    <a:pt x="2" y="6"/>
                    <a:pt x="4" y="5"/>
                    <a:pt x="5" y="4"/>
                  </a:cubicBezTo>
                  <a:cubicBezTo>
                    <a:pt x="5" y="4"/>
                    <a:pt x="5" y="3"/>
                    <a:pt x="5" y="2"/>
                  </a:cubicBezTo>
                  <a:cubicBezTo>
                    <a:pt x="6" y="2"/>
                    <a:pt x="6" y="2"/>
                    <a:pt x="6" y="2"/>
                  </a:cubicBezTo>
                  <a:cubicBezTo>
                    <a:pt x="7" y="2"/>
                    <a:pt x="8" y="0"/>
                    <a:pt x="9" y="0"/>
                  </a:cubicBezTo>
                  <a:cubicBezTo>
                    <a:pt x="10" y="0"/>
                    <a:pt x="11" y="0"/>
                    <a:pt x="11" y="0"/>
                  </a:cubicBezTo>
                  <a:cubicBezTo>
                    <a:pt x="12" y="0"/>
                    <a:pt x="13" y="1"/>
                    <a:pt x="13" y="2"/>
                  </a:cubicBezTo>
                  <a:cubicBezTo>
                    <a:pt x="13" y="2"/>
                    <a:pt x="13" y="3"/>
                    <a:pt x="14" y="3"/>
                  </a:cubicBezTo>
                  <a:cubicBezTo>
                    <a:pt x="14" y="4"/>
                    <a:pt x="15" y="4"/>
                    <a:pt x="16" y="5"/>
                  </a:cubicBezTo>
                  <a:cubicBezTo>
                    <a:pt x="17" y="6"/>
                    <a:pt x="19" y="7"/>
                    <a:pt x="19" y="8"/>
                  </a:cubicBezTo>
                  <a:cubicBezTo>
                    <a:pt x="21" y="10"/>
                    <a:pt x="25" y="13"/>
                    <a:pt x="27" y="14"/>
                  </a:cubicBezTo>
                  <a:cubicBezTo>
                    <a:pt x="29" y="16"/>
                    <a:pt x="32" y="20"/>
                    <a:pt x="34" y="22"/>
                  </a:cubicBezTo>
                  <a:cubicBezTo>
                    <a:pt x="36" y="23"/>
                    <a:pt x="39" y="26"/>
                    <a:pt x="41" y="27"/>
                  </a:cubicBezTo>
                  <a:cubicBezTo>
                    <a:pt x="42" y="28"/>
                    <a:pt x="45" y="29"/>
                    <a:pt x="46" y="30"/>
                  </a:cubicBezTo>
                  <a:cubicBezTo>
                    <a:pt x="47" y="31"/>
                    <a:pt x="48" y="33"/>
                    <a:pt x="49" y="33"/>
                  </a:cubicBezTo>
                  <a:cubicBezTo>
                    <a:pt x="50" y="33"/>
                    <a:pt x="51" y="34"/>
                    <a:pt x="51" y="33"/>
                  </a:cubicBezTo>
                  <a:cubicBezTo>
                    <a:pt x="51" y="33"/>
                    <a:pt x="50" y="31"/>
                    <a:pt x="50" y="31"/>
                  </a:cubicBezTo>
                  <a:cubicBezTo>
                    <a:pt x="50" y="30"/>
                    <a:pt x="49" y="30"/>
                    <a:pt x="49" y="29"/>
                  </a:cubicBezTo>
                  <a:cubicBezTo>
                    <a:pt x="49" y="28"/>
                    <a:pt x="48" y="27"/>
                    <a:pt x="47" y="26"/>
                  </a:cubicBezTo>
                  <a:cubicBezTo>
                    <a:pt x="46" y="26"/>
                    <a:pt x="45" y="25"/>
                    <a:pt x="45" y="24"/>
                  </a:cubicBezTo>
                  <a:cubicBezTo>
                    <a:pt x="45" y="24"/>
                    <a:pt x="44" y="23"/>
                    <a:pt x="44" y="22"/>
                  </a:cubicBezTo>
                  <a:cubicBezTo>
                    <a:pt x="44" y="22"/>
                    <a:pt x="45" y="21"/>
                    <a:pt x="45" y="21"/>
                  </a:cubicBezTo>
                  <a:cubicBezTo>
                    <a:pt x="46" y="20"/>
                    <a:pt x="46" y="22"/>
                    <a:pt x="47" y="22"/>
                  </a:cubicBezTo>
                  <a:cubicBezTo>
                    <a:pt x="47" y="23"/>
                    <a:pt x="47" y="24"/>
                    <a:pt x="48" y="23"/>
                  </a:cubicBezTo>
                  <a:cubicBezTo>
                    <a:pt x="48" y="23"/>
                    <a:pt x="48" y="23"/>
                    <a:pt x="48" y="22"/>
                  </a:cubicBezTo>
                  <a:cubicBezTo>
                    <a:pt x="49" y="23"/>
                    <a:pt x="50" y="24"/>
                    <a:pt x="50" y="24"/>
                  </a:cubicBezTo>
                  <a:cubicBezTo>
                    <a:pt x="51" y="24"/>
                    <a:pt x="51" y="25"/>
                    <a:pt x="51" y="25"/>
                  </a:cubicBezTo>
                  <a:cubicBezTo>
                    <a:pt x="52" y="26"/>
                    <a:pt x="54" y="26"/>
                    <a:pt x="55" y="27"/>
                  </a:cubicBezTo>
                  <a:cubicBezTo>
                    <a:pt x="56" y="27"/>
                    <a:pt x="57" y="28"/>
                    <a:pt x="58" y="28"/>
                  </a:cubicBezTo>
                  <a:cubicBezTo>
                    <a:pt x="59" y="30"/>
                    <a:pt x="61" y="33"/>
                    <a:pt x="61" y="34"/>
                  </a:cubicBezTo>
                  <a:cubicBezTo>
                    <a:pt x="62" y="35"/>
                    <a:pt x="63" y="38"/>
                    <a:pt x="64" y="40"/>
                  </a:cubicBezTo>
                  <a:cubicBezTo>
                    <a:pt x="64" y="41"/>
                    <a:pt x="64" y="42"/>
                    <a:pt x="64" y="43"/>
                  </a:cubicBezTo>
                  <a:cubicBezTo>
                    <a:pt x="63" y="44"/>
                    <a:pt x="62" y="45"/>
                    <a:pt x="62" y="45"/>
                  </a:cubicBezTo>
                  <a:cubicBezTo>
                    <a:pt x="61" y="45"/>
                    <a:pt x="59" y="45"/>
                    <a:pt x="58" y="45"/>
                  </a:cubicBezTo>
                  <a:cubicBezTo>
                    <a:pt x="58" y="46"/>
                    <a:pt x="56" y="46"/>
                    <a:pt x="56" y="47"/>
                  </a:cubicBezTo>
                  <a:cubicBezTo>
                    <a:pt x="56" y="48"/>
                    <a:pt x="58" y="48"/>
                    <a:pt x="58" y="49"/>
                  </a:cubicBezTo>
                  <a:cubicBezTo>
                    <a:pt x="59" y="49"/>
                    <a:pt x="59" y="51"/>
                    <a:pt x="60" y="51"/>
                  </a:cubicBezTo>
                  <a:cubicBezTo>
                    <a:pt x="60" y="51"/>
                    <a:pt x="60" y="51"/>
                    <a:pt x="60" y="51"/>
                  </a:cubicBezTo>
                  <a:cubicBezTo>
                    <a:pt x="59" y="52"/>
                    <a:pt x="59" y="53"/>
                    <a:pt x="59" y="53"/>
                  </a:cubicBezTo>
                  <a:cubicBezTo>
                    <a:pt x="58" y="54"/>
                    <a:pt x="56" y="55"/>
                    <a:pt x="55" y="55"/>
                  </a:cubicBezTo>
                  <a:cubicBezTo>
                    <a:pt x="54" y="56"/>
                    <a:pt x="53" y="58"/>
                    <a:pt x="53" y="59"/>
                  </a:cubicBezTo>
                  <a:cubicBezTo>
                    <a:pt x="52" y="59"/>
                    <a:pt x="52" y="61"/>
                    <a:pt x="52" y="62"/>
                  </a:cubicBezTo>
                  <a:cubicBezTo>
                    <a:pt x="51" y="62"/>
                    <a:pt x="51" y="63"/>
                    <a:pt x="50" y="64"/>
                  </a:cubicBezTo>
                  <a:cubicBezTo>
                    <a:pt x="49" y="64"/>
                    <a:pt x="47" y="64"/>
                    <a:pt x="46" y="64"/>
                  </a:cubicBezTo>
                  <a:cubicBezTo>
                    <a:pt x="45" y="64"/>
                    <a:pt x="43" y="65"/>
                    <a:pt x="42" y="66"/>
                  </a:cubicBezTo>
                  <a:cubicBezTo>
                    <a:pt x="41" y="66"/>
                    <a:pt x="39" y="67"/>
                    <a:pt x="39" y="6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9"/>
            <p:cNvSpPr>
              <a:spLocks/>
            </p:cNvSpPr>
            <p:nvPr/>
          </p:nvSpPr>
          <p:spPr bwMode="auto">
            <a:xfrm>
              <a:off x="1619251" y="3152776"/>
              <a:ext cx="130175" cy="212725"/>
            </a:xfrm>
            <a:custGeom>
              <a:avLst/>
              <a:gdLst/>
              <a:ahLst/>
              <a:cxnLst>
                <a:cxn ang="0">
                  <a:pos x="30" y="108"/>
                </a:cxn>
                <a:cxn ang="0">
                  <a:pos x="25" y="110"/>
                </a:cxn>
                <a:cxn ang="0">
                  <a:pos x="18" y="113"/>
                </a:cxn>
                <a:cxn ang="0">
                  <a:pos x="15" y="110"/>
                </a:cxn>
                <a:cxn ang="0">
                  <a:pos x="15" y="105"/>
                </a:cxn>
                <a:cxn ang="0">
                  <a:pos x="17" y="102"/>
                </a:cxn>
                <a:cxn ang="0">
                  <a:pos x="17" y="98"/>
                </a:cxn>
                <a:cxn ang="0">
                  <a:pos x="16" y="94"/>
                </a:cxn>
                <a:cxn ang="0">
                  <a:pos x="21" y="88"/>
                </a:cxn>
                <a:cxn ang="0">
                  <a:pos x="20" y="83"/>
                </a:cxn>
                <a:cxn ang="0">
                  <a:pos x="17" y="81"/>
                </a:cxn>
                <a:cxn ang="0">
                  <a:pos x="15" y="74"/>
                </a:cxn>
                <a:cxn ang="0">
                  <a:pos x="18" y="70"/>
                </a:cxn>
                <a:cxn ang="0">
                  <a:pos x="17" y="67"/>
                </a:cxn>
                <a:cxn ang="0">
                  <a:pos x="16" y="62"/>
                </a:cxn>
                <a:cxn ang="0">
                  <a:pos x="14" y="62"/>
                </a:cxn>
                <a:cxn ang="0">
                  <a:pos x="9" y="61"/>
                </a:cxn>
                <a:cxn ang="0">
                  <a:pos x="5" y="60"/>
                </a:cxn>
                <a:cxn ang="0">
                  <a:pos x="2" y="62"/>
                </a:cxn>
                <a:cxn ang="0">
                  <a:pos x="0" y="60"/>
                </a:cxn>
                <a:cxn ang="0">
                  <a:pos x="4" y="55"/>
                </a:cxn>
                <a:cxn ang="0">
                  <a:pos x="7" y="51"/>
                </a:cxn>
                <a:cxn ang="0">
                  <a:pos x="14" y="50"/>
                </a:cxn>
                <a:cxn ang="0">
                  <a:pos x="18" y="45"/>
                </a:cxn>
                <a:cxn ang="0">
                  <a:pos x="19" y="35"/>
                </a:cxn>
                <a:cxn ang="0">
                  <a:pos x="15" y="28"/>
                </a:cxn>
                <a:cxn ang="0">
                  <a:pos x="12" y="25"/>
                </a:cxn>
                <a:cxn ang="0">
                  <a:pos x="15" y="19"/>
                </a:cxn>
                <a:cxn ang="0">
                  <a:pos x="17" y="13"/>
                </a:cxn>
                <a:cxn ang="0">
                  <a:pos x="14" y="8"/>
                </a:cxn>
                <a:cxn ang="0">
                  <a:pos x="13" y="6"/>
                </a:cxn>
                <a:cxn ang="0">
                  <a:pos x="25" y="1"/>
                </a:cxn>
                <a:cxn ang="0">
                  <a:pos x="31" y="0"/>
                </a:cxn>
                <a:cxn ang="0">
                  <a:pos x="28" y="4"/>
                </a:cxn>
                <a:cxn ang="0">
                  <a:pos x="27" y="7"/>
                </a:cxn>
                <a:cxn ang="0">
                  <a:pos x="29" y="10"/>
                </a:cxn>
                <a:cxn ang="0">
                  <a:pos x="32" y="12"/>
                </a:cxn>
                <a:cxn ang="0">
                  <a:pos x="32" y="17"/>
                </a:cxn>
                <a:cxn ang="0">
                  <a:pos x="36" y="20"/>
                </a:cxn>
                <a:cxn ang="0">
                  <a:pos x="35" y="26"/>
                </a:cxn>
                <a:cxn ang="0">
                  <a:pos x="39" y="28"/>
                </a:cxn>
                <a:cxn ang="0">
                  <a:pos x="39" y="31"/>
                </a:cxn>
                <a:cxn ang="0">
                  <a:pos x="41" y="33"/>
                </a:cxn>
                <a:cxn ang="0">
                  <a:pos x="42" y="37"/>
                </a:cxn>
                <a:cxn ang="0">
                  <a:pos x="45" y="43"/>
                </a:cxn>
                <a:cxn ang="0">
                  <a:pos x="50" y="46"/>
                </a:cxn>
                <a:cxn ang="0">
                  <a:pos x="55" y="47"/>
                </a:cxn>
                <a:cxn ang="0">
                  <a:pos x="58" y="54"/>
                </a:cxn>
                <a:cxn ang="0">
                  <a:pos x="63" y="63"/>
                </a:cxn>
                <a:cxn ang="0">
                  <a:pos x="63" y="67"/>
                </a:cxn>
                <a:cxn ang="0">
                  <a:pos x="62" y="71"/>
                </a:cxn>
                <a:cxn ang="0">
                  <a:pos x="62" y="77"/>
                </a:cxn>
                <a:cxn ang="0">
                  <a:pos x="62" y="82"/>
                </a:cxn>
                <a:cxn ang="0">
                  <a:pos x="68" y="86"/>
                </a:cxn>
                <a:cxn ang="0">
                  <a:pos x="68" y="92"/>
                </a:cxn>
                <a:cxn ang="0">
                  <a:pos x="61" y="95"/>
                </a:cxn>
                <a:cxn ang="0">
                  <a:pos x="54" y="94"/>
                </a:cxn>
                <a:cxn ang="0">
                  <a:pos x="44" y="95"/>
                </a:cxn>
                <a:cxn ang="0">
                  <a:pos x="38" y="96"/>
                </a:cxn>
                <a:cxn ang="0">
                  <a:pos x="35" y="101"/>
                </a:cxn>
                <a:cxn ang="0">
                  <a:pos x="30" y="108"/>
                </a:cxn>
              </a:cxnLst>
              <a:rect l="0" t="0" r="r" b="b"/>
              <a:pathLst>
                <a:path w="69" h="113">
                  <a:moveTo>
                    <a:pt x="30" y="108"/>
                  </a:moveTo>
                  <a:cubicBezTo>
                    <a:pt x="30" y="108"/>
                    <a:pt x="30" y="108"/>
                    <a:pt x="30" y="108"/>
                  </a:cubicBezTo>
                  <a:cubicBezTo>
                    <a:pt x="29" y="108"/>
                    <a:pt x="28" y="110"/>
                    <a:pt x="27" y="110"/>
                  </a:cubicBezTo>
                  <a:cubicBezTo>
                    <a:pt x="26" y="110"/>
                    <a:pt x="26" y="110"/>
                    <a:pt x="25" y="110"/>
                  </a:cubicBezTo>
                  <a:cubicBezTo>
                    <a:pt x="24" y="110"/>
                    <a:pt x="22" y="111"/>
                    <a:pt x="21" y="112"/>
                  </a:cubicBezTo>
                  <a:cubicBezTo>
                    <a:pt x="20" y="112"/>
                    <a:pt x="19" y="113"/>
                    <a:pt x="18" y="113"/>
                  </a:cubicBezTo>
                  <a:cubicBezTo>
                    <a:pt x="17" y="112"/>
                    <a:pt x="15" y="112"/>
                    <a:pt x="14" y="111"/>
                  </a:cubicBezTo>
                  <a:cubicBezTo>
                    <a:pt x="14" y="111"/>
                    <a:pt x="14" y="110"/>
                    <a:pt x="15" y="110"/>
                  </a:cubicBezTo>
                  <a:cubicBezTo>
                    <a:pt x="15" y="109"/>
                    <a:pt x="16" y="108"/>
                    <a:pt x="16" y="107"/>
                  </a:cubicBezTo>
                  <a:cubicBezTo>
                    <a:pt x="16" y="107"/>
                    <a:pt x="15" y="106"/>
                    <a:pt x="15" y="105"/>
                  </a:cubicBezTo>
                  <a:cubicBezTo>
                    <a:pt x="15" y="105"/>
                    <a:pt x="14" y="103"/>
                    <a:pt x="15" y="102"/>
                  </a:cubicBezTo>
                  <a:cubicBezTo>
                    <a:pt x="15" y="102"/>
                    <a:pt x="17" y="102"/>
                    <a:pt x="17" y="102"/>
                  </a:cubicBezTo>
                  <a:cubicBezTo>
                    <a:pt x="17" y="101"/>
                    <a:pt x="18" y="100"/>
                    <a:pt x="18" y="100"/>
                  </a:cubicBezTo>
                  <a:cubicBezTo>
                    <a:pt x="18" y="99"/>
                    <a:pt x="17" y="98"/>
                    <a:pt x="17" y="98"/>
                  </a:cubicBezTo>
                  <a:cubicBezTo>
                    <a:pt x="16" y="97"/>
                    <a:pt x="15" y="96"/>
                    <a:pt x="15" y="96"/>
                  </a:cubicBezTo>
                  <a:cubicBezTo>
                    <a:pt x="15" y="95"/>
                    <a:pt x="16" y="94"/>
                    <a:pt x="16" y="94"/>
                  </a:cubicBezTo>
                  <a:cubicBezTo>
                    <a:pt x="17" y="93"/>
                    <a:pt x="18" y="92"/>
                    <a:pt x="19" y="91"/>
                  </a:cubicBezTo>
                  <a:cubicBezTo>
                    <a:pt x="20" y="90"/>
                    <a:pt x="21" y="88"/>
                    <a:pt x="21" y="88"/>
                  </a:cubicBezTo>
                  <a:cubicBezTo>
                    <a:pt x="21" y="87"/>
                    <a:pt x="22" y="86"/>
                    <a:pt x="22" y="86"/>
                  </a:cubicBezTo>
                  <a:cubicBezTo>
                    <a:pt x="22" y="85"/>
                    <a:pt x="21" y="83"/>
                    <a:pt x="20" y="83"/>
                  </a:cubicBezTo>
                  <a:cubicBezTo>
                    <a:pt x="20" y="83"/>
                    <a:pt x="20" y="83"/>
                    <a:pt x="20" y="82"/>
                  </a:cubicBezTo>
                  <a:cubicBezTo>
                    <a:pt x="19" y="82"/>
                    <a:pt x="18" y="82"/>
                    <a:pt x="17" y="81"/>
                  </a:cubicBezTo>
                  <a:cubicBezTo>
                    <a:pt x="16" y="80"/>
                    <a:pt x="15" y="78"/>
                    <a:pt x="15" y="77"/>
                  </a:cubicBezTo>
                  <a:cubicBezTo>
                    <a:pt x="14" y="76"/>
                    <a:pt x="15" y="75"/>
                    <a:pt x="15" y="74"/>
                  </a:cubicBezTo>
                  <a:cubicBezTo>
                    <a:pt x="15" y="73"/>
                    <a:pt x="15" y="72"/>
                    <a:pt x="15" y="71"/>
                  </a:cubicBezTo>
                  <a:cubicBezTo>
                    <a:pt x="16" y="71"/>
                    <a:pt x="17" y="71"/>
                    <a:pt x="18" y="70"/>
                  </a:cubicBezTo>
                  <a:cubicBezTo>
                    <a:pt x="18" y="70"/>
                    <a:pt x="18" y="69"/>
                    <a:pt x="18" y="69"/>
                  </a:cubicBezTo>
                  <a:cubicBezTo>
                    <a:pt x="18" y="68"/>
                    <a:pt x="17" y="68"/>
                    <a:pt x="17" y="67"/>
                  </a:cubicBezTo>
                  <a:cubicBezTo>
                    <a:pt x="16" y="67"/>
                    <a:pt x="16" y="66"/>
                    <a:pt x="16" y="65"/>
                  </a:cubicBezTo>
                  <a:cubicBezTo>
                    <a:pt x="16" y="64"/>
                    <a:pt x="16" y="63"/>
                    <a:pt x="16" y="62"/>
                  </a:cubicBezTo>
                  <a:cubicBezTo>
                    <a:pt x="16" y="62"/>
                    <a:pt x="15" y="61"/>
                    <a:pt x="15" y="61"/>
                  </a:cubicBezTo>
                  <a:cubicBezTo>
                    <a:pt x="14" y="61"/>
                    <a:pt x="14" y="62"/>
                    <a:pt x="14" y="62"/>
                  </a:cubicBezTo>
                  <a:cubicBezTo>
                    <a:pt x="13" y="61"/>
                    <a:pt x="12" y="60"/>
                    <a:pt x="11" y="60"/>
                  </a:cubicBezTo>
                  <a:cubicBezTo>
                    <a:pt x="11" y="60"/>
                    <a:pt x="10" y="61"/>
                    <a:pt x="9" y="61"/>
                  </a:cubicBezTo>
                  <a:cubicBezTo>
                    <a:pt x="9" y="61"/>
                    <a:pt x="8" y="60"/>
                    <a:pt x="7" y="60"/>
                  </a:cubicBezTo>
                  <a:cubicBezTo>
                    <a:pt x="6" y="60"/>
                    <a:pt x="6" y="60"/>
                    <a:pt x="5" y="60"/>
                  </a:cubicBezTo>
                  <a:cubicBezTo>
                    <a:pt x="5" y="60"/>
                    <a:pt x="4" y="61"/>
                    <a:pt x="4" y="61"/>
                  </a:cubicBezTo>
                  <a:cubicBezTo>
                    <a:pt x="4" y="61"/>
                    <a:pt x="3" y="62"/>
                    <a:pt x="2" y="62"/>
                  </a:cubicBezTo>
                  <a:cubicBezTo>
                    <a:pt x="2" y="62"/>
                    <a:pt x="1" y="62"/>
                    <a:pt x="1" y="61"/>
                  </a:cubicBezTo>
                  <a:cubicBezTo>
                    <a:pt x="0" y="61"/>
                    <a:pt x="0" y="60"/>
                    <a:pt x="0" y="60"/>
                  </a:cubicBezTo>
                  <a:cubicBezTo>
                    <a:pt x="1" y="59"/>
                    <a:pt x="2" y="58"/>
                    <a:pt x="2" y="57"/>
                  </a:cubicBezTo>
                  <a:cubicBezTo>
                    <a:pt x="2" y="57"/>
                    <a:pt x="3" y="56"/>
                    <a:pt x="4" y="55"/>
                  </a:cubicBezTo>
                  <a:cubicBezTo>
                    <a:pt x="4" y="54"/>
                    <a:pt x="4" y="52"/>
                    <a:pt x="4" y="51"/>
                  </a:cubicBezTo>
                  <a:cubicBezTo>
                    <a:pt x="5" y="51"/>
                    <a:pt x="6" y="51"/>
                    <a:pt x="7" y="51"/>
                  </a:cubicBezTo>
                  <a:cubicBezTo>
                    <a:pt x="7" y="50"/>
                    <a:pt x="9" y="51"/>
                    <a:pt x="9" y="51"/>
                  </a:cubicBezTo>
                  <a:cubicBezTo>
                    <a:pt x="10" y="50"/>
                    <a:pt x="13" y="50"/>
                    <a:pt x="14" y="50"/>
                  </a:cubicBezTo>
                  <a:cubicBezTo>
                    <a:pt x="14" y="49"/>
                    <a:pt x="16" y="49"/>
                    <a:pt x="16" y="48"/>
                  </a:cubicBezTo>
                  <a:cubicBezTo>
                    <a:pt x="17" y="48"/>
                    <a:pt x="18" y="46"/>
                    <a:pt x="18" y="45"/>
                  </a:cubicBezTo>
                  <a:cubicBezTo>
                    <a:pt x="19" y="44"/>
                    <a:pt x="19" y="41"/>
                    <a:pt x="19" y="39"/>
                  </a:cubicBezTo>
                  <a:cubicBezTo>
                    <a:pt x="19" y="38"/>
                    <a:pt x="19" y="36"/>
                    <a:pt x="19" y="35"/>
                  </a:cubicBezTo>
                  <a:cubicBezTo>
                    <a:pt x="19" y="34"/>
                    <a:pt x="18" y="33"/>
                    <a:pt x="18" y="32"/>
                  </a:cubicBezTo>
                  <a:cubicBezTo>
                    <a:pt x="17" y="31"/>
                    <a:pt x="16" y="29"/>
                    <a:pt x="15" y="28"/>
                  </a:cubicBezTo>
                  <a:cubicBezTo>
                    <a:pt x="15" y="28"/>
                    <a:pt x="13" y="27"/>
                    <a:pt x="13" y="26"/>
                  </a:cubicBezTo>
                  <a:cubicBezTo>
                    <a:pt x="12" y="26"/>
                    <a:pt x="12" y="25"/>
                    <a:pt x="12" y="25"/>
                  </a:cubicBezTo>
                  <a:cubicBezTo>
                    <a:pt x="11" y="24"/>
                    <a:pt x="13" y="22"/>
                    <a:pt x="13" y="22"/>
                  </a:cubicBezTo>
                  <a:cubicBezTo>
                    <a:pt x="13" y="21"/>
                    <a:pt x="14" y="20"/>
                    <a:pt x="15" y="19"/>
                  </a:cubicBezTo>
                  <a:cubicBezTo>
                    <a:pt x="15" y="18"/>
                    <a:pt x="16" y="16"/>
                    <a:pt x="17" y="15"/>
                  </a:cubicBezTo>
                  <a:cubicBezTo>
                    <a:pt x="17" y="15"/>
                    <a:pt x="17" y="13"/>
                    <a:pt x="17" y="13"/>
                  </a:cubicBezTo>
                  <a:cubicBezTo>
                    <a:pt x="17" y="12"/>
                    <a:pt x="16" y="10"/>
                    <a:pt x="16" y="10"/>
                  </a:cubicBezTo>
                  <a:cubicBezTo>
                    <a:pt x="16" y="9"/>
                    <a:pt x="15" y="8"/>
                    <a:pt x="14" y="8"/>
                  </a:cubicBezTo>
                  <a:cubicBezTo>
                    <a:pt x="14" y="7"/>
                    <a:pt x="13" y="7"/>
                    <a:pt x="13" y="6"/>
                  </a:cubicBezTo>
                  <a:cubicBezTo>
                    <a:pt x="13" y="6"/>
                    <a:pt x="13" y="6"/>
                    <a:pt x="13" y="6"/>
                  </a:cubicBezTo>
                  <a:cubicBezTo>
                    <a:pt x="15" y="5"/>
                    <a:pt x="19" y="3"/>
                    <a:pt x="21" y="2"/>
                  </a:cubicBezTo>
                  <a:cubicBezTo>
                    <a:pt x="22" y="1"/>
                    <a:pt x="24" y="1"/>
                    <a:pt x="25" y="1"/>
                  </a:cubicBezTo>
                  <a:cubicBezTo>
                    <a:pt x="26" y="0"/>
                    <a:pt x="28" y="0"/>
                    <a:pt x="30" y="0"/>
                  </a:cubicBezTo>
                  <a:cubicBezTo>
                    <a:pt x="30" y="0"/>
                    <a:pt x="31" y="0"/>
                    <a:pt x="31" y="0"/>
                  </a:cubicBezTo>
                  <a:cubicBezTo>
                    <a:pt x="31" y="1"/>
                    <a:pt x="31" y="2"/>
                    <a:pt x="31" y="2"/>
                  </a:cubicBezTo>
                  <a:cubicBezTo>
                    <a:pt x="30" y="3"/>
                    <a:pt x="28" y="4"/>
                    <a:pt x="28" y="4"/>
                  </a:cubicBezTo>
                  <a:cubicBezTo>
                    <a:pt x="27" y="5"/>
                    <a:pt x="26" y="5"/>
                    <a:pt x="26" y="6"/>
                  </a:cubicBezTo>
                  <a:cubicBezTo>
                    <a:pt x="26" y="6"/>
                    <a:pt x="26" y="7"/>
                    <a:pt x="27" y="7"/>
                  </a:cubicBezTo>
                  <a:cubicBezTo>
                    <a:pt x="27" y="8"/>
                    <a:pt x="28" y="8"/>
                    <a:pt x="29" y="8"/>
                  </a:cubicBezTo>
                  <a:cubicBezTo>
                    <a:pt x="29" y="8"/>
                    <a:pt x="29" y="9"/>
                    <a:pt x="29" y="10"/>
                  </a:cubicBezTo>
                  <a:cubicBezTo>
                    <a:pt x="29" y="10"/>
                    <a:pt x="29" y="11"/>
                    <a:pt x="29" y="12"/>
                  </a:cubicBezTo>
                  <a:cubicBezTo>
                    <a:pt x="30" y="12"/>
                    <a:pt x="32" y="12"/>
                    <a:pt x="32" y="12"/>
                  </a:cubicBezTo>
                  <a:cubicBezTo>
                    <a:pt x="33" y="13"/>
                    <a:pt x="33" y="14"/>
                    <a:pt x="33" y="14"/>
                  </a:cubicBezTo>
                  <a:cubicBezTo>
                    <a:pt x="33" y="15"/>
                    <a:pt x="32" y="16"/>
                    <a:pt x="32" y="17"/>
                  </a:cubicBezTo>
                  <a:cubicBezTo>
                    <a:pt x="33" y="17"/>
                    <a:pt x="34" y="17"/>
                    <a:pt x="34" y="18"/>
                  </a:cubicBezTo>
                  <a:cubicBezTo>
                    <a:pt x="35" y="18"/>
                    <a:pt x="36" y="19"/>
                    <a:pt x="36" y="20"/>
                  </a:cubicBezTo>
                  <a:cubicBezTo>
                    <a:pt x="35" y="21"/>
                    <a:pt x="34" y="22"/>
                    <a:pt x="34" y="23"/>
                  </a:cubicBezTo>
                  <a:cubicBezTo>
                    <a:pt x="34" y="24"/>
                    <a:pt x="34" y="25"/>
                    <a:pt x="35" y="26"/>
                  </a:cubicBezTo>
                  <a:cubicBezTo>
                    <a:pt x="35" y="26"/>
                    <a:pt x="37" y="27"/>
                    <a:pt x="37" y="27"/>
                  </a:cubicBezTo>
                  <a:cubicBezTo>
                    <a:pt x="38" y="27"/>
                    <a:pt x="39" y="28"/>
                    <a:pt x="39" y="28"/>
                  </a:cubicBezTo>
                  <a:cubicBezTo>
                    <a:pt x="40" y="28"/>
                    <a:pt x="40" y="29"/>
                    <a:pt x="40" y="30"/>
                  </a:cubicBezTo>
                  <a:cubicBezTo>
                    <a:pt x="40" y="30"/>
                    <a:pt x="39" y="31"/>
                    <a:pt x="39" y="31"/>
                  </a:cubicBezTo>
                  <a:cubicBezTo>
                    <a:pt x="39" y="31"/>
                    <a:pt x="39" y="32"/>
                    <a:pt x="39" y="33"/>
                  </a:cubicBezTo>
                  <a:cubicBezTo>
                    <a:pt x="39" y="33"/>
                    <a:pt x="40" y="33"/>
                    <a:pt x="41" y="33"/>
                  </a:cubicBezTo>
                  <a:cubicBezTo>
                    <a:pt x="41" y="34"/>
                    <a:pt x="41" y="35"/>
                    <a:pt x="41" y="36"/>
                  </a:cubicBezTo>
                  <a:cubicBezTo>
                    <a:pt x="41" y="36"/>
                    <a:pt x="42" y="37"/>
                    <a:pt x="42" y="37"/>
                  </a:cubicBezTo>
                  <a:cubicBezTo>
                    <a:pt x="42" y="38"/>
                    <a:pt x="44" y="40"/>
                    <a:pt x="44" y="40"/>
                  </a:cubicBezTo>
                  <a:cubicBezTo>
                    <a:pt x="45" y="41"/>
                    <a:pt x="45" y="43"/>
                    <a:pt x="45" y="43"/>
                  </a:cubicBezTo>
                  <a:cubicBezTo>
                    <a:pt x="46" y="44"/>
                    <a:pt x="46" y="45"/>
                    <a:pt x="47" y="46"/>
                  </a:cubicBezTo>
                  <a:cubicBezTo>
                    <a:pt x="48" y="46"/>
                    <a:pt x="49" y="46"/>
                    <a:pt x="50" y="46"/>
                  </a:cubicBezTo>
                  <a:cubicBezTo>
                    <a:pt x="51" y="45"/>
                    <a:pt x="52" y="44"/>
                    <a:pt x="52" y="44"/>
                  </a:cubicBezTo>
                  <a:cubicBezTo>
                    <a:pt x="53" y="44"/>
                    <a:pt x="55" y="46"/>
                    <a:pt x="55" y="47"/>
                  </a:cubicBezTo>
                  <a:cubicBezTo>
                    <a:pt x="56" y="47"/>
                    <a:pt x="56" y="49"/>
                    <a:pt x="57" y="50"/>
                  </a:cubicBezTo>
                  <a:cubicBezTo>
                    <a:pt x="57" y="51"/>
                    <a:pt x="58" y="53"/>
                    <a:pt x="58" y="54"/>
                  </a:cubicBezTo>
                  <a:cubicBezTo>
                    <a:pt x="59" y="55"/>
                    <a:pt x="60" y="58"/>
                    <a:pt x="61" y="59"/>
                  </a:cubicBezTo>
                  <a:cubicBezTo>
                    <a:pt x="62" y="60"/>
                    <a:pt x="63" y="62"/>
                    <a:pt x="63" y="63"/>
                  </a:cubicBezTo>
                  <a:cubicBezTo>
                    <a:pt x="64" y="64"/>
                    <a:pt x="64" y="66"/>
                    <a:pt x="63" y="67"/>
                  </a:cubicBezTo>
                  <a:cubicBezTo>
                    <a:pt x="63" y="67"/>
                    <a:pt x="63" y="67"/>
                    <a:pt x="63" y="67"/>
                  </a:cubicBezTo>
                  <a:cubicBezTo>
                    <a:pt x="63" y="68"/>
                    <a:pt x="63" y="68"/>
                    <a:pt x="63" y="69"/>
                  </a:cubicBezTo>
                  <a:cubicBezTo>
                    <a:pt x="62" y="69"/>
                    <a:pt x="62" y="71"/>
                    <a:pt x="62" y="71"/>
                  </a:cubicBezTo>
                  <a:cubicBezTo>
                    <a:pt x="62" y="72"/>
                    <a:pt x="63" y="74"/>
                    <a:pt x="63" y="75"/>
                  </a:cubicBezTo>
                  <a:cubicBezTo>
                    <a:pt x="63" y="75"/>
                    <a:pt x="62" y="76"/>
                    <a:pt x="62" y="77"/>
                  </a:cubicBezTo>
                  <a:cubicBezTo>
                    <a:pt x="62" y="78"/>
                    <a:pt x="61" y="79"/>
                    <a:pt x="61" y="80"/>
                  </a:cubicBezTo>
                  <a:cubicBezTo>
                    <a:pt x="61" y="81"/>
                    <a:pt x="62" y="82"/>
                    <a:pt x="62" y="82"/>
                  </a:cubicBezTo>
                  <a:cubicBezTo>
                    <a:pt x="63" y="83"/>
                    <a:pt x="65" y="84"/>
                    <a:pt x="66" y="84"/>
                  </a:cubicBezTo>
                  <a:cubicBezTo>
                    <a:pt x="66" y="85"/>
                    <a:pt x="68" y="86"/>
                    <a:pt x="68" y="86"/>
                  </a:cubicBezTo>
                  <a:cubicBezTo>
                    <a:pt x="69" y="87"/>
                    <a:pt x="69" y="88"/>
                    <a:pt x="69" y="89"/>
                  </a:cubicBezTo>
                  <a:cubicBezTo>
                    <a:pt x="69" y="90"/>
                    <a:pt x="69" y="91"/>
                    <a:pt x="68" y="92"/>
                  </a:cubicBezTo>
                  <a:cubicBezTo>
                    <a:pt x="68" y="93"/>
                    <a:pt x="67" y="93"/>
                    <a:pt x="66" y="94"/>
                  </a:cubicBezTo>
                  <a:cubicBezTo>
                    <a:pt x="65" y="94"/>
                    <a:pt x="62" y="95"/>
                    <a:pt x="61" y="95"/>
                  </a:cubicBezTo>
                  <a:cubicBezTo>
                    <a:pt x="60" y="95"/>
                    <a:pt x="58" y="94"/>
                    <a:pt x="57" y="94"/>
                  </a:cubicBezTo>
                  <a:cubicBezTo>
                    <a:pt x="56" y="94"/>
                    <a:pt x="55" y="94"/>
                    <a:pt x="54" y="94"/>
                  </a:cubicBezTo>
                  <a:cubicBezTo>
                    <a:pt x="53" y="94"/>
                    <a:pt x="50" y="94"/>
                    <a:pt x="49" y="95"/>
                  </a:cubicBezTo>
                  <a:cubicBezTo>
                    <a:pt x="48" y="95"/>
                    <a:pt x="45" y="95"/>
                    <a:pt x="44" y="95"/>
                  </a:cubicBezTo>
                  <a:cubicBezTo>
                    <a:pt x="43" y="95"/>
                    <a:pt x="42" y="95"/>
                    <a:pt x="41" y="95"/>
                  </a:cubicBezTo>
                  <a:cubicBezTo>
                    <a:pt x="40" y="95"/>
                    <a:pt x="39" y="96"/>
                    <a:pt x="38" y="96"/>
                  </a:cubicBezTo>
                  <a:cubicBezTo>
                    <a:pt x="38" y="97"/>
                    <a:pt x="37" y="99"/>
                    <a:pt x="37" y="99"/>
                  </a:cubicBezTo>
                  <a:cubicBezTo>
                    <a:pt x="37" y="100"/>
                    <a:pt x="35" y="101"/>
                    <a:pt x="35" y="101"/>
                  </a:cubicBezTo>
                  <a:cubicBezTo>
                    <a:pt x="34" y="102"/>
                    <a:pt x="34" y="104"/>
                    <a:pt x="34" y="105"/>
                  </a:cubicBezTo>
                  <a:cubicBezTo>
                    <a:pt x="33" y="106"/>
                    <a:pt x="31" y="107"/>
                    <a:pt x="30" y="10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0"/>
            <p:cNvSpPr>
              <a:spLocks/>
            </p:cNvSpPr>
            <p:nvPr/>
          </p:nvSpPr>
          <p:spPr bwMode="auto">
            <a:xfrm>
              <a:off x="1504951" y="3152776"/>
              <a:ext cx="152400" cy="173038"/>
            </a:xfrm>
            <a:custGeom>
              <a:avLst/>
              <a:gdLst/>
              <a:ahLst/>
              <a:cxnLst>
                <a:cxn ang="0">
                  <a:pos x="80" y="84"/>
                </a:cxn>
                <a:cxn ang="0">
                  <a:pos x="75" y="89"/>
                </a:cxn>
                <a:cxn ang="0">
                  <a:pos x="65" y="89"/>
                </a:cxn>
                <a:cxn ang="0">
                  <a:pos x="60" y="87"/>
                </a:cxn>
                <a:cxn ang="0">
                  <a:pos x="60" y="80"/>
                </a:cxn>
                <a:cxn ang="0">
                  <a:pos x="54" y="79"/>
                </a:cxn>
                <a:cxn ang="0">
                  <a:pos x="49" y="83"/>
                </a:cxn>
                <a:cxn ang="0">
                  <a:pos x="40" y="87"/>
                </a:cxn>
                <a:cxn ang="0">
                  <a:pos x="34" y="91"/>
                </a:cxn>
                <a:cxn ang="0">
                  <a:pos x="25" y="91"/>
                </a:cxn>
                <a:cxn ang="0">
                  <a:pos x="17" y="81"/>
                </a:cxn>
                <a:cxn ang="0">
                  <a:pos x="16" y="76"/>
                </a:cxn>
                <a:cxn ang="0">
                  <a:pos x="8" y="77"/>
                </a:cxn>
                <a:cxn ang="0">
                  <a:pos x="1" y="76"/>
                </a:cxn>
                <a:cxn ang="0">
                  <a:pos x="1" y="68"/>
                </a:cxn>
                <a:cxn ang="0">
                  <a:pos x="5" y="65"/>
                </a:cxn>
                <a:cxn ang="0">
                  <a:pos x="1" y="58"/>
                </a:cxn>
                <a:cxn ang="0">
                  <a:pos x="2" y="52"/>
                </a:cxn>
                <a:cxn ang="0">
                  <a:pos x="1" y="50"/>
                </a:cxn>
                <a:cxn ang="0">
                  <a:pos x="2" y="46"/>
                </a:cxn>
                <a:cxn ang="0">
                  <a:pos x="7" y="41"/>
                </a:cxn>
                <a:cxn ang="0">
                  <a:pos x="9" y="36"/>
                </a:cxn>
                <a:cxn ang="0">
                  <a:pos x="12" y="32"/>
                </a:cxn>
                <a:cxn ang="0">
                  <a:pos x="9" y="28"/>
                </a:cxn>
                <a:cxn ang="0">
                  <a:pos x="5" y="23"/>
                </a:cxn>
                <a:cxn ang="0">
                  <a:pos x="18" y="15"/>
                </a:cxn>
                <a:cxn ang="0">
                  <a:pos x="24" y="14"/>
                </a:cxn>
                <a:cxn ang="0">
                  <a:pos x="27" y="19"/>
                </a:cxn>
                <a:cxn ang="0">
                  <a:pos x="27" y="23"/>
                </a:cxn>
                <a:cxn ang="0">
                  <a:pos x="29" y="27"/>
                </a:cxn>
                <a:cxn ang="0">
                  <a:pos x="29" y="23"/>
                </a:cxn>
                <a:cxn ang="0">
                  <a:pos x="30" y="19"/>
                </a:cxn>
                <a:cxn ang="0">
                  <a:pos x="29" y="15"/>
                </a:cxn>
                <a:cxn ang="0">
                  <a:pos x="26" y="10"/>
                </a:cxn>
                <a:cxn ang="0">
                  <a:pos x="21" y="4"/>
                </a:cxn>
                <a:cxn ang="0">
                  <a:pos x="20" y="0"/>
                </a:cxn>
                <a:cxn ang="0">
                  <a:pos x="26" y="4"/>
                </a:cxn>
                <a:cxn ang="0">
                  <a:pos x="31" y="5"/>
                </a:cxn>
                <a:cxn ang="0">
                  <a:pos x="35" y="5"/>
                </a:cxn>
                <a:cxn ang="0">
                  <a:pos x="42" y="9"/>
                </a:cxn>
                <a:cxn ang="0">
                  <a:pos x="49" y="13"/>
                </a:cxn>
                <a:cxn ang="0">
                  <a:pos x="64" y="11"/>
                </a:cxn>
                <a:cxn ang="0">
                  <a:pos x="74" y="6"/>
                </a:cxn>
                <a:cxn ang="0">
                  <a:pos x="77" y="10"/>
                </a:cxn>
                <a:cxn ang="0">
                  <a:pos x="78" y="15"/>
                </a:cxn>
                <a:cxn ang="0">
                  <a:pos x="74" y="22"/>
                </a:cxn>
                <a:cxn ang="0">
                  <a:pos x="74" y="26"/>
                </a:cxn>
                <a:cxn ang="0">
                  <a:pos x="79" y="32"/>
                </a:cxn>
                <a:cxn ang="0">
                  <a:pos x="80" y="39"/>
                </a:cxn>
                <a:cxn ang="0">
                  <a:pos x="77" y="48"/>
                </a:cxn>
                <a:cxn ang="0">
                  <a:pos x="70" y="51"/>
                </a:cxn>
                <a:cxn ang="0">
                  <a:pos x="65" y="51"/>
                </a:cxn>
                <a:cxn ang="0">
                  <a:pos x="63" y="57"/>
                </a:cxn>
                <a:cxn ang="0">
                  <a:pos x="62" y="61"/>
                </a:cxn>
                <a:cxn ang="0">
                  <a:pos x="65" y="61"/>
                </a:cxn>
                <a:cxn ang="0">
                  <a:pos x="68" y="60"/>
                </a:cxn>
                <a:cxn ang="0">
                  <a:pos x="72" y="60"/>
                </a:cxn>
                <a:cxn ang="0">
                  <a:pos x="76" y="61"/>
                </a:cxn>
                <a:cxn ang="0">
                  <a:pos x="77" y="65"/>
                </a:cxn>
                <a:cxn ang="0">
                  <a:pos x="79" y="69"/>
                </a:cxn>
                <a:cxn ang="0">
                  <a:pos x="76" y="71"/>
                </a:cxn>
                <a:cxn ang="0">
                  <a:pos x="76" y="77"/>
                </a:cxn>
                <a:cxn ang="0">
                  <a:pos x="81" y="82"/>
                </a:cxn>
              </a:cxnLst>
              <a:rect l="0" t="0" r="r" b="b"/>
              <a:pathLst>
                <a:path w="81" h="92">
                  <a:moveTo>
                    <a:pt x="81" y="82"/>
                  </a:moveTo>
                  <a:cubicBezTo>
                    <a:pt x="81" y="83"/>
                    <a:pt x="80" y="84"/>
                    <a:pt x="80" y="84"/>
                  </a:cubicBezTo>
                  <a:cubicBezTo>
                    <a:pt x="80" y="85"/>
                    <a:pt x="78" y="87"/>
                    <a:pt x="77" y="88"/>
                  </a:cubicBezTo>
                  <a:cubicBezTo>
                    <a:pt x="77" y="88"/>
                    <a:pt x="76" y="89"/>
                    <a:pt x="75" y="89"/>
                  </a:cubicBezTo>
                  <a:cubicBezTo>
                    <a:pt x="74" y="90"/>
                    <a:pt x="72" y="90"/>
                    <a:pt x="71" y="90"/>
                  </a:cubicBezTo>
                  <a:cubicBezTo>
                    <a:pt x="69" y="90"/>
                    <a:pt x="67" y="89"/>
                    <a:pt x="65" y="89"/>
                  </a:cubicBezTo>
                  <a:cubicBezTo>
                    <a:pt x="65" y="88"/>
                    <a:pt x="63" y="89"/>
                    <a:pt x="62" y="89"/>
                  </a:cubicBezTo>
                  <a:cubicBezTo>
                    <a:pt x="62" y="88"/>
                    <a:pt x="61" y="88"/>
                    <a:pt x="60" y="87"/>
                  </a:cubicBezTo>
                  <a:cubicBezTo>
                    <a:pt x="60" y="87"/>
                    <a:pt x="60" y="84"/>
                    <a:pt x="59" y="83"/>
                  </a:cubicBezTo>
                  <a:cubicBezTo>
                    <a:pt x="59" y="82"/>
                    <a:pt x="60" y="81"/>
                    <a:pt x="60" y="80"/>
                  </a:cubicBezTo>
                  <a:cubicBezTo>
                    <a:pt x="59" y="79"/>
                    <a:pt x="59" y="78"/>
                    <a:pt x="58" y="78"/>
                  </a:cubicBezTo>
                  <a:cubicBezTo>
                    <a:pt x="57" y="77"/>
                    <a:pt x="55" y="78"/>
                    <a:pt x="54" y="79"/>
                  </a:cubicBezTo>
                  <a:cubicBezTo>
                    <a:pt x="53" y="79"/>
                    <a:pt x="52" y="80"/>
                    <a:pt x="51" y="81"/>
                  </a:cubicBezTo>
                  <a:cubicBezTo>
                    <a:pt x="51" y="81"/>
                    <a:pt x="50" y="83"/>
                    <a:pt x="49" y="83"/>
                  </a:cubicBezTo>
                  <a:cubicBezTo>
                    <a:pt x="48" y="84"/>
                    <a:pt x="45" y="85"/>
                    <a:pt x="44" y="85"/>
                  </a:cubicBezTo>
                  <a:cubicBezTo>
                    <a:pt x="43" y="86"/>
                    <a:pt x="41" y="86"/>
                    <a:pt x="40" y="87"/>
                  </a:cubicBezTo>
                  <a:cubicBezTo>
                    <a:pt x="39" y="87"/>
                    <a:pt x="39" y="89"/>
                    <a:pt x="38" y="89"/>
                  </a:cubicBezTo>
                  <a:cubicBezTo>
                    <a:pt x="37" y="90"/>
                    <a:pt x="35" y="91"/>
                    <a:pt x="34" y="91"/>
                  </a:cubicBezTo>
                  <a:cubicBezTo>
                    <a:pt x="33" y="92"/>
                    <a:pt x="30" y="92"/>
                    <a:pt x="29" y="92"/>
                  </a:cubicBezTo>
                  <a:cubicBezTo>
                    <a:pt x="28" y="92"/>
                    <a:pt x="26" y="91"/>
                    <a:pt x="25" y="91"/>
                  </a:cubicBezTo>
                  <a:cubicBezTo>
                    <a:pt x="24" y="90"/>
                    <a:pt x="22" y="87"/>
                    <a:pt x="20" y="86"/>
                  </a:cubicBezTo>
                  <a:cubicBezTo>
                    <a:pt x="19" y="85"/>
                    <a:pt x="17" y="83"/>
                    <a:pt x="17" y="81"/>
                  </a:cubicBezTo>
                  <a:cubicBezTo>
                    <a:pt x="17" y="81"/>
                    <a:pt x="18" y="79"/>
                    <a:pt x="17" y="78"/>
                  </a:cubicBezTo>
                  <a:cubicBezTo>
                    <a:pt x="17" y="77"/>
                    <a:pt x="16" y="76"/>
                    <a:pt x="16" y="76"/>
                  </a:cubicBezTo>
                  <a:cubicBezTo>
                    <a:pt x="15" y="76"/>
                    <a:pt x="13" y="76"/>
                    <a:pt x="13" y="76"/>
                  </a:cubicBezTo>
                  <a:cubicBezTo>
                    <a:pt x="11" y="76"/>
                    <a:pt x="9" y="77"/>
                    <a:pt x="8" y="77"/>
                  </a:cubicBezTo>
                  <a:cubicBezTo>
                    <a:pt x="7" y="78"/>
                    <a:pt x="4" y="78"/>
                    <a:pt x="3" y="77"/>
                  </a:cubicBezTo>
                  <a:cubicBezTo>
                    <a:pt x="2" y="77"/>
                    <a:pt x="1" y="77"/>
                    <a:pt x="1" y="76"/>
                  </a:cubicBezTo>
                  <a:cubicBezTo>
                    <a:pt x="0" y="75"/>
                    <a:pt x="0" y="73"/>
                    <a:pt x="0" y="72"/>
                  </a:cubicBezTo>
                  <a:cubicBezTo>
                    <a:pt x="0" y="71"/>
                    <a:pt x="0" y="69"/>
                    <a:pt x="1" y="68"/>
                  </a:cubicBezTo>
                  <a:cubicBezTo>
                    <a:pt x="1" y="68"/>
                    <a:pt x="3" y="67"/>
                    <a:pt x="3" y="67"/>
                  </a:cubicBezTo>
                  <a:cubicBezTo>
                    <a:pt x="4" y="66"/>
                    <a:pt x="5" y="65"/>
                    <a:pt x="5" y="65"/>
                  </a:cubicBezTo>
                  <a:cubicBezTo>
                    <a:pt x="5" y="64"/>
                    <a:pt x="4" y="62"/>
                    <a:pt x="3" y="61"/>
                  </a:cubicBezTo>
                  <a:cubicBezTo>
                    <a:pt x="3" y="61"/>
                    <a:pt x="2" y="59"/>
                    <a:pt x="1" y="58"/>
                  </a:cubicBezTo>
                  <a:cubicBezTo>
                    <a:pt x="1" y="58"/>
                    <a:pt x="1" y="56"/>
                    <a:pt x="1" y="55"/>
                  </a:cubicBezTo>
                  <a:cubicBezTo>
                    <a:pt x="1" y="54"/>
                    <a:pt x="2" y="53"/>
                    <a:pt x="2" y="52"/>
                  </a:cubicBezTo>
                  <a:cubicBezTo>
                    <a:pt x="3" y="52"/>
                    <a:pt x="3" y="51"/>
                    <a:pt x="3" y="51"/>
                  </a:cubicBezTo>
                  <a:cubicBezTo>
                    <a:pt x="3" y="50"/>
                    <a:pt x="1" y="50"/>
                    <a:pt x="1" y="50"/>
                  </a:cubicBezTo>
                  <a:cubicBezTo>
                    <a:pt x="0" y="49"/>
                    <a:pt x="0" y="48"/>
                    <a:pt x="0" y="48"/>
                  </a:cubicBezTo>
                  <a:cubicBezTo>
                    <a:pt x="1" y="47"/>
                    <a:pt x="2" y="46"/>
                    <a:pt x="2" y="46"/>
                  </a:cubicBezTo>
                  <a:cubicBezTo>
                    <a:pt x="3" y="45"/>
                    <a:pt x="4" y="44"/>
                    <a:pt x="5" y="44"/>
                  </a:cubicBezTo>
                  <a:cubicBezTo>
                    <a:pt x="5" y="43"/>
                    <a:pt x="6" y="42"/>
                    <a:pt x="7" y="41"/>
                  </a:cubicBezTo>
                  <a:cubicBezTo>
                    <a:pt x="7" y="41"/>
                    <a:pt x="7" y="39"/>
                    <a:pt x="8" y="39"/>
                  </a:cubicBezTo>
                  <a:cubicBezTo>
                    <a:pt x="8" y="38"/>
                    <a:pt x="9" y="37"/>
                    <a:pt x="9" y="36"/>
                  </a:cubicBezTo>
                  <a:cubicBezTo>
                    <a:pt x="10" y="35"/>
                    <a:pt x="11" y="35"/>
                    <a:pt x="11" y="34"/>
                  </a:cubicBezTo>
                  <a:cubicBezTo>
                    <a:pt x="12" y="34"/>
                    <a:pt x="12" y="33"/>
                    <a:pt x="12" y="32"/>
                  </a:cubicBezTo>
                  <a:cubicBezTo>
                    <a:pt x="12" y="32"/>
                    <a:pt x="12" y="30"/>
                    <a:pt x="11" y="29"/>
                  </a:cubicBezTo>
                  <a:cubicBezTo>
                    <a:pt x="11" y="29"/>
                    <a:pt x="9" y="28"/>
                    <a:pt x="9" y="28"/>
                  </a:cubicBezTo>
                  <a:cubicBezTo>
                    <a:pt x="8" y="27"/>
                    <a:pt x="8" y="26"/>
                    <a:pt x="7" y="26"/>
                  </a:cubicBezTo>
                  <a:cubicBezTo>
                    <a:pt x="7" y="25"/>
                    <a:pt x="6" y="24"/>
                    <a:pt x="5" y="23"/>
                  </a:cubicBezTo>
                  <a:cubicBezTo>
                    <a:pt x="8" y="22"/>
                    <a:pt x="10" y="20"/>
                    <a:pt x="12" y="19"/>
                  </a:cubicBezTo>
                  <a:cubicBezTo>
                    <a:pt x="13" y="18"/>
                    <a:pt x="16" y="16"/>
                    <a:pt x="18" y="15"/>
                  </a:cubicBezTo>
                  <a:cubicBezTo>
                    <a:pt x="18" y="15"/>
                    <a:pt x="20" y="14"/>
                    <a:pt x="21" y="14"/>
                  </a:cubicBezTo>
                  <a:cubicBezTo>
                    <a:pt x="22" y="14"/>
                    <a:pt x="23" y="14"/>
                    <a:pt x="24" y="14"/>
                  </a:cubicBezTo>
                  <a:cubicBezTo>
                    <a:pt x="25" y="14"/>
                    <a:pt x="26" y="15"/>
                    <a:pt x="27" y="16"/>
                  </a:cubicBezTo>
                  <a:cubicBezTo>
                    <a:pt x="27" y="17"/>
                    <a:pt x="27" y="18"/>
                    <a:pt x="27" y="19"/>
                  </a:cubicBezTo>
                  <a:cubicBezTo>
                    <a:pt x="28" y="20"/>
                    <a:pt x="28" y="21"/>
                    <a:pt x="28" y="22"/>
                  </a:cubicBezTo>
                  <a:cubicBezTo>
                    <a:pt x="28" y="22"/>
                    <a:pt x="27" y="23"/>
                    <a:pt x="27" y="23"/>
                  </a:cubicBezTo>
                  <a:cubicBezTo>
                    <a:pt x="27" y="24"/>
                    <a:pt x="27" y="25"/>
                    <a:pt x="27" y="25"/>
                  </a:cubicBezTo>
                  <a:cubicBezTo>
                    <a:pt x="28" y="26"/>
                    <a:pt x="28" y="27"/>
                    <a:pt x="29" y="27"/>
                  </a:cubicBezTo>
                  <a:cubicBezTo>
                    <a:pt x="29" y="26"/>
                    <a:pt x="30" y="25"/>
                    <a:pt x="30" y="25"/>
                  </a:cubicBezTo>
                  <a:cubicBezTo>
                    <a:pt x="30" y="24"/>
                    <a:pt x="29" y="23"/>
                    <a:pt x="29" y="23"/>
                  </a:cubicBezTo>
                  <a:cubicBezTo>
                    <a:pt x="29" y="22"/>
                    <a:pt x="30" y="22"/>
                    <a:pt x="30" y="22"/>
                  </a:cubicBezTo>
                  <a:cubicBezTo>
                    <a:pt x="30" y="21"/>
                    <a:pt x="31" y="20"/>
                    <a:pt x="30" y="19"/>
                  </a:cubicBezTo>
                  <a:cubicBezTo>
                    <a:pt x="30" y="19"/>
                    <a:pt x="30" y="17"/>
                    <a:pt x="30" y="16"/>
                  </a:cubicBezTo>
                  <a:cubicBezTo>
                    <a:pt x="30" y="16"/>
                    <a:pt x="29" y="15"/>
                    <a:pt x="29" y="15"/>
                  </a:cubicBezTo>
                  <a:cubicBezTo>
                    <a:pt x="28" y="14"/>
                    <a:pt x="27" y="13"/>
                    <a:pt x="27" y="13"/>
                  </a:cubicBezTo>
                  <a:cubicBezTo>
                    <a:pt x="26" y="12"/>
                    <a:pt x="26" y="10"/>
                    <a:pt x="26" y="10"/>
                  </a:cubicBezTo>
                  <a:cubicBezTo>
                    <a:pt x="25" y="9"/>
                    <a:pt x="24" y="7"/>
                    <a:pt x="23" y="7"/>
                  </a:cubicBezTo>
                  <a:cubicBezTo>
                    <a:pt x="23" y="6"/>
                    <a:pt x="21" y="5"/>
                    <a:pt x="21" y="4"/>
                  </a:cubicBezTo>
                  <a:cubicBezTo>
                    <a:pt x="20" y="3"/>
                    <a:pt x="19" y="2"/>
                    <a:pt x="19" y="1"/>
                  </a:cubicBezTo>
                  <a:cubicBezTo>
                    <a:pt x="19" y="1"/>
                    <a:pt x="20" y="1"/>
                    <a:pt x="20" y="0"/>
                  </a:cubicBezTo>
                  <a:cubicBezTo>
                    <a:pt x="21" y="0"/>
                    <a:pt x="23" y="1"/>
                    <a:pt x="24" y="1"/>
                  </a:cubicBezTo>
                  <a:cubicBezTo>
                    <a:pt x="25" y="1"/>
                    <a:pt x="26" y="3"/>
                    <a:pt x="26" y="4"/>
                  </a:cubicBezTo>
                  <a:cubicBezTo>
                    <a:pt x="27" y="4"/>
                    <a:pt x="28" y="5"/>
                    <a:pt x="29" y="5"/>
                  </a:cubicBezTo>
                  <a:cubicBezTo>
                    <a:pt x="29" y="5"/>
                    <a:pt x="30" y="6"/>
                    <a:pt x="31" y="5"/>
                  </a:cubicBezTo>
                  <a:cubicBezTo>
                    <a:pt x="31" y="5"/>
                    <a:pt x="32" y="5"/>
                    <a:pt x="32" y="5"/>
                  </a:cubicBezTo>
                  <a:cubicBezTo>
                    <a:pt x="33" y="5"/>
                    <a:pt x="34" y="5"/>
                    <a:pt x="35" y="5"/>
                  </a:cubicBezTo>
                  <a:cubicBezTo>
                    <a:pt x="36" y="5"/>
                    <a:pt x="38" y="6"/>
                    <a:pt x="39" y="7"/>
                  </a:cubicBezTo>
                  <a:cubicBezTo>
                    <a:pt x="40" y="8"/>
                    <a:pt x="41" y="9"/>
                    <a:pt x="42" y="9"/>
                  </a:cubicBezTo>
                  <a:cubicBezTo>
                    <a:pt x="42" y="10"/>
                    <a:pt x="43" y="11"/>
                    <a:pt x="44" y="12"/>
                  </a:cubicBezTo>
                  <a:cubicBezTo>
                    <a:pt x="45" y="12"/>
                    <a:pt x="47" y="12"/>
                    <a:pt x="49" y="13"/>
                  </a:cubicBezTo>
                  <a:cubicBezTo>
                    <a:pt x="51" y="13"/>
                    <a:pt x="55" y="13"/>
                    <a:pt x="57" y="13"/>
                  </a:cubicBezTo>
                  <a:cubicBezTo>
                    <a:pt x="59" y="13"/>
                    <a:pt x="63" y="12"/>
                    <a:pt x="64" y="11"/>
                  </a:cubicBezTo>
                  <a:cubicBezTo>
                    <a:pt x="66" y="11"/>
                    <a:pt x="68" y="9"/>
                    <a:pt x="70" y="8"/>
                  </a:cubicBezTo>
                  <a:cubicBezTo>
                    <a:pt x="71" y="7"/>
                    <a:pt x="72" y="7"/>
                    <a:pt x="74" y="6"/>
                  </a:cubicBezTo>
                  <a:cubicBezTo>
                    <a:pt x="74" y="7"/>
                    <a:pt x="75" y="7"/>
                    <a:pt x="75" y="8"/>
                  </a:cubicBezTo>
                  <a:cubicBezTo>
                    <a:pt x="76" y="8"/>
                    <a:pt x="77" y="9"/>
                    <a:pt x="77" y="10"/>
                  </a:cubicBezTo>
                  <a:cubicBezTo>
                    <a:pt x="77" y="10"/>
                    <a:pt x="78" y="12"/>
                    <a:pt x="78" y="13"/>
                  </a:cubicBezTo>
                  <a:cubicBezTo>
                    <a:pt x="78" y="13"/>
                    <a:pt x="78" y="15"/>
                    <a:pt x="78" y="15"/>
                  </a:cubicBezTo>
                  <a:cubicBezTo>
                    <a:pt x="77" y="16"/>
                    <a:pt x="76" y="18"/>
                    <a:pt x="76" y="19"/>
                  </a:cubicBezTo>
                  <a:cubicBezTo>
                    <a:pt x="75" y="20"/>
                    <a:pt x="74" y="21"/>
                    <a:pt x="74" y="22"/>
                  </a:cubicBezTo>
                  <a:cubicBezTo>
                    <a:pt x="74" y="22"/>
                    <a:pt x="72" y="24"/>
                    <a:pt x="73" y="25"/>
                  </a:cubicBezTo>
                  <a:cubicBezTo>
                    <a:pt x="73" y="25"/>
                    <a:pt x="73" y="26"/>
                    <a:pt x="74" y="26"/>
                  </a:cubicBezTo>
                  <a:cubicBezTo>
                    <a:pt x="74" y="27"/>
                    <a:pt x="76" y="28"/>
                    <a:pt x="76" y="28"/>
                  </a:cubicBezTo>
                  <a:cubicBezTo>
                    <a:pt x="77" y="29"/>
                    <a:pt x="78" y="31"/>
                    <a:pt x="79" y="32"/>
                  </a:cubicBezTo>
                  <a:cubicBezTo>
                    <a:pt x="79" y="33"/>
                    <a:pt x="80" y="34"/>
                    <a:pt x="80" y="35"/>
                  </a:cubicBezTo>
                  <a:cubicBezTo>
                    <a:pt x="80" y="36"/>
                    <a:pt x="80" y="38"/>
                    <a:pt x="80" y="39"/>
                  </a:cubicBezTo>
                  <a:cubicBezTo>
                    <a:pt x="80" y="41"/>
                    <a:pt x="80" y="44"/>
                    <a:pt x="79" y="45"/>
                  </a:cubicBezTo>
                  <a:cubicBezTo>
                    <a:pt x="79" y="46"/>
                    <a:pt x="78" y="48"/>
                    <a:pt x="77" y="48"/>
                  </a:cubicBezTo>
                  <a:cubicBezTo>
                    <a:pt x="77" y="49"/>
                    <a:pt x="75" y="49"/>
                    <a:pt x="75" y="50"/>
                  </a:cubicBezTo>
                  <a:cubicBezTo>
                    <a:pt x="74" y="50"/>
                    <a:pt x="71" y="50"/>
                    <a:pt x="70" y="51"/>
                  </a:cubicBezTo>
                  <a:cubicBezTo>
                    <a:pt x="70" y="51"/>
                    <a:pt x="68" y="50"/>
                    <a:pt x="68" y="51"/>
                  </a:cubicBezTo>
                  <a:cubicBezTo>
                    <a:pt x="67" y="51"/>
                    <a:pt x="66" y="51"/>
                    <a:pt x="65" y="51"/>
                  </a:cubicBezTo>
                  <a:cubicBezTo>
                    <a:pt x="65" y="52"/>
                    <a:pt x="65" y="54"/>
                    <a:pt x="65" y="55"/>
                  </a:cubicBezTo>
                  <a:cubicBezTo>
                    <a:pt x="64" y="56"/>
                    <a:pt x="63" y="57"/>
                    <a:pt x="63" y="57"/>
                  </a:cubicBezTo>
                  <a:cubicBezTo>
                    <a:pt x="63" y="58"/>
                    <a:pt x="62" y="59"/>
                    <a:pt x="61" y="60"/>
                  </a:cubicBezTo>
                  <a:cubicBezTo>
                    <a:pt x="61" y="60"/>
                    <a:pt x="61" y="61"/>
                    <a:pt x="62" y="61"/>
                  </a:cubicBezTo>
                  <a:cubicBezTo>
                    <a:pt x="62" y="62"/>
                    <a:pt x="63" y="62"/>
                    <a:pt x="63" y="62"/>
                  </a:cubicBezTo>
                  <a:cubicBezTo>
                    <a:pt x="64" y="62"/>
                    <a:pt x="65" y="61"/>
                    <a:pt x="65" y="61"/>
                  </a:cubicBezTo>
                  <a:cubicBezTo>
                    <a:pt x="65" y="61"/>
                    <a:pt x="66" y="60"/>
                    <a:pt x="66" y="60"/>
                  </a:cubicBezTo>
                  <a:cubicBezTo>
                    <a:pt x="67" y="60"/>
                    <a:pt x="67" y="60"/>
                    <a:pt x="68" y="60"/>
                  </a:cubicBezTo>
                  <a:cubicBezTo>
                    <a:pt x="69" y="60"/>
                    <a:pt x="70" y="61"/>
                    <a:pt x="70" y="61"/>
                  </a:cubicBezTo>
                  <a:cubicBezTo>
                    <a:pt x="71" y="61"/>
                    <a:pt x="72" y="60"/>
                    <a:pt x="72" y="60"/>
                  </a:cubicBezTo>
                  <a:cubicBezTo>
                    <a:pt x="73" y="60"/>
                    <a:pt x="74" y="61"/>
                    <a:pt x="75" y="62"/>
                  </a:cubicBezTo>
                  <a:cubicBezTo>
                    <a:pt x="75" y="62"/>
                    <a:pt x="75" y="61"/>
                    <a:pt x="76" y="61"/>
                  </a:cubicBezTo>
                  <a:cubicBezTo>
                    <a:pt x="76" y="61"/>
                    <a:pt x="77" y="62"/>
                    <a:pt x="77" y="62"/>
                  </a:cubicBezTo>
                  <a:cubicBezTo>
                    <a:pt x="77" y="63"/>
                    <a:pt x="77" y="64"/>
                    <a:pt x="77" y="65"/>
                  </a:cubicBezTo>
                  <a:cubicBezTo>
                    <a:pt x="77" y="66"/>
                    <a:pt x="77" y="67"/>
                    <a:pt x="78" y="67"/>
                  </a:cubicBezTo>
                  <a:cubicBezTo>
                    <a:pt x="78" y="68"/>
                    <a:pt x="79" y="68"/>
                    <a:pt x="79" y="69"/>
                  </a:cubicBezTo>
                  <a:cubicBezTo>
                    <a:pt x="79" y="69"/>
                    <a:pt x="79" y="70"/>
                    <a:pt x="79" y="70"/>
                  </a:cubicBezTo>
                  <a:cubicBezTo>
                    <a:pt x="78" y="71"/>
                    <a:pt x="77" y="71"/>
                    <a:pt x="76" y="71"/>
                  </a:cubicBezTo>
                  <a:cubicBezTo>
                    <a:pt x="76" y="72"/>
                    <a:pt x="76" y="73"/>
                    <a:pt x="76" y="74"/>
                  </a:cubicBezTo>
                  <a:cubicBezTo>
                    <a:pt x="76" y="75"/>
                    <a:pt x="75" y="76"/>
                    <a:pt x="76" y="77"/>
                  </a:cubicBezTo>
                  <a:cubicBezTo>
                    <a:pt x="76" y="78"/>
                    <a:pt x="77" y="80"/>
                    <a:pt x="78" y="81"/>
                  </a:cubicBezTo>
                  <a:cubicBezTo>
                    <a:pt x="79" y="82"/>
                    <a:pt x="80" y="82"/>
                    <a:pt x="81" y="8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1"/>
            <p:cNvSpPr>
              <a:spLocks/>
            </p:cNvSpPr>
            <p:nvPr/>
          </p:nvSpPr>
          <p:spPr bwMode="auto">
            <a:xfrm>
              <a:off x="1419226" y="3851276"/>
              <a:ext cx="128588" cy="112713"/>
            </a:xfrm>
            <a:custGeom>
              <a:avLst/>
              <a:gdLst/>
              <a:ahLst/>
              <a:cxnLst>
                <a:cxn ang="0">
                  <a:pos x="59" y="7"/>
                </a:cxn>
                <a:cxn ang="0">
                  <a:pos x="63" y="15"/>
                </a:cxn>
                <a:cxn ang="0">
                  <a:pos x="64" y="20"/>
                </a:cxn>
                <a:cxn ang="0">
                  <a:pos x="68" y="24"/>
                </a:cxn>
                <a:cxn ang="0">
                  <a:pos x="65" y="27"/>
                </a:cxn>
                <a:cxn ang="0">
                  <a:pos x="63" y="32"/>
                </a:cxn>
                <a:cxn ang="0">
                  <a:pos x="63" y="38"/>
                </a:cxn>
                <a:cxn ang="0">
                  <a:pos x="55" y="41"/>
                </a:cxn>
                <a:cxn ang="0">
                  <a:pos x="51" y="42"/>
                </a:cxn>
                <a:cxn ang="0">
                  <a:pos x="49" y="45"/>
                </a:cxn>
                <a:cxn ang="0">
                  <a:pos x="48" y="50"/>
                </a:cxn>
                <a:cxn ang="0">
                  <a:pos x="46" y="53"/>
                </a:cxn>
                <a:cxn ang="0">
                  <a:pos x="42" y="51"/>
                </a:cxn>
                <a:cxn ang="0">
                  <a:pos x="38" y="53"/>
                </a:cxn>
                <a:cxn ang="0">
                  <a:pos x="33" y="52"/>
                </a:cxn>
                <a:cxn ang="0">
                  <a:pos x="27" y="51"/>
                </a:cxn>
                <a:cxn ang="0">
                  <a:pos x="24" y="51"/>
                </a:cxn>
                <a:cxn ang="0">
                  <a:pos x="24" y="55"/>
                </a:cxn>
                <a:cxn ang="0">
                  <a:pos x="21" y="58"/>
                </a:cxn>
                <a:cxn ang="0">
                  <a:pos x="16" y="58"/>
                </a:cxn>
                <a:cxn ang="0">
                  <a:pos x="14" y="60"/>
                </a:cxn>
                <a:cxn ang="0">
                  <a:pos x="10" y="57"/>
                </a:cxn>
                <a:cxn ang="0">
                  <a:pos x="6" y="53"/>
                </a:cxn>
                <a:cxn ang="0">
                  <a:pos x="1" y="51"/>
                </a:cxn>
                <a:cxn ang="0">
                  <a:pos x="2" y="47"/>
                </a:cxn>
                <a:cxn ang="0">
                  <a:pos x="1" y="41"/>
                </a:cxn>
                <a:cxn ang="0">
                  <a:pos x="3" y="38"/>
                </a:cxn>
                <a:cxn ang="0">
                  <a:pos x="8" y="34"/>
                </a:cxn>
                <a:cxn ang="0">
                  <a:pos x="10" y="33"/>
                </a:cxn>
                <a:cxn ang="0">
                  <a:pos x="12" y="37"/>
                </a:cxn>
                <a:cxn ang="0">
                  <a:pos x="20" y="37"/>
                </a:cxn>
                <a:cxn ang="0">
                  <a:pos x="27" y="36"/>
                </a:cxn>
                <a:cxn ang="0">
                  <a:pos x="32" y="33"/>
                </a:cxn>
                <a:cxn ang="0">
                  <a:pos x="33" y="29"/>
                </a:cxn>
                <a:cxn ang="0">
                  <a:pos x="34" y="26"/>
                </a:cxn>
                <a:cxn ang="0">
                  <a:pos x="36" y="21"/>
                </a:cxn>
                <a:cxn ang="0">
                  <a:pos x="39" y="14"/>
                </a:cxn>
                <a:cxn ang="0">
                  <a:pos x="42" y="10"/>
                </a:cxn>
                <a:cxn ang="0">
                  <a:pos x="44" y="5"/>
                </a:cxn>
                <a:cxn ang="0">
                  <a:pos x="46" y="1"/>
                </a:cxn>
                <a:cxn ang="0">
                  <a:pos x="49" y="3"/>
                </a:cxn>
                <a:cxn ang="0">
                  <a:pos x="54" y="3"/>
                </a:cxn>
                <a:cxn ang="0">
                  <a:pos x="57" y="2"/>
                </a:cxn>
                <a:cxn ang="0">
                  <a:pos x="58" y="6"/>
                </a:cxn>
              </a:cxnLst>
              <a:rect l="0" t="0" r="r" b="b"/>
              <a:pathLst>
                <a:path w="68" h="60">
                  <a:moveTo>
                    <a:pt x="58" y="6"/>
                  </a:moveTo>
                  <a:cubicBezTo>
                    <a:pt x="58" y="6"/>
                    <a:pt x="59" y="6"/>
                    <a:pt x="59" y="7"/>
                  </a:cubicBezTo>
                  <a:cubicBezTo>
                    <a:pt x="60" y="8"/>
                    <a:pt x="60" y="9"/>
                    <a:pt x="61" y="10"/>
                  </a:cubicBezTo>
                  <a:cubicBezTo>
                    <a:pt x="61" y="12"/>
                    <a:pt x="62" y="14"/>
                    <a:pt x="63" y="15"/>
                  </a:cubicBezTo>
                  <a:cubicBezTo>
                    <a:pt x="63" y="16"/>
                    <a:pt x="62" y="18"/>
                    <a:pt x="63" y="18"/>
                  </a:cubicBezTo>
                  <a:cubicBezTo>
                    <a:pt x="63" y="19"/>
                    <a:pt x="64" y="20"/>
                    <a:pt x="64" y="20"/>
                  </a:cubicBezTo>
                  <a:cubicBezTo>
                    <a:pt x="65" y="21"/>
                    <a:pt x="67" y="20"/>
                    <a:pt x="67" y="21"/>
                  </a:cubicBezTo>
                  <a:cubicBezTo>
                    <a:pt x="68" y="21"/>
                    <a:pt x="68" y="23"/>
                    <a:pt x="68" y="24"/>
                  </a:cubicBezTo>
                  <a:cubicBezTo>
                    <a:pt x="68" y="24"/>
                    <a:pt x="68" y="25"/>
                    <a:pt x="67" y="26"/>
                  </a:cubicBezTo>
                  <a:cubicBezTo>
                    <a:pt x="67" y="26"/>
                    <a:pt x="65" y="27"/>
                    <a:pt x="65" y="27"/>
                  </a:cubicBezTo>
                  <a:cubicBezTo>
                    <a:pt x="64" y="28"/>
                    <a:pt x="63" y="29"/>
                    <a:pt x="63" y="29"/>
                  </a:cubicBezTo>
                  <a:cubicBezTo>
                    <a:pt x="63" y="30"/>
                    <a:pt x="63" y="31"/>
                    <a:pt x="63" y="32"/>
                  </a:cubicBezTo>
                  <a:cubicBezTo>
                    <a:pt x="63" y="33"/>
                    <a:pt x="63" y="35"/>
                    <a:pt x="63" y="36"/>
                  </a:cubicBezTo>
                  <a:cubicBezTo>
                    <a:pt x="63" y="36"/>
                    <a:pt x="63" y="37"/>
                    <a:pt x="63" y="38"/>
                  </a:cubicBezTo>
                  <a:cubicBezTo>
                    <a:pt x="61" y="39"/>
                    <a:pt x="60" y="40"/>
                    <a:pt x="59" y="41"/>
                  </a:cubicBezTo>
                  <a:cubicBezTo>
                    <a:pt x="58" y="41"/>
                    <a:pt x="56" y="41"/>
                    <a:pt x="55" y="41"/>
                  </a:cubicBezTo>
                  <a:cubicBezTo>
                    <a:pt x="54" y="41"/>
                    <a:pt x="53" y="41"/>
                    <a:pt x="53" y="41"/>
                  </a:cubicBezTo>
                  <a:cubicBezTo>
                    <a:pt x="52" y="41"/>
                    <a:pt x="51" y="42"/>
                    <a:pt x="51" y="42"/>
                  </a:cubicBezTo>
                  <a:cubicBezTo>
                    <a:pt x="50" y="42"/>
                    <a:pt x="49" y="42"/>
                    <a:pt x="49" y="43"/>
                  </a:cubicBezTo>
                  <a:cubicBezTo>
                    <a:pt x="48" y="43"/>
                    <a:pt x="49" y="44"/>
                    <a:pt x="49" y="45"/>
                  </a:cubicBezTo>
                  <a:cubicBezTo>
                    <a:pt x="49" y="45"/>
                    <a:pt x="49" y="47"/>
                    <a:pt x="49" y="47"/>
                  </a:cubicBezTo>
                  <a:cubicBezTo>
                    <a:pt x="48" y="48"/>
                    <a:pt x="48" y="49"/>
                    <a:pt x="48" y="50"/>
                  </a:cubicBezTo>
                  <a:cubicBezTo>
                    <a:pt x="48" y="51"/>
                    <a:pt x="48" y="52"/>
                    <a:pt x="48" y="53"/>
                  </a:cubicBezTo>
                  <a:cubicBezTo>
                    <a:pt x="47" y="53"/>
                    <a:pt x="46" y="53"/>
                    <a:pt x="46" y="53"/>
                  </a:cubicBezTo>
                  <a:cubicBezTo>
                    <a:pt x="45" y="53"/>
                    <a:pt x="44" y="52"/>
                    <a:pt x="44" y="52"/>
                  </a:cubicBezTo>
                  <a:cubicBezTo>
                    <a:pt x="43" y="51"/>
                    <a:pt x="42" y="51"/>
                    <a:pt x="42" y="51"/>
                  </a:cubicBezTo>
                  <a:cubicBezTo>
                    <a:pt x="41" y="51"/>
                    <a:pt x="40" y="51"/>
                    <a:pt x="39" y="51"/>
                  </a:cubicBezTo>
                  <a:cubicBezTo>
                    <a:pt x="39" y="52"/>
                    <a:pt x="38" y="53"/>
                    <a:pt x="38" y="53"/>
                  </a:cubicBezTo>
                  <a:cubicBezTo>
                    <a:pt x="37" y="54"/>
                    <a:pt x="36" y="55"/>
                    <a:pt x="35" y="54"/>
                  </a:cubicBezTo>
                  <a:cubicBezTo>
                    <a:pt x="34" y="54"/>
                    <a:pt x="33" y="52"/>
                    <a:pt x="33" y="52"/>
                  </a:cubicBezTo>
                  <a:cubicBezTo>
                    <a:pt x="32" y="52"/>
                    <a:pt x="31" y="52"/>
                    <a:pt x="30" y="51"/>
                  </a:cubicBezTo>
                  <a:cubicBezTo>
                    <a:pt x="30" y="51"/>
                    <a:pt x="28" y="52"/>
                    <a:pt x="27" y="51"/>
                  </a:cubicBezTo>
                  <a:cubicBezTo>
                    <a:pt x="27" y="51"/>
                    <a:pt x="27" y="50"/>
                    <a:pt x="26" y="50"/>
                  </a:cubicBezTo>
                  <a:cubicBezTo>
                    <a:pt x="26" y="50"/>
                    <a:pt x="25" y="50"/>
                    <a:pt x="24" y="51"/>
                  </a:cubicBezTo>
                  <a:cubicBezTo>
                    <a:pt x="24" y="51"/>
                    <a:pt x="23" y="52"/>
                    <a:pt x="23" y="53"/>
                  </a:cubicBezTo>
                  <a:cubicBezTo>
                    <a:pt x="23" y="53"/>
                    <a:pt x="24" y="54"/>
                    <a:pt x="24" y="55"/>
                  </a:cubicBezTo>
                  <a:cubicBezTo>
                    <a:pt x="24" y="55"/>
                    <a:pt x="24" y="57"/>
                    <a:pt x="23" y="57"/>
                  </a:cubicBezTo>
                  <a:cubicBezTo>
                    <a:pt x="23" y="58"/>
                    <a:pt x="22" y="58"/>
                    <a:pt x="21" y="58"/>
                  </a:cubicBezTo>
                  <a:cubicBezTo>
                    <a:pt x="20" y="58"/>
                    <a:pt x="19" y="57"/>
                    <a:pt x="19" y="57"/>
                  </a:cubicBezTo>
                  <a:cubicBezTo>
                    <a:pt x="18" y="57"/>
                    <a:pt x="17" y="57"/>
                    <a:pt x="16" y="58"/>
                  </a:cubicBezTo>
                  <a:cubicBezTo>
                    <a:pt x="16" y="58"/>
                    <a:pt x="16" y="59"/>
                    <a:pt x="16" y="59"/>
                  </a:cubicBezTo>
                  <a:cubicBezTo>
                    <a:pt x="15" y="59"/>
                    <a:pt x="15" y="60"/>
                    <a:pt x="14" y="60"/>
                  </a:cubicBezTo>
                  <a:cubicBezTo>
                    <a:pt x="14" y="60"/>
                    <a:pt x="12" y="60"/>
                    <a:pt x="12" y="59"/>
                  </a:cubicBezTo>
                  <a:cubicBezTo>
                    <a:pt x="11" y="59"/>
                    <a:pt x="11" y="58"/>
                    <a:pt x="10" y="57"/>
                  </a:cubicBezTo>
                  <a:cubicBezTo>
                    <a:pt x="10" y="57"/>
                    <a:pt x="8" y="55"/>
                    <a:pt x="8" y="55"/>
                  </a:cubicBezTo>
                  <a:cubicBezTo>
                    <a:pt x="7" y="54"/>
                    <a:pt x="6" y="53"/>
                    <a:pt x="6" y="53"/>
                  </a:cubicBezTo>
                  <a:cubicBezTo>
                    <a:pt x="5" y="52"/>
                    <a:pt x="3" y="52"/>
                    <a:pt x="2" y="52"/>
                  </a:cubicBezTo>
                  <a:cubicBezTo>
                    <a:pt x="2" y="52"/>
                    <a:pt x="1" y="51"/>
                    <a:pt x="1" y="51"/>
                  </a:cubicBezTo>
                  <a:cubicBezTo>
                    <a:pt x="1" y="50"/>
                    <a:pt x="1" y="50"/>
                    <a:pt x="1" y="49"/>
                  </a:cubicBezTo>
                  <a:cubicBezTo>
                    <a:pt x="1" y="49"/>
                    <a:pt x="2" y="48"/>
                    <a:pt x="2" y="47"/>
                  </a:cubicBezTo>
                  <a:cubicBezTo>
                    <a:pt x="2" y="47"/>
                    <a:pt x="2" y="45"/>
                    <a:pt x="2" y="44"/>
                  </a:cubicBezTo>
                  <a:cubicBezTo>
                    <a:pt x="2" y="43"/>
                    <a:pt x="1" y="42"/>
                    <a:pt x="1" y="41"/>
                  </a:cubicBezTo>
                  <a:cubicBezTo>
                    <a:pt x="0" y="41"/>
                    <a:pt x="0" y="40"/>
                    <a:pt x="0" y="39"/>
                  </a:cubicBezTo>
                  <a:cubicBezTo>
                    <a:pt x="1" y="39"/>
                    <a:pt x="2" y="39"/>
                    <a:pt x="3" y="38"/>
                  </a:cubicBezTo>
                  <a:cubicBezTo>
                    <a:pt x="3" y="38"/>
                    <a:pt x="5" y="38"/>
                    <a:pt x="6" y="37"/>
                  </a:cubicBezTo>
                  <a:cubicBezTo>
                    <a:pt x="6" y="37"/>
                    <a:pt x="7" y="35"/>
                    <a:pt x="8" y="34"/>
                  </a:cubicBezTo>
                  <a:cubicBezTo>
                    <a:pt x="8" y="33"/>
                    <a:pt x="9" y="31"/>
                    <a:pt x="10" y="31"/>
                  </a:cubicBezTo>
                  <a:cubicBezTo>
                    <a:pt x="10" y="31"/>
                    <a:pt x="10" y="33"/>
                    <a:pt x="10" y="33"/>
                  </a:cubicBezTo>
                  <a:cubicBezTo>
                    <a:pt x="10" y="34"/>
                    <a:pt x="10" y="35"/>
                    <a:pt x="10" y="36"/>
                  </a:cubicBezTo>
                  <a:cubicBezTo>
                    <a:pt x="10" y="37"/>
                    <a:pt x="11" y="37"/>
                    <a:pt x="12" y="37"/>
                  </a:cubicBezTo>
                  <a:cubicBezTo>
                    <a:pt x="13" y="38"/>
                    <a:pt x="15" y="38"/>
                    <a:pt x="16" y="38"/>
                  </a:cubicBezTo>
                  <a:cubicBezTo>
                    <a:pt x="17" y="38"/>
                    <a:pt x="19" y="37"/>
                    <a:pt x="20" y="37"/>
                  </a:cubicBezTo>
                  <a:cubicBezTo>
                    <a:pt x="21" y="37"/>
                    <a:pt x="24" y="37"/>
                    <a:pt x="25" y="37"/>
                  </a:cubicBezTo>
                  <a:cubicBezTo>
                    <a:pt x="25" y="37"/>
                    <a:pt x="26" y="36"/>
                    <a:pt x="27" y="36"/>
                  </a:cubicBezTo>
                  <a:cubicBezTo>
                    <a:pt x="27" y="35"/>
                    <a:pt x="29" y="34"/>
                    <a:pt x="29" y="34"/>
                  </a:cubicBezTo>
                  <a:cubicBezTo>
                    <a:pt x="30" y="34"/>
                    <a:pt x="31" y="34"/>
                    <a:pt x="32" y="33"/>
                  </a:cubicBezTo>
                  <a:cubicBezTo>
                    <a:pt x="32" y="33"/>
                    <a:pt x="33" y="32"/>
                    <a:pt x="33" y="31"/>
                  </a:cubicBezTo>
                  <a:cubicBezTo>
                    <a:pt x="33" y="31"/>
                    <a:pt x="34" y="29"/>
                    <a:pt x="33" y="29"/>
                  </a:cubicBezTo>
                  <a:cubicBezTo>
                    <a:pt x="33" y="29"/>
                    <a:pt x="33" y="29"/>
                    <a:pt x="33" y="29"/>
                  </a:cubicBezTo>
                  <a:cubicBezTo>
                    <a:pt x="33" y="28"/>
                    <a:pt x="34" y="26"/>
                    <a:pt x="34" y="26"/>
                  </a:cubicBezTo>
                  <a:cubicBezTo>
                    <a:pt x="34" y="25"/>
                    <a:pt x="35" y="24"/>
                    <a:pt x="35" y="24"/>
                  </a:cubicBezTo>
                  <a:cubicBezTo>
                    <a:pt x="36" y="23"/>
                    <a:pt x="36" y="22"/>
                    <a:pt x="36" y="21"/>
                  </a:cubicBezTo>
                  <a:cubicBezTo>
                    <a:pt x="37" y="21"/>
                    <a:pt x="38" y="19"/>
                    <a:pt x="38" y="19"/>
                  </a:cubicBezTo>
                  <a:cubicBezTo>
                    <a:pt x="39" y="17"/>
                    <a:pt x="39" y="15"/>
                    <a:pt x="39" y="14"/>
                  </a:cubicBezTo>
                  <a:cubicBezTo>
                    <a:pt x="39" y="13"/>
                    <a:pt x="40" y="12"/>
                    <a:pt x="40" y="12"/>
                  </a:cubicBezTo>
                  <a:cubicBezTo>
                    <a:pt x="41" y="11"/>
                    <a:pt x="42" y="10"/>
                    <a:pt x="42" y="10"/>
                  </a:cubicBezTo>
                  <a:cubicBezTo>
                    <a:pt x="43" y="9"/>
                    <a:pt x="43" y="8"/>
                    <a:pt x="43" y="8"/>
                  </a:cubicBezTo>
                  <a:cubicBezTo>
                    <a:pt x="44" y="7"/>
                    <a:pt x="44" y="5"/>
                    <a:pt x="44" y="5"/>
                  </a:cubicBezTo>
                  <a:cubicBezTo>
                    <a:pt x="44" y="4"/>
                    <a:pt x="45" y="4"/>
                    <a:pt x="45" y="4"/>
                  </a:cubicBezTo>
                  <a:cubicBezTo>
                    <a:pt x="46" y="3"/>
                    <a:pt x="46" y="2"/>
                    <a:pt x="46" y="1"/>
                  </a:cubicBezTo>
                  <a:cubicBezTo>
                    <a:pt x="46" y="1"/>
                    <a:pt x="47" y="0"/>
                    <a:pt x="47" y="1"/>
                  </a:cubicBezTo>
                  <a:cubicBezTo>
                    <a:pt x="48" y="1"/>
                    <a:pt x="48" y="2"/>
                    <a:pt x="49" y="3"/>
                  </a:cubicBezTo>
                  <a:cubicBezTo>
                    <a:pt x="49" y="3"/>
                    <a:pt x="51" y="3"/>
                    <a:pt x="52" y="3"/>
                  </a:cubicBezTo>
                  <a:cubicBezTo>
                    <a:pt x="53" y="3"/>
                    <a:pt x="54" y="3"/>
                    <a:pt x="54" y="3"/>
                  </a:cubicBezTo>
                  <a:cubicBezTo>
                    <a:pt x="55" y="3"/>
                    <a:pt x="55" y="2"/>
                    <a:pt x="55" y="1"/>
                  </a:cubicBezTo>
                  <a:cubicBezTo>
                    <a:pt x="56" y="1"/>
                    <a:pt x="56" y="2"/>
                    <a:pt x="57" y="2"/>
                  </a:cubicBezTo>
                  <a:cubicBezTo>
                    <a:pt x="57" y="3"/>
                    <a:pt x="57" y="4"/>
                    <a:pt x="57" y="5"/>
                  </a:cubicBezTo>
                  <a:cubicBezTo>
                    <a:pt x="57" y="5"/>
                    <a:pt x="58" y="5"/>
                    <a:pt x="58"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2"/>
            <p:cNvSpPr>
              <a:spLocks/>
            </p:cNvSpPr>
            <p:nvPr/>
          </p:nvSpPr>
          <p:spPr bwMode="auto">
            <a:xfrm>
              <a:off x="1287463" y="3694113"/>
              <a:ext cx="312738" cy="215900"/>
            </a:xfrm>
            <a:custGeom>
              <a:avLst/>
              <a:gdLst/>
              <a:ahLst/>
              <a:cxnLst>
                <a:cxn ang="0">
                  <a:pos x="163" y="28"/>
                </a:cxn>
                <a:cxn ang="0">
                  <a:pos x="158" y="36"/>
                </a:cxn>
                <a:cxn ang="0">
                  <a:pos x="160" y="44"/>
                </a:cxn>
                <a:cxn ang="0">
                  <a:pos x="158" y="57"/>
                </a:cxn>
                <a:cxn ang="0">
                  <a:pos x="150" y="68"/>
                </a:cxn>
                <a:cxn ang="0">
                  <a:pos x="146" y="75"/>
                </a:cxn>
                <a:cxn ang="0">
                  <a:pos x="134" y="78"/>
                </a:cxn>
                <a:cxn ang="0">
                  <a:pos x="133" y="82"/>
                </a:cxn>
                <a:cxn ang="0">
                  <a:pos x="128" y="90"/>
                </a:cxn>
                <a:cxn ang="0">
                  <a:pos x="124" y="87"/>
                </a:cxn>
                <a:cxn ang="0">
                  <a:pos x="116" y="85"/>
                </a:cxn>
                <a:cxn ang="0">
                  <a:pos x="112" y="94"/>
                </a:cxn>
                <a:cxn ang="0">
                  <a:pos x="106" y="105"/>
                </a:cxn>
                <a:cxn ang="0">
                  <a:pos x="102" y="112"/>
                </a:cxn>
                <a:cxn ang="0">
                  <a:pos x="96" y="115"/>
                </a:cxn>
                <a:cxn ang="0">
                  <a:pos x="91" y="112"/>
                </a:cxn>
                <a:cxn ang="0">
                  <a:pos x="83" y="110"/>
                </a:cxn>
                <a:cxn ang="0">
                  <a:pos x="72" y="110"/>
                </a:cxn>
                <a:cxn ang="0">
                  <a:pos x="61" y="100"/>
                </a:cxn>
                <a:cxn ang="0">
                  <a:pos x="65" y="99"/>
                </a:cxn>
                <a:cxn ang="0">
                  <a:pos x="66" y="96"/>
                </a:cxn>
                <a:cxn ang="0">
                  <a:pos x="59" y="89"/>
                </a:cxn>
                <a:cxn ang="0">
                  <a:pos x="66" y="80"/>
                </a:cxn>
                <a:cxn ang="0">
                  <a:pos x="58" y="88"/>
                </a:cxn>
                <a:cxn ang="0">
                  <a:pos x="51" y="87"/>
                </a:cxn>
                <a:cxn ang="0">
                  <a:pos x="49" y="84"/>
                </a:cxn>
                <a:cxn ang="0">
                  <a:pos x="52" y="92"/>
                </a:cxn>
                <a:cxn ang="0">
                  <a:pos x="40" y="95"/>
                </a:cxn>
                <a:cxn ang="0">
                  <a:pos x="26" y="92"/>
                </a:cxn>
                <a:cxn ang="0">
                  <a:pos x="23" y="83"/>
                </a:cxn>
                <a:cxn ang="0">
                  <a:pos x="21" y="73"/>
                </a:cxn>
                <a:cxn ang="0">
                  <a:pos x="14" y="72"/>
                </a:cxn>
                <a:cxn ang="0">
                  <a:pos x="0" y="73"/>
                </a:cxn>
                <a:cxn ang="0">
                  <a:pos x="7" y="70"/>
                </a:cxn>
                <a:cxn ang="0">
                  <a:pos x="9" y="64"/>
                </a:cxn>
                <a:cxn ang="0">
                  <a:pos x="12" y="52"/>
                </a:cxn>
                <a:cxn ang="0">
                  <a:pos x="22" y="52"/>
                </a:cxn>
                <a:cxn ang="0">
                  <a:pos x="33" y="51"/>
                </a:cxn>
                <a:cxn ang="0">
                  <a:pos x="40" y="44"/>
                </a:cxn>
                <a:cxn ang="0">
                  <a:pos x="47" y="40"/>
                </a:cxn>
                <a:cxn ang="0">
                  <a:pos x="41" y="32"/>
                </a:cxn>
                <a:cxn ang="0">
                  <a:pos x="40" y="23"/>
                </a:cxn>
                <a:cxn ang="0">
                  <a:pos x="51" y="25"/>
                </a:cxn>
                <a:cxn ang="0">
                  <a:pos x="64" y="26"/>
                </a:cxn>
                <a:cxn ang="0">
                  <a:pos x="73" y="21"/>
                </a:cxn>
                <a:cxn ang="0">
                  <a:pos x="77" y="25"/>
                </a:cxn>
                <a:cxn ang="0">
                  <a:pos x="85" y="21"/>
                </a:cxn>
                <a:cxn ang="0">
                  <a:pos x="95" y="15"/>
                </a:cxn>
                <a:cxn ang="0">
                  <a:pos x="103" y="10"/>
                </a:cxn>
                <a:cxn ang="0">
                  <a:pos x="109" y="8"/>
                </a:cxn>
                <a:cxn ang="0">
                  <a:pos x="119" y="7"/>
                </a:cxn>
                <a:cxn ang="0">
                  <a:pos x="125" y="4"/>
                </a:cxn>
                <a:cxn ang="0">
                  <a:pos x="133" y="1"/>
                </a:cxn>
                <a:cxn ang="0">
                  <a:pos x="143" y="7"/>
                </a:cxn>
                <a:cxn ang="0">
                  <a:pos x="149" y="4"/>
                </a:cxn>
                <a:cxn ang="0">
                  <a:pos x="153" y="1"/>
                </a:cxn>
                <a:cxn ang="0">
                  <a:pos x="157" y="9"/>
                </a:cxn>
                <a:cxn ang="0">
                  <a:pos x="164" y="18"/>
                </a:cxn>
              </a:cxnLst>
              <a:rect l="0" t="0" r="r" b="b"/>
              <a:pathLst>
                <a:path w="166" h="115">
                  <a:moveTo>
                    <a:pt x="166" y="22"/>
                  </a:moveTo>
                  <a:cubicBezTo>
                    <a:pt x="166" y="22"/>
                    <a:pt x="166" y="23"/>
                    <a:pt x="166" y="24"/>
                  </a:cubicBezTo>
                  <a:cubicBezTo>
                    <a:pt x="166" y="24"/>
                    <a:pt x="165" y="24"/>
                    <a:pt x="165" y="25"/>
                  </a:cubicBezTo>
                  <a:cubicBezTo>
                    <a:pt x="164" y="25"/>
                    <a:pt x="164" y="27"/>
                    <a:pt x="163" y="28"/>
                  </a:cubicBezTo>
                  <a:cubicBezTo>
                    <a:pt x="163" y="29"/>
                    <a:pt x="162" y="30"/>
                    <a:pt x="162" y="30"/>
                  </a:cubicBezTo>
                  <a:cubicBezTo>
                    <a:pt x="162" y="31"/>
                    <a:pt x="161" y="32"/>
                    <a:pt x="161" y="33"/>
                  </a:cubicBezTo>
                  <a:cubicBezTo>
                    <a:pt x="161" y="33"/>
                    <a:pt x="160" y="34"/>
                    <a:pt x="160" y="34"/>
                  </a:cubicBezTo>
                  <a:cubicBezTo>
                    <a:pt x="159" y="35"/>
                    <a:pt x="158" y="35"/>
                    <a:pt x="158" y="36"/>
                  </a:cubicBezTo>
                  <a:cubicBezTo>
                    <a:pt x="158" y="36"/>
                    <a:pt x="158" y="38"/>
                    <a:pt x="158" y="38"/>
                  </a:cubicBezTo>
                  <a:cubicBezTo>
                    <a:pt x="158" y="39"/>
                    <a:pt x="158" y="40"/>
                    <a:pt x="159" y="41"/>
                  </a:cubicBezTo>
                  <a:cubicBezTo>
                    <a:pt x="159" y="41"/>
                    <a:pt x="160" y="41"/>
                    <a:pt x="160" y="42"/>
                  </a:cubicBezTo>
                  <a:cubicBezTo>
                    <a:pt x="161" y="42"/>
                    <a:pt x="160" y="43"/>
                    <a:pt x="160" y="44"/>
                  </a:cubicBezTo>
                  <a:cubicBezTo>
                    <a:pt x="160" y="44"/>
                    <a:pt x="160" y="45"/>
                    <a:pt x="160" y="45"/>
                  </a:cubicBezTo>
                  <a:cubicBezTo>
                    <a:pt x="159" y="46"/>
                    <a:pt x="159" y="48"/>
                    <a:pt x="158" y="49"/>
                  </a:cubicBezTo>
                  <a:cubicBezTo>
                    <a:pt x="158" y="49"/>
                    <a:pt x="158" y="51"/>
                    <a:pt x="158" y="52"/>
                  </a:cubicBezTo>
                  <a:cubicBezTo>
                    <a:pt x="157" y="53"/>
                    <a:pt x="158" y="56"/>
                    <a:pt x="158" y="57"/>
                  </a:cubicBezTo>
                  <a:cubicBezTo>
                    <a:pt x="158" y="58"/>
                    <a:pt x="158" y="60"/>
                    <a:pt x="157" y="60"/>
                  </a:cubicBezTo>
                  <a:cubicBezTo>
                    <a:pt x="157" y="61"/>
                    <a:pt x="157" y="62"/>
                    <a:pt x="156" y="63"/>
                  </a:cubicBezTo>
                  <a:cubicBezTo>
                    <a:pt x="156" y="63"/>
                    <a:pt x="154" y="64"/>
                    <a:pt x="153" y="65"/>
                  </a:cubicBezTo>
                  <a:cubicBezTo>
                    <a:pt x="152" y="66"/>
                    <a:pt x="150" y="67"/>
                    <a:pt x="150" y="68"/>
                  </a:cubicBezTo>
                  <a:cubicBezTo>
                    <a:pt x="149" y="68"/>
                    <a:pt x="149" y="69"/>
                    <a:pt x="149" y="70"/>
                  </a:cubicBezTo>
                  <a:cubicBezTo>
                    <a:pt x="149" y="71"/>
                    <a:pt x="149" y="72"/>
                    <a:pt x="149" y="73"/>
                  </a:cubicBezTo>
                  <a:cubicBezTo>
                    <a:pt x="149" y="73"/>
                    <a:pt x="149" y="74"/>
                    <a:pt x="149" y="75"/>
                  </a:cubicBezTo>
                  <a:cubicBezTo>
                    <a:pt x="148" y="75"/>
                    <a:pt x="147" y="75"/>
                    <a:pt x="146" y="75"/>
                  </a:cubicBezTo>
                  <a:cubicBezTo>
                    <a:pt x="145" y="74"/>
                    <a:pt x="144" y="74"/>
                    <a:pt x="143" y="74"/>
                  </a:cubicBezTo>
                  <a:cubicBezTo>
                    <a:pt x="142" y="74"/>
                    <a:pt x="140" y="75"/>
                    <a:pt x="139" y="76"/>
                  </a:cubicBezTo>
                  <a:cubicBezTo>
                    <a:pt x="138" y="76"/>
                    <a:pt x="137" y="77"/>
                    <a:pt x="137" y="77"/>
                  </a:cubicBezTo>
                  <a:cubicBezTo>
                    <a:pt x="136" y="78"/>
                    <a:pt x="135" y="78"/>
                    <a:pt x="134" y="78"/>
                  </a:cubicBezTo>
                  <a:cubicBezTo>
                    <a:pt x="134" y="78"/>
                    <a:pt x="133" y="78"/>
                    <a:pt x="132" y="78"/>
                  </a:cubicBezTo>
                  <a:cubicBezTo>
                    <a:pt x="132" y="78"/>
                    <a:pt x="131" y="78"/>
                    <a:pt x="131" y="79"/>
                  </a:cubicBezTo>
                  <a:cubicBezTo>
                    <a:pt x="130" y="79"/>
                    <a:pt x="130" y="80"/>
                    <a:pt x="131" y="80"/>
                  </a:cubicBezTo>
                  <a:cubicBezTo>
                    <a:pt x="131" y="81"/>
                    <a:pt x="132" y="81"/>
                    <a:pt x="133" y="82"/>
                  </a:cubicBezTo>
                  <a:cubicBezTo>
                    <a:pt x="133" y="83"/>
                    <a:pt x="133" y="84"/>
                    <a:pt x="133" y="85"/>
                  </a:cubicBezTo>
                  <a:cubicBezTo>
                    <a:pt x="133" y="85"/>
                    <a:pt x="133" y="86"/>
                    <a:pt x="133" y="87"/>
                  </a:cubicBezTo>
                  <a:cubicBezTo>
                    <a:pt x="132" y="87"/>
                    <a:pt x="130" y="87"/>
                    <a:pt x="130" y="88"/>
                  </a:cubicBezTo>
                  <a:cubicBezTo>
                    <a:pt x="129" y="88"/>
                    <a:pt x="129" y="89"/>
                    <a:pt x="128" y="90"/>
                  </a:cubicBezTo>
                  <a:cubicBezTo>
                    <a:pt x="128" y="89"/>
                    <a:pt x="127" y="89"/>
                    <a:pt x="127" y="89"/>
                  </a:cubicBezTo>
                  <a:cubicBezTo>
                    <a:pt x="127" y="88"/>
                    <a:pt x="127" y="87"/>
                    <a:pt x="127" y="86"/>
                  </a:cubicBezTo>
                  <a:cubicBezTo>
                    <a:pt x="126" y="86"/>
                    <a:pt x="126" y="85"/>
                    <a:pt x="125" y="85"/>
                  </a:cubicBezTo>
                  <a:cubicBezTo>
                    <a:pt x="125" y="86"/>
                    <a:pt x="125" y="87"/>
                    <a:pt x="124" y="87"/>
                  </a:cubicBezTo>
                  <a:cubicBezTo>
                    <a:pt x="124" y="87"/>
                    <a:pt x="123" y="87"/>
                    <a:pt x="122" y="87"/>
                  </a:cubicBezTo>
                  <a:cubicBezTo>
                    <a:pt x="121" y="87"/>
                    <a:pt x="119" y="87"/>
                    <a:pt x="119" y="87"/>
                  </a:cubicBezTo>
                  <a:cubicBezTo>
                    <a:pt x="118" y="86"/>
                    <a:pt x="118" y="85"/>
                    <a:pt x="117" y="85"/>
                  </a:cubicBezTo>
                  <a:cubicBezTo>
                    <a:pt x="117" y="84"/>
                    <a:pt x="116" y="85"/>
                    <a:pt x="116" y="85"/>
                  </a:cubicBezTo>
                  <a:cubicBezTo>
                    <a:pt x="116" y="86"/>
                    <a:pt x="116" y="87"/>
                    <a:pt x="115" y="88"/>
                  </a:cubicBezTo>
                  <a:cubicBezTo>
                    <a:pt x="115" y="88"/>
                    <a:pt x="114" y="88"/>
                    <a:pt x="114" y="89"/>
                  </a:cubicBezTo>
                  <a:cubicBezTo>
                    <a:pt x="114" y="89"/>
                    <a:pt x="114" y="91"/>
                    <a:pt x="113" y="92"/>
                  </a:cubicBezTo>
                  <a:cubicBezTo>
                    <a:pt x="113" y="92"/>
                    <a:pt x="113" y="93"/>
                    <a:pt x="112" y="94"/>
                  </a:cubicBezTo>
                  <a:cubicBezTo>
                    <a:pt x="112" y="94"/>
                    <a:pt x="111" y="95"/>
                    <a:pt x="110" y="96"/>
                  </a:cubicBezTo>
                  <a:cubicBezTo>
                    <a:pt x="110" y="96"/>
                    <a:pt x="109" y="97"/>
                    <a:pt x="109" y="98"/>
                  </a:cubicBezTo>
                  <a:cubicBezTo>
                    <a:pt x="109" y="99"/>
                    <a:pt x="109" y="101"/>
                    <a:pt x="108" y="103"/>
                  </a:cubicBezTo>
                  <a:cubicBezTo>
                    <a:pt x="108" y="103"/>
                    <a:pt x="107" y="105"/>
                    <a:pt x="106" y="105"/>
                  </a:cubicBezTo>
                  <a:cubicBezTo>
                    <a:pt x="106" y="106"/>
                    <a:pt x="106" y="107"/>
                    <a:pt x="105" y="108"/>
                  </a:cubicBezTo>
                  <a:cubicBezTo>
                    <a:pt x="105" y="108"/>
                    <a:pt x="104" y="109"/>
                    <a:pt x="104" y="110"/>
                  </a:cubicBezTo>
                  <a:cubicBezTo>
                    <a:pt x="104" y="110"/>
                    <a:pt x="103" y="112"/>
                    <a:pt x="103" y="113"/>
                  </a:cubicBezTo>
                  <a:cubicBezTo>
                    <a:pt x="103" y="112"/>
                    <a:pt x="102" y="112"/>
                    <a:pt x="102" y="112"/>
                  </a:cubicBezTo>
                  <a:cubicBezTo>
                    <a:pt x="101" y="113"/>
                    <a:pt x="101" y="114"/>
                    <a:pt x="101" y="114"/>
                  </a:cubicBezTo>
                  <a:cubicBezTo>
                    <a:pt x="101" y="114"/>
                    <a:pt x="99" y="114"/>
                    <a:pt x="98" y="114"/>
                  </a:cubicBezTo>
                  <a:cubicBezTo>
                    <a:pt x="98" y="114"/>
                    <a:pt x="97" y="113"/>
                    <a:pt x="97" y="113"/>
                  </a:cubicBezTo>
                  <a:cubicBezTo>
                    <a:pt x="96" y="113"/>
                    <a:pt x="96" y="114"/>
                    <a:pt x="96" y="115"/>
                  </a:cubicBezTo>
                  <a:cubicBezTo>
                    <a:pt x="95" y="115"/>
                    <a:pt x="94" y="115"/>
                    <a:pt x="93" y="115"/>
                  </a:cubicBezTo>
                  <a:cubicBezTo>
                    <a:pt x="93" y="115"/>
                    <a:pt x="93" y="114"/>
                    <a:pt x="93" y="114"/>
                  </a:cubicBezTo>
                  <a:cubicBezTo>
                    <a:pt x="92" y="114"/>
                    <a:pt x="93" y="113"/>
                    <a:pt x="93" y="112"/>
                  </a:cubicBezTo>
                  <a:cubicBezTo>
                    <a:pt x="92" y="112"/>
                    <a:pt x="91" y="112"/>
                    <a:pt x="91" y="112"/>
                  </a:cubicBezTo>
                  <a:cubicBezTo>
                    <a:pt x="90" y="111"/>
                    <a:pt x="90" y="110"/>
                    <a:pt x="89" y="109"/>
                  </a:cubicBezTo>
                  <a:cubicBezTo>
                    <a:pt x="89" y="109"/>
                    <a:pt x="88" y="108"/>
                    <a:pt x="88" y="108"/>
                  </a:cubicBezTo>
                  <a:cubicBezTo>
                    <a:pt x="87" y="107"/>
                    <a:pt x="86" y="108"/>
                    <a:pt x="85" y="108"/>
                  </a:cubicBezTo>
                  <a:cubicBezTo>
                    <a:pt x="85" y="109"/>
                    <a:pt x="84" y="110"/>
                    <a:pt x="83" y="110"/>
                  </a:cubicBezTo>
                  <a:cubicBezTo>
                    <a:pt x="83" y="110"/>
                    <a:pt x="81" y="110"/>
                    <a:pt x="81" y="110"/>
                  </a:cubicBezTo>
                  <a:cubicBezTo>
                    <a:pt x="80" y="110"/>
                    <a:pt x="79" y="111"/>
                    <a:pt x="78" y="111"/>
                  </a:cubicBezTo>
                  <a:cubicBezTo>
                    <a:pt x="77" y="111"/>
                    <a:pt x="76" y="110"/>
                    <a:pt x="75" y="110"/>
                  </a:cubicBezTo>
                  <a:cubicBezTo>
                    <a:pt x="74" y="110"/>
                    <a:pt x="73" y="110"/>
                    <a:pt x="72" y="110"/>
                  </a:cubicBezTo>
                  <a:cubicBezTo>
                    <a:pt x="71" y="110"/>
                    <a:pt x="70" y="110"/>
                    <a:pt x="69" y="110"/>
                  </a:cubicBezTo>
                  <a:cubicBezTo>
                    <a:pt x="68" y="109"/>
                    <a:pt x="67" y="107"/>
                    <a:pt x="66" y="106"/>
                  </a:cubicBezTo>
                  <a:cubicBezTo>
                    <a:pt x="65" y="105"/>
                    <a:pt x="64" y="104"/>
                    <a:pt x="63" y="103"/>
                  </a:cubicBezTo>
                  <a:cubicBezTo>
                    <a:pt x="62" y="102"/>
                    <a:pt x="62" y="101"/>
                    <a:pt x="61" y="100"/>
                  </a:cubicBezTo>
                  <a:cubicBezTo>
                    <a:pt x="61" y="100"/>
                    <a:pt x="60" y="99"/>
                    <a:pt x="60" y="98"/>
                  </a:cubicBezTo>
                  <a:cubicBezTo>
                    <a:pt x="60" y="98"/>
                    <a:pt x="61" y="98"/>
                    <a:pt x="62" y="97"/>
                  </a:cubicBezTo>
                  <a:cubicBezTo>
                    <a:pt x="62" y="97"/>
                    <a:pt x="63" y="97"/>
                    <a:pt x="63" y="97"/>
                  </a:cubicBezTo>
                  <a:cubicBezTo>
                    <a:pt x="64" y="98"/>
                    <a:pt x="65" y="99"/>
                    <a:pt x="65" y="99"/>
                  </a:cubicBezTo>
                  <a:cubicBezTo>
                    <a:pt x="66" y="99"/>
                    <a:pt x="67" y="99"/>
                    <a:pt x="67" y="99"/>
                  </a:cubicBezTo>
                  <a:cubicBezTo>
                    <a:pt x="68" y="99"/>
                    <a:pt x="68" y="98"/>
                    <a:pt x="68" y="98"/>
                  </a:cubicBezTo>
                  <a:cubicBezTo>
                    <a:pt x="69" y="98"/>
                    <a:pt x="68" y="97"/>
                    <a:pt x="68" y="97"/>
                  </a:cubicBezTo>
                  <a:cubicBezTo>
                    <a:pt x="68" y="96"/>
                    <a:pt x="66" y="96"/>
                    <a:pt x="66" y="96"/>
                  </a:cubicBezTo>
                  <a:cubicBezTo>
                    <a:pt x="65" y="95"/>
                    <a:pt x="63" y="96"/>
                    <a:pt x="62" y="96"/>
                  </a:cubicBezTo>
                  <a:cubicBezTo>
                    <a:pt x="62" y="96"/>
                    <a:pt x="61" y="95"/>
                    <a:pt x="61" y="95"/>
                  </a:cubicBezTo>
                  <a:cubicBezTo>
                    <a:pt x="60" y="94"/>
                    <a:pt x="60" y="93"/>
                    <a:pt x="60" y="93"/>
                  </a:cubicBezTo>
                  <a:cubicBezTo>
                    <a:pt x="60" y="92"/>
                    <a:pt x="59" y="90"/>
                    <a:pt x="59" y="89"/>
                  </a:cubicBezTo>
                  <a:cubicBezTo>
                    <a:pt x="60" y="88"/>
                    <a:pt x="61" y="87"/>
                    <a:pt x="61" y="86"/>
                  </a:cubicBezTo>
                  <a:cubicBezTo>
                    <a:pt x="61" y="85"/>
                    <a:pt x="63" y="84"/>
                    <a:pt x="63" y="84"/>
                  </a:cubicBezTo>
                  <a:cubicBezTo>
                    <a:pt x="63" y="83"/>
                    <a:pt x="64" y="83"/>
                    <a:pt x="65" y="82"/>
                  </a:cubicBezTo>
                  <a:cubicBezTo>
                    <a:pt x="65" y="82"/>
                    <a:pt x="66" y="80"/>
                    <a:pt x="66" y="80"/>
                  </a:cubicBezTo>
                  <a:cubicBezTo>
                    <a:pt x="65" y="79"/>
                    <a:pt x="64" y="80"/>
                    <a:pt x="64" y="81"/>
                  </a:cubicBezTo>
                  <a:cubicBezTo>
                    <a:pt x="63" y="81"/>
                    <a:pt x="62" y="83"/>
                    <a:pt x="61" y="83"/>
                  </a:cubicBezTo>
                  <a:cubicBezTo>
                    <a:pt x="61" y="84"/>
                    <a:pt x="60" y="85"/>
                    <a:pt x="59" y="85"/>
                  </a:cubicBezTo>
                  <a:cubicBezTo>
                    <a:pt x="59" y="86"/>
                    <a:pt x="58" y="88"/>
                    <a:pt x="58" y="88"/>
                  </a:cubicBezTo>
                  <a:cubicBezTo>
                    <a:pt x="58" y="89"/>
                    <a:pt x="57" y="90"/>
                    <a:pt x="57" y="91"/>
                  </a:cubicBezTo>
                  <a:cubicBezTo>
                    <a:pt x="56" y="91"/>
                    <a:pt x="55" y="92"/>
                    <a:pt x="54" y="92"/>
                  </a:cubicBezTo>
                  <a:cubicBezTo>
                    <a:pt x="54" y="92"/>
                    <a:pt x="52" y="90"/>
                    <a:pt x="52" y="90"/>
                  </a:cubicBezTo>
                  <a:cubicBezTo>
                    <a:pt x="52" y="89"/>
                    <a:pt x="51" y="88"/>
                    <a:pt x="51" y="87"/>
                  </a:cubicBezTo>
                  <a:cubicBezTo>
                    <a:pt x="51" y="86"/>
                    <a:pt x="51" y="85"/>
                    <a:pt x="50" y="84"/>
                  </a:cubicBezTo>
                  <a:cubicBezTo>
                    <a:pt x="50" y="84"/>
                    <a:pt x="50" y="83"/>
                    <a:pt x="49" y="82"/>
                  </a:cubicBezTo>
                  <a:cubicBezTo>
                    <a:pt x="49" y="82"/>
                    <a:pt x="48" y="82"/>
                    <a:pt x="48" y="82"/>
                  </a:cubicBezTo>
                  <a:cubicBezTo>
                    <a:pt x="47" y="82"/>
                    <a:pt x="49" y="84"/>
                    <a:pt x="49" y="84"/>
                  </a:cubicBezTo>
                  <a:cubicBezTo>
                    <a:pt x="49" y="85"/>
                    <a:pt x="49" y="86"/>
                    <a:pt x="49" y="86"/>
                  </a:cubicBezTo>
                  <a:cubicBezTo>
                    <a:pt x="49" y="87"/>
                    <a:pt x="49" y="88"/>
                    <a:pt x="49" y="89"/>
                  </a:cubicBezTo>
                  <a:cubicBezTo>
                    <a:pt x="49" y="90"/>
                    <a:pt x="50" y="90"/>
                    <a:pt x="50" y="91"/>
                  </a:cubicBezTo>
                  <a:cubicBezTo>
                    <a:pt x="51" y="91"/>
                    <a:pt x="52" y="92"/>
                    <a:pt x="52" y="92"/>
                  </a:cubicBezTo>
                  <a:cubicBezTo>
                    <a:pt x="52" y="93"/>
                    <a:pt x="52" y="93"/>
                    <a:pt x="52" y="94"/>
                  </a:cubicBezTo>
                  <a:cubicBezTo>
                    <a:pt x="52" y="94"/>
                    <a:pt x="51" y="95"/>
                    <a:pt x="51" y="95"/>
                  </a:cubicBezTo>
                  <a:cubicBezTo>
                    <a:pt x="50" y="95"/>
                    <a:pt x="48" y="95"/>
                    <a:pt x="47" y="95"/>
                  </a:cubicBezTo>
                  <a:cubicBezTo>
                    <a:pt x="45" y="95"/>
                    <a:pt x="42" y="95"/>
                    <a:pt x="40" y="95"/>
                  </a:cubicBezTo>
                  <a:cubicBezTo>
                    <a:pt x="38" y="95"/>
                    <a:pt x="35" y="96"/>
                    <a:pt x="34" y="96"/>
                  </a:cubicBezTo>
                  <a:cubicBezTo>
                    <a:pt x="32" y="96"/>
                    <a:pt x="30" y="97"/>
                    <a:pt x="28" y="97"/>
                  </a:cubicBezTo>
                  <a:cubicBezTo>
                    <a:pt x="27" y="97"/>
                    <a:pt x="26" y="96"/>
                    <a:pt x="25" y="96"/>
                  </a:cubicBezTo>
                  <a:cubicBezTo>
                    <a:pt x="25" y="95"/>
                    <a:pt x="26" y="93"/>
                    <a:pt x="26" y="92"/>
                  </a:cubicBezTo>
                  <a:cubicBezTo>
                    <a:pt x="26" y="92"/>
                    <a:pt x="25" y="91"/>
                    <a:pt x="25" y="90"/>
                  </a:cubicBezTo>
                  <a:cubicBezTo>
                    <a:pt x="25" y="89"/>
                    <a:pt x="24" y="88"/>
                    <a:pt x="23" y="88"/>
                  </a:cubicBezTo>
                  <a:cubicBezTo>
                    <a:pt x="23" y="87"/>
                    <a:pt x="24" y="86"/>
                    <a:pt x="24" y="85"/>
                  </a:cubicBezTo>
                  <a:cubicBezTo>
                    <a:pt x="24" y="84"/>
                    <a:pt x="23" y="83"/>
                    <a:pt x="23" y="83"/>
                  </a:cubicBezTo>
                  <a:cubicBezTo>
                    <a:pt x="23" y="82"/>
                    <a:pt x="24" y="81"/>
                    <a:pt x="24" y="80"/>
                  </a:cubicBezTo>
                  <a:cubicBezTo>
                    <a:pt x="24" y="80"/>
                    <a:pt x="24" y="79"/>
                    <a:pt x="24" y="78"/>
                  </a:cubicBezTo>
                  <a:cubicBezTo>
                    <a:pt x="24" y="78"/>
                    <a:pt x="23" y="77"/>
                    <a:pt x="23" y="76"/>
                  </a:cubicBezTo>
                  <a:cubicBezTo>
                    <a:pt x="22" y="75"/>
                    <a:pt x="22" y="74"/>
                    <a:pt x="21" y="73"/>
                  </a:cubicBezTo>
                  <a:cubicBezTo>
                    <a:pt x="21" y="72"/>
                    <a:pt x="21" y="71"/>
                    <a:pt x="20" y="71"/>
                  </a:cubicBezTo>
                  <a:cubicBezTo>
                    <a:pt x="20" y="71"/>
                    <a:pt x="18" y="70"/>
                    <a:pt x="18" y="70"/>
                  </a:cubicBezTo>
                  <a:cubicBezTo>
                    <a:pt x="17" y="70"/>
                    <a:pt x="16" y="70"/>
                    <a:pt x="16" y="70"/>
                  </a:cubicBezTo>
                  <a:cubicBezTo>
                    <a:pt x="15" y="71"/>
                    <a:pt x="14" y="72"/>
                    <a:pt x="14" y="72"/>
                  </a:cubicBezTo>
                  <a:cubicBezTo>
                    <a:pt x="12" y="73"/>
                    <a:pt x="10" y="75"/>
                    <a:pt x="9" y="75"/>
                  </a:cubicBezTo>
                  <a:cubicBezTo>
                    <a:pt x="8" y="75"/>
                    <a:pt x="6" y="74"/>
                    <a:pt x="5" y="74"/>
                  </a:cubicBezTo>
                  <a:cubicBezTo>
                    <a:pt x="4" y="74"/>
                    <a:pt x="2" y="74"/>
                    <a:pt x="2" y="74"/>
                  </a:cubicBezTo>
                  <a:cubicBezTo>
                    <a:pt x="1" y="74"/>
                    <a:pt x="0" y="73"/>
                    <a:pt x="0" y="73"/>
                  </a:cubicBezTo>
                  <a:cubicBezTo>
                    <a:pt x="0" y="72"/>
                    <a:pt x="0" y="71"/>
                    <a:pt x="0" y="71"/>
                  </a:cubicBezTo>
                  <a:cubicBezTo>
                    <a:pt x="0" y="70"/>
                    <a:pt x="1" y="69"/>
                    <a:pt x="2" y="69"/>
                  </a:cubicBezTo>
                  <a:cubicBezTo>
                    <a:pt x="2" y="69"/>
                    <a:pt x="3" y="69"/>
                    <a:pt x="4" y="69"/>
                  </a:cubicBezTo>
                  <a:cubicBezTo>
                    <a:pt x="5" y="69"/>
                    <a:pt x="6" y="70"/>
                    <a:pt x="7" y="70"/>
                  </a:cubicBezTo>
                  <a:cubicBezTo>
                    <a:pt x="8" y="70"/>
                    <a:pt x="8" y="69"/>
                    <a:pt x="8" y="68"/>
                  </a:cubicBezTo>
                  <a:cubicBezTo>
                    <a:pt x="9" y="68"/>
                    <a:pt x="10" y="67"/>
                    <a:pt x="10" y="67"/>
                  </a:cubicBezTo>
                  <a:cubicBezTo>
                    <a:pt x="10" y="66"/>
                    <a:pt x="11" y="65"/>
                    <a:pt x="10" y="65"/>
                  </a:cubicBezTo>
                  <a:cubicBezTo>
                    <a:pt x="10" y="64"/>
                    <a:pt x="9" y="64"/>
                    <a:pt x="9" y="64"/>
                  </a:cubicBezTo>
                  <a:cubicBezTo>
                    <a:pt x="8" y="63"/>
                    <a:pt x="8" y="62"/>
                    <a:pt x="8" y="62"/>
                  </a:cubicBezTo>
                  <a:cubicBezTo>
                    <a:pt x="7" y="61"/>
                    <a:pt x="7" y="59"/>
                    <a:pt x="8" y="58"/>
                  </a:cubicBezTo>
                  <a:cubicBezTo>
                    <a:pt x="8" y="58"/>
                    <a:pt x="9" y="57"/>
                    <a:pt x="9" y="56"/>
                  </a:cubicBezTo>
                  <a:cubicBezTo>
                    <a:pt x="10" y="55"/>
                    <a:pt x="11" y="53"/>
                    <a:pt x="12" y="52"/>
                  </a:cubicBezTo>
                  <a:cubicBezTo>
                    <a:pt x="12" y="51"/>
                    <a:pt x="14" y="51"/>
                    <a:pt x="14" y="50"/>
                  </a:cubicBezTo>
                  <a:cubicBezTo>
                    <a:pt x="15" y="50"/>
                    <a:pt x="16" y="50"/>
                    <a:pt x="17" y="50"/>
                  </a:cubicBezTo>
                  <a:cubicBezTo>
                    <a:pt x="18" y="50"/>
                    <a:pt x="19" y="51"/>
                    <a:pt x="19" y="51"/>
                  </a:cubicBezTo>
                  <a:cubicBezTo>
                    <a:pt x="20" y="52"/>
                    <a:pt x="21" y="52"/>
                    <a:pt x="22" y="52"/>
                  </a:cubicBezTo>
                  <a:cubicBezTo>
                    <a:pt x="22" y="52"/>
                    <a:pt x="23" y="50"/>
                    <a:pt x="23" y="49"/>
                  </a:cubicBezTo>
                  <a:cubicBezTo>
                    <a:pt x="24" y="49"/>
                    <a:pt x="25" y="48"/>
                    <a:pt x="26" y="48"/>
                  </a:cubicBezTo>
                  <a:cubicBezTo>
                    <a:pt x="27" y="48"/>
                    <a:pt x="28" y="48"/>
                    <a:pt x="29" y="49"/>
                  </a:cubicBezTo>
                  <a:cubicBezTo>
                    <a:pt x="30" y="49"/>
                    <a:pt x="31" y="51"/>
                    <a:pt x="33" y="51"/>
                  </a:cubicBezTo>
                  <a:cubicBezTo>
                    <a:pt x="33" y="51"/>
                    <a:pt x="34" y="50"/>
                    <a:pt x="34" y="50"/>
                  </a:cubicBezTo>
                  <a:cubicBezTo>
                    <a:pt x="35" y="49"/>
                    <a:pt x="36" y="48"/>
                    <a:pt x="36" y="47"/>
                  </a:cubicBezTo>
                  <a:cubicBezTo>
                    <a:pt x="37" y="47"/>
                    <a:pt x="38" y="46"/>
                    <a:pt x="39" y="45"/>
                  </a:cubicBezTo>
                  <a:cubicBezTo>
                    <a:pt x="39" y="45"/>
                    <a:pt x="40" y="44"/>
                    <a:pt x="40" y="44"/>
                  </a:cubicBezTo>
                  <a:cubicBezTo>
                    <a:pt x="41" y="44"/>
                    <a:pt x="42" y="44"/>
                    <a:pt x="43" y="44"/>
                  </a:cubicBezTo>
                  <a:cubicBezTo>
                    <a:pt x="43" y="44"/>
                    <a:pt x="44" y="45"/>
                    <a:pt x="45" y="45"/>
                  </a:cubicBezTo>
                  <a:cubicBezTo>
                    <a:pt x="45" y="45"/>
                    <a:pt x="46" y="44"/>
                    <a:pt x="46" y="43"/>
                  </a:cubicBezTo>
                  <a:cubicBezTo>
                    <a:pt x="46" y="42"/>
                    <a:pt x="47" y="41"/>
                    <a:pt x="47" y="40"/>
                  </a:cubicBezTo>
                  <a:cubicBezTo>
                    <a:pt x="46" y="40"/>
                    <a:pt x="46" y="38"/>
                    <a:pt x="45" y="38"/>
                  </a:cubicBezTo>
                  <a:cubicBezTo>
                    <a:pt x="45" y="37"/>
                    <a:pt x="43" y="36"/>
                    <a:pt x="43" y="36"/>
                  </a:cubicBezTo>
                  <a:cubicBezTo>
                    <a:pt x="43" y="35"/>
                    <a:pt x="43" y="33"/>
                    <a:pt x="43" y="32"/>
                  </a:cubicBezTo>
                  <a:cubicBezTo>
                    <a:pt x="43" y="32"/>
                    <a:pt x="41" y="32"/>
                    <a:pt x="41" y="32"/>
                  </a:cubicBezTo>
                  <a:cubicBezTo>
                    <a:pt x="40" y="31"/>
                    <a:pt x="39" y="30"/>
                    <a:pt x="39" y="29"/>
                  </a:cubicBezTo>
                  <a:cubicBezTo>
                    <a:pt x="38" y="29"/>
                    <a:pt x="38" y="27"/>
                    <a:pt x="38" y="26"/>
                  </a:cubicBezTo>
                  <a:cubicBezTo>
                    <a:pt x="38" y="26"/>
                    <a:pt x="39" y="25"/>
                    <a:pt x="39" y="24"/>
                  </a:cubicBezTo>
                  <a:cubicBezTo>
                    <a:pt x="39" y="24"/>
                    <a:pt x="39" y="23"/>
                    <a:pt x="40" y="23"/>
                  </a:cubicBezTo>
                  <a:cubicBezTo>
                    <a:pt x="40" y="23"/>
                    <a:pt x="42" y="23"/>
                    <a:pt x="43" y="23"/>
                  </a:cubicBezTo>
                  <a:cubicBezTo>
                    <a:pt x="43" y="23"/>
                    <a:pt x="45" y="24"/>
                    <a:pt x="46" y="24"/>
                  </a:cubicBezTo>
                  <a:cubicBezTo>
                    <a:pt x="46" y="24"/>
                    <a:pt x="47" y="25"/>
                    <a:pt x="48" y="25"/>
                  </a:cubicBezTo>
                  <a:cubicBezTo>
                    <a:pt x="49" y="25"/>
                    <a:pt x="51" y="25"/>
                    <a:pt x="51" y="25"/>
                  </a:cubicBezTo>
                  <a:cubicBezTo>
                    <a:pt x="52" y="25"/>
                    <a:pt x="54" y="24"/>
                    <a:pt x="55" y="24"/>
                  </a:cubicBezTo>
                  <a:cubicBezTo>
                    <a:pt x="56" y="24"/>
                    <a:pt x="58" y="25"/>
                    <a:pt x="59" y="25"/>
                  </a:cubicBezTo>
                  <a:cubicBezTo>
                    <a:pt x="60" y="26"/>
                    <a:pt x="61" y="27"/>
                    <a:pt x="61" y="27"/>
                  </a:cubicBezTo>
                  <a:cubicBezTo>
                    <a:pt x="62" y="27"/>
                    <a:pt x="64" y="27"/>
                    <a:pt x="64" y="26"/>
                  </a:cubicBezTo>
                  <a:cubicBezTo>
                    <a:pt x="65" y="26"/>
                    <a:pt x="66" y="25"/>
                    <a:pt x="66" y="25"/>
                  </a:cubicBezTo>
                  <a:cubicBezTo>
                    <a:pt x="67" y="25"/>
                    <a:pt x="68" y="25"/>
                    <a:pt x="69" y="25"/>
                  </a:cubicBezTo>
                  <a:cubicBezTo>
                    <a:pt x="69" y="25"/>
                    <a:pt x="70" y="24"/>
                    <a:pt x="70" y="23"/>
                  </a:cubicBezTo>
                  <a:cubicBezTo>
                    <a:pt x="71" y="23"/>
                    <a:pt x="72" y="22"/>
                    <a:pt x="73" y="21"/>
                  </a:cubicBezTo>
                  <a:cubicBezTo>
                    <a:pt x="73" y="21"/>
                    <a:pt x="74" y="20"/>
                    <a:pt x="74" y="20"/>
                  </a:cubicBezTo>
                  <a:cubicBezTo>
                    <a:pt x="75" y="21"/>
                    <a:pt x="75" y="22"/>
                    <a:pt x="75" y="22"/>
                  </a:cubicBezTo>
                  <a:cubicBezTo>
                    <a:pt x="76" y="23"/>
                    <a:pt x="75" y="24"/>
                    <a:pt x="76" y="24"/>
                  </a:cubicBezTo>
                  <a:cubicBezTo>
                    <a:pt x="76" y="25"/>
                    <a:pt x="77" y="25"/>
                    <a:pt x="77" y="25"/>
                  </a:cubicBezTo>
                  <a:cubicBezTo>
                    <a:pt x="78" y="25"/>
                    <a:pt x="79" y="24"/>
                    <a:pt x="79" y="24"/>
                  </a:cubicBezTo>
                  <a:cubicBezTo>
                    <a:pt x="80" y="23"/>
                    <a:pt x="81" y="22"/>
                    <a:pt x="81" y="22"/>
                  </a:cubicBezTo>
                  <a:cubicBezTo>
                    <a:pt x="82" y="22"/>
                    <a:pt x="83" y="23"/>
                    <a:pt x="84" y="23"/>
                  </a:cubicBezTo>
                  <a:cubicBezTo>
                    <a:pt x="84" y="22"/>
                    <a:pt x="85" y="21"/>
                    <a:pt x="85" y="21"/>
                  </a:cubicBezTo>
                  <a:cubicBezTo>
                    <a:pt x="86" y="20"/>
                    <a:pt x="87" y="19"/>
                    <a:pt x="87" y="19"/>
                  </a:cubicBezTo>
                  <a:cubicBezTo>
                    <a:pt x="88" y="19"/>
                    <a:pt x="90" y="19"/>
                    <a:pt x="91" y="18"/>
                  </a:cubicBezTo>
                  <a:cubicBezTo>
                    <a:pt x="91" y="18"/>
                    <a:pt x="92" y="18"/>
                    <a:pt x="93" y="17"/>
                  </a:cubicBezTo>
                  <a:cubicBezTo>
                    <a:pt x="93" y="17"/>
                    <a:pt x="94" y="16"/>
                    <a:pt x="95" y="15"/>
                  </a:cubicBezTo>
                  <a:cubicBezTo>
                    <a:pt x="95" y="14"/>
                    <a:pt x="96" y="13"/>
                    <a:pt x="96" y="12"/>
                  </a:cubicBezTo>
                  <a:cubicBezTo>
                    <a:pt x="96" y="11"/>
                    <a:pt x="97" y="10"/>
                    <a:pt x="98" y="10"/>
                  </a:cubicBezTo>
                  <a:cubicBezTo>
                    <a:pt x="99" y="10"/>
                    <a:pt x="100" y="10"/>
                    <a:pt x="101" y="10"/>
                  </a:cubicBezTo>
                  <a:cubicBezTo>
                    <a:pt x="101" y="10"/>
                    <a:pt x="102" y="10"/>
                    <a:pt x="103" y="10"/>
                  </a:cubicBezTo>
                  <a:cubicBezTo>
                    <a:pt x="104" y="10"/>
                    <a:pt x="105" y="9"/>
                    <a:pt x="105" y="9"/>
                  </a:cubicBezTo>
                  <a:cubicBezTo>
                    <a:pt x="105" y="9"/>
                    <a:pt x="106" y="8"/>
                    <a:pt x="106" y="7"/>
                  </a:cubicBezTo>
                  <a:cubicBezTo>
                    <a:pt x="107" y="7"/>
                    <a:pt x="108" y="6"/>
                    <a:pt x="108" y="7"/>
                  </a:cubicBezTo>
                  <a:cubicBezTo>
                    <a:pt x="109" y="7"/>
                    <a:pt x="109" y="8"/>
                    <a:pt x="109" y="8"/>
                  </a:cubicBezTo>
                  <a:cubicBezTo>
                    <a:pt x="110" y="8"/>
                    <a:pt x="110" y="10"/>
                    <a:pt x="111" y="10"/>
                  </a:cubicBezTo>
                  <a:cubicBezTo>
                    <a:pt x="111" y="11"/>
                    <a:pt x="113" y="11"/>
                    <a:pt x="114" y="11"/>
                  </a:cubicBezTo>
                  <a:cubicBezTo>
                    <a:pt x="115" y="11"/>
                    <a:pt x="116" y="10"/>
                    <a:pt x="117" y="9"/>
                  </a:cubicBezTo>
                  <a:cubicBezTo>
                    <a:pt x="117" y="9"/>
                    <a:pt x="118" y="7"/>
                    <a:pt x="119" y="7"/>
                  </a:cubicBezTo>
                  <a:cubicBezTo>
                    <a:pt x="119" y="6"/>
                    <a:pt x="120" y="5"/>
                    <a:pt x="120" y="4"/>
                  </a:cubicBezTo>
                  <a:cubicBezTo>
                    <a:pt x="121" y="3"/>
                    <a:pt x="121" y="2"/>
                    <a:pt x="122" y="2"/>
                  </a:cubicBezTo>
                  <a:cubicBezTo>
                    <a:pt x="122" y="2"/>
                    <a:pt x="123" y="2"/>
                    <a:pt x="123" y="2"/>
                  </a:cubicBezTo>
                  <a:cubicBezTo>
                    <a:pt x="124" y="2"/>
                    <a:pt x="124" y="3"/>
                    <a:pt x="125" y="4"/>
                  </a:cubicBezTo>
                  <a:cubicBezTo>
                    <a:pt x="125" y="4"/>
                    <a:pt x="126" y="5"/>
                    <a:pt x="126" y="5"/>
                  </a:cubicBezTo>
                  <a:cubicBezTo>
                    <a:pt x="127" y="5"/>
                    <a:pt x="128" y="4"/>
                    <a:pt x="129" y="4"/>
                  </a:cubicBezTo>
                  <a:cubicBezTo>
                    <a:pt x="129" y="4"/>
                    <a:pt x="130" y="3"/>
                    <a:pt x="131" y="2"/>
                  </a:cubicBezTo>
                  <a:cubicBezTo>
                    <a:pt x="131" y="2"/>
                    <a:pt x="132" y="1"/>
                    <a:pt x="133" y="1"/>
                  </a:cubicBezTo>
                  <a:cubicBezTo>
                    <a:pt x="134" y="1"/>
                    <a:pt x="136" y="1"/>
                    <a:pt x="137" y="1"/>
                  </a:cubicBezTo>
                  <a:cubicBezTo>
                    <a:pt x="137" y="2"/>
                    <a:pt x="138" y="2"/>
                    <a:pt x="138" y="3"/>
                  </a:cubicBezTo>
                  <a:cubicBezTo>
                    <a:pt x="138" y="3"/>
                    <a:pt x="139" y="4"/>
                    <a:pt x="139" y="4"/>
                  </a:cubicBezTo>
                  <a:cubicBezTo>
                    <a:pt x="140" y="5"/>
                    <a:pt x="142" y="6"/>
                    <a:pt x="143" y="7"/>
                  </a:cubicBezTo>
                  <a:cubicBezTo>
                    <a:pt x="144" y="7"/>
                    <a:pt x="145" y="8"/>
                    <a:pt x="145" y="8"/>
                  </a:cubicBezTo>
                  <a:cubicBezTo>
                    <a:pt x="146" y="8"/>
                    <a:pt x="147" y="9"/>
                    <a:pt x="148" y="8"/>
                  </a:cubicBezTo>
                  <a:cubicBezTo>
                    <a:pt x="148" y="8"/>
                    <a:pt x="149" y="7"/>
                    <a:pt x="149" y="6"/>
                  </a:cubicBezTo>
                  <a:cubicBezTo>
                    <a:pt x="149" y="6"/>
                    <a:pt x="149" y="4"/>
                    <a:pt x="149" y="4"/>
                  </a:cubicBezTo>
                  <a:cubicBezTo>
                    <a:pt x="149" y="3"/>
                    <a:pt x="151" y="3"/>
                    <a:pt x="151" y="3"/>
                  </a:cubicBezTo>
                  <a:cubicBezTo>
                    <a:pt x="152" y="2"/>
                    <a:pt x="152" y="2"/>
                    <a:pt x="152" y="1"/>
                  </a:cubicBezTo>
                  <a:cubicBezTo>
                    <a:pt x="153" y="1"/>
                    <a:pt x="153" y="1"/>
                    <a:pt x="153" y="0"/>
                  </a:cubicBezTo>
                  <a:cubicBezTo>
                    <a:pt x="153" y="1"/>
                    <a:pt x="153" y="1"/>
                    <a:pt x="153" y="1"/>
                  </a:cubicBezTo>
                  <a:cubicBezTo>
                    <a:pt x="154" y="1"/>
                    <a:pt x="155" y="2"/>
                    <a:pt x="155" y="2"/>
                  </a:cubicBezTo>
                  <a:cubicBezTo>
                    <a:pt x="155" y="2"/>
                    <a:pt x="156" y="3"/>
                    <a:pt x="157" y="3"/>
                  </a:cubicBezTo>
                  <a:cubicBezTo>
                    <a:pt x="157" y="4"/>
                    <a:pt x="156" y="5"/>
                    <a:pt x="156" y="6"/>
                  </a:cubicBezTo>
                  <a:cubicBezTo>
                    <a:pt x="156" y="7"/>
                    <a:pt x="156" y="9"/>
                    <a:pt x="157" y="9"/>
                  </a:cubicBezTo>
                  <a:cubicBezTo>
                    <a:pt x="157" y="10"/>
                    <a:pt x="159" y="10"/>
                    <a:pt x="159" y="11"/>
                  </a:cubicBezTo>
                  <a:cubicBezTo>
                    <a:pt x="160" y="11"/>
                    <a:pt x="162" y="12"/>
                    <a:pt x="163" y="13"/>
                  </a:cubicBezTo>
                  <a:cubicBezTo>
                    <a:pt x="163" y="14"/>
                    <a:pt x="164" y="15"/>
                    <a:pt x="164" y="16"/>
                  </a:cubicBezTo>
                  <a:cubicBezTo>
                    <a:pt x="164" y="16"/>
                    <a:pt x="164" y="17"/>
                    <a:pt x="164" y="18"/>
                  </a:cubicBezTo>
                  <a:cubicBezTo>
                    <a:pt x="164" y="18"/>
                    <a:pt x="164" y="20"/>
                    <a:pt x="165" y="20"/>
                  </a:cubicBezTo>
                  <a:cubicBezTo>
                    <a:pt x="165" y="21"/>
                    <a:pt x="166" y="21"/>
                    <a:pt x="166" y="2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3"/>
            <p:cNvSpPr>
              <a:spLocks/>
            </p:cNvSpPr>
            <p:nvPr/>
          </p:nvSpPr>
          <p:spPr bwMode="auto">
            <a:xfrm>
              <a:off x="1312863" y="3502026"/>
              <a:ext cx="284163" cy="242888"/>
            </a:xfrm>
            <a:custGeom>
              <a:avLst/>
              <a:gdLst/>
              <a:ahLst/>
              <a:cxnLst>
                <a:cxn ang="0">
                  <a:pos x="136" y="106"/>
                </a:cxn>
                <a:cxn ang="0">
                  <a:pos x="130" y="109"/>
                </a:cxn>
                <a:cxn ang="0">
                  <a:pos x="120" y="103"/>
                </a:cxn>
                <a:cxn ang="0">
                  <a:pos x="112" y="106"/>
                </a:cxn>
                <a:cxn ang="0">
                  <a:pos x="106" y="109"/>
                </a:cxn>
                <a:cxn ang="0">
                  <a:pos x="96" y="110"/>
                </a:cxn>
                <a:cxn ang="0">
                  <a:pos x="90" y="112"/>
                </a:cxn>
                <a:cxn ang="0">
                  <a:pos x="82" y="117"/>
                </a:cxn>
                <a:cxn ang="0">
                  <a:pos x="72" y="123"/>
                </a:cxn>
                <a:cxn ang="0">
                  <a:pos x="64" y="127"/>
                </a:cxn>
                <a:cxn ang="0">
                  <a:pos x="60" y="123"/>
                </a:cxn>
                <a:cxn ang="0">
                  <a:pos x="51" y="128"/>
                </a:cxn>
                <a:cxn ang="0">
                  <a:pos x="38" y="127"/>
                </a:cxn>
                <a:cxn ang="0">
                  <a:pos x="27" y="125"/>
                </a:cxn>
                <a:cxn ang="0">
                  <a:pos x="22" y="125"/>
                </a:cxn>
                <a:cxn ang="0">
                  <a:pos x="13" y="120"/>
                </a:cxn>
                <a:cxn ang="0">
                  <a:pos x="9" y="116"/>
                </a:cxn>
                <a:cxn ang="0">
                  <a:pos x="6" y="121"/>
                </a:cxn>
                <a:cxn ang="0">
                  <a:pos x="2" y="116"/>
                </a:cxn>
                <a:cxn ang="0">
                  <a:pos x="1" y="110"/>
                </a:cxn>
                <a:cxn ang="0">
                  <a:pos x="5" y="114"/>
                </a:cxn>
                <a:cxn ang="0">
                  <a:pos x="2" y="105"/>
                </a:cxn>
                <a:cxn ang="0">
                  <a:pos x="11" y="102"/>
                </a:cxn>
                <a:cxn ang="0">
                  <a:pos x="22" y="102"/>
                </a:cxn>
                <a:cxn ang="0">
                  <a:pos x="33" y="93"/>
                </a:cxn>
                <a:cxn ang="0">
                  <a:pos x="37" y="94"/>
                </a:cxn>
                <a:cxn ang="0">
                  <a:pos x="47" y="82"/>
                </a:cxn>
                <a:cxn ang="0">
                  <a:pos x="58" y="80"/>
                </a:cxn>
                <a:cxn ang="0">
                  <a:pos x="71" y="73"/>
                </a:cxn>
                <a:cxn ang="0">
                  <a:pos x="77" y="68"/>
                </a:cxn>
                <a:cxn ang="0">
                  <a:pos x="77" y="64"/>
                </a:cxn>
                <a:cxn ang="0">
                  <a:pos x="87" y="49"/>
                </a:cxn>
                <a:cxn ang="0">
                  <a:pos x="92" y="36"/>
                </a:cxn>
                <a:cxn ang="0">
                  <a:pos x="96" y="18"/>
                </a:cxn>
                <a:cxn ang="0">
                  <a:pos x="98" y="8"/>
                </a:cxn>
                <a:cxn ang="0">
                  <a:pos x="106" y="7"/>
                </a:cxn>
                <a:cxn ang="0">
                  <a:pos x="113" y="1"/>
                </a:cxn>
                <a:cxn ang="0">
                  <a:pos x="118" y="0"/>
                </a:cxn>
                <a:cxn ang="0">
                  <a:pos x="128" y="5"/>
                </a:cxn>
                <a:cxn ang="0">
                  <a:pos x="128" y="14"/>
                </a:cxn>
                <a:cxn ang="0">
                  <a:pos x="135" y="16"/>
                </a:cxn>
                <a:cxn ang="0">
                  <a:pos x="140" y="11"/>
                </a:cxn>
                <a:cxn ang="0">
                  <a:pos x="139" y="20"/>
                </a:cxn>
                <a:cxn ang="0">
                  <a:pos x="144" y="30"/>
                </a:cxn>
                <a:cxn ang="0">
                  <a:pos x="146" y="42"/>
                </a:cxn>
                <a:cxn ang="0">
                  <a:pos x="151" y="49"/>
                </a:cxn>
                <a:cxn ang="0">
                  <a:pos x="142" y="56"/>
                </a:cxn>
                <a:cxn ang="0">
                  <a:pos x="144" y="65"/>
                </a:cxn>
                <a:cxn ang="0">
                  <a:pos x="140" y="75"/>
                </a:cxn>
                <a:cxn ang="0">
                  <a:pos x="139" y="86"/>
                </a:cxn>
                <a:cxn ang="0">
                  <a:pos x="140" y="100"/>
                </a:cxn>
              </a:cxnLst>
              <a:rect l="0" t="0" r="r" b="b"/>
              <a:pathLst>
                <a:path w="151" h="129">
                  <a:moveTo>
                    <a:pt x="140" y="102"/>
                  </a:moveTo>
                  <a:cubicBezTo>
                    <a:pt x="140" y="103"/>
                    <a:pt x="140" y="103"/>
                    <a:pt x="139" y="103"/>
                  </a:cubicBezTo>
                  <a:cubicBezTo>
                    <a:pt x="139" y="104"/>
                    <a:pt x="139" y="104"/>
                    <a:pt x="138" y="105"/>
                  </a:cubicBezTo>
                  <a:cubicBezTo>
                    <a:pt x="138" y="105"/>
                    <a:pt x="136" y="105"/>
                    <a:pt x="136" y="106"/>
                  </a:cubicBezTo>
                  <a:cubicBezTo>
                    <a:pt x="136" y="106"/>
                    <a:pt x="136" y="108"/>
                    <a:pt x="136" y="108"/>
                  </a:cubicBezTo>
                  <a:cubicBezTo>
                    <a:pt x="136" y="109"/>
                    <a:pt x="135" y="110"/>
                    <a:pt x="135" y="110"/>
                  </a:cubicBezTo>
                  <a:cubicBezTo>
                    <a:pt x="134" y="111"/>
                    <a:pt x="133" y="110"/>
                    <a:pt x="132" y="110"/>
                  </a:cubicBezTo>
                  <a:cubicBezTo>
                    <a:pt x="132" y="110"/>
                    <a:pt x="131" y="109"/>
                    <a:pt x="130" y="109"/>
                  </a:cubicBezTo>
                  <a:cubicBezTo>
                    <a:pt x="129" y="108"/>
                    <a:pt x="127" y="107"/>
                    <a:pt x="126" y="106"/>
                  </a:cubicBezTo>
                  <a:cubicBezTo>
                    <a:pt x="126" y="106"/>
                    <a:pt x="125" y="105"/>
                    <a:pt x="125" y="105"/>
                  </a:cubicBezTo>
                  <a:cubicBezTo>
                    <a:pt x="125" y="104"/>
                    <a:pt x="124" y="104"/>
                    <a:pt x="124" y="103"/>
                  </a:cubicBezTo>
                  <a:cubicBezTo>
                    <a:pt x="123" y="103"/>
                    <a:pt x="121" y="103"/>
                    <a:pt x="120" y="103"/>
                  </a:cubicBezTo>
                  <a:cubicBezTo>
                    <a:pt x="119" y="103"/>
                    <a:pt x="118" y="104"/>
                    <a:pt x="118" y="104"/>
                  </a:cubicBezTo>
                  <a:cubicBezTo>
                    <a:pt x="117" y="105"/>
                    <a:pt x="116" y="106"/>
                    <a:pt x="116" y="106"/>
                  </a:cubicBezTo>
                  <a:cubicBezTo>
                    <a:pt x="115" y="106"/>
                    <a:pt x="114" y="107"/>
                    <a:pt x="113" y="107"/>
                  </a:cubicBezTo>
                  <a:cubicBezTo>
                    <a:pt x="113" y="107"/>
                    <a:pt x="112" y="106"/>
                    <a:pt x="112" y="106"/>
                  </a:cubicBezTo>
                  <a:cubicBezTo>
                    <a:pt x="111" y="105"/>
                    <a:pt x="111" y="104"/>
                    <a:pt x="110" y="104"/>
                  </a:cubicBezTo>
                  <a:cubicBezTo>
                    <a:pt x="110" y="104"/>
                    <a:pt x="109" y="104"/>
                    <a:pt x="109" y="104"/>
                  </a:cubicBezTo>
                  <a:cubicBezTo>
                    <a:pt x="108" y="104"/>
                    <a:pt x="108" y="105"/>
                    <a:pt x="107" y="106"/>
                  </a:cubicBezTo>
                  <a:cubicBezTo>
                    <a:pt x="107" y="107"/>
                    <a:pt x="106" y="108"/>
                    <a:pt x="106" y="109"/>
                  </a:cubicBezTo>
                  <a:cubicBezTo>
                    <a:pt x="105" y="109"/>
                    <a:pt x="104" y="111"/>
                    <a:pt x="104" y="111"/>
                  </a:cubicBezTo>
                  <a:cubicBezTo>
                    <a:pt x="103" y="112"/>
                    <a:pt x="102" y="113"/>
                    <a:pt x="101" y="113"/>
                  </a:cubicBezTo>
                  <a:cubicBezTo>
                    <a:pt x="100" y="113"/>
                    <a:pt x="98" y="113"/>
                    <a:pt x="98" y="112"/>
                  </a:cubicBezTo>
                  <a:cubicBezTo>
                    <a:pt x="97" y="112"/>
                    <a:pt x="97" y="110"/>
                    <a:pt x="96" y="110"/>
                  </a:cubicBezTo>
                  <a:cubicBezTo>
                    <a:pt x="96" y="110"/>
                    <a:pt x="96" y="109"/>
                    <a:pt x="95" y="109"/>
                  </a:cubicBezTo>
                  <a:cubicBezTo>
                    <a:pt x="95" y="108"/>
                    <a:pt x="94" y="109"/>
                    <a:pt x="93" y="109"/>
                  </a:cubicBezTo>
                  <a:cubicBezTo>
                    <a:pt x="93" y="110"/>
                    <a:pt x="92" y="111"/>
                    <a:pt x="92" y="111"/>
                  </a:cubicBezTo>
                  <a:cubicBezTo>
                    <a:pt x="92" y="111"/>
                    <a:pt x="91" y="112"/>
                    <a:pt x="90" y="112"/>
                  </a:cubicBezTo>
                  <a:cubicBezTo>
                    <a:pt x="89" y="112"/>
                    <a:pt x="88" y="112"/>
                    <a:pt x="88" y="112"/>
                  </a:cubicBezTo>
                  <a:cubicBezTo>
                    <a:pt x="87" y="112"/>
                    <a:pt x="86" y="112"/>
                    <a:pt x="85" y="112"/>
                  </a:cubicBezTo>
                  <a:cubicBezTo>
                    <a:pt x="84" y="112"/>
                    <a:pt x="83" y="113"/>
                    <a:pt x="83" y="114"/>
                  </a:cubicBezTo>
                  <a:cubicBezTo>
                    <a:pt x="83" y="115"/>
                    <a:pt x="82" y="116"/>
                    <a:pt x="82" y="117"/>
                  </a:cubicBezTo>
                  <a:cubicBezTo>
                    <a:pt x="81" y="118"/>
                    <a:pt x="80" y="119"/>
                    <a:pt x="80" y="119"/>
                  </a:cubicBezTo>
                  <a:cubicBezTo>
                    <a:pt x="79" y="120"/>
                    <a:pt x="78" y="120"/>
                    <a:pt x="78" y="120"/>
                  </a:cubicBezTo>
                  <a:cubicBezTo>
                    <a:pt x="77" y="121"/>
                    <a:pt x="75" y="121"/>
                    <a:pt x="74" y="121"/>
                  </a:cubicBezTo>
                  <a:cubicBezTo>
                    <a:pt x="74" y="121"/>
                    <a:pt x="73" y="122"/>
                    <a:pt x="72" y="123"/>
                  </a:cubicBezTo>
                  <a:cubicBezTo>
                    <a:pt x="72" y="123"/>
                    <a:pt x="71" y="124"/>
                    <a:pt x="71" y="125"/>
                  </a:cubicBezTo>
                  <a:cubicBezTo>
                    <a:pt x="70" y="125"/>
                    <a:pt x="69" y="124"/>
                    <a:pt x="68" y="124"/>
                  </a:cubicBezTo>
                  <a:cubicBezTo>
                    <a:pt x="68" y="124"/>
                    <a:pt x="67" y="125"/>
                    <a:pt x="66" y="126"/>
                  </a:cubicBezTo>
                  <a:cubicBezTo>
                    <a:pt x="66" y="126"/>
                    <a:pt x="65" y="127"/>
                    <a:pt x="64" y="127"/>
                  </a:cubicBezTo>
                  <a:cubicBezTo>
                    <a:pt x="64" y="127"/>
                    <a:pt x="63" y="127"/>
                    <a:pt x="63" y="126"/>
                  </a:cubicBezTo>
                  <a:cubicBezTo>
                    <a:pt x="62" y="126"/>
                    <a:pt x="63" y="125"/>
                    <a:pt x="62" y="124"/>
                  </a:cubicBezTo>
                  <a:cubicBezTo>
                    <a:pt x="62" y="124"/>
                    <a:pt x="62" y="123"/>
                    <a:pt x="61" y="122"/>
                  </a:cubicBezTo>
                  <a:cubicBezTo>
                    <a:pt x="61" y="122"/>
                    <a:pt x="60" y="123"/>
                    <a:pt x="60" y="123"/>
                  </a:cubicBezTo>
                  <a:cubicBezTo>
                    <a:pt x="59" y="124"/>
                    <a:pt x="58" y="125"/>
                    <a:pt x="57" y="125"/>
                  </a:cubicBezTo>
                  <a:cubicBezTo>
                    <a:pt x="57" y="126"/>
                    <a:pt x="56" y="127"/>
                    <a:pt x="56" y="127"/>
                  </a:cubicBezTo>
                  <a:cubicBezTo>
                    <a:pt x="55" y="127"/>
                    <a:pt x="54" y="127"/>
                    <a:pt x="53" y="127"/>
                  </a:cubicBezTo>
                  <a:cubicBezTo>
                    <a:pt x="53" y="127"/>
                    <a:pt x="52" y="128"/>
                    <a:pt x="51" y="128"/>
                  </a:cubicBezTo>
                  <a:cubicBezTo>
                    <a:pt x="51" y="129"/>
                    <a:pt x="49" y="129"/>
                    <a:pt x="48" y="129"/>
                  </a:cubicBezTo>
                  <a:cubicBezTo>
                    <a:pt x="48" y="129"/>
                    <a:pt x="47" y="128"/>
                    <a:pt x="46" y="127"/>
                  </a:cubicBezTo>
                  <a:cubicBezTo>
                    <a:pt x="45" y="127"/>
                    <a:pt x="43" y="126"/>
                    <a:pt x="42" y="126"/>
                  </a:cubicBezTo>
                  <a:cubicBezTo>
                    <a:pt x="41" y="126"/>
                    <a:pt x="39" y="127"/>
                    <a:pt x="38" y="127"/>
                  </a:cubicBezTo>
                  <a:cubicBezTo>
                    <a:pt x="38" y="127"/>
                    <a:pt x="36" y="127"/>
                    <a:pt x="35" y="127"/>
                  </a:cubicBezTo>
                  <a:cubicBezTo>
                    <a:pt x="34" y="127"/>
                    <a:pt x="33" y="126"/>
                    <a:pt x="33" y="126"/>
                  </a:cubicBezTo>
                  <a:cubicBezTo>
                    <a:pt x="32" y="126"/>
                    <a:pt x="30" y="125"/>
                    <a:pt x="30" y="125"/>
                  </a:cubicBezTo>
                  <a:cubicBezTo>
                    <a:pt x="29" y="125"/>
                    <a:pt x="27" y="125"/>
                    <a:pt x="27" y="125"/>
                  </a:cubicBezTo>
                  <a:cubicBezTo>
                    <a:pt x="27" y="125"/>
                    <a:pt x="26" y="125"/>
                    <a:pt x="26" y="125"/>
                  </a:cubicBezTo>
                  <a:cubicBezTo>
                    <a:pt x="26" y="125"/>
                    <a:pt x="25" y="124"/>
                    <a:pt x="25" y="124"/>
                  </a:cubicBezTo>
                  <a:cubicBezTo>
                    <a:pt x="24" y="123"/>
                    <a:pt x="23" y="123"/>
                    <a:pt x="23" y="124"/>
                  </a:cubicBezTo>
                  <a:cubicBezTo>
                    <a:pt x="22" y="124"/>
                    <a:pt x="22" y="125"/>
                    <a:pt x="22" y="125"/>
                  </a:cubicBezTo>
                  <a:cubicBezTo>
                    <a:pt x="21" y="125"/>
                    <a:pt x="19" y="124"/>
                    <a:pt x="19" y="123"/>
                  </a:cubicBezTo>
                  <a:cubicBezTo>
                    <a:pt x="18" y="123"/>
                    <a:pt x="17" y="122"/>
                    <a:pt x="17" y="121"/>
                  </a:cubicBezTo>
                  <a:cubicBezTo>
                    <a:pt x="16" y="121"/>
                    <a:pt x="16" y="120"/>
                    <a:pt x="16" y="120"/>
                  </a:cubicBezTo>
                  <a:cubicBezTo>
                    <a:pt x="15" y="120"/>
                    <a:pt x="14" y="120"/>
                    <a:pt x="13" y="120"/>
                  </a:cubicBezTo>
                  <a:cubicBezTo>
                    <a:pt x="13" y="120"/>
                    <a:pt x="12" y="121"/>
                    <a:pt x="12" y="121"/>
                  </a:cubicBezTo>
                  <a:cubicBezTo>
                    <a:pt x="11" y="121"/>
                    <a:pt x="10" y="121"/>
                    <a:pt x="10" y="121"/>
                  </a:cubicBezTo>
                  <a:cubicBezTo>
                    <a:pt x="9" y="120"/>
                    <a:pt x="9" y="119"/>
                    <a:pt x="9" y="118"/>
                  </a:cubicBezTo>
                  <a:cubicBezTo>
                    <a:pt x="9" y="118"/>
                    <a:pt x="9" y="117"/>
                    <a:pt x="9" y="116"/>
                  </a:cubicBezTo>
                  <a:cubicBezTo>
                    <a:pt x="8" y="116"/>
                    <a:pt x="8" y="115"/>
                    <a:pt x="8" y="115"/>
                  </a:cubicBezTo>
                  <a:cubicBezTo>
                    <a:pt x="7" y="115"/>
                    <a:pt x="7" y="117"/>
                    <a:pt x="7" y="117"/>
                  </a:cubicBezTo>
                  <a:cubicBezTo>
                    <a:pt x="6" y="117"/>
                    <a:pt x="7" y="118"/>
                    <a:pt x="7" y="119"/>
                  </a:cubicBezTo>
                  <a:cubicBezTo>
                    <a:pt x="6" y="119"/>
                    <a:pt x="6" y="120"/>
                    <a:pt x="6" y="121"/>
                  </a:cubicBezTo>
                  <a:cubicBezTo>
                    <a:pt x="5" y="121"/>
                    <a:pt x="3" y="120"/>
                    <a:pt x="2" y="120"/>
                  </a:cubicBezTo>
                  <a:cubicBezTo>
                    <a:pt x="2" y="119"/>
                    <a:pt x="1" y="118"/>
                    <a:pt x="0" y="118"/>
                  </a:cubicBezTo>
                  <a:cubicBezTo>
                    <a:pt x="0" y="117"/>
                    <a:pt x="1" y="116"/>
                    <a:pt x="1" y="116"/>
                  </a:cubicBezTo>
                  <a:cubicBezTo>
                    <a:pt x="1" y="116"/>
                    <a:pt x="2" y="116"/>
                    <a:pt x="2" y="116"/>
                  </a:cubicBezTo>
                  <a:cubicBezTo>
                    <a:pt x="3" y="115"/>
                    <a:pt x="2" y="115"/>
                    <a:pt x="2" y="114"/>
                  </a:cubicBezTo>
                  <a:cubicBezTo>
                    <a:pt x="1" y="114"/>
                    <a:pt x="0" y="113"/>
                    <a:pt x="0" y="113"/>
                  </a:cubicBezTo>
                  <a:cubicBezTo>
                    <a:pt x="0" y="113"/>
                    <a:pt x="0" y="112"/>
                    <a:pt x="0" y="111"/>
                  </a:cubicBezTo>
                  <a:cubicBezTo>
                    <a:pt x="0" y="111"/>
                    <a:pt x="1" y="110"/>
                    <a:pt x="1" y="110"/>
                  </a:cubicBezTo>
                  <a:cubicBezTo>
                    <a:pt x="1" y="109"/>
                    <a:pt x="2" y="109"/>
                    <a:pt x="2" y="109"/>
                  </a:cubicBezTo>
                  <a:cubicBezTo>
                    <a:pt x="2" y="110"/>
                    <a:pt x="2" y="110"/>
                    <a:pt x="2" y="110"/>
                  </a:cubicBezTo>
                  <a:cubicBezTo>
                    <a:pt x="2" y="111"/>
                    <a:pt x="3" y="112"/>
                    <a:pt x="3" y="112"/>
                  </a:cubicBezTo>
                  <a:cubicBezTo>
                    <a:pt x="4" y="113"/>
                    <a:pt x="5" y="114"/>
                    <a:pt x="5" y="114"/>
                  </a:cubicBezTo>
                  <a:cubicBezTo>
                    <a:pt x="6" y="113"/>
                    <a:pt x="5" y="112"/>
                    <a:pt x="5" y="112"/>
                  </a:cubicBezTo>
                  <a:cubicBezTo>
                    <a:pt x="5" y="111"/>
                    <a:pt x="5" y="110"/>
                    <a:pt x="5" y="110"/>
                  </a:cubicBezTo>
                  <a:cubicBezTo>
                    <a:pt x="5" y="109"/>
                    <a:pt x="4" y="108"/>
                    <a:pt x="4" y="108"/>
                  </a:cubicBezTo>
                  <a:cubicBezTo>
                    <a:pt x="4" y="107"/>
                    <a:pt x="3" y="106"/>
                    <a:pt x="2" y="105"/>
                  </a:cubicBezTo>
                  <a:cubicBezTo>
                    <a:pt x="2" y="105"/>
                    <a:pt x="2" y="103"/>
                    <a:pt x="2" y="103"/>
                  </a:cubicBezTo>
                  <a:cubicBezTo>
                    <a:pt x="2" y="103"/>
                    <a:pt x="3" y="102"/>
                    <a:pt x="4" y="102"/>
                  </a:cubicBezTo>
                  <a:cubicBezTo>
                    <a:pt x="4" y="102"/>
                    <a:pt x="6" y="102"/>
                    <a:pt x="7" y="102"/>
                  </a:cubicBezTo>
                  <a:cubicBezTo>
                    <a:pt x="8" y="102"/>
                    <a:pt x="10" y="102"/>
                    <a:pt x="11" y="102"/>
                  </a:cubicBezTo>
                  <a:cubicBezTo>
                    <a:pt x="12" y="102"/>
                    <a:pt x="15" y="101"/>
                    <a:pt x="17" y="101"/>
                  </a:cubicBezTo>
                  <a:cubicBezTo>
                    <a:pt x="18" y="100"/>
                    <a:pt x="19" y="100"/>
                    <a:pt x="20" y="100"/>
                  </a:cubicBezTo>
                  <a:cubicBezTo>
                    <a:pt x="20" y="100"/>
                    <a:pt x="21" y="99"/>
                    <a:pt x="21" y="100"/>
                  </a:cubicBezTo>
                  <a:cubicBezTo>
                    <a:pt x="22" y="100"/>
                    <a:pt x="21" y="102"/>
                    <a:pt x="22" y="102"/>
                  </a:cubicBezTo>
                  <a:cubicBezTo>
                    <a:pt x="23" y="102"/>
                    <a:pt x="24" y="102"/>
                    <a:pt x="25" y="102"/>
                  </a:cubicBezTo>
                  <a:cubicBezTo>
                    <a:pt x="26" y="102"/>
                    <a:pt x="28" y="101"/>
                    <a:pt x="29" y="100"/>
                  </a:cubicBezTo>
                  <a:cubicBezTo>
                    <a:pt x="29" y="99"/>
                    <a:pt x="30" y="97"/>
                    <a:pt x="31" y="96"/>
                  </a:cubicBezTo>
                  <a:cubicBezTo>
                    <a:pt x="31" y="95"/>
                    <a:pt x="32" y="94"/>
                    <a:pt x="33" y="93"/>
                  </a:cubicBezTo>
                  <a:cubicBezTo>
                    <a:pt x="33" y="93"/>
                    <a:pt x="34" y="91"/>
                    <a:pt x="34" y="91"/>
                  </a:cubicBezTo>
                  <a:cubicBezTo>
                    <a:pt x="35" y="91"/>
                    <a:pt x="35" y="92"/>
                    <a:pt x="35" y="92"/>
                  </a:cubicBezTo>
                  <a:cubicBezTo>
                    <a:pt x="36" y="92"/>
                    <a:pt x="35" y="93"/>
                    <a:pt x="36" y="94"/>
                  </a:cubicBezTo>
                  <a:cubicBezTo>
                    <a:pt x="36" y="94"/>
                    <a:pt x="37" y="94"/>
                    <a:pt x="37" y="94"/>
                  </a:cubicBezTo>
                  <a:cubicBezTo>
                    <a:pt x="38" y="94"/>
                    <a:pt x="38" y="92"/>
                    <a:pt x="38" y="91"/>
                  </a:cubicBezTo>
                  <a:cubicBezTo>
                    <a:pt x="39" y="90"/>
                    <a:pt x="41" y="89"/>
                    <a:pt x="42" y="88"/>
                  </a:cubicBezTo>
                  <a:cubicBezTo>
                    <a:pt x="43" y="87"/>
                    <a:pt x="44" y="85"/>
                    <a:pt x="45" y="85"/>
                  </a:cubicBezTo>
                  <a:cubicBezTo>
                    <a:pt x="45" y="84"/>
                    <a:pt x="46" y="83"/>
                    <a:pt x="47" y="82"/>
                  </a:cubicBezTo>
                  <a:cubicBezTo>
                    <a:pt x="47" y="82"/>
                    <a:pt x="48" y="81"/>
                    <a:pt x="49" y="81"/>
                  </a:cubicBezTo>
                  <a:cubicBezTo>
                    <a:pt x="50" y="81"/>
                    <a:pt x="50" y="82"/>
                    <a:pt x="51" y="82"/>
                  </a:cubicBezTo>
                  <a:cubicBezTo>
                    <a:pt x="51" y="83"/>
                    <a:pt x="52" y="83"/>
                    <a:pt x="53" y="83"/>
                  </a:cubicBezTo>
                  <a:cubicBezTo>
                    <a:pt x="54" y="83"/>
                    <a:pt x="57" y="81"/>
                    <a:pt x="58" y="80"/>
                  </a:cubicBezTo>
                  <a:cubicBezTo>
                    <a:pt x="60" y="80"/>
                    <a:pt x="62" y="78"/>
                    <a:pt x="63" y="77"/>
                  </a:cubicBezTo>
                  <a:cubicBezTo>
                    <a:pt x="63" y="77"/>
                    <a:pt x="65" y="75"/>
                    <a:pt x="65" y="75"/>
                  </a:cubicBezTo>
                  <a:cubicBezTo>
                    <a:pt x="66" y="75"/>
                    <a:pt x="67" y="75"/>
                    <a:pt x="68" y="75"/>
                  </a:cubicBezTo>
                  <a:cubicBezTo>
                    <a:pt x="69" y="74"/>
                    <a:pt x="71" y="74"/>
                    <a:pt x="71" y="73"/>
                  </a:cubicBezTo>
                  <a:cubicBezTo>
                    <a:pt x="72" y="73"/>
                    <a:pt x="72" y="71"/>
                    <a:pt x="73" y="71"/>
                  </a:cubicBezTo>
                  <a:cubicBezTo>
                    <a:pt x="73" y="70"/>
                    <a:pt x="74" y="69"/>
                    <a:pt x="74" y="69"/>
                  </a:cubicBezTo>
                  <a:cubicBezTo>
                    <a:pt x="74" y="69"/>
                    <a:pt x="75" y="69"/>
                    <a:pt x="75" y="69"/>
                  </a:cubicBezTo>
                  <a:cubicBezTo>
                    <a:pt x="76" y="69"/>
                    <a:pt x="77" y="68"/>
                    <a:pt x="77" y="68"/>
                  </a:cubicBezTo>
                  <a:cubicBezTo>
                    <a:pt x="77" y="68"/>
                    <a:pt x="77" y="67"/>
                    <a:pt x="77" y="66"/>
                  </a:cubicBezTo>
                  <a:cubicBezTo>
                    <a:pt x="77" y="66"/>
                    <a:pt x="76" y="66"/>
                    <a:pt x="76" y="66"/>
                  </a:cubicBezTo>
                  <a:cubicBezTo>
                    <a:pt x="75" y="65"/>
                    <a:pt x="75" y="65"/>
                    <a:pt x="75" y="64"/>
                  </a:cubicBezTo>
                  <a:cubicBezTo>
                    <a:pt x="76" y="64"/>
                    <a:pt x="77" y="64"/>
                    <a:pt x="77" y="64"/>
                  </a:cubicBezTo>
                  <a:cubicBezTo>
                    <a:pt x="78" y="63"/>
                    <a:pt x="79" y="63"/>
                    <a:pt x="79" y="63"/>
                  </a:cubicBezTo>
                  <a:cubicBezTo>
                    <a:pt x="80" y="62"/>
                    <a:pt x="81" y="61"/>
                    <a:pt x="82" y="60"/>
                  </a:cubicBezTo>
                  <a:cubicBezTo>
                    <a:pt x="83" y="59"/>
                    <a:pt x="84" y="58"/>
                    <a:pt x="84" y="57"/>
                  </a:cubicBezTo>
                  <a:cubicBezTo>
                    <a:pt x="85" y="55"/>
                    <a:pt x="86" y="51"/>
                    <a:pt x="87" y="49"/>
                  </a:cubicBezTo>
                  <a:cubicBezTo>
                    <a:pt x="87" y="48"/>
                    <a:pt x="87" y="46"/>
                    <a:pt x="88" y="44"/>
                  </a:cubicBezTo>
                  <a:cubicBezTo>
                    <a:pt x="88" y="44"/>
                    <a:pt x="90" y="42"/>
                    <a:pt x="90" y="41"/>
                  </a:cubicBezTo>
                  <a:cubicBezTo>
                    <a:pt x="90" y="41"/>
                    <a:pt x="91" y="40"/>
                    <a:pt x="91" y="39"/>
                  </a:cubicBezTo>
                  <a:cubicBezTo>
                    <a:pt x="91" y="38"/>
                    <a:pt x="91" y="36"/>
                    <a:pt x="92" y="36"/>
                  </a:cubicBezTo>
                  <a:cubicBezTo>
                    <a:pt x="92" y="34"/>
                    <a:pt x="92" y="31"/>
                    <a:pt x="93" y="30"/>
                  </a:cubicBezTo>
                  <a:cubicBezTo>
                    <a:pt x="93" y="29"/>
                    <a:pt x="93" y="28"/>
                    <a:pt x="94" y="27"/>
                  </a:cubicBezTo>
                  <a:cubicBezTo>
                    <a:pt x="94" y="26"/>
                    <a:pt x="95" y="24"/>
                    <a:pt x="95" y="23"/>
                  </a:cubicBezTo>
                  <a:cubicBezTo>
                    <a:pt x="96" y="22"/>
                    <a:pt x="96" y="19"/>
                    <a:pt x="96" y="18"/>
                  </a:cubicBezTo>
                  <a:cubicBezTo>
                    <a:pt x="96" y="17"/>
                    <a:pt x="96" y="14"/>
                    <a:pt x="96" y="12"/>
                  </a:cubicBezTo>
                  <a:cubicBezTo>
                    <a:pt x="96" y="12"/>
                    <a:pt x="96" y="10"/>
                    <a:pt x="97" y="9"/>
                  </a:cubicBezTo>
                  <a:cubicBezTo>
                    <a:pt x="97" y="9"/>
                    <a:pt x="97" y="7"/>
                    <a:pt x="98" y="7"/>
                  </a:cubicBezTo>
                  <a:cubicBezTo>
                    <a:pt x="98" y="7"/>
                    <a:pt x="98" y="8"/>
                    <a:pt x="98" y="8"/>
                  </a:cubicBezTo>
                  <a:cubicBezTo>
                    <a:pt x="99" y="9"/>
                    <a:pt x="99" y="10"/>
                    <a:pt x="99" y="10"/>
                  </a:cubicBezTo>
                  <a:cubicBezTo>
                    <a:pt x="100" y="10"/>
                    <a:pt x="102" y="10"/>
                    <a:pt x="102" y="10"/>
                  </a:cubicBezTo>
                  <a:cubicBezTo>
                    <a:pt x="103" y="10"/>
                    <a:pt x="104" y="9"/>
                    <a:pt x="105" y="9"/>
                  </a:cubicBezTo>
                  <a:cubicBezTo>
                    <a:pt x="105" y="8"/>
                    <a:pt x="105" y="7"/>
                    <a:pt x="106" y="7"/>
                  </a:cubicBezTo>
                  <a:cubicBezTo>
                    <a:pt x="106" y="6"/>
                    <a:pt x="107" y="6"/>
                    <a:pt x="107" y="5"/>
                  </a:cubicBezTo>
                  <a:cubicBezTo>
                    <a:pt x="108" y="5"/>
                    <a:pt x="109" y="4"/>
                    <a:pt x="110" y="4"/>
                  </a:cubicBezTo>
                  <a:cubicBezTo>
                    <a:pt x="111" y="4"/>
                    <a:pt x="112" y="3"/>
                    <a:pt x="112" y="3"/>
                  </a:cubicBezTo>
                  <a:cubicBezTo>
                    <a:pt x="113" y="2"/>
                    <a:pt x="113" y="2"/>
                    <a:pt x="113" y="1"/>
                  </a:cubicBezTo>
                  <a:cubicBezTo>
                    <a:pt x="113" y="1"/>
                    <a:pt x="113" y="1"/>
                    <a:pt x="113" y="1"/>
                  </a:cubicBezTo>
                  <a:cubicBezTo>
                    <a:pt x="114" y="1"/>
                    <a:pt x="114" y="1"/>
                    <a:pt x="115" y="1"/>
                  </a:cubicBezTo>
                  <a:cubicBezTo>
                    <a:pt x="115" y="1"/>
                    <a:pt x="115" y="1"/>
                    <a:pt x="115" y="1"/>
                  </a:cubicBezTo>
                  <a:cubicBezTo>
                    <a:pt x="115" y="1"/>
                    <a:pt x="117" y="1"/>
                    <a:pt x="118" y="0"/>
                  </a:cubicBezTo>
                  <a:cubicBezTo>
                    <a:pt x="119" y="0"/>
                    <a:pt x="120" y="0"/>
                    <a:pt x="121" y="0"/>
                  </a:cubicBezTo>
                  <a:cubicBezTo>
                    <a:pt x="122" y="1"/>
                    <a:pt x="123" y="0"/>
                    <a:pt x="124" y="1"/>
                  </a:cubicBezTo>
                  <a:cubicBezTo>
                    <a:pt x="125" y="1"/>
                    <a:pt x="126" y="2"/>
                    <a:pt x="127" y="2"/>
                  </a:cubicBezTo>
                  <a:cubicBezTo>
                    <a:pt x="127" y="3"/>
                    <a:pt x="128" y="4"/>
                    <a:pt x="128" y="5"/>
                  </a:cubicBezTo>
                  <a:cubicBezTo>
                    <a:pt x="128" y="6"/>
                    <a:pt x="128" y="8"/>
                    <a:pt x="127" y="9"/>
                  </a:cubicBezTo>
                  <a:cubicBezTo>
                    <a:pt x="127" y="9"/>
                    <a:pt x="126" y="10"/>
                    <a:pt x="126" y="10"/>
                  </a:cubicBezTo>
                  <a:cubicBezTo>
                    <a:pt x="126" y="11"/>
                    <a:pt x="126" y="12"/>
                    <a:pt x="126" y="12"/>
                  </a:cubicBezTo>
                  <a:cubicBezTo>
                    <a:pt x="126" y="13"/>
                    <a:pt x="128" y="13"/>
                    <a:pt x="128" y="14"/>
                  </a:cubicBezTo>
                  <a:cubicBezTo>
                    <a:pt x="128" y="14"/>
                    <a:pt x="129" y="16"/>
                    <a:pt x="129" y="16"/>
                  </a:cubicBezTo>
                  <a:cubicBezTo>
                    <a:pt x="129" y="17"/>
                    <a:pt x="131" y="17"/>
                    <a:pt x="132" y="17"/>
                  </a:cubicBezTo>
                  <a:cubicBezTo>
                    <a:pt x="132" y="18"/>
                    <a:pt x="133" y="18"/>
                    <a:pt x="133" y="17"/>
                  </a:cubicBezTo>
                  <a:cubicBezTo>
                    <a:pt x="134" y="17"/>
                    <a:pt x="134" y="16"/>
                    <a:pt x="135" y="16"/>
                  </a:cubicBezTo>
                  <a:cubicBezTo>
                    <a:pt x="135" y="15"/>
                    <a:pt x="134" y="14"/>
                    <a:pt x="135" y="13"/>
                  </a:cubicBezTo>
                  <a:cubicBezTo>
                    <a:pt x="135" y="13"/>
                    <a:pt x="136" y="12"/>
                    <a:pt x="136" y="12"/>
                  </a:cubicBezTo>
                  <a:cubicBezTo>
                    <a:pt x="137" y="12"/>
                    <a:pt x="138" y="12"/>
                    <a:pt x="138" y="12"/>
                  </a:cubicBezTo>
                  <a:cubicBezTo>
                    <a:pt x="138" y="12"/>
                    <a:pt x="139" y="11"/>
                    <a:pt x="140" y="11"/>
                  </a:cubicBezTo>
                  <a:cubicBezTo>
                    <a:pt x="140" y="11"/>
                    <a:pt x="141" y="12"/>
                    <a:pt x="141" y="13"/>
                  </a:cubicBezTo>
                  <a:cubicBezTo>
                    <a:pt x="142" y="14"/>
                    <a:pt x="141" y="15"/>
                    <a:pt x="141" y="16"/>
                  </a:cubicBezTo>
                  <a:cubicBezTo>
                    <a:pt x="141" y="17"/>
                    <a:pt x="141" y="18"/>
                    <a:pt x="141" y="18"/>
                  </a:cubicBezTo>
                  <a:cubicBezTo>
                    <a:pt x="141" y="19"/>
                    <a:pt x="139" y="20"/>
                    <a:pt x="139" y="20"/>
                  </a:cubicBezTo>
                  <a:cubicBezTo>
                    <a:pt x="138" y="21"/>
                    <a:pt x="139" y="23"/>
                    <a:pt x="139" y="23"/>
                  </a:cubicBezTo>
                  <a:cubicBezTo>
                    <a:pt x="139" y="24"/>
                    <a:pt x="139" y="25"/>
                    <a:pt x="139" y="26"/>
                  </a:cubicBezTo>
                  <a:cubicBezTo>
                    <a:pt x="140" y="27"/>
                    <a:pt x="141" y="28"/>
                    <a:pt x="142" y="28"/>
                  </a:cubicBezTo>
                  <a:cubicBezTo>
                    <a:pt x="142" y="29"/>
                    <a:pt x="143" y="30"/>
                    <a:pt x="144" y="30"/>
                  </a:cubicBezTo>
                  <a:cubicBezTo>
                    <a:pt x="144" y="30"/>
                    <a:pt x="145" y="31"/>
                    <a:pt x="145" y="31"/>
                  </a:cubicBezTo>
                  <a:cubicBezTo>
                    <a:pt x="146" y="32"/>
                    <a:pt x="145" y="35"/>
                    <a:pt x="145" y="36"/>
                  </a:cubicBezTo>
                  <a:cubicBezTo>
                    <a:pt x="145" y="37"/>
                    <a:pt x="145" y="38"/>
                    <a:pt x="145" y="39"/>
                  </a:cubicBezTo>
                  <a:cubicBezTo>
                    <a:pt x="145" y="40"/>
                    <a:pt x="146" y="41"/>
                    <a:pt x="146" y="42"/>
                  </a:cubicBezTo>
                  <a:cubicBezTo>
                    <a:pt x="147" y="42"/>
                    <a:pt x="148" y="43"/>
                    <a:pt x="149" y="43"/>
                  </a:cubicBezTo>
                  <a:cubicBezTo>
                    <a:pt x="149" y="43"/>
                    <a:pt x="150" y="43"/>
                    <a:pt x="150" y="44"/>
                  </a:cubicBezTo>
                  <a:cubicBezTo>
                    <a:pt x="150" y="44"/>
                    <a:pt x="151" y="46"/>
                    <a:pt x="151" y="47"/>
                  </a:cubicBezTo>
                  <a:cubicBezTo>
                    <a:pt x="151" y="47"/>
                    <a:pt x="151" y="48"/>
                    <a:pt x="151" y="49"/>
                  </a:cubicBezTo>
                  <a:cubicBezTo>
                    <a:pt x="151" y="49"/>
                    <a:pt x="150" y="50"/>
                    <a:pt x="150" y="51"/>
                  </a:cubicBezTo>
                  <a:cubicBezTo>
                    <a:pt x="149" y="51"/>
                    <a:pt x="148" y="52"/>
                    <a:pt x="148" y="52"/>
                  </a:cubicBezTo>
                  <a:cubicBezTo>
                    <a:pt x="147" y="52"/>
                    <a:pt x="145" y="53"/>
                    <a:pt x="145" y="53"/>
                  </a:cubicBezTo>
                  <a:cubicBezTo>
                    <a:pt x="144" y="54"/>
                    <a:pt x="143" y="55"/>
                    <a:pt x="142" y="56"/>
                  </a:cubicBezTo>
                  <a:cubicBezTo>
                    <a:pt x="142" y="57"/>
                    <a:pt x="141" y="58"/>
                    <a:pt x="141" y="59"/>
                  </a:cubicBezTo>
                  <a:cubicBezTo>
                    <a:pt x="141" y="60"/>
                    <a:pt x="141" y="61"/>
                    <a:pt x="142" y="61"/>
                  </a:cubicBezTo>
                  <a:cubicBezTo>
                    <a:pt x="142" y="62"/>
                    <a:pt x="142" y="63"/>
                    <a:pt x="142" y="63"/>
                  </a:cubicBezTo>
                  <a:cubicBezTo>
                    <a:pt x="142" y="64"/>
                    <a:pt x="143" y="64"/>
                    <a:pt x="144" y="65"/>
                  </a:cubicBezTo>
                  <a:cubicBezTo>
                    <a:pt x="144" y="65"/>
                    <a:pt x="144" y="66"/>
                    <a:pt x="144" y="67"/>
                  </a:cubicBezTo>
                  <a:cubicBezTo>
                    <a:pt x="143" y="67"/>
                    <a:pt x="142" y="68"/>
                    <a:pt x="142" y="68"/>
                  </a:cubicBezTo>
                  <a:cubicBezTo>
                    <a:pt x="141" y="69"/>
                    <a:pt x="141" y="70"/>
                    <a:pt x="140" y="70"/>
                  </a:cubicBezTo>
                  <a:cubicBezTo>
                    <a:pt x="140" y="72"/>
                    <a:pt x="140" y="74"/>
                    <a:pt x="140" y="75"/>
                  </a:cubicBezTo>
                  <a:cubicBezTo>
                    <a:pt x="140" y="76"/>
                    <a:pt x="140" y="78"/>
                    <a:pt x="140" y="78"/>
                  </a:cubicBezTo>
                  <a:cubicBezTo>
                    <a:pt x="140" y="79"/>
                    <a:pt x="141" y="81"/>
                    <a:pt x="140" y="81"/>
                  </a:cubicBezTo>
                  <a:cubicBezTo>
                    <a:pt x="140" y="82"/>
                    <a:pt x="140" y="83"/>
                    <a:pt x="139" y="84"/>
                  </a:cubicBezTo>
                  <a:cubicBezTo>
                    <a:pt x="139" y="84"/>
                    <a:pt x="139" y="85"/>
                    <a:pt x="139" y="86"/>
                  </a:cubicBezTo>
                  <a:cubicBezTo>
                    <a:pt x="139" y="87"/>
                    <a:pt x="139" y="88"/>
                    <a:pt x="139" y="89"/>
                  </a:cubicBezTo>
                  <a:cubicBezTo>
                    <a:pt x="139" y="90"/>
                    <a:pt x="140" y="91"/>
                    <a:pt x="140" y="92"/>
                  </a:cubicBezTo>
                  <a:cubicBezTo>
                    <a:pt x="141" y="93"/>
                    <a:pt x="140" y="95"/>
                    <a:pt x="140" y="96"/>
                  </a:cubicBezTo>
                  <a:cubicBezTo>
                    <a:pt x="140" y="97"/>
                    <a:pt x="141" y="99"/>
                    <a:pt x="140" y="100"/>
                  </a:cubicBezTo>
                  <a:cubicBezTo>
                    <a:pt x="140" y="101"/>
                    <a:pt x="140" y="102"/>
                    <a:pt x="140" y="10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4"/>
            <p:cNvSpPr>
              <a:spLocks/>
            </p:cNvSpPr>
            <p:nvPr/>
          </p:nvSpPr>
          <p:spPr bwMode="auto">
            <a:xfrm>
              <a:off x="1528763" y="3346451"/>
              <a:ext cx="263525" cy="515938"/>
            </a:xfrm>
            <a:custGeom>
              <a:avLst/>
              <a:gdLst/>
              <a:ahLst/>
              <a:cxnLst>
                <a:cxn ang="0">
                  <a:pos x="29" y="244"/>
                </a:cxn>
                <a:cxn ang="0">
                  <a:pos x="31" y="225"/>
                </a:cxn>
                <a:cxn ang="0">
                  <a:pos x="37" y="209"/>
                </a:cxn>
                <a:cxn ang="0">
                  <a:pos x="31" y="195"/>
                </a:cxn>
                <a:cxn ang="0">
                  <a:pos x="25" y="182"/>
                </a:cxn>
                <a:cxn ang="0">
                  <a:pos x="25" y="160"/>
                </a:cxn>
                <a:cxn ang="0">
                  <a:pos x="27" y="143"/>
                </a:cxn>
                <a:cxn ang="0">
                  <a:pos x="36" y="129"/>
                </a:cxn>
                <a:cxn ang="0">
                  <a:pos x="29" y="112"/>
                </a:cxn>
                <a:cxn ang="0">
                  <a:pos x="26" y="95"/>
                </a:cxn>
                <a:cxn ang="0">
                  <a:pos x="17" y="99"/>
                </a:cxn>
                <a:cxn ang="0">
                  <a:pos x="12" y="84"/>
                </a:cxn>
                <a:cxn ang="0">
                  <a:pos x="4" y="78"/>
                </a:cxn>
                <a:cxn ang="0">
                  <a:pos x="14" y="60"/>
                </a:cxn>
                <a:cxn ang="0">
                  <a:pos x="32" y="51"/>
                </a:cxn>
                <a:cxn ang="0">
                  <a:pos x="46" y="45"/>
                </a:cxn>
                <a:cxn ang="0">
                  <a:pos x="43" y="24"/>
                </a:cxn>
                <a:cxn ang="0">
                  <a:pos x="61" y="9"/>
                </a:cxn>
                <a:cxn ang="0">
                  <a:pos x="78" y="5"/>
                </a:cxn>
                <a:cxn ang="0">
                  <a:pos x="100" y="1"/>
                </a:cxn>
                <a:cxn ang="0">
                  <a:pos x="110" y="6"/>
                </a:cxn>
                <a:cxn ang="0">
                  <a:pos x="107" y="20"/>
                </a:cxn>
                <a:cxn ang="0">
                  <a:pos x="117" y="28"/>
                </a:cxn>
                <a:cxn ang="0">
                  <a:pos x="127" y="35"/>
                </a:cxn>
                <a:cxn ang="0">
                  <a:pos x="132" y="44"/>
                </a:cxn>
                <a:cxn ang="0">
                  <a:pos x="123" y="58"/>
                </a:cxn>
                <a:cxn ang="0">
                  <a:pos x="114" y="74"/>
                </a:cxn>
                <a:cxn ang="0">
                  <a:pos x="117" y="88"/>
                </a:cxn>
                <a:cxn ang="0">
                  <a:pos x="126" y="75"/>
                </a:cxn>
                <a:cxn ang="0">
                  <a:pos x="128" y="88"/>
                </a:cxn>
                <a:cxn ang="0">
                  <a:pos x="115" y="97"/>
                </a:cxn>
                <a:cxn ang="0">
                  <a:pos x="98" y="110"/>
                </a:cxn>
                <a:cxn ang="0">
                  <a:pos x="113" y="122"/>
                </a:cxn>
                <a:cxn ang="0">
                  <a:pos x="135" y="128"/>
                </a:cxn>
                <a:cxn ang="0">
                  <a:pos x="130" y="140"/>
                </a:cxn>
                <a:cxn ang="0">
                  <a:pos x="137" y="148"/>
                </a:cxn>
                <a:cxn ang="0">
                  <a:pos x="128" y="154"/>
                </a:cxn>
                <a:cxn ang="0">
                  <a:pos x="119" y="167"/>
                </a:cxn>
                <a:cxn ang="0">
                  <a:pos x="118" y="175"/>
                </a:cxn>
                <a:cxn ang="0">
                  <a:pos x="115" y="179"/>
                </a:cxn>
                <a:cxn ang="0">
                  <a:pos x="116" y="188"/>
                </a:cxn>
                <a:cxn ang="0">
                  <a:pos x="121" y="204"/>
                </a:cxn>
                <a:cxn ang="0">
                  <a:pos x="125" y="220"/>
                </a:cxn>
                <a:cxn ang="0">
                  <a:pos x="127" y="237"/>
                </a:cxn>
                <a:cxn ang="0">
                  <a:pos x="114" y="259"/>
                </a:cxn>
                <a:cxn ang="0">
                  <a:pos x="100" y="259"/>
                </a:cxn>
                <a:cxn ang="0">
                  <a:pos x="88" y="260"/>
                </a:cxn>
                <a:cxn ang="0">
                  <a:pos x="79" y="255"/>
                </a:cxn>
                <a:cxn ang="0">
                  <a:pos x="71" y="249"/>
                </a:cxn>
                <a:cxn ang="0">
                  <a:pos x="66" y="254"/>
                </a:cxn>
                <a:cxn ang="0">
                  <a:pos x="61" y="264"/>
                </a:cxn>
                <a:cxn ang="0">
                  <a:pos x="51" y="270"/>
                </a:cxn>
                <a:cxn ang="0">
                  <a:pos x="40" y="269"/>
                </a:cxn>
                <a:cxn ang="0">
                  <a:pos x="26" y="268"/>
                </a:cxn>
                <a:cxn ang="0">
                  <a:pos x="15" y="265"/>
                </a:cxn>
              </a:cxnLst>
              <a:rect l="0" t="0" r="r" b="b"/>
              <a:pathLst>
                <a:path w="140" h="274">
                  <a:moveTo>
                    <a:pt x="21" y="259"/>
                  </a:moveTo>
                  <a:cubicBezTo>
                    <a:pt x="21" y="258"/>
                    <a:pt x="21" y="257"/>
                    <a:pt x="21" y="257"/>
                  </a:cubicBezTo>
                  <a:cubicBezTo>
                    <a:pt x="21" y="256"/>
                    <a:pt x="21" y="255"/>
                    <a:pt x="21" y="254"/>
                  </a:cubicBezTo>
                  <a:cubicBezTo>
                    <a:pt x="21" y="253"/>
                    <a:pt x="21" y="252"/>
                    <a:pt x="22" y="252"/>
                  </a:cubicBezTo>
                  <a:cubicBezTo>
                    <a:pt x="22" y="251"/>
                    <a:pt x="24" y="250"/>
                    <a:pt x="25" y="249"/>
                  </a:cubicBezTo>
                  <a:cubicBezTo>
                    <a:pt x="26" y="248"/>
                    <a:pt x="28" y="247"/>
                    <a:pt x="28" y="247"/>
                  </a:cubicBezTo>
                  <a:cubicBezTo>
                    <a:pt x="29" y="246"/>
                    <a:pt x="29" y="245"/>
                    <a:pt x="29" y="244"/>
                  </a:cubicBezTo>
                  <a:cubicBezTo>
                    <a:pt x="30" y="244"/>
                    <a:pt x="30" y="242"/>
                    <a:pt x="30" y="241"/>
                  </a:cubicBezTo>
                  <a:cubicBezTo>
                    <a:pt x="30" y="240"/>
                    <a:pt x="29" y="237"/>
                    <a:pt x="30" y="236"/>
                  </a:cubicBezTo>
                  <a:cubicBezTo>
                    <a:pt x="30" y="235"/>
                    <a:pt x="30" y="233"/>
                    <a:pt x="30" y="233"/>
                  </a:cubicBezTo>
                  <a:cubicBezTo>
                    <a:pt x="31" y="232"/>
                    <a:pt x="31" y="230"/>
                    <a:pt x="32" y="229"/>
                  </a:cubicBezTo>
                  <a:cubicBezTo>
                    <a:pt x="32" y="229"/>
                    <a:pt x="32" y="228"/>
                    <a:pt x="32" y="228"/>
                  </a:cubicBezTo>
                  <a:cubicBezTo>
                    <a:pt x="32" y="227"/>
                    <a:pt x="33" y="226"/>
                    <a:pt x="32" y="226"/>
                  </a:cubicBezTo>
                  <a:cubicBezTo>
                    <a:pt x="32" y="225"/>
                    <a:pt x="31" y="225"/>
                    <a:pt x="31" y="225"/>
                  </a:cubicBezTo>
                  <a:cubicBezTo>
                    <a:pt x="30" y="224"/>
                    <a:pt x="30" y="223"/>
                    <a:pt x="30" y="222"/>
                  </a:cubicBezTo>
                  <a:cubicBezTo>
                    <a:pt x="30" y="222"/>
                    <a:pt x="30" y="220"/>
                    <a:pt x="30" y="220"/>
                  </a:cubicBezTo>
                  <a:cubicBezTo>
                    <a:pt x="30" y="219"/>
                    <a:pt x="31" y="219"/>
                    <a:pt x="32" y="218"/>
                  </a:cubicBezTo>
                  <a:cubicBezTo>
                    <a:pt x="32" y="218"/>
                    <a:pt x="33" y="217"/>
                    <a:pt x="33" y="217"/>
                  </a:cubicBezTo>
                  <a:cubicBezTo>
                    <a:pt x="33" y="216"/>
                    <a:pt x="34" y="215"/>
                    <a:pt x="34" y="214"/>
                  </a:cubicBezTo>
                  <a:cubicBezTo>
                    <a:pt x="34" y="214"/>
                    <a:pt x="35" y="213"/>
                    <a:pt x="35" y="212"/>
                  </a:cubicBezTo>
                  <a:cubicBezTo>
                    <a:pt x="36" y="211"/>
                    <a:pt x="36" y="209"/>
                    <a:pt x="37" y="209"/>
                  </a:cubicBezTo>
                  <a:cubicBezTo>
                    <a:pt x="37" y="208"/>
                    <a:pt x="38" y="208"/>
                    <a:pt x="38" y="208"/>
                  </a:cubicBezTo>
                  <a:cubicBezTo>
                    <a:pt x="38" y="207"/>
                    <a:pt x="38" y="206"/>
                    <a:pt x="38" y="206"/>
                  </a:cubicBezTo>
                  <a:cubicBezTo>
                    <a:pt x="38" y="205"/>
                    <a:pt x="37" y="205"/>
                    <a:pt x="37" y="204"/>
                  </a:cubicBezTo>
                  <a:cubicBezTo>
                    <a:pt x="36" y="204"/>
                    <a:pt x="36" y="202"/>
                    <a:pt x="36" y="202"/>
                  </a:cubicBezTo>
                  <a:cubicBezTo>
                    <a:pt x="36" y="201"/>
                    <a:pt x="36" y="200"/>
                    <a:pt x="36" y="200"/>
                  </a:cubicBezTo>
                  <a:cubicBezTo>
                    <a:pt x="36" y="199"/>
                    <a:pt x="35" y="198"/>
                    <a:pt x="35" y="197"/>
                  </a:cubicBezTo>
                  <a:cubicBezTo>
                    <a:pt x="34" y="196"/>
                    <a:pt x="32" y="195"/>
                    <a:pt x="31" y="195"/>
                  </a:cubicBezTo>
                  <a:cubicBezTo>
                    <a:pt x="31" y="194"/>
                    <a:pt x="29" y="194"/>
                    <a:pt x="29" y="193"/>
                  </a:cubicBezTo>
                  <a:cubicBezTo>
                    <a:pt x="28" y="193"/>
                    <a:pt x="28" y="191"/>
                    <a:pt x="28" y="190"/>
                  </a:cubicBezTo>
                  <a:cubicBezTo>
                    <a:pt x="28" y="189"/>
                    <a:pt x="29" y="188"/>
                    <a:pt x="29" y="187"/>
                  </a:cubicBezTo>
                  <a:cubicBezTo>
                    <a:pt x="28" y="187"/>
                    <a:pt x="27" y="186"/>
                    <a:pt x="27" y="186"/>
                  </a:cubicBezTo>
                  <a:cubicBezTo>
                    <a:pt x="27" y="186"/>
                    <a:pt x="26" y="185"/>
                    <a:pt x="25" y="185"/>
                  </a:cubicBezTo>
                  <a:cubicBezTo>
                    <a:pt x="25" y="185"/>
                    <a:pt x="25" y="185"/>
                    <a:pt x="25" y="184"/>
                  </a:cubicBezTo>
                  <a:cubicBezTo>
                    <a:pt x="25" y="184"/>
                    <a:pt x="25" y="183"/>
                    <a:pt x="25" y="182"/>
                  </a:cubicBezTo>
                  <a:cubicBezTo>
                    <a:pt x="26" y="181"/>
                    <a:pt x="25" y="179"/>
                    <a:pt x="25" y="178"/>
                  </a:cubicBezTo>
                  <a:cubicBezTo>
                    <a:pt x="25" y="177"/>
                    <a:pt x="26" y="175"/>
                    <a:pt x="25" y="174"/>
                  </a:cubicBezTo>
                  <a:cubicBezTo>
                    <a:pt x="25" y="173"/>
                    <a:pt x="24" y="172"/>
                    <a:pt x="24" y="171"/>
                  </a:cubicBezTo>
                  <a:cubicBezTo>
                    <a:pt x="24" y="170"/>
                    <a:pt x="24" y="169"/>
                    <a:pt x="24" y="168"/>
                  </a:cubicBezTo>
                  <a:cubicBezTo>
                    <a:pt x="24" y="167"/>
                    <a:pt x="24" y="166"/>
                    <a:pt x="24" y="166"/>
                  </a:cubicBezTo>
                  <a:cubicBezTo>
                    <a:pt x="25" y="165"/>
                    <a:pt x="25" y="164"/>
                    <a:pt x="25" y="163"/>
                  </a:cubicBezTo>
                  <a:cubicBezTo>
                    <a:pt x="26" y="163"/>
                    <a:pt x="25" y="161"/>
                    <a:pt x="25" y="160"/>
                  </a:cubicBezTo>
                  <a:cubicBezTo>
                    <a:pt x="25" y="160"/>
                    <a:pt x="25" y="158"/>
                    <a:pt x="25" y="157"/>
                  </a:cubicBezTo>
                  <a:cubicBezTo>
                    <a:pt x="25" y="156"/>
                    <a:pt x="25" y="154"/>
                    <a:pt x="25" y="152"/>
                  </a:cubicBezTo>
                  <a:cubicBezTo>
                    <a:pt x="26" y="152"/>
                    <a:pt x="26" y="151"/>
                    <a:pt x="27" y="150"/>
                  </a:cubicBezTo>
                  <a:cubicBezTo>
                    <a:pt x="27" y="150"/>
                    <a:pt x="28" y="149"/>
                    <a:pt x="29" y="149"/>
                  </a:cubicBezTo>
                  <a:cubicBezTo>
                    <a:pt x="29" y="148"/>
                    <a:pt x="29" y="147"/>
                    <a:pt x="29" y="147"/>
                  </a:cubicBezTo>
                  <a:cubicBezTo>
                    <a:pt x="28" y="146"/>
                    <a:pt x="27" y="146"/>
                    <a:pt x="27" y="145"/>
                  </a:cubicBezTo>
                  <a:cubicBezTo>
                    <a:pt x="27" y="145"/>
                    <a:pt x="27" y="144"/>
                    <a:pt x="27" y="143"/>
                  </a:cubicBezTo>
                  <a:cubicBezTo>
                    <a:pt x="26" y="143"/>
                    <a:pt x="26" y="142"/>
                    <a:pt x="26" y="141"/>
                  </a:cubicBezTo>
                  <a:cubicBezTo>
                    <a:pt x="26" y="140"/>
                    <a:pt x="27" y="139"/>
                    <a:pt x="27" y="138"/>
                  </a:cubicBezTo>
                  <a:cubicBezTo>
                    <a:pt x="28" y="137"/>
                    <a:pt x="29" y="136"/>
                    <a:pt x="30" y="135"/>
                  </a:cubicBezTo>
                  <a:cubicBezTo>
                    <a:pt x="30" y="135"/>
                    <a:pt x="32" y="134"/>
                    <a:pt x="33" y="134"/>
                  </a:cubicBezTo>
                  <a:cubicBezTo>
                    <a:pt x="33" y="134"/>
                    <a:pt x="34" y="133"/>
                    <a:pt x="35" y="133"/>
                  </a:cubicBezTo>
                  <a:cubicBezTo>
                    <a:pt x="35" y="132"/>
                    <a:pt x="36" y="131"/>
                    <a:pt x="36" y="131"/>
                  </a:cubicBezTo>
                  <a:cubicBezTo>
                    <a:pt x="36" y="130"/>
                    <a:pt x="36" y="129"/>
                    <a:pt x="36" y="129"/>
                  </a:cubicBezTo>
                  <a:cubicBezTo>
                    <a:pt x="36" y="128"/>
                    <a:pt x="35" y="126"/>
                    <a:pt x="35" y="126"/>
                  </a:cubicBezTo>
                  <a:cubicBezTo>
                    <a:pt x="35" y="125"/>
                    <a:pt x="34" y="125"/>
                    <a:pt x="34" y="125"/>
                  </a:cubicBezTo>
                  <a:cubicBezTo>
                    <a:pt x="33" y="125"/>
                    <a:pt x="32" y="124"/>
                    <a:pt x="31" y="124"/>
                  </a:cubicBezTo>
                  <a:cubicBezTo>
                    <a:pt x="31" y="123"/>
                    <a:pt x="30" y="122"/>
                    <a:pt x="30" y="121"/>
                  </a:cubicBezTo>
                  <a:cubicBezTo>
                    <a:pt x="30" y="120"/>
                    <a:pt x="30" y="119"/>
                    <a:pt x="30" y="118"/>
                  </a:cubicBezTo>
                  <a:cubicBezTo>
                    <a:pt x="30" y="117"/>
                    <a:pt x="31" y="114"/>
                    <a:pt x="30" y="113"/>
                  </a:cubicBezTo>
                  <a:cubicBezTo>
                    <a:pt x="30" y="113"/>
                    <a:pt x="29" y="112"/>
                    <a:pt x="29" y="112"/>
                  </a:cubicBezTo>
                  <a:cubicBezTo>
                    <a:pt x="28" y="112"/>
                    <a:pt x="27" y="111"/>
                    <a:pt x="27" y="110"/>
                  </a:cubicBezTo>
                  <a:cubicBezTo>
                    <a:pt x="26" y="110"/>
                    <a:pt x="25" y="109"/>
                    <a:pt x="24" y="108"/>
                  </a:cubicBezTo>
                  <a:cubicBezTo>
                    <a:pt x="24" y="107"/>
                    <a:pt x="24" y="106"/>
                    <a:pt x="24" y="105"/>
                  </a:cubicBezTo>
                  <a:cubicBezTo>
                    <a:pt x="24" y="105"/>
                    <a:pt x="23" y="103"/>
                    <a:pt x="24" y="102"/>
                  </a:cubicBezTo>
                  <a:cubicBezTo>
                    <a:pt x="24" y="102"/>
                    <a:pt x="26" y="101"/>
                    <a:pt x="26" y="100"/>
                  </a:cubicBezTo>
                  <a:cubicBezTo>
                    <a:pt x="26" y="100"/>
                    <a:pt x="26" y="99"/>
                    <a:pt x="26" y="98"/>
                  </a:cubicBezTo>
                  <a:cubicBezTo>
                    <a:pt x="26" y="97"/>
                    <a:pt x="27" y="96"/>
                    <a:pt x="26" y="95"/>
                  </a:cubicBezTo>
                  <a:cubicBezTo>
                    <a:pt x="26" y="94"/>
                    <a:pt x="25" y="93"/>
                    <a:pt x="25" y="93"/>
                  </a:cubicBezTo>
                  <a:cubicBezTo>
                    <a:pt x="24" y="93"/>
                    <a:pt x="23" y="94"/>
                    <a:pt x="23" y="94"/>
                  </a:cubicBezTo>
                  <a:cubicBezTo>
                    <a:pt x="23" y="94"/>
                    <a:pt x="22" y="94"/>
                    <a:pt x="21" y="94"/>
                  </a:cubicBezTo>
                  <a:cubicBezTo>
                    <a:pt x="21" y="94"/>
                    <a:pt x="20" y="95"/>
                    <a:pt x="20" y="95"/>
                  </a:cubicBezTo>
                  <a:cubicBezTo>
                    <a:pt x="19" y="96"/>
                    <a:pt x="20" y="97"/>
                    <a:pt x="20" y="98"/>
                  </a:cubicBezTo>
                  <a:cubicBezTo>
                    <a:pt x="19" y="98"/>
                    <a:pt x="19" y="99"/>
                    <a:pt x="18" y="99"/>
                  </a:cubicBezTo>
                  <a:cubicBezTo>
                    <a:pt x="18" y="100"/>
                    <a:pt x="17" y="100"/>
                    <a:pt x="17" y="99"/>
                  </a:cubicBezTo>
                  <a:cubicBezTo>
                    <a:pt x="16" y="99"/>
                    <a:pt x="14" y="99"/>
                    <a:pt x="14" y="98"/>
                  </a:cubicBezTo>
                  <a:cubicBezTo>
                    <a:pt x="14" y="98"/>
                    <a:pt x="13" y="96"/>
                    <a:pt x="13" y="96"/>
                  </a:cubicBezTo>
                  <a:cubicBezTo>
                    <a:pt x="13" y="95"/>
                    <a:pt x="11" y="95"/>
                    <a:pt x="11" y="94"/>
                  </a:cubicBezTo>
                  <a:cubicBezTo>
                    <a:pt x="11" y="94"/>
                    <a:pt x="11" y="93"/>
                    <a:pt x="11" y="92"/>
                  </a:cubicBezTo>
                  <a:cubicBezTo>
                    <a:pt x="11" y="92"/>
                    <a:pt x="12" y="91"/>
                    <a:pt x="12" y="91"/>
                  </a:cubicBezTo>
                  <a:cubicBezTo>
                    <a:pt x="13" y="90"/>
                    <a:pt x="13" y="88"/>
                    <a:pt x="13" y="87"/>
                  </a:cubicBezTo>
                  <a:cubicBezTo>
                    <a:pt x="13" y="86"/>
                    <a:pt x="12" y="85"/>
                    <a:pt x="12" y="84"/>
                  </a:cubicBezTo>
                  <a:cubicBezTo>
                    <a:pt x="11" y="84"/>
                    <a:pt x="10" y="83"/>
                    <a:pt x="9" y="83"/>
                  </a:cubicBezTo>
                  <a:cubicBezTo>
                    <a:pt x="8" y="82"/>
                    <a:pt x="7" y="83"/>
                    <a:pt x="6" y="82"/>
                  </a:cubicBezTo>
                  <a:cubicBezTo>
                    <a:pt x="5" y="82"/>
                    <a:pt x="4" y="82"/>
                    <a:pt x="3" y="82"/>
                  </a:cubicBezTo>
                  <a:cubicBezTo>
                    <a:pt x="2" y="83"/>
                    <a:pt x="0" y="83"/>
                    <a:pt x="0" y="83"/>
                  </a:cubicBezTo>
                  <a:cubicBezTo>
                    <a:pt x="0" y="82"/>
                    <a:pt x="0" y="82"/>
                    <a:pt x="0" y="81"/>
                  </a:cubicBezTo>
                  <a:cubicBezTo>
                    <a:pt x="0" y="81"/>
                    <a:pt x="1" y="79"/>
                    <a:pt x="1" y="79"/>
                  </a:cubicBezTo>
                  <a:cubicBezTo>
                    <a:pt x="2" y="78"/>
                    <a:pt x="3" y="78"/>
                    <a:pt x="4" y="78"/>
                  </a:cubicBezTo>
                  <a:cubicBezTo>
                    <a:pt x="5" y="77"/>
                    <a:pt x="6" y="77"/>
                    <a:pt x="6" y="77"/>
                  </a:cubicBezTo>
                  <a:cubicBezTo>
                    <a:pt x="7" y="76"/>
                    <a:pt x="8" y="76"/>
                    <a:pt x="8" y="75"/>
                  </a:cubicBezTo>
                  <a:cubicBezTo>
                    <a:pt x="9" y="75"/>
                    <a:pt x="10" y="73"/>
                    <a:pt x="11" y="73"/>
                  </a:cubicBezTo>
                  <a:cubicBezTo>
                    <a:pt x="11" y="72"/>
                    <a:pt x="11" y="71"/>
                    <a:pt x="12" y="70"/>
                  </a:cubicBezTo>
                  <a:cubicBezTo>
                    <a:pt x="12" y="69"/>
                    <a:pt x="11" y="68"/>
                    <a:pt x="11" y="67"/>
                  </a:cubicBezTo>
                  <a:cubicBezTo>
                    <a:pt x="11" y="66"/>
                    <a:pt x="12" y="64"/>
                    <a:pt x="12" y="63"/>
                  </a:cubicBezTo>
                  <a:cubicBezTo>
                    <a:pt x="12" y="62"/>
                    <a:pt x="14" y="60"/>
                    <a:pt x="14" y="60"/>
                  </a:cubicBezTo>
                  <a:cubicBezTo>
                    <a:pt x="15" y="59"/>
                    <a:pt x="17" y="57"/>
                    <a:pt x="17" y="57"/>
                  </a:cubicBezTo>
                  <a:cubicBezTo>
                    <a:pt x="18" y="56"/>
                    <a:pt x="19" y="55"/>
                    <a:pt x="19" y="55"/>
                  </a:cubicBezTo>
                  <a:cubicBezTo>
                    <a:pt x="20" y="55"/>
                    <a:pt x="23" y="55"/>
                    <a:pt x="24" y="55"/>
                  </a:cubicBezTo>
                  <a:cubicBezTo>
                    <a:pt x="24" y="55"/>
                    <a:pt x="25" y="53"/>
                    <a:pt x="25" y="52"/>
                  </a:cubicBezTo>
                  <a:cubicBezTo>
                    <a:pt x="26" y="52"/>
                    <a:pt x="27" y="52"/>
                    <a:pt x="28" y="52"/>
                  </a:cubicBezTo>
                  <a:cubicBezTo>
                    <a:pt x="29" y="53"/>
                    <a:pt x="30" y="54"/>
                    <a:pt x="31" y="53"/>
                  </a:cubicBezTo>
                  <a:cubicBezTo>
                    <a:pt x="32" y="53"/>
                    <a:pt x="32" y="52"/>
                    <a:pt x="32" y="51"/>
                  </a:cubicBezTo>
                  <a:cubicBezTo>
                    <a:pt x="33" y="51"/>
                    <a:pt x="34" y="51"/>
                    <a:pt x="35" y="51"/>
                  </a:cubicBezTo>
                  <a:cubicBezTo>
                    <a:pt x="35" y="51"/>
                    <a:pt x="35" y="50"/>
                    <a:pt x="36" y="49"/>
                  </a:cubicBezTo>
                  <a:cubicBezTo>
                    <a:pt x="36" y="49"/>
                    <a:pt x="38" y="48"/>
                    <a:pt x="38" y="48"/>
                  </a:cubicBezTo>
                  <a:cubicBezTo>
                    <a:pt x="39" y="48"/>
                    <a:pt x="40" y="48"/>
                    <a:pt x="40" y="48"/>
                  </a:cubicBezTo>
                  <a:cubicBezTo>
                    <a:pt x="41" y="49"/>
                    <a:pt x="42" y="48"/>
                    <a:pt x="43" y="48"/>
                  </a:cubicBezTo>
                  <a:cubicBezTo>
                    <a:pt x="44" y="48"/>
                    <a:pt x="45" y="47"/>
                    <a:pt x="46" y="47"/>
                  </a:cubicBezTo>
                  <a:cubicBezTo>
                    <a:pt x="46" y="46"/>
                    <a:pt x="46" y="45"/>
                    <a:pt x="46" y="45"/>
                  </a:cubicBezTo>
                  <a:cubicBezTo>
                    <a:pt x="47" y="44"/>
                    <a:pt x="47" y="43"/>
                    <a:pt x="48" y="43"/>
                  </a:cubicBezTo>
                  <a:cubicBezTo>
                    <a:pt x="48" y="42"/>
                    <a:pt x="48" y="40"/>
                    <a:pt x="48" y="40"/>
                  </a:cubicBezTo>
                  <a:cubicBezTo>
                    <a:pt x="47" y="39"/>
                    <a:pt x="46" y="38"/>
                    <a:pt x="46" y="37"/>
                  </a:cubicBezTo>
                  <a:cubicBezTo>
                    <a:pt x="46" y="36"/>
                    <a:pt x="47" y="35"/>
                    <a:pt x="47" y="34"/>
                  </a:cubicBezTo>
                  <a:cubicBezTo>
                    <a:pt x="47" y="33"/>
                    <a:pt x="48" y="31"/>
                    <a:pt x="47" y="30"/>
                  </a:cubicBezTo>
                  <a:cubicBezTo>
                    <a:pt x="47" y="29"/>
                    <a:pt x="46" y="27"/>
                    <a:pt x="45" y="27"/>
                  </a:cubicBezTo>
                  <a:cubicBezTo>
                    <a:pt x="45" y="26"/>
                    <a:pt x="44" y="25"/>
                    <a:pt x="43" y="24"/>
                  </a:cubicBezTo>
                  <a:cubicBezTo>
                    <a:pt x="43" y="23"/>
                    <a:pt x="44" y="20"/>
                    <a:pt x="44" y="19"/>
                  </a:cubicBezTo>
                  <a:cubicBezTo>
                    <a:pt x="45" y="18"/>
                    <a:pt x="46" y="17"/>
                    <a:pt x="47" y="16"/>
                  </a:cubicBezTo>
                  <a:cubicBezTo>
                    <a:pt x="48" y="15"/>
                    <a:pt x="50" y="15"/>
                    <a:pt x="51" y="15"/>
                  </a:cubicBezTo>
                  <a:cubicBezTo>
                    <a:pt x="51" y="14"/>
                    <a:pt x="52" y="14"/>
                    <a:pt x="53" y="14"/>
                  </a:cubicBezTo>
                  <a:cubicBezTo>
                    <a:pt x="54" y="14"/>
                    <a:pt x="55" y="14"/>
                    <a:pt x="56" y="13"/>
                  </a:cubicBezTo>
                  <a:cubicBezTo>
                    <a:pt x="57" y="13"/>
                    <a:pt x="59" y="13"/>
                    <a:pt x="59" y="12"/>
                  </a:cubicBezTo>
                  <a:cubicBezTo>
                    <a:pt x="60" y="12"/>
                    <a:pt x="61" y="10"/>
                    <a:pt x="61" y="9"/>
                  </a:cubicBezTo>
                  <a:cubicBezTo>
                    <a:pt x="62" y="9"/>
                    <a:pt x="62" y="9"/>
                    <a:pt x="62" y="8"/>
                  </a:cubicBezTo>
                  <a:cubicBezTo>
                    <a:pt x="63" y="9"/>
                    <a:pt x="65" y="9"/>
                    <a:pt x="66" y="10"/>
                  </a:cubicBezTo>
                  <a:cubicBezTo>
                    <a:pt x="67" y="10"/>
                    <a:pt x="68" y="9"/>
                    <a:pt x="69" y="9"/>
                  </a:cubicBezTo>
                  <a:cubicBezTo>
                    <a:pt x="70" y="8"/>
                    <a:pt x="72" y="7"/>
                    <a:pt x="73" y="7"/>
                  </a:cubicBezTo>
                  <a:cubicBezTo>
                    <a:pt x="74" y="7"/>
                    <a:pt x="74" y="7"/>
                    <a:pt x="75" y="7"/>
                  </a:cubicBezTo>
                  <a:cubicBezTo>
                    <a:pt x="76" y="7"/>
                    <a:pt x="77" y="5"/>
                    <a:pt x="78" y="5"/>
                  </a:cubicBezTo>
                  <a:cubicBezTo>
                    <a:pt x="78" y="5"/>
                    <a:pt x="78" y="5"/>
                    <a:pt x="78" y="5"/>
                  </a:cubicBezTo>
                  <a:cubicBezTo>
                    <a:pt x="78" y="5"/>
                    <a:pt x="79" y="6"/>
                    <a:pt x="79" y="6"/>
                  </a:cubicBezTo>
                  <a:cubicBezTo>
                    <a:pt x="80" y="6"/>
                    <a:pt x="83" y="7"/>
                    <a:pt x="84" y="7"/>
                  </a:cubicBezTo>
                  <a:cubicBezTo>
                    <a:pt x="86" y="8"/>
                    <a:pt x="90" y="8"/>
                    <a:pt x="92" y="8"/>
                  </a:cubicBezTo>
                  <a:cubicBezTo>
                    <a:pt x="93" y="8"/>
                    <a:pt x="95" y="8"/>
                    <a:pt x="96" y="7"/>
                  </a:cubicBezTo>
                  <a:cubicBezTo>
                    <a:pt x="97" y="7"/>
                    <a:pt x="99" y="6"/>
                    <a:pt x="99" y="6"/>
                  </a:cubicBezTo>
                  <a:cubicBezTo>
                    <a:pt x="100" y="5"/>
                    <a:pt x="100" y="4"/>
                    <a:pt x="100" y="3"/>
                  </a:cubicBezTo>
                  <a:cubicBezTo>
                    <a:pt x="101" y="3"/>
                    <a:pt x="100" y="2"/>
                    <a:pt x="100" y="1"/>
                  </a:cubicBezTo>
                  <a:cubicBezTo>
                    <a:pt x="101" y="1"/>
                    <a:pt x="101" y="0"/>
                    <a:pt x="101" y="0"/>
                  </a:cubicBezTo>
                  <a:cubicBezTo>
                    <a:pt x="102" y="0"/>
                    <a:pt x="103" y="1"/>
                    <a:pt x="104" y="1"/>
                  </a:cubicBezTo>
                  <a:cubicBezTo>
                    <a:pt x="104" y="2"/>
                    <a:pt x="105" y="3"/>
                    <a:pt x="106" y="3"/>
                  </a:cubicBezTo>
                  <a:cubicBezTo>
                    <a:pt x="106" y="3"/>
                    <a:pt x="107" y="4"/>
                    <a:pt x="108" y="4"/>
                  </a:cubicBezTo>
                  <a:cubicBezTo>
                    <a:pt x="108" y="4"/>
                    <a:pt x="109" y="4"/>
                    <a:pt x="109" y="4"/>
                  </a:cubicBezTo>
                  <a:cubicBezTo>
                    <a:pt x="109" y="5"/>
                    <a:pt x="109" y="5"/>
                    <a:pt x="109" y="5"/>
                  </a:cubicBezTo>
                  <a:cubicBezTo>
                    <a:pt x="109" y="6"/>
                    <a:pt x="110" y="6"/>
                    <a:pt x="110" y="6"/>
                  </a:cubicBezTo>
                  <a:cubicBezTo>
                    <a:pt x="111" y="7"/>
                    <a:pt x="110" y="8"/>
                    <a:pt x="110" y="8"/>
                  </a:cubicBezTo>
                  <a:cubicBezTo>
                    <a:pt x="110" y="9"/>
                    <a:pt x="109" y="9"/>
                    <a:pt x="109" y="9"/>
                  </a:cubicBezTo>
                  <a:cubicBezTo>
                    <a:pt x="109" y="10"/>
                    <a:pt x="108" y="10"/>
                    <a:pt x="108" y="11"/>
                  </a:cubicBezTo>
                  <a:cubicBezTo>
                    <a:pt x="108" y="11"/>
                    <a:pt x="109" y="12"/>
                    <a:pt x="109" y="13"/>
                  </a:cubicBezTo>
                  <a:cubicBezTo>
                    <a:pt x="109" y="14"/>
                    <a:pt x="108" y="15"/>
                    <a:pt x="108" y="16"/>
                  </a:cubicBezTo>
                  <a:cubicBezTo>
                    <a:pt x="108" y="17"/>
                    <a:pt x="106" y="18"/>
                    <a:pt x="106" y="19"/>
                  </a:cubicBezTo>
                  <a:cubicBezTo>
                    <a:pt x="106" y="19"/>
                    <a:pt x="107" y="20"/>
                    <a:pt x="107" y="20"/>
                  </a:cubicBezTo>
                  <a:cubicBezTo>
                    <a:pt x="108" y="21"/>
                    <a:pt x="108" y="22"/>
                    <a:pt x="109" y="23"/>
                  </a:cubicBezTo>
                  <a:cubicBezTo>
                    <a:pt x="109" y="24"/>
                    <a:pt x="110" y="26"/>
                    <a:pt x="110" y="26"/>
                  </a:cubicBezTo>
                  <a:cubicBezTo>
                    <a:pt x="110" y="27"/>
                    <a:pt x="112" y="28"/>
                    <a:pt x="112" y="28"/>
                  </a:cubicBezTo>
                  <a:cubicBezTo>
                    <a:pt x="113" y="28"/>
                    <a:pt x="114" y="28"/>
                    <a:pt x="114" y="28"/>
                  </a:cubicBezTo>
                  <a:cubicBezTo>
                    <a:pt x="115" y="27"/>
                    <a:pt x="115" y="26"/>
                    <a:pt x="115" y="26"/>
                  </a:cubicBezTo>
                  <a:cubicBezTo>
                    <a:pt x="115" y="26"/>
                    <a:pt x="116" y="26"/>
                    <a:pt x="116" y="26"/>
                  </a:cubicBezTo>
                  <a:cubicBezTo>
                    <a:pt x="117" y="27"/>
                    <a:pt x="117" y="28"/>
                    <a:pt x="117" y="28"/>
                  </a:cubicBezTo>
                  <a:cubicBezTo>
                    <a:pt x="117" y="29"/>
                    <a:pt x="116" y="29"/>
                    <a:pt x="116" y="30"/>
                  </a:cubicBezTo>
                  <a:cubicBezTo>
                    <a:pt x="116" y="30"/>
                    <a:pt x="116" y="31"/>
                    <a:pt x="116" y="31"/>
                  </a:cubicBezTo>
                  <a:cubicBezTo>
                    <a:pt x="117" y="32"/>
                    <a:pt x="119" y="31"/>
                    <a:pt x="119" y="31"/>
                  </a:cubicBezTo>
                  <a:cubicBezTo>
                    <a:pt x="120" y="32"/>
                    <a:pt x="121" y="32"/>
                    <a:pt x="121" y="32"/>
                  </a:cubicBezTo>
                  <a:cubicBezTo>
                    <a:pt x="122" y="32"/>
                    <a:pt x="123" y="33"/>
                    <a:pt x="123" y="33"/>
                  </a:cubicBezTo>
                  <a:cubicBezTo>
                    <a:pt x="124" y="33"/>
                    <a:pt x="125" y="33"/>
                    <a:pt x="126" y="34"/>
                  </a:cubicBezTo>
                  <a:cubicBezTo>
                    <a:pt x="126" y="34"/>
                    <a:pt x="127" y="35"/>
                    <a:pt x="127" y="35"/>
                  </a:cubicBezTo>
                  <a:cubicBezTo>
                    <a:pt x="127" y="35"/>
                    <a:pt x="129" y="36"/>
                    <a:pt x="129" y="36"/>
                  </a:cubicBezTo>
                  <a:cubicBezTo>
                    <a:pt x="130" y="36"/>
                    <a:pt x="130" y="36"/>
                    <a:pt x="131" y="37"/>
                  </a:cubicBezTo>
                  <a:cubicBezTo>
                    <a:pt x="131" y="37"/>
                    <a:pt x="131" y="39"/>
                    <a:pt x="132" y="39"/>
                  </a:cubicBezTo>
                  <a:cubicBezTo>
                    <a:pt x="132" y="40"/>
                    <a:pt x="133" y="40"/>
                    <a:pt x="133" y="40"/>
                  </a:cubicBezTo>
                  <a:cubicBezTo>
                    <a:pt x="134" y="40"/>
                    <a:pt x="134" y="42"/>
                    <a:pt x="134" y="42"/>
                  </a:cubicBezTo>
                  <a:cubicBezTo>
                    <a:pt x="134" y="43"/>
                    <a:pt x="134" y="44"/>
                    <a:pt x="134" y="44"/>
                  </a:cubicBezTo>
                  <a:cubicBezTo>
                    <a:pt x="134" y="45"/>
                    <a:pt x="133" y="44"/>
                    <a:pt x="132" y="44"/>
                  </a:cubicBezTo>
                  <a:cubicBezTo>
                    <a:pt x="132" y="43"/>
                    <a:pt x="130" y="43"/>
                    <a:pt x="130" y="43"/>
                  </a:cubicBezTo>
                  <a:cubicBezTo>
                    <a:pt x="129" y="43"/>
                    <a:pt x="128" y="44"/>
                    <a:pt x="127" y="45"/>
                  </a:cubicBezTo>
                  <a:cubicBezTo>
                    <a:pt x="127" y="45"/>
                    <a:pt x="126" y="46"/>
                    <a:pt x="126" y="47"/>
                  </a:cubicBezTo>
                  <a:cubicBezTo>
                    <a:pt x="126" y="47"/>
                    <a:pt x="127" y="48"/>
                    <a:pt x="127" y="49"/>
                  </a:cubicBezTo>
                  <a:cubicBezTo>
                    <a:pt x="126" y="49"/>
                    <a:pt x="126" y="51"/>
                    <a:pt x="125" y="52"/>
                  </a:cubicBezTo>
                  <a:cubicBezTo>
                    <a:pt x="125" y="52"/>
                    <a:pt x="124" y="54"/>
                    <a:pt x="123" y="54"/>
                  </a:cubicBezTo>
                  <a:cubicBezTo>
                    <a:pt x="123" y="55"/>
                    <a:pt x="124" y="57"/>
                    <a:pt x="123" y="58"/>
                  </a:cubicBezTo>
                  <a:cubicBezTo>
                    <a:pt x="123" y="59"/>
                    <a:pt x="122" y="60"/>
                    <a:pt x="122" y="60"/>
                  </a:cubicBezTo>
                  <a:cubicBezTo>
                    <a:pt x="121" y="60"/>
                    <a:pt x="120" y="61"/>
                    <a:pt x="119" y="62"/>
                  </a:cubicBezTo>
                  <a:cubicBezTo>
                    <a:pt x="119" y="62"/>
                    <a:pt x="119" y="64"/>
                    <a:pt x="119" y="65"/>
                  </a:cubicBezTo>
                  <a:cubicBezTo>
                    <a:pt x="119" y="65"/>
                    <a:pt x="118" y="66"/>
                    <a:pt x="118" y="67"/>
                  </a:cubicBezTo>
                  <a:cubicBezTo>
                    <a:pt x="118" y="68"/>
                    <a:pt x="117" y="70"/>
                    <a:pt x="117" y="70"/>
                  </a:cubicBezTo>
                  <a:cubicBezTo>
                    <a:pt x="116" y="71"/>
                    <a:pt x="116" y="72"/>
                    <a:pt x="116" y="73"/>
                  </a:cubicBezTo>
                  <a:cubicBezTo>
                    <a:pt x="116" y="73"/>
                    <a:pt x="115" y="74"/>
                    <a:pt x="114" y="74"/>
                  </a:cubicBezTo>
                  <a:cubicBezTo>
                    <a:pt x="114" y="74"/>
                    <a:pt x="113" y="75"/>
                    <a:pt x="112" y="76"/>
                  </a:cubicBezTo>
                  <a:cubicBezTo>
                    <a:pt x="112" y="77"/>
                    <a:pt x="112" y="79"/>
                    <a:pt x="112" y="80"/>
                  </a:cubicBezTo>
                  <a:cubicBezTo>
                    <a:pt x="112" y="80"/>
                    <a:pt x="113" y="82"/>
                    <a:pt x="113" y="82"/>
                  </a:cubicBezTo>
                  <a:cubicBezTo>
                    <a:pt x="114" y="83"/>
                    <a:pt x="114" y="84"/>
                    <a:pt x="114" y="84"/>
                  </a:cubicBezTo>
                  <a:cubicBezTo>
                    <a:pt x="114" y="85"/>
                    <a:pt x="113" y="86"/>
                    <a:pt x="113" y="87"/>
                  </a:cubicBezTo>
                  <a:cubicBezTo>
                    <a:pt x="113" y="87"/>
                    <a:pt x="114" y="88"/>
                    <a:pt x="114" y="89"/>
                  </a:cubicBezTo>
                  <a:cubicBezTo>
                    <a:pt x="115" y="89"/>
                    <a:pt x="116" y="88"/>
                    <a:pt x="117" y="88"/>
                  </a:cubicBezTo>
                  <a:cubicBezTo>
                    <a:pt x="117" y="87"/>
                    <a:pt x="117" y="86"/>
                    <a:pt x="117" y="86"/>
                  </a:cubicBezTo>
                  <a:cubicBezTo>
                    <a:pt x="118" y="85"/>
                    <a:pt x="118" y="84"/>
                    <a:pt x="118" y="84"/>
                  </a:cubicBezTo>
                  <a:cubicBezTo>
                    <a:pt x="118" y="83"/>
                    <a:pt x="118" y="82"/>
                    <a:pt x="118" y="82"/>
                  </a:cubicBezTo>
                  <a:cubicBezTo>
                    <a:pt x="118" y="81"/>
                    <a:pt x="119" y="81"/>
                    <a:pt x="119" y="80"/>
                  </a:cubicBezTo>
                  <a:cubicBezTo>
                    <a:pt x="120" y="80"/>
                    <a:pt x="121" y="79"/>
                    <a:pt x="122" y="78"/>
                  </a:cubicBezTo>
                  <a:cubicBezTo>
                    <a:pt x="122" y="78"/>
                    <a:pt x="124" y="77"/>
                    <a:pt x="124" y="77"/>
                  </a:cubicBezTo>
                  <a:cubicBezTo>
                    <a:pt x="125" y="76"/>
                    <a:pt x="126" y="76"/>
                    <a:pt x="126" y="75"/>
                  </a:cubicBezTo>
                  <a:cubicBezTo>
                    <a:pt x="127" y="75"/>
                    <a:pt x="128" y="74"/>
                    <a:pt x="129" y="75"/>
                  </a:cubicBezTo>
                  <a:cubicBezTo>
                    <a:pt x="130" y="75"/>
                    <a:pt x="130" y="76"/>
                    <a:pt x="130" y="77"/>
                  </a:cubicBezTo>
                  <a:cubicBezTo>
                    <a:pt x="131" y="78"/>
                    <a:pt x="131" y="79"/>
                    <a:pt x="131" y="80"/>
                  </a:cubicBezTo>
                  <a:cubicBezTo>
                    <a:pt x="130" y="81"/>
                    <a:pt x="130" y="82"/>
                    <a:pt x="130" y="83"/>
                  </a:cubicBezTo>
                  <a:cubicBezTo>
                    <a:pt x="130" y="83"/>
                    <a:pt x="130" y="85"/>
                    <a:pt x="130" y="85"/>
                  </a:cubicBezTo>
                  <a:cubicBezTo>
                    <a:pt x="130" y="86"/>
                    <a:pt x="131" y="87"/>
                    <a:pt x="131" y="87"/>
                  </a:cubicBezTo>
                  <a:cubicBezTo>
                    <a:pt x="130" y="88"/>
                    <a:pt x="129" y="88"/>
                    <a:pt x="128" y="88"/>
                  </a:cubicBezTo>
                  <a:cubicBezTo>
                    <a:pt x="128" y="88"/>
                    <a:pt x="128" y="87"/>
                    <a:pt x="128" y="87"/>
                  </a:cubicBezTo>
                  <a:cubicBezTo>
                    <a:pt x="127" y="87"/>
                    <a:pt x="127" y="87"/>
                    <a:pt x="127" y="87"/>
                  </a:cubicBezTo>
                  <a:cubicBezTo>
                    <a:pt x="126" y="88"/>
                    <a:pt x="126" y="89"/>
                    <a:pt x="126" y="90"/>
                  </a:cubicBezTo>
                  <a:cubicBezTo>
                    <a:pt x="126" y="90"/>
                    <a:pt x="126" y="92"/>
                    <a:pt x="126" y="93"/>
                  </a:cubicBezTo>
                  <a:cubicBezTo>
                    <a:pt x="125" y="93"/>
                    <a:pt x="125" y="95"/>
                    <a:pt x="125" y="95"/>
                  </a:cubicBezTo>
                  <a:cubicBezTo>
                    <a:pt x="124" y="96"/>
                    <a:pt x="122" y="95"/>
                    <a:pt x="121" y="95"/>
                  </a:cubicBezTo>
                  <a:cubicBezTo>
                    <a:pt x="119" y="96"/>
                    <a:pt x="116" y="97"/>
                    <a:pt x="115" y="97"/>
                  </a:cubicBezTo>
                  <a:cubicBezTo>
                    <a:pt x="114" y="98"/>
                    <a:pt x="111" y="100"/>
                    <a:pt x="110" y="100"/>
                  </a:cubicBezTo>
                  <a:cubicBezTo>
                    <a:pt x="109" y="100"/>
                    <a:pt x="108" y="100"/>
                    <a:pt x="107" y="100"/>
                  </a:cubicBezTo>
                  <a:cubicBezTo>
                    <a:pt x="106" y="100"/>
                    <a:pt x="105" y="102"/>
                    <a:pt x="105" y="102"/>
                  </a:cubicBezTo>
                  <a:cubicBezTo>
                    <a:pt x="104" y="102"/>
                    <a:pt x="102" y="102"/>
                    <a:pt x="101" y="102"/>
                  </a:cubicBezTo>
                  <a:cubicBezTo>
                    <a:pt x="101" y="102"/>
                    <a:pt x="100" y="104"/>
                    <a:pt x="100" y="104"/>
                  </a:cubicBezTo>
                  <a:cubicBezTo>
                    <a:pt x="100" y="105"/>
                    <a:pt x="99" y="106"/>
                    <a:pt x="99" y="107"/>
                  </a:cubicBezTo>
                  <a:cubicBezTo>
                    <a:pt x="99" y="108"/>
                    <a:pt x="98" y="109"/>
                    <a:pt x="98" y="110"/>
                  </a:cubicBezTo>
                  <a:cubicBezTo>
                    <a:pt x="98" y="111"/>
                    <a:pt x="100" y="112"/>
                    <a:pt x="100" y="113"/>
                  </a:cubicBezTo>
                  <a:cubicBezTo>
                    <a:pt x="100" y="113"/>
                    <a:pt x="101" y="115"/>
                    <a:pt x="101" y="115"/>
                  </a:cubicBezTo>
                  <a:cubicBezTo>
                    <a:pt x="102" y="115"/>
                    <a:pt x="103" y="115"/>
                    <a:pt x="104" y="115"/>
                  </a:cubicBezTo>
                  <a:cubicBezTo>
                    <a:pt x="105" y="116"/>
                    <a:pt x="106" y="116"/>
                    <a:pt x="106" y="117"/>
                  </a:cubicBezTo>
                  <a:cubicBezTo>
                    <a:pt x="107" y="117"/>
                    <a:pt x="108" y="119"/>
                    <a:pt x="108" y="119"/>
                  </a:cubicBezTo>
                  <a:cubicBezTo>
                    <a:pt x="109" y="120"/>
                    <a:pt x="109" y="121"/>
                    <a:pt x="110" y="122"/>
                  </a:cubicBezTo>
                  <a:cubicBezTo>
                    <a:pt x="110" y="122"/>
                    <a:pt x="112" y="122"/>
                    <a:pt x="113" y="122"/>
                  </a:cubicBezTo>
                  <a:cubicBezTo>
                    <a:pt x="113" y="122"/>
                    <a:pt x="115" y="123"/>
                    <a:pt x="115" y="123"/>
                  </a:cubicBezTo>
                  <a:cubicBezTo>
                    <a:pt x="116" y="124"/>
                    <a:pt x="118" y="127"/>
                    <a:pt x="119" y="128"/>
                  </a:cubicBezTo>
                  <a:cubicBezTo>
                    <a:pt x="120" y="128"/>
                    <a:pt x="122" y="129"/>
                    <a:pt x="123" y="130"/>
                  </a:cubicBezTo>
                  <a:cubicBezTo>
                    <a:pt x="124" y="130"/>
                    <a:pt x="126" y="131"/>
                    <a:pt x="127" y="131"/>
                  </a:cubicBezTo>
                  <a:cubicBezTo>
                    <a:pt x="127" y="131"/>
                    <a:pt x="129" y="131"/>
                    <a:pt x="130" y="130"/>
                  </a:cubicBezTo>
                  <a:cubicBezTo>
                    <a:pt x="131" y="130"/>
                    <a:pt x="132" y="129"/>
                    <a:pt x="133" y="129"/>
                  </a:cubicBezTo>
                  <a:cubicBezTo>
                    <a:pt x="134" y="128"/>
                    <a:pt x="134" y="128"/>
                    <a:pt x="135" y="128"/>
                  </a:cubicBezTo>
                  <a:cubicBezTo>
                    <a:pt x="136" y="127"/>
                    <a:pt x="138" y="127"/>
                    <a:pt x="139" y="128"/>
                  </a:cubicBezTo>
                  <a:cubicBezTo>
                    <a:pt x="140" y="128"/>
                    <a:pt x="140" y="129"/>
                    <a:pt x="140" y="130"/>
                  </a:cubicBezTo>
                  <a:cubicBezTo>
                    <a:pt x="140" y="131"/>
                    <a:pt x="140" y="132"/>
                    <a:pt x="140" y="132"/>
                  </a:cubicBezTo>
                  <a:cubicBezTo>
                    <a:pt x="139" y="133"/>
                    <a:pt x="138" y="134"/>
                    <a:pt x="137" y="134"/>
                  </a:cubicBezTo>
                  <a:cubicBezTo>
                    <a:pt x="137" y="135"/>
                    <a:pt x="135" y="135"/>
                    <a:pt x="134" y="135"/>
                  </a:cubicBezTo>
                  <a:cubicBezTo>
                    <a:pt x="134" y="136"/>
                    <a:pt x="132" y="137"/>
                    <a:pt x="132" y="138"/>
                  </a:cubicBezTo>
                  <a:cubicBezTo>
                    <a:pt x="131" y="138"/>
                    <a:pt x="131" y="139"/>
                    <a:pt x="130" y="140"/>
                  </a:cubicBezTo>
                  <a:cubicBezTo>
                    <a:pt x="130" y="141"/>
                    <a:pt x="130" y="142"/>
                    <a:pt x="130" y="143"/>
                  </a:cubicBezTo>
                  <a:cubicBezTo>
                    <a:pt x="130" y="144"/>
                    <a:pt x="130" y="145"/>
                    <a:pt x="131" y="145"/>
                  </a:cubicBezTo>
                  <a:cubicBezTo>
                    <a:pt x="131" y="146"/>
                    <a:pt x="133" y="145"/>
                    <a:pt x="133" y="145"/>
                  </a:cubicBezTo>
                  <a:cubicBezTo>
                    <a:pt x="134" y="145"/>
                    <a:pt x="135" y="145"/>
                    <a:pt x="135" y="145"/>
                  </a:cubicBezTo>
                  <a:cubicBezTo>
                    <a:pt x="136" y="145"/>
                    <a:pt x="138" y="145"/>
                    <a:pt x="138" y="145"/>
                  </a:cubicBezTo>
                  <a:cubicBezTo>
                    <a:pt x="139" y="145"/>
                    <a:pt x="139" y="146"/>
                    <a:pt x="139" y="147"/>
                  </a:cubicBezTo>
                  <a:cubicBezTo>
                    <a:pt x="139" y="147"/>
                    <a:pt x="138" y="148"/>
                    <a:pt x="137" y="148"/>
                  </a:cubicBezTo>
                  <a:cubicBezTo>
                    <a:pt x="137" y="148"/>
                    <a:pt x="136" y="149"/>
                    <a:pt x="136" y="149"/>
                  </a:cubicBezTo>
                  <a:cubicBezTo>
                    <a:pt x="135" y="149"/>
                    <a:pt x="134" y="149"/>
                    <a:pt x="134" y="149"/>
                  </a:cubicBezTo>
                  <a:cubicBezTo>
                    <a:pt x="133" y="149"/>
                    <a:pt x="132" y="149"/>
                    <a:pt x="132" y="149"/>
                  </a:cubicBezTo>
                  <a:cubicBezTo>
                    <a:pt x="131" y="149"/>
                    <a:pt x="130" y="149"/>
                    <a:pt x="130" y="149"/>
                  </a:cubicBezTo>
                  <a:cubicBezTo>
                    <a:pt x="129" y="149"/>
                    <a:pt x="129" y="150"/>
                    <a:pt x="129" y="150"/>
                  </a:cubicBezTo>
                  <a:cubicBezTo>
                    <a:pt x="128" y="151"/>
                    <a:pt x="129" y="152"/>
                    <a:pt x="129" y="152"/>
                  </a:cubicBezTo>
                  <a:cubicBezTo>
                    <a:pt x="129" y="153"/>
                    <a:pt x="128" y="153"/>
                    <a:pt x="128" y="154"/>
                  </a:cubicBezTo>
                  <a:cubicBezTo>
                    <a:pt x="127" y="154"/>
                    <a:pt x="126" y="154"/>
                    <a:pt x="125" y="154"/>
                  </a:cubicBezTo>
                  <a:cubicBezTo>
                    <a:pt x="125" y="154"/>
                    <a:pt x="123" y="154"/>
                    <a:pt x="123" y="155"/>
                  </a:cubicBezTo>
                  <a:cubicBezTo>
                    <a:pt x="122" y="155"/>
                    <a:pt x="122" y="157"/>
                    <a:pt x="122" y="158"/>
                  </a:cubicBezTo>
                  <a:cubicBezTo>
                    <a:pt x="122" y="158"/>
                    <a:pt x="122" y="160"/>
                    <a:pt x="122" y="160"/>
                  </a:cubicBezTo>
                  <a:cubicBezTo>
                    <a:pt x="122" y="161"/>
                    <a:pt x="122" y="162"/>
                    <a:pt x="122" y="163"/>
                  </a:cubicBezTo>
                  <a:cubicBezTo>
                    <a:pt x="122" y="163"/>
                    <a:pt x="121" y="164"/>
                    <a:pt x="120" y="165"/>
                  </a:cubicBezTo>
                  <a:cubicBezTo>
                    <a:pt x="120" y="165"/>
                    <a:pt x="119" y="166"/>
                    <a:pt x="119" y="167"/>
                  </a:cubicBezTo>
                  <a:cubicBezTo>
                    <a:pt x="118" y="167"/>
                    <a:pt x="118" y="168"/>
                    <a:pt x="118" y="168"/>
                  </a:cubicBezTo>
                  <a:cubicBezTo>
                    <a:pt x="118" y="169"/>
                    <a:pt x="118" y="170"/>
                    <a:pt x="118" y="171"/>
                  </a:cubicBezTo>
                  <a:cubicBezTo>
                    <a:pt x="118" y="171"/>
                    <a:pt x="117" y="171"/>
                    <a:pt x="116" y="171"/>
                  </a:cubicBezTo>
                  <a:cubicBezTo>
                    <a:pt x="116" y="172"/>
                    <a:pt x="115" y="172"/>
                    <a:pt x="115" y="172"/>
                  </a:cubicBezTo>
                  <a:cubicBezTo>
                    <a:pt x="115" y="172"/>
                    <a:pt x="115" y="173"/>
                    <a:pt x="115" y="173"/>
                  </a:cubicBezTo>
                  <a:cubicBezTo>
                    <a:pt x="115" y="174"/>
                    <a:pt x="116" y="175"/>
                    <a:pt x="116" y="175"/>
                  </a:cubicBezTo>
                  <a:cubicBezTo>
                    <a:pt x="117" y="175"/>
                    <a:pt x="118" y="175"/>
                    <a:pt x="118" y="175"/>
                  </a:cubicBezTo>
                  <a:cubicBezTo>
                    <a:pt x="119" y="175"/>
                    <a:pt x="119" y="174"/>
                    <a:pt x="119" y="174"/>
                  </a:cubicBezTo>
                  <a:cubicBezTo>
                    <a:pt x="120" y="174"/>
                    <a:pt x="122" y="174"/>
                    <a:pt x="122" y="175"/>
                  </a:cubicBezTo>
                  <a:cubicBezTo>
                    <a:pt x="122" y="175"/>
                    <a:pt x="122" y="176"/>
                    <a:pt x="122" y="176"/>
                  </a:cubicBezTo>
                  <a:cubicBezTo>
                    <a:pt x="121" y="177"/>
                    <a:pt x="121" y="178"/>
                    <a:pt x="120" y="178"/>
                  </a:cubicBezTo>
                  <a:cubicBezTo>
                    <a:pt x="120" y="178"/>
                    <a:pt x="119" y="178"/>
                    <a:pt x="118" y="179"/>
                  </a:cubicBezTo>
                  <a:cubicBezTo>
                    <a:pt x="118" y="179"/>
                    <a:pt x="117" y="179"/>
                    <a:pt x="116" y="179"/>
                  </a:cubicBezTo>
                  <a:cubicBezTo>
                    <a:pt x="116" y="180"/>
                    <a:pt x="115" y="179"/>
                    <a:pt x="115" y="179"/>
                  </a:cubicBezTo>
                  <a:cubicBezTo>
                    <a:pt x="114" y="180"/>
                    <a:pt x="114" y="181"/>
                    <a:pt x="114" y="181"/>
                  </a:cubicBezTo>
                  <a:cubicBezTo>
                    <a:pt x="114" y="182"/>
                    <a:pt x="114" y="183"/>
                    <a:pt x="114" y="183"/>
                  </a:cubicBezTo>
                  <a:cubicBezTo>
                    <a:pt x="115" y="183"/>
                    <a:pt x="117" y="184"/>
                    <a:pt x="117" y="184"/>
                  </a:cubicBezTo>
                  <a:cubicBezTo>
                    <a:pt x="117" y="184"/>
                    <a:pt x="118" y="185"/>
                    <a:pt x="118" y="186"/>
                  </a:cubicBezTo>
                  <a:cubicBezTo>
                    <a:pt x="119" y="186"/>
                    <a:pt x="119" y="188"/>
                    <a:pt x="119" y="188"/>
                  </a:cubicBezTo>
                  <a:cubicBezTo>
                    <a:pt x="119" y="189"/>
                    <a:pt x="118" y="189"/>
                    <a:pt x="118" y="189"/>
                  </a:cubicBezTo>
                  <a:cubicBezTo>
                    <a:pt x="117" y="189"/>
                    <a:pt x="117" y="188"/>
                    <a:pt x="116" y="188"/>
                  </a:cubicBezTo>
                  <a:cubicBezTo>
                    <a:pt x="116" y="188"/>
                    <a:pt x="115" y="189"/>
                    <a:pt x="115" y="189"/>
                  </a:cubicBezTo>
                  <a:cubicBezTo>
                    <a:pt x="115" y="189"/>
                    <a:pt x="115" y="191"/>
                    <a:pt x="115" y="191"/>
                  </a:cubicBezTo>
                  <a:cubicBezTo>
                    <a:pt x="115" y="192"/>
                    <a:pt x="116" y="192"/>
                    <a:pt x="116" y="193"/>
                  </a:cubicBezTo>
                  <a:cubicBezTo>
                    <a:pt x="116" y="193"/>
                    <a:pt x="116" y="194"/>
                    <a:pt x="116" y="195"/>
                  </a:cubicBezTo>
                  <a:cubicBezTo>
                    <a:pt x="116" y="196"/>
                    <a:pt x="117" y="197"/>
                    <a:pt x="118" y="198"/>
                  </a:cubicBezTo>
                  <a:cubicBezTo>
                    <a:pt x="118" y="199"/>
                    <a:pt x="119" y="200"/>
                    <a:pt x="119" y="201"/>
                  </a:cubicBezTo>
                  <a:cubicBezTo>
                    <a:pt x="120" y="202"/>
                    <a:pt x="120" y="203"/>
                    <a:pt x="121" y="204"/>
                  </a:cubicBezTo>
                  <a:cubicBezTo>
                    <a:pt x="121" y="205"/>
                    <a:pt x="120" y="206"/>
                    <a:pt x="120" y="206"/>
                  </a:cubicBezTo>
                  <a:cubicBezTo>
                    <a:pt x="120" y="207"/>
                    <a:pt x="119" y="208"/>
                    <a:pt x="119" y="208"/>
                  </a:cubicBezTo>
                  <a:cubicBezTo>
                    <a:pt x="119" y="209"/>
                    <a:pt x="119" y="210"/>
                    <a:pt x="119" y="211"/>
                  </a:cubicBezTo>
                  <a:cubicBezTo>
                    <a:pt x="119" y="212"/>
                    <a:pt x="120" y="213"/>
                    <a:pt x="121" y="213"/>
                  </a:cubicBezTo>
                  <a:cubicBezTo>
                    <a:pt x="121" y="214"/>
                    <a:pt x="122" y="216"/>
                    <a:pt x="122" y="216"/>
                  </a:cubicBezTo>
                  <a:cubicBezTo>
                    <a:pt x="122" y="217"/>
                    <a:pt x="123" y="219"/>
                    <a:pt x="123" y="219"/>
                  </a:cubicBezTo>
                  <a:cubicBezTo>
                    <a:pt x="124" y="220"/>
                    <a:pt x="124" y="220"/>
                    <a:pt x="125" y="220"/>
                  </a:cubicBezTo>
                  <a:cubicBezTo>
                    <a:pt x="124" y="221"/>
                    <a:pt x="124" y="221"/>
                    <a:pt x="123" y="221"/>
                  </a:cubicBezTo>
                  <a:cubicBezTo>
                    <a:pt x="123" y="221"/>
                    <a:pt x="122" y="221"/>
                    <a:pt x="121" y="222"/>
                  </a:cubicBezTo>
                  <a:cubicBezTo>
                    <a:pt x="121" y="222"/>
                    <a:pt x="120" y="223"/>
                    <a:pt x="120" y="223"/>
                  </a:cubicBezTo>
                  <a:cubicBezTo>
                    <a:pt x="120" y="224"/>
                    <a:pt x="121" y="225"/>
                    <a:pt x="121" y="226"/>
                  </a:cubicBezTo>
                  <a:cubicBezTo>
                    <a:pt x="121" y="226"/>
                    <a:pt x="122" y="228"/>
                    <a:pt x="123" y="228"/>
                  </a:cubicBezTo>
                  <a:cubicBezTo>
                    <a:pt x="124" y="230"/>
                    <a:pt x="126" y="232"/>
                    <a:pt x="127" y="233"/>
                  </a:cubicBezTo>
                  <a:cubicBezTo>
                    <a:pt x="127" y="234"/>
                    <a:pt x="127" y="236"/>
                    <a:pt x="127" y="237"/>
                  </a:cubicBezTo>
                  <a:cubicBezTo>
                    <a:pt x="128" y="238"/>
                    <a:pt x="128" y="239"/>
                    <a:pt x="128" y="240"/>
                  </a:cubicBezTo>
                  <a:cubicBezTo>
                    <a:pt x="128" y="241"/>
                    <a:pt x="127" y="243"/>
                    <a:pt x="127" y="243"/>
                  </a:cubicBezTo>
                  <a:cubicBezTo>
                    <a:pt x="127" y="245"/>
                    <a:pt x="125" y="247"/>
                    <a:pt x="125" y="248"/>
                  </a:cubicBezTo>
                  <a:cubicBezTo>
                    <a:pt x="124" y="249"/>
                    <a:pt x="124" y="250"/>
                    <a:pt x="123" y="251"/>
                  </a:cubicBezTo>
                  <a:cubicBezTo>
                    <a:pt x="122" y="252"/>
                    <a:pt x="120" y="253"/>
                    <a:pt x="120" y="254"/>
                  </a:cubicBezTo>
                  <a:cubicBezTo>
                    <a:pt x="119" y="254"/>
                    <a:pt x="117" y="255"/>
                    <a:pt x="117" y="256"/>
                  </a:cubicBezTo>
                  <a:cubicBezTo>
                    <a:pt x="116" y="257"/>
                    <a:pt x="115" y="259"/>
                    <a:pt x="114" y="259"/>
                  </a:cubicBezTo>
                  <a:cubicBezTo>
                    <a:pt x="113" y="260"/>
                    <a:pt x="112" y="261"/>
                    <a:pt x="111" y="261"/>
                  </a:cubicBezTo>
                  <a:cubicBezTo>
                    <a:pt x="111" y="261"/>
                    <a:pt x="110" y="261"/>
                    <a:pt x="110" y="261"/>
                  </a:cubicBezTo>
                  <a:cubicBezTo>
                    <a:pt x="110" y="261"/>
                    <a:pt x="109" y="261"/>
                    <a:pt x="109" y="261"/>
                  </a:cubicBezTo>
                  <a:cubicBezTo>
                    <a:pt x="109" y="261"/>
                    <a:pt x="108" y="260"/>
                    <a:pt x="108" y="259"/>
                  </a:cubicBezTo>
                  <a:cubicBezTo>
                    <a:pt x="107" y="259"/>
                    <a:pt x="104" y="260"/>
                    <a:pt x="103" y="259"/>
                  </a:cubicBezTo>
                  <a:cubicBezTo>
                    <a:pt x="103" y="259"/>
                    <a:pt x="102" y="258"/>
                    <a:pt x="102" y="258"/>
                  </a:cubicBezTo>
                  <a:cubicBezTo>
                    <a:pt x="101" y="258"/>
                    <a:pt x="101" y="259"/>
                    <a:pt x="100" y="259"/>
                  </a:cubicBezTo>
                  <a:cubicBezTo>
                    <a:pt x="99" y="259"/>
                    <a:pt x="98" y="259"/>
                    <a:pt x="97" y="258"/>
                  </a:cubicBezTo>
                  <a:cubicBezTo>
                    <a:pt x="96" y="258"/>
                    <a:pt x="95" y="257"/>
                    <a:pt x="95" y="257"/>
                  </a:cubicBezTo>
                  <a:cubicBezTo>
                    <a:pt x="94" y="257"/>
                    <a:pt x="94" y="255"/>
                    <a:pt x="93" y="255"/>
                  </a:cubicBezTo>
                  <a:cubicBezTo>
                    <a:pt x="93" y="254"/>
                    <a:pt x="93" y="254"/>
                    <a:pt x="92" y="254"/>
                  </a:cubicBezTo>
                  <a:cubicBezTo>
                    <a:pt x="91" y="254"/>
                    <a:pt x="91" y="256"/>
                    <a:pt x="91" y="257"/>
                  </a:cubicBezTo>
                  <a:cubicBezTo>
                    <a:pt x="91" y="257"/>
                    <a:pt x="90" y="258"/>
                    <a:pt x="89" y="259"/>
                  </a:cubicBezTo>
                  <a:cubicBezTo>
                    <a:pt x="89" y="259"/>
                    <a:pt x="89" y="260"/>
                    <a:pt x="88" y="260"/>
                  </a:cubicBezTo>
                  <a:cubicBezTo>
                    <a:pt x="88" y="261"/>
                    <a:pt x="88" y="261"/>
                    <a:pt x="88" y="261"/>
                  </a:cubicBezTo>
                  <a:cubicBezTo>
                    <a:pt x="87" y="262"/>
                    <a:pt x="86" y="262"/>
                    <a:pt x="85" y="262"/>
                  </a:cubicBezTo>
                  <a:cubicBezTo>
                    <a:pt x="85" y="262"/>
                    <a:pt x="85" y="262"/>
                    <a:pt x="85" y="262"/>
                  </a:cubicBezTo>
                  <a:cubicBezTo>
                    <a:pt x="84" y="262"/>
                    <a:pt x="83" y="262"/>
                    <a:pt x="83" y="262"/>
                  </a:cubicBezTo>
                  <a:cubicBezTo>
                    <a:pt x="82" y="262"/>
                    <a:pt x="82" y="260"/>
                    <a:pt x="81" y="260"/>
                  </a:cubicBezTo>
                  <a:cubicBezTo>
                    <a:pt x="81" y="259"/>
                    <a:pt x="81" y="258"/>
                    <a:pt x="81" y="258"/>
                  </a:cubicBezTo>
                  <a:cubicBezTo>
                    <a:pt x="81" y="257"/>
                    <a:pt x="80" y="256"/>
                    <a:pt x="79" y="255"/>
                  </a:cubicBezTo>
                  <a:cubicBezTo>
                    <a:pt x="79" y="255"/>
                    <a:pt x="78" y="254"/>
                    <a:pt x="77" y="254"/>
                  </a:cubicBezTo>
                  <a:cubicBezTo>
                    <a:pt x="76" y="254"/>
                    <a:pt x="76" y="256"/>
                    <a:pt x="75" y="256"/>
                  </a:cubicBezTo>
                  <a:cubicBezTo>
                    <a:pt x="75" y="256"/>
                    <a:pt x="74" y="256"/>
                    <a:pt x="74" y="255"/>
                  </a:cubicBezTo>
                  <a:cubicBezTo>
                    <a:pt x="73" y="255"/>
                    <a:pt x="73" y="253"/>
                    <a:pt x="73" y="253"/>
                  </a:cubicBezTo>
                  <a:cubicBezTo>
                    <a:pt x="73" y="252"/>
                    <a:pt x="74" y="251"/>
                    <a:pt x="74" y="251"/>
                  </a:cubicBezTo>
                  <a:cubicBezTo>
                    <a:pt x="74" y="250"/>
                    <a:pt x="73" y="249"/>
                    <a:pt x="73" y="249"/>
                  </a:cubicBezTo>
                  <a:cubicBezTo>
                    <a:pt x="72" y="249"/>
                    <a:pt x="71" y="249"/>
                    <a:pt x="71" y="249"/>
                  </a:cubicBezTo>
                  <a:cubicBezTo>
                    <a:pt x="71" y="250"/>
                    <a:pt x="70" y="251"/>
                    <a:pt x="70" y="252"/>
                  </a:cubicBezTo>
                  <a:cubicBezTo>
                    <a:pt x="70" y="252"/>
                    <a:pt x="70" y="253"/>
                    <a:pt x="70" y="254"/>
                  </a:cubicBezTo>
                  <a:cubicBezTo>
                    <a:pt x="70" y="255"/>
                    <a:pt x="70" y="256"/>
                    <a:pt x="69" y="257"/>
                  </a:cubicBezTo>
                  <a:cubicBezTo>
                    <a:pt x="69" y="257"/>
                    <a:pt x="69" y="257"/>
                    <a:pt x="69" y="257"/>
                  </a:cubicBezTo>
                  <a:cubicBezTo>
                    <a:pt x="68" y="257"/>
                    <a:pt x="68" y="257"/>
                    <a:pt x="68" y="256"/>
                  </a:cubicBezTo>
                  <a:cubicBezTo>
                    <a:pt x="67" y="256"/>
                    <a:pt x="67" y="255"/>
                    <a:pt x="67" y="255"/>
                  </a:cubicBezTo>
                  <a:cubicBezTo>
                    <a:pt x="67" y="254"/>
                    <a:pt x="66" y="254"/>
                    <a:pt x="66" y="254"/>
                  </a:cubicBezTo>
                  <a:cubicBezTo>
                    <a:pt x="66" y="254"/>
                    <a:pt x="65" y="255"/>
                    <a:pt x="64" y="255"/>
                  </a:cubicBezTo>
                  <a:cubicBezTo>
                    <a:pt x="64" y="256"/>
                    <a:pt x="64" y="256"/>
                    <a:pt x="64" y="257"/>
                  </a:cubicBezTo>
                  <a:cubicBezTo>
                    <a:pt x="65" y="257"/>
                    <a:pt x="66" y="258"/>
                    <a:pt x="66" y="258"/>
                  </a:cubicBezTo>
                  <a:cubicBezTo>
                    <a:pt x="66" y="259"/>
                    <a:pt x="66" y="260"/>
                    <a:pt x="66" y="261"/>
                  </a:cubicBezTo>
                  <a:cubicBezTo>
                    <a:pt x="65" y="261"/>
                    <a:pt x="65" y="262"/>
                    <a:pt x="65" y="262"/>
                  </a:cubicBezTo>
                  <a:cubicBezTo>
                    <a:pt x="64" y="262"/>
                    <a:pt x="63" y="263"/>
                    <a:pt x="63" y="263"/>
                  </a:cubicBezTo>
                  <a:cubicBezTo>
                    <a:pt x="63" y="264"/>
                    <a:pt x="62" y="264"/>
                    <a:pt x="61" y="264"/>
                  </a:cubicBezTo>
                  <a:cubicBezTo>
                    <a:pt x="61" y="264"/>
                    <a:pt x="60" y="263"/>
                    <a:pt x="60" y="263"/>
                  </a:cubicBezTo>
                  <a:cubicBezTo>
                    <a:pt x="59" y="263"/>
                    <a:pt x="58" y="264"/>
                    <a:pt x="57" y="265"/>
                  </a:cubicBezTo>
                  <a:cubicBezTo>
                    <a:pt x="57" y="265"/>
                    <a:pt x="58" y="266"/>
                    <a:pt x="58" y="267"/>
                  </a:cubicBezTo>
                  <a:cubicBezTo>
                    <a:pt x="58" y="267"/>
                    <a:pt x="58" y="268"/>
                    <a:pt x="58" y="269"/>
                  </a:cubicBezTo>
                  <a:cubicBezTo>
                    <a:pt x="57" y="269"/>
                    <a:pt x="55" y="269"/>
                    <a:pt x="54" y="269"/>
                  </a:cubicBezTo>
                  <a:cubicBezTo>
                    <a:pt x="54" y="269"/>
                    <a:pt x="53" y="268"/>
                    <a:pt x="52" y="269"/>
                  </a:cubicBezTo>
                  <a:cubicBezTo>
                    <a:pt x="52" y="269"/>
                    <a:pt x="51" y="270"/>
                    <a:pt x="51" y="270"/>
                  </a:cubicBezTo>
                  <a:cubicBezTo>
                    <a:pt x="50" y="271"/>
                    <a:pt x="50" y="272"/>
                    <a:pt x="50" y="272"/>
                  </a:cubicBezTo>
                  <a:cubicBezTo>
                    <a:pt x="49" y="273"/>
                    <a:pt x="48" y="273"/>
                    <a:pt x="47" y="273"/>
                  </a:cubicBezTo>
                  <a:cubicBezTo>
                    <a:pt x="47" y="273"/>
                    <a:pt x="47" y="274"/>
                    <a:pt x="47" y="274"/>
                  </a:cubicBezTo>
                  <a:cubicBezTo>
                    <a:pt x="46" y="273"/>
                    <a:pt x="47" y="272"/>
                    <a:pt x="47" y="271"/>
                  </a:cubicBezTo>
                  <a:cubicBezTo>
                    <a:pt x="46" y="271"/>
                    <a:pt x="46" y="270"/>
                    <a:pt x="45" y="270"/>
                  </a:cubicBezTo>
                  <a:cubicBezTo>
                    <a:pt x="45" y="270"/>
                    <a:pt x="44" y="269"/>
                    <a:pt x="43" y="269"/>
                  </a:cubicBezTo>
                  <a:cubicBezTo>
                    <a:pt x="42" y="269"/>
                    <a:pt x="41" y="269"/>
                    <a:pt x="40" y="269"/>
                  </a:cubicBezTo>
                  <a:cubicBezTo>
                    <a:pt x="39" y="268"/>
                    <a:pt x="38" y="267"/>
                    <a:pt x="37" y="267"/>
                  </a:cubicBezTo>
                  <a:cubicBezTo>
                    <a:pt x="36" y="267"/>
                    <a:pt x="35" y="267"/>
                    <a:pt x="35" y="267"/>
                  </a:cubicBezTo>
                  <a:cubicBezTo>
                    <a:pt x="34" y="267"/>
                    <a:pt x="33" y="268"/>
                    <a:pt x="33" y="268"/>
                  </a:cubicBezTo>
                  <a:cubicBezTo>
                    <a:pt x="32" y="268"/>
                    <a:pt x="30" y="268"/>
                    <a:pt x="29" y="268"/>
                  </a:cubicBezTo>
                  <a:cubicBezTo>
                    <a:pt x="29" y="268"/>
                    <a:pt x="29" y="266"/>
                    <a:pt x="28" y="266"/>
                  </a:cubicBezTo>
                  <a:cubicBezTo>
                    <a:pt x="28" y="266"/>
                    <a:pt x="27" y="266"/>
                    <a:pt x="26" y="266"/>
                  </a:cubicBezTo>
                  <a:cubicBezTo>
                    <a:pt x="26" y="266"/>
                    <a:pt x="26" y="268"/>
                    <a:pt x="26" y="268"/>
                  </a:cubicBezTo>
                  <a:cubicBezTo>
                    <a:pt x="25" y="268"/>
                    <a:pt x="25" y="269"/>
                    <a:pt x="24" y="269"/>
                  </a:cubicBezTo>
                  <a:cubicBezTo>
                    <a:pt x="24" y="269"/>
                    <a:pt x="22" y="269"/>
                    <a:pt x="22" y="269"/>
                  </a:cubicBezTo>
                  <a:cubicBezTo>
                    <a:pt x="21" y="269"/>
                    <a:pt x="20" y="270"/>
                    <a:pt x="20" y="271"/>
                  </a:cubicBezTo>
                  <a:cubicBezTo>
                    <a:pt x="19" y="271"/>
                    <a:pt x="18" y="271"/>
                    <a:pt x="18" y="271"/>
                  </a:cubicBezTo>
                  <a:cubicBezTo>
                    <a:pt x="17" y="271"/>
                    <a:pt x="18" y="269"/>
                    <a:pt x="18" y="269"/>
                  </a:cubicBezTo>
                  <a:cubicBezTo>
                    <a:pt x="17" y="268"/>
                    <a:pt x="16" y="268"/>
                    <a:pt x="15" y="267"/>
                  </a:cubicBezTo>
                  <a:cubicBezTo>
                    <a:pt x="15" y="267"/>
                    <a:pt x="15" y="266"/>
                    <a:pt x="15" y="265"/>
                  </a:cubicBezTo>
                  <a:cubicBezTo>
                    <a:pt x="15" y="265"/>
                    <a:pt x="15" y="264"/>
                    <a:pt x="16" y="264"/>
                  </a:cubicBezTo>
                  <a:cubicBezTo>
                    <a:pt x="16" y="263"/>
                    <a:pt x="17" y="263"/>
                    <a:pt x="18" y="262"/>
                  </a:cubicBezTo>
                  <a:cubicBezTo>
                    <a:pt x="19" y="262"/>
                    <a:pt x="20" y="261"/>
                    <a:pt x="20" y="260"/>
                  </a:cubicBezTo>
                  <a:cubicBezTo>
                    <a:pt x="20" y="260"/>
                    <a:pt x="21" y="259"/>
                    <a:pt x="21" y="25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5"/>
            <p:cNvSpPr>
              <a:spLocks/>
            </p:cNvSpPr>
            <p:nvPr/>
          </p:nvSpPr>
          <p:spPr bwMode="auto">
            <a:xfrm>
              <a:off x="1736726" y="3760788"/>
              <a:ext cx="141288" cy="195263"/>
            </a:xfrm>
            <a:custGeom>
              <a:avLst/>
              <a:gdLst/>
              <a:ahLst/>
              <a:cxnLst>
                <a:cxn ang="0">
                  <a:pos x="75" y="71"/>
                </a:cxn>
                <a:cxn ang="0">
                  <a:pos x="71" y="73"/>
                </a:cxn>
                <a:cxn ang="0">
                  <a:pos x="73" y="77"/>
                </a:cxn>
                <a:cxn ang="0">
                  <a:pos x="72" y="82"/>
                </a:cxn>
                <a:cxn ang="0">
                  <a:pos x="75" y="84"/>
                </a:cxn>
                <a:cxn ang="0">
                  <a:pos x="66" y="93"/>
                </a:cxn>
                <a:cxn ang="0">
                  <a:pos x="58" y="98"/>
                </a:cxn>
                <a:cxn ang="0">
                  <a:pos x="49" y="103"/>
                </a:cxn>
                <a:cxn ang="0">
                  <a:pos x="46" y="99"/>
                </a:cxn>
                <a:cxn ang="0">
                  <a:pos x="45" y="94"/>
                </a:cxn>
                <a:cxn ang="0">
                  <a:pos x="48" y="88"/>
                </a:cxn>
                <a:cxn ang="0">
                  <a:pos x="51" y="85"/>
                </a:cxn>
                <a:cxn ang="0">
                  <a:pos x="47" y="83"/>
                </a:cxn>
                <a:cxn ang="0">
                  <a:pos x="45" y="79"/>
                </a:cxn>
                <a:cxn ang="0">
                  <a:pos x="40" y="83"/>
                </a:cxn>
                <a:cxn ang="0">
                  <a:pos x="33" y="86"/>
                </a:cxn>
                <a:cxn ang="0">
                  <a:pos x="29" y="85"/>
                </a:cxn>
                <a:cxn ang="0">
                  <a:pos x="28" y="83"/>
                </a:cxn>
                <a:cxn ang="0">
                  <a:pos x="22" y="78"/>
                </a:cxn>
                <a:cxn ang="0">
                  <a:pos x="25" y="74"/>
                </a:cxn>
                <a:cxn ang="0">
                  <a:pos x="25" y="69"/>
                </a:cxn>
                <a:cxn ang="0">
                  <a:pos x="24" y="64"/>
                </a:cxn>
                <a:cxn ang="0">
                  <a:pos x="19" y="61"/>
                </a:cxn>
                <a:cxn ang="0">
                  <a:pos x="17" y="56"/>
                </a:cxn>
                <a:cxn ang="0">
                  <a:pos x="15" y="51"/>
                </a:cxn>
                <a:cxn ang="0">
                  <a:pos x="10" y="48"/>
                </a:cxn>
                <a:cxn ang="0">
                  <a:pos x="5" y="46"/>
                </a:cxn>
                <a:cxn ang="0">
                  <a:pos x="3" y="45"/>
                </a:cxn>
                <a:cxn ang="0">
                  <a:pos x="1" y="42"/>
                </a:cxn>
                <a:cxn ang="0">
                  <a:pos x="1" y="41"/>
                </a:cxn>
                <a:cxn ang="0">
                  <a:pos x="7" y="36"/>
                </a:cxn>
                <a:cxn ang="0">
                  <a:pos x="13" y="31"/>
                </a:cxn>
                <a:cxn ang="0">
                  <a:pos x="17" y="23"/>
                </a:cxn>
                <a:cxn ang="0">
                  <a:pos x="17" y="17"/>
                </a:cxn>
                <a:cxn ang="0">
                  <a:pos x="13" y="8"/>
                </a:cxn>
                <a:cxn ang="0">
                  <a:pos x="10" y="3"/>
                </a:cxn>
                <a:cxn ang="0">
                  <a:pos x="13" y="1"/>
                </a:cxn>
                <a:cxn ang="0">
                  <a:pos x="16" y="1"/>
                </a:cxn>
                <a:cxn ang="0">
                  <a:pos x="18" y="8"/>
                </a:cxn>
                <a:cxn ang="0">
                  <a:pos x="22" y="11"/>
                </a:cxn>
                <a:cxn ang="0">
                  <a:pos x="25" y="14"/>
                </a:cxn>
                <a:cxn ang="0">
                  <a:pos x="28" y="16"/>
                </a:cxn>
                <a:cxn ang="0">
                  <a:pos x="33" y="15"/>
                </a:cxn>
                <a:cxn ang="0">
                  <a:pos x="36" y="14"/>
                </a:cxn>
                <a:cxn ang="0">
                  <a:pos x="40" y="11"/>
                </a:cxn>
                <a:cxn ang="0">
                  <a:pos x="43" y="10"/>
                </a:cxn>
                <a:cxn ang="0">
                  <a:pos x="47" y="12"/>
                </a:cxn>
                <a:cxn ang="0">
                  <a:pos x="51" y="17"/>
                </a:cxn>
                <a:cxn ang="0">
                  <a:pos x="55" y="19"/>
                </a:cxn>
                <a:cxn ang="0">
                  <a:pos x="58" y="22"/>
                </a:cxn>
                <a:cxn ang="0">
                  <a:pos x="57" y="25"/>
                </a:cxn>
                <a:cxn ang="0">
                  <a:pos x="58" y="29"/>
                </a:cxn>
                <a:cxn ang="0">
                  <a:pos x="62" y="32"/>
                </a:cxn>
                <a:cxn ang="0">
                  <a:pos x="66" y="31"/>
                </a:cxn>
                <a:cxn ang="0">
                  <a:pos x="72" y="32"/>
                </a:cxn>
                <a:cxn ang="0">
                  <a:pos x="74" y="37"/>
                </a:cxn>
                <a:cxn ang="0">
                  <a:pos x="72" y="42"/>
                </a:cxn>
                <a:cxn ang="0">
                  <a:pos x="71" y="49"/>
                </a:cxn>
                <a:cxn ang="0">
                  <a:pos x="73" y="55"/>
                </a:cxn>
                <a:cxn ang="0">
                  <a:pos x="72" y="60"/>
                </a:cxn>
                <a:cxn ang="0">
                  <a:pos x="73" y="65"/>
                </a:cxn>
                <a:cxn ang="0">
                  <a:pos x="72" y="68"/>
                </a:cxn>
              </a:cxnLst>
              <a:rect l="0" t="0" r="r" b="b"/>
              <a:pathLst>
                <a:path w="75" h="103">
                  <a:moveTo>
                    <a:pt x="73" y="69"/>
                  </a:moveTo>
                  <a:cubicBezTo>
                    <a:pt x="74" y="70"/>
                    <a:pt x="75" y="70"/>
                    <a:pt x="75" y="71"/>
                  </a:cubicBezTo>
                  <a:cubicBezTo>
                    <a:pt x="75" y="71"/>
                    <a:pt x="73" y="71"/>
                    <a:pt x="73" y="71"/>
                  </a:cubicBezTo>
                  <a:cubicBezTo>
                    <a:pt x="72" y="72"/>
                    <a:pt x="71" y="73"/>
                    <a:pt x="71" y="73"/>
                  </a:cubicBezTo>
                  <a:cubicBezTo>
                    <a:pt x="71" y="74"/>
                    <a:pt x="71" y="75"/>
                    <a:pt x="71" y="75"/>
                  </a:cubicBezTo>
                  <a:cubicBezTo>
                    <a:pt x="72" y="76"/>
                    <a:pt x="73" y="76"/>
                    <a:pt x="73" y="77"/>
                  </a:cubicBezTo>
                  <a:cubicBezTo>
                    <a:pt x="73" y="77"/>
                    <a:pt x="73" y="78"/>
                    <a:pt x="73" y="79"/>
                  </a:cubicBezTo>
                  <a:cubicBezTo>
                    <a:pt x="73" y="80"/>
                    <a:pt x="72" y="81"/>
                    <a:pt x="72" y="82"/>
                  </a:cubicBezTo>
                  <a:cubicBezTo>
                    <a:pt x="73" y="82"/>
                    <a:pt x="74" y="83"/>
                    <a:pt x="74" y="83"/>
                  </a:cubicBezTo>
                  <a:cubicBezTo>
                    <a:pt x="74" y="83"/>
                    <a:pt x="75" y="84"/>
                    <a:pt x="75" y="84"/>
                  </a:cubicBezTo>
                  <a:cubicBezTo>
                    <a:pt x="73" y="86"/>
                    <a:pt x="71" y="89"/>
                    <a:pt x="69" y="90"/>
                  </a:cubicBezTo>
                  <a:cubicBezTo>
                    <a:pt x="68" y="91"/>
                    <a:pt x="67" y="92"/>
                    <a:pt x="66" y="93"/>
                  </a:cubicBezTo>
                  <a:cubicBezTo>
                    <a:pt x="65" y="93"/>
                    <a:pt x="64" y="95"/>
                    <a:pt x="63" y="96"/>
                  </a:cubicBezTo>
                  <a:cubicBezTo>
                    <a:pt x="62" y="96"/>
                    <a:pt x="59" y="97"/>
                    <a:pt x="58" y="98"/>
                  </a:cubicBezTo>
                  <a:cubicBezTo>
                    <a:pt x="57" y="99"/>
                    <a:pt x="53" y="100"/>
                    <a:pt x="52" y="101"/>
                  </a:cubicBezTo>
                  <a:cubicBezTo>
                    <a:pt x="51" y="102"/>
                    <a:pt x="50" y="102"/>
                    <a:pt x="49" y="103"/>
                  </a:cubicBezTo>
                  <a:cubicBezTo>
                    <a:pt x="49" y="102"/>
                    <a:pt x="48" y="101"/>
                    <a:pt x="48" y="101"/>
                  </a:cubicBezTo>
                  <a:cubicBezTo>
                    <a:pt x="48" y="100"/>
                    <a:pt x="47" y="99"/>
                    <a:pt x="46" y="99"/>
                  </a:cubicBezTo>
                  <a:cubicBezTo>
                    <a:pt x="46" y="98"/>
                    <a:pt x="45" y="97"/>
                    <a:pt x="45" y="96"/>
                  </a:cubicBezTo>
                  <a:cubicBezTo>
                    <a:pt x="45" y="96"/>
                    <a:pt x="45" y="94"/>
                    <a:pt x="45" y="94"/>
                  </a:cubicBezTo>
                  <a:cubicBezTo>
                    <a:pt x="45" y="93"/>
                    <a:pt x="46" y="91"/>
                    <a:pt x="46" y="91"/>
                  </a:cubicBezTo>
                  <a:cubicBezTo>
                    <a:pt x="46" y="90"/>
                    <a:pt x="47" y="89"/>
                    <a:pt x="48" y="88"/>
                  </a:cubicBezTo>
                  <a:cubicBezTo>
                    <a:pt x="49" y="88"/>
                    <a:pt x="50" y="89"/>
                    <a:pt x="51" y="88"/>
                  </a:cubicBezTo>
                  <a:cubicBezTo>
                    <a:pt x="51" y="88"/>
                    <a:pt x="51" y="86"/>
                    <a:pt x="51" y="85"/>
                  </a:cubicBezTo>
                  <a:cubicBezTo>
                    <a:pt x="50" y="85"/>
                    <a:pt x="49" y="85"/>
                    <a:pt x="48" y="84"/>
                  </a:cubicBezTo>
                  <a:cubicBezTo>
                    <a:pt x="48" y="84"/>
                    <a:pt x="47" y="83"/>
                    <a:pt x="47" y="83"/>
                  </a:cubicBezTo>
                  <a:cubicBezTo>
                    <a:pt x="47" y="82"/>
                    <a:pt x="47" y="80"/>
                    <a:pt x="47" y="80"/>
                  </a:cubicBezTo>
                  <a:cubicBezTo>
                    <a:pt x="46" y="79"/>
                    <a:pt x="45" y="79"/>
                    <a:pt x="45" y="79"/>
                  </a:cubicBezTo>
                  <a:cubicBezTo>
                    <a:pt x="44" y="79"/>
                    <a:pt x="43" y="81"/>
                    <a:pt x="42" y="81"/>
                  </a:cubicBezTo>
                  <a:cubicBezTo>
                    <a:pt x="41" y="82"/>
                    <a:pt x="40" y="83"/>
                    <a:pt x="40" y="83"/>
                  </a:cubicBezTo>
                  <a:cubicBezTo>
                    <a:pt x="39" y="84"/>
                    <a:pt x="38" y="85"/>
                    <a:pt x="38" y="85"/>
                  </a:cubicBezTo>
                  <a:cubicBezTo>
                    <a:pt x="37" y="85"/>
                    <a:pt x="34" y="86"/>
                    <a:pt x="33" y="86"/>
                  </a:cubicBezTo>
                  <a:cubicBezTo>
                    <a:pt x="33" y="86"/>
                    <a:pt x="32" y="86"/>
                    <a:pt x="31" y="86"/>
                  </a:cubicBezTo>
                  <a:cubicBezTo>
                    <a:pt x="30" y="86"/>
                    <a:pt x="29" y="86"/>
                    <a:pt x="29" y="85"/>
                  </a:cubicBezTo>
                  <a:cubicBezTo>
                    <a:pt x="29" y="85"/>
                    <a:pt x="28" y="85"/>
                    <a:pt x="28" y="85"/>
                  </a:cubicBezTo>
                  <a:cubicBezTo>
                    <a:pt x="28" y="84"/>
                    <a:pt x="28" y="83"/>
                    <a:pt x="28" y="83"/>
                  </a:cubicBezTo>
                  <a:cubicBezTo>
                    <a:pt x="27" y="82"/>
                    <a:pt x="26" y="80"/>
                    <a:pt x="25" y="79"/>
                  </a:cubicBezTo>
                  <a:cubicBezTo>
                    <a:pt x="25" y="79"/>
                    <a:pt x="23" y="78"/>
                    <a:pt x="22" y="78"/>
                  </a:cubicBezTo>
                  <a:cubicBezTo>
                    <a:pt x="22" y="77"/>
                    <a:pt x="22" y="76"/>
                    <a:pt x="22" y="75"/>
                  </a:cubicBezTo>
                  <a:cubicBezTo>
                    <a:pt x="22" y="75"/>
                    <a:pt x="25" y="75"/>
                    <a:pt x="25" y="74"/>
                  </a:cubicBezTo>
                  <a:cubicBezTo>
                    <a:pt x="26" y="73"/>
                    <a:pt x="26" y="72"/>
                    <a:pt x="26" y="71"/>
                  </a:cubicBezTo>
                  <a:cubicBezTo>
                    <a:pt x="26" y="71"/>
                    <a:pt x="25" y="69"/>
                    <a:pt x="25" y="69"/>
                  </a:cubicBezTo>
                  <a:cubicBezTo>
                    <a:pt x="25" y="68"/>
                    <a:pt x="25" y="67"/>
                    <a:pt x="25" y="66"/>
                  </a:cubicBezTo>
                  <a:cubicBezTo>
                    <a:pt x="25" y="65"/>
                    <a:pt x="25" y="64"/>
                    <a:pt x="24" y="64"/>
                  </a:cubicBezTo>
                  <a:cubicBezTo>
                    <a:pt x="24" y="64"/>
                    <a:pt x="22" y="63"/>
                    <a:pt x="22" y="63"/>
                  </a:cubicBezTo>
                  <a:cubicBezTo>
                    <a:pt x="21" y="63"/>
                    <a:pt x="20" y="62"/>
                    <a:pt x="19" y="61"/>
                  </a:cubicBezTo>
                  <a:cubicBezTo>
                    <a:pt x="19" y="60"/>
                    <a:pt x="20" y="59"/>
                    <a:pt x="19" y="58"/>
                  </a:cubicBezTo>
                  <a:cubicBezTo>
                    <a:pt x="19" y="58"/>
                    <a:pt x="18" y="57"/>
                    <a:pt x="17" y="56"/>
                  </a:cubicBezTo>
                  <a:cubicBezTo>
                    <a:pt x="17" y="56"/>
                    <a:pt x="15" y="55"/>
                    <a:pt x="15" y="54"/>
                  </a:cubicBezTo>
                  <a:cubicBezTo>
                    <a:pt x="15" y="53"/>
                    <a:pt x="15" y="52"/>
                    <a:pt x="15" y="51"/>
                  </a:cubicBezTo>
                  <a:cubicBezTo>
                    <a:pt x="15" y="50"/>
                    <a:pt x="14" y="50"/>
                    <a:pt x="13" y="49"/>
                  </a:cubicBezTo>
                  <a:cubicBezTo>
                    <a:pt x="12" y="49"/>
                    <a:pt x="11" y="48"/>
                    <a:pt x="10" y="48"/>
                  </a:cubicBezTo>
                  <a:cubicBezTo>
                    <a:pt x="9" y="47"/>
                    <a:pt x="8" y="47"/>
                    <a:pt x="8" y="47"/>
                  </a:cubicBezTo>
                  <a:cubicBezTo>
                    <a:pt x="7" y="47"/>
                    <a:pt x="6" y="47"/>
                    <a:pt x="5" y="46"/>
                  </a:cubicBezTo>
                  <a:cubicBezTo>
                    <a:pt x="5" y="46"/>
                    <a:pt x="4" y="46"/>
                    <a:pt x="3" y="46"/>
                  </a:cubicBezTo>
                  <a:cubicBezTo>
                    <a:pt x="3" y="46"/>
                    <a:pt x="3" y="45"/>
                    <a:pt x="3" y="45"/>
                  </a:cubicBezTo>
                  <a:cubicBezTo>
                    <a:pt x="3" y="45"/>
                    <a:pt x="2" y="45"/>
                    <a:pt x="1" y="44"/>
                  </a:cubicBezTo>
                  <a:cubicBezTo>
                    <a:pt x="1" y="44"/>
                    <a:pt x="1" y="43"/>
                    <a:pt x="1" y="42"/>
                  </a:cubicBezTo>
                  <a:cubicBezTo>
                    <a:pt x="0" y="42"/>
                    <a:pt x="0" y="42"/>
                    <a:pt x="0" y="41"/>
                  </a:cubicBezTo>
                  <a:cubicBezTo>
                    <a:pt x="0" y="41"/>
                    <a:pt x="1" y="41"/>
                    <a:pt x="1" y="41"/>
                  </a:cubicBezTo>
                  <a:cubicBezTo>
                    <a:pt x="2" y="41"/>
                    <a:pt x="3" y="40"/>
                    <a:pt x="4" y="39"/>
                  </a:cubicBezTo>
                  <a:cubicBezTo>
                    <a:pt x="5" y="39"/>
                    <a:pt x="6" y="37"/>
                    <a:pt x="7" y="36"/>
                  </a:cubicBezTo>
                  <a:cubicBezTo>
                    <a:pt x="7" y="35"/>
                    <a:pt x="9" y="34"/>
                    <a:pt x="10" y="34"/>
                  </a:cubicBezTo>
                  <a:cubicBezTo>
                    <a:pt x="10" y="33"/>
                    <a:pt x="12" y="32"/>
                    <a:pt x="13" y="31"/>
                  </a:cubicBezTo>
                  <a:cubicBezTo>
                    <a:pt x="14" y="30"/>
                    <a:pt x="14" y="29"/>
                    <a:pt x="15" y="28"/>
                  </a:cubicBezTo>
                  <a:cubicBezTo>
                    <a:pt x="15" y="27"/>
                    <a:pt x="17" y="25"/>
                    <a:pt x="17" y="23"/>
                  </a:cubicBezTo>
                  <a:cubicBezTo>
                    <a:pt x="17" y="23"/>
                    <a:pt x="18" y="21"/>
                    <a:pt x="18" y="20"/>
                  </a:cubicBezTo>
                  <a:cubicBezTo>
                    <a:pt x="18" y="19"/>
                    <a:pt x="18" y="18"/>
                    <a:pt x="17" y="17"/>
                  </a:cubicBezTo>
                  <a:cubicBezTo>
                    <a:pt x="17" y="16"/>
                    <a:pt x="17" y="14"/>
                    <a:pt x="17" y="13"/>
                  </a:cubicBezTo>
                  <a:cubicBezTo>
                    <a:pt x="16" y="12"/>
                    <a:pt x="14" y="10"/>
                    <a:pt x="13" y="8"/>
                  </a:cubicBezTo>
                  <a:cubicBezTo>
                    <a:pt x="12" y="8"/>
                    <a:pt x="11" y="6"/>
                    <a:pt x="11" y="6"/>
                  </a:cubicBezTo>
                  <a:cubicBezTo>
                    <a:pt x="11" y="5"/>
                    <a:pt x="10" y="4"/>
                    <a:pt x="10" y="3"/>
                  </a:cubicBezTo>
                  <a:cubicBezTo>
                    <a:pt x="10" y="3"/>
                    <a:pt x="11" y="2"/>
                    <a:pt x="11" y="2"/>
                  </a:cubicBezTo>
                  <a:cubicBezTo>
                    <a:pt x="12" y="1"/>
                    <a:pt x="13" y="1"/>
                    <a:pt x="13" y="1"/>
                  </a:cubicBezTo>
                  <a:cubicBezTo>
                    <a:pt x="14" y="1"/>
                    <a:pt x="14" y="1"/>
                    <a:pt x="15" y="0"/>
                  </a:cubicBezTo>
                  <a:cubicBezTo>
                    <a:pt x="15" y="1"/>
                    <a:pt x="15" y="1"/>
                    <a:pt x="16" y="1"/>
                  </a:cubicBezTo>
                  <a:cubicBezTo>
                    <a:pt x="16" y="2"/>
                    <a:pt x="17" y="4"/>
                    <a:pt x="18" y="5"/>
                  </a:cubicBezTo>
                  <a:cubicBezTo>
                    <a:pt x="18" y="5"/>
                    <a:pt x="18" y="7"/>
                    <a:pt x="18" y="8"/>
                  </a:cubicBezTo>
                  <a:cubicBezTo>
                    <a:pt x="19" y="8"/>
                    <a:pt x="20" y="9"/>
                    <a:pt x="20" y="9"/>
                  </a:cubicBezTo>
                  <a:cubicBezTo>
                    <a:pt x="20" y="10"/>
                    <a:pt x="21" y="11"/>
                    <a:pt x="22" y="11"/>
                  </a:cubicBezTo>
                  <a:cubicBezTo>
                    <a:pt x="22" y="12"/>
                    <a:pt x="23" y="13"/>
                    <a:pt x="23" y="14"/>
                  </a:cubicBezTo>
                  <a:cubicBezTo>
                    <a:pt x="24" y="14"/>
                    <a:pt x="25" y="14"/>
                    <a:pt x="25" y="14"/>
                  </a:cubicBezTo>
                  <a:cubicBezTo>
                    <a:pt x="26" y="14"/>
                    <a:pt x="27" y="14"/>
                    <a:pt x="27" y="14"/>
                  </a:cubicBezTo>
                  <a:cubicBezTo>
                    <a:pt x="28" y="14"/>
                    <a:pt x="28" y="16"/>
                    <a:pt x="28" y="16"/>
                  </a:cubicBezTo>
                  <a:cubicBezTo>
                    <a:pt x="29" y="16"/>
                    <a:pt x="30" y="17"/>
                    <a:pt x="31" y="17"/>
                  </a:cubicBezTo>
                  <a:cubicBezTo>
                    <a:pt x="31" y="17"/>
                    <a:pt x="32" y="16"/>
                    <a:pt x="33" y="15"/>
                  </a:cubicBezTo>
                  <a:cubicBezTo>
                    <a:pt x="33" y="15"/>
                    <a:pt x="33" y="15"/>
                    <a:pt x="33" y="15"/>
                  </a:cubicBezTo>
                  <a:cubicBezTo>
                    <a:pt x="34" y="14"/>
                    <a:pt x="35" y="14"/>
                    <a:pt x="36" y="14"/>
                  </a:cubicBezTo>
                  <a:cubicBezTo>
                    <a:pt x="37" y="14"/>
                    <a:pt x="38" y="14"/>
                    <a:pt x="38" y="13"/>
                  </a:cubicBezTo>
                  <a:cubicBezTo>
                    <a:pt x="39" y="13"/>
                    <a:pt x="39" y="12"/>
                    <a:pt x="40" y="11"/>
                  </a:cubicBezTo>
                  <a:cubicBezTo>
                    <a:pt x="40" y="11"/>
                    <a:pt x="40" y="11"/>
                    <a:pt x="41" y="10"/>
                  </a:cubicBezTo>
                  <a:cubicBezTo>
                    <a:pt x="41" y="10"/>
                    <a:pt x="43" y="10"/>
                    <a:pt x="43" y="10"/>
                  </a:cubicBezTo>
                  <a:cubicBezTo>
                    <a:pt x="44" y="10"/>
                    <a:pt x="45" y="10"/>
                    <a:pt x="45" y="10"/>
                  </a:cubicBezTo>
                  <a:cubicBezTo>
                    <a:pt x="46" y="10"/>
                    <a:pt x="47" y="11"/>
                    <a:pt x="47" y="12"/>
                  </a:cubicBezTo>
                  <a:cubicBezTo>
                    <a:pt x="48" y="12"/>
                    <a:pt x="49" y="14"/>
                    <a:pt x="49" y="14"/>
                  </a:cubicBezTo>
                  <a:cubicBezTo>
                    <a:pt x="50" y="15"/>
                    <a:pt x="51" y="16"/>
                    <a:pt x="51" y="17"/>
                  </a:cubicBezTo>
                  <a:cubicBezTo>
                    <a:pt x="51" y="17"/>
                    <a:pt x="52" y="18"/>
                    <a:pt x="53" y="18"/>
                  </a:cubicBezTo>
                  <a:cubicBezTo>
                    <a:pt x="53" y="19"/>
                    <a:pt x="54" y="19"/>
                    <a:pt x="55" y="19"/>
                  </a:cubicBezTo>
                  <a:cubicBezTo>
                    <a:pt x="55" y="19"/>
                    <a:pt x="56" y="19"/>
                    <a:pt x="57" y="20"/>
                  </a:cubicBezTo>
                  <a:cubicBezTo>
                    <a:pt x="57" y="20"/>
                    <a:pt x="58" y="21"/>
                    <a:pt x="58" y="22"/>
                  </a:cubicBezTo>
                  <a:cubicBezTo>
                    <a:pt x="58" y="22"/>
                    <a:pt x="58" y="23"/>
                    <a:pt x="58" y="24"/>
                  </a:cubicBezTo>
                  <a:cubicBezTo>
                    <a:pt x="58" y="24"/>
                    <a:pt x="57" y="25"/>
                    <a:pt x="57" y="25"/>
                  </a:cubicBezTo>
                  <a:cubicBezTo>
                    <a:pt x="57" y="26"/>
                    <a:pt x="57" y="26"/>
                    <a:pt x="58" y="27"/>
                  </a:cubicBezTo>
                  <a:cubicBezTo>
                    <a:pt x="58" y="27"/>
                    <a:pt x="58" y="29"/>
                    <a:pt x="58" y="29"/>
                  </a:cubicBezTo>
                  <a:cubicBezTo>
                    <a:pt x="58" y="30"/>
                    <a:pt x="59" y="30"/>
                    <a:pt x="60" y="30"/>
                  </a:cubicBezTo>
                  <a:cubicBezTo>
                    <a:pt x="60" y="31"/>
                    <a:pt x="62" y="32"/>
                    <a:pt x="62" y="32"/>
                  </a:cubicBezTo>
                  <a:cubicBezTo>
                    <a:pt x="63" y="32"/>
                    <a:pt x="64" y="31"/>
                    <a:pt x="64" y="31"/>
                  </a:cubicBezTo>
                  <a:cubicBezTo>
                    <a:pt x="65" y="31"/>
                    <a:pt x="66" y="31"/>
                    <a:pt x="66" y="31"/>
                  </a:cubicBezTo>
                  <a:cubicBezTo>
                    <a:pt x="67" y="32"/>
                    <a:pt x="69" y="32"/>
                    <a:pt x="70" y="32"/>
                  </a:cubicBezTo>
                  <a:cubicBezTo>
                    <a:pt x="70" y="32"/>
                    <a:pt x="71" y="32"/>
                    <a:pt x="72" y="32"/>
                  </a:cubicBezTo>
                  <a:cubicBezTo>
                    <a:pt x="73" y="33"/>
                    <a:pt x="74" y="33"/>
                    <a:pt x="74" y="34"/>
                  </a:cubicBezTo>
                  <a:cubicBezTo>
                    <a:pt x="74" y="35"/>
                    <a:pt x="74" y="36"/>
                    <a:pt x="74" y="37"/>
                  </a:cubicBezTo>
                  <a:cubicBezTo>
                    <a:pt x="74" y="37"/>
                    <a:pt x="74" y="39"/>
                    <a:pt x="73" y="39"/>
                  </a:cubicBezTo>
                  <a:cubicBezTo>
                    <a:pt x="73" y="40"/>
                    <a:pt x="72" y="41"/>
                    <a:pt x="72" y="42"/>
                  </a:cubicBezTo>
                  <a:cubicBezTo>
                    <a:pt x="72" y="43"/>
                    <a:pt x="71" y="44"/>
                    <a:pt x="71" y="45"/>
                  </a:cubicBezTo>
                  <a:cubicBezTo>
                    <a:pt x="71" y="46"/>
                    <a:pt x="71" y="48"/>
                    <a:pt x="71" y="49"/>
                  </a:cubicBezTo>
                  <a:cubicBezTo>
                    <a:pt x="71" y="49"/>
                    <a:pt x="72" y="50"/>
                    <a:pt x="72" y="51"/>
                  </a:cubicBezTo>
                  <a:cubicBezTo>
                    <a:pt x="72" y="52"/>
                    <a:pt x="73" y="54"/>
                    <a:pt x="73" y="55"/>
                  </a:cubicBezTo>
                  <a:cubicBezTo>
                    <a:pt x="72" y="55"/>
                    <a:pt x="72" y="57"/>
                    <a:pt x="72" y="58"/>
                  </a:cubicBezTo>
                  <a:cubicBezTo>
                    <a:pt x="72" y="59"/>
                    <a:pt x="72" y="60"/>
                    <a:pt x="72" y="60"/>
                  </a:cubicBezTo>
                  <a:cubicBezTo>
                    <a:pt x="72" y="61"/>
                    <a:pt x="74" y="62"/>
                    <a:pt x="74" y="63"/>
                  </a:cubicBezTo>
                  <a:cubicBezTo>
                    <a:pt x="74" y="64"/>
                    <a:pt x="74" y="65"/>
                    <a:pt x="73" y="65"/>
                  </a:cubicBezTo>
                  <a:cubicBezTo>
                    <a:pt x="73" y="65"/>
                    <a:pt x="72" y="66"/>
                    <a:pt x="72" y="67"/>
                  </a:cubicBezTo>
                  <a:cubicBezTo>
                    <a:pt x="72" y="67"/>
                    <a:pt x="72" y="68"/>
                    <a:pt x="72" y="68"/>
                  </a:cubicBezTo>
                  <a:cubicBezTo>
                    <a:pt x="72" y="68"/>
                    <a:pt x="73" y="69"/>
                    <a:pt x="73" y="6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6"/>
            <p:cNvSpPr>
              <a:spLocks/>
            </p:cNvSpPr>
            <p:nvPr/>
          </p:nvSpPr>
          <p:spPr bwMode="auto">
            <a:xfrm>
              <a:off x="1695451" y="3825876"/>
              <a:ext cx="55563" cy="71438"/>
            </a:xfrm>
            <a:custGeom>
              <a:avLst/>
              <a:gdLst/>
              <a:ahLst/>
              <a:cxnLst>
                <a:cxn ang="0">
                  <a:pos x="25" y="12"/>
                </a:cxn>
                <a:cxn ang="0">
                  <a:pos x="25" y="14"/>
                </a:cxn>
                <a:cxn ang="0">
                  <a:pos x="26" y="15"/>
                </a:cxn>
                <a:cxn ang="0">
                  <a:pos x="28" y="17"/>
                </a:cxn>
                <a:cxn ang="0">
                  <a:pos x="30" y="20"/>
                </a:cxn>
                <a:cxn ang="0">
                  <a:pos x="30" y="23"/>
                </a:cxn>
                <a:cxn ang="0">
                  <a:pos x="30" y="25"/>
                </a:cxn>
                <a:cxn ang="0">
                  <a:pos x="30" y="29"/>
                </a:cxn>
                <a:cxn ang="0">
                  <a:pos x="30" y="33"/>
                </a:cxn>
                <a:cxn ang="0">
                  <a:pos x="29" y="35"/>
                </a:cxn>
                <a:cxn ang="0">
                  <a:pos x="29" y="37"/>
                </a:cxn>
                <a:cxn ang="0">
                  <a:pos x="26" y="37"/>
                </a:cxn>
                <a:cxn ang="0">
                  <a:pos x="25" y="35"/>
                </a:cxn>
                <a:cxn ang="0">
                  <a:pos x="24" y="31"/>
                </a:cxn>
                <a:cxn ang="0">
                  <a:pos x="21" y="29"/>
                </a:cxn>
                <a:cxn ang="0">
                  <a:pos x="20" y="27"/>
                </a:cxn>
                <a:cxn ang="0">
                  <a:pos x="19" y="24"/>
                </a:cxn>
                <a:cxn ang="0">
                  <a:pos x="18" y="22"/>
                </a:cxn>
                <a:cxn ang="0">
                  <a:pos x="17" y="22"/>
                </a:cxn>
                <a:cxn ang="0">
                  <a:pos x="16" y="22"/>
                </a:cxn>
                <a:cxn ang="0">
                  <a:pos x="16" y="24"/>
                </a:cxn>
                <a:cxn ang="0">
                  <a:pos x="15" y="26"/>
                </a:cxn>
                <a:cxn ang="0">
                  <a:pos x="12" y="25"/>
                </a:cxn>
                <a:cxn ang="0">
                  <a:pos x="11" y="23"/>
                </a:cxn>
                <a:cxn ang="0">
                  <a:pos x="8" y="19"/>
                </a:cxn>
                <a:cxn ang="0">
                  <a:pos x="5" y="14"/>
                </a:cxn>
                <a:cxn ang="0">
                  <a:pos x="3" y="10"/>
                </a:cxn>
                <a:cxn ang="0">
                  <a:pos x="0" y="6"/>
                </a:cxn>
                <a:cxn ang="0">
                  <a:pos x="1" y="5"/>
                </a:cxn>
                <a:cxn ang="0">
                  <a:pos x="3" y="3"/>
                </a:cxn>
                <a:cxn ang="0">
                  <a:pos x="4" y="0"/>
                </a:cxn>
                <a:cxn ang="0">
                  <a:pos x="5" y="1"/>
                </a:cxn>
                <a:cxn ang="0">
                  <a:pos x="7" y="3"/>
                </a:cxn>
                <a:cxn ang="0">
                  <a:pos x="9" y="4"/>
                </a:cxn>
                <a:cxn ang="0">
                  <a:pos x="12" y="5"/>
                </a:cxn>
                <a:cxn ang="0">
                  <a:pos x="14" y="4"/>
                </a:cxn>
                <a:cxn ang="0">
                  <a:pos x="15" y="5"/>
                </a:cxn>
                <a:cxn ang="0">
                  <a:pos x="20" y="5"/>
                </a:cxn>
                <a:cxn ang="0">
                  <a:pos x="21" y="7"/>
                </a:cxn>
                <a:cxn ang="0">
                  <a:pos x="22" y="7"/>
                </a:cxn>
                <a:cxn ang="0">
                  <a:pos x="23" y="8"/>
                </a:cxn>
                <a:cxn ang="0">
                  <a:pos x="23" y="10"/>
                </a:cxn>
                <a:cxn ang="0">
                  <a:pos x="25" y="11"/>
                </a:cxn>
                <a:cxn ang="0">
                  <a:pos x="25" y="12"/>
                </a:cxn>
              </a:cxnLst>
              <a:rect l="0" t="0" r="r" b="b"/>
              <a:pathLst>
                <a:path w="30" h="38">
                  <a:moveTo>
                    <a:pt x="25" y="12"/>
                  </a:moveTo>
                  <a:cubicBezTo>
                    <a:pt x="25" y="13"/>
                    <a:pt x="25" y="13"/>
                    <a:pt x="25" y="14"/>
                  </a:cubicBezTo>
                  <a:cubicBezTo>
                    <a:pt x="25" y="14"/>
                    <a:pt x="26" y="15"/>
                    <a:pt x="26" y="15"/>
                  </a:cubicBezTo>
                  <a:cubicBezTo>
                    <a:pt x="26" y="16"/>
                    <a:pt x="27" y="16"/>
                    <a:pt x="28" y="17"/>
                  </a:cubicBezTo>
                  <a:cubicBezTo>
                    <a:pt x="28" y="18"/>
                    <a:pt x="30" y="19"/>
                    <a:pt x="30" y="20"/>
                  </a:cubicBezTo>
                  <a:cubicBezTo>
                    <a:pt x="30" y="21"/>
                    <a:pt x="30" y="22"/>
                    <a:pt x="30" y="23"/>
                  </a:cubicBezTo>
                  <a:cubicBezTo>
                    <a:pt x="30" y="24"/>
                    <a:pt x="30" y="25"/>
                    <a:pt x="30" y="25"/>
                  </a:cubicBezTo>
                  <a:cubicBezTo>
                    <a:pt x="29" y="26"/>
                    <a:pt x="30" y="28"/>
                    <a:pt x="30" y="29"/>
                  </a:cubicBezTo>
                  <a:cubicBezTo>
                    <a:pt x="30" y="30"/>
                    <a:pt x="30" y="32"/>
                    <a:pt x="30" y="33"/>
                  </a:cubicBezTo>
                  <a:cubicBezTo>
                    <a:pt x="29" y="33"/>
                    <a:pt x="29" y="35"/>
                    <a:pt x="29" y="35"/>
                  </a:cubicBezTo>
                  <a:cubicBezTo>
                    <a:pt x="29" y="36"/>
                    <a:pt x="29" y="36"/>
                    <a:pt x="29" y="37"/>
                  </a:cubicBezTo>
                  <a:cubicBezTo>
                    <a:pt x="29" y="37"/>
                    <a:pt x="27" y="38"/>
                    <a:pt x="26" y="37"/>
                  </a:cubicBezTo>
                  <a:cubicBezTo>
                    <a:pt x="26" y="37"/>
                    <a:pt x="25" y="35"/>
                    <a:pt x="25" y="35"/>
                  </a:cubicBezTo>
                  <a:cubicBezTo>
                    <a:pt x="25" y="34"/>
                    <a:pt x="24" y="32"/>
                    <a:pt x="24" y="31"/>
                  </a:cubicBezTo>
                  <a:cubicBezTo>
                    <a:pt x="23" y="30"/>
                    <a:pt x="21" y="30"/>
                    <a:pt x="21" y="29"/>
                  </a:cubicBezTo>
                  <a:cubicBezTo>
                    <a:pt x="20" y="29"/>
                    <a:pt x="20" y="28"/>
                    <a:pt x="20" y="27"/>
                  </a:cubicBezTo>
                  <a:cubicBezTo>
                    <a:pt x="20" y="27"/>
                    <a:pt x="19" y="25"/>
                    <a:pt x="19" y="24"/>
                  </a:cubicBezTo>
                  <a:cubicBezTo>
                    <a:pt x="19" y="24"/>
                    <a:pt x="19" y="22"/>
                    <a:pt x="18" y="22"/>
                  </a:cubicBezTo>
                  <a:cubicBezTo>
                    <a:pt x="18" y="22"/>
                    <a:pt x="17" y="21"/>
                    <a:pt x="17" y="22"/>
                  </a:cubicBezTo>
                  <a:cubicBezTo>
                    <a:pt x="17" y="22"/>
                    <a:pt x="16" y="22"/>
                    <a:pt x="16" y="22"/>
                  </a:cubicBezTo>
                  <a:cubicBezTo>
                    <a:pt x="16" y="23"/>
                    <a:pt x="16" y="24"/>
                    <a:pt x="16" y="24"/>
                  </a:cubicBezTo>
                  <a:cubicBezTo>
                    <a:pt x="16" y="25"/>
                    <a:pt x="16" y="26"/>
                    <a:pt x="15" y="26"/>
                  </a:cubicBezTo>
                  <a:cubicBezTo>
                    <a:pt x="14" y="26"/>
                    <a:pt x="13" y="26"/>
                    <a:pt x="12" y="25"/>
                  </a:cubicBezTo>
                  <a:cubicBezTo>
                    <a:pt x="12" y="25"/>
                    <a:pt x="11" y="24"/>
                    <a:pt x="11" y="23"/>
                  </a:cubicBezTo>
                  <a:cubicBezTo>
                    <a:pt x="10" y="22"/>
                    <a:pt x="9" y="20"/>
                    <a:pt x="8" y="19"/>
                  </a:cubicBezTo>
                  <a:cubicBezTo>
                    <a:pt x="8" y="18"/>
                    <a:pt x="6" y="16"/>
                    <a:pt x="5" y="14"/>
                  </a:cubicBezTo>
                  <a:cubicBezTo>
                    <a:pt x="5" y="13"/>
                    <a:pt x="3" y="11"/>
                    <a:pt x="3" y="10"/>
                  </a:cubicBezTo>
                  <a:cubicBezTo>
                    <a:pt x="2" y="9"/>
                    <a:pt x="1" y="7"/>
                    <a:pt x="0" y="6"/>
                  </a:cubicBezTo>
                  <a:cubicBezTo>
                    <a:pt x="1" y="6"/>
                    <a:pt x="1" y="5"/>
                    <a:pt x="1" y="5"/>
                  </a:cubicBezTo>
                  <a:cubicBezTo>
                    <a:pt x="2" y="4"/>
                    <a:pt x="3" y="3"/>
                    <a:pt x="3" y="3"/>
                  </a:cubicBezTo>
                  <a:cubicBezTo>
                    <a:pt x="3" y="2"/>
                    <a:pt x="3" y="0"/>
                    <a:pt x="4" y="0"/>
                  </a:cubicBezTo>
                  <a:cubicBezTo>
                    <a:pt x="5" y="0"/>
                    <a:pt x="5" y="0"/>
                    <a:pt x="5" y="1"/>
                  </a:cubicBezTo>
                  <a:cubicBezTo>
                    <a:pt x="6" y="1"/>
                    <a:pt x="6" y="3"/>
                    <a:pt x="7" y="3"/>
                  </a:cubicBezTo>
                  <a:cubicBezTo>
                    <a:pt x="7" y="3"/>
                    <a:pt x="8" y="4"/>
                    <a:pt x="9" y="4"/>
                  </a:cubicBezTo>
                  <a:cubicBezTo>
                    <a:pt x="10" y="5"/>
                    <a:pt x="11" y="5"/>
                    <a:pt x="12" y="5"/>
                  </a:cubicBezTo>
                  <a:cubicBezTo>
                    <a:pt x="13" y="5"/>
                    <a:pt x="13" y="4"/>
                    <a:pt x="14" y="4"/>
                  </a:cubicBezTo>
                  <a:cubicBezTo>
                    <a:pt x="14" y="4"/>
                    <a:pt x="15" y="5"/>
                    <a:pt x="15" y="5"/>
                  </a:cubicBezTo>
                  <a:cubicBezTo>
                    <a:pt x="16" y="6"/>
                    <a:pt x="19" y="5"/>
                    <a:pt x="20" y="5"/>
                  </a:cubicBezTo>
                  <a:cubicBezTo>
                    <a:pt x="20" y="6"/>
                    <a:pt x="21" y="7"/>
                    <a:pt x="21" y="7"/>
                  </a:cubicBezTo>
                  <a:cubicBezTo>
                    <a:pt x="21" y="7"/>
                    <a:pt x="22" y="7"/>
                    <a:pt x="22" y="7"/>
                  </a:cubicBezTo>
                  <a:cubicBezTo>
                    <a:pt x="22" y="8"/>
                    <a:pt x="22" y="8"/>
                    <a:pt x="23" y="8"/>
                  </a:cubicBezTo>
                  <a:cubicBezTo>
                    <a:pt x="23" y="9"/>
                    <a:pt x="23" y="10"/>
                    <a:pt x="23" y="10"/>
                  </a:cubicBezTo>
                  <a:cubicBezTo>
                    <a:pt x="24" y="11"/>
                    <a:pt x="25" y="11"/>
                    <a:pt x="25" y="11"/>
                  </a:cubicBezTo>
                  <a:cubicBezTo>
                    <a:pt x="25" y="11"/>
                    <a:pt x="25" y="12"/>
                    <a:pt x="25"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7"/>
            <p:cNvSpPr>
              <a:spLocks/>
            </p:cNvSpPr>
            <p:nvPr/>
          </p:nvSpPr>
          <p:spPr bwMode="auto">
            <a:xfrm>
              <a:off x="1657351" y="3816351"/>
              <a:ext cx="47625" cy="92075"/>
            </a:xfrm>
            <a:custGeom>
              <a:avLst/>
              <a:gdLst/>
              <a:ahLst/>
              <a:cxnLst>
                <a:cxn ang="0">
                  <a:pos x="25" y="43"/>
                </a:cxn>
                <a:cxn ang="0">
                  <a:pos x="24" y="46"/>
                </a:cxn>
                <a:cxn ang="0">
                  <a:pos x="21" y="48"/>
                </a:cxn>
                <a:cxn ang="0">
                  <a:pos x="19" y="49"/>
                </a:cxn>
                <a:cxn ang="0">
                  <a:pos x="19" y="49"/>
                </a:cxn>
                <a:cxn ang="0">
                  <a:pos x="18" y="46"/>
                </a:cxn>
                <a:cxn ang="0">
                  <a:pos x="16" y="45"/>
                </a:cxn>
                <a:cxn ang="0">
                  <a:pos x="14" y="43"/>
                </a:cxn>
                <a:cxn ang="0">
                  <a:pos x="13" y="41"/>
                </a:cxn>
                <a:cxn ang="0">
                  <a:pos x="12" y="38"/>
                </a:cxn>
                <a:cxn ang="0">
                  <a:pos x="10" y="37"/>
                </a:cxn>
                <a:cxn ang="0">
                  <a:pos x="9" y="36"/>
                </a:cxn>
                <a:cxn ang="0">
                  <a:pos x="7" y="34"/>
                </a:cxn>
                <a:cxn ang="0">
                  <a:pos x="6" y="32"/>
                </a:cxn>
                <a:cxn ang="0">
                  <a:pos x="5" y="31"/>
                </a:cxn>
                <a:cxn ang="0">
                  <a:pos x="2" y="29"/>
                </a:cxn>
                <a:cxn ang="0">
                  <a:pos x="0" y="28"/>
                </a:cxn>
                <a:cxn ang="0">
                  <a:pos x="0" y="26"/>
                </a:cxn>
                <a:cxn ang="0">
                  <a:pos x="1" y="25"/>
                </a:cxn>
                <a:cxn ang="0">
                  <a:pos x="2" y="25"/>
                </a:cxn>
                <a:cxn ang="0">
                  <a:pos x="4" y="26"/>
                </a:cxn>
                <a:cxn ang="0">
                  <a:pos x="6" y="24"/>
                </a:cxn>
                <a:cxn ang="0">
                  <a:pos x="5" y="21"/>
                </a:cxn>
                <a:cxn ang="0">
                  <a:pos x="4" y="20"/>
                </a:cxn>
                <a:cxn ang="0">
                  <a:pos x="3" y="18"/>
                </a:cxn>
                <a:cxn ang="0">
                  <a:pos x="2" y="16"/>
                </a:cxn>
                <a:cxn ang="0">
                  <a:pos x="1" y="14"/>
                </a:cxn>
                <a:cxn ang="0">
                  <a:pos x="1" y="12"/>
                </a:cxn>
                <a:cxn ang="0">
                  <a:pos x="1" y="10"/>
                </a:cxn>
                <a:cxn ang="0">
                  <a:pos x="1" y="8"/>
                </a:cxn>
                <a:cxn ang="0">
                  <a:pos x="1" y="8"/>
                </a:cxn>
                <a:cxn ang="0">
                  <a:pos x="2" y="5"/>
                </a:cxn>
                <a:cxn ang="0">
                  <a:pos x="2" y="3"/>
                </a:cxn>
                <a:cxn ang="0">
                  <a:pos x="3" y="0"/>
                </a:cxn>
                <a:cxn ang="0">
                  <a:pos x="5" y="0"/>
                </a:cxn>
                <a:cxn ang="0">
                  <a:pos x="6" y="2"/>
                </a:cxn>
                <a:cxn ang="0">
                  <a:pos x="5" y="4"/>
                </a:cxn>
                <a:cxn ang="0">
                  <a:pos x="6" y="6"/>
                </a:cxn>
                <a:cxn ang="0">
                  <a:pos x="7" y="7"/>
                </a:cxn>
                <a:cxn ang="0">
                  <a:pos x="9" y="5"/>
                </a:cxn>
                <a:cxn ang="0">
                  <a:pos x="11" y="6"/>
                </a:cxn>
                <a:cxn ang="0">
                  <a:pos x="13" y="9"/>
                </a:cxn>
                <a:cxn ang="0">
                  <a:pos x="13" y="11"/>
                </a:cxn>
                <a:cxn ang="0">
                  <a:pos x="15" y="13"/>
                </a:cxn>
                <a:cxn ang="0">
                  <a:pos x="17" y="13"/>
                </a:cxn>
                <a:cxn ang="0">
                  <a:pos x="16" y="18"/>
                </a:cxn>
                <a:cxn ang="0">
                  <a:pos x="17" y="23"/>
                </a:cxn>
                <a:cxn ang="0">
                  <a:pos x="18" y="27"/>
                </a:cxn>
                <a:cxn ang="0">
                  <a:pos x="21" y="30"/>
                </a:cxn>
                <a:cxn ang="0">
                  <a:pos x="23" y="34"/>
                </a:cxn>
                <a:cxn ang="0">
                  <a:pos x="24" y="38"/>
                </a:cxn>
                <a:cxn ang="0">
                  <a:pos x="24" y="40"/>
                </a:cxn>
                <a:cxn ang="0">
                  <a:pos x="25" y="43"/>
                </a:cxn>
              </a:cxnLst>
              <a:rect l="0" t="0" r="r" b="b"/>
              <a:pathLst>
                <a:path w="25" h="49">
                  <a:moveTo>
                    <a:pt x="25" y="43"/>
                  </a:moveTo>
                  <a:cubicBezTo>
                    <a:pt x="25" y="44"/>
                    <a:pt x="25" y="45"/>
                    <a:pt x="24" y="46"/>
                  </a:cubicBezTo>
                  <a:cubicBezTo>
                    <a:pt x="24" y="47"/>
                    <a:pt x="22" y="48"/>
                    <a:pt x="21" y="48"/>
                  </a:cubicBezTo>
                  <a:cubicBezTo>
                    <a:pt x="21" y="48"/>
                    <a:pt x="20" y="49"/>
                    <a:pt x="19" y="49"/>
                  </a:cubicBezTo>
                  <a:cubicBezTo>
                    <a:pt x="19" y="49"/>
                    <a:pt x="19" y="49"/>
                    <a:pt x="19" y="49"/>
                  </a:cubicBezTo>
                  <a:cubicBezTo>
                    <a:pt x="18" y="48"/>
                    <a:pt x="18" y="47"/>
                    <a:pt x="18" y="46"/>
                  </a:cubicBezTo>
                  <a:cubicBezTo>
                    <a:pt x="18" y="46"/>
                    <a:pt x="17" y="45"/>
                    <a:pt x="16" y="45"/>
                  </a:cubicBezTo>
                  <a:cubicBezTo>
                    <a:pt x="16" y="44"/>
                    <a:pt x="15" y="44"/>
                    <a:pt x="14" y="43"/>
                  </a:cubicBezTo>
                  <a:cubicBezTo>
                    <a:pt x="14" y="43"/>
                    <a:pt x="14" y="42"/>
                    <a:pt x="13" y="41"/>
                  </a:cubicBezTo>
                  <a:cubicBezTo>
                    <a:pt x="13" y="40"/>
                    <a:pt x="12" y="39"/>
                    <a:pt x="12" y="38"/>
                  </a:cubicBezTo>
                  <a:cubicBezTo>
                    <a:pt x="11" y="38"/>
                    <a:pt x="10" y="37"/>
                    <a:pt x="10" y="37"/>
                  </a:cubicBezTo>
                  <a:cubicBezTo>
                    <a:pt x="10" y="37"/>
                    <a:pt x="9" y="36"/>
                    <a:pt x="9" y="36"/>
                  </a:cubicBezTo>
                  <a:cubicBezTo>
                    <a:pt x="8" y="36"/>
                    <a:pt x="7" y="35"/>
                    <a:pt x="7" y="34"/>
                  </a:cubicBezTo>
                  <a:cubicBezTo>
                    <a:pt x="7" y="33"/>
                    <a:pt x="7" y="32"/>
                    <a:pt x="6" y="32"/>
                  </a:cubicBezTo>
                  <a:cubicBezTo>
                    <a:pt x="6" y="31"/>
                    <a:pt x="5" y="31"/>
                    <a:pt x="5" y="31"/>
                  </a:cubicBezTo>
                  <a:cubicBezTo>
                    <a:pt x="4" y="30"/>
                    <a:pt x="2" y="30"/>
                    <a:pt x="2" y="29"/>
                  </a:cubicBezTo>
                  <a:cubicBezTo>
                    <a:pt x="1" y="29"/>
                    <a:pt x="0" y="28"/>
                    <a:pt x="0" y="28"/>
                  </a:cubicBezTo>
                  <a:cubicBezTo>
                    <a:pt x="0" y="27"/>
                    <a:pt x="0" y="26"/>
                    <a:pt x="0" y="26"/>
                  </a:cubicBezTo>
                  <a:cubicBezTo>
                    <a:pt x="0" y="26"/>
                    <a:pt x="0" y="25"/>
                    <a:pt x="1" y="25"/>
                  </a:cubicBezTo>
                  <a:cubicBezTo>
                    <a:pt x="1" y="25"/>
                    <a:pt x="1" y="25"/>
                    <a:pt x="2" y="25"/>
                  </a:cubicBezTo>
                  <a:cubicBezTo>
                    <a:pt x="2" y="25"/>
                    <a:pt x="3" y="26"/>
                    <a:pt x="4" y="26"/>
                  </a:cubicBezTo>
                  <a:cubicBezTo>
                    <a:pt x="4" y="25"/>
                    <a:pt x="6" y="25"/>
                    <a:pt x="6" y="24"/>
                  </a:cubicBezTo>
                  <a:cubicBezTo>
                    <a:pt x="6" y="24"/>
                    <a:pt x="5" y="22"/>
                    <a:pt x="5" y="21"/>
                  </a:cubicBezTo>
                  <a:cubicBezTo>
                    <a:pt x="5" y="21"/>
                    <a:pt x="4" y="20"/>
                    <a:pt x="4" y="20"/>
                  </a:cubicBezTo>
                  <a:cubicBezTo>
                    <a:pt x="4" y="19"/>
                    <a:pt x="3" y="18"/>
                    <a:pt x="3" y="18"/>
                  </a:cubicBezTo>
                  <a:cubicBezTo>
                    <a:pt x="3" y="17"/>
                    <a:pt x="2" y="16"/>
                    <a:pt x="2" y="16"/>
                  </a:cubicBezTo>
                  <a:cubicBezTo>
                    <a:pt x="2" y="15"/>
                    <a:pt x="2" y="15"/>
                    <a:pt x="1" y="14"/>
                  </a:cubicBezTo>
                  <a:cubicBezTo>
                    <a:pt x="1" y="14"/>
                    <a:pt x="1" y="13"/>
                    <a:pt x="1" y="12"/>
                  </a:cubicBezTo>
                  <a:cubicBezTo>
                    <a:pt x="1" y="12"/>
                    <a:pt x="1" y="10"/>
                    <a:pt x="1" y="10"/>
                  </a:cubicBezTo>
                  <a:cubicBezTo>
                    <a:pt x="1" y="9"/>
                    <a:pt x="1" y="8"/>
                    <a:pt x="1" y="8"/>
                  </a:cubicBezTo>
                  <a:cubicBezTo>
                    <a:pt x="1" y="8"/>
                    <a:pt x="1" y="8"/>
                    <a:pt x="1" y="8"/>
                  </a:cubicBezTo>
                  <a:cubicBezTo>
                    <a:pt x="2" y="7"/>
                    <a:pt x="2" y="6"/>
                    <a:pt x="2" y="5"/>
                  </a:cubicBezTo>
                  <a:cubicBezTo>
                    <a:pt x="2" y="4"/>
                    <a:pt x="2" y="3"/>
                    <a:pt x="2" y="3"/>
                  </a:cubicBezTo>
                  <a:cubicBezTo>
                    <a:pt x="2" y="2"/>
                    <a:pt x="3" y="1"/>
                    <a:pt x="3" y="0"/>
                  </a:cubicBezTo>
                  <a:cubicBezTo>
                    <a:pt x="3" y="0"/>
                    <a:pt x="4" y="0"/>
                    <a:pt x="5" y="0"/>
                  </a:cubicBezTo>
                  <a:cubicBezTo>
                    <a:pt x="5" y="0"/>
                    <a:pt x="6" y="1"/>
                    <a:pt x="6" y="2"/>
                  </a:cubicBezTo>
                  <a:cubicBezTo>
                    <a:pt x="6" y="2"/>
                    <a:pt x="5" y="3"/>
                    <a:pt x="5" y="4"/>
                  </a:cubicBezTo>
                  <a:cubicBezTo>
                    <a:pt x="5" y="4"/>
                    <a:pt x="5" y="6"/>
                    <a:pt x="6" y="6"/>
                  </a:cubicBezTo>
                  <a:cubicBezTo>
                    <a:pt x="6" y="7"/>
                    <a:pt x="7" y="7"/>
                    <a:pt x="7" y="7"/>
                  </a:cubicBezTo>
                  <a:cubicBezTo>
                    <a:pt x="8" y="7"/>
                    <a:pt x="8" y="5"/>
                    <a:pt x="9" y="5"/>
                  </a:cubicBezTo>
                  <a:cubicBezTo>
                    <a:pt x="10" y="5"/>
                    <a:pt x="11" y="6"/>
                    <a:pt x="11" y="6"/>
                  </a:cubicBezTo>
                  <a:cubicBezTo>
                    <a:pt x="12" y="7"/>
                    <a:pt x="13" y="8"/>
                    <a:pt x="13" y="9"/>
                  </a:cubicBezTo>
                  <a:cubicBezTo>
                    <a:pt x="13" y="9"/>
                    <a:pt x="13" y="10"/>
                    <a:pt x="13" y="11"/>
                  </a:cubicBezTo>
                  <a:cubicBezTo>
                    <a:pt x="14" y="11"/>
                    <a:pt x="14" y="13"/>
                    <a:pt x="15" y="13"/>
                  </a:cubicBezTo>
                  <a:cubicBezTo>
                    <a:pt x="15" y="13"/>
                    <a:pt x="16" y="13"/>
                    <a:pt x="17" y="13"/>
                  </a:cubicBezTo>
                  <a:cubicBezTo>
                    <a:pt x="17" y="15"/>
                    <a:pt x="16" y="17"/>
                    <a:pt x="16" y="18"/>
                  </a:cubicBezTo>
                  <a:cubicBezTo>
                    <a:pt x="16" y="19"/>
                    <a:pt x="16" y="22"/>
                    <a:pt x="17" y="23"/>
                  </a:cubicBezTo>
                  <a:cubicBezTo>
                    <a:pt x="17" y="24"/>
                    <a:pt x="18" y="26"/>
                    <a:pt x="18" y="27"/>
                  </a:cubicBezTo>
                  <a:cubicBezTo>
                    <a:pt x="19" y="28"/>
                    <a:pt x="20" y="29"/>
                    <a:pt x="21" y="30"/>
                  </a:cubicBezTo>
                  <a:cubicBezTo>
                    <a:pt x="21" y="31"/>
                    <a:pt x="23" y="33"/>
                    <a:pt x="23" y="34"/>
                  </a:cubicBezTo>
                  <a:cubicBezTo>
                    <a:pt x="23" y="35"/>
                    <a:pt x="24" y="37"/>
                    <a:pt x="24" y="38"/>
                  </a:cubicBezTo>
                  <a:cubicBezTo>
                    <a:pt x="24" y="38"/>
                    <a:pt x="24" y="40"/>
                    <a:pt x="24" y="40"/>
                  </a:cubicBezTo>
                  <a:cubicBezTo>
                    <a:pt x="24" y="41"/>
                    <a:pt x="25" y="42"/>
                    <a:pt x="25" y="4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18"/>
            <p:cNvSpPr>
              <a:spLocks/>
            </p:cNvSpPr>
            <p:nvPr/>
          </p:nvSpPr>
          <p:spPr bwMode="auto">
            <a:xfrm>
              <a:off x="1528763" y="3832226"/>
              <a:ext cx="100013" cy="131763"/>
            </a:xfrm>
            <a:custGeom>
              <a:avLst/>
              <a:gdLst/>
              <a:ahLst/>
              <a:cxnLst>
                <a:cxn ang="0">
                  <a:pos x="47" y="16"/>
                </a:cxn>
                <a:cxn ang="0">
                  <a:pos x="49" y="21"/>
                </a:cxn>
                <a:cxn ang="0">
                  <a:pos x="50" y="28"/>
                </a:cxn>
                <a:cxn ang="0">
                  <a:pos x="48" y="31"/>
                </a:cxn>
                <a:cxn ang="0">
                  <a:pos x="52" y="37"/>
                </a:cxn>
                <a:cxn ang="0">
                  <a:pos x="53" y="40"/>
                </a:cxn>
                <a:cxn ang="0">
                  <a:pos x="52" y="42"/>
                </a:cxn>
                <a:cxn ang="0">
                  <a:pos x="47" y="43"/>
                </a:cxn>
                <a:cxn ang="0">
                  <a:pos x="41" y="44"/>
                </a:cxn>
                <a:cxn ang="0">
                  <a:pos x="36" y="45"/>
                </a:cxn>
                <a:cxn ang="0">
                  <a:pos x="37" y="49"/>
                </a:cxn>
                <a:cxn ang="0">
                  <a:pos x="36" y="53"/>
                </a:cxn>
                <a:cxn ang="0">
                  <a:pos x="34" y="55"/>
                </a:cxn>
                <a:cxn ang="0">
                  <a:pos x="38" y="61"/>
                </a:cxn>
                <a:cxn ang="0">
                  <a:pos x="39" y="66"/>
                </a:cxn>
                <a:cxn ang="0">
                  <a:pos x="35" y="68"/>
                </a:cxn>
                <a:cxn ang="0">
                  <a:pos x="29" y="70"/>
                </a:cxn>
                <a:cxn ang="0">
                  <a:pos x="26" y="67"/>
                </a:cxn>
                <a:cxn ang="0">
                  <a:pos x="23" y="68"/>
                </a:cxn>
                <a:cxn ang="0">
                  <a:pos x="19" y="61"/>
                </a:cxn>
                <a:cxn ang="0">
                  <a:pos x="19" y="57"/>
                </a:cxn>
                <a:cxn ang="0">
                  <a:pos x="17" y="58"/>
                </a:cxn>
                <a:cxn ang="0">
                  <a:pos x="15" y="56"/>
                </a:cxn>
                <a:cxn ang="0">
                  <a:pos x="13" y="51"/>
                </a:cxn>
                <a:cxn ang="0">
                  <a:pos x="10" y="51"/>
                </a:cxn>
                <a:cxn ang="0">
                  <a:pos x="8" y="50"/>
                </a:cxn>
                <a:cxn ang="0">
                  <a:pos x="8" y="48"/>
                </a:cxn>
                <a:cxn ang="0">
                  <a:pos x="5" y="48"/>
                </a:cxn>
                <a:cxn ang="0">
                  <a:pos x="5" y="42"/>
                </a:cxn>
                <a:cxn ang="0">
                  <a:pos x="7" y="37"/>
                </a:cxn>
                <a:cxn ang="0">
                  <a:pos x="10" y="34"/>
                </a:cxn>
                <a:cxn ang="0">
                  <a:pos x="6" y="30"/>
                </a:cxn>
                <a:cxn ang="0">
                  <a:pos x="5" y="25"/>
                </a:cxn>
                <a:cxn ang="0">
                  <a:pos x="1" y="17"/>
                </a:cxn>
                <a:cxn ang="0">
                  <a:pos x="2" y="14"/>
                </a:cxn>
                <a:cxn ang="0">
                  <a:pos x="5" y="11"/>
                </a:cxn>
                <a:cxn ang="0">
                  <a:pos x="3" y="6"/>
                </a:cxn>
                <a:cxn ang="0">
                  <a:pos x="4" y="4"/>
                </a:cxn>
                <a:cxn ang="0">
                  <a:pos x="9" y="3"/>
                </a:cxn>
                <a:cxn ang="0">
                  <a:pos x="15" y="0"/>
                </a:cxn>
                <a:cxn ang="0">
                  <a:pos x="21" y="1"/>
                </a:cxn>
                <a:cxn ang="0">
                  <a:pos x="18" y="4"/>
                </a:cxn>
                <a:cxn ang="0">
                  <a:pos x="15" y="7"/>
                </a:cxn>
                <a:cxn ang="0">
                  <a:pos x="18" y="11"/>
                </a:cxn>
                <a:cxn ang="0">
                  <a:pos x="20" y="13"/>
                </a:cxn>
                <a:cxn ang="0">
                  <a:pos x="24" y="11"/>
                </a:cxn>
                <a:cxn ang="0">
                  <a:pos x="26" y="8"/>
                </a:cxn>
                <a:cxn ang="0">
                  <a:pos x="29" y="10"/>
                </a:cxn>
                <a:cxn ang="0">
                  <a:pos x="35" y="9"/>
                </a:cxn>
                <a:cxn ang="0">
                  <a:pos x="40" y="11"/>
                </a:cxn>
                <a:cxn ang="0">
                  <a:pos x="45" y="12"/>
                </a:cxn>
                <a:cxn ang="0">
                  <a:pos x="47" y="16"/>
                </a:cxn>
              </a:cxnLst>
              <a:rect l="0" t="0" r="r" b="b"/>
              <a:pathLst>
                <a:path w="53" h="70">
                  <a:moveTo>
                    <a:pt x="47" y="16"/>
                  </a:moveTo>
                  <a:cubicBezTo>
                    <a:pt x="47" y="16"/>
                    <a:pt x="47" y="16"/>
                    <a:pt x="47" y="16"/>
                  </a:cubicBezTo>
                  <a:cubicBezTo>
                    <a:pt x="47" y="17"/>
                    <a:pt x="48" y="18"/>
                    <a:pt x="48" y="19"/>
                  </a:cubicBezTo>
                  <a:cubicBezTo>
                    <a:pt x="48" y="19"/>
                    <a:pt x="49" y="20"/>
                    <a:pt x="49" y="21"/>
                  </a:cubicBezTo>
                  <a:cubicBezTo>
                    <a:pt x="50" y="22"/>
                    <a:pt x="50" y="24"/>
                    <a:pt x="50" y="24"/>
                  </a:cubicBezTo>
                  <a:cubicBezTo>
                    <a:pt x="50" y="25"/>
                    <a:pt x="50" y="27"/>
                    <a:pt x="50" y="28"/>
                  </a:cubicBezTo>
                  <a:cubicBezTo>
                    <a:pt x="50" y="28"/>
                    <a:pt x="49" y="29"/>
                    <a:pt x="48" y="30"/>
                  </a:cubicBezTo>
                  <a:cubicBezTo>
                    <a:pt x="48" y="30"/>
                    <a:pt x="48" y="31"/>
                    <a:pt x="48" y="31"/>
                  </a:cubicBezTo>
                  <a:cubicBezTo>
                    <a:pt x="48" y="32"/>
                    <a:pt x="49" y="34"/>
                    <a:pt x="50" y="34"/>
                  </a:cubicBezTo>
                  <a:cubicBezTo>
                    <a:pt x="50" y="35"/>
                    <a:pt x="52" y="36"/>
                    <a:pt x="52" y="37"/>
                  </a:cubicBezTo>
                  <a:cubicBezTo>
                    <a:pt x="52" y="37"/>
                    <a:pt x="53" y="38"/>
                    <a:pt x="53" y="38"/>
                  </a:cubicBezTo>
                  <a:cubicBezTo>
                    <a:pt x="53" y="39"/>
                    <a:pt x="53" y="40"/>
                    <a:pt x="53" y="40"/>
                  </a:cubicBezTo>
                  <a:cubicBezTo>
                    <a:pt x="53" y="41"/>
                    <a:pt x="53" y="41"/>
                    <a:pt x="53" y="42"/>
                  </a:cubicBezTo>
                  <a:cubicBezTo>
                    <a:pt x="53" y="42"/>
                    <a:pt x="52" y="42"/>
                    <a:pt x="52" y="42"/>
                  </a:cubicBezTo>
                  <a:cubicBezTo>
                    <a:pt x="51" y="42"/>
                    <a:pt x="50" y="43"/>
                    <a:pt x="50" y="43"/>
                  </a:cubicBezTo>
                  <a:cubicBezTo>
                    <a:pt x="49" y="43"/>
                    <a:pt x="48" y="43"/>
                    <a:pt x="47" y="43"/>
                  </a:cubicBezTo>
                  <a:cubicBezTo>
                    <a:pt x="47" y="43"/>
                    <a:pt x="45" y="44"/>
                    <a:pt x="44" y="44"/>
                  </a:cubicBezTo>
                  <a:cubicBezTo>
                    <a:pt x="43" y="44"/>
                    <a:pt x="42" y="44"/>
                    <a:pt x="41" y="44"/>
                  </a:cubicBezTo>
                  <a:cubicBezTo>
                    <a:pt x="41" y="44"/>
                    <a:pt x="39" y="43"/>
                    <a:pt x="39" y="43"/>
                  </a:cubicBezTo>
                  <a:cubicBezTo>
                    <a:pt x="38" y="43"/>
                    <a:pt x="37" y="44"/>
                    <a:pt x="36" y="45"/>
                  </a:cubicBezTo>
                  <a:cubicBezTo>
                    <a:pt x="36" y="45"/>
                    <a:pt x="36" y="46"/>
                    <a:pt x="36" y="46"/>
                  </a:cubicBezTo>
                  <a:cubicBezTo>
                    <a:pt x="36" y="47"/>
                    <a:pt x="37" y="49"/>
                    <a:pt x="37" y="49"/>
                  </a:cubicBezTo>
                  <a:cubicBezTo>
                    <a:pt x="37" y="50"/>
                    <a:pt x="37" y="51"/>
                    <a:pt x="37" y="52"/>
                  </a:cubicBezTo>
                  <a:cubicBezTo>
                    <a:pt x="37" y="52"/>
                    <a:pt x="36" y="53"/>
                    <a:pt x="36" y="53"/>
                  </a:cubicBezTo>
                  <a:cubicBezTo>
                    <a:pt x="36" y="53"/>
                    <a:pt x="34" y="53"/>
                    <a:pt x="34" y="53"/>
                  </a:cubicBezTo>
                  <a:cubicBezTo>
                    <a:pt x="34" y="53"/>
                    <a:pt x="34" y="54"/>
                    <a:pt x="34" y="55"/>
                  </a:cubicBezTo>
                  <a:cubicBezTo>
                    <a:pt x="35" y="55"/>
                    <a:pt x="36" y="56"/>
                    <a:pt x="37" y="56"/>
                  </a:cubicBezTo>
                  <a:cubicBezTo>
                    <a:pt x="37" y="57"/>
                    <a:pt x="37" y="60"/>
                    <a:pt x="38" y="61"/>
                  </a:cubicBezTo>
                  <a:cubicBezTo>
                    <a:pt x="38" y="61"/>
                    <a:pt x="37" y="63"/>
                    <a:pt x="38" y="64"/>
                  </a:cubicBezTo>
                  <a:cubicBezTo>
                    <a:pt x="38" y="64"/>
                    <a:pt x="39" y="65"/>
                    <a:pt x="39" y="66"/>
                  </a:cubicBezTo>
                  <a:cubicBezTo>
                    <a:pt x="39" y="67"/>
                    <a:pt x="39" y="68"/>
                    <a:pt x="38" y="68"/>
                  </a:cubicBezTo>
                  <a:cubicBezTo>
                    <a:pt x="38" y="69"/>
                    <a:pt x="35" y="69"/>
                    <a:pt x="35" y="68"/>
                  </a:cubicBezTo>
                  <a:cubicBezTo>
                    <a:pt x="34" y="68"/>
                    <a:pt x="32" y="68"/>
                    <a:pt x="32" y="68"/>
                  </a:cubicBezTo>
                  <a:cubicBezTo>
                    <a:pt x="31" y="68"/>
                    <a:pt x="30" y="70"/>
                    <a:pt x="29" y="70"/>
                  </a:cubicBezTo>
                  <a:cubicBezTo>
                    <a:pt x="29" y="70"/>
                    <a:pt x="27" y="69"/>
                    <a:pt x="27" y="69"/>
                  </a:cubicBezTo>
                  <a:cubicBezTo>
                    <a:pt x="27" y="68"/>
                    <a:pt x="26" y="67"/>
                    <a:pt x="26" y="67"/>
                  </a:cubicBezTo>
                  <a:cubicBezTo>
                    <a:pt x="26" y="67"/>
                    <a:pt x="24" y="67"/>
                    <a:pt x="24" y="67"/>
                  </a:cubicBezTo>
                  <a:cubicBezTo>
                    <a:pt x="24" y="67"/>
                    <a:pt x="23" y="68"/>
                    <a:pt x="23" y="68"/>
                  </a:cubicBezTo>
                  <a:cubicBezTo>
                    <a:pt x="21" y="66"/>
                    <a:pt x="20" y="65"/>
                    <a:pt x="20" y="64"/>
                  </a:cubicBezTo>
                  <a:cubicBezTo>
                    <a:pt x="19" y="63"/>
                    <a:pt x="19" y="62"/>
                    <a:pt x="19" y="61"/>
                  </a:cubicBezTo>
                  <a:cubicBezTo>
                    <a:pt x="18" y="60"/>
                    <a:pt x="19" y="59"/>
                    <a:pt x="19" y="59"/>
                  </a:cubicBezTo>
                  <a:cubicBezTo>
                    <a:pt x="19" y="58"/>
                    <a:pt x="19" y="57"/>
                    <a:pt x="19" y="57"/>
                  </a:cubicBezTo>
                  <a:cubicBezTo>
                    <a:pt x="19" y="57"/>
                    <a:pt x="18" y="57"/>
                    <a:pt x="18" y="57"/>
                  </a:cubicBezTo>
                  <a:cubicBezTo>
                    <a:pt x="18" y="57"/>
                    <a:pt x="17" y="58"/>
                    <a:pt x="17" y="58"/>
                  </a:cubicBezTo>
                  <a:cubicBezTo>
                    <a:pt x="17" y="58"/>
                    <a:pt x="16" y="58"/>
                    <a:pt x="16" y="58"/>
                  </a:cubicBezTo>
                  <a:cubicBezTo>
                    <a:pt x="15" y="58"/>
                    <a:pt x="15" y="57"/>
                    <a:pt x="15" y="56"/>
                  </a:cubicBezTo>
                  <a:cubicBezTo>
                    <a:pt x="14" y="55"/>
                    <a:pt x="14" y="54"/>
                    <a:pt x="14" y="54"/>
                  </a:cubicBezTo>
                  <a:cubicBezTo>
                    <a:pt x="14" y="53"/>
                    <a:pt x="13" y="52"/>
                    <a:pt x="13" y="51"/>
                  </a:cubicBezTo>
                  <a:cubicBezTo>
                    <a:pt x="12" y="51"/>
                    <a:pt x="12" y="50"/>
                    <a:pt x="11" y="50"/>
                  </a:cubicBezTo>
                  <a:cubicBezTo>
                    <a:pt x="11" y="50"/>
                    <a:pt x="10" y="51"/>
                    <a:pt x="10" y="51"/>
                  </a:cubicBezTo>
                  <a:cubicBezTo>
                    <a:pt x="9" y="51"/>
                    <a:pt x="8" y="51"/>
                    <a:pt x="8" y="51"/>
                  </a:cubicBezTo>
                  <a:cubicBezTo>
                    <a:pt x="7" y="51"/>
                    <a:pt x="7" y="50"/>
                    <a:pt x="8" y="50"/>
                  </a:cubicBezTo>
                  <a:cubicBezTo>
                    <a:pt x="8" y="49"/>
                    <a:pt x="9" y="49"/>
                    <a:pt x="9" y="49"/>
                  </a:cubicBezTo>
                  <a:cubicBezTo>
                    <a:pt x="9" y="48"/>
                    <a:pt x="8" y="48"/>
                    <a:pt x="8" y="48"/>
                  </a:cubicBezTo>
                  <a:cubicBezTo>
                    <a:pt x="7" y="47"/>
                    <a:pt x="6" y="48"/>
                    <a:pt x="5" y="48"/>
                  </a:cubicBezTo>
                  <a:cubicBezTo>
                    <a:pt x="5" y="48"/>
                    <a:pt x="5" y="48"/>
                    <a:pt x="5" y="48"/>
                  </a:cubicBezTo>
                  <a:cubicBezTo>
                    <a:pt x="5" y="47"/>
                    <a:pt x="5" y="46"/>
                    <a:pt x="5" y="46"/>
                  </a:cubicBezTo>
                  <a:cubicBezTo>
                    <a:pt x="5" y="45"/>
                    <a:pt x="5" y="43"/>
                    <a:pt x="5" y="42"/>
                  </a:cubicBezTo>
                  <a:cubicBezTo>
                    <a:pt x="5" y="41"/>
                    <a:pt x="5" y="40"/>
                    <a:pt x="5" y="39"/>
                  </a:cubicBezTo>
                  <a:cubicBezTo>
                    <a:pt x="5" y="39"/>
                    <a:pt x="6" y="38"/>
                    <a:pt x="7" y="37"/>
                  </a:cubicBezTo>
                  <a:cubicBezTo>
                    <a:pt x="7" y="37"/>
                    <a:pt x="9" y="36"/>
                    <a:pt x="9" y="36"/>
                  </a:cubicBezTo>
                  <a:cubicBezTo>
                    <a:pt x="10" y="35"/>
                    <a:pt x="10" y="34"/>
                    <a:pt x="10" y="34"/>
                  </a:cubicBezTo>
                  <a:cubicBezTo>
                    <a:pt x="10" y="33"/>
                    <a:pt x="10" y="31"/>
                    <a:pt x="9" y="31"/>
                  </a:cubicBezTo>
                  <a:cubicBezTo>
                    <a:pt x="9" y="30"/>
                    <a:pt x="7" y="31"/>
                    <a:pt x="6" y="30"/>
                  </a:cubicBezTo>
                  <a:cubicBezTo>
                    <a:pt x="6" y="30"/>
                    <a:pt x="5" y="29"/>
                    <a:pt x="5" y="28"/>
                  </a:cubicBezTo>
                  <a:cubicBezTo>
                    <a:pt x="4" y="28"/>
                    <a:pt x="5" y="26"/>
                    <a:pt x="5" y="25"/>
                  </a:cubicBezTo>
                  <a:cubicBezTo>
                    <a:pt x="4" y="24"/>
                    <a:pt x="3" y="22"/>
                    <a:pt x="3" y="20"/>
                  </a:cubicBezTo>
                  <a:cubicBezTo>
                    <a:pt x="2" y="19"/>
                    <a:pt x="2" y="18"/>
                    <a:pt x="1" y="17"/>
                  </a:cubicBezTo>
                  <a:cubicBezTo>
                    <a:pt x="1" y="16"/>
                    <a:pt x="0" y="16"/>
                    <a:pt x="0" y="16"/>
                  </a:cubicBezTo>
                  <a:cubicBezTo>
                    <a:pt x="1" y="15"/>
                    <a:pt x="1" y="14"/>
                    <a:pt x="2" y="14"/>
                  </a:cubicBezTo>
                  <a:cubicBezTo>
                    <a:pt x="2" y="13"/>
                    <a:pt x="4" y="13"/>
                    <a:pt x="5" y="13"/>
                  </a:cubicBezTo>
                  <a:cubicBezTo>
                    <a:pt x="5" y="12"/>
                    <a:pt x="5" y="11"/>
                    <a:pt x="5" y="11"/>
                  </a:cubicBezTo>
                  <a:cubicBezTo>
                    <a:pt x="5" y="10"/>
                    <a:pt x="5" y="9"/>
                    <a:pt x="5" y="8"/>
                  </a:cubicBezTo>
                  <a:cubicBezTo>
                    <a:pt x="4" y="7"/>
                    <a:pt x="3" y="7"/>
                    <a:pt x="3" y="6"/>
                  </a:cubicBezTo>
                  <a:cubicBezTo>
                    <a:pt x="2" y="6"/>
                    <a:pt x="2" y="5"/>
                    <a:pt x="3" y="5"/>
                  </a:cubicBezTo>
                  <a:cubicBezTo>
                    <a:pt x="3" y="4"/>
                    <a:pt x="4" y="4"/>
                    <a:pt x="4" y="4"/>
                  </a:cubicBezTo>
                  <a:cubicBezTo>
                    <a:pt x="5" y="4"/>
                    <a:pt x="6" y="4"/>
                    <a:pt x="6" y="4"/>
                  </a:cubicBezTo>
                  <a:cubicBezTo>
                    <a:pt x="7" y="4"/>
                    <a:pt x="8" y="4"/>
                    <a:pt x="9" y="3"/>
                  </a:cubicBezTo>
                  <a:cubicBezTo>
                    <a:pt x="9" y="3"/>
                    <a:pt x="10" y="2"/>
                    <a:pt x="11" y="2"/>
                  </a:cubicBezTo>
                  <a:cubicBezTo>
                    <a:pt x="12" y="1"/>
                    <a:pt x="14" y="0"/>
                    <a:pt x="15" y="0"/>
                  </a:cubicBezTo>
                  <a:cubicBezTo>
                    <a:pt x="16" y="0"/>
                    <a:pt x="17" y="0"/>
                    <a:pt x="18" y="1"/>
                  </a:cubicBezTo>
                  <a:cubicBezTo>
                    <a:pt x="19" y="1"/>
                    <a:pt x="20" y="1"/>
                    <a:pt x="21" y="1"/>
                  </a:cubicBezTo>
                  <a:cubicBezTo>
                    <a:pt x="21" y="1"/>
                    <a:pt x="20" y="2"/>
                    <a:pt x="20" y="2"/>
                  </a:cubicBezTo>
                  <a:cubicBezTo>
                    <a:pt x="20" y="3"/>
                    <a:pt x="19" y="4"/>
                    <a:pt x="18" y="4"/>
                  </a:cubicBezTo>
                  <a:cubicBezTo>
                    <a:pt x="17" y="5"/>
                    <a:pt x="16" y="5"/>
                    <a:pt x="16" y="6"/>
                  </a:cubicBezTo>
                  <a:cubicBezTo>
                    <a:pt x="15" y="6"/>
                    <a:pt x="15" y="7"/>
                    <a:pt x="15" y="7"/>
                  </a:cubicBezTo>
                  <a:cubicBezTo>
                    <a:pt x="15" y="8"/>
                    <a:pt x="15" y="9"/>
                    <a:pt x="15" y="9"/>
                  </a:cubicBezTo>
                  <a:cubicBezTo>
                    <a:pt x="16" y="10"/>
                    <a:pt x="17" y="10"/>
                    <a:pt x="18" y="11"/>
                  </a:cubicBezTo>
                  <a:cubicBezTo>
                    <a:pt x="18" y="11"/>
                    <a:pt x="17" y="13"/>
                    <a:pt x="18" y="13"/>
                  </a:cubicBezTo>
                  <a:cubicBezTo>
                    <a:pt x="18" y="13"/>
                    <a:pt x="19" y="13"/>
                    <a:pt x="20" y="13"/>
                  </a:cubicBezTo>
                  <a:cubicBezTo>
                    <a:pt x="20" y="12"/>
                    <a:pt x="21" y="11"/>
                    <a:pt x="22" y="11"/>
                  </a:cubicBezTo>
                  <a:cubicBezTo>
                    <a:pt x="22" y="11"/>
                    <a:pt x="24" y="11"/>
                    <a:pt x="24" y="11"/>
                  </a:cubicBezTo>
                  <a:cubicBezTo>
                    <a:pt x="25" y="11"/>
                    <a:pt x="25" y="10"/>
                    <a:pt x="26" y="10"/>
                  </a:cubicBezTo>
                  <a:cubicBezTo>
                    <a:pt x="26" y="10"/>
                    <a:pt x="26" y="8"/>
                    <a:pt x="26" y="8"/>
                  </a:cubicBezTo>
                  <a:cubicBezTo>
                    <a:pt x="27" y="8"/>
                    <a:pt x="28" y="8"/>
                    <a:pt x="28" y="8"/>
                  </a:cubicBezTo>
                  <a:cubicBezTo>
                    <a:pt x="29" y="8"/>
                    <a:pt x="29" y="10"/>
                    <a:pt x="29" y="10"/>
                  </a:cubicBezTo>
                  <a:cubicBezTo>
                    <a:pt x="30" y="10"/>
                    <a:pt x="32" y="10"/>
                    <a:pt x="33" y="10"/>
                  </a:cubicBezTo>
                  <a:cubicBezTo>
                    <a:pt x="33" y="10"/>
                    <a:pt x="34" y="9"/>
                    <a:pt x="35" y="9"/>
                  </a:cubicBezTo>
                  <a:cubicBezTo>
                    <a:pt x="35" y="9"/>
                    <a:pt x="36" y="9"/>
                    <a:pt x="37" y="9"/>
                  </a:cubicBezTo>
                  <a:cubicBezTo>
                    <a:pt x="38" y="9"/>
                    <a:pt x="39" y="10"/>
                    <a:pt x="40" y="11"/>
                  </a:cubicBezTo>
                  <a:cubicBezTo>
                    <a:pt x="41" y="11"/>
                    <a:pt x="42" y="11"/>
                    <a:pt x="43" y="11"/>
                  </a:cubicBezTo>
                  <a:cubicBezTo>
                    <a:pt x="44" y="11"/>
                    <a:pt x="45" y="12"/>
                    <a:pt x="45" y="12"/>
                  </a:cubicBezTo>
                  <a:cubicBezTo>
                    <a:pt x="46" y="12"/>
                    <a:pt x="46" y="13"/>
                    <a:pt x="47" y="13"/>
                  </a:cubicBezTo>
                  <a:cubicBezTo>
                    <a:pt x="47" y="14"/>
                    <a:pt x="46" y="15"/>
                    <a:pt x="47" y="1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9"/>
            <p:cNvSpPr>
              <a:spLocks/>
            </p:cNvSpPr>
            <p:nvPr/>
          </p:nvSpPr>
          <p:spPr bwMode="auto">
            <a:xfrm>
              <a:off x="1573213" y="3911601"/>
              <a:ext cx="76200" cy="80963"/>
            </a:xfrm>
            <a:custGeom>
              <a:avLst/>
              <a:gdLst/>
              <a:ahLst/>
              <a:cxnLst>
                <a:cxn ang="0">
                  <a:pos x="41" y="25"/>
                </a:cxn>
                <a:cxn ang="0">
                  <a:pos x="39" y="29"/>
                </a:cxn>
                <a:cxn ang="0">
                  <a:pos x="38" y="33"/>
                </a:cxn>
                <a:cxn ang="0">
                  <a:pos x="36" y="35"/>
                </a:cxn>
                <a:cxn ang="0">
                  <a:pos x="31" y="34"/>
                </a:cxn>
                <a:cxn ang="0">
                  <a:pos x="28" y="34"/>
                </a:cxn>
                <a:cxn ang="0">
                  <a:pos x="26" y="36"/>
                </a:cxn>
                <a:cxn ang="0">
                  <a:pos x="23" y="39"/>
                </a:cxn>
                <a:cxn ang="0">
                  <a:pos x="20" y="39"/>
                </a:cxn>
                <a:cxn ang="0">
                  <a:pos x="17" y="39"/>
                </a:cxn>
                <a:cxn ang="0">
                  <a:pos x="13" y="37"/>
                </a:cxn>
                <a:cxn ang="0">
                  <a:pos x="12" y="41"/>
                </a:cxn>
                <a:cxn ang="0">
                  <a:pos x="9" y="42"/>
                </a:cxn>
                <a:cxn ang="0">
                  <a:pos x="5" y="36"/>
                </a:cxn>
                <a:cxn ang="0">
                  <a:pos x="2" y="28"/>
                </a:cxn>
                <a:cxn ang="0">
                  <a:pos x="1" y="25"/>
                </a:cxn>
                <a:cxn ang="0">
                  <a:pos x="4" y="27"/>
                </a:cxn>
                <a:cxn ang="0">
                  <a:pos x="9" y="26"/>
                </a:cxn>
                <a:cxn ang="0">
                  <a:pos x="15" y="26"/>
                </a:cxn>
                <a:cxn ang="0">
                  <a:pos x="15" y="22"/>
                </a:cxn>
                <a:cxn ang="0">
                  <a:pos x="14" y="14"/>
                </a:cxn>
                <a:cxn ang="0">
                  <a:pos x="11" y="11"/>
                </a:cxn>
                <a:cxn ang="0">
                  <a:pos x="14" y="10"/>
                </a:cxn>
                <a:cxn ang="0">
                  <a:pos x="13" y="4"/>
                </a:cxn>
                <a:cxn ang="0">
                  <a:pos x="16" y="1"/>
                </a:cxn>
                <a:cxn ang="0">
                  <a:pos x="21" y="2"/>
                </a:cxn>
                <a:cxn ang="0">
                  <a:pos x="27" y="1"/>
                </a:cxn>
                <a:cxn ang="0">
                  <a:pos x="30" y="0"/>
                </a:cxn>
                <a:cxn ang="0">
                  <a:pos x="34" y="3"/>
                </a:cxn>
                <a:cxn ang="0">
                  <a:pos x="38" y="7"/>
                </a:cxn>
                <a:cxn ang="0">
                  <a:pos x="41" y="12"/>
                </a:cxn>
                <a:cxn ang="0">
                  <a:pos x="39" y="17"/>
                </a:cxn>
                <a:cxn ang="0">
                  <a:pos x="39" y="21"/>
                </a:cxn>
              </a:cxnLst>
              <a:rect l="0" t="0" r="r" b="b"/>
              <a:pathLst>
                <a:path w="41" h="43">
                  <a:moveTo>
                    <a:pt x="41" y="23"/>
                  </a:moveTo>
                  <a:cubicBezTo>
                    <a:pt x="41" y="23"/>
                    <a:pt x="41" y="24"/>
                    <a:pt x="41" y="25"/>
                  </a:cubicBezTo>
                  <a:cubicBezTo>
                    <a:pt x="41" y="25"/>
                    <a:pt x="40" y="26"/>
                    <a:pt x="39" y="26"/>
                  </a:cubicBezTo>
                  <a:cubicBezTo>
                    <a:pt x="39" y="27"/>
                    <a:pt x="39" y="28"/>
                    <a:pt x="39" y="29"/>
                  </a:cubicBezTo>
                  <a:cubicBezTo>
                    <a:pt x="39" y="29"/>
                    <a:pt x="38" y="31"/>
                    <a:pt x="38" y="31"/>
                  </a:cubicBezTo>
                  <a:cubicBezTo>
                    <a:pt x="38" y="32"/>
                    <a:pt x="38" y="33"/>
                    <a:pt x="38" y="33"/>
                  </a:cubicBezTo>
                  <a:cubicBezTo>
                    <a:pt x="38" y="34"/>
                    <a:pt x="37" y="34"/>
                    <a:pt x="37" y="35"/>
                  </a:cubicBezTo>
                  <a:cubicBezTo>
                    <a:pt x="36" y="35"/>
                    <a:pt x="36" y="35"/>
                    <a:pt x="36" y="35"/>
                  </a:cubicBezTo>
                  <a:cubicBezTo>
                    <a:pt x="35" y="35"/>
                    <a:pt x="34" y="35"/>
                    <a:pt x="34" y="35"/>
                  </a:cubicBezTo>
                  <a:cubicBezTo>
                    <a:pt x="33" y="34"/>
                    <a:pt x="32" y="34"/>
                    <a:pt x="31" y="34"/>
                  </a:cubicBezTo>
                  <a:cubicBezTo>
                    <a:pt x="31" y="34"/>
                    <a:pt x="30" y="34"/>
                    <a:pt x="30" y="34"/>
                  </a:cubicBezTo>
                  <a:cubicBezTo>
                    <a:pt x="29" y="34"/>
                    <a:pt x="28" y="34"/>
                    <a:pt x="28" y="34"/>
                  </a:cubicBezTo>
                  <a:cubicBezTo>
                    <a:pt x="27" y="34"/>
                    <a:pt x="26" y="34"/>
                    <a:pt x="26" y="34"/>
                  </a:cubicBezTo>
                  <a:cubicBezTo>
                    <a:pt x="26" y="34"/>
                    <a:pt x="26" y="35"/>
                    <a:pt x="26" y="36"/>
                  </a:cubicBezTo>
                  <a:cubicBezTo>
                    <a:pt x="25" y="36"/>
                    <a:pt x="25" y="37"/>
                    <a:pt x="24" y="38"/>
                  </a:cubicBezTo>
                  <a:cubicBezTo>
                    <a:pt x="24" y="38"/>
                    <a:pt x="23" y="38"/>
                    <a:pt x="23" y="39"/>
                  </a:cubicBezTo>
                  <a:cubicBezTo>
                    <a:pt x="23" y="39"/>
                    <a:pt x="21" y="39"/>
                    <a:pt x="21" y="39"/>
                  </a:cubicBezTo>
                  <a:cubicBezTo>
                    <a:pt x="21" y="39"/>
                    <a:pt x="20" y="39"/>
                    <a:pt x="20" y="39"/>
                  </a:cubicBezTo>
                  <a:cubicBezTo>
                    <a:pt x="20" y="39"/>
                    <a:pt x="20" y="39"/>
                    <a:pt x="20" y="39"/>
                  </a:cubicBezTo>
                  <a:cubicBezTo>
                    <a:pt x="20" y="38"/>
                    <a:pt x="18" y="39"/>
                    <a:pt x="17" y="39"/>
                  </a:cubicBezTo>
                  <a:cubicBezTo>
                    <a:pt x="16" y="39"/>
                    <a:pt x="15" y="38"/>
                    <a:pt x="14" y="38"/>
                  </a:cubicBezTo>
                  <a:cubicBezTo>
                    <a:pt x="14" y="38"/>
                    <a:pt x="13" y="37"/>
                    <a:pt x="13" y="37"/>
                  </a:cubicBezTo>
                  <a:cubicBezTo>
                    <a:pt x="12" y="37"/>
                    <a:pt x="11" y="39"/>
                    <a:pt x="11" y="39"/>
                  </a:cubicBezTo>
                  <a:cubicBezTo>
                    <a:pt x="11" y="39"/>
                    <a:pt x="12" y="41"/>
                    <a:pt x="12" y="41"/>
                  </a:cubicBezTo>
                  <a:cubicBezTo>
                    <a:pt x="12" y="41"/>
                    <a:pt x="11" y="42"/>
                    <a:pt x="11" y="42"/>
                  </a:cubicBezTo>
                  <a:cubicBezTo>
                    <a:pt x="10" y="43"/>
                    <a:pt x="9" y="42"/>
                    <a:pt x="9" y="42"/>
                  </a:cubicBezTo>
                  <a:cubicBezTo>
                    <a:pt x="8" y="41"/>
                    <a:pt x="7" y="39"/>
                    <a:pt x="6" y="39"/>
                  </a:cubicBezTo>
                  <a:cubicBezTo>
                    <a:pt x="6" y="38"/>
                    <a:pt x="5" y="37"/>
                    <a:pt x="5" y="36"/>
                  </a:cubicBezTo>
                  <a:cubicBezTo>
                    <a:pt x="5" y="35"/>
                    <a:pt x="4" y="33"/>
                    <a:pt x="4" y="32"/>
                  </a:cubicBezTo>
                  <a:cubicBezTo>
                    <a:pt x="3" y="31"/>
                    <a:pt x="2" y="29"/>
                    <a:pt x="2" y="28"/>
                  </a:cubicBezTo>
                  <a:cubicBezTo>
                    <a:pt x="1" y="28"/>
                    <a:pt x="0" y="27"/>
                    <a:pt x="0" y="26"/>
                  </a:cubicBezTo>
                  <a:cubicBezTo>
                    <a:pt x="0" y="26"/>
                    <a:pt x="1" y="25"/>
                    <a:pt x="1" y="25"/>
                  </a:cubicBezTo>
                  <a:cubicBezTo>
                    <a:pt x="1" y="25"/>
                    <a:pt x="3" y="25"/>
                    <a:pt x="3" y="25"/>
                  </a:cubicBezTo>
                  <a:cubicBezTo>
                    <a:pt x="3" y="25"/>
                    <a:pt x="4" y="26"/>
                    <a:pt x="4" y="27"/>
                  </a:cubicBezTo>
                  <a:cubicBezTo>
                    <a:pt x="4" y="27"/>
                    <a:pt x="6" y="28"/>
                    <a:pt x="6" y="28"/>
                  </a:cubicBezTo>
                  <a:cubicBezTo>
                    <a:pt x="7" y="28"/>
                    <a:pt x="8" y="26"/>
                    <a:pt x="9" y="26"/>
                  </a:cubicBezTo>
                  <a:cubicBezTo>
                    <a:pt x="9" y="26"/>
                    <a:pt x="11" y="26"/>
                    <a:pt x="12" y="26"/>
                  </a:cubicBezTo>
                  <a:cubicBezTo>
                    <a:pt x="12" y="27"/>
                    <a:pt x="15" y="27"/>
                    <a:pt x="15" y="26"/>
                  </a:cubicBezTo>
                  <a:cubicBezTo>
                    <a:pt x="16" y="26"/>
                    <a:pt x="16" y="25"/>
                    <a:pt x="16" y="24"/>
                  </a:cubicBezTo>
                  <a:cubicBezTo>
                    <a:pt x="16" y="23"/>
                    <a:pt x="15" y="22"/>
                    <a:pt x="15" y="22"/>
                  </a:cubicBezTo>
                  <a:cubicBezTo>
                    <a:pt x="14" y="21"/>
                    <a:pt x="15" y="19"/>
                    <a:pt x="15" y="19"/>
                  </a:cubicBezTo>
                  <a:cubicBezTo>
                    <a:pt x="14" y="18"/>
                    <a:pt x="14" y="15"/>
                    <a:pt x="14" y="14"/>
                  </a:cubicBezTo>
                  <a:cubicBezTo>
                    <a:pt x="13" y="14"/>
                    <a:pt x="12" y="13"/>
                    <a:pt x="11" y="13"/>
                  </a:cubicBezTo>
                  <a:cubicBezTo>
                    <a:pt x="11" y="12"/>
                    <a:pt x="11" y="11"/>
                    <a:pt x="11" y="11"/>
                  </a:cubicBezTo>
                  <a:cubicBezTo>
                    <a:pt x="11" y="11"/>
                    <a:pt x="13" y="11"/>
                    <a:pt x="13" y="11"/>
                  </a:cubicBezTo>
                  <a:cubicBezTo>
                    <a:pt x="13" y="11"/>
                    <a:pt x="14" y="10"/>
                    <a:pt x="14" y="10"/>
                  </a:cubicBezTo>
                  <a:cubicBezTo>
                    <a:pt x="14" y="9"/>
                    <a:pt x="14" y="8"/>
                    <a:pt x="14" y="7"/>
                  </a:cubicBezTo>
                  <a:cubicBezTo>
                    <a:pt x="14" y="7"/>
                    <a:pt x="13" y="5"/>
                    <a:pt x="13" y="4"/>
                  </a:cubicBezTo>
                  <a:cubicBezTo>
                    <a:pt x="13" y="4"/>
                    <a:pt x="13" y="3"/>
                    <a:pt x="13" y="3"/>
                  </a:cubicBezTo>
                  <a:cubicBezTo>
                    <a:pt x="14" y="2"/>
                    <a:pt x="15" y="1"/>
                    <a:pt x="16" y="1"/>
                  </a:cubicBezTo>
                  <a:cubicBezTo>
                    <a:pt x="16" y="1"/>
                    <a:pt x="18" y="2"/>
                    <a:pt x="18" y="2"/>
                  </a:cubicBezTo>
                  <a:cubicBezTo>
                    <a:pt x="19" y="2"/>
                    <a:pt x="20" y="2"/>
                    <a:pt x="21" y="2"/>
                  </a:cubicBezTo>
                  <a:cubicBezTo>
                    <a:pt x="22" y="2"/>
                    <a:pt x="24" y="1"/>
                    <a:pt x="24" y="1"/>
                  </a:cubicBezTo>
                  <a:cubicBezTo>
                    <a:pt x="25" y="1"/>
                    <a:pt x="26" y="1"/>
                    <a:pt x="27" y="1"/>
                  </a:cubicBezTo>
                  <a:cubicBezTo>
                    <a:pt x="27" y="1"/>
                    <a:pt x="28" y="0"/>
                    <a:pt x="29" y="0"/>
                  </a:cubicBezTo>
                  <a:cubicBezTo>
                    <a:pt x="29" y="0"/>
                    <a:pt x="30" y="0"/>
                    <a:pt x="30" y="0"/>
                  </a:cubicBezTo>
                  <a:cubicBezTo>
                    <a:pt x="31" y="0"/>
                    <a:pt x="31" y="1"/>
                    <a:pt x="31" y="1"/>
                  </a:cubicBezTo>
                  <a:cubicBezTo>
                    <a:pt x="31" y="2"/>
                    <a:pt x="33" y="3"/>
                    <a:pt x="34" y="3"/>
                  </a:cubicBezTo>
                  <a:cubicBezTo>
                    <a:pt x="34" y="4"/>
                    <a:pt x="35" y="5"/>
                    <a:pt x="36" y="5"/>
                  </a:cubicBezTo>
                  <a:cubicBezTo>
                    <a:pt x="36" y="6"/>
                    <a:pt x="37" y="6"/>
                    <a:pt x="38" y="7"/>
                  </a:cubicBezTo>
                  <a:cubicBezTo>
                    <a:pt x="38" y="8"/>
                    <a:pt x="39" y="9"/>
                    <a:pt x="40" y="10"/>
                  </a:cubicBezTo>
                  <a:cubicBezTo>
                    <a:pt x="40" y="11"/>
                    <a:pt x="41" y="12"/>
                    <a:pt x="41" y="12"/>
                  </a:cubicBezTo>
                  <a:cubicBezTo>
                    <a:pt x="41" y="13"/>
                    <a:pt x="40" y="14"/>
                    <a:pt x="40" y="15"/>
                  </a:cubicBezTo>
                  <a:cubicBezTo>
                    <a:pt x="40" y="15"/>
                    <a:pt x="39" y="16"/>
                    <a:pt x="39" y="17"/>
                  </a:cubicBezTo>
                  <a:cubicBezTo>
                    <a:pt x="39" y="17"/>
                    <a:pt x="38" y="18"/>
                    <a:pt x="38" y="19"/>
                  </a:cubicBezTo>
                  <a:cubicBezTo>
                    <a:pt x="38" y="19"/>
                    <a:pt x="39" y="21"/>
                    <a:pt x="39" y="21"/>
                  </a:cubicBezTo>
                  <a:cubicBezTo>
                    <a:pt x="39" y="22"/>
                    <a:pt x="40" y="22"/>
                    <a:pt x="41" y="2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20"/>
            <p:cNvSpPr>
              <a:spLocks/>
            </p:cNvSpPr>
            <p:nvPr/>
          </p:nvSpPr>
          <p:spPr bwMode="auto">
            <a:xfrm>
              <a:off x="1617663" y="3825876"/>
              <a:ext cx="100013" cy="150813"/>
            </a:xfrm>
            <a:custGeom>
              <a:avLst/>
              <a:gdLst/>
              <a:ahLst/>
              <a:cxnLst>
                <a:cxn ang="0">
                  <a:pos x="14" y="77"/>
                </a:cxn>
                <a:cxn ang="0">
                  <a:pos x="15" y="72"/>
                </a:cxn>
                <a:cxn ang="0">
                  <a:pos x="17" y="69"/>
                </a:cxn>
                <a:cxn ang="0">
                  <a:pos x="14" y="65"/>
                </a:cxn>
                <a:cxn ang="0">
                  <a:pos x="16" y="61"/>
                </a:cxn>
                <a:cxn ang="0">
                  <a:pos x="16" y="56"/>
                </a:cxn>
                <a:cxn ang="0">
                  <a:pos x="12" y="51"/>
                </a:cxn>
                <a:cxn ang="0">
                  <a:pos x="7" y="47"/>
                </a:cxn>
                <a:cxn ang="0">
                  <a:pos x="6" y="44"/>
                </a:cxn>
                <a:cxn ang="0">
                  <a:pos x="5" y="41"/>
                </a:cxn>
                <a:cxn ang="0">
                  <a:pos x="1" y="35"/>
                </a:cxn>
                <a:cxn ang="0">
                  <a:pos x="3" y="32"/>
                </a:cxn>
                <a:cxn ang="0">
                  <a:pos x="2" y="25"/>
                </a:cxn>
                <a:cxn ang="0">
                  <a:pos x="0" y="20"/>
                </a:cxn>
                <a:cxn ang="0">
                  <a:pos x="0" y="19"/>
                </a:cxn>
                <a:cxn ang="0">
                  <a:pos x="4" y="16"/>
                </a:cxn>
                <a:cxn ang="0">
                  <a:pos x="7" y="15"/>
                </a:cxn>
                <a:cxn ang="0">
                  <a:pos x="11" y="13"/>
                </a:cxn>
                <a:cxn ang="0">
                  <a:pos x="13" y="9"/>
                </a:cxn>
                <a:cxn ang="0">
                  <a:pos x="16" y="9"/>
                </a:cxn>
                <a:cxn ang="0">
                  <a:pos x="19" y="7"/>
                </a:cxn>
                <a:cxn ang="0">
                  <a:pos x="17" y="3"/>
                </a:cxn>
                <a:cxn ang="0">
                  <a:pos x="19" y="0"/>
                </a:cxn>
                <a:cxn ang="0">
                  <a:pos x="21" y="2"/>
                </a:cxn>
                <a:cxn ang="0">
                  <a:pos x="22" y="5"/>
                </a:cxn>
                <a:cxn ang="0">
                  <a:pos x="22" y="9"/>
                </a:cxn>
                <a:cxn ang="0">
                  <a:pos x="24" y="13"/>
                </a:cxn>
                <a:cxn ang="0">
                  <a:pos x="26" y="16"/>
                </a:cxn>
                <a:cxn ang="0">
                  <a:pos x="25" y="21"/>
                </a:cxn>
                <a:cxn ang="0">
                  <a:pos x="22" y="20"/>
                </a:cxn>
                <a:cxn ang="0">
                  <a:pos x="21" y="23"/>
                </a:cxn>
                <a:cxn ang="0">
                  <a:pos x="26" y="26"/>
                </a:cxn>
                <a:cxn ang="0">
                  <a:pos x="28" y="29"/>
                </a:cxn>
                <a:cxn ang="0">
                  <a:pos x="31" y="32"/>
                </a:cxn>
                <a:cxn ang="0">
                  <a:pos x="34" y="36"/>
                </a:cxn>
                <a:cxn ang="0">
                  <a:pos x="37" y="40"/>
                </a:cxn>
                <a:cxn ang="0">
                  <a:pos x="40" y="44"/>
                </a:cxn>
                <a:cxn ang="0">
                  <a:pos x="41" y="45"/>
                </a:cxn>
                <a:cxn ang="0">
                  <a:pos x="42" y="52"/>
                </a:cxn>
                <a:cxn ang="0">
                  <a:pos x="44" y="58"/>
                </a:cxn>
                <a:cxn ang="0">
                  <a:pos x="48" y="63"/>
                </a:cxn>
                <a:cxn ang="0">
                  <a:pos x="53" y="70"/>
                </a:cxn>
                <a:cxn ang="0">
                  <a:pos x="49" y="70"/>
                </a:cxn>
                <a:cxn ang="0">
                  <a:pos x="45" y="70"/>
                </a:cxn>
                <a:cxn ang="0">
                  <a:pos x="42" y="72"/>
                </a:cxn>
                <a:cxn ang="0">
                  <a:pos x="40" y="76"/>
                </a:cxn>
                <a:cxn ang="0">
                  <a:pos x="39" y="77"/>
                </a:cxn>
                <a:cxn ang="0">
                  <a:pos x="36" y="78"/>
                </a:cxn>
                <a:cxn ang="0">
                  <a:pos x="32" y="76"/>
                </a:cxn>
                <a:cxn ang="0">
                  <a:pos x="29" y="79"/>
                </a:cxn>
                <a:cxn ang="0">
                  <a:pos x="26" y="80"/>
                </a:cxn>
                <a:cxn ang="0">
                  <a:pos x="22" y="78"/>
                </a:cxn>
                <a:cxn ang="0">
                  <a:pos x="18" y="77"/>
                </a:cxn>
                <a:cxn ang="0">
                  <a:pos x="15" y="79"/>
                </a:cxn>
              </a:cxnLst>
              <a:rect l="0" t="0" r="r" b="b"/>
              <a:pathLst>
                <a:path w="53" h="80">
                  <a:moveTo>
                    <a:pt x="14" y="79"/>
                  </a:moveTo>
                  <a:cubicBezTo>
                    <a:pt x="14" y="79"/>
                    <a:pt x="14" y="78"/>
                    <a:pt x="14" y="77"/>
                  </a:cubicBezTo>
                  <a:cubicBezTo>
                    <a:pt x="14" y="77"/>
                    <a:pt x="15" y="75"/>
                    <a:pt x="15" y="75"/>
                  </a:cubicBezTo>
                  <a:cubicBezTo>
                    <a:pt x="15" y="74"/>
                    <a:pt x="15" y="73"/>
                    <a:pt x="15" y="72"/>
                  </a:cubicBezTo>
                  <a:cubicBezTo>
                    <a:pt x="16" y="72"/>
                    <a:pt x="17" y="71"/>
                    <a:pt x="17" y="71"/>
                  </a:cubicBezTo>
                  <a:cubicBezTo>
                    <a:pt x="17" y="70"/>
                    <a:pt x="17" y="69"/>
                    <a:pt x="17" y="69"/>
                  </a:cubicBezTo>
                  <a:cubicBezTo>
                    <a:pt x="16" y="68"/>
                    <a:pt x="15" y="68"/>
                    <a:pt x="15" y="67"/>
                  </a:cubicBezTo>
                  <a:cubicBezTo>
                    <a:pt x="15" y="67"/>
                    <a:pt x="14" y="65"/>
                    <a:pt x="14" y="65"/>
                  </a:cubicBezTo>
                  <a:cubicBezTo>
                    <a:pt x="14" y="64"/>
                    <a:pt x="15" y="63"/>
                    <a:pt x="15" y="63"/>
                  </a:cubicBezTo>
                  <a:cubicBezTo>
                    <a:pt x="15" y="62"/>
                    <a:pt x="16" y="61"/>
                    <a:pt x="16" y="61"/>
                  </a:cubicBezTo>
                  <a:cubicBezTo>
                    <a:pt x="16" y="60"/>
                    <a:pt x="17" y="59"/>
                    <a:pt x="17" y="58"/>
                  </a:cubicBezTo>
                  <a:cubicBezTo>
                    <a:pt x="17" y="58"/>
                    <a:pt x="16" y="57"/>
                    <a:pt x="16" y="56"/>
                  </a:cubicBezTo>
                  <a:cubicBezTo>
                    <a:pt x="15" y="55"/>
                    <a:pt x="14" y="54"/>
                    <a:pt x="14" y="53"/>
                  </a:cubicBezTo>
                  <a:cubicBezTo>
                    <a:pt x="13" y="52"/>
                    <a:pt x="12" y="52"/>
                    <a:pt x="12" y="51"/>
                  </a:cubicBezTo>
                  <a:cubicBezTo>
                    <a:pt x="11" y="51"/>
                    <a:pt x="10" y="50"/>
                    <a:pt x="10" y="49"/>
                  </a:cubicBezTo>
                  <a:cubicBezTo>
                    <a:pt x="9" y="49"/>
                    <a:pt x="7" y="48"/>
                    <a:pt x="7" y="47"/>
                  </a:cubicBezTo>
                  <a:cubicBezTo>
                    <a:pt x="7" y="47"/>
                    <a:pt x="7" y="46"/>
                    <a:pt x="6" y="46"/>
                  </a:cubicBezTo>
                  <a:cubicBezTo>
                    <a:pt x="6" y="45"/>
                    <a:pt x="6" y="45"/>
                    <a:pt x="6" y="44"/>
                  </a:cubicBezTo>
                  <a:cubicBezTo>
                    <a:pt x="6" y="44"/>
                    <a:pt x="6" y="43"/>
                    <a:pt x="6" y="42"/>
                  </a:cubicBezTo>
                  <a:cubicBezTo>
                    <a:pt x="6" y="42"/>
                    <a:pt x="5" y="41"/>
                    <a:pt x="5" y="41"/>
                  </a:cubicBezTo>
                  <a:cubicBezTo>
                    <a:pt x="5" y="40"/>
                    <a:pt x="3" y="39"/>
                    <a:pt x="3" y="38"/>
                  </a:cubicBezTo>
                  <a:cubicBezTo>
                    <a:pt x="2" y="38"/>
                    <a:pt x="1" y="36"/>
                    <a:pt x="1" y="35"/>
                  </a:cubicBezTo>
                  <a:cubicBezTo>
                    <a:pt x="1" y="35"/>
                    <a:pt x="1" y="34"/>
                    <a:pt x="1" y="34"/>
                  </a:cubicBezTo>
                  <a:cubicBezTo>
                    <a:pt x="2" y="33"/>
                    <a:pt x="3" y="32"/>
                    <a:pt x="3" y="32"/>
                  </a:cubicBezTo>
                  <a:cubicBezTo>
                    <a:pt x="3" y="31"/>
                    <a:pt x="3" y="29"/>
                    <a:pt x="3" y="28"/>
                  </a:cubicBezTo>
                  <a:cubicBezTo>
                    <a:pt x="3" y="28"/>
                    <a:pt x="3" y="26"/>
                    <a:pt x="2" y="25"/>
                  </a:cubicBezTo>
                  <a:cubicBezTo>
                    <a:pt x="2" y="24"/>
                    <a:pt x="1" y="23"/>
                    <a:pt x="1" y="23"/>
                  </a:cubicBezTo>
                  <a:cubicBezTo>
                    <a:pt x="1" y="22"/>
                    <a:pt x="0" y="21"/>
                    <a:pt x="0" y="20"/>
                  </a:cubicBezTo>
                  <a:cubicBezTo>
                    <a:pt x="0" y="20"/>
                    <a:pt x="0" y="20"/>
                    <a:pt x="0" y="20"/>
                  </a:cubicBezTo>
                  <a:cubicBezTo>
                    <a:pt x="0" y="20"/>
                    <a:pt x="0" y="19"/>
                    <a:pt x="0" y="19"/>
                  </a:cubicBezTo>
                  <a:cubicBezTo>
                    <a:pt x="1" y="19"/>
                    <a:pt x="2" y="19"/>
                    <a:pt x="3" y="18"/>
                  </a:cubicBezTo>
                  <a:cubicBezTo>
                    <a:pt x="3" y="18"/>
                    <a:pt x="3" y="17"/>
                    <a:pt x="4" y="16"/>
                  </a:cubicBezTo>
                  <a:cubicBezTo>
                    <a:pt x="4" y="16"/>
                    <a:pt x="5" y="15"/>
                    <a:pt x="5" y="15"/>
                  </a:cubicBezTo>
                  <a:cubicBezTo>
                    <a:pt x="6" y="14"/>
                    <a:pt x="7" y="15"/>
                    <a:pt x="7" y="15"/>
                  </a:cubicBezTo>
                  <a:cubicBezTo>
                    <a:pt x="8" y="15"/>
                    <a:pt x="10" y="15"/>
                    <a:pt x="11" y="15"/>
                  </a:cubicBezTo>
                  <a:cubicBezTo>
                    <a:pt x="11" y="14"/>
                    <a:pt x="11" y="13"/>
                    <a:pt x="11" y="13"/>
                  </a:cubicBezTo>
                  <a:cubicBezTo>
                    <a:pt x="11" y="12"/>
                    <a:pt x="10" y="11"/>
                    <a:pt x="10" y="11"/>
                  </a:cubicBezTo>
                  <a:cubicBezTo>
                    <a:pt x="11" y="10"/>
                    <a:pt x="12" y="9"/>
                    <a:pt x="13" y="9"/>
                  </a:cubicBezTo>
                  <a:cubicBezTo>
                    <a:pt x="13" y="9"/>
                    <a:pt x="14" y="10"/>
                    <a:pt x="14" y="10"/>
                  </a:cubicBezTo>
                  <a:cubicBezTo>
                    <a:pt x="15" y="10"/>
                    <a:pt x="16" y="10"/>
                    <a:pt x="16" y="9"/>
                  </a:cubicBezTo>
                  <a:cubicBezTo>
                    <a:pt x="16" y="9"/>
                    <a:pt x="17" y="8"/>
                    <a:pt x="18" y="8"/>
                  </a:cubicBezTo>
                  <a:cubicBezTo>
                    <a:pt x="18" y="8"/>
                    <a:pt x="18" y="7"/>
                    <a:pt x="19" y="7"/>
                  </a:cubicBezTo>
                  <a:cubicBezTo>
                    <a:pt x="19" y="6"/>
                    <a:pt x="19" y="5"/>
                    <a:pt x="19" y="4"/>
                  </a:cubicBezTo>
                  <a:cubicBezTo>
                    <a:pt x="19" y="4"/>
                    <a:pt x="18" y="3"/>
                    <a:pt x="17" y="3"/>
                  </a:cubicBezTo>
                  <a:cubicBezTo>
                    <a:pt x="17" y="2"/>
                    <a:pt x="17" y="2"/>
                    <a:pt x="17" y="1"/>
                  </a:cubicBezTo>
                  <a:cubicBezTo>
                    <a:pt x="18" y="1"/>
                    <a:pt x="19" y="0"/>
                    <a:pt x="19" y="0"/>
                  </a:cubicBezTo>
                  <a:cubicBezTo>
                    <a:pt x="19" y="0"/>
                    <a:pt x="20" y="0"/>
                    <a:pt x="20" y="1"/>
                  </a:cubicBezTo>
                  <a:cubicBezTo>
                    <a:pt x="20" y="1"/>
                    <a:pt x="20" y="2"/>
                    <a:pt x="21" y="2"/>
                  </a:cubicBezTo>
                  <a:cubicBezTo>
                    <a:pt x="21" y="3"/>
                    <a:pt x="21" y="3"/>
                    <a:pt x="22" y="3"/>
                  </a:cubicBezTo>
                  <a:cubicBezTo>
                    <a:pt x="22" y="3"/>
                    <a:pt x="22" y="4"/>
                    <a:pt x="22" y="5"/>
                  </a:cubicBezTo>
                  <a:cubicBezTo>
                    <a:pt x="22" y="5"/>
                    <a:pt x="22" y="7"/>
                    <a:pt x="22" y="7"/>
                  </a:cubicBezTo>
                  <a:cubicBezTo>
                    <a:pt x="22" y="8"/>
                    <a:pt x="22" y="9"/>
                    <a:pt x="22" y="9"/>
                  </a:cubicBezTo>
                  <a:cubicBezTo>
                    <a:pt x="23" y="10"/>
                    <a:pt x="23" y="10"/>
                    <a:pt x="23" y="11"/>
                  </a:cubicBezTo>
                  <a:cubicBezTo>
                    <a:pt x="23" y="11"/>
                    <a:pt x="24" y="12"/>
                    <a:pt x="24" y="13"/>
                  </a:cubicBezTo>
                  <a:cubicBezTo>
                    <a:pt x="24" y="13"/>
                    <a:pt x="25" y="14"/>
                    <a:pt x="25" y="15"/>
                  </a:cubicBezTo>
                  <a:cubicBezTo>
                    <a:pt x="25" y="15"/>
                    <a:pt x="26" y="16"/>
                    <a:pt x="26" y="16"/>
                  </a:cubicBezTo>
                  <a:cubicBezTo>
                    <a:pt x="26" y="17"/>
                    <a:pt x="27" y="19"/>
                    <a:pt x="27" y="19"/>
                  </a:cubicBezTo>
                  <a:cubicBezTo>
                    <a:pt x="27" y="20"/>
                    <a:pt x="25" y="20"/>
                    <a:pt x="25" y="21"/>
                  </a:cubicBezTo>
                  <a:cubicBezTo>
                    <a:pt x="24" y="21"/>
                    <a:pt x="23" y="20"/>
                    <a:pt x="23" y="20"/>
                  </a:cubicBezTo>
                  <a:cubicBezTo>
                    <a:pt x="22" y="20"/>
                    <a:pt x="22" y="20"/>
                    <a:pt x="22" y="20"/>
                  </a:cubicBezTo>
                  <a:cubicBezTo>
                    <a:pt x="21" y="20"/>
                    <a:pt x="21" y="21"/>
                    <a:pt x="21" y="21"/>
                  </a:cubicBezTo>
                  <a:cubicBezTo>
                    <a:pt x="21" y="21"/>
                    <a:pt x="21" y="22"/>
                    <a:pt x="21" y="23"/>
                  </a:cubicBezTo>
                  <a:cubicBezTo>
                    <a:pt x="21" y="23"/>
                    <a:pt x="22" y="24"/>
                    <a:pt x="23" y="24"/>
                  </a:cubicBezTo>
                  <a:cubicBezTo>
                    <a:pt x="23" y="25"/>
                    <a:pt x="25" y="25"/>
                    <a:pt x="26" y="26"/>
                  </a:cubicBezTo>
                  <a:cubicBezTo>
                    <a:pt x="26" y="26"/>
                    <a:pt x="27" y="26"/>
                    <a:pt x="27" y="27"/>
                  </a:cubicBezTo>
                  <a:cubicBezTo>
                    <a:pt x="28" y="27"/>
                    <a:pt x="28" y="28"/>
                    <a:pt x="28" y="29"/>
                  </a:cubicBezTo>
                  <a:cubicBezTo>
                    <a:pt x="28" y="30"/>
                    <a:pt x="29" y="31"/>
                    <a:pt x="30" y="31"/>
                  </a:cubicBezTo>
                  <a:cubicBezTo>
                    <a:pt x="30" y="31"/>
                    <a:pt x="31" y="32"/>
                    <a:pt x="31" y="32"/>
                  </a:cubicBezTo>
                  <a:cubicBezTo>
                    <a:pt x="31" y="32"/>
                    <a:pt x="32" y="33"/>
                    <a:pt x="33" y="33"/>
                  </a:cubicBezTo>
                  <a:cubicBezTo>
                    <a:pt x="33" y="34"/>
                    <a:pt x="34" y="35"/>
                    <a:pt x="34" y="36"/>
                  </a:cubicBezTo>
                  <a:cubicBezTo>
                    <a:pt x="35" y="37"/>
                    <a:pt x="35" y="38"/>
                    <a:pt x="35" y="38"/>
                  </a:cubicBezTo>
                  <a:cubicBezTo>
                    <a:pt x="36" y="39"/>
                    <a:pt x="37" y="39"/>
                    <a:pt x="37" y="40"/>
                  </a:cubicBezTo>
                  <a:cubicBezTo>
                    <a:pt x="38" y="40"/>
                    <a:pt x="39" y="41"/>
                    <a:pt x="39" y="41"/>
                  </a:cubicBezTo>
                  <a:cubicBezTo>
                    <a:pt x="39" y="42"/>
                    <a:pt x="39" y="43"/>
                    <a:pt x="40" y="44"/>
                  </a:cubicBezTo>
                  <a:cubicBezTo>
                    <a:pt x="40" y="44"/>
                    <a:pt x="40" y="44"/>
                    <a:pt x="40" y="44"/>
                  </a:cubicBezTo>
                  <a:cubicBezTo>
                    <a:pt x="40" y="45"/>
                    <a:pt x="41" y="45"/>
                    <a:pt x="41" y="45"/>
                  </a:cubicBezTo>
                  <a:cubicBezTo>
                    <a:pt x="41" y="46"/>
                    <a:pt x="42" y="47"/>
                    <a:pt x="42" y="48"/>
                  </a:cubicBezTo>
                  <a:cubicBezTo>
                    <a:pt x="42" y="49"/>
                    <a:pt x="42" y="51"/>
                    <a:pt x="42" y="52"/>
                  </a:cubicBezTo>
                  <a:cubicBezTo>
                    <a:pt x="42" y="52"/>
                    <a:pt x="43" y="53"/>
                    <a:pt x="43" y="54"/>
                  </a:cubicBezTo>
                  <a:cubicBezTo>
                    <a:pt x="44" y="55"/>
                    <a:pt x="44" y="57"/>
                    <a:pt x="44" y="58"/>
                  </a:cubicBezTo>
                  <a:cubicBezTo>
                    <a:pt x="44" y="59"/>
                    <a:pt x="44" y="60"/>
                    <a:pt x="45" y="61"/>
                  </a:cubicBezTo>
                  <a:cubicBezTo>
                    <a:pt x="45" y="62"/>
                    <a:pt x="48" y="62"/>
                    <a:pt x="48" y="63"/>
                  </a:cubicBezTo>
                  <a:cubicBezTo>
                    <a:pt x="49" y="64"/>
                    <a:pt x="50" y="66"/>
                    <a:pt x="51" y="66"/>
                  </a:cubicBezTo>
                  <a:cubicBezTo>
                    <a:pt x="51" y="67"/>
                    <a:pt x="53" y="69"/>
                    <a:pt x="53" y="70"/>
                  </a:cubicBezTo>
                  <a:cubicBezTo>
                    <a:pt x="53" y="70"/>
                    <a:pt x="52" y="71"/>
                    <a:pt x="52" y="71"/>
                  </a:cubicBezTo>
                  <a:cubicBezTo>
                    <a:pt x="51" y="71"/>
                    <a:pt x="49" y="71"/>
                    <a:pt x="49" y="70"/>
                  </a:cubicBezTo>
                  <a:cubicBezTo>
                    <a:pt x="48" y="70"/>
                    <a:pt x="48" y="69"/>
                    <a:pt x="47" y="68"/>
                  </a:cubicBezTo>
                  <a:cubicBezTo>
                    <a:pt x="47" y="68"/>
                    <a:pt x="46" y="69"/>
                    <a:pt x="45" y="70"/>
                  </a:cubicBezTo>
                  <a:cubicBezTo>
                    <a:pt x="45" y="70"/>
                    <a:pt x="44" y="71"/>
                    <a:pt x="44" y="71"/>
                  </a:cubicBezTo>
                  <a:cubicBezTo>
                    <a:pt x="43" y="72"/>
                    <a:pt x="42" y="72"/>
                    <a:pt x="42" y="72"/>
                  </a:cubicBezTo>
                  <a:cubicBezTo>
                    <a:pt x="41" y="73"/>
                    <a:pt x="40" y="73"/>
                    <a:pt x="40" y="73"/>
                  </a:cubicBezTo>
                  <a:cubicBezTo>
                    <a:pt x="39" y="74"/>
                    <a:pt x="40" y="75"/>
                    <a:pt x="40" y="76"/>
                  </a:cubicBezTo>
                  <a:cubicBezTo>
                    <a:pt x="40" y="76"/>
                    <a:pt x="40" y="77"/>
                    <a:pt x="40" y="78"/>
                  </a:cubicBezTo>
                  <a:cubicBezTo>
                    <a:pt x="39" y="77"/>
                    <a:pt x="39" y="77"/>
                    <a:pt x="39" y="77"/>
                  </a:cubicBezTo>
                  <a:cubicBezTo>
                    <a:pt x="39" y="77"/>
                    <a:pt x="38" y="76"/>
                    <a:pt x="37" y="76"/>
                  </a:cubicBezTo>
                  <a:cubicBezTo>
                    <a:pt x="37" y="77"/>
                    <a:pt x="37" y="78"/>
                    <a:pt x="36" y="78"/>
                  </a:cubicBezTo>
                  <a:cubicBezTo>
                    <a:pt x="36" y="79"/>
                    <a:pt x="35" y="77"/>
                    <a:pt x="34" y="77"/>
                  </a:cubicBezTo>
                  <a:cubicBezTo>
                    <a:pt x="34" y="77"/>
                    <a:pt x="33" y="76"/>
                    <a:pt x="32" y="76"/>
                  </a:cubicBezTo>
                  <a:cubicBezTo>
                    <a:pt x="32" y="76"/>
                    <a:pt x="32" y="77"/>
                    <a:pt x="31" y="78"/>
                  </a:cubicBezTo>
                  <a:cubicBezTo>
                    <a:pt x="31" y="78"/>
                    <a:pt x="30" y="79"/>
                    <a:pt x="29" y="79"/>
                  </a:cubicBezTo>
                  <a:cubicBezTo>
                    <a:pt x="29" y="79"/>
                    <a:pt x="28" y="80"/>
                    <a:pt x="28" y="80"/>
                  </a:cubicBezTo>
                  <a:cubicBezTo>
                    <a:pt x="27" y="80"/>
                    <a:pt x="26" y="80"/>
                    <a:pt x="26" y="80"/>
                  </a:cubicBezTo>
                  <a:cubicBezTo>
                    <a:pt x="25" y="79"/>
                    <a:pt x="25" y="79"/>
                    <a:pt x="24" y="78"/>
                  </a:cubicBezTo>
                  <a:cubicBezTo>
                    <a:pt x="24" y="78"/>
                    <a:pt x="23" y="78"/>
                    <a:pt x="22" y="78"/>
                  </a:cubicBezTo>
                  <a:cubicBezTo>
                    <a:pt x="22" y="78"/>
                    <a:pt x="21" y="77"/>
                    <a:pt x="21" y="77"/>
                  </a:cubicBezTo>
                  <a:cubicBezTo>
                    <a:pt x="20" y="77"/>
                    <a:pt x="19" y="77"/>
                    <a:pt x="18" y="77"/>
                  </a:cubicBezTo>
                  <a:cubicBezTo>
                    <a:pt x="17" y="77"/>
                    <a:pt x="16" y="77"/>
                    <a:pt x="15" y="78"/>
                  </a:cubicBezTo>
                  <a:cubicBezTo>
                    <a:pt x="15" y="78"/>
                    <a:pt x="15" y="79"/>
                    <a:pt x="15" y="79"/>
                  </a:cubicBezTo>
                  <a:cubicBezTo>
                    <a:pt x="15" y="79"/>
                    <a:pt x="14" y="79"/>
                    <a:pt x="14" y="7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21"/>
            <p:cNvSpPr>
              <a:spLocks/>
            </p:cNvSpPr>
            <p:nvPr/>
          </p:nvSpPr>
          <p:spPr bwMode="auto">
            <a:xfrm>
              <a:off x="1608138" y="3968751"/>
              <a:ext cx="130175" cy="63500"/>
            </a:xfrm>
            <a:custGeom>
              <a:avLst/>
              <a:gdLst/>
              <a:ahLst/>
              <a:cxnLst>
                <a:cxn ang="0">
                  <a:pos x="45" y="3"/>
                </a:cxn>
                <a:cxn ang="0">
                  <a:pos x="47" y="6"/>
                </a:cxn>
                <a:cxn ang="0">
                  <a:pos x="49" y="12"/>
                </a:cxn>
                <a:cxn ang="0">
                  <a:pos x="53" y="14"/>
                </a:cxn>
                <a:cxn ang="0">
                  <a:pos x="57" y="11"/>
                </a:cxn>
                <a:cxn ang="0">
                  <a:pos x="61" y="13"/>
                </a:cxn>
                <a:cxn ang="0">
                  <a:pos x="65" y="16"/>
                </a:cxn>
                <a:cxn ang="0">
                  <a:pos x="67" y="16"/>
                </a:cxn>
                <a:cxn ang="0">
                  <a:pos x="67" y="22"/>
                </a:cxn>
                <a:cxn ang="0">
                  <a:pos x="65" y="29"/>
                </a:cxn>
                <a:cxn ang="0">
                  <a:pos x="57" y="29"/>
                </a:cxn>
                <a:cxn ang="0">
                  <a:pos x="54" y="28"/>
                </a:cxn>
                <a:cxn ang="0">
                  <a:pos x="48" y="31"/>
                </a:cxn>
                <a:cxn ang="0">
                  <a:pos x="40" y="30"/>
                </a:cxn>
                <a:cxn ang="0">
                  <a:pos x="35" y="34"/>
                </a:cxn>
                <a:cxn ang="0">
                  <a:pos x="30" y="30"/>
                </a:cxn>
                <a:cxn ang="0">
                  <a:pos x="17" y="28"/>
                </a:cxn>
                <a:cxn ang="0">
                  <a:pos x="9" y="24"/>
                </a:cxn>
                <a:cxn ang="0">
                  <a:pos x="4" y="17"/>
                </a:cxn>
                <a:cxn ang="0">
                  <a:pos x="0" y="10"/>
                </a:cxn>
                <a:cxn ang="0">
                  <a:pos x="2" y="9"/>
                </a:cxn>
                <a:cxn ang="0">
                  <a:pos x="5" y="8"/>
                </a:cxn>
                <a:cxn ang="0">
                  <a:pos x="7" y="4"/>
                </a:cxn>
                <a:cxn ang="0">
                  <a:pos x="11" y="4"/>
                </a:cxn>
                <a:cxn ang="0">
                  <a:pos x="15" y="5"/>
                </a:cxn>
                <a:cxn ang="0">
                  <a:pos x="18" y="5"/>
                </a:cxn>
                <a:cxn ang="0">
                  <a:pos x="20" y="3"/>
                </a:cxn>
                <a:cxn ang="0">
                  <a:pos x="23" y="1"/>
                </a:cxn>
                <a:cxn ang="0">
                  <a:pos x="27" y="2"/>
                </a:cxn>
                <a:cxn ang="0">
                  <a:pos x="31" y="4"/>
                </a:cxn>
                <a:cxn ang="0">
                  <a:pos x="34" y="3"/>
                </a:cxn>
                <a:cxn ang="0">
                  <a:pos x="37" y="0"/>
                </a:cxn>
                <a:cxn ang="0">
                  <a:pos x="41" y="2"/>
                </a:cxn>
                <a:cxn ang="0">
                  <a:pos x="44" y="1"/>
                </a:cxn>
              </a:cxnLst>
              <a:rect l="0" t="0" r="r" b="b"/>
              <a:pathLst>
                <a:path w="69" h="34">
                  <a:moveTo>
                    <a:pt x="45" y="2"/>
                  </a:moveTo>
                  <a:cubicBezTo>
                    <a:pt x="45" y="2"/>
                    <a:pt x="45" y="3"/>
                    <a:pt x="45" y="3"/>
                  </a:cubicBezTo>
                  <a:cubicBezTo>
                    <a:pt x="45" y="3"/>
                    <a:pt x="46" y="4"/>
                    <a:pt x="46" y="4"/>
                  </a:cubicBezTo>
                  <a:cubicBezTo>
                    <a:pt x="46" y="5"/>
                    <a:pt x="46" y="6"/>
                    <a:pt x="47" y="6"/>
                  </a:cubicBezTo>
                  <a:cubicBezTo>
                    <a:pt x="47" y="7"/>
                    <a:pt x="47" y="8"/>
                    <a:pt x="48" y="8"/>
                  </a:cubicBezTo>
                  <a:cubicBezTo>
                    <a:pt x="48" y="9"/>
                    <a:pt x="49" y="11"/>
                    <a:pt x="49" y="12"/>
                  </a:cubicBezTo>
                  <a:cubicBezTo>
                    <a:pt x="50" y="13"/>
                    <a:pt x="50" y="14"/>
                    <a:pt x="51" y="14"/>
                  </a:cubicBezTo>
                  <a:cubicBezTo>
                    <a:pt x="51" y="14"/>
                    <a:pt x="52" y="14"/>
                    <a:pt x="53" y="14"/>
                  </a:cubicBezTo>
                  <a:cubicBezTo>
                    <a:pt x="53" y="14"/>
                    <a:pt x="54" y="13"/>
                    <a:pt x="55" y="12"/>
                  </a:cubicBezTo>
                  <a:cubicBezTo>
                    <a:pt x="55" y="12"/>
                    <a:pt x="56" y="11"/>
                    <a:pt x="57" y="11"/>
                  </a:cubicBezTo>
                  <a:cubicBezTo>
                    <a:pt x="57" y="11"/>
                    <a:pt x="57" y="11"/>
                    <a:pt x="58" y="11"/>
                  </a:cubicBezTo>
                  <a:cubicBezTo>
                    <a:pt x="59" y="11"/>
                    <a:pt x="60" y="12"/>
                    <a:pt x="61" y="13"/>
                  </a:cubicBezTo>
                  <a:cubicBezTo>
                    <a:pt x="62" y="13"/>
                    <a:pt x="63" y="14"/>
                    <a:pt x="63" y="15"/>
                  </a:cubicBezTo>
                  <a:cubicBezTo>
                    <a:pt x="63" y="15"/>
                    <a:pt x="64" y="16"/>
                    <a:pt x="65" y="16"/>
                  </a:cubicBezTo>
                  <a:cubicBezTo>
                    <a:pt x="65" y="16"/>
                    <a:pt x="66" y="16"/>
                    <a:pt x="67" y="16"/>
                  </a:cubicBezTo>
                  <a:cubicBezTo>
                    <a:pt x="67" y="16"/>
                    <a:pt x="67" y="16"/>
                    <a:pt x="67" y="16"/>
                  </a:cubicBezTo>
                  <a:cubicBezTo>
                    <a:pt x="68" y="17"/>
                    <a:pt x="69" y="19"/>
                    <a:pt x="69" y="19"/>
                  </a:cubicBezTo>
                  <a:cubicBezTo>
                    <a:pt x="69" y="20"/>
                    <a:pt x="68" y="21"/>
                    <a:pt x="67" y="22"/>
                  </a:cubicBezTo>
                  <a:cubicBezTo>
                    <a:pt x="67" y="23"/>
                    <a:pt x="68" y="26"/>
                    <a:pt x="68" y="27"/>
                  </a:cubicBezTo>
                  <a:cubicBezTo>
                    <a:pt x="67" y="28"/>
                    <a:pt x="65" y="29"/>
                    <a:pt x="65" y="29"/>
                  </a:cubicBezTo>
                  <a:cubicBezTo>
                    <a:pt x="63" y="29"/>
                    <a:pt x="61" y="27"/>
                    <a:pt x="60" y="27"/>
                  </a:cubicBezTo>
                  <a:cubicBezTo>
                    <a:pt x="59" y="27"/>
                    <a:pt x="58" y="29"/>
                    <a:pt x="57" y="29"/>
                  </a:cubicBezTo>
                  <a:cubicBezTo>
                    <a:pt x="57" y="29"/>
                    <a:pt x="56" y="29"/>
                    <a:pt x="55" y="29"/>
                  </a:cubicBezTo>
                  <a:cubicBezTo>
                    <a:pt x="55" y="29"/>
                    <a:pt x="54" y="28"/>
                    <a:pt x="54" y="28"/>
                  </a:cubicBezTo>
                  <a:cubicBezTo>
                    <a:pt x="53" y="28"/>
                    <a:pt x="53" y="30"/>
                    <a:pt x="52" y="30"/>
                  </a:cubicBezTo>
                  <a:cubicBezTo>
                    <a:pt x="51" y="31"/>
                    <a:pt x="49" y="31"/>
                    <a:pt x="48" y="31"/>
                  </a:cubicBezTo>
                  <a:cubicBezTo>
                    <a:pt x="47" y="31"/>
                    <a:pt x="45" y="30"/>
                    <a:pt x="44" y="30"/>
                  </a:cubicBezTo>
                  <a:cubicBezTo>
                    <a:pt x="43" y="30"/>
                    <a:pt x="41" y="30"/>
                    <a:pt x="40" y="30"/>
                  </a:cubicBezTo>
                  <a:cubicBezTo>
                    <a:pt x="39" y="31"/>
                    <a:pt x="38" y="32"/>
                    <a:pt x="38" y="33"/>
                  </a:cubicBezTo>
                  <a:cubicBezTo>
                    <a:pt x="37" y="33"/>
                    <a:pt x="36" y="34"/>
                    <a:pt x="35" y="34"/>
                  </a:cubicBezTo>
                  <a:cubicBezTo>
                    <a:pt x="34" y="34"/>
                    <a:pt x="33" y="31"/>
                    <a:pt x="33" y="31"/>
                  </a:cubicBezTo>
                  <a:cubicBezTo>
                    <a:pt x="33" y="31"/>
                    <a:pt x="31" y="30"/>
                    <a:pt x="30" y="30"/>
                  </a:cubicBezTo>
                  <a:cubicBezTo>
                    <a:pt x="29" y="30"/>
                    <a:pt x="27" y="30"/>
                    <a:pt x="25" y="30"/>
                  </a:cubicBezTo>
                  <a:cubicBezTo>
                    <a:pt x="23" y="29"/>
                    <a:pt x="19" y="29"/>
                    <a:pt x="17" y="28"/>
                  </a:cubicBezTo>
                  <a:cubicBezTo>
                    <a:pt x="16" y="28"/>
                    <a:pt x="13" y="29"/>
                    <a:pt x="12" y="28"/>
                  </a:cubicBezTo>
                  <a:cubicBezTo>
                    <a:pt x="11" y="27"/>
                    <a:pt x="10" y="25"/>
                    <a:pt x="9" y="24"/>
                  </a:cubicBezTo>
                  <a:cubicBezTo>
                    <a:pt x="9" y="23"/>
                    <a:pt x="8" y="21"/>
                    <a:pt x="8" y="20"/>
                  </a:cubicBezTo>
                  <a:cubicBezTo>
                    <a:pt x="7" y="19"/>
                    <a:pt x="5" y="18"/>
                    <a:pt x="4" y="17"/>
                  </a:cubicBezTo>
                  <a:cubicBezTo>
                    <a:pt x="3" y="16"/>
                    <a:pt x="1" y="14"/>
                    <a:pt x="0" y="13"/>
                  </a:cubicBezTo>
                  <a:cubicBezTo>
                    <a:pt x="0" y="12"/>
                    <a:pt x="0" y="11"/>
                    <a:pt x="0" y="10"/>
                  </a:cubicBezTo>
                  <a:cubicBezTo>
                    <a:pt x="0" y="10"/>
                    <a:pt x="0" y="9"/>
                    <a:pt x="1" y="9"/>
                  </a:cubicBezTo>
                  <a:cubicBezTo>
                    <a:pt x="1" y="9"/>
                    <a:pt x="2" y="9"/>
                    <a:pt x="2" y="9"/>
                  </a:cubicBezTo>
                  <a:cubicBezTo>
                    <a:pt x="2" y="9"/>
                    <a:pt x="4" y="9"/>
                    <a:pt x="4" y="9"/>
                  </a:cubicBezTo>
                  <a:cubicBezTo>
                    <a:pt x="4" y="8"/>
                    <a:pt x="5" y="8"/>
                    <a:pt x="5" y="8"/>
                  </a:cubicBezTo>
                  <a:cubicBezTo>
                    <a:pt x="6" y="7"/>
                    <a:pt x="6" y="6"/>
                    <a:pt x="7" y="6"/>
                  </a:cubicBezTo>
                  <a:cubicBezTo>
                    <a:pt x="7" y="5"/>
                    <a:pt x="7" y="4"/>
                    <a:pt x="7" y="4"/>
                  </a:cubicBezTo>
                  <a:cubicBezTo>
                    <a:pt x="7" y="4"/>
                    <a:pt x="8" y="4"/>
                    <a:pt x="9" y="4"/>
                  </a:cubicBezTo>
                  <a:cubicBezTo>
                    <a:pt x="9" y="4"/>
                    <a:pt x="10" y="4"/>
                    <a:pt x="11" y="4"/>
                  </a:cubicBezTo>
                  <a:cubicBezTo>
                    <a:pt x="11" y="4"/>
                    <a:pt x="12" y="4"/>
                    <a:pt x="12" y="4"/>
                  </a:cubicBezTo>
                  <a:cubicBezTo>
                    <a:pt x="13" y="4"/>
                    <a:pt x="14" y="4"/>
                    <a:pt x="15" y="5"/>
                  </a:cubicBezTo>
                  <a:cubicBezTo>
                    <a:pt x="15" y="5"/>
                    <a:pt x="16" y="5"/>
                    <a:pt x="17" y="5"/>
                  </a:cubicBezTo>
                  <a:cubicBezTo>
                    <a:pt x="17" y="5"/>
                    <a:pt x="17" y="5"/>
                    <a:pt x="18" y="5"/>
                  </a:cubicBezTo>
                  <a:cubicBezTo>
                    <a:pt x="18" y="4"/>
                    <a:pt x="19" y="4"/>
                    <a:pt x="19" y="3"/>
                  </a:cubicBezTo>
                  <a:cubicBezTo>
                    <a:pt x="19" y="3"/>
                    <a:pt x="20" y="3"/>
                    <a:pt x="20" y="3"/>
                  </a:cubicBezTo>
                  <a:cubicBezTo>
                    <a:pt x="20" y="3"/>
                    <a:pt x="20" y="2"/>
                    <a:pt x="20" y="2"/>
                  </a:cubicBezTo>
                  <a:cubicBezTo>
                    <a:pt x="21" y="1"/>
                    <a:pt x="22" y="1"/>
                    <a:pt x="23" y="1"/>
                  </a:cubicBezTo>
                  <a:cubicBezTo>
                    <a:pt x="24" y="1"/>
                    <a:pt x="25" y="1"/>
                    <a:pt x="26" y="1"/>
                  </a:cubicBezTo>
                  <a:cubicBezTo>
                    <a:pt x="26" y="1"/>
                    <a:pt x="27" y="2"/>
                    <a:pt x="27" y="2"/>
                  </a:cubicBezTo>
                  <a:cubicBezTo>
                    <a:pt x="28" y="2"/>
                    <a:pt x="29" y="2"/>
                    <a:pt x="29" y="2"/>
                  </a:cubicBezTo>
                  <a:cubicBezTo>
                    <a:pt x="30" y="3"/>
                    <a:pt x="30" y="3"/>
                    <a:pt x="31" y="4"/>
                  </a:cubicBezTo>
                  <a:cubicBezTo>
                    <a:pt x="31" y="4"/>
                    <a:pt x="32" y="4"/>
                    <a:pt x="33" y="4"/>
                  </a:cubicBezTo>
                  <a:cubicBezTo>
                    <a:pt x="33" y="4"/>
                    <a:pt x="34" y="3"/>
                    <a:pt x="34" y="3"/>
                  </a:cubicBezTo>
                  <a:cubicBezTo>
                    <a:pt x="35" y="3"/>
                    <a:pt x="36" y="2"/>
                    <a:pt x="36" y="2"/>
                  </a:cubicBezTo>
                  <a:cubicBezTo>
                    <a:pt x="37" y="1"/>
                    <a:pt x="37" y="0"/>
                    <a:pt x="37" y="0"/>
                  </a:cubicBezTo>
                  <a:cubicBezTo>
                    <a:pt x="38" y="0"/>
                    <a:pt x="39" y="1"/>
                    <a:pt x="39" y="1"/>
                  </a:cubicBezTo>
                  <a:cubicBezTo>
                    <a:pt x="40" y="1"/>
                    <a:pt x="41" y="3"/>
                    <a:pt x="41" y="2"/>
                  </a:cubicBezTo>
                  <a:cubicBezTo>
                    <a:pt x="42" y="2"/>
                    <a:pt x="42" y="1"/>
                    <a:pt x="42" y="0"/>
                  </a:cubicBezTo>
                  <a:cubicBezTo>
                    <a:pt x="43" y="0"/>
                    <a:pt x="44" y="1"/>
                    <a:pt x="44" y="1"/>
                  </a:cubicBezTo>
                  <a:cubicBezTo>
                    <a:pt x="44" y="1"/>
                    <a:pt x="44" y="1"/>
                    <a:pt x="45"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22"/>
            <p:cNvSpPr>
              <a:spLocks/>
            </p:cNvSpPr>
            <p:nvPr/>
          </p:nvSpPr>
          <p:spPr bwMode="auto">
            <a:xfrm>
              <a:off x="1687513" y="3836988"/>
              <a:ext cx="79375" cy="120650"/>
            </a:xfrm>
            <a:custGeom>
              <a:avLst/>
              <a:gdLst/>
              <a:ahLst/>
              <a:cxnLst>
                <a:cxn ang="0">
                  <a:pos x="42" y="50"/>
                </a:cxn>
                <a:cxn ang="0">
                  <a:pos x="40" y="51"/>
                </a:cxn>
                <a:cxn ang="0">
                  <a:pos x="38" y="54"/>
                </a:cxn>
                <a:cxn ang="0">
                  <a:pos x="33" y="53"/>
                </a:cxn>
                <a:cxn ang="0">
                  <a:pos x="33" y="55"/>
                </a:cxn>
                <a:cxn ang="0">
                  <a:pos x="37" y="58"/>
                </a:cxn>
                <a:cxn ang="0">
                  <a:pos x="34" y="61"/>
                </a:cxn>
                <a:cxn ang="0">
                  <a:pos x="32" y="63"/>
                </a:cxn>
                <a:cxn ang="0">
                  <a:pos x="28" y="60"/>
                </a:cxn>
                <a:cxn ang="0">
                  <a:pos x="23" y="61"/>
                </a:cxn>
                <a:cxn ang="0">
                  <a:pos x="20" y="63"/>
                </a:cxn>
                <a:cxn ang="0">
                  <a:pos x="17" y="63"/>
                </a:cxn>
                <a:cxn ang="0">
                  <a:pos x="14" y="60"/>
                </a:cxn>
                <a:cxn ang="0">
                  <a:pos x="8" y="55"/>
                </a:cxn>
                <a:cxn ang="0">
                  <a:pos x="6" y="48"/>
                </a:cxn>
                <a:cxn ang="0">
                  <a:pos x="5" y="42"/>
                </a:cxn>
                <a:cxn ang="0">
                  <a:pos x="3" y="38"/>
                </a:cxn>
                <a:cxn ang="0">
                  <a:pos x="8" y="35"/>
                </a:cxn>
                <a:cxn ang="0">
                  <a:pos x="8" y="29"/>
                </a:cxn>
                <a:cxn ang="0">
                  <a:pos x="7" y="23"/>
                </a:cxn>
                <a:cxn ang="0">
                  <a:pos x="2" y="16"/>
                </a:cxn>
                <a:cxn ang="0">
                  <a:pos x="0" y="7"/>
                </a:cxn>
                <a:cxn ang="0">
                  <a:pos x="1" y="2"/>
                </a:cxn>
                <a:cxn ang="0">
                  <a:pos x="4" y="0"/>
                </a:cxn>
                <a:cxn ang="0">
                  <a:pos x="9" y="8"/>
                </a:cxn>
                <a:cxn ang="0">
                  <a:pos x="15" y="17"/>
                </a:cxn>
                <a:cxn ang="0">
                  <a:pos x="19" y="20"/>
                </a:cxn>
                <a:cxn ang="0">
                  <a:pos x="20" y="16"/>
                </a:cxn>
                <a:cxn ang="0">
                  <a:pos x="22" y="16"/>
                </a:cxn>
                <a:cxn ang="0">
                  <a:pos x="24" y="21"/>
                </a:cxn>
                <a:cxn ang="0">
                  <a:pos x="28" y="25"/>
                </a:cxn>
                <a:cxn ang="0">
                  <a:pos x="30" y="31"/>
                </a:cxn>
                <a:cxn ang="0">
                  <a:pos x="33" y="31"/>
                </a:cxn>
                <a:cxn ang="0">
                  <a:pos x="38" y="34"/>
                </a:cxn>
                <a:cxn ang="0">
                  <a:pos x="37" y="39"/>
                </a:cxn>
                <a:cxn ang="0">
                  <a:pos x="35" y="45"/>
                </a:cxn>
                <a:cxn ang="0">
                  <a:pos x="40" y="49"/>
                </a:cxn>
              </a:cxnLst>
              <a:rect l="0" t="0" r="r" b="b"/>
              <a:pathLst>
                <a:path w="42" h="64">
                  <a:moveTo>
                    <a:pt x="40" y="49"/>
                  </a:moveTo>
                  <a:cubicBezTo>
                    <a:pt x="40" y="49"/>
                    <a:pt x="42" y="50"/>
                    <a:pt x="42" y="50"/>
                  </a:cubicBezTo>
                  <a:cubicBezTo>
                    <a:pt x="41" y="50"/>
                    <a:pt x="41" y="50"/>
                    <a:pt x="41" y="50"/>
                  </a:cubicBezTo>
                  <a:cubicBezTo>
                    <a:pt x="41" y="50"/>
                    <a:pt x="40" y="51"/>
                    <a:pt x="40" y="51"/>
                  </a:cubicBezTo>
                  <a:cubicBezTo>
                    <a:pt x="39" y="52"/>
                    <a:pt x="40" y="53"/>
                    <a:pt x="40" y="53"/>
                  </a:cubicBezTo>
                  <a:cubicBezTo>
                    <a:pt x="39" y="54"/>
                    <a:pt x="39" y="54"/>
                    <a:pt x="38" y="54"/>
                  </a:cubicBezTo>
                  <a:cubicBezTo>
                    <a:pt x="38" y="54"/>
                    <a:pt x="37" y="53"/>
                    <a:pt x="36" y="53"/>
                  </a:cubicBezTo>
                  <a:cubicBezTo>
                    <a:pt x="36" y="53"/>
                    <a:pt x="34" y="53"/>
                    <a:pt x="33" y="53"/>
                  </a:cubicBezTo>
                  <a:cubicBezTo>
                    <a:pt x="33" y="53"/>
                    <a:pt x="32" y="54"/>
                    <a:pt x="32" y="54"/>
                  </a:cubicBezTo>
                  <a:cubicBezTo>
                    <a:pt x="32" y="54"/>
                    <a:pt x="32" y="55"/>
                    <a:pt x="33" y="55"/>
                  </a:cubicBezTo>
                  <a:cubicBezTo>
                    <a:pt x="33" y="56"/>
                    <a:pt x="34" y="56"/>
                    <a:pt x="34" y="57"/>
                  </a:cubicBezTo>
                  <a:cubicBezTo>
                    <a:pt x="35" y="57"/>
                    <a:pt x="37" y="57"/>
                    <a:pt x="37" y="58"/>
                  </a:cubicBezTo>
                  <a:cubicBezTo>
                    <a:pt x="37" y="59"/>
                    <a:pt x="36" y="60"/>
                    <a:pt x="36" y="60"/>
                  </a:cubicBezTo>
                  <a:cubicBezTo>
                    <a:pt x="36" y="60"/>
                    <a:pt x="34" y="61"/>
                    <a:pt x="34" y="61"/>
                  </a:cubicBezTo>
                  <a:cubicBezTo>
                    <a:pt x="34" y="62"/>
                    <a:pt x="34" y="62"/>
                    <a:pt x="34" y="63"/>
                  </a:cubicBezTo>
                  <a:cubicBezTo>
                    <a:pt x="33" y="63"/>
                    <a:pt x="32" y="63"/>
                    <a:pt x="32" y="63"/>
                  </a:cubicBezTo>
                  <a:cubicBezTo>
                    <a:pt x="31" y="63"/>
                    <a:pt x="30" y="62"/>
                    <a:pt x="29" y="62"/>
                  </a:cubicBezTo>
                  <a:cubicBezTo>
                    <a:pt x="29" y="61"/>
                    <a:pt x="29" y="60"/>
                    <a:pt x="28" y="60"/>
                  </a:cubicBezTo>
                  <a:cubicBezTo>
                    <a:pt x="28" y="59"/>
                    <a:pt x="26" y="60"/>
                    <a:pt x="25" y="60"/>
                  </a:cubicBezTo>
                  <a:cubicBezTo>
                    <a:pt x="24" y="61"/>
                    <a:pt x="23" y="60"/>
                    <a:pt x="23" y="61"/>
                  </a:cubicBezTo>
                  <a:cubicBezTo>
                    <a:pt x="22" y="61"/>
                    <a:pt x="22" y="62"/>
                    <a:pt x="22" y="62"/>
                  </a:cubicBezTo>
                  <a:cubicBezTo>
                    <a:pt x="21" y="62"/>
                    <a:pt x="21" y="63"/>
                    <a:pt x="20" y="63"/>
                  </a:cubicBezTo>
                  <a:cubicBezTo>
                    <a:pt x="20" y="63"/>
                    <a:pt x="19" y="62"/>
                    <a:pt x="19" y="62"/>
                  </a:cubicBezTo>
                  <a:cubicBezTo>
                    <a:pt x="18" y="63"/>
                    <a:pt x="17" y="63"/>
                    <a:pt x="17" y="63"/>
                  </a:cubicBezTo>
                  <a:cubicBezTo>
                    <a:pt x="16" y="64"/>
                    <a:pt x="16" y="64"/>
                    <a:pt x="16" y="64"/>
                  </a:cubicBezTo>
                  <a:cubicBezTo>
                    <a:pt x="16" y="63"/>
                    <a:pt x="14" y="61"/>
                    <a:pt x="14" y="60"/>
                  </a:cubicBezTo>
                  <a:cubicBezTo>
                    <a:pt x="13" y="60"/>
                    <a:pt x="12" y="58"/>
                    <a:pt x="11" y="57"/>
                  </a:cubicBezTo>
                  <a:cubicBezTo>
                    <a:pt x="11" y="56"/>
                    <a:pt x="8" y="56"/>
                    <a:pt x="8" y="55"/>
                  </a:cubicBezTo>
                  <a:cubicBezTo>
                    <a:pt x="7" y="54"/>
                    <a:pt x="7" y="53"/>
                    <a:pt x="7" y="52"/>
                  </a:cubicBezTo>
                  <a:cubicBezTo>
                    <a:pt x="7" y="51"/>
                    <a:pt x="7" y="49"/>
                    <a:pt x="6" y="48"/>
                  </a:cubicBezTo>
                  <a:cubicBezTo>
                    <a:pt x="6" y="47"/>
                    <a:pt x="5" y="46"/>
                    <a:pt x="5" y="46"/>
                  </a:cubicBezTo>
                  <a:cubicBezTo>
                    <a:pt x="5" y="45"/>
                    <a:pt x="5" y="43"/>
                    <a:pt x="5" y="42"/>
                  </a:cubicBezTo>
                  <a:cubicBezTo>
                    <a:pt x="5" y="41"/>
                    <a:pt x="4" y="40"/>
                    <a:pt x="4" y="39"/>
                  </a:cubicBezTo>
                  <a:cubicBezTo>
                    <a:pt x="4" y="39"/>
                    <a:pt x="3" y="39"/>
                    <a:pt x="3" y="38"/>
                  </a:cubicBezTo>
                  <a:cubicBezTo>
                    <a:pt x="4" y="38"/>
                    <a:pt x="5" y="37"/>
                    <a:pt x="5" y="37"/>
                  </a:cubicBezTo>
                  <a:cubicBezTo>
                    <a:pt x="6" y="37"/>
                    <a:pt x="8" y="36"/>
                    <a:pt x="8" y="35"/>
                  </a:cubicBezTo>
                  <a:cubicBezTo>
                    <a:pt x="9" y="34"/>
                    <a:pt x="9" y="33"/>
                    <a:pt x="9" y="32"/>
                  </a:cubicBezTo>
                  <a:cubicBezTo>
                    <a:pt x="9" y="31"/>
                    <a:pt x="8" y="30"/>
                    <a:pt x="8" y="29"/>
                  </a:cubicBezTo>
                  <a:cubicBezTo>
                    <a:pt x="8" y="29"/>
                    <a:pt x="8" y="27"/>
                    <a:pt x="8" y="27"/>
                  </a:cubicBezTo>
                  <a:cubicBezTo>
                    <a:pt x="8" y="26"/>
                    <a:pt x="7" y="24"/>
                    <a:pt x="7" y="23"/>
                  </a:cubicBezTo>
                  <a:cubicBezTo>
                    <a:pt x="7" y="22"/>
                    <a:pt x="5" y="20"/>
                    <a:pt x="5" y="19"/>
                  </a:cubicBezTo>
                  <a:cubicBezTo>
                    <a:pt x="4" y="18"/>
                    <a:pt x="3" y="17"/>
                    <a:pt x="2" y="16"/>
                  </a:cubicBezTo>
                  <a:cubicBezTo>
                    <a:pt x="2" y="15"/>
                    <a:pt x="1" y="13"/>
                    <a:pt x="1" y="12"/>
                  </a:cubicBezTo>
                  <a:cubicBezTo>
                    <a:pt x="0" y="11"/>
                    <a:pt x="0" y="8"/>
                    <a:pt x="0" y="7"/>
                  </a:cubicBezTo>
                  <a:cubicBezTo>
                    <a:pt x="0" y="6"/>
                    <a:pt x="1" y="4"/>
                    <a:pt x="1" y="2"/>
                  </a:cubicBezTo>
                  <a:cubicBezTo>
                    <a:pt x="1" y="2"/>
                    <a:pt x="1" y="2"/>
                    <a:pt x="1" y="2"/>
                  </a:cubicBezTo>
                  <a:cubicBezTo>
                    <a:pt x="2" y="2"/>
                    <a:pt x="3" y="2"/>
                    <a:pt x="4" y="1"/>
                  </a:cubicBezTo>
                  <a:cubicBezTo>
                    <a:pt x="4" y="1"/>
                    <a:pt x="4" y="1"/>
                    <a:pt x="4" y="0"/>
                  </a:cubicBezTo>
                  <a:cubicBezTo>
                    <a:pt x="5" y="1"/>
                    <a:pt x="6" y="3"/>
                    <a:pt x="7" y="4"/>
                  </a:cubicBezTo>
                  <a:cubicBezTo>
                    <a:pt x="7" y="5"/>
                    <a:pt x="9" y="7"/>
                    <a:pt x="9" y="8"/>
                  </a:cubicBezTo>
                  <a:cubicBezTo>
                    <a:pt x="10" y="10"/>
                    <a:pt x="12" y="12"/>
                    <a:pt x="12" y="13"/>
                  </a:cubicBezTo>
                  <a:cubicBezTo>
                    <a:pt x="13" y="14"/>
                    <a:pt x="14" y="16"/>
                    <a:pt x="15" y="17"/>
                  </a:cubicBezTo>
                  <a:cubicBezTo>
                    <a:pt x="15" y="18"/>
                    <a:pt x="16" y="19"/>
                    <a:pt x="16" y="19"/>
                  </a:cubicBezTo>
                  <a:cubicBezTo>
                    <a:pt x="17" y="20"/>
                    <a:pt x="18" y="20"/>
                    <a:pt x="19" y="20"/>
                  </a:cubicBezTo>
                  <a:cubicBezTo>
                    <a:pt x="20" y="20"/>
                    <a:pt x="20" y="19"/>
                    <a:pt x="20" y="18"/>
                  </a:cubicBezTo>
                  <a:cubicBezTo>
                    <a:pt x="20" y="18"/>
                    <a:pt x="20" y="17"/>
                    <a:pt x="20" y="16"/>
                  </a:cubicBezTo>
                  <a:cubicBezTo>
                    <a:pt x="20" y="16"/>
                    <a:pt x="21" y="16"/>
                    <a:pt x="21" y="16"/>
                  </a:cubicBezTo>
                  <a:cubicBezTo>
                    <a:pt x="21" y="15"/>
                    <a:pt x="22" y="16"/>
                    <a:pt x="22" y="16"/>
                  </a:cubicBezTo>
                  <a:cubicBezTo>
                    <a:pt x="23" y="16"/>
                    <a:pt x="23" y="18"/>
                    <a:pt x="23" y="18"/>
                  </a:cubicBezTo>
                  <a:cubicBezTo>
                    <a:pt x="23" y="19"/>
                    <a:pt x="24" y="21"/>
                    <a:pt x="24" y="21"/>
                  </a:cubicBezTo>
                  <a:cubicBezTo>
                    <a:pt x="24" y="22"/>
                    <a:pt x="24" y="23"/>
                    <a:pt x="25" y="23"/>
                  </a:cubicBezTo>
                  <a:cubicBezTo>
                    <a:pt x="25" y="24"/>
                    <a:pt x="27" y="24"/>
                    <a:pt x="28" y="25"/>
                  </a:cubicBezTo>
                  <a:cubicBezTo>
                    <a:pt x="28" y="26"/>
                    <a:pt x="29" y="28"/>
                    <a:pt x="29" y="29"/>
                  </a:cubicBezTo>
                  <a:cubicBezTo>
                    <a:pt x="29" y="29"/>
                    <a:pt x="30" y="31"/>
                    <a:pt x="30" y="31"/>
                  </a:cubicBezTo>
                  <a:cubicBezTo>
                    <a:pt x="31" y="32"/>
                    <a:pt x="33" y="31"/>
                    <a:pt x="33" y="31"/>
                  </a:cubicBezTo>
                  <a:cubicBezTo>
                    <a:pt x="33" y="31"/>
                    <a:pt x="33" y="31"/>
                    <a:pt x="33" y="31"/>
                  </a:cubicBezTo>
                  <a:cubicBezTo>
                    <a:pt x="34" y="31"/>
                    <a:pt x="35" y="32"/>
                    <a:pt x="36" y="33"/>
                  </a:cubicBezTo>
                  <a:cubicBezTo>
                    <a:pt x="36" y="33"/>
                    <a:pt x="37" y="34"/>
                    <a:pt x="38" y="34"/>
                  </a:cubicBezTo>
                  <a:cubicBezTo>
                    <a:pt x="38" y="35"/>
                    <a:pt x="38" y="36"/>
                    <a:pt x="38" y="36"/>
                  </a:cubicBezTo>
                  <a:cubicBezTo>
                    <a:pt x="38" y="37"/>
                    <a:pt x="38" y="38"/>
                    <a:pt x="37" y="39"/>
                  </a:cubicBezTo>
                  <a:cubicBezTo>
                    <a:pt x="37" y="40"/>
                    <a:pt x="36" y="41"/>
                    <a:pt x="36" y="42"/>
                  </a:cubicBezTo>
                  <a:cubicBezTo>
                    <a:pt x="35" y="43"/>
                    <a:pt x="35" y="44"/>
                    <a:pt x="35" y="45"/>
                  </a:cubicBezTo>
                  <a:cubicBezTo>
                    <a:pt x="35" y="46"/>
                    <a:pt x="36" y="47"/>
                    <a:pt x="37" y="47"/>
                  </a:cubicBezTo>
                  <a:cubicBezTo>
                    <a:pt x="37" y="48"/>
                    <a:pt x="39" y="48"/>
                    <a:pt x="40" y="4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23"/>
            <p:cNvSpPr>
              <a:spLocks/>
            </p:cNvSpPr>
            <p:nvPr/>
          </p:nvSpPr>
          <p:spPr bwMode="auto">
            <a:xfrm>
              <a:off x="1741488" y="3848101"/>
              <a:ext cx="47625" cy="88900"/>
            </a:xfrm>
            <a:custGeom>
              <a:avLst/>
              <a:gdLst/>
              <a:ahLst/>
              <a:cxnLst>
                <a:cxn ang="0">
                  <a:pos x="25" y="37"/>
                </a:cxn>
                <a:cxn ang="0">
                  <a:pos x="25" y="39"/>
                </a:cxn>
                <a:cxn ang="0">
                  <a:pos x="24" y="39"/>
                </a:cxn>
                <a:cxn ang="0">
                  <a:pos x="23" y="39"/>
                </a:cxn>
                <a:cxn ang="0">
                  <a:pos x="21" y="41"/>
                </a:cxn>
                <a:cxn ang="0">
                  <a:pos x="20" y="42"/>
                </a:cxn>
                <a:cxn ang="0">
                  <a:pos x="18" y="41"/>
                </a:cxn>
                <a:cxn ang="0">
                  <a:pos x="18" y="44"/>
                </a:cxn>
                <a:cxn ang="0">
                  <a:pos x="17" y="45"/>
                </a:cxn>
                <a:cxn ang="0">
                  <a:pos x="16" y="47"/>
                </a:cxn>
                <a:cxn ang="0">
                  <a:pos x="15" y="46"/>
                </a:cxn>
                <a:cxn ang="0">
                  <a:pos x="13" y="44"/>
                </a:cxn>
                <a:cxn ang="0">
                  <a:pos x="13" y="44"/>
                </a:cxn>
                <a:cxn ang="0">
                  <a:pos x="11" y="43"/>
                </a:cxn>
                <a:cxn ang="0">
                  <a:pos x="8" y="41"/>
                </a:cxn>
                <a:cxn ang="0">
                  <a:pos x="6" y="39"/>
                </a:cxn>
                <a:cxn ang="0">
                  <a:pos x="7" y="36"/>
                </a:cxn>
                <a:cxn ang="0">
                  <a:pos x="8" y="33"/>
                </a:cxn>
                <a:cxn ang="0">
                  <a:pos x="9" y="30"/>
                </a:cxn>
                <a:cxn ang="0">
                  <a:pos x="9" y="28"/>
                </a:cxn>
                <a:cxn ang="0">
                  <a:pos x="7" y="27"/>
                </a:cxn>
                <a:cxn ang="0">
                  <a:pos x="4" y="25"/>
                </a:cxn>
                <a:cxn ang="0">
                  <a:pos x="4" y="25"/>
                </a:cxn>
                <a:cxn ang="0">
                  <a:pos x="4" y="23"/>
                </a:cxn>
                <a:cxn ang="0">
                  <a:pos x="5" y="21"/>
                </a:cxn>
                <a:cxn ang="0">
                  <a:pos x="5" y="17"/>
                </a:cxn>
                <a:cxn ang="0">
                  <a:pos x="5" y="13"/>
                </a:cxn>
                <a:cxn ang="0">
                  <a:pos x="5" y="11"/>
                </a:cxn>
                <a:cxn ang="0">
                  <a:pos x="5" y="8"/>
                </a:cxn>
                <a:cxn ang="0">
                  <a:pos x="3" y="5"/>
                </a:cxn>
                <a:cxn ang="0">
                  <a:pos x="1" y="3"/>
                </a:cxn>
                <a:cxn ang="0">
                  <a:pos x="0" y="2"/>
                </a:cxn>
                <a:cxn ang="0">
                  <a:pos x="0" y="0"/>
                </a:cxn>
                <a:cxn ang="0">
                  <a:pos x="2" y="0"/>
                </a:cxn>
                <a:cxn ang="0">
                  <a:pos x="5" y="1"/>
                </a:cxn>
                <a:cxn ang="0">
                  <a:pos x="7" y="2"/>
                </a:cxn>
                <a:cxn ang="0">
                  <a:pos x="10" y="3"/>
                </a:cxn>
                <a:cxn ang="0">
                  <a:pos x="12" y="5"/>
                </a:cxn>
                <a:cxn ang="0">
                  <a:pos x="12" y="8"/>
                </a:cxn>
                <a:cxn ang="0">
                  <a:pos x="14" y="10"/>
                </a:cxn>
                <a:cxn ang="0">
                  <a:pos x="16" y="12"/>
                </a:cxn>
                <a:cxn ang="0">
                  <a:pos x="16" y="15"/>
                </a:cxn>
                <a:cxn ang="0">
                  <a:pos x="19" y="17"/>
                </a:cxn>
                <a:cxn ang="0">
                  <a:pos x="21" y="18"/>
                </a:cxn>
                <a:cxn ang="0">
                  <a:pos x="22" y="20"/>
                </a:cxn>
                <a:cxn ang="0">
                  <a:pos x="22" y="23"/>
                </a:cxn>
                <a:cxn ang="0">
                  <a:pos x="23" y="25"/>
                </a:cxn>
                <a:cxn ang="0">
                  <a:pos x="22" y="28"/>
                </a:cxn>
                <a:cxn ang="0">
                  <a:pos x="19" y="29"/>
                </a:cxn>
                <a:cxn ang="0">
                  <a:pos x="19" y="32"/>
                </a:cxn>
                <a:cxn ang="0">
                  <a:pos x="22" y="33"/>
                </a:cxn>
                <a:cxn ang="0">
                  <a:pos x="25" y="37"/>
                </a:cxn>
              </a:cxnLst>
              <a:rect l="0" t="0" r="r" b="b"/>
              <a:pathLst>
                <a:path w="25" h="47">
                  <a:moveTo>
                    <a:pt x="25" y="37"/>
                  </a:moveTo>
                  <a:cubicBezTo>
                    <a:pt x="25" y="37"/>
                    <a:pt x="25" y="38"/>
                    <a:pt x="25" y="39"/>
                  </a:cubicBezTo>
                  <a:cubicBezTo>
                    <a:pt x="24" y="39"/>
                    <a:pt x="24" y="39"/>
                    <a:pt x="24" y="39"/>
                  </a:cubicBezTo>
                  <a:cubicBezTo>
                    <a:pt x="23" y="39"/>
                    <a:pt x="23" y="39"/>
                    <a:pt x="23" y="39"/>
                  </a:cubicBezTo>
                  <a:cubicBezTo>
                    <a:pt x="22" y="40"/>
                    <a:pt x="21" y="41"/>
                    <a:pt x="21" y="41"/>
                  </a:cubicBezTo>
                  <a:cubicBezTo>
                    <a:pt x="20" y="41"/>
                    <a:pt x="20" y="42"/>
                    <a:pt x="20" y="42"/>
                  </a:cubicBezTo>
                  <a:cubicBezTo>
                    <a:pt x="19" y="42"/>
                    <a:pt x="18" y="41"/>
                    <a:pt x="18" y="41"/>
                  </a:cubicBezTo>
                  <a:cubicBezTo>
                    <a:pt x="17" y="42"/>
                    <a:pt x="19" y="44"/>
                    <a:pt x="18" y="44"/>
                  </a:cubicBezTo>
                  <a:cubicBezTo>
                    <a:pt x="18" y="45"/>
                    <a:pt x="18" y="45"/>
                    <a:pt x="17" y="45"/>
                  </a:cubicBezTo>
                  <a:cubicBezTo>
                    <a:pt x="17" y="46"/>
                    <a:pt x="16" y="47"/>
                    <a:pt x="16" y="47"/>
                  </a:cubicBezTo>
                  <a:cubicBezTo>
                    <a:pt x="15" y="47"/>
                    <a:pt x="15" y="46"/>
                    <a:pt x="15" y="46"/>
                  </a:cubicBezTo>
                  <a:cubicBezTo>
                    <a:pt x="14" y="45"/>
                    <a:pt x="13" y="45"/>
                    <a:pt x="13" y="44"/>
                  </a:cubicBezTo>
                  <a:cubicBezTo>
                    <a:pt x="13" y="44"/>
                    <a:pt x="13" y="44"/>
                    <a:pt x="13" y="44"/>
                  </a:cubicBezTo>
                  <a:cubicBezTo>
                    <a:pt x="13" y="44"/>
                    <a:pt x="11" y="43"/>
                    <a:pt x="11" y="43"/>
                  </a:cubicBezTo>
                  <a:cubicBezTo>
                    <a:pt x="10" y="42"/>
                    <a:pt x="8" y="42"/>
                    <a:pt x="8" y="41"/>
                  </a:cubicBezTo>
                  <a:cubicBezTo>
                    <a:pt x="7" y="41"/>
                    <a:pt x="6" y="40"/>
                    <a:pt x="6" y="39"/>
                  </a:cubicBezTo>
                  <a:cubicBezTo>
                    <a:pt x="6" y="38"/>
                    <a:pt x="6" y="37"/>
                    <a:pt x="7" y="36"/>
                  </a:cubicBezTo>
                  <a:cubicBezTo>
                    <a:pt x="7" y="35"/>
                    <a:pt x="8" y="34"/>
                    <a:pt x="8" y="33"/>
                  </a:cubicBezTo>
                  <a:cubicBezTo>
                    <a:pt x="9" y="32"/>
                    <a:pt x="9" y="31"/>
                    <a:pt x="9" y="30"/>
                  </a:cubicBezTo>
                  <a:cubicBezTo>
                    <a:pt x="9" y="30"/>
                    <a:pt x="9" y="29"/>
                    <a:pt x="9" y="28"/>
                  </a:cubicBezTo>
                  <a:cubicBezTo>
                    <a:pt x="8" y="28"/>
                    <a:pt x="7" y="27"/>
                    <a:pt x="7" y="27"/>
                  </a:cubicBezTo>
                  <a:cubicBezTo>
                    <a:pt x="6" y="26"/>
                    <a:pt x="5" y="25"/>
                    <a:pt x="4" y="25"/>
                  </a:cubicBezTo>
                  <a:cubicBezTo>
                    <a:pt x="4" y="25"/>
                    <a:pt x="4" y="25"/>
                    <a:pt x="4" y="25"/>
                  </a:cubicBezTo>
                  <a:cubicBezTo>
                    <a:pt x="4" y="24"/>
                    <a:pt x="4" y="24"/>
                    <a:pt x="4" y="23"/>
                  </a:cubicBezTo>
                  <a:cubicBezTo>
                    <a:pt x="4" y="23"/>
                    <a:pt x="4" y="21"/>
                    <a:pt x="5" y="21"/>
                  </a:cubicBezTo>
                  <a:cubicBezTo>
                    <a:pt x="5" y="20"/>
                    <a:pt x="5" y="18"/>
                    <a:pt x="5" y="17"/>
                  </a:cubicBezTo>
                  <a:cubicBezTo>
                    <a:pt x="5" y="16"/>
                    <a:pt x="4" y="14"/>
                    <a:pt x="5" y="13"/>
                  </a:cubicBezTo>
                  <a:cubicBezTo>
                    <a:pt x="5" y="13"/>
                    <a:pt x="5" y="12"/>
                    <a:pt x="5" y="11"/>
                  </a:cubicBezTo>
                  <a:cubicBezTo>
                    <a:pt x="5" y="10"/>
                    <a:pt x="5" y="9"/>
                    <a:pt x="5" y="8"/>
                  </a:cubicBezTo>
                  <a:cubicBezTo>
                    <a:pt x="5" y="7"/>
                    <a:pt x="3" y="6"/>
                    <a:pt x="3" y="5"/>
                  </a:cubicBezTo>
                  <a:cubicBezTo>
                    <a:pt x="2" y="4"/>
                    <a:pt x="1" y="4"/>
                    <a:pt x="1" y="3"/>
                  </a:cubicBezTo>
                  <a:cubicBezTo>
                    <a:pt x="1" y="3"/>
                    <a:pt x="0" y="2"/>
                    <a:pt x="0" y="2"/>
                  </a:cubicBezTo>
                  <a:cubicBezTo>
                    <a:pt x="0" y="1"/>
                    <a:pt x="0" y="1"/>
                    <a:pt x="0" y="0"/>
                  </a:cubicBezTo>
                  <a:cubicBezTo>
                    <a:pt x="1" y="0"/>
                    <a:pt x="2" y="0"/>
                    <a:pt x="2" y="0"/>
                  </a:cubicBezTo>
                  <a:cubicBezTo>
                    <a:pt x="3" y="1"/>
                    <a:pt x="4" y="1"/>
                    <a:pt x="5" y="1"/>
                  </a:cubicBezTo>
                  <a:cubicBezTo>
                    <a:pt x="5" y="1"/>
                    <a:pt x="6" y="1"/>
                    <a:pt x="7" y="2"/>
                  </a:cubicBezTo>
                  <a:cubicBezTo>
                    <a:pt x="8" y="2"/>
                    <a:pt x="9" y="3"/>
                    <a:pt x="10" y="3"/>
                  </a:cubicBezTo>
                  <a:cubicBezTo>
                    <a:pt x="11" y="4"/>
                    <a:pt x="12" y="4"/>
                    <a:pt x="12" y="5"/>
                  </a:cubicBezTo>
                  <a:cubicBezTo>
                    <a:pt x="12" y="6"/>
                    <a:pt x="12" y="7"/>
                    <a:pt x="12" y="8"/>
                  </a:cubicBezTo>
                  <a:cubicBezTo>
                    <a:pt x="12" y="9"/>
                    <a:pt x="14" y="10"/>
                    <a:pt x="14" y="10"/>
                  </a:cubicBezTo>
                  <a:cubicBezTo>
                    <a:pt x="15" y="11"/>
                    <a:pt x="16" y="12"/>
                    <a:pt x="16" y="12"/>
                  </a:cubicBezTo>
                  <a:cubicBezTo>
                    <a:pt x="17" y="13"/>
                    <a:pt x="16" y="14"/>
                    <a:pt x="16" y="15"/>
                  </a:cubicBezTo>
                  <a:cubicBezTo>
                    <a:pt x="17" y="16"/>
                    <a:pt x="18" y="17"/>
                    <a:pt x="19" y="17"/>
                  </a:cubicBezTo>
                  <a:cubicBezTo>
                    <a:pt x="19" y="17"/>
                    <a:pt x="21" y="18"/>
                    <a:pt x="21" y="18"/>
                  </a:cubicBezTo>
                  <a:cubicBezTo>
                    <a:pt x="22" y="18"/>
                    <a:pt x="22" y="19"/>
                    <a:pt x="22" y="20"/>
                  </a:cubicBezTo>
                  <a:cubicBezTo>
                    <a:pt x="22" y="21"/>
                    <a:pt x="22" y="22"/>
                    <a:pt x="22" y="23"/>
                  </a:cubicBezTo>
                  <a:cubicBezTo>
                    <a:pt x="22" y="23"/>
                    <a:pt x="23" y="25"/>
                    <a:pt x="23" y="25"/>
                  </a:cubicBezTo>
                  <a:cubicBezTo>
                    <a:pt x="23" y="26"/>
                    <a:pt x="23" y="27"/>
                    <a:pt x="22" y="28"/>
                  </a:cubicBezTo>
                  <a:cubicBezTo>
                    <a:pt x="22" y="29"/>
                    <a:pt x="19" y="29"/>
                    <a:pt x="19" y="29"/>
                  </a:cubicBezTo>
                  <a:cubicBezTo>
                    <a:pt x="19" y="30"/>
                    <a:pt x="19" y="31"/>
                    <a:pt x="19" y="32"/>
                  </a:cubicBezTo>
                  <a:cubicBezTo>
                    <a:pt x="20" y="32"/>
                    <a:pt x="22" y="33"/>
                    <a:pt x="22" y="33"/>
                  </a:cubicBezTo>
                  <a:cubicBezTo>
                    <a:pt x="23" y="34"/>
                    <a:pt x="24" y="36"/>
                    <a:pt x="25" y="3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24"/>
            <p:cNvSpPr>
              <a:spLocks/>
            </p:cNvSpPr>
            <p:nvPr/>
          </p:nvSpPr>
          <p:spPr bwMode="auto">
            <a:xfrm>
              <a:off x="1747838" y="3910013"/>
              <a:ext cx="84138" cy="68263"/>
            </a:xfrm>
            <a:custGeom>
              <a:avLst/>
              <a:gdLst/>
              <a:ahLst/>
              <a:cxnLst>
                <a:cxn ang="0">
                  <a:pos x="7" y="34"/>
                </a:cxn>
                <a:cxn ang="0">
                  <a:pos x="7" y="30"/>
                </a:cxn>
                <a:cxn ang="0">
                  <a:pos x="5" y="26"/>
                </a:cxn>
                <a:cxn ang="0">
                  <a:pos x="2" y="24"/>
                </a:cxn>
                <a:cxn ang="0">
                  <a:pos x="4" y="21"/>
                </a:cxn>
                <a:cxn ang="0">
                  <a:pos x="2" y="18"/>
                </a:cxn>
                <a:cxn ang="0">
                  <a:pos x="0" y="15"/>
                </a:cxn>
                <a:cxn ang="0">
                  <a:pos x="4" y="14"/>
                </a:cxn>
                <a:cxn ang="0">
                  <a:pos x="8" y="14"/>
                </a:cxn>
                <a:cxn ang="0">
                  <a:pos x="9" y="11"/>
                </a:cxn>
                <a:cxn ang="0">
                  <a:pos x="10" y="11"/>
                </a:cxn>
                <a:cxn ang="0">
                  <a:pos x="13" y="14"/>
                </a:cxn>
                <a:cxn ang="0">
                  <a:pos x="15" y="11"/>
                </a:cxn>
                <a:cxn ang="0">
                  <a:pos x="17" y="9"/>
                </a:cxn>
                <a:cxn ang="0">
                  <a:pos x="20" y="6"/>
                </a:cxn>
                <a:cxn ang="0">
                  <a:pos x="22" y="6"/>
                </a:cxn>
                <a:cxn ang="0">
                  <a:pos x="25" y="7"/>
                </a:cxn>
                <a:cxn ang="0">
                  <a:pos x="32" y="6"/>
                </a:cxn>
                <a:cxn ang="0">
                  <a:pos x="36" y="2"/>
                </a:cxn>
                <a:cxn ang="0">
                  <a:pos x="41" y="1"/>
                </a:cxn>
                <a:cxn ang="0">
                  <a:pos x="42" y="5"/>
                </a:cxn>
                <a:cxn ang="0">
                  <a:pos x="45" y="9"/>
                </a:cxn>
                <a:cxn ang="0">
                  <a:pos x="40" y="12"/>
                </a:cxn>
                <a:cxn ang="0">
                  <a:pos x="39" y="17"/>
                </a:cxn>
                <a:cxn ang="0">
                  <a:pos x="42" y="22"/>
                </a:cxn>
                <a:cxn ang="0">
                  <a:pos x="43" y="24"/>
                </a:cxn>
                <a:cxn ang="0">
                  <a:pos x="35" y="28"/>
                </a:cxn>
                <a:cxn ang="0">
                  <a:pos x="26" y="27"/>
                </a:cxn>
                <a:cxn ang="0">
                  <a:pos x="22" y="23"/>
                </a:cxn>
                <a:cxn ang="0">
                  <a:pos x="23" y="17"/>
                </a:cxn>
                <a:cxn ang="0">
                  <a:pos x="21" y="18"/>
                </a:cxn>
                <a:cxn ang="0">
                  <a:pos x="21" y="23"/>
                </a:cxn>
                <a:cxn ang="0">
                  <a:pos x="15" y="31"/>
                </a:cxn>
                <a:cxn ang="0">
                  <a:pos x="8" y="36"/>
                </a:cxn>
              </a:cxnLst>
              <a:rect l="0" t="0" r="r" b="b"/>
              <a:pathLst>
                <a:path w="45" h="36">
                  <a:moveTo>
                    <a:pt x="8" y="36"/>
                  </a:moveTo>
                  <a:cubicBezTo>
                    <a:pt x="8" y="36"/>
                    <a:pt x="7" y="35"/>
                    <a:pt x="7" y="34"/>
                  </a:cubicBezTo>
                  <a:cubicBezTo>
                    <a:pt x="7" y="34"/>
                    <a:pt x="8" y="33"/>
                    <a:pt x="8" y="32"/>
                  </a:cubicBezTo>
                  <a:cubicBezTo>
                    <a:pt x="8" y="32"/>
                    <a:pt x="7" y="31"/>
                    <a:pt x="7" y="30"/>
                  </a:cubicBezTo>
                  <a:cubicBezTo>
                    <a:pt x="7" y="30"/>
                    <a:pt x="6" y="29"/>
                    <a:pt x="5" y="28"/>
                  </a:cubicBezTo>
                  <a:cubicBezTo>
                    <a:pt x="5" y="28"/>
                    <a:pt x="5" y="27"/>
                    <a:pt x="5" y="26"/>
                  </a:cubicBezTo>
                  <a:cubicBezTo>
                    <a:pt x="5" y="25"/>
                    <a:pt x="4" y="24"/>
                    <a:pt x="3" y="24"/>
                  </a:cubicBezTo>
                  <a:cubicBezTo>
                    <a:pt x="3" y="24"/>
                    <a:pt x="2" y="24"/>
                    <a:pt x="2" y="24"/>
                  </a:cubicBezTo>
                  <a:cubicBezTo>
                    <a:pt x="2" y="23"/>
                    <a:pt x="2" y="23"/>
                    <a:pt x="2" y="22"/>
                  </a:cubicBezTo>
                  <a:cubicBezTo>
                    <a:pt x="2" y="22"/>
                    <a:pt x="4" y="21"/>
                    <a:pt x="4" y="21"/>
                  </a:cubicBezTo>
                  <a:cubicBezTo>
                    <a:pt x="4" y="21"/>
                    <a:pt x="5" y="20"/>
                    <a:pt x="5" y="19"/>
                  </a:cubicBezTo>
                  <a:cubicBezTo>
                    <a:pt x="5" y="18"/>
                    <a:pt x="3" y="18"/>
                    <a:pt x="2" y="18"/>
                  </a:cubicBezTo>
                  <a:cubicBezTo>
                    <a:pt x="2" y="17"/>
                    <a:pt x="1" y="17"/>
                    <a:pt x="1" y="16"/>
                  </a:cubicBezTo>
                  <a:cubicBezTo>
                    <a:pt x="0" y="16"/>
                    <a:pt x="0" y="15"/>
                    <a:pt x="0" y="15"/>
                  </a:cubicBezTo>
                  <a:cubicBezTo>
                    <a:pt x="0" y="15"/>
                    <a:pt x="1" y="14"/>
                    <a:pt x="1" y="14"/>
                  </a:cubicBezTo>
                  <a:cubicBezTo>
                    <a:pt x="2" y="14"/>
                    <a:pt x="4" y="14"/>
                    <a:pt x="4" y="14"/>
                  </a:cubicBezTo>
                  <a:cubicBezTo>
                    <a:pt x="5" y="14"/>
                    <a:pt x="6" y="15"/>
                    <a:pt x="6" y="15"/>
                  </a:cubicBezTo>
                  <a:cubicBezTo>
                    <a:pt x="7" y="15"/>
                    <a:pt x="7" y="15"/>
                    <a:pt x="8" y="14"/>
                  </a:cubicBezTo>
                  <a:cubicBezTo>
                    <a:pt x="8" y="14"/>
                    <a:pt x="7" y="13"/>
                    <a:pt x="8" y="12"/>
                  </a:cubicBezTo>
                  <a:cubicBezTo>
                    <a:pt x="8" y="12"/>
                    <a:pt x="9" y="11"/>
                    <a:pt x="9" y="11"/>
                  </a:cubicBezTo>
                  <a:cubicBezTo>
                    <a:pt x="9" y="11"/>
                    <a:pt x="9" y="11"/>
                    <a:pt x="10" y="11"/>
                  </a:cubicBezTo>
                  <a:cubicBezTo>
                    <a:pt x="10" y="11"/>
                    <a:pt x="10" y="11"/>
                    <a:pt x="10" y="11"/>
                  </a:cubicBezTo>
                  <a:cubicBezTo>
                    <a:pt x="10" y="12"/>
                    <a:pt x="11" y="12"/>
                    <a:pt x="12" y="13"/>
                  </a:cubicBezTo>
                  <a:cubicBezTo>
                    <a:pt x="12" y="13"/>
                    <a:pt x="12" y="14"/>
                    <a:pt x="13" y="14"/>
                  </a:cubicBezTo>
                  <a:cubicBezTo>
                    <a:pt x="13" y="14"/>
                    <a:pt x="14" y="13"/>
                    <a:pt x="14" y="12"/>
                  </a:cubicBezTo>
                  <a:cubicBezTo>
                    <a:pt x="15" y="12"/>
                    <a:pt x="15" y="12"/>
                    <a:pt x="15" y="11"/>
                  </a:cubicBezTo>
                  <a:cubicBezTo>
                    <a:pt x="16" y="11"/>
                    <a:pt x="14" y="9"/>
                    <a:pt x="15" y="8"/>
                  </a:cubicBezTo>
                  <a:cubicBezTo>
                    <a:pt x="15" y="8"/>
                    <a:pt x="16" y="9"/>
                    <a:pt x="17" y="9"/>
                  </a:cubicBezTo>
                  <a:cubicBezTo>
                    <a:pt x="17" y="9"/>
                    <a:pt x="17" y="8"/>
                    <a:pt x="18" y="8"/>
                  </a:cubicBezTo>
                  <a:cubicBezTo>
                    <a:pt x="18" y="8"/>
                    <a:pt x="19" y="7"/>
                    <a:pt x="20" y="6"/>
                  </a:cubicBezTo>
                  <a:cubicBezTo>
                    <a:pt x="20" y="6"/>
                    <a:pt x="20" y="6"/>
                    <a:pt x="21" y="6"/>
                  </a:cubicBezTo>
                  <a:cubicBezTo>
                    <a:pt x="21" y="6"/>
                    <a:pt x="21" y="6"/>
                    <a:pt x="22" y="6"/>
                  </a:cubicBezTo>
                  <a:cubicBezTo>
                    <a:pt x="22" y="6"/>
                    <a:pt x="23" y="6"/>
                    <a:pt x="23" y="6"/>
                  </a:cubicBezTo>
                  <a:cubicBezTo>
                    <a:pt x="23" y="7"/>
                    <a:pt x="24" y="7"/>
                    <a:pt x="25" y="7"/>
                  </a:cubicBezTo>
                  <a:cubicBezTo>
                    <a:pt x="26" y="7"/>
                    <a:pt x="27" y="7"/>
                    <a:pt x="27" y="7"/>
                  </a:cubicBezTo>
                  <a:cubicBezTo>
                    <a:pt x="28" y="7"/>
                    <a:pt x="31" y="6"/>
                    <a:pt x="32" y="6"/>
                  </a:cubicBezTo>
                  <a:cubicBezTo>
                    <a:pt x="32" y="6"/>
                    <a:pt x="33" y="5"/>
                    <a:pt x="34" y="4"/>
                  </a:cubicBezTo>
                  <a:cubicBezTo>
                    <a:pt x="34" y="4"/>
                    <a:pt x="35" y="3"/>
                    <a:pt x="36" y="2"/>
                  </a:cubicBezTo>
                  <a:cubicBezTo>
                    <a:pt x="37" y="2"/>
                    <a:pt x="38" y="0"/>
                    <a:pt x="39" y="0"/>
                  </a:cubicBezTo>
                  <a:cubicBezTo>
                    <a:pt x="39" y="0"/>
                    <a:pt x="40" y="0"/>
                    <a:pt x="41" y="1"/>
                  </a:cubicBezTo>
                  <a:cubicBezTo>
                    <a:pt x="41" y="1"/>
                    <a:pt x="41" y="3"/>
                    <a:pt x="41" y="4"/>
                  </a:cubicBezTo>
                  <a:cubicBezTo>
                    <a:pt x="41" y="4"/>
                    <a:pt x="42" y="5"/>
                    <a:pt x="42" y="5"/>
                  </a:cubicBezTo>
                  <a:cubicBezTo>
                    <a:pt x="43" y="6"/>
                    <a:pt x="44" y="6"/>
                    <a:pt x="45" y="6"/>
                  </a:cubicBezTo>
                  <a:cubicBezTo>
                    <a:pt x="45" y="7"/>
                    <a:pt x="45" y="9"/>
                    <a:pt x="45" y="9"/>
                  </a:cubicBezTo>
                  <a:cubicBezTo>
                    <a:pt x="44" y="10"/>
                    <a:pt x="43" y="9"/>
                    <a:pt x="42" y="9"/>
                  </a:cubicBezTo>
                  <a:cubicBezTo>
                    <a:pt x="41" y="10"/>
                    <a:pt x="40" y="11"/>
                    <a:pt x="40" y="12"/>
                  </a:cubicBezTo>
                  <a:cubicBezTo>
                    <a:pt x="40" y="12"/>
                    <a:pt x="39" y="14"/>
                    <a:pt x="39" y="15"/>
                  </a:cubicBezTo>
                  <a:cubicBezTo>
                    <a:pt x="39" y="15"/>
                    <a:pt x="39" y="17"/>
                    <a:pt x="39" y="17"/>
                  </a:cubicBezTo>
                  <a:cubicBezTo>
                    <a:pt x="39" y="18"/>
                    <a:pt x="40" y="19"/>
                    <a:pt x="40" y="20"/>
                  </a:cubicBezTo>
                  <a:cubicBezTo>
                    <a:pt x="41" y="20"/>
                    <a:pt x="42" y="21"/>
                    <a:pt x="42" y="22"/>
                  </a:cubicBezTo>
                  <a:cubicBezTo>
                    <a:pt x="42" y="22"/>
                    <a:pt x="43" y="23"/>
                    <a:pt x="43" y="24"/>
                  </a:cubicBezTo>
                  <a:cubicBezTo>
                    <a:pt x="43" y="24"/>
                    <a:pt x="43" y="24"/>
                    <a:pt x="43" y="24"/>
                  </a:cubicBezTo>
                  <a:cubicBezTo>
                    <a:pt x="41" y="25"/>
                    <a:pt x="39" y="26"/>
                    <a:pt x="38" y="26"/>
                  </a:cubicBezTo>
                  <a:cubicBezTo>
                    <a:pt x="37" y="27"/>
                    <a:pt x="36" y="27"/>
                    <a:pt x="35" y="28"/>
                  </a:cubicBezTo>
                  <a:cubicBezTo>
                    <a:pt x="34" y="28"/>
                    <a:pt x="32" y="27"/>
                    <a:pt x="31" y="27"/>
                  </a:cubicBezTo>
                  <a:cubicBezTo>
                    <a:pt x="30" y="27"/>
                    <a:pt x="28" y="27"/>
                    <a:pt x="26" y="27"/>
                  </a:cubicBezTo>
                  <a:cubicBezTo>
                    <a:pt x="26" y="27"/>
                    <a:pt x="24" y="27"/>
                    <a:pt x="24" y="26"/>
                  </a:cubicBezTo>
                  <a:cubicBezTo>
                    <a:pt x="23" y="26"/>
                    <a:pt x="23" y="24"/>
                    <a:pt x="22" y="23"/>
                  </a:cubicBezTo>
                  <a:cubicBezTo>
                    <a:pt x="22" y="22"/>
                    <a:pt x="23" y="20"/>
                    <a:pt x="23" y="19"/>
                  </a:cubicBezTo>
                  <a:cubicBezTo>
                    <a:pt x="23" y="19"/>
                    <a:pt x="23" y="18"/>
                    <a:pt x="23" y="17"/>
                  </a:cubicBezTo>
                  <a:cubicBezTo>
                    <a:pt x="22" y="17"/>
                    <a:pt x="21" y="16"/>
                    <a:pt x="21" y="16"/>
                  </a:cubicBezTo>
                  <a:cubicBezTo>
                    <a:pt x="20" y="17"/>
                    <a:pt x="21" y="17"/>
                    <a:pt x="21" y="18"/>
                  </a:cubicBezTo>
                  <a:cubicBezTo>
                    <a:pt x="21" y="19"/>
                    <a:pt x="21" y="20"/>
                    <a:pt x="21" y="21"/>
                  </a:cubicBezTo>
                  <a:cubicBezTo>
                    <a:pt x="21" y="22"/>
                    <a:pt x="21" y="23"/>
                    <a:pt x="21" y="23"/>
                  </a:cubicBezTo>
                  <a:cubicBezTo>
                    <a:pt x="20" y="24"/>
                    <a:pt x="19" y="26"/>
                    <a:pt x="18" y="26"/>
                  </a:cubicBezTo>
                  <a:cubicBezTo>
                    <a:pt x="17" y="28"/>
                    <a:pt x="16" y="30"/>
                    <a:pt x="15" y="31"/>
                  </a:cubicBezTo>
                  <a:cubicBezTo>
                    <a:pt x="14" y="32"/>
                    <a:pt x="11" y="34"/>
                    <a:pt x="10" y="35"/>
                  </a:cubicBezTo>
                  <a:cubicBezTo>
                    <a:pt x="10" y="35"/>
                    <a:pt x="9" y="36"/>
                    <a:pt x="8" y="3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25"/>
            <p:cNvSpPr>
              <a:spLocks/>
            </p:cNvSpPr>
            <p:nvPr/>
          </p:nvSpPr>
          <p:spPr bwMode="auto">
            <a:xfrm>
              <a:off x="1690688" y="3948113"/>
              <a:ext cx="71438" cy="50800"/>
            </a:xfrm>
            <a:custGeom>
              <a:avLst/>
              <a:gdLst/>
              <a:ahLst/>
              <a:cxnLst>
                <a:cxn ang="0">
                  <a:pos x="14" y="5"/>
                </a:cxn>
                <a:cxn ang="0">
                  <a:pos x="15" y="4"/>
                </a:cxn>
                <a:cxn ang="0">
                  <a:pos x="17" y="3"/>
                </a:cxn>
                <a:cxn ang="0">
                  <a:pos x="18" y="4"/>
                </a:cxn>
                <a:cxn ang="0">
                  <a:pos x="20" y="3"/>
                </a:cxn>
                <a:cxn ang="0">
                  <a:pos x="21" y="2"/>
                </a:cxn>
                <a:cxn ang="0">
                  <a:pos x="23" y="1"/>
                </a:cxn>
                <a:cxn ang="0">
                  <a:pos x="26" y="1"/>
                </a:cxn>
                <a:cxn ang="0">
                  <a:pos x="27" y="3"/>
                </a:cxn>
                <a:cxn ang="0">
                  <a:pos x="30" y="4"/>
                </a:cxn>
                <a:cxn ang="0">
                  <a:pos x="32" y="4"/>
                </a:cxn>
                <a:cxn ang="0">
                  <a:pos x="33" y="4"/>
                </a:cxn>
                <a:cxn ang="0">
                  <a:pos x="35" y="6"/>
                </a:cxn>
                <a:cxn ang="0">
                  <a:pos x="35" y="8"/>
                </a:cxn>
                <a:cxn ang="0">
                  <a:pos x="37" y="10"/>
                </a:cxn>
                <a:cxn ang="0">
                  <a:pos x="38" y="12"/>
                </a:cxn>
                <a:cxn ang="0">
                  <a:pos x="37" y="14"/>
                </a:cxn>
                <a:cxn ang="0">
                  <a:pos x="38" y="16"/>
                </a:cxn>
                <a:cxn ang="0">
                  <a:pos x="38" y="16"/>
                </a:cxn>
                <a:cxn ang="0">
                  <a:pos x="37" y="17"/>
                </a:cxn>
                <a:cxn ang="0">
                  <a:pos x="33" y="19"/>
                </a:cxn>
                <a:cxn ang="0">
                  <a:pos x="30" y="19"/>
                </a:cxn>
                <a:cxn ang="0">
                  <a:pos x="28" y="21"/>
                </a:cxn>
                <a:cxn ang="0">
                  <a:pos x="26" y="24"/>
                </a:cxn>
                <a:cxn ang="0">
                  <a:pos x="23" y="24"/>
                </a:cxn>
                <a:cxn ang="0">
                  <a:pos x="23" y="27"/>
                </a:cxn>
                <a:cxn ang="0">
                  <a:pos x="21" y="27"/>
                </a:cxn>
                <a:cxn ang="0">
                  <a:pos x="19" y="26"/>
                </a:cxn>
                <a:cxn ang="0">
                  <a:pos x="17" y="24"/>
                </a:cxn>
                <a:cxn ang="0">
                  <a:pos x="14" y="22"/>
                </a:cxn>
                <a:cxn ang="0">
                  <a:pos x="13" y="22"/>
                </a:cxn>
                <a:cxn ang="0">
                  <a:pos x="11" y="23"/>
                </a:cxn>
                <a:cxn ang="0">
                  <a:pos x="9" y="25"/>
                </a:cxn>
                <a:cxn ang="0">
                  <a:pos x="7" y="25"/>
                </a:cxn>
                <a:cxn ang="0">
                  <a:pos x="5" y="23"/>
                </a:cxn>
                <a:cxn ang="0">
                  <a:pos x="4" y="19"/>
                </a:cxn>
                <a:cxn ang="0">
                  <a:pos x="3" y="17"/>
                </a:cxn>
                <a:cxn ang="0">
                  <a:pos x="2" y="15"/>
                </a:cxn>
                <a:cxn ang="0">
                  <a:pos x="1" y="14"/>
                </a:cxn>
                <a:cxn ang="0">
                  <a:pos x="1" y="13"/>
                </a:cxn>
                <a:cxn ang="0">
                  <a:pos x="1" y="13"/>
                </a:cxn>
                <a:cxn ang="0">
                  <a:pos x="1" y="11"/>
                </a:cxn>
                <a:cxn ang="0">
                  <a:pos x="1" y="8"/>
                </a:cxn>
                <a:cxn ang="0">
                  <a:pos x="3" y="7"/>
                </a:cxn>
                <a:cxn ang="0">
                  <a:pos x="5" y="6"/>
                </a:cxn>
                <a:cxn ang="0">
                  <a:pos x="6" y="5"/>
                </a:cxn>
                <a:cxn ang="0">
                  <a:pos x="8" y="3"/>
                </a:cxn>
                <a:cxn ang="0">
                  <a:pos x="10" y="5"/>
                </a:cxn>
                <a:cxn ang="0">
                  <a:pos x="13" y="6"/>
                </a:cxn>
                <a:cxn ang="0">
                  <a:pos x="14" y="5"/>
                </a:cxn>
              </a:cxnLst>
              <a:rect l="0" t="0" r="r" b="b"/>
              <a:pathLst>
                <a:path w="38" h="27">
                  <a:moveTo>
                    <a:pt x="14" y="5"/>
                  </a:moveTo>
                  <a:cubicBezTo>
                    <a:pt x="14" y="5"/>
                    <a:pt x="14" y="5"/>
                    <a:pt x="15" y="4"/>
                  </a:cubicBezTo>
                  <a:cubicBezTo>
                    <a:pt x="15" y="4"/>
                    <a:pt x="16" y="4"/>
                    <a:pt x="17" y="3"/>
                  </a:cubicBezTo>
                  <a:cubicBezTo>
                    <a:pt x="17" y="3"/>
                    <a:pt x="18" y="4"/>
                    <a:pt x="18" y="4"/>
                  </a:cubicBezTo>
                  <a:cubicBezTo>
                    <a:pt x="19" y="4"/>
                    <a:pt x="19" y="3"/>
                    <a:pt x="20" y="3"/>
                  </a:cubicBezTo>
                  <a:cubicBezTo>
                    <a:pt x="20" y="3"/>
                    <a:pt x="20" y="2"/>
                    <a:pt x="21" y="2"/>
                  </a:cubicBezTo>
                  <a:cubicBezTo>
                    <a:pt x="21" y="1"/>
                    <a:pt x="22" y="2"/>
                    <a:pt x="23" y="1"/>
                  </a:cubicBezTo>
                  <a:cubicBezTo>
                    <a:pt x="24" y="1"/>
                    <a:pt x="26" y="0"/>
                    <a:pt x="26" y="1"/>
                  </a:cubicBezTo>
                  <a:cubicBezTo>
                    <a:pt x="27" y="1"/>
                    <a:pt x="27" y="2"/>
                    <a:pt x="27" y="3"/>
                  </a:cubicBezTo>
                  <a:cubicBezTo>
                    <a:pt x="28" y="3"/>
                    <a:pt x="29" y="4"/>
                    <a:pt x="30" y="4"/>
                  </a:cubicBezTo>
                  <a:cubicBezTo>
                    <a:pt x="30" y="4"/>
                    <a:pt x="31" y="4"/>
                    <a:pt x="32" y="4"/>
                  </a:cubicBezTo>
                  <a:cubicBezTo>
                    <a:pt x="32" y="4"/>
                    <a:pt x="33" y="4"/>
                    <a:pt x="33" y="4"/>
                  </a:cubicBezTo>
                  <a:cubicBezTo>
                    <a:pt x="34" y="4"/>
                    <a:pt x="35" y="5"/>
                    <a:pt x="35" y="6"/>
                  </a:cubicBezTo>
                  <a:cubicBezTo>
                    <a:pt x="35" y="7"/>
                    <a:pt x="35" y="8"/>
                    <a:pt x="35" y="8"/>
                  </a:cubicBezTo>
                  <a:cubicBezTo>
                    <a:pt x="36" y="9"/>
                    <a:pt x="37" y="10"/>
                    <a:pt x="37" y="10"/>
                  </a:cubicBezTo>
                  <a:cubicBezTo>
                    <a:pt x="37" y="11"/>
                    <a:pt x="38" y="12"/>
                    <a:pt x="38" y="12"/>
                  </a:cubicBezTo>
                  <a:cubicBezTo>
                    <a:pt x="38" y="13"/>
                    <a:pt x="37" y="14"/>
                    <a:pt x="37" y="14"/>
                  </a:cubicBezTo>
                  <a:cubicBezTo>
                    <a:pt x="37" y="15"/>
                    <a:pt x="38" y="16"/>
                    <a:pt x="38" y="16"/>
                  </a:cubicBezTo>
                  <a:cubicBezTo>
                    <a:pt x="38" y="16"/>
                    <a:pt x="38" y="16"/>
                    <a:pt x="38" y="16"/>
                  </a:cubicBezTo>
                  <a:cubicBezTo>
                    <a:pt x="37" y="17"/>
                    <a:pt x="37" y="17"/>
                    <a:pt x="37" y="17"/>
                  </a:cubicBezTo>
                  <a:cubicBezTo>
                    <a:pt x="36" y="18"/>
                    <a:pt x="34" y="18"/>
                    <a:pt x="33" y="19"/>
                  </a:cubicBezTo>
                  <a:cubicBezTo>
                    <a:pt x="32" y="19"/>
                    <a:pt x="31" y="18"/>
                    <a:pt x="30" y="19"/>
                  </a:cubicBezTo>
                  <a:cubicBezTo>
                    <a:pt x="29" y="19"/>
                    <a:pt x="29" y="21"/>
                    <a:pt x="28" y="21"/>
                  </a:cubicBezTo>
                  <a:cubicBezTo>
                    <a:pt x="28" y="22"/>
                    <a:pt x="27" y="24"/>
                    <a:pt x="26" y="24"/>
                  </a:cubicBezTo>
                  <a:cubicBezTo>
                    <a:pt x="25" y="25"/>
                    <a:pt x="23" y="24"/>
                    <a:pt x="23" y="24"/>
                  </a:cubicBezTo>
                  <a:cubicBezTo>
                    <a:pt x="22" y="25"/>
                    <a:pt x="23" y="27"/>
                    <a:pt x="23" y="27"/>
                  </a:cubicBezTo>
                  <a:cubicBezTo>
                    <a:pt x="22" y="27"/>
                    <a:pt x="21" y="27"/>
                    <a:pt x="21" y="27"/>
                  </a:cubicBezTo>
                  <a:cubicBezTo>
                    <a:pt x="20" y="27"/>
                    <a:pt x="19" y="26"/>
                    <a:pt x="19" y="26"/>
                  </a:cubicBezTo>
                  <a:cubicBezTo>
                    <a:pt x="19" y="25"/>
                    <a:pt x="18" y="24"/>
                    <a:pt x="17" y="24"/>
                  </a:cubicBezTo>
                  <a:cubicBezTo>
                    <a:pt x="16" y="23"/>
                    <a:pt x="15" y="22"/>
                    <a:pt x="14" y="22"/>
                  </a:cubicBezTo>
                  <a:cubicBezTo>
                    <a:pt x="13" y="22"/>
                    <a:pt x="13" y="22"/>
                    <a:pt x="13" y="22"/>
                  </a:cubicBezTo>
                  <a:cubicBezTo>
                    <a:pt x="12" y="22"/>
                    <a:pt x="11" y="23"/>
                    <a:pt x="11" y="23"/>
                  </a:cubicBezTo>
                  <a:cubicBezTo>
                    <a:pt x="10" y="24"/>
                    <a:pt x="9" y="25"/>
                    <a:pt x="9" y="25"/>
                  </a:cubicBezTo>
                  <a:cubicBezTo>
                    <a:pt x="8" y="25"/>
                    <a:pt x="7" y="25"/>
                    <a:pt x="7" y="25"/>
                  </a:cubicBezTo>
                  <a:cubicBezTo>
                    <a:pt x="6" y="25"/>
                    <a:pt x="6" y="24"/>
                    <a:pt x="5" y="23"/>
                  </a:cubicBezTo>
                  <a:cubicBezTo>
                    <a:pt x="5" y="22"/>
                    <a:pt x="4" y="20"/>
                    <a:pt x="4" y="19"/>
                  </a:cubicBezTo>
                  <a:cubicBezTo>
                    <a:pt x="3" y="19"/>
                    <a:pt x="3" y="18"/>
                    <a:pt x="3" y="17"/>
                  </a:cubicBezTo>
                  <a:cubicBezTo>
                    <a:pt x="2" y="17"/>
                    <a:pt x="2" y="16"/>
                    <a:pt x="2" y="15"/>
                  </a:cubicBezTo>
                  <a:cubicBezTo>
                    <a:pt x="2" y="15"/>
                    <a:pt x="1" y="14"/>
                    <a:pt x="1" y="14"/>
                  </a:cubicBezTo>
                  <a:cubicBezTo>
                    <a:pt x="1" y="14"/>
                    <a:pt x="1" y="13"/>
                    <a:pt x="1" y="13"/>
                  </a:cubicBezTo>
                  <a:cubicBezTo>
                    <a:pt x="1" y="13"/>
                    <a:pt x="1" y="13"/>
                    <a:pt x="1" y="13"/>
                  </a:cubicBezTo>
                  <a:cubicBezTo>
                    <a:pt x="1" y="12"/>
                    <a:pt x="1" y="11"/>
                    <a:pt x="1" y="11"/>
                  </a:cubicBezTo>
                  <a:cubicBezTo>
                    <a:pt x="1" y="10"/>
                    <a:pt x="0" y="9"/>
                    <a:pt x="1" y="8"/>
                  </a:cubicBezTo>
                  <a:cubicBezTo>
                    <a:pt x="1" y="8"/>
                    <a:pt x="2" y="8"/>
                    <a:pt x="3" y="7"/>
                  </a:cubicBezTo>
                  <a:cubicBezTo>
                    <a:pt x="3" y="7"/>
                    <a:pt x="4" y="7"/>
                    <a:pt x="5" y="6"/>
                  </a:cubicBezTo>
                  <a:cubicBezTo>
                    <a:pt x="5" y="6"/>
                    <a:pt x="6" y="5"/>
                    <a:pt x="6" y="5"/>
                  </a:cubicBezTo>
                  <a:cubicBezTo>
                    <a:pt x="7" y="4"/>
                    <a:pt x="8" y="3"/>
                    <a:pt x="8" y="3"/>
                  </a:cubicBezTo>
                  <a:cubicBezTo>
                    <a:pt x="9" y="4"/>
                    <a:pt x="9" y="5"/>
                    <a:pt x="10" y="5"/>
                  </a:cubicBezTo>
                  <a:cubicBezTo>
                    <a:pt x="10" y="6"/>
                    <a:pt x="12" y="6"/>
                    <a:pt x="13" y="6"/>
                  </a:cubicBezTo>
                  <a:cubicBezTo>
                    <a:pt x="13" y="6"/>
                    <a:pt x="14" y="5"/>
                    <a:pt x="14"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26"/>
            <p:cNvSpPr>
              <a:spLocks/>
            </p:cNvSpPr>
            <p:nvPr/>
          </p:nvSpPr>
          <p:spPr bwMode="auto">
            <a:xfrm>
              <a:off x="1352551" y="3114676"/>
              <a:ext cx="147638" cy="136525"/>
            </a:xfrm>
            <a:custGeom>
              <a:avLst/>
              <a:gdLst/>
              <a:ahLst/>
              <a:cxnLst>
                <a:cxn ang="0">
                  <a:pos x="27" y="69"/>
                </a:cxn>
                <a:cxn ang="0">
                  <a:pos x="26" y="63"/>
                </a:cxn>
                <a:cxn ang="0">
                  <a:pos x="27" y="58"/>
                </a:cxn>
                <a:cxn ang="0">
                  <a:pos x="23" y="63"/>
                </a:cxn>
                <a:cxn ang="0">
                  <a:pos x="20" y="67"/>
                </a:cxn>
                <a:cxn ang="0">
                  <a:pos x="18" y="60"/>
                </a:cxn>
                <a:cxn ang="0">
                  <a:pos x="18" y="56"/>
                </a:cxn>
                <a:cxn ang="0">
                  <a:pos x="14" y="59"/>
                </a:cxn>
                <a:cxn ang="0">
                  <a:pos x="11" y="56"/>
                </a:cxn>
                <a:cxn ang="0">
                  <a:pos x="12" y="51"/>
                </a:cxn>
                <a:cxn ang="0">
                  <a:pos x="7" y="46"/>
                </a:cxn>
                <a:cxn ang="0">
                  <a:pos x="4" y="40"/>
                </a:cxn>
                <a:cxn ang="0">
                  <a:pos x="1" y="35"/>
                </a:cxn>
                <a:cxn ang="0">
                  <a:pos x="6" y="31"/>
                </a:cxn>
                <a:cxn ang="0">
                  <a:pos x="3" y="29"/>
                </a:cxn>
                <a:cxn ang="0">
                  <a:pos x="0" y="24"/>
                </a:cxn>
                <a:cxn ang="0">
                  <a:pos x="3" y="20"/>
                </a:cxn>
                <a:cxn ang="0">
                  <a:pos x="2" y="8"/>
                </a:cxn>
                <a:cxn ang="0">
                  <a:pos x="7" y="6"/>
                </a:cxn>
                <a:cxn ang="0">
                  <a:pos x="12" y="5"/>
                </a:cxn>
                <a:cxn ang="0">
                  <a:pos x="16" y="2"/>
                </a:cxn>
                <a:cxn ang="0">
                  <a:pos x="18" y="5"/>
                </a:cxn>
                <a:cxn ang="0">
                  <a:pos x="19" y="2"/>
                </a:cxn>
                <a:cxn ang="0">
                  <a:pos x="25" y="1"/>
                </a:cxn>
                <a:cxn ang="0">
                  <a:pos x="30" y="2"/>
                </a:cxn>
                <a:cxn ang="0">
                  <a:pos x="32" y="4"/>
                </a:cxn>
                <a:cxn ang="0">
                  <a:pos x="38" y="4"/>
                </a:cxn>
                <a:cxn ang="0">
                  <a:pos x="46" y="5"/>
                </a:cxn>
                <a:cxn ang="0">
                  <a:pos x="46" y="9"/>
                </a:cxn>
                <a:cxn ang="0">
                  <a:pos x="43" y="14"/>
                </a:cxn>
                <a:cxn ang="0">
                  <a:pos x="46" y="14"/>
                </a:cxn>
                <a:cxn ang="0">
                  <a:pos x="49" y="17"/>
                </a:cxn>
                <a:cxn ang="0">
                  <a:pos x="52" y="21"/>
                </a:cxn>
                <a:cxn ang="0">
                  <a:pos x="55" y="29"/>
                </a:cxn>
                <a:cxn ang="0">
                  <a:pos x="60" y="32"/>
                </a:cxn>
                <a:cxn ang="0">
                  <a:pos x="69" y="28"/>
                </a:cxn>
                <a:cxn ang="0">
                  <a:pos x="78" y="28"/>
                </a:cxn>
                <a:cxn ang="0">
                  <a:pos x="74" y="36"/>
                </a:cxn>
                <a:cxn ang="0">
                  <a:pos x="67" y="43"/>
                </a:cxn>
                <a:cxn ang="0">
                  <a:pos x="58" y="50"/>
                </a:cxn>
                <a:cxn ang="0">
                  <a:pos x="52" y="57"/>
                </a:cxn>
                <a:cxn ang="0">
                  <a:pos x="43" y="65"/>
                </a:cxn>
                <a:cxn ang="0">
                  <a:pos x="34" y="67"/>
                </a:cxn>
                <a:cxn ang="0">
                  <a:pos x="33" y="71"/>
                </a:cxn>
              </a:cxnLst>
              <a:rect l="0" t="0" r="r" b="b"/>
              <a:pathLst>
                <a:path w="79" h="72">
                  <a:moveTo>
                    <a:pt x="32" y="71"/>
                  </a:moveTo>
                  <a:cubicBezTo>
                    <a:pt x="31" y="71"/>
                    <a:pt x="30" y="70"/>
                    <a:pt x="29" y="69"/>
                  </a:cubicBezTo>
                  <a:cubicBezTo>
                    <a:pt x="29" y="69"/>
                    <a:pt x="28" y="69"/>
                    <a:pt x="27" y="69"/>
                  </a:cubicBezTo>
                  <a:cubicBezTo>
                    <a:pt x="27" y="68"/>
                    <a:pt x="25" y="68"/>
                    <a:pt x="25" y="68"/>
                  </a:cubicBezTo>
                  <a:cubicBezTo>
                    <a:pt x="24" y="68"/>
                    <a:pt x="24" y="67"/>
                    <a:pt x="24" y="66"/>
                  </a:cubicBezTo>
                  <a:cubicBezTo>
                    <a:pt x="24" y="65"/>
                    <a:pt x="26" y="64"/>
                    <a:pt x="26" y="63"/>
                  </a:cubicBezTo>
                  <a:cubicBezTo>
                    <a:pt x="27" y="63"/>
                    <a:pt x="27" y="62"/>
                    <a:pt x="27" y="62"/>
                  </a:cubicBezTo>
                  <a:cubicBezTo>
                    <a:pt x="28" y="61"/>
                    <a:pt x="28" y="60"/>
                    <a:pt x="28" y="60"/>
                  </a:cubicBezTo>
                  <a:cubicBezTo>
                    <a:pt x="28" y="59"/>
                    <a:pt x="28" y="58"/>
                    <a:pt x="27" y="58"/>
                  </a:cubicBezTo>
                  <a:cubicBezTo>
                    <a:pt x="27" y="58"/>
                    <a:pt x="26" y="58"/>
                    <a:pt x="26" y="58"/>
                  </a:cubicBezTo>
                  <a:cubicBezTo>
                    <a:pt x="26" y="59"/>
                    <a:pt x="25" y="59"/>
                    <a:pt x="25" y="60"/>
                  </a:cubicBezTo>
                  <a:cubicBezTo>
                    <a:pt x="25" y="61"/>
                    <a:pt x="24" y="62"/>
                    <a:pt x="23" y="63"/>
                  </a:cubicBezTo>
                  <a:cubicBezTo>
                    <a:pt x="23" y="63"/>
                    <a:pt x="23" y="65"/>
                    <a:pt x="22" y="65"/>
                  </a:cubicBezTo>
                  <a:cubicBezTo>
                    <a:pt x="22" y="66"/>
                    <a:pt x="22" y="67"/>
                    <a:pt x="21" y="67"/>
                  </a:cubicBezTo>
                  <a:cubicBezTo>
                    <a:pt x="21" y="67"/>
                    <a:pt x="20" y="67"/>
                    <a:pt x="20" y="67"/>
                  </a:cubicBezTo>
                  <a:cubicBezTo>
                    <a:pt x="20" y="67"/>
                    <a:pt x="20" y="65"/>
                    <a:pt x="20" y="64"/>
                  </a:cubicBezTo>
                  <a:cubicBezTo>
                    <a:pt x="20" y="64"/>
                    <a:pt x="19" y="63"/>
                    <a:pt x="19" y="63"/>
                  </a:cubicBezTo>
                  <a:cubicBezTo>
                    <a:pt x="19" y="62"/>
                    <a:pt x="19" y="61"/>
                    <a:pt x="18" y="60"/>
                  </a:cubicBezTo>
                  <a:cubicBezTo>
                    <a:pt x="18" y="60"/>
                    <a:pt x="18" y="59"/>
                    <a:pt x="18" y="58"/>
                  </a:cubicBezTo>
                  <a:cubicBezTo>
                    <a:pt x="18" y="58"/>
                    <a:pt x="18" y="57"/>
                    <a:pt x="18" y="57"/>
                  </a:cubicBezTo>
                  <a:cubicBezTo>
                    <a:pt x="18" y="57"/>
                    <a:pt x="18" y="56"/>
                    <a:pt x="18" y="56"/>
                  </a:cubicBezTo>
                  <a:cubicBezTo>
                    <a:pt x="17" y="55"/>
                    <a:pt x="17" y="56"/>
                    <a:pt x="16" y="56"/>
                  </a:cubicBezTo>
                  <a:cubicBezTo>
                    <a:pt x="16" y="56"/>
                    <a:pt x="16" y="57"/>
                    <a:pt x="16" y="58"/>
                  </a:cubicBezTo>
                  <a:cubicBezTo>
                    <a:pt x="15" y="58"/>
                    <a:pt x="15" y="59"/>
                    <a:pt x="14" y="59"/>
                  </a:cubicBezTo>
                  <a:cubicBezTo>
                    <a:pt x="14" y="59"/>
                    <a:pt x="13" y="59"/>
                    <a:pt x="13" y="59"/>
                  </a:cubicBezTo>
                  <a:cubicBezTo>
                    <a:pt x="12" y="58"/>
                    <a:pt x="12" y="57"/>
                    <a:pt x="12" y="57"/>
                  </a:cubicBezTo>
                  <a:cubicBezTo>
                    <a:pt x="12" y="57"/>
                    <a:pt x="11" y="56"/>
                    <a:pt x="11" y="56"/>
                  </a:cubicBezTo>
                  <a:cubicBezTo>
                    <a:pt x="11" y="55"/>
                    <a:pt x="11" y="54"/>
                    <a:pt x="11" y="54"/>
                  </a:cubicBezTo>
                  <a:cubicBezTo>
                    <a:pt x="11" y="54"/>
                    <a:pt x="12" y="54"/>
                    <a:pt x="12" y="53"/>
                  </a:cubicBezTo>
                  <a:cubicBezTo>
                    <a:pt x="12" y="53"/>
                    <a:pt x="12" y="52"/>
                    <a:pt x="12" y="51"/>
                  </a:cubicBezTo>
                  <a:cubicBezTo>
                    <a:pt x="12" y="51"/>
                    <a:pt x="10" y="50"/>
                    <a:pt x="10" y="50"/>
                  </a:cubicBezTo>
                  <a:cubicBezTo>
                    <a:pt x="10" y="49"/>
                    <a:pt x="10" y="48"/>
                    <a:pt x="9" y="47"/>
                  </a:cubicBezTo>
                  <a:cubicBezTo>
                    <a:pt x="9" y="47"/>
                    <a:pt x="7" y="47"/>
                    <a:pt x="7" y="46"/>
                  </a:cubicBezTo>
                  <a:cubicBezTo>
                    <a:pt x="6" y="46"/>
                    <a:pt x="6" y="45"/>
                    <a:pt x="6" y="44"/>
                  </a:cubicBezTo>
                  <a:cubicBezTo>
                    <a:pt x="5" y="44"/>
                    <a:pt x="6" y="43"/>
                    <a:pt x="5" y="42"/>
                  </a:cubicBezTo>
                  <a:cubicBezTo>
                    <a:pt x="5" y="41"/>
                    <a:pt x="4" y="40"/>
                    <a:pt x="4" y="40"/>
                  </a:cubicBezTo>
                  <a:cubicBezTo>
                    <a:pt x="3" y="40"/>
                    <a:pt x="3" y="39"/>
                    <a:pt x="3" y="38"/>
                  </a:cubicBezTo>
                  <a:cubicBezTo>
                    <a:pt x="2" y="38"/>
                    <a:pt x="1" y="37"/>
                    <a:pt x="1" y="37"/>
                  </a:cubicBezTo>
                  <a:cubicBezTo>
                    <a:pt x="1" y="36"/>
                    <a:pt x="1" y="35"/>
                    <a:pt x="1" y="35"/>
                  </a:cubicBezTo>
                  <a:cubicBezTo>
                    <a:pt x="1" y="34"/>
                    <a:pt x="1" y="33"/>
                    <a:pt x="2" y="33"/>
                  </a:cubicBezTo>
                  <a:cubicBezTo>
                    <a:pt x="2" y="33"/>
                    <a:pt x="4" y="33"/>
                    <a:pt x="4" y="32"/>
                  </a:cubicBezTo>
                  <a:cubicBezTo>
                    <a:pt x="5" y="32"/>
                    <a:pt x="6" y="31"/>
                    <a:pt x="6" y="31"/>
                  </a:cubicBezTo>
                  <a:cubicBezTo>
                    <a:pt x="6" y="31"/>
                    <a:pt x="5" y="30"/>
                    <a:pt x="5" y="30"/>
                  </a:cubicBezTo>
                  <a:cubicBezTo>
                    <a:pt x="5" y="30"/>
                    <a:pt x="4" y="30"/>
                    <a:pt x="4" y="30"/>
                  </a:cubicBezTo>
                  <a:cubicBezTo>
                    <a:pt x="3" y="30"/>
                    <a:pt x="3" y="29"/>
                    <a:pt x="3" y="29"/>
                  </a:cubicBezTo>
                  <a:cubicBezTo>
                    <a:pt x="3" y="28"/>
                    <a:pt x="3" y="27"/>
                    <a:pt x="3" y="27"/>
                  </a:cubicBezTo>
                  <a:cubicBezTo>
                    <a:pt x="3" y="26"/>
                    <a:pt x="2" y="26"/>
                    <a:pt x="1" y="26"/>
                  </a:cubicBezTo>
                  <a:cubicBezTo>
                    <a:pt x="1" y="25"/>
                    <a:pt x="0" y="25"/>
                    <a:pt x="0" y="24"/>
                  </a:cubicBezTo>
                  <a:cubicBezTo>
                    <a:pt x="0" y="24"/>
                    <a:pt x="0" y="23"/>
                    <a:pt x="0" y="23"/>
                  </a:cubicBezTo>
                  <a:cubicBezTo>
                    <a:pt x="0" y="22"/>
                    <a:pt x="1" y="22"/>
                    <a:pt x="2" y="22"/>
                  </a:cubicBezTo>
                  <a:cubicBezTo>
                    <a:pt x="2" y="21"/>
                    <a:pt x="3" y="20"/>
                    <a:pt x="3" y="20"/>
                  </a:cubicBezTo>
                  <a:cubicBezTo>
                    <a:pt x="3" y="18"/>
                    <a:pt x="3" y="16"/>
                    <a:pt x="3" y="15"/>
                  </a:cubicBezTo>
                  <a:cubicBezTo>
                    <a:pt x="3" y="14"/>
                    <a:pt x="3" y="12"/>
                    <a:pt x="3" y="11"/>
                  </a:cubicBezTo>
                  <a:cubicBezTo>
                    <a:pt x="3" y="10"/>
                    <a:pt x="2" y="9"/>
                    <a:pt x="2" y="8"/>
                  </a:cubicBezTo>
                  <a:cubicBezTo>
                    <a:pt x="2" y="8"/>
                    <a:pt x="2" y="7"/>
                    <a:pt x="2" y="6"/>
                  </a:cubicBezTo>
                  <a:cubicBezTo>
                    <a:pt x="2" y="6"/>
                    <a:pt x="3" y="5"/>
                    <a:pt x="4" y="5"/>
                  </a:cubicBezTo>
                  <a:cubicBezTo>
                    <a:pt x="4" y="5"/>
                    <a:pt x="6" y="6"/>
                    <a:pt x="7" y="6"/>
                  </a:cubicBezTo>
                  <a:cubicBezTo>
                    <a:pt x="7" y="6"/>
                    <a:pt x="8" y="6"/>
                    <a:pt x="8" y="6"/>
                  </a:cubicBezTo>
                  <a:cubicBezTo>
                    <a:pt x="9" y="6"/>
                    <a:pt x="10" y="4"/>
                    <a:pt x="10" y="4"/>
                  </a:cubicBezTo>
                  <a:cubicBezTo>
                    <a:pt x="11" y="4"/>
                    <a:pt x="11" y="5"/>
                    <a:pt x="12" y="5"/>
                  </a:cubicBezTo>
                  <a:cubicBezTo>
                    <a:pt x="12" y="5"/>
                    <a:pt x="13" y="5"/>
                    <a:pt x="13" y="5"/>
                  </a:cubicBezTo>
                  <a:cubicBezTo>
                    <a:pt x="14" y="5"/>
                    <a:pt x="14" y="4"/>
                    <a:pt x="15" y="4"/>
                  </a:cubicBezTo>
                  <a:cubicBezTo>
                    <a:pt x="15" y="3"/>
                    <a:pt x="15" y="2"/>
                    <a:pt x="16" y="2"/>
                  </a:cubicBezTo>
                  <a:cubicBezTo>
                    <a:pt x="16" y="2"/>
                    <a:pt x="17" y="2"/>
                    <a:pt x="17" y="2"/>
                  </a:cubicBezTo>
                  <a:cubicBezTo>
                    <a:pt x="17" y="2"/>
                    <a:pt x="17" y="3"/>
                    <a:pt x="17" y="4"/>
                  </a:cubicBezTo>
                  <a:cubicBezTo>
                    <a:pt x="18" y="4"/>
                    <a:pt x="18" y="5"/>
                    <a:pt x="18" y="5"/>
                  </a:cubicBezTo>
                  <a:cubicBezTo>
                    <a:pt x="19" y="5"/>
                    <a:pt x="19" y="6"/>
                    <a:pt x="20" y="5"/>
                  </a:cubicBezTo>
                  <a:cubicBezTo>
                    <a:pt x="20" y="5"/>
                    <a:pt x="20" y="4"/>
                    <a:pt x="20" y="3"/>
                  </a:cubicBezTo>
                  <a:cubicBezTo>
                    <a:pt x="20" y="3"/>
                    <a:pt x="19" y="2"/>
                    <a:pt x="19" y="2"/>
                  </a:cubicBezTo>
                  <a:cubicBezTo>
                    <a:pt x="19" y="2"/>
                    <a:pt x="20" y="1"/>
                    <a:pt x="20" y="0"/>
                  </a:cubicBezTo>
                  <a:cubicBezTo>
                    <a:pt x="21" y="0"/>
                    <a:pt x="22" y="0"/>
                    <a:pt x="23" y="0"/>
                  </a:cubicBezTo>
                  <a:cubicBezTo>
                    <a:pt x="24" y="0"/>
                    <a:pt x="25" y="0"/>
                    <a:pt x="25" y="1"/>
                  </a:cubicBezTo>
                  <a:cubicBezTo>
                    <a:pt x="25" y="1"/>
                    <a:pt x="25" y="2"/>
                    <a:pt x="26" y="3"/>
                  </a:cubicBezTo>
                  <a:cubicBezTo>
                    <a:pt x="26" y="3"/>
                    <a:pt x="28" y="3"/>
                    <a:pt x="28" y="3"/>
                  </a:cubicBezTo>
                  <a:cubicBezTo>
                    <a:pt x="29" y="3"/>
                    <a:pt x="29" y="2"/>
                    <a:pt x="30" y="2"/>
                  </a:cubicBezTo>
                  <a:cubicBezTo>
                    <a:pt x="30" y="2"/>
                    <a:pt x="30" y="3"/>
                    <a:pt x="30" y="3"/>
                  </a:cubicBezTo>
                  <a:cubicBezTo>
                    <a:pt x="30" y="3"/>
                    <a:pt x="30" y="4"/>
                    <a:pt x="31" y="4"/>
                  </a:cubicBezTo>
                  <a:cubicBezTo>
                    <a:pt x="31" y="4"/>
                    <a:pt x="32" y="4"/>
                    <a:pt x="32" y="4"/>
                  </a:cubicBezTo>
                  <a:cubicBezTo>
                    <a:pt x="33" y="4"/>
                    <a:pt x="33" y="3"/>
                    <a:pt x="34" y="3"/>
                  </a:cubicBezTo>
                  <a:cubicBezTo>
                    <a:pt x="34" y="3"/>
                    <a:pt x="35" y="3"/>
                    <a:pt x="36" y="3"/>
                  </a:cubicBezTo>
                  <a:cubicBezTo>
                    <a:pt x="36" y="3"/>
                    <a:pt x="38" y="3"/>
                    <a:pt x="38" y="4"/>
                  </a:cubicBezTo>
                  <a:cubicBezTo>
                    <a:pt x="39" y="4"/>
                    <a:pt x="40" y="5"/>
                    <a:pt x="40" y="5"/>
                  </a:cubicBezTo>
                  <a:cubicBezTo>
                    <a:pt x="41" y="5"/>
                    <a:pt x="42" y="6"/>
                    <a:pt x="43" y="6"/>
                  </a:cubicBezTo>
                  <a:cubicBezTo>
                    <a:pt x="44" y="6"/>
                    <a:pt x="45" y="4"/>
                    <a:pt x="46" y="5"/>
                  </a:cubicBezTo>
                  <a:cubicBezTo>
                    <a:pt x="46" y="5"/>
                    <a:pt x="46" y="6"/>
                    <a:pt x="47" y="6"/>
                  </a:cubicBezTo>
                  <a:cubicBezTo>
                    <a:pt x="47" y="6"/>
                    <a:pt x="46" y="7"/>
                    <a:pt x="46" y="7"/>
                  </a:cubicBezTo>
                  <a:cubicBezTo>
                    <a:pt x="46" y="8"/>
                    <a:pt x="46" y="8"/>
                    <a:pt x="46" y="9"/>
                  </a:cubicBezTo>
                  <a:cubicBezTo>
                    <a:pt x="46" y="9"/>
                    <a:pt x="46" y="10"/>
                    <a:pt x="46" y="11"/>
                  </a:cubicBezTo>
                  <a:cubicBezTo>
                    <a:pt x="46" y="11"/>
                    <a:pt x="45" y="12"/>
                    <a:pt x="45" y="13"/>
                  </a:cubicBezTo>
                  <a:cubicBezTo>
                    <a:pt x="44" y="13"/>
                    <a:pt x="43" y="14"/>
                    <a:pt x="43" y="14"/>
                  </a:cubicBezTo>
                  <a:cubicBezTo>
                    <a:pt x="43" y="15"/>
                    <a:pt x="43" y="16"/>
                    <a:pt x="44" y="16"/>
                  </a:cubicBezTo>
                  <a:cubicBezTo>
                    <a:pt x="44" y="16"/>
                    <a:pt x="45" y="16"/>
                    <a:pt x="45" y="16"/>
                  </a:cubicBezTo>
                  <a:cubicBezTo>
                    <a:pt x="45" y="15"/>
                    <a:pt x="45" y="14"/>
                    <a:pt x="46" y="14"/>
                  </a:cubicBezTo>
                  <a:cubicBezTo>
                    <a:pt x="46" y="14"/>
                    <a:pt x="47" y="15"/>
                    <a:pt x="47" y="15"/>
                  </a:cubicBezTo>
                  <a:cubicBezTo>
                    <a:pt x="47" y="16"/>
                    <a:pt x="47" y="16"/>
                    <a:pt x="47" y="17"/>
                  </a:cubicBezTo>
                  <a:cubicBezTo>
                    <a:pt x="47" y="17"/>
                    <a:pt x="49" y="17"/>
                    <a:pt x="49" y="17"/>
                  </a:cubicBezTo>
                  <a:cubicBezTo>
                    <a:pt x="50" y="18"/>
                    <a:pt x="52" y="17"/>
                    <a:pt x="53" y="18"/>
                  </a:cubicBezTo>
                  <a:cubicBezTo>
                    <a:pt x="53" y="18"/>
                    <a:pt x="53" y="19"/>
                    <a:pt x="53" y="19"/>
                  </a:cubicBezTo>
                  <a:cubicBezTo>
                    <a:pt x="53" y="20"/>
                    <a:pt x="52" y="21"/>
                    <a:pt x="52" y="21"/>
                  </a:cubicBezTo>
                  <a:cubicBezTo>
                    <a:pt x="52" y="22"/>
                    <a:pt x="53" y="23"/>
                    <a:pt x="53" y="24"/>
                  </a:cubicBezTo>
                  <a:cubicBezTo>
                    <a:pt x="54" y="24"/>
                    <a:pt x="54" y="25"/>
                    <a:pt x="54" y="26"/>
                  </a:cubicBezTo>
                  <a:cubicBezTo>
                    <a:pt x="55" y="26"/>
                    <a:pt x="55" y="28"/>
                    <a:pt x="55" y="29"/>
                  </a:cubicBezTo>
                  <a:cubicBezTo>
                    <a:pt x="55" y="29"/>
                    <a:pt x="54" y="31"/>
                    <a:pt x="55" y="32"/>
                  </a:cubicBezTo>
                  <a:cubicBezTo>
                    <a:pt x="55" y="32"/>
                    <a:pt x="56" y="33"/>
                    <a:pt x="56" y="33"/>
                  </a:cubicBezTo>
                  <a:cubicBezTo>
                    <a:pt x="57" y="33"/>
                    <a:pt x="59" y="32"/>
                    <a:pt x="60" y="32"/>
                  </a:cubicBezTo>
                  <a:cubicBezTo>
                    <a:pt x="61" y="31"/>
                    <a:pt x="62" y="31"/>
                    <a:pt x="63" y="30"/>
                  </a:cubicBezTo>
                  <a:cubicBezTo>
                    <a:pt x="64" y="30"/>
                    <a:pt x="65" y="28"/>
                    <a:pt x="66" y="28"/>
                  </a:cubicBezTo>
                  <a:cubicBezTo>
                    <a:pt x="66" y="28"/>
                    <a:pt x="68" y="28"/>
                    <a:pt x="69" y="28"/>
                  </a:cubicBezTo>
                  <a:cubicBezTo>
                    <a:pt x="69" y="28"/>
                    <a:pt x="71" y="29"/>
                    <a:pt x="72" y="29"/>
                  </a:cubicBezTo>
                  <a:cubicBezTo>
                    <a:pt x="73" y="29"/>
                    <a:pt x="75" y="28"/>
                    <a:pt x="76" y="28"/>
                  </a:cubicBezTo>
                  <a:cubicBezTo>
                    <a:pt x="76" y="28"/>
                    <a:pt x="78" y="28"/>
                    <a:pt x="78" y="28"/>
                  </a:cubicBezTo>
                  <a:cubicBezTo>
                    <a:pt x="79" y="29"/>
                    <a:pt x="78" y="30"/>
                    <a:pt x="78" y="31"/>
                  </a:cubicBezTo>
                  <a:cubicBezTo>
                    <a:pt x="78" y="32"/>
                    <a:pt x="76" y="33"/>
                    <a:pt x="76" y="33"/>
                  </a:cubicBezTo>
                  <a:cubicBezTo>
                    <a:pt x="75" y="34"/>
                    <a:pt x="74" y="35"/>
                    <a:pt x="74" y="36"/>
                  </a:cubicBezTo>
                  <a:cubicBezTo>
                    <a:pt x="73" y="37"/>
                    <a:pt x="73" y="38"/>
                    <a:pt x="72" y="39"/>
                  </a:cubicBezTo>
                  <a:cubicBezTo>
                    <a:pt x="72" y="40"/>
                    <a:pt x="70" y="41"/>
                    <a:pt x="70" y="42"/>
                  </a:cubicBezTo>
                  <a:cubicBezTo>
                    <a:pt x="69" y="42"/>
                    <a:pt x="68" y="43"/>
                    <a:pt x="67" y="43"/>
                  </a:cubicBezTo>
                  <a:cubicBezTo>
                    <a:pt x="67" y="44"/>
                    <a:pt x="65" y="44"/>
                    <a:pt x="65" y="45"/>
                  </a:cubicBezTo>
                  <a:cubicBezTo>
                    <a:pt x="64" y="45"/>
                    <a:pt x="62" y="47"/>
                    <a:pt x="61" y="47"/>
                  </a:cubicBezTo>
                  <a:cubicBezTo>
                    <a:pt x="60" y="48"/>
                    <a:pt x="58" y="49"/>
                    <a:pt x="58" y="50"/>
                  </a:cubicBezTo>
                  <a:cubicBezTo>
                    <a:pt x="57" y="50"/>
                    <a:pt x="55" y="51"/>
                    <a:pt x="54" y="52"/>
                  </a:cubicBezTo>
                  <a:cubicBezTo>
                    <a:pt x="54" y="52"/>
                    <a:pt x="53" y="54"/>
                    <a:pt x="53" y="54"/>
                  </a:cubicBezTo>
                  <a:cubicBezTo>
                    <a:pt x="53" y="55"/>
                    <a:pt x="52" y="57"/>
                    <a:pt x="52" y="57"/>
                  </a:cubicBezTo>
                  <a:cubicBezTo>
                    <a:pt x="51" y="58"/>
                    <a:pt x="50" y="60"/>
                    <a:pt x="49" y="60"/>
                  </a:cubicBezTo>
                  <a:cubicBezTo>
                    <a:pt x="48" y="61"/>
                    <a:pt x="47" y="62"/>
                    <a:pt x="46" y="62"/>
                  </a:cubicBezTo>
                  <a:cubicBezTo>
                    <a:pt x="45" y="63"/>
                    <a:pt x="44" y="64"/>
                    <a:pt x="43" y="65"/>
                  </a:cubicBezTo>
                  <a:cubicBezTo>
                    <a:pt x="43" y="65"/>
                    <a:pt x="41" y="67"/>
                    <a:pt x="40" y="67"/>
                  </a:cubicBezTo>
                  <a:cubicBezTo>
                    <a:pt x="40" y="67"/>
                    <a:pt x="39" y="67"/>
                    <a:pt x="38" y="67"/>
                  </a:cubicBezTo>
                  <a:cubicBezTo>
                    <a:pt x="37" y="67"/>
                    <a:pt x="35" y="66"/>
                    <a:pt x="34" y="67"/>
                  </a:cubicBezTo>
                  <a:cubicBezTo>
                    <a:pt x="34" y="67"/>
                    <a:pt x="33" y="68"/>
                    <a:pt x="33" y="68"/>
                  </a:cubicBezTo>
                  <a:cubicBezTo>
                    <a:pt x="34" y="69"/>
                    <a:pt x="35" y="69"/>
                    <a:pt x="35" y="70"/>
                  </a:cubicBezTo>
                  <a:cubicBezTo>
                    <a:pt x="35" y="71"/>
                    <a:pt x="34" y="71"/>
                    <a:pt x="33" y="71"/>
                  </a:cubicBezTo>
                  <a:cubicBezTo>
                    <a:pt x="33" y="72"/>
                    <a:pt x="32" y="72"/>
                    <a:pt x="32" y="7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27"/>
            <p:cNvSpPr>
              <a:spLocks/>
            </p:cNvSpPr>
            <p:nvPr/>
          </p:nvSpPr>
          <p:spPr bwMode="auto">
            <a:xfrm>
              <a:off x="1323976" y="3162301"/>
              <a:ext cx="33338" cy="38100"/>
            </a:xfrm>
            <a:custGeom>
              <a:avLst/>
              <a:gdLst/>
              <a:ahLst/>
              <a:cxnLst>
                <a:cxn ang="0">
                  <a:pos x="15" y="4"/>
                </a:cxn>
                <a:cxn ang="0">
                  <a:pos x="13" y="3"/>
                </a:cxn>
                <a:cxn ang="0">
                  <a:pos x="12" y="1"/>
                </a:cxn>
                <a:cxn ang="0">
                  <a:pos x="11" y="0"/>
                </a:cxn>
                <a:cxn ang="0">
                  <a:pos x="9" y="1"/>
                </a:cxn>
                <a:cxn ang="0">
                  <a:pos x="7" y="0"/>
                </a:cxn>
                <a:cxn ang="0">
                  <a:pos x="6" y="1"/>
                </a:cxn>
                <a:cxn ang="0">
                  <a:pos x="4" y="0"/>
                </a:cxn>
                <a:cxn ang="0">
                  <a:pos x="2" y="1"/>
                </a:cxn>
                <a:cxn ang="0">
                  <a:pos x="2" y="2"/>
                </a:cxn>
                <a:cxn ang="0">
                  <a:pos x="0" y="3"/>
                </a:cxn>
                <a:cxn ang="0">
                  <a:pos x="1" y="5"/>
                </a:cxn>
                <a:cxn ang="0">
                  <a:pos x="2" y="6"/>
                </a:cxn>
                <a:cxn ang="0">
                  <a:pos x="2" y="8"/>
                </a:cxn>
                <a:cxn ang="0">
                  <a:pos x="1" y="9"/>
                </a:cxn>
                <a:cxn ang="0">
                  <a:pos x="2" y="10"/>
                </a:cxn>
                <a:cxn ang="0">
                  <a:pos x="4" y="10"/>
                </a:cxn>
                <a:cxn ang="0">
                  <a:pos x="7" y="11"/>
                </a:cxn>
                <a:cxn ang="0">
                  <a:pos x="9" y="12"/>
                </a:cxn>
                <a:cxn ang="0">
                  <a:pos x="11" y="15"/>
                </a:cxn>
                <a:cxn ang="0">
                  <a:pos x="10" y="17"/>
                </a:cxn>
                <a:cxn ang="0">
                  <a:pos x="11" y="19"/>
                </a:cxn>
                <a:cxn ang="0">
                  <a:pos x="14" y="20"/>
                </a:cxn>
                <a:cxn ang="0">
                  <a:pos x="17" y="20"/>
                </a:cxn>
                <a:cxn ang="0">
                  <a:pos x="18" y="18"/>
                </a:cxn>
                <a:cxn ang="0">
                  <a:pos x="17" y="16"/>
                </a:cxn>
                <a:cxn ang="0">
                  <a:pos x="15" y="14"/>
                </a:cxn>
                <a:cxn ang="0">
                  <a:pos x="14" y="12"/>
                </a:cxn>
                <a:cxn ang="0">
                  <a:pos x="12" y="11"/>
                </a:cxn>
                <a:cxn ang="0">
                  <a:pos x="13" y="9"/>
                </a:cxn>
                <a:cxn ang="0">
                  <a:pos x="14" y="8"/>
                </a:cxn>
                <a:cxn ang="0">
                  <a:pos x="15" y="7"/>
                </a:cxn>
                <a:cxn ang="0">
                  <a:pos x="15" y="5"/>
                </a:cxn>
                <a:cxn ang="0">
                  <a:pos x="15" y="4"/>
                </a:cxn>
              </a:cxnLst>
              <a:rect l="0" t="0" r="r" b="b"/>
              <a:pathLst>
                <a:path w="18" h="20">
                  <a:moveTo>
                    <a:pt x="15" y="4"/>
                  </a:moveTo>
                  <a:cubicBezTo>
                    <a:pt x="14" y="4"/>
                    <a:pt x="13" y="4"/>
                    <a:pt x="13" y="3"/>
                  </a:cubicBezTo>
                  <a:cubicBezTo>
                    <a:pt x="12" y="3"/>
                    <a:pt x="13" y="1"/>
                    <a:pt x="12" y="1"/>
                  </a:cubicBezTo>
                  <a:cubicBezTo>
                    <a:pt x="12" y="0"/>
                    <a:pt x="11" y="0"/>
                    <a:pt x="11" y="0"/>
                  </a:cubicBezTo>
                  <a:cubicBezTo>
                    <a:pt x="10" y="0"/>
                    <a:pt x="10" y="1"/>
                    <a:pt x="9" y="1"/>
                  </a:cubicBezTo>
                  <a:cubicBezTo>
                    <a:pt x="9" y="1"/>
                    <a:pt x="8" y="0"/>
                    <a:pt x="7" y="0"/>
                  </a:cubicBezTo>
                  <a:cubicBezTo>
                    <a:pt x="7" y="0"/>
                    <a:pt x="6" y="1"/>
                    <a:pt x="6" y="1"/>
                  </a:cubicBezTo>
                  <a:cubicBezTo>
                    <a:pt x="5" y="1"/>
                    <a:pt x="4" y="0"/>
                    <a:pt x="4" y="0"/>
                  </a:cubicBezTo>
                  <a:cubicBezTo>
                    <a:pt x="3" y="0"/>
                    <a:pt x="2" y="0"/>
                    <a:pt x="2" y="1"/>
                  </a:cubicBezTo>
                  <a:cubicBezTo>
                    <a:pt x="2" y="1"/>
                    <a:pt x="2" y="2"/>
                    <a:pt x="2" y="2"/>
                  </a:cubicBezTo>
                  <a:cubicBezTo>
                    <a:pt x="1" y="2"/>
                    <a:pt x="1" y="3"/>
                    <a:pt x="0" y="3"/>
                  </a:cubicBezTo>
                  <a:cubicBezTo>
                    <a:pt x="0" y="4"/>
                    <a:pt x="0" y="4"/>
                    <a:pt x="1" y="5"/>
                  </a:cubicBezTo>
                  <a:cubicBezTo>
                    <a:pt x="1" y="5"/>
                    <a:pt x="2" y="6"/>
                    <a:pt x="2" y="6"/>
                  </a:cubicBezTo>
                  <a:cubicBezTo>
                    <a:pt x="2" y="6"/>
                    <a:pt x="2" y="7"/>
                    <a:pt x="2" y="8"/>
                  </a:cubicBezTo>
                  <a:cubicBezTo>
                    <a:pt x="2" y="8"/>
                    <a:pt x="1" y="8"/>
                    <a:pt x="1" y="9"/>
                  </a:cubicBezTo>
                  <a:cubicBezTo>
                    <a:pt x="1" y="9"/>
                    <a:pt x="1" y="10"/>
                    <a:pt x="2" y="10"/>
                  </a:cubicBezTo>
                  <a:cubicBezTo>
                    <a:pt x="2" y="11"/>
                    <a:pt x="3" y="10"/>
                    <a:pt x="4" y="10"/>
                  </a:cubicBezTo>
                  <a:cubicBezTo>
                    <a:pt x="5" y="10"/>
                    <a:pt x="6" y="10"/>
                    <a:pt x="7" y="11"/>
                  </a:cubicBezTo>
                  <a:cubicBezTo>
                    <a:pt x="8" y="11"/>
                    <a:pt x="9" y="12"/>
                    <a:pt x="9" y="12"/>
                  </a:cubicBezTo>
                  <a:cubicBezTo>
                    <a:pt x="10" y="13"/>
                    <a:pt x="10" y="14"/>
                    <a:pt x="11" y="15"/>
                  </a:cubicBezTo>
                  <a:cubicBezTo>
                    <a:pt x="11" y="15"/>
                    <a:pt x="10" y="17"/>
                    <a:pt x="10" y="17"/>
                  </a:cubicBezTo>
                  <a:cubicBezTo>
                    <a:pt x="10" y="18"/>
                    <a:pt x="11" y="19"/>
                    <a:pt x="11" y="19"/>
                  </a:cubicBezTo>
                  <a:cubicBezTo>
                    <a:pt x="12" y="19"/>
                    <a:pt x="13" y="19"/>
                    <a:pt x="14" y="20"/>
                  </a:cubicBezTo>
                  <a:cubicBezTo>
                    <a:pt x="14" y="20"/>
                    <a:pt x="16" y="20"/>
                    <a:pt x="17" y="20"/>
                  </a:cubicBezTo>
                  <a:cubicBezTo>
                    <a:pt x="17" y="19"/>
                    <a:pt x="18" y="18"/>
                    <a:pt x="18" y="18"/>
                  </a:cubicBezTo>
                  <a:cubicBezTo>
                    <a:pt x="18" y="17"/>
                    <a:pt x="17" y="16"/>
                    <a:pt x="17" y="16"/>
                  </a:cubicBezTo>
                  <a:cubicBezTo>
                    <a:pt x="17" y="15"/>
                    <a:pt x="16" y="14"/>
                    <a:pt x="15" y="14"/>
                  </a:cubicBezTo>
                  <a:cubicBezTo>
                    <a:pt x="15" y="13"/>
                    <a:pt x="14" y="12"/>
                    <a:pt x="14" y="12"/>
                  </a:cubicBezTo>
                  <a:cubicBezTo>
                    <a:pt x="14" y="12"/>
                    <a:pt x="13" y="11"/>
                    <a:pt x="12" y="11"/>
                  </a:cubicBezTo>
                  <a:cubicBezTo>
                    <a:pt x="12" y="10"/>
                    <a:pt x="13" y="9"/>
                    <a:pt x="13" y="9"/>
                  </a:cubicBezTo>
                  <a:cubicBezTo>
                    <a:pt x="13" y="9"/>
                    <a:pt x="14" y="9"/>
                    <a:pt x="14" y="8"/>
                  </a:cubicBezTo>
                  <a:cubicBezTo>
                    <a:pt x="14" y="8"/>
                    <a:pt x="15" y="8"/>
                    <a:pt x="15" y="7"/>
                  </a:cubicBezTo>
                  <a:cubicBezTo>
                    <a:pt x="15" y="7"/>
                    <a:pt x="15" y="6"/>
                    <a:pt x="15" y="5"/>
                  </a:cubicBezTo>
                  <a:cubicBezTo>
                    <a:pt x="15" y="5"/>
                    <a:pt x="15" y="4"/>
                    <a:pt x="15"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28"/>
            <p:cNvSpPr>
              <a:spLocks/>
            </p:cNvSpPr>
            <p:nvPr/>
          </p:nvSpPr>
          <p:spPr bwMode="auto">
            <a:xfrm>
              <a:off x="1139826" y="3695701"/>
              <a:ext cx="236538" cy="236538"/>
            </a:xfrm>
            <a:custGeom>
              <a:avLst/>
              <a:gdLst/>
              <a:ahLst/>
              <a:cxnLst>
                <a:cxn ang="0">
                  <a:pos x="117" y="44"/>
                </a:cxn>
                <a:cxn ang="0">
                  <a:pos x="101" y="48"/>
                </a:cxn>
                <a:cxn ang="0">
                  <a:pos x="87" y="55"/>
                </a:cxn>
                <a:cxn ang="0">
                  <a:pos x="86" y="67"/>
                </a:cxn>
                <a:cxn ang="0">
                  <a:pos x="80" y="73"/>
                </a:cxn>
                <a:cxn ang="0">
                  <a:pos x="98" y="70"/>
                </a:cxn>
                <a:cxn ang="0">
                  <a:pos x="102" y="84"/>
                </a:cxn>
                <a:cxn ang="0">
                  <a:pos x="99" y="95"/>
                </a:cxn>
                <a:cxn ang="0">
                  <a:pos x="92" y="106"/>
                </a:cxn>
                <a:cxn ang="0">
                  <a:pos x="83" y="114"/>
                </a:cxn>
                <a:cxn ang="0">
                  <a:pos x="68" y="117"/>
                </a:cxn>
                <a:cxn ang="0">
                  <a:pos x="59" y="122"/>
                </a:cxn>
                <a:cxn ang="0">
                  <a:pos x="51" y="123"/>
                </a:cxn>
                <a:cxn ang="0">
                  <a:pos x="36" y="118"/>
                </a:cxn>
                <a:cxn ang="0">
                  <a:pos x="31" y="108"/>
                </a:cxn>
                <a:cxn ang="0">
                  <a:pos x="36" y="105"/>
                </a:cxn>
                <a:cxn ang="0">
                  <a:pos x="44" y="103"/>
                </a:cxn>
                <a:cxn ang="0">
                  <a:pos x="52" y="106"/>
                </a:cxn>
                <a:cxn ang="0">
                  <a:pos x="56" y="104"/>
                </a:cxn>
                <a:cxn ang="0">
                  <a:pos x="60" y="103"/>
                </a:cxn>
                <a:cxn ang="0">
                  <a:pos x="64" y="101"/>
                </a:cxn>
                <a:cxn ang="0">
                  <a:pos x="70" y="99"/>
                </a:cxn>
                <a:cxn ang="0">
                  <a:pos x="69" y="96"/>
                </a:cxn>
                <a:cxn ang="0">
                  <a:pos x="64" y="89"/>
                </a:cxn>
                <a:cxn ang="0">
                  <a:pos x="61" y="84"/>
                </a:cxn>
                <a:cxn ang="0">
                  <a:pos x="56" y="82"/>
                </a:cxn>
                <a:cxn ang="0">
                  <a:pos x="60" y="87"/>
                </a:cxn>
                <a:cxn ang="0">
                  <a:pos x="62" y="95"/>
                </a:cxn>
                <a:cxn ang="0">
                  <a:pos x="52" y="100"/>
                </a:cxn>
                <a:cxn ang="0">
                  <a:pos x="41" y="98"/>
                </a:cxn>
                <a:cxn ang="0">
                  <a:pos x="28" y="97"/>
                </a:cxn>
                <a:cxn ang="0">
                  <a:pos x="22" y="98"/>
                </a:cxn>
                <a:cxn ang="0">
                  <a:pos x="19" y="103"/>
                </a:cxn>
                <a:cxn ang="0">
                  <a:pos x="10" y="92"/>
                </a:cxn>
                <a:cxn ang="0">
                  <a:pos x="17" y="86"/>
                </a:cxn>
                <a:cxn ang="0">
                  <a:pos x="25" y="83"/>
                </a:cxn>
                <a:cxn ang="0">
                  <a:pos x="29" y="74"/>
                </a:cxn>
                <a:cxn ang="0">
                  <a:pos x="21" y="62"/>
                </a:cxn>
                <a:cxn ang="0">
                  <a:pos x="11" y="61"/>
                </a:cxn>
                <a:cxn ang="0">
                  <a:pos x="0" y="60"/>
                </a:cxn>
                <a:cxn ang="0">
                  <a:pos x="0" y="53"/>
                </a:cxn>
                <a:cxn ang="0">
                  <a:pos x="16" y="43"/>
                </a:cxn>
                <a:cxn ang="0">
                  <a:pos x="26" y="38"/>
                </a:cxn>
                <a:cxn ang="0">
                  <a:pos x="35" y="34"/>
                </a:cxn>
                <a:cxn ang="0">
                  <a:pos x="34" y="25"/>
                </a:cxn>
                <a:cxn ang="0">
                  <a:pos x="51" y="22"/>
                </a:cxn>
                <a:cxn ang="0">
                  <a:pos x="54" y="30"/>
                </a:cxn>
                <a:cxn ang="0">
                  <a:pos x="59" y="22"/>
                </a:cxn>
                <a:cxn ang="0">
                  <a:pos x="70" y="27"/>
                </a:cxn>
                <a:cxn ang="0">
                  <a:pos x="67" y="21"/>
                </a:cxn>
                <a:cxn ang="0">
                  <a:pos x="79" y="16"/>
                </a:cxn>
                <a:cxn ang="0">
                  <a:pos x="87" y="2"/>
                </a:cxn>
                <a:cxn ang="0">
                  <a:pos x="92" y="4"/>
                </a:cxn>
                <a:cxn ang="0">
                  <a:pos x="93" y="11"/>
                </a:cxn>
                <a:cxn ang="0">
                  <a:pos x="98" y="16"/>
                </a:cxn>
                <a:cxn ang="0">
                  <a:pos x="103" y="18"/>
                </a:cxn>
                <a:cxn ang="0">
                  <a:pos x="114" y="21"/>
                </a:cxn>
                <a:cxn ang="0">
                  <a:pos x="117" y="28"/>
                </a:cxn>
              </a:cxnLst>
              <a:rect l="0" t="0" r="r" b="b"/>
              <a:pathLst>
                <a:path w="125" h="126">
                  <a:moveTo>
                    <a:pt x="125" y="39"/>
                  </a:moveTo>
                  <a:cubicBezTo>
                    <a:pt x="125" y="40"/>
                    <a:pt x="124" y="41"/>
                    <a:pt x="124" y="42"/>
                  </a:cubicBezTo>
                  <a:cubicBezTo>
                    <a:pt x="124" y="43"/>
                    <a:pt x="123" y="44"/>
                    <a:pt x="123" y="44"/>
                  </a:cubicBezTo>
                  <a:cubicBezTo>
                    <a:pt x="122" y="44"/>
                    <a:pt x="121" y="43"/>
                    <a:pt x="121" y="43"/>
                  </a:cubicBezTo>
                  <a:cubicBezTo>
                    <a:pt x="120" y="43"/>
                    <a:pt x="119" y="43"/>
                    <a:pt x="118" y="43"/>
                  </a:cubicBezTo>
                  <a:cubicBezTo>
                    <a:pt x="118" y="43"/>
                    <a:pt x="117" y="44"/>
                    <a:pt x="117" y="44"/>
                  </a:cubicBezTo>
                  <a:cubicBezTo>
                    <a:pt x="116" y="45"/>
                    <a:pt x="115" y="46"/>
                    <a:pt x="114" y="46"/>
                  </a:cubicBezTo>
                  <a:cubicBezTo>
                    <a:pt x="114" y="47"/>
                    <a:pt x="113" y="48"/>
                    <a:pt x="112" y="49"/>
                  </a:cubicBezTo>
                  <a:cubicBezTo>
                    <a:pt x="112" y="49"/>
                    <a:pt x="111" y="50"/>
                    <a:pt x="111" y="50"/>
                  </a:cubicBezTo>
                  <a:cubicBezTo>
                    <a:pt x="109" y="50"/>
                    <a:pt x="108" y="48"/>
                    <a:pt x="107" y="48"/>
                  </a:cubicBezTo>
                  <a:cubicBezTo>
                    <a:pt x="106" y="47"/>
                    <a:pt x="105" y="47"/>
                    <a:pt x="104" y="47"/>
                  </a:cubicBezTo>
                  <a:cubicBezTo>
                    <a:pt x="103" y="47"/>
                    <a:pt x="102" y="48"/>
                    <a:pt x="101" y="48"/>
                  </a:cubicBezTo>
                  <a:cubicBezTo>
                    <a:pt x="101" y="49"/>
                    <a:pt x="100" y="51"/>
                    <a:pt x="100" y="51"/>
                  </a:cubicBezTo>
                  <a:cubicBezTo>
                    <a:pt x="99" y="51"/>
                    <a:pt x="98" y="51"/>
                    <a:pt x="97" y="50"/>
                  </a:cubicBezTo>
                  <a:cubicBezTo>
                    <a:pt x="97" y="50"/>
                    <a:pt x="96" y="49"/>
                    <a:pt x="95" y="49"/>
                  </a:cubicBezTo>
                  <a:cubicBezTo>
                    <a:pt x="94" y="49"/>
                    <a:pt x="93" y="49"/>
                    <a:pt x="92" y="49"/>
                  </a:cubicBezTo>
                  <a:cubicBezTo>
                    <a:pt x="92" y="50"/>
                    <a:pt x="90" y="50"/>
                    <a:pt x="90" y="51"/>
                  </a:cubicBezTo>
                  <a:cubicBezTo>
                    <a:pt x="89" y="52"/>
                    <a:pt x="88" y="54"/>
                    <a:pt x="87" y="55"/>
                  </a:cubicBezTo>
                  <a:cubicBezTo>
                    <a:pt x="87" y="56"/>
                    <a:pt x="86" y="57"/>
                    <a:pt x="86" y="57"/>
                  </a:cubicBezTo>
                  <a:cubicBezTo>
                    <a:pt x="85" y="58"/>
                    <a:pt x="85" y="60"/>
                    <a:pt x="86" y="61"/>
                  </a:cubicBezTo>
                  <a:cubicBezTo>
                    <a:pt x="86" y="61"/>
                    <a:pt x="86" y="62"/>
                    <a:pt x="87" y="63"/>
                  </a:cubicBezTo>
                  <a:cubicBezTo>
                    <a:pt x="87" y="63"/>
                    <a:pt x="88" y="63"/>
                    <a:pt x="88" y="64"/>
                  </a:cubicBezTo>
                  <a:cubicBezTo>
                    <a:pt x="89" y="64"/>
                    <a:pt x="88" y="65"/>
                    <a:pt x="88" y="66"/>
                  </a:cubicBezTo>
                  <a:cubicBezTo>
                    <a:pt x="88" y="66"/>
                    <a:pt x="87" y="67"/>
                    <a:pt x="86" y="67"/>
                  </a:cubicBezTo>
                  <a:cubicBezTo>
                    <a:pt x="86" y="68"/>
                    <a:pt x="86" y="69"/>
                    <a:pt x="85" y="69"/>
                  </a:cubicBezTo>
                  <a:cubicBezTo>
                    <a:pt x="84" y="69"/>
                    <a:pt x="83" y="68"/>
                    <a:pt x="82" y="68"/>
                  </a:cubicBezTo>
                  <a:cubicBezTo>
                    <a:pt x="81" y="68"/>
                    <a:pt x="80" y="68"/>
                    <a:pt x="80" y="68"/>
                  </a:cubicBezTo>
                  <a:cubicBezTo>
                    <a:pt x="79" y="68"/>
                    <a:pt x="78" y="69"/>
                    <a:pt x="78" y="70"/>
                  </a:cubicBezTo>
                  <a:cubicBezTo>
                    <a:pt x="78" y="70"/>
                    <a:pt x="78" y="71"/>
                    <a:pt x="78" y="72"/>
                  </a:cubicBezTo>
                  <a:cubicBezTo>
                    <a:pt x="78" y="72"/>
                    <a:pt x="79" y="73"/>
                    <a:pt x="80" y="73"/>
                  </a:cubicBezTo>
                  <a:cubicBezTo>
                    <a:pt x="80" y="73"/>
                    <a:pt x="82" y="73"/>
                    <a:pt x="83" y="73"/>
                  </a:cubicBezTo>
                  <a:cubicBezTo>
                    <a:pt x="84" y="73"/>
                    <a:pt x="86" y="74"/>
                    <a:pt x="87" y="74"/>
                  </a:cubicBezTo>
                  <a:cubicBezTo>
                    <a:pt x="88" y="74"/>
                    <a:pt x="90" y="72"/>
                    <a:pt x="92" y="71"/>
                  </a:cubicBezTo>
                  <a:cubicBezTo>
                    <a:pt x="92" y="71"/>
                    <a:pt x="93" y="70"/>
                    <a:pt x="94" y="69"/>
                  </a:cubicBezTo>
                  <a:cubicBezTo>
                    <a:pt x="94" y="69"/>
                    <a:pt x="95" y="69"/>
                    <a:pt x="96" y="69"/>
                  </a:cubicBezTo>
                  <a:cubicBezTo>
                    <a:pt x="96" y="69"/>
                    <a:pt x="98" y="70"/>
                    <a:pt x="98" y="70"/>
                  </a:cubicBezTo>
                  <a:cubicBezTo>
                    <a:pt x="99" y="70"/>
                    <a:pt x="99" y="71"/>
                    <a:pt x="99" y="72"/>
                  </a:cubicBezTo>
                  <a:cubicBezTo>
                    <a:pt x="100" y="73"/>
                    <a:pt x="100" y="74"/>
                    <a:pt x="101" y="75"/>
                  </a:cubicBezTo>
                  <a:cubicBezTo>
                    <a:pt x="101" y="76"/>
                    <a:pt x="102" y="77"/>
                    <a:pt x="102" y="77"/>
                  </a:cubicBezTo>
                  <a:cubicBezTo>
                    <a:pt x="102" y="78"/>
                    <a:pt x="102" y="79"/>
                    <a:pt x="102" y="79"/>
                  </a:cubicBezTo>
                  <a:cubicBezTo>
                    <a:pt x="102" y="80"/>
                    <a:pt x="101" y="81"/>
                    <a:pt x="101" y="82"/>
                  </a:cubicBezTo>
                  <a:cubicBezTo>
                    <a:pt x="101" y="82"/>
                    <a:pt x="102" y="83"/>
                    <a:pt x="102" y="84"/>
                  </a:cubicBezTo>
                  <a:cubicBezTo>
                    <a:pt x="102" y="85"/>
                    <a:pt x="101" y="86"/>
                    <a:pt x="101" y="87"/>
                  </a:cubicBezTo>
                  <a:cubicBezTo>
                    <a:pt x="102" y="87"/>
                    <a:pt x="103" y="88"/>
                    <a:pt x="103" y="89"/>
                  </a:cubicBezTo>
                  <a:cubicBezTo>
                    <a:pt x="103" y="90"/>
                    <a:pt x="104" y="91"/>
                    <a:pt x="104" y="91"/>
                  </a:cubicBezTo>
                  <a:cubicBezTo>
                    <a:pt x="104" y="92"/>
                    <a:pt x="103" y="94"/>
                    <a:pt x="103" y="95"/>
                  </a:cubicBezTo>
                  <a:cubicBezTo>
                    <a:pt x="102" y="95"/>
                    <a:pt x="101" y="95"/>
                    <a:pt x="101" y="95"/>
                  </a:cubicBezTo>
                  <a:cubicBezTo>
                    <a:pt x="100" y="94"/>
                    <a:pt x="99" y="94"/>
                    <a:pt x="99" y="95"/>
                  </a:cubicBezTo>
                  <a:cubicBezTo>
                    <a:pt x="98" y="95"/>
                    <a:pt x="96" y="95"/>
                    <a:pt x="95" y="96"/>
                  </a:cubicBezTo>
                  <a:cubicBezTo>
                    <a:pt x="94" y="96"/>
                    <a:pt x="93" y="97"/>
                    <a:pt x="93" y="98"/>
                  </a:cubicBezTo>
                  <a:cubicBezTo>
                    <a:pt x="93" y="99"/>
                    <a:pt x="92" y="100"/>
                    <a:pt x="92" y="100"/>
                  </a:cubicBezTo>
                  <a:cubicBezTo>
                    <a:pt x="92" y="101"/>
                    <a:pt x="93" y="102"/>
                    <a:pt x="93" y="103"/>
                  </a:cubicBezTo>
                  <a:cubicBezTo>
                    <a:pt x="93" y="103"/>
                    <a:pt x="93" y="104"/>
                    <a:pt x="93" y="104"/>
                  </a:cubicBezTo>
                  <a:cubicBezTo>
                    <a:pt x="93" y="105"/>
                    <a:pt x="92" y="106"/>
                    <a:pt x="92" y="106"/>
                  </a:cubicBezTo>
                  <a:cubicBezTo>
                    <a:pt x="92" y="107"/>
                    <a:pt x="92" y="108"/>
                    <a:pt x="91" y="109"/>
                  </a:cubicBezTo>
                  <a:cubicBezTo>
                    <a:pt x="91" y="109"/>
                    <a:pt x="91" y="111"/>
                    <a:pt x="91" y="112"/>
                  </a:cubicBezTo>
                  <a:cubicBezTo>
                    <a:pt x="91" y="112"/>
                    <a:pt x="90" y="113"/>
                    <a:pt x="90" y="114"/>
                  </a:cubicBezTo>
                  <a:cubicBezTo>
                    <a:pt x="89" y="114"/>
                    <a:pt x="87" y="114"/>
                    <a:pt x="86" y="114"/>
                  </a:cubicBezTo>
                  <a:cubicBezTo>
                    <a:pt x="86" y="114"/>
                    <a:pt x="85" y="114"/>
                    <a:pt x="84" y="114"/>
                  </a:cubicBezTo>
                  <a:cubicBezTo>
                    <a:pt x="84" y="114"/>
                    <a:pt x="84" y="114"/>
                    <a:pt x="83" y="114"/>
                  </a:cubicBezTo>
                  <a:cubicBezTo>
                    <a:pt x="83" y="114"/>
                    <a:pt x="83" y="115"/>
                    <a:pt x="83" y="115"/>
                  </a:cubicBezTo>
                  <a:cubicBezTo>
                    <a:pt x="82" y="115"/>
                    <a:pt x="81" y="116"/>
                    <a:pt x="80" y="116"/>
                  </a:cubicBezTo>
                  <a:cubicBezTo>
                    <a:pt x="79" y="116"/>
                    <a:pt x="77" y="116"/>
                    <a:pt x="76" y="116"/>
                  </a:cubicBezTo>
                  <a:cubicBezTo>
                    <a:pt x="76" y="116"/>
                    <a:pt x="75" y="115"/>
                    <a:pt x="74" y="115"/>
                  </a:cubicBezTo>
                  <a:cubicBezTo>
                    <a:pt x="73" y="115"/>
                    <a:pt x="72" y="116"/>
                    <a:pt x="71" y="116"/>
                  </a:cubicBezTo>
                  <a:cubicBezTo>
                    <a:pt x="70" y="116"/>
                    <a:pt x="69" y="117"/>
                    <a:pt x="68" y="117"/>
                  </a:cubicBezTo>
                  <a:cubicBezTo>
                    <a:pt x="67" y="117"/>
                    <a:pt x="66" y="117"/>
                    <a:pt x="65" y="117"/>
                  </a:cubicBezTo>
                  <a:cubicBezTo>
                    <a:pt x="65" y="117"/>
                    <a:pt x="63" y="118"/>
                    <a:pt x="63" y="119"/>
                  </a:cubicBezTo>
                  <a:cubicBezTo>
                    <a:pt x="62" y="119"/>
                    <a:pt x="63" y="120"/>
                    <a:pt x="63" y="121"/>
                  </a:cubicBezTo>
                  <a:cubicBezTo>
                    <a:pt x="63" y="121"/>
                    <a:pt x="63" y="122"/>
                    <a:pt x="62" y="123"/>
                  </a:cubicBezTo>
                  <a:cubicBezTo>
                    <a:pt x="62" y="123"/>
                    <a:pt x="61" y="123"/>
                    <a:pt x="60" y="123"/>
                  </a:cubicBezTo>
                  <a:cubicBezTo>
                    <a:pt x="60" y="123"/>
                    <a:pt x="59" y="122"/>
                    <a:pt x="59" y="122"/>
                  </a:cubicBezTo>
                  <a:cubicBezTo>
                    <a:pt x="59" y="121"/>
                    <a:pt x="59" y="121"/>
                    <a:pt x="58" y="121"/>
                  </a:cubicBezTo>
                  <a:cubicBezTo>
                    <a:pt x="58" y="121"/>
                    <a:pt x="58" y="121"/>
                    <a:pt x="58" y="122"/>
                  </a:cubicBezTo>
                  <a:cubicBezTo>
                    <a:pt x="57" y="122"/>
                    <a:pt x="58" y="123"/>
                    <a:pt x="58" y="124"/>
                  </a:cubicBezTo>
                  <a:cubicBezTo>
                    <a:pt x="58" y="125"/>
                    <a:pt x="57" y="125"/>
                    <a:pt x="56" y="126"/>
                  </a:cubicBezTo>
                  <a:cubicBezTo>
                    <a:pt x="55" y="126"/>
                    <a:pt x="54" y="125"/>
                    <a:pt x="53" y="125"/>
                  </a:cubicBezTo>
                  <a:cubicBezTo>
                    <a:pt x="53" y="124"/>
                    <a:pt x="52" y="123"/>
                    <a:pt x="51" y="123"/>
                  </a:cubicBezTo>
                  <a:cubicBezTo>
                    <a:pt x="51" y="122"/>
                    <a:pt x="49" y="121"/>
                    <a:pt x="48" y="121"/>
                  </a:cubicBezTo>
                  <a:cubicBezTo>
                    <a:pt x="48" y="121"/>
                    <a:pt x="47" y="122"/>
                    <a:pt x="46" y="122"/>
                  </a:cubicBezTo>
                  <a:cubicBezTo>
                    <a:pt x="46" y="122"/>
                    <a:pt x="44" y="121"/>
                    <a:pt x="44" y="121"/>
                  </a:cubicBezTo>
                  <a:cubicBezTo>
                    <a:pt x="43" y="121"/>
                    <a:pt x="41" y="120"/>
                    <a:pt x="41" y="120"/>
                  </a:cubicBezTo>
                  <a:cubicBezTo>
                    <a:pt x="40" y="120"/>
                    <a:pt x="38" y="121"/>
                    <a:pt x="37" y="120"/>
                  </a:cubicBezTo>
                  <a:cubicBezTo>
                    <a:pt x="36" y="120"/>
                    <a:pt x="36" y="119"/>
                    <a:pt x="36" y="118"/>
                  </a:cubicBezTo>
                  <a:cubicBezTo>
                    <a:pt x="36" y="117"/>
                    <a:pt x="37" y="116"/>
                    <a:pt x="37" y="116"/>
                  </a:cubicBezTo>
                  <a:cubicBezTo>
                    <a:pt x="37" y="115"/>
                    <a:pt x="37" y="113"/>
                    <a:pt x="37" y="112"/>
                  </a:cubicBezTo>
                  <a:cubicBezTo>
                    <a:pt x="37" y="112"/>
                    <a:pt x="37" y="110"/>
                    <a:pt x="37" y="110"/>
                  </a:cubicBezTo>
                  <a:cubicBezTo>
                    <a:pt x="36" y="110"/>
                    <a:pt x="35" y="109"/>
                    <a:pt x="35" y="109"/>
                  </a:cubicBezTo>
                  <a:cubicBezTo>
                    <a:pt x="34" y="109"/>
                    <a:pt x="33" y="109"/>
                    <a:pt x="32" y="109"/>
                  </a:cubicBezTo>
                  <a:cubicBezTo>
                    <a:pt x="32" y="109"/>
                    <a:pt x="31" y="108"/>
                    <a:pt x="31" y="108"/>
                  </a:cubicBezTo>
                  <a:cubicBezTo>
                    <a:pt x="31" y="107"/>
                    <a:pt x="30" y="106"/>
                    <a:pt x="30" y="106"/>
                  </a:cubicBezTo>
                  <a:cubicBezTo>
                    <a:pt x="30" y="105"/>
                    <a:pt x="30" y="104"/>
                    <a:pt x="31" y="104"/>
                  </a:cubicBezTo>
                  <a:cubicBezTo>
                    <a:pt x="31" y="103"/>
                    <a:pt x="31" y="102"/>
                    <a:pt x="31" y="102"/>
                  </a:cubicBezTo>
                  <a:cubicBezTo>
                    <a:pt x="31" y="102"/>
                    <a:pt x="32" y="102"/>
                    <a:pt x="32" y="102"/>
                  </a:cubicBezTo>
                  <a:cubicBezTo>
                    <a:pt x="33" y="102"/>
                    <a:pt x="34" y="103"/>
                    <a:pt x="34" y="103"/>
                  </a:cubicBezTo>
                  <a:cubicBezTo>
                    <a:pt x="34" y="103"/>
                    <a:pt x="35" y="104"/>
                    <a:pt x="36" y="105"/>
                  </a:cubicBezTo>
                  <a:cubicBezTo>
                    <a:pt x="36" y="105"/>
                    <a:pt x="38" y="106"/>
                    <a:pt x="39" y="106"/>
                  </a:cubicBezTo>
                  <a:cubicBezTo>
                    <a:pt x="39" y="106"/>
                    <a:pt x="40" y="107"/>
                    <a:pt x="40" y="107"/>
                  </a:cubicBezTo>
                  <a:cubicBezTo>
                    <a:pt x="40" y="106"/>
                    <a:pt x="41" y="105"/>
                    <a:pt x="41" y="105"/>
                  </a:cubicBezTo>
                  <a:cubicBezTo>
                    <a:pt x="41" y="104"/>
                    <a:pt x="40" y="103"/>
                    <a:pt x="40" y="103"/>
                  </a:cubicBezTo>
                  <a:cubicBezTo>
                    <a:pt x="41" y="103"/>
                    <a:pt x="41" y="102"/>
                    <a:pt x="42" y="102"/>
                  </a:cubicBezTo>
                  <a:cubicBezTo>
                    <a:pt x="42" y="102"/>
                    <a:pt x="43" y="103"/>
                    <a:pt x="44" y="103"/>
                  </a:cubicBezTo>
                  <a:cubicBezTo>
                    <a:pt x="45" y="103"/>
                    <a:pt x="46" y="103"/>
                    <a:pt x="47" y="103"/>
                  </a:cubicBezTo>
                  <a:cubicBezTo>
                    <a:pt x="47" y="103"/>
                    <a:pt x="49" y="103"/>
                    <a:pt x="49" y="103"/>
                  </a:cubicBezTo>
                  <a:cubicBezTo>
                    <a:pt x="49" y="104"/>
                    <a:pt x="50" y="104"/>
                    <a:pt x="50" y="105"/>
                  </a:cubicBezTo>
                  <a:cubicBezTo>
                    <a:pt x="50" y="105"/>
                    <a:pt x="50" y="106"/>
                    <a:pt x="50" y="106"/>
                  </a:cubicBezTo>
                  <a:cubicBezTo>
                    <a:pt x="50" y="107"/>
                    <a:pt x="50" y="107"/>
                    <a:pt x="51" y="107"/>
                  </a:cubicBezTo>
                  <a:cubicBezTo>
                    <a:pt x="51" y="107"/>
                    <a:pt x="52" y="107"/>
                    <a:pt x="52" y="106"/>
                  </a:cubicBezTo>
                  <a:cubicBezTo>
                    <a:pt x="52" y="106"/>
                    <a:pt x="53" y="106"/>
                    <a:pt x="53" y="106"/>
                  </a:cubicBezTo>
                  <a:cubicBezTo>
                    <a:pt x="54" y="106"/>
                    <a:pt x="56" y="106"/>
                    <a:pt x="56" y="106"/>
                  </a:cubicBezTo>
                  <a:cubicBezTo>
                    <a:pt x="57" y="106"/>
                    <a:pt x="58" y="106"/>
                    <a:pt x="58" y="106"/>
                  </a:cubicBezTo>
                  <a:cubicBezTo>
                    <a:pt x="58" y="105"/>
                    <a:pt x="59" y="105"/>
                    <a:pt x="59" y="105"/>
                  </a:cubicBezTo>
                  <a:cubicBezTo>
                    <a:pt x="59" y="104"/>
                    <a:pt x="59" y="104"/>
                    <a:pt x="58" y="104"/>
                  </a:cubicBezTo>
                  <a:cubicBezTo>
                    <a:pt x="58" y="103"/>
                    <a:pt x="56" y="104"/>
                    <a:pt x="56" y="104"/>
                  </a:cubicBezTo>
                  <a:cubicBezTo>
                    <a:pt x="55" y="104"/>
                    <a:pt x="54" y="104"/>
                    <a:pt x="54" y="104"/>
                  </a:cubicBezTo>
                  <a:cubicBezTo>
                    <a:pt x="54" y="104"/>
                    <a:pt x="53" y="103"/>
                    <a:pt x="53" y="103"/>
                  </a:cubicBezTo>
                  <a:cubicBezTo>
                    <a:pt x="53" y="103"/>
                    <a:pt x="54" y="102"/>
                    <a:pt x="54" y="102"/>
                  </a:cubicBezTo>
                  <a:cubicBezTo>
                    <a:pt x="54" y="102"/>
                    <a:pt x="55" y="101"/>
                    <a:pt x="56" y="101"/>
                  </a:cubicBezTo>
                  <a:cubicBezTo>
                    <a:pt x="56" y="101"/>
                    <a:pt x="57" y="101"/>
                    <a:pt x="58" y="102"/>
                  </a:cubicBezTo>
                  <a:cubicBezTo>
                    <a:pt x="58" y="102"/>
                    <a:pt x="59" y="103"/>
                    <a:pt x="60" y="103"/>
                  </a:cubicBezTo>
                  <a:cubicBezTo>
                    <a:pt x="60" y="103"/>
                    <a:pt x="61" y="104"/>
                    <a:pt x="61" y="104"/>
                  </a:cubicBezTo>
                  <a:cubicBezTo>
                    <a:pt x="62" y="104"/>
                    <a:pt x="63" y="104"/>
                    <a:pt x="63" y="104"/>
                  </a:cubicBezTo>
                  <a:cubicBezTo>
                    <a:pt x="63" y="103"/>
                    <a:pt x="63" y="103"/>
                    <a:pt x="63" y="103"/>
                  </a:cubicBezTo>
                  <a:cubicBezTo>
                    <a:pt x="63" y="102"/>
                    <a:pt x="62" y="102"/>
                    <a:pt x="62" y="102"/>
                  </a:cubicBezTo>
                  <a:cubicBezTo>
                    <a:pt x="62" y="102"/>
                    <a:pt x="63" y="101"/>
                    <a:pt x="63" y="101"/>
                  </a:cubicBezTo>
                  <a:cubicBezTo>
                    <a:pt x="63" y="101"/>
                    <a:pt x="64" y="101"/>
                    <a:pt x="64" y="101"/>
                  </a:cubicBezTo>
                  <a:cubicBezTo>
                    <a:pt x="65" y="101"/>
                    <a:pt x="65" y="100"/>
                    <a:pt x="66" y="100"/>
                  </a:cubicBezTo>
                  <a:cubicBezTo>
                    <a:pt x="66" y="100"/>
                    <a:pt x="67" y="100"/>
                    <a:pt x="68" y="101"/>
                  </a:cubicBezTo>
                  <a:cubicBezTo>
                    <a:pt x="68" y="101"/>
                    <a:pt x="69" y="102"/>
                    <a:pt x="70" y="102"/>
                  </a:cubicBezTo>
                  <a:cubicBezTo>
                    <a:pt x="71" y="102"/>
                    <a:pt x="72" y="102"/>
                    <a:pt x="72" y="102"/>
                  </a:cubicBezTo>
                  <a:cubicBezTo>
                    <a:pt x="72" y="101"/>
                    <a:pt x="72" y="100"/>
                    <a:pt x="72" y="100"/>
                  </a:cubicBezTo>
                  <a:cubicBezTo>
                    <a:pt x="71" y="99"/>
                    <a:pt x="70" y="99"/>
                    <a:pt x="70" y="99"/>
                  </a:cubicBezTo>
                  <a:cubicBezTo>
                    <a:pt x="70" y="99"/>
                    <a:pt x="70" y="98"/>
                    <a:pt x="71" y="98"/>
                  </a:cubicBezTo>
                  <a:cubicBezTo>
                    <a:pt x="71" y="98"/>
                    <a:pt x="71" y="98"/>
                    <a:pt x="72" y="98"/>
                  </a:cubicBezTo>
                  <a:cubicBezTo>
                    <a:pt x="72" y="98"/>
                    <a:pt x="73" y="98"/>
                    <a:pt x="73" y="97"/>
                  </a:cubicBezTo>
                  <a:cubicBezTo>
                    <a:pt x="73" y="97"/>
                    <a:pt x="73" y="96"/>
                    <a:pt x="73" y="96"/>
                  </a:cubicBezTo>
                  <a:cubicBezTo>
                    <a:pt x="73" y="96"/>
                    <a:pt x="72" y="96"/>
                    <a:pt x="71" y="96"/>
                  </a:cubicBezTo>
                  <a:cubicBezTo>
                    <a:pt x="71" y="96"/>
                    <a:pt x="70" y="96"/>
                    <a:pt x="69" y="96"/>
                  </a:cubicBezTo>
                  <a:cubicBezTo>
                    <a:pt x="69" y="97"/>
                    <a:pt x="68" y="97"/>
                    <a:pt x="68" y="97"/>
                  </a:cubicBezTo>
                  <a:cubicBezTo>
                    <a:pt x="67" y="98"/>
                    <a:pt x="66" y="98"/>
                    <a:pt x="65" y="98"/>
                  </a:cubicBezTo>
                  <a:cubicBezTo>
                    <a:pt x="65" y="97"/>
                    <a:pt x="65" y="96"/>
                    <a:pt x="65" y="95"/>
                  </a:cubicBezTo>
                  <a:cubicBezTo>
                    <a:pt x="65" y="95"/>
                    <a:pt x="65" y="93"/>
                    <a:pt x="65" y="93"/>
                  </a:cubicBezTo>
                  <a:cubicBezTo>
                    <a:pt x="64" y="93"/>
                    <a:pt x="63" y="92"/>
                    <a:pt x="63" y="92"/>
                  </a:cubicBezTo>
                  <a:cubicBezTo>
                    <a:pt x="63" y="91"/>
                    <a:pt x="63" y="90"/>
                    <a:pt x="64" y="89"/>
                  </a:cubicBezTo>
                  <a:cubicBezTo>
                    <a:pt x="64" y="88"/>
                    <a:pt x="65" y="87"/>
                    <a:pt x="65" y="86"/>
                  </a:cubicBezTo>
                  <a:cubicBezTo>
                    <a:pt x="65" y="86"/>
                    <a:pt x="66" y="85"/>
                    <a:pt x="67" y="85"/>
                  </a:cubicBezTo>
                  <a:cubicBezTo>
                    <a:pt x="67" y="85"/>
                    <a:pt x="67" y="84"/>
                    <a:pt x="66" y="84"/>
                  </a:cubicBezTo>
                  <a:cubicBezTo>
                    <a:pt x="66" y="84"/>
                    <a:pt x="65" y="84"/>
                    <a:pt x="64" y="84"/>
                  </a:cubicBezTo>
                  <a:cubicBezTo>
                    <a:pt x="64" y="85"/>
                    <a:pt x="62" y="85"/>
                    <a:pt x="62" y="85"/>
                  </a:cubicBezTo>
                  <a:cubicBezTo>
                    <a:pt x="61" y="85"/>
                    <a:pt x="61" y="84"/>
                    <a:pt x="61" y="84"/>
                  </a:cubicBezTo>
                  <a:cubicBezTo>
                    <a:pt x="60" y="83"/>
                    <a:pt x="60" y="83"/>
                    <a:pt x="59" y="83"/>
                  </a:cubicBezTo>
                  <a:cubicBezTo>
                    <a:pt x="59" y="83"/>
                    <a:pt x="59" y="84"/>
                    <a:pt x="59" y="84"/>
                  </a:cubicBezTo>
                  <a:cubicBezTo>
                    <a:pt x="58" y="85"/>
                    <a:pt x="58" y="85"/>
                    <a:pt x="58" y="85"/>
                  </a:cubicBezTo>
                  <a:cubicBezTo>
                    <a:pt x="57" y="85"/>
                    <a:pt x="57" y="85"/>
                    <a:pt x="57" y="84"/>
                  </a:cubicBezTo>
                  <a:cubicBezTo>
                    <a:pt x="57" y="84"/>
                    <a:pt x="57" y="83"/>
                    <a:pt x="57" y="83"/>
                  </a:cubicBezTo>
                  <a:cubicBezTo>
                    <a:pt x="57" y="83"/>
                    <a:pt x="56" y="82"/>
                    <a:pt x="56" y="82"/>
                  </a:cubicBezTo>
                  <a:cubicBezTo>
                    <a:pt x="56" y="82"/>
                    <a:pt x="55" y="82"/>
                    <a:pt x="55" y="82"/>
                  </a:cubicBezTo>
                  <a:cubicBezTo>
                    <a:pt x="55" y="83"/>
                    <a:pt x="55" y="84"/>
                    <a:pt x="55" y="85"/>
                  </a:cubicBezTo>
                  <a:cubicBezTo>
                    <a:pt x="55" y="85"/>
                    <a:pt x="55" y="86"/>
                    <a:pt x="55" y="87"/>
                  </a:cubicBezTo>
                  <a:cubicBezTo>
                    <a:pt x="55" y="87"/>
                    <a:pt x="57" y="87"/>
                    <a:pt x="57" y="87"/>
                  </a:cubicBezTo>
                  <a:cubicBezTo>
                    <a:pt x="57" y="87"/>
                    <a:pt x="58" y="87"/>
                    <a:pt x="59" y="87"/>
                  </a:cubicBezTo>
                  <a:cubicBezTo>
                    <a:pt x="59" y="87"/>
                    <a:pt x="60" y="87"/>
                    <a:pt x="60" y="87"/>
                  </a:cubicBezTo>
                  <a:cubicBezTo>
                    <a:pt x="60" y="87"/>
                    <a:pt x="61" y="87"/>
                    <a:pt x="61" y="87"/>
                  </a:cubicBezTo>
                  <a:cubicBezTo>
                    <a:pt x="61" y="88"/>
                    <a:pt x="61" y="89"/>
                    <a:pt x="61" y="89"/>
                  </a:cubicBezTo>
                  <a:cubicBezTo>
                    <a:pt x="61" y="89"/>
                    <a:pt x="60" y="90"/>
                    <a:pt x="60" y="90"/>
                  </a:cubicBezTo>
                  <a:cubicBezTo>
                    <a:pt x="60" y="90"/>
                    <a:pt x="59" y="91"/>
                    <a:pt x="59" y="91"/>
                  </a:cubicBezTo>
                  <a:cubicBezTo>
                    <a:pt x="59" y="92"/>
                    <a:pt x="60" y="92"/>
                    <a:pt x="60" y="93"/>
                  </a:cubicBezTo>
                  <a:cubicBezTo>
                    <a:pt x="60" y="93"/>
                    <a:pt x="61" y="94"/>
                    <a:pt x="62" y="95"/>
                  </a:cubicBezTo>
                  <a:cubicBezTo>
                    <a:pt x="62" y="95"/>
                    <a:pt x="63" y="96"/>
                    <a:pt x="63" y="96"/>
                  </a:cubicBezTo>
                  <a:cubicBezTo>
                    <a:pt x="63" y="97"/>
                    <a:pt x="63" y="98"/>
                    <a:pt x="62" y="99"/>
                  </a:cubicBezTo>
                  <a:cubicBezTo>
                    <a:pt x="62" y="99"/>
                    <a:pt x="61" y="100"/>
                    <a:pt x="60" y="100"/>
                  </a:cubicBezTo>
                  <a:cubicBezTo>
                    <a:pt x="60" y="100"/>
                    <a:pt x="58" y="99"/>
                    <a:pt x="57" y="99"/>
                  </a:cubicBezTo>
                  <a:cubicBezTo>
                    <a:pt x="57" y="99"/>
                    <a:pt x="55" y="99"/>
                    <a:pt x="55" y="99"/>
                  </a:cubicBezTo>
                  <a:cubicBezTo>
                    <a:pt x="54" y="99"/>
                    <a:pt x="53" y="100"/>
                    <a:pt x="52" y="100"/>
                  </a:cubicBezTo>
                  <a:cubicBezTo>
                    <a:pt x="51" y="100"/>
                    <a:pt x="50" y="100"/>
                    <a:pt x="49" y="100"/>
                  </a:cubicBezTo>
                  <a:cubicBezTo>
                    <a:pt x="49" y="100"/>
                    <a:pt x="47" y="100"/>
                    <a:pt x="47" y="100"/>
                  </a:cubicBezTo>
                  <a:cubicBezTo>
                    <a:pt x="46" y="99"/>
                    <a:pt x="45" y="99"/>
                    <a:pt x="44" y="99"/>
                  </a:cubicBezTo>
                  <a:cubicBezTo>
                    <a:pt x="44" y="98"/>
                    <a:pt x="44" y="97"/>
                    <a:pt x="43" y="97"/>
                  </a:cubicBezTo>
                  <a:cubicBezTo>
                    <a:pt x="43" y="97"/>
                    <a:pt x="42" y="97"/>
                    <a:pt x="42" y="97"/>
                  </a:cubicBezTo>
                  <a:cubicBezTo>
                    <a:pt x="42" y="97"/>
                    <a:pt x="41" y="98"/>
                    <a:pt x="41" y="98"/>
                  </a:cubicBezTo>
                  <a:cubicBezTo>
                    <a:pt x="40" y="99"/>
                    <a:pt x="38" y="99"/>
                    <a:pt x="38" y="99"/>
                  </a:cubicBezTo>
                  <a:cubicBezTo>
                    <a:pt x="37" y="99"/>
                    <a:pt x="36" y="98"/>
                    <a:pt x="35" y="98"/>
                  </a:cubicBezTo>
                  <a:cubicBezTo>
                    <a:pt x="35" y="98"/>
                    <a:pt x="34" y="97"/>
                    <a:pt x="33" y="96"/>
                  </a:cubicBezTo>
                  <a:cubicBezTo>
                    <a:pt x="33" y="96"/>
                    <a:pt x="33" y="95"/>
                    <a:pt x="32" y="95"/>
                  </a:cubicBezTo>
                  <a:cubicBezTo>
                    <a:pt x="32" y="95"/>
                    <a:pt x="31" y="95"/>
                    <a:pt x="30" y="95"/>
                  </a:cubicBezTo>
                  <a:cubicBezTo>
                    <a:pt x="30" y="95"/>
                    <a:pt x="29" y="96"/>
                    <a:pt x="28" y="97"/>
                  </a:cubicBezTo>
                  <a:cubicBezTo>
                    <a:pt x="27" y="97"/>
                    <a:pt x="26" y="97"/>
                    <a:pt x="25" y="97"/>
                  </a:cubicBezTo>
                  <a:cubicBezTo>
                    <a:pt x="25" y="97"/>
                    <a:pt x="24" y="96"/>
                    <a:pt x="23" y="96"/>
                  </a:cubicBezTo>
                  <a:cubicBezTo>
                    <a:pt x="23" y="96"/>
                    <a:pt x="22" y="95"/>
                    <a:pt x="22" y="95"/>
                  </a:cubicBezTo>
                  <a:cubicBezTo>
                    <a:pt x="22" y="95"/>
                    <a:pt x="21" y="95"/>
                    <a:pt x="21" y="95"/>
                  </a:cubicBezTo>
                  <a:cubicBezTo>
                    <a:pt x="20" y="95"/>
                    <a:pt x="21" y="96"/>
                    <a:pt x="21" y="96"/>
                  </a:cubicBezTo>
                  <a:cubicBezTo>
                    <a:pt x="21" y="97"/>
                    <a:pt x="22" y="98"/>
                    <a:pt x="22" y="98"/>
                  </a:cubicBezTo>
                  <a:cubicBezTo>
                    <a:pt x="23" y="98"/>
                    <a:pt x="24" y="98"/>
                    <a:pt x="24" y="98"/>
                  </a:cubicBezTo>
                  <a:cubicBezTo>
                    <a:pt x="25" y="99"/>
                    <a:pt x="25" y="100"/>
                    <a:pt x="25" y="101"/>
                  </a:cubicBezTo>
                  <a:cubicBezTo>
                    <a:pt x="25" y="101"/>
                    <a:pt x="24" y="102"/>
                    <a:pt x="23" y="103"/>
                  </a:cubicBezTo>
                  <a:cubicBezTo>
                    <a:pt x="23" y="103"/>
                    <a:pt x="22" y="103"/>
                    <a:pt x="21" y="103"/>
                  </a:cubicBezTo>
                  <a:cubicBezTo>
                    <a:pt x="21" y="103"/>
                    <a:pt x="20" y="104"/>
                    <a:pt x="19" y="104"/>
                  </a:cubicBezTo>
                  <a:cubicBezTo>
                    <a:pt x="19" y="104"/>
                    <a:pt x="19" y="103"/>
                    <a:pt x="19" y="103"/>
                  </a:cubicBezTo>
                  <a:cubicBezTo>
                    <a:pt x="18" y="102"/>
                    <a:pt x="18" y="101"/>
                    <a:pt x="18" y="100"/>
                  </a:cubicBezTo>
                  <a:cubicBezTo>
                    <a:pt x="18" y="99"/>
                    <a:pt x="18" y="98"/>
                    <a:pt x="17" y="97"/>
                  </a:cubicBezTo>
                  <a:cubicBezTo>
                    <a:pt x="17" y="97"/>
                    <a:pt x="16" y="96"/>
                    <a:pt x="15" y="96"/>
                  </a:cubicBezTo>
                  <a:cubicBezTo>
                    <a:pt x="14" y="96"/>
                    <a:pt x="13" y="96"/>
                    <a:pt x="12" y="96"/>
                  </a:cubicBezTo>
                  <a:cubicBezTo>
                    <a:pt x="11" y="96"/>
                    <a:pt x="10" y="95"/>
                    <a:pt x="10" y="94"/>
                  </a:cubicBezTo>
                  <a:cubicBezTo>
                    <a:pt x="9" y="94"/>
                    <a:pt x="9" y="92"/>
                    <a:pt x="10" y="92"/>
                  </a:cubicBezTo>
                  <a:cubicBezTo>
                    <a:pt x="10" y="92"/>
                    <a:pt x="10" y="91"/>
                    <a:pt x="10" y="91"/>
                  </a:cubicBezTo>
                  <a:cubicBezTo>
                    <a:pt x="10" y="91"/>
                    <a:pt x="11" y="91"/>
                    <a:pt x="12" y="91"/>
                  </a:cubicBezTo>
                  <a:cubicBezTo>
                    <a:pt x="12" y="91"/>
                    <a:pt x="13" y="92"/>
                    <a:pt x="14" y="92"/>
                  </a:cubicBezTo>
                  <a:cubicBezTo>
                    <a:pt x="14" y="92"/>
                    <a:pt x="15" y="92"/>
                    <a:pt x="16" y="91"/>
                  </a:cubicBezTo>
                  <a:cubicBezTo>
                    <a:pt x="16" y="91"/>
                    <a:pt x="17" y="90"/>
                    <a:pt x="17" y="90"/>
                  </a:cubicBezTo>
                  <a:cubicBezTo>
                    <a:pt x="17" y="89"/>
                    <a:pt x="17" y="87"/>
                    <a:pt x="17" y="86"/>
                  </a:cubicBezTo>
                  <a:cubicBezTo>
                    <a:pt x="17" y="86"/>
                    <a:pt x="18" y="85"/>
                    <a:pt x="18" y="85"/>
                  </a:cubicBezTo>
                  <a:cubicBezTo>
                    <a:pt x="19" y="85"/>
                    <a:pt x="19" y="87"/>
                    <a:pt x="20" y="87"/>
                  </a:cubicBezTo>
                  <a:cubicBezTo>
                    <a:pt x="21" y="87"/>
                    <a:pt x="21" y="86"/>
                    <a:pt x="22" y="86"/>
                  </a:cubicBezTo>
                  <a:cubicBezTo>
                    <a:pt x="22" y="85"/>
                    <a:pt x="23" y="85"/>
                    <a:pt x="23" y="84"/>
                  </a:cubicBezTo>
                  <a:cubicBezTo>
                    <a:pt x="23" y="84"/>
                    <a:pt x="23" y="83"/>
                    <a:pt x="23" y="83"/>
                  </a:cubicBezTo>
                  <a:cubicBezTo>
                    <a:pt x="24" y="83"/>
                    <a:pt x="24" y="83"/>
                    <a:pt x="25" y="83"/>
                  </a:cubicBezTo>
                  <a:cubicBezTo>
                    <a:pt x="25" y="84"/>
                    <a:pt x="27" y="84"/>
                    <a:pt x="27" y="84"/>
                  </a:cubicBezTo>
                  <a:cubicBezTo>
                    <a:pt x="28" y="84"/>
                    <a:pt x="29" y="84"/>
                    <a:pt x="29" y="84"/>
                  </a:cubicBezTo>
                  <a:cubicBezTo>
                    <a:pt x="30" y="84"/>
                    <a:pt x="30" y="83"/>
                    <a:pt x="30" y="82"/>
                  </a:cubicBezTo>
                  <a:cubicBezTo>
                    <a:pt x="31" y="82"/>
                    <a:pt x="31" y="80"/>
                    <a:pt x="31" y="79"/>
                  </a:cubicBezTo>
                  <a:cubicBezTo>
                    <a:pt x="31" y="78"/>
                    <a:pt x="31" y="77"/>
                    <a:pt x="30" y="76"/>
                  </a:cubicBezTo>
                  <a:cubicBezTo>
                    <a:pt x="30" y="76"/>
                    <a:pt x="29" y="75"/>
                    <a:pt x="29" y="74"/>
                  </a:cubicBezTo>
                  <a:cubicBezTo>
                    <a:pt x="29" y="74"/>
                    <a:pt x="29" y="73"/>
                    <a:pt x="29" y="73"/>
                  </a:cubicBezTo>
                  <a:cubicBezTo>
                    <a:pt x="30" y="72"/>
                    <a:pt x="30" y="71"/>
                    <a:pt x="30" y="70"/>
                  </a:cubicBezTo>
                  <a:cubicBezTo>
                    <a:pt x="30" y="69"/>
                    <a:pt x="30" y="67"/>
                    <a:pt x="29" y="66"/>
                  </a:cubicBezTo>
                  <a:cubicBezTo>
                    <a:pt x="29" y="65"/>
                    <a:pt x="29" y="64"/>
                    <a:pt x="29" y="64"/>
                  </a:cubicBezTo>
                  <a:cubicBezTo>
                    <a:pt x="28" y="63"/>
                    <a:pt x="25" y="62"/>
                    <a:pt x="24" y="62"/>
                  </a:cubicBezTo>
                  <a:cubicBezTo>
                    <a:pt x="24" y="62"/>
                    <a:pt x="22" y="62"/>
                    <a:pt x="21" y="62"/>
                  </a:cubicBezTo>
                  <a:cubicBezTo>
                    <a:pt x="21" y="62"/>
                    <a:pt x="20" y="61"/>
                    <a:pt x="19" y="61"/>
                  </a:cubicBezTo>
                  <a:cubicBezTo>
                    <a:pt x="19" y="61"/>
                    <a:pt x="19" y="60"/>
                    <a:pt x="18" y="60"/>
                  </a:cubicBezTo>
                  <a:cubicBezTo>
                    <a:pt x="18" y="60"/>
                    <a:pt x="17" y="61"/>
                    <a:pt x="17" y="61"/>
                  </a:cubicBezTo>
                  <a:cubicBezTo>
                    <a:pt x="16" y="61"/>
                    <a:pt x="15" y="61"/>
                    <a:pt x="14" y="61"/>
                  </a:cubicBezTo>
                  <a:cubicBezTo>
                    <a:pt x="14" y="61"/>
                    <a:pt x="13" y="61"/>
                    <a:pt x="13" y="61"/>
                  </a:cubicBezTo>
                  <a:cubicBezTo>
                    <a:pt x="12" y="61"/>
                    <a:pt x="12" y="61"/>
                    <a:pt x="11" y="61"/>
                  </a:cubicBezTo>
                  <a:cubicBezTo>
                    <a:pt x="10" y="61"/>
                    <a:pt x="9" y="60"/>
                    <a:pt x="8" y="60"/>
                  </a:cubicBezTo>
                  <a:cubicBezTo>
                    <a:pt x="7" y="60"/>
                    <a:pt x="5" y="60"/>
                    <a:pt x="5" y="60"/>
                  </a:cubicBezTo>
                  <a:cubicBezTo>
                    <a:pt x="4" y="61"/>
                    <a:pt x="4" y="62"/>
                    <a:pt x="4" y="62"/>
                  </a:cubicBezTo>
                  <a:cubicBezTo>
                    <a:pt x="3" y="62"/>
                    <a:pt x="2" y="63"/>
                    <a:pt x="1" y="63"/>
                  </a:cubicBezTo>
                  <a:cubicBezTo>
                    <a:pt x="1" y="63"/>
                    <a:pt x="0" y="62"/>
                    <a:pt x="0" y="62"/>
                  </a:cubicBezTo>
                  <a:cubicBezTo>
                    <a:pt x="0" y="62"/>
                    <a:pt x="0" y="60"/>
                    <a:pt x="0" y="60"/>
                  </a:cubicBezTo>
                  <a:cubicBezTo>
                    <a:pt x="0" y="59"/>
                    <a:pt x="2" y="58"/>
                    <a:pt x="1" y="58"/>
                  </a:cubicBezTo>
                  <a:cubicBezTo>
                    <a:pt x="1" y="57"/>
                    <a:pt x="0" y="57"/>
                    <a:pt x="0" y="57"/>
                  </a:cubicBezTo>
                  <a:cubicBezTo>
                    <a:pt x="0" y="57"/>
                    <a:pt x="0" y="56"/>
                    <a:pt x="1" y="56"/>
                  </a:cubicBezTo>
                  <a:cubicBezTo>
                    <a:pt x="1" y="55"/>
                    <a:pt x="3" y="56"/>
                    <a:pt x="3" y="55"/>
                  </a:cubicBezTo>
                  <a:cubicBezTo>
                    <a:pt x="3" y="55"/>
                    <a:pt x="3" y="54"/>
                    <a:pt x="2" y="53"/>
                  </a:cubicBezTo>
                  <a:cubicBezTo>
                    <a:pt x="2" y="53"/>
                    <a:pt x="0" y="53"/>
                    <a:pt x="0" y="53"/>
                  </a:cubicBezTo>
                  <a:cubicBezTo>
                    <a:pt x="0" y="52"/>
                    <a:pt x="0" y="51"/>
                    <a:pt x="0" y="51"/>
                  </a:cubicBezTo>
                  <a:cubicBezTo>
                    <a:pt x="1" y="51"/>
                    <a:pt x="3" y="51"/>
                    <a:pt x="3" y="51"/>
                  </a:cubicBezTo>
                  <a:cubicBezTo>
                    <a:pt x="4" y="51"/>
                    <a:pt x="6" y="51"/>
                    <a:pt x="6" y="51"/>
                  </a:cubicBezTo>
                  <a:cubicBezTo>
                    <a:pt x="7" y="50"/>
                    <a:pt x="9" y="49"/>
                    <a:pt x="10" y="49"/>
                  </a:cubicBezTo>
                  <a:cubicBezTo>
                    <a:pt x="11" y="48"/>
                    <a:pt x="14" y="47"/>
                    <a:pt x="15" y="46"/>
                  </a:cubicBezTo>
                  <a:cubicBezTo>
                    <a:pt x="15" y="45"/>
                    <a:pt x="16" y="44"/>
                    <a:pt x="16" y="43"/>
                  </a:cubicBezTo>
                  <a:cubicBezTo>
                    <a:pt x="16" y="43"/>
                    <a:pt x="17" y="42"/>
                    <a:pt x="17" y="41"/>
                  </a:cubicBezTo>
                  <a:cubicBezTo>
                    <a:pt x="18" y="41"/>
                    <a:pt x="19" y="41"/>
                    <a:pt x="19" y="41"/>
                  </a:cubicBezTo>
                  <a:cubicBezTo>
                    <a:pt x="20" y="41"/>
                    <a:pt x="22" y="42"/>
                    <a:pt x="24" y="42"/>
                  </a:cubicBezTo>
                  <a:cubicBezTo>
                    <a:pt x="24" y="41"/>
                    <a:pt x="25" y="41"/>
                    <a:pt x="26" y="40"/>
                  </a:cubicBezTo>
                  <a:cubicBezTo>
                    <a:pt x="26" y="40"/>
                    <a:pt x="26" y="39"/>
                    <a:pt x="26" y="38"/>
                  </a:cubicBezTo>
                  <a:cubicBezTo>
                    <a:pt x="26" y="38"/>
                    <a:pt x="26" y="38"/>
                    <a:pt x="26" y="38"/>
                  </a:cubicBezTo>
                  <a:cubicBezTo>
                    <a:pt x="27" y="37"/>
                    <a:pt x="27" y="39"/>
                    <a:pt x="28" y="39"/>
                  </a:cubicBezTo>
                  <a:cubicBezTo>
                    <a:pt x="28" y="39"/>
                    <a:pt x="29" y="40"/>
                    <a:pt x="30" y="40"/>
                  </a:cubicBezTo>
                  <a:cubicBezTo>
                    <a:pt x="30" y="40"/>
                    <a:pt x="30" y="38"/>
                    <a:pt x="31" y="38"/>
                  </a:cubicBezTo>
                  <a:cubicBezTo>
                    <a:pt x="31" y="37"/>
                    <a:pt x="32" y="37"/>
                    <a:pt x="32" y="36"/>
                  </a:cubicBezTo>
                  <a:cubicBezTo>
                    <a:pt x="32" y="36"/>
                    <a:pt x="33" y="36"/>
                    <a:pt x="34" y="36"/>
                  </a:cubicBezTo>
                  <a:cubicBezTo>
                    <a:pt x="34" y="36"/>
                    <a:pt x="35" y="35"/>
                    <a:pt x="35" y="34"/>
                  </a:cubicBezTo>
                  <a:cubicBezTo>
                    <a:pt x="35" y="34"/>
                    <a:pt x="34" y="33"/>
                    <a:pt x="34" y="33"/>
                  </a:cubicBezTo>
                  <a:cubicBezTo>
                    <a:pt x="34" y="33"/>
                    <a:pt x="34" y="32"/>
                    <a:pt x="34" y="32"/>
                  </a:cubicBezTo>
                  <a:cubicBezTo>
                    <a:pt x="34" y="32"/>
                    <a:pt x="34" y="31"/>
                    <a:pt x="34" y="31"/>
                  </a:cubicBezTo>
                  <a:cubicBezTo>
                    <a:pt x="34" y="30"/>
                    <a:pt x="35" y="29"/>
                    <a:pt x="35" y="29"/>
                  </a:cubicBezTo>
                  <a:cubicBezTo>
                    <a:pt x="35" y="28"/>
                    <a:pt x="34" y="28"/>
                    <a:pt x="34" y="27"/>
                  </a:cubicBezTo>
                  <a:cubicBezTo>
                    <a:pt x="34" y="27"/>
                    <a:pt x="34" y="25"/>
                    <a:pt x="34" y="25"/>
                  </a:cubicBezTo>
                  <a:cubicBezTo>
                    <a:pt x="35" y="24"/>
                    <a:pt x="35" y="24"/>
                    <a:pt x="36" y="24"/>
                  </a:cubicBezTo>
                  <a:cubicBezTo>
                    <a:pt x="37" y="24"/>
                    <a:pt x="39" y="23"/>
                    <a:pt x="40" y="23"/>
                  </a:cubicBezTo>
                  <a:cubicBezTo>
                    <a:pt x="41" y="23"/>
                    <a:pt x="43" y="24"/>
                    <a:pt x="44" y="24"/>
                  </a:cubicBezTo>
                  <a:cubicBezTo>
                    <a:pt x="45" y="24"/>
                    <a:pt x="46" y="24"/>
                    <a:pt x="47" y="24"/>
                  </a:cubicBezTo>
                  <a:cubicBezTo>
                    <a:pt x="48" y="24"/>
                    <a:pt x="48" y="23"/>
                    <a:pt x="49" y="23"/>
                  </a:cubicBezTo>
                  <a:cubicBezTo>
                    <a:pt x="49" y="22"/>
                    <a:pt x="50" y="22"/>
                    <a:pt x="51" y="22"/>
                  </a:cubicBezTo>
                  <a:cubicBezTo>
                    <a:pt x="51" y="22"/>
                    <a:pt x="51" y="23"/>
                    <a:pt x="51" y="24"/>
                  </a:cubicBezTo>
                  <a:cubicBezTo>
                    <a:pt x="51" y="24"/>
                    <a:pt x="51" y="25"/>
                    <a:pt x="51" y="26"/>
                  </a:cubicBezTo>
                  <a:cubicBezTo>
                    <a:pt x="51" y="26"/>
                    <a:pt x="50" y="28"/>
                    <a:pt x="50" y="29"/>
                  </a:cubicBezTo>
                  <a:cubicBezTo>
                    <a:pt x="50" y="29"/>
                    <a:pt x="51" y="30"/>
                    <a:pt x="51" y="30"/>
                  </a:cubicBezTo>
                  <a:cubicBezTo>
                    <a:pt x="52" y="30"/>
                    <a:pt x="52" y="31"/>
                    <a:pt x="53" y="31"/>
                  </a:cubicBezTo>
                  <a:cubicBezTo>
                    <a:pt x="53" y="31"/>
                    <a:pt x="54" y="30"/>
                    <a:pt x="54" y="30"/>
                  </a:cubicBezTo>
                  <a:cubicBezTo>
                    <a:pt x="55" y="30"/>
                    <a:pt x="55" y="29"/>
                    <a:pt x="55" y="29"/>
                  </a:cubicBezTo>
                  <a:cubicBezTo>
                    <a:pt x="56" y="28"/>
                    <a:pt x="56" y="28"/>
                    <a:pt x="56" y="28"/>
                  </a:cubicBezTo>
                  <a:cubicBezTo>
                    <a:pt x="57" y="28"/>
                    <a:pt x="58" y="28"/>
                    <a:pt x="59" y="28"/>
                  </a:cubicBezTo>
                  <a:cubicBezTo>
                    <a:pt x="59" y="27"/>
                    <a:pt x="59" y="26"/>
                    <a:pt x="59" y="26"/>
                  </a:cubicBezTo>
                  <a:cubicBezTo>
                    <a:pt x="59" y="25"/>
                    <a:pt x="58" y="24"/>
                    <a:pt x="58" y="23"/>
                  </a:cubicBezTo>
                  <a:cubicBezTo>
                    <a:pt x="59" y="23"/>
                    <a:pt x="59" y="22"/>
                    <a:pt x="59" y="22"/>
                  </a:cubicBezTo>
                  <a:cubicBezTo>
                    <a:pt x="60" y="21"/>
                    <a:pt x="61" y="22"/>
                    <a:pt x="61" y="22"/>
                  </a:cubicBezTo>
                  <a:cubicBezTo>
                    <a:pt x="62" y="23"/>
                    <a:pt x="62" y="24"/>
                    <a:pt x="63" y="25"/>
                  </a:cubicBezTo>
                  <a:cubicBezTo>
                    <a:pt x="63" y="25"/>
                    <a:pt x="63" y="26"/>
                    <a:pt x="64" y="27"/>
                  </a:cubicBezTo>
                  <a:cubicBezTo>
                    <a:pt x="65" y="27"/>
                    <a:pt x="66" y="27"/>
                    <a:pt x="67" y="27"/>
                  </a:cubicBezTo>
                  <a:cubicBezTo>
                    <a:pt x="67" y="27"/>
                    <a:pt x="68" y="26"/>
                    <a:pt x="68" y="26"/>
                  </a:cubicBezTo>
                  <a:cubicBezTo>
                    <a:pt x="69" y="26"/>
                    <a:pt x="69" y="27"/>
                    <a:pt x="70" y="27"/>
                  </a:cubicBezTo>
                  <a:cubicBezTo>
                    <a:pt x="70" y="27"/>
                    <a:pt x="71" y="28"/>
                    <a:pt x="72" y="27"/>
                  </a:cubicBezTo>
                  <a:cubicBezTo>
                    <a:pt x="72" y="27"/>
                    <a:pt x="72" y="26"/>
                    <a:pt x="72" y="26"/>
                  </a:cubicBezTo>
                  <a:cubicBezTo>
                    <a:pt x="72" y="25"/>
                    <a:pt x="71" y="25"/>
                    <a:pt x="70" y="25"/>
                  </a:cubicBezTo>
                  <a:cubicBezTo>
                    <a:pt x="70" y="24"/>
                    <a:pt x="70" y="23"/>
                    <a:pt x="70" y="23"/>
                  </a:cubicBezTo>
                  <a:cubicBezTo>
                    <a:pt x="70" y="23"/>
                    <a:pt x="70" y="22"/>
                    <a:pt x="69" y="21"/>
                  </a:cubicBezTo>
                  <a:cubicBezTo>
                    <a:pt x="69" y="21"/>
                    <a:pt x="67" y="22"/>
                    <a:pt x="67" y="21"/>
                  </a:cubicBezTo>
                  <a:cubicBezTo>
                    <a:pt x="67" y="21"/>
                    <a:pt x="66" y="21"/>
                    <a:pt x="66" y="20"/>
                  </a:cubicBezTo>
                  <a:cubicBezTo>
                    <a:pt x="67" y="20"/>
                    <a:pt x="68" y="20"/>
                    <a:pt x="69" y="19"/>
                  </a:cubicBezTo>
                  <a:cubicBezTo>
                    <a:pt x="69" y="19"/>
                    <a:pt x="70" y="19"/>
                    <a:pt x="71" y="19"/>
                  </a:cubicBezTo>
                  <a:cubicBezTo>
                    <a:pt x="71" y="19"/>
                    <a:pt x="73" y="19"/>
                    <a:pt x="73" y="19"/>
                  </a:cubicBezTo>
                  <a:cubicBezTo>
                    <a:pt x="74" y="19"/>
                    <a:pt x="76" y="19"/>
                    <a:pt x="76" y="19"/>
                  </a:cubicBezTo>
                  <a:cubicBezTo>
                    <a:pt x="77" y="18"/>
                    <a:pt x="78" y="16"/>
                    <a:pt x="79" y="16"/>
                  </a:cubicBezTo>
                  <a:cubicBezTo>
                    <a:pt x="80" y="14"/>
                    <a:pt x="82" y="10"/>
                    <a:pt x="82" y="10"/>
                  </a:cubicBezTo>
                  <a:cubicBezTo>
                    <a:pt x="82" y="10"/>
                    <a:pt x="83" y="7"/>
                    <a:pt x="84" y="7"/>
                  </a:cubicBezTo>
                  <a:cubicBezTo>
                    <a:pt x="84" y="6"/>
                    <a:pt x="85" y="5"/>
                    <a:pt x="85" y="4"/>
                  </a:cubicBezTo>
                  <a:cubicBezTo>
                    <a:pt x="85" y="4"/>
                    <a:pt x="83" y="3"/>
                    <a:pt x="83" y="3"/>
                  </a:cubicBezTo>
                  <a:cubicBezTo>
                    <a:pt x="84" y="2"/>
                    <a:pt x="85" y="2"/>
                    <a:pt x="85" y="2"/>
                  </a:cubicBezTo>
                  <a:cubicBezTo>
                    <a:pt x="86" y="2"/>
                    <a:pt x="87" y="2"/>
                    <a:pt x="87" y="2"/>
                  </a:cubicBezTo>
                  <a:cubicBezTo>
                    <a:pt x="87" y="1"/>
                    <a:pt x="88" y="1"/>
                    <a:pt x="88" y="0"/>
                  </a:cubicBezTo>
                  <a:cubicBezTo>
                    <a:pt x="88" y="0"/>
                    <a:pt x="89" y="0"/>
                    <a:pt x="89" y="0"/>
                  </a:cubicBezTo>
                  <a:cubicBezTo>
                    <a:pt x="89" y="0"/>
                    <a:pt x="90" y="0"/>
                    <a:pt x="90" y="0"/>
                  </a:cubicBezTo>
                  <a:cubicBezTo>
                    <a:pt x="90" y="1"/>
                    <a:pt x="89" y="2"/>
                    <a:pt x="89" y="2"/>
                  </a:cubicBezTo>
                  <a:cubicBezTo>
                    <a:pt x="89" y="3"/>
                    <a:pt x="90" y="3"/>
                    <a:pt x="91" y="3"/>
                  </a:cubicBezTo>
                  <a:cubicBezTo>
                    <a:pt x="91" y="3"/>
                    <a:pt x="92" y="3"/>
                    <a:pt x="92" y="4"/>
                  </a:cubicBezTo>
                  <a:cubicBezTo>
                    <a:pt x="93" y="4"/>
                    <a:pt x="93" y="4"/>
                    <a:pt x="93" y="5"/>
                  </a:cubicBezTo>
                  <a:cubicBezTo>
                    <a:pt x="93" y="5"/>
                    <a:pt x="93" y="6"/>
                    <a:pt x="93" y="6"/>
                  </a:cubicBezTo>
                  <a:cubicBezTo>
                    <a:pt x="93" y="6"/>
                    <a:pt x="92" y="6"/>
                    <a:pt x="92" y="7"/>
                  </a:cubicBezTo>
                  <a:cubicBezTo>
                    <a:pt x="92" y="7"/>
                    <a:pt x="91" y="8"/>
                    <a:pt x="91" y="8"/>
                  </a:cubicBezTo>
                  <a:cubicBezTo>
                    <a:pt x="91" y="9"/>
                    <a:pt x="91" y="10"/>
                    <a:pt x="91" y="10"/>
                  </a:cubicBezTo>
                  <a:cubicBezTo>
                    <a:pt x="91" y="10"/>
                    <a:pt x="92" y="11"/>
                    <a:pt x="93" y="11"/>
                  </a:cubicBezTo>
                  <a:cubicBezTo>
                    <a:pt x="93" y="12"/>
                    <a:pt x="94" y="12"/>
                    <a:pt x="93" y="13"/>
                  </a:cubicBezTo>
                  <a:cubicBezTo>
                    <a:pt x="93" y="13"/>
                    <a:pt x="92" y="13"/>
                    <a:pt x="92" y="13"/>
                  </a:cubicBezTo>
                  <a:cubicBezTo>
                    <a:pt x="92" y="13"/>
                    <a:pt x="91" y="14"/>
                    <a:pt x="91" y="15"/>
                  </a:cubicBezTo>
                  <a:cubicBezTo>
                    <a:pt x="92" y="15"/>
                    <a:pt x="93" y="16"/>
                    <a:pt x="93" y="17"/>
                  </a:cubicBezTo>
                  <a:cubicBezTo>
                    <a:pt x="94" y="17"/>
                    <a:pt x="96" y="18"/>
                    <a:pt x="97" y="18"/>
                  </a:cubicBezTo>
                  <a:cubicBezTo>
                    <a:pt x="97" y="17"/>
                    <a:pt x="97" y="16"/>
                    <a:pt x="98" y="16"/>
                  </a:cubicBezTo>
                  <a:cubicBezTo>
                    <a:pt x="98" y="15"/>
                    <a:pt x="97" y="14"/>
                    <a:pt x="98" y="14"/>
                  </a:cubicBezTo>
                  <a:cubicBezTo>
                    <a:pt x="98" y="14"/>
                    <a:pt x="98" y="12"/>
                    <a:pt x="99" y="12"/>
                  </a:cubicBezTo>
                  <a:cubicBezTo>
                    <a:pt x="99" y="12"/>
                    <a:pt x="99" y="13"/>
                    <a:pt x="100" y="13"/>
                  </a:cubicBezTo>
                  <a:cubicBezTo>
                    <a:pt x="100" y="14"/>
                    <a:pt x="100" y="15"/>
                    <a:pt x="100" y="15"/>
                  </a:cubicBezTo>
                  <a:cubicBezTo>
                    <a:pt x="100" y="16"/>
                    <a:pt x="100" y="17"/>
                    <a:pt x="101" y="18"/>
                  </a:cubicBezTo>
                  <a:cubicBezTo>
                    <a:pt x="101" y="18"/>
                    <a:pt x="102" y="18"/>
                    <a:pt x="103" y="18"/>
                  </a:cubicBezTo>
                  <a:cubicBezTo>
                    <a:pt x="103" y="18"/>
                    <a:pt x="104" y="17"/>
                    <a:pt x="104" y="17"/>
                  </a:cubicBezTo>
                  <a:cubicBezTo>
                    <a:pt x="105" y="17"/>
                    <a:pt x="106" y="17"/>
                    <a:pt x="107" y="17"/>
                  </a:cubicBezTo>
                  <a:cubicBezTo>
                    <a:pt x="107" y="17"/>
                    <a:pt x="107" y="18"/>
                    <a:pt x="108" y="18"/>
                  </a:cubicBezTo>
                  <a:cubicBezTo>
                    <a:pt x="108" y="19"/>
                    <a:pt x="109" y="20"/>
                    <a:pt x="110" y="20"/>
                  </a:cubicBezTo>
                  <a:cubicBezTo>
                    <a:pt x="110" y="21"/>
                    <a:pt x="112" y="22"/>
                    <a:pt x="113" y="22"/>
                  </a:cubicBezTo>
                  <a:cubicBezTo>
                    <a:pt x="113" y="22"/>
                    <a:pt x="113" y="21"/>
                    <a:pt x="114" y="21"/>
                  </a:cubicBezTo>
                  <a:cubicBezTo>
                    <a:pt x="114" y="20"/>
                    <a:pt x="115" y="20"/>
                    <a:pt x="116" y="21"/>
                  </a:cubicBezTo>
                  <a:cubicBezTo>
                    <a:pt x="116" y="21"/>
                    <a:pt x="117" y="22"/>
                    <a:pt x="117" y="22"/>
                  </a:cubicBezTo>
                  <a:cubicBezTo>
                    <a:pt x="117" y="22"/>
                    <a:pt x="118" y="22"/>
                    <a:pt x="118" y="22"/>
                  </a:cubicBezTo>
                  <a:cubicBezTo>
                    <a:pt x="117" y="22"/>
                    <a:pt x="117" y="23"/>
                    <a:pt x="117" y="23"/>
                  </a:cubicBezTo>
                  <a:cubicBezTo>
                    <a:pt x="117" y="24"/>
                    <a:pt x="116" y="25"/>
                    <a:pt x="116" y="25"/>
                  </a:cubicBezTo>
                  <a:cubicBezTo>
                    <a:pt x="116" y="26"/>
                    <a:pt x="116" y="28"/>
                    <a:pt x="117" y="28"/>
                  </a:cubicBezTo>
                  <a:cubicBezTo>
                    <a:pt x="117" y="29"/>
                    <a:pt x="118" y="30"/>
                    <a:pt x="119" y="31"/>
                  </a:cubicBezTo>
                  <a:cubicBezTo>
                    <a:pt x="119" y="31"/>
                    <a:pt x="121" y="31"/>
                    <a:pt x="121" y="31"/>
                  </a:cubicBezTo>
                  <a:cubicBezTo>
                    <a:pt x="121" y="32"/>
                    <a:pt x="121" y="34"/>
                    <a:pt x="121" y="35"/>
                  </a:cubicBezTo>
                  <a:cubicBezTo>
                    <a:pt x="121" y="35"/>
                    <a:pt x="123" y="36"/>
                    <a:pt x="123" y="37"/>
                  </a:cubicBezTo>
                  <a:cubicBezTo>
                    <a:pt x="124" y="37"/>
                    <a:pt x="124" y="39"/>
                    <a:pt x="125" y="3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29"/>
            <p:cNvSpPr>
              <a:spLocks/>
            </p:cNvSpPr>
            <p:nvPr/>
          </p:nvSpPr>
          <p:spPr bwMode="auto">
            <a:xfrm>
              <a:off x="1128713" y="3802063"/>
              <a:ext cx="9525" cy="14288"/>
            </a:xfrm>
            <a:custGeom>
              <a:avLst/>
              <a:gdLst/>
              <a:ahLst/>
              <a:cxnLst>
                <a:cxn ang="0">
                  <a:pos x="5" y="4"/>
                </a:cxn>
                <a:cxn ang="0">
                  <a:pos x="4" y="6"/>
                </a:cxn>
                <a:cxn ang="0">
                  <a:pos x="3" y="7"/>
                </a:cxn>
                <a:cxn ang="0">
                  <a:pos x="1" y="5"/>
                </a:cxn>
                <a:cxn ang="0">
                  <a:pos x="1" y="3"/>
                </a:cxn>
                <a:cxn ang="0">
                  <a:pos x="3" y="3"/>
                </a:cxn>
                <a:cxn ang="0">
                  <a:pos x="3" y="1"/>
                </a:cxn>
                <a:cxn ang="0">
                  <a:pos x="4" y="0"/>
                </a:cxn>
                <a:cxn ang="0">
                  <a:pos x="5" y="2"/>
                </a:cxn>
                <a:cxn ang="0">
                  <a:pos x="5" y="4"/>
                </a:cxn>
              </a:cxnLst>
              <a:rect l="0" t="0" r="r" b="b"/>
              <a:pathLst>
                <a:path w="5" h="7">
                  <a:moveTo>
                    <a:pt x="5" y="4"/>
                  </a:moveTo>
                  <a:cubicBezTo>
                    <a:pt x="4" y="4"/>
                    <a:pt x="4" y="5"/>
                    <a:pt x="4" y="6"/>
                  </a:cubicBezTo>
                  <a:cubicBezTo>
                    <a:pt x="4" y="6"/>
                    <a:pt x="3" y="7"/>
                    <a:pt x="3" y="7"/>
                  </a:cubicBezTo>
                  <a:cubicBezTo>
                    <a:pt x="2" y="7"/>
                    <a:pt x="1" y="6"/>
                    <a:pt x="1" y="5"/>
                  </a:cubicBezTo>
                  <a:cubicBezTo>
                    <a:pt x="1" y="5"/>
                    <a:pt x="0" y="3"/>
                    <a:pt x="1" y="3"/>
                  </a:cubicBezTo>
                  <a:cubicBezTo>
                    <a:pt x="1" y="2"/>
                    <a:pt x="2" y="3"/>
                    <a:pt x="3" y="3"/>
                  </a:cubicBezTo>
                  <a:cubicBezTo>
                    <a:pt x="3" y="2"/>
                    <a:pt x="2" y="1"/>
                    <a:pt x="3" y="1"/>
                  </a:cubicBezTo>
                  <a:cubicBezTo>
                    <a:pt x="3" y="0"/>
                    <a:pt x="4" y="0"/>
                    <a:pt x="4" y="0"/>
                  </a:cubicBezTo>
                  <a:cubicBezTo>
                    <a:pt x="5" y="1"/>
                    <a:pt x="5" y="2"/>
                    <a:pt x="5" y="2"/>
                  </a:cubicBezTo>
                  <a:cubicBezTo>
                    <a:pt x="5" y="3"/>
                    <a:pt x="5" y="3"/>
                    <a:pt x="5"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30"/>
            <p:cNvSpPr>
              <a:spLocks/>
            </p:cNvSpPr>
            <p:nvPr/>
          </p:nvSpPr>
          <p:spPr bwMode="auto">
            <a:xfrm>
              <a:off x="1139826" y="3862388"/>
              <a:ext cx="14288" cy="9525"/>
            </a:xfrm>
            <a:custGeom>
              <a:avLst/>
              <a:gdLst/>
              <a:ahLst/>
              <a:cxnLst>
                <a:cxn ang="0">
                  <a:pos x="7" y="4"/>
                </a:cxn>
                <a:cxn ang="0">
                  <a:pos x="6" y="5"/>
                </a:cxn>
                <a:cxn ang="0">
                  <a:pos x="4" y="5"/>
                </a:cxn>
                <a:cxn ang="0">
                  <a:pos x="3" y="4"/>
                </a:cxn>
                <a:cxn ang="0">
                  <a:pos x="0" y="4"/>
                </a:cxn>
                <a:cxn ang="0">
                  <a:pos x="0" y="4"/>
                </a:cxn>
                <a:cxn ang="0">
                  <a:pos x="2" y="2"/>
                </a:cxn>
                <a:cxn ang="0">
                  <a:pos x="2" y="1"/>
                </a:cxn>
                <a:cxn ang="0">
                  <a:pos x="4" y="1"/>
                </a:cxn>
                <a:cxn ang="0">
                  <a:pos x="6" y="2"/>
                </a:cxn>
                <a:cxn ang="0">
                  <a:pos x="7" y="4"/>
                </a:cxn>
              </a:cxnLst>
              <a:rect l="0" t="0" r="r" b="b"/>
              <a:pathLst>
                <a:path w="7" h="5">
                  <a:moveTo>
                    <a:pt x="7" y="4"/>
                  </a:moveTo>
                  <a:cubicBezTo>
                    <a:pt x="7" y="4"/>
                    <a:pt x="6" y="5"/>
                    <a:pt x="6" y="5"/>
                  </a:cubicBezTo>
                  <a:cubicBezTo>
                    <a:pt x="5" y="5"/>
                    <a:pt x="4" y="5"/>
                    <a:pt x="4" y="5"/>
                  </a:cubicBezTo>
                  <a:cubicBezTo>
                    <a:pt x="3" y="5"/>
                    <a:pt x="3" y="5"/>
                    <a:pt x="3" y="4"/>
                  </a:cubicBezTo>
                  <a:cubicBezTo>
                    <a:pt x="2" y="4"/>
                    <a:pt x="1" y="4"/>
                    <a:pt x="0" y="4"/>
                  </a:cubicBezTo>
                  <a:cubicBezTo>
                    <a:pt x="0" y="4"/>
                    <a:pt x="0" y="4"/>
                    <a:pt x="0" y="4"/>
                  </a:cubicBezTo>
                  <a:cubicBezTo>
                    <a:pt x="0" y="3"/>
                    <a:pt x="1" y="3"/>
                    <a:pt x="2" y="2"/>
                  </a:cubicBezTo>
                  <a:cubicBezTo>
                    <a:pt x="2" y="2"/>
                    <a:pt x="2" y="1"/>
                    <a:pt x="2" y="1"/>
                  </a:cubicBezTo>
                  <a:cubicBezTo>
                    <a:pt x="3" y="0"/>
                    <a:pt x="4" y="0"/>
                    <a:pt x="4" y="1"/>
                  </a:cubicBezTo>
                  <a:cubicBezTo>
                    <a:pt x="4" y="1"/>
                    <a:pt x="5" y="2"/>
                    <a:pt x="6" y="2"/>
                  </a:cubicBezTo>
                  <a:cubicBezTo>
                    <a:pt x="6" y="3"/>
                    <a:pt x="7" y="3"/>
                    <a:pt x="7"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31"/>
            <p:cNvSpPr>
              <a:spLocks/>
            </p:cNvSpPr>
            <p:nvPr/>
          </p:nvSpPr>
          <p:spPr bwMode="auto">
            <a:xfrm>
              <a:off x="1147763" y="3881438"/>
              <a:ext cx="9525" cy="6350"/>
            </a:xfrm>
            <a:custGeom>
              <a:avLst/>
              <a:gdLst/>
              <a:ahLst/>
              <a:cxnLst>
                <a:cxn ang="0">
                  <a:pos x="4" y="0"/>
                </a:cxn>
                <a:cxn ang="0">
                  <a:pos x="3" y="2"/>
                </a:cxn>
                <a:cxn ang="0">
                  <a:pos x="1" y="3"/>
                </a:cxn>
                <a:cxn ang="0">
                  <a:pos x="0" y="1"/>
                </a:cxn>
                <a:cxn ang="0">
                  <a:pos x="2" y="0"/>
                </a:cxn>
                <a:cxn ang="0">
                  <a:pos x="3" y="0"/>
                </a:cxn>
                <a:cxn ang="0">
                  <a:pos x="4" y="0"/>
                </a:cxn>
              </a:cxnLst>
              <a:rect l="0" t="0" r="r" b="b"/>
              <a:pathLst>
                <a:path w="5" h="3">
                  <a:moveTo>
                    <a:pt x="4" y="0"/>
                  </a:moveTo>
                  <a:cubicBezTo>
                    <a:pt x="5" y="1"/>
                    <a:pt x="3" y="2"/>
                    <a:pt x="3" y="2"/>
                  </a:cubicBezTo>
                  <a:cubicBezTo>
                    <a:pt x="2" y="2"/>
                    <a:pt x="1" y="3"/>
                    <a:pt x="1" y="3"/>
                  </a:cubicBezTo>
                  <a:cubicBezTo>
                    <a:pt x="0" y="2"/>
                    <a:pt x="0" y="1"/>
                    <a:pt x="0" y="1"/>
                  </a:cubicBezTo>
                  <a:cubicBezTo>
                    <a:pt x="0" y="1"/>
                    <a:pt x="1" y="0"/>
                    <a:pt x="2" y="0"/>
                  </a:cubicBezTo>
                  <a:cubicBezTo>
                    <a:pt x="2" y="0"/>
                    <a:pt x="3" y="0"/>
                    <a:pt x="3" y="0"/>
                  </a:cubicBezTo>
                  <a:cubicBezTo>
                    <a:pt x="4" y="0"/>
                    <a:pt x="4" y="0"/>
                    <a:pt x="4"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32"/>
            <p:cNvSpPr>
              <a:spLocks/>
            </p:cNvSpPr>
            <p:nvPr/>
          </p:nvSpPr>
          <p:spPr bwMode="auto">
            <a:xfrm>
              <a:off x="1308101" y="3911601"/>
              <a:ext cx="11113" cy="9525"/>
            </a:xfrm>
            <a:custGeom>
              <a:avLst/>
              <a:gdLst/>
              <a:ahLst/>
              <a:cxnLst>
                <a:cxn ang="0">
                  <a:pos x="6" y="1"/>
                </a:cxn>
                <a:cxn ang="0">
                  <a:pos x="3" y="0"/>
                </a:cxn>
                <a:cxn ang="0">
                  <a:pos x="2" y="0"/>
                </a:cxn>
                <a:cxn ang="0">
                  <a:pos x="1" y="2"/>
                </a:cxn>
                <a:cxn ang="0">
                  <a:pos x="0" y="3"/>
                </a:cxn>
                <a:cxn ang="0">
                  <a:pos x="1" y="3"/>
                </a:cxn>
                <a:cxn ang="0">
                  <a:pos x="2" y="5"/>
                </a:cxn>
                <a:cxn ang="0">
                  <a:pos x="5" y="3"/>
                </a:cxn>
                <a:cxn ang="0">
                  <a:pos x="6" y="2"/>
                </a:cxn>
                <a:cxn ang="0">
                  <a:pos x="6" y="1"/>
                </a:cxn>
              </a:cxnLst>
              <a:rect l="0" t="0" r="r" b="b"/>
              <a:pathLst>
                <a:path w="6" h="5">
                  <a:moveTo>
                    <a:pt x="6" y="1"/>
                  </a:moveTo>
                  <a:cubicBezTo>
                    <a:pt x="6" y="0"/>
                    <a:pt x="4" y="0"/>
                    <a:pt x="3" y="0"/>
                  </a:cubicBezTo>
                  <a:cubicBezTo>
                    <a:pt x="3" y="0"/>
                    <a:pt x="2" y="0"/>
                    <a:pt x="2" y="0"/>
                  </a:cubicBezTo>
                  <a:cubicBezTo>
                    <a:pt x="2" y="0"/>
                    <a:pt x="2" y="1"/>
                    <a:pt x="1" y="2"/>
                  </a:cubicBezTo>
                  <a:cubicBezTo>
                    <a:pt x="1" y="2"/>
                    <a:pt x="0" y="2"/>
                    <a:pt x="0" y="3"/>
                  </a:cubicBezTo>
                  <a:cubicBezTo>
                    <a:pt x="0" y="3"/>
                    <a:pt x="1" y="3"/>
                    <a:pt x="1" y="3"/>
                  </a:cubicBezTo>
                  <a:cubicBezTo>
                    <a:pt x="2" y="4"/>
                    <a:pt x="2" y="5"/>
                    <a:pt x="2" y="5"/>
                  </a:cubicBezTo>
                  <a:cubicBezTo>
                    <a:pt x="3" y="5"/>
                    <a:pt x="4" y="4"/>
                    <a:pt x="5" y="3"/>
                  </a:cubicBezTo>
                  <a:cubicBezTo>
                    <a:pt x="5" y="3"/>
                    <a:pt x="6" y="2"/>
                    <a:pt x="6" y="2"/>
                  </a:cubicBezTo>
                  <a:cubicBezTo>
                    <a:pt x="6" y="2"/>
                    <a:pt x="6" y="1"/>
                    <a:pt x="6"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33"/>
            <p:cNvSpPr>
              <a:spLocks/>
            </p:cNvSpPr>
            <p:nvPr/>
          </p:nvSpPr>
          <p:spPr bwMode="auto">
            <a:xfrm>
              <a:off x="1300163" y="3195638"/>
              <a:ext cx="360363" cy="317500"/>
            </a:xfrm>
            <a:custGeom>
              <a:avLst/>
              <a:gdLst/>
              <a:ahLst/>
              <a:cxnLst>
                <a:cxn ang="0">
                  <a:pos x="174" y="94"/>
                </a:cxn>
                <a:cxn ang="0">
                  <a:pos x="166" y="107"/>
                </a:cxn>
                <a:cxn ang="0">
                  <a:pos x="169" y="123"/>
                </a:cxn>
                <a:cxn ang="0">
                  <a:pos x="159" y="128"/>
                </a:cxn>
                <a:cxn ang="0">
                  <a:pos x="149" y="132"/>
                </a:cxn>
                <a:cxn ang="0">
                  <a:pos x="135" y="140"/>
                </a:cxn>
                <a:cxn ang="0">
                  <a:pos x="129" y="155"/>
                </a:cxn>
                <a:cxn ang="0">
                  <a:pos x="121" y="163"/>
                </a:cxn>
                <a:cxn ang="0">
                  <a:pos x="109" y="167"/>
                </a:cxn>
                <a:cxn ang="0">
                  <a:pos x="96" y="160"/>
                </a:cxn>
                <a:cxn ang="0">
                  <a:pos x="91" y="148"/>
                </a:cxn>
                <a:cxn ang="0">
                  <a:pos x="102" y="133"/>
                </a:cxn>
                <a:cxn ang="0">
                  <a:pos x="111" y="124"/>
                </a:cxn>
                <a:cxn ang="0">
                  <a:pos x="117" y="119"/>
                </a:cxn>
                <a:cxn ang="0">
                  <a:pos x="104" y="126"/>
                </a:cxn>
                <a:cxn ang="0">
                  <a:pos x="94" y="114"/>
                </a:cxn>
                <a:cxn ang="0">
                  <a:pos x="90" y="101"/>
                </a:cxn>
                <a:cxn ang="0">
                  <a:pos x="91" y="93"/>
                </a:cxn>
                <a:cxn ang="0">
                  <a:pos x="96" y="82"/>
                </a:cxn>
                <a:cxn ang="0">
                  <a:pos x="97" y="77"/>
                </a:cxn>
                <a:cxn ang="0">
                  <a:pos x="96" y="76"/>
                </a:cxn>
                <a:cxn ang="0">
                  <a:pos x="88" y="79"/>
                </a:cxn>
                <a:cxn ang="0">
                  <a:pos x="75" y="81"/>
                </a:cxn>
                <a:cxn ang="0">
                  <a:pos x="56" y="84"/>
                </a:cxn>
                <a:cxn ang="0">
                  <a:pos x="39" y="98"/>
                </a:cxn>
                <a:cxn ang="0">
                  <a:pos x="40" y="104"/>
                </a:cxn>
                <a:cxn ang="0">
                  <a:pos x="37" y="108"/>
                </a:cxn>
                <a:cxn ang="0">
                  <a:pos x="34" y="109"/>
                </a:cxn>
                <a:cxn ang="0">
                  <a:pos x="31" y="102"/>
                </a:cxn>
                <a:cxn ang="0">
                  <a:pos x="19" y="102"/>
                </a:cxn>
                <a:cxn ang="0">
                  <a:pos x="13" y="103"/>
                </a:cxn>
                <a:cxn ang="0">
                  <a:pos x="6" y="105"/>
                </a:cxn>
                <a:cxn ang="0">
                  <a:pos x="0" y="103"/>
                </a:cxn>
                <a:cxn ang="0">
                  <a:pos x="6" y="92"/>
                </a:cxn>
                <a:cxn ang="0">
                  <a:pos x="15" y="82"/>
                </a:cxn>
                <a:cxn ang="0">
                  <a:pos x="23" y="76"/>
                </a:cxn>
                <a:cxn ang="0">
                  <a:pos x="32" y="73"/>
                </a:cxn>
                <a:cxn ang="0">
                  <a:pos x="47" y="61"/>
                </a:cxn>
                <a:cxn ang="0">
                  <a:pos x="60" y="40"/>
                </a:cxn>
                <a:cxn ang="0">
                  <a:pos x="63" y="32"/>
                </a:cxn>
                <a:cxn ang="0">
                  <a:pos x="67" y="33"/>
                </a:cxn>
                <a:cxn ang="0">
                  <a:pos x="72" y="24"/>
                </a:cxn>
                <a:cxn ang="0">
                  <a:pos x="82" y="12"/>
                </a:cxn>
                <a:cxn ang="0">
                  <a:pos x="91" y="5"/>
                </a:cxn>
                <a:cxn ang="0">
                  <a:pos x="108" y="3"/>
                </a:cxn>
                <a:cxn ang="0">
                  <a:pos x="120" y="9"/>
                </a:cxn>
                <a:cxn ang="0">
                  <a:pos x="113" y="21"/>
                </a:cxn>
                <a:cxn ang="0">
                  <a:pos x="110" y="29"/>
                </a:cxn>
                <a:cxn ang="0">
                  <a:pos x="111" y="44"/>
                </a:cxn>
                <a:cxn ang="0">
                  <a:pos x="116" y="54"/>
                </a:cxn>
                <a:cxn ang="0">
                  <a:pos x="128" y="63"/>
                </a:cxn>
                <a:cxn ang="0">
                  <a:pos x="148" y="64"/>
                </a:cxn>
                <a:cxn ang="0">
                  <a:pos x="166" y="55"/>
                </a:cxn>
                <a:cxn ang="0">
                  <a:pos x="173" y="66"/>
                </a:cxn>
                <a:cxn ang="0">
                  <a:pos x="189" y="59"/>
                </a:cxn>
                <a:cxn ang="0">
                  <a:pos x="185" y="71"/>
                </a:cxn>
                <a:cxn ang="0">
                  <a:pos x="184" y="79"/>
                </a:cxn>
              </a:cxnLst>
              <a:rect l="0" t="0" r="r" b="b"/>
              <a:pathLst>
                <a:path w="191" h="168">
                  <a:moveTo>
                    <a:pt x="183" y="88"/>
                  </a:moveTo>
                  <a:cubicBezTo>
                    <a:pt x="183" y="89"/>
                    <a:pt x="183" y="89"/>
                    <a:pt x="182" y="89"/>
                  </a:cubicBezTo>
                  <a:cubicBezTo>
                    <a:pt x="182" y="90"/>
                    <a:pt x="181" y="92"/>
                    <a:pt x="180" y="92"/>
                  </a:cubicBezTo>
                  <a:cubicBezTo>
                    <a:pt x="180" y="93"/>
                    <a:pt x="178" y="93"/>
                    <a:pt x="177" y="93"/>
                  </a:cubicBezTo>
                  <a:cubicBezTo>
                    <a:pt x="176" y="94"/>
                    <a:pt x="175" y="94"/>
                    <a:pt x="174" y="94"/>
                  </a:cubicBezTo>
                  <a:cubicBezTo>
                    <a:pt x="173" y="94"/>
                    <a:pt x="172" y="94"/>
                    <a:pt x="172" y="95"/>
                  </a:cubicBezTo>
                  <a:cubicBezTo>
                    <a:pt x="171" y="95"/>
                    <a:pt x="169" y="95"/>
                    <a:pt x="168" y="96"/>
                  </a:cubicBezTo>
                  <a:cubicBezTo>
                    <a:pt x="167" y="97"/>
                    <a:pt x="166" y="98"/>
                    <a:pt x="165" y="99"/>
                  </a:cubicBezTo>
                  <a:cubicBezTo>
                    <a:pt x="165" y="100"/>
                    <a:pt x="164" y="103"/>
                    <a:pt x="164" y="104"/>
                  </a:cubicBezTo>
                  <a:cubicBezTo>
                    <a:pt x="165" y="105"/>
                    <a:pt x="166" y="106"/>
                    <a:pt x="166" y="107"/>
                  </a:cubicBezTo>
                  <a:cubicBezTo>
                    <a:pt x="167" y="107"/>
                    <a:pt x="168" y="109"/>
                    <a:pt x="168" y="110"/>
                  </a:cubicBezTo>
                  <a:cubicBezTo>
                    <a:pt x="169" y="111"/>
                    <a:pt x="168" y="113"/>
                    <a:pt x="168" y="114"/>
                  </a:cubicBezTo>
                  <a:cubicBezTo>
                    <a:pt x="168" y="115"/>
                    <a:pt x="167" y="116"/>
                    <a:pt x="167" y="117"/>
                  </a:cubicBezTo>
                  <a:cubicBezTo>
                    <a:pt x="167" y="118"/>
                    <a:pt x="168" y="119"/>
                    <a:pt x="169" y="120"/>
                  </a:cubicBezTo>
                  <a:cubicBezTo>
                    <a:pt x="169" y="120"/>
                    <a:pt x="169" y="122"/>
                    <a:pt x="169" y="123"/>
                  </a:cubicBezTo>
                  <a:cubicBezTo>
                    <a:pt x="168" y="123"/>
                    <a:pt x="168" y="124"/>
                    <a:pt x="167" y="125"/>
                  </a:cubicBezTo>
                  <a:cubicBezTo>
                    <a:pt x="167" y="125"/>
                    <a:pt x="167" y="126"/>
                    <a:pt x="167" y="127"/>
                  </a:cubicBezTo>
                  <a:cubicBezTo>
                    <a:pt x="166" y="127"/>
                    <a:pt x="165" y="128"/>
                    <a:pt x="164" y="128"/>
                  </a:cubicBezTo>
                  <a:cubicBezTo>
                    <a:pt x="163" y="128"/>
                    <a:pt x="162" y="129"/>
                    <a:pt x="161" y="128"/>
                  </a:cubicBezTo>
                  <a:cubicBezTo>
                    <a:pt x="161" y="128"/>
                    <a:pt x="160" y="128"/>
                    <a:pt x="159" y="128"/>
                  </a:cubicBezTo>
                  <a:cubicBezTo>
                    <a:pt x="159" y="128"/>
                    <a:pt x="157" y="129"/>
                    <a:pt x="157" y="129"/>
                  </a:cubicBezTo>
                  <a:cubicBezTo>
                    <a:pt x="156" y="130"/>
                    <a:pt x="156" y="131"/>
                    <a:pt x="156" y="131"/>
                  </a:cubicBezTo>
                  <a:cubicBezTo>
                    <a:pt x="155" y="131"/>
                    <a:pt x="154" y="131"/>
                    <a:pt x="153" y="131"/>
                  </a:cubicBezTo>
                  <a:cubicBezTo>
                    <a:pt x="153" y="132"/>
                    <a:pt x="153" y="133"/>
                    <a:pt x="152" y="133"/>
                  </a:cubicBezTo>
                  <a:cubicBezTo>
                    <a:pt x="151" y="134"/>
                    <a:pt x="150" y="133"/>
                    <a:pt x="149" y="132"/>
                  </a:cubicBezTo>
                  <a:cubicBezTo>
                    <a:pt x="148" y="132"/>
                    <a:pt x="147" y="132"/>
                    <a:pt x="146" y="132"/>
                  </a:cubicBezTo>
                  <a:cubicBezTo>
                    <a:pt x="146" y="133"/>
                    <a:pt x="145" y="135"/>
                    <a:pt x="145" y="135"/>
                  </a:cubicBezTo>
                  <a:cubicBezTo>
                    <a:pt x="144" y="135"/>
                    <a:pt x="141" y="135"/>
                    <a:pt x="140" y="135"/>
                  </a:cubicBezTo>
                  <a:cubicBezTo>
                    <a:pt x="140" y="135"/>
                    <a:pt x="139" y="136"/>
                    <a:pt x="138" y="137"/>
                  </a:cubicBezTo>
                  <a:cubicBezTo>
                    <a:pt x="138" y="137"/>
                    <a:pt x="136" y="139"/>
                    <a:pt x="135" y="140"/>
                  </a:cubicBezTo>
                  <a:cubicBezTo>
                    <a:pt x="135" y="140"/>
                    <a:pt x="133" y="142"/>
                    <a:pt x="133" y="143"/>
                  </a:cubicBezTo>
                  <a:cubicBezTo>
                    <a:pt x="133" y="144"/>
                    <a:pt x="132" y="146"/>
                    <a:pt x="132" y="147"/>
                  </a:cubicBezTo>
                  <a:cubicBezTo>
                    <a:pt x="132" y="148"/>
                    <a:pt x="133" y="149"/>
                    <a:pt x="133" y="150"/>
                  </a:cubicBezTo>
                  <a:cubicBezTo>
                    <a:pt x="132" y="151"/>
                    <a:pt x="132" y="152"/>
                    <a:pt x="132" y="153"/>
                  </a:cubicBezTo>
                  <a:cubicBezTo>
                    <a:pt x="131" y="153"/>
                    <a:pt x="130" y="155"/>
                    <a:pt x="129" y="155"/>
                  </a:cubicBezTo>
                  <a:cubicBezTo>
                    <a:pt x="129" y="156"/>
                    <a:pt x="128" y="156"/>
                    <a:pt x="127" y="157"/>
                  </a:cubicBezTo>
                  <a:cubicBezTo>
                    <a:pt x="127" y="157"/>
                    <a:pt x="126" y="157"/>
                    <a:pt x="125" y="158"/>
                  </a:cubicBezTo>
                  <a:cubicBezTo>
                    <a:pt x="124" y="158"/>
                    <a:pt x="123" y="158"/>
                    <a:pt x="122" y="159"/>
                  </a:cubicBezTo>
                  <a:cubicBezTo>
                    <a:pt x="122" y="159"/>
                    <a:pt x="121" y="161"/>
                    <a:pt x="121" y="161"/>
                  </a:cubicBezTo>
                  <a:cubicBezTo>
                    <a:pt x="121" y="162"/>
                    <a:pt x="121" y="162"/>
                    <a:pt x="121" y="163"/>
                  </a:cubicBezTo>
                  <a:cubicBezTo>
                    <a:pt x="121" y="163"/>
                    <a:pt x="121" y="163"/>
                    <a:pt x="121" y="163"/>
                  </a:cubicBezTo>
                  <a:cubicBezTo>
                    <a:pt x="120" y="163"/>
                    <a:pt x="120" y="163"/>
                    <a:pt x="119" y="163"/>
                  </a:cubicBezTo>
                  <a:cubicBezTo>
                    <a:pt x="118" y="162"/>
                    <a:pt x="116" y="164"/>
                    <a:pt x="114" y="165"/>
                  </a:cubicBezTo>
                  <a:cubicBezTo>
                    <a:pt x="114" y="165"/>
                    <a:pt x="112" y="165"/>
                    <a:pt x="111" y="165"/>
                  </a:cubicBezTo>
                  <a:cubicBezTo>
                    <a:pt x="111" y="166"/>
                    <a:pt x="109" y="167"/>
                    <a:pt x="109" y="167"/>
                  </a:cubicBezTo>
                  <a:cubicBezTo>
                    <a:pt x="108" y="167"/>
                    <a:pt x="106" y="167"/>
                    <a:pt x="106" y="167"/>
                  </a:cubicBezTo>
                  <a:cubicBezTo>
                    <a:pt x="104" y="167"/>
                    <a:pt x="102" y="168"/>
                    <a:pt x="101" y="167"/>
                  </a:cubicBezTo>
                  <a:cubicBezTo>
                    <a:pt x="100" y="167"/>
                    <a:pt x="98" y="166"/>
                    <a:pt x="98" y="166"/>
                  </a:cubicBezTo>
                  <a:cubicBezTo>
                    <a:pt x="97" y="165"/>
                    <a:pt x="97" y="164"/>
                    <a:pt x="97" y="163"/>
                  </a:cubicBezTo>
                  <a:cubicBezTo>
                    <a:pt x="96" y="163"/>
                    <a:pt x="96" y="161"/>
                    <a:pt x="96" y="160"/>
                  </a:cubicBezTo>
                  <a:cubicBezTo>
                    <a:pt x="95" y="159"/>
                    <a:pt x="95" y="158"/>
                    <a:pt x="94" y="158"/>
                  </a:cubicBezTo>
                  <a:cubicBezTo>
                    <a:pt x="94" y="157"/>
                    <a:pt x="93" y="156"/>
                    <a:pt x="92" y="156"/>
                  </a:cubicBezTo>
                  <a:cubicBezTo>
                    <a:pt x="92" y="155"/>
                    <a:pt x="91" y="154"/>
                    <a:pt x="91" y="154"/>
                  </a:cubicBezTo>
                  <a:cubicBezTo>
                    <a:pt x="91" y="153"/>
                    <a:pt x="91" y="151"/>
                    <a:pt x="91" y="150"/>
                  </a:cubicBezTo>
                  <a:cubicBezTo>
                    <a:pt x="91" y="150"/>
                    <a:pt x="91" y="149"/>
                    <a:pt x="91" y="148"/>
                  </a:cubicBezTo>
                  <a:cubicBezTo>
                    <a:pt x="91" y="147"/>
                    <a:pt x="92" y="146"/>
                    <a:pt x="92" y="145"/>
                  </a:cubicBezTo>
                  <a:cubicBezTo>
                    <a:pt x="93" y="145"/>
                    <a:pt x="93" y="143"/>
                    <a:pt x="93" y="142"/>
                  </a:cubicBezTo>
                  <a:cubicBezTo>
                    <a:pt x="94" y="141"/>
                    <a:pt x="95" y="140"/>
                    <a:pt x="95" y="139"/>
                  </a:cubicBezTo>
                  <a:cubicBezTo>
                    <a:pt x="96" y="138"/>
                    <a:pt x="98" y="137"/>
                    <a:pt x="98" y="136"/>
                  </a:cubicBezTo>
                  <a:cubicBezTo>
                    <a:pt x="99" y="135"/>
                    <a:pt x="101" y="134"/>
                    <a:pt x="102" y="133"/>
                  </a:cubicBezTo>
                  <a:cubicBezTo>
                    <a:pt x="102" y="132"/>
                    <a:pt x="102" y="130"/>
                    <a:pt x="102" y="129"/>
                  </a:cubicBezTo>
                  <a:cubicBezTo>
                    <a:pt x="103" y="129"/>
                    <a:pt x="103" y="128"/>
                    <a:pt x="103" y="128"/>
                  </a:cubicBezTo>
                  <a:cubicBezTo>
                    <a:pt x="104" y="128"/>
                    <a:pt x="105" y="128"/>
                    <a:pt x="105" y="127"/>
                  </a:cubicBezTo>
                  <a:cubicBezTo>
                    <a:pt x="106" y="127"/>
                    <a:pt x="108" y="127"/>
                    <a:pt x="109" y="126"/>
                  </a:cubicBezTo>
                  <a:cubicBezTo>
                    <a:pt x="109" y="126"/>
                    <a:pt x="110" y="125"/>
                    <a:pt x="111" y="124"/>
                  </a:cubicBezTo>
                  <a:cubicBezTo>
                    <a:pt x="112" y="124"/>
                    <a:pt x="113" y="123"/>
                    <a:pt x="114" y="123"/>
                  </a:cubicBezTo>
                  <a:cubicBezTo>
                    <a:pt x="114" y="122"/>
                    <a:pt x="116" y="122"/>
                    <a:pt x="116" y="122"/>
                  </a:cubicBezTo>
                  <a:cubicBezTo>
                    <a:pt x="117" y="121"/>
                    <a:pt x="118" y="121"/>
                    <a:pt x="119" y="120"/>
                  </a:cubicBezTo>
                  <a:cubicBezTo>
                    <a:pt x="119" y="120"/>
                    <a:pt x="120" y="119"/>
                    <a:pt x="120" y="118"/>
                  </a:cubicBezTo>
                  <a:cubicBezTo>
                    <a:pt x="120" y="118"/>
                    <a:pt x="118" y="118"/>
                    <a:pt x="117" y="119"/>
                  </a:cubicBezTo>
                  <a:cubicBezTo>
                    <a:pt x="116" y="119"/>
                    <a:pt x="115" y="119"/>
                    <a:pt x="115" y="119"/>
                  </a:cubicBezTo>
                  <a:cubicBezTo>
                    <a:pt x="114" y="120"/>
                    <a:pt x="112" y="121"/>
                    <a:pt x="111" y="121"/>
                  </a:cubicBezTo>
                  <a:cubicBezTo>
                    <a:pt x="110" y="122"/>
                    <a:pt x="109" y="122"/>
                    <a:pt x="108" y="122"/>
                  </a:cubicBezTo>
                  <a:cubicBezTo>
                    <a:pt x="108" y="122"/>
                    <a:pt x="107" y="123"/>
                    <a:pt x="106" y="124"/>
                  </a:cubicBezTo>
                  <a:cubicBezTo>
                    <a:pt x="106" y="124"/>
                    <a:pt x="105" y="126"/>
                    <a:pt x="104" y="126"/>
                  </a:cubicBezTo>
                  <a:cubicBezTo>
                    <a:pt x="103" y="126"/>
                    <a:pt x="101" y="126"/>
                    <a:pt x="101" y="126"/>
                  </a:cubicBezTo>
                  <a:cubicBezTo>
                    <a:pt x="100" y="126"/>
                    <a:pt x="99" y="124"/>
                    <a:pt x="99" y="124"/>
                  </a:cubicBezTo>
                  <a:cubicBezTo>
                    <a:pt x="98" y="123"/>
                    <a:pt x="98" y="122"/>
                    <a:pt x="98" y="121"/>
                  </a:cubicBezTo>
                  <a:cubicBezTo>
                    <a:pt x="98" y="120"/>
                    <a:pt x="97" y="119"/>
                    <a:pt x="97" y="118"/>
                  </a:cubicBezTo>
                  <a:cubicBezTo>
                    <a:pt x="96" y="117"/>
                    <a:pt x="95" y="115"/>
                    <a:pt x="94" y="114"/>
                  </a:cubicBezTo>
                  <a:cubicBezTo>
                    <a:pt x="94" y="114"/>
                    <a:pt x="92" y="112"/>
                    <a:pt x="91" y="111"/>
                  </a:cubicBezTo>
                  <a:cubicBezTo>
                    <a:pt x="90" y="110"/>
                    <a:pt x="89" y="108"/>
                    <a:pt x="89" y="106"/>
                  </a:cubicBezTo>
                  <a:cubicBezTo>
                    <a:pt x="89" y="106"/>
                    <a:pt x="88" y="104"/>
                    <a:pt x="88" y="103"/>
                  </a:cubicBezTo>
                  <a:cubicBezTo>
                    <a:pt x="88" y="102"/>
                    <a:pt x="88" y="101"/>
                    <a:pt x="89" y="101"/>
                  </a:cubicBezTo>
                  <a:cubicBezTo>
                    <a:pt x="89" y="101"/>
                    <a:pt x="90" y="101"/>
                    <a:pt x="90" y="101"/>
                  </a:cubicBezTo>
                  <a:cubicBezTo>
                    <a:pt x="90" y="101"/>
                    <a:pt x="90" y="102"/>
                    <a:pt x="90" y="102"/>
                  </a:cubicBezTo>
                  <a:cubicBezTo>
                    <a:pt x="90" y="103"/>
                    <a:pt x="91" y="102"/>
                    <a:pt x="92" y="102"/>
                  </a:cubicBezTo>
                  <a:cubicBezTo>
                    <a:pt x="92" y="102"/>
                    <a:pt x="92" y="100"/>
                    <a:pt x="92" y="99"/>
                  </a:cubicBezTo>
                  <a:cubicBezTo>
                    <a:pt x="92" y="98"/>
                    <a:pt x="92" y="97"/>
                    <a:pt x="92" y="96"/>
                  </a:cubicBezTo>
                  <a:cubicBezTo>
                    <a:pt x="91" y="95"/>
                    <a:pt x="91" y="93"/>
                    <a:pt x="91" y="93"/>
                  </a:cubicBezTo>
                  <a:cubicBezTo>
                    <a:pt x="91" y="92"/>
                    <a:pt x="90" y="90"/>
                    <a:pt x="90" y="89"/>
                  </a:cubicBezTo>
                  <a:cubicBezTo>
                    <a:pt x="90" y="88"/>
                    <a:pt x="89" y="86"/>
                    <a:pt x="89" y="86"/>
                  </a:cubicBezTo>
                  <a:cubicBezTo>
                    <a:pt x="88" y="85"/>
                    <a:pt x="88" y="84"/>
                    <a:pt x="89" y="83"/>
                  </a:cubicBezTo>
                  <a:cubicBezTo>
                    <a:pt x="89" y="83"/>
                    <a:pt x="91" y="83"/>
                    <a:pt x="92" y="82"/>
                  </a:cubicBezTo>
                  <a:cubicBezTo>
                    <a:pt x="93" y="82"/>
                    <a:pt x="95" y="82"/>
                    <a:pt x="96" y="82"/>
                  </a:cubicBezTo>
                  <a:cubicBezTo>
                    <a:pt x="96" y="82"/>
                    <a:pt x="97" y="82"/>
                    <a:pt x="98" y="81"/>
                  </a:cubicBezTo>
                  <a:cubicBezTo>
                    <a:pt x="99" y="81"/>
                    <a:pt x="99" y="80"/>
                    <a:pt x="100" y="79"/>
                  </a:cubicBezTo>
                  <a:cubicBezTo>
                    <a:pt x="100" y="79"/>
                    <a:pt x="101" y="78"/>
                    <a:pt x="101" y="78"/>
                  </a:cubicBezTo>
                  <a:cubicBezTo>
                    <a:pt x="101" y="77"/>
                    <a:pt x="100" y="77"/>
                    <a:pt x="100" y="77"/>
                  </a:cubicBezTo>
                  <a:cubicBezTo>
                    <a:pt x="99" y="77"/>
                    <a:pt x="98" y="77"/>
                    <a:pt x="97" y="77"/>
                  </a:cubicBezTo>
                  <a:cubicBezTo>
                    <a:pt x="97" y="78"/>
                    <a:pt x="97" y="79"/>
                    <a:pt x="96" y="79"/>
                  </a:cubicBezTo>
                  <a:cubicBezTo>
                    <a:pt x="96" y="79"/>
                    <a:pt x="95" y="79"/>
                    <a:pt x="95" y="79"/>
                  </a:cubicBezTo>
                  <a:cubicBezTo>
                    <a:pt x="94" y="78"/>
                    <a:pt x="95" y="78"/>
                    <a:pt x="95" y="77"/>
                  </a:cubicBezTo>
                  <a:cubicBezTo>
                    <a:pt x="95" y="77"/>
                    <a:pt x="96" y="77"/>
                    <a:pt x="96" y="77"/>
                  </a:cubicBezTo>
                  <a:cubicBezTo>
                    <a:pt x="96" y="76"/>
                    <a:pt x="96" y="76"/>
                    <a:pt x="96" y="76"/>
                  </a:cubicBezTo>
                  <a:cubicBezTo>
                    <a:pt x="96" y="75"/>
                    <a:pt x="96" y="75"/>
                    <a:pt x="96" y="75"/>
                  </a:cubicBezTo>
                  <a:cubicBezTo>
                    <a:pt x="95" y="75"/>
                    <a:pt x="94" y="76"/>
                    <a:pt x="94" y="76"/>
                  </a:cubicBezTo>
                  <a:cubicBezTo>
                    <a:pt x="94" y="77"/>
                    <a:pt x="93" y="77"/>
                    <a:pt x="93" y="77"/>
                  </a:cubicBezTo>
                  <a:cubicBezTo>
                    <a:pt x="92" y="78"/>
                    <a:pt x="91" y="78"/>
                    <a:pt x="90" y="78"/>
                  </a:cubicBezTo>
                  <a:cubicBezTo>
                    <a:pt x="90" y="78"/>
                    <a:pt x="89" y="79"/>
                    <a:pt x="88" y="79"/>
                  </a:cubicBezTo>
                  <a:cubicBezTo>
                    <a:pt x="88" y="80"/>
                    <a:pt x="88" y="81"/>
                    <a:pt x="87" y="81"/>
                  </a:cubicBezTo>
                  <a:cubicBezTo>
                    <a:pt x="87" y="81"/>
                    <a:pt x="85" y="81"/>
                    <a:pt x="85" y="81"/>
                  </a:cubicBezTo>
                  <a:cubicBezTo>
                    <a:pt x="84" y="81"/>
                    <a:pt x="82" y="81"/>
                    <a:pt x="81" y="81"/>
                  </a:cubicBezTo>
                  <a:cubicBezTo>
                    <a:pt x="80" y="81"/>
                    <a:pt x="78" y="81"/>
                    <a:pt x="77" y="81"/>
                  </a:cubicBezTo>
                  <a:cubicBezTo>
                    <a:pt x="77" y="81"/>
                    <a:pt x="76" y="81"/>
                    <a:pt x="75" y="81"/>
                  </a:cubicBezTo>
                  <a:cubicBezTo>
                    <a:pt x="74" y="82"/>
                    <a:pt x="71" y="82"/>
                    <a:pt x="70" y="82"/>
                  </a:cubicBezTo>
                  <a:cubicBezTo>
                    <a:pt x="69" y="82"/>
                    <a:pt x="67" y="81"/>
                    <a:pt x="66" y="82"/>
                  </a:cubicBezTo>
                  <a:cubicBezTo>
                    <a:pt x="65" y="82"/>
                    <a:pt x="64" y="83"/>
                    <a:pt x="63" y="84"/>
                  </a:cubicBezTo>
                  <a:cubicBezTo>
                    <a:pt x="62" y="84"/>
                    <a:pt x="61" y="84"/>
                    <a:pt x="60" y="84"/>
                  </a:cubicBezTo>
                  <a:cubicBezTo>
                    <a:pt x="59" y="84"/>
                    <a:pt x="57" y="84"/>
                    <a:pt x="56" y="84"/>
                  </a:cubicBezTo>
                  <a:cubicBezTo>
                    <a:pt x="55" y="84"/>
                    <a:pt x="54" y="85"/>
                    <a:pt x="53" y="86"/>
                  </a:cubicBezTo>
                  <a:cubicBezTo>
                    <a:pt x="52" y="86"/>
                    <a:pt x="50" y="88"/>
                    <a:pt x="49" y="88"/>
                  </a:cubicBezTo>
                  <a:cubicBezTo>
                    <a:pt x="47" y="89"/>
                    <a:pt x="45" y="92"/>
                    <a:pt x="44" y="93"/>
                  </a:cubicBezTo>
                  <a:cubicBezTo>
                    <a:pt x="43" y="94"/>
                    <a:pt x="40" y="95"/>
                    <a:pt x="40" y="96"/>
                  </a:cubicBezTo>
                  <a:cubicBezTo>
                    <a:pt x="39" y="97"/>
                    <a:pt x="39" y="97"/>
                    <a:pt x="39" y="98"/>
                  </a:cubicBezTo>
                  <a:cubicBezTo>
                    <a:pt x="39" y="98"/>
                    <a:pt x="39" y="99"/>
                    <a:pt x="39" y="100"/>
                  </a:cubicBezTo>
                  <a:cubicBezTo>
                    <a:pt x="39" y="100"/>
                    <a:pt x="39" y="101"/>
                    <a:pt x="39" y="101"/>
                  </a:cubicBezTo>
                  <a:cubicBezTo>
                    <a:pt x="39" y="101"/>
                    <a:pt x="39" y="102"/>
                    <a:pt x="39" y="102"/>
                  </a:cubicBezTo>
                  <a:cubicBezTo>
                    <a:pt x="39" y="102"/>
                    <a:pt x="40" y="103"/>
                    <a:pt x="40" y="103"/>
                  </a:cubicBezTo>
                  <a:cubicBezTo>
                    <a:pt x="40" y="103"/>
                    <a:pt x="40" y="104"/>
                    <a:pt x="40" y="104"/>
                  </a:cubicBezTo>
                  <a:cubicBezTo>
                    <a:pt x="40" y="104"/>
                    <a:pt x="40" y="105"/>
                    <a:pt x="40" y="106"/>
                  </a:cubicBezTo>
                  <a:cubicBezTo>
                    <a:pt x="40" y="106"/>
                    <a:pt x="40" y="107"/>
                    <a:pt x="40" y="107"/>
                  </a:cubicBezTo>
                  <a:cubicBezTo>
                    <a:pt x="39" y="108"/>
                    <a:pt x="39" y="108"/>
                    <a:pt x="39" y="108"/>
                  </a:cubicBezTo>
                  <a:cubicBezTo>
                    <a:pt x="38" y="109"/>
                    <a:pt x="37" y="109"/>
                    <a:pt x="37" y="109"/>
                  </a:cubicBezTo>
                  <a:cubicBezTo>
                    <a:pt x="37" y="108"/>
                    <a:pt x="37" y="108"/>
                    <a:pt x="37" y="108"/>
                  </a:cubicBezTo>
                  <a:cubicBezTo>
                    <a:pt x="37" y="108"/>
                    <a:pt x="38" y="107"/>
                    <a:pt x="38" y="107"/>
                  </a:cubicBezTo>
                  <a:cubicBezTo>
                    <a:pt x="38" y="106"/>
                    <a:pt x="38" y="106"/>
                    <a:pt x="37" y="105"/>
                  </a:cubicBezTo>
                  <a:cubicBezTo>
                    <a:pt x="37" y="105"/>
                    <a:pt x="36" y="106"/>
                    <a:pt x="35" y="106"/>
                  </a:cubicBezTo>
                  <a:cubicBezTo>
                    <a:pt x="35" y="106"/>
                    <a:pt x="34" y="106"/>
                    <a:pt x="34" y="106"/>
                  </a:cubicBezTo>
                  <a:cubicBezTo>
                    <a:pt x="34" y="107"/>
                    <a:pt x="34" y="108"/>
                    <a:pt x="34" y="109"/>
                  </a:cubicBezTo>
                  <a:cubicBezTo>
                    <a:pt x="33" y="109"/>
                    <a:pt x="33" y="109"/>
                    <a:pt x="32" y="109"/>
                  </a:cubicBezTo>
                  <a:cubicBezTo>
                    <a:pt x="32" y="109"/>
                    <a:pt x="32" y="108"/>
                    <a:pt x="32" y="107"/>
                  </a:cubicBezTo>
                  <a:cubicBezTo>
                    <a:pt x="32" y="107"/>
                    <a:pt x="32" y="106"/>
                    <a:pt x="32" y="105"/>
                  </a:cubicBezTo>
                  <a:cubicBezTo>
                    <a:pt x="32" y="105"/>
                    <a:pt x="32" y="104"/>
                    <a:pt x="32" y="104"/>
                  </a:cubicBezTo>
                  <a:cubicBezTo>
                    <a:pt x="32" y="103"/>
                    <a:pt x="32" y="103"/>
                    <a:pt x="31" y="102"/>
                  </a:cubicBezTo>
                  <a:cubicBezTo>
                    <a:pt x="31" y="102"/>
                    <a:pt x="29" y="101"/>
                    <a:pt x="28" y="101"/>
                  </a:cubicBezTo>
                  <a:cubicBezTo>
                    <a:pt x="27" y="101"/>
                    <a:pt x="26" y="100"/>
                    <a:pt x="25" y="100"/>
                  </a:cubicBezTo>
                  <a:cubicBezTo>
                    <a:pt x="24" y="100"/>
                    <a:pt x="23" y="99"/>
                    <a:pt x="22" y="100"/>
                  </a:cubicBezTo>
                  <a:cubicBezTo>
                    <a:pt x="22" y="100"/>
                    <a:pt x="21" y="100"/>
                    <a:pt x="20" y="101"/>
                  </a:cubicBezTo>
                  <a:cubicBezTo>
                    <a:pt x="20" y="101"/>
                    <a:pt x="20" y="102"/>
                    <a:pt x="19" y="102"/>
                  </a:cubicBezTo>
                  <a:cubicBezTo>
                    <a:pt x="19" y="103"/>
                    <a:pt x="18" y="103"/>
                    <a:pt x="17" y="103"/>
                  </a:cubicBezTo>
                  <a:cubicBezTo>
                    <a:pt x="17" y="103"/>
                    <a:pt x="16" y="104"/>
                    <a:pt x="16" y="103"/>
                  </a:cubicBezTo>
                  <a:cubicBezTo>
                    <a:pt x="15" y="103"/>
                    <a:pt x="15" y="102"/>
                    <a:pt x="15" y="102"/>
                  </a:cubicBezTo>
                  <a:cubicBezTo>
                    <a:pt x="15" y="101"/>
                    <a:pt x="15" y="101"/>
                    <a:pt x="14" y="101"/>
                  </a:cubicBezTo>
                  <a:cubicBezTo>
                    <a:pt x="14" y="101"/>
                    <a:pt x="14" y="103"/>
                    <a:pt x="13" y="103"/>
                  </a:cubicBezTo>
                  <a:cubicBezTo>
                    <a:pt x="13" y="103"/>
                    <a:pt x="12" y="104"/>
                    <a:pt x="12" y="104"/>
                  </a:cubicBezTo>
                  <a:cubicBezTo>
                    <a:pt x="11" y="104"/>
                    <a:pt x="10" y="104"/>
                    <a:pt x="10" y="104"/>
                  </a:cubicBezTo>
                  <a:cubicBezTo>
                    <a:pt x="10" y="103"/>
                    <a:pt x="9" y="103"/>
                    <a:pt x="8" y="103"/>
                  </a:cubicBezTo>
                  <a:cubicBezTo>
                    <a:pt x="8" y="103"/>
                    <a:pt x="7" y="103"/>
                    <a:pt x="7" y="103"/>
                  </a:cubicBezTo>
                  <a:cubicBezTo>
                    <a:pt x="6" y="104"/>
                    <a:pt x="6" y="105"/>
                    <a:pt x="6" y="105"/>
                  </a:cubicBezTo>
                  <a:cubicBezTo>
                    <a:pt x="5" y="105"/>
                    <a:pt x="5" y="107"/>
                    <a:pt x="5" y="107"/>
                  </a:cubicBezTo>
                  <a:cubicBezTo>
                    <a:pt x="5" y="108"/>
                    <a:pt x="4" y="108"/>
                    <a:pt x="3" y="108"/>
                  </a:cubicBezTo>
                  <a:cubicBezTo>
                    <a:pt x="3" y="108"/>
                    <a:pt x="2" y="108"/>
                    <a:pt x="2" y="107"/>
                  </a:cubicBezTo>
                  <a:cubicBezTo>
                    <a:pt x="1" y="107"/>
                    <a:pt x="1" y="105"/>
                    <a:pt x="1" y="105"/>
                  </a:cubicBezTo>
                  <a:cubicBezTo>
                    <a:pt x="1" y="104"/>
                    <a:pt x="0" y="104"/>
                    <a:pt x="0" y="103"/>
                  </a:cubicBezTo>
                  <a:cubicBezTo>
                    <a:pt x="0" y="103"/>
                    <a:pt x="1" y="102"/>
                    <a:pt x="1" y="102"/>
                  </a:cubicBezTo>
                  <a:cubicBezTo>
                    <a:pt x="2" y="101"/>
                    <a:pt x="3" y="100"/>
                    <a:pt x="3" y="100"/>
                  </a:cubicBezTo>
                  <a:cubicBezTo>
                    <a:pt x="4" y="99"/>
                    <a:pt x="4" y="99"/>
                    <a:pt x="5" y="98"/>
                  </a:cubicBezTo>
                  <a:cubicBezTo>
                    <a:pt x="5" y="97"/>
                    <a:pt x="5" y="95"/>
                    <a:pt x="5" y="94"/>
                  </a:cubicBezTo>
                  <a:cubicBezTo>
                    <a:pt x="6" y="94"/>
                    <a:pt x="6" y="92"/>
                    <a:pt x="6" y="92"/>
                  </a:cubicBezTo>
                  <a:cubicBezTo>
                    <a:pt x="7" y="91"/>
                    <a:pt x="7" y="90"/>
                    <a:pt x="8" y="90"/>
                  </a:cubicBezTo>
                  <a:cubicBezTo>
                    <a:pt x="8" y="89"/>
                    <a:pt x="10" y="90"/>
                    <a:pt x="10" y="89"/>
                  </a:cubicBezTo>
                  <a:cubicBezTo>
                    <a:pt x="11" y="89"/>
                    <a:pt x="12" y="88"/>
                    <a:pt x="12" y="87"/>
                  </a:cubicBezTo>
                  <a:cubicBezTo>
                    <a:pt x="13" y="87"/>
                    <a:pt x="13" y="85"/>
                    <a:pt x="14" y="85"/>
                  </a:cubicBezTo>
                  <a:cubicBezTo>
                    <a:pt x="14" y="84"/>
                    <a:pt x="15" y="83"/>
                    <a:pt x="15" y="82"/>
                  </a:cubicBezTo>
                  <a:cubicBezTo>
                    <a:pt x="16" y="81"/>
                    <a:pt x="16" y="80"/>
                    <a:pt x="17" y="80"/>
                  </a:cubicBezTo>
                  <a:cubicBezTo>
                    <a:pt x="18" y="80"/>
                    <a:pt x="19" y="80"/>
                    <a:pt x="20" y="80"/>
                  </a:cubicBezTo>
                  <a:cubicBezTo>
                    <a:pt x="20" y="79"/>
                    <a:pt x="20" y="78"/>
                    <a:pt x="21" y="77"/>
                  </a:cubicBezTo>
                  <a:cubicBezTo>
                    <a:pt x="21" y="77"/>
                    <a:pt x="21" y="76"/>
                    <a:pt x="21" y="76"/>
                  </a:cubicBezTo>
                  <a:cubicBezTo>
                    <a:pt x="21" y="76"/>
                    <a:pt x="22" y="76"/>
                    <a:pt x="23" y="76"/>
                  </a:cubicBezTo>
                  <a:cubicBezTo>
                    <a:pt x="23" y="75"/>
                    <a:pt x="24" y="75"/>
                    <a:pt x="25" y="75"/>
                  </a:cubicBezTo>
                  <a:cubicBezTo>
                    <a:pt x="25" y="75"/>
                    <a:pt x="26" y="74"/>
                    <a:pt x="27" y="73"/>
                  </a:cubicBezTo>
                  <a:cubicBezTo>
                    <a:pt x="27" y="73"/>
                    <a:pt x="28" y="72"/>
                    <a:pt x="28" y="72"/>
                  </a:cubicBezTo>
                  <a:cubicBezTo>
                    <a:pt x="29" y="71"/>
                    <a:pt x="30" y="73"/>
                    <a:pt x="30" y="73"/>
                  </a:cubicBezTo>
                  <a:cubicBezTo>
                    <a:pt x="31" y="73"/>
                    <a:pt x="32" y="73"/>
                    <a:pt x="32" y="73"/>
                  </a:cubicBezTo>
                  <a:cubicBezTo>
                    <a:pt x="33" y="73"/>
                    <a:pt x="33" y="72"/>
                    <a:pt x="34" y="72"/>
                  </a:cubicBezTo>
                  <a:cubicBezTo>
                    <a:pt x="35" y="72"/>
                    <a:pt x="36" y="71"/>
                    <a:pt x="37" y="70"/>
                  </a:cubicBezTo>
                  <a:cubicBezTo>
                    <a:pt x="38" y="70"/>
                    <a:pt x="39" y="68"/>
                    <a:pt x="40" y="68"/>
                  </a:cubicBezTo>
                  <a:cubicBezTo>
                    <a:pt x="40" y="67"/>
                    <a:pt x="42" y="65"/>
                    <a:pt x="43" y="64"/>
                  </a:cubicBezTo>
                  <a:cubicBezTo>
                    <a:pt x="44" y="63"/>
                    <a:pt x="46" y="62"/>
                    <a:pt x="47" y="61"/>
                  </a:cubicBezTo>
                  <a:cubicBezTo>
                    <a:pt x="48" y="60"/>
                    <a:pt x="49" y="60"/>
                    <a:pt x="49" y="59"/>
                  </a:cubicBezTo>
                  <a:cubicBezTo>
                    <a:pt x="50" y="59"/>
                    <a:pt x="53" y="57"/>
                    <a:pt x="54" y="56"/>
                  </a:cubicBezTo>
                  <a:cubicBezTo>
                    <a:pt x="55" y="55"/>
                    <a:pt x="56" y="52"/>
                    <a:pt x="57" y="51"/>
                  </a:cubicBezTo>
                  <a:cubicBezTo>
                    <a:pt x="58" y="50"/>
                    <a:pt x="59" y="48"/>
                    <a:pt x="60" y="47"/>
                  </a:cubicBezTo>
                  <a:cubicBezTo>
                    <a:pt x="60" y="45"/>
                    <a:pt x="60" y="42"/>
                    <a:pt x="60" y="40"/>
                  </a:cubicBezTo>
                  <a:cubicBezTo>
                    <a:pt x="60" y="39"/>
                    <a:pt x="60" y="36"/>
                    <a:pt x="60" y="35"/>
                  </a:cubicBezTo>
                  <a:cubicBezTo>
                    <a:pt x="60" y="34"/>
                    <a:pt x="60" y="32"/>
                    <a:pt x="61" y="32"/>
                  </a:cubicBezTo>
                  <a:cubicBezTo>
                    <a:pt x="61" y="31"/>
                    <a:pt x="61" y="30"/>
                    <a:pt x="62" y="30"/>
                  </a:cubicBezTo>
                  <a:cubicBezTo>
                    <a:pt x="62" y="30"/>
                    <a:pt x="63" y="30"/>
                    <a:pt x="63" y="30"/>
                  </a:cubicBezTo>
                  <a:cubicBezTo>
                    <a:pt x="63" y="31"/>
                    <a:pt x="63" y="32"/>
                    <a:pt x="63" y="32"/>
                  </a:cubicBezTo>
                  <a:cubicBezTo>
                    <a:pt x="64" y="33"/>
                    <a:pt x="64" y="34"/>
                    <a:pt x="64" y="34"/>
                  </a:cubicBezTo>
                  <a:cubicBezTo>
                    <a:pt x="64" y="35"/>
                    <a:pt x="64" y="36"/>
                    <a:pt x="64" y="37"/>
                  </a:cubicBezTo>
                  <a:cubicBezTo>
                    <a:pt x="64" y="37"/>
                    <a:pt x="65" y="38"/>
                    <a:pt x="66" y="38"/>
                  </a:cubicBezTo>
                  <a:cubicBezTo>
                    <a:pt x="66" y="37"/>
                    <a:pt x="66" y="36"/>
                    <a:pt x="66" y="36"/>
                  </a:cubicBezTo>
                  <a:cubicBezTo>
                    <a:pt x="66" y="35"/>
                    <a:pt x="67" y="34"/>
                    <a:pt x="67" y="33"/>
                  </a:cubicBezTo>
                  <a:cubicBezTo>
                    <a:pt x="67" y="32"/>
                    <a:pt x="66" y="31"/>
                    <a:pt x="66" y="31"/>
                  </a:cubicBezTo>
                  <a:cubicBezTo>
                    <a:pt x="66" y="30"/>
                    <a:pt x="67" y="29"/>
                    <a:pt x="67" y="28"/>
                  </a:cubicBezTo>
                  <a:cubicBezTo>
                    <a:pt x="67" y="28"/>
                    <a:pt x="68" y="27"/>
                    <a:pt x="68" y="27"/>
                  </a:cubicBezTo>
                  <a:cubicBezTo>
                    <a:pt x="68" y="27"/>
                    <a:pt x="69" y="26"/>
                    <a:pt x="70" y="26"/>
                  </a:cubicBezTo>
                  <a:cubicBezTo>
                    <a:pt x="70" y="25"/>
                    <a:pt x="71" y="24"/>
                    <a:pt x="72" y="24"/>
                  </a:cubicBezTo>
                  <a:cubicBezTo>
                    <a:pt x="72" y="24"/>
                    <a:pt x="73" y="22"/>
                    <a:pt x="73" y="22"/>
                  </a:cubicBezTo>
                  <a:cubicBezTo>
                    <a:pt x="74" y="21"/>
                    <a:pt x="76" y="20"/>
                    <a:pt x="77" y="19"/>
                  </a:cubicBezTo>
                  <a:cubicBezTo>
                    <a:pt x="78" y="19"/>
                    <a:pt x="79" y="17"/>
                    <a:pt x="80" y="17"/>
                  </a:cubicBezTo>
                  <a:cubicBezTo>
                    <a:pt x="80" y="16"/>
                    <a:pt x="81" y="15"/>
                    <a:pt x="81" y="15"/>
                  </a:cubicBezTo>
                  <a:cubicBezTo>
                    <a:pt x="82" y="14"/>
                    <a:pt x="82" y="13"/>
                    <a:pt x="82" y="12"/>
                  </a:cubicBezTo>
                  <a:cubicBezTo>
                    <a:pt x="82" y="12"/>
                    <a:pt x="83" y="11"/>
                    <a:pt x="83" y="11"/>
                  </a:cubicBezTo>
                  <a:cubicBezTo>
                    <a:pt x="84" y="10"/>
                    <a:pt x="84" y="10"/>
                    <a:pt x="85" y="9"/>
                  </a:cubicBezTo>
                  <a:cubicBezTo>
                    <a:pt x="85" y="9"/>
                    <a:pt x="86" y="8"/>
                    <a:pt x="87" y="8"/>
                  </a:cubicBezTo>
                  <a:cubicBezTo>
                    <a:pt x="87" y="8"/>
                    <a:pt x="88" y="7"/>
                    <a:pt x="89" y="7"/>
                  </a:cubicBezTo>
                  <a:cubicBezTo>
                    <a:pt x="90" y="6"/>
                    <a:pt x="91" y="6"/>
                    <a:pt x="91" y="5"/>
                  </a:cubicBezTo>
                  <a:cubicBezTo>
                    <a:pt x="92" y="5"/>
                    <a:pt x="93" y="5"/>
                    <a:pt x="93" y="5"/>
                  </a:cubicBezTo>
                  <a:cubicBezTo>
                    <a:pt x="94" y="5"/>
                    <a:pt x="95" y="5"/>
                    <a:pt x="96" y="5"/>
                  </a:cubicBezTo>
                  <a:cubicBezTo>
                    <a:pt x="97" y="5"/>
                    <a:pt x="99" y="5"/>
                    <a:pt x="99" y="6"/>
                  </a:cubicBezTo>
                  <a:cubicBezTo>
                    <a:pt x="100" y="6"/>
                    <a:pt x="102" y="6"/>
                    <a:pt x="103" y="6"/>
                  </a:cubicBezTo>
                  <a:cubicBezTo>
                    <a:pt x="105" y="5"/>
                    <a:pt x="107" y="4"/>
                    <a:pt x="108" y="3"/>
                  </a:cubicBezTo>
                  <a:cubicBezTo>
                    <a:pt x="109" y="2"/>
                    <a:pt x="111" y="1"/>
                    <a:pt x="113" y="0"/>
                  </a:cubicBezTo>
                  <a:cubicBezTo>
                    <a:pt x="114" y="1"/>
                    <a:pt x="115" y="2"/>
                    <a:pt x="115" y="3"/>
                  </a:cubicBezTo>
                  <a:cubicBezTo>
                    <a:pt x="116" y="3"/>
                    <a:pt x="116" y="4"/>
                    <a:pt x="117" y="5"/>
                  </a:cubicBezTo>
                  <a:cubicBezTo>
                    <a:pt x="117" y="5"/>
                    <a:pt x="119" y="6"/>
                    <a:pt x="119" y="6"/>
                  </a:cubicBezTo>
                  <a:cubicBezTo>
                    <a:pt x="120" y="7"/>
                    <a:pt x="120" y="9"/>
                    <a:pt x="120" y="9"/>
                  </a:cubicBezTo>
                  <a:cubicBezTo>
                    <a:pt x="120" y="10"/>
                    <a:pt x="120" y="11"/>
                    <a:pt x="119" y="11"/>
                  </a:cubicBezTo>
                  <a:cubicBezTo>
                    <a:pt x="119" y="12"/>
                    <a:pt x="118" y="12"/>
                    <a:pt x="117" y="13"/>
                  </a:cubicBezTo>
                  <a:cubicBezTo>
                    <a:pt x="117" y="14"/>
                    <a:pt x="116" y="15"/>
                    <a:pt x="116" y="16"/>
                  </a:cubicBezTo>
                  <a:cubicBezTo>
                    <a:pt x="115" y="16"/>
                    <a:pt x="115" y="18"/>
                    <a:pt x="115" y="18"/>
                  </a:cubicBezTo>
                  <a:cubicBezTo>
                    <a:pt x="114" y="19"/>
                    <a:pt x="113" y="20"/>
                    <a:pt x="113" y="21"/>
                  </a:cubicBezTo>
                  <a:cubicBezTo>
                    <a:pt x="112" y="21"/>
                    <a:pt x="111" y="22"/>
                    <a:pt x="110" y="23"/>
                  </a:cubicBezTo>
                  <a:cubicBezTo>
                    <a:pt x="110" y="23"/>
                    <a:pt x="109" y="24"/>
                    <a:pt x="108" y="25"/>
                  </a:cubicBezTo>
                  <a:cubicBezTo>
                    <a:pt x="108" y="25"/>
                    <a:pt x="108" y="26"/>
                    <a:pt x="109" y="27"/>
                  </a:cubicBezTo>
                  <a:cubicBezTo>
                    <a:pt x="109" y="27"/>
                    <a:pt x="111" y="27"/>
                    <a:pt x="111" y="28"/>
                  </a:cubicBezTo>
                  <a:cubicBezTo>
                    <a:pt x="111" y="28"/>
                    <a:pt x="111" y="29"/>
                    <a:pt x="110" y="29"/>
                  </a:cubicBezTo>
                  <a:cubicBezTo>
                    <a:pt x="110" y="30"/>
                    <a:pt x="109" y="31"/>
                    <a:pt x="109" y="32"/>
                  </a:cubicBezTo>
                  <a:cubicBezTo>
                    <a:pt x="109" y="33"/>
                    <a:pt x="109" y="35"/>
                    <a:pt x="109" y="35"/>
                  </a:cubicBezTo>
                  <a:cubicBezTo>
                    <a:pt x="110" y="36"/>
                    <a:pt x="111" y="38"/>
                    <a:pt x="111" y="38"/>
                  </a:cubicBezTo>
                  <a:cubicBezTo>
                    <a:pt x="112" y="39"/>
                    <a:pt x="113" y="41"/>
                    <a:pt x="113" y="42"/>
                  </a:cubicBezTo>
                  <a:cubicBezTo>
                    <a:pt x="113" y="42"/>
                    <a:pt x="112" y="43"/>
                    <a:pt x="111" y="44"/>
                  </a:cubicBezTo>
                  <a:cubicBezTo>
                    <a:pt x="111" y="44"/>
                    <a:pt x="109" y="45"/>
                    <a:pt x="109" y="45"/>
                  </a:cubicBezTo>
                  <a:cubicBezTo>
                    <a:pt x="108" y="46"/>
                    <a:pt x="108" y="48"/>
                    <a:pt x="108" y="49"/>
                  </a:cubicBezTo>
                  <a:cubicBezTo>
                    <a:pt x="108" y="50"/>
                    <a:pt x="108" y="52"/>
                    <a:pt x="109" y="53"/>
                  </a:cubicBezTo>
                  <a:cubicBezTo>
                    <a:pt x="109" y="54"/>
                    <a:pt x="110" y="54"/>
                    <a:pt x="111" y="54"/>
                  </a:cubicBezTo>
                  <a:cubicBezTo>
                    <a:pt x="112" y="55"/>
                    <a:pt x="115" y="55"/>
                    <a:pt x="116" y="54"/>
                  </a:cubicBezTo>
                  <a:cubicBezTo>
                    <a:pt x="117" y="54"/>
                    <a:pt x="119" y="53"/>
                    <a:pt x="121" y="53"/>
                  </a:cubicBezTo>
                  <a:cubicBezTo>
                    <a:pt x="121" y="53"/>
                    <a:pt x="123" y="53"/>
                    <a:pt x="124" y="53"/>
                  </a:cubicBezTo>
                  <a:cubicBezTo>
                    <a:pt x="124" y="53"/>
                    <a:pt x="125" y="54"/>
                    <a:pt x="125" y="55"/>
                  </a:cubicBezTo>
                  <a:cubicBezTo>
                    <a:pt x="126" y="56"/>
                    <a:pt x="125" y="58"/>
                    <a:pt x="125" y="58"/>
                  </a:cubicBezTo>
                  <a:cubicBezTo>
                    <a:pt x="125" y="60"/>
                    <a:pt x="127" y="62"/>
                    <a:pt x="128" y="63"/>
                  </a:cubicBezTo>
                  <a:cubicBezTo>
                    <a:pt x="130" y="64"/>
                    <a:pt x="132" y="67"/>
                    <a:pt x="133" y="68"/>
                  </a:cubicBezTo>
                  <a:cubicBezTo>
                    <a:pt x="134" y="68"/>
                    <a:pt x="136" y="69"/>
                    <a:pt x="137" y="69"/>
                  </a:cubicBezTo>
                  <a:cubicBezTo>
                    <a:pt x="138" y="69"/>
                    <a:pt x="141" y="69"/>
                    <a:pt x="142" y="68"/>
                  </a:cubicBezTo>
                  <a:cubicBezTo>
                    <a:pt x="143" y="68"/>
                    <a:pt x="145" y="67"/>
                    <a:pt x="146" y="66"/>
                  </a:cubicBezTo>
                  <a:cubicBezTo>
                    <a:pt x="147" y="66"/>
                    <a:pt x="147" y="64"/>
                    <a:pt x="148" y="64"/>
                  </a:cubicBezTo>
                  <a:cubicBezTo>
                    <a:pt x="149" y="63"/>
                    <a:pt x="151" y="63"/>
                    <a:pt x="152" y="62"/>
                  </a:cubicBezTo>
                  <a:cubicBezTo>
                    <a:pt x="153" y="62"/>
                    <a:pt x="156" y="61"/>
                    <a:pt x="157" y="60"/>
                  </a:cubicBezTo>
                  <a:cubicBezTo>
                    <a:pt x="158" y="60"/>
                    <a:pt x="159" y="58"/>
                    <a:pt x="159" y="58"/>
                  </a:cubicBezTo>
                  <a:cubicBezTo>
                    <a:pt x="160" y="57"/>
                    <a:pt x="161" y="56"/>
                    <a:pt x="162" y="56"/>
                  </a:cubicBezTo>
                  <a:cubicBezTo>
                    <a:pt x="163" y="55"/>
                    <a:pt x="165" y="54"/>
                    <a:pt x="166" y="55"/>
                  </a:cubicBezTo>
                  <a:cubicBezTo>
                    <a:pt x="167" y="55"/>
                    <a:pt x="167" y="56"/>
                    <a:pt x="168" y="57"/>
                  </a:cubicBezTo>
                  <a:cubicBezTo>
                    <a:pt x="168" y="58"/>
                    <a:pt x="167" y="59"/>
                    <a:pt x="167" y="60"/>
                  </a:cubicBezTo>
                  <a:cubicBezTo>
                    <a:pt x="168" y="61"/>
                    <a:pt x="168" y="64"/>
                    <a:pt x="168" y="64"/>
                  </a:cubicBezTo>
                  <a:cubicBezTo>
                    <a:pt x="169" y="65"/>
                    <a:pt x="170" y="65"/>
                    <a:pt x="170" y="66"/>
                  </a:cubicBezTo>
                  <a:cubicBezTo>
                    <a:pt x="171" y="66"/>
                    <a:pt x="173" y="65"/>
                    <a:pt x="173" y="66"/>
                  </a:cubicBezTo>
                  <a:cubicBezTo>
                    <a:pt x="175" y="66"/>
                    <a:pt x="177" y="67"/>
                    <a:pt x="179" y="67"/>
                  </a:cubicBezTo>
                  <a:cubicBezTo>
                    <a:pt x="180" y="67"/>
                    <a:pt x="182" y="67"/>
                    <a:pt x="183" y="66"/>
                  </a:cubicBezTo>
                  <a:cubicBezTo>
                    <a:pt x="184" y="66"/>
                    <a:pt x="185" y="65"/>
                    <a:pt x="185" y="65"/>
                  </a:cubicBezTo>
                  <a:cubicBezTo>
                    <a:pt x="186" y="64"/>
                    <a:pt x="188" y="62"/>
                    <a:pt x="188" y="61"/>
                  </a:cubicBezTo>
                  <a:cubicBezTo>
                    <a:pt x="188" y="61"/>
                    <a:pt x="189" y="60"/>
                    <a:pt x="189" y="59"/>
                  </a:cubicBezTo>
                  <a:cubicBezTo>
                    <a:pt x="189" y="60"/>
                    <a:pt x="189" y="60"/>
                    <a:pt x="189" y="60"/>
                  </a:cubicBezTo>
                  <a:cubicBezTo>
                    <a:pt x="190" y="60"/>
                    <a:pt x="191" y="62"/>
                    <a:pt x="191" y="63"/>
                  </a:cubicBezTo>
                  <a:cubicBezTo>
                    <a:pt x="191" y="63"/>
                    <a:pt x="190" y="64"/>
                    <a:pt x="190" y="65"/>
                  </a:cubicBezTo>
                  <a:cubicBezTo>
                    <a:pt x="190" y="65"/>
                    <a:pt x="189" y="67"/>
                    <a:pt x="188" y="68"/>
                  </a:cubicBezTo>
                  <a:cubicBezTo>
                    <a:pt x="187" y="69"/>
                    <a:pt x="186" y="70"/>
                    <a:pt x="185" y="71"/>
                  </a:cubicBezTo>
                  <a:cubicBezTo>
                    <a:pt x="185" y="71"/>
                    <a:pt x="184" y="72"/>
                    <a:pt x="184" y="73"/>
                  </a:cubicBezTo>
                  <a:cubicBezTo>
                    <a:pt x="184" y="73"/>
                    <a:pt x="185" y="74"/>
                    <a:pt x="186" y="75"/>
                  </a:cubicBezTo>
                  <a:cubicBezTo>
                    <a:pt x="186" y="75"/>
                    <a:pt x="187" y="76"/>
                    <a:pt x="187" y="77"/>
                  </a:cubicBezTo>
                  <a:cubicBezTo>
                    <a:pt x="187" y="77"/>
                    <a:pt x="186" y="78"/>
                    <a:pt x="186" y="79"/>
                  </a:cubicBezTo>
                  <a:cubicBezTo>
                    <a:pt x="186" y="79"/>
                    <a:pt x="184" y="79"/>
                    <a:pt x="184" y="79"/>
                  </a:cubicBezTo>
                  <a:cubicBezTo>
                    <a:pt x="183" y="80"/>
                    <a:pt x="184" y="82"/>
                    <a:pt x="184" y="82"/>
                  </a:cubicBezTo>
                  <a:cubicBezTo>
                    <a:pt x="184" y="83"/>
                    <a:pt x="185" y="84"/>
                    <a:pt x="185" y="84"/>
                  </a:cubicBezTo>
                  <a:cubicBezTo>
                    <a:pt x="185" y="85"/>
                    <a:pt x="184" y="86"/>
                    <a:pt x="184" y="87"/>
                  </a:cubicBezTo>
                  <a:cubicBezTo>
                    <a:pt x="183" y="87"/>
                    <a:pt x="183" y="88"/>
                    <a:pt x="183" y="8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34"/>
            <p:cNvSpPr>
              <a:spLocks/>
            </p:cNvSpPr>
            <p:nvPr/>
          </p:nvSpPr>
          <p:spPr bwMode="auto">
            <a:xfrm>
              <a:off x="1289051" y="3403601"/>
              <a:ext cx="9525" cy="9525"/>
            </a:xfrm>
            <a:custGeom>
              <a:avLst/>
              <a:gdLst/>
              <a:ahLst/>
              <a:cxnLst>
                <a:cxn ang="0">
                  <a:pos x="5" y="2"/>
                </a:cxn>
                <a:cxn ang="0">
                  <a:pos x="4" y="0"/>
                </a:cxn>
                <a:cxn ang="0">
                  <a:pos x="3" y="0"/>
                </a:cxn>
                <a:cxn ang="0">
                  <a:pos x="1" y="1"/>
                </a:cxn>
                <a:cxn ang="0">
                  <a:pos x="0" y="3"/>
                </a:cxn>
                <a:cxn ang="0">
                  <a:pos x="1" y="5"/>
                </a:cxn>
                <a:cxn ang="0">
                  <a:pos x="3" y="4"/>
                </a:cxn>
                <a:cxn ang="0">
                  <a:pos x="4" y="3"/>
                </a:cxn>
                <a:cxn ang="0">
                  <a:pos x="5" y="2"/>
                </a:cxn>
              </a:cxnLst>
              <a:rect l="0" t="0" r="r" b="b"/>
              <a:pathLst>
                <a:path w="5" h="5">
                  <a:moveTo>
                    <a:pt x="5" y="2"/>
                  </a:moveTo>
                  <a:cubicBezTo>
                    <a:pt x="5" y="1"/>
                    <a:pt x="4" y="0"/>
                    <a:pt x="4" y="0"/>
                  </a:cubicBezTo>
                  <a:cubicBezTo>
                    <a:pt x="4" y="0"/>
                    <a:pt x="3" y="0"/>
                    <a:pt x="3" y="0"/>
                  </a:cubicBezTo>
                  <a:cubicBezTo>
                    <a:pt x="2" y="0"/>
                    <a:pt x="2" y="1"/>
                    <a:pt x="1" y="1"/>
                  </a:cubicBezTo>
                  <a:cubicBezTo>
                    <a:pt x="1" y="2"/>
                    <a:pt x="0" y="3"/>
                    <a:pt x="0" y="3"/>
                  </a:cubicBezTo>
                  <a:cubicBezTo>
                    <a:pt x="0" y="4"/>
                    <a:pt x="1" y="5"/>
                    <a:pt x="1" y="5"/>
                  </a:cubicBezTo>
                  <a:cubicBezTo>
                    <a:pt x="2" y="5"/>
                    <a:pt x="2" y="4"/>
                    <a:pt x="3" y="4"/>
                  </a:cubicBezTo>
                  <a:cubicBezTo>
                    <a:pt x="3" y="3"/>
                    <a:pt x="4" y="3"/>
                    <a:pt x="4" y="3"/>
                  </a:cubicBezTo>
                  <a:cubicBezTo>
                    <a:pt x="4" y="3"/>
                    <a:pt x="5" y="2"/>
                    <a:pt x="5"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35"/>
            <p:cNvSpPr>
              <a:spLocks/>
            </p:cNvSpPr>
            <p:nvPr/>
          </p:nvSpPr>
          <p:spPr bwMode="auto">
            <a:xfrm>
              <a:off x="2051051" y="2374901"/>
              <a:ext cx="134938" cy="130175"/>
            </a:xfrm>
            <a:custGeom>
              <a:avLst/>
              <a:gdLst/>
              <a:ahLst/>
              <a:cxnLst>
                <a:cxn ang="0">
                  <a:pos x="71" y="53"/>
                </a:cxn>
                <a:cxn ang="0">
                  <a:pos x="68" y="54"/>
                </a:cxn>
                <a:cxn ang="0">
                  <a:pos x="64" y="57"/>
                </a:cxn>
                <a:cxn ang="0">
                  <a:pos x="61" y="58"/>
                </a:cxn>
                <a:cxn ang="0">
                  <a:pos x="62" y="63"/>
                </a:cxn>
                <a:cxn ang="0">
                  <a:pos x="61" y="67"/>
                </a:cxn>
                <a:cxn ang="0">
                  <a:pos x="54" y="69"/>
                </a:cxn>
                <a:cxn ang="0">
                  <a:pos x="51" y="67"/>
                </a:cxn>
                <a:cxn ang="0">
                  <a:pos x="49" y="62"/>
                </a:cxn>
                <a:cxn ang="0">
                  <a:pos x="47" y="59"/>
                </a:cxn>
                <a:cxn ang="0">
                  <a:pos x="49" y="55"/>
                </a:cxn>
                <a:cxn ang="0">
                  <a:pos x="46" y="53"/>
                </a:cxn>
                <a:cxn ang="0">
                  <a:pos x="41" y="50"/>
                </a:cxn>
                <a:cxn ang="0">
                  <a:pos x="38" y="47"/>
                </a:cxn>
                <a:cxn ang="0">
                  <a:pos x="35" y="47"/>
                </a:cxn>
                <a:cxn ang="0">
                  <a:pos x="33" y="51"/>
                </a:cxn>
                <a:cxn ang="0">
                  <a:pos x="28" y="50"/>
                </a:cxn>
                <a:cxn ang="0">
                  <a:pos x="24" y="45"/>
                </a:cxn>
                <a:cxn ang="0">
                  <a:pos x="19" y="43"/>
                </a:cxn>
                <a:cxn ang="0">
                  <a:pos x="14" y="41"/>
                </a:cxn>
                <a:cxn ang="0">
                  <a:pos x="8" y="44"/>
                </a:cxn>
                <a:cxn ang="0">
                  <a:pos x="3" y="47"/>
                </a:cxn>
                <a:cxn ang="0">
                  <a:pos x="1" y="46"/>
                </a:cxn>
                <a:cxn ang="0">
                  <a:pos x="2" y="42"/>
                </a:cxn>
                <a:cxn ang="0">
                  <a:pos x="4" y="40"/>
                </a:cxn>
                <a:cxn ang="0">
                  <a:pos x="2" y="36"/>
                </a:cxn>
                <a:cxn ang="0">
                  <a:pos x="5" y="29"/>
                </a:cxn>
                <a:cxn ang="0">
                  <a:pos x="10" y="27"/>
                </a:cxn>
                <a:cxn ang="0">
                  <a:pos x="12" y="24"/>
                </a:cxn>
                <a:cxn ang="0">
                  <a:pos x="12" y="18"/>
                </a:cxn>
                <a:cxn ang="0">
                  <a:pos x="14" y="18"/>
                </a:cxn>
                <a:cxn ang="0">
                  <a:pos x="17" y="15"/>
                </a:cxn>
                <a:cxn ang="0">
                  <a:pos x="22" y="11"/>
                </a:cxn>
                <a:cxn ang="0">
                  <a:pos x="24" y="7"/>
                </a:cxn>
                <a:cxn ang="0">
                  <a:pos x="20" y="5"/>
                </a:cxn>
                <a:cxn ang="0">
                  <a:pos x="22" y="1"/>
                </a:cxn>
                <a:cxn ang="0">
                  <a:pos x="26" y="1"/>
                </a:cxn>
                <a:cxn ang="0">
                  <a:pos x="30" y="4"/>
                </a:cxn>
                <a:cxn ang="0">
                  <a:pos x="38" y="6"/>
                </a:cxn>
                <a:cxn ang="0">
                  <a:pos x="43" y="5"/>
                </a:cxn>
                <a:cxn ang="0">
                  <a:pos x="49" y="6"/>
                </a:cxn>
                <a:cxn ang="0">
                  <a:pos x="54" y="2"/>
                </a:cxn>
                <a:cxn ang="0">
                  <a:pos x="55" y="6"/>
                </a:cxn>
                <a:cxn ang="0">
                  <a:pos x="61" y="14"/>
                </a:cxn>
                <a:cxn ang="0">
                  <a:pos x="63" y="20"/>
                </a:cxn>
                <a:cxn ang="0">
                  <a:pos x="68" y="25"/>
                </a:cxn>
                <a:cxn ang="0">
                  <a:pos x="68" y="35"/>
                </a:cxn>
                <a:cxn ang="0">
                  <a:pos x="69" y="45"/>
                </a:cxn>
                <a:cxn ang="0">
                  <a:pos x="71" y="53"/>
                </a:cxn>
              </a:cxnLst>
              <a:rect l="0" t="0" r="r" b="b"/>
              <a:pathLst>
                <a:path w="71" h="69">
                  <a:moveTo>
                    <a:pt x="71" y="53"/>
                  </a:moveTo>
                  <a:cubicBezTo>
                    <a:pt x="71" y="53"/>
                    <a:pt x="71" y="53"/>
                    <a:pt x="71" y="53"/>
                  </a:cubicBezTo>
                  <a:cubicBezTo>
                    <a:pt x="70" y="53"/>
                    <a:pt x="69" y="53"/>
                    <a:pt x="69" y="53"/>
                  </a:cubicBezTo>
                  <a:cubicBezTo>
                    <a:pt x="69" y="53"/>
                    <a:pt x="68" y="54"/>
                    <a:pt x="68" y="54"/>
                  </a:cubicBezTo>
                  <a:cubicBezTo>
                    <a:pt x="68" y="55"/>
                    <a:pt x="67" y="56"/>
                    <a:pt x="67" y="57"/>
                  </a:cubicBezTo>
                  <a:cubicBezTo>
                    <a:pt x="66" y="57"/>
                    <a:pt x="65" y="57"/>
                    <a:pt x="64" y="57"/>
                  </a:cubicBezTo>
                  <a:cubicBezTo>
                    <a:pt x="64" y="57"/>
                    <a:pt x="63" y="57"/>
                    <a:pt x="62" y="57"/>
                  </a:cubicBezTo>
                  <a:cubicBezTo>
                    <a:pt x="62" y="57"/>
                    <a:pt x="61" y="58"/>
                    <a:pt x="61" y="58"/>
                  </a:cubicBezTo>
                  <a:cubicBezTo>
                    <a:pt x="60" y="58"/>
                    <a:pt x="61" y="60"/>
                    <a:pt x="61" y="60"/>
                  </a:cubicBezTo>
                  <a:cubicBezTo>
                    <a:pt x="61" y="61"/>
                    <a:pt x="62" y="62"/>
                    <a:pt x="62" y="63"/>
                  </a:cubicBezTo>
                  <a:cubicBezTo>
                    <a:pt x="62" y="63"/>
                    <a:pt x="62" y="65"/>
                    <a:pt x="62" y="66"/>
                  </a:cubicBezTo>
                  <a:cubicBezTo>
                    <a:pt x="62" y="66"/>
                    <a:pt x="61" y="67"/>
                    <a:pt x="61" y="67"/>
                  </a:cubicBezTo>
                  <a:cubicBezTo>
                    <a:pt x="60" y="68"/>
                    <a:pt x="58" y="68"/>
                    <a:pt x="57" y="68"/>
                  </a:cubicBezTo>
                  <a:cubicBezTo>
                    <a:pt x="57" y="68"/>
                    <a:pt x="55" y="69"/>
                    <a:pt x="54" y="69"/>
                  </a:cubicBezTo>
                  <a:cubicBezTo>
                    <a:pt x="53" y="69"/>
                    <a:pt x="52" y="68"/>
                    <a:pt x="52" y="68"/>
                  </a:cubicBezTo>
                  <a:cubicBezTo>
                    <a:pt x="51" y="68"/>
                    <a:pt x="51" y="67"/>
                    <a:pt x="51" y="67"/>
                  </a:cubicBezTo>
                  <a:cubicBezTo>
                    <a:pt x="50" y="66"/>
                    <a:pt x="51" y="64"/>
                    <a:pt x="51" y="64"/>
                  </a:cubicBezTo>
                  <a:cubicBezTo>
                    <a:pt x="50" y="63"/>
                    <a:pt x="49" y="62"/>
                    <a:pt x="49" y="62"/>
                  </a:cubicBezTo>
                  <a:cubicBezTo>
                    <a:pt x="48" y="62"/>
                    <a:pt x="47" y="62"/>
                    <a:pt x="47" y="61"/>
                  </a:cubicBezTo>
                  <a:cubicBezTo>
                    <a:pt x="46" y="61"/>
                    <a:pt x="46" y="60"/>
                    <a:pt x="47" y="59"/>
                  </a:cubicBezTo>
                  <a:cubicBezTo>
                    <a:pt x="47" y="59"/>
                    <a:pt x="48" y="58"/>
                    <a:pt x="48" y="58"/>
                  </a:cubicBezTo>
                  <a:cubicBezTo>
                    <a:pt x="49" y="57"/>
                    <a:pt x="49" y="56"/>
                    <a:pt x="49" y="55"/>
                  </a:cubicBezTo>
                  <a:cubicBezTo>
                    <a:pt x="49" y="55"/>
                    <a:pt x="49" y="54"/>
                    <a:pt x="48" y="53"/>
                  </a:cubicBezTo>
                  <a:cubicBezTo>
                    <a:pt x="48" y="53"/>
                    <a:pt x="46" y="53"/>
                    <a:pt x="46" y="53"/>
                  </a:cubicBezTo>
                  <a:cubicBezTo>
                    <a:pt x="45" y="53"/>
                    <a:pt x="44" y="52"/>
                    <a:pt x="43" y="51"/>
                  </a:cubicBezTo>
                  <a:cubicBezTo>
                    <a:pt x="43" y="51"/>
                    <a:pt x="42" y="50"/>
                    <a:pt x="41" y="50"/>
                  </a:cubicBezTo>
                  <a:cubicBezTo>
                    <a:pt x="41" y="49"/>
                    <a:pt x="40" y="49"/>
                    <a:pt x="40" y="49"/>
                  </a:cubicBezTo>
                  <a:cubicBezTo>
                    <a:pt x="39" y="49"/>
                    <a:pt x="38" y="48"/>
                    <a:pt x="38" y="47"/>
                  </a:cubicBezTo>
                  <a:cubicBezTo>
                    <a:pt x="38" y="47"/>
                    <a:pt x="37" y="46"/>
                    <a:pt x="36" y="46"/>
                  </a:cubicBezTo>
                  <a:cubicBezTo>
                    <a:pt x="36" y="46"/>
                    <a:pt x="35" y="47"/>
                    <a:pt x="35" y="47"/>
                  </a:cubicBezTo>
                  <a:cubicBezTo>
                    <a:pt x="34" y="47"/>
                    <a:pt x="34" y="48"/>
                    <a:pt x="34" y="48"/>
                  </a:cubicBezTo>
                  <a:cubicBezTo>
                    <a:pt x="33" y="49"/>
                    <a:pt x="33" y="50"/>
                    <a:pt x="33" y="51"/>
                  </a:cubicBezTo>
                  <a:cubicBezTo>
                    <a:pt x="32" y="51"/>
                    <a:pt x="32" y="52"/>
                    <a:pt x="31" y="52"/>
                  </a:cubicBezTo>
                  <a:cubicBezTo>
                    <a:pt x="30" y="52"/>
                    <a:pt x="29" y="51"/>
                    <a:pt x="28" y="50"/>
                  </a:cubicBezTo>
                  <a:cubicBezTo>
                    <a:pt x="28" y="50"/>
                    <a:pt x="28" y="49"/>
                    <a:pt x="27" y="48"/>
                  </a:cubicBezTo>
                  <a:cubicBezTo>
                    <a:pt x="27" y="47"/>
                    <a:pt x="25" y="46"/>
                    <a:pt x="24" y="45"/>
                  </a:cubicBezTo>
                  <a:cubicBezTo>
                    <a:pt x="24" y="45"/>
                    <a:pt x="22" y="45"/>
                    <a:pt x="22" y="45"/>
                  </a:cubicBezTo>
                  <a:cubicBezTo>
                    <a:pt x="21" y="44"/>
                    <a:pt x="20" y="43"/>
                    <a:pt x="19" y="43"/>
                  </a:cubicBezTo>
                  <a:cubicBezTo>
                    <a:pt x="18" y="42"/>
                    <a:pt x="17" y="42"/>
                    <a:pt x="17" y="41"/>
                  </a:cubicBezTo>
                  <a:cubicBezTo>
                    <a:pt x="16" y="41"/>
                    <a:pt x="15" y="41"/>
                    <a:pt x="14" y="41"/>
                  </a:cubicBezTo>
                  <a:cubicBezTo>
                    <a:pt x="13" y="41"/>
                    <a:pt x="12" y="42"/>
                    <a:pt x="11" y="42"/>
                  </a:cubicBezTo>
                  <a:cubicBezTo>
                    <a:pt x="10" y="43"/>
                    <a:pt x="9" y="43"/>
                    <a:pt x="8" y="44"/>
                  </a:cubicBezTo>
                  <a:cubicBezTo>
                    <a:pt x="7" y="44"/>
                    <a:pt x="6" y="45"/>
                    <a:pt x="6" y="45"/>
                  </a:cubicBezTo>
                  <a:cubicBezTo>
                    <a:pt x="5" y="45"/>
                    <a:pt x="4" y="46"/>
                    <a:pt x="3" y="47"/>
                  </a:cubicBezTo>
                  <a:cubicBezTo>
                    <a:pt x="3" y="47"/>
                    <a:pt x="2" y="47"/>
                    <a:pt x="2" y="47"/>
                  </a:cubicBezTo>
                  <a:cubicBezTo>
                    <a:pt x="2" y="47"/>
                    <a:pt x="1" y="46"/>
                    <a:pt x="1" y="46"/>
                  </a:cubicBezTo>
                  <a:cubicBezTo>
                    <a:pt x="1" y="45"/>
                    <a:pt x="0" y="44"/>
                    <a:pt x="1" y="43"/>
                  </a:cubicBezTo>
                  <a:cubicBezTo>
                    <a:pt x="1" y="43"/>
                    <a:pt x="1" y="42"/>
                    <a:pt x="2" y="42"/>
                  </a:cubicBezTo>
                  <a:cubicBezTo>
                    <a:pt x="2" y="41"/>
                    <a:pt x="3" y="41"/>
                    <a:pt x="3" y="41"/>
                  </a:cubicBezTo>
                  <a:cubicBezTo>
                    <a:pt x="3" y="41"/>
                    <a:pt x="4" y="40"/>
                    <a:pt x="4" y="40"/>
                  </a:cubicBezTo>
                  <a:cubicBezTo>
                    <a:pt x="3" y="39"/>
                    <a:pt x="3" y="38"/>
                    <a:pt x="2" y="38"/>
                  </a:cubicBezTo>
                  <a:cubicBezTo>
                    <a:pt x="2" y="37"/>
                    <a:pt x="2" y="36"/>
                    <a:pt x="2" y="36"/>
                  </a:cubicBezTo>
                  <a:cubicBezTo>
                    <a:pt x="2" y="35"/>
                    <a:pt x="3" y="33"/>
                    <a:pt x="4" y="33"/>
                  </a:cubicBezTo>
                  <a:cubicBezTo>
                    <a:pt x="4" y="32"/>
                    <a:pt x="4" y="30"/>
                    <a:pt x="5" y="29"/>
                  </a:cubicBezTo>
                  <a:cubicBezTo>
                    <a:pt x="6" y="29"/>
                    <a:pt x="7" y="28"/>
                    <a:pt x="8" y="28"/>
                  </a:cubicBezTo>
                  <a:cubicBezTo>
                    <a:pt x="9" y="28"/>
                    <a:pt x="10" y="28"/>
                    <a:pt x="10" y="27"/>
                  </a:cubicBezTo>
                  <a:cubicBezTo>
                    <a:pt x="11" y="27"/>
                    <a:pt x="11" y="26"/>
                    <a:pt x="11" y="26"/>
                  </a:cubicBezTo>
                  <a:cubicBezTo>
                    <a:pt x="12" y="25"/>
                    <a:pt x="12" y="24"/>
                    <a:pt x="12" y="24"/>
                  </a:cubicBezTo>
                  <a:cubicBezTo>
                    <a:pt x="12" y="23"/>
                    <a:pt x="11" y="22"/>
                    <a:pt x="11" y="21"/>
                  </a:cubicBezTo>
                  <a:cubicBezTo>
                    <a:pt x="11" y="20"/>
                    <a:pt x="11" y="19"/>
                    <a:pt x="12" y="18"/>
                  </a:cubicBezTo>
                  <a:cubicBezTo>
                    <a:pt x="12" y="18"/>
                    <a:pt x="13" y="17"/>
                    <a:pt x="13" y="17"/>
                  </a:cubicBezTo>
                  <a:cubicBezTo>
                    <a:pt x="14" y="17"/>
                    <a:pt x="14" y="18"/>
                    <a:pt x="14" y="18"/>
                  </a:cubicBezTo>
                  <a:cubicBezTo>
                    <a:pt x="14" y="18"/>
                    <a:pt x="15" y="18"/>
                    <a:pt x="16" y="18"/>
                  </a:cubicBezTo>
                  <a:cubicBezTo>
                    <a:pt x="16" y="18"/>
                    <a:pt x="17" y="16"/>
                    <a:pt x="17" y="15"/>
                  </a:cubicBezTo>
                  <a:cubicBezTo>
                    <a:pt x="17" y="15"/>
                    <a:pt x="19" y="14"/>
                    <a:pt x="19" y="14"/>
                  </a:cubicBezTo>
                  <a:cubicBezTo>
                    <a:pt x="20" y="13"/>
                    <a:pt x="21" y="12"/>
                    <a:pt x="22" y="11"/>
                  </a:cubicBezTo>
                  <a:cubicBezTo>
                    <a:pt x="22" y="11"/>
                    <a:pt x="23" y="10"/>
                    <a:pt x="24" y="10"/>
                  </a:cubicBezTo>
                  <a:cubicBezTo>
                    <a:pt x="24" y="9"/>
                    <a:pt x="24" y="7"/>
                    <a:pt x="24" y="7"/>
                  </a:cubicBezTo>
                  <a:cubicBezTo>
                    <a:pt x="23" y="6"/>
                    <a:pt x="22" y="7"/>
                    <a:pt x="21" y="6"/>
                  </a:cubicBezTo>
                  <a:cubicBezTo>
                    <a:pt x="21" y="6"/>
                    <a:pt x="20" y="5"/>
                    <a:pt x="20" y="5"/>
                  </a:cubicBezTo>
                  <a:cubicBezTo>
                    <a:pt x="20" y="4"/>
                    <a:pt x="20" y="3"/>
                    <a:pt x="20" y="3"/>
                  </a:cubicBezTo>
                  <a:cubicBezTo>
                    <a:pt x="20" y="2"/>
                    <a:pt x="21" y="1"/>
                    <a:pt x="22" y="1"/>
                  </a:cubicBezTo>
                  <a:cubicBezTo>
                    <a:pt x="22" y="1"/>
                    <a:pt x="24" y="0"/>
                    <a:pt x="24" y="0"/>
                  </a:cubicBezTo>
                  <a:cubicBezTo>
                    <a:pt x="25" y="0"/>
                    <a:pt x="26" y="1"/>
                    <a:pt x="26" y="1"/>
                  </a:cubicBezTo>
                  <a:cubicBezTo>
                    <a:pt x="27" y="2"/>
                    <a:pt x="27" y="3"/>
                    <a:pt x="27" y="4"/>
                  </a:cubicBezTo>
                  <a:cubicBezTo>
                    <a:pt x="28" y="4"/>
                    <a:pt x="29" y="4"/>
                    <a:pt x="30" y="4"/>
                  </a:cubicBezTo>
                  <a:cubicBezTo>
                    <a:pt x="32" y="4"/>
                    <a:pt x="34" y="5"/>
                    <a:pt x="35" y="5"/>
                  </a:cubicBezTo>
                  <a:cubicBezTo>
                    <a:pt x="36" y="5"/>
                    <a:pt x="37" y="6"/>
                    <a:pt x="38" y="6"/>
                  </a:cubicBezTo>
                  <a:cubicBezTo>
                    <a:pt x="38" y="6"/>
                    <a:pt x="40" y="7"/>
                    <a:pt x="40" y="7"/>
                  </a:cubicBezTo>
                  <a:cubicBezTo>
                    <a:pt x="41" y="6"/>
                    <a:pt x="42" y="5"/>
                    <a:pt x="43" y="5"/>
                  </a:cubicBezTo>
                  <a:cubicBezTo>
                    <a:pt x="44" y="5"/>
                    <a:pt x="46" y="5"/>
                    <a:pt x="46" y="5"/>
                  </a:cubicBezTo>
                  <a:cubicBezTo>
                    <a:pt x="47" y="5"/>
                    <a:pt x="48" y="6"/>
                    <a:pt x="49" y="6"/>
                  </a:cubicBezTo>
                  <a:cubicBezTo>
                    <a:pt x="50" y="5"/>
                    <a:pt x="50" y="3"/>
                    <a:pt x="51" y="3"/>
                  </a:cubicBezTo>
                  <a:cubicBezTo>
                    <a:pt x="51" y="3"/>
                    <a:pt x="53" y="2"/>
                    <a:pt x="54" y="2"/>
                  </a:cubicBezTo>
                  <a:cubicBezTo>
                    <a:pt x="54" y="2"/>
                    <a:pt x="54" y="2"/>
                    <a:pt x="54" y="3"/>
                  </a:cubicBezTo>
                  <a:cubicBezTo>
                    <a:pt x="55" y="3"/>
                    <a:pt x="55" y="5"/>
                    <a:pt x="55" y="6"/>
                  </a:cubicBezTo>
                  <a:cubicBezTo>
                    <a:pt x="56" y="7"/>
                    <a:pt x="56" y="8"/>
                    <a:pt x="56" y="9"/>
                  </a:cubicBezTo>
                  <a:cubicBezTo>
                    <a:pt x="57" y="11"/>
                    <a:pt x="60" y="13"/>
                    <a:pt x="61" y="14"/>
                  </a:cubicBezTo>
                  <a:cubicBezTo>
                    <a:pt x="61" y="15"/>
                    <a:pt x="61" y="17"/>
                    <a:pt x="62" y="18"/>
                  </a:cubicBezTo>
                  <a:cubicBezTo>
                    <a:pt x="62" y="18"/>
                    <a:pt x="63" y="20"/>
                    <a:pt x="63" y="20"/>
                  </a:cubicBezTo>
                  <a:cubicBezTo>
                    <a:pt x="64" y="21"/>
                    <a:pt x="66" y="22"/>
                    <a:pt x="66" y="23"/>
                  </a:cubicBezTo>
                  <a:cubicBezTo>
                    <a:pt x="67" y="23"/>
                    <a:pt x="68" y="25"/>
                    <a:pt x="68" y="25"/>
                  </a:cubicBezTo>
                  <a:cubicBezTo>
                    <a:pt x="68" y="26"/>
                    <a:pt x="69" y="27"/>
                    <a:pt x="69" y="27"/>
                  </a:cubicBezTo>
                  <a:cubicBezTo>
                    <a:pt x="69" y="29"/>
                    <a:pt x="68" y="33"/>
                    <a:pt x="68" y="35"/>
                  </a:cubicBezTo>
                  <a:cubicBezTo>
                    <a:pt x="68" y="37"/>
                    <a:pt x="68" y="39"/>
                    <a:pt x="68" y="40"/>
                  </a:cubicBezTo>
                  <a:cubicBezTo>
                    <a:pt x="68" y="41"/>
                    <a:pt x="69" y="44"/>
                    <a:pt x="69" y="45"/>
                  </a:cubicBezTo>
                  <a:cubicBezTo>
                    <a:pt x="69" y="46"/>
                    <a:pt x="69" y="48"/>
                    <a:pt x="70" y="49"/>
                  </a:cubicBezTo>
                  <a:cubicBezTo>
                    <a:pt x="70" y="50"/>
                    <a:pt x="70" y="52"/>
                    <a:pt x="71" y="5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36"/>
            <p:cNvSpPr>
              <a:spLocks/>
            </p:cNvSpPr>
            <p:nvPr/>
          </p:nvSpPr>
          <p:spPr bwMode="auto">
            <a:xfrm>
              <a:off x="1930401" y="2452688"/>
              <a:ext cx="285750" cy="206375"/>
            </a:xfrm>
            <a:custGeom>
              <a:avLst/>
              <a:gdLst/>
              <a:ahLst/>
              <a:cxnLst>
                <a:cxn ang="0">
                  <a:pos x="72" y="3"/>
                </a:cxn>
                <a:cxn ang="0">
                  <a:pos x="83" y="2"/>
                </a:cxn>
                <a:cxn ang="0">
                  <a:pos x="92" y="9"/>
                </a:cxn>
                <a:cxn ang="0">
                  <a:pos x="99" y="6"/>
                </a:cxn>
                <a:cxn ang="0">
                  <a:pos x="105" y="9"/>
                </a:cxn>
                <a:cxn ang="0">
                  <a:pos x="113" y="14"/>
                </a:cxn>
                <a:cxn ang="0">
                  <a:pos x="113" y="21"/>
                </a:cxn>
                <a:cxn ang="0">
                  <a:pos x="118" y="28"/>
                </a:cxn>
                <a:cxn ang="0">
                  <a:pos x="126" y="22"/>
                </a:cxn>
                <a:cxn ang="0">
                  <a:pos x="128" y="16"/>
                </a:cxn>
                <a:cxn ang="0">
                  <a:pos x="135" y="12"/>
                </a:cxn>
                <a:cxn ang="0">
                  <a:pos x="140" y="29"/>
                </a:cxn>
                <a:cxn ang="0">
                  <a:pos x="148" y="40"/>
                </a:cxn>
                <a:cxn ang="0">
                  <a:pos x="144" y="44"/>
                </a:cxn>
                <a:cxn ang="0">
                  <a:pos x="138" y="48"/>
                </a:cxn>
                <a:cxn ang="0">
                  <a:pos x="134" y="53"/>
                </a:cxn>
                <a:cxn ang="0">
                  <a:pos x="135" y="61"/>
                </a:cxn>
                <a:cxn ang="0">
                  <a:pos x="128" y="65"/>
                </a:cxn>
                <a:cxn ang="0">
                  <a:pos x="123" y="72"/>
                </a:cxn>
                <a:cxn ang="0">
                  <a:pos x="112" y="78"/>
                </a:cxn>
                <a:cxn ang="0">
                  <a:pos x="102" y="81"/>
                </a:cxn>
                <a:cxn ang="0">
                  <a:pos x="98" y="73"/>
                </a:cxn>
                <a:cxn ang="0">
                  <a:pos x="90" y="75"/>
                </a:cxn>
                <a:cxn ang="0">
                  <a:pos x="86" y="85"/>
                </a:cxn>
                <a:cxn ang="0">
                  <a:pos x="88" y="92"/>
                </a:cxn>
                <a:cxn ang="0">
                  <a:pos x="80" y="92"/>
                </a:cxn>
                <a:cxn ang="0">
                  <a:pos x="79" y="99"/>
                </a:cxn>
                <a:cxn ang="0">
                  <a:pos x="75" y="101"/>
                </a:cxn>
                <a:cxn ang="0">
                  <a:pos x="66" y="97"/>
                </a:cxn>
                <a:cxn ang="0">
                  <a:pos x="64" y="106"/>
                </a:cxn>
                <a:cxn ang="0">
                  <a:pos x="52" y="108"/>
                </a:cxn>
                <a:cxn ang="0">
                  <a:pos x="43" y="104"/>
                </a:cxn>
                <a:cxn ang="0">
                  <a:pos x="36" y="106"/>
                </a:cxn>
                <a:cxn ang="0">
                  <a:pos x="30" y="110"/>
                </a:cxn>
                <a:cxn ang="0">
                  <a:pos x="26" y="106"/>
                </a:cxn>
                <a:cxn ang="0">
                  <a:pos x="26" y="96"/>
                </a:cxn>
                <a:cxn ang="0">
                  <a:pos x="18" y="91"/>
                </a:cxn>
                <a:cxn ang="0">
                  <a:pos x="6" y="78"/>
                </a:cxn>
                <a:cxn ang="0">
                  <a:pos x="1" y="69"/>
                </a:cxn>
                <a:cxn ang="0">
                  <a:pos x="0" y="57"/>
                </a:cxn>
                <a:cxn ang="0">
                  <a:pos x="3" y="36"/>
                </a:cxn>
                <a:cxn ang="0">
                  <a:pos x="8" y="30"/>
                </a:cxn>
                <a:cxn ang="0">
                  <a:pos x="16" y="31"/>
                </a:cxn>
                <a:cxn ang="0">
                  <a:pos x="22" y="27"/>
                </a:cxn>
                <a:cxn ang="0">
                  <a:pos x="26" y="23"/>
                </a:cxn>
                <a:cxn ang="0">
                  <a:pos x="33" y="19"/>
                </a:cxn>
                <a:cxn ang="0">
                  <a:pos x="45" y="13"/>
                </a:cxn>
                <a:cxn ang="0">
                  <a:pos x="55" y="16"/>
                </a:cxn>
                <a:cxn ang="0">
                  <a:pos x="61" y="17"/>
                </a:cxn>
                <a:cxn ang="0">
                  <a:pos x="65" y="10"/>
                </a:cxn>
              </a:cxnLst>
              <a:rect l="0" t="0" r="r" b="b"/>
              <a:pathLst>
                <a:path w="151" h="110">
                  <a:moveTo>
                    <a:pt x="66" y="6"/>
                  </a:moveTo>
                  <a:cubicBezTo>
                    <a:pt x="66" y="6"/>
                    <a:pt x="67" y="6"/>
                    <a:pt x="67" y="6"/>
                  </a:cubicBezTo>
                  <a:cubicBezTo>
                    <a:pt x="68" y="5"/>
                    <a:pt x="69" y="4"/>
                    <a:pt x="70" y="4"/>
                  </a:cubicBezTo>
                  <a:cubicBezTo>
                    <a:pt x="70" y="4"/>
                    <a:pt x="71" y="3"/>
                    <a:pt x="72" y="3"/>
                  </a:cubicBezTo>
                  <a:cubicBezTo>
                    <a:pt x="73" y="2"/>
                    <a:pt x="74" y="2"/>
                    <a:pt x="75" y="1"/>
                  </a:cubicBezTo>
                  <a:cubicBezTo>
                    <a:pt x="76" y="1"/>
                    <a:pt x="77" y="0"/>
                    <a:pt x="78" y="0"/>
                  </a:cubicBezTo>
                  <a:cubicBezTo>
                    <a:pt x="79" y="0"/>
                    <a:pt x="80" y="0"/>
                    <a:pt x="81" y="0"/>
                  </a:cubicBezTo>
                  <a:cubicBezTo>
                    <a:pt x="81" y="1"/>
                    <a:pt x="82" y="1"/>
                    <a:pt x="83" y="2"/>
                  </a:cubicBezTo>
                  <a:cubicBezTo>
                    <a:pt x="84" y="2"/>
                    <a:pt x="85" y="3"/>
                    <a:pt x="86" y="4"/>
                  </a:cubicBezTo>
                  <a:cubicBezTo>
                    <a:pt x="86" y="4"/>
                    <a:pt x="88" y="4"/>
                    <a:pt x="88" y="4"/>
                  </a:cubicBezTo>
                  <a:cubicBezTo>
                    <a:pt x="89" y="5"/>
                    <a:pt x="91" y="6"/>
                    <a:pt x="91" y="7"/>
                  </a:cubicBezTo>
                  <a:cubicBezTo>
                    <a:pt x="92" y="8"/>
                    <a:pt x="92" y="9"/>
                    <a:pt x="92" y="9"/>
                  </a:cubicBezTo>
                  <a:cubicBezTo>
                    <a:pt x="93" y="10"/>
                    <a:pt x="94" y="11"/>
                    <a:pt x="95" y="11"/>
                  </a:cubicBezTo>
                  <a:cubicBezTo>
                    <a:pt x="96" y="11"/>
                    <a:pt x="96" y="10"/>
                    <a:pt x="97" y="10"/>
                  </a:cubicBezTo>
                  <a:cubicBezTo>
                    <a:pt x="97" y="9"/>
                    <a:pt x="97" y="8"/>
                    <a:pt x="98" y="7"/>
                  </a:cubicBezTo>
                  <a:cubicBezTo>
                    <a:pt x="98" y="7"/>
                    <a:pt x="98" y="6"/>
                    <a:pt x="99" y="6"/>
                  </a:cubicBezTo>
                  <a:cubicBezTo>
                    <a:pt x="99" y="6"/>
                    <a:pt x="100" y="5"/>
                    <a:pt x="100" y="5"/>
                  </a:cubicBezTo>
                  <a:cubicBezTo>
                    <a:pt x="101" y="5"/>
                    <a:pt x="102" y="6"/>
                    <a:pt x="102" y="6"/>
                  </a:cubicBezTo>
                  <a:cubicBezTo>
                    <a:pt x="102" y="7"/>
                    <a:pt x="103" y="8"/>
                    <a:pt x="104" y="8"/>
                  </a:cubicBezTo>
                  <a:cubicBezTo>
                    <a:pt x="104" y="8"/>
                    <a:pt x="105" y="8"/>
                    <a:pt x="105" y="9"/>
                  </a:cubicBezTo>
                  <a:cubicBezTo>
                    <a:pt x="106" y="9"/>
                    <a:pt x="107" y="10"/>
                    <a:pt x="107" y="10"/>
                  </a:cubicBezTo>
                  <a:cubicBezTo>
                    <a:pt x="108" y="11"/>
                    <a:pt x="109" y="12"/>
                    <a:pt x="110" y="12"/>
                  </a:cubicBezTo>
                  <a:cubicBezTo>
                    <a:pt x="110" y="12"/>
                    <a:pt x="112" y="12"/>
                    <a:pt x="112" y="12"/>
                  </a:cubicBezTo>
                  <a:cubicBezTo>
                    <a:pt x="113" y="13"/>
                    <a:pt x="113" y="14"/>
                    <a:pt x="113" y="14"/>
                  </a:cubicBezTo>
                  <a:cubicBezTo>
                    <a:pt x="113" y="15"/>
                    <a:pt x="113" y="16"/>
                    <a:pt x="112" y="17"/>
                  </a:cubicBezTo>
                  <a:cubicBezTo>
                    <a:pt x="112" y="17"/>
                    <a:pt x="111" y="18"/>
                    <a:pt x="111" y="18"/>
                  </a:cubicBezTo>
                  <a:cubicBezTo>
                    <a:pt x="110" y="19"/>
                    <a:pt x="110" y="20"/>
                    <a:pt x="111" y="20"/>
                  </a:cubicBezTo>
                  <a:cubicBezTo>
                    <a:pt x="111" y="21"/>
                    <a:pt x="112" y="21"/>
                    <a:pt x="113" y="21"/>
                  </a:cubicBezTo>
                  <a:cubicBezTo>
                    <a:pt x="113" y="21"/>
                    <a:pt x="114" y="22"/>
                    <a:pt x="115" y="23"/>
                  </a:cubicBezTo>
                  <a:cubicBezTo>
                    <a:pt x="115" y="23"/>
                    <a:pt x="114" y="25"/>
                    <a:pt x="115" y="26"/>
                  </a:cubicBezTo>
                  <a:cubicBezTo>
                    <a:pt x="115" y="26"/>
                    <a:pt x="115" y="27"/>
                    <a:pt x="116" y="27"/>
                  </a:cubicBezTo>
                  <a:cubicBezTo>
                    <a:pt x="116" y="27"/>
                    <a:pt x="117" y="28"/>
                    <a:pt x="118" y="28"/>
                  </a:cubicBezTo>
                  <a:cubicBezTo>
                    <a:pt x="119" y="28"/>
                    <a:pt x="121" y="27"/>
                    <a:pt x="121" y="27"/>
                  </a:cubicBezTo>
                  <a:cubicBezTo>
                    <a:pt x="122" y="27"/>
                    <a:pt x="124" y="27"/>
                    <a:pt x="125" y="26"/>
                  </a:cubicBezTo>
                  <a:cubicBezTo>
                    <a:pt x="125" y="26"/>
                    <a:pt x="126" y="25"/>
                    <a:pt x="126" y="25"/>
                  </a:cubicBezTo>
                  <a:cubicBezTo>
                    <a:pt x="126" y="24"/>
                    <a:pt x="126" y="22"/>
                    <a:pt x="126" y="22"/>
                  </a:cubicBezTo>
                  <a:cubicBezTo>
                    <a:pt x="126" y="21"/>
                    <a:pt x="125" y="20"/>
                    <a:pt x="125" y="19"/>
                  </a:cubicBezTo>
                  <a:cubicBezTo>
                    <a:pt x="125" y="19"/>
                    <a:pt x="124" y="17"/>
                    <a:pt x="125" y="17"/>
                  </a:cubicBezTo>
                  <a:cubicBezTo>
                    <a:pt x="125" y="17"/>
                    <a:pt x="126" y="16"/>
                    <a:pt x="126" y="16"/>
                  </a:cubicBezTo>
                  <a:cubicBezTo>
                    <a:pt x="127" y="16"/>
                    <a:pt x="128" y="16"/>
                    <a:pt x="128" y="16"/>
                  </a:cubicBezTo>
                  <a:cubicBezTo>
                    <a:pt x="129" y="16"/>
                    <a:pt x="130" y="16"/>
                    <a:pt x="131" y="16"/>
                  </a:cubicBezTo>
                  <a:cubicBezTo>
                    <a:pt x="131" y="15"/>
                    <a:pt x="132" y="14"/>
                    <a:pt x="132" y="13"/>
                  </a:cubicBezTo>
                  <a:cubicBezTo>
                    <a:pt x="132" y="13"/>
                    <a:pt x="133" y="12"/>
                    <a:pt x="133" y="12"/>
                  </a:cubicBezTo>
                  <a:cubicBezTo>
                    <a:pt x="133" y="12"/>
                    <a:pt x="134" y="12"/>
                    <a:pt x="135" y="12"/>
                  </a:cubicBezTo>
                  <a:cubicBezTo>
                    <a:pt x="135" y="13"/>
                    <a:pt x="136" y="15"/>
                    <a:pt x="136" y="15"/>
                  </a:cubicBezTo>
                  <a:cubicBezTo>
                    <a:pt x="136" y="17"/>
                    <a:pt x="138" y="19"/>
                    <a:pt x="138" y="21"/>
                  </a:cubicBezTo>
                  <a:cubicBezTo>
                    <a:pt x="138" y="22"/>
                    <a:pt x="139" y="24"/>
                    <a:pt x="139" y="25"/>
                  </a:cubicBezTo>
                  <a:cubicBezTo>
                    <a:pt x="139" y="26"/>
                    <a:pt x="139" y="28"/>
                    <a:pt x="140" y="29"/>
                  </a:cubicBezTo>
                  <a:cubicBezTo>
                    <a:pt x="140" y="30"/>
                    <a:pt x="140" y="31"/>
                    <a:pt x="140" y="32"/>
                  </a:cubicBezTo>
                  <a:cubicBezTo>
                    <a:pt x="141" y="33"/>
                    <a:pt x="142" y="34"/>
                    <a:pt x="143" y="34"/>
                  </a:cubicBezTo>
                  <a:cubicBezTo>
                    <a:pt x="144" y="35"/>
                    <a:pt x="146" y="36"/>
                    <a:pt x="146" y="37"/>
                  </a:cubicBezTo>
                  <a:cubicBezTo>
                    <a:pt x="147" y="38"/>
                    <a:pt x="148" y="40"/>
                    <a:pt x="148" y="40"/>
                  </a:cubicBezTo>
                  <a:cubicBezTo>
                    <a:pt x="149" y="41"/>
                    <a:pt x="150" y="42"/>
                    <a:pt x="151" y="42"/>
                  </a:cubicBezTo>
                  <a:cubicBezTo>
                    <a:pt x="150" y="43"/>
                    <a:pt x="150" y="43"/>
                    <a:pt x="149" y="43"/>
                  </a:cubicBezTo>
                  <a:cubicBezTo>
                    <a:pt x="149" y="43"/>
                    <a:pt x="147" y="43"/>
                    <a:pt x="147" y="43"/>
                  </a:cubicBezTo>
                  <a:cubicBezTo>
                    <a:pt x="146" y="43"/>
                    <a:pt x="144" y="44"/>
                    <a:pt x="144" y="44"/>
                  </a:cubicBezTo>
                  <a:cubicBezTo>
                    <a:pt x="143" y="44"/>
                    <a:pt x="142" y="44"/>
                    <a:pt x="141" y="44"/>
                  </a:cubicBezTo>
                  <a:cubicBezTo>
                    <a:pt x="141" y="44"/>
                    <a:pt x="140" y="44"/>
                    <a:pt x="139" y="44"/>
                  </a:cubicBezTo>
                  <a:cubicBezTo>
                    <a:pt x="139" y="44"/>
                    <a:pt x="139" y="45"/>
                    <a:pt x="139" y="46"/>
                  </a:cubicBezTo>
                  <a:cubicBezTo>
                    <a:pt x="138" y="46"/>
                    <a:pt x="138" y="48"/>
                    <a:pt x="138" y="48"/>
                  </a:cubicBezTo>
                  <a:cubicBezTo>
                    <a:pt x="137" y="49"/>
                    <a:pt x="136" y="49"/>
                    <a:pt x="135" y="49"/>
                  </a:cubicBezTo>
                  <a:cubicBezTo>
                    <a:pt x="135" y="49"/>
                    <a:pt x="134" y="49"/>
                    <a:pt x="134" y="49"/>
                  </a:cubicBezTo>
                  <a:cubicBezTo>
                    <a:pt x="133" y="50"/>
                    <a:pt x="133" y="50"/>
                    <a:pt x="133" y="51"/>
                  </a:cubicBezTo>
                  <a:cubicBezTo>
                    <a:pt x="133" y="51"/>
                    <a:pt x="133" y="52"/>
                    <a:pt x="134" y="53"/>
                  </a:cubicBezTo>
                  <a:cubicBezTo>
                    <a:pt x="134" y="53"/>
                    <a:pt x="135" y="53"/>
                    <a:pt x="136" y="54"/>
                  </a:cubicBezTo>
                  <a:cubicBezTo>
                    <a:pt x="136" y="55"/>
                    <a:pt x="137" y="56"/>
                    <a:pt x="137" y="57"/>
                  </a:cubicBezTo>
                  <a:cubicBezTo>
                    <a:pt x="137" y="58"/>
                    <a:pt x="136" y="59"/>
                    <a:pt x="136" y="60"/>
                  </a:cubicBezTo>
                  <a:cubicBezTo>
                    <a:pt x="136" y="60"/>
                    <a:pt x="135" y="61"/>
                    <a:pt x="135" y="61"/>
                  </a:cubicBezTo>
                  <a:cubicBezTo>
                    <a:pt x="134" y="61"/>
                    <a:pt x="134" y="61"/>
                    <a:pt x="134" y="61"/>
                  </a:cubicBezTo>
                  <a:cubicBezTo>
                    <a:pt x="134" y="61"/>
                    <a:pt x="132" y="61"/>
                    <a:pt x="132" y="61"/>
                  </a:cubicBezTo>
                  <a:cubicBezTo>
                    <a:pt x="131" y="61"/>
                    <a:pt x="130" y="62"/>
                    <a:pt x="130" y="63"/>
                  </a:cubicBezTo>
                  <a:cubicBezTo>
                    <a:pt x="129" y="63"/>
                    <a:pt x="129" y="65"/>
                    <a:pt x="128" y="65"/>
                  </a:cubicBezTo>
                  <a:cubicBezTo>
                    <a:pt x="127" y="66"/>
                    <a:pt x="126" y="66"/>
                    <a:pt x="126" y="66"/>
                  </a:cubicBezTo>
                  <a:cubicBezTo>
                    <a:pt x="125" y="67"/>
                    <a:pt x="125" y="68"/>
                    <a:pt x="125" y="68"/>
                  </a:cubicBezTo>
                  <a:cubicBezTo>
                    <a:pt x="125" y="69"/>
                    <a:pt x="125" y="69"/>
                    <a:pt x="125" y="69"/>
                  </a:cubicBezTo>
                  <a:cubicBezTo>
                    <a:pt x="124" y="70"/>
                    <a:pt x="124" y="71"/>
                    <a:pt x="123" y="72"/>
                  </a:cubicBezTo>
                  <a:cubicBezTo>
                    <a:pt x="123" y="72"/>
                    <a:pt x="121" y="73"/>
                    <a:pt x="121" y="73"/>
                  </a:cubicBezTo>
                  <a:cubicBezTo>
                    <a:pt x="120" y="73"/>
                    <a:pt x="118" y="74"/>
                    <a:pt x="117" y="75"/>
                  </a:cubicBezTo>
                  <a:cubicBezTo>
                    <a:pt x="116" y="75"/>
                    <a:pt x="115" y="75"/>
                    <a:pt x="114" y="76"/>
                  </a:cubicBezTo>
                  <a:cubicBezTo>
                    <a:pt x="113" y="76"/>
                    <a:pt x="113" y="77"/>
                    <a:pt x="112" y="78"/>
                  </a:cubicBezTo>
                  <a:cubicBezTo>
                    <a:pt x="111" y="78"/>
                    <a:pt x="110" y="77"/>
                    <a:pt x="109" y="78"/>
                  </a:cubicBezTo>
                  <a:cubicBezTo>
                    <a:pt x="108" y="78"/>
                    <a:pt x="108" y="80"/>
                    <a:pt x="107" y="80"/>
                  </a:cubicBezTo>
                  <a:cubicBezTo>
                    <a:pt x="106" y="81"/>
                    <a:pt x="105" y="82"/>
                    <a:pt x="104" y="82"/>
                  </a:cubicBezTo>
                  <a:cubicBezTo>
                    <a:pt x="103" y="82"/>
                    <a:pt x="102" y="81"/>
                    <a:pt x="102" y="81"/>
                  </a:cubicBezTo>
                  <a:cubicBezTo>
                    <a:pt x="101" y="80"/>
                    <a:pt x="101" y="79"/>
                    <a:pt x="101" y="78"/>
                  </a:cubicBezTo>
                  <a:cubicBezTo>
                    <a:pt x="101" y="77"/>
                    <a:pt x="100" y="76"/>
                    <a:pt x="100" y="75"/>
                  </a:cubicBezTo>
                  <a:cubicBezTo>
                    <a:pt x="99" y="75"/>
                    <a:pt x="98" y="75"/>
                    <a:pt x="98" y="74"/>
                  </a:cubicBezTo>
                  <a:cubicBezTo>
                    <a:pt x="98" y="74"/>
                    <a:pt x="98" y="73"/>
                    <a:pt x="98" y="73"/>
                  </a:cubicBezTo>
                  <a:cubicBezTo>
                    <a:pt x="98" y="72"/>
                    <a:pt x="97" y="72"/>
                    <a:pt x="97" y="72"/>
                  </a:cubicBezTo>
                  <a:cubicBezTo>
                    <a:pt x="96" y="72"/>
                    <a:pt x="94" y="72"/>
                    <a:pt x="93" y="72"/>
                  </a:cubicBezTo>
                  <a:cubicBezTo>
                    <a:pt x="93" y="72"/>
                    <a:pt x="91" y="72"/>
                    <a:pt x="90" y="73"/>
                  </a:cubicBezTo>
                  <a:cubicBezTo>
                    <a:pt x="90" y="73"/>
                    <a:pt x="90" y="75"/>
                    <a:pt x="90" y="75"/>
                  </a:cubicBezTo>
                  <a:cubicBezTo>
                    <a:pt x="90" y="76"/>
                    <a:pt x="91" y="77"/>
                    <a:pt x="91" y="78"/>
                  </a:cubicBezTo>
                  <a:cubicBezTo>
                    <a:pt x="91" y="79"/>
                    <a:pt x="89" y="80"/>
                    <a:pt x="88" y="80"/>
                  </a:cubicBezTo>
                  <a:cubicBezTo>
                    <a:pt x="87" y="81"/>
                    <a:pt x="86" y="81"/>
                    <a:pt x="86" y="82"/>
                  </a:cubicBezTo>
                  <a:cubicBezTo>
                    <a:pt x="85" y="83"/>
                    <a:pt x="85" y="84"/>
                    <a:pt x="86" y="85"/>
                  </a:cubicBezTo>
                  <a:cubicBezTo>
                    <a:pt x="86" y="85"/>
                    <a:pt x="87" y="86"/>
                    <a:pt x="87" y="86"/>
                  </a:cubicBezTo>
                  <a:cubicBezTo>
                    <a:pt x="88" y="87"/>
                    <a:pt x="87" y="89"/>
                    <a:pt x="87" y="89"/>
                  </a:cubicBezTo>
                  <a:cubicBezTo>
                    <a:pt x="87" y="90"/>
                    <a:pt x="88" y="92"/>
                    <a:pt x="88" y="92"/>
                  </a:cubicBezTo>
                  <a:cubicBezTo>
                    <a:pt x="88" y="92"/>
                    <a:pt x="88" y="92"/>
                    <a:pt x="88" y="92"/>
                  </a:cubicBezTo>
                  <a:cubicBezTo>
                    <a:pt x="87" y="92"/>
                    <a:pt x="86" y="92"/>
                    <a:pt x="86" y="92"/>
                  </a:cubicBezTo>
                  <a:cubicBezTo>
                    <a:pt x="85" y="92"/>
                    <a:pt x="84" y="93"/>
                    <a:pt x="83" y="93"/>
                  </a:cubicBezTo>
                  <a:cubicBezTo>
                    <a:pt x="83" y="93"/>
                    <a:pt x="82" y="92"/>
                    <a:pt x="82" y="92"/>
                  </a:cubicBezTo>
                  <a:cubicBezTo>
                    <a:pt x="81" y="92"/>
                    <a:pt x="80" y="92"/>
                    <a:pt x="80" y="92"/>
                  </a:cubicBezTo>
                  <a:cubicBezTo>
                    <a:pt x="79" y="92"/>
                    <a:pt x="79" y="93"/>
                    <a:pt x="79" y="94"/>
                  </a:cubicBezTo>
                  <a:cubicBezTo>
                    <a:pt x="79" y="94"/>
                    <a:pt x="79" y="95"/>
                    <a:pt x="80" y="96"/>
                  </a:cubicBezTo>
                  <a:cubicBezTo>
                    <a:pt x="80" y="96"/>
                    <a:pt x="80" y="97"/>
                    <a:pt x="80" y="97"/>
                  </a:cubicBezTo>
                  <a:cubicBezTo>
                    <a:pt x="79" y="98"/>
                    <a:pt x="79" y="99"/>
                    <a:pt x="79" y="99"/>
                  </a:cubicBezTo>
                  <a:cubicBezTo>
                    <a:pt x="79" y="100"/>
                    <a:pt x="80" y="100"/>
                    <a:pt x="80" y="100"/>
                  </a:cubicBezTo>
                  <a:cubicBezTo>
                    <a:pt x="80" y="101"/>
                    <a:pt x="80" y="102"/>
                    <a:pt x="79" y="103"/>
                  </a:cubicBezTo>
                  <a:cubicBezTo>
                    <a:pt x="79" y="103"/>
                    <a:pt x="77" y="102"/>
                    <a:pt x="77" y="102"/>
                  </a:cubicBezTo>
                  <a:cubicBezTo>
                    <a:pt x="76" y="102"/>
                    <a:pt x="75" y="101"/>
                    <a:pt x="75" y="101"/>
                  </a:cubicBezTo>
                  <a:cubicBezTo>
                    <a:pt x="74" y="100"/>
                    <a:pt x="72" y="99"/>
                    <a:pt x="71" y="99"/>
                  </a:cubicBezTo>
                  <a:cubicBezTo>
                    <a:pt x="71" y="98"/>
                    <a:pt x="70" y="97"/>
                    <a:pt x="70" y="97"/>
                  </a:cubicBezTo>
                  <a:cubicBezTo>
                    <a:pt x="70" y="97"/>
                    <a:pt x="69" y="96"/>
                    <a:pt x="68" y="96"/>
                  </a:cubicBezTo>
                  <a:cubicBezTo>
                    <a:pt x="68" y="96"/>
                    <a:pt x="67" y="97"/>
                    <a:pt x="66" y="97"/>
                  </a:cubicBezTo>
                  <a:cubicBezTo>
                    <a:pt x="66" y="98"/>
                    <a:pt x="66" y="99"/>
                    <a:pt x="66" y="99"/>
                  </a:cubicBezTo>
                  <a:cubicBezTo>
                    <a:pt x="67" y="99"/>
                    <a:pt x="67" y="100"/>
                    <a:pt x="67" y="101"/>
                  </a:cubicBezTo>
                  <a:cubicBezTo>
                    <a:pt x="67" y="101"/>
                    <a:pt x="67" y="102"/>
                    <a:pt x="67" y="103"/>
                  </a:cubicBezTo>
                  <a:cubicBezTo>
                    <a:pt x="66" y="104"/>
                    <a:pt x="65" y="105"/>
                    <a:pt x="64" y="106"/>
                  </a:cubicBezTo>
                  <a:cubicBezTo>
                    <a:pt x="63" y="107"/>
                    <a:pt x="61" y="108"/>
                    <a:pt x="60" y="109"/>
                  </a:cubicBezTo>
                  <a:cubicBezTo>
                    <a:pt x="59" y="109"/>
                    <a:pt x="56" y="110"/>
                    <a:pt x="55" y="110"/>
                  </a:cubicBezTo>
                  <a:cubicBezTo>
                    <a:pt x="55" y="110"/>
                    <a:pt x="54" y="110"/>
                    <a:pt x="53" y="110"/>
                  </a:cubicBezTo>
                  <a:cubicBezTo>
                    <a:pt x="53" y="110"/>
                    <a:pt x="52" y="109"/>
                    <a:pt x="52" y="108"/>
                  </a:cubicBezTo>
                  <a:cubicBezTo>
                    <a:pt x="52" y="108"/>
                    <a:pt x="51" y="108"/>
                    <a:pt x="51" y="108"/>
                  </a:cubicBezTo>
                  <a:cubicBezTo>
                    <a:pt x="50" y="107"/>
                    <a:pt x="48" y="108"/>
                    <a:pt x="48" y="107"/>
                  </a:cubicBezTo>
                  <a:cubicBezTo>
                    <a:pt x="47" y="107"/>
                    <a:pt x="46" y="107"/>
                    <a:pt x="46" y="107"/>
                  </a:cubicBezTo>
                  <a:cubicBezTo>
                    <a:pt x="45" y="106"/>
                    <a:pt x="44" y="105"/>
                    <a:pt x="43" y="104"/>
                  </a:cubicBezTo>
                  <a:cubicBezTo>
                    <a:pt x="43" y="104"/>
                    <a:pt x="42" y="103"/>
                    <a:pt x="42" y="103"/>
                  </a:cubicBezTo>
                  <a:cubicBezTo>
                    <a:pt x="41" y="103"/>
                    <a:pt x="40" y="103"/>
                    <a:pt x="40" y="103"/>
                  </a:cubicBezTo>
                  <a:cubicBezTo>
                    <a:pt x="39" y="103"/>
                    <a:pt x="39" y="104"/>
                    <a:pt x="39" y="104"/>
                  </a:cubicBezTo>
                  <a:cubicBezTo>
                    <a:pt x="39" y="105"/>
                    <a:pt x="37" y="105"/>
                    <a:pt x="36" y="106"/>
                  </a:cubicBezTo>
                  <a:cubicBezTo>
                    <a:pt x="36" y="106"/>
                    <a:pt x="35" y="107"/>
                    <a:pt x="34" y="107"/>
                  </a:cubicBezTo>
                  <a:cubicBezTo>
                    <a:pt x="34" y="108"/>
                    <a:pt x="34" y="109"/>
                    <a:pt x="34" y="109"/>
                  </a:cubicBezTo>
                  <a:cubicBezTo>
                    <a:pt x="33" y="110"/>
                    <a:pt x="32" y="110"/>
                    <a:pt x="32" y="110"/>
                  </a:cubicBezTo>
                  <a:cubicBezTo>
                    <a:pt x="32" y="110"/>
                    <a:pt x="30" y="110"/>
                    <a:pt x="30" y="110"/>
                  </a:cubicBezTo>
                  <a:cubicBezTo>
                    <a:pt x="29" y="110"/>
                    <a:pt x="29" y="108"/>
                    <a:pt x="29" y="108"/>
                  </a:cubicBezTo>
                  <a:cubicBezTo>
                    <a:pt x="28" y="108"/>
                    <a:pt x="28" y="108"/>
                    <a:pt x="27" y="108"/>
                  </a:cubicBezTo>
                  <a:cubicBezTo>
                    <a:pt x="27" y="108"/>
                    <a:pt x="27" y="107"/>
                    <a:pt x="27" y="107"/>
                  </a:cubicBezTo>
                  <a:cubicBezTo>
                    <a:pt x="27" y="107"/>
                    <a:pt x="26" y="106"/>
                    <a:pt x="26" y="106"/>
                  </a:cubicBezTo>
                  <a:cubicBezTo>
                    <a:pt x="26" y="106"/>
                    <a:pt x="26" y="105"/>
                    <a:pt x="26" y="104"/>
                  </a:cubicBezTo>
                  <a:cubicBezTo>
                    <a:pt x="26" y="103"/>
                    <a:pt x="25" y="102"/>
                    <a:pt x="25" y="101"/>
                  </a:cubicBezTo>
                  <a:cubicBezTo>
                    <a:pt x="25" y="101"/>
                    <a:pt x="25" y="99"/>
                    <a:pt x="25" y="98"/>
                  </a:cubicBezTo>
                  <a:cubicBezTo>
                    <a:pt x="25" y="98"/>
                    <a:pt x="26" y="96"/>
                    <a:pt x="26" y="96"/>
                  </a:cubicBezTo>
                  <a:cubicBezTo>
                    <a:pt x="26" y="95"/>
                    <a:pt x="26" y="93"/>
                    <a:pt x="25" y="92"/>
                  </a:cubicBezTo>
                  <a:cubicBezTo>
                    <a:pt x="24" y="92"/>
                    <a:pt x="23" y="92"/>
                    <a:pt x="22" y="91"/>
                  </a:cubicBezTo>
                  <a:cubicBezTo>
                    <a:pt x="22" y="91"/>
                    <a:pt x="20" y="92"/>
                    <a:pt x="19" y="92"/>
                  </a:cubicBezTo>
                  <a:cubicBezTo>
                    <a:pt x="19" y="92"/>
                    <a:pt x="18" y="91"/>
                    <a:pt x="18" y="91"/>
                  </a:cubicBezTo>
                  <a:cubicBezTo>
                    <a:pt x="17" y="90"/>
                    <a:pt x="16" y="88"/>
                    <a:pt x="16" y="87"/>
                  </a:cubicBezTo>
                  <a:cubicBezTo>
                    <a:pt x="15" y="86"/>
                    <a:pt x="13" y="84"/>
                    <a:pt x="12" y="83"/>
                  </a:cubicBezTo>
                  <a:cubicBezTo>
                    <a:pt x="12" y="82"/>
                    <a:pt x="11" y="80"/>
                    <a:pt x="9" y="79"/>
                  </a:cubicBezTo>
                  <a:cubicBezTo>
                    <a:pt x="9" y="78"/>
                    <a:pt x="7" y="79"/>
                    <a:pt x="6" y="78"/>
                  </a:cubicBezTo>
                  <a:cubicBezTo>
                    <a:pt x="5" y="78"/>
                    <a:pt x="5" y="77"/>
                    <a:pt x="4" y="76"/>
                  </a:cubicBezTo>
                  <a:cubicBezTo>
                    <a:pt x="4" y="76"/>
                    <a:pt x="3" y="74"/>
                    <a:pt x="3" y="73"/>
                  </a:cubicBezTo>
                  <a:cubicBezTo>
                    <a:pt x="3" y="73"/>
                    <a:pt x="2" y="72"/>
                    <a:pt x="2" y="71"/>
                  </a:cubicBezTo>
                  <a:cubicBezTo>
                    <a:pt x="2" y="70"/>
                    <a:pt x="1" y="69"/>
                    <a:pt x="1" y="69"/>
                  </a:cubicBezTo>
                  <a:cubicBezTo>
                    <a:pt x="2" y="68"/>
                    <a:pt x="3" y="67"/>
                    <a:pt x="3" y="66"/>
                  </a:cubicBezTo>
                  <a:cubicBezTo>
                    <a:pt x="4" y="65"/>
                    <a:pt x="4" y="64"/>
                    <a:pt x="4" y="63"/>
                  </a:cubicBezTo>
                  <a:cubicBezTo>
                    <a:pt x="4" y="62"/>
                    <a:pt x="3" y="61"/>
                    <a:pt x="2" y="60"/>
                  </a:cubicBezTo>
                  <a:cubicBezTo>
                    <a:pt x="2" y="59"/>
                    <a:pt x="0" y="58"/>
                    <a:pt x="0" y="57"/>
                  </a:cubicBezTo>
                  <a:cubicBezTo>
                    <a:pt x="0" y="56"/>
                    <a:pt x="0" y="54"/>
                    <a:pt x="0" y="53"/>
                  </a:cubicBezTo>
                  <a:cubicBezTo>
                    <a:pt x="0" y="51"/>
                    <a:pt x="0" y="47"/>
                    <a:pt x="1" y="45"/>
                  </a:cubicBezTo>
                  <a:cubicBezTo>
                    <a:pt x="1" y="44"/>
                    <a:pt x="2" y="43"/>
                    <a:pt x="2" y="42"/>
                  </a:cubicBezTo>
                  <a:cubicBezTo>
                    <a:pt x="2" y="40"/>
                    <a:pt x="3" y="38"/>
                    <a:pt x="3" y="36"/>
                  </a:cubicBezTo>
                  <a:cubicBezTo>
                    <a:pt x="3" y="36"/>
                    <a:pt x="2" y="34"/>
                    <a:pt x="2" y="33"/>
                  </a:cubicBezTo>
                  <a:cubicBezTo>
                    <a:pt x="3" y="33"/>
                    <a:pt x="3" y="32"/>
                    <a:pt x="3" y="32"/>
                  </a:cubicBezTo>
                  <a:cubicBezTo>
                    <a:pt x="4" y="31"/>
                    <a:pt x="5" y="31"/>
                    <a:pt x="6" y="30"/>
                  </a:cubicBezTo>
                  <a:cubicBezTo>
                    <a:pt x="6" y="30"/>
                    <a:pt x="7" y="30"/>
                    <a:pt x="8" y="30"/>
                  </a:cubicBezTo>
                  <a:cubicBezTo>
                    <a:pt x="8" y="30"/>
                    <a:pt x="9" y="30"/>
                    <a:pt x="10" y="30"/>
                  </a:cubicBezTo>
                  <a:cubicBezTo>
                    <a:pt x="11" y="30"/>
                    <a:pt x="12" y="31"/>
                    <a:pt x="13" y="32"/>
                  </a:cubicBezTo>
                  <a:cubicBezTo>
                    <a:pt x="13" y="32"/>
                    <a:pt x="14" y="32"/>
                    <a:pt x="15" y="32"/>
                  </a:cubicBezTo>
                  <a:cubicBezTo>
                    <a:pt x="15" y="32"/>
                    <a:pt x="16" y="32"/>
                    <a:pt x="16" y="31"/>
                  </a:cubicBezTo>
                  <a:cubicBezTo>
                    <a:pt x="17" y="31"/>
                    <a:pt x="17" y="30"/>
                    <a:pt x="17" y="30"/>
                  </a:cubicBezTo>
                  <a:cubicBezTo>
                    <a:pt x="18" y="30"/>
                    <a:pt x="18" y="29"/>
                    <a:pt x="18" y="28"/>
                  </a:cubicBezTo>
                  <a:cubicBezTo>
                    <a:pt x="18" y="28"/>
                    <a:pt x="19" y="27"/>
                    <a:pt x="20" y="27"/>
                  </a:cubicBezTo>
                  <a:cubicBezTo>
                    <a:pt x="20" y="27"/>
                    <a:pt x="21" y="28"/>
                    <a:pt x="22" y="27"/>
                  </a:cubicBezTo>
                  <a:cubicBezTo>
                    <a:pt x="22" y="27"/>
                    <a:pt x="23" y="27"/>
                    <a:pt x="23" y="26"/>
                  </a:cubicBezTo>
                  <a:cubicBezTo>
                    <a:pt x="23" y="26"/>
                    <a:pt x="23" y="25"/>
                    <a:pt x="23" y="25"/>
                  </a:cubicBezTo>
                  <a:cubicBezTo>
                    <a:pt x="23" y="25"/>
                    <a:pt x="24" y="24"/>
                    <a:pt x="25" y="24"/>
                  </a:cubicBezTo>
                  <a:cubicBezTo>
                    <a:pt x="25" y="24"/>
                    <a:pt x="26" y="23"/>
                    <a:pt x="26" y="23"/>
                  </a:cubicBezTo>
                  <a:cubicBezTo>
                    <a:pt x="26" y="22"/>
                    <a:pt x="26" y="21"/>
                    <a:pt x="27" y="20"/>
                  </a:cubicBezTo>
                  <a:cubicBezTo>
                    <a:pt x="27" y="20"/>
                    <a:pt x="28" y="19"/>
                    <a:pt x="28" y="19"/>
                  </a:cubicBezTo>
                  <a:cubicBezTo>
                    <a:pt x="28" y="19"/>
                    <a:pt x="29" y="18"/>
                    <a:pt x="30" y="18"/>
                  </a:cubicBezTo>
                  <a:cubicBezTo>
                    <a:pt x="30" y="18"/>
                    <a:pt x="32" y="19"/>
                    <a:pt x="33" y="19"/>
                  </a:cubicBezTo>
                  <a:cubicBezTo>
                    <a:pt x="33" y="19"/>
                    <a:pt x="35" y="18"/>
                    <a:pt x="36" y="18"/>
                  </a:cubicBezTo>
                  <a:cubicBezTo>
                    <a:pt x="37" y="17"/>
                    <a:pt x="38" y="16"/>
                    <a:pt x="39" y="16"/>
                  </a:cubicBezTo>
                  <a:cubicBezTo>
                    <a:pt x="40" y="16"/>
                    <a:pt x="41" y="15"/>
                    <a:pt x="42" y="14"/>
                  </a:cubicBezTo>
                  <a:cubicBezTo>
                    <a:pt x="43" y="14"/>
                    <a:pt x="44" y="14"/>
                    <a:pt x="45" y="13"/>
                  </a:cubicBezTo>
                  <a:cubicBezTo>
                    <a:pt x="45" y="13"/>
                    <a:pt x="47" y="13"/>
                    <a:pt x="48" y="13"/>
                  </a:cubicBezTo>
                  <a:cubicBezTo>
                    <a:pt x="49" y="13"/>
                    <a:pt x="50" y="14"/>
                    <a:pt x="51" y="15"/>
                  </a:cubicBezTo>
                  <a:cubicBezTo>
                    <a:pt x="52" y="15"/>
                    <a:pt x="53" y="16"/>
                    <a:pt x="53" y="16"/>
                  </a:cubicBezTo>
                  <a:cubicBezTo>
                    <a:pt x="54" y="16"/>
                    <a:pt x="55" y="16"/>
                    <a:pt x="55" y="16"/>
                  </a:cubicBezTo>
                  <a:cubicBezTo>
                    <a:pt x="56" y="17"/>
                    <a:pt x="56" y="19"/>
                    <a:pt x="56" y="19"/>
                  </a:cubicBezTo>
                  <a:cubicBezTo>
                    <a:pt x="57" y="19"/>
                    <a:pt x="58" y="19"/>
                    <a:pt x="58" y="19"/>
                  </a:cubicBezTo>
                  <a:cubicBezTo>
                    <a:pt x="58" y="19"/>
                    <a:pt x="59" y="18"/>
                    <a:pt x="59" y="18"/>
                  </a:cubicBezTo>
                  <a:cubicBezTo>
                    <a:pt x="59" y="17"/>
                    <a:pt x="60" y="17"/>
                    <a:pt x="61" y="17"/>
                  </a:cubicBezTo>
                  <a:cubicBezTo>
                    <a:pt x="61" y="16"/>
                    <a:pt x="63" y="16"/>
                    <a:pt x="63" y="16"/>
                  </a:cubicBezTo>
                  <a:cubicBezTo>
                    <a:pt x="63" y="16"/>
                    <a:pt x="64" y="15"/>
                    <a:pt x="64" y="15"/>
                  </a:cubicBezTo>
                  <a:cubicBezTo>
                    <a:pt x="64" y="14"/>
                    <a:pt x="64" y="13"/>
                    <a:pt x="64" y="12"/>
                  </a:cubicBezTo>
                  <a:cubicBezTo>
                    <a:pt x="64" y="12"/>
                    <a:pt x="65" y="10"/>
                    <a:pt x="65" y="10"/>
                  </a:cubicBezTo>
                  <a:cubicBezTo>
                    <a:pt x="65" y="9"/>
                    <a:pt x="65" y="8"/>
                    <a:pt x="65" y="7"/>
                  </a:cubicBezTo>
                  <a:cubicBezTo>
                    <a:pt x="65" y="7"/>
                    <a:pt x="66" y="6"/>
                    <a:pt x="66"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37"/>
            <p:cNvSpPr>
              <a:spLocks/>
            </p:cNvSpPr>
            <p:nvPr/>
          </p:nvSpPr>
          <p:spPr bwMode="auto">
            <a:xfrm>
              <a:off x="2090738" y="2579688"/>
              <a:ext cx="79375" cy="79375"/>
            </a:xfrm>
            <a:custGeom>
              <a:avLst/>
              <a:gdLst/>
              <a:ahLst/>
              <a:cxnLst>
                <a:cxn ang="0">
                  <a:pos x="42" y="5"/>
                </a:cxn>
                <a:cxn ang="0">
                  <a:pos x="41" y="10"/>
                </a:cxn>
                <a:cxn ang="0">
                  <a:pos x="38" y="14"/>
                </a:cxn>
                <a:cxn ang="0">
                  <a:pos x="36" y="21"/>
                </a:cxn>
                <a:cxn ang="0">
                  <a:pos x="40" y="25"/>
                </a:cxn>
                <a:cxn ang="0">
                  <a:pos x="38" y="30"/>
                </a:cxn>
                <a:cxn ang="0">
                  <a:pos x="36" y="30"/>
                </a:cxn>
                <a:cxn ang="0">
                  <a:pos x="34" y="31"/>
                </a:cxn>
                <a:cxn ang="0">
                  <a:pos x="36" y="34"/>
                </a:cxn>
                <a:cxn ang="0">
                  <a:pos x="37" y="40"/>
                </a:cxn>
                <a:cxn ang="0">
                  <a:pos x="34" y="40"/>
                </a:cxn>
                <a:cxn ang="0">
                  <a:pos x="32" y="35"/>
                </a:cxn>
                <a:cxn ang="0">
                  <a:pos x="28" y="35"/>
                </a:cxn>
                <a:cxn ang="0">
                  <a:pos x="27" y="37"/>
                </a:cxn>
                <a:cxn ang="0">
                  <a:pos x="22" y="36"/>
                </a:cxn>
                <a:cxn ang="0">
                  <a:pos x="18" y="31"/>
                </a:cxn>
                <a:cxn ang="0">
                  <a:pos x="16" y="28"/>
                </a:cxn>
                <a:cxn ang="0">
                  <a:pos x="10" y="27"/>
                </a:cxn>
                <a:cxn ang="0">
                  <a:pos x="5" y="24"/>
                </a:cxn>
                <a:cxn ang="0">
                  <a:pos x="2" y="21"/>
                </a:cxn>
                <a:cxn ang="0">
                  <a:pos x="1" y="17"/>
                </a:cxn>
                <a:cxn ang="0">
                  <a:pos x="3" y="12"/>
                </a:cxn>
                <a:cxn ang="0">
                  <a:pos x="5" y="7"/>
                </a:cxn>
                <a:cxn ang="0">
                  <a:pos x="8" y="4"/>
                </a:cxn>
                <a:cxn ang="0">
                  <a:pos x="13" y="5"/>
                </a:cxn>
                <a:cxn ang="0">
                  <a:pos x="15" y="7"/>
                </a:cxn>
                <a:cxn ang="0">
                  <a:pos x="17" y="13"/>
                </a:cxn>
                <a:cxn ang="0">
                  <a:pos x="22" y="12"/>
                </a:cxn>
                <a:cxn ang="0">
                  <a:pos x="27" y="10"/>
                </a:cxn>
                <a:cxn ang="0">
                  <a:pos x="32" y="7"/>
                </a:cxn>
                <a:cxn ang="0">
                  <a:pos x="38" y="4"/>
                </a:cxn>
                <a:cxn ang="0">
                  <a:pos x="40" y="0"/>
                </a:cxn>
                <a:cxn ang="0">
                  <a:pos x="42" y="2"/>
                </a:cxn>
              </a:cxnLst>
              <a:rect l="0" t="0" r="r" b="b"/>
              <a:pathLst>
                <a:path w="42" h="42">
                  <a:moveTo>
                    <a:pt x="42" y="2"/>
                  </a:moveTo>
                  <a:cubicBezTo>
                    <a:pt x="42" y="3"/>
                    <a:pt x="42" y="5"/>
                    <a:pt x="42" y="5"/>
                  </a:cubicBezTo>
                  <a:cubicBezTo>
                    <a:pt x="42" y="6"/>
                    <a:pt x="41" y="6"/>
                    <a:pt x="41" y="7"/>
                  </a:cubicBezTo>
                  <a:cubicBezTo>
                    <a:pt x="40" y="7"/>
                    <a:pt x="41" y="9"/>
                    <a:pt x="41" y="10"/>
                  </a:cubicBezTo>
                  <a:cubicBezTo>
                    <a:pt x="41" y="10"/>
                    <a:pt x="40" y="11"/>
                    <a:pt x="40" y="12"/>
                  </a:cubicBezTo>
                  <a:cubicBezTo>
                    <a:pt x="39" y="13"/>
                    <a:pt x="38" y="14"/>
                    <a:pt x="38" y="14"/>
                  </a:cubicBezTo>
                  <a:cubicBezTo>
                    <a:pt x="37" y="15"/>
                    <a:pt x="36" y="16"/>
                    <a:pt x="36" y="17"/>
                  </a:cubicBezTo>
                  <a:cubicBezTo>
                    <a:pt x="36" y="18"/>
                    <a:pt x="36" y="20"/>
                    <a:pt x="36" y="21"/>
                  </a:cubicBezTo>
                  <a:cubicBezTo>
                    <a:pt x="36" y="21"/>
                    <a:pt x="38" y="22"/>
                    <a:pt x="39" y="22"/>
                  </a:cubicBezTo>
                  <a:cubicBezTo>
                    <a:pt x="39" y="23"/>
                    <a:pt x="40" y="24"/>
                    <a:pt x="40" y="25"/>
                  </a:cubicBezTo>
                  <a:cubicBezTo>
                    <a:pt x="40" y="26"/>
                    <a:pt x="39" y="27"/>
                    <a:pt x="38" y="28"/>
                  </a:cubicBezTo>
                  <a:cubicBezTo>
                    <a:pt x="38" y="28"/>
                    <a:pt x="38" y="29"/>
                    <a:pt x="38" y="30"/>
                  </a:cubicBezTo>
                  <a:cubicBezTo>
                    <a:pt x="37" y="30"/>
                    <a:pt x="37" y="31"/>
                    <a:pt x="37" y="32"/>
                  </a:cubicBezTo>
                  <a:cubicBezTo>
                    <a:pt x="37" y="31"/>
                    <a:pt x="37" y="30"/>
                    <a:pt x="36" y="30"/>
                  </a:cubicBezTo>
                  <a:cubicBezTo>
                    <a:pt x="36" y="30"/>
                    <a:pt x="35" y="30"/>
                    <a:pt x="35" y="30"/>
                  </a:cubicBezTo>
                  <a:cubicBezTo>
                    <a:pt x="35" y="30"/>
                    <a:pt x="34" y="30"/>
                    <a:pt x="34" y="31"/>
                  </a:cubicBezTo>
                  <a:cubicBezTo>
                    <a:pt x="33" y="31"/>
                    <a:pt x="34" y="32"/>
                    <a:pt x="34" y="32"/>
                  </a:cubicBezTo>
                  <a:cubicBezTo>
                    <a:pt x="35" y="33"/>
                    <a:pt x="36" y="33"/>
                    <a:pt x="36" y="34"/>
                  </a:cubicBezTo>
                  <a:cubicBezTo>
                    <a:pt x="36" y="34"/>
                    <a:pt x="36" y="36"/>
                    <a:pt x="37" y="37"/>
                  </a:cubicBezTo>
                  <a:cubicBezTo>
                    <a:pt x="37" y="37"/>
                    <a:pt x="37" y="39"/>
                    <a:pt x="37" y="40"/>
                  </a:cubicBezTo>
                  <a:cubicBezTo>
                    <a:pt x="37" y="40"/>
                    <a:pt x="37" y="41"/>
                    <a:pt x="36" y="42"/>
                  </a:cubicBezTo>
                  <a:cubicBezTo>
                    <a:pt x="36" y="42"/>
                    <a:pt x="34" y="41"/>
                    <a:pt x="34" y="40"/>
                  </a:cubicBezTo>
                  <a:cubicBezTo>
                    <a:pt x="34" y="40"/>
                    <a:pt x="33" y="38"/>
                    <a:pt x="33" y="37"/>
                  </a:cubicBezTo>
                  <a:cubicBezTo>
                    <a:pt x="32" y="37"/>
                    <a:pt x="32" y="36"/>
                    <a:pt x="32" y="35"/>
                  </a:cubicBezTo>
                  <a:cubicBezTo>
                    <a:pt x="32" y="35"/>
                    <a:pt x="32" y="35"/>
                    <a:pt x="31" y="34"/>
                  </a:cubicBezTo>
                  <a:cubicBezTo>
                    <a:pt x="31" y="34"/>
                    <a:pt x="29" y="34"/>
                    <a:pt x="28" y="35"/>
                  </a:cubicBezTo>
                  <a:cubicBezTo>
                    <a:pt x="28" y="35"/>
                    <a:pt x="27" y="35"/>
                    <a:pt x="27" y="35"/>
                  </a:cubicBezTo>
                  <a:cubicBezTo>
                    <a:pt x="27" y="36"/>
                    <a:pt x="27" y="37"/>
                    <a:pt x="27" y="37"/>
                  </a:cubicBezTo>
                  <a:cubicBezTo>
                    <a:pt x="27" y="38"/>
                    <a:pt x="25" y="38"/>
                    <a:pt x="25" y="37"/>
                  </a:cubicBezTo>
                  <a:cubicBezTo>
                    <a:pt x="24" y="37"/>
                    <a:pt x="23" y="37"/>
                    <a:pt x="22" y="36"/>
                  </a:cubicBezTo>
                  <a:cubicBezTo>
                    <a:pt x="21" y="36"/>
                    <a:pt x="21" y="35"/>
                    <a:pt x="20" y="35"/>
                  </a:cubicBezTo>
                  <a:cubicBezTo>
                    <a:pt x="20" y="34"/>
                    <a:pt x="19" y="32"/>
                    <a:pt x="18" y="31"/>
                  </a:cubicBezTo>
                  <a:cubicBezTo>
                    <a:pt x="18" y="31"/>
                    <a:pt x="18" y="29"/>
                    <a:pt x="17" y="29"/>
                  </a:cubicBezTo>
                  <a:cubicBezTo>
                    <a:pt x="17" y="28"/>
                    <a:pt x="17" y="28"/>
                    <a:pt x="16" y="28"/>
                  </a:cubicBezTo>
                  <a:cubicBezTo>
                    <a:pt x="15" y="27"/>
                    <a:pt x="13" y="28"/>
                    <a:pt x="13" y="28"/>
                  </a:cubicBezTo>
                  <a:cubicBezTo>
                    <a:pt x="12" y="28"/>
                    <a:pt x="11" y="27"/>
                    <a:pt x="10" y="27"/>
                  </a:cubicBezTo>
                  <a:cubicBezTo>
                    <a:pt x="10" y="27"/>
                    <a:pt x="9" y="25"/>
                    <a:pt x="9" y="25"/>
                  </a:cubicBezTo>
                  <a:cubicBezTo>
                    <a:pt x="8" y="25"/>
                    <a:pt x="6" y="24"/>
                    <a:pt x="5" y="24"/>
                  </a:cubicBezTo>
                  <a:cubicBezTo>
                    <a:pt x="5" y="24"/>
                    <a:pt x="4" y="24"/>
                    <a:pt x="3" y="24"/>
                  </a:cubicBezTo>
                  <a:cubicBezTo>
                    <a:pt x="3" y="24"/>
                    <a:pt x="2" y="22"/>
                    <a:pt x="2" y="21"/>
                  </a:cubicBezTo>
                  <a:cubicBezTo>
                    <a:pt x="2" y="21"/>
                    <a:pt x="3" y="19"/>
                    <a:pt x="2" y="18"/>
                  </a:cubicBezTo>
                  <a:cubicBezTo>
                    <a:pt x="2" y="18"/>
                    <a:pt x="1" y="17"/>
                    <a:pt x="1" y="17"/>
                  </a:cubicBezTo>
                  <a:cubicBezTo>
                    <a:pt x="0" y="16"/>
                    <a:pt x="0" y="15"/>
                    <a:pt x="1" y="14"/>
                  </a:cubicBezTo>
                  <a:cubicBezTo>
                    <a:pt x="1" y="13"/>
                    <a:pt x="2" y="13"/>
                    <a:pt x="3" y="12"/>
                  </a:cubicBezTo>
                  <a:cubicBezTo>
                    <a:pt x="4" y="12"/>
                    <a:pt x="6" y="11"/>
                    <a:pt x="6" y="10"/>
                  </a:cubicBezTo>
                  <a:cubicBezTo>
                    <a:pt x="6" y="9"/>
                    <a:pt x="5" y="8"/>
                    <a:pt x="5" y="7"/>
                  </a:cubicBezTo>
                  <a:cubicBezTo>
                    <a:pt x="5" y="7"/>
                    <a:pt x="5" y="5"/>
                    <a:pt x="5" y="5"/>
                  </a:cubicBezTo>
                  <a:cubicBezTo>
                    <a:pt x="6" y="4"/>
                    <a:pt x="8" y="4"/>
                    <a:pt x="8" y="4"/>
                  </a:cubicBezTo>
                  <a:cubicBezTo>
                    <a:pt x="9" y="4"/>
                    <a:pt x="11" y="4"/>
                    <a:pt x="12" y="4"/>
                  </a:cubicBezTo>
                  <a:cubicBezTo>
                    <a:pt x="12" y="4"/>
                    <a:pt x="13" y="4"/>
                    <a:pt x="13" y="5"/>
                  </a:cubicBezTo>
                  <a:cubicBezTo>
                    <a:pt x="13" y="5"/>
                    <a:pt x="13" y="6"/>
                    <a:pt x="13" y="6"/>
                  </a:cubicBezTo>
                  <a:cubicBezTo>
                    <a:pt x="13" y="7"/>
                    <a:pt x="14" y="7"/>
                    <a:pt x="15" y="7"/>
                  </a:cubicBezTo>
                  <a:cubicBezTo>
                    <a:pt x="15" y="8"/>
                    <a:pt x="16" y="9"/>
                    <a:pt x="16" y="10"/>
                  </a:cubicBezTo>
                  <a:cubicBezTo>
                    <a:pt x="16" y="11"/>
                    <a:pt x="16" y="12"/>
                    <a:pt x="17" y="13"/>
                  </a:cubicBezTo>
                  <a:cubicBezTo>
                    <a:pt x="17" y="13"/>
                    <a:pt x="18" y="14"/>
                    <a:pt x="19" y="14"/>
                  </a:cubicBezTo>
                  <a:cubicBezTo>
                    <a:pt x="20" y="14"/>
                    <a:pt x="21" y="13"/>
                    <a:pt x="22" y="12"/>
                  </a:cubicBezTo>
                  <a:cubicBezTo>
                    <a:pt x="23" y="12"/>
                    <a:pt x="23" y="10"/>
                    <a:pt x="24" y="10"/>
                  </a:cubicBezTo>
                  <a:cubicBezTo>
                    <a:pt x="25" y="9"/>
                    <a:pt x="26" y="10"/>
                    <a:pt x="27" y="10"/>
                  </a:cubicBezTo>
                  <a:cubicBezTo>
                    <a:pt x="28" y="9"/>
                    <a:pt x="28" y="8"/>
                    <a:pt x="29" y="8"/>
                  </a:cubicBezTo>
                  <a:cubicBezTo>
                    <a:pt x="30" y="7"/>
                    <a:pt x="31" y="7"/>
                    <a:pt x="32" y="7"/>
                  </a:cubicBezTo>
                  <a:cubicBezTo>
                    <a:pt x="33" y="6"/>
                    <a:pt x="35" y="5"/>
                    <a:pt x="36" y="5"/>
                  </a:cubicBezTo>
                  <a:cubicBezTo>
                    <a:pt x="36" y="5"/>
                    <a:pt x="38" y="4"/>
                    <a:pt x="38" y="4"/>
                  </a:cubicBezTo>
                  <a:cubicBezTo>
                    <a:pt x="39" y="3"/>
                    <a:pt x="39" y="2"/>
                    <a:pt x="40" y="1"/>
                  </a:cubicBezTo>
                  <a:cubicBezTo>
                    <a:pt x="40" y="1"/>
                    <a:pt x="40" y="1"/>
                    <a:pt x="40" y="0"/>
                  </a:cubicBezTo>
                  <a:cubicBezTo>
                    <a:pt x="40" y="1"/>
                    <a:pt x="40" y="1"/>
                    <a:pt x="40" y="1"/>
                  </a:cubicBezTo>
                  <a:cubicBezTo>
                    <a:pt x="41" y="1"/>
                    <a:pt x="41" y="2"/>
                    <a:pt x="42"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38"/>
            <p:cNvSpPr>
              <a:spLocks/>
            </p:cNvSpPr>
            <p:nvPr/>
          </p:nvSpPr>
          <p:spPr bwMode="auto">
            <a:xfrm>
              <a:off x="2181226" y="2530476"/>
              <a:ext cx="58738" cy="44450"/>
            </a:xfrm>
            <a:custGeom>
              <a:avLst/>
              <a:gdLst/>
              <a:ahLst/>
              <a:cxnLst>
                <a:cxn ang="0">
                  <a:pos x="31" y="20"/>
                </a:cxn>
                <a:cxn ang="0">
                  <a:pos x="28" y="22"/>
                </a:cxn>
                <a:cxn ang="0">
                  <a:pos x="26" y="22"/>
                </a:cxn>
                <a:cxn ang="0">
                  <a:pos x="22" y="22"/>
                </a:cxn>
                <a:cxn ang="0">
                  <a:pos x="20" y="22"/>
                </a:cxn>
                <a:cxn ang="0">
                  <a:pos x="17" y="22"/>
                </a:cxn>
                <a:cxn ang="0">
                  <a:pos x="14" y="21"/>
                </a:cxn>
                <a:cxn ang="0">
                  <a:pos x="13" y="22"/>
                </a:cxn>
                <a:cxn ang="0">
                  <a:pos x="11" y="21"/>
                </a:cxn>
                <a:cxn ang="0">
                  <a:pos x="10" y="20"/>
                </a:cxn>
                <a:cxn ang="0">
                  <a:pos x="7" y="18"/>
                </a:cxn>
                <a:cxn ang="0">
                  <a:pos x="5" y="18"/>
                </a:cxn>
                <a:cxn ang="0">
                  <a:pos x="5" y="21"/>
                </a:cxn>
                <a:cxn ang="0">
                  <a:pos x="3" y="20"/>
                </a:cxn>
                <a:cxn ang="0">
                  <a:pos x="2" y="19"/>
                </a:cxn>
                <a:cxn ang="0">
                  <a:pos x="3" y="18"/>
                </a:cxn>
                <a:cxn ang="0">
                  <a:pos x="4" y="15"/>
                </a:cxn>
                <a:cxn ang="0">
                  <a:pos x="3" y="12"/>
                </a:cxn>
                <a:cxn ang="0">
                  <a:pos x="1" y="11"/>
                </a:cxn>
                <a:cxn ang="0">
                  <a:pos x="0" y="9"/>
                </a:cxn>
                <a:cxn ang="0">
                  <a:pos x="1" y="7"/>
                </a:cxn>
                <a:cxn ang="0">
                  <a:pos x="2" y="7"/>
                </a:cxn>
                <a:cxn ang="0">
                  <a:pos x="5" y="6"/>
                </a:cxn>
                <a:cxn ang="0">
                  <a:pos x="6" y="4"/>
                </a:cxn>
                <a:cxn ang="0">
                  <a:pos x="6" y="2"/>
                </a:cxn>
                <a:cxn ang="0">
                  <a:pos x="8" y="2"/>
                </a:cxn>
                <a:cxn ang="0">
                  <a:pos x="11" y="2"/>
                </a:cxn>
                <a:cxn ang="0">
                  <a:pos x="14" y="1"/>
                </a:cxn>
                <a:cxn ang="0">
                  <a:pos x="16" y="1"/>
                </a:cxn>
                <a:cxn ang="0">
                  <a:pos x="18" y="0"/>
                </a:cxn>
                <a:cxn ang="0">
                  <a:pos x="19" y="2"/>
                </a:cxn>
                <a:cxn ang="0">
                  <a:pos x="21" y="2"/>
                </a:cxn>
                <a:cxn ang="0">
                  <a:pos x="22" y="2"/>
                </a:cxn>
                <a:cxn ang="0">
                  <a:pos x="24" y="2"/>
                </a:cxn>
                <a:cxn ang="0">
                  <a:pos x="26" y="3"/>
                </a:cxn>
                <a:cxn ang="0">
                  <a:pos x="26" y="5"/>
                </a:cxn>
                <a:cxn ang="0">
                  <a:pos x="25" y="6"/>
                </a:cxn>
                <a:cxn ang="0">
                  <a:pos x="24" y="8"/>
                </a:cxn>
                <a:cxn ang="0">
                  <a:pos x="24" y="10"/>
                </a:cxn>
                <a:cxn ang="0">
                  <a:pos x="25" y="13"/>
                </a:cxn>
                <a:cxn ang="0">
                  <a:pos x="27" y="15"/>
                </a:cxn>
                <a:cxn ang="0">
                  <a:pos x="29" y="18"/>
                </a:cxn>
                <a:cxn ang="0">
                  <a:pos x="31" y="20"/>
                </a:cxn>
              </a:cxnLst>
              <a:rect l="0" t="0" r="r" b="b"/>
              <a:pathLst>
                <a:path w="31" h="23">
                  <a:moveTo>
                    <a:pt x="31" y="20"/>
                  </a:moveTo>
                  <a:cubicBezTo>
                    <a:pt x="30" y="21"/>
                    <a:pt x="28" y="21"/>
                    <a:pt x="28" y="22"/>
                  </a:cubicBezTo>
                  <a:cubicBezTo>
                    <a:pt x="27" y="22"/>
                    <a:pt x="26" y="22"/>
                    <a:pt x="26" y="22"/>
                  </a:cubicBezTo>
                  <a:cubicBezTo>
                    <a:pt x="25" y="23"/>
                    <a:pt x="23" y="23"/>
                    <a:pt x="22" y="22"/>
                  </a:cubicBezTo>
                  <a:cubicBezTo>
                    <a:pt x="22" y="22"/>
                    <a:pt x="20" y="22"/>
                    <a:pt x="20" y="22"/>
                  </a:cubicBezTo>
                  <a:cubicBezTo>
                    <a:pt x="19" y="22"/>
                    <a:pt x="18" y="22"/>
                    <a:pt x="17" y="22"/>
                  </a:cubicBezTo>
                  <a:cubicBezTo>
                    <a:pt x="16" y="22"/>
                    <a:pt x="15" y="21"/>
                    <a:pt x="14" y="21"/>
                  </a:cubicBezTo>
                  <a:cubicBezTo>
                    <a:pt x="14" y="21"/>
                    <a:pt x="14" y="21"/>
                    <a:pt x="13" y="22"/>
                  </a:cubicBezTo>
                  <a:cubicBezTo>
                    <a:pt x="13" y="22"/>
                    <a:pt x="12" y="21"/>
                    <a:pt x="11" y="21"/>
                  </a:cubicBezTo>
                  <a:cubicBezTo>
                    <a:pt x="11" y="21"/>
                    <a:pt x="10" y="20"/>
                    <a:pt x="10" y="20"/>
                  </a:cubicBezTo>
                  <a:cubicBezTo>
                    <a:pt x="9" y="19"/>
                    <a:pt x="8" y="18"/>
                    <a:pt x="7" y="18"/>
                  </a:cubicBezTo>
                  <a:cubicBezTo>
                    <a:pt x="6" y="18"/>
                    <a:pt x="6" y="18"/>
                    <a:pt x="5" y="18"/>
                  </a:cubicBezTo>
                  <a:cubicBezTo>
                    <a:pt x="5" y="19"/>
                    <a:pt x="5" y="21"/>
                    <a:pt x="5" y="21"/>
                  </a:cubicBezTo>
                  <a:cubicBezTo>
                    <a:pt x="4" y="21"/>
                    <a:pt x="3" y="21"/>
                    <a:pt x="3" y="20"/>
                  </a:cubicBezTo>
                  <a:cubicBezTo>
                    <a:pt x="2" y="20"/>
                    <a:pt x="2" y="20"/>
                    <a:pt x="2" y="19"/>
                  </a:cubicBezTo>
                  <a:cubicBezTo>
                    <a:pt x="2" y="19"/>
                    <a:pt x="3" y="18"/>
                    <a:pt x="3" y="18"/>
                  </a:cubicBezTo>
                  <a:cubicBezTo>
                    <a:pt x="3" y="17"/>
                    <a:pt x="4" y="16"/>
                    <a:pt x="4" y="15"/>
                  </a:cubicBezTo>
                  <a:cubicBezTo>
                    <a:pt x="4" y="14"/>
                    <a:pt x="3" y="13"/>
                    <a:pt x="3" y="12"/>
                  </a:cubicBezTo>
                  <a:cubicBezTo>
                    <a:pt x="2" y="11"/>
                    <a:pt x="1" y="11"/>
                    <a:pt x="1" y="11"/>
                  </a:cubicBezTo>
                  <a:cubicBezTo>
                    <a:pt x="0" y="10"/>
                    <a:pt x="0" y="9"/>
                    <a:pt x="0" y="9"/>
                  </a:cubicBezTo>
                  <a:cubicBezTo>
                    <a:pt x="0" y="8"/>
                    <a:pt x="0" y="8"/>
                    <a:pt x="1" y="7"/>
                  </a:cubicBezTo>
                  <a:cubicBezTo>
                    <a:pt x="1" y="7"/>
                    <a:pt x="2" y="7"/>
                    <a:pt x="2" y="7"/>
                  </a:cubicBezTo>
                  <a:cubicBezTo>
                    <a:pt x="3" y="7"/>
                    <a:pt x="4" y="7"/>
                    <a:pt x="5" y="6"/>
                  </a:cubicBezTo>
                  <a:cubicBezTo>
                    <a:pt x="5" y="6"/>
                    <a:pt x="5" y="4"/>
                    <a:pt x="6" y="4"/>
                  </a:cubicBezTo>
                  <a:cubicBezTo>
                    <a:pt x="6" y="3"/>
                    <a:pt x="6" y="2"/>
                    <a:pt x="6" y="2"/>
                  </a:cubicBezTo>
                  <a:cubicBezTo>
                    <a:pt x="7" y="2"/>
                    <a:pt x="8" y="2"/>
                    <a:pt x="8" y="2"/>
                  </a:cubicBezTo>
                  <a:cubicBezTo>
                    <a:pt x="9" y="2"/>
                    <a:pt x="10" y="2"/>
                    <a:pt x="11" y="2"/>
                  </a:cubicBezTo>
                  <a:cubicBezTo>
                    <a:pt x="11" y="2"/>
                    <a:pt x="13" y="1"/>
                    <a:pt x="14" y="1"/>
                  </a:cubicBezTo>
                  <a:cubicBezTo>
                    <a:pt x="14" y="1"/>
                    <a:pt x="16" y="1"/>
                    <a:pt x="16" y="1"/>
                  </a:cubicBezTo>
                  <a:cubicBezTo>
                    <a:pt x="17" y="1"/>
                    <a:pt x="17" y="1"/>
                    <a:pt x="18" y="0"/>
                  </a:cubicBezTo>
                  <a:cubicBezTo>
                    <a:pt x="18" y="1"/>
                    <a:pt x="19" y="1"/>
                    <a:pt x="19" y="2"/>
                  </a:cubicBezTo>
                  <a:cubicBezTo>
                    <a:pt x="20" y="2"/>
                    <a:pt x="20" y="2"/>
                    <a:pt x="21" y="2"/>
                  </a:cubicBezTo>
                  <a:cubicBezTo>
                    <a:pt x="21" y="2"/>
                    <a:pt x="22" y="2"/>
                    <a:pt x="22" y="2"/>
                  </a:cubicBezTo>
                  <a:cubicBezTo>
                    <a:pt x="23" y="2"/>
                    <a:pt x="24" y="2"/>
                    <a:pt x="24" y="2"/>
                  </a:cubicBezTo>
                  <a:cubicBezTo>
                    <a:pt x="25" y="2"/>
                    <a:pt x="25" y="3"/>
                    <a:pt x="26" y="3"/>
                  </a:cubicBezTo>
                  <a:cubicBezTo>
                    <a:pt x="26" y="4"/>
                    <a:pt x="26" y="4"/>
                    <a:pt x="26" y="5"/>
                  </a:cubicBezTo>
                  <a:cubicBezTo>
                    <a:pt x="26" y="5"/>
                    <a:pt x="25" y="5"/>
                    <a:pt x="25" y="6"/>
                  </a:cubicBezTo>
                  <a:cubicBezTo>
                    <a:pt x="25" y="6"/>
                    <a:pt x="24" y="7"/>
                    <a:pt x="24" y="8"/>
                  </a:cubicBezTo>
                  <a:cubicBezTo>
                    <a:pt x="24" y="8"/>
                    <a:pt x="24" y="10"/>
                    <a:pt x="24" y="10"/>
                  </a:cubicBezTo>
                  <a:cubicBezTo>
                    <a:pt x="24" y="11"/>
                    <a:pt x="25" y="12"/>
                    <a:pt x="25" y="13"/>
                  </a:cubicBezTo>
                  <a:cubicBezTo>
                    <a:pt x="25" y="14"/>
                    <a:pt x="26" y="15"/>
                    <a:pt x="27" y="15"/>
                  </a:cubicBezTo>
                  <a:cubicBezTo>
                    <a:pt x="27" y="16"/>
                    <a:pt x="28" y="18"/>
                    <a:pt x="29" y="18"/>
                  </a:cubicBezTo>
                  <a:cubicBezTo>
                    <a:pt x="29" y="19"/>
                    <a:pt x="30" y="20"/>
                    <a:pt x="31" y="2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39"/>
            <p:cNvSpPr>
              <a:spLocks/>
            </p:cNvSpPr>
            <p:nvPr/>
          </p:nvSpPr>
          <p:spPr bwMode="auto">
            <a:xfrm>
              <a:off x="2201863" y="2593976"/>
              <a:ext cx="39688" cy="44450"/>
            </a:xfrm>
            <a:custGeom>
              <a:avLst/>
              <a:gdLst/>
              <a:ahLst/>
              <a:cxnLst>
                <a:cxn ang="0">
                  <a:pos x="9" y="21"/>
                </a:cxn>
                <a:cxn ang="0">
                  <a:pos x="8" y="21"/>
                </a:cxn>
                <a:cxn ang="0">
                  <a:pos x="4" y="20"/>
                </a:cxn>
                <a:cxn ang="0">
                  <a:pos x="2" y="17"/>
                </a:cxn>
                <a:cxn ang="0">
                  <a:pos x="1" y="14"/>
                </a:cxn>
                <a:cxn ang="0">
                  <a:pos x="0" y="10"/>
                </a:cxn>
                <a:cxn ang="0">
                  <a:pos x="2" y="6"/>
                </a:cxn>
                <a:cxn ang="0">
                  <a:pos x="2" y="3"/>
                </a:cxn>
                <a:cxn ang="0">
                  <a:pos x="3" y="1"/>
                </a:cxn>
                <a:cxn ang="0">
                  <a:pos x="6" y="1"/>
                </a:cxn>
                <a:cxn ang="0">
                  <a:pos x="10" y="1"/>
                </a:cxn>
                <a:cxn ang="0">
                  <a:pos x="11" y="0"/>
                </a:cxn>
                <a:cxn ang="0">
                  <a:pos x="14" y="2"/>
                </a:cxn>
                <a:cxn ang="0">
                  <a:pos x="15" y="4"/>
                </a:cxn>
                <a:cxn ang="0">
                  <a:pos x="16" y="8"/>
                </a:cxn>
                <a:cxn ang="0">
                  <a:pos x="15" y="10"/>
                </a:cxn>
                <a:cxn ang="0">
                  <a:pos x="17" y="13"/>
                </a:cxn>
                <a:cxn ang="0">
                  <a:pos x="19" y="14"/>
                </a:cxn>
                <a:cxn ang="0">
                  <a:pos x="19" y="16"/>
                </a:cxn>
                <a:cxn ang="0">
                  <a:pos x="21" y="18"/>
                </a:cxn>
                <a:cxn ang="0">
                  <a:pos x="21" y="19"/>
                </a:cxn>
                <a:cxn ang="0">
                  <a:pos x="19" y="21"/>
                </a:cxn>
                <a:cxn ang="0">
                  <a:pos x="19" y="22"/>
                </a:cxn>
                <a:cxn ang="0">
                  <a:pos x="18" y="23"/>
                </a:cxn>
                <a:cxn ang="0">
                  <a:pos x="16" y="24"/>
                </a:cxn>
                <a:cxn ang="0">
                  <a:pos x="16" y="24"/>
                </a:cxn>
                <a:cxn ang="0">
                  <a:pos x="16" y="24"/>
                </a:cxn>
                <a:cxn ang="0">
                  <a:pos x="13" y="24"/>
                </a:cxn>
                <a:cxn ang="0">
                  <a:pos x="11" y="22"/>
                </a:cxn>
                <a:cxn ang="0">
                  <a:pos x="9" y="21"/>
                </a:cxn>
              </a:cxnLst>
              <a:rect l="0" t="0" r="r" b="b"/>
              <a:pathLst>
                <a:path w="21" h="24">
                  <a:moveTo>
                    <a:pt x="9" y="21"/>
                  </a:moveTo>
                  <a:cubicBezTo>
                    <a:pt x="9" y="21"/>
                    <a:pt x="8" y="21"/>
                    <a:pt x="8" y="21"/>
                  </a:cubicBezTo>
                  <a:cubicBezTo>
                    <a:pt x="7" y="20"/>
                    <a:pt x="5" y="21"/>
                    <a:pt x="4" y="20"/>
                  </a:cubicBezTo>
                  <a:cubicBezTo>
                    <a:pt x="3" y="20"/>
                    <a:pt x="2" y="18"/>
                    <a:pt x="2" y="17"/>
                  </a:cubicBezTo>
                  <a:cubicBezTo>
                    <a:pt x="2" y="16"/>
                    <a:pt x="2" y="15"/>
                    <a:pt x="1" y="14"/>
                  </a:cubicBezTo>
                  <a:cubicBezTo>
                    <a:pt x="1" y="13"/>
                    <a:pt x="0" y="11"/>
                    <a:pt x="0" y="10"/>
                  </a:cubicBezTo>
                  <a:cubicBezTo>
                    <a:pt x="0" y="9"/>
                    <a:pt x="2" y="7"/>
                    <a:pt x="2" y="6"/>
                  </a:cubicBezTo>
                  <a:cubicBezTo>
                    <a:pt x="2" y="6"/>
                    <a:pt x="2" y="4"/>
                    <a:pt x="2" y="3"/>
                  </a:cubicBezTo>
                  <a:cubicBezTo>
                    <a:pt x="2" y="3"/>
                    <a:pt x="3" y="2"/>
                    <a:pt x="3" y="1"/>
                  </a:cubicBezTo>
                  <a:cubicBezTo>
                    <a:pt x="4" y="1"/>
                    <a:pt x="5" y="1"/>
                    <a:pt x="6" y="1"/>
                  </a:cubicBezTo>
                  <a:cubicBezTo>
                    <a:pt x="7" y="1"/>
                    <a:pt x="9" y="1"/>
                    <a:pt x="10" y="1"/>
                  </a:cubicBezTo>
                  <a:cubicBezTo>
                    <a:pt x="10" y="1"/>
                    <a:pt x="10" y="0"/>
                    <a:pt x="11" y="0"/>
                  </a:cubicBezTo>
                  <a:cubicBezTo>
                    <a:pt x="12" y="0"/>
                    <a:pt x="13" y="2"/>
                    <a:pt x="14" y="2"/>
                  </a:cubicBezTo>
                  <a:cubicBezTo>
                    <a:pt x="14" y="3"/>
                    <a:pt x="15" y="4"/>
                    <a:pt x="15" y="4"/>
                  </a:cubicBezTo>
                  <a:cubicBezTo>
                    <a:pt x="16" y="5"/>
                    <a:pt x="16" y="7"/>
                    <a:pt x="16" y="8"/>
                  </a:cubicBezTo>
                  <a:cubicBezTo>
                    <a:pt x="16" y="8"/>
                    <a:pt x="15" y="9"/>
                    <a:pt x="15" y="10"/>
                  </a:cubicBezTo>
                  <a:cubicBezTo>
                    <a:pt x="16" y="11"/>
                    <a:pt x="17" y="12"/>
                    <a:pt x="17" y="13"/>
                  </a:cubicBezTo>
                  <a:cubicBezTo>
                    <a:pt x="17" y="13"/>
                    <a:pt x="18" y="14"/>
                    <a:pt x="19" y="14"/>
                  </a:cubicBezTo>
                  <a:cubicBezTo>
                    <a:pt x="19" y="14"/>
                    <a:pt x="18" y="15"/>
                    <a:pt x="19" y="16"/>
                  </a:cubicBezTo>
                  <a:cubicBezTo>
                    <a:pt x="19" y="17"/>
                    <a:pt x="20" y="17"/>
                    <a:pt x="21" y="18"/>
                  </a:cubicBezTo>
                  <a:cubicBezTo>
                    <a:pt x="21" y="18"/>
                    <a:pt x="21" y="19"/>
                    <a:pt x="21" y="19"/>
                  </a:cubicBezTo>
                  <a:cubicBezTo>
                    <a:pt x="21" y="20"/>
                    <a:pt x="19" y="20"/>
                    <a:pt x="19" y="21"/>
                  </a:cubicBezTo>
                  <a:cubicBezTo>
                    <a:pt x="19" y="21"/>
                    <a:pt x="19" y="22"/>
                    <a:pt x="19" y="22"/>
                  </a:cubicBezTo>
                  <a:cubicBezTo>
                    <a:pt x="19" y="22"/>
                    <a:pt x="18" y="23"/>
                    <a:pt x="18" y="23"/>
                  </a:cubicBezTo>
                  <a:cubicBezTo>
                    <a:pt x="18" y="24"/>
                    <a:pt x="17" y="24"/>
                    <a:pt x="16" y="24"/>
                  </a:cubicBezTo>
                  <a:cubicBezTo>
                    <a:pt x="16" y="24"/>
                    <a:pt x="16" y="24"/>
                    <a:pt x="16" y="24"/>
                  </a:cubicBezTo>
                  <a:cubicBezTo>
                    <a:pt x="16" y="24"/>
                    <a:pt x="16" y="24"/>
                    <a:pt x="16" y="24"/>
                  </a:cubicBezTo>
                  <a:cubicBezTo>
                    <a:pt x="15" y="24"/>
                    <a:pt x="14" y="24"/>
                    <a:pt x="13" y="24"/>
                  </a:cubicBezTo>
                  <a:cubicBezTo>
                    <a:pt x="12" y="24"/>
                    <a:pt x="12" y="23"/>
                    <a:pt x="11" y="22"/>
                  </a:cubicBezTo>
                  <a:cubicBezTo>
                    <a:pt x="11" y="22"/>
                    <a:pt x="10" y="22"/>
                    <a:pt x="9" y="2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40"/>
            <p:cNvSpPr>
              <a:spLocks/>
            </p:cNvSpPr>
            <p:nvPr/>
          </p:nvSpPr>
          <p:spPr bwMode="auto">
            <a:xfrm>
              <a:off x="2159001" y="2565401"/>
              <a:ext cx="169863" cy="85725"/>
            </a:xfrm>
            <a:custGeom>
              <a:avLst/>
              <a:gdLst/>
              <a:ahLst/>
              <a:cxnLst>
                <a:cxn ang="0">
                  <a:pos x="15" y="2"/>
                </a:cxn>
                <a:cxn ang="0">
                  <a:pos x="17" y="0"/>
                </a:cxn>
                <a:cxn ang="0">
                  <a:pos x="22" y="2"/>
                </a:cxn>
                <a:cxn ang="0">
                  <a:pos x="25" y="4"/>
                </a:cxn>
                <a:cxn ang="0">
                  <a:pos x="29" y="4"/>
                </a:cxn>
                <a:cxn ang="0">
                  <a:pos x="34" y="4"/>
                </a:cxn>
                <a:cxn ang="0">
                  <a:pos x="40" y="4"/>
                </a:cxn>
                <a:cxn ang="0">
                  <a:pos x="44" y="3"/>
                </a:cxn>
                <a:cxn ang="0">
                  <a:pos x="48" y="5"/>
                </a:cxn>
                <a:cxn ang="0">
                  <a:pos x="53" y="5"/>
                </a:cxn>
                <a:cxn ang="0">
                  <a:pos x="62" y="12"/>
                </a:cxn>
                <a:cxn ang="0">
                  <a:pos x="67" y="15"/>
                </a:cxn>
                <a:cxn ang="0">
                  <a:pos x="71" y="15"/>
                </a:cxn>
                <a:cxn ang="0">
                  <a:pos x="75" y="18"/>
                </a:cxn>
                <a:cxn ang="0">
                  <a:pos x="81" y="18"/>
                </a:cxn>
                <a:cxn ang="0">
                  <a:pos x="90" y="21"/>
                </a:cxn>
                <a:cxn ang="0">
                  <a:pos x="87" y="24"/>
                </a:cxn>
                <a:cxn ang="0">
                  <a:pos x="84" y="30"/>
                </a:cxn>
                <a:cxn ang="0">
                  <a:pos x="85" y="36"/>
                </a:cxn>
                <a:cxn ang="0">
                  <a:pos x="81" y="38"/>
                </a:cxn>
                <a:cxn ang="0">
                  <a:pos x="78" y="36"/>
                </a:cxn>
                <a:cxn ang="0">
                  <a:pos x="72" y="39"/>
                </a:cxn>
                <a:cxn ang="0">
                  <a:pos x="66" y="40"/>
                </a:cxn>
                <a:cxn ang="0">
                  <a:pos x="60" y="38"/>
                </a:cxn>
                <a:cxn ang="0">
                  <a:pos x="57" y="41"/>
                </a:cxn>
                <a:cxn ang="0">
                  <a:pos x="52" y="40"/>
                </a:cxn>
                <a:cxn ang="0">
                  <a:pos x="47" y="37"/>
                </a:cxn>
                <a:cxn ang="0">
                  <a:pos x="43" y="39"/>
                </a:cxn>
                <a:cxn ang="0">
                  <a:pos x="39" y="39"/>
                </a:cxn>
                <a:cxn ang="0">
                  <a:pos x="42" y="37"/>
                </a:cxn>
                <a:cxn ang="0">
                  <a:pos x="44" y="34"/>
                </a:cxn>
                <a:cxn ang="0">
                  <a:pos x="42" y="31"/>
                </a:cxn>
                <a:cxn ang="0">
                  <a:pos x="40" y="28"/>
                </a:cxn>
                <a:cxn ang="0">
                  <a:pos x="39" y="23"/>
                </a:cxn>
                <a:cxn ang="0">
                  <a:pos x="37" y="17"/>
                </a:cxn>
                <a:cxn ang="0">
                  <a:pos x="33" y="16"/>
                </a:cxn>
                <a:cxn ang="0">
                  <a:pos x="26" y="16"/>
                </a:cxn>
                <a:cxn ang="0">
                  <a:pos x="25" y="21"/>
                </a:cxn>
                <a:cxn ang="0">
                  <a:pos x="24" y="29"/>
                </a:cxn>
                <a:cxn ang="0">
                  <a:pos x="27" y="35"/>
                </a:cxn>
                <a:cxn ang="0">
                  <a:pos x="32" y="36"/>
                </a:cxn>
                <a:cxn ang="0">
                  <a:pos x="29" y="39"/>
                </a:cxn>
                <a:cxn ang="0">
                  <a:pos x="26" y="42"/>
                </a:cxn>
                <a:cxn ang="0">
                  <a:pos x="22" y="43"/>
                </a:cxn>
                <a:cxn ang="0">
                  <a:pos x="20" y="46"/>
                </a:cxn>
                <a:cxn ang="0">
                  <a:pos x="14" y="46"/>
                </a:cxn>
                <a:cxn ang="0">
                  <a:pos x="12" y="42"/>
                </a:cxn>
                <a:cxn ang="0">
                  <a:pos x="12" y="39"/>
                </a:cxn>
                <a:cxn ang="0">
                  <a:pos x="9" y="41"/>
                </a:cxn>
                <a:cxn ang="0">
                  <a:pos x="5" y="42"/>
                </a:cxn>
                <a:cxn ang="0">
                  <a:pos x="2" y="40"/>
                </a:cxn>
                <a:cxn ang="0">
                  <a:pos x="2" y="38"/>
                </a:cxn>
                <a:cxn ang="0">
                  <a:pos x="4" y="33"/>
                </a:cxn>
                <a:cxn ang="0">
                  <a:pos x="0" y="29"/>
                </a:cxn>
                <a:cxn ang="0">
                  <a:pos x="2" y="22"/>
                </a:cxn>
                <a:cxn ang="0">
                  <a:pos x="5" y="18"/>
                </a:cxn>
                <a:cxn ang="0">
                  <a:pos x="6" y="13"/>
                </a:cxn>
                <a:cxn ang="0">
                  <a:pos x="4" y="9"/>
                </a:cxn>
                <a:cxn ang="0">
                  <a:pos x="5" y="6"/>
                </a:cxn>
                <a:cxn ang="0">
                  <a:pos x="9" y="3"/>
                </a:cxn>
                <a:cxn ang="0">
                  <a:pos x="13" y="1"/>
                </a:cxn>
              </a:cxnLst>
              <a:rect l="0" t="0" r="r" b="b"/>
              <a:pathLst>
                <a:path w="90" h="46">
                  <a:moveTo>
                    <a:pt x="14" y="1"/>
                  </a:moveTo>
                  <a:cubicBezTo>
                    <a:pt x="14" y="2"/>
                    <a:pt x="14" y="2"/>
                    <a:pt x="15" y="2"/>
                  </a:cubicBezTo>
                  <a:cubicBezTo>
                    <a:pt x="15" y="3"/>
                    <a:pt x="16" y="3"/>
                    <a:pt x="17" y="3"/>
                  </a:cubicBezTo>
                  <a:cubicBezTo>
                    <a:pt x="17" y="3"/>
                    <a:pt x="17" y="1"/>
                    <a:pt x="17" y="0"/>
                  </a:cubicBezTo>
                  <a:cubicBezTo>
                    <a:pt x="18" y="0"/>
                    <a:pt x="18" y="0"/>
                    <a:pt x="19" y="0"/>
                  </a:cubicBezTo>
                  <a:cubicBezTo>
                    <a:pt x="20" y="0"/>
                    <a:pt x="21" y="1"/>
                    <a:pt x="22" y="2"/>
                  </a:cubicBezTo>
                  <a:cubicBezTo>
                    <a:pt x="22" y="2"/>
                    <a:pt x="23" y="3"/>
                    <a:pt x="23" y="3"/>
                  </a:cubicBezTo>
                  <a:cubicBezTo>
                    <a:pt x="24" y="3"/>
                    <a:pt x="25" y="4"/>
                    <a:pt x="25" y="4"/>
                  </a:cubicBezTo>
                  <a:cubicBezTo>
                    <a:pt x="26" y="3"/>
                    <a:pt x="26" y="3"/>
                    <a:pt x="26" y="3"/>
                  </a:cubicBezTo>
                  <a:cubicBezTo>
                    <a:pt x="27" y="3"/>
                    <a:pt x="28" y="4"/>
                    <a:pt x="29" y="4"/>
                  </a:cubicBezTo>
                  <a:cubicBezTo>
                    <a:pt x="30" y="4"/>
                    <a:pt x="31" y="4"/>
                    <a:pt x="32" y="4"/>
                  </a:cubicBezTo>
                  <a:cubicBezTo>
                    <a:pt x="32" y="4"/>
                    <a:pt x="34" y="4"/>
                    <a:pt x="34" y="4"/>
                  </a:cubicBezTo>
                  <a:cubicBezTo>
                    <a:pt x="35" y="5"/>
                    <a:pt x="37" y="5"/>
                    <a:pt x="38" y="4"/>
                  </a:cubicBezTo>
                  <a:cubicBezTo>
                    <a:pt x="38" y="4"/>
                    <a:pt x="39" y="4"/>
                    <a:pt x="40" y="4"/>
                  </a:cubicBezTo>
                  <a:cubicBezTo>
                    <a:pt x="40" y="3"/>
                    <a:pt x="42" y="3"/>
                    <a:pt x="43" y="2"/>
                  </a:cubicBezTo>
                  <a:cubicBezTo>
                    <a:pt x="44" y="3"/>
                    <a:pt x="44" y="3"/>
                    <a:pt x="44" y="3"/>
                  </a:cubicBezTo>
                  <a:cubicBezTo>
                    <a:pt x="44" y="3"/>
                    <a:pt x="45" y="4"/>
                    <a:pt x="45" y="4"/>
                  </a:cubicBezTo>
                  <a:cubicBezTo>
                    <a:pt x="46" y="4"/>
                    <a:pt x="47" y="5"/>
                    <a:pt x="48" y="5"/>
                  </a:cubicBezTo>
                  <a:cubicBezTo>
                    <a:pt x="49" y="5"/>
                    <a:pt x="50" y="4"/>
                    <a:pt x="51" y="4"/>
                  </a:cubicBezTo>
                  <a:cubicBezTo>
                    <a:pt x="51" y="4"/>
                    <a:pt x="53" y="5"/>
                    <a:pt x="53" y="5"/>
                  </a:cubicBezTo>
                  <a:cubicBezTo>
                    <a:pt x="55" y="6"/>
                    <a:pt x="56" y="8"/>
                    <a:pt x="57" y="9"/>
                  </a:cubicBezTo>
                  <a:cubicBezTo>
                    <a:pt x="58" y="10"/>
                    <a:pt x="60" y="11"/>
                    <a:pt x="62" y="12"/>
                  </a:cubicBezTo>
                  <a:cubicBezTo>
                    <a:pt x="62" y="13"/>
                    <a:pt x="63" y="14"/>
                    <a:pt x="64" y="14"/>
                  </a:cubicBezTo>
                  <a:cubicBezTo>
                    <a:pt x="65" y="15"/>
                    <a:pt x="67" y="15"/>
                    <a:pt x="67" y="15"/>
                  </a:cubicBezTo>
                  <a:cubicBezTo>
                    <a:pt x="68" y="15"/>
                    <a:pt x="69" y="14"/>
                    <a:pt x="70" y="14"/>
                  </a:cubicBezTo>
                  <a:cubicBezTo>
                    <a:pt x="70" y="14"/>
                    <a:pt x="71" y="15"/>
                    <a:pt x="71" y="15"/>
                  </a:cubicBezTo>
                  <a:cubicBezTo>
                    <a:pt x="72" y="15"/>
                    <a:pt x="73" y="16"/>
                    <a:pt x="73" y="17"/>
                  </a:cubicBezTo>
                  <a:cubicBezTo>
                    <a:pt x="73" y="17"/>
                    <a:pt x="75" y="18"/>
                    <a:pt x="75" y="18"/>
                  </a:cubicBezTo>
                  <a:cubicBezTo>
                    <a:pt x="76" y="18"/>
                    <a:pt x="77" y="18"/>
                    <a:pt x="78" y="18"/>
                  </a:cubicBezTo>
                  <a:cubicBezTo>
                    <a:pt x="79" y="18"/>
                    <a:pt x="80" y="18"/>
                    <a:pt x="81" y="18"/>
                  </a:cubicBezTo>
                  <a:cubicBezTo>
                    <a:pt x="83" y="18"/>
                    <a:pt x="86" y="19"/>
                    <a:pt x="88" y="20"/>
                  </a:cubicBezTo>
                  <a:cubicBezTo>
                    <a:pt x="88" y="20"/>
                    <a:pt x="89" y="21"/>
                    <a:pt x="90" y="21"/>
                  </a:cubicBezTo>
                  <a:cubicBezTo>
                    <a:pt x="90" y="22"/>
                    <a:pt x="90" y="23"/>
                    <a:pt x="89" y="23"/>
                  </a:cubicBezTo>
                  <a:cubicBezTo>
                    <a:pt x="89" y="24"/>
                    <a:pt x="87" y="24"/>
                    <a:pt x="87" y="24"/>
                  </a:cubicBezTo>
                  <a:cubicBezTo>
                    <a:pt x="86" y="25"/>
                    <a:pt x="86" y="26"/>
                    <a:pt x="85" y="26"/>
                  </a:cubicBezTo>
                  <a:cubicBezTo>
                    <a:pt x="85" y="27"/>
                    <a:pt x="84" y="29"/>
                    <a:pt x="84" y="30"/>
                  </a:cubicBezTo>
                  <a:cubicBezTo>
                    <a:pt x="84" y="31"/>
                    <a:pt x="85" y="32"/>
                    <a:pt x="85" y="33"/>
                  </a:cubicBezTo>
                  <a:cubicBezTo>
                    <a:pt x="86" y="34"/>
                    <a:pt x="85" y="35"/>
                    <a:pt x="85" y="36"/>
                  </a:cubicBezTo>
                  <a:cubicBezTo>
                    <a:pt x="85" y="37"/>
                    <a:pt x="85" y="38"/>
                    <a:pt x="84" y="38"/>
                  </a:cubicBezTo>
                  <a:cubicBezTo>
                    <a:pt x="84" y="38"/>
                    <a:pt x="82" y="38"/>
                    <a:pt x="81" y="38"/>
                  </a:cubicBezTo>
                  <a:cubicBezTo>
                    <a:pt x="80" y="38"/>
                    <a:pt x="80" y="37"/>
                    <a:pt x="80" y="37"/>
                  </a:cubicBezTo>
                  <a:cubicBezTo>
                    <a:pt x="79" y="37"/>
                    <a:pt x="78" y="36"/>
                    <a:pt x="78" y="36"/>
                  </a:cubicBezTo>
                  <a:cubicBezTo>
                    <a:pt x="77" y="36"/>
                    <a:pt x="76" y="38"/>
                    <a:pt x="76" y="38"/>
                  </a:cubicBezTo>
                  <a:cubicBezTo>
                    <a:pt x="75" y="39"/>
                    <a:pt x="73" y="38"/>
                    <a:pt x="72" y="39"/>
                  </a:cubicBezTo>
                  <a:cubicBezTo>
                    <a:pt x="72" y="39"/>
                    <a:pt x="71" y="40"/>
                    <a:pt x="70" y="40"/>
                  </a:cubicBezTo>
                  <a:cubicBezTo>
                    <a:pt x="69" y="40"/>
                    <a:pt x="67" y="40"/>
                    <a:pt x="66" y="40"/>
                  </a:cubicBezTo>
                  <a:cubicBezTo>
                    <a:pt x="65" y="39"/>
                    <a:pt x="64" y="38"/>
                    <a:pt x="63" y="38"/>
                  </a:cubicBezTo>
                  <a:cubicBezTo>
                    <a:pt x="62" y="38"/>
                    <a:pt x="61" y="37"/>
                    <a:pt x="60" y="38"/>
                  </a:cubicBezTo>
                  <a:cubicBezTo>
                    <a:pt x="60" y="38"/>
                    <a:pt x="59" y="39"/>
                    <a:pt x="59" y="40"/>
                  </a:cubicBezTo>
                  <a:cubicBezTo>
                    <a:pt x="58" y="40"/>
                    <a:pt x="57" y="41"/>
                    <a:pt x="57" y="41"/>
                  </a:cubicBezTo>
                  <a:cubicBezTo>
                    <a:pt x="56" y="41"/>
                    <a:pt x="55" y="41"/>
                    <a:pt x="54" y="41"/>
                  </a:cubicBezTo>
                  <a:cubicBezTo>
                    <a:pt x="54" y="41"/>
                    <a:pt x="52" y="41"/>
                    <a:pt x="52" y="40"/>
                  </a:cubicBezTo>
                  <a:cubicBezTo>
                    <a:pt x="51" y="40"/>
                    <a:pt x="51" y="38"/>
                    <a:pt x="50" y="37"/>
                  </a:cubicBezTo>
                  <a:cubicBezTo>
                    <a:pt x="50" y="37"/>
                    <a:pt x="48" y="37"/>
                    <a:pt x="47" y="37"/>
                  </a:cubicBezTo>
                  <a:cubicBezTo>
                    <a:pt x="47" y="38"/>
                    <a:pt x="47" y="39"/>
                    <a:pt x="46" y="39"/>
                  </a:cubicBezTo>
                  <a:cubicBezTo>
                    <a:pt x="45" y="39"/>
                    <a:pt x="44" y="39"/>
                    <a:pt x="43" y="39"/>
                  </a:cubicBezTo>
                  <a:cubicBezTo>
                    <a:pt x="42" y="39"/>
                    <a:pt x="39" y="39"/>
                    <a:pt x="39" y="39"/>
                  </a:cubicBezTo>
                  <a:cubicBezTo>
                    <a:pt x="39" y="39"/>
                    <a:pt x="39" y="39"/>
                    <a:pt x="39" y="39"/>
                  </a:cubicBezTo>
                  <a:cubicBezTo>
                    <a:pt x="40" y="39"/>
                    <a:pt x="41" y="39"/>
                    <a:pt x="41" y="38"/>
                  </a:cubicBezTo>
                  <a:cubicBezTo>
                    <a:pt x="41" y="38"/>
                    <a:pt x="42" y="37"/>
                    <a:pt x="42" y="37"/>
                  </a:cubicBezTo>
                  <a:cubicBezTo>
                    <a:pt x="42" y="37"/>
                    <a:pt x="42" y="36"/>
                    <a:pt x="42" y="36"/>
                  </a:cubicBezTo>
                  <a:cubicBezTo>
                    <a:pt x="42" y="35"/>
                    <a:pt x="44" y="35"/>
                    <a:pt x="44" y="34"/>
                  </a:cubicBezTo>
                  <a:cubicBezTo>
                    <a:pt x="44" y="34"/>
                    <a:pt x="44" y="33"/>
                    <a:pt x="44" y="33"/>
                  </a:cubicBezTo>
                  <a:cubicBezTo>
                    <a:pt x="43" y="32"/>
                    <a:pt x="42" y="32"/>
                    <a:pt x="42" y="31"/>
                  </a:cubicBezTo>
                  <a:cubicBezTo>
                    <a:pt x="41" y="30"/>
                    <a:pt x="42" y="29"/>
                    <a:pt x="42" y="29"/>
                  </a:cubicBezTo>
                  <a:cubicBezTo>
                    <a:pt x="41" y="29"/>
                    <a:pt x="40" y="28"/>
                    <a:pt x="40" y="28"/>
                  </a:cubicBezTo>
                  <a:cubicBezTo>
                    <a:pt x="40" y="27"/>
                    <a:pt x="39" y="26"/>
                    <a:pt x="38" y="25"/>
                  </a:cubicBezTo>
                  <a:cubicBezTo>
                    <a:pt x="38" y="24"/>
                    <a:pt x="39" y="23"/>
                    <a:pt x="39" y="23"/>
                  </a:cubicBezTo>
                  <a:cubicBezTo>
                    <a:pt x="39" y="22"/>
                    <a:pt x="39" y="20"/>
                    <a:pt x="38" y="19"/>
                  </a:cubicBezTo>
                  <a:cubicBezTo>
                    <a:pt x="38" y="19"/>
                    <a:pt x="37" y="18"/>
                    <a:pt x="37" y="17"/>
                  </a:cubicBezTo>
                  <a:cubicBezTo>
                    <a:pt x="36" y="17"/>
                    <a:pt x="35" y="15"/>
                    <a:pt x="34" y="15"/>
                  </a:cubicBezTo>
                  <a:cubicBezTo>
                    <a:pt x="33" y="15"/>
                    <a:pt x="33" y="16"/>
                    <a:pt x="33" y="16"/>
                  </a:cubicBezTo>
                  <a:cubicBezTo>
                    <a:pt x="32" y="16"/>
                    <a:pt x="30" y="16"/>
                    <a:pt x="29" y="16"/>
                  </a:cubicBezTo>
                  <a:cubicBezTo>
                    <a:pt x="28" y="16"/>
                    <a:pt x="27" y="16"/>
                    <a:pt x="26" y="16"/>
                  </a:cubicBezTo>
                  <a:cubicBezTo>
                    <a:pt x="26" y="17"/>
                    <a:pt x="25" y="18"/>
                    <a:pt x="25" y="18"/>
                  </a:cubicBezTo>
                  <a:cubicBezTo>
                    <a:pt x="25" y="19"/>
                    <a:pt x="25" y="21"/>
                    <a:pt x="25" y="21"/>
                  </a:cubicBezTo>
                  <a:cubicBezTo>
                    <a:pt x="25" y="22"/>
                    <a:pt x="23" y="24"/>
                    <a:pt x="23" y="25"/>
                  </a:cubicBezTo>
                  <a:cubicBezTo>
                    <a:pt x="23" y="26"/>
                    <a:pt x="24" y="28"/>
                    <a:pt x="24" y="29"/>
                  </a:cubicBezTo>
                  <a:cubicBezTo>
                    <a:pt x="25" y="30"/>
                    <a:pt x="25" y="31"/>
                    <a:pt x="25" y="32"/>
                  </a:cubicBezTo>
                  <a:cubicBezTo>
                    <a:pt x="25" y="33"/>
                    <a:pt x="26" y="35"/>
                    <a:pt x="27" y="35"/>
                  </a:cubicBezTo>
                  <a:cubicBezTo>
                    <a:pt x="28" y="36"/>
                    <a:pt x="30" y="35"/>
                    <a:pt x="31" y="36"/>
                  </a:cubicBezTo>
                  <a:cubicBezTo>
                    <a:pt x="31" y="36"/>
                    <a:pt x="32" y="36"/>
                    <a:pt x="32" y="36"/>
                  </a:cubicBezTo>
                  <a:cubicBezTo>
                    <a:pt x="32" y="37"/>
                    <a:pt x="31" y="38"/>
                    <a:pt x="30" y="38"/>
                  </a:cubicBezTo>
                  <a:cubicBezTo>
                    <a:pt x="30" y="38"/>
                    <a:pt x="29" y="39"/>
                    <a:pt x="29" y="39"/>
                  </a:cubicBezTo>
                  <a:cubicBezTo>
                    <a:pt x="29" y="40"/>
                    <a:pt x="28" y="41"/>
                    <a:pt x="28" y="41"/>
                  </a:cubicBezTo>
                  <a:cubicBezTo>
                    <a:pt x="27" y="42"/>
                    <a:pt x="26" y="42"/>
                    <a:pt x="26" y="42"/>
                  </a:cubicBezTo>
                  <a:cubicBezTo>
                    <a:pt x="25" y="43"/>
                    <a:pt x="24" y="42"/>
                    <a:pt x="23" y="43"/>
                  </a:cubicBezTo>
                  <a:cubicBezTo>
                    <a:pt x="23" y="43"/>
                    <a:pt x="22" y="43"/>
                    <a:pt x="22" y="43"/>
                  </a:cubicBezTo>
                  <a:cubicBezTo>
                    <a:pt x="22" y="44"/>
                    <a:pt x="22" y="45"/>
                    <a:pt x="22" y="46"/>
                  </a:cubicBezTo>
                  <a:cubicBezTo>
                    <a:pt x="22" y="46"/>
                    <a:pt x="20" y="46"/>
                    <a:pt x="20" y="46"/>
                  </a:cubicBezTo>
                  <a:cubicBezTo>
                    <a:pt x="19" y="46"/>
                    <a:pt x="17" y="46"/>
                    <a:pt x="16" y="46"/>
                  </a:cubicBezTo>
                  <a:cubicBezTo>
                    <a:pt x="15" y="46"/>
                    <a:pt x="14" y="46"/>
                    <a:pt x="14" y="46"/>
                  </a:cubicBezTo>
                  <a:cubicBezTo>
                    <a:pt x="13" y="45"/>
                    <a:pt x="12" y="44"/>
                    <a:pt x="12" y="44"/>
                  </a:cubicBezTo>
                  <a:cubicBezTo>
                    <a:pt x="12" y="44"/>
                    <a:pt x="12" y="43"/>
                    <a:pt x="12" y="42"/>
                  </a:cubicBezTo>
                  <a:cubicBezTo>
                    <a:pt x="12" y="42"/>
                    <a:pt x="13" y="41"/>
                    <a:pt x="13" y="40"/>
                  </a:cubicBezTo>
                  <a:cubicBezTo>
                    <a:pt x="13" y="40"/>
                    <a:pt x="12" y="39"/>
                    <a:pt x="12" y="39"/>
                  </a:cubicBezTo>
                  <a:cubicBezTo>
                    <a:pt x="11" y="39"/>
                    <a:pt x="11" y="40"/>
                    <a:pt x="11" y="40"/>
                  </a:cubicBezTo>
                  <a:cubicBezTo>
                    <a:pt x="10" y="40"/>
                    <a:pt x="10" y="41"/>
                    <a:pt x="9" y="41"/>
                  </a:cubicBezTo>
                  <a:cubicBezTo>
                    <a:pt x="9" y="42"/>
                    <a:pt x="8" y="41"/>
                    <a:pt x="8" y="41"/>
                  </a:cubicBezTo>
                  <a:cubicBezTo>
                    <a:pt x="7" y="41"/>
                    <a:pt x="6" y="42"/>
                    <a:pt x="5" y="42"/>
                  </a:cubicBezTo>
                  <a:cubicBezTo>
                    <a:pt x="5" y="42"/>
                    <a:pt x="4" y="42"/>
                    <a:pt x="3" y="41"/>
                  </a:cubicBezTo>
                  <a:cubicBezTo>
                    <a:pt x="3" y="41"/>
                    <a:pt x="2" y="40"/>
                    <a:pt x="2" y="40"/>
                  </a:cubicBezTo>
                  <a:cubicBezTo>
                    <a:pt x="2" y="40"/>
                    <a:pt x="2" y="40"/>
                    <a:pt x="1" y="40"/>
                  </a:cubicBezTo>
                  <a:cubicBezTo>
                    <a:pt x="1" y="39"/>
                    <a:pt x="1" y="38"/>
                    <a:pt x="2" y="38"/>
                  </a:cubicBezTo>
                  <a:cubicBezTo>
                    <a:pt x="2" y="37"/>
                    <a:pt x="2" y="36"/>
                    <a:pt x="2" y="36"/>
                  </a:cubicBezTo>
                  <a:cubicBezTo>
                    <a:pt x="3" y="35"/>
                    <a:pt x="4" y="34"/>
                    <a:pt x="4" y="33"/>
                  </a:cubicBezTo>
                  <a:cubicBezTo>
                    <a:pt x="4" y="32"/>
                    <a:pt x="3" y="31"/>
                    <a:pt x="3" y="30"/>
                  </a:cubicBezTo>
                  <a:cubicBezTo>
                    <a:pt x="2" y="30"/>
                    <a:pt x="0" y="29"/>
                    <a:pt x="0" y="29"/>
                  </a:cubicBezTo>
                  <a:cubicBezTo>
                    <a:pt x="0" y="28"/>
                    <a:pt x="0" y="26"/>
                    <a:pt x="0" y="25"/>
                  </a:cubicBezTo>
                  <a:cubicBezTo>
                    <a:pt x="0" y="24"/>
                    <a:pt x="1" y="23"/>
                    <a:pt x="2" y="22"/>
                  </a:cubicBezTo>
                  <a:cubicBezTo>
                    <a:pt x="2" y="22"/>
                    <a:pt x="3" y="21"/>
                    <a:pt x="4" y="20"/>
                  </a:cubicBezTo>
                  <a:cubicBezTo>
                    <a:pt x="4" y="19"/>
                    <a:pt x="5" y="18"/>
                    <a:pt x="5" y="18"/>
                  </a:cubicBezTo>
                  <a:cubicBezTo>
                    <a:pt x="5" y="17"/>
                    <a:pt x="4" y="15"/>
                    <a:pt x="5" y="15"/>
                  </a:cubicBezTo>
                  <a:cubicBezTo>
                    <a:pt x="5" y="14"/>
                    <a:pt x="6" y="14"/>
                    <a:pt x="6" y="13"/>
                  </a:cubicBezTo>
                  <a:cubicBezTo>
                    <a:pt x="6" y="13"/>
                    <a:pt x="6" y="11"/>
                    <a:pt x="6" y="10"/>
                  </a:cubicBezTo>
                  <a:cubicBezTo>
                    <a:pt x="5" y="10"/>
                    <a:pt x="5" y="9"/>
                    <a:pt x="4" y="9"/>
                  </a:cubicBezTo>
                  <a:cubicBezTo>
                    <a:pt x="4" y="9"/>
                    <a:pt x="4" y="9"/>
                    <a:pt x="4" y="8"/>
                  </a:cubicBezTo>
                  <a:cubicBezTo>
                    <a:pt x="4" y="8"/>
                    <a:pt x="4" y="7"/>
                    <a:pt x="5" y="6"/>
                  </a:cubicBezTo>
                  <a:cubicBezTo>
                    <a:pt x="5" y="6"/>
                    <a:pt x="6" y="6"/>
                    <a:pt x="7" y="5"/>
                  </a:cubicBezTo>
                  <a:cubicBezTo>
                    <a:pt x="8" y="5"/>
                    <a:pt x="8" y="3"/>
                    <a:pt x="9" y="3"/>
                  </a:cubicBezTo>
                  <a:cubicBezTo>
                    <a:pt x="9" y="2"/>
                    <a:pt x="10" y="1"/>
                    <a:pt x="11" y="1"/>
                  </a:cubicBezTo>
                  <a:cubicBezTo>
                    <a:pt x="11" y="1"/>
                    <a:pt x="13" y="1"/>
                    <a:pt x="13" y="1"/>
                  </a:cubicBezTo>
                  <a:cubicBezTo>
                    <a:pt x="13" y="1"/>
                    <a:pt x="13" y="1"/>
                    <a:pt x="14"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41"/>
            <p:cNvSpPr>
              <a:spLocks/>
            </p:cNvSpPr>
            <p:nvPr/>
          </p:nvSpPr>
          <p:spPr bwMode="auto">
            <a:xfrm>
              <a:off x="2268538" y="2770188"/>
              <a:ext cx="325438" cy="252413"/>
            </a:xfrm>
            <a:custGeom>
              <a:avLst/>
              <a:gdLst/>
              <a:ahLst/>
              <a:cxnLst>
                <a:cxn ang="0">
                  <a:pos x="0" y="122"/>
                </a:cxn>
                <a:cxn ang="0">
                  <a:pos x="4" y="115"/>
                </a:cxn>
                <a:cxn ang="0">
                  <a:pos x="18" y="113"/>
                </a:cxn>
                <a:cxn ang="0">
                  <a:pos x="22" y="108"/>
                </a:cxn>
                <a:cxn ang="0">
                  <a:pos x="18" y="101"/>
                </a:cxn>
                <a:cxn ang="0">
                  <a:pos x="22" y="93"/>
                </a:cxn>
                <a:cxn ang="0">
                  <a:pos x="20" y="83"/>
                </a:cxn>
                <a:cxn ang="0">
                  <a:pos x="18" y="70"/>
                </a:cxn>
                <a:cxn ang="0">
                  <a:pos x="20" y="64"/>
                </a:cxn>
                <a:cxn ang="0">
                  <a:pos x="21" y="53"/>
                </a:cxn>
                <a:cxn ang="0">
                  <a:pos x="27" y="43"/>
                </a:cxn>
                <a:cxn ang="0">
                  <a:pos x="35" y="39"/>
                </a:cxn>
                <a:cxn ang="0">
                  <a:pos x="41" y="38"/>
                </a:cxn>
                <a:cxn ang="0">
                  <a:pos x="48" y="41"/>
                </a:cxn>
                <a:cxn ang="0">
                  <a:pos x="54" y="34"/>
                </a:cxn>
                <a:cxn ang="0">
                  <a:pos x="59" y="29"/>
                </a:cxn>
                <a:cxn ang="0">
                  <a:pos x="61" y="25"/>
                </a:cxn>
                <a:cxn ang="0">
                  <a:pos x="70" y="22"/>
                </a:cxn>
                <a:cxn ang="0">
                  <a:pos x="85" y="11"/>
                </a:cxn>
                <a:cxn ang="0">
                  <a:pos x="88" y="6"/>
                </a:cxn>
                <a:cxn ang="0">
                  <a:pos x="92" y="0"/>
                </a:cxn>
                <a:cxn ang="0">
                  <a:pos x="98" y="4"/>
                </a:cxn>
                <a:cxn ang="0">
                  <a:pos x="112" y="7"/>
                </a:cxn>
                <a:cxn ang="0">
                  <a:pos x="119" y="2"/>
                </a:cxn>
                <a:cxn ang="0">
                  <a:pos x="135" y="10"/>
                </a:cxn>
                <a:cxn ang="0">
                  <a:pos x="126" y="13"/>
                </a:cxn>
                <a:cxn ang="0">
                  <a:pos x="119" y="34"/>
                </a:cxn>
                <a:cxn ang="0">
                  <a:pos x="134" y="69"/>
                </a:cxn>
                <a:cxn ang="0">
                  <a:pos x="154" y="93"/>
                </a:cxn>
                <a:cxn ang="0">
                  <a:pos x="172" y="119"/>
                </a:cxn>
                <a:cxn ang="0">
                  <a:pos x="170" y="133"/>
                </a:cxn>
                <a:cxn ang="0">
                  <a:pos x="170" y="129"/>
                </a:cxn>
                <a:cxn ang="0">
                  <a:pos x="165" y="119"/>
                </a:cxn>
                <a:cxn ang="0">
                  <a:pos x="144" y="120"/>
                </a:cxn>
                <a:cxn ang="0">
                  <a:pos x="125" y="112"/>
                </a:cxn>
                <a:cxn ang="0">
                  <a:pos x="117" y="101"/>
                </a:cxn>
                <a:cxn ang="0">
                  <a:pos x="115" y="94"/>
                </a:cxn>
                <a:cxn ang="0">
                  <a:pos x="110" y="87"/>
                </a:cxn>
                <a:cxn ang="0">
                  <a:pos x="103" y="80"/>
                </a:cxn>
                <a:cxn ang="0">
                  <a:pos x="96" y="84"/>
                </a:cxn>
                <a:cxn ang="0">
                  <a:pos x="91" y="92"/>
                </a:cxn>
                <a:cxn ang="0">
                  <a:pos x="93" y="103"/>
                </a:cxn>
                <a:cxn ang="0">
                  <a:pos x="85" y="107"/>
                </a:cxn>
                <a:cxn ang="0">
                  <a:pos x="74" y="109"/>
                </a:cxn>
                <a:cxn ang="0">
                  <a:pos x="62" y="106"/>
                </a:cxn>
                <a:cxn ang="0">
                  <a:pos x="56" y="110"/>
                </a:cxn>
                <a:cxn ang="0">
                  <a:pos x="46" y="112"/>
                </a:cxn>
                <a:cxn ang="0">
                  <a:pos x="48" y="113"/>
                </a:cxn>
                <a:cxn ang="0">
                  <a:pos x="55" y="116"/>
                </a:cxn>
                <a:cxn ang="0">
                  <a:pos x="45" y="122"/>
                </a:cxn>
                <a:cxn ang="0">
                  <a:pos x="33" y="127"/>
                </a:cxn>
                <a:cxn ang="0">
                  <a:pos x="23" y="124"/>
                </a:cxn>
                <a:cxn ang="0">
                  <a:pos x="14" y="123"/>
                </a:cxn>
                <a:cxn ang="0">
                  <a:pos x="5" y="124"/>
                </a:cxn>
              </a:cxnLst>
              <a:rect l="0" t="0" r="r" b="b"/>
              <a:pathLst>
                <a:path w="173" h="134">
                  <a:moveTo>
                    <a:pt x="5" y="124"/>
                  </a:moveTo>
                  <a:cubicBezTo>
                    <a:pt x="5" y="124"/>
                    <a:pt x="4" y="123"/>
                    <a:pt x="3" y="123"/>
                  </a:cubicBezTo>
                  <a:cubicBezTo>
                    <a:pt x="3" y="123"/>
                    <a:pt x="2" y="123"/>
                    <a:pt x="1" y="122"/>
                  </a:cubicBezTo>
                  <a:cubicBezTo>
                    <a:pt x="1" y="122"/>
                    <a:pt x="0" y="122"/>
                    <a:pt x="0" y="122"/>
                  </a:cubicBezTo>
                  <a:cubicBezTo>
                    <a:pt x="0" y="121"/>
                    <a:pt x="1" y="121"/>
                    <a:pt x="1" y="120"/>
                  </a:cubicBezTo>
                  <a:cubicBezTo>
                    <a:pt x="1" y="120"/>
                    <a:pt x="2" y="120"/>
                    <a:pt x="2" y="119"/>
                  </a:cubicBezTo>
                  <a:cubicBezTo>
                    <a:pt x="2" y="119"/>
                    <a:pt x="3" y="118"/>
                    <a:pt x="4" y="117"/>
                  </a:cubicBezTo>
                  <a:cubicBezTo>
                    <a:pt x="4" y="117"/>
                    <a:pt x="4" y="116"/>
                    <a:pt x="4" y="115"/>
                  </a:cubicBezTo>
                  <a:cubicBezTo>
                    <a:pt x="5" y="115"/>
                    <a:pt x="7" y="116"/>
                    <a:pt x="8" y="116"/>
                  </a:cubicBezTo>
                  <a:cubicBezTo>
                    <a:pt x="9" y="116"/>
                    <a:pt x="11" y="116"/>
                    <a:pt x="12" y="116"/>
                  </a:cubicBezTo>
                  <a:cubicBezTo>
                    <a:pt x="13" y="116"/>
                    <a:pt x="15" y="115"/>
                    <a:pt x="16" y="115"/>
                  </a:cubicBezTo>
                  <a:cubicBezTo>
                    <a:pt x="17" y="114"/>
                    <a:pt x="18" y="114"/>
                    <a:pt x="18" y="113"/>
                  </a:cubicBezTo>
                  <a:cubicBezTo>
                    <a:pt x="19" y="113"/>
                    <a:pt x="19" y="112"/>
                    <a:pt x="19" y="111"/>
                  </a:cubicBezTo>
                  <a:cubicBezTo>
                    <a:pt x="20" y="111"/>
                    <a:pt x="22" y="111"/>
                    <a:pt x="22" y="110"/>
                  </a:cubicBezTo>
                  <a:cubicBezTo>
                    <a:pt x="22" y="110"/>
                    <a:pt x="23" y="109"/>
                    <a:pt x="23" y="109"/>
                  </a:cubicBezTo>
                  <a:cubicBezTo>
                    <a:pt x="23" y="109"/>
                    <a:pt x="22" y="108"/>
                    <a:pt x="22" y="108"/>
                  </a:cubicBezTo>
                  <a:cubicBezTo>
                    <a:pt x="21" y="107"/>
                    <a:pt x="20" y="107"/>
                    <a:pt x="20" y="106"/>
                  </a:cubicBezTo>
                  <a:cubicBezTo>
                    <a:pt x="20" y="106"/>
                    <a:pt x="19" y="105"/>
                    <a:pt x="18" y="105"/>
                  </a:cubicBezTo>
                  <a:cubicBezTo>
                    <a:pt x="18" y="104"/>
                    <a:pt x="18" y="103"/>
                    <a:pt x="18" y="103"/>
                  </a:cubicBezTo>
                  <a:cubicBezTo>
                    <a:pt x="18" y="102"/>
                    <a:pt x="17" y="102"/>
                    <a:pt x="18" y="101"/>
                  </a:cubicBezTo>
                  <a:cubicBezTo>
                    <a:pt x="18" y="101"/>
                    <a:pt x="19" y="100"/>
                    <a:pt x="19" y="100"/>
                  </a:cubicBezTo>
                  <a:cubicBezTo>
                    <a:pt x="20" y="100"/>
                    <a:pt x="21" y="99"/>
                    <a:pt x="21" y="99"/>
                  </a:cubicBezTo>
                  <a:cubicBezTo>
                    <a:pt x="21" y="98"/>
                    <a:pt x="22" y="97"/>
                    <a:pt x="22" y="97"/>
                  </a:cubicBezTo>
                  <a:cubicBezTo>
                    <a:pt x="22" y="96"/>
                    <a:pt x="22" y="94"/>
                    <a:pt x="22" y="93"/>
                  </a:cubicBezTo>
                  <a:cubicBezTo>
                    <a:pt x="22" y="92"/>
                    <a:pt x="22" y="91"/>
                    <a:pt x="22" y="90"/>
                  </a:cubicBezTo>
                  <a:cubicBezTo>
                    <a:pt x="22" y="89"/>
                    <a:pt x="22" y="88"/>
                    <a:pt x="22" y="87"/>
                  </a:cubicBezTo>
                  <a:cubicBezTo>
                    <a:pt x="22" y="87"/>
                    <a:pt x="22" y="86"/>
                    <a:pt x="22" y="85"/>
                  </a:cubicBezTo>
                  <a:cubicBezTo>
                    <a:pt x="21" y="84"/>
                    <a:pt x="20" y="83"/>
                    <a:pt x="20" y="83"/>
                  </a:cubicBezTo>
                  <a:cubicBezTo>
                    <a:pt x="20" y="82"/>
                    <a:pt x="20" y="80"/>
                    <a:pt x="20" y="79"/>
                  </a:cubicBezTo>
                  <a:cubicBezTo>
                    <a:pt x="20" y="79"/>
                    <a:pt x="20" y="77"/>
                    <a:pt x="20" y="76"/>
                  </a:cubicBezTo>
                  <a:cubicBezTo>
                    <a:pt x="20" y="75"/>
                    <a:pt x="21" y="73"/>
                    <a:pt x="20" y="72"/>
                  </a:cubicBezTo>
                  <a:cubicBezTo>
                    <a:pt x="20" y="71"/>
                    <a:pt x="19" y="71"/>
                    <a:pt x="18" y="70"/>
                  </a:cubicBezTo>
                  <a:cubicBezTo>
                    <a:pt x="18" y="70"/>
                    <a:pt x="18" y="70"/>
                    <a:pt x="18" y="70"/>
                  </a:cubicBezTo>
                  <a:cubicBezTo>
                    <a:pt x="18" y="70"/>
                    <a:pt x="19" y="69"/>
                    <a:pt x="19" y="68"/>
                  </a:cubicBezTo>
                  <a:cubicBezTo>
                    <a:pt x="19" y="67"/>
                    <a:pt x="19" y="66"/>
                    <a:pt x="19" y="66"/>
                  </a:cubicBezTo>
                  <a:cubicBezTo>
                    <a:pt x="19" y="65"/>
                    <a:pt x="20" y="64"/>
                    <a:pt x="20" y="64"/>
                  </a:cubicBezTo>
                  <a:cubicBezTo>
                    <a:pt x="21" y="63"/>
                    <a:pt x="21" y="61"/>
                    <a:pt x="21" y="60"/>
                  </a:cubicBezTo>
                  <a:cubicBezTo>
                    <a:pt x="20" y="59"/>
                    <a:pt x="20" y="58"/>
                    <a:pt x="20" y="58"/>
                  </a:cubicBezTo>
                  <a:cubicBezTo>
                    <a:pt x="20" y="57"/>
                    <a:pt x="21" y="56"/>
                    <a:pt x="21" y="55"/>
                  </a:cubicBezTo>
                  <a:cubicBezTo>
                    <a:pt x="21" y="54"/>
                    <a:pt x="21" y="53"/>
                    <a:pt x="21" y="53"/>
                  </a:cubicBezTo>
                  <a:cubicBezTo>
                    <a:pt x="21" y="52"/>
                    <a:pt x="21" y="51"/>
                    <a:pt x="21" y="50"/>
                  </a:cubicBezTo>
                  <a:cubicBezTo>
                    <a:pt x="22" y="49"/>
                    <a:pt x="23" y="48"/>
                    <a:pt x="23" y="47"/>
                  </a:cubicBezTo>
                  <a:cubicBezTo>
                    <a:pt x="24" y="47"/>
                    <a:pt x="25" y="46"/>
                    <a:pt x="25" y="45"/>
                  </a:cubicBezTo>
                  <a:cubicBezTo>
                    <a:pt x="26" y="45"/>
                    <a:pt x="27" y="44"/>
                    <a:pt x="27" y="43"/>
                  </a:cubicBezTo>
                  <a:cubicBezTo>
                    <a:pt x="28" y="42"/>
                    <a:pt x="28" y="41"/>
                    <a:pt x="28" y="40"/>
                  </a:cubicBezTo>
                  <a:cubicBezTo>
                    <a:pt x="29" y="40"/>
                    <a:pt x="30" y="39"/>
                    <a:pt x="30" y="39"/>
                  </a:cubicBezTo>
                  <a:cubicBezTo>
                    <a:pt x="31" y="39"/>
                    <a:pt x="32" y="38"/>
                    <a:pt x="33" y="38"/>
                  </a:cubicBezTo>
                  <a:cubicBezTo>
                    <a:pt x="33" y="38"/>
                    <a:pt x="35" y="38"/>
                    <a:pt x="35" y="39"/>
                  </a:cubicBezTo>
                  <a:cubicBezTo>
                    <a:pt x="35" y="39"/>
                    <a:pt x="35" y="40"/>
                    <a:pt x="36" y="40"/>
                  </a:cubicBezTo>
                  <a:cubicBezTo>
                    <a:pt x="36" y="41"/>
                    <a:pt x="37" y="41"/>
                    <a:pt x="38" y="40"/>
                  </a:cubicBezTo>
                  <a:cubicBezTo>
                    <a:pt x="39" y="40"/>
                    <a:pt x="40" y="40"/>
                    <a:pt x="40" y="39"/>
                  </a:cubicBezTo>
                  <a:cubicBezTo>
                    <a:pt x="40" y="39"/>
                    <a:pt x="41" y="38"/>
                    <a:pt x="41" y="38"/>
                  </a:cubicBezTo>
                  <a:cubicBezTo>
                    <a:pt x="42" y="37"/>
                    <a:pt x="44" y="37"/>
                    <a:pt x="45" y="37"/>
                  </a:cubicBezTo>
                  <a:cubicBezTo>
                    <a:pt x="45" y="37"/>
                    <a:pt x="46" y="37"/>
                    <a:pt x="47" y="37"/>
                  </a:cubicBezTo>
                  <a:cubicBezTo>
                    <a:pt x="47" y="37"/>
                    <a:pt x="47" y="39"/>
                    <a:pt x="47" y="39"/>
                  </a:cubicBezTo>
                  <a:cubicBezTo>
                    <a:pt x="47" y="40"/>
                    <a:pt x="47" y="41"/>
                    <a:pt x="48" y="41"/>
                  </a:cubicBezTo>
                  <a:cubicBezTo>
                    <a:pt x="49" y="42"/>
                    <a:pt x="51" y="41"/>
                    <a:pt x="53" y="41"/>
                  </a:cubicBezTo>
                  <a:cubicBezTo>
                    <a:pt x="53" y="41"/>
                    <a:pt x="55" y="41"/>
                    <a:pt x="55" y="40"/>
                  </a:cubicBezTo>
                  <a:cubicBezTo>
                    <a:pt x="56" y="40"/>
                    <a:pt x="56" y="38"/>
                    <a:pt x="56" y="37"/>
                  </a:cubicBezTo>
                  <a:cubicBezTo>
                    <a:pt x="56" y="36"/>
                    <a:pt x="54" y="35"/>
                    <a:pt x="54" y="34"/>
                  </a:cubicBezTo>
                  <a:cubicBezTo>
                    <a:pt x="54" y="34"/>
                    <a:pt x="55" y="33"/>
                    <a:pt x="56" y="32"/>
                  </a:cubicBezTo>
                  <a:cubicBezTo>
                    <a:pt x="56" y="32"/>
                    <a:pt x="58" y="33"/>
                    <a:pt x="58" y="32"/>
                  </a:cubicBezTo>
                  <a:cubicBezTo>
                    <a:pt x="59" y="32"/>
                    <a:pt x="59" y="31"/>
                    <a:pt x="59" y="31"/>
                  </a:cubicBezTo>
                  <a:cubicBezTo>
                    <a:pt x="59" y="30"/>
                    <a:pt x="59" y="30"/>
                    <a:pt x="59" y="29"/>
                  </a:cubicBezTo>
                  <a:cubicBezTo>
                    <a:pt x="59" y="29"/>
                    <a:pt x="59" y="29"/>
                    <a:pt x="59" y="28"/>
                  </a:cubicBezTo>
                  <a:cubicBezTo>
                    <a:pt x="58" y="28"/>
                    <a:pt x="58" y="27"/>
                    <a:pt x="58" y="27"/>
                  </a:cubicBezTo>
                  <a:cubicBezTo>
                    <a:pt x="59" y="27"/>
                    <a:pt x="59" y="26"/>
                    <a:pt x="60" y="26"/>
                  </a:cubicBezTo>
                  <a:cubicBezTo>
                    <a:pt x="60" y="26"/>
                    <a:pt x="61" y="26"/>
                    <a:pt x="61" y="25"/>
                  </a:cubicBezTo>
                  <a:cubicBezTo>
                    <a:pt x="62" y="25"/>
                    <a:pt x="63" y="25"/>
                    <a:pt x="64" y="24"/>
                  </a:cubicBezTo>
                  <a:cubicBezTo>
                    <a:pt x="64" y="24"/>
                    <a:pt x="64" y="23"/>
                    <a:pt x="65" y="23"/>
                  </a:cubicBezTo>
                  <a:cubicBezTo>
                    <a:pt x="65" y="22"/>
                    <a:pt x="66" y="22"/>
                    <a:pt x="67" y="22"/>
                  </a:cubicBezTo>
                  <a:cubicBezTo>
                    <a:pt x="67" y="21"/>
                    <a:pt x="69" y="22"/>
                    <a:pt x="70" y="22"/>
                  </a:cubicBezTo>
                  <a:cubicBezTo>
                    <a:pt x="71" y="22"/>
                    <a:pt x="74" y="21"/>
                    <a:pt x="76" y="21"/>
                  </a:cubicBezTo>
                  <a:cubicBezTo>
                    <a:pt x="77" y="20"/>
                    <a:pt x="80" y="19"/>
                    <a:pt x="81" y="18"/>
                  </a:cubicBezTo>
                  <a:cubicBezTo>
                    <a:pt x="82" y="17"/>
                    <a:pt x="84" y="16"/>
                    <a:pt x="84" y="15"/>
                  </a:cubicBezTo>
                  <a:cubicBezTo>
                    <a:pt x="85" y="14"/>
                    <a:pt x="85" y="12"/>
                    <a:pt x="85" y="11"/>
                  </a:cubicBezTo>
                  <a:cubicBezTo>
                    <a:pt x="85" y="11"/>
                    <a:pt x="84" y="10"/>
                    <a:pt x="84" y="10"/>
                  </a:cubicBezTo>
                  <a:cubicBezTo>
                    <a:pt x="84" y="9"/>
                    <a:pt x="85" y="9"/>
                    <a:pt x="86" y="8"/>
                  </a:cubicBezTo>
                  <a:cubicBezTo>
                    <a:pt x="86" y="8"/>
                    <a:pt x="87" y="8"/>
                    <a:pt x="87" y="8"/>
                  </a:cubicBezTo>
                  <a:cubicBezTo>
                    <a:pt x="88" y="7"/>
                    <a:pt x="88" y="6"/>
                    <a:pt x="88" y="6"/>
                  </a:cubicBezTo>
                  <a:cubicBezTo>
                    <a:pt x="88" y="5"/>
                    <a:pt x="87" y="3"/>
                    <a:pt x="88" y="2"/>
                  </a:cubicBezTo>
                  <a:cubicBezTo>
                    <a:pt x="88" y="2"/>
                    <a:pt x="88" y="1"/>
                    <a:pt x="89" y="1"/>
                  </a:cubicBezTo>
                  <a:cubicBezTo>
                    <a:pt x="89" y="0"/>
                    <a:pt x="90" y="0"/>
                    <a:pt x="91" y="0"/>
                  </a:cubicBezTo>
                  <a:cubicBezTo>
                    <a:pt x="91" y="0"/>
                    <a:pt x="92" y="0"/>
                    <a:pt x="92" y="0"/>
                  </a:cubicBezTo>
                  <a:cubicBezTo>
                    <a:pt x="93" y="0"/>
                    <a:pt x="94" y="0"/>
                    <a:pt x="94" y="1"/>
                  </a:cubicBezTo>
                  <a:cubicBezTo>
                    <a:pt x="94" y="2"/>
                    <a:pt x="94" y="3"/>
                    <a:pt x="94" y="3"/>
                  </a:cubicBezTo>
                  <a:cubicBezTo>
                    <a:pt x="94" y="4"/>
                    <a:pt x="96" y="4"/>
                    <a:pt x="96" y="4"/>
                  </a:cubicBezTo>
                  <a:cubicBezTo>
                    <a:pt x="97" y="4"/>
                    <a:pt x="98" y="4"/>
                    <a:pt x="98" y="4"/>
                  </a:cubicBezTo>
                  <a:cubicBezTo>
                    <a:pt x="99" y="5"/>
                    <a:pt x="100" y="5"/>
                    <a:pt x="101" y="5"/>
                  </a:cubicBezTo>
                  <a:cubicBezTo>
                    <a:pt x="102" y="6"/>
                    <a:pt x="103" y="7"/>
                    <a:pt x="104" y="7"/>
                  </a:cubicBezTo>
                  <a:cubicBezTo>
                    <a:pt x="105" y="7"/>
                    <a:pt x="108" y="8"/>
                    <a:pt x="109" y="7"/>
                  </a:cubicBezTo>
                  <a:cubicBezTo>
                    <a:pt x="110" y="7"/>
                    <a:pt x="111" y="7"/>
                    <a:pt x="112" y="7"/>
                  </a:cubicBezTo>
                  <a:cubicBezTo>
                    <a:pt x="112" y="6"/>
                    <a:pt x="113" y="5"/>
                    <a:pt x="114" y="5"/>
                  </a:cubicBezTo>
                  <a:cubicBezTo>
                    <a:pt x="114" y="5"/>
                    <a:pt x="115" y="4"/>
                    <a:pt x="116" y="4"/>
                  </a:cubicBezTo>
                  <a:cubicBezTo>
                    <a:pt x="116" y="3"/>
                    <a:pt x="116" y="2"/>
                    <a:pt x="116" y="1"/>
                  </a:cubicBezTo>
                  <a:cubicBezTo>
                    <a:pt x="117" y="1"/>
                    <a:pt x="119" y="1"/>
                    <a:pt x="119" y="2"/>
                  </a:cubicBezTo>
                  <a:cubicBezTo>
                    <a:pt x="121" y="2"/>
                    <a:pt x="124" y="4"/>
                    <a:pt x="125" y="4"/>
                  </a:cubicBezTo>
                  <a:cubicBezTo>
                    <a:pt x="127" y="5"/>
                    <a:pt x="129" y="6"/>
                    <a:pt x="130" y="7"/>
                  </a:cubicBezTo>
                  <a:cubicBezTo>
                    <a:pt x="131" y="7"/>
                    <a:pt x="133" y="8"/>
                    <a:pt x="134" y="9"/>
                  </a:cubicBezTo>
                  <a:cubicBezTo>
                    <a:pt x="134" y="9"/>
                    <a:pt x="135" y="10"/>
                    <a:pt x="135" y="10"/>
                  </a:cubicBezTo>
                  <a:cubicBezTo>
                    <a:pt x="135" y="11"/>
                    <a:pt x="135" y="12"/>
                    <a:pt x="135" y="12"/>
                  </a:cubicBezTo>
                  <a:cubicBezTo>
                    <a:pt x="134" y="12"/>
                    <a:pt x="133" y="13"/>
                    <a:pt x="132" y="13"/>
                  </a:cubicBezTo>
                  <a:cubicBezTo>
                    <a:pt x="131" y="13"/>
                    <a:pt x="130" y="13"/>
                    <a:pt x="130" y="13"/>
                  </a:cubicBezTo>
                  <a:cubicBezTo>
                    <a:pt x="129" y="13"/>
                    <a:pt x="127" y="13"/>
                    <a:pt x="126" y="13"/>
                  </a:cubicBezTo>
                  <a:cubicBezTo>
                    <a:pt x="125" y="13"/>
                    <a:pt x="124" y="15"/>
                    <a:pt x="123" y="16"/>
                  </a:cubicBezTo>
                  <a:cubicBezTo>
                    <a:pt x="122" y="17"/>
                    <a:pt x="120" y="19"/>
                    <a:pt x="120" y="21"/>
                  </a:cubicBezTo>
                  <a:cubicBezTo>
                    <a:pt x="119" y="22"/>
                    <a:pt x="119" y="25"/>
                    <a:pt x="119" y="27"/>
                  </a:cubicBezTo>
                  <a:cubicBezTo>
                    <a:pt x="119" y="28"/>
                    <a:pt x="119" y="32"/>
                    <a:pt x="119" y="34"/>
                  </a:cubicBezTo>
                  <a:cubicBezTo>
                    <a:pt x="120" y="37"/>
                    <a:pt x="122" y="43"/>
                    <a:pt x="124" y="47"/>
                  </a:cubicBezTo>
                  <a:cubicBezTo>
                    <a:pt x="124" y="48"/>
                    <a:pt x="126" y="52"/>
                    <a:pt x="126" y="54"/>
                  </a:cubicBezTo>
                  <a:cubicBezTo>
                    <a:pt x="127" y="56"/>
                    <a:pt x="129" y="59"/>
                    <a:pt x="130" y="61"/>
                  </a:cubicBezTo>
                  <a:cubicBezTo>
                    <a:pt x="131" y="63"/>
                    <a:pt x="133" y="67"/>
                    <a:pt x="134" y="69"/>
                  </a:cubicBezTo>
                  <a:cubicBezTo>
                    <a:pt x="135" y="71"/>
                    <a:pt x="136" y="73"/>
                    <a:pt x="137" y="74"/>
                  </a:cubicBezTo>
                  <a:cubicBezTo>
                    <a:pt x="139" y="76"/>
                    <a:pt x="142" y="79"/>
                    <a:pt x="144" y="81"/>
                  </a:cubicBezTo>
                  <a:cubicBezTo>
                    <a:pt x="145" y="83"/>
                    <a:pt x="148" y="86"/>
                    <a:pt x="149" y="88"/>
                  </a:cubicBezTo>
                  <a:cubicBezTo>
                    <a:pt x="150" y="89"/>
                    <a:pt x="153" y="91"/>
                    <a:pt x="154" y="93"/>
                  </a:cubicBezTo>
                  <a:cubicBezTo>
                    <a:pt x="155" y="95"/>
                    <a:pt x="157" y="99"/>
                    <a:pt x="158" y="101"/>
                  </a:cubicBezTo>
                  <a:cubicBezTo>
                    <a:pt x="159" y="103"/>
                    <a:pt x="161" y="107"/>
                    <a:pt x="163" y="108"/>
                  </a:cubicBezTo>
                  <a:cubicBezTo>
                    <a:pt x="164" y="110"/>
                    <a:pt x="168" y="113"/>
                    <a:pt x="170" y="115"/>
                  </a:cubicBezTo>
                  <a:cubicBezTo>
                    <a:pt x="171" y="116"/>
                    <a:pt x="172" y="118"/>
                    <a:pt x="172" y="119"/>
                  </a:cubicBezTo>
                  <a:cubicBezTo>
                    <a:pt x="173" y="120"/>
                    <a:pt x="173" y="122"/>
                    <a:pt x="173" y="124"/>
                  </a:cubicBezTo>
                  <a:cubicBezTo>
                    <a:pt x="173" y="125"/>
                    <a:pt x="173" y="127"/>
                    <a:pt x="173" y="128"/>
                  </a:cubicBezTo>
                  <a:cubicBezTo>
                    <a:pt x="173" y="129"/>
                    <a:pt x="172" y="131"/>
                    <a:pt x="171" y="132"/>
                  </a:cubicBezTo>
                  <a:cubicBezTo>
                    <a:pt x="171" y="132"/>
                    <a:pt x="171" y="133"/>
                    <a:pt x="170" y="133"/>
                  </a:cubicBezTo>
                  <a:cubicBezTo>
                    <a:pt x="170" y="133"/>
                    <a:pt x="169" y="134"/>
                    <a:pt x="169" y="134"/>
                  </a:cubicBezTo>
                  <a:cubicBezTo>
                    <a:pt x="169" y="133"/>
                    <a:pt x="168" y="133"/>
                    <a:pt x="169" y="132"/>
                  </a:cubicBezTo>
                  <a:cubicBezTo>
                    <a:pt x="169" y="132"/>
                    <a:pt x="169" y="131"/>
                    <a:pt x="169" y="131"/>
                  </a:cubicBezTo>
                  <a:cubicBezTo>
                    <a:pt x="170" y="131"/>
                    <a:pt x="170" y="130"/>
                    <a:pt x="170" y="129"/>
                  </a:cubicBezTo>
                  <a:cubicBezTo>
                    <a:pt x="171" y="129"/>
                    <a:pt x="171" y="128"/>
                    <a:pt x="171" y="128"/>
                  </a:cubicBezTo>
                  <a:cubicBezTo>
                    <a:pt x="171" y="127"/>
                    <a:pt x="171" y="126"/>
                    <a:pt x="171" y="125"/>
                  </a:cubicBezTo>
                  <a:cubicBezTo>
                    <a:pt x="171" y="124"/>
                    <a:pt x="170" y="122"/>
                    <a:pt x="169" y="122"/>
                  </a:cubicBezTo>
                  <a:cubicBezTo>
                    <a:pt x="168" y="121"/>
                    <a:pt x="166" y="119"/>
                    <a:pt x="165" y="119"/>
                  </a:cubicBezTo>
                  <a:cubicBezTo>
                    <a:pt x="163" y="118"/>
                    <a:pt x="160" y="117"/>
                    <a:pt x="158" y="117"/>
                  </a:cubicBezTo>
                  <a:cubicBezTo>
                    <a:pt x="157" y="117"/>
                    <a:pt x="154" y="117"/>
                    <a:pt x="152" y="117"/>
                  </a:cubicBezTo>
                  <a:cubicBezTo>
                    <a:pt x="151" y="118"/>
                    <a:pt x="148" y="119"/>
                    <a:pt x="147" y="120"/>
                  </a:cubicBezTo>
                  <a:cubicBezTo>
                    <a:pt x="146" y="120"/>
                    <a:pt x="145" y="120"/>
                    <a:pt x="144" y="120"/>
                  </a:cubicBezTo>
                  <a:cubicBezTo>
                    <a:pt x="143" y="121"/>
                    <a:pt x="141" y="121"/>
                    <a:pt x="140" y="121"/>
                  </a:cubicBezTo>
                  <a:cubicBezTo>
                    <a:pt x="139" y="121"/>
                    <a:pt x="136" y="120"/>
                    <a:pt x="135" y="119"/>
                  </a:cubicBezTo>
                  <a:cubicBezTo>
                    <a:pt x="134" y="119"/>
                    <a:pt x="131" y="117"/>
                    <a:pt x="130" y="116"/>
                  </a:cubicBezTo>
                  <a:cubicBezTo>
                    <a:pt x="129" y="115"/>
                    <a:pt x="126" y="113"/>
                    <a:pt x="125" y="112"/>
                  </a:cubicBezTo>
                  <a:cubicBezTo>
                    <a:pt x="124" y="111"/>
                    <a:pt x="123" y="110"/>
                    <a:pt x="122" y="109"/>
                  </a:cubicBezTo>
                  <a:cubicBezTo>
                    <a:pt x="122" y="109"/>
                    <a:pt x="121" y="107"/>
                    <a:pt x="120" y="107"/>
                  </a:cubicBezTo>
                  <a:cubicBezTo>
                    <a:pt x="120" y="106"/>
                    <a:pt x="119" y="105"/>
                    <a:pt x="119" y="104"/>
                  </a:cubicBezTo>
                  <a:cubicBezTo>
                    <a:pt x="118" y="103"/>
                    <a:pt x="118" y="102"/>
                    <a:pt x="117" y="101"/>
                  </a:cubicBezTo>
                  <a:cubicBezTo>
                    <a:pt x="117" y="101"/>
                    <a:pt x="116" y="100"/>
                    <a:pt x="115" y="100"/>
                  </a:cubicBezTo>
                  <a:cubicBezTo>
                    <a:pt x="115" y="100"/>
                    <a:pt x="114" y="99"/>
                    <a:pt x="114" y="99"/>
                  </a:cubicBezTo>
                  <a:cubicBezTo>
                    <a:pt x="114" y="99"/>
                    <a:pt x="114" y="98"/>
                    <a:pt x="114" y="98"/>
                  </a:cubicBezTo>
                  <a:cubicBezTo>
                    <a:pt x="114" y="97"/>
                    <a:pt x="115" y="95"/>
                    <a:pt x="115" y="94"/>
                  </a:cubicBezTo>
                  <a:cubicBezTo>
                    <a:pt x="115" y="93"/>
                    <a:pt x="114" y="91"/>
                    <a:pt x="114" y="90"/>
                  </a:cubicBezTo>
                  <a:cubicBezTo>
                    <a:pt x="114" y="89"/>
                    <a:pt x="113" y="88"/>
                    <a:pt x="113" y="87"/>
                  </a:cubicBezTo>
                  <a:cubicBezTo>
                    <a:pt x="112" y="87"/>
                    <a:pt x="112" y="87"/>
                    <a:pt x="111" y="87"/>
                  </a:cubicBezTo>
                  <a:cubicBezTo>
                    <a:pt x="111" y="87"/>
                    <a:pt x="110" y="87"/>
                    <a:pt x="110" y="87"/>
                  </a:cubicBezTo>
                  <a:cubicBezTo>
                    <a:pt x="109" y="87"/>
                    <a:pt x="108" y="86"/>
                    <a:pt x="108" y="86"/>
                  </a:cubicBezTo>
                  <a:cubicBezTo>
                    <a:pt x="108" y="85"/>
                    <a:pt x="108" y="83"/>
                    <a:pt x="107" y="83"/>
                  </a:cubicBezTo>
                  <a:cubicBezTo>
                    <a:pt x="107" y="82"/>
                    <a:pt x="106" y="81"/>
                    <a:pt x="105" y="80"/>
                  </a:cubicBezTo>
                  <a:cubicBezTo>
                    <a:pt x="105" y="80"/>
                    <a:pt x="103" y="80"/>
                    <a:pt x="103" y="80"/>
                  </a:cubicBezTo>
                  <a:cubicBezTo>
                    <a:pt x="102" y="79"/>
                    <a:pt x="101" y="79"/>
                    <a:pt x="100" y="80"/>
                  </a:cubicBezTo>
                  <a:cubicBezTo>
                    <a:pt x="100" y="80"/>
                    <a:pt x="100" y="81"/>
                    <a:pt x="99" y="81"/>
                  </a:cubicBezTo>
                  <a:cubicBezTo>
                    <a:pt x="99" y="81"/>
                    <a:pt x="98" y="81"/>
                    <a:pt x="97" y="82"/>
                  </a:cubicBezTo>
                  <a:cubicBezTo>
                    <a:pt x="97" y="82"/>
                    <a:pt x="97" y="83"/>
                    <a:pt x="96" y="84"/>
                  </a:cubicBezTo>
                  <a:cubicBezTo>
                    <a:pt x="96" y="84"/>
                    <a:pt x="95" y="85"/>
                    <a:pt x="94" y="85"/>
                  </a:cubicBezTo>
                  <a:cubicBezTo>
                    <a:pt x="94" y="85"/>
                    <a:pt x="93" y="86"/>
                    <a:pt x="93" y="86"/>
                  </a:cubicBezTo>
                  <a:cubicBezTo>
                    <a:pt x="93" y="87"/>
                    <a:pt x="93" y="89"/>
                    <a:pt x="93" y="90"/>
                  </a:cubicBezTo>
                  <a:cubicBezTo>
                    <a:pt x="93" y="91"/>
                    <a:pt x="91" y="92"/>
                    <a:pt x="91" y="92"/>
                  </a:cubicBezTo>
                  <a:cubicBezTo>
                    <a:pt x="90" y="93"/>
                    <a:pt x="90" y="94"/>
                    <a:pt x="91" y="95"/>
                  </a:cubicBezTo>
                  <a:cubicBezTo>
                    <a:pt x="91" y="95"/>
                    <a:pt x="93" y="96"/>
                    <a:pt x="93" y="97"/>
                  </a:cubicBezTo>
                  <a:cubicBezTo>
                    <a:pt x="94" y="97"/>
                    <a:pt x="93" y="99"/>
                    <a:pt x="93" y="100"/>
                  </a:cubicBezTo>
                  <a:cubicBezTo>
                    <a:pt x="93" y="101"/>
                    <a:pt x="93" y="102"/>
                    <a:pt x="93" y="103"/>
                  </a:cubicBezTo>
                  <a:cubicBezTo>
                    <a:pt x="93" y="104"/>
                    <a:pt x="93" y="105"/>
                    <a:pt x="94" y="105"/>
                  </a:cubicBezTo>
                  <a:cubicBezTo>
                    <a:pt x="92" y="106"/>
                    <a:pt x="91" y="107"/>
                    <a:pt x="90" y="107"/>
                  </a:cubicBezTo>
                  <a:cubicBezTo>
                    <a:pt x="89" y="107"/>
                    <a:pt x="87" y="108"/>
                    <a:pt x="86" y="108"/>
                  </a:cubicBezTo>
                  <a:cubicBezTo>
                    <a:pt x="86" y="107"/>
                    <a:pt x="85" y="107"/>
                    <a:pt x="85" y="107"/>
                  </a:cubicBezTo>
                  <a:cubicBezTo>
                    <a:pt x="84" y="107"/>
                    <a:pt x="82" y="107"/>
                    <a:pt x="82" y="107"/>
                  </a:cubicBezTo>
                  <a:cubicBezTo>
                    <a:pt x="81" y="108"/>
                    <a:pt x="81" y="109"/>
                    <a:pt x="80" y="109"/>
                  </a:cubicBezTo>
                  <a:cubicBezTo>
                    <a:pt x="79" y="109"/>
                    <a:pt x="78" y="110"/>
                    <a:pt x="77" y="110"/>
                  </a:cubicBezTo>
                  <a:cubicBezTo>
                    <a:pt x="76" y="110"/>
                    <a:pt x="75" y="110"/>
                    <a:pt x="74" y="109"/>
                  </a:cubicBezTo>
                  <a:cubicBezTo>
                    <a:pt x="73" y="109"/>
                    <a:pt x="71" y="108"/>
                    <a:pt x="70" y="107"/>
                  </a:cubicBezTo>
                  <a:cubicBezTo>
                    <a:pt x="70" y="107"/>
                    <a:pt x="68" y="106"/>
                    <a:pt x="67" y="106"/>
                  </a:cubicBezTo>
                  <a:cubicBezTo>
                    <a:pt x="67" y="106"/>
                    <a:pt x="66" y="105"/>
                    <a:pt x="65" y="105"/>
                  </a:cubicBezTo>
                  <a:cubicBezTo>
                    <a:pt x="64" y="105"/>
                    <a:pt x="63" y="106"/>
                    <a:pt x="62" y="106"/>
                  </a:cubicBezTo>
                  <a:cubicBezTo>
                    <a:pt x="62" y="106"/>
                    <a:pt x="61" y="106"/>
                    <a:pt x="61" y="106"/>
                  </a:cubicBezTo>
                  <a:cubicBezTo>
                    <a:pt x="60" y="106"/>
                    <a:pt x="59" y="106"/>
                    <a:pt x="59" y="107"/>
                  </a:cubicBezTo>
                  <a:cubicBezTo>
                    <a:pt x="58" y="107"/>
                    <a:pt x="58" y="108"/>
                    <a:pt x="58" y="108"/>
                  </a:cubicBezTo>
                  <a:cubicBezTo>
                    <a:pt x="57" y="108"/>
                    <a:pt x="57" y="110"/>
                    <a:pt x="56" y="110"/>
                  </a:cubicBezTo>
                  <a:cubicBezTo>
                    <a:pt x="56" y="110"/>
                    <a:pt x="55" y="110"/>
                    <a:pt x="54" y="110"/>
                  </a:cubicBezTo>
                  <a:cubicBezTo>
                    <a:pt x="53" y="110"/>
                    <a:pt x="52" y="110"/>
                    <a:pt x="51" y="110"/>
                  </a:cubicBezTo>
                  <a:cubicBezTo>
                    <a:pt x="50" y="110"/>
                    <a:pt x="49" y="111"/>
                    <a:pt x="49" y="111"/>
                  </a:cubicBezTo>
                  <a:cubicBezTo>
                    <a:pt x="48" y="111"/>
                    <a:pt x="47" y="111"/>
                    <a:pt x="46" y="112"/>
                  </a:cubicBezTo>
                  <a:cubicBezTo>
                    <a:pt x="46" y="112"/>
                    <a:pt x="45" y="112"/>
                    <a:pt x="44" y="112"/>
                  </a:cubicBezTo>
                  <a:cubicBezTo>
                    <a:pt x="44" y="113"/>
                    <a:pt x="42" y="113"/>
                    <a:pt x="43" y="114"/>
                  </a:cubicBezTo>
                  <a:cubicBezTo>
                    <a:pt x="43" y="115"/>
                    <a:pt x="45" y="114"/>
                    <a:pt x="46" y="114"/>
                  </a:cubicBezTo>
                  <a:cubicBezTo>
                    <a:pt x="46" y="114"/>
                    <a:pt x="47" y="113"/>
                    <a:pt x="48" y="113"/>
                  </a:cubicBezTo>
                  <a:cubicBezTo>
                    <a:pt x="49" y="113"/>
                    <a:pt x="50" y="113"/>
                    <a:pt x="50" y="113"/>
                  </a:cubicBezTo>
                  <a:cubicBezTo>
                    <a:pt x="51" y="113"/>
                    <a:pt x="52" y="113"/>
                    <a:pt x="53" y="113"/>
                  </a:cubicBezTo>
                  <a:cubicBezTo>
                    <a:pt x="54" y="114"/>
                    <a:pt x="55" y="115"/>
                    <a:pt x="55" y="116"/>
                  </a:cubicBezTo>
                  <a:cubicBezTo>
                    <a:pt x="55" y="116"/>
                    <a:pt x="55" y="116"/>
                    <a:pt x="55" y="116"/>
                  </a:cubicBezTo>
                  <a:cubicBezTo>
                    <a:pt x="54" y="117"/>
                    <a:pt x="53" y="117"/>
                    <a:pt x="52" y="117"/>
                  </a:cubicBezTo>
                  <a:cubicBezTo>
                    <a:pt x="51" y="117"/>
                    <a:pt x="50" y="117"/>
                    <a:pt x="50" y="118"/>
                  </a:cubicBezTo>
                  <a:cubicBezTo>
                    <a:pt x="49" y="118"/>
                    <a:pt x="47" y="119"/>
                    <a:pt x="47" y="120"/>
                  </a:cubicBezTo>
                  <a:cubicBezTo>
                    <a:pt x="46" y="121"/>
                    <a:pt x="45" y="122"/>
                    <a:pt x="45" y="122"/>
                  </a:cubicBezTo>
                  <a:cubicBezTo>
                    <a:pt x="44" y="123"/>
                    <a:pt x="42" y="122"/>
                    <a:pt x="41" y="122"/>
                  </a:cubicBezTo>
                  <a:cubicBezTo>
                    <a:pt x="40" y="122"/>
                    <a:pt x="39" y="123"/>
                    <a:pt x="38" y="123"/>
                  </a:cubicBezTo>
                  <a:cubicBezTo>
                    <a:pt x="38" y="124"/>
                    <a:pt x="37" y="125"/>
                    <a:pt x="37" y="126"/>
                  </a:cubicBezTo>
                  <a:cubicBezTo>
                    <a:pt x="36" y="127"/>
                    <a:pt x="34" y="127"/>
                    <a:pt x="33" y="127"/>
                  </a:cubicBezTo>
                  <a:cubicBezTo>
                    <a:pt x="33" y="127"/>
                    <a:pt x="31" y="127"/>
                    <a:pt x="30" y="126"/>
                  </a:cubicBezTo>
                  <a:cubicBezTo>
                    <a:pt x="30" y="126"/>
                    <a:pt x="30" y="125"/>
                    <a:pt x="29" y="125"/>
                  </a:cubicBezTo>
                  <a:cubicBezTo>
                    <a:pt x="28" y="125"/>
                    <a:pt x="26" y="125"/>
                    <a:pt x="26" y="125"/>
                  </a:cubicBezTo>
                  <a:cubicBezTo>
                    <a:pt x="25" y="125"/>
                    <a:pt x="24" y="124"/>
                    <a:pt x="23" y="124"/>
                  </a:cubicBezTo>
                  <a:cubicBezTo>
                    <a:pt x="22" y="124"/>
                    <a:pt x="21" y="123"/>
                    <a:pt x="20" y="123"/>
                  </a:cubicBezTo>
                  <a:cubicBezTo>
                    <a:pt x="20" y="123"/>
                    <a:pt x="19" y="123"/>
                    <a:pt x="18" y="123"/>
                  </a:cubicBezTo>
                  <a:cubicBezTo>
                    <a:pt x="17" y="123"/>
                    <a:pt x="16" y="124"/>
                    <a:pt x="16" y="124"/>
                  </a:cubicBezTo>
                  <a:cubicBezTo>
                    <a:pt x="15" y="124"/>
                    <a:pt x="15" y="123"/>
                    <a:pt x="14" y="123"/>
                  </a:cubicBezTo>
                  <a:cubicBezTo>
                    <a:pt x="14" y="123"/>
                    <a:pt x="13" y="124"/>
                    <a:pt x="12" y="124"/>
                  </a:cubicBezTo>
                  <a:cubicBezTo>
                    <a:pt x="12" y="124"/>
                    <a:pt x="11" y="124"/>
                    <a:pt x="10" y="124"/>
                  </a:cubicBezTo>
                  <a:cubicBezTo>
                    <a:pt x="9" y="123"/>
                    <a:pt x="7" y="124"/>
                    <a:pt x="5" y="124"/>
                  </a:cubicBezTo>
                  <a:cubicBezTo>
                    <a:pt x="5" y="124"/>
                    <a:pt x="5" y="124"/>
                    <a:pt x="5" y="12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42"/>
            <p:cNvSpPr>
              <a:spLocks/>
            </p:cNvSpPr>
            <p:nvPr/>
          </p:nvSpPr>
          <p:spPr bwMode="auto">
            <a:xfrm>
              <a:off x="2438401" y="2919413"/>
              <a:ext cx="46038" cy="49213"/>
            </a:xfrm>
            <a:custGeom>
              <a:avLst/>
              <a:gdLst/>
              <a:ahLst/>
              <a:cxnLst>
                <a:cxn ang="0">
                  <a:pos x="25" y="15"/>
                </a:cxn>
                <a:cxn ang="0">
                  <a:pos x="24" y="19"/>
                </a:cxn>
                <a:cxn ang="0">
                  <a:pos x="24" y="20"/>
                </a:cxn>
                <a:cxn ang="0">
                  <a:pos x="22" y="20"/>
                </a:cxn>
                <a:cxn ang="0">
                  <a:pos x="18" y="21"/>
                </a:cxn>
                <a:cxn ang="0">
                  <a:pos x="13" y="22"/>
                </a:cxn>
                <a:cxn ang="0">
                  <a:pos x="10" y="24"/>
                </a:cxn>
                <a:cxn ang="0">
                  <a:pos x="5" y="26"/>
                </a:cxn>
                <a:cxn ang="0">
                  <a:pos x="4" y="26"/>
                </a:cxn>
                <a:cxn ang="0">
                  <a:pos x="3" y="24"/>
                </a:cxn>
                <a:cxn ang="0">
                  <a:pos x="3" y="21"/>
                </a:cxn>
                <a:cxn ang="0">
                  <a:pos x="3" y="18"/>
                </a:cxn>
                <a:cxn ang="0">
                  <a:pos x="1" y="16"/>
                </a:cxn>
                <a:cxn ang="0">
                  <a:pos x="1" y="13"/>
                </a:cxn>
                <a:cxn ang="0">
                  <a:pos x="3" y="11"/>
                </a:cxn>
                <a:cxn ang="0">
                  <a:pos x="3" y="7"/>
                </a:cxn>
                <a:cxn ang="0">
                  <a:pos x="4" y="6"/>
                </a:cxn>
                <a:cxn ang="0">
                  <a:pos x="6" y="5"/>
                </a:cxn>
                <a:cxn ang="0">
                  <a:pos x="7" y="3"/>
                </a:cxn>
                <a:cxn ang="0">
                  <a:pos x="9" y="2"/>
                </a:cxn>
                <a:cxn ang="0">
                  <a:pos x="10" y="1"/>
                </a:cxn>
                <a:cxn ang="0">
                  <a:pos x="13" y="1"/>
                </a:cxn>
                <a:cxn ang="0">
                  <a:pos x="15" y="1"/>
                </a:cxn>
                <a:cxn ang="0">
                  <a:pos x="17" y="4"/>
                </a:cxn>
                <a:cxn ang="0">
                  <a:pos x="18" y="7"/>
                </a:cxn>
                <a:cxn ang="0">
                  <a:pos x="20" y="8"/>
                </a:cxn>
                <a:cxn ang="0">
                  <a:pos x="21" y="8"/>
                </a:cxn>
                <a:cxn ang="0">
                  <a:pos x="23" y="8"/>
                </a:cxn>
                <a:cxn ang="0">
                  <a:pos x="24" y="11"/>
                </a:cxn>
                <a:cxn ang="0">
                  <a:pos x="25" y="15"/>
                </a:cxn>
              </a:cxnLst>
              <a:rect l="0" t="0" r="r" b="b"/>
              <a:pathLst>
                <a:path w="25" h="26">
                  <a:moveTo>
                    <a:pt x="25" y="15"/>
                  </a:moveTo>
                  <a:cubicBezTo>
                    <a:pt x="25" y="16"/>
                    <a:pt x="24" y="18"/>
                    <a:pt x="24" y="19"/>
                  </a:cubicBezTo>
                  <a:cubicBezTo>
                    <a:pt x="24" y="19"/>
                    <a:pt x="24" y="20"/>
                    <a:pt x="24" y="20"/>
                  </a:cubicBezTo>
                  <a:cubicBezTo>
                    <a:pt x="23" y="20"/>
                    <a:pt x="22" y="20"/>
                    <a:pt x="22" y="20"/>
                  </a:cubicBezTo>
                  <a:cubicBezTo>
                    <a:pt x="21" y="20"/>
                    <a:pt x="19" y="20"/>
                    <a:pt x="18" y="21"/>
                  </a:cubicBezTo>
                  <a:cubicBezTo>
                    <a:pt x="17" y="21"/>
                    <a:pt x="14" y="21"/>
                    <a:pt x="13" y="22"/>
                  </a:cubicBezTo>
                  <a:cubicBezTo>
                    <a:pt x="12" y="22"/>
                    <a:pt x="10" y="23"/>
                    <a:pt x="10" y="24"/>
                  </a:cubicBezTo>
                  <a:cubicBezTo>
                    <a:pt x="8" y="24"/>
                    <a:pt x="6" y="25"/>
                    <a:pt x="5" y="26"/>
                  </a:cubicBezTo>
                  <a:cubicBezTo>
                    <a:pt x="4" y="26"/>
                    <a:pt x="4" y="26"/>
                    <a:pt x="4" y="26"/>
                  </a:cubicBezTo>
                  <a:cubicBezTo>
                    <a:pt x="3" y="26"/>
                    <a:pt x="3" y="25"/>
                    <a:pt x="3" y="24"/>
                  </a:cubicBezTo>
                  <a:cubicBezTo>
                    <a:pt x="3" y="23"/>
                    <a:pt x="3" y="22"/>
                    <a:pt x="3" y="21"/>
                  </a:cubicBezTo>
                  <a:cubicBezTo>
                    <a:pt x="3" y="20"/>
                    <a:pt x="4" y="18"/>
                    <a:pt x="3" y="18"/>
                  </a:cubicBezTo>
                  <a:cubicBezTo>
                    <a:pt x="3" y="17"/>
                    <a:pt x="1" y="16"/>
                    <a:pt x="1" y="16"/>
                  </a:cubicBezTo>
                  <a:cubicBezTo>
                    <a:pt x="0" y="15"/>
                    <a:pt x="0" y="14"/>
                    <a:pt x="1" y="13"/>
                  </a:cubicBezTo>
                  <a:cubicBezTo>
                    <a:pt x="1" y="13"/>
                    <a:pt x="3" y="12"/>
                    <a:pt x="3" y="11"/>
                  </a:cubicBezTo>
                  <a:cubicBezTo>
                    <a:pt x="3" y="10"/>
                    <a:pt x="3" y="8"/>
                    <a:pt x="3" y="7"/>
                  </a:cubicBezTo>
                  <a:cubicBezTo>
                    <a:pt x="3" y="7"/>
                    <a:pt x="4" y="6"/>
                    <a:pt x="4" y="6"/>
                  </a:cubicBezTo>
                  <a:cubicBezTo>
                    <a:pt x="5" y="6"/>
                    <a:pt x="6" y="5"/>
                    <a:pt x="6" y="5"/>
                  </a:cubicBezTo>
                  <a:cubicBezTo>
                    <a:pt x="7" y="4"/>
                    <a:pt x="7" y="3"/>
                    <a:pt x="7" y="3"/>
                  </a:cubicBezTo>
                  <a:cubicBezTo>
                    <a:pt x="8" y="2"/>
                    <a:pt x="9" y="2"/>
                    <a:pt x="9" y="2"/>
                  </a:cubicBezTo>
                  <a:cubicBezTo>
                    <a:pt x="10" y="2"/>
                    <a:pt x="10" y="1"/>
                    <a:pt x="10" y="1"/>
                  </a:cubicBezTo>
                  <a:cubicBezTo>
                    <a:pt x="11" y="0"/>
                    <a:pt x="12" y="0"/>
                    <a:pt x="13" y="1"/>
                  </a:cubicBezTo>
                  <a:cubicBezTo>
                    <a:pt x="13" y="1"/>
                    <a:pt x="15" y="1"/>
                    <a:pt x="15" y="1"/>
                  </a:cubicBezTo>
                  <a:cubicBezTo>
                    <a:pt x="16" y="2"/>
                    <a:pt x="17" y="3"/>
                    <a:pt x="17" y="4"/>
                  </a:cubicBezTo>
                  <a:cubicBezTo>
                    <a:pt x="18" y="4"/>
                    <a:pt x="18" y="6"/>
                    <a:pt x="18" y="7"/>
                  </a:cubicBezTo>
                  <a:cubicBezTo>
                    <a:pt x="18" y="7"/>
                    <a:pt x="19" y="8"/>
                    <a:pt x="20" y="8"/>
                  </a:cubicBezTo>
                  <a:cubicBezTo>
                    <a:pt x="20" y="8"/>
                    <a:pt x="21" y="8"/>
                    <a:pt x="21" y="8"/>
                  </a:cubicBezTo>
                  <a:cubicBezTo>
                    <a:pt x="22" y="8"/>
                    <a:pt x="22" y="8"/>
                    <a:pt x="23" y="8"/>
                  </a:cubicBezTo>
                  <a:cubicBezTo>
                    <a:pt x="23" y="9"/>
                    <a:pt x="24" y="10"/>
                    <a:pt x="24" y="11"/>
                  </a:cubicBezTo>
                  <a:cubicBezTo>
                    <a:pt x="24" y="12"/>
                    <a:pt x="25" y="14"/>
                    <a:pt x="25" y="1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43"/>
            <p:cNvSpPr>
              <a:spLocks/>
            </p:cNvSpPr>
            <p:nvPr/>
          </p:nvSpPr>
          <p:spPr bwMode="auto">
            <a:xfrm>
              <a:off x="2482851" y="2998788"/>
              <a:ext cx="79375" cy="85725"/>
            </a:xfrm>
            <a:custGeom>
              <a:avLst/>
              <a:gdLst/>
              <a:ahLst/>
              <a:cxnLst>
                <a:cxn ang="0">
                  <a:pos x="42" y="26"/>
                </a:cxn>
                <a:cxn ang="0">
                  <a:pos x="41" y="27"/>
                </a:cxn>
                <a:cxn ang="0">
                  <a:pos x="37" y="28"/>
                </a:cxn>
                <a:cxn ang="0">
                  <a:pos x="35" y="27"/>
                </a:cxn>
                <a:cxn ang="0">
                  <a:pos x="32" y="25"/>
                </a:cxn>
                <a:cxn ang="0">
                  <a:pos x="31" y="28"/>
                </a:cxn>
                <a:cxn ang="0">
                  <a:pos x="29" y="32"/>
                </a:cxn>
                <a:cxn ang="0">
                  <a:pos x="28" y="34"/>
                </a:cxn>
                <a:cxn ang="0">
                  <a:pos x="27" y="36"/>
                </a:cxn>
                <a:cxn ang="0">
                  <a:pos x="27" y="37"/>
                </a:cxn>
                <a:cxn ang="0">
                  <a:pos x="27" y="40"/>
                </a:cxn>
                <a:cxn ang="0">
                  <a:pos x="30" y="41"/>
                </a:cxn>
                <a:cxn ang="0">
                  <a:pos x="27" y="43"/>
                </a:cxn>
                <a:cxn ang="0">
                  <a:pos x="25" y="46"/>
                </a:cxn>
                <a:cxn ang="0">
                  <a:pos x="23" y="46"/>
                </a:cxn>
                <a:cxn ang="0">
                  <a:pos x="22" y="44"/>
                </a:cxn>
                <a:cxn ang="0">
                  <a:pos x="21" y="41"/>
                </a:cxn>
                <a:cxn ang="0">
                  <a:pos x="19" y="40"/>
                </a:cxn>
                <a:cxn ang="0">
                  <a:pos x="17" y="41"/>
                </a:cxn>
                <a:cxn ang="0">
                  <a:pos x="15" y="40"/>
                </a:cxn>
                <a:cxn ang="0">
                  <a:pos x="12" y="37"/>
                </a:cxn>
                <a:cxn ang="0">
                  <a:pos x="10" y="36"/>
                </a:cxn>
                <a:cxn ang="0">
                  <a:pos x="7" y="34"/>
                </a:cxn>
                <a:cxn ang="0">
                  <a:pos x="7" y="32"/>
                </a:cxn>
                <a:cxn ang="0">
                  <a:pos x="8" y="30"/>
                </a:cxn>
                <a:cxn ang="0">
                  <a:pos x="7" y="27"/>
                </a:cxn>
                <a:cxn ang="0">
                  <a:pos x="7" y="24"/>
                </a:cxn>
                <a:cxn ang="0">
                  <a:pos x="8" y="21"/>
                </a:cxn>
                <a:cxn ang="0">
                  <a:pos x="10" y="20"/>
                </a:cxn>
                <a:cxn ang="0">
                  <a:pos x="11" y="17"/>
                </a:cxn>
                <a:cxn ang="0">
                  <a:pos x="9" y="16"/>
                </a:cxn>
                <a:cxn ang="0">
                  <a:pos x="8" y="18"/>
                </a:cxn>
                <a:cxn ang="0">
                  <a:pos x="6" y="17"/>
                </a:cxn>
                <a:cxn ang="0">
                  <a:pos x="6" y="14"/>
                </a:cxn>
                <a:cxn ang="0">
                  <a:pos x="5" y="13"/>
                </a:cxn>
                <a:cxn ang="0">
                  <a:pos x="2" y="13"/>
                </a:cxn>
                <a:cxn ang="0">
                  <a:pos x="0" y="10"/>
                </a:cxn>
                <a:cxn ang="0">
                  <a:pos x="0" y="9"/>
                </a:cxn>
                <a:cxn ang="0">
                  <a:pos x="0" y="7"/>
                </a:cxn>
                <a:cxn ang="0">
                  <a:pos x="2" y="7"/>
                </a:cxn>
                <a:cxn ang="0">
                  <a:pos x="5" y="4"/>
                </a:cxn>
                <a:cxn ang="0">
                  <a:pos x="7" y="2"/>
                </a:cxn>
                <a:cxn ang="0">
                  <a:pos x="8" y="0"/>
                </a:cxn>
                <a:cxn ang="0">
                  <a:pos x="10" y="1"/>
                </a:cxn>
                <a:cxn ang="0">
                  <a:pos x="14" y="4"/>
                </a:cxn>
                <a:cxn ang="0">
                  <a:pos x="18" y="6"/>
                </a:cxn>
                <a:cxn ang="0">
                  <a:pos x="21" y="8"/>
                </a:cxn>
                <a:cxn ang="0">
                  <a:pos x="25" y="11"/>
                </a:cxn>
                <a:cxn ang="0">
                  <a:pos x="27" y="13"/>
                </a:cxn>
                <a:cxn ang="0">
                  <a:pos x="31" y="13"/>
                </a:cxn>
                <a:cxn ang="0">
                  <a:pos x="34" y="14"/>
                </a:cxn>
                <a:cxn ang="0">
                  <a:pos x="36" y="15"/>
                </a:cxn>
                <a:cxn ang="0">
                  <a:pos x="39" y="18"/>
                </a:cxn>
                <a:cxn ang="0">
                  <a:pos x="40" y="21"/>
                </a:cxn>
                <a:cxn ang="0">
                  <a:pos x="41" y="24"/>
                </a:cxn>
                <a:cxn ang="0">
                  <a:pos x="42" y="26"/>
                </a:cxn>
              </a:cxnLst>
              <a:rect l="0" t="0" r="r" b="b"/>
              <a:pathLst>
                <a:path w="42" h="46">
                  <a:moveTo>
                    <a:pt x="42" y="26"/>
                  </a:moveTo>
                  <a:cubicBezTo>
                    <a:pt x="42" y="26"/>
                    <a:pt x="41" y="27"/>
                    <a:pt x="41" y="27"/>
                  </a:cubicBezTo>
                  <a:cubicBezTo>
                    <a:pt x="40" y="27"/>
                    <a:pt x="38" y="28"/>
                    <a:pt x="37" y="28"/>
                  </a:cubicBezTo>
                  <a:cubicBezTo>
                    <a:pt x="36" y="28"/>
                    <a:pt x="35" y="27"/>
                    <a:pt x="35" y="27"/>
                  </a:cubicBezTo>
                  <a:cubicBezTo>
                    <a:pt x="34" y="27"/>
                    <a:pt x="33" y="25"/>
                    <a:pt x="32" y="25"/>
                  </a:cubicBezTo>
                  <a:cubicBezTo>
                    <a:pt x="31" y="25"/>
                    <a:pt x="31" y="27"/>
                    <a:pt x="31" y="28"/>
                  </a:cubicBezTo>
                  <a:cubicBezTo>
                    <a:pt x="30" y="29"/>
                    <a:pt x="30" y="31"/>
                    <a:pt x="29" y="32"/>
                  </a:cubicBezTo>
                  <a:cubicBezTo>
                    <a:pt x="29" y="32"/>
                    <a:pt x="28" y="33"/>
                    <a:pt x="28" y="34"/>
                  </a:cubicBezTo>
                  <a:cubicBezTo>
                    <a:pt x="28" y="35"/>
                    <a:pt x="28" y="36"/>
                    <a:pt x="27" y="36"/>
                  </a:cubicBezTo>
                  <a:cubicBezTo>
                    <a:pt x="27" y="37"/>
                    <a:pt x="27" y="37"/>
                    <a:pt x="27" y="37"/>
                  </a:cubicBezTo>
                  <a:cubicBezTo>
                    <a:pt x="26" y="38"/>
                    <a:pt x="27" y="39"/>
                    <a:pt x="27" y="40"/>
                  </a:cubicBezTo>
                  <a:cubicBezTo>
                    <a:pt x="28" y="40"/>
                    <a:pt x="30" y="40"/>
                    <a:pt x="30" y="41"/>
                  </a:cubicBezTo>
                  <a:cubicBezTo>
                    <a:pt x="30" y="42"/>
                    <a:pt x="28" y="42"/>
                    <a:pt x="27" y="43"/>
                  </a:cubicBezTo>
                  <a:cubicBezTo>
                    <a:pt x="27" y="44"/>
                    <a:pt x="26" y="46"/>
                    <a:pt x="25" y="46"/>
                  </a:cubicBezTo>
                  <a:cubicBezTo>
                    <a:pt x="25" y="46"/>
                    <a:pt x="23" y="46"/>
                    <a:pt x="23" y="46"/>
                  </a:cubicBezTo>
                  <a:cubicBezTo>
                    <a:pt x="22" y="46"/>
                    <a:pt x="22" y="44"/>
                    <a:pt x="22" y="44"/>
                  </a:cubicBezTo>
                  <a:cubicBezTo>
                    <a:pt x="21" y="43"/>
                    <a:pt x="21" y="42"/>
                    <a:pt x="21" y="41"/>
                  </a:cubicBezTo>
                  <a:cubicBezTo>
                    <a:pt x="21" y="41"/>
                    <a:pt x="20" y="40"/>
                    <a:pt x="19" y="40"/>
                  </a:cubicBezTo>
                  <a:cubicBezTo>
                    <a:pt x="19" y="40"/>
                    <a:pt x="18" y="41"/>
                    <a:pt x="17" y="41"/>
                  </a:cubicBezTo>
                  <a:cubicBezTo>
                    <a:pt x="17" y="41"/>
                    <a:pt x="15" y="40"/>
                    <a:pt x="15" y="40"/>
                  </a:cubicBezTo>
                  <a:cubicBezTo>
                    <a:pt x="14" y="39"/>
                    <a:pt x="13" y="37"/>
                    <a:pt x="12" y="37"/>
                  </a:cubicBezTo>
                  <a:cubicBezTo>
                    <a:pt x="12" y="36"/>
                    <a:pt x="11" y="36"/>
                    <a:pt x="10" y="36"/>
                  </a:cubicBezTo>
                  <a:cubicBezTo>
                    <a:pt x="10" y="36"/>
                    <a:pt x="8" y="35"/>
                    <a:pt x="7" y="34"/>
                  </a:cubicBezTo>
                  <a:cubicBezTo>
                    <a:pt x="7" y="34"/>
                    <a:pt x="7" y="33"/>
                    <a:pt x="7" y="32"/>
                  </a:cubicBezTo>
                  <a:cubicBezTo>
                    <a:pt x="7" y="31"/>
                    <a:pt x="8" y="31"/>
                    <a:pt x="8" y="30"/>
                  </a:cubicBezTo>
                  <a:cubicBezTo>
                    <a:pt x="8" y="29"/>
                    <a:pt x="8" y="28"/>
                    <a:pt x="7" y="27"/>
                  </a:cubicBezTo>
                  <a:cubicBezTo>
                    <a:pt x="7" y="26"/>
                    <a:pt x="7" y="25"/>
                    <a:pt x="7" y="24"/>
                  </a:cubicBezTo>
                  <a:cubicBezTo>
                    <a:pt x="7" y="23"/>
                    <a:pt x="7" y="22"/>
                    <a:pt x="8" y="21"/>
                  </a:cubicBezTo>
                  <a:cubicBezTo>
                    <a:pt x="8" y="21"/>
                    <a:pt x="9" y="20"/>
                    <a:pt x="10" y="20"/>
                  </a:cubicBezTo>
                  <a:cubicBezTo>
                    <a:pt x="10" y="19"/>
                    <a:pt x="12" y="17"/>
                    <a:pt x="11" y="17"/>
                  </a:cubicBezTo>
                  <a:cubicBezTo>
                    <a:pt x="11" y="16"/>
                    <a:pt x="9" y="16"/>
                    <a:pt x="9" y="16"/>
                  </a:cubicBezTo>
                  <a:cubicBezTo>
                    <a:pt x="8" y="16"/>
                    <a:pt x="9" y="17"/>
                    <a:pt x="8" y="18"/>
                  </a:cubicBezTo>
                  <a:cubicBezTo>
                    <a:pt x="8" y="18"/>
                    <a:pt x="6" y="17"/>
                    <a:pt x="6" y="17"/>
                  </a:cubicBezTo>
                  <a:cubicBezTo>
                    <a:pt x="6" y="16"/>
                    <a:pt x="6" y="15"/>
                    <a:pt x="6" y="14"/>
                  </a:cubicBezTo>
                  <a:cubicBezTo>
                    <a:pt x="6" y="14"/>
                    <a:pt x="5" y="14"/>
                    <a:pt x="5" y="13"/>
                  </a:cubicBezTo>
                  <a:cubicBezTo>
                    <a:pt x="4" y="13"/>
                    <a:pt x="3" y="13"/>
                    <a:pt x="2" y="13"/>
                  </a:cubicBezTo>
                  <a:cubicBezTo>
                    <a:pt x="1" y="12"/>
                    <a:pt x="0" y="11"/>
                    <a:pt x="0" y="10"/>
                  </a:cubicBezTo>
                  <a:cubicBezTo>
                    <a:pt x="0" y="10"/>
                    <a:pt x="0" y="9"/>
                    <a:pt x="0" y="9"/>
                  </a:cubicBezTo>
                  <a:cubicBezTo>
                    <a:pt x="0" y="9"/>
                    <a:pt x="0" y="8"/>
                    <a:pt x="0" y="7"/>
                  </a:cubicBezTo>
                  <a:cubicBezTo>
                    <a:pt x="1" y="7"/>
                    <a:pt x="1" y="7"/>
                    <a:pt x="2" y="7"/>
                  </a:cubicBezTo>
                  <a:cubicBezTo>
                    <a:pt x="3" y="6"/>
                    <a:pt x="4" y="5"/>
                    <a:pt x="5" y="4"/>
                  </a:cubicBezTo>
                  <a:cubicBezTo>
                    <a:pt x="6" y="3"/>
                    <a:pt x="7" y="2"/>
                    <a:pt x="7" y="2"/>
                  </a:cubicBezTo>
                  <a:cubicBezTo>
                    <a:pt x="8" y="1"/>
                    <a:pt x="8" y="0"/>
                    <a:pt x="8" y="0"/>
                  </a:cubicBezTo>
                  <a:cubicBezTo>
                    <a:pt x="9" y="0"/>
                    <a:pt x="9" y="1"/>
                    <a:pt x="10" y="1"/>
                  </a:cubicBezTo>
                  <a:cubicBezTo>
                    <a:pt x="11" y="2"/>
                    <a:pt x="13" y="3"/>
                    <a:pt x="14" y="4"/>
                  </a:cubicBezTo>
                  <a:cubicBezTo>
                    <a:pt x="15" y="4"/>
                    <a:pt x="17" y="5"/>
                    <a:pt x="18" y="6"/>
                  </a:cubicBezTo>
                  <a:cubicBezTo>
                    <a:pt x="19" y="6"/>
                    <a:pt x="20" y="7"/>
                    <a:pt x="21" y="8"/>
                  </a:cubicBezTo>
                  <a:cubicBezTo>
                    <a:pt x="22" y="9"/>
                    <a:pt x="24" y="10"/>
                    <a:pt x="25" y="11"/>
                  </a:cubicBezTo>
                  <a:cubicBezTo>
                    <a:pt x="25" y="12"/>
                    <a:pt x="27" y="12"/>
                    <a:pt x="27" y="13"/>
                  </a:cubicBezTo>
                  <a:cubicBezTo>
                    <a:pt x="28" y="13"/>
                    <a:pt x="30" y="13"/>
                    <a:pt x="31" y="13"/>
                  </a:cubicBezTo>
                  <a:cubicBezTo>
                    <a:pt x="32" y="13"/>
                    <a:pt x="33" y="14"/>
                    <a:pt x="34" y="14"/>
                  </a:cubicBezTo>
                  <a:cubicBezTo>
                    <a:pt x="35" y="14"/>
                    <a:pt x="36" y="15"/>
                    <a:pt x="36" y="15"/>
                  </a:cubicBezTo>
                  <a:cubicBezTo>
                    <a:pt x="37" y="16"/>
                    <a:pt x="38" y="17"/>
                    <a:pt x="39" y="18"/>
                  </a:cubicBezTo>
                  <a:cubicBezTo>
                    <a:pt x="39" y="19"/>
                    <a:pt x="39" y="21"/>
                    <a:pt x="40" y="21"/>
                  </a:cubicBezTo>
                  <a:cubicBezTo>
                    <a:pt x="40" y="22"/>
                    <a:pt x="41" y="23"/>
                    <a:pt x="41" y="24"/>
                  </a:cubicBezTo>
                  <a:cubicBezTo>
                    <a:pt x="42" y="24"/>
                    <a:pt x="42" y="25"/>
                    <a:pt x="42" y="2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44"/>
            <p:cNvSpPr>
              <a:spLocks/>
            </p:cNvSpPr>
            <p:nvPr/>
          </p:nvSpPr>
          <p:spPr bwMode="auto">
            <a:xfrm>
              <a:off x="2079626" y="3001963"/>
              <a:ext cx="250825" cy="163513"/>
            </a:xfrm>
            <a:custGeom>
              <a:avLst/>
              <a:gdLst/>
              <a:ahLst/>
              <a:cxnLst>
                <a:cxn ang="0">
                  <a:pos x="92" y="82"/>
                </a:cxn>
                <a:cxn ang="0">
                  <a:pos x="85" y="85"/>
                </a:cxn>
                <a:cxn ang="0">
                  <a:pos x="75" y="79"/>
                </a:cxn>
                <a:cxn ang="0">
                  <a:pos x="70" y="72"/>
                </a:cxn>
                <a:cxn ang="0">
                  <a:pos x="65" y="77"/>
                </a:cxn>
                <a:cxn ang="0">
                  <a:pos x="58" y="78"/>
                </a:cxn>
                <a:cxn ang="0">
                  <a:pos x="53" y="80"/>
                </a:cxn>
                <a:cxn ang="0">
                  <a:pos x="45" y="84"/>
                </a:cxn>
                <a:cxn ang="0">
                  <a:pos x="37" y="85"/>
                </a:cxn>
                <a:cxn ang="0">
                  <a:pos x="33" y="86"/>
                </a:cxn>
                <a:cxn ang="0">
                  <a:pos x="28" y="81"/>
                </a:cxn>
                <a:cxn ang="0">
                  <a:pos x="32" y="74"/>
                </a:cxn>
                <a:cxn ang="0">
                  <a:pos x="25" y="70"/>
                </a:cxn>
                <a:cxn ang="0">
                  <a:pos x="25" y="62"/>
                </a:cxn>
                <a:cxn ang="0">
                  <a:pos x="18" y="59"/>
                </a:cxn>
                <a:cxn ang="0">
                  <a:pos x="12" y="58"/>
                </a:cxn>
                <a:cxn ang="0">
                  <a:pos x="11" y="48"/>
                </a:cxn>
                <a:cxn ang="0">
                  <a:pos x="5" y="44"/>
                </a:cxn>
                <a:cxn ang="0">
                  <a:pos x="1" y="36"/>
                </a:cxn>
                <a:cxn ang="0">
                  <a:pos x="2" y="32"/>
                </a:cxn>
                <a:cxn ang="0">
                  <a:pos x="8" y="30"/>
                </a:cxn>
                <a:cxn ang="0">
                  <a:pos x="16" y="25"/>
                </a:cxn>
                <a:cxn ang="0">
                  <a:pos x="22" y="28"/>
                </a:cxn>
                <a:cxn ang="0">
                  <a:pos x="28" y="25"/>
                </a:cxn>
                <a:cxn ang="0">
                  <a:pos x="30" y="19"/>
                </a:cxn>
                <a:cxn ang="0">
                  <a:pos x="32" y="15"/>
                </a:cxn>
                <a:cxn ang="0">
                  <a:pos x="39" y="17"/>
                </a:cxn>
                <a:cxn ang="0">
                  <a:pos x="45" y="16"/>
                </a:cxn>
                <a:cxn ang="0">
                  <a:pos x="48" y="19"/>
                </a:cxn>
                <a:cxn ang="0">
                  <a:pos x="53" y="15"/>
                </a:cxn>
                <a:cxn ang="0">
                  <a:pos x="59" y="17"/>
                </a:cxn>
                <a:cxn ang="0">
                  <a:pos x="65" y="19"/>
                </a:cxn>
                <a:cxn ang="0">
                  <a:pos x="72" y="20"/>
                </a:cxn>
                <a:cxn ang="0">
                  <a:pos x="79" y="17"/>
                </a:cxn>
                <a:cxn ang="0">
                  <a:pos x="80" y="8"/>
                </a:cxn>
                <a:cxn ang="0">
                  <a:pos x="83" y="6"/>
                </a:cxn>
                <a:cxn ang="0">
                  <a:pos x="87" y="7"/>
                </a:cxn>
                <a:cxn ang="0">
                  <a:pos x="92" y="7"/>
                </a:cxn>
                <a:cxn ang="0">
                  <a:pos x="96" y="7"/>
                </a:cxn>
                <a:cxn ang="0">
                  <a:pos x="101" y="3"/>
                </a:cxn>
                <a:cxn ang="0">
                  <a:pos x="105" y="1"/>
                </a:cxn>
                <a:cxn ang="0">
                  <a:pos x="112" y="1"/>
                </a:cxn>
                <a:cxn ang="0">
                  <a:pos x="118" y="0"/>
                </a:cxn>
                <a:cxn ang="0">
                  <a:pos x="126" y="2"/>
                </a:cxn>
                <a:cxn ang="0">
                  <a:pos x="133" y="4"/>
                </a:cxn>
                <a:cxn ang="0">
                  <a:pos x="131" y="7"/>
                </a:cxn>
                <a:cxn ang="0">
                  <a:pos x="132" y="12"/>
                </a:cxn>
                <a:cxn ang="0">
                  <a:pos x="128" y="23"/>
                </a:cxn>
                <a:cxn ang="0">
                  <a:pos x="130" y="29"/>
                </a:cxn>
                <a:cxn ang="0">
                  <a:pos x="123" y="29"/>
                </a:cxn>
                <a:cxn ang="0">
                  <a:pos x="118" y="33"/>
                </a:cxn>
                <a:cxn ang="0">
                  <a:pos x="122" y="37"/>
                </a:cxn>
                <a:cxn ang="0">
                  <a:pos x="119" y="42"/>
                </a:cxn>
                <a:cxn ang="0">
                  <a:pos x="117" y="49"/>
                </a:cxn>
                <a:cxn ang="0">
                  <a:pos x="112" y="54"/>
                </a:cxn>
                <a:cxn ang="0">
                  <a:pos x="103" y="57"/>
                </a:cxn>
                <a:cxn ang="0">
                  <a:pos x="99" y="66"/>
                </a:cxn>
                <a:cxn ang="0">
                  <a:pos x="97" y="73"/>
                </a:cxn>
                <a:cxn ang="0">
                  <a:pos x="96" y="79"/>
                </a:cxn>
              </a:cxnLst>
              <a:rect l="0" t="0" r="r" b="b"/>
              <a:pathLst>
                <a:path w="133" h="87">
                  <a:moveTo>
                    <a:pt x="95" y="80"/>
                  </a:moveTo>
                  <a:cubicBezTo>
                    <a:pt x="94" y="80"/>
                    <a:pt x="94" y="81"/>
                    <a:pt x="94" y="81"/>
                  </a:cubicBezTo>
                  <a:cubicBezTo>
                    <a:pt x="93" y="81"/>
                    <a:pt x="92" y="82"/>
                    <a:pt x="92" y="82"/>
                  </a:cubicBezTo>
                  <a:cubicBezTo>
                    <a:pt x="91" y="83"/>
                    <a:pt x="90" y="83"/>
                    <a:pt x="90" y="83"/>
                  </a:cubicBezTo>
                  <a:cubicBezTo>
                    <a:pt x="89" y="83"/>
                    <a:pt x="87" y="83"/>
                    <a:pt x="86" y="83"/>
                  </a:cubicBezTo>
                  <a:cubicBezTo>
                    <a:pt x="85" y="83"/>
                    <a:pt x="85" y="85"/>
                    <a:pt x="85" y="85"/>
                  </a:cubicBezTo>
                  <a:cubicBezTo>
                    <a:pt x="84" y="85"/>
                    <a:pt x="82" y="83"/>
                    <a:pt x="81" y="83"/>
                  </a:cubicBezTo>
                  <a:cubicBezTo>
                    <a:pt x="80" y="83"/>
                    <a:pt x="78" y="83"/>
                    <a:pt x="77" y="83"/>
                  </a:cubicBezTo>
                  <a:cubicBezTo>
                    <a:pt x="76" y="82"/>
                    <a:pt x="76" y="80"/>
                    <a:pt x="75" y="79"/>
                  </a:cubicBezTo>
                  <a:cubicBezTo>
                    <a:pt x="75" y="79"/>
                    <a:pt x="73" y="79"/>
                    <a:pt x="73" y="78"/>
                  </a:cubicBezTo>
                  <a:cubicBezTo>
                    <a:pt x="72" y="78"/>
                    <a:pt x="72" y="76"/>
                    <a:pt x="72" y="76"/>
                  </a:cubicBezTo>
                  <a:cubicBezTo>
                    <a:pt x="71" y="75"/>
                    <a:pt x="71" y="73"/>
                    <a:pt x="70" y="72"/>
                  </a:cubicBezTo>
                  <a:cubicBezTo>
                    <a:pt x="69" y="72"/>
                    <a:pt x="68" y="72"/>
                    <a:pt x="67" y="72"/>
                  </a:cubicBezTo>
                  <a:cubicBezTo>
                    <a:pt x="67" y="72"/>
                    <a:pt x="66" y="74"/>
                    <a:pt x="66" y="74"/>
                  </a:cubicBezTo>
                  <a:cubicBezTo>
                    <a:pt x="65" y="75"/>
                    <a:pt x="65" y="76"/>
                    <a:pt x="65" y="77"/>
                  </a:cubicBezTo>
                  <a:cubicBezTo>
                    <a:pt x="65" y="77"/>
                    <a:pt x="65" y="78"/>
                    <a:pt x="64" y="78"/>
                  </a:cubicBezTo>
                  <a:cubicBezTo>
                    <a:pt x="64" y="79"/>
                    <a:pt x="62" y="79"/>
                    <a:pt x="61" y="78"/>
                  </a:cubicBezTo>
                  <a:cubicBezTo>
                    <a:pt x="60" y="78"/>
                    <a:pt x="59" y="79"/>
                    <a:pt x="58" y="78"/>
                  </a:cubicBezTo>
                  <a:cubicBezTo>
                    <a:pt x="58" y="78"/>
                    <a:pt x="59" y="76"/>
                    <a:pt x="58" y="76"/>
                  </a:cubicBezTo>
                  <a:cubicBezTo>
                    <a:pt x="57" y="75"/>
                    <a:pt x="55" y="75"/>
                    <a:pt x="55" y="76"/>
                  </a:cubicBezTo>
                  <a:cubicBezTo>
                    <a:pt x="54" y="76"/>
                    <a:pt x="54" y="79"/>
                    <a:pt x="53" y="80"/>
                  </a:cubicBezTo>
                  <a:cubicBezTo>
                    <a:pt x="53" y="80"/>
                    <a:pt x="52" y="82"/>
                    <a:pt x="51" y="83"/>
                  </a:cubicBezTo>
                  <a:cubicBezTo>
                    <a:pt x="50" y="83"/>
                    <a:pt x="48" y="83"/>
                    <a:pt x="47" y="83"/>
                  </a:cubicBezTo>
                  <a:cubicBezTo>
                    <a:pt x="46" y="83"/>
                    <a:pt x="45" y="83"/>
                    <a:pt x="45" y="84"/>
                  </a:cubicBezTo>
                  <a:cubicBezTo>
                    <a:pt x="44" y="84"/>
                    <a:pt x="43" y="85"/>
                    <a:pt x="43" y="85"/>
                  </a:cubicBezTo>
                  <a:cubicBezTo>
                    <a:pt x="42" y="86"/>
                    <a:pt x="41" y="87"/>
                    <a:pt x="40" y="87"/>
                  </a:cubicBezTo>
                  <a:cubicBezTo>
                    <a:pt x="40" y="87"/>
                    <a:pt x="38" y="86"/>
                    <a:pt x="37" y="85"/>
                  </a:cubicBezTo>
                  <a:cubicBezTo>
                    <a:pt x="37" y="85"/>
                    <a:pt x="36" y="84"/>
                    <a:pt x="36" y="84"/>
                  </a:cubicBezTo>
                  <a:cubicBezTo>
                    <a:pt x="35" y="84"/>
                    <a:pt x="36" y="85"/>
                    <a:pt x="35" y="85"/>
                  </a:cubicBezTo>
                  <a:cubicBezTo>
                    <a:pt x="35" y="86"/>
                    <a:pt x="34" y="86"/>
                    <a:pt x="33" y="86"/>
                  </a:cubicBezTo>
                  <a:cubicBezTo>
                    <a:pt x="33" y="86"/>
                    <a:pt x="32" y="85"/>
                    <a:pt x="31" y="84"/>
                  </a:cubicBezTo>
                  <a:cubicBezTo>
                    <a:pt x="31" y="84"/>
                    <a:pt x="30" y="84"/>
                    <a:pt x="29" y="84"/>
                  </a:cubicBezTo>
                  <a:cubicBezTo>
                    <a:pt x="29" y="83"/>
                    <a:pt x="28" y="82"/>
                    <a:pt x="28" y="81"/>
                  </a:cubicBezTo>
                  <a:cubicBezTo>
                    <a:pt x="28" y="80"/>
                    <a:pt x="29" y="79"/>
                    <a:pt x="30" y="78"/>
                  </a:cubicBezTo>
                  <a:cubicBezTo>
                    <a:pt x="30" y="78"/>
                    <a:pt x="31" y="77"/>
                    <a:pt x="32" y="76"/>
                  </a:cubicBezTo>
                  <a:cubicBezTo>
                    <a:pt x="32" y="76"/>
                    <a:pt x="32" y="74"/>
                    <a:pt x="32" y="74"/>
                  </a:cubicBezTo>
                  <a:cubicBezTo>
                    <a:pt x="31" y="73"/>
                    <a:pt x="29" y="74"/>
                    <a:pt x="29" y="74"/>
                  </a:cubicBezTo>
                  <a:cubicBezTo>
                    <a:pt x="28" y="73"/>
                    <a:pt x="27" y="72"/>
                    <a:pt x="27" y="72"/>
                  </a:cubicBezTo>
                  <a:cubicBezTo>
                    <a:pt x="26" y="71"/>
                    <a:pt x="26" y="71"/>
                    <a:pt x="25" y="70"/>
                  </a:cubicBezTo>
                  <a:cubicBezTo>
                    <a:pt x="25" y="70"/>
                    <a:pt x="23" y="68"/>
                    <a:pt x="23" y="67"/>
                  </a:cubicBezTo>
                  <a:cubicBezTo>
                    <a:pt x="23" y="66"/>
                    <a:pt x="24" y="65"/>
                    <a:pt x="25" y="64"/>
                  </a:cubicBezTo>
                  <a:cubicBezTo>
                    <a:pt x="25" y="64"/>
                    <a:pt x="25" y="63"/>
                    <a:pt x="25" y="62"/>
                  </a:cubicBezTo>
                  <a:cubicBezTo>
                    <a:pt x="24" y="62"/>
                    <a:pt x="23" y="62"/>
                    <a:pt x="23" y="62"/>
                  </a:cubicBezTo>
                  <a:cubicBezTo>
                    <a:pt x="22" y="62"/>
                    <a:pt x="22" y="61"/>
                    <a:pt x="21" y="61"/>
                  </a:cubicBezTo>
                  <a:cubicBezTo>
                    <a:pt x="21" y="60"/>
                    <a:pt x="18" y="60"/>
                    <a:pt x="18" y="59"/>
                  </a:cubicBezTo>
                  <a:cubicBezTo>
                    <a:pt x="17" y="59"/>
                    <a:pt x="18" y="57"/>
                    <a:pt x="17" y="56"/>
                  </a:cubicBezTo>
                  <a:cubicBezTo>
                    <a:pt x="17" y="56"/>
                    <a:pt x="15" y="56"/>
                    <a:pt x="15" y="56"/>
                  </a:cubicBezTo>
                  <a:cubicBezTo>
                    <a:pt x="14" y="56"/>
                    <a:pt x="13" y="58"/>
                    <a:pt x="12" y="58"/>
                  </a:cubicBezTo>
                  <a:cubicBezTo>
                    <a:pt x="12" y="57"/>
                    <a:pt x="12" y="56"/>
                    <a:pt x="12" y="55"/>
                  </a:cubicBezTo>
                  <a:cubicBezTo>
                    <a:pt x="12" y="54"/>
                    <a:pt x="11" y="52"/>
                    <a:pt x="11" y="51"/>
                  </a:cubicBezTo>
                  <a:cubicBezTo>
                    <a:pt x="11" y="50"/>
                    <a:pt x="11" y="49"/>
                    <a:pt x="11" y="48"/>
                  </a:cubicBezTo>
                  <a:cubicBezTo>
                    <a:pt x="10" y="47"/>
                    <a:pt x="9" y="47"/>
                    <a:pt x="9" y="47"/>
                  </a:cubicBezTo>
                  <a:cubicBezTo>
                    <a:pt x="8" y="47"/>
                    <a:pt x="8" y="45"/>
                    <a:pt x="8" y="44"/>
                  </a:cubicBezTo>
                  <a:cubicBezTo>
                    <a:pt x="7" y="44"/>
                    <a:pt x="5" y="45"/>
                    <a:pt x="5" y="44"/>
                  </a:cubicBezTo>
                  <a:cubicBezTo>
                    <a:pt x="4" y="44"/>
                    <a:pt x="4" y="42"/>
                    <a:pt x="4" y="42"/>
                  </a:cubicBezTo>
                  <a:cubicBezTo>
                    <a:pt x="3" y="40"/>
                    <a:pt x="3" y="38"/>
                    <a:pt x="2" y="37"/>
                  </a:cubicBezTo>
                  <a:cubicBezTo>
                    <a:pt x="2" y="36"/>
                    <a:pt x="1" y="36"/>
                    <a:pt x="1" y="36"/>
                  </a:cubicBezTo>
                  <a:cubicBezTo>
                    <a:pt x="1" y="36"/>
                    <a:pt x="0" y="35"/>
                    <a:pt x="0" y="34"/>
                  </a:cubicBezTo>
                  <a:cubicBezTo>
                    <a:pt x="0" y="34"/>
                    <a:pt x="0" y="33"/>
                    <a:pt x="0" y="33"/>
                  </a:cubicBezTo>
                  <a:cubicBezTo>
                    <a:pt x="0" y="32"/>
                    <a:pt x="1" y="32"/>
                    <a:pt x="2" y="32"/>
                  </a:cubicBezTo>
                  <a:cubicBezTo>
                    <a:pt x="2" y="32"/>
                    <a:pt x="3" y="31"/>
                    <a:pt x="3" y="31"/>
                  </a:cubicBezTo>
                  <a:cubicBezTo>
                    <a:pt x="3" y="30"/>
                    <a:pt x="5" y="30"/>
                    <a:pt x="5" y="30"/>
                  </a:cubicBezTo>
                  <a:cubicBezTo>
                    <a:pt x="6" y="30"/>
                    <a:pt x="7" y="30"/>
                    <a:pt x="8" y="30"/>
                  </a:cubicBezTo>
                  <a:cubicBezTo>
                    <a:pt x="9" y="30"/>
                    <a:pt x="11" y="29"/>
                    <a:pt x="12" y="28"/>
                  </a:cubicBezTo>
                  <a:cubicBezTo>
                    <a:pt x="13" y="28"/>
                    <a:pt x="14" y="27"/>
                    <a:pt x="15" y="26"/>
                  </a:cubicBezTo>
                  <a:cubicBezTo>
                    <a:pt x="15" y="26"/>
                    <a:pt x="16" y="25"/>
                    <a:pt x="16" y="25"/>
                  </a:cubicBezTo>
                  <a:cubicBezTo>
                    <a:pt x="17" y="25"/>
                    <a:pt x="18" y="25"/>
                    <a:pt x="19" y="26"/>
                  </a:cubicBezTo>
                  <a:cubicBezTo>
                    <a:pt x="19" y="26"/>
                    <a:pt x="20" y="26"/>
                    <a:pt x="20" y="27"/>
                  </a:cubicBezTo>
                  <a:cubicBezTo>
                    <a:pt x="21" y="27"/>
                    <a:pt x="21" y="28"/>
                    <a:pt x="22" y="28"/>
                  </a:cubicBezTo>
                  <a:cubicBezTo>
                    <a:pt x="22" y="28"/>
                    <a:pt x="23" y="27"/>
                    <a:pt x="24" y="27"/>
                  </a:cubicBezTo>
                  <a:cubicBezTo>
                    <a:pt x="24" y="27"/>
                    <a:pt x="24" y="25"/>
                    <a:pt x="25" y="25"/>
                  </a:cubicBezTo>
                  <a:cubicBezTo>
                    <a:pt x="25" y="25"/>
                    <a:pt x="27" y="25"/>
                    <a:pt x="28" y="25"/>
                  </a:cubicBezTo>
                  <a:cubicBezTo>
                    <a:pt x="28" y="24"/>
                    <a:pt x="30" y="24"/>
                    <a:pt x="30" y="23"/>
                  </a:cubicBezTo>
                  <a:cubicBezTo>
                    <a:pt x="30" y="23"/>
                    <a:pt x="31" y="21"/>
                    <a:pt x="31" y="21"/>
                  </a:cubicBezTo>
                  <a:cubicBezTo>
                    <a:pt x="31" y="20"/>
                    <a:pt x="30" y="20"/>
                    <a:pt x="30" y="19"/>
                  </a:cubicBezTo>
                  <a:cubicBezTo>
                    <a:pt x="29" y="19"/>
                    <a:pt x="29" y="19"/>
                    <a:pt x="29" y="18"/>
                  </a:cubicBezTo>
                  <a:cubicBezTo>
                    <a:pt x="29" y="18"/>
                    <a:pt x="30" y="18"/>
                    <a:pt x="31" y="17"/>
                  </a:cubicBezTo>
                  <a:cubicBezTo>
                    <a:pt x="31" y="17"/>
                    <a:pt x="31" y="15"/>
                    <a:pt x="32" y="15"/>
                  </a:cubicBezTo>
                  <a:cubicBezTo>
                    <a:pt x="32" y="15"/>
                    <a:pt x="34" y="14"/>
                    <a:pt x="34" y="14"/>
                  </a:cubicBezTo>
                  <a:cubicBezTo>
                    <a:pt x="35" y="14"/>
                    <a:pt x="36" y="15"/>
                    <a:pt x="37" y="15"/>
                  </a:cubicBezTo>
                  <a:cubicBezTo>
                    <a:pt x="37" y="16"/>
                    <a:pt x="38" y="17"/>
                    <a:pt x="39" y="17"/>
                  </a:cubicBezTo>
                  <a:cubicBezTo>
                    <a:pt x="39" y="17"/>
                    <a:pt x="40" y="18"/>
                    <a:pt x="41" y="18"/>
                  </a:cubicBezTo>
                  <a:cubicBezTo>
                    <a:pt x="42" y="18"/>
                    <a:pt x="43" y="18"/>
                    <a:pt x="43" y="17"/>
                  </a:cubicBezTo>
                  <a:cubicBezTo>
                    <a:pt x="44" y="17"/>
                    <a:pt x="44" y="17"/>
                    <a:pt x="45" y="16"/>
                  </a:cubicBezTo>
                  <a:cubicBezTo>
                    <a:pt x="45" y="16"/>
                    <a:pt x="46" y="16"/>
                    <a:pt x="46" y="16"/>
                  </a:cubicBezTo>
                  <a:cubicBezTo>
                    <a:pt x="46" y="16"/>
                    <a:pt x="46" y="17"/>
                    <a:pt x="47" y="18"/>
                  </a:cubicBezTo>
                  <a:cubicBezTo>
                    <a:pt x="47" y="18"/>
                    <a:pt x="47" y="19"/>
                    <a:pt x="48" y="19"/>
                  </a:cubicBezTo>
                  <a:cubicBezTo>
                    <a:pt x="49" y="19"/>
                    <a:pt x="50" y="18"/>
                    <a:pt x="51" y="17"/>
                  </a:cubicBezTo>
                  <a:cubicBezTo>
                    <a:pt x="51" y="17"/>
                    <a:pt x="51" y="15"/>
                    <a:pt x="51" y="15"/>
                  </a:cubicBezTo>
                  <a:cubicBezTo>
                    <a:pt x="52" y="15"/>
                    <a:pt x="53" y="15"/>
                    <a:pt x="53" y="15"/>
                  </a:cubicBezTo>
                  <a:cubicBezTo>
                    <a:pt x="54" y="16"/>
                    <a:pt x="53" y="17"/>
                    <a:pt x="54" y="17"/>
                  </a:cubicBezTo>
                  <a:cubicBezTo>
                    <a:pt x="54" y="18"/>
                    <a:pt x="56" y="18"/>
                    <a:pt x="57" y="18"/>
                  </a:cubicBezTo>
                  <a:cubicBezTo>
                    <a:pt x="57" y="18"/>
                    <a:pt x="59" y="17"/>
                    <a:pt x="59" y="17"/>
                  </a:cubicBezTo>
                  <a:cubicBezTo>
                    <a:pt x="60" y="17"/>
                    <a:pt x="60" y="16"/>
                    <a:pt x="61" y="16"/>
                  </a:cubicBezTo>
                  <a:cubicBezTo>
                    <a:pt x="61" y="16"/>
                    <a:pt x="62" y="17"/>
                    <a:pt x="63" y="17"/>
                  </a:cubicBezTo>
                  <a:cubicBezTo>
                    <a:pt x="63" y="17"/>
                    <a:pt x="64" y="19"/>
                    <a:pt x="65" y="19"/>
                  </a:cubicBezTo>
                  <a:cubicBezTo>
                    <a:pt x="65" y="20"/>
                    <a:pt x="67" y="21"/>
                    <a:pt x="67" y="22"/>
                  </a:cubicBezTo>
                  <a:cubicBezTo>
                    <a:pt x="68" y="22"/>
                    <a:pt x="69" y="22"/>
                    <a:pt x="69" y="22"/>
                  </a:cubicBezTo>
                  <a:cubicBezTo>
                    <a:pt x="70" y="22"/>
                    <a:pt x="71" y="21"/>
                    <a:pt x="72" y="20"/>
                  </a:cubicBezTo>
                  <a:cubicBezTo>
                    <a:pt x="72" y="20"/>
                    <a:pt x="74" y="20"/>
                    <a:pt x="74" y="20"/>
                  </a:cubicBezTo>
                  <a:cubicBezTo>
                    <a:pt x="75" y="19"/>
                    <a:pt x="76" y="19"/>
                    <a:pt x="76" y="18"/>
                  </a:cubicBezTo>
                  <a:cubicBezTo>
                    <a:pt x="77" y="18"/>
                    <a:pt x="79" y="18"/>
                    <a:pt x="79" y="17"/>
                  </a:cubicBezTo>
                  <a:cubicBezTo>
                    <a:pt x="80" y="16"/>
                    <a:pt x="80" y="15"/>
                    <a:pt x="80" y="14"/>
                  </a:cubicBezTo>
                  <a:cubicBezTo>
                    <a:pt x="80" y="13"/>
                    <a:pt x="80" y="10"/>
                    <a:pt x="80" y="9"/>
                  </a:cubicBezTo>
                  <a:cubicBezTo>
                    <a:pt x="80" y="9"/>
                    <a:pt x="80" y="9"/>
                    <a:pt x="80" y="8"/>
                  </a:cubicBezTo>
                  <a:cubicBezTo>
                    <a:pt x="80" y="8"/>
                    <a:pt x="81" y="8"/>
                    <a:pt x="81" y="8"/>
                  </a:cubicBezTo>
                  <a:cubicBezTo>
                    <a:pt x="82" y="8"/>
                    <a:pt x="83" y="8"/>
                    <a:pt x="83" y="7"/>
                  </a:cubicBezTo>
                  <a:cubicBezTo>
                    <a:pt x="83" y="7"/>
                    <a:pt x="83" y="6"/>
                    <a:pt x="83" y="6"/>
                  </a:cubicBezTo>
                  <a:cubicBezTo>
                    <a:pt x="83" y="6"/>
                    <a:pt x="84" y="5"/>
                    <a:pt x="84" y="5"/>
                  </a:cubicBezTo>
                  <a:cubicBezTo>
                    <a:pt x="85" y="5"/>
                    <a:pt x="85" y="6"/>
                    <a:pt x="86" y="6"/>
                  </a:cubicBezTo>
                  <a:cubicBezTo>
                    <a:pt x="86" y="6"/>
                    <a:pt x="86" y="7"/>
                    <a:pt x="87" y="7"/>
                  </a:cubicBezTo>
                  <a:cubicBezTo>
                    <a:pt x="87" y="7"/>
                    <a:pt x="88" y="7"/>
                    <a:pt x="89" y="7"/>
                  </a:cubicBezTo>
                  <a:cubicBezTo>
                    <a:pt x="89" y="7"/>
                    <a:pt x="90" y="6"/>
                    <a:pt x="90" y="6"/>
                  </a:cubicBezTo>
                  <a:cubicBezTo>
                    <a:pt x="91" y="6"/>
                    <a:pt x="92" y="6"/>
                    <a:pt x="92" y="7"/>
                  </a:cubicBezTo>
                  <a:cubicBezTo>
                    <a:pt x="93" y="7"/>
                    <a:pt x="93" y="8"/>
                    <a:pt x="93" y="8"/>
                  </a:cubicBezTo>
                  <a:cubicBezTo>
                    <a:pt x="94" y="8"/>
                    <a:pt x="94" y="8"/>
                    <a:pt x="95" y="8"/>
                  </a:cubicBezTo>
                  <a:cubicBezTo>
                    <a:pt x="95" y="8"/>
                    <a:pt x="96" y="7"/>
                    <a:pt x="96" y="7"/>
                  </a:cubicBezTo>
                  <a:cubicBezTo>
                    <a:pt x="96" y="6"/>
                    <a:pt x="96" y="6"/>
                    <a:pt x="96" y="5"/>
                  </a:cubicBezTo>
                  <a:cubicBezTo>
                    <a:pt x="96" y="5"/>
                    <a:pt x="97" y="4"/>
                    <a:pt x="98" y="4"/>
                  </a:cubicBezTo>
                  <a:cubicBezTo>
                    <a:pt x="98" y="4"/>
                    <a:pt x="100" y="3"/>
                    <a:pt x="101" y="3"/>
                  </a:cubicBezTo>
                  <a:cubicBezTo>
                    <a:pt x="101" y="3"/>
                    <a:pt x="102" y="3"/>
                    <a:pt x="103" y="3"/>
                  </a:cubicBezTo>
                  <a:cubicBezTo>
                    <a:pt x="103" y="3"/>
                    <a:pt x="104" y="2"/>
                    <a:pt x="105" y="2"/>
                  </a:cubicBezTo>
                  <a:cubicBezTo>
                    <a:pt x="105" y="2"/>
                    <a:pt x="105" y="1"/>
                    <a:pt x="105" y="1"/>
                  </a:cubicBezTo>
                  <a:cubicBezTo>
                    <a:pt x="105" y="1"/>
                    <a:pt x="105" y="1"/>
                    <a:pt x="105" y="1"/>
                  </a:cubicBezTo>
                  <a:cubicBezTo>
                    <a:pt x="107" y="1"/>
                    <a:pt x="109" y="0"/>
                    <a:pt x="110" y="1"/>
                  </a:cubicBezTo>
                  <a:cubicBezTo>
                    <a:pt x="111" y="1"/>
                    <a:pt x="112" y="1"/>
                    <a:pt x="112" y="1"/>
                  </a:cubicBezTo>
                  <a:cubicBezTo>
                    <a:pt x="113" y="1"/>
                    <a:pt x="114" y="0"/>
                    <a:pt x="114" y="0"/>
                  </a:cubicBezTo>
                  <a:cubicBezTo>
                    <a:pt x="115" y="0"/>
                    <a:pt x="115" y="1"/>
                    <a:pt x="116" y="1"/>
                  </a:cubicBezTo>
                  <a:cubicBezTo>
                    <a:pt x="116" y="1"/>
                    <a:pt x="117" y="0"/>
                    <a:pt x="118" y="0"/>
                  </a:cubicBezTo>
                  <a:cubicBezTo>
                    <a:pt x="119" y="0"/>
                    <a:pt x="120" y="0"/>
                    <a:pt x="120" y="0"/>
                  </a:cubicBezTo>
                  <a:cubicBezTo>
                    <a:pt x="121" y="0"/>
                    <a:pt x="122" y="1"/>
                    <a:pt x="123" y="1"/>
                  </a:cubicBezTo>
                  <a:cubicBezTo>
                    <a:pt x="124" y="1"/>
                    <a:pt x="125" y="2"/>
                    <a:pt x="126" y="2"/>
                  </a:cubicBezTo>
                  <a:cubicBezTo>
                    <a:pt x="126" y="2"/>
                    <a:pt x="128" y="2"/>
                    <a:pt x="129" y="2"/>
                  </a:cubicBezTo>
                  <a:cubicBezTo>
                    <a:pt x="130" y="2"/>
                    <a:pt x="130" y="3"/>
                    <a:pt x="130" y="3"/>
                  </a:cubicBezTo>
                  <a:cubicBezTo>
                    <a:pt x="131" y="4"/>
                    <a:pt x="133" y="4"/>
                    <a:pt x="133" y="4"/>
                  </a:cubicBezTo>
                  <a:cubicBezTo>
                    <a:pt x="133" y="4"/>
                    <a:pt x="133" y="4"/>
                    <a:pt x="132" y="4"/>
                  </a:cubicBezTo>
                  <a:cubicBezTo>
                    <a:pt x="132" y="4"/>
                    <a:pt x="131" y="5"/>
                    <a:pt x="130" y="5"/>
                  </a:cubicBezTo>
                  <a:cubicBezTo>
                    <a:pt x="130" y="6"/>
                    <a:pt x="131" y="7"/>
                    <a:pt x="131" y="7"/>
                  </a:cubicBezTo>
                  <a:cubicBezTo>
                    <a:pt x="131" y="7"/>
                    <a:pt x="132" y="8"/>
                    <a:pt x="132" y="8"/>
                  </a:cubicBezTo>
                  <a:cubicBezTo>
                    <a:pt x="132" y="8"/>
                    <a:pt x="133" y="10"/>
                    <a:pt x="133" y="10"/>
                  </a:cubicBezTo>
                  <a:cubicBezTo>
                    <a:pt x="133" y="11"/>
                    <a:pt x="133" y="11"/>
                    <a:pt x="132" y="12"/>
                  </a:cubicBezTo>
                  <a:cubicBezTo>
                    <a:pt x="132" y="12"/>
                    <a:pt x="131" y="13"/>
                    <a:pt x="131" y="14"/>
                  </a:cubicBezTo>
                  <a:cubicBezTo>
                    <a:pt x="130" y="15"/>
                    <a:pt x="129" y="18"/>
                    <a:pt x="129" y="19"/>
                  </a:cubicBezTo>
                  <a:cubicBezTo>
                    <a:pt x="129" y="20"/>
                    <a:pt x="128" y="22"/>
                    <a:pt x="128" y="23"/>
                  </a:cubicBezTo>
                  <a:cubicBezTo>
                    <a:pt x="128" y="24"/>
                    <a:pt x="128" y="25"/>
                    <a:pt x="128" y="26"/>
                  </a:cubicBezTo>
                  <a:cubicBezTo>
                    <a:pt x="128" y="26"/>
                    <a:pt x="129" y="27"/>
                    <a:pt x="129" y="27"/>
                  </a:cubicBezTo>
                  <a:cubicBezTo>
                    <a:pt x="129" y="28"/>
                    <a:pt x="130" y="29"/>
                    <a:pt x="130" y="29"/>
                  </a:cubicBezTo>
                  <a:cubicBezTo>
                    <a:pt x="130" y="30"/>
                    <a:pt x="129" y="31"/>
                    <a:pt x="129" y="31"/>
                  </a:cubicBezTo>
                  <a:cubicBezTo>
                    <a:pt x="128" y="31"/>
                    <a:pt x="127" y="30"/>
                    <a:pt x="126" y="30"/>
                  </a:cubicBezTo>
                  <a:cubicBezTo>
                    <a:pt x="125" y="30"/>
                    <a:pt x="124" y="29"/>
                    <a:pt x="123" y="29"/>
                  </a:cubicBezTo>
                  <a:cubicBezTo>
                    <a:pt x="123" y="29"/>
                    <a:pt x="122" y="30"/>
                    <a:pt x="121" y="30"/>
                  </a:cubicBezTo>
                  <a:cubicBezTo>
                    <a:pt x="120" y="30"/>
                    <a:pt x="120" y="31"/>
                    <a:pt x="119" y="32"/>
                  </a:cubicBezTo>
                  <a:cubicBezTo>
                    <a:pt x="119" y="32"/>
                    <a:pt x="118" y="33"/>
                    <a:pt x="118" y="33"/>
                  </a:cubicBezTo>
                  <a:cubicBezTo>
                    <a:pt x="118" y="34"/>
                    <a:pt x="119" y="34"/>
                    <a:pt x="119" y="35"/>
                  </a:cubicBezTo>
                  <a:cubicBezTo>
                    <a:pt x="119" y="35"/>
                    <a:pt x="120" y="35"/>
                    <a:pt x="120" y="35"/>
                  </a:cubicBezTo>
                  <a:cubicBezTo>
                    <a:pt x="121" y="36"/>
                    <a:pt x="122" y="37"/>
                    <a:pt x="122" y="37"/>
                  </a:cubicBezTo>
                  <a:cubicBezTo>
                    <a:pt x="122" y="38"/>
                    <a:pt x="122" y="38"/>
                    <a:pt x="122" y="38"/>
                  </a:cubicBezTo>
                  <a:cubicBezTo>
                    <a:pt x="122" y="38"/>
                    <a:pt x="121" y="39"/>
                    <a:pt x="121" y="40"/>
                  </a:cubicBezTo>
                  <a:cubicBezTo>
                    <a:pt x="121" y="40"/>
                    <a:pt x="120" y="41"/>
                    <a:pt x="119" y="42"/>
                  </a:cubicBezTo>
                  <a:cubicBezTo>
                    <a:pt x="119" y="42"/>
                    <a:pt x="117" y="42"/>
                    <a:pt x="117" y="42"/>
                  </a:cubicBezTo>
                  <a:cubicBezTo>
                    <a:pt x="117" y="43"/>
                    <a:pt x="118" y="45"/>
                    <a:pt x="118" y="46"/>
                  </a:cubicBezTo>
                  <a:cubicBezTo>
                    <a:pt x="118" y="47"/>
                    <a:pt x="117" y="49"/>
                    <a:pt x="117" y="49"/>
                  </a:cubicBezTo>
                  <a:cubicBezTo>
                    <a:pt x="117" y="51"/>
                    <a:pt x="118" y="54"/>
                    <a:pt x="117" y="55"/>
                  </a:cubicBezTo>
                  <a:cubicBezTo>
                    <a:pt x="116" y="55"/>
                    <a:pt x="114" y="55"/>
                    <a:pt x="114" y="55"/>
                  </a:cubicBezTo>
                  <a:cubicBezTo>
                    <a:pt x="113" y="55"/>
                    <a:pt x="113" y="54"/>
                    <a:pt x="112" y="54"/>
                  </a:cubicBezTo>
                  <a:cubicBezTo>
                    <a:pt x="112" y="54"/>
                    <a:pt x="110" y="53"/>
                    <a:pt x="109" y="54"/>
                  </a:cubicBezTo>
                  <a:cubicBezTo>
                    <a:pt x="108" y="54"/>
                    <a:pt x="106" y="55"/>
                    <a:pt x="105" y="56"/>
                  </a:cubicBezTo>
                  <a:cubicBezTo>
                    <a:pt x="104" y="56"/>
                    <a:pt x="103" y="57"/>
                    <a:pt x="103" y="57"/>
                  </a:cubicBezTo>
                  <a:cubicBezTo>
                    <a:pt x="103" y="58"/>
                    <a:pt x="103" y="60"/>
                    <a:pt x="102" y="61"/>
                  </a:cubicBezTo>
                  <a:cubicBezTo>
                    <a:pt x="102" y="61"/>
                    <a:pt x="100" y="61"/>
                    <a:pt x="100" y="62"/>
                  </a:cubicBezTo>
                  <a:cubicBezTo>
                    <a:pt x="99" y="63"/>
                    <a:pt x="99" y="65"/>
                    <a:pt x="99" y="66"/>
                  </a:cubicBezTo>
                  <a:cubicBezTo>
                    <a:pt x="99" y="67"/>
                    <a:pt x="99" y="68"/>
                    <a:pt x="99" y="69"/>
                  </a:cubicBezTo>
                  <a:cubicBezTo>
                    <a:pt x="99" y="69"/>
                    <a:pt x="98" y="70"/>
                    <a:pt x="97" y="71"/>
                  </a:cubicBezTo>
                  <a:cubicBezTo>
                    <a:pt x="97" y="71"/>
                    <a:pt x="97" y="72"/>
                    <a:pt x="97" y="73"/>
                  </a:cubicBezTo>
                  <a:cubicBezTo>
                    <a:pt x="97" y="73"/>
                    <a:pt x="98" y="74"/>
                    <a:pt x="99" y="74"/>
                  </a:cubicBezTo>
                  <a:cubicBezTo>
                    <a:pt x="99" y="75"/>
                    <a:pt x="100" y="76"/>
                    <a:pt x="99" y="76"/>
                  </a:cubicBezTo>
                  <a:cubicBezTo>
                    <a:pt x="99" y="77"/>
                    <a:pt x="97" y="78"/>
                    <a:pt x="96" y="79"/>
                  </a:cubicBezTo>
                  <a:cubicBezTo>
                    <a:pt x="96" y="79"/>
                    <a:pt x="95" y="79"/>
                    <a:pt x="95" y="8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45"/>
            <p:cNvSpPr>
              <a:spLocks/>
            </p:cNvSpPr>
            <p:nvPr/>
          </p:nvSpPr>
          <p:spPr bwMode="auto">
            <a:xfrm>
              <a:off x="2230438" y="2830513"/>
              <a:ext cx="85725" cy="80963"/>
            </a:xfrm>
            <a:custGeom>
              <a:avLst/>
              <a:gdLst/>
              <a:ahLst/>
              <a:cxnLst>
                <a:cxn ang="0">
                  <a:pos x="45" y="13"/>
                </a:cxn>
                <a:cxn ang="0">
                  <a:pos x="43" y="15"/>
                </a:cxn>
                <a:cxn ang="0">
                  <a:pos x="41" y="18"/>
                </a:cxn>
                <a:cxn ang="0">
                  <a:pos x="41" y="21"/>
                </a:cxn>
                <a:cxn ang="0">
                  <a:pos x="41" y="23"/>
                </a:cxn>
                <a:cxn ang="0">
                  <a:pos x="40" y="26"/>
                </a:cxn>
                <a:cxn ang="0">
                  <a:pos x="41" y="28"/>
                </a:cxn>
                <a:cxn ang="0">
                  <a:pos x="40" y="32"/>
                </a:cxn>
                <a:cxn ang="0">
                  <a:pos x="39" y="34"/>
                </a:cxn>
                <a:cxn ang="0">
                  <a:pos x="39" y="36"/>
                </a:cxn>
                <a:cxn ang="0">
                  <a:pos x="38" y="38"/>
                </a:cxn>
                <a:cxn ang="0">
                  <a:pos x="38" y="38"/>
                </a:cxn>
                <a:cxn ang="0">
                  <a:pos x="37" y="39"/>
                </a:cxn>
                <a:cxn ang="0">
                  <a:pos x="34" y="41"/>
                </a:cxn>
                <a:cxn ang="0">
                  <a:pos x="31" y="42"/>
                </a:cxn>
                <a:cxn ang="0">
                  <a:pos x="30" y="39"/>
                </a:cxn>
                <a:cxn ang="0">
                  <a:pos x="27" y="39"/>
                </a:cxn>
                <a:cxn ang="0">
                  <a:pos x="24" y="40"/>
                </a:cxn>
                <a:cxn ang="0">
                  <a:pos x="23" y="42"/>
                </a:cxn>
                <a:cxn ang="0">
                  <a:pos x="20" y="42"/>
                </a:cxn>
                <a:cxn ang="0">
                  <a:pos x="19" y="41"/>
                </a:cxn>
                <a:cxn ang="0">
                  <a:pos x="15" y="41"/>
                </a:cxn>
                <a:cxn ang="0">
                  <a:pos x="11" y="39"/>
                </a:cxn>
                <a:cxn ang="0">
                  <a:pos x="6" y="36"/>
                </a:cxn>
                <a:cxn ang="0">
                  <a:pos x="5" y="31"/>
                </a:cxn>
                <a:cxn ang="0">
                  <a:pos x="3" y="29"/>
                </a:cxn>
                <a:cxn ang="0">
                  <a:pos x="1" y="25"/>
                </a:cxn>
                <a:cxn ang="0">
                  <a:pos x="0" y="22"/>
                </a:cxn>
                <a:cxn ang="0">
                  <a:pos x="0" y="17"/>
                </a:cxn>
                <a:cxn ang="0">
                  <a:pos x="1" y="16"/>
                </a:cxn>
                <a:cxn ang="0">
                  <a:pos x="3" y="16"/>
                </a:cxn>
                <a:cxn ang="0">
                  <a:pos x="4" y="15"/>
                </a:cxn>
                <a:cxn ang="0">
                  <a:pos x="3" y="13"/>
                </a:cxn>
                <a:cxn ang="0">
                  <a:pos x="3" y="10"/>
                </a:cxn>
                <a:cxn ang="0">
                  <a:pos x="5" y="10"/>
                </a:cxn>
                <a:cxn ang="0">
                  <a:pos x="6" y="12"/>
                </a:cxn>
                <a:cxn ang="0">
                  <a:pos x="7" y="14"/>
                </a:cxn>
                <a:cxn ang="0">
                  <a:pos x="10" y="16"/>
                </a:cxn>
                <a:cxn ang="0">
                  <a:pos x="12" y="15"/>
                </a:cxn>
                <a:cxn ang="0">
                  <a:pos x="12" y="13"/>
                </a:cxn>
                <a:cxn ang="0">
                  <a:pos x="12" y="9"/>
                </a:cxn>
                <a:cxn ang="0">
                  <a:pos x="13" y="5"/>
                </a:cxn>
                <a:cxn ang="0">
                  <a:pos x="16" y="4"/>
                </a:cxn>
                <a:cxn ang="0">
                  <a:pos x="17" y="1"/>
                </a:cxn>
                <a:cxn ang="0">
                  <a:pos x="20" y="0"/>
                </a:cxn>
                <a:cxn ang="0">
                  <a:pos x="25" y="0"/>
                </a:cxn>
                <a:cxn ang="0">
                  <a:pos x="29" y="1"/>
                </a:cxn>
                <a:cxn ang="0">
                  <a:pos x="32" y="4"/>
                </a:cxn>
                <a:cxn ang="0">
                  <a:pos x="32" y="7"/>
                </a:cxn>
                <a:cxn ang="0">
                  <a:pos x="33" y="12"/>
                </a:cxn>
                <a:cxn ang="0">
                  <a:pos x="32" y="14"/>
                </a:cxn>
                <a:cxn ang="0">
                  <a:pos x="32" y="16"/>
                </a:cxn>
                <a:cxn ang="0">
                  <a:pos x="33" y="17"/>
                </a:cxn>
                <a:cxn ang="0">
                  <a:pos x="37" y="16"/>
                </a:cxn>
                <a:cxn ang="0">
                  <a:pos x="41" y="14"/>
                </a:cxn>
                <a:cxn ang="0">
                  <a:pos x="45" y="13"/>
                </a:cxn>
              </a:cxnLst>
              <a:rect l="0" t="0" r="r" b="b"/>
              <a:pathLst>
                <a:path w="45" h="43">
                  <a:moveTo>
                    <a:pt x="45" y="13"/>
                  </a:moveTo>
                  <a:cubicBezTo>
                    <a:pt x="45" y="14"/>
                    <a:pt x="44" y="15"/>
                    <a:pt x="43" y="15"/>
                  </a:cubicBezTo>
                  <a:cubicBezTo>
                    <a:pt x="43" y="16"/>
                    <a:pt x="42" y="17"/>
                    <a:pt x="41" y="18"/>
                  </a:cubicBezTo>
                  <a:cubicBezTo>
                    <a:pt x="41" y="19"/>
                    <a:pt x="41" y="20"/>
                    <a:pt x="41" y="21"/>
                  </a:cubicBezTo>
                  <a:cubicBezTo>
                    <a:pt x="41" y="21"/>
                    <a:pt x="41" y="22"/>
                    <a:pt x="41" y="23"/>
                  </a:cubicBezTo>
                  <a:cubicBezTo>
                    <a:pt x="41" y="24"/>
                    <a:pt x="40" y="25"/>
                    <a:pt x="40" y="26"/>
                  </a:cubicBezTo>
                  <a:cubicBezTo>
                    <a:pt x="40" y="26"/>
                    <a:pt x="40" y="27"/>
                    <a:pt x="41" y="28"/>
                  </a:cubicBezTo>
                  <a:cubicBezTo>
                    <a:pt x="41" y="29"/>
                    <a:pt x="41" y="31"/>
                    <a:pt x="40" y="32"/>
                  </a:cubicBezTo>
                  <a:cubicBezTo>
                    <a:pt x="40" y="32"/>
                    <a:pt x="39" y="33"/>
                    <a:pt x="39" y="34"/>
                  </a:cubicBezTo>
                  <a:cubicBezTo>
                    <a:pt x="39" y="34"/>
                    <a:pt x="39" y="35"/>
                    <a:pt x="39" y="36"/>
                  </a:cubicBezTo>
                  <a:cubicBezTo>
                    <a:pt x="39" y="37"/>
                    <a:pt x="38" y="38"/>
                    <a:pt x="38" y="38"/>
                  </a:cubicBezTo>
                  <a:cubicBezTo>
                    <a:pt x="38" y="38"/>
                    <a:pt x="38" y="38"/>
                    <a:pt x="38" y="38"/>
                  </a:cubicBezTo>
                  <a:cubicBezTo>
                    <a:pt x="38" y="39"/>
                    <a:pt x="37" y="39"/>
                    <a:pt x="37" y="39"/>
                  </a:cubicBezTo>
                  <a:cubicBezTo>
                    <a:pt x="36" y="39"/>
                    <a:pt x="35" y="40"/>
                    <a:pt x="34" y="41"/>
                  </a:cubicBezTo>
                  <a:cubicBezTo>
                    <a:pt x="33" y="41"/>
                    <a:pt x="32" y="42"/>
                    <a:pt x="31" y="42"/>
                  </a:cubicBezTo>
                  <a:cubicBezTo>
                    <a:pt x="30" y="41"/>
                    <a:pt x="30" y="40"/>
                    <a:pt x="30" y="39"/>
                  </a:cubicBezTo>
                  <a:cubicBezTo>
                    <a:pt x="29" y="39"/>
                    <a:pt x="28" y="39"/>
                    <a:pt x="27" y="39"/>
                  </a:cubicBezTo>
                  <a:cubicBezTo>
                    <a:pt x="26" y="39"/>
                    <a:pt x="25" y="39"/>
                    <a:pt x="24" y="40"/>
                  </a:cubicBezTo>
                  <a:cubicBezTo>
                    <a:pt x="24" y="40"/>
                    <a:pt x="23" y="42"/>
                    <a:pt x="23" y="42"/>
                  </a:cubicBezTo>
                  <a:cubicBezTo>
                    <a:pt x="22" y="43"/>
                    <a:pt x="21" y="43"/>
                    <a:pt x="20" y="42"/>
                  </a:cubicBezTo>
                  <a:cubicBezTo>
                    <a:pt x="20" y="42"/>
                    <a:pt x="19" y="41"/>
                    <a:pt x="19" y="41"/>
                  </a:cubicBezTo>
                  <a:cubicBezTo>
                    <a:pt x="18" y="41"/>
                    <a:pt x="16" y="42"/>
                    <a:pt x="15" y="41"/>
                  </a:cubicBezTo>
                  <a:cubicBezTo>
                    <a:pt x="14" y="41"/>
                    <a:pt x="12" y="40"/>
                    <a:pt x="11" y="39"/>
                  </a:cubicBezTo>
                  <a:cubicBezTo>
                    <a:pt x="10" y="39"/>
                    <a:pt x="7" y="37"/>
                    <a:pt x="6" y="36"/>
                  </a:cubicBezTo>
                  <a:cubicBezTo>
                    <a:pt x="6" y="35"/>
                    <a:pt x="5" y="32"/>
                    <a:pt x="5" y="31"/>
                  </a:cubicBezTo>
                  <a:cubicBezTo>
                    <a:pt x="4" y="31"/>
                    <a:pt x="4" y="30"/>
                    <a:pt x="3" y="29"/>
                  </a:cubicBezTo>
                  <a:cubicBezTo>
                    <a:pt x="2" y="28"/>
                    <a:pt x="1" y="26"/>
                    <a:pt x="1" y="25"/>
                  </a:cubicBezTo>
                  <a:cubicBezTo>
                    <a:pt x="0" y="24"/>
                    <a:pt x="0" y="22"/>
                    <a:pt x="0" y="22"/>
                  </a:cubicBezTo>
                  <a:cubicBezTo>
                    <a:pt x="0" y="20"/>
                    <a:pt x="0" y="18"/>
                    <a:pt x="0" y="17"/>
                  </a:cubicBezTo>
                  <a:cubicBezTo>
                    <a:pt x="0" y="16"/>
                    <a:pt x="1" y="16"/>
                    <a:pt x="1" y="16"/>
                  </a:cubicBezTo>
                  <a:cubicBezTo>
                    <a:pt x="2" y="16"/>
                    <a:pt x="3" y="16"/>
                    <a:pt x="3" y="16"/>
                  </a:cubicBezTo>
                  <a:cubicBezTo>
                    <a:pt x="4" y="16"/>
                    <a:pt x="4" y="15"/>
                    <a:pt x="4" y="15"/>
                  </a:cubicBezTo>
                  <a:cubicBezTo>
                    <a:pt x="4" y="14"/>
                    <a:pt x="3" y="13"/>
                    <a:pt x="3" y="13"/>
                  </a:cubicBezTo>
                  <a:cubicBezTo>
                    <a:pt x="3" y="12"/>
                    <a:pt x="3" y="11"/>
                    <a:pt x="3" y="10"/>
                  </a:cubicBezTo>
                  <a:cubicBezTo>
                    <a:pt x="4" y="10"/>
                    <a:pt x="4" y="10"/>
                    <a:pt x="5" y="10"/>
                  </a:cubicBezTo>
                  <a:cubicBezTo>
                    <a:pt x="5" y="11"/>
                    <a:pt x="6" y="11"/>
                    <a:pt x="6" y="12"/>
                  </a:cubicBezTo>
                  <a:cubicBezTo>
                    <a:pt x="6" y="12"/>
                    <a:pt x="7" y="13"/>
                    <a:pt x="7" y="14"/>
                  </a:cubicBezTo>
                  <a:cubicBezTo>
                    <a:pt x="8" y="15"/>
                    <a:pt x="9" y="15"/>
                    <a:pt x="10" y="16"/>
                  </a:cubicBezTo>
                  <a:cubicBezTo>
                    <a:pt x="11" y="16"/>
                    <a:pt x="12" y="15"/>
                    <a:pt x="12" y="15"/>
                  </a:cubicBezTo>
                  <a:cubicBezTo>
                    <a:pt x="12" y="15"/>
                    <a:pt x="12" y="13"/>
                    <a:pt x="12" y="13"/>
                  </a:cubicBezTo>
                  <a:cubicBezTo>
                    <a:pt x="12" y="12"/>
                    <a:pt x="12" y="10"/>
                    <a:pt x="12" y="9"/>
                  </a:cubicBezTo>
                  <a:cubicBezTo>
                    <a:pt x="12" y="8"/>
                    <a:pt x="13" y="6"/>
                    <a:pt x="13" y="5"/>
                  </a:cubicBezTo>
                  <a:cubicBezTo>
                    <a:pt x="14" y="5"/>
                    <a:pt x="15" y="4"/>
                    <a:pt x="16" y="4"/>
                  </a:cubicBezTo>
                  <a:cubicBezTo>
                    <a:pt x="16" y="3"/>
                    <a:pt x="17" y="1"/>
                    <a:pt x="17" y="1"/>
                  </a:cubicBezTo>
                  <a:cubicBezTo>
                    <a:pt x="18" y="0"/>
                    <a:pt x="19" y="0"/>
                    <a:pt x="20" y="0"/>
                  </a:cubicBezTo>
                  <a:cubicBezTo>
                    <a:pt x="21" y="0"/>
                    <a:pt x="24" y="0"/>
                    <a:pt x="25" y="0"/>
                  </a:cubicBezTo>
                  <a:cubicBezTo>
                    <a:pt x="26" y="0"/>
                    <a:pt x="28" y="1"/>
                    <a:pt x="29" y="1"/>
                  </a:cubicBezTo>
                  <a:cubicBezTo>
                    <a:pt x="30" y="2"/>
                    <a:pt x="31" y="3"/>
                    <a:pt x="32" y="4"/>
                  </a:cubicBezTo>
                  <a:cubicBezTo>
                    <a:pt x="32" y="5"/>
                    <a:pt x="32" y="6"/>
                    <a:pt x="32" y="7"/>
                  </a:cubicBezTo>
                  <a:cubicBezTo>
                    <a:pt x="33" y="8"/>
                    <a:pt x="33" y="10"/>
                    <a:pt x="33" y="12"/>
                  </a:cubicBezTo>
                  <a:cubicBezTo>
                    <a:pt x="33" y="12"/>
                    <a:pt x="32" y="13"/>
                    <a:pt x="32" y="14"/>
                  </a:cubicBezTo>
                  <a:cubicBezTo>
                    <a:pt x="31" y="14"/>
                    <a:pt x="31" y="16"/>
                    <a:pt x="32" y="16"/>
                  </a:cubicBezTo>
                  <a:cubicBezTo>
                    <a:pt x="32" y="16"/>
                    <a:pt x="33" y="17"/>
                    <a:pt x="33" y="17"/>
                  </a:cubicBezTo>
                  <a:cubicBezTo>
                    <a:pt x="34" y="17"/>
                    <a:pt x="36" y="16"/>
                    <a:pt x="37" y="16"/>
                  </a:cubicBezTo>
                  <a:cubicBezTo>
                    <a:pt x="38" y="15"/>
                    <a:pt x="40" y="14"/>
                    <a:pt x="41" y="14"/>
                  </a:cubicBezTo>
                  <a:cubicBezTo>
                    <a:pt x="42" y="13"/>
                    <a:pt x="45" y="13"/>
                    <a:pt x="45" y="1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46"/>
            <p:cNvSpPr>
              <a:spLocks/>
            </p:cNvSpPr>
            <p:nvPr/>
          </p:nvSpPr>
          <p:spPr bwMode="auto">
            <a:xfrm>
              <a:off x="1870076" y="2605088"/>
              <a:ext cx="617538" cy="412750"/>
            </a:xfrm>
            <a:custGeom>
              <a:avLst/>
              <a:gdLst/>
              <a:ahLst/>
              <a:cxnLst>
                <a:cxn ang="0">
                  <a:pos x="68" y="25"/>
                </a:cxn>
                <a:cxn ang="0">
                  <a:pos x="84" y="27"/>
                </a:cxn>
                <a:cxn ang="0">
                  <a:pos x="98" y="16"/>
                </a:cxn>
                <a:cxn ang="0">
                  <a:pos x="111" y="18"/>
                </a:cxn>
                <a:cxn ang="0">
                  <a:pos x="120" y="11"/>
                </a:cxn>
                <a:cxn ang="0">
                  <a:pos x="135" y="18"/>
                </a:cxn>
                <a:cxn ang="0">
                  <a:pos x="149" y="22"/>
                </a:cxn>
                <a:cxn ang="0">
                  <a:pos x="151" y="18"/>
                </a:cxn>
                <a:cxn ang="0">
                  <a:pos x="162" y="20"/>
                </a:cxn>
                <a:cxn ang="0">
                  <a:pos x="173" y="25"/>
                </a:cxn>
                <a:cxn ang="0">
                  <a:pos x="185" y="15"/>
                </a:cxn>
                <a:cxn ang="0">
                  <a:pos x="203" y="16"/>
                </a:cxn>
                <a:cxn ang="0">
                  <a:pos x="223" y="19"/>
                </a:cxn>
                <a:cxn ang="0">
                  <a:pos x="238" y="12"/>
                </a:cxn>
                <a:cxn ang="0">
                  <a:pos x="248" y="7"/>
                </a:cxn>
                <a:cxn ang="0">
                  <a:pos x="275" y="17"/>
                </a:cxn>
                <a:cxn ang="0">
                  <a:pos x="285" y="34"/>
                </a:cxn>
                <a:cxn ang="0">
                  <a:pos x="298" y="58"/>
                </a:cxn>
                <a:cxn ang="0">
                  <a:pos x="310" y="72"/>
                </a:cxn>
                <a:cxn ang="0">
                  <a:pos x="327" y="89"/>
                </a:cxn>
                <a:cxn ang="0">
                  <a:pos x="307" y="92"/>
                </a:cxn>
                <a:cxn ang="0">
                  <a:pos x="298" y="96"/>
                </a:cxn>
                <a:cxn ang="0">
                  <a:pos x="278" y="110"/>
                </a:cxn>
                <a:cxn ang="0">
                  <a:pos x="270" y="119"/>
                </a:cxn>
                <a:cxn ang="0">
                  <a:pos x="258" y="127"/>
                </a:cxn>
                <a:cxn ang="0">
                  <a:pos x="244" y="126"/>
                </a:cxn>
                <a:cxn ang="0">
                  <a:pos x="223" y="136"/>
                </a:cxn>
                <a:cxn ang="0">
                  <a:pos x="208" y="121"/>
                </a:cxn>
                <a:cxn ang="0">
                  <a:pos x="197" y="132"/>
                </a:cxn>
                <a:cxn ang="0">
                  <a:pos x="191" y="142"/>
                </a:cxn>
                <a:cxn ang="0">
                  <a:pos x="211" y="162"/>
                </a:cxn>
                <a:cxn ang="0">
                  <a:pos x="229" y="158"/>
                </a:cxn>
                <a:cxn ang="0">
                  <a:pos x="233" y="181"/>
                </a:cxn>
                <a:cxn ang="0">
                  <a:pos x="233" y="196"/>
                </a:cxn>
                <a:cxn ang="0">
                  <a:pos x="215" y="203"/>
                </a:cxn>
                <a:cxn ang="0">
                  <a:pos x="216" y="213"/>
                </a:cxn>
                <a:cxn ang="0">
                  <a:pos x="203" y="218"/>
                </a:cxn>
                <a:cxn ang="0">
                  <a:pos x="192" y="219"/>
                </a:cxn>
                <a:cxn ang="0">
                  <a:pos x="192" y="200"/>
                </a:cxn>
                <a:cxn ang="0">
                  <a:pos x="177" y="189"/>
                </a:cxn>
                <a:cxn ang="0">
                  <a:pos x="176" y="171"/>
                </a:cxn>
                <a:cxn ang="0">
                  <a:pos x="177" y="158"/>
                </a:cxn>
                <a:cxn ang="0">
                  <a:pos x="173" y="146"/>
                </a:cxn>
                <a:cxn ang="0">
                  <a:pos x="163" y="153"/>
                </a:cxn>
                <a:cxn ang="0">
                  <a:pos x="147" y="151"/>
                </a:cxn>
                <a:cxn ang="0">
                  <a:pos x="128" y="155"/>
                </a:cxn>
                <a:cxn ang="0">
                  <a:pos x="105" y="150"/>
                </a:cxn>
                <a:cxn ang="0">
                  <a:pos x="88" y="161"/>
                </a:cxn>
                <a:cxn ang="0">
                  <a:pos x="77" y="171"/>
                </a:cxn>
                <a:cxn ang="0">
                  <a:pos x="67" y="158"/>
                </a:cxn>
                <a:cxn ang="0">
                  <a:pos x="58" y="147"/>
                </a:cxn>
                <a:cxn ang="0">
                  <a:pos x="54" y="140"/>
                </a:cxn>
                <a:cxn ang="0">
                  <a:pos x="43" y="137"/>
                </a:cxn>
                <a:cxn ang="0">
                  <a:pos x="35" y="132"/>
                </a:cxn>
                <a:cxn ang="0">
                  <a:pos x="28" y="122"/>
                </a:cxn>
                <a:cxn ang="0">
                  <a:pos x="10" y="114"/>
                </a:cxn>
                <a:cxn ang="0">
                  <a:pos x="3" y="100"/>
                </a:cxn>
                <a:cxn ang="0">
                  <a:pos x="14" y="88"/>
                </a:cxn>
                <a:cxn ang="0">
                  <a:pos x="32" y="81"/>
                </a:cxn>
                <a:cxn ang="0">
                  <a:pos x="38" y="67"/>
                </a:cxn>
                <a:cxn ang="0">
                  <a:pos x="33" y="55"/>
                </a:cxn>
                <a:cxn ang="0">
                  <a:pos x="40" y="39"/>
                </a:cxn>
                <a:cxn ang="0">
                  <a:pos x="50" y="28"/>
                </a:cxn>
              </a:cxnLst>
              <a:rect l="0" t="0" r="r" b="b"/>
              <a:pathLst>
                <a:path w="327" h="219">
                  <a:moveTo>
                    <a:pt x="59" y="26"/>
                  </a:moveTo>
                  <a:cubicBezTo>
                    <a:pt x="59" y="26"/>
                    <a:pt x="59" y="27"/>
                    <a:pt x="59" y="27"/>
                  </a:cubicBezTo>
                  <a:cubicBezTo>
                    <a:pt x="60" y="27"/>
                    <a:pt x="60" y="27"/>
                    <a:pt x="61" y="27"/>
                  </a:cubicBezTo>
                  <a:cubicBezTo>
                    <a:pt x="61" y="27"/>
                    <a:pt x="61" y="29"/>
                    <a:pt x="62" y="29"/>
                  </a:cubicBezTo>
                  <a:cubicBezTo>
                    <a:pt x="62" y="29"/>
                    <a:pt x="64" y="29"/>
                    <a:pt x="64" y="29"/>
                  </a:cubicBezTo>
                  <a:cubicBezTo>
                    <a:pt x="64" y="29"/>
                    <a:pt x="65" y="29"/>
                    <a:pt x="66" y="28"/>
                  </a:cubicBezTo>
                  <a:cubicBezTo>
                    <a:pt x="66" y="28"/>
                    <a:pt x="66" y="27"/>
                    <a:pt x="66" y="26"/>
                  </a:cubicBezTo>
                  <a:cubicBezTo>
                    <a:pt x="67" y="26"/>
                    <a:pt x="68" y="25"/>
                    <a:pt x="68" y="25"/>
                  </a:cubicBezTo>
                  <a:cubicBezTo>
                    <a:pt x="69" y="24"/>
                    <a:pt x="71" y="24"/>
                    <a:pt x="71" y="23"/>
                  </a:cubicBezTo>
                  <a:cubicBezTo>
                    <a:pt x="71" y="23"/>
                    <a:pt x="71" y="22"/>
                    <a:pt x="72" y="22"/>
                  </a:cubicBezTo>
                  <a:cubicBezTo>
                    <a:pt x="72" y="22"/>
                    <a:pt x="73" y="22"/>
                    <a:pt x="74" y="22"/>
                  </a:cubicBezTo>
                  <a:cubicBezTo>
                    <a:pt x="74" y="22"/>
                    <a:pt x="75" y="23"/>
                    <a:pt x="75" y="23"/>
                  </a:cubicBezTo>
                  <a:cubicBezTo>
                    <a:pt x="76" y="24"/>
                    <a:pt x="77" y="25"/>
                    <a:pt x="78" y="26"/>
                  </a:cubicBezTo>
                  <a:cubicBezTo>
                    <a:pt x="78" y="26"/>
                    <a:pt x="79" y="26"/>
                    <a:pt x="80" y="26"/>
                  </a:cubicBezTo>
                  <a:cubicBezTo>
                    <a:pt x="80" y="27"/>
                    <a:pt x="82" y="26"/>
                    <a:pt x="83" y="27"/>
                  </a:cubicBezTo>
                  <a:cubicBezTo>
                    <a:pt x="83" y="27"/>
                    <a:pt x="84" y="27"/>
                    <a:pt x="84" y="27"/>
                  </a:cubicBezTo>
                  <a:cubicBezTo>
                    <a:pt x="84" y="28"/>
                    <a:pt x="85" y="29"/>
                    <a:pt x="85" y="29"/>
                  </a:cubicBezTo>
                  <a:cubicBezTo>
                    <a:pt x="86" y="29"/>
                    <a:pt x="87" y="29"/>
                    <a:pt x="87" y="29"/>
                  </a:cubicBezTo>
                  <a:cubicBezTo>
                    <a:pt x="88" y="29"/>
                    <a:pt x="91" y="28"/>
                    <a:pt x="92" y="28"/>
                  </a:cubicBezTo>
                  <a:cubicBezTo>
                    <a:pt x="93" y="27"/>
                    <a:pt x="95" y="26"/>
                    <a:pt x="96" y="25"/>
                  </a:cubicBezTo>
                  <a:cubicBezTo>
                    <a:pt x="97" y="24"/>
                    <a:pt x="98" y="23"/>
                    <a:pt x="99" y="22"/>
                  </a:cubicBezTo>
                  <a:cubicBezTo>
                    <a:pt x="99" y="21"/>
                    <a:pt x="99" y="20"/>
                    <a:pt x="99" y="20"/>
                  </a:cubicBezTo>
                  <a:cubicBezTo>
                    <a:pt x="99" y="19"/>
                    <a:pt x="99" y="18"/>
                    <a:pt x="98" y="18"/>
                  </a:cubicBezTo>
                  <a:cubicBezTo>
                    <a:pt x="98" y="18"/>
                    <a:pt x="98" y="17"/>
                    <a:pt x="98" y="16"/>
                  </a:cubicBezTo>
                  <a:cubicBezTo>
                    <a:pt x="99" y="16"/>
                    <a:pt x="100" y="15"/>
                    <a:pt x="100" y="15"/>
                  </a:cubicBezTo>
                  <a:cubicBezTo>
                    <a:pt x="101" y="15"/>
                    <a:pt x="102" y="16"/>
                    <a:pt x="102" y="16"/>
                  </a:cubicBezTo>
                  <a:cubicBezTo>
                    <a:pt x="102" y="16"/>
                    <a:pt x="103" y="17"/>
                    <a:pt x="103" y="18"/>
                  </a:cubicBezTo>
                  <a:cubicBezTo>
                    <a:pt x="104" y="18"/>
                    <a:pt x="106" y="19"/>
                    <a:pt x="107" y="20"/>
                  </a:cubicBezTo>
                  <a:cubicBezTo>
                    <a:pt x="107" y="20"/>
                    <a:pt x="108" y="21"/>
                    <a:pt x="109" y="21"/>
                  </a:cubicBezTo>
                  <a:cubicBezTo>
                    <a:pt x="109" y="21"/>
                    <a:pt x="111" y="22"/>
                    <a:pt x="111" y="22"/>
                  </a:cubicBezTo>
                  <a:cubicBezTo>
                    <a:pt x="112" y="21"/>
                    <a:pt x="112" y="20"/>
                    <a:pt x="112" y="19"/>
                  </a:cubicBezTo>
                  <a:cubicBezTo>
                    <a:pt x="112" y="19"/>
                    <a:pt x="111" y="19"/>
                    <a:pt x="111" y="18"/>
                  </a:cubicBezTo>
                  <a:cubicBezTo>
                    <a:pt x="111" y="18"/>
                    <a:pt x="111" y="17"/>
                    <a:pt x="112" y="16"/>
                  </a:cubicBezTo>
                  <a:cubicBezTo>
                    <a:pt x="112" y="16"/>
                    <a:pt x="112" y="15"/>
                    <a:pt x="112" y="15"/>
                  </a:cubicBezTo>
                  <a:cubicBezTo>
                    <a:pt x="111" y="14"/>
                    <a:pt x="111" y="13"/>
                    <a:pt x="111" y="13"/>
                  </a:cubicBezTo>
                  <a:cubicBezTo>
                    <a:pt x="111" y="12"/>
                    <a:pt x="111" y="11"/>
                    <a:pt x="112" y="11"/>
                  </a:cubicBezTo>
                  <a:cubicBezTo>
                    <a:pt x="112" y="11"/>
                    <a:pt x="113" y="11"/>
                    <a:pt x="114" y="11"/>
                  </a:cubicBezTo>
                  <a:cubicBezTo>
                    <a:pt x="114" y="11"/>
                    <a:pt x="115" y="12"/>
                    <a:pt x="115" y="12"/>
                  </a:cubicBezTo>
                  <a:cubicBezTo>
                    <a:pt x="116" y="12"/>
                    <a:pt x="117" y="11"/>
                    <a:pt x="118" y="11"/>
                  </a:cubicBezTo>
                  <a:cubicBezTo>
                    <a:pt x="118" y="11"/>
                    <a:pt x="119" y="11"/>
                    <a:pt x="120" y="11"/>
                  </a:cubicBezTo>
                  <a:cubicBezTo>
                    <a:pt x="120" y="11"/>
                    <a:pt x="120" y="11"/>
                    <a:pt x="120" y="11"/>
                  </a:cubicBezTo>
                  <a:cubicBezTo>
                    <a:pt x="121" y="11"/>
                    <a:pt x="122" y="11"/>
                    <a:pt x="122" y="11"/>
                  </a:cubicBezTo>
                  <a:cubicBezTo>
                    <a:pt x="123" y="11"/>
                    <a:pt x="125" y="12"/>
                    <a:pt x="126" y="12"/>
                  </a:cubicBezTo>
                  <a:cubicBezTo>
                    <a:pt x="126" y="12"/>
                    <a:pt x="127" y="14"/>
                    <a:pt x="127" y="14"/>
                  </a:cubicBezTo>
                  <a:cubicBezTo>
                    <a:pt x="128" y="14"/>
                    <a:pt x="129" y="15"/>
                    <a:pt x="130" y="15"/>
                  </a:cubicBezTo>
                  <a:cubicBezTo>
                    <a:pt x="130" y="15"/>
                    <a:pt x="132" y="14"/>
                    <a:pt x="133" y="15"/>
                  </a:cubicBezTo>
                  <a:cubicBezTo>
                    <a:pt x="134" y="15"/>
                    <a:pt x="134" y="15"/>
                    <a:pt x="134" y="16"/>
                  </a:cubicBezTo>
                  <a:cubicBezTo>
                    <a:pt x="135" y="16"/>
                    <a:pt x="135" y="18"/>
                    <a:pt x="135" y="18"/>
                  </a:cubicBezTo>
                  <a:cubicBezTo>
                    <a:pt x="136" y="19"/>
                    <a:pt x="137" y="21"/>
                    <a:pt x="137" y="22"/>
                  </a:cubicBezTo>
                  <a:cubicBezTo>
                    <a:pt x="138" y="22"/>
                    <a:pt x="138" y="23"/>
                    <a:pt x="139" y="23"/>
                  </a:cubicBezTo>
                  <a:cubicBezTo>
                    <a:pt x="140" y="24"/>
                    <a:pt x="141" y="24"/>
                    <a:pt x="142" y="24"/>
                  </a:cubicBezTo>
                  <a:cubicBezTo>
                    <a:pt x="142" y="25"/>
                    <a:pt x="144" y="25"/>
                    <a:pt x="144" y="24"/>
                  </a:cubicBezTo>
                  <a:cubicBezTo>
                    <a:pt x="144" y="24"/>
                    <a:pt x="144" y="23"/>
                    <a:pt x="144" y="22"/>
                  </a:cubicBezTo>
                  <a:cubicBezTo>
                    <a:pt x="144" y="22"/>
                    <a:pt x="145" y="22"/>
                    <a:pt x="145" y="22"/>
                  </a:cubicBezTo>
                  <a:cubicBezTo>
                    <a:pt x="146" y="21"/>
                    <a:pt x="148" y="21"/>
                    <a:pt x="148" y="21"/>
                  </a:cubicBezTo>
                  <a:cubicBezTo>
                    <a:pt x="149" y="22"/>
                    <a:pt x="149" y="22"/>
                    <a:pt x="149" y="22"/>
                  </a:cubicBezTo>
                  <a:cubicBezTo>
                    <a:pt x="149" y="23"/>
                    <a:pt x="149" y="24"/>
                    <a:pt x="150" y="24"/>
                  </a:cubicBezTo>
                  <a:cubicBezTo>
                    <a:pt x="150" y="25"/>
                    <a:pt x="151" y="27"/>
                    <a:pt x="151" y="27"/>
                  </a:cubicBezTo>
                  <a:cubicBezTo>
                    <a:pt x="151" y="28"/>
                    <a:pt x="153" y="29"/>
                    <a:pt x="153" y="29"/>
                  </a:cubicBezTo>
                  <a:cubicBezTo>
                    <a:pt x="154" y="28"/>
                    <a:pt x="154" y="27"/>
                    <a:pt x="154" y="27"/>
                  </a:cubicBezTo>
                  <a:cubicBezTo>
                    <a:pt x="154" y="26"/>
                    <a:pt x="154" y="24"/>
                    <a:pt x="154" y="24"/>
                  </a:cubicBezTo>
                  <a:cubicBezTo>
                    <a:pt x="153" y="23"/>
                    <a:pt x="153" y="21"/>
                    <a:pt x="153" y="21"/>
                  </a:cubicBezTo>
                  <a:cubicBezTo>
                    <a:pt x="153" y="20"/>
                    <a:pt x="152" y="20"/>
                    <a:pt x="151" y="19"/>
                  </a:cubicBezTo>
                  <a:cubicBezTo>
                    <a:pt x="151" y="19"/>
                    <a:pt x="150" y="18"/>
                    <a:pt x="151" y="18"/>
                  </a:cubicBezTo>
                  <a:cubicBezTo>
                    <a:pt x="151" y="17"/>
                    <a:pt x="152" y="17"/>
                    <a:pt x="152" y="17"/>
                  </a:cubicBezTo>
                  <a:cubicBezTo>
                    <a:pt x="152" y="17"/>
                    <a:pt x="153" y="17"/>
                    <a:pt x="153" y="17"/>
                  </a:cubicBezTo>
                  <a:cubicBezTo>
                    <a:pt x="154" y="17"/>
                    <a:pt x="154" y="18"/>
                    <a:pt x="154" y="19"/>
                  </a:cubicBezTo>
                  <a:cubicBezTo>
                    <a:pt x="155" y="19"/>
                    <a:pt x="155" y="19"/>
                    <a:pt x="155" y="19"/>
                  </a:cubicBezTo>
                  <a:cubicBezTo>
                    <a:pt x="155" y="19"/>
                    <a:pt x="156" y="20"/>
                    <a:pt x="156" y="20"/>
                  </a:cubicBezTo>
                  <a:cubicBezTo>
                    <a:pt x="157" y="21"/>
                    <a:pt x="158" y="21"/>
                    <a:pt x="158" y="21"/>
                  </a:cubicBezTo>
                  <a:cubicBezTo>
                    <a:pt x="159" y="21"/>
                    <a:pt x="160" y="20"/>
                    <a:pt x="161" y="20"/>
                  </a:cubicBezTo>
                  <a:cubicBezTo>
                    <a:pt x="161" y="20"/>
                    <a:pt x="162" y="21"/>
                    <a:pt x="162" y="20"/>
                  </a:cubicBezTo>
                  <a:cubicBezTo>
                    <a:pt x="163" y="20"/>
                    <a:pt x="163" y="19"/>
                    <a:pt x="164" y="19"/>
                  </a:cubicBezTo>
                  <a:cubicBezTo>
                    <a:pt x="164" y="19"/>
                    <a:pt x="164" y="18"/>
                    <a:pt x="165" y="18"/>
                  </a:cubicBezTo>
                  <a:cubicBezTo>
                    <a:pt x="165" y="18"/>
                    <a:pt x="166" y="19"/>
                    <a:pt x="166" y="19"/>
                  </a:cubicBezTo>
                  <a:cubicBezTo>
                    <a:pt x="166" y="20"/>
                    <a:pt x="165" y="21"/>
                    <a:pt x="165" y="21"/>
                  </a:cubicBezTo>
                  <a:cubicBezTo>
                    <a:pt x="165" y="22"/>
                    <a:pt x="165" y="23"/>
                    <a:pt x="165" y="23"/>
                  </a:cubicBezTo>
                  <a:cubicBezTo>
                    <a:pt x="165" y="23"/>
                    <a:pt x="166" y="24"/>
                    <a:pt x="167" y="25"/>
                  </a:cubicBezTo>
                  <a:cubicBezTo>
                    <a:pt x="167" y="25"/>
                    <a:pt x="168" y="25"/>
                    <a:pt x="169" y="25"/>
                  </a:cubicBezTo>
                  <a:cubicBezTo>
                    <a:pt x="170" y="25"/>
                    <a:pt x="172" y="25"/>
                    <a:pt x="173" y="25"/>
                  </a:cubicBezTo>
                  <a:cubicBezTo>
                    <a:pt x="173" y="25"/>
                    <a:pt x="175" y="25"/>
                    <a:pt x="175" y="25"/>
                  </a:cubicBezTo>
                  <a:cubicBezTo>
                    <a:pt x="175" y="24"/>
                    <a:pt x="175" y="23"/>
                    <a:pt x="175" y="22"/>
                  </a:cubicBezTo>
                  <a:cubicBezTo>
                    <a:pt x="175" y="22"/>
                    <a:pt x="176" y="22"/>
                    <a:pt x="176" y="22"/>
                  </a:cubicBezTo>
                  <a:cubicBezTo>
                    <a:pt x="177" y="21"/>
                    <a:pt x="178" y="22"/>
                    <a:pt x="179" y="21"/>
                  </a:cubicBezTo>
                  <a:cubicBezTo>
                    <a:pt x="179" y="21"/>
                    <a:pt x="180" y="21"/>
                    <a:pt x="181" y="20"/>
                  </a:cubicBezTo>
                  <a:cubicBezTo>
                    <a:pt x="181" y="20"/>
                    <a:pt x="182" y="19"/>
                    <a:pt x="182" y="18"/>
                  </a:cubicBezTo>
                  <a:cubicBezTo>
                    <a:pt x="182" y="18"/>
                    <a:pt x="183" y="17"/>
                    <a:pt x="183" y="17"/>
                  </a:cubicBezTo>
                  <a:cubicBezTo>
                    <a:pt x="184" y="17"/>
                    <a:pt x="185" y="16"/>
                    <a:pt x="185" y="15"/>
                  </a:cubicBezTo>
                  <a:cubicBezTo>
                    <a:pt x="186" y="16"/>
                    <a:pt x="187" y="16"/>
                    <a:pt x="187" y="16"/>
                  </a:cubicBezTo>
                  <a:cubicBezTo>
                    <a:pt x="188" y="17"/>
                    <a:pt x="188" y="18"/>
                    <a:pt x="189" y="18"/>
                  </a:cubicBezTo>
                  <a:cubicBezTo>
                    <a:pt x="190" y="18"/>
                    <a:pt x="191" y="18"/>
                    <a:pt x="192" y="18"/>
                  </a:cubicBezTo>
                  <a:cubicBezTo>
                    <a:pt x="192" y="18"/>
                    <a:pt x="192" y="18"/>
                    <a:pt x="192" y="18"/>
                  </a:cubicBezTo>
                  <a:cubicBezTo>
                    <a:pt x="192" y="18"/>
                    <a:pt x="195" y="18"/>
                    <a:pt x="196" y="18"/>
                  </a:cubicBezTo>
                  <a:cubicBezTo>
                    <a:pt x="197" y="18"/>
                    <a:pt x="198" y="18"/>
                    <a:pt x="199" y="18"/>
                  </a:cubicBezTo>
                  <a:cubicBezTo>
                    <a:pt x="200" y="18"/>
                    <a:pt x="200" y="17"/>
                    <a:pt x="200" y="16"/>
                  </a:cubicBezTo>
                  <a:cubicBezTo>
                    <a:pt x="201" y="16"/>
                    <a:pt x="203" y="16"/>
                    <a:pt x="203" y="16"/>
                  </a:cubicBezTo>
                  <a:cubicBezTo>
                    <a:pt x="204" y="17"/>
                    <a:pt x="204" y="19"/>
                    <a:pt x="205" y="19"/>
                  </a:cubicBezTo>
                  <a:cubicBezTo>
                    <a:pt x="205" y="20"/>
                    <a:pt x="207" y="20"/>
                    <a:pt x="207" y="20"/>
                  </a:cubicBezTo>
                  <a:cubicBezTo>
                    <a:pt x="208" y="20"/>
                    <a:pt x="209" y="20"/>
                    <a:pt x="210" y="20"/>
                  </a:cubicBezTo>
                  <a:cubicBezTo>
                    <a:pt x="210" y="20"/>
                    <a:pt x="211" y="19"/>
                    <a:pt x="212" y="19"/>
                  </a:cubicBezTo>
                  <a:cubicBezTo>
                    <a:pt x="212" y="18"/>
                    <a:pt x="213" y="17"/>
                    <a:pt x="213" y="17"/>
                  </a:cubicBezTo>
                  <a:cubicBezTo>
                    <a:pt x="214" y="16"/>
                    <a:pt x="215" y="17"/>
                    <a:pt x="216" y="17"/>
                  </a:cubicBezTo>
                  <a:cubicBezTo>
                    <a:pt x="217" y="17"/>
                    <a:pt x="218" y="18"/>
                    <a:pt x="219" y="19"/>
                  </a:cubicBezTo>
                  <a:cubicBezTo>
                    <a:pt x="220" y="19"/>
                    <a:pt x="222" y="19"/>
                    <a:pt x="223" y="19"/>
                  </a:cubicBezTo>
                  <a:cubicBezTo>
                    <a:pt x="224" y="19"/>
                    <a:pt x="225" y="18"/>
                    <a:pt x="225" y="18"/>
                  </a:cubicBezTo>
                  <a:cubicBezTo>
                    <a:pt x="226" y="17"/>
                    <a:pt x="228" y="18"/>
                    <a:pt x="229" y="17"/>
                  </a:cubicBezTo>
                  <a:cubicBezTo>
                    <a:pt x="229" y="17"/>
                    <a:pt x="230" y="15"/>
                    <a:pt x="231" y="15"/>
                  </a:cubicBezTo>
                  <a:cubicBezTo>
                    <a:pt x="231" y="15"/>
                    <a:pt x="232" y="16"/>
                    <a:pt x="233" y="16"/>
                  </a:cubicBezTo>
                  <a:cubicBezTo>
                    <a:pt x="233" y="16"/>
                    <a:pt x="233" y="17"/>
                    <a:pt x="234" y="17"/>
                  </a:cubicBezTo>
                  <a:cubicBezTo>
                    <a:pt x="235" y="17"/>
                    <a:pt x="237" y="17"/>
                    <a:pt x="237" y="17"/>
                  </a:cubicBezTo>
                  <a:cubicBezTo>
                    <a:pt x="238" y="17"/>
                    <a:pt x="238" y="16"/>
                    <a:pt x="238" y="15"/>
                  </a:cubicBezTo>
                  <a:cubicBezTo>
                    <a:pt x="238" y="14"/>
                    <a:pt x="239" y="13"/>
                    <a:pt x="238" y="12"/>
                  </a:cubicBezTo>
                  <a:cubicBezTo>
                    <a:pt x="238" y="11"/>
                    <a:pt x="237" y="10"/>
                    <a:pt x="237" y="9"/>
                  </a:cubicBezTo>
                  <a:cubicBezTo>
                    <a:pt x="237" y="8"/>
                    <a:pt x="238" y="6"/>
                    <a:pt x="238" y="5"/>
                  </a:cubicBezTo>
                  <a:cubicBezTo>
                    <a:pt x="239" y="5"/>
                    <a:pt x="239" y="4"/>
                    <a:pt x="240" y="3"/>
                  </a:cubicBezTo>
                  <a:cubicBezTo>
                    <a:pt x="240" y="3"/>
                    <a:pt x="242" y="3"/>
                    <a:pt x="242" y="2"/>
                  </a:cubicBezTo>
                  <a:cubicBezTo>
                    <a:pt x="243" y="2"/>
                    <a:pt x="243" y="1"/>
                    <a:pt x="243" y="0"/>
                  </a:cubicBezTo>
                  <a:cubicBezTo>
                    <a:pt x="244" y="0"/>
                    <a:pt x="244" y="1"/>
                    <a:pt x="245" y="1"/>
                  </a:cubicBezTo>
                  <a:cubicBezTo>
                    <a:pt x="245" y="2"/>
                    <a:pt x="246" y="4"/>
                    <a:pt x="247" y="5"/>
                  </a:cubicBezTo>
                  <a:cubicBezTo>
                    <a:pt x="247" y="5"/>
                    <a:pt x="248" y="6"/>
                    <a:pt x="248" y="7"/>
                  </a:cubicBezTo>
                  <a:cubicBezTo>
                    <a:pt x="249" y="7"/>
                    <a:pt x="251" y="7"/>
                    <a:pt x="252" y="7"/>
                  </a:cubicBezTo>
                  <a:cubicBezTo>
                    <a:pt x="253" y="7"/>
                    <a:pt x="256" y="8"/>
                    <a:pt x="257" y="9"/>
                  </a:cubicBezTo>
                  <a:cubicBezTo>
                    <a:pt x="258" y="9"/>
                    <a:pt x="260" y="11"/>
                    <a:pt x="261" y="12"/>
                  </a:cubicBezTo>
                  <a:cubicBezTo>
                    <a:pt x="262" y="13"/>
                    <a:pt x="263" y="13"/>
                    <a:pt x="264" y="14"/>
                  </a:cubicBezTo>
                  <a:cubicBezTo>
                    <a:pt x="265" y="14"/>
                    <a:pt x="267" y="14"/>
                    <a:pt x="267" y="14"/>
                  </a:cubicBezTo>
                  <a:cubicBezTo>
                    <a:pt x="268" y="14"/>
                    <a:pt x="269" y="14"/>
                    <a:pt x="270" y="14"/>
                  </a:cubicBezTo>
                  <a:cubicBezTo>
                    <a:pt x="270" y="14"/>
                    <a:pt x="272" y="15"/>
                    <a:pt x="272" y="15"/>
                  </a:cubicBezTo>
                  <a:cubicBezTo>
                    <a:pt x="273" y="15"/>
                    <a:pt x="274" y="16"/>
                    <a:pt x="275" y="17"/>
                  </a:cubicBezTo>
                  <a:cubicBezTo>
                    <a:pt x="275" y="18"/>
                    <a:pt x="276" y="20"/>
                    <a:pt x="277" y="20"/>
                  </a:cubicBezTo>
                  <a:cubicBezTo>
                    <a:pt x="277" y="21"/>
                    <a:pt x="278" y="22"/>
                    <a:pt x="279" y="22"/>
                  </a:cubicBezTo>
                  <a:cubicBezTo>
                    <a:pt x="279" y="23"/>
                    <a:pt x="280" y="23"/>
                    <a:pt x="280" y="23"/>
                  </a:cubicBezTo>
                  <a:cubicBezTo>
                    <a:pt x="280" y="24"/>
                    <a:pt x="281" y="25"/>
                    <a:pt x="280" y="26"/>
                  </a:cubicBezTo>
                  <a:cubicBezTo>
                    <a:pt x="280" y="27"/>
                    <a:pt x="280" y="28"/>
                    <a:pt x="280" y="29"/>
                  </a:cubicBezTo>
                  <a:cubicBezTo>
                    <a:pt x="280" y="29"/>
                    <a:pt x="280" y="31"/>
                    <a:pt x="280" y="32"/>
                  </a:cubicBezTo>
                  <a:cubicBezTo>
                    <a:pt x="281" y="32"/>
                    <a:pt x="281" y="33"/>
                    <a:pt x="282" y="33"/>
                  </a:cubicBezTo>
                  <a:cubicBezTo>
                    <a:pt x="283" y="33"/>
                    <a:pt x="284" y="34"/>
                    <a:pt x="285" y="34"/>
                  </a:cubicBezTo>
                  <a:cubicBezTo>
                    <a:pt x="285" y="34"/>
                    <a:pt x="286" y="34"/>
                    <a:pt x="286" y="34"/>
                  </a:cubicBezTo>
                  <a:cubicBezTo>
                    <a:pt x="287" y="34"/>
                    <a:pt x="288" y="35"/>
                    <a:pt x="288" y="35"/>
                  </a:cubicBezTo>
                  <a:cubicBezTo>
                    <a:pt x="289" y="36"/>
                    <a:pt x="289" y="38"/>
                    <a:pt x="289" y="38"/>
                  </a:cubicBezTo>
                  <a:cubicBezTo>
                    <a:pt x="290" y="40"/>
                    <a:pt x="290" y="42"/>
                    <a:pt x="291" y="43"/>
                  </a:cubicBezTo>
                  <a:cubicBezTo>
                    <a:pt x="292" y="44"/>
                    <a:pt x="294" y="45"/>
                    <a:pt x="294" y="46"/>
                  </a:cubicBezTo>
                  <a:cubicBezTo>
                    <a:pt x="295" y="46"/>
                    <a:pt x="296" y="48"/>
                    <a:pt x="296" y="49"/>
                  </a:cubicBezTo>
                  <a:cubicBezTo>
                    <a:pt x="296" y="50"/>
                    <a:pt x="297" y="52"/>
                    <a:pt x="297" y="54"/>
                  </a:cubicBezTo>
                  <a:cubicBezTo>
                    <a:pt x="297" y="55"/>
                    <a:pt x="298" y="57"/>
                    <a:pt x="298" y="58"/>
                  </a:cubicBezTo>
                  <a:cubicBezTo>
                    <a:pt x="298" y="58"/>
                    <a:pt x="298" y="59"/>
                    <a:pt x="299" y="60"/>
                  </a:cubicBezTo>
                  <a:cubicBezTo>
                    <a:pt x="299" y="60"/>
                    <a:pt x="301" y="60"/>
                    <a:pt x="301" y="60"/>
                  </a:cubicBezTo>
                  <a:cubicBezTo>
                    <a:pt x="301" y="60"/>
                    <a:pt x="302" y="61"/>
                    <a:pt x="302" y="61"/>
                  </a:cubicBezTo>
                  <a:cubicBezTo>
                    <a:pt x="302" y="61"/>
                    <a:pt x="302" y="62"/>
                    <a:pt x="302" y="63"/>
                  </a:cubicBezTo>
                  <a:cubicBezTo>
                    <a:pt x="302" y="63"/>
                    <a:pt x="303" y="64"/>
                    <a:pt x="303" y="65"/>
                  </a:cubicBezTo>
                  <a:cubicBezTo>
                    <a:pt x="303" y="66"/>
                    <a:pt x="304" y="68"/>
                    <a:pt x="304" y="68"/>
                  </a:cubicBezTo>
                  <a:cubicBezTo>
                    <a:pt x="305" y="69"/>
                    <a:pt x="306" y="70"/>
                    <a:pt x="307" y="70"/>
                  </a:cubicBezTo>
                  <a:cubicBezTo>
                    <a:pt x="308" y="71"/>
                    <a:pt x="309" y="72"/>
                    <a:pt x="310" y="72"/>
                  </a:cubicBezTo>
                  <a:cubicBezTo>
                    <a:pt x="311" y="73"/>
                    <a:pt x="314" y="74"/>
                    <a:pt x="315" y="74"/>
                  </a:cubicBezTo>
                  <a:cubicBezTo>
                    <a:pt x="316" y="75"/>
                    <a:pt x="318" y="76"/>
                    <a:pt x="319" y="76"/>
                  </a:cubicBezTo>
                  <a:cubicBezTo>
                    <a:pt x="319" y="77"/>
                    <a:pt x="319" y="78"/>
                    <a:pt x="319" y="78"/>
                  </a:cubicBezTo>
                  <a:cubicBezTo>
                    <a:pt x="319" y="79"/>
                    <a:pt x="319" y="81"/>
                    <a:pt x="319" y="82"/>
                  </a:cubicBezTo>
                  <a:cubicBezTo>
                    <a:pt x="319" y="83"/>
                    <a:pt x="320" y="84"/>
                    <a:pt x="320" y="85"/>
                  </a:cubicBezTo>
                  <a:cubicBezTo>
                    <a:pt x="321" y="86"/>
                    <a:pt x="322" y="87"/>
                    <a:pt x="323" y="88"/>
                  </a:cubicBezTo>
                  <a:cubicBezTo>
                    <a:pt x="324" y="88"/>
                    <a:pt x="326" y="89"/>
                    <a:pt x="326" y="89"/>
                  </a:cubicBezTo>
                  <a:cubicBezTo>
                    <a:pt x="327" y="89"/>
                    <a:pt x="327" y="89"/>
                    <a:pt x="327" y="89"/>
                  </a:cubicBezTo>
                  <a:cubicBezTo>
                    <a:pt x="327" y="90"/>
                    <a:pt x="327" y="91"/>
                    <a:pt x="327" y="92"/>
                  </a:cubicBezTo>
                  <a:cubicBezTo>
                    <a:pt x="326" y="92"/>
                    <a:pt x="325" y="93"/>
                    <a:pt x="325" y="93"/>
                  </a:cubicBezTo>
                  <a:cubicBezTo>
                    <a:pt x="324" y="93"/>
                    <a:pt x="323" y="94"/>
                    <a:pt x="323" y="95"/>
                  </a:cubicBezTo>
                  <a:cubicBezTo>
                    <a:pt x="322" y="95"/>
                    <a:pt x="321" y="95"/>
                    <a:pt x="320" y="95"/>
                  </a:cubicBezTo>
                  <a:cubicBezTo>
                    <a:pt x="319" y="96"/>
                    <a:pt x="316" y="95"/>
                    <a:pt x="315" y="95"/>
                  </a:cubicBezTo>
                  <a:cubicBezTo>
                    <a:pt x="314" y="95"/>
                    <a:pt x="313" y="94"/>
                    <a:pt x="312" y="93"/>
                  </a:cubicBezTo>
                  <a:cubicBezTo>
                    <a:pt x="311" y="93"/>
                    <a:pt x="310" y="93"/>
                    <a:pt x="309" y="92"/>
                  </a:cubicBezTo>
                  <a:cubicBezTo>
                    <a:pt x="309" y="92"/>
                    <a:pt x="308" y="92"/>
                    <a:pt x="307" y="92"/>
                  </a:cubicBezTo>
                  <a:cubicBezTo>
                    <a:pt x="307" y="92"/>
                    <a:pt x="305" y="92"/>
                    <a:pt x="305" y="91"/>
                  </a:cubicBezTo>
                  <a:cubicBezTo>
                    <a:pt x="305" y="91"/>
                    <a:pt x="305" y="90"/>
                    <a:pt x="305" y="89"/>
                  </a:cubicBezTo>
                  <a:cubicBezTo>
                    <a:pt x="305" y="88"/>
                    <a:pt x="304" y="88"/>
                    <a:pt x="303" y="88"/>
                  </a:cubicBezTo>
                  <a:cubicBezTo>
                    <a:pt x="303" y="88"/>
                    <a:pt x="302" y="88"/>
                    <a:pt x="302" y="88"/>
                  </a:cubicBezTo>
                  <a:cubicBezTo>
                    <a:pt x="301" y="88"/>
                    <a:pt x="300" y="88"/>
                    <a:pt x="300" y="89"/>
                  </a:cubicBezTo>
                  <a:cubicBezTo>
                    <a:pt x="299" y="89"/>
                    <a:pt x="299" y="90"/>
                    <a:pt x="299" y="90"/>
                  </a:cubicBezTo>
                  <a:cubicBezTo>
                    <a:pt x="298" y="91"/>
                    <a:pt x="299" y="93"/>
                    <a:pt x="299" y="94"/>
                  </a:cubicBezTo>
                  <a:cubicBezTo>
                    <a:pt x="299" y="94"/>
                    <a:pt x="299" y="95"/>
                    <a:pt x="298" y="96"/>
                  </a:cubicBezTo>
                  <a:cubicBezTo>
                    <a:pt x="298" y="96"/>
                    <a:pt x="297" y="96"/>
                    <a:pt x="297" y="96"/>
                  </a:cubicBezTo>
                  <a:cubicBezTo>
                    <a:pt x="296" y="97"/>
                    <a:pt x="295" y="97"/>
                    <a:pt x="295" y="98"/>
                  </a:cubicBezTo>
                  <a:cubicBezTo>
                    <a:pt x="295" y="98"/>
                    <a:pt x="296" y="99"/>
                    <a:pt x="296" y="99"/>
                  </a:cubicBezTo>
                  <a:cubicBezTo>
                    <a:pt x="296" y="100"/>
                    <a:pt x="296" y="102"/>
                    <a:pt x="295" y="103"/>
                  </a:cubicBezTo>
                  <a:cubicBezTo>
                    <a:pt x="295" y="104"/>
                    <a:pt x="293" y="105"/>
                    <a:pt x="292" y="106"/>
                  </a:cubicBezTo>
                  <a:cubicBezTo>
                    <a:pt x="291" y="107"/>
                    <a:pt x="288" y="108"/>
                    <a:pt x="287" y="109"/>
                  </a:cubicBezTo>
                  <a:cubicBezTo>
                    <a:pt x="285" y="109"/>
                    <a:pt x="282" y="110"/>
                    <a:pt x="281" y="110"/>
                  </a:cubicBezTo>
                  <a:cubicBezTo>
                    <a:pt x="280" y="110"/>
                    <a:pt x="278" y="109"/>
                    <a:pt x="278" y="110"/>
                  </a:cubicBezTo>
                  <a:cubicBezTo>
                    <a:pt x="277" y="110"/>
                    <a:pt x="276" y="110"/>
                    <a:pt x="276" y="111"/>
                  </a:cubicBezTo>
                  <a:cubicBezTo>
                    <a:pt x="275" y="111"/>
                    <a:pt x="275" y="112"/>
                    <a:pt x="275" y="112"/>
                  </a:cubicBezTo>
                  <a:cubicBezTo>
                    <a:pt x="274" y="113"/>
                    <a:pt x="273" y="113"/>
                    <a:pt x="272" y="113"/>
                  </a:cubicBezTo>
                  <a:cubicBezTo>
                    <a:pt x="272" y="114"/>
                    <a:pt x="271" y="114"/>
                    <a:pt x="271" y="114"/>
                  </a:cubicBezTo>
                  <a:cubicBezTo>
                    <a:pt x="270" y="114"/>
                    <a:pt x="270" y="115"/>
                    <a:pt x="269" y="115"/>
                  </a:cubicBezTo>
                  <a:cubicBezTo>
                    <a:pt x="269" y="115"/>
                    <a:pt x="269" y="116"/>
                    <a:pt x="270" y="116"/>
                  </a:cubicBezTo>
                  <a:cubicBezTo>
                    <a:pt x="270" y="117"/>
                    <a:pt x="270" y="117"/>
                    <a:pt x="270" y="117"/>
                  </a:cubicBezTo>
                  <a:cubicBezTo>
                    <a:pt x="270" y="118"/>
                    <a:pt x="270" y="118"/>
                    <a:pt x="270" y="119"/>
                  </a:cubicBezTo>
                  <a:cubicBezTo>
                    <a:pt x="270" y="119"/>
                    <a:pt x="270" y="120"/>
                    <a:pt x="269" y="120"/>
                  </a:cubicBezTo>
                  <a:cubicBezTo>
                    <a:pt x="269" y="121"/>
                    <a:pt x="267" y="120"/>
                    <a:pt x="267" y="120"/>
                  </a:cubicBezTo>
                  <a:cubicBezTo>
                    <a:pt x="266" y="121"/>
                    <a:pt x="265" y="122"/>
                    <a:pt x="265" y="122"/>
                  </a:cubicBezTo>
                  <a:cubicBezTo>
                    <a:pt x="265" y="123"/>
                    <a:pt x="267" y="124"/>
                    <a:pt x="267" y="125"/>
                  </a:cubicBezTo>
                  <a:cubicBezTo>
                    <a:pt x="267" y="126"/>
                    <a:pt x="267" y="128"/>
                    <a:pt x="266" y="128"/>
                  </a:cubicBezTo>
                  <a:cubicBezTo>
                    <a:pt x="266" y="129"/>
                    <a:pt x="264" y="129"/>
                    <a:pt x="264" y="129"/>
                  </a:cubicBezTo>
                  <a:cubicBezTo>
                    <a:pt x="262" y="129"/>
                    <a:pt x="260" y="130"/>
                    <a:pt x="259" y="129"/>
                  </a:cubicBezTo>
                  <a:cubicBezTo>
                    <a:pt x="258" y="129"/>
                    <a:pt x="258" y="128"/>
                    <a:pt x="258" y="127"/>
                  </a:cubicBezTo>
                  <a:cubicBezTo>
                    <a:pt x="258" y="127"/>
                    <a:pt x="258" y="125"/>
                    <a:pt x="258" y="125"/>
                  </a:cubicBezTo>
                  <a:cubicBezTo>
                    <a:pt x="257" y="125"/>
                    <a:pt x="256" y="125"/>
                    <a:pt x="256" y="125"/>
                  </a:cubicBezTo>
                  <a:cubicBezTo>
                    <a:pt x="255" y="125"/>
                    <a:pt x="253" y="125"/>
                    <a:pt x="252" y="126"/>
                  </a:cubicBezTo>
                  <a:cubicBezTo>
                    <a:pt x="252" y="126"/>
                    <a:pt x="251" y="127"/>
                    <a:pt x="251" y="127"/>
                  </a:cubicBezTo>
                  <a:cubicBezTo>
                    <a:pt x="251" y="128"/>
                    <a:pt x="250" y="128"/>
                    <a:pt x="249" y="128"/>
                  </a:cubicBezTo>
                  <a:cubicBezTo>
                    <a:pt x="248" y="129"/>
                    <a:pt x="247" y="129"/>
                    <a:pt x="247" y="128"/>
                  </a:cubicBezTo>
                  <a:cubicBezTo>
                    <a:pt x="246" y="128"/>
                    <a:pt x="246" y="127"/>
                    <a:pt x="246" y="127"/>
                  </a:cubicBezTo>
                  <a:cubicBezTo>
                    <a:pt x="246" y="126"/>
                    <a:pt x="244" y="126"/>
                    <a:pt x="244" y="126"/>
                  </a:cubicBezTo>
                  <a:cubicBezTo>
                    <a:pt x="243" y="126"/>
                    <a:pt x="242" y="127"/>
                    <a:pt x="241" y="127"/>
                  </a:cubicBezTo>
                  <a:cubicBezTo>
                    <a:pt x="241" y="127"/>
                    <a:pt x="240" y="128"/>
                    <a:pt x="239" y="128"/>
                  </a:cubicBezTo>
                  <a:cubicBezTo>
                    <a:pt x="239" y="129"/>
                    <a:pt x="239" y="130"/>
                    <a:pt x="238" y="131"/>
                  </a:cubicBezTo>
                  <a:cubicBezTo>
                    <a:pt x="238" y="132"/>
                    <a:pt x="237" y="133"/>
                    <a:pt x="236" y="133"/>
                  </a:cubicBezTo>
                  <a:cubicBezTo>
                    <a:pt x="236" y="133"/>
                    <a:pt x="233" y="133"/>
                    <a:pt x="232" y="134"/>
                  </a:cubicBezTo>
                  <a:cubicBezTo>
                    <a:pt x="231" y="134"/>
                    <a:pt x="229" y="135"/>
                    <a:pt x="228" y="136"/>
                  </a:cubicBezTo>
                  <a:cubicBezTo>
                    <a:pt x="227" y="136"/>
                    <a:pt x="225" y="137"/>
                    <a:pt x="224" y="137"/>
                  </a:cubicBezTo>
                  <a:cubicBezTo>
                    <a:pt x="224" y="137"/>
                    <a:pt x="223" y="136"/>
                    <a:pt x="223" y="136"/>
                  </a:cubicBezTo>
                  <a:cubicBezTo>
                    <a:pt x="222" y="136"/>
                    <a:pt x="222" y="134"/>
                    <a:pt x="223" y="134"/>
                  </a:cubicBezTo>
                  <a:cubicBezTo>
                    <a:pt x="223" y="133"/>
                    <a:pt x="224" y="132"/>
                    <a:pt x="224" y="132"/>
                  </a:cubicBezTo>
                  <a:cubicBezTo>
                    <a:pt x="224" y="130"/>
                    <a:pt x="224" y="128"/>
                    <a:pt x="223" y="127"/>
                  </a:cubicBezTo>
                  <a:cubicBezTo>
                    <a:pt x="223" y="126"/>
                    <a:pt x="223" y="125"/>
                    <a:pt x="223" y="124"/>
                  </a:cubicBezTo>
                  <a:cubicBezTo>
                    <a:pt x="222" y="123"/>
                    <a:pt x="221" y="122"/>
                    <a:pt x="220" y="121"/>
                  </a:cubicBezTo>
                  <a:cubicBezTo>
                    <a:pt x="219" y="121"/>
                    <a:pt x="217" y="120"/>
                    <a:pt x="216" y="120"/>
                  </a:cubicBezTo>
                  <a:cubicBezTo>
                    <a:pt x="215" y="120"/>
                    <a:pt x="212" y="120"/>
                    <a:pt x="211" y="120"/>
                  </a:cubicBezTo>
                  <a:cubicBezTo>
                    <a:pt x="210" y="120"/>
                    <a:pt x="209" y="120"/>
                    <a:pt x="208" y="121"/>
                  </a:cubicBezTo>
                  <a:cubicBezTo>
                    <a:pt x="208" y="121"/>
                    <a:pt x="207" y="123"/>
                    <a:pt x="207" y="124"/>
                  </a:cubicBezTo>
                  <a:cubicBezTo>
                    <a:pt x="206" y="124"/>
                    <a:pt x="205" y="125"/>
                    <a:pt x="204" y="125"/>
                  </a:cubicBezTo>
                  <a:cubicBezTo>
                    <a:pt x="204" y="126"/>
                    <a:pt x="203" y="128"/>
                    <a:pt x="203" y="129"/>
                  </a:cubicBezTo>
                  <a:cubicBezTo>
                    <a:pt x="203" y="130"/>
                    <a:pt x="203" y="132"/>
                    <a:pt x="203" y="133"/>
                  </a:cubicBezTo>
                  <a:cubicBezTo>
                    <a:pt x="203" y="133"/>
                    <a:pt x="203" y="135"/>
                    <a:pt x="203" y="135"/>
                  </a:cubicBezTo>
                  <a:cubicBezTo>
                    <a:pt x="203" y="135"/>
                    <a:pt x="202" y="136"/>
                    <a:pt x="201" y="136"/>
                  </a:cubicBezTo>
                  <a:cubicBezTo>
                    <a:pt x="200" y="135"/>
                    <a:pt x="199" y="135"/>
                    <a:pt x="198" y="134"/>
                  </a:cubicBezTo>
                  <a:cubicBezTo>
                    <a:pt x="198" y="133"/>
                    <a:pt x="197" y="132"/>
                    <a:pt x="197" y="132"/>
                  </a:cubicBezTo>
                  <a:cubicBezTo>
                    <a:pt x="197" y="131"/>
                    <a:pt x="196" y="131"/>
                    <a:pt x="196" y="130"/>
                  </a:cubicBezTo>
                  <a:cubicBezTo>
                    <a:pt x="195" y="130"/>
                    <a:pt x="195" y="130"/>
                    <a:pt x="194" y="130"/>
                  </a:cubicBezTo>
                  <a:cubicBezTo>
                    <a:pt x="194" y="131"/>
                    <a:pt x="194" y="132"/>
                    <a:pt x="194" y="133"/>
                  </a:cubicBezTo>
                  <a:cubicBezTo>
                    <a:pt x="194" y="133"/>
                    <a:pt x="195" y="134"/>
                    <a:pt x="195" y="135"/>
                  </a:cubicBezTo>
                  <a:cubicBezTo>
                    <a:pt x="195" y="135"/>
                    <a:pt x="195" y="136"/>
                    <a:pt x="194" y="136"/>
                  </a:cubicBezTo>
                  <a:cubicBezTo>
                    <a:pt x="194" y="136"/>
                    <a:pt x="193" y="136"/>
                    <a:pt x="192" y="136"/>
                  </a:cubicBezTo>
                  <a:cubicBezTo>
                    <a:pt x="192" y="136"/>
                    <a:pt x="191" y="136"/>
                    <a:pt x="191" y="137"/>
                  </a:cubicBezTo>
                  <a:cubicBezTo>
                    <a:pt x="191" y="138"/>
                    <a:pt x="191" y="140"/>
                    <a:pt x="191" y="142"/>
                  </a:cubicBezTo>
                  <a:cubicBezTo>
                    <a:pt x="191" y="142"/>
                    <a:pt x="191" y="144"/>
                    <a:pt x="192" y="145"/>
                  </a:cubicBezTo>
                  <a:cubicBezTo>
                    <a:pt x="192" y="146"/>
                    <a:pt x="193" y="148"/>
                    <a:pt x="194" y="149"/>
                  </a:cubicBezTo>
                  <a:cubicBezTo>
                    <a:pt x="195" y="150"/>
                    <a:pt x="195" y="151"/>
                    <a:pt x="196" y="151"/>
                  </a:cubicBezTo>
                  <a:cubicBezTo>
                    <a:pt x="196" y="152"/>
                    <a:pt x="197" y="155"/>
                    <a:pt x="197" y="156"/>
                  </a:cubicBezTo>
                  <a:cubicBezTo>
                    <a:pt x="198" y="157"/>
                    <a:pt x="201" y="159"/>
                    <a:pt x="202" y="159"/>
                  </a:cubicBezTo>
                  <a:cubicBezTo>
                    <a:pt x="203" y="160"/>
                    <a:pt x="205" y="161"/>
                    <a:pt x="206" y="161"/>
                  </a:cubicBezTo>
                  <a:cubicBezTo>
                    <a:pt x="207" y="162"/>
                    <a:pt x="209" y="161"/>
                    <a:pt x="210" y="161"/>
                  </a:cubicBezTo>
                  <a:cubicBezTo>
                    <a:pt x="210" y="161"/>
                    <a:pt x="211" y="162"/>
                    <a:pt x="211" y="162"/>
                  </a:cubicBezTo>
                  <a:cubicBezTo>
                    <a:pt x="212" y="163"/>
                    <a:pt x="213" y="163"/>
                    <a:pt x="214" y="162"/>
                  </a:cubicBezTo>
                  <a:cubicBezTo>
                    <a:pt x="214" y="162"/>
                    <a:pt x="215" y="160"/>
                    <a:pt x="215" y="160"/>
                  </a:cubicBezTo>
                  <a:cubicBezTo>
                    <a:pt x="216" y="159"/>
                    <a:pt x="217" y="159"/>
                    <a:pt x="218" y="159"/>
                  </a:cubicBezTo>
                  <a:cubicBezTo>
                    <a:pt x="219" y="159"/>
                    <a:pt x="220" y="159"/>
                    <a:pt x="221" y="159"/>
                  </a:cubicBezTo>
                  <a:cubicBezTo>
                    <a:pt x="221" y="160"/>
                    <a:pt x="221" y="161"/>
                    <a:pt x="222" y="162"/>
                  </a:cubicBezTo>
                  <a:cubicBezTo>
                    <a:pt x="223" y="162"/>
                    <a:pt x="224" y="161"/>
                    <a:pt x="225" y="161"/>
                  </a:cubicBezTo>
                  <a:cubicBezTo>
                    <a:pt x="226" y="160"/>
                    <a:pt x="227" y="159"/>
                    <a:pt x="228" y="159"/>
                  </a:cubicBezTo>
                  <a:cubicBezTo>
                    <a:pt x="228" y="159"/>
                    <a:pt x="229" y="159"/>
                    <a:pt x="229" y="158"/>
                  </a:cubicBezTo>
                  <a:cubicBezTo>
                    <a:pt x="230" y="159"/>
                    <a:pt x="231" y="159"/>
                    <a:pt x="231" y="160"/>
                  </a:cubicBezTo>
                  <a:cubicBezTo>
                    <a:pt x="232" y="161"/>
                    <a:pt x="231" y="163"/>
                    <a:pt x="231" y="164"/>
                  </a:cubicBezTo>
                  <a:cubicBezTo>
                    <a:pt x="231" y="165"/>
                    <a:pt x="231" y="167"/>
                    <a:pt x="231" y="167"/>
                  </a:cubicBezTo>
                  <a:cubicBezTo>
                    <a:pt x="231" y="168"/>
                    <a:pt x="231" y="170"/>
                    <a:pt x="231" y="171"/>
                  </a:cubicBezTo>
                  <a:cubicBezTo>
                    <a:pt x="231" y="171"/>
                    <a:pt x="232" y="172"/>
                    <a:pt x="233" y="173"/>
                  </a:cubicBezTo>
                  <a:cubicBezTo>
                    <a:pt x="233" y="174"/>
                    <a:pt x="233" y="175"/>
                    <a:pt x="233" y="175"/>
                  </a:cubicBezTo>
                  <a:cubicBezTo>
                    <a:pt x="233" y="176"/>
                    <a:pt x="233" y="177"/>
                    <a:pt x="233" y="178"/>
                  </a:cubicBezTo>
                  <a:cubicBezTo>
                    <a:pt x="233" y="179"/>
                    <a:pt x="233" y="180"/>
                    <a:pt x="233" y="181"/>
                  </a:cubicBezTo>
                  <a:cubicBezTo>
                    <a:pt x="233" y="182"/>
                    <a:pt x="233" y="184"/>
                    <a:pt x="233" y="185"/>
                  </a:cubicBezTo>
                  <a:cubicBezTo>
                    <a:pt x="233" y="185"/>
                    <a:pt x="232" y="186"/>
                    <a:pt x="232" y="187"/>
                  </a:cubicBezTo>
                  <a:cubicBezTo>
                    <a:pt x="232" y="187"/>
                    <a:pt x="231" y="188"/>
                    <a:pt x="230" y="188"/>
                  </a:cubicBezTo>
                  <a:cubicBezTo>
                    <a:pt x="230" y="188"/>
                    <a:pt x="229" y="189"/>
                    <a:pt x="229" y="189"/>
                  </a:cubicBezTo>
                  <a:cubicBezTo>
                    <a:pt x="228" y="190"/>
                    <a:pt x="229" y="190"/>
                    <a:pt x="229" y="191"/>
                  </a:cubicBezTo>
                  <a:cubicBezTo>
                    <a:pt x="229" y="191"/>
                    <a:pt x="229" y="192"/>
                    <a:pt x="229" y="193"/>
                  </a:cubicBezTo>
                  <a:cubicBezTo>
                    <a:pt x="230" y="193"/>
                    <a:pt x="231" y="194"/>
                    <a:pt x="231" y="194"/>
                  </a:cubicBezTo>
                  <a:cubicBezTo>
                    <a:pt x="231" y="195"/>
                    <a:pt x="232" y="195"/>
                    <a:pt x="233" y="196"/>
                  </a:cubicBezTo>
                  <a:cubicBezTo>
                    <a:pt x="233" y="196"/>
                    <a:pt x="234" y="197"/>
                    <a:pt x="234" y="197"/>
                  </a:cubicBezTo>
                  <a:cubicBezTo>
                    <a:pt x="234" y="197"/>
                    <a:pt x="233" y="198"/>
                    <a:pt x="233" y="198"/>
                  </a:cubicBezTo>
                  <a:cubicBezTo>
                    <a:pt x="233" y="199"/>
                    <a:pt x="231" y="199"/>
                    <a:pt x="230" y="199"/>
                  </a:cubicBezTo>
                  <a:cubicBezTo>
                    <a:pt x="230" y="200"/>
                    <a:pt x="230" y="201"/>
                    <a:pt x="229" y="201"/>
                  </a:cubicBezTo>
                  <a:cubicBezTo>
                    <a:pt x="229" y="202"/>
                    <a:pt x="228" y="202"/>
                    <a:pt x="227" y="203"/>
                  </a:cubicBezTo>
                  <a:cubicBezTo>
                    <a:pt x="226" y="203"/>
                    <a:pt x="224" y="204"/>
                    <a:pt x="223" y="204"/>
                  </a:cubicBezTo>
                  <a:cubicBezTo>
                    <a:pt x="222" y="204"/>
                    <a:pt x="220" y="204"/>
                    <a:pt x="219" y="204"/>
                  </a:cubicBezTo>
                  <a:cubicBezTo>
                    <a:pt x="218" y="204"/>
                    <a:pt x="216" y="203"/>
                    <a:pt x="215" y="203"/>
                  </a:cubicBezTo>
                  <a:cubicBezTo>
                    <a:pt x="215" y="204"/>
                    <a:pt x="215" y="205"/>
                    <a:pt x="215" y="205"/>
                  </a:cubicBezTo>
                  <a:cubicBezTo>
                    <a:pt x="214" y="206"/>
                    <a:pt x="213" y="207"/>
                    <a:pt x="213" y="207"/>
                  </a:cubicBezTo>
                  <a:cubicBezTo>
                    <a:pt x="213" y="208"/>
                    <a:pt x="212" y="208"/>
                    <a:pt x="212" y="208"/>
                  </a:cubicBezTo>
                  <a:cubicBezTo>
                    <a:pt x="212" y="209"/>
                    <a:pt x="211" y="209"/>
                    <a:pt x="211" y="210"/>
                  </a:cubicBezTo>
                  <a:cubicBezTo>
                    <a:pt x="211" y="210"/>
                    <a:pt x="212" y="210"/>
                    <a:pt x="212" y="210"/>
                  </a:cubicBezTo>
                  <a:cubicBezTo>
                    <a:pt x="213" y="211"/>
                    <a:pt x="214" y="211"/>
                    <a:pt x="214" y="211"/>
                  </a:cubicBezTo>
                  <a:cubicBezTo>
                    <a:pt x="215" y="211"/>
                    <a:pt x="216" y="212"/>
                    <a:pt x="216" y="212"/>
                  </a:cubicBezTo>
                  <a:cubicBezTo>
                    <a:pt x="216" y="212"/>
                    <a:pt x="216" y="213"/>
                    <a:pt x="216" y="213"/>
                  </a:cubicBezTo>
                  <a:cubicBezTo>
                    <a:pt x="215" y="213"/>
                    <a:pt x="214" y="214"/>
                    <a:pt x="214" y="214"/>
                  </a:cubicBezTo>
                  <a:cubicBezTo>
                    <a:pt x="213" y="214"/>
                    <a:pt x="212" y="214"/>
                    <a:pt x="212" y="214"/>
                  </a:cubicBezTo>
                  <a:cubicBezTo>
                    <a:pt x="211" y="214"/>
                    <a:pt x="209" y="215"/>
                    <a:pt x="209" y="215"/>
                  </a:cubicBezTo>
                  <a:cubicBezTo>
                    <a:pt x="208" y="215"/>
                    <a:pt x="207" y="216"/>
                    <a:pt x="207" y="216"/>
                  </a:cubicBezTo>
                  <a:cubicBezTo>
                    <a:pt x="207" y="217"/>
                    <a:pt x="207" y="217"/>
                    <a:pt x="207" y="218"/>
                  </a:cubicBezTo>
                  <a:cubicBezTo>
                    <a:pt x="207" y="218"/>
                    <a:pt x="206" y="219"/>
                    <a:pt x="206" y="219"/>
                  </a:cubicBezTo>
                  <a:cubicBezTo>
                    <a:pt x="205" y="219"/>
                    <a:pt x="205" y="219"/>
                    <a:pt x="204" y="219"/>
                  </a:cubicBezTo>
                  <a:cubicBezTo>
                    <a:pt x="204" y="219"/>
                    <a:pt x="204" y="218"/>
                    <a:pt x="203" y="218"/>
                  </a:cubicBezTo>
                  <a:cubicBezTo>
                    <a:pt x="203" y="217"/>
                    <a:pt x="202" y="217"/>
                    <a:pt x="201" y="217"/>
                  </a:cubicBezTo>
                  <a:cubicBezTo>
                    <a:pt x="201" y="217"/>
                    <a:pt x="200" y="218"/>
                    <a:pt x="200" y="218"/>
                  </a:cubicBezTo>
                  <a:cubicBezTo>
                    <a:pt x="199" y="218"/>
                    <a:pt x="198" y="218"/>
                    <a:pt x="198" y="218"/>
                  </a:cubicBezTo>
                  <a:cubicBezTo>
                    <a:pt x="197" y="218"/>
                    <a:pt x="197" y="217"/>
                    <a:pt x="197" y="217"/>
                  </a:cubicBezTo>
                  <a:cubicBezTo>
                    <a:pt x="196" y="217"/>
                    <a:pt x="196" y="216"/>
                    <a:pt x="195" y="216"/>
                  </a:cubicBezTo>
                  <a:cubicBezTo>
                    <a:pt x="195" y="216"/>
                    <a:pt x="194" y="217"/>
                    <a:pt x="194" y="217"/>
                  </a:cubicBezTo>
                  <a:cubicBezTo>
                    <a:pt x="194" y="217"/>
                    <a:pt x="194" y="218"/>
                    <a:pt x="194" y="218"/>
                  </a:cubicBezTo>
                  <a:cubicBezTo>
                    <a:pt x="194" y="219"/>
                    <a:pt x="193" y="219"/>
                    <a:pt x="192" y="219"/>
                  </a:cubicBezTo>
                  <a:cubicBezTo>
                    <a:pt x="192" y="219"/>
                    <a:pt x="191" y="219"/>
                    <a:pt x="191" y="219"/>
                  </a:cubicBezTo>
                  <a:cubicBezTo>
                    <a:pt x="191" y="218"/>
                    <a:pt x="190" y="217"/>
                    <a:pt x="190" y="216"/>
                  </a:cubicBezTo>
                  <a:cubicBezTo>
                    <a:pt x="189" y="215"/>
                    <a:pt x="189" y="213"/>
                    <a:pt x="189" y="212"/>
                  </a:cubicBezTo>
                  <a:cubicBezTo>
                    <a:pt x="189" y="211"/>
                    <a:pt x="189" y="209"/>
                    <a:pt x="189" y="208"/>
                  </a:cubicBezTo>
                  <a:cubicBezTo>
                    <a:pt x="189" y="207"/>
                    <a:pt x="189" y="206"/>
                    <a:pt x="190" y="205"/>
                  </a:cubicBezTo>
                  <a:cubicBezTo>
                    <a:pt x="190" y="205"/>
                    <a:pt x="192" y="204"/>
                    <a:pt x="193" y="204"/>
                  </a:cubicBezTo>
                  <a:cubicBezTo>
                    <a:pt x="193" y="203"/>
                    <a:pt x="194" y="201"/>
                    <a:pt x="194" y="201"/>
                  </a:cubicBezTo>
                  <a:cubicBezTo>
                    <a:pt x="193" y="200"/>
                    <a:pt x="193" y="200"/>
                    <a:pt x="192" y="200"/>
                  </a:cubicBezTo>
                  <a:cubicBezTo>
                    <a:pt x="192" y="200"/>
                    <a:pt x="191" y="200"/>
                    <a:pt x="191" y="200"/>
                  </a:cubicBezTo>
                  <a:cubicBezTo>
                    <a:pt x="191" y="201"/>
                    <a:pt x="190" y="201"/>
                    <a:pt x="189" y="201"/>
                  </a:cubicBezTo>
                  <a:cubicBezTo>
                    <a:pt x="189" y="201"/>
                    <a:pt x="188" y="201"/>
                    <a:pt x="187" y="201"/>
                  </a:cubicBezTo>
                  <a:cubicBezTo>
                    <a:pt x="186" y="201"/>
                    <a:pt x="185" y="199"/>
                    <a:pt x="184" y="199"/>
                  </a:cubicBezTo>
                  <a:cubicBezTo>
                    <a:pt x="184" y="198"/>
                    <a:pt x="183" y="196"/>
                    <a:pt x="182" y="196"/>
                  </a:cubicBezTo>
                  <a:cubicBezTo>
                    <a:pt x="181" y="195"/>
                    <a:pt x="180" y="195"/>
                    <a:pt x="179" y="194"/>
                  </a:cubicBezTo>
                  <a:cubicBezTo>
                    <a:pt x="179" y="194"/>
                    <a:pt x="178" y="193"/>
                    <a:pt x="177" y="192"/>
                  </a:cubicBezTo>
                  <a:cubicBezTo>
                    <a:pt x="177" y="191"/>
                    <a:pt x="177" y="190"/>
                    <a:pt x="177" y="189"/>
                  </a:cubicBezTo>
                  <a:cubicBezTo>
                    <a:pt x="178" y="189"/>
                    <a:pt x="178" y="188"/>
                    <a:pt x="178" y="187"/>
                  </a:cubicBezTo>
                  <a:cubicBezTo>
                    <a:pt x="179" y="186"/>
                    <a:pt x="178" y="185"/>
                    <a:pt x="178" y="184"/>
                  </a:cubicBezTo>
                  <a:cubicBezTo>
                    <a:pt x="178" y="183"/>
                    <a:pt x="178" y="181"/>
                    <a:pt x="178" y="179"/>
                  </a:cubicBezTo>
                  <a:cubicBezTo>
                    <a:pt x="178" y="179"/>
                    <a:pt x="178" y="177"/>
                    <a:pt x="178" y="177"/>
                  </a:cubicBezTo>
                  <a:cubicBezTo>
                    <a:pt x="179" y="176"/>
                    <a:pt x="180" y="176"/>
                    <a:pt x="180" y="175"/>
                  </a:cubicBezTo>
                  <a:cubicBezTo>
                    <a:pt x="180" y="175"/>
                    <a:pt x="180" y="174"/>
                    <a:pt x="180" y="174"/>
                  </a:cubicBezTo>
                  <a:cubicBezTo>
                    <a:pt x="180" y="173"/>
                    <a:pt x="179" y="173"/>
                    <a:pt x="179" y="172"/>
                  </a:cubicBezTo>
                  <a:cubicBezTo>
                    <a:pt x="178" y="172"/>
                    <a:pt x="176" y="172"/>
                    <a:pt x="176" y="171"/>
                  </a:cubicBezTo>
                  <a:cubicBezTo>
                    <a:pt x="175" y="171"/>
                    <a:pt x="175" y="170"/>
                    <a:pt x="175" y="170"/>
                  </a:cubicBezTo>
                  <a:cubicBezTo>
                    <a:pt x="175" y="169"/>
                    <a:pt x="173" y="169"/>
                    <a:pt x="173" y="169"/>
                  </a:cubicBezTo>
                  <a:cubicBezTo>
                    <a:pt x="173" y="168"/>
                    <a:pt x="172" y="168"/>
                    <a:pt x="172" y="168"/>
                  </a:cubicBezTo>
                  <a:cubicBezTo>
                    <a:pt x="172" y="167"/>
                    <a:pt x="172" y="167"/>
                    <a:pt x="173" y="166"/>
                  </a:cubicBezTo>
                  <a:cubicBezTo>
                    <a:pt x="173" y="166"/>
                    <a:pt x="175" y="165"/>
                    <a:pt x="175" y="165"/>
                  </a:cubicBezTo>
                  <a:cubicBezTo>
                    <a:pt x="176" y="164"/>
                    <a:pt x="177" y="164"/>
                    <a:pt x="178" y="163"/>
                  </a:cubicBezTo>
                  <a:cubicBezTo>
                    <a:pt x="178" y="163"/>
                    <a:pt x="178" y="161"/>
                    <a:pt x="178" y="161"/>
                  </a:cubicBezTo>
                  <a:cubicBezTo>
                    <a:pt x="178" y="160"/>
                    <a:pt x="177" y="158"/>
                    <a:pt x="177" y="158"/>
                  </a:cubicBezTo>
                  <a:cubicBezTo>
                    <a:pt x="177" y="157"/>
                    <a:pt x="177" y="156"/>
                    <a:pt x="177" y="155"/>
                  </a:cubicBezTo>
                  <a:cubicBezTo>
                    <a:pt x="178" y="155"/>
                    <a:pt x="179" y="154"/>
                    <a:pt x="179" y="154"/>
                  </a:cubicBezTo>
                  <a:cubicBezTo>
                    <a:pt x="180" y="154"/>
                    <a:pt x="180" y="153"/>
                    <a:pt x="180" y="152"/>
                  </a:cubicBezTo>
                  <a:cubicBezTo>
                    <a:pt x="180" y="152"/>
                    <a:pt x="180" y="150"/>
                    <a:pt x="180" y="149"/>
                  </a:cubicBezTo>
                  <a:cubicBezTo>
                    <a:pt x="180" y="149"/>
                    <a:pt x="180" y="148"/>
                    <a:pt x="180" y="147"/>
                  </a:cubicBezTo>
                  <a:cubicBezTo>
                    <a:pt x="180" y="147"/>
                    <a:pt x="179" y="146"/>
                    <a:pt x="179" y="146"/>
                  </a:cubicBezTo>
                  <a:cubicBezTo>
                    <a:pt x="178" y="146"/>
                    <a:pt x="177" y="147"/>
                    <a:pt x="177" y="147"/>
                  </a:cubicBezTo>
                  <a:cubicBezTo>
                    <a:pt x="176" y="147"/>
                    <a:pt x="174" y="147"/>
                    <a:pt x="173" y="146"/>
                  </a:cubicBezTo>
                  <a:cubicBezTo>
                    <a:pt x="173" y="146"/>
                    <a:pt x="173" y="145"/>
                    <a:pt x="172" y="144"/>
                  </a:cubicBezTo>
                  <a:cubicBezTo>
                    <a:pt x="172" y="144"/>
                    <a:pt x="172" y="144"/>
                    <a:pt x="171" y="143"/>
                  </a:cubicBezTo>
                  <a:cubicBezTo>
                    <a:pt x="170" y="143"/>
                    <a:pt x="169" y="144"/>
                    <a:pt x="168" y="144"/>
                  </a:cubicBezTo>
                  <a:cubicBezTo>
                    <a:pt x="168" y="145"/>
                    <a:pt x="167" y="146"/>
                    <a:pt x="167" y="146"/>
                  </a:cubicBezTo>
                  <a:cubicBezTo>
                    <a:pt x="167" y="147"/>
                    <a:pt x="166" y="148"/>
                    <a:pt x="165" y="148"/>
                  </a:cubicBezTo>
                  <a:cubicBezTo>
                    <a:pt x="164" y="148"/>
                    <a:pt x="162" y="148"/>
                    <a:pt x="162" y="149"/>
                  </a:cubicBezTo>
                  <a:cubicBezTo>
                    <a:pt x="162" y="149"/>
                    <a:pt x="162" y="151"/>
                    <a:pt x="162" y="152"/>
                  </a:cubicBezTo>
                  <a:cubicBezTo>
                    <a:pt x="162" y="152"/>
                    <a:pt x="163" y="153"/>
                    <a:pt x="163" y="153"/>
                  </a:cubicBezTo>
                  <a:cubicBezTo>
                    <a:pt x="163" y="154"/>
                    <a:pt x="162" y="155"/>
                    <a:pt x="162" y="155"/>
                  </a:cubicBezTo>
                  <a:cubicBezTo>
                    <a:pt x="161" y="155"/>
                    <a:pt x="160" y="154"/>
                    <a:pt x="159" y="154"/>
                  </a:cubicBezTo>
                  <a:cubicBezTo>
                    <a:pt x="158" y="154"/>
                    <a:pt x="158" y="155"/>
                    <a:pt x="157" y="155"/>
                  </a:cubicBezTo>
                  <a:cubicBezTo>
                    <a:pt x="156" y="155"/>
                    <a:pt x="155" y="155"/>
                    <a:pt x="154" y="155"/>
                  </a:cubicBezTo>
                  <a:cubicBezTo>
                    <a:pt x="154" y="155"/>
                    <a:pt x="153" y="155"/>
                    <a:pt x="152" y="155"/>
                  </a:cubicBezTo>
                  <a:cubicBezTo>
                    <a:pt x="151" y="154"/>
                    <a:pt x="150" y="155"/>
                    <a:pt x="149" y="154"/>
                  </a:cubicBezTo>
                  <a:cubicBezTo>
                    <a:pt x="148" y="154"/>
                    <a:pt x="148" y="153"/>
                    <a:pt x="148" y="152"/>
                  </a:cubicBezTo>
                  <a:cubicBezTo>
                    <a:pt x="147" y="152"/>
                    <a:pt x="147" y="151"/>
                    <a:pt x="147" y="151"/>
                  </a:cubicBezTo>
                  <a:cubicBezTo>
                    <a:pt x="146" y="151"/>
                    <a:pt x="145" y="151"/>
                    <a:pt x="144" y="151"/>
                  </a:cubicBezTo>
                  <a:cubicBezTo>
                    <a:pt x="144" y="152"/>
                    <a:pt x="144" y="153"/>
                    <a:pt x="144" y="153"/>
                  </a:cubicBezTo>
                  <a:cubicBezTo>
                    <a:pt x="144" y="154"/>
                    <a:pt x="144" y="155"/>
                    <a:pt x="143" y="156"/>
                  </a:cubicBezTo>
                  <a:cubicBezTo>
                    <a:pt x="143" y="156"/>
                    <a:pt x="142" y="157"/>
                    <a:pt x="142" y="157"/>
                  </a:cubicBezTo>
                  <a:cubicBezTo>
                    <a:pt x="141" y="157"/>
                    <a:pt x="138" y="157"/>
                    <a:pt x="137" y="157"/>
                  </a:cubicBezTo>
                  <a:cubicBezTo>
                    <a:pt x="136" y="157"/>
                    <a:pt x="135" y="156"/>
                    <a:pt x="134" y="156"/>
                  </a:cubicBezTo>
                  <a:cubicBezTo>
                    <a:pt x="133" y="156"/>
                    <a:pt x="131" y="155"/>
                    <a:pt x="130" y="155"/>
                  </a:cubicBezTo>
                  <a:cubicBezTo>
                    <a:pt x="129" y="155"/>
                    <a:pt x="128" y="155"/>
                    <a:pt x="128" y="155"/>
                  </a:cubicBezTo>
                  <a:cubicBezTo>
                    <a:pt x="127" y="155"/>
                    <a:pt x="126" y="156"/>
                    <a:pt x="125" y="156"/>
                  </a:cubicBezTo>
                  <a:cubicBezTo>
                    <a:pt x="125" y="156"/>
                    <a:pt x="123" y="156"/>
                    <a:pt x="122" y="156"/>
                  </a:cubicBezTo>
                  <a:cubicBezTo>
                    <a:pt x="121" y="156"/>
                    <a:pt x="120" y="156"/>
                    <a:pt x="119" y="155"/>
                  </a:cubicBezTo>
                  <a:cubicBezTo>
                    <a:pt x="118" y="155"/>
                    <a:pt x="117" y="154"/>
                    <a:pt x="116" y="153"/>
                  </a:cubicBezTo>
                  <a:cubicBezTo>
                    <a:pt x="116" y="153"/>
                    <a:pt x="115" y="152"/>
                    <a:pt x="115" y="151"/>
                  </a:cubicBezTo>
                  <a:cubicBezTo>
                    <a:pt x="114" y="151"/>
                    <a:pt x="113" y="150"/>
                    <a:pt x="112" y="150"/>
                  </a:cubicBezTo>
                  <a:cubicBezTo>
                    <a:pt x="111" y="150"/>
                    <a:pt x="110" y="150"/>
                    <a:pt x="110" y="150"/>
                  </a:cubicBezTo>
                  <a:cubicBezTo>
                    <a:pt x="108" y="149"/>
                    <a:pt x="106" y="150"/>
                    <a:pt x="105" y="150"/>
                  </a:cubicBezTo>
                  <a:cubicBezTo>
                    <a:pt x="104" y="149"/>
                    <a:pt x="103" y="149"/>
                    <a:pt x="103" y="149"/>
                  </a:cubicBezTo>
                  <a:cubicBezTo>
                    <a:pt x="102" y="148"/>
                    <a:pt x="101" y="148"/>
                    <a:pt x="100" y="148"/>
                  </a:cubicBezTo>
                  <a:cubicBezTo>
                    <a:pt x="99" y="148"/>
                    <a:pt x="96" y="148"/>
                    <a:pt x="95" y="148"/>
                  </a:cubicBezTo>
                  <a:cubicBezTo>
                    <a:pt x="94" y="148"/>
                    <a:pt x="92" y="148"/>
                    <a:pt x="91" y="148"/>
                  </a:cubicBezTo>
                  <a:cubicBezTo>
                    <a:pt x="91" y="148"/>
                    <a:pt x="89" y="148"/>
                    <a:pt x="89" y="149"/>
                  </a:cubicBezTo>
                  <a:cubicBezTo>
                    <a:pt x="89" y="150"/>
                    <a:pt x="89" y="152"/>
                    <a:pt x="89" y="152"/>
                  </a:cubicBezTo>
                  <a:cubicBezTo>
                    <a:pt x="88" y="154"/>
                    <a:pt x="89" y="156"/>
                    <a:pt x="89" y="157"/>
                  </a:cubicBezTo>
                  <a:cubicBezTo>
                    <a:pt x="89" y="158"/>
                    <a:pt x="88" y="160"/>
                    <a:pt x="88" y="161"/>
                  </a:cubicBezTo>
                  <a:cubicBezTo>
                    <a:pt x="88" y="162"/>
                    <a:pt x="88" y="163"/>
                    <a:pt x="88" y="164"/>
                  </a:cubicBezTo>
                  <a:cubicBezTo>
                    <a:pt x="87" y="164"/>
                    <a:pt x="86" y="165"/>
                    <a:pt x="86" y="165"/>
                  </a:cubicBezTo>
                  <a:cubicBezTo>
                    <a:pt x="85" y="165"/>
                    <a:pt x="84" y="165"/>
                    <a:pt x="84" y="165"/>
                  </a:cubicBezTo>
                  <a:cubicBezTo>
                    <a:pt x="84" y="165"/>
                    <a:pt x="83" y="165"/>
                    <a:pt x="83" y="165"/>
                  </a:cubicBezTo>
                  <a:cubicBezTo>
                    <a:pt x="82" y="165"/>
                    <a:pt x="81" y="165"/>
                    <a:pt x="81" y="165"/>
                  </a:cubicBezTo>
                  <a:cubicBezTo>
                    <a:pt x="81" y="166"/>
                    <a:pt x="81" y="167"/>
                    <a:pt x="80" y="168"/>
                  </a:cubicBezTo>
                  <a:cubicBezTo>
                    <a:pt x="80" y="168"/>
                    <a:pt x="79" y="169"/>
                    <a:pt x="79" y="170"/>
                  </a:cubicBezTo>
                  <a:cubicBezTo>
                    <a:pt x="78" y="170"/>
                    <a:pt x="77" y="171"/>
                    <a:pt x="77" y="171"/>
                  </a:cubicBezTo>
                  <a:cubicBezTo>
                    <a:pt x="77" y="171"/>
                    <a:pt x="76" y="171"/>
                    <a:pt x="76" y="171"/>
                  </a:cubicBezTo>
                  <a:cubicBezTo>
                    <a:pt x="76" y="171"/>
                    <a:pt x="75" y="170"/>
                    <a:pt x="75" y="169"/>
                  </a:cubicBezTo>
                  <a:cubicBezTo>
                    <a:pt x="74" y="169"/>
                    <a:pt x="73" y="168"/>
                    <a:pt x="73" y="168"/>
                  </a:cubicBezTo>
                  <a:cubicBezTo>
                    <a:pt x="72" y="167"/>
                    <a:pt x="71" y="166"/>
                    <a:pt x="71" y="165"/>
                  </a:cubicBezTo>
                  <a:cubicBezTo>
                    <a:pt x="71" y="165"/>
                    <a:pt x="71" y="163"/>
                    <a:pt x="70" y="163"/>
                  </a:cubicBezTo>
                  <a:cubicBezTo>
                    <a:pt x="70" y="162"/>
                    <a:pt x="69" y="162"/>
                    <a:pt x="68" y="162"/>
                  </a:cubicBezTo>
                  <a:cubicBezTo>
                    <a:pt x="68" y="162"/>
                    <a:pt x="68" y="161"/>
                    <a:pt x="67" y="161"/>
                  </a:cubicBezTo>
                  <a:cubicBezTo>
                    <a:pt x="67" y="160"/>
                    <a:pt x="67" y="159"/>
                    <a:pt x="67" y="158"/>
                  </a:cubicBezTo>
                  <a:cubicBezTo>
                    <a:pt x="68" y="157"/>
                    <a:pt x="69" y="156"/>
                    <a:pt x="69" y="156"/>
                  </a:cubicBezTo>
                  <a:cubicBezTo>
                    <a:pt x="69" y="155"/>
                    <a:pt x="68" y="154"/>
                    <a:pt x="68" y="154"/>
                  </a:cubicBezTo>
                  <a:cubicBezTo>
                    <a:pt x="68" y="153"/>
                    <a:pt x="67" y="152"/>
                    <a:pt x="66" y="152"/>
                  </a:cubicBezTo>
                  <a:cubicBezTo>
                    <a:pt x="66" y="151"/>
                    <a:pt x="65" y="151"/>
                    <a:pt x="64" y="151"/>
                  </a:cubicBezTo>
                  <a:cubicBezTo>
                    <a:pt x="64" y="151"/>
                    <a:pt x="63" y="150"/>
                    <a:pt x="62" y="150"/>
                  </a:cubicBezTo>
                  <a:cubicBezTo>
                    <a:pt x="62" y="150"/>
                    <a:pt x="62" y="149"/>
                    <a:pt x="61" y="148"/>
                  </a:cubicBezTo>
                  <a:cubicBezTo>
                    <a:pt x="61" y="148"/>
                    <a:pt x="60" y="149"/>
                    <a:pt x="60" y="148"/>
                  </a:cubicBezTo>
                  <a:cubicBezTo>
                    <a:pt x="59" y="148"/>
                    <a:pt x="58" y="148"/>
                    <a:pt x="58" y="147"/>
                  </a:cubicBezTo>
                  <a:cubicBezTo>
                    <a:pt x="58" y="147"/>
                    <a:pt x="58" y="146"/>
                    <a:pt x="58" y="146"/>
                  </a:cubicBezTo>
                  <a:cubicBezTo>
                    <a:pt x="58" y="145"/>
                    <a:pt x="58" y="145"/>
                    <a:pt x="59" y="145"/>
                  </a:cubicBezTo>
                  <a:cubicBezTo>
                    <a:pt x="59" y="144"/>
                    <a:pt x="59" y="143"/>
                    <a:pt x="59" y="143"/>
                  </a:cubicBezTo>
                  <a:cubicBezTo>
                    <a:pt x="59" y="143"/>
                    <a:pt x="58" y="142"/>
                    <a:pt x="57" y="142"/>
                  </a:cubicBezTo>
                  <a:cubicBezTo>
                    <a:pt x="57" y="142"/>
                    <a:pt x="56" y="141"/>
                    <a:pt x="56" y="141"/>
                  </a:cubicBezTo>
                  <a:cubicBezTo>
                    <a:pt x="56" y="141"/>
                    <a:pt x="57" y="140"/>
                    <a:pt x="56" y="140"/>
                  </a:cubicBezTo>
                  <a:cubicBezTo>
                    <a:pt x="56" y="139"/>
                    <a:pt x="55" y="139"/>
                    <a:pt x="55" y="139"/>
                  </a:cubicBezTo>
                  <a:cubicBezTo>
                    <a:pt x="55" y="139"/>
                    <a:pt x="54" y="140"/>
                    <a:pt x="54" y="140"/>
                  </a:cubicBezTo>
                  <a:cubicBezTo>
                    <a:pt x="54" y="141"/>
                    <a:pt x="53" y="141"/>
                    <a:pt x="52" y="140"/>
                  </a:cubicBezTo>
                  <a:cubicBezTo>
                    <a:pt x="52" y="140"/>
                    <a:pt x="52" y="140"/>
                    <a:pt x="52" y="139"/>
                  </a:cubicBezTo>
                  <a:cubicBezTo>
                    <a:pt x="52" y="139"/>
                    <a:pt x="52" y="138"/>
                    <a:pt x="52" y="137"/>
                  </a:cubicBezTo>
                  <a:cubicBezTo>
                    <a:pt x="52" y="137"/>
                    <a:pt x="51" y="137"/>
                    <a:pt x="50" y="137"/>
                  </a:cubicBezTo>
                  <a:cubicBezTo>
                    <a:pt x="50" y="137"/>
                    <a:pt x="49" y="137"/>
                    <a:pt x="49" y="137"/>
                  </a:cubicBezTo>
                  <a:cubicBezTo>
                    <a:pt x="49" y="137"/>
                    <a:pt x="48" y="138"/>
                    <a:pt x="47" y="138"/>
                  </a:cubicBezTo>
                  <a:cubicBezTo>
                    <a:pt x="47" y="138"/>
                    <a:pt x="45" y="138"/>
                    <a:pt x="45" y="138"/>
                  </a:cubicBezTo>
                  <a:cubicBezTo>
                    <a:pt x="44" y="138"/>
                    <a:pt x="43" y="137"/>
                    <a:pt x="43" y="137"/>
                  </a:cubicBezTo>
                  <a:cubicBezTo>
                    <a:pt x="42" y="136"/>
                    <a:pt x="41" y="135"/>
                    <a:pt x="41" y="135"/>
                  </a:cubicBezTo>
                  <a:cubicBezTo>
                    <a:pt x="40" y="135"/>
                    <a:pt x="39" y="135"/>
                    <a:pt x="38" y="135"/>
                  </a:cubicBezTo>
                  <a:cubicBezTo>
                    <a:pt x="38" y="135"/>
                    <a:pt x="37" y="135"/>
                    <a:pt x="37" y="135"/>
                  </a:cubicBezTo>
                  <a:cubicBezTo>
                    <a:pt x="36" y="135"/>
                    <a:pt x="35" y="136"/>
                    <a:pt x="35" y="135"/>
                  </a:cubicBezTo>
                  <a:cubicBezTo>
                    <a:pt x="34" y="135"/>
                    <a:pt x="34" y="134"/>
                    <a:pt x="34" y="134"/>
                  </a:cubicBezTo>
                  <a:cubicBezTo>
                    <a:pt x="33" y="133"/>
                    <a:pt x="33" y="132"/>
                    <a:pt x="33" y="132"/>
                  </a:cubicBezTo>
                  <a:cubicBezTo>
                    <a:pt x="33" y="131"/>
                    <a:pt x="34" y="131"/>
                    <a:pt x="34" y="131"/>
                  </a:cubicBezTo>
                  <a:cubicBezTo>
                    <a:pt x="34" y="131"/>
                    <a:pt x="35" y="132"/>
                    <a:pt x="35" y="132"/>
                  </a:cubicBezTo>
                  <a:cubicBezTo>
                    <a:pt x="35" y="133"/>
                    <a:pt x="36" y="133"/>
                    <a:pt x="37" y="132"/>
                  </a:cubicBezTo>
                  <a:cubicBezTo>
                    <a:pt x="37" y="132"/>
                    <a:pt x="37" y="131"/>
                    <a:pt x="37" y="130"/>
                  </a:cubicBezTo>
                  <a:cubicBezTo>
                    <a:pt x="37" y="130"/>
                    <a:pt x="36" y="129"/>
                    <a:pt x="35" y="129"/>
                  </a:cubicBezTo>
                  <a:cubicBezTo>
                    <a:pt x="35" y="128"/>
                    <a:pt x="34" y="128"/>
                    <a:pt x="34" y="127"/>
                  </a:cubicBezTo>
                  <a:cubicBezTo>
                    <a:pt x="33" y="127"/>
                    <a:pt x="33" y="127"/>
                    <a:pt x="32" y="126"/>
                  </a:cubicBezTo>
                  <a:cubicBezTo>
                    <a:pt x="32" y="126"/>
                    <a:pt x="32" y="124"/>
                    <a:pt x="32" y="124"/>
                  </a:cubicBezTo>
                  <a:cubicBezTo>
                    <a:pt x="32" y="123"/>
                    <a:pt x="31" y="123"/>
                    <a:pt x="31" y="123"/>
                  </a:cubicBezTo>
                  <a:cubicBezTo>
                    <a:pt x="30" y="123"/>
                    <a:pt x="29" y="122"/>
                    <a:pt x="28" y="122"/>
                  </a:cubicBezTo>
                  <a:cubicBezTo>
                    <a:pt x="27" y="122"/>
                    <a:pt x="25" y="123"/>
                    <a:pt x="24" y="123"/>
                  </a:cubicBezTo>
                  <a:cubicBezTo>
                    <a:pt x="24" y="124"/>
                    <a:pt x="22" y="125"/>
                    <a:pt x="21" y="125"/>
                  </a:cubicBezTo>
                  <a:cubicBezTo>
                    <a:pt x="20" y="126"/>
                    <a:pt x="19" y="127"/>
                    <a:pt x="18" y="126"/>
                  </a:cubicBezTo>
                  <a:cubicBezTo>
                    <a:pt x="17" y="126"/>
                    <a:pt x="17" y="125"/>
                    <a:pt x="16" y="125"/>
                  </a:cubicBezTo>
                  <a:cubicBezTo>
                    <a:pt x="16" y="124"/>
                    <a:pt x="16" y="123"/>
                    <a:pt x="16" y="122"/>
                  </a:cubicBezTo>
                  <a:cubicBezTo>
                    <a:pt x="16" y="122"/>
                    <a:pt x="16" y="120"/>
                    <a:pt x="16" y="120"/>
                  </a:cubicBezTo>
                  <a:cubicBezTo>
                    <a:pt x="15" y="119"/>
                    <a:pt x="14" y="117"/>
                    <a:pt x="13" y="117"/>
                  </a:cubicBezTo>
                  <a:cubicBezTo>
                    <a:pt x="13" y="116"/>
                    <a:pt x="10" y="114"/>
                    <a:pt x="10" y="114"/>
                  </a:cubicBezTo>
                  <a:cubicBezTo>
                    <a:pt x="9" y="113"/>
                    <a:pt x="7" y="112"/>
                    <a:pt x="6" y="111"/>
                  </a:cubicBezTo>
                  <a:cubicBezTo>
                    <a:pt x="5" y="111"/>
                    <a:pt x="4" y="111"/>
                    <a:pt x="3" y="110"/>
                  </a:cubicBezTo>
                  <a:cubicBezTo>
                    <a:pt x="3" y="110"/>
                    <a:pt x="2" y="109"/>
                    <a:pt x="2" y="109"/>
                  </a:cubicBezTo>
                  <a:cubicBezTo>
                    <a:pt x="2" y="108"/>
                    <a:pt x="2" y="107"/>
                    <a:pt x="2" y="106"/>
                  </a:cubicBezTo>
                  <a:cubicBezTo>
                    <a:pt x="2" y="105"/>
                    <a:pt x="1" y="104"/>
                    <a:pt x="0" y="103"/>
                  </a:cubicBezTo>
                  <a:cubicBezTo>
                    <a:pt x="0" y="103"/>
                    <a:pt x="0" y="102"/>
                    <a:pt x="0" y="101"/>
                  </a:cubicBezTo>
                  <a:cubicBezTo>
                    <a:pt x="0" y="101"/>
                    <a:pt x="0" y="101"/>
                    <a:pt x="1" y="101"/>
                  </a:cubicBezTo>
                  <a:cubicBezTo>
                    <a:pt x="1" y="100"/>
                    <a:pt x="3" y="100"/>
                    <a:pt x="3" y="100"/>
                  </a:cubicBezTo>
                  <a:cubicBezTo>
                    <a:pt x="4" y="100"/>
                    <a:pt x="6" y="100"/>
                    <a:pt x="6" y="100"/>
                  </a:cubicBezTo>
                  <a:cubicBezTo>
                    <a:pt x="7" y="99"/>
                    <a:pt x="7" y="98"/>
                    <a:pt x="7" y="98"/>
                  </a:cubicBezTo>
                  <a:cubicBezTo>
                    <a:pt x="8" y="97"/>
                    <a:pt x="8" y="96"/>
                    <a:pt x="8" y="96"/>
                  </a:cubicBezTo>
                  <a:cubicBezTo>
                    <a:pt x="8" y="95"/>
                    <a:pt x="9" y="94"/>
                    <a:pt x="10" y="93"/>
                  </a:cubicBezTo>
                  <a:cubicBezTo>
                    <a:pt x="10" y="93"/>
                    <a:pt x="12" y="93"/>
                    <a:pt x="12" y="92"/>
                  </a:cubicBezTo>
                  <a:cubicBezTo>
                    <a:pt x="12" y="92"/>
                    <a:pt x="13" y="91"/>
                    <a:pt x="13" y="90"/>
                  </a:cubicBezTo>
                  <a:cubicBezTo>
                    <a:pt x="13" y="90"/>
                    <a:pt x="14" y="89"/>
                    <a:pt x="14" y="89"/>
                  </a:cubicBezTo>
                  <a:cubicBezTo>
                    <a:pt x="14" y="89"/>
                    <a:pt x="14" y="88"/>
                    <a:pt x="14" y="88"/>
                  </a:cubicBezTo>
                  <a:cubicBezTo>
                    <a:pt x="15" y="88"/>
                    <a:pt x="17" y="88"/>
                    <a:pt x="17" y="88"/>
                  </a:cubicBezTo>
                  <a:cubicBezTo>
                    <a:pt x="18" y="88"/>
                    <a:pt x="19" y="87"/>
                    <a:pt x="20" y="87"/>
                  </a:cubicBezTo>
                  <a:cubicBezTo>
                    <a:pt x="21" y="86"/>
                    <a:pt x="23" y="87"/>
                    <a:pt x="24" y="86"/>
                  </a:cubicBezTo>
                  <a:cubicBezTo>
                    <a:pt x="24" y="85"/>
                    <a:pt x="24" y="84"/>
                    <a:pt x="24" y="83"/>
                  </a:cubicBezTo>
                  <a:cubicBezTo>
                    <a:pt x="24" y="83"/>
                    <a:pt x="26" y="82"/>
                    <a:pt x="27" y="82"/>
                  </a:cubicBezTo>
                  <a:cubicBezTo>
                    <a:pt x="27" y="82"/>
                    <a:pt x="27" y="80"/>
                    <a:pt x="28" y="80"/>
                  </a:cubicBezTo>
                  <a:cubicBezTo>
                    <a:pt x="28" y="80"/>
                    <a:pt x="29" y="80"/>
                    <a:pt x="30" y="80"/>
                  </a:cubicBezTo>
                  <a:cubicBezTo>
                    <a:pt x="30" y="80"/>
                    <a:pt x="31" y="81"/>
                    <a:pt x="32" y="81"/>
                  </a:cubicBezTo>
                  <a:cubicBezTo>
                    <a:pt x="32" y="81"/>
                    <a:pt x="32" y="82"/>
                    <a:pt x="33" y="82"/>
                  </a:cubicBezTo>
                  <a:cubicBezTo>
                    <a:pt x="33" y="83"/>
                    <a:pt x="34" y="82"/>
                    <a:pt x="35" y="82"/>
                  </a:cubicBezTo>
                  <a:cubicBezTo>
                    <a:pt x="36" y="82"/>
                    <a:pt x="37" y="82"/>
                    <a:pt x="37" y="81"/>
                  </a:cubicBezTo>
                  <a:cubicBezTo>
                    <a:pt x="38" y="81"/>
                    <a:pt x="38" y="79"/>
                    <a:pt x="38" y="78"/>
                  </a:cubicBezTo>
                  <a:cubicBezTo>
                    <a:pt x="38" y="78"/>
                    <a:pt x="38" y="76"/>
                    <a:pt x="38" y="75"/>
                  </a:cubicBezTo>
                  <a:cubicBezTo>
                    <a:pt x="38" y="75"/>
                    <a:pt x="39" y="73"/>
                    <a:pt x="39" y="72"/>
                  </a:cubicBezTo>
                  <a:cubicBezTo>
                    <a:pt x="39" y="71"/>
                    <a:pt x="38" y="70"/>
                    <a:pt x="38" y="69"/>
                  </a:cubicBezTo>
                  <a:cubicBezTo>
                    <a:pt x="38" y="68"/>
                    <a:pt x="38" y="67"/>
                    <a:pt x="38" y="67"/>
                  </a:cubicBezTo>
                  <a:cubicBezTo>
                    <a:pt x="38" y="66"/>
                    <a:pt x="40" y="66"/>
                    <a:pt x="40" y="65"/>
                  </a:cubicBezTo>
                  <a:cubicBezTo>
                    <a:pt x="41" y="65"/>
                    <a:pt x="42" y="64"/>
                    <a:pt x="42" y="63"/>
                  </a:cubicBezTo>
                  <a:cubicBezTo>
                    <a:pt x="42" y="62"/>
                    <a:pt x="42" y="62"/>
                    <a:pt x="41" y="62"/>
                  </a:cubicBezTo>
                  <a:cubicBezTo>
                    <a:pt x="41" y="61"/>
                    <a:pt x="40" y="62"/>
                    <a:pt x="40" y="62"/>
                  </a:cubicBezTo>
                  <a:cubicBezTo>
                    <a:pt x="39" y="61"/>
                    <a:pt x="38" y="61"/>
                    <a:pt x="38" y="60"/>
                  </a:cubicBezTo>
                  <a:cubicBezTo>
                    <a:pt x="37" y="60"/>
                    <a:pt x="37" y="58"/>
                    <a:pt x="36" y="58"/>
                  </a:cubicBezTo>
                  <a:cubicBezTo>
                    <a:pt x="36" y="58"/>
                    <a:pt x="35" y="57"/>
                    <a:pt x="35" y="57"/>
                  </a:cubicBezTo>
                  <a:cubicBezTo>
                    <a:pt x="34" y="56"/>
                    <a:pt x="33" y="55"/>
                    <a:pt x="33" y="55"/>
                  </a:cubicBezTo>
                  <a:cubicBezTo>
                    <a:pt x="33" y="54"/>
                    <a:pt x="33" y="53"/>
                    <a:pt x="33" y="52"/>
                  </a:cubicBezTo>
                  <a:cubicBezTo>
                    <a:pt x="34" y="51"/>
                    <a:pt x="35" y="50"/>
                    <a:pt x="35" y="50"/>
                  </a:cubicBezTo>
                  <a:cubicBezTo>
                    <a:pt x="36" y="49"/>
                    <a:pt x="37" y="48"/>
                    <a:pt x="37" y="47"/>
                  </a:cubicBezTo>
                  <a:cubicBezTo>
                    <a:pt x="38" y="47"/>
                    <a:pt x="38" y="46"/>
                    <a:pt x="39" y="46"/>
                  </a:cubicBezTo>
                  <a:cubicBezTo>
                    <a:pt x="39" y="46"/>
                    <a:pt x="41" y="46"/>
                    <a:pt x="42" y="46"/>
                  </a:cubicBezTo>
                  <a:cubicBezTo>
                    <a:pt x="42" y="46"/>
                    <a:pt x="43" y="44"/>
                    <a:pt x="43" y="43"/>
                  </a:cubicBezTo>
                  <a:cubicBezTo>
                    <a:pt x="42" y="43"/>
                    <a:pt x="41" y="43"/>
                    <a:pt x="41" y="42"/>
                  </a:cubicBezTo>
                  <a:cubicBezTo>
                    <a:pt x="40" y="41"/>
                    <a:pt x="40" y="40"/>
                    <a:pt x="40" y="39"/>
                  </a:cubicBezTo>
                  <a:cubicBezTo>
                    <a:pt x="40" y="39"/>
                    <a:pt x="40" y="37"/>
                    <a:pt x="40" y="37"/>
                  </a:cubicBezTo>
                  <a:cubicBezTo>
                    <a:pt x="40" y="36"/>
                    <a:pt x="40" y="35"/>
                    <a:pt x="40" y="34"/>
                  </a:cubicBezTo>
                  <a:cubicBezTo>
                    <a:pt x="41" y="34"/>
                    <a:pt x="41" y="32"/>
                    <a:pt x="41" y="31"/>
                  </a:cubicBezTo>
                  <a:cubicBezTo>
                    <a:pt x="41" y="31"/>
                    <a:pt x="42" y="30"/>
                    <a:pt x="42" y="30"/>
                  </a:cubicBezTo>
                  <a:cubicBezTo>
                    <a:pt x="43" y="29"/>
                    <a:pt x="42" y="27"/>
                    <a:pt x="43" y="27"/>
                  </a:cubicBezTo>
                  <a:cubicBezTo>
                    <a:pt x="43" y="26"/>
                    <a:pt x="45" y="26"/>
                    <a:pt x="46" y="26"/>
                  </a:cubicBezTo>
                  <a:cubicBezTo>
                    <a:pt x="47" y="26"/>
                    <a:pt x="47" y="27"/>
                    <a:pt x="48" y="27"/>
                  </a:cubicBezTo>
                  <a:cubicBezTo>
                    <a:pt x="48" y="27"/>
                    <a:pt x="49" y="28"/>
                    <a:pt x="50" y="28"/>
                  </a:cubicBezTo>
                  <a:cubicBezTo>
                    <a:pt x="51" y="29"/>
                    <a:pt x="52" y="27"/>
                    <a:pt x="53" y="27"/>
                  </a:cubicBezTo>
                  <a:cubicBezTo>
                    <a:pt x="53" y="27"/>
                    <a:pt x="55" y="28"/>
                    <a:pt x="55" y="28"/>
                  </a:cubicBezTo>
                  <a:cubicBezTo>
                    <a:pt x="56" y="28"/>
                    <a:pt x="56" y="26"/>
                    <a:pt x="57" y="26"/>
                  </a:cubicBezTo>
                  <a:cubicBezTo>
                    <a:pt x="57" y="25"/>
                    <a:pt x="58" y="25"/>
                    <a:pt x="58" y="25"/>
                  </a:cubicBezTo>
                  <a:cubicBezTo>
                    <a:pt x="58" y="25"/>
                    <a:pt x="59" y="26"/>
                    <a:pt x="59" y="2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47"/>
            <p:cNvSpPr>
              <a:spLocks/>
            </p:cNvSpPr>
            <p:nvPr/>
          </p:nvSpPr>
          <p:spPr bwMode="auto">
            <a:xfrm>
              <a:off x="1751013" y="2919413"/>
              <a:ext cx="25400" cy="47625"/>
            </a:xfrm>
            <a:custGeom>
              <a:avLst/>
              <a:gdLst/>
              <a:ahLst/>
              <a:cxnLst>
                <a:cxn ang="0">
                  <a:pos x="13" y="19"/>
                </a:cxn>
                <a:cxn ang="0">
                  <a:pos x="13" y="22"/>
                </a:cxn>
                <a:cxn ang="0">
                  <a:pos x="12" y="24"/>
                </a:cxn>
                <a:cxn ang="0">
                  <a:pos x="10" y="25"/>
                </a:cxn>
                <a:cxn ang="0">
                  <a:pos x="7" y="25"/>
                </a:cxn>
                <a:cxn ang="0">
                  <a:pos x="6" y="23"/>
                </a:cxn>
                <a:cxn ang="0">
                  <a:pos x="4" y="23"/>
                </a:cxn>
                <a:cxn ang="0">
                  <a:pos x="3" y="24"/>
                </a:cxn>
                <a:cxn ang="0">
                  <a:pos x="1" y="25"/>
                </a:cxn>
                <a:cxn ang="0">
                  <a:pos x="1" y="25"/>
                </a:cxn>
                <a:cxn ang="0">
                  <a:pos x="0" y="21"/>
                </a:cxn>
                <a:cxn ang="0">
                  <a:pos x="0" y="16"/>
                </a:cxn>
                <a:cxn ang="0">
                  <a:pos x="1" y="10"/>
                </a:cxn>
                <a:cxn ang="0">
                  <a:pos x="2" y="0"/>
                </a:cxn>
                <a:cxn ang="0">
                  <a:pos x="2" y="0"/>
                </a:cxn>
                <a:cxn ang="0">
                  <a:pos x="5" y="1"/>
                </a:cxn>
                <a:cxn ang="0">
                  <a:pos x="7" y="2"/>
                </a:cxn>
                <a:cxn ang="0">
                  <a:pos x="9" y="5"/>
                </a:cxn>
                <a:cxn ang="0">
                  <a:pos x="8" y="8"/>
                </a:cxn>
                <a:cxn ang="0">
                  <a:pos x="9" y="10"/>
                </a:cxn>
                <a:cxn ang="0">
                  <a:pos x="11" y="13"/>
                </a:cxn>
                <a:cxn ang="0">
                  <a:pos x="11" y="17"/>
                </a:cxn>
                <a:cxn ang="0">
                  <a:pos x="13" y="19"/>
                </a:cxn>
              </a:cxnLst>
              <a:rect l="0" t="0" r="r" b="b"/>
              <a:pathLst>
                <a:path w="13" h="25">
                  <a:moveTo>
                    <a:pt x="13" y="19"/>
                  </a:moveTo>
                  <a:cubicBezTo>
                    <a:pt x="13" y="20"/>
                    <a:pt x="13" y="21"/>
                    <a:pt x="13" y="22"/>
                  </a:cubicBezTo>
                  <a:cubicBezTo>
                    <a:pt x="13" y="22"/>
                    <a:pt x="12" y="23"/>
                    <a:pt x="12" y="24"/>
                  </a:cubicBezTo>
                  <a:cubicBezTo>
                    <a:pt x="11" y="24"/>
                    <a:pt x="10" y="25"/>
                    <a:pt x="10" y="25"/>
                  </a:cubicBezTo>
                  <a:cubicBezTo>
                    <a:pt x="9" y="25"/>
                    <a:pt x="8" y="25"/>
                    <a:pt x="7" y="25"/>
                  </a:cubicBezTo>
                  <a:cubicBezTo>
                    <a:pt x="7" y="25"/>
                    <a:pt x="6" y="23"/>
                    <a:pt x="6" y="23"/>
                  </a:cubicBezTo>
                  <a:cubicBezTo>
                    <a:pt x="5" y="23"/>
                    <a:pt x="4" y="23"/>
                    <a:pt x="4" y="23"/>
                  </a:cubicBezTo>
                  <a:cubicBezTo>
                    <a:pt x="3" y="23"/>
                    <a:pt x="3" y="24"/>
                    <a:pt x="3" y="24"/>
                  </a:cubicBezTo>
                  <a:cubicBezTo>
                    <a:pt x="2" y="25"/>
                    <a:pt x="2" y="25"/>
                    <a:pt x="1" y="25"/>
                  </a:cubicBezTo>
                  <a:cubicBezTo>
                    <a:pt x="1" y="25"/>
                    <a:pt x="1" y="25"/>
                    <a:pt x="1" y="25"/>
                  </a:cubicBezTo>
                  <a:cubicBezTo>
                    <a:pt x="1" y="24"/>
                    <a:pt x="0" y="22"/>
                    <a:pt x="0" y="21"/>
                  </a:cubicBezTo>
                  <a:cubicBezTo>
                    <a:pt x="0" y="20"/>
                    <a:pt x="0" y="17"/>
                    <a:pt x="0" y="16"/>
                  </a:cubicBezTo>
                  <a:cubicBezTo>
                    <a:pt x="0" y="15"/>
                    <a:pt x="1" y="12"/>
                    <a:pt x="1" y="10"/>
                  </a:cubicBezTo>
                  <a:cubicBezTo>
                    <a:pt x="2" y="8"/>
                    <a:pt x="2" y="2"/>
                    <a:pt x="2" y="0"/>
                  </a:cubicBezTo>
                  <a:cubicBezTo>
                    <a:pt x="2" y="0"/>
                    <a:pt x="2" y="0"/>
                    <a:pt x="2" y="0"/>
                  </a:cubicBezTo>
                  <a:cubicBezTo>
                    <a:pt x="3" y="0"/>
                    <a:pt x="4" y="1"/>
                    <a:pt x="5" y="1"/>
                  </a:cubicBezTo>
                  <a:cubicBezTo>
                    <a:pt x="5" y="1"/>
                    <a:pt x="6" y="2"/>
                    <a:pt x="7" y="2"/>
                  </a:cubicBezTo>
                  <a:cubicBezTo>
                    <a:pt x="7" y="3"/>
                    <a:pt x="9" y="4"/>
                    <a:pt x="9" y="5"/>
                  </a:cubicBezTo>
                  <a:cubicBezTo>
                    <a:pt x="9" y="5"/>
                    <a:pt x="8" y="7"/>
                    <a:pt x="8" y="8"/>
                  </a:cubicBezTo>
                  <a:cubicBezTo>
                    <a:pt x="8" y="8"/>
                    <a:pt x="9" y="10"/>
                    <a:pt x="9" y="10"/>
                  </a:cubicBezTo>
                  <a:cubicBezTo>
                    <a:pt x="9" y="11"/>
                    <a:pt x="11" y="12"/>
                    <a:pt x="11" y="13"/>
                  </a:cubicBezTo>
                  <a:cubicBezTo>
                    <a:pt x="11" y="14"/>
                    <a:pt x="10" y="16"/>
                    <a:pt x="11" y="17"/>
                  </a:cubicBezTo>
                  <a:cubicBezTo>
                    <a:pt x="11" y="18"/>
                    <a:pt x="12" y="19"/>
                    <a:pt x="13" y="1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48"/>
            <p:cNvSpPr>
              <a:spLocks/>
            </p:cNvSpPr>
            <p:nvPr/>
          </p:nvSpPr>
          <p:spPr bwMode="auto">
            <a:xfrm>
              <a:off x="1879601" y="2951163"/>
              <a:ext cx="55563" cy="77788"/>
            </a:xfrm>
            <a:custGeom>
              <a:avLst/>
              <a:gdLst/>
              <a:ahLst/>
              <a:cxnLst>
                <a:cxn ang="0">
                  <a:pos x="29" y="33"/>
                </a:cxn>
                <a:cxn ang="0">
                  <a:pos x="29" y="35"/>
                </a:cxn>
                <a:cxn ang="0">
                  <a:pos x="28" y="38"/>
                </a:cxn>
                <a:cxn ang="0">
                  <a:pos x="25" y="39"/>
                </a:cxn>
                <a:cxn ang="0">
                  <a:pos x="24" y="39"/>
                </a:cxn>
                <a:cxn ang="0">
                  <a:pos x="22" y="40"/>
                </a:cxn>
                <a:cxn ang="0">
                  <a:pos x="20" y="39"/>
                </a:cxn>
                <a:cxn ang="0">
                  <a:pos x="18" y="38"/>
                </a:cxn>
                <a:cxn ang="0">
                  <a:pos x="17" y="36"/>
                </a:cxn>
                <a:cxn ang="0">
                  <a:pos x="15" y="36"/>
                </a:cxn>
                <a:cxn ang="0">
                  <a:pos x="13" y="37"/>
                </a:cxn>
                <a:cxn ang="0">
                  <a:pos x="13" y="38"/>
                </a:cxn>
                <a:cxn ang="0">
                  <a:pos x="14" y="40"/>
                </a:cxn>
                <a:cxn ang="0">
                  <a:pos x="12" y="41"/>
                </a:cxn>
                <a:cxn ang="0">
                  <a:pos x="10" y="41"/>
                </a:cxn>
                <a:cxn ang="0">
                  <a:pos x="6" y="40"/>
                </a:cxn>
                <a:cxn ang="0">
                  <a:pos x="5" y="40"/>
                </a:cxn>
                <a:cxn ang="0">
                  <a:pos x="5" y="37"/>
                </a:cxn>
                <a:cxn ang="0">
                  <a:pos x="6" y="33"/>
                </a:cxn>
                <a:cxn ang="0">
                  <a:pos x="6" y="29"/>
                </a:cxn>
                <a:cxn ang="0">
                  <a:pos x="6" y="24"/>
                </a:cxn>
                <a:cxn ang="0">
                  <a:pos x="3" y="21"/>
                </a:cxn>
                <a:cxn ang="0">
                  <a:pos x="2" y="18"/>
                </a:cxn>
                <a:cxn ang="0">
                  <a:pos x="1" y="15"/>
                </a:cxn>
                <a:cxn ang="0">
                  <a:pos x="0" y="13"/>
                </a:cxn>
                <a:cxn ang="0">
                  <a:pos x="0" y="9"/>
                </a:cxn>
                <a:cxn ang="0">
                  <a:pos x="2" y="8"/>
                </a:cxn>
                <a:cxn ang="0">
                  <a:pos x="6" y="6"/>
                </a:cxn>
                <a:cxn ang="0">
                  <a:pos x="9" y="5"/>
                </a:cxn>
                <a:cxn ang="0">
                  <a:pos x="11" y="2"/>
                </a:cxn>
                <a:cxn ang="0">
                  <a:pos x="13" y="0"/>
                </a:cxn>
                <a:cxn ang="0">
                  <a:pos x="15" y="2"/>
                </a:cxn>
                <a:cxn ang="0">
                  <a:pos x="15" y="4"/>
                </a:cxn>
                <a:cxn ang="0">
                  <a:pos x="16" y="9"/>
                </a:cxn>
                <a:cxn ang="0">
                  <a:pos x="18" y="12"/>
                </a:cxn>
                <a:cxn ang="0">
                  <a:pos x="19" y="16"/>
                </a:cxn>
                <a:cxn ang="0">
                  <a:pos x="21" y="19"/>
                </a:cxn>
                <a:cxn ang="0">
                  <a:pos x="22" y="22"/>
                </a:cxn>
                <a:cxn ang="0">
                  <a:pos x="26" y="27"/>
                </a:cxn>
                <a:cxn ang="0">
                  <a:pos x="28" y="28"/>
                </a:cxn>
                <a:cxn ang="0">
                  <a:pos x="28" y="29"/>
                </a:cxn>
                <a:cxn ang="0">
                  <a:pos x="28" y="31"/>
                </a:cxn>
                <a:cxn ang="0">
                  <a:pos x="29" y="33"/>
                </a:cxn>
              </a:cxnLst>
              <a:rect l="0" t="0" r="r" b="b"/>
              <a:pathLst>
                <a:path w="29" h="41">
                  <a:moveTo>
                    <a:pt x="29" y="33"/>
                  </a:moveTo>
                  <a:cubicBezTo>
                    <a:pt x="29" y="33"/>
                    <a:pt x="29" y="35"/>
                    <a:pt x="29" y="35"/>
                  </a:cubicBezTo>
                  <a:cubicBezTo>
                    <a:pt x="29" y="36"/>
                    <a:pt x="28" y="37"/>
                    <a:pt x="28" y="38"/>
                  </a:cubicBezTo>
                  <a:cubicBezTo>
                    <a:pt x="27" y="38"/>
                    <a:pt x="26" y="39"/>
                    <a:pt x="25" y="39"/>
                  </a:cubicBezTo>
                  <a:cubicBezTo>
                    <a:pt x="25" y="39"/>
                    <a:pt x="24" y="39"/>
                    <a:pt x="24" y="39"/>
                  </a:cubicBezTo>
                  <a:cubicBezTo>
                    <a:pt x="23" y="39"/>
                    <a:pt x="23" y="39"/>
                    <a:pt x="22" y="40"/>
                  </a:cubicBezTo>
                  <a:cubicBezTo>
                    <a:pt x="22" y="40"/>
                    <a:pt x="21" y="40"/>
                    <a:pt x="20" y="39"/>
                  </a:cubicBezTo>
                  <a:cubicBezTo>
                    <a:pt x="19" y="39"/>
                    <a:pt x="19" y="39"/>
                    <a:pt x="18" y="38"/>
                  </a:cubicBezTo>
                  <a:cubicBezTo>
                    <a:pt x="18" y="38"/>
                    <a:pt x="17" y="37"/>
                    <a:pt x="17" y="36"/>
                  </a:cubicBezTo>
                  <a:cubicBezTo>
                    <a:pt x="17" y="36"/>
                    <a:pt x="16" y="36"/>
                    <a:pt x="15" y="36"/>
                  </a:cubicBezTo>
                  <a:cubicBezTo>
                    <a:pt x="15" y="36"/>
                    <a:pt x="13" y="36"/>
                    <a:pt x="13" y="37"/>
                  </a:cubicBezTo>
                  <a:cubicBezTo>
                    <a:pt x="13" y="37"/>
                    <a:pt x="13" y="38"/>
                    <a:pt x="13" y="38"/>
                  </a:cubicBezTo>
                  <a:cubicBezTo>
                    <a:pt x="13" y="39"/>
                    <a:pt x="15" y="40"/>
                    <a:pt x="14" y="40"/>
                  </a:cubicBezTo>
                  <a:cubicBezTo>
                    <a:pt x="14" y="41"/>
                    <a:pt x="13" y="41"/>
                    <a:pt x="12" y="41"/>
                  </a:cubicBezTo>
                  <a:cubicBezTo>
                    <a:pt x="11" y="41"/>
                    <a:pt x="10" y="41"/>
                    <a:pt x="10" y="41"/>
                  </a:cubicBezTo>
                  <a:cubicBezTo>
                    <a:pt x="9" y="41"/>
                    <a:pt x="7" y="40"/>
                    <a:pt x="6" y="40"/>
                  </a:cubicBezTo>
                  <a:cubicBezTo>
                    <a:pt x="6" y="40"/>
                    <a:pt x="5" y="40"/>
                    <a:pt x="5" y="40"/>
                  </a:cubicBezTo>
                  <a:cubicBezTo>
                    <a:pt x="5" y="39"/>
                    <a:pt x="5" y="37"/>
                    <a:pt x="5" y="37"/>
                  </a:cubicBezTo>
                  <a:cubicBezTo>
                    <a:pt x="5" y="36"/>
                    <a:pt x="6" y="34"/>
                    <a:pt x="6" y="33"/>
                  </a:cubicBezTo>
                  <a:cubicBezTo>
                    <a:pt x="6" y="32"/>
                    <a:pt x="6" y="30"/>
                    <a:pt x="6" y="29"/>
                  </a:cubicBezTo>
                  <a:cubicBezTo>
                    <a:pt x="6" y="28"/>
                    <a:pt x="6" y="25"/>
                    <a:pt x="6" y="24"/>
                  </a:cubicBezTo>
                  <a:cubicBezTo>
                    <a:pt x="5" y="23"/>
                    <a:pt x="4" y="22"/>
                    <a:pt x="3" y="21"/>
                  </a:cubicBezTo>
                  <a:cubicBezTo>
                    <a:pt x="3" y="20"/>
                    <a:pt x="3" y="19"/>
                    <a:pt x="2" y="18"/>
                  </a:cubicBezTo>
                  <a:cubicBezTo>
                    <a:pt x="2" y="17"/>
                    <a:pt x="1" y="16"/>
                    <a:pt x="1" y="15"/>
                  </a:cubicBezTo>
                  <a:cubicBezTo>
                    <a:pt x="1" y="15"/>
                    <a:pt x="0" y="14"/>
                    <a:pt x="0" y="13"/>
                  </a:cubicBezTo>
                  <a:cubicBezTo>
                    <a:pt x="0" y="12"/>
                    <a:pt x="0" y="10"/>
                    <a:pt x="0" y="9"/>
                  </a:cubicBezTo>
                  <a:cubicBezTo>
                    <a:pt x="1" y="8"/>
                    <a:pt x="2" y="8"/>
                    <a:pt x="2" y="8"/>
                  </a:cubicBezTo>
                  <a:cubicBezTo>
                    <a:pt x="3" y="7"/>
                    <a:pt x="5" y="7"/>
                    <a:pt x="6" y="6"/>
                  </a:cubicBezTo>
                  <a:cubicBezTo>
                    <a:pt x="7" y="6"/>
                    <a:pt x="8" y="5"/>
                    <a:pt x="9" y="5"/>
                  </a:cubicBezTo>
                  <a:cubicBezTo>
                    <a:pt x="9" y="4"/>
                    <a:pt x="10" y="3"/>
                    <a:pt x="11" y="2"/>
                  </a:cubicBezTo>
                  <a:cubicBezTo>
                    <a:pt x="11" y="2"/>
                    <a:pt x="12" y="0"/>
                    <a:pt x="13" y="0"/>
                  </a:cubicBezTo>
                  <a:cubicBezTo>
                    <a:pt x="13" y="0"/>
                    <a:pt x="15" y="1"/>
                    <a:pt x="15" y="2"/>
                  </a:cubicBezTo>
                  <a:cubicBezTo>
                    <a:pt x="15" y="2"/>
                    <a:pt x="15" y="4"/>
                    <a:pt x="15" y="4"/>
                  </a:cubicBezTo>
                  <a:cubicBezTo>
                    <a:pt x="15" y="6"/>
                    <a:pt x="16" y="8"/>
                    <a:pt x="16" y="9"/>
                  </a:cubicBezTo>
                  <a:cubicBezTo>
                    <a:pt x="17" y="10"/>
                    <a:pt x="18" y="11"/>
                    <a:pt x="18" y="12"/>
                  </a:cubicBezTo>
                  <a:cubicBezTo>
                    <a:pt x="19" y="13"/>
                    <a:pt x="19" y="15"/>
                    <a:pt x="19" y="16"/>
                  </a:cubicBezTo>
                  <a:cubicBezTo>
                    <a:pt x="19" y="17"/>
                    <a:pt x="20" y="19"/>
                    <a:pt x="21" y="19"/>
                  </a:cubicBezTo>
                  <a:cubicBezTo>
                    <a:pt x="21" y="20"/>
                    <a:pt x="22" y="22"/>
                    <a:pt x="22" y="22"/>
                  </a:cubicBezTo>
                  <a:cubicBezTo>
                    <a:pt x="23" y="23"/>
                    <a:pt x="25" y="26"/>
                    <a:pt x="26" y="27"/>
                  </a:cubicBezTo>
                  <a:cubicBezTo>
                    <a:pt x="26" y="27"/>
                    <a:pt x="27" y="28"/>
                    <a:pt x="28" y="28"/>
                  </a:cubicBezTo>
                  <a:cubicBezTo>
                    <a:pt x="28" y="28"/>
                    <a:pt x="28" y="29"/>
                    <a:pt x="28" y="29"/>
                  </a:cubicBezTo>
                  <a:cubicBezTo>
                    <a:pt x="28" y="29"/>
                    <a:pt x="28" y="30"/>
                    <a:pt x="28" y="31"/>
                  </a:cubicBezTo>
                  <a:cubicBezTo>
                    <a:pt x="28" y="31"/>
                    <a:pt x="29" y="32"/>
                    <a:pt x="29" y="3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49"/>
            <p:cNvSpPr>
              <a:spLocks/>
            </p:cNvSpPr>
            <p:nvPr/>
          </p:nvSpPr>
          <p:spPr bwMode="auto">
            <a:xfrm>
              <a:off x="1838326" y="2997201"/>
              <a:ext cx="212725" cy="163513"/>
            </a:xfrm>
            <a:custGeom>
              <a:avLst/>
              <a:gdLst/>
              <a:ahLst/>
              <a:cxnLst>
                <a:cxn ang="0">
                  <a:pos x="13" y="51"/>
                </a:cxn>
                <a:cxn ang="0">
                  <a:pos x="2" y="46"/>
                </a:cxn>
                <a:cxn ang="0">
                  <a:pos x="1" y="40"/>
                </a:cxn>
                <a:cxn ang="0">
                  <a:pos x="2" y="30"/>
                </a:cxn>
                <a:cxn ang="0">
                  <a:pos x="8" y="24"/>
                </a:cxn>
                <a:cxn ang="0">
                  <a:pos x="13" y="20"/>
                </a:cxn>
                <a:cxn ang="0">
                  <a:pos x="20" y="20"/>
                </a:cxn>
                <a:cxn ang="0">
                  <a:pos x="26" y="16"/>
                </a:cxn>
                <a:cxn ang="0">
                  <a:pos x="32" y="17"/>
                </a:cxn>
                <a:cxn ang="0">
                  <a:pos x="35" y="14"/>
                </a:cxn>
                <a:cxn ang="0">
                  <a:pos x="39" y="12"/>
                </a:cxn>
                <a:cxn ang="0">
                  <a:pos x="44" y="16"/>
                </a:cxn>
                <a:cxn ang="0">
                  <a:pos x="50" y="14"/>
                </a:cxn>
                <a:cxn ang="0">
                  <a:pos x="50" y="7"/>
                </a:cxn>
                <a:cxn ang="0">
                  <a:pos x="51" y="5"/>
                </a:cxn>
                <a:cxn ang="0">
                  <a:pos x="58" y="7"/>
                </a:cxn>
                <a:cxn ang="0">
                  <a:pos x="64" y="14"/>
                </a:cxn>
                <a:cxn ang="0">
                  <a:pos x="68" y="16"/>
                </a:cxn>
                <a:cxn ang="0">
                  <a:pos x="66" y="9"/>
                </a:cxn>
                <a:cxn ang="0">
                  <a:pos x="75" y="5"/>
                </a:cxn>
                <a:cxn ang="0">
                  <a:pos x="81" y="10"/>
                </a:cxn>
                <a:cxn ang="0">
                  <a:pos x="81" y="3"/>
                </a:cxn>
                <a:cxn ang="0">
                  <a:pos x="87" y="5"/>
                </a:cxn>
                <a:cxn ang="0">
                  <a:pos x="94" y="0"/>
                </a:cxn>
                <a:cxn ang="0">
                  <a:pos x="95" y="8"/>
                </a:cxn>
                <a:cxn ang="0">
                  <a:pos x="98" y="16"/>
                </a:cxn>
                <a:cxn ang="0">
                  <a:pos x="104" y="24"/>
                </a:cxn>
                <a:cxn ang="0">
                  <a:pos x="109" y="33"/>
                </a:cxn>
                <a:cxn ang="0">
                  <a:pos x="113" y="40"/>
                </a:cxn>
                <a:cxn ang="0">
                  <a:pos x="111" y="45"/>
                </a:cxn>
                <a:cxn ang="0">
                  <a:pos x="105" y="44"/>
                </a:cxn>
                <a:cxn ang="0">
                  <a:pos x="105" y="51"/>
                </a:cxn>
                <a:cxn ang="0">
                  <a:pos x="103" y="58"/>
                </a:cxn>
                <a:cxn ang="0">
                  <a:pos x="104" y="65"/>
                </a:cxn>
                <a:cxn ang="0">
                  <a:pos x="100" y="73"/>
                </a:cxn>
                <a:cxn ang="0">
                  <a:pos x="99" y="75"/>
                </a:cxn>
                <a:cxn ang="0">
                  <a:pos x="91" y="78"/>
                </a:cxn>
                <a:cxn ang="0">
                  <a:pos x="84" y="83"/>
                </a:cxn>
                <a:cxn ang="0">
                  <a:pos x="75" y="86"/>
                </a:cxn>
                <a:cxn ang="0">
                  <a:pos x="69" y="81"/>
                </a:cxn>
                <a:cxn ang="0">
                  <a:pos x="60" y="84"/>
                </a:cxn>
                <a:cxn ang="0">
                  <a:pos x="50" y="79"/>
                </a:cxn>
                <a:cxn ang="0">
                  <a:pos x="42" y="73"/>
                </a:cxn>
                <a:cxn ang="0">
                  <a:pos x="36" y="70"/>
                </a:cxn>
                <a:cxn ang="0">
                  <a:pos x="31" y="62"/>
                </a:cxn>
                <a:cxn ang="0">
                  <a:pos x="25" y="54"/>
                </a:cxn>
                <a:cxn ang="0">
                  <a:pos x="18" y="55"/>
                </a:cxn>
              </a:cxnLst>
              <a:rect l="0" t="0" r="r" b="b"/>
              <a:pathLst>
                <a:path w="113" h="87">
                  <a:moveTo>
                    <a:pt x="18" y="55"/>
                  </a:moveTo>
                  <a:cubicBezTo>
                    <a:pt x="17" y="55"/>
                    <a:pt x="17" y="55"/>
                    <a:pt x="17" y="55"/>
                  </a:cubicBezTo>
                  <a:cubicBezTo>
                    <a:pt x="16" y="54"/>
                    <a:pt x="13" y="52"/>
                    <a:pt x="13" y="51"/>
                  </a:cubicBezTo>
                  <a:cubicBezTo>
                    <a:pt x="13" y="51"/>
                    <a:pt x="12" y="48"/>
                    <a:pt x="11" y="47"/>
                  </a:cubicBezTo>
                  <a:cubicBezTo>
                    <a:pt x="10" y="46"/>
                    <a:pt x="7" y="47"/>
                    <a:pt x="6" y="47"/>
                  </a:cubicBezTo>
                  <a:cubicBezTo>
                    <a:pt x="5" y="47"/>
                    <a:pt x="3" y="46"/>
                    <a:pt x="2" y="46"/>
                  </a:cubicBezTo>
                  <a:cubicBezTo>
                    <a:pt x="2" y="46"/>
                    <a:pt x="2" y="45"/>
                    <a:pt x="1" y="45"/>
                  </a:cubicBezTo>
                  <a:cubicBezTo>
                    <a:pt x="1" y="44"/>
                    <a:pt x="2" y="43"/>
                    <a:pt x="2" y="43"/>
                  </a:cubicBezTo>
                  <a:cubicBezTo>
                    <a:pt x="2" y="42"/>
                    <a:pt x="1" y="40"/>
                    <a:pt x="1" y="40"/>
                  </a:cubicBezTo>
                  <a:cubicBezTo>
                    <a:pt x="1" y="39"/>
                    <a:pt x="0" y="37"/>
                    <a:pt x="0" y="37"/>
                  </a:cubicBezTo>
                  <a:cubicBezTo>
                    <a:pt x="0" y="36"/>
                    <a:pt x="2" y="34"/>
                    <a:pt x="2" y="33"/>
                  </a:cubicBezTo>
                  <a:cubicBezTo>
                    <a:pt x="2" y="32"/>
                    <a:pt x="2" y="31"/>
                    <a:pt x="2" y="30"/>
                  </a:cubicBezTo>
                  <a:cubicBezTo>
                    <a:pt x="2" y="29"/>
                    <a:pt x="1" y="27"/>
                    <a:pt x="2" y="27"/>
                  </a:cubicBezTo>
                  <a:cubicBezTo>
                    <a:pt x="2" y="26"/>
                    <a:pt x="3" y="25"/>
                    <a:pt x="3" y="25"/>
                  </a:cubicBezTo>
                  <a:cubicBezTo>
                    <a:pt x="4" y="24"/>
                    <a:pt x="7" y="24"/>
                    <a:pt x="8" y="24"/>
                  </a:cubicBezTo>
                  <a:cubicBezTo>
                    <a:pt x="9" y="23"/>
                    <a:pt x="10" y="23"/>
                    <a:pt x="10" y="23"/>
                  </a:cubicBezTo>
                  <a:cubicBezTo>
                    <a:pt x="11" y="22"/>
                    <a:pt x="11" y="21"/>
                    <a:pt x="11" y="21"/>
                  </a:cubicBezTo>
                  <a:cubicBezTo>
                    <a:pt x="12" y="20"/>
                    <a:pt x="12" y="20"/>
                    <a:pt x="13" y="20"/>
                  </a:cubicBezTo>
                  <a:cubicBezTo>
                    <a:pt x="13" y="20"/>
                    <a:pt x="14" y="21"/>
                    <a:pt x="15" y="21"/>
                  </a:cubicBezTo>
                  <a:cubicBezTo>
                    <a:pt x="15" y="21"/>
                    <a:pt x="17" y="21"/>
                    <a:pt x="18" y="21"/>
                  </a:cubicBezTo>
                  <a:cubicBezTo>
                    <a:pt x="18" y="21"/>
                    <a:pt x="19" y="21"/>
                    <a:pt x="20" y="20"/>
                  </a:cubicBezTo>
                  <a:cubicBezTo>
                    <a:pt x="20" y="20"/>
                    <a:pt x="21" y="18"/>
                    <a:pt x="21" y="18"/>
                  </a:cubicBezTo>
                  <a:cubicBezTo>
                    <a:pt x="22" y="17"/>
                    <a:pt x="23" y="16"/>
                    <a:pt x="24" y="16"/>
                  </a:cubicBezTo>
                  <a:cubicBezTo>
                    <a:pt x="24" y="16"/>
                    <a:pt x="25" y="16"/>
                    <a:pt x="26" y="16"/>
                  </a:cubicBezTo>
                  <a:cubicBezTo>
                    <a:pt x="26" y="16"/>
                    <a:pt x="26" y="16"/>
                    <a:pt x="27" y="16"/>
                  </a:cubicBezTo>
                  <a:cubicBezTo>
                    <a:pt x="27" y="16"/>
                    <a:pt x="28" y="16"/>
                    <a:pt x="28" y="16"/>
                  </a:cubicBezTo>
                  <a:cubicBezTo>
                    <a:pt x="29" y="16"/>
                    <a:pt x="31" y="17"/>
                    <a:pt x="32" y="17"/>
                  </a:cubicBezTo>
                  <a:cubicBezTo>
                    <a:pt x="32" y="17"/>
                    <a:pt x="33" y="17"/>
                    <a:pt x="34" y="17"/>
                  </a:cubicBezTo>
                  <a:cubicBezTo>
                    <a:pt x="35" y="17"/>
                    <a:pt x="36" y="17"/>
                    <a:pt x="36" y="16"/>
                  </a:cubicBezTo>
                  <a:cubicBezTo>
                    <a:pt x="37" y="16"/>
                    <a:pt x="35" y="15"/>
                    <a:pt x="35" y="14"/>
                  </a:cubicBezTo>
                  <a:cubicBezTo>
                    <a:pt x="35" y="14"/>
                    <a:pt x="35" y="13"/>
                    <a:pt x="35" y="13"/>
                  </a:cubicBezTo>
                  <a:cubicBezTo>
                    <a:pt x="35" y="12"/>
                    <a:pt x="37" y="12"/>
                    <a:pt x="37" y="12"/>
                  </a:cubicBezTo>
                  <a:cubicBezTo>
                    <a:pt x="38" y="12"/>
                    <a:pt x="39" y="12"/>
                    <a:pt x="39" y="12"/>
                  </a:cubicBezTo>
                  <a:cubicBezTo>
                    <a:pt x="39" y="13"/>
                    <a:pt x="40" y="14"/>
                    <a:pt x="40" y="14"/>
                  </a:cubicBezTo>
                  <a:cubicBezTo>
                    <a:pt x="41" y="15"/>
                    <a:pt x="41" y="15"/>
                    <a:pt x="42" y="15"/>
                  </a:cubicBezTo>
                  <a:cubicBezTo>
                    <a:pt x="43" y="16"/>
                    <a:pt x="44" y="16"/>
                    <a:pt x="44" y="16"/>
                  </a:cubicBezTo>
                  <a:cubicBezTo>
                    <a:pt x="45" y="15"/>
                    <a:pt x="45" y="15"/>
                    <a:pt x="46" y="15"/>
                  </a:cubicBezTo>
                  <a:cubicBezTo>
                    <a:pt x="46" y="15"/>
                    <a:pt x="47" y="15"/>
                    <a:pt x="47" y="15"/>
                  </a:cubicBezTo>
                  <a:cubicBezTo>
                    <a:pt x="48" y="15"/>
                    <a:pt x="49" y="14"/>
                    <a:pt x="50" y="14"/>
                  </a:cubicBezTo>
                  <a:cubicBezTo>
                    <a:pt x="50" y="13"/>
                    <a:pt x="51" y="12"/>
                    <a:pt x="51" y="11"/>
                  </a:cubicBezTo>
                  <a:cubicBezTo>
                    <a:pt x="51" y="11"/>
                    <a:pt x="51" y="9"/>
                    <a:pt x="51" y="9"/>
                  </a:cubicBezTo>
                  <a:cubicBezTo>
                    <a:pt x="51" y="8"/>
                    <a:pt x="50" y="7"/>
                    <a:pt x="50" y="7"/>
                  </a:cubicBezTo>
                  <a:cubicBezTo>
                    <a:pt x="50" y="6"/>
                    <a:pt x="50" y="5"/>
                    <a:pt x="50" y="5"/>
                  </a:cubicBezTo>
                  <a:cubicBezTo>
                    <a:pt x="50" y="5"/>
                    <a:pt x="50" y="4"/>
                    <a:pt x="50" y="4"/>
                  </a:cubicBezTo>
                  <a:cubicBezTo>
                    <a:pt x="50" y="5"/>
                    <a:pt x="51" y="5"/>
                    <a:pt x="51" y="5"/>
                  </a:cubicBezTo>
                  <a:cubicBezTo>
                    <a:pt x="52" y="6"/>
                    <a:pt x="53" y="7"/>
                    <a:pt x="54" y="7"/>
                  </a:cubicBezTo>
                  <a:cubicBezTo>
                    <a:pt x="54" y="7"/>
                    <a:pt x="56" y="7"/>
                    <a:pt x="56" y="7"/>
                  </a:cubicBezTo>
                  <a:cubicBezTo>
                    <a:pt x="57" y="7"/>
                    <a:pt x="58" y="7"/>
                    <a:pt x="58" y="7"/>
                  </a:cubicBezTo>
                  <a:cubicBezTo>
                    <a:pt x="59" y="7"/>
                    <a:pt x="60" y="8"/>
                    <a:pt x="61" y="8"/>
                  </a:cubicBezTo>
                  <a:cubicBezTo>
                    <a:pt x="61" y="9"/>
                    <a:pt x="62" y="10"/>
                    <a:pt x="62" y="11"/>
                  </a:cubicBezTo>
                  <a:cubicBezTo>
                    <a:pt x="62" y="12"/>
                    <a:pt x="64" y="13"/>
                    <a:pt x="64" y="14"/>
                  </a:cubicBezTo>
                  <a:cubicBezTo>
                    <a:pt x="64" y="15"/>
                    <a:pt x="64" y="16"/>
                    <a:pt x="65" y="17"/>
                  </a:cubicBezTo>
                  <a:cubicBezTo>
                    <a:pt x="65" y="17"/>
                    <a:pt x="66" y="17"/>
                    <a:pt x="66" y="17"/>
                  </a:cubicBezTo>
                  <a:cubicBezTo>
                    <a:pt x="67" y="17"/>
                    <a:pt x="68" y="17"/>
                    <a:pt x="68" y="16"/>
                  </a:cubicBezTo>
                  <a:cubicBezTo>
                    <a:pt x="69" y="15"/>
                    <a:pt x="69" y="14"/>
                    <a:pt x="68" y="13"/>
                  </a:cubicBezTo>
                  <a:cubicBezTo>
                    <a:pt x="68" y="13"/>
                    <a:pt x="67" y="12"/>
                    <a:pt x="67" y="12"/>
                  </a:cubicBezTo>
                  <a:cubicBezTo>
                    <a:pt x="66" y="11"/>
                    <a:pt x="66" y="9"/>
                    <a:pt x="66" y="9"/>
                  </a:cubicBezTo>
                  <a:cubicBezTo>
                    <a:pt x="67" y="8"/>
                    <a:pt x="68" y="7"/>
                    <a:pt x="68" y="6"/>
                  </a:cubicBezTo>
                  <a:cubicBezTo>
                    <a:pt x="69" y="6"/>
                    <a:pt x="71" y="5"/>
                    <a:pt x="72" y="5"/>
                  </a:cubicBezTo>
                  <a:cubicBezTo>
                    <a:pt x="72" y="5"/>
                    <a:pt x="74" y="5"/>
                    <a:pt x="75" y="5"/>
                  </a:cubicBezTo>
                  <a:cubicBezTo>
                    <a:pt x="76" y="6"/>
                    <a:pt x="76" y="8"/>
                    <a:pt x="76" y="8"/>
                  </a:cubicBezTo>
                  <a:cubicBezTo>
                    <a:pt x="77" y="9"/>
                    <a:pt x="78" y="11"/>
                    <a:pt x="79" y="11"/>
                  </a:cubicBezTo>
                  <a:cubicBezTo>
                    <a:pt x="79" y="11"/>
                    <a:pt x="80" y="11"/>
                    <a:pt x="81" y="10"/>
                  </a:cubicBezTo>
                  <a:cubicBezTo>
                    <a:pt x="81" y="9"/>
                    <a:pt x="81" y="8"/>
                    <a:pt x="81" y="7"/>
                  </a:cubicBezTo>
                  <a:cubicBezTo>
                    <a:pt x="81" y="6"/>
                    <a:pt x="80" y="5"/>
                    <a:pt x="81" y="5"/>
                  </a:cubicBezTo>
                  <a:cubicBezTo>
                    <a:pt x="81" y="4"/>
                    <a:pt x="81" y="3"/>
                    <a:pt x="81" y="3"/>
                  </a:cubicBezTo>
                  <a:cubicBezTo>
                    <a:pt x="82" y="3"/>
                    <a:pt x="82" y="4"/>
                    <a:pt x="83" y="4"/>
                  </a:cubicBezTo>
                  <a:cubicBezTo>
                    <a:pt x="83" y="4"/>
                    <a:pt x="84" y="5"/>
                    <a:pt x="84" y="5"/>
                  </a:cubicBezTo>
                  <a:cubicBezTo>
                    <a:pt x="85" y="5"/>
                    <a:pt x="87" y="5"/>
                    <a:pt x="87" y="5"/>
                  </a:cubicBezTo>
                  <a:cubicBezTo>
                    <a:pt x="88" y="4"/>
                    <a:pt x="89" y="3"/>
                    <a:pt x="90" y="3"/>
                  </a:cubicBezTo>
                  <a:cubicBezTo>
                    <a:pt x="90" y="2"/>
                    <a:pt x="92" y="1"/>
                    <a:pt x="93" y="1"/>
                  </a:cubicBezTo>
                  <a:cubicBezTo>
                    <a:pt x="93" y="1"/>
                    <a:pt x="94" y="0"/>
                    <a:pt x="94" y="0"/>
                  </a:cubicBezTo>
                  <a:cubicBezTo>
                    <a:pt x="95" y="0"/>
                    <a:pt x="95" y="2"/>
                    <a:pt x="95" y="2"/>
                  </a:cubicBezTo>
                  <a:cubicBezTo>
                    <a:pt x="96" y="3"/>
                    <a:pt x="96" y="4"/>
                    <a:pt x="96" y="5"/>
                  </a:cubicBezTo>
                  <a:cubicBezTo>
                    <a:pt x="96" y="6"/>
                    <a:pt x="95" y="7"/>
                    <a:pt x="95" y="8"/>
                  </a:cubicBezTo>
                  <a:cubicBezTo>
                    <a:pt x="95" y="8"/>
                    <a:pt x="96" y="9"/>
                    <a:pt x="96" y="10"/>
                  </a:cubicBezTo>
                  <a:cubicBezTo>
                    <a:pt x="96" y="10"/>
                    <a:pt x="97" y="12"/>
                    <a:pt x="98" y="13"/>
                  </a:cubicBezTo>
                  <a:cubicBezTo>
                    <a:pt x="98" y="13"/>
                    <a:pt x="98" y="15"/>
                    <a:pt x="98" y="16"/>
                  </a:cubicBezTo>
                  <a:cubicBezTo>
                    <a:pt x="98" y="17"/>
                    <a:pt x="99" y="19"/>
                    <a:pt x="99" y="19"/>
                  </a:cubicBezTo>
                  <a:cubicBezTo>
                    <a:pt x="100" y="20"/>
                    <a:pt x="101" y="22"/>
                    <a:pt x="101" y="23"/>
                  </a:cubicBezTo>
                  <a:cubicBezTo>
                    <a:pt x="102" y="23"/>
                    <a:pt x="103" y="23"/>
                    <a:pt x="104" y="24"/>
                  </a:cubicBezTo>
                  <a:cubicBezTo>
                    <a:pt x="105" y="25"/>
                    <a:pt x="105" y="26"/>
                    <a:pt x="106" y="27"/>
                  </a:cubicBezTo>
                  <a:cubicBezTo>
                    <a:pt x="106" y="28"/>
                    <a:pt x="108" y="29"/>
                    <a:pt x="108" y="30"/>
                  </a:cubicBezTo>
                  <a:cubicBezTo>
                    <a:pt x="108" y="31"/>
                    <a:pt x="109" y="32"/>
                    <a:pt x="109" y="33"/>
                  </a:cubicBezTo>
                  <a:cubicBezTo>
                    <a:pt x="110" y="33"/>
                    <a:pt x="111" y="34"/>
                    <a:pt x="111" y="34"/>
                  </a:cubicBezTo>
                  <a:cubicBezTo>
                    <a:pt x="112" y="35"/>
                    <a:pt x="113" y="36"/>
                    <a:pt x="113" y="37"/>
                  </a:cubicBezTo>
                  <a:cubicBezTo>
                    <a:pt x="113" y="37"/>
                    <a:pt x="113" y="39"/>
                    <a:pt x="113" y="40"/>
                  </a:cubicBezTo>
                  <a:cubicBezTo>
                    <a:pt x="113" y="40"/>
                    <a:pt x="112" y="41"/>
                    <a:pt x="112" y="41"/>
                  </a:cubicBezTo>
                  <a:cubicBezTo>
                    <a:pt x="112" y="42"/>
                    <a:pt x="112" y="43"/>
                    <a:pt x="112" y="43"/>
                  </a:cubicBezTo>
                  <a:cubicBezTo>
                    <a:pt x="112" y="44"/>
                    <a:pt x="112" y="45"/>
                    <a:pt x="111" y="45"/>
                  </a:cubicBezTo>
                  <a:cubicBezTo>
                    <a:pt x="111" y="45"/>
                    <a:pt x="109" y="45"/>
                    <a:pt x="108" y="45"/>
                  </a:cubicBezTo>
                  <a:cubicBezTo>
                    <a:pt x="108" y="45"/>
                    <a:pt x="107" y="44"/>
                    <a:pt x="106" y="44"/>
                  </a:cubicBezTo>
                  <a:cubicBezTo>
                    <a:pt x="106" y="44"/>
                    <a:pt x="105" y="44"/>
                    <a:pt x="105" y="44"/>
                  </a:cubicBezTo>
                  <a:cubicBezTo>
                    <a:pt x="104" y="44"/>
                    <a:pt x="104" y="46"/>
                    <a:pt x="104" y="47"/>
                  </a:cubicBezTo>
                  <a:cubicBezTo>
                    <a:pt x="104" y="48"/>
                    <a:pt x="104" y="48"/>
                    <a:pt x="104" y="49"/>
                  </a:cubicBezTo>
                  <a:cubicBezTo>
                    <a:pt x="104" y="49"/>
                    <a:pt x="105" y="50"/>
                    <a:pt x="105" y="51"/>
                  </a:cubicBezTo>
                  <a:cubicBezTo>
                    <a:pt x="105" y="52"/>
                    <a:pt x="106" y="53"/>
                    <a:pt x="106" y="54"/>
                  </a:cubicBezTo>
                  <a:cubicBezTo>
                    <a:pt x="106" y="55"/>
                    <a:pt x="105" y="56"/>
                    <a:pt x="104" y="56"/>
                  </a:cubicBezTo>
                  <a:cubicBezTo>
                    <a:pt x="104" y="57"/>
                    <a:pt x="103" y="58"/>
                    <a:pt x="103" y="58"/>
                  </a:cubicBezTo>
                  <a:cubicBezTo>
                    <a:pt x="102" y="59"/>
                    <a:pt x="101" y="60"/>
                    <a:pt x="101" y="61"/>
                  </a:cubicBezTo>
                  <a:cubicBezTo>
                    <a:pt x="101" y="61"/>
                    <a:pt x="101" y="63"/>
                    <a:pt x="101" y="63"/>
                  </a:cubicBezTo>
                  <a:cubicBezTo>
                    <a:pt x="101" y="64"/>
                    <a:pt x="103" y="65"/>
                    <a:pt x="104" y="65"/>
                  </a:cubicBezTo>
                  <a:cubicBezTo>
                    <a:pt x="104" y="66"/>
                    <a:pt x="104" y="68"/>
                    <a:pt x="103" y="69"/>
                  </a:cubicBezTo>
                  <a:cubicBezTo>
                    <a:pt x="103" y="69"/>
                    <a:pt x="102" y="70"/>
                    <a:pt x="102" y="70"/>
                  </a:cubicBezTo>
                  <a:cubicBezTo>
                    <a:pt x="101" y="71"/>
                    <a:pt x="101" y="72"/>
                    <a:pt x="100" y="73"/>
                  </a:cubicBezTo>
                  <a:cubicBezTo>
                    <a:pt x="100" y="74"/>
                    <a:pt x="100" y="75"/>
                    <a:pt x="100" y="75"/>
                  </a:cubicBezTo>
                  <a:cubicBezTo>
                    <a:pt x="100" y="75"/>
                    <a:pt x="100" y="75"/>
                    <a:pt x="101" y="75"/>
                  </a:cubicBezTo>
                  <a:cubicBezTo>
                    <a:pt x="100" y="75"/>
                    <a:pt x="99" y="75"/>
                    <a:pt x="99" y="75"/>
                  </a:cubicBezTo>
                  <a:cubicBezTo>
                    <a:pt x="98" y="76"/>
                    <a:pt x="97" y="77"/>
                    <a:pt x="97" y="77"/>
                  </a:cubicBezTo>
                  <a:cubicBezTo>
                    <a:pt x="96" y="77"/>
                    <a:pt x="94" y="79"/>
                    <a:pt x="93" y="79"/>
                  </a:cubicBezTo>
                  <a:cubicBezTo>
                    <a:pt x="93" y="79"/>
                    <a:pt x="92" y="78"/>
                    <a:pt x="91" y="78"/>
                  </a:cubicBezTo>
                  <a:cubicBezTo>
                    <a:pt x="91" y="78"/>
                    <a:pt x="89" y="78"/>
                    <a:pt x="88" y="78"/>
                  </a:cubicBezTo>
                  <a:cubicBezTo>
                    <a:pt x="87" y="78"/>
                    <a:pt x="85" y="79"/>
                    <a:pt x="85" y="80"/>
                  </a:cubicBezTo>
                  <a:cubicBezTo>
                    <a:pt x="84" y="80"/>
                    <a:pt x="84" y="82"/>
                    <a:pt x="84" y="83"/>
                  </a:cubicBezTo>
                  <a:cubicBezTo>
                    <a:pt x="84" y="84"/>
                    <a:pt x="82" y="84"/>
                    <a:pt x="82" y="85"/>
                  </a:cubicBezTo>
                  <a:cubicBezTo>
                    <a:pt x="81" y="85"/>
                    <a:pt x="80" y="87"/>
                    <a:pt x="79" y="87"/>
                  </a:cubicBezTo>
                  <a:cubicBezTo>
                    <a:pt x="78" y="87"/>
                    <a:pt x="76" y="86"/>
                    <a:pt x="75" y="86"/>
                  </a:cubicBezTo>
                  <a:cubicBezTo>
                    <a:pt x="75" y="85"/>
                    <a:pt x="75" y="83"/>
                    <a:pt x="74" y="82"/>
                  </a:cubicBezTo>
                  <a:cubicBezTo>
                    <a:pt x="74" y="82"/>
                    <a:pt x="72" y="81"/>
                    <a:pt x="72" y="81"/>
                  </a:cubicBezTo>
                  <a:cubicBezTo>
                    <a:pt x="71" y="81"/>
                    <a:pt x="70" y="81"/>
                    <a:pt x="69" y="81"/>
                  </a:cubicBezTo>
                  <a:cubicBezTo>
                    <a:pt x="68" y="81"/>
                    <a:pt x="67" y="82"/>
                    <a:pt x="66" y="83"/>
                  </a:cubicBezTo>
                  <a:cubicBezTo>
                    <a:pt x="66" y="83"/>
                    <a:pt x="64" y="84"/>
                    <a:pt x="63" y="84"/>
                  </a:cubicBezTo>
                  <a:cubicBezTo>
                    <a:pt x="62" y="84"/>
                    <a:pt x="61" y="85"/>
                    <a:pt x="60" y="84"/>
                  </a:cubicBezTo>
                  <a:cubicBezTo>
                    <a:pt x="59" y="84"/>
                    <a:pt x="59" y="81"/>
                    <a:pt x="58" y="80"/>
                  </a:cubicBezTo>
                  <a:cubicBezTo>
                    <a:pt x="57" y="80"/>
                    <a:pt x="54" y="79"/>
                    <a:pt x="53" y="79"/>
                  </a:cubicBezTo>
                  <a:cubicBezTo>
                    <a:pt x="52" y="79"/>
                    <a:pt x="51" y="79"/>
                    <a:pt x="50" y="79"/>
                  </a:cubicBezTo>
                  <a:cubicBezTo>
                    <a:pt x="49" y="79"/>
                    <a:pt x="48" y="78"/>
                    <a:pt x="47" y="77"/>
                  </a:cubicBezTo>
                  <a:cubicBezTo>
                    <a:pt x="46" y="77"/>
                    <a:pt x="46" y="75"/>
                    <a:pt x="45" y="75"/>
                  </a:cubicBezTo>
                  <a:cubicBezTo>
                    <a:pt x="45" y="74"/>
                    <a:pt x="42" y="74"/>
                    <a:pt x="42" y="73"/>
                  </a:cubicBezTo>
                  <a:cubicBezTo>
                    <a:pt x="41" y="72"/>
                    <a:pt x="40" y="71"/>
                    <a:pt x="40" y="71"/>
                  </a:cubicBezTo>
                  <a:cubicBezTo>
                    <a:pt x="39" y="71"/>
                    <a:pt x="39" y="71"/>
                    <a:pt x="39" y="71"/>
                  </a:cubicBezTo>
                  <a:cubicBezTo>
                    <a:pt x="38" y="70"/>
                    <a:pt x="37" y="70"/>
                    <a:pt x="36" y="70"/>
                  </a:cubicBezTo>
                  <a:cubicBezTo>
                    <a:pt x="35" y="70"/>
                    <a:pt x="33" y="69"/>
                    <a:pt x="33" y="68"/>
                  </a:cubicBezTo>
                  <a:cubicBezTo>
                    <a:pt x="32" y="68"/>
                    <a:pt x="33" y="66"/>
                    <a:pt x="33" y="65"/>
                  </a:cubicBezTo>
                  <a:cubicBezTo>
                    <a:pt x="33" y="64"/>
                    <a:pt x="31" y="62"/>
                    <a:pt x="31" y="62"/>
                  </a:cubicBezTo>
                  <a:cubicBezTo>
                    <a:pt x="30" y="61"/>
                    <a:pt x="29" y="60"/>
                    <a:pt x="29" y="59"/>
                  </a:cubicBezTo>
                  <a:cubicBezTo>
                    <a:pt x="28" y="59"/>
                    <a:pt x="28" y="57"/>
                    <a:pt x="28" y="57"/>
                  </a:cubicBezTo>
                  <a:cubicBezTo>
                    <a:pt x="27" y="56"/>
                    <a:pt x="26" y="54"/>
                    <a:pt x="25" y="54"/>
                  </a:cubicBezTo>
                  <a:cubicBezTo>
                    <a:pt x="24" y="53"/>
                    <a:pt x="22" y="53"/>
                    <a:pt x="21" y="53"/>
                  </a:cubicBezTo>
                  <a:cubicBezTo>
                    <a:pt x="20" y="53"/>
                    <a:pt x="20" y="55"/>
                    <a:pt x="19" y="55"/>
                  </a:cubicBezTo>
                  <a:cubicBezTo>
                    <a:pt x="19" y="55"/>
                    <a:pt x="18" y="55"/>
                    <a:pt x="18" y="5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50"/>
            <p:cNvSpPr>
              <a:spLocks/>
            </p:cNvSpPr>
            <p:nvPr/>
          </p:nvSpPr>
          <p:spPr bwMode="auto">
            <a:xfrm>
              <a:off x="1754188" y="2765426"/>
              <a:ext cx="258763" cy="315913"/>
            </a:xfrm>
            <a:custGeom>
              <a:avLst/>
              <a:gdLst/>
              <a:ahLst/>
              <a:cxnLst>
                <a:cxn ang="0">
                  <a:pos x="70" y="11"/>
                </a:cxn>
                <a:cxn ang="0">
                  <a:pos x="62" y="18"/>
                </a:cxn>
                <a:cxn ang="0">
                  <a:pos x="75" y="32"/>
                </a:cxn>
                <a:cxn ang="0">
                  <a:pos x="86" y="38"/>
                </a:cxn>
                <a:cxn ang="0">
                  <a:pos x="97" y="44"/>
                </a:cxn>
                <a:cxn ang="0">
                  <a:pos x="96" y="49"/>
                </a:cxn>
                <a:cxn ang="0">
                  <a:pos x="107" y="53"/>
                </a:cxn>
                <a:cxn ang="0">
                  <a:pos x="114" y="55"/>
                </a:cxn>
                <a:cxn ang="0">
                  <a:pos x="121" y="58"/>
                </a:cxn>
                <a:cxn ang="0">
                  <a:pos x="124" y="65"/>
                </a:cxn>
                <a:cxn ang="0">
                  <a:pos x="129" y="76"/>
                </a:cxn>
                <a:cxn ang="0">
                  <a:pos x="138" y="86"/>
                </a:cxn>
                <a:cxn ang="0">
                  <a:pos x="131" y="96"/>
                </a:cxn>
                <a:cxn ang="0">
                  <a:pos x="126" y="112"/>
                </a:cxn>
                <a:cxn ang="0">
                  <a:pos x="126" y="126"/>
                </a:cxn>
                <a:cxn ang="0">
                  <a:pos x="121" y="131"/>
                </a:cxn>
                <a:cxn ang="0">
                  <a:pos x="113" y="136"/>
                </a:cxn>
                <a:cxn ang="0">
                  <a:pos x="106" y="131"/>
                </a:cxn>
                <a:cxn ang="0">
                  <a:pos x="93" y="126"/>
                </a:cxn>
                <a:cxn ang="0">
                  <a:pos x="82" y="103"/>
                </a:cxn>
                <a:cxn ang="0">
                  <a:pos x="69" y="107"/>
                </a:cxn>
                <a:cxn ang="0">
                  <a:pos x="73" y="123"/>
                </a:cxn>
                <a:cxn ang="0">
                  <a:pos x="69" y="139"/>
                </a:cxn>
                <a:cxn ang="0">
                  <a:pos x="56" y="144"/>
                </a:cxn>
                <a:cxn ang="0">
                  <a:pos x="47" y="156"/>
                </a:cxn>
                <a:cxn ang="0">
                  <a:pos x="43" y="167"/>
                </a:cxn>
                <a:cxn ang="0">
                  <a:pos x="31" y="166"/>
                </a:cxn>
                <a:cxn ang="0">
                  <a:pos x="18" y="162"/>
                </a:cxn>
                <a:cxn ang="0">
                  <a:pos x="8" y="164"/>
                </a:cxn>
                <a:cxn ang="0">
                  <a:pos x="1" y="153"/>
                </a:cxn>
                <a:cxn ang="0">
                  <a:pos x="5" y="140"/>
                </a:cxn>
                <a:cxn ang="0">
                  <a:pos x="14" y="131"/>
                </a:cxn>
                <a:cxn ang="0">
                  <a:pos x="22" y="117"/>
                </a:cxn>
                <a:cxn ang="0">
                  <a:pos x="32" y="111"/>
                </a:cxn>
                <a:cxn ang="0">
                  <a:pos x="28" y="110"/>
                </a:cxn>
                <a:cxn ang="0">
                  <a:pos x="7" y="114"/>
                </a:cxn>
                <a:cxn ang="0">
                  <a:pos x="6" y="107"/>
                </a:cxn>
                <a:cxn ang="0">
                  <a:pos x="10" y="95"/>
                </a:cxn>
                <a:cxn ang="0">
                  <a:pos x="1" y="82"/>
                </a:cxn>
                <a:cxn ang="0">
                  <a:pos x="7" y="77"/>
                </a:cxn>
                <a:cxn ang="0">
                  <a:pos x="14" y="88"/>
                </a:cxn>
                <a:cxn ang="0">
                  <a:pos x="13" y="84"/>
                </a:cxn>
                <a:cxn ang="0">
                  <a:pos x="10" y="70"/>
                </a:cxn>
                <a:cxn ang="0">
                  <a:pos x="23" y="67"/>
                </a:cxn>
                <a:cxn ang="0">
                  <a:pos x="23" y="54"/>
                </a:cxn>
                <a:cxn ang="0">
                  <a:pos x="25" y="40"/>
                </a:cxn>
                <a:cxn ang="0">
                  <a:pos x="19" y="52"/>
                </a:cxn>
                <a:cxn ang="0">
                  <a:pos x="22" y="34"/>
                </a:cxn>
                <a:cxn ang="0">
                  <a:pos x="30" y="21"/>
                </a:cxn>
                <a:cxn ang="0">
                  <a:pos x="29" y="13"/>
                </a:cxn>
                <a:cxn ang="0">
                  <a:pos x="36" y="8"/>
                </a:cxn>
                <a:cxn ang="0">
                  <a:pos x="50" y="13"/>
                </a:cxn>
                <a:cxn ang="0">
                  <a:pos x="55" y="4"/>
                </a:cxn>
                <a:cxn ang="0">
                  <a:pos x="71" y="3"/>
                </a:cxn>
              </a:cxnLst>
              <a:rect l="0" t="0" r="r" b="b"/>
              <a:pathLst>
                <a:path w="138" h="168">
                  <a:moveTo>
                    <a:pt x="76" y="3"/>
                  </a:moveTo>
                  <a:cubicBezTo>
                    <a:pt x="76" y="3"/>
                    <a:pt x="76" y="4"/>
                    <a:pt x="76" y="4"/>
                  </a:cubicBezTo>
                  <a:cubicBezTo>
                    <a:pt x="76" y="4"/>
                    <a:pt x="75" y="5"/>
                    <a:pt x="75" y="5"/>
                  </a:cubicBezTo>
                  <a:cubicBezTo>
                    <a:pt x="75" y="6"/>
                    <a:pt x="74" y="7"/>
                    <a:pt x="74" y="7"/>
                  </a:cubicBezTo>
                  <a:cubicBezTo>
                    <a:pt x="74" y="8"/>
                    <a:pt x="72" y="8"/>
                    <a:pt x="72" y="8"/>
                  </a:cubicBezTo>
                  <a:cubicBezTo>
                    <a:pt x="71" y="9"/>
                    <a:pt x="70" y="10"/>
                    <a:pt x="70" y="11"/>
                  </a:cubicBezTo>
                  <a:cubicBezTo>
                    <a:pt x="70" y="11"/>
                    <a:pt x="70" y="12"/>
                    <a:pt x="69" y="13"/>
                  </a:cubicBezTo>
                  <a:cubicBezTo>
                    <a:pt x="69" y="13"/>
                    <a:pt x="69" y="14"/>
                    <a:pt x="68" y="15"/>
                  </a:cubicBezTo>
                  <a:cubicBezTo>
                    <a:pt x="68" y="15"/>
                    <a:pt x="66" y="15"/>
                    <a:pt x="65" y="15"/>
                  </a:cubicBezTo>
                  <a:cubicBezTo>
                    <a:pt x="65" y="15"/>
                    <a:pt x="63" y="15"/>
                    <a:pt x="63" y="16"/>
                  </a:cubicBezTo>
                  <a:cubicBezTo>
                    <a:pt x="62" y="16"/>
                    <a:pt x="62" y="16"/>
                    <a:pt x="62" y="16"/>
                  </a:cubicBezTo>
                  <a:cubicBezTo>
                    <a:pt x="62" y="17"/>
                    <a:pt x="62" y="18"/>
                    <a:pt x="62" y="18"/>
                  </a:cubicBezTo>
                  <a:cubicBezTo>
                    <a:pt x="63" y="19"/>
                    <a:pt x="64" y="20"/>
                    <a:pt x="64" y="21"/>
                  </a:cubicBezTo>
                  <a:cubicBezTo>
                    <a:pt x="64" y="22"/>
                    <a:pt x="64" y="23"/>
                    <a:pt x="64" y="24"/>
                  </a:cubicBezTo>
                  <a:cubicBezTo>
                    <a:pt x="64" y="24"/>
                    <a:pt x="65" y="25"/>
                    <a:pt x="65" y="25"/>
                  </a:cubicBezTo>
                  <a:cubicBezTo>
                    <a:pt x="66" y="26"/>
                    <a:pt x="67" y="26"/>
                    <a:pt x="68" y="26"/>
                  </a:cubicBezTo>
                  <a:cubicBezTo>
                    <a:pt x="69" y="27"/>
                    <a:pt x="71" y="28"/>
                    <a:pt x="72" y="29"/>
                  </a:cubicBezTo>
                  <a:cubicBezTo>
                    <a:pt x="72" y="29"/>
                    <a:pt x="75" y="31"/>
                    <a:pt x="75" y="32"/>
                  </a:cubicBezTo>
                  <a:cubicBezTo>
                    <a:pt x="76" y="32"/>
                    <a:pt x="77" y="34"/>
                    <a:pt x="78" y="35"/>
                  </a:cubicBezTo>
                  <a:cubicBezTo>
                    <a:pt x="78" y="35"/>
                    <a:pt x="78" y="37"/>
                    <a:pt x="78" y="37"/>
                  </a:cubicBezTo>
                  <a:cubicBezTo>
                    <a:pt x="78" y="38"/>
                    <a:pt x="78" y="39"/>
                    <a:pt x="78" y="40"/>
                  </a:cubicBezTo>
                  <a:cubicBezTo>
                    <a:pt x="79" y="40"/>
                    <a:pt x="79" y="41"/>
                    <a:pt x="80" y="41"/>
                  </a:cubicBezTo>
                  <a:cubicBezTo>
                    <a:pt x="81" y="42"/>
                    <a:pt x="82" y="41"/>
                    <a:pt x="83" y="40"/>
                  </a:cubicBezTo>
                  <a:cubicBezTo>
                    <a:pt x="84" y="40"/>
                    <a:pt x="86" y="39"/>
                    <a:pt x="86" y="38"/>
                  </a:cubicBezTo>
                  <a:cubicBezTo>
                    <a:pt x="87" y="38"/>
                    <a:pt x="89" y="37"/>
                    <a:pt x="90" y="37"/>
                  </a:cubicBezTo>
                  <a:cubicBezTo>
                    <a:pt x="91" y="37"/>
                    <a:pt x="92" y="38"/>
                    <a:pt x="93" y="38"/>
                  </a:cubicBezTo>
                  <a:cubicBezTo>
                    <a:pt x="93" y="38"/>
                    <a:pt x="94" y="38"/>
                    <a:pt x="94" y="39"/>
                  </a:cubicBezTo>
                  <a:cubicBezTo>
                    <a:pt x="94" y="39"/>
                    <a:pt x="94" y="41"/>
                    <a:pt x="94" y="41"/>
                  </a:cubicBezTo>
                  <a:cubicBezTo>
                    <a:pt x="95" y="42"/>
                    <a:pt x="95" y="42"/>
                    <a:pt x="96" y="42"/>
                  </a:cubicBezTo>
                  <a:cubicBezTo>
                    <a:pt x="96" y="43"/>
                    <a:pt x="97" y="43"/>
                    <a:pt x="97" y="44"/>
                  </a:cubicBezTo>
                  <a:cubicBezTo>
                    <a:pt x="98" y="44"/>
                    <a:pt x="99" y="45"/>
                    <a:pt x="99" y="45"/>
                  </a:cubicBezTo>
                  <a:cubicBezTo>
                    <a:pt x="99" y="46"/>
                    <a:pt x="99" y="47"/>
                    <a:pt x="99" y="47"/>
                  </a:cubicBezTo>
                  <a:cubicBezTo>
                    <a:pt x="98" y="48"/>
                    <a:pt x="97" y="48"/>
                    <a:pt x="97" y="47"/>
                  </a:cubicBezTo>
                  <a:cubicBezTo>
                    <a:pt x="97" y="47"/>
                    <a:pt x="96" y="46"/>
                    <a:pt x="96" y="46"/>
                  </a:cubicBezTo>
                  <a:cubicBezTo>
                    <a:pt x="96" y="46"/>
                    <a:pt x="95" y="46"/>
                    <a:pt x="95" y="47"/>
                  </a:cubicBezTo>
                  <a:cubicBezTo>
                    <a:pt x="95" y="47"/>
                    <a:pt x="95" y="48"/>
                    <a:pt x="96" y="49"/>
                  </a:cubicBezTo>
                  <a:cubicBezTo>
                    <a:pt x="96" y="49"/>
                    <a:pt x="96" y="50"/>
                    <a:pt x="97" y="50"/>
                  </a:cubicBezTo>
                  <a:cubicBezTo>
                    <a:pt x="97" y="51"/>
                    <a:pt x="98" y="50"/>
                    <a:pt x="99" y="50"/>
                  </a:cubicBezTo>
                  <a:cubicBezTo>
                    <a:pt x="99" y="50"/>
                    <a:pt x="100" y="50"/>
                    <a:pt x="100" y="50"/>
                  </a:cubicBezTo>
                  <a:cubicBezTo>
                    <a:pt x="101" y="50"/>
                    <a:pt x="102" y="50"/>
                    <a:pt x="103" y="50"/>
                  </a:cubicBezTo>
                  <a:cubicBezTo>
                    <a:pt x="103" y="50"/>
                    <a:pt x="104" y="51"/>
                    <a:pt x="105" y="52"/>
                  </a:cubicBezTo>
                  <a:cubicBezTo>
                    <a:pt x="105" y="52"/>
                    <a:pt x="106" y="53"/>
                    <a:pt x="107" y="53"/>
                  </a:cubicBezTo>
                  <a:cubicBezTo>
                    <a:pt x="107" y="53"/>
                    <a:pt x="109" y="53"/>
                    <a:pt x="109" y="53"/>
                  </a:cubicBezTo>
                  <a:cubicBezTo>
                    <a:pt x="110" y="53"/>
                    <a:pt x="111" y="52"/>
                    <a:pt x="111" y="52"/>
                  </a:cubicBezTo>
                  <a:cubicBezTo>
                    <a:pt x="111" y="52"/>
                    <a:pt x="112" y="52"/>
                    <a:pt x="112" y="52"/>
                  </a:cubicBezTo>
                  <a:cubicBezTo>
                    <a:pt x="113" y="52"/>
                    <a:pt x="114" y="52"/>
                    <a:pt x="114" y="52"/>
                  </a:cubicBezTo>
                  <a:cubicBezTo>
                    <a:pt x="114" y="53"/>
                    <a:pt x="114" y="54"/>
                    <a:pt x="114" y="54"/>
                  </a:cubicBezTo>
                  <a:cubicBezTo>
                    <a:pt x="114" y="55"/>
                    <a:pt x="114" y="55"/>
                    <a:pt x="114" y="55"/>
                  </a:cubicBezTo>
                  <a:cubicBezTo>
                    <a:pt x="115" y="56"/>
                    <a:pt x="116" y="56"/>
                    <a:pt x="116" y="55"/>
                  </a:cubicBezTo>
                  <a:cubicBezTo>
                    <a:pt x="116" y="55"/>
                    <a:pt x="117" y="54"/>
                    <a:pt x="117" y="54"/>
                  </a:cubicBezTo>
                  <a:cubicBezTo>
                    <a:pt x="117" y="54"/>
                    <a:pt x="118" y="54"/>
                    <a:pt x="118" y="55"/>
                  </a:cubicBezTo>
                  <a:cubicBezTo>
                    <a:pt x="119" y="55"/>
                    <a:pt x="118" y="56"/>
                    <a:pt x="118" y="56"/>
                  </a:cubicBezTo>
                  <a:cubicBezTo>
                    <a:pt x="118" y="56"/>
                    <a:pt x="119" y="57"/>
                    <a:pt x="119" y="57"/>
                  </a:cubicBezTo>
                  <a:cubicBezTo>
                    <a:pt x="120" y="57"/>
                    <a:pt x="121" y="58"/>
                    <a:pt x="121" y="58"/>
                  </a:cubicBezTo>
                  <a:cubicBezTo>
                    <a:pt x="121" y="58"/>
                    <a:pt x="121" y="59"/>
                    <a:pt x="121" y="60"/>
                  </a:cubicBezTo>
                  <a:cubicBezTo>
                    <a:pt x="120" y="60"/>
                    <a:pt x="120" y="60"/>
                    <a:pt x="120" y="61"/>
                  </a:cubicBezTo>
                  <a:cubicBezTo>
                    <a:pt x="120" y="61"/>
                    <a:pt x="120" y="62"/>
                    <a:pt x="120" y="62"/>
                  </a:cubicBezTo>
                  <a:cubicBezTo>
                    <a:pt x="120" y="63"/>
                    <a:pt x="121" y="63"/>
                    <a:pt x="122" y="63"/>
                  </a:cubicBezTo>
                  <a:cubicBezTo>
                    <a:pt x="122" y="64"/>
                    <a:pt x="123" y="63"/>
                    <a:pt x="123" y="63"/>
                  </a:cubicBezTo>
                  <a:cubicBezTo>
                    <a:pt x="124" y="64"/>
                    <a:pt x="124" y="65"/>
                    <a:pt x="124" y="65"/>
                  </a:cubicBezTo>
                  <a:cubicBezTo>
                    <a:pt x="125" y="65"/>
                    <a:pt x="126" y="66"/>
                    <a:pt x="126" y="66"/>
                  </a:cubicBezTo>
                  <a:cubicBezTo>
                    <a:pt x="127" y="66"/>
                    <a:pt x="128" y="66"/>
                    <a:pt x="128" y="67"/>
                  </a:cubicBezTo>
                  <a:cubicBezTo>
                    <a:pt x="129" y="67"/>
                    <a:pt x="130" y="68"/>
                    <a:pt x="130" y="69"/>
                  </a:cubicBezTo>
                  <a:cubicBezTo>
                    <a:pt x="130" y="69"/>
                    <a:pt x="131" y="70"/>
                    <a:pt x="131" y="71"/>
                  </a:cubicBezTo>
                  <a:cubicBezTo>
                    <a:pt x="131" y="71"/>
                    <a:pt x="130" y="72"/>
                    <a:pt x="129" y="73"/>
                  </a:cubicBezTo>
                  <a:cubicBezTo>
                    <a:pt x="129" y="74"/>
                    <a:pt x="129" y="75"/>
                    <a:pt x="129" y="76"/>
                  </a:cubicBezTo>
                  <a:cubicBezTo>
                    <a:pt x="130" y="76"/>
                    <a:pt x="130" y="77"/>
                    <a:pt x="130" y="77"/>
                  </a:cubicBezTo>
                  <a:cubicBezTo>
                    <a:pt x="131" y="77"/>
                    <a:pt x="132" y="77"/>
                    <a:pt x="132" y="78"/>
                  </a:cubicBezTo>
                  <a:cubicBezTo>
                    <a:pt x="133" y="78"/>
                    <a:pt x="133" y="80"/>
                    <a:pt x="133" y="80"/>
                  </a:cubicBezTo>
                  <a:cubicBezTo>
                    <a:pt x="133" y="81"/>
                    <a:pt x="134" y="82"/>
                    <a:pt x="135" y="83"/>
                  </a:cubicBezTo>
                  <a:cubicBezTo>
                    <a:pt x="135" y="83"/>
                    <a:pt x="136" y="84"/>
                    <a:pt x="137" y="84"/>
                  </a:cubicBezTo>
                  <a:cubicBezTo>
                    <a:pt x="137" y="85"/>
                    <a:pt x="138" y="86"/>
                    <a:pt x="138" y="86"/>
                  </a:cubicBezTo>
                  <a:cubicBezTo>
                    <a:pt x="138" y="87"/>
                    <a:pt x="137" y="87"/>
                    <a:pt x="137" y="87"/>
                  </a:cubicBezTo>
                  <a:cubicBezTo>
                    <a:pt x="137" y="88"/>
                    <a:pt x="137" y="89"/>
                    <a:pt x="136" y="89"/>
                  </a:cubicBezTo>
                  <a:cubicBezTo>
                    <a:pt x="136" y="90"/>
                    <a:pt x="135" y="91"/>
                    <a:pt x="134" y="91"/>
                  </a:cubicBezTo>
                  <a:cubicBezTo>
                    <a:pt x="134" y="92"/>
                    <a:pt x="133" y="92"/>
                    <a:pt x="133" y="93"/>
                  </a:cubicBezTo>
                  <a:cubicBezTo>
                    <a:pt x="133" y="93"/>
                    <a:pt x="132" y="93"/>
                    <a:pt x="132" y="94"/>
                  </a:cubicBezTo>
                  <a:cubicBezTo>
                    <a:pt x="132" y="94"/>
                    <a:pt x="131" y="96"/>
                    <a:pt x="131" y="96"/>
                  </a:cubicBezTo>
                  <a:cubicBezTo>
                    <a:pt x="131" y="97"/>
                    <a:pt x="130" y="98"/>
                    <a:pt x="129" y="98"/>
                  </a:cubicBezTo>
                  <a:cubicBezTo>
                    <a:pt x="129" y="98"/>
                    <a:pt x="127" y="99"/>
                    <a:pt x="127" y="100"/>
                  </a:cubicBezTo>
                  <a:cubicBezTo>
                    <a:pt x="127" y="101"/>
                    <a:pt x="128" y="102"/>
                    <a:pt x="128" y="103"/>
                  </a:cubicBezTo>
                  <a:cubicBezTo>
                    <a:pt x="129" y="104"/>
                    <a:pt x="129" y="106"/>
                    <a:pt x="129" y="107"/>
                  </a:cubicBezTo>
                  <a:cubicBezTo>
                    <a:pt x="129" y="107"/>
                    <a:pt x="128" y="109"/>
                    <a:pt x="128" y="109"/>
                  </a:cubicBezTo>
                  <a:cubicBezTo>
                    <a:pt x="128" y="110"/>
                    <a:pt x="126" y="111"/>
                    <a:pt x="126" y="112"/>
                  </a:cubicBezTo>
                  <a:cubicBezTo>
                    <a:pt x="125" y="113"/>
                    <a:pt x="125" y="115"/>
                    <a:pt x="124" y="116"/>
                  </a:cubicBezTo>
                  <a:cubicBezTo>
                    <a:pt x="124" y="116"/>
                    <a:pt x="123" y="117"/>
                    <a:pt x="123" y="117"/>
                  </a:cubicBezTo>
                  <a:cubicBezTo>
                    <a:pt x="122" y="118"/>
                    <a:pt x="122" y="119"/>
                    <a:pt x="123" y="119"/>
                  </a:cubicBezTo>
                  <a:cubicBezTo>
                    <a:pt x="123" y="120"/>
                    <a:pt x="124" y="121"/>
                    <a:pt x="124" y="121"/>
                  </a:cubicBezTo>
                  <a:cubicBezTo>
                    <a:pt x="124" y="122"/>
                    <a:pt x="125" y="122"/>
                    <a:pt x="125" y="123"/>
                  </a:cubicBezTo>
                  <a:cubicBezTo>
                    <a:pt x="125" y="124"/>
                    <a:pt x="126" y="125"/>
                    <a:pt x="126" y="126"/>
                  </a:cubicBezTo>
                  <a:cubicBezTo>
                    <a:pt x="126" y="126"/>
                    <a:pt x="126" y="126"/>
                    <a:pt x="126" y="126"/>
                  </a:cubicBezTo>
                  <a:cubicBezTo>
                    <a:pt x="126" y="126"/>
                    <a:pt x="126" y="127"/>
                    <a:pt x="126" y="128"/>
                  </a:cubicBezTo>
                  <a:cubicBezTo>
                    <a:pt x="125" y="128"/>
                    <a:pt x="126" y="129"/>
                    <a:pt x="126" y="130"/>
                  </a:cubicBezTo>
                  <a:cubicBezTo>
                    <a:pt x="126" y="131"/>
                    <a:pt x="126" y="132"/>
                    <a:pt x="126" y="133"/>
                  </a:cubicBezTo>
                  <a:cubicBezTo>
                    <a:pt x="125" y="134"/>
                    <a:pt x="124" y="134"/>
                    <a:pt x="124" y="134"/>
                  </a:cubicBezTo>
                  <a:cubicBezTo>
                    <a:pt x="123" y="134"/>
                    <a:pt x="122" y="132"/>
                    <a:pt x="121" y="131"/>
                  </a:cubicBezTo>
                  <a:cubicBezTo>
                    <a:pt x="121" y="131"/>
                    <a:pt x="121" y="129"/>
                    <a:pt x="120" y="128"/>
                  </a:cubicBezTo>
                  <a:cubicBezTo>
                    <a:pt x="119" y="128"/>
                    <a:pt x="117" y="128"/>
                    <a:pt x="117" y="128"/>
                  </a:cubicBezTo>
                  <a:cubicBezTo>
                    <a:pt x="116" y="128"/>
                    <a:pt x="114" y="129"/>
                    <a:pt x="113" y="129"/>
                  </a:cubicBezTo>
                  <a:cubicBezTo>
                    <a:pt x="113" y="130"/>
                    <a:pt x="112" y="131"/>
                    <a:pt x="111" y="132"/>
                  </a:cubicBezTo>
                  <a:cubicBezTo>
                    <a:pt x="111" y="132"/>
                    <a:pt x="111" y="134"/>
                    <a:pt x="112" y="135"/>
                  </a:cubicBezTo>
                  <a:cubicBezTo>
                    <a:pt x="112" y="135"/>
                    <a:pt x="113" y="136"/>
                    <a:pt x="113" y="136"/>
                  </a:cubicBezTo>
                  <a:cubicBezTo>
                    <a:pt x="114" y="137"/>
                    <a:pt x="114" y="138"/>
                    <a:pt x="113" y="139"/>
                  </a:cubicBezTo>
                  <a:cubicBezTo>
                    <a:pt x="113" y="140"/>
                    <a:pt x="112" y="140"/>
                    <a:pt x="111" y="140"/>
                  </a:cubicBezTo>
                  <a:cubicBezTo>
                    <a:pt x="111" y="140"/>
                    <a:pt x="110" y="140"/>
                    <a:pt x="110" y="140"/>
                  </a:cubicBezTo>
                  <a:cubicBezTo>
                    <a:pt x="109" y="139"/>
                    <a:pt x="109" y="138"/>
                    <a:pt x="109" y="137"/>
                  </a:cubicBezTo>
                  <a:cubicBezTo>
                    <a:pt x="109" y="136"/>
                    <a:pt x="107" y="135"/>
                    <a:pt x="107" y="134"/>
                  </a:cubicBezTo>
                  <a:cubicBezTo>
                    <a:pt x="107" y="133"/>
                    <a:pt x="106" y="132"/>
                    <a:pt x="106" y="131"/>
                  </a:cubicBezTo>
                  <a:cubicBezTo>
                    <a:pt x="105" y="131"/>
                    <a:pt x="104" y="130"/>
                    <a:pt x="103" y="130"/>
                  </a:cubicBezTo>
                  <a:cubicBezTo>
                    <a:pt x="103" y="130"/>
                    <a:pt x="102" y="130"/>
                    <a:pt x="101" y="130"/>
                  </a:cubicBezTo>
                  <a:cubicBezTo>
                    <a:pt x="101" y="130"/>
                    <a:pt x="99" y="130"/>
                    <a:pt x="99" y="130"/>
                  </a:cubicBezTo>
                  <a:cubicBezTo>
                    <a:pt x="98" y="130"/>
                    <a:pt x="97" y="129"/>
                    <a:pt x="96" y="128"/>
                  </a:cubicBezTo>
                  <a:cubicBezTo>
                    <a:pt x="96" y="128"/>
                    <a:pt x="95" y="128"/>
                    <a:pt x="95" y="127"/>
                  </a:cubicBezTo>
                  <a:cubicBezTo>
                    <a:pt x="94" y="127"/>
                    <a:pt x="93" y="126"/>
                    <a:pt x="93" y="126"/>
                  </a:cubicBezTo>
                  <a:cubicBezTo>
                    <a:pt x="92" y="125"/>
                    <a:pt x="90" y="122"/>
                    <a:pt x="89" y="121"/>
                  </a:cubicBezTo>
                  <a:cubicBezTo>
                    <a:pt x="89" y="121"/>
                    <a:pt x="88" y="119"/>
                    <a:pt x="88" y="118"/>
                  </a:cubicBezTo>
                  <a:cubicBezTo>
                    <a:pt x="87" y="118"/>
                    <a:pt x="86" y="116"/>
                    <a:pt x="86" y="115"/>
                  </a:cubicBezTo>
                  <a:cubicBezTo>
                    <a:pt x="86" y="114"/>
                    <a:pt x="86" y="112"/>
                    <a:pt x="85" y="111"/>
                  </a:cubicBezTo>
                  <a:cubicBezTo>
                    <a:pt x="85" y="110"/>
                    <a:pt x="84" y="109"/>
                    <a:pt x="83" y="108"/>
                  </a:cubicBezTo>
                  <a:cubicBezTo>
                    <a:pt x="83" y="107"/>
                    <a:pt x="82" y="105"/>
                    <a:pt x="82" y="103"/>
                  </a:cubicBezTo>
                  <a:cubicBezTo>
                    <a:pt x="82" y="103"/>
                    <a:pt x="82" y="101"/>
                    <a:pt x="82" y="101"/>
                  </a:cubicBezTo>
                  <a:cubicBezTo>
                    <a:pt x="82" y="100"/>
                    <a:pt x="80" y="99"/>
                    <a:pt x="80" y="99"/>
                  </a:cubicBezTo>
                  <a:cubicBezTo>
                    <a:pt x="79" y="99"/>
                    <a:pt x="78" y="101"/>
                    <a:pt x="78" y="101"/>
                  </a:cubicBezTo>
                  <a:cubicBezTo>
                    <a:pt x="77" y="102"/>
                    <a:pt x="76" y="103"/>
                    <a:pt x="76" y="104"/>
                  </a:cubicBezTo>
                  <a:cubicBezTo>
                    <a:pt x="75" y="104"/>
                    <a:pt x="74" y="105"/>
                    <a:pt x="73" y="105"/>
                  </a:cubicBezTo>
                  <a:cubicBezTo>
                    <a:pt x="72" y="106"/>
                    <a:pt x="70" y="106"/>
                    <a:pt x="69" y="107"/>
                  </a:cubicBezTo>
                  <a:cubicBezTo>
                    <a:pt x="69" y="107"/>
                    <a:pt x="68" y="107"/>
                    <a:pt x="67" y="108"/>
                  </a:cubicBezTo>
                  <a:cubicBezTo>
                    <a:pt x="67" y="109"/>
                    <a:pt x="67" y="111"/>
                    <a:pt x="67" y="112"/>
                  </a:cubicBezTo>
                  <a:cubicBezTo>
                    <a:pt x="67" y="113"/>
                    <a:pt x="68" y="114"/>
                    <a:pt x="68" y="114"/>
                  </a:cubicBezTo>
                  <a:cubicBezTo>
                    <a:pt x="68" y="115"/>
                    <a:pt x="69" y="116"/>
                    <a:pt x="69" y="117"/>
                  </a:cubicBezTo>
                  <a:cubicBezTo>
                    <a:pt x="70" y="118"/>
                    <a:pt x="70" y="119"/>
                    <a:pt x="70" y="120"/>
                  </a:cubicBezTo>
                  <a:cubicBezTo>
                    <a:pt x="71" y="121"/>
                    <a:pt x="72" y="122"/>
                    <a:pt x="73" y="123"/>
                  </a:cubicBezTo>
                  <a:cubicBezTo>
                    <a:pt x="73" y="124"/>
                    <a:pt x="73" y="127"/>
                    <a:pt x="73" y="128"/>
                  </a:cubicBezTo>
                  <a:cubicBezTo>
                    <a:pt x="73" y="129"/>
                    <a:pt x="73" y="131"/>
                    <a:pt x="73" y="132"/>
                  </a:cubicBezTo>
                  <a:cubicBezTo>
                    <a:pt x="73" y="133"/>
                    <a:pt x="72" y="135"/>
                    <a:pt x="72" y="136"/>
                  </a:cubicBezTo>
                  <a:cubicBezTo>
                    <a:pt x="72" y="136"/>
                    <a:pt x="72" y="138"/>
                    <a:pt x="72" y="139"/>
                  </a:cubicBezTo>
                  <a:cubicBezTo>
                    <a:pt x="71" y="139"/>
                    <a:pt x="71" y="139"/>
                    <a:pt x="71" y="139"/>
                  </a:cubicBezTo>
                  <a:cubicBezTo>
                    <a:pt x="70" y="139"/>
                    <a:pt x="69" y="139"/>
                    <a:pt x="69" y="139"/>
                  </a:cubicBezTo>
                  <a:cubicBezTo>
                    <a:pt x="68" y="139"/>
                    <a:pt x="67" y="140"/>
                    <a:pt x="66" y="141"/>
                  </a:cubicBezTo>
                  <a:cubicBezTo>
                    <a:pt x="66" y="141"/>
                    <a:pt x="65" y="143"/>
                    <a:pt x="65" y="143"/>
                  </a:cubicBezTo>
                  <a:cubicBezTo>
                    <a:pt x="64" y="144"/>
                    <a:pt x="63" y="144"/>
                    <a:pt x="63" y="144"/>
                  </a:cubicBezTo>
                  <a:cubicBezTo>
                    <a:pt x="62" y="144"/>
                    <a:pt x="60" y="144"/>
                    <a:pt x="60" y="144"/>
                  </a:cubicBezTo>
                  <a:cubicBezTo>
                    <a:pt x="59" y="144"/>
                    <a:pt x="58" y="143"/>
                    <a:pt x="58" y="143"/>
                  </a:cubicBezTo>
                  <a:cubicBezTo>
                    <a:pt x="57" y="143"/>
                    <a:pt x="57" y="143"/>
                    <a:pt x="56" y="144"/>
                  </a:cubicBezTo>
                  <a:cubicBezTo>
                    <a:pt x="56" y="144"/>
                    <a:pt x="56" y="145"/>
                    <a:pt x="55" y="146"/>
                  </a:cubicBezTo>
                  <a:cubicBezTo>
                    <a:pt x="55" y="146"/>
                    <a:pt x="54" y="146"/>
                    <a:pt x="53" y="147"/>
                  </a:cubicBezTo>
                  <a:cubicBezTo>
                    <a:pt x="52" y="147"/>
                    <a:pt x="49" y="147"/>
                    <a:pt x="48" y="148"/>
                  </a:cubicBezTo>
                  <a:cubicBezTo>
                    <a:pt x="48" y="148"/>
                    <a:pt x="47" y="149"/>
                    <a:pt x="47" y="150"/>
                  </a:cubicBezTo>
                  <a:cubicBezTo>
                    <a:pt x="46" y="150"/>
                    <a:pt x="47" y="152"/>
                    <a:pt x="47" y="153"/>
                  </a:cubicBezTo>
                  <a:cubicBezTo>
                    <a:pt x="47" y="154"/>
                    <a:pt x="47" y="155"/>
                    <a:pt x="47" y="156"/>
                  </a:cubicBezTo>
                  <a:cubicBezTo>
                    <a:pt x="47" y="157"/>
                    <a:pt x="45" y="159"/>
                    <a:pt x="45" y="160"/>
                  </a:cubicBezTo>
                  <a:cubicBezTo>
                    <a:pt x="45" y="160"/>
                    <a:pt x="46" y="162"/>
                    <a:pt x="46" y="163"/>
                  </a:cubicBezTo>
                  <a:cubicBezTo>
                    <a:pt x="46" y="163"/>
                    <a:pt x="47" y="165"/>
                    <a:pt x="47" y="166"/>
                  </a:cubicBezTo>
                  <a:cubicBezTo>
                    <a:pt x="47" y="166"/>
                    <a:pt x="46" y="167"/>
                    <a:pt x="46" y="168"/>
                  </a:cubicBezTo>
                  <a:cubicBezTo>
                    <a:pt x="45" y="167"/>
                    <a:pt x="45" y="167"/>
                    <a:pt x="45" y="167"/>
                  </a:cubicBezTo>
                  <a:cubicBezTo>
                    <a:pt x="44" y="167"/>
                    <a:pt x="43" y="167"/>
                    <a:pt x="43" y="167"/>
                  </a:cubicBezTo>
                  <a:cubicBezTo>
                    <a:pt x="42" y="167"/>
                    <a:pt x="40" y="168"/>
                    <a:pt x="40" y="167"/>
                  </a:cubicBezTo>
                  <a:cubicBezTo>
                    <a:pt x="39" y="167"/>
                    <a:pt x="39" y="165"/>
                    <a:pt x="38" y="165"/>
                  </a:cubicBezTo>
                  <a:cubicBezTo>
                    <a:pt x="38" y="164"/>
                    <a:pt x="37" y="163"/>
                    <a:pt x="36" y="163"/>
                  </a:cubicBezTo>
                  <a:cubicBezTo>
                    <a:pt x="36" y="163"/>
                    <a:pt x="35" y="163"/>
                    <a:pt x="34" y="163"/>
                  </a:cubicBezTo>
                  <a:cubicBezTo>
                    <a:pt x="34" y="163"/>
                    <a:pt x="33" y="164"/>
                    <a:pt x="32" y="164"/>
                  </a:cubicBezTo>
                  <a:cubicBezTo>
                    <a:pt x="32" y="164"/>
                    <a:pt x="31" y="165"/>
                    <a:pt x="31" y="166"/>
                  </a:cubicBezTo>
                  <a:cubicBezTo>
                    <a:pt x="30" y="166"/>
                    <a:pt x="30" y="167"/>
                    <a:pt x="30" y="167"/>
                  </a:cubicBezTo>
                  <a:cubicBezTo>
                    <a:pt x="29" y="167"/>
                    <a:pt x="28" y="168"/>
                    <a:pt x="28" y="167"/>
                  </a:cubicBezTo>
                  <a:cubicBezTo>
                    <a:pt x="27" y="167"/>
                    <a:pt x="26" y="165"/>
                    <a:pt x="25" y="165"/>
                  </a:cubicBezTo>
                  <a:cubicBezTo>
                    <a:pt x="24" y="164"/>
                    <a:pt x="22" y="164"/>
                    <a:pt x="21" y="163"/>
                  </a:cubicBezTo>
                  <a:cubicBezTo>
                    <a:pt x="21" y="163"/>
                    <a:pt x="20" y="162"/>
                    <a:pt x="19" y="162"/>
                  </a:cubicBezTo>
                  <a:cubicBezTo>
                    <a:pt x="19" y="161"/>
                    <a:pt x="18" y="162"/>
                    <a:pt x="18" y="162"/>
                  </a:cubicBezTo>
                  <a:cubicBezTo>
                    <a:pt x="17" y="162"/>
                    <a:pt x="16" y="161"/>
                    <a:pt x="15" y="161"/>
                  </a:cubicBezTo>
                  <a:cubicBezTo>
                    <a:pt x="14" y="161"/>
                    <a:pt x="13" y="161"/>
                    <a:pt x="13" y="161"/>
                  </a:cubicBezTo>
                  <a:cubicBezTo>
                    <a:pt x="13" y="161"/>
                    <a:pt x="12" y="162"/>
                    <a:pt x="12" y="162"/>
                  </a:cubicBezTo>
                  <a:cubicBezTo>
                    <a:pt x="12" y="163"/>
                    <a:pt x="12" y="164"/>
                    <a:pt x="12" y="164"/>
                  </a:cubicBezTo>
                  <a:cubicBezTo>
                    <a:pt x="12" y="165"/>
                    <a:pt x="11" y="165"/>
                    <a:pt x="11" y="165"/>
                  </a:cubicBezTo>
                  <a:cubicBezTo>
                    <a:pt x="10" y="165"/>
                    <a:pt x="9" y="164"/>
                    <a:pt x="8" y="164"/>
                  </a:cubicBezTo>
                  <a:cubicBezTo>
                    <a:pt x="7" y="163"/>
                    <a:pt x="6" y="163"/>
                    <a:pt x="5" y="162"/>
                  </a:cubicBezTo>
                  <a:cubicBezTo>
                    <a:pt x="5" y="162"/>
                    <a:pt x="3" y="160"/>
                    <a:pt x="3" y="160"/>
                  </a:cubicBezTo>
                  <a:cubicBezTo>
                    <a:pt x="2" y="159"/>
                    <a:pt x="1" y="159"/>
                    <a:pt x="1" y="158"/>
                  </a:cubicBezTo>
                  <a:cubicBezTo>
                    <a:pt x="1" y="158"/>
                    <a:pt x="1" y="157"/>
                    <a:pt x="1" y="156"/>
                  </a:cubicBezTo>
                  <a:cubicBezTo>
                    <a:pt x="1" y="156"/>
                    <a:pt x="2" y="155"/>
                    <a:pt x="1" y="155"/>
                  </a:cubicBezTo>
                  <a:cubicBezTo>
                    <a:pt x="1" y="154"/>
                    <a:pt x="1" y="153"/>
                    <a:pt x="1" y="153"/>
                  </a:cubicBezTo>
                  <a:cubicBezTo>
                    <a:pt x="1" y="152"/>
                    <a:pt x="2" y="152"/>
                    <a:pt x="3" y="152"/>
                  </a:cubicBezTo>
                  <a:cubicBezTo>
                    <a:pt x="3" y="151"/>
                    <a:pt x="3" y="150"/>
                    <a:pt x="3" y="149"/>
                  </a:cubicBezTo>
                  <a:cubicBezTo>
                    <a:pt x="2" y="149"/>
                    <a:pt x="2" y="148"/>
                    <a:pt x="2" y="148"/>
                  </a:cubicBezTo>
                  <a:cubicBezTo>
                    <a:pt x="2" y="147"/>
                    <a:pt x="3" y="145"/>
                    <a:pt x="3" y="145"/>
                  </a:cubicBezTo>
                  <a:cubicBezTo>
                    <a:pt x="3" y="144"/>
                    <a:pt x="4" y="143"/>
                    <a:pt x="4" y="143"/>
                  </a:cubicBezTo>
                  <a:cubicBezTo>
                    <a:pt x="4" y="143"/>
                    <a:pt x="4" y="141"/>
                    <a:pt x="5" y="140"/>
                  </a:cubicBezTo>
                  <a:cubicBezTo>
                    <a:pt x="5" y="140"/>
                    <a:pt x="6" y="139"/>
                    <a:pt x="6" y="139"/>
                  </a:cubicBezTo>
                  <a:cubicBezTo>
                    <a:pt x="7" y="139"/>
                    <a:pt x="9" y="140"/>
                    <a:pt x="10" y="140"/>
                  </a:cubicBezTo>
                  <a:cubicBezTo>
                    <a:pt x="10" y="139"/>
                    <a:pt x="11" y="138"/>
                    <a:pt x="11" y="137"/>
                  </a:cubicBezTo>
                  <a:cubicBezTo>
                    <a:pt x="11" y="137"/>
                    <a:pt x="11" y="136"/>
                    <a:pt x="11" y="135"/>
                  </a:cubicBezTo>
                  <a:cubicBezTo>
                    <a:pt x="12" y="134"/>
                    <a:pt x="13" y="134"/>
                    <a:pt x="14" y="133"/>
                  </a:cubicBezTo>
                  <a:cubicBezTo>
                    <a:pt x="14" y="133"/>
                    <a:pt x="14" y="131"/>
                    <a:pt x="14" y="131"/>
                  </a:cubicBezTo>
                  <a:cubicBezTo>
                    <a:pt x="14" y="130"/>
                    <a:pt x="14" y="127"/>
                    <a:pt x="14" y="126"/>
                  </a:cubicBezTo>
                  <a:cubicBezTo>
                    <a:pt x="14" y="126"/>
                    <a:pt x="13" y="125"/>
                    <a:pt x="12" y="124"/>
                  </a:cubicBezTo>
                  <a:cubicBezTo>
                    <a:pt x="12" y="124"/>
                    <a:pt x="12" y="124"/>
                    <a:pt x="12" y="124"/>
                  </a:cubicBezTo>
                  <a:cubicBezTo>
                    <a:pt x="12" y="124"/>
                    <a:pt x="12" y="124"/>
                    <a:pt x="12" y="123"/>
                  </a:cubicBezTo>
                  <a:cubicBezTo>
                    <a:pt x="13" y="123"/>
                    <a:pt x="16" y="121"/>
                    <a:pt x="17" y="121"/>
                  </a:cubicBezTo>
                  <a:cubicBezTo>
                    <a:pt x="18" y="120"/>
                    <a:pt x="20" y="118"/>
                    <a:pt x="22" y="117"/>
                  </a:cubicBezTo>
                  <a:cubicBezTo>
                    <a:pt x="22" y="116"/>
                    <a:pt x="23" y="115"/>
                    <a:pt x="23" y="115"/>
                  </a:cubicBezTo>
                  <a:cubicBezTo>
                    <a:pt x="24" y="115"/>
                    <a:pt x="24" y="114"/>
                    <a:pt x="25" y="114"/>
                  </a:cubicBezTo>
                  <a:cubicBezTo>
                    <a:pt x="25" y="115"/>
                    <a:pt x="26" y="115"/>
                    <a:pt x="26" y="115"/>
                  </a:cubicBezTo>
                  <a:cubicBezTo>
                    <a:pt x="27" y="115"/>
                    <a:pt x="27" y="114"/>
                    <a:pt x="28" y="113"/>
                  </a:cubicBezTo>
                  <a:cubicBezTo>
                    <a:pt x="28" y="113"/>
                    <a:pt x="29" y="112"/>
                    <a:pt x="29" y="112"/>
                  </a:cubicBezTo>
                  <a:cubicBezTo>
                    <a:pt x="30" y="112"/>
                    <a:pt x="31" y="111"/>
                    <a:pt x="32" y="111"/>
                  </a:cubicBezTo>
                  <a:cubicBezTo>
                    <a:pt x="32" y="111"/>
                    <a:pt x="34" y="111"/>
                    <a:pt x="35" y="110"/>
                  </a:cubicBezTo>
                  <a:cubicBezTo>
                    <a:pt x="35" y="110"/>
                    <a:pt x="36" y="109"/>
                    <a:pt x="37" y="109"/>
                  </a:cubicBezTo>
                  <a:cubicBezTo>
                    <a:pt x="37" y="109"/>
                    <a:pt x="38" y="108"/>
                    <a:pt x="38" y="108"/>
                  </a:cubicBezTo>
                  <a:cubicBezTo>
                    <a:pt x="38" y="107"/>
                    <a:pt x="36" y="108"/>
                    <a:pt x="35" y="108"/>
                  </a:cubicBezTo>
                  <a:cubicBezTo>
                    <a:pt x="34" y="108"/>
                    <a:pt x="33" y="108"/>
                    <a:pt x="32" y="108"/>
                  </a:cubicBezTo>
                  <a:cubicBezTo>
                    <a:pt x="31" y="109"/>
                    <a:pt x="29" y="110"/>
                    <a:pt x="28" y="110"/>
                  </a:cubicBezTo>
                  <a:cubicBezTo>
                    <a:pt x="27" y="111"/>
                    <a:pt x="25" y="111"/>
                    <a:pt x="24" y="111"/>
                  </a:cubicBezTo>
                  <a:cubicBezTo>
                    <a:pt x="23" y="112"/>
                    <a:pt x="21" y="111"/>
                    <a:pt x="20" y="111"/>
                  </a:cubicBezTo>
                  <a:cubicBezTo>
                    <a:pt x="20" y="111"/>
                    <a:pt x="18" y="111"/>
                    <a:pt x="18" y="111"/>
                  </a:cubicBezTo>
                  <a:cubicBezTo>
                    <a:pt x="17" y="112"/>
                    <a:pt x="15" y="114"/>
                    <a:pt x="14" y="114"/>
                  </a:cubicBezTo>
                  <a:cubicBezTo>
                    <a:pt x="14" y="115"/>
                    <a:pt x="12" y="115"/>
                    <a:pt x="12" y="115"/>
                  </a:cubicBezTo>
                  <a:cubicBezTo>
                    <a:pt x="10" y="115"/>
                    <a:pt x="8" y="114"/>
                    <a:pt x="7" y="114"/>
                  </a:cubicBezTo>
                  <a:cubicBezTo>
                    <a:pt x="6" y="113"/>
                    <a:pt x="3" y="111"/>
                    <a:pt x="2" y="110"/>
                  </a:cubicBezTo>
                  <a:cubicBezTo>
                    <a:pt x="2" y="110"/>
                    <a:pt x="1" y="108"/>
                    <a:pt x="0" y="107"/>
                  </a:cubicBezTo>
                  <a:cubicBezTo>
                    <a:pt x="1" y="107"/>
                    <a:pt x="1" y="107"/>
                    <a:pt x="2" y="106"/>
                  </a:cubicBezTo>
                  <a:cubicBezTo>
                    <a:pt x="2" y="106"/>
                    <a:pt x="2" y="105"/>
                    <a:pt x="3" y="105"/>
                  </a:cubicBezTo>
                  <a:cubicBezTo>
                    <a:pt x="3" y="105"/>
                    <a:pt x="4" y="105"/>
                    <a:pt x="5" y="105"/>
                  </a:cubicBezTo>
                  <a:cubicBezTo>
                    <a:pt x="5" y="105"/>
                    <a:pt x="6" y="107"/>
                    <a:pt x="6" y="107"/>
                  </a:cubicBezTo>
                  <a:cubicBezTo>
                    <a:pt x="7" y="107"/>
                    <a:pt x="8" y="107"/>
                    <a:pt x="9" y="107"/>
                  </a:cubicBezTo>
                  <a:cubicBezTo>
                    <a:pt x="9" y="107"/>
                    <a:pt x="10" y="106"/>
                    <a:pt x="11" y="106"/>
                  </a:cubicBezTo>
                  <a:cubicBezTo>
                    <a:pt x="11" y="105"/>
                    <a:pt x="12" y="104"/>
                    <a:pt x="12" y="104"/>
                  </a:cubicBezTo>
                  <a:cubicBezTo>
                    <a:pt x="12" y="103"/>
                    <a:pt x="12" y="102"/>
                    <a:pt x="12" y="101"/>
                  </a:cubicBezTo>
                  <a:cubicBezTo>
                    <a:pt x="11" y="101"/>
                    <a:pt x="10" y="100"/>
                    <a:pt x="10" y="99"/>
                  </a:cubicBezTo>
                  <a:cubicBezTo>
                    <a:pt x="9" y="98"/>
                    <a:pt x="10" y="96"/>
                    <a:pt x="10" y="95"/>
                  </a:cubicBezTo>
                  <a:cubicBezTo>
                    <a:pt x="10" y="94"/>
                    <a:pt x="8" y="93"/>
                    <a:pt x="8" y="92"/>
                  </a:cubicBezTo>
                  <a:cubicBezTo>
                    <a:pt x="8" y="92"/>
                    <a:pt x="7" y="90"/>
                    <a:pt x="7" y="90"/>
                  </a:cubicBezTo>
                  <a:cubicBezTo>
                    <a:pt x="7" y="89"/>
                    <a:pt x="8" y="87"/>
                    <a:pt x="8" y="87"/>
                  </a:cubicBezTo>
                  <a:cubicBezTo>
                    <a:pt x="8" y="86"/>
                    <a:pt x="6" y="85"/>
                    <a:pt x="6" y="84"/>
                  </a:cubicBezTo>
                  <a:cubicBezTo>
                    <a:pt x="5" y="84"/>
                    <a:pt x="4" y="83"/>
                    <a:pt x="4" y="83"/>
                  </a:cubicBezTo>
                  <a:cubicBezTo>
                    <a:pt x="3" y="83"/>
                    <a:pt x="2" y="82"/>
                    <a:pt x="1" y="82"/>
                  </a:cubicBezTo>
                  <a:cubicBezTo>
                    <a:pt x="1" y="80"/>
                    <a:pt x="1" y="77"/>
                    <a:pt x="1" y="75"/>
                  </a:cubicBezTo>
                  <a:cubicBezTo>
                    <a:pt x="1" y="74"/>
                    <a:pt x="1" y="72"/>
                    <a:pt x="1" y="72"/>
                  </a:cubicBezTo>
                  <a:cubicBezTo>
                    <a:pt x="2" y="71"/>
                    <a:pt x="3" y="71"/>
                    <a:pt x="4" y="71"/>
                  </a:cubicBezTo>
                  <a:cubicBezTo>
                    <a:pt x="4" y="71"/>
                    <a:pt x="5" y="71"/>
                    <a:pt x="6" y="72"/>
                  </a:cubicBezTo>
                  <a:cubicBezTo>
                    <a:pt x="6" y="72"/>
                    <a:pt x="6" y="73"/>
                    <a:pt x="6" y="74"/>
                  </a:cubicBezTo>
                  <a:cubicBezTo>
                    <a:pt x="7" y="75"/>
                    <a:pt x="7" y="76"/>
                    <a:pt x="7" y="77"/>
                  </a:cubicBezTo>
                  <a:cubicBezTo>
                    <a:pt x="7" y="77"/>
                    <a:pt x="7" y="78"/>
                    <a:pt x="7" y="79"/>
                  </a:cubicBezTo>
                  <a:cubicBezTo>
                    <a:pt x="8" y="79"/>
                    <a:pt x="9" y="80"/>
                    <a:pt x="10" y="81"/>
                  </a:cubicBezTo>
                  <a:cubicBezTo>
                    <a:pt x="10" y="81"/>
                    <a:pt x="11" y="82"/>
                    <a:pt x="11" y="82"/>
                  </a:cubicBezTo>
                  <a:cubicBezTo>
                    <a:pt x="11" y="83"/>
                    <a:pt x="11" y="84"/>
                    <a:pt x="11" y="85"/>
                  </a:cubicBezTo>
                  <a:cubicBezTo>
                    <a:pt x="11" y="85"/>
                    <a:pt x="12" y="86"/>
                    <a:pt x="12" y="87"/>
                  </a:cubicBezTo>
                  <a:cubicBezTo>
                    <a:pt x="13" y="87"/>
                    <a:pt x="14" y="88"/>
                    <a:pt x="14" y="88"/>
                  </a:cubicBezTo>
                  <a:cubicBezTo>
                    <a:pt x="15" y="88"/>
                    <a:pt x="16" y="88"/>
                    <a:pt x="16" y="88"/>
                  </a:cubicBezTo>
                  <a:cubicBezTo>
                    <a:pt x="17" y="88"/>
                    <a:pt x="18" y="87"/>
                    <a:pt x="18" y="86"/>
                  </a:cubicBezTo>
                  <a:cubicBezTo>
                    <a:pt x="18" y="86"/>
                    <a:pt x="19" y="85"/>
                    <a:pt x="19" y="85"/>
                  </a:cubicBezTo>
                  <a:cubicBezTo>
                    <a:pt x="18" y="84"/>
                    <a:pt x="17" y="86"/>
                    <a:pt x="16" y="86"/>
                  </a:cubicBezTo>
                  <a:cubicBezTo>
                    <a:pt x="16" y="86"/>
                    <a:pt x="15" y="86"/>
                    <a:pt x="14" y="86"/>
                  </a:cubicBezTo>
                  <a:cubicBezTo>
                    <a:pt x="14" y="86"/>
                    <a:pt x="13" y="84"/>
                    <a:pt x="13" y="84"/>
                  </a:cubicBezTo>
                  <a:cubicBezTo>
                    <a:pt x="13" y="83"/>
                    <a:pt x="13" y="82"/>
                    <a:pt x="13" y="81"/>
                  </a:cubicBezTo>
                  <a:cubicBezTo>
                    <a:pt x="13" y="81"/>
                    <a:pt x="12" y="80"/>
                    <a:pt x="11" y="80"/>
                  </a:cubicBezTo>
                  <a:cubicBezTo>
                    <a:pt x="11" y="79"/>
                    <a:pt x="10" y="78"/>
                    <a:pt x="10" y="77"/>
                  </a:cubicBezTo>
                  <a:cubicBezTo>
                    <a:pt x="9" y="77"/>
                    <a:pt x="8" y="75"/>
                    <a:pt x="8" y="74"/>
                  </a:cubicBezTo>
                  <a:cubicBezTo>
                    <a:pt x="8" y="73"/>
                    <a:pt x="8" y="72"/>
                    <a:pt x="9" y="71"/>
                  </a:cubicBezTo>
                  <a:cubicBezTo>
                    <a:pt x="9" y="71"/>
                    <a:pt x="9" y="70"/>
                    <a:pt x="10" y="70"/>
                  </a:cubicBezTo>
                  <a:cubicBezTo>
                    <a:pt x="11" y="69"/>
                    <a:pt x="12" y="69"/>
                    <a:pt x="13" y="69"/>
                  </a:cubicBezTo>
                  <a:cubicBezTo>
                    <a:pt x="14" y="69"/>
                    <a:pt x="15" y="67"/>
                    <a:pt x="16" y="67"/>
                  </a:cubicBezTo>
                  <a:cubicBezTo>
                    <a:pt x="16" y="67"/>
                    <a:pt x="17" y="67"/>
                    <a:pt x="18" y="67"/>
                  </a:cubicBezTo>
                  <a:cubicBezTo>
                    <a:pt x="19" y="67"/>
                    <a:pt x="20" y="69"/>
                    <a:pt x="20" y="69"/>
                  </a:cubicBezTo>
                  <a:cubicBezTo>
                    <a:pt x="21" y="69"/>
                    <a:pt x="22" y="69"/>
                    <a:pt x="22" y="69"/>
                  </a:cubicBezTo>
                  <a:cubicBezTo>
                    <a:pt x="23" y="68"/>
                    <a:pt x="23" y="67"/>
                    <a:pt x="23" y="67"/>
                  </a:cubicBezTo>
                  <a:cubicBezTo>
                    <a:pt x="24" y="66"/>
                    <a:pt x="23" y="64"/>
                    <a:pt x="23" y="63"/>
                  </a:cubicBezTo>
                  <a:cubicBezTo>
                    <a:pt x="23" y="63"/>
                    <a:pt x="24" y="62"/>
                    <a:pt x="24" y="62"/>
                  </a:cubicBezTo>
                  <a:cubicBezTo>
                    <a:pt x="24" y="62"/>
                    <a:pt x="26" y="61"/>
                    <a:pt x="26" y="61"/>
                  </a:cubicBezTo>
                  <a:cubicBezTo>
                    <a:pt x="26" y="60"/>
                    <a:pt x="25" y="59"/>
                    <a:pt x="25" y="59"/>
                  </a:cubicBezTo>
                  <a:cubicBezTo>
                    <a:pt x="25" y="58"/>
                    <a:pt x="24" y="58"/>
                    <a:pt x="23" y="57"/>
                  </a:cubicBezTo>
                  <a:cubicBezTo>
                    <a:pt x="23" y="57"/>
                    <a:pt x="23" y="55"/>
                    <a:pt x="23" y="54"/>
                  </a:cubicBezTo>
                  <a:cubicBezTo>
                    <a:pt x="24" y="54"/>
                    <a:pt x="24" y="52"/>
                    <a:pt x="25" y="52"/>
                  </a:cubicBezTo>
                  <a:cubicBezTo>
                    <a:pt x="25" y="51"/>
                    <a:pt x="26" y="51"/>
                    <a:pt x="27" y="50"/>
                  </a:cubicBezTo>
                  <a:cubicBezTo>
                    <a:pt x="27" y="49"/>
                    <a:pt x="27" y="48"/>
                    <a:pt x="27" y="47"/>
                  </a:cubicBezTo>
                  <a:cubicBezTo>
                    <a:pt x="27" y="46"/>
                    <a:pt x="26" y="44"/>
                    <a:pt x="26" y="44"/>
                  </a:cubicBezTo>
                  <a:cubicBezTo>
                    <a:pt x="26" y="43"/>
                    <a:pt x="27" y="41"/>
                    <a:pt x="26" y="41"/>
                  </a:cubicBezTo>
                  <a:cubicBezTo>
                    <a:pt x="26" y="40"/>
                    <a:pt x="26" y="40"/>
                    <a:pt x="25" y="40"/>
                  </a:cubicBezTo>
                  <a:cubicBezTo>
                    <a:pt x="25" y="40"/>
                    <a:pt x="25" y="42"/>
                    <a:pt x="25" y="43"/>
                  </a:cubicBezTo>
                  <a:cubicBezTo>
                    <a:pt x="25" y="44"/>
                    <a:pt x="25" y="45"/>
                    <a:pt x="25" y="45"/>
                  </a:cubicBezTo>
                  <a:cubicBezTo>
                    <a:pt x="25" y="46"/>
                    <a:pt x="25" y="47"/>
                    <a:pt x="24" y="48"/>
                  </a:cubicBezTo>
                  <a:cubicBezTo>
                    <a:pt x="24" y="48"/>
                    <a:pt x="24" y="49"/>
                    <a:pt x="24" y="49"/>
                  </a:cubicBezTo>
                  <a:cubicBezTo>
                    <a:pt x="23" y="50"/>
                    <a:pt x="21" y="50"/>
                    <a:pt x="21" y="50"/>
                  </a:cubicBezTo>
                  <a:cubicBezTo>
                    <a:pt x="20" y="50"/>
                    <a:pt x="20" y="51"/>
                    <a:pt x="19" y="52"/>
                  </a:cubicBezTo>
                  <a:cubicBezTo>
                    <a:pt x="19" y="52"/>
                    <a:pt x="18" y="51"/>
                    <a:pt x="18" y="51"/>
                  </a:cubicBezTo>
                  <a:cubicBezTo>
                    <a:pt x="17" y="50"/>
                    <a:pt x="17" y="49"/>
                    <a:pt x="17" y="48"/>
                  </a:cubicBezTo>
                  <a:cubicBezTo>
                    <a:pt x="17" y="47"/>
                    <a:pt x="16" y="46"/>
                    <a:pt x="16" y="45"/>
                  </a:cubicBezTo>
                  <a:cubicBezTo>
                    <a:pt x="16" y="44"/>
                    <a:pt x="17" y="42"/>
                    <a:pt x="17" y="41"/>
                  </a:cubicBezTo>
                  <a:cubicBezTo>
                    <a:pt x="18" y="40"/>
                    <a:pt x="18" y="39"/>
                    <a:pt x="18" y="38"/>
                  </a:cubicBezTo>
                  <a:cubicBezTo>
                    <a:pt x="19" y="37"/>
                    <a:pt x="21" y="35"/>
                    <a:pt x="22" y="34"/>
                  </a:cubicBezTo>
                  <a:cubicBezTo>
                    <a:pt x="23" y="33"/>
                    <a:pt x="24" y="31"/>
                    <a:pt x="25" y="31"/>
                  </a:cubicBezTo>
                  <a:cubicBezTo>
                    <a:pt x="26" y="30"/>
                    <a:pt x="27" y="30"/>
                    <a:pt x="27" y="29"/>
                  </a:cubicBezTo>
                  <a:cubicBezTo>
                    <a:pt x="28" y="29"/>
                    <a:pt x="28" y="27"/>
                    <a:pt x="28" y="26"/>
                  </a:cubicBezTo>
                  <a:cubicBezTo>
                    <a:pt x="29" y="25"/>
                    <a:pt x="29" y="24"/>
                    <a:pt x="29" y="23"/>
                  </a:cubicBezTo>
                  <a:cubicBezTo>
                    <a:pt x="30" y="23"/>
                    <a:pt x="30" y="22"/>
                    <a:pt x="30" y="22"/>
                  </a:cubicBezTo>
                  <a:cubicBezTo>
                    <a:pt x="30" y="21"/>
                    <a:pt x="30" y="21"/>
                    <a:pt x="30" y="21"/>
                  </a:cubicBezTo>
                  <a:cubicBezTo>
                    <a:pt x="29" y="20"/>
                    <a:pt x="28" y="21"/>
                    <a:pt x="27" y="21"/>
                  </a:cubicBezTo>
                  <a:cubicBezTo>
                    <a:pt x="27" y="21"/>
                    <a:pt x="26" y="20"/>
                    <a:pt x="26" y="19"/>
                  </a:cubicBezTo>
                  <a:cubicBezTo>
                    <a:pt x="26" y="18"/>
                    <a:pt x="26" y="17"/>
                    <a:pt x="25" y="17"/>
                  </a:cubicBezTo>
                  <a:cubicBezTo>
                    <a:pt x="25" y="16"/>
                    <a:pt x="26" y="15"/>
                    <a:pt x="26" y="14"/>
                  </a:cubicBezTo>
                  <a:cubicBezTo>
                    <a:pt x="26" y="14"/>
                    <a:pt x="25" y="13"/>
                    <a:pt x="25" y="13"/>
                  </a:cubicBezTo>
                  <a:cubicBezTo>
                    <a:pt x="26" y="13"/>
                    <a:pt x="28" y="13"/>
                    <a:pt x="29" y="13"/>
                  </a:cubicBezTo>
                  <a:cubicBezTo>
                    <a:pt x="29" y="12"/>
                    <a:pt x="30" y="12"/>
                    <a:pt x="31" y="12"/>
                  </a:cubicBezTo>
                  <a:cubicBezTo>
                    <a:pt x="31" y="11"/>
                    <a:pt x="30" y="10"/>
                    <a:pt x="30" y="9"/>
                  </a:cubicBezTo>
                  <a:cubicBezTo>
                    <a:pt x="30" y="8"/>
                    <a:pt x="30" y="7"/>
                    <a:pt x="31" y="7"/>
                  </a:cubicBezTo>
                  <a:cubicBezTo>
                    <a:pt x="31" y="7"/>
                    <a:pt x="32" y="6"/>
                    <a:pt x="33" y="6"/>
                  </a:cubicBezTo>
                  <a:cubicBezTo>
                    <a:pt x="33" y="6"/>
                    <a:pt x="34" y="6"/>
                    <a:pt x="35" y="6"/>
                  </a:cubicBezTo>
                  <a:cubicBezTo>
                    <a:pt x="35" y="7"/>
                    <a:pt x="36" y="8"/>
                    <a:pt x="36" y="8"/>
                  </a:cubicBezTo>
                  <a:cubicBezTo>
                    <a:pt x="37" y="9"/>
                    <a:pt x="38" y="9"/>
                    <a:pt x="38" y="10"/>
                  </a:cubicBezTo>
                  <a:cubicBezTo>
                    <a:pt x="39" y="10"/>
                    <a:pt x="40" y="10"/>
                    <a:pt x="40" y="10"/>
                  </a:cubicBezTo>
                  <a:cubicBezTo>
                    <a:pt x="41" y="11"/>
                    <a:pt x="42" y="12"/>
                    <a:pt x="42" y="12"/>
                  </a:cubicBezTo>
                  <a:cubicBezTo>
                    <a:pt x="43" y="12"/>
                    <a:pt x="44" y="12"/>
                    <a:pt x="45" y="12"/>
                  </a:cubicBezTo>
                  <a:cubicBezTo>
                    <a:pt x="46" y="11"/>
                    <a:pt x="48" y="11"/>
                    <a:pt x="48" y="12"/>
                  </a:cubicBezTo>
                  <a:cubicBezTo>
                    <a:pt x="49" y="12"/>
                    <a:pt x="50" y="13"/>
                    <a:pt x="50" y="13"/>
                  </a:cubicBezTo>
                  <a:cubicBezTo>
                    <a:pt x="50" y="13"/>
                    <a:pt x="50" y="12"/>
                    <a:pt x="51" y="12"/>
                  </a:cubicBezTo>
                  <a:cubicBezTo>
                    <a:pt x="51" y="12"/>
                    <a:pt x="50" y="11"/>
                    <a:pt x="51" y="11"/>
                  </a:cubicBezTo>
                  <a:cubicBezTo>
                    <a:pt x="51" y="10"/>
                    <a:pt x="51" y="10"/>
                    <a:pt x="51" y="9"/>
                  </a:cubicBezTo>
                  <a:cubicBezTo>
                    <a:pt x="51" y="9"/>
                    <a:pt x="52" y="8"/>
                    <a:pt x="52" y="8"/>
                  </a:cubicBezTo>
                  <a:cubicBezTo>
                    <a:pt x="53" y="7"/>
                    <a:pt x="53" y="6"/>
                    <a:pt x="53" y="6"/>
                  </a:cubicBezTo>
                  <a:cubicBezTo>
                    <a:pt x="53" y="5"/>
                    <a:pt x="54" y="4"/>
                    <a:pt x="55" y="4"/>
                  </a:cubicBezTo>
                  <a:cubicBezTo>
                    <a:pt x="56" y="4"/>
                    <a:pt x="58" y="5"/>
                    <a:pt x="59" y="6"/>
                  </a:cubicBezTo>
                  <a:cubicBezTo>
                    <a:pt x="60" y="6"/>
                    <a:pt x="62" y="6"/>
                    <a:pt x="63" y="6"/>
                  </a:cubicBezTo>
                  <a:cubicBezTo>
                    <a:pt x="64" y="5"/>
                    <a:pt x="65" y="5"/>
                    <a:pt x="66" y="4"/>
                  </a:cubicBezTo>
                  <a:cubicBezTo>
                    <a:pt x="66" y="4"/>
                    <a:pt x="67" y="3"/>
                    <a:pt x="67" y="2"/>
                  </a:cubicBezTo>
                  <a:cubicBezTo>
                    <a:pt x="68" y="2"/>
                    <a:pt x="69" y="2"/>
                    <a:pt x="69" y="2"/>
                  </a:cubicBezTo>
                  <a:cubicBezTo>
                    <a:pt x="70" y="2"/>
                    <a:pt x="71" y="3"/>
                    <a:pt x="71" y="3"/>
                  </a:cubicBezTo>
                  <a:cubicBezTo>
                    <a:pt x="72" y="2"/>
                    <a:pt x="73" y="2"/>
                    <a:pt x="73" y="1"/>
                  </a:cubicBezTo>
                  <a:cubicBezTo>
                    <a:pt x="74" y="1"/>
                    <a:pt x="74" y="0"/>
                    <a:pt x="75" y="0"/>
                  </a:cubicBezTo>
                  <a:cubicBezTo>
                    <a:pt x="75" y="0"/>
                    <a:pt x="76" y="0"/>
                    <a:pt x="77" y="0"/>
                  </a:cubicBezTo>
                  <a:cubicBezTo>
                    <a:pt x="77" y="0"/>
                    <a:pt x="77" y="1"/>
                    <a:pt x="77" y="1"/>
                  </a:cubicBezTo>
                  <a:cubicBezTo>
                    <a:pt x="77" y="2"/>
                    <a:pt x="77" y="3"/>
                    <a:pt x="76"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51"/>
            <p:cNvSpPr>
              <a:spLocks/>
            </p:cNvSpPr>
            <p:nvPr/>
          </p:nvSpPr>
          <p:spPr bwMode="auto">
            <a:xfrm>
              <a:off x="1811338" y="3128963"/>
              <a:ext cx="28575" cy="36513"/>
            </a:xfrm>
            <a:custGeom>
              <a:avLst/>
              <a:gdLst/>
              <a:ahLst/>
              <a:cxnLst>
                <a:cxn ang="0">
                  <a:pos x="14" y="7"/>
                </a:cxn>
                <a:cxn ang="0">
                  <a:pos x="15" y="9"/>
                </a:cxn>
                <a:cxn ang="0">
                  <a:pos x="15" y="9"/>
                </a:cxn>
                <a:cxn ang="0">
                  <a:pos x="12" y="10"/>
                </a:cxn>
                <a:cxn ang="0">
                  <a:pos x="10" y="11"/>
                </a:cxn>
                <a:cxn ang="0">
                  <a:pos x="7" y="12"/>
                </a:cxn>
                <a:cxn ang="0">
                  <a:pos x="6" y="14"/>
                </a:cxn>
                <a:cxn ang="0">
                  <a:pos x="4" y="16"/>
                </a:cxn>
                <a:cxn ang="0">
                  <a:pos x="4" y="19"/>
                </a:cxn>
                <a:cxn ang="0">
                  <a:pos x="2" y="20"/>
                </a:cxn>
                <a:cxn ang="0">
                  <a:pos x="0" y="18"/>
                </a:cxn>
                <a:cxn ang="0">
                  <a:pos x="0" y="18"/>
                </a:cxn>
                <a:cxn ang="0">
                  <a:pos x="0" y="15"/>
                </a:cxn>
                <a:cxn ang="0">
                  <a:pos x="2" y="14"/>
                </a:cxn>
                <a:cxn ang="0">
                  <a:pos x="4" y="13"/>
                </a:cxn>
                <a:cxn ang="0">
                  <a:pos x="5" y="10"/>
                </a:cxn>
                <a:cxn ang="0">
                  <a:pos x="6" y="6"/>
                </a:cxn>
                <a:cxn ang="0">
                  <a:pos x="8" y="4"/>
                </a:cxn>
                <a:cxn ang="0">
                  <a:pos x="9" y="2"/>
                </a:cxn>
                <a:cxn ang="0">
                  <a:pos x="11" y="1"/>
                </a:cxn>
                <a:cxn ang="0">
                  <a:pos x="13" y="1"/>
                </a:cxn>
                <a:cxn ang="0">
                  <a:pos x="13" y="1"/>
                </a:cxn>
                <a:cxn ang="0">
                  <a:pos x="14" y="3"/>
                </a:cxn>
                <a:cxn ang="0">
                  <a:pos x="14" y="6"/>
                </a:cxn>
                <a:cxn ang="0">
                  <a:pos x="14" y="7"/>
                </a:cxn>
              </a:cxnLst>
              <a:rect l="0" t="0" r="r" b="b"/>
              <a:pathLst>
                <a:path w="15" h="20">
                  <a:moveTo>
                    <a:pt x="14" y="7"/>
                  </a:moveTo>
                  <a:cubicBezTo>
                    <a:pt x="14" y="8"/>
                    <a:pt x="15" y="8"/>
                    <a:pt x="15" y="9"/>
                  </a:cubicBezTo>
                  <a:cubicBezTo>
                    <a:pt x="15" y="9"/>
                    <a:pt x="15" y="9"/>
                    <a:pt x="15" y="9"/>
                  </a:cubicBezTo>
                  <a:cubicBezTo>
                    <a:pt x="14" y="9"/>
                    <a:pt x="13" y="10"/>
                    <a:pt x="12" y="10"/>
                  </a:cubicBezTo>
                  <a:cubicBezTo>
                    <a:pt x="12" y="10"/>
                    <a:pt x="11" y="11"/>
                    <a:pt x="10" y="11"/>
                  </a:cubicBezTo>
                  <a:cubicBezTo>
                    <a:pt x="9" y="12"/>
                    <a:pt x="8" y="12"/>
                    <a:pt x="7" y="12"/>
                  </a:cubicBezTo>
                  <a:cubicBezTo>
                    <a:pt x="7" y="13"/>
                    <a:pt x="6" y="13"/>
                    <a:pt x="6" y="14"/>
                  </a:cubicBezTo>
                  <a:cubicBezTo>
                    <a:pt x="5" y="14"/>
                    <a:pt x="5" y="15"/>
                    <a:pt x="4" y="16"/>
                  </a:cubicBezTo>
                  <a:cubicBezTo>
                    <a:pt x="4" y="16"/>
                    <a:pt x="4" y="18"/>
                    <a:pt x="4" y="19"/>
                  </a:cubicBezTo>
                  <a:cubicBezTo>
                    <a:pt x="4" y="19"/>
                    <a:pt x="3" y="20"/>
                    <a:pt x="2" y="20"/>
                  </a:cubicBezTo>
                  <a:cubicBezTo>
                    <a:pt x="2" y="20"/>
                    <a:pt x="1" y="18"/>
                    <a:pt x="0" y="18"/>
                  </a:cubicBezTo>
                  <a:cubicBezTo>
                    <a:pt x="0" y="18"/>
                    <a:pt x="0" y="18"/>
                    <a:pt x="0" y="18"/>
                  </a:cubicBezTo>
                  <a:cubicBezTo>
                    <a:pt x="0" y="17"/>
                    <a:pt x="0" y="16"/>
                    <a:pt x="0" y="15"/>
                  </a:cubicBezTo>
                  <a:cubicBezTo>
                    <a:pt x="0" y="14"/>
                    <a:pt x="2" y="14"/>
                    <a:pt x="2" y="14"/>
                  </a:cubicBezTo>
                  <a:cubicBezTo>
                    <a:pt x="3" y="13"/>
                    <a:pt x="3" y="13"/>
                    <a:pt x="4" y="13"/>
                  </a:cubicBezTo>
                  <a:cubicBezTo>
                    <a:pt x="4" y="12"/>
                    <a:pt x="5" y="11"/>
                    <a:pt x="5" y="10"/>
                  </a:cubicBezTo>
                  <a:cubicBezTo>
                    <a:pt x="5" y="9"/>
                    <a:pt x="5" y="7"/>
                    <a:pt x="6" y="6"/>
                  </a:cubicBezTo>
                  <a:cubicBezTo>
                    <a:pt x="6" y="5"/>
                    <a:pt x="7" y="5"/>
                    <a:pt x="8" y="4"/>
                  </a:cubicBezTo>
                  <a:cubicBezTo>
                    <a:pt x="8" y="4"/>
                    <a:pt x="9" y="3"/>
                    <a:pt x="9" y="2"/>
                  </a:cubicBezTo>
                  <a:cubicBezTo>
                    <a:pt x="10" y="2"/>
                    <a:pt x="10" y="1"/>
                    <a:pt x="11" y="1"/>
                  </a:cubicBezTo>
                  <a:cubicBezTo>
                    <a:pt x="11" y="0"/>
                    <a:pt x="12" y="0"/>
                    <a:pt x="13" y="1"/>
                  </a:cubicBezTo>
                  <a:cubicBezTo>
                    <a:pt x="13" y="1"/>
                    <a:pt x="13" y="1"/>
                    <a:pt x="13" y="1"/>
                  </a:cubicBezTo>
                  <a:cubicBezTo>
                    <a:pt x="13" y="1"/>
                    <a:pt x="14" y="3"/>
                    <a:pt x="14" y="3"/>
                  </a:cubicBezTo>
                  <a:cubicBezTo>
                    <a:pt x="14" y="4"/>
                    <a:pt x="14" y="5"/>
                    <a:pt x="14" y="6"/>
                  </a:cubicBezTo>
                  <a:cubicBezTo>
                    <a:pt x="14" y="6"/>
                    <a:pt x="14" y="7"/>
                    <a:pt x="14"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52"/>
            <p:cNvSpPr>
              <a:spLocks/>
            </p:cNvSpPr>
            <p:nvPr/>
          </p:nvSpPr>
          <p:spPr bwMode="auto">
            <a:xfrm>
              <a:off x="1825626" y="3149601"/>
              <a:ext cx="39688" cy="22225"/>
            </a:xfrm>
            <a:custGeom>
              <a:avLst/>
              <a:gdLst/>
              <a:ahLst/>
              <a:cxnLst>
                <a:cxn ang="0">
                  <a:pos x="21" y="8"/>
                </a:cxn>
                <a:cxn ang="0">
                  <a:pos x="19" y="9"/>
                </a:cxn>
                <a:cxn ang="0">
                  <a:pos x="16" y="11"/>
                </a:cxn>
                <a:cxn ang="0">
                  <a:pos x="13" y="12"/>
                </a:cxn>
                <a:cxn ang="0">
                  <a:pos x="8" y="12"/>
                </a:cxn>
                <a:cxn ang="0">
                  <a:pos x="5" y="12"/>
                </a:cxn>
                <a:cxn ang="0">
                  <a:pos x="0" y="11"/>
                </a:cxn>
                <a:cxn ang="0">
                  <a:pos x="0" y="9"/>
                </a:cxn>
                <a:cxn ang="0">
                  <a:pos x="1" y="6"/>
                </a:cxn>
                <a:cxn ang="0">
                  <a:pos x="2" y="3"/>
                </a:cxn>
                <a:cxn ang="0">
                  <a:pos x="5" y="2"/>
                </a:cxn>
                <a:cxn ang="0">
                  <a:pos x="8" y="0"/>
                </a:cxn>
                <a:cxn ang="0">
                  <a:pos x="10" y="0"/>
                </a:cxn>
                <a:cxn ang="0">
                  <a:pos x="11" y="1"/>
                </a:cxn>
                <a:cxn ang="0">
                  <a:pos x="14" y="1"/>
                </a:cxn>
                <a:cxn ang="0">
                  <a:pos x="16" y="2"/>
                </a:cxn>
                <a:cxn ang="0">
                  <a:pos x="18" y="2"/>
                </a:cxn>
                <a:cxn ang="0">
                  <a:pos x="19" y="3"/>
                </a:cxn>
                <a:cxn ang="0">
                  <a:pos x="20" y="7"/>
                </a:cxn>
                <a:cxn ang="0">
                  <a:pos x="21" y="8"/>
                </a:cxn>
              </a:cxnLst>
              <a:rect l="0" t="0" r="r" b="b"/>
              <a:pathLst>
                <a:path w="21" h="12">
                  <a:moveTo>
                    <a:pt x="21" y="8"/>
                  </a:moveTo>
                  <a:cubicBezTo>
                    <a:pt x="20" y="8"/>
                    <a:pt x="20" y="9"/>
                    <a:pt x="19" y="9"/>
                  </a:cubicBezTo>
                  <a:cubicBezTo>
                    <a:pt x="19" y="10"/>
                    <a:pt x="17" y="11"/>
                    <a:pt x="16" y="11"/>
                  </a:cubicBezTo>
                  <a:cubicBezTo>
                    <a:pt x="15" y="11"/>
                    <a:pt x="14" y="12"/>
                    <a:pt x="13" y="12"/>
                  </a:cubicBezTo>
                  <a:cubicBezTo>
                    <a:pt x="12" y="12"/>
                    <a:pt x="10" y="12"/>
                    <a:pt x="8" y="12"/>
                  </a:cubicBezTo>
                  <a:cubicBezTo>
                    <a:pt x="8" y="12"/>
                    <a:pt x="6" y="12"/>
                    <a:pt x="5" y="12"/>
                  </a:cubicBezTo>
                  <a:cubicBezTo>
                    <a:pt x="4" y="11"/>
                    <a:pt x="1" y="11"/>
                    <a:pt x="0" y="11"/>
                  </a:cubicBezTo>
                  <a:cubicBezTo>
                    <a:pt x="0" y="10"/>
                    <a:pt x="0" y="10"/>
                    <a:pt x="0" y="9"/>
                  </a:cubicBezTo>
                  <a:cubicBezTo>
                    <a:pt x="1" y="8"/>
                    <a:pt x="0" y="6"/>
                    <a:pt x="1" y="6"/>
                  </a:cubicBezTo>
                  <a:cubicBezTo>
                    <a:pt x="1" y="5"/>
                    <a:pt x="2" y="3"/>
                    <a:pt x="2" y="3"/>
                  </a:cubicBezTo>
                  <a:cubicBezTo>
                    <a:pt x="3" y="2"/>
                    <a:pt x="4" y="2"/>
                    <a:pt x="5" y="2"/>
                  </a:cubicBezTo>
                  <a:cubicBezTo>
                    <a:pt x="6" y="1"/>
                    <a:pt x="7" y="0"/>
                    <a:pt x="8" y="0"/>
                  </a:cubicBezTo>
                  <a:cubicBezTo>
                    <a:pt x="9" y="0"/>
                    <a:pt x="9" y="0"/>
                    <a:pt x="10" y="0"/>
                  </a:cubicBezTo>
                  <a:cubicBezTo>
                    <a:pt x="10" y="0"/>
                    <a:pt x="10" y="1"/>
                    <a:pt x="11" y="1"/>
                  </a:cubicBezTo>
                  <a:cubicBezTo>
                    <a:pt x="11" y="1"/>
                    <a:pt x="13" y="0"/>
                    <a:pt x="14" y="1"/>
                  </a:cubicBezTo>
                  <a:cubicBezTo>
                    <a:pt x="14" y="1"/>
                    <a:pt x="15" y="2"/>
                    <a:pt x="16" y="2"/>
                  </a:cubicBezTo>
                  <a:cubicBezTo>
                    <a:pt x="16" y="2"/>
                    <a:pt x="17" y="2"/>
                    <a:pt x="18" y="2"/>
                  </a:cubicBezTo>
                  <a:cubicBezTo>
                    <a:pt x="18" y="2"/>
                    <a:pt x="19" y="3"/>
                    <a:pt x="19" y="3"/>
                  </a:cubicBezTo>
                  <a:cubicBezTo>
                    <a:pt x="20" y="4"/>
                    <a:pt x="20" y="6"/>
                    <a:pt x="20" y="7"/>
                  </a:cubicBezTo>
                  <a:cubicBezTo>
                    <a:pt x="20" y="7"/>
                    <a:pt x="21" y="7"/>
                    <a:pt x="21"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53"/>
            <p:cNvSpPr>
              <a:spLocks/>
            </p:cNvSpPr>
            <p:nvPr/>
          </p:nvSpPr>
          <p:spPr bwMode="auto">
            <a:xfrm>
              <a:off x="1836738" y="3095626"/>
              <a:ext cx="74613" cy="68263"/>
            </a:xfrm>
            <a:custGeom>
              <a:avLst/>
              <a:gdLst/>
              <a:ahLst/>
              <a:cxnLst>
                <a:cxn ang="0">
                  <a:pos x="40" y="18"/>
                </a:cxn>
                <a:cxn ang="0">
                  <a:pos x="40" y="20"/>
                </a:cxn>
                <a:cxn ang="0">
                  <a:pos x="37" y="23"/>
                </a:cxn>
                <a:cxn ang="0">
                  <a:pos x="35" y="25"/>
                </a:cxn>
                <a:cxn ang="0">
                  <a:pos x="32" y="26"/>
                </a:cxn>
                <a:cxn ang="0">
                  <a:pos x="28" y="27"/>
                </a:cxn>
                <a:cxn ang="0">
                  <a:pos x="26" y="28"/>
                </a:cxn>
                <a:cxn ang="0">
                  <a:pos x="24" y="31"/>
                </a:cxn>
                <a:cxn ang="0">
                  <a:pos x="23" y="33"/>
                </a:cxn>
                <a:cxn ang="0">
                  <a:pos x="21" y="35"/>
                </a:cxn>
                <a:cxn ang="0">
                  <a:pos x="18" y="36"/>
                </a:cxn>
                <a:cxn ang="0">
                  <a:pos x="15" y="36"/>
                </a:cxn>
                <a:cxn ang="0">
                  <a:pos x="15" y="36"/>
                </a:cxn>
                <a:cxn ang="0">
                  <a:pos x="14" y="35"/>
                </a:cxn>
                <a:cxn ang="0">
                  <a:pos x="13" y="31"/>
                </a:cxn>
                <a:cxn ang="0">
                  <a:pos x="12" y="30"/>
                </a:cxn>
                <a:cxn ang="0">
                  <a:pos x="10" y="30"/>
                </a:cxn>
                <a:cxn ang="0">
                  <a:pos x="8" y="29"/>
                </a:cxn>
                <a:cxn ang="0">
                  <a:pos x="5" y="29"/>
                </a:cxn>
                <a:cxn ang="0">
                  <a:pos x="4" y="28"/>
                </a:cxn>
                <a:cxn ang="0">
                  <a:pos x="5" y="28"/>
                </a:cxn>
                <a:cxn ang="0">
                  <a:pos x="7" y="27"/>
                </a:cxn>
                <a:cxn ang="0">
                  <a:pos x="7" y="25"/>
                </a:cxn>
                <a:cxn ang="0">
                  <a:pos x="8" y="24"/>
                </a:cxn>
                <a:cxn ang="0">
                  <a:pos x="8" y="23"/>
                </a:cxn>
                <a:cxn ang="0">
                  <a:pos x="6" y="23"/>
                </a:cxn>
                <a:cxn ang="0">
                  <a:pos x="4" y="25"/>
                </a:cxn>
                <a:cxn ang="0">
                  <a:pos x="2" y="26"/>
                </a:cxn>
                <a:cxn ang="0">
                  <a:pos x="1" y="24"/>
                </a:cxn>
                <a:cxn ang="0">
                  <a:pos x="1" y="23"/>
                </a:cxn>
                <a:cxn ang="0">
                  <a:pos x="1" y="20"/>
                </a:cxn>
                <a:cxn ang="0">
                  <a:pos x="0" y="18"/>
                </a:cxn>
                <a:cxn ang="0">
                  <a:pos x="0" y="18"/>
                </a:cxn>
                <a:cxn ang="0">
                  <a:pos x="0" y="18"/>
                </a:cxn>
                <a:cxn ang="0">
                  <a:pos x="5" y="18"/>
                </a:cxn>
                <a:cxn ang="0">
                  <a:pos x="6" y="16"/>
                </a:cxn>
                <a:cxn ang="0">
                  <a:pos x="6" y="13"/>
                </a:cxn>
                <a:cxn ang="0">
                  <a:pos x="8" y="12"/>
                </a:cxn>
                <a:cxn ang="0">
                  <a:pos x="8" y="8"/>
                </a:cxn>
                <a:cxn ang="0">
                  <a:pos x="12" y="8"/>
                </a:cxn>
                <a:cxn ang="0">
                  <a:pos x="15" y="7"/>
                </a:cxn>
                <a:cxn ang="0">
                  <a:pos x="17" y="6"/>
                </a:cxn>
                <a:cxn ang="0">
                  <a:pos x="19" y="5"/>
                </a:cxn>
                <a:cxn ang="0">
                  <a:pos x="19" y="2"/>
                </a:cxn>
                <a:cxn ang="0">
                  <a:pos x="20" y="2"/>
                </a:cxn>
                <a:cxn ang="0">
                  <a:pos x="22" y="0"/>
                </a:cxn>
                <a:cxn ang="0">
                  <a:pos x="26" y="1"/>
                </a:cxn>
                <a:cxn ang="0">
                  <a:pos x="29" y="4"/>
                </a:cxn>
                <a:cxn ang="0">
                  <a:pos x="30" y="6"/>
                </a:cxn>
                <a:cxn ang="0">
                  <a:pos x="32" y="9"/>
                </a:cxn>
                <a:cxn ang="0">
                  <a:pos x="34" y="12"/>
                </a:cxn>
                <a:cxn ang="0">
                  <a:pos x="34" y="15"/>
                </a:cxn>
                <a:cxn ang="0">
                  <a:pos x="37" y="17"/>
                </a:cxn>
                <a:cxn ang="0">
                  <a:pos x="40" y="18"/>
                </a:cxn>
              </a:cxnLst>
              <a:rect l="0" t="0" r="r" b="b"/>
              <a:pathLst>
                <a:path w="40" h="36">
                  <a:moveTo>
                    <a:pt x="40" y="18"/>
                  </a:moveTo>
                  <a:cubicBezTo>
                    <a:pt x="40" y="18"/>
                    <a:pt x="40" y="19"/>
                    <a:pt x="40" y="20"/>
                  </a:cubicBezTo>
                  <a:cubicBezTo>
                    <a:pt x="40" y="21"/>
                    <a:pt x="38" y="22"/>
                    <a:pt x="37" y="23"/>
                  </a:cubicBezTo>
                  <a:cubicBezTo>
                    <a:pt x="37" y="24"/>
                    <a:pt x="36" y="25"/>
                    <a:pt x="35" y="25"/>
                  </a:cubicBezTo>
                  <a:cubicBezTo>
                    <a:pt x="35" y="26"/>
                    <a:pt x="33" y="26"/>
                    <a:pt x="32" y="26"/>
                  </a:cubicBezTo>
                  <a:cubicBezTo>
                    <a:pt x="31" y="27"/>
                    <a:pt x="29" y="26"/>
                    <a:pt x="28" y="27"/>
                  </a:cubicBezTo>
                  <a:cubicBezTo>
                    <a:pt x="27" y="27"/>
                    <a:pt x="26" y="28"/>
                    <a:pt x="26" y="28"/>
                  </a:cubicBezTo>
                  <a:cubicBezTo>
                    <a:pt x="25" y="29"/>
                    <a:pt x="24" y="30"/>
                    <a:pt x="24" y="31"/>
                  </a:cubicBezTo>
                  <a:cubicBezTo>
                    <a:pt x="24" y="31"/>
                    <a:pt x="24" y="32"/>
                    <a:pt x="23" y="33"/>
                  </a:cubicBezTo>
                  <a:cubicBezTo>
                    <a:pt x="23" y="33"/>
                    <a:pt x="22" y="35"/>
                    <a:pt x="21" y="35"/>
                  </a:cubicBezTo>
                  <a:cubicBezTo>
                    <a:pt x="21" y="35"/>
                    <a:pt x="19" y="35"/>
                    <a:pt x="18" y="36"/>
                  </a:cubicBezTo>
                  <a:cubicBezTo>
                    <a:pt x="18" y="36"/>
                    <a:pt x="16" y="35"/>
                    <a:pt x="15" y="36"/>
                  </a:cubicBezTo>
                  <a:cubicBezTo>
                    <a:pt x="15" y="36"/>
                    <a:pt x="15" y="36"/>
                    <a:pt x="15" y="36"/>
                  </a:cubicBezTo>
                  <a:cubicBezTo>
                    <a:pt x="15" y="35"/>
                    <a:pt x="14" y="35"/>
                    <a:pt x="14" y="35"/>
                  </a:cubicBezTo>
                  <a:cubicBezTo>
                    <a:pt x="14" y="34"/>
                    <a:pt x="14" y="32"/>
                    <a:pt x="13" y="31"/>
                  </a:cubicBezTo>
                  <a:cubicBezTo>
                    <a:pt x="13" y="31"/>
                    <a:pt x="12" y="30"/>
                    <a:pt x="12" y="30"/>
                  </a:cubicBezTo>
                  <a:cubicBezTo>
                    <a:pt x="11" y="30"/>
                    <a:pt x="10" y="30"/>
                    <a:pt x="10" y="30"/>
                  </a:cubicBezTo>
                  <a:cubicBezTo>
                    <a:pt x="9" y="30"/>
                    <a:pt x="8" y="29"/>
                    <a:pt x="8" y="29"/>
                  </a:cubicBezTo>
                  <a:cubicBezTo>
                    <a:pt x="7" y="28"/>
                    <a:pt x="5" y="29"/>
                    <a:pt x="5" y="29"/>
                  </a:cubicBezTo>
                  <a:cubicBezTo>
                    <a:pt x="4" y="29"/>
                    <a:pt x="4" y="28"/>
                    <a:pt x="4" y="28"/>
                  </a:cubicBezTo>
                  <a:cubicBezTo>
                    <a:pt x="4" y="28"/>
                    <a:pt x="5" y="28"/>
                    <a:pt x="5" y="28"/>
                  </a:cubicBezTo>
                  <a:cubicBezTo>
                    <a:pt x="6" y="28"/>
                    <a:pt x="7" y="27"/>
                    <a:pt x="7" y="27"/>
                  </a:cubicBezTo>
                  <a:cubicBezTo>
                    <a:pt x="7" y="27"/>
                    <a:pt x="7" y="25"/>
                    <a:pt x="7" y="25"/>
                  </a:cubicBezTo>
                  <a:cubicBezTo>
                    <a:pt x="8" y="25"/>
                    <a:pt x="8" y="24"/>
                    <a:pt x="8" y="24"/>
                  </a:cubicBezTo>
                  <a:cubicBezTo>
                    <a:pt x="8" y="24"/>
                    <a:pt x="8" y="23"/>
                    <a:pt x="8" y="23"/>
                  </a:cubicBezTo>
                  <a:cubicBezTo>
                    <a:pt x="8" y="22"/>
                    <a:pt x="7" y="23"/>
                    <a:pt x="6" y="23"/>
                  </a:cubicBezTo>
                  <a:cubicBezTo>
                    <a:pt x="6" y="24"/>
                    <a:pt x="5" y="25"/>
                    <a:pt x="4" y="25"/>
                  </a:cubicBezTo>
                  <a:cubicBezTo>
                    <a:pt x="4" y="25"/>
                    <a:pt x="3" y="26"/>
                    <a:pt x="2" y="26"/>
                  </a:cubicBezTo>
                  <a:cubicBezTo>
                    <a:pt x="2" y="25"/>
                    <a:pt x="1" y="25"/>
                    <a:pt x="1" y="24"/>
                  </a:cubicBezTo>
                  <a:cubicBezTo>
                    <a:pt x="1" y="24"/>
                    <a:pt x="1" y="23"/>
                    <a:pt x="1" y="23"/>
                  </a:cubicBezTo>
                  <a:cubicBezTo>
                    <a:pt x="1" y="22"/>
                    <a:pt x="1" y="21"/>
                    <a:pt x="1" y="20"/>
                  </a:cubicBezTo>
                  <a:cubicBezTo>
                    <a:pt x="1" y="20"/>
                    <a:pt x="0" y="18"/>
                    <a:pt x="0" y="18"/>
                  </a:cubicBezTo>
                  <a:cubicBezTo>
                    <a:pt x="0" y="18"/>
                    <a:pt x="0" y="18"/>
                    <a:pt x="0" y="18"/>
                  </a:cubicBezTo>
                  <a:cubicBezTo>
                    <a:pt x="0" y="18"/>
                    <a:pt x="0" y="18"/>
                    <a:pt x="0" y="18"/>
                  </a:cubicBezTo>
                  <a:cubicBezTo>
                    <a:pt x="2" y="18"/>
                    <a:pt x="4" y="18"/>
                    <a:pt x="5" y="18"/>
                  </a:cubicBezTo>
                  <a:cubicBezTo>
                    <a:pt x="6" y="17"/>
                    <a:pt x="6" y="16"/>
                    <a:pt x="6" y="16"/>
                  </a:cubicBezTo>
                  <a:cubicBezTo>
                    <a:pt x="6" y="15"/>
                    <a:pt x="6" y="14"/>
                    <a:pt x="6" y="13"/>
                  </a:cubicBezTo>
                  <a:cubicBezTo>
                    <a:pt x="7" y="13"/>
                    <a:pt x="8" y="12"/>
                    <a:pt x="8" y="12"/>
                  </a:cubicBezTo>
                  <a:cubicBezTo>
                    <a:pt x="8" y="11"/>
                    <a:pt x="7" y="9"/>
                    <a:pt x="8" y="8"/>
                  </a:cubicBezTo>
                  <a:cubicBezTo>
                    <a:pt x="9" y="8"/>
                    <a:pt x="11" y="9"/>
                    <a:pt x="12" y="8"/>
                  </a:cubicBezTo>
                  <a:cubicBezTo>
                    <a:pt x="13" y="8"/>
                    <a:pt x="14" y="8"/>
                    <a:pt x="15" y="7"/>
                  </a:cubicBezTo>
                  <a:cubicBezTo>
                    <a:pt x="16" y="7"/>
                    <a:pt x="17" y="7"/>
                    <a:pt x="17" y="6"/>
                  </a:cubicBezTo>
                  <a:cubicBezTo>
                    <a:pt x="17" y="6"/>
                    <a:pt x="18" y="5"/>
                    <a:pt x="19" y="5"/>
                  </a:cubicBezTo>
                  <a:cubicBezTo>
                    <a:pt x="19" y="4"/>
                    <a:pt x="19" y="3"/>
                    <a:pt x="19" y="2"/>
                  </a:cubicBezTo>
                  <a:cubicBezTo>
                    <a:pt x="19" y="2"/>
                    <a:pt x="20" y="2"/>
                    <a:pt x="20" y="2"/>
                  </a:cubicBezTo>
                  <a:cubicBezTo>
                    <a:pt x="21" y="2"/>
                    <a:pt x="21" y="0"/>
                    <a:pt x="22" y="0"/>
                  </a:cubicBezTo>
                  <a:cubicBezTo>
                    <a:pt x="23" y="0"/>
                    <a:pt x="25" y="0"/>
                    <a:pt x="26" y="1"/>
                  </a:cubicBezTo>
                  <a:cubicBezTo>
                    <a:pt x="27" y="1"/>
                    <a:pt x="28" y="3"/>
                    <a:pt x="29" y="4"/>
                  </a:cubicBezTo>
                  <a:cubicBezTo>
                    <a:pt x="29" y="4"/>
                    <a:pt x="29" y="6"/>
                    <a:pt x="30" y="6"/>
                  </a:cubicBezTo>
                  <a:cubicBezTo>
                    <a:pt x="30" y="7"/>
                    <a:pt x="31" y="8"/>
                    <a:pt x="32" y="9"/>
                  </a:cubicBezTo>
                  <a:cubicBezTo>
                    <a:pt x="32" y="9"/>
                    <a:pt x="34" y="11"/>
                    <a:pt x="34" y="12"/>
                  </a:cubicBezTo>
                  <a:cubicBezTo>
                    <a:pt x="34" y="13"/>
                    <a:pt x="33" y="15"/>
                    <a:pt x="34" y="15"/>
                  </a:cubicBezTo>
                  <a:cubicBezTo>
                    <a:pt x="34" y="16"/>
                    <a:pt x="36" y="17"/>
                    <a:pt x="37" y="17"/>
                  </a:cubicBezTo>
                  <a:cubicBezTo>
                    <a:pt x="38" y="17"/>
                    <a:pt x="39" y="17"/>
                    <a:pt x="40" y="1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54"/>
            <p:cNvSpPr>
              <a:spLocks/>
            </p:cNvSpPr>
            <p:nvPr/>
          </p:nvSpPr>
          <p:spPr bwMode="auto">
            <a:xfrm>
              <a:off x="2778126" y="3905251"/>
              <a:ext cx="57150" cy="23813"/>
            </a:xfrm>
            <a:custGeom>
              <a:avLst/>
              <a:gdLst/>
              <a:ahLst/>
              <a:cxnLst>
                <a:cxn ang="0">
                  <a:pos x="28" y="8"/>
                </a:cxn>
                <a:cxn ang="0">
                  <a:pos x="31" y="9"/>
                </a:cxn>
                <a:cxn ang="0">
                  <a:pos x="30" y="9"/>
                </a:cxn>
                <a:cxn ang="0">
                  <a:pos x="27" y="10"/>
                </a:cxn>
                <a:cxn ang="0">
                  <a:pos x="25" y="12"/>
                </a:cxn>
                <a:cxn ang="0">
                  <a:pos x="24" y="13"/>
                </a:cxn>
                <a:cxn ang="0">
                  <a:pos x="22" y="12"/>
                </a:cxn>
                <a:cxn ang="0">
                  <a:pos x="20" y="12"/>
                </a:cxn>
                <a:cxn ang="0">
                  <a:pos x="18" y="12"/>
                </a:cxn>
                <a:cxn ang="0">
                  <a:pos x="16" y="11"/>
                </a:cxn>
                <a:cxn ang="0">
                  <a:pos x="12" y="11"/>
                </a:cxn>
                <a:cxn ang="0">
                  <a:pos x="10" y="12"/>
                </a:cxn>
                <a:cxn ang="0">
                  <a:pos x="7" y="11"/>
                </a:cxn>
                <a:cxn ang="0">
                  <a:pos x="4" y="11"/>
                </a:cxn>
                <a:cxn ang="0">
                  <a:pos x="1" y="11"/>
                </a:cxn>
                <a:cxn ang="0">
                  <a:pos x="1" y="11"/>
                </a:cxn>
                <a:cxn ang="0">
                  <a:pos x="0" y="10"/>
                </a:cxn>
                <a:cxn ang="0">
                  <a:pos x="0" y="7"/>
                </a:cxn>
                <a:cxn ang="0">
                  <a:pos x="1" y="4"/>
                </a:cxn>
                <a:cxn ang="0">
                  <a:pos x="1" y="2"/>
                </a:cxn>
                <a:cxn ang="0">
                  <a:pos x="2" y="0"/>
                </a:cxn>
                <a:cxn ang="0">
                  <a:pos x="4" y="1"/>
                </a:cxn>
                <a:cxn ang="0">
                  <a:pos x="8" y="3"/>
                </a:cxn>
                <a:cxn ang="0">
                  <a:pos x="12" y="3"/>
                </a:cxn>
                <a:cxn ang="0">
                  <a:pos x="16" y="3"/>
                </a:cxn>
                <a:cxn ang="0">
                  <a:pos x="18" y="4"/>
                </a:cxn>
                <a:cxn ang="0">
                  <a:pos x="20" y="6"/>
                </a:cxn>
                <a:cxn ang="0">
                  <a:pos x="23" y="5"/>
                </a:cxn>
                <a:cxn ang="0">
                  <a:pos x="24" y="7"/>
                </a:cxn>
                <a:cxn ang="0">
                  <a:pos x="26" y="8"/>
                </a:cxn>
                <a:cxn ang="0">
                  <a:pos x="28" y="8"/>
                </a:cxn>
              </a:cxnLst>
              <a:rect l="0" t="0" r="r" b="b"/>
              <a:pathLst>
                <a:path w="31" h="13">
                  <a:moveTo>
                    <a:pt x="28" y="8"/>
                  </a:moveTo>
                  <a:cubicBezTo>
                    <a:pt x="29" y="8"/>
                    <a:pt x="30" y="9"/>
                    <a:pt x="31" y="9"/>
                  </a:cubicBezTo>
                  <a:cubicBezTo>
                    <a:pt x="30" y="9"/>
                    <a:pt x="30" y="9"/>
                    <a:pt x="30" y="9"/>
                  </a:cubicBezTo>
                  <a:cubicBezTo>
                    <a:pt x="29" y="10"/>
                    <a:pt x="28" y="10"/>
                    <a:pt x="27" y="10"/>
                  </a:cubicBezTo>
                  <a:cubicBezTo>
                    <a:pt x="27" y="11"/>
                    <a:pt x="26" y="12"/>
                    <a:pt x="25" y="12"/>
                  </a:cubicBezTo>
                  <a:cubicBezTo>
                    <a:pt x="25" y="13"/>
                    <a:pt x="24" y="13"/>
                    <a:pt x="24" y="13"/>
                  </a:cubicBezTo>
                  <a:cubicBezTo>
                    <a:pt x="24" y="13"/>
                    <a:pt x="23" y="12"/>
                    <a:pt x="22" y="12"/>
                  </a:cubicBezTo>
                  <a:cubicBezTo>
                    <a:pt x="22" y="12"/>
                    <a:pt x="21" y="12"/>
                    <a:pt x="20" y="12"/>
                  </a:cubicBezTo>
                  <a:cubicBezTo>
                    <a:pt x="20" y="12"/>
                    <a:pt x="19" y="12"/>
                    <a:pt x="18" y="12"/>
                  </a:cubicBezTo>
                  <a:cubicBezTo>
                    <a:pt x="17" y="12"/>
                    <a:pt x="16" y="11"/>
                    <a:pt x="16" y="11"/>
                  </a:cubicBezTo>
                  <a:cubicBezTo>
                    <a:pt x="15" y="11"/>
                    <a:pt x="13" y="11"/>
                    <a:pt x="12" y="11"/>
                  </a:cubicBezTo>
                  <a:cubicBezTo>
                    <a:pt x="12" y="11"/>
                    <a:pt x="11" y="12"/>
                    <a:pt x="10" y="12"/>
                  </a:cubicBezTo>
                  <a:cubicBezTo>
                    <a:pt x="9" y="12"/>
                    <a:pt x="8" y="11"/>
                    <a:pt x="7" y="11"/>
                  </a:cubicBezTo>
                  <a:cubicBezTo>
                    <a:pt x="6" y="11"/>
                    <a:pt x="5" y="11"/>
                    <a:pt x="4" y="11"/>
                  </a:cubicBezTo>
                  <a:cubicBezTo>
                    <a:pt x="3" y="11"/>
                    <a:pt x="2" y="11"/>
                    <a:pt x="1" y="11"/>
                  </a:cubicBezTo>
                  <a:cubicBezTo>
                    <a:pt x="1" y="11"/>
                    <a:pt x="1" y="11"/>
                    <a:pt x="1" y="11"/>
                  </a:cubicBezTo>
                  <a:cubicBezTo>
                    <a:pt x="0" y="11"/>
                    <a:pt x="0" y="10"/>
                    <a:pt x="0" y="10"/>
                  </a:cubicBezTo>
                  <a:cubicBezTo>
                    <a:pt x="0" y="9"/>
                    <a:pt x="0" y="7"/>
                    <a:pt x="0" y="7"/>
                  </a:cubicBezTo>
                  <a:cubicBezTo>
                    <a:pt x="0" y="6"/>
                    <a:pt x="1" y="5"/>
                    <a:pt x="1" y="4"/>
                  </a:cubicBezTo>
                  <a:cubicBezTo>
                    <a:pt x="1" y="4"/>
                    <a:pt x="1" y="3"/>
                    <a:pt x="1" y="2"/>
                  </a:cubicBezTo>
                  <a:cubicBezTo>
                    <a:pt x="1" y="1"/>
                    <a:pt x="1" y="0"/>
                    <a:pt x="2" y="0"/>
                  </a:cubicBezTo>
                  <a:cubicBezTo>
                    <a:pt x="2" y="0"/>
                    <a:pt x="3" y="1"/>
                    <a:pt x="4" y="1"/>
                  </a:cubicBezTo>
                  <a:cubicBezTo>
                    <a:pt x="5" y="1"/>
                    <a:pt x="7" y="2"/>
                    <a:pt x="8" y="3"/>
                  </a:cubicBezTo>
                  <a:cubicBezTo>
                    <a:pt x="9" y="3"/>
                    <a:pt x="11" y="3"/>
                    <a:pt x="12" y="3"/>
                  </a:cubicBezTo>
                  <a:cubicBezTo>
                    <a:pt x="13" y="3"/>
                    <a:pt x="15" y="2"/>
                    <a:pt x="16" y="3"/>
                  </a:cubicBezTo>
                  <a:cubicBezTo>
                    <a:pt x="17" y="3"/>
                    <a:pt x="18" y="4"/>
                    <a:pt x="18" y="4"/>
                  </a:cubicBezTo>
                  <a:cubicBezTo>
                    <a:pt x="19" y="4"/>
                    <a:pt x="20" y="6"/>
                    <a:pt x="20" y="6"/>
                  </a:cubicBezTo>
                  <a:cubicBezTo>
                    <a:pt x="21" y="6"/>
                    <a:pt x="23" y="5"/>
                    <a:pt x="23" y="5"/>
                  </a:cubicBezTo>
                  <a:cubicBezTo>
                    <a:pt x="24" y="5"/>
                    <a:pt x="24" y="6"/>
                    <a:pt x="24" y="7"/>
                  </a:cubicBezTo>
                  <a:cubicBezTo>
                    <a:pt x="24" y="7"/>
                    <a:pt x="25" y="8"/>
                    <a:pt x="26" y="8"/>
                  </a:cubicBezTo>
                  <a:cubicBezTo>
                    <a:pt x="27" y="9"/>
                    <a:pt x="28" y="8"/>
                    <a:pt x="28"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55"/>
            <p:cNvSpPr>
              <a:spLocks/>
            </p:cNvSpPr>
            <p:nvPr/>
          </p:nvSpPr>
          <p:spPr bwMode="auto">
            <a:xfrm>
              <a:off x="2668588" y="3919538"/>
              <a:ext cx="85725" cy="49213"/>
            </a:xfrm>
            <a:custGeom>
              <a:avLst/>
              <a:gdLst/>
              <a:ahLst/>
              <a:cxnLst>
                <a:cxn ang="0">
                  <a:pos x="46" y="11"/>
                </a:cxn>
                <a:cxn ang="0">
                  <a:pos x="43" y="11"/>
                </a:cxn>
                <a:cxn ang="0">
                  <a:pos x="41" y="12"/>
                </a:cxn>
                <a:cxn ang="0">
                  <a:pos x="38" y="13"/>
                </a:cxn>
                <a:cxn ang="0">
                  <a:pos x="34" y="15"/>
                </a:cxn>
                <a:cxn ang="0">
                  <a:pos x="34" y="22"/>
                </a:cxn>
                <a:cxn ang="0">
                  <a:pos x="28" y="25"/>
                </a:cxn>
                <a:cxn ang="0">
                  <a:pos x="20" y="26"/>
                </a:cxn>
                <a:cxn ang="0">
                  <a:pos x="17" y="23"/>
                </a:cxn>
                <a:cxn ang="0">
                  <a:pos x="13" y="21"/>
                </a:cxn>
                <a:cxn ang="0">
                  <a:pos x="10" y="24"/>
                </a:cxn>
                <a:cxn ang="0">
                  <a:pos x="6" y="22"/>
                </a:cxn>
                <a:cxn ang="0">
                  <a:pos x="3" y="20"/>
                </a:cxn>
                <a:cxn ang="0">
                  <a:pos x="1" y="19"/>
                </a:cxn>
                <a:cxn ang="0">
                  <a:pos x="0" y="13"/>
                </a:cxn>
                <a:cxn ang="0">
                  <a:pos x="2" y="9"/>
                </a:cxn>
                <a:cxn ang="0">
                  <a:pos x="6" y="10"/>
                </a:cxn>
                <a:cxn ang="0">
                  <a:pos x="9" y="8"/>
                </a:cxn>
                <a:cxn ang="0">
                  <a:pos x="11" y="6"/>
                </a:cxn>
                <a:cxn ang="0">
                  <a:pos x="15" y="5"/>
                </a:cxn>
                <a:cxn ang="0">
                  <a:pos x="18" y="1"/>
                </a:cxn>
                <a:cxn ang="0">
                  <a:pos x="18" y="0"/>
                </a:cxn>
                <a:cxn ang="0">
                  <a:pos x="23" y="0"/>
                </a:cxn>
                <a:cxn ang="0">
                  <a:pos x="27" y="2"/>
                </a:cxn>
                <a:cxn ang="0">
                  <a:pos x="32" y="2"/>
                </a:cxn>
                <a:cxn ang="0">
                  <a:pos x="36" y="2"/>
                </a:cxn>
                <a:cxn ang="0">
                  <a:pos x="40" y="1"/>
                </a:cxn>
                <a:cxn ang="0">
                  <a:pos x="40" y="2"/>
                </a:cxn>
                <a:cxn ang="0">
                  <a:pos x="41" y="6"/>
                </a:cxn>
                <a:cxn ang="0">
                  <a:pos x="37" y="9"/>
                </a:cxn>
                <a:cxn ang="0">
                  <a:pos x="39" y="9"/>
                </a:cxn>
                <a:cxn ang="0">
                  <a:pos x="42" y="6"/>
                </a:cxn>
                <a:cxn ang="0">
                  <a:pos x="43" y="8"/>
                </a:cxn>
              </a:cxnLst>
              <a:rect l="0" t="0" r="r" b="b"/>
              <a:pathLst>
                <a:path w="46" h="26">
                  <a:moveTo>
                    <a:pt x="45" y="10"/>
                  </a:moveTo>
                  <a:cubicBezTo>
                    <a:pt x="45" y="10"/>
                    <a:pt x="46" y="11"/>
                    <a:pt x="46" y="11"/>
                  </a:cubicBezTo>
                  <a:cubicBezTo>
                    <a:pt x="46" y="11"/>
                    <a:pt x="45" y="12"/>
                    <a:pt x="45" y="12"/>
                  </a:cubicBezTo>
                  <a:cubicBezTo>
                    <a:pt x="44" y="12"/>
                    <a:pt x="44" y="11"/>
                    <a:pt x="43" y="11"/>
                  </a:cubicBezTo>
                  <a:cubicBezTo>
                    <a:pt x="43" y="11"/>
                    <a:pt x="42" y="11"/>
                    <a:pt x="42" y="11"/>
                  </a:cubicBezTo>
                  <a:cubicBezTo>
                    <a:pt x="41" y="11"/>
                    <a:pt x="41" y="12"/>
                    <a:pt x="41" y="12"/>
                  </a:cubicBezTo>
                  <a:cubicBezTo>
                    <a:pt x="41" y="12"/>
                    <a:pt x="41" y="13"/>
                    <a:pt x="41" y="13"/>
                  </a:cubicBezTo>
                  <a:cubicBezTo>
                    <a:pt x="40" y="13"/>
                    <a:pt x="38" y="13"/>
                    <a:pt x="38" y="13"/>
                  </a:cubicBezTo>
                  <a:cubicBezTo>
                    <a:pt x="37" y="13"/>
                    <a:pt x="36" y="13"/>
                    <a:pt x="36" y="13"/>
                  </a:cubicBezTo>
                  <a:cubicBezTo>
                    <a:pt x="35" y="13"/>
                    <a:pt x="35" y="15"/>
                    <a:pt x="34" y="15"/>
                  </a:cubicBezTo>
                  <a:cubicBezTo>
                    <a:pt x="34" y="16"/>
                    <a:pt x="34" y="17"/>
                    <a:pt x="34" y="18"/>
                  </a:cubicBezTo>
                  <a:cubicBezTo>
                    <a:pt x="34" y="19"/>
                    <a:pt x="34" y="21"/>
                    <a:pt x="34" y="22"/>
                  </a:cubicBezTo>
                  <a:cubicBezTo>
                    <a:pt x="34" y="22"/>
                    <a:pt x="33" y="23"/>
                    <a:pt x="32" y="23"/>
                  </a:cubicBezTo>
                  <a:cubicBezTo>
                    <a:pt x="31" y="24"/>
                    <a:pt x="29" y="25"/>
                    <a:pt x="28" y="25"/>
                  </a:cubicBezTo>
                  <a:cubicBezTo>
                    <a:pt x="27" y="25"/>
                    <a:pt x="25" y="26"/>
                    <a:pt x="24" y="26"/>
                  </a:cubicBezTo>
                  <a:cubicBezTo>
                    <a:pt x="23" y="26"/>
                    <a:pt x="21" y="26"/>
                    <a:pt x="20" y="26"/>
                  </a:cubicBezTo>
                  <a:cubicBezTo>
                    <a:pt x="20" y="26"/>
                    <a:pt x="19" y="25"/>
                    <a:pt x="18" y="25"/>
                  </a:cubicBezTo>
                  <a:cubicBezTo>
                    <a:pt x="18" y="25"/>
                    <a:pt x="17" y="24"/>
                    <a:pt x="17" y="23"/>
                  </a:cubicBezTo>
                  <a:cubicBezTo>
                    <a:pt x="16" y="23"/>
                    <a:pt x="16" y="22"/>
                    <a:pt x="15" y="21"/>
                  </a:cubicBezTo>
                  <a:cubicBezTo>
                    <a:pt x="15" y="21"/>
                    <a:pt x="14" y="21"/>
                    <a:pt x="13" y="21"/>
                  </a:cubicBezTo>
                  <a:cubicBezTo>
                    <a:pt x="13" y="22"/>
                    <a:pt x="12" y="23"/>
                    <a:pt x="12" y="23"/>
                  </a:cubicBezTo>
                  <a:cubicBezTo>
                    <a:pt x="11" y="24"/>
                    <a:pt x="10" y="24"/>
                    <a:pt x="10" y="24"/>
                  </a:cubicBezTo>
                  <a:cubicBezTo>
                    <a:pt x="9" y="24"/>
                    <a:pt x="8" y="24"/>
                    <a:pt x="8" y="24"/>
                  </a:cubicBezTo>
                  <a:cubicBezTo>
                    <a:pt x="7" y="23"/>
                    <a:pt x="7" y="22"/>
                    <a:pt x="6" y="22"/>
                  </a:cubicBezTo>
                  <a:cubicBezTo>
                    <a:pt x="6" y="22"/>
                    <a:pt x="5" y="21"/>
                    <a:pt x="5" y="21"/>
                  </a:cubicBezTo>
                  <a:cubicBezTo>
                    <a:pt x="5" y="20"/>
                    <a:pt x="3" y="20"/>
                    <a:pt x="3" y="20"/>
                  </a:cubicBezTo>
                  <a:cubicBezTo>
                    <a:pt x="2" y="20"/>
                    <a:pt x="2" y="20"/>
                    <a:pt x="1" y="20"/>
                  </a:cubicBezTo>
                  <a:cubicBezTo>
                    <a:pt x="1" y="19"/>
                    <a:pt x="1" y="19"/>
                    <a:pt x="1" y="19"/>
                  </a:cubicBezTo>
                  <a:cubicBezTo>
                    <a:pt x="1" y="18"/>
                    <a:pt x="2" y="17"/>
                    <a:pt x="1" y="16"/>
                  </a:cubicBezTo>
                  <a:cubicBezTo>
                    <a:pt x="1" y="15"/>
                    <a:pt x="0" y="14"/>
                    <a:pt x="0" y="13"/>
                  </a:cubicBezTo>
                  <a:cubicBezTo>
                    <a:pt x="0" y="13"/>
                    <a:pt x="1" y="12"/>
                    <a:pt x="1" y="11"/>
                  </a:cubicBezTo>
                  <a:cubicBezTo>
                    <a:pt x="1" y="11"/>
                    <a:pt x="2" y="10"/>
                    <a:pt x="2" y="9"/>
                  </a:cubicBezTo>
                  <a:cubicBezTo>
                    <a:pt x="3" y="9"/>
                    <a:pt x="4" y="8"/>
                    <a:pt x="5" y="9"/>
                  </a:cubicBezTo>
                  <a:cubicBezTo>
                    <a:pt x="5" y="9"/>
                    <a:pt x="5" y="10"/>
                    <a:pt x="6" y="10"/>
                  </a:cubicBezTo>
                  <a:cubicBezTo>
                    <a:pt x="6" y="10"/>
                    <a:pt x="7" y="10"/>
                    <a:pt x="7" y="10"/>
                  </a:cubicBezTo>
                  <a:cubicBezTo>
                    <a:pt x="8" y="10"/>
                    <a:pt x="8" y="9"/>
                    <a:pt x="9" y="8"/>
                  </a:cubicBezTo>
                  <a:cubicBezTo>
                    <a:pt x="9" y="8"/>
                    <a:pt x="9" y="7"/>
                    <a:pt x="9" y="7"/>
                  </a:cubicBezTo>
                  <a:cubicBezTo>
                    <a:pt x="10" y="6"/>
                    <a:pt x="11" y="6"/>
                    <a:pt x="11" y="6"/>
                  </a:cubicBezTo>
                  <a:cubicBezTo>
                    <a:pt x="12" y="6"/>
                    <a:pt x="14" y="6"/>
                    <a:pt x="15" y="6"/>
                  </a:cubicBezTo>
                  <a:cubicBezTo>
                    <a:pt x="15" y="6"/>
                    <a:pt x="15" y="5"/>
                    <a:pt x="15" y="5"/>
                  </a:cubicBezTo>
                  <a:cubicBezTo>
                    <a:pt x="16" y="4"/>
                    <a:pt x="17" y="4"/>
                    <a:pt x="17" y="4"/>
                  </a:cubicBezTo>
                  <a:cubicBezTo>
                    <a:pt x="18" y="3"/>
                    <a:pt x="18" y="2"/>
                    <a:pt x="18" y="1"/>
                  </a:cubicBezTo>
                  <a:cubicBezTo>
                    <a:pt x="17" y="1"/>
                    <a:pt x="17" y="0"/>
                    <a:pt x="17" y="0"/>
                  </a:cubicBezTo>
                  <a:cubicBezTo>
                    <a:pt x="17" y="0"/>
                    <a:pt x="18" y="0"/>
                    <a:pt x="18" y="0"/>
                  </a:cubicBezTo>
                  <a:cubicBezTo>
                    <a:pt x="19" y="0"/>
                    <a:pt x="20" y="0"/>
                    <a:pt x="21" y="0"/>
                  </a:cubicBezTo>
                  <a:cubicBezTo>
                    <a:pt x="22" y="0"/>
                    <a:pt x="23" y="0"/>
                    <a:pt x="23" y="0"/>
                  </a:cubicBezTo>
                  <a:cubicBezTo>
                    <a:pt x="24" y="0"/>
                    <a:pt x="25" y="0"/>
                    <a:pt x="26" y="1"/>
                  </a:cubicBezTo>
                  <a:cubicBezTo>
                    <a:pt x="26" y="1"/>
                    <a:pt x="27" y="2"/>
                    <a:pt x="27" y="2"/>
                  </a:cubicBezTo>
                  <a:cubicBezTo>
                    <a:pt x="27" y="2"/>
                    <a:pt x="29" y="2"/>
                    <a:pt x="29" y="2"/>
                  </a:cubicBezTo>
                  <a:cubicBezTo>
                    <a:pt x="30" y="2"/>
                    <a:pt x="31" y="2"/>
                    <a:pt x="32" y="2"/>
                  </a:cubicBezTo>
                  <a:cubicBezTo>
                    <a:pt x="32" y="2"/>
                    <a:pt x="34" y="3"/>
                    <a:pt x="34" y="3"/>
                  </a:cubicBezTo>
                  <a:cubicBezTo>
                    <a:pt x="35" y="3"/>
                    <a:pt x="36" y="3"/>
                    <a:pt x="36" y="2"/>
                  </a:cubicBezTo>
                  <a:cubicBezTo>
                    <a:pt x="37" y="2"/>
                    <a:pt x="38" y="1"/>
                    <a:pt x="39" y="1"/>
                  </a:cubicBezTo>
                  <a:cubicBezTo>
                    <a:pt x="39" y="1"/>
                    <a:pt x="40" y="1"/>
                    <a:pt x="40" y="1"/>
                  </a:cubicBezTo>
                  <a:cubicBezTo>
                    <a:pt x="40" y="1"/>
                    <a:pt x="40" y="1"/>
                    <a:pt x="40" y="1"/>
                  </a:cubicBezTo>
                  <a:cubicBezTo>
                    <a:pt x="40" y="1"/>
                    <a:pt x="40" y="2"/>
                    <a:pt x="40" y="2"/>
                  </a:cubicBezTo>
                  <a:cubicBezTo>
                    <a:pt x="41" y="3"/>
                    <a:pt x="41" y="4"/>
                    <a:pt x="41" y="4"/>
                  </a:cubicBezTo>
                  <a:cubicBezTo>
                    <a:pt x="42" y="5"/>
                    <a:pt x="41" y="6"/>
                    <a:pt x="41" y="6"/>
                  </a:cubicBezTo>
                  <a:cubicBezTo>
                    <a:pt x="40" y="7"/>
                    <a:pt x="39" y="8"/>
                    <a:pt x="39" y="8"/>
                  </a:cubicBezTo>
                  <a:cubicBezTo>
                    <a:pt x="38" y="8"/>
                    <a:pt x="37" y="9"/>
                    <a:pt x="37" y="9"/>
                  </a:cubicBezTo>
                  <a:cubicBezTo>
                    <a:pt x="37" y="9"/>
                    <a:pt x="37" y="10"/>
                    <a:pt x="37" y="10"/>
                  </a:cubicBezTo>
                  <a:cubicBezTo>
                    <a:pt x="37" y="11"/>
                    <a:pt x="38" y="9"/>
                    <a:pt x="39" y="9"/>
                  </a:cubicBezTo>
                  <a:cubicBezTo>
                    <a:pt x="39" y="9"/>
                    <a:pt x="40" y="8"/>
                    <a:pt x="41" y="8"/>
                  </a:cubicBezTo>
                  <a:cubicBezTo>
                    <a:pt x="41" y="8"/>
                    <a:pt x="42" y="6"/>
                    <a:pt x="42" y="6"/>
                  </a:cubicBezTo>
                  <a:cubicBezTo>
                    <a:pt x="42" y="6"/>
                    <a:pt x="43" y="7"/>
                    <a:pt x="43" y="7"/>
                  </a:cubicBezTo>
                  <a:cubicBezTo>
                    <a:pt x="43" y="7"/>
                    <a:pt x="43" y="8"/>
                    <a:pt x="43" y="8"/>
                  </a:cubicBezTo>
                  <a:cubicBezTo>
                    <a:pt x="44" y="9"/>
                    <a:pt x="44" y="9"/>
                    <a:pt x="45" y="1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56"/>
            <p:cNvSpPr>
              <a:spLocks/>
            </p:cNvSpPr>
            <p:nvPr/>
          </p:nvSpPr>
          <p:spPr bwMode="auto">
            <a:xfrm>
              <a:off x="2724151" y="3948113"/>
              <a:ext cx="84138" cy="71438"/>
            </a:xfrm>
            <a:custGeom>
              <a:avLst/>
              <a:gdLst/>
              <a:ahLst/>
              <a:cxnLst>
                <a:cxn ang="0">
                  <a:pos x="44" y="9"/>
                </a:cxn>
                <a:cxn ang="0">
                  <a:pos x="38" y="10"/>
                </a:cxn>
                <a:cxn ang="0">
                  <a:pos x="36" y="7"/>
                </a:cxn>
                <a:cxn ang="0">
                  <a:pos x="34" y="8"/>
                </a:cxn>
                <a:cxn ang="0">
                  <a:pos x="36" y="9"/>
                </a:cxn>
                <a:cxn ang="0">
                  <a:pos x="34" y="11"/>
                </a:cxn>
                <a:cxn ang="0">
                  <a:pos x="32" y="10"/>
                </a:cxn>
                <a:cxn ang="0">
                  <a:pos x="32" y="12"/>
                </a:cxn>
                <a:cxn ang="0">
                  <a:pos x="30" y="13"/>
                </a:cxn>
                <a:cxn ang="0">
                  <a:pos x="28" y="13"/>
                </a:cxn>
                <a:cxn ang="0">
                  <a:pos x="30" y="14"/>
                </a:cxn>
                <a:cxn ang="0">
                  <a:pos x="30" y="16"/>
                </a:cxn>
                <a:cxn ang="0">
                  <a:pos x="26" y="15"/>
                </a:cxn>
                <a:cxn ang="0">
                  <a:pos x="22" y="17"/>
                </a:cxn>
                <a:cxn ang="0">
                  <a:pos x="20" y="17"/>
                </a:cxn>
                <a:cxn ang="0">
                  <a:pos x="19" y="18"/>
                </a:cxn>
                <a:cxn ang="0">
                  <a:pos x="20" y="19"/>
                </a:cxn>
                <a:cxn ang="0">
                  <a:pos x="24" y="21"/>
                </a:cxn>
                <a:cxn ang="0">
                  <a:pos x="28" y="22"/>
                </a:cxn>
                <a:cxn ang="0">
                  <a:pos x="31" y="21"/>
                </a:cxn>
                <a:cxn ang="0">
                  <a:pos x="34" y="19"/>
                </a:cxn>
                <a:cxn ang="0">
                  <a:pos x="33" y="22"/>
                </a:cxn>
                <a:cxn ang="0">
                  <a:pos x="33" y="29"/>
                </a:cxn>
                <a:cxn ang="0">
                  <a:pos x="33" y="36"/>
                </a:cxn>
                <a:cxn ang="0">
                  <a:pos x="27" y="37"/>
                </a:cxn>
                <a:cxn ang="0">
                  <a:pos x="21" y="37"/>
                </a:cxn>
                <a:cxn ang="0">
                  <a:pos x="17" y="36"/>
                </a:cxn>
                <a:cxn ang="0">
                  <a:pos x="13" y="30"/>
                </a:cxn>
                <a:cxn ang="0">
                  <a:pos x="9" y="33"/>
                </a:cxn>
                <a:cxn ang="0">
                  <a:pos x="3" y="35"/>
                </a:cxn>
                <a:cxn ang="0">
                  <a:pos x="1" y="31"/>
                </a:cxn>
                <a:cxn ang="0">
                  <a:pos x="4" y="25"/>
                </a:cxn>
                <a:cxn ang="0">
                  <a:pos x="9" y="22"/>
                </a:cxn>
                <a:cxn ang="0">
                  <a:pos x="10" y="16"/>
                </a:cxn>
                <a:cxn ang="0">
                  <a:pos x="10" y="11"/>
                </a:cxn>
                <a:cxn ang="0">
                  <a:pos x="6" y="8"/>
                </a:cxn>
                <a:cxn ang="0">
                  <a:pos x="8" y="5"/>
                </a:cxn>
                <a:cxn ang="0">
                  <a:pos x="10" y="1"/>
                </a:cxn>
                <a:cxn ang="0">
                  <a:pos x="16" y="0"/>
                </a:cxn>
                <a:cxn ang="0">
                  <a:pos x="24" y="1"/>
                </a:cxn>
                <a:cxn ang="0">
                  <a:pos x="30" y="1"/>
                </a:cxn>
                <a:cxn ang="0">
                  <a:pos x="36" y="2"/>
                </a:cxn>
                <a:cxn ang="0">
                  <a:pos x="38" y="5"/>
                </a:cxn>
                <a:cxn ang="0">
                  <a:pos x="39" y="2"/>
                </a:cxn>
                <a:cxn ang="0">
                  <a:pos x="40" y="1"/>
                </a:cxn>
                <a:cxn ang="0">
                  <a:pos x="43" y="3"/>
                </a:cxn>
              </a:cxnLst>
              <a:rect l="0" t="0" r="r" b="b"/>
              <a:pathLst>
                <a:path w="44" h="38">
                  <a:moveTo>
                    <a:pt x="44" y="6"/>
                  </a:moveTo>
                  <a:cubicBezTo>
                    <a:pt x="44" y="7"/>
                    <a:pt x="44" y="8"/>
                    <a:pt x="44" y="9"/>
                  </a:cubicBezTo>
                  <a:cubicBezTo>
                    <a:pt x="44" y="9"/>
                    <a:pt x="42" y="10"/>
                    <a:pt x="41" y="10"/>
                  </a:cubicBezTo>
                  <a:cubicBezTo>
                    <a:pt x="41" y="10"/>
                    <a:pt x="39" y="10"/>
                    <a:pt x="38" y="10"/>
                  </a:cubicBezTo>
                  <a:cubicBezTo>
                    <a:pt x="38" y="10"/>
                    <a:pt x="38" y="8"/>
                    <a:pt x="38" y="8"/>
                  </a:cubicBezTo>
                  <a:cubicBezTo>
                    <a:pt x="37" y="8"/>
                    <a:pt x="36" y="7"/>
                    <a:pt x="36" y="7"/>
                  </a:cubicBezTo>
                  <a:cubicBezTo>
                    <a:pt x="36" y="7"/>
                    <a:pt x="35" y="7"/>
                    <a:pt x="34" y="7"/>
                  </a:cubicBezTo>
                  <a:cubicBezTo>
                    <a:pt x="34" y="7"/>
                    <a:pt x="34" y="8"/>
                    <a:pt x="34" y="8"/>
                  </a:cubicBezTo>
                  <a:cubicBezTo>
                    <a:pt x="34" y="8"/>
                    <a:pt x="35" y="8"/>
                    <a:pt x="35" y="9"/>
                  </a:cubicBezTo>
                  <a:cubicBezTo>
                    <a:pt x="35" y="9"/>
                    <a:pt x="35" y="9"/>
                    <a:pt x="36" y="9"/>
                  </a:cubicBezTo>
                  <a:cubicBezTo>
                    <a:pt x="36" y="9"/>
                    <a:pt x="36" y="10"/>
                    <a:pt x="35" y="10"/>
                  </a:cubicBezTo>
                  <a:cubicBezTo>
                    <a:pt x="35" y="11"/>
                    <a:pt x="35" y="11"/>
                    <a:pt x="34" y="11"/>
                  </a:cubicBezTo>
                  <a:cubicBezTo>
                    <a:pt x="34" y="11"/>
                    <a:pt x="33" y="11"/>
                    <a:pt x="33" y="11"/>
                  </a:cubicBezTo>
                  <a:cubicBezTo>
                    <a:pt x="32" y="11"/>
                    <a:pt x="32" y="10"/>
                    <a:pt x="32" y="10"/>
                  </a:cubicBezTo>
                  <a:cubicBezTo>
                    <a:pt x="32" y="10"/>
                    <a:pt x="31" y="10"/>
                    <a:pt x="31" y="10"/>
                  </a:cubicBezTo>
                  <a:cubicBezTo>
                    <a:pt x="31" y="11"/>
                    <a:pt x="32" y="11"/>
                    <a:pt x="32" y="12"/>
                  </a:cubicBezTo>
                  <a:cubicBezTo>
                    <a:pt x="32" y="12"/>
                    <a:pt x="32" y="13"/>
                    <a:pt x="32" y="13"/>
                  </a:cubicBezTo>
                  <a:cubicBezTo>
                    <a:pt x="32" y="13"/>
                    <a:pt x="31" y="13"/>
                    <a:pt x="30" y="13"/>
                  </a:cubicBezTo>
                  <a:cubicBezTo>
                    <a:pt x="30" y="13"/>
                    <a:pt x="30" y="12"/>
                    <a:pt x="29" y="12"/>
                  </a:cubicBezTo>
                  <a:cubicBezTo>
                    <a:pt x="29" y="12"/>
                    <a:pt x="28" y="12"/>
                    <a:pt x="28" y="13"/>
                  </a:cubicBezTo>
                  <a:cubicBezTo>
                    <a:pt x="28" y="13"/>
                    <a:pt x="28" y="13"/>
                    <a:pt x="28" y="14"/>
                  </a:cubicBezTo>
                  <a:cubicBezTo>
                    <a:pt x="29" y="14"/>
                    <a:pt x="30" y="14"/>
                    <a:pt x="30" y="14"/>
                  </a:cubicBezTo>
                  <a:cubicBezTo>
                    <a:pt x="30" y="14"/>
                    <a:pt x="31" y="15"/>
                    <a:pt x="31" y="15"/>
                  </a:cubicBezTo>
                  <a:cubicBezTo>
                    <a:pt x="31" y="16"/>
                    <a:pt x="30" y="16"/>
                    <a:pt x="30" y="16"/>
                  </a:cubicBezTo>
                  <a:cubicBezTo>
                    <a:pt x="30" y="16"/>
                    <a:pt x="29" y="16"/>
                    <a:pt x="28" y="16"/>
                  </a:cubicBezTo>
                  <a:cubicBezTo>
                    <a:pt x="28" y="15"/>
                    <a:pt x="26" y="15"/>
                    <a:pt x="26" y="15"/>
                  </a:cubicBezTo>
                  <a:cubicBezTo>
                    <a:pt x="25" y="16"/>
                    <a:pt x="24" y="16"/>
                    <a:pt x="24" y="16"/>
                  </a:cubicBezTo>
                  <a:cubicBezTo>
                    <a:pt x="23" y="16"/>
                    <a:pt x="23" y="17"/>
                    <a:pt x="22" y="17"/>
                  </a:cubicBezTo>
                  <a:cubicBezTo>
                    <a:pt x="22" y="18"/>
                    <a:pt x="22" y="18"/>
                    <a:pt x="21" y="18"/>
                  </a:cubicBezTo>
                  <a:cubicBezTo>
                    <a:pt x="21" y="18"/>
                    <a:pt x="21" y="17"/>
                    <a:pt x="20" y="17"/>
                  </a:cubicBezTo>
                  <a:cubicBezTo>
                    <a:pt x="20" y="17"/>
                    <a:pt x="19" y="17"/>
                    <a:pt x="19" y="17"/>
                  </a:cubicBezTo>
                  <a:cubicBezTo>
                    <a:pt x="19" y="17"/>
                    <a:pt x="19" y="17"/>
                    <a:pt x="19" y="18"/>
                  </a:cubicBezTo>
                  <a:cubicBezTo>
                    <a:pt x="19" y="18"/>
                    <a:pt x="19" y="18"/>
                    <a:pt x="19" y="19"/>
                  </a:cubicBezTo>
                  <a:cubicBezTo>
                    <a:pt x="19" y="19"/>
                    <a:pt x="20" y="19"/>
                    <a:pt x="20" y="19"/>
                  </a:cubicBezTo>
                  <a:cubicBezTo>
                    <a:pt x="21" y="20"/>
                    <a:pt x="21" y="20"/>
                    <a:pt x="22" y="20"/>
                  </a:cubicBezTo>
                  <a:cubicBezTo>
                    <a:pt x="22" y="20"/>
                    <a:pt x="23" y="21"/>
                    <a:pt x="24" y="21"/>
                  </a:cubicBezTo>
                  <a:cubicBezTo>
                    <a:pt x="24" y="21"/>
                    <a:pt x="25" y="21"/>
                    <a:pt x="26" y="21"/>
                  </a:cubicBezTo>
                  <a:cubicBezTo>
                    <a:pt x="26" y="21"/>
                    <a:pt x="27" y="22"/>
                    <a:pt x="28" y="22"/>
                  </a:cubicBezTo>
                  <a:cubicBezTo>
                    <a:pt x="28" y="22"/>
                    <a:pt x="29" y="22"/>
                    <a:pt x="30" y="22"/>
                  </a:cubicBezTo>
                  <a:cubicBezTo>
                    <a:pt x="30" y="22"/>
                    <a:pt x="30" y="22"/>
                    <a:pt x="31" y="21"/>
                  </a:cubicBezTo>
                  <a:cubicBezTo>
                    <a:pt x="31" y="21"/>
                    <a:pt x="32" y="20"/>
                    <a:pt x="33" y="20"/>
                  </a:cubicBezTo>
                  <a:cubicBezTo>
                    <a:pt x="33" y="20"/>
                    <a:pt x="34" y="19"/>
                    <a:pt x="34" y="19"/>
                  </a:cubicBezTo>
                  <a:cubicBezTo>
                    <a:pt x="35" y="19"/>
                    <a:pt x="35" y="19"/>
                    <a:pt x="35" y="20"/>
                  </a:cubicBezTo>
                  <a:cubicBezTo>
                    <a:pt x="34" y="20"/>
                    <a:pt x="34" y="21"/>
                    <a:pt x="33" y="22"/>
                  </a:cubicBezTo>
                  <a:cubicBezTo>
                    <a:pt x="33" y="22"/>
                    <a:pt x="32" y="24"/>
                    <a:pt x="32" y="25"/>
                  </a:cubicBezTo>
                  <a:cubicBezTo>
                    <a:pt x="32" y="26"/>
                    <a:pt x="33" y="28"/>
                    <a:pt x="33" y="29"/>
                  </a:cubicBezTo>
                  <a:cubicBezTo>
                    <a:pt x="33" y="30"/>
                    <a:pt x="33" y="31"/>
                    <a:pt x="33" y="32"/>
                  </a:cubicBezTo>
                  <a:cubicBezTo>
                    <a:pt x="33" y="33"/>
                    <a:pt x="33" y="35"/>
                    <a:pt x="33" y="36"/>
                  </a:cubicBezTo>
                  <a:cubicBezTo>
                    <a:pt x="32" y="37"/>
                    <a:pt x="31" y="37"/>
                    <a:pt x="30" y="38"/>
                  </a:cubicBezTo>
                  <a:cubicBezTo>
                    <a:pt x="30" y="38"/>
                    <a:pt x="28" y="37"/>
                    <a:pt x="27" y="37"/>
                  </a:cubicBezTo>
                  <a:cubicBezTo>
                    <a:pt x="26" y="37"/>
                    <a:pt x="25" y="36"/>
                    <a:pt x="24" y="36"/>
                  </a:cubicBezTo>
                  <a:cubicBezTo>
                    <a:pt x="23" y="36"/>
                    <a:pt x="22" y="37"/>
                    <a:pt x="21" y="37"/>
                  </a:cubicBezTo>
                  <a:cubicBezTo>
                    <a:pt x="21" y="37"/>
                    <a:pt x="20" y="37"/>
                    <a:pt x="19" y="37"/>
                  </a:cubicBezTo>
                  <a:cubicBezTo>
                    <a:pt x="19" y="37"/>
                    <a:pt x="17" y="36"/>
                    <a:pt x="17" y="36"/>
                  </a:cubicBezTo>
                  <a:cubicBezTo>
                    <a:pt x="17" y="35"/>
                    <a:pt x="16" y="33"/>
                    <a:pt x="16" y="32"/>
                  </a:cubicBezTo>
                  <a:cubicBezTo>
                    <a:pt x="15" y="31"/>
                    <a:pt x="14" y="30"/>
                    <a:pt x="13" y="30"/>
                  </a:cubicBezTo>
                  <a:cubicBezTo>
                    <a:pt x="12" y="30"/>
                    <a:pt x="11" y="30"/>
                    <a:pt x="11" y="31"/>
                  </a:cubicBezTo>
                  <a:cubicBezTo>
                    <a:pt x="10" y="31"/>
                    <a:pt x="10" y="33"/>
                    <a:pt x="9" y="33"/>
                  </a:cubicBezTo>
                  <a:cubicBezTo>
                    <a:pt x="9" y="34"/>
                    <a:pt x="8" y="34"/>
                    <a:pt x="7" y="35"/>
                  </a:cubicBezTo>
                  <a:cubicBezTo>
                    <a:pt x="6" y="35"/>
                    <a:pt x="4" y="35"/>
                    <a:pt x="3" y="35"/>
                  </a:cubicBezTo>
                  <a:cubicBezTo>
                    <a:pt x="3" y="35"/>
                    <a:pt x="1" y="35"/>
                    <a:pt x="1" y="34"/>
                  </a:cubicBezTo>
                  <a:cubicBezTo>
                    <a:pt x="0" y="33"/>
                    <a:pt x="1" y="32"/>
                    <a:pt x="1" y="31"/>
                  </a:cubicBezTo>
                  <a:cubicBezTo>
                    <a:pt x="1" y="30"/>
                    <a:pt x="1" y="28"/>
                    <a:pt x="2" y="28"/>
                  </a:cubicBezTo>
                  <a:cubicBezTo>
                    <a:pt x="2" y="27"/>
                    <a:pt x="3" y="25"/>
                    <a:pt x="4" y="25"/>
                  </a:cubicBezTo>
                  <a:cubicBezTo>
                    <a:pt x="4" y="24"/>
                    <a:pt x="6" y="24"/>
                    <a:pt x="7" y="24"/>
                  </a:cubicBezTo>
                  <a:cubicBezTo>
                    <a:pt x="8" y="23"/>
                    <a:pt x="9" y="22"/>
                    <a:pt x="9" y="22"/>
                  </a:cubicBezTo>
                  <a:cubicBezTo>
                    <a:pt x="9" y="21"/>
                    <a:pt x="9" y="19"/>
                    <a:pt x="9" y="18"/>
                  </a:cubicBezTo>
                  <a:cubicBezTo>
                    <a:pt x="9" y="17"/>
                    <a:pt x="10" y="17"/>
                    <a:pt x="10" y="16"/>
                  </a:cubicBezTo>
                  <a:cubicBezTo>
                    <a:pt x="10" y="16"/>
                    <a:pt x="11" y="15"/>
                    <a:pt x="11" y="14"/>
                  </a:cubicBezTo>
                  <a:cubicBezTo>
                    <a:pt x="11" y="13"/>
                    <a:pt x="11" y="12"/>
                    <a:pt x="10" y="11"/>
                  </a:cubicBezTo>
                  <a:cubicBezTo>
                    <a:pt x="10" y="11"/>
                    <a:pt x="8" y="10"/>
                    <a:pt x="8" y="9"/>
                  </a:cubicBezTo>
                  <a:cubicBezTo>
                    <a:pt x="7" y="9"/>
                    <a:pt x="6" y="9"/>
                    <a:pt x="6" y="8"/>
                  </a:cubicBezTo>
                  <a:cubicBezTo>
                    <a:pt x="6" y="8"/>
                    <a:pt x="6" y="8"/>
                    <a:pt x="6" y="8"/>
                  </a:cubicBezTo>
                  <a:cubicBezTo>
                    <a:pt x="7" y="7"/>
                    <a:pt x="7" y="5"/>
                    <a:pt x="8" y="5"/>
                  </a:cubicBezTo>
                  <a:cubicBezTo>
                    <a:pt x="8" y="4"/>
                    <a:pt x="9" y="3"/>
                    <a:pt x="9" y="3"/>
                  </a:cubicBezTo>
                  <a:cubicBezTo>
                    <a:pt x="9" y="2"/>
                    <a:pt x="10" y="2"/>
                    <a:pt x="10" y="1"/>
                  </a:cubicBezTo>
                  <a:cubicBezTo>
                    <a:pt x="10" y="1"/>
                    <a:pt x="11" y="0"/>
                    <a:pt x="12" y="0"/>
                  </a:cubicBezTo>
                  <a:cubicBezTo>
                    <a:pt x="13" y="0"/>
                    <a:pt x="15" y="0"/>
                    <a:pt x="16" y="0"/>
                  </a:cubicBezTo>
                  <a:cubicBezTo>
                    <a:pt x="17" y="0"/>
                    <a:pt x="19" y="0"/>
                    <a:pt x="20" y="0"/>
                  </a:cubicBezTo>
                  <a:cubicBezTo>
                    <a:pt x="21" y="0"/>
                    <a:pt x="23" y="0"/>
                    <a:pt x="24" y="1"/>
                  </a:cubicBezTo>
                  <a:cubicBezTo>
                    <a:pt x="25" y="1"/>
                    <a:pt x="26" y="0"/>
                    <a:pt x="27" y="1"/>
                  </a:cubicBezTo>
                  <a:cubicBezTo>
                    <a:pt x="28" y="1"/>
                    <a:pt x="29" y="1"/>
                    <a:pt x="30" y="1"/>
                  </a:cubicBezTo>
                  <a:cubicBezTo>
                    <a:pt x="31" y="1"/>
                    <a:pt x="33" y="1"/>
                    <a:pt x="34" y="1"/>
                  </a:cubicBezTo>
                  <a:cubicBezTo>
                    <a:pt x="34" y="1"/>
                    <a:pt x="35" y="2"/>
                    <a:pt x="36" y="2"/>
                  </a:cubicBezTo>
                  <a:cubicBezTo>
                    <a:pt x="36" y="2"/>
                    <a:pt x="37" y="3"/>
                    <a:pt x="37" y="3"/>
                  </a:cubicBezTo>
                  <a:cubicBezTo>
                    <a:pt x="38" y="4"/>
                    <a:pt x="37" y="5"/>
                    <a:pt x="38" y="5"/>
                  </a:cubicBezTo>
                  <a:cubicBezTo>
                    <a:pt x="38" y="5"/>
                    <a:pt x="39" y="4"/>
                    <a:pt x="39" y="4"/>
                  </a:cubicBezTo>
                  <a:cubicBezTo>
                    <a:pt x="39" y="3"/>
                    <a:pt x="39" y="3"/>
                    <a:pt x="39" y="2"/>
                  </a:cubicBezTo>
                  <a:cubicBezTo>
                    <a:pt x="39" y="2"/>
                    <a:pt x="38" y="1"/>
                    <a:pt x="39" y="1"/>
                  </a:cubicBezTo>
                  <a:cubicBezTo>
                    <a:pt x="39" y="1"/>
                    <a:pt x="40" y="1"/>
                    <a:pt x="40" y="1"/>
                  </a:cubicBezTo>
                  <a:cubicBezTo>
                    <a:pt x="40" y="1"/>
                    <a:pt x="41" y="1"/>
                    <a:pt x="42" y="2"/>
                  </a:cubicBezTo>
                  <a:cubicBezTo>
                    <a:pt x="42" y="2"/>
                    <a:pt x="43" y="3"/>
                    <a:pt x="43" y="3"/>
                  </a:cubicBezTo>
                  <a:cubicBezTo>
                    <a:pt x="44" y="4"/>
                    <a:pt x="44" y="5"/>
                    <a:pt x="44"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57"/>
            <p:cNvSpPr>
              <a:spLocks/>
            </p:cNvSpPr>
            <p:nvPr/>
          </p:nvSpPr>
          <p:spPr bwMode="auto">
            <a:xfrm>
              <a:off x="2554288" y="4219576"/>
              <a:ext cx="65088" cy="44450"/>
            </a:xfrm>
            <a:custGeom>
              <a:avLst/>
              <a:gdLst/>
              <a:ahLst/>
              <a:cxnLst>
                <a:cxn ang="0">
                  <a:pos x="16" y="3"/>
                </a:cxn>
                <a:cxn ang="0">
                  <a:pos x="17" y="4"/>
                </a:cxn>
                <a:cxn ang="0">
                  <a:pos x="19" y="4"/>
                </a:cxn>
                <a:cxn ang="0">
                  <a:pos x="22" y="4"/>
                </a:cxn>
                <a:cxn ang="0">
                  <a:pos x="22" y="7"/>
                </a:cxn>
                <a:cxn ang="0">
                  <a:pos x="23" y="8"/>
                </a:cxn>
                <a:cxn ang="0">
                  <a:pos x="23" y="10"/>
                </a:cxn>
                <a:cxn ang="0">
                  <a:pos x="25" y="12"/>
                </a:cxn>
                <a:cxn ang="0">
                  <a:pos x="26" y="11"/>
                </a:cxn>
                <a:cxn ang="0">
                  <a:pos x="29" y="11"/>
                </a:cxn>
                <a:cxn ang="0">
                  <a:pos x="29" y="13"/>
                </a:cxn>
                <a:cxn ang="0">
                  <a:pos x="29" y="15"/>
                </a:cxn>
                <a:cxn ang="0">
                  <a:pos x="30" y="17"/>
                </a:cxn>
                <a:cxn ang="0">
                  <a:pos x="32" y="18"/>
                </a:cxn>
                <a:cxn ang="0">
                  <a:pos x="33" y="18"/>
                </a:cxn>
                <a:cxn ang="0">
                  <a:pos x="33" y="19"/>
                </a:cxn>
                <a:cxn ang="0">
                  <a:pos x="33" y="21"/>
                </a:cxn>
                <a:cxn ang="0">
                  <a:pos x="33" y="22"/>
                </a:cxn>
                <a:cxn ang="0">
                  <a:pos x="33" y="23"/>
                </a:cxn>
                <a:cxn ang="0">
                  <a:pos x="32" y="24"/>
                </a:cxn>
                <a:cxn ang="0">
                  <a:pos x="31" y="24"/>
                </a:cxn>
                <a:cxn ang="0">
                  <a:pos x="24" y="22"/>
                </a:cxn>
                <a:cxn ang="0">
                  <a:pos x="16" y="21"/>
                </a:cxn>
                <a:cxn ang="0">
                  <a:pos x="10" y="20"/>
                </a:cxn>
                <a:cxn ang="0">
                  <a:pos x="6" y="20"/>
                </a:cxn>
                <a:cxn ang="0">
                  <a:pos x="6" y="17"/>
                </a:cxn>
                <a:cxn ang="0">
                  <a:pos x="6" y="14"/>
                </a:cxn>
                <a:cxn ang="0">
                  <a:pos x="4" y="12"/>
                </a:cxn>
                <a:cxn ang="0">
                  <a:pos x="2" y="10"/>
                </a:cxn>
                <a:cxn ang="0">
                  <a:pos x="1" y="9"/>
                </a:cxn>
                <a:cxn ang="0">
                  <a:pos x="1" y="7"/>
                </a:cxn>
                <a:cxn ang="0">
                  <a:pos x="2" y="6"/>
                </a:cxn>
                <a:cxn ang="0">
                  <a:pos x="3" y="5"/>
                </a:cxn>
                <a:cxn ang="0">
                  <a:pos x="4" y="3"/>
                </a:cxn>
                <a:cxn ang="0">
                  <a:pos x="5" y="2"/>
                </a:cxn>
                <a:cxn ang="0">
                  <a:pos x="6" y="3"/>
                </a:cxn>
                <a:cxn ang="0">
                  <a:pos x="8" y="3"/>
                </a:cxn>
                <a:cxn ang="0">
                  <a:pos x="9" y="2"/>
                </a:cxn>
                <a:cxn ang="0">
                  <a:pos x="10" y="0"/>
                </a:cxn>
                <a:cxn ang="0">
                  <a:pos x="11" y="2"/>
                </a:cxn>
                <a:cxn ang="0">
                  <a:pos x="11" y="4"/>
                </a:cxn>
                <a:cxn ang="0">
                  <a:pos x="13" y="5"/>
                </a:cxn>
                <a:cxn ang="0">
                  <a:pos x="14" y="4"/>
                </a:cxn>
                <a:cxn ang="0">
                  <a:pos x="16" y="3"/>
                </a:cxn>
                <a:cxn ang="0">
                  <a:pos x="16" y="3"/>
                </a:cxn>
              </a:cxnLst>
              <a:rect l="0" t="0" r="r" b="b"/>
              <a:pathLst>
                <a:path w="34" h="24">
                  <a:moveTo>
                    <a:pt x="16" y="3"/>
                  </a:moveTo>
                  <a:cubicBezTo>
                    <a:pt x="16" y="4"/>
                    <a:pt x="17" y="4"/>
                    <a:pt x="17" y="4"/>
                  </a:cubicBezTo>
                  <a:cubicBezTo>
                    <a:pt x="18" y="4"/>
                    <a:pt x="19" y="4"/>
                    <a:pt x="19" y="4"/>
                  </a:cubicBezTo>
                  <a:cubicBezTo>
                    <a:pt x="20" y="4"/>
                    <a:pt x="21" y="4"/>
                    <a:pt x="22" y="4"/>
                  </a:cubicBezTo>
                  <a:cubicBezTo>
                    <a:pt x="22" y="5"/>
                    <a:pt x="22" y="6"/>
                    <a:pt x="22" y="7"/>
                  </a:cubicBezTo>
                  <a:cubicBezTo>
                    <a:pt x="22" y="7"/>
                    <a:pt x="23" y="8"/>
                    <a:pt x="23" y="8"/>
                  </a:cubicBezTo>
                  <a:cubicBezTo>
                    <a:pt x="23" y="9"/>
                    <a:pt x="23" y="10"/>
                    <a:pt x="23" y="10"/>
                  </a:cubicBezTo>
                  <a:cubicBezTo>
                    <a:pt x="23" y="11"/>
                    <a:pt x="24" y="12"/>
                    <a:pt x="25" y="12"/>
                  </a:cubicBezTo>
                  <a:cubicBezTo>
                    <a:pt x="25" y="12"/>
                    <a:pt x="26" y="11"/>
                    <a:pt x="26" y="11"/>
                  </a:cubicBezTo>
                  <a:cubicBezTo>
                    <a:pt x="27" y="11"/>
                    <a:pt x="28" y="11"/>
                    <a:pt x="29" y="11"/>
                  </a:cubicBezTo>
                  <a:cubicBezTo>
                    <a:pt x="29" y="12"/>
                    <a:pt x="29" y="13"/>
                    <a:pt x="29" y="13"/>
                  </a:cubicBezTo>
                  <a:cubicBezTo>
                    <a:pt x="30" y="14"/>
                    <a:pt x="29" y="15"/>
                    <a:pt x="29" y="15"/>
                  </a:cubicBezTo>
                  <a:cubicBezTo>
                    <a:pt x="30" y="16"/>
                    <a:pt x="30" y="16"/>
                    <a:pt x="30" y="17"/>
                  </a:cubicBezTo>
                  <a:cubicBezTo>
                    <a:pt x="30" y="17"/>
                    <a:pt x="31" y="18"/>
                    <a:pt x="32" y="18"/>
                  </a:cubicBezTo>
                  <a:cubicBezTo>
                    <a:pt x="32" y="18"/>
                    <a:pt x="33" y="18"/>
                    <a:pt x="33" y="18"/>
                  </a:cubicBezTo>
                  <a:cubicBezTo>
                    <a:pt x="34" y="18"/>
                    <a:pt x="33" y="19"/>
                    <a:pt x="33" y="19"/>
                  </a:cubicBezTo>
                  <a:cubicBezTo>
                    <a:pt x="33" y="20"/>
                    <a:pt x="33" y="21"/>
                    <a:pt x="33" y="21"/>
                  </a:cubicBezTo>
                  <a:cubicBezTo>
                    <a:pt x="33" y="21"/>
                    <a:pt x="34" y="22"/>
                    <a:pt x="33" y="22"/>
                  </a:cubicBezTo>
                  <a:cubicBezTo>
                    <a:pt x="33" y="23"/>
                    <a:pt x="33" y="23"/>
                    <a:pt x="33" y="23"/>
                  </a:cubicBezTo>
                  <a:cubicBezTo>
                    <a:pt x="33" y="24"/>
                    <a:pt x="32" y="24"/>
                    <a:pt x="32" y="24"/>
                  </a:cubicBezTo>
                  <a:cubicBezTo>
                    <a:pt x="32" y="24"/>
                    <a:pt x="31" y="24"/>
                    <a:pt x="31" y="24"/>
                  </a:cubicBezTo>
                  <a:cubicBezTo>
                    <a:pt x="29" y="23"/>
                    <a:pt x="26" y="22"/>
                    <a:pt x="24" y="22"/>
                  </a:cubicBezTo>
                  <a:cubicBezTo>
                    <a:pt x="22" y="21"/>
                    <a:pt x="18" y="21"/>
                    <a:pt x="16" y="21"/>
                  </a:cubicBezTo>
                  <a:cubicBezTo>
                    <a:pt x="15" y="21"/>
                    <a:pt x="11" y="20"/>
                    <a:pt x="10" y="20"/>
                  </a:cubicBezTo>
                  <a:cubicBezTo>
                    <a:pt x="9" y="20"/>
                    <a:pt x="8" y="20"/>
                    <a:pt x="6" y="20"/>
                  </a:cubicBezTo>
                  <a:cubicBezTo>
                    <a:pt x="6" y="19"/>
                    <a:pt x="6" y="18"/>
                    <a:pt x="6" y="17"/>
                  </a:cubicBezTo>
                  <a:cubicBezTo>
                    <a:pt x="6" y="17"/>
                    <a:pt x="6" y="15"/>
                    <a:pt x="6" y="14"/>
                  </a:cubicBezTo>
                  <a:cubicBezTo>
                    <a:pt x="5" y="14"/>
                    <a:pt x="4" y="13"/>
                    <a:pt x="4" y="12"/>
                  </a:cubicBezTo>
                  <a:cubicBezTo>
                    <a:pt x="3" y="12"/>
                    <a:pt x="3" y="11"/>
                    <a:pt x="2" y="10"/>
                  </a:cubicBezTo>
                  <a:cubicBezTo>
                    <a:pt x="2" y="10"/>
                    <a:pt x="1" y="10"/>
                    <a:pt x="1" y="9"/>
                  </a:cubicBezTo>
                  <a:cubicBezTo>
                    <a:pt x="0" y="9"/>
                    <a:pt x="1" y="8"/>
                    <a:pt x="1" y="7"/>
                  </a:cubicBezTo>
                  <a:cubicBezTo>
                    <a:pt x="1" y="7"/>
                    <a:pt x="1" y="6"/>
                    <a:pt x="2" y="6"/>
                  </a:cubicBezTo>
                  <a:cubicBezTo>
                    <a:pt x="2" y="6"/>
                    <a:pt x="3" y="5"/>
                    <a:pt x="3" y="5"/>
                  </a:cubicBezTo>
                  <a:cubicBezTo>
                    <a:pt x="4" y="4"/>
                    <a:pt x="4" y="3"/>
                    <a:pt x="4" y="3"/>
                  </a:cubicBezTo>
                  <a:cubicBezTo>
                    <a:pt x="4" y="3"/>
                    <a:pt x="5" y="2"/>
                    <a:pt x="5" y="2"/>
                  </a:cubicBezTo>
                  <a:cubicBezTo>
                    <a:pt x="6" y="2"/>
                    <a:pt x="6" y="3"/>
                    <a:pt x="6" y="3"/>
                  </a:cubicBezTo>
                  <a:cubicBezTo>
                    <a:pt x="7" y="3"/>
                    <a:pt x="8" y="3"/>
                    <a:pt x="8" y="3"/>
                  </a:cubicBezTo>
                  <a:cubicBezTo>
                    <a:pt x="8" y="3"/>
                    <a:pt x="9" y="2"/>
                    <a:pt x="9" y="2"/>
                  </a:cubicBezTo>
                  <a:cubicBezTo>
                    <a:pt x="9" y="1"/>
                    <a:pt x="10" y="0"/>
                    <a:pt x="10" y="0"/>
                  </a:cubicBezTo>
                  <a:cubicBezTo>
                    <a:pt x="11" y="0"/>
                    <a:pt x="11" y="1"/>
                    <a:pt x="11" y="2"/>
                  </a:cubicBezTo>
                  <a:cubicBezTo>
                    <a:pt x="11" y="2"/>
                    <a:pt x="11" y="3"/>
                    <a:pt x="11" y="4"/>
                  </a:cubicBezTo>
                  <a:cubicBezTo>
                    <a:pt x="11" y="4"/>
                    <a:pt x="12" y="5"/>
                    <a:pt x="13" y="5"/>
                  </a:cubicBezTo>
                  <a:cubicBezTo>
                    <a:pt x="13" y="5"/>
                    <a:pt x="14" y="4"/>
                    <a:pt x="14" y="4"/>
                  </a:cubicBezTo>
                  <a:cubicBezTo>
                    <a:pt x="15" y="3"/>
                    <a:pt x="15" y="3"/>
                    <a:pt x="16" y="3"/>
                  </a:cubicBezTo>
                  <a:cubicBezTo>
                    <a:pt x="16" y="3"/>
                    <a:pt x="16" y="3"/>
                    <a:pt x="16"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58"/>
            <p:cNvSpPr>
              <a:spLocks/>
            </p:cNvSpPr>
            <p:nvPr/>
          </p:nvSpPr>
          <p:spPr bwMode="auto">
            <a:xfrm>
              <a:off x="2308226" y="4249738"/>
              <a:ext cx="30163" cy="39688"/>
            </a:xfrm>
            <a:custGeom>
              <a:avLst/>
              <a:gdLst/>
              <a:ahLst/>
              <a:cxnLst>
                <a:cxn ang="0">
                  <a:pos x="16" y="4"/>
                </a:cxn>
                <a:cxn ang="0">
                  <a:pos x="16" y="4"/>
                </a:cxn>
                <a:cxn ang="0">
                  <a:pos x="15" y="7"/>
                </a:cxn>
                <a:cxn ang="0">
                  <a:pos x="15" y="9"/>
                </a:cxn>
                <a:cxn ang="0">
                  <a:pos x="14" y="11"/>
                </a:cxn>
                <a:cxn ang="0">
                  <a:pos x="13" y="14"/>
                </a:cxn>
                <a:cxn ang="0">
                  <a:pos x="14" y="15"/>
                </a:cxn>
                <a:cxn ang="0">
                  <a:pos x="15" y="14"/>
                </a:cxn>
                <a:cxn ang="0">
                  <a:pos x="16" y="15"/>
                </a:cxn>
                <a:cxn ang="0">
                  <a:pos x="14" y="17"/>
                </a:cxn>
                <a:cxn ang="0">
                  <a:pos x="13" y="18"/>
                </a:cxn>
                <a:cxn ang="0">
                  <a:pos x="9" y="20"/>
                </a:cxn>
                <a:cxn ang="0">
                  <a:pos x="6" y="20"/>
                </a:cxn>
                <a:cxn ang="0">
                  <a:pos x="4" y="17"/>
                </a:cxn>
                <a:cxn ang="0">
                  <a:pos x="4" y="15"/>
                </a:cxn>
                <a:cxn ang="0">
                  <a:pos x="4" y="13"/>
                </a:cxn>
                <a:cxn ang="0">
                  <a:pos x="5" y="12"/>
                </a:cxn>
                <a:cxn ang="0">
                  <a:pos x="5" y="10"/>
                </a:cxn>
                <a:cxn ang="0">
                  <a:pos x="3" y="9"/>
                </a:cxn>
                <a:cxn ang="0">
                  <a:pos x="3" y="7"/>
                </a:cxn>
                <a:cxn ang="0">
                  <a:pos x="4" y="5"/>
                </a:cxn>
                <a:cxn ang="0">
                  <a:pos x="5" y="4"/>
                </a:cxn>
                <a:cxn ang="0">
                  <a:pos x="3" y="4"/>
                </a:cxn>
                <a:cxn ang="0">
                  <a:pos x="1" y="4"/>
                </a:cxn>
                <a:cxn ang="0">
                  <a:pos x="1" y="5"/>
                </a:cxn>
                <a:cxn ang="0">
                  <a:pos x="1" y="3"/>
                </a:cxn>
                <a:cxn ang="0">
                  <a:pos x="1" y="1"/>
                </a:cxn>
                <a:cxn ang="0">
                  <a:pos x="3" y="1"/>
                </a:cxn>
                <a:cxn ang="0">
                  <a:pos x="7" y="0"/>
                </a:cxn>
                <a:cxn ang="0">
                  <a:pos x="9" y="1"/>
                </a:cxn>
                <a:cxn ang="0">
                  <a:pos x="12" y="1"/>
                </a:cxn>
                <a:cxn ang="0">
                  <a:pos x="14" y="2"/>
                </a:cxn>
                <a:cxn ang="0">
                  <a:pos x="15" y="3"/>
                </a:cxn>
                <a:cxn ang="0">
                  <a:pos x="16" y="4"/>
                </a:cxn>
              </a:cxnLst>
              <a:rect l="0" t="0" r="r" b="b"/>
              <a:pathLst>
                <a:path w="16" h="21">
                  <a:moveTo>
                    <a:pt x="16" y="4"/>
                  </a:moveTo>
                  <a:cubicBezTo>
                    <a:pt x="16" y="4"/>
                    <a:pt x="16" y="4"/>
                    <a:pt x="16" y="4"/>
                  </a:cubicBezTo>
                  <a:cubicBezTo>
                    <a:pt x="15" y="5"/>
                    <a:pt x="15" y="6"/>
                    <a:pt x="15" y="7"/>
                  </a:cubicBezTo>
                  <a:cubicBezTo>
                    <a:pt x="15" y="7"/>
                    <a:pt x="16" y="8"/>
                    <a:pt x="15" y="9"/>
                  </a:cubicBezTo>
                  <a:cubicBezTo>
                    <a:pt x="15" y="9"/>
                    <a:pt x="14" y="10"/>
                    <a:pt x="14" y="11"/>
                  </a:cubicBezTo>
                  <a:cubicBezTo>
                    <a:pt x="14" y="12"/>
                    <a:pt x="13" y="13"/>
                    <a:pt x="13" y="14"/>
                  </a:cubicBezTo>
                  <a:cubicBezTo>
                    <a:pt x="13" y="14"/>
                    <a:pt x="14" y="15"/>
                    <a:pt x="14" y="15"/>
                  </a:cubicBezTo>
                  <a:cubicBezTo>
                    <a:pt x="14" y="15"/>
                    <a:pt x="15" y="14"/>
                    <a:pt x="15" y="14"/>
                  </a:cubicBezTo>
                  <a:cubicBezTo>
                    <a:pt x="15" y="14"/>
                    <a:pt x="16" y="15"/>
                    <a:pt x="16" y="15"/>
                  </a:cubicBezTo>
                  <a:cubicBezTo>
                    <a:pt x="16" y="16"/>
                    <a:pt x="15" y="16"/>
                    <a:pt x="14" y="17"/>
                  </a:cubicBezTo>
                  <a:cubicBezTo>
                    <a:pt x="14" y="17"/>
                    <a:pt x="13" y="18"/>
                    <a:pt x="13" y="18"/>
                  </a:cubicBezTo>
                  <a:cubicBezTo>
                    <a:pt x="12" y="19"/>
                    <a:pt x="10" y="20"/>
                    <a:pt x="9" y="20"/>
                  </a:cubicBezTo>
                  <a:cubicBezTo>
                    <a:pt x="8" y="20"/>
                    <a:pt x="6" y="21"/>
                    <a:pt x="6" y="20"/>
                  </a:cubicBezTo>
                  <a:cubicBezTo>
                    <a:pt x="5" y="20"/>
                    <a:pt x="4" y="18"/>
                    <a:pt x="4" y="17"/>
                  </a:cubicBezTo>
                  <a:cubicBezTo>
                    <a:pt x="4" y="17"/>
                    <a:pt x="4" y="15"/>
                    <a:pt x="4" y="15"/>
                  </a:cubicBezTo>
                  <a:cubicBezTo>
                    <a:pt x="4" y="14"/>
                    <a:pt x="4" y="13"/>
                    <a:pt x="4" y="13"/>
                  </a:cubicBezTo>
                  <a:cubicBezTo>
                    <a:pt x="4" y="12"/>
                    <a:pt x="5" y="12"/>
                    <a:pt x="5" y="12"/>
                  </a:cubicBezTo>
                  <a:cubicBezTo>
                    <a:pt x="5" y="11"/>
                    <a:pt x="5" y="11"/>
                    <a:pt x="5" y="10"/>
                  </a:cubicBezTo>
                  <a:cubicBezTo>
                    <a:pt x="4" y="10"/>
                    <a:pt x="3" y="9"/>
                    <a:pt x="3" y="9"/>
                  </a:cubicBezTo>
                  <a:cubicBezTo>
                    <a:pt x="3" y="8"/>
                    <a:pt x="3" y="7"/>
                    <a:pt x="3" y="7"/>
                  </a:cubicBezTo>
                  <a:cubicBezTo>
                    <a:pt x="3" y="6"/>
                    <a:pt x="4" y="6"/>
                    <a:pt x="4" y="5"/>
                  </a:cubicBezTo>
                  <a:cubicBezTo>
                    <a:pt x="4" y="5"/>
                    <a:pt x="5" y="4"/>
                    <a:pt x="5" y="4"/>
                  </a:cubicBezTo>
                  <a:cubicBezTo>
                    <a:pt x="4" y="3"/>
                    <a:pt x="3" y="4"/>
                    <a:pt x="3" y="4"/>
                  </a:cubicBezTo>
                  <a:cubicBezTo>
                    <a:pt x="2" y="4"/>
                    <a:pt x="2" y="4"/>
                    <a:pt x="1" y="4"/>
                  </a:cubicBezTo>
                  <a:cubicBezTo>
                    <a:pt x="1" y="4"/>
                    <a:pt x="1" y="5"/>
                    <a:pt x="1" y="5"/>
                  </a:cubicBezTo>
                  <a:cubicBezTo>
                    <a:pt x="1" y="4"/>
                    <a:pt x="1" y="3"/>
                    <a:pt x="1" y="3"/>
                  </a:cubicBezTo>
                  <a:cubicBezTo>
                    <a:pt x="1" y="2"/>
                    <a:pt x="0" y="2"/>
                    <a:pt x="1" y="1"/>
                  </a:cubicBezTo>
                  <a:cubicBezTo>
                    <a:pt x="1" y="1"/>
                    <a:pt x="2" y="1"/>
                    <a:pt x="3" y="1"/>
                  </a:cubicBezTo>
                  <a:cubicBezTo>
                    <a:pt x="4" y="0"/>
                    <a:pt x="6" y="0"/>
                    <a:pt x="7" y="0"/>
                  </a:cubicBezTo>
                  <a:cubicBezTo>
                    <a:pt x="8" y="0"/>
                    <a:pt x="9" y="1"/>
                    <a:pt x="9" y="1"/>
                  </a:cubicBezTo>
                  <a:cubicBezTo>
                    <a:pt x="10" y="1"/>
                    <a:pt x="11" y="1"/>
                    <a:pt x="12" y="1"/>
                  </a:cubicBezTo>
                  <a:cubicBezTo>
                    <a:pt x="12" y="1"/>
                    <a:pt x="14" y="1"/>
                    <a:pt x="14" y="2"/>
                  </a:cubicBezTo>
                  <a:cubicBezTo>
                    <a:pt x="15" y="2"/>
                    <a:pt x="14" y="3"/>
                    <a:pt x="15" y="3"/>
                  </a:cubicBezTo>
                  <a:cubicBezTo>
                    <a:pt x="15" y="4"/>
                    <a:pt x="15" y="4"/>
                    <a:pt x="16"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59"/>
            <p:cNvSpPr>
              <a:spLocks/>
            </p:cNvSpPr>
            <p:nvPr/>
          </p:nvSpPr>
          <p:spPr bwMode="auto">
            <a:xfrm>
              <a:off x="2203451" y="4200526"/>
              <a:ext cx="46038" cy="39688"/>
            </a:xfrm>
            <a:custGeom>
              <a:avLst/>
              <a:gdLst/>
              <a:ahLst/>
              <a:cxnLst>
                <a:cxn ang="0">
                  <a:pos x="23" y="12"/>
                </a:cxn>
                <a:cxn ang="0">
                  <a:pos x="24" y="13"/>
                </a:cxn>
                <a:cxn ang="0">
                  <a:pos x="22" y="16"/>
                </a:cxn>
                <a:cxn ang="0">
                  <a:pos x="19" y="18"/>
                </a:cxn>
                <a:cxn ang="0">
                  <a:pos x="17" y="19"/>
                </a:cxn>
                <a:cxn ang="0">
                  <a:pos x="16" y="21"/>
                </a:cxn>
                <a:cxn ang="0">
                  <a:pos x="15" y="19"/>
                </a:cxn>
                <a:cxn ang="0">
                  <a:pos x="13" y="17"/>
                </a:cxn>
                <a:cxn ang="0">
                  <a:pos x="11" y="16"/>
                </a:cxn>
                <a:cxn ang="0">
                  <a:pos x="6" y="14"/>
                </a:cxn>
                <a:cxn ang="0">
                  <a:pos x="4" y="12"/>
                </a:cxn>
                <a:cxn ang="0">
                  <a:pos x="2" y="10"/>
                </a:cxn>
                <a:cxn ang="0">
                  <a:pos x="0" y="8"/>
                </a:cxn>
                <a:cxn ang="0">
                  <a:pos x="0" y="7"/>
                </a:cxn>
                <a:cxn ang="0">
                  <a:pos x="0" y="5"/>
                </a:cxn>
                <a:cxn ang="0">
                  <a:pos x="2" y="3"/>
                </a:cxn>
                <a:cxn ang="0">
                  <a:pos x="3" y="1"/>
                </a:cxn>
                <a:cxn ang="0">
                  <a:pos x="5" y="0"/>
                </a:cxn>
                <a:cxn ang="0">
                  <a:pos x="7" y="2"/>
                </a:cxn>
                <a:cxn ang="0">
                  <a:pos x="9" y="2"/>
                </a:cxn>
                <a:cxn ang="0">
                  <a:pos x="11" y="1"/>
                </a:cxn>
                <a:cxn ang="0">
                  <a:pos x="13" y="1"/>
                </a:cxn>
                <a:cxn ang="0">
                  <a:pos x="15" y="3"/>
                </a:cxn>
                <a:cxn ang="0">
                  <a:pos x="19" y="4"/>
                </a:cxn>
                <a:cxn ang="0">
                  <a:pos x="20" y="4"/>
                </a:cxn>
                <a:cxn ang="0">
                  <a:pos x="21" y="7"/>
                </a:cxn>
                <a:cxn ang="0">
                  <a:pos x="22" y="9"/>
                </a:cxn>
                <a:cxn ang="0">
                  <a:pos x="23" y="12"/>
                </a:cxn>
              </a:cxnLst>
              <a:rect l="0" t="0" r="r" b="b"/>
              <a:pathLst>
                <a:path w="24" h="21">
                  <a:moveTo>
                    <a:pt x="23" y="12"/>
                  </a:moveTo>
                  <a:cubicBezTo>
                    <a:pt x="23" y="12"/>
                    <a:pt x="24" y="13"/>
                    <a:pt x="24" y="13"/>
                  </a:cubicBezTo>
                  <a:cubicBezTo>
                    <a:pt x="23" y="14"/>
                    <a:pt x="22" y="15"/>
                    <a:pt x="22" y="16"/>
                  </a:cubicBezTo>
                  <a:cubicBezTo>
                    <a:pt x="21" y="16"/>
                    <a:pt x="20" y="17"/>
                    <a:pt x="19" y="18"/>
                  </a:cubicBezTo>
                  <a:cubicBezTo>
                    <a:pt x="19" y="18"/>
                    <a:pt x="17" y="18"/>
                    <a:pt x="17" y="19"/>
                  </a:cubicBezTo>
                  <a:cubicBezTo>
                    <a:pt x="17" y="19"/>
                    <a:pt x="16" y="20"/>
                    <a:pt x="16" y="21"/>
                  </a:cubicBezTo>
                  <a:cubicBezTo>
                    <a:pt x="16" y="20"/>
                    <a:pt x="15" y="20"/>
                    <a:pt x="15" y="19"/>
                  </a:cubicBezTo>
                  <a:cubicBezTo>
                    <a:pt x="14" y="19"/>
                    <a:pt x="14" y="18"/>
                    <a:pt x="13" y="17"/>
                  </a:cubicBezTo>
                  <a:cubicBezTo>
                    <a:pt x="13" y="17"/>
                    <a:pt x="12" y="16"/>
                    <a:pt x="11" y="16"/>
                  </a:cubicBezTo>
                  <a:cubicBezTo>
                    <a:pt x="10" y="15"/>
                    <a:pt x="8" y="15"/>
                    <a:pt x="6" y="14"/>
                  </a:cubicBezTo>
                  <a:cubicBezTo>
                    <a:pt x="6" y="14"/>
                    <a:pt x="4" y="13"/>
                    <a:pt x="4" y="12"/>
                  </a:cubicBezTo>
                  <a:cubicBezTo>
                    <a:pt x="3" y="12"/>
                    <a:pt x="3" y="10"/>
                    <a:pt x="2" y="10"/>
                  </a:cubicBezTo>
                  <a:cubicBezTo>
                    <a:pt x="2" y="9"/>
                    <a:pt x="1" y="8"/>
                    <a:pt x="0" y="8"/>
                  </a:cubicBezTo>
                  <a:cubicBezTo>
                    <a:pt x="0" y="8"/>
                    <a:pt x="0" y="7"/>
                    <a:pt x="0" y="7"/>
                  </a:cubicBezTo>
                  <a:cubicBezTo>
                    <a:pt x="0" y="6"/>
                    <a:pt x="0" y="5"/>
                    <a:pt x="0" y="5"/>
                  </a:cubicBezTo>
                  <a:cubicBezTo>
                    <a:pt x="0" y="4"/>
                    <a:pt x="1" y="3"/>
                    <a:pt x="2" y="3"/>
                  </a:cubicBezTo>
                  <a:cubicBezTo>
                    <a:pt x="2" y="2"/>
                    <a:pt x="3" y="1"/>
                    <a:pt x="3" y="1"/>
                  </a:cubicBezTo>
                  <a:cubicBezTo>
                    <a:pt x="4" y="1"/>
                    <a:pt x="4" y="0"/>
                    <a:pt x="5" y="0"/>
                  </a:cubicBezTo>
                  <a:cubicBezTo>
                    <a:pt x="5" y="0"/>
                    <a:pt x="6" y="2"/>
                    <a:pt x="7" y="2"/>
                  </a:cubicBezTo>
                  <a:cubicBezTo>
                    <a:pt x="7" y="2"/>
                    <a:pt x="9" y="2"/>
                    <a:pt x="9" y="2"/>
                  </a:cubicBezTo>
                  <a:cubicBezTo>
                    <a:pt x="10" y="2"/>
                    <a:pt x="11" y="2"/>
                    <a:pt x="11" y="1"/>
                  </a:cubicBezTo>
                  <a:cubicBezTo>
                    <a:pt x="12" y="1"/>
                    <a:pt x="13" y="1"/>
                    <a:pt x="13" y="1"/>
                  </a:cubicBezTo>
                  <a:cubicBezTo>
                    <a:pt x="14" y="1"/>
                    <a:pt x="14" y="2"/>
                    <a:pt x="15" y="3"/>
                  </a:cubicBezTo>
                  <a:cubicBezTo>
                    <a:pt x="16" y="3"/>
                    <a:pt x="18" y="4"/>
                    <a:pt x="19" y="4"/>
                  </a:cubicBezTo>
                  <a:cubicBezTo>
                    <a:pt x="19" y="4"/>
                    <a:pt x="20" y="4"/>
                    <a:pt x="20" y="4"/>
                  </a:cubicBezTo>
                  <a:cubicBezTo>
                    <a:pt x="20" y="5"/>
                    <a:pt x="20" y="7"/>
                    <a:pt x="21" y="7"/>
                  </a:cubicBezTo>
                  <a:cubicBezTo>
                    <a:pt x="21" y="8"/>
                    <a:pt x="22" y="9"/>
                    <a:pt x="22" y="9"/>
                  </a:cubicBezTo>
                  <a:cubicBezTo>
                    <a:pt x="22" y="10"/>
                    <a:pt x="23" y="11"/>
                    <a:pt x="23"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60"/>
            <p:cNvSpPr>
              <a:spLocks/>
            </p:cNvSpPr>
            <p:nvPr/>
          </p:nvSpPr>
          <p:spPr bwMode="auto">
            <a:xfrm>
              <a:off x="2051051" y="4276726"/>
              <a:ext cx="36513" cy="53975"/>
            </a:xfrm>
            <a:custGeom>
              <a:avLst/>
              <a:gdLst/>
              <a:ahLst/>
              <a:cxnLst>
                <a:cxn ang="0">
                  <a:pos x="19" y="23"/>
                </a:cxn>
                <a:cxn ang="0">
                  <a:pos x="19" y="25"/>
                </a:cxn>
                <a:cxn ang="0">
                  <a:pos x="19" y="26"/>
                </a:cxn>
                <a:cxn ang="0">
                  <a:pos x="16" y="28"/>
                </a:cxn>
                <a:cxn ang="0">
                  <a:pos x="15" y="28"/>
                </a:cxn>
                <a:cxn ang="0">
                  <a:pos x="15" y="26"/>
                </a:cxn>
                <a:cxn ang="0">
                  <a:pos x="15" y="24"/>
                </a:cxn>
                <a:cxn ang="0">
                  <a:pos x="15" y="22"/>
                </a:cxn>
                <a:cxn ang="0">
                  <a:pos x="12" y="22"/>
                </a:cxn>
                <a:cxn ang="0">
                  <a:pos x="11" y="23"/>
                </a:cxn>
                <a:cxn ang="0">
                  <a:pos x="8" y="23"/>
                </a:cxn>
                <a:cxn ang="0">
                  <a:pos x="7" y="22"/>
                </a:cxn>
                <a:cxn ang="0">
                  <a:pos x="5" y="23"/>
                </a:cxn>
                <a:cxn ang="0">
                  <a:pos x="3" y="24"/>
                </a:cxn>
                <a:cxn ang="0">
                  <a:pos x="1" y="22"/>
                </a:cxn>
                <a:cxn ang="0">
                  <a:pos x="0" y="21"/>
                </a:cxn>
                <a:cxn ang="0">
                  <a:pos x="1" y="19"/>
                </a:cxn>
                <a:cxn ang="0">
                  <a:pos x="1" y="18"/>
                </a:cxn>
                <a:cxn ang="0">
                  <a:pos x="2" y="17"/>
                </a:cxn>
                <a:cxn ang="0">
                  <a:pos x="3" y="13"/>
                </a:cxn>
                <a:cxn ang="0">
                  <a:pos x="3" y="9"/>
                </a:cxn>
                <a:cxn ang="0">
                  <a:pos x="4" y="5"/>
                </a:cxn>
                <a:cxn ang="0">
                  <a:pos x="4" y="3"/>
                </a:cxn>
                <a:cxn ang="0">
                  <a:pos x="5" y="1"/>
                </a:cxn>
                <a:cxn ang="0">
                  <a:pos x="6" y="0"/>
                </a:cxn>
                <a:cxn ang="0">
                  <a:pos x="7" y="2"/>
                </a:cxn>
                <a:cxn ang="0">
                  <a:pos x="9" y="2"/>
                </a:cxn>
                <a:cxn ang="0">
                  <a:pos x="12" y="3"/>
                </a:cxn>
                <a:cxn ang="0">
                  <a:pos x="13" y="3"/>
                </a:cxn>
                <a:cxn ang="0">
                  <a:pos x="15" y="3"/>
                </a:cxn>
                <a:cxn ang="0">
                  <a:pos x="17" y="4"/>
                </a:cxn>
                <a:cxn ang="0">
                  <a:pos x="17" y="4"/>
                </a:cxn>
                <a:cxn ang="0">
                  <a:pos x="16" y="5"/>
                </a:cxn>
                <a:cxn ang="0">
                  <a:pos x="14" y="8"/>
                </a:cxn>
                <a:cxn ang="0">
                  <a:pos x="13" y="10"/>
                </a:cxn>
                <a:cxn ang="0">
                  <a:pos x="13" y="13"/>
                </a:cxn>
                <a:cxn ang="0">
                  <a:pos x="15" y="14"/>
                </a:cxn>
                <a:cxn ang="0">
                  <a:pos x="17" y="14"/>
                </a:cxn>
                <a:cxn ang="0">
                  <a:pos x="18" y="16"/>
                </a:cxn>
                <a:cxn ang="0">
                  <a:pos x="18" y="18"/>
                </a:cxn>
                <a:cxn ang="0">
                  <a:pos x="17" y="20"/>
                </a:cxn>
                <a:cxn ang="0">
                  <a:pos x="17" y="22"/>
                </a:cxn>
                <a:cxn ang="0">
                  <a:pos x="19" y="23"/>
                </a:cxn>
              </a:cxnLst>
              <a:rect l="0" t="0" r="r" b="b"/>
              <a:pathLst>
                <a:path w="19" h="28">
                  <a:moveTo>
                    <a:pt x="19" y="23"/>
                  </a:moveTo>
                  <a:cubicBezTo>
                    <a:pt x="19" y="24"/>
                    <a:pt x="19" y="25"/>
                    <a:pt x="19" y="25"/>
                  </a:cubicBezTo>
                  <a:cubicBezTo>
                    <a:pt x="19" y="26"/>
                    <a:pt x="19" y="26"/>
                    <a:pt x="19" y="26"/>
                  </a:cubicBezTo>
                  <a:cubicBezTo>
                    <a:pt x="18" y="26"/>
                    <a:pt x="17" y="28"/>
                    <a:pt x="16" y="28"/>
                  </a:cubicBezTo>
                  <a:cubicBezTo>
                    <a:pt x="16" y="28"/>
                    <a:pt x="15" y="28"/>
                    <a:pt x="15" y="28"/>
                  </a:cubicBezTo>
                  <a:cubicBezTo>
                    <a:pt x="14" y="27"/>
                    <a:pt x="15" y="26"/>
                    <a:pt x="15" y="26"/>
                  </a:cubicBezTo>
                  <a:cubicBezTo>
                    <a:pt x="15" y="25"/>
                    <a:pt x="15" y="24"/>
                    <a:pt x="15" y="24"/>
                  </a:cubicBezTo>
                  <a:cubicBezTo>
                    <a:pt x="15" y="24"/>
                    <a:pt x="15" y="22"/>
                    <a:pt x="15" y="22"/>
                  </a:cubicBezTo>
                  <a:cubicBezTo>
                    <a:pt x="14" y="22"/>
                    <a:pt x="13" y="22"/>
                    <a:pt x="12" y="22"/>
                  </a:cubicBezTo>
                  <a:cubicBezTo>
                    <a:pt x="12" y="22"/>
                    <a:pt x="11" y="23"/>
                    <a:pt x="11" y="23"/>
                  </a:cubicBezTo>
                  <a:cubicBezTo>
                    <a:pt x="10" y="23"/>
                    <a:pt x="9" y="23"/>
                    <a:pt x="8" y="23"/>
                  </a:cubicBezTo>
                  <a:cubicBezTo>
                    <a:pt x="8" y="23"/>
                    <a:pt x="7" y="22"/>
                    <a:pt x="7" y="22"/>
                  </a:cubicBezTo>
                  <a:cubicBezTo>
                    <a:pt x="6" y="22"/>
                    <a:pt x="6" y="23"/>
                    <a:pt x="5" y="23"/>
                  </a:cubicBezTo>
                  <a:cubicBezTo>
                    <a:pt x="5" y="23"/>
                    <a:pt x="4" y="24"/>
                    <a:pt x="3" y="24"/>
                  </a:cubicBezTo>
                  <a:cubicBezTo>
                    <a:pt x="2" y="24"/>
                    <a:pt x="1" y="23"/>
                    <a:pt x="1" y="22"/>
                  </a:cubicBezTo>
                  <a:cubicBezTo>
                    <a:pt x="1" y="22"/>
                    <a:pt x="0" y="22"/>
                    <a:pt x="0" y="21"/>
                  </a:cubicBezTo>
                  <a:cubicBezTo>
                    <a:pt x="0" y="21"/>
                    <a:pt x="1" y="20"/>
                    <a:pt x="1" y="19"/>
                  </a:cubicBezTo>
                  <a:cubicBezTo>
                    <a:pt x="1" y="19"/>
                    <a:pt x="1" y="18"/>
                    <a:pt x="1" y="18"/>
                  </a:cubicBezTo>
                  <a:cubicBezTo>
                    <a:pt x="1" y="18"/>
                    <a:pt x="1" y="17"/>
                    <a:pt x="2" y="17"/>
                  </a:cubicBezTo>
                  <a:cubicBezTo>
                    <a:pt x="2" y="16"/>
                    <a:pt x="3" y="14"/>
                    <a:pt x="3" y="13"/>
                  </a:cubicBezTo>
                  <a:cubicBezTo>
                    <a:pt x="3" y="12"/>
                    <a:pt x="3" y="10"/>
                    <a:pt x="3" y="9"/>
                  </a:cubicBezTo>
                  <a:cubicBezTo>
                    <a:pt x="3" y="8"/>
                    <a:pt x="4" y="6"/>
                    <a:pt x="4" y="5"/>
                  </a:cubicBezTo>
                  <a:cubicBezTo>
                    <a:pt x="4" y="5"/>
                    <a:pt x="4" y="3"/>
                    <a:pt x="4" y="3"/>
                  </a:cubicBezTo>
                  <a:cubicBezTo>
                    <a:pt x="4" y="2"/>
                    <a:pt x="4" y="1"/>
                    <a:pt x="5" y="1"/>
                  </a:cubicBezTo>
                  <a:cubicBezTo>
                    <a:pt x="5" y="1"/>
                    <a:pt x="6" y="0"/>
                    <a:pt x="6" y="0"/>
                  </a:cubicBezTo>
                  <a:cubicBezTo>
                    <a:pt x="7" y="1"/>
                    <a:pt x="7" y="2"/>
                    <a:pt x="7" y="2"/>
                  </a:cubicBezTo>
                  <a:cubicBezTo>
                    <a:pt x="8" y="2"/>
                    <a:pt x="9" y="2"/>
                    <a:pt x="9" y="2"/>
                  </a:cubicBezTo>
                  <a:cubicBezTo>
                    <a:pt x="10" y="3"/>
                    <a:pt x="11" y="4"/>
                    <a:pt x="12" y="3"/>
                  </a:cubicBezTo>
                  <a:cubicBezTo>
                    <a:pt x="12" y="3"/>
                    <a:pt x="13" y="3"/>
                    <a:pt x="13" y="3"/>
                  </a:cubicBezTo>
                  <a:cubicBezTo>
                    <a:pt x="13" y="2"/>
                    <a:pt x="14" y="2"/>
                    <a:pt x="15" y="3"/>
                  </a:cubicBezTo>
                  <a:cubicBezTo>
                    <a:pt x="15" y="3"/>
                    <a:pt x="17" y="4"/>
                    <a:pt x="17" y="4"/>
                  </a:cubicBezTo>
                  <a:cubicBezTo>
                    <a:pt x="17" y="4"/>
                    <a:pt x="17" y="4"/>
                    <a:pt x="17" y="4"/>
                  </a:cubicBezTo>
                  <a:cubicBezTo>
                    <a:pt x="17" y="5"/>
                    <a:pt x="16" y="5"/>
                    <a:pt x="16" y="5"/>
                  </a:cubicBezTo>
                  <a:cubicBezTo>
                    <a:pt x="15" y="6"/>
                    <a:pt x="15" y="7"/>
                    <a:pt x="14" y="8"/>
                  </a:cubicBezTo>
                  <a:cubicBezTo>
                    <a:pt x="14" y="8"/>
                    <a:pt x="14" y="10"/>
                    <a:pt x="13" y="10"/>
                  </a:cubicBezTo>
                  <a:cubicBezTo>
                    <a:pt x="13" y="11"/>
                    <a:pt x="13" y="12"/>
                    <a:pt x="13" y="13"/>
                  </a:cubicBezTo>
                  <a:cubicBezTo>
                    <a:pt x="14" y="13"/>
                    <a:pt x="14" y="14"/>
                    <a:pt x="15" y="14"/>
                  </a:cubicBezTo>
                  <a:cubicBezTo>
                    <a:pt x="15" y="14"/>
                    <a:pt x="17" y="13"/>
                    <a:pt x="17" y="14"/>
                  </a:cubicBezTo>
                  <a:cubicBezTo>
                    <a:pt x="18" y="14"/>
                    <a:pt x="18" y="15"/>
                    <a:pt x="18" y="16"/>
                  </a:cubicBezTo>
                  <a:cubicBezTo>
                    <a:pt x="18" y="16"/>
                    <a:pt x="18" y="18"/>
                    <a:pt x="18" y="18"/>
                  </a:cubicBezTo>
                  <a:cubicBezTo>
                    <a:pt x="18" y="19"/>
                    <a:pt x="17" y="20"/>
                    <a:pt x="17" y="20"/>
                  </a:cubicBezTo>
                  <a:cubicBezTo>
                    <a:pt x="17" y="21"/>
                    <a:pt x="17" y="21"/>
                    <a:pt x="17" y="22"/>
                  </a:cubicBezTo>
                  <a:cubicBezTo>
                    <a:pt x="18" y="22"/>
                    <a:pt x="18" y="23"/>
                    <a:pt x="19" y="2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61"/>
            <p:cNvSpPr>
              <a:spLocks/>
            </p:cNvSpPr>
            <p:nvPr/>
          </p:nvSpPr>
          <p:spPr bwMode="auto">
            <a:xfrm>
              <a:off x="2076451" y="4284663"/>
              <a:ext cx="66675" cy="39688"/>
            </a:xfrm>
            <a:custGeom>
              <a:avLst/>
              <a:gdLst/>
              <a:ahLst/>
              <a:cxnLst>
                <a:cxn ang="0">
                  <a:pos x="35" y="17"/>
                </a:cxn>
                <a:cxn ang="0">
                  <a:pos x="35" y="18"/>
                </a:cxn>
                <a:cxn ang="0">
                  <a:pos x="33" y="19"/>
                </a:cxn>
                <a:cxn ang="0">
                  <a:pos x="30" y="17"/>
                </a:cxn>
                <a:cxn ang="0">
                  <a:pos x="23" y="17"/>
                </a:cxn>
                <a:cxn ang="0">
                  <a:pos x="16" y="17"/>
                </a:cxn>
                <a:cxn ang="0">
                  <a:pos x="11" y="18"/>
                </a:cxn>
                <a:cxn ang="0">
                  <a:pos x="6" y="21"/>
                </a:cxn>
                <a:cxn ang="0">
                  <a:pos x="6" y="19"/>
                </a:cxn>
                <a:cxn ang="0">
                  <a:pos x="4" y="18"/>
                </a:cxn>
                <a:cxn ang="0">
                  <a:pos x="4" y="16"/>
                </a:cxn>
                <a:cxn ang="0">
                  <a:pos x="5" y="14"/>
                </a:cxn>
                <a:cxn ang="0">
                  <a:pos x="5" y="12"/>
                </a:cxn>
                <a:cxn ang="0">
                  <a:pos x="4" y="10"/>
                </a:cxn>
                <a:cxn ang="0">
                  <a:pos x="2" y="10"/>
                </a:cxn>
                <a:cxn ang="0">
                  <a:pos x="0" y="9"/>
                </a:cxn>
                <a:cxn ang="0">
                  <a:pos x="0" y="6"/>
                </a:cxn>
                <a:cxn ang="0">
                  <a:pos x="1" y="4"/>
                </a:cxn>
                <a:cxn ang="0">
                  <a:pos x="3" y="1"/>
                </a:cxn>
                <a:cxn ang="0">
                  <a:pos x="4" y="0"/>
                </a:cxn>
                <a:cxn ang="0">
                  <a:pos x="4" y="3"/>
                </a:cxn>
                <a:cxn ang="0">
                  <a:pos x="6" y="3"/>
                </a:cxn>
                <a:cxn ang="0">
                  <a:pos x="9" y="3"/>
                </a:cxn>
                <a:cxn ang="0">
                  <a:pos x="11" y="5"/>
                </a:cxn>
                <a:cxn ang="0">
                  <a:pos x="13" y="6"/>
                </a:cxn>
                <a:cxn ang="0">
                  <a:pos x="16" y="5"/>
                </a:cxn>
                <a:cxn ang="0">
                  <a:pos x="18" y="6"/>
                </a:cxn>
                <a:cxn ang="0">
                  <a:pos x="20" y="7"/>
                </a:cxn>
                <a:cxn ang="0">
                  <a:pos x="23" y="6"/>
                </a:cxn>
                <a:cxn ang="0">
                  <a:pos x="24" y="9"/>
                </a:cxn>
                <a:cxn ang="0">
                  <a:pos x="25" y="11"/>
                </a:cxn>
                <a:cxn ang="0">
                  <a:pos x="27" y="13"/>
                </a:cxn>
                <a:cxn ang="0">
                  <a:pos x="28" y="14"/>
                </a:cxn>
                <a:cxn ang="0">
                  <a:pos x="29" y="14"/>
                </a:cxn>
                <a:cxn ang="0">
                  <a:pos x="29" y="15"/>
                </a:cxn>
                <a:cxn ang="0">
                  <a:pos x="31" y="15"/>
                </a:cxn>
                <a:cxn ang="0">
                  <a:pos x="33" y="15"/>
                </a:cxn>
                <a:cxn ang="0">
                  <a:pos x="34" y="16"/>
                </a:cxn>
                <a:cxn ang="0">
                  <a:pos x="35" y="17"/>
                </a:cxn>
              </a:cxnLst>
              <a:rect l="0" t="0" r="r" b="b"/>
              <a:pathLst>
                <a:path w="36" h="21">
                  <a:moveTo>
                    <a:pt x="35" y="17"/>
                  </a:moveTo>
                  <a:cubicBezTo>
                    <a:pt x="36" y="17"/>
                    <a:pt x="36" y="18"/>
                    <a:pt x="35" y="18"/>
                  </a:cubicBezTo>
                  <a:cubicBezTo>
                    <a:pt x="35" y="19"/>
                    <a:pt x="33" y="19"/>
                    <a:pt x="33" y="19"/>
                  </a:cubicBezTo>
                  <a:cubicBezTo>
                    <a:pt x="32" y="19"/>
                    <a:pt x="30" y="18"/>
                    <a:pt x="30" y="17"/>
                  </a:cubicBezTo>
                  <a:cubicBezTo>
                    <a:pt x="28" y="17"/>
                    <a:pt x="25" y="17"/>
                    <a:pt x="23" y="17"/>
                  </a:cubicBezTo>
                  <a:cubicBezTo>
                    <a:pt x="22" y="16"/>
                    <a:pt x="18" y="16"/>
                    <a:pt x="16" y="17"/>
                  </a:cubicBezTo>
                  <a:cubicBezTo>
                    <a:pt x="15" y="17"/>
                    <a:pt x="12" y="18"/>
                    <a:pt x="11" y="18"/>
                  </a:cubicBezTo>
                  <a:cubicBezTo>
                    <a:pt x="10" y="19"/>
                    <a:pt x="7" y="20"/>
                    <a:pt x="6" y="21"/>
                  </a:cubicBezTo>
                  <a:cubicBezTo>
                    <a:pt x="6" y="21"/>
                    <a:pt x="6" y="20"/>
                    <a:pt x="6" y="19"/>
                  </a:cubicBezTo>
                  <a:cubicBezTo>
                    <a:pt x="5" y="19"/>
                    <a:pt x="5" y="18"/>
                    <a:pt x="4" y="18"/>
                  </a:cubicBezTo>
                  <a:cubicBezTo>
                    <a:pt x="4" y="17"/>
                    <a:pt x="4" y="17"/>
                    <a:pt x="4" y="16"/>
                  </a:cubicBezTo>
                  <a:cubicBezTo>
                    <a:pt x="4" y="16"/>
                    <a:pt x="5" y="15"/>
                    <a:pt x="5" y="14"/>
                  </a:cubicBezTo>
                  <a:cubicBezTo>
                    <a:pt x="5" y="14"/>
                    <a:pt x="5" y="12"/>
                    <a:pt x="5" y="12"/>
                  </a:cubicBezTo>
                  <a:cubicBezTo>
                    <a:pt x="5" y="11"/>
                    <a:pt x="5" y="10"/>
                    <a:pt x="4" y="10"/>
                  </a:cubicBezTo>
                  <a:cubicBezTo>
                    <a:pt x="4" y="9"/>
                    <a:pt x="2" y="10"/>
                    <a:pt x="2" y="10"/>
                  </a:cubicBezTo>
                  <a:cubicBezTo>
                    <a:pt x="1" y="10"/>
                    <a:pt x="1" y="9"/>
                    <a:pt x="0" y="9"/>
                  </a:cubicBezTo>
                  <a:cubicBezTo>
                    <a:pt x="0" y="8"/>
                    <a:pt x="0" y="7"/>
                    <a:pt x="0" y="6"/>
                  </a:cubicBezTo>
                  <a:cubicBezTo>
                    <a:pt x="1" y="6"/>
                    <a:pt x="1" y="4"/>
                    <a:pt x="1" y="4"/>
                  </a:cubicBezTo>
                  <a:cubicBezTo>
                    <a:pt x="2" y="3"/>
                    <a:pt x="2" y="2"/>
                    <a:pt x="3" y="1"/>
                  </a:cubicBezTo>
                  <a:cubicBezTo>
                    <a:pt x="3" y="1"/>
                    <a:pt x="4" y="1"/>
                    <a:pt x="4" y="0"/>
                  </a:cubicBezTo>
                  <a:cubicBezTo>
                    <a:pt x="4" y="1"/>
                    <a:pt x="4" y="2"/>
                    <a:pt x="4" y="3"/>
                  </a:cubicBezTo>
                  <a:cubicBezTo>
                    <a:pt x="5" y="3"/>
                    <a:pt x="6" y="3"/>
                    <a:pt x="6" y="3"/>
                  </a:cubicBezTo>
                  <a:cubicBezTo>
                    <a:pt x="7" y="4"/>
                    <a:pt x="8" y="3"/>
                    <a:pt x="9" y="3"/>
                  </a:cubicBezTo>
                  <a:cubicBezTo>
                    <a:pt x="10" y="3"/>
                    <a:pt x="10" y="4"/>
                    <a:pt x="11" y="5"/>
                  </a:cubicBezTo>
                  <a:cubicBezTo>
                    <a:pt x="11" y="5"/>
                    <a:pt x="13" y="6"/>
                    <a:pt x="13" y="6"/>
                  </a:cubicBezTo>
                  <a:cubicBezTo>
                    <a:pt x="14" y="6"/>
                    <a:pt x="15" y="5"/>
                    <a:pt x="16" y="5"/>
                  </a:cubicBezTo>
                  <a:cubicBezTo>
                    <a:pt x="16" y="5"/>
                    <a:pt x="17" y="5"/>
                    <a:pt x="18" y="6"/>
                  </a:cubicBezTo>
                  <a:cubicBezTo>
                    <a:pt x="18" y="6"/>
                    <a:pt x="19" y="6"/>
                    <a:pt x="20" y="7"/>
                  </a:cubicBezTo>
                  <a:cubicBezTo>
                    <a:pt x="21" y="7"/>
                    <a:pt x="22" y="6"/>
                    <a:pt x="23" y="6"/>
                  </a:cubicBezTo>
                  <a:cubicBezTo>
                    <a:pt x="23" y="7"/>
                    <a:pt x="24" y="8"/>
                    <a:pt x="24" y="9"/>
                  </a:cubicBezTo>
                  <a:cubicBezTo>
                    <a:pt x="25" y="10"/>
                    <a:pt x="25" y="11"/>
                    <a:pt x="25" y="11"/>
                  </a:cubicBezTo>
                  <a:cubicBezTo>
                    <a:pt x="26" y="12"/>
                    <a:pt x="26" y="12"/>
                    <a:pt x="27" y="13"/>
                  </a:cubicBezTo>
                  <a:cubicBezTo>
                    <a:pt x="27" y="13"/>
                    <a:pt x="27" y="14"/>
                    <a:pt x="28" y="14"/>
                  </a:cubicBezTo>
                  <a:cubicBezTo>
                    <a:pt x="28" y="14"/>
                    <a:pt x="29" y="14"/>
                    <a:pt x="29" y="14"/>
                  </a:cubicBezTo>
                  <a:cubicBezTo>
                    <a:pt x="29" y="14"/>
                    <a:pt x="29" y="15"/>
                    <a:pt x="29" y="15"/>
                  </a:cubicBezTo>
                  <a:cubicBezTo>
                    <a:pt x="30" y="15"/>
                    <a:pt x="30" y="15"/>
                    <a:pt x="31" y="15"/>
                  </a:cubicBezTo>
                  <a:cubicBezTo>
                    <a:pt x="31" y="15"/>
                    <a:pt x="32" y="15"/>
                    <a:pt x="33" y="15"/>
                  </a:cubicBezTo>
                  <a:cubicBezTo>
                    <a:pt x="33" y="15"/>
                    <a:pt x="34" y="16"/>
                    <a:pt x="34" y="16"/>
                  </a:cubicBezTo>
                  <a:cubicBezTo>
                    <a:pt x="34" y="16"/>
                    <a:pt x="35" y="17"/>
                    <a:pt x="35" y="1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62"/>
            <p:cNvSpPr>
              <a:spLocks/>
            </p:cNvSpPr>
            <p:nvPr/>
          </p:nvSpPr>
          <p:spPr bwMode="auto">
            <a:xfrm>
              <a:off x="2090738" y="3878263"/>
              <a:ext cx="69850" cy="90488"/>
            </a:xfrm>
            <a:custGeom>
              <a:avLst/>
              <a:gdLst/>
              <a:ahLst/>
              <a:cxnLst>
                <a:cxn ang="0">
                  <a:pos x="16" y="9"/>
                </a:cxn>
                <a:cxn ang="0">
                  <a:pos x="21" y="6"/>
                </a:cxn>
                <a:cxn ang="0">
                  <a:pos x="23" y="1"/>
                </a:cxn>
                <a:cxn ang="0">
                  <a:pos x="27" y="0"/>
                </a:cxn>
                <a:cxn ang="0">
                  <a:pos x="28" y="1"/>
                </a:cxn>
                <a:cxn ang="0">
                  <a:pos x="26" y="3"/>
                </a:cxn>
                <a:cxn ang="0">
                  <a:pos x="27" y="7"/>
                </a:cxn>
                <a:cxn ang="0">
                  <a:pos x="27" y="11"/>
                </a:cxn>
                <a:cxn ang="0">
                  <a:pos x="30" y="14"/>
                </a:cxn>
                <a:cxn ang="0">
                  <a:pos x="31" y="18"/>
                </a:cxn>
                <a:cxn ang="0">
                  <a:pos x="28" y="21"/>
                </a:cxn>
                <a:cxn ang="0">
                  <a:pos x="27" y="27"/>
                </a:cxn>
                <a:cxn ang="0">
                  <a:pos x="29" y="30"/>
                </a:cxn>
                <a:cxn ang="0">
                  <a:pos x="36" y="38"/>
                </a:cxn>
                <a:cxn ang="0">
                  <a:pos x="36" y="40"/>
                </a:cxn>
                <a:cxn ang="0">
                  <a:pos x="31" y="42"/>
                </a:cxn>
                <a:cxn ang="0">
                  <a:pos x="25" y="44"/>
                </a:cxn>
                <a:cxn ang="0">
                  <a:pos x="22" y="45"/>
                </a:cxn>
                <a:cxn ang="0">
                  <a:pos x="18" y="47"/>
                </a:cxn>
                <a:cxn ang="0">
                  <a:pos x="14" y="48"/>
                </a:cxn>
                <a:cxn ang="0">
                  <a:pos x="11" y="46"/>
                </a:cxn>
                <a:cxn ang="0">
                  <a:pos x="8" y="47"/>
                </a:cxn>
                <a:cxn ang="0">
                  <a:pos x="8" y="43"/>
                </a:cxn>
                <a:cxn ang="0">
                  <a:pos x="5" y="37"/>
                </a:cxn>
                <a:cxn ang="0">
                  <a:pos x="1" y="33"/>
                </a:cxn>
                <a:cxn ang="0">
                  <a:pos x="0" y="30"/>
                </a:cxn>
                <a:cxn ang="0">
                  <a:pos x="3" y="31"/>
                </a:cxn>
                <a:cxn ang="0">
                  <a:pos x="5" y="26"/>
                </a:cxn>
                <a:cxn ang="0">
                  <a:pos x="7" y="19"/>
                </a:cxn>
                <a:cxn ang="0">
                  <a:pos x="13" y="15"/>
                </a:cxn>
                <a:cxn ang="0">
                  <a:pos x="13" y="11"/>
                </a:cxn>
                <a:cxn ang="0">
                  <a:pos x="16" y="9"/>
                </a:cxn>
              </a:cxnLst>
              <a:rect l="0" t="0" r="r" b="b"/>
              <a:pathLst>
                <a:path w="37" h="48">
                  <a:moveTo>
                    <a:pt x="16" y="9"/>
                  </a:moveTo>
                  <a:cubicBezTo>
                    <a:pt x="16" y="9"/>
                    <a:pt x="16" y="9"/>
                    <a:pt x="16" y="9"/>
                  </a:cubicBezTo>
                  <a:cubicBezTo>
                    <a:pt x="17" y="8"/>
                    <a:pt x="18" y="8"/>
                    <a:pt x="19" y="8"/>
                  </a:cubicBezTo>
                  <a:cubicBezTo>
                    <a:pt x="19" y="8"/>
                    <a:pt x="20" y="7"/>
                    <a:pt x="21" y="6"/>
                  </a:cubicBezTo>
                  <a:cubicBezTo>
                    <a:pt x="21" y="6"/>
                    <a:pt x="22" y="4"/>
                    <a:pt x="22" y="3"/>
                  </a:cubicBezTo>
                  <a:cubicBezTo>
                    <a:pt x="22" y="3"/>
                    <a:pt x="23" y="2"/>
                    <a:pt x="23" y="1"/>
                  </a:cubicBezTo>
                  <a:cubicBezTo>
                    <a:pt x="23" y="1"/>
                    <a:pt x="24" y="0"/>
                    <a:pt x="25" y="0"/>
                  </a:cubicBezTo>
                  <a:cubicBezTo>
                    <a:pt x="25" y="0"/>
                    <a:pt x="26" y="0"/>
                    <a:pt x="27" y="0"/>
                  </a:cubicBezTo>
                  <a:cubicBezTo>
                    <a:pt x="27" y="0"/>
                    <a:pt x="28" y="1"/>
                    <a:pt x="28" y="1"/>
                  </a:cubicBezTo>
                  <a:cubicBezTo>
                    <a:pt x="28" y="1"/>
                    <a:pt x="28" y="1"/>
                    <a:pt x="28" y="1"/>
                  </a:cubicBezTo>
                  <a:cubicBezTo>
                    <a:pt x="28" y="1"/>
                    <a:pt x="27" y="1"/>
                    <a:pt x="27" y="1"/>
                  </a:cubicBezTo>
                  <a:cubicBezTo>
                    <a:pt x="26" y="1"/>
                    <a:pt x="26" y="2"/>
                    <a:pt x="26" y="3"/>
                  </a:cubicBezTo>
                  <a:cubicBezTo>
                    <a:pt x="26" y="3"/>
                    <a:pt x="26" y="5"/>
                    <a:pt x="26" y="5"/>
                  </a:cubicBezTo>
                  <a:cubicBezTo>
                    <a:pt x="26" y="6"/>
                    <a:pt x="27" y="7"/>
                    <a:pt x="27" y="7"/>
                  </a:cubicBezTo>
                  <a:cubicBezTo>
                    <a:pt x="27" y="8"/>
                    <a:pt x="26" y="9"/>
                    <a:pt x="27" y="10"/>
                  </a:cubicBezTo>
                  <a:cubicBezTo>
                    <a:pt x="27" y="10"/>
                    <a:pt x="27" y="11"/>
                    <a:pt x="27" y="11"/>
                  </a:cubicBezTo>
                  <a:cubicBezTo>
                    <a:pt x="27" y="12"/>
                    <a:pt x="28" y="12"/>
                    <a:pt x="29" y="13"/>
                  </a:cubicBezTo>
                  <a:cubicBezTo>
                    <a:pt x="29" y="13"/>
                    <a:pt x="29" y="13"/>
                    <a:pt x="30" y="14"/>
                  </a:cubicBezTo>
                  <a:cubicBezTo>
                    <a:pt x="30" y="14"/>
                    <a:pt x="31" y="15"/>
                    <a:pt x="31" y="16"/>
                  </a:cubicBezTo>
                  <a:cubicBezTo>
                    <a:pt x="31" y="16"/>
                    <a:pt x="31" y="18"/>
                    <a:pt x="31" y="18"/>
                  </a:cubicBezTo>
                  <a:cubicBezTo>
                    <a:pt x="31" y="19"/>
                    <a:pt x="30" y="20"/>
                    <a:pt x="29" y="20"/>
                  </a:cubicBezTo>
                  <a:cubicBezTo>
                    <a:pt x="29" y="20"/>
                    <a:pt x="28" y="21"/>
                    <a:pt x="28" y="21"/>
                  </a:cubicBezTo>
                  <a:cubicBezTo>
                    <a:pt x="27" y="22"/>
                    <a:pt x="26" y="23"/>
                    <a:pt x="26" y="24"/>
                  </a:cubicBezTo>
                  <a:cubicBezTo>
                    <a:pt x="26" y="24"/>
                    <a:pt x="27" y="26"/>
                    <a:pt x="27" y="27"/>
                  </a:cubicBezTo>
                  <a:cubicBezTo>
                    <a:pt x="27" y="28"/>
                    <a:pt x="27" y="29"/>
                    <a:pt x="28" y="30"/>
                  </a:cubicBezTo>
                  <a:cubicBezTo>
                    <a:pt x="28" y="30"/>
                    <a:pt x="29" y="30"/>
                    <a:pt x="29" y="30"/>
                  </a:cubicBezTo>
                  <a:cubicBezTo>
                    <a:pt x="30" y="30"/>
                    <a:pt x="31" y="31"/>
                    <a:pt x="31" y="31"/>
                  </a:cubicBezTo>
                  <a:cubicBezTo>
                    <a:pt x="33" y="33"/>
                    <a:pt x="35" y="36"/>
                    <a:pt x="36" y="38"/>
                  </a:cubicBezTo>
                  <a:cubicBezTo>
                    <a:pt x="36" y="38"/>
                    <a:pt x="36" y="39"/>
                    <a:pt x="37" y="39"/>
                  </a:cubicBezTo>
                  <a:cubicBezTo>
                    <a:pt x="36" y="40"/>
                    <a:pt x="36" y="40"/>
                    <a:pt x="36" y="40"/>
                  </a:cubicBezTo>
                  <a:cubicBezTo>
                    <a:pt x="35" y="40"/>
                    <a:pt x="34" y="41"/>
                    <a:pt x="33" y="41"/>
                  </a:cubicBezTo>
                  <a:cubicBezTo>
                    <a:pt x="32" y="41"/>
                    <a:pt x="31" y="42"/>
                    <a:pt x="31" y="42"/>
                  </a:cubicBezTo>
                  <a:cubicBezTo>
                    <a:pt x="30" y="42"/>
                    <a:pt x="29" y="42"/>
                    <a:pt x="28" y="43"/>
                  </a:cubicBezTo>
                  <a:cubicBezTo>
                    <a:pt x="28" y="43"/>
                    <a:pt x="26" y="43"/>
                    <a:pt x="25" y="44"/>
                  </a:cubicBezTo>
                  <a:cubicBezTo>
                    <a:pt x="24" y="44"/>
                    <a:pt x="23" y="43"/>
                    <a:pt x="22" y="44"/>
                  </a:cubicBezTo>
                  <a:cubicBezTo>
                    <a:pt x="22" y="44"/>
                    <a:pt x="22" y="45"/>
                    <a:pt x="22" y="45"/>
                  </a:cubicBezTo>
                  <a:cubicBezTo>
                    <a:pt x="21" y="46"/>
                    <a:pt x="21" y="47"/>
                    <a:pt x="20" y="47"/>
                  </a:cubicBezTo>
                  <a:cubicBezTo>
                    <a:pt x="20" y="47"/>
                    <a:pt x="18" y="46"/>
                    <a:pt x="18" y="47"/>
                  </a:cubicBezTo>
                  <a:cubicBezTo>
                    <a:pt x="17" y="47"/>
                    <a:pt x="17" y="47"/>
                    <a:pt x="16" y="47"/>
                  </a:cubicBezTo>
                  <a:cubicBezTo>
                    <a:pt x="16" y="48"/>
                    <a:pt x="14" y="48"/>
                    <a:pt x="14" y="48"/>
                  </a:cubicBezTo>
                  <a:cubicBezTo>
                    <a:pt x="13" y="48"/>
                    <a:pt x="13" y="47"/>
                    <a:pt x="12" y="47"/>
                  </a:cubicBezTo>
                  <a:cubicBezTo>
                    <a:pt x="12" y="47"/>
                    <a:pt x="11" y="46"/>
                    <a:pt x="11" y="46"/>
                  </a:cubicBezTo>
                  <a:cubicBezTo>
                    <a:pt x="10" y="46"/>
                    <a:pt x="10" y="47"/>
                    <a:pt x="9" y="47"/>
                  </a:cubicBezTo>
                  <a:cubicBezTo>
                    <a:pt x="9" y="47"/>
                    <a:pt x="8" y="47"/>
                    <a:pt x="8" y="47"/>
                  </a:cubicBezTo>
                  <a:cubicBezTo>
                    <a:pt x="8" y="46"/>
                    <a:pt x="7" y="45"/>
                    <a:pt x="7" y="45"/>
                  </a:cubicBezTo>
                  <a:cubicBezTo>
                    <a:pt x="7" y="44"/>
                    <a:pt x="8" y="43"/>
                    <a:pt x="8" y="43"/>
                  </a:cubicBezTo>
                  <a:cubicBezTo>
                    <a:pt x="8" y="42"/>
                    <a:pt x="7" y="41"/>
                    <a:pt x="7" y="41"/>
                  </a:cubicBezTo>
                  <a:cubicBezTo>
                    <a:pt x="6" y="40"/>
                    <a:pt x="6" y="38"/>
                    <a:pt x="5" y="37"/>
                  </a:cubicBezTo>
                  <a:cubicBezTo>
                    <a:pt x="5" y="36"/>
                    <a:pt x="3" y="34"/>
                    <a:pt x="3" y="34"/>
                  </a:cubicBezTo>
                  <a:cubicBezTo>
                    <a:pt x="2" y="33"/>
                    <a:pt x="1" y="33"/>
                    <a:pt x="1" y="33"/>
                  </a:cubicBezTo>
                  <a:cubicBezTo>
                    <a:pt x="1" y="32"/>
                    <a:pt x="0" y="32"/>
                    <a:pt x="0" y="31"/>
                  </a:cubicBezTo>
                  <a:cubicBezTo>
                    <a:pt x="0" y="31"/>
                    <a:pt x="0" y="30"/>
                    <a:pt x="0" y="30"/>
                  </a:cubicBezTo>
                  <a:cubicBezTo>
                    <a:pt x="1" y="30"/>
                    <a:pt x="1" y="30"/>
                    <a:pt x="2" y="30"/>
                  </a:cubicBezTo>
                  <a:cubicBezTo>
                    <a:pt x="2" y="30"/>
                    <a:pt x="3" y="31"/>
                    <a:pt x="3" y="31"/>
                  </a:cubicBezTo>
                  <a:cubicBezTo>
                    <a:pt x="4" y="31"/>
                    <a:pt x="5" y="30"/>
                    <a:pt x="5" y="29"/>
                  </a:cubicBezTo>
                  <a:cubicBezTo>
                    <a:pt x="5" y="28"/>
                    <a:pt x="5" y="27"/>
                    <a:pt x="5" y="26"/>
                  </a:cubicBezTo>
                  <a:cubicBezTo>
                    <a:pt x="5" y="25"/>
                    <a:pt x="5" y="23"/>
                    <a:pt x="5" y="22"/>
                  </a:cubicBezTo>
                  <a:cubicBezTo>
                    <a:pt x="5" y="21"/>
                    <a:pt x="6" y="20"/>
                    <a:pt x="7" y="19"/>
                  </a:cubicBezTo>
                  <a:cubicBezTo>
                    <a:pt x="8" y="19"/>
                    <a:pt x="11" y="17"/>
                    <a:pt x="11" y="17"/>
                  </a:cubicBezTo>
                  <a:cubicBezTo>
                    <a:pt x="11" y="17"/>
                    <a:pt x="13" y="16"/>
                    <a:pt x="13" y="15"/>
                  </a:cubicBezTo>
                  <a:cubicBezTo>
                    <a:pt x="13" y="15"/>
                    <a:pt x="12" y="14"/>
                    <a:pt x="12" y="13"/>
                  </a:cubicBezTo>
                  <a:cubicBezTo>
                    <a:pt x="12" y="13"/>
                    <a:pt x="13" y="12"/>
                    <a:pt x="13" y="11"/>
                  </a:cubicBezTo>
                  <a:cubicBezTo>
                    <a:pt x="14" y="11"/>
                    <a:pt x="14" y="10"/>
                    <a:pt x="15" y="10"/>
                  </a:cubicBezTo>
                  <a:cubicBezTo>
                    <a:pt x="15" y="10"/>
                    <a:pt x="15" y="9"/>
                    <a:pt x="16" y="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63"/>
            <p:cNvSpPr>
              <a:spLocks/>
            </p:cNvSpPr>
            <p:nvPr/>
          </p:nvSpPr>
          <p:spPr bwMode="auto">
            <a:xfrm>
              <a:off x="2463801" y="3859213"/>
              <a:ext cx="238125" cy="188913"/>
            </a:xfrm>
            <a:custGeom>
              <a:avLst/>
              <a:gdLst/>
              <a:ahLst/>
              <a:cxnLst>
                <a:cxn ang="0">
                  <a:pos x="5" y="20"/>
                </a:cxn>
                <a:cxn ang="0">
                  <a:pos x="14" y="18"/>
                </a:cxn>
                <a:cxn ang="0">
                  <a:pos x="24" y="19"/>
                </a:cxn>
                <a:cxn ang="0">
                  <a:pos x="34" y="15"/>
                </a:cxn>
                <a:cxn ang="0">
                  <a:pos x="39" y="10"/>
                </a:cxn>
                <a:cxn ang="0">
                  <a:pos x="47" y="9"/>
                </a:cxn>
                <a:cxn ang="0">
                  <a:pos x="54" y="0"/>
                </a:cxn>
                <a:cxn ang="0">
                  <a:pos x="70" y="2"/>
                </a:cxn>
                <a:cxn ang="0">
                  <a:pos x="71" y="8"/>
                </a:cxn>
                <a:cxn ang="0">
                  <a:pos x="77" y="14"/>
                </a:cxn>
                <a:cxn ang="0">
                  <a:pos x="83" y="21"/>
                </a:cxn>
                <a:cxn ang="0">
                  <a:pos x="99" y="19"/>
                </a:cxn>
                <a:cxn ang="0">
                  <a:pos x="110" y="17"/>
                </a:cxn>
                <a:cxn ang="0">
                  <a:pos x="115" y="25"/>
                </a:cxn>
                <a:cxn ang="0">
                  <a:pos x="121" y="27"/>
                </a:cxn>
                <a:cxn ang="0">
                  <a:pos x="124" y="31"/>
                </a:cxn>
                <a:cxn ang="0">
                  <a:pos x="123" y="37"/>
                </a:cxn>
                <a:cxn ang="0">
                  <a:pos x="117" y="40"/>
                </a:cxn>
                <a:cxn ang="0">
                  <a:pos x="110" y="41"/>
                </a:cxn>
                <a:cxn ang="0">
                  <a:pos x="109" y="51"/>
                </a:cxn>
                <a:cxn ang="0">
                  <a:pos x="104" y="51"/>
                </a:cxn>
                <a:cxn ang="0">
                  <a:pos x="94" y="46"/>
                </a:cxn>
                <a:cxn ang="0">
                  <a:pos x="85" y="50"/>
                </a:cxn>
                <a:cxn ang="0">
                  <a:pos x="79" y="50"/>
                </a:cxn>
                <a:cxn ang="0">
                  <a:pos x="78" y="51"/>
                </a:cxn>
                <a:cxn ang="0">
                  <a:pos x="85" y="52"/>
                </a:cxn>
                <a:cxn ang="0">
                  <a:pos x="93" y="47"/>
                </a:cxn>
                <a:cxn ang="0">
                  <a:pos x="101" y="50"/>
                </a:cxn>
                <a:cxn ang="0">
                  <a:pos x="109" y="54"/>
                </a:cxn>
                <a:cxn ang="0">
                  <a:pos x="101" y="64"/>
                </a:cxn>
                <a:cxn ang="0">
                  <a:pos x="100" y="79"/>
                </a:cxn>
                <a:cxn ang="0">
                  <a:pos x="95" y="88"/>
                </a:cxn>
                <a:cxn ang="0">
                  <a:pos x="92" y="96"/>
                </a:cxn>
                <a:cxn ang="0">
                  <a:pos x="84" y="95"/>
                </a:cxn>
                <a:cxn ang="0">
                  <a:pos x="81" y="99"/>
                </a:cxn>
                <a:cxn ang="0">
                  <a:pos x="79" y="91"/>
                </a:cxn>
                <a:cxn ang="0">
                  <a:pos x="71" y="90"/>
                </a:cxn>
                <a:cxn ang="0">
                  <a:pos x="64" y="96"/>
                </a:cxn>
                <a:cxn ang="0">
                  <a:pos x="57" y="98"/>
                </a:cxn>
                <a:cxn ang="0">
                  <a:pos x="54" y="94"/>
                </a:cxn>
                <a:cxn ang="0">
                  <a:pos x="48" y="91"/>
                </a:cxn>
                <a:cxn ang="0">
                  <a:pos x="44" y="85"/>
                </a:cxn>
                <a:cxn ang="0">
                  <a:pos x="34" y="87"/>
                </a:cxn>
                <a:cxn ang="0">
                  <a:pos x="31" y="92"/>
                </a:cxn>
                <a:cxn ang="0">
                  <a:pos x="31" y="84"/>
                </a:cxn>
                <a:cxn ang="0">
                  <a:pos x="28" y="77"/>
                </a:cxn>
                <a:cxn ang="0">
                  <a:pos x="16" y="74"/>
                </a:cxn>
                <a:cxn ang="0">
                  <a:pos x="11" y="66"/>
                </a:cxn>
                <a:cxn ang="0">
                  <a:pos x="9" y="61"/>
                </a:cxn>
                <a:cxn ang="0">
                  <a:pos x="3" y="55"/>
                </a:cxn>
                <a:cxn ang="0">
                  <a:pos x="6" y="50"/>
                </a:cxn>
                <a:cxn ang="0">
                  <a:pos x="1" y="39"/>
                </a:cxn>
                <a:cxn ang="0">
                  <a:pos x="1" y="26"/>
                </a:cxn>
              </a:cxnLst>
              <a:rect l="0" t="0" r="r" b="b"/>
              <a:pathLst>
                <a:path w="126" h="100">
                  <a:moveTo>
                    <a:pt x="1" y="26"/>
                  </a:moveTo>
                  <a:cubicBezTo>
                    <a:pt x="1" y="25"/>
                    <a:pt x="2" y="23"/>
                    <a:pt x="2" y="22"/>
                  </a:cubicBezTo>
                  <a:cubicBezTo>
                    <a:pt x="2" y="22"/>
                    <a:pt x="2" y="21"/>
                    <a:pt x="2" y="20"/>
                  </a:cubicBezTo>
                  <a:cubicBezTo>
                    <a:pt x="3" y="20"/>
                    <a:pt x="5" y="20"/>
                    <a:pt x="5" y="20"/>
                  </a:cubicBezTo>
                  <a:cubicBezTo>
                    <a:pt x="6" y="20"/>
                    <a:pt x="8" y="21"/>
                    <a:pt x="9" y="21"/>
                  </a:cubicBezTo>
                  <a:cubicBezTo>
                    <a:pt x="9" y="21"/>
                    <a:pt x="10" y="20"/>
                    <a:pt x="10" y="20"/>
                  </a:cubicBezTo>
                  <a:cubicBezTo>
                    <a:pt x="11" y="19"/>
                    <a:pt x="12" y="18"/>
                    <a:pt x="12" y="18"/>
                  </a:cubicBezTo>
                  <a:cubicBezTo>
                    <a:pt x="13" y="18"/>
                    <a:pt x="14" y="18"/>
                    <a:pt x="14" y="18"/>
                  </a:cubicBezTo>
                  <a:cubicBezTo>
                    <a:pt x="15" y="18"/>
                    <a:pt x="15" y="19"/>
                    <a:pt x="16" y="19"/>
                  </a:cubicBezTo>
                  <a:cubicBezTo>
                    <a:pt x="16" y="19"/>
                    <a:pt x="17" y="20"/>
                    <a:pt x="18" y="20"/>
                  </a:cubicBezTo>
                  <a:cubicBezTo>
                    <a:pt x="19" y="20"/>
                    <a:pt x="20" y="21"/>
                    <a:pt x="21" y="20"/>
                  </a:cubicBezTo>
                  <a:cubicBezTo>
                    <a:pt x="22" y="20"/>
                    <a:pt x="23" y="19"/>
                    <a:pt x="24" y="19"/>
                  </a:cubicBezTo>
                  <a:cubicBezTo>
                    <a:pt x="24" y="19"/>
                    <a:pt x="26" y="19"/>
                    <a:pt x="26" y="18"/>
                  </a:cubicBezTo>
                  <a:cubicBezTo>
                    <a:pt x="28" y="18"/>
                    <a:pt x="31" y="18"/>
                    <a:pt x="32" y="18"/>
                  </a:cubicBezTo>
                  <a:cubicBezTo>
                    <a:pt x="33" y="18"/>
                    <a:pt x="34" y="19"/>
                    <a:pt x="35" y="18"/>
                  </a:cubicBezTo>
                  <a:cubicBezTo>
                    <a:pt x="35" y="17"/>
                    <a:pt x="34" y="16"/>
                    <a:pt x="34" y="15"/>
                  </a:cubicBezTo>
                  <a:cubicBezTo>
                    <a:pt x="34" y="14"/>
                    <a:pt x="35" y="14"/>
                    <a:pt x="35" y="13"/>
                  </a:cubicBezTo>
                  <a:cubicBezTo>
                    <a:pt x="35" y="13"/>
                    <a:pt x="36" y="11"/>
                    <a:pt x="36" y="11"/>
                  </a:cubicBezTo>
                  <a:cubicBezTo>
                    <a:pt x="36" y="10"/>
                    <a:pt x="37" y="9"/>
                    <a:pt x="38" y="9"/>
                  </a:cubicBezTo>
                  <a:cubicBezTo>
                    <a:pt x="38" y="9"/>
                    <a:pt x="39" y="9"/>
                    <a:pt x="39" y="10"/>
                  </a:cubicBezTo>
                  <a:cubicBezTo>
                    <a:pt x="39" y="10"/>
                    <a:pt x="40" y="12"/>
                    <a:pt x="40" y="12"/>
                  </a:cubicBezTo>
                  <a:cubicBezTo>
                    <a:pt x="41" y="13"/>
                    <a:pt x="42" y="13"/>
                    <a:pt x="43" y="13"/>
                  </a:cubicBezTo>
                  <a:cubicBezTo>
                    <a:pt x="44" y="13"/>
                    <a:pt x="45" y="12"/>
                    <a:pt x="45" y="12"/>
                  </a:cubicBezTo>
                  <a:cubicBezTo>
                    <a:pt x="46" y="11"/>
                    <a:pt x="47" y="10"/>
                    <a:pt x="47" y="9"/>
                  </a:cubicBezTo>
                  <a:cubicBezTo>
                    <a:pt x="47" y="8"/>
                    <a:pt x="48" y="6"/>
                    <a:pt x="48" y="5"/>
                  </a:cubicBezTo>
                  <a:cubicBezTo>
                    <a:pt x="49" y="5"/>
                    <a:pt x="49" y="3"/>
                    <a:pt x="50" y="2"/>
                  </a:cubicBezTo>
                  <a:cubicBezTo>
                    <a:pt x="50" y="2"/>
                    <a:pt x="51" y="1"/>
                    <a:pt x="52" y="0"/>
                  </a:cubicBezTo>
                  <a:cubicBezTo>
                    <a:pt x="52" y="0"/>
                    <a:pt x="53" y="0"/>
                    <a:pt x="54" y="0"/>
                  </a:cubicBezTo>
                  <a:cubicBezTo>
                    <a:pt x="55" y="1"/>
                    <a:pt x="58" y="1"/>
                    <a:pt x="59" y="1"/>
                  </a:cubicBezTo>
                  <a:cubicBezTo>
                    <a:pt x="60" y="2"/>
                    <a:pt x="63" y="1"/>
                    <a:pt x="64" y="1"/>
                  </a:cubicBezTo>
                  <a:cubicBezTo>
                    <a:pt x="65" y="1"/>
                    <a:pt x="67" y="1"/>
                    <a:pt x="68" y="1"/>
                  </a:cubicBezTo>
                  <a:cubicBezTo>
                    <a:pt x="68" y="1"/>
                    <a:pt x="70" y="2"/>
                    <a:pt x="70" y="2"/>
                  </a:cubicBezTo>
                  <a:cubicBezTo>
                    <a:pt x="70" y="2"/>
                    <a:pt x="71" y="3"/>
                    <a:pt x="71" y="3"/>
                  </a:cubicBezTo>
                  <a:cubicBezTo>
                    <a:pt x="71" y="3"/>
                    <a:pt x="71" y="3"/>
                    <a:pt x="71" y="3"/>
                  </a:cubicBezTo>
                  <a:cubicBezTo>
                    <a:pt x="71" y="3"/>
                    <a:pt x="71" y="4"/>
                    <a:pt x="71" y="4"/>
                  </a:cubicBezTo>
                  <a:cubicBezTo>
                    <a:pt x="71" y="5"/>
                    <a:pt x="71" y="7"/>
                    <a:pt x="71" y="8"/>
                  </a:cubicBezTo>
                  <a:cubicBezTo>
                    <a:pt x="71" y="8"/>
                    <a:pt x="71" y="9"/>
                    <a:pt x="71" y="10"/>
                  </a:cubicBezTo>
                  <a:cubicBezTo>
                    <a:pt x="71" y="10"/>
                    <a:pt x="73" y="10"/>
                    <a:pt x="73" y="10"/>
                  </a:cubicBezTo>
                  <a:cubicBezTo>
                    <a:pt x="74" y="11"/>
                    <a:pt x="75" y="11"/>
                    <a:pt x="75" y="11"/>
                  </a:cubicBezTo>
                  <a:cubicBezTo>
                    <a:pt x="76" y="12"/>
                    <a:pt x="76" y="13"/>
                    <a:pt x="77" y="14"/>
                  </a:cubicBezTo>
                  <a:cubicBezTo>
                    <a:pt x="77" y="14"/>
                    <a:pt x="78" y="15"/>
                    <a:pt x="78" y="15"/>
                  </a:cubicBezTo>
                  <a:cubicBezTo>
                    <a:pt x="79" y="16"/>
                    <a:pt x="79" y="17"/>
                    <a:pt x="79" y="17"/>
                  </a:cubicBezTo>
                  <a:cubicBezTo>
                    <a:pt x="80" y="18"/>
                    <a:pt x="81" y="19"/>
                    <a:pt x="82" y="19"/>
                  </a:cubicBezTo>
                  <a:cubicBezTo>
                    <a:pt x="82" y="20"/>
                    <a:pt x="82" y="21"/>
                    <a:pt x="83" y="21"/>
                  </a:cubicBezTo>
                  <a:cubicBezTo>
                    <a:pt x="84" y="22"/>
                    <a:pt x="87" y="21"/>
                    <a:pt x="89" y="21"/>
                  </a:cubicBezTo>
                  <a:cubicBezTo>
                    <a:pt x="90" y="21"/>
                    <a:pt x="91" y="20"/>
                    <a:pt x="92" y="20"/>
                  </a:cubicBezTo>
                  <a:cubicBezTo>
                    <a:pt x="93" y="20"/>
                    <a:pt x="95" y="20"/>
                    <a:pt x="96" y="20"/>
                  </a:cubicBezTo>
                  <a:cubicBezTo>
                    <a:pt x="97" y="19"/>
                    <a:pt x="98" y="19"/>
                    <a:pt x="99" y="19"/>
                  </a:cubicBezTo>
                  <a:cubicBezTo>
                    <a:pt x="99" y="18"/>
                    <a:pt x="100" y="19"/>
                    <a:pt x="100" y="19"/>
                  </a:cubicBezTo>
                  <a:cubicBezTo>
                    <a:pt x="101" y="19"/>
                    <a:pt x="103" y="19"/>
                    <a:pt x="104" y="19"/>
                  </a:cubicBezTo>
                  <a:cubicBezTo>
                    <a:pt x="105" y="19"/>
                    <a:pt x="106" y="18"/>
                    <a:pt x="106" y="18"/>
                  </a:cubicBezTo>
                  <a:cubicBezTo>
                    <a:pt x="107" y="17"/>
                    <a:pt x="109" y="17"/>
                    <a:pt x="110" y="17"/>
                  </a:cubicBezTo>
                  <a:cubicBezTo>
                    <a:pt x="111" y="17"/>
                    <a:pt x="112" y="19"/>
                    <a:pt x="112" y="19"/>
                  </a:cubicBezTo>
                  <a:cubicBezTo>
                    <a:pt x="112" y="20"/>
                    <a:pt x="112" y="22"/>
                    <a:pt x="112" y="22"/>
                  </a:cubicBezTo>
                  <a:cubicBezTo>
                    <a:pt x="113" y="23"/>
                    <a:pt x="114" y="23"/>
                    <a:pt x="114" y="24"/>
                  </a:cubicBezTo>
                  <a:cubicBezTo>
                    <a:pt x="115" y="24"/>
                    <a:pt x="115" y="24"/>
                    <a:pt x="115" y="25"/>
                  </a:cubicBezTo>
                  <a:cubicBezTo>
                    <a:pt x="115" y="25"/>
                    <a:pt x="115" y="26"/>
                    <a:pt x="115" y="26"/>
                  </a:cubicBezTo>
                  <a:cubicBezTo>
                    <a:pt x="115" y="27"/>
                    <a:pt x="116" y="28"/>
                    <a:pt x="116" y="28"/>
                  </a:cubicBezTo>
                  <a:cubicBezTo>
                    <a:pt x="117" y="28"/>
                    <a:pt x="118" y="27"/>
                    <a:pt x="118" y="27"/>
                  </a:cubicBezTo>
                  <a:cubicBezTo>
                    <a:pt x="119" y="27"/>
                    <a:pt x="120" y="27"/>
                    <a:pt x="121" y="27"/>
                  </a:cubicBezTo>
                  <a:cubicBezTo>
                    <a:pt x="121" y="28"/>
                    <a:pt x="120" y="29"/>
                    <a:pt x="121" y="29"/>
                  </a:cubicBezTo>
                  <a:cubicBezTo>
                    <a:pt x="121" y="29"/>
                    <a:pt x="122" y="30"/>
                    <a:pt x="122" y="30"/>
                  </a:cubicBezTo>
                  <a:cubicBezTo>
                    <a:pt x="123" y="30"/>
                    <a:pt x="123" y="30"/>
                    <a:pt x="124" y="30"/>
                  </a:cubicBezTo>
                  <a:cubicBezTo>
                    <a:pt x="124" y="30"/>
                    <a:pt x="124" y="31"/>
                    <a:pt x="124" y="31"/>
                  </a:cubicBezTo>
                  <a:cubicBezTo>
                    <a:pt x="124" y="32"/>
                    <a:pt x="125" y="32"/>
                    <a:pt x="125" y="32"/>
                  </a:cubicBezTo>
                  <a:cubicBezTo>
                    <a:pt x="125" y="32"/>
                    <a:pt x="125" y="33"/>
                    <a:pt x="126" y="33"/>
                  </a:cubicBezTo>
                  <a:cubicBezTo>
                    <a:pt x="126" y="34"/>
                    <a:pt x="126" y="35"/>
                    <a:pt x="125" y="36"/>
                  </a:cubicBezTo>
                  <a:cubicBezTo>
                    <a:pt x="125" y="36"/>
                    <a:pt x="124" y="36"/>
                    <a:pt x="123" y="37"/>
                  </a:cubicBezTo>
                  <a:cubicBezTo>
                    <a:pt x="123" y="37"/>
                    <a:pt x="123" y="38"/>
                    <a:pt x="123" y="38"/>
                  </a:cubicBezTo>
                  <a:cubicBezTo>
                    <a:pt x="122" y="38"/>
                    <a:pt x="120" y="38"/>
                    <a:pt x="119" y="38"/>
                  </a:cubicBezTo>
                  <a:cubicBezTo>
                    <a:pt x="119" y="38"/>
                    <a:pt x="118" y="38"/>
                    <a:pt x="117" y="39"/>
                  </a:cubicBezTo>
                  <a:cubicBezTo>
                    <a:pt x="117" y="39"/>
                    <a:pt x="117" y="40"/>
                    <a:pt x="117" y="40"/>
                  </a:cubicBezTo>
                  <a:cubicBezTo>
                    <a:pt x="116" y="41"/>
                    <a:pt x="116" y="42"/>
                    <a:pt x="115" y="42"/>
                  </a:cubicBezTo>
                  <a:cubicBezTo>
                    <a:pt x="115" y="42"/>
                    <a:pt x="114" y="42"/>
                    <a:pt x="114" y="42"/>
                  </a:cubicBezTo>
                  <a:cubicBezTo>
                    <a:pt x="113" y="42"/>
                    <a:pt x="113" y="41"/>
                    <a:pt x="113" y="41"/>
                  </a:cubicBezTo>
                  <a:cubicBezTo>
                    <a:pt x="112" y="40"/>
                    <a:pt x="111" y="41"/>
                    <a:pt x="110" y="41"/>
                  </a:cubicBezTo>
                  <a:cubicBezTo>
                    <a:pt x="110" y="42"/>
                    <a:pt x="109" y="43"/>
                    <a:pt x="109" y="43"/>
                  </a:cubicBezTo>
                  <a:cubicBezTo>
                    <a:pt x="109" y="44"/>
                    <a:pt x="108" y="45"/>
                    <a:pt x="108" y="45"/>
                  </a:cubicBezTo>
                  <a:cubicBezTo>
                    <a:pt x="108" y="46"/>
                    <a:pt x="109" y="47"/>
                    <a:pt x="109" y="48"/>
                  </a:cubicBezTo>
                  <a:cubicBezTo>
                    <a:pt x="110" y="49"/>
                    <a:pt x="109" y="50"/>
                    <a:pt x="109" y="51"/>
                  </a:cubicBezTo>
                  <a:cubicBezTo>
                    <a:pt x="109" y="51"/>
                    <a:pt x="109" y="51"/>
                    <a:pt x="109" y="52"/>
                  </a:cubicBezTo>
                  <a:cubicBezTo>
                    <a:pt x="109" y="52"/>
                    <a:pt x="109" y="51"/>
                    <a:pt x="109" y="51"/>
                  </a:cubicBezTo>
                  <a:cubicBezTo>
                    <a:pt x="108" y="51"/>
                    <a:pt x="107" y="52"/>
                    <a:pt x="106" y="52"/>
                  </a:cubicBezTo>
                  <a:cubicBezTo>
                    <a:pt x="105" y="52"/>
                    <a:pt x="104" y="51"/>
                    <a:pt x="104" y="51"/>
                  </a:cubicBezTo>
                  <a:cubicBezTo>
                    <a:pt x="103" y="50"/>
                    <a:pt x="102" y="49"/>
                    <a:pt x="101" y="48"/>
                  </a:cubicBezTo>
                  <a:cubicBezTo>
                    <a:pt x="101" y="48"/>
                    <a:pt x="100" y="47"/>
                    <a:pt x="99" y="46"/>
                  </a:cubicBezTo>
                  <a:cubicBezTo>
                    <a:pt x="99" y="46"/>
                    <a:pt x="98" y="46"/>
                    <a:pt x="97" y="46"/>
                  </a:cubicBezTo>
                  <a:cubicBezTo>
                    <a:pt x="96" y="46"/>
                    <a:pt x="95" y="46"/>
                    <a:pt x="94" y="46"/>
                  </a:cubicBezTo>
                  <a:cubicBezTo>
                    <a:pt x="93" y="46"/>
                    <a:pt x="92" y="46"/>
                    <a:pt x="92" y="46"/>
                  </a:cubicBezTo>
                  <a:cubicBezTo>
                    <a:pt x="91" y="47"/>
                    <a:pt x="90" y="47"/>
                    <a:pt x="89" y="48"/>
                  </a:cubicBezTo>
                  <a:cubicBezTo>
                    <a:pt x="88" y="48"/>
                    <a:pt x="87" y="49"/>
                    <a:pt x="87" y="50"/>
                  </a:cubicBezTo>
                  <a:cubicBezTo>
                    <a:pt x="86" y="50"/>
                    <a:pt x="86" y="50"/>
                    <a:pt x="85" y="50"/>
                  </a:cubicBezTo>
                  <a:cubicBezTo>
                    <a:pt x="85" y="50"/>
                    <a:pt x="85" y="50"/>
                    <a:pt x="84" y="49"/>
                  </a:cubicBezTo>
                  <a:cubicBezTo>
                    <a:pt x="84" y="49"/>
                    <a:pt x="83" y="49"/>
                    <a:pt x="82" y="49"/>
                  </a:cubicBezTo>
                  <a:cubicBezTo>
                    <a:pt x="82" y="49"/>
                    <a:pt x="82" y="50"/>
                    <a:pt x="81" y="50"/>
                  </a:cubicBezTo>
                  <a:cubicBezTo>
                    <a:pt x="81" y="50"/>
                    <a:pt x="80" y="50"/>
                    <a:pt x="79" y="50"/>
                  </a:cubicBezTo>
                  <a:cubicBezTo>
                    <a:pt x="79" y="49"/>
                    <a:pt x="79" y="48"/>
                    <a:pt x="79" y="48"/>
                  </a:cubicBezTo>
                  <a:cubicBezTo>
                    <a:pt x="78" y="48"/>
                    <a:pt x="77" y="48"/>
                    <a:pt x="77" y="49"/>
                  </a:cubicBezTo>
                  <a:cubicBezTo>
                    <a:pt x="77" y="49"/>
                    <a:pt x="77" y="50"/>
                    <a:pt x="77" y="50"/>
                  </a:cubicBezTo>
                  <a:cubicBezTo>
                    <a:pt x="77" y="50"/>
                    <a:pt x="78" y="51"/>
                    <a:pt x="78" y="51"/>
                  </a:cubicBezTo>
                  <a:cubicBezTo>
                    <a:pt x="79" y="51"/>
                    <a:pt x="79" y="52"/>
                    <a:pt x="79" y="52"/>
                  </a:cubicBezTo>
                  <a:cubicBezTo>
                    <a:pt x="80" y="52"/>
                    <a:pt x="80" y="51"/>
                    <a:pt x="80" y="51"/>
                  </a:cubicBezTo>
                  <a:cubicBezTo>
                    <a:pt x="81" y="51"/>
                    <a:pt x="82" y="52"/>
                    <a:pt x="82" y="52"/>
                  </a:cubicBezTo>
                  <a:cubicBezTo>
                    <a:pt x="83" y="52"/>
                    <a:pt x="85" y="52"/>
                    <a:pt x="85" y="52"/>
                  </a:cubicBezTo>
                  <a:cubicBezTo>
                    <a:pt x="86" y="52"/>
                    <a:pt x="87" y="52"/>
                    <a:pt x="87" y="51"/>
                  </a:cubicBezTo>
                  <a:cubicBezTo>
                    <a:pt x="88" y="51"/>
                    <a:pt x="88" y="50"/>
                    <a:pt x="89" y="50"/>
                  </a:cubicBezTo>
                  <a:cubicBezTo>
                    <a:pt x="89" y="49"/>
                    <a:pt x="90" y="49"/>
                    <a:pt x="91" y="48"/>
                  </a:cubicBezTo>
                  <a:cubicBezTo>
                    <a:pt x="91" y="48"/>
                    <a:pt x="92" y="48"/>
                    <a:pt x="93" y="47"/>
                  </a:cubicBezTo>
                  <a:cubicBezTo>
                    <a:pt x="94" y="47"/>
                    <a:pt x="94" y="47"/>
                    <a:pt x="95" y="47"/>
                  </a:cubicBezTo>
                  <a:cubicBezTo>
                    <a:pt x="96" y="47"/>
                    <a:pt x="97" y="47"/>
                    <a:pt x="98" y="47"/>
                  </a:cubicBezTo>
                  <a:cubicBezTo>
                    <a:pt x="98" y="47"/>
                    <a:pt x="99" y="48"/>
                    <a:pt x="99" y="48"/>
                  </a:cubicBezTo>
                  <a:cubicBezTo>
                    <a:pt x="99" y="49"/>
                    <a:pt x="100" y="50"/>
                    <a:pt x="101" y="50"/>
                  </a:cubicBezTo>
                  <a:cubicBezTo>
                    <a:pt x="101" y="51"/>
                    <a:pt x="102" y="52"/>
                    <a:pt x="103" y="52"/>
                  </a:cubicBezTo>
                  <a:cubicBezTo>
                    <a:pt x="103" y="53"/>
                    <a:pt x="105" y="53"/>
                    <a:pt x="105" y="53"/>
                  </a:cubicBezTo>
                  <a:cubicBezTo>
                    <a:pt x="106" y="53"/>
                    <a:pt x="107" y="53"/>
                    <a:pt x="107" y="54"/>
                  </a:cubicBezTo>
                  <a:cubicBezTo>
                    <a:pt x="108" y="54"/>
                    <a:pt x="108" y="54"/>
                    <a:pt x="109" y="54"/>
                  </a:cubicBezTo>
                  <a:cubicBezTo>
                    <a:pt x="108" y="54"/>
                    <a:pt x="108" y="55"/>
                    <a:pt x="108" y="55"/>
                  </a:cubicBezTo>
                  <a:cubicBezTo>
                    <a:pt x="108" y="56"/>
                    <a:pt x="107" y="57"/>
                    <a:pt x="107" y="58"/>
                  </a:cubicBezTo>
                  <a:cubicBezTo>
                    <a:pt x="106" y="59"/>
                    <a:pt x="105" y="61"/>
                    <a:pt x="104" y="62"/>
                  </a:cubicBezTo>
                  <a:cubicBezTo>
                    <a:pt x="103" y="63"/>
                    <a:pt x="102" y="64"/>
                    <a:pt x="101" y="64"/>
                  </a:cubicBezTo>
                  <a:cubicBezTo>
                    <a:pt x="101" y="65"/>
                    <a:pt x="100" y="66"/>
                    <a:pt x="100" y="66"/>
                  </a:cubicBezTo>
                  <a:cubicBezTo>
                    <a:pt x="100" y="67"/>
                    <a:pt x="99" y="69"/>
                    <a:pt x="99" y="70"/>
                  </a:cubicBezTo>
                  <a:cubicBezTo>
                    <a:pt x="99" y="71"/>
                    <a:pt x="100" y="74"/>
                    <a:pt x="100" y="75"/>
                  </a:cubicBezTo>
                  <a:cubicBezTo>
                    <a:pt x="100" y="76"/>
                    <a:pt x="100" y="78"/>
                    <a:pt x="100" y="79"/>
                  </a:cubicBezTo>
                  <a:cubicBezTo>
                    <a:pt x="100" y="80"/>
                    <a:pt x="100" y="82"/>
                    <a:pt x="100" y="83"/>
                  </a:cubicBezTo>
                  <a:cubicBezTo>
                    <a:pt x="99" y="84"/>
                    <a:pt x="99" y="85"/>
                    <a:pt x="99" y="86"/>
                  </a:cubicBezTo>
                  <a:cubicBezTo>
                    <a:pt x="98" y="86"/>
                    <a:pt x="97" y="87"/>
                    <a:pt x="97" y="87"/>
                  </a:cubicBezTo>
                  <a:cubicBezTo>
                    <a:pt x="96" y="87"/>
                    <a:pt x="95" y="88"/>
                    <a:pt x="95" y="88"/>
                  </a:cubicBezTo>
                  <a:cubicBezTo>
                    <a:pt x="94" y="88"/>
                    <a:pt x="93" y="89"/>
                    <a:pt x="93" y="89"/>
                  </a:cubicBezTo>
                  <a:cubicBezTo>
                    <a:pt x="93" y="90"/>
                    <a:pt x="93" y="91"/>
                    <a:pt x="93" y="91"/>
                  </a:cubicBezTo>
                  <a:cubicBezTo>
                    <a:pt x="93" y="92"/>
                    <a:pt x="93" y="93"/>
                    <a:pt x="93" y="94"/>
                  </a:cubicBezTo>
                  <a:cubicBezTo>
                    <a:pt x="93" y="95"/>
                    <a:pt x="92" y="95"/>
                    <a:pt x="92" y="96"/>
                  </a:cubicBezTo>
                  <a:cubicBezTo>
                    <a:pt x="91" y="96"/>
                    <a:pt x="91" y="98"/>
                    <a:pt x="90" y="98"/>
                  </a:cubicBezTo>
                  <a:cubicBezTo>
                    <a:pt x="90" y="98"/>
                    <a:pt x="89" y="98"/>
                    <a:pt x="88" y="97"/>
                  </a:cubicBezTo>
                  <a:cubicBezTo>
                    <a:pt x="88" y="97"/>
                    <a:pt x="87" y="96"/>
                    <a:pt x="86" y="95"/>
                  </a:cubicBezTo>
                  <a:cubicBezTo>
                    <a:pt x="86" y="95"/>
                    <a:pt x="85" y="95"/>
                    <a:pt x="84" y="95"/>
                  </a:cubicBezTo>
                  <a:cubicBezTo>
                    <a:pt x="84" y="95"/>
                    <a:pt x="84" y="95"/>
                    <a:pt x="84" y="95"/>
                  </a:cubicBezTo>
                  <a:cubicBezTo>
                    <a:pt x="84" y="95"/>
                    <a:pt x="83" y="96"/>
                    <a:pt x="83" y="96"/>
                  </a:cubicBezTo>
                  <a:cubicBezTo>
                    <a:pt x="83" y="96"/>
                    <a:pt x="82" y="96"/>
                    <a:pt x="82" y="97"/>
                  </a:cubicBezTo>
                  <a:cubicBezTo>
                    <a:pt x="82" y="97"/>
                    <a:pt x="82" y="98"/>
                    <a:pt x="81" y="99"/>
                  </a:cubicBezTo>
                  <a:cubicBezTo>
                    <a:pt x="81" y="99"/>
                    <a:pt x="79" y="99"/>
                    <a:pt x="79" y="99"/>
                  </a:cubicBezTo>
                  <a:cubicBezTo>
                    <a:pt x="79" y="98"/>
                    <a:pt x="79" y="97"/>
                    <a:pt x="79" y="96"/>
                  </a:cubicBezTo>
                  <a:cubicBezTo>
                    <a:pt x="79" y="96"/>
                    <a:pt x="79" y="95"/>
                    <a:pt x="80" y="94"/>
                  </a:cubicBezTo>
                  <a:cubicBezTo>
                    <a:pt x="80" y="93"/>
                    <a:pt x="80" y="92"/>
                    <a:pt x="79" y="91"/>
                  </a:cubicBezTo>
                  <a:cubicBezTo>
                    <a:pt x="79" y="91"/>
                    <a:pt x="78" y="90"/>
                    <a:pt x="78" y="90"/>
                  </a:cubicBezTo>
                  <a:cubicBezTo>
                    <a:pt x="77" y="90"/>
                    <a:pt x="76" y="90"/>
                    <a:pt x="76" y="90"/>
                  </a:cubicBezTo>
                  <a:cubicBezTo>
                    <a:pt x="75" y="90"/>
                    <a:pt x="74" y="89"/>
                    <a:pt x="74" y="89"/>
                  </a:cubicBezTo>
                  <a:cubicBezTo>
                    <a:pt x="73" y="89"/>
                    <a:pt x="71" y="90"/>
                    <a:pt x="71" y="90"/>
                  </a:cubicBezTo>
                  <a:cubicBezTo>
                    <a:pt x="70" y="91"/>
                    <a:pt x="71" y="92"/>
                    <a:pt x="70" y="93"/>
                  </a:cubicBezTo>
                  <a:cubicBezTo>
                    <a:pt x="70" y="93"/>
                    <a:pt x="70" y="94"/>
                    <a:pt x="70" y="94"/>
                  </a:cubicBezTo>
                  <a:cubicBezTo>
                    <a:pt x="69" y="94"/>
                    <a:pt x="67" y="94"/>
                    <a:pt x="67" y="94"/>
                  </a:cubicBezTo>
                  <a:cubicBezTo>
                    <a:pt x="66" y="94"/>
                    <a:pt x="64" y="95"/>
                    <a:pt x="64" y="96"/>
                  </a:cubicBezTo>
                  <a:cubicBezTo>
                    <a:pt x="63" y="96"/>
                    <a:pt x="64" y="98"/>
                    <a:pt x="64" y="98"/>
                  </a:cubicBezTo>
                  <a:cubicBezTo>
                    <a:pt x="63" y="99"/>
                    <a:pt x="62" y="100"/>
                    <a:pt x="61" y="100"/>
                  </a:cubicBezTo>
                  <a:cubicBezTo>
                    <a:pt x="61" y="100"/>
                    <a:pt x="60" y="100"/>
                    <a:pt x="59" y="100"/>
                  </a:cubicBezTo>
                  <a:cubicBezTo>
                    <a:pt x="59" y="99"/>
                    <a:pt x="58" y="98"/>
                    <a:pt x="57" y="98"/>
                  </a:cubicBezTo>
                  <a:cubicBezTo>
                    <a:pt x="57" y="98"/>
                    <a:pt x="55" y="98"/>
                    <a:pt x="54" y="97"/>
                  </a:cubicBezTo>
                  <a:cubicBezTo>
                    <a:pt x="54" y="97"/>
                    <a:pt x="54" y="97"/>
                    <a:pt x="54" y="96"/>
                  </a:cubicBezTo>
                  <a:cubicBezTo>
                    <a:pt x="54" y="96"/>
                    <a:pt x="54" y="95"/>
                    <a:pt x="54" y="95"/>
                  </a:cubicBezTo>
                  <a:cubicBezTo>
                    <a:pt x="54" y="94"/>
                    <a:pt x="54" y="94"/>
                    <a:pt x="54" y="94"/>
                  </a:cubicBezTo>
                  <a:cubicBezTo>
                    <a:pt x="53" y="93"/>
                    <a:pt x="52" y="94"/>
                    <a:pt x="51" y="94"/>
                  </a:cubicBezTo>
                  <a:cubicBezTo>
                    <a:pt x="51" y="93"/>
                    <a:pt x="51" y="92"/>
                    <a:pt x="51" y="91"/>
                  </a:cubicBezTo>
                  <a:cubicBezTo>
                    <a:pt x="51" y="91"/>
                    <a:pt x="50" y="91"/>
                    <a:pt x="50" y="91"/>
                  </a:cubicBezTo>
                  <a:cubicBezTo>
                    <a:pt x="49" y="91"/>
                    <a:pt x="48" y="91"/>
                    <a:pt x="48" y="91"/>
                  </a:cubicBezTo>
                  <a:cubicBezTo>
                    <a:pt x="47" y="91"/>
                    <a:pt x="46" y="91"/>
                    <a:pt x="46" y="91"/>
                  </a:cubicBezTo>
                  <a:cubicBezTo>
                    <a:pt x="45" y="90"/>
                    <a:pt x="45" y="90"/>
                    <a:pt x="45" y="89"/>
                  </a:cubicBezTo>
                  <a:cubicBezTo>
                    <a:pt x="45" y="89"/>
                    <a:pt x="45" y="88"/>
                    <a:pt x="45" y="87"/>
                  </a:cubicBezTo>
                  <a:cubicBezTo>
                    <a:pt x="45" y="87"/>
                    <a:pt x="44" y="86"/>
                    <a:pt x="44" y="85"/>
                  </a:cubicBezTo>
                  <a:cubicBezTo>
                    <a:pt x="43" y="84"/>
                    <a:pt x="42" y="83"/>
                    <a:pt x="41" y="83"/>
                  </a:cubicBezTo>
                  <a:cubicBezTo>
                    <a:pt x="40" y="83"/>
                    <a:pt x="39" y="83"/>
                    <a:pt x="38" y="84"/>
                  </a:cubicBezTo>
                  <a:cubicBezTo>
                    <a:pt x="37" y="84"/>
                    <a:pt x="36" y="85"/>
                    <a:pt x="35" y="85"/>
                  </a:cubicBezTo>
                  <a:cubicBezTo>
                    <a:pt x="35" y="86"/>
                    <a:pt x="34" y="86"/>
                    <a:pt x="34" y="87"/>
                  </a:cubicBezTo>
                  <a:cubicBezTo>
                    <a:pt x="34" y="87"/>
                    <a:pt x="33" y="87"/>
                    <a:pt x="33" y="88"/>
                  </a:cubicBezTo>
                  <a:cubicBezTo>
                    <a:pt x="33" y="88"/>
                    <a:pt x="33" y="89"/>
                    <a:pt x="33" y="90"/>
                  </a:cubicBezTo>
                  <a:cubicBezTo>
                    <a:pt x="33" y="90"/>
                    <a:pt x="33" y="91"/>
                    <a:pt x="32" y="92"/>
                  </a:cubicBezTo>
                  <a:cubicBezTo>
                    <a:pt x="32" y="92"/>
                    <a:pt x="31" y="93"/>
                    <a:pt x="31" y="92"/>
                  </a:cubicBezTo>
                  <a:cubicBezTo>
                    <a:pt x="30" y="92"/>
                    <a:pt x="30" y="92"/>
                    <a:pt x="30" y="91"/>
                  </a:cubicBezTo>
                  <a:cubicBezTo>
                    <a:pt x="29" y="91"/>
                    <a:pt x="30" y="89"/>
                    <a:pt x="30" y="89"/>
                  </a:cubicBezTo>
                  <a:cubicBezTo>
                    <a:pt x="30" y="88"/>
                    <a:pt x="30" y="87"/>
                    <a:pt x="31" y="86"/>
                  </a:cubicBezTo>
                  <a:cubicBezTo>
                    <a:pt x="31" y="86"/>
                    <a:pt x="31" y="85"/>
                    <a:pt x="31" y="84"/>
                  </a:cubicBezTo>
                  <a:cubicBezTo>
                    <a:pt x="32" y="84"/>
                    <a:pt x="32" y="83"/>
                    <a:pt x="32" y="82"/>
                  </a:cubicBezTo>
                  <a:cubicBezTo>
                    <a:pt x="32" y="82"/>
                    <a:pt x="32" y="81"/>
                    <a:pt x="32" y="81"/>
                  </a:cubicBezTo>
                  <a:cubicBezTo>
                    <a:pt x="31" y="80"/>
                    <a:pt x="30" y="79"/>
                    <a:pt x="30" y="79"/>
                  </a:cubicBezTo>
                  <a:cubicBezTo>
                    <a:pt x="30" y="78"/>
                    <a:pt x="29" y="77"/>
                    <a:pt x="28" y="77"/>
                  </a:cubicBezTo>
                  <a:cubicBezTo>
                    <a:pt x="28" y="76"/>
                    <a:pt x="26" y="76"/>
                    <a:pt x="25" y="75"/>
                  </a:cubicBezTo>
                  <a:cubicBezTo>
                    <a:pt x="25" y="75"/>
                    <a:pt x="24" y="75"/>
                    <a:pt x="23" y="74"/>
                  </a:cubicBezTo>
                  <a:cubicBezTo>
                    <a:pt x="22" y="74"/>
                    <a:pt x="20" y="75"/>
                    <a:pt x="19" y="75"/>
                  </a:cubicBezTo>
                  <a:cubicBezTo>
                    <a:pt x="18" y="75"/>
                    <a:pt x="17" y="74"/>
                    <a:pt x="16" y="74"/>
                  </a:cubicBezTo>
                  <a:cubicBezTo>
                    <a:pt x="16" y="73"/>
                    <a:pt x="16" y="72"/>
                    <a:pt x="16" y="72"/>
                  </a:cubicBezTo>
                  <a:cubicBezTo>
                    <a:pt x="16" y="71"/>
                    <a:pt x="15" y="70"/>
                    <a:pt x="14" y="69"/>
                  </a:cubicBezTo>
                  <a:cubicBezTo>
                    <a:pt x="14" y="69"/>
                    <a:pt x="13" y="69"/>
                    <a:pt x="12" y="68"/>
                  </a:cubicBezTo>
                  <a:cubicBezTo>
                    <a:pt x="12" y="68"/>
                    <a:pt x="11" y="67"/>
                    <a:pt x="11" y="66"/>
                  </a:cubicBezTo>
                  <a:cubicBezTo>
                    <a:pt x="11" y="66"/>
                    <a:pt x="11" y="65"/>
                    <a:pt x="11" y="65"/>
                  </a:cubicBezTo>
                  <a:cubicBezTo>
                    <a:pt x="11" y="65"/>
                    <a:pt x="12" y="64"/>
                    <a:pt x="12" y="64"/>
                  </a:cubicBezTo>
                  <a:cubicBezTo>
                    <a:pt x="12" y="63"/>
                    <a:pt x="12" y="63"/>
                    <a:pt x="12" y="62"/>
                  </a:cubicBezTo>
                  <a:cubicBezTo>
                    <a:pt x="11" y="62"/>
                    <a:pt x="10" y="61"/>
                    <a:pt x="9" y="61"/>
                  </a:cubicBezTo>
                  <a:cubicBezTo>
                    <a:pt x="9" y="61"/>
                    <a:pt x="8" y="61"/>
                    <a:pt x="7" y="60"/>
                  </a:cubicBezTo>
                  <a:cubicBezTo>
                    <a:pt x="6" y="60"/>
                    <a:pt x="5" y="59"/>
                    <a:pt x="4" y="59"/>
                  </a:cubicBezTo>
                  <a:cubicBezTo>
                    <a:pt x="4" y="58"/>
                    <a:pt x="3" y="57"/>
                    <a:pt x="3" y="56"/>
                  </a:cubicBezTo>
                  <a:cubicBezTo>
                    <a:pt x="3" y="56"/>
                    <a:pt x="3" y="55"/>
                    <a:pt x="3" y="55"/>
                  </a:cubicBezTo>
                  <a:cubicBezTo>
                    <a:pt x="3" y="54"/>
                    <a:pt x="3" y="54"/>
                    <a:pt x="3" y="54"/>
                  </a:cubicBezTo>
                  <a:cubicBezTo>
                    <a:pt x="3" y="54"/>
                    <a:pt x="3" y="53"/>
                    <a:pt x="4" y="53"/>
                  </a:cubicBezTo>
                  <a:cubicBezTo>
                    <a:pt x="4" y="53"/>
                    <a:pt x="5" y="53"/>
                    <a:pt x="5" y="52"/>
                  </a:cubicBezTo>
                  <a:cubicBezTo>
                    <a:pt x="5" y="52"/>
                    <a:pt x="6" y="51"/>
                    <a:pt x="6" y="50"/>
                  </a:cubicBezTo>
                  <a:cubicBezTo>
                    <a:pt x="6" y="50"/>
                    <a:pt x="6" y="48"/>
                    <a:pt x="6" y="47"/>
                  </a:cubicBezTo>
                  <a:cubicBezTo>
                    <a:pt x="6" y="46"/>
                    <a:pt x="4" y="45"/>
                    <a:pt x="4" y="44"/>
                  </a:cubicBezTo>
                  <a:cubicBezTo>
                    <a:pt x="3" y="43"/>
                    <a:pt x="2" y="42"/>
                    <a:pt x="1" y="41"/>
                  </a:cubicBezTo>
                  <a:cubicBezTo>
                    <a:pt x="1" y="41"/>
                    <a:pt x="1" y="39"/>
                    <a:pt x="1" y="39"/>
                  </a:cubicBezTo>
                  <a:cubicBezTo>
                    <a:pt x="1" y="38"/>
                    <a:pt x="2" y="36"/>
                    <a:pt x="2" y="36"/>
                  </a:cubicBezTo>
                  <a:cubicBezTo>
                    <a:pt x="2" y="35"/>
                    <a:pt x="1" y="33"/>
                    <a:pt x="1" y="32"/>
                  </a:cubicBezTo>
                  <a:cubicBezTo>
                    <a:pt x="1" y="31"/>
                    <a:pt x="0" y="29"/>
                    <a:pt x="0" y="27"/>
                  </a:cubicBezTo>
                  <a:cubicBezTo>
                    <a:pt x="0" y="27"/>
                    <a:pt x="1" y="26"/>
                    <a:pt x="1" y="2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64"/>
            <p:cNvSpPr>
              <a:spLocks/>
            </p:cNvSpPr>
            <p:nvPr/>
          </p:nvSpPr>
          <p:spPr bwMode="auto">
            <a:xfrm>
              <a:off x="2371726" y="3971926"/>
              <a:ext cx="58738" cy="65088"/>
            </a:xfrm>
            <a:custGeom>
              <a:avLst/>
              <a:gdLst/>
              <a:ahLst/>
              <a:cxnLst>
                <a:cxn ang="0">
                  <a:pos x="7" y="6"/>
                </a:cxn>
                <a:cxn ang="0">
                  <a:pos x="7" y="5"/>
                </a:cxn>
                <a:cxn ang="0">
                  <a:pos x="8" y="2"/>
                </a:cxn>
                <a:cxn ang="0">
                  <a:pos x="10" y="2"/>
                </a:cxn>
                <a:cxn ang="0">
                  <a:pos x="13" y="2"/>
                </a:cxn>
                <a:cxn ang="0">
                  <a:pos x="14" y="4"/>
                </a:cxn>
                <a:cxn ang="0">
                  <a:pos x="16" y="4"/>
                </a:cxn>
                <a:cxn ang="0">
                  <a:pos x="17" y="1"/>
                </a:cxn>
                <a:cxn ang="0">
                  <a:pos x="20" y="1"/>
                </a:cxn>
                <a:cxn ang="0">
                  <a:pos x="22" y="1"/>
                </a:cxn>
                <a:cxn ang="0">
                  <a:pos x="24" y="2"/>
                </a:cxn>
                <a:cxn ang="0">
                  <a:pos x="27" y="2"/>
                </a:cxn>
                <a:cxn ang="0">
                  <a:pos x="28" y="3"/>
                </a:cxn>
                <a:cxn ang="0">
                  <a:pos x="27" y="5"/>
                </a:cxn>
                <a:cxn ang="0">
                  <a:pos x="28" y="6"/>
                </a:cxn>
                <a:cxn ang="0">
                  <a:pos x="31" y="6"/>
                </a:cxn>
                <a:cxn ang="0">
                  <a:pos x="31" y="8"/>
                </a:cxn>
                <a:cxn ang="0">
                  <a:pos x="31" y="10"/>
                </a:cxn>
                <a:cxn ang="0">
                  <a:pos x="31" y="11"/>
                </a:cxn>
                <a:cxn ang="0">
                  <a:pos x="31" y="13"/>
                </a:cxn>
                <a:cxn ang="0">
                  <a:pos x="28" y="12"/>
                </a:cxn>
                <a:cxn ang="0">
                  <a:pos x="28" y="11"/>
                </a:cxn>
                <a:cxn ang="0">
                  <a:pos x="26" y="9"/>
                </a:cxn>
                <a:cxn ang="0">
                  <a:pos x="25" y="9"/>
                </a:cxn>
                <a:cxn ang="0">
                  <a:pos x="24" y="11"/>
                </a:cxn>
                <a:cxn ang="0">
                  <a:pos x="23" y="11"/>
                </a:cxn>
                <a:cxn ang="0">
                  <a:pos x="22" y="12"/>
                </a:cxn>
                <a:cxn ang="0">
                  <a:pos x="22" y="13"/>
                </a:cxn>
                <a:cxn ang="0">
                  <a:pos x="23" y="16"/>
                </a:cxn>
                <a:cxn ang="0">
                  <a:pos x="25" y="18"/>
                </a:cxn>
                <a:cxn ang="0">
                  <a:pos x="25" y="19"/>
                </a:cxn>
                <a:cxn ang="0">
                  <a:pos x="26" y="20"/>
                </a:cxn>
                <a:cxn ang="0">
                  <a:pos x="26" y="21"/>
                </a:cxn>
                <a:cxn ang="0">
                  <a:pos x="25" y="22"/>
                </a:cxn>
                <a:cxn ang="0">
                  <a:pos x="24" y="23"/>
                </a:cxn>
                <a:cxn ang="0">
                  <a:pos x="22" y="24"/>
                </a:cxn>
                <a:cxn ang="0">
                  <a:pos x="20" y="25"/>
                </a:cxn>
                <a:cxn ang="0">
                  <a:pos x="17" y="25"/>
                </a:cxn>
                <a:cxn ang="0">
                  <a:pos x="16" y="26"/>
                </a:cxn>
                <a:cxn ang="0">
                  <a:pos x="15" y="28"/>
                </a:cxn>
                <a:cxn ang="0">
                  <a:pos x="14" y="32"/>
                </a:cxn>
                <a:cxn ang="0">
                  <a:pos x="13" y="34"/>
                </a:cxn>
                <a:cxn ang="0">
                  <a:pos x="13" y="33"/>
                </a:cxn>
                <a:cxn ang="0">
                  <a:pos x="11" y="32"/>
                </a:cxn>
                <a:cxn ang="0">
                  <a:pos x="7" y="31"/>
                </a:cxn>
                <a:cxn ang="0">
                  <a:pos x="5" y="31"/>
                </a:cxn>
                <a:cxn ang="0">
                  <a:pos x="2" y="30"/>
                </a:cxn>
                <a:cxn ang="0">
                  <a:pos x="0" y="29"/>
                </a:cxn>
                <a:cxn ang="0">
                  <a:pos x="2" y="27"/>
                </a:cxn>
                <a:cxn ang="0">
                  <a:pos x="4" y="26"/>
                </a:cxn>
                <a:cxn ang="0">
                  <a:pos x="6" y="25"/>
                </a:cxn>
                <a:cxn ang="0">
                  <a:pos x="8" y="24"/>
                </a:cxn>
                <a:cxn ang="0">
                  <a:pos x="10" y="23"/>
                </a:cxn>
                <a:cxn ang="0">
                  <a:pos x="10" y="20"/>
                </a:cxn>
                <a:cxn ang="0">
                  <a:pos x="10" y="19"/>
                </a:cxn>
                <a:cxn ang="0">
                  <a:pos x="10" y="17"/>
                </a:cxn>
                <a:cxn ang="0">
                  <a:pos x="9" y="15"/>
                </a:cxn>
                <a:cxn ang="0">
                  <a:pos x="7" y="12"/>
                </a:cxn>
                <a:cxn ang="0">
                  <a:pos x="7" y="8"/>
                </a:cxn>
                <a:cxn ang="0">
                  <a:pos x="7" y="7"/>
                </a:cxn>
                <a:cxn ang="0">
                  <a:pos x="7" y="6"/>
                </a:cxn>
              </a:cxnLst>
              <a:rect l="0" t="0" r="r" b="b"/>
              <a:pathLst>
                <a:path w="31" h="34">
                  <a:moveTo>
                    <a:pt x="7" y="6"/>
                  </a:moveTo>
                  <a:cubicBezTo>
                    <a:pt x="7" y="6"/>
                    <a:pt x="7" y="5"/>
                    <a:pt x="7" y="5"/>
                  </a:cubicBezTo>
                  <a:cubicBezTo>
                    <a:pt x="7" y="4"/>
                    <a:pt x="8" y="3"/>
                    <a:pt x="8" y="2"/>
                  </a:cubicBezTo>
                  <a:cubicBezTo>
                    <a:pt x="9" y="2"/>
                    <a:pt x="10" y="2"/>
                    <a:pt x="10" y="2"/>
                  </a:cubicBezTo>
                  <a:cubicBezTo>
                    <a:pt x="11" y="2"/>
                    <a:pt x="12" y="1"/>
                    <a:pt x="13" y="2"/>
                  </a:cubicBezTo>
                  <a:cubicBezTo>
                    <a:pt x="13" y="2"/>
                    <a:pt x="13" y="3"/>
                    <a:pt x="14" y="4"/>
                  </a:cubicBezTo>
                  <a:cubicBezTo>
                    <a:pt x="14" y="4"/>
                    <a:pt x="16" y="4"/>
                    <a:pt x="16" y="4"/>
                  </a:cubicBezTo>
                  <a:cubicBezTo>
                    <a:pt x="17" y="3"/>
                    <a:pt x="17" y="2"/>
                    <a:pt x="17" y="1"/>
                  </a:cubicBezTo>
                  <a:cubicBezTo>
                    <a:pt x="18" y="1"/>
                    <a:pt x="19" y="1"/>
                    <a:pt x="20" y="1"/>
                  </a:cubicBezTo>
                  <a:cubicBezTo>
                    <a:pt x="20" y="0"/>
                    <a:pt x="21" y="1"/>
                    <a:pt x="22" y="1"/>
                  </a:cubicBezTo>
                  <a:cubicBezTo>
                    <a:pt x="22" y="1"/>
                    <a:pt x="23" y="1"/>
                    <a:pt x="24" y="2"/>
                  </a:cubicBezTo>
                  <a:cubicBezTo>
                    <a:pt x="24" y="2"/>
                    <a:pt x="26" y="1"/>
                    <a:pt x="27" y="2"/>
                  </a:cubicBezTo>
                  <a:cubicBezTo>
                    <a:pt x="27" y="2"/>
                    <a:pt x="28" y="3"/>
                    <a:pt x="28" y="3"/>
                  </a:cubicBezTo>
                  <a:cubicBezTo>
                    <a:pt x="28" y="4"/>
                    <a:pt x="27" y="4"/>
                    <a:pt x="27" y="5"/>
                  </a:cubicBezTo>
                  <a:cubicBezTo>
                    <a:pt x="27" y="5"/>
                    <a:pt x="27" y="6"/>
                    <a:pt x="28" y="6"/>
                  </a:cubicBezTo>
                  <a:cubicBezTo>
                    <a:pt x="28" y="6"/>
                    <a:pt x="30" y="6"/>
                    <a:pt x="31" y="6"/>
                  </a:cubicBezTo>
                  <a:cubicBezTo>
                    <a:pt x="31" y="7"/>
                    <a:pt x="31" y="7"/>
                    <a:pt x="31" y="8"/>
                  </a:cubicBezTo>
                  <a:cubicBezTo>
                    <a:pt x="31" y="8"/>
                    <a:pt x="31" y="9"/>
                    <a:pt x="31" y="10"/>
                  </a:cubicBezTo>
                  <a:cubicBezTo>
                    <a:pt x="30" y="10"/>
                    <a:pt x="31" y="11"/>
                    <a:pt x="31" y="11"/>
                  </a:cubicBezTo>
                  <a:cubicBezTo>
                    <a:pt x="31" y="12"/>
                    <a:pt x="31" y="12"/>
                    <a:pt x="31" y="13"/>
                  </a:cubicBezTo>
                  <a:cubicBezTo>
                    <a:pt x="30" y="13"/>
                    <a:pt x="29" y="12"/>
                    <a:pt x="28" y="12"/>
                  </a:cubicBezTo>
                  <a:cubicBezTo>
                    <a:pt x="28" y="12"/>
                    <a:pt x="28" y="11"/>
                    <a:pt x="28" y="11"/>
                  </a:cubicBezTo>
                  <a:cubicBezTo>
                    <a:pt x="28" y="10"/>
                    <a:pt x="27" y="10"/>
                    <a:pt x="26" y="9"/>
                  </a:cubicBezTo>
                  <a:cubicBezTo>
                    <a:pt x="26" y="9"/>
                    <a:pt x="25" y="9"/>
                    <a:pt x="25" y="9"/>
                  </a:cubicBezTo>
                  <a:cubicBezTo>
                    <a:pt x="25" y="9"/>
                    <a:pt x="25" y="10"/>
                    <a:pt x="24" y="11"/>
                  </a:cubicBezTo>
                  <a:cubicBezTo>
                    <a:pt x="24" y="11"/>
                    <a:pt x="23" y="10"/>
                    <a:pt x="23" y="11"/>
                  </a:cubicBezTo>
                  <a:cubicBezTo>
                    <a:pt x="22" y="11"/>
                    <a:pt x="22" y="11"/>
                    <a:pt x="22" y="12"/>
                  </a:cubicBezTo>
                  <a:cubicBezTo>
                    <a:pt x="22" y="12"/>
                    <a:pt x="22" y="13"/>
                    <a:pt x="22" y="13"/>
                  </a:cubicBezTo>
                  <a:cubicBezTo>
                    <a:pt x="22" y="14"/>
                    <a:pt x="23" y="16"/>
                    <a:pt x="23" y="16"/>
                  </a:cubicBezTo>
                  <a:cubicBezTo>
                    <a:pt x="23" y="17"/>
                    <a:pt x="24" y="17"/>
                    <a:pt x="25" y="18"/>
                  </a:cubicBezTo>
                  <a:cubicBezTo>
                    <a:pt x="25" y="18"/>
                    <a:pt x="25" y="19"/>
                    <a:pt x="25" y="19"/>
                  </a:cubicBezTo>
                  <a:cubicBezTo>
                    <a:pt x="25" y="20"/>
                    <a:pt x="26" y="20"/>
                    <a:pt x="26" y="20"/>
                  </a:cubicBezTo>
                  <a:cubicBezTo>
                    <a:pt x="26" y="21"/>
                    <a:pt x="26" y="21"/>
                    <a:pt x="26" y="21"/>
                  </a:cubicBezTo>
                  <a:cubicBezTo>
                    <a:pt x="26" y="22"/>
                    <a:pt x="25" y="22"/>
                    <a:pt x="25" y="22"/>
                  </a:cubicBezTo>
                  <a:cubicBezTo>
                    <a:pt x="24" y="22"/>
                    <a:pt x="24" y="23"/>
                    <a:pt x="24" y="23"/>
                  </a:cubicBezTo>
                  <a:cubicBezTo>
                    <a:pt x="23" y="24"/>
                    <a:pt x="22" y="24"/>
                    <a:pt x="22" y="24"/>
                  </a:cubicBezTo>
                  <a:cubicBezTo>
                    <a:pt x="21" y="24"/>
                    <a:pt x="21" y="25"/>
                    <a:pt x="20" y="25"/>
                  </a:cubicBezTo>
                  <a:cubicBezTo>
                    <a:pt x="19" y="25"/>
                    <a:pt x="18" y="24"/>
                    <a:pt x="17" y="25"/>
                  </a:cubicBezTo>
                  <a:cubicBezTo>
                    <a:pt x="17" y="25"/>
                    <a:pt x="16" y="26"/>
                    <a:pt x="16" y="26"/>
                  </a:cubicBezTo>
                  <a:cubicBezTo>
                    <a:pt x="15" y="26"/>
                    <a:pt x="15" y="27"/>
                    <a:pt x="15" y="28"/>
                  </a:cubicBezTo>
                  <a:cubicBezTo>
                    <a:pt x="14" y="29"/>
                    <a:pt x="14" y="31"/>
                    <a:pt x="14" y="32"/>
                  </a:cubicBezTo>
                  <a:cubicBezTo>
                    <a:pt x="14" y="32"/>
                    <a:pt x="13" y="33"/>
                    <a:pt x="13" y="34"/>
                  </a:cubicBezTo>
                  <a:cubicBezTo>
                    <a:pt x="13" y="34"/>
                    <a:pt x="13" y="33"/>
                    <a:pt x="13" y="33"/>
                  </a:cubicBezTo>
                  <a:cubicBezTo>
                    <a:pt x="12" y="33"/>
                    <a:pt x="11" y="32"/>
                    <a:pt x="11" y="32"/>
                  </a:cubicBezTo>
                  <a:cubicBezTo>
                    <a:pt x="10" y="31"/>
                    <a:pt x="8" y="31"/>
                    <a:pt x="7" y="31"/>
                  </a:cubicBezTo>
                  <a:cubicBezTo>
                    <a:pt x="7" y="31"/>
                    <a:pt x="6" y="31"/>
                    <a:pt x="5" y="31"/>
                  </a:cubicBezTo>
                  <a:cubicBezTo>
                    <a:pt x="4" y="31"/>
                    <a:pt x="3" y="30"/>
                    <a:pt x="2" y="30"/>
                  </a:cubicBezTo>
                  <a:cubicBezTo>
                    <a:pt x="1" y="30"/>
                    <a:pt x="1" y="30"/>
                    <a:pt x="0" y="29"/>
                  </a:cubicBezTo>
                  <a:cubicBezTo>
                    <a:pt x="1" y="29"/>
                    <a:pt x="1" y="28"/>
                    <a:pt x="2" y="27"/>
                  </a:cubicBezTo>
                  <a:cubicBezTo>
                    <a:pt x="2" y="27"/>
                    <a:pt x="3" y="26"/>
                    <a:pt x="4" y="26"/>
                  </a:cubicBezTo>
                  <a:cubicBezTo>
                    <a:pt x="4" y="25"/>
                    <a:pt x="5" y="25"/>
                    <a:pt x="6" y="25"/>
                  </a:cubicBezTo>
                  <a:cubicBezTo>
                    <a:pt x="6" y="25"/>
                    <a:pt x="7" y="24"/>
                    <a:pt x="8" y="24"/>
                  </a:cubicBezTo>
                  <a:cubicBezTo>
                    <a:pt x="8" y="24"/>
                    <a:pt x="9" y="23"/>
                    <a:pt x="10" y="23"/>
                  </a:cubicBezTo>
                  <a:cubicBezTo>
                    <a:pt x="10" y="22"/>
                    <a:pt x="10" y="21"/>
                    <a:pt x="10" y="20"/>
                  </a:cubicBezTo>
                  <a:cubicBezTo>
                    <a:pt x="10" y="20"/>
                    <a:pt x="10" y="19"/>
                    <a:pt x="10" y="19"/>
                  </a:cubicBezTo>
                  <a:cubicBezTo>
                    <a:pt x="9" y="18"/>
                    <a:pt x="10" y="17"/>
                    <a:pt x="10" y="17"/>
                  </a:cubicBezTo>
                  <a:cubicBezTo>
                    <a:pt x="10" y="16"/>
                    <a:pt x="9" y="15"/>
                    <a:pt x="9" y="15"/>
                  </a:cubicBezTo>
                  <a:cubicBezTo>
                    <a:pt x="8" y="14"/>
                    <a:pt x="8" y="13"/>
                    <a:pt x="7" y="12"/>
                  </a:cubicBezTo>
                  <a:cubicBezTo>
                    <a:pt x="7" y="11"/>
                    <a:pt x="8" y="9"/>
                    <a:pt x="7" y="8"/>
                  </a:cubicBezTo>
                  <a:cubicBezTo>
                    <a:pt x="7" y="8"/>
                    <a:pt x="7" y="7"/>
                    <a:pt x="7" y="7"/>
                  </a:cubicBezTo>
                  <a:cubicBezTo>
                    <a:pt x="7" y="6"/>
                    <a:pt x="7" y="6"/>
                    <a:pt x="7"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65"/>
            <p:cNvSpPr>
              <a:spLocks/>
            </p:cNvSpPr>
            <p:nvPr/>
          </p:nvSpPr>
          <p:spPr bwMode="auto">
            <a:xfrm>
              <a:off x="2370138" y="3927476"/>
              <a:ext cx="96838" cy="84138"/>
            </a:xfrm>
            <a:custGeom>
              <a:avLst/>
              <a:gdLst/>
              <a:ahLst/>
              <a:cxnLst>
                <a:cxn ang="0">
                  <a:pos x="50" y="23"/>
                </a:cxn>
                <a:cxn ang="0">
                  <a:pos x="49" y="28"/>
                </a:cxn>
                <a:cxn ang="0">
                  <a:pos x="43" y="29"/>
                </a:cxn>
                <a:cxn ang="0">
                  <a:pos x="39" y="30"/>
                </a:cxn>
                <a:cxn ang="0">
                  <a:pos x="38" y="37"/>
                </a:cxn>
                <a:cxn ang="0">
                  <a:pos x="36" y="41"/>
                </a:cxn>
                <a:cxn ang="0">
                  <a:pos x="32" y="45"/>
                </a:cxn>
                <a:cxn ang="0">
                  <a:pos x="27" y="45"/>
                </a:cxn>
                <a:cxn ang="0">
                  <a:pos x="26" y="43"/>
                </a:cxn>
                <a:cxn ang="0">
                  <a:pos x="24" y="40"/>
                </a:cxn>
                <a:cxn ang="0">
                  <a:pos x="23" y="36"/>
                </a:cxn>
                <a:cxn ang="0">
                  <a:pos x="25" y="35"/>
                </a:cxn>
                <a:cxn ang="0">
                  <a:pos x="27" y="33"/>
                </a:cxn>
                <a:cxn ang="0">
                  <a:pos x="29" y="36"/>
                </a:cxn>
                <a:cxn ang="0">
                  <a:pos x="32" y="35"/>
                </a:cxn>
                <a:cxn ang="0">
                  <a:pos x="32" y="32"/>
                </a:cxn>
                <a:cxn ang="0">
                  <a:pos x="29" y="30"/>
                </a:cxn>
                <a:cxn ang="0">
                  <a:pos x="29" y="27"/>
                </a:cxn>
                <a:cxn ang="0">
                  <a:pos x="25" y="26"/>
                </a:cxn>
                <a:cxn ang="0">
                  <a:pos x="21" y="25"/>
                </a:cxn>
                <a:cxn ang="0">
                  <a:pos x="17" y="28"/>
                </a:cxn>
                <a:cxn ang="0">
                  <a:pos x="14" y="26"/>
                </a:cxn>
                <a:cxn ang="0">
                  <a:pos x="9" y="26"/>
                </a:cxn>
                <a:cxn ang="0">
                  <a:pos x="8" y="30"/>
                </a:cxn>
                <a:cxn ang="0">
                  <a:pos x="4" y="30"/>
                </a:cxn>
                <a:cxn ang="0">
                  <a:pos x="4" y="24"/>
                </a:cxn>
                <a:cxn ang="0">
                  <a:pos x="3" y="19"/>
                </a:cxn>
                <a:cxn ang="0">
                  <a:pos x="1" y="15"/>
                </a:cxn>
                <a:cxn ang="0">
                  <a:pos x="0" y="11"/>
                </a:cxn>
                <a:cxn ang="0">
                  <a:pos x="0" y="7"/>
                </a:cxn>
                <a:cxn ang="0">
                  <a:pos x="6" y="6"/>
                </a:cxn>
                <a:cxn ang="0">
                  <a:pos x="15" y="1"/>
                </a:cxn>
                <a:cxn ang="0">
                  <a:pos x="20" y="0"/>
                </a:cxn>
                <a:cxn ang="0">
                  <a:pos x="23" y="3"/>
                </a:cxn>
                <a:cxn ang="0">
                  <a:pos x="24" y="6"/>
                </a:cxn>
                <a:cxn ang="0">
                  <a:pos x="23" y="12"/>
                </a:cxn>
                <a:cxn ang="0">
                  <a:pos x="25" y="16"/>
                </a:cxn>
                <a:cxn ang="0">
                  <a:pos x="27" y="20"/>
                </a:cxn>
                <a:cxn ang="0">
                  <a:pos x="30" y="16"/>
                </a:cxn>
                <a:cxn ang="0">
                  <a:pos x="29" y="11"/>
                </a:cxn>
                <a:cxn ang="0">
                  <a:pos x="33" y="8"/>
                </a:cxn>
                <a:cxn ang="0">
                  <a:pos x="37" y="9"/>
                </a:cxn>
                <a:cxn ang="0">
                  <a:pos x="42" y="10"/>
                </a:cxn>
                <a:cxn ang="0">
                  <a:pos x="45" y="14"/>
                </a:cxn>
                <a:cxn ang="0">
                  <a:pos x="43" y="16"/>
                </a:cxn>
                <a:cxn ang="0">
                  <a:pos x="45" y="20"/>
                </a:cxn>
                <a:cxn ang="0">
                  <a:pos x="48" y="21"/>
                </a:cxn>
                <a:cxn ang="0">
                  <a:pos x="51" y="21"/>
                </a:cxn>
              </a:cxnLst>
              <a:rect l="0" t="0" r="r" b="b"/>
              <a:pathLst>
                <a:path w="51" h="45">
                  <a:moveTo>
                    <a:pt x="51" y="21"/>
                  </a:moveTo>
                  <a:cubicBezTo>
                    <a:pt x="51" y="21"/>
                    <a:pt x="50" y="22"/>
                    <a:pt x="50" y="23"/>
                  </a:cubicBezTo>
                  <a:cubicBezTo>
                    <a:pt x="49" y="23"/>
                    <a:pt x="50" y="25"/>
                    <a:pt x="50" y="26"/>
                  </a:cubicBezTo>
                  <a:cubicBezTo>
                    <a:pt x="50" y="27"/>
                    <a:pt x="50" y="28"/>
                    <a:pt x="49" y="28"/>
                  </a:cubicBezTo>
                  <a:cubicBezTo>
                    <a:pt x="49" y="29"/>
                    <a:pt x="48" y="30"/>
                    <a:pt x="47" y="30"/>
                  </a:cubicBezTo>
                  <a:cubicBezTo>
                    <a:pt x="46" y="30"/>
                    <a:pt x="44" y="30"/>
                    <a:pt x="43" y="29"/>
                  </a:cubicBezTo>
                  <a:cubicBezTo>
                    <a:pt x="43" y="29"/>
                    <a:pt x="41" y="29"/>
                    <a:pt x="41" y="29"/>
                  </a:cubicBezTo>
                  <a:cubicBezTo>
                    <a:pt x="40" y="29"/>
                    <a:pt x="39" y="30"/>
                    <a:pt x="39" y="30"/>
                  </a:cubicBezTo>
                  <a:cubicBezTo>
                    <a:pt x="39" y="31"/>
                    <a:pt x="38" y="32"/>
                    <a:pt x="38" y="33"/>
                  </a:cubicBezTo>
                  <a:cubicBezTo>
                    <a:pt x="38" y="34"/>
                    <a:pt x="38" y="36"/>
                    <a:pt x="38" y="37"/>
                  </a:cubicBezTo>
                  <a:cubicBezTo>
                    <a:pt x="38" y="37"/>
                    <a:pt x="37" y="39"/>
                    <a:pt x="37" y="40"/>
                  </a:cubicBezTo>
                  <a:cubicBezTo>
                    <a:pt x="37" y="40"/>
                    <a:pt x="36" y="41"/>
                    <a:pt x="36" y="41"/>
                  </a:cubicBezTo>
                  <a:cubicBezTo>
                    <a:pt x="35" y="42"/>
                    <a:pt x="34" y="42"/>
                    <a:pt x="33" y="43"/>
                  </a:cubicBezTo>
                  <a:cubicBezTo>
                    <a:pt x="33" y="43"/>
                    <a:pt x="32" y="44"/>
                    <a:pt x="32" y="45"/>
                  </a:cubicBezTo>
                  <a:cubicBezTo>
                    <a:pt x="31" y="45"/>
                    <a:pt x="30" y="45"/>
                    <a:pt x="29" y="45"/>
                  </a:cubicBezTo>
                  <a:cubicBezTo>
                    <a:pt x="29" y="45"/>
                    <a:pt x="28" y="45"/>
                    <a:pt x="27" y="45"/>
                  </a:cubicBezTo>
                  <a:cubicBezTo>
                    <a:pt x="27" y="45"/>
                    <a:pt x="27" y="45"/>
                    <a:pt x="27" y="44"/>
                  </a:cubicBezTo>
                  <a:cubicBezTo>
                    <a:pt x="27" y="44"/>
                    <a:pt x="26" y="44"/>
                    <a:pt x="26" y="43"/>
                  </a:cubicBezTo>
                  <a:cubicBezTo>
                    <a:pt x="26" y="43"/>
                    <a:pt x="26" y="42"/>
                    <a:pt x="26" y="42"/>
                  </a:cubicBezTo>
                  <a:cubicBezTo>
                    <a:pt x="25" y="41"/>
                    <a:pt x="24" y="41"/>
                    <a:pt x="24" y="40"/>
                  </a:cubicBezTo>
                  <a:cubicBezTo>
                    <a:pt x="24" y="40"/>
                    <a:pt x="23" y="38"/>
                    <a:pt x="23" y="37"/>
                  </a:cubicBezTo>
                  <a:cubicBezTo>
                    <a:pt x="23" y="37"/>
                    <a:pt x="23" y="36"/>
                    <a:pt x="23" y="36"/>
                  </a:cubicBezTo>
                  <a:cubicBezTo>
                    <a:pt x="23" y="35"/>
                    <a:pt x="23" y="35"/>
                    <a:pt x="24" y="35"/>
                  </a:cubicBezTo>
                  <a:cubicBezTo>
                    <a:pt x="24" y="34"/>
                    <a:pt x="25" y="35"/>
                    <a:pt x="25" y="35"/>
                  </a:cubicBezTo>
                  <a:cubicBezTo>
                    <a:pt x="26" y="34"/>
                    <a:pt x="26" y="33"/>
                    <a:pt x="26" y="33"/>
                  </a:cubicBezTo>
                  <a:cubicBezTo>
                    <a:pt x="26" y="33"/>
                    <a:pt x="27" y="33"/>
                    <a:pt x="27" y="33"/>
                  </a:cubicBezTo>
                  <a:cubicBezTo>
                    <a:pt x="28" y="34"/>
                    <a:pt x="29" y="34"/>
                    <a:pt x="29" y="35"/>
                  </a:cubicBezTo>
                  <a:cubicBezTo>
                    <a:pt x="29" y="35"/>
                    <a:pt x="29" y="36"/>
                    <a:pt x="29" y="36"/>
                  </a:cubicBezTo>
                  <a:cubicBezTo>
                    <a:pt x="30" y="36"/>
                    <a:pt x="31" y="37"/>
                    <a:pt x="32" y="37"/>
                  </a:cubicBezTo>
                  <a:cubicBezTo>
                    <a:pt x="32" y="36"/>
                    <a:pt x="32" y="36"/>
                    <a:pt x="32" y="35"/>
                  </a:cubicBezTo>
                  <a:cubicBezTo>
                    <a:pt x="32" y="35"/>
                    <a:pt x="31" y="34"/>
                    <a:pt x="32" y="34"/>
                  </a:cubicBezTo>
                  <a:cubicBezTo>
                    <a:pt x="32" y="33"/>
                    <a:pt x="32" y="32"/>
                    <a:pt x="32" y="32"/>
                  </a:cubicBezTo>
                  <a:cubicBezTo>
                    <a:pt x="32" y="31"/>
                    <a:pt x="32" y="31"/>
                    <a:pt x="32" y="30"/>
                  </a:cubicBezTo>
                  <a:cubicBezTo>
                    <a:pt x="31" y="30"/>
                    <a:pt x="29" y="30"/>
                    <a:pt x="29" y="30"/>
                  </a:cubicBezTo>
                  <a:cubicBezTo>
                    <a:pt x="28" y="30"/>
                    <a:pt x="28" y="29"/>
                    <a:pt x="28" y="29"/>
                  </a:cubicBezTo>
                  <a:cubicBezTo>
                    <a:pt x="28" y="28"/>
                    <a:pt x="29" y="28"/>
                    <a:pt x="29" y="27"/>
                  </a:cubicBezTo>
                  <a:cubicBezTo>
                    <a:pt x="29" y="27"/>
                    <a:pt x="28" y="26"/>
                    <a:pt x="28" y="26"/>
                  </a:cubicBezTo>
                  <a:cubicBezTo>
                    <a:pt x="27" y="25"/>
                    <a:pt x="25" y="26"/>
                    <a:pt x="25" y="26"/>
                  </a:cubicBezTo>
                  <a:cubicBezTo>
                    <a:pt x="24" y="25"/>
                    <a:pt x="23" y="25"/>
                    <a:pt x="23" y="25"/>
                  </a:cubicBezTo>
                  <a:cubicBezTo>
                    <a:pt x="22" y="25"/>
                    <a:pt x="21" y="24"/>
                    <a:pt x="21" y="25"/>
                  </a:cubicBezTo>
                  <a:cubicBezTo>
                    <a:pt x="20" y="25"/>
                    <a:pt x="19" y="25"/>
                    <a:pt x="18" y="25"/>
                  </a:cubicBezTo>
                  <a:cubicBezTo>
                    <a:pt x="18" y="26"/>
                    <a:pt x="18" y="27"/>
                    <a:pt x="17" y="28"/>
                  </a:cubicBezTo>
                  <a:cubicBezTo>
                    <a:pt x="17" y="28"/>
                    <a:pt x="15" y="28"/>
                    <a:pt x="15" y="28"/>
                  </a:cubicBezTo>
                  <a:cubicBezTo>
                    <a:pt x="14" y="27"/>
                    <a:pt x="14" y="26"/>
                    <a:pt x="14" y="26"/>
                  </a:cubicBezTo>
                  <a:cubicBezTo>
                    <a:pt x="13" y="25"/>
                    <a:pt x="12" y="26"/>
                    <a:pt x="11" y="26"/>
                  </a:cubicBezTo>
                  <a:cubicBezTo>
                    <a:pt x="11" y="26"/>
                    <a:pt x="10" y="26"/>
                    <a:pt x="9" y="26"/>
                  </a:cubicBezTo>
                  <a:cubicBezTo>
                    <a:pt x="9" y="27"/>
                    <a:pt x="8" y="28"/>
                    <a:pt x="8" y="29"/>
                  </a:cubicBezTo>
                  <a:cubicBezTo>
                    <a:pt x="8" y="29"/>
                    <a:pt x="8" y="30"/>
                    <a:pt x="8" y="30"/>
                  </a:cubicBezTo>
                  <a:cubicBezTo>
                    <a:pt x="8" y="31"/>
                    <a:pt x="7" y="31"/>
                    <a:pt x="7" y="31"/>
                  </a:cubicBezTo>
                  <a:cubicBezTo>
                    <a:pt x="6" y="31"/>
                    <a:pt x="5" y="30"/>
                    <a:pt x="4" y="30"/>
                  </a:cubicBezTo>
                  <a:cubicBezTo>
                    <a:pt x="4" y="29"/>
                    <a:pt x="3" y="28"/>
                    <a:pt x="3" y="27"/>
                  </a:cubicBezTo>
                  <a:cubicBezTo>
                    <a:pt x="3" y="26"/>
                    <a:pt x="4" y="25"/>
                    <a:pt x="4" y="24"/>
                  </a:cubicBezTo>
                  <a:cubicBezTo>
                    <a:pt x="4" y="23"/>
                    <a:pt x="4" y="22"/>
                    <a:pt x="4" y="21"/>
                  </a:cubicBezTo>
                  <a:cubicBezTo>
                    <a:pt x="4" y="20"/>
                    <a:pt x="3" y="19"/>
                    <a:pt x="3" y="19"/>
                  </a:cubicBezTo>
                  <a:cubicBezTo>
                    <a:pt x="3" y="18"/>
                    <a:pt x="3" y="17"/>
                    <a:pt x="3" y="17"/>
                  </a:cubicBezTo>
                  <a:cubicBezTo>
                    <a:pt x="3" y="16"/>
                    <a:pt x="1" y="15"/>
                    <a:pt x="1" y="15"/>
                  </a:cubicBezTo>
                  <a:cubicBezTo>
                    <a:pt x="1" y="15"/>
                    <a:pt x="0" y="14"/>
                    <a:pt x="0" y="14"/>
                  </a:cubicBezTo>
                  <a:cubicBezTo>
                    <a:pt x="0" y="13"/>
                    <a:pt x="0" y="12"/>
                    <a:pt x="0" y="11"/>
                  </a:cubicBezTo>
                  <a:cubicBezTo>
                    <a:pt x="0" y="11"/>
                    <a:pt x="0" y="9"/>
                    <a:pt x="0" y="9"/>
                  </a:cubicBezTo>
                  <a:cubicBezTo>
                    <a:pt x="0" y="8"/>
                    <a:pt x="0" y="8"/>
                    <a:pt x="0" y="7"/>
                  </a:cubicBezTo>
                  <a:cubicBezTo>
                    <a:pt x="1" y="7"/>
                    <a:pt x="2" y="7"/>
                    <a:pt x="3" y="7"/>
                  </a:cubicBezTo>
                  <a:cubicBezTo>
                    <a:pt x="4" y="7"/>
                    <a:pt x="6" y="6"/>
                    <a:pt x="6" y="6"/>
                  </a:cubicBezTo>
                  <a:cubicBezTo>
                    <a:pt x="8" y="6"/>
                    <a:pt x="10" y="4"/>
                    <a:pt x="12" y="3"/>
                  </a:cubicBezTo>
                  <a:cubicBezTo>
                    <a:pt x="13" y="3"/>
                    <a:pt x="14" y="2"/>
                    <a:pt x="15" y="1"/>
                  </a:cubicBezTo>
                  <a:cubicBezTo>
                    <a:pt x="16" y="1"/>
                    <a:pt x="17" y="0"/>
                    <a:pt x="18" y="0"/>
                  </a:cubicBezTo>
                  <a:cubicBezTo>
                    <a:pt x="19" y="0"/>
                    <a:pt x="20" y="0"/>
                    <a:pt x="20" y="0"/>
                  </a:cubicBezTo>
                  <a:cubicBezTo>
                    <a:pt x="21" y="1"/>
                    <a:pt x="21" y="2"/>
                    <a:pt x="21" y="2"/>
                  </a:cubicBezTo>
                  <a:cubicBezTo>
                    <a:pt x="22" y="3"/>
                    <a:pt x="23" y="3"/>
                    <a:pt x="23" y="3"/>
                  </a:cubicBezTo>
                  <a:cubicBezTo>
                    <a:pt x="24" y="3"/>
                    <a:pt x="25" y="4"/>
                    <a:pt x="25" y="5"/>
                  </a:cubicBezTo>
                  <a:cubicBezTo>
                    <a:pt x="25" y="5"/>
                    <a:pt x="25" y="6"/>
                    <a:pt x="24" y="6"/>
                  </a:cubicBezTo>
                  <a:cubicBezTo>
                    <a:pt x="24" y="7"/>
                    <a:pt x="23" y="8"/>
                    <a:pt x="23" y="9"/>
                  </a:cubicBezTo>
                  <a:cubicBezTo>
                    <a:pt x="23" y="9"/>
                    <a:pt x="23" y="11"/>
                    <a:pt x="23" y="12"/>
                  </a:cubicBezTo>
                  <a:cubicBezTo>
                    <a:pt x="23" y="12"/>
                    <a:pt x="24" y="13"/>
                    <a:pt x="24" y="13"/>
                  </a:cubicBezTo>
                  <a:cubicBezTo>
                    <a:pt x="24" y="14"/>
                    <a:pt x="24" y="15"/>
                    <a:pt x="25" y="16"/>
                  </a:cubicBezTo>
                  <a:cubicBezTo>
                    <a:pt x="25" y="16"/>
                    <a:pt x="25" y="18"/>
                    <a:pt x="25" y="18"/>
                  </a:cubicBezTo>
                  <a:cubicBezTo>
                    <a:pt x="26" y="19"/>
                    <a:pt x="27" y="20"/>
                    <a:pt x="27" y="20"/>
                  </a:cubicBezTo>
                  <a:cubicBezTo>
                    <a:pt x="28" y="20"/>
                    <a:pt x="30" y="19"/>
                    <a:pt x="30" y="19"/>
                  </a:cubicBezTo>
                  <a:cubicBezTo>
                    <a:pt x="31" y="18"/>
                    <a:pt x="31" y="17"/>
                    <a:pt x="30" y="16"/>
                  </a:cubicBezTo>
                  <a:cubicBezTo>
                    <a:pt x="30" y="15"/>
                    <a:pt x="29" y="14"/>
                    <a:pt x="29" y="13"/>
                  </a:cubicBezTo>
                  <a:cubicBezTo>
                    <a:pt x="29" y="12"/>
                    <a:pt x="28" y="11"/>
                    <a:pt x="29" y="11"/>
                  </a:cubicBezTo>
                  <a:cubicBezTo>
                    <a:pt x="29" y="10"/>
                    <a:pt x="31" y="9"/>
                    <a:pt x="31" y="9"/>
                  </a:cubicBezTo>
                  <a:cubicBezTo>
                    <a:pt x="32" y="8"/>
                    <a:pt x="32" y="8"/>
                    <a:pt x="33" y="8"/>
                  </a:cubicBezTo>
                  <a:cubicBezTo>
                    <a:pt x="34" y="8"/>
                    <a:pt x="35" y="8"/>
                    <a:pt x="36" y="9"/>
                  </a:cubicBezTo>
                  <a:cubicBezTo>
                    <a:pt x="36" y="9"/>
                    <a:pt x="37" y="9"/>
                    <a:pt x="37" y="9"/>
                  </a:cubicBezTo>
                  <a:cubicBezTo>
                    <a:pt x="38" y="9"/>
                    <a:pt x="38" y="8"/>
                    <a:pt x="39" y="8"/>
                  </a:cubicBezTo>
                  <a:cubicBezTo>
                    <a:pt x="40" y="8"/>
                    <a:pt x="41" y="9"/>
                    <a:pt x="42" y="10"/>
                  </a:cubicBezTo>
                  <a:cubicBezTo>
                    <a:pt x="42" y="10"/>
                    <a:pt x="44" y="11"/>
                    <a:pt x="44" y="12"/>
                  </a:cubicBezTo>
                  <a:cubicBezTo>
                    <a:pt x="45" y="12"/>
                    <a:pt x="45" y="13"/>
                    <a:pt x="45" y="14"/>
                  </a:cubicBezTo>
                  <a:cubicBezTo>
                    <a:pt x="45" y="14"/>
                    <a:pt x="44" y="15"/>
                    <a:pt x="44" y="15"/>
                  </a:cubicBezTo>
                  <a:cubicBezTo>
                    <a:pt x="44" y="15"/>
                    <a:pt x="43" y="16"/>
                    <a:pt x="43" y="16"/>
                  </a:cubicBezTo>
                  <a:cubicBezTo>
                    <a:pt x="42" y="17"/>
                    <a:pt x="42" y="18"/>
                    <a:pt x="43" y="19"/>
                  </a:cubicBezTo>
                  <a:cubicBezTo>
                    <a:pt x="43" y="19"/>
                    <a:pt x="44" y="20"/>
                    <a:pt x="45" y="20"/>
                  </a:cubicBezTo>
                  <a:cubicBezTo>
                    <a:pt x="45" y="21"/>
                    <a:pt x="46" y="20"/>
                    <a:pt x="46" y="21"/>
                  </a:cubicBezTo>
                  <a:cubicBezTo>
                    <a:pt x="47" y="21"/>
                    <a:pt x="48" y="21"/>
                    <a:pt x="48" y="21"/>
                  </a:cubicBezTo>
                  <a:cubicBezTo>
                    <a:pt x="49" y="21"/>
                    <a:pt x="49" y="21"/>
                    <a:pt x="50" y="21"/>
                  </a:cubicBezTo>
                  <a:cubicBezTo>
                    <a:pt x="50" y="21"/>
                    <a:pt x="51" y="21"/>
                    <a:pt x="51" y="2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66"/>
            <p:cNvSpPr>
              <a:spLocks/>
            </p:cNvSpPr>
            <p:nvPr/>
          </p:nvSpPr>
          <p:spPr bwMode="auto">
            <a:xfrm>
              <a:off x="2373313" y="3960813"/>
              <a:ext cx="260350" cy="188913"/>
            </a:xfrm>
            <a:custGeom>
              <a:avLst/>
              <a:gdLst/>
              <a:ahLst/>
              <a:cxnLst>
                <a:cxn ang="0">
                  <a:pos x="17" y="91"/>
                </a:cxn>
                <a:cxn ang="0">
                  <a:pos x="13" y="88"/>
                </a:cxn>
                <a:cxn ang="0">
                  <a:pos x="10" y="79"/>
                </a:cxn>
                <a:cxn ang="0">
                  <a:pos x="6" y="80"/>
                </a:cxn>
                <a:cxn ang="0">
                  <a:pos x="2" y="76"/>
                </a:cxn>
                <a:cxn ang="0">
                  <a:pos x="3" y="71"/>
                </a:cxn>
                <a:cxn ang="0">
                  <a:pos x="3" y="65"/>
                </a:cxn>
                <a:cxn ang="0">
                  <a:pos x="8" y="63"/>
                </a:cxn>
                <a:cxn ang="0">
                  <a:pos x="15" y="65"/>
                </a:cxn>
                <a:cxn ang="0">
                  <a:pos x="19" y="58"/>
                </a:cxn>
                <a:cxn ang="0">
                  <a:pos x="17" y="47"/>
                </a:cxn>
                <a:cxn ang="0">
                  <a:pos x="12" y="40"/>
                </a:cxn>
                <a:cxn ang="0">
                  <a:pos x="16" y="31"/>
                </a:cxn>
                <a:cxn ang="0">
                  <a:pos x="24" y="28"/>
                </a:cxn>
                <a:cxn ang="0">
                  <a:pos x="31" y="25"/>
                </a:cxn>
                <a:cxn ang="0">
                  <a:pos x="36" y="15"/>
                </a:cxn>
                <a:cxn ang="0">
                  <a:pos x="45" y="12"/>
                </a:cxn>
                <a:cxn ang="0">
                  <a:pos x="49" y="3"/>
                </a:cxn>
                <a:cxn ang="0">
                  <a:pos x="51" y="2"/>
                </a:cxn>
                <a:cxn ang="0">
                  <a:pos x="60" y="8"/>
                </a:cxn>
                <a:cxn ang="0">
                  <a:pos x="60" y="14"/>
                </a:cxn>
                <a:cxn ang="0">
                  <a:pos x="67" y="21"/>
                </a:cxn>
                <a:cxn ang="0">
                  <a:pos x="78" y="25"/>
                </a:cxn>
                <a:cxn ang="0">
                  <a:pos x="79" y="32"/>
                </a:cxn>
                <a:cxn ang="0">
                  <a:pos x="80" y="38"/>
                </a:cxn>
                <a:cxn ang="0">
                  <a:pos x="83" y="31"/>
                </a:cxn>
                <a:cxn ang="0">
                  <a:pos x="93" y="33"/>
                </a:cxn>
                <a:cxn ang="0">
                  <a:pos x="98" y="37"/>
                </a:cxn>
                <a:cxn ang="0">
                  <a:pos x="102" y="41"/>
                </a:cxn>
                <a:cxn ang="0">
                  <a:pos x="107" y="46"/>
                </a:cxn>
                <a:cxn ang="0">
                  <a:pos x="115" y="40"/>
                </a:cxn>
                <a:cxn ang="0">
                  <a:pos x="122" y="35"/>
                </a:cxn>
                <a:cxn ang="0">
                  <a:pos x="128" y="40"/>
                </a:cxn>
                <a:cxn ang="0">
                  <a:pos x="130" y="43"/>
                </a:cxn>
                <a:cxn ang="0">
                  <a:pos x="132" y="43"/>
                </a:cxn>
                <a:cxn ang="0">
                  <a:pos x="137" y="55"/>
                </a:cxn>
                <a:cxn ang="0">
                  <a:pos x="134" y="64"/>
                </a:cxn>
                <a:cxn ang="0">
                  <a:pos x="135" y="76"/>
                </a:cxn>
                <a:cxn ang="0">
                  <a:pos x="138" y="80"/>
                </a:cxn>
                <a:cxn ang="0">
                  <a:pos x="126" y="81"/>
                </a:cxn>
                <a:cxn ang="0">
                  <a:pos x="107" y="82"/>
                </a:cxn>
                <a:cxn ang="0">
                  <a:pos x="95" y="78"/>
                </a:cxn>
                <a:cxn ang="0">
                  <a:pos x="85" y="84"/>
                </a:cxn>
                <a:cxn ang="0">
                  <a:pos x="65" y="90"/>
                </a:cxn>
                <a:cxn ang="0">
                  <a:pos x="54" y="93"/>
                </a:cxn>
                <a:cxn ang="0">
                  <a:pos x="47" y="97"/>
                </a:cxn>
                <a:cxn ang="0">
                  <a:pos x="38" y="98"/>
                </a:cxn>
                <a:cxn ang="0">
                  <a:pos x="29" y="98"/>
                </a:cxn>
                <a:cxn ang="0">
                  <a:pos x="21" y="99"/>
                </a:cxn>
              </a:cxnLst>
              <a:rect l="0" t="0" r="r" b="b"/>
              <a:pathLst>
                <a:path w="138" h="100">
                  <a:moveTo>
                    <a:pt x="17" y="96"/>
                  </a:moveTo>
                  <a:cubicBezTo>
                    <a:pt x="17" y="96"/>
                    <a:pt x="17" y="95"/>
                    <a:pt x="17" y="95"/>
                  </a:cubicBezTo>
                  <a:cubicBezTo>
                    <a:pt x="16" y="95"/>
                    <a:pt x="16" y="93"/>
                    <a:pt x="16" y="93"/>
                  </a:cubicBezTo>
                  <a:cubicBezTo>
                    <a:pt x="16" y="92"/>
                    <a:pt x="17" y="92"/>
                    <a:pt x="17" y="91"/>
                  </a:cubicBezTo>
                  <a:cubicBezTo>
                    <a:pt x="18" y="91"/>
                    <a:pt x="18" y="91"/>
                    <a:pt x="18" y="90"/>
                  </a:cubicBezTo>
                  <a:cubicBezTo>
                    <a:pt x="18" y="90"/>
                    <a:pt x="17" y="90"/>
                    <a:pt x="17" y="90"/>
                  </a:cubicBezTo>
                  <a:cubicBezTo>
                    <a:pt x="16" y="90"/>
                    <a:pt x="15" y="90"/>
                    <a:pt x="14" y="89"/>
                  </a:cubicBezTo>
                  <a:cubicBezTo>
                    <a:pt x="14" y="89"/>
                    <a:pt x="14" y="89"/>
                    <a:pt x="13" y="88"/>
                  </a:cubicBezTo>
                  <a:cubicBezTo>
                    <a:pt x="13" y="88"/>
                    <a:pt x="11" y="87"/>
                    <a:pt x="11" y="86"/>
                  </a:cubicBezTo>
                  <a:cubicBezTo>
                    <a:pt x="10" y="85"/>
                    <a:pt x="9" y="84"/>
                    <a:pt x="9" y="84"/>
                  </a:cubicBezTo>
                  <a:cubicBezTo>
                    <a:pt x="9" y="83"/>
                    <a:pt x="9" y="82"/>
                    <a:pt x="9" y="81"/>
                  </a:cubicBezTo>
                  <a:cubicBezTo>
                    <a:pt x="9" y="81"/>
                    <a:pt x="10" y="80"/>
                    <a:pt x="10" y="79"/>
                  </a:cubicBezTo>
                  <a:cubicBezTo>
                    <a:pt x="11" y="79"/>
                    <a:pt x="11" y="78"/>
                    <a:pt x="11" y="78"/>
                  </a:cubicBezTo>
                  <a:cubicBezTo>
                    <a:pt x="11" y="78"/>
                    <a:pt x="11" y="77"/>
                    <a:pt x="11" y="77"/>
                  </a:cubicBezTo>
                  <a:cubicBezTo>
                    <a:pt x="10" y="76"/>
                    <a:pt x="8" y="77"/>
                    <a:pt x="8" y="77"/>
                  </a:cubicBezTo>
                  <a:cubicBezTo>
                    <a:pt x="7" y="78"/>
                    <a:pt x="6" y="79"/>
                    <a:pt x="6" y="80"/>
                  </a:cubicBezTo>
                  <a:cubicBezTo>
                    <a:pt x="5" y="80"/>
                    <a:pt x="4" y="81"/>
                    <a:pt x="3" y="81"/>
                  </a:cubicBezTo>
                  <a:cubicBezTo>
                    <a:pt x="3" y="81"/>
                    <a:pt x="2" y="80"/>
                    <a:pt x="2" y="80"/>
                  </a:cubicBezTo>
                  <a:cubicBezTo>
                    <a:pt x="1" y="79"/>
                    <a:pt x="1" y="78"/>
                    <a:pt x="1" y="78"/>
                  </a:cubicBezTo>
                  <a:cubicBezTo>
                    <a:pt x="1" y="78"/>
                    <a:pt x="2" y="77"/>
                    <a:pt x="2" y="76"/>
                  </a:cubicBezTo>
                  <a:cubicBezTo>
                    <a:pt x="3" y="76"/>
                    <a:pt x="3" y="75"/>
                    <a:pt x="4" y="75"/>
                  </a:cubicBezTo>
                  <a:cubicBezTo>
                    <a:pt x="4" y="75"/>
                    <a:pt x="5" y="75"/>
                    <a:pt x="5" y="74"/>
                  </a:cubicBezTo>
                  <a:cubicBezTo>
                    <a:pt x="5" y="74"/>
                    <a:pt x="5" y="73"/>
                    <a:pt x="5" y="72"/>
                  </a:cubicBezTo>
                  <a:cubicBezTo>
                    <a:pt x="5" y="72"/>
                    <a:pt x="4" y="71"/>
                    <a:pt x="3" y="71"/>
                  </a:cubicBezTo>
                  <a:cubicBezTo>
                    <a:pt x="3" y="70"/>
                    <a:pt x="2" y="70"/>
                    <a:pt x="1" y="69"/>
                  </a:cubicBezTo>
                  <a:cubicBezTo>
                    <a:pt x="1" y="69"/>
                    <a:pt x="0" y="68"/>
                    <a:pt x="0" y="68"/>
                  </a:cubicBezTo>
                  <a:cubicBezTo>
                    <a:pt x="0" y="67"/>
                    <a:pt x="1" y="67"/>
                    <a:pt x="1" y="66"/>
                  </a:cubicBezTo>
                  <a:cubicBezTo>
                    <a:pt x="1" y="66"/>
                    <a:pt x="2" y="66"/>
                    <a:pt x="3" y="65"/>
                  </a:cubicBezTo>
                  <a:cubicBezTo>
                    <a:pt x="3" y="65"/>
                    <a:pt x="5" y="64"/>
                    <a:pt x="5" y="64"/>
                  </a:cubicBezTo>
                  <a:cubicBezTo>
                    <a:pt x="5" y="63"/>
                    <a:pt x="6" y="63"/>
                    <a:pt x="6" y="63"/>
                  </a:cubicBezTo>
                  <a:cubicBezTo>
                    <a:pt x="6" y="62"/>
                    <a:pt x="6" y="62"/>
                    <a:pt x="6" y="62"/>
                  </a:cubicBezTo>
                  <a:cubicBezTo>
                    <a:pt x="7" y="62"/>
                    <a:pt x="8" y="62"/>
                    <a:pt x="8" y="63"/>
                  </a:cubicBezTo>
                  <a:cubicBezTo>
                    <a:pt x="8" y="63"/>
                    <a:pt x="9" y="64"/>
                    <a:pt x="9" y="64"/>
                  </a:cubicBezTo>
                  <a:cubicBezTo>
                    <a:pt x="9" y="64"/>
                    <a:pt x="11" y="65"/>
                    <a:pt x="11" y="65"/>
                  </a:cubicBezTo>
                  <a:cubicBezTo>
                    <a:pt x="12" y="66"/>
                    <a:pt x="13" y="66"/>
                    <a:pt x="14" y="65"/>
                  </a:cubicBezTo>
                  <a:cubicBezTo>
                    <a:pt x="14" y="65"/>
                    <a:pt x="15" y="65"/>
                    <a:pt x="15" y="65"/>
                  </a:cubicBezTo>
                  <a:cubicBezTo>
                    <a:pt x="16" y="64"/>
                    <a:pt x="16" y="64"/>
                    <a:pt x="16" y="63"/>
                  </a:cubicBezTo>
                  <a:cubicBezTo>
                    <a:pt x="17" y="63"/>
                    <a:pt x="18" y="62"/>
                    <a:pt x="18" y="62"/>
                  </a:cubicBezTo>
                  <a:cubicBezTo>
                    <a:pt x="18" y="62"/>
                    <a:pt x="19" y="61"/>
                    <a:pt x="19" y="60"/>
                  </a:cubicBezTo>
                  <a:cubicBezTo>
                    <a:pt x="19" y="60"/>
                    <a:pt x="19" y="59"/>
                    <a:pt x="19" y="58"/>
                  </a:cubicBezTo>
                  <a:cubicBezTo>
                    <a:pt x="19" y="57"/>
                    <a:pt x="19" y="56"/>
                    <a:pt x="19" y="55"/>
                  </a:cubicBezTo>
                  <a:cubicBezTo>
                    <a:pt x="19" y="55"/>
                    <a:pt x="18" y="53"/>
                    <a:pt x="18" y="53"/>
                  </a:cubicBezTo>
                  <a:cubicBezTo>
                    <a:pt x="18" y="52"/>
                    <a:pt x="18" y="51"/>
                    <a:pt x="18" y="50"/>
                  </a:cubicBezTo>
                  <a:cubicBezTo>
                    <a:pt x="18" y="49"/>
                    <a:pt x="17" y="48"/>
                    <a:pt x="17" y="47"/>
                  </a:cubicBezTo>
                  <a:cubicBezTo>
                    <a:pt x="17" y="47"/>
                    <a:pt x="17" y="46"/>
                    <a:pt x="17" y="45"/>
                  </a:cubicBezTo>
                  <a:cubicBezTo>
                    <a:pt x="16" y="44"/>
                    <a:pt x="16" y="43"/>
                    <a:pt x="15" y="43"/>
                  </a:cubicBezTo>
                  <a:cubicBezTo>
                    <a:pt x="15" y="42"/>
                    <a:pt x="13" y="42"/>
                    <a:pt x="13" y="41"/>
                  </a:cubicBezTo>
                  <a:cubicBezTo>
                    <a:pt x="13" y="41"/>
                    <a:pt x="12" y="41"/>
                    <a:pt x="12" y="40"/>
                  </a:cubicBezTo>
                  <a:cubicBezTo>
                    <a:pt x="12" y="39"/>
                    <a:pt x="13" y="38"/>
                    <a:pt x="13" y="38"/>
                  </a:cubicBezTo>
                  <a:cubicBezTo>
                    <a:pt x="13" y="37"/>
                    <a:pt x="13" y="35"/>
                    <a:pt x="14" y="34"/>
                  </a:cubicBezTo>
                  <a:cubicBezTo>
                    <a:pt x="14" y="33"/>
                    <a:pt x="14" y="32"/>
                    <a:pt x="15" y="32"/>
                  </a:cubicBezTo>
                  <a:cubicBezTo>
                    <a:pt x="15" y="32"/>
                    <a:pt x="16" y="31"/>
                    <a:pt x="16" y="31"/>
                  </a:cubicBezTo>
                  <a:cubicBezTo>
                    <a:pt x="17" y="30"/>
                    <a:pt x="18" y="31"/>
                    <a:pt x="19" y="31"/>
                  </a:cubicBezTo>
                  <a:cubicBezTo>
                    <a:pt x="20" y="31"/>
                    <a:pt x="20" y="30"/>
                    <a:pt x="21" y="30"/>
                  </a:cubicBezTo>
                  <a:cubicBezTo>
                    <a:pt x="21" y="30"/>
                    <a:pt x="22" y="30"/>
                    <a:pt x="23" y="29"/>
                  </a:cubicBezTo>
                  <a:cubicBezTo>
                    <a:pt x="23" y="29"/>
                    <a:pt x="23" y="28"/>
                    <a:pt x="24" y="28"/>
                  </a:cubicBezTo>
                  <a:cubicBezTo>
                    <a:pt x="24" y="28"/>
                    <a:pt x="25" y="28"/>
                    <a:pt x="25" y="27"/>
                  </a:cubicBezTo>
                  <a:cubicBezTo>
                    <a:pt x="26" y="27"/>
                    <a:pt x="27" y="27"/>
                    <a:pt x="27" y="27"/>
                  </a:cubicBezTo>
                  <a:cubicBezTo>
                    <a:pt x="28" y="27"/>
                    <a:pt x="29" y="27"/>
                    <a:pt x="30" y="27"/>
                  </a:cubicBezTo>
                  <a:cubicBezTo>
                    <a:pt x="30" y="26"/>
                    <a:pt x="31" y="25"/>
                    <a:pt x="31" y="25"/>
                  </a:cubicBezTo>
                  <a:cubicBezTo>
                    <a:pt x="32" y="24"/>
                    <a:pt x="33" y="24"/>
                    <a:pt x="34" y="23"/>
                  </a:cubicBezTo>
                  <a:cubicBezTo>
                    <a:pt x="34" y="23"/>
                    <a:pt x="35" y="22"/>
                    <a:pt x="35" y="22"/>
                  </a:cubicBezTo>
                  <a:cubicBezTo>
                    <a:pt x="35" y="21"/>
                    <a:pt x="36" y="19"/>
                    <a:pt x="36" y="19"/>
                  </a:cubicBezTo>
                  <a:cubicBezTo>
                    <a:pt x="36" y="18"/>
                    <a:pt x="36" y="16"/>
                    <a:pt x="36" y="15"/>
                  </a:cubicBezTo>
                  <a:cubicBezTo>
                    <a:pt x="36" y="14"/>
                    <a:pt x="37" y="13"/>
                    <a:pt x="37" y="12"/>
                  </a:cubicBezTo>
                  <a:cubicBezTo>
                    <a:pt x="37" y="12"/>
                    <a:pt x="38" y="11"/>
                    <a:pt x="39" y="11"/>
                  </a:cubicBezTo>
                  <a:cubicBezTo>
                    <a:pt x="39" y="11"/>
                    <a:pt x="41" y="11"/>
                    <a:pt x="41" y="11"/>
                  </a:cubicBezTo>
                  <a:cubicBezTo>
                    <a:pt x="42" y="12"/>
                    <a:pt x="44" y="12"/>
                    <a:pt x="45" y="12"/>
                  </a:cubicBezTo>
                  <a:cubicBezTo>
                    <a:pt x="46" y="12"/>
                    <a:pt x="47" y="11"/>
                    <a:pt x="47" y="10"/>
                  </a:cubicBezTo>
                  <a:cubicBezTo>
                    <a:pt x="48" y="10"/>
                    <a:pt x="48" y="9"/>
                    <a:pt x="48" y="8"/>
                  </a:cubicBezTo>
                  <a:cubicBezTo>
                    <a:pt x="48" y="7"/>
                    <a:pt x="47" y="5"/>
                    <a:pt x="48" y="5"/>
                  </a:cubicBezTo>
                  <a:cubicBezTo>
                    <a:pt x="48" y="4"/>
                    <a:pt x="49" y="3"/>
                    <a:pt x="49" y="3"/>
                  </a:cubicBezTo>
                  <a:cubicBezTo>
                    <a:pt x="50" y="3"/>
                    <a:pt x="50" y="3"/>
                    <a:pt x="50" y="3"/>
                  </a:cubicBezTo>
                  <a:cubicBezTo>
                    <a:pt x="50" y="2"/>
                    <a:pt x="51" y="0"/>
                    <a:pt x="51" y="0"/>
                  </a:cubicBezTo>
                  <a:cubicBezTo>
                    <a:pt x="51" y="0"/>
                    <a:pt x="51" y="0"/>
                    <a:pt x="51" y="1"/>
                  </a:cubicBezTo>
                  <a:cubicBezTo>
                    <a:pt x="51" y="1"/>
                    <a:pt x="51" y="2"/>
                    <a:pt x="51" y="2"/>
                  </a:cubicBezTo>
                  <a:cubicBezTo>
                    <a:pt x="51" y="3"/>
                    <a:pt x="52" y="4"/>
                    <a:pt x="52" y="5"/>
                  </a:cubicBezTo>
                  <a:cubicBezTo>
                    <a:pt x="53" y="5"/>
                    <a:pt x="54" y="6"/>
                    <a:pt x="55" y="6"/>
                  </a:cubicBezTo>
                  <a:cubicBezTo>
                    <a:pt x="56" y="7"/>
                    <a:pt x="57" y="7"/>
                    <a:pt x="57" y="7"/>
                  </a:cubicBezTo>
                  <a:cubicBezTo>
                    <a:pt x="58" y="7"/>
                    <a:pt x="59" y="8"/>
                    <a:pt x="60" y="8"/>
                  </a:cubicBezTo>
                  <a:cubicBezTo>
                    <a:pt x="60" y="9"/>
                    <a:pt x="60" y="9"/>
                    <a:pt x="60" y="10"/>
                  </a:cubicBezTo>
                  <a:cubicBezTo>
                    <a:pt x="60" y="10"/>
                    <a:pt x="59" y="11"/>
                    <a:pt x="59" y="11"/>
                  </a:cubicBezTo>
                  <a:cubicBezTo>
                    <a:pt x="59" y="11"/>
                    <a:pt x="59" y="12"/>
                    <a:pt x="59" y="12"/>
                  </a:cubicBezTo>
                  <a:cubicBezTo>
                    <a:pt x="59" y="13"/>
                    <a:pt x="60" y="14"/>
                    <a:pt x="60" y="14"/>
                  </a:cubicBezTo>
                  <a:cubicBezTo>
                    <a:pt x="61" y="15"/>
                    <a:pt x="62" y="15"/>
                    <a:pt x="62" y="15"/>
                  </a:cubicBezTo>
                  <a:cubicBezTo>
                    <a:pt x="63" y="16"/>
                    <a:pt x="64" y="17"/>
                    <a:pt x="64" y="18"/>
                  </a:cubicBezTo>
                  <a:cubicBezTo>
                    <a:pt x="64" y="18"/>
                    <a:pt x="64" y="19"/>
                    <a:pt x="64" y="20"/>
                  </a:cubicBezTo>
                  <a:cubicBezTo>
                    <a:pt x="65" y="20"/>
                    <a:pt x="66" y="21"/>
                    <a:pt x="67" y="21"/>
                  </a:cubicBezTo>
                  <a:cubicBezTo>
                    <a:pt x="68" y="21"/>
                    <a:pt x="70" y="20"/>
                    <a:pt x="71" y="20"/>
                  </a:cubicBezTo>
                  <a:cubicBezTo>
                    <a:pt x="72" y="21"/>
                    <a:pt x="73" y="21"/>
                    <a:pt x="73" y="21"/>
                  </a:cubicBezTo>
                  <a:cubicBezTo>
                    <a:pt x="74" y="22"/>
                    <a:pt x="76" y="22"/>
                    <a:pt x="76" y="23"/>
                  </a:cubicBezTo>
                  <a:cubicBezTo>
                    <a:pt x="77" y="23"/>
                    <a:pt x="78" y="24"/>
                    <a:pt x="78" y="25"/>
                  </a:cubicBezTo>
                  <a:cubicBezTo>
                    <a:pt x="78" y="25"/>
                    <a:pt x="79" y="26"/>
                    <a:pt x="80" y="27"/>
                  </a:cubicBezTo>
                  <a:cubicBezTo>
                    <a:pt x="80" y="27"/>
                    <a:pt x="80" y="28"/>
                    <a:pt x="80" y="28"/>
                  </a:cubicBezTo>
                  <a:cubicBezTo>
                    <a:pt x="80" y="29"/>
                    <a:pt x="80" y="30"/>
                    <a:pt x="79" y="30"/>
                  </a:cubicBezTo>
                  <a:cubicBezTo>
                    <a:pt x="79" y="31"/>
                    <a:pt x="79" y="32"/>
                    <a:pt x="79" y="32"/>
                  </a:cubicBezTo>
                  <a:cubicBezTo>
                    <a:pt x="78" y="33"/>
                    <a:pt x="78" y="34"/>
                    <a:pt x="78" y="35"/>
                  </a:cubicBezTo>
                  <a:cubicBezTo>
                    <a:pt x="78" y="35"/>
                    <a:pt x="77" y="37"/>
                    <a:pt x="78" y="37"/>
                  </a:cubicBezTo>
                  <a:cubicBezTo>
                    <a:pt x="78" y="38"/>
                    <a:pt x="78" y="38"/>
                    <a:pt x="79" y="38"/>
                  </a:cubicBezTo>
                  <a:cubicBezTo>
                    <a:pt x="79" y="39"/>
                    <a:pt x="80" y="38"/>
                    <a:pt x="80" y="38"/>
                  </a:cubicBezTo>
                  <a:cubicBezTo>
                    <a:pt x="81" y="37"/>
                    <a:pt x="81" y="36"/>
                    <a:pt x="81" y="36"/>
                  </a:cubicBezTo>
                  <a:cubicBezTo>
                    <a:pt x="81" y="35"/>
                    <a:pt x="81" y="34"/>
                    <a:pt x="81" y="34"/>
                  </a:cubicBezTo>
                  <a:cubicBezTo>
                    <a:pt x="81" y="33"/>
                    <a:pt x="82" y="33"/>
                    <a:pt x="82" y="33"/>
                  </a:cubicBezTo>
                  <a:cubicBezTo>
                    <a:pt x="82" y="32"/>
                    <a:pt x="83" y="32"/>
                    <a:pt x="83" y="31"/>
                  </a:cubicBezTo>
                  <a:cubicBezTo>
                    <a:pt x="84" y="31"/>
                    <a:pt x="85" y="30"/>
                    <a:pt x="86" y="30"/>
                  </a:cubicBezTo>
                  <a:cubicBezTo>
                    <a:pt x="87" y="29"/>
                    <a:pt x="88" y="29"/>
                    <a:pt x="89" y="29"/>
                  </a:cubicBezTo>
                  <a:cubicBezTo>
                    <a:pt x="90" y="29"/>
                    <a:pt x="91" y="30"/>
                    <a:pt x="92" y="31"/>
                  </a:cubicBezTo>
                  <a:cubicBezTo>
                    <a:pt x="92" y="32"/>
                    <a:pt x="93" y="33"/>
                    <a:pt x="93" y="33"/>
                  </a:cubicBezTo>
                  <a:cubicBezTo>
                    <a:pt x="93" y="34"/>
                    <a:pt x="93" y="35"/>
                    <a:pt x="93" y="35"/>
                  </a:cubicBezTo>
                  <a:cubicBezTo>
                    <a:pt x="93" y="36"/>
                    <a:pt x="93" y="36"/>
                    <a:pt x="94" y="37"/>
                  </a:cubicBezTo>
                  <a:cubicBezTo>
                    <a:pt x="94" y="37"/>
                    <a:pt x="95" y="37"/>
                    <a:pt x="96" y="37"/>
                  </a:cubicBezTo>
                  <a:cubicBezTo>
                    <a:pt x="96" y="37"/>
                    <a:pt x="97" y="37"/>
                    <a:pt x="98" y="37"/>
                  </a:cubicBezTo>
                  <a:cubicBezTo>
                    <a:pt x="98" y="37"/>
                    <a:pt x="99" y="37"/>
                    <a:pt x="99" y="37"/>
                  </a:cubicBezTo>
                  <a:cubicBezTo>
                    <a:pt x="99" y="38"/>
                    <a:pt x="99" y="39"/>
                    <a:pt x="99" y="40"/>
                  </a:cubicBezTo>
                  <a:cubicBezTo>
                    <a:pt x="100" y="40"/>
                    <a:pt x="101" y="39"/>
                    <a:pt x="102" y="40"/>
                  </a:cubicBezTo>
                  <a:cubicBezTo>
                    <a:pt x="102" y="40"/>
                    <a:pt x="102" y="40"/>
                    <a:pt x="102" y="41"/>
                  </a:cubicBezTo>
                  <a:cubicBezTo>
                    <a:pt x="102" y="41"/>
                    <a:pt x="102" y="42"/>
                    <a:pt x="102" y="42"/>
                  </a:cubicBezTo>
                  <a:cubicBezTo>
                    <a:pt x="102" y="43"/>
                    <a:pt x="102" y="43"/>
                    <a:pt x="102" y="43"/>
                  </a:cubicBezTo>
                  <a:cubicBezTo>
                    <a:pt x="103" y="44"/>
                    <a:pt x="105" y="44"/>
                    <a:pt x="105" y="44"/>
                  </a:cubicBezTo>
                  <a:cubicBezTo>
                    <a:pt x="106" y="44"/>
                    <a:pt x="107" y="45"/>
                    <a:pt x="107" y="46"/>
                  </a:cubicBezTo>
                  <a:cubicBezTo>
                    <a:pt x="108" y="46"/>
                    <a:pt x="109" y="46"/>
                    <a:pt x="109" y="46"/>
                  </a:cubicBezTo>
                  <a:cubicBezTo>
                    <a:pt x="110" y="46"/>
                    <a:pt x="111" y="45"/>
                    <a:pt x="112" y="44"/>
                  </a:cubicBezTo>
                  <a:cubicBezTo>
                    <a:pt x="112" y="44"/>
                    <a:pt x="111" y="42"/>
                    <a:pt x="112" y="42"/>
                  </a:cubicBezTo>
                  <a:cubicBezTo>
                    <a:pt x="112" y="41"/>
                    <a:pt x="114" y="40"/>
                    <a:pt x="115" y="40"/>
                  </a:cubicBezTo>
                  <a:cubicBezTo>
                    <a:pt x="115" y="40"/>
                    <a:pt x="117" y="40"/>
                    <a:pt x="118" y="40"/>
                  </a:cubicBezTo>
                  <a:cubicBezTo>
                    <a:pt x="118" y="40"/>
                    <a:pt x="118" y="39"/>
                    <a:pt x="118" y="39"/>
                  </a:cubicBezTo>
                  <a:cubicBezTo>
                    <a:pt x="119" y="38"/>
                    <a:pt x="118" y="37"/>
                    <a:pt x="119" y="36"/>
                  </a:cubicBezTo>
                  <a:cubicBezTo>
                    <a:pt x="119" y="36"/>
                    <a:pt x="121" y="35"/>
                    <a:pt x="122" y="35"/>
                  </a:cubicBezTo>
                  <a:cubicBezTo>
                    <a:pt x="122" y="35"/>
                    <a:pt x="123" y="36"/>
                    <a:pt x="124" y="36"/>
                  </a:cubicBezTo>
                  <a:cubicBezTo>
                    <a:pt x="124" y="36"/>
                    <a:pt x="125" y="36"/>
                    <a:pt x="126" y="36"/>
                  </a:cubicBezTo>
                  <a:cubicBezTo>
                    <a:pt x="126" y="36"/>
                    <a:pt x="127" y="37"/>
                    <a:pt x="127" y="37"/>
                  </a:cubicBezTo>
                  <a:cubicBezTo>
                    <a:pt x="128" y="38"/>
                    <a:pt x="128" y="39"/>
                    <a:pt x="128" y="40"/>
                  </a:cubicBezTo>
                  <a:cubicBezTo>
                    <a:pt x="127" y="41"/>
                    <a:pt x="127" y="42"/>
                    <a:pt x="127" y="42"/>
                  </a:cubicBezTo>
                  <a:cubicBezTo>
                    <a:pt x="127" y="43"/>
                    <a:pt x="127" y="44"/>
                    <a:pt x="127" y="45"/>
                  </a:cubicBezTo>
                  <a:cubicBezTo>
                    <a:pt x="127" y="45"/>
                    <a:pt x="129" y="45"/>
                    <a:pt x="129" y="45"/>
                  </a:cubicBezTo>
                  <a:cubicBezTo>
                    <a:pt x="130" y="44"/>
                    <a:pt x="130" y="43"/>
                    <a:pt x="130" y="43"/>
                  </a:cubicBezTo>
                  <a:cubicBezTo>
                    <a:pt x="130" y="42"/>
                    <a:pt x="131" y="42"/>
                    <a:pt x="131" y="42"/>
                  </a:cubicBezTo>
                  <a:cubicBezTo>
                    <a:pt x="131" y="42"/>
                    <a:pt x="132" y="41"/>
                    <a:pt x="132" y="41"/>
                  </a:cubicBezTo>
                  <a:cubicBezTo>
                    <a:pt x="132" y="41"/>
                    <a:pt x="132" y="41"/>
                    <a:pt x="132" y="41"/>
                  </a:cubicBezTo>
                  <a:cubicBezTo>
                    <a:pt x="132" y="42"/>
                    <a:pt x="132" y="43"/>
                    <a:pt x="132" y="43"/>
                  </a:cubicBezTo>
                  <a:cubicBezTo>
                    <a:pt x="132" y="44"/>
                    <a:pt x="132" y="45"/>
                    <a:pt x="132" y="45"/>
                  </a:cubicBezTo>
                  <a:cubicBezTo>
                    <a:pt x="133" y="46"/>
                    <a:pt x="133" y="47"/>
                    <a:pt x="134" y="48"/>
                  </a:cubicBezTo>
                  <a:cubicBezTo>
                    <a:pt x="134" y="49"/>
                    <a:pt x="135" y="50"/>
                    <a:pt x="135" y="51"/>
                  </a:cubicBezTo>
                  <a:cubicBezTo>
                    <a:pt x="136" y="52"/>
                    <a:pt x="136" y="54"/>
                    <a:pt x="137" y="55"/>
                  </a:cubicBezTo>
                  <a:cubicBezTo>
                    <a:pt x="137" y="55"/>
                    <a:pt x="137" y="57"/>
                    <a:pt x="136" y="57"/>
                  </a:cubicBezTo>
                  <a:cubicBezTo>
                    <a:pt x="136" y="58"/>
                    <a:pt x="135" y="59"/>
                    <a:pt x="135" y="59"/>
                  </a:cubicBezTo>
                  <a:cubicBezTo>
                    <a:pt x="135" y="60"/>
                    <a:pt x="134" y="61"/>
                    <a:pt x="134" y="62"/>
                  </a:cubicBezTo>
                  <a:cubicBezTo>
                    <a:pt x="134" y="63"/>
                    <a:pt x="134" y="64"/>
                    <a:pt x="134" y="64"/>
                  </a:cubicBezTo>
                  <a:cubicBezTo>
                    <a:pt x="134" y="65"/>
                    <a:pt x="134" y="66"/>
                    <a:pt x="135" y="67"/>
                  </a:cubicBezTo>
                  <a:cubicBezTo>
                    <a:pt x="135" y="68"/>
                    <a:pt x="135" y="69"/>
                    <a:pt x="135" y="70"/>
                  </a:cubicBezTo>
                  <a:cubicBezTo>
                    <a:pt x="135" y="71"/>
                    <a:pt x="135" y="72"/>
                    <a:pt x="135" y="73"/>
                  </a:cubicBezTo>
                  <a:cubicBezTo>
                    <a:pt x="135" y="74"/>
                    <a:pt x="135" y="75"/>
                    <a:pt x="135" y="76"/>
                  </a:cubicBezTo>
                  <a:cubicBezTo>
                    <a:pt x="135" y="77"/>
                    <a:pt x="135" y="78"/>
                    <a:pt x="136" y="78"/>
                  </a:cubicBezTo>
                  <a:cubicBezTo>
                    <a:pt x="136" y="79"/>
                    <a:pt x="137" y="79"/>
                    <a:pt x="138" y="79"/>
                  </a:cubicBezTo>
                  <a:cubicBezTo>
                    <a:pt x="138" y="79"/>
                    <a:pt x="138" y="80"/>
                    <a:pt x="138" y="80"/>
                  </a:cubicBezTo>
                  <a:cubicBezTo>
                    <a:pt x="138" y="80"/>
                    <a:pt x="138" y="80"/>
                    <a:pt x="138" y="80"/>
                  </a:cubicBezTo>
                  <a:cubicBezTo>
                    <a:pt x="137" y="80"/>
                    <a:pt x="135" y="81"/>
                    <a:pt x="134" y="81"/>
                  </a:cubicBezTo>
                  <a:cubicBezTo>
                    <a:pt x="133" y="81"/>
                    <a:pt x="132" y="81"/>
                    <a:pt x="131" y="81"/>
                  </a:cubicBezTo>
                  <a:cubicBezTo>
                    <a:pt x="131" y="81"/>
                    <a:pt x="130" y="81"/>
                    <a:pt x="130" y="81"/>
                  </a:cubicBezTo>
                  <a:cubicBezTo>
                    <a:pt x="129" y="81"/>
                    <a:pt x="127" y="81"/>
                    <a:pt x="126" y="81"/>
                  </a:cubicBezTo>
                  <a:cubicBezTo>
                    <a:pt x="125" y="81"/>
                    <a:pt x="122" y="82"/>
                    <a:pt x="121" y="82"/>
                  </a:cubicBezTo>
                  <a:cubicBezTo>
                    <a:pt x="120" y="82"/>
                    <a:pt x="117" y="82"/>
                    <a:pt x="116" y="82"/>
                  </a:cubicBezTo>
                  <a:cubicBezTo>
                    <a:pt x="114" y="82"/>
                    <a:pt x="111" y="82"/>
                    <a:pt x="110" y="82"/>
                  </a:cubicBezTo>
                  <a:cubicBezTo>
                    <a:pt x="109" y="82"/>
                    <a:pt x="107" y="82"/>
                    <a:pt x="107" y="82"/>
                  </a:cubicBezTo>
                  <a:cubicBezTo>
                    <a:pt x="106" y="82"/>
                    <a:pt x="105" y="81"/>
                    <a:pt x="104" y="81"/>
                  </a:cubicBezTo>
                  <a:cubicBezTo>
                    <a:pt x="104" y="81"/>
                    <a:pt x="103" y="79"/>
                    <a:pt x="103" y="79"/>
                  </a:cubicBezTo>
                  <a:cubicBezTo>
                    <a:pt x="102" y="78"/>
                    <a:pt x="100" y="77"/>
                    <a:pt x="99" y="77"/>
                  </a:cubicBezTo>
                  <a:cubicBezTo>
                    <a:pt x="98" y="77"/>
                    <a:pt x="96" y="78"/>
                    <a:pt x="95" y="78"/>
                  </a:cubicBezTo>
                  <a:cubicBezTo>
                    <a:pt x="95" y="78"/>
                    <a:pt x="94" y="79"/>
                    <a:pt x="93" y="80"/>
                  </a:cubicBezTo>
                  <a:cubicBezTo>
                    <a:pt x="92" y="80"/>
                    <a:pt x="92" y="82"/>
                    <a:pt x="91" y="82"/>
                  </a:cubicBezTo>
                  <a:cubicBezTo>
                    <a:pt x="91" y="83"/>
                    <a:pt x="90" y="84"/>
                    <a:pt x="89" y="84"/>
                  </a:cubicBezTo>
                  <a:cubicBezTo>
                    <a:pt x="88" y="84"/>
                    <a:pt x="86" y="84"/>
                    <a:pt x="85" y="84"/>
                  </a:cubicBezTo>
                  <a:cubicBezTo>
                    <a:pt x="84" y="84"/>
                    <a:pt x="80" y="85"/>
                    <a:pt x="79" y="86"/>
                  </a:cubicBezTo>
                  <a:cubicBezTo>
                    <a:pt x="77" y="86"/>
                    <a:pt x="75" y="88"/>
                    <a:pt x="74" y="88"/>
                  </a:cubicBezTo>
                  <a:cubicBezTo>
                    <a:pt x="73" y="88"/>
                    <a:pt x="70" y="88"/>
                    <a:pt x="69" y="89"/>
                  </a:cubicBezTo>
                  <a:cubicBezTo>
                    <a:pt x="68" y="89"/>
                    <a:pt x="66" y="90"/>
                    <a:pt x="65" y="90"/>
                  </a:cubicBezTo>
                  <a:cubicBezTo>
                    <a:pt x="63" y="91"/>
                    <a:pt x="61" y="92"/>
                    <a:pt x="60" y="92"/>
                  </a:cubicBezTo>
                  <a:cubicBezTo>
                    <a:pt x="59" y="92"/>
                    <a:pt x="58" y="93"/>
                    <a:pt x="57" y="93"/>
                  </a:cubicBezTo>
                  <a:cubicBezTo>
                    <a:pt x="57" y="93"/>
                    <a:pt x="56" y="94"/>
                    <a:pt x="56" y="94"/>
                  </a:cubicBezTo>
                  <a:cubicBezTo>
                    <a:pt x="55" y="94"/>
                    <a:pt x="54" y="93"/>
                    <a:pt x="54" y="93"/>
                  </a:cubicBezTo>
                  <a:cubicBezTo>
                    <a:pt x="53" y="93"/>
                    <a:pt x="53" y="94"/>
                    <a:pt x="52" y="94"/>
                  </a:cubicBezTo>
                  <a:cubicBezTo>
                    <a:pt x="52" y="95"/>
                    <a:pt x="51" y="96"/>
                    <a:pt x="50" y="97"/>
                  </a:cubicBezTo>
                  <a:cubicBezTo>
                    <a:pt x="50" y="97"/>
                    <a:pt x="49" y="98"/>
                    <a:pt x="49" y="98"/>
                  </a:cubicBezTo>
                  <a:cubicBezTo>
                    <a:pt x="48" y="98"/>
                    <a:pt x="47" y="97"/>
                    <a:pt x="47" y="97"/>
                  </a:cubicBezTo>
                  <a:cubicBezTo>
                    <a:pt x="46" y="97"/>
                    <a:pt x="45" y="97"/>
                    <a:pt x="45" y="97"/>
                  </a:cubicBezTo>
                  <a:cubicBezTo>
                    <a:pt x="44" y="97"/>
                    <a:pt x="43" y="96"/>
                    <a:pt x="42" y="96"/>
                  </a:cubicBezTo>
                  <a:cubicBezTo>
                    <a:pt x="42" y="96"/>
                    <a:pt x="41" y="97"/>
                    <a:pt x="40" y="97"/>
                  </a:cubicBezTo>
                  <a:cubicBezTo>
                    <a:pt x="40" y="97"/>
                    <a:pt x="38" y="97"/>
                    <a:pt x="38" y="98"/>
                  </a:cubicBezTo>
                  <a:cubicBezTo>
                    <a:pt x="37" y="98"/>
                    <a:pt x="36" y="97"/>
                    <a:pt x="35" y="97"/>
                  </a:cubicBezTo>
                  <a:cubicBezTo>
                    <a:pt x="35" y="97"/>
                    <a:pt x="33" y="96"/>
                    <a:pt x="33" y="96"/>
                  </a:cubicBezTo>
                  <a:cubicBezTo>
                    <a:pt x="32" y="96"/>
                    <a:pt x="31" y="96"/>
                    <a:pt x="31" y="96"/>
                  </a:cubicBezTo>
                  <a:cubicBezTo>
                    <a:pt x="30" y="96"/>
                    <a:pt x="29" y="98"/>
                    <a:pt x="29" y="98"/>
                  </a:cubicBezTo>
                  <a:cubicBezTo>
                    <a:pt x="28" y="99"/>
                    <a:pt x="27" y="100"/>
                    <a:pt x="26" y="100"/>
                  </a:cubicBezTo>
                  <a:cubicBezTo>
                    <a:pt x="26" y="100"/>
                    <a:pt x="25" y="100"/>
                    <a:pt x="24" y="100"/>
                  </a:cubicBezTo>
                  <a:cubicBezTo>
                    <a:pt x="24" y="100"/>
                    <a:pt x="23" y="99"/>
                    <a:pt x="22" y="99"/>
                  </a:cubicBezTo>
                  <a:cubicBezTo>
                    <a:pt x="22" y="99"/>
                    <a:pt x="21" y="99"/>
                    <a:pt x="21" y="99"/>
                  </a:cubicBezTo>
                  <a:cubicBezTo>
                    <a:pt x="20" y="98"/>
                    <a:pt x="18" y="98"/>
                    <a:pt x="18" y="97"/>
                  </a:cubicBezTo>
                  <a:cubicBezTo>
                    <a:pt x="17" y="97"/>
                    <a:pt x="17" y="96"/>
                    <a:pt x="17" y="9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67"/>
            <p:cNvSpPr>
              <a:spLocks/>
            </p:cNvSpPr>
            <p:nvPr/>
          </p:nvSpPr>
          <p:spPr bwMode="auto">
            <a:xfrm>
              <a:off x="2328863" y="3937001"/>
              <a:ext cx="61913" cy="90488"/>
            </a:xfrm>
            <a:custGeom>
              <a:avLst/>
              <a:gdLst/>
              <a:ahLst/>
              <a:cxnLst>
                <a:cxn ang="0">
                  <a:pos x="17" y="1"/>
                </a:cxn>
                <a:cxn ang="0">
                  <a:pos x="19" y="1"/>
                </a:cxn>
                <a:cxn ang="0">
                  <a:pos x="22" y="2"/>
                </a:cxn>
                <a:cxn ang="0">
                  <a:pos x="22" y="6"/>
                </a:cxn>
                <a:cxn ang="0">
                  <a:pos x="23" y="10"/>
                </a:cxn>
                <a:cxn ang="0">
                  <a:pos x="25" y="14"/>
                </a:cxn>
                <a:cxn ang="0">
                  <a:pos x="26" y="19"/>
                </a:cxn>
                <a:cxn ang="0">
                  <a:pos x="26" y="25"/>
                </a:cxn>
                <a:cxn ang="0">
                  <a:pos x="30" y="25"/>
                </a:cxn>
                <a:cxn ang="0">
                  <a:pos x="30" y="27"/>
                </a:cxn>
                <a:cxn ang="0">
                  <a:pos x="32" y="34"/>
                </a:cxn>
                <a:cxn ang="0">
                  <a:pos x="33" y="38"/>
                </a:cxn>
                <a:cxn ang="0">
                  <a:pos x="33" y="42"/>
                </a:cxn>
                <a:cxn ang="0">
                  <a:pos x="29" y="44"/>
                </a:cxn>
                <a:cxn ang="0">
                  <a:pos x="25" y="46"/>
                </a:cxn>
                <a:cxn ang="0">
                  <a:pos x="22" y="48"/>
                </a:cxn>
                <a:cxn ang="0">
                  <a:pos x="16" y="48"/>
                </a:cxn>
                <a:cxn ang="0">
                  <a:pos x="11" y="46"/>
                </a:cxn>
                <a:cxn ang="0">
                  <a:pos x="5" y="47"/>
                </a:cxn>
                <a:cxn ang="0">
                  <a:pos x="1" y="46"/>
                </a:cxn>
                <a:cxn ang="0">
                  <a:pos x="2" y="42"/>
                </a:cxn>
                <a:cxn ang="0">
                  <a:pos x="1" y="39"/>
                </a:cxn>
                <a:cxn ang="0">
                  <a:pos x="1" y="36"/>
                </a:cxn>
                <a:cxn ang="0">
                  <a:pos x="2" y="33"/>
                </a:cxn>
                <a:cxn ang="0">
                  <a:pos x="4" y="33"/>
                </a:cxn>
                <a:cxn ang="0">
                  <a:pos x="7" y="33"/>
                </a:cxn>
                <a:cxn ang="0">
                  <a:pos x="8" y="30"/>
                </a:cxn>
                <a:cxn ang="0">
                  <a:pos x="11" y="29"/>
                </a:cxn>
                <a:cxn ang="0">
                  <a:pos x="12" y="26"/>
                </a:cxn>
                <a:cxn ang="0">
                  <a:pos x="9" y="24"/>
                </a:cxn>
                <a:cxn ang="0">
                  <a:pos x="11" y="22"/>
                </a:cxn>
                <a:cxn ang="0">
                  <a:pos x="16" y="17"/>
                </a:cxn>
                <a:cxn ang="0">
                  <a:pos x="18" y="14"/>
                </a:cxn>
                <a:cxn ang="0">
                  <a:pos x="18" y="10"/>
                </a:cxn>
                <a:cxn ang="0">
                  <a:pos x="17" y="5"/>
                </a:cxn>
                <a:cxn ang="0">
                  <a:pos x="16" y="2"/>
                </a:cxn>
              </a:cxnLst>
              <a:rect l="0" t="0" r="r" b="b"/>
              <a:pathLst>
                <a:path w="33" h="48">
                  <a:moveTo>
                    <a:pt x="16" y="2"/>
                  </a:moveTo>
                  <a:cubicBezTo>
                    <a:pt x="16" y="1"/>
                    <a:pt x="17" y="1"/>
                    <a:pt x="17" y="1"/>
                  </a:cubicBezTo>
                  <a:cubicBezTo>
                    <a:pt x="17" y="0"/>
                    <a:pt x="18" y="0"/>
                    <a:pt x="18" y="0"/>
                  </a:cubicBezTo>
                  <a:cubicBezTo>
                    <a:pt x="18" y="0"/>
                    <a:pt x="19" y="1"/>
                    <a:pt x="19" y="1"/>
                  </a:cubicBezTo>
                  <a:cubicBezTo>
                    <a:pt x="20" y="1"/>
                    <a:pt x="21" y="2"/>
                    <a:pt x="22" y="2"/>
                  </a:cubicBezTo>
                  <a:cubicBezTo>
                    <a:pt x="22" y="2"/>
                    <a:pt x="22" y="2"/>
                    <a:pt x="22" y="2"/>
                  </a:cubicBezTo>
                  <a:cubicBezTo>
                    <a:pt x="22" y="3"/>
                    <a:pt x="22" y="3"/>
                    <a:pt x="22" y="4"/>
                  </a:cubicBezTo>
                  <a:cubicBezTo>
                    <a:pt x="22" y="4"/>
                    <a:pt x="22" y="6"/>
                    <a:pt x="22" y="6"/>
                  </a:cubicBezTo>
                  <a:cubicBezTo>
                    <a:pt x="22" y="7"/>
                    <a:pt x="22" y="8"/>
                    <a:pt x="22" y="9"/>
                  </a:cubicBezTo>
                  <a:cubicBezTo>
                    <a:pt x="22" y="9"/>
                    <a:pt x="23" y="10"/>
                    <a:pt x="23" y="10"/>
                  </a:cubicBezTo>
                  <a:cubicBezTo>
                    <a:pt x="23" y="10"/>
                    <a:pt x="25" y="11"/>
                    <a:pt x="25" y="12"/>
                  </a:cubicBezTo>
                  <a:cubicBezTo>
                    <a:pt x="25" y="12"/>
                    <a:pt x="25" y="13"/>
                    <a:pt x="25" y="14"/>
                  </a:cubicBezTo>
                  <a:cubicBezTo>
                    <a:pt x="25" y="14"/>
                    <a:pt x="26" y="15"/>
                    <a:pt x="26" y="16"/>
                  </a:cubicBezTo>
                  <a:cubicBezTo>
                    <a:pt x="26" y="17"/>
                    <a:pt x="26" y="18"/>
                    <a:pt x="26" y="19"/>
                  </a:cubicBezTo>
                  <a:cubicBezTo>
                    <a:pt x="26" y="20"/>
                    <a:pt x="25" y="21"/>
                    <a:pt x="25" y="22"/>
                  </a:cubicBezTo>
                  <a:cubicBezTo>
                    <a:pt x="25" y="23"/>
                    <a:pt x="26" y="24"/>
                    <a:pt x="26" y="25"/>
                  </a:cubicBezTo>
                  <a:cubicBezTo>
                    <a:pt x="27" y="25"/>
                    <a:pt x="28" y="26"/>
                    <a:pt x="29" y="26"/>
                  </a:cubicBezTo>
                  <a:cubicBezTo>
                    <a:pt x="29" y="26"/>
                    <a:pt x="30" y="26"/>
                    <a:pt x="30" y="25"/>
                  </a:cubicBezTo>
                  <a:cubicBezTo>
                    <a:pt x="30" y="25"/>
                    <a:pt x="30" y="25"/>
                    <a:pt x="30" y="26"/>
                  </a:cubicBezTo>
                  <a:cubicBezTo>
                    <a:pt x="30" y="26"/>
                    <a:pt x="30" y="27"/>
                    <a:pt x="30" y="27"/>
                  </a:cubicBezTo>
                  <a:cubicBezTo>
                    <a:pt x="31" y="28"/>
                    <a:pt x="30" y="30"/>
                    <a:pt x="30" y="31"/>
                  </a:cubicBezTo>
                  <a:cubicBezTo>
                    <a:pt x="31" y="32"/>
                    <a:pt x="31" y="33"/>
                    <a:pt x="32" y="34"/>
                  </a:cubicBezTo>
                  <a:cubicBezTo>
                    <a:pt x="32" y="34"/>
                    <a:pt x="33" y="35"/>
                    <a:pt x="33" y="36"/>
                  </a:cubicBezTo>
                  <a:cubicBezTo>
                    <a:pt x="33" y="36"/>
                    <a:pt x="32" y="37"/>
                    <a:pt x="33" y="38"/>
                  </a:cubicBezTo>
                  <a:cubicBezTo>
                    <a:pt x="33" y="38"/>
                    <a:pt x="33" y="39"/>
                    <a:pt x="33" y="39"/>
                  </a:cubicBezTo>
                  <a:cubicBezTo>
                    <a:pt x="33" y="40"/>
                    <a:pt x="33" y="41"/>
                    <a:pt x="33" y="42"/>
                  </a:cubicBezTo>
                  <a:cubicBezTo>
                    <a:pt x="32" y="42"/>
                    <a:pt x="31" y="43"/>
                    <a:pt x="31" y="43"/>
                  </a:cubicBezTo>
                  <a:cubicBezTo>
                    <a:pt x="30" y="43"/>
                    <a:pt x="29" y="44"/>
                    <a:pt x="29" y="44"/>
                  </a:cubicBezTo>
                  <a:cubicBezTo>
                    <a:pt x="28" y="44"/>
                    <a:pt x="27" y="44"/>
                    <a:pt x="27" y="45"/>
                  </a:cubicBezTo>
                  <a:cubicBezTo>
                    <a:pt x="26" y="45"/>
                    <a:pt x="25" y="46"/>
                    <a:pt x="25" y="46"/>
                  </a:cubicBezTo>
                  <a:cubicBezTo>
                    <a:pt x="24" y="47"/>
                    <a:pt x="24" y="48"/>
                    <a:pt x="23" y="48"/>
                  </a:cubicBezTo>
                  <a:cubicBezTo>
                    <a:pt x="23" y="48"/>
                    <a:pt x="22" y="48"/>
                    <a:pt x="22" y="48"/>
                  </a:cubicBezTo>
                  <a:cubicBezTo>
                    <a:pt x="21" y="48"/>
                    <a:pt x="20" y="48"/>
                    <a:pt x="19" y="48"/>
                  </a:cubicBezTo>
                  <a:cubicBezTo>
                    <a:pt x="19" y="48"/>
                    <a:pt x="17" y="48"/>
                    <a:pt x="16" y="48"/>
                  </a:cubicBezTo>
                  <a:cubicBezTo>
                    <a:pt x="15" y="48"/>
                    <a:pt x="14" y="47"/>
                    <a:pt x="13" y="47"/>
                  </a:cubicBezTo>
                  <a:cubicBezTo>
                    <a:pt x="12" y="47"/>
                    <a:pt x="12" y="46"/>
                    <a:pt x="11" y="46"/>
                  </a:cubicBezTo>
                  <a:cubicBezTo>
                    <a:pt x="11" y="46"/>
                    <a:pt x="10" y="47"/>
                    <a:pt x="10" y="47"/>
                  </a:cubicBezTo>
                  <a:cubicBezTo>
                    <a:pt x="9" y="47"/>
                    <a:pt x="6" y="47"/>
                    <a:pt x="5" y="47"/>
                  </a:cubicBezTo>
                  <a:cubicBezTo>
                    <a:pt x="4" y="47"/>
                    <a:pt x="3" y="48"/>
                    <a:pt x="1" y="48"/>
                  </a:cubicBezTo>
                  <a:cubicBezTo>
                    <a:pt x="1" y="47"/>
                    <a:pt x="1" y="47"/>
                    <a:pt x="1" y="46"/>
                  </a:cubicBezTo>
                  <a:cubicBezTo>
                    <a:pt x="1" y="46"/>
                    <a:pt x="2" y="45"/>
                    <a:pt x="2" y="44"/>
                  </a:cubicBezTo>
                  <a:cubicBezTo>
                    <a:pt x="2" y="44"/>
                    <a:pt x="2" y="43"/>
                    <a:pt x="2" y="42"/>
                  </a:cubicBezTo>
                  <a:cubicBezTo>
                    <a:pt x="2" y="42"/>
                    <a:pt x="3" y="41"/>
                    <a:pt x="2" y="40"/>
                  </a:cubicBezTo>
                  <a:cubicBezTo>
                    <a:pt x="2" y="40"/>
                    <a:pt x="1" y="39"/>
                    <a:pt x="1" y="39"/>
                  </a:cubicBezTo>
                  <a:cubicBezTo>
                    <a:pt x="1" y="38"/>
                    <a:pt x="0" y="38"/>
                    <a:pt x="0" y="37"/>
                  </a:cubicBezTo>
                  <a:cubicBezTo>
                    <a:pt x="0" y="37"/>
                    <a:pt x="1" y="36"/>
                    <a:pt x="1" y="36"/>
                  </a:cubicBezTo>
                  <a:cubicBezTo>
                    <a:pt x="1" y="35"/>
                    <a:pt x="1" y="35"/>
                    <a:pt x="1" y="34"/>
                  </a:cubicBezTo>
                  <a:cubicBezTo>
                    <a:pt x="1" y="34"/>
                    <a:pt x="2" y="34"/>
                    <a:pt x="2" y="33"/>
                  </a:cubicBezTo>
                  <a:cubicBezTo>
                    <a:pt x="3" y="33"/>
                    <a:pt x="3" y="33"/>
                    <a:pt x="3" y="33"/>
                  </a:cubicBezTo>
                  <a:cubicBezTo>
                    <a:pt x="3" y="33"/>
                    <a:pt x="4" y="33"/>
                    <a:pt x="4" y="33"/>
                  </a:cubicBezTo>
                  <a:cubicBezTo>
                    <a:pt x="5" y="33"/>
                    <a:pt x="5" y="34"/>
                    <a:pt x="6" y="34"/>
                  </a:cubicBezTo>
                  <a:cubicBezTo>
                    <a:pt x="6" y="34"/>
                    <a:pt x="7" y="33"/>
                    <a:pt x="7" y="33"/>
                  </a:cubicBezTo>
                  <a:cubicBezTo>
                    <a:pt x="8" y="33"/>
                    <a:pt x="8" y="32"/>
                    <a:pt x="8" y="32"/>
                  </a:cubicBezTo>
                  <a:cubicBezTo>
                    <a:pt x="8" y="31"/>
                    <a:pt x="8" y="30"/>
                    <a:pt x="8" y="30"/>
                  </a:cubicBezTo>
                  <a:cubicBezTo>
                    <a:pt x="8" y="30"/>
                    <a:pt x="9" y="30"/>
                    <a:pt x="9" y="29"/>
                  </a:cubicBezTo>
                  <a:cubicBezTo>
                    <a:pt x="9" y="29"/>
                    <a:pt x="10" y="29"/>
                    <a:pt x="11" y="29"/>
                  </a:cubicBezTo>
                  <a:cubicBezTo>
                    <a:pt x="11" y="29"/>
                    <a:pt x="12" y="28"/>
                    <a:pt x="12" y="28"/>
                  </a:cubicBezTo>
                  <a:cubicBezTo>
                    <a:pt x="12" y="28"/>
                    <a:pt x="12" y="27"/>
                    <a:pt x="12" y="26"/>
                  </a:cubicBezTo>
                  <a:cubicBezTo>
                    <a:pt x="12" y="26"/>
                    <a:pt x="10" y="26"/>
                    <a:pt x="10" y="25"/>
                  </a:cubicBezTo>
                  <a:cubicBezTo>
                    <a:pt x="9" y="25"/>
                    <a:pt x="9" y="24"/>
                    <a:pt x="9" y="24"/>
                  </a:cubicBezTo>
                  <a:cubicBezTo>
                    <a:pt x="9" y="23"/>
                    <a:pt x="9" y="23"/>
                    <a:pt x="9" y="22"/>
                  </a:cubicBezTo>
                  <a:cubicBezTo>
                    <a:pt x="10" y="22"/>
                    <a:pt x="10" y="22"/>
                    <a:pt x="11" y="22"/>
                  </a:cubicBezTo>
                  <a:cubicBezTo>
                    <a:pt x="12" y="21"/>
                    <a:pt x="13" y="20"/>
                    <a:pt x="14" y="19"/>
                  </a:cubicBezTo>
                  <a:cubicBezTo>
                    <a:pt x="15" y="19"/>
                    <a:pt x="15" y="17"/>
                    <a:pt x="16" y="17"/>
                  </a:cubicBezTo>
                  <a:cubicBezTo>
                    <a:pt x="16" y="16"/>
                    <a:pt x="17" y="16"/>
                    <a:pt x="18" y="15"/>
                  </a:cubicBezTo>
                  <a:cubicBezTo>
                    <a:pt x="18" y="15"/>
                    <a:pt x="18" y="14"/>
                    <a:pt x="18" y="14"/>
                  </a:cubicBezTo>
                  <a:cubicBezTo>
                    <a:pt x="18" y="13"/>
                    <a:pt x="19" y="13"/>
                    <a:pt x="19" y="12"/>
                  </a:cubicBezTo>
                  <a:cubicBezTo>
                    <a:pt x="19" y="12"/>
                    <a:pt x="19" y="11"/>
                    <a:pt x="18" y="10"/>
                  </a:cubicBezTo>
                  <a:cubicBezTo>
                    <a:pt x="18" y="9"/>
                    <a:pt x="18" y="8"/>
                    <a:pt x="17" y="8"/>
                  </a:cubicBezTo>
                  <a:cubicBezTo>
                    <a:pt x="17" y="7"/>
                    <a:pt x="17" y="6"/>
                    <a:pt x="17" y="5"/>
                  </a:cubicBezTo>
                  <a:cubicBezTo>
                    <a:pt x="17" y="5"/>
                    <a:pt x="16" y="3"/>
                    <a:pt x="16" y="3"/>
                  </a:cubicBezTo>
                  <a:cubicBezTo>
                    <a:pt x="16" y="3"/>
                    <a:pt x="16" y="2"/>
                    <a:pt x="16"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68"/>
            <p:cNvSpPr>
              <a:spLocks/>
            </p:cNvSpPr>
            <p:nvPr/>
          </p:nvSpPr>
          <p:spPr bwMode="auto">
            <a:xfrm>
              <a:off x="2317751" y="3967163"/>
              <a:ext cx="33338" cy="33338"/>
            </a:xfrm>
            <a:custGeom>
              <a:avLst/>
              <a:gdLst/>
              <a:ahLst/>
              <a:cxnLst>
                <a:cxn ang="0">
                  <a:pos x="2" y="2"/>
                </a:cxn>
                <a:cxn ang="0">
                  <a:pos x="3" y="2"/>
                </a:cxn>
                <a:cxn ang="0">
                  <a:pos x="5" y="2"/>
                </a:cxn>
                <a:cxn ang="0">
                  <a:pos x="6" y="3"/>
                </a:cxn>
                <a:cxn ang="0">
                  <a:pos x="8" y="3"/>
                </a:cxn>
                <a:cxn ang="0">
                  <a:pos x="9" y="2"/>
                </a:cxn>
                <a:cxn ang="0">
                  <a:pos x="11" y="1"/>
                </a:cxn>
                <a:cxn ang="0">
                  <a:pos x="13" y="1"/>
                </a:cxn>
                <a:cxn ang="0">
                  <a:pos x="14" y="3"/>
                </a:cxn>
                <a:cxn ang="0">
                  <a:pos x="15" y="4"/>
                </a:cxn>
                <a:cxn ang="0">
                  <a:pos x="15" y="6"/>
                </a:cxn>
                <a:cxn ang="0">
                  <a:pos x="15" y="6"/>
                </a:cxn>
                <a:cxn ang="0">
                  <a:pos x="15" y="8"/>
                </a:cxn>
                <a:cxn ang="0">
                  <a:pos x="16" y="9"/>
                </a:cxn>
                <a:cxn ang="0">
                  <a:pos x="18" y="10"/>
                </a:cxn>
                <a:cxn ang="0">
                  <a:pos x="18" y="12"/>
                </a:cxn>
                <a:cxn ang="0">
                  <a:pos x="17" y="13"/>
                </a:cxn>
                <a:cxn ang="0">
                  <a:pos x="15" y="13"/>
                </a:cxn>
                <a:cxn ang="0">
                  <a:pos x="14" y="14"/>
                </a:cxn>
                <a:cxn ang="0">
                  <a:pos x="14" y="16"/>
                </a:cxn>
                <a:cxn ang="0">
                  <a:pos x="13" y="17"/>
                </a:cxn>
                <a:cxn ang="0">
                  <a:pos x="12" y="18"/>
                </a:cxn>
                <a:cxn ang="0">
                  <a:pos x="10" y="17"/>
                </a:cxn>
                <a:cxn ang="0">
                  <a:pos x="9" y="17"/>
                </a:cxn>
                <a:cxn ang="0">
                  <a:pos x="8" y="16"/>
                </a:cxn>
                <a:cxn ang="0">
                  <a:pos x="7" y="14"/>
                </a:cxn>
                <a:cxn ang="0">
                  <a:pos x="6" y="13"/>
                </a:cxn>
                <a:cxn ang="0">
                  <a:pos x="4" y="12"/>
                </a:cxn>
                <a:cxn ang="0">
                  <a:pos x="3" y="11"/>
                </a:cxn>
                <a:cxn ang="0">
                  <a:pos x="1" y="9"/>
                </a:cxn>
                <a:cxn ang="0">
                  <a:pos x="0" y="7"/>
                </a:cxn>
                <a:cxn ang="0">
                  <a:pos x="1" y="6"/>
                </a:cxn>
                <a:cxn ang="0">
                  <a:pos x="1" y="4"/>
                </a:cxn>
                <a:cxn ang="0">
                  <a:pos x="2" y="2"/>
                </a:cxn>
                <a:cxn ang="0">
                  <a:pos x="2" y="2"/>
                </a:cxn>
              </a:cxnLst>
              <a:rect l="0" t="0" r="r" b="b"/>
              <a:pathLst>
                <a:path w="18" h="18">
                  <a:moveTo>
                    <a:pt x="2" y="2"/>
                  </a:moveTo>
                  <a:cubicBezTo>
                    <a:pt x="2" y="2"/>
                    <a:pt x="3" y="2"/>
                    <a:pt x="3" y="2"/>
                  </a:cubicBezTo>
                  <a:cubicBezTo>
                    <a:pt x="4" y="2"/>
                    <a:pt x="5" y="2"/>
                    <a:pt x="5" y="2"/>
                  </a:cubicBezTo>
                  <a:cubicBezTo>
                    <a:pt x="5" y="3"/>
                    <a:pt x="6" y="3"/>
                    <a:pt x="6" y="3"/>
                  </a:cubicBezTo>
                  <a:cubicBezTo>
                    <a:pt x="7" y="3"/>
                    <a:pt x="8" y="3"/>
                    <a:pt x="8" y="3"/>
                  </a:cubicBezTo>
                  <a:cubicBezTo>
                    <a:pt x="8" y="3"/>
                    <a:pt x="9" y="2"/>
                    <a:pt x="9" y="2"/>
                  </a:cubicBezTo>
                  <a:cubicBezTo>
                    <a:pt x="9" y="1"/>
                    <a:pt x="10" y="1"/>
                    <a:pt x="11" y="1"/>
                  </a:cubicBezTo>
                  <a:cubicBezTo>
                    <a:pt x="11" y="1"/>
                    <a:pt x="12" y="0"/>
                    <a:pt x="13" y="1"/>
                  </a:cubicBezTo>
                  <a:cubicBezTo>
                    <a:pt x="13" y="1"/>
                    <a:pt x="14" y="2"/>
                    <a:pt x="14" y="3"/>
                  </a:cubicBezTo>
                  <a:cubicBezTo>
                    <a:pt x="14" y="3"/>
                    <a:pt x="15" y="3"/>
                    <a:pt x="15" y="4"/>
                  </a:cubicBezTo>
                  <a:cubicBezTo>
                    <a:pt x="15" y="4"/>
                    <a:pt x="15" y="5"/>
                    <a:pt x="15" y="6"/>
                  </a:cubicBezTo>
                  <a:cubicBezTo>
                    <a:pt x="15" y="6"/>
                    <a:pt x="15" y="6"/>
                    <a:pt x="15" y="6"/>
                  </a:cubicBezTo>
                  <a:cubicBezTo>
                    <a:pt x="15" y="7"/>
                    <a:pt x="15" y="7"/>
                    <a:pt x="15" y="8"/>
                  </a:cubicBezTo>
                  <a:cubicBezTo>
                    <a:pt x="15" y="8"/>
                    <a:pt x="15" y="9"/>
                    <a:pt x="16" y="9"/>
                  </a:cubicBezTo>
                  <a:cubicBezTo>
                    <a:pt x="16" y="10"/>
                    <a:pt x="18" y="10"/>
                    <a:pt x="18" y="10"/>
                  </a:cubicBezTo>
                  <a:cubicBezTo>
                    <a:pt x="18" y="11"/>
                    <a:pt x="18" y="12"/>
                    <a:pt x="18" y="12"/>
                  </a:cubicBezTo>
                  <a:cubicBezTo>
                    <a:pt x="18" y="12"/>
                    <a:pt x="17" y="13"/>
                    <a:pt x="17" y="13"/>
                  </a:cubicBezTo>
                  <a:cubicBezTo>
                    <a:pt x="16" y="13"/>
                    <a:pt x="15" y="13"/>
                    <a:pt x="15" y="13"/>
                  </a:cubicBezTo>
                  <a:cubicBezTo>
                    <a:pt x="15" y="14"/>
                    <a:pt x="14" y="14"/>
                    <a:pt x="14" y="14"/>
                  </a:cubicBezTo>
                  <a:cubicBezTo>
                    <a:pt x="14" y="14"/>
                    <a:pt x="14" y="15"/>
                    <a:pt x="14" y="16"/>
                  </a:cubicBezTo>
                  <a:cubicBezTo>
                    <a:pt x="14" y="16"/>
                    <a:pt x="14" y="17"/>
                    <a:pt x="13" y="17"/>
                  </a:cubicBezTo>
                  <a:cubicBezTo>
                    <a:pt x="13" y="17"/>
                    <a:pt x="12" y="18"/>
                    <a:pt x="12" y="18"/>
                  </a:cubicBezTo>
                  <a:cubicBezTo>
                    <a:pt x="11" y="18"/>
                    <a:pt x="11" y="17"/>
                    <a:pt x="10" y="17"/>
                  </a:cubicBezTo>
                  <a:cubicBezTo>
                    <a:pt x="10" y="17"/>
                    <a:pt x="9" y="17"/>
                    <a:pt x="9" y="17"/>
                  </a:cubicBezTo>
                  <a:cubicBezTo>
                    <a:pt x="9" y="16"/>
                    <a:pt x="8" y="16"/>
                    <a:pt x="8" y="16"/>
                  </a:cubicBezTo>
                  <a:cubicBezTo>
                    <a:pt x="8" y="16"/>
                    <a:pt x="7" y="15"/>
                    <a:pt x="7" y="14"/>
                  </a:cubicBezTo>
                  <a:cubicBezTo>
                    <a:pt x="7" y="14"/>
                    <a:pt x="6" y="13"/>
                    <a:pt x="6" y="13"/>
                  </a:cubicBezTo>
                  <a:cubicBezTo>
                    <a:pt x="6" y="12"/>
                    <a:pt x="4" y="12"/>
                    <a:pt x="4" y="12"/>
                  </a:cubicBezTo>
                  <a:cubicBezTo>
                    <a:pt x="3" y="11"/>
                    <a:pt x="3" y="11"/>
                    <a:pt x="3" y="11"/>
                  </a:cubicBezTo>
                  <a:cubicBezTo>
                    <a:pt x="2" y="11"/>
                    <a:pt x="2" y="10"/>
                    <a:pt x="1" y="9"/>
                  </a:cubicBezTo>
                  <a:cubicBezTo>
                    <a:pt x="1" y="9"/>
                    <a:pt x="1" y="8"/>
                    <a:pt x="0" y="7"/>
                  </a:cubicBezTo>
                  <a:cubicBezTo>
                    <a:pt x="0" y="7"/>
                    <a:pt x="0" y="6"/>
                    <a:pt x="1" y="6"/>
                  </a:cubicBezTo>
                  <a:cubicBezTo>
                    <a:pt x="1" y="5"/>
                    <a:pt x="1" y="4"/>
                    <a:pt x="1" y="4"/>
                  </a:cubicBezTo>
                  <a:cubicBezTo>
                    <a:pt x="2" y="3"/>
                    <a:pt x="1" y="3"/>
                    <a:pt x="2" y="2"/>
                  </a:cubicBezTo>
                  <a:cubicBezTo>
                    <a:pt x="2" y="2"/>
                    <a:pt x="2" y="2"/>
                    <a:pt x="2"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69"/>
            <p:cNvSpPr>
              <a:spLocks/>
            </p:cNvSpPr>
            <p:nvPr/>
          </p:nvSpPr>
          <p:spPr bwMode="auto">
            <a:xfrm>
              <a:off x="2449513" y="3425826"/>
              <a:ext cx="125413" cy="69850"/>
            </a:xfrm>
            <a:custGeom>
              <a:avLst/>
              <a:gdLst/>
              <a:ahLst/>
              <a:cxnLst>
                <a:cxn ang="0">
                  <a:pos x="66" y="10"/>
                </a:cxn>
                <a:cxn ang="0">
                  <a:pos x="66" y="20"/>
                </a:cxn>
                <a:cxn ang="0">
                  <a:pos x="55" y="26"/>
                </a:cxn>
                <a:cxn ang="0">
                  <a:pos x="47" y="28"/>
                </a:cxn>
                <a:cxn ang="0">
                  <a:pos x="44" y="32"/>
                </a:cxn>
                <a:cxn ang="0">
                  <a:pos x="41" y="34"/>
                </a:cxn>
                <a:cxn ang="0">
                  <a:pos x="34" y="37"/>
                </a:cxn>
                <a:cxn ang="0">
                  <a:pos x="32" y="34"/>
                </a:cxn>
                <a:cxn ang="0">
                  <a:pos x="28" y="36"/>
                </a:cxn>
                <a:cxn ang="0">
                  <a:pos x="26" y="34"/>
                </a:cxn>
                <a:cxn ang="0">
                  <a:pos x="23" y="34"/>
                </a:cxn>
                <a:cxn ang="0">
                  <a:pos x="18" y="31"/>
                </a:cxn>
                <a:cxn ang="0">
                  <a:pos x="14" y="26"/>
                </a:cxn>
                <a:cxn ang="0">
                  <a:pos x="10" y="28"/>
                </a:cxn>
                <a:cxn ang="0">
                  <a:pos x="8" y="27"/>
                </a:cxn>
                <a:cxn ang="0">
                  <a:pos x="5" y="28"/>
                </a:cxn>
                <a:cxn ang="0">
                  <a:pos x="2" y="24"/>
                </a:cxn>
                <a:cxn ang="0">
                  <a:pos x="2" y="21"/>
                </a:cxn>
                <a:cxn ang="0">
                  <a:pos x="3" y="17"/>
                </a:cxn>
                <a:cxn ang="0">
                  <a:pos x="2" y="13"/>
                </a:cxn>
                <a:cxn ang="0">
                  <a:pos x="1" y="11"/>
                </a:cxn>
                <a:cxn ang="0">
                  <a:pos x="3" y="9"/>
                </a:cxn>
                <a:cxn ang="0">
                  <a:pos x="8" y="9"/>
                </a:cxn>
                <a:cxn ang="0">
                  <a:pos x="16" y="8"/>
                </a:cxn>
                <a:cxn ang="0">
                  <a:pos x="21" y="5"/>
                </a:cxn>
                <a:cxn ang="0">
                  <a:pos x="26" y="3"/>
                </a:cxn>
                <a:cxn ang="0">
                  <a:pos x="30" y="5"/>
                </a:cxn>
                <a:cxn ang="0">
                  <a:pos x="36" y="4"/>
                </a:cxn>
                <a:cxn ang="0">
                  <a:pos x="44" y="2"/>
                </a:cxn>
                <a:cxn ang="0">
                  <a:pos x="50" y="4"/>
                </a:cxn>
                <a:cxn ang="0">
                  <a:pos x="54" y="1"/>
                </a:cxn>
                <a:cxn ang="0">
                  <a:pos x="60" y="1"/>
                </a:cxn>
                <a:cxn ang="0">
                  <a:pos x="64" y="4"/>
                </a:cxn>
                <a:cxn ang="0">
                  <a:pos x="66" y="5"/>
                </a:cxn>
              </a:cxnLst>
              <a:rect l="0" t="0" r="r" b="b"/>
              <a:pathLst>
                <a:path w="67" h="37">
                  <a:moveTo>
                    <a:pt x="66" y="6"/>
                  </a:moveTo>
                  <a:cubicBezTo>
                    <a:pt x="66" y="7"/>
                    <a:pt x="67" y="9"/>
                    <a:pt x="66" y="10"/>
                  </a:cubicBezTo>
                  <a:cubicBezTo>
                    <a:pt x="66" y="12"/>
                    <a:pt x="66" y="14"/>
                    <a:pt x="66" y="15"/>
                  </a:cubicBezTo>
                  <a:cubicBezTo>
                    <a:pt x="66" y="16"/>
                    <a:pt x="67" y="19"/>
                    <a:pt x="66" y="20"/>
                  </a:cubicBezTo>
                  <a:cubicBezTo>
                    <a:pt x="66" y="21"/>
                    <a:pt x="65" y="21"/>
                    <a:pt x="64" y="22"/>
                  </a:cubicBezTo>
                  <a:cubicBezTo>
                    <a:pt x="62" y="23"/>
                    <a:pt x="58" y="25"/>
                    <a:pt x="55" y="26"/>
                  </a:cubicBezTo>
                  <a:cubicBezTo>
                    <a:pt x="54" y="26"/>
                    <a:pt x="52" y="27"/>
                    <a:pt x="51" y="28"/>
                  </a:cubicBezTo>
                  <a:cubicBezTo>
                    <a:pt x="50" y="28"/>
                    <a:pt x="48" y="28"/>
                    <a:pt x="47" y="28"/>
                  </a:cubicBezTo>
                  <a:cubicBezTo>
                    <a:pt x="47" y="28"/>
                    <a:pt x="45" y="28"/>
                    <a:pt x="44" y="29"/>
                  </a:cubicBezTo>
                  <a:cubicBezTo>
                    <a:pt x="44" y="30"/>
                    <a:pt x="45" y="31"/>
                    <a:pt x="44" y="32"/>
                  </a:cubicBezTo>
                  <a:cubicBezTo>
                    <a:pt x="44" y="32"/>
                    <a:pt x="44" y="33"/>
                    <a:pt x="44" y="34"/>
                  </a:cubicBezTo>
                  <a:cubicBezTo>
                    <a:pt x="44" y="34"/>
                    <a:pt x="42" y="34"/>
                    <a:pt x="41" y="34"/>
                  </a:cubicBezTo>
                  <a:cubicBezTo>
                    <a:pt x="40" y="35"/>
                    <a:pt x="38" y="35"/>
                    <a:pt x="37" y="36"/>
                  </a:cubicBezTo>
                  <a:cubicBezTo>
                    <a:pt x="36" y="36"/>
                    <a:pt x="35" y="37"/>
                    <a:pt x="34" y="37"/>
                  </a:cubicBezTo>
                  <a:cubicBezTo>
                    <a:pt x="34" y="37"/>
                    <a:pt x="33" y="36"/>
                    <a:pt x="33" y="36"/>
                  </a:cubicBezTo>
                  <a:cubicBezTo>
                    <a:pt x="32" y="35"/>
                    <a:pt x="32" y="34"/>
                    <a:pt x="32" y="34"/>
                  </a:cubicBezTo>
                  <a:cubicBezTo>
                    <a:pt x="31" y="34"/>
                    <a:pt x="30" y="34"/>
                    <a:pt x="29" y="35"/>
                  </a:cubicBezTo>
                  <a:cubicBezTo>
                    <a:pt x="29" y="35"/>
                    <a:pt x="29" y="36"/>
                    <a:pt x="28" y="36"/>
                  </a:cubicBezTo>
                  <a:cubicBezTo>
                    <a:pt x="28" y="36"/>
                    <a:pt x="26" y="36"/>
                    <a:pt x="26" y="36"/>
                  </a:cubicBezTo>
                  <a:cubicBezTo>
                    <a:pt x="26" y="35"/>
                    <a:pt x="26" y="34"/>
                    <a:pt x="26" y="34"/>
                  </a:cubicBezTo>
                  <a:cubicBezTo>
                    <a:pt x="26" y="34"/>
                    <a:pt x="25" y="33"/>
                    <a:pt x="25" y="33"/>
                  </a:cubicBezTo>
                  <a:cubicBezTo>
                    <a:pt x="25" y="32"/>
                    <a:pt x="24" y="33"/>
                    <a:pt x="23" y="34"/>
                  </a:cubicBezTo>
                  <a:cubicBezTo>
                    <a:pt x="23" y="34"/>
                    <a:pt x="21" y="34"/>
                    <a:pt x="21" y="34"/>
                  </a:cubicBezTo>
                  <a:cubicBezTo>
                    <a:pt x="20" y="33"/>
                    <a:pt x="18" y="32"/>
                    <a:pt x="18" y="31"/>
                  </a:cubicBezTo>
                  <a:cubicBezTo>
                    <a:pt x="17" y="30"/>
                    <a:pt x="16" y="29"/>
                    <a:pt x="16" y="28"/>
                  </a:cubicBezTo>
                  <a:cubicBezTo>
                    <a:pt x="16" y="28"/>
                    <a:pt x="15" y="27"/>
                    <a:pt x="14" y="26"/>
                  </a:cubicBezTo>
                  <a:cubicBezTo>
                    <a:pt x="14" y="26"/>
                    <a:pt x="12" y="26"/>
                    <a:pt x="12" y="26"/>
                  </a:cubicBezTo>
                  <a:cubicBezTo>
                    <a:pt x="11" y="26"/>
                    <a:pt x="11" y="28"/>
                    <a:pt x="10" y="28"/>
                  </a:cubicBezTo>
                  <a:cubicBezTo>
                    <a:pt x="10" y="28"/>
                    <a:pt x="10" y="28"/>
                    <a:pt x="9" y="27"/>
                  </a:cubicBezTo>
                  <a:cubicBezTo>
                    <a:pt x="9" y="27"/>
                    <a:pt x="8" y="26"/>
                    <a:pt x="8" y="27"/>
                  </a:cubicBezTo>
                  <a:cubicBezTo>
                    <a:pt x="8" y="27"/>
                    <a:pt x="7" y="27"/>
                    <a:pt x="7" y="27"/>
                  </a:cubicBezTo>
                  <a:cubicBezTo>
                    <a:pt x="6" y="28"/>
                    <a:pt x="5" y="28"/>
                    <a:pt x="5" y="28"/>
                  </a:cubicBezTo>
                  <a:cubicBezTo>
                    <a:pt x="4" y="28"/>
                    <a:pt x="3" y="27"/>
                    <a:pt x="3" y="27"/>
                  </a:cubicBezTo>
                  <a:cubicBezTo>
                    <a:pt x="3" y="26"/>
                    <a:pt x="3" y="24"/>
                    <a:pt x="2" y="24"/>
                  </a:cubicBezTo>
                  <a:cubicBezTo>
                    <a:pt x="2" y="23"/>
                    <a:pt x="2" y="23"/>
                    <a:pt x="2" y="23"/>
                  </a:cubicBezTo>
                  <a:cubicBezTo>
                    <a:pt x="1" y="22"/>
                    <a:pt x="2" y="21"/>
                    <a:pt x="2" y="21"/>
                  </a:cubicBezTo>
                  <a:cubicBezTo>
                    <a:pt x="2" y="21"/>
                    <a:pt x="3" y="20"/>
                    <a:pt x="3" y="19"/>
                  </a:cubicBezTo>
                  <a:cubicBezTo>
                    <a:pt x="3" y="19"/>
                    <a:pt x="3" y="18"/>
                    <a:pt x="3" y="17"/>
                  </a:cubicBezTo>
                  <a:cubicBezTo>
                    <a:pt x="3" y="17"/>
                    <a:pt x="3" y="15"/>
                    <a:pt x="3" y="15"/>
                  </a:cubicBezTo>
                  <a:cubicBezTo>
                    <a:pt x="3" y="14"/>
                    <a:pt x="3" y="14"/>
                    <a:pt x="2" y="13"/>
                  </a:cubicBezTo>
                  <a:cubicBezTo>
                    <a:pt x="2" y="13"/>
                    <a:pt x="1" y="12"/>
                    <a:pt x="1" y="12"/>
                  </a:cubicBezTo>
                  <a:cubicBezTo>
                    <a:pt x="0" y="12"/>
                    <a:pt x="0" y="11"/>
                    <a:pt x="1" y="11"/>
                  </a:cubicBezTo>
                  <a:cubicBezTo>
                    <a:pt x="1" y="11"/>
                    <a:pt x="1" y="11"/>
                    <a:pt x="1" y="11"/>
                  </a:cubicBezTo>
                  <a:cubicBezTo>
                    <a:pt x="1" y="10"/>
                    <a:pt x="2" y="10"/>
                    <a:pt x="3" y="9"/>
                  </a:cubicBezTo>
                  <a:cubicBezTo>
                    <a:pt x="3" y="9"/>
                    <a:pt x="5" y="9"/>
                    <a:pt x="6" y="8"/>
                  </a:cubicBezTo>
                  <a:cubicBezTo>
                    <a:pt x="6" y="8"/>
                    <a:pt x="7" y="9"/>
                    <a:pt x="8" y="9"/>
                  </a:cubicBezTo>
                  <a:cubicBezTo>
                    <a:pt x="9" y="9"/>
                    <a:pt x="10" y="9"/>
                    <a:pt x="11" y="9"/>
                  </a:cubicBezTo>
                  <a:cubicBezTo>
                    <a:pt x="12" y="9"/>
                    <a:pt x="14" y="9"/>
                    <a:pt x="16" y="8"/>
                  </a:cubicBezTo>
                  <a:cubicBezTo>
                    <a:pt x="16" y="8"/>
                    <a:pt x="18" y="7"/>
                    <a:pt x="18" y="7"/>
                  </a:cubicBezTo>
                  <a:cubicBezTo>
                    <a:pt x="19" y="7"/>
                    <a:pt x="20" y="6"/>
                    <a:pt x="21" y="5"/>
                  </a:cubicBezTo>
                  <a:cubicBezTo>
                    <a:pt x="22" y="5"/>
                    <a:pt x="23" y="3"/>
                    <a:pt x="23" y="3"/>
                  </a:cubicBezTo>
                  <a:cubicBezTo>
                    <a:pt x="24" y="3"/>
                    <a:pt x="26" y="3"/>
                    <a:pt x="26" y="3"/>
                  </a:cubicBezTo>
                  <a:cubicBezTo>
                    <a:pt x="27" y="3"/>
                    <a:pt x="27" y="4"/>
                    <a:pt x="28" y="4"/>
                  </a:cubicBezTo>
                  <a:cubicBezTo>
                    <a:pt x="28" y="4"/>
                    <a:pt x="29" y="5"/>
                    <a:pt x="30" y="5"/>
                  </a:cubicBezTo>
                  <a:cubicBezTo>
                    <a:pt x="30" y="5"/>
                    <a:pt x="32" y="5"/>
                    <a:pt x="33" y="5"/>
                  </a:cubicBezTo>
                  <a:cubicBezTo>
                    <a:pt x="34" y="5"/>
                    <a:pt x="36" y="4"/>
                    <a:pt x="36" y="4"/>
                  </a:cubicBezTo>
                  <a:cubicBezTo>
                    <a:pt x="38" y="3"/>
                    <a:pt x="40" y="2"/>
                    <a:pt x="41" y="2"/>
                  </a:cubicBezTo>
                  <a:cubicBezTo>
                    <a:pt x="42" y="1"/>
                    <a:pt x="43" y="2"/>
                    <a:pt x="44" y="2"/>
                  </a:cubicBezTo>
                  <a:cubicBezTo>
                    <a:pt x="45" y="3"/>
                    <a:pt x="46" y="2"/>
                    <a:pt x="47" y="3"/>
                  </a:cubicBezTo>
                  <a:cubicBezTo>
                    <a:pt x="48" y="3"/>
                    <a:pt x="49" y="4"/>
                    <a:pt x="50" y="4"/>
                  </a:cubicBezTo>
                  <a:cubicBezTo>
                    <a:pt x="50" y="4"/>
                    <a:pt x="51" y="4"/>
                    <a:pt x="52" y="3"/>
                  </a:cubicBezTo>
                  <a:cubicBezTo>
                    <a:pt x="53" y="3"/>
                    <a:pt x="54" y="1"/>
                    <a:pt x="54" y="1"/>
                  </a:cubicBezTo>
                  <a:cubicBezTo>
                    <a:pt x="55" y="1"/>
                    <a:pt x="57" y="0"/>
                    <a:pt x="57" y="0"/>
                  </a:cubicBezTo>
                  <a:cubicBezTo>
                    <a:pt x="58" y="0"/>
                    <a:pt x="59" y="1"/>
                    <a:pt x="60" y="1"/>
                  </a:cubicBezTo>
                  <a:cubicBezTo>
                    <a:pt x="60" y="1"/>
                    <a:pt x="61" y="3"/>
                    <a:pt x="62" y="3"/>
                  </a:cubicBezTo>
                  <a:cubicBezTo>
                    <a:pt x="63" y="3"/>
                    <a:pt x="64" y="4"/>
                    <a:pt x="64" y="4"/>
                  </a:cubicBezTo>
                  <a:cubicBezTo>
                    <a:pt x="65" y="4"/>
                    <a:pt x="66" y="4"/>
                    <a:pt x="66" y="4"/>
                  </a:cubicBezTo>
                  <a:cubicBezTo>
                    <a:pt x="66" y="4"/>
                    <a:pt x="66" y="5"/>
                    <a:pt x="66" y="5"/>
                  </a:cubicBezTo>
                  <a:cubicBezTo>
                    <a:pt x="66" y="5"/>
                    <a:pt x="66" y="6"/>
                    <a:pt x="66"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70"/>
            <p:cNvSpPr>
              <a:spLocks/>
            </p:cNvSpPr>
            <p:nvPr/>
          </p:nvSpPr>
          <p:spPr bwMode="auto">
            <a:xfrm>
              <a:off x="2397126" y="3695701"/>
              <a:ext cx="255588" cy="212725"/>
            </a:xfrm>
            <a:custGeom>
              <a:avLst/>
              <a:gdLst/>
              <a:ahLst/>
              <a:cxnLst>
                <a:cxn ang="0">
                  <a:pos x="48" y="32"/>
                </a:cxn>
                <a:cxn ang="0">
                  <a:pos x="50" y="29"/>
                </a:cxn>
                <a:cxn ang="0">
                  <a:pos x="55" y="28"/>
                </a:cxn>
                <a:cxn ang="0">
                  <a:pos x="58" y="25"/>
                </a:cxn>
                <a:cxn ang="0">
                  <a:pos x="62" y="20"/>
                </a:cxn>
                <a:cxn ang="0">
                  <a:pos x="66" y="25"/>
                </a:cxn>
                <a:cxn ang="0">
                  <a:pos x="70" y="20"/>
                </a:cxn>
                <a:cxn ang="0">
                  <a:pos x="73" y="12"/>
                </a:cxn>
                <a:cxn ang="0">
                  <a:pos x="78" y="6"/>
                </a:cxn>
                <a:cxn ang="0">
                  <a:pos x="82" y="0"/>
                </a:cxn>
                <a:cxn ang="0">
                  <a:pos x="84" y="7"/>
                </a:cxn>
                <a:cxn ang="0">
                  <a:pos x="86" y="14"/>
                </a:cxn>
                <a:cxn ang="0">
                  <a:pos x="95" y="10"/>
                </a:cxn>
                <a:cxn ang="0">
                  <a:pos x="97" y="2"/>
                </a:cxn>
                <a:cxn ang="0">
                  <a:pos x="105" y="6"/>
                </a:cxn>
                <a:cxn ang="0">
                  <a:pos x="112" y="9"/>
                </a:cxn>
                <a:cxn ang="0">
                  <a:pos x="115" y="16"/>
                </a:cxn>
                <a:cxn ang="0">
                  <a:pos x="119" y="24"/>
                </a:cxn>
                <a:cxn ang="0">
                  <a:pos x="124" y="39"/>
                </a:cxn>
                <a:cxn ang="0">
                  <a:pos x="130" y="41"/>
                </a:cxn>
                <a:cxn ang="0">
                  <a:pos x="132" y="46"/>
                </a:cxn>
                <a:cxn ang="0">
                  <a:pos x="135" y="50"/>
                </a:cxn>
                <a:cxn ang="0">
                  <a:pos x="132" y="56"/>
                </a:cxn>
                <a:cxn ang="0">
                  <a:pos x="133" y="61"/>
                </a:cxn>
                <a:cxn ang="0">
                  <a:pos x="125" y="66"/>
                </a:cxn>
                <a:cxn ang="0">
                  <a:pos x="110" y="76"/>
                </a:cxn>
                <a:cxn ang="0">
                  <a:pos x="107" y="88"/>
                </a:cxn>
                <a:cxn ang="0">
                  <a:pos x="100" y="88"/>
                </a:cxn>
                <a:cxn ang="0">
                  <a:pos x="86" y="89"/>
                </a:cxn>
                <a:cxn ang="0">
                  <a:pos x="79" y="100"/>
                </a:cxn>
                <a:cxn ang="0">
                  <a:pos x="72" y="98"/>
                </a:cxn>
                <a:cxn ang="0">
                  <a:pos x="68" y="105"/>
                </a:cxn>
                <a:cxn ang="0">
                  <a:pos x="54" y="107"/>
                </a:cxn>
                <a:cxn ang="0">
                  <a:pos x="46" y="107"/>
                </a:cxn>
                <a:cxn ang="0">
                  <a:pos x="38" y="109"/>
                </a:cxn>
                <a:cxn ang="0">
                  <a:pos x="33" y="106"/>
                </a:cxn>
                <a:cxn ang="0">
                  <a:pos x="35" y="98"/>
                </a:cxn>
                <a:cxn ang="0">
                  <a:pos x="33" y="96"/>
                </a:cxn>
                <a:cxn ang="0">
                  <a:pos x="27" y="89"/>
                </a:cxn>
                <a:cxn ang="0">
                  <a:pos x="29" y="82"/>
                </a:cxn>
                <a:cxn ang="0">
                  <a:pos x="22" y="81"/>
                </a:cxn>
                <a:cxn ang="0">
                  <a:pos x="13" y="78"/>
                </a:cxn>
                <a:cxn ang="0">
                  <a:pos x="6" y="68"/>
                </a:cxn>
                <a:cxn ang="0">
                  <a:pos x="0" y="60"/>
                </a:cxn>
                <a:cxn ang="0">
                  <a:pos x="7" y="57"/>
                </a:cxn>
                <a:cxn ang="0">
                  <a:pos x="11" y="62"/>
                </a:cxn>
                <a:cxn ang="0">
                  <a:pos x="15" y="62"/>
                </a:cxn>
                <a:cxn ang="0">
                  <a:pos x="21" y="66"/>
                </a:cxn>
                <a:cxn ang="0">
                  <a:pos x="27" y="61"/>
                </a:cxn>
                <a:cxn ang="0">
                  <a:pos x="31" y="66"/>
                </a:cxn>
                <a:cxn ang="0">
                  <a:pos x="34" y="60"/>
                </a:cxn>
                <a:cxn ang="0">
                  <a:pos x="42" y="56"/>
                </a:cxn>
                <a:cxn ang="0">
                  <a:pos x="51" y="59"/>
                </a:cxn>
                <a:cxn ang="0">
                  <a:pos x="57" y="53"/>
                </a:cxn>
                <a:cxn ang="0">
                  <a:pos x="56" y="46"/>
                </a:cxn>
              </a:cxnLst>
              <a:rect l="0" t="0" r="r" b="b"/>
              <a:pathLst>
                <a:path w="136" h="113">
                  <a:moveTo>
                    <a:pt x="52" y="38"/>
                  </a:moveTo>
                  <a:cubicBezTo>
                    <a:pt x="52" y="38"/>
                    <a:pt x="51" y="37"/>
                    <a:pt x="51" y="37"/>
                  </a:cubicBezTo>
                  <a:cubicBezTo>
                    <a:pt x="50" y="36"/>
                    <a:pt x="49" y="36"/>
                    <a:pt x="48" y="35"/>
                  </a:cubicBezTo>
                  <a:cubicBezTo>
                    <a:pt x="48" y="35"/>
                    <a:pt x="48" y="33"/>
                    <a:pt x="48" y="32"/>
                  </a:cubicBezTo>
                  <a:cubicBezTo>
                    <a:pt x="47" y="32"/>
                    <a:pt x="47" y="31"/>
                    <a:pt x="47" y="30"/>
                  </a:cubicBezTo>
                  <a:cubicBezTo>
                    <a:pt x="47" y="30"/>
                    <a:pt x="47" y="29"/>
                    <a:pt x="48" y="28"/>
                  </a:cubicBezTo>
                  <a:cubicBezTo>
                    <a:pt x="48" y="28"/>
                    <a:pt x="49" y="27"/>
                    <a:pt x="50" y="27"/>
                  </a:cubicBezTo>
                  <a:cubicBezTo>
                    <a:pt x="50" y="28"/>
                    <a:pt x="50" y="28"/>
                    <a:pt x="50" y="29"/>
                  </a:cubicBezTo>
                  <a:cubicBezTo>
                    <a:pt x="50" y="29"/>
                    <a:pt x="50" y="31"/>
                    <a:pt x="51" y="31"/>
                  </a:cubicBezTo>
                  <a:cubicBezTo>
                    <a:pt x="51" y="31"/>
                    <a:pt x="52" y="31"/>
                    <a:pt x="52" y="31"/>
                  </a:cubicBezTo>
                  <a:cubicBezTo>
                    <a:pt x="53" y="30"/>
                    <a:pt x="53" y="29"/>
                    <a:pt x="53" y="29"/>
                  </a:cubicBezTo>
                  <a:cubicBezTo>
                    <a:pt x="54" y="29"/>
                    <a:pt x="55" y="29"/>
                    <a:pt x="55" y="28"/>
                  </a:cubicBezTo>
                  <a:cubicBezTo>
                    <a:pt x="55" y="28"/>
                    <a:pt x="54" y="27"/>
                    <a:pt x="54" y="27"/>
                  </a:cubicBezTo>
                  <a:cubicBezTo>
                    <a:pt x="53" y="26"/>
                    <a:pt x="53" y="26"/>
                    <a:pt x="53" y="25"/>
                  </a:cubicBezTo>
                  <a:cubicBezTo>
                    <a:pt x="53" y="25"/>
                    <a:pt x="54" y="25"/>
                    <a:pt x="55" y="25"/>
                  </a:cubicBezTo>
                  <a:cubicBezTo>
                    <a:pt x="56" y="25"/>
                    <a:pt x="57" y="25"/>
                    <a:pt x="58" y="25"/>
                  </a:cubicBezTo>
                  <a:cubicBezTo>
                    <a:pt x="59" y="25"/>
                    <a:pt x="60" y="25"/>
                    <a:pt x="61" y="24"/>
                  </a:cubicBezTo>
                  <a:cubicBezTo>
                    <a:pt x="61" y="24"/>
                    <a:pt x="62" y="23"/>
                    <a:pt x="62" y="23"/>
                  </a:cubicBezTo>
                  <a:cubicBezTo>
                    <a:pt x="62" y="22"/>
                    <a:pt x="62" y="22"/>
                    <a:pt x="62" y="21"/>
                  </a:cubicBezTo>
                  <a:cubicBezTo>
                    <a:pt x="62" y="21"/>
                    <a:pt x="62" y="20"/>
                    <a:pt x="62" y="20"/>
                  </a:cubicBezTo>
                  <a:cubicBezTo>
                    <a:pt x="63" y="20"/>
                    <a:pt x="63" y="20"/>
                    <a:pt x="64" y="21"/>
                  </a:cubicBezTo>
                  <a:cubicBezTo>
                    <a:pt x="64" y="21"/>
                    <a:pt x="64" y="22"/>
                    <a:pt x="64" y="22"/>
                  </a:cubicBezTo>
                  <a:cubicBezTo>
                    <a:pt x="64" y="23"/>
                    <a:pt x="64" y="24"/>
                    <a:pt x="64" y="25"/>
                  </a:cubicBezTo>
                  <a:cubicBezTo>
                    <a:pt x="64" y="25"/>
                    <a:pt x="65" y="25"/>
                    <a:pt x="66" y="25"/>
                  </a:cubicBezTo>
                  <a:cubicBezTo>
                    <a:pt x="66" y="25"/>
                    <a:pt x="67" y="25"/>
                    <a:pt x="67" y="24"/>
                  </a:cubicBezTo>
                  <a:cubicBezTo>
                    <a:pt x="67" y="24"/>
                    <a:pt x="67" y="22"/>
                    <a:pt x="67" y="22"/>
                  </a:cubicBezTo>
                  <a:cubicBezTo>
                    <a:pt x="67" y="21"/>
                    <a:pt x="68" y="21"/>
                    <a:pt x="68" y="20"/>
                  </a:cubicBezTo>
                  <a:cubicBezTo>
                    <a:pt x="69" y="20"/>
                    <a:pt x="69" y="20"/>
                    <a:pt x="70" y="20"/>
                  </a:cubicBezTo>
                  <a:cubicBezTo>
                    <a:pt x="71" y="20"/>
                    <a:pt x="73" y="19"/>
                    <a:pt x="73" y="19"/>
                  </a:cubicBezTo>
                  <a:cubicBezTo>
                    <a:pt x="73" y="18"/>
                    <a:pt x="74" y="17"/>
                    <a:pt x="75" y="17"/>
                  </a:cubicBezTo>
                  <a:cubicBezTo>
                    <a:pt x="75" y="16"/>
                    <a:pt x="74" y="15"/>
                    <a:pt x="74" y="14"/>
                  </a:cubicBezTo>
                  <a:cubicBezTo>
                    <a:pt x="74" y="14"/>
                    <a:pt x="73" y="13"/>
                    <a:pt x="73" y="12"/>
                  </a:cubicBezTo>
                  <a:cubicBezTo>
                    <a:pt x="73" y="11"/>
                    <a:pt x="73" y="10"/>
                    <a:pt x="73" y="9"/>
                  </a:cubicBezTo>
                  <a:cubicBezTo>
                    <a:pt x="73" y="9"/>
                    <a:pt x="74" y="8"/>
                    <a:pt x="75" y="8"/>
                  </a:cubicBezTo>
                  <a:cubicBezTo>
                    <a:pt x="75" y="7"/>
                    <a:pt x="76" y="7"/>
                    <a:pt x="76" y="7"/>
                  </a:cubicBezTo>
                  <a:cubicBezTo>
                    <a:pt x="77" y="6"/>
                    <a:pt x="78" y="7"/>
                    <a:pt x="78" y="6"/>
                  </a:cubicBezTo>
                  <a:cubicBezTo>
                    <a:pt x="79" y="6"/>
                    <a:pt x="80" y="5"/>
                    <a:pt x="80" y="5"/>
                  </a:cubicBezTo>
                  <a:cubicBezTo>
                    <a:pt x="80" y="4"/>
                    <a:pt x="80" y="2"/>
                    <a:pt x="80" y="2"/>
                  </a:cubicBezTo>
                  <a:cubicBezTo>
                    <a:pt x="80" y="1"/>
                    <a:pt x="81" y="1"/>
                    <a:pt x="81" y="0"/>
                  </a:cubicBezTo>
                  <a:cubicBezTo>
                    <a:pt x="81" y="0"/>
                    <a:pt x="82" y="0"/>
                    <a:pt x="82" y="0"/>
                  </a:cubicBezTo>
                  <a:cubicBezTo>
                    <a:pt x="82" y="1"/>
                    <a:pt x="82" y="1"/>
                    <a:pt x="82" y="2"/>
                  </a:cubicBezTo>
                  <a:cubicBezTo>
                    <a:pt x="82" y="2"/>
                    <a:pt x="82" y="4"/>
                    <a:pt x="82" y="4"/>
                  </a:cubicBezTo>
                  <a:cubicBezTo>
                    <a:pt x="82" y="5"/>
                    <a:pt x="83" y="6"/>
                    <a:pt x="83" y="6"/>
                  </a:cubicBezTo>
                  <a:cubicBezTo>
                    <a:pt x="83" y="6"/>
                    <a:pt x="84" y="6"/>
                    <a:pt x="84" y="7"/>
                  </a:cubicBezTo>
                  <a:cubicBezTo>
                    <a:pt x="85" y="7"/>
                    <a:pt x="85" y="8"/>
                    <a:pt x="85" y="9"/>
                  </a:cubicBezTo>
                  <a:cubicBezTo>
                    <a:pt x="85" y="9"/>
                    <a:pt x="84" y="10"/>
                    <a:pt x="84" y="10"/>
                  </a:cubicBezTo>
                  <a:cubicBezTo>
                    <a:pt x="84" y="11"/>
                    <a:pt x="85" y="12"/>
                    <a:pt x="85" y="13"/>
                  </a:cubicBezTo>
                  <a:cubicBezTo>
                    <a:pt x="85" y="13"/>
                    <a:pt x="86" y="14"/>
                    <a:pt x="86" y="14"/>
                  </a:cubicBezTo>
                  <a:cubicBezTo>
                    <a:pt x="87" y="14"/>
                    <a:pt x="88" y="13"/>
                    <a:pt x="89" y="13"/>
                  </a:cubicBezTo>
                  <a:cubicBezTo>
                    <a:pt x="89" y="13"/>
                    <a:pt x="90" y="12"/>
                    <a:pt x="91" y="12"/>
                  </a:cubicBezTo>
                  <a:cubicBezTo>
                    <a:pt x="91" y="11"/>
                    <a:pt x="92" y="11"/>
                    <a:pt x="93" y="11"/>
                  </a:cubicBezTo>
                  <a:cubicBezTo>
                    <a:pt x="93" y="10"/>
                    <a:pt x="95" y="10"/>
                    <a:pt x="95" y="10"/>
                  </a:cubicBezTo>
                  <a:cubicBezTo>
                    <a:pt x="96" y="9"/>
                    <a:pt x="96" y="9"/>
                    <a:pt x="96" y="8"/>
                  </a:cubicBezTo>
                  <a:cubicBezTo>
                    <a:pt x="97" y="8"/>
                    <a:pt x="98" y="7"/>
                    <a:pt x="98" y="7"/>
                  </a:cubicBezTo>
                  <a:cubicBezTo>
                    <a:pt x="98" y="6"/>
                    <a:pt x="96" y="5"/>
                    <a:pt x="96" y="4"/>
                  </a:cubicBezTo>
                  <a:cubicBezTo>
                    <a:pt x="96" y="4"/>
                    <a:pt x="96" y="3"/>
                    <a:pt x="97" y="2"/>
                  </a:cubicBezTo>
                  <a:cubicBezTo>
                    <a:pt x="97" y="2"/>
                    <a:pt x="99" y="2"/>
                    <a:pt x="99" y="2"/>
                  </a:cubicBezTo>
                  <a:cubicBezTo>
                    <a:pt x="100" y="2"/>
                    <a:pt x="102" y="2"/>
                    <a:pt x="103" y="2"/>
                  </a:cubicBezTo>
                  <a:cubicBezTo>
                    <a:pt x="103" y="2"/>
                    <a:pt x="103" y="3"/>
                    <a:pt x="104" y="4"/>
                  </a:cubicBezTo>
                  <a:cubicBezTo>
                    <a:pt x="104" y="4"/>
                    <a:pt x="104" y="6"/>
                    <a:pt x="105" y="6"/>
                  </a:cubicBezTo>
                  <a:cubicBezTo>
                    <a:pt x="105" y="6"/>
                    <a:pt x="106" y="6"/>
                    <a:pt x="107" y="7"/>
                  </a:cubicBezTo>
                  <a:cubicBezTo>
                    <a:pt x="107" y="7"/>
                    <a:pt x="108" y="6"/>
                    <a:pt x="109" y="7"/>
                  </a:cubicBezTo>
                  <a:cubicBezTo>
                    <a:pt x="109" y="7"/>
                    <a:pt x="110" y="8"/>
                    <a:pt x="110" y="8"/>
                  </a:cubicBezTo>
                  <a:cubicBezTo>
                    <a:pt x="110" y="9"/>
                    <a:pt x="111" y="9"/>
                    <a:pt x="112" y="9"/>
                  </a:cubicBezTo>
                  <a:cubicBezTo>
                    <a:pt x="112" y="10"/>
                    <a:pt x="113" y="11"/>
                    <a:pt x="113" y="12"/>
                  </a:cubicBezTo>
                  <a:cubicBezTo>
                    <a:pt x="113" y="12"/>
                    <a:pt x="113" y="13"/>
                    <a:pt x="114" y="13"/>
                  </a:cubicBezTo>
                  <a:cubicBezTo>
                    <a:pt x="114" y="13"/>
                    <a:pt x="114" y="13"/>
                    <a:pt x="114" y="13"/>
                  </a:cubicBezTo>
                  <a:cubicBezTo>
                    <a:pt x="114" y="14"/>
                    <a:pt x="115" y="16"/>
                    <a:pt x="115" y="16"/>
                  </a:cubicBezTo>
                  <a:cubicBezTo>
                    <a:pt x="115" y="17"/>
                    <a:pt x="115" y="19"/>
                    <a:pt x="115" y="19"/>
                  </a:cubicBezTo>
                  <a:cubicBezTo>
                    <a:pt x="115" y="20"/>
                    <a:pt x="116" y="21"/>
                    <a:pt x="116" y="21"/>
                  </a:cubicBezTo>
                  <a:cubicBezTo>
                    <a:pt x="116" y="21"/>
                    <a:pt x="116" y="22"/>
                    <a:pt x="117" y="23"/>
                  </a:cubicBezTo>
                  <a:cubicBezTo>
                    <a:pt x="117" y="23"/>
                    <a:pt x="118" y="24"/>
                    <a:pt x="119" y="24"/>
                  </a:cubicBezTo>
                  <a:cubicBezTo>
                    <a:pt x="119" y="24"/>
                    <a:pt x="121" y="25"/>
                    <a:pt x="121" y="25"/>
                  </a:cubicBezTo>
                  <a:cubicBezTo>
                    <a:pt x="121" y="26"/>
                    <a:pt x="121" y="27"/>
                    <a:pt x="121" y="27"/>
                  </a:cubicBezTo>
                  <a:cubicBezTo>
                    <a:pt x="122" y="29"/>
                    <a:pt x="123" y="33"/>
                    <a:pt x="123" y="34"/>
                  </a:cubicBezTo>
                  <a:cubicBezTo>
                    <a:pt x="123" y="36"/>
                    <a:pt x="124" y="38"/>
                    <a:pt x="124" y="39"/>
                  </a:cubicBezTo>
                  <a:cubicBezTo>
                    <a:pt x="124" y="40"/>
                    <a:pt x="125" y="42"/>
                    <a:pt x="125" y="42"/>
                  </a:cubicBezTo>
                  <a:cubicBezTo>
                    <a:pt x="125" y="42"/>
                    <a:pt x="126" y="42"/>
                    <a:pt x="126" y="42"/>
                  </a:cubicBezTo>
                  <a:cubicBezTo>
                    <a:pt x="127" y="42"/>
                    <a:pt x="128" y="42"/>
                    <a:pt x="129" y="41"/>
                  </a:cubicBezTo>
                  <a:cubicBezTo>
                    <a:pt x="129" y="41"/>
                    <a:pt x="130" y="41"/>
                    <a:pt x="130" y="41"/>
                  </a:cubicBezTo>
                  <a:cubicBezTo>
                    <a:pt x="130" y="41"/>
                    <a:pt x="132" y="41"/>
                    <a:pt x="132" y="41"/>
                  </a:cubicBezTo>
                  <a:cubicBezTo>
                    <a:pt x="132" y="42"/>
                    <a:pt x="132" y="43"/>
                    <a:pt x="132" y="43"/>
                  </a:cubicBezTo>
                  <a:cubicBezTo>
                    <a:pt x="132" y="43"/>
                    <a:pt x="132" y="44"/>
                    <a:pt x="132" y="44"/>
                  </a:cubicBezTo>
                  <a:cubicBezTo>
                    <a:pt x="132" y="45"/>
                    <a:pt x="132" y="45"/>
                    <a:pt x="132" y="46"/>
                  </a:cubicBezTo>
                  <a:cubicBezTo>
                    <a:pt x="132" y="46"/>
                    <a:pt x="133" y="47"/>
                    <a:pt x="133" y="47"/>
                  </a:cubicBezTo>
                  <a:cubicBezTo>
                    <a:pt x="134" y="48"/>
                    <a:pt x="136" y="48"/>
                    <a:pt x="136" y="48"/>
                  </a:cubicBezTo>
                  <a:cubicBezTo>
                    <a:pt x="136" y="48"/>
                    <a:pt x="136" y="49"/>
                    <a:pt x="136" y="50"/>
                  </a:cubicBezTo>
                  <a:cubicBezTo>
                    <a:pt x="136" y="50"/>
                    <a:pt x="135" y="50"/>
                    <a:pt x="135" y="50"/>
                  </a:cubicBezTo>
                  <a:cubicBezTo>
                    <a:pt x="135" y="50"/>
                    <a:pt x="134" y="50"/>
                    <a:pt x="134" y="50"/>
                  </a:cubicBezTo>
                  <a:cubicBezTo>
                    <a:pt x="133" y="50"/>
                    <a:pt x="132" y="50"/>
                    <a:pt x="132" y="51"/>
                  </a:cubicBezTo>
                  <a:cubicBezTo>
                    <a:pt x="132" y="51"/>
                    <a:pt x="132" y="52"/>
                    <a:pt x="132" y="53"/>
                  </a:cubicBezTo>
                  <a:cubicBezTo>
                    <a:pt x="132" y="54"/>
                    <a:pt x="132" y="55"/>
                    <a:pt x="132" y="56"/>
                  </a:cubicBezTo>
                  <a:cubicBezTo>
                    <a:pt x="132" y="56"/>
                    <a:pt x="132" y="57"/>
                    <a:pt x="133" y="57"/>
                  </a:cubicBezTo>
                  <a:cubicBezTo>
                    <a:pt x="133" y="57"/>
                    <a:pt x="134" y="57"/>
                    <a:pt x="135" y="58"/>
                  </a:cubicBezTo>
                  <a:cubicBezTo>
                    <a:pt x="135" y="58"/>
                    <a:pt x="135" y="59"/>
                    <a:pt x="135" y="60"/>
                  </a:cubicBezTo>
                  <a:cubicBezTo>
                    <a:pt x="134" y="60"/>
                    <a:pt x="133" y="60"/>
                    <a:pt x="133" y="61"/>
                  </a:cubicBezTo>
                  <a:cubicBezTo>
                    <a:pt x="133" y="61"/>
                    <a:pt x="131" y="61"/>
                    <a:pt x="131" y="61"/>
                  </a:cubicBezTo>
                  <a:cubicBezTo>
                    <a:pt x="130" y="61"/>
                    <a:pt x="130" y="62"/>
                    <a:pt x="129" y="62"/>
                  </a:cubicBezTo>
                  <a:cubicBezTo>
                    <a:pt x="129" y="63"/>
                    <a:pt x="128" y="64"/>
                    <a:pt x="127" y="64"/>
                  </a:cubicBezTo>
                  <a:cubicBezTo>
                    <a:pt x="127" y="65"/>
                    <a:pt x="126" y="66"/>
                    <a:pt x="125" y="66"/>
                  </a:cubicBezTo>
                  <a:cubicBezTo>
                    <a:pt x="124" y="67"/>
                    <a:pt x="122" y="67"/>
                    <a:pt x="120" y="68"/>
                  </a:cubicBezTo>
                  <a:cubicBezTo>
                    <a:pt x="119" y="68"/>
                    <a:pt x="116" y="68"/>
                    <a:pt x="115" y="69"/>
                  </a:cubicBezTo>
                  <a:cubicBezTo>
                    <a:pt x="114" y="69"/>
                    <a:pt x="113" y="71"/>
                    <a:pt x="112" y="71"/>
                  </a:cubicBezTo>
                  <a:cubicBezTo>
                    <a:pt x="111" y="72"/>
                    <a:pt x="110" y="74"/>
                    <a:pt x="110" y="76"/>
                  </a:cubicBezTo>
                  <a:cubicBezTo>
                    <a:pt x="109" y="76"/>
                    <a:pt x="108" y="78"/>
                    <a:pt x="108" y="79"/>
                  </a:cubicBezTo>
                  <a:cubicBezTo>
                    <a:pt x="108" y="80"/>
                    <a:pt x="108" y="81"/>
                    <a:pt x="108" y="82"/>
                  </a:cubicBezTo>
                  <a:cubicBezTo>
                    <a:pt x="108" y="83"/>
                    <a:pt x="108" y="85"/>
                    <a:pt x="108" y="86"/>
                  </a:cubicBezTo>
                  <a:cubicBezTo>
                    <a:pt x="107" y="86"/>
                    <a:pt x="107" y="88"/>
                    <a:pt x="107" y="88"/>
                  </a:cubicBezTo>
                  <a:cubicBezTo>
                    <a:pt x="107" y="89"/>
                    <a:pt x="107" y="90"/>
                    <a:pt x="107" y="90"/>
                  </a:cubicBezTo>
                  <a:cubicBezTo>
                    <a:pt x="107" y="90"/>
                    <a:pt x="106" y="89"/>
                    <a:pt x="106" y="89"/>
                  </a:cubicBezTo>
                  <a:cubicBezTo>
                    <a:pt x="106" y="89"/>
                    <a:pt x="104" y="88"/>
                    <a:pt x="104" y="88"/>
                  </a:cubicBezTo>
                  <a:cubicBezTo>
                    <a:pt x="103" y="88"/>
                    <a:pt x="101" y="88"/>
                    <a:pt x="100" y="88"/>
                  </a:cubicBezTo>
                  <a:cubicBezTo>
                    <a:pt x="99" y="88"/>
                    <a:pt x="96" y="89"/>
                    <a:pt x="95" y="88"/>
                  </a:cubicBezTo>
                  <a:cubicBezTo>
                    <a:pt x="94" y="88"/>
                    <a:pt x="91" y="88"/>
                    <a:pt x="90" y="87"/>
                  </a:cubicBezTo>
                  <a:cubicBezTo>
                    <a:pt x="89" y="87"/>
                    <a:pt x="88" y="87"/>
                    <a:pt x="88" y="87"/>
                  </a:cubicBezTo>
                  <a:cubicBezTo>
                    <a:pt x="87" y="88"/>
                    <a:pt x="86" y="89"/>
                    <a:pt x="86" y="89"/>
                  </a:cubicBezTo>
                  <a:cubicBezTo>
                    <a:pt x="85" y="90"/>
                    <a:pt x="85" y="92"/>
                    <a:pt x="84" y="92"/>
                  </a:cubicBezTo>
                  <a:cubicBezTo>
                    <a:pt x="84" y="93"/>
                    <a:pt x="83" y="95"/>
                    <a:pt x="83" y="96"/>
                  </a:cubicBezTo>
                  <a:cubicBezTo>
                    <a:pt x="83" y="97"/>
                    <a:pt x="82" y="98"/>
                    <a:pt x="81" y="99"/>
                  </a:cubicBezTo>
                  <a:cubicBezTo>
                    <a:pt x="81" y="99"/>
                    <a:pt x="80" y="100"/>
                    <a:pt x="79" y="100"/>
                  </a:cubicBezTo>
                  <a:cubicBezTo>
                    <a:pt x="78" y="100"/>
                    <a:pt x="77" y="100"/>
                    <a:pt x="76" y="99"/>
                  </a:cubicBezTo>
                  <a:cubicBezTo>
                    <a:pt x="76" y="99"/>
                    <a:pt x="75" y="97"/>
                    <a:pt x="75" y="97"/>
                  </a:cubicBezTo>
                  <a:cubicBezTo>
                    <a:pt x="75" y="96"/>
                    <a:pt x="74" y="96"/>
                    <a:pt x="74" y="96"/>
                  </a:cubicBezTo>
                  <a:cubicBezTo>
                    <a:pt x="73" y="96"/>
                    <a:pt x="72" y="97"/>
                    <a:pt x="72" y="98"/>
                  </a:cubicBezTo>
                  <a:cubicBezTo>
                    <a:pt x="72" y="98"/>
                    <a:pt x="71" y="100"/>
                    <a:pt x="71" y="100"/>
                  </a:cubicBezTo>
                  <a:cubicBezTo>
                    <a:pt x="71" y="101"/>
                    <a:pt x="70" y="101"/>
                    <a:pt x="70" y="102"/>
                  </a:cubicBezTo>
                  <a:cubicBezTo>
                    <a:pt x="70" y="103"/>
                    <a:pt x="71" y="104"/>
                    <a:pt x="71" y="105"/>
                  </a:cubicBezTo>
                  <a:cubicBezTo>
                    <a:pt x="70" y="106"/>
                    <a:pt x="69" y="105"/>
                    <a:pt x="68" y="105"/>
                  </a:cubicBezTo>
                  <a:cubicBezTo>
                    <a:pt x="67" y="105"/>
                    <a:pt x="64" y="105"/>
                    <a:pt x="62" y="105"/>
                  </a:cubicBezTo>
                  <a:cubicBezTo>
                    <a:pt x="62" y="106"/>
                    <a:pt x="60" y="106"/>
                    <a:pt x="60" y="106"/>
                  </a:cubicBezTo>
                  <a:cubicBezTo>
                    <a:pt x="59" y="106"/>
                    <a:pt x="58" y="107"/>
                    <a:pt x="57" y="107"/>
                  </a:cubicBezTo>
                  <a:cubicBezTo>
                    <a:pt x="56" y="108"/>
                    <a:pt x="55" y="107"/>
                    <a:pt x="54" y="107"/>
                  </a:cubicBezTo>
                  <a:cubicBezTo>
                    <a:pt x="53" y="107"/>
                    <a:pt x="52" y="106"/>
                    <a:pt x="52" y="106"/>
                  </a:cubicBezTo>
                  <a:cubicBezTo>
                    <a:pt x="51" y="106"/>
                    <a:pt x="51" y="105"/>
                    <a:pt x="50" y="105"/>
                  </a:cubicBezTo>
                  <a:cubicBezTo>
                    <a:pt x="50" y="105"/>
                    <a:pt x="49" y="105"/>
                    <a:pt x="48" y="105"/>
                  </a:cubicBezTo>
                  <a:cubicBezTo>
                    <a:pt x="48" y="105"/>
                    <a:pt x="47" y="106"/>
                    <a:pt x="46" y="107"/>
                  </a:cubicBezTo>
                  <a:cubicBezTo>
                    <a:pt x="46" y="107"/>
                    <a:pt x="45" y="108"/>
                    <a:pt x="45" y="108"/>
                  </a:cubicBezTo>
                  <a:cubicBezTo>
                    <a:pt x="44" y="108"/>
                    <a:pt x="42" y="107"/>
                    <a:pt x="41" y="107"/>
                  </a:cubicBezTo>
                  <a:cubicBezTo>
                    <a:pt x="41" y="107"/>
                    <a:pt x="39" y="107"/>
                    <a:pt x="38" y="107"/>
                  </a:cubicBezTo>
                  <a:cubicBezTo>
                    <a:pt x="38" y="108"/>
                    <a:pt x="38" y="109"/>
                    <a:pt x="38" y="109"/>
                  </a:cubicBezTo>
                  <a:cubicBezTo>
                    <a:pt x="38" y="110"/>
                    <a:pt x="37" y="112"/>
                    <a:pt x="37" y="113"/>
                  </a:cubicBezTo>
                  <a:cubicBezTo>
                    <a:pt x="36" y="112"/>
                    <a:pt x="36" y="112"/>
                    <a:pt x="35" y="111"/>
                  </a:cubicBezTo>
                  <a:cubicBezTo>
                    <a:pt x="35" y="111"/>
                    <a:pt x="34" y="110"/>
                    <a:pt x="33" y="109"/>
                  </a:cubicBezTo>
                  <a:cubicBezTo>
                    <a:pt x="33" y="108"/>
                    <a:pt x="33" y="107"/>
                    <a:pt x="33" y="106"/>
                  </a:cubicBezTo>
                  <a:cubicBezTo>
                    <a:pt x="32" y="105"/>
                    <a:pt x="32" y="104"/>
                    <a:pt x="33" y="103"/>
                  </a:cubicBezTo>
                  <a:cubicBezTo>
                    <a:pt x="33" y="103"/>
                    <a:pt x="33" y="102"/>
                    <a:pt x="34" y="102"/>
                  </a:cubicBezTo>
                  <a:cubicBezTo>
                    <a:pt x="34" y="102"/>
                    <a:pt x="35" y="101"/>
                    <a:pt x="35" y="100"/>
                  </a:cubicBezTo>
                  <a:cubicBezTo>
                    <a:pt x="35" y="100"/>
                    <a:pt x="35" y="98"/>
                    <a:pt x="35" y="98"/>
                  </a:cubicBezTo>
                  <a:cubicBezTo>
                    <a:pt x="35" y="98"/>
                    <a:pt x="36" y="97"/>
                    <a:pt x="36" y="97"/>
                  </a:cubicBezTo>
                  <a:cubicBezTo>
                    <a:pt x="36" y="96"/>
                    <a:pt x="35" y="96"/>
                    <a:pt x="35" y="95"/>
                  </a:cubicBezTo>
                  <a:cubicBezTo>
                    <a:pt x="35" y="95"/>
                    <a:pt x="34" y="95"/>
                    <a:pt x="34" y="95"/>
                  </a:cubicBezTo>
                  <a:cubicBezTo>
                    <a:pt x="34" y="96"/>
                    <a:pt x="33" y="96"/>
                    <a:pt x="33" y="96"/>
                  </a:cubicBezTo>
                  <a:cubicBezTo>
                    <a:pt x="32" y="96"/>
                    <a:pt x="31" y="96"/>
                    <a:pt x="30" y="95"/>
                  </a:cubicBezTo>
                  <a:cubicBezTo>
                    <a:pt x="30" y="95"/>
                    <a:pt x="30" y="93"/>
                    <a:pt x="30" y="92"/>
                  </a:cubicBezTo>
                  <a:cubicBezTo>
                    <a:pt x="29" y="92"/>
                    <a:pt x="28" y="91"/>
                    <a:pt x="28" y="91"/>
                  </a:cubicBezTo>
                  <a:cubicBezTo>
                    <a:pt x="28" y="90"/>
                    <a:pt x="27" y="89"/>
                    <a:pt x="27" y="89"/>
                  </a:cubicBezTo>
                  <a:cubicBezTo>
                    <a:pt x="27" y="89"/>
                    <a:pt x="28" y="88"/>
                    <a:pt x="28" y="88"/>
                  </a:cubicBezTo>
                  <a:cubicBezTo>
                    <a:pt x="28" y="88"/>
                    <a:pt x="29" y="87"/>
                    <a:pt x="29" y="86"/>
                  </a:cubicBezTo>
                  <a:cubicBezTo>
                    <a:pt x="29" y="85"/>
                    <a:pt x="30" y="84"/>
                    <a:pt x="30" y="84"/>
                  </a:cubicBezTo>
                  <a:cubicBezTo>
                    <a:pt x="30" y="83"/>
                    <a:pt x="29" y="82"/>
                    <a:pt x="29" y="82"/>
                  </a:cubicBezTo>
                  <a:cubicBezTo>
                    <a:pt x="29" y="82"/>
                    <a:pt x="28" y="83"/>
                    <a:pt x="28" y="83"/>
                  </a:cubicBezTo>
                  <a:cubicBezTo>
                    <a:pt x="27" y="83"/>
                    <a:pt x="27" y="84"/>
                    <a:pt x="26" y="83"/>
                  </a:cubicBezTo>
                  <a:cubicBezTo>
                    <a:pt x="26" y="83"/>
                    <a:pt x="25" y="83"/>
                    <a:pt x="24" y="82"/>
                  </a:cubicBezTo>
                  <a:cubicBezTo>
                    <a:pt x="24" y="82"/>
                    <a:pt x="23" y="81"/>
                    <a:pt x="22" y="81"/>
                  </a:cubicBezTo>
                  <a:cubicBezTo>
                    <a:pt x="22" y="81"/>
                    <a:pt x="21" y="82"/>
                    <a:pt x="20" y="81"/>
                  </a:cubicBezTo>
                  <a:cubicBezTo>
                    <a:pt x="19" y="81"/>
                    <a:pt x="18" y="81"/>
                    <a:pt x="17" y="81"/>
                  </a:cubicBezTo>
                  <a:cubicBezTo>
                    <a:pt x="17" y="81"/>
                    <a:pt x="16" y="80"/>
                    <a:pt x="16" y="80"/>
                  </a:cubicBezTo>
                  <a:cubicBezTo>
                    <a:pt x="15" y="79"/>
                    <a:pt x="14" y="78"/>
                    <a:pt x="13" y="78"/>
                  </a:cubicBezTo>
                  <a:cubicBezTo>
                    <a:pt x="13" y="78"/>
                    <a:pt x="11" y="77"/>
                    <a:pt x="11" y="76"/>
                  </a:cubicBezTo>
                  <a:cubicBezTo>
                    <a:pt x="10" y="76"/>
                    <a:pt x="9" y="74"/>
                    <a:pt x="9" y="74"/>
                  </a:cubicBezTo>
                  <a:cubicBezTo>
                    <a:pt x="9" y="73"/>
                    <a:pt x="8" y="71"/>
                    <a:pt x="8" y="71"/>
                  </a:cubicBezTo>
                  <a:cubicBezTo>
                    <a:pt x="7" y="70"/>
                    <a:pt x="7" y="69"/>
                    <a:pt x="6" y="68"/>
                  </a:cubicBezTo>
                  <a:cubicBezTo>
                    <a:pt x="5" y="67"/>
                    <a:pt x="4" y="67"/>
                    <a:pt x="4" y="66"/>
                  </a:cubicBezTo>
                  <a:cubicBezTo>
                    <a:pt x="3" y="66"/>
                    <a:pt x="3" y="64"/>
                    <a:pt x="3" y="64"/>
                  </a:cubicBezTo>
                  <a:cubicBezTo>
                    <a:pt x="2" y="63"/>
                    <a:pt x="1" y="63"/>
                    <a:pt x="1" y="63"/>
                  </a:cubicBezTo>
                  <a:cubicBezTo>
                    <a:pt x="0" y="62"/>
                    <a:pt x="0" y="61"/>
                    <a:pt x="0" y="60"/>
                  </a:cubicBezTo>
                  <a:cubicBezTo>
                    <a:pt x="0" y="59"/>
                    <a:pt x="1" y="58"/>
                    <a:pt x="1" y="58"/>
                  </a:cubicBezTo>
                  <a:cubicBezTo>
                    <a:pt x="2" y="57"/>
                    <a:pt x="3" y="57"/>
                    <a:pt x="4" y="57"/>
                  </a:cubicBezTo>
                  <a:cubicBezTo>
                    <a:pt x="4" y="57"/>
                    <a:pt x="5" y="57"/>
                    <a:pt x="5" y="57"/>
                  </a:cubicBezTo>
                  <a:cubicBezTo>
                    <a:pt x="6" y="57"/>
                    <a:pt x="6" y="57"/>
                    <a:pt x="7" y="57"/>
                  </a:cubicBezTo>
                  <a:cubicBezTo>
                    <a:pt x="7" y="57"/>
                    <a:pt x="6" y="59"/>
                    <a:pt x="6" y="59"/>
                  </a:cubicBezTo>
                  <a:cubicBezTo>
                    <a:pt x="7" y="60"/>
                    <a:pt x="7" y="61"/>
                    <a:pt x="8" y="62"/>
                  </a:cubicBezTo>
                  <a:cubicBezTo>
                    <a:pt x="8" y="62"/>
                    <a:pt x="9" y="63"/>
                    <a:pt x="9" y="63"/>
                  </a:cubicBezTo>
                  <a:cubicBezTo>
                    <a:pt x="10" y="63"/>
                    <a:pt x="11" y="63"/>
                    <a:pt x="11" y="62"/>
                  </a:cubicBezTo>
                  <a:cubicBezTo>
                    <a:pt x="11" y="62"/>
                    <a:pt x="11" y="61"/>
                    <a:pt x="11" y="61"/>
                  </a:cubicBezTo>
                  <a:cubicBezTo>
                    <a:pt x="11" y="60"/>
                    <a:pt x="11" y="59"/>
                    <a:pt x="12" y="59"/>
                  </a:cubicBezTo>
                  <a:cubicBezTo>
                    <a:pt x="12" y="59"/>
                    <a:pt x="13" y="59"/>
                    <a:pt x="14" y="59"/>
                  </a:cubicBezTo>
                  <a:cubicBezTo>
                    <a:pt x="14" y="60"/>
                    <a:pt x="14" y="61"/>
                    <a:pt x="15" y="62"/>
                  </a:cubicBezTo>
                  <a:cubicBezTo>
                    <a:pt x="15" y="62"/>
                    <a:pt x="15" y="63"/>
                    <a:pt x="16" y="63"/>
                  </a:cubicBezTo>
                  <a:cubicBezTo>
                    <a:pt x="16" y="63"/>
                    <a:pt x="17" y="63"/>
                    <a:pt x="18" y="63"/>
                  </a:cubicBezTo>
                  <a:cubicBezTo>
                    <a:pt x="18" y="63"/>
                    <a:pt x="19" y="63"/>
                    <a:pt x="20" y="63"/>
                  </a:cubicBezTo>
                  <a:cubicBezTo>
                    <a:pt x="20" y="64"/>
                    <a:pt x="20" y="65"/>
                    <a:pt x="21" y="66"/>
                  </a:cubicBezTo>
                  <a:cubicBezTo>
                    <a:pt x="22" y="66"/>
                    <a:pt x="23" y="65"/>
                    <a:pt x="23" y="65"/>
                  </a:cubicBezTo>
                  <a:cubicBezTo>
                    <a:pt x="24" y="65"/>
                    <a:pt x="24" y="64"/>
                    <a:pt x="25" y="64"/>
                  </a:cubicBezTo>
                  <a:cubicBezTo>
                    <a:pt x="25" y="64"/>
                    <a:pt x="26" y="63"/>
                    <a:pt x="26" y="63"/>
                  </a:cubicBezTo>
                  <a:cubicBezTo>
                    <a:pt x="26" y="62"/>
                    <a:pt x="26" y="61"/>
                    <a:pt x="27" y="61"/>
                  </a:cubicBezTo>
                  <a:cubicBezTo>
                    <a:pt x="27" y="61"/>
                    <a:pt x="28" y="61"/>
                    <a:pt x="28" y="61"/>
                  </a:cubicBezTo>
                  <a:cubicBezTo>
                    <a:pt x="28" y="62"/>
                    <a:pt x="28" y="63"/>
                    <a:pt x="28" y="63"/>
                  </a:cubicBezTo>
                  <a:cubicBezTo>
                    <a:pt x="28" y="64"/>
                    <a:pt x="29" y="65"/>
                    <a:pt x="29" y="65"/>
                  </a:cubicBezTo>
                  <a:cubicBezTo>
                    <a:pt x="30" y="65"/>
                    <a:pt x="31" y="66"/>
                    <a:pt x="31" y="66"/>
                  </a:cubicBezTo>
                  <a:cubicBezTo>
                    <a:pt x="32" y="66"/>
                    <a:pt x="33" y="65"/>
                    <a:pt x="33" y="65"/>
                  </a:cubicBezTo>
                  <a:cubicBezTo>
                    <a:pt x="33" y="64"/>
                    <a:pt x="32" y="63"/>
                    <a:pt x="32" y="63"/>
                  </a:cubicBezTo>
                  <a:cubicBezTo>
                    <a:pt x="32" y="62"/>
                    <a:pt x="33" y="61"/>
                    <a:pt x="33" y="61"/>
                  </a:cubicBezTo>
                  <a:cubicBezTo>
                    <a:pt x="33" y="61"/>
                    <a:pt x="34" y="60"/>
                    <a:pt x="34" y="60"/>
                  </a:cubicBezTo>
                  <a:cubicBezTo>
                    <a:pt x="34" y="60"/>
                    <a:pt x="35" y="59"/>
                    <a:pt x="35" y="58"/>
                  </a:cubicBezTo>
                  <a:cubicBezTo>
                    <a:pt x="35" y="58"/>
                    <a:pt x="37" y="59"/>
                    <a:pt x="37" y="58"/>
                  </a:cubicBezTo>
                  <a:cubicBezTo>
                    <a:pt x="38" y="58"/>
                    <a:pt x="38" y="57"/>
                    <a:pt x="38" y="56"/>
                  </a:cubicBezTo>
                  <a:cubicBezTo>
                    <a:pt x="39" y="56"/>
                    <a:pt x="41" y="56"/>
                    <a:pt x="42" y="56"/>
                  </a:cubicBezTo>
                  <a:cubicBezTo>
                    <a:pt x="42" y="56"/>
                    <a:pt x="43" y="56"/>
                    <a:pt x="44" y="56"/>
                  </a:cubicBezTo>
                  <a:cubicBezTo>
                    <a:pt x="45" y="56"/>
                    <a:pt x="46" y="56"/>
                    <a:pt x="47" y="57"/>
                  </a:cubicBezTo>
                  <a:cubicBezTo>
                    <a:pt x="48" y="57"/>
                    <a:pt x="48" y="58"/>
                    <a:pt x="48" y="59"/>
                  </a:cubicBezTo>
                  <a:cubicBezTo>
                    <a:pt x="49" y="59"/>
                    <a:pt x="50" y="59"/>
                    <a:pt x="51" y="59"/>
                  </a:cubicBezTo>
                  <a:cubicBezTo>
                    <a:pt x="52" y="59"/>
                    <a:pt x="54" y="60"/>
                    <a:pt x="55" y="59"/>
                  </a:cubicBezTo>
                  <a:cubicBezTo>
                    <a:pt x="55" y="59"/>
                    <a:pt x="56" y="58"/>
                    <a:pt x="56" y="57"/>
                  </a:cubicBezTo>
                  <a:cubicBezTo>
                    <a:pt x="57" y="57"/>
                    <a:pt x="57" y="56"/>
                    <a:pt x="57" y="55"/>
                  </a:cubicBezTo>
                  <a:cubicBezTo>
                    <a:pt x="58" y="55"/>
                    <a:pt x="57" y="53"/>
                    <a:pt x="57" y="53"/>
                  </a:cubicBezTo>
                  <a:cubicBezTo>
                    <a:pt x="57" y="52"/>
                    <a:pt x="57" y="52"/>
                    <a:pt x="57" y="51"/>
                  </a:cubicBezTo>
                  <a:cubicBezTo>
                    <a:pt x="57" y="51"/>
                    <a:pt x="57" y="51"/>
                    <a:pt x="57" y="51"/>
                  </a:cubicBezTo>
                  <a:cubicBezTo>
                    <a:pt x="57" y="50"/>
                    <a:pt x="57" y="50"/>
                    <a:pt x="57" y="50"/>
                  </a:cubicBezTo>
                  <a:cubicBezTo>
                    <a:pt x="57" y="49"/>
                    <a:pt x="56" y="47"/>
                    <a:pt x="56" y="46"/>
                  </a:cubicBezTo>
                  <a:cubicBezTo>
                    <a:pt x="56" y="45"/>
                    <a:pt x="55" y="44"/>
                    <a:pt x="55" y="43"/>
                  </a:cubicBezTo>
                  <a:cubicBezTo>
                    <a:pt x="55" y="42"/>
                    <a:pt x="53" y="40"/>
                    <a:pt x="53" y="39"/>
                  </a:cubicBezTo>
                  <a:cubicBezTo>
                    <a:pt x="53" y="39"/>
                    <a:pt x="52" y="39"/>
                    <a:pt x="52" y="3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71"/>
            <p:cNvSpPr>
              <a:spLocks/>
            </p:cNvSpPr>
            <p:nvPr/>
          </p:nvSpPr>
          <p:spPr bwMode="auto">
            <a:xfrm>
              <a:off x="2362201" y="3395663"/>
              <a:ext cx="106363" cy="106363"/>
            </a:xfrm>
            <a:custGeom>
              <a:avLst/>
              <a:gdLst/>
              <a:ahLst/>
              <a:cxnLst>
                <a:cxn ang="0">
                  <a:pos x="21" y="1"/>
                </a:cxn>
                <a:cxn ang="0">
                  <a:pos x="22" y="0"/>
                </a:cxn>
                <a:cxn ang="0">
                  <a:pos x="26" y="0"/>
                </a:cxn>
                <a:cxn ang="0">
                  <a:pos x="30" y="2"/>
                </a:cxn>
                <a:cxn ang="0">
                  <a:pos x="34" y="1"/>
                </a:cxn>
                <a:cxn ang="0">
                  <a:pos x="37" y="4"/>
                </a:cxn>
                <a:cxn ang="0">
                  <a:pos x="39" y="5"/>
                </a:cxn>
                <a:cxn ang="0">
                  <a:pos x="39" y="8"/>
                </a:cxn>
                <a:cxn ang="0">
                  <a:pos x="43" y="9"/>
                </a:cxn>
                <a:cxn ang="0">
                  <a:pos x="43" y="11"/>
                </a:cxn>
                <a:cxn ang="0">
                  <a:pos x="47" y="12"/>
                </a:cxn>
                <a:cxn ang="0">
                  <a:pos x="52" y="11"/>
                </a:cxn>
                <a:cxn ang="0">
                  <a:pos x="56" y="12"/>
                </a:cxn>
                <a:cxn ang="0">
                  <a:pos x="56" y="15"/>
                </a:cxn>
                <a:cxn ang="0">
                  <a:pos x="55" y="18"/>
                </a:cxn>
                <a:cxn ang="0">
                  <a:pos x="53" y="20"/>
                </a:cxn>
                <a:cxn ang="0">
                  <a:pos x="48" y="21"/>
                </a:cxn>
                <a:cxn ang="0">
                  <a:pos x="45" y="21"/>
                </a:cxn>
                <a:cxn ang="0">
                  <a:pos x="43" y="23"/>
                </a:cxn>
                <a:cxn ang="0">
                  <a:pos x="43" y="25"/>
                </a:cxn>
                <a:cxn ang="0">
                  <a:pos x="45" y="26"/>
                </a:cxn>
                <a:cxn ang="0">
                  <a:pos x="47" y="27"/>
                </a:cxn>
                <a:cxn ang="0">
                  <a:pos x="45" y="27"/>
                </a:cxn>
                <a:cxn ang="0">
                  <a:pos x="43" y="28"/>
                </a:cxn>
                <a:cxn ang="0">
                  <a:pos x="41" y="29"/>
                </a:cxn>
                <a:cxn ang="0">
                  <a:pos x="41" y="32"/>
                </a:cxn>
                <a:cxn ang="0">
                  <a:pos x="40" y="36"/>
                </a:cxn>
                <a:cxn ang="0">
                  <a:pos x="37" y="41"/>
                </a:cxn>
                <a:cxn ang="0">
                  <a:pos x="35" y="42"/>
                </a:cxn>
                <a:cxn ang="0">
                  <a:pos x="34" y="41"/>
                </a:cxn>
                <a:cxn ang="0">
                  <a:pos x="32" y="41"/>
                </a:cxn>
                <a:cxn ang="0">
                  <a:pos x="28" y="43"/>
                </a:cxn>
                <a:cxn ang="0">
                  <a:pos x="24" y="47"/>
                </a:cxn>
                <a:cxn ang="0">
                  <a:pos x="20" y="52"/>
                </a:cxn>
                <a:cxn ang="0">
                  <a:pos x="15" y="56"/>
                </a:cxn>
                <a:cxn ang="0">
                  <a:pos x="14" y="56"/>
                </a:cxn>
                <a:cxn ang="0">
                  <a:pos x="12" y="55"/>
                </a:cxn>
                <a:cxn ang="0">
                  <a:pos x="9" y="52"/>
                </a:cxn>
                <a:cxn ang="0">
                  <a:pos x="9" y="49"/>
                </a:cxn>
                <a:cxn ang="0">
                  <a:pos x="8" y="44"/>
                </a:cxn>
                <a:cxn ang="0">
                  <a:pos x="5" y="44"/>
                </a:cxn>
                <a:cxn ang="0">
                  <a:pos x="3" y="45"/>
                </a:cxn>
                <a:cxn ang="0">
                  <a:pos x="2" y="42"/>
                </a:cxn>
                <a:cxn ang="0">
                  <a:pos x="2" y="38"/>
                </a:cxn>
                <a:cxn ang="0">
                  <a:pos x="1" y="30"/>
                </a:cxn>
                <a:cxn ang="0">
                  <a:pos x="3" y="26"/>
                </a:cxn>
                <a:cxn ang="0">
                  <a:pos x="5" y="23"/>
                </a:cxn>
                <a:cxn ang="0">
                  <a:pos x="5" y="19"/>
                </a:cxn>
                <a:cxn ang="0">
                  <a:pos x="4" y="17"/>
                </a:cxn>
                <a:cxn ang="0">
                  <a:pos x="2" y="13"/>
                </a:cxn>
                <a:cxn ang="0">
                  <a:pos x="0" y="11"/>
                </a:cxn>
                <a:cxn ang="0">
                  <a:pos x="1" y="9"/>
                </a:cxn>
                <a:cxn ang="0">
                  <a:pos x="2" y="7"/>
                </a:cxn>
                <a:cxn ang="0">
                  <a:pos x="4" y="6"/>
                </a:cxn>
                <a:cxn ang="0">
                  <a:pos x="7" y="6"/>
                </a:cxn>
                <a:cxn ang="0">
                  <a:pos x="12" y="6"/>
                </a:cxn>
                <a:cxn ang="0">
                  <a:pos x="16" y="5"/>
                </a:cxn>
                <a:cxn ang="0">
                  <a:pos x="18" y="3"/>
                </a:cxn>
                <a:cxn ang="0">
                  <a:pos x="21" y="1"/>
                </a:cxn>
              </a:cxnLst>
              <a:rect l="0" t="0" r="r" b="b"/>
              <a:pathLst>
                <a:path w="56" h="56">
                  <a:moveTo>
                    <a:pt x="21" y="1"/>
                  </a:moveTo>
                  <a:cubicBezTo>
                    <a:pt x="22" y="0"/>
                    <a:pt x="22" y="0"/>
                    <a:pt x="22" y="0"/>
                  </a:cubicBezTo>
                  <a:cubicBezTo>
                    <a:pt x="23" y="0"/>
                    <a:pt x="25" y="0"/>
                    <a:pt x="26" y="0"/>
                  </a:cubicBezTo>
                  <a:cubicBezTo>
                    <a:pt x="27" y="0"/>
                    <a:pt x="29" y="1"/>
                    <a:pt x="30" y="2"/>
                  </a:cubicBezTo>
                  <a:cubicBezTo>
                    <a:pt x="31" y="2"/>
                    <a:pt x="33" y="1"/>
                    <a:pt x="34" y="1"/>
                  </a:cubicBezTo>
                  <a:cubicBezTo>
                    <a:pt x="35" y="2"/>
                    <a:pt x="37" y="3"/>
                    <a:pt x="37" y="4"/>
                  </a:cubicBezTo>
                  <a:cubicBezTo>
                    <a:pt x="38" y="4"/>
                    <a:pt x="39" y="5"/>
                    <a:pt x="39" y="5"/>
                  </a:cubicBezTo>
                  <a:cubicBezTo>
                    <a:pt x="39" y="6"/>
                    <a:pt x="39" y="8"/>
                    <a:pt x="39" y="8"/>
                  </a:cubicBezTo>
                  <a:cubicBezTo>
                    <a:pt x="40" y="9"/>
                    <a:pt x="42" y="8"/>
                    <a:pt x="43" y="9"/>
                  </a:cubicBezTo>
                  <a:cubicBezTo>
                    <a:pt x="43" y="9"/>
                    <a:pt x="43" y="11"/>
                    <a:pt x="43" y="11"/>
                  </a:cubicBezTo>
                  <a:cubicBezTo>
                    <a:pt x="44" y="12"/>
                    <a:pt x="46" y="12"/>
                    <a:pt x="47" y="12"/>
                  </a:cubicBezTo>
                  <a:cubicBezTo>
                    <a:pt x="48" y="12"/>
                    <a:pt x="51" y="11"/>
                    <a:pt x="52" y="11"/>
                  </a:cubicBezTo>
                  <a:cubicBezTo>
                    <a:pt x="53" y="11"/>
                    <a:pt x="55" y="11"/>
                    <a:pt x="56" y="12"/>
                  </a:cubicBezTo>
                  <a:cubicBezTo>
                    <a:pt x="56" y="13"/>
                    <a:pt x="56" y="14"/>
                    <a:pt x="56" y="15"/>
                  </a:cubicBezTo>
                  <a:cubicBezTo>
                    <a:pt x="56" y="16"/>
                    <a:pt x="55" y="18"/>
                    <a:pt x="55" y="18"/>
                  </a:cubicBezTo>
                  <a:cubicBezTo>
                    <a:pt x="54" y="19"/>
                    <a:pt x="53" y="20"/>
                    <a:pt x="53" y="20"/>
                  </a:cubicBezTo>
                  <a:cubicBezTo>
                    <a:pt x="52" y="20"/>
                    <a:pt x="49" y="21"/>
                    <a:pt x="48" y="21"/>
                  </a:cubicBezTo>
                  <a:cubicBezTo>
                    <a:pt x="47" y="21"/>
                    <a:pt x="46" y="21"/>
                    <a:pt x="45" y="21"/>
                  </a:cubicBezTo>
                  <a:cubicBezTo>
                    <a:pt x="44" y="21"/>
                    <a:pt x="43" y="22"/>
                    <a:pt x="43" y="23"/>
                  </a:cubicBezTo>
                  <a:cubicBezTo>
                    <a:pt x="43" y="23"/>
                    <a:pt x="43" y="24"/>
                    <a:pt x="43" y="25"/>
                  </a:cubicBezTo>
                  <a:cubicBezTo>
                    <a:pt x="43" y="25"/>
                    <a:pt x="44" y="26"/>
                    <a:pt x="45" y="26"/>
                  </a:cubicBezTo>
                  <a:cubicBezTo>
                    <a:pt x="45" y="26"/>
                    <a:pt x="47" y="27"/>
                    <a:pt x="47" y="27"/>
                  </a:cubicBezTo>
                  <a:cubicBezTo>
                    <a:pt x="47" y="27"/>
                    <a:pt x="46" y="27"/>
                    <a:pt x="45" y="27"/>
                  </a:cubicBezTo>
                  <a:cubicBezTo>
                    <a:pt x="45" y="27"/>
                    <a:pt x="44" y="28"/>
                    <a:pt x="43" y="28"/>
                  </a:cubicBezTo>
                  <a:cubicBezTo>
                    <a:pt x="43" y="28"/>
                    <a:pt x="41" y="29"/>
                    <a:pt x="41" y="29"/>
                  </a:cubicBezTo>
                  <a:cubicBezTo>
                    <a:pt x="40" y="30"/>
                    <a:pt x="41" y="32"/>
                    <a:pt x="41" y="32"/>
                  </a:cubicBezTo>
                  <a:cubicBezTo>
                    <a:pt x="41" y="33"/>
                    <a:pt x="40" y="35"/>
                    <a:pt x="40" y="36"/>
                  </a:cubicBezTo>
                  <a:cubicBezTo>
                    <a:pt x="39" y="38"/>
                    <a:pt x="38" y="40"/>
                    <a:pt x="37" y="41"/>
                  </a:cubicBezTo>
                  <a:cubicBezTo>
                    <a:pt x="37" y="41"/>
                    <a:pt x="36" y="42"/>
                    <a:pt x="35" y="42"/>
                  </a:cubicBezTo>
                  <a:cubicBezTo>
                    <a:pt x="35" y="42"/>
                    <a:pt x="34" y="41"/>
                    <a:pt x="34" y="41"/>
                  </a:cubicBezTo>
                  <a:cubicBezTo>
                    <a:pt x="33" y="41"/>
                    <a:pt x="32" y="41"/>
                    <a:pt x="32" y="41"/>
                  </a:cubicBezTo>
                  <a:cubicBezTo>
                    <a:pt x="31" y="41"/>
                    <a:pt x="29" y="43"/>
                    <a:pt x="28" y="43"/>
                  </a:cubicBezTo>
                  <a:cubicBezTo>
                    <a:pt x="27" y="44"/>
                    <a:pt x="25" y="46"/>
                    <a:pt x="24" y="47"/>
                  </a:cubicBezTo>
                  <a:cubicBezTo>
                    <a:pt x="23" y="48"/>
                    <a:pt x="21" y="51"/>
                    <a:pt x="20" y="52"/>
                  </a:cubicBezTo>
                  <a:cubicBezTo>
                    <a:pt x="19" y="53"/>
                    <a:pt x="17" y="55"/>
                    <a:pt x="15" y="56"/>
                  </a:cubicBezTo>
                  <a:cubicBezTo>
                    <a:pt x="15" y="56"/>
                    <a:pt x="15" y="56"/>
                    <a:pt x="14" y="56"/>
                  </a:cubicBezTo>
                  <a:cubicBezTo>
                    <a:pt x="14" y="56"/>
                    <a:pt x="13" y="55"/>
                    <a:pt x="12" y="55"/>
                  </a:cubicBezTo>
                  <a:cubicBezTo>
                    <a:pt x="12" y="54"/>
                    <a:pt x="9" y="53"/>
                    <a:pt x="9" y="52"/>
                  </a:cubicBezTo>
                  <a:cubicBezTo>
                    <a:pt x="9" y="51"/>
                    <a:pt x="10" y="49"/>
                    <a:pt x="9" y="49"/>
                  </a:cubicBezTo>
                  <a:cubicBezTo>
                    <a:pt x="9" y="47"/>
                    <a:pt x="9" y="45"/>
                    <a:pt x="8" y="44"/>
                  </a:cubicBezTo>
                  <a:cubicBezTo>
                    <a:pt x="7" y="44"/>
                    <a:pt x="6" y="44"/>
                    <a:pt x="5" y="44"/>
                  </a:cubicBezTo>
                  <a:cubicBezTo>
                    <a:pt x="5" y="44"/>
                    <a:pt x="4" y="45"/>
                    <a:pt x="3" y="45"/>
                  </a:cubicBezTo>
                  <a:cubicBezTo>
                    <a:pt x="2" y="45"/>
                    <a:pt x="2" y="43"/>
                    <a:pt x="2" y="42"/>
                  </a:cubicBezTo>
                  <a:cubicBezTo>
                    <a:pt x="2" y="41"/>
                    <a:pt x="2" y="39"/>
                    <a:pt x="2" y="38"/>
                  </a:cubicBezTo>
                  <a:cubicBezTo>
                    <a:pt x="2" y="36"/>
                    <a:pt x="1" y="32"/>
                    <a:pt x="1" y="30"/>
                  </a:cubicBezTo>
                  <a:cubicBezTo>
                    <a:pt x="2" y="29"/>
                    <a:pt x="2" y="27"/>
                    <a:pt x="3" y="26"/>
                  </a:cubicBezTo>
                  <a:cubicBezTo>
                    <a:pt x="3" y="25"/>
                    <a:pt x="4" y="24"/>
                    <a:pt x="5" y="23"/>
                  </a:cubicBezTo>
                  <a:cubicBezTo>
                    <a:pt x="5" y="22"/>
                    <a:pt x="5" y="20"/>
                    <a:pt x="5" y="19"/>
                  </a:cubicBezTo>
                  <a:cubicBezTo>
                    <a:pt x="5" y="19"/>
                    <a:pt x="4" y="18"/>
                    <a:pt x="4" y="17"/>
                  </a:cubicBezTo>
                  <a:cubicBezTo>
                    <a:pt x="4" y="16"/>
                    <a:pt x="3" y="14"/>
                    <a:pt x="2" y="13"/>
                  </a:cubicBezTo>
                  <a:cubicBezTo>
                    <a:pt x="2" y="13"/>
                    <a:pt x="0" y="12"/>
                    <a:pt x="0" y="11"/>
                  </a:cubicBezTo>
                  <a:cubicBezTo>
                    <a:pt x="0" y="10"/>
                    <a:pt x="1" y="9"/>
                    <a:pt x="1" y="9"/>
                  </a:cubicBezTo>
                  <a:cubicBezTo>
                    <a:pt x="1" y="8"/>
                    <a:pt x="2" y="8"/>
                    <a:pt x="2" y="7"/>
                  </a:cubicBezTo>
                  <a:cubicBezTo>
                    <a:pt x="3" y="7"/>
                    <a:pt x="4" y="7"/>
                    <a:pt x="4" y="6"/>
                  </a:cubicBezTo>
                  <a:cubicBezTo>
                    <a:pt x="5" y="6"/>
                    <a:pt x="6" y="6"/>
                    <a:pt x="7" y="6"/>
                  </a:cubicBezTo>
                  <a:cubicBezTo>
                    <a:pt x="8" y="6"/>
                    <a:pt x="11" y="7"/>
                    <a:pt x="12" y="6"/>
                  </a:cubicBezTo>
                  <a:cubicBezTo>
                    <a:pt x="13" y="6"/>
                    <a:pt x="15" y="6"/>
                    <a:pt x="16" y="5"/>
                  </a:cubicBezTo>
                  <a:cubicBezTo>
                    <a:pt x="16" y="5"/>
                    <a:pt x="18" y="3"/>
                    <a:pt x="18" y="3"/>
                  </a:cubicBezTo>
                  <a:cubicBezTo>
                    <a:pt x="19" y="2"/>
                    <a:pt x="20" y="1"/>
                    <a:pt x="21"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72"/>
            <p:cNvSpPr>
              <a:spLocks/>
            </p:cNvSpPr>
            <p:nvPr/>
          </p:nvSpPr>
          <p:spPr bwMode="auto">
            <a:xfrm>
              <a:off x="2462213" y="3767138"/>
              <a:ext cx="41275" cy="30163"/>
            </a:xfrm>
            <a:custGeom>
              <a:avLst/>
              <a:gdLst/>
              <a:ahLst/>
              <a:cxnLst>
                <a:cxn ang="0">
                  <a:pos x="22" y="13"/>
                </a:cxn>
                <a:cxn ang="0">
                  <a:pos x="20" y="12"/>
                </a:cxn>
                <a:cxn ang="0">
                  <a:pos x="18" y="12"/>
                </a:cxn>
                <a:cxn ang="0">
                  <a:pos x="16" y="14"/>
                </a:cxn>
                <a:cxn ang="0">
                  <a:pos x="13" y="15"/>
                </a:cxn>
                <a:cxn ang="0">
                  <a:pos x="10" y="15"/>
                </a:cxn>
                <a:cxn ang="0">
                  <a:pos x="8" y="14"/>
                </a:cxn>
                <a:cxn ang="0">
                  <a:pos x="5" y="12"/>
                </a:cxn>
                <a:cxn ang="0">
                  <a:pos x="2" y="10"/>
                </a:cxn>
                <a:cxn ang="0">
                  <a:pos x="0" y="9"/>
                </a:cxn>
                <a:cxn ang="0">
                  <a:pos x="0" y="7"/>
                </a:cxn>
                <a:cxn ang="0">
                  <a:pos x="0" y="3"/>
                </a:cxn>
                <a:cxn ang="0">
                  <a:pos x="2" y="1"/>
                </a:cxn>
                <a:cxn ang="0">
                  <a:pos x="4" y="1"/>
                </a:cxn>
                <a:cxn ang="0">
                  <a:pos x="6" y="1"/>
                </a:cxn>
                <a:cxn ang="0">
                  <a:pos x="8" y="1"/>
                </a:cxn>
                <a:cxn ang="0">
                  <a:pos x="12" y="1"/>
                </a:cxn>
                <a:cxn ang="0">
                  <a:pos x="15" y="1"/>
                </a:cxn>
                <a:cxn ang="0">
                  <a:pos x="17" y="0"/>
                </a:cxn>
                <a:cxn ang="0">
                  <a:pos x="18" y="1"/>
                </a:cxn>
                <a:cxn ang="0">
                  <a:pos x="20" y="5"/>
                </a:cxn>
                <a:cxn ang="0">
                  <a:pos x="21" y="8"/>
                </a:cxn>
                <a:cxn ang="0">
                  <a:pos x="22" y="12"/>
                </a:cxn>
                <a:cxn ang="0">
                  <a:pos x="22" y="13"/>
                </a:cxn>
                <a:cxn ang="0">
                  <a:pos x="22" y="13"/>
                </a:cxn>
              </a:cxnLst>
              <a:rect l="0" t="0" r="r" b="b"/>
              <a:pathLst>
                <a:path w="22" h="16">
                  <a:moveTo>
                    <a:pt x="22" y="13"/>
                  </a:moveTo>
                  <a:cubicBezTo>
                    <a:pt x="22" y="13"/>
                    <a:pt x="21" y="12"/>
                    <a:pt x="20" y="12"/>
                  </a:cubicBezTo>
                  <a:cubicBezTo>
                    <a:pt x="20" y="12"/>
                    <a:pt x="19" y="12"/>
                    <a:pt x="18" y="12"/>
                  </a:cubicBezTo>
                  <a:cubicBezTo>
                    <a:pt x="18" y="12"/>
                    <a:pt x="17" y="13"/>
                    <a:pt x="16" y="14"/>
                  </a:cubicBezTo>
                  <a:cubicBezTo>
                    <a:pt x="16" y="14"/>
                    <a:pt x="14" y="15"/>
                    <a:pt x="13" y="15"/>
                  </a:cubicBezTo>
                  <a:cubicBezTo>
                    <a:pt x="12" y="15"/>
                    <a:pt x="11" y="16"/>
                    <a:pt x="10" y="15"/>
                  </a:cubicBezTo>
                  <a:cubicBezTo>
                    <a:pt x="10" y="15"/>
                    <a:pt x="8" y="15"/>
                    <a:pt x="8" y="14"/>
                  </a:cubicBezTo>
                  <a:cubicBezTo>
                    <a:pt x="7" y="14"/>
                    <a:pt x="5" y="12"/>
                    <a:pt x="5" y="12"/>
                  </a:cubicBezTo>
                  <a:cubicBezTo>
                    <a:pt x="4" y="11"/>
                    <a:pt x="3" y="11"/>
                    <a:pt x="2" y="10"/>
                  </a:cubicBezTo>
                  <a:cubicBezTo>
                    <a:pt x="2" y="10"/>
                    <a:pt x="1" y="9"/>
                    <a:pt x="0" y="9"/>
                  </a:cubicBezTo>
                  <a:cubicBezTo>
                    <a:pt x="0" y="9"/>
                    <a:pt x="0" y="7"/>
                    <a:pt x="0" y="7"/>
                  </a:cubicBezTo>
                  <a:cubicBezTo>
                    <a:pt x="0" y="6"/>
                    <a:pt x="0" y="4"/>
                    <a:pt x="0" y="3"/>
                  </a:cubicBezTo>
                  <a:cubicBezTo>
                    <a:pt x="0" y="3"/>
                    <a:pt x="2" y="1"/>
                    <a:pt x="2" y="1"/>
                  </a:cubicBezTo>
                  <a:cubicBezTo>
                    <a:pt x="3" y="1"/>
                    <a:pt x="4" y="1"/>
                    <a:pt x="4" y="1"/>
                  </a:cubicBezTo>
                  <a:cubicBezTo>
                    <a:pt x="5" y="1"/>
                    <a:pt x="6" y="1"/>
                    <a:pt x="6" y="1"/>
                  </a:cubicBezTo>
                  <a:cubicBezTo>
                    <a:pt x="7" y="1"/>
                    <a:pt x="8" y="1"/>
                    <a:pt x="8" y="1"/>
                  </a:cubicBezTo>
                  <a:cubicBezTo>
                    <a:pt x="9" y="1"/>
                    <a:pt x="11" y="1"/>
                    <a:pt x="12" y="1"/>
                  </a:cubicBezTo>
                  <a:cubicBezTo>
                    <a:pt x="13" y="1"/>
                    <a:pt x="14" y="1"/>
                    <a:pt x="15" y="1"/>
                  </a:cubicBezTo>
                  <a:cubicBezTo>
                    <a:pt x="15" y="1"/>
                    <a:pt x="16" y="1"/>
                    <a:pt x="17" y="0"/>
                  </a:cubicBezTo>
                  <a:cubicBezTo>
                    <a:pt x="17" y="1"/>
                    <a:pt x="18" y="1"/>
                    <a:pt x="18" y="1"/>
                  </a:cubicBezTo>
                  <a:cubicBezTo>
                    <a:pt x="18" y="2"/>
                    <a:pt x="20" y="4"/>
                    <a:pt x="20" y="5"/>
                  </a:cubicBezTo>
                  <a:cubicBezTo>
                    <a:pt x="20" y="6"/>
                    <a:pt x="21" y="7"/>
                    <a:pt x="21" y="8"/>
                  </a:cubicBezTo>
                  <a:cubicBezTo>
                    <a:pt x="21" y="9"/>
                    <a:pt x="22" y="11"/>
                    <a:pt x="22" y="12"/>
                  </a:cubicBezTo>
                  <a:cubicBezTo>
                    <a:pt x="22" y="12"/>
                    <a:pt x="22" y="12"/>
                    <a:pt x="22" y="13"/>
                  </a:cubicBezTo>
                  <a:cubicBezTo>
                    <a:pt x="22" y="13"/>
                    <a:pt x="22" y="13"/>
                    <a:pt x="22" y="1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73"/>
            <p:cNvSpPr>
              <a:spLocks/>
            </p:cNvSpPr>
            <p:nvPr/>
          </p:nvSpPr>
          <p:spPr bwMode="auto">
            <a:xfrm>
              <a:off x="2160588" y="3311526"/>
              <a:ext cx="47625" cy="46038"/>
            </a:xfrm>
            <a:custGeom>
              <a:avLst/>
              <a:gdLst/>
              <a:ahLst/>
              <a:cxnLst>
                <a:cxn ang="0">
                  <a:pos x="25" y="12"/>
                </a:cxn>
                <a:cxn ang="0">
                  <a:pos x="25" y="15"/>
                </a:cxn>
                <a:cxn ang="0">
                  <a:pos x="22" y="16"/>
                </a:cxn>
                <a:cxn ang="0">
                  <a:pos x="20" y="18"/>
                </a:cxn>
                <a:cxn ang="0">
                  <a:pos x="21" y="22"/>
                </a:cxn>
                <a:cxn ang="0">
                  <a:pos x="18" y="24"/>
                </a:cxn>
                <a:cxn ang="0">
                  <a:pos x="16" y="25"/>
                </a:cxn>
                <a:cxn ang="0">
                  <a:pos x="14" y="23"/>
                </a:cxn>
                <a:cxn ang="0">
                  <a:pos x="12" y="22"/>
                </a:cxn>
                <a:cxn ang="0">
                  <a:pos x="10" y="23"/>
                </a:cxn>
                <a:cxn ang="0">
                  <a:pos x="7" y="21"/>
                </a:cxn>
                <a:cxn ang="0">
                  <a:pos x="5" y="20"/>
                </a:cxn>
                <a:cxn ang="0">
                  <a:pos x="3" y="18"/>
                </a:cxn>
                <a:cxn ang="0">
                  <a:pos x="1" y="15"/>
                </a:cxn>
                <a:cxn ang="0">
                  <a:pos x="0" y="12"/>
                </a:cxn>
                <a:cxn ang="0">
                  <a:pos x="1" y="10"/>
                </a:cxn>
                <a:cxn ang="0">
                  <a:pos x="3" y="8"/>
                </a:cxn>
                <a:cxn ang="0">
                  <a:pos x="6" y="9"/>
                </a:cxn>
                <a:cxn ang="0">
                  <a:pos x="7" y="5"/>
                </a:cxn>
                <a:cxn ang="0">
                  <a:pos x="8" y="1"/>
                </a:cxn>
                <a:cxn ang="0">
                  <a:pos x="9" y="0"/>
                </a:cxn>
                <a:cxn ang="0">
                  <a:pos x="13" y="0"/>
                </a:cxn>
                <a:cxn ang="0">
                  <a:pos x="14" y="1"/>
                </a:cxn>
                <a:cxn ang="0">
                  <a:pos x="15" y="4"/>
                </a:cxn>
                <a:cxn ang="0">
                  <a:pos x="18" y="4"/>
                </a:cxn>
                <a:cxn ang="0">
                  <a:pos x="19" y="3"/>
                </a:cxn>
                <a:cxn ang="0">
                  <a:pos x="20" y="4"/>
                </a:cxn>
                <a:cxn ang="0">
                  <a:pos x="21" y="6"/>
                </a:cxn>
                <a:cxn ang="0">
                  <a:pos x="21" y="8"/>
                </a:cxn>
                <a:cxn ang="0">
                  <a:pos x="23" y="8"/>
                </a:cxn>
                <a:cxn ang="0">
                  <a:pos x="24" y="10"/>
                </a:cxn>
                <a:cxn ang="0">
                  <a:pos x="25" y="12"/>
                </a:cxn>
              </a:cxnLst>
              <a:rect l="0" t="0" r="r" b="b"/>
              <a:pathLst>
                <a:path w="25" h="25">
                  <a:moveTo>
                    <a:pt x="25" y="12"/>
                  </a:moveTo>
                  <a:cubicBezTo>
                    <a:pt x="25" y="13"/>
                    <a:pt x="25" y="14"/>
                    <a:pt x="25" y="15"/>
                  </a:cubicBezTo>
                  <a:cubicBezTo>
                    <a:pt x="24" y="15"/>
                    <a:pt x="23" y="16"/>
                    <a:pt x="22" y="16"/>
                  </a:cubicBezTo>
                  <a:cubicBezTo>
                    <a:pt x="22" y="17"/>
                    <a:pt x="20" y="17"/>
                    <a:pt x="20" y="18"/>
                  </a:cubicBezTo>
                  <a:cubicBezTo>
                    <a:pt x="20" y="19"/>
                    <a:pt x="21" y="21"/>
                    <a:pt x="21" y="22"/>
                  </a:cubicBezTo>
                  <a:cubicBezTo>
                    <a:pt x="20" y="23"/>
                    <a:pt x="19" y="23"/>
                    <a:pt x="18" y="24"/>
                  </a:cubicBezTo>
                  <a:cubicBezTo>
                    <a:pt x="18" y="24"/>
                    <a:pt x="16" y="25"/>
                    <a:pt x="16" y="25"/>
                  </a:cubicBezTo>
                  <a:cubicBezTo>
                    <a:pt x="15" y="25"/>
                    <a:pt x="14" y="23"/>
                    <a:pt x="14" y="23"/>
                  </a:cubicBezTo>
                  <a:cubicBezTo>
                    <a:pt x="13" y="23"/>
                    <a:pt x="13" y="22"/>
                    <a:pt x="12" y="22"/>
                  </a:cubicBezTo>
                  <a:cubicBezTo>
                    <a:pt x="12" y="22"/>
                    <a:pt x="10" y="23"/>
                    <a:pt x="10" y="23"/>
                  </a:cubicBezTo>
                  <a:cubicBezTo>
                    <a:pt x="9" y="22"/>
                    <a:pt x="8" y="21"/>
                    <a:pt x="7" y="21"/>
                  </a:cubicBezTo>
                  <a:cubicBezTo>
                    <a:pt x="7" y="20"/>
                    <a:pt x="5" y="20"/>
                    <a:pt x="5" y="20"/>
                  </a:cubicBezTo>
                  <a:cubicBezTo>
                    <a:pt x="4" y="20"/>
                    <a:pt x="3" y="19"/>
                    <a:pt x="3" y="18"/>
                  </a:cubicBezTo>
                  <a:cubicBezTo>
                    <a:pt x="2" y="18"/>
                    <a:pt x="1" y="16"/>
                    <a:pt x="1" y="15"/>
                  </a:cubicBezTo>
                  <a:cubicBezTo>
                    <a:pt x="1" y="15"/>
                    <a:pt x="0" y="13"/>
                    <a:pt x="0" y="12"/>
                  </a:cubicBezTo>
                  <a:cubicBezTo>
                    <a:pt x="0" y="12"/>
                    <a:pt x="1" y="10"/>
                    <a:pt x="1" y="10"/>
                  </a:cubicBezTo>
                  <a:cubicBezTo>
                    <a:pt x="2" y="9"/>
                    <a:pt x="3" y="9"/>
                    <a:pt x="3" y="8"/>
                  </a:cubicBezTo>
                  <a:cubicBezTo>
                    <a:pt x="4" y="8"/>
                    <a:pt x="5" y="9"/>
                    <a:pt x="6" y="9"/>
                  </a:cubicBezTo>
                  <a:cubicBezTo>
                    <a:pt x="7" y="8"/>
                    <a:pt x="7" y="6"/>
                    <a:pt x="7" y="5"/>
                  </a:cubicBezTo>
                  <a:cubicBezTo>
                    <a:pt x="8" y="4"/>
                    <a:pt x="7" y="2"/>
                    <a:pt x="8" y="1"/>
                  </a:cubicBezTo>
                  <a:cubicBezTo>
                    <a:pt x="8" y="1"/>
                    <a:pt x="9" y="0"/>
                    <a:pt x="9" y="0"/>
                  </a:cubicBezTo>
                  <a:cubicBezTo>
                    <a:pt x="10" y="0"/>
                    <a:pt x="12" y="0"/>
                    <a:pt x="13" y="0"/>
                  </a:cubicBezTo>
                  <a:cubicBezTo>
                    <a:pt x="13" y="0"/>
                    <a:pt x="14" y="1"/>
                    <a:pt x="14" y="1"/>
                  </a:cubicBezTo>
                  <a:cubicBezTo>
                    <a:pt x="15" y="2"/>
                    <a:pt x="15" y="4"/>
                    <a:pt x="15" y="4"/>
                  </a:cubicBezTo>
                  <a:cubicBezTo>
                    <a:pt x="15" y="4"/>
                    <a:pt x="17" y="4"/>
                    <a:pt x="18" y="4"/>
                  </a:cubicBezTo>
                  <a:cubicBezTo>
                    <a:pt x="18" y="4"/>
                    <a:pt x="18" y="3"/>
                    <a:pt x="19" y="3"/>
                  </a:cubicBezTo>
                  <a:cubicBezTo>
                    <a:pt x="19" y="3"/>
                    <a:pt x="20" y="4"/>
                    <a:pt x="20" y="4"/>
                  </a:cubicBezTo>
                  <a:cubicBezTo>
                    <a:pt x="21" y="4"/>
                    <a:pt x="20" y="5"/>
                    <a:pt x="21" y="6"/>
                  </a:cubicBezTo>
                  <a:cubicBezTo>
                    <a:pt x="21" y="6"/>
                    <a:pt x="21" y="7"/>
                    <a:pt x="21" y="8"/>
                  </a:cubicBezTo>
                  <a:cubicBezTo>
                    <a:pt x="21" y="8"/>
                    <a:pt x="23" y="8"/>
                    <a:pt x="23" y="8"/>
                  </a:cubicBezTo>
                  <a:cubicBezTo>
                    <a:pt x="23" y="9"/>
                    <a:pt x="24" y="9"/>
                    <a:pt x="24" y="10"/>
                  </a:cubicBezTo>
                  <a:cubicBezTo>
                    <a:pt x="25" y="10"/>
                    <a:pt x="25" y="12"/>
                    <a:pt x="25"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74"/>
            <p:cNvSpPr>
              <a:spLocks/>
            </p:cNvSpPr>
            <p:nvPr/>
          </p:nvSpPr>
          <p:spPr bwMode="auto">
            <a:xfrm>
              <a:off x="2241551" y="3286126"/>
              <a:ext cx="47625" cy="55563"/>
            </a:xfrm>
            <a:custGeom>
              <a:avLst/>
              <a:gdLst/>
              <a:ahLst/>
              <a:cxnLst>
                <a:cxn ang="0">
                  <a:pos x="25" y="16"/>
                </a:cxn>
                <a:cxn ang="0">
                  <a:pos x="23" y="18"/>
                </a:cxn>
                <a:cxn ang="0">
                  <a:pos x="20" y="17"/>
                </a:cxn>
                <a:cxn ang="0">
                  <a:pos x="18" y="18"/>
                </a:cxn>
                <a:cxn ang="0">
                  <a:pos x="16" y="21"/>
                </a:cxn>
                <a:cxn ang="0">
                  <a:pos x="15" y="22"/>
                </a:cxn>
                <a:cxn ang="0">
                  <a:pos x="14" y="24"/>
                </a:cxn>
                <a:cxn ang="0">
                  <a:pos x="12" y="26"/>
                </a:cxn>
                <a:cxn ang="0">
                  <a:pos x="10" y="29"/>
                </a:cxn>
                <a:cxn ang="0">
                  <a:pos x="8" y="29"/>
                </a:cxn>
                <a:cxn ang="0">
                  <a:pos x="6" y="28"/>
                </a:cxn>
                <a:cxn ang="0">
                  <a:pos x="6" y="25"/>
                </a:cxn>
                <a:cxn ang="0">
                  <a:pos x="8" y="22"/>
                </a:cxn>
                <a:cxn ang="0">
                  <a:pos x="6" y="19"/>
                </a:cxn>
                <a:cxn ang="0">
                  <a:pos x="3" y="17"/>
                </a:cxn>
                <a:cxn ang="0">
                  <a:pos x="1" y="14"/>
                </a:cxn>
                <a:cxn ang="0">
                  <a:pos x="0" y="11"/>
                </a:cxn>
                <a:cxn ang="0">
                  <a:pos x="0" y="9"/>
                </a:cxn>
                <a:cxn ang="0">
                  <a:pos x="2" y="8"/>
                </a:cxn>
                <a:cxn ang="0">
                  <a:pos x="3" y="6"/>
                </a:cxn>
                <a:cxn ang="0">
                  <a:pos x="4" y="3"/>
                </a:cxn>
                <a:cxn ang="0">
                  <a:pos x="7" y="0"/>
                </a:cxn>
                <a:cxn ang="0">
                  <a:pos x="10" y="0"/>
                </a:cxn>
                <a:cxn ang="0">
                  <a:pos x="12" y="2"/>
                </a:cxn>
                <a:cxn ang="0">
                  <a:pos x="12" y="5"/>
                </a:cxn>
                <a:cxn ang="0">
                  <a:pos x="14" y="8"/>
                </a:cxn>
                <a:cxn ang="0">
                  <a:pos x="16" y="9"/>
                </a:cxn>
                <a:cxn ang="0">
                  <a:pos x="19" y="11"/>
                </a:cxn>
                <a:cxn ang="0">
                  <a:pos x="22" y="14"/>
                </a:cxn>
                <a:cxn ang="0">
                  <a:pos x="25" y="16"/>
                </a:cxn>
              </a:cxnLst>
              <a:rect l="0" t="0" r="r" b="b"/>
              <a:pathLst>
                <a:path w="25" h="29">
                  <a:moveTo>
                    <a:pt x="25" y="16"/>
                  </a:moveTo>
                  <a:cubicBezTo>
                    <a:pt x="25" y="16"/>
                    <a:pt x="24" y="17"/>
                    <a:pt x="23" y="18"/>
                  </a:cubicBezTo>
                  <a:cubicBezTo>
                    <a:pt x="23" y="18"/>
                    <a:pt x="21" y="17"/>
                    <a:pt x="20" y="17"/>
                  </a:cubicBezTo>
                  <a:cubicBezTo>
                    <a:pt x="19" y="17"/>
                    <a:pt x="18" y="18"/>
                    <a:pt x="18" y="18"/>
                  </a:cubicBezTo>
                  <a:cubicBezTo>
                    <a:pt x="17" y="19"/>
                    <a:pt x="17" y="20"/>
                    <a:pt x="16" y="21"/>
                  </a:cubicBezTo>
                  <a:cubicBezTo>
                    <a:pt x="16" y="21"/>
                    <a:pt x="15" y="21"/>
                    <a:pt x="15" y="22"/>
                  </a:cubicBezTo>
                  <a:cubicBezTo>
                    <a:pt x="14" y="22"/>
                    <a:pt x="14" y="24"/>
                    <a:pt x="14" y="24"/>
                  </a:cubicBezTo>
                  <a:cubicBezTo>
                    <a:pt x="13" y="25"/>
                    <a:pt x="13" y="26"/>
                    <a:pt x="12" y="26"/>
                  </a:cubicBezTo>
                  <a:cubicBezTo>
                    <a:pt x="12" y="27"/>
                    <a:pt x="11" y="29"/>
                    <a:pt x="10" y="29"/>
                  </a:cubicBezTo>
                  <a:cubicBezTo>
                    <a:pt x="10" y="29"/>
                    <a:pt x="9" y="29"/>
                    <a:pt x="8" y="29"/>
                  </a:cubicBezTo>
                  <a:cubicBezTo>
                    <a:pt x="8" y="29"/>
                    <a:pt x="7" y="28"/>
                    <a:pt x="6" y="28"/>
                  </a:cubicBezTo>
                  <a:cubicBezTo>
                    <a:pt x="6" y="27"/>
                    <a:pt x="6" y="26"/>
                    <a:pt x="6" y="25"/>
                  </a:cubicBezTo>
                  <a:cubicBezTo>
                    <a:pt x="7" y="25"/>
                    <a:pt x="8" y="23"/>
                    <a:pt x="8" y="22"/>
                  </a:cubicBezTo>
                  <a:cubicBezTo>
                    <a:pt x="8" y="22"/>
                    <a:pt x="7" y="20"/>
                    <a:pt x="6" y="19"/>
                  </a:cubicBezTo>
                  <a:cubicBezTo>
                    <a:pt x="6" y="19"/>
                    <a:pt x="4" y="18"/>
                    <a:pt x="3" y="17"/>
                  </a:cubicBezTo>
                  <a:cubicBezTo>
                    <a:pt x="3" y="17"/>
                    <a:pt x="1" y="15"/>
                    <a:pt x="1" y="14"/>
                  </a:cubicBezTo>
                  <a:cubicBezTo>
                    <a:pt x="0" y="14"/>
                    <a:pt x="0" y="12"/>
                    <a:pt x="0" y="11"/>
                  </a:cubicBezTo>
                  <a:cubicBezTo>
                    <a:pt x="0" y="10"/>
                    <a:pt x="0" y="9"/>
                    <a:pt x="0" y="9"/>
                  </a:cubicBezTo>
                  <a:cubicBezTo>
                    <a:pt x="1" y="8"/>
                    <a:pt x="2" y="8"/>
                    <a:pt x="2" y="8"/>
                  </a:cubicBezTo>
                  <a:cubicBezTo>
                    <a:pt x="3" y="8"/>
                    <a:pt x="3" y="7"/>
                    <a:pt x="3" y="6"/>
                  </a:cubicBezTo>
                  <a:cubicBezTo>
                    <a:pt x="4" y="5"/>
                    <a:pt x="3" y="3"/>
                    <a:pt x="4" y="3"/>
                  </a:cubicBezTo>
                  <a:cubicBezTo>
                    <a:pt x="4" y="2"/>
                    <a:pt x="6" y="0"/>
                    <a:pt x="7" y="0"/>
                  </a:cubicBezTo>
                  <a:cubicBezTo>
                    <a:pt x="8" y="0"/>
                    <a:pt x="10" y="0"/>
                    <a:pt x="10" y="0"/>
                  </a:cubicBezTo>
                  <a:cubicBezTo>
                    <a:pt x="11" y="0"/>
                    <a:pt x="12" y="1"/>
                    <a:pt x="12" y="2"/>
                  </a:cubicBezTo>
                  <a:cubicBezTo>
                    <a:pt x="13" y="2"/>
                    <a:pt x="12" y="4"/>
                    <a:pt x="12" y="5"/>
                  </a:cubicBezTo>
                  <a:cubicBezTo>
                    <a:pt x="12" y="6"/>
                    <a:pt x="13" y="7"/>
                    <a:pt x="14" y="8"/>
                  </a:cubicBezTo>
                  <a:cubicBezTo>
                    <a:pt x="14" y="8"/>
                    <a:pt x="16" y="8"/>
                    <a:pt x="16" y="9"/>
                  </a:cubicBezTo>
                  <a:cubicBezTo>
                    <a:pt x="17" y="9"/>
                    <a:pt x="18" y="11"/>
                    <a:pt x="19" y="11"/>
                  </a:cubicBezTo>
                  <a:cubicBezTo>
                    <a:pt x="20" y="12"/>
                    <a:pt x="21" y="14"/>
                    <a:pt x="22" y="14"/>
                  </a:cubicBezTo>
                  <a:cubicBezTo>
                    <a:pt x="22" y="15"/>
                    <a:pt x="24" y="15"/>
                    <a:pt x="25" y="1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75"/>
            <p:cNvSpPr>
              <a:spLocks/>
            </p:cNvSpPr>
            <p:nvPr/>
          </p:nvSpPr>
          <p:spPr bwMode="auto">
            <a:xfrm>
              <a:off x="2252663" y="3427413"/>
              <a:ext cx="53975" cy="53975"/>
            </a:xfrm>
            <a:custGeom>
              <a:avLst/>
              <a:gdLst/>
              <a:ahLst/>
              <a:cxnLst>
                <a:cxn ang="0">
                  <a:pos x="27" y="8"/>
                </a:cxn>
                <a:cxn ang="0">
                  <a:pos x="28" y="12"/>
                </a:cxn>
                <a:cxn ang="0">
                  <a:pos x="26" y="14"/>
                </a:cxn>
                <a:cxn ang="0">
                  <a:pos x="26" y="17"/>
                </a:cxn>
                <a:cxn ang="0">
                  <a:pos x="25" y="20"/>
                </a:cxn>
                <a:cxn ang="0">
                  <a:pos x="21" y="21"/>
                </a:cxn>
                <a:cxn ang="0">
                  <a:pos x="20" y="23"/>
                </a:cxn>
                <a:cxn ang="0">
                  <a:pos x="17" y="23"/>
                </a:cxn>
                <a:cxn ang="0">
                  <a:pos x="15" y="24"/>
                </a:cxn>
                <a:cxn ang="0">
                  <a:pos x="13" y="26"/>
                </a:cxn>
                <a:cxn ang="0">
                  <a:pos x="12" y="28"/>
                </a:cxn>
                <a:cxn ang="0">
                  <a:pos x="9" y="26"/>
                </a:cxn>
                <a:cxn ang="0">
                  <a:pos x="8" y="25"/>
                </a:cxn>
                <a:cxn ang="0">
                  <a:pos x="8" y="21"/>
                </a:cxn>
                <a:cxn ang="0">
                  <a:pos x="6" y="20"/>
                </a:cxn>
                <a:cxn ang="0">
                  <a:pos x="4" y="20"/>
                </a:cxn>
                <a:cxn ang="0">
                  <a:pos x="1" y="21"/>
                </a:cxn>
                <a:cxn ang="0">
                  <a:pos x="0" y="20"/>
                </a:cxn>
                <a:cxn ang="0">
                  <a:pos x="1" y="17"/>
                </a:cxn>
                <a:cxn ang="0">
                  <a:pos x="3" y="16"/>
                </a:cxn>
                <a:cxn ang="0">
                  <a:pos x="5" y="13"/>
                </a:cxn>
                <a:cxn ang="0">
                  <a:pos x="7" y="9"/>
                </a:cxn>
                <a:cxn ang="0">
                  <a:pos x="8" y="7"/>
                </a:cxn>
                <a:cxn ang="0">
                  <a:pos x="8" y="3"/>
                </a:cxn>
                <a:cxn ang="0">
                  <a:pos x="10" y="1"/>
                </a:cxn>
                <a:cxn ang="0">
                  <a:pos x="12" y="1"/>
                </a:cxn>
                <a:cxn ang="0">
                  <a:pos x="13" y="3"/>
                </a:cxn>
                <a:cxn ang="0">
                  <a:pos x="16" y="6"/>
                </a:cxn>
                <a:cxn ang="0">
                  <a:pos x="20" y="7"/>
                </a:cxn>
                <a:cxn ang="0">
                  <a:pos x="24" y="7"/>
                </a:cxn>
                <a:cxn ang="0">
                  <a:pos x="27" y="8"/>
                </a:cxn>
              </a:cxnLst>
              <a:rect l="0" t="0" r="r" b="b"/>
              <a:pathLst>
                <a:path w="28" h="28">
                  <a:moveTo>
                    <a:pt x="27" y="8"/>
                  </a:moveTo>
                  <a:cubicBezTo>
                    <a:pt x="27" y="9"/>
                    <a:pt x="28" y="11"/>
                    <a:pt x="28" y="12"/>
                  </a:cubicBezTo>
                  <a:cubicBezTo>
                    <a:pt x="28" y="13"/>
                    <a:pt x="27" y="14"/>
                    <a:pt x="26" y="14"/>
                  </a:cubicBezTo>
                  <a:cubicBezTo>
                    <a:pt x="26" y="15"/>
                    <a:pt x="26" y="16"/>
                    <a:pt x="26" y="17"/>
                  </a:cubicBezTo>
                  <a:cubicBezTo>
                    <a:pt x="26" y="18"/>
                    <a:pt x="25" y="20"/>
                    <a:pt x="25" y="20"/>
                  </a:cubicBezTo>
                  <a:cubicBezTo>
                    <a:pt x="24" y="21"/>
                    <a:pt x="22" y="20"/>
                    <a:pt x="21" y="21"/>
                  </a:cubicBezTo>
                  <a:cubicBezTo>
                    <a:pt x="21" y="21"/>
                    <a:pt x="20" y="23"/>
                    <a:pt x="20" y="23"/>
                  </a:cubicBezTo>
                  <a:cubicBezTo>
                    <a:pt x="19" y="23"/>
                    <a:pt x="17" y="23"/>
                    <a:pt x="17" y="23"/>
                  </a:cubicBezTo>
                  <a:cubicBezTo>
                    <a:pt x="16" y="24"/>
                    <a:pt x="15" y="24"/>
                    <a:pt x="15" y="24"/>
                  </a:cubicBezTo>
                  <a:cubicBezTo>
                    <a:pt x="14" y="25"/>
                    <a:pt x="14" y="26"/>
                    <a:pt x="13" y="26"/>
                  </a:cubicBezTo>
                  <a:cubicBezTo>
                    <a:pt x="13" y="27"/>
                    <a:pt x="13" y="28"/>
                    <a:pt x="12" y="28"/>
                  </a:cubicBezTo>
                  <a:cubicBezTo>
                    <a:pt x="11" y="28"/>
                    <a:pt x="9" y="27"/>
                    <a:pt x="9" y="26"/>
                  </a:cubicBezTo>
                  <a:cubicBezTo>
                    <a:pt x="8" y="26"/>
                    <a:pt x="8" y="25"/>
                    <a:pt x="8" y="25"/>
                  </a:cubicBezTo>
                  <a:cubicBezTo>
                    <a:pt x="8" y="24"/>
                    <a:pt x="8" y="22"/>
                    <a:pt x="8" y="21"/>
                  </a:cubicBezTo>
                  <a:cubicBezTo>
                    <a:pt x="8" y="21"/>
                    <a:pt x="7" y="20"/>
                    <a:pt x="6" y="20"/>
                  </a:cubicBezTo>
                  <a:cubicBezTo>
                    <a:pt x="5" y="19"/>
                    <a:pt x="4" y="20"/>
                    <a:pt x="4" y="20"/>
                  </a:cubicBezTo>
                  <a:cubicBezTo>
                    <a:pt x="3" y="20"/>
                    <a:pt x="2" y="21"/>
                    <a:pt x="1" y="21"/>
                  </a:cubicBezTo>
                  <a:cubicBezTo>
                    <a:pt x="1" y="20"/>
                    <a:pt x="1" y="20"/>
                    <a:pt x="0" y="20"/>
                  </a:cubicBezTo>
                  <a:cubicBezTo>
                    <a:pt x="0" y="19"/>
                    <a:pt x="1" y="18"/>
                    <a:pt x="1" y="17"/>
                  </a:cubicBezTo>
                  <a:cubicBezTo>
                    <a:pt x="2" y="17"/>
                    <a:pt x="2" y="16"/>
                    <a:pt x="3" y="16"/>
                  </a:cubicBezTo>
                  <a:cubicBezTo>
                    <a:pt x="3" y="15"/>
                    <a:pt x="5" y="14"/>
                    <a:pt x="5" y="13"/>
                  </a:cubicBezTo>
                  <a:cubicBezTo>
                    <a:pt x="6" y="12"/>
                    <a:pt x="6" y="10"/>
                    <a:pt x="7" y="9"/>
                  </a:cubicBezTo>
                  <a:cubicBezTo>
                    <a:pt x="7" y="9"/>
                    <a:pt x="8" y="8"/>
                    <a:pt x="8" y="7"/>
                  </a:cubicBezTo>
                  <a:cubicBezTo>
                    <a:pt x="9" y="6"/>
                    <a:pt x="8" y="4"/>
                    <a:pt x="8" y="3"/>
                  </a:cubicBezTo>
                  <a:cubicBezTo>
                    <a:pt x="8" y="3"/>
                    <a:pt x="9" y="1"/>
                    <a:pt x="10" y="1"/>
                  </a:cubicBezTo>
                  <a:cubicBezTo>
                    <a:pt x="10" y="0"/>
                    <a:pt x="12" y="0"/>
                    <a:pt x="12" y="1"/>
                  </a:cubicBezTo>
                  <a:cubicBezTo>
                    <a:pt x="13" y="1"/>
                    <a:pt x="13" y="3"/>
                    <a:pt x="13" y="3"/>
                  </a:cubicBezTo>
                  <a:cubicBezTo>
                    <a:pt x="14" y="4"/>
                    <a:pt x="15" y="6"/>
                    <a:pt x="16" y="6"/>
                  </a:cubicBezTo>
                  <a:cubicBezTo>
                    <a:pt x="17" y="7"/>
                    <a:pt x="19" y="7"/>
                    <a:pt x="20" y="7"/>
                  </a:cubicBezTo>
                  <a:cubicBezTo>
                    <a:pt x="21" y="7"/>
                    <a:pt x="23" y="7"/>
                    <a:pt x="24" y="7"/>
                  </a:cubicBezTo>
                  <a:cubicBezTo>
                    <a:pt x="25" y="7"/>
                    <a:pt x="26" y="8"/>
                    <a:pt x="27"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76"/>
            <p:cNvSpPr>
              <a:spLocks/>
            </p:cNvSpPr>
            <p:nvPr/>
          </p:nvSpPr>
          <p:spPr bwMode="auto">
            <a:xfrm>
              <a:off x="2351088" y="3646488"/>
              <a:ext cx="79375" cy="111125"/>
            </a:xfrm>
            <a:custGeom>
              <a:avLst/>
              <a:gdLst/>
              <a:ahLst/>
              <a:cxnLst>
                <a:cxn ang="0">
                  <a:pos x="31" y="0"/>
                </a:cxn>
                <a:cxn ang="0">
                  <a:pos x="31" y="1"/>
                </a:cxn>
                <a:cxn ang="0">
                  <a:pos x="35" y="3"/>
                </a:cxn>
                <a:cxn ang="0">
                  <a:pos x="37" y="7"/>
                </a:cxn>
                <a:cxn ang="0">
                  <a:pos x="36" y="11"/>
                </a:cxn>
                <a:cxn ang="0">
                  <a:pos x="38" y="15"/>
                </a:cxn>
                <a:cxn ang="0">
                  <a:pos x="41" y="17"/>
                </a:cxn>
                <a:cxn ang="0">
                  <a:pos x="42" y="22"/>
                </a:cxn>
                <a:cxn ang="0">
                  <a:pos x="41" y="26"/>
                </a:cxn>
                <a:cxn ang="0">
                  <a:pos x="38" y="30"/>
                </a:cxn>
                <a:cxn ang="0">
                  <a:pos x="34" y="36"/>
                </a:cxn>
                <a:cxn ang="0">
                  <a:pos x="36" y="37"/>
                </a:cxn>
                <a:cxn ang="0">
                  <a:pos x="37" y="40"/>
                </a:cxn>
                <a:cxn ang="0">
                  <a:pos x="37" y="45"/>
                </a:cxn>
                <a:cxn ang="0">
                  <a:pos x="36" y="49"/>
                </a:cxn>
                <a:cxn ang="0">
                  <a:pos x="36" y="56"/>
                </a:cxn>
                <a:cxn ang="0">
                  <a:pos x="35" y="59"/>
                </a:cxn>
                <a:cxn ang="0">
                  <a:pos x="32" y="56"/>
                </a:cxn>
                <a:cxn ang="0">
                  <a:pos x="28" y="54"/>
                </a:cxn>
                <a:cxn ang="0">
                  <a:pos x="22" y="56"/>
                </a:cxn>
                <a:cxn ang="0">
                  <a:pos x="18" y="55"/>
                </a:cxn>
                <a:cxn ang="0">
                  <a:pos x="14" y="54"/>
                </a:cxn>
                <a:cxn ang="0">
                  <a:pos x="11" y="50"/>
                </a:cxn>
                <a:cxn ang="0">
                  <a:pos x="5" y="44"/>
                </a:cxn>
                <a:cxn ang="0">
                  <a:pos x="4" y="40"/>
                </a:cxn>
                <a:cxn ang="0">
                  <a:pos x="6" y="36"/>
                </a:cxn>
                <a:cxn ang="0">
                  <a:pos x="10" y="33"/>
                </a:cxn>
                <a:cxn ang="0">
                  <a:pos x="7" y="28"/>
                </a:cxn>
                <a:cxn ang="0">
                  <a:pos x="2" y="23"/>
                </a:cxn>
                <a:cxn ang="0">
                  <a:pos x="0" y="21"/>
                </a:cxn>
                <a:cxn ang="0">
                  <a:pos x="3" y="19"/>
                </a:cxn>
                <a:cxn ang="0">
                  <a:pos x="6" y="17"/>
                </a:cxn>
                <a:cxn ang="0">
                  <a:pos x="8" y="12"/>
                </a:cxn>
                <a:cxn ang="0">
                  <a:pos x="12" y="12"/>
                </a:cxn>
                <a:cxn ang="0">
                  <a:pos x="15" y="11"/>
                </a:cxn>
                <a:cxn ang="0">
                  <a:pos x="16" y="8"/>
                </a:cxn>
                <a:cxn ang="0">
                  <a:pos x="19" y="8"/>
                </a:cxn>
                <a:cxn ang="0">
                  <a:pos x="21" y="9"/>
                </a:cxn>
                <a:cxn ang="0">
                  <a:pos x="25" y="4"/>
                </a:cxn>
                <a:cxn ang="0">
                  <a:pos x="30" y="1"/>
                </a:cxn>
              </a:cxnLst>
              <a:rect l="0" t="0" r="r" b="b"/>
              <a:pathLst>
                <a:path w="42" h="59">
                  <a:moveTo>
                    <a:pt x="30" y="1"/>
                  </a:moveTo>
                  <a:cubicBezTo>
                    <a:pt x="30" y="1"/>
                    <a:pt x="31" y="0"/>
                    <a:pt x="31" y="0"/>
                  </a:cubicBezTo>
                  <a:cubicBezTo>
                    <a:pt x="31" y="0"/>
                    <a:pt x="31" y="0"/>
                    <a:pt x="31" y="0"/>
                  </a:cubicBezTo>
                  <a:cubicBezTo>
                    <a:pt x="31" y="0"/>
                    <a:pt x="31" y="1"/>
                    <a:pt x="31" y="1"/>
                  </a:cubicBezTo>
                  <a:cubicBezTo>
                    <a:pt x="32" y="2"/>
                    <a:pt x="33" y="2"/>
                    <a:pt x="33" y="3"/>
                  </a:cubicBezTo>
                  <a:cubicBezTo>
                    <a:pt x="33" y="3"/>
                    <a:pt x="34" y="3"/>
                    <a:pt x="35" y="3"/>
                  </a:cubicBezTo>
                  <a:cubicBezTo>
                    <a:pt x="35" y="3"/>
                    <a:pt x="36" y="3"/>
                    <a:pt x="36" y="3"/>
                  </a:cubicBezTo>
                  <a:cubicBezTo>
                    <a:pt x="37" y="4"/>
                    <a:pt x="37" y="6"/>
                    <a:pt x="37" y="7"/>
                  </a:cubicBezTo>
                  <a:cubicBezTo>
                    <a:pt x="37" y="7"/>
                    <a:pt x="36" y="8"/>
                    <a:pt x="36" y="8"/>
                  </a:cubicBezTo>
                  <a:cubicBezTo>
                    <a:pt x="36" y="9"/>
                    <a:pt x="36" y="10"/>
                    <a:pt x="36" y="11"/>
                  </a:cubicBezTo>
                  <a:cubicBezTo>
                    <a:pt x="36" y="11"/>
                    <a:pt x="37" y="12"/>
                    <a:pt x="37" y="13"/>
                  </a:cubicBezTo>
                  <a:cubicBezTo>
                    <a:pt x="37" y="13"/>
                    <a:pt x="38" y="14"/>
                    <a:pt x="38" y="15"/>
                  </a:cubicBezTo>
                  <a:cubicBezTo>
                    <a:pt x="38" y="15"/>
                    <a:pt x="39" y="16"/>
                    <a:pt x="39" y="17"/>
                  </a:cubicBezTo>
                  <a:cubicBezTo>
                    <a:pt x="40" y="17"/>
                    <a:pt x="41" y="17"/>
                    <a:pt x="41" y="17"/>
                  </a:cubicBezTo>
                  <a:cubicBezTo>
                    <a:pt x="42" y="18"/>
                    <a:pt x="41" y="20"/>
                    <a:pt x="41" y="20"/>
                  </a:cubicBezTo>
                  <a:cubicBezTo>
                    <a:pt x="41" y="21"/>
                    <a:pt x="42" y="22"/>
                    <a:pt x="42" y="22"/>
                  </a:cubicBezTo>
                  <a:cubicBezTo>
                    <a:pt x="42" y="23"/>
                    <a:pt x="42" y="24"/>
                    <a:pt x="42" y="25"/>
                  </a:cubicBezTo>
                  <a:cubicBezTo>
                    <a:pt x="42" y="25"/>
                    <a:pt x="41" y="25"/>
                    <a:pt x="41" y="26"/>
                  </a:cubicBezTo>
                  <a:cubicBezTo>
                    <a:pt x="41" y="26"/>
                    <a:pt x="40" y="27"/>
                    <a:pt x="40" y="27"/>
                  </a:cubicBezTo>
                  <a:cubicBezTo>
                    <a:pt x="39" y="28"/>
                    <a:pt x="38" y="30"/>
                    <a:pt x="38" y="30"/>
                  </a:cubicBezTo>
                  <a:cubicBezTo>
                    <a:pt x="37" y="31"/>
                    <a:pt x="36" y="33"/>
                    <a:pt x="35" y="34"/>
                  </a:cubicBezTo>
                  <a:cubicBezTo>
                    <a:pt x="35" y="34"/>
                    <a:pt x="34" y="35"/>
                    <a:pt x="34" y="36"/>
                  </a:cubicBezTo>
                  <a:cubicBezTo>
                    <a:pt x="34" y="36"/>
                    <a:pt x="34" y="37"/>
                    <a:pt x="34" y="37"/>
                  </a:cubicBezTo>
                  <a:cubicBezTo>
                    <a:pt x="35" y="37"/>
                    <a:pt x="35" y="37"/>
                    <a:pt x="36" y="37"/>
                  </a:cubicBezTo>
                  <a:cubicBezTo>
                    <a:pt x="36" y="37"/>
                    <a:pt x="37" y="38"/>
                    <a:pt x="37" y="38"/>
                  </a:cubicBezTo>
                  <a:cubicBezTo>
                    <a:pt x="37" y="39"/>
                    <a:pt x="37" y="40"/>
                    <a:pt x="37" y="40"/>
                  </a:cubicBezTo>
                  <a:cubicBezTo>
                    <a:pt x="37" y="41"/>
                    <a:pt x="37" y="42"/>
                    <a:pt x="37" y="43"/>
                  </a:cubicBezTo>
                  <a:cubicBezTo>
                    <a:pt x="37" y="43"/>
                    <a:pt x="37" y="44"/>
                    <a:pt x="37" y="45"/>
                  </a:cubicBezTo>
                  <a:cubicBezTo>
                    <a:pt x="36" y="45"/>
                    <a:pt x="36" y="46"/>
                    <a:pt x="36" y="46"/>
                  </a:cubicBezTo>
                  <a:cubicBezTo>
                    <a:pt x="36" y="47"/>
                    <a:pt x="36" y="48"/>
                    <a:pt x="36" y="49"/>
                  </a:cubicBezTo>
                  <a:cubicBezTo>
                    <a:pt x="36" y="50"/>
                    <a:pt x="36" y="52"/>
                    <a:pt x="36" y="53"/>
                  </a:cubicBezTo>
                  <a:cubicBezTo>
                    <a:pt x="36" y="54"/>
                    <a:pt x="36" y="55"/>
                    <a:pt x="36" y="56"/>
                  </a:cubicBezTo>
                  <a:cubicBezTo>
                    <a:pt x="36" y="57"/>
                    <a:pt x="36" y="58"/>
                    <a:pt x="36" y="58"/>
                  </a:cubicBezTo>
                  <a:cubicBezTo>
                    <a:pt x="36" y="58"/>
                    <a:pt x="36" y="59"/>
                    <a:pt x="35" y="59"/>
                  </a:cubicBezTo>
                  <a:cubicBezTo>
                    <a:pt x="35" y="59"/>
                    <a:pt x="34" y="58"/>
                    <a:pt x="34" y="57"/>
                  </a:cubicBezTo>
                  <a:cubicBezTo>
                    <a:pt x="33" y="57"/>
                    <a:pt x="32" y="57"/>
                    <a:pt x="32" y="56"/>
                  </a:cubicBezTo>
                  <a:cubicBezTo>
                    <a:pt x="31" y="56"/>
                    <a:pt x="30" y="55"/>
                    <a:pt x="30" y="55"/>
                  </a:cubicBezTo>
                  <a:cubicBezTo>
                    <a:pt x="29" y="55"/>
                    <a:pt x="28" y="54"/>
                    <a:pt x="28" y="54"/>
                  </a:cubicBezTo>
                  <a:cubicBezTo>
                    <a:pt x="27" y="54"/>
                    <a:pt x="25" y="55"/>
                    <a:pt x="24" y="56"/>
                  </a:cubicBezTo>
                  <a:cubicBezTo>
                    <a:pt x="23" y="56"/>
                    <a:pt x="22" y="56"/>
                    <a:pt x="22" y="56"/>
                  </a:cubicBezTo>
                  <a:cubicBezTo>
                    <a:pt x="21" y="56"/>
                    <a:pt x="21" y="55"/>
                    <a:pt x="20" y="55"/>
                  </a:cubicBezTo>
                  <a:cubicBezTo>
                    <a:pt x="20" y="55"/>
                    <a:pt x="19" y="55"/>
                    <a:pt x="18" y="55"/>
                  </a:cubicBezTo>
                  <a:cubicBezTo>
                    <a:pt x="18" y="55"/>
                    <a:pt x="16" y="54"/>
                    <a:pt x="16" y="54"/>
                  </a:cubicBezTo>
                  <a:cubicBezTo>
                    <a:pt x="15" y="54"/>
                    <a:pt x="14" y="54"/>
                    <a:pt x="14" y="54"/>
                  </a:cubicBezTo>
                  <a:cubicBezTo>
                    <a:pt x="13" y="54"/>
                    <a:pt x="12" y="53"/>
                    <a:pt x="12" y="52"/>
                  </a:cubicBezTo>
                  <a:cubicBezTo>
                    <a:pt x="11" y="52"/>
                    <a:pt x="11" y="51"/>
                    <a:pt x="11" y="50"/>
                  </a:cubicBezTo>
                  <a:cubicBezTo>
                    <a:pt x="11" y="49"/>
                    <a:pt x="10" y="48"/>
                    <a:pt x="9" y="47"/>
                  </a:cubicBezTo>
                  <a:cubicBezTo>
                    <a:pt x="9" y="46"/>
                    <a:pt x="6" y="45"/>
                    <a:pt x="5" y="44"/>
                  </a:cubicBezTo>
                  <a:cubicBezTo>
                    <a:pt x="5" y="44"/>
                    <a:pt x="4" y="43"/>
                    <a:pt x="3" y="42"/>
                  </a:cubicBezTo>
                  <a:cubicBezTo>
                    <a:pt x="4" y="42"/>
                    <a:pt x="4" y="41"/>
                    <a:pt x="4" y="40"/>
                  </a:cubicBezTo>
                  <a:cubicBezTo>
                    <a:pt x="4" y="40"/>
                    <a:pt x="4" y="38"/>
                    <a:pt x="4" y="37"/>
                  </a:cubicBezTo>
                  <a:cubicBezTo>
                    <a:pt x="4" y="37"/>
                    <a:pt x="6" y="36"/>
                    <a:pt x="6" y="36"/>
                  </a:cubicBezTo>
                  <a:cubicBezTo>
                    <a:pt x="7" y="35"/>
                    <a:pt x="8" y="34"/>
                    <a:pt x="8" y="34"/>
                  </a:cubicBezTo>
                  <a:cubicBezTo>
                    <a:pt x="9" y="34"/>
                    <a:pt x="10" y="33"/>
                    <a:pt x="10" y="33"/>
                  </a:cubicBezTo>
                  <a:cubicBezTo>
                    <a:pt x="10" y="32"/>
                    <a:pt x="10" y="31"/>
                    <a:pt x="10" y="31"/>
                  </a:cubicBezTo>
                  <a:cubicBezTo>
                    <a:pt x="9" y="30"/>
                    <a:pt x="7" y="29"/>
                    <a:pt x="7" y="28"/>
                  </a:cubicBezTo>
                  <a:cubicBezTo>
                    <a:pt x="6" y="28"/>
                    <a:pt x="5" y="26"/>
                    <a:pt x="5" y="25"/>
                  </a:cubicBezTo>
                  <a:cubicBezTo>
                    <a:pt x="4" y="25"/>
                    <a:pt x="3" y="24"/>
                    <a:pt x="2" y="23"/>
                  </a:cubicBezTo>
                  <a:cubicBezTo>
                    <a:pt x="2" y="23"/>
                    <a:pt x="1" y="23"/>
                    <a:pt x="1" y="23"/>
                  </a:cubicBezTo>
                  <a:cubicBezTo>
                    <a:pt x="0" y="22"/>
                    <a:pt x="0" y="22"/>
                    <a:pt x="0" y="21"/>
                  </a:cubicBezTo>
                  <a:cubicBezTo>
                    <a:pt x="0" y="21"/>
                    <a:pt x="1" y="19"/>
                    <a:pt x="1" y="19"/>
                  </a:cubicBezTo>
                  <a:cubicBezTo>
                    <a:pt x="2" y="19"/>
                    <a:pt x="3" y="19"/>
                    <a:pt x="3" y="19"/>
                  </a:cubicBezTo>
                  <a:cubicBezTo>
                    <a:pt x="4" y="18"/>
                    <a:pt x="4" y="18"/>
                    <a:pt x="5" y="17"/>
                  </a:cubicBezTo>
                  <a:cubicBezTo>
                    <a:pt x="5" y="17"/>
                    <a:pt x="6" y="17"/>
                    <a:pt x="6" y="17"/>
                  </a:cubicBezTo>
                  <a:cubicBezTo>
                    <a:pt x="7" y="17"/>
                    <a:pt x="7" y="16"/>
                    <a:pt x="7" y="15"/>
                  </a:cubicBezTo>
                  <a:cubicBezTo>
                    <a:pt x="7" y="15"/>
                    <a:pt x="8" y="13"/>
                    <a:pt x="8" y="12"/>
                  </a:cubicBezTo>
                  <a:cubicBezTo>
                    <a:pt x="8" y="12"/>
                    <a:pt x="9" y="11"/>
                    <a:pt x="10" y="11"/>
                  </a:cubicBezTo>
                  <a:cubicBezTo>
                    <a:pt x="10" y="11"/>
                    <a:pt x="11" y="12"/>
                    <a:pt x="12" y="12"/>
                  </a:cubicBezTo>
                  <a:cubicBezTo>
                    <a:pt x="12" y="12"/>
                    <a:pt x="13" y="13"/>
                    <a:pt x="13" y="13"/>
                  </a:cubicBezTo>
                  <a:cubicBezTo>
                    <a:pt x="14" y="12"/>
                    <a:pt x="15" y="12"/>
                    <a:pt x="15" y="11"/>
                  </a:cubicBezTo>
                  <a:cubicBezTo>
                    <a:pt x="15" y="11"/>
                    <a:pt x="15" y="10"/>
                    <a:pt x="16" y="9"/>
                  </a:cubicBezTo>
                  <a:cubicBezTo>
                    <a:pt x="16" y="9"/>
                    <a:pt x="16" y="9"/>
                    <a:pt x="16" y="8"/>
                  </a:cubicBezTo>
                  <a:cubicBezTo>
                    <a:pt x="17" y="8"/>
                    <a:pt x="17" y="7"/>
                    <a:pt x="18" y="7"/>
                  </a:cubicBezTo>
                  <a:cubicBezTo>
                    <a:pt x="18" y="7"/>
                    <a:pt x="18" y="8"/>
                    <a:pt x="19" y="8"/>
                  </a:cubicBezTo>
                  <a:cubicBezTo>
                    <a:pt x="19" y="8"/>
                    <a:pt x="19" y="10"/>
                    <a:pt x="19" y="10"/>
                  </a:cubicBezTo>
                  <a:cubicBezTo>
                    <a:pt x="20" y="10"/>
                    <a:pt x="21" y="9"/>
                    <a:pt x="21" y="9"/>
                  </a:cubicBezTo>
                  <a:cubicBezTo>
                    <a:pt x="22" y="8"/>
                    <a:pt x="23" y="7"/>
                    <a:pt x="24" y="7"/>
                  </a:cubicBezTo>
                  <a:cubicBezTo>
                    <a:pt x="24" y="6"/>
                    <a:pt x="25" y="4"/>
                    <a:pt x="25" y="4"/>
                  </a:cubicBezTo>
                  <a:cubicBezTo>
                    <a:pt x="26" y="3"/>
                    <a:pt x="26" y="2"/>
                    <a:pt x="27" y="2"/>
                  </a:cubicBezTo>
                  <a:cubicBezTo>
                    <a:pt x="28" y="1"/>
                    <a:pt x="29" y="1"/>
                    <a:pt x="30"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77"/>
            <p:cNvSpPr>
              <a:spLocks/>
            </p:cNvSpPr>
            <p:nvPr/>
          </p:nvSpPr>
          <p:spPr bwMode="auto">
            <a:xfrm>
              <a:off x="2071688" y="4016376"/>
              <a:ext cx="338138" cy="303213"/>
            </a:xfrm>
            <a:custGeom>
              <a:avLst/>
              <a:gdLst/>
              <a:ahLst/>
              <a:cxnLst>
                <a:cxn ang="0">
                  <a:pos x="75" y="11"/>
                </a:cxn>
                <a:cxn ang="0">
                  <a:pos x="84" y="2"/>
                </a:cxn>
                <a:cxn ang="0">
                  <a:pos x="106" y="2"/>
                </a:cxn>
                <a:cxn ang="0">
                  <a:pos x="121" y="3"/>
                </a:cxn>
                <a:cxn ang="0">
                  <a:pos x="131" y="6"/>
                </a:cxn>
                <a:cxn ang="0">
                  <a:pos x="152" y="6"/>
                </a:cxn>
                <a:cxn ang="0">
                  <a:pos x="170" y="9"/>
                </a:cxn>
                <a:cxn ang="0">
                  <a:pos x="178" y="21"/>
                </a:cxn>
                <a:cxn ang="0">
                  <a:pos x="175" y="36"/>
                </a:cxn>
                <a:cxn ang="0">
                  <a:pos x="165" y="35"/>
                </a:cxn>
                <a:cxn ang="0">
                  <a:pos x="165" y="45"/>
                </a:cxn>
                <a:cxn ang="0">
                  <a:pos x="168" y="48"/>
                </a:cxn>
                <a:cxn ang="0">
                  <a:pos x="173" y="59"/>
                </a:cxn>
                <a:cxn ang="0">
                  <a:pos x="177" y="67"/>
                </a:cxn>
                <a:cxn ang="0">
                  <a:pos x="162" y="76"/>
                </a:cxn>
                <a:cxn ang="0">
                  <a:pos x="154" y="92"/>
                </a:cxn>
                <a:cxn ang="0">
                  <a:pos x="154" y="109"/>
                </a:cxn>
                <a:cxn ang="0">
                  <a:pos x="153" y="126"/>
                </a:cxn>
                <a:cxn ang="0">
                  <a:pos x="141" y="128"/>
                </a:cxn>
                <a:cxn ang="0">
                  <a:pos x="126" y="125"/>
                </a:cxn>
                <a:cxn ang="0">
                  <a:pos x="120" y="128"/>
                </a:cxn>
                <a:cxn ang="0">
                  <a:pos x="126" y="142"/>
                </a:cxn>
                <a:cxn ang="0">
                  <a:pos x="103" y="132"/>
                </a:cxn>
                <a:cxn ang="0">
                  <a:pos x="104" y="115"/>
                </a:cxn>
                <a:cxn ang="0">
                  <a:pos x="96" y="126"/>
                </a:cxn>
                <a:cxn ang="0">
                  <a:pos x="89" y="116"/>
                </a:cxn>
                <a:cxn ang="0">
                  <a:pos x="89" y="102"/>
                </a:cxn>
                <a:cxn ang="0">
                  <a:pos x="73" y="99"/>
                </a:cxn>
                <a:cxn ang="0">
                  <a:pos x="73" y="112"/>
                </a:cxn>
                <a:cxn ang="0">
                  <a:pos x="91" y="128"/>
                </a:cxn>
                <a:cxn ang="0">
                  <a:pos x="97" y="138"/>
                </a:cxn>
                <a:cxn ang="0">
                  <a:pos x="84" y="137"/>
                </a:cxn>
                <a:cxn ang="0">
                  <a:pos x="83" y="143"/>
                </a:cxn>
                <a:cxn ang="0">
                  <a:pos x="67" y="151"/>
                </a:cxn>
                <a:cxn ang="0">
                  <a:pos x="61" y="160"/>
                </a:cxn>
                <a:cxn ang="0">
                  <a:pos x="47" y="148"/>
                </a:cxn>
                <a:cxn ang="0">
                  <a:pos x="38" y="146"/>
                </a:cxn>
                <a:cxn ang="0">
                  <a:pos x="26" y="141"/>
                </a:cxn>
                <a:cxn ang="0">
                  <a:pos x="26" y="124"/>
                </a:cxn>
                <a:cxn ang="0">
                  <a:pos x="18" y="121"/>
                </a:cxn>
                <a:cxn ang="0">
                  <a:pos x="22" y="108"/>
                </a:cxn>
                <a:cxn ang="0">
                  <a:pos x="10" y="108"/>
                </a:cxn>
                <a:cxn ang="0">
                  <a:pos x="2" y="97"/>
                </a:cxn>
                <a:cxn ang="0">
                  <a:pos x="11" y="95"/>
                </a:cxn>
                <a:cxn ang="0">
                  <a:pos x="23" y="94"/>
                </a:cxn>
                <a:cxn ang="0">
                  <a:pos x="39" y="98"/>
                </a:cxn>
                <a:cxn ang="0">
                  <a:pos x="50" y="103"/>
                </a:cxn>
                <a:cxn ang="0">
                  <a:pos x="54" y="90"/>
                </a:cxn>
                <a:cxn ang="0">
                  <a:pos x="49" y="76"/>
                </a:cxn>
                <a:cxn ang="0">
                  <a:pos x="46" y="62"/>
                </a:cxn>
                <a:cxn ang="0">
                  <a:pos x="46" y="48"/>
                </a:cxn>
                <a:cxn ang="0">
                  <a:pos x="38" y="37"/>
                </a:cxn>
                <a:cxn ang="0">
                  <a:pos x="52" y="37"/>
                </a:cxn>
                <a:cxn ang="0">
                  <a:pos x="62" y="32"/>
                </a:cxn>
                <a:cxn ang="0">
                  <a:pos x="63" y="22"/>
                </a:cxn>
                <a:cxn ang="0">
                  <a:pos x="63" y="12"/>
                </a:cxn>
              </a:cxnLst>
              <a:rect l="0" t="0" r="r" b="b"/>
              <a:pathLst>
                <a:path w="179" h="161">
                  <a:moveTo>
                    <a:pt x="65" y="13"/>
                  </a:moveTo>
                  <a:cubicBezTo>
                    <a:pt x="66" y="14"/>
                    <a:pt x="66" y="14"/>
                    <a:pt x="66" y="14"/>
                  </a:cubicBezTo>
                  <a:cubicBezTo>
                    <a:pt x="67" y="14"/>
                    <a:pt x="68" y="14"/>
                    <a:pt x="68" y="14"/>
                  </a:cubicBezTo>
                  <a:cubicBezTo>
                    <a:pt x="68" y="14"/>
                    <a:pt x="69" y="14"/>
                    <a:pt x="70" y="14"/>
                  </a:cubicBezTo>
                  <a:cubicBezTo>
                    <a:pt x="71" y="13"/>
                    <a:pt x="72" y="13"/>
                    <a:pt x="73" y="13"/>
                  </a:cubicBezTo>
                  <a:cubicBezTo>
                    <a:pt x="73" y="13"/>
                    <a:pt x="75" y="13"/>
                    <a:pt x="75" y="13"/>
                  </a:cubicBezTo>
                  <a:cubicBezTo>
                    <a:pt x="75" y="13"/>
                    <a:pt x="75" y="12"/>
                    <a:pt x="75" y="11"/>
                  </a:cubicBezTo>
                  <a:cubicBezTo>
                    <a:pt x="75" y="11"/>
                    <a:pt x="75" y="10"/>
                    <a:pt x="74" y="10"/>
                  </a:cubicBezTo>
                  <a:cubicBezTo>
                    <a:pt x="74" y="9"/>
                    <a:pt x="74" y="8"/>
                    <a:pt x="74" y="8"/>
                  </a:cubicBezTo>
                  <a:cubicBezTo>
                    <a:pt x="74" y="7"/>
                    <a:pt x="75" y="7"/>
                    <a:pt x="75" y="6"/>
                  </a:cubicBezTo>
                  <a:cubicBezTo>
                    <a:pt x="76" y="6"/>
                    <a:pt x="77" y="5"/>
                    <a:pt x="78" y="5"/>
                  </a:cubicBezTo>
                  <a:cubicBezTo>
                    <a:pt x="78" y="5"/>
                    <a:pt x="80" y="4"/>
                    <a:pt x="80" y="4"/>
                  </a:cubicBezTo>
                  <a:cubicBezTo>
                    <a:pt x="81" y="3"/>
                    <a:pt x="81" y="2"/>
                    <a:pt x="82" y="2"/>
                  </a:cubicBezTo>
                  <a:cubicBezTo>
                    <a:pt x="83" y="2"/>
                    <a:pt x="84" y="2"/>
                    <a:pt x="84" y="2"/>
                  </a:cubicBezTo>
                  <a:cubicBezTo>
                    <a:pt x="85" y="2"/>
                    <a:pt x="86" y="3"/>
                    <a:pt x="86" y="3"/>
                  </a:cubicBezTo>
                  <a:cubicBezTo>
                    <a:pt x="87" y="3"/>
                    <a:pt x="88" y="3"/>
                    <a:pt x="89" y="3"/>
                  </a:cubicBezTo>
                  <a:cubicBezTo>
                    <a:pt x="89" y="3"/>
                    <a:pt x="91" y="3"/>
                    <a:pt x="92" y="3"/>
                  </a:cubicBezTo>
                  <a:cubicBezTo>
                    <a:pt x="93" y="3"/>
                    <a:pt x="95" y="2"/>
                    <a:pt x="96" y="2"/>
                  </a:cubicBezTo>
                  <a:cubicBezTo>
                    <a:pt x="97" y="2"/>
                    <a:pt x="99" y="2"/>
                    <a:pt x="101" y="2"/>
                  </a:cubicBezTo>
                  <a:cubicBezTo>
                    <a:pt x="101" y="2"/>
                    <a:pt x="102" y="2"/>
                    <a:pt x="103" y="2"/>
                  </a:cubicBezTo>
                  <a:cubicBezTo>
                    <a:pt x="104" y="2"/>
                    <a:pt x="105" y="1"/>
                    <a:pt x="106" y="2"/>
                  </a:cubicBezTo>
                  <a:cubicBezTo>
                    <a:pt x="107" y="2"/>
                    <a:pt x="107" y="4"/>
                    <a:pt x="108" y="4"/>
                  </a:cubicBezTo>
                  <a:cubicBezTo>
                    <a:pt x="108" y="4"/>
                    <a:pt x="110" y="5"/>
                    <a:pt x="110" y="5"/>
                  </a:cubicBezTo>
                  <a:cubicBezTo>
                    <a:pt x="111" y="5"/>
                    <a:pt x="111" y="5"/>
                    <a:pt x="111" y="6"/>
                  </a:cubicBezTo>
                  <a:cubicBezTo>
                    <a:pt x="112" y="6"/>
                    <a:pt x="114" y="6"/>
                    <a:pt x="115" y="6"/>
                  </a:cubicBezTo>
                  <a:cubicBezTo>
                    <a:pt x="116" y="6"/>
                    <a:pt x="118" y="6"/>
                    <a:pt x="119" y="6"/>
                  </a:cubicBezTo>
                  <a:cubicBezTo>
                    <a:pt x="120" y="6"/>
                    <a:pt x="122" y="6"/>
                    <a:pt x="122" y="5"/>
                  </a:cubicBezTo>
                  <a:cubicBezTo>
                    <a:pt x="122" y="4"/>
                    <a:pt x="121" y="4"/>
                    <a:pt x="121" y="3"/>
                  </a:cubicBezTo>
                  <a:cubicBezTo>
                    <a:pt x="121" y="3"/>
                    <a:pt x="122" y="2"/>
                    <a:pt x="122" y="1"/>
                  </a:cubicBezTo>
                  <a:cubicBezTo>
                    <a:pt x="122" y="1"/>
                    <a:pt x="123" y="0"/>
                    <a:pt x="123" y="0"/>
                  </a:cubicBezTo>
                  <a:cubicBezTo>
                    <a:pt x="124" y="0"/>
                    <a:pt x="125" y="0"/>
                    <a:pt x="125" y="0"/>
                  </a:cubicBezTo>
                  <a:cubicBezTo>
                    <a:pt x="126" y="0"/>
                    <a:pt x="127" y="0"/>
                    <a:pt x="128" y="0"/>
                  </a:cubicBezTo>
                  <a:cubicBezTo>
                    <a:pt x="128" y="1"/>
                    <a:pt x="129" y="2"/>
                    <a:pt x="129" y="3"/>
                  </a:cubicBezTo>
                  <a:cubicBezTo>
                    <a:pt x="129" y="3"/>
                    <a:pt x="130" y="4"/>
                    <a:pt x="130" y="5"/>
                  </a:cubicBezTo>
                  <a:cubicBezTo>
                    <a:pt x="130" y="5"/>
                    <a:pt x="131" y="6"/>
                    <a:pt x="131" y="6"/>
                  </a:cubicBezTo>
                  <a:cubicBezTo>
                    <a:pt x="132" y="6"/>
                    <a:pt x="135" y="6"/>
                    <a:pt x="136" y="6"/>
                  </a:cubicBezTo>
                  <a:cubicBezTo>
                    <a:pt x="137" y="6"/>
                    <a:pt x="137" y="6"/>
                    <a:pt x="137" y="6"/>
                  </a:cubicBezTo>
                  <a:cubicBezTo>
                    <a:pt x="139" y="6"/>
                    <a:pt x="140" y="5"/>
                    <a:pt x="141" y="5"/>
                  </a:cubicBezTo>
                  <a:cubicBezTo>
                    <a:pt x="142" y="5"/>
                    <a:pt x="145" y="5"/>
                    <a:pt x="146" y="5"/>
                  </a:cubicBezTo>
                  <a:cubicBezTo>
                    <a:pt x="146" y="5"/>
                    <a:pt x="147" y="4"/>
                    <a:pt x="147" y="4"/>
                  </a:cubicBezTo>
                  <a:cubicBezTo>
                    <a:pt x="148" y="4"/>
                    <a:pt x="148" y="5"/>
                    <a:pt x="149" y="5"/>
                  </a:cubicBezTo>
                  <a:cubicBezTo>
                    <a:pt x="150" y="5"/>
                    <a:pt x="151" y="6"/>
                    <a:pt x="152" y="6"/>
                  </a:cubicBezTo>
                  <a:cubicBezTo>
                    <a:pt x="153" y="6"/>
                    <a:pt x="155" y="6"/>
                    <a:pt x="155" y="6"/>
                  </a:cubicBezTo>
                  <a:cubicBezTo>
                    <a:pt x="156" y="6"/>
                    <a:pt x="157" y="6"/>
                    <a:pt x="158" y="6"/>
                  </a:cubicBezTo>
                  <a:cubicBezTo>
                    <a:pt x="158" y="6"/>
                    <a:pt x="159" y="6"/>
                    <a:pt x="159" y="6"/>
                  </a:cubicBezTo>
                  <a:cubicBezTo>
                    <a:pt x="160" y="7"/>
                    <a:pt x="160" y="7"/>
                    <a:pt x="161" y="7"/>
                  </a:cubicBezTo>
                  <a:cubicBezTo>
                    <a:pt x="162" y="7"/>
                    <a:pt x="163" y="8"/>
                    <a:pt x="164" y="8"/>
                  </a:cubicBezTo>
                  <a:cubicBezTo>
                    <a:pt x="165" y="8"/>
                    <a:pt x="166" y="8"/>
                    <a:pt x="166" y="8"/>
                  </a:cubicBezTo>
                  <a:cubicBezTo>
                    <a:pt x="167" y="8"/>
                    <a:pt x="169" y="8"/>
                    <a:pt x="170" y="9"/>
                  </a:cubicBezTo>
                  <a:cubicBezTo>
                    <a:pt x="170" y="9"/>
                    <a:pt x="171" y="10"/>
                    <a:pt x="172" y="10"/>
                  </a:cubicBezTo>
                  <a:cubicBezTo>
                    <a:pt x="172" y="10"/>
                    <a:pt x="172" y="11"/>
                    <a:pt x="172" y="11"/>
                  </a:cubicBezTo>
                  <a:cubicBezTo>
                    <a:pt x="172" y="12"/>
                    <a:pt x="173" y="12"/>
                    <a:pt x="173" y="12"/>
                  </a:cubicBezTo>
                  <a:cubicBezTo>
                    <a:pt x="173" y="13"/>
                    <a:pt x="175" y="13"/>
                    <a:pt x="175" y="14"/>
                  </a:cubicBezTo>
                  <a:cubicBezTo>
                    <a:pt x="176" y="14"/>
                    <a:pt x="176" y="15"/>
                    <a:pt x="177" y="16"/>
                  </a:cubicBezTo>
                  <a:cubicBezTo>
                    <a:pt x="177" y="17"/>
                    <a:pt x="177" y="18"/>
                    <a:pt x="177" y="18"/>
                  </a:cubicBezTo>
                  <a:cubicBezTo>
                    <a:pt x="177" y="19"/>
                    <a:pt x="178" y="20"/>
                    <a:pt x="178" y="21"/>
                  </a:cubicBezTo>
                  <a:cubicBezTo>
                    <a:pt x="178" y="22"/>
                    <a:pt x="178" y="23"/>
                    <a:pt x="178" y="24"/>
                  </a:cubicBezTo>
                  <a:cubicBezTo>
                    <a:pt x="178" y="24"/>
                    <a:pt x="179" y="26"/>
                    <a:pt x="179" y="26"/>
                  </a:cubicBezTo>
                  <a:cubicBezTo>
                    <a:pt x="179" y="27"/>
                    <a:pt x="179" y="28"/>
                    <a:pt x="179" y="29"/>
                  </a:cubicBezTo>
                  <a:cubicBezTo>
                    <a:pt x="179" y="30"/>
                    <a:pt x="179" y="31"/>
                    <a:pt x="179" y="31"/>
                  </a:cubicBezTo>
                  <a:cubicBezTo>
                    <a:pt x="179" y="32"/>
                    <a:pt x="178" y="33"/>
                    <a:pt x="178" y="33"/>
                  </a:cubicBezTo>
                  <a:cubicBezTo>
                    <a:pt x="178" y="33"/>
                    <a:pt x="177" y="34"/>
                    <a:pt x="176" y="34"/>
                  </a:cubicBezTo>
                  <a:cubicBezTo>
                    <a:pt x="176" y="35"/>
                    <a:pt x="176" y="35"/>
                    <a:pt x="175" y="36"/>
                  </a:cubicBezTo>
                  <a:cubicBezTo>
                    <a:pt x="175" y="36"/>
                    <a:pt x="174" y="36"/>
                    <a:pt x="174" y="36"/>
                  </a:cubicBezTo>
                  <a:cubicBezTo>
                    <a:pt x="173" y="37"/>
                    <a:pt x="172" y="37"/>
                    <a:pt x="171" y="36"/>
                  </a:cubicBezTo>
                  <a:cubicBezTo>
                    <a:pt x="171" y="36"/>
                    <a:pt x="169" y="35"/>
                    <a:pt x="169" y="35"/>
                  </a:cubicBezTo>
                  <a:cubicBezTo>
                    <a:pt x="169" y="35"/>
                    <a:pt x="168" y="34"/>
                    <a:pt x="168" y="34"/>
                  </a:cubicBezTo>
                  <a:cubicBezTo>
                    <a:pt x="168" y="33"/>
                    <a:pt x="167" y="33"/>
                    <a:pt x="166" y="33"/>
                  </a:cubicBezTo>
                  <a:cubicBezTo>
                    <a:pt x="166" y="33"/>
                    <a:pt x="166" y="33"/>
                    <a:pt x="166" y="34"/>
                  </a:cubicBezTo>
                  <a:cubicBezTo>
                    <a:pt x="166" y="34"/>
                    <a:pt x="165" y="34"/>
                    <a:pt x="165" y="35"/>
                  </a:cubicBezTo>
                  <a:cubicBezTo>
                    <a:pt x="165" y="35"/>
                    <a:pt x="163" y="36"/>
                    <a:pt x="163" y="36"/>
                  </a:cubicBezTo>
                  <a:cubicBezTo>
                    <a:pt x="162" y="37"/>
                    <a:pt x="161" y="37"/>
                    <a:pt x="161" y="37"/>
                  </a:cubicBezTo>
                  <a:cubicBezTo>
                    <a:pt x="161" y="38"/>
                    <a:pt x="160" y="38"/>
                    <a:pt x="160" y="39"/>
                  </a:cubicBezTo>
                  <a:cubicBezTo>
                    <a:pt x="160" y="39"/>
                    <a:pt x="161" y="40"/>
                    <a:pt x="161" y="40"/>
                  </a:cubicBezTo>
                  <a:cubicBezTo>
                    <a:pt x="162" y="41"/>
                    <a:pt x="163" y="41"/>
                    <a:pt x="163" y="42"/>
                  </a:cubicBezTo>
                  <a:cubicBezTo>
                    <a:pt x="164" y="42"/>
                    <a:pt x="165" y="43"/>
                    <a:pt x="165" y="43"/>
                  </a:cubicBezTo>
                  <a:cubicBezTo>
                    <a:pt x="165" y="44"/>
                    <a:pt x="165" y="45"/>
                    <a:pt x="165" y="45"/>
                  </a:cubicBezTo>
                  <a:cubicBezTo>
                    <a:pt x="165" y="46"/>
                    <a:pt x="164" y="46"/>
                    <a:pt x="164" y="46"/>
                  </a:cubicBezTo>
                  <a:cubicBezTo>
                    <a:pt x="163" y="46"/>
                    <a:pt x="163" y="47"/>
                    <a:pt x="162" y="47"/>
                  </a:cubicBezTo>
                  <a:cubicBezTo>
                    <a:pt x="162" y="48"/>
                    <a:pt x="161" y="49"/>
                    <a:pt x="161" y="49"/>
                  </a:cubicBezTo>
                  <a:cubicBezTo>
                    <a:pt x="161" y="49"/>
                    <a:pt x="161" y="50"/>
                    <a:pt x="162" y="51"/>
                  </a:cubicBezTo>
                  <a:cubicBezTo>
                    <a:pt x="162" y="51"/>
                    <a:pt x="163" y="52"/>
                    <a:pt x="163" y="52"/>
                  </a:cubicBezTo>
                  <a:cubicBezTo>
                    <a:pt x="164" y="52"/>
                    <a:pt x="165" y="51"/>
                    <a:pt x="166" y="51"/>
                  </a:cubicBezTo>
                  <a:cubicBezTo>
                    <a:pt x="166" y="50"/>
                    <a:pt x="167" y="49"/>
                    <a:pt x="168" y="48"/>
                  </a:cubicBezTo>
                  <a:cubicBezTo>
                    <a:pt x="168" y="48"/>
                    <a:pt x="170" y="47"/>
                    <a:pt x="171" y="48"/>
                  </a:cubicBezTo>
                  <a:cubicBezTo>
                    <a:pt x="171" y="48"/>
                    <a:pt x="171" y="49"/>
                    <a:pt x="171" y="49"/>
                  </a:cubicBezTo>
                  <a:cubicBezTo>
                    <a:pt x="171" y="49"/>
                    <a:pt x="171" y="50"/>
                    <a:pt x="170" y="50"/>
                  </a:cubicBezTo>
                  <a:cubicBezTo>
                    <a:pt x="170" y="51"/>
                    <a:pt x="169" y="52"/>
                    <a:pt x="169" y="52"/>
                  </a:cubicBezTo>
                  <a:cubicBezTo>
                    <a:pt x="169" y="53"/>
                    <a:pt x="169" y="54"/>
                    <a:pt x="169" y="55"/>
                  </a:cubicBezTo>
                  <a:cubicBezTo>
                    <a:pt x="169" y="55"/>
                    <a:pt x="170" y="56"/>
                    <a:pt x="171" y="57"/>
                  </a:cubicBezTo>
                  <a:cubicBezTo>
                    <a:pt x="171" y="58"/>
                    <a:pt x="173" y="59"/>
                    <a:pt x="173" y="59"/>
                  </a:cubicBezTo>
                  <a:cubicBezTo>
                    <a:pt x="174" y="60"/>
                    <a:pt x="174" y="60"/>
                    <a:pt x="174" y="60"/>
                  </a:cubicBezTo>
                  <a:cubicBezTo>
                    <a:pt x="175" y="61"/>
                    <a:pt x="176" y="61"/>
                    <a:pt x="177" y="61"/>
                  </a:cubicBezTo>
                  <a:cubicBezTo>
                    <a:pt x="177" y="61"/>
                    <a:pt x="178" y="61"/>
                    <a:pt x="178" y="61"/>
                  </a:cubicBezTo>
                  <a:cubicBezTo>
                    <a:pt x="178" y="62"/>
                    <a:pt x="178" y="62"/>
                    <a:pt x="177" y="62"/>
                  </a:cubicBezTo>
                  <a:cubicBezTo>
                    <a:pt x="177" y="63"/>
                    <a:pt x="176" y="63"/>
                    <a:pt x="176" y="64"/>
                  </a:cubicBezTo>
                  <a:cubicBezTo>
                    <a:pt x="176" y="64"/>
                    <a:pt x="176" y="66"/>
                    <a:pt x="177" y="66"/>
                  </a:cubicBezTo>
                  <a:cubicBezTo>
                    <a:pt x="177" y="66"/>
                    <a:pt x="177" y="67"/>
                    <a:pt x="177" y="67"/>
                  </a:cubicBezTo>
                  <a:cubicBezTo>
                    <a:pt x="176" y="67"/>
                    <a:pt x="176" y="68"/>
                    <a:pt x="175" y="68"/>
                  </a:cubicBezTo>
                  <a:cubicBezTo>
                    <a:pt x="175" y="68"/>
                    <a:pt x="173" y="69"/>
                    <a:pt x="173" y="70"/>
                  </a:cubicBezTo>
                  <a:cubicBezTo>
                    <a:pt x="173" y="71"/>
                    <a:pt x="173" y="73"/>
                    <a:pt x="172" y="73"/>
                  </a:cubicBezTo>
                  <a:cubicBezTo>
                    <a:pt x="172" y="74"/>
                    <a:pt x="171" y="75"/>
                    <a:pt x="170" y="75"/>
                  </a:cubicBezTo>
                  <a:cubicBezTo>
                    <a:pt x="170" y="75"/>
                    <a:pt x="168" y="74"/>
                    <a:pt x="168" y="74"/>
                  </a:cubicBezTo>
                  <a:cubicBezTo>
                    <a:pt x="167" y="74"/>
                    <a:pt x="165" y="74"/>
                    <a:pt x="164" y="74"/>
                  </a:cubicBezTo>
                  <a:cubicBezTo>
                    <a:pt x="163" y="74"/>
                    <a:pt x="162" y="76"/>
                    <a:pt x="162" y="76"/>
                  </a:cubicBezTo>
                  <a:cubicBezTo>
                    <a:pt x="162" y="77"/>
                    <a:pt x="162" y="78"/>
                    <a:pt x="161" y="79"/>
                  </a:cubicBezTo>
                  <a:cubicBezTo>
                    <a:pt x="161" y="80"/>
                    <a:pt x="161" y="81"/>
                    <a:pt x="160" y="81"/>
                  </a:cubicBezTo>
                  <a:cubicBezTo>
                    <a:pt x="160" y="82"/>
                    <a:pt x="159" y="83"/>
                    <a:pt x="158" y="83"/>
                  </a:cubicBezTo>
                  <a:cubicBezTo>
                    <a:pt x="158" y="84"/>
                    <a:pt x="156" y="85"/>
                    <a:pt x="156" y="86"/>
                  </a:cubicBezTo>
                  <a:cubicBezTo>
                    <a:pt x="156" y="86"/>
                    <a:pt x="156" y="87"/>
                    <a:pt x="156" y="87"/>
                  </a:cubicBezTo>
                  <a:cubicBezTo>
                    <a:pt x="156" y="88"/>
                    <a:pt x="156" y="89"/>
                    <a:pt x="156" y="90"/>
                  </a:cubicBezTo>
                  <a:cubicBezTo>
                    <a:pt x="155" y="90"/>
                    <a:pt x="155" y="91"/>
                    <a:pt x="154" y="92"/>
                  </a:cubicBezTo>
                  <a:cubicBezTo>
                    <a:pt x="154" y="92"/>
                    <a:pt x="154" y="94"/>
                    <a:pt x="154" y="94"/>
                  </a:cubicBezTo>
                  <a:cubicBezTo>
                    <a:pt x="154" y="95"/>
                    <a:pt x="153" y="96"/>
                    <a:pt x="153" y="97"/>
                  </a:cubicBezTo>
                  <a:cubicBezTo>
                    <a:pt x="153" y="97"/>
                    <a:pt x="153" y="99"/>
                    <a:pt x="153" y="100"/>
                  </a:cubicBezTo>
                  <a:cubicBezTo>
                    <a:pt x="153" y="101"/>
                    <a:pt x="152" y="102"/>
                    <a:pt x="152" y="103"/>
                  </a:cubicBezTo>
                  <a:cubicBezTo>
                    <a:pt x="152" y="104"/>
                    <a:pt x="153" y="105"/>
                    <a:pt x="153" y="105"/>
                  </a:cubicBezTo>
                  <a:cubicBezTo>
                    <a:pt x="153" y="106"/>
                    <a:pt x="154" y="107"/>
                    <a:pt x="154" y="107"/>
                  </a:cubicBezTo>
                  <a:cubicBezTo>
                    <a:pt x="154" y="108"/>
                    <a:pt x="154" y="109"/>
                    <a:pt x="154" y="109"/>
                  </a:cubicBezTo>
                  <a:cubicBezTo>
                    <a:pt x="154" y="110"/>
                    <a:pt x="152" y="111"/>
                    <a:pt x="152" y="112"/>
                  </a:cubicBezTo>
                  <a:cubicBezTo>
                    <a:pt x="151" y="112"/>
                    <a:pt x="151" y="113"/>
                    <a:pt x="151" y="114"/>
                  </a:cubicBezTo>
                  <a:cubicBezTo>
                    <a:pt x="151" y="115"/>
                    <a:pt x="151" y="116"/>
                    <a:pt x="151" y="116"/>
                  </a:cubicBezTo>
                  <a:cubicBezTo>
                    <a:pt x="151" y="117"/>
                    <a:pt x="151" y="118"/>
                    <a:pt x="152" y="119"/>
                  </a:cubicBezTo>
                  <a:cubicBezTo>
                    <a:pt x="152" y="120"/>
                    <a:pt x="153" y="120"/>
                    <a:pt x="153" y="121"/>
                  </a:cubicBezTo>
                  <a:cubicBezTo>
                    <a:pt x="153" y="122"/>
                    <a:pt x="154" y="123"/>
                    <a:pt x="154" y="124"/>
                  </a:cubicBezTo>
                  <a:cubicBezTo>
                    <a:pt x="154" y="124"/>
                    <a:pt x="153" y="126"/>
                    <a:pt x="153" y="126"/>
                  </a:cubicBezTo>
                  <a:cubicBezTo>
                    <a:pt x="153" y="127"/>
                    <a:pt x="152" y="127"/>
                    <a:pt x="152" y="128"/>
                  </a:cubicBezTo>
                  <a:cubicBezTo>
                    <a:pt x="152" y="127"/>
                    <a:pt x="151" y="127"/>
                    <a:pt x="151" y="127"/>
                  </a:cubicBezTo>
                  <a:cubicBezTo>
                    <a:pt x="151" y="127"/>
                    <a:pt x="149" y="127"/>
                    <a:pt x="149" y="128"/>
                  </a:cubicBezTo>
                  <a:cubicBezTo>
                    <a:pt x="148" y="128"/>
                    <a:pt x="146" y="128"/>
                    <a:pt x="145" y="128"/>
                  </a:cubicBezTo>
                  <a:cubicBezTo>
                    <a:pt x="145" y="128"/>
                    <a:pt x="144" y="127"/>
                    <a:pt x="144" y="127"/>
                  </a:cubicBezTo>
                  <a:cubicBezTo>
                    <a:pt x="143" y="127"/>
                    <a:pt x="143" y="127"/>
                    <a:pt x="142" y="127"/>
                  </a:cubicBezTo>
                  <a:cubicBezTo>
                    <a:pt x="142" y="127"/>
                    <a:pt x="141" y="128"/>
                    <a:pt x="141" y="128"/>
                  </a:cubicBezTo>
                  <a:cubicBezTo>
                    <a:pt x="140" y="128"/>
                    <a:pt x="140" y="128"/>
                    <a:pt x="140" y="127"/>
                  </a:cubicBezTo>
                  <a:cubicBezTo>
                    <a:pt x="139" y="127"/>
                    <a:pt x="140" y="126"/>
                    <a:pt x="139" y="126"/>
                  </a:cubicBezTo>
                  <a:cubicBezTo>
                    <a:pt x="139" y="125"/>
                    <a:pt x="137" y="125"/>
                    <a:pt x="137" y="125"/>
                  </a:cubicBezTo>
                  <a:cubicBezTo>
                    <a:pt x="136" y="125"/>
                    <a:pt x="135" y="125"/>
                    <a:pt x="134" y="125"/>
                  </a:cubicBezTo>
                  <a:cubicBezTo>
                    <a:pt x="134" y="125"/>
                    <a:pt x="133" y="124"/>
                    <a:pt x="132" y="124"/>
                  </a:cubicBezTo>
                  <a:cubicBezTo>
                    <a:pt x="131" y="124"/>
                    <a:pt x="129" y="124"/>
                    <a:pt x="128" y="125"/>
                  </a:cubicBezTo>
                  <a:cubicBezTo>
                    <a:pt x="127" y="125"/>
                    <a:pt x="126" y="125"/>
                    <a:pt x="126" y="125"/>
                  </a:cubicBezTo>
                  <a:cubicBezTo>
                    <a:pt x="125" y="126"/>
                    <a:pt x="126" y="126"/>
                    <a:pt x="126" y="127"/>
                  </a:cubicBezTo>
                  <a:cubicBezTo>
                    <a:pt x="126" y="127"/>
                    <a:pt x="126" y="128"/>
                    <a:pt x="126" y="129"/>
                  </a:cubicBezTo>
                  <a:cubicBezTo>
                    <a:pt x="126" y="129"/>
                    <a:pt x="125" y="130"/>
                    <a:pt x="125" y="130"/>
                  </a:cubicBezTo>
                  <a:cubicBezTo>
                    <a:pt x="124" y="130"/>
                    <a:pt x="123" y="130"/>
                    <a:pt x="123" y="129"/>
                  </a:cubicBezTo>
                  <a:cubicBezTo>
                    <a:pt x="122" y="129"/>
                    <a:pt x="122" y="128"/>
                    <a:pt x="122" y="128"/>
                  </a:cubicBezTo>
                  <a:cubicBezTo>
                    <a:pt x="122" y="128"/>
                    <a:pt x="121" y="128"/>
                    <a:pt x="121" y="128"/>
                  </a:cubicBezTo>
                  <a:cubicBezTo>
                    <a:pt x="120" y="128"/>
                    <a:pt x="120" y="128"/>
                    <a:pt x="120" y="128"/>
                  </a:cubicBezTo>
                  <a:cubicBezTo>
                    <a:pt x="120" y="129"/>
                    <a:pt x="120" y="129"/>
                    <a:pt x="120" y="130"/>
                  </a:cubicBezTo>
                  <a:cubicBezTo>
                    <a:pt x="120" y="130"/>
                    <a:pt x="122" y="131"/>
                    <a:pt x="122" y="132"/>
                  </a:cubicBezTo>
                  <a:cubicBezTo>
                    <a:pt x="123" y="132"/>
                    <a:pt x="123" y="133"/>
                    <a:pt x="124" y="134"/>
                  </a:cubicBezTo>
                  <a:cubicBezTo>
                    <a:pt x="124" y="134"/>
                    <a:pt x="125" y="135"/>
                    <a:pt x="126" y="136"/>
                  </a:cubicBezTo>
                  <a:cubicBezTo>
                    <a:pt x="126" y="136"/>
                    <a:pt x="127" y="137"/>
                    <a:pt x="127" y="138"/>
                  </a:cubicBezTo>
                  <a:cubicBezTo>
                    <a:pt x="127" y="139"/>
                    <a:pt x="127" y="140"/>
                    <a:pt x="127" y="141"/>
                  </a:cubicBezTo>
                  <a:cubicBezTo>
                    <a:pt x="127" y="141"/>
                    <a:pt x="127" y="142"/>
                    <a:pt x="126" y="142"/>
                  </a:cubicBezTo>
                  <a:cubicBezTo>
                    <a:pt x="126" y="143"/>
                    <a:pt x="125" y="144"/>
                    <a:pt x="124" y="144"/>
                  </a:cubicBezTo>
                  <a:cubicBezTo>
                    <a:pt x="123" y="144"/>
                    <a:pt x="122" y="144"/>
                    <a:pt x="121" y="144"/>
                  </a:cubicBezTo>
                  <a:cubicBezTo>
                    <a:pt x="120" y="144"/>
                    <a:pt x="118" y="143"/>
                    <a:pt x="117" y="142"/>
                  </a:cubicBezTo>
                  <a:cubicBezTo>
                    <a:pt x="116" y="142"/>
                    <a:pt x="115" y="141"/>
                    <a:pt x="115" y="140"/>
                  </a:cubicBezTo>
                  <a:cubicBezTo>
                    <a:pt x="114" y="140"/>
                    <a:pt x="111" y="138"/>
                    <a:pt x="110" y="137"/>
                  </a:cubicBezTo>
                  <a:cubicBezTo>
                    <a:pt x="109" y="136"/>
                    <a:pt x="106" y="135"/>
                    <a:pt x="105" y="134"/>
                  </a:cubicBezTo>
                  <a:cubicBezTo>
                    <a:pt x="105" y="133"/>
                    <a:pt x="103" y="132"/>
                    <a:pt x="103" y="132"/>
                  </a:cubicBezTo>
                  <a:cubicBezTo>
                    <a:pt x="102" y="131"/>
                    <a:pt x="100" y="131"/>
                    <a:pt x="100" y="130"/>
                  </a:cubicBezTo>
                  <a:cubicBezTo>
                    <a:pt x="99" y="130"/>
                    <a:pt x="99" y="128"/>
                    <a:pt x="99" y="128"/>
                  </a:cubicBezTo>
                  <a:cubicBezTo>
                    <a:pt x="99" y="127"/>
                    <a:pt x="99" y="125"/>
                    <a:pt x="99" y="124"/>
                  </a:cubicBezTo>
                  <a:cubicBezTo>
                    <a:pt x="100" y="124"/>
                    <a:pt x="99" y="122"/>
                    <a:pt x="99" y="121"/>
                  </a:cubicBezTo>
                  <a:cubicBezTo>
                    <a:pt x="99" y="121"/>
                    <a:pt x="99" y="119"/>
                    <a:pt x="100" y="119"/>
                  </a:cubicBezTo>
                  <a:cubicBezTo>
                    <a:pt x="100" y="118"/>
                    <a:pt x="101" y="117"/>
                    <a:pt x="102" y="116"/>
                  </a:cubicBezTo>
                  <a:cubicBezTo>
                    <a:pt x="102" y="116"/>
                    <a:pt x="103" y="115"/>
                    <a:pt x="104" y="115"/>
                  </a:cubicBezTo>
                  <a:cubicBezTo>
                    <a:pt x="104" y="114"/>
                    <a:pt x="105" y="113"/>
                    <a:pt x="105" y="113"/>
                  </a:cubicBezTo>
                  <a:cubicBezTo>
                    <a:pt x="104" y="112"/>
                    <a:pt x="102" y="114"/>
                    <a:pt x="101" y="114"/>
                  </a:cubicBezTo>
                  <a:cubicBezTo>
                    <a:pt x="100" y="115"/>
                    <a:pt x="99" y="115"/>
                    <a:pt x="99" y="116"/>
                  </a:cubicBezTo>
                  <a:cubicBezTo>
                    <a:pt x="98" y="116"/>
                    <a:pt x="97" y="117"/>
                    <a:pt x="97" y="118"/>
                  </a:cubicBezTo>
                  <a:cubicBezTo>
                    <a:pt x="97" y="118"/>
                    <a:pt x="97" y="120"/>
                    <a:pt x="97" y="121"/>
                  </a:cubicBezTo>
                  <a:cubicBezTo>
                    <a:pt x="97" y="122"/>
                    <a:pt x="97" y="124"/>
                    <a:pt x="97" y="124"/>
                  </a:cubicBezTo>
                  <a:cubicBezTo>
                    <a:pt x="97" y="125"/>
                    <a:pt x="96" y="126"/>
                    <a:pt x="96" y="126"/>
                  </a:cubicBezTo>
                  <a:cubicBezTo>
                    <a:pt x="95" y="126"/>
                    <a:pt x="95" y="125"/>
                    <a:pt x="94" y="125"/>
                  </a:cubicBezTo>
                  <a:cubicBezTo>
                    <a:pt x="94" y="124"/>
                    <a:pt x="92" y="123"/>
                    <a:pt x="92" y="122"/>
                  </a:cubicBezTo>
                  <a:cubicBezTo>
                    <a:pt x="91" y="122"/>
                    <a:pt x="91" y="121"/>
                    <a:pt x="90" y="121"/>
                  </a:cubicBezTo>
                  <a:cubicBezTo>
                    <a:pt x="90" y="120"/>
                    <a:pt x="88" y="120"/>
                    <a:pt x="88" y="120"/>
                  </a:cubicBezTo>
                  <a:cubicBezTo>
                    <a:pt x="87" y="119"/>
                    <a:pt x="87" y="119"/>
                    <a:pt x="86" y="119"/>
                  </a:cubicBezTo>
                  <a:cubicBezTo>
                    <a:pt x="86" y="118"/>
                    <a:pt x="87" y="117"/>
                    <a:pt x="87" y="117"/>
                  </a:cubicBezTo>
                  <a:cubicBezTo>
                    <a:pt x="87" y="116"/>
                    <a:pt x="89" y="116"/>
                    <a:pt x="89" y="116"/>
                  </a:cubicBezTo>
                  <a:cubicBezTo>
                    <a:pt x="90" y="115"/>
                    <a:pt x="91" y="114"/>
                    <a:pt x="92" y="114"/>
                  </a:cubicBezTo>
                  <a:cubicBezTo>
                    <a:pt x="92" y="113"/>
                    <a:pt x="93" y="112"/>
                    <a:pt x="94" y="111"/>
                  </a:cubicBezTo>
                  <a:cubicBezTo>
                    <a:pt x="94" y="111"/>
                    <a:pt x="93" y="110"/>
                    <a:pt x="93" y="110"/>
                  </a:cubicBezTo>
                  <a:cubicBezTo>
                    <a:pt x="93" y="109"/>
                    <a:pt x="92" y="108"/>
                    <a:pt x="92" y="107"/>
                  </a:cubicBezTo>
                  <a:cubicBezTo>
                    <a:pt x="92" y="107"/>
                    <a:pt x="91" y="106"/>
                    <a:pt x="91" y="105"/>
                  </a:cubicBezTo>
                  <a:cubicBezTo>
                    <a:pt x="90" y="105"/>
                    <a:pt x="90" y="103"/>
                    <a:pt x="90" y="102"/>
                  </a:cubicBezTo>
                  <a:cubicBezTo>
                    <a:pt x="90" y="102"/>
                    <a:pt x="89" y="102"/>
                    <a:pt x="89" y="102"/>
                  </a:cubicBezTo>
                  <a:cubicBezTo>
                    <a:pt x="88" y="102"/>
                    <a:pt x="86" y="101"/>
                    <a:pt x="85" y="101"/>
                  </a:cubicBezTo>
                  <a:cubicBezTo>
                    <a:pt x="84" y="100"/>
                    <a:pt x="84" y="99"/>
                    <a:pt x="83" y="99"/>
                  </a:cubicBezTo>
                  <a:cubicBezTo>
                    <a:pt x="83" y="99"/>
                    <a:pt x="82" y="99"/>
                    <a:pt x="81" y="99"/>
                  </a:cubicBezTo>
                  <a:cubicBezTo>
                    <a:pt x="81" y="100"/>
                    <a:pt x="80" y="100"/>
                    <a:pt x="79" y="100"/>
                  </a:cubicBezTo>
                  <a:cubicBezTo>
                    <a:pt x="79" y="100"/>
                    <a:pt x="77" y="100"/>
                    <a:pt x="77" y="100"/>
                  </a:cubicBezTo>
                  <a:cubicBezTo>
                    <a:pt x="76" y="100"/>
                    <a:pt x="75" y="98"/>
                    <a:pt x="75" y="98"/>
                  </a:cubicBezTo>
                  <a:cubicBezTo>
                    <a:pt x="74" y="98"/>
                    <a:pt x="74" y="99"/>
                    <a:pt x="73" y="99"/>
                  </a:cubicBezTo>
                  <a:cubicBezTo>
                    <a:pt x="73" y="99"/>
                    <a:pt x="72" y="100"/>
                    <a:pt x="72" y="101"/>
                  </a:cubicBezTo>
                  <a:cubicBezTo>
                    <a:pt x="71" y="101"/>
                    <a:pt x="70" y="102"/>
                    <a:pt x="70" y="103"/>
                  </a:cubicBezTo>
                  <a:cubicBezTo>
                    <a:pt x="70" y="103"/>
                    <a:pt x="70" y="104"/>
                    <a:pt x="70" y="105"/>
                  </a:cubicBezTo>
                  <a:cubicBezTo>
                    <a:pt x="70" y="105"/>
                    <a:pt x="70" y="106"/>
                    <a:pt x="70" y="106"/>
                  </a:cubicBezTo>
                  <a:cubicBezTo>
                    <a:pt x="70" y="106"/>
                    <a:pt x="70" y="106"/>
                    <a:pt x="70" y="107"/>
                  </a:cubicBezTo>
                  <a:cubicBezTo>
                    <a:pt x="69" y="107"/>
                    <a:pt x="71" y="109"/>
                    <a:pt x="71" y="110"/>
                  </a:cubicBezTo>
                  <a:cubicBezTo>
                    <a:pt x="72" y="110"/>
                    <a:pt x="73" y="112"/>
                    <a:pt x="73" y="112"/>
                  </a:cubicBezTo>
                  <a:cubicBezTo>
                    <a:pt x="73" y="113"/>
                    <a:pt x="75" y="114"/>
                    <a:pt x="76" y="114"/>
                  </a:cubicBezTo>
                  <a:cubicBezTo>
                    <a:pt x="76" y="114"/>
                    <a:pt x="77" y="115"/>
                    <a:pt x="78" y="115"/>
                  </a:cubicBezTo>
                  <a:cubicBezTo>
                    <a:pt x="79" y="115"/>
                    <a:pt x="79" y="116"/>
                    <a:pt x="80" y="116"/>
                  </a:cubicBezTo>
                  <a:cubicBezTo>
                    <a:pt x="81" y="117"/>
                    <a:pt x="81" y="119"/>
                    <a:pt x="82" y="120"/>
                  </a:cubicBezTo>
                  <a:cubicBezTo>
                    <a:pt x="83" y="121"/>
                    <a:pt x="84" y="123"/>
                    <a:pt x="85" y="123"/>
                  </a:cubicBezTo>
                  <a:cubicBezTo>
                    <a:pt x="86" y="124"/>
                    <a:pt x="88" y="126"/>
                    <a:pt x="89" y="127"/>
                  </a:cubicBezTo>
                  <a:cubicBezTo>
                    <a:pt x="89" y="127"/>
                    <a:pt x="90" y="127"/>
                    <a:pt x="91" y="128"/>
                  </a:cubicBezTo>
                  <a:cubicBezTo>
                    <a:pt x="92" y="128"/>
                    <a:pt x="93" y="130"/>
                    <a:pt x="94" y="130"/>
                  </a:cubicBezTo>
                  <a:cubicBezTo>
                    <a:pt x="94" y="131"/>
                    <a:pt x="95" y="132"/>
                    <a:pt x="95" y="132"/>
                  </a:cubicBezTo>
                  <a:cubicBezTo>
                    <a:pt x="95" y="133"/>
                    <a:pt x="95" y="134"/>
                    <a:pt x="95" y="134"/>
                  </a:cubicBezTo>
                  <a:cubicBezTo>
                    <a:pt x="96" y="135"/>
                    <a:pt x="96" y="135"/>
                    <a:pt x="96" y="135"/>
                  </a:cubicBezTo>
                  <a:cubicBezTo>
                    <a:pt x="96" y="136"/>
                    <a:pt x="98" y="135"/>
                    <a:pt x="98" y="135"/>
                  </a:cubicBezTo>
                  <a:cubicBezTo>
                    <a:pt x="98" y="136"/>
                    <a:pt x="98" y="136"/>
                    <a:pt x="98" y="137"/>
                  </a:cubicBezTo>
                  <a:cubicBezTo>
                    <a:pt x="98" y="137"/>
                    <a:pt x="97" y="138"/>
                    <a:pt x="97" y="138"/>
                  </a:cubicBezTo>
                  <a:cubicBezTo>
                    <a:pt x="96" y="139"/>
                    <a:pt x="96" y="140"/>
                    <a:pt x="95" y="140"/>
                  </a:cubicBezTo>
                  <a:cubicBezTo>
                    <a:pt x="95" y="141"/>
                    <a:pt x="94" y="142"/>
                    <a:pt x="93" y="142"/>
                  </a:cubicBezTo>
                  <a:cubicBezTo>
                    <a:pt x="92" y="142"/>
                    <a:pt x="90" y="142"/>
                    <a:pt x="89" y="142"/>
                  </a:cubicBezTo>
                  <a:cubicBezTo>
                    <a:pt x="89" y="142"/>
                    <a:pt x="87" y="143"/>
                    <a:pt x="87" y="143"/>
                  </a:cubicBezTo>
                  <a:cubicBezTo>
                    <a:pt x="86" y="143"/>
                    <a:pt x="86" y="142"/>
                    <a:pt x="85" y="141"/>
                  </a:cubicBezTo>
                  <a:cubicBezTo>
                    <a:pt x="85" y="141"/>
                    <a:pt x="85" y="140"/>
                    <a:pt x="85" y="140"/>
                  </a:cubicBezTo>
                  <a:cubicBezTo>
                    <a:pt x="85" y="139"/>
                    <a:pt x="85" y="138"/>
                    <a:pt x="84" y="137"/>
                  </a:cubicBezTo>
                  <a:cubicBezTo>
                    <a:pt x="84" y="137"/>
                    <a:pt x="82" y="136"/>
                    <a:pt x="82" y="135"/>
                  </a:cubicBezTo>
                  <a:cubicBezTo>
                    <a:pt x="81" y="135"/>
                    <a:pt x="81" y="134"/>
                    <a:pt x="80" y="134"/>
                  </a:cubicBezTo>
                  <a:cubicBezTo>
                    <a:pt x="79" y="134"/>
                    <a:pt x="78" y="134"/>
                    <a:pt x="78" y="134"/>
                  </a:cubicBezTo>
                  <a:cubicBezTo>
                    <a:pt x="77" y="135"/>
                    <a:pt x="79" y="135"/>
                    <a:pt x="80" y="136"/>
                  </a:cubicBezTo>
                  <a:cubicBezTo>
                    <a:pt x="80" y="136"/>
                    <a:pt x="81" y="137"/>
                    <a:pt x="82" y="137"/>
                  </a:cubicBezTo>
                  <a:cubicBezTo>
                    <a:pt x="82" y="138"/>
                    <a:pt x="83" y="139"/>
                    <a:pt x="83" y="140"/>
                  </a:cubicBezTo>
                  <a:cubicBezTo>
                    <a:pt x="83" y="141"/>
                    <a:pt x="83" y="142"/>
                    <a:pt x="83" y="143"/>
                  </a:cubicBezTo>
                  <a:cubicBezTo>
                    <a:pt x="84" y="143"/>
                    <a:pt x="84" y="144"/>
                    <a:pt x="83" y="145"/>
                  </a:cubicBezTo>
                  <a:cubicBezTo>
                    <a:pt x="83" y="145"/>
                    <a:pt x="82" y="147"/>
                    <a:pt x="81" y="147"/>
                  </a:cubicBezTo>
                  <a:cubicBezTo>
                    <a:pt x="80" y="148"/>
                    <a:pt x="77" y="148"/>
                    <a:pt x="76" y="148"/>
                  </a:cubicBezTo>
                  <a:cubicBezTo>
                    <a:pt x="75" y="148"/>
                    <a:pt x="74" y="149"/>
                    <a:pt x="73" y="149"/>
                  </a:cubicBezTo>
                  <a:cubicBezTo>
                    <a:pt x="72" y="149"/>
                    <a:pt x="71" y="150"/>
                    <a:pt x="70" y="150"/>
                  </a:cubicBezTo>
                  <a:cubicBezTo>
                    <a:pt x="69" y="150"/>
                    <a:pt x="68" y="149"/>
                    <a:pt x="67" y="149"/>
                  </a:cubicBezTo>
                  <a:cubicBezTo>
                    <a:pt x="67" y="149"/>
                    <a:pt x="67" y="151"/>
                    <a:pt x="67" y="151"/>
                  </a:cubicBezTo>
                  <a:cubicBezTo>
                    <a:pt x="67" y="152"/>
                    <a:pt x="68" y="153"/>
                    <a:pt x="68" y="153"/>
                  </a:cubicBezTo>
                  <a:cubicBezTo>
                    <a:pt x="68" y="154"/>
                    <a:pt x="66" y="155"/>
                    <a:pt x="65" y="156"/>
                  </a:cubicBezTo>
                  <a:cubicBezTo>
                    <a:pt x="65" y="156"/>
                    <a:pt x="63" y="156"/>
                    <a:pt x="62" y="156"/>
                  </a:cubicBezTo>
                  <a:cubicBezTo>
                    <a:pt x="62" y="156"/>
                    <a:pt x="61" y="157"/>
                    <a:pt x="61" y="157"/>
                  </a:cubicBezTo>
                  <a:cubicBezTo>
                    <a:pt x="61" y="158"/>
                    <a:pt x="62" y="158"/>
                    <a:pt x="63" y="159"/>
                  </a:cubicBezTo>
                  <a:cubicBezTo>
                    <a:pt x="63" y="159"/>
                    <a:pt x="63" y="160"/>
                    <a:pt x="63" y="160"/>
                  </a:cubicBezTo>
                  <a:cubicBezTo>
                    <a:pt x="63" y="161"/>
                    <a:pt x="61" y="160"/>
                    <a:pt x="61" y="160"/>
                  </a:cubicBezTo>
                  <a:cubicBezTo>
                    <a:pt x="60" y="160"/>
                    <a:pt x="58" y="158"/>
                    <a:pt x="58" y="157"/>
                  </a:cubicBezTo>
                  <a:cubicBezTo>
                    <a:pt x="57" y="156"/>
                    <a:pt x="57" y="155"/>
                    <a:pt x="56" y="154"/>
                  </a:cubicBezTo>
                  <a:cubicBezTo>
                    <a:pt x="55" y="154"/>
                    <a:pt x="51" y="154"/>
                    <a:pt x="50" y="154"/>
                  </a:cubicBezTo>
                  <a:cubicBezTo>
                    <a:pt x="49" y="154"/>
                    <a:pt x="46" y="154"/>
                    <a:pt x="45" y="154"/>
                  </a:cubicBezTo>
                  <a:cubicBezTo>
                    <a:pt x="44" y="153"/>
                    <a:pt x="44" y="153"/>
                    <a:pt x="45" y="153"/>
                  </a:cubicBezTo>
                  <a:cubicBezTo>
                    <a:pt x="45" y="152"/>
                    <a:pt x="45" y="151"/>
                    <a:pt x="46" y="150"/>
                  </a:cubicBezTo>
                  <a:cubicBezTo>
                    <a:pt x="46" y="150"/>
                    <a:pt x="47" y="148"/>
                    <a:pt x="47" y="148"/>
                  </a:cubicBezTo>
                  <a:cubicBezTo>
                    <a:pt x="47" y="147"/>
                    <a:pt x="46" y="147"/>
                    <a:pt x="45" y="146"/>
                  </a:cubicBezTo>
                  <a:cubicBezTo>
                    <a:pt x="44" y="146"/>
                    <a:pt x="43" y="147"/>
                    <a:pt x="42" y="147"/>
                  </a:cubicBezTo>
                  <a:cubicBezTo>
                    <a:pt x="42" y="147"/>
                    <a:pt x="42" y="148"/>
                    <a:pt x="41" y="148"/>
                  </a:cubicBezTo>
                  <a:cubicBezTo>
                    <a:pt x="41" y="148"/>
                    <a:pt x="41" y="149"/>
                    <a:pt x="40" y="149"/>
                  </a:cubicBezTo>
                  <a:cubicBezTo>
                    <a:pt x="40" y="150"/>
                    <a:pt x="39" y="150"/>
                    <a:pt x="39" y="150"/>
                  </a:cubicBezTo>
                  <a:cubicBezTo>
                    <a:pt x="38" y="149"/>
                    <a:pt x="37" y="149"/>
                    <a:pt x="37" y="149"/>
                  </a:cubicBezTo>
                  <a:cubicBezTo>
                    <a:pt x="37" y="148"/>
                    <a:pt x="38" y="147"/>
                    <a:pt x="38" y="146"/>
                  </a:cubicBezTo>
                  <a:cubicBezTo>
                    <a:pt x="38" y="145"/>
                    <a:pt x="38" y="144"/>
                    <a:pt x="37" y="143"/>
                  </a:cubicBezTo>
                  <a:cubicBezTo>
                    <a:pt x="37" y="143"/>
                    <a:pt x="36" y="142"/>
                    <a:pt x="35" y="141"/>
                  </a:cubicBezTo>
                  <a:cubicBezTo>
                    <a:pt x="35" y="141"/>
                    <a:pt x="34" y="141"/>
                    <a:pt x="33" y="141"/>
                  </a:cubicBezTo>
                  <a:cubicBezTo>
                    <a:pt x="33" y="141"/>
                    <a:pt x="33" y="142"/>
                    <a:pt x="32" y="143"/>
                  </a:cubicBezTo>
                  <a:cubicBezTo>
                    <a:pt x="32" y="143"/>
                    <a:pt x="30" y="144"/>
                    <a:pt x="30" y="144"/>
                  </a:cubicBezTo>
                  <a:cubicBezTo>
                    <a:pt x="29" y="144"/>
                    <a:pt x="28" y="144"/>
                    <a:pt x="28" y="143"/>
                  </a:cubicBezTo>
                  <a:cubicBezTo>
                    <a:pt x="27" y="143"/>
                    <a:pt x="27" y="142"/>
                    <a:pt x="26" y="141"/>
                  </a:cubicBezTo>
                  <a:cubicBezTo>
                    <a:pt x="26" y="141"/>
                    <a:pt x="25" y="139"/>
                    <a:pt x="25" y="139"/>
                  </a:cubicBezTo>
                  <a:cubicBezTo>
                    <a:pt x="25" y="138"/>
                    <a:pt x="24" y="137"/>
                    <a:pt x="24" y="136"/>
                  </a:cubicBezTo>
                  <a:cubicBezTo>
                    <a:pt x="25" y="135"/>
                    <a:pt x="26" y="135"/>
                    <a:pt x="26" y="134"/>
                  </a:cubicBezTo>
                  <a:cubicBezTo>
                    <a:pt x="27" y="133"/>
                    <a:pt x="27" y="132"/>
                    <a:pt x="27" y="131"/>
                  </a:cubicBezTo>
                  <a:cubicBezTo>
                    <a:pt x="28" y="130"/>
                    <a:pt x="27" y="128"/>
                    <a:pt x="27" y="128"/>
                  </a:cubicBezTo>
                  <a:cubicBezTo>
                    <a:pt x="27" y="127"/>
                    <a:pt x="26" y="127"/>
                    <a:pt x="26" y="126"/>
                  </a:cubicBezTo>
                  <a:cubicBezTo>
                    <a:pt x="26" y="126"/>
                    <a:pt x="26" y="125"/>
                    <a:pt x="26" y="124"/>
                  </a:cubicBezTo>
                  <a:cubicBezTo>
                    <a:pt x="25" y="123"/>
                    <a:pt x="26" y="122"/>
                    <a:pt x="25" y="121"/>
                  </a:cubicBezTo>
                  <a:cubicBezTo>
                    <a:pt x="25" y="121"/>
                    <a:pt x="24" y="121"/>
                    <a:pt x="24" y="121"/>
                  </a:cubicBezTo>
                  <a:cubicBezTo>
                    <a:pt x="24" y="121"/>
                    <a:pt x="23" y="122"/>
                    <a:pt x="23" y="123"/>
                  </a:cubicBezTo>
                  <a:cubicBezTo>
                    <a:pt x="22" y="123"/>
                    <a:pt x="21" y="124"/>
                    <a:pt x="21" y="124"/>
                  </a:cubicBezTo>
                  <a:cubicBezTo>
                    <a:pt x="20" y="124"/>
                    <a:pt x="19" y="124"/>
                    <a:pt x="18" y="124"/>
                  </a:cubicBezTo>
                  <a:cubicBezTo>
                    <a:pt x="18" y="124"/>
                    <a:pt x="18" y="124"/>
                    <a:pt x="18" y="123"/>
                  </a:cubicBezTo>
                  <a:cubicBezTo>
                    <a:pt x="18" y="123"/>
                    <a:pt x="18" y="122"/>
                    <a:pt x="18" y="121"/>
                  </a:cubicBezTo>
                  <a:cubicBezTo>
                    <a:pt x="18" y="120"/>
                    <a:pt x="18" y="120"/>
                    <a:pt x="18" y="119"/>
                  </a:cubicBezTo>
                  <a:cubicBezTo>
                    <a:pt x="18" y="118"/>
                    <a:pt x="18" y="117"/>
                    <a:pt x="19" y="117"/>
                  </a:cubicBezTo>
                  <a:cubicBezTo>
                    <a:pt x="19" y="117"/>
                    <a:pt x="21" y="117"/>
                    <a:pt x="21" y="117"/>
                  </a:cubicBezTo>
                  <a:cubicBezTo>
                    <a:pt x="21" y="117"/>
                    <a:pt x="21" y="116"/>
                    <a:pt x="21" y="115"/>
                  </a:cubicBezTo>
                  <a:cubicBezTo>
                    <a:pt x="21" y="115"/>
                    <a:pt x="21" y="113"/>
                    <a:pt x="22" y="112"/>
                  </a:cubicBezTo>
                  <a:cubicBezTo>
                    <a:pt x="22" y="112"/>
                    <a:pt x="22" y="111"/>
                    <a:pt x="22" y="110"/>
                  </a:cubicBezTo>
                  <a:cubicBezTo>
                    <a:pt x="22" y="110"/>
                    <a:pt x="23" y="108"/>
                    <a:pt x="22" y="108"/>
                  </a:cubicBezTo>
                  <a:cubicBezTo>
                    <a:pt x="22" y="108"/>
                    <a:pt x="20" y="109"/>
                    <a:pt x="20" y="109"/>
                  </a:cubicBezTo>
                  <a:cubicBezTo>
                    <a:pt x="19" y="109"/>
                    <a:pt x="18" y="108"/>
                    <a:pt x="18" y="108"/>
                  </a:cubicBezTo>
                  <a:cubicBezTo>
                    <a:pt x="17" y="108"/>
                    <a:pt x="16" y="108"/>
                    <a:pt x="16" y="108"/>
                  </a:cubicBezTo>
                  <a:cubicBezTo>
                    <a:pt x="15" y="108"/>
                    <a:pt x="15" y="109"/>
                    <a:pt x="15" y="110"/>
                  </a:cubicBezTo>
                  <a:cubicBezTo>
                    <a:pt x="14" y="110"/>
                    <a:pt x="13" y="111"/>
                    <a:pt x="13" y="111"/>
                  </a:cubicBezTo>
                  <a:cubicBezTo>
                    <a:pt x="12" y="111"/>
                    <a:pt x="11" y="110"/>
                    <a:pt x="11" y="110"/>
                  </a:cubicBezTo>
                  <a:cubicBezTo>
                    <a:pt x="11" y="110"/>
                    <a:pt x="10" y="108"/>
                    <a:pt x="10" y="108"/>
                  </a:cubicBezTo>
                  <a:cubicBezTo>
                    <a:pt x="10" y="107"/>
                    <a:pt x="8" y="106"/>
                    <a:pt x="8" y="105"/>
                  </a:cubicBezTo>
                  <a:cubicBezTo>
                    <a:pt x="7" y="105"/>
                    <a:pt x="6" y="105"/>
                    <a:pt x="5" y="104"/>
                  </a:cubicBezTo>
                  <a:cubicBezTo>
                    <a:pt x="4" y="104"/>
                    <a:pt x="3" y="103"/>
                    <a:pt x="3" y="102"/>
                  </a:cubicBezTo>
                  <a:cubicBezTo>
                    <a:pt x="2" y="102"/>
                    <a:pt x="2" y="100"/>
                    <a:pt x="1" y="100"/>
                  </a:cubicBezTo>
                  <a:cubicBezTo>
                    <a:pt x="1" y="99"/>
                    <a:pt x="1" y="99"/>
                    <a:pt x="0" y="99"/>
                  </a:cubicBezTo>
                  <a:cubicBezTo>
                    <a:pt x="1" y="99"/>
                    <a:pt x="1" y="99"/>
                    <a:pt x="1" y="98"/>
                  </a:cubicBezTo>
                  <a:cubicBezTo>
                    <a:pt x="2" y="98"/>
                    <a:pt x="2" y="97"/>
                    <a:pt x="2" y="97"/>
                  </a:cubicBezTo>
                  <a:cubicBezTo>
                    <a:pt x="2" y="96"/>
                    <a:pt x="2" y="95"/>
                    <a:pt x="2" y="94"/>
                  </a:cubicBezTo>
                  <a:cubicBezTo>
                    <a:pt x="3" y="94"/>
                    <a:pt x="3" y="93"/>
                    <a:pt x="4" y="93"/>
                  </a:cubicBezTo>
                  <a:cubicBezTo>
                    <a:pt x="4" y="93"/>
                    <a:pt x="5" y="93"/>
                    <a:pt x="6" y="93"/>
                  </a:cubicBezTo>
                  <a:cubicBezTo>
                    <a:pt x="6" y="93"/>
                    <a:pt x="8" y="93"/>
                    <a:pt x="8" y="94"/>
                  </a:cubicBezTo>
                  <a:cubicBezTo>
                    <a:pt x="8" y="94"/>
                    <a:pt x="7" y="95"/>
                    <a:pt x="8" y="95"/>
                  </a:cubicBezTo>
                  <a:cubicBezTo>
                    <a:pt x="8" y="95"/>
                    <a:pt x="8" y="96"/>
                    <a:pt x="9" y="96"/>
                  </a:cubicBezTo>
                  <a:cubicBezTo>
                    <a:pt x="9" y="96"/>
                    <a:pt x="11" y="96"/>
                    <a:pt x="11" y="95"/>
                  </a:cubicBezTo>
                  <a:cubicBezTo>
                    <a:pt x="12" y="95"/>
                    <a:pt x="12" y="94"/>
                    <a:pt x="13" y="94"/>
                  </a:cubicBezTo>
                  <a:cubicBezTo>
                    <a:pt x="13" y="94"/>
                    <a:pt x="14" y="93"/>
                    <a:pt x="14" y="93"/>
                  </a:cubicBezTo>
                  <a:cubicBezTo>
                    <a:pt x="15" y="93"/>
                    <a:pt x="16" y="93"/>
                    <a:pt x="16" y="93"/>
                  </a:cubicBezTo>
                  <a:cubicBezTo>
                    <a:pt x="16" y="93"/>
                    <a:pt x="17" y="93"/>
                    <a:pt x="17" y="93"/>
                  </a:cubicBezTo>
                  <a:cubicBezTo>
                    <a:pt x="17" y="92"/>
                    <a:pt x="19" y="93"/>
                    <a:pt x="19" y="94"/>
                  </a:cubicBezTo>
                  <a:cubicBezTo>
                    <a:pt x="20" y="94"/>
                    <a:pt x="20" y="94"/>
                    <a:pt x="20" y="94"/>
                  </a:cubicBezTo>
                  <a:cubicBezTo>
                    <a:pt x="21" y="95"/>
                    <a:pt x="22" y="94"/>
                    <a:pt x="23" y="94"/>
                  </a:cubicBezTo>
                  <a:cubicBezTo>
                    <a:pt x="24" y="94"/>
                    <a:pt x="25" y="94"/>
                    <a:pt x="26" y="94"/>
                  </a:cubicBezTo>
                  <a:cubicBezTo>
                    <a:pt x="26" y="94"/>
                    <a:pt x="27" y="95"/>
                    <a:pt x="28" y="95"/>
                  </a:cubicBezTo>
                  <a:cubicBezTo>
                    <a:pt x="28" y="95"/>
                    <a:pt x="30" y="94"/>
                    <a:pt x="30" y="95"/>
                  </a:cubicBezTo>
                  <a:cubicBezTo>
                    <a:pt x="31" y="95"/>
                    <a:pt x="31" y="95"/>
                    <a:pt x="32" y="95"/>
                  </a:cubicBezTo>
                  <a:cubicBezTo>
                    <a:pt x="32" y="96"/>
                    <a:pt x="34" y="97"/>
                    <a:pt x="35" y="97"/>
                  </a:cubicBezTo>
                  <a:cubicBezTo>
                    <a:pt x="35" y="97"/>
                    <a:pt x="37" y="97"/>
                    <a:pt x="37" y="97"/>
                  </a:cubicBezTo>
                  <a:cubicBezTo>
                    <a:pt x="38" y="97"/>
                    <a:pt x="39" y="98"/>
                    <a:pt x="39" y="98"/>
                  </a:cubicBezTo>
                  <a:cubicBezTo>
                    <a:pt x="39" y="98"/>
                    <a:pt x="39" y="100"/>
                    <a:pt x="40" y="100"/>
                  </a:cubicBezTo>
                  <a:cubicBezTo>
                    <a:pt x="40" y="101"/>
                    <a:pt x="40" y="101"/>
                    <a:pt x="41" y="101"/>
                  </a:cubicBezTo>
                  <a:cubicBezTo>
                    <a:pt x="41" y="102"/>
                    <a:pt x="42" y="101"/>
                    <a:pt x="43" y="101"/>
                  </a:cubicBezTo>
                  <a:cubicBezTo>
                    <a:pt x="43" y="102"/>
                    <a:pt x="44" y="103"/>
                    <a:pt x="44" y="103"/>
                  </a:cubicBezTo>
                  <a:cubicBezTo>
                    <a:pt x="45" y="103"/>
                    <a:pt x="46" y="102"/>
                    <a:pt x="47" y="102"/>
                  </a:cubicBezTo>
                  <a:cubicBezTo>
                    <a:pt x="47" y="101"/>
                    <a:pt x="48" y="101"/>
                    <a:pt x="48" y="101"/>
                  </a:cubicBezTo>
                  <a:cubicBezTo>
                    <a:pt x="49" y="101"/>
                    <a:pt x="50" y="103"/>
                    <a:pt x="50" y="103"/>
                  </a:cubicBezTo>
                  <a:cubicBezTo>
                    <a:pt x="51" y="102"/>
                    <a:pt x="52" y="101"/>
                    <a:pt x="52" y="101"/>
                  </a:cubicBezTo>
                  <a:cubicBezTo>
                    <a:pt x="53" y="100"/>
                    <a:pt x="54" y="100"/>
                    <a:pt x="54" y="99"/>
                  </a:cubicBezTo>
                  <a:cubicBezTo>
                    <a:pt x="54" y="99"/>
                    <a:pt x="53" y="98"/>
                    <a:pt x="53" y="98"/>
                  </a:cubicBezTo>
                  <a:cubicBezTo>
                    <a:pt x="53" y="97"/>
                    <a:pt x="52" y="96"/>
                    <a:pt x="52" y="95"/>
                  </a:cubicBezTo>
                  <a:cubicBezTo>
                    <a:pt x="51" y="94"/>
                    <a:pt x="51" y="93"/>
                    <a:pt x="51" y="93"/>
                  </a:cubicBezTo>
                  <a:cubicBezTo>
                    <a:pt x="52" y="92"/>
                    <a:pt x="53" y="92"/>
                    <a:pt x="53" y="92"/>
                  </a:cubicBezTo>
                  <a:cubicBezTo>
                    <a:pt x="54" y="91"/>
                    <a:pt x="54" y="91"/>
                    <a:pt x="54" y="90"/>
                  </a:cubicBezTo>
                  <a:cubicBezTo>
                    <a:pt x="54" y="90"/>
                    <a:pt x="54" y="89"/>
                    <a:pt x="54" y="88"/>
                  </a:cubicBezTo>
                  <a:cubicBezTo>
                    <a:pt x="54" y="88"/>
                    <a:pt x="55" y="87"/>
                    <a:pt x="54" y="86"/>
                  </a:cubicBezTo>
                  <a:cubicBezTo>
                    <a:pt x="54" y="86"/>
                    <a:pt x="54" y="85"/>
                    <a:pt x="53" y="85"/>
                  </a:cubicBezTo>
                  <a:cubicBezTo>
                    <a:pt x="53" y="85"/>
                    <a:pt x="52" y="85"/>
                    <a:pt x="51" y="85"/>
                  </a:cubicBezTo>
                  <a:cubicBezTo>
                    <a:pt x="51" y="85"/>
                    <a:pt x="50" y="84"/>
                    <a:pt x="49" y="84"/>
                  </a:cubicBezTo>
                  <a:cubicBezTo>
                    <a:pt x="49" y="83"/>
                    <a:pt x="50" y="81"/>
                    <a:pt x="50" y="80"/>
                  </a:cubicBezTo>
                  <a:cubicBezTo>
                    <a:pt x="50" y="79"/>
                    <a:pt x="49" y="77"/>
                    <a:pt x="49" y="76"/>
                  </a:cubicBezTo>
                  <a:cubicBezTo>
                    <a:pt x="49" y="75"/>
                    <a:pt x="48" y="75"/>
                    <a:pt x="48" y="74"/>
                  </a:cubicBezTo>
                  <a:cubicBezTo>
                    <a:pt x="48" y="73"/>
                    <a:pt x="48" y="72"/>
                    <a:pt x="48" y="71"/>
                  </a:cubicBezTo>
                  <a:cubicBezTo>
                    <a:pt x="48" y="70"/>
                    <a:pt x="49" y="69"/>
                    <a:pt x="49" y="68"/>
                  </a:cubicBezTo>
                  <a:cubicBezTo>
                    <a:pt x="49" y="68"/>
                    <a:pt x="50" y="67"/>
                    <a:pt x="50" y="66"/>
                  </a:cubicBezTo>
                  <a:cubicBezTo>
                    <a:pt x="50" y="66"/>
                    <a:pt x="49" y="65"/>
                    <a:pt x="49" y="64"/>
                  </a:cubicBezTo>
                  <a:cubicBezTo>
                    <a:pt x="48" y="64"/>
                    <a:pt x="47" y="64"/>
                    <a:pt x="47" y="64"/>
                  </a:cubicBezTo>
                  <a:cubicBezTo>
                    <a:pt x="47" y="63"/>
                    <a:pt x="46" y="63"/>
                    <a:pt x="46" y="62"/>
                  </a:cubicBezTo>
                  <a:cubicBezTo>
                    <a:pt x="46" y="62"/>
                    <a:pt x="46" y="61"/>
                    <a:pt x="46" y="61"/>
                  </a:cubicBezTo>
                  <a:cubicBezTo>
                    <a:pt x="47" y="60"/>
                    <a:pt x="47" y="59"/>
                    <a:pt x="47" y="58"/>
                  </a:cubicBezTo>
                  <a:cubicBezTo>
                    <a:pt x="46" y="57"/>
                    <a:pt x="46" y="55"/>
                    <a:pt x="46" y="54"/>
                  </a:cubicBezTo>
                  <a:cubicBezTo>
                    <a:pt x="46" y="54"/>
                    <a:pt x="45" y="53"/>
                    <a:pt x="45" y="53"/>
                  </a:cubicBezTo>
                  <a:cubicBezTo>
                    <a:pt x="45" y="52"/>
                    <a:pt x="44" y="51"/>
                    <a:pt x="44" y="51"/>
                  </a:cubicBezTo>
                  <a:cubicBezTo>
                    <a:pt x="43" y="50"/>
                    <a:pt x="44" y="49"/>
                    <a:pt x="44" y="49"/>
                  </a:cubicBezTo>
                  <a:cubicBezTo>
                    <a:pt x="44" y="48"/>
                    <a:pt x="45" y="48"/>
                    <a:pt x="46" y="48"/>
                  </a:cubicBezTo>
                  <a:cubicBezTo>
                    <a:pt x="46" y="47"/>
                    <a:pt x="45" y="46"/>
                    <a:pt x="44" y="45"/>
                  </a:cubicBezTo>
                  <a:cubicBezTo>
                    <a:pt x="44" y="45"/>
                    <a:pt x="42" y="46"/>
                    <a:pt x="41" y="45"/>
                  </a:cubicBezTo>
                  <a:cubicBezTo>
                    <a:pt x="41" y="45"/>
                    <a:pt x="41" y="44"/>
                    <a:pt x="41" y="44"/>
                  </a:cubicBezTo>
                  <a:cubicBezTo>
                    <a:pt x="40" y="43"/>
                    <a:pt x="41" y="42"/>
                    <a:pt x="40" y="42"/>
                  </a:cubicBezTo>
                  <a:cubicBezTo>
                    <a:pt x="40" y="41"/>
                    <a:pt x="40" y="40"/>
                    <a:pt x="39" y="40"/>
                  </a:cubicBezTo>
                  <a:cubicBezTo>
                    <a:pt x="39" y="39"/>
                    <a:pt x="38" y="39"/>
                    <a:pt x="38" y="39"/>
                  </a:cubicBezTo>
                  <a:cubicBezTo>
                    <a:pt x="38" y="38"/>
                    <a:pt x="38" y="37"/>
                    <a:pt x="38" y="37"/>
                  </a:cubicBezTo>
                  <a:cubicBezTo>
                    <a:pt x="38" y="36"/>
                    <a:pt x="39" y="37"/>
                    <a:pt x="39" y="37"/>
                  </a:cubicBezTo>
                  <a:cubicBezTo>
                    <a:pt x="40" y="37"/>
                    <a:pt x="41" y="37"/>
                    <a:pt x="41" y="37"/>
                  </a:cubicBezTo>
                  <a:cubicBezTo>
                    <a:pt x="42" y="37"/>
                    <a:pt x="42" y="36"/>
                    <a:pt x="43" y="36"/>
                  </a:cubicBezTo>
                  <a:cubicBezTo>
                    <a:pt x="43" y="35"/>
                    <a:pt x="45" y="35"/>
                    <a:pt x="46" y="35"/>
                  </a:cubicBezTo>
                  <a:cubicBezTo>
                    <a:pt x="46" y="36"/>
                    <a:pt x="47" y="36"/>
                    <a:pt x="47" y="36"/>
                  </a:cubicBezTo>
                  <a:cubicBezTo>
                    <a:pt x="48" y="37"/>
                    <a:pt x="49" y="37"/>
                    <a:pt x="49" y="37"/>
                  </a:cubicBezTo>
                  <a:cubicBezTo>
                    <a:pt x="50" y="37"/>
                    <a:pt x="51" y="37"/>
                    <a:pt x="52" y="37"/>
                  </a:cubicBezTo>
                  <a:cubicBezTo>
                    <a:pt x="52" y="36"/>
                    <a:pt x="52" y="35"/>
                    <a:pt x="53" y="35"/>
                  </a:cubicBezTo>
                  <a:cubicBezTo>
                    <a:pt x="53" y="34"/>
                    <a:pt x="54" y="33"/>
                    <a:pt x="54" y="33"/>
                  </a:cubicBezTo>
                  <a:cubicBezTo>
                    <a:pt x="55" y="33"/>
                    <a:pt x="56" y="33"/>
                    <a:pt x="57" y="33"/>
                  </a:cubicBezTo>
                  <a:cubicBezTo>
                    <a:pt x="57" y="33"/>
                    <a:pt x="58" y="34"/>
                    <a:pt x="58" y="34"/>
                  </a:cubicBezTo>
                  <a:cubicBezTo>
                    <a:pt x="59" y="34"/>
                    <a:pt x="60" y="35"/>
                    <a:pt x="60" y="35"/>
                  </a:cubicBezTo>
                  <a:cubicBezTo>
                    <a:pt x="61" y="35"/>
                    <a:pt x="62" y="35"/>
                    <a:pt x="63" y="34"/>
                  </a:cubicBezTo>
                  <a:cubicBezTo>
                    <a:pt x="63" y="34"/>
                    <a:pt x="62" y="32"/>
                    <a:pt x="62" y="32"/>
                  </a:cubicBezTo>
                  <a:cubicBezTo>
                    <a:pt x="62" y="32"/>
                    <a:pt x="61" y="32"/>
                    <a:pt x="61" y="31"/>
                  </a:cubicBezTo>
                  <a:cubicBezTo>
                    <a:pt x="61" y="31"/>
                    <a:pt x="60" y="30"/>
                    <a:pt x="60" y="30"/>
                  </a:cubicBezTo>
                  <a:cubicBezTo>
                    <a:pt x="60" y="30"/>
                    <a:pt x="60" y="29"/>
                    <a:pt x="60" y="28"/>
                  </a:cubicBezTo>
                  <a:cubicBezTo>
                    <a:pt x="60" y="28"/>
                    <a:pt x="60" y="28"/>
                    <a:pt x="61" y="28"/>
                  </a:cubicBezTo>
                  <a:cubicBezTo>
                    <a:pt x="61" y="27"/>
                    <a:pt x="61" y="27"/>
                    <a:pt x="62" y="27"/>
                  </a:cubicBezTo>
                  <a:cubicBezTo>
                    <a:pt x="62" y="27"/>
                    <a:pt x="62" y="26"/>
                    <a:pt x="63" y="25"/>
                  </a:cubicBezTo>
                  <a:cubicBezTo>
                    <a:pt x="63" y="25"/>
                    <a:pt x="63" y="23"/>
                    <a:pt x="63" y="22"/>
                  </a:cubicBezTo>
                  <a:cubicBezTo>
                    <a:pt x="63" y="21"/>
                    <a:pt x="62" y="20"/>
                    <a:pt x="62" y="20"/>
                  </a:cubicBezTo>
                  <a:cubicBezTo>
                    <a:pt x="63" y="19"/>
                    <a:pt x="63" y="19"/>
                    <a:pt x="63" y="18"/>
                  </a:cubicBezTo>
                  <a:cubicBezTo>
                    <a:pt x="63" y="18"/>
                    <a:pt x="63" y="17"/>
                    <a:pt x="63" y="16"/>
                  </a:cubicBezTo>
                  <a:cubicBezTo>
                    <a:pt x="63" y="16"/>
                    <a:pt x="62" y="15"/>
                    <a:pt x="61" y="15"/>
                  </a:cubicBezTo>
                  <a:cubicBezTo>
                    <a:pt x="61" y="15"/>
                    <a:pt x="61" y="14"/>
                    <a:pt x="61" y="14"/>
                  </a:cubicBezTo>
                  <a:cubicBezTo>
                    <a:pt x="61" y="13"/>
                    <a:pt x="61" y="13"/>
                    <a:pt x="61" y="12"/>
                  </a:cubicBezTo>
                  <a:cubicBezTo>
                    <a:pt x="62" y="12"/>
                    <a:pt x="63" y="12"/>
                    <a:pt x="63" y="12"/>
                  </a:cubicBezTo>
                  <a:cubicBezTo>
                    <a:pt x="63" y="12"/>
                    <a:pt x="64" y="12"/>
                    <a:pt x="65" y="12"/>
                  </a:cubicBezTo>
                  <a:cubicBezTo>
                    <a:pt x="65" y="13"/>
                    <a:pt x="65" y="13"/>
                    <a:pt x="65" y="1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78"/>
            <p:cNvSpPr>
              <a:spLocks/>
            </p:cNvSpPr>
            <p:nvPr/>
          </p:nvSpPr>
          <p:spPr bwMode="auto">
            <a:xfrm>
              <a:off x="2282826" y="3700463"/>
              <a:ext cx="193675" cy="266700"/>
            </a:xfrm>
            <a:custGeom>
              <a:avLst/>
              <a:gdLst/>
              <a:ahLst/>
              <a:cxnLst>
                <a:cxn ang="0">
                  <a:pos x="2" y="13"/>
                </a:cxn>
                <a:cxn ang="0">
                  <a:pos x="9" y="7"/>
                </a:cxn>
                <a:cxn ang="0">
                  <a:pos x="16" y="6"/>
                </a:cxn>
                <a:cxn ang="0">
                  <a:pos x="18" y="1"/>
                </a:cxn>
                <a:cxn ang="0">
                  <a:pos x="28" y="0"/>
                </a:cxn>
                <a:cxn ang="0">
                  <a:pos x="29" y="9"/>
                </a:cxn>
                <a:cxn ang="0">
                  <a:pos x="37" y="15"/>
                </a:cxn>
                <a:cxn ang="0">
                  <a:pos x="47" y="21"/>
                </a:cxn>
                <a:cxn ang="0">
                  <a:pos x="56" y="26"/>
                </a:cxn>
                <a:cxn ang="0">
                  <a:pos x="68" y="27"/>
                </a:cxn>
                <a:cxn ang="0">
                  <a:pos x="70" y="33"/>
                </a:cxn>
                <a:cxn ang="0">
                  <a:pos x="64" y="40"/>
                </a:cxn>
                <a:cxn ang="0">
                  <a:pos x="69" y="43"/>
                </a:cxn>
                <a:cxn ang="0">
                  <a:pos x="73" y="45"/>
                </a:cxn>
                <a:cxn ang="0">
                  <a:pos x="81" y="49"/>
                </a:cxn>
                <a:cxn ang="0">
                  <a:pos x="87" y="56"/>
                </a:cxn>
                <a:cxn ang="0">
                  <a:pos x="83" y="62"/>
                </a:cxn>
                <a:cxn ang="0">
                  <a:pos x="75" y="59"/>
                </a:cxn>
                <a:cxn ang="0">
                  <a:pos x="69" y="60"/>
                </a:cxn>
                <a:cxn ang="0">
                  <a:pos x="64" y="54"/>
                </a:cxn>
                <a:cxn ang="0">
                  <a:pos x="64" y="63"/>
                </a:cxn>
                <a:cxn ang="0">
                  <a:pos x="73" y="75"/>
                </a:cxn>
                <a:cxn ang="0">
                  <a:pos x="84" y="79"/>
                </a:cxn>
                <a:cxn ang="0">
                  <a:pos x="89" y="83"/>
                </a:cxn>
                <a:cxn ang="0">
                  <a:pos x="90" y="92"/>
                </a:cxn>
                <a:cxn ang="0">
                  <a:pos x="95" y="95"/>
                </a:cxn>
                <a:cxn ang="0">
                  <a:pos x="93" y="106"/>
                </a:cxn>
                <a:cxn ang="0">
                  <a:pos x="98" y="120"/>
                </a:cxn>
                <a:cxn ang="0">
                  <a:pos x="102" y="134"/>
                </a:cxn>
                <a:cxn ang="0">
                  <a:pos x="97" y="141"/>
                </a:cxn>
                <a:cxn ang="0">
                  <a:pos x="89" y="139"/>
                </a:cxn>
                <a:cxn ang="0">
                  <a:pos x="88" y="130"/>
                </a:cxn>
                <a:cxn ang="0">
                  <a:pos x="77" y="129"/>
                </a:cxn>
                <a:cxn ang="0">
                  <a:pos x="73" y="140"/>
                </a:cxn>
                <a:cxn ang="0">
                  <a:pos x="69" y="129"/>
                </a:cxn>
                <a:cxn ang="0">
                  <a:pos x="66" y="120"/>
                </a:cxn>
                <a:cxn ang="0">
                  <a:pos x="49" y="127"/>
                </a:cxn>
                <a:cxn ang="0">
                  <a:pos x="41" y="126"/>
                </a:cxn>
                <a:cxn ang="0">
                  <a:pos x="34" y="120"/>
                </a:cxn>
                <a:cxn ang="0">
                  <a:pos x="34" y="114"/>
                </a:cxn>
                <a:cxn ang="0">
                  <a:pos x="30" y="105"/>
                </a:cxn>
                <a:cxn ang="0">
                  <a:pos x="33" y="99"/>
                </a:cxn>
                <a:cxn ang="0">
                  <a:pos x="41" y="97"/>
                </a:cxn>
                <a:cxn ang="0">
                  <a:pos x="36" y="86"/>
                </a:cxn>
                <a:cxn ang="0">
                  <a:pos x="25" y="79"/>
                </a:cxn>
                <a:cxn ang="0">
                  <a:pos x="17" y="82"/>
                </a:cxn>
                <a:cxn ang="0">
                  <a:pos x="11" y="76"/>
                </a:cxn>
                <a:cxn ang="0">
                  <a:pos x="5" y="70"/>
                </a:cxn>
                <a:cxn ang="0">
                  <a:pos x="3" y="62"/>
                </a:cxn>
                <a:cxn ang="0">
                  <a:pos x="10" y="61"/>
                </a:cxn>
                <a:cxn ang="0">
                  <a:pos x="12" y="58"/>
                </a:cxn>
                <a:cxn ang="0">
                  <a:pos x="11" y="45"/>
                </a:cxn>
                <a:cxn ang="0">
                  <a:pos x="10" y="36"/>
                </a:cxn>
                <a:cxn ang="0">
                  <a:pos x="10" y="30"/>
                </a:cxn>
                <a:cxn ang="0">
                  <a:pos x="12" y="22"/>
                </a:cxn>
                <a:cxn ang="0">
                  <a:pos x="3" y="18"/>
                </a:cxn>
              </a:cxnLst>
              <a:rect l="0" t="0" r="r" b="b"/>
              <a:pathLst>
                <a:path w="102" h="141">
                  <a:moveTo>
                    <a:pt x="3" y="18"/>
                  </a:moveTo>
                  <a:cubicBezTo>
                    <a:pt x="2" y="18"/>
                    <a:pt x="2" y="18"/>
                    <a:pt x="2" y="18"/>
                  </a:cubicBezTo>
                  <a:cubicBezTo>
                    <a:pt x="1" y="18"/>
                    <a:pt x="0" y="17"/>
                    <a:pt x="0" y="17"/>
                  </a:cubicBezTo>
                  <a:cubicBezTo>
                    <a:pt x="0" y="16"/>
                    <a:pt x="1" y="15"/>
                    <a:pt x="1" y="15"/>
                  </a:cubicBezTo>
                  <a:cubicBezTo>
                    <a:pt x="1" y="14"/>
                    <a:pt x="2" y="13"/>
                    <a:pt x="2" y="13"/>
                  </a:cubicBezTo>
                  <a:cubicBezTo>
                    <a:pt x="2" y="12"/>
                    <a:pt x="3" y="11"/>
                    <a:pt x="3" y="11"/>
                  </a:cubicBezTo>
                  <a:cubicBezTo>
                    <a:pt x="4" y="10"/>
                    <a:pt x="5" y="9"/>
                    <a:pt x="5" y="9"/>
                  </a:cubicBezTo>
                  <a:cubicBezTo>
                    <a:pt x="5" y="8"/>
                    <a:pt x="6" y="7"/>
                    <a:pt x="6" y="7"/>
                  </a:cubicBezTo>
                  <a:cubicBezTo>
                    <a:pt x="7" y="7"/>
                    <a:pt x="7" y="8"/>
                    <a:pt x="8" y="8"/>
                  </a:cubicBezTo>
                  <a:cubicBezTo>
                    <a:pt x="8" y="8"/>
                    <a:pt x="9" y="7"/>
                    <a:pt x="9" y="7"/>
                  </a:cubicBezTo>
                  <a:cubicBezTo>
                    <a:pt x="10" y="7"/>
                    <a:pt x="11" y="6"/>
                    <a:pt x="11" y="6"/>
                  </a:cubicBezTo>
                  <a:cubicBezTo>
                    <a:pt x="11" y="5"/>
                    <a:pt x="12" y="4"/>
                    <a:pt x="13" y="4"/>
                  </a:cubicBezTo>
                  <a:cubicBezTo>
                    <a:pt x="13" y="4"/>
                    <a:pt x="14" y="4"/>
                    <a:pt x="14" y="5"/>
                  </a:cubicBezTo>
                  <a:cubicBezTo>
                    <a:pt x="14" y="5"/>
                    <a:pt x="14" y="6"/>
                    <a:pt x="15" y="6"/>
                  </a:cubicBezTo>
                  <a:cubicBezTo>
                    <a:pt x="15" y="6"/>
                    <a:pt x="16" y="6"/>
                    <a:pt x="16" y="6"/>
                  </a:cubicBezTo>
                  <a:cubicBezTo>
                    <a:pt x="16" y="5"/>
                    <a:pt x="17" y="5"/>
                    <a:pt x="17" y="5"/>
                  </a:cubicBezTo>
                  <a:cubicBezTo>
                    <a:pt x="17" y="4"/>
                    <a:pt x="17" y="4"/>
                    <a:pt x="17" y="3"/>
                  </a:cubicBezTo>
                  <a:cubicBezTo>
                    <a:pt x="16" y="3"/>
                    <a:pt x="15" y="3"/>
                    <a:pt x="15" y="2"/>
                  </a:cubicBezTo>
                  <a:cubicBezTo>
                    <a:pt x="15" y="2"/>
                    <a:pt x="16" y="1"/>
                    <a:pt x="16" y="1"/>
                  </a:cubicBezTo>
                  <a:cubicBezTo>
                    <a:pt x="16" y="1"/>
                    <a:pt x="17" y="1"/>
                    <a:pt x="18" y="1"/>
                  </a:cubicBezTo>
                  <a:cubicBezTo>
                    <a:pt x="18" y="1"/>
                    <a:pt x="19" y="2"/>
                    <a:pt x="20" y="2"/>
                  </a:cubicBezTo>
                  <a:cubicBezTo>
                    <a:pt x="20" y="2"/>
                    <a:pt x="21" y="2"/>
                    <a:pt x="22" y="2"/>
                  </a:cubicBezTo>
                  <a:cubicBezTo>
                    <a:pt x="23" y="2"/>
                    <a:pt x="24" y="1"/>
                    <a:pt x="25" y="1"/>
                  </a:cubicBezTo>
                  <a:cubicBezTo>
                    <a:pt x="25" y="1"/>
                    <a:pt x="26" y="0"/>
                    <a:pt x="26" y="0"/>
                  </a:cubicBezTo>
                  <a:cubicBezTo>
                    <a:pt x="26" y="0"/>
                    <a:pt x="28" y="0"/>
                    <a:pt x="28" y="0"/>
                  </a:cubicBezTo>
                  <a:cubicBezTo>
                    <a:pt x="28" y="0"/>
                    <a:pt x="29" y="1"/>
                    <a:pt x="29" y="2"/>
                  </a:cubicBezTo>
                  <a:cubicBezTo>
                    <a:pt x="29" y="2"/>
                    <a:pt x="31" y="3"/>
                    <a:pt x="31" y="4"/>
                  </a:cubicBezTo>
                  <a:cubicBezTo>
                    <a:pt x="31" y="4"/>
                    <a:pt x="30" y="5"/>
                    <a:pt x="30" y="6"/>
                  </a:cubicBezTo>
                  <a:cubicBezTo>
                    <a:pt x="30" y="6"/>
                    <a:pt x="29" y="7"/>
                    <a:pt x="29" y="7"/>
                  </a:cubicBezTo>
                  <a:cubicBezTo>
                    <a:pt x="29" y="8"/>
                    <a:pt x="29" y="9"/>
                    <a:pt x="29" y="9"/>
                  </a:cubicBezTo>
                  <a:cubicBezTo>
                    <a:pt x="29" y="9"/>
                    <a:pt x="29" y="11"/>
                    <a:pt x="29" y="11"/>
                  </a:cubicBezTo>
                  <a:cubicBezTo>
                    <a:pt x="30" y="12"/>
                    <a:pt x="31" y="13"/>
                    <a:pt x="32" y="14"/>
                  </a:cubicBezTo>
                  <a:cubicBezTo>
                    <a:pt x="32" y="14"/>
                    <a:pt x="33" y="15"/>
                    <a:pt x="33" y="16"/>
                  </a:cubicBezTo>
                  <a:cubicBezTo>
                    <a:pt x="34" y="16"/>
                    <a:pt x="35" y="16"/>
                    <a:pt x="35" y="16"/>
                  </a:cubicBezTo>
                  <a:cubicBezTo>
                    <a:pt x="35" y="16"/>
                    <a:pt x="36" y="15"/>
                    <a:pt x="37" y="15"/>
                  </a:cubicBezTo>
                  <a:cubicBezTo>
                    <a:pt x="37" y="15"/>
                    <a:pt x="39" y="14"/>
                    <a:pt x="39" y="14"/>
                  </a:cubicBezTo>
                  <a:cubicBezTo>
                    <a:pt x="39" y="14"/>
                    <a:pt x="39" y="13"/>
                    <a:pt x="39" y="13"/>
                  </a:cubicBezTo>
                  <a:cubicBezTo>
                    <a:pt x="40" y="14"/>
                    <a:pt x="41" y="15"/>
                    <a:pt x="41" y="15"/>
                  </a:cubicBezTo>
                  <a:cubicBezTo>
                    <a:pt x="42" y="16"/>
                    <a:pt x="45" y="17"/>
                    <a:pt x="45" y="18"/>
                  </a:cubicBezTo>
                  <a:cubicBezTo>
                    <a:pt x="46" y="19"/>
                    <a:pt x="47" y="20"/>
                    <a:pt x="47" y="21"/>
                  </a:cubicBezTo>
                  <a:cubicBezTo>
                    <a:pt x="47" y="22"/>
                    <a:pt x="47" y="23"/>
                    <a:pt x="48" y="23"/>
                  </a:cubicBezTo>
                  <a:cubicBezTo>
                    <a:pt x="48" y="24"/>
                    <a:pt x="49" y="25"/>
                    <a:pt x="50" y="25"/>
                  </a:cubicBezTo>
                  <a:cubicBezTo>
                    <a:pt x="50" y="25"/>
                    <a:pt x="51" y="25"/>
                    <a:pt x="52" y="25"/>
                  </a:cubicBezTo>
                  <a:cubicBezTo>
                    <a:pt x="52" y="25"/>
                    <a:pt x="54" y="26"/>
                    <a:pt x="54" y="26"/>
                  </a:cubicBezTo>
                  <a:cubicBezTo>
                    <a:pt x="55" y="26"/>
                    <a:pt x="56" y="26"/>
                    <a:pt x="56" y="26"/>
                  </a:cubicBezTo>
                  <a:cubicBezTo>
                    <a:pt x="57" y="26"/>
                    <a:pt x="57" y="27"/>
                    <a:pt x="58" y="27"/>
                  </a:cubicBezTo>
                  <a:cubicBezTo>
                    <a:pt x="58" y="27"/>
                    <a:pt x="59" y="27"/>
                    <a:pt x="60" y="27"/>
                  </a:cubicBezTo>
                  <a:cubicBezTo>
                    <a:pt x="61" y="26"/>
                    <a:pt x="63" y="25"/>
                    <a:pt x="64" y="25"/>
                  </a:cubicBezTo>
                  <a:cubicBezTo>
                    <a:pt x="64" y="25"/>
                    <a:pt x="65" y="26"/>
                    <a:pt x="66" y="26"/>
                  </a:cubicBezTo>
                  <a:cubicBezTo>
                    <a:pt x="66" y="26"/>
                    <a:pt x="67" y="27"/>
                    <a:pt x="68" y="27"/>
                  </a:cubicBezTo>
                  <a:cubicBezTo>
                    <a:pt x="68" y="28"/>
                    <a:pt x="69" y="28"/>
                    <a:pt x="70" y="28"/>
                  </a:cubicBezTo>
                  <a:cubicBezTo>
                    <a:pt x="70" y="29"/>
                    <a:pt x="71" y="30"/>
                    <a:pt x="71" y="30"/>
                  </a:cubicBezTo>
                  <a:cubicBezTo>
                    <a:pt x="71" y="30"/>
                    <a:pt x="71" y="30"/>
                    <a:pt x="71" y="30"/>
                  </a:cubicBezTo>
                  <a:cubicBezTo>
                    <a:pt x="71" y="30"/>
                    <a:pt x="70" y="30"/>
                    <a:pt x="70" y="30"/>
                  </a:cubicBezTo>
                  <a:cubicBezTo>
                    <a:pt x="69" y="31"/>
                    <a:pt x="70" y="32"/>
                    <a:pt x="70" y="33"/>
                  </a:cubicBezTo>
                  <a:cubicBezTo>
                    <a:pt x="70" y="33"/>
                    <a:pt x="70" y="34"/>
                    <a:pt x="70" y="34"/>
                  </a:cubicBezTo>
                  <a:cubicBezTo>
                    <a:pt x="69" y="34"/>
                    <a:pt x="69" y="35"/>
                    <a:pt x="69" y="35"/>
                  </a:cubicBezTo>
                  <a:cubicBezTo>
                    <a:pt x="68" y="36"/>
                    <a:pt x="67" y="36"/>
                    <a:pt x="67" y="36"/>
                  </a:cubicBezTo>
                  <a:cubicBezTo>
                    <a:pt x="67" y="37"/>
                    <a:pt x="66" y="38"/>
                    <a:pt x="66" y="38"/>
                  </a:cubicBezTo>
                  <a:cubicBezTo>
                    <a:pt x="66" y="39"/>
                    <a:pt x="65" y="39"/>
                    <a:pt x="64" y="40"/>
                  </a:cubicBezTo>
                  <a:cubicBezTo>
                    <a:pt x="64" y="40"/>
                    <a:pt x="64" y="41"/>
                    <a:pt x="64" y="42"/>
                  </a:cubicBezTo>
                  <a:cubicBezTo>
                    <a:pt x="64" y="42"/>
                    <a:pt x="64" y="43"/>
                    <a:pt x="65" y="44"/>
                  </a:cubicBezTo>
                  <a:cubicBezTo>
                    <a:pt x="65" y="44"/>
                    <a:pt x="66" y="44"/>
                    <a:pt x="66" y="44"/>
                  </a:cubicBezTo>
                  <a:cubicBezTo>
                    <a:pt x="67" y="44"/>
                    <a:pt x="67" y="44"/>
                    <a:pt x="68" y="44"/>
                  </a:cubicBezTo>
                  <a:cubicBezTo>
                    <a:pt x="68" y="44"/>
                    <a:pt x="69" y="43"/>
                    <a:pt x="69" y="43"/>
                  </a:cubicBezTo>
                  <a:cubicBezTo>
                    <a:pt x="69" y="42"/>
                    <a:pt x="69" y="42"/>
                    <a:pt x="69" y="41"/>
                  </a:cubicBezTo>
                  <a:cubicBezTo>
                    <a:pt x="69" y="41"/>
                    <a:pt x="70" y="40"/>
                    <a:pt x="70" y="40"/>
                  </a:cubicBezTo>
                  <a:cubicBezTo>
                    <a:pt x="71" y="40"/>
                    <a:pt x="71" y="41"/>
                    <a:pt x="72" y="41"/>
                  </a:cubicBezTo>
                  <a:cubicBezTo>
                    <a:pt x="72" y="41"/>
                    <a:pt x="71" y="43"/>
                    <a:pt x="72" y="43"/>
                  </a:cubicBezTo>
                  <a:cubicBezTo>
                    <a:pt x="72" y="44"/>
                    <a:pt x="73" y="45"/>
                    <a:pt x="73" y="45"/>
                  </a:cubicBezTo>
                  <a:cubicBezTo>
                    <a:pt x="74" y="46"/>
                    <a:pt x="74" y="46"/>
                    <a:pt x="74" y="47"/>
                  </a:cubicBezTo>
                  <a:cubicBezTo>
                    <a:pt x="75" y="47"/>
                    <a:pt x="76" y="47"/>
                    <a:pt x="77" y="47"/>
                  </a:cubicBezTo>
                  <a:cubicBezTo>
                    <a:pt x="77" y="47"/>
                    <a:pt x="78" y="47"/>
                    <a:pt x="78" y="47"/>
                  </a:cubicBezTo>
                  <a:cubicBezTo>
                    <a:pt x="78" y="47"/>
                    <a:pt x="78" y="48"/>
                    <a:pt x="79" y="48"/>
                  </a:cubicBezTo>
                  <a:cubicBezTo>
                    <a:pt x="79" y="49"/>
                    <a:pt x="81" y="49"/>
                    <a:pt x="81" y="49"/>
                  </a:cubicBezTo>
                  <a:cubicBezTo>
                    <a:pt x="82" y="50"/>
                    <a:pt x="83" y="49"/>
                    <a:pt x="83" y="49"/>
                  </a:cubicBezTo>
                  <a:cubicBezTo>
                    <a:pt x="83" y="50"/>
                    <a:pt x="84" y="50"/>
                    <a:pt x="84" y="50"/>
                  </a:cubicBezTo>
                  <a:cubicBezTo>
                    <a:pt x="85" y="51"/>
                    <a:pt x="85" y="52"/>
                    <a:pt x="85" y="53"/>
                  </a:cubicBezTo>
                  <a:cubicBezTo>
                    <a:pt x="86" y="53"/>
                    <a:pt x="87" y="54"/>
                    <a:pt x="87" y="54"/>
                  </a:cubicBezTo>
                  <a:cubicBezTo>
                    <a:pt x="87" y="54"/>
                    <a:pt x="87" y="55"/>
                    <a:pt x="87" y="56"/>
                  </a:cubicBezTo>
                  <a:cubicBezTo>
                    <a:pt x="87" y="56"/>
                    <a:pt x="87" y="57"/>
                    <a:pt x="87" y="57"/>
                  </a:cubicBezTo>
                  <a:cubicBezTo>
                    <a:pt x="87" y="57"/>
                    <a:pt x="87" y="58"/>
                    <a:pt x="87" y="58"/>
                  </a:cubicBezTo>
                  <a:cubicBezTo>
                    <a:pt x="86" y="58"/>
                    <a:pt x="86" y="59"/>
                    <a:pt x="86" y="60"/>
                  </a:cubicBezTo>
                  <a:cubicBezTo>
                    <a:pt x="86" y="60"/>
                    <a:pt x="85" y="61"/>
                    <a:pt x="85" y="61"/>
                  </a:cubicBezTo>
                  <a:cubicBezTo>
                    <a:pt x="84" y="61"/>
                    <a:pt x="84" y="62"/>
                    <a:pt x="83" y="62"/>
                  </a:cubicBezTo>
                  <a:cubicBezTo>
                    <a:pt x="83" y="62"/>
                    <a:pt x="82" y="63"/>
                    <a:pt x="81" y="63"/>
                  </a:cubicBezTo>
                  <a:cubicBezTo>
                    <a:pt x="80" y="62"/>
                    <a:pt x="80" y="61"/>
                    <a:pt x="80" y="60"/>
                  </a:cubicBezTo>
                  <a:cubicBezTo>
                    <a:pt x="79" y="60"/>
                    <a:pt x="78" y="60"/>
                    <a:pt x="78" y="60"/>
                  </a:cubicBezTo>
                  <a:cubicBezTo>
                    <a:pt x="77" y="60"/>
                    <a:pt x="76" y="60"/>
                    <a:pt x="76" y="60"/>
                  </a:cubicBezTo>
                  <a:cubicBezTo>
                    <a:pt x="75" y="60"/>
                    <a:pt x="75" y="59"/>
                    <a:pt x="75" y="59"/>
                  </a:cubicBezTo>
                  <a:cubicBezTo>
                    <a:pt x="74" y="58"/>
                    <a:pt x="74" y="57"/>
                    <a:pt x="74" y="56"/>
                  </a:cubicBezTo>
                  <a:cubicBezTo>
                    <a:pt x="73" y="56"/>
                    <a:pt x="72" y="56"/>
                    <a:pt x="72" y="56"/>
                  </a:cubicBezTo>
                  <a:cubicBezTo>
                    <a:pt x="71" y="56"/>
                    <a:pt x="71" y="57"/>
                    <a:pt x="71" y="58"/>
                  </a:cubicBezTo>
                  <a:cubicBezTo>
                    <a:pt x="71" y="58"/>
                    <a:pt x="71" y="59"/>
                    <a:pt x="71" y="59"/>
                  </a:cubicBezTo>
                  <a:cubicBezTo>
                    <a:pt x="71" y="60"/>
                    <a:pt x="70" y="60"/>
                    <a:pt x="69" y="60"/>
                  </a:cubicBezTo>
                  <a:cubicBezTo>
                    <a:pt x="69" y="60"/>
                    <a:pt x="68" y="59"/>
                    <a:pt x="68" y="59"/>
                  </a:cubicBezTo>
                  <a:cubicBezTo>
                    <a:pt x="67" y="58"/>
                    <a:pt x="67" y="57"/>
                    <a:pt x="66" y="56"/>
                  </a:cubicBezTo>
                  <a:cubicBezTo>
                    <a:pt x="66" y="56"/>
                    <a:pt x="67" y="54"/>
                    <a:pt x="67" y="54"/>
                  </a:cubicBezTo>
                  <a:cubicBezTo>
                    <a:pt x="66" y="54"/>
                    <a:pt x="66" y="54"/>
                    <a:pt x="65" y="54"/>
                  </a:cubicBezTo>
                  <a:cubicBezTo>
                    <a:pt x="65" y="54"/>
                    <a:pt x="64" y="54"/>
                    <a:pt x="64" y="54"/>
                  </a:cubicBezTo>
                  <a:cubicBezTo>
                    <a:pt x="63" y="54"/>
                    <a:pt x="62" y="54"/>
                    <a:pt x="61" y="55"/>
                  </a:cubicBezTo>
                  <a:cubicBezTo>
                    <a:pt x="61" y="55"/>
                    <a:pt x="60" y="56"/>
                    <a:pt x="60" y="57"/>
                  </a:cubicBezTo>
                  <a:cubicBezTo>
                    <a:pt x="60" y="58"/>
                    <a:pt x="60" y="59"/>
                    <a:pt x="61" y="60"/>
                  </a:cubicBezTo>
                  <a:cubicBezTo>
                    <a:pt x="61" y="60"/>
                    <a:pt x="62" y="60"/>
                    <a:pt x="63" y="61"/>
                  </a:cubicBezTo>
                  <a:cubicBezTo>
                    <a:pt x="63" y="61"/>
                    <a:pt x="63" y="63"/>
                    <a:pt x="64" y="63"/>
                  </a:cubicBezTo>
                  <a:cubicBezTo>
                    <a:pt x="64" y="64"/>
                    <a:pt x="65" y="64"/>
                    <a:pt x="66" y="65"/>
                  </a:cubicBezTo>
                  <a:cubicBezTo>
                    <a:pt x="67" y="66"/>
                    <a:pt x="67" y="67"/>
                    <a:pt x="68" y="68"/>
                  </a:cubicBezTo>
                  <a:cubicBezTo>
                    <a:pt x="68" y="68"/>
                    <a:pt x="69" y="70"/>
                    <a:pt x="69" y="71"/>
                  </a:cubicBezTo>
                  <a:cubicBezTo>
                    <a:pt x="69" y="71"/>
                    <a:pt x="70" y="73"/>
                    <a:pt x="71" y="73"/>
                  </a:cubicBezTo>
                  <a:cubicBezTo>
                    <a:pt x="71" y="74"/>
                    <a:pt x="73" y="75"/>
                    <a:pt x="73" y="75"/>
                  </a:cubicBezTo>
                  <a:cubicBezTo>
                    <a:pt x="74" y="75"/>
                    <a:pt x="75" y="76"/>
                    <a:pt x="76" y="77"/>
                  </a:cubicBezTo>
                  <a:cubicBezTo>
                    <a:pt x="76" y="77"/>
                    <a:pt x="77" y="78"/>
                    <a:pt x="77" y="78"/>
                  </a:cubicBezTo>
                  <a:cubicBezTo>
                    <a:pt x="78" y="78"/>
                    <a:pt x="79" y="78"/>
                    <a:pt x="80" y="78"/>
                  </a:cubicBezTo>
                  <a:cubicBezTo>
                    <a:pt x="81" y="79"/>
                    <a:pt x="82" y="78"/>
                    <a:pt x="82" y="78"/>
                  </a:cubicBezTo>
                  <a:cubicBezTo>
                    <a:pt x="83" y="78"/>
                    <a:pt x="84" y="79"/>
                    <a:pt x="84" y="79"/>
                  </a:cubicBezTo>
                  <a:cubicBezTo>
                    <a:pt x="85" y="80"/>
                    <a:pt x="86" y="80"/>
                    <a:pt x="86" y="80"/>
                  </a:cubicBezTo>
                  <a:cubicBezTo>
                    <a:pt x="87" y="81"/>
                    <a:pt x="87" y="80"/>
                    <a:pt x="88" y="80"/>
                  </a:cubicBezTo>
                  <a:cubicBezTo>
                    <a:pt x="88" y="80"/>
                    <a:pt x="89" y="79"/>
                    <a:pt x="89" y="79"/>
                  </a:cubicBezTo>
                  <a:cubicBezTo>
                    <a:pt x="89" y="79"/>
                    <a:pt x="90" y="80"/>
                    <a:pt x="90" y="81"/>
                  </a:cubicBezTo>
                  <a:cubicBezTo>
                    <a:pt x="90" y="81"/>
                    <a:pt x="89" y="82"/>
                    <a:pt x="89" y="83"/>
                  </a:cubicBezTo>
                  <a:cubicBezTo>
                    <a:pt x="89" y="84"/>
                    <a:pt x="88" y="85"/>
                    <a:pt x="88" y="85"/>
                  </a:cubicBezTo>
                  <a:cubicBezTo>
                    <a:pt x="88" y="85"/>
                    <a:pt x="87" y="86"/>
                    <a:pt x="87" y="86"/>
                  </a:cubicBezTo>
                  <a:cubicBezTo>
                    <a:pt x="87" y="86"/>
                    <a:pt x="88" y="87"/>
                    <a:pt x="88" y="88"/>
                  </a:cubicBezTo>
                  <a:cubicBezTo>
                    <a:pt x="88" y="88"/>
                    <a:pt x="89" y="89"/>
                    <a:pt x="90" y="89"/>
                  </a:cubicBezTo>
                  <a:cubicBezTo>
                    <a:pt x="90" y="90"/>
                    <a:pt x="90" y="92"/>
                    <a:pt x="90" y="92"/>
                  </a:cubicBezTo>
                  <a:cubicBezTo>
                    <a:pt x="91" y="93"/>
                    <a:pt x="92" y="93"/>
                    <a:pt x="93" y="93"/>
                  </a:cubicBezTo>
                  <a:cubicBezTo>
                    <a:pt x="93" y="93"/>
                    <a:pt x="94" y="93"/>
                    <a:pt x="94" y="92"/>
                  </a:cubicBezTo>
                  <a:cubicBezTo>
                    <a:pt x="94" y="92"/>
                    <a:pt x="95" y="92"/>
                    <a:pt x="95" y="92"/>
                  </a:cubicBezTo>
                  <a:cubicBezTo>
                    <a:pt x="95" y="93"/>
                    <a:pt x="96" y="93"/>
                    <a:pt x="96" y="94"/>
                  </a:cubicBezTo>
                  <a:cubicBezTo>
                    <a:pt x="96" y="94"/>
                    <a:pt x="95" y="95"/>
                    <a:pt x="95" y="95"/>
                  </a:cubicBezTo>
                  <a:cubicBezTo>
                    <a:pt x="95" y="95"/>
                    <a:pt x="95" y="97"/>
                    <a:pt x="95" y="97"/>
                  </a:cubicBezTo>
                  <a:cubicBezTo>
                    <a:pt x="95" y="98"/>
                    <a:pt x="94" y="99"/>
                    <a:pt x="94" y="99"/>
                  </a:cubicBezTo>
                  <a:cubicBezTo>
                    <a:pt x="93" y="99"/>
                    <a:pt x="93" y="100"/>
                    <a:pt x="93" y="100"/>
                  </a:cubicBezTo>
                  <a:cubicBezTo>
                    <a:pt x="92" y="101"/>
                    <a:pt x="92" y="102"/>
                    <a:pt x="93" y="103"/>
                  </a:cubicBezTo>
                  <a:cubicBezTo>
                    <a:pt x="93" y="104"/>
                    <a:pt x="93" y="105"/>
                    <a:pt x="93" y="106"/>
                  </a:cubicBezTo>
                  <a:cubicBezTo>
                    <a:pt x="94" y="107"/>
                    <a:pt x="95" y="108"/>
                    <a:pt x="95" y="108"/>
                  </a:cubicBezTo>
                  <a:cubicBezTo>
                    <a:pt x="96" y="109"/>
                    <a:pt x="96" y="109"/>
                    <a:pt x="97" y="110"/>
                  </a:cubicBezTo>
                  <a:cubicBezTo>
                    <a:pt x="97" y="110"/>
                    <a:pt x="96" y="111"/>
                    <a:pt x="96" y="111"/>
                  </a:cubicBezTo>
                  <a:cubicBezTo>
                    <a:pt x="96" y="113"/>
                    <a:pt x="97" y="115"/>
                    <a:pt x="97" y="116"/>
                  </a:cubicBezTo>
                  <a:cubicBezTo>
                    <a:pt x="97" y="117"/>
                    <a:pt x="98" y="119"/>
                    <a:pt x="98" y="120"/>
                  </a:cubicBezTo>
                  <a:cubicBezTo>
                    <a:pt x="98" y="120"/>
                    <a:pt x="97" y="122"/>
                    <a:pt x="97" y="123"/>
                  </a:cubicBezTo>
                  <a:cubicBezTo>
                    <a:pt x="97" y="123"/>
                    <a:pt x="97" y="125"/>
                    <a:pt x="97" y="125"/>
                  </a:cubicBezTo>
                  <a:cubicBezTo>
                    <a:pt x="98" y="126"/>
                    <a:pt x="99" y="127"/>
                    <a:pt x="100" y="128"/>
                  </a:cubicBezTo>
                  <a:cubicBezTo>
                    <a:pt x="100" y="129"/>
                    <a:pt x="102" y="130"/>
                    <a:pt x="102" y="131"/>
                  </a:cubicBezTo>
                  <a:cubicBezTo>
                    <a:pt x="102" y="132"/>
                    <a:pt x="102" y="134"/>
                    <a:pt x="102" y="134"/>
                  </a:cubicBezTo>
                  <a:cubicBezTo>
                    <a:pt x="102" y="135"/>
                    <a:pt x="101" y="136"/>
                    <a:pt x="101" y="136"/>
                  </a:cubicBezTo>
                  <a:cubicBezTo>
                    <a:pt x="101" y="137"/>
                    <a:pt x="100" y="137"/>
                    <a:pt x="100" y="137"/>
                  </a:cubicBezTo>
                  <a:cubicBezTo>
                    <a:pt x="99" y="137"/>
                    <a:pt x="99" y="138"/>
                    <a:pt x="99" y="138"/>
                  </a:cubicBezTo>
                  <a:cubicBezTo>
                    <a:pt x="99" y="138"/>
                    <a:pt x="98" y="140"/>
                    <a:pt x="98" y="141"/>
                  </a:cubicBezTo>
                  <a:cubicBezTo>
                    <a:pt x="98" y="141"/>
                    <a:pt x="98" y="141"/>
                    <a:pt x="97" y="141"/>
                  </a:cubicBezTo>
                  <a:cubicBezTo>
                    <a:pt x="97" y="141"/>
                    <a:pt x="96" y="141"/>
                    <a:pt x="96" y="141"/>
                  </a:cubicBezTo>
                  <a:cubicBezTo>
                    <a:pt x="95" y="141"/>
                    <a:pt x="95" y="141"/>
                    <a:pt x="94" y="141"/>
                  </a:cubicBezTo>
                  <a:cubicBezTo>
                    <a:pt x="94" y="141"/>
                    <a:pt x="93" y="141"/>
                    <a:pt x="92" y="141"/>
                  </a:cubicBezTo>
                  <a:cubicBezTo>
                    <a:pt x="92" y="140"/>
                    <a:pt x="91" y="141"/>
                    <a:pt x="91" y="140"/>
                  </a:cubicBezTo>
                  <a:cubicBezTo>
                    <a:pt x="90" y="140"/>
                    <a:pt x="89" y="139"/>
                    <a:pt x="89" y="139"/>
                  </a:cubicBezTo>
                  <a:cubicBezTo>
                    <a:pt x="88" y="138"/>
                    <a:pt x="88" y="137"/>
                    <a:pt x="89" y="136"/>
                  </a:cubicBezTo>
                  <a:cubicBezTo>
                    <a:pt x="89" y="136"/>
                    <a:pt x="90" y="135"/>
                    <a:pt x="90" y="135"/>
                  </a:cubicBezTo>
                  <a:cubicBezTo>
                    <a:pt x="90" y="135"/>
                    <a:pt x="91" y="134"/>
                    <a:pt x="91" y="134"/>
                  </a:cubicBezTo>
                  <a:cubicBezTo>
                    <a:pt x="91" y="133"/>
                    <a:pt x="91" y="132"/>
                    <a:pt x="90" y="132"/>
                  </a:cubicBezTo>
                  <a:cubicBezTo>
                    <a:pt x="90" y="131"/>
                    <a:pt x="88" y="130"/>
                    <a:pt x="88" y="130"/>
                  </a:cubicBezTo>
                  <a:cubicBezTo>
                    <a:pt x="87" y="129"/>
                    <a:pt x="86" y="128"/>
                    <a:pt x="85" y="128"/>
                  </a:cubicBezTo>
                  <a:cubicBezTo>
                    <a:pt x="84" y="128"/>
                    <a:pt x="84" y="129"/>
                    <a:pt x="83" y="129"/>
                  </a:cubicBezTo>
                  <a:cubicBezTo>
                    <a:pt x="83" y="129"/>
                    <a:pt x="82" y="129"/>
                    <a:pt x="82" y="129"/>
                  </a:cubicBezTo>
                  <a:cubicBezTo>
                    <a:pt x="81" y="128"/>
                    <a:pt x="80" y="128"/>
                    <a:pt x="79" y="128"/>
                  </a:cubicBezTo>
                  <a:cubicBezTo>
                    <a:pt x="78" y="128"/>
                    <a:pt x="78" y="128"/>
                    <a:pt x="77" y="129"/>
                  </a:cubicBezTo>
                  <a:cubicBezTo>
                    <a:pt x="77" y="129"/>
                    <a:pt x="75" y="130"/>
                    <a:pt x="75" y="131"/>
                  </a:cubicBezTo>
                  <a:cubicBezTo>
                    <a:pt x="74" y="131"/>
                    <a:pt x="75" y="132"/>
                    <a:pt x="75" y="133"/>
                  </a:cubicBezTo>
                  <a:cubicBezTo>
                    <a:pt x="75" y="134"/>
                    <a:pt x="76" y="135"/>
                    <a:pt x="76" y="136"/>
                  </a:cubicBezTo>
                  <a:cubicBezTo>
                    <a:pt x="77" y="137"/>
                    <a:pt x="77" y="138"/>
                    <a:pt x="76" y="139"/>
                  </a:cubicBezTo>
                  <a:cubicBezTo>
                    <a:pt x="76" y="139"/>
                    <a:pt x="74" y="140"/>
                    <a:pt x="73" y="140"/>
                  </a:cubicBezTo>
                  <a:cubicBezTo>
                    <a:pt x="73" y="140"/>
                    <a:pt x="72" y="139"/>
                    <a:pt x="71" y="138"/>
                  </a:cubicBezTo>
                  <a:cubicBezTo>
                    <a:pt x="71" y="138"/>
                    <a:pt x="71" y="136"/>
                    <a:pt x="71" y="136"/>
                  </a:cubicBezTo>
                  <a:cubicBezTo>
                    <a:pt x="70" y="135"/>
                    <a:pt x="70" y="134"/>
                    <a:pt x="70" y="133"/>
                  </a:cubicBezTo>
                  <a:cubicBezTo>
                    <a:pt x="70" y="133"/>
                    <a:pt x="69" y="132"/>
                    <a:pt x="69" y="132"/>
                  </a:cubicBezTo>
                  <a:cubicBezTo>
                    <a:pt x="69" y="131"/>
                    <a:pt x="69" y="129"/>
                    <a:pt x="69" y="129"/>
                  </a:cubicBezTo>
                  <a:cubicBezTo>
                    <a:pt x="69" y="128"/>
                    <a:pt x="70" y="127"/>
                    <a:pt x="70" y="126"/>
                  </a:cubicBezTo>
                  <a:cubicBezTo>
                    <a:pt x="71" y="126"/>
                    <a:pt x="71" y="125"/>
                    <a:pt x="71" y="125"/>
                  </a:cubicBezTo>
                  <a:cubicBezTo>
                    <a:pt x="71" y="124"/>
                    <a:pt x="70" y="123"/>
                    <a:pt x="69" y="123"/>
                  </a:cubicBezTo>
                  <a:cubicBezTo>
                    <a:pt x="69" y="123"/>
                    <a:pt x="68" y="123"/>
                    <a:pt x="67" y="122"/>
                  </a:cubicBezTo>
                  <a:cubicBezTo>
                    <a:pt x="67" y="122"/>
                    <a:pt x="67" y="121"/>
                    <a:pt x="66" y="120"/>
                  </a:cubicBezTo>
                  <a:cubicBezTo>
                    <a:pt x="66" y="120"/>
                    <a:pt x="65" y="120"/>
                    <a:pt x="64" y="120"/>
                  </a:cubicBezTo>
                  <a:cubicBezTo>
                    <a:pt x="63" y="120"/>
                    <a:pt x="62" y="121"/>
                    <a:pt x="61" y="121"/>
                  </a:cubicBezTo>
                  <a:cubicBezTo>
                    <a:pt x="60" y="122"/>
                    <a:pt x="59" y="123"/>
                    <a:pt x="58" y="123"/>
                  </a:cubicBezTo>
                  <a:cubicBezTo>
                    <a:pt x="56" y="124"/>
                    <a:pt x="54" y="126"/>
                    <a:pt x="52" y="126"/>
                  </a:cubicBezTo>
                  <a:cubicBezTo>
                    <a:pt x="52" y="126"/>
                    <a:pt x="50" y="127"/>
                    <a:pt x="49" y="127"/>
                  </a:cubicBezTo>
                  <a:cubicBezTo>
                    <a:pt x="48" y="127"/>
                    <a:pt x="47" y="127"/>
                    <a:pt x="46" y="127"/>
                  </a:cubicBezTo>
                  <a:cubicBezTo>
                    <a:pt x="46" y="127"/>
                    <a:pt x="46" y="127"/>
                    <a:pt x="46" y="127"/>
                  </a:cubicBezTo>
                  <a:cubicBezTo>
                    <a:pt x="45" y="127"/>
                    <a:pt x="44" y="126"/>
                    <a:pt x="43" y="126"/>
                  </a:cubicBezTo>
                  <a:cubicBezTo>
                    <a:pt x="43" y="126"/>
                    <a:pt x="42" y="125"/>
                    <a:pt x="42" y="125"/>
                  </a:cubicBezTo>
                  <a:cubicBezTo>
                    <a:pt x="42" y="125"/>
                    <a:pt x="41" y="125"/>
                    <a:pt x="41" y="126"/>
                  </a:cubicBezTo>
                  <a:cubicBezTo>
                    <a:pt x="41" y="126"/>
                    <a:pt x="40" y="126"/>
                    <a:pt x="40" y="127"/>
                  </a:cubicBezTo>
                  <a:cubicBezTo>
                    <a:pt x="40" y="126"/>
                    <a:pt x="40" y="125"/>
                    <a:pt x="40" y="125"/>
                  </a:cubicBezTo>
                  <a:cubicBezTo>
                    <a:pt x="39" y="124"/>
                    <a:pt x="38" y="123"/>
                    <a:pt x="38" y="123"/>
                  </a:cubicBezTo>
                  <a:cubicBezTo>
                    <a:pt x="37" y="122"/>
                    <a:pt x="37" y="121"/>
                    <a:pt x="36" y="120"/>
                  </a:cubicBezTo>
                  <a:cubicBezTo>
                    <a:pt x="36" y="120"/>
                    <a:pt x="35" y="120"/>
                    <a:pt x="34" y="120"/>
                  </a:cubicBezTo>
                  <a:cubicBezTo>
                    <a:pt x="34" y="119"/>
                    <a:pt x="33" y="119"/>
                    <a:pt x="33" y="119"/>
                  </a:cubicBezTo>
                  <a:cubicBezTo>
                    <a:pt x="33" y="118"/>
                    <a:pt x="32" y="117"/>
                    <a:pt x="32" y="117"/>
                  </a:cubicBezTo>
                  <a:cubicBezTo>
                    <a:pt x="33" y="116"/>
                    <a:pt x="34" y="117"/>
                    <a:pt x="35" y="116"/>
                  </a:cubicBezTo>
                  <a:cubicBezTo>
                    <a:pt x="35" y="116"/>
                    <a:pt x="35" y="115"/>
                    <a:pt x="35" y="115"/>
                  </a:cubicBezTo>
                  <a:cubicBezTo>
                    <a:pt x="35" y="115"/>
                    <a:pt x="34" y="114"/>
                    <a:pt x="34" y="114"/>
                  </a:cubicBezTo>
                  <a:cubicBezTo>
                    <a:pt x="33" y="113"/>
                    <a:pt x="32" y="113"/>
                    <a:pt x="32" y="113"/>
                  </a:cubicBezTo>
                  <a:cubicBezTo>
                    <a:pt x="32" y="112"/>
                    <a:pt x="31" y="111"/>
                    <a:pt x="31" y="111"/>
                  </a:cubicBezTo>
                  <a:cubicBezTo>
                    <a:pt x="31" y="110"/>
                    <a:pt x="31" y="109"/>
                    <a:pt x="30" y="109"/>
                  </a:cubicBezTo>
                  <a:cubicBezTo>
                    <a:pt x="30" y="108"/>
                    <a:pt x="31" y="107"/>
                    <a:pt x="31" y="106"/>
                  </a:cubicBezTo>
                  <a:cubicBezTo>
                    <a:pt x="31" y="106"/>
                    <a:pt x="30" y="106"/>
                    <a:pt x="30" y="105"/>
                  </a:cubicBezTo>
                  <a:cubicBezTo>
                    <a:pt x="30" y="105"/>
                    <a:pt x="29" y="104"/>
                    <a:pt x="30" y="104"/>
                  </a:cubicBezTo>
                  <a:cubicBezTo>
                    <a:pt x="30" y="104"/>
                    <a:pt x="31" y="104"/>
                    <a:pt x="31" y="104"/>
                  </a:cubicBezTo>
                  <a:cubicBezTo>
                    <a:pt x="32" y="104"/>
                    <a:pt x="32" y="103"/>
                    <a:pt x="33" y="103"/>
                  </a:cubicBezTo>
                  <a:cubicBezTo>
                    <a:pt x="33" y="102"/>
                    <a:pt x="32" y="101"/>
                    <a:pt x="32" y="100"/>
                  </a:cubicBezTo>
                  <a:cubicBezTo>
                    <a:pt x="32" y="100"/>
                    <a:pt x="33" y="99"/>
                    <a:pt x="33" y="99"/>
                  </a:cubicBezTo>
                  <a:cubicBezTo>
                    <a:pt x="34" y="98"/>
                    <a:pt x="35" y="97"/>
                    <a:pt x="35" y="97"/>
                  </a:cubicBezTo>
                  <a:cubicBezTo>
                    <a:pt x="36" y="98"/>
                    <a:pt x="36" y="98"/>
                    <a:pt x="37" y="99"/>
                  </a:cubicBezTo>
                  <a:cubicBezTo>
                    <a:pt x="37" y="99"/>
                    <a:pt x="38" y="99"/>
                    <a:pt x="38" y="99"/>
                  </a:cubicBezTo>
                  <a:cubicBezTo>
                    <a:pt x="39" y="99"/>
                    <a:pt x="39" y="99"/>
                    <a:pt x="40" y="99"/>
                  </a:cubicBezTo>
                  <a:cubicBezTo>
                    <a:pt x="40" y="98"/>
                    <a:pt x="41" y="97"/>
                    <a:pt x="41" y="97"/>
                  </a:cubicBezTo>
                  <a:cubicBezTo>
                    <a:pt x="41" y="96"/>
                    <a:pt x="40" y="96"/>
                    <a:pt x="40" y="95"/>
                  </a:cubicBezTo>
                  <a:cubicBezTo>
                    <a:pt x="39" y="95"/>
                    <a:pt x="38" y="94"/>
                    <a:pt x="38" y="94"/>
                  </a:cubicBezTo>
                  <a:cubicBezTo>
                    <a:pt x="38" y="93"/>
                    <a:pt x="38" y="92"/>
                    <a:pt x="38" y="91"/>
                  </a:cubicBezTo>
                  <a:cubicBezTo>
                    <a:pt x="38" y="90"/>
                    <a:pt x="38" y="89"/>
                    <a:pt x="38" y="88"/>
                  </a:cubicBezTo>
                  <a:cubicBezTo>
                    <a:pt x="37" y="88"/>
                    <a:pt x="36" y="87"/>
                    <a:pt x="36" y="86"/>
                  </a:cubicBezTo>
                  <a:cubicBezTo>
                    <a:pt x="35" y="85"/>
                    <a:pt x="34" y="84"/>
                    <a:pt x="34" y="83"/>
                  </a:cubicBezTo>
                  <a:cubicBezTo>
                    <a:pt x="33" y="82"/>
                    <a:pt x="32" y="82"/>
                    <a:pt x="31" y="81"/>
                  </a:cubicBezTo>
                  <a:cubicBezTo>
                    <a:pt x="30" y="81"/>
                    <a:pt x="29" y="79"/>
                    <a:pt x="28" y="79"/>
                  </a:cubicBezTo>
                  <a:cubicBezTo>
                    <a:pt x="28" y="79"/>
                    <a:pt x="26" y="78"/>
                    <a:pt x="26" y="78"/>
                  </a:cubicBezTo>
                  <a:cubicBezTo>
                    <a:pt x="25" y="78"/>
                    <a:pt x="25" y="78"/>
                    <a:pt x="25" y="79"/>
                  </a:cubicBezTo>
                  <a:cubicBezTo>
                    <a:pt x="25" y="79"/>
                    <a:pt x="23" y="80"/>
                    <a:pt x="23" y="80"/>
                  </a:cubicBezTo>
                  <a:cubicBezTo>
                    <a:pt x="22" y="80"/>
                    <a:pt x="21" y="80"/>
                    <a:pt x="21" y="80"/>
                  </a:cubicBezTo>
                  <a:cubicBezTo>
                    <a:pt x="21" y="80"/>
                    <a:pt x="20" y="80"/>
                    <a:pt x="19" y="80"/>
                  </a:cubicBezTo>
                  <a:cubicBezTo>
                    <a:pt x="19" y="81"/>
                    <a:pt x="19" y="81"/>
                    <a:pt x="19" y="82"/>
                  </a:cubicBezTo>
                  <a:cubicBezTo>
                    <a:pt x="18" y="82"/>
                    <a:pt x="18" y="82"/>
                    <a:pt x="17" y="82"/>
                  </a:cubicBezTo>
                  <a:cubicBezTo>
                    <a:pt x="17" y="83"/>
                    <a:pt x="15" y="82"/>
                    <a:pt x="15" y="82"/>
                  </a:cubicBezTo>
                  <a:cubicBezTo>
                    <a:pt x="14" y="81"/>
                    <a:pt x="13" y="81"/>
                    <a:pt x="13" y="80"/>
                  </a:cubicBezTo>
                  <a:cubicBezTo>
                    <a:pt x="13" y="80"/>
                    <a:pt x="12" y="80"/>
                    <a:pt x="12" y="80"/>
                  </a:cubicBezTo>
                  <a:cubicBezTo>
                    <a:pt x="11" y="79"/>
                    <a:pt x="11" y="79"/>
                    <a:pt x="11" y="78"/>
                  </a:cubicBezTo>
                  <a:cubicBezTo>
                    <a:pt x="11" y="78"/>
                    <a:pt x="11" y="77"/>
                    <a:pt x="11" y="76"/>
                  </a:cubicBezTo>
                  <a:cubicBezTo>
                    <a:pt x="11" y="76"/>
                    <a:pt x="11" y="75"/>
                    <a:pt x="11" y="74"/>
                  </a:cubicBezTo>
                  <a:cubicBezTo>
                    <a:pt x="11" y="74"/>
                    <a:pt x="10" y="73"/>
                    <a:pt x="10" y="73"/>
                  </a:cubicBezTo>
                  <a:cubicBezTo>
                    <a:pt x="9" y="73"/>
                    <a:pt x="8" y="73"/>
                    <a:pt x="7" y="73"/>
                  </a:cubicBezTo>
                  <a:cubicBezTo>
                    <a:pt x="7" y="73"/>
                    <a:pt x="6" y="72"/>
                    <a:pt x="6" y="71"/>
                  </a:cubicBezTo>
                  <a:cubicBezTo>
                    <a:pt x="5" y="71"/>
                    <a:pt x="5" y="71"/>
                    <a:pt x="5" y="70"/>
                  </a:cubicBezTo>
                  <a:cubicBezTo>
                    <a:pt x="5" y="70"/>
                    <a:pt x="5" y="69"/>
                    <a:pt x="6" y="68"/>
                  </a:cubicBezTo>
                  <a:cubicBezTo>
                    <a:pt x="6" y="68"/>
                    <a:pt x="6" y="67"/>
                    <a:pt x="6" y="67"/>
                  </a:cubicBezTo>
                  <a:cubicBezTo>
                    <a:pt x="6" y="66"/>
                    <a:pt x="6" y="65"/>
                    <a:pt x="5" y="65"/>
                  </a:cubicBezTo>
                  <a:cubicBezTo>
                    <a:pt x="5" y="64"/>
                    <a:pt x="4" y="64"/>
                    <a:pt x="4" y="64"/>
                  </a:cubicBezTo>
                  <a:cubicBezTo>
                    <a:pt x="3" y="63"/>
                    <a:pt x="3" y="62"/>
                    <a:pt x="3" y="62"/>
                  </a:cubicBezTo>
                  <a:cubicBezTo>
                    <a:pt x="3" y="61"/>
                    <a:pt x="3" y="60"/>
                    <a:pt x="4" y="59"/>
                  </a:cubicBezTo>
                  <a:cubicBezTo>
                    <a:pt x="4" y="59"/>
                    <a:pt x="5" y="59"/>
                    <a:pt x="5" y="59"/>
                  </a:cubicBezTo>
                  <a:cubicBezTo>
                    <a:pt x="6" y="59"/>
                    <a:pt x="7" y="59"/>
                    <a:pt x="7" y="59"/>
                  </a:cubicBezTo>
                  <a:cubicBezTo>
                    <a:pt x="7" y="60"/>
                    <a:pt x="8" y="60"/>
                    <a:pt x="8" y="61"/>
                  </a:cubicBezTo>
                  <a:cubicBezTo>
                    <a:pt x="9" y="61"/>
                    <a:pt x="9" y="61"/>
                    <a:pt x="10" y="61"/>
                  </a:cubicBezTo>
                  <a:cubicBezTo>
                    <a:pt x="10" y="62"/>
                    <a:pt x="10" y="62"/>
                    <a:pt x="10" y="63"/>
                  </a:cubicBezTo>
                  <a:cubicBezTo>
                    <a:pt x="11" y="63"/>
                    <a:pt x="11" y="63"/>
                    <a:pt x="12" y="62"/>
                  </a:cubicBezTo>
                  <a:cubicBezTo>
                    <a:pt x="12" y="62"/>
                    <a:pt x="13" y="61"/>
                    <a:pt x="13" y="61"/>
                  </a:cubicBezTo>
                  <a:cubicBezTo>
                    <a:pt x="13" y="61"/>
                    <a:pt x="14" y="60"/>
                    <a:pt x="14" y="60"/>
                  </a:cubicBezTo>
                  <a:cubicBezTo>
                    <a:pt x="13" y="59"/>
                    <a:pt x="13" y="59"/>
                    <a:pt x="12" y="58"/>
                  </a:cubicBezTo>
                  <a:cubicBezTo>
                    <a:pt x="12" y="58"/>
                    <a:pt x="12" y="57"/>
                    <a:pt x="12" y="56"/>
                  </a:cubicBezTo>
                  <a:cubicBezTo>
                    <a:pt x="12" y="55"/>
                    <a:pt x="13" y="53"/>
                    <a:pt x="13" y="52"/>
                  </a:cubicBezTo>
                  <a:cubicBezTo>
                    <a:pt x="13" y="51"/>
                    <a:pt x="13" y="49"/>
                    <a:pt x="12" y="48"/>
                  </a:cubicBezTo>
                  <a:cubicBezTo>
                    <a:pt x="12" y="48"/>
                    <a:pt x="12" y="47"/>
                    <a:pt x="11" y="46"/>
                  </a:cubicBezTo>
                  <a:cubicBezTo>
                    <a:pt x="11" y="46"/>
                    <a:pt x="11" y="45"/>
                    <a:pt x="11" y="45"/>
                  </a:cubicBezTo>
                  <a:cubicBezTo>
                    <a:pt x="11" y="45"/>
                    <a:pt x="11" y="44"/>
                    <a:pt x="11" y="44"/>
                  </a:cubicBezTo>
                  <a:cubicBezTo>
                    <a:pt x="12" y="43"/>
                    <a:pt x="12" y="42"/>
                    <a:pt x="12" y="42"/>
                  </a:cubicBezTo>
                  <a:cubicBezTo>
                    <a:pt x="12" y="41"/>
                    <a:pt x="12" y="40"/>
                    <a:pt x="12" y="39"/>
                  </a:cubicBezTo>
                  <a:cubicBezTo>
                    <a:pt x="12" y="39"/>
                    <a:pt x="10" y="38"/>
                    <a:pt x="10" y="37"/>
                  </a:cubicBezTo>
                  <a:cubicBezTo>
                    <a:pt x="10" y="37"/>
                    <a:pt x="10" y="36"/>
                    <a:pt x="10" y="36"/>
                  </a:cubicBezTo>
                  <a:cubicBezTo>
                    <a:pt x="10" y="35"/>
                    <a:pt x="11" y="35"/>
                    <a:pt x="12" y="35"/>
                  </a:cubicBezTo>
                  <a:cubicBezTo>
                    <a:pt x="12" y="35"/>
                    <a:pt x="13" y="34"/>
                    <a:pt x="14" y="34"/>
                  </a:cubicBezTo>
                  <a:cubicBezTo>
                    <a:pt x="14" y="33"/>
                    <a:pt x="14" y="32"/>
                    <a:pt x="14" y="32"/>
                  </a:cubicBezTo>
                  <a:cubicBezTo>
                    <a:pt x="14" y="31"/>
                    <a:pt x="13" y="30"/>
                    <a:pt x="13" y="30"/>
                  </a:cubicBezTo>
                  <a:cubicBezTo>
                    <a:pt x="12" y="30"/>
                    <a:pt x="11" y="30"/>
                    <a:pt x="10" y="30"/>
                  </a:cubicBezTo>
                  <a:cubicBezTo>
                    <a:pt x="10" y="30"/>
                    <a:pt x="9" y="30"/>
                    <a:pt x="9" y="29"/>
                  </a:cubicBezTo>
                  <a:cubicBezTo>
                    <a:pt x="8" y="29"/>
                    <a:pt x="9" y="27"/>
                    <a:pt x="9" y="27"/>
                  </a:cubicBezTo>
                  <a:cubicBezTo>
                    <a:pt x="9" y="26"/>
                    <a:pt x="10" y="26"/>
                    <a:pt x="10" y="25"/>
                  </a:cubicBezTo>
                  <a:cubicBezTo>
                    <a:pt x="10" y="25"/>
                    <a:pt x="10" y="23"/>
                    <a:pt x="11" y="23"/>
                  </a:cubicBezTo>
                  <a:cubicBezTo>
                    <a:pt x="11" y="22"/>
                    <a:pt x="12" y="22"/>
                    <a:pt x="12" y="22"/>
                  </a:cubicBezTo>
                  <a:cubicBezTo>
                    <a:pt x="12" y="21"/>
                    <a:pt x="13" y="20"/>
                    <a:pt x="12" y="19"/>
                  </a:cubicBezTo>
                  <a:cubicBezTo>
                    <a:pt x="12" y="19"/>
                    <a:pt x="10" y="19"/>
                    <a:pt x="10" y="19"/>
                  </a:cubicBezTo>
                  <a:cubicBezTo>
                    <a:pt x="9" y="18"/>
                    <a:pt x="8" y="19"/>
                    <a:pt x="7" y="19"/>
                  </a:cubicBezTo>
                  <a:cubicBezTo>
                    <a:pt x="6" y="19"/>
                    <a:pt x="5" y="19"/>
                    <a:pt x="5" y="19"/>
                  </a:cubicBezTo>
                  <a:cubicBezTo>
                    <a:pt x="4" y="19"/>
                    <a:pt x="3" y="18"/>
                    <a:pt x="3" y="1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79"/>
            <p:cNvSpPr>
              <a:spLocks/>
            </p:cNvSpPr>
            <p:nvPr/>
          </p:nvSpPr>
          <p:spPr bwMode="auto">
            <a:xfrm>
              <a:off x="2584451" y="4110038"/>
              <a:ext cx="274638" cy="179388"/>
            </a:xfrm>
            <a:custGeom>
              <a:avLst/>
              <a:gdLst/>
              <a:ahLst/>
              <a:cxnLst>
                <a:cxn ang="0">
                  <a:pos x="34" y="0"/>
                </a:cxn>
                <a:cxn ang="0">
                  <a:pos x="39" y="5"/>
                </a:cxn>
                <a:cxn ang="0">
                  <a:pos x="48" y="5"/>
                </a:cxn>
                <a:cxn ang="0">
                  <a:pos x="56" y="7"/>
                </a:cxn>
                <a:cxn ang="0">
                  <a:pos x="63" y="5"/>
                </a:cxn>
                <a:cxn ang="0">
                  <a:pos x="70" y="5"/>
                </a:cxn>
                <a:cxn ang="0">
                  <a:pos x="76" y="10"/>
                </a:cxn>
                <a:cxn ang="0">
                  <a:pos x="86" y="16"/>
                </a:cxn>
                <a:cxn ang="0">
                  <a:pos x="91" y="21"/>
                </a:cxn>
                <a:cxn ang="0">
                  <a:pos x="97" y="23"/>
                </a:cxn>
                <a:cxn ang="0">
                  <a:pos x="102" y="25"/>
                </a:cxn>
                <a:cxn ang="0">
                  <a:pos x="111" y="22"/>
                </a:cxn>
                <a:cxn ang="0">
                  <a:pos x="117" y="23"/>
                </a:cxn>
                <a:cxn ang="0">
                  <a:pos x="122" y="27"/>
                </a:cxn>
                <a:cxn ang="0">
                  <a:pos x="127" y="24"/>
                </a:cxn>
                <a:cxn ang="0">
                  <a:pos x="132" y="24"/>
                </a:cxn>
                <a:cxn ang="0">
                  <a:pos x="135" y="31"/>
                </a:cxn>
                <a:cxn ang="0">
                  <a:pos x="139" y="37"/>
                </a:cxn>
                <a:cxn ang="0">
                  <a:pos x="144" y="36"/>
                </a:cxn>
                <a:cxn ang="0">
                  <a:pos x="144" y="41"/>
                </a:cxn>
                <a:cxn ang="0">
                  <a:pos x="138" y="41"/>
                </a:cxn>
                <a:cxn ang="0">
                  <a:pos x="135" y="41"/>
                </a:cxn>
                <a:cxn ang="0">
                  <a:pos x="132" y="45"/>
                </a:cxn>
                <a:cxn ang="0">
                  <a:pos x="121" y="56"/>
                </a:cxn>
                <a:cxn ang="0">
                  <a:pos x="104" y="64"/>
                </a:cxn>
                <a:cxn ang="0">
                  <a:pos x="85" y="70"/>
                </a:cxn>
                <a:cxn ang="0">
                  <a:pos x="74" y="75"/>
                </a:cxn>
                <a:cxn ang="0">
                  <a:pos x="67" y="85"/>
                </a:cxn>
                <a:cxn ang="0">
                  <a:pos x="62" y="93"/>
                </a:cxn>
                <a:cxn ang="0">
                  <a:pos x="56" y="95"/>
                </a:cxn>
                <a:cxn ang="0">
                  <a:pos x="50" y="92"/>
                </a:cxn>
                <a:cxn ang="0">
                  <a:pos x="44" y="89"/>
                </a:cxn>
                <a:cxn ang="0">
                  <a:pos x="36" y="89"/>
                </a:cxn>
                <a:cxn ang="0">
                  <a:pos x="29" y="84"/>
                </a:cxn>
                <a:cxn ang="0">
                  <a:pos x="16" y="82"/>
                </a:cxn>
                <a:cxn ang="0">
                  <a:pos x="17" y="79"/>
                </a:cxn>
                <a:cxn ang="0">
                  <a:pos x="16" y="76"/>
                </a:cxn>
                <a:cxn ang="0">
                  <a:pos x="13" y="71"/>
                </a:cxn>
                <a:cxn ang="0">
                  <a:pos x="9" y="70"/>
                </a:cxn>
                <a:cxn ang="0">
                  <a:pos x="6" y="65"/>
                </a:cxn>
                <a:cxn ang="0">
                  <a:pos x="1" y="62"/>
                </a:cxn>
                <a:cxn ang="0">
                  <a:pos x="0" y="56"/>
                </a:cxn>
                <a:cxn ang="0">
                  <a:pos x="1" y="51"/>
                </a:cxn>
                <a:cxn ang="0">
                  <a:pos x="3" y="46"/>
                </a:cxn>
                <a:cxn ang="0">
                  <a:pos x="7" y="46"/>
                </a:cxn>
                <a:cxn ang="0">
                  <a:pos x="6" y="39"/>
                </a:cxn>
                <a:cxn ang="0">
                  <a:pos x="5" y="36"/>
                </a:cxn>
                <a:cxn ang="0">
                  <a:pos x="7" y="33"/>
                </a:cxn>
                <a:cxn ang="0">
                  <a:pos x="9" y="37"/>
                </a:cxn>
                <a:cxn ang="0">
                  <a:pos x="15" y="36"/>
                </a:cxn>
                <a:cxn ang="0">
                  <a:pos x="16" y="30"/>
                </a:cxn>
                <a:cxn ang="0">
                  <a:pos x="16" y="25"/>
                </a:cxn>
                <a:cxn ang="0">
                  <a:pos x="19" y="21"/>
                </a:cxn>
                <a:cxn ang="0">
                  <a:pos x="16" y="20"/>
                </a:cxn>
                <a:cxn ang="0">
                  <a:pos x="11" y="18"/>
                </a:cxn>
                <a:cxn ang="0">
                  <a:pos x="12" y="11"/>
                </a:cxn>
                <a:cxn ang="0">
                  <a:pos x="15" y="9"/>
                </a:cxn>
                <a:cxn ang="0">
                  <a:pos x="18" y="6"/>
                </a:cxn>
                <a:cxn ang="0">
                  <a:pos x="21" y="5"/>
                </a:cxn>
                <a:cxn ang="0">
                  <a:pos x="18" y="2"/>
                </a:cxn>
                <a:cxn ang="0">
                  <a:pos x="26" y="1"/>
                </a:cxn>
              </a:cxnLst>
              <a:rect l="0" t="0" r="r" b="b"/>
              <a:pathLst>
                <a:path w="145" h="95">
                  <a:moveTo>
                    <a:pt x="26" y="1"/>
                  </a:moveTo>
                  <a:cubicBezTo>
                    <a:pt x="27" y="1"/>
                    <a:pt x="30" y="0"/>
                    <a:pt x="31" y="0"/>
                  </a:cubicBezTo>
                  <a:cubicBezTo>
                    <a:pt x="32" y="0"/>
                    <a:pt x="33" y="0"/>
                    <a:pt x="34" y="0"/>
                  </a:cubicBezTo>
                  <a:cubicBezTo>
                    <a:pt x="35" y="0"/>
                    <a:pt x="36" y="1"/>
                    <a:pt x="37" y="1"/>
                  </a:cubicBezTo>
                  <a:cubicBezTo>
                    <a:pt x="37" y="1"/>
                    <a:pt x="37" y="2"/>
                    <a:pt x="37" y="3"/>
                  </a:cubicBezTo>
                  <a:cubicBezTo>
                    <a:pt x="38" y="3"/>
                    <a:pt x="39" y="5"/>
                    <a:pt x="39" y="5"/>
                  </a:cubicBezTo>
                  <a:cubicBezTo>
                    <a:pt x="40" y="5"/>
                    <a:pt x="42" y="6"/>
                    <a:pt x="42" y="6"/>
                  </a:cubicBezTo>
                  <a:cubicBezTo>
                    <a:pt x="43" y="6"/>
                    <a:pt x="45" y="5"/>
                    <a:pt x="45" y="5"/>
                  </a:cubicBezTo>
                  <a:cubicBezTo>
                    <a:pt x="46" y="5"/>
                    <a:pt x="47" y="5"/>
                    <a:pt x="48" y="5"/>
                  </a:cubicBezTo>
                  <a:cubicBezTo>
                    <a:pt x="49" y="5"/>
                    <a:pt x="50" y="5"/>
                    <a:pt x="51" y="5"/>
                  </a:cubicBezTo>
                  <a:cubicBezTo>
                    <a:pt x="52" y="6"/>
                    <a:pt x="53" y="7"/>
                    <a:pt x="54" y="7"/>
                  </a:cubicBezTo>
                  <a:cubicBezTo>
                    <a:pt x="55" y="7"/>
                    <a:pt x="56" y="7"/>
                    <a:pt x="56" y="7"/>
                  </a:cubicBezTo>
                  <a:cubicBezTo>
                    <a:pt x="57" y="7"/>
                    <a:pt x="58" y="7"/>
                    <a:pt x="59" y="7"/>
                  </a:cubicBezTo>
                  <a:cubicBezTo>
                    <a:pt x="59" y="7"/>
                    <a:pt x="61" y="7"/>
                    <a:pt x="61" y="6"/>
                  </a:cubicBezTo>
                  <a:cubicBezTo>
                    <a:pt x="62" y="6"/>
                    <a:pt x="63" y="5"/>
                    <a:pt x="63" y="5"/>
                  </a:cubicBezTo>
                  <a:cubicBezTo>
                    <a:pt x="64" y="4"/>
                    <a:pt x="65" y="4"/>
                    <a:pt x="66" y="4"/>
                  </a:cubicBezTo>
                  <a:cubicBezTo>
                    <a:pt x="67" y="4"/>
                    <a:pt x="67" y="5"/>
                    <a:pt x="68" y="5"/>
                  </a:cubicBezTo>
                  <a:cubicBezTo>
                    <a:pt x="68" y="5"/>
                    <a:pt x="70" y="5"/>
                    <a:pt x="70" y="5"/>
                  </a:cubicBezTo>
                  <a:cubicBezTo>
                    <a:pt x="71" y="6"/>
                    <a:pt x="72" y="7"/>
                    <a:pt x="73" y="8"/>
                  </a:cubicBezTo>
                  <a:cubicBezTo>
                    <a:pt x="73" y="8"/>
                    <a:pt x="75" y="8"/>
                    <a:pt x="75" y="8"/>
                  </a:cubicBezTo>
                  <a:cubicBezTo>
                    <a:pt x="76" y="9"/>
                    <a:pt x="76" y="10"/>
                    <a:pt x="76" y="10"/>
                  </a:cubicBezTo>
                  <a:cubicBezTo>
                    <a:pt x="77" y="11"/>
                    <a:pt x="79" y="13"/>
                    <a:pt x="80" y="14"/>
                  </a:cubicBezTo>
                  <a:cubicBezTo>
                    <a:pt x="81" y="14"/>
                    <a:pt x="82" y="15"/>
                    <a:pt x="82" y="15"/>
                  </a:cubicBezTo>
                  <a:cubicBezTo>
                    <a:pt x="83" y="15"/>
                    <a:pt x="85" y="15"/>
                    <a:pt x="86" y="16"/>
                  </a:cubicBezTo>
                  <a:cubicBezTo>
                    <a:pt x="87" y="16"/>
                    <a:pt x="87" y="18"/>
                    <a:pt x="87" y="18"/>
                  </a:cubicBezTo>
                  <a:cubicBezTo>
                    <a:pt x="87" y="19"/>
                    <a:pt x="87" y="20"/>
                    <a:pt x="88" y="20"/>
                  </a:cubicBezTo>
                  <a:cubicBezTo>
                    <a:pt x="88" y="21"/>
                    <a:pt x="90" y="21"/>
                    <a:pt x="91" y="21"/>
                  </a:cubicBezTo>
                  <a:cubicBezTo>
                    <a:pt x="91" y="21"/>
                    <a:pt x="93" y="21"/>
                    <a:pt x="94" y="21"/>
                  </a:cubicBezTo>
                  <a:cubicBezTo>
                    <a:pt x="94" y="21"/>
                    <a:pt x="95" y="22"/>
                    <a:pt x="96" y="22"/>
                  </a:cubicBezTo>
                  <a:cubicBezTo>
                    <a:pt x="96" y="22"/>
                    <a:pt x="97" y="23"/>
                    <a:pt x="97" y="23"/>
                  </a:cubicBezTo>
                  <a:cubicBezTo>
                    <a:pt x="98" y="24"/>
                    <a:pt x="98" y="25"/>
                    <a:pt x="98" y="25"/>
                  </a:cubicBezTo>
                  <a:cubicBezTo>
                    <a:pt x="99" y="26"/>
                    <a:pt x="99" y="26"/>
                    <a:pt x="100" y="26"/>
                  </a:cubicBezTo>
                  <a:cubicBezTo>
                    <a:pt x="100" y="26"/>
                    <a:pt x="101" y="25"/>
                    <a:pt x="102" y="25"/>
                  </a:cubicBezTo>
                  <a:cubicBezTo>
                    <a:pt x="103" y="25"/>
                    <a:pt x="105" y="24"/>
                    <a:pt x="107" y="24"/>
                  </a:cubicBezTo>
                  <a:cubicBezTo>
                    <a:pt x="107" y="24"/>
                    <a:pt x="109" y="23"/>
                    <a:pt x="109" y="23"/>
                  </a:cubicBezTo>
                  <a:cubicBezTo>
                    <a:pt x="110" y="23"/>
                    <a:pt x="111" y="22"/>
                    <a:pt x="111" y="22"/>
                  </a:cubicBezTo>
                  <a:cubicBezTo>
                    <a:pt x="112" y="22"/>
                    <a:pt x="113" y="22"/>
                    <a:pt x="113" y="22"/>
                  </a:cubicBezTo>
                  <a:cubicBezTo>
                    <a:pt x="114" y="22"/>
                    <a:pt x="115" y="24"/>
                    <a:pt x="115" y="24"/>
                  </a:cubicBezTo>
                  <a:cubicBezTo>
                    <a:pt x="116" y="24"/>
                    <a:pt x="117" y="23"/>
                    <a:pt x="117" y="23"/>
                  </a:cubicBezTo>
                  <a:cubicBezTo>
                    <a:pt x="118" y="23"/>
                    <a:pt x="118" y="24"/>
                    <a:pt x="119" y="24"/>
                  </a:cubicBezTo>
                  <a:cubicBezTo>
                    <a:pt x="119" y="24"/>
                    <a:pt x="119" y="25"/>
                    <a:pt x="120" y="26"/>
                  </a:cubicBezTo>
                  <a:cubicBezTo>
                    <a:pt x="120" y="26"/>
                    <a:pt x="121" y="27"/>
                    <a:pt x="122" y="27"/>
                  </a:cubicBezTo>
                  <a:cubicBezTo>
                    <a:pt x="123" y="27"/>
                    <a:pt x="124" y="27"/>
                    <a:pt x="125" y="27"/>
                  </a:cubicBezTo>
                  <a:cubicBezTo>
                    <a:pt x="125" y="26"/>
                    <a:pt x="126" y="26"/>
                    <a:pt x="126" y="25"/>
                  </a:cubicBezTo>
                  <a:cubicBezTo>
                    <a:pt x="126" y="25"/>
                    <a:pt x="126" y="24"/>
                    <a:pt x="127" y="24"/>
                  </a:cubicBezTo>
                  <a:cubicBezTo>
                    <a:pt x="127" y="23"/>
                    <a:pt x="128" y="23"/>
                    <a:pt x="129" y="23"/>
                  </a:cubicBezTo>
                  <a:cubicBezTo>
                    <a:pt x="129" y="23"/>
                    <a:pt x="129" y="24"/>
                    <a:pt x="130" y="24"/>
                  </a:cubicBezTo>
                  <a:cubicBezTo>
                    <a:pt x="130" y="24"/>
                    <a:pt x="132" y="24"/>
                    <a:pt x="132" y="24"/>
                  </a:cubicBezTo>
                  <a:cubicBezTo>
                    <a:pt x="133" y="24"/>
                    <a:pt x="133" y="24"/>
                    <a:pt x="134" y="25"/>
                  </a:cubicBezTo>
                  <a:cubicBezTo>
                    <a:pt x="134" y="25"/>
                    <a:pt x="134" y="27"/>
                    <a:pt x="134" y="28"/>
                  </a:cubicBezTo>
                  <a:cubicBezTo>
                    <a:pt x="134" y="29"/>
                    <a:pt x="135" y="31"/>
                    <a:pt x="135" y="31"/>
                  </a:cubicBezTo>
                  <a:cubicBezTo>
                    <a:pt x="135" y="32"/>
                    <a:pt x="136" y="33"/>
                    <a:pt x="137" y="33"/>
                  </a:cubicBezTo>
                  <a:cubicBezTo>
                    <a:pt x="137" y="34"/>
                    <a:pt x="138" y="34"/>
                    <a:pt x="139" y="35"/>
                  </a:cubicBezTo>
                  <a:cubicBezTo>
                    <a:pt x="139" y="35"/>
                    <a:pt x="138" y="36"/>
                    <a:pt x="139" y="37"/>
                  </a:cubicBezTo>
                  <a:cubicBezTo>
                    <a:pt x="139" y="37"/>
                    <a:pt x="140" y="37"/>
                    <a:pt x="140" y="37"/>
                  </a:cubicBezTo>
                  <a:cubicBezTo>
                    <a:pt x="141" y="37"/>
                    <a:pt x="141" y="36"/>
                    <a:pt x="142" y="36"/>
                  </a:cubicBezTo>
                  <a:cubicBezTo>
                    <a:pt x="142" y="36"/>
                    <a:pt x="144" y="36"/>
                    <a:pt x="144" y="36"/>
                  </a:cubicBezTo>
                  <a:cubicBezTo>
                    <a:pt x="144" y="37"/>
                    <a:pt x="144" y="38"/>
                    <a:pt x="144" y="38"/>
                  </a:cubicBezTo>
                  <a:cubicBezTo>
                    <a:pt x="144" y="38"/>
                    <a:pt x="145" y="39"/>
                    <a:pt x="145" y="39"/>
                  </a:cubicBezTo>
                  <a:cubicBezTo>
                    <a:pt x="145" y="40"/>
                    <a:pt x="145" y="41"/>
                    <a:pt x="144" y="41"/>
                  </a:cubicBezTo>
                  <a:cubicBezTo>
                    <a:pt x="144" y="41"/>
                    <a:pt x="144" y="42"/>
                    <a:pt x="143" y="43"/>
                  </a:cubicBezTo>
                  <a:cubicBezTo>
                    <a:pt x="142" y="42"/>
                    <a:pt x="141" y="42"/>
                    <a:pt x="140" y="42"/>
                  </a:cubicBezTo>
                  <a:cubicBezTo>
                    <a:pt x="140" y="42"/>
                    <a:pt x="139" y="41"/>
                    <a:pt x="138" y="41"/>
                  </a:cubicBezTo>
                  <a:cubicBezTo>
                    <a:pt x="138" y="41"/>
                    <a:pt x="137" y="40"/>
                    <a:pt x="136" y="40"/>
                  </a:cubicBezTo>
                  <a:cubicBezTo>
                    <a:pt x="136" y="40"/>
                    <a:pt x="135" y="40"/>
                    <a:pt x="135" y="40"/>
                  </a:cubicBezTo>
                  <a:cubicBezTo>
                    <a:pt x="135" y="40"/>
                    <a:pt x="135" y="40"/>
                    <a:pt x="135" y="41"/>
                  </a:cubicBezTo>
                  <a:cubicBezTo>
                    <a:pt x="135" y="41"/>
                    <a:pt x="135" y="42"/>
                    <a:pt x="135" y="42"/>
                  </a:cubicBezTo>
                  <a:cubicBezTo>
                    <a:pt x="135" y="42"/>
                    <a:pt x="134" y="43"/>
                    <a:pt x="134" y="43"/>
                  </a:cubicBezTo>
                  <a:cubicBezTo>
                    <a:pt x="134" y="44"/>
                    <a:pt x="132" y="45"/>
                    <a:pt x="132" y="45"/>
                  </a:cubicBezTo>
                  <a:cubicBezTo>
                    <a:pt x="131" y="46"/>
                    <a:pt x="129" y="48"/>
                    <a:pt x="128" y="49"/>
                  </a:cubicBezTo>
                  <a:cubicBezTo>
                    <a:pt x="127" y="49"/>
                    <a:pt x="125" y="51"/>
                    <a:pt x="124" y="52"/>
                  </a:cubicBezTo>
                  <a:cubicBezTo>
                    <a:pt x="123" y="53"/>
                    <a:pt x="121" y="55"/>
                    <a:pt x="121" y="56"/>
                  </a:cubicBezTo>
                  <a:cubicBezTo>
                    <a:pt x="120" y="57"/>
                    <a:pt x="118" y="58"/>
                    <a:pt x="117" y="59"/>
                  </a:cubicBezTo>
                  <a:cubicBezTo>
                    <a:pt x="115" y="60"/>
                    <a:pt x="112" y="61"/>
                    <a:pt x="110" y="62"/>
                  </a:cubicBezTo>
                  <a:cubicBezTo>
                    <a:pt x="109" y="62"/>
                    <a:pt x="106" y="63"/>
                    <a:pt x="104" y="64"/>
                  </a:cubicBezTo>
                  <a:cubicBezTo>
                    <a:pt x="103" y="64"/>
                    <a:pt x="99" y="66"/>
                    <a:pt x="97" y="66"/>
                  </a:cubicBezTo>
                  <a:cubicBezTo>
                    <a:pt x="95" y="67"/>
                    <a:pt x="92" y="68"/>
                    <a:pt x="90" y="69"/>
                  </a:cubicBezTo>
                  <a:cubicBezTo>
                    <a:pt x="89" y="69"/>
                    <a:pt x="86" y="70"/>
                    <a:pt x="85" y="70"/>
                  </a:cubicBezTo>
                  <a:cubicBezTo>
                    <a:pt x="84" y="71"/>
                    <a:pt x="82" y="72"/>
                    <a:pt x="81" y="72"/>
                  </a:cubicBezTo>
                  <a:cubicBezTo>
                    <a:pt x="80" y="73"/>
                    <a:pt x="78" y="74"/>
                    <a:pt x="77" y="74"/>
                  </a:cubicBezTo>
                  <a:cubicBezTo>
                    <a:pt x="76" y="75"/>
                    <a:pt x="74" y="75"/>
                    <a:pt x="74" y="75"/>
                  </a:cubicBezTo>
                  <a:cubicBezTo>
                    <a:pt x="73" y="76"/>
                    <a:pt x="72" y="77"/>
                    <a:pt x="72" y="78"/>
                  </a:cubicBezTo>
                  <a:cubicBezTo>
                    <a:pt x="71" y="79"/>
                    <a:pt x="71" y="81"/>
                    <a:pt x="70" y="82"/>
                  </a:cubicBezTo>
                  <a:cubicBezTo>
                    <a:pt x="69" y="83"/>
                    <a:pt x="68" y="85"/>
                    <a:pt x="67" y="85"/>
                  </a:cubicBezTo>
                  <a:cubicBezTo>
                    <a:pt x="66" y="86"/>
                    <a:pt x="65" y="87"/>
                    <a:pt x="64" y="88"/>
                  </a:cubicBezTo>
                  <a:cubicBezTo>
                    <a:pt x="64" y="88"/>
                    <a:pt x="63" y="90"/>
                    <a:pt x="63" y="90"/>
                  </a:cubicBezTo>
                  <a:cubicBezTo>
                    <a:pt x="63" y="91"/>
                    <a:pt x="62" y="92"/>
                    <a:pt x="62" y="93"/>
                  </a:cubicBezTo>
                  <a:cubicBezTo>
                    <a:pt x="62" y="93"/>
                    <a:pt x="62" y="94"/>
                    <a:pt x="62" y="94"/>
                  </a:cubicBezTo>
                  <a:cubicBezTo>
                    <a:pt x="62" y="95"/>
                    <a:pt x="60" y="95"/>
                    <a:pt x="59" y="95"/>
                  </a:cubicBezTo>
                  <a:cubicBezTo>
                    <a:pt x="58" y="95"/>
                    <a:pt x="57" y="95"/>
                    <a:pt x="56" y="95"/>
                  </a:cubicBezTo>
                  <a:cubicBezTo>
                    <a:pt x="55" y="95"/>
                    <a:pt x="54" y="95"/>
                    <a:pt x="53" y="94"/>
                  </a:cubicBezTo>
                  <a:cubicBezTo>
                    <a:pt x="53" y="94"/>
                    <a:pt x="52" y="94"/>
                    <a:pt x="51" y="93"/>
                  </a:cubicBezTo>
                  <a:cubicBezTo>
                    <a:pt x="51" y="93"/>
                    <a:pt x="50" y="92"/>
                    <a:pt x="50" y="92"/>
                  </a:cubicBezTo>
                  <a:cubicBezTo>
                    <a:pt x="49" y="92"/>
                    <a:pt x="48" y="92"/>
                    <a:pt x="48" y="91"/>
                  </a:cubicBezTo>
                  <a:cubicBezTo>
                    <a:pt x="47" y="91"/>
                    <a:pt x="46" y="90"/>
                    <a:pt x="46" y="90"/>
                  </a:cubicBezTo>
                  <a:cubicBezTo>
                    <a:pt x="45" y="90"/>
                    <a:pt x="44" y="89"/>
                    <a:pt x="44" y="89"/>
                  </a:cubicBezTo>
                  <a:cubicBezTo>
                    <a:pt x="44" y="89"/>
                    <a:pt x="43" y="89"/>
                    <a:pt x="43" y="89"/>
                  </a:cubicBezTo>
                  <a:cubicBezTo>
                    <a:pt x="42" y="89"/>
                    <a:pt x="40" y="89"/>
                    <a:pt x="40" y="89"/>
                  </a:cubicBezTo>
                  <a:cubicBezTo>
                    <a:pt x="39" y="89"/>
                    <a:pt x="37" y="89"/>
                    <a:pt x="36" y="89"/>
                  </a:cubicBezTo>
                  <a:cubicBezTo>
                    <a:pt x="36" y="88"/>
                    <a:pt x="34" y="87"/>
                    <a:pt x="34" y="87"/>
                  </a:cubicBezTo>
                  <a:cubicBezTo>
                    <a:pt x="33" y="86"/>
                    <a:pt x="32" y="85"/>
                    <a:pt x="32" y="84"/>
                  </a:cubicBezTo>
                  <a:cubicBezTo>
                    <a:pt x="31" y="84"/>
                    <a:pt x="30" y="84"/>
                    <a:pt x="29" y="84"/>
                  </a:cubicBezTo>
                  <a:cubicBezTo>
                    <a:pt x="28" y="84"/>
                    <a:pt x="26" y="84"/>
                    <a:pt x="25" y="84"/>
                  </a:cubicBezTo>
                  <a:cubicBezTo>
                    <a:pt x="24" y="84"/>
                    <a:pt x="22" y="84"/>
                    <a:pt x="21" y="84"/>
                  </a:cubicBezTo>
                  <a:cubicBezTo>
                    <a:pt x="20" y="83"/>
                    <a:pt x="18" y="83"/>
                    <a:pt x="16" y="82"/>
                  </a:cubicBezTo>
                  <a:cubicBezTo>
                    <a:pt x="16" y="82"/>
                    <a:pt x="17" y="82"/>
                    <a:pt x="17" y="81"/>
                  </a:cubicBezTo>
                  <a:cubicBezTo>
                    <a:pt x="17" y="81"/>
                    <a:pt x="17" y="81"/>
                    <a:pt x="17" y="80"/>
                  </a:cubicBezTo>
                  <a:cubicBezTo>
                    <a:pt x="18" y="80"/>
                    <a:pt x="17" y="79"/>
                    <a:pt x="17" y="79"/>
                  </a:cubicBezTo>
                  <a:cubicBezTo>
                    <a:pt x="17" y="79"/>
                    <a:pt x="17" y="78"/>
                    <a:pt x="17" y="77"/>
                  </a:cubicBezTo>
                  <a:cubicBezTo>
                    <a:pt x="17" y="77"/>
                    <a:pt x="18" y="76"/>
                    <a:pt x="17" y="76"/>
                  </a:cubicBezTo>
                  <a:cubicBezTo>
                    <a:pt x="17" y="76"/>
                    <a:pt x="16" y="76"/>
                    <a:pt x="16" y="76"/>
                  </a:cubicBezTo>
                  <a:cubicBezTo>
                    <a:pt x="15" y="76"/>
                    <a:pt x="14" y="75"/>
                    <a:pt x="14" y="75"/>
                  </a:cubicBezTo>
                  <a:cubicBezTo>
                    <a:pt x="14" y="74"/>
                    <a:pt x="14" y="74"/>
                    <a:pt x="13" y="73"/>
                  </a:cubicBezTo>
                  <a:cubicBezTo>
                    <a:pt x="13" y="73"/>
                    <a:pt x="14" y="72"/>
                    <a:pt x="13" y="71"/>
                  </a:cubicBezTo>
                  <a:cubicBezTo>
                    <a:pt x="13" y="71"/>
                    <a:pt x="13" y="70"/>
                    <a:pt x="13" y="69"/>
                  </a:cubicBezTo>
                  <a:cubicBezTo>
                    <a:pt x="12" y="69"/>
                    <a:pt x="11" y="69"/>
                    <a:pt x="10" y="69"/>
                  </a:cubicBezTo>
                  <a:cubicBezTo>
                    <a:pt x="10" y="69"/>
                    <a:pt x="9" y="70"/>
                    <a:pt x="9" y="70"/>
                  </a:cubicBezTo>
                  <a:cubicBezTo>
                    <a:pt x="8" y="70"/>
                    <a:pt x="7" y="69"/>
                    <a:pt x="7" y="68"/>
                  </a:cubicBezTo>
                  <a:cubicBezTo>
                    <a:pt x="7" y="68"/>
                    <a:pt x="7" y="67"/>
                    <a:pt x="7" y="66"/>
                  </a:cubicBezTo>
                  <a:cubicBezTo>
                    <a:pt x="7" y="66"/>
                    <a:pt x="6" y="65"/>
                    <a:pt x="6" y="65"/>
                  </a:cubicBezTo>
                  <a:cubicBezTo>
                    <a:pt x="6" y="64"/>
                    <a:pt x="6" y="63"/>
                    <a:pt x="6" y="62"/>
                  </a:cubicBezTo>
                  <a:cubicBezTo>
                    <a:pt x="5" y="62"/>
                    <a:pt x="4" y="62"/>
                    <a:pt x="3" y="62"/>
                  </a:cubicBezTo>
                  <a:cubicBezTo>
                    <a:pt x="3" y="62"/>
                    <a:pt x="2" y="62"/>
                    <a:pt x="1" y="62"/>
                  </a:cubicBezTo>
                  <a:cubicBezTo>
                    <a:pt x="1" y="62"/>
                    <a:pt x="0" y="62"/>
                    <a:pt x="0" y="61"/>
                  </a:cubicBezTo>
                  <a:cubicBezTo>
                    <a:pt x="0" y="61"/>
                    <a:pt x="0" y="60"/>
                    <a:pt x="0" y="59"/>
                  </a:cubicBezTo>
                  <a:cubicBezTo>
                    <a:pt x="1" y="58"/>
                    <a:pt x="0" y="57"/>
                    <a:pt x="0" y="56"/>
                  </a:cubicBezTo>
                  <a:cubicBezTo>
                    <a:pt x="0" y="55"/>
                    <a:pt x="0" y="54"/>
                    <a:pt x="0" y="54"/>
                  </a:cubicBezTo>
                  <a:cubicBezTo>
                    <a:pt x="0" y="54"/>
                    <a:pt x="0" y="53"/>
                    <a:pt x="0" y="53"/>
                  </a:cubicBezTo>
                  <a:cubicBezTo>
                    <a:pt x="0" y="52"/>
                    <a:pt x="1" y="51"/>
                    <a:pt x="1" y="51"/>
                  </a:cubicBezTo>
                  <a:cubicBezTo>
                    <a:pt x="1" y="50"/>
                    <a:pt x="0" y="49"/>
                    <a:pt x="0" y="49"/>
                  </a:cubicBezTo>
                  <a:cubicBezTo>
                    <a:pt x="0" y="48"/>
                    <a:pt x="1" y="47"/>
                    <a:pt x="1" y="47"/>
                  </a:cubicBezTo>
                  <a:cubicBezTo>
                    <a:pt x="1" y="47"/>
                    <a:pt x="2" y="46"/>
                    <a:pt x="3" y="46"/>
                  </a:cubicBezTo>
                  <a:cubicBezTo>
                    <a:pt x="3" y="47"/>
                    <a:pt x="3" y="47"/>
                    <a:pt x="3" y="47"/>
                  </a:cubicBezTo>
                  <a:cubicBezTo>
                    <a:pt x="4" y="47"/>
                    <a:pt x="5" y="47"/>
                    <a:pt x="5" y="46"/>
                  </a:cubicBezTo>
                  <a:cubicBezTo>
                    <a:pt x="6" y="46"/>
                    <a:pt x="7" y="46"/>
                    <a:pt x="7" y="46"/>
                  </a:cubicBezTo>
                  <a:cubicBezTo>
                    <a:pt x="7" y="45"/>
                    <a:pt x="7" y="44"/>
                    <a:pt x="7" y="44"/>
                  </a:cubicBezTo>
                  <a:cubicBezTo>
                    <a:pt x="7" y="43"/>
                    <a:pt x="6" y="42"/>
                    <a:pt x="6" y="42"/>
                  </a:cubicBezTo>
                  <a:cubicBezTo>
                    <a:pt x="6" y="41"/>
                    <a:pt x="6" y="40"/>
                    <a:pt x="6" y="39"/>
                  </a:cubicBezTo>
                  <a:cubicBezTo>
                    <a:pt x="6" y="39"/>
                    <a:pt x="5" y="39"/>
                    <a:pt x="4" y="39"/>
                  </a:cubicBezTo>
                  <a:cubicBezTo>
                    <a:pt x="4" y="38"/>
                    <a:pt x="4" y="37"/>
                    <a:pt x="4" y="37"/>
                  </a:cubicBezTo>
                  <a:cubicBezTo>
                    <a:pt x="4" y="37"/>
                    <a:pt x="5" y="36"/>
                    <a:pt x="5" y="36"/>
                  </a:cubicBezTo>
                  <a:cubicBezTo>
                    <a:pt x="6" y="36"/>
                    <a:pt x="6" y="35"/>
                    <a:pt x="6" y="35"/>
                  </a:cubicBezTo>
                  <a:cubicBezTo>
                    <a:pt x="6" y="34"/>
                    <a:pt x="6" y="33"/>
                    <a:pt x="7" y="33"/>
                  </a:cubicBezTo>
                  <a:cubicBezTo>
                    <a:pt x="7" y="33"/>
                    <a:pt x="7" y="33"/>
                    <a:pt x="7" y="33"/>
                  </a:cubicBezTo>
                  <a:cubicBezTo>
                    <a:pt x="8" y="33"/>
                    <a:pt x="8" y="34"/>
                    <a:pt x="8" y="34"/>
                  </a:cubicBezTo>
                  <a:cubicBezTo>
                    <a:pt x="8" y="34"/>
                    <a:pt x="8" y="35"/>
                    <a:pt x="8" y="36"/>
                  </a:cubicBezTo>
                  <a:cubicBezTo>
                    <a:pt x="8" y="36"/>
                    <a:pt x="8" y="37"/>
                    <a:pt x="9" y="37"/>
                  </a:cubicBezTo>
                  <a:cubicBezTo>
                    <a:pt x="9" y="38"/>
                    <a:pt x="10" y="38"/>
                    <a:pt x="10" y="38"/>
                  </a:cubicBezTo>
                  <a:cubicBezTo>
                    <a:pt x="11" y="38"/>
                    <a:pt x="12" y="38"/>
                    <a:pt x="13" y="38"/>
                  </a:cubicBezTo>
                  <a:cubicBezTo>
                    <a:pt x="13" y="38"/>
                    <a:pt x="15" y="37"/>
                    <a:pt x="15" y="36"/>
                  </a:cubicBezTo>
                  <a:cubicBezTo>
                    <a:pt x="15" y="36"/>
                    <a:pt x="14" y="34"/>
                    <a:pt x="14" y="34"/>
                  </a:cubicBezTo>
                  <a:cubicBezTo>
                    <a:pt x="14" y="33"/>
                    <a:pt x="15" y="33"/>
                    <a:pt x="15" y="32"/>
                  </a:cubicBezTo>
                  <a:cubicBezTo>
                    <a:pt x="15" y="32"/>
                    <a:pt x="16" y="30"/>
                    <a:pt x="16" y="30"/>
                  </a:cubicBezTo>
                  <a:cubicBezTo>
                    <a:pt x="16" y="29"/>
                    <a:pt x="15" y="29"/>
                    <a:pt x="14" y="29"/>
                  </a:cubicBezTo>
                  <a:cubicBezTo>
                    <a:pt x="14" y="28"/>
                    <a:pt x="14" y="27"/>
                    <a:pt x="14" y="27"/>
                  </a:cubicBezTo>
                  <a:cubicBezTo>
                    <a:pt x="15" y="27"/>
                    <a:pt x="15" y="26"/>
                    <a:pt x="16" y="25"/>
                  </a:cubicBezTo>
                  <a:cubicBezTo>
                    <a:pt x="16" y="25"/>
                    <a:pt x="16" y="23"/>
                    <a:pt x="16" y="23"/>
                  </a:cubicBezTo>
                  <a:cubicBezTo>
                    <a:pt x="17" y="23"/>
                    <a:pt x="17" y="22"/>
                    <a:pt x="18" y="22"/>
                  </a:cubicBezTo>
                  <a:cubicBezTo>
                    <a:pt x="18" y="22"/>
                    <a:pt x="19" y="21"/>
                    <a:pt x="19" y="21"/>
                  </a:cubicBezTo>
                  <a:cubicBezTo>
                    <a:pt x="19" y="20"/>
                    <a:pt x="19" y="20"/>
                    <a:pt x="19" y="19"/>
                  </a:cubicBezTo>
                  <a:cubicBezTo>
                    <a:pt x="19" y="19"/>
                    <a:pt x="18" y="19"/>
                    <a:pt x="17" y="19"/>
                  </a:cubicBezTo>
                  <a:cubicBezTo>
                    <a:pt x="17" y="19"/>
                    <a:pt x="16" y="20"/>
                    <a:pt x="16" y="20"/>
                  </a:cubicBezTo>
                  <a:cubicBezTo>
                    <a:pt x="16" y="20"/>
                    <a:pt x="15" y="19"/>
                    <a:pt x="15" y="19"/>
                  </a:cubicBezTo>
                  <a:cubicBezTo>
                    <a:pt x="14" y="19"/>
                    <a:pt x="14" y="18"/>
                    <a:pt x="14" y="18"/>
                  </a:cubicBezTo>
                  <a:cubicBezTo>
                    <a:pt x="13" y="18"/>
                    <a:pt x="12" y="18"/>
                    <a:pt x="11" y="18"/>
                  </a:cubicBezTo>
                  <a:cubicBezTo>
                    <a:pt x="11" y="18"/>
                    <a:pt x="11" y="17"/>
                    <a:pt x="11" y="16"/>
                  </a:cubicBezTo>
                  <a:cubicBezTo>
                    <a:pt x="11" y="15"/>
                    <a:pt x="12" y="14"/>
                    <a:pt x="12" y="13"/>
                  </a:cubicBezTo>
                  <a:cubicBezTo>
                    <a:pt x="12" y="12"/>
                    <a:pt x="11" y="11"/>
                    <a:pt x="12" y="11"/>
                  </a:cubicBezTo>
                  <a:cubicBezTo>
                    <a:pt x="12" y="11"/>
                    <a:pt x="12" y="10"/>
                    <a:pt x="13" y="10"/>
                  </a:cubicBezTo>
                  <a:cubicBezTo>
                    <a:pt x="13" y="10"/>
                    <a:pt x="14" y="10"/>
                    <a:pt x="14" y="10"/>
                  </a:cubicBezTo>
                  <a:cubicBezTo>
                    <a:pt x="15" y="10"/>
                    <a:pt x="15" y="9"/>
                    <a:pt x="15" y="9"/>
                  </a:cubicBezTo>
                  <a:cubicBezTo>
                    <a:pt x="15" y="9"/>
                    <a:pt x="15" y="8"/>
                    <a:pt x="15" y="8"/>
                  </a:cubicBezTo>
                  <a:cubicBezTo>
                    <a:pt x="15" y="7"/>
                    <a:pt x="16" y="6"/>
                    <a:pt x="17" y="6"/>
                  </a:cubicBezTo>
                  <a:cubicBezTo>
                    <a:pt x="17" y="6"/>
                    <a:pt x="17" y="6"/>
                    <a:pt x="18" y="6"/>
                  </a:cubicBezTo>
                  <a:cubicBezTo>
                    <a:pt x="18" y="6"/>
                    <a:pt x="18" y="7"/>
                    <a:pt x="19" y="7"/>
                  </a:cubicBezTo>
                  <a:cubicBezTo>
                    <a:pt x="19" y="7"/>
                    <a:pt x="20" y="7"/>
                    <a:pt x="21" y="7"/>
                  </a:cubicBezTo>
                  <a:cubicBezTo>
                    <a:pt x="21" y="7"/>
                    <a:pt x="21" y="6"/>
                    <a:pt x="21" y="5"/>
                  </a:cubicBezTo>
                  <a:cubicBezTo>
                    <a:pt x="20" y="5"/>
                    <a:pt x="19" y="5"/>
                    <a:pt x="19" y="5"/>
                  </a:cubicBezTo>
                  <a:cubicBezTo>
                    <a:pt x="19" y="4"/>
                    <a:pt x="19" y="4"/>
                    <a:pt x="19" y="3"/>
                  </a:cubicBezTo>
                  <a:cubicBezTo>
                    <a:pt x="18" y="3"/>
                    <a:pt x="18" y="2"/>
                    <a:pt x="18" y="2"/>
                  </a:cubicBezTo>
                  <a:cubicBezTo>
                    <a:pt x="18" y="2"/>
                    <a:pt x="19" y="2"/>
                    <a:pt x="19" y="2"/>
                  </a:cubicBezTo>
                  <a:cubicBezTo>
                    <a:pt x="20" y="2"/>
                    <a:pt x="21" y="2"/>
                    <a:pt x="22" y="2"/>
                  </a:cubicBezTo>
                  <a:cubicBezTo>
                    <a:pt x="23" y="2"/>
                    <a:pt x="25" y="1"/>
                    <a:pt x="26" y="1"/>
                  </a:cubicBezTo>
                  <a:cubicBezTo>
                    <a:pt x="26" y="1"/>
                    <a:pt x="26" y="1"/>
                    <a:pt x="26"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80"/>
            <p:cNvSpPr>
              <a:spLocks/>
            </p:cNvSpPr>
            <p:nvPr/>
          </p:nvSpPr>
          <p:spPr bwMode="auto">
            <a:xfrm>
              <a:off x="2166938" y="3938588"/>
              <a:ext cx="166688" cy="103188"/>
            </a:xfrm>
            <a:custGeom>
              <a:avLst/>
              <a:gdLst/>
              <a:ahLst/>
              <a:cxnLst>
                <a:cxn ang="0">
                  <a:pos x="87" y="33"/>
                </a:cxn>
                <a:cxn ang="0">
                  <a:pos x="87" y="38"/>
                </a:cxn>
                <a:cxn ang="0">
                  <a:pos x="88" y="43"/>
                </a:cxn>
                <a:cxn ang="0">
                  <a:pos x="86" y="47"/>
                </a:cxn>
                <a:cxn ang="0">
                  <a:pos x="79" y="44"/>
                </a:cxn>
                <a:cxn ang="0">
                  <a:pos x="73" y="41"/>
                </a:cxn>
                <a:cxn ang="0">
                  <a:pos x="72" y="46"/>
                </a:cxn>
                <a:cxn ang="0">
                  <a:pos x="61" y="47"/>
                </a:cxn>
                <a:cxn ang="0">
                  <a:pos x="56" y="43"/>
                </a:cxn>
                <a:cxn ang="0">
                  <a:pos x="46" y="43"/>
                </a:cxn>
                <a:cxn ang="0">
                  <a:pos x="36" y="44"/>
                </a:cxn>
                <a:cxn ang="0">
                  <a:pos x="30" y="45"/>
                </a:cxn>
                <a:cxn ang="0">
                  <a:pos x="24" y="49"/>
                </a:cxn>
                <a:cxn ang="0">
                  <a:pos x="25" y="54"/>
                </a:cxn>
                <a:cxn ang="0">
                  <a:pos x="18" y="55"/>
                </a:cxn>
                <a:cxn ang="0">
                  <a:pos x="17" y="53"/>
                </a:cxn>
                <a:cxn ang="0">
                  <a:pos x="15" y="45"/>
                </a:cxn>
                <a:cxn ang="0">
                  <a:pos x="9" y="42"/>
                </a:cxn>
                <a:cxn ang="0">
                  <a:pos x="3" y="38"/>
                </a:cxn>
                <a:cxn ang="0">
                  <a:pos x="2" y="35"/>
                </a:cxn>
                <a:cxn ang="0">
                  <a:pos x="8" y="33"/>
                </a:cxn>
                <a:cxn ang="0">
                  <a:pos x="13" y="29"/>
                </a:cxn>
                <a:cxn ang="0">
                  <a:pos x="1" y="13"/>
                </a:cxn>
                <a:cxn ang="0">
                  <a:pos x="2" y="8"/>
                </a:cxn>
                <a:cxn ang="0">
                  <a:pos x="5" y="1"/>
                </a:cxn>
                <a:cxn ang="0">
                  <a:pos x="13" y="1"/>
                </a:cxn>
                <a:cxn ang="0">
                  <a:pos x="20" y="3"/>
                </a:cxn>
                <a:cxn ang="0">
                  <a:pos x="24" y="4"/>
                </a:cxn>
                <a:cxn ang="0">
                  <a:pos x="27" y="1"/>
                </a:cxn>
                <a:cxn ang="0">
                  <a:pos x="30" y="4"/>
                </a:cxn>
                <a:cxn ang="0">
                  <a:pos x="33" y="1"/>
                </a:cxn>
                <a:cxn ang="0">
                  <a:pos x="37" y="1"/>
                </a:cxn>
                <a:cxn ang="0">
                  <a:pos x="42" y="1"/>
                </a:cxn>
                <a:cxn ang="0">
                  <a:pos x="49" y="4"/>
                </a:cxn>
                <a:cxn ang="0">
                  <a:pos x="55" y="4"/>
                </a:cxn>
                <a:cxn ang="0">
                  <a:pos x="57" y="6"/>
                </a:cxn>
                <a:cxn ang="0">
                  <a:pos x="63" y="5"/>
                </a:cxn>
                <a:cxn ang="0">
                  <a:pos x="66" y="7"/>
                </a:cxn>
                <a:cxn ang="0">
                  <a:pos x="70" y="11"/>
                </a:cxn>
                <a:cxn ang="0">
                  <a:pos x="78" y="15"/>
                </a:cxn>
                <a:cxn ang="0">
                  <a:pos x="82" y="17"/>
                </a:cxn>
                <a:cxn ang="0">
                  <a:pos x="80" y="22"/>
                </a:cxn>
                <a:cxn ang="0">
                  <a:pos x="84" y="27"/>
                </a:cxn>
                <a:cxn ang="0">
                  <a:pos x="88" y="31"/>
                </a:cxn>
              </a:cxnLst>
              <a:rect l="0" t="0" r="r" b="b"/>
              <a:pathLst>
                <a:path w="89" h="55">
                  <a:moveTo>
                    <a:pt x="89" y="32"/>
                  </a:moveTo>
                  <a:cubicBezTo>
                    <a:pt x="89" y="32"/>
                    <a:pt x="89" y="32"/>
                    <a:pt x="88" y="32"/>
                  </a:cubicBezTo>
                  <a:cubicBezTo>
                    <a:pt x="88" y="33"/>
                    <a:pt x="87" y="33"/>
                    <a:pt x="87" y="33"/>
                  </a:cubicBezTo>
                  <a:cubicBezTo>
                    <a:pt x="87" y="34"/>
                    <a:pt x="87" y="34"/>
                    <a:pt x="87" y="35"/>
                  </a:cubicBezTo>
                  <a:cubicBezTo>
                    <a:pt x="87" y="35"/>
                    <a:pt x="86" y="36"/>
                    <a:pt x="86" y="36"/>
                  </a:cubicBezTo>
                  <a:cubicBezTo>
                    <a:pt x="86" y="37"/>
                    <a:pt x="87" y="37"/>
                    <a:pt x="87" y="38"/>
                  </a:cubicBezTo>
                  <a:cubicBezTo>
                    <a:pt x="87" y="38"/>
                    <a:pt x="88" y="39"/>
                    <a:pt x="88" y="39"/>
                  </a:cubicBezTo>
                  <a:cubicBezTo>
                    <a:pt x="89" y="40"/>
                    <a:pt x="88" y="41"/>
                    <a:pt x="88" y="41"/>
                  </a:cubicBezTo>
                  <a:cubicBezTo>
                    <a:pt x="88" y="42"/>
                    <a:pt x="88" y="43"/>
                    <a:pt x="88" y="43"/>
                  </a:cubicBezTo>
                  <a:cubicBezTo>
                    <a:pt x="88" y="44"/>
                    <a:pt x="87" y="45"/>
                    <a:pt x="87" y="45"/>
                  </a:cubicBezTo>
                  <a:cubicBezTo>
                    <a:pt x="87" y="46"/>
                    <a:pt x="87" y="46"/>
                    <a:pt x="87" y="47"/>
                  </a:cubicBezTo>
                  <a:cubicBezTo>
                    <a:pt x="87" y="47"/>
                    <a:pt x="87" y="47"/>
                    <a:pt x="86" y="47"/>
                  </a:cubicBezTo>
                  <a:cubicBezTo>
                    <a:pt x="85" y="47"/>
                    <a:pt x="82" y="47"/>
                    <a:pt x="81" y="47"/>
                  </a:cubicBezTo>
                  <a:cubicBezTo>
                    <a:pt x="81" y="47"/>
                    <a:pt x="80" y="46"/>
                    <a:pt x="80" y="46"/>
                  </a:cubicBezTo>
                  <a:cubicBezTo>
                    <a:pt x="80" y="45"/>
                    <a:pt x="79" y="44"/>
                    <a:pt x="79" y="44"/>
                  </a:cubicBezTo>
                  <a:cubicBezTo>
                    <a:pt x="79" y="43"/>
                    <a:pt x="78" y="42"/>
                    <a:pt x="78" y="41"/>
                  </a:cubicBezTo>
                  <a:cubicBezTo>
                    <a:pt x="77" y="41"/>
                    <a:pt x="76" y="41"/>
                    <a:pt x="75" y="41"/>
                  </a:cubicBezTo>
                  <a:cubicBezTo>
                    <a:pt x="75" y="41"/>
                    <a:pt x="74" y="41"/>
                    <a:pt x="73" y="41"/>
                  </a:cubicBezTo>
                  <a:cubicBezTo>
                    <a:pt x="73" y="41"/>
                    <a:pt x="72" y="42"/>
                    <a:pt x="72" y="42"/>
                  </a:cubicBezTo>
                  <a:cubicBezTo>
                    <a:pt x="72" y="43"/>
                    <a:pt x="71" y="44"/>
                    <a:pt x="71" y="44"/>
                  </a:cubicBezTo>
                  <a:cubicBezTo>
                    <a:pt x="71" y="45"/>
                    <a:pt x="72" y="45"/>
                    <a:pt x="72" y="46"/>
                  </a:cubicBezTo>
                  <a:cubicBezTo>
                    <a:pt x="72" y="47"/>
                    <a:pt x="70" y="47"/>
                    <a:pt x="69" y="47"/>
                  </a:cubicBezTo>
                  <a:cubicBezTo>
                    <a:pt x="68" y="47"/>
                    <a:pt x="66" y="47"/>
                    <a:pt x="65" y="47"/>
                  </a:cubicBezTo>
                  <a:cubicBezTo>
                    <a:pt x="64" y="47"/>
                    <a:pt x="62" y="47"/>
                    <a:pt x="61" y="47"/>
                  </a:cubicBezTo>
                  <a:cubicBezTo>
                    <a:pt x="61" y="46"/>
                    <a:pt x="61" y="46"/>
                    <a:pt x="60" y="46"/>
                  </a:cubicBezTo>
                  <a:cubicBezTo>
                    <a:pt x="60" y="46"/>
                    <a:pt x="58" y="45"/>
                    <a:pt x="58" y="45"/>
                  </a:cubicBezTo>
                  <a:cubicBezTo>
                    <a:pt x="57" y="45"/>
                    <a:pt x="57" y="43"/>
                    <a:pt x="56" y="43"/>
                  </a:cubicBezTo>
                  <a:cubicBezTo>
                    <a:pt x="55" y="42"/>
                    <a:pt x="54" y="43"/>
                    <a:pt x="53" y="43"/>
                  </a:cubicBezTo>
                  <a:cubicBezTo>
                    <a:pt x="52" y="43"/>
                    <a:pt x="51" y="43"/>
                    <a:pt x="51" y="43"/>
                  </a:cubicBezTo>
                  <a:cubicBezTo>
                    <a:pt x="49" y="43"/>
                    <a:pt x="47" y="43"/>
                    <a:pt x="46" y="43"/>
                  </a:cubicBezTo>
                  <a:cubicBezTo>
                    <a:pt x="45" y="43"/>
                    <a:pt x="43" y="44"/>
                    <a:pt x="42" y="44"/>
                  </a:cubicBezTo>
                  <a:cubicBezTo>
                    <a:pt x="41" y="44"/>
                    <a:pt x="39" y="44"/>
                    <a:pt x="39" y="44"/>
                  </a:cubicBezTo>
                  <a:cubicBezTo>
                    <a:pt x="38" y="44"/>
                    <a:pt x="37" y="44"/>
                    <a:pt x="36" y="44"/>
                  </a:cubicBezTo>
                  <a:cubicBezTo>
                    <a:pt x="36" y="44"/>
                    <a:pt x="35" y="43"/>
                    <a:pt x="34" y="43"/>
                  </a:cubicBezTo>
                  <a:cubicBezTo>
                    <a:pt x="34" y="43"/>
                    <a:pt x="33" y="43"/>
                    <a:pt x="32" y="43"/>
                  </a:cubicBezTo>
                  <a:cubicBezTo>
                    <a:pt x="31" y="43"/>
                    <a:pt x="31" y="44"/>
                    <a:pt x="30" y="45"/>
                  </a:cubicBezTo>
                  <a:cubicBezTo>
                    <a:pt x="30" y="45"/>
                    <a:pt x="28" y="46"/>
                    <a:pt x="28" y="46"/>
                  </a:cubicBezTo>
                  <a:cubicBezTo>
                    <a:pt x="27" y="46"/>
                    <a:pt x="26" y="47"/>
                    <a:pt x="25" y="47"/>
                  </a:cubicBezTo>
                  <a:cubicBezTo>
                    <a:pt x="25" y="48"/>
                    <a:pt x="24" y="48"/>
                    <a:pt x="24" y="49"/>
                  </a:cubicBezTo>
                  <a:cubicBezTo>
                    <a:pt x="24" y="49"/>
                    <a:pt x="24" y="50"/>
                    <a:pt x="24" y="51"/>
                  </a:cubicBezTo>
                  <a:cubicBezTo>
                    <a:pt x="25" y="51"/>
                    <a:pt x="25" y="52"/>
                    <a:pt x="25" y="52"/>
                  </a:cubicBezTo>
                  <a:cubicBezTo>
                    <a:pt x="25" y="53"/>
                    <a:pt x="25" y="54"/>
                    <a:pt x="25" y="54"/>
                  </a:cubicBezTo>
                  <a:cubicBezTo>
                    <a:pt x="25" y="54"/>
                    <a:pt x="23" y="54"/>
                    <a:pt x="23" y="54"/>
                  </a:cubicBezTo>
                  <a:cubicBezTo>
                    <a:pt x="22" y="54"/>
                    <a:pt x="21" y="54"/>
                    <a:pt x="20" y="55"/>
                  </a:cubicBezTo>
                  <a:cubicBezTo>
                    <a:pt x="19" y="55"/>
                    <a:pt x="18" y="55"/>
                    <a:pt x="18" y="55"/>
                  </a:cubicBezTo>
                  <a:cubicBezTo>
                    <a:pt x="18" y="55"/>
                    <a:pt x="17" y="55"/>
                    <a:pt x="16" y="55"/>
                  </a:cubicBezTo>
                  <a:cubicBezTo>
                    <a:pt x="16" y="55"/>
                    <a:pt x="16" y="55"/>
                    <a:pt x="15" y="54"/>
                  </a:cubicBezTo>
                  <a:cubicBezTo>
                    <a:pt x="16" y="54"/>
                    <a:pt x="17" y="53"/>
                    <a:pt x="17" y="53"/>
                  </a:cubicBezTo>
                  <a:cubicBezTo>
                    <a:pt x="17" y="52"/>
                    <a:pt x="17" y="50"/>
                    <a:pt x="17" y="49"/>
                  </a:cubicBezTo>
                  <a:cubicBezTo>
                    <a:pt x="17" y="49"/>
                    <a:pt x="16" y="48"/>
                    <a:pt x="16" y="47"/>
                  </a:cubicBezTo>
                  <a:cubicBezTo>
                    <a:pt x="16" y="46"/>
                    <a:pt x="16" y="45"/>
                    <a:pt x="15" y="45"/>
                  </a:cubicBezTo>
                  <a:cubicBezTo>
                    <a:pt x="15" y="44"/>
                    <a:pt x="13" y="44"/>
                    <a:pt x="13" y="43"/>
                  </a:cubicBezTo>
                  <a:cubicBezTo>
                    <a:pt x="12" y="43"/>
                    <a:pt x="11" y="43"/>
                    <a:pt x="10" y="43"/>
                  </a:cubicBezTo>
                  <a:cubicBezTo>
                    <a:pt x="10" y="43"/>
                    <a:pt x="10" y="42"/>
                    <a:pt x="9" y="42"/>
                  </a:cubicBezTo>
                  <a:cubicBezTo>
                    <a:pt x="9" y="41"/>
                    <a:pt x="8" y="39"/>
                    <a:pt x="8" y="39"/>
                  </a:cubicBezTo>
                  <a:cubicBezTo>
                    <a:pt x="7" y="38"/>
                    <a:pt x="6" y="38"/>
                    <a:pt x="5" y="38"/>
                  </a:cubicBezTo>
                  <a:cubicBezTo>
                    <a:pt x="5" y="38"/>
                    <a:pt x="4" y="38"/>
                    <a:pt x="3" y="38"/>
                  </a:cubicBezTo>
                  <a:cubicBezTo>
                    <a:pt x="3" y="38"/>
                    <a:pt x="2" y="38"/>
                    <a:pt x="2" y="37"/>
                  </a:cubicBezTo>
                  <a:cubicBezTo>
                    <a:pt x="1" y="37"/>
                    <a:pt x="1" y="37"/>
                    <a:pt x="1" y="37"/>
                  </a:cubicBezTo>
                  <a:cubicBezTo>
                    <a:pt x="1" y="36"/>
                    <a:pt x="1" y="35"/>
                    <a:pt x="2" y="35"/>
                  </a:cubicBezTo>
                  <a:cubicBezTo>
                    <a:pt x="2" y="35"/>
                    <a:pt x="3" y="34"/>
                    <a:pt x="3" y="34"/>
                  </a:cubicBezTo>
                  <a:cubicBezTo>
                    <a:pt x="4" y="34"/>
                    <a:pt x="4" y="33"/>
                    <a:pt x="5" y="33"/>
                  </a:cubicBezTo>
                  <a:cubicBezTo>
                    <a:pt x="6" y="33"/>
                    <a:pt x="7" y="34"/>
                    <a:pt x="8" y="33"/>
                  </a:cubicBezTo>
                  <a:cubicBezTo>
                    <a:pt x="8" y="33"/>
                    <a:pt x="9" y="33"/>
                    <a:pt x="10" y="33"/>
                  </a:cubicBezTo>
                  <a:cubicBezTo>
                    <a:pt x="10" y="32"/>
                    <a:pt x="11" y="31"/>
                    <a:pt x="11" y="30"/>
                  </a:cubicBezTo>
                  <a:cubicBezTo>
                    <a:pt x="12" y="30"/>
                    <a:pt x="13" y="29"/>
                    <a:pt x="13" y="29"/>
                  </a:cubicBezTo>
                  <a:cubicBezTo>
                    <a:pt x="13" y="28"/>
                    <a:pt x="13" y="26"/>
                    <a:pt x="13" y="25"/>
                  </a:cubicBezTo>
                  <a:cubicBezTo>
                    <a:pt x="12" y="23"/>
                    <a:pt x="9" y="21"/>
                    <a:pt x="7" y="19"/>
                  </a:cubicBezTo>
                  <a:cubicBezTo>
                    <a:pt x="6" y="18"/>
                    <a:pt x="2" y="14"/>
                    <a:pt x="1" y="13"/>
                  </a:cubicBezTo>
                  <a:cubicBezTo>
                    <a:pt x="1" y="12"/>
                    <a:pt x="0" y="12"/>
                    <a:pt x="0" y="11"/>
                  </a:cubicBezTo>
                  <a:cubicBezTo>
                    <a:pt x="0" y="11"/>
                    <a:pt x="1" y="10"/>
                    <a:pt x="1" y="9"/>
                  </a:cubicBezTo>
                  <a:cubicBezTo>
                    <a:pt x="1" y="9"/>
                    <a:pt x="2" y="8"/>
                    <a:pt x="2" y="8"/>
                  </a:cubicBezTo>
                  <a:cubicBezTo>
                    <a:pt x="2" y="7"/>
                    <a:pt x="3" y="6"/>
                    <a:pt x="3" y="6"/>
                  </a:cubicBezTo>
                  <a:cubicBezTo>
                    <a:pt x="3" y="5"/>
                    <a:pt x="3" y="4"/>
                    <a:pt x="4" y="3"/>
                  </a:cubicBezTo>
                  <a:cubicBezTo>
                    <a:pt x="4" y="3"/>
                    <a:pt x="5" y="2"/>
                    <a:pt x="5" y="1"/>
                  </a:cubicBezTo>
                  <a:cubicBezTo>
                    <a:pt x="6" y="1"/>
                    <a:pt x="7" y="1"/>
                    <a:pt x="7" y="1"/>
                  </a:cubicBezTo>
                  <a:cubicBezTo>
                    <a:pt x="8" y="1"/>
                    <a:pt x="9" y="1"/>
                    <a:pt x="9" y="1"/>
                  </a:cubicBezTo>
                  <a:cubicBezTo>
                    <a:pt x="10" y="1"/>
                    <a:pt x="12" y="1"/>
                    <a:pt x="13" y="1"/>
                  </a:cubicBezTo>
                  <a:cubicBezTo>
                    <a:pt x="14" y="1"/>
                    <a:pt x="16" y="2"/>
                    <a:pt x="16" y="2"/>
                  </a:cubicBezTo>
                  <a:cubicBezTo>
                    <a:pt x="17" y="3"/>
                    <a:pt x="17" y="3"/>
                    <a:pt x="17" y="4"/>
                  </a:cubicBezTo>
                  <a:cubicBezTo>
                    <a:pt x="18" y="4"/>
                    <a:pt x="20" y="4"/>
                    <a:pt x="20" y="3"/>
                  </a:cubicBezTo>
                  <a:cubicBezTo>
                    <a:pt x="21" y="3"/>
                    <a:pt x="21" y="2"/>
                    <a:pt x="22" y="2"/>
                  </a:cubicBezTo>
                  <a:cubicBezTo>
                    <a:pt x="22" y="2"/>
                    <a:pt x="23" y="2"/>
                    <a:pt x="24" y="2"/>
                  </a:cubicBezTo>
                  <a:cubicBezTo>
                    <a:pt x="24" y="2"/>
                    <a:pt x="24" y="3"/>
                    <a:pt x="24" y="4"/>
                  </a:cubicBezTo>
                  <a:cubicBezTo>
                    <a:pt x="25" y="4"/>
                    <a:pt x="25" y="4"/>
                    <a:pt x="25" y="4"/>
                  </a:cubicBezTo>
                  <a:cubicBezTo>
                    <a:pt x="26" y="4"/>
                    <a:pt x="26" y="3"/>
                    <a:pt x="26" y="2"/>
                  </a:cubicBezTo>
                  <a:cubicBezTo>
                    <a:pt x="26" y="2"/>
                    <a:pt x="27" y="1"/>
                    <a:pt x="27" y="1"/>
                  </a:cubicBezTo>
                  <a:cubicBezTo>
                    <a:pt x="27" y="1"/>
                    <a:pt x="28" y="2"/>
                    <a:pt x="28" y="2"/>
                  </a:cubicBezTo>
                  <a:cubicBezTo>
                    <a:pt x="28" y="2"/>
                    <a:pt x="28" y="4"/>
                    <a:pt x="29" y="4"/>
                  </a:cubicBezTo>
                  <a:cubicBezTo>
                    <a:pt x="29" y="4"/>
                    <a:pt x="30" y="5"/>
                    <a:pt x="30" y="4"/>
                  </a:cubicBezTo>
                  <a:cubicBezTo>
                    <a:pt x="31" y="4"/>
                    <a:pt x="31" y="4"/>
                    <a:pt x="31" y="3"/>
                  </a:cubicBezTo>
                  <a:cubicBezTo>
                    <a:pt x="32" y="3"/>
                    <a:pt x="32" y="2"/>
                    <a:pt x="32" y="2"/>
                  </a:cubicBezTo>
                  <a:cubicBezTo>
                    <a:pt x="32" y="1"/>
                    <a:pt x="33" y="1"/>
                    <a:pt x="33" y="1"/>
                  </a:cubicBezTo>
                  <a:cubicBezTo>
                    <a:pt x="34" y="1"/>
                    <a:pt x="34" y="2"/>
                    <a:pt x="35" y="2"/>
                  </a:cubicBezTo>
                  <a:cubicBezTo>
                    <a:pt x="35" y="2"/>
                    <a:pt x="36" y="2"/>
                    <a:pt x="36" y="2"/>
                  </a:cubicBezTo>
                  <a:cubicBezTo>
                    <a:pt x="36" y="2"/>
                    <a:pt x="37" y="2"/>
                    <a:pt x="37" y="1"/>
                  </a:cubicBezTo>
                  <a:cubicBezTo>
                    <a:pt x="37" y="1"/>
                    <a:pt x="38" y="0"/>
                    <a:pt x="38" y="0"/>
                  </a:cubicBezTo>
                  <a:cubicBezTo>
                    <a:pt x="39" y="0"/>
                    <a:pt x="40" y="0"/>
                    <a:pt x="41" y="0"/>
                  </a:cubicBezTo>
                  <a:cubicBezTo>
                    <a:pt x="41" y="0"/>
                    <a:pt x="42" y="1"/>
                    <a:pt x="42" y="1"/>
                  </a:cubicBezTo>
                  <a:cubicBezTo>
                    <a:pt x="43" y="1"/>
                    <a:pt x="44" y="2"/>
                    <a:pt x="44" y="2"/>
                  </a:cubicBezTo>
                  <a:cubicBezTo>
                    <a:pt x="45" y="2"/>
                    <a:pt x="46" y="3"/>
                    <a:pt x="46" y="3"/>
                  </a:cubicBezTo>
                  <a:cubicBezTo>
                    <a:pt x="47" y="3"/>
                    <a:pt x="48" y="4"/>
                    <a:pt x="49" y="4"/>
                  </a:cubicBezTo>
                  <a:cubicBezTo>
                    <a:pt x="50" y="4"/>
                    <a:pt x="51" y="5"/>
                    <a:pt x="52" y="5"/>
                  </a:cubicBezTo>
                  <a:cubicBezTo>
                    <a:pt x="52" y="5"/>
                    <a:pt x="53" y="5"/>
                    <a:pt x="53" y="5"/>
                  </a:cubicBezTo>
                  <a:cubicBezTo>
                    <a:pt x="54" y="4"/>
                    <a:pt x="54" y="4"/>
                    <a:pt x="55" y="4"/>
                  </a:cubicBezTo>
                  <a:cubicBezTo>
                    <a:pt x="55" y="4"/>
                    <a:pt x="56" y="4"/>
                    <a:pt x="56" y="4"/>
                  </a:cubicBezTo>
                  <a:cubicBezTo>
                    <a:pt x="56" y="5"/>
                    <a:pt x="55" y="6"/>
                    <a:pt x="56" y="6"/>
                  </a:cubicBezTo>
                  <a:cubicBezTo>
                    <a:pt x="56" y="7"/>
                    <a:pt x="57" y="6"/>
                    <a:pt x="57" y="6"/>
                  </a:cubicBezTo>
                  <a:cubicBezTo>
                    <a:pt x="58" y="6"/>
                    <a:pt x="58" y="6"/>
                    <a:pt x="59" y="5"/>
                  </a:cubicBezTo>
                  <a:cubicBezTo>
                    <a:pt x="59" y="5"/>
                    <a:pt x="61" y="6"/>
                    <a:pt x="62" y="6"/>
                  </a:cubicBezTo>
                  <a:cubicBezTo>
                    <a:pt x="62" y="5"/>
                    <a:pt x="63" y="5"/>
                    <a:pt x="63" y="5"/>
                  </a:cubicBezTo>
                  <a:cubicBezTo>
                    <a:pt x="64" y="4"/>
                    <a:pt x="65" y="4"/>
                    <a:pt x="65" y="5"/>
                  </a:cubicBezTo>
                  <a:cubicBezTo>
                    <a:pt x="65" y="5"/>
                    <a:pt x="66" y="5"/>
                    <a:pt x="66" y="5"/>
                  </a:cubicBezTo>
                  <a:cubicBezTo>
                    <a:pt x="66" y="6"/>
                    <a:pt x="66" y="7"/>
                    <a:pt x="66" y="7"/>
                  </a:cubicBezTo>
                  <a:cubicBezTo>
                    <a:pt x="66" y="8"/>
                    <a:pt x="66" y="9"/>
                    <a:pt x="66" y="9"/>
                  </a:cubicBezTo>
                  <a:cubicBezTo>
                    <a:pt x="66" y="10"/>
                    <a:pt x="67" y="11"/>
                    <a:pt x="68" y="11"/>
                  </a:cubicBezTo>
                  <a:cubicBezTo>
                    <a:pt x="68" y="11"/>
                    <a:pt x="69" y="11"/>
                    <a:pt x="70" y="11"/>
                  </a:cubicBezTo>
                  <a:cubicBezTo>
                    <a:pt x="71" y="11"/>
                    <a:pt x="72" y="12"/>
                    <a:pt x="72" y="13"/>
                  </a:cubicBezTo>
                  <a:cubicBezTo>
                    <a:pt x="73" y="13"/>
                    <a:pt x="73" y="15"/>
                    <a:pt x="74" y="15"/>
                  </a:cubicBezTo>
                  <a:cubicBezTo>
                    <a:pt x="75" y="15"/>
                    <a:pt x="77" y="15"/>
                    <a:pt x="78" y="15"/>
                  </a:cubicBezTo>
                  <a:cubicBezTo>
                    <a:pt x="78" y="15"/>
                    <a:pt x="80" y="15"/>
                    <a:pt x="80" y="16"/>
                  </a:cubicBezTo>
                  <a:cubicBezTo>
                    <a:pt x="81" y="16"/>
                    <a:pt x="82" y="16"/>
                    <a:pt x="82" y="17"/>
                  </a:cubicBezTo>
                  <a:cubicBezTo>
                    <a:pt x="82" y="17"/>
                    <a:pt x="82" y="17"/>
                    <a:pt x="82" y="17"/>
                  </a:cubicBezTo>
                  <a:cubicBezTo>
                    <a:pt x="81" y="18"/>
                    <a:pt x="82" y="18"/>
                    <a:pt x="81" y="19"/>
                  </a:cubicBezTo>
                  <a:cubicBezTo>
                    <a:pt x="81" y="19"/>
                    <a:pt x="81" y="20"/>
                    <a:pt x="81" y="21"/>
                  </a:cubicBezTo>
                  <a:cubicBezTo>
                    <a:pt x="80" y="21"/>
                    <a:pt x="80" y="22"/>
                    <a:pt x="80" y="22"/>
                  </a:cubicBezTo>
                  <a:cubicBezTo>
                    <a:pt x="81" y="23"/>
                    <a:pt x="81" y="24"/>
                    <a:pt x="81" y="24"/>
                  </a:cubicBezTo>
                  <a:cubicBezTo>
                    <a:pt x="82" y="25"/>
                    <a:pt x="82" y="26"/>
                    <a:pt x="83" y="26"/>
                  </a:cubicBezTo>
                  <a:cubicBezTo>
                    <a:pt x="83" y="26"/>
                    <a:pt x="83" y="26"/>
                    <a:pt x="84" y="27"/>
                  </a:cubicBezTo>
                  <a:cubicBezTo>
                    <a:pt x="84" y="27"/>
                    <a:pt x="86" y="27"/>
                    <a:pt x="86" y="28"/>
                  </a:cubicBezTo>
                  <a:cubicBezTo>
                    <a:pt x="86" y="28"/>
                    <a:pt x="87" y="29"/>
                    <a:pt x="87" y="29"/>
                  </a:cubicBezTo>
                  <a:cubicBezTo>
                    <a:pt x="87" y="30"/>
                    <a:pt x="88" y="31"/>
                    <a:pt x="88" y="31"/>
                  </a:cubicBezTo>
                  <a:cubicBezTo>
                    <a:pt x="88" y="31"/>
                    <a:pt x="89" y="31"/>
                    <a:pt x="89" y="3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81"/>
            <p:cNvSpPr>
              <a:spLocks/>
            </p:cNvSpPr>
            <p:nvPr/>
          </p:nvSpPr>
          <p:spPr bwMode="auto">
            <a:xfrm>
              <a:off x="2130426" y="3673476"/>
              <a:ext cx="233363" cy="304800"/>
            </a:xfrm>
            <a:custGeom>
              <a:avLst/>
              <a:gdLst/>
              <a:ahLst/>
              <a:cxnLst>
                <a:cxn ang="0">
                  <a:pos x="7" y="107"/>
                </a:cxn>
                <a:cxn ang="0">
                  <a:pos x="2" y="95"/>
                </a:cxn>
                <a:cxn ang="0">
                  <a:pos x="3" y="86"/>
                </a:cxn>
                <a:cxn ang="0">
                  <a:pos x="5" y="75"/>
                </a:cxn>
                <a:cxn ang="0">
                  <a:pos x="5" y="66"/>
                </a:cxn>
                <a:cxn ang="0">
                  <a:pos x="8" y="59"/>
                </a:cxn>
                <a:cxn ang="0">
                  <a:pos x="11" y="54"/>
                </a:cxn>
                <a:cxn ang="0">
                  <a:pos x="7" y="44"/>
                </a:cxn>
                <a:cxn ang="0">
                  <a:pos x="11" y="45"/>
                </a:cxn>
                <a:cxn ang="0">
                  <a:pos x="19" y="43"/>
                </a:cxn>
                <a:cxn ang="0">
                  <a:pos x="26" y="40"/>
                </a:cxn>
                <a:cxn ang="0">
                  <a:pos x="28" y="25"/>
                </a:cxn>
                <a:cxn ang="0">
                  <a:pos x="32" y="14"/>
                </a:cxn>
                <a:cxn ang="0">
                  <a:pos x="39" y="11"/>
                </a:cxn>
                <a:cxn ang="0">
                  <a:pos x="44" y="8"/>
                </a:cxn>
                <a:cxn ang="0">
                  <a:pos x="52" y="12"/>
                </a:cxn>
                <a:cxn ang="0">
                  <a:pos x="49" y="4"/>
                </a:cxn>
                <a:cxn ang="0">
                  <a:pos x="60" y="6"/>
                </a:cxn>
                <a:cxn ang="0">
                  <a:pos x="58" y="15"/>
                </a:cxn>
                <a:cxn ang="0">
                  <a:pos x="58" y="28"/>
                </a:cxn>
                <a:cxn ang="0">
                  <a:pos x="64" y="42"/>
                </a:cxn>
                <a:cxn ang="0">
                  <a:pos x="84" y="33"/>
                </a:cxn>
                <a:cxn ang="0">
                  <a:pos x="93" y="37"/>
                </a:cxn>
                <a:cxn ang="0">
                  <a:pos x="91" y="45"/>
                </a:cxn>
                <a:cxn ang="0">
                  <a:pos x="91" y="51"/>
                </a:cxn>
                <a:cxn ang="0">
                  <a:pos x="92" y="60"/>
                </a:cxn>
                <a:cxn ang="0">
                  <a:pos x="93" y="73"/>
                </a:cxn>
                <a:cxn ang="0">
                  <a:pos x="91" y="76"/>
                </a:cxn>
                <a:cxn ang="0">
                  <a:pos x="84" y="77"/>
                </a:cxn>
                <a:cxn ang="0">
                  <a:pos x="86" y="85"/>
                </a:cxn>
                <a:cxn ang="0">
                  <a:pos x="92" y="91"/>
                </a:cxn>
                <a:cxn ang="0">
                  <a:pos x="98" y="97"/>
                </a:cxn>
                <a:cxn ang="0">
                  <a:pos x="106" y="94"/>
                </a:cxn>
                <a:cxn ang="0">
                  <a:pos x="117" y="101"/>
                </a:cxn>
                <a:cxn ang="0">
                  <a:pos x="122" y="112"/>
                </a:cxn>
                <a:cxn ang="0">
                  <a:pos x="114" y="114"/>
                </a:cxn>
                <a:cxn ang="0">
                  <a:pos x="111" y="120"/>
                </a:cxn>
                <a:cxn ang="0">
                  <a:pos x="115" y="129"/>
                </a:cxn>
                <a:cxn ang="0">
                  <a:pos x="115" y="135"/>
                </a:cxn>
                <a:cxn ang="0">
                  <a:pos x="121" y="143"/>
                </a:cxn>
                <a:cxn ang="0">
                  <a:pos x="123" y="154"/>
                </a:cxn>
                <a:cxn ang="0">
                  <a:pos x="114" y="162"/>
                </a:cxn>
                <a:cxn ang="0">
                  <a:pos x="110" y="157"/>
                </a:cxn>
                <a:cxn ang="0">
                  <a:pos x="102" y="158"/>
                </a:cxn>
                <a:cxn ang="0">
                  <a:pos x="91" y="154"/>
                </a:cxn>
                <a:cxn ang="0">
                  <a:pos x="85" y="146"/>
                </a:cxn>
                <a:cxn ang="0">
                  <a:pos x="76" y="147"/>
                </a:cxn>
                <a:cxn ang="0">
                  <a:pos x="71" y="146"/>
                </a:cxn>
                <a:cxn ang="0">
                  <a:pos x="60" y="141"/>
                </a:cxn>
                <a:cxn ang="0">
                  <a:pos x="52" y="142"/>
                </a:cxn>
                <a:cxn ang="0">
                  <a:pos x="47" y="143"/>
                </a:cxn>
                <a:cxn ang="0">
                  <a:pos x="43" y="143"/>
                </a:cxn>
                <a:cxn ang="0">
                  <a:pos x="32" y="142"/>
                </a:cxn>
                <a:cxn ang="0">
                  <a:pos x="22" y="147"/>
                </a:cxn>
                <a:cxn ang="0">
                  <a:pos x="16" y="148"/>
                </a:cxn>
                <a:cxn ang="0">
                  <a:pos x="6" y="136"/>
                </a:cxn>
                <a:cxn ang="0">
                  <a:pos x="10" y="125"/>
                </a:cxn>
                <a:cxn ang="0">
                  <a:pos x="6" y="116"/>
                </a:cxn>
                <a:cxn ang="0">
                  <a:pos x="7" y="110"/>
                </a:cxn>
              </a:cxnLst>
              <a:rect l="0" t="0" r="r" b="b"/>
              <a:pathLst>
                <a:path w="124" h="162">
                  <a:moveTo>
                    <a:pt x="7" y="110"/>
                  </a:moveTo>
                  <a:cubicBezTo>
                    <a:pt x="7" y="110"/>
                    <a:pt x="8" y="110"/>
                    <a:pt x="8" y="110"/>
                  </a:cubicBezTo>
                  <a:cubicBezTo>
                    <a:pt x="8" y="110"/>
                    <a:pt x="9" y="111"/>
                    <a:pt x="10" y="110"/>
                  </a:cubicBezTo>
                  <a:cubicBezTo>
                    <a:pt x="10" y="110"/>
                    <a:pt x="10" y="109"/>
                    <a:pt x="10" y="109"/>
                  </a:cubicBezTo>
                  <a:cubicBezTo>
                    <a:pt x="9" y="108"/>
                    <a:pt x="8" y="107"/>
                    <a:pt x="7" y="107"/>
                  </a:cubicBezTo>
                  <a:cubicBezTo>
                    <a:pt x="7" y="107"/>
                    <a:pt x="5" y="106"/>
                    <a:pt x="5" y="106"/>
                  </a:cubicBezTo>
                  <a:cubicBezTo>
                    <a:pt x="4" y="106"/>
                    <a:pt x="3" y="105"/>
                    <a:pt x="3" y="104"/>
                  </a:cubicBezTo>
                  <a:cubicBezTo>
                    <a:pt x="2" y="104"/>
                    <a:pt x="2" y="101"/>
                    <a:pt x="2" y="101"/>
                  </a:cubicBezTo>
                  <a:cubicBezTo>
                    <a:pt x="2" y="101"/>
                    <a:pt x="3" y="98"/>
                    <a:pt x="3" y="98"/>
                  </a:cubicBezTo>
                  <a:cubicBezTo>
                    <a:pt x="3" y="97"/>
                    <a:pt x="2" y="96"/>
                    <a:pt x="2" y="95"/>
                  </a:cubicBezTo>
                  <a:cubicBezTo>
                    <a:pt x="2" y="95"/>
                    <a:pt x="3" y="93"/>
                    <a:pt x="2" y="92"/>
                  </a:cubicBezTo>
                  <a:cubicBezTo>
                    <a:pt x="2" y="92"/>
                    <a:pt x="1" y="91"/>
                    <a:pt x="0" y="91"/>
                  </a:cubicBezTo>
                  <a:cubicBezTo>
                    <a:pt x="0" y="90"/>
                    <a:pt x="0" y="90"/>
                    <a:pt x="0" y="89"/>
                  </a:cubicBezTo>
                  <a:cubicBezTo>
                    <a:pt x="0" y="89"/>
                    <a:pt x="1" y="88"/>
                    <a:pt x="2" y="88"/>
                  </a:cubicBezTo>
                  <a:cubicBezTo>
                    <a:pt x="2" y="87"/>
                    <a:pt x="3" y="86"/>
                    <a:pt x="3" y="86"/>
                  </a:cubicBezTo>
                  <a:cubicBezTo>
                    <a:pt x="3" y="85"/>
                    <a:pt x="4" y="84"/>
                    <a:pt x="4" y="84"/>
                  </a:cubicBezTo>
                  <a:cubicBezTo>
                    <a:pt x="4" y="83"/>
                    <a:pt x="4" y="82"/>
                    <a:pt x="4" y="81"/>
                  </a:cubicBezTo>
                  <a:cubicBezTo>
                    <a:pt x="4" y="80"/>
                    <a:pt x="3" y="79"/>
                    <a:pt x="3" y="78"/>
                  </a:cubicBezTo>
                  <a:cubicBezTo>
                    <a:pt x="3" y="78"/>
                    <a:pt x="4" y="77"/>
                    <a:pt x="4" y="77"/>
                  </a:cubicBezTo>
                  <a:cubicBezTo>
                    <a:pt x="4" y="76"/>
                    <a:pt x="5" y="75"/>
                    <a:pt x="5" y="75"/>
                  </a:cubicBezTo>
                  <a:cubicBezTo>
                    <a:pt x="5" y="74"/>
                    <a:pt x="5" y="73"/>
                    <a:pt x="5" y="72"/>
                  </a:cubicBezTo>
                  <a:cubicBezTo>
                    <a:pt x="5" y="72"/>
                    <a:pt x="4" y="71"/>
                    <a:pt x="4" y="71"/>
                  </a:cubicBezTo>
                  <a:cubicBezTo>
                    <a:pt x="4" y="71"/>
                    <a:pt x="4" y="69"/>
                    <a:pt x="4" y="68"/>
                  </a:cubicBezTo>
                  <a:cubicBezTo>
                    <a:pt x="4" y="68"/>
                    <a:pt x="4" y="68"/>
                    <a:pt x="5" y="67"/>
                  </a:cubicBezTo>
                  <a:cubicBezTo>
                    <a:pt x="5" y="67"/>
                    <a:pt x="5" y="66"/>
                    <a:pt x="5" y="66"/>
                  </a:cubicBezTo>
                  <a:cubicBezTo>
                    <a:pt x="5" y="65"/>
                    <a:pt x="5" y="64"/>
                    <a:pt x="6" y="63"/>
                  </a:cubicBezTo>
                  <a:cubicBezTo>
                    <a:pt x="6" y="63"/>
                    <a:pt x="7" y="63"/>
                    <a:pt x="8" y="63"/>
                  </a:cubicBezTo>
                  <a:cubicBezTo>
                    <a:pt x="8" y="63"/>
                    <a:pt x="9" y="63"/>
                    <a:pt x="10" y="63"/>
                  </a:cubicBezTo>
                  <a:cubicBezTo>
                    <a:pt x="10" y="62"/>
                    <a:pt x="10" y="61"/>
                    <a:pt x="10" y="61"/>
                  </a:cubicBezTo>
                  <a:cubicBezTo>
                    <a:pt x="9" y="61"/>
                    <a:pt x="9" y="60"/>
                    <a:pt x="8" y="59"/>
                  </a:cubicBezTo>
                  <a:cubicBezTo>
                    <a:pt x="8" y="59"/>
                    <a:pt x="7" y="58"/>
                    <a:pt x="7" y="58"/>
                  </a:cubicBezTo>
                  <a:cubicBezTo>
                    <a:pt x="7" y="57"/>
                    <a:pt x="7" y="56"/>
                    <a:pt x="7" y="56"/>
                  </a:cubicBezTo>
                  <a:cubicBezTo>
                    <a:pt x="8" y="56"/>
                    <a:pt x="8" y="55"/>
                    <a:pt x="9" y="54"/>
                  </a:cubicBezTo>
                  <a:cubicBezTo>
                    <a:pt x="9" y="54"/>
                    <a:pt x="9" y="55"/>
                    <a:pt x="10" y="54"/>
                  </a:cubicBezTo>
                  <a:cubicBezTo>
                    <a:pt x="10" y="54"/>
                    <a:pt x="11" y="54"/>
                    <a:pt x="11" y="54"/>
                  </a:cubicBezTo>
                  <a:cubicBezTo>
                    <a:pt x="12" y="53"/>
                    <a:pt x="12" y="53"/>
                    <a:pt x="13" y="52"/>
                  </a:cubicBezTo>
                  <a:cubicBezTo>
                    <a:pt x="13" y="52"/>
                    <a:pt x="12" y="50"/>
                    <a:pt x="12" y="50"/>
                  </a:cubicBezTo>
                  <a:cubicBezTo>
                    <a:pt x="12" y="49"/>
                    <a:pt x="10" y="49"/>
                    <a:pt x="10" y="49"/>
                  </a:cubicBezTo>
                  <a:cubicBezTo>
                    <a:pt x="9" y="48"/>
                    <a:pt x="7" y="48"/>
                    <a:pt x="7" y="47"/>
                  </a:cubicBezTo>
                  <a:cubicBezTo>
                    <a:pt x="6" y="46"/>
                    <a:pt x="7" y="45"/>
                    <a:pt x="7" y="44"/>
                  </a:cubicBezTo>
                  <a:cubicBezTo>
                    <a:pt x="7" y="43"/>
                    <a:pt x="7" y="42"/>
                    <a:pt x="7" y="41"/>
                  </a:cubicBezTo>
                  <a:cubicBezTo>
                    <a:pt x="7" y="41"/>
                    <a:pt x="7" y="40"/>
                    <a:pt x="7" y="40"/>
                  </a:cubicBezTo>
                  <a:cubicBezTo>
                    <a:pt x="7" y="40"/>
                    <a:pt x="8" y="41"/>
                    <a:pt x="8" y="41"/>
                  </a:cubicBezTo>
                  <a:cubicBezTo>
                    <a:pt x="8" y="41"/>
                    <a:pt x="9" y="42"/>
                    <a:pt x="10" y="43"/>
                  </a:cubicBezTo>
                  <a:cubicBezTo>
                    <a:pt x="10" y="43"/>
                    <a:pt x="11" y="45"/>
                    <a:pt x="11" y="45"/>
                  </a:cubicBezTo>
                  <a:cubicBezTo>
                    <a:pt x="12" y="46"/>
                    <a:pt x="13" y="47"/>
                    <a:pt x="13" y="46"/>
                  </a:cubicBezTo>
                  <a:cubicBezTo>
                    <a:pt x="14" y="46"/>
                    <a:pt x="14" y="45"/>
                    <a:pt x="15" y="44"/>
                  </a:cubicBezTo>
                  <a:cubicBezTo>
                    <a:pt x="15" y="44"/>
                    <a:pt x="15" y="43"/>
                    <a:pt x="16" y="43"/>
                  </a:cubicBezTo>
                  <a:cubicBezTo>
                    <a:pt x="16" y="43"/>
                    <a:pt x="17" y="44"/>
                    <a:pt x="18" y="44"/>
                  </a:cubicBezTo>
                  <a:cubicBezTo>
                    <a:pt x="18" y="44"/>
                    <a:pt x="19" y="43"/>
                    <a:pt x="19" y="43"/>
                  </a:cubicBezTo>
                  <a:cubicBezTo>
                    <a:pt x="19" y="43"/>
                    <a:pt x="20" y="42"/>
                    <a:pt x="20" y="42"/>
                  </a:cubicBezTo>
                  <a:cubicBezTo>
                    <a:pt x="21" y="42"/>
                    <a:pt x="22" y="43"/>
                    <a:pt x="22" y="42"/>
                  </a:cubicBezTo>
                  <a:cubicBezTo>
                    <a:pt x="22" y="42"/>
                    <a:pt x="22" y="41"/>
                    <a:pt x="23" y="41"/>
                  </a:cubicBezTo>
                  <a:cubicBezTo>
                    <a:pt x="23" y="41"/>
                    <a:pt x="23" y="40"/>
                    <a:pt x="24" y="39"/>
                  </a:cubicBezTo>
                  <a:cubicBezTo>
                    <a:pt x="24" y="39"/>
                    <a:pt x="25" y="40"/>
                    <a:pt x="26" y="40"/>
                  </a:cubicBezTo>
                  <a:cubicBezTo>
                    <a:pt x="26" y="39"/>
                    <a:pt x="27" y="38"/>
                    <a:pt x="27" y="37"/>
                  </a:cubicBezTo>
                  <a:cubicBezTo>
                    <a:pt x="27" y="36"/>
                    <a:pt x="26" y="35"/>
                    <a:pt x="26" y="34"/>
                  </a:cubicBezTo>
                  <a:cubicBezTo>
                    <a:pt x="26" y="33"/>
                    <a:pt x="27" y="32"/>
                    <a:pt x="27" y="31"/>
                  </a:cubicBezTo>
                  <a:cubicBezTo>
                    <a:pt x="27" y="31"/>
                    <a:pt x="27" y="29"/>
                    <a:pt x="28" y="28"/>
                  </a:cubicBezTo>
                  <a:cubicBezTo>
                    <a:pt x="28" y="27"/>
                    <a:pt x="28" y="26"/>
                    <a:pt x="28" y="25"/>
                  </a:cubicBezTo>
                  <a:cubicBezTo>
                    <a:pt x="29" y="24"/>
                    <a:pt x="29" y="22"/>
                    <a:pt x="29" y="21"/>
                  </a:cubicBezTo>
                  <a:cubicBezTo>
                    <a:pt x="29" y="21"/>
                    <a:pt x="28" y="19"/>
                    <a:pt x="28" y="18"/>
                  </a:cubicBezTo>
                  <a:cubicBezTo>
                    <a:pt x="28" y="18"/>
                    <a:pt x="29" y="17"/>
                    <a:pt x="29" y="16"/>
                  </a:cubicBezTo>
                  <a:cubicBezTo>
                    <a:pt x="30" y="16"/>
                    <a:pt x="30" y="15"/>
                    <a:pt x="31" y="14"/>
                  </a:cubicBezTo>
                  <a:cubicBezTo>
                    <a:pt x="31" y="14"/>
                    <a:pt x="32" y="14"/>
                    <a:pt x="32" y="14"/>
                  </a:cubicBezTo>
                  <a:cubicBezTo>
                    <a:pt x="33" y="15"/>
                    <a:pt x="32" y="16"/>
                    <a:pt x="33" y="16"/>
                  </a:cubicBezTo>
                  <a:cubicBezTo>
                    <a:pt x="33" y="17"/>
                    <a:pt x="35" y="17"/>
                    <a:pt x="35" y="16"/>
                  </a:cubicBezTo>
                  <a:cubicBezTo>
                    <a:pt x="36" y="16"/>
                    <a:pt x="36" y="15"/>
                    <a:pt x="37" y="15"/>
                  </a:cubicBezTo>
                  <a:cubicBezTo>
                    <a:pt x="37" y="15"/>
                    <a:pt x="38" y="14"/>
                    <a:pt x="39" y="14"/>
                  </a:cubicBezTo>
                  <a:cubicBezTo>
                    <a:pt x="39" y="13"/>
                    <a:pt x="39" y="12"/>
                    <a:pt x="39" y="11"/>
                  </a:cubicBezTo>
                  <a:cubicBezTo>
                    <a:pt x="39" y="11"/>
                    <a:pt x="38" y="10"/>
                    <a:pt x="38" y="10"/>
                  </a:cubicBezTo>
                  <a:cubicBezTo>
                    <a:pt x="38" y="10"/>
                    <a:pt x="38" y="9"/>
                    <a:pt x="38" y="9"/>
                  </a:cubicBezTo>
                  <a:cubicBezTo>
                    <a:pt x="38" y="8"/>
                    <a:pt x="40" y="8"/>
                    <a:pt x="41" y="7"/>
                  </a:cubicBezTo>
                  <a:cubicBezTo>
                    <a:pt x="41" y="7"/>
                    <a:pt x="43" y="6"/>
                    <a:pt x="43" y="6"/>
                  </a:cubicBezTo>
                  <a:cubicBezTo>
                    <a:pt x="44" y="7"/>
                    <a:pt x="44" y="8"/>
                    <a:pt x="44" y="8"/>
                  </a:cubicBezTo>
                  <a:cubicBezTo>
                    <a:pt x="44" y="9"/>
                    <a:pt x="45" y="10"/>
                    <a:pt x="45" y="11"/>
                  </a:cubicBezTo>
                  <a:cubicBezTo>
                    <a:pt x="45" y="11"/>
                    <a:pt x="45" y="13"/>
                    <a:pt x="46" y="13"/>
                  </a:cubicBezTo>
                  <a:cubicBezTo>
                    <a:pt x="46" y="14"/>
                    <a:pt x="47" y="14"/>
                    <a:pt x="48" y="14"/>
                  </a:cubicBezTo>
                  <a:cubicBezTo>
                    <a:pt x="48" y="14"/>
                    <a:pt x="49" y="13"/>
                    <a:pt x="50" y="12"/>
                  </a:cubicBezTo>
                  <a:cubicBezTo>
                    <a:pt x="50" y="12"/>
                    <a:pt x="52" y="12"/>
                    <a:pt x="52" y="12"/>
                  </a:cubicBezTo>
                  <a:cubicBezTo>
                    <a:pt x="53" y="11"/>
                    <a:pt x="52" y="10"/>
                    <a:pt x="52" y="9"/>
                  </a:cubicBezTo>
                  <a:cubicBezTo>
                    <a:pt x="51" y="9"/>
                    <a:pt x="51" y="8"/>
                    <a:pt x="50" y="8"/>
                  </a:cubicBezTo>
                  <a:cubicBezTo>
                    <a:pt x="50" y="8"/>
                    <a:pt x="49" y="8"/>
                    <a:pt x="49" y="7"/>
                  </a:cubicBezTo>
                  <a:cubicBezTo>
                    <a:pt x="49" y="7"/>
                    <a:pt x="48" y="6"/>
                    <a:pt x="48" y="5"/>
                  </a:cubicBezTo>
                  <a:cubicBezTo>
                    <a:pt x="48" y="5"/>
                    <a:pt x="49" y="4"/>
                    <a:pt x="49" y="4"/>
                  </a:cubicBezTo>
                  <a:cubicBezTo>
                    <a:pt x="49" y="4"/>
                    <a:pt x="50" y="4"/>
                    <a:pt x="50" y="3"/>
                  </a:cubicBezTo>
                  <a:cubicBezTo>
                    <a:pt x="51" y="3"/>
                    <a:pt x="52" y="2"/>
                    <a:pt x="52" y="1"/>
                  </a:cubicBezTo>
                  <a:cubicBezTo>
                    <a:pt x="53" y="1"/>
                    <a:pt x="54" y="0"/>
                    <a:pt x="55" y="0"/>
                  </a:cubicBezTo>
                  <a:cubicBezTo>
                    <a:pt x="55" y="0"/>
                    <a:pt x="55" y="1"/>
                    <a:pt x="55" y="1"/>
                  </a:cubicBezTo>
                  <a:cubicBezTo>
                    <a:pt x="56" y="2"/>
                    <a:pt x="59" y="5"/>
                    <a:pt x="60" y="6"/>
                  </a:cubicBezTo>
                  <a:cubicBezTo>
                    <a:pt x="60" y="7"/>
                    <a:pt x="62" y="8"/>
                    <a:pt x="63" y="9"/>
                  </a:cubicBezTo>
                  <a:cubicBezTo>
                    <a:pt x="63" y="9"/>
                    <a:pt x="65" y="11"/>
                    <a:pt x="65" y="11"/>
                  </a:cubicBezTo>
                  <a:cubicBezTo>
                    <a:pt x="65" y="12"/>
                    <a:pt x="65" y="13"/>
                    <a:pt x="65" y="13"/>
                  </a:cubicBezTo>
                  <a:cubicBezTo>
                    <a:pt x="64" y="14"/>
                    <a:pt x="62" y="14"/>
                    <a:pt x="62" y="14"/>
                  </a:cubicBezTo>
                  <a:cubicBezTo>
                    <a:pt x="61" y="14"/>
                    <a:pt x="58" y="14"/>
                    <a:pt x="58" y="15"/>
                  </a:cubicBezTo>
                  <a:cubicBezTo>
                    <a:pt x="58" y="15"/>
                    <a:pt x="58" y="16"/>
                    <a:pt x="58" y="16"/>
                  </a:cubicBezTo>
                  <a:cubicBezTo>
                    <a:pt x="58" y="17"/>
                    <a:pt x="60" y="17"/>
                    <a:pt x="60" y="17"/>
                  </a:cubicBezTo>
                  <a:cubicBezTo>
                    <a:pt x="60" y="18"/>
                    <a:pt x="60" y="20"/>
                    <a:pt x="60" y="21"/>
                  </a:cubicBezTo>
                  <a:cubicBezTo>
                    <a:pt x="59" y="21"/>
                    <a:pt x="59" y="23"/>
                    <a:pt x="58" y="24"/>
                  </a:cubicBezTo>
                  <a:cubicBezTo>
                    <a:pt x="58" y="25"/>
                    <a:pt x="58" y="27"/>
                    <a:pt x="58" y="28"/>
                  </a:cubicBezTo>
                  <a:cubicBezTo>
                    <a:pt x="58" y="28"/>
                    <a:pt x="57" y="29"/>
                    <a:pt x="57" y="30"/>
                  </a:cubicBezTo>
                  <a:cubicBezTo>
                    <a:pt x="57" y="31"/>
                    <a:pt x="59" y="31"/>
                    <a:pt x="59" y="32"/>
                  </a:cubicBezTo>
                  <a:cubicBezTo>
                    <a:pt x="60" y="33"/>
                    <a:pt x="62" y="34"/>
                    <a:pt x="62" y="35"/>
                  </a:cubicBezTo>
                  <a:cubicBezTo>
                    <a:pt x="63" y="35"/>
                    <a:pt x="63" y="37"/>
                    <a:pt x="63" y="38"/>
                  </a:cubicBezTo>
                  <a:cubicBezTo>
                    <a:pt x="63" y="39"/>
                    <a:pt x="63" y="41"/>
                    <a:pt x="64" y="42"/>
                  </a:cubicBezTo>
                  <a:cubicBezTo>
                    <a:pt x="64" y="42"/>
                    <a:pt x="66" y="42"/>
                    <a:pt x="66" y="42"/>
                  </a:cubicBezTo>
                  <a:cubicBezTo>
                    <a:pt x="67" y="43"/>
                    <a:pt x="69" y="42"/>
                    <a:pt x="70" y="42"/>
                  </a:cubicBezTo>
                  <a:cubicBezTo>
                    <a:pt x="72" y="41"/>
                    <a:pt x="76" y="40"/>
                    <a:pt x="77" y="39"/>
                  </a:cubicBezTo>
                  <a:cubicBezTo>
                    <a:pt x="79" y="39"/>
                    <a:pt x="80" y="37"/>
                    <a:pt x="81" y="36"/>
                  </a:cubicBezTo>
                  <a:cubicBezTo>
                    <a:pt x="82" y="35"/>
                    <a:pt x="83" y="34"/>
                    <a:pt x="84" y="33"/>
                  </a:cubicBezTo>
                  <a:cubicBezTo>
                    <a:pt x="84" y="33"/>
                    <a:pt x="85" y="34"/>
                    <a:pt x="86" y="34"/>
                  </a:cubicBezTo>
                  <a:cubicBezTo>
                    <a:pt x="86" y="34"/>
                    <a:pt x="87" y="34"/>
                    <a:pt x="88" y="34"/>
                  </a:cubicBezTo>
                  <a:cubicBezTo>
                    <a:pt x="89" y="34"/>
                    <a:pt x="90" y="33"/>
                    <a:pt x="91" y="34"/>
                  </a:cubicBezTo>
                  <a:cubicBezTo>
                    <a:pt x="91" y="34"/>
                    <a:pt x="93" y="34"/>
                    <a:pt x="93" y="34"/>
                  </a:cubicBezTo>
                  <a:cubicBezTo>
                    <a:pt x="94" y="35"/>
                    <a:pt x="93" y="36"/>
                    <a:pt x="93" y="37"/>
                  </a:cubicBezTo>
                  <a:cubicBezTo>
                    <a:pt x="93" y="37"/>
                    <a:pt x="92" y="37"/>
                    <a:pt x="92" y="38"/>
                  </a:cubicBezTo>
                  <a:cubicBezTo>
                    <a:pt x="91" y="38"/>
                    <a:pt x="91" y="40"/>
                    <a:pt x="91" y="40"/>
                  </a:cubicBezTo>
                  <a:cubicBezTo>
                    <a:pt x="91" y="41"/>
                    <a:pt x="90" y="41"/>
                    <a:pt x="90" y="42"/>
                  </a:cubicBezTo>
                  <a:cubicBezTo>
                    <a:pt x="90" y="42"/>
                    <a:pt x="89" y="44"/>
                    <a:pt x="90" y="44"/>
                  </a:cubicBezTo>
                  <a:cubicBezTo>
                    <a:pt x="90" y="45"/>
                    <a:pt x="91" y="45"/>
                    <a:pt x="91" y="45"/>
                  </a:cubicBezTo>
                  <a:cubicBezTo>
                    <a:pt x="92" y="45"/>
                    <a:pt x="93" y="45"/>
                    <a:pt x="94" y="45"/>
                  </a:cubicBezTo>
                  <a:cubicBezTo>
                    <a:pt x="94" y="45"/>
                    <a:pt x="95" y="46"/>
                    <a:pt x="95" y="47"/>
                  </a:cubicBezTo>
                  <a:cubicBezTo>
                    <a:pt x="95" y="47"/>
                    <a:pt x="95" y="48"/>
                    <a:pt x="95" y="49"/>
                  </a:cubicBezTo>
                  <a:cubicBezTo>
                    <a:pt x="94" y="49"/>
                    <a:pt x="93" y="50"/>
                    <a:pt x="93" y="50"/>
                  </a:cubicBezTo>
                  <a:cubicBezTo>
                    <a:pt x="92" y="50"/>
                    <a:pt x="91" y="50"/>
                    <a:pt x="91" y="51"/>
                  </a:cubicBezTo>
                  <a:cubicBezTo>
                    <a:pt x="91" y="51"/>
                    <a:pt x="91" y="52"/>
                    <a:pt x="91" y="52"/>
                  </a:cubicBezTo>
                  <a:cubicBezTo>
                    <a:pt x="91" y="53"/>
                    <a:pt x="93" y="54"/>
                    <a:pt x="93" y="54"/>
                  </a:cubicBezTo>
                  <a:cubicBezTo>
                    <a:pt x="93" y="55"/>
                    <a:pt x="93" y="56"/>
                    <a:pt x="93" y="57"/>
                  </a:cubicBezTo>
                  <a:cubicBezTo>
                    <a:pt x="93" y="57"/>
                    <a:pt x="93" y="58"/>
                    <a:pt x="92" y="59"/>
                  </a:cubicBezTo>
                  <a:cubicBezTo>
                    <a:pt x="92" y="59"/>
                    <a:pt x="92" y="60"/>
                    <a:pt x="92" y="60"/>
                  </a:cubicBezTo>
                  <a:cubicBezTo>
                    <a:pt x="92" y="60"/>
                    <a:pt x="92" y="61"/>
                    <a:pt x="92" y="61"/>
                  </a:cubicBezTo>
                  <a:cubicBezTo>
                    <a:pt x="93" y="62"/>
                    <a:pt x="93" y="63"/>
                    <a:pt x="93" y="63"/>
                  </a:cubicBezTo>
                  <a:cubicBezTo>
                    <a:pt x="94" y="64"/>
                    <a:pt x="94" y="66"/>
                    <a:pt x="94" y="67"/>
                  </a:cubicBezTo>
                  <a:cubicBezTo>
                    <a:pt x="94" y="68"/>
                    <a:pt x="93" y="70"/>
                    <a:pt x="93" y="71"/>
                  </a:cubicBezTo>
                  <a:cubicBezTo>
                    <a:pt x="93" y="72"/>
                    <a:pt x="93" y="73"/>
                    <a:pt x="93" y="73"/>
                  </a:cubicBezTo>
                  <a:cubicBezTo>
                    <a:pt x="94" y="74"/>
                    <a:pt x="94" y="74"/>
                    <a:pt x="95" y="75"/>
                  </a:cubicBezTo>
                  <a:cubicBezTo>
                    <a:pt x="95" y="75"/>
                    <a:pt x="94" y="76"/>
                    <a:pt x="94" y="76"/>
                  </a:cubicBezTo>
                  <a:cubicBezTo>
                    <a:pt x="94" y="76"/>
                    <a:pt x="93" y="77"/>
                    <a:pt x="93" y="77"/>
                  </a:cubicBezTo>
                  <a:cubicBezTo>
                    <a:pt x="92" y="78"/>
                    <a:pt x="92" y="78"/>
                    <a:pt x="91" y="78"/>
                  </a:cubicBezTo>
                  <a:cubicBezTo>
                    <a:pt x="91" y="77"/>
                    <a:pt x="91" y="77"/>
                    <a:pt x="91" y="76"/>
                  </a:cubicBezTo>
                  <a:cubicBezTo>
                    <a:pt x="90" y="76"/>
                    <a:pt x="90" y="76"/>
                    <a:pt x="89" y="76"/>
                  </a:cubicBezTo>
                  <a:cubicBezTo>
                    <a:pt x="89" y="75"/>
                    <a:pt x="88" y="75"/>
                    <a:pt x="88" y="74"/>
                  </a:cubicBezTo>
                  <a:cubicBezTo>
                    <a:pt x="88" y="74"/>
                    <a:pt x="87" y="74"/>
                    <a:pt x="86" y="74"/>
                  </a:cubicBezTo>
                  <a:cubicBezTo>
                    <a:pt x="86" y="74"/>
                    <a:pt x="85" y="74"/>
                    <a:pt x="85" y="74"/>
                  </a:cubicBezTo>
                  <a:cubicBezTo>
                    <a:pt x="84" y="75"/>
                    <a:pt x="84" y="76"/>
                    <a:pt x="84" y="77"/>
                  </a:cubicBezTo>
                  <a:cubicBezTo>
                    <a:pt x="84" y="77"/>
                    <a:pt x="84" y="78"/>
                    <a:pt x="85" y="79"/>
                  </a:cubicBezTo>
                  <a:cubicBezTo>
                    <a:pt x="85" y="79"/>
                    <a:pt x="86" y="79"/>
                    <a:pt x="86" y="80"/>
                  </a:cubicBezTo>
                  <a:cubicBezTo>
                    <a:pt x="87" y="80"/>
                    <a:pt x="87" y="81"/>
                    <a:pt x="87" y="82"/>
                  </a:cubicBezTo>
                  <a:cubicBezTo>
                    <a:pt x="87" y="82"/>
                    <a:pt x="87" y="83"/>
                    <a:pt x="87" y="83"/>
                  </a:cubicBezTo>
                  <a:cubicBezTo>
                    <a:pt x="86" y="84"/>
                    <a:pt x="86" y="85"/>
                    <a:pt x="86" y="85"/>
                  </a:cubicBezTo>
                  <a:cubicBezTo>
                    <a:pt x="86" y="86"/>
                    <a:pt x="86" y="86"/>
                    <a:pt x="87" y="86"/>
                  </a:cubicBezTo>
                  <a:cubicBezTo>
                    <a:pt x="87" y="87"/>
                    <a:pt x="88" y="88"/>
                    <a:pt x="88" y="88"/>
                  </a:cubicBezTo>
                  <a:cubicBezTo>
                    <a:pt x="89" y="88"/>
                    <a:pt x="90" y="88"/>
                    <a:pt x="91" y="88"/>
                  </a:cubicBezTo>
                  <a:cubicBezTo>
                    <a:pt x="91" y="88"/>
                    <a:pt x="92" y="89"/>
                    <a:pt x="92" y="89"/>
                  </a:cubicBezTo>
                  <a:cubicBezTo>
                    <a:pt x="92" y="90"/>
                    <a:pt x="92" y="91"/>
                    <a:pt x="92" y="91"/>
                  </a:cubicBezTo>
                  <a:cubicBezTo>
                    <a:pt x="92" y="92"/>
                    <a:pt x="92" y="93"/>
                    <a:pt x="92" y="93"/>
                  </a:cubicBezTo>
                  <a:cubicBezTo>
                    <a:pt x="92" y="94"/>
                    <a:pt x="92" y="94"/>
                    <a:pt x="93" y="95"/>
                  </a:cubicBezTo>
                  <a:cubicBezTo>
                    <a:pt x="93" y="95"/>
                    <a:pt x="94" y="95"/>
                    <a:pt x="94" y="95"/>
                  </a:cubicBezTo>
                  <a:cubicBezTo>
                    <a:pt x="94" y="96"/>
                    <a:pt x="95" y="96"/>
                    <a:pt x="96" y="97"/>
                  </a:cubicBezTo>
                  <a:cubicBezTo>
                    <a:pt x="96" y="97"/>
                    <a:pt x="98" y="98"/>
                    <a:pt x="98" y="97"/>
                  </a:cubicBezTo>
                  <a:cubicBezTo>
                    <a:pt x="99" y="97"/>
                    <a:pt x="99" y="97"/>
                    <a:pt x="100" y="97"/>
                  </a:cubicBezTo>
                  <a:cubicBezTo>
                    <a:pt x="100" y="96"/>
                    <a:pt x="100" y="96"/>
                    <a:pt x="100" y="95"/>
                  </a:cubicBezTo>
                  <a:cubicBezTo>
                    <a:pt x="101" y="95"/>
                    <a:pt x="102" y="95"/>
                    <a:pt x="102" y="95"/>
                  </a:cubicBezTo>
                  <a:cubicBezTo>
                    <a:pt x="102" y="95"/>
                    <a:pt x="103" y="95"/>
                    <a:pt x="104" y="95"/>
                  </a:cubicBezTo>
                  <a:cubicBezTo>
                    <a:pt x="104" y="95"/>
                    <a:pt x="106" y="94"/>
                    <a:pt x="106" y="94"/>
                  </a:cubicBezTo>
                  <a:cubicBezTo>
                    <a:pt x="106" y="93"/>
                    <a:pt x="106" y="93"/>
                    <a:pt x="107" y="93"/>
                  </a:cubicBezTo>
                  <a:cubicBezTo>
                    <a:pt x="107" y="93"/>
                    <a:pt x="109" y="94"/>
                    <a:pt x="109" y="94"/>
                  </a:cubicBezTo>
                  <a:cubicBezTo>
                    <a:pt x="110" y="94"/>
                    <a:pt x="111" y="96"/>
                    <a:pt x="112" y="96"/>
                  </a:cubicBezTo>
                  <a:cubicBezTo>
                    <a:pt x="113" y="97"/>
                    <a:pt x="114" y="97"/>
                    <a:pt x="115" y="98"/>
                  </a:cubicBezTo>
                  <a:cubicBezTo>
                    <a:pt x="115" y="99"/>
                    <a:pt x="116" y="100"/>
                    <a:pt x="117" y="101"/>
                  </a:cubicBezTo>
                  <a:cubicBezTo>
                    <a:pt x="117" y="102"/>
                    <a:pt x="118" y="103"/>
                    <a:pt x="119" y="103"/>
                  </a:cubicBezTo>
                  <a:cubicBezTo>
                    <a:pt x="119" y="104"/>
                    <a:pt x="119" y="105"/>
                    <a:pt x="119" y="106"/>
                  </a:cubicBezTo>
                  <a:cubicBezTo>
                    <a:pt x="119" y="107"/>
                    <a:pt x="119" y="108"/>
                    <a:pt x="119" y="109"/>
                  </a:cubicBezTo>
                  <a:cubicBezTo>
                    <a:pt x="119" y="109"/>
                    <a:pt x="120" y="110"/>
                    <a:pt x="121" y="110"/>
                  </a:cubicBezTo>
                  <a:cubicBezTo>
                    <a:pt x="121" y="111"/>
                    <a:pt x="122" y="111"/>
                    <a:pt x="122" y="112"/>
                  </a:cubicBezTo>
                  <a:cubicBezTo>
                    <a:pt x="122" y="112"/>
                    <a:pt x="121" y="113"/>
                    <a:pt x="121" y="114"/>
                  </a:cubicBezTo>
                  <a:cubicBezTo>
                    <a:pt x="120" y="114"/>
                    <a:pt x="120" y="114"/>
                    <a:pt x="119" y="114"/>
                  </a:cubicBezTo>
                  <a:cubicBezTo>
                    <a:pt x="119" y="114"/>
                    <a:pt x="118" y="114"/>
                    <a:pt x="118" y="114"/>
                  </a:cubicBezTo>
                  <a:cubicBezTo>
                    <a:pt x="117" y="113"/>
                    <a:pt x="117" y="113"/>
                    <a:pt x="116" y="112"/>
                  </a:cubicBezTo>
                  <a:cubicBezTo>
                    <a:pt x="116" y="112"/>
                    <a:pt x="115" y="113"/>
                    <a:pt x="114" y="114"/>
                  </a:cubicBezTo>
                  <a:cubicBezTo>
                    <a:pt x="114" y="114"/>
                    <a:pt x="113" y="115"/>
                    <a:pt x="113" y="115"/>
                  </a:cubicBezTo>
                  <a:cubicBezTo>
                    <a:pt x="113" y="116"/>
                    <a:pt x="114" y="117"/>
                    <a:pt x="114" y="118"/>
                  </a:cubicBezTo>
                  <a:cubicBezTo>
                    <a:pt x="113" y="118"/>
                    <a:pt x="113" y="119"/>
                    <a:pt x="112" y="119"/>
                  </a:cubicBezTo>
                  <a:cubicBezTo>
                    <a:pt x="112" y="119"/>
                    <a:pt x="111" y="119"/>
                    <a:pt x="111" y="119"/>
                  </a:cubicBezTo>
                  <a:cubicBezTo>
                    <a:pt x="110" y="119"/>
                    <a:pt x="111" y="120"/>
                    <a:pt x="111" y="120"/>
                  </a:cubicBezTo>
                  <a:cubicBezTo>
                    <a:pt x="111" y="121"/>
                    <a:pt x="112" y="121"/>
                    <a:pt x="112" y="121"/>
                  </a:cubicBezTo>
                  <a:cubicBezTo>
                    <a:pt x="112" y="122"/>
                    <a:pt x="111" y="123"/>
                    <a:pt x="111" y="124"/>
                  </a:cubicBezTo>
                  <a:cubicBezTo>
                    <a:pt x="112" y="124"/>
                    <a:pt x="112" y="125"/>
                    <a:pt x="112" y="126"/>
                  </a:cubicBezTo>
                  <a:cubicBezTo>
                    <a:pt x="112" y="126"/>
                    <a:pt x="113" y="127"/>
                    <a:pt x="113" y="128"/>
                  </a:cubicBezTo>
                  <a:cubicBezTo>
                    <a:pt x="113" y="128"/>
                    <a:pt x="114" y="128"/>
                    <a:pt x="115" y="129"/>
                  </a:cubicBezTo>
                  <a:cubicBezTo>
                    <a:pt x="115" y="129"/>
                    <a:pt x="116" y="130"/>
                    <a:pt x="116" y="130"/>
                  </a:cubicBezTo>
                  <a:cubicBezTo>
                    <a:pt x="116" y="130"/>
                    <a:pt x="116" y="131"/>
                    <a:pt x="116" y="131"/>
                  </a:cubicBezTo>
                  <a:cubicBezTo>
                    <a:pt x="115" y="132"/>
                    <a:pt x="114" y="131"/>
                    <a:pt x="113" y="132"/>
                  </a:cubicBezTo>
                  <a:cubicBezTo>
                    <a:pt x="113" y="132"/>
                    <a:pt x="114" y="133"/>
                    <a:pt x="114" y="134"/>
                  </a:cubicBezTo>
                  <a:cubicBezTo>
                    <a:pt x="114" y="134"/>
                    <a:pt x="115" y="134"/>
                    <a:pt x="115" y="135"/>
                  </a:cubicBezTo>
                  <a:cubicBezTo>
                    <a:pt x="116" y="135"/>
                    <a:pt x="117" y="135"/>
                    <a:pt x="117" y="135"/>
                  </a:cubicBezTo>
                  <a:cubicBezTo>
                    <a:pt x="118" y="136"/>
                    <a:pt x="118" y="137"/>
                    <a:pt x="119" y="138"/>
                  </a:cubicBezTo>
                  <a:cubicBezTo>
                    <a:pt x="119" y="138"/>
                    <a:pt x="120" y="139"/>
                    <a:pt x="121" y="140"/>
                  </a:cubicBezTo>
                  <a:cubicBezTo>
                    <a:pt x="121" y="140"/>
                    <a:pt x="121" y="141"/>
                    <a:pt x="121" y="142"/>
                  </a:cubicBezTo>
                  <a:cubicBezTo>
                    <a:pt x="121" y="142"/>
                    <a:pt x="121" y="143"/>
                    <a:pt x="121" y="143"/>
                  </a:cubicBezTo>
                  <a:cubicBezTo>
                    <a:pt x="121" y="143"/>
                    <a:pt x="122" y="145"/>
                    <a:pt x="122" y="145"/>
                  </a:cubicBezTo>
                  <a:cubicBezTo>
                    <a:pt x="122" y="146"/>
                    <a:pt x="122" y="147"/>
                    <a:pt x="122" y="148"/>
                  </a:cubicBezTo>
                  <a:cubicBezTo>
                    <a:pt x="123" y="148"/>
                    <a:pt x="123" y="149"/>
                    <a:pt x="123" y="150"/>
                  </a:cubicBezTo>
                  <a:cubicBezTo>
                    <a:pt x="124" y="151"/>
                    <a:pt x="124" y="152"/>
                    <a:pt x="124" y="152"/>
                  </a:cubicBezTo>
                  <a:cubicBezTo>
                    <a:pt x="124" y="153"/>
                    <a:pt x="123" y="153"/>
                    <a:pt x="123" y="154"/>
                  </a:cubicBezTo>
                  <a:cubicBezTo>
                    <a:pt x="123" y="154"/>
                    <a:pt x="123" y="155"/>
                    <a:pt x="123" y="155"/>
                  </a:cubicBezTo>
                  <a:cubicBezTo>
                    <a:pt x="122" y="156"/>
                    <a:pt x="121" y="156"/>
                    <a:pt x="121" y="157"/>
                  </a:cubicBezTo>
                  <a:cubicBezTo>
                    <a:pt x="120" y="157"/>
                    <a:pt x="120" y="159"/>
                    <a:pt x="119" y="159"/>
                  </a:cubicBezTo>
                  <a:cubicBezTo>
                    <a:pt x="118" y="160"/>
                    <a:pt x="117" y="161"/>
                    <a:pt x="116" y="162"/>
                  </a:cubicBezTo>
                  <a:cubicBezTo>
                    <a:pt x="115" y="162"/>
                    <a:pt x="115" y="162"/>
                    <a:pt x="114" y="162"/>
                  </a:cubicBezTo>
                  <a:cubicBezTo>
                    <a:pt x="114" y="162"/>
                    <a:pt x="114" y="162"/>
                    <a:pt x="114" y="162"/>
                  </a:cubicBezTo>
                  <a:cubicBezTo>
                    <a:pt x="114" y="161"/>
                    <a:pt x="114" y="160"/>
                    <a:pt x="114" y="160"/>
                  </a:cubicBezTo>
                  <a:cubicBezTo>
                    <a:pt x="114" y="159"/>
                    <a:pt x="113" y="159"/>
                    <a:pt x="113" y="159"/>
                  </a:cubicBezTo>
                  <a:cubicBezTo>
                    <a:pt x="113" y="158"/>
                    <a:pt x="112" y="157"/>
                    <a:pt x="112" y="157"/>
                  </a:cubicBezTo>
                  <a:cubicBezTo>
                    <a:pt x="111" y="156"/>
                    <a:pt x="110" y="157"/>
                    <a:pt x="110" y="157"/>
                  </a:cubicBezTo>
                  <a:cubicBezTo>
                    <a:pt x="109" y="157"/>
                    <a:pt x="108" y="157"/>
                    <a:pt x="108" y="158"/>
                  </a:cubicBezTo>
                  <a:cubicBezTo>
                    <a:pt x="108" y="158"/>
                    <a:pt x="107" y="159"/>
                    <a:pt x="107" y="159"/>
                  </a:cubicBezTo>
                  <a:cubicBezTo>
                    <a:pt x="107" y="159"/>
                    <a:pt x="106" y="159"/>
                    <a:pt x="105" y="159"/>
                  </a:cubicBezTo>
                  <a:cubicBezTo>
                    <a:pt x="105" y="159"/>
                    <a:pt x="104" y="159"/>
                    <a:pt x="104" y="158"/>
                  </a:cubicBezTo>
                  <a:cubicBezTo>
                    <a:pt x="104" y="158"/>
                    <a:pt x="103" y="158"/>
                    <a:pt x="102" y="158"/>
                  </a:cubicBezTo>
                  <a:cubicBezTo>
                    <a:pt x="102" y="158"/>
                    <a:pt x="101" y="158"/>
                    <a:pt x="101" y="158"/>
                  </a:cubicBezTo>
                  <a:cubicBezTo>
                    <a:pt x="101" y="157"/>
                    <a:pt x="100" y="157"/>
                    <a:pt x="99" y="157"/>
                  </a:cubicBezTo>
                  <a:cubicBezTo>
                    <a:pt x="99" y="156"/>
                    <a:pt x="97" y="156"/>
                    <a:pt x="97" y="156"/>
                  </a:cubicBezTo>
                  <a:cubicBezTo>
                    <a:pt x="96" y="156"/>
                    <a:pt x="94" y="156"/>
                    <a:pt x="93" y="156"/>
                  </a:cubicBezTo>
                  <a:cubicBezTo>
                    <a:pt x="92" y="156"/>
                    <a:pt x="92" y="154"/>
                    <a:pt x="91" y="154"/>
                  </a:cubicBezTo>
                  <a:cubicBezTo>
                    <a:pt x="91" y="153"/>
                    <a:pt x="90" y="152"/>
                    <a:pt x="89" y="152"/>
                  </a:cubicBezTo>
                  <a:cubicBezTo>
                    <a:pt x="88" y="152"/>
                    <a:pt x="87" y="152"/>
                    <a:pt x="87" y="152"/>
                  </a:cubicBezTo>
                  <a:cubicBezTo>
                    <a:pt x="86" y="152"/>
                    <a:pt x="85" y="151"/>
                    <a:pt x="85" y="150"/>
                  </a:cubicBezTo>
                  <a:cubicBezTo>
                    <a:pt x="85" y="150"/>
                    <a:pt x="85" y="149"/>
                    <a:pt x="85" y="148"/>
                  </a:cubicBezTo>
                  <a:cubicBezTo>
                    <a:pt x="85" y="148"/>
                    <a:pt x="85" y="147"/>
                    <a:pt x="85" y="146"/>
                  </a:cubicBezTo>
                  <a:cubicBezTo>
                    <a:pt x="85" y="146"/>
                    <a:pt x="84" y="146"/>
                    <a:pt x="84" y="146"/>
                  </a:cubicBezTo>
                  <a:cubicBezTo>
                    <a:pt x="84" y="145"/>
                    <a:pt x="83" y="145"/>
                    <a:pt x="82" y="146"/>
                  </a:cubicBezTo>
                  <a:cubicBezTo>
                    <a:pt x="82" y="146"/>
                    <a:pt x="81" y="146"/>
                    <a:pt x="81" y="147"/>
                  </a:cubicBezTo>
                  <a:cubicBezTo>
                    <a:pt x="80" y="147"/>
                    <a:pt x="78" y="146"/>
                    <a:pt x="78" y="146"/>
                  </a:cubicBezTo>
                  <a:cubicBezTo>
                    <a:pt x="77" y="147"/>
                    <a:pt x="77" y="147"/>
                    <a:pt x="76" y="147"/>
                  </a:cubicBezTo>
                  <a:cubicBezTo>
                    <a:pt x="76" y="147"/>
                    <a:pt x="75" y="148"/>
                    <a:pt x="75" y="147"/>
                  </a:cubicBezTo>
                  <a:cubicBezTo>
                    <a:pt x="74" y="147"/>
                    <a:pt x="75" y="146"/>
                    <a:pt x="75" y="145"/>
                  </a:cubicBezTo>
                  <a:cubicBezTo>
                    <a:pt x="75" y="145"/>
                    <a:pt x="74" y="145"/>
                    <a:pt x="74" y="145"/>
                  </a:cubicBezTo>
                  <a:cubicBezTo>
                    <a:pt x="73" y="145"/>
                    <a:pt x="73" y="145"/>
                    <a:pt x="72" y="146"/>
                  </a:cubicBezTo>
                  <a:cubicBezTo>
                    <a:pt x="72" y="146"/>
                    <a:pt x="71" y="146"/>
                    <a:pt x="71" y="146"/>
                  </a:cubicBezTo>
                  <a:cubicBezTo>
                    <a:pt x="70" y="146"/>
                    <a:pt x="69" y="145"/>
                    <a:pt x="68" y="145"/>
                  </a:cubicBezTo>
                  <a:cubicBezTo>
                    <a:pt x="67" y="145"/>
                    <a:pt x="66" y="144"/>
                    <a:pt x="65" y="144"/>
                  </a:cubicBezTo>
                  <a:cubicBezTo>
                    <a:pt x="65" y="144"/>
                    <a:pt x="64" y="143"/>
                    <a:pt x="63" y="143"/>
                  </a:cubicBezTo>
                  <a:cubicBezTo>
                    <a:pt x="63" y="143"/>
                    <a:pt x="62" y="142"/>
                    <a:pt x="61" y="142"/>
                  </a:cubicBezTo>
                  <a:cubicBezTo>
                    <a:pt x="61" y="142"/>
                    <a:pt x="60" y="141"/>
                    <a:pt x="60" y="141"/>
                  </a:cubicBezTo>
                  <a:cubicBezTo>
                    <a:pt x="59" y="141"/>
                    <a:pt x="58" y="141"/>
                    <a:pt x="57" y="141"/>
                  </a:cubicBezTo>
                  <a:cubicBezTo>
                    <a:pt x="57" y="141"/>
                    <a:pt x="56" y="142"/>
                    <a:pt x="56" y="142"/>
                  </a:cubicBezTo>
                  <a:cubicBezTo>
                    <a:pt x="56" y="143"/>
                    <a:pt x="55" y="143"/>
                    <a:pt x="55" y="143"/>
                  </a:cubicBezTo>
                  <a:cubicBezTo>
                    <a:pt x="55" y="143"/>
                    <a:pt x="54" y="143"/>
                    <a:pt x="54" y="143"/>
                  </a:cubicBezTo>
                  <a:cubicBezTo>
                    <a:pt x="53" y="143"/>
                    <a:pt x="53" y="142"/>
                    <a:pt x="52" y="142"/>
                  </a:cubicBezTo>
                  <a:cubicBezTo>
                    <a:pt x="52" y="142"/>
                    <a:pt x="51" y="142"/>
                    <a:pt x="51" y="143"/>
                  </a:cubicBezTo>
                  <a:cubicBezTo>
                    <a:pt x="51" y="143"/>
                    <a:pt x="51" y="144"/>
                    <a:pt x="50" y="144"/>
                  </a:cubicBezTo>
                  <a:cubicBezTo>
                    <a:pt x="50" y="145"/>
                    <a:pt x="50" y="145"/>
                    <a:pt x="49" y="145"/>
                  </a:cubicBezTo>
                  <a:cubicBezTo>
                    <a:pt x="49" y="146"/>
                    <a:pt x="48" y="145"/>
                    <a:pt x="48" y="145"/>
                  </a:cubicBezTo>
                  <a:cubicBezTo>
                    <a:pt x="47" y="145"/>
                    <a:pt x="47" y="143"/>
                    <a:pt x="47" y="143"/>
                  </a:cubicBezTo>
                  <a:cubicBezTo>
                    <a:pt x="47" y="143"/>
                    <a:pt x="46" y="142"/>
                    <a:pt x="46" y="142"/>
                  </a:cubicBezTo>
                  <a:cubicBezTo>
                    <a:pt x="46" y="142"/>
                    <a:pt x="45" y="143"/>
                    <a:pt x="45" y="143"/>
                  </a:cubicBezTo>
                  <a:cubicBezTo>
                    <a:pt x="45" y="144"/>
                    <a:pt x="45" y="145"/>
                    <a:pt x="44" y="145"/>
                  </a:cubicBezTo>
                  <a:cubicBezTo>
                    <a:pt x="44" y="145"/>
                    <a:pt x="44" y="145"/>
                    <a:pt x="43" y="145"/>
                  </a:cubicBezTo>
                  <a:cubicBezTo>
                    <a:pt x="43" y="144"/>
                    <a:pt x="43" y="143"/>
                    <a:pt x="43" y="143"/>
                  </a:cubicBezTo>
                  <a:cubicBezTo>
                    <a:pt x="42" y="143"/>
                    <a:pt x="41" y="143"/>
                    <a:pt x="41" y="143"/>
                  </a:cubicBezTo>
                  <a:cubicBezTo>
                    <a:pt x="40" y="143"/>
                    <a:pt x="40" y="144"/>
                    <a:pt x="39" y="144"/>
                  </a:cubicBezTo>
                  <a:cubicBezTo>
                    <a:pt x="39" y="145"/>
                    <a:pt x="37" y="145"/>
                    <a:pt x="36" y="145"/>
                  </a:cubicBezTo>
                  <a:cubicBezTo>
                    <a:pt x="36" y="144"/>
                    <a:pt x="36" y="144"/>
                    <a:pt x="35" y="143"/>
                  </a:cubicBezTo>
                  <a:cubicBezTo>
                    <a:pt x="35" y="143"/>
                    <a:pt x="33" y="142"/>
                    <a:pt x="32" y="142"/>
                  </a:cubicBezTo>
                  <a:cubicBezTo>
                    <a:pt x="31" y="142"/>
                    <a:pt x="29" y="142"/>
                    <a:pt x="28" y="142"/>
                  </a:cubicBezTo>
                  <a:cubicBezTo>
                    <a:pt x="28" y="142"/>
                    <a:pt x="27" y="142"/>
                    <a:pt x="26" y="142"/>
                  </a:cubicBezTo>
                  <a:cubicBezTo>
                    <a:pt x="26" y="142"/>
                    <a:pt x="25" y="142"/>
                    <a:pt x="24" y="142"/>
                  </a:cubicBezTo>
                  <a:cubicBezTo>
                    <a:pt x="24" y="143"/>
                    <a:pt x="23" y="144"/>
                    <a:pt x="23" y="144"/>
                  </a:cubicBezTo>
                  <a:cubicBezTo>
                    <a:pt x="22" y="145"/>
                    <a:pt x="22" y="146"/>
                    <a:pt x="22" y="147"/>
                  </a:cubicBezTo>
                  <a:cubicBezTo>
                    <a:pt x="22" y="147"/>
                    <a:pt x="21" y="148"/>
                    <a:pt x="21" y="149"/>
                  </a:cubicBezTo>
                  <a:cubicBezTo>
                    <a:pt x="21" y="149"/>
                    <a:pt x="20" y="150"/>
                    <a:pt x="20" y="150"/>
                  </a:cubicBezTo>
                  <a:cubicBezTo>
                    <a:pt x="20" y="151"/>
                    <a:pt x="19" y="152"/>
                    <a:pt x="19" y="152"/>
                  </a:cubicBezTo>
                  <a:cubicBezTo>
                    <a:pt x="18" y="151"/>
                    <a:pt x="18" y="151"/>
                    <a:pt x="17" y="150"/>
                  </a:cubicBezTo>
                  <a:cubicBezTo>
                    <a:pt x="17" y="150"/>
                    <a:pt x="16" y="149"/>
                    <a:pt x="16" y="148"/>
                  </a:cubicBezTo>
                  <a:cubicBezTo>
                    <a:pt x="15" y="148"/>
                    <a:pt x="15" y="147"/>
                    <a:pt x="15" y="147"/>
                  </a:cubicBezTo>
                  <a:cubicBezTo>
                    <a:pt x="14" y="145"/>
                    <a:pt x="12" y="142"/>
                    <a:pt x="10" y="140"/>
                  </a:cubicBezTo>
                  <a:cubicBezTo>
                    <a:pt x="10" y="140"/>
                    <a:pt x="9" y="139"/>
                    <a:pt x="8" y="139"/>
                  </a:cubicBezTo>
                  <a:cubicBezTo>
                    <a:pt x="8" y="139"/>
                    <a:pt x="7" y="139"/>
                    <a:pt x="7" y="139"/>
                  </a:cubicBezTo>
                  <a:cubicBezTo>
                    <a:pt x="6" y="138"/>
                    <a:pt x="6" y="137"/>
                    <a:pt x="6" y="136"/>
                  </a:cubicBezTo>
                  <a:cubicBezTo>
                    <a:pt x="6" y="135"/>
                    <a:pt x="5" y="133"/>
                    <a:pt x="5" y="133"/>
                  </a:cubicBezTo>
                  <a:cubicBezTo>
                    <a:pt x="5" y="132"/>
                    <a:pt x="6" y="131"/>
                    <a:pt x="7" y="130"/>
                  </a:cubicBezTo>
                  <a:cubicBezTo>
                    <a:pt x="7" y="130"/>
                    <a:pt x="8" y="129"/>
                    <a:pt x="8" y="129"/>
                  </a:cubicBezTo>
                  <a:cubicBezTo>
                    <a:pt x="9" y="129"/>
                    <a:pt x="10" y="128"/>
                    <a:pt x="10" y="127"/>
                  </a:cubicBezTo>
                  <a:cubicBezTo>
                    <a:pt x="10" y="127"/>
                    <a:pt x="10" y="125"/>
                    <a:pt x="10" y="125"/>
                  </a:cubicBezTo>
                  <a:cubicBezTo>
                    <a:pt x="10" y="124"/>
                    <a:pt x="9" y="123"/>
                    <a:pt x="9" y="123"/>
                  </a:cubicBezTo>
                  <a:cubicBezTo>
                    <a:pt x="8" y="122"/>
                    <a:pt x="8" y="122"/>
                    <a:pt x="8" y="122"/>
                  </a:cubicBezTo>
                  <a:cubicBezTo>
                    <a:pt x="7" y="121"/>
                    <a:pt x="6" y="121"/>
                    <a:pt x="6" y="120"/>
                  </a:cubicBezTo>
                  <a:cubicBezTo>
                    <a:pt x="6" y="120"/>
                    <a:pt x="6" y="119"/>
                    <a:pt x="6" y="119"/>
                  </a:cubicBezTo>
                  <a:cubicBezTo>
                    <a:pt x="5" y="118"/>
                    <a:pt x="6" y="117"/>
                    <a:pt x="6" y="116"/>
                  </a:cubicBezTo>
                  <a:cubicBezTo>
                    <a:pt x="6" y="116"/>
                    <a:pt x="5" y="115"/>
                    <a:pt x="5" y="114"/>
                  </a:cubicBezTo>
                  <a:cubicBezTo>
                    <a:pt x="5" y="114"/>
                    <a:pt x="5" y="112"/>
                    <a:pt x="5" y="112"/>
                  </a:cubicBezTo>
                  <a:cubicBezTo>
                    <a:pt x="5" y="111"/>
                    <a:pt x="5" y="110"/>
                    <a:pt x="6" y="110"/>
                  </a:cubicBezTo>
                  <a:cubicBezTo>
                    <a:pt x="6" y="110"/>
                    <a:pt x="7" y="110"/>
                    <a:pt x="7" y="110"/>
                  </a:cubicBezTo>
                  <a:cubicBezTo>
                    <a:pt x="7" y="110"/>
                    <a:pt x="7" y="110"/>
                    <a:pt x="7" y="11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82"/>
            <p:cNvSpPr>
              <a:spLocks/>
            </p:cNvSpPr>
            <p:nvPr/>
          </p:nvSpPr>
          <p:spPr bwMode="auto">
            <a:xfrm>
              <a:off x="2062163" y="3435351"/>
              <a:ext cx="215900" cy="325438"/>
            </a:xfrm>
            <a:custGeom>
              <a:avLst/>
              <a:gdLst/>
              <a:ahLst/>
              <a:cxnLst>
                <a:cxn ang="0">
                  <a:pos x="24" y="135"/>
                </a:cxn>
                <a:cxn ang="0">
                  <a:pos x="16" y="130"/>
                </a:cxn>
                <a:cxn ang="0">
                  <a:pos x="8" y="128"/>
                </a:cxn>
                <a:cxn ang="0">
                  <a:pos x="0" y="123"/>
                </a:cxn>
                <a:cxn ang="0">
                  <a:pos x="2" y="117"/>
                </a:cxn>
                <a:cxn ang="0">
                  <a:pos x="4" y="108"/>
                </a:cxn>
                <a:cxn ang="0">
                  <a:pos x="1" y="98"/>
                </a:cxn>
                <a:cxn ang="0">
                  <a:pos x="10" y="89"/>
                </a:cxn>
                <a:cxn ang="0">
                  <a:pos x="11" y="82"/>
                </a:cxn>
                <a:cxn ang="0">
                  <a:pos x="14" y="77"/>
                </a:cxn>
                <a:cxn ang="0">
                  <a:pos x="22" y="75"/>
                </a:cxn>
                <a:cxn ang="0">
                  <a:pos x="28" y="79"/>
                </a:cxn>
                <a:cxn ang="0">
                  <a:pos x="36" y="76"/>
                </a:cxn>
                <a:cxn ang="0">
                  <a:pos x="43" y="74"/>
                </a:cxn>
                <a:cxn ang="0">
                  <a:pos x="54" y="72"/>
                </a:cxn>
                <a:cxn ang="0">
                  <a:pos x="62" y="74"/>
                </a:cxn>
                <a:cxn ang="0">
                  <a:pos x="71" y="68"/>
                </a:cxn>
                <a:cxn ang="0">
                  <a:pos x="70" y="57"/>
                </a:cxn>
                <a:cxn ang="0">
                  <a:pos x="67" y="51"/>
                </a:cxn>
                <a:cxn ang="0">
                  <a:pos x="55" y="51"/>
                </a:cxn>
                <a:cxn ang="0">
                  <a:pos x="46" y="50"/>
                </a:cxn>
                <a:cxn ang="0">
                  <a:pos x="40" y="57"/>
                </a:cxn>
                <a:cxn ang="0">
                  <a:pos x="30" y="47"/>
                </a:cxn>
                <a:cxn ang="0">
                  <a:pos x="25" y="30"/>
                </a:cxn>
                <a:cxn ang="0">
                  <a:pos x="29" y="24"/>
                </a:cxn>
                <a:cxn ang="0">
                  <a:pos x="41" y="21"/>
                </a:cxn>
                <a:cxn ang="0">
                  <a:pos x="41" y="8"/>
                </a:cxn>
                <a:cxn ang="0">
                  <a:pos x="49" y="1"/>
                </a:cxn>
                <a:cxn ang="0">
                  <a:pos x="55" y="8"/>
                </a:cxn>
                <a:cxn ang="0">
                  <a:pos x="55" y="23"/>
                </a:cxn>
                <a:cxn ang="0">
                  <a:pos x="69" y="34"/>
                </a:cxn>
                <a:cxn ang="0">
                  <a:pos x="94" y="48"/>
                </a:cxn>
                <a:cxn ang="0">
                  <a:pos x="110" y="68"/>
                </a:cxn>
                <a:cxn ang="0">
                  <a:pos x="109" y="79"/>
                </a:cxn>
                <a:cxn ang="0">
                  <a:pos x="100" y="84"/>
                </a:cxn>
                <a:cxn ang="0">
                  <a:pos x="104" y="96"/>
                </a:cxn>
                <a:cxn ang="0">
                  <a:pos x="98" y="110"/>
                </a:cxn>
                <a:cxn ang="0">
                  <a:pos x="91" y="119"/>
                </a:cxn>
                <a:cxn ang="0">
                  <a:pos x="86" y="129"/>
                </a:cxn>
                <a:cxn ang="0">
                  <a:pos x="88" y="135"/>
                </a:cxn>
                <a:cxn ang="0">
                  <a:pos x="81" y="137"/>
                </a:cxn>
                <a:cxn ang="0">
                  <a:pos x="74" y="136"/>
                </a:cxn>
                <a:cxn ang="0">
                  <a:pos x="69" y="142"/>
                </a:cxn>
                <a:cxn ang="0">
                  <a:pos x="65" y="147"/>
                </a:cxn>
                <a:cxn ang="0">
                  <a:pos x="63" y="163"/>
                </a:cxn>
                <a:cxn ang="0">
                  <a:pos x="56" y="168"/>
                </a:cxn>
                <a:cxn ang="0">
                  <a:pos x="49" y="172"/>
                </a:cxn>
                <a:cxn ang="0">
                  <a:pos x="45" y="161"/>
                </a:cxn>
                <a:cxn ang="0">
                  <a:pos x="44" y="155"/>
                </a:cxn>
                <a:cxn ang="0">
                  <a:pos x="35" y="148"/>
                </a:cxn>
                <a:cxn ang="0">
                  <a:pos x="31" y="138"/>
                </a:cxn>
              </a:cxnLst>
              <a:rect l="0" t="0" r="r" b="b"/>
              <a:pathLst>
                <a:path w="114" h="173">
                  <a:moveTo>
                    <a:pt x="28" y="137"/>
                  </a:moveTo>
                  <a:cubicBezTo>
                    <a:pt x="28" y="137"/>
                    <a:pt x="28" y="137"/>
                    <a:pt x="28" y="136"/>
                  </a:cubicBezTo>
                  <a:cubicBezTo>
                    <a:pt x="27" y="136"/>
                    <a:pt x="27" y="135"/>
                    <a:pt x="27" y="135"/>
                  </a:cubicBezTo>
                  <a:cubicBezTo>
                    <a:pt x="26" y="135"/>
                    <a:pt x="25" y="136"/>
                    <a:pt x="25" y="135"/>
                  </a:cubicBezTo>
                  <a:cubicBezTo>
                    <a:pt x="25" y="135"/>
                    <a:pt x="24" y="135"/>
                    <a:pt x="24" y="135"/>
                  </a:cubicBezTo>
                  <a:cubicBezTo>
                    <a:pt x="24" y="135"/>
                    <a:pt x="24" y="134"/>
                    <a:pt x="23" y="133"/>
                  </a:cubicBezTo>
                  <a:cubicBezTo>
                    <a:pt x="23" y="133"/>
                    <a:pt x="23" y="132"/>
                    <a:pt x="22" y="132"/>
                  </a:cubicBezTo>
                  <a:cubicBezTo>
                    <a:pt x="22" y="132"/>
                    <a:pt x="20" y="133"/>
                    <a:pt x="19" y="132"/>
                  </a:cubicBezTo>
                  <a:cubicBezTo>
                    <a:pt x="19" y="132"/>
                    <a:pt x="18" y="131"/>
                    <a:pt x="18" y="131"/>
                  </a:cubicBezTo>
                  <a:cubicBezTo>
                    <a:pt x="17" y="131"/>
                    <a:pt x="17" y="130"/>
                    <a:pt x="16" y="130"/>
                  </a:cubicBezTo>
                  <a:cubicBezTo>
                    <a:pt x="16" y="129"/>
                    <a:pt x="15" y="130"/>
                    <a:pt x="15" y="130"/>
                  </a:cubicBezTo>
                  <a:cubicBezTo>
                    <a:pt x="15" y="129"/>
                    <a:pt x="14" y="129"/>
                    <a:pt x="14" y="128"/>
                  </a:cubicBezTo>
                  <a:cubicBezTo>
                    <a:pt x="13" y="128"/>
                    <a:pt x="12" y="128"/>
                    <a:pt x="12" y="128"/>
                  </a:cubicBezTo>
                  <a:cubicBezTo>
                    <a:pt x="11" y="128"/>
                    <a:pt x="11" y="128"/>
                    <a:pt x="10" y="128"/>
                  </a:cubicBezTo>
                  <a:cubicBezTo>
                    <a:pt x="10" y="128"/>
                    <a:pt x="9" y="128"/>
                    <a:pt x="8" y="128"/>
                  </a:cubicBezTo>
                  <a:cubicBezTo>
                    <a:pt x="8" y="128"/>
                    <a:pt x="7" y="126"/>
                    <a:pt x="6" y="126"/>
                  </a:cubicBezTo>
                  <a:cubicBezTo>
                    <a:pt x="6" y="126"/>
                    <a:pt x="5" y="125"/>
                    <a:pt x="4" y="125"/>
                  </a:cubicBezTo>
                  <a:cubicBezTo>
                    <a:pt x="4" y="125"/>
                    <a:pt x="3" y="125"/>
                    <a:pt x="3" y="125"/>
                  </a:cubicBezTo>
                  <a:cubicBezTo>
                    <a:pt x="2" y="125"/>
                    <a:pt x="1" y="125"/>
                    <a:pt x="1" y="124"/>
                  </a:cubicBezTo>
                  <a:cubicBezTo>
                    <a:pt x="0" y="124"/>
                    <a:pt x="0" y="124"/>
                    <a:pt x="0" y="123"/>
                  </a:cubicBezTo>
                  <a:cubicBezTo>
                    <a:pt x="0" y="123"/>
                    <a:pt x="2" y="122"/>
                    <a:pt x="2" y="122"/>
                  </a:cubicBezTo>
                  <a:cubicBezTo>
                    <a:pt x="2" y="121"/>
                    <a:pt x="2" y="121"/>
                    <a:pt x="1" y="120"/>
                  </a:cubicBezTo>
                  <a:cubicBezTo>
                    <a:pt x="1" y="120"/>
                    <a:pt x="0" y="120"/>
                    <a:pt x="0" y="120"/>
                  </a:cubicBezTo>
                  <a:cubicBezTo>
                    <a:pt x="0" y="120"/>
                    <a:pt x="0" y="119"/>
                    <a:pt x="0" y="118"/>
                  </a:cubicBezTo>
                  <a:cubicBezTo>
                    <a:pt x="0" y="118"/>
                    <a:pt x="1" y="118"/>
                    <a:pt x="2" y="117"/>
                  </a:cubicBezTo>
                  <a:cubicBezTo>
                    <a:pt x="2" y="117"/>
                    <a:pt x="3" y="116"/>
                    <a:pt x="3" y="115"/>
                  </a:cubicBezTo>
                  <a:cubicBezTo>
                    <a:pt x="3" y="115"/>
                    <a:pt x="1" y="114"/>
                    <a:pt x="1" y="113"/>
                  </a:cubicBezTo>
                  <a:cubicBezTo>
                    <a:pt x="1" y="113"/>
                    <a:pt x="2" y="112"/>
                    <a:pt x="2" y="112"/>
                  </a:cubicBezTo>
                  <a:cubicBezTo>
                    <a:pt x="2" y="111"/>
                    <a:pt x="4" y="111"/>
                    <a:pt x="4" y="111"/>
                  </a:cubicBezTo>
                  <a:cubicBezTo>
                    <a:pt x="4" y="111"/>
                    <a:pt x="5" y="109"/>
                    <a:pt x="4" y="108"/>
                  </a:cubicBezTo>
                  <a:cubicBezTo>
                    <a:pt x="4" y="107"/>
                    <a:pt x="4" y="106"/>
                    <a:pt x="4" y="106"/>
                  </a:cubicBezTo>
                  <a:cubicBezTo>
                    <a:pt x="3" y="105"/>
                    <a:pt x="3" y="104"/>
                    <a:pt x="3" y="104"/>
                  </a:cubicBezTo>
                  <a:cubicBezTo>
                    <a:pt x="2" y="103"/>
                    <a:pt x="1" y="102"/>
                    <a:pt x="1" y="101"/>
                  </a:cubicBezTo>
                  <a:cubicBezTo>
                    <a:pt x="1" y="101"/>
                    <a:pt x="0" y="99"/>
                    <a:pt x="0" y="99"/>
                  </a:cubicBezTo>
                  <a:cubicBezTo>
                    <a:pt x="0" y="99"/>
                    <a:pt x="0" y="98"/>
                    <a:pt x="1" y="98"/>
                  </a:cubicBezTo>
                  <a:cubicBezTo>
                    <a:pt x="1" y="97"/>
                    <a:pt x="3" y="98"/>
                    <a:pt x="4" y="98"/>
                  </a:cubicBezTo>
                  <a:cubicBezTo>
                    <a:pt x="5" y="97"/>
                    <a:pt x="6" y="97"/>
                    <a:pt x="7" y="96"/>
                  </a:cubicBezTo>
                  <a:cubicBezTo>
                    <a:pt x="7" y="95"/>
                    <a:pt x="7" y="94"/>
                    <a:pt x="7" y="93"/>
                  </a:cubicBezTo>
                  <a:cubicBezTo>
                    <a:pt x="7" y="93"/>
                    <a:pt x="7" y="91"/>
                    <a:pt x="8" y="90"/>
                  </a:cubicBezTo>
                  <a:cubicBezTo>
                    <a:pt x="8" y="90"/>
                    <a:pt x="9" y="89"/>
                    <a:pt x="10" y="89"/>
                  </a:cubicBezTo>
                  <a:cubicBezTo>
                    <a:pt x="10" y="89"/>
                    <a:pt x="11" y="88"/>
                    <a:pt x="11" y="88"/>
                  </a:cubicBezTo>
                  <a:cubicBezTo>
                    <a:pt x="12" y="87"/>
                    <a:pt x="13" y="87"/>
                    <a:pt x="13" y="86"/>
                  </a:cubicBezTo>
                  <a:cubicBezTo>
                    <a:pt x="14" y="86"/>
                    <a:pt x="14" y="85"/>
                    <a:pt x="14" y="84"/>
                  </a:cubicBezTo>
                  <a:cubicBezTo>
                    <a:pt x="14" y="84"/>
                    <a:pt x="13" y="83"/>
                    <a:pt x="12" y="83"/>
                  </a:cubicBezTo>
                  <a:cubicBezTo>
                    <a:pt x="12" y="83"/>
                    <a:pt x="11" y="82"/>
                    <a:pt x="11" y="82"/>
                  </a:cubicBezTo>
                  <a:cubicBezTo>
                    <a:pt x="10" y="81"/>
                    <a:pt x="10" y="80"/>
                    <a:pt x="10" y="80"/>
                  </a:cubicBezTo>
                  <a:cubicBezTo>
                    <a:pt x="10" y="79"/>
                    <a:pt x="9" y="79"/>
                    <a:pt x="9" y="78"/>
                  </a:cubicBezTo>
                  <a:cubicBezTo>
                    <a:pt x="9" y="78"/>
                    <a:pt x="10" y="77"/>
                    <a:pt x="11" y="77"/>
                  </a:cubicBezTo>
                  <a:cubicBezTo>
                    <a:pt x="11" y="77"/>
                    <a:pt x="11" y="77"/>
                    <a:pt x="11" y="77"/>
                  </a:cubicBezTo>
                  <a:cubicBezTo>
                    <a:pt x="12" y="78"/>
                    <a:pt x="14" y="78"/>
                    <a:pt x="14" y="77"/>
                  </a:cubicBezTo>
                  <a:cubicBezTo>
                    <a:pt x="15" y="77"/>
                    <a:pt x="16" y="76"/>
                    <a:pt x="16" y="76"/>
                  </a:cubicBezTo>
                  <a:cubicBezTo>
                    <a:pt x="17" y="76"/>
                    <a:pt x="18" y="77"/>
                    <a:pt x="18" y="78"/>
                  </a:cubicBezTo>
                  <a:cubicBezTo>
                    <a:pt x="19" y="78"/>
                    <a:pt x="19" y="79"/>
                    <a:pt x="20" y="79"/>
                  </a:cubicBezTo>
                  <a:cubicBezTo>
                    <a:pt x="20" y="79"/>
                    <a:pt x="22" y="78"/>
                    <a:pt x="23" y="78"/>
                  </a:cubicBezTo>
                  <a:cubicBezTo>
                    <a:pt x="23" y="77"/>
                    <a:pt x="22" y="76"/>
                    <a:pt x="22" y="75"/>
                  </a:cubicBezTo>
                  <a:cubicBezTo>
                    <a:pt x="22" y="75"/>
                    <a:pt x="22" y="74"/>
                    <a:pt x="23" y="74"/>
                  </a:cubicBezTo>
                  <a:cubicBezTo>
                    <a:pt x="23" y="74"/>
                    <a:pt x="24" y="74"/>
                    <a:pt x="25" y="74"/>
                  </a:cubicBezTo>
                  <a:cubicBezTo>
                    <a:pt x="25" y="74"/>
                    <a:pt x="25" y="75"/>
                    <a:pt x="26" y="75"/>
                  </a:cubicBezTo>
                  <a:cubicBezTo>
                    <a:pt x="26" y="76"/>
                    <a:pt x="26" y="77"/>
                    <a:pt x="26" y="78"/>
                  </a:cubicBezTo>
                  <a:cubicBezTo>
                    <a:pt x="26" y="78"/>
                    <a:pt x="27" y="79"/>
                    <a:pt x="28" y="79"/>
                  </a:cubicBezTo>
                  <a:cubicBezTo>
                    <a:pt x="28" y="79"/>
                    <a:pt x="29" y="78"/>
                    <a:pt x="29" y="77"/>
                  </a:cubicBezTo>
                  <a:cubicBezTo>
                    <a:pt x="30" y="77"/>
                    <a:pt x="29" y="75"/>
                    <a:pt x="30" y="75"/>
                  </a:cubicBezTo>
                  <a:cubicBezTo>
                    <a:pt x="30" y="75"/>
                    <a:pt x="32" y="75"/>
                    <a:pt x="32" y="75"/>
                  </a:cubicBezTo>
                  <a:cubicBezTo>
                    <a:pt x="33" y="75"/>
                    <a:pt x="34" y="75"/>
                    <a:pt x="34" y="75"/>
                  </a:cubicBezTo>
                  <a:cubicBezTo>
                    <a:pt x="35" y="75"/>
                    <a:pt x="36" y="76"/>
                    <a:pt x="36" y="76"/>
                  </a:cubicBezTo>
                  <a:cubicBezTo>
                    <a:pt x="36" y="76"/>
                    <a:pt x="37" y="76"/>
                    <a:pt x="37" y="75"/>
                  </a:cubicBezTo>
                  <a:cubicBezTo>
                    <a:pt x="37" y="75"/>
                    <a:pt x="37" y="74"/>
                    <a:pt x="37" y="74"/>
                  </a:cubicBezTo>
                  <a:cubicBezTo>
                    <a:pt x="38" y="73"/>
                    <a:pt x="39" y="73"/>
                    <a:pt x="40" y="73"/>
                  </a:cubicBezTo>
                  <a:cubicBezTo>
                    <a:pt x="40" y="73"/>
                    <a:pt x="41" y="75"/>
                    <a:pt x="41" y="75"/>
                  </a:cubicBezTo>
                  <a:cubicBezTo>
                    <a:pt x="42" y="75"/>
                    <a:pt x="43" y="74"/>
                    <a:pt x="43" y="74"/>
                  </a:cubicBezTo>
                  <a:cubicBezTo>
                    <a:pt x="43" y="74"/>
                    <a:pt x="45" y="74"/>
                    <a:pt x="45" y="73"/>
                  </a:cubicBezTo>
                  <a:cubicBezTo>
                    <a:pt x="46" y="73"/>
                    <a:pt x="46" y="72"/>
                    <a:pt x="47" y="72"/>
                  </a:cubicBezTo>
                  <a:cubicBezTo>
                    <a:pt x="47" y="71"/>
                    <a:pt x="49" y="71"/>
                    <a:pt x="49" y="71"/>
                  </a:cubicBezTo>
                  <a:cubicBezTo>
                    <a:pt x="50" y="71"/>
                    <a:pt x="51" y="71"/>
                    <a:pt x="52" y="71"/>
                  </a:cubicBezTo>
                  <a:cubicBezTo>
                    <a:pt x="52" y="71"/>
                    <a:pt x="54" y="72"/>
                    <a:pt x="54" y="72"/>
                  </a:cubicBezTo>
                  <a:cubicBezTo>
                    <a:pt x="54" y="72"/>
                    <a:pt x="55" y="74"/>
                    <a:pt x="55" y="74"/>
                  </a:cubicBezTo>
                  <a:cubicBezTo>
                    <a:pt x="55" y="75"/>
                    <a:pt x="56" y="75"/>
                    <a:pt x="56" y="76"/>
                  </a:cubicBezTo>
                  <a:cubicBezTo>
                    <a:pt x="56" y="76"/>
                    <a:pt x="57" y="76"/>
                    <a:pt x="57" y="76"/>
                  </a:cubicBezTo>
                  <a:cubicBezTo>
                    <a:pt x="58" y="76"/>
                    <a:pt x="59" y="75"/>
                    <a:pt x="59" y="74"/>
                  </a:cubicBezTo>
                  <a:cubicBezTo>
                    <a:pt x="60" y="74"/>
                    <a:pt x="61" y="74"/>
                    <a:pt x="62" y="74"/>
                  </a:cubicBezTo>
                  <a:cubicBezTo>
                    <a:pt x="62" y="74"/>
                    <a:pt x="64" y="74"/>
                    <a:pt x="64" y="74"/>
                  </a:cubicBezTo>
                  <a:cubicBezTo>
                    <a:pt x="65" y="74"/>
                    <a:pt x="66" y="73"/>
                    <a:pt x="67" y="73"/>
                  </a:cubicBezTo>
                  <a:cubicBezTo>
                    <a:pt x="67" y="72"/>
                    <a:pt x="69" y="73"/>
                    <a:pt x="69" y="73"/>
                  </a:cubicBezTo>
                  <a:cubicBezTo>
                    <a:pt x="70" y="72"/>
                    <a:pt x="70" y="71"/>
                    <a:pt x="71" y="71"/>
                  </a:cubicBezTo>
                  <a:cubicBezTo>
                    <a:pt x="71" y="70"/>
                    <a:pt x="71" y="69"/>
                    <a:pt x="71" y="68"/>
                  </a:cubicBezTo>
                  <a:cubicBezTo>
                    <a:pt x="71" y="68"/>
                    <a:pt x="71" y="67"/>
                    <a:pt x="71" y="66"/>
                  </a:cubicBezTo>
                  <a:cubicBezTo>
                    <a:pt x="71" y="66"/>
                    <a:pt x="71" y="64"/>
                    <a:pt x="71" y="63"/>
                  </a:cubicBezTo>
                  <a:cubicBezTo>
                    <a:pt x="71" y="62"/>
                    <a:pt x="71" y="61"/>
                    <a:pt x="71" y="61"/>
                  </a:cubicBezTo>
                  <a:cubicBezTo>
                    <a:pt x="71" y="60"/>
                    <a:pt x="71" y="59"/>
                    <a:pt x="71" y="58"/>
                  </a:cubicBezTo>
                  <a:cubicBezTo>
                    <a:pt x="71" y="58"/>
                    <a:pt x="70" y="58"/>
                    <a:pt x="70" y="57"/>
                  </a:cubicBezTo>
                  <a:cubicBezTo>
                    <a:pt x="70" y="57"/>
                    <a:pt x="70" y="56"/>
                    <a:pt x="70" y="55"/>
                  </a:cubicBezTo>
                  <a:cubicBezTo>
                    <a:pt x="70" y="55"/>
                    <a:pt x="70" y="54"/>
                    <a:pt x="70" y="53"/>
                  </a:cubicBezTo>
                  <a:cubicBezTo>
                    <a:pt x="69" y="53"/>
                    <a:pt x="69" y="52"/>
                    <a:pt x="69" y="52"/>
                  </a:cubicBezTo>
                  <a:cubicBezTo>
                    <a:pt x="68" y="51"/>
                    <a:pt x="68" y="51"/>
                    <a:pt x="67" y="51"/>
                  </a:cubicBezTo>
                  <a:cubicBezTo>
                    <a:pt x="67" y="51"/>
                    <a:pt x="67" y="51"/>
                    <a:pt x="67" y="51"/>
                  </a:cubicBezTo>
                  <a:cubicBezTo>
                    <a:pt x="66" y="51"/>
                    <a:pt x="65" y="52"/>
                    <a:pt x="64" y="52"/>
                  </a:cubicBezTo>
                  <a:cubicBezTo>
                    <a:pt x="64" y="52"/>
                    <a:pt x="62" y="53"/>
                    <a:pt x="61" y="52"/>
                  </a:cubicBezTo>
                  <a:cubicBezTo>
                    <a:pt x="61" y="52"/>
                    <a:pt x="60" y="51"/>
                    <a:pt x="59" y="51"/>
                  </a:cubicBezTo>
                  <a:cubicBezTo>
                    <a:pt x="59" y="51"/>
                    <a:pt x="58" y="51"/>
                    <a:pt x="58" y="51"/>
                  </a:cubicBezTo>
                  <a:cubicBezTo>
                    <a:pt x="57" y="51"/>
                    <a:pt x="56" y="51"/>
                    <a:pt x="55" y="51"/>
                  </a:cubicBezTo>
                  <a:cubicBezTo>
                    <a:pt x="55" y="51"/>
                    <a:pt x="53" y="51"/>
                    <a:pt x="53" y="51"/>
                  </a:cubicBezTo>
                  <a:cubicBezTo>
                    <a:pt x="52" y="51"/>
                    <a:pt x="52" y="52"/>
                    <a:pt x="52" y="52"/>
                  </a:cubicBezTo>
                  <a:cubicBezTo>
                    <a:pt x="51" y="53"/>
                    <a:pt x="50" y="53"/>
                    <a:pt x="49" y="53"/>
                  </a:cubicBezTo>
                  <a:cubicBezTo>
                    <a:pt x="48" y="53"/>
                    <a:pt x="48" y="51"/>
                    <a:pt x="47" y="51"/>
                  </a:cubicBezTo>
                  <a:cubicBezTo>
                    <a:pt x="47" y="50"/>
                    <a:pt x="46" y="50"/>
                    <a:pt x="46" y="50"/>
                  </a:cubicBezTo>
                  <a:cubicBezTo>
                    <a:pt x="45" y="50"/>
                    <a:pt x="45" y="51"/>
                    <a:pt x="45" y="51"/>
                  </a:cubicBezTo>
                  <a:cubicBezTo>
                    <a:pt x="45" y="52"/>
                    <a:pt x="46" y="52"/>
                    <a:pt x="46" y="53"/>
                  </a:cubicBezTo>
                  <a:cubicBezTo>
                    <a:pt x="46" y="53"/>
                    <a:pt x="45" y="54"/>
                    <a:pt x="45" y="54"/>
                  </a:cubicBezTo>
                  <a:cubicBezTo>
                    <a:pt x="44" y="55"/>
                    <a:pt x="43" y="56"/>
                    <a:pt x="43" y="56"/>
                  </a:cubicBezTo>
                  <a:cubicBezTo>
                    <a:pt x="42" y="56"/>
                    <a:pt x="41" y="57"/>
                    <a:pt x="40" y="57"/>
                  </a:cubicBezTo>
                  <a:cubicBezTo>
                    <a:pt x="39" y="58"/>
                    <a:pt x="38" y="58"/>
                    <a:pt x="37" y="57"/>
                  </a:cubicBezTo>
                  <a:cubicBezTo>
                    <a:pt x="37" y="57"/>
                    <a:pt x="37" y="56"/>
                    <a:pt x="36" y="55"/>
                  </a:cubicBezTo>
                  <a:cubicBezTo>
                    <a:pt x="35" y="54"/>
                    <a:pt x="34" y="52"/>
                    <a:pt x="33" y="51"/>
                  </a:cubicBezTo>
                  <a:cubicBezTo>
                    <a:pt x="33" y="51"/>
                    <a:pt x="32" y="50"/>
                    <a:pt x="32" y="49"/>
                  </a:cubicBezTo>
                  <a:cubicBezTo>
                    <a:pt x="31" y="49"/>
                    <a:pt x="30" y="48"/>
                    <a:pt x="30" y="47"/>
                  </a:cubicBezTo>
                  <a:cubicBezTo>
                    <a:pt x="30" y="47"/>
                    <a:pt x="29" y="45"/>
                    <a:pt x="29" y="44"/>
                  </a:cubicBezTo>
                  <a:cubicBezTo>
                    <a:pt x="28" y="43"/>
                    <a:pt x="28" y="41"/>
                    <a:pt x="27" y="40"/>
                  </a:cubicBezTo>
                  <a:cubicBezTo>
                    <a:pt x="27" y="39"/>
                    <a:pt x="27" y="38"/>
                    <a:pt x="26" y="37"/>
                  </a:cubicBezTo>
                  <a:cubicBezTo>
                    <a:pt x="26" y="36"/>
                    <a:pt x="25" y="34"/>
                    <a:pt x="25" y="33"/>
                  </a:cubicBezTo>
                  <a:cubicBezTo>
                    <a:pt x="24" y="33"/>
                    <a:pt x="25" y="31"/>
                    <a:pt x="25" y="30"/>
                  </a:cubicBezTo>
                  <a:cubicBezTo>
                    <a:pt x="25" y="30"/>
                    <a:pt x="24" y="28"/>
                    <a:pt x="24" y="27"/>
                  </a:cubicBezTo>
                  <a:cubicBezTo>
                    <a:pt x="24" y="27"/>
                    <a:pt x="23" y="26"/>
                    <a:pt x="23" y="25"/>
                  </a:cubicBezTo>
                  <a:cubicBezTo>
                    <a:pt x="23" y="25"/>
                    <a:pt x="23" y="25"/>
                    <a:pt x="23" y="24"/>
                  </a:cubicBezTo>
                  <a:cubicBezTo>
                    <a:pt x="24" y="24"/>
                    <a:pt x="24" y="24"/>
                    <a:pt x="25" y="24"/>
                  </a:cubicBezTo>
                  <a:cubicBezTo>
                    <a:pt x="26" y="24"/>
                    <a:pt x="28" y="24"/>
                    <a:pt x="29" y="24"/>
                  </a:cubicBezTo>
                  <a:cubicBezTo>
                    <a:pt x="29" y="24"/>
                    <a:pt x="30" y="24"/>
                    <a:pt x="31" y="24"/>
                  </a:cubicBezTo>
                  <a:cubicBezTo>
                    <a:pt x="32" y="24"/>
                    <a:pt x="32" y="23"/>
                    <a:pt x="33" y="23"/>
                  </a:cubicBezTo>
                  <a:cubicBezTo>
                    <a:pt x="34" y="23"/>
                    <a:pt x="36" y="23"/>
                    <a:pt x="37" y="23"/>
                  </a:cubicBezTo>
                  <a:cubicBezTo>
                    <a:pt x="37" y="23"/>
                    <a:pt x="39" y="23"/>
                    <a:pt x="39" y="23"/>
                  </a:cubicBezTo>
                  <a:cubicBezTo>
                    <a:pt x="40" y="23"/>
                    <a:pt x="41" y="22"/>
                    <a:pt x="41" y="21"/>
                  </a:cubicBezTo>
                  <a:cubicBezTo>
                    <a:pt x="41" y="20"/>
                    <a:pt x="41" y="19"/>
                    <a:pt x="41" y="18"/>
                  </a:cubicBezTo>
                  <a:cubicBezTo>
                    <a:pt x="42" y="18"/>
                    <a:pt x="42" y="16"/>
                    <a:pt x="42" y="16"/>
                  </a:cubicBezTo>
                  <a:cubicBezTo>
                    <a:pt x="42" y="15"/>
                    <a:pt x="43" y="13"/>
                    <a:pt x="42" y="12"/>
                  </a:cubicBezTo>
                  <a:cubicBezTo>
                    <a:pt x="42" y="12"/>
                    <a:pt x="41" y="11"/>
                    <a:pt x="41" y="11"/>
                  </a:cubicBezTo>
                  <a:cubicBezTo>
                    <a:pt x="41" y="10"/>
                    <a:pt x="40" y="8"/>
                    <a:pt x="41" y="8"/>
                  </a:cubicBezTo>
                  <a:cubicBezTo>
                    <a:pt x="41" y="7"/>
                    <a:pt x="43" y="7"/>
                    <a:pt x="43" y="7"/>
                  </a:cubicBezTo>
                  <a:cubicBezTo>
                    <a:pt x="44" y="7"/>
                    <a:pt x="45" y="7"/>
                    <a:pt x="45" y="7"/>
                  </a:cubicBezTo>
                  <a:cubicBezTo>
                    <a:pt x="45" y="6"/>
                    <a:pt x="46" y="5"/>
                    <a:pt x="46" y="5"/>
                  </a:cubicBezTo>
                  <a:cubicBezTo>
                    <a:pt x="46" y="4"/>
                    <a:pt x="46" y="3"/>
                    <a:pt x="46" y="3"/>
                  </a:cubicBezTo>
                  <a:cubicBezTo>
                    <a:pt x="47" y="2"/>
                    <a:pt x="48" y="2"/>
                    <a:pt x="49" y="1"/>
                  </a:cubicBezTo>
                  <a:cubicBezTo>
                    <a:pt x="49" y="1"/>
                    <a:pt x="49" y="1"/>
                    <a:pt x="50" y="0"/>
                  </a:cubicBezTo>
                  <a:cubicBezTo>
                    <a:pt x="50" y="0"/>
                    <a:pt x="50" y="0"/>
                    <a:pt x="50" y="0"/>
                  </a:cubicBezTo>
                  <a:cubicBezTo>
                    <a:pt x="51" y="1"/>
                    <a:pt x="52" y="3"/>
                    <a:pt x="52" y="4"/>
                  </a:cubicBezTo>
                  <a:cubicBezTo>
                    <a:pt x="53" y="4"/>
                    <a:pt x="54" y="5"/>
                    <a:pt x="54" y="6"/>
                  </a:cubicBezTo>
                  <a:cubicBezTo>
                    <a:pt x="54" y="6"/>
                    <a:pt x="55" y="8"/>
                    <a:pt x="55" y="8"/>
                  </a:cubicBezTo>
                  <a:cubicBezTo>
                    <a:pt x="55" y="9"/>
                    <a:pt x="55" y="10"/>
                    <a:pt x="55" y="11"/>
                  </a:cubicBezTo>
                  <a:cubicBezTo>
                    <a:pt x="55" y="12"/>
                    <a:pt x="54" y="13"/>
                    <a:pt x="54" y="13"/>
                  </a:cubicBezTo>
                  <a:cubicBezTo>
                    <a:pt x="54" y="14"/>
                    <a:pt x="55" y="16"/>
                    <a:pt x="55" y="17"/>
                  </a:cubicBezTo>
                  <a:cubicBezTo>
                    <a:pt x="55" y="18"/>
                    <a:pt x="54" y="19"/>
                    <a:pt x="55" y="20"/>
                  </a:cubicBezTo>
                  <a:cubicBezTo>
                    <a:pt x="55" y="21"/>
                    <a:pt x="55" y="22"/>
                    <a:pt x="55" y="23"/>
                  </a:cubicBezTo>
                  <a:cubicBezTo>
                    <a:pt x="56" y="23"/>
                    <a:pt x="57" y="24"/>
                    <a:pt x="57" y="24"/>
                  </a:cubicBezTo>
                  <a:cubicBezTo>
                    <a:pt x="58" y="25"/>
                    <a:pt x="59" y="26"/>
                    <a:pt x="59" y="27"/>
                  </a:cubicBezTo>
                  <a:cubicBezTo>
                    <a:pt x="60" y="28"/>
                    <a:pt x="61" y="28"/>
                    <a:pt x="62" y="29"/>
                  </a:cubicBezTo>
                  <a:cubicBezTo>
                    <a:pt x="62" y="29"/>
                    <a:pt x="64" y="31"/>
                    <a:pt x="64" y="32"/>
                  </a:cubicBezTo>
                  <a:cubicBezTo>
                    <a:pt x="65" y="32"/>
                    <a:pt x="67" y="34"/>
                    <a:pt x="69" y="34"/>
                  </a:cubicBezTo>
                  <a:cubicBezTo>
                    <a:pt x="70" y="35"/>
                    <a:pt x="73" y="36"/>
                    <a:pt x="75" y="37"/>
                  </a:cubicBezTo>
                  <a:cubicBezTo>
                    <a:pt x="76" y="37"/>
                    <a:pt x="78" y="39"/>
                    <a:pt x="79" y="40"/>
                  </a:cubicBezTo>
                  <a:cubicBezTo>
                    <a:pt x="80" y="41"/>
                    <a:pt x="82" y="42"/>
                    <a:pt x="83" y="43"/>
                  </a:cubicBezTo>
                  <a:cubicBezTo>
                    <a:pt x="84" y="44"/>
                    <a:pt x="87" y="45"/>
                    <a:pt x="89" y="46"/>
                  </a:cubicBezTo>
                  <a:cubicBezTo>
                    <a:pt x="90" y="46"/>
                    <a:pt x="93" y="47"/>
                    <a:pt x="94" y="48"/>
                  </a:cubicBezTo>
                  <a:cubicBezTo>
                    <a:pt x="95" y="49"/>
                    <a:pt x="97" y="52"/>
                    <a:pt x="98" y="53"/>
                  </a:cubicBezTo>
                  <a:cubicBezTo>
                    <a:pt x="99" y="54"/>
                    <a:pt x="101" y="57"/>
                    <a:pt x="102" y="59"/>
                  </a:cubicBezTo>
                  <a:cubicBezTo>
                    <a:pt x="103" y="60"/>
                    <a:pt x="105" y="62"/>
                    <a:pt x="106" y="63"/>
                  </a:cubicBezTo>
                  <a:cubicBezTo>
                    <a:pt x="107" y="64"/>
                    <a:pt x="108" y="65"/>
                    <a:pt x="109" y="66"/>
                  </a:cubicBezTo>
                  <a:cubicBezTo>
                    <a:pt x="110" y="66"/>
                    <a:pt x="110" y="67"/>
                    <a:pt x="110" y="68"/>
                  </a:cubicBezTo>
                  <a:cubicBezTo>
                    <a:pt x="110" y="68"/>
                    <a:pt x="111" y="68"/>
                    <a:pt x="111" y="69"/>
                  </a:cubicBezTo>
                  <a:cubicBezTo>
                    <a:pt x="111" y="70"/>
                    <a:pt x="112" y="72"/>
                    <a:pt x="112" y="73"/>
                  </a:cubicBezTo>
                  <a:cubicBezTo>
                    <a:pt x="113" y="73"/>
                    <a:pt x="114" y="75"/>
                    <a:pt x="114" y="75"/>
                  </a:cubicBezTo>
                  <a:cubicBezTo>
                    <a:pt x="113" y="76"/>
                    <a:pt x="112" y="77"/>
                    <a:pt x="111" y="77"/>
                  </a:cubicBezTo>
                  <a:cubicBezTo>
                    <a:pt x="111" y="78"/>
                    <a:pt x="110" y="79"/>
                    <a:pt x="109" y="79"/>
                  </a:cubicBezTo>
                  <a:cubicBezTo>
                    <a:pt x="109" y="79"/>
                    <a:pt x="108" y="79"/>
                    <a:pt x="107" y="80"/>
                  </a:cubicBezTo>
                  <a:cubicBezTo>
                    <a:pt x="106" y="80"/>
                    <a:pt x="105" y="81"/>
                    <a:pt x="105" y="81"/>
                  </a:cubicBezTo>
                  <a:cubicBezTo>
                    <a:pt x="104" y="81"/>
                    <a:pt x="102" y="81"/>
                    <a:pt x="102" y="82"/>
                  </a:cubicBezTo>
                  <a:cubicBezTo>
                    <a:pt x="101" y="82"/>
                    <a:pt x="99" y="82"/>
                    <a:pt x="99" y="82"/>
                  </a:cubicBezTo>
                  <a:cubicBezTo>
                    <a:pt x="99" y="83"/>
                    <a:pt x="99" y="83"/>
                    <a:pt x="100" y="84"/>
                  </a:cubicBezTo>
                  <a:cubicBezTo>
                    <a:pt x="100" y="84"/>
                    <a:pt x="102" y="85"/>
                    <a:pt x="103" y="85"/>
                  </a:cubicBezTo>
                  <a:cubicBezTo>
                    <a:pt x="103" y="85"/>
                    <a:pt x="104" y="85"/>
                    <a:pt x="105" y="86"/>
                  </a:cubicBezTo>
                  <a:cubicBezTo>
                    <a:pt x="105" y="86"/>
                    <a:pt x="105" y="88"/>
                    <a:pt x="105" y="89"/>
                  </a:cubicBezTo>
                  <a:cubicBezTo>
                    <a:pt x="105" y="90"/>
                    <a:pt x="104" y="91"/>
                    <a:pt x="104" y="92"/>
                  </a:cubicBezTo>
                  <a:cubicBezTo>
                    <a:pt x="104" y="93"/>
                    <a:pt x="104" y="95"/>
                    <a:pt x="104" y="96"/>
                  </a:cubicBezTo>
                  <a:cubicBezTo>
                    <a:pt x="104" y="97"/>
                    <a:pt x="105" y="98"/>
                    <a:pt x="105" y="99"/>
                  </a:cubicBezTo>
                  <a:cubicBezTo>
                    <a:pt x="105" y="100"/>
                    <a:pt x="105" y="102"/>
                    <a:pt x="104" y="103"/>
                  </a:cubicBezTo>
                  <a:cubicBezTo>
                    <a:pt x="103" y="104"/>
                    <a:pt x="101" y="105"/>
                    <a:pt x="100" y="105"/>
                  </a:cubicBezTo>
                  <a:cubicBezTo>
                    <a:pt x="100" y="106"/>
                    <a:pt x="98" y="107"/>
                    <a:pt x="98" y="107"/>
                  </a:cubicBezTo>
                  <a:cubicBezTo>
                    <a:pt x="98" y="108"/>
                    <a:pt x="98" y="109"/>
                    <a:pt x="98" y="110"/>
                  </a:cubicBezTo>
                  <a:cubicBezTo>
                    <a:pt x="98" y="110"/>
                    <a:pt x="99" y="111"/>
                    <a:pt x="100" y="112"/>
                  </a:cubicBezTo>
                  <a:cubicBezTo>
                    <a:pt x="100" y="112"/>
                    <a:pt x="100" y="114"/>
                    <a:pt x="100" y="115"/>
                  </a:cubicBezTo>
                  <a:cubicBezTo>
                    <a:pt x="99" y="116"/>
                    <a:pt x="98" y="116"/>
                    <a:pt x="97" y="116"/>
                  </a:cubicBezTo>
                  <a:cubicBezTo>
                    <a:pt x="96" y="116"/>
                    <a:pt x="95" y="116"/>
                    <a:pt x="94" y="116"/>
                  </a:cubicBezTo>
                  <a:cubicBezTo>
                    <a:pt x="93" y="117"/>
                    <a:pt x="91" y="118"/>
                    <a:pt x="91" y="119"/>
                  </a:cubicBezTo>
                  <a:cubicBezTo>
                    <a:pt x="90" y="120"/>
                    <a:pt x="91" y="122"/>
                    <a:pt x="91" y="123"/>
                  </a:cubicBezTo>
                  <a:cubicBezTo>
                    <a:pt x="91" y="123"/>
                    <a:pt x="90" y="125"/>
                    <a:pt x="90" y="125"/>
                  </a:cubicBezTo>
                  <a:cubicBezTo>
                    <a:pt x="90" y="126"/>
                    <a:pt x="91" y="126"/>
                    <a:pt x="91" y="126"/>
                  </a:cubicBezTo>
                  <a:cubicBezTo>
                    <a:pt x="90" y="126"/>
                    <a:pt x="89" y="127"/>
                    <a:pt x="88" y="127"/>
                  </a:cubicBezTo>
                  <a:cubicBezTo>
                    <a:pt x="88" y="128"/>
                    <a:pt x="87" y="129"/>
                    <a:pt x="86" y="129"/>
                  </a:cubicBezTo>
                  <a:cubicBezTo>
                    <a:pt x="86" y="130"/>
                    <a:pt x="85" y="130"/>
                    <a:pt x="85" y="130"/>
                  </a:cubicBezTo>
                  <a:cubicBezTo>
                    <a:pt x="85" y="130"/>
                    <a:pt x="84" y="131"/>
                    <a:pt x="84" y="131"/>
                  </a:cubicBezTo>
                  <a:cubicBezTo>
                    <a:pt x="84" y="132"/>
                    <a:pt x="85" y="133"/>
                    <a:pt x="85" y="133"/>
                  </a:cubicBezTo>
                  <a:cubicBezTo>
                    <a:pt x="85" y="134"/>
                    <a:pt x="86" y="134"/>
                    <a:pt x="86" y="134"/>
                  </a:cubicBezTo>
                  <a:cubicBezTo>
                    <a:pt x="87" y="134"/>
                    <a:pt x="87" y="135"/>
                    <a:pt x="88" y="135"/>
                  </a:cubicBezTo>
                  <a:cubicBezTo>
                    <a:pt x="88" y="136"/>
                    <a:pt x="89" y="137"/>
                    <a:pt x="88" y="138"/>
                  </a:cubicBezTo>
                  <a:cubicBezTo>
                    <a:pt x="88" y="138"/>
                    <a:pt x="86" y="138"/>
                    <a:pt x="86" y="138"/>
                  </a:cubicBezTo>
                  <a:cubicBezTo>
                    <a:pt x="85" y="139"/>
                    <a:pt x="84" y="140"/>
                    <a:pt x="84" y="140"/>
                  </a:cubicBezTo>
                  <a:cubicBezTo>
                    <a:pt x="83" y="140"/>
                    <a:pt x="82" y="140"/>
                    <a:pt x="82" y="139"/>
                  </a:cubicBezTo>
                  <a:cubicBezTo>
                    <a:pt x="81" y="139"/>
                    <a:pt x="81" y="137"/>
                    <a:pt x="81" y="137"/>
                  </a:cubicBezTo>
                  <a:cubicBezTo>
                    <a:pt x="81" y="136"/>
                    <a:pt x="80" y="135"/>
                    <a:pt x="80" y="134"/>
                  </a:cubicBezTo>
                  <a:cubicBezTo>
                    <a:pt x="80" y="134"/>
                    <a:pt x="80" y="133"/>
                    <a:pt x="79" y="132"/>
                  </a:cubicBezTo>
                  <a:cubicBezTo>
                    <a:pt x="79" y="132"/>
                    <a:pt x="77" y="133"/>
                    <a:pt x="77" y="133"/>
                  </a:cubicBezTo>
                  <a:cubicBezTo>
                    <a:pt x="76" y="134"/>
                    <a:pt x="74" y="134"/>
                    <a:pt x="74" y="135"/>
                  </a:cubicBezTo>
                  <a:cubicBezTo>
                    <a:pt x="74" y="135"/>
                    <a:pt x="74" y="136"/>
                    <a:pt x="74" y="136"/>
                  </a:cubicBezTo>
                  <a:cubicBezTo>
                    <a:pt x="74" y="136"/>
                    <a:pt x="75" y="137"/>
                    <a:pt x="75" y="137"/>
                  </a:cubicBezTo>
                  <a:cubicBezTo>
                    <a:pt x="75" y="138"/>
                    <a:pt x="75" y="139"/>
                    <a:pt x="75" y="140"/>
                  </a:cubicBezTo>
                  <a:cubicBezTo>
                    <a:pt x="74" y="140"/>
                    <a:pt x="73" y="141"/>
                    <a:pt x="73" y="141"/>
                  </a:cubicBezTo>
                  <a:cubicBezTo>
                    <a:pt x="72" y="141"/>
                    <a:pt x="72" y="142"/>
                    <a:pt x="71" y="142"/>
                  </a:cubicBezTo>
                  <a:cubicBezTo>
                    <a:pt x="71" y="143"/>
                    <a:pt x="69" y="143"/>
                    <a:pt x="69" y="142"/>
                  </a:cubicBezTo>
                  <a:cubicBezTo>
                    <a:pt x="68" y="142"/>
                    <a:pt x="69" y="141"/>
                    <a:pt x="68" y="140"/>
                  </a:cubicBezTo>
                  <a:cubicBezTo>
                    <a:pt x="68" y="140"/>
                    <a:pt x="67" y="140"/>
                    <a:pt x="67" y="140"/>
                  </a:cubicBezTo>
                  <a:cubicBezTo>
                    <a:pt x="66" y="141"/>
                    <a:pt x="66" y="142"/>
                    <a:pt x="65" y="142"/>
                  </a:cubicBezTo>
                  <a:cubicBezTo>
                    <a:pt x="65" y="143"/>
                    <a:pt x="64" y="144"/>
                    <a:pt x="64" y="144"/>
                  </a:cubicBezTo>
                  <a:cubicBezTo>
                    <a:pt x="64" y="145"/>
                    <a:pt x="65" y="147"/>
                    <a:pt x="65" y="147"/>
                  </a:cubicBezTo>
                  <a:cubicBezTo>
                    <a:pt x="65" y="148"/>
                    <a:pt x="65" y="150"/>
                    <a:pt x="64" y="151"/>
                  </a:cubicBezTo>
                  <a:cubicBezTo>
                    <a:pt x="64" y="152"/>
                    <a:pt x="64" y="153"/>
                    <a:pt x="64" y="154"/>
                  </a:cubicBezTo>
                  <a:cubicBezTo>
                    <a:pt x="63" y="155"/>
                    <a:pt x="63" y="157"/>
                    <a:pt x="63" y="157"/>
                  </a:cubicBezTo>
                  <a:cubicBezTo>
                    <a:pt x="63" y="158"/>
                    <a:pt x="62" y="159"/>
                    <a:pt x="62" y="160"/>
                  </a:cubicBezTo>
                  <a:cubicBezTo>
                    <a:pt x="62" y="161"/>
                    <a:pt x="63" y="162"/>
                    <a:pt x="63" y="163"/>
                  </a:cubicBezTo>
                  <a:cubicBezTo>
                    <a:pt x="63" y="164"/>
                    <a:pt x="62" y="165"/>
                    <a:pt x="62" y="166"/>
                  </a:cubicBezTo>
                  <a:cubicBezTo>
                    <a:pt x="61" y="166"/>
                    <a:pt x="60" y="165"/>
                    <a:pt x="60" y="165"/>
                  </a:cubicBezTo>
                  <a:cubicBezTo>
                    <a:pt x="59" y="166"/>
                    <a:pt x="59" y="167"/>
                    <a:pt x="59" y="167"/>
                  </a:cubicBezTo>
                  <a:cubicBezTo>
                    <a:pt x="58" y="167"/>
                    <a:pt x="58" y="168"/>
                    <a:pt x="58" y="168"/>
                  </a:cubicBezTo>
                  <a:cubicBezTo>
                    <a:pt x="58" y="169"/>
                    <a:pt x="57" y="168"/>
                    <a:pt x="56" y="168"/>
                  </a:cubicBezTo>
                  <a:cubicBezTo>
                    <a:pt x="56" y="168"/>
                    <a:pt x="55" y="169"/>
                    <a:pt x="55" y="169"/>
                  </a:cubicBezTo>
                  <a:cubicBezTo>
                    <a:pt x="55" y="169"/>
                    <a:pt x="54" y="170"/>
                    <a:pt x="54" y="170"/>
                  </a:cubicBezTo>
                  <a:cubicBezTo>
                    <a:pt x="53" y="170"/>
                    <a:pt x="52" y="169"/>
                    <a:pt x="52" y="169"/>
                  </a:cubicBezTo>
                  <a:cubicBezTo>
                    <a:pt x="51" y="169"/>
                    <a:pt x="51" y="170"/>
                    <a:pt x="51" y="170"/>
                  </a:cubicBezTo>
                  <a:cubicBezTo>
                    <a:pt x="50" y="171"/>
                    <a:pt x="50" y="172"/>
                    <a:pt x="49" y="172"/>
                  </a:cubicBezTo>
                  <a:cubicBezTo>
                    <a:pt x="49" y="173"/>
                    <a:pt x="48" y="172"/>
                    <a:pt x="47" y="171"/>
                  </a:cubicBezTo>
                  <a:cubicBezTo>
                    <a:pt x="47" y="171"/>
                    <a:pt x="46" y="169"/>
                    <a:pt x="46" y="169"/>
                  </a:cubicBezTo>
                  <a:cubicBezTo>
                    <a:pt x="45" y="168"/>
                    <a:pt x="44" y="167"/>
                    <a:pt x="44" y="167"/>
                  </a:cubicBezTo>
                  <a:cubicBezTo>
                    <a:pt x="44" y="167"/>
                    <a:pt x="43" y="166"/>
                    <a:pt x="43" y="166"/>
                  </a:cubicBezTo>
                  <a:cubicBezTo>
                    <a:pt x="43" y="165"/>
                    <a:pt x="44" y="162"/>
                    <a:pt x="45" y="161"/>
                  </a:cubicBezTo>
                  <a:cubicBezTo>
                    <a:pt x="45" y="161"/>
                    <a:pt x="46" y="160"/>
                    <a:pt x="46" y="159"/>
                  </a:cubicBezTo>
                  <a:cubicBezTo>
                    <a:pt x="46" y="159"/>
                    <a:pt x="47" y="158"/>
                    <a:pt x="47" y="158"/>
                  </a:cubicBezTo>
                  <a:cubicBezTo>
                    <a:pt x="48" y="157"/>
                    <a:pt x="48" y="156"/>
                    <a:pt x="47" y="156"/>
                  </a:cubicBezTo>
                  <a:cubicBezTo>
                    <a:pt x="47" y="156"/>
                    <a:pt x="47" y="155"/>
                    <a:pt x="46" y="155"/>
                  </a:cubicBezTo>
                  <a:cubicBezTo>
                    <a:pt x="46" y="154"/>
                    <a:pt x="45" y="155"/>
                    <a:pt x="44" y="155"/>
                  </a:cubicBezTo>
                  <a:cubicBezTo>
                    <a:pt x="44" y="155"/>
                    <a:pt x="43" y="155"/>
                    <a:pt x="43" y="156"/>
                  </a:cubicBezTo>
                  <a:cubicBezTo>
                    <a:pt x="42" y="156"/>
                    <a:pt x="41" y="155"/>
                    <a:pt x="41" y="155"/>
                  </a:cubicBezTo>
                  <a:cubicBezTo>
                    <a:pt x="40" y="154"/>
                    <a:pt x="39" y="153"/>
                    <a:pt x="39" y="152"/>
                  </a:cubicBezTo>
                  <a:cubicBezTo>
                    <a:pt x="38" y="152"/>
                    <a:pt x="37" y="151"/>
                    <a:pt x="37" y="150"/>
                  </a:cubicBezTo>
                  <a:cubicBezTo>
                    <a:pt x="36" y="149"/>
                    <a:pt x="36" y="148"/>
                    <a:pt x="35" y="148"/>
                  </a:cubicBezTo>
                  <a:cubicBezTo>
                    <a:pt x="35" y="148"/>
                    <a:pt x="33" y="149"/>
                    <a:pt x="33" y="148"/>
                  </a:cubicBezTo>
                  <a:cubicBezTo>
                    <a:pt x="32" y="148"/>
                    <a:pt x="32" y="147"/>
                    <a:pt x="32" y="146"/>
                  </a:cubicBezTo>
                  <a:cubicBezTo>
                    <a:pt x="32" y="146"/>
                    <a:pt x="33" y="144"/>
                    <a:pt x="33" y="144"/>
                  </a:cubicBezTo>
                  <a:cubicBezTo>
                    <a:pt x="33" y="143"/>
                    <a:pt x="33" y="141"/>
                    <a:pt x="33" y="141"/>
                  </a:cubicBezTo>
                  <a:cubicBezTo>
                    <a:pt x="33" y="140"/>
                    <a:pt x="32" y="139"/>
                    <a:pt x="31" y="138"/>
                  </a:cubicBezTo>
                  <a:cubicBezTo>
                    <a:pt x="31" y="138"/>
                    <a:pt x="30" y="137"/>
                    <a:pt x="29" y="137"/>
                  </a:cubicBezTo>
                  <a:cubicBezTo>
                    <a:pt x="29" y="137"/>
                    <a:pt x="29" y="137"/>
                    <a:pt x="28" y="13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83"/>
            <p:cNvSpPr>
              <a:spLocks/>
            </p:cNvSpPr>
            <p:nvPr/>
          </p:nvSpPr>
          <p:spPr bwMode="auto">
            <a:xfrm>
              <a:off x="1928813" y="3546476"/>
              <a:ext cx="187325" cy="200025"/>
            </a:xfrm>
            <a:custGeom>
              <a:avLst/>
              <a:gdLst/>
              <a:ahLst/>
              <a:cxnLst>
                <a:cxn ang="0">
                  <a:pos x="26" y="0"/>
                </a:cxn>
                <a:cxn ang="0">
                  <a:pos x="36" y="3"/>
                </a:cxn>
                <a:cxn ang="0">
                  <a:pos x="41" y="3"/>
                </a:cxn>
                <a:cxn ang="0">
                  <a:pos x="48" y="0"/>
                </a:cxn>
                <a:cxn ang="0">
                  <a:pos x="56" y="1"/>
                </a:cxn>
                <a:cxn ang="0">
                  <a:pos x="60" y="3"/>
                </a:cxn>
                <a:cxn ang="0">
                  <a:pos x="66" y="7"/>
                </a:cxn>
                <a:cxn ang="0">
                  <a:pos x="68" y="11"/>
                </a:cxn>
                <a:cxn ang="0">
                  <a:pos x="79" y="9"/>
                </a:cxn>
                <a:cxn ang="0">
                  <a:pos x="82" y="18"/>
                </a:cxn>
                <a:cxn ang="0">
                  <a:pos x="82" y="23"/>
                </a:cxn>
                <a:cxn ang="0">
                  <a:pos x="82" y="29"/>
                </a:cxn>
                <a:cxn ang="0">
                  <a:pos x="78" y="37"/>
                </a:cxn>
                <a:cxn ang="0">
                  <a:pos x="72" y="42"/>
                </a:cxn>
                <a:cxn ang="0">
                  <a:pos x="75" y="52"/>
                </a:cxn>
                <a:cxn ang="0">
                  <a:pos x="73" y="58"/>
                </a:cxn>
                <a:cxn ang="0">
                  <a:pos x="73" y="63"/>
                </a:cxn>
                <a:cxn ang="0">
                  <a:pos x="75" y="66"/>
                </a:cxn>
                <a:cxn ang="0">
                  <a:pos x="83" y="69"/>
                </a:cxn>
                <a:cxn ang="0">
                  <a:pos x="89" y="72"/>
                </a:cxn>
                <a:cxn ang="0">
                  <a:pos x="95" y="76"/>
                </a:cxn>
                <a:cxn ang="0">
                  <a:pos x="99" y="78"/>
                </a:cxn>
                <a:cxn ang="0">
                  <a:pos x="96" y="83"/>
                </a:cxn>
                <a:cxn ang="0">
                  <a:pos x="95" y="87"/>
                </a:cxn>
                <a:cxn ang="0">
                  <a:pos x="90" y="88"/>
                </a:cxn>
                <a:cxn ang="0">
                  <a:pos x="88" y="93"/>
                </a:cxn>
                <a:cxn ang="0">
                  <a:pos x="94" y="97"/>
                </a:cxn>
                <a:cxn ang="0">
                  <a:pos x="87" y="101"/>
                </a:cxn>
                <a:cxn ang="0">
                  <a:pos x="82" y="95"/>
                </a:cxn>
                <a:cxn ang="0">
                  <a:pos x="75" y="99"/>
                </a:cxn>
                <a:cxn ang="0">
                  <a:pos x="65" y="102"/>
                </a:cxn>
                <a:cxn ang="0">
                  <a:pos x="57" y="105"/>
                </a:cxn>
                <a:cxn ang="0">
                  <a:pos x="49" y="101"/>
                </a:cxn>
                <a:cxn ang="0">
                  <a:pos x="43" y="105"/>
                </a:cxn>
                <a:cxn ang="0">
                  <a:pos x="47" y="98"/>
                </a:cxn>
                <a:cxn ang="0">
                  <a:pos x="43" y="93"/>
                </a:cxn>
                <a:cxn ang="0">
                  <a:pos x="39" y="91"/>
                </a:cxn>
                <a:cxn ang="0">
                  <a:pos x="40" y="84"/>
                </a:cxn>
                <a:cxn ang="0">
                  <a:pos x="37" y="78"/>
                </a:cxn>
                <a:cxn ang="0">
                  <a:pos x="39" y="71"/>
                </a:cxn>
                <a:cxn ang="0">
                  <a:pos x="30" y="66"/>
                </a:cxn>
                <a:cxn ang="0">
                  <a:pos x="31" y="62"/>
                </a:cxn>
                <a:cxn ang="0">
                  <a:pos x="31" y="50"/>
                </a:cxn>
                <a:cxn ang="0">
                  <a:pos x="24" y="40"/>
                </a:cxn>
                <a:cxn ang="0">
                  <a:pos x="24" y="29"/>
                </a:cxn>
                <a:cxn ang="0">
                  <a:pos x="17" y="26"/>
                </a:cxn>
                <a:cxn ang="0">
                  <a:pos x="10" y="31"/>
                </a:cxn>
                <a:cxn ang="0">
                  <a:pos x="1" y="29"/>
                </a:cxn>
                <a:cxn ang="0">
                  <a:pos x="2" y="23"/>
                </a:cxn>
                <a:cxn ang="0">
                  <a:pos x="4" y="18"/>
                </a:cxn>
                <a:cxn ang="0">
                  <a:pos x="11" y="14"/>
                </a:cxn>
                <a:cxn ang="0">
                  <a:pos x="14" y="10"/>
                </a:cxn>
                <a:cxn ang="0">
                  <a:pos x="12" y="3"/>
                </a:cxn>
                <a:cxn ang="0">
                  <a:pos x="19" y="0"/>
                </a:cxn>
              </a:cxnLst>
              <a:rect l="0" t="0" r="r" b="b"/>
              <a:pathLst>
                <a:path w="99" h="106">
                  <a:moveTo>
                    <a:pt x="19" y="0"/>
                  </a:moveTo>
                  <a:cubicBezTo>
                    <a:pt x="20" y="0"/>
                    <a:pt x="21" y="1"/>
                    <a:pt x="21" y="1"/>
                  </a:cubicBezTo>
                  <a:cubicBezTo>
                    <a:pt x="22" y="1"/>
                    <a:pt x="23" y="0"/>
                    <a:pt x="24" y="0"/>
                  </a:cubicBezTo>
                  <a:cubicBezTo>
                    <a:pt x="24" y="0"/>
                    <a:pt x="26" y="0"/>
                    <a:pt x="26" y="0"/>
                  </a:cubicBezTo>
                  <a:cubicBezTo>
                    <a:pt x="27" y="0"/>
                    <a:pt x="28" y="1"/>
                    <a:pt x="28" y="1"/>
                  </a:cubicBezTo>
                  <a:cubicBezTo>
                    <a:pt x="29" y="1"/>
                    <a:pt x="31" y="0"/>
                    <a:pt x="32" y="0"/>
                  </a:cubicBezTo>
                  <a:cubicBezTo>
                    <a:pt x="33" y="0"/>
                    <a:pt x="34" y="1"/>
                    <a:pt x="35" y="2"/>
                  </a:cubicBezTo>
                  <a:cubicBezTo>
                    <a:pt x="35" y="2"/>
                    <a:pt x="36" y="3"/>
                    <a:pt x="36" y="3"/>
                  </a:cubicBezTo>
                  <a:cubicBezTo>
                    <a:pt x="36" y="4"/>
                    <a:pt x="37" y="4"/>
                    <a:pt x="37" y="4"/>
                  </a:cubicBezTo>
                  <a:cubicBezTo>
                    <a:pt x="37" y="4"/>
                    <a:pt x="38" y="4"/>
                    <a:pt x="38" y="4"/>
                  </a:cubicBezTo>
                  <a:cubicBezTo>
                    <a:pt x="38" y="4"/>
                    <a:pt x="39" y="3"/>
                    <a:pt x="39" y="3"/>
                  </a:cubicBezTo>
                  <a:cubicBezTo>
                    <a:pt x="40" y="3"/>
                    <a:pt x="40" y="3"/>
                    <a:pt x="41" y="3"/>
                  </a:cubicBezTo>
                  <a:cubicBezTo>
                    <a:pt x="41" y="3"/>
                    <a:pt x="42" y="4"/>
                    <a:pt x="42" y="4"/>
                  </a:cubicBezTo>
                  <a:cubicBezTo>
                    <a:pt x="43" y="3"/>
                    <a:pt x="43" y="2"/>
                    <a:pt x="43" y="1"/>
                  </a:cubicBezTo>
                  <a:cubicBezTo>
                    <a:pt x="44" y="1"/>
                    <a:pt x="45" y="0"/>
                    <a:pt x="46" y="0"/>
                  </a:cubicBezTo>
                  <a:cubicBezTo>
                    <a:pt x="47" y="0"/>
                    <a:pt x="48" y="0"/>
                    <a:pt x="48" y="0"/>
                  </a:cubicBezTo>
                  <a:cubicBezTo>
                    <a:pt x="49" y="0"/>
                    <a:pt x="49" y="1"/>
                    <a:pt x="50" y="2"/>
                  </a:cubicBezTo>
                  <a:cubicBezTo>
                    <a:pt x="51" y="2"/>
                    <a:pt x="52" y="2"/>
                    <a:pt x="52" y="2"/>
                  </a:cubicBezTo>
                  <a:cubicBezTo>
                    <a:pt x="53" y="3"/>
                    <a:pt x="54" y="3"/>
                    <a:pt x="55" y="2"/>
                  </a:cubicBezTo>
                  <a:cubicBezTo>
                    <a:pt x="55" y="2"/>
                    <a:pt x="56" y="1"/>
                    <a:pt x="56" y="1"/>
                  </a:cubicBezTo>
                  <a:cubicBezTo>
                    <a:pt x="56" y="1"/>
                    <a:pt x="57" y="2"/>
                    <a:pt x="57" y="2"/>
                  </a:cubicBezTo>
                  <a:cubicBezTo>
                    <a:pt x="58" y="3"/>
                    <a:pt x="58" y="4"/>
                    <a:pt x="58" y="4"/>
                  </a:cubicBezTo>
                  <a:cubicBezTo>
                    <a:pt x="58" y="4"/>
                    <a:pt x="59" y="5"/>
                    <a:pt x="59" y="5"/>
                  </a:cubicBezTo>
                  <a:cubicBezTo>
                    <a:pt x="60" y="5"/>
                    <a:pt x="60" y="3"/>
                    <a:pt x="60" y="3"/>
                  </a:cubicBezTo>
                  <a:cubicBezTo>
                    <a:pt x="61" y="3"/>
                    <a:pt x="61" y="3"/>
                    <a:pt x="62" y="3"/>
                  </a:cubicBezTo>
                  <a:cubicBezTo>
                    <a:pt x="62" y="4"/>
                    <a:pt x="62" y="5"/>
                    <a:pt x="63" y="5"/>
                  </a:cubicBezTo>
                  <a:cubicBezTo>
                    <a:pt x="63" y="5"/>
                    <a:pt x="64" y="5"/>
                    <a:pt x="64" y="5"/>
                  </a:cubicBezTo>
                  <a:cubicBezTo>
                    <a:pt x="65" y="5"/>
                    <a:pt x="65" y="6"/>
                    <a:pt x="66" y="7"/>
                  </a:cubicBezTo>
                  <a:cubicBezTo>
                    <a:pt x="66" y="7"/>
                    <a:pt x="65" y="8"/>
                    <a:pt x="65" y="9"/>
                  </a:cubicBezTo>
                  <a:cubicBezTo>
                    <a:pt x="65" y="9"/>
                    <a:pt x="64" y="9"/>
                    <a:pt x="64" y="9"/>
                  </a:cubicBezTo>
                  <a:cubicBezTo>
                    <a:pt x="63" y="9"/>
                    <a:pt x="64" y="10"/>
                    <a:pt x="64" y="11"/>
                  </a:cubicBezTo>
                  <a:cubicBezTo>
                    <a:pt x="65" y="11"/>
                    <a:pt x="67" y="11"/>
                    <a:pt x="68" y="11"/>
                  </a:cubicBezTo>
                  <a:cubicBezTo>
                    <a:pt x="68" y="11"/>
                    <a:pt x="70" y="11"/>
                    <a:pt x="70" y="10"/>
                  </a:cubicBezTo>
                  <a:cubicBezTo>
                    <a:pt x="71" y="10"/>
                    <a:pt x="73" y="9"/>
                    <a:pt x="73" y="9"/>
                  </a:cubicBezTo>
                  <a:cubicBezTo>
                    <a:pt x="74" y="9"/>
                    <a:pt x="76" y="9"/>
                    <a:pt x="77" y="9"/>
                  </a:cubicBezTo>
                  <a:cubicBezTo>
                    <a:pt x="77" y="9"/>
                    <a:pt x="79" y="9"/>
                    <a:pt x="79" y="9"/>
                  </a:cubicBezTo>
                  <a:cubicBezTo>
                    <a:pt x="80" y="10"/>
                    <a:pt x="81" y="10"/>
                    <a:pt x="82" y="11"/>
                  </a:cubicBezTo>
                  <a:cubicBezTo>
                    <a:pt x="82" y="12"/>
                    <a:pt x="82" y="14"/>
                    <a:pt x="82" y="15"/>
                  </a:cubicBezTo>
                  <a:cubicBezTo>
                    <a:pt x="82" y="15"/>
                    <a:pt x="82" y="16"/>
                    <a:pt x="82" y="16"/>
                  </a:cubicBezTo>
                  <a:cubicBezTo>
                    <a:pt x="82" y="17"/>
                    <a:pt x="82" y="18"/>
                    <a:pt x="82" y="18"/>
                  </a:cubicBezTo>
                  <a:cubicBezTo>
                    <a:pt x="82" y="18"/>
                    <a:pt x="82" y="18"/>
                    <a:pt x="82" y="18"/>
                  </a:cubicBezTo>
                  <a:cubicBezTo>
                    <a:pt x="81" y="18"/>
                    <a:pt x="80" y="19"/>
                    <a:pt x="80" y="19"/>
                  </a:cubicBezTo>
                  <a:cubicBezTo>
                    <a:pt x="80" y="20"/>
                    <a:pt x="81" y="20"/>
                    <a:pt x="81" y="21"/>
                  </a:cubicBezTo>
                  <a:cubicBezTo>
                    <a:pt x="81" y="21"/>
                    <a:pt x="81" y="22"/>
                    <a:pt x="82" y="23"/>
                  </a:cubicBezTo>
                  <a:cubicBezTo>
                    <a:pt x="82" y="23"/>
                    <a:pt x="83" y="24"/>
                    <a:pt x="83" y="24"/>
                  </a:cubicBezTo>
                  <a:cubicBezTo>
                    <a:pt x="84" y="24"/>
                    <a:pt x="85" y="25"/>
                    <a:pt x="85" y="25"/>
                  </a:cubicBezTo>
                  <a:cubicBezTo>
                    <a:pt x="85" y="26"/>
                    <a:pt x="85" y="27"/>
                    <a:pt x="84" y="27"/>
                  </a:cubicBezTo>
                  <a:cubicBezTo>
                    <a:pt x="84" y="28"/>
                    <a:pt x="83" y="28"/>
                    <a:pt x="82" y="29"/>
                  </a:cubicBezTo>
                  <a:cubicBezTo>
                    <a:pt x="82" y="29"/>
                    <a:pt x="81" y="30"/>
                    <a:pt x="81" y="30"/>
                  </a:cubicBezTo>
                  <a:cubicBezTo>
                    <a:pt x="80" y="30"/>
                    <a:pt x="79" y="31"/>
                    <a:pt x="79" y="31"/>
                  </a:cubicBezTo>
                  <a:cubicBezTo>
                    <a:pt x="78" y="32"/>
                    <a:pt x="78" y="34"/>
                    <a:pt x="78" y="34"/>
                  </a:cubicBezTo>
                  <a:cubicBezTo>
                    <a:pt x="78" y="35"/>
                    <a:pt x="78" y="36"/>
                    <a:pt x="78" y="37"/>
                  </a:cubicBezTo>
                  <a:cubicBezTo>
                    <a:pt x="77" y="38"/>
                    <a:pt x="76" y="38"/>
                    <a:pt x="75" y="39"/>
                  </a:cubicBezTo>
                  <a:cubicBezTo>
                    <a:pt x="74" y="39"/>
                    <a:pt x="72" y="38"/>
                    <a:pt x="72" y="39"/>
                  </a:cubicBezTo>
                  <a:cubicBezTo>
                    <a:pt x="71" y="39"/>
                    <a:pt x="71" y="40"/>
                    <a:pt x="71" y="40"/>
                  </a:cubicBezTo>
                  <a:cubicBezTo>
                    <a:pt x="71" y="40"/>
                    <a:pt x="72" y="42"/>
                    <a:pt x="72" y="42"/>
                  </a:cubicBezTo>
                  <a:cubicBezTo>
                    <a:pt x="72" y="43"/>
                    <a:pt x="73" y="44"/>
                    <a:pt x="74" y="45"/>
                  </a:cubicBezTo>
                  <a:cubicBezTo>
                    <a:pt x="74" y="45"/>
                    <a:pt x="74" y="46"/>
                    <a:pt x="75" y="47"/>
                  </a:cubicBezTo>
                  <a:cubicBezTo>
                    <a:pt x="75" y="47"/>
                    <a:pt x="75" y="48"/>
                    <a:pt x="75" y="49"/>
                  </a:cubicBezTo>
                  <a:cubicBezTo>
                    <a:pt x="76" y="50"/>
                    <a:pt x="75" y="52"/>
                    <a:pt x="75" y="52"/>
                  </a:cubicBezTo>
                  <a:cubicBezTo>
                    <a:pt x="75" y="52"/>
                    <a:pt x="73" y="52"/>
                    <a:pt x="73" y="53"/>
                  </a:cubicBezTo>
                  <a:cubicBezTo>
                    <a:pt x="73" y="53"/>
                    <a:pt x="72" y="54"/>
                    <a:pt x="72" y="54"/>
                  </a:cubicBezTo>
                  <a:cubicBezTo>
                    <a:pt x="72" y="55"/>
                    <a:pt x="74" y="56"/>
                    <a:pt x="74" y="56"/>
                  </a:cubicBezTo>
                  <a:cubicBezTo>
                    <a:pt x="74" y="57"/>
                    <a:pt x="73" y="58"/>
                    <a:pt x="73" y="58"/>
                  </a:cubicBezTo>
                  <a:cubicBezTo>
                    <a:pt x="72" y="59"/>
                    <a:pt x="71" y="59"/>
                    <a:pt x="71" y="59"/>
                  </a:cubicBezTo>
                  <a:cubicBezTo>
                    <a:pt x="71" y="60"/>
                    <a:pt x="71" y="61"/>
                    <a:pt x="71" y="61"/>
                  </a:cubicBezTo>
                  <a:cubicBezTo>
                    <a:pt x="71" y="61"/>
                    <a:pt x="72" y="61"/>
                    <a:pt x="72" y="61"/>
                  </a:cubicBezTo>
                  <a:cubicBezTo>
                    <a:pt x="73" y="62"/>
                    <a:pt x="73" y="62"/>
                    <a:pt x="73" y="63"/>
                  </a:cubicBezTo>
                  <a:cubicBezTo>
                    <a:pt x="73" y="63"/>
                    <a:pt x="71" y="64"/>
                    <a:pt x="71" y="64"/>
                  </a:cubicBezTo>
                  <a:cubicBezTo>
                    <a:pt x="71" y="65"/>
                    <a:pt x="71" y="65"/>
                    <a:pt x="72" y="65"/>
                  </a:cubicBezTo>
                  <a:cubicBezTo>
                    <a:pt x="72" y="66"/>
                    <a:pt x="73" y="66"/>
                    <a:pt x="74" y="66"/>
                  </a:cubicBezTo>
                  <a:cubicBezTo>
                    <a:pt x="74" y="66"/>
                    <a:pt x="75" y="66"/>
                    <a:pt x="75" y="66"/>
                  </a:cubicBezTo>
                  <a:cubicBezTo>
                    <a:pt x="76" y="66"/>
                    <a:pt x="77" y="67"/>
                    <a:pt x="77" y="67"/>
                  </a:cubicBezTo>
                  <a:cubicBezTo>
                    <a:pt x="78" y="67"/>
                    <a:pt x="79" y="69"/>
                    <a:pt x="79" y="69"/>
                  </a:cubicBezTo>
                  <a:cubicBezTo>
                    <a:pt x="80" y="69"/>
                    <a:pt x="81" y="69"/>
                    <a:pt x="81" y="69"/>
                  </a:cubicBezTo>
                  <a:cubicBezTo>
                    <a:pt x="82" y="69"/>
                    <a:pt x="82" y="69"/>
                    <a:pt x="83" y="69"/>
                  </a:cubicBezTo>
                  <a:cubicBezTo>
                    <a:pt x="83" y="69"/>
                    <a:pt x="84" y="69"/>
                    <a:pt x="85" y="69"/>
                  </a:cubicBezTo>
                  <a:cubicBezTo>
                    <a:pt x="85" y="70"/>
                    <a:pt x="86" y="70"/>
                    <a:pt x="86" y="71"/>
                  </a:cubicBezTo>
                  <a:cubicBezTo>
                    <a:pt x="86" y="71"/>
                    <a:pt x="87" y="70"/>
                    <a:pt x="87" y="71"/>
                  </a:cubicBezTo>
                  <a:cubicBezTo>
                    <a:pt x="88" y="71"/>
                    <a:pt x="88" y="72"/>
                    <a:pt x="89" y="72"/>
                  </a:cubicBezTo>
                  <a:cubicBezTo>
                    <a:pt x="89" y="72"/>
                    <a:pt x="90" y="73"/>
                    <a:pt x="90" y="73"/>
                  </a:cubicBezTo>
                  <a:cubicBezTo>
                    <a:pt x="91" y="74"/>
                    <a:pt x="93" y="73"/>
                    <a:pt x="93" y="73"/>
                  </a:cubicBezTo>
                  <a:cubicBezTo>
                    <a:pt x="94" y="73"/>
                    <a:pt x="94" y="74"/>
                    <a:pt x="94" y="74"/>
                  </a:cubicBezTo>
                  <a:cubicBezTo>
                    <a:pt x="95" y="75"/>
                    <a:pt x="95" y="76"/>
                    <a:pt x="95" y="76"/>
                  </a:cubicBezTo>
                  <a:cubicBezTo>
                    <a:pt x="95" y="76"/>
                    <a:pt x="96" y="76"/>
                    <a:pt x="96" y="76"/>
                  </a:cubicBezTo>
                  <a:cubicBezTo>
                    <a:pt x="96" y="77"/>
                    <a:pt x="97" y="76"/>
                    <a:pt x="98" y="76"/>
                  </a:cubicBezTo>
                  <a:cubicBezTo>
                    <a:pt x="98" y="76"/>
                    <a:pt x="98" y="77"/>
                    <a:pt x="99" y="77"/>
                  </a:cubicBezTo>
                  <a:cubicBezTo>
                    <a:pt x="99" y="78"/>
                    <a:pt x="99" y="78"/>
                    <a:pt x="99" y="78"/>
                  </a:cubicBezTo>
                  <a:cubicBezTo>
                    <a:pt x="99" y="78"/>
                    <a:pt x="99" y="79"/>
                    <a:pt x="99" y="79"/>
                  </a:cubicBezTo>
                  <a:cubicBezTo>
                    <a:pt x="98" y="79"/>
                    <a:pt x="98" y="79"/>
                    <a:pt x="97" y="80"/>
                  </a:cubicBezTo>
                  <a:cubicBezTo>
                    <a:pt x="97" y="80"/>
                    <a:pt x="96" y="80"/>
                    <a:pt x="96" y="81"/>
                  </a:cubicBezTo>
                  <a:cubicBezTo>
                    <a:pt x="96" y="81"/>
                    <a:pt x="96" y="82"/>
                    <a:pt x="96" y="83"/>
                  </a:cubicBezTo>
                  <a:cubicBezTo>
                    <a:pt x="97" y="83"/>
                    <a:pt x="97" y="84"/>
                    <a:pt x="97" y="85"/>
                  </a:cubicBezTo>
                  <a:cubicBezTo>
                    <a:pt x="97" y="85"/>
                    <a:pt x="97" y="85"/>
                    <a:pt x="96" y="86"/>
                  </a:cubicBezTo>
                  <a:cubicBezTo>
                    <a:pt x="96" y="86"/>
                    <a:pt x="96" y="86"/>
                    <a:pt x="95" y="86"/>
                  </a:cubicBezTo>
                  <a:cubicBezTo>
                    <a:pt x="95" y="86"/>
                    <a:pt x="95" y="87"/>
                    <a:pt x="95" y="87"/>
                  </a:cubicBezTo>
                  <a:cubicBezTo>
                    <a:pt x="94" y="87"/>
                    <a:pt x="94" y="88"/>
                    <a:pt x="93" y="88"/>
                  </a:cubicBezTo>
                  <a:cubicBezTo>
                    <a:pt x="93" y="88"/>
                    <a:pt x="92" y="88"/>
                    <a:pt x="92" y="87"/>
                  </a:cubicBezTo>
                  <a:cubicBezTo>
                    <a:pt x="92" y="87"/>
                    <a:pt x="92" y="87"/>
                    <a:pt x="91" y="87"/>
                  </a:cubicBezTo>
                  <a:cubicBezTo>
                    <a:pt x="91" y="87"/>
                    <a:pt x="90" y="87"/>
                    <a:pt x="90" y="88"/>
                  </a:cubicBezTo>
                  <a:cubicBezTo>
                    <a:pt x="90" y="88"/>
                    <a:pt x="90" y="89"/>
                    <a:pt x="90" y="89"/>
                  </a:cubicBezTo>
                  <a:cubicBezTo>
                    <a:pt x="89" y="90"/>
                    <a:pt x="89" y="90"/>
                    <a:pt x="88" y="90"/>
                  </a:cubicBezTo>
                  <a:cubicBezTo>
                    <a:pt x="88" y="90"/>
                    <a:pt x="88" y="91"/>
                    <a:pt x="88" y="92"/>
                  </a:cubicBezTo>
                  <a:cubicBezTo>
                    <a:pt x="88" y="92"/>
                    <a:pt x="88" y="93"/>
                    <a:pt x="88" y="93"/>
                  </a:cubicBezTo>
                  <a:cubicBezTo>
                    <a:pt x="89" y="93"/>
                    <a:pt x="90" y="94"/>
                    <a:pt x="90" y="94"/>
                  </a:cubicBezTo>
                  <a:cubicBezTo>
                    <a:pt x="91" y="94"/>
                    <a:pt x="92" y="94"/>
                    <a:pt x="92" y="95"/>
                  </a:cubicBezTo>
                  <a:cubicBezTo>
                    <a:pt x="93" y="95"/>
                    <a:pt x="93" y="95"/>
                    <a:pt x="94" y="96"/>
                  </a:cubicBezTo>
                  <a:cubicBezTo>
                    <a:pt x="94" y="96"/>
                    <a:pt x="94" y="97"/>
                    <a:pt x="94" y="97"/>
                  </a:cubicBezTo>
                  <a:cubicBezTo>
                    <a:pt x="93" y="98"/>
                    <a:pt x="93" y="99"/>
                    <a:pt x="93" y="100"/>
                  </a:cubicBezTo>
                  <a:cubicBezTo>
                    <a:pt x="92" y="100"/>
                    <a:pt x="92" y="101"/>
                    <a:pt x="92" y="102"/>
                  </a:cubicBezTo>
                  <a:cubicBezTo>
                    <a:pt x="91" y="102"/>
                    <a:pt x="91" y="103"/>
                    <a:pt x="90" y="103"/>
                  </a:cubicBezTo>
                  <a:cubicBezTo>
                    <a:pt x="89" y="103"/>
                    <a:pt x="88" y="102"/>
                    <a:pt x="87" y="101"/>
                  </a:cubicBezTo>
                  <a:cubicBezTo>
                    <a:pt x="87" y="101"/>
                    <a:pt x="86" y="100"/>
                    <a:pt x="86" y="99"/>
                  </a:cubicBezTo>
                  <a:cubicBezTo>
                    <a:pt x="85" y="99"/>
                    <a:pt x="84" y="98"/>
                    <a:pt x="84" y="97"/>
                  </a:cubicBezTo>
                  <a:cubicBezTo>
                    <a:pt x="83" y="97"/>
                    <a:pt x="83" y="96"/>
                    <a:pt x="83" y="96"/>
                  </a:cubicBezTo>
                  <a:cubicBezTo>
                    <a:pt x="83" y="95"/>
                    <a:pt x="82" y="95"/>
                    <a:pt x="82" y="95"/>
                  </a:cubicBezTo>
                  <a:cubicBezTo>
                    <a:pt x="81" y="95"/>
                    <a:pt x="81" y="95"/>
                    <a:pt x="80" y="95"/>
                  </a:cubicBezTo>
                  <a:cubicBezTo>
                    <a:pt x="80" y="96"/>
                    <a:pt x="79" y="97"/>
                    <a:pt x="79" y="97"/>
                  </a:cubicBezTo>
                  <a:cubicBezTo>
                    <a:pt x="79" y="98"/>
                    <a:pt x="78" y="99"/>
                    <a:pt x="77" y="99"/>
                  </a:cubicBezTo>
                  <a:cubicBezTo>
                    <a:pt x="77" y="99"/>
                    <a:pt x="75" y="99"/>
                    <a:pt x="75" y="99"/>
                  </a:cubicBezTo>
                  <a:cubicBezTo>
                    <a:pt x="74" y="99"/>
                    <a:pt x="72" y="98"/>
                    <a:pt x="71" y="98"/>
                  </a:cubicBezTo>
                  <a:cubicBezTo>
                    <a:pt x="71" y="98"/>
                    <a:pt x="70" y="98"/>
                    <a:pt x="70" y="98"/>
                  </a:cubicBezTo>
                  <a:cubicBezTo>
                    <a:pt x="70" y="99"/>
                    <a:pt x="69" y="99"/>
                    <a:pt x="69" y="99"/>
                  </a:cubicBezTo>
                  <a:cubicBezTo>
                    <a:pt x="68" y="100"/>
                    <a:pt x="66" y="101"/>
                    <a:pt x="65" y="102"/>
                  </a:cubicBezTo>
                  <a:cubicBezTo>
                    <a:pt x="65" y="102"/>
                    <a:pt x="64" y="103"/>
                    <a:pt x="64" y="103"/>
                  </a:cubicBezTo>
                  <a:cubicBezTo>
                    <a:pt x="63" y="104"/>
                    <a:pt x="62" y="105"/>
                    <a:pt x="62" y="105"/>
                  </a:cubicBezTo>
                  <a:cubicBezTo>
                    <a:pt x="61" y="106"/>
                    <a:pt x="60" y="106"/>
                    <a:pt x="60" y="106"/>
                  </a:cubicBezTo>
                  <a:cubicBezTo>
                    <a:pt x="59" y="106"/>
                    <a:pt x="58" y="105"/>
                    <a:pt x="57" y="105"/>
                  </a:cubicBezTo>
                  <a:cubicBezTo>
                    <a:pt x="56" y="104"/>
                    <a:pt x="55" y="104"/>
                    <a:pt x="54" y="104"/>
                  </a:cubicBezTo>
                  <a:cubicBezTo>
                    <a:pt x="53" y="104"/>
                    <a:pt x="52" y="104"/>
                    <a:pt x="52" y="103"/>
                  </a:cubicBezTo>
                  <a:cubicBezTo>
                    <a:pt x="51" y="103"/>
                    <a:pt x="52" y="102"/>
                    <a:pt x="51" y="102"/>
                  </a:cubicBezTo>
                  <a:cubicBezTo>
                    <a:pt x="51" y="101"/>
                    <a:pt x="49" y="101"/>
                    <a:pt x="49" y="101"/>
                  </a:cubicBezTo>
                  <a:cubicBezTo>
                    <a:pt x="48" y="101"/>
                    <a:pt x="48" y="102"/>
                    <a:pt x="48" y="103"/>
                  </a:cubicBezTo>
                  <a:cubicBezTo>
                    <a:pt x="47" y="103"/>
                    <a:pt x="46" y="104"/>
                    <a:pt x="46" y="104"/>
                  </a:cubicBezTo>
                  <a:cubicBezTo>
                    <a:pt x="45" y="105"/>
                    <a:pt x="44" y="105"/>
                    <a:pt x="43" y="105"/>
                  </a:cubicBezTo>
                  <a:cubicBezTo>
                    <a:pt x="43" y="105"/>
                    <a:pt x="43" y="105"/>
                    <a:pt x="43" y="105"/>
                  </a:cubicBezTo>
                  <a:cubicBezTo>
                    <a:pt x="43" y="104"/>
                    <a:pt x="43" y="104"/>
                    <a:pt x="43" y="103"/>
                  </a:cubicBezTo>
                  <a:cubicBezTo>
                    <a:pt x="44" y="103"/>
                    <a:pt x="44" y="102"/>
                    <a:pt x="44" y="102"/>
                  </a:cubicBezTo>
                  <a:cubicBezTo>
                    <a:pt x="44" y="101"/>
                    <a:pt x="45" y="101"/>
                    <a:pt x="46" y="100"/>
                  </a:cubicBezTo>
                  <a:cubicBezTo>
                    <a:pt x="46" y="100"/>
                    <a:pt x="46" y="99"/>
                    <a:pt x="47" y="98"/>
                  </a:cubicBezTo>
                  <a:cubicBezTo>
                    <a:pt x="47" y="98"/>
                    <a:pt x="47" y="96"/>
                    <a:pt x="47" y="96"/>
                  </a:cubicBezTo>
                  <a:cubicBezTo>
                    <a:pt x="46" y="95"/>
                    <a:pt x="46" y="94"/>
                    <a:pt x="46" y="94"/>
                  </a:cubicBezTo>
                  <a:cubicBezTo>
                    <a:pt x="45" y="94"/>
                    <a:pt x="45" y="95"/>
                    <a:pt x="44" y="94"/>
                  </a:cubicBezTo>
                  <a:cubicBezTo>
                    <a:pt x="44" y="94"/>
                    <a:pt x="44" y="93"/>
                    <a:pt x="43" y="93"/>
                  </a:cubicBezTo>
                  <a:cubicBezTo>
                    <a:pt x="43" y="93"/>
                    <a:pt x="42" y="94"/>
                    <a:pt x="42" y="94"/>
                  </a:cubicBezTo>
                  <a:cubicBezTo>
                    <a:pt x="41" y="94"/>
                    <a:pt x="40" y="94"/>
                    <a:pt x="40" y="94"/>
                  </a:cubicBezTo>
                  <a:cubicBezTo>
                    <a:pt x="40" y="94"/>
                    <a:pt x="39" y="93"/>
                    <a:pt x="39" y="93"/>
                  </a:cubicBezTo>
                  <a:cubicBezTo>
                    <a:pt x="39" y="92"/>
                    <a:pt x="39" y="91"/>
                    <a:pt x="39" y="91"/>
                  </a:cubicBezTo>
                  <a:cubicBezTo>
                    <a:pt x="39" y="90"/>
                    <a:pt x="41" y="90"/>
                    <a:pt x="41" y="90"/>
                  </a:cubicBezTo>
                  <a:cubicBezTo>
                    <a:pt x="42" y="89"/>
                    <a:pt x="42" y="89"/>
                    <a:pt x="42" y="88"/>
                  </a:cubicBezTo>
                  <a:cubicBezTo>
                    <a:pt x="42" y="88"/>
                    <a:pt x="41" y="87"/>
                    <a:pt x="41" y="86"/>
                  </a:cubicBezTo>
                  <a:cubicBezTo>
                    <a:pt x="41" y="86"/>
                    <a:pt x="40" y="84"/>
                    <a:pt x="40" y="84"/>
                  </a:cubicBezTo>
                  <a:cubicBezTo>
                    <a:pt x="40" y="83"/>
                    <a:pt x="41" y="83"/>
                    <a:pt x="42" y="83"/>
                  </a:cubicBezTo>
                  <a:cubicBezTo>
                    <a:pt x="42" y="82"/>
                    <a:pt x="42" y="81"/>
                    <a:pt x="42" y="81"/>
                  </a:cubicBezTo>
                  <a:cubicBezTo>
                    <a:pt x="41" y="80"/>
                    <a:pt x="40" y="80"/>
                    <a:pt x="39" y="79"/>
                  </a:cubicBezTo>
                  <a:cubicBezTo>
                    <a:pt x="39" y="79"/>
                    <a:pt x="37" y="78"/>
                    <a:pt x="37" y="78"/>
                  </a:cubicBezTo>
                  <a:cubicBezTo>
                    <a:pt x="36" y="77"/>
                    <a:pt x="36" y="76"/>
                    <a:pt x="37" y="76"/>
                  </a:cubicBezTo>
                  <a:cubicBezTo>
                    <a:pt x="37" y="75"/>
                    <a:pt x="38" y="75"/>
                    <a:pt x="39" y="75"/>
                  </a:cubicBezTo>
                  <a:cubicBezTo>
                    <a:pt x="39" y="74"/>
                    <a:pt x="39" y="73"/>
                    <a:pt x="39" y="72"/>
                  </a:cubicBezTo>
                  <a:cubicBezTo>
                    <a:pt x="39" y="72"/>
                    <a:pt x="39" y="71"/>
                    <a:pt x="39" y="71"/>
                  </a:cubicBezTo>
                  <a:cubicBezTo>
                    <a:pt x="38" y="71"/>
                    <a:pt x="38" y="71"/>
                    <a:pt x="37" y="71"/>
                  </a:cubicBezTo>
                  <a:cubicBezTo>
                    <a:pt x="37" y="71"/>
                    <a:pt x="35" y="70"/>
                    <a:pt x="35" y="70"/>
                  </a:cubicBezTo>
                  <a:cubicBezTo>
                    <a:pt x="34" y="69"/>
                    <a:pt x="33" y="68"/>
                    <a:pt x="33" y="67"/>
                  </a:cubicBezTo>
                  <a:cubicBezTo>
                    <a:pt x="32" y="67"/>
                    <a:pt x="30" y="66"/>
                    <a:pt x="30" y="66"/>
                  </a:cubicBezTo>
                  <a:cubicBezTo>
                    <a:pt x="29" y="66"/>
                    <a:pt x="28" y="67"/>
                    <a:pt x="27" y="66"/>
                  </a:cubicBezTo>
                  <a:cubicBezTo>
                    <a:pt x="27" y="66"/>
                    <a:pt x="28" y="65"/>
                    <a:pt x="28" y="65"/>
                  </a:cubicBezTo>
                  <a:cubicBezTo>
                    <a:pt x="28" y="64"/>
                    <a:pt x="30" y="64"/>
                    <a:pt x="30" y="63"/>
                  </a:cubicBezTo>
                  <a:cubicBezTo>
                    <a:pt x="30" y="63"/>
                    <a:pt x="31" y="62"/>
                    <a:pt x="31" y="62"/>
                  </a:cubicBezTo>
                  <a:cubicBezTo>
                    <a:pt x="31" y="61"/>
                    <a:pt x="31" y="60"/>
                    <a:pt x="31" y="59"/>
                  </a:cubicBezTo>
                  <a:cubicBezTo>
                    <a:pt x="31" y="58"/>
                    <a:pt x="31" y="57"/>
                    <a:pt x="31" y="56"/>
                  </a:cubicBezTo>
                  <a:cubicBezTo>
                    <a:pt x="31" y="56"/>
                    <a:pt x="31" y="54"/>
                    <a:pt x="31" y="54"/>
                  </a:cubicBezTo>
                  <a:cubicBezTo>
                    <a:pt x="31" y="53"/>
                    <a:pt x="31" y="51"/>
                    <a:pt x="31" y="50"/>
                  </a:cubicBezTo>
                  <a:cubicBezTo>
                    <a:pt x="31" y="49"/>
                    <a:pt x="31" y="47"/>
                    <a:pt x="30" y="47"/>
                  </a:cubicBezTo>
                  <a:cubicBezTo>
                    <a:pt x="30" y="46"/>
                    <a:pt x="29" y="45"/>
                    <a:pt x="28" y="44"/>
                  </a:cubicBezTo>
                  <a:cubicBezTo>
                    <a:pt x="28" y="44"/>
                    <a:pt x="26" y="43"/>
                    <a:pt x="26" y="43"/>
                  </a:cubicBezTo>
                  <a:cubicBezTo>
                    <a:pt x="25" y="42"/>
                    <a:pt x="25" y="41"/>
                    <a:pt x="24" y="40"/>
                  </a:cubicBezTo>
                  <a:cubicBezTo>
                    <a:pt x="24" y="40"/>
                    <a:pt x="25" y="38"/>
                    <a:pt x="25" y="38"/>
                  </a:cubicBezTo>
                  <a:cubicBezTo>
                    <a:pt x="25" y="37"/>
                    <a:pt x="25" y="35"/>
                    <a:pt x="25" y="34"/>
                  </a:cubicBezTo>
                  <a:cubicBezTo>
                    <a:pt x="25" y="33"/>
                    <a:pt x="26" y="32"/>
                    <a:pt x="26" y="31"/>
                  </a:cubicBezTo>
                  <a:cubicBezTo>
                    <a:pt x="25" y="31"/>
                    <a:pt x="25" y="29"/>
                    <a:pt x="24" y="29"/>
                  </a:cubicBezTo>
                  <a:cubicBezTo>
                    <a:pt x="24" y="29"/>
                    <a:pt x="23" y="30"/>
                    <a:pt x="22" y="30"/>
                  </a:cubicBezTo>
                  <a:cubicBezTo>
                    <a:pt x="22" y="30"/>
                    <a:pt x="20" y="30"/>
                    <a:pt x="20" y="29"/>
                  </a:cubicBezTo>
                  <a:cubicBezTo>
                    <a:pt x="20" y="29"/>
                    <a:pt x="19" y="28"/>
                    <a:pt x="19" y="27"/>
                  </a:cubicBezTo>
                  <a:cubicBezTo>
                    <a:pt x="19" y="27"/>
                    <a:pt x="18" y="26"/>
                    <a:pt x="17" y="26"/>
                  </a:cubicBezTo>
                  <a:cubicBezTo>
                    <a:pt x="17" y="26"/>
                    <a:pt x="16" y="27"/>
                    <a:pt x="16" y="27"/>
                  </a:cubicBezTo>
                  <a:cubicBezTo>
                    <a:pt x="16" y="27"/>
                    <a:pt x="15" y="28"/>
                    <a:pt x="15" y="29"/>
                  </a:cubicBezTo>
                  <a:cubicBezTo>
                    <a:pt x="15" y="29"/>
                    <a:pt x="14" y="30"/>
                    <a:pt x="14" y="30"/>
                  </a:cubicBezTo>
                  <a:cubicBezTo>
                    <a:pt x="13" y="31"/>
                    <a:pt x="11" y="31"/>
                    <a:pt x="10" y="31"/>
                  </a:cubicBezTo>
                  <a:cubicBezTo>
                    <a:pt x="10" y="31"/>
                    <a:pt x="8" y="29"/>
                    <a:pt x="7" y="29"/>
                  </a:cubicBezTo>
                  <a:cubicBezTo>
                    <a:pt x="7" y="29"/>
                    <a:pt x="6" y="29"/>
                    <a:pt x="6" y="29"/>
                  </a:cubicBezTo>
                  <a:cubicBezTo>
                    <a:pt x="5" y="29"/>
                    <a:pt x="4" y="29"/>
                    <a:pt x="4" y="29"/>
                  </a:cubicBezTo>
                  <a:cubicBezTo>
                    <a:pt x="3" y="29"/>
                    <a:pt x="2" y="30"/>
                    <a:pt x="1" y="29"/>
                  </a:cubicBezTo>
                  <a:cubicBezTo>
                    <a:pt x="1" y="29"/>
                    <a:pt x="0" y="28"/>
                    <a:pt x="0" y="28"/>
                  </a:cubicBezTo>
                  <a:cubicBezTo>
                    <a:pt x="0" y="27"/>
                    <a:pt x="1" y="26"/>
                    <a:pt x="1" y="26"/>
                  </a:cubicBezTo>
                  <a:cubicBezTo>
                    <a:pt x="1" y="26"/>
                    <a:pt x="2" y="25"/>
                    <a:pt x="2" y="25"/>
                  </a:cubicBezTo>
                  <a:cubicBezTo>
                    <a:pt x="3" y="24"/>
                    <a:pt x="3" y="23"/>
                    <a:pt x="2" y="23"/>
                  </a:cubicBezTo>
                  <a:cubicBezTo>
                    <a:pt x="2" y="22"/>
                    <a:pt x="2" y="21"/>
                    <a:pt x="2" y="21"/>
                  </a:cubicBezTo>
                  <a:cubicBezTo>
                    <a:pt x="2" y="21"/>
                    <a:pt x="2" y="21"/>
                    <a:pt x="2" y="21"/>
                  </a:cubicBezTo>
                  <a:cubicBezTo>
                    <a:pt x="3" y="20"/>
                    <a:pt x="3" y="19"/>
                    <a:pt x="3" y="19"/>
                  </a:cubicBezTo>
                  <a:cubicBezTo>
                    <a:pt x="4" y="19"/>
                    <a:pt x="4" y="18"/>
                    <a:pt x="4" y="18"/>
                  </a:cubicBezTo>
                  <a:cubicBezTo>
                    <a:pt x="4" y="17"/>
                    <a:pt x="4" y="16"/>
                    <a:pt x="4" y="15"/>
                  </a:cubicBezTo>
                  <a:cubicBezTo>
                    <a:pt x="5" y="15"/>
                    <a:pt x="6" y="17"/>
                    <a:pt x="7" y="17"/>
                  </a:cubicBezTo>
                  <a:cubicBezTo>
                    <a:pt x="8" y="17"/>
                    <a:pt x="8" y="15"/>
                    <a:pt x="8" y="15"/>
                  </a:cubicBezTo>
                  <a:cubicBezTo>
                    <a:pt x="8" y="15"/>
                    <a:pt x="10" y="14"/>
                    <a:pt x="11" y="14"/>
                  </a:cubicBezTo>
                  <a:cubicBezTo>
                    <a:pt x="12" y="14"/>
                    <a:pt x="13" y="15"/>
                    <a:pt x="14" y="15"/>
                  </a:cubicBezTo>
                  <a:cubicBezTo>
                    <a:pt x="14" y="14"/>
                    <a:pt x="15" y="14"/>
                    <a:pt x="15" y="13"/>
                  </a:cubicBezTo>
                  <a:cubicBezTo>
                    <a:pt x="16" y="13"/>
                    <a:pt x="16" y="12"/>
                    <a:pt x="16" y="12"/>
                  </a:cubicBezTo>
                  <a:cubicBezTo>
                    <a:pt x="15" y="11"/>
                    <a:pt x="14" y="10"/>
                    <a:pt x="14" y="10"/>
                  </a:cubicBezTo>
                  <a:cubicBezTo>
                    <a:pt x="14" y="9"/>
                    <a:pt x="15" y="8"/>
                    <a:pt x="15" y="8"/>
                  </a:cubicBezTo>
                  <a:cubicBezTo>
                    <a:pt x="14" y="7"/>
                    <a:pt x="13" y="6"/>
                    <a:pt x="13" y="6"/>
                  </a:cubicBezTo>
                  <a:cubicBezTo>
                    <a:pt x="13" y="5"/>
                    <a:pt x="12" y="5"/>
                    <a:pt x="12" y="4"/>
                  </a:cubicBezTo>
                  <a:cubicBezTo>
                    <a:pt x="12" y="4"/>
                    <a:pt x="12" y="3"/>
                    <a:pt x="12" y="3"/>
                  </a:cubicBezTo>
                  <a:cubicBezTo>
                    <a:pt x="12" y="2"/>
                    <a:pt x="14" y="3"/>
                    <a:pt x="15" y="3"/>
                  </a:cubicBezTo>
                  <a:cubicBezTo>
                    <a:pt x="15" y="3"/>
                    <a:pt x="16" y="2"/>
                    <a:pt x="16" y="2"/>
                  </a:cubicBezTo>
                  <a:cubicBezTo>
                    <a:pt x="17" y="2"/>
                    <a:pt x="17" y="1"/>
                    <a:pt x="18" y="0"/>
                  </a:cubicBezTo>
                  <a:cubicBezTo>
                    <a:pt x="18" y="0"/>
                    <a:pt x="18" y="0"/>
                    <a:pt x="19" y="0"/>
                  </a:cubicBezTo>
                  <a:cubicBezTo>
                    <a:pt x="19" y="0"/>
                    <a:pt x="19" y="0"/>
                    <a:pt x="19"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84"/>
            <p:cNvSpPr>
              <a:spLocks/>
            </p:cNvSpPr>
            <p:nvPr/>
          </p:nvSpPr>
          <p:spPr bwMode="auto">
            <a:xfrm>
              <a:off x="1992313" y="3436938"/>
              <a:ext cx="204788" cy="147638"/>
            </a:xfrm>
            <a:custGeom>
              <a:avLst/>
              <a:gdLst/>
              <a:ahLst/>
              <a:cxnLst>
                <a:cxn ang="0">
                  <a:pos x="3" y="62"/>
                </a:cxn>
                <a:cxn ang="0">
                  <a:pos x="3" y="54"/>
                </a:cxn>
                <a:cxn ang="0">
                  <a:pos x="3" y="46"/>
                </a:cxn>
                <a:cxn ang="0">
                  <a:pos x="5" y="40"/>
                </a:cxn>
                <a:cxn ang="0">
                  <a:pos x="5" y="32"/>
                </a:cxn>
                <a:cxn ang="0">
                  <a:pos x="2" y="26"/>
                </a:cxn>
                <a:cxn ang="0">
                  <a:pos x="0" y="21"/>
                </a:cxn>
                <a:cxn ang="0">
                  <a:pos x="3" y="17"/>
                </a:cxn>
                <a:cxn ang="0">
                  <a:pos x="8" y="13"/>
                </a:cxn>
                <a:cxn ang="0">
                  <a:pos x="14" y="16"/>
                </a:cxn>
                <a:cxn ang="0">
                  <a:pos x="18" y="16"/>
                </a:cxn>
                <a:cxn ang="0">
                  <a:pos x="22" y="14"/>
                </a:cxn>
                <a:cxn ang="0">
                  <a:pos x="27" y="12"/>
                </a:cxn>
                <a:cxn ang="0">
                  <a:pos x="31" y="8"/>
                </a:cxn>
                <a:cxn ang="0">
                  <a:pos x="27" y="1"/>
                </a:cxn>
                <a:cxn ang="0">
                  <a:pos x="34" y="2"/>
                </a:cxn>
                <a:cxn ang="0">
                  <a:pos x="39" y="3"/>
                </a:cxn>
                <a:cxn ang="0">
                  <a:pos x="40" y="8"/>
                </a:cxn>
                <a:cxn ang="0">
                  <a:pos x="43" y="14"/>
                </a:cxn>
                <a:cxn ang="0">
                  <a:pos x="44" y="23"/>
                </a:cxn>
                <a:cxn ang="0">
                  <a:pos x="48" y="26"/>
                </a:cxn>
                <a:cxn ang="0">
                  <a:pos x="51" y="22"/>
                </a:cxn>
                <a:cxn ang="0">
                  <a:pos x="58" y="23"/>
                </a:cxn>
                <a:cxn ang="0">
                  <a:pos x="61" y="26"/>
                </a:cxn>
                <a:cxn ang="0">
                  <a:pos x="63" y="36"/>
                </a:cxn>
                <a:cxn ang="0">
                  <a:pos x="67" y="46"/>
                </a:cxn>
                <a:cxn ang="0">
                  <a:pos x="73" y="54"/>
                </a:cxn>
                <a:cxn ang="0">
                  <a:pos x="80" y="55"/>
                </a:cxn>
                <a:cxn ang="0">
                  <a:pos x="82" y="50"/>
                </a:cxn>
                <a:cxn ang="0">
                  <a:pos x="86" y="52"/>
                </a:cxn>
                <a:cxn ang="0">
                  <a:pos x="92" y="50"/>
                </a:cxn>
                <a:cxn ang="0">
                  <a:pos x="98" y="51"/>
                </a:cxn>
                <a:cxn ang="0">
                  <a:pos x="104" y="50"/>
                </a:cxn>
                <a:cxn ang="0">
                  <a:pos x="107" y="54"/>
                </a:cxn>
                <a:cxn ang="0">
                  <a:pos x="108" y="60"/>
                </a:cxn>
                <a:cxn ang="0">
                  <a:pos x="108" y="67"/>
                </a:cxn>
                <a:cxn ang="0">
                  <a:pos x="104" y="72"/>
                </a:cxn>
                <a:cxn ang="0">
                  <a:pos x="96" y="73"/>
                </a:cxn>
                <a:cxn ang="0">
                  <a:pos x="92" y="73"/>
                </a:cxn>
                <a:cxn ang="0">
                  <a:pos x="86" y="70"/>
                </a:cxn>
                <a:cxn ang="0">
                  <a:pos x="80" y="73"/>
                </a:cxn>
                <a:cxn ang="0">
                  <a:pos x="74" y="73"/>
                </a:cxn>
                <a:cxn ang="0">
                  <a:pos x="71" y="74"/>
                </a:cxn>
                <a:cxn ang="0">
                  <a:pos x="66" y="76"/>
                </a:cxn>
                <a:cxn ang="0">
                  <a:pos x="63" y="74"/>
                </a:cxn>
                <a:cxn ang="0">
                  <a:pos x="59" y="74"/>
                </a:cxn>
                <a:cxn ang="0">
                  <a:pos x="55" y="77"/>
                </a:cxn>
                <a:cxn ang="0">
                  <a:pos x="48" y="76"/>
                </a:cxn>
                <a:cxn ang="0">
                  <a:pos x="48" y="74"/>
                </a:cxn>
                <a:cxn ang="0">
                  <a:pos x="45" y="67"/>
                </a:cxn>
                <a:cxn ang="0">
                  <a:pos x="36" y="68"/>
                </a:cxn>
                <a:cxn ang="0">
                  <a:pos x="30" y="67"/>
                </a:cxn>
                <a:cxn ang="0">
                  <a:pos x="30" y="63"/>
                </a:cxn>
                <a:cxn ang="0">
                  <a:pos x="26" y="61"/>
                </a:cxn>
                <a:cxn ang="0">
                  <a:pos x="23" y="60"/>
                </a:cxn>
                <a:cxn ang="0">
                  <a:pos x="18" y="60"/>
                </a:cxn>
                <a:cxn ang="0">
                  <a:pos x="12" y="58"/>
                </a:cxn>
                <a:cxn ang="0">
                  <a:pos x="7" y="61"/>
                </a:cxn>
              </a:cxnLst>
              <a:rect l="0" t="0" r="r" b="b"/>
              <a:pathLst>
                <a:path w="108" h="78">
                  <a:moveTo>
                    <a:pt x="5" y="61"/>
                  </a:moveTo>
                  <a:cubicBezTo>
                    <a:pt x="5" y="61"/>
                    <a:pt x="4" y="62"/>
                    <a:pt x="4" y="62"/>
                  </a:cubicBezTo>
                  <a:cubicBezTo>
                    <a:pt x="4" y="62"/>
                    <a:pt x="3" y="62"/>
                    <a:pt x="3" y="62"/>
                  </a:cubicBezTo>
                  <a:cubicBezTo>
                    <a:pt x="3" y="61"/>
                    <a:pt x="3" y="59"/>
                    <a:pt x="3" y="58"/>
                  </a:cubicBezTo>
                  <a:cubicBezTo>
                    <a:pt x="3" y="58"/>
                    <a:pt x="3" y="57"/>
                    <a:pt x="3" y="57"/>
                  </a:cubicBezTo>
                  <a:cubicBezTo>
                    <a:pt x="3" y="56"/>
                    <a:pt x="3" y="55"/>
                    <a:pt x="3" y="54"/>
                  </a:cubicBezTo>
                  <a:cubicBezTo>
                    <a:pt x="3" y="53"/>
                    <a:pt x="4" y="52"/>
                    <a:pt x="3" y="51"/>
                  </a:cubicBezTo>
                  <a:cubicBezTo>
                    <a:pt x="3" y="51"/>
                    <a:pt x="3" y="49"/>
                    <a:pt x="3" y="49"/>
                  </a:cubicBezTo>
                  <a:cubicBezTo>
                    <a:pt x="3" y="48"/>
                    <a:pt x="3" y="47"/>
                    <a:pt x="3" y="46"/>
                  </a:cubicBezTo>
                  <a:cubicBezTo>
                    <a:pt x="3" y="45"/>
                    <a:pt x="3" y="43"/>
                    <a:pt x="3" y="43"/>
                  </a:cubicBezTo>
                  <a:cubicBezTo>
                    <a:pt x="3" y="42"/>
                    <a:pt x="3" y="41"/>
                    <a:pt x="4" y="41"/>
                  </a:cubicBezTo>
                  <a:cubicBezTo>
                    <a:pt x="4" y="41"/>
                    <a:pt x="5" y="40"/>
                    <a:pt x="5" y="40"/>
                  </a:cubicBezTo>
                  <a:cubicBezTo>
                    <a:pt x="5" y="39"/>
                    <a:pt x="5" y="38"/>
                    <a:pt x="5" y="38"/>
                  </a:cubicBezTo>
                  <a:cubicBezTo>
                    <a:pt x="6" y="37"/>
                    <a:pt x="6" y="36"/>
                    <a:pt x="6" y="35"/>
                  </a:cubicBezTo>
                  <a:cubicBezTo>
                    <a:pt x="6" y="34"/>
                    <a:pt x="5" y="33"/>
                    <a:pt x="5" y="32"/>
                  </a:cubicBezTo>
                  <a:cubicBezTo>
                    <a:pt x="5" y="32"/>
                    <a:pt x="6" y="30"/>
                    <a:pt x="6" y="29"/>
                  </a:cubicBezTo>
                  <a:cubicBezTo>
                    <a:pt x="5" y="29"/>
                    <a:pt x="5" y="28"/>
                    <a:pt x="4" y="27"/>
                  </a:cubicBezTo>
                  <a:cubicBezTo>
                    <a:pt x="4" y="27"/>
                    <a:pt x="3" y="26"/>
                    <a:pt x="2" y="26"/>
                  </a:cubicBezTo>
                  <a:cubicBezTo>
                    <a:pt x="1" y="26"/>
                    <a:pt x="0" y="25"/>
                    <a:pt x="0" y="25"/>
                  </a:cubicBezTo>
                  <a:cubicBezTo>
                    <a:pt x="0" y="24"/>
                    <a:pt x="0" y="24"/>
                    <a:pt x="0" y="23"/>
                  </a:cubicBezTo>
                  <a:cubicBezTo>
                    <a:pt x="0" y="23"/>
                    <a:pt x="0" y="22"/>
                    <a:pt x="0" y="21"/>
                  </a:cubicBezTo>
                  <a:cubicBezTo>
                    <a:pt x="0" y="21"/>
                    <a:pt x="1" y="20"/>
                    <a:pt x="1" y="20"/>
                  </a:cubicBezTo>
                  <a:cubicBezTo>
                    <a:pt x="1" y="20"/>
                    <a:pt x="1" y="19"/>
                    <a:pt x="2" y="19"/>
                  </a:cubicBezTo>
                  <a:cubicBezTo>
                    <a:pt x="2" y="18"/>
                    <a:pt x="2" y="17"/>
                    <a:pt x="3" y="17"/>
                  </a:cubicBezTo>
                  <a:cubicBezTo>
                    <a:pt x="3" y="16"/>
                    <a:pt x="4" y="16"/>
                    <a:pt x="5" y="15"/>
                  </a:cubicBezTo>
                  <a:cubicBezTo>
                    <a:pt x="5" y="15"/>
                    <a:pt x="5" y="14"/>
                    <a:pt x="6" y="14"/>
                  </a:cubicBezTo>
                  <a:cubicBezTo>
                    <a:pt x="6" y="14"/>
                    <a:pt x="7" y="13"/>
                    <a:pt x="8" y="13"/>
                  </a:cubicBezTo>
                  <a:cubicBezTo>
                    <a:pt x="8" y="13"/>
                    <a:pt x="9" y="14"/>
                    <a:pt x="10" y="14"/>
                  </a:cubicBezTo>
                  <a:cubicBezTo>
                    <a:pt x="11" y="13"/>
                    <a:pt x="12" y="12"/>
                    <a:pt x="13" y="13"/>
                  </a:cubicBezTo>
                  <a:cubicBezTo>
                    <a:pt x="14" y="13"/>
                    <a:pt x="14" y="15"/>
                    <a:pt x="14" y="16"/>
                  </a:cubicBezTo>
                  <a:cubicBezTo>
                    <a:pt x="14" y="16"/>
                    <a:pt x="15" y="17"/>
                    <a:pt x="15" y="17"/>
                  </a:cubicBezTo>
                  <a:cubicBezTo>
                    <a:pt x="16" y="17"/>
                    <a:pt x="16" y="16"/>
                    <a:pt x="16" y="16"/>
                  </a:cubicBezTo>
                  <a:cubicBezTo>
                    <a:pt x="17" y="16"/>
                    <a:pt x="17" y="16"/>
                    <a:pt x="18" y="16"/>
                  </a:cubicBezTo>
                  <a:cubicBezTo>
                    <a:pt x="18" y="16"/>
                    <a:pt x="19" y="17"/>
                    <a:pt x="19" y="17"/>
                  </a:cubicBezTo>
                  <a:cubicBezTo>
                    <a:pt x="20" y="17"/>
                    <a:pt x="21" y="16"/>
                    <a:pt x="21" y="16"/>
                  </a:cubicBezTo>
                  <a:cubicBezTo>
                    <a:pt x="22" y="15"/>
                    <a:pt x="22" y="14"/>
                    <a:pt x="22" y="14"/>
                  </a:cubicBezTo>
                  <a:cubicBezTo>
                    <a:pt x="23" y="14"/>
                    <a:pt x="25" y="16"/>
                    <a:pt x="26" y="15"/>
                  </a:cubicBezTo>
                  <a:cubicBezTo>
                    <a:pt x="26" y="15"/>
                    <a:pt x="26" y="14"/>
                    <a:pt x="26" y="14"/>
                  </a:cubicBezTo>
                  <a:cubicBezTo>
                    <a:pt x="26" y="13"/>
                    <a:pt x="27" y="12"/>
                    <a:pt x="27" y="12"/>
                  </a:cubicBezTo>
                  <a:cubicBezTo>
                    <a:pt x="28" y="12"/>
                    <a:pt x="29" y="12"/>
                    <a:pt x="30" y="11"/>
                  </a:cubicBezTo>
                  <a:cubicBezTo>
                    <a:pt x="30" y="11"/>
                    <a:pt x="31" y="11"/>
                    <a:pt x="31" y="10"/>
                  </a:cubicBezTo>
                  <a:cubicBezTo>
                    <a:pt x="31" y="10"/>
                    <a:pt x="31" y="8"/>
                    <a:pt x="31" y="8"/>
                  </a:cubicBezTo>
                  <a:cubicBezTo>
                    <a:pt x="31" y="7"/>
                    <a:pt x="31" y="6"/>
                    <a:pt x="31" y="5"/>
                  </a:cubicBezTo>
                  <a:cubicBezTo>
                    <a:pt x="30" y="5"/>
                    <a:pt x="29" y="4"/>
                    <a:pt x="28" y="4"/>
                  </a:cubicBezTo>
                  <a:cubicBezTo>
                    <a:pt x="28" y="3"/>
                    <a:pt x="27" y="2"/>
                    <a:pt x="27" y="1"/>
                  </a:cubicBezTo>
                  <a:cubicBezTo>
                    <a:pt x="27" y="1"/>
                    <a:pt x="28" y="0"/>
                    <a:pt x="28" y="0"/>
                  </a:cubicBezTo>
                  <a:cubicBezTo>
                    <a:pt x="29" y="0"/>
                    <a:pt x="30" y="0"/>
                    <a:pt x="30" y="0"/>
                  </a:cubicBezTo>
                  <a:cubicBezTo>
                    <a:pt x="31" y="0"/>
                    <a:pt x="33" y="1"/>
                    <a:pt x="34" y="2"/>
                  </a:cubicBezTo>
                  <a:cubicBezTo>
                    <a:pt x="34" y="3"/>
                    <a:pt x="36" y="4"/>
                    <a:pt x="37" y="4"/>
                  </a:cubicBezTo>
                  <a:cubicBezTo>
                    <a:pt x="37" y="4"/>
                    <a:pt x="38" y="4"/>
                    <a:pt x="38" y="4"/>
                  </a:cubicBezTo>
                  <a:cubicBezTo>
                    <a:pt x="39" y="4"/>
                    <a:pt x="39" y="3"/>
                    <a:pt x="39" y="3"/>
                  </a:cubicBezTo>
                  <a:cubicBezTo>
                    <a:pt x="40" y="3"/>
                    <a:pt x="40" y="4"/>
                    <a:pt x="40" y="5"/>
                  </a:cubicBezTo>
                  <a:cubicBezTo>
                    <a:pt x="41" y="5"/>
                    <a:pt x="42" y="7"/>
                    <a:pt x="42" y="7"/>
                  </a:cubicBezTo>
                  <a:cubicBezTo>
                    <a:pt x="41" y="8"/>
                    <a:pt x="40" y="8"/>
                    <a:pt x="40" y="8"/>
                  </a:cubicBezTo>
                  <a:cubicBezTo>
                    <a:pt x="39" y="9"/>
                    <a:pt x="39" y="10"/>
                    <a:pt x="40" y="11"/>
                  </a:cubicBezTo>
                  <a:cubicBezTo>
                    <a:pt x="40" y="11"/>
                    <a:pt x="41" y="12"/>
                    <a:pt x="42" y="13"/>
                  </a:cubicBezTo>
                  <a:cubicBezTo>
                    <a:pt x="42" y="13"/>
                    <a:pt x="42" y="14"/>
                    <a:pt x="43" y="14"/>
                  </a:cubicBezTo>
                  <a:cubicBezTo>
                    <a:pt x="43" y="15"/>
                    <a:pt x="44" y="16"/>
                    <a:pt x="44" y="17"/>
                  </a:cubicBezTo>
                  <a:cubicBezTo>
                    <a:pt x="44" y="18"/>
                    <a:pt x="44" y="20"/>
                    <a:pt x="44" y="20"/>
                  </a:cubicBezTo>
                  <a:cubicBezTo>
                    <a:pt x="44" y="21"/>
                    <a:pt x="44" y="22"/>
                    <a:pt x="44" y="23"/>
                  </a:cubicBezTo>
                  <a:cubicBezTo>
                    <a:pt x="45" y="23"/>
                    <a:pt x="45" y="24"/>
                    <a:pt x="45" y="25"/>
                  </a:cubicBezTo>
                  <a:cubicBezTo>
                    <a:pt x="46" y="25"/>
                    <a:pt x="46" y="26"/>
                    <a:pt x="46" y="27"/>
                  </a:cubicBezTo>
                  <a:cubicBezTo>
                    <a:pt x="47" y="27"/>
                    <a:pt x="48" y="26"/>
                    <a:pt x="48" y="26"/>
                  </a:cubicBezTo>
                  <a:cubicBezTo>
                    <a:pt x="49" y="26"/>
                    <a:pt x="49" y="24"/>
                    <a:pt x="49" y="24"/>
                  </a:cubicBezTo>
                  <a:cubicBezTo>
                    <a:pt x="49" y="23"/>
                    <a:pt x="49" y="22"/>
                    <a:pt x="49" y="22"/>
                  </a:cubicBezTo>
                  <a:cubicBezTo>
                    <a:pt x="50" y="21"/>
                    <a:pt x="51" y="22"/>
                    <a:pt x="51" y="22"/>
                  </a:cubicBezTo>
                  <a:cubicBezTo>
                    <a:pt x="52" y="22"/>
                    <a:pt x="52" y="23"/>
                    <a:pt x="53" y="23"/>
                  </a:cubicBezTo>
                  <a:cubicBezTo>
                    <a:pt x="54" y="23"/>
                    <a:pt x="56" y="22"/>
                    <a:pt x="57" y="22"/>
                  </a:cubicBezTo>
                  <a:cubicBezTo>
                    <a:pt x="58" y="22"/>
                    <a:pt x="58" y="23"/>
                    <a:pt x="58" y="23"/>
                  </a:cubicBezTo>
                  <a:cubicBezTo>
                    <a:pt x="59" y="23"/>
                    <a:pt x="59" y="23"/>
                    <a:pt x="60" y="23"/>
                  </a:cubicBezTo>
                  <a:cubicBezTo>
                    <a:pt x="60" y="24"/>
                    <a:pt x="60" y="24"/>
                    <a:pt x="60" y="24"/>
                  </a:cubicBezTo>
                  <a:cubicBezTo>
                    <a:pt x="60" y="25"/>
                    <a:pt x="61" y="26"/>
                    <a:pt x="61" y="26"/>
                  </a:cubicBezTo>
                  <a:cubicBezTo>
                    <a:pt x="61" y="27"/>
                    <a:pt x="62" y="29"/>
                    <a:pt x="62" y="29"/>
                  </a:cubicBezTo>
                  <a:cubicBezTo>
                    <a:pt x="62" y="30"/>
                    <a:pt x="61" y="32"/>
                    <a:pt x="62" y="32"/>
                  </a:cubicBezTo>
                  <a:cubicBezTo>
                    <a:pt x="62" y="33"/>
                    <a:pt x="63" y="35"/>
                    <a:pt x="63" y="36"/>
                  </a:cubicBezTo>
                  <a:cubicBezTo>
                    <a:pt x="64" y="37"/>
                    <a:pt x="64" y="38"/>
                    <a:pt x="64" y="39"/>
                  </a:cubicBezTo>
                  <a:cubicBezTo>
                    <a:pt x="65" y="40"/>
                    <a:pt x="65" y="42"/>
                    <a:pt x="66" y="43"/>
                  </a:cubicBezTo>
                  <a:cubicBezTo>
                    <a:pt x="66" y="44"/>
                    <a:pt x="67" y="46"/>
                    <a:pt x="67" y="46"/>
                  </a:cubicBezTo>
                  <a:cubicBezTo>
                    <a:pt x="67" y="47"/>
                    <a:pt x="68" y="48"/>
                    <a:pt x="69" y="48"/>
                  </a:cubicBezTo>
                  <a:cubicBezTo>
                    <a:pt x="69" y="49"/>
                    <a:pt x="70" y="50"/>
                    <a:pt x="70" y="50"/>
                  </a:cubicBezTo>
                  <a:cubicBezTo>
                    <a:pt x="71" y="51"/>
                    <a:pt x="72" y="53"/>
                    <a:pt x="73" y="54"/>
                  </a:cubicBezTo>
                  <a:cubicBezTo>
                    <a:pt x="74" y="55"/>
                    <a:pt x="74" y="56"/>
                    <a:pt x="74" y="56"/>
                  </a:cubicBezTo>
                  <a:cubicBezTo>
                    <a:pt x="75" y="57"/>
                    <a:pt x="76" y="57"/>
                    <a:pt x="77" y="56"/>
                  </a:cubicBezTo>
                  <a:cubicBezTo>
                    <a:pt x="78" y="56"/>
                    <a:pt x="79" y="55"/>
                    <a:pt x="80" y="55"/>
                  </a:cubicBezTo>
                  <a:cubicBezTo>
                    <a:pt x="80" y="55"/>
                    <a:pt x="81" y="54"/>
                    <a:pt x="82" y="53"/>
                  </a:cubicBezTo>
                  <a:cubicBezTo>
                    <a:pt x="82" y="53"/>
                    <a:pt x="83" y="52"/>
                    <a:pt x="83" y="52"/>
                  </a:cubicBezTo>
                  <a:cubicBezTo>
                    <a:pt x="83" y="51"/>
                    <a:pt x="82" y="51"/>
                    <a:pt x="82" y="50"/>
                  </a:cubicBezTo>
                  <a:cubicBezTo>
                    <a:pt x="82" y="50"/>
                    <a:pt x="82" y="49"/>
                    <a:pt x="83" y="49"/>
                  </a:cubicBezTo>
                  <a:cubicBezTo>
                    <a:pt x="83" y="49"/>
                    <a:pt x="84" y="49"/>
                    <a:pt x="84" y="50"/>
                  </a:cubicBezTo>
                  <a:cubicBezTo>
                    <a:pt x="85" y="50"/>
                    <a:pt x="85" y="52"/>
                    <a:pt x="86" y="52"/>
                  </a:cubicBezTo>
                  <a:cubicBezTo>
                    <a:pt x="87" y="52"/>
                    <a:pt x="88" y="52"/>
                    <a:pt x="89" y="51"/>
                  </a:cubicBezTo>
                  <a:cubicBezTo>
                    <a:pt x="89" y="51"/>
                    <a:pt x="89" y="50"/>
                    <a:pt x="90" y="50"/>
                  </a:cubicBezTo>
                  <a:cubicBezTo>
                    <a:pt x="90" y="50"/>
                    <a:pt x="92" y="50"/>
                    <a:pt x="92" y="50"/>
                  </a:cubicBezTo>
                  <a:cubicBezTo>
                    <a:pt x="93" y="50"/>
                    <a:pt x="94" y="50"/>
                    <a:pt x="95" y="50"/>
                  </a:cubicBezTo>
                  <a:cubicBezTo>
                    <a:pt x="95" y="50"/>
                    <a:pt x="96" y="50"/>
                    <a:pt x="96" y="50"/>
                  </a:cubicBezTo>
                  <a:cubicBezTo>
                    <a:pt x="97" y="50"/>
                    <a:pt x="98" y="51"/>
                    <a:pt x="98" y="51"/>
                  </a:cubicBezTo>
                  <a:cubicBezTo>
                    <a:pt x="99" y="52"/>
                    <a:pt x="101" y="51"/>
                    <a:pt x="101" y="51"/>
                  </a:cubicBezTo>
                  <a:cubicBezTo>
                    <a:pt x="102" y="51"/>
                    <a:pt x="103" y="50"/>
                    <a:pt x="104" y="50"/>
                  </a:cubicBezTo>
                  <a:cubicBezTo>
                    <a:pt x="104" y="50"/>
                    <a:pt x="104" y="50"/>
                    <a:pt x="104" y="50"/>
                  </a:cubicBezTo>
                  <a:cubicBezTo>
                    <a:pt x="105" y="50"/>
                    <a:pt x="105" y="50"/>
                    <a:pt x="106" y="51"/>
                  </a:cubicBezTo>
                  <a:cubicBezTo>
                    <a:pt x="106" y="51"/>
                    <a:pt x="106" y="52"/>
                    <a:pt x="107" y="52"/>
                  </a:cubicBezTo>
                  <a:cubicBezTo>
                    <a:pt x="107" y="53"/>
                    <a:pt x="107" y="54"/>
                    <a:pt x="107" y="54"/>
                  </a:cubicBezTo>
                  <a:cubicBezTo>
                    <a:pt x="107" y="55"/>
                    <a:pt x="107" y="56"/>
                    <a:pt x="107" y="56"/>
                  </a:cubicBezTo>
                  <a:cubicBezTo>
                    <a:pt x="107" y="57"/>
                    <a:pt x="108" y="57"/>
                    <a:pt x="108" y="57"/>
                  </a:cubicBezTo>
                  <a:cubicBezTo>
                    <a:pt x="108" y="58"/>
                    <a:pt x="108" y="59"/>
                    <a:pt x="108" y="60"/>
                  </a:cubicBezTo>
                  <a:cubicBezTo>
                    <a:pt x="108" y="60"/>
                    <a:pt x="108" y="61"/>
                    <a:pt x="108" y="62"/>
                  </a:cubicBezTo>
                  <a:cubicBezTo>
                    <a:pt x="108" y="63"/>
                    <a:pt x="108" y="65"/>
                    <a:pt x="108" y="65"/>
                  </a:cubicBezTo>
                  <a:cubicBezTo>
                    <a:pt x="108" y="66"/>
                    <a:pt x="108" y="67"/>
                    <a:pt x="108" y="67"/>
                  </a:cubicBezTo>
                  <a:cubicBezTo>
                    <a:pt x="108" y="68"/>
                    <a:pt x="108" y="69"/>
                    <a:pt x="108" y="70"/>
                  </a:cubicBezTo>
                  <a:cubicBezTo>
                    <a:pt x="107" y="70"/>
                    <a:pt x="107" y="71"/>
                    <a:pt x="106" y="72"/>
                  </a:cubicBezTo>
                  <a:cubicBezTo>
                    <a:pt x="106" y="72"/>
                    <a:pt x="104" y="71"/>
                    <a:pt x="104" y="72"/>
                  </a:cubicBezTo>
                  <a:cubicBezTo>
                    <a:pt x="103" y="72"/>
                    <a:pt x="102" y="73"/>
                    <a:pt x="101" y="73"/>
                  </a:cubicBezTo>
                  <a:cubicBezTo>
                    <a:pt x="101" y="73"/>
                    <a:pt x="99" y="73"/>
                    <a:pt x="99" y="73"/>
                  </a:cubicBezTo>
                  <a:cubicBezTo>
                    <a:pt x="98" y="73"/>
                    <a:pt x="97" y="73"/>
                    <a:pt x="96" y="73"/>
                  </a:cubicBezTo>
                  <a:cubicBezTo>
                    <a:pt x="96" y="74"/>
                    <a:pt x="95" y="75"/>
                    <a:pt x="94" y="75"/>
                  </a:cubicBezTo>
                  <a:cubicBezTo>
                    <a:pt x="94" y="75"/>
                    <a:pt x="93" y="75"/>
                    <a:pt x="93" y="75"/>
                  </a:cubicBezTo>
                  <a:cubicBezTo>
                    <a:pt x="93" y="74"/>
                    <a:pt x="92" y="74"/>
                    <a:pt x="92" y="73"/>
                  </a:cubicBezTo>
                  <a:cubicBezTo>
                    <a:pt x="92" y="73"/>
                    <a:pt x="91" y="71"/>
                    <a:pt x="91" y="71"/>
                  </a:cubicBezTo>
                  <a:cubicBezTo>
                    <a:pt x="91" y="71"/>
                    <a:pt x="89" y="70"/>
                    <a:pt x="89" y="70"/>
                  </a:cubicBezTo>
                  <a:cubicBezTo>
                    <a:pt x="88" y="70"/>
                    <a:pt x="87" y="70"/>
                    <a:pt x="86" y="70"/>
                  </a:cubicBezTo>
                  <a:cubicBezTo>
                    <a:pt x="86" y="70"/>
                    <a:pt x="84" y="70"/>
                    <a:pt x="84" y="71"/>
                  </a:cubicBezTo>
                  <a:cubicBezTo>
                    <a:pt x="83" y="71"/>
                    <a:pt x="83" y="72"/>
                    <a:pt x="82" y="72"/>
                  </a:cubicBezTo>
                  <a:cubicBezTo>
                    <a:pt x="82" y="73"/>
                    <a:pt x="80" y="73"/>
                    <a:pt x="80" y="73"/>
                  </a:cubicBezTo>
                  <a:cubicBezTo>
                    <a:pt x="80" y="73"/>
                    <a:pt x="79" y="74"/>
                    <a:pt x="78" y="74"/>
                  </a:cubicBezTo>
                  <a:cubicBezTo>
                    <a:pt x="78" y="74"/>
                    <a:pt x="77" y="72"/>
                    <a:pt x="77" y="72"/>
                  </a:cubicBezTo>
                  <a:cubicBezTo>
                    <a:pt x="76" y="72"/>
                    <a:pt x="75" y="72"/>
                    <a:pt x="74" y="73"/>
                  </a:cubicBezTo>
                  <a:cubicBezTo>
                    <a:pt x="74" y="73"/>
                    <a:pt x="74" y="74"/>
                    <a:pt x="74" y="74"/>
                  </a:cubicBezTo>
                  <a:cubicBezTo>
                    <a:pt x="74" y="75"/>
                    <a:pt x="73" y="75"/>
                    <a:pt x="73" y="75"/>
                  </a:cubicBezTo>
                  <a:cubicBezTo>
                    <a:pt x="73" y="75"/>
                    <a:pt x="72" y="74"/>
                    <a:pt x="71" y="74"/>
                  </a:cubicBezTo>
                  <a:cubicBezTo>
                    <a:pt x="71" y="74"/>
                    <a:pt x="70" y="74"/>
                    <a:pt x="69" y="74"/>
                  </a:cubicBezTo>
                  <a:cubicBezTo>
                    <a:pt x="69" y="74"/>
                    <a:pt x="67" y="74"/>
                    <a:pt x="67" y="74"/>
                  </a:cubicBezTo>
                  <a:cubicBezTo>
                    <a:pt x="66" y="74"/>
                    <a:pt x="67" y="76"/>
                    <a:pt x="66" y="76"/>
                  </a:cubicBezTo>
                  <a:cubicBezTo>
                    <a:pt x="66" y="77"/>
                    <a:pt x="65" y="78"/>
                    <a:pt x="65" y="78"/>
                  </a:cubicBezTo>
                  <a:cubicBezTo>
                    <a:pt x="64" y="78"/>
                    <a:pt x="63" y="77"/>
                    <a:pt x="63" y="77"/>
                  </a:cubicBezTo>
                  <a:cubicBezTo>
                    <a:pt x="63" y="76"/>
                    <a:pt x="63" y="75"/>
                    <a:pt x="63" y="74"/>
                  </a:cubicBezTo>
                  <a:cubicBezTo>
                    <a:pt x="62" y="74"/>
                    <a:pt x="62" y="73"/>
                    <a:pt x="62" y="73"/>
                  </a:cubicBezTo>
                  <a:cubicBezTo>
                    <a:pt x="61" y="73"/>
                    <a:pt x="60" y="73"/>
                    <a:pt x="60" y="73"/>
                  </a:cubicBezTo>
                  <a:cubicBezTo>
                    <a:pt x="59" y="73"/>
                    <a:pt x="59" y="74"/>
                    <a:pt x="59" y="74"/>
                  </a:cubicBezTo>
                  <a:cubicBezTo>
                    <a:pt x="59" y="75"/>
                    <a:pt x="60" y="76"/>
                    <a:pt x="60" y="77"/>
                  </a:cubicBezTo>
                  <a:cubicBezTo>
                    <a:pt x="59" y="77"/>
                    <a:pt x="57" y="78"/>
                    <a:pt x="57" y="78"/>
                  </a:cubicBezTo>
                  <a:cubicBezTo>
                    <a:pt x="56" y="78"/>
                    <a:pt x="56" y="77"/>
                    <a:pt x="55" y="77"/>
                  </a:cubicBezTo>
                  <a:cubicBezTo>
                    <a:pt x="55" y="76"/>
                    <a:pt x="54" y="75"/>
                    <a:pt x="53" y="75"/>
                  </a:cubicBezTo>
                  <a:cubicBezTo>
                    <a:pt x="53" y="75"/>
                    <a:pt x="52" y="76"/>
                    <a:pt x="51" y="76"/>
                  </a:cubicBezTo>
                  <a:cubicBezTo>
                    <a:pt x="51" y="77"/>
                    <a:pt x="49" y="77"/>
                    <a:pt x="48" y="76"/>
                  </a:cubicBezTo>
                  <a:cubicBezTo>
                    <a:pt x="48" y="76"/>
                    <a:pt x="48" y="76"/>
                    <a:pt x="48" y="76"/>
                  </a:cubicBezTo>
                  <a:cubicBezTo>
                    <a:pt x="48" y="76"/>
                    <a:pt x="48" y="76"/>
                    <a:pt x="48" y="76"/>
                  </a:cubicBezTo>
                  <a:cubicBezTo>
                    <a:pt x="48" y="76"/>
                    <a:pt x="48" y="75"/>
                    <a:pt x="48" y="74"/>
                  </a:cubicBezTo>
                  <a:cubicBezTo>
                    <a:pt x="48" y="74"/>
                    <a:pt x="48" y="73"/>
                    <a:pt x="48" y="73"/>
                  </a:cubicBezTo>
                  <a:cubicBezTo>
                    <a:pt x="48" y="72"/>
                    <a:pt x="48" y="70"/>
                    <a:pt x="48" y="69"/>
                  </a:cubicBezTo>
                  <a:cubicBezTo>
                    <a:pt x="47" y="68"/>
                    <a:pt x="46" y="68"/>
                    <a:pt x="45" y="67"/>
                  </a:cubicBezTo>
                  <a:cubicBezTo>
                    <a:pt x="45" y="67"/>
                    <a:pt x="43" y="67"/>
                    <a:pt x="43" y="67"/>
                  </a:cubicBezTo>
                  <a:cubicBezTo>
                    <a:pt x="42" y="67"/>
                    <a:pt x="40" y="67"/>
                    <a:pt x="39" y="67"/>
                  </a:cubicBezTo>
                  <a:cubicBezTo>
                    <a:pt x="39" y="67"/>
                    <a:pt x="37" y="68"/>
                    <a:pt x="36" y="68"/>
                  </a:cubicBezTo>
                  <a:cubicBezTo>
                    <a:pt x="36" y="69"/>
                    <a:pt x="34" y="69"/>
                    <a:pt x="34" y="69"/>
                  </a:cubicBezTo>
                  <a:cubicBezTo>
                    <a:pt x="33" y="69"/>
                    <a:pt x="31" y="69"/>
                    <a:pt x="30" y="69"/>
                  </a:cubicBezTo>
                  <a:cubicBezTo>
                    <a:pt x="30" y="68"/>
                    <a:pt x="29" y="67"/>
                    <a:pt x="30" y="67"/>
                  </a:cubicBezTo>
                  <a:cubicBezTo>
                    <a:pt x="30" y="67"/>
                    <a:pt x="31" y="67"/>
                    <a:pt x="31" y="67"/>
                  </a:cubicBezTo>
                  <a:cubicBezTo>
                    <a:pt x="31" y="66"/>
                    <a:pt x="32" y="65"/>
                    <a:pt x="32" y="65"/>
                  </a:cubicBezTo>
                  <a:cubicBezTo>
                    <a:pt x="31" y="64"/>
                    <a:pt x="31" y="63"/>
                    <a:pt x="30" y="63"/>
                  </a:cubicBezTo>
                  <a:cubicBezTo>
                    <a:pt x="30" y="63"/>
                    <a:pt x="29" y="63"/>
                    <a:pt x="29" y="63"/>
                  </a:cubicBezTo>
                  <a:cubicBezTo>
                    <a:pt x="28" y="63"/>
                    <a:pt x="28" y="62"/>
                    <a:pt x="28" y="61"/>
                  </a:cubicBezTo>
                  <a:cubicBezTo>
                    <a:pt x="27" y="61"/>
                    <a:pt x="27" y="61"/>
                    <a:pt x="26" y="61"/>
                  </a:cubicBezTo>
                  <a:cubicBezTo>
                    <a:pt x="26" y="61"/>
                    <a:pt x="26" y="63"/>
                    <a:pt x="25" y="63"/>
                  </a:cubicBezTo>
                  <a:cubicBezTo>
                    <a:pt x="25" y="63"/>
                    <a:pt x="24" y="62"/>
                    <a:pt x="24" y="62"/>
                  </a:cubicBezTo>
                  <a:cubicBezTo>
                    <a:pt x="24" y="62"/>
                    <a:pt x="24" y="61"/>
                    <a:pt x="23" y="60"/>
                  </a:cubicBezTo>
                  <a:cubicBezTo>
                    <a:pt x="23" y="60"/>
                    <a:pt x="22" y="59"/>
                    <a:pt x="22" y="59"/>
                  </a:cubicBezTo>
                  <a:cubicBezTo>
                    <a:pt x="22" y="59"/>
                    <a:pt x="21" y="60"/>
                    <a:pt x="21" y="60"/>
                  </a:cubicBezTo>
                  <a:cubicBezTo>
                    <a:pt x="20" y="61"/>
                    <a:pt x="19" y="61"/>
                    <a:pt x="18" y="60"/>
                  </a:cubicBezTo>
                  <a:cubicBezTo>
                    <a:pt x="18" y="60"/>
                    <a:pt x="17" y="60"/>
                    <a:pt x="16" y="60"/>
                  </a:cubicBezTo>
                  <a:cubicBezTo>
                    <a:pt x="15" y="59"/>
                    <a:pt x="15" y="58"/>
                    <a:pt x="14" y="58"/>
                  </a:cubicBezTo>
                  <a:cubicBezTo>
                    <a:pt x="14" y="58"/>
                    <a:pt x="13" y="58"/>
                    <a:pt x="12" y="58"/>
                  </a:cubicBezTo>
                  <a:cubicBezTo>
                    <a:pt x="11" y="58"/>
                    <a:pt x="10" y="59"/>
                    <a:pt x="9" y="59"/>
                  </a:cubicBezTo>
                  <a:cubicBezTo>
                    <a:pt x="9" y="60"/>
                    <a:pt x="9" y="61"/>
                    <a:pt x="8" y="62"/>
                  </a:cubicBezTo>
                  <a:cubicBezTo>
                    <a:pt x="8" y="62"/>
                    <a:pt x="7" y="61"/>
                    <a:pt x="7" y="61"/>
                  </a:cubicBezTo>
                  <a:cubicBezTo>
                    <a:pt x="6" y="61"/>
                    <a:pt x="6" y="61"/>
                    <a:pt x="5" y="6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85"/>
            <p:cNvSpPr>
              <a:spLocks/>
            </p:cNvSpPr>
            <p:nvPr/>
          </p:nvSpPr>
          <p:spPr bwMode="auto">
            <a:xfrm>
              <a:off x="2403476" y="3592513"/>
              <a:ext cx="149225" cy="227013"/>
            </a:xfrm>
            <a:custGeom>
              <a:avLst/>
              <a:gdLst/>
              <a:ahLst/>
              <a:cxnLst>
                <a:cxn ang="0">
                  <a:pos x="8" y="82"/>
                </a:cxn>
                <a:cxn ang="0">
                  <a:pos x="9" y="72"/>
                </a:cxn>
                <a:cxn ang="0">
                  <a:pos x="6" y="66"/>
                </a:cxn>
                <a:cxn ang="0">
                  <a:pos x="12" y="56"/>
                </a:cxn>
                <a:cxn ang="0">
                  <a:pos x="13" y="49"/>
                </a:cxn>
                <a:cxn ang="0">
                  <a:pos x="9" y="42"/>
                </a:cxn>
                <a:cxn ang="0">
                  <a:pos x="8" y="32"/>
                </a:cxn>
                <a:cxn ang="0">
                  <a:pos x="3" y="29"/>
                </a:cxn>
                <a:cxn ang="0">
                  <a:pos x="3" y="29"/>
                </a:cxn>
                <a:cxn ang="0">
                  <a:pos x="8" y="21"/>
                </a:cxn>
                <a:cxn ang="0">
                  <a:pos x="10" y="12"/>
                </a:cxn>
                <a:cxn ang="0">
                  <a:pos x="17" y="12"/>
                </a:cxn>
                <a:cxn ang="0">
                  <a:pos x="22" y="11"/>
                </a:cxn>
                <a:cxn ang="0">
                  <a:pos x="24" y="1"/>
                </a:cxn>
                <a:cxn ang="0">
                  <a:pos x="32" y="0"/>
                </a:cxn>
                <a:cxn ang="0">
                  <a:pos x="36" y="4"/>
                </a:cxn>
                <a:cxn ang="0">
                  <a:pos x="44" y="7"/>
                </a:cxn>
                <a:cxn ang="0">
                  <a:pos x="42" y="16"/>
                </a:cxn>
                <a:cxn ang="0">
                  <a:pos x="46" y="20"/>
                </a:cxn>
                <a:cxn ang="0">
                  <a:pos x="53" y="18"/>
                </a:cxn>
                <a:cxn ang="0">
                  <a:pos x="55" y="23"/>
                </a:cxn>
                <a:cxn ang="0">
                  <a:pos x="61" y="27"/>
                </a:cxn>
                <a:cxn ang="0">
                  <a:pos x="63" y="34"/>
                </a:cxn>
                <a:cxn ang="0">
                  <a:pos x="66" y="39"/>
                </a:cxn>
                <a:cxn ang="0">
                  <a:pos x="73" y="40"/>
                </a:cxn>
                <a:cxn ang="0">
                  <a:pos x="78" y="39"/>
                </a:cxn>
                <a:cxn ang="0">
                  <a:pos x="77" y="50"/>
                </a:cxn>
                <a:cxn ang="0">
                  <a:pos x="77" y="55"/>
                </a:cxn>
                <a:cxn ang="0">
                  <a:pos x="72" y="62"/>
                </a:cxn>
                <a:cxn ang="0">
                  <a:pos x="70" y="69"/>
                </a:cxn>
                <a:cxn ang="0">
                  <a:pos x="64" y="75"/>
                </a:cxn>
                <a:cxn ang="0">
                  <a:pos x="60" y="80"/>
                </a:cxn>
                <a:cxn ang="0">
                  <a:pos x="58" y="76"/>
                </a:cxn>
                <a:cxn ang="0">
                  <a:pos x="51" y="80"/>
                </a:cxn>
                <a:cxn ang="0">
                  <a:pos x="49" y="84"/>
                </a:cxn>
                <a:cxn ang="0">
                  <a:pos x="46" y="82"/>
                </a:cxn>
                <a:cxn ang="0">
                  <a:pos x="44" y="90"/>
                </a:cxn>
                <a:cxn ang="0">
                  <a:pos x="43" y="94"/>
                </a:cxn>
                <a:cxn ang="0">
                  <a:pos x="33" y="94"/>
                </a:cxn>
                <a:cxn ang="0">
                  <a:pos x="33" y="103"/>
                </a:cxn>
                <a:cxn ang="0">
                  <a:pos x="44" y="108"/>
                </a:cxn>
                <a:cxn ang="0">
                  <a:pos x="53" y="106"/>
                </a:cxn>
                <a:cxn ang="0">
                  <a:pos x="51" y="114"/>
                </a:cxn>
                <a:cxn ang="0">
                  <a:pos x="40" y="111"/>
                </a:cxn>
                <a:cxn ang="0">
                  <a:pos x="31" y="113"/>
                </a:cxn>
                <a:cxn ang="0">
                  <a:pos x="29" y="120"/>
                </a:cxn>
                <a:cxn ang="0">
                  <a:pos x="24" y="116"/>
                </a:cxn>
                <a:cxn ang="0">
                  <a:pos x="23" y="112"/>
                </a:cxn>
                <a:cxn ang="0">
                  <a:pos x="17" y="107"/>
                </a:cxn>
                <a:cxn ang="0">
                  <a:pos x="10" y="105"/>
                </a:cxn>
                <a:cxn ang="0">
                  <a:pos x="6" y="98"/>
                </a:cxn>
                <a:cxn ang="0">
                  <a:pos x="2" y="102"/>
                </a:cxn>
                <a:cxn ang="0">
                  <a:pos x="2" y="96"/>
                </a:cxn>
                <a:cxn ang="0">
                  <a:pos x="6" y="91"/>
                </a:cxn>
              </a:cxnLst>
              <a:rect l="0" t="0" r="r" b="b"/>
              <a:pathLst>
                <a:path w="79" h="121">
                  <a:moveTo>
                    <a:pt x="7" y="88"/>
                  </a:moveTo>
                  <a:cubicBezTo>
                    <a:pt x="8" y="88"/>
                    <a:pt x="8" y="87"/>
                    <a:pt x="8" y="87"/>
                  </a:cubicBezTo>
                  <a:cubicBezTo>
                    <a:pt x="8" y="87"/>
                    <a:pt x="8" y="86"/>
                    <a:pt x="8" y="85"/>
                  </a:cubicBezTo>
                  <a:cubicBezTo>
                    <a:pt x="8" y="84"/>
                    <a:pt x="8" y="83"/>
                    <a:pt x="8" y="82"/>
                  </a:cubicBezTo>
                  <a:cubicBezTo>
                    <a:pt x="8" y="81"/>
                    <a:pt x="8" y="79"/>
                    <a:pt x="8" y="78"/>
                  </a:cubicBezTo>
                  <a:cubicBezTo>
                    <a:pt x="8" y="77"/>
                    <a:pt x="8" y="76"/>
                    <a:pt x="8" y="75"/>
                  </a:cubicBezTo>
                  <a:cubicBezTo>
                    <a:pt x="8" y="75"/>
                    <a:pt x="8" y="74"/>
                    <a:pt x="9" y="74"/>
                  </a:cubicBezTo>
                  <a:cubicBezTo>
                    <a:pt x="9" y="73"/>
                    <a:pt x="9" y="72"/>
                    <a:pt x="9" y="72"/>
                  </a:cubicBezTo>
                  <a:cubicBezTo>
                    <a:pt x="9" y="71"/>
                    <a:pt x="9" y="70"/>
                    <a:pt x="9" y="69"/>
                  </a:cubicBezTo>
                  <a:cubicBezTo>
                    <a:pt x="9" y="69"/>
                    <a:pt x="9" y="68"/>
                    <a:pt x="9" y="67"/>
                  </a:cubicBezTo>
                  <a:cubicBezTo>
                    <a:pt x="9" y="67"/>
                    <a:pt x="8" y="66"/>
                    <a:pt x="8" y="66"/>
                  </a:cubicBezTo>
                  <a:cubicBezTo>
                    <a:pt x="7" y="66"/>
                    <a:pt x="7" y="66"/>
                    <a:pt x="6" y="66"/>
                  </a:cubicBezTo>
                  <a:cubicBezTo>
                    <a:pt x="6" y="66"/>
                    <a:pt x="6" y="65"/>
                    <a:pt x="6" y="65"/>
                  </a:cubicBezTo>
                  <a:cubicBezTo>
                    <a:pt x="6" y="64"/>
                    <a:pt x="7" y="63"/>
                    <a:pt x="7" y="63"/>
                  </a:cubicBezTo>
                  <a:cubicBezTo>
                    <a:pt x="8" y="62"/>
                    <a:pt x="9" y="60"/>
                    <a:pt x="10" y="59"/>
                  </a:cubicBezTo>
                  <a:cubicBezTo>
                    <a:pt x="10" y="59"/>
                    <a:pt x="11" y="57"/>
                    <a:pt x="12" y="56"/>
                  </a:cubicBezTo>
                  <a:cubicBezTo>
                    <a:pt x="12" y="56"/>
                    <a:pt x="13" y="55"/>
                    <a:pt x="13" y="55"/>
                  </a:cubicBezTo>
                  <a:cubicBezTo>
                    <a:pt x="13" y="54"/>
                    <a:pt x="14" y="54"/>
                    <a:pt x="14" y="54"/>
                  </a:cubicBezTo>
                  <a:cubicBezTo>
                    <a:pt x="14" y="53"/>
                    <a:pt x="14" y="52"/>
                    <a:pt x="14" y="51"/>
                  </a:cubicBezTo>
                  <a:cubicBezTo>
                    <a:pt x="14" y="51"/>
                    <a:pt x="13" y="50"/>
                    <a:pt x="13" y="49"/>
                  </a:cubicBezTo>
                  <a:cubicBezTo>
                    <a:pt x="13" y="49"/>
                    <a:pt x="14" y="47"/>
                    <a:pt x="13" y="46"/>
                  </a:cubicBezTo>
                  <a:cubicBezTo>
                    <a:pt x="13" y="46"/>
                    <a:pt x="12" y="46"/>
                    <a:pt x="11" y="46"/>
                  </a:cubicBezTo>
                  <a:cubicBezTo>
                    <a:pt x="11" y="45"/>
                    <a:pt x="10" y="44"/>
                    <a:pt x="10" y="44"/>
                  </a:cubicBezTo>
                  <a:cubicBezTo>
                    <a:pt x="10" y="43"/>
                    <a:pt x="9" y="42"/>
                    <a:pt x="9" y="42"/>
                  </a:cubicBezTo>
                  <a:cubicBezTo>
                    <a:pt x="9" y="41"/>
                    <a:pt x="8" y="40"/>
                    <a:pt x="8" y="40"/>
                  </a:cubicBezTo>
                  <a:cubicBezTo>
                    <a:pt x="8" y="39"/>
                    <a:pt x="8" y="38"/>
                    <a:pt x="8" y="37"/>
                  </a:cubicBezTo>
                  <a:cubicBezTo>
                    <a:pt x="8" y="37"/>
                    <a:pt x="9" y="36"/>
                    <a:pt x="9" y="36"/>
                  </a:cubicBezTo>
                  <a:cubicBezTo>
                    <a:pt x="9" y="35"/>
                    <a:pt x="9" y="33"/>
                    <a:pt x="8" y="32"/>
                  </a:cubicBezTo>
                  <a:cubicBezTo>
                    <a:pt x="8" y="32"/>
                    <a:pt x="7" y="32"/>
                    <a:pt x="7" y="32"/>
                  </a:cubicBezTo>
                  <a:cubicBezTo>
                    <a:pt x="6" y="32"/>
                    <a:pt x="5" y="32"/>
                    <a:pt x="5" y="32"/>
                  </a:cubicBezTo>
                  <a:cubicBezTo>
                    <a:pt x="5" y="31"/>
                    <a:pt x="4" y="31"/>
                    <a:pt x="3" y="30"/>
                  </a:cubicBezTo>
                  <a:cubicBezTo>
                    <a:pt x="3" y="30"/>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8"/>
                    <a:pt x="5" y="27"/>
                    <a:pt x="5" y="27"/>
                  </a:cubicBezTo>
                  <a:cubicBezTo>
                    <a:pt x="6" y="27"/>
                    <a:pt x="7" y="26"/>
                    <a:pt x="7" y="26"/>
                  </a:cubicBezTo>
                  <a:cubicBezTo>
                    <a:pt x="7" y="25"/>
                    <a:pt x="8" y="25"/>
                    <a:pt x="8" y="24"/>
                  </a:cubicBezTo>
                  <a:cubicBezTo>
                    <a:pt x="8" y="24"/>
                    <a:pt x="8" y="22"/>
                    <a:pt x="8" y="21"/>
                  </a:cubicBezTo>
                  <a:cubicBezTo>
                    <a:pt x="8" y="20"/>
                    <a:pt x="9" y="18"/>
                    <a:pt x="9" y="17"/>
                  </a:cubicBezTo>
                  <a:cubicBezTo>
                    <a:pt x="9" y="17"/>
                    <a:pt x="8" y="15"/>
                    <a:pt x="8" y="15"/>
                  </a:cubicBezTo>
                  <a:cubicBezTo>
                    <a:pt x="8" y="14"/>
                    <a:pt x="8" y="13"/>
                    <a:pt x="8" y="13"/>
                  </a:cubicBezTo>
                  <a:cubicBezTo>
                    <a:pt x="8" y="12"/>
                    <a:pt x="9" y="12"/>
                    <a:pt x="10" y="12"/>
                  </a:cubicBezTo>
                  <a:cubicBezTo>
                    <a:pt x="10" y="11"/>
                    <a:pt x="11" y="10"/>
                    <a:pt x="11" y="10"/>
                  </a:cubicBezTo>
                  <a:cubicBezTo>
                    <a:pt x="12" y="10"/>
                    <a:pt x="13" y="10"/>
                    <a:pt x="14" y="10"/>
                  </a:cubicBezTo>
                  <a:cubicBezTo>
                    <a:pt x="14" y="10"/>
                    <a:pt x="15" y="10"/>
                    <a:pt x="15" y="10"/>
                  </a:cubicBezTo>
                  <a:cubicBezTo>
                    <a:pt x="16" y="10"/>
                    <a:pt x="17" y="11"/>
                    <a:pt x="17" y="12"/>
                  </a:cubicBezTo>
                  <a:cubicBezTo>
                    <a:pt x="17" y="12"/>
                    <a:pt x="17" y="14"/>
                    <a:pt x="17" y="14"/>
                  </a:cubicBezTo>
                  <a:cubicBezTo>
                    <a:pt x="18" y="14"/>
                    <a:pt x="19" y="14"/>
                    <a:pt x="19" y="13"/>
                  </a:cubicBezTo>
                  <a:cubicBezTo>
                    <a:pt x="20" y="13"/>
                    <a:pt x="21" y="13"/>
                    <a:pt x="21" y="13"/>
                  </a:cubicBezTo>
                  <a:cubicBezTo>
                    <a:pt x="21" y="12"/>
                    <a:pt x="22" y="11"/>
                    <a:pt x="22" y="11"/>
                  </a:cubicBezTo>
                  <a:cubicBezTo>
                    <a:pt x="22" y="10"/>
                    <a:pt x="21" y="9"/>
                    <a:pt x="21" y="9"/>
                  </a:cubicBezTo>
                  <a:cubicBezTo>
                    <a:pt x="21" y="8"/>
                    <a:pt x="21" y="7"/>
                    <a:pt x="21" y="6"/>
                  </a:cubicBezTo>
                  <a:cubicBezTo>
                    <a:pt x="22" y="5"/>
                    <a:pt x="23" y="5"/>
                    <a:pt x="23" y="4"/>
                  </a:cubicBezTo>
                  <a:cubicBezTo>
                    <a:pt x="24" y="3"/>
                    <a:pt x="24" y="2"/>
                    <a:pt x="24" y="1"/>
                  </a:cubicBezTo>
                  <a:cubicBezTo>
                    <a:pt x="25" y="1"/>
                    <a:pt x="26" y="0"/>
                    <a:pt x="26" y="0"/>
                  </a:cubicBezTo>
                  <a:cubicBezTo>
                    <a:pt x="27" y="0"/>
                    <a:pt x="29" y="1"/>
                    <a:pt x="29" y="1"/>
                  </a:cubicBezTo>
                  <a:cubicBezTo>
                    <a:pt x="30" y="1"/>
                    <a:pt x="30" y="0"/>
                    <a:pt x="31" y="0"/>
                  </a:cubicBezTo>
                  <a:cubicBezTo>
                    <a:pt x="31" y="0"/>
                    <a:pt x="31" y="0"/>
                    <a:pt x="32" y="0"/>
                  </a:cubicBezTo>
                  <a:cubicBezTo>
                    <a:pt x="33" y="0"/>
                    <a:pt x="34" y="0"/>
                    <a:pt x="35" y="0"/>
                  </a:cubicBezTo>
                  <a:cubicBezTo>
                    <a:pt x="35" y="1"/>
                    <a:pt x="36" y="1"/>
                    <a:pt x="36" y="1"/>
                  </a:cubicBezTo>
                  <a:cubicBezTo>
                    <a:pt x="37" y="1"/>
                    <a:pt x="36" y="2"/>
                    <a:pt x="36" y="2"/>
                  </a:cubicBezTo>
                  <a:cubicBezTo>
                    <a:pt x="36" y="3"/>
                    <a:pt x="36" y="4"/>
                    <a:pt x="36" y="4"/>
                  </a:cubicBezTo>
                  <a:cubicBezTo>
                    <a:pt x="36" y="5"/>
                    <a:pt x="37" y="5"/>
                    <a:pt x="37" y="5"/>
                  </a:cubicBezTo>
                  <a:cubicBezTo>
                    <a:pt x="37" y="6"/>
                    <a:pt x="39" y="6"/>
                    <a:pt x="39" y="7"/>
                  </a:cubicBezTo>
                  <a:cubicBezTo>
                    <a:pt x="40" y="7"/>
                    <a:pt x="41" y="6"/>
                    <a:pt x="42" y="7"/>
                  </a:cubicBezTo>
                  <a:cubicBezTo>
                    <a:pt x="43" y="7"/>
                    <a:pt x="44" y="7"/>
                    <a:pt x="44" y="7"/>
                  </a:cubicBezTo>
                  <a:cubicBezTo>
                    <a:pt x="45" y="8"/>
                    <a:pt x="45" y="9"/>
                    <a:pt x="44" y="9"/>
                  </a:cubicBezTo>
                  <a:cubicBezTo>
                    <a:pt x="44" y="9"/>
                    <a:pt x="43" y="10"/>
                    <a:pt x="43" y="10"/>
                  </a:cubicBezTo>
                  <a:cubicBezTo>
                    <a:pt x="43" y="11"/>
                    <a:pt x="42" y="12"/>
                    <a:pt x="42" y="13"/>
                  </a:cubicBezTo>
                  <a:cubicBezTo>
                    <a:pt x="42" y="13"/>
                    <a:pt x="42" y="15"/>
                    <a:pt x="42" y="16"/>
                  </a:cubicBezTo>
                  <a:cubicBezTo>
                    <a:pt x="42" y="16"/>
                    <a:pt x="43" y="17"/>
                    <a:pt x="43" y="18"/>
                  </a:cubicBezTo>
                  <a:cubicBezTo>
                    <a:pt x="43" y="18"/>
                    <a:pt x="42" y="19"/>
                    <a:pt x="43" y="20"/>
                  </a:cubicBezTo>
                  <a:cubicBezTo>
                    <a:pt x="43" y="20"/>
                    <a:pt x="44" y="21"/>
                    <a:pt x="44" y="21"/>
                  </a:cubicBezTo>
                  <a:cubicBezTo>
                    <a:pt x="45" y="21"/>
                    <a:pt x="46" y="20"/>
                    <a:pt x="46" y="20"/>
                  </a:cubicBezTo>
                  <a:cubicBezTo>
                    <a:pt x="47" y="19"/>
                    <a:pt x="46" y="18"/>
                    <a:pt x="47" y="17"/>
                  </a:cubicBezTo>
                  <a:cubicBezTo>
                    <a:pt x="47" y="17"/>
                    <a:pt x="49" y="17"/>
                    <a:pt x="49" y="17"/>
                  </a:cubicBezTo>
                  <a:cubicBezTo>
                    <a:pt x="50" y="17"/>
                    <a:pt x="51" y="17"/>
                    <a:pt x="51" y="17"/>
                  </a:cubicBezTo>
                  <a:cubicBezTo>
                    <a:pt x="52" y="17"/>
                    <a:pt x="52" y="18"/>
                    <a:pt x="53" y="18"/>
                  </a:cubicBezTo>
                  <a:cubicBezTo>
                    <a:pt x="53" y="18"/>
                    <a:pt x="53" y="18"/>
                    <a:pt x="53" y="19"/>
                  </a:cubicBezTo>
                  <a:cubicBezTo>
                    <a:pt x="53" y="19"/>
                    <a:pt x="53" y="20"/>
                    <a:pt x="53" y="20"/>
                  </a:cubicBezTo>
                  <a:cubicBezTo>
                    <a:pt x="53" y="21"/>
                    <a:pt x="53" y="22"/>
                    <a:pt x="54" y="22"/>
                  </a:cubicBezTo>
                  <a:cubicBezTo>
                    <a:pt x="54" y="23"/>
                    <a:pt x="54" y="23"/>
                    <a:pt x="55" y="23"/>
                  </a:cubicBezTo>
                  <a:cubicBezTo>
                    <a:pt x="55" y="23"/>
                    <a:pt x="57" y="23"/>
                    <a:pt x="57" y="23"/>
                  </a:cubicBezTo>
                  <a:cubicBezTo>
                    <a:pt x="58" y="23"/>
                    <a:pt x="59" y="24"/>
                    <a:pt x="59" y="24"/>
                  </a:cubicBezTo>
                  <a:cubicBezTo>
                    <a:pt x="59" y="25"/>
                    <a:pt x="60" y="26"/>
                    <a:pt x="60" y="26"/>
                  </a:cubicBezTo>
                  <a:cubicBezTo>
                    <a:pt x="60" y="26"/>
                    <a:pt x="61" y="27"/>
                    <a:pt x="61" y="27"/>
                  </a:cubicBezTo>
                  <a:cubicBezTo>
                    <a:pt x="62" y="28"/>
                    <a:pt x="62" y="29"/>
                    <a:pt x="62" y="29"/>
                  </a:cubicBezTo>
                  <a:cubicBezTo>
                    <a:pt x="62" y="30"/>
                    <a:pt x="61" y="30"/>
                    <a:pt x="61" y="31"/>
                  </a:cubicBezTo>
                  <a:cubicBezTo>
                    <a:pt x="61" y="31"/>
                    <a:pt x="61" y="33"/>
                    <a:pt x="62" y="33"/>
                  </a:cubicBezTo>
                  <a:cubicBezTo>
                    <a:pt x="62" y="34"/>
                    <a:pt x="63" y="34"/>
                    <a:pt x="63" y="34"/>
                  </a:cubicBezTo>
                  <a:cubicBezTo>
                    <a:pt x="64" y="35"/>
                    <a:pt x="64" y="35"/>
                    <a:pt x="65" y="35"/>
                  </a:cubicBezTo>
                  <a:cubicBezTo>
                    <a:pt x="65" y="36"/>
                    <a:pt x="67" y="36"/>
                    <a:pt x="67" y="37"/>
                  </a:cubicBezTo>
                  <a:cubicBezTo>
                    <a:pt x="67" y="37"/>
                    <a:pt x="67" y="38"/>
                    <a:pt x="67" y="38"/>
                  </a:cubicBezTo>
                  <a:cubicBezTo>
                    <a:pt x="67" y="38"/>
                    <a:pt x="66" y="39"/>
                    <a:pt x="66" y="39"/>
                  </a:cubicBezTo>
                  <a:cubicBezTo>
                    <a:pt x="66" y="39"/>
                    <a:pt x="67" y="40"/>
                    <a:pt x="67" y="40"/>
                  </a:cubicBezTo>
                  <a:cubicBezTo>
                    <a:pt x="68" y="40"/>
                    <a:pt x="69" y="40"/>
                    <a:pt x="70" y="40"/>
                  </a:cubicBezTo>
                  <a:cubicBezTo>
                    <a:pt x="70" y="40"/>
                    <a:pt x="71" y="41"/>
                    <a:pt x="71" y="41"/>
                  </a:cubicBezTo>
                  <a:cubicBezTo>
                    <a:pt x="72" y="41"/>
                    <a:pt x="73" y="41"/>
                    <a:pt x="73" y="40"/>
                  </a:cubicBezTo>
                  <a:cubicBezTo>
                    <a:pt x="74" y="40"/>
                    <a:pt x="74" y="39"/>
                    <a:pt x="74" y="38"/>
                  </a:cubicBezTo>
                  <a:cubicBezTo>
                    <a:pt x="74" y="38"/>
                    <a:pt x="75" y="38"/>
                    <a:pt x="75" y="38"/>
                  </a:cubicBezTo>
                  <a:cubicBezTo>
                    <a:pt x="75" y="38"/>
                    <a:pt x="76" y="39"/>
                    <a:pt x="76" y="39"/>
                  </a:cubicBezTo>
                  <a:cubicBezTo>
                    <a:pt x="76" y="39"/>
                    <a:pt x="78" y="39"/>
                    <a:pt x="78" y="39"/>
                  </a:cubicBezTo>
                  <a:cubicBezTo>
                    <a:pt x="79" y="39"/>
                    <a:pt x="78" y="41"/>
                    <a:pt x="78" y="42"/>
                  </a:cubicBezTo>
                  <a:cubicBezTo>
                    <a:pt x="78" y="42"/>
                    <a:pt x="77" y="43"/>
                    <a:pt x="77" y="44"/>
                  </a:cubicBezTo>
                  <a:cubicBezTo>
                    <a:pt x="77" y="45"/>
                    <a:pt x="78" y="46"/>
                    <a:pt x="78" y="47"/>
                  </a:cubicBezTo>
                  <a:cubicBezTo>
                    <a:pt x="78" y="48"/>
                    <a:pt x="77" y="49"/>
                    <a:pt x="77" y="50"/>
                  </a:cubicBezTo>
                  <a:cubicBezTo>
                    <a:pt x="77" y="51"/>
                    <a:pt x="77" y="51"/>
                    <a:pt x="77" y="52"/>
                  </a:cubicBezTo>
                  <a:cubicBezTo>
                    <a:pt x="77" y="52"/>
                    <a:pt x="77" y="53"/>
                    <a:pt x="78" y="54"/>
                  </a:cubicBezTo>
                  <a:cubicBezTo>
                    <a:pt x="78" y="54"/>
                    <a:pt x="78" y="54"/>
                    <a:pt x="78" y="55"/>
                  </a:cubicBezTo>
                  <a:cubicBezTo>
                    <a:pt x="78" y="55"/>
                    <a:pt x="77" y="55"/>
                    <a:pt x="77" y="55"/>
                  </a:cubicBezTo>
                  <a:cubicBezTo>
                    <a:pt x="77" y="56"/>
                    <a:pt x="76" y="56"/>
                    <a:pt x="76" y="57"/>
                  </a:cubicBezTo>
                  <a:cubicBezTo>
                    <a:pt x="76" y="57"/>
                    <a:pt x="76" y="59"/>
                    <a:pt x="76" y="60"/>
                  </a:cubicBezTo>
                  <a:cubicBezTo>
                    <a:pt x="76" y="60"/>
                    <a:pt x="75" y="61"/>
                    <a:pt x="74" y="61"/>
                  </a:cubicBezTo>
                  <a:cubicBezTo>
                    <a:pt x="74" y="62"/>
                    <a:pt x="73" y="61"/>
                    <a:pt x="72" y="62"/>
                  </a:cubicBezTo>
                  <a:cubicBezTo>
                    <a:pt x="72" y="62"/>
                    <a:pt x="71" y="62"/>
                    <a:pt x="71" y="63"/>
                  </a:cubicBezTo>
                  <a:cubicBezTo>
                    <a:pt x="70" y="63"/>
                    <a:pt x="69" y="64"/>
                    <a:pt x="69" y="64"/>
                  </a:cubicBezTo>
                  <a:cubicBezTo>
                    <a:pt x="69" y="65"/>
                    <a:pt x="69" y="66"/>
                    <a:pt x="69" y="67"/>
                  </a:cubicBezTo>
                  <a:cubicBezTo>
                    <a:pt x="69" y="68"/>
                    <a:pt x="70" y="69"/>
                    <a:pt x="70" y="69"/>
                  </a:cubicBezTo>
                  <a:cubicBezTo>
                    <a:pt x="70" y="70"/>
                    <a:pt x="71" y="71"/>
                    <a:pt x="71" y="72"/>
                  </a:cubicBezTo>
                  <a:cubicBezTo>
                    <a:pt x="70" y="72"/>
                    <a:pt x="69" y="73"/>
                    <a:pt x="69" y="74"/>
                  </a:cubicBezTo>
                  <a:cubicBezTo>
                    <a:pt x="69" y="74"/>
                    <a:pt x="67" y="75"/>
                    <a:pt x="66" y="75"/>
                  </a:cubicBezTo>
                  <a:cubicBezTo>
                    <a:pt x="65" y="75"/>
                    <a:pt x="65" y="75"/>
                    <a:pt x="64" y="75"/>
                  </a:cubicBezTo>
                  <a:cubicBezTo>
                    <a:pt x="64" y="76"/>
                    <a:pt x="63" y="76"/>
                    <a:pt x="63" y="77"/>
                  </a:cubicBezTo>
                  <a:cubicBezTo>
                    <a:pt x="63" y="77"/>
                    <a:pt x="63" y="79"/>
                    <a:pt x="63" y="79"/>
                  </a:cubicBezTo>
                  <a:cubicBezTo>
                    <a:pt x="63" y="80"/>
                    <a:pt x="62" y="80"/>
                    <a:pt x="62" y="80"/>
                  </a:cubicBezTo>
                  <a:cubicBezTo>
                    <a:pt x="61" y="80"/>
                    <a:pt x="60" y="80"/>
                    <a:pt x="60" y="80"/>
                  </a:cubicBezTo>
                  <a:cubicBezTo>
                    <a:pt x="60" y="79"/>
                    <a:pt x="60" y="78"/>
                    <a:pt x="60" y="77"/>
                  </a:cubicBezTo>
                  <a:cubicBezTo>
                    <a:pt x="60" y="77"/>
                    <a:pt x="60" y="76"/>
                    <a:pt x="60" y="76"/>
                  </a:cubicBezTo>
                  <a:cubicBezTo>
                    <a:pt x="59" y="75"/>
                    <a:pt x="59" y="75"/>
                    <a:pt x="58" y="75"/>
                  </a:cubicBezTo>
                  <a:cubicBezTo>
                    <a:pt x="58" y="75"/>
                    <a:pt x="58" y="76"/>
                    <a:pt x="58" y="76"/>
                  </a:cubicBezTo>
                  <a:cubicBezTo>
                    <a:pt x="58" y="77"/>
                    <a:pt x="58" y="77"/>
                    <a:pt x="58" y="78"/>
                  </a:cubicBezTo>
                  <a:cubicBezTo>
                    <a:pt x="58" y="78"/>
                    <a:pt x="57" y="79"/>
                    <a:pt x="57" y="79"/>
                  </a:cubicBezTo>
                  <a:cubicBezTo>
                    <a:pt x="56" y="80"/>
                    <a:pt x="55" y="80"/>
                    <a:pt x="54" y="80"/>
                  </a:cubicBezTo>
                  <a:cubicBezTo>
                    <a:pt x="53" y="80"/>
                    <a:pt x="52" y="80"/>
                    <a:pt x="51" y="80"/>
                  </a:cubicBezTo>
                  <a:cubicBezTo>
                    <a:pt x="50" y="80"/>
                    <a:pt x="49" y="80"/>
                    <a:pt x="49" y="80"/>
                  </a:cubicBezTo>
                  <a:cubicBezTo>
                    <a:pt x="49" y="81"/>
                    <a:pt x="49" y="81"/>
                    <a:pt x="50" y="82"/>
                  </a:cubicBezTo>
                  <a:cubicBezTo>
                    <a:pt x="50" y="82"/>
                    <a:pt x="51" y="83"/>
                    <a:pt x="51" y="83"/>
                  </a:cubicBezTo>
                  <a:cubicBezTo>
                    <a:pt x="51" y="84"/>
                    <a:pt x="50" y="84"/>
                    <a:pt x="49" y="84"/>
                  </a:cubicBezTo>
                  <a:cubicBezTo>
                    <a:pt x="49" y="84"/>
                    <a:pt x="49" y="85"/>
                    <a:pt x="48" y="86"/>
                  </a:cubicBezTo>
                  <a:cubicBezTo>
                    <a:pt x="48" y="86"/>
                    <a:pt x="47" y="86"/>
                    <a:pt x="47" y="86"/>
                  </a:cubicBezTo>
                  <a:cubicBezTo>
                    <a:pt x="46" y="86"/>
                    <a:pt x="46" y="84"/>
                    <a:pt x="46" y="84"/>
                  </a:cubicBezTo>
                  <a:cubicBezTo>
                    <a:pt x="46" y="83"/>
                    <a:pt x="46" y="83"/>
                    <a:pt x="46" y="82"/>
                  </a:cubicBezTo>
                  <a:cubicBezTo>
                    <a:pt x="45" y="82"/>
                    <a:pt x="44" y="83"/>
                    <a:pt x="44" y="83"/>
                  </a:cubicBezTo>
                  <a:cubicBezTo>
                    <a:pt x="43" y="84"/>
                    <a:pt x="43" y="85"/>
                    <a:pt x="43" y="85"/>
                  </a:cubicBezTo>
                  <a:cubicBezTo>
                    <a:pt x="43" y="86"/>
                    <a:pt x="43" y="87"/>
                    <a:pt x="44" y="87"/>
                  </a:cubicBezTo>
                  <a:cubicBezTo>
                    <a:pt x="44" y="88"/>
                    <a:pt x="44" y="90"/>
                    <a:pt x="44" y="90"/>
                  </a:cubicBezTo>
                  <a:cubicBezTo>
                    <a:pt x="45" y="91"/>
                    <a:pt x="46" y="91"/>
                    <a:pt x="47" y="92"/>
                  </a:cubicBezTo>
                  <a:cubicBezTo>
                    <a:pt x="47" y="92"/>
                    <a:pt x="48" y="93"/>
                    <a:pt x="48" y="93"/>
                  </a:cubicBezTo>
                  <a:cubicBezTo>
                    <a:pt x="47" y="94"/>
                    <a:pt x="46" y="94"/>
                    <a:pt x="46" y="94"/>
                  </a:cubicBezTo>
                  <a:cubicBezTo>
                    <a:pt x="45" y="94"/>
                    <a:pt x="44" y="94"/>
                    <a:pt x="43" y="94"/>
                  </a:cubicBezTo>
                  <a:cubicBezTo>
                    <a:pt x="42" y="94"/>
                    <a:pt x="40" y="94"/>
                    <a:pt x="39" y="94"/>
                  </a:cubicBezTo>
                  <a:cubicBezTo>
                    <a:pt x="39" y="94"/>
                    <a:pt x="38" y="94"/>
                    <a:pt x="37" y="94"/>
                  </a:cubicBezTo>
                  <a:cubicBezTo>
                    <a:pt x="37" y="94"/>
                    <a:pt x="36" y="94"/>
                    <a:pt x="35" y="94"/>
                  </a:cubicBezTo>
                  <a:cubicBezTo>
                    <a:pt x="35" y="94"/>
                    <a:pt x="34" y="94"/>
                    <a:pt x="33" y="94"/>
                  </a:cubicBezTo>
                  <a:cubicBezTo>
                    <a:pt x="33" y="94"/>
                    <a:pt x="31" y="96"/>
                    <a:pt x="31" y="96"/>
                  </a:cubicBezTo>
                  <a:cubicBezTo>
                    <a:pt x="31" y="97"/>
                    <a:pt x="31" y="99"/>
                    <a:pt x="31" y="100"/>
                  </a:cubicBezTo>
                  <a:cubicBezTo>
                    <a:pt x="31" y="100"/>
                    <a:pt x="31" y="102"/>
                    <a:pt x="31" y="102"/>
                  </a:cubicBezTo>
                  <a:cubicBezTo>
                    <a:pt x="32" y="102"/>
                    <a:pt x="33" y="103"/>
                    <a:pt x="33" y="103"/>
                  </a:cubicBezTo>
                  <a:cubicBezTo>
                    <a:pt x="34" y="104"/>
                    <a:pt x="35" y="104"/>
                    <a:pt x="36" y="105"/>
                  </a:cubicBezTo>
                  <a:cubicBezTo>
                    <a:pt x="36" y="105"/>
                    <a:pt x="38" y="107"/>
                    <a:pt x="39" y="107"/>
                  </a:cubicBezTo>
                  <a:cubicBezTo>
                    <a:pt x="39" y="108"/>
                    <a:pt x="41" y="108"/>
                    <a:pt x="41" y="108"/>
                  </a:cubicBezTo>
                  <a:cubicBezTo>
                    <a:pt x="42" y="109"/>
                    <a:pt x="43" y="108"/>
                    <a:pt x="44" y="108"/>
                  </a:cubicBezTo>
                  <a:cubicBezTo>
                    <a:pt x="45" y="108"/>
                    <a:pt x="47" y="107"/>
                    <a:pt x="47" y="107"/>
                  </a:cubicBezTo>
                  <a:cubicBezTo>
                    <a:pt x="48" y="106"/>
                    <a:pt x="49" y="105"/>
                    <a:pt x="49" y="105"/>
                  </a:cubicBezTo>
                  <a:cubicBezTo>
                    <a:pt x="50" y="105"/>
                    <a:pt x="51" y="105"/>
                    <a:pt x="51" y="105"/>
                  </a:cubicBezTo>
                  <a:cubicBezTo>
                    <a:pt x="52" y="105"/>
                    <a:pt x="53" y="106"/>
                    <a:pt x="53" y="106"/>
                  </a:cubicBezTo>
                  <a:cubicBezTo>
                    <a:pt x="53" y="107"/>
                    <a:pt x="53" y="107"/>
                    <a:pt x="53" y="108"/>
                  </a:cubicBezTo>
                  <a:cubicBezTo>
                    <a:pt x="53" y="108"/>
                    <a:pt x="54" y="110"/>
                    <a:pt x="53" y="110"/>
                  </a:cubicBezTo>
                  <a:cubicBezTo>
                    <a:pt x="53" y="111"/>
                    <a:pt x="53" y="112"/>
                    <a:pt x="52" y="112"/>
                  </a:cubicBezTo>
                  <a:cubicBezTo>
                    <a:pt x="52" y="113"/>
                    <a:pt x="51" y="114"/>
                    <a:pt x="51" y="114"/>
                  </a:cubicBezTo>
                  <a:cubicBezTo>
                    <a:pt x="50" y="115"/>
                    <a:pt x="48" y="114"/>
                    <a:pt x="47" y="114"/>
                  </a:cubicBezTo>
                  <a:cubicBezTo>
                    <a:pt x="46" y="114"/>
                    <a:pt x="45" y="114"/>
                    <a:pt x="44" y="114"/>
                  </a:cubicBezTo>
                  <a:cubicBezTo>
                    <a:pt x="44" y="113"/>
                    <a:pt x="44" y="112"/>
                    <a:pt x="43" y="112"/>
                  </a:cubicBezTo>
                  <a:cubicBezTo>
                    <a:pt x="42" y="111"/>
                    <a:pt x="41" y="111"/>
                    <a:pt x="40" y="111"/>
                  </a:cubicBezTo>
                  <a:cubicBezTo>
                    <a:pt x="39" y="111"/>
                    <a:pt x="38" y="111"/>
                    <a:pt x="38" y="111"/>
                  </a:cubicBezTo>
                  <a:cubicBezTo>
                    <a:pt x="37" y="111"/>
                    <a:pt x="35" y="111"/>
                    <a:pt x="34" y="111"/>
                  </a:cubicBezTo>
                  <a:cubicBezTo>
                    <a:pt x="34" y="112"/>
                    <a:pt x="34" y="113"/>
                    <a:pt x="33" y="113"/>
                  </a:cubicBezTo>
                  <a:cubicBezTo>
                    <a:pt x="33" y="114"/>
                    <a:pt x="31" y="113"/>
                    <a:pt x="31" y="113"/>
                  </a:cubicBezTo>
                  <a:cubicBezTo>
                    <a:pt x="31" y="114"/>
                    <a:pt x="30" y="115"/>
                    <a:pt x="30" y="115"/>
                  </a:cubicBezTo>
                  <a:cubicBezTo>
                    <a:pt x="30" y="115"/>
                    <a:pt x="29" y="116"/>
                    <a:pt x="29" y="116"/>
                  </a:cubicBezTo>
                  <a:cubicBezTo>
                    <a:pt x="29" y="116"/>
                    <a:pt x="28" y="117"/>
                    <a:pt x="28" y="118"/>
                  </a:cubicBezTo>
                  <a:cubicBezTo>
                    <a:pt x="28" y="118"/>
                    <a:pt x="29" y="119"/>
                    <a:pt x="29" y="120"/>
                  </a:cubicBezTo>
                  <a:cubicBezTo>
                    <a:pt x="29" y="120"/>
                    <a:pt x="28" y="121"/>
                    <a:pt x="27" y="121"/>
                  </a:cubicBezTo>
                  <a:cubicBezTo>
                    <a:pt x="27" y="121"/>
                    <a:pt x="26" y="120"/>
                    <a:pt x="25" y="120"/>
                  </a:cubicBezTo>
                  <a:cubicBezTo>
                    <a:pt x="25" y="120"/>
                    <a:pt x="24" y="119"/>
                    <a:pt x="24" y="118"/>
                  </a:cubicBezTo>
                  <a:cubicBezTo>
                    <a:pt x="24" y="118"/>
                    <a:pt x="24" y="117"/>
                    <a:pt x="24" y="116"/>
                  </a:cubicBezTo>
                  <a:cubicBezTo>
                    <a:pt x="24" y="116"/>
                    <a:pt x="23" y="116"/>
                    <a:pt x="23" y="116"/>
                  </a:cubicBezTo>
                  <a:cubicBezTo>
                    <a:pt x="23" y="116"/>
                    <a:pt x="23" y="115"/>
                    <a:pt x="23" y="115"/>
                  </a:cubicBezTo>
                  <a:cubicBezTo>
                    <a:pt x="23" y="115"/>
                    <a:pt x="23" y="114"/>
                    <a:pt x="23" y="114"/>
                  </a:cubicBezTo>
                  <a:cubicBezTo>
                    <a:pt x="23" y="113"/>
                    <a:pt x="23" y="112"/>
                    <a:pt x="23" y="112"/>
                  </a:cubicBezTo>
                  <a:cubicBezTo>
                    <a:pt x="23" y="112"/>
                    <a:pt x="22" y="111"/>
                    <a:pt x="21" y="111"/>
                  </a:cubicBezTo>
                  <a:cubicBezTo>
                    <a:pt x="21" y="110"/>
                    <a:pt x="21" y="109"/>
                    <a:pt x="20" y="108"/>
                  </a:cubicBezTo>
                  <a:cubicBezTo>
                    <a:pt x="20" y="108"/>
                    <a:pt x="19" y="108"/>
                    <a:pt x="19" y="107"/>
                  </a:cubicBezTo>
                  <a:cubicBezTo>
                    <a:pt x="19" y="107"/>
                    <a:pt x="18" y="108"/>
                    <a:pt x="17" y="107"/>
                  </a:cubicBezTo>
                  <a:cubicBezTo>
                    <a:pt x="17" y="107"/>
                    <a:pt x="15" y="107"/>
                    <a:pt x="15" y="106"/>
                  </a:cubicBezTo>
                  <a:cubicBezTo>
                    <a:pt x="14" y="106"/>
                    <a:pt x="14" y="105"/>
                    <a:pt x="14" y="105"/>
                  </a:cubicBezTo>
                  <a:cubicBezTo>
                    <a:pt x="14" y="105"/>
                    <a:pt x="13" y="105"/>
                    <a:pt x="13" y="105"/>
                  </a:cubicBezTo>
                  <a:cubicBezTo>
                    <a:pt x="12" y="105"/>
                    <a:pt x="11" y="105"/>
                    <a:pt x="10" y="105"/>
                  </a:cubicBezTo>
                  <a:cubicBezTo>
                    <a:pt x="10" y="104"/>
                    <a:pt x="10" y="104"/>
                    <a:pt x="9" y="103"/>
                  </a:cubicBezTo>
                  <a:cubicBezTo>
                    <a:pt x="9" y="103"/>
                    <a:pt x="8" y="102"/>
                    <a:pt x="8" y="101"/>
                  </a:cubicBezTo>
                  <a:cubicBezTo>
                    <a:pt x="7" y="101"/>
                    <a:pt x="8" y="99"/>
                    <a:pt x="8" y="99"/>
                  </a:cubicBezTo>
                  <a:cubicBezTo>
                    <a:pt x="7" y="99"/>
                    <a:pt x="7" y="98"/>
                    <a:pt x="6" y="98"/>
                  </a:cubicBezTo>
                  <a:cubicBezTo>
                    <a:pt x="6" y="98"/>
                    <a:pt x="5" y="99"/>
                    <a:pt x="5" y="99"/>
                  </a:cubicBezTo>
                  <a:cubicBezTo>
                    <a:pt x="5" y="100"/>
                    <a:pt x="5" y="100"/>
                    <a:pt x="5" y="101"/>
                  </a:cubicBezTo>
                  <a:cubicBezTo>
                    <a:pt x="5" y="101"/>
                    <a:pt x="4" y="102"/>
                    <a:pt x="4" y="102"/>
                  </a:cubicBezTo>
                  <a:cubicBezTo>
                    <a:pt x="3" y="102"/>
                    <a:pt x="3" y="102"/>
                    <a:pt x="2" y="102"/>
                  </a:cubicBezTo>
                  <a:cubicBezTo>
                    <a:pt x="2" y="102"/>
                    <a:pt x="1" y="102"/>
                    <a:pt x="1" y="102"/>
                  </a:cubicBezTo>
                  <a:cubicBezTo>
                    <a:pt x="0" y="101"/>
                    <a:pt x="0" y="100"/>
                    <a:pt x="0" y="100"/>
                  </a:cubicBezTo>
                  <a:cubicBezTo>
                    <a:pt x="0" y="99"/>
                    <a:pt x="0" y="98"/>
                    <a:pt x="0" y="98"/>
                  </a:cubicBezTo>
                  <a:cubicBezTo>
                    <a:pt x="1" y="97"/>
                    <a:pt x="2" y="97"/>
                    <a:pt x="2" y="96"/>
                  </a:cubicBezTo>
                  <a:cubicBezTo>
                    <a:pt x="2" y="96"/>
                    <a:pt x="3" y="95"/>
                    <a:pt x="3" y="94"/>
                  </a:cubicBezTo>
                  <a:cubicBezTo>
                    <a:pt x="3" y="94"/>
                    <a:pt x="4" y="94"/>
                    <a:pt x="5" y="93"/>
                  </a:cubicBezTo>
                  <a:cubicBezTo>
                    <a:pt x="5" y="93"/>
                    <a:pt x="5" y="92"/>
                    <a:pt x="6" y="92"/>
                  </a:cubicBezTo>
                  <a:cubicBezTo>
                    <a:pt x="6" y="92"/>
                    <a:pt x="6" y="91"/>
                    <a:pt x="6" y="91"/>
                  </a:cubicBezTo>
                  <a:cubicBezTo>
                    <a:pt x="6" y="90"/>
                    <a:pt x="5" y="89"/>
                    <a:pt x="6" y="88"/>
                  </a:cubicBezTo>
                  <a:cubicBezTo>
                    <a:pt x="6" y="88"/>
                    <a:pt x="7" y="88"/>
                    <a:pt x="7" y="88"/>
                  </a:cubicBezTo>
                  <a:cubicBezTo>
                    <a:pt x="7" y="88"/>
                    <a:pt x="7" y="88"/>
                    <a:pt x="7" y="8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86"/>
            <p:cNvSpPr>
              <a:spLocks/>
            </p:cNvSpPr>
            <p:nvPr/>
          </p:nvSpPr>
          <p:spPr bwMode="auto">
            <a:xfrm>
              <a:off x="2232026" y="3446463"/>
              <a:ext cx="260350" cy="307975"/>
            </a:xfrm>
            <a:custGeom>
              <a:avLst/>
              <a:gdLst/>
              <a:ahLst/>
              <a:cxnLst>
                <a:cxn ang="0">
                  <a:pos x="1" y="113"/>
                </a:cxn>
                <a:cxn ang="0">
                  <a:pos x="10" y="106"/>
                </a:cxn>
                <a:cxn ang="0">
                  <a:pos x="14" y="97"/>
                </a:cxn>
                <a:cxn ang="0">
                  <a:pos x="15" y="83"/>
                </a:cxn>
                <a:cxn ang="0">
                  <a:pos x="9" y="76"/>
                </a:cxn>
                <a:cxn ang="0">
                  <a:pos x="19" y="73"/>
                </a:cxn>
                <a:cxn ang="0">
                  <a:pos x="21" y="63"/>
                </a:cxn>
                <a:cxn ang="0">
                  <a:pos x="28" y="55"/>
                </a:cxn>
                <a:cxn ang="0">
                  <a:pos x="37" y="57"/>
                </a:cxn>
                <a:cxn ang="0">
                  <a:pos x="39" y="49"/>
                </a:cxn>
                <a:cxn ang="0">
                  <a:pos x="41" y="44"/>
                </a:cxn>
                <a:cxn ang="0">
                  <a:pos x="54" y="43"/>
                </a:cxn>
                <a:cxn ang="0">
                  <a:pos x="60" y="39"/>
                </a:cxn>
                <a:cxn ang="0">
                  <a:pos x="65" y="31"/>
                </a:cxn>
                <a:cxn ang="0">
                  <a:pos x="76" y="31"/>
                </a:cxn>
                <a:cxn ang="0">
                  <a:pos x="89" y="25"/>
                </a:cxn>
                <a:cxn ang="0">
                  <a:pos x="103" y="14"/>
                </a:cxn>
                <a:cxn ang="0">
                  <a:pos x="110" y="5"/>
                </a:cxn>
                <a:cxn ang="0">
                  <a:pos x="116" y="0"/>
                </a:cxn>
                <a:cxn ang="0">
                  <a:pos x="118" y="4"/>
                </a:cxn>
                <a:cxn ang="0">
                  <a:pos x="117" y="12"/>
                </a:cxn>
                <a:cxn ang="0">
                  <a:pos x="122" y="16"/>
                </a:cxn>
                <a:cxn ang="0">
                  <a:pos x="125" y="17"/>
                </a:cxn>
                <a:cxn ang="0">
                  <a:pos x="128" y="28"/>
                </a:cxn>
                <a:cxn ang="0">
                  <a:pos x="137" y="34"/>
                </a:cxn>
                <a:cxn ang="0">
                  <a:pos x="136" y="45"/>
                </a:cxn>
                <a:cxn ang="0">
                  <a:pos x="132" y="52"/>
                </a:cxn>
                <a:cxn ang="0">
                  <a:pos x="126" y="60"/>
                </a:cxn>
                <a:cxn ang="0">
                  <a:pos x="119" y="65"/>
                </a:cxn>
                <a:cxn ang="0">
                  <a:pos x="120" y="71"/>
                </a:cxn>
                <a:cxn ang="0">
                  <a:pos x="120" y="78"/>
                </a:cxn>
                <a:cxn ang="0">
                  <a:pos x="112" y="83"/>
                </a:cxn>
                <a:cxn ang="0">
                  <a:pos x="110" y="90"/>
                </a:cxn>
                <a:cxn ang="0">
                  <a:pos x="105" y="87"/>
                </a:cxn>
                <a:cxn ang="0">
                  <a:pos x="99" y="92"/>
                </a:cxn>
                <a:cxn ang="0">
                  <a:pos x="98" y="103"/>
                </a:cxn>
                <a:cxn ang="0">
                  <a:pos x="94" y="106"/>
                </a:cxn>
                <a:cxn ang="0">
                  <a:pos x="88" y="110"/>
                </a:cxn>
                <a:cxn ang="0">
                  <a:pos x="82" y="114"/>
                </a:cxn>
                <a:cxn ang="0">
                  <a:pos x="78" y="117"/>
                </a:cxn>
                <a:cxn ang="0">
                  <a:pos x="71" y="118"/>
                </a:cxn>
                <a:cxn ang="0">
                  <a:pos x="66" y="125"/>
                </a:cxn>
                <a:cxn ang="0">
                  <a:pos x="65" y="129"/>
                </a:cxn>
                <a:cxn ang="0">
                  <a:pos x="73" y="139"/>
                </a:cxn>
                <a:cxn ang="0">
                  <a:pos x="67" y="146"/>
                </a:cxn>
                <a:cxn ang="0">
                  <a:pos x="62" y="151"/>
                </a:cxn>
                <a:cxn ang="0">
                  <a:pos x="56" y="144"/>
                </a:cxn>
                <a:cxn ang="0">
                  <a:pos x="56" y="137"/>
                </a:cxn>
                <a:cxn ang="0">
                  <a:pos x="49" y="137"/>
                </a:cxn>
                <a:cxn ang="0">
                  <a:pos x="42" y="137"/>
                </a:cxn>
                <a:cxn ang="0">
                  <a:pos x="42" y="141"/>
                </a:cxn>
                <a:cxn ang="0">
                  <a:pos x="36" y="142"/>
                </a:cxn>
                <a:cxn ang="0">
                  <a:pos x="30" y="146"/>
                </a:cxn>
                <a:cxn ang="0">
                  <a:pos x="29" y="153"/>
                </a:cxn>
                <a:cxn ang="0">
                  <a:pos x="16" y="162"/>
                </a:cxn>
                <a:cxn ang="0">
                  <a:pos x="8" y="155"/>
                </a:cxn>
                <a:cxn ang="0">
                  <a:pos x="4" y="144"/>
                </a:cxn>
                <a:cxn ang="0">
                  <a:pos x="4" y="135"/>
                </a:cxn>
                <a:cxn ang="0">
                  <a:pos x="9" y="129"/>
                </a:cxn>
              </a:cxnLst>
              <a:rect l="0" t="0" r="r" b="b"/>
              <a:pathLst>
                <a:path w="138" h="163">
                  <a:moveTo>
                    <a:pt x="1" y="120"/>
                  </a:moveTo>
                  <a:cubicBezTo>
                    <a:pt x="1" y="120"/>
                    <a:pt x="0" y="120"/>
                    <a:pt x="0" y="119"/>
                  </a:cubicBezTo>
                  <a:cubicBezTo>
                    <a:pt x="0" y="119"/>
                    <a:pt x="1" y="117"/>
                    <a:pt x="1" y="117"/>
                  </a:cubicBezTo>
                  <a:cubicBezTo>
                    <a:pt x="1" y="116"/>
                    <a:pt x="0" y="114"/>
                    <a:pt x="1" y="113"/>
                  </a:cubicBezTo>
                  <a:cubicBezTo>
                    <a:pt x="1" y="112"/>
                    <a:pt x="3" y="111"/>
                    <a:pt x="4" y="110"/>
                  </a:cubicBezTo>
                  <a:cubicBezTo>
                    <a:pt x="5" y="110"/>
                    <a:pt x="6" y="110"/>
                    <a:pt x="7" y="110"/>
                  </a:cubicBezTo>
                  <a:cubicBezTo>
                    <a:pt x="8" y="110"/>
                    <a:pt x="9" y="110"/>
                    <a:pt x="10" y="109"/>
                  </a:cubicBezTo>
                  <a:cubicBezTo>
                    <a:pt x="10" y="108"/>
                    <a:pt x="10" y="106"/>
                    <a:pt x="10" y="106"/>
                  </a:cubicBezTo>
                  <a:cubicBezTo>
                    <a:pt x="9" y="105"/>
                    <a:pt x="8" y="104"/>
                    <a:pt x="8" y="104"/>
                  </a:cubicBezTo>
                  <a:cubicBezTo>
                    <a:pt x="8" y="103"/>
                    <a:pt x="8" y="102"/>
                    <a:pt x="8" y="101"/>
                  </a:cubicBezTo>
                  <a:cubicBezTo>
                    <a:pt x="8" y="101"/>
                    <a:pt x="10" y="100"/>
                    <a:pt x="10" y="99"/>
                  </a:cubicBezTo>
                  <a:cubicBezTo>
                    <a:pt x="11" y="99"/>
                    <a:pt x="13" y="98"/>
                    <a:pt x="14" y="97"/>
                  </a:cubicBezTo>
                  <a:cubicBezTo>
                    <a:pt x="15" y="96"/>
                    <a:pt x="15" y="94"/>
                    <a:pt x="15" y="93"/>
                  </a:cubicBezTo>
                  <a:cubicBezTo>
                    <a:pt x="15" y="92"/>
                    <a:pt x="14" y="91"/>
                    <a:pt x="14" y="90"/>
                  </a:cubicBezTo>
                  <a:cubicBezTo>
                    <a:pt x="14" y="89"/>
                    <a:pt x="14" y="87"/>
                    <a:pt x="14" y="86"/>
                  </a:cubicBezTo>
                  <a:cubicBezTo>
                    <a:pt x="14" y="85"/>
                    <a:pt x="15" y="84"/>
                    <a:pt x="15" y="83"/>
                  </a:cubicBezTo>
                  <a:cubicBezTo>
                    <a:pt x="15" y="82"/>
                    <a:pt x="15" y="80"/>
                    <a:pt x="15" y="80"/>
                  </a:cubicBezTo>
                  <a:cubicBezTo>
                    <a:pt x="14" y="79"/>
                    <a:pt x="13" y="79"/>
                    <a:pt x="13" y="79"/>
                  </a:cubicBezTo>
                  <a:cubicBezTo>
                    <a:pt x="12" y="79"/>
                    <a:pt x="10" y="78"/>
                    <a:pt x="10" y="78"/>
                  </a:cubicBezTo>
                  <a:cubicBezTo>
                    <a:pt x="9" y="77"/>
                    <a:pt x="9" y="77"/>
                    <a:pt x="9" y="76"/>
                  </a:cubicBezTo>
                  <a:cubicBezTo>
                    <a:pt x="9" y="76"/>
                    <a:pt x="11" y="76"/>
                    <a:pt x="12" y="76"/>
                  </a:cubicBezTo>
                  <a:cubicBezTo>
                    <a:pt x="12" y="75"/>
                    <a:pt x="14" y="75"/>
                    <a:pt x="15" y="75"/>
                  </a:cubicBezTo>
                  <a:cubicBezTo>
                    <a:pt x="15" y="75"/>
                    <a:pt x="16" y="74"/>
                    <a:pt x="17" y="74"/>
                  </a:cubicBezTo>
                  <a:cubicBezTo>
                    <a:pt x="18" y="73"/>
                    <a:pt x="19" y="73"/>
                    <a:pt x="19" y="73"/>
                  </a:cubicBezTo>
                  <a:cubicBezTo>
                    <a:pt x="20" y="73"/>
                    <a:pt x="21" y="72"/>
                    <a:pt x="21" y="71"/>
                  </a:cubicBezTo>
                  <a:cubicBezTo>
                    <a:pt x="22" y="71"/>
                    <a:pt x="23" y="70"/>
                    <a:pt x="24" y="69"/>
                  </a:cubicBezTo>
                  <a:cubicBezTo>
                    <a:pt x="24" y="69"/>
                    <a:pt x="23" y="67"/>
                    <a:pt x="22" y="67"/>
                  </a:cubicBezTo>
                  <a:cubicBezTo>
                    <a:pt x="22" y="66"/>
                    <a:pt x="21" y="64"/>
                    <a:pt x="21" y="63"/>
                  </a:cubicBezTo>
                  <a:cubicBezTo>
                    <a:pt x="21" y="62"/>
                    <a:pt x="20" y="62"/>
                    <a:pt x="20" y="62"/>
                  </a:cubicBezTo>
                  <a:cubicBezTo>
                    <a:pt x="21" y="62"/>
                    <a:pt x="23" y="61"/>
                    <a:pt x="23" y="61"/>
                  </a:cubicBezTo>
                  <a:cubicBezTo>
                    <a:pt x="24" y="60"/>
                    <a:pt x="26" y="59"/>
                    <a:pt x="26" y="58"/>
                  </a:cubicBezTo>
                  <a:cubicBezTo>
                    <a:pt x="27" y="58"/>
                    <a:pt x="27" y="56"/>
                    <a:pt x="28" y="55"/>
                  </a:cubicBezTo>
                  <a:cubicBezTo>
                    <a:pt x="28" y="55"/>
                    <a:pt x="30" y="54"/>
                    <a:pt x="30" y="54"/>
                  </a:cubicBezTo>
                  <a:cubicBezTo>
                    <a:pt x="31" y="53"/>
                    <a:pt x="33" y="53"/>
                    <a:pt x="33" y="54"/>
                  </a:cubicBezTo>
                  <a:cubicBezTo>
                    <a:pt x="34" y="54"/>
                    <a:pt x="34" y="55"/>
                    <a:pt x="34" y="55"/>
                  </a:cubicBezTo>
                  <a:cubicBezTo>
                    <a:pt x="35" y="56"/>
                    <a:pt x="36" y="57"/>
                    <a:pt x="37" y="57"/>
                  </a:cubicBezTo>
                  <a:cubicBezTo>
                    <a:pt x="37" y="57"/>
                    <a:pt x="38" y="56"/>
                    <a:pt x="38" y="55"/>
                  </a:cubicBezTo>
                  <a:cubicBezTo>
                    <a:pt x="38" y="55"/>
                    <a:pt x="38" y="54"/>
                    <a:pt x="38" y="54"/>
                  </a:cubicBezTo>
                  <a:cubicBezTo>
                    <a:pt x="38" y="53"/>
                    <a:pt x="39" y="52"/>
                    <a:pt x="39" y="51"/>
                  </a:cubicBezTo>
                  <a:cubicBezTo>
                    <a:pt x="39" y="51"/>
                    <a:pt x="39" y="50"/>
                    <a:pt x="39" y="49"/>
                  </a:cubicBezTo>
                  <a:cubicBezTo>
                    <a:pt x="38" y="49"/>
                    <a:pt x="37" y="49"/>
                    <a:pt x="37" y="49"/>
                  </a:cubicBezTo>
                  <a:cubicBezTo>
                    <a:pt x="37" y="48"/>
                    <a:pt x="37" y="47"/>
                    <a:pt x="37" y="47"/>
                  </a:cubicBezTo>
                  <a:cubicBezTo>
                    <a:pt x="38" y="47"/>
                    <a:pt x="39" y="47"/>
                    <a:pt x="39" y="46"/>
                  </a:cubicBezTo>
                  <a:cubicBezTo>
                    <a:pt x="40" y="46"/>
                    <a:pt x="41" y="45"/>
                    <a:pt x="41" y="44"/>
                  </a:cubicBezTo>
                  <a:cubicBezTo>
                    <a:pt x="42" y="44"/>
                    <a:pt x="44" y="43"/>
                    <a:pt x="45" y="43"/>
                  </a:cubicBezTo>
                  <a:cubicBezTo>
                    <a:pt x="46" y="42"/>
                    <a:pt x="47" y="42"/>
                    <a:pt x="48" y="42"/>
                  </a:cubicBezTo>
                  <a:cubicBezTo>
                    <a:pt x="49" y="42"/>
                    <a:pt x="51" y="42"/>
                    <a:pt x="52" y="42"/>
                  </a:cubicBezTo>
                  <a:cubicBezTo>
                    <a:pt x="52" y="42"/>
                    <a:pt x="53" y="43"/>
                    <a:pt x="54" y="43"/>
                  </a:cubicBezTo>
                  <a:cubicBezTo>
                    <a:pt x="54" y="44"/>
                    <a:pt x="56" y="44"/>
                    <a:pt x="57" y="44"/>
                  </a:cubicBezTo>
                  <a:cubicBezTo>
                    <a:pt x="57" y="44"/>
                    <a:pt x="59" y="43"/>
                    <a:pt x="59" y="43"/>
                  </a:cubicBezTo>
                  <a:cubicBezTo>
                    <a:pt x="59" y="42"/>
                    <a:pt x="59" y="41"/>
                    <a:pt x="59" y="40"/>
                  </a:cubicBezTo>
                  <a:cubicBezTo>
                    <a:pt x="59" y="40"/>
                    <a:pt x="59" y="39"/>
                    <a:pt x="60" y="39"/>
                  </a:cubicBezTo>
                  <a:cubicBezTo>
                    <a:pt x="60" y="38"/>
                    <a:pt x="61" y="37"/>
                    <a:pt x="61" y="37"/>
                  </a:cubicBezTo>
                  <a:cubicBezTo>
                    <a:pt x="61" y="36"/>
                    <a:pt x="61" y="35"/>
                    <a:pt x="61" y="34"/>
                  </a:cubicBezTo>
                  <a:cubicBezTo>
                    <a:pt x="61" y="34"/>
                    <a:pt x="61" y="33"/>
                    <a:pt x="61" y="33"/>
                  </a:cubicBezTo>
                  <a:cubicBezTo>
                    <a:pt x="62" y="32"/>
                    <a:pt x="64" y="31"/>
                    <a:pt x="65" y="31"/>
                  </a:cubicBezTo>
                  <a:cubicBezTo>
                    <a:pt x="66" y="31"/>
                    <a:pt x="68" y="32"/>
                    <a:pt x="69" y="32"/>
                  </a:cubicBezTo>
                  <a:cubicBezTo>
                    <a:pt x="69" y="32"/>
                    <a:pt x="70" y="32"/>
                    <a:pt x="70" y="32"/>
                  </a:cubicBezTo>
                  <a:cubicBezTo>
                    <a:pt x="71" y="32"/>
                    <a:pt x="73" y="30"/>
                    <a:pt x="74" y="30"/>
                  </a:cubicBezTo>
                  <a:cubicBezTo>
                    <a:pt x="74" y="30"/>
                    <a:pt x="75" y="31"/>
                    <a:pt x="76" y="31"/>
                  </a:cubicBezTo>
                  <a:cubicBezTo>
                    <a:pt x="77" y="32"/>
                    <a:pt x="79" y="31"/>
                    <a:pt x="80" y="31"/>
                  </a:cubicBezTo>
                  <a:cubicBezTo>
                    <a:pt x="81" y="31"/>
                    <a:pt x="82" y="30"/>
                    <a:pt x="83" y="29"/>
                  </a:cubicBezTo>
                  <a:cubicBezTo>
                    <a:pt x="84" y="29"/>
                    <a:pt x="84" y="29"/>
                    <a:pt x="84" y="29"/>
                  </a:cubicBezTo>
                  <a:cubicBezTo>
                    <a:pt x="86" y="28"/>
                    <a:pt x="88" y="26"/>
                    <a:pt x="89" y="25"/>
                  </a:cubicBezTo>
                  <a:cubicBezTo>
                    <a:pt x="90" y="24"/>
                    <a:pt x="92" y="21"/>
                    <a:pt x="93" y="20"/>
                  </a:cubicBezTo>
                  <a:cubicBezTo>
                    <a:pt x="94" y="19"/>
                    <a:pt x="96" y="17"/>
                    <a:pt x="97" y="16"/>
                  </a:cubicBezTo>
                  <a:cubicBezTo>
                    <a:pt x="98" y="16"/>
                    <a:pt x="100" y="14"/>
                    <a:pt x="101" y="14"/>
                  </a:cubicBezTo>
                  <a:cubicBezTo>
                    <a:pt x="101" y="14"/>
                    <a:pt x="102" y="14"/>
                    <a:pt x="103" y="14"/>
                  </a:cubicBezTo>
                  <a:cubicBezTo>
                    <a:pt x="103" y="14"/>
                    <a:pt x="104" y="15"/>
                    <a:pt x="104" y="15"/>
                  </a:cubicBezTo>
                  <a:cubicBezTo>
                    <a:pt x="105" y="15"/>
                    <a:pt x="106" y="14"/>
                    <a:pt x="106" y="14"/>
                  </a:cubicBezTo>
                  <a:cubicBezTo>
                    <a:pt x="107" y="13"/>
                    <a:pt x="108" y="11"/>
                    <a:pt x="109" y="9"/>
                  </a:cubicBezTo>
                  <a:cubicBezTo>
                    <a:pt x="109" y="8"/>
                    <a:pt x="110" y="6"/>
                    <a:pt x="110" y="5"/>
                  </a:cubicBezTo>
                  <a:cubicBezTo>
                    <a:pt x="110" y="5"/>
                    <a:pt x="109" y="3"/>
                    <a:pt x="110" y="2"/>
                  </a:cubicBezTo>
                  <a:cubicBezTo>
                    <a:pt x="110" y="2"/>
                    <a:pt x="112" y="1"/>
                    <a:pt x="112" y="1"/>
                  </a:cubicBezTo>
                  <a:cubicBezTo>
                    <a:pt x="113" y="1"/>
                    <a:pt x="114" y="0"/>
                    <a:pt x="114" y="0"/>
                  </a:cubicBezTo>
                  <a:cubicBezTo>
                    <a:pt x="115" y="0"/>
                    <a:pt x="116" y="0"/>
                    <a:pt x="116" y="0"/>
                  </a:cubicBezTo>
                  <a:cubicBezTo>
                    <a:pt x="116" y="0"/>
                    <a:pt x="116" y="0"/>
                    <a:pt x="116" y="0"/>
                  </a:cubicBezTo>
                  <a:cubicBezTo>
                    <a:pt x="115" y="0"/>
                    <a:pt x="115" y="1"/>
                    <a:pt x="116" y="1"/>
                  </a:cubicBezTo>
                  <a:cubicBezTo>
                    <a:pt x="116" y="1"/>
                    <a:pt x="117" y="2"/>
                    <a:pt x="117" y="2"/>
                  </a:cubicBezTo>
                  <a:cubicBezTo>
                    <a:pt x="118" y="3"/>
                    <a:pt x="118" y="3"/>
                    <a:pt x="118" y="4"/>
                  </a:cubicBezTo>
                  <a:cubicBezTo>
                    <a:pt x="118" y="4"/>
                    <a:pt x="118" y="6"/>
                    <a:pt x="118" y="6"/>
                  </a:cubicBezTo>
                  <a:cubicBezTo>
                    <a:pt x="118" y="7"/>
                    <a:pt x="118" y="8"/>
                    <a:pt x="118" y="8"/>
                  </a:cubicBezTo>
                  <a:cubicBezTo>
                    <a:pt x="118" y="9"/>
                    <a:pt x="117" y="10"/>
                    <a:pt x="117" y="10"/>
                  </a:cubicBezTo>
                  <a:cubicBezTo>
                    <a:pt x="117" y="10"/>
                    <a:pt x="116" y="11"/>
                    <a:pt x="117" y="12"/>
                  </a:cubicBezTo>
                  <a:cubicBezTo>
                    <a:pt x="117" y="12"/>
                    <a:pt x="117" y="12"/>
                    <a:pt x="117" y="13"/>
                  </a:cubicBezTo>
                  <a:cubicBezTo>
                    <a:pt x="118" y="13"/>
                    <a:pt x="118" y="15"/>
                    <a:pt x="118" y="16"/>
                  </a:cubicBezTo>
                  <a:cubicBezTo>
                    <a:pt x="118" y="16"/>
                    <a:pt x="119" y="17"/>
                    <a:pt x="120" y="17"/>
                  </a:cubicBezTo>
                  <a:cubicBezTo>
                    <a:pt x="120" y="17"/>
                    <a:pt x="121" y="17"/>
                    <a:pt x="122" y="16"/>
                  </a:cubicBezTo>
                  <a:cubicBezTo>
                    <a:pt x="122" y="16"/>
                    <a:pt x="123" y="16"/>
                    <a:pt x="123" y="16"/>
                  </a:cubicBezTo>
                  <a:cubicBezTo>
                    <a:pt x="123" y="15"/>
                    <a:pt x="124" y="16"/>
                    <a:pt x="124" y="16"/>
                  </a:cubicBezTo>
                  <a:cubicBezTo>
                    <a:pt x="125" y="17"/>
                    <a:pt x="125" y="17"/>
                    <a:pt x="125" y="17"/>
                  </a:cubicBezTo>
                  <a:cubicBezTo>
                    <a:pt x="125" y="17"/>
                    <a:pt x="125" y="17"/>
                    <a:pt x="125" y="17"/>
                  </a:cubicBezTo>
                  <a:cubicBezTo>
                    <a:pt x="125" y="18"/>
                    <a:pt x="124" y="20"/>
                    <a:pt x="124" y="21"/>
                  </a:cubicBezTo>
                  <a:cubicBezTo>
                    <a:pt x="125" y="21"/>
                    <a:pt x="125" y="22"/>
                    <a:pt x="125" y="22"/>
                  </a:cubicBezTo>
                  <a:cubicBezTo>
                    <a:pt x="125" y="23"/>
                    <a:pt x="126" y="24"/>
                    <a:pt x="127" y="25"/>
                  </a:cubicBezTo>
                  <a:cubicBezTo>
                    <a:pt x="127" y="26"/>
                    <a:pt x="128" y="27"/>
                    <a:pt x="128" y="28"/>
                  </a:cubicBezTo>
                  <a:cubicBezTo>
                    <a:pt x="129" y="28"/>
                    <a:pt x="130" y="28"/>
                    <a:pt x="130" y="28"/>
                  </a:cubicBezTo>
                  <a:cubicBezTo>
                    <a:pt x="131" y="28"/>
                    <a:pt x="132" y="29"/>
                    <a:pt x="133" y="30"/>
                  </a:cubicBezTo>
                  <a:cubicBezTo>
                    <a:pt x="133" y="30"/>
                    <a:pt x="135" y="31"/>
                    <a:pt x="135" y="32"/>
                  </a:cubicBezTo>
                  <a:cubicBezTo>
                    <a:pt x="136" y="32"/>
                    <a:pt x="137" y="34"/>
                    <a:pt x="137" y="34"/>
                  </a:cubicBezTo>
                  <a:cubicBezTo>
                    <a:pt x="137" y="35"/>
                    <a:pt x="137" y="36"/>
                    <a:pt x="137" y="37"/>
                  </a:cubicBezTo>
                  <a:cubicBezTo>
                    <a:pt x="137" y="38"/>
                    <a:pt x="136" y="39"/>
                    <a:pt x="136" y="40"/>
                  </a:cubicBezTo>
                  <a:cubicBezTo>
                    <a:pt x="136" y="41"/>
                    <a:pt x="138" y="42"/>
                    <a:pt x="137" y="43"/>
                  </a:cubicBezTo>
                  <a:cubicBezTo>
                    <a:pt x="137" y="44"/>
                    <a:pt x="137" y="45"/>
                    <a:pt x="136" y="45"/>
                  </a:cubicBezTo>
                  <a:cubicBezTo>
                    <a:pt x="136" y="46"/>
                    <a:pt x="135" y="46"/>
                    <a:pt x="134" y="47"/>
                  </a:cubicBezTo>
                  <a:cubicBezTo>
                    <a:pt x="134" y="47"/>
                    <a:pt x="134" y="49"/>
                    <a:pt x="134" y="49"/>
                  </a:cubicBezTo>
                  <a:cubicBezTo>
                    <a:pt x="134" y="50"/>
                    <a:pt x="135" y="51"/>
                    <a:pt x="135" y="51"/>
                  </a:cubicBezTo>
                  <a:cubicBezTo>
                    <a:pt x="134" y="52"/>
                    <a:pt x="133" y="52"/>
                    <a:pt x="132" y="52"/>
                  </a:cubicBezTo>
                  <a:cubicBezTo>
                    <a:pt x="132" y="53"/>
                    <a:pt x="131" y="53"/>
                    <a:pt x="130" y="54"/>
                  </a:cubicBezTo>
                  <a:cubicBezTo>
                    <a:pt x="129" y="54"/>
                    <a:pt x="128" y="55"/>
                    <a:pt x="127" y="56"/>
                  </a:cubicBezTo>
                  <a:cubicBezTo>
                    <a:pt x="127" y="56"/>
                    <a:pt x="126" y="57"/>
                    <a:pt x="126" y="58"/>
                  </a:cubicBezTo>
                  <a:cubicBezTo>
                    <a:pt x="126" y="58"/>
                    <a:pt x="126" y="60"/>
                    <a:pt x="126" y="60"/>
                  </a:cubicBezTo>
                  <a:cubicBezTo>
                    <a:pt x="125" y="61"/>
                    <a:pt x="124" y="61"/>
                    <a:pt x="124" y="62"/>
                  </a:cubicBezTo>
                  <a:cubicBezTo>
                    <a:pt x="123" y="62"/>
                    <a:pt x="122" y="62"/>
                    <a:pt x="121" y="62"/>
                  </a:cubicBezTo>
                  <a:cubicBezTo>
                    <a:pt x="120" y="62"/>
                    <a:pt x="119" y="63"/>
                    <a:pt x="118" y="63"/>
                  </a:cubicBezTo>
                  <a:cubicBezTo>
                    <a:pt x="118" y="64"/>
                    <a:pt x="119" y="65"/>
                    <a:pt x="119" y="65"/>
                  </a:cubicBezTo>
                  <a:cubicBezTo>
                    <a:pt x="119" y="66"/>
                    <a:pt x="119" y="67"/>
                    <a:pt x="119" y="67"/>
                  </a:cubicBezTo>
                  <a:cubicBezTo>
                    <a:pt x="118" y="68"/>
                    <a:pt x="117" y="68"/>
                    <a:pt x="117" y="69"/>
                  </a:cubicBezTo>
                  <a:cubicBezTo>
                    <a:pt x="117" y="70"/>
                    <a:pt x="118" y="71"/>
                    <a:pt x="118" y="71"/>
                  </a:cubicBezTo>
                  <a:cubicBezTo>
                    <a:pt x="119" y="71"/>
                    <a:pt x="120" y="71"/>
                    <a:pt x="120" y="71"/>
                  </a:cubicBezTo>
                  <a:cubicBezTo>
                    <a:pt x="121" y="71"/>
                    <a:pt x="121" y="72"/>
                    <a:pt x="121" y="73"/>
                  </a:cubicBezTo>
                  <a:cubicBezTo>
                    <a:pt x="121" y="73"/>
                    <a:pt x="121" y="74"/>
                    <a:pt x="121" y="75"/>
                  </a:cubicBezTo>
                  <a:cubicBezTo>
                    <a:pt x="121" y="76"/>
                    <a:pt x="122" y="76"/>
                    <a:pt x="122" y="77"/>
                  </a:cubicBezTo>
                  <a:cubicBezTo>
                    <a:pt x="121" y="77"/>
                    <a:pt x="121" y="78"/>
                    <a:pt x="120" y="78"/>
                  </a:cubicBezTo>
                  <a:cubicBezTo>
                    <a:pt x="120" y="78"/>
                    <a:pt x="118" y="77"/>
                    <a:pt x="117" y="77"/>
                  </a:cubicBezTo>
                  <a:cubicBezTo>
                    <a:pt x="117" y="77"/>
                    <a:pt x="116" y="78"/>
                    <a:pt x="115" y="78"/>
                  </a:cubicBezTo>
                  <a:cubicBezTo>
                    <a:pt x="115" y="79"/>
                    <a:pt x="115" y="80"/>
                    <a:pt x="114" y="81"/>
                  </a:cubicBezTo>
                  <a:cubicBezTo>
                    <a:pt x="114" y="82"/>
                    <a:pt x="113" y="82"/>
                    <a:pt x="112" y="83"/>
                  </a:cubicBezTo>
                  <a:cubicBezTo>
                    <a:pt x="112" y="84"/>
                    <a:pt x="112" y="85"/>
                    <a:pt x="112" y="86"/>
                  </a:cubicBezTo>
                  <a:cubicBezTo>
                    <a:pt x="112" y="86"/>
                    <a:pt x="113" y="87"/>
                    <a:pt x="113" y="88"/>
                  </a:cubicBezTo>
                  <a:cubicBezTo>
                    <a:pt x="113" y="88"/>
                    <a:pt x="112" y="89"/>
                    <a:pt x="112" y="90"/>
                  </a:cubicBezTo>
                  <a:cubicBezTo>
                    <a:pt x="112" y="90"/>
                    <a:pt x="111" y="90"/>
                    <a:pt x="110" y="90"/>
                  </a:cubicBezTo>
                  <a:cubicBezTo>
                    <a:pt x="110" y="91"/>
                    <a:pt x="109" y="91"/>
                    <a:pt x="108" y="91"/>
                  </a:cubicBezTo>
                  <a:cubicBezTo>
                    <a:pt x="108" y="91"/>
                    <a:pt x="108" y="89"/>
                    <a:pt x="108" y="89"/>
                  </a:cubicBezTo>
                  <a:cubicBezTo>
                    <a:pt x="108" y="88"/>
                    <a:pt x="107" y="87"/>
                    <a:pt x="106" y="87"/>
                  </a:cubicBezTo>
                  <a:cubicBezTo>
                    <a:pt x="106" y="87"/>
                    <a:pt x="105" y="87"/>
                    <a:pt x="105" y="87"/>
                  </a:cubicBezTo>
                  <a:cubicBezTo>
                    <a:pt x="104" y="87"/>
                    <a:pt x="103" y="87"/>
                    <a:pt x="102" y="87"/>
                  </a:cubicBezTo>
                  <a:cubicBezTo>
                    <a:pt x="102" y="87"/>
                    <a:pt x="101" y="88"/>
                    <a:pt x="101" y="89"/>
                  </a:cubicBezTo>
                  <a:cubicBezTo>
                    <a:pt x="100" y="89"/>
                    <a:pt x="99" y="89"/>
                    <a:pt x="99" y="90"/>
                  </a:cubicBezTo>
                  <a:cubicBezTo>
                    <a:pt x="99" y="90"/>
                    <a:pt x="99" y="91"/>
                    <a:pt x="99" y="92"/>
                  </a:cubicBezTo>
                  <a:cubicBezTo>
                    <a:pt x="99" y="92"/>
                    <a:pt x="100" y="94"/>
                    <a:pt x="100" y="94"/>
                  </a:cubicBezTo>
                  <a:cubicBezTo>
                    <a:pt x="100" y="95"/>
                    <a:pt x="99" y="97"/>
                    <a:pt x="99" y="98"/>
                  </a:cubicBezTo>
                  <a:cubicBezTo>
                    <a:pt x="99" y="99"/>
                    <a:pt x="99" y="101"/>
                    <a:pt x="99" y="101"/>
                  </a:cubicBezTo>
                  <a:cubicBezTo>
                    <a:pt x="99" y="102"/>
                    <a:pt x="98" y="102"/>
                    <a:pt x="98" y="103"/>
                  </a:cubicBezTo>
                  <a:cubicBezTo>
                    <a:pt x="98" y="103"/>
                    <a:pt x="97" y="104"/>
                    <a:pt x="96" y="104"/>
                  </a:cubicBezTo>
                  <a:cubicBezTo>
                    <a:pt x="96" y="104"/>
                    <a:pt x="94" y="105"/>
                    <a:pt x="94" y="106"/>
                  </a:cubicBezTo>
                  <a:cubicBezTo>
                    <a:pt x="94" y="106"/>
                    <a:pt x="94" y="106"/>
                    <a:pt x="94" y="106"/>
                  </a:cubicBezTo>
                  <a:cubicBezTo>
                    <a:pt x="94" y="106"/>
                    <a:pt x="94" y="106"/>
                    <a:pt x="94" y="106"/>
                  </a:cubicBezTo>
                  <a:cubicBezTo>
                    <a:pt x="94" y="106"/>
                    <a:pt x="94" y="106"/>
                    <a:pt x="94" y="106"/>
                  </a:cubicBezTo>
                  <a:cubicBezTo>
                    <a:pt x="94" y="106"/>
                    <a:pt x="93" y="107"/>
                    <a:pt x="93" y="107"/>
                  </a:cubicBezTo>
                  <a:cubicBezTo>
                    <a:pt x="92" y="107"/>
                    <a:pt x="91" y="107"/>
                    <a:pt x="90" y="108"/>
                  </a:cubicBezTo>
                  <a:cubicBezTo>
                    <a:pt x="89" y="108"/>
                    <a:pt x="89" y="109"/>
                    <a:pt x="88" y="110"/>
                  </a:cubicBezTo>
                  <a:cubicBezTo>
                    <a:pt x="88" y="110"/>
                    <a:pt x="87" y="112"/>
                    <a:pt x="87" y="113"/>
                  </a:cubicBezTo>
                  <a:cubicBezTo>
                    <a:pt x="86" y="113"/>
                    <a:pt x="85" y="114"/>
                    <a:pt x="84" y="115"/>
                  </a:cubicBezTo>
                  <a:cubicBezTo>
                    <a:pt x="84" y="115"/>
                    <a:pt x="83" y="116"/>
                    <a:pt x="82" y="116"/>
                  </a:cubicBezTo>
                  <a:cubicBezTo>
                    <a:pt x="82" y="116"/>
                    <a:pt x="82" y="114"/>
                    <a:pt x="82" y="114"/>
                  </a:cubicBezTo>
                  <a:cubicBezTo>
                    <a:pt x="81" y="114"/>
                    <a:pt x="81" y="113"/>
                    <a:pt x="81" y="113"/>
                  </a:cubicBezTo>
                  <a:cubicBezTo>
                    <a:pt x="80" y="113"/>
                    <a:pt x="80" y="114"/>
                    <a:pt x="79" y="114"/>
                  </a:cubicBezTo>
                  <a:cubicBezTo>
                    <a:pt x="79" y="115"/>
                    <a:pt x="79" y="115"/>
                    <a:pt x="79" y="115"/>
                  </a:cubicBezTo>
                  <a:cubicBezTo>
                    <a:pt x="78" y="116"/>
                    <a:pt x="78" y="117"/>
                    <a:pt x="78" y="117"/>
                  </a:cubicBezTo>
                  <a:cubicBezTo>
                    <a:pt x="78" y="118"/>
                    <a:pt x="77" y="118"/>
                    <a:pt x="76" y="119"/>
                  </a:cubicBezTo>
                  <a:cubicBezTo>
                    <a:pt x="76" y="119"/>
                    <a:pt x="75" y="118"/>
                    <a:pt x="75" y="118"/>
                  </a:cubicBezTo>
                  <a:cubicBezTo>
                    <a:pt x="74" y="118"/>
                    <a:pt x="73" y="117"/>
                    <a:pt x="73" y="117"/>
                  </a:cubicBezTo>
                  <a:cubicBezTo>
                    <a:pt x="72" y="117"/>
                    <a:pt x="71" y="118"/>
                    <a:pt x="71" y="118"/>
                  </a:cubicBezTo>
                  <a:cubicBezTo>
                    <a:pt x="71" y="119"/>
                    <a:pt x="70" y="121"/>
                    <a:pt x="70" y="121"/>
                  </a:cubicBezTo>
                  <a:cubicBezTo>
                    <a:pt x="70" y="122"/>
                    <a:pt x="70" y="123"/>
                    <a:pt x="69" y="123"/>
                  </a:cubicBezTo>
                  <a:cubicBezTo>
                    <a:pt x="69" y="123"/>
                    <a:pt x="68" y="123"/>
                    <a:pt x="68" y="123"/>
                  </a:cubicBezTo>
                  <a:cubicBezTo>
                    <a:pt x="67" y="124"/>
                    <a:pt x="67" y="124"/>
                    <a:pt x="66" y="125"/>
                  </a:cubicBezTo>
                  <a:cubicBezTo>
                    <a:pt x="66" y="125"/>
                    <a:pt x="65" y="125"/>
                    <a:pt x="64" y="125"/>
                  </a:cubicBezTo>
                  <a:cubicBezTo>
                    <a:pt x="64" y="125"/>
                    <a:pt x="63" y="127"/>
                    <a:pt x="63" y="127"/>
                  </a:cubicBezTo>
                  <a:cubicBezTo>
                    <a:pt x="63" y="128"/>
                    <a:pt x="63" y="128"/>
                    <a:pt x="64" y="129"/>
                  </a:cubicBezTo>
                  <a:cubicBezTo>
                    <a:pt x="64" y="129"/>
                    <a:pt x="65" y="129"/>
                    <a:pt x="65" y="129"/>
                  </a:cubicBezTo>
                  <a:cubicBezTo>
                    <a:pt x="66" y="130"/>
                    <a:pt x="67" y="131"/>
                    <a:pt x="68" y="131"/>
                  </a:cubicBezTo>
                  <a:cubicBezTo>
                    <a:pt x="68" y="132"/>
                    <a:pt x="69" y="134"/>
                    <a:pt x="70" y="134"/>
                  </a:cubicBezTo>
                  <a:cubicBezTo>
                    <a:pt x="70" y="135"/>
                    <a:pt x="72" y="136"/>
                    <a:pt x="73" y="137"/>
                  </a:cubicBezTo>
                  <a:cubicBezTo>
                    <a:pt x="73" y="137"/>
                    <a:pt x="73" y="138"/>
                    <a:pt x="73" y="139"/>
                  </a:cubicBezTo>
                  <a:cubicBezTo>
                    <a:pt x="73" y="139"/>
                    <a:pt x="72" y="140"/>
                    <a:pt x="71" y="140"/>
                  </a:cubicBezTo>
                  <a:cubicBezTo>
                    <a:pt x="71" y="140"/>
                    <a:pt x="70" y="141"/>
                    <a:pt x="69" y="142"/>
                  </a:cubicBezTo>
                  <a:cubicBezTo>
                    <a:pt x="69" y="142"/>
                    <a:pt x="67" y="143"/>
                    <a:pt x="67" y="143"/>
                  </a:cubicBezTo>
                  <a:cubicBezTo>
                    <a:pt x="67" y="144"/>
                    <a:pt x="67" y="146"/>
                    <a:pt x="67" y="146"/>
                  </a:cubicBezTo>
                  <a:cubicBezTo>
                    <a:pt x="67" y="147"/>
                    <a:pt x="67" y="148"/>
                    <a:pt x="66" y="148"/>
                  </a:cubicBezTo>
                  <a:cubicBezTo>
                    <a:pt x="66" y="148"/>
                    <a:pt x="66" y="149"/>
                    <a:pt x="66" y="149"/>
                  </a:cubicBezTo>
                  <a:cubicBezTo>
                    <a:pt x="66" y="149"/>
                    <a:pt x="64" y="150"/>
                    <a:pt x="64" y="150"/>
                  </a:cubicBezTo>
                  <a:cubicBezTo>
                    <a:pt x="63" y="150"/>
                    <a:pt x="62" y="151"/>
                    <a:pt x="62" y="151"/>
                  </a:cubicBezTo>
                  <a:cubicBezTo>
                    <a:pt x="62" y="151"/>
                    <a:pt x="61" y="151"/>
                    <a:pt x="60" y="151"/>
                  </a:cubicBezTo>
                  <a:cubicBezTo>
                    <a:pt x="60" y="150"/>
                    <a:pt x="59" y="149"/>
                    <a:pt x="59" y="149"/>
                  </a:cubicBezTo>
                  <a:cubicBezTo>
                    <a:pt x="58" y="148"/>
                    <a:pt x="57" y="147"/>
                    <a:pt x="56" y="146"/>
                  </a:cubicBezTo>
                  <a:cubicBezTo>
                    <a:pt x="56" y="146"/>
                    <a:pt x="56" y="144"/>
                    <a:pt x="56" y="144"/>
                  </a:cubicBezTo>
                  <a:cubicBezTo>
                    <a:pt x="56" y="144"/>
                    <a:pt x="56" y="143"/>
                    <a:pt x="56" y="142"/>
                  </a:cubicBezTo>
                  <a:cubicBezTo>
                    <a:pt x="56" y="142"/>
                    <a:pt x="57" y="141"/>
                    <a:pt x="57" y="141"/>
                  </a:cubicBezTo>
                  <a:cubicBezTo>
                    <a:pt x="57" y="140"/>
                    <a:pt x="58" y="139"/>
                    <a:pt x="58" y="139"/>
                  </a:cubicBezTo>
                  <a:cubicBezTo>
                    <a:pt x="58" y="138"/>
                    <a:pt x="56" y="137"/>
                    <a:pt x="56" y="137"/>
                  </a:cubicBezTo>
                  <a:cubicBezTo>
                    <a:pt x="56" y="136"/>
                    <a:pt x="55" y="135"/>
                    <a:pt x="55" y="135"/>
                  </a:cubicBezTo>
                  <a:cubicBezTo>
                    <a:pt x="55" y="135"/>
                    <a:pt x="53" y="135"/>
                    <a:pt x="53" y="135"/>
                  </a:cubicBezTo>
                  <a:cubicBezTo>
                    <a:pt x="53" y="135"/>
                    <a:pt x="52" y="136"/>
                    <a:pt x="52" y="136"/>
                  </a:cubicBezTo>
                  <a:cubicBezTo>
                    <a:pt x="51" y="136"/>
                    <a:pt x="50" y="137"/>
                    <a:pt x="49" y="137"/>
                  </a:cubicBezTo>
                  <a:cubicBezTo>
                    <a:pt x="48" y="137"/>
                    <a:pt x="47" y="137"/>
                    <a:pt x="47" y="137"/>
                  </a:cubicBezTo>
                  <a:cubicBezTo>
                    <a:pt x="46" y="137"/>
                    <a:pt x="45" y="136"/>
                    <a:pt x="45" y="136"/>
                  </a:cubicBezTo>
                  <a:cubicBezTo>
                    <a:pt x="44" y="136"/>
                    <a:pt x="43" y="136"/>
                    <a:pt x="43" y="136"/>
                  </a:cubicBezTo>
                  <a:cubicBezTo>
                    <a:pt x="43" y="136"/>
                    <a:pt x="42" y="137"/>
                    <a:pt x="42" y="137"/>
                  </a:cubicBezTo>
                  <a:cubicBezTo>
                    <a:pt x="42" y="138"/>
                    <a:pt x="43" y="138"/>
                    <a:pt x="44" y="138"/>
                  </a:cubicBezTo>
                  <a:cubicBezTo>
                    <a:pt x="44" y="139"/>
                    <a:pt x="44" y="139"/>
                    <a:pt x="44" y="140"/>
                  </a:cubicBezTo>
                  <a:cubicBezTo>
                    <a:pt x="44" y="140"/>
                    <a:pt x="43" y="140"/>
                    <a:pt x="43" y="141"/>
                  </a:cubicBezTo>
                  <a:cubicBezTo>
                    <a:pt x="43" y="141"/>
                    <a:pt x="42" y="141"/>
                    <a:pt x="42" y="141"/>
                  </a:cubicBezTo>
                  <a:cubicBezTo>
                    <a:pt x="41" y="141"/>
                    <a:pt x="41" y="140"/>
                    <a:pt x="41" y="140"/>
                  </a:cubicBezTo>
                  <a:cubicBezTo>
                    <a:pt x="41" y="139"/>
                    <a:pt x="40" y="139"/>
                    <a:pt x="40" y="139"/>
                  </a:cubicBezTo>
                  <a:cubicBezTo>
                    <a:pt x="39" y="139"/>
                    <a:pt x="38" y="140"/>
                    <a:pt x="38" y="141"/>
                  </a:cubicBezTo>
                  <a:cubicBezTo>
                    <a:pt x="38" y="141"/>
                    <a:pt x="37" y="142"/>
                    <a:pt x="36" y="142"/>
                  </a:cubicBezTo>
                  <a:cubicBezTo>
                    <a:pt x="36" y="142"/>
                    <a:pt x="35" y="143"/>
                    <a:pt x="35" y="143"/>
                  </a:cubicBezTo>
                  <a:cubicBezTo>
                    <a:pt x="34" y="143"/>
                    <a:pt x="34" y="142"/>
                    <a:pt x="33" y="142"/>
                  </a:cubicBezTo>
                  <a:cubicBezTo>
                    <a:pt x="33" y="142"/>
                    <a:pt x="32" y="143"/>
                    <a:pt x="32" y="144"/>
                  </a:cubicBezTo>
                  <a:cubicBezTo>
                    <a:pt x="32" y="144"/>
                    <a:pt x="31" y="145"/>
                    <a:pt x="30" y="146"/>
                  </a:cubicBezTo>
                  <a:cubicBezTo>
                    <a:pt x="30" y="146"/>
                    <a:pt x="29" y="147"/>
                    <a:pt x="29" y="148"/>
                  </a:cubicBezTo>
                  <a:cubicBezTo>
                    <a:pt x="29" y="148"/>
                    <a:pt x="28" y="149"/>
                    <a:pt x="28" y="150"/>
                  </a:cubicBezTo>
                  <a:cubicBezTo>
                    <a:pt x="28" y="150"/>
                    <a:pt x="27" y="151"/>
                    <a:pt x="27" y="152"/>
                  </a:cubicBezTo>
                  <a:cubicBezTo>
                    <a:pt x="27" y="152"/>
                    <a:pt x="28" y="153"/>
                    <a:pt x="29" y="153"/>
                  </a:cubicBezTo>
                  <a:cubicBezTo>
                    <a:pt x="29" y="153"/>
                    <a:pt x="29" y="153"/>
                    <a:pt x="30" y="153"/>
                  </a:cubicBezTo>
                  <a:cubicBezTo>
                    <a:pt x="29" y="154"/>
                    <a:pt x="28" y="155"/>
                    <a:pt x="27" y="156"/>
                  </a:cubicBezTo>
                  <a:cubicBezTo>
                    <a:pt x="26" y="157"/>
                    <a:pt x="25" y="159"/>
                    <a:pt x="23" y="159"/>
                  </a:cubicBezTo>
                  <a:cubicBezTo>
                    <a:pt x="22" y="160"/>
                    <a:pt x="18" y="161"/>
                    <a:pt x="16" y="162"/>
                  </a:cubicBezTo>
                  <a:cubicBezTo>
                    <a:pt x="15" y="162"/>
                    <a:pt x="13" y="163"/>
                    <a:pt x="12" y="162"/>
                  </a:cubicBezTo>
                  <a:cubicBezTo>
                    <a:pt x="12" y="162"/>
                    <a:pt x="10" y="162"/>
                    <a:pt x="10" y="162"/>
                  </a:cubicBezTo>
                  <a:cubicBezTo>
                    <a:pt x="9" y="161"/>
                    <a:pt x="9" y="159"/>
                    <a:pt x="9" y="158"/>
                  </a:cubicBezTo>
                  <a:cubicBezTo>
                    <a:pt x="9" y="157"/>
                    <a:pt x="9" y="155"/>
                    <a:pt x="8" y="155"/>
                  </a:cubicBezTo>
                  <a:cubicBezTo>
                    <a:pt x="8" y="154"/>
                    <a:pt x="6" y="153"/>
                    <a:pt x="5" y="152"/>
                  </a:cubicBezTo>
                  <a:cubicBezTo>
                    <a:pt x="5" y="151"/>
                    <a:pt x="3" y="151"/>
                    <a:pt x="3" y="150"/>
                  </a:cubicBezTo>
                  <a:cubicBezTo>
                    <a:pt x="3" y="149"/>
                    <a:pt x="4" y="148"/>
                    <a:pt x="4" y="148"/>
                  </a:cubicBezTo>
                  <a:cubicBezTo>
                    <a:pt x="4" y="147"/>
                    <a:pt x="4" y="145"/>
                    <a:pt x="4" y="144"/>
                  </a:cubicBezTo>
                  <a:cubicBezTo>
                    <a:pt x="5" y="143"/>
                    <a:pt x="5" y="141"/>
                    <a:pt x="6" y="141"/>
                  </a:cubicBezTo>
                  <a:cubicBezTo>
                    <a:pt x="6" y="140"/>
                    <a:pt x="6" y="138"/>
                    <a:pt x="6" y="137"/>
                  </a:cubicBezTo>
                  <a:cubicBezTo>
                    <a:pt x="6" y="137"/>
                    <a:pt x="4" y="137"/>
                    <a:pt x="4" y="136"/>
                  </a:cubicBezTo>
                  <a:cubicBezTo>
                    <a:pt x="4" y="136"/>
                    <a:pt x="4" y="135"/>
                    <a:pt x="4" y="135"/>
                  </a:cubicBezTo>
                  <a:cubicBezTo>
                    <a:pt x="4" y="134"/>
                    <a:pt x="7" y="134"/>
                    <a:pt x="8" y="134"/>
                  </a:cubicBezTo>
                  <a:cubicBezTo>
                    <a:pt x="8" y="134"/>
                    <a:pt x="10" y="134"/>
                    <a:pt x="11" y="133"/>
                  </a:cubicBezTo>
                  <a:cubicBezTo>
                    <a:pt x="11" y="133"/>
                    <a:pt x="11" y="132"/>
                    <a:pt x="11" y="131"/>
                  </a:cubicBezTo>
                  <a:cubicBezTo>
                    <a:pt x="11" y="131"/>
                    <a:pt x="9" y="129"/>
                    <a:pt x="9" y="129"/>
                  </a:cubicBezTo>
                  <a:cubicBezTo>
                    <a:pt x="8" y="128"/>
                    <a:pt x="6" y="127"/>
                    <a:pt x="6" y="126"/>
                  </a:cubicBezTo>
                  <a:cubicBezTo>
                    <a:pt x="5" y="125"/>
                    <a:pt x="2" y="122"/>
                    <a:pt x="1" y="121"/>
                  </a:cubicBezTo>
                  <a:cubicBezTo>
                    <a:pt x="1" y="121"/>
                    <a:pt x="1" y="120"/>
                    <a:pt x="1" y="12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87"/>
            <p:cNvSpPr>
              <a:spLocks/>
            </p:cNvSpPr>
            <p:nvPr/>
          </p:nvSpPr>
          <p:spPr bwMode="auto">
            <a:xfrm>
              <a:off x="2452688" y="3394076"/>
              <a:ext cx="277813" cy="327025"/>
            </a:xfrm>
            <a:custGeom>
              <a:avLst/>
              <a:gdLst/>
              <a:ahLst/>
              <a:cxnLst>
                <a:cxn ang="0">
                  <a:pos x="16" y="48"/>
                </a:cxn>
                <a:cxn ang="0">
                  <a:pos x="24" y="53"/>
                </a:cxn>
                <a:cxn ang="0">
                  <a:pos x="32" y="54"/>
                </a:cxn>
                <a:cxn ang="0">
                  <a:pos x="42" y="46"/>
                </a:cxn>
                <a:cxn ang="0">
                  <a:pos x="64" y="37"/>
                </a:cxn>
                <a:cxn ang="0">
                  <a:pos x="64" y="21"/>
                </a:cxn>
                <a:cxn ang="0">
                  <a:pos x="75" y="9"/>
                </a:cxn>
                <a:cxn ang="0">
                  <a:pos x="87" y="1"/>
                </a:cxn>
                <a:cxn ang="0">
                  <a:pos x="91" y="4"/>
                </a:cxn>
                <a:cxn ang="0">
                  <a:pos x="93" y="16"/>
                </a:cxn>
                <a:cxn ang="0">
                  <a:pos x="96" y="30"/>
                </a:cxn>
                <a:cxn ang="0">
                  <a:pos x="98" y="43"/>
                </a:cxn>
                <a:cxn ang="0">
                  <a:pos x="102" y="53"/>
                </a:cxn>
                <a:cxn ang="0">
                  <a:pos x="108" y="55"/>
                </a:cxn>
                <a:cxn ang="0">
                  <a:pos x="127" y="61"/>
                </a:cxn>
                <a:cxn ang="0">
                  <a:pos x="129" y="74"/>
                </a:cxn>
                <a:cxn ang="0">
                  <a:pos x="129" y="84"/>
                </a:cxn>
                <a:cxn ang="0">
                  <a:pos x="136" y="94"/>
                </a:cxn>
                <a:cxn ang="0">
                  <a:pos x="140" y="100"/>
                </a:cxn>
                <a:cxn ang="0">
                  <a:pos x="138" y="110"/>
                </a:cxn>
                <a:cxn ang="0">
                  <a:pos x="127" y="107"/>
                </a:cxn>
                <a:cxn ang="0">
                  <a:pos x="120" y="110"/>
                </a:cxn>
                <a:cxn ang="0">
                  <a:pos x="131" y="119"/>
                </a:cxn>
                <a:cxn ang="0">
                  <a:pos x="137" y="115"/>
                </a:cxn>
                <a:cxn ang="0">
                  <a:pos x="147" y="119"/>
                </a:cxn>
                <a:cxn ang="0">
                  <a:pos x="142" y="135"/>
                </a:cxn>
                <a:cxn ang="0">
                  <a:pos x="135" y="141"/>
                </a:cxn>
                <a:cxn ang="0">
                  <a:pos x="132" y="154"/>
                </a:cxn>
                <a:cxn ang="0">
                  <a:pos x="130" y="164"/>
                </a:cxn>
                <a:cxn ang="0">
                  <a:pos x="123" y="161"/>
                </a:cxn>
                <a:cxn ang="0">
                  <a:pos x="109" y="159"/>
                </a:cxn>
                <a:cxn ang="0">
                  <a:pos x="97" y="165"/>
                </a:cxn>
                <a:cxn ang="0">
                  <a:pos x="87" y="167"/>
                </a:cxn>
                <a:cxn ang="0">
                  <a:pos x="82" y="169"/>
                </a:cxn>
                <a:cxn ang="0">
                  <a:pos x="74" y="164"/>
                </a:cxn>
                <a:cxn ang="0">
                  <a:pos x="68" y="167"/>
                </a:cxn>
                <a:cxn ang="0">
                  <a:pos x="59" y="173"/>
                </a:cxn>
                <a:cxn ang="0">
                  <a:pos x="54" y="167"/>
                </a:cxn>
                <a:cxn ang="0">
                  <a:pos x="52" y="159"/>
                </a:cxn>
                <a:cxn ang="0">
                  <a:pos x="52" y="147"/>
                </a:cxn>
                <a:cxn ang="0">
                  <a:pos x="47" y="145"/>
                </a:cxn>
                <a:cxn ang="0">
                  <a:pos x="41" y="143"/>
                </a:cxn>
                <a:cxn ang="0">
                  <a:pos x="35" y="136"/>
                </a:cxn>
                <a:cxn ang="0">
                  <a:pos x="31" y="128"/>
                </a:cxn>
                <a:cxn ang="0">
                  <a:pos x="27" y="123"/>
                </a:cxn>
                <a:cxn ang="0">
                  <a:pos x="18" y="126"/>
                </a:cxn>
                <a:cxn ang="0">
                  <a:pos x="17" y="115"/>
                </a:cxn>
                <a:cxn ang="0">
                  <a:pos x="11" y="110"/>
                </a:cxn>
                <a:cxn ang="0">
                  <a:pos x="6" y="105"/>
                </a:cxn>
                <a:cxn ang="0">
                  <a:pos x="1" y="99"/>
                </a:cxn>
                <a:cxn ang="0">
                  <a:pos x="4" y="90"/>
                </a:cxn>
                <a:cxn ang="0">
                  <a:pos x="13" y="82"/>
                </a:cxn>
                <a:cxn ang="0">
                  <a:pos x="19" y="73"/>
                </a:cxn>
                <a:cxn ang="0">
                  <a:pos x="18" y="60"/>
                </a:cxn>
                <a:cxn ang="0">
                  <a:pos x="8" y="50"/>
                </a:cxn>
              </a:cxnLst>
              <a:rect l="0" t="0" r="r" b="b"/>
              <a:pathLst>
                <a:path w="147" h="174">
                  <a:moveTo>
                    <a:pt x="8" y="45"/>
                  </a:moveTo>
                  <a:cubicBezTo>
                    <a:pt x="9" y="45"/>
                    <a:pt x="9" y="43"/>
                    <a:pt x="10" y="43"/>
                  </a:cubicBezTo>
                  <a:cubicBezTo>
                    <a:pt x="10" y="43"/>
                    <a:pt x="12" y="43"/>
                    <a:pt x="12" y="43"/>
                  </a:cubicBezTo>
                  <a:cubicBezTo>
                    <a:pt x="13" y="44"/>
                    <a:pt x="14" y="45"/>
                    <a:pt x="14" y="45"/>
                  </a:cubicBezTo>
                  <a:cubicBezTo>
                    <a:pt x="14" y="46"/>
                    <a:pt x="15" y="47"/>
                    <a:pt x="16" y="48"/>
                  </a:cubicBezTo>
                  <a:cubicBezTo>
                    <a:pt x="16" y="49"/>
                    <a:pt x="18" y="50"/>
                    <a:pt x="19" y="51"/>
                  </a:cubicBezTo>
                  <a:cubicBezTo>
                    <a:pt x="19" y="51"/>
                    <a:pt x="21" y="51"/>
                    <a:pt x="21" y="51"/>
                  </a:cubicBezTo>
                  <a:cubicBezTo>
                    <a:pt x="22" y="50"/>
                    <a:pt x="23" y="49"/>
                    <a:pt x="23" y="50"/>
                  </a:cubicBezTo>
                  <a:cubicBezTo>
                    <a:pt x="23" y="50"/>
                    <a:pt x="24" y="51"/>
                    <a:pt x="24" y="51"/>
                  </a:cubicBezTo>
                  <a:cubicBezTo>
                    <a:pt x="24" y="51"/>
                    <a:pt x="24" y="52"/>
                    <a:pt x="24" y="53"/>
                  </a:cubicBezTo>
                  <a:cubicBezTo>
                    <a:pt x="24" y="53"/>
                    <a:pt x="26" y="53"/>
                    <a:pt x="26" y="53"/>
                  </a:cubicBezTo>
                  <a:cubicBezTo>
                    <a:pt x="27" y="53"/>
                    <a:pt x="27" y="52"/>
                    <a:pt x="27" y="52"/>
                  </a:cubicBezTo>
                  <a:cubicBezTo>
                    <a:pt x="28" y="51"/>
                    <a:pt x="29" y="51"/>
                    <a:pt x="30" y="51"/>
                  </a:cubicBezTo>
                  <a:cubicBezTo>
                    <a:pt x="30" y="51"/>
                    <a:pt x="30" y="52"/>
                    <a:pt x="31" y="53"/>
                  </a:cubicBezTo>
                  <a:cubicBezTo>
                    <a:pt x="31" y="53"/>
                    <a:pt x="32" y="54"/>
                    <a:pt x="32" y="54"/>
                  </a:cubicBezTo>
                  <a:cubicBezTo>
                    <a:pt x="33" y="54"/>
                    <a:pt x="34" y="53"/>
                    <a:pt x="35" y="53"/>
                  </a:cubicBezTo>
                  <a:cubicBezTo>
                    <a:pt x="36" y="52"/>
                    <a:pt x="38" y="52"/>
                    <a:pt x="39" y="51"/>
                  </a:cubicBezTo>
                  <a:cubicBezTo>
                    <a:pt x="40" y="51"/>
                    <a:pt x="42" y="51"/>
                    <a:pt x="42" y="51"/>
                  </a:cubicBezTo>
                  <a:cubicBezTo>
                    <a:pt x="42" y="50"/>
                    <a:pt x="42" y="49"/>
                    <a:pt x="42" y="49"/>
                  </a:cubicBezTo>
                  <a:cubicBezTo>
                    <a:pt x="43" y="48"/>
                    <a:pt x="42" y="47"/>
                    <a:pt x="42" y="46"/>
                  </a:cubicBezTo>
                  <a:cubicBezTo>
                    <a:pt x="43" y="45"/>
                    <a:pt x="45" y="45"/>
                    <a:pt x="45" y="45"/>
                  </a:cubicBezTo>
                  <a:cubicBezTo>
                    <a:pt x="46" y="45"/>
                    <a:pt x="48" y="45"/>
                    <a:pt x="49" y="45"/>
                  </a:cubicBezTo>
                  <a:cubicBezTo>
                    <a:pt x="50" y="44"/>
                    <a:pt x="52" y="43"/>
                    <a:pt x="53" y="43"/>
                  </a:cubicBezTo>
                  <a:cubicBezTo>
                    <a:pt x="56" y="42"/>
                    <a:pt x="60" y="40"/>
                    <a:pt x="62" y="39"/>
                  </a:cubicBezTo>
                  <a:cubicBezTo>
                    <a:pt x="63" y="38"/>
                    <a:pt x="64" y="38"/>
                    <a:pt x="64" y="37"/>
                  </a:cubicBezTo>
                  <a:cubicBezTo>
                    <a:pt x="65" y="36"/>
                    <a:pt x="64" y="33"/>
                    <a:pt x="64" y="32"/>
                  </a:cubicBezTo>
                  <a:cubicBezTo>
                    <a:pt x="64" y="31"/>
                    <a:pt x="64" y="29"/>
                    <a:pt x="64" y="27"/>
                  </a:cubicBezTo>
                  <a:cubicBezTo>
                    <a:pt x="65" y="26"/>
                    <a:pt x="64" y="24"/>
                    <a:pt x="64" y="23"/>
                  </a:cubicBezTo>
                  <a:cubicBezTo>
                    <a:pt x="64" y="23"/>
                    <a:pt x="64" y="22"/>
                    <a:pt x="64" y="22"/>
                  </a:cubicBezTo>
                  <a:cubicBezTo>
                    <a:pt x="64" y="22"/>
                    <a:pt x="64" y="21"/>
                    <a:pt x="64" y="21"/>
                  </a:cubicBezTo>
                  <a:cubicBezTo>
                    <a:pt x="65" y="21"/>
                    <a:pt x="67" y="21"/>
                    <a:pt x="67" y="21"/>
                  </a:cubicBezTo>
                  <a:cubicBezTo>
                    <a:pt x="68" y="21"/>
                    <a:pt x="70" y="19"/>
                    <a:pt x="71" y="19"/>
                  </a:cubicBezTo>
                  <a:cubicBezTo>
                    <a:pt x="72" y="18"/>
                    <a:pt x="75" y="16"/>
                    <a:pt x="75" y="15"/>
                  </a:cubicBezTo>
                  <a:cubicBezTo>
                    <a:pt x="76" y="14"/>
                    <a:pt x="76" y="13"/>
                    <a:pt x="76" y="12"/>
                  </a:cubicBezTo>
                  <a:cubicBezTo>
                    <a:pt x="76" y="11"/>
                    <a:pt x="75" y="10"/>
                    <a:pt x="75" y="9"/>
                  </a:cubicBezTo>
                  <a:cubicBezTo>
                    <a:pt x="75" y="8"/>
                    <a:pt x="75" y="7"/>
                    <a:pt x="75" y="7"/>
                  </a:cubicBezTo>
                  <a:cubicBezTo>
                    <a:pt x="75" y="6"/>
                    <a:pt x="76" y="5"/>
                    <a:pt x="77" y="5"/>
                  </a:cubicBezTo>
                  <a:cubicBezTo>
                    <a:pt x="77" y="4"/>
                    <a:pt x="79" y="5"/>
                    <a:pt x="80" y="4"/>
                  </a:cubicBezTo>
                  <a:cubicBezTo>
                    <a:pt x="81" y="4"/>
                    <a:pt x="82" y="3"/>
                    <a:pt x="83" y="3"/>
                  </a:cubicBezTo>
                  <a:cubicBezTo>
                    <a:pt x="84" y="2"/>
                    <a:pt x="86" y="2"/>
                    <a:pt x="87" y="1"/>
                  </a:cubicBezTo>
                  <a:cubicBezTo>
                    <a:pt x="87" y="1"/>
                    <a:pt x="88" y="0"/>
                    <a:pt x="88" y="0"/>
                  </a:cubicBezTo>
                  <a:cubicBezTo>
                    <a:pt x="89" y="0"/>
                    <a:pt x="89" y="2"/>
                    <a:pt x="89" y="2"/>
                  </a:cubicBezTo>
                  <a:cubicBezTo>
                    <a:pt x="90" y="2"/>
                    <a:pt x="91" y="2"/>
                    <a:pt x="92" y="2"/>
                  </a:cubicBezTo>
                  <a:cubicBezTo>
                    <a:pt x="92" y="2"/>
                    <a:pt x="92" y="2"/>
                    <a:pt x="92" y="2"/>
                  </a:cubicBezTo>
                  <a:cubicBezTo>
                    <a:pt x="92" y="3"/>
                    <a:pt x="91" y="4"/>
                    <a:pt x="91" y="4"/>
                  </a:cubicBezTo>
                  <a:cubicBezTo>
                    <a:pt x="91" y="5"/>
                    <a:pt x="89" y="6"/>
                    <a:pt x="89" y="7"/>
                  </a:cubicBezTo>
                  <a:cubicBezTo>
                    <a:pt x="88" y="8"/>
                    <a:pt x="88" y="11"/>
                    <a:pt x="88" y="12"/>
                  </a:cubicBezTo>
                  <a:cubicBezTo>
                    <a:pt x="88" y="13"/>
                    <a:pt x="88" y="15"/>
                    <a:pt x="89" y="16"/>
                  </a:cubicBezTo>
                  <a:cubicBezTo>
                    <a:pt x="89" y="17"/>
                    <a:pt x="90" y="17"/>
                    <a:pt x="91" y="17"/>
                  </a:cubicBezTo>
                  <a:cubicBezTo>
                    <a:pt x="91" y="17"/>
                    <a:pt x="92" y="16"/>
                    <a:pt x="93" y="16"/>
                  </a:cubicBezTo>
                  <a:cubicBezTo>
                    <a:pt x="93" y="17"/>
                    <a:pt x="93" y="18"/>
                    <a:pt x="93" y="18"/>
                  </a:cubicBezTo>
                  <a:cubicBezTo>
                    <a:pt x="94" y="19"/>
                    <a:pt x="93" y="21"/>
                    <a:pt x="93" y="22"/>
                  </a:cubicBezTo>
                  <a:cubicBezTo>
                    <a:pt x="93" y="22"/>
                    <a:pt x="92" y="23"/>
                    <a:pt x="92" y="24"/>
                  </a:cubicBezTo>
                  <a:cubicBezTo>
                    <a:pt x="92" y="25"/>
                    <a:pt x="93" y="26"/>
                    <a:pt x="93" y="27"/>
                  </a:cubicBezTo>
                  <a:cubicBezTo>
                    <a:pt x="94" y="28"/>
                    <a:pt x="95" y="29"/>
                    <a:pt x="96" y="30"/>
                  </a:cubicBezTo>
                  <a:cubicBezTo>
                    <a:pt x="96" y="31"/>
                    <a:pt x="96" y="33"/>
                    <a:pt x="96" y="33"/>
                  </a:cubicBezTo>
                  <a:cubicBezTo>
                    <a:pt x="95" y="34"/>
                    <a:pt x="95" y="35"/>
                    <a:pt x="95" y="36"/>
                  </a:cubicBezTo>
                  <a:cubicBezTo>
                    <a:pt x="95" y="36"/>
                    <a:pt x="96" y="38"/>
                    <a:pt x="96" y="38"/>
                  </a:cubicBezTo>
                  <a:cubicBezTo>
                    <a:pt x="97" y="39"/>
                    <a:pt x="99" y="40"/>
                    <a:pt x="99" y="41"/>
                  </a:cubicBezTo>
                  <a:cubicBezTo>
                    <a:pt x="99" y="42"/>
                    <a:pt x="98" y="43"/>
                    <a:pt x="98" y="43"/>
                  </a:cubicBezTo>
                  <a:cubicBezTo>
                    <a:pt x="98" y="44"/>
                    <a:pt x="97" y="44"/>
                    <a:pt x="97" y="45"/>
                  </a:cubicBezTo>
                  <a:cubicBezTo>
                    <a:pt x="97" y="45"/>
                    <a:pt x="98" y="46"/>
                    <a:pt x="98" y="47"/>
                  </a:cubicBezTo>
                  <a:cubicBezTo>
                    <a:pt x="99" y="48"/>
                    <a:pt x="98" y="49"/>
                    <a:pt x="98" y="49"/>
                  </a:cubicBezTo>
                  <a:cubicBezTo>
                    <a:pt x="99" y="50"/>
                    <a:pt x="100" y="50"/>
                    <a:pt x="100" y="50"/>
                  </a:cubicBezTo>
                  <a:cubicBezTo>
                    <a:pt x="101" y="51"/>
                    <a:pt x="102" y="52"/>
                    <a:pt x="102" y="53"/>
                  </a:cubicBezTo>
                  <a:cubicBezTo>
                    <a:pt x="101" y="53"/>
                    <a:pt x="99" y="53"/>
                    <a:pt x="99" y="54"/>
                  </a:cubicBezTo>
                  <a:cubicBezTo>
                    <a:pt x="99" y="55"/>
                    <a:pt x="100" y="55"/>
                    <a:pt x="101" y="55"/>
                  </a:cubicBezTo>
                  <a:cubicBezTo>
                    <a:pt x="102" y="55"/>
                    <a:pt x="103" y="56"/>
                    <a:pt x="103" y="56"/>
                  </a:cubicBezTo>
                  <a:cubicBezTo>
                    <a:pt x="104" y="56"/>
                    <a:pt x="105" y="57"/>
                    <a:pt x="105" y="57"/>
                  </a:cubicBezTo>
                  <a:cubicBezTo>
                    <a:pt x="106" y="57"/>
                    <a:pt x="107" y="56"/>
                    <a:pt x="108" y="55"/>
                  </a:cubicBezTo>
                  <a:cubicBezTo>
                    <a:pt x="109" y="55"/>
                    <a:pt x="111" y="54"/>
                    <a:pt x="112" y="54"/>
                  </a:cubicBezTo>
                  <a:cubicBezTo>
                    <a:pt x="113" y="54"/>
                    <a:pt x="115" y="54"/>
                    <a:pt x="116" y="54"/>
                  </a:cubicBezTo>
                  <a:cubicBezTo>
                    <a:pt x="117" y="54"/>
                    <a:pt x="119" y="56"/>
                    <a:pt x="120" y="56"/>
                  </a:cubicBezTo>
                  <a:cubicBezTo>
                    <a:pt x="120" y="57"/>
                    <a:pt x="122" y="58"/>
                    <a:pt x="123" y="58"/>
                  </a:cubicBezTo>
                  <a:cubicBezTo>
                    <a:pt x="124" y="59"/>
                    <a:pt x="126" y="61"/>
                    <a:pt x="127" y="61"/>
                  </a:cubicBezTo>
                  <a:cubicBezTo>
                    <a:pt x="127" y="62"/>
                    <a:pt x="129" y="64"/>
                    <a:pt x="129" y="65"/>
                  </a:cubicBezTo>
                  <a:cubicBezTo>
                    <a:pt x="130" y="65"/>
                    <a:pt x="131" y="67"/>
                    <a:pt x="131" y="68"/>
                  </a:cubicBezTo>
                  <a:cubicBezTo>
                    <a:pt x="132" y="68"/>
                    <a:pt x="132" y="70"/>
                    <a:pt x="133" y="71"/>
                  </a:cubicBezTo>
                  <a:cubicBezTo>
                    <a:pt x="132" y="71"/>
                    <a:pt x="132" y="73"/>
                    <a:pt x="131" y="73"/>
                  </a:cubicBezTo>
                  <a:cubicBezTo>
                    <a:pt x="131" y="73"/>
                    <a:pt x="130" y="74"/>
                    <a:pt x="129" y="74"/>
                  </a:cubicBezTo>
                  <a:cubicBezTo>
                    <a:pt x="129" y="74"/>
                    <a:pt x="129" y="75"/>
                    <a:pt x="129" y="76"/>
                  </a:cubicBezTo>
                  <a:cubicBezTo>
                    <a:pt x="128" y="77"/>
                    <a:pt x="127" y="78"/>
                    <a:pt x="126" y="79"/>
                  </a:cubicBezTo>
                  <a:cubicBezTo>
                    <a:pt x="126" y="79"/>
                    <a:pt x="126" y="80"/>
                    <a:pt x="126" y="80"/>
                  </a:cubicBezTo>
                  <a:cubicBezTo>
                    <a:pt x="127" y="81"/>
                    <a:pt x="128" y="82"/>
                    <a:pt x="128" y="82"/>
                  </a:cubicBezTo>
                  <a:cubicBezTo>
                    <a:pt x="128" y="83"/>
                    <a:pt x="129" y="84"/>
                    <a:pt x="129" y="84"/>
                  </a:cubicBezTo>
                  <a:cubicBezTo>
                    <a:pt x="130" y="85"/>
                    <a:pt x="130" y="87"/>
                    <a:pt x="131" y="87"/>
                  </a:cubicBezTo>
                  <a:cubicBezTo>
                    <a:pt x="131" y="88"/>
                    <a:pt x="132" y="90"/>
                    <a:pt x="132" y="90"/>
                  </a:cubicBezTo>
                  <a:cubicBezTo>
                    <a:pt x="133" y="91"/>
                    <a:pt x="135" y="91"/>
                    <a:pt x="135" y="91"/>
                  </a:cubicBezTo>
                  <a:cubicBezTo>
                    <a:pt x="136" y="91"/>
                    <a:pt x="137" y="92"/>
                    <a:pt x="137" y="92"/>
                  </a:cubicBezTo>
                  <a:cubicBezTo>
                    <a:pt x="137" y="93"/>
                    <a:pt x="137" y="94"/>
                    <a:pt x="136" y="94"/>
                  </a:cubicBezTo>
                  <a:cubicBezTo>
                    <a:pt x="136" y="95"/>
                    <a:pt x="135" y="94"/>
                    <a:pt x="134" y="94"/>
                  </a:cubicBezTo>
                  <a:cubicBezTo>
                    <a:pt x="134" y="95"/>
                    <a:pt x="134" y="97"/>
                    <a:pt x="134" y="97"/>
                  </a:cubicBezTo>
                  <a:cubicBezTo>
                    <a:pt x="135" y="98"/>
                    <a:pt x="136" y="99"/>
                    <a:pt x="136" y="99"/>
                  </a:cubicBezTo>
                  <a:cubicBezTo>
                    <a:pt x="137" y="99"/>
                    <a:pt x="138" y="99"/>
                    <a:pt x="138" y="99"/>
                  </a:cubicBezTo>
                  <a:cubicBezTo>
                    <a:pt x="139" y="99"/>
                    <a:pt x="139" y="100"/>
                    <a:pt x="140" y="100"/>
                  </a:cubicBezTo>
                  <a:cubicBezTo>
                    <a:pt x="141" y="101"/>
                    <a:pt x="142" y="102"/>
                    <a:pt x="142" y="103"/>
                  </a:cubicBezTo>
                  <a:cubicBezTo>
                    <a:pt x="143" y="104"/>
                    <a:pt x="143" y="105"/>
                    <a:pt x="143" y="106"/>
                  </a:cubicBezTo>
                  <a:cubicBezTo>
                    <a:pt x="143" y="107"/>
                    <a:pt x="143" y="108"/>
                    <a:pt x="143" y="109"/>
                  </a:cubicBezTo>
                  <a:cubicBezTo>
                    <a:pt x="142" y="109"/>
                    <a:pt x="141" y="109"/>
                    <a:pt x="140" y="109"/>
                  </a:cubicBezTo>
                  <a:cubicBezTo>
                    <a:pt x="140" y="109"/>
                    <a:pt x="138" y="110"/>
                    <a:pt x="138" y="110"/>
                  </a:cubicBezTo>
                  <a:cubicBezTo>
                    <a:pt x="137" y="110"/>
                    <a:pt x="137" y="111"/>
                    <a:pt x="136" y="112"/>
                  </a:cubicBezTo>
                  <a:cubicBezTo>
                    <a:pt x="136" y="112"/>
                    <a:pt x="135" y="111"/>
                    <a:pt x="134" y="111"/>
                  </a:cubicBezTo>
                  <a:cubicBezTo>
                    <a:pt x="134" y="110"/>
                    <a:pt x="133" y="109"/>
                    <a:pt x="133" y="109"/>
                  </a:cubicBezTo>
                  <a:cubicBezTo>
                    <a:pt x="132" y="108"/>
                    <a:pt x="130" y="107"/>
                    <a:pt x="129" y="107"/>
                  </a:cubicBezTo>
                  <a:cubicBezTo>
                    <a:pt x="129" y="107"/>
                    <a:pt x="128" y="107"/>
                    <a:pt x="127" y="107"/>
                  </a:cubicBezTo>
                  <a:cubicBezTo>
                    <a:pt x="127" y="106"/>
                    <a:pt x="127" y="106"/>
                    <a:pt x="127" y="105"/>
                  </a:cubicBezTo>
                  <a:cubicBezTo>
                    <a:pt x="126" y="105"/>
                    <a:pt x="126" y="104"/>
                    <a:pt x="125" y="104"/>
                  </a:cubicBezTo>
                  <a:cubicBezTo>
                    <a:pt x="124" y="104"/>
                    <a:pt x="124" y="106"/>
                    <a:pt x="123" y="106"/>
                  </a:cubicBezTo>
                  <a:cubicBezTo>
                    <a:pt x="123" y="107"/>
                    <a:pt x="122" y="108"/>
                    <a:pt x="122" y="108"/>
                  </a:cubicBezTo>
                  <a:cubicBezTo>
                    <a:pt x="122" y="109"/>
                    <a:pt x="121" y="109"/>
                    <a:pt x="120" y="110"/>
                  </a:cubicBezTo>
                  <a:cubicBezTo>
                    <a:pt x="120" y="110"/>
                    <a:pt x="120" y="112"/>
                    <a:pt x="121" y="113"/>
                  </a:cubicBezTo>
                  <a:cubicBezTo>
                    <a:pt x="121" y="113"/>
                    <a:pt x="123" y="114"/>
                    <a:pt x="123" y="115"/>
                  </a:cubicBezTo>
                  <a:cubicBezTo>
                    <a:pt x="124" y="115"/>
                    <a:pt x="126" y="117"/>
                    <a:pt x="126" y="118"/>
                  </a:cubicBezTo>
                  <a:cubicBezTo>
                    <a:pt x="127" y="118"/>
                    <a:pt x="127" y="119"/>
                    <a:pt x="128" y="120"/>
                  </a:cubicBezTo>
                  <a:cubicBezTo>
                    <a:pt x="129" y="120"/>
                    <a:pt x="131" y="119"/>
                    <a:pt x="131" y="119"/>
                  </a:cubicBezTo>
                  <a:cubicBezTo>
                    <a:pt x="132" y="119"/>
                    <a:pt x="132" y="121"/>
                    <a:pt x="133" y="121"/>
                  </a:cubicBezTo>
                  <a:cubicBezTo>
                    <a:pt x="133" y="121"/>
                    <a:pt x="134" y="121"/>
                    <a:pt x="135" y="120"/>
                  </a:cubicBezTo>
                  <a:cubicBezTo>
                    <a:pt x="135" y="120"/>
                    <a:pt x="135" y="119"/>
                    <a:pt x="135" y="118"/>
                  </a:cubicBezTo>
                  <a:cubicBezTo>
                    <a:pt x="135" y="118"/>
                    <a:pt x="135" y="117"/>
                    <a:pt x="135" y="116"/>
                  </a:cubicBezTo>
                  <a:cubicBezTo>
                    <a:pt x="135" y="116"/>
                    <a:pt x="136" y="115"/>
                    <a:pt x="137" y="115"/>
                  </a:cubicBezTo>
                  <a:cubicBezTo>
                    <a:pt x="137" y="114"/>
                    <a:pt x="139" y="114"/>
                    <a:pt x="139" y="114"/>
                  </a:cubicBezTo>
                  <a:cubicBezTo>
                    <a:pt x="140" y="115"/>
                    <a:pt x="142" y="116"/>
                    <a:pt x="143" y="116"/>
                  </a:cubicBezTo>
                  <a:cubicBezTo>
                    <a:pt x="143" y="116"/>
                    <a:pt x="144" y="115"/>
                    <a:pt x="144" y="115"/>
                  </a:cubicBezTo>
                  <a:cubicBezTo>
                    <a:pt x="145" y="115"/>
                    <a:pt x="146" y="116"/>
                    <a:pt x="146" y="117"/>
                  </a:cubicBezTo>
                  <a:cubicBezTo>
                    <a:pt x="147" y="117"/>
                    <a:pt x="147" y="118"/>
                    <a:pt x="147" y="119"/>
                  </a:cubicBezTo>
                  <a:cubicBezTo>
                    <a:pt x="147" y="120"/>
                    <a:pt x="146" y="121"/>
                    <a:pt x="146" y="122"/>
                  </a:cubicBezTo>
                  <a:cubicBezTo>
                    <a:pt x="145" y="123"/>
                    <a:pt x="147" y="125"/>
                    <a:pt x="147" y="126"/>
                  </a:cubicBezTo>
                  <a:cubicBezTo>
                    <a:pt x="147" y="127"/>
                    <a:pt x="146" y="129"/>
                    <a:pt x="145" y="130"/>
                  </a:cubicBezTo>
                  <a:cubicBezTo>
                    <a:pt x="145" y="131"/>
                    <a:pt x="144" y="132"/>
                    <a:pt x="144" y="133"/>
                  </a:cubicBezTo>
                  <a:cubicBezTo>
                    <a:pt x="143" y="134"/>
                    <a:pt x="143" y="135"/>
                    <a:pt x="142" y="135"/>
                  </a:cubicBezTo>
                  <a:cubicBezTo>
                    <a:pt x="142" y="136"/>
                    <a:pt x="141" y="136"/>
                    <a:pt x="141" y="136"/>
                  </a:cubicBezTo>
                  <a:cubicBezTo>
                    <a:pt x="140" y="136"/>
                    <a:pt x="140" y="134"/>
                    <a:pt x="140" y="134"/>
                  </a:cubicBezTo>
                  <a:cubicBezTo>
                    <a:pt x="139" y="133"/>
                    <a:pt x="137" y="134"/>
                    <a:pt x="137" y="134"/>
                  </a:cubicBezTo>
                  <a:cubicBezTo>
                    <a:pt x="136" y="135"/>
                    <a:pt x="137" y="137"/>
                    <a:pt x="136" y="137"/>
                  </a:cubicBezTo>
                  <a:cubicBezTo>
                    <a:pt x="136" y="138"/>
                    <a:pt x="135" y="140"/>
                    <a:pt x="135" y="141"/>
                  </a:cubicBezTo>
                  <a:cubicBezTo>
                    <a:pt x="135" y="142"/>
                    <a:pt x="135" y="144"/>
                    <a:pt x="134" y="144"/>
                  </a:cubicBezTo>
                  <a:cubicBezTo>
                    <a:pt x="134" y="145"/>
                    <a:pt x="133" y="147"/>
                    <a:pt x="133" y="147"/>
                  </a:cubicBezTo>
                  <a:cubicBezTo>
                    <a:pt x="132" y="148"/>
                    <a:pt x="130" y="147"/>
                    <a:pt x="130" y="148"/>
                  </a:cubicBezTo>
                  <a:cubicBezTo>
                    <a:pt x="129" y="149"/>
                    <a:pt x="129" y="150"/>
                    <a:pt x="130" y="151"/>
                  </a:cubicBezTo>
                  <a:cubicBezTo>
                    <a:pt x="130" y="152"/>
                    <a:pt x="131" y="153"/>
                    <a:pt x="132" y="154"/>
                  </a:cubicBezTo>
                  <a:cubicBezTo>
                    <a:pt x="132" y="154"/>
                    <a:pt x="134" y="156"/>
                    <a:pt x="134" y="156"/>
                  </a:cubicBezTo>
                  <a:cubicBezTo>
                    <a:pt x="135" y="157"/>
                    <a:pt x="134" y="159"/>
                    <a:pt x="134" y="160"/>
                  </a:cubicBezTo>
                  <a:cubicBezTo>
                    <a:pt x="134" y="160"/>
                    <a:pt x="134" y="160"/>
                    <a:pt x="134" y="160"/>
                  </a:cubicBezTo>
                  <a:cubicBezTo>
                    <a:pt x="134" y="160"/>
                    <a:pt x="132" y="161"/>
                    <a:pt x="132" y="161"/>
                  </a:cubicBezTo>
                  <a:cubicBezTo>
                    <a:pt x="131" y="162"/>
                    <a:pt x="131" y="163"/>
                    <a:pt x="130" y="164"/>
                  </a:cubicBezTo>
                  <a:cubicBezTo>
                    <a:pt x="130" y="164"/>
                    <a:pt x="131" y="166"/>
                    <a:pt x="130" y="166"/>
                  </a:cubicBezTo>
                  <a:cubicBezTo>
                    <a:pt x="130" y="167"/>
                    <a:pt x="129" y="167"/>
                    <a:pt x="129" y="167"/>
                  </a:cubicBezTo>
                  <a:cubicBezTo>
                    <a:pt x="128" y="167"/>
                    <a:pt x="128" y="166"/>
                    <a:pt x="128" y="165"/>
                  </a:cubicBezTo>
                  <a:cubicBezTo>
                    <a:pt x="127" y="165"/>
                    <a:pt x="127" y="164"/>
                    <a:pt x="126" y="163"/>
                  </a:cubicBezTo>
                  <a:cubicBezTo>
                    <a:pt x="126" y="163"/>
                    <a:pt x="124" y="162"/>
                    <a:pt x="123" y="161"/>
                  </a:cubicBezTo>
                  <a:cubicBezTo>
                    <a:pt x="122" y="160"/>
                    <a:pt x="121" y="159"/>
                    <a:pt x="120" y="158"/>
                  </a:cubicBezTo>
                  <a:cubicBezTo>
                    <a:pt x="120" y="157"/>
                    <a:pt x="118" y="157"/>
                    <a:pt x="118" y="156"/>
                  </a:cubicBezTo>
                  <a:cubicBezTo>
                    <a:pt x="117" y="156"/>
                    <a:pt x="115" y="156"/>
                    <a:pt x="114" y="157"/>
                  </a:cubicBezTo>
                  <a:cubicBezTo>
                    <a:pt x="114" y="157"/>
                    <a:pt x="113" y="158"/>
                    <a:pt x="112" y="158"/>
                  </a:cubicBezTo>
                  <a:cubicBezTo>
                    <a:pt x="111" y="159"/>
                    <a:pt x="110" y="159"/>
                    <a:pt x="109" y="159"/>
                  </a:cubicBezTo>
                  <a:cubicBezTo>
                    <a:pt x="108" y="159"/>
                    <a:pt x="107" y="158"/>
                    <a:pt x="107" y="157"/>
                  </a:cubicBezTo>
                  <a:cubicBezTo>
                    <a:pt x="106" y="157"/>
                    <a:pt x="104" y="157"/>
                    <a:pt x="104" y="157"/>
                  </a:cubicBezTo>
                  <a:cubicBezTo>
                    <a:pt x="103" y="158"/>
                    <a:pt x="102" y="158"/>
                    <a:pt x="102" y="159"/>
                  </a:cubicBezTo>
                  <a:cubicBezTo>
                    <a:pt x="101" y="160"/>
                    <a:pt x="99" y="161"/>
                    <a:pt x="99" y="162"/>
                  </a:cubicBezTo>
                  <a:cubicBezTo>
                    <a:pt x="98" y="163"/>
                    <a:pt x="98" y="165"/>
                    <a:pt x="97" y="165"/>
                  </a:cubicBezTo>
                  <a:cubicBezTo>
                    <a:pt x="97" y="166"/>
                    <a:pt x="95" y="167"/>
                    <a:pt x="95" y="167"/>
                  </a:cubicBezTo>
                  <a:cubicBezTo>
                    <a:pt x="94" y="167"/>
                    <a:pt x="93" y="167"/>
                    <a:pt x="93" y="166"/>
                  </a:cubicBezTo>
                  <a:cubicBezTo>
                    <a:pt x="92" y="166"/>
                    <a:pt x="91" y="165"/>
                    <a:pt x="90" y="165"/>
                  </a:cubicBezTo>
                  <a:cubicBezTo>
                    <a:pt x="90" y="164"/>
                    <a:pt x="89" y="164"/>
                    <a:pt x="89" y="165"/>
                  </a:cubicBezTo>
                  <a:cubicBezTo>
                    <a:pt x="88" y="165"/>
                    <a:pt x="87" y="166"/>
                    <a:pt x="87" y="167"/>
                  </a:cubicBezTo>
                  <a:cubicBezTo>
                    <a:pt x="87" y="168"/>
                    <a:pt x="87" y="169"/>
                    <a:pt x="87" y="170"/>
                  </a:cubicBezTo>
                  <a:cubicBezTo>
                    <a:pt x="87" y="170"/>
                    <a:pt x="86" y="172"/>
                    <a:pt x="86" y="173"/>
                  </a:cubicBezTo>
                  <a:cubicBezTo>
                    <a:pt x="85" y="173"/>
                    <a:pt x="84" y="173"/>
                    <a:pt x="84" y="173"/>
                  </a:cubicBezTo>
                  <a:cubicBezTo>
                    <a:pt x="83" y="173"/>
                    <a:pt x="83" y="172"/>
                    <a:pt x="83" y="172"/>
                  </a:cubicBezTo>
                  <a:cubicBezTo>
                    <a:pt x="83" y="171"/>
                    <a:pt x="82" y="170"/>
                    <a:pt x="82" y="169"/>
                  </a:cubicBezTo>
                  <a:cubicBezTo>
                    <a:pt x="81" y="169"/>
                    <a:pt x="80" y="169"/>
                    <a:pt x="80" y="168"/>
                  </a:cubicBezTo>
                  <a:cubicBezTo>
                    <a:pt x="80" y="168"/>
                    <a:pt x="79" y="167"/>
                    <a:pt x="79" y="167"/>
                  </a:cubicBezTo>
                  <a:cubicBezTo>
                    <a:pt x="78" y="166"/>
                    <a:pt x="77" y="167"/>
                    <a:pt x="77" y="167"/>
                  </a:cubicBezTo>
                  <a:cubicBezTo>
                    <a:pt x="76" y="166"/>
                    <a:pt x="75" y="166"/>
                    <a:pt x="75" y="166"/>
                  </a:cubicBezTo>
                  <a:cubicBezTo>
                    <a:pt x="74" y="166"/>
                    <a:pt x="74" y="164"/>
                    <a:pt x="74" y="164"/>
                  </a:cubicBezTo>
                  <a:cubicBezTo>
                    <a:pt x="73" y="163"/>
                    <a:pt x="73" y="162"/>
                    <a:pt x="73" y="162"/>
                  </a:cubicBezTo>
                  <a:cubicBezTo>
                    <a:pt x="72" y="162"/>
                    <a:pt x="70" y="162"/>
                    <a:pt x="69" y="162"/>
                  </a:cubicBezTo>
                  <a:cubicBezTo>
                    <a:pt x="69" y="162"/>
                    <a:pt x="67" y="162"/>
                    <a:pt x="67" y="162"/>
                  </a:cubicBezTo>
                  <a:cubicBezTo>
                    <a:pt x="66" y="163"/>
                    <a:pt x="66" y="164"/>
                    <a:pt x="66" y="164"/>
                  </a:cubicBezTo>
                  <a:cubicBezTo>
                    <a:pt x="66" y="165"/>
                    <a:pt x="68" y="166"/>
                    <a:pt x="68" y="167"/>
                  </a:cubicBezTo>
                  <a:cubicBezTo>
                    <a:pt x="68" y="167"/>
                    <a:pt x="67" y="168"/>
                    <a:pt x="66" y="168"/>
                  </a:cubicBezTo>
                  <a:cubicBezTo>
                    <a:pt x="66" y="169"/>
                    <a:pt x="66" y="169"/>
                    <a:pt x="65" y="170"/>
                  </a:cubicBezTo>
                  <a:cubicBezTo>
                    <a:pt x="65" y="170"/>
                    <a:pt x="63" y="170"/>
                    <a:pt x="63" y="171"/>
                  </a:cubicBezTo>
                  <a:cubicBezTo>
                    <a:pt x="62" y="171"/>
                    <a:pt x="61" y="171"/>
                    <a:pt x="61" y="172"/>
                  </a:cubicBezTo>
                  <a:cubicBezTo>
                    <a:pt x="60" y="172"/>
                    <a:pt x="59" y="173"/>
                    <a:pt x="59" y="173"/>
                  </a:cubicBezTo>
                  <a:cubicBezTo>
                    <a:pt x="58" y="173"/>
                    <a:pt x="57" y="174"/>
                    <a:pt x="56" y="174"/>
                  </a:cubicBezTo>
                  <a:cubicBezTo>
                    <a:pt x="56" y="174"/>
                    <a:pt x="55" y="173"/>
                    <a:pt x="55" y="173"/>
                  </a:cubicBezTo>
                  <a:cubicBezTo>
                    <a:pt x="55" y="172"/>
                    <a:pt x="54" y="171"/>
                    <a:pt x="54" y="170"/>
                  </a:cubicBezTo>
                  <a:cubicBezTo>
                    <a:pt x="54" y="170"/>
                    <a:pt x="55" y="169"/>
                    <a:pt x="55" y="169"/>
                  </a:cubicBezTo>
                  <a:cubicBezTo>
                    <a:pt x="55" y="168"/>
                    <a:pt x="55" y="167"/>
                    <a:pt x="54" y="167"/>
                  </a:cubicBezTo>
                  <a:cubicBezTo>
                    <a:pt x="54" y="166"/>
                    <a:pt x="53" y="166"/>
                    <a:pt x="53" y="166"/>
                  </a:cubicBezTo>
                  <a:cubicBezTo>
                    <a:pt x="53" y="166"/>
                    <a:pt x="52" y="165"/>
                    <a:pt x="52" y="164"/>
                  </a:cubicBezTo>
                  <a:cubicBezTo>
                    <a:pt x="52" y="164"/>
                    <a:pt x="52" y="162"/>
                    <a:pt x="52" y="162"/>
                  </a:cubicBezTo>
                  <a:cubicBezTo>
                    <a:pt x="52" y="161"/>
                    <a:pt x="52" y="161"/>
                    <a:pt x="52" y="160"/>
                  </a:cubicBezTo>
                  <a:cubicBezTo>
                    <a:pt x="52" y="159"/>
                    <a:pt x="52" y="159"/>
                    <a:pt x="52" y="159"/>
                  </a:cubicBezTo>
                  <a:cubicBezTo>
                    <a:pt x="51" y="158"/>
                    <a:pt x="51" y="157"/>
                    <a:pt x="51" y="157"/>
                  </a:cubicBezTo>
                  <a:cubicBezTo>
                    <a:pt x="51" y="156"/>
                    <a:pt x="51" y="156"/>
                    <a:pt x="51" y="155"/>
                  </a:cubicBezTo>
                  <a:cubicBezTo>
                    <a:pt x="51" y="154"/>
                    <a:pt x="52" y="153"/>
                    <a:pt x="52" y="152"/>
                  </a:cubicBezTo>
                  <a:cubicBezTo>
                    <a:pt x="52" y="151"/>
                    <a:pt x="51" y="150"/>
                    <a:pt x="51" y="149"/>
                  </a:cubicBezTo>
                  <a:cubicBezTo>
                    <a:pt x="51" y="148"/>
                    <a:pt x="52" y="147"/>
                    <a:pt x="52" y="147"/>
                  </a:cubicBezTo>
                  <a:cubicBezTo>
                    <a:pt x="52" y="146"/>
                    <a:pt x="53" y="144"/>
                    <a:pt x="52" y="144"/>
                  </a:cubicBezTo>
                  <a:cubicBezTo>
                    <a:pt x="52" y="144"/>
                    <a:pt x="50" y="144"/>
                    <a:pt x="50" y="144"/>
                  </a:cubicBezTo>
                  <a:cubicBezTo>
                    <a:pt x="50" y="144"/>
                    <a:pt x="49" y="143"/>
                    <a:pt x="49" y="143"/>
                  </a:cubicBezTo>
                  <a:cubicBezTo>
                    <a:pt x="49" y="143"/>
                    <a:pt x="48" y="143"/>
                    <a:pt x="48" y="143"/>
                  </a:cubicBezTo>
                  <a:cubicBezTo>
                    <a:pt x="48" y="144"/>
                    <a:pt x="48" y="145"/>
                    <a:pt x="47" y="145"/>
                  </a:cubicBezTo>
                  <a:cubicBezTo>
                    <a:pt x="47" y="146"/>
                    <a:pt x="46" y="146"/>
                    <a:pt x="45" y="146"/>
                  </a:cubicBezTo>
                  <a:cubicBezTo>
                    <a:pt x="45" y="146"/>
                    <a:pt x="44" y="145"/>
                    <a:pt x="44" y="145"/>
                  </a:cubicBezTo>
                  <a:cubicBezTo>
                    <a:pt x="43" y="145"/>
                    <a:pt x="42" y="145"/>
                    <a:pt x="41" y="145"/>
                  </a:cubicBezTo>
                  <a:cubicBezTo>
                    <a:pt x="41" y="145"/>
                    <a:pt x="40" y="144"/>
                    <a:pt x="40" y="144"/>
                  </a:cubicBezTo>
                  <a:cubicBezTo>
                    <a:pt x="40" y="144"/>
                    <a:pt x="41" y="143"/>
                    <a:pt x="41" y="143"/>
                  </a:cubicBezTo>
                  <a:cubicBezTo>
                    <a:pt x="41" y="143"/>
                    <a:pt x="41" y="142"/>
                    <a:pt x="41" y="142"/>
                  </a:cubicBezTo>
                  <a:cubicBezTo>
                    <a:pt x="41" y="141"/>
                    <a:pt x="39" y="141"/>
                    <a:pt x="39" y="140"/>
                  </a:cubicBezTo>
                  <a:cubicBezTo>
                    <a:pt x="38" y="140"/>
                    <a:pt x="38" y="140"/>
                    <a:pt x="37" y="139"/>
                  </a:cubicBezTo>
                  <a:cubicBezTo>
                    <a:pt x="37" y="139"/>
                    <a:pt x="36" y="139"/>
                    <a:pt x="36" y="138"/>
                  </a:cubicBezTo>
                  <a:cubicBezTo>
                    <a:pt x="35" y="138"/>
                    <a:pt x="35" y="136"/>
                    <a:pt x="35" y="136"/>
                  </a:cubicBezTo>
                  <a:cubicBezTo>
                    <a:pt x="35" y="135"/>
                    <a:pt x="36" y="135"/>
                    <a:pt x="36" y="134"/>
                  </a:cubicBezTo>
                  <a:cubicBezTo>
                    <a:pt x="36" y="134"/>
                    <a:pt x="36" y="133"/>
                    <a:pt x="35" y="132"/>
                  </a:cubicBezTo>
                  <a:cubicBezTo>
                    <a:pt x="35" y="132"/>
                    <a:pt x="34" y="131"/>
                    <a:pt x="34" y="131"/>
                  </a:cubicBezTo>
                  <a:cubicBezTo>
                    <a:pt x="34" y="131"/>
                    <a:pt x="33" y="130"/>
                    <a:pt x="33" y="129"/>
                  </a:cubicBezTo>
                  <a:cubicBezTo>
                    <a:pt x="33" y="129"/>
                    <a:pt x="32" y="128"/>
                    <a:pt x="31" y="128"/>
                  </a:cubicBezTo>
                  <a:cubicBezTo>
                    <a:pt x="31" y="128"/>
                    <a:pt x="29" y="128"/>
                    <a:pt x="29" y="128"/>
                  </a:cubicBezTo>
                  <a:cubicBezTo>
                    <a:pt x="28" y="128"/>
                    <a:pt x="28" y="128"/>
                    <a:pt x="28" y="127"/>
                  </a:cubicBezTo>
                  <a:cubicBezTo>
                    <a:pt x="27" y="127"/>
                    <a:pt x="27" y="126"/>
                    <a:pt x="27" y="125"/>
                  </a:cubicBezTo>
                  <a:cubicBezTo>
                    <a:pt x="27" y="125"/>
                    <a:pt x="27" y="124"/>
                    <a:pt x="27" y="124"/>
                  </a:cubicBezTo>
                  <a:cubicBezTo>
                    <a:pt x="27" y="123"/>
                    <a:pt x="27" y="123"/>
                    <a:pt x="27" y="123"/>
                  </a:cubicBezTo>
                  <a:cubicBezTo>
                    <a:pt x="26" y="123"/>
                    <a:pt x="26" y="122"/>
                    <a:pt x="25" y="122"/>
                  </a:cubicBezTo>
                  <a:cubicBezTo>
                    <a:pt x="25" y="122"/>
                    <a:pt x="24" y="122"/>
                    <a:pt x="23" y="122"/>
                  </a:cubicBezTo>
                  <a:cubicBezTo>
                    <a:pt x="23" y="122"/>
                    <a:pt x="21" y="122"/>
                    <a:pt x="21" y="122"/>
                  </a:cubicBezTo>
                  <a:cubicBezTo>
                    <a:pt x="20" y="123"/>
                    <a:pt x="21" y="124"/>
                    <a:pt x="20" y="125"/>
                  </a:cubicBezTo>
                  <a:cubicBezTo>
                    <a:pt x="20" y="125"/>
                    <a:pt x="19" y="126"/>
                    <a:pt x="18" y="126"/>
                  </a:cubicBezTo>
                  <a:cubicBezTo>
                    <a:pt x="18" y="126"/>
                    <a:pt x="17" y="125"/>
                    <a:pt x="17" y="125"/>
                  </a:cubicBezTo>
                  <a:cubicBezTo>
                    <a:pt x="16" y="124"/>
                    <a:pt x="17" y="123"/>
                    <a:pt x="17" y="123"/>
                  </a:cubicBezTo>
                  <a:cubicBezTo>
                    <a:pt x="17" y="122"/>
                    <a:pt x="16" y="121"/>
                    <a:pt x="16" y="121"/>
                  </a:cubicBezTo>
                  <a:cubicBezTo>
                    <a:pt x="16" y="120"/>
                    <a:pt x="16" y="118"/>
                    <a:pt x="16" y="118"/>
                  </a:cubicBezTo>
                  <a:cubicBezTo>
                    <a:pt x="16" y="117"/>
                    <a:pt x="17" y="116"/>
                    <a:pt x="17" y="115"/>
                  </a:cubicBezTo>
                  <a:cubicBezTo>
                    <a:pt x="17" y="115"/>
                    <a:pt x="18" y="114"/>
                    <a:pt x="18" y="114"/>
                  </a:cubicBezTo>
                  <a:cubicBezTo>
                    <a:pt x="19" y="114"/>
                    <a:pt x="19" y="113"/>
                    <a:pt x="18" y="112"/>
                  </a:cubicBezTo>
                  <a:cubicBezTo>
                    <a:pt x="18" y="112"/>
                    <a:pt x="17" y="112"/>
                    <a:pt x="16" y="112"/>
                  </a:cubicBezTo>
                  <a:cubicBezTo>
                    <a:pt x="15" y="111"/>
                    <a:pt x="14" y="112"/>
                    <a:pt x="13" y="112"/>
                  </a:cubicBezTo>
                  <a:cubicBezTo>
                    <a:pt x="13" y="111"/>
                    <a:pt x="11" y="111"/>
                    <a:pt x="11" y="110"/>
                  </a:cubicBezTo>
                  <a:cubicBezTo>
                    <a:pt x="11" y="110"/>
                    <a:pt x="10" y="110"/>
                    <a:pt x="10" y="109"/>
                  </a:cubicBezTo>
                  <a:cubicBezTo>
                    <a:pt x="10" y="109"/>
                    <a:pt x="10" y="108"/>
                    <a:pt x="10" y="107"/>
                  </a:cubicBezTo>
                  <a:cubicBezTo>
                    <a:pt x="10" y="107"/>
                    <a:pt x="11" y="106"/>
                    <a:pt x="10" y="106"/>
                  </a:cubicBezTo>
                  <a:cubicBezTo>
                    <a:pt x="10" y="106"/>
                    <a:pt x="9" y="106"/>
                    <a:pt x="9" y="105"/>
                  </a:cubicBezTo>
                  <a:cubicBezTo>
                    <a:pt x="8" y="105"/>
                    <a:pt x="7" y="105"/>
                    <a:pt x="6" y="105"/>
                  </a:cubicBezTo>
                  <a:cubicBezTo>
                    <a:pt x="5" y="105"/>
                    <a:pt x="5" y="105"/>
                    <a:pt x="5" y="105"/>
                  </a:cubicBezTo>
                  <a:cubicBezTo>
                    <a:pt x="5" y="104"/>
                    <a:pt x="4" y="104"/>
                    <a:pt x="4" y="103"/>
                  </a:cubicBezTo>
                  <a:cubicBezTo>
                    <a:pt x="4" y="102"/>
                    <a:pt x="4" y="101"/>
                    <a:pt x="4" y="101"/>
                  </a:cubicBezTo>
                  <a:cubicBezTo>
                    <a:pt x="4" y="100"/>
                    <a:pt x="4" y="99"/>
                    <a:pt x="3" y="99"/>
                  </a:cubicBezTo>
                  <a:cubicBezTo>
                    <a:pt x="3" y="99"/>
                    <a:pt x="2" y="99"/>
                    <a:pt x="1" y="99"/>
                  </a:cubicBezTo>
                  <a:cubicBezTo>
                    <a:pt x="1" y="99"/>
                    <a:pt x="0" y="98"/>
                    <a:pt x="0" y="97"/>
                  </a:cubicBezTo>
                  <a:cubicBezTo>
                    <a:pt x="0" y="96"/>
                    <a:pt x="1" y="96"/>
                    <a:pt x="2" y="95"/>
                  </a:cubicBezTo>
                  <a:cubicBezTo>
                    <a:pt x="2" y="95"/>
                    <a:pt x="2" y="94"/>
                    <a:pt x="2" y="93"/>
                  </a:cubicBezTo>
                  <a:cubicBezTo>
                    <a:pt x="2" y="93"/>
                    <a:pt x="1" y="92"/>
                    <a:pt x="1" y="91"/>
                  </a:cubicBezTo>
                  <a:cubicBezTo>
                    <a:pt x="2" y="91"/>
                    <a:pt x="3" y="90"/>
                    <a:pt x="4" y="90"/>
                  </a:cubicBezTo>
                  <a:cubicBezTo>
                    <a:pt x="5" y="90"/>
                    <a:pt x="6" y="90"/>
                    <a:pt x="7" y="90"/>
                  </a:cubicBezTo>
                  <a:cubicBezTo>
                    <a:pt x="7" y="89"/>
                    <a:pt x="8" y="89"/>
                    <a:pt x="9" y="88"/>
                  </a:cubicBezTo>
                  <a:cubicBezTo>
                    <a:pt x="9" y="88"/>
                    <a:pt x="9" y="86"/>
                    <a:pt x="9" y="86"/>
                  </a:cubicBezTo>
                  <a:cubicBezTo>
                    <a:pt x="9" y="85"/>
                    <a:pt x="10" y="84"/>
                    <a:pt x="10" y="84"/>
                  </a:cubicBezTo>
                  <a:cubicBezTo>
                    <a:pt x="11" y="83"/>
                    <a:pt x="12" y="82"/>
                    <a:pt x="13" y="82"/>
                  </a:cubicBezTo>
                  <a:cubicBezTo>
                    <a:pt x="14" y="81"/>
                    <a:pt x="15" y="81"/>
                    <a:pt x="15" y="80"/>
                  </a:cubicBezTo>
                  <a:cubicBezTo>
                    <a:pt x="16" y="80"/>
                    <a:pt x="17" y="80"/>
                    <a:pt x="18" y="79"/>
                  </a:cubicBezTo>
                  <a:cubicBezTo>
                    <a:pt x="18" y="79"/>
                    <a:pt x="17" y="78"/>
                    <a:pt x="17" y="77"/>
                  </a:cubicBezTo>
                  <a:cubicBezTo>
                    <a:pt x="17" y="77"/>
                    <a:pt x="17" y="75"/>
                    <a:pt x="17" y="75"/>
                  </a:cubicBezTo>
                  <a:cubicBezTo>
                    <a:pt x="18" y="74"/>
                    <a:pt x="19" y="74"/>
                    <a:pt x="19" y="73"/>
                  </a:cubicBezTo>
                  <a:cubicBezTo>
                    <a:pt x="20" y="73"/>
                    <a:pt x="20" y="72"/>
                    <a:pt x="20" y="71"/>
                  </a:cubicBezTo>
                  <a:cubicBezTo>
                    <a:pt x="21" y="70"/>
                    <a:pt x="19" y="69"/>
                    <a:pt x="19" y="68"/>
                  </a:cubicBezTo>
                  <a:cubicBezTo>
                    <a:pt x="19" y="67"/>
                    <a:pt x="20" y="66"/>
                    <a:pt x="20" y="65"/>
                  </a:cubicBezTo>
                  <a:cubicBezTo>
                    <a:pt x="20" y="64"/>
                    <a:pt x="20" y="63"/>
                    <a:pt x="20" y="62"/>
                  </a:cubicBezTo>
                  <a:cubicBezTo>
                    <a:pt x="20" y="62"/>
                    <a:pt x="19" y="60"/>
                    <a:pt x="18" y="60"/>
                  </a:cubicBezTo>
                  <a:cubicBezTo>
                    <a:pt x="18" y="59"/>
                    <a:pt x="16" y="58"/>
                    <a:pt x="16" y="58"/>
                  </a:cubicBezTo>
                  <a:cubicBezTo>
                    <a:pt x="15" y="57"/>
                    <a:pt x="14" y="56"/>
                    <a:pt x="13" y="56"/>
                  </a:cubicBezTo>
                  <a:cubicBezTo>
                    <a:pt x="13" y="56"/>
                    <a:pt x="12" y="56"/>
                    <a:pt x="11" y="56"/>
                  </a:cubicBezTo>
                  <a:cubicBezTo>
                    <a:pt x="11" y="55"/>
                    <a:pt x="10" y="54"/>
                    <a:pt x="10" y="53"/>
                  </a:cubicBezTo>
                  <a:cubicBezTo>
                    <a:pt x="9" y="52"/>
                    <a:pt x="8" y="51"/>
                    <a:pt x="8" y="50"/>
                  </a:cubicBezTo>
                  <a:cubicBezTo>
                    <a:pt x="8" y="50"/>
                    <a:pt x="8" y="49"/>
                    <a:pt x="7" y="49"/>
                  </a:cubicBezTo>
                  <a:cubicBezTo>
                    <a:pt x="7" y="48"/>
                    <a:pt x="8" y="46"/>
                    <a:pt x="8" y="4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88"/>
            <p:cNvSpPr>
              <a:spLocks/>
            </p:cNvSpPr>
            <p:nvPr/>
          </p:nvSpPr>
          <p:spPr bwMode="auto">
            <a:xfrm>
              <a:off x="2679701" y="3457576"/>
              <a:ext cx="381000" cy="277813"/>
            </a:xfrm>
            <a:custGeom>
              <a:avLst/>
              <a:gdLst/>
              <a:ahLst/>
              <a:cxnLst>
                <a:cxn ang="0">
                  <a:pos x="27" y="32"/>
                </a:cxn>
                <a:cxn ang="0">
                  <a:pos x="48" y="30"/>
                </a:cxn>
                <a:cxn ang="0">
                  <a:pos x="47" y="45"/>
                </a:cxn>
                <a:cxn ang="0">
                  <a:pos x="70" y="43"/>
                </a:cxn>
                <a:cxn ang="0">
                  <a:pos x="88" y="45"/>
                </a:cxn>
                <a:cxn ang="0">
                  <a:pos x="110" y="45"/>
                </a:cxn>
                <a:cxn ang="0">
                  <a:pos x="131" y="47"/>
                </a:cxn>
                <a:cxn ang="0">
                  <a:pos x="146" y="36"/>
                </a:cxn>
                <a:cxn ang="0">
                  <a:pos x="157" y="24"/>
                </a:cxn>
                <a:cxn ang="0">
                  <a:pos x="168" y="21"/>
                </a:cxn>
                <a:cxn ang="0">
                  <a:pos x="179" y="16"/>
                </a:cxn>
                <a:cxn ang="0">
                  <a:pos x="189" y="12"/>
                </a:cxn>
                <a:cxn ang="0">
                  <a:pos x="183" y="2"/>
                </a:cxn>
                <a:cxn ang="0">
                  <a:pos x="200" y="3"/>
                </a:cxn>
                <a:cxn ang="0">
                  <a:pos x="200" y="18"/>
                </a:cxn>
                <a:cxn ang="0">
                  <a:pos x="195" y="45"/>
                </a:cxn>
                <a:cxn ang="0">
                  <a:pos x="186" y="89"/>
                </a:cxn>
                <a:cxn ang="0">
                  <a:pos x="180" y="111"/>
                </a:cxn>
                <a:cxn ang="0">
                  <a:pos x="166" y="124"/>
                </a:cxn>
                <a:cxn ang="0">
                  <a:pos x="173" y="113"/>
                </a:cxn>
                <a:cxn ang="0">
                  <a:pos x="183" y="96"/>
                </a:cxn>
                <a:cxn ang="0">
                  <a:pos x="178" y="89"/>
                </a:cxn>
                <a:cxn ang="0">
                  <a:pos x="167" y="91"/>
                </a:cxn>
                <a:cxn ang="0">
                  <a:pos x="170" y="93"/>
                </a:cxn>
                <a:cxn ang="0">
                  <a:pos x="176" y="92"/>
                </a:cxn>
                <a:cxn ang="0">
                  <a:pos x="181" y="95"/>
                </a:cxn>
                <a:cxn ang="0">
                  <a:pos x="171" y="114"/>
                </a:cxn>
                <a:cxn ang="0">
                  <a:pos x="164" y="128"/>
                </a:cxn>
                <a:cxn ang="0">
                  <a:pos x="154" y="126"/>
                </a:cxn>
                <a:cxn ang="0">
                  <a:pos x="144" y="111"/>
                </a:cxn>
                <a:cxn ang="0">
                  <a:pos x="150" y="125"/>
                </a:cxn>
                <a:cxn ang="0">
                  <a:pos x="154" y="141"/>
                </a:cxn>
                <a:cxn ang="0">
                  <a:pos x="147" y="141"/>
                </a:cxn>
                <a:cxn ang="0">
                  <a:pos x="130" y="130"/>
                </a:cxn>
                <a:cxn ang="0">
                  <a:pos x="124" y="128"/>
                </a:cxn>
                <a:cxn ang="0">
                  <a:pos x="140" y="139"/>
                </a:cxn>
                <a:cxn ang="0">
                  <a:pos x="134" y="143"/>
                </a:cxn>
                <a:cxn ang="0">
                  <a:pos x="121" y="144"/>
                </a:cxn>
                <a:cxn ang="0">
                  <a:pos x="105" y="145"/>
                </a:cxn>
                <a:cxn ang="0">
                  <a:pos x="90" y="142"/>
                </a:cxn>
                <a:cxn ang="0">
                  <a:pos x="74" y="145"/>
                </a:cxn>
                <a:cxn ang="0">
                  <a:pos x="64" y="139"/>
                </a:cxn>
                <a:cxn ang="0">
                  <a:pos x="56" y="130"/>
                </a:cxn>
                <a:cxn ang="0">
                  <a:pos x="55" y="118"/>
                </a:cxn>
                <a:cxn ang="0">
                  <a:pos x="37" y="122"/>
                </a:cxn>
                <a:cxn ang="0">
                  <a:pos x="18" y="124"/>
                </a:cxn>
                <a:cxn ang="0">
                  <a:pos x="13" y="113"/>
                </a:cxn>
                <a:cxn ang="0">
                  <a:pos x="21" y="102"/>
                </a:cxn>
                <a:cxn ang="0">
                  <a:pos x="27" y="85"/>
                </a:cxn>
                <a:cxn ang="0">
                  <a:pos x="15" y="82"/>
                </a:cxn>
                <a:cxn ang="0">
                  <a:pos x="6" y="84"/>
                </a:cxn>
                <a:cxn ang="0">
                  <a:pos x="5" y="70"/>
                </a:cxn>
                <a:cxn ang="0">
                  <a:pos x="16" y="78"/>
                </a:cxn>
                <a:cxn ang="0">
                  <a:pos x="20" y="66"/>
                </a:cxn>
                <a:cxn ang="0">
                  <a:pos x="17" y="58"/>
                </a:cxn>
                <a:cxn ang="0">
                  <a:pos x="6" y="46"/>
                </a:cxn>
              </a:cxnLst>
              <a:rect l="0" t="0" r="r" b="b"/>
              <a:pathLst>
                <a:path w="202" h="147">
                  <a:moveTo>
                    <a:pt x="13" y="37"/>
                  </a:moveTo>
                  <a:cubicBezTo>
                    <a:pt x="13" y="37"/>
                    <a:pt x="13" y="37"/>
                    <a:pt x="13" y="37"/>
                  </a:cubicBezTo>
                  <a:cubicBezTo>
                    <a:pt x="14" y="36"/>
                    <a:pt x="17" y="36"/>
                    <a:pt x="18" y="35"/>
                  </a:cubicBezTo>
                  <a:cubicBezTo>
                    <a:pt x="19" y="35"/>
                    <a:pt x="20" y="34"/>
                    <a:pt x="20" y="33"/>
                  </a:cubicBezTo>
                  <a:cubicBezTo>
                    <a:pt x="21" y="33"/>
                    <a:pt x="24" y="34"/>
                    <a:pt x="25" y="33"/>
                  </a:cubicBezTo>
                  <a:cubicBezTo>
                    <a:pt x="25" y="33"/>
                    <a:pt x="27" y="32"/>
                    <a:pt x="27" y="32"/>
                  </a:cubicBezTo>
                  <a:cubicBezTo>
                    <a:pt x="28" y="32"/>
                    <a:pt x="29" y="31"/>
                    <a:pt x="29" y="31"/>
                  </a:cubicBezTo>
                  <a:cubicBezTo>
                    <a:pt x="30" y="31"/>
                    <a:pt x="32" y="31"/>
                    <a:pt x="33" y="31"/>
                  </a:cubicBezTo>
                  <a:cubicBezTo>
                    <a:pt x="34" y="31"/>
                    <a:pt x="37" y="32"/>
                    <a:pt x="38" y="32"/>
                  </a:cubicBezTo>
                  <a:cubicBezTo>
                    <a:pt x="39" y="32"/>
                    <a:pt x="40" y="32"/>
                    <a:pt x="41" y="31"/>
                  </a:cubicBezTo>
                  <a:cubicBezTo>
                    <a:pt x="42" y="31"/>
                    <a:pt x="44" y="30"/>
                    <a:pt x="45" y="29"/>
                  </a:cubicBezTo>
                  <a:cubicBezTo>
                    <a:pt x="46" y="29"/>
                    <a:pt x="47" y="30"/>
                    <a:pt x="48" y="30"/>
                  </a:cubicBezTo>
                  <a:cubicBezTo>
                    <a:pt x="49" y="31"/>
                    <a:pt x="51" y="31"/>
                    <a:pt x="52" y="32"/>
                  </a:cubicBezTo>
                  <a:cubicBezTo>
                    <a:pt x="52" y="32"/>
                    <a:pt x="52" y="34"/>
                    <a:pt x="52" y="35"/>
                  </a:cubicBezTo>
                  <a:cubicBezTo>
                    <a:pt x="51" y="36"/>
                    <a:pt x="49" y="37"/>
                    <a:pt x="49" y="38"/>
                  </a:cubicBezTo>
                  <a:cubicBezTo>
                    <a:pt x="48" y="39"/>
                    <a:pt x="47" y="40"/>
                    <a:pt x="47" y="41"/>
                  </a:cubicBezTo>
                  <a:cubicBezTo>
                    <a:pt x="47" y="42"/>
                    <a:pt x="46" y="42"/>
                    <a:pt x="46" y="43"/>
                  </a:cubicBezTo>
                  <a:cubicBezTo>
                    <a:pt x="46" y="44"/>
                    <a:pt x="47" y="45"/>
                    <a:pt x="47" y="45"/>
                  </a:cubicBezTo>
                  <a:cubicBezTo>
                    <a:pt x="48" y="46"/>
                    <a:pt x="51" y="47"/>
                    <a:pt x="52" y="47"/>
                  </a:cubicBezTo>
                  <a:cubicBezTo>
                    <a:pt x="52" y="47"/>
                    <a:pt x="54" y="47"/>
                    <a:pt x="55" y="47"/>
                  </a:cubicBezTo>
                  <a:cubicBezTo>
                    <a:pt x="56" y="47"/>
                    <a:pt x="58" y="47"/>
                    <a:pt x="59" y="46"/>
                  </a:cubicBezTo>
                  <a:cubicBezTo>
                    <a:pt x="60" y="46"/>
                    <a:pt x="63" y="46"/>
                    <a:pt x="64" y="46"/>
                  </a:cubicBezTo>
                  <a:cubicBezTo>
                    <a:pt x="65" y="46"/>
                    <a:pt x="66" y="45"/>
                    <a:pt x="66" y="45"/>
                  </a:cubicBezTo>
                  <a:cubicBezTo>
                    <a:pt x="67" y="45"/>
                    <a:pt x="69" y="43"/>
                    <a:pt x="70" y="43"/>
                  </a:cubicBezTo>
                  <a:cubicBezTo>
                    <a:pt x="71" y="43"/>
                    <a:pt x="73" y="42"/>
                    <a:pt x="74" y="42"/>
                  </a:cubicBezTo>
                  <a:cubicBezTo>
                    <a:pt x="75" y="42"/>
                    <a:pt x="76" y="43"/>
                    <a:pt x="77" y="44"/>
                  </a:cubicBezTo>
                  <a:cubicBezTo>
                    <a:pt x="78" y="44"/>
                    <a:pt x="79" y="43"/>
                    <a:pt x="80" y="43"/>
                  </a:cubicBezTo>
                  <a:cubicBezTo>
                    <a:pt x="80" y="43"/>
                    <a:pt x="81" y="44"/>
                    <a:pt x="82" y="44"/>
                  </a:cubicBezTo>
                  <a:cubicBezTo>
                    <a:pt x="83" y="45"/>
                    <a:pt x="85" y="44"/>
                    <a:pt x="85" y="44"/>
                  </a:cubicBezTo>
                  <a:cubicBezTo>
                    <a:pt x="86" y="44"/>
                    <a:pt x="87" y="45"/>
                    <a:pt x="88" y="45"/>
                  </a:cubicBezTo>
                  <a:cubicBezTo>
                    <a:pt x="89" y="45"/>
                    <a:pt x="90" y="47"/>
                    <a:pt x="91" y="47"/>
                  </a:cubicBezTo>
                  <a:cubicBezTo>
                    <a:pt x="92" y="47"/>
                    <a:pt x="93" y="46"/>
                    <a:pt x="93" y="46"/>
                  </a:cubicBezTo>
                  <a:cubicBezTo>
                    <a:pt x="95" y="46"/>
                    <a:pt x="98" y="45"/>
                    <a:pt x="99" y="46"/>
                  </a:cubicBezTo>
                  <a:cubicBezTo>
                    <a:pt x="100" y="46"/>
                    <a:pt x="102" y="46"/>
                    <a:pt x="103" y="46"/>
                  </a:cubicBezTo>
                  <a:cubicBezTo>
                    <a:pt x="104" y="46"/>
                    <a:pt x="106" y="46"/>
                    <a:pt x="106" y="46"/>
                  </a:cubicBezTo>
                  <a:cubicBezTo>
                    <a:pt x="107" y="46"/>
                    <a:pt x="109" y="45"/>
                    <a:pt x="110" y="45"/>
                  </a:cubicBezTo>
                  <a:cubicBezTo>
                    <a:pt x="111" y="46"/>
                    <a:pt x="113" y="47"/>
                    <a:pt x="114" y="47"/>
                  </a:cubicBezTo>
                  <a:cubicBezTo>
                    <a:pt x="115" y="47"/>
                    <a:pt x="116" y="46"/>
                    <a:pt x="117" y="47"/>
                  </a:cubicBezTo>
                  <a:cubicBezTo>
                    <a:pt x="118" y="47"/>
                    <a:pt x="120" y="48"/>
                    <a:pt x="121" y="48"/>
                  </a:cubicBezTo>
                  <a:cubicBezTo>
                    <a:pt x="122" y="48"/>
                    <a:pt x="124" y="47"/>
                    <a:pt x="125" y="47"/>
                  </a:cubicBezTo>
                  <a:cubicBezTo>
                    <a:pt x="125" y="47"/>
                    <a:pt x="127" y="48"/>
                    <a:pt x="128" y="48"/>
                  </a:cubicBezTo>
                  <a:cubicBezTo>
                    <a:pt x="128" y="48"/>
                    <a:pt x="130" y="47"/>
                    <a:pt x="131" y="47"/>
                  </a:cubicBezTo>
                  <a:cubicBezTo>
                    <a:pt x="131" y="46"/>
                    <a:pt x="133" y="45"/>
                    <a:pt x="133" y="45"/>
                  </a:cubicBezTo>
                  <a:cubicBezTo>
                    <a:pt x="134" y="44"/>
                    <a:pt x="135" y="42"/>
                    <a:pt x="136" y="42"/>
                  </a:cubicBezTo>
                  <a:cubicBezTo>
                    <a:pt x="136" y="42"/>
                    <a:pt x="138" y="41"/>
                    <a:pt x="138" y="41"/>
                  </a:cubicBezTo>
                  <a:cubicBezTo>
                    <a:pt x="139" y="41"/>
                    <a:pt x="140" y="41"/>
                    <a:pt x="140" y="40"/>
                  </a:cubicBezTo>
                  <a:cubicBezTo>
                    <a:pt x="141" y="40"/>
                    <a:pt x="142" y="39"/>
                    <a:pt x="142" y="38"/>
                  </a:cubicBezTo>
                  <a:cubicBezTo>
                    <a:pt x="143" y="37"/>
                    <a:pt x="145" y="37"/>
                    <a:pt x="146" y="36"/>
                  </a:cubicBezTo>
                  <a:cubicBezTo>
                    <a:pt x="147" y="35"/>
                    <a:pt x="147" y="33"/>
                    <a:pt x="147" y="32"/>
                  </a:cubicBezTo>
                  <a:cubicBezTo>
                    <a:pt x="147" y="31"/>
                    <a:pt x="149" y="30"/>
                    <a:pt x="149" y="29"/>
                  </a:cubicBezTo>
                  <a:cubicBezTo>
                    <a:pt x="150" y="29"/>
                    <a:pt x="151" y="29"/>
                    <a:pt x="152" y="28"/>
                  </a:cubicBezTo>
                  <a:cubicBezTo>
                    <a:pt x="152" y="28"/>
                    <a:pt x="153" y="26"/>
                    <a:pt x="154" y="26"/>
                  </a:cubicBezTo>
                  <a:cubicBezTo>
                    <a:pt x="154" y="26"/>
                    <a:pt x="155" y="26"/>
                    <a:pt x="156" y="26"/>
                  </a:cubicBezTo>
                  <a:cubicBezTo>
                    <a:pt x="156" y="26"/>
                    <a:pt x="157" y="25"/>
                    <a:pt x="157" y="24"/>
                  </a:cubicBezTo>
                  <a:cubicBezTo>
                    <a:pt x="157" y="24"/>
                    <a:pt x="157" y="23"/>
                    <a:pt x="157" y="22"/>
                  </a:cubicBezTo>
                  <a:cubicBezTo>
                    <a:pt x="157" y="22"/>
                    <a:pt x="158" y="21"/>
                    <a:pt x="159" y="21"/>
                  </a:cubicBezTo>
                  <a:cubicBezTo>
                    <a:pt x="159" y="21"/>
                    <a:pt x="161" y="21"/>
                    <a:pt x="161" y="21"/>
                  </a:cubicBezTo>
                  <a:cubicBezTo>
                    <a:pt x="162" y="21"/>
                    <a:pt x="163" y="20"/>
                    <a:pt x="164" y="21"/>
                  </a:cubicBezTo>
                  <a:cubicBezTo>
                    <a:pt x="164" y="21"/>
                    <a:pt x="165" y="22"/>
                    <a:pt x="166" y="22"/>
                  </a:cubicBezTo>
                  <a:cubicBezTo>
                    <a:pt x="166" y="22"/>
                    <a:pt x="167" y="21"/>
                    <a:pt x="168" y="21"/>
                  </a:cubicBezTo>
                  <a:cubicBezTo>
                    <a:pt x="168" y="20"/>
                    <a:pt x="168" y="19"/>
                    <a:pt x="168" y="19"/>
                  </a:cubicBezTo>
                  <a:cubicBezTo>
                    <a:pt x="169" y="18"/>
                    <a:pt x="171" y="19"/>
                    <a:pt x="171" y="19"/>
                  </a:cubicBezTo>
                  <a:cubicBezTo>
                    <a:pt x="172" y="19"/>
                    <a:pt x="173" y="18"/>
                    <a:pt x="173" y="18"/>
                  </a:cubicBezTo>
                  <a:cubicBezTo>
                    <a:pt x="174" y="18"/>
                    <a:pt x="174" y="17"/>
                    <a:pt x="175" y="17"/>
                  </a:cubicBezTo>
                  <a:cubicBezTo>
                    <a:pt x="175" y="16"/>
                    <a:pt x="176" y="15"/>
                    <a:pt x="177" y="15"/>
                  </a:cubicBezTo>
                  <a:cubicBezTo>
                    <a:pt x="177" y="15"/>
                    <a:pt x="179" y="16"/>
                    <a:pt x="179" y="16"/>
                  </a:cubicBezTo>
                  <a:cubicBezTo>
                    <a:pt x="180" y="17"/>
                    <a:pt x="180" y="18"/>
                    <a:pt x="181" y="18"/>
                  </a:cubicBezTo>
                  <a:cubicBezTo>
                    <a:pt x="181" y="19"/>
                    <a:pt x="182" y="19"/>
                    <a:pt x="183" y="19"/>
                  </a:cubicBezTo>
                  <a:cubicBezTo>
                    <a:pt x="184" y="19"/>
                    <a:pt x="184" y="18"/>
                    <a:pt x="185" y="18"/>
                  </a:cubicBezTo>
                  <a:cubicBezTo>
                    <a:pt x="185" y="17"/>
                    <a:pt x="187" y="18"/>
                    <a:pt x="188" y="17"/>
                  </a:cubicBezTo>
                  <a:cubicBezTo>
                    <a:pt x="188" y="17"/>
                    <a:pt x="188" y="16"/>
                    <a:pt x="189" y="15"/>
                  </a:cubicBezTo>
                  <a:cubicBezTo>
                    <a:pt x="189" y="14"/>
                    <a:pt x="189" y="13"/>
                    <a:pt x="189" y="12"/>
                  </a:cubicBezTo>
                  <a:cubicBezTo>
                    <a:pt x="188" y="11"/>
                    <a:pt x="188" y="10"/>
                    <a:pt x="187" y="9"/>
                  </a:cubicBezTo>
                  <a:cubicBezTo>
                    <a:pt x="187" y="9"/>
                    <a:pt x="186" y="9"/>
                    <a:pt x="185" y="9"/>
                  </a:cubicBezTo>
                  <a:cubicBezTo>
                    <a:pt x="185" y="9"/>
                    <a:pt x="184" y="7"/>
                    <a:pt x="183" y="7"/>
                  </a:cubicBezTo>
                  <a:cubicBezTo>
                    <a:pt x="183" y="6"/>
                    <a:pt x="181" y="6"/>
                    <a:pt x="181" y="5"/>
                  </a:cubicBezTo>
                  <a:cubicBezTo>
                    <a:pt x="180" y="5"/>
                    <a:pt x="180" y="4"/>
                    <a:pt x="180" y="3"/>
                  </a:cubicBezTo>
                  <a:cubicBezTo>
                    <a:pt x="181" y="3"/>
                    <a:pt x="182" y="2"/>
                    <a:pt x="183" y="2"/>
                  </a:cubicBezTo>
                  <a:cubicBezTo>
                    <a:pt x="184" y="1"/>
                    <a:pt x="185" y="1"/>
                    <a:pt x="185" y="0"/>
                  </a:cubicBezTo>
                  <a:cubicBezTo>
                    <a:pt x="186" y="0"/>
                    <a:pt x="187" y="0"/>
                    <a:pt x="188" y="0"/>
                  </a:cubicBezTo>
                  <a:cubicBezTo>
                    <a:pt x="189" y="0"/>
                    <a:pt x="191" y="1"/>
                    <a:pt x="192" y="1"/>
                  </a:cubicBezTo>
                  <a:cubicBezTo>
                    <a:pt x="193" y="2"/>
                    <a:pt x="193" y="3"/>
                    <a:pt x="194" y="4"/>
                  </a:cubicBezTo>
                  <a:cubicBezTo>
                    <a:pt x="195" y="4"/>
                    <a:pt x="197" y="4"/>
                    <a:pt x="197" y="4"/>
                  </a:cubicBezTo>
                  <a:cubicBezTo>
                    <a:pt x="198" y="4"/>
                    <a:pt x="199" y="3"/>
                    <a:pt x="200" y="3"/>
                  </a:cubicBezTo>
                  <a:cubicBezTo>
                    <a:pt x="200" y="3"/>
                    <a:pt x="200" y="3"/>
                    <a:pt x="200" y="3"/>
                  </a:cubicBezTo>
                  <a:cubicBezTo>
                    <a:pt x="200" y="4"/>
                    <a:pt x="201" y="6"/>
                    <a:pt x="201" y="7"/>
                  </a:cubicBezTo>
                  <a:cubicBezTo>
                    <a:pt x="202" y="8"/>
                    <a:pt x="202" y="11"/>
                    <a:pt x="202" y="12"/>
                  </a:cubicBezTo>
                  <a:cubicBezTo>
                    <a:pt x="202" y="12"/>
                    <a:pt x="202" y="14"/>
                    <a:pt x="201" y="14"/>
                  </a:cubicBezTo>
                  <a:cubicBezTo>
                    <a:pt x="201" y="15"/>
                    <a:pt x="201" y="16"/>
                    <a:pt x="201" y="16"/>
                  </a:cubicBezTo>
                  <a:cubicBezTo>
                    <a:pt x="201" y="17"/>
                    <a:pt x="200" y="18"/>
                    <a:pt x="200" y="18"/>
                  </a:cubicBezTo>
                  <a:cubicBezTo>
                    <a:pt x="200" y="19"/>
                    <a:pt x="200" y="20"/>
                    <a:pt x="200" y="21"/>
                  </a:cubicBezTo>
                  <a:cubicBezTo>
                    <a:pt x="200" y="22"/>
                    <a:pt x="199" y="24"/>
                    <a:pt x="199" y="24"/>
                  </a:cubicBezTo>
                  <a:cubicBezTo>
                    <a:pt x="199" y="26"/>
                    <a:pt x="199" y="28"/>
                    <a:pt x="198" y="30"/>
                  </a:cubicBezTo>
                  <a:cubicBezTo>
                    <a:pt x="198" y="31"/>
                    <a:pt x="198" y="34"/>
                    <a:pt x="198" y="36"/>
                  </a:cubicBezTo>
                  <a:cubicBezTo>
                    <a:pt x="198" y="37"/>
                    <a:pt x="197" y="38"/>
                    <a:pt x="197" y="39"/>
                  </a:cubicBezTo>
                  <a:cubicBezTo>
                    <a:pt x="197" y="41"/>
                    <a:pt x="196" y="43"/>
                    <a:pt x="195" y="45"/>
                  </a:cubicBezTo>
                  <a:cubicBezTo>
                    <a:pt x="194" y="47"/>
                    <a:pt x="192" y="52"/>
                    <a:pt x="191" y="54"/>
                  </a:cubicBezTo>
                  <a:cubicBezTo>
                    <a:pt x="191" y="55"/>
                    <a:pt x="189" y="57"/>
                    <a:pt x="189" y="58"/>
                  </a:cubicBezTo>
                  <a:cubicBezTo>
                    <a:pt x="188" y="59"/>
                    <a:pt x="188" y="61"/>
                    <a:pt x="187" y="62"/>
                  </a:cubicBezTo>
                  <a:cubicBezTo>
                    <a:pt x="187" y="63"/>
                    <a:pt x="187" y="66"/>
                    <a:pt x="187" y="67"/>
                  </a:cubicBezTo>
                  <a:cubicBezTo>
                    <a:pt x="187" y="70"/>
                    <a:pt x="186" y="75"/>
                    <a:pt x="186" y="78"/>
                  </a:cubicBezTo>
                  <a:cubicBezTo>
                    <a:pt x="186" y="81"/>
                    <a:pt x="187" y="86"/>
                    <a:pt x="186" y="89"/>
                  </a:cubicBezTo>
                  <a:cubicBezTo>
                    <a:pt x="186" y="91"/>
                    <a:pt x="186" y="94"/>
                    <a:pt x="186" y="95"/>
                  </a:cubicBezTo>
                  <a:cubicBezTo>
                    <a:pt x="185" y="97"/>
                    <a:pt x="185" y="99"/>
                    <a:pt x="184" y="100"/>
                  </a:cubicBezTo>
                  <a:cubicBezTo>
                    <a:pt x="184" y="101"/>
                    <a:pt x="184" y="103"/>
                    <a:pt x="184" y="104"/>
                  </a:cubicBezTo>
                  <a:cubicBezTo>
                    <a:pt x="184" y="104"/>
                    <a:pt x="184" y="106"/>
                    <a:pt x="184" y="107"/>
                  </a:cubicBezTo>
                  <a:cubicBezTo>
                    <a:pt x="184" y="108"/>
                    <a:pt x="183" y="109"/>
                    <a:pt x="182" y="109"/>
                  </a:cubicBezTo>
                  <a:cubicBezTo>
                    <a:pt x="182" y="110"/>
                    <a:pt x="180" y="110"/>
                    <a:pt x="180" y="111"/>
                  </a:cubicBezTo>
                  <a:cubicBezTo>
                    <a:pt x="179" y="111"/>
                    <a:pt x="177" y="112"/>
                    <a:pt x="176" y="113"/>
                  </a:cubicBezTo>
                  <a:cubicBezTo>
                    <a:pt x="175" y="114"/>
                    <a:pt x="172" y="116"/>
                    <a:pt x="171" y="117"/>
                  </a:cubicBezTo>
                  <a:cubicBezTo>
                    <a:pt x="170" y="118"/>
                    <a:pt x="169" y="120"/>
                    <a:pt x="169" y="121"/>
                  </a:cubicBezTo>
                  <a:cubicBezTo>
                    <a:pt x="169" y="121"/>
                    <a:pt x="168" y="122"/>
                    <a:pt x="168" y="122"/>
                  </a:cubicBezTo>
                  <a:cubicBezTo>
                    <a:pt x="168" y="123"/>
                    <a:pt x="167" y="124"/>
                    <a:pt x="166" y="124"/>
                  </a:cubicBezTo>
                  <a:cubicBezTo>
                    <a:pt x="166" y="124"/>
                    <a:pt x="166" y="124"/>
                    <a:pt x="166" y="124"/>
                  </a:cubicBezTo>
                  <a:cubicBezTo>
                    <a:pt x="166" y="124"/>
                    <a:pt x="166" y="123"/>
                    <a:pt x="166" y="123"/>
                  </a:cubicBezTo>
                  <a:cubicBezTo>
                    <a:pt x="166" y="123"/>
                    <a:pt x="167" y="122"/>
                    <a:pt x="167" y="122"/>
                  </a:cubicBezTo>
                  <a:cubicBezTo>
                    <a:pt x="167" y="121"/>
                    <a:pt x="167" y="120"/>
                    <a:pt x="167" y="120"/>
                  </a:cubicBezTo>
                  <a:cubicBezTo>
                    <a:pt x="168" y="119"/>
                    <a:pt x="168" y="118"/>
                    <a:pt x="169" y="118"/>
                  </a:cubicBezTo>
                  <a:cubicBezTo>
                    <a:pt x="169" y="117"/>
                    <a:pt x="170" y="116"/>
                    <a:pt x="170" y="116"/>
                  </a:cubicBezTo>
                  <a:cubicBezTo>
                    <a:pt x="171" y="115"/>
                    <a:pt x="172" y="114"/>
                    <a:pt x="173" y="113"/>
                  </a:cubicBezTo>
                  <a:cubicBezTo>
                    <a:pt x="173" y="112"/>
                    <a:pt x="175" y="111"/>
                    <a:pt x="175" y="111"/>
                  </a:cubicBezTo>
                  <a:cubicBezTo>
                    <a:pt x="176" y="110"/>
                    <a:pt x="177" y="109"/>
                    <a:pt x="177" y="109"/>
                  </a:cubicBezTo>
                  <a:cubicBezTo>
                    <a:pt x="178" y="108"/>
                    <a:pt x="179" y="107"/>
                    <a:pt x="179" y="106"/>
                  </a:cubicBezTo>
                  <a:cubicBezTo>
                    <a:pt x="180" y="106"/>
                    <a:pt x="181" y="104"/>
                    <a:pt x="181" y="103"/>
                  </a:cubicBezTo>
                  <a:cubicBezTo>
                    <a:pt x="181" y="103"/>
                    <a:pt x="182" y="101"/>
                    <a:pt x="182" y="100"/>
                  </a:cubicBezTo>
                  <a:cubicBezTo>
                    <a:pt x="182" y="99"/>
                    <a:pt x="183" y="97"/>
                    <a:pt x="183" y="96"/>
                  </a:cubicBezTo>
                  <a:cubicBezTo>
                    <a:pt x="183" y="95"/>
                    <a:pt x="183" y="94"/>
                    <a:pt x="183" y="93"/>
                  </a:cubicBezTo>
                  <a:cubicBezTo>
                    <a:pt x="183" y="93"/>
                    <a:pt x="183" y="92"/>
                    <a:pt x="183" y="91"/>
                  </a:cubicBezTo>
                  <a:cubicBezTo>
                    <a:pt x="183" y="91"/>
                    <a:pt x="181" y="91"/>
                    <a:pt x="181" y="91"/>
                  </a:cubicBezTo>
                  <a:cubicBezTo>
                    <a:pt x="180" y="91"/>
                    <a:pt x="180" y="91"/>
                    <a:pt x="179" y="91"/>
                  </a:cubicBezTo>
                  <a:cubicBezTo>
                    <a:pt x="179" y="91"/>
                    <a:pt x="178" y="91"/>
                    <a:pt x="178" y="90"/>
                  </a:cubicBezTo>
                  <a:cubicBezTo>
                    <a:pt x="178" y="90"/>
                    <a:pt x="178" y="89"/>
                    <a:pt x="178" y="89"/>
                  </a:cubicBezTo>
                  <a:cubicBezTo>
                    <a:pt x="178" y="89"/>
                    <a:pt x="176" y="89"/>
                    <a:pt x="176" y="89"/>
                  </a:cubicBezTo>
                  <a:cubicBezTo>
                    <a:pt x="175" y="89"/>
                    <a:pt x="175" y="90"/>
                    <a:pt x="174" y="90"/>
                  </a:cubicBezTo>
                  <a:cubicBezTo>
                    <a:pt x="174" y="90"/>
                    <a:pt x="173" y="90"/>
                    <a:pt x="173" y="90"/>
                  </a:cubicBezTo>
                  <a:cubicBezTo>
                    <a:pt x="172" y="90"/>
                    <a:pt x="171" y="90"/>
                    <a:pt x="170" y="90"/>
                  </a:cubicBezTo>
                  <a:cubicBezTo>
                    <a:pt x="170" y="91"/>
                    <a:pt x="170" y="91"/>
                    <a:pt x="169" y="91"/>
                  </a:cubicBezTo>
                  <a:cubicBezTo>
                    <a:pt x="169" y="92"/>
                    <a:pt x="168" y="92"/>
                    <a:pt x="167" y="91"/>
                  </a:cubicBezTo>
                  <a:cubicBezTo>
                    <a:pt x="167" y="91"/>
                    <a:pt x="167" y="91"/>
                    <a:pt x="166" y="91"/>
                  </a:cubicBezTo>
                  <a:cubicBezTo>
                    <a:pt x="166" y="91"/>
                    <a:pt x="166" y="90"/>
                    <a:pt x="165" y="90"/>
                  </a:cubicBezTo>
                  <a:cubicBezTo>
                    <a:pt x="165" y="91"/>
                    <a:pt x="165" y="91"/>
                    <a:pt x="165" y="91"/>
                  </a:cubicBezTo>
                  <a:cubicBezTo>
                    <a:pt x="165" y="92"/>
                    <a:pt x="166" y="92"/>
                    <a:pt x="167" y="93"/>
                  </a:cubicBezTo>
                  <a:cubicBezTo>
                    <a:pt x="167" y="93"/>
                    <a:pt x="168" y="93"/>
                    <a:pt x="168" y="93"/>
                  </a:cubicBezTo>
                  <a:cubicBezTo>
                    <a:pt x="169" y="93"/>
                    <a:pt x="169" y="93"/>
                    <a:pt x="170" y="93"/>
                  </a:cubicBezTo>
                  <a:cubicBezTo>
                    <a:pt x="170" y="93"/>
                    <a:pt x="170" y="92"/>
                    <a:pt x="171" y="92"/>
                  </a:cubicBezTo>
                  <a:cubicBezTo>
                    <a:pt x="171" y="92"/>
                    <a:pt x="172" y="93"/>
                    <a:pt x="172" y="93"/>
                  </a:cubicBezTo>
                  <a:cubicBezTo>
                    <a:pt x="172" y="93"/>
                    <a:pt x="173" y="93"/>
                    <a:pt x="173" y="93"/>
                  </a:cubicBezTo>
                  <a:cubicBezTo>
                    <a:pt x="174" y="93"/>
                    <a:pt x="174" y="92"/>
                    <a:pt x="175" y="92"/>
                  </a:cubicBezTo>
                  <a:cubicBezTo>
                    <a:pt x="175" y="92"/>
                    <a:pt x="175" y="91"/>
                    <a:pt x="175" y="91"/>
                  </a:cubicBezTo>
                  <a:cubicBezTo>
                    <a:pt x="175" y="91"/>
                    <a:pt x="176" y="92"/>
                    <a:pt x="176" y="92"/>
                  </a:cubicBezTo>
                  <a:cubicBezTo>
                    <a:pt x="177" y="92"/>
                    <a:pt x="177" y="93"/>
                    <a:pt x="177" y="93"/>
                  </a:cubicBezTo>
                  <a:cubicBezTo>
                    <a:pt x="177" y="93"/>
                    <a:pt x="178" y="93"/>
                    <a:pt x="178" y="93"/>
                  </a:cubicBezTo>
                  <a:cubicBezTo>
                    <a:pt x="178" y="93"/>
                    <a:pt x="179" y="93"/>
                    <a:pt x="179" y="93"/>
                  </a:cubicBezTo>
                  <a:cubicBezTo>
                    <a:pt x="179" y="93"/>
                    <a:pt x="180" y="93"/>
                    <a:pt x="180" y="93"/>
                  </a:cubicBezTo>
                  <a:cubicBezTo>
                    <a:pt x="180" y="93"/>
                    <a:pt x="181" y="93"/>
                    <a:pt x="181" y="93"/>
                  </a:cubicBezTo>
                  <a:cubicBezTo>
                    <a:pt x="181" y="94"/>
                    <a:pt x="181" y="95"/>
                    <a:pt x="181" y="95"/>
                  </a:cubicBezTo>
                  <a:cubicBezTo>
                    <a:pt x="181" y="96"/>
                    <a:pt x="181" y="97"/>
                    <a:pt x="181" y="98"/>
                  </a:cubicBezTo>
                  <a:cubicBezTo>
                    <a:pt x="181" y="99"/>
                    <a:pt x="181" y="100"/>
                    <a:pt x="181" y="100"/>
                  </a:cubicBezTo>
                  <a:cubicBezTo>
                    <a:pt x="180" y="101"/>
                    <a:pt x="180" y="102"/>
                    <a:pt x="179" y="103"/>
                  </a:cubicBezTo>
                  <a:cubicBezTo>
                    <a:pt x="179" y="104"/>
                    <a:pt x="178" y="106"/>
                    <a:pt x="177" y="107"/>
                  </a:cubicBezTo>
                  <a:cubicBezTo>
                    <a:pt x="176" y="108"/>
                    <a:pt x="175" y="109"/>
                    <a:pt x="174" y="110"/>
                  </a:cubicBezTo>
                  <a:cubicBezTo>
                    <a:pt x="173" y="111"/>
                    <a:pt x="172" y="113"/>
                    <a:pt x="171" y="114"/>
                  </a:cubicBezTo>
                  <a:cubicBezTo>
                    <a:pt x="170" y="115"/>
                    <a:pt x="168" y="116"/>
                    <a:pt x="167" y="117"/>
                  </a:cubicBezTo>
                  <a:cubicBezTo>
                    <a:pt x="167" y="118"/>
                    <a:pt x="166" y="120"/>
                    <a:pt x="165" y="122"/>
                  </a:cubicBezTo>
                  <a:cubicBezTo>
                    <a:pt x="165" y="122"/>
                    <a:pt x="165" y="123"/>
                    <a:pt x="165" y="124"/>
                  </a:cubicBezTo>
                  <a:cubicBezTo>
                    <a:pt x="165" y="124"/>
                    <a:pt x="165" y="124"/>
                    <a:pt x="165" y="124"/>
                  </a:cubicBezTo>
                  <a:cubicBezTo>
                    <a:pt x="165" y="125"/>
                    <a:pt x="165" y="125"/>
                    <a:pt x="165" y="126"/>
                  </a:cubicBezTo>
                  <a:cubicBezTo>
                    <a:pt x="165" y="126"/>
                    <a:pt x="164" y="127"/>
                    <a:pt x="164" y="128"/>
                  </a:cubicBezTo>
                  <a:cubicBezTo>
                    <a:pt x="163" y="128"/>
                    <a:pt x="162" y="129"/>
                    <a:pt x="162" y="130"/>
                  </a:cubicBezTo>
                  <a:cubicBezTo>
                    <a:pt x="161" y="131"/>
                    <a:pt x="161" y="132"/>
                    <a:pt x="160" y="133"/>
                  </a:cubicBezTo>
                  <a:cubicBezTo>
                    <a:pt x="160" y="133"/>
                    <a:pt x="159" y="134"/>
                    <a:pt x="159" y="134"/>
                  </a:cubicBezTo>
                  <a:cubicBezTo>
                    <a:pt x="158" y="134"/>
                    <a:pt x="157" y="132"/>
                    <a:pt x="157" y="132"/>
                  </a:cubicBezTo>
                  <a:cubicBezTo>
                    <a:pt x="157" y="131"/>
                    <a:pt x="156" y="130"/>
                    <a:pt x="156" y="129"/>
                  </a:cubicBezTo>
                  <a:cubicBezTo>
                    <a:pt x="156" y="128"/>
                    <a:pt x="155" y="127"/>
                    <a:pt x="154" y="126"/>
                  </a:cubicBezTo>
                  <a:cubicBezTo>
                    <a:pt x="153" y="125"/>
                    <a:pt x="152" y="123"/>
                    <a:pt x="151" y="121"/>
                  </a:cubicBezTo>
                  <a:cubicBezTo>
                    <a:pt x="151" y="120"/>
                    <a:pt x="149" y="118"/>
                    <a:pt x="148" y="117"/>
                  </a:cubicBezTo>
                  <a:cubicBezTo>
                    <a:pt x="148" y="116"/>
                    <a:pt x="147" y="114"/>
                    <a:pt x="146" y="113"/>
                  </a:cubicBezTo>
                  <a:cubicBezTo>
                    <a:pt x="146" y="112"/>
                    <a:pt x="146" y="111"/>
                    <a:pt x="146" y="111"/>
                  </a:cubicBezTo>
                  <a:cubicBezTo>
                    <a:pt x="146" y="110"/>
                    <a:pt x="146" y="110"/>
                    <a:pt x="146" y="110"/>
                  </a:cubicBezTo>
                  <a:cubicBezTo>
                    <a:pt x="145" y="110"/>
                    <a:pt x="145" y="110"/>
                    <a:pt x="144" y="111"/>
                  </a:cubicBezTo>
                  <a:cubicBezTo>
                    <a:pt x="144" y="111"/>
                    <a:pt x="144" y="112"/>
                    <a:pt x="144" y="112"/>
                  </a:cubicBezTo>
                  <a:cubicBezTo>
                    <a:pt x="144" y="113"/>
                    <a:pt x="145" y="113"/>
                    <a:pt x="145" y="114"/>
                  </a:cubicBezTo>
                  <a:cubicBezTo>
                    <a:pt x="145" y="114"/>
                    <a:pt x="146" y="115"/>
                    <a:pt x="146" y="115"/>
                  </a:cubicBezTo>
                  <a:cubicBezTo>
                    <a:pt x="146" y="116"/>
                    <a:pt x="146" y="118"/>
                    <a:pt x="147" y="118"/>
                  </a:cubicBezTo>
                  <a:cubicBezTo>
                    <a:pt x="147" y="119"/>
                    <a:pt x="147" y="121"/>
                    <a:pt x="148" y="122"/>
                  </a:cubicBezTo>
                  <a:cubicBezTo>
                    <a:pt x="148" y="123"/>
                    <a:pt x="149" y="124"/>
                    <a:pt x="150" y="125"/>
                  </a:cubicBezTo>
                  <a:cubicBezTo>
                    <a:pt x="150" y="126"/>
                    <a:pt x="151" y="128"/>
                    <a:pt x="152" y="128"/>
                  </a:cubicBezTo>
                  <a:cubicBezTo>
                    <a:pt x="153" y="129"/>
                    <a:pt x="155" y="131"/>
                    <a:pt x="155" y="132"/>
                  </a:cubicBezTo>
                  <a:cubicBezTo>
                    <a:pt x="156" y="133"/>
                    <a:pt x="157" y="134"/>
                    <a:pt x="157" y="135"/>
                  </a:cubicBezTo>
                  <a:cubicBezTo>
                    <a:pt x="157" y="135"/>
                    <a:pt x="157" y="136"/>
                    <a:pt x="157" y="136"/>
                  </a:cubicBezTo>
                  <a:cubicBezTo>
                    <a:pt x="157" y="137"/>
                    <a:pt x="157" y="138"/>
                    <a:pt x="157" y="138"/>
                  </a:cubicBezTo>
                  <a:cubicBezTo>
                    <a:pt x="156" y="139"/>
                    <a:pt x="155" y="140"/>
                    <a:pt x="154" y="141"/>
                  </a:cubicBezTo>
                  <a:cubicBezTo>
                    <a:pt x="154" y="141"/>
                    <a:pt x="152" y="142"/>
                    <a:pt x="152" y="143"/>
                  </a:cubicBezTo>
                  <a:cubicBezTo>
                    <a:pt x="151" y="143"/>
                    <a:pt x="151" y="145"/>
                    <a:pt x="150" y="145"/>
                  </a:cubicBezTo>
                  <a:cubicBezTo>
                    <a:pt x="150" y="145"/>
                    <a:pt x="149" y="146"/>
                    <a:pt x="149" y="146"/>
                  </a:cubicBezTo>
                  <a:cubicBezTo>
                    <a:pt x="148" y="146"/>
                    <a:pt x="148" y="144"/>
                    <a:pt x="148" y="144"/>
                  </a:cubicBezTo>
                  <a:cubicBezTo>
                    <a:pt x="148" y="144"/>
                    <a:pt x="148" y="143"/>
                    <a:pt x="148" y="142"/>
                  </a:cubicBezTo>
                  <a:cubicBezTo>
                    <a:pt x="148" y="142"/>
                    <a:pt x="147" y="141"/>
                    <a:pt x="147" y="141"/>
                  </a:cubicBezTo>
                  <a:cubicBezTo>
                    <a:pt x="146" y="141"/>
                    <a:pt x="145" y="140"/>
                    <a:pt x="145" y="140"/>
                  </a:cubicBezTo>
                  <a:cubicBezTo>
                    <a:pt x="144" y="139"/>
                    <a:pt x="143" y="138"/>
                    <a:pt x="142" y="137"/>
                  </a:cubicBezTo>
                  <a:cubicBezTo>
                    <a:pt x="142" y="137"/>
                    <a:pt x="142" y="135"/>
                    <a:pt x="141" y="135"/>
                  </a:cubicBezTo>
                  <a:cubicBezTo>
                    <a:pt x="141" y="134"/>
                    <a:pt x="139" y="133"/>
                    <a:pt x="138" y="133"/>
                  </a:cubicBezTo>
                  <a:cubicBezTo>
                    <a:pt x="137" y="132"/>
                    <a:pt x="135" y="132"/>
                    <a:pt x="135" y="132"/>
                  </a:cubicBezTo>
                  <a:cubicBezTo>
                    <a:pt x="133" y="131"/>
                    <a:pt x="131" y="130"/>
                    <a:pt x="130" y="130"/>
                  </a:cubicBezTo>
                  <a:cubicBezTo>
                    <a:pt x="129" y="129"/>
                    <a:pt x="126" y="128"/>
                    <a:pt x="125" y="127"/>
                  </a:cubicBezTo>
                  <a:cubicBezTo>
                    <a:pt x="125" y="126"/>
                    <a:pt x="124" y="125"/>
                    <a:pt x="124" y="124"/>
                  </a:cubicBezTo>
                  <a:cubicBezTo>
                    <a:pt x="124" y="124"/>
                    <a:pt x="123" y="122"/>
                    <a:pt x="123" y="122"/>
                  </a:cubicBezTo>
                  <a:cubicBezTo>
                    <a:pt x="123" y="122"/>
                    <a:pt x="123" y="123"/>
                    <a:pt x="123" y="124"/>
                  </a:cubicBezTo>
                  <a:cubicBezTo>
                    <a:pt x="122" y="124"/>
                    <a:pt x="122" y="125"/>
                    <a:pt x="123" y="126"/>
                  </a:cubicBezTo>
                  <a:cubicBezTo>
                    <a:pt x="123" y="127"/>
                    <a:pt x="124" y="128"/>
                    <a:pt x="124" y="128"/>
                  </a:cubicBezTo>
                  <a:cubicBezTo>
                    <a:pt x="125" y="129"/>
                    <a:pt x="126" y="130"/>
                    <a:pt x="126" y="130"/>
                  </a:cubicBezTo>
                  <a:cubicBezTo>
                    <a:pt x="127" y="131"/>
                    <a:pt x="129" y="132"/>
                    <a:pt x="130" y="132"/>
                  </a:cubicBezTo>
                  <a:cubicBezTo>
                    <a:pt x="131" y="133"/>
                    <a:pt x="133" y="133"/>
                    <a:pt x="133" y="134"/>
                  </a:cubicBezTo>
                  <a:cubicBezTo>
                    <a:pt x="134" y="134"/>
                    <a:pt x="136" y="134"/>
                    <a:pt x="137" y="134"/>
                  </a:cubicBezTo>
                  <a:cubicBezTo>
                    <a:pt x="137" y="135"/>
                    <a:pt x="139" y="136"/>
                    <a:pt x="140" y="136"/>
                  </a:cubicBezTo>
                  <a:cubicBezTo>
                    <a:pt x="140" y="137"/>
                    <a:pt x="140" y="138"/>
                    <a:pt x="140" y="139"/>
                  </a:cubicBezTo>
                  <a:cubicBezTo>
                    <a:pt x="140" y="140"/>
                    <a:pt x="140" y="141"/>
                    <a:pt x="140" y="142"/>
                  </a:cubicBezTo>
                  <a:cubicBezTo>
                    <a:pt x="140" y="142"/>
                    <a:pt x="141" y="144"/>
                    <a:pt x="140" y="144"/>
                  </a:cubicBezTo>
                  <a:cubicBezTo>
                    <a:pt x="140" y="144"/>
                    <a:pt x="139" y="144"/>
                    <a:pt x="139" y="144"/>
                  </a:cubicBezTo>
                  <a:cubicBezTo>
                    <a:pt x="138" y="143"/>
                    <a:pt x="138" y="142"/>
                    <a:pt x="138" y="142"/>
                  </a:cubicBezTo>
                  <a:cubicBezTo>
                    <a:pt x="137" y="142"/>
                    <a:pt x="136" y="142"/>
                    <a:pt x="136" y="142"/>
                  </a:cubicBezTo>
                  <a:cubicBezTo>
                    <a:pt x="135" y="143"/>
                    <a:pt x="134" y="143"/>
                    <a:pt x="134" y="143"/>
                  </a:cubicBezTo>
                  <a:cubicBezTo>
                    <a:pt x="133" y="143"/>
                    <a:pt x="132" y="143"/>
                    <a:pt x="131" y="143"/>
                  </a:cubicBezTo>
                  <a:cubicBezTo>
                    <a:pt x="131" y="142"/>
                    <a:pt x="130" y="142"/>
                    <a:pt x="130" y="142"/>
                  </a:cubicBezTo>
                  <a:cubicBezTo>
                    <a:pt x="129" y="141"/>
                    <a:pt x="128" y="141"/>
                    <a:pt x="127" y="142"/>
                  </a:cubicBezTo>
                  <a:cubicBezTo>
                    <a:pt x="127" y="142"/>
                    <a:pt x="126" y="143"/>
                    <a:pt x="126" y="143"/>
                  </a:cubicBezTo>
                  <a:cubicBezTo>
                    <a:pt x="125" y="143"/>
                    <a:pt x="123" y="143"/>
                    <a:pt x="123" y="143"/>
                  </a:cubicBezTo>
                  <a:cubicBezTo>
                    <a:pt x="122" y="143"/>
                    <a:pt x="121" y="144"/>
                    <a:pt x="121" y="144"/>
                  </a:cubicBezTo>
                  <a:cubicBezTo>
                    <a:pt x="120" y="144"/>
                    <a:pt x="119" y="145"/>
                    <a:pt x="118" y="145"/>
                  </a:cubicBezTo>
                  <a:cubicBezTo>
                    <a:pt x="118" y="146"/>
                    <a:pt x="117" y="146"/>
                    <a:pt x="117" y="146"/>
                  </a:cubicBezTo>
                  <a:cubicBezTo>
                    <a:pt x="117" y="146"/>
                    <a:pt x="116" y="147"/>
                    <a:pt x="115" y="147"/>
                  </a:cubicBezTo>
                  <a:cubicBezTo>
                    <a:pt x="114" y="147"/>
                    <a:pt x="113" y="147"/>
                    <a:pt x="112" y="147"/>
                  </a:cubicBezTo>
                  <a:cubicBezTo>
                    <a:pt x="112" y="147"/>
                    <a:pt x="110" y="146"/>
                    <a:pt x="109" y="146"/>
                  </a:cubicBezTo>
                  <a:cubicBezTo>
                    <a:pt x="108" y="145"/>
                    <a:pt x="106" y="145"/>
                    <a:pt x="105" y="145"/>
                  </a:cubicBezTo>
                  <a:cubicBezTo>
                    <a:pt x="104" y="145"/>
                    <a:pt x="102" y="145"/>
                    <a:pt x="101" y="144"/>
                  </a:cubicBezTo>
                  <a:cubicBezTo>
                    <a:pt x="100" y="144"/>
                    <a:pt x="99" y="144"/>
                    <a:pt x="98" y="143"/>
                  </a:cubicBezTo>
                  <a:cubicBezTo>
                    <a:pt x="97" y="143"/>
                    <a:pt x="97" y="141"/>
                    <a:pt x="96" y="141"/>
                  </a:cubicBezTo>
                  <a:cubicBezTo>
                    <a:pt x="96" y="140"/>
                    <a:pt x="95" y="140"/>
                    <a:pt x="95" y="140"/>
                  </a:cubicBezTo>
                  <a:cubicBezTo>
                    <a:pt x="94" y="140"/>
                    <a:pt x="94" y="141"/>
                    <a:pt x="93" y="141"/>
                  </a:cubicBezTo>
                  <a:cubicBezTo>
                    <a:pt x="93" y="141"/>
                    <a:pt x="91" y="142"/>
                    <a:pt x="90" y="142"/>
                  </a:cubicBezTo>
                  <a:cubicBezTo>
                    <a:pt x="89" y="142"/>
                    <a:pt x="87" y="142"/>
                    <a:pt x="86" y="142"/>
                  </a:cubicBezTo>
                  <a:cubicBezTo>
                    <a:pt x="85" y="143"/>
                    <a:pt x="83" y="143"/>
                    <a:pt x="82" y="143"/>
                  </a:cubicBezTo>
                  <a:cubicBezTo>
                    <a:pt x="82" y="143"/>
                    <a:pt x="81" y="144"/>
                    <a:pt x="80" y="145"/>
                  </a:cubicBezTo>
                  <a:cubicBezTo>
                    <a:pt x="79" y="145"/>
                    <a:pt x="78" y="146"/>
                    <a:pt x="78" y="146"/>
                  </a:cubicBezTo>
                  <a:cubicBezTo>
                    <a:pt x="77" y="146"/>
                    <a:pt x="76" y="145"/>
                    <a:pt x="75" y="145"/>
                  </a:cubicBezTo>
                  <a:cubicBezTo>
                    <a:pt x="75" y="145"/>
                    <a:pt x="74" y="145"/>
                    <a:pt x="74" y="145"/>
                  </a:cubicBezTo>
                  <a:cubicBezTo>
                    <a:pt x="73" y="145"/>
                    <a:pt x="73" y="146"/>
                    <a:pt x="73" y="146"/>
                  </a:cubicBezTo>
                  <a:cubicBezTo>
                    <a:pt x="72" y="147"/>
                    <a:pt x="72" y="147"/>
                    <a:pt x="71" y="147"/>
                  </a:cubicBezTo>
                  <a:cubicBezTo>
                    <a:pt x="71" y="147"/>
                    <a:pt x="70" y="146"/>
                    <a:pt x="69" y="146"/>
                  </a:cubicBezTo>
                  <a:cubicBezTo>
                    <a:pt x="69" y="146"/>
                    <a:pt x="68" y="145"/>
                    <a:pt x="67" y="144"/>
                  </a:cubicBezTo>
                  <a:cubicBezTo>
                    <a:pt x="67" y="143"/>
                    <a:pt x="67" y="141"/>
                    <a:pt x="66" y="141"/>
                  </a:cubicBezTo>
                  <a:cubicBezTo>
                    <a:pt x="66" y="140"/>
                    <a:pt x="65" y="139"/>
                    <a:pt x="64" y="139"/>
                  </a:cubicBezTo>
                  <a:cubicBezTo>
                    <a:pt x="64" y="138"/>
                    <a:pt x="63" y="137"/>
                    <a:pt x="62" y="137"/>
                  </a:cubicBezTo>
                  <a:cubicBezTo>
                    <a:pt x="62" y="136"/>
                    <a:pt x="62" y="135"/>
                    <a:pt x="62" y="134"/>
                  </a:cubicBezTo>
                  <a:cubicBezTo>
                    <a:pt x="62" y="134"/>
                    <a:pt x="61" y="133"/>
                    <a:pt x="61" y="132"/>
                  </a:cubicBezTo>
                  <a:cubicBezTo>
                    <a:pt x="61" y="132"/>
                    <a:pt x="60" y="132"/>
                    <a:pt x="59" y="131"/>
                  </a:cubicBezTo>
                  <a:cubicBezTo>
                    <a:pt x="59" y="131"/>
                    <a:pt x="58" y="132"/>
                    <a:pt x="58" y="131"/>
                  </a:cubicBezTo>
                  <a:cubicBezTo>
                    <a:pt x="57" y="131"/>
                    <a:pt x="56" y="131"/>
                    <a:pt x="56" y="130"/>
                  </a:cubicBezTo>
                  <a:cubicBezTo>
                    <a:pt x="56" y="130"/>
                    <a:pt x="55" y="128"/>
                    <a:pt x="55" y="127"/>
                  </a:cubicBezTo>
                  <a:cubicBezTo>
                    <a:pt x="55" y="127"/>
                    <a:pt x="56" y="126"/>
                    <a:pt x="56" y="126"/>
                  </a:cubicBezTo>
                  <a:cubicBezTo>
                    <a:pt x="56" y="125"/>
                    <a:pt x="57" y="125"/>
                    <a:pt x="57" y="125"/>
                  </a:cubicBezTo>
                  <a:cubicBezTo>
                    <a:pt x="57" y="124"/>
                    <a:pt x="58" y="124"/>
                    <a:pt x="58" y="123"/>
                  </a:cubicBezTo>
                  <a:cubicBezTo>
                    <a:pt x="58" y="122"/>
                    <a:pt x="57" y="120"/>
                    <a:pt x="57" y="120"/>
                  </a:cubicBezTo>
                  <a:cubicBezTo>
                    <a:pt x="57" y="119"/>
                    <a:pt x="56" y="118"/>
                    <a:pt x="55" y="118"/>
                  </a:cubicBezTo>
                  <a:cubicBezTo>
                    <a:pt x="55" y="118"/>
                    <a:pt x="53" y="118"/>
                    <a:pt x="53" y="119"/>
                  </a:cubicBezTo>
                  <a:cubicBezTo>
                    <a:pt x="52" y="119"/>
                    <a:pt x="50" y="118"/>
                    <a:pt x="49" y="119"/>
                  </a:cubicBezTo>
                  <a:cubicBezTo>
                    <a:pt x="48" y="119"/>
                    <a:pt x="47" y="119"/>
                    <a:pt x="47" y="120"/>
                  </a:cubicBezTo>
                  <a:cubicBezTo>
                    <a:pt x="46" y="120"/>
                    <a:pt x="44" y="121"/>
                    <a:pt x="43" y="121"/>
                  </a:cubicBezTo>
                  <a:cubicBezTo>
                    <a:pt x="42" y="121"/>
                    <a:pt x="41" y="121"/>
                    <a:pt x="41" y="121"/>
                  </a:cubicBezTo>
                  <a:cubicBezTo>
                    <a:pt x="40" y="121"/>
                    <a:pt x="38" y="122"/>
                    <a:pt x="37" y="122"/>
                  </a:cubicBezTo>
                  <a:cubicBezTo>
                    <a:pt x="36" y="123"/>
                    <a:pt x="35" y="125"/>
                    <a:pt x="34" y="125"/>
                  </a:cubicBezTo>
                  <a:cubicBezTo>
                    <a:pt x="33" y="126"/>
                    <a:pt x="32" y="127"/>
                    <a:pt x="32" y="127"/>
                  </a:cubicBezTo>
                  <a:cubicBezTo>
                    <a:pt x="31" y="127"/>
                    <a:pt x="29" y="127"/>
                    <a:pt x="28" y="127"/>
                  </a:cubicBezTo>
                  <a:cubicBezTo>
                    <a:pt x="27" y="127"/>
                    <a:pt x="27" y="125"/>
                    <a:pt x="26" y="124"/>
                  </a:cubicBezTo>
                  <a:cubicBezTo>
                    <a:pt x="25" y="124"/>
                    <a:pt x="23" y="124"/>
                    <a:pt x="22" y="124"/>
                  </a:cubicBezTo>
                  <a:cubicBezTo>
                    <a:pt x="21" y="124"/>
                    <a:pt x="19" y="124"/>
                    <a:pt x="18" y="124"/>
                  </a:cubicBezTo>
                  <a:cubicBezTo>
                    <a:pt x="17" y="125"/>
                    <a:pt x="15" y="126"/>
                    <a:pt x="14" y="126"/>
                  </a:cubicBezTo>
                  <a:cubicBezTo>
                    <a:pt x="14" y="125"/>
                    <a:pt x="15" y="123"/>
                    <a:pt x="14" y="122"/>
                  </a:cubicBezTo>
                  <a:cubicBezTo>
                    <a:pt x="14" y="122"/>
                    <a:pt x="12" y="120"/>
                    <a:pt x="12" y="120"/>
                  </a:cubicBezTo>
                  <a:cubicBezTo>
                    <a:pt x="11" y="119"/>
                    <a:pt x="10" y="118"/>
                    <a:pt x="10" y="117"/>
                  </a:cubicBezTo>
                  <a:cubicBezTo>
                    <a:pt x="9" y="116"/>
                    <a:pt x="9" y="115"/>
                    <a:pt x="10" y="114"/>
                  </a:cubicBezTo>
                  <a:cubicBezTo>
                    <a:pt x="10" y="113"/>
                    <a:pt x="12" y="114"/>
                    <a:pt x="13" y="113"/>
                  </a:cubicBezTo>
                  <a:cubicBezTo>
                    <a:pt x="13" y="113"/>
                    <a:pt x="14" y="111"/>
                    <a:pt x="14" y="110"/>
                  </a:cubicBezTo>
                  <a:cubicBezTo>
                    <a:pt x="15" y="110"/>
                    <a:pt x="15" y="108"/>
                    <a:pt x="15" y="107"/>
                  </a:cubicBezTo>
                  <a:cubicBezTo>
                    <a:pt x="15" y="106"/>
                    <a:pt x="16" y="104"/>
                    <a:pt x="16" y="103"/>
                  </a:cubicBezTo>
                  <a:cubicBezTo>
                    <a:pt x="17" y="103"/>
                    <a:pt x="16" y="101"/>
                    <a:pt x="17" y="100"/>
                  </a:cubicBezTo>
                  <a:cubicBezTo>
                    <a:pt x="17" y="100"/>
                    <a:pt x="19" y="99"/>
                    <a:pt x="20" y="100"/>
                  </a:cubicBezTo>
                  <a:cubicBezTo>
                    <a:pt x="20" y="100"/>
                    <a:pt x="20" y="102"/>
                    <a:pt x="21" y="102"/>
                  </a:cubicBezTo>
                  <a:cubicBezTo>
                    <a:pt x="21" y="102"/>
                    <a:pt x="22" y="102"/>
                    <a:pt x="22" y="101"/>
                  </a:cubicBezTo>
                  <a:cubicBezTo>
                    <a:pt x="23" y="101"/>
                    <a:pt x="23" y="100"/>
                    <a:pt x="24" y="99"/>
                  </a:cubicBezTo>
                  <a:cubicBezTo>
                    <a:pt x="24" y="98"/>
                    <a:pt x="25" y="97"/>
                    <a:pt x="25" y="96"/>
                  </a:cubicBezTo>
                  <a:cubicBezTo>
                    <a:pt x="26" y="95"/>
                    <a:pt x="27" y="93"/>
                    <a:pt x="27" y="92"/>
                  </a:cubicBezTo>
                  <a:cubicBezTo>
                    <a:pt x="27" y="91"/>
                    <a:pt x="25" y="89"/>
                    <a:pt x="26" y="88"/>
                  </a:cubicBezTo>
                  <a:cubicBezTo>
                    <a:pt x="26" y="87"/>
                    <a:pt x="27" y="86"/>
                    <a:pt x="27" y="85"/>
                  </a:cubicBezTo>
                  <a:cubicBezTo>
                    <a:pt x="27" y="84"/>
                    <a:pt x="27" y="83"/>
                    <a:pt x="26" y="83"/>
                  </a:cubicBezTo>
                  <a:cubicBezTo>
                    <a:pt x="26" y="82"/>
                    <a:pt x="25" y="81"/>
                    <a:pt x="24" y="81"/>
                  </a:cubicBezTo>
                  <a:cubicBezTo>
                    <a:pt x="24" y="81"/>
                    <a:pt x="23" y="82"/>
                    <a:pt x="23" y="82"/>
                  </a:cubicBezTo>
                  <a:cubicBezTo>
                    <a:pt x="22" y="82"/>
                    <a:pt x="20" y="81"/>
                    <a:pt x="19" y="80"/>
                  </a:cubicBezTo>
                  <a:cubicBezTo>
                    <a:pt x="19" y="80"/>
                    <a:pt x="17" y="80"/>
                    <a:pt x="17" y="81"/>
                  </a:cubicBezTo>
                  <a:cubicBezTo>
                    <a:pt x="16" y="81"/>
                    <a:pt x="15" y="82"/>
                    <a:pt x="15" y="82"/>
                  </a:cubicBezTo>
                  <a:cubicBezTo>
                    <a:pt x="15" y="83"/>
                    <a:pt x="15" y="84"/>
                    <a:pt x="15" y="84"/>
                  </a:cubicBezTo>
                  <a:cubicBezTo>
                    <a:pt x="15" y="85"/>
                    <a:pt x="15" y="86"/>
                    <a:pt x="15" y="86"/>
                  </a:cubicBezTo>
                  <a:cubicBezTo>
                    <a:pt x="14" y="87"/>
                    <a:pt x="13" y="87"/>
                    <a:pt x="13" y="87"/>
                  </a:cubicBezTo>
                  <a:cubicBezTo>
                    <a:pt x="12" y="87"/>
                    <a:pt x="12" y="85"/>
                    <a:pt x="11" y="85"/>
                  </a:cubicBezTo>
                  <a:cubicBezTo>
                    <a:pt x="11" y="85"/>
                    <a:pt x="9" y="86"/>
                    <a:pt x="8" y="86"/>
                  </a:cubicBezTo>
                  <a:cubicBezTo>
                    <a:pt x="7" y="85"/>
                    <a:pt x="7" y="84"/>
                    <a:pt x="6" y="84"/>
                  </a:cubicBezTo>
                  <a:cubicBezTo>
                    <a:pt x="6" y="83"/>
                    <a:pt x="4" y="81"/>
                    <a:pt x="3" y="81"/>
                  </a:cubicBezTo>
                  <a:cubicBezTo>
                    <a:pt x="3" y="80"/>
                    <a:pt x="1" y="79"/>
                    <a:pt x="1" y="79"/>
                  </a:cubicBezTo>
                  <a:cubicBezTo>
                    <a:pt x="0" y="78"/>
                    <a:pt x="0" y="76"/>
                    <a:pt x="0" y="76"/>
                  </a:cubicBezTo>
                  <a:cubicBezTo>
                    <a:pt x="1" y="75"/>
                    <a:pt x="2" y="75"/>
                    <a:pt x="2" y="74"/>
                  </a:cubicBezTo>
                  <a:cubicBezTo>
                    <a:pt x="2" y="74"/>
                    <a:pt x="3" y="73"/>
                    <a:pt x="3" y="72"/>
                  </a:cubicBezTo>
                  <a:cubicBezTo>
                    <a:pt x="4" y="72"/>
                    <a:pt x="4" y="70"/>
                    <a:pt x="5" y="70"/>
                  </a:cubicBezTo>
                  <a:cubicBezTo>
                    <a:pt x="6" y="70"/>
                    <a:pt x="6" y="71"/>
                    <a:pt x="7" y="71"/>
                  </a:cubicBezTo>
                  <a:cubicBezTo>
                    <a:pt x="7" y="72"/>
                    <a:pt x="7" y="72"/>
                    <a:pt x="7" y="73"/>
                  </a:cubicBezTo>
                  <a:cubicBezTo>
                    <a:pt x="8" y="73"/>
                    <a:pt x="9" y="73"/>
                    <a:pt x="9" y="73"/>
                  </a:cubicBezTo>
                  <a:cubicBezTo>
                    <a:pt x="10" y="73"/>
                    <a:pt x="12" y="74"/>
                    <a:pt x="13" y="75"/>
                  </a:cubicBezTo>
                  <a:cubicBezTo>
                    <a:pt x="13" y="75"/>
                    <a:pt x="14" y="76"/>
                    <a:pt x="14" y="77"/>
                  </a:cubicBezTo>
                  <a:cubicBezTo>
                    <a:pt x="15" y="77"/>
                    <a:pt x="16" y="78"/>
                    <a:pt x="16" y="78"/>
                  </a:cubicBezTo>
                  <a:cubicBezTo>
                    <a:pt x="17" y="77"/>
                    <a:pt x="17" y="76"/>
                    <a:pt x="18" y="76"/>
                  </a:cubicBezTo>
                  <a:cubicBezTo>
                    <a:pt x="18" y="76"/>
                    <a:pt x="20" y="75"/>
                    <a:pt x="20" y="75"/>
                  </a:cubicBezTo>
                  <a:cubicBezTo>
                    <a:pt x="21" y="75"/>
                    <a:pt x="22" y="75"/>
                    <a:pt x="23" y="75"/>
                  </a:cubicBezTo>
                  <a:cubicBezTo>
                    <a:pt x="23" y="74"/>
                    <a:pt x="23" y="73"/>
                    <a:pt x="23" y="72"/>
                  </a:cubicBezTo>
                  <a:cubicBezTo>
                    <a:pt x="23" y="71"/>
                    <a:pt x="23" y="70"/>
                    <a:pt x="22" y="69"/>
                  </a:cubicBezTo>
                  <a:cubicBezTo>
                    <a:pt x="22" y="68"/>
                    <a:pt x="21" y="67"/>
                    <a:pt x="20" y="66"/>
                  </a:cubicBezTo>
                  <a:cubicBezTo>
                    <a:pt x="19" y="66"/>
                    <a:pt x="19" y="65"/>
                    <a:pt x="18" y="65"/>
                  </a:cubicBezTo>
                  <a:cubicBezTo>
                    <a:pt x="18" y="65"/>
                    <a:pt x="17" y="65"/>
                    <a:pt x="16" y="65"/>
                  </a:cubicBezTo>
                  <a:cubicBezTo>
                    <a:pt x="16" y="65"/>
                    <a:pt x="15" y="64"/>
                    <a:pt x="14" y="63"/>
                  </a:cubicBezTo>
                  <a:cubicBezTo>
                    <a:pt x="14" y="63"/>
                    <a:pt x="14" y="61"/>
                    <a:pt x="14" y="60"/>
                  </a:cubicBezTo>
                  <a:cubicBezTo>
                    <a:pt x="15" y="60"/>
                    <a:pt x="16" y="61"/>
                    <a:pt x="16" y="60"/>
                  </a:cubicBezTo>
                  <a:cubicBezTo>
                    <a:pt x="17" y="60"/>
                    <a:pt x="17" y="59"/>
                    <a:pt x="17" y="58"/>
                  </a:cubicBezTo>
                  <a:cubicBezTo>
                    <a:pt x="17" y="58"/>
                    <a:pt x="16" y="57"/>
                    <a:pt x="15" y="57"/>
                  </a:cubicBezTo>
                  <a:cubicBezTo>
                    <a:pt x="15" y="57"/>
                    <a:pt x="13" y="57"/>
                    <a:pt x="12" y="56"/>
                  </a:cubicBezTo>
                  <a:cubicBezTo>
                    <a:pt x="12" y="56"/>
                    <a:pt x="11" y="54"/>
                    <a:pt x="11" y="53"/>
                  </a:cubicBezTo>
                  <a:cubicBezTo>
                    <a:pt x="10" y="53"/>
                    <a:pt x="10" y="51"/>
                    <a:pt x="9" y="50"/>
                  </a:cubicBezTo>
                  <a:cubicBezTo>
                    <a:pt x="9" y="50"/>
                    <a:pt x="8" y="49"/>
                    <a:pt x="8" y="48"/>
                  </a:cubicBezTo>
                  <a:cubicBezTo>
                    <a:pt x="8" y="48"/>
                    <a:pt x="7" y="47"/>
                    <a:pt x="6" y="46"/>
                  </a:cubicBezTo>
                  <a:cubicBezTo>
                    <a:pt x="6" y="46"/>
                    <a:pt x="6" y="45"/>
                    <a:pt x="6" y="45"/>
                  </a:cubicBezTo>
                  <a:cubicBezTo>
                    <a:pt x="7" y="44"/>
                    <a:pt x="8" y="43"/>
                    <a:pt x="9" y="42"/>
                  </a:cubicBezTo>
                  <a:cubicBezTo>
                    <a:pt x="9" y="41"/>
                    <a:pt x="9" y="40"/>
                    <a:pt x="9" y="40"/>
                  </a:cubicBezTo>
                  <a:cubicBezTo>
                    <a:pt x="10" y="40"/>
                    <a:pt x="11" y="39"/>
                    <a:pt x="11" y="39"/>
                  </a:cubicBezTo>
                  <a:cubicBezTo>
                    <a:pt x="12" y="39"/>
                    <a:pt x="12" y="37"/>
                    <a:pt x="13" y="3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89"/>
            <p:cNvSpPr>
              <a:spLocks/>
            </p:cNvSpPr>
            <p:nvPr/>
          </p:nvSpPr>
          <p:spPr bwMode="auto">
            <a:xfrm>
              <a:off x="2619376" y="3273426"/>
              <a:ext cx="436563" cy="274638"/>
            </a:xfrm>
            <a:custGeom>
              <a:avLst/>
              <a:gdLst/>
              <a:ahLst/>
              <a:cxnLst>
                <a:cxn ang="0">
                  <a:pos x="224" y="99"/>
                </a:cxn>
                <a:cxn ang="0">
                  <a:pos x="212" y="101"/>
                </a:cxn>
                <a:cxn ang="0">
                  <a:pos x="219" y="107"/>
                </a:cxn>
                <a:cxn ang="0">
                  <a:pos x="217" y="116"/>
                </a:cxn>
                <a:cxn ang="0">
                  <a:pos x="209" y="113"/>
                </a:cxn>
                <a:cxn ang="0">
                  <a:pos x="200" y="117"/>
                </a:cxn>
                <a:cxn ang="0">
                  <a:pos x="193" y="119"/>
                </a:cxn>
                <a:cxn ang="0">
                  <a:pos x="188" y="124"/>
                </a:cxn>
                <a:cxn ang="0">
                  <a:pos x="179" y="130"/>
                </a:cxn>
                <a:cxn ang="0">
                  <a:pos x="170" y="139"/>
                </a:cxn>
                <a:cxn ang="0">
                  <a:pos x="160" y="146"/>
                </a:cxn>
                <a:cxn ang="0">
                  <a:pos x="146" y="145"/>
                </a:cxn>
                <a:cxn ang="0">
                  <a:pos x="131" y="144"/>
                </a:cxn>
                <a:cxn ang="0">
                  <a:pos x="117" y="142"/>
                </a:cxn>
                <a:cxn ang="0">
                  <a:pos x="106" y="140"/>
                </a:cxn>
                <a:cxn ang="0">
                  <a:pos x="91" y="144"/>
                </a:cxn>
                <a:cxn ang="0">
                  <a:pos x="78" y="141"/>
                </a:cxn>
                <a:cxn ang="0">
                  <a:pos x="84" y="130"/>
                </a:cxn>
                <a:cxn ang="0">
                  <a:pos x="70" y="130"/>
                </a:cxn>
                <a:cxn ang="0">
                  <a:pos x="57" y="131"/>
                </a:cxn>
                <a:cxn ang="0">
                  <a:pos x="45" y="135"/>
                </a:cxn>
                <a:cxn ang="0">
                  <a:pos x="35" y="122"/>
                </a:cxn>
                <a:cxn ang="0">
                  <a:pos x="20" y="119"/>
                </a:cxn>
                <a:cxn ang="0">
                  <a:pos x="11" y="118"/>
                </a:cxn>
                <a:cxn ang="0">
                  <a:pos x="10" y="111"/>
                </a:cxn>
                <a:cxn ang="0">
                  <a:pos x="8" y="102"/>
                </a:cxn>
                <a:cxn ang="0">
                  <a:pos x="5" y="91"/>
                </a:cxn>
                <a:cxn ang="0">
                  <a:pos x="5" y="80"/>
                </a:cxn>
                <a:cxn ang="0">
                  <a:pos x="1" y="71"/>
                </a:cxn>
                <a:cxn ang="0">
                  <a:pos x="10" y="63"/>
                </a:cxn>
                <a:cxn ang="0">
                  <a:pos x="14" y="57"/>
                </a:cxn>
                <a:cxn ang="0">
                  <a:pos x="15" y="49"/>
                </a:cxn>
                <a:cxn ang="0">
                  <a:pos x="21" y="45"/>
                </a:cxn>
                <a:cxn ang="0">
                  <a:pos x="33" y="50"/>
                </a:cxn>
                <a:cxn ang="0">
                  <a:pos x="38" y="42"/>
                </a:cxn>
                <a:cxn ang="0">
                  <a:pos x="40" y="31"/>
                </a:cxn>
                <a:cxn ang="0">
                  <a:pos x="46" y="16"/>
                </a:cxn>
                <a:cxn ang="0">
                  <a:pos x="52" y="7"/>
                </a:cxn>
                <a:cxn ang="0">
                  <a:pos x="66" y="3"/>
                </a:cxn>
                <a:cxn ang="0">
                  <a:pos x="71" y="6"/>
                </a:cxn>
                <a:cxn ang="0">
                  <a:pos x="81" y="6"/>
                </a:cxn>
                <a:cxn ang="0">
                  <a:pos x="84" y="2"/>
                </a:cxn>
                <a:cxn ang="0">
                  <a:pos x="94" y="3"/>
                </a:cxn>
                <a:cxn ang="0">
                  <a:pos x="98" y="4"/>
                </a:cxn>
                <a:cxn ang="0">
                  <a:pos x="102" y="3"/>
                </a:cxn>
                <a:cxn ang="0">
                  <a:pos x="119" y="3"/>
                </a:cxn>
                <a:cxn ang="0">
                  <a:pos x="115" y="1"/>
                </a:cxn>
                <a:cxn ang="0">
                  <a:pos x="121" y="2"/>
                </a:cxn>
                <a:cxn ang="0">
                  <a:pos x="144" y="5"/>
                </a:cxn>
                <a:cxn ang="0">
                  <a:pos x="166" y="11"/>
                </a:cxn>
                <a:cxn ang="0">
                  <a:pos x="186" y="24"/>
                </a:cxn>
                <a:cxn ang="0">
                  <a:pos x="209" y="40"/>
                </a:cxn>
                <a:cxn ang="0">
                  <a:pos x="221" y="58"/>
                </a:cxn>
                <a:cxn ang="0">
                  <a:pos x="229" y="76"/>
                </a:cxn>
                <a:cxn ang="0">
                  <a:pos x="230" y="95"/>
                </a:cxn>
              </a:cxnLst>
              <a:rect l="0" t="0" r="r" b="b"/>
              <a:pathLst>
                <a:path w="232" h="146">
                  <a:moveTo>
                    <a:pt x="232" y="101"/>
                  </a:moveTo>
                  <a:cubicBezTo>
                    <a:pt x="231" y="101"/>
                    <a:pt x="230" y="102"/>
                    <a:pt x="229" y="102"/>
                  </a:cubicBezTo>
                  <a:cubicBezTo>
                    <a:pt x="229" y="102"/>
                    <a:pt x="227" y="102"/>
                    <a:pt x="226" y="102"/>
                  </a:cubicBezTo>
                  <a:cubicBezTo>
                    <a:pt x="225" y="101"/>
                    <a:pt x="225" y="100"/>
                    <a:pt x="224" y="99"/>
                  </a:cubicBezTo>
                  <a:cubicBezTo>
                    <a:pt x="223" y="99"/>
                    <a:pt x="221" y="98"/>
                    <a:pt x="220" y="98"/>
                  </a:cubicBezTo>
                  <a:cubicBezTo>
                    <a:pt x="219" y="98"/>
                    <a:pt x="218" y="98"/>
                    <a:pt x="217" y="98"/>
                  </a:cubicBezTo>
                  <a:cubicBezTo>
                    <a:pt x="217" y="99"/>
                    <a:pt x="216" y="99"/>
                    <a:pt x="215" y="100"/>
                  </a:cubicBezTo>
                  <a:cubicBezTo>
                    <a:pt x="214" y="100"/>
                    <a:pt x="213" y="101"/>
                    <a:pt x="212" y="101"/>
                  </a:cubicBezTo>
                  <a:cubicBezTo>
                    <a:pt x="212" y="102"/>
                    <a:pt x="212" y="103"/>
                    <a:pt x="213" y="103"/>
                  </a:cubicBezTo>
                  <a:cubicBezTo>
                    <a:pt x="213" y="104"/>
                    <a:pt x="215" y="104"/>
                    <a:pt x="215" y="105"/>
                  </a:cubicBezTo>
                  <a:cubicBezTo>
                    <a:pt x="216" y="105"/>
                    <a:pt x="217" y="107"/>
                    <a:pt x="217" y="107"/>
                  </a:cubicBezTo>
                  <a:cubicBezTo>
                    <a:pt x="218" y="107"/>
                    <a:pt x="219" y="107"/>
                    <a:pt x="219" y="107"/>
                  </a:cubicBezTo>
                  <a:cubicBezTo>
                    <a:pt x="220" y="108"/>
                    <a:pt x="220" y="109"/>
                    <a:pt x="221" y="110"/>
                  </a:cubicBezTo>
                  <a:cubicBezTo>
                    <a:pt x="221" y="111"/>
                    <a:pt x="221" y="112"/>
                    <a:pt x="221" y="113"/>
                  </a:cubicBezTo>
                  <a:cubicBezTo>
                    <a:pt x="220" y="114"/>
                    <a:pt x="220" y="115"/>
                    <a:pt x="220" y="115"/>
                  </a:cubicBezTo>
                  <a:cubicBezTo>
                    <a:pt x="219" y="116"/>
                    <a:pt x="217" y="115"/>
                    <a:pt x="217" y="116"/>
                  </a:cubicBezTo>
                  <a:cubicBezTo>
                    <a:pt x="216" y="116"/>
                    <a:pt x="216" y="117"/>
                    <a:pt x="215" y="117"/>
                  </a:cubicBezTo>
                  <a:cubicBezTo>
                    <a:pt x="214" y="117"/>
                    <a:pt x="213" y="117"/>
                    <a:pt x="213" y="116"/>
                  </a:cubicBezTo>
                  <a:cubicBezTo>
                    <a:pt x="212" y="116"/>
                    <a:pt x="212" y="115"/>
                    <a:pt x="211" y="114"/>
                  </a:cubicBezTo>
                  <a:cubicBezTo>
                    <a:pt x="211" y="114"/>
                    <a:pt x="209" y="113"/>
                    <a:pt x="209" y="113"/>
                  </a:cubicBezTo>
                  <a:cubicBezTo>
                    <a:pt x="208" y="113"/>
                    <a:pt x="207" y="114"/>
                    <a:pt x="207" y="115"/>
                  </a:cubicBezTo>
                  <a:cubicBezTo>
                    <a:pt x="206" y="115"/>
                    <a:pt x="206" y="116"/>
                    <a:pt x="205" y="116"/>
                  </a:cubicBezTo>
                  <a:cubicBezTo>
                    <a:pt x="205" y="116"/>
                    <a:pt x="204" y="117"/>
                    <a:pt x="203" y="117"/>
                  </a:cubicBezTo>
                  <a:cubicBezTo>
                    <a:pt x="203" y="117"/>
                    <a:pt x="201" y="116"/>
                    <a:pt x="200" y="117"/>
                  </a:cubicBezTo>
                  <a:cubicBezTo>
                    <a:pt x="200" y="117"/>
                    <a:pt x="200" y="118"/>
                    <a:pt x="200" y="119"/>
                  </a:cubicBezTo>
                  <a:cubicBezTo>
                    <a:pt x="199" y="119"/>
                    <a:pt x="198" y="120"/>
                    <a:pt x="198" y="120"/>
                  </a:cubicBezTo>
                  <a:cubicBezTo>
                    <a:pt x="197" y="120"/>
                    <a:pt x="196" y="119"/>
                    <a:pt x="196" y="119"/>
                  </a:cubicBezTo>
                  <a:cubicBezTo>
                    <a:pt x="195" y="118"/>
                    <a:pt x="194" y="119"/>
                    <a:pt x="193" y="119"/>
                  </a:cubicBezTo>
                  <a:cubicBezTo>
                    <a:pt x="193" y="119"/>
                    <a:pt x="191" y="119"/>
                    <a:pt x="191" y="119"/>
                  </a:cubicBezTo>
                  <a:cubicBezTo>
                    <a:pt x="190" y="119"/>
                    <a:pt x="189" y="120"/>
                    <a:pt x="189" y="120"/>
                  </a:cubicBezTo>
                  <a:cubicBezTo>
                    <a:pt x="189" y="121"/>
                    <a:pt x="189" y="122"/>
                    <a:pt x="189" y="122"/>
                  </a:cubicBezTo>
                  <a:cubicBezTo>
                    <a:pt x="189" y="123"/>
                    <a:pt x="188" y="124"/>
                    <a:pt x="188" y="124"/>
                  </a:cubicBezTo>
                  <a:cubicBezTo>
                    <a:pt x="187" y="124"/>
                    <a:pt x="186" y="124"/>
                    <a:pt x="186" y="124"/>
                  </a:cubicBezTo>
                  <a:cubicBezTo>
                    <a:pt x="185" y="124"/>
                    <a:pt x="184" y="126"/>
                    <a:pt x="184" y="126"/>
                  </a:cubicBezTo>
                  <a:cubicBezTo>
                    <a:pt x="183" y="127"/>
                    <a:pt x="182" y="127"/>
                    <a:pt x="181" y="127"/>
                  </a:cubicBezTo>
                  <a:cubicBezTo>
                    <a:pt x="181" y="128"/>
                    <a:pt x="179" y="129"/>
                    <a:pt x="179" y="130"/>
                  </a:cubicBezTo>
                  <a:cubicBezTo>
                    <a:pt x="179" y="131"/>
                    <a:pt x="179" y="133"/>
                    <a:pt x="178" y="134"/>
                  </a:cubicBezTo>
                  <a:cubicBezTo>
                    <a:pt x="177" y="135"/>
                    <a:pt x="175" y="135"/>
                    <a:pt x="174" y="136"/>
                  </a:cubicBezTo>
                  <a:cubicBezTo>
                    <a:pt x="174" y="137"/>
                    <a:pt x="173" y="138"/>
                    <a:pt x="172" y="138"/>
                  </a:cubicBezTo>
                  <a:cubicBezTo>
                    <a:pt x="172" y="139"/>
                    <a:pt x="171" y="139"/>
                    <a:pt x="170" y="139"/>
                  </a:cubicBezTo>
                  <a:cubicBezTo>
                    <a:pt x="170" y="139"/>
                    <a:pt x="168" y="140"/>
                    <a:pt x="168" y="140"/>
                  </a:cubicBezTo>
                  <a:cubicBezTo>
                    <a:pt x="167" y="140"/>
                    <a:pt x="166" y="142"/>
                    <a:pt x="165" y="143"/>
                  </a:cubicBezTo>
                  <a:cubicBezTo>
                    <a:pt x="165" y="143"/>
                    <a:pt x="163" y="144"/>
                    <a:pt x="163" y="145"/>
                  </a:cubicBezTo>
                  <a:cubicBezTo>
                    <a:pt x="162" y="145"/>
                    <a:pt x="160" y="146"/>
                    <a:pt x="160" y="146"/>
                  </a:cubicBezTo>
                  <a:cubicBezTo>
                    <a:pt x="159" y="146"/>
                    <a:pt x="157" y="145"/>
                    <a:pt x="157" y="145"/>
                  </a:cubicBezTo>
                  <a:cubicBezTo>
                    <a:pt x="156" y="145"/>
                    <a:pt x="154" y="146"/>
                    <a:pt x="153" y="146"/>
                  </a:cubicBezTo>
                  <a:cubicBezTo>
                    <a:pt x="152" y="146"/>
                    <a:pt x="150" y="145"/>
                    <a:pt x="149" y="145"/>
                  </a:cubicBezTo>
                  <a:cubicBezTo>
                    <a:pt x="148" y="144"/>
                    <a:pt x="147" y="145"/>
                    <a:pt x="146" y="145"/>
                  </a:cubicBezTo>
                  <a:cubicBezTo>
                    <a:pt x="145" y="145"/>
                    <a:pt x="143" y="144"/>
                    <a:pt x="142" y="143"/>
                  </a:cubicBezTo>
                  <a:cubicBezTo>
                    <a:pt x="141" y="143"/>
                    <a:pt x="139" y="144"/>
                    <a:pt x="138" y="144"/>
                  </a:cubicBezTo>
                  <a:cubicBezTo>
                    <a:pt x="138" y="144"/>
                    <a:pt x="136" y="144"/>
                    <a:pt x="135" y="144"/>
                  </a:cubicBezTo>
                  <a:cubicBezTo>
                    <a:pt x="134" y="144"/>
                    <a:pt x="132" y="144"/>
                    <a:pt x="131" y="144"/>
                  </a:cubicBezTo>
                  <a:cubicBezTo>
                    <a:pt x="130" y="143"/>
                    <a:pt x="127" y="144"/>
                    <a:pt x="125" y="144"/>
                  </a:cubicBezTo>
                  <a:cubicBezTo>
                    <a:pt x="125" y="144"/>
                    <a:pt x="124" y="145"/>
                    <a:pt x="123" y="145"/>
                  </a:cubicBezTo>
                  <a:cubicBezTo>
                    <a:pt x="122" y="145"/>
                    <a:pt x="121" y="143"/>
                    <a:pt x="120" y="143"/>
                  </a:cubicBezTo>
                  <a:cubicBezTo>
                    <a:pt x="119" y="143"/>
                    <a:pt x="118" y="142"/>
                    <a:pt x="117" y="142"/>
                  </a:cubicBezTo>
                  <a:cubicBezTo>
                    <a:pt x="117" y="142"/>
                    <a:pt x="115" y="143"/>
                    <a:pt x="114" y="142"/>
                  </a:cubicBezTo>
                  <a:cubicBezTo>
                    <a:pt x="113" y="142"/>
                    <a:pt x="112" y="141"/>
                    <a:pt x="112" y="141"/>
                  </a:cubicBezTo>
                  <a:cubicBezTo>
                    <a:pt x="111" y="141"/>
                    <a:pt x="110" y="142"/>
                    <a:pt x="109" y="142"/>
                  </a:cubicBezTo>
                  <a:cubicBezTo>
                    <a:pt x="108" y="141"/>
                    <a:pt x="107" y="140"/>
                    <a:pt x="106" y="140"/>
                  </a:cubicBezTo>
                  <a:cubicBezTo>
                    <a:pt x="105" y="140"/>
                    <a:pt x="103" y="141"/>
                    <a:pt x="102" y="141"/>
                  </a:cubicBezTo>
                  <a:cubicBezTo>
                    <a:pt x="101" y="141"/>
                    <a:pt x="99" y="143"/>
                    <a:pt x="98" y="143"/>
                  </a:cubicBezTo>
                  <a:cubicBezTo>
                    <a:pt x="98" y="143"/>
                    <a:pt x="97" y="144"/>
                    <a:pt x="96" y="144"/>
                  </a:cubicBezTo>
                  <a:cubicBezTo>
                    <a:pt x="95" y="144"/>
                    <a:pt x="92" y="144"/>
                    <a:pt x="91" y="144"/>
                  </a:cubicBezTo>
                  <a:cubicBezTo>
                    <a:pt x="90" y="145"/>
                    <a:pt x="88" y="145"/>
                    <a:pt x="87" y="145"/>
                  </a:cubicBezTo>
                  <a:cubicBezTo>
                    <a:pt x="86" y="145"/>
                    <a:pt x="84" y="145"/>
                    <a:pt x="84" y="145"/>
                  </a:cubicBezTo>
                  <a:cubicBezTo>
                    <a:pt x="83" y="145"/>
                    <a:pt x="80" y="144"/>
                    <a:pt x="79" y="143"/>
                  </a:cubicBezTo>
                  <a:cubicBezTo>
                    <a:pt x="79" y="143"/>
                    <a:pt x="78" y="142"/>
                    <a:pt x="78" y="141"/>
                  </a:cubicBezTo>
                  <a:cubicBezTo>
                    <a:pt x="78" y="140"/>
                    <a:pt x="79" y="140"/>
                    <a:pt x="79" y="139"/>
                  </a:cubicBezTo>
                  <a:cubicBezTo>
                    <a:pt x="79" y="138"/>
                    <a:pt x="80" y="137"/>
                    <a:pt x="81" y="136"/>
                  </a:cubicBezTo>
                  <a:cubicBezTo>
                    <a:pt x="81" y="135"/>
                    <a:pt x="83" y="134"/>
                    <a:pt x="84" y="133"/>
                  </a:cubicBezTo>
                  <a:cubicBezTo>
                    <a:pt x="84" y="132"/>
                    <a:pt x="84" y="130"/>
                    <a:pt x="84" y="130"/>
                  </a:cubicBezTo>
                  <a:cubicBezTo>
                    <a:pt x="83" y="129"/>
                    <a:pt x="81" y="129"/>
                    <a:pt x="80" y="128"/>
                  </a:cubicBezTo>
                  <a:cubicBezTo>
                    <a:pt x="79" y="128"/>
                    <a:pt x="78" y="127"/>
                    <a:pt x="77" y="127"/>
                  </a:cubicBezTo>
                  <a:cubicBezTo>
                    <a:pt x="76" y="128"/>
                    <a:pt x="74" y="129"/>
                    <a:pt x="73" y="129"/>
                  </a:cubicBezTo>
                  <a:cubicBezTo>
                    <a:pt x="72" y="130"/>
                    <a:pt x="71" y="130"/>
                    <a:pt x="70" y="130"/>
                  </a:cubicBezTo>
                  <a:cubicBezTo>
                    <a:pt x="69" y="130"/>
                    <a:pt x="66" y="129"/>
                    <a:pt x="65" y="129"/>
                  </a:cubicBezTo>
                  <a:cubicBezTo>
                    <a:pt x="64" y="129"/>
                    <a:pt x="62" y="129"/>
                    <a:pt x="61" y="129"/>
                  </a:cubicBezTo>
                  <a:cubicBezTo>
                    <a:pt x="61" y="129"/>
                    <a:pt x="60" y="130"/>
                    <a:pt x="59" y="130"/>
                  </a:cubicBezTo>
                  <a:cubicBezTo>
                    <a:pt x="59" y="130"/>
                    <a:pt x="57" y="131"/>
                    <a:pt x="57" y="131"/>
                  </a:cubicBezTo>
                  <a:cubicBezTo>
                    <a:pt x="56" y="132"/>
                    <a:pt x="53" y="131"/>
                    <a:pt x="52" y="131"/>
                  </a:cubicBezTo>
                  <a:cubicBezTo>
                    <a:pt x="52" y="132"/>
                    <a:pt x="51" y="133"/>
                    <a:pt x="50" y="133"/>
                  </a:cubicBezTo>
                  <a:cubicBezTo>
                    <a:pt x="49" y="134"/>
                    <a:pt x="46" y="134"/>
                    <a:pt x="45" y="135"/>
                  </a:cubicBezTo>
                  <a:cubicBezTo>
                    <a:pt x="45" y="135"/>
                    <a:pt x="45" y="135"/>
                    <a:pt x="45" y="135"/>
                  </a:cubicBezTo>
                  <a:cubicBezTo>
                    <a:pt x="44" y="134"/>
                    <a:pt x="44" y="132"/>
                    <a:pt x="43" y="132"/>
                  </a:cubicBezTo>
                  <a:cubicBezTo>
                    <a:pt x="43" y="131"/>
                    <a:pt x="42" y="129"/>
                    <a:pt x="41" y="129"/>
                  </a:cubicBezTo>
                  <a:cubicBezTo>
                    <a:pt x="41" y="128"/>
                    <a:pt x="39" y="126"/>
                    <a:pt x="39" y="125"/>
                  </a:cubicBezTo>
                  <a:cubicBezTo>
                    <a:pt x="38" y="125"/>
                    <a:pt x="36" y="123"/>
                    <a:pt x="35" y="122"/>
                  </a:cubicBezTo>
                  <a:cubicBezTo>
                    <a:pt x="34" y="122"/>
                    <a:pt x="32" y="121"/>
                    <a:pt x="32" y="120"/>
                  </a:cubicBezTo>
                  <a:cubicBezTo>
                    <a:pt x="31" y="120"/>
                    <a:pt x="29" y="118"/>
                    <a:pt x="28" y="118"/>
                  </a:cubicBezTo>
                  <a:cubicBezTo>
                    <a:pt x="27" y="118"/>
                    <a:pt x="25" y="118"/>
                    <a:pt x="24" y="118"/>
                  </a:cubicBezTo>
                  <a:cubicBezTo>
                    <a:pt x="23" y="118"/>
                    <a:pt x="21" y="119"/>
                    <a:pt x="20" y="119"/>
                  </a:cubicBezTo>
                  <a:cubicBezTo>
                    <a:pt x="19" y="120"/>
                    <a:pt x="18" y="121"/>
                    <a:pt x="17" y="121"/>
                  </a:cubicBezTo>
                  <a:cubicBezTo>
                    <a:pt x="17" y="121"/>
                    <a:pt x="16" y="120"/>
                    <a:pt x="15" y="120"/>
                  </a:cubicBezTo>
                  <a:cubicBezTo>
                    <a:pt x="15" y="120"/>
                    <a:pt x="14" y="119"/>
                    <a:pt x="13" y="119"/>
                  </a:cubicBezTo>
                  <a:cubicBezTo>
                    <a:pt x="12" y="119"/>
                    <a:pt x="11" y="119"/>
                    <a:pt x="11" y="118"/>
                  </a:cubicBezTo>
                  <a:cubicBezTo>
                    <a:pt x="11" y="117"/>
                    <a:pt x="13" y="117"/>
                    <a:pt x="14" y="117"/>
                  </a:cubicBezTo>
                  <a:cubicBezTo>
                    <a:pt x="14" y="116"/>
                    <a:pt x="13" y="115"/>
                    <a:pt x="12" y="114"/>
                  </a:cubicBezTo>
                  <a:cubicBezTo>
                    <a:pt x="12" y="114"/>
                    <a:pt x="11" y="114"/>
                    <a:pt x="10" y="113"/>
                  </a:cubicBezTo>
                  <a:cubicBezTo>
                    <a:pt x="10" y="113"/>
                    <a:pt x="11" y="112"/>
                    <a:pt x="10" y="111"/>
                  </a:cubicBezTo>
                  <a:cubicBezTo>
                    <a:pt x="10" y="110"/>
                    <a:pt x="9" y="109"/>
                    <a:pt x="9" y="109"/>
                  </a:cubicBezTo>
                  <a:cubicBezTo>
                    <a:pt x="9" y="108"/>
                    <a:pt x="10" y="108"/>
                    <a:pt x="10" y="107"/>
                  </a:cubicBezTo>
                  <a:cubicBezTo>
                    <a:pt x="10" y="107"/>
                    <a:pt x="11" y="106"/>
                    <a:pt x="11" y="105"/>
                  </a:cubicBezTo>
                  <a:cubicBezTo>
                    <a:pt x="11" y="104"/>
                    <a:pt x="9" y="103"/>
                    <a:pt x="8" y="102"/>
                  </a:cubicBezTo>
                  <a:cubicBezTo>
                    <a:pt x="8" y="102"/>
                    <a:pt x="7" y="100"/>
                    <a:pt x="7" y="100"/>
                  </a:cubicBezTo>
                  <a:cubicBezTo>
                    <a:pt x="7" y="99"/>
                    <a:pt x="7" y="98"/>
                    <a:pt x="8" y="97"/>
                  </a:cubicBezTo>
                  <a:cubicBezTo>
                    <a:pt x="8" y="97"/>
                    <a:pt x="8" y="95"/>
                    <a:pt x="8" y="94"/>
                  </a:cubicBezTo>
                  <a:cubicBezTo>
                    <a:pt x="7" y="93"/>
                    <a:pt x="6" y="92"/>
                    <a:pt x="5" y="91"/>
                  </a:cubicBezTo>
                  <a:cubicBezTo>
                    <a:pt x="5" y="90"/>
                    <a:pt x="4" y="89"/>
                    <a:pt x="4" y="88"/>
                  </a:cubicBezTo>
                  <a:cubicBezTo>
                    <a:pt x="4" y="87"/>
                    <a:pt x="5" y="86"/>
                    <a:pt x="5" y="86"/>
                  </a:cubicBezTo>
                  <a:cubicBezTo>
                    <a:pt x="5" y="85"/>
                    <a:pt x="6" y="83"/>
                    <a:pt x="5" y="82"/>
                  </a:cubicBezTo>
                  <a:cubicBezTo>
                    <a:pt x="5" y="82"/>
                    <a:pt x="5" y="81"/>
                    <a:pt x="5" y="80"/>
                  </a:cubicBezTo>
                  <a:cubicBezTo>
                    <a:pt x="4" y="80"/>
                    <a:pt x="3" y="81"/>
                    <a:pt x="3" y="81"/>
                  </a:cubicBezTo>
                  <a:cubicBezTo>
                    <a:pt x="2" y="81"/>
                    <a:pt x="1" y="81"/>
                    <a:pt x="1" y="80"/>
                  </a:cubicBezTo>
                  <a:cubicBezTo>
                    <a:pt x="0" y="79"/>
                    <a:pt x="0" y="77"/>
                    <a:pt x="0" y="76"/>
                  </a:cubicBezTo>
                  <a:cubicBezTo>
                    <a:pt x="0" y="75"/>
                    <a:pt x="0" y="72"/>
                    <a:pt x="1" y="71"/>
                  </a:cubicBezTo>
                  <a:cubicBezTo>
                    <a:pt x="1" y="70"/>
                    <a:pt x="3" y="69"/>
                    <a:pt x="3" y="68"/>
                  </a:cubicBezTo>
                  <a:cubicBezTo>
                    <a:pt x="3" y="68"/>
                    <a:pt x="4" y="67"/>
                    <a:pt x="4" y="66"/>
                  </a:cubicBezTo>
                  <a:cubicBezTo>
                    <a:pt x="4" y="66"/>
                    <a:pt x="5" y="66"/>
                    <a:pt x="6" y="66"/>
                  </a:cubicBezTo>
                  <a:cubicBezTo>
                    <a:pt x="7" y="65"/>
                    <a:pt x="9" y="64"/>
                    <a:pt x="10" y="63"/>
                  </a:cubicBezTo>
                  <a:cubicBezTo>
                    <a:pt x="10" y="63"/>
                    <a:pt x="10" y="62"/>
                    <a:pt x="10" y="62"/>
                  </a:cubicBezTo>
                  <a:cubicBezTo>
                    <a:pt x="10" y="62"/>
                    <a:pt x="11" y="61"/>
                    <a:pt x="12" y="61"/>
                  </a:cubicBezTo>
                  <a:cubicBezTo>
                    <a:pt x="12" y="60"/>
                    <a:pt x="14" y="60"/>
                    <a:pt x="14" y="59"/>
                  </a:cubicBezTo>
                  <a:cubicBezTo>
                    <a:pt x="14" y="59"/>
                    <a:pt x="14" y="57"/>
                    <a:pt x="14" y="57"/>
                  </a:cubicBezTo>
                  <a:cubicBezTo>
                    <a:pt x="14" y="56"/>
                    <a:pt x="13" y="56"/>
                    <a:pt x="13" y="55"/>
                  </a:cubicBezTo>
                  <a:cubicBezTo>
                    <a:pt x="13" y="54"/>
                    <a:pt x="12" y="53"/>
                    <a:pt x="13" y="53"/>
                  </a:cubicBezTo>
                  <a:cubicBezTo>
                    <a:pt x="13" y="52"/>
                    <a:pt x="14" y="52"/>
                    <a:pt x="14" y="51"/>
                  </a:cubicBezTo>
                  <a:cubicBezTo>
                    <a:pt x="14" y="51"/>
                    <a:pt x="15" y="50"/>
                    <a:pt x="15" y="49"/>
                  </a:cubicBezTo>
                  <a:cubicBezTo>
                    <a:pt x="15" y="49"/>
                    <a:pt x="15" y="49"/>
                    <a:pt x="15" y="48"/>
                  </a:cubicBezTo>
                  <a:cubicBezTo>
                    <a:pt x="16" y="48"/>
                    <a:pt x="16" y="48"/>
                    <a:pt x="17" y="48"/>
                  </a:cubicBezTo>
                  <a:cubicBezTo>
                    <a:pt x="17" y="48"/>
                    <a:pt x="19" y="47"/>
                    <a:pt x="19" y="47"/>
                  </a:cubicBezTo>
                  <a:cubicBezTo>
                    <a:pt x="20" y="47"/>
                    <a:pt x="21" y="46"/>
                    <a:pt x="21" y="45"/>
                  </a:cubicBezTo>
                  <a:cubicBezTo>
                    <a:pt x="22" y="45"/>
                    <a:pt x="23" y="46"/>
                    <a:pt x="24" y="46"/>
                  </a:cubicBezTo>
                  <a:cubicBezTo>
                    <a:pt x="25" y="46"/>
                    <a:pt x="26" y="48"/>
                    <a:pt x="27" y="48"/>
                  </a:cubicBezTo>
                  <a:cubicBezTo>
                    <a:pt x="28" y="48"/>
                    <a:pt x="30" y="50"/>
                    <a:pt x="31" y="50"/>
                  </a:cubicBezTo>
                  <a:cubicBezTo>
                    <a:pt x="31" y="50"/>
                    <a:pt x="33" y="50"/>
                    <a:pt x="33" y="50"/>
                  </a:cubicBezTo>
                  <a:cubicBezTo>
                    <a:pt x="33" y="49"/>
                    <a:pt x="33" y="48"/>
                    <a:pt x="33" y="48"/>
                  </a:cubicBezTo>
                  <a:cubicBezTo>
                    <a:pt x="33" y="48"/>
                    <a:pt x="33" y="47"/>
                    <a:pt x="33" y="46"/>
                  </a:cubicBezTo>
                  <a:cubicBezTo>
                    <a:pt x="33" y="46"/>
                    <a:pt x="34" y="45"/>
                    <a:pt x="34" y="45"/>
                  </a:cubicBezTo>
                  <a:cubicBezTo>
                    <a:pt x="35" y="44"/>
                    <a:pt x="37" y="43"/>
                    <a:pt x="38" y="42"/>
                  </a:cubicBezTo>
                  <a:cubicBezTo>
                    <a:pt x="39" y="42"/>
                    <a:pt x="40" y="41"/>
                    <a:pt x="41" y="40"/>
                  </a:cubicBezTo>
                  <a:cubicBezTo>
                    <a:pt x="41" y="39"/>
                    <a:pt x="41" y="38"/>
                    <a:pt x="41" y="37"/>
                  </a:cubicBezTo>
                  <a:cubicBezTo>
                    <a:pt x="41" y="36"/>
                    <a:pt x="40" y="34"/>
                    <a:pt x="40" y="34"/>
                  </a:cubicBezTo>
                  <a:cubicBezTo>
                    <a:pt x="40" y="33"/>
                    <a:pt x="40" y="31"/>
                    <a:pt x="40" y="31"/>
                  </a:cubicBezTo>
                  <a:cubicBezTo>
                    <a:pt x="40" y="30"/>
                    <a:pt x="41" y="29"/>
                    <a:pt x="41" y="28"/>
                  </a:cubicBezTo>
                  <a:cubicBezTo>
                    <a:pt x="42" y="27"/>
                    <a:pt x="43" y="26"/>
                    <a:pt x="44" y="25"/>
                  </a:cubicBezTo>
                  <a:cubicBezTo>
                    <a:pt x="44" y="23"/>
                    <a:pt x="45" y="21"/>
                    <a:pt x="46" y="20"/>
                  </a:cubicBezTo>
                  <a:cubicBezTo>
                    <a:pt x="46" y="19"/>
                    <a:pt x="46" y="17"/>
                    <a:pt x="46" y="16"/>
                  </a:cubicBezTo>
                  <a:cubicBezTo>
                    <a:pt x="46" y="16"/>
                    <a:pt x="46" y="14"/>
                    <a:pt x="46" y="14"/>
                  </a:cubicBezTo>
                  <a:cubicBezTo>
                    <a:pt x="46" y="13"/>
                    <a:pt x="47" y="12"/>
                    <a:pt x="47" y="12"/>
                  </a:cubicBezTo>
                  <a:cubicBezTo>
                    <a:pt x="48" y="11"/>
                    <a:pt x="49" y="10"/>
                    <a:pt x="49" y="10"/>
                  </a:cubicBezTo>
                  <a:cubicBezTo>
                    <a:pt x="50" y="9"/>
                    <a:pt x="51" y="8"/>
                    <a:pt x="52" y="7"/>
                  </a:cubicBezTo>
                  <a:cubicBezTo>
                    <a:pt x="52" y="7"/>
                    <a:pt x="53" y="6"/>
                    <a:pt x="53" y="5"/>
                  </a:cubicBezTo>
                  <a:cubicBezTo>
                    <a:pt x="54" y="5"/>
                    <a:pt x="55" y="5"/>
                    <a:pt x="56" y="5"/>
                  </a:cubicBezTo>
                  <a:cubicBezTo>
                    <a:pt x="58" y="5"/>
                    <a:pt x="61" y="5"/>
                    <a:pt x="62" y="5"/>
                  </a:cubicBezTo>
                  <a:cubicBezTo>
                    <a:pt x="63" y="4"/>
                    <a:pt x="65" y="3"/>
                    <a:pt x="66" y="3"/>
                  </a:cubicBezTo>
                  <a:cubicBezTo>
                    <a:pt x="67" y="3"/>
                    <a:pt x="69" y="3"/>
                    <a:pt x="70" y="3"/>
                  </a:cubicBezTo>
                  <a:cubicBezTo>
                    <a:pt x="70" y="4"/>
                    <a:pt x="71" y="4"/>
                    <a:pt x="71" y="4"/>
                  </a:cubicBezTo>
                  <a:cubicBezTo>
                    <a:pt x="71" y="5"/>
                    <a:pt x="70" y="5"/>
                    <a:pt x="70" y="5"/>
                  </a:cubicBezTo>
                  <a:cubicBezTo>
                    <a:pt x="70" y="6"/>
                    <a:pt x="71" y="6"/>
                    <a:pt x="71" y="6"/>
                  </a:cubicBezTo>
                  <a:cubicBezTo>
                    <a:pt x="71" y="6"/>
                    <a:pt x="72" y="5"/>
                    <a:pt x="72" y="5"/>
                  </a:cubicBezTo>
                  <a:cubicBezTo>
                    <a:pt x="73" y="5"/>
                    <a:pt x="74" y="4"/>
                    <a:pt x="74" y="4"/>
                  </a:cubicBezTo>
                  <a:cubicBezTo>
                    <a:pt x="75" y="4"/>
                    <a:pt x="77" y="4"/>
                    <a:pt x="78" y="4"/>
                  </a:cubicBezTo>
                  <a:cubicBezTo>
                    <a:pt x="79" y="5"/>
                    <a:pt x="80" y="6"/>
                    <a:pt x="81" y="6"/>
                  </a:cubicBezTo>
                  <a:cubicBezTo>
                    <a:pt x="81" y="6"/>
                    <a:pt x="83" y="7"/>
                    <a:pt x="83" y="6"/>
                  </a:cubicBezTo>
                  <a:cubicBezTo>
                    <a:pt x="83" y="6"/>
                    <a:pt x="84" y="5"/>
                    <a:pt x="84" y="5"/>
                  </a:cubicBezTo>
                  <a:cubicBezTo>
                    <a:pt x="84" y="4"/>
                    <a:pt x="83" y="3"/>
                    <a:pt x="83" y="3"/>
                  </a:cubicBezTo>
                  <a:cubicBezTo>
                    <a:pt x="83" y="3"/>
                    <a:pt x="83" y="2"/>
                    <a:pt x="84" y="2"/>
                  </a:cubicBezTo>
                  <a:cubicBezTo>
                    <a:pt x="84" y="2"/>
                    <a:pt x="85" y="3"/>
                    <a:pt x="85" y="3"/>
                  </a:cubicBezTo>
                  <a:cubicBezTo>
                    <a:pt x="86" y="4"/>
                    <a:pt x="88" y="3"/>
                    <a:pt x="88" y="3"/>
                  </a:cubicBezTo>
                  <a:cubicBezTo>
                    <a:pt x="89" y="3"/>
                    <a:pt x="91" y="3"/>
                    <a:pt x="91" y="3"/>
                  </a:cubicBezTo>
                  <a:cubicBezTo>
                    <a:pt x="92" y="3"/>
                    <a:pt x="94" y="2"/>
                    <a:pt x="94" y="3"/>
                  </a:cubicBezTo>
                  <a:cubicBezTo>
                    <a:pt x="95" y="3"/>
                    <a:pt x="95" y="4"/>
                    <a:pt x="96" y="4"/>
                  </a:cubicBezTo>
                  <a:cubicBezTo>
                    <a:pt x="96" y="4"/>
                    <a:pt x="96" y="5"/>
                    <a:pt x="97" y="5"/>
                  </a:cubicBezTo>
                  <a:cubicBezTo>
                    <a:pt x="97" y="5"/>
                    <a:pt x="97" y="5"/>
                    <a:pt x="98" y="5"/>
                  </a:cubicBezTo>
                  <a:cubicBezTo>
                    <a:pt x="98" y="5"/>
                    <a:pt x="98" y="4"/>
                    <a:pt x="98" y="4"/>
                  </a:cubicBezTo>
                  <a:cubicBezTo>
                    <a:pt x="98" y="4"/>
                    <a:pt x="98" y="3"/>
                    <a:pt x="98" y="3"/>
                  </a:cubicBezTo>
                  <a:cubicBezTo>
                    <a:pt x="98" y="3"/>
                    <a:pt x="98" y="2"/>
                    <a:pt x="99" y="2"/>
                  </a:cubicBezTo>
                  <a:cubicBezTo>
                    <a:pt x="99" y="2"/>
                    <a:pt x="100" y="2"/>
                    <a:pt x="100" y="3"/>
                  </a:cubicBezTo>
                  <a:cubicBezTo>
                    <a:pt x="101" y="3"/>
                    <a:pt x="101" y="3"/>
                    <a:pt x="102" y="3"/>
                  </a:cubicBezTo>
                  <a:cubicBezTo>
                    <a:pt x="102" y="3"/>
                    <a:pt x="104" y="3"/>
                    <a:pt x="105" y="3"/>
                  </a:cubicBezTo>
                  <a:cubicBezTo>
                    <a:pt x="106" y="4"/>
                    <a:pt x="110" y="3"/>
                    <a:pt x="112" y="3"/>
                  </a:cubicBezTo>
                  <a:cubicBezTo>
                    <a:pt x="113" y="3"/>
                    <a:pt x="115" y="3"/>
                    <a:pt x="116" y="3"/>
                  </a:cubicBezTo>
                  <a:cubicBezTo>
                    <a:pt x="117" y="3"/>
                    <a:pt x="118" y="3"/>
                    <a:pt x="119" y="3"/>
                  </a:cubicBezTo>
                  <a:cubicBezTo>
                    <a:pt x="119" y="3"/>
                    <a:pt x="120" y="3"/>
                    <a:pt x="120" y="3"/>
                  </a:cubicBezTo>
                  <a:cubicBezTo>
                    <a:pt x="120" y="2"/>
                    <a:pt x="118" y="2"/>
                    <a:pt x="117" y="2"/>
                  </a:cubicBezTo>
                  <a:cubicBezTo>
                    <a:pt x="117" y="2"/>
                    <a:pt x="116" y="2"/>
                    <a:pt x="115" y="2"/>
                  </a:cubicBezTo>
                  <a:cubicBezTo>
                    <a:pt x="115" y="2"/>
                    <a:pt x="115" y="2"/>
                    <a:pt x="115" y="1"/>
                  </a:cubicBezTo>
                  <a:cubicBezTo>
                    <a:pt x="114" y="1"/>
                    <a:pt x="114" y="1"/>
                    <a:pt x="114" y="1"/>
                  </a:cubicBezTo>
                  <a:cubicBezTo>
                    <a:pt x="115" y="0"/>
                    <a:pt x="115" y="0"/>
                    <a:pt x="116" y="0"/>
                  </a:cubicBezTo>
                  <a:cubicBezTo>
                    <a:pt x="116" y="0"/>
                    <a:pt x="117" y="1"/>
                    <a:pt x="118" y="1"/>
                  </a:cubicBezTo>
                  <a:cubicBezTo>
                    <a:pt x="119" y="1"/>
                    <a:pt x="120" y="1"/>
                    <a:pt x="121" y="2"/>
                  </a:cubicBezTo>
                  <a:cubicBezTo>
                    <a:pt x="123" y="2"/>
                    <a:pt x="125" y="3"/>
                    <a:pt x="127" y="3"/>
                  </a:cubicBezTo>
                  <a:cubicBezTo>
                    <a:pt x="128" y="4"/>
                    <a:pt x="131" y="4"/>
                    <a:pt x="132" y="5"/>
                  </a:cubicBezTo>
                  <a:cubicBezTo>
                    <a:pt x="133" y="5"/>
                    <a:pt x="136" y="5"/>
                    <a:pt x="137" y="5"/>
                  </a:cubicBezTo>
                  <a:cubicBezTo>
                    <a:pt x="139" y="5"/>
                    <a:pt x="142" y="5"/>
                    <a:pt x="144" y="5"/>
                  </a:cubicBezTo>
                  <a:cubicBezTo>
                    <a:pt x="145" y="5"/>
                    <a:pt x="148" y="5"/>
                    <a:pt x="149" y="6"/>
                  </a:cubicBezTo>
                  <a:cubicBezTo>
                    <a:pt x="150" y="6"/>
                    <a:pt x="153" y="6"/>
                    <a:pt x="155" y="6"/>
                  </a:cubicBezTo>
                  <a:cubicBezTo>
                    <a:pt x="156" y="7"/>
                    <a:pt x="159" y="7"/>
                    <a:pt x="160" y="8"/>
                  </a:cubicBezTo>
                  <a:cubicBezTo>
                    <a:pt x="162" y="8"/>
                    <a:pt x="165" y="10"/>
                    <a:pt x="166" y="11"/>
                  </a:cubicBezTo>
                  <a:cubicBezTo>
                    <a:pt x="167" y="11"/>
                    <a:pt x="169" y="13"/>
                    <a:pt x="170" y="13"/>
                  </a:cubicBezTo>
                  <a:cubicBezTo>
                    <a:pt x="171" y="14"/>
                    <a:pt x="174" y="16"/>
                    <a:pt x="175" y="16"/>
                  </a:cubicBezTo>
                  <a:cubicBezTo>
                    <a:pt x="176" y="17"/>
                    <a:pt x="178" y="18"/>
                    <a:pt x="179" y="19"/>
                  </a:cubicBezTo>
                  <a:cubicBezTo>
                    <a:pt x="181" y="20"/>
                    <a:pt x="184" y="23"/>
                    <a:pt x="186" y="24"/>
                  </a:cubicBezTo>
                  <a:cubicBezTo>
                    <a:pt x="188" y="25"/>
                    <a:pt x="192" y="27"/>
                    <a:pt x="193" y="29"/>
                  </a:cubicBezTo>
                  <a:cubicBezTo>
                    <a:pt x="196" y="30"/>
                    <a:pt x="200" y="33"/>
                    <a:pt x="202" y="34"/>
                  </a:cubicBezTo>
                  <a:cubicBezTo>
                    <a:pt x="203" y="35"/>
                    <a:pt x="205" y="36"/>
                    <a:pt x="206" y="37"/>
                  </a:cubicBezTo>
                  <a:cubicBezTo>
                    <a:pt x="207" y="38"/>
                    <a:pt x="208" y="39"/>
                    <a:pt x="209" y="40"/>
                  </a:cubicBezTo>
                  <a:cubicBezTo>
                    <a:pt x="210" y="41"/>
                    <a:pt x="212" y="43"/>
                    <a:pt x="213" y="44"/>
                  </a:cubicBezTo>
                  <a:cubicBezTo>
                    <a:pt x="214" y="45"/>
                    <a:pt x="216" y="47"/>
                    <a:pt x="217" y="49"/>
                  </a:cubicBezTo>
                  <a:cubicBezTo>
                    <a:pt x="217" y="50"/>
                    <a:pt x="219" y="52"/>
                    <a:pt x="219" y="53"/>
                  </a:cubicBezTo>
                  <a:cubicBezTo>
                    <a:pt x="220" y="54"/>
                    <a:pt x="221" y="57"/>
                    <a:pt x="221" y="58"/>
                  </a:cubicBezTo>
                  <a:cubicBezTo>
                    <a:pt x="222" y="60"/>
                    <a:pt x="223" y="62"/>
                    <a:pt x="223" y="64"/>
                  </a:cubicBezTo>
                  <a:cubicBezTo>
                    <a:pt x="224" y="65"/>
                    <a:pt x="226" y="68"/>
                    <a:pt x="227" y="69"/>
                  </a:cubicBezTo>
                  <a:cubicBezTo>
                    <a:pt x="227" y="70"/>
                    <a:pt x="227" y="71"/>
                    <a:pt x="227" y="71"/>
                  </a:cubicBezTo>
                  <a:cubicBezTo>
                    <a:pt x="228" y="73"/>
                    <a:pt x="229" y="75"/>
                    <a:pt x="229" y="76"/>
                  </a:cubicBezTo>
                  <a:cubicBezTo>
                    <a:pt x="229" y="77"/>
                    <a:pt x="229" y="80"/>
                    <a:pt x="229" y="81"/>
                  </a:cubicBezTo>
                  <a:cubicBezTo>
                    <a:pt x="229" y="82"/>
                    <a:pt x="229" y="84"/>
                    <a:pt x="229" y="85"/>
                  </a:cubicBezTo>
                  <a:cubicBezTo>
                    <a:pt x="229" y="87"/>
                    <a:pt x="228" y="89"/>
                    <a:pt x="229" y="90"/>
                  </a:cubicBezTo>
                  <a:cubicBezTo>
                    <a:pt x="229" y="92"/>
                    <a:pt x="230" y="94"/>
                    <a:pt x="230" y="95"/>
                  </a:cubicBezTo>
                  <a:cubicBezTo>
                    <a:pt x="230" y="96"/>
                    <a:pt x="231" y="99"/>
                    <a:pt x="232" y="10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90"/>
            <p:cNvSpPr>
              <a:spLocks/>
            </p:cNvSpPr>
            <p:nvPr/>
          </p:nvSpPr>
          <p:spPr bwMode="auto">
            <a:xfrm>
              <a:off x="2346326" y="3011488"/>
              <a:ext cx="322263" cy="434975"/>
            </a:xfrm>
            <a:custGeom>
              <a:avLst/>
              <a:gdLst/>
              <a:ahLst/>
              <a:cxnLst>
                <a:cxn ang="0">
                  <a:pos x="13" y="143"/>
                </a:cxn>
                <a:cxn ang="0">
                  <a:pos x="20" y="128"/>
                </a:cxn>
                <a:cxn ang="0">
                  <a:pos x="17" y="119"/>
                </a:cxn>
                <a:cxn ang="0">
                  <a:pos x="17" y="109"/>
                </a:cxn>
                <a:cxn ang="0">
                  <a:pos x="12" y="103"/>
                </a:cxn>
                <a:cxn ang="0">
                  <a:pos x="21" y="98"/>
                </a:cxn>
                <a:cxn ang="0">
                  <a:pos x="26" y="87"/>
                </a:cxn>
                <a:cxn ang="0">
                  <a:pos x="16" y="87"/>
                </a:cxn>
                <a:cxn ang="0">
                  <a:pos x="10" y="82"/>
                </a:cxn>
                <a:cxn ang="0">
                  <a:pos x="10" y="71"/>
                </a:cxn>
                <a:cxn ang="0">
                  <a:pos x="6" y="61"/>
                </a:cxn>
                <a:cxn ang="0">
                  <a:pos x="0" y="48"/>
                </a:cxn>
                <a:cxn ang="0">
                  <a:pos x="7" y="37"/>
                </a:cxn>
                <a:cxn ang="0">
                  <a:pos x="10" y="25"/>
                </a:cxn>
                <a:cxn ang="0">
                  <a:pos x="24" y="28"/>
                </a:cxn>
                <a:cxn ang="0">
                  <a:pos x="25" y="39"/>
                </a:cxn>
                <a:cxn ang="0">
                  <a:pos x="48" y="36"/>
                </a:cxn>
                <a:cxn ang="0">
                  <a:pos x="49" y="25"/>
                </a:cxn>
                <a:cxn ang="0">
                  <a:pos x="57" y="20"/>
                </a:cxn>
                <a:cxn ang="0">
                  <a:pos x="52" y="17"/>
                </a:cxn>
                <a:cxn ang="0">
                  <a:pos x="65" y="12"/>
                </a:cxn>
                <a:cxn ang="0">
                  <a:pos x="69" y="0"/>
                </a:cxn>
                <a:cxn ang="0">
                  <a:pos x="78" y="6"/>
                </a:cxn>
                <a:cxn ang="0">
                  <a:pos x="83" y="13"/>
                </a:cxn>
                <a:cxn ang="0">
                  <a:pos x="80" y="27"/>
                </a:cxn>
                <a:cxn ang="0">
                  <a:pos x="94" y="34"/>
                </a:cxn>
                <a:cxn ang="0">
                  <a:pos x="100" y="33"/>
                </a:cxn>
                <a:cxn ang="0">
                  <a:pos x="105" y="18"/>
                </a:cxn>
                <a:cxn ang="0">
                  <a:pos x="119" y="22"/>
                </a:cxn>
                <a:cxn ang="0">
                  <a:pos x="128" y="27"/>
                </a:cxn>
                <a:cxn ang="0">
                  <a:pos x="132" y="22"/>
                </a:cxn>
                <a:cxn ang="0">
                  <a:pos x="137" y="30"/>
                </a:cxn>
                <a:cxn ang="0">
                  <a:pos x="141" y="41"/>
                </a:cxn>
                <a:cxn ang="0">
                  <a:pos x="152" y="59"/>
                </a:cxn>
                <a:cxn ang="0">
                  <a:pos x="171" y="95"/>
                </a:cxn>
                <a:cxn ang="0">
                  <a:pos x="165" y="116"/>
                </a:cxn>
                <a:cxn ang="0">
                  <a:pos x="147" y="135"/>
                </a:cxn>
                <a:cxn ang="0">
                  <a:pos x="127" y="154"/>
                </a:cxn>
                <a:cxn ang="0">
                  <a:pos x="127" y="155"/>
                </a:cxn>
                <a:cxn ang="0">
                  <a:pos x="125" y="160"/>
                </a:cxn>
                <a:cxn ang="0">
                  <a:pos x="119" y="171"/>
                </a:cxn>
                <a:cxn ang="0">
                  <a:pos x="129" y="168"/>
                </a:cxn>
                <a:cxn ang="0">
                  <a:pos x="151" y="182"/>
                </a:cxn>
                <a:cxn ang="0">
                  <a:pos x="158" y="192"/>
                </a:cxn>
                <a:cxn ang="0">
                  <a:pos x="155" y="202"/>
                </a:cxn>
                <a:cxn ang="0">
                  <a:pos x="144" y="204"/>
                </a:cxn>
                <a:cxn ang="0">
                  <a:pos x="133" y="215"/>
                </a:cxn>
                <a:cxn ang="0">
                  <a:pos x="117" y="223"/>
                </a:cxn>
                <a:cxn ang="0">
                  <a:pos x="102" y="223"/>
                </a:cxn>
                <a:cxn ang="0">
                  <a:pos x="83" y="224"/>
                </a:cxn>
                <a:cxn ang="0">
                  <a:pos x="66" y="229"/>
                </a:cxn>
                <a:cxn ang="0">
                  <a:pos x="52" y="229"/>
                </a:cxn>
                <a:cxn ang="0">
                  <a:pos x="65" y="219"/>
                </a:cxn>
                <a:cxn ang="0">
                  <a:pos x="48" y="212"/>
                </a:cxn>
                <a:cxn ang="0">
                  <a:pos x="31" y="204"/>
                </a:cxn>
                <a:cxn ang="0">
                  <a:pos x="26" y="190"/>
                </a:cxn>
                <a:cxn ang="0">
                  <a:pos x="15" y="173"/>
                </a:cxn>
                <a:cxn ang="0">
                  <a:pos x="15" y="160"/>
                </a:cxn>
              </a:cxnLst>
              <a:rect l="0" t="0" r="r" b="b"/>
              <a:pathLst>
                <a:path w="171" h="231">
                  <a:moveTo>
                    <a:pt x="11" y="153"/>
                  </a:moveTo>
                  <a:cubicBezTo>
                    <a:pt x="11" y="153"/>
                    <a:pt x="11" y="153"/>
                    <a:pt x="11" y="153"/>
                  </a:cubicBezTo>
                  <a:cubicBezTo>
                    <a:pt x="10" y="153"/>
                    <a:pt x="8" y="151"/>
                    <a:pt x="8" y="150"/>
                  </a:cubicBezTo>
                  <a:cubicBezTo>
                    <a:pt x="8" y="150"/>
                    <a:pt x="8" y="148"/>
                    <a:pt x="8" y="147"/>
                  </a:cubicBezTo>
                  <a:cubicBezTo>
                    <a:pt x="8" y="146"/>
                    <a:pt x="10" y="144"/>
                    <a:pt x="11" y="144"/>
                  </a:cubicBezTo>
                  <a:cubicBezTo>
                    <a:pt x="11" y="143"/>
                    <a:pt x="13" y="143"/>
                    <a:pt x="13" y="143"/>
                  </a:cubicBezTo>
                  <a:cubicBezTo>
                    <a:pt x="13" y="142"/>
                    <a:pt x="13" y="141"/>
                    <a:pt x="13" y="140"/>
                  </a:cubicBezTo>
                  <a:cubicBezTo>
                    <a:pt x="13" y="139"/>
                    <a:pt x="14" y="138"/>
                    <a:pt x="14" y="138"/>
                  </a:cubicBezTo>
                  <a:cubicBezTo>
                    <a:pt x="15" y="137"/>
                    <a:pt x="18" y="136"/>
                    <a:pt x="18" y="135"/>
                  </a:cubicBezTo>
                  <a:cubicBezTo>
                    <a:pt x="19" y="135"/>
                    <a:pt x="20" y="133"/>
                    <a:pt x="20" y="133"/>
                  </a:cubicBezTo>
                  <a:cubicBezTo>
                    <a:pt x="21" y="132"/>
                    <a:pt x="22" y="131"/>
                    <a:pt x="22" y="131"/>
                  </a:cubicBezTo>
                  <a:cubicBezTo>
                    <a:pt x="22" y="130"/>
                    <a:pt x="20" y="128"/>
                    <a:pt x="20" y="128"/>
                  </a:cubicBezTo>
                  <a:cubicBezTo>
                    <a:pt x="20" y="127"/>
                    <a:pt x="19" y="127"/>
                    <a:pt x="18" y="126"/>
                  </a:cubicBezTo>
                  <a:cubicBezTo>
                    <a:pt x="18" y="126"/>
                    <a:pt x="18" y="126"/>
                    <a:pt x="18" y="125"/>
                  </a:cubicBezTo>
                  <a:cubicBezTo>
                    <a:pt x="17" y="125"/>
                    <a:pt x="18" y="124"/>
                    <a:pt x="18" y="123"/>
                  </a:cubicBezTo>
                  <a:cubicBezTo>
                    <a:pt x="18" y="123"/>
                    <a:pt x="19" y="122"/>
                    <a:pt x="19" y="122"/>
                  </a:cubicBezTo>
                  <a:cubicBezTo>
                    <a:pt x="19" y="121"/>
                    <a:pt x="19" y="120"/>
                    <a:pt x="19" y="120"/>
                  </a:cubicBezTo>
                  <a:cubicBezTo>
                    <a:pt x="19" y="119"/>
                    <a:pt x="18" y="119"/>
                    <a:pt x="17" y="119"/>
                  </a:cubicBezTo>
                  <a:cubicBezTo>
                    <a:pt x="17" y="119"/>
                    <a:pt x="16" y="119"/>
                    <a:pt x="16" y="119"/>
                  </a:cubicBezTo>
                  <a:cubicBezTo>
                    <a:pt x="15" y="118"/>
                    <a:pt x="16" y="117"/>
                    <a:pt x="16" y="117"/>
                  </a:cubicBezTo>
                  <a:cubicBezTo>
                    <a:pt x="17" y="117"/>
                    <a:pt x="18" y="116"/>
                    <a:pt x="19" y="116"/>
                  </a:cubicBezTo>
                  <a:cubicBezTo>
                    <a:pt x="19" y="116"/>
                    <a:pt x="20" y="115"/>
                    <a:pt x="20" y="114"/>
                  </a:cubicBezTo>
                  <a:cubicBezTo>
                    <a:pt x="20" y="114"/>
                    <a:pt x="19" y="113"/>
                    <a:pt x="19" y="112"/>
                  </a:cubicBezTo>
                  <a:cubicBezTo>
                    <a:pt x="18" y="111"/>
                    <a:pt x="18" y="110"/>
                    <a:pt x="17" y="109"/>
                  </a:cubicBezTo>
                  <a:cubicBezTo>
                    <a:pt x="17" y="108"/>
                    <a:pt x="17" y="106"/>
                    <a:pt x="17" y="105"/>
                  </a:cubicBezTo>
                  <a:cubicBezTo>
                    <a:pt x="18" y="105"/>
                    <a:pt x="19" y="104"/>
                    <a:pt x="18" y="104"/>
                  </a:cubicBezTo>
                  <a:cubicBezTo>
                    <a:pt x="18" y="103"/>
                    <a:pt x="17" y="103"/>
                    <a:pt x="16" y="103"/>
                  </a:cubicBezTo>
                  <a:cubicBezTo>
                    <a:pt x="16" y="103"/>
                    <a:pt x="16" y="104"/>
                    <a:pt x="15" y="104"/>
                  </a:cubicBezTo>
                  <a:cubicBezTo>
                    <a:pt x="15" y="104"/>
                    <a:pt x="13" y="105"/>
                    <a:pt x="13" y="104"/>
                  </a:cubicBezTo>
                  <a:cubicBezTo>
                    <a:pt x="13" y="104"/>
                    <a:pt x="12" y="103"/>
                    <a:pt x="12" y="103"/>
                  </a:cubicBezTo>
                  <a:cubicBezTo>
                    <a:pt x="13" y="102"/>
                    <a:pt x="14" y="102"/>
                    <a:pt x="14" y="101"/>
                  </a:cubicBezTo>
                  <a:cubicBezTo>
                    <a:pt x="14" y="101"/>
                    <a:pt x="14" y="100"/>
                    <a:pt x="14" y="100"/>
                  </a:cubicBezTo>
                  <a:cubicBezTo>
                    <a:pt x="14" y="100"/>
                    <a:pt x="15" y="99"/>
                    <a:pt x="16" y="99"/>
                  </a:cubicBezTo>
                  <a:cubicBezTo>
                    <a:pt x="16" y="99"/>
                    <a:pt x="16" y="99"/>
                    <a:pt x="17" y="99"/>
                  </a:cubicBezTo>
                  <a:cubicBezTo>
                    <a:pt x="17" y="99"/>
                    <a:pt x="18" y="99"/>
                    <a:pt x="19" y="98"/>
                  </a:cubicBezTo>
                  <a:cubicBezTo>
                    <a:pt x="19" y="98"/>
                    <a:pt x="21" y="98"/>
                    <a:pt x="21" y="98"/>
                  </a:cubicBezTo>
                  <a:cubicBezTo>
                    <a:pt x="22" y="97"/>
                    <a:pt x="22" y="96"/>
                    <a:pt x="22" y="96"/>
                  </a:cubicBezTo>
                  <a:cubicBezTo>
                    <a:pt x="22" y="95"/>
                    <a:pt x="22" y="94"/>
                    <a:pt x="22" y="93"/>
                  </a:cubicBezTo>
                  <a:cubicBezTo>
                    <a:pt x="22" y="93"/>
                    <a:pt x="23" y="92"/>
                    <a:pt x="23" y="92"/>
                  </a:cubicBezTo>
                  <a:cubicBezTo>
                    <a:pt x="24" y="91"/>
                    <a:pt x="25" y="92"/>
                    <a:pt x="26" y="92"/>
                  </a:cubicBezTo>
                  <a:cubicBezTo>
                    <a:pt x="26" y="92"/>
                    <a:pt x="26" y="91"/>
                    <a:pt x="26" y="90"/>
                  </a:cubicBezTo>
                  <a:cubicBezTo>
                    <a:pt x="26" y="90"/>
                    <a:pt x="26" y="88"/>
                    <a:pt x="26" y="87"/>
                  </a:cubicBezTo>
                  <a:cubicBezTo>
                    <a:pt x="26" y="87"/>
                    <a:pt x="26" y="86"/>
                    <a:pt x="25" y="86"/>
                  </a:cubicBezTo>
                  <a:cubicBezTo>
                    <a:pt x="25" y="86"/>
                    <a:pt x="24" y="86"/>
                    <a:pt x="23" y="86"/>
                  </a:cubicBezTo>
                  <a:cubicBezTo>
                    <a:pt x="23" y="87"/>
                    <a:pt x="23" y="88"/>
                    <a:pt x="22" y="88"/>
                  </a:cubicBezTo>
                  <a:cubicBezTo>
                    <a:pt x="22" y="88"/>
                    <a:pt x="22" y="89"/>
                    <a:pt x="21" y="89"/>
                  </a:cubicBezTo>
                  <a:cubicBezTo>
                    <a:pt x="21" y="89"/>
                    <a:pt x="20" y="89"/>
                    <a:pt x="19" y="89"/>
                  </a:cubicBezTo>
                  <a:cubicBezTo>
                    <a:pt x="19" y="89"/>
                    <a:pt x="17" y="87"/>
                    <a:pt x="16" y="87"/>
                  </a:cubicBezTo>
                  <a:cubicBezTo>
                    <a:pt x="16" y="88"/>
                    <a:pt x="15" y="88"/>
                    <a:pt x="15" y="89"/>
                  </a:cubicBezTo>
                  <a:cubicBezTo>
                    <a:pt x="15" y="89"/>
                    <a:pt x="14" y="90"/>
                    <a:pt x="14" y="90"/>
                  </a:cubicBezTo>
                  <a:cubicBezTo>
                    <a:pt x="13" y="90"/>
                    <a:pt x="12" y="90"/>
                    <a:pt x="11" y="90"/>
                  </a:cubicBezTo>
                  <a:cubicBezTo>
                    <a:pt x="10" y="90"/>
                    <a:pt x="9" y="90"/>
                    <a:pt x="9" y="89"/>
                  </a:cubicBezTo>
                  <a:cubicBezTo>
                    <a:pt x="8" y="88"/>
                    <a:pt x="10" y="87"/>
                    <a:pt x="10" y="86"/>
                  </a:cubicBezTo>
                  <a:cubicBezTo>
                    <a:pt x="10" y="85"/>
                    <a:pt x="10" y="83"/>
                    <a:pt x="10" y="82"/>
                  </a:cubicBezTo>
                  <a:cubicBezTo>
                    <a:pt x="10" y="82"/>
                    <a:pt x="9" y="81"/>
                    <a:pt x="9" y="80"/>
                  </a:cubicBezTo>
                  <a:cubicBezTo>
                    <a:pt x="9" y="80"/>
                    <a:pt x="10" y="79"/>
                    <a:pt x="10" y="79"/>
                  </a:cubicBezTo>
                  <a:cubicBezTo>
                    <a:pt x="10" y="79"/>
                    <a:pt x="11" y="78"/>
                    <a:pt x="11" y="78"/>
                  </a:cubicBezTo>
                  <a:cubicBezTo>
                    <a:pt x="11" y="78"/>
                    <a:pt x="11" y="77"/>
                    <a:pt x="11" y="76"/>
                  </a:cubicBezTo>
                  <a:cubicBezTo>
                    <a:pt x="11" y="76"/>
                    <a:pt x="11" y="74"/>
                    <a:pt x="11" y="73"/>
                  </a:cubicBezTo>
                  <a:cubicBezTo>
                    <a:pt x="11" y="73"/>
                    <a:pt x="10" y="72"/>
                    <a:pt x="10" y="71"/>
                  </a:cubicBezTo>
                  <a:cubicBezTo>
                    <a:pt x="10" y="71"/>
                    <a:pt x="9" y="70"/>
                    <a:pt x="9" y="69"/>
                  </a:cubicBezTo>
                  <a:cubicBezTo>
                    <a:pt x="9" y="68"/>
                    <a:pt x="10" y="67"/>
                    <a:pt x="10" y="66"/>
                  </a:cubicBezTo>
                  <a:cubicBezTo>
                    <a:pt x="10" y="65"/>
                    <a:pt x="9" y="65"/>
                    <a:pt x="9" y="64"/>
                  </a:cubicBezTo>
                  <a:cubicBezTo>
                    <a:pt x="9" y="64"/>
                    <a:pt x="8" y="64"/>
                    <a:pt x="8" y="63"/>
                  </a:cubicBezTo>
                  <a:cubicBezTo>
                    <a:pt x="7" y="63"/>
                    <a:pt x="6" y="63"/>
                    <a:pt x="6" y="63"/>
                  </a:cubicBezTo>
                  <a:cubicBezTo>
                    <a:pt x="6" y="63"/>
                    <a:pt x="6" y="61"/>
                    <a:pt x="6" y="61"/>
                  </a:cubicBezTo>
                  <a:cubicBezTo>
                    <a:pt x="6" y="60"/>
                    <a:pt x="6" y="59"/>
                    <a:pt x="6" y="58"/>
                  </a:cubicBezTo>
                  <a:cubicBezTo>
                    <a:pt x="5" y="57"/>
                    <a:pt x="5" y="56"/>
                    <a:pt x="4" y="55"/>
                  </a:cubicBezTo>
                  <a:cubicBezTo>
                    <a:pt x="4" y="55"/>
                    <a:pt x="4" y="53"/>
                    <a:pt x="4" y="52"/>
                  </a:cubicBezTo>
                  <a:cubicBezTo>
                    <a:pt x="4" y="52"/>
                    <a:pt x="3" y="51"/>
                    <a:pt x="3" y="51"/>
                  </a:cubicBezTo>
                  <a:cubicBezTo>
                    <a:pt x="3" y="51"/>
                    <a:pt x="2" y="50"/>
                    <a:pt x="1" y="50"/>
                  </a:cubicBezTo>
                  <a:cubicBezTo>
                    <a:pt x="1" y="49"/>
                    <a:pt x="0" y="49"/>
                    <a:pt x="0" y="48"/>
                  </a:cubicBezTo>
                  <a:cubicBezTo>
                    <a:pt x="0" y="48"/>
                    <a:pt x="0" y="47"/>
                    <a:pt x="0" y="46"/>
                  </a:cubicBezTo>
                  <a:cubicBezTo>
                    <a:pt x="0" y="45"/>
                    <a:pt x="1" y="44"/>
                    <a:pt x="1" y="44"/>
                  </a:cubicBezTo>
                  <a:cubicBezTo>
                    <a:pt x="2" y="43"/>
                    <a:pt x="3" y="42"/>
                    <a:pt x="3" y="42"/>
                  </a:cubicBezTo>
                  <a:cubicBezTo>
                    <a:pt x="3" y="41"/>
                    <a:pt x="3" y="40"/>
                    <a:pt x="3" y="39"/>
                  </a:cubicBezTo>
                  <a:cubicBezTo>
                    <a:pt x="4" y="39"/>
                    <a:pt x="4" y="38"/>
                    <a:pt x="5" y="38"/>
                  </a:cubicBezTo>
                  <a:cubicBezTo>
                    <a:pt x="5" y="38"/>
                    <a:pt x="7" y="38"/>
                    <a:pt x="7" y="37"/>
                  </a:cubicBezTo>
                  <a:cubicBezTo>
                    <a:pt x="7" y="37"/>
                    <a:pt x="7" y="36"/>
                    <a:pt x="7" y="35"/>
                  </a:cubicBezTo>
                  <a:cubicBezTo>
                    <a:pt x="7" y="35"/>
                    <a:pt x="7" y="34"/>
                    <a:pt x="8" y="34"/>
                  </a:cubicBezTo>
                  <a:cubicBezTo>
                    <a:pt x="8" y="33"/>
                    <a:pt x="9" y="33"/>
                    <a:pt x="9" y="33"/>
                  </a:cubicBezTo>
                  <a:cubicBezTo>
                    <a:pt x="9" y="32"/>
                    <a:pt x="9" y="31"/>
                    <a:pt x="10" y="31"/>
                  </a:cubicBezTo>
                  <a:cubicBezTo>
                    <a:pt x="10" y="30"/>
                    <a:pt x="10" y="30"/>
                    <a:pt x="10" y="29"/>
                  </a:cubicBezTo>
                  <a:cubicBezTo>
                    <a:pt x="10" y="28"/>
                    <a:pt x="10" y="26"/>
                    <a:pt x="10" y="25"/>
                  </a:cubicBezTo>
                  <a:cubicBezTo>
                    <a:pt x="11" y="25"/>
                    <a:pt x="11" y="25"/>
                    <a:pt x="12" y="25"/>
                  </a:cubicBezTo>
                  <a:cubicBezTo>
                    <a:pt x="12" y="26"/>
                    <a:pt x="13" y="27"/>
                    <a:pt x="13" y="27"/>
                  </a:cubicBezTo>
                  <a:cubicBezTo>
                    <a:pt x="14" y="27"/>
                    <a:pt x="16" y="27"/>
                    <a:pt x="16" y="27"/>
                  </a:cubicBezTo>
                  <a:cubicBezTo>
                    <a:pt x="17" y="27"/>
                    <a:pt x="17" y="28"/>
                    <a:pt x="18" y="28"/>
                  </a:cubicBezTo>
                  <a:cubicBezTo>
                    <a:pt x="18" y="28"/>
                    <a:pt x="20" y="28"/>
                    <a:pt x="20" y="28"/>
                  </a:cubicBezTo>
                  <a:cubicBezTo>
                    <a:pt x="21" y="28"/>
                    <a:pt x="23" y="28"/>
                    <a:pt x="24" y="28"/>
                  </a:cubicBezTo>
                  <a:cubicBezTo>
                    <a:pt x="24" y="28"/>
                    <a:pt x="26" y="28"/>
                    <a:pt x="26" y="28"/>
                  </a:cubicBezTo>
                  <a:cubicBezTo>
                    <a:pt x="26" y="28"/>
                    <a:pt x="26" y="30"/>
                    <a:pt x="26" y="30"/>
                  </a:cubicBezTo>
                  <a:cubicBezTo>
                    <a:pt x="26" y="31"/>
                    <a:pt x="25" y="31"/>
                    <a:pt x="25" y="32"/>
                  </a:cubicBezTo>
                  <a:cubicBezTo>
                    <a:pt x="25" y="32"/>
                    <a:pt x="26" y="33"/>
                    <a:pt x="26" y="34"/>
                  </a:cubicBezTo>
                  <a:cubicBezTo>
                    <a:pt x="26" y="34"/>
                    <a:pt x="26" y="35"/>
                    <a:pt x="26" y="36"/>
                  </a:cubicBezTo>
                  <a:cubicBezTo>
                    <a:pt x="25" y="37"/>
                    <a:pt x="25" y="39"/>
                    <a:pt x="25" y="39"/>
                  </a:cubicBezTo>
                  <a:cubicBezTo>
                    <a:pt x="25" y="40"/>
                    <a:pt x="27" y="40"/>
                    <a:pt x="27" y="41"/>
                  </a:cubicBezTo>
                  <a:cubicBezTo>
                    <a:pt x="28" y="41"/>
                    <a:pt x="30" y="41"/>
                    <a:pt x="30" y="41"/>
                  </a:cubicBezTo>
                  <a:cubicBezTo>
                    <a:pt x="32" y="41"/>
                    <a:pt x="34" y="41"/>
                    <a:pt x="35" y="41"/>
                  </a:cubicBezTo>
                  <a:cubicBezTo>
                    <a:pt x="37" y="41"/>
                    <a:pt x="40" y="41"/>
                    <a:pt x="42" y="40"/>
                  </a:cubicBezTo>
                  <a:cubicBezTo>
                    <a:pt x="43" y="40"/>
                    <a:pt x="46" y="39"/>
                    <a:pt x="47" y="38"/>
                  </a:cubicBezTo>
                  <a:cubicBezTo>
                    <a:pt x="47" y="38"/>
                    <a:pt x="48" y="37"/>
                    <a:pt x="48" y="36"/>
                  </a:cubicBezTo>
                  <a:cubicBezTo>
                    <a:pt x="49" y="36"/>
                    <a:pt x="49" y="34"/>
                    <a:pt x="49" y="34"/>
                  </a:cubicBezTo>
                  <a:cubicBezTo>
                    <a:pt x="49" y="33"/>
                    <a:pt x="48" y="33"/>
                    <a:pt x="48" y="32"/>
                  </a:cubicBezTo>
                  <a:cubicBezTo>
                    <a:pt x="48" y="32"/>
                    <a:pt x="47" y="31"/>
                    <a:pt x="47" y="30"/>
                  </a:cubicBezTo>
                  <a:cubicBezTo>
                    <a:pt x="47" y="30"/>
                    <a:pt x="48" y="29"/>
                    <a:pt x="48" y="28"/>
                  </a:cubicBezTo>
                  <a:cubicBezTo>
                    <a:pt x="48" y="28"/>
                    <a:pt x="48" y="27"/>
                    <a:pt x="48" y="26"/>
                  </a:cubicBezTo>
                  <a:cubicBezTo>
                    <a:pt x="48" y="26"/>
                    <a:pt x="49" y="25"/>
                    <a:pt x="49" y="25"/>
                  </a:cubicBezTo>
                  <a:cubicBezTo>
                    <a:pt x="50" y="25"/>
                    <a:pt x="52" y="25"/>
                    <a:pt x="53" y="25"/>
                  </a:cubicBezTo>
                  <a:cubicBezTo>
                    <a:pt x="54" y="25"/>
                    <a:pt x="56" y="26"/>
                    <a:pt x="57" y="26"/>
                  </a:cubicBezTo>
                  <a:cubicBezTo>
                    <a:pt x="57" y="26"/>
                    <a:pt x="59" y="26"/>
                    <a:pt x="60" y="25"/>
                  </a:cubicBezTo>
                  <a:cubicBezTo>
                    <a:pt x="60" y="24"/>
                    <a:pt x="60" y="23"/>
                    <a:pt x="60" y="23"/>
                  </a:cubicBezTo>
                  <a:cubicBezTo>
                    <a:pt x="60" y="22"/>
                    <a:pt x="59" y="21"/>
                    <a:pt x="59" y="20"/>
                  </a:cubicBezTo>
                  <a:cubicBezTo>
                    <a:pt x="58" y="20"/>
                    <a:pt x="57" y="20"/>
                    <a:pt x="57" y="20"/>
                  </a:cubicBezTo>
                  <a:cubicBezTo>
                    <a:pt x="57" y="20"/>
                    <a:pt x="56" y="20"/>
                    <a:pt x="55" y="19"/>
                  </a:cubicBezTo>
                  <a:cubicBezTo>
                    <a:pt x="55" y="19"/>
                    <a:pt x="54" y="19"/>
                    <a:pt x="54" y="19"/>
                  </a:cubicBezTo>
                  <a:cubicBezTo>
                    <a:pt x="53" y="20"/>
                    <a:pt x="52" y="21"/>
                    <a:pt x="52" y="21"/>
                  </a:cubicBezTo>
                  <a:cubicBezTo>
                    <a:pt x="51" y="21"/>
                    <a:pt x="50" y="20"/>
                    <a:pt x="50" y="20"/>
                  </a:cubicBezTo>
                  <a:cubicBezTo>
                    <a:pt x="50" y="20"/>
                    <a:pt x="50" y="18"/>
                    <a:pt x="50" y="18"/>
                  </a:cubicBezTo>
                  <a:cubicBezTo>
                    <a:pt x="50" y="18"/>
                    <a:pt x="51" y="17"/>
                    <a:pt x="52" y="17"/>
                  </a:cubicBezTo>
                  <a:cubicBezTo>
                    <a:pt x="52" y="17"/>
                    <a:pt x="54" y="16"/>
                    <a:pt x="54" y="15"/>
                  </a:cubicBezTo>
                  <a:cubicBezTo>
                    <a:pt x="55" y="14"/>
                    <a:pt x="55" y="13"/>
                    <a:pt x="55" y="13"/>
                  </a:cubicBezTo>
                  <a:cubicBezTo>
                    <a:pt x="56" y="13"/>
                    <a:pt x="57" y="13"/>
                    <a:pt x="57" y="13"/>
                  </a:cubicBezTo>
                  <a:cubicBezTo>
                    <a:pt x="58" y="14"/>
                    <a:pt x="59" y="14"/>
                    <a:pt x="60" y="14"/>
                  </a:cubicBezTo>
                  <a:cubicBezTo>
                    <a:pt x="61" y="14"/>
                    <a:pt x="63" y="14"/>
                    <a:pt x="64" y="14"/>
                  </a:cubicBezTo>
                  <a:cubicBezTo>
                    <a:pt x="65" y="14"/>
                    <a:pt x="65" y="12"/>
                    <a:pt x="65" y="12"/>
                  </a:cubicBezTo>
                  <a:cubicBezTo>
                    <a:pt x="66" y="11"/>
                    <a:pt x="67" y="10"/>
                    <a:pt x="67" y="10"/>
                  </a:cubicBezTo>
                  <a:cubicBezTo>
                    <a:pt x="68" y="9"/>
                    <a:pt x="69" y="8"/>
                    <a:pt x="69" y="7"/>
                  </a:cubicBezTo>
                  <a:cubicBezTo>
                    <a:pt x="69" y="7"/>
                    <a:pt x="68" y="6"/>
                    <a:pt x="68" y="6"/>
                  </a:cubicBezTo>
                  <a:cubicBezTo>
                    <a:pt x="68" y="5"/>
                    <a:pt x="69" y="5"/>
                    <a:pt x="69" y="4"/>
                  </a:cubicBezTo>
                  <a:cubicBezTo>
                    <a:pt x="69" y="3"/>
                    <a:pt x="69" y="2"/>
                    <a:pt x="69" y="2"/>
                  </a:cubicBezTo>
                  <a:cubicBezTo>
                    <a:pt x="69" y="1"/>
                    <a:pt x="69" y="0"/>
                    <a:pt x="69" y="0"/>
                  </a:cubicBezTo>
                  <a:cubicBezTo>
                    <a:pt x="69" y="0"/>
                    <a:pt x="71" y="0"/>
                    <a:pt x="71" y="0"/>
                  </a:cubicBezTo>
                  <a:cubicBezTo>
                    <a:pt x="72" y="0"/>
                    <a:pt x="72" y="0"/>
                    <a:pt x="73" y="0"/>
                  </a:cubicBezTo>
                  <a:cubicBezTo>
                    <a:pt x="73" y="1"/>
                    <a:pt x="73" y="2"/>
                    <a:pt x="73" y="2"/>
                  </a:cubicBezTo>
                  <a:cubicBezTo>
                    <a:pt x="73" y="2"/>
                    <a:pt x="73" y="3"/>
                    <a:pt x="73" y="3"/>
                  </a:cubicBezTo>
                  <a:cubicBezTo>
                    <a:pt x="73" y="4"/>
                    <a:pt x="74" y="5"/>
                    <a:pt x="75" y="6"/>
                  </a:cubicBezTo>
                  <a:cubicBezTo>
                    <a:pt x="76" y="6"/>
                    <a:pt x="77" y="6"/>
                    <a:pt x="78" y="6"/>
                  </a:cubicBezTo>
                  <a:cubicBezTo>
                    <a:pt x="78" y="7"/>
                    <a:pt x="79" y="7"/>
                    <a:pt x="79" y="7"/>
                  </a:cubicBezTo>
                  <a:cubicBezTo>
                    <a:pt x="79" y="8"/>
                    <a:pt x="79" y="9"/>
                    <a:pt x="79" y="10"/>
                  </a:cubicBezTo>
                  <a:cubicBezTo>
                    <a:pt x="79" y="10"/>
                    <a:pt x="81" y="11"/>
                    <a:pt x="81" y="11"/>
                  </a:cubicBezTo>
                  <a:cubicBezTo>
                    <a:pt x="82" y="10"/>
                    <a:pt x="81" y="9"/>
                    <a:pt x="82" y="9"/>
                  </a:cubicBezTo>
                  <a:cubicBezTo>
                    <a:pt x="82" y="9"/>
                    <a:pt x="84" y="9"/>
                    <a:pt x="84" y="10"/>
                  </a:cubicBezTo>
                  <a:cubicBezTo>
                    <a:pt x="85" y="10"/>
                    <a:pt x="83" y="12"/>
                    <a:pt x="83" y="13"/>
                  </a:cubicBezTo>
                  <a:cubicBezTo>
                    <a:pt x="82" y="13"/>
                    <a:pt x="81" y="14"/>
                    <a:pt x="81" y="14"/>
                  </a:cubicBezTo>
                  <a:cubicBezTo>
                    <a:pt x="80" y="15"/>
                    <a:pt x="80" y="16"/>
                    <a:pt x="80" y="17"/>
                  </a:cubicBezTo>
                  <a:cubicBezTo>
                    <a:pt x="80" y="18"/>
                    <a:pt x="80" y="19"/>
                    <a:pt x="80" y="20"/>
                  </a:cubicBezTo>
                  <a:cubicBezTo>
                    <a:pt x="81" y="21"/>
                    <a:pt x="81" y="22"/>
                    <a:pt x="81" y="23"/>
                  </a:cubicBezTo>
                  <a:cubicBezTo>
                    <a:pt x="81" y="24"/>
                    <a:pt x="80" y="24"/>
                    <a:pt x="80" y="25"/>
                  </a:cubicBezTo>
                  <a:cubicBezTo>
                    <a:pt x="80" y="26"/>
                    <a:pt x="80" y="27"/>
                    <a:pt x="80" y="27"/>
                  </a:cubicBezTo>
                  <a:cubicBezTo>
                    <a:pt x="81" y="28"/>
                    <a:pt x="83" y="29"/>
                    <a:pt x="83" y="29"/>
                  </a:cubicBezTo>
                  <a:cubicBezTo>
                    <a:pt x="84" y="29"/>
                    <a:pt x="85" y="29"/>
                    <a:pt x="85" y="30"/>
                  </a:cubicBezTo>
                  <a:cubicBezTo>
                    <a:pt x="86" y="30"/>
                    <a:pt x="87" y="32"/>
                    <a:pt x="88" y="33"/>
                  </a:cubicBezTo>
                  <a:cubicBezTo>
                    <a:pt x="88" y="33"/>
                    <a:pt x="90" y="34"/>
                    <a:pt x="90" y="34"/>
                  </a:cubicBezTo>
                  <a:cubicBezTo>
                    <a:pt x="91" y="34"/>
                    <a:pt x="92" y="33"/>
                    <a:pt x="92" y="33"/>
                  </a:cubicBezTo>
                  <a:cubicBezTo>
                    <a:pt x="93" y="33"/>
                    <a:pt x="94" y="34"/>
                    <a:pt x="94" y="34"/>
                  </a:cubicBezTo>
                  <a:cubicBezTo>
                    <a:pt x="94" y="35"/>
                    <a:pt x="94" y="36"/>
                    <a:pt x="95" y="37"/>
                  </a:cubicBezTo>
                  <a:cubicBezTo>
                    <a:pt x="95" y="37"/>
                    <a:pt x="95" y="39"/>
                    <a:pt x="96" y="39"/>
                  </a:cubicBezTo>
                  <a:cubicBezTo>
                    <a:pt x="96" y="39"/>
                    <a:pt x="98" y="39"/>
                    <a:pt x="98" y="39"/>
                  </a:cubicBezTo>
                  <a:cubicBezTo>
                    <a:pt x="99" y="39"/>
                    <a:pt x="100" y="37"/>
                    <a:pt x="100" y="36"/>
                  </a:cubicBezTo>
                  <a:cubicBezTo>
                    <a:pt x="101" y="35"/>
                    <a:pt x="103" y="35"/>
                    <a:pt x="103" y="34"/>
                  </a:cubicBezTo>
                  <a:cubicBezTo>
                    <a:pt x="103" y="33"/>
                    <a:pt x="101" y="33"/>
                    <a:pt x="100" y="33"/>
                  </a:cubicBezTo>
                  <a:cubicBezTo>
                    <a:pt x="100" y="32"/>
                    <a:pt x="99" y="31"/>
                    <a:pt x="100" y="30"/>
                  </a:cubicBezTo>
                  <a:cubicBezTo>
                    <a:pt x="100" y="30"/>
                    <a:pt x="100" y="30"/>
                    <a:pt x="100" y="29"/>
                  </a:cubicBezTo>
                  <a:cubicBezTo>
                    <a:pt x="101" y="29"/>
                    <a:pt x="101" y="28"/>
                    <a:pt x="101" y="27"/>
                  </a:cubicBezTo>
                  <a:cubicBezTo>
                    <a:pt x="101" y="26"/>
                    <a:pt x="102" y="25"/>
                    <a:pt x="102" y="25"/>
                  </a:cubicBezTo>
                  <a:cubicBezTo>
                    <a:pt x="103" y="24"/>
                    <a:pt x="103" y="22"/>
                    <a:pt x="104" y="21"/>
                  </a:cubicBezTo>
                  <a:cubicBezTo>
                    <a:pt x="104" y="20"/>
                    <a:pt x="104" y="18"/>
                    <a:pt x="105" y="18"/>
                  </a:cubicBezTo>
                  <a:cubicBezTo>
                    <a:pt x="106" y="18"/>
                    <a:pt x="107" y="20"/>
                    <a:pt x="108" y="20"/>
                  </a:cubicBezTo>
                  <a:cubicBezTo>
                    <a:pt x="108" y="20"/>
                    <a:pt x="109" y="21"/>
                    <a:pt x="110" y="21"/>
                  </a:cubicBezTo>
                  <a:cubicBezTo>
                    <a:pt x="111" y="21"/>
                    <a:pt x="113" y="20"/>
                    <a:pt x="114" y="20"/>
                  </a:cubicBezTo>
                  <a:cubicBezTo>
                    <a:pt x="114" y="20"/>
                    <a:pt x="115" y="19"/>
                    <a:pt x="115" y="19"/>
                  </a:cubicBezTo>
                  <a:cubicBezTo>
                    <a:pt x="116" y="19"/>
                    <a:pt x="116" y="20"/>
                    <a:pt x="116" y="20"/>
                  </a:cubicBezTo>
                  <a:cubicBezTo>
                    <a:pt x="117" y="20"/>
                    <a:pt x="118" y="22"/>
                    <a:pt x="119" y="22"/>
                  </a:cubicBezTo>
                  <a:cubicBezTo>
                    <a:pt x="119" y="22"/>
                    <a:pt x="120" y="23"/>
                    <a:pt x="121" y="23"/>
                  </a:cubicBezTo>
                  <a:cubicBezTo>
                    <a:pt x="121" y="23"/>
                    <a:pt x="122" y="23"/>
                    <a:pt x="122" y="24"/>
                  </a:cubicBezTo>
                  <a:cubicBezTo>
                    <a:pt x="122" y="24"/>
                    <a:pt x="123" y="24"/>
                    <a:pt x="124" y="24"/>
                  </a:cubicBezTo>
                  <a:cubicBezTo>
                    <a:pt x="124" y="25"/>
                    <a:pt x="125" y="26"/>
                    <a:pt x="126" y="27"/>
                  </a:cubicBezTo>
                  <a:cubicBezTo>
                    <a:pt x="126" y="27"/>
                    <a:pt x="127" y="28"/>
                    <a:pt x="127" y="28"/>
                  </a:cubicBezTo>
                  <a:cubicBezTo>
                    <a:pt x="127" y="28"/>
                    <a:pt x="128" y="27"/>
                    <a:pt x="128" y="27"/>
                  </a:cubicBezTo>
                  <a:cubicBezTo>
                    <a:pt x="128" y="27"/>
                    <a:pt x="128" y="26"/>
                    <a:pt x="128" y="26"/>
                  </a:cubicBezTo>
                  <a:cubicBezTo>
                    <a:pt x="129" y="26"/>
                    <a:pt x="130" y="26"/>
                    <a:pt x="131" y="26"/>
                  </a:cubicBezTo>
                  <a:cubicBezTo>
                    <a:pt x="131" y="26"/>
                    <a:pt x="132" y="26"/>
                    <a:pt x="132" y="26"/>
                  </a:cubicBezTo>
                  <a:cubicBezTo>
                    <a:pt x="132" y="25"/>
                    <a:pt x="132" y="25"/>
                    <a:pt x="132" y="24"/>
                  </a:cubicBezTo>
                  <a:cubicBezTo>
                    <a:pt x="132" y="24"/>
                    <a:pt x="132" y="23"/>
                    <a:pt x="132" y="23"/>
                  </a:cubicBezTo>
                  <a:cubicBezTo>
                    <a:pt x="132" y="22"/>
                    <a:pt x="132" y="22"/>
                    <a:pt x="132" y="22"/>
                  </a:cubicBezTo>
                  <a:cubicBezTo>
                    <a:pt x="132" y="22"/>
                    <a:pt x="133" y="22"/>
                    <a:pt x="134" y="22"/>
                  </a:cubicBezTo>
                  <a:cubicBezTo>
                    <a:pt x="134" y="22"/>
                    <a:pt x="135" y="23"/>
                    <a:pt x="135" y="24"/>
                  </a:cubicBezTo>
                  <a:cubicBezTo>
                    <a:pt x="135" y="24"/>
                    <a:pt x="136" y="25"/>
                    <a:pt x="137" y="25"/>
                  </a:cubicBezTo>
                  <a:cubicBezTo>
                    <a:pt x="137" y="26"/>
                    <a:pt x="137" y="26"/>
                    <a:pt x="137" y="26"/>
                  </a:cubicBezTo>
                  <a:cubicBezTo>
                    <a:pt x="137" y="27"/>
                    <a:pt x="137" y="28"/>
                    <a:pt x="137" y="28"/>
                  </a:cubicBezTo>
                  <a:cubicBezTo>
                    <a:pt x="137" y="29"/>
                    <a:pt x="137" y="30"/>
                    <a:pt x="137" y="30"/>
                  </a:cubicBezTo>
                  <a:cubicBezTo>
                    <a:pt x="138" y="30"/>
                    <a:pt x="139" y="31"/>
                    <a:pt x="139" y="31"/>
                  </a:cubicBezTo>
                  <a:cubicBezTo>
                    <a:pt x="139" y="32"/>
                    <a:pt x="139" y="33"/>
                    <a:pt x="139" y="34"/>
                  </a:cubicBezTo>
                  <a:cubicBezTo>
                    <a:pt x="139" y="34"/>
                    <a:pt x="139" y="36"/>
                    <a:pt x="140" y="37"/>
                  </a:cubicBezTo>
                  <a:cubicBezTo>
                    <a:pt x="140" y="37"/>
                    <a:pt x="141" y="38"/>
                    <a:pt x="141" y="39"/>
                  </a:cubicBezTo>
                  <a:cubicBezTo>
                    <a:pt x="142" y="39"/>
                    <a:pt x="142" y="40"/>
                    <a:pt x="142" y="40"/>
                  </a:cubicBezTo>
                  <a:cubicBezTo>
                    <a:pt x="142" y="40"/>
                    <a:pt x="141" y="40"/>
                    <a:pt x="141" y="41"/>
                  </a:cubicBezTo>
                  <a:cubicBezTo>
                    <a:pt x="141" y="41"/>
                    <a:pt x="140" y="42"/>
                    <a:pt x="140" y="42"/>
                  </a:cubicBezTo>
                  <a:cubicBezTo>
                    <a:pt x="141" y="42"/>
                    <a:pt x="141" y="42"/>
                    <a:pt x="142" y="42"/>
                  </a:cubicBezTo>
                  <a:cubicBezTo>
                    <a:pt x="142" y="42"/>
                    <a:pt x="143" y="43"/>
                    <a:pt x="143" y="44"/>
                  </a:cubicBezTo>
                  <a:cubicBezTo>
                    <a:pt x="143" y="44"/>
                    <a:pt x="143" y="45"/>
                    <a:pt x="143" y="46"/>
                  </a:cubicBezTo>
                  <a:cubicBezTo>
                    <a:pt x="143" y="47"/>
                    <a:pt x="145" y="48"/>
                    <a:pt x="145" y="49"/>
                  </a:cubicBezTo>
                  <a:cubicBezTo>
                    <a:pt x="147" y="52"/>
                    <a:pt x="150" y="56"/>
                    <a:pt x="152" y="59"/>
                  </a:cubicBezTo>
                  <a:cubicBezTo>
                    <a:pt x="153" y="60"/>
                    <a:pt x="155" y="64"/>
                    <a:pt x="156" y="66"/>
                  </a:cubicBezTo>
                  <a:cubicBezTo>
                    <a:pt x="157" y="68"/>
                    <a:pt x="160" y="72"/>
                    <a:pt x="161" y="74"/>
                  </a:cubicBezTo>
                  <a:cubicBezTo>
                    <a:pt x="162" y="76"/>
                    <a:pt x="165" y="79"/>
                    <a:pt x="165" y="81"/>
                  </a:cubicBezTo>
                  <a:cubicBezTo>
                    <a:pt x="166" y="83"/>
                    <a:pt x="167" y="86"/>
                    <a:pt x="168" y="88"/>
                  </a:cubicBezTo>
                  <a:cubicBezTo>
                    <a:pt x="168" y="89"/>
                    <a:pt x="169" y="91"/>
                    <a:pt x="170" y="92"/>
                  </a:cubicBezTo>
                  <a:cubicBezTo>
                    <a:pt x="170" y="92"/>
                    <a:pt x="171" y="94"/>
                    <a:pt x="171" y="95"/>
                  </a:cubicBezTo>
                  <a:cubicBezTo>
                    <a:pt x="171" y="96"/>
                    <a:pt x="170" y="97"/>
                    <a:pt x="170" y="98"/>
                  </a:cubicBezTo>
                  <a:cubicBezTo>
                    <a:pt x="170" y="99"/>
                    <a:pt x="170" y="101"/>
                    <a:pt x="169" y="102"/>
                  </a:cubicBezTo>
                  <a:cubicBezTo>
                    <a:pt x="169" y="104"/>
                    <a:pt x="169" y="107"/>
                    <a:pt x="168" y="109"/>
                  </a:cubicBezTo>
                  <a:cubicBezTo>
                    <a:pt x="168" y="110"/>
                    <a:pt x="167" y="113"/>
                    <a:pt x="167" y="115"/>
                  </a:cubicBezTo>
                  <a:cubicBezTo>
                    <a:pt x="166" y="115"/>
                    <a:pt x="166" y="116"/>
                    <a:pt x="166" y="117"/>
                  </a:cubicBezTo>
                  <a:cubicBezTo>
                    <a:pt x="165" y="117"/>
                    <a:pt x="165" y="116"/>
                    <a:pt x="165" y="116"/>
                  </a:cubicBezTo>
                  <a:cubicBezTo>
                    <a:pt x="164" y="116"/>
                    <a:pt x="163" y="117"/>
                    <a:pt x="162" y="117"/>
                  </a:cubicBezTo>
                  <a:cubicBezTo>
                    <a:pt x="161" y="117"/>
                    <a:pt x="160" y="118"/>
                    <a:pt x="159" y="119"/>
                  </a:cubicBezTo>
                  <a:cubicBezTo>
                    <a:pt x="158" y="120"/>
                    <a:pt x="156" y="122"/>
                    <a:pt x="156" y="122"/>
                  </a:cubicBezTo>
                  <a:cubicBezTo>
                    <a:pt x="155" y="123"/>
                    <a:pt x="153" y="126"/>
                    <a:pt x="152" y="127"/>
                  </a:cubicBezTo>
                  <a:cubicBezTo>
                    <a:pt x="152" y="128"/>
                    <a:pt x="150" y="130"/>
                    <a:pt x="149" y="131"/>
                  </a:cubicBezTo>
                  <a:cubicBezTo>
                    <a:pt x="149" y="132"/>
                    <a:pt x="147" y="134"/>
                    <a:pt x="147" y="135"/>
                  </a:cubicBezTo>
                  <a:cubicBezTo>
                    <a:pt x="146" y="136"/>
                    <a:pt x="143" y="138"/>
                    <a:pt x="142" y="139"/>
                  </a:cubicBezTo>
                  <a:cubicBezTo>
                    <a:pt x="142" y="140"/>
                    <a:pt x="140" y="142"/>
                    <a:pt x="139" y="143"/>
                  </a:cubicBezTo>
                  <a:cubicBezTo>
                    <a:pt x="138" y="144"/>
                    <a:pt x="137" y="147"/>
                    <a:pt x="136" y="148"/>
                  </a:cubicBezTo>
                  <a:cubicBezTo>
                    <a:pt x="135" y="149"/>
                    <a:pt x="134" y="151"/>
                    <a:pt x="133" y="152"/>
                  </a:cubicBezTo>
                  <a:cubicBezTo>
                    <a:pt x="132" y="152"/>
                    <a:pt x="131" y="153"/>
                    <a:pt x="130" y="154"/>
                  </a:cubicBezTo>
                  <a:cubicBezTo>
                    <a:pt x="130" y="154"/>
                    <a:pt x="128" y="154"/>
                    <a:pt x="127" y="154"/>
                  </a:cubicBezTo>
                  <a:cubicBezTo>
                    <a:pt x="126" y="153"/>
                    <a:pt x="125" y="153"/>
                    <a:pt x="125" y="153"/>
                  </a:cubicBezTo>
                  <a:cubicBezTo>
                    <a:pt x="124" y="152"/>
                    <a:pt x="123" y="152"/>
                    <a:pt x="123" y="152"/>
                  </a:cubicBezTo>
                  <a:cubicBezTo>
                    <a:pt x="122" y="152"/>
                    <a:pt x="121" y="151"/>
                    <a:pt x="121" y="152"/>
                  </a:cubicBezTo>
                  <a:cubicBezTo>
                    <a:pt x="121" y="152"/>
                    <a:pt x="123" y="153"/>
                    <a:pt x="123" y="153"/>
                  </a:cubicBezTo>
                  <a:cubicBezTo>
                    <a:pt x="123" y="153"/>
                    <a:pt x="124" y="154"/>
                    <a:pt x="124" y="155"/>
                  </a:cubicBezTo>
                  <a:cubicBezTo>
                    <a:pt x="125" y="155"/>
                    <a:pt x="126" y="155"/>
                    <a:pt x="127" y="155"/>
                  </a:cubicBezTo>
                  <a:cubicBezTo>
                    <a:pt x="128" y="156"/>
                    <a:pt x="129" y="155"/>
                    <a:pt x="129" y="156"/>
                  </a:cubicBezTo>
                  <a:cubicBezTo>
                    <a:pt x="130" y="156"/>
                    <a:pt x="130" y="157"/>
                    <a:pt x="129" y="157"/>
                  </a:cubicBezTo>
                  <a:cubicBezTo>
                    <a:pt x="129" y="158"/>
                    <a:pt x="128" y="157"/>
                    <a:pt x="127" y="158"/>
                  </a:cubicBezTo>
                  <a:cubicBezTo>
                    <a:pt x="127" y="158"/>
                    <a:pt x="125" y="159"/>
                    <a:pt x="125" y="159"/>
                  </a:cubicBezTo>
                  <a:cubicBezTo>
                    <a:pt x="125" y="159"/>
                    <a:pt x="124" y="159"/>
                    <a:pt x="124" y="160"/>
                  </a:cubicBezTo>
                  <a:cubicBezTo>
                    <a:pt x="124" y="160"/>
                    <a:pt x="124" y="160"/>
                    <a:pt x="125" y="160"/>
                  </a:cubicBezTo>
                  <a:cubicBezTo>
                    <a:pt x="125" y="160"/>
                    <a:pt x="126" y="160"/>
                    <a:pt x="126" y="160"/>
                  </a:cubicBezTo>
                  <a:cubicBezTo>
                    <a:pt x="126" y="161"/>
                    <a:pt x="127" y="162"/>
                    <a:pt x="127" y="162"/>
                  </a:cubicBezTo>
                  <a:cubicBezTo>
                    <a:pt x="127" y="163"/>
                    <a:pt x="126" y="164"/>
                    <a:pt x="125" y="164"/>
                  </a:cubicBezTo>
                  <a:cubicBezTo>
                    <a:pt x="125" y="165"/>
                    <a:pt x="124" y="166"/>
                    <a:pt x="123" y="167"/>
                  </a:cubicBezTo>
                  <a:cubicBezTo>
                    <a:pt x="123" y="167"/>
                    <a:pt x="121" y="169"/>
                    <a:pt x="121" y="170"/>
                  </a:cubicBezTo>
                  <a:cubicBezTo>
                    <a:pt x="120" y="170"/>
                    <a:pt x="119" y="171"/>
                    <a:pt x="119" y="171"/>
                  </a:cubicBezTo>
                  <a:cubicBezTo>
                    <a:pt x="119" y="172"/>
                    <a:pt x="118" y="173"/>
                    <a:pt x="119" y="173"/>
                  </a:cubicBezTo>
                  <a:cubicBezTo>
                    <a:pt x="119" y="173"/>
                    <a:pt x="120" y="172"/>
                    <a:pt x="121" y="172"/>
                  </a:cubicBezTo>
                  <a:cubicBezTo>
                    <a:pt x="121" y="172"/>
                    <a:pt x="122" y="171"/>
                    <a:pt x="122" y="171"/>
                  </a:cubicBezTo>
                  <a:cubicBezTo>
                    <a:pt x="123" y="170"/>
                    <a:pt x="124" y="170"/>
                    <a:pt x="125" y="169"/>
                  </a:cubicBezTo>
                  <a:cubicBezTo>
                    <a:pt x="125" y="169"/>
                    <a:pt x="125" y="168"/>
                    <a:pt x="126" y="168"/>
                  </a:cubicBezTo>
                  <a:cubicBezTo>
                    <a:pt x="126" y="168"/>
                    <a:pt x="128" y="168"/>
                    <a:pt x="129" y="168"/>
                  </a:cubicBezTo>
                  <a:cubicBezTo>
                    <a:pt x="129" y="168"/>
                    <a:pt x="130" y="168"/>
                    <a:pt x="131" y="169"/>
                  </a:cubicBezTo>
                  <a:cubicBezTo>
                    <a:pt x="132" y="169"/>
                    <a:pt x="133" y="170"/>
                    <a:pt x="134" y="170"/>
                  </a:cubicBezTo>
                  <a:cubicBezTo>
                    <a:pt x="135" y="170"/>
                    <a:pt x="137" y="169"/>
                    <a:pt x="138" y="170"/>
                  </a:cubicBezTo>
                  <a:cubicBezTo>
                    <a:pt x="139" y="170"/>
                    <a:pt x="142" y="172"/>
                    <a:pt x="143" y="173"/>
                  </a:cubicBezTo>
                  <a:cubicBezTo>
                    <a:pt x="144" y="174"/>
                    <a:pt x="147" y="178"/>
                    <a:pt x="149" y="179"/>
                  </a:cubicBezTo>
                  <a:cubicBezTo>
                    <a:pt x="149" y="180"/>
                    <a:pt x="150" y="181"/>
                    <a:pt x="151" y="182"/>
                  </a:cubicBezTo>
                  <a:cubicBezTo>
                    <a:pt x="151" y="183"/>
                    <a:pt x="152" y="185"/>
                    <a:pt x="152" y="185"/>
                  </a:cubicBezTo>
                  <a:cubicBezTo>
                    <a:pt x="153" y="186"/>
                    <a:pt x="156" y="186"/>
                    <a:pt x="158" y="187"/>
                  </a:cubicBezTo>
                  <a:cubicBezTo>
                    <a:pt x="158" y="187"/>
                    <a:pt x="159" y="187"/>
                    <a:pt x="160" y="187"/>
                  </a:cubicBezTo>
                  <a:cubicBezTo>
                    <a:pt x="160" y="188"/>
                    <a:pt x="160" y="188"/>
                    <a:pt x="160" y="188"/>
                  </a:cubicBezTo>
                  <a:cubicBezTo>
                    <a:pt x="160" y="189"/>
                    <a:pt x="159" y="190"/>
                    <a:pt x="159" y="190"/>
                  </a:cubicBezTo>
                  <a:cubicBezTo>
                    <a:pt x="159" y="191"/>
                    <a:pt x="158" y="191"/>
                    <a:pt x="158" y="192"/>
                  </a:cubicBezTo>
                  <a:cubicBezTo>
                    <a:pt x="157" y="192"/>
                    <a:pt x="158" y="193"/>
                    <a:pt x="158" y="194"/>
                  </a:cubicBezTo>
                  <a:cubicBezTo>
                    <a:pt x="158" y="195"/>
                    <a:pt x="159" y="195"/>
                    <a:pt x="159" y="196"/>
                  </a:cubicBezTo>
                  <a:cubicBezTo>
                    <a:pt x="159" y="196"/>
                    <a:pt x="159" y="198"/>
                    <a:pt x="159" y="198"/>
                  </a:cubicBezTo>
                  <a:cubicBezTo>
                    <a:pt x="159" y="199"/>
                    <a:pt x="157" y="199"/>
                    <a:pt x="157" y="200"/>
                  </a:cubicBezTo>
                  <a:cubicBezTo>
                    <a:pt x="156" y="200"/>
                    <a:pt x="155" y="201"/>
                    <a:pt x="155" y="201"/>
                  </a:cubicBezTo>
                  <a:cubicBezTo>
                    <a:pt x="155" y="201"/>
                    <a:pt x="155" y="202"/>
                    <a:pt x="155" y="202"/>
                  </a:cubicBezTo>
                  <a:cubicBezTo>
                    <a:pt x="154" y="203"/>
                    <a:pt x="152" y="204"/>
                    <a:pt x="151" y="205"/>
                  </a:cubicBezTo>
                  <a:cubicBezTo>
                    <a:pt x="150" y="205"/>
                    <a:pt x="149" y="205"/>
                    <a:pt x="149" y="205"/>
                  </a:cubicBezTo>
                  <a:cubicBezTo>
                    <a:pt x="149" y="205"/>
                    <a:pt x="149" y="205"/>
                    <a:pt x="149" y="205"/>
                  </a:cubicBezTo>
                  <a:cubicBezTo>
                    <a:pt x="148" y="205"/>
                    <a:pt x="147" y="205"/>
                    <a:pt x="146" y="205"/>
                  </a:cubicBezTo>
                  <a:cubicBezTo>
                    <a:pt x="146" y="205"/>
                    <a:pt x="146" y="203"/>
                    <a:pt x="145" y="203"/>
                  </a:cubicBezTo>
                  <a:cubicBezTo>
                    <a:pt x="145" y="203"/>
                    <a:pt x="144" y="204"/>
                    <a:pt x="144" y="204"/>
                  </a:cubicBezTo>
                  <a:cubicBezTo>
                    <a:pt x="143" y="205"/>
                    <a:pt x="141" y="205"/>
                    <a:pt x="140" y="206"/>
                  </a:cubicBezTo>
                  <a:cubicBezTo>
                    <a:pt x="139" y="206"/>
                    <a:pt x="138" y="207"/>
                    <a:pt x="137" y="207"/>
                  </a:cubicBezTo>
                  <a:cubicBezTo>
                    <a:pt x="136" y="208"/>
                    <a:pt x="134" y="207"/>
                    <a:pt x="134" y="208"/>
                  </a:cubicBezTo>
                  <a:cubicBezTo>
                    <a:pt x="133" y="208"/>
                    <a:pt x="132" y="209"/>
                    <a:pt x="132" y="210"/>
                  </a:cubicBezTo>
                  <a:cubicBezTo>
                    <a:pt x="132" y="210"/>
                    <a:pt x="132" y="211"/>
                    <a:pt x="132" y="212"/>
                  </a:cubicBezTo>
                  <a:cubicBezTo>
                    <a:pt x="132" y="213"/>
                    <a:pt x="133" y="214"/>
                    <a:pt x="133" y="215"/>
                  </a:cubicBezTo>
                  <a:cubicBezTo>
                    <a:pt x="133" y="216"/>
                    <a:pt x="133" y="217"/>
                    <a:pt x="132" y="218"/>
                  </a:cubicBezTo>
                  <a:cubicBezTo>
                    <a:pt x="132" y="219"/>
                    <a:pt x="129" y="221"/>
                    <a:pt x="128" y="222"/>
                  </a:cubicBezTo>
                  <a:cubicBezTo>
                    <a:pt x="127" y="222"/>
                    <a:pt x="125" y="224"/>
                    <a:pt x="124" y="224"/>
                  </a:cubicBezTo>
                  <a:cubicBezTo>
                    <a:pt x="124" y="224"/>
                    <a:pt x="122" y="224"/>
                    <a:pt x="121" y="224"/>
                  </a:cubicBezTo>
                  <a:cubicBezTo>
                    <a:pt x="121" y="224"/>
                    <a:pt x="120" y="224"/>
                    <a:pt x="119" y="224"/>
                  </a:cubicBezTo>
                  <a:cubicBezTo>
                    <a:pt x="119" y="224"/>
                    <a:pt x="118" y="223"/>
                    <a:pt x="117" y="223"/>
                  </a:cubicBezTo>
                  <a:cubicBezTo>
                    <a:pt x="116" y="223"/>
                    <a:pt x="115" y="221"/>
                    <a:pt x="115" y="221"/>
                  </a:cubicBezTo>
                  <a:cubicBezTo>
                    <a:pt x="114" y="221"/>
                    <a:pt x="113" y="220"/>
                    <a:pt x="112" y="220"/>
                  </a:cubicBezTo>
                  <a:cubicBezTo>
                    <a:pt x="112" y="220"/>
                    <a:pt x="110" y="221"/>
                    <a:pt x="109" y="221"/>
                  </a:cubicBezTo>
                  <a:cubicBezTo>
                    <a:pt x="109" y="221"/>
                    <a:pt x="108" y="223"/>
                    <a:pt x="107" y="223"/>
                  </a:cubicBezTo>
                  <a:cubicBezTo>
                    <a:pt x="106" y="224"/>
                    <a:pt x="105" y="224"/>
                    <a:pt x="105" y="224"/>
                  </a:cubicBezTo>
                  <a:cubicBezTo>
                    <a:pt x="104" y="224"/>
                    <a:pt x="103" y="223"/>
                    <a:pt x="102" y="223"/>
                  </a:cubicBezTo>
                  <a:cubicBezTo>
                    <a:pt x="101" y="222"/>
                    <a:pt x="100" y="223"/>
                    <a:pt x="99" y="222"/>
                  </a:cubicBezTo>
                  <a:cubicBezTo>
                    <a:pt x="98" y="222"/>
                    <a:pt x="97" y="221"/>
                    <a:pt x="96" y="222"/>
                  </a:cubicBezTo>
                  <a:cubicBezTo>
                    <a:pt x="95" y="222"/>
                    <a:pt x="93" y="223"/>
                    <a:pt x="91" y="224"/>
                  </a:cubicBezTo>
                  <a:cubicBezTo>
                    <a:pt x="91" y="224"/>
                    <a:pt x="89" y="225"/>
                    <a:pt x="88" y="225"/>
                  </a:cubicBezTo>
                  <a:cubicBezTo>
                    <a:pt x="87" y="225"/>
                    <a:pt x="85" y="225"/>
                    <a:pt x="85" y="225"/>
                  </a:cubicBezTo>
                  <a:cubicBezTo>
                    <a:pt x="84" y="225"/>
                    <a:pt x="83" y="224"/>
                    <a:pt x="83" y="224"/>
                  </a:cubicBezTo>
                  <a:cubicBezTo>
                    <a:pt x="82" y="224"/>
                    <a:pt x="82" y="223"/>
                    <a:pt x="81" y="223"/>
                  </a:cubicBezTo>
                  <a:cubicBezTo>
                    <a:pt x="81" y="223"/>
                    <a:pt x="79" y="223"/>
                    <a:pt x="78" y="223"/>
                  </a:cubicBezTo>
                  <a:cubicBezTo>
                    <a:pt x="78" y="223"/>
                    <a:pt x="77" y="225"/>
                    <a:pt x="76" y="225"/>
                  </a:cubicBezTo>
                  <a:cubicBezTo>
                    <a:pt x="75" y="226"/>
                    <a:pt x="74" y="227"/>
                    <a:pt x="73" y="227"/>
                  </a:cubicBezTo>
                  <a:cubicBezTo>
                    <a:pt x="73" y="227"/>
                    <a:pt x="71" y="228"/>
                    <a:pt x="71" y="228"/>
                  </a:cubicBezTo>
                  <a:cubicBezTo>
                    <a:pt x="69" y="229"/>
                    <a:pt x="67" y="229"/>
                    <a:pt x="66" y="229"/>
                  </a:cubicBezTo>
                  <a:cubicBezTo>
                    <a:pt x="65" y="229"/>
                    <a:pt x="64" y="229"/>
                    <a:pt x="63" y="229"/>
                  </a:cubicBezTo>
                  <a:cubicBezTo>
                    <a:pt x="62" y="229"/>
                    <a:pt x="61" y="228"/>
                    <a:pt x="61" y="228"/>
                  </a:cubicBezTo>
                  <a:cubicBezTo>
                    <a:pt x="60" y="229"/>
                    <a:pt x="58" y="229"/>
                    <a:pt x="58" y="229"/>
                  </a:cubicBezTo>
                  <a:cubicBezTo>
                    <a:pt x="57" y="230"/>
                    <a:pt x="56" y="230"/>
                    <a:pt x="56" y="231"/>
                  </a:cubicBezTo>
                  <a:cubicBezTo>
                    <a:pt x="56" y="231"/>
                    <a:pt x="54" y="230"/>
                    <a:pt x="54" y="230"/>
                  </a:cubicBezTo>
                  <a:cubicBezTo>
                    <a:pt x="53" y="230"/>
                    <a:pt x="52" y="229"/>
                    <a:pt x="52" y="229"/>
                  </a:cubicBezTo>
                  <a:cubicBezTo>
                    <a:pt x="52" y="228"/>
                    <a:pt x="52" y="227"/>
                    <a:pt x="52" y="227"/>
                  </a:cubicBezTo>
                  <a:cubicBezTo>
                    <a:pt x="52" y="226"/>
                    <a:pt x="53" y="225"/>
                    <a:pt x="54" y="225"/>
                  </a:cubicBezTo>
                  <a:cubicBezTo>
                    <a:pt x="55" y="225"/>
                    <a:pt x="56" y="225"/>
                    <a:pt x="57" y="225"/>
                  </a:cubicBezTo>
                  <a:cubicBezTo>
                    <a:pt x="58" y="225"/>
                    <a:pt x="61" y="224"/>
                    <a:pt x="62" y="224"/>
                  </a:cubicBezTo>
                  <a:cubicBezTo>
                    <a:pt x="62" y="224"/>
                    <a:pt x="63" y="223"/>
                    <a:pt x="64" y="222"/>
                  </a:cubicBezTo>
                  <a:cubicBezTo>
                    <a:pt x="64" y="222"/>
                    <a:pt x="65" y="220"/>
                    <a:pt x="65" y="219"/>
                  </a:cubicBezTo>
                  <a:cubicBezTo>
                    <a:pt x="65" y="218"/>
                    <a:pt x="65" y="217"/>
                    <a:pt x="65" y="216"/>
                  </a:cubicBezTo>
                  <a:cubicBezTo>
                    <a:pt x="64" y="215"/>
                    <a:pt x="62" y="215"/>
                    <a:pt x="61" y="215"/>
                  </a:cubicBezTo>
                  <a:cubicBezTo>
                    <a:pt x="60" y="215"/>
                    <a:pt x="57" y="216"/>
                    <a:pt x="56" y="216"/>
                  </a:cubicBezTo>
                  <a:cubicBezTo>
                    <a:pt x="55" y="216"/>
                    <a:pt x="53" y="216"/>
                    <a:pt x="52" y="215"/>
                  </a:cubicBezTo>
                  <a:cubicBezTo>
                    <a:pt x="52" y="215"/>
                    <a:pt x="52" y="213"/>
                    <a:pt x="52" y="213"/>
                  </a:cubicBezTo>
                  <a:cubicBezTo>
                    <a:pt x="51" y="212"/>
                    <a:pt x="49" y="213"/>
                    <a:pt x="48" y="212"/>
                  </a:cubicBezTo>
                  <a:cubicBezTo>
                    <a:pt x="48" y="212"/>
                    <a:pt x="48" y="210"/>
                    <a:pt x="48" y="209"/>
                  </a:cubicBezTo>
                  <a:cubicBezTo>
                    <a:pt x="48" y="209"/>
                    <a:pt x="47" y="208"/>
                    <a:pt x="46" y="208"/>
                  </a:cubicBezTo>
                  <a:cubicBezTo>
                    <a:pt x="46" y="207"/>
                    <a:pt x="44" y="206"/>
                    <a:pt x="43" y="205"/>
                  </a:cubicBezTo>
                  <a:cubicBezTo>
                    <a:pt x="42" y="205"/>
                    <a:pt x="40" y="206"/>
                    <a:pt x="39" y="206"/>
                  </a:cubicBezTo>
                  <a:cubicBezTo>
                    <a:pt x="38" y="205"/>
                    <a:pt x="36" y="204"/>
                    <a:pt x="35" y="204"/>
                  </a:cubicBezTo>
                  <a:cubicBezTo>
                    <a:pt x="34" y="204"/>
                    <a:pt x="32" y="204"/>
                    <a:pt x="31" y="204"/>
                  </a:cubicBezTo>
                  <a:cubicBezTo>
                    <a:pt x="31" y="204"/>
                    <a:pt x="31" y="204"/>
                    <a:pt x="30" y="205"/>
                  </a:cubicBezTo>
                  <a:cubicBezTo>
                    <a:pt x="31" y="203"/>
                    <a:pt x="31" y="202"/>
                    <a:pt x="30" y="201"/>
                  </a:cubicBezTo>
                  <a:cubicBezTo>
                    <a:pt x="30" y="200"/>
                    <a:pt x="28" y="199"/>
                    <a:pt x="28" y="199"/>
                  </a:cubicBezTo>
                  <a:cubicBezTo>
                    <a:pt x="28" y="198"/>
                    <a:pt x="27" y="197"/>
                    <a:pt x="27" y="196"/>
                  </a:cubicBezTo>
                  <a:cubicBezTo>
                    <a:pt x="27" y="195"/>
                    <a:pt x="28" y="194"/>
                    <a:pt x="28" y="193"/>
                  </a:cubicBezTo>
                  <a:cubicBezTo>
                    <a:pt x="28" y="192"/>
                    <a:pt x="26" y="190"/>
                    <a:pt x="26" y="190"/>
                  </a:cubicBezTo>
                  <a:cubicBezTo>
                    <a:pt x="25" y="189"/>
                    <a:pt x="24" y="189"/>
                    <a:pt x="23" y="188"/>
                  </a:cubicBezTo>
                  <a:cubicBezTo>
                    <a:pt x="23" y="187"/>
                    <a:pt x="22" y="185"/>
                    <a:pt x="22" y="184"/>
                  </a:cubicBezTo>
                  <a:cubicBezTo>
                    <a:pt x="22" y="183"/>
                    <a:pt x="21" y="181"/>
                    <a:pt x="21" y="180"/>
                  </a:cubicBezTo>
                  <a:cubicBezTo>
                    <a:pt x="20" y="179"/>
                    <a:pt x="20" y="177"/>
                    <a:pt x="19" y="176"/>
                  </a:cubicBezTo>
                  <a:cubicBezTo>
                    <a:pt x="18" y="176"/>
                    <a:pt x="17" y="175"/>
                    <a:pt x="16" y="175"/>
                  </a:cubicBezTo>
                  <a:cubicBezTo>
                    <a:pt x="16" y="175"/>
                    <a:pt x="15" y="173"/>
                    <a:pt x="15" y="173"/>
                  </a:cubicBezTo>
                  <a:cubicBezTo>
                    <a:pt x="14" y="172"/>
                    <a:pt x="13" y="172"/>
                    <a:pt x="13" y="172"/>
                  </a:cubicBezTo>
                  <a:cubicBezTo>
                    <a:pt x="12" y="171"/>
                    <a:pt x="13" y="170"/>
                    <a:pt x="13" y="169"/>
                  </a:cubicBezTo>
                  <a:cubicBezTo>
                    <a:pt x="13" y="169"/>
                    <a:pt x="13" y="168"/>
                    <a:pt x="14" y="167"/>
                  </a:cubicBezTo>
                  <a:cubicBezTo>
                    <a:pt x="14" y="166"/>
                    <a:pt x="14" y="165"/>
                    <a:pt x="15" y="165"/>
                  </a:cubicBezTo>
                  <a:cubicBezTo>
                    <a:pt x="15" y="164"/>
                    <a:pt x="16" y="163"/>
                    <a:pt x="16" y="162"/>
                  </a:cubicBezTo>
                  <a:cubicBezTo>
                    <a:pt x="16" y="162"/>
                    <a:pt x="15" y="160"/>
                    <a:pt x="15" y="160"/>
                  </a:cubicBezTo>
                  <a:cubicBezTo>
                    <a:pt x="14" y="159"/>
                    <a:pt x="13" y="158"/>
                    <a:pt x="13" y="157"/>
                  </a:cubicBezTo>
                  <a:cubicBezTo>
                    <a:pt x="13" y="156"/>
                    <a:pt x="11" y="154"/>
                    <a:pt x="11" y="15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91"/>
            <p:cNvSpPr>
              <a:spLocks noEditPoints="1"/>
            </p:cNvSpPr>
            <p:nvPr/>
          </p:nvSpPr>
          <p:spPr bwMode="auto">
            <a:xfrm>
              <a:off x="2212976" y="3073401"/>
              <a:ext cx="180975" cy="319088"/>
            </a:xfrm>
            <a:custGeom>
              <a:avLst/>
              <a:gdLst/>
              <a:ahLst/>
              <a:cxnLst>
                <a:cxn ang="0">
                  <a:pos x="93" y="59"/>
                </a:cxn>
                <a:cxn ang="0">
                  <a:pos x="89" y="65"/>
                </a:cxn>
                <a:cxn ang="0">
                  <a:pos x="84" y="68"/>
                </a:cxn>
                <a:cxn ang="0">
                  <a:pos x="86" y="70"/>
                </a:cxn>
                <a:cxn ang="0">
                  <a:pos x="89" y="79"/>
                </a:cxn>
                <a:cxn ang="0">
                  <a:pos x="86" y="86"/>
                </a:cxn>
                <a:cxn ang="0">
                  <a:pos x="88" y="90"/>
                </a:cxn>
                <a:cxn ang="0">
                  <a:pos x="92" y="98"/>
                </a:cxn>
                <a:cxn ang="0">
                  <a:pos x="83" y="107"/>
                </a:cxn>
                <a:cxn ang="0">
                  <a:pos x="78" y="117"/>
                </a:cxn>
                <a:cxn ang="0">
                  <a:pos x="75" y="126"/>
                </a:cxn>
                <a:cxn ang="0">
                  <a:pos x="68" y="138"/>
                </a:cxn>
                <a:cxn ang="0">
                  <a:pos x="60" y="147"/>
                </a:cxn>
                <a:cxn ang="0">
                  <a:pos x="52" y="157"/>
                </a:cxn>
                <a:cxn ang="0">
                  <a:pos x="48" y="161"/>
                </a:cxn>
                <a:cxn ang="0">
                  <a:pos x="40" y="160"/>
                </a:cxn>
                <a:cxn ang="0">
                  <a:pos x="33" y="165"/>
                </a:cxn>
                <a:cxn ang="0">
                  <a:pos x="23" y="168"/>
                </a:cxn>
                <a:cxn ang="0">
                  <a:pos x="10" y="160"/>
                </a:cxn>
                <a:cxn ang="0">
                  <a:pos x="10" y="150"/>
                </a:cxn>
                <a:cxn ang="0">
                  <a:pos x="18" y="143"/>
                </a:cxn>
                <a:cxn ang="0">
                  <a:pos x="10" y="134"/>
                </a:cxn>
                <a:cxn ang="0">
                  <a:pos x="7" y="118"/>
                </a:cxn>
                <a:cxn ang="0">
                  <a:pos x="0" y="104"/>
                </a:cxn>
                <a:cxn ang="0">
                  <a:pos x="6" y="97"/>
                </a:cxn>
                <a:cxn ang="0">
                  <a:pos x="3" y="83"/>
                </a:cxn>
                <a:cxn ang="0">
                  <a:pos x="13" y="79"/>
                </a:cxn>
                <a:cxn ang="0">
                  <a:pos x="22" y="71"/>
                </a:cxn>
                <a:cxn ang="0">
                  <a:pos x="21" y="58"/>
                </a:cxn>
                <a:cxn ang="0">
                  <a:pos x="24" y="49"/>
                </a:cxn>
                <a:cxn ang="0">
                  <a:pos x="25" y="41"/>
                </a:cxn>
                <a:cxn ang="0">
                  <a:pos x="26" y="33"/>
                </a:cxn>
                <a:cxn ang="0">
                  <a:pos x="31" y="23"/>
                </a:cxn>
                <a:cxn ang="0">
                  <a:pos x="41" y="16"/>
                </a:cxn>
                <a:cxn ang="0">
                  <a:pos x="47" y="8"/>
                </a:cxn>
                <a:cxn ang="0">
                  <a:pos x="51" y="0"/>
                </a:cxn>
                <a:cxn ang="0">
                  <a:pos x="59" y="4"/>
                </a:cxn>
                <a:cxn ang="0">
                  <a:pos x="58" y="10"/>
                </a:cxn>
                <a:cxn ang="0">
                  <a:pos x="66" y="7"/>
                </a:cxn>
                <a:cxn ang="0">
                  <a:pos x="70" y="15"/>
                </a:cxn>
                <a:cxn ang="0">
                  <a:pos x="74" y="22"/>
                </a:cxn>
                <a:cxn ang="0">
                  <a:pos x="78" y="30"/>
                </a:cxn>
                <a:cxn ang="0">
                  <a:pos x="80" y="38"/>
                </a:cxn>
                <a:cxn ang="0">
                  <a:pos x="80" y="46"/>
                </a:cxn>
                <a:cxn ang="0">
                  <a:pos x="79" y="56"/>
                </a:cxn>
                <a:cxn ang="0">
                  <a:pos x="86" y="54"/>
                </a:cxn>
                <a:cxn ang="0">
                  <a:pos x="93" y="53"/>
                </a:cxn>
                <a:cxn ang="0">
                  <a:pos x="40" y="129"/>
                </a:cxn>
                <a:cxn ang="0">
                  <a:pos x="29" y="121"/>
                </a:cxn>
                <a:cxn ang="0">
                  <a:pos x="22" y="113"/>
                </a:cxn>
                <a:cxn ang="0">
                  <a:pos x="15" y="122"/>
                </a:cxn>
                <a:cxn ang="0">
                  <a:pos x="21" y="132"/>
                </a:cxn>
                <a:cxn ang="0">
                  <a:pos x="23" y="142"/>
                </a:cxn>
                <a:cxn ang="0">
                  <a:pos x="30" y="135"/>
                </a:cxn>
                <a:cxn ang="0">
                  <a:pos x="38" y="131"/>
                </a:cxn>
              </a:cxnLst>
              <a:rect l="0" t="0" r="r" b="b"/>
              <a:pathLst>
                <a:path w="96" h="169">
                  <a:moveTo>
                    <a:pt x="96" y="54"/>
                  </a:moveTo>
                  <a:cubicBezTo>
                    <a:pt x="96" y="55"/>
                    <a:pt x="96" y="57"/>
                    <a:pt x="96" y="57"/>
                  </a:cubicBezTo>
                  <a:cubicBezTo>
                    <a:pt x="96" y="58"/>
                    <a:pt x="96" y="59"/>
                    <a:pt x="96" y="59"/>
                  </a:cubicBezTo>
                  <a:cubicBezTo>
                    <a:pt x="95" y="59"/>
                    <a:pt x="94" y="58"/>
                    <a:pt x="93" y="59"/>
                  </a:cubicBezTo>
                  <a:cubicBezTo>
                    <a:pt x="93" y="59"/>
                    <a:pt x="92" y="60"/>
                    <a:pt x="92" y="60"/>
                  </a:cubicBezTo>
                  <a:cubicBezTo>
                    <a:pt x="92" y="61"/>
                    <a:pt x="92" y="62"/>
                    <a:pt x="92" y="63"/>
                  </a:cubicBezTo>
                  <a:cubicBezTo>
                    <a:pt x="92" y="63"/>
                    <a:pt x="92" y="64"/>
                    <a:pt x="91" y="65"/>
                  </a:cubicBezTo>
                  <a:cubicBezTo>
                    <a:pt x="91" y="65"/>
                    <a:pt x="89" y="65"/>
                    <a:pt x="89" y="65"/>
                  </a:cubicBezTo>
                  <a:cubicBezTo>
                    <a:pt x="88" y="66"/>
                    <a:pt x="87" y="66"/>
                    <a:pt x="87" y="66"/>
                  </a:cubicBezTo>
                  <a:cubicBezTo>
                    <a:pt x="86" y="66"/>
                    <a:pt x="86" y="66"/>
                    <a:pt x="86" y="66"/>
                  </a:cubicBezTo>
                  <a:cubicBezTo>
                    <a:pt x="85" y="66"/>
                    <a:pt x="84" y="67"/>
                    <a:pt x="84" y="67"/>
                  </a:cubicBezTo>
                  <a:cubicBezTo>
                    <a:pt x="84" y="67"/>
                    <a:pt x="84" y="68"/>
                    <a:pt x="84" y="68"/>
                  </a:cubicBezTo>
                  <a:cubicBezTo>
                    <a:pt x="84" y="69"/>
                    <a:pt x="83" y="69"/>
                    <a:pt x="82" y="70"/>
                  </a:cubicBezTo>
                  <a:cubicBezTo>
                    <a:pt x="82" y="70"/>
                    <a:pt x="83" y="71"/>
                    <a:pt x="83" y="71"/>
                  </a:cubicBezTo>
                  <a:cubicBezTo>
                    <a:pt x="83" y="72"/>
                    <a:pt x="85" y="71"/>
                    <a:pt x="85" y="71"/>
                  </a:cubicBezTo>
                  <a:cubicBezTo>
                    <a:pt x="86" y="71"/>
                    <a:pt x="86" y="70"/>
                    <a:pt x="86" y="70"/>
                  </a:cubicBezTo>
                  <a:cubicBezTo>
                    <a:pt x="87" y="70"/>
                    <a:pt x="88" y="70"/>
                    <a:pt x="88" y="71"/>
                  </a:cubicBezTo>
                  <a:cubicBezTo>
                    <a:pt x="89" y="71"/>
                    <a:pt x="88" y="72"/>
                    <a:pt x="87" y="72"/>
                  </a:cubicBezTo>
                  <a:cubicBezTo>
                    <a:pt x="87" y="73"/>
                    <a:pt x="87" y="75"/>
                    <a:pt x="87" y="76"/>
                  </a:cubicBezTo>
                  <a:cubicBezTo>
                    <a:pt x="88" y="77"/>
                    <a:pt x="88" y="78"/>
                    <a:pt x="89" y="79"/>
                  </a:cubicBezTo>
                  <a:cubicBezTo>
                    <a:pt x="89" y="80"/>
                    <a:pt x="90" y="81"/>
                    <a:pt x="90" y="81"/>
                  </a:cubicBezTo>
                  <a:cubicBezTo>
                    <a:pt x="90" y="82"/>
                    <a:pt x="89" y="83"/>
                    <a:pt x="89" y="83"/>
                  </a:cubicBezTo>
                  <a:cubicBezTo>
                    <a:pt x="88" y="83"/>
                    <a:pt x="87" y="84"/>
                    <a:pt x="86" y="84"/>
                  </a:cubicBezTo>
                  <a:cubicBezTo>
                    <a:pt x="86" y="84"/>
                    <a:pt x="85" y="85"/>
                    <a:pt x="86" y="86"/>
                  </a:cubicBezTo>
                  <a:cubicBezTo>
                    <a:pt x="86" y="86"/>
                    <a:pt x="87" y="86"/>
                    <a:pt x="87" y="86"/>
                  </a:cubicBezTo>
                  <a:cubicBezTo>
                    <a:pt x="88" y="86"/>
                    <a:pt x="89" y="86"/>
                    <a:pt x="89" y="87"/>
                  </a:cubicBezTo>
                  <a:cubicBezTo>
                    <a:pt x="89" y="87"/>
                    <a:pt x="89" y="88"/>
                    <a:pt x="89" y="89"/>
                  </a:cubicBezTo>
                  <a:cubicBezTo>
                    <a:pt x="89" y="89"/>
                    <a:pt x="88" y="90"/>
                    <a:pt x="88" y="90"/>
                  </a:cubicBezTo>
                  <a:cubicBezTo>
                    <a:pt x="88" y="91"/>
                    <a:pt x="87" y="92"/>
                    <a:pt x="88" y="92"/>
                  </a:cubicBezTo>
                  <a:cubicBezTo>
                    <a:pt x="88" y="93"/>
                    <a:pt x="88" y="93"/>
                    <a:pt x="88" y="93"/>
                  </a:cubicBezTo>
                  <a:cubicBezTo>
                    <a:pt x="89" y="94"/>
                    <a:pt x="90" y="94"/>
                    <a:pt x="90" y="95"/>
                  </a:cubicBezTo>
                  <a:cubicBezTo>
                    <a:pt x="90" y="95"/>
                    <a:pt x="92" y="97"/>
                    <a:pt x="92" y="98"/>
                  </a:cubicBezTo>
                  <a:cubicBezTo>
                    <a:pt x="92" y="98"/>
                    <a:pt x="91" y="99"/>
                    <a:pt x="90" y="100"/>
                  </a:cubicBezTo>
                  <a:cubicBezTo>
                    <a:pt x="90" y="100"/>
                    <a:pt x="89" y="102"/>
                    <a:pt x="88" y="102"/>
                  </a:cubicBezTo>
                  <a:cubicBezTo>
                    <a:pt x="88" y="103"/>
                    <a:pt x="85" y="104"/>
                    <a:pt x="84" y="105"/>
                  </a:cubicBezTo>
                  <a:cubicBezTo>
                    <a:pt x="84" y="105"/>
                    <a:pt x="83" y="106"/>
                    <a:pt x="83" y="107"/>
                  </a:cubicBezTo>
                  <a:cubicBezTo>
                    <a:pt x="83" y="108"/>
                    <a:pt x="83" y="109"/>
                    <a:pt x="83" y="110"/>
                  </a:cubicBezTo>
                  <a:cubicBezTo>
                    <a:pt x="83" y="110"/>
                    <a:pt x="81" y="110"/>
                    <a:pt x="81" y="111"/>
                  </a:cubicBezTo>
                  <a:cubicBezTo>
                    <a:pt x="80" y="111"/>
                    <a:pt x="78" y="113"/>
                    <a:pt x="78" y="114"/>
                  </a:cubicBezTo>
                  <a:cubicBezTo>
                    <a:pt x="78" y="115"/>
                    <a:pt x="78" y="117"/>
                    <a:pt x="78" y="117"/>
                  </a:cubicBezTo>
                  <a:cubicBezTo>
                    <a:pt x="78" y="118"/>
                    <a:pt x="80" y="120"/>
                    <a:pt x="81" y="120"/>
                  </a:cubicBezTo>
                  <a:cubicBezTo>
                    <a:pt x="81" y="120"/>
                    <a:pt x="81" y="120"/>
                    <a:pt x="81" y="120"/>
                  </a:cubicBezTo>
                  <a:cubicBezTo>
                    <a:pt x="80" y="121"/>
                    <a:pt x="79" y="122"/>
                    <a:pt x="78" y="123"/>
                  </a:cubicBezTo>
                  <a:cubicBezTo>
                    <a:pt x="77" y="123"/>
                    <a:pt x="76" y="125"/>
                    <a:pt x="75" y="126"/>
                  </a:cubicBezTo>
                  <a:cubicBezTo>
                    <a:pt x="74" y="127"/>
                    <a:pt x="74" y="129"/>
                    <a:pt x="74" y="130"/>
                  </a:cubicBezTo>
                  <a:cubicBezTo>
                    <a:pt x="74" y="131"/>
                    <a:pt x="73" y="132"/>
                    <a:pt x="73" y="132"/>
                  </a:cubicBezTo>
                  <a:cubicBezTo>
                    <a:pt x="73" y="133"/>
                    <a:pt x="71" y="133"/>
                    <a:pt x="71" y="134"/>
                  </a:cubicBezTo>
                  <a:cubicBezTo>
                    <a:pt x="70" y="135"/>
                    <a:pt x="69" y="137"/>
                    <a:pt x="68" y="138"/>
                  </a:cubicBezTo>
                  <a:cubicBezTo>
                    <a:pt x="68" y="139"/>
                    <a:pt x="65" y="140"/>
                    <a:pt x="64" y="141"/>
                  </a:cubicBezTo>
                  <a:cubicBezTo>
                    <a:pt x="63" y="141"/>
                    <a:pt x="61" y="141"/>
                    <a:pt x="60" y="142"/>
                  </a:cubicBezTo>
                  <a:cubicBezTo>
                    <a:pt x="59" y="142"/>
                    <a:pt x="58" y="143"/>
                    <a:pt x="58" y="144"/>
                  </a:cubicBezTo>
                  <a:cubicBezTo>
                    <a:pt x="58" y="145"/>
                    <a:pt x="60" y="146"/>
                    <a:pt x="60" y="147"/>
                  </a:cubicBezTo>
                  <a:cubicBezTo>
                    <a:pt x="60" y="148"/>
                    <a:pt x="59" y="149"/>
                    <a:pt x="59" y="150"/>
                  </a:cubicBezTo>
                  <a:cubicBezTo>
                    <a:pt x="58" y="151"/>
                    <a:pt x="57" y="152"/>
                    <a:pt x="56" y="153"/>
                  </a:cubicBezTo>
                  <a:cubicBezTo>
                    <a:pt x="56" y="153"/>
                    <a:pt x="54" y="155"/>
                    <a:pt x="53" y="155"/>
                  </a:cubicBezTo>
                  <a:cubicBezTo>
                    <a:pt x="53" y="156"/>
                    <a:pt x="52" y="156"/>
                    <a:pt x="52" y="157"/>
                  </a:cubicBezTo>
                  <a:cubicBezTo>
                    <a:pt x="52" y="158"/>
                    <a:pt x="53" y="159"/>
                    <a:pt x="53" y="159"/>
                  </a:cubicBezTo>
                  <a:cubicBezTo>
                    <a:pt x="53" y="160"/>
                    <a:pt x="53" y="161"/>
                    <a:pt x="53" y="161"/>
                  </a:cubicBezTo>
                  <a:cubicBezTo>
                    <a:pt x="53" y="161"/>
                    <a:pt x="52" y="162"/>
                    <a:pt x="52" y="162"/>
                  </a:cubicBezTo>
                  <a:cubicBezTo>
                    <a:pt x="51" y="162"/>
                    <a:pt x="49" y="161"/>
                    <a:pt x="48" y="161"/>
                  </a:cubicBezTo>
                  <a:cubicBezTo>
                    <a:pt x="47" y="160"/>
                    <a:pt x="46" y="160"/>
                    <a:pt x="46" y="161"/>
                  </a:cubicBezTo>
                  <a:cubicBezTo>
                    <a:pt x="45" y="161"/>
                    <a:pt x="44" y="161"/>
                    <a:pt x="43" y="161"/>
                  </a:cubicBezTo>
                  <a:cubicBezTo>
                    <a:pt x="43" y="161"/>
                    <a:pt x="42" y="162"/>
                    <a:pt x="42" y="162"/>
                  </a:cubicBezTo>
                  <a:cubicBezTo>
                    <a:pt x="41" y="161"/>
                    <a:pt x="41" y="160"/>
                    <a:pt x="40" y="160"/>
                  </a:cubicBezTo>
                  <a:cubicBezTo>
                    <a:pt x="40" y="160"/>
                    <a:pt x="39" y="160"/>
                    <a:pt x="38" y="160"/>
                  </a:cubicBezTo>
                  <a:cubicBezTo>
                    <a:pt x="37" y="160"/>
                    <a:pt x="36" y="161"/>
                    <a:pt x="36" y="161"/>
                  </a:cubicBezTo>
                  <a:cubicBezTo>
                    <a:pt x="35" y="162"/>
                    <a:pt x="35" y="164"/>
                    <a:pt x="35" y="164"/>
                  </a:cubicBezTo>
                  <a:cubicBezTo>
                    <a:pt x="34" y="165"/>
                    <a:pt x="33" y="165"/>
                    <a:pt x="33" y="165"/>
                  </a:cubicBezTo>
                  <a:cubicBezTo>
                    <a:pt x="32" y="166"/>
                    <a:pt x="30" y="165"/>
                    <a:pt x="29" y="165"/>
                  </a:cubicBezTo>
                  <a:cubicBezTo>
                    <a:pt x="28" y="165"/>
                    <a:pt x="27" y="166"/>
                    <a:pt x="27" y="166"/>
                  </a:cubicBezTo>
                  <a:cubicBezTo>
                    <a:pt x="26" y="167"/>
                    <a:pt x="26" y="168"/>
                    <a:pt x="25" y="168"/>
                  </a:cubicBezTo>
                  <a:cubicBezTo>
                    <a:pt x="25" y="169"/>
                    <a:pt x="23" y="168"/>
                    <a:pt x="23" y="168"/>
                  </a:cubicBezTo>
                  <a:cubicBezTo>
                    <a:pt x="22" y="168"/>
                    <a:pt x="20" y="168"/>
                    <a:pt x="19" y="168"/>
                  </a:cubicBezTo>
                  <a:cubicBezTo>
                    <a:pt x="19" y="167"/>
                    <a:pt x="18" y="166"/>
                    <a:pt x="18" y="165"/>
                  </a:cubicBezTo>
                  <a:cubicBezTo>
                    <a:pt x="17" y="164"/>
                    <a:pt x="15" y="163"/>
                    <a:pt x="14" y="162"/>
                  </a:cubicBezTo>
                  <a:cubicBezTo>
                    <a:pt x="13" y="162"/>
                    <a:pt x="11" y="161"/>
                    <a:pt x="10" y="160"/>
                  </a:cubicBezTo>
                  <a:cubicBezTo>
                    <a:pt x="10" y="159"/>
                    <a:pt x="10" y="157"/>
                    <a:pt x="10" y="156"/>
                  </a:cubicBezTo>
                  <a:cubicBezTo>
                    <a:pt x="10" y="155"/>
                    <a:pt x="10" y="153"/>
                    <a:pt x="9" y="152"/>
                  </a:cubicBezTo>
                  <a:cubicBezTo>
                    <a:pt x="9" y="152"/>
                    <a:pt x="9" y="151"/>
                    <a:pt x="9" y="151"/>
                  </a:cubicBezTo>
                  <a:cubicBezTo>
                    <a:pt x="9" y="150"/>
                    <a:pt x="10" y="150"/>
                    <a:pt x="10" y="150"/>
                  </a:cubicBezTo>
                  <a:cubicBezTo>
                    <a:pt x="10" y="149"/>
                    <a:pt x="12" y="148"/>
                    <a:pt x="12" y="147"/>
                  </a:cubicBezTo>
                  <a:cubicBezTo>
                    <a:pt x="13" y="147"/>
                    <a:pt x="15" y="146"/>
                    <a:pt x="17" y="146"/>
                  </a:cubicBezTo>
                  <a:cubicBezTo>
                    <a:pt x="17" y="146"/>
                    <a:pt x="18" y="146"/>
                    <a:pt x="19" y="145"/>
                  </a:cubicBezTo>
                  <a:cubicBezTo>
                    <a:pt x="19" y="144"/>
                    <a:pt x="18" y="143"/>
                    <a:pt x="18" y="143"/>
                  </a:cubicBezTo>
                  <a:cubicBezTo>
                    <a:pt x="18" y="142"/>
                    <a:pt x="17" y="140"/>
                    <a:pt x="16" y="139"/>
                  </a:cubicBezTo>
                  <a:cubicBezTo>
                    <a:pt x="15" y="139"/>
                    <a:pt x="14" y="138"/>
                    <a:pt x="14" y="137"/>
                  </a:cubicBezTo>
                  <a:cubicBezTo>
                    <a:pt x="13" y="137"/>
                    <a:pt x="12" y="137"/>
                    <a:pt x="11" y="137"/>
                  </a:cubicBezTo>
                  <a:cubicBezTo>
                    <a:pt x="11" y="136"/>
                    <a:pt x="10" y="135"/>
                    <a:pt x="10" y="134"/>
                  </a:cubicBezTo>
                  <a:cubicBezTo>
                    <a:pt x="10" y="133"/>
                    <a:pt x="9" y="131"/>
                    <a:pt x="9" y="131"/>
                  </a:cubicBezTo>
                  <a:cubicBezTo>
                    <a:pt x="9" y="130"/>
                    <a:pt x="9" y="128"/>
                    <a:pt x="9" y="127"/>
                  </a:cubicBezTo>
                  <a:cubicBezTo>
                    <a:pt x="9" y="126"/>
                    <a:pt x="9" y="124"/>
                    <a:pt x="8" y="122"/>
                  </a:cubicBezTo>
                  <a:cubicBezTo>
                    <a:pt x="8" y="121"/>
                    <a:pt x="8" y="119"/>
                    <a:pt x="7" y="118"/>
                  </a:cubicBezTo>
                  <a:cubicBezTo>
                    <a:pt x="7" y="118"/>
                    <a:pt x="5" y="116"/>
                    <a:pt x="5" y="115"/>
                  </a:cubicBezTo>
                  <a:cubicBezTo>
                    <a:pt x="4" y="114"/>
                    <a:pt x="3" y="112"/>
                    <a:pt x="2" y="111"/>
                  </a:cubicBezTo>
                  <a:cubicBezTo>
                    <a:pt x="2" y="110"/>
                    <a:pt x="2" y="107"/>
                    <a:pt x="1" y="107"/>
                  </a:cubicBezTo>
                  <a:cubicBezTo>
                    <a:pt x="1" y="107"/>
                    <a:pt x="0" y="105"/>
                    <a:pt x="0" y="104"/>
                  </a:cubicBezTo>
                  <a:cubicBezTo>
                    <a:pt x="0" y="103"/>
                    <a:pt x="0" y="102"/>
                    <a:pt x="0" y="101"/>
                  </a:cubicBezTo>
                  <a:cubicBezTo>
                    <a:pt x="0" y="101"/>
                    <a:pt x="1" y="100"/>
                    <a:pt x="1" y="100"/>
                  </a:cubicBezTo>
                  <a:cubicBezTo>
                    <a:pt x="2" y="100"/>
                    <a:pt x="2" y="98"/>
                    <a:pt x="3" y="98"/>
                  </a:cubicBezTo>
                  <a:cubicBezTo>
                    <a:pt x="3" y="97"/>
                    <a:pt x="6" y="98"/>
                    <a:pt x="6" y="97"/>
                  </a:cubicBezTo>
                  <a:cubicBezTo>
                    <a:pt x="7" y="96"/>
                    <a:pt x="6" y="94"/>
                    <a:pt x="6" y="94"/>
                  </a:cubicBezTo>
                  <a:cubicBezTo>
                    <a:pt x="6" y="93"/>
                    <a:pt x="4" y="92"/>
                    <a:pt x="4" y="92"/>
                  </a:cubicBezTo>
                  <a:cubicBezTo>
                    <a:pt x="3" y="91"/>
                    <a:pt x="3" y="89"/>
                    <a:pt x="3" y="89"/>
                  </a:cubicBezTo>
                  <a:cubicBezTo>
                    <a:pt x="3" y="87"/>
                    <a:pt x="3" y="84"/>
                    <a:pt x="3" y="83"/>
                  </a:cubicBezTo>
                  <a:cubicBezTo>
                    <a:pt x="3" y="82"/>
                    <a:pt x="2" y="81"/>
                    <a:pt x="3" y="80"/>
                  </a:cubicBezTo>
                  <a:cubicBezTo>
                    <a:pt x="3" y="80"/>
                    <a:pt x="4" y="80"/>
                    <a:pt x="5" y="80"/>
                  </a:cubicBezTo>
                  <a:cubicBezTo>
                    <a:pt x="6" y="80"/>
                    <a:pt x="8" y="80"/>
                    <a:pt x="10" y="80"/>
                  </a:cubicBezTo>
                  <a:cubicBezTo>
                    <a:pt x="10" y="80"/>
                    <a:pt x="12" y="80"/>
                    <a:pt x="13" y="79"/>
                  </a:cubicBezTo>
                  <a:cubicBezTo>
                    <a:pt x="14" y="79"/>
                    <a:pt x="15" y="77"/>
                    <a:pt x="16" y="77"/>
                  </a:cubicBezTo>
                  <a:cubicBezTo>
                    <a:pt x="17" y="76"/>
                    <a:pt x="18" y="75"/>
                    <a:pt x="19" y="75"/>
                  </a:cubicBezTo>
                  <a:cubicBezTo>
                    <a:pt x="19" y="74"/>
                    <a:pt x="21" y="74"/>
                    <a:pt x="21" y="73"/>
                  </a:cubicBezTo>
                  <a:cubicBezTo>
                    <a:pt x="22" y="73"/>
                    <a:pt x="22" y="71"/>
                    <a:pt x="22" y="71"/>
                  </a:cubicBezTo>
                  <a:cubicBezTo>
                    <a:pt x="22" y="70"/>
                    <a:pt x="23" y="68"/>
                    <a:pt x="23" y="67"/>
                  </a:cubicBezTo>
                  <a:cubicBezTo>
                    <a:pt x="23" y="67"/>
                    <a:pt x="22" y="65"/>
                    <a:pt x="22" y="64"/>
                  </a:cubicBezTo>
                  <a:cubicBezTo>
                    <a:pt x="22" y="64"/>
                    <a:pt x="21" y="63"/>
                    <a:pt x="21" y="62"/>
                  </a:cubicBezTo>
                  <a:cubicBezTo>
                    <a:pt x="21" y="61"/>
                    <a:pt x="21" y="59"/>
                    <a:pt x="21" y="58"/>
                  </a:cubicBezTo>
                  <a:cubicBezTo>
                    <a:pt x="21" y="57"/>
                    <a:pt x="21" y="55"/>
                    <a:pt x="21" y="54"/>
                  </a:cubicBezTo>
                  <a:cubicBezTo>
                    <a:pt x="21" y="54"/>
                    <a:pt x="23" y="54"/>
                    <a:pt x="23" y="53"/>
                  </a:cubicBezTo>
                  <a:cubicBezTo>
                    <a:pt x="24" y="53"/>
                    <a:pt x="25" y="52"/>
                    <a:pt x="25" y="51"/>
                  </a:cubicBezTo>
                  <a:cubicBezTo>
                    <a:pt x="25" y="50"/>
                    <a:pt x="25" y="50"/>
                    <a:pt x="24" y="49"/>
                  </a:cubicBezTo>
                  <a:cubicBezTo>
                    <a:pt x="24" y="49"/>
                    <a:pt x="24" y="48"/>
                    <a:pt x="24" y="47"/>
                  </a:cubicBezTo>
                  <a:cubicBezTo>
                    <a:pt x="24" y="46"/>
                    <a:pt x="24" y="44"/>
                    <a:pt x="24" y="43"/>
                  </a:cubicBezTo>
                  <a:cubicBezTo>
                    <a:pt x="24" y="43"/>
                    <a:pt x="24" y="42"/>
                    <a:pt x="24" y="42"/>
                  </a:cubicBezTo>
                  <a:cubicBezTo>
                    <a:pt x="24" y="41"/>
                    <a:pt x="25" y="41"/>
                    <a:pt x="25" y="41"/>
                  </a:cubicBezTo>
                  <a:cubicBezTo>
                    <a:pt x="26" y="40"/>
                    <a:pt x="28" y="39"/>
                    <a:pt x="28" y="38"/>
                  </a:cubicBezTo>
                  <a:cubicBezTo>
                    <a:pt x="29" y="38"/>
                    <a:pt x="28" y="37"/>
                    <a:pt x="28" y="36"/>
                  </a:cubicBezTo>
                  <a:cubicBezTo>
                    <a:pt x="27" y="36"/>
                    <a:pt x="26" y="35"/>
                    <a:pt x="26" y="35"/>
                  </a:cubicBezTo>
                  <a:cubicBezTo>
                    <a:pt x="26" y="34"/>
                    <a:pt x="26" y="33"/>
                    <a:pt x="26" y="33"/>
                  </a:cubicBezTo>
                  <a:cubicBezTo>
                    <a:pt x="27" y="32"/>
                    <a:pt x="28" y="31"/>
                    <a:pt x="28" y="31"/>
                  </a:cubicBezTo>
                  <a:cubicBezTo>
                    <a:pt x="28" y="30"/>
                    <a:pt x="28" y="29"/>
                    <a:pt x="28" y="28"/>
                  </a:cubicBezTo>
                  <a:cubicBezTo>
                    <a:pt x="28" y="27"/>
                    <a:pt x="28" y="25"/>
                    <a:pt x="29" y="24"/>
                  </a:cubicBezTo>
                  <a:cubicBezTo>
                    <a:pt x="29" y="23"/>
                    <a:pt x="31" y="23"/>
                    <a:pt x="31" y="23"/>
                  </a:cubicBezTo>
                  <a:cubicBezTo>
                    <a:pt x="32" y="22"/>
                    <a:pt x="32" y="20"/>
                    <a:pt x="32" y="19"/>
                  </a:cubicBezTo>
                  <a:cubicBezTo>
                    <a:pt x="32" y="19"/>
                    <a:pt x="33" y="18"/>
                    <a:pt x="34" y="18"/>
                  </a:cubicBezTo>
                  <a:cubicBezTo>
                    <a:pt x="35" y="17"/>
                    <a:pt x="37" y="16"/>
                    <a:pt x="38" y="16"/>
                  </a:cubicBezTo>
                  <a:cubicBezTo>
                    <a:pt x="39" y="15"/>
                    <a:pt x="41" y="16"/>
                    <a:pt x="41" y="16"/>
                  </a:cubicBezTo>
                  <a:cubicBezTo>
                    <a:pt x="42" y="16"/>
                    <a:pt x="42" y="17"/>
                    <a:pt x="43" y="17"/>
                  </a:cubicBezTo>
                  <a:cubicBezTo>
                    <a:pt x="43" y="17"/>
                    <a:pt x="45" y="17"/>
                    <a:pt x="46" y="17"/>
                  </a:cubicBezTo>
                  <a:cubicBezTo>
                    <a:pt x="47" y="16"/>
                    <a:pt x="46" y="13"/>
                    <a:pt x="46" y="11"/>
                  </a:cubicBezTo>
                  <a:cubicBezTo>
                    <a:pt x="46" y="11"/>
                    <a:pt x="47" y="9"/>
                    <a:pt x="47" y="8"/>
                  </a:cubicBezTo>
                  <a:cubicBezTo>
                    <a:pt x="47" y="7"/>
                    <a:pt x="46" y="5"/>
                    <a:pt x="46" y="4"/>
                  </a:cubicBezTo>
                  <a:cubicBezTo>
                    <a:pt x="46" y="4"/>
                    <a:pt x="48" y="4"/>
                    <a:pt x="48" y="4"/>
                  </a:cubicBezTo>
                  <a:cubicBezTo>
                    <a:pt x="49" y="3"/>
                    <a:pt x="50" y="2"/>
                    <a:pt x="50" y="2"/>
                  </a:cubicBezTo>
                  <a:cubicBezTo>
                    <a:pt x="50" y="1"/>
                    <a:pt x="51" y="0"/>
                    <a:pt x="51" y="0"/>
                  </a:cubicBezTo>
                  <a:cubicBezTo>
                    <a:pt x="51" y="0"/>
                    <a:pt x="52" y="0"/>
                    <a:pt x="52" y="0"/>
                  </a:cubicBezTo>
                  <a:cubicBezTo>
                    <a:pt x="53" y="0"/>
                    <a:pt x="54" y="0"/>
                    <a:pt x="55" y="1"/>
                  </a:cubicBezTo>
                  <a:cubicBezTo>
                    <a:pt x="55" y="1"/>
                    <a:pt x="56" y="3"/>
                    <a:pt x="56" y="3"/>
                  </a:cubicBezTo>
                  <a:cubicBezTo>
                    <a:pt x="57" y="4"/>
                    <a:pt x="59" y="3"/>
                    <a:pt x="59" y="4"/>
                  </a:cubicBezTo>
                  <a:cubicBezTo>
                    <a:pt x="59" y="4"/>
                    <a:pt x="60" y="5"/>
                    <a:pt x="59" y="5"/>
                  </a:cubicBezTo>
                  <a:cubicBezTo>
                    <a:pt x="59" y="6"/>
                    <a:pt x="58" y="6"/>
                    <a:pt x="57" y="7"/>
                  </a:cubicBezTo>
                  <a:cubicBezTo>
                    <a:pt x="57" y="7"/>
                    <a:pt x="57" y="8"/>
                    <a:pt x="57" y="8"/>
                  </a:cubicBezTo>
                  <a:cubicBezTo>
                    <a:pt x="57" y="9"/>
                    <a:pt x="58" y="10"/>
                    <a:pt x="58" y="10"/>
                  </a:cubicBezTo>
                  <a:cubicBezTo>
                    <a:pt x="58" y="10"/>
                    <a:pt x="60" y="10"/>
                    <a:pt x="60" y="10"/>
                  </a:cubicBezTo>
                  <a:cubicBezTo>
                    <a:pt x="61" y="10"/>
                    <a:pt x="62" y="10"/>
                    <a:pt x="63" y="9"/>
                  </a:cubicBezTo>
                  <a:cubicBezTo>
                    <a:pt x="63" y="9"/>
                    <a:pt x="63" y="7"/>
                    <a:pt x="64" y="7"/>
                  </a:cubicBezTo>
                  <a:cubicBezTo>
                    <a:pt x="64" y="7"/>
                    <a:pt x="66" y="7"/>
                    <a:pt x="66" y="7"/>
                  </a:cubicBezTo>
                  <a:cubicBezTo>
                    <a:pt x="67" y="8"/>
                    <a:pt x="68" y="8"/>
                    <a:pt x="69" y="8"/>
                  </a:cubicBezTo>
                  <a:cubicBezTo>
                    <a:pt x="69" y="9"/>
                    <a:pt x="70" y="10"/>
                    <a:pt x="70" y="10"/>
                  </a:cubicBezTo>
                  <a:cubicBezTo>
                    <a:pt x="70" y="11"/>
                    <a:pt x="70" y="12"/>
                    <a:pt x="70" y="13"/>
                  </a:cubicBezTo>
                  <a:cubicBezTo>
                    <a:pt x="70" y="14"/>
                    <a:pt x="70" y="15"/>
                    <a:pt x="70" y="15"/>
                  </a:cubicBezTo>
                  <a:cubicBezTo>
                    <a:pt x="70" y="16"/>
                    <a:pt x="71" y="16"/>
                    <a:pt x="71" y="17"/>
                  </a:cubicBezTo>
                  <a:cubicBezTo>
                    <a:pt x="72" y="17"/>
                    <a:pt x="73" y="18"/>
                    <a:pt x="73" y="18"/>
                  </a:cubicBezTo>
                  <a:cubicBezTo>
                    <a:pt x="73" y="18"/>
                    <a:pt x="74" y="19"/>
                    <a:pt x="74" y="19"/>
                  </a:cubicBezTo>
                  <a:cubicBezTo>
                    <a:pt x="74" y="20"/>
                    <a:pt x="74" y="22"/>
                    <a:pt x="74" y="22"/>
                  </a:cubicBezTo>
                  <a:cubicBezTo>
                    <a:pt x="75" y="23"/>
                    <a:pt x="75" y="24"/>
                    <a:pt x="76" y="25"/>
                  </a:cubicBezTo>
                  <a:cubicBezTo>
                    <a:pt x="76" y="26"/>
                    <a:pt x="76" y="27"/>
                    <a:pt x="76" y="28"/>
                  </a:cubicBezTo>
                  <a:cubicBezTo>
                    <a:pt x="76" y="28"/>
                    <a:pt x="76" y="30"/>
                    <a:pt x="76" y="30"/>
                  </a:cubicBezTo>
                  <a:cubicBezTo>
                    <a:pt x="76" y="30"/>
                    <a:pt x="77" y="30"/>
                    <a:pt x="78" y="30"/>
                  </a:cubicBezTo>
                  <a:cubicBezTo>
                    <a:pt x="78" y="31"/>
                    <a:pt x="79" y="31"/>
                    <a:pt x="79" y="31"/>
                  </a:cubicBezTo>
                  <a:cubicBezTo>
                    <a:pt x="79" y="32"/>
                    <a:pt x="80" y="32"/>
                    <a:pt x="80" y="33"/>
                  </a:cubicBezTo>
                  <a:cubicBezTo>
                    <a:pt x="80" y="34"/>
                    <a:pt x="79" y="35"/>
                    <a:pt x="79" y="36"/>
                  </a:cubicBezTo>
                  <a:cubicBezTo>
                    <a:pt x="79" y="37"/>
                    <a:pt x="80" y="38"/>
                    <a:pt x="80" y="38"/>
                  </a:cubicBezTo>
                  <a:cubicBezTo>
                    <a:pt x="80" y="39"/>
                    <a:pt x="81" y="40"/>
                    <a:pt x="81" y="40"/>
                  </a:cubicBezTo>
                  <a:cubicBezTo>
                    <a:pt x="81" y="41"/>
                    <a:pt x="81" y="43"/>
                    <a:pt x="81" y="43"/>
                  </a:cubicBezTo>
                  <a:cubicBezTo>
                    <a:pt x="81" y="44"/>
                    <a:pt x="81" y="45"/>
                    <a:pt x="81" y="45"/>
                  </a:cubicBezTo>
                  <a:cubicBezTo>
                    <a:pt x="81" y="45"/>
                    <a:pt x="80" y="46"/>
                    <a:pt x="80" y="46"/>
                  </a:cubicBezTo>
                  <a:cubicBezTo>
                    <a:pt x="80" y="46"/>
                    <a:pt x="79" y="47"/>
                    <a:pt x="79" y="47"/>
                  </a:cubicBezTo>
                  <a:cubicBezTo>
                    <a:pt x="79" y="48"/>
                    <a:pt x="80" y="49"/>
                    <a:pt x="80" y="49"/>
                  </a:cubicBezTo>
                  <a:cubicBezTo>
                    <a:pt x="80" y="50"/>
                    <a:pt x="80" y="52"/>
                    <a:pt x="80" y="53"/>
                  </a:cubicBezTo>
                  <a:cubicBezTo>
                    <a:pt x="80" y="54"/>
                    <a:pt x="78" y="55"/>
                    <a:pt x="79" y="56"/>
                  </a:cubicBezTo>
                  <a:cubicBezTo>
                    <a:pt x="79" y="57"/>
                    <a:pt x="80" y="57"/>
                    <a:pt x="81" y="57"/>
                  </a:cubicBezTo>
                  <a:cubicBezTo>
                    <a:pt x="82" y="57"/>
                    <a:pt x="83" y="57"/>
                    <a:pt x="84" y="57"/>
                  </a:cubicBezTo>
                  <a:cubicBezTo>
                    <a:pt x="84" y="57"/>
                    <a:pt x="85" y="56"/>
                    <a:pt x="85" y="56"/>
                  </a:cubicBezTo>
                  <a:cubicBezTo>
                    <a:pt x="85" y="55"/>
                    <a:pt x="86" y="55"/>
                    <a:pt x="86" y="54"/>
                  </a:cubicBezTo>
                  <a:cubicBezTo>
                    <a:pt x="87" y="54"/>
                    <a:pt x="89" y="56"/>
                    <a:pt x="89" y="56"/>
                  </a:cubicBezTo>
                  <a:cubicBezTo>
                    <a:pt x="90" y="56"/>
                    <a:pt x="91" y="56"/>
                    <a:pt x="91" y="56"/>
                  </a:cubicBezTo>
                  <a:cubicBezTo>
                    <a:pt x="92" y="56"/>
                    <a:pt x="92" y="55"/>
                    <a:pt x="92" y="55"/>
                  </a:cubicBezTo>
                  <a:cubicBezTo>
                    <a:pt x="93" y="55"/>
                    <a:pt x="93" y="54"/>
                    <a:pt x="93" y="53"/>
                  </a:cubicBezTo>
                  <a:cubicBezTo>
                    <a:pt x="94" y="53"/>
                    <a:pt x="95" y="53"/>
                    <a:pt x="95" y="53"/>
                  </a:cubicBezTo>
                  <a:cubicBezTo>
                    <a:pt x="96" y="53"/>
                    <a:pt x="96" y="54"/>
                    <a:pt x="96" y="54"/>
                  </a:cubicBezTo>
                  <a:close/>
                  <a:moveTo>
                    <a:pt x="38" y="131"/>
                  </a:moveTo>
                  <a:cubicBezTo>
                    <a:pt x="39" y="130"/>
                    <a:pt x="40" y="129"/>
                    <a:pt x="40" y="129"/>
                  </a:cubicBezTo>
                  <a:cubicBezTo>
                    <a:pt x="39" y="128"/>
                    <a:pt x="37" y="128"/>
                    <a:pt x="37" y="127"/>
                  </a:cubicBezTo>
                  <a:cubicBezTo>
                    <a:pt x="36" y="127"/>
                    <a:pt x="35" y="125"/>
                    <a:pt x="34" y="124"/>
                  </a:cubicBezTo>
                  <a:cubicBezTo>
                    <a:pt x="33" y="124"/>
                    <a:pt x="32" y="122"/>
                    <a:pt x="31" y="122"/>
                  </a:cubicBezTo>
                  <a:cubicBezTo>
                    <a:pt x="31" y="121"/>
                    <a:pt x="29" y="121"/>
                    <a:pt x="29" y="121"/>
                  </a:cubicBezTo>
                  <a:cubicBezTo>
                    <a:pt x="28" y="120"/>
                    <a:pt x="27" y="119"/>
                    <a:pt x="27" y="118"/>
                  </a:cubicBezTo>
                  <a:cubicBezTo>
                    <a:pt x="27" y="117"/>
                    <a:pt x="28" y="115"/>
                    <a:pt x="27" y="115"/>
                  </a:cubicBezTo>
                  <a:cubicBezTo>
                    <a:pt x="27" y="114"/>
                    <a:pt x="26" y="113"/>
                    <a:pt x="25" y="113"/>
                  </a:cubicBezTo>
                  <a:cubicBezTo>
                    <a:pt x="25" y="113"/>
                    <a:pt x="23" y="113"/>
                    <a:pt x="22" y="113"/>
                  </a:cubicBezTo>
                  <a:cubicBezTo>
                    <a:pt x="21" y="113"/>
                    <a:pt x="19" y="115"/>
                    <a:pt x="19" y="116"/>
                  </a:cubicBezTo>
                  <a:cubicBezTo>
                    <a:pt x="18" y="116"/>
                    <a:pt x="19" y="118"/>
                    <a:pt x="18" y="119"/>
                  </a:cubicBezTo>
                  <a:cubicBezTo>
                    <a:pt x="18" y="120"/>
                    <a:pt x="18" y="121"/>
                    <a:pt x="17" y="121"/>
                  </a:cubicBezTo>
                  <a:cubicBezTo>
                    <a:pt x="17" y="121"/>
                    <a:pt x="16" y="121"/>
                    <a:pt x="15" y="122"/>
                  </a:cubicBezTo>
                  <a:cubicBezTo>
                    <a:pt x="15" y="122"/>
                    <a:pt x="15" y="123"/>
                    <a:pt x="15" y="124"/>
                  </a:cubicBezTo>
                  <a:cubicBezTo>
                    <a:pt x="15" y="125"/>
                    <a:pt x="15" y="127"/>
                    <a:pt x="16" y="127"/>
                  </a:cubicBezTo>
                  <a:cubicBezTo>
                    <a:pt x="16" y="128"/>
                    <a:pt x="18" y="130"/>
                    <a:pt x="18" y="130"/>
                  </a:cubicBezTo>
                  <a:cubicBezTo>
                    <a:pt x="19" y="131"/>
                    <a:pt x="21" y="132"/>
                    <a:pt x="21" y="132"/>
                  </a:cubicBezTo>
                  <a:cubicBezTo>
                    <a:pt x="22" y="133"/>
                    <a:pt x="23" y="135"/>
                    <a:pt x="23" y="135"/>
                  </a:cubicBezTo>
                  <a:cubicBezTo>
                    <a:pt x="23" y="136"/>
                    <a:pt x="22" y="138"/>
                    <a:pt x="21" y="138"/>
                  </a:cubicBezTo>
                  <a:cubicBezTo>
                    <a:pt x="21" y="139"/>
                    <a:pt x="21" y="140"/>
                    <a:pt x="21" y="141"/>
                  </a:cubicBezTo>
                  <a:cubicBezTo>
                    <a:pt x="22" y="141"/>
                    <a:pt x="23" y="142"/>
                    <a:pt x="23" y="142"/>
                  </a:cubicBezTo>
                  <a:cubicBezTo>
                    <a:pt x="24" y="142"/>
                    <a:pt x="25" y="142"/>
                    <a:pt x="25" y="142"/>
                  </a:cubicBezTo>
                  <a:cubicBezTo>
                    <a:pt x="26" y="142"/>
                    <a:pt x="27" y="140"/>
                    <a:pt x="27" y="139"/>
                  </a:cubicBezTo>
                  <a:cubicBezTo>
                    <a:pt x="28" y="139"/>
                    <a:pt x="28" y="138"/>
                    <a:pt x="29" y="137"/>
                  </a:cubicBezTo>
                  <a:cubicBezTo>
                    <a:pt x="29" y="137"/>
                    <a:pt x="29" y="135"/>
                    <a:pt x="30" y="135"/>
                  </a:cubicBezTo>
                  <a:cubicBezTo>
                    <a:pt x="30" y="134"/>
                    <a:pt x="31" y="134"/>
                    <a:pt x="31" y="134"/>
                  </a:cubicBezTo>
                  <a:cubicBezTo>
                    <a:pt x="32" y="133"/>
                    <a:pt x="32" y="132"/>
                    <a:pt x="33" y="131"/>
                  </a:cubicBezTo>
                  <a:cubicBezTo>
                    <a:pt x="33" y="131"/>
                    <a:pt x="34" y="130"/>
                    <a:pt x="35" y="130"/>
                  </a:cubicBezTo>
                  <a:cubicBezTo>
                    <a:pt x="36" y="130"/>
                    <a:pt x="38" y="131"/>
                    <a:pt x="38" y="13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92"/>
            <p:cNvSpPr>
              <a:spLocks noEditPoints="1"/>
            </p:cNvSpPr>
            <p:nvPr/>
          </p:nvSpPr>
          <p:spPr bwMode="auto">
            <a:xfrm>
              <a:off x="1982788" y="2873376"/>
              <a:ext cx="277813" cy="555625"/>
            </a:xfrm>
            <a:custGeom>
              <a:avLst/>
              <a:gdLst/>
              <a:ahLst/>
              <a:cxnLst>
                <a:cxn ang="0">
                  <a:pos x="2" y="58"/>
                </a:cxn>
                <a:cxn ang="0">
                  <a:pos x="9" y="38"/>
                </a:cxn>
                <a:cxn ang="0">
                  <a:pos x="17" y="28"/>
                </a:cxn>
                <a:cxn ang="0">
                  <a:pos x="28" y="21"/>
                </a:cxn>
                <a:cxn ang="0">
                  <a:pos x="40" y="5"/>
                </a:cxn>
                <a:cxn ang="0">
                  <a:pos x="59" y="12"/>
                </a:cxn>
                <a:cxn ang="0">
                  <a:pos x="82" y="14"/>
                </a:cxn>
                <a:cxn ang="0">
                  <a:pos x="92" y="12"/>
                </a:cxn>
                <a:cxn ang="0">
                  <a:pos x="102" y="6"/>
                </a:cxn>
                <a:cxn ang="0">
                  <a:pos x="117" y="4"/>
                </a:cxn>
                <a:cxn ang="0">
                  <a:pos x="117" y="15"/>
                </a:cxn>
                <a:cxn ang="0">
                  <a:pos x="115" y="27"/>
                </a:cxn>
                <a:cxn ang="0">
                  <a:pos x="118" y="41"/>
                </a:cxn>
                <a:cxn ang="0">
                  <a:pos x="127" y="58"/>
                </a:cxn>
                <a:cxn ang="0">
                  <a:pos x="129" y="65"/>
                </a:cxn>
                <a:cxn ang="0">
                  <a:pos x="127" y="86"/>
                </a:cxn>
                <a:cxn ang="0">
                  <a:pos x="112" y="84"/>
                </a:cxn>
                <a:cxn ang="0">
                  <a:pos x="99" y="87"/>
                </a:cxn>
                <a:cxn ang="0">
                  <a:pos x="88" y="83"/>
                </a:cxn>
                <a:cxn ang="0">
                  <a:pos x="81" y="91"/>
                </a:cxn>
                <a:cxn ang="0">
                  <a:pos x="67" y="93"/>
                </a:cxn>
                <a:cxn ang="0">
                  <a:pos x="51" y="101"/>
                </a:cxn>
                <a:cxn ang="0">
                  <a:pos x="60" y="115"/>
                </a:cxn>
                <a:cxn ang="0">
                  <a:pos x="69" y="127"/>
                </a:cxn>
                <a:cxn ang="0">
                  <a:pos x="78" y="140"/>
                </a:cxn>
                <a:cxn ang="0">
                  <a:pos x="82" y="152"/>
                </a:cxn>
                <a:cxn ang="0">
                  <a:pos x="96" y="152"/>
                </a:cxn>
                <a:cxn ang="0">
                  <a:pos x="112" y="146"/>
                </a:cxn>
                <a:cxn ang="0">
                  <a:pos x="124" y="146"/>
                </a:cxn>
                <a:cxn ang="0">
                  <a:pos x="143" y="150"/>
                </a:cxn>
                <a:cxn ang="0">
                  <a:pos x="145" y="159"/>
                </a:cxn>
                <a:cxn ang="0">
                  <a:pos x="143" y="179"/>
                </a:cxn>
                <a:cxn ang="0">
                  <a:pos x="125" y="189"/>
                </a:cxn>
                <a:cxn ang="0">
                  <a:pos x="122" y="207"/>
                </a:cxn>
                <a:cxn ang="0">
                  <a:pos x="131" y="233"/>
                </a:cxn>
                <a:cxn ang="0">
                  <a:pos x="141" y="251"/>
                </a:cxn>
                <a:cxn ang="0">
                  <a:pos x="121" y="259"/>
                </a:cxn>
                <a:cxn ang="0">
                  <a:pos x="106" y="277"/>
                </a:cxn>
                <a:cxn ang="0">
                  <a:pos x="96" y="280"/>
                </a:cxn>
                <a:cxn ang="0">
                  <a:pos x="91" y="295"/>
                </a:cxn>
                <a:cxn ang="0">
                  <a:pos x="82" y="290"/>
                </a:cxn>
                <a:cxn ang="0">
                  <a:pos x="80" y="277"/>
                </a:cxn>
                <a:cxn ang="0">
                  <a:pos x="90" y="269"/>
                </a:cxn>
                <a:cxn ang="0">
                  <a:pos x="84" y="261"/>
                </a:cxn>
                <a:cxn ang="0">
                  <a:pos x="58" y="252"/>
                </a:cxn>
                <a:cxn ang="0">
                  <a:pos x="55" y="234"/>
                </a:cxn>
                <a:cxn ang="0">
                  <a:pos x="64" y="225"/>
                </a:cxn>
                <a:cxn ang="0">
                  <a:pos x="58" y="201"/>
                </a:cxn>
                <a:cxn ang="0">
                  <a:pos x="43" y="184"/>
                </a:cxn>
                <a:cxn ang="0">
                  <a:pos x="27" y="173"/>
                </a:cxn>
                <a:cxn ang="0">
                  <a:pos x="25" y="146"/>
                </a:cxn>
                <a:cxn ang="0">
                  <a:pos x="27" y="130"/>
                </a:cxn>
                <a:cxn ang="0">
                  <a:pos x="27" y="114"/>
                </a:cxn>
                <a:cxn ang="0">
                  <a:pos x="35" y="106"/>
                </a:cxn>
                <a:cxn ang="0">
                  <a:pos x="27" y="89"/>
                </a:cxn>
                <a:cxn ang="0">
                  <a:pos x="19" y="70"/>
                </a:cxn>
                <a:cxn ang="0">
                  <a:pos x="6" y="69"/>
                </a:cxn>
                <a:cxn ang="0">
                  <a:pos x="115" y="238"/>
                </a:cxn>
                <a:cxn ang="0">
                  <a:pos x="103" y="232"/>
                </a:cxn>
                <a:cxn ang="0">
                  <a:pos x="95" y="247"/>
                </a:cxn>
                <a:cxn ang="0">
                  <a:pos x="110" y="257"/>
                </a:cxn>
              </a:cxnLst>
              <a:rect l="0" t="0" r="r" b="b"/>
              <a:pathLst>
                <a:path w="147" h="295">
                  <a:moveTo>
                    <a:pt x="4" y="68"/>
                  </a:moveTo>
                  <a:cubicBezTo>
                    <a:pt x="4" y="68"/>
                    <a:pt x="4" y="68"/>
                    <a:pt x="4" y="68"/>
                  </a:cubicBezTo>
                  <a:cubicBezTo>
                    <a:pt x="4" y="67"/>
                    <a:pt x="3" y="66"/>
                    <a:pt x="3" y="65"/>
                  </a:cubicBezTo>
                  <a:cubicBezTo>
                    <a:pt x="3" y="64"/>
                    <a:pt x="2" y="64"/>
                    <a:pt x="2" y="63"/>
                  </a:cubicBezTo>
                  <a:cubicBezTo>
                    <a:pt x="2" y="63"/>
                    <a:pt x="1" y="62"/>
                    <a:pt x="1" y="61"/>
                  </a:cubicBezTo>
                  <a:cubicBezTo>
                    <a:pt x="0" y="61"/>
                    <a:pt x="0" y="60"/>
                    <a:pt x="1" y="59"/>
                  </a:cubicBezTo>
                  <a:cubicBezTo>
                    <a:pt x="1" y="59"/>
                    <a:pt x="2" y="58"/>
                    <a:pt x="2" y="58"/>
                  </a:cubicBezTo>
                  <a:cubicBezTo>
                    <a:pt x="3" y="57"/>
                    <a:pt x="3" y="55"/>
                    <a:pt x="4" y="54"/>
                  </a:cubicBezTo>
                  <a:cubicBezTo>
                    <a:pt x="4" y="53"/>
                    <a:pt x="6" y="52"/>
                    <a:pt x="6" y="51"/>
                  </a:cubicBezTo>
                  <a:cubicBezTo>
                    <a:pt x="6" y="51"/>
                    <a:pt x="7" y="49"/>
                    <a:pt x="7" y="49"/>
                  </a:cubicBezTo>
                  <a:cubicBezTo>
                    <a:pt x="7" y="48"/>
                    <a:pt x="7" y="46"/>
                    <a:pt x="6" y="45"/>
                  </a:cubicBezTo>
                  <a:cubicBezTo>
                    <a:pt x="6" y="44"/>
                    <a:pt x="5" y="43"/>
                    <a:pt x="5" y="42"/>
                  </a:cubicBezTo>
                  <a:cubicBezTo>
                    <a:pt x="5" y="41"/>
                    <a:pt x="7" y="40"/>
                    <a:pt x="7" y="40"/>
                  </a:cubicBezTo>
                  <a:cubicBezTo>
                    <a:pt x="8" y="40"/>
                    <a:pt x="9" y="39"/>
                    <a:pt x="9" y="38"/>
                  </a:cubicBezTo>
                  <a:cubicBezTo>
                    <a:pt x="9" y="38"/>
                    <a:pt x="10" y="36"/>
                    <a:pt x="10" y="36"/>
                  </a:cubicBezTo>
                  <a:cubicBezTo>
                    <a:pt x="10" y="35"/>
                    <a:pt x="11" y="35"/>
                    <a:pt x="11" y="35"/>
                  </a:cubicBezTo>
                  <a:cubicBezTo>
                    <a:pt x="11" y="34"/>
                    <a:pt x="12" y="34"/>
                    <a:pt x="12" y="33"/>
                  </a:cubicBezTo>
                  <a:cubicBezTo>
                    <a:pt x="13" y="33"/>
                    <a:pt x="14" y="32"/>
                    <a:pt x="14" y="31"/>
                  </a:cubicBezTo>
                  <a:cubicBezTo>
                    <a:pt x="15" y="31"/>
                    <a:pt x="15" y="30"/>
                    <a:pt x="15" y="29"/>
                  </a:cubicBezTo>
                  <a:cubicBezTo>
                    <a:pt x="15" y="29"/>
                    <a:pt x="16" y="29"/>
                    <a:pt x="16" y="28"/>
                  </a:cubicBezTo>
                  <a:cubicBezTo>
                    <a:pt x="16" y="28"/>
                    <a:pt x="17" y="28"/>
                    <a:pt x="17" y="28"/>
                  </a:cubicBezTo>
                  <a:cubicBezTo>
                    <a:pt x="17" y="28"/>
                    <a:pt x="18" y="27"/>
                    <a:pt x="19" y="27"/>
                  </a:cubicBezTo>
                  <a:cubicBezTo>
                    <a:pt x="19" y="26"/>
                    <a:pt x="20" y="25"/>
                    <a:pt x="20" y="25"/>
                  </a:cubicBezTo>
                  <a:cubicBezTo>
                    <a:pt x="21" y="24"/>
                    <a:pt x="21" y="23"/>
                    <a:pt x="21" y="22"/>
                  </a:cubicBezTo>
                  <a:cubicBezTo>
                    <a:pt x="21" y="22"/>
                    <a:pt x="22" y="22"/>
                    <a:pt x="23" y="22"/>
                  </a:cubicBezTo>
                  <a:cubicBezTo>
                    <a:pt x="23" y="22"/>
                    <a:pt x="24" y="22"/>
                    <a:pt x="24" y="22"/>
                  </a:cubicBezTo>
                  <a:cubicBezTo>
                    <a:pt x="24" y="22"/>
                    <a:pt x="25" y="22"/>
                    <a:pt x="26" y="22"/>
                  </a:cubicBezTo>
                  <a:cubicBezTo>
                    <a:pt x="26" y="22"/>
                    <a:pt x="27" y="21"/>
                    <a:pt x="28" y="21"/>
                  </a:cubicBezTo>
                  <a:cubicBezTo>
                    <a:pt x="28" y="20"/>
                    <a:pt x="28" y="19"/>
                    <a:pt x="28" y="18"/>
                  </a:cubicBezTo>
                  <a:cubicBezTo>
                    <a:pt x="28" y="17"/>
                    <a:pt x="29" y="15"/>
                    <a:pt x="29" y="14"/>
                  </a:cubicBezTo>
                  <a:cubicBezTo>
                    <a:pt x="29" y="13"/>
                    <a:pt x="28" y="11"/>
                    <a:pt x="29" y="9"/>
                  </a:cubicBezTo>
                  <a:cubicBezTo>
                    <a:pt x="29" y="9"/>
                    <a:pt x="29" y="7"/>
                    <a:pt x="29" y="6"/>
                  </a:cubicBezTo>
                  <a:cubicBezTo>
                    <a:pt x="29" y="5"/>
                    <a:pt x="31" y="5"/>
                    <a:pt x="31" y="5"/>
                  </a:cubicBezTo>
                  <a:cubicBezTo>
                    <a:pt x="32" y="5"/>
                    <a:pt x="34" y="5"/>
                    <a:pt x="35" y="5"/>
                  </a:cubicBezTo>
                  <a:cubicBezTo>
                    <a:pt x="36" y="5"/>
                    <a:pt x="39" y="5"/>
                    <a:pt x="40" y="5"/>
                  </a:cubicBezTo>
                  <a:cubicBezTo>
                    <a:pt x="41" y="5"/>
                    <a:pt x="42" y="5"/>
                    <a:pt x="43" y="6"/>
                  </a:cubicBezTo>
                  <a:cubicBezTo>
                    <a:pt x="43" y="6"/>
                    <a:pt x="44" y="6"/>
                    <a:pt x="45" y="7"/>
                  </a:cubicBezTo>
                  <a:cubicBezTo>
                    <a:pt x="46" y="7"/>
                    <a:pt x="48" y="6"/>
                    <a:pt x="50" y="7"/>
                  </a:cubicBezTo>
                  <a:cubicBezTo>
                    <a:pt x="50" y="7"/>
                    <a:pt x="51" y="7"/>
                    <a:pt x="52" y="7"/>
                  </a:cubicBezTo>
                  <a:cubicBezTo>
                    <a:pt x="53" y="7"/>
                    <a:pt x="54" y="8"/>
                    <a:pt x="55" y="8"/>
                  </a:cubicBezTo>
                  <a:cubicBezTo>
                    <a:pt x="55" y="9"/>
                    <a:pt x="56" y="10"/>
                    <a:pt x="56" y="10"/>
                  </a:cubicBezTo>
                  <a:cubicBezTo>
                    <a:pt x="57" y="11"/>
                    <a:pt x="58" y="12"/>
                    <a:pt x="59" y="12"/>
                  </a:cubicBezTo>
                  <a:cubicBezTo>
                    <a:pt x="60" y="13"/>
                    <a:pt x="61" y="13"/>
                    <a:pt x="62" y="13"/>
                  </a:cubicBezTo>
                  <a:cubicBezTo>
                    <a:pt x="63" y="13"/>
                    <a:pt x="65" y="13"/>
                    <a:pt x="65" y="13"/>
                  </a:cubicBezTo>
                  <a:cubicBezTo>
                    <a:pt x="66" y="13"/>
                    <a:pt x="67" y="12"/>
                    <a:pt x="68" y="12"/>
                  </a:cubicBezTo>
                  <a:cubicBezTo>
                    <a:pt x="68" y="12"/>
                    <a:pt x="69" y="12"/>
                    <a:pt x="70" y="12"/>
                  </a:cubicBezTo>
                  <a:cubicBezTo>
                    <a:pt x="71" y="12"/>
                    <a:pt x="73" y="13"/>
                    <a:pt x="74" y="13"/>
                  </a:cubicBezTo>
                  <a:cubicBezTo>
                    <a:pt x="75" y="13"/>
                    <a:pt x="76" y="14"/>
                    <a:pt x="77" y="14"/>
                  </a:cubicBezTo>
                  <a:cubicBezTo>
                    <a:pt x="78" y="14"/>
                    <a:pt x="81" y="14"/>
                    <a:pt x="82" y="14"/>
                  </a:cubicBezTo>
                  <a:cubicBezTo>
                    <a:pt x="82" y="14"/>
                    <a:pt x="83" y="13"/>
                    <a:pt x="83" y="13"/>
                  </a:cubicBezTo>
                  <a:cubicBezTo>
                    <a:pt x="84" y="12"/>
                    <a:pt x="84" y="11"/>
                    <a:pt x="84" y="10"/>
                  </a:cubicBezTo>
                  <a:cubicBezTo>
                    <a:pt x="84" y="10"/>
                    <a:pt x="84" y="9"/>
                    <a:pt x="84" y="8"/>
                  </a:cubicBezTo>
                  <a:cubicBezTo>
                    <a:pt x="85" y="8"/>
                    <a:pt x="86" y="8"/>
                    <a:pt x="87" y="8"/>
                  </a:cubicBezTo>
                  <a:cubicBezTo>
                    <a:pt x="87" y="8"/>
                    <a:pt x="87" y="9"/>
                    <a:pt x="88" y="9"/>
                  </a:cubicBezTo>
                  <a:cubicBezTo>
                    <a:pt x="88" y="10"/>
                    <a:pt x="88" y="11"/>
                    <a:pt x="89" y="11"/>
                  </a:cubicBezTo>
                  <a:cubicBezTo>
                    <a:pt x="90" y="12"/>
                    <a:pt x="91" y="11"/>
                    <a:pt x="92" y="12"/>
                  </a:cubicBezTo>
                  <a:cubicBezTo>
                    <a:pt x="93" y="12"/>
                    <a:pt x="94" y="12"/>
                    <a:pt x="94" y="12"/>
                  </a:cubicBezTo>
                  <a:cubicBezTo>
                    <a:pt x="95" y="12"/>
                    <a:pt x="96" y="12"/>
                    <a:pt x="97" y="12"/>
                  </a:cubicBezTo>
                  <a:cubicBezTo>
                    <a:pt x="98" y="12"/>
                    <a:pt x="98" y="11"/>
                    <a:pt x="99" y="11"/>
                  </a:cubicBezTo>
                  <a:cubicBezTo>
                    <a:pt x="100" y="11"/>
                    <a:pt x="101" y="12"/>
                    <a:pt x="102" y="12"/>
                  </a:cubicBezTo>
                  <a:cubicBezTo>
                    <a:pt x="102" y="12"/>
                    <a:pt x="103" y="11"/>
                    <a:pt x="103" y="10"/>
                  </a:cubicBezTo>
                  <a:cubicBezTo>
                    <a:pt x="103" y="10"/>
                    <a:pt x="102" y="9"/>
                    <a:pt x="102" y="9"/>
                  </a:cubicBezTo>
                  <a:cubicBezTo>
                    <a:pt x="102" y="8"/>
                    <a:pt x="102" y="6"/>
                    <a:pt x="102" y="6"/>
                  </a:cubicBezTo>
                  <a:cubicBezTo>
                    <a:pt x="102" y="5"/>
                    <a:pt x="104" y="5"/>
                    <a:pt x="105" y="5"/>
                  </a:cubicBezTo>
                  <a:cubicBezTo>
                    <a:pt x="106" y="5"/>
                    <a:pt x="107" y="4"/>
                    <a:pt x="107" y="3"/>
                  </a:cubicBezTo>
                  <a:cubicBezTo>
                    <a:pt x="107" y="3"/>
                    <a:pt x="108" y="2"/>
                    <a:pt x="108" y="1"/>
                  </a:cubicBezTo>
                  <a:cubicBezTo>
                    <a:pt x="109" y="1"/>
                    <a:pt x="110" y="0"/>
                    <a:pt x="111" y="0"/>
                  </a:cubicBezTo>
                  <a:cubicBezTo>
                    <a:pt x="112" y="1"/>
                    <a:pt x="112" y="1"/>
                    <a:pt x="112" y="1"/>
                  </a:cubicBezTo>
                  <a:cubicBezTo>
                    <a:pt x="113" y="2"/>
                    <a:pt x="113" y="3"/>
                    <a:pt x="113" y="3"/>
                  </a:cubicBezTo>
                  <a:cubicBezTo>
                    <a:pt x="114" y="4"/>
                    <a:pt x="116" y="4"/>
                    <a:pt x="117" y="4"/>
                  </a:cubicBezTo>
                  <a:cubicBezTo>
                    <a:pt x="117" y="4"/>
                    <a:pt x="118" y="3"/>
                    <a:pt x="119" y="3"/>
                  </a:cubicBezTo>
                  <a:cubicBezTo>
                    <a:pt x="119" y="3"/>
                    <a:pt x="120" y="4"/>
                    <a:pt x="120" y="4"/>
                  </a:cubicBezTo>
                  <a:cubicBezTo>
                    <a:pt x="120" y="5"/>
                    <a:pt x="120" y="6"/>
                    <a:pt x="120" y="6"/>
                  </a:cubicBezTo>
                  <a:cubicBezTo>
                    <a:pt x="120" y="7"/>
                    <a:pt x="120" y="9"/>
                    <a:pt x="120" y="9"/>
                  </a:cubicBezTo>
                  <a:cubicBezTo>
                    <a:pt x="120" y="10"/>
                    <a:pt x="120" y="11"/>
                    <a:pt x="119" y="11"/>
                  </a:cubicBezTo>
                  <a:cubicBezTo>
                    <a:pt x="119" y="11"/>
                    <a:pt x="118" y="12"/>
                    <a:pt x="117" y="12"/>
                  </a:cubicBezTo>
                  <a:cubicBezTo>
                    <a:pt x="117" y="13"/>
                    <a:pt x="117" y="14"/>
                    <a:pt x="117" y="15"/>
                  </a:cubicBezTo>
                  <a:cubicBezTo>
                    <a:pt x="117" y="15"/>
                    <a:pt x="118" y="17"/>
                    <a:pt x="118" y="18"/>
                  </a:cubicBezTo>
                  <a:cubicBezTo>
                    <a:pt x="118" y="18"/>
                    <a:pt x="118" y="20"/>
                    <a:pt x="118" y="20"/>
                  </a:cubicBezTo>
                  <a:cubicBezTo>
                    <a:pt x="117" y="21"/>
                    <a:pt x="116" y="21"/>
                    <a:pt x="115" y="22"/>
                  </a:cubicBezTo>
                  <a:cubicBezTo>
                    <a:pt x="115" y="22"/>
                    <a:pt x="113" y="23"/>
                    <a:pt x="113" y="23"/>
                  </a:cubicBezTo>
                  <a:cubicBezTo>
                    <a:pt x="112" y="24"/>
                    <a:pt x="112" y="24"/>
                    <a:pt x="112" y="25"/>
                  </a:cubicBezTo>
                  <a:cubicBezTo>
                    <a:pt x="112" y="25"/>
                    <a:pt x="113" y="25"/>
                    <a:pt x="113" y="26"/>
                  </a:cubicBezTo>
                  <a:cubicBezTo>
                    <a:pt x="113" y="26"/>
                    <a:pt x="115" y="26"/>
                    <a:pt x="115" y="27"/>
                  </a:cubicBezTo>
                  <a:cubicBezTo>
                    <a:pt x="115" y="27"/>
                    <a:pt x="115" y="28"/>
                    <a:pt x="116" y="28"/>
                  </a:cubicBezTo>
                  <a:cubicBezTo>
                    <a:pt x="116" y="29"/>
                    <a:pt x="118" y="29"/>
                    <a:pt x="119" y="29"/>
                  </a:cubicBezTo>
                  <a:cubicBezTo>
                    <a:pt x="119" y="30"/>
                    <a:pt x="120" y="30"/>
                    <a:pt x="120" y="31"/>
                  </a:cubicBezTo>
                  <a:cubicBezTo>
                    <a:pt x="120" y="31"/>
                    <a:pt x="120" y="32"/>
                    <a:pt x="120" y="32"/>
                  </a:cubicBezTo>
                  <a:cubicBezTo>
                    <a:pt x="120" y="33"/>
                    <a:pt x="119" y="33"/>
                    <a:pt x="118" y="34"/>
                  </a:cubicBezTo>
                  <a:cubicBezTo>
                    <a:pt x="118" y="34"/>
                    <a:pt x="118" y="36"/>
                    <a:pt x="118" y="36"/>
                  </a:cubicBezTo>
                  <a:cubicBezTo>
                    <a:pt x="118" y="38"/>
                    <a:pt x="118" y="40"/>
                    <a:pt x="118" y="41"/>
                  </a:cubicBezTo>
                  <a:cubicBezTo>
                    <a:pt x="118" y="42"/>
                    <a:pt x="119" y="43"/>
                    <a:pt x="118" y="44"/>
                  </a:cubicBezTo>
                  <a:cubicBezTo>
                    <a:pt x="118" y="45"/>
                    <a:pt x="118" y="46"/>
                    <a:pt x="117" y="46"/>
                  </a:cubicBezTo>
                  <a:cubicBezTo>
                    <a:pt x="117" y="47"/>
                    <a:pt x="117" y="48"/>
                    <a:pt x="117" y="49"/>
                  </a:cubicBezTo>
                  <a:cubicBezTo>
                    <a:pt x="118" y="50"/>
                    <a:pt x="119" y="51"/>
                    <a:pt x="119" y="51"/>
                  </a:cubicBezTo>
                  <a:cubicBezTo>
                    <a:pt x="120" y="52"/>
                    <a:pt x="121" y="52"/>
                    <a:pt x="122" y="53"/>
                  </a:cubicBezTo>
                  <a:cubicBezTo>
                    <a:pt x="123" y="53"/>
                    <a:pt x="124" y="55"/>
                    <a:pt x="124" y="56"/>
                  </a:cubicBezTo>
                  <a:cubicBezTo>
                    <a:pt x="125" y="56"/>
                    <a:pt x="126" y="58"/>
                    <a:pt x="127" y="58"/>
                  </a:cubicBezTo>
                  <a:cubicBezTo>
                    <a:pt x="128" y="58"/>
                    <a:pt x="129" y="58"/>
                    <a:pt x="129" y="58"/>
                  </a:cubicBezTo>
                  <a:cubicBezTo>
                    <a:pt x="130" y="58"/>
                    <a:pt x="131" y="58"/>
                    <a:pt x="131" y="57"/>
                  </a:cubicBezTo>
                  <a:cubicBezTo>
                    <a:pt x="131" y="57"/>
                    <a:pt x="132" y="57"/>
                    <a:pt x="132" y="57"/>
                  </a:cubicBezTo>
                  <a:cubicBezTo>
                    <a:pt x="133" y="57"/>
                    <a:pt x="133" y="57"/>
                    <a:pt x="134" y="58"/>
                  </a:cubicBezTo>
                  <a:cubicBezTo>
                    <a:pt x="134" y="58"/>
                    <a:pt x="133" y="60"/>
                    <a:pt x="133" y="61"/>
                  </a:cubicBezTo>
                  <a:cubicBezTo>
                    <a:pt x="132" y="61"/>
                    <a:pt x="130" y="62"/>
                    <a:pt x="130" y="62"/>
                  </a:cubicBezTo>
                  <a:cubicBezTo>
                    <a:pt x="129" y="63"/>
                    <a:pt x="129" y="64"/>
                    <a:pt x="129" y="65"/>
                  </a:cubicBezTo>
                  <a:cubicBezTo>
                    <a:pt x="129" y="66"/>
                    <a:pt x="129" y="68"/>
                    <a:pt x="129" y="69"/>
                  </a:cubicBezTo>
                  <a:cubicBezTo>
                    <a:pt x="129" y="70"/>
                    <a:pt x="129" y="72"/>
                    <a:pt x="130" y="73"/>
                  </a:cubicBezTo>
                  <a:cubicBezTo>
                    <a:pt x="130" y="74"/>
                    <a:pt x="131" y="75"/>
                    <a:pt x="131" y="76"/>
                  </a:cubicBezTo>
                  <a:cubicBezTo>
                    <a:pt x="131" y="77"/>
                    <a:pt x="131" y="77"/>
                    <a:pt x="131" y="77"/>
                  </a:cubicBezTo>
                  <a:cubicBezTo>
                    <a:pt x="131" y="78"/>
                    <a:pt x="131" y="81"/>
                    <a:pt x="131" y="82"/>
                  </a:cubicBezTo>
                  <a:cubicBezTo>
                    <a:pt x="131" y="83"/>
                    <a:pt x="131" y="84"/>
                    <a:pt x="130" y="85"/>
                  </a:cubicBezTo>
                  <a:cubicBezTo>
                    <a:pt x="130" y="86"/>
                    <a:pt x="128" y="86"/>
                    <a:pt x="127" y="86"/>
                  </a:cubicBezTo>
                  <a:cubicBezTo>
                    <a:pt x="127" y="87"/>
                    <a:pt x="126" y="87"/>
                    <a:pt x="125" y="88"/>
                  </a:cubicBezTo>
                  <a:cubicBezTo>
                    <a:pt x="125" y="88"/>
                    <a:pt x="123" y="88"/>
                    <a:pt x="123" y="88"/>
                  </a:cubicBezTo>
                  <a:cubicBezTo>
                    <a:pt x="122" y="89"/>
                    <a:pt x="121" y="90"/>
                    <a:pt x="120" y="90"/>
                  </a:cubicBezTo>
                  <a:cubicBezTo>
                    <a:pt x="120" y="90"/>
                    <a:pt x="119" y="90"/>
                    <a:pt x="118" y="90"/>
                  </a:cubicBezTo>
                  <a:cubicBezTo>
                    <a:pt x="118" y="89"/>
                    <a:pt x="116" y="88"/>
                    <a:pt x="116" y="87"/>
                  </a:cubicBezTo>
                  <a:cubicBezTo>
                    <a:pt x="115" y="87"/>
                    <a:pt x="114" y="85"/>
                    <a:pt x="114" y="85"/>
                  </a:cubicBezTo>
                  <a:cubicBezTo>
                    <a:pt x="113" y="85"/>
                    <a:pt x="112" y="84"/>
                    <a:pt x="112" y="84"/>
                  </a:cubicBezTo>
                  <a:cubicBezTo>
                    <a:pt x="111" y="84"/>
                    <a:pt x="111" y="85"/>
                    <a:pt x="110" y="85"/>
                  </a:cubicBezTo>
                  <a:cubicBezTo>
                    <a:pt x="110" y="85"/>
                    <a:pt x="108" y="86"/>
                    <a:pt x="108" y="86"/>
                  </a:cubicBezTo>
                  <a:cubicBezTo>
                    <a:pt x="107" y="86"/>
                    <a:pt x="105" y="86"/>
                    <a:pt x="105" y="85"/>
                  </a:cubicBezTo>
                  <a:cubicBezTo>
                    <a:pt x="104" y="85"/>
                    <a:pt x="105" y="84"/>
                    <a:pt x="104" y="83"/>
                  </a:cubicBezTo>
                  <a:cubicBezTo>
                    <a:pt x="104" y="83"/>
                    <a:pt x="103" y="83"/>
                    <a:pt x="102" y="83"/>
                  </a:cubicBezTo>
                  <a:cubicBezTo>
                    <a:pt x="102" y="83"/>
                    <a:pt x="102" y="85"/>
                    <a:pt x="102" y="85"/>
                  </a:cubicBezTo>
                  <a:cubicBezTo>
                    <a:pt x="101" y="86"/>
                    <a:pt x="100" y="87"/>
                    <a:pt x="99" y="87"/>
                  </a:cubicBezTo>
                  <a:cubicBezTo>
                    <a:pt x="98" y="87"/>
                    <a:pt x="98" y="86"/>
                    <a:pt x="98" y="86"/>
                  </a:cubicBezTo>
                  <a:cubicBezTo>
                    <a:pt x="97" y="85"/>
                    <a:pt x="97" y="84"/>
                    <a:pt x="97" y="84"/>
                  </a:cubicBezTo>
                  <a:cubicBezTo>
                    <a:pt x="97" y="84"/>
                    <a:pt x="96" y="84"/>
                    <a:pt x="96" y="84"/>
                  </a:cubicBezTo>
                  <a:cubicBezTo>
                    <a:pt x="95" y="85"/>
                    <a:pt x="95" y="85"/>
                    <a:pt x="94" y="85"/>
                  </a:cubicBezTo>
                  <a:cubicBezTo>
                    <a:pt x="94" y="86"/>
                    <a:pt x="93" y="86"/>
                    <a:pt x="92" y="86"/>
                  </a:cubicBezTo>
                  <a:cubicBezTo>
                    <a:pt x="91" y="86"/>
                    <a:pt x="90" y="85"/>
                    <a:pt x="90" y="85"/>
                  </a:cubicBezTo>
                  <a:cubicBezTo>
                    <a:pt x="89" y="85"/>
                    <a:pt x="88" y="84"/>
                    <a:pt x="88" y="83"/>
                  </a:cubicBezTo>
                  <a:cubicBezTo>
                    <a:pt x="87" y="83"/>
                    <a:pt x="86" y="82"/>
                    <a:pt x="85" y="82"/>
                  </a:cubicBezTo>
                  <a:cubicBezTo>
                    <a:pt x="85" y="82"/>
                    <a:pt x="83" y="83"/>
                    <a:pt x="83" y="83"/>
                  </a:cubicBezTo>
                  <a:cubicBezTo>
                    <a:pt x="82" y="83"/>
                    <a:pt x="82" y="85"/>
                    <a:pt x="82" y="85"/>
                  </a:cubicBezTo>
                  <a:cubicBezTo>
                    <a:pt x="81" y="86"/>
                    <a:pt x="80" y="86"/>
                    <a:pt x="80" y="86"/>
                  </a:cubicBezTo>
                  <a:cubicBezTo>
                    <a:pt x="80" y="87"/>
                    <a:pt x="80" y="87"/>
                    <a:pt x="81" y="87"/>
                  </a:cubicBezTo>
                  <a:cubicBezTo>
                    <a:pt x="81" y="88"/>
                    <a:pt x="82" y="88"/>
                    <a:pt x="82" y="89"/>
                  </a:cubicBezTo>
                  <a:cubicBezTo>
                    <a:pt x="82" y="89"/>
                    <a:pt x="81" y="91"/>
                    <a:pt x="81" y="91"/>
                  </a:cubicBezTo>
                  <a:cubicBezTo>
                    <a:pt x="81" y="92"/>
                    <a:pt x="79" y="92"/>
                    <a:pt x="79" y="93"/>
                  </a:cubicBezTo>
                  <a:cubicBezTo>
                    <a:pt x="78" y="93"/>
                    <a:pt x="76" y="93"/>
                    <a:pt x="76" y="93"/>
                  </a:cubicBezTo>
                  <a:cubicBezTo>
                    <a:pt x="75" y="93"/>
                    <a:pt x="75" y="95"/>
                    <a:pt x="75" y="95"/>
                  </a:cubicBezTo>
                  <a:cubicBezTo>
                    <a:pt x="74" y="95"/>
                    <a:pt x="73" y="96"/>
                    <a:pt x="73" y="96"/>
                  </a:cubicBezTo>
                  <a:cubicBezTo>
                    <a:pt x="72" y="96"/>
                    <a:pt x="72" y="95"/>
                    <a:pt x="71" y="95"/>
                  </a:cubicBezTo>
                  <a:cubicBezTo>
                    <a:pt x="71" y="94"/>
                    <a:pt x="70" y="94"/>
                    <a:pt x="70" y="94"/>
                  </a:cubicBezTo>
                  <a:cubicBezTo>
                    <a:pt x="69" y="93"/>
                    <a:pt x="68" y="93"/>
                    <a:pt x="67" y="93"/>
                  </a:cubicBezTo>
                  <a:cubicBezTo>
                    <a:pt x="67" y="93"/>
                    <a:pt x="66" y="94"/>
                    <a:pt x="66" y="94"/>
                  </a:cubicBezTo>
                  <a:cubicBezTo>
                    <a:pt x="65" y="95"/>
                    <a:pt x="64" y="96"/>
                    <a:pt x="63" y="96"/>
                  </a:cubicBezTo>
                  <a:cubicBezTo>
                    <a:pt x="62" y="97"/>
                    <a:pt x="60" y="98"/>
                    <a:pt x="59" y="98"/>
                  </a:cubicBezTo>
                  <a:cubicBezTo>
                    <a:pt x="58" y="98"/>
                    <a:pt x="57" y="98"/>
                    <a:pt x="56" y="98"/>
                  </a:cubicBezTo>
                  <a:cubicBezTo>
                    <a:pt x="56" y="98"/>
                    <a:pt x="54" y="98"/>
                    <a:pt x="54" y="99"/>
                  </a:cubicBezTo>
                  <a:cubicBezTo>
                    <a:pt x="54" y="99"/>
                    <a:pt x="53" y="100"/>
                    <a:pt x="53" y="100"/>
                  </a:cubicBezTo>
                  <a:cubicBezTo>
                    <a:pt x="52" y="100"/>
                    <a:pt x="51" y="100"/>
                    <a:pt x="51" y="101"/>
                  </a:cubicBezTo>
                  <a:cubicBezTo>
                    <a:pt x="51" y="101"/>
                    <a:pt x="51" y="102"/>
                    <a:pt x="51" y="102"/>
                  </a:cubicBezTo>
                  <a:cubicBezTo>
                    <a:pt x="51" y="103"/>
                    <a:pt x="52" y="104"/>
                    <a:pt x="52" y="104"/>
                  </a:cubicBezTo>
                  <a:cubicBezTo>
                    <a:pt x="52" y="104"/>
                    <a:pt x="53" y="104"/>
                    <a:pt x="53" y="105"/>
                  </a:cubicBezTo>
                  <a:cubicBezTo>
                    <a:pt x="54" y="106"/>
                    <a:pt x="54" y="108"/>
                    <a:pt x="55" y="110"/>
                  </a:cubicBezTo>
                  <a:cubicBezTo>
                    <a:pt x="55" y="110"/>
                    <a:pt x="55" y="112"/>
                    <a:pt x="56" y="112"/>
                  </a:cubicBezTo>
                  <a:cubicBezTo>
                    <a:pt x="56" y="113"/>
                    <a:pt x="58" y="112"/>
                    <a:pt x="59" y="112"/>
                  </a:cubicBezTo>
                  <a:cubicBezTo>
                    <a:pt x="59" y="113"/>
                    <a:pt x="59" y="115"/>
                    <a:pt x="60" y="115"/>
                  </a:cubicBezTo>
                  <a:cubicBezTo>
                    <a:pt x="60" y="115"/>
                    <a:pt x="61" y="115"/>
                    <a:pt x="62" y="116"/>
                  </a:cubicBezTo>
                  <a:cubicBezTo>
                    <a:pt x="62" y="117"/>
                    <a:pt x="62" y="118"/>
                    <a:pt x="62" y="119"/>
                  </a:cubicBezTo>
                  <a:cubicBezTo>
                    <a:pt x="62" y="120"/>
                    <a:pt x="63" y="122"/>
                    <a:pt x="63" y="123"/>
                  </a:cubicBezTo>
                  <a:cubicBezTo>
                    <a:pt x="63" y="124"/>
                    <a:pt x="63" y="125"/>
                    <a:pt x="63" y="126"/>
                  </a:cubicBezTo>
                  <a:cubicBezTo>
                    <a:pt x="64" y="126"/>
                    <a:pt x="65" y="124"/>
                    <a:pt x="66" y="124"/>
                  </a:cubicBezTo>
                  <a:cubicBezTo>
                    <a:pt x="66" y="124"/>
                    <a:pt x="68" y="124"/>
                    <a:pt x="68" y="124"/>
                  </a:cubicBezTo>
                  <a:cubicBezTo>
                    <a:pt x="69" y="125"/>
                    <a:pt x="68" y="127"/>
                    <a:pt x="69" y="127"/>
                  </a:cubicBezTo>
                  <a:cubicBezTo>
                    <a:pt x="69" y="128"/>
                    <a:pt x="72" y="128"/>
                    <a:pt x="72" y="129"/>
                  </a:cubicBezTo>
                  <a:cubicBezTo>
                    <a:pt x="73" y="129"/>
                    <a:pt x="73" y="130"/>
                    <a:pt x="74" y="130"/>
                  </a:cubicBezTo>
                  <a:cubicBezTo>
                    <a:pt x="74" y="130"/>
                    <a:pt x="75" y="130"/>
                    <a:pt x="76" y="130"/>
                  </a:cubicBezTo>
                  <a:cubicBezTo>
                    <a:pt x="76" y="131"/>
                    <a:pt x="76" y="132"/>
                    <a:pt x="76" y="132"/>
                  </a:cubicBezTo>
                  <a:cubicBezTo>
                    <a:pt x="75" y="133"/>
                    <a:pt x="74" y="134"/>
                    <a:pt x="74" y="135"/>
                  </a:cubicBezTo>
                  <a:cubicBezTo>
                    <a:pt x="74" y="136"/>
                    <a:pt x="76" y="138"/>
                    <a:pt x="76" y="138"/>
                  </a:cubicBezTo>
                  <a:cubicBezTo>
                    <a:pt x="77" y="139"/>
                    <a:pt x="77" y="139"/>
                    <a:pt x="78" y="140"/>
                  </a:cubicBezTo>
                  <a:cubicBezTo>
                    <a:pt x="78" y="140"/>
                    <a:pt x="79" y="141"/>
                    <a:pt x="80" y="142"/>
                  </a:cubicBezTo>
                  <a:cubicBezTo>
                    <a:pt x="80" y="142"/>
                    <a:pt x="82" y="141"/>
                    <a:pt x="83" y="142"/>
                  </a:cubicBezTo>
                  <a:cubicBezTo>
                    <a:pt x="83" y="142"/>
                    <a:pt x="83" y="144"/>
                    <a:pt x="83" y="144"/>
                  </a:cubicBezTo>
                  <a:cubicBezTo>
                    <a:pt x="82" y="145"/>
                    <a:pt x="81" y="146"/>
                    <a:pt x="81" y="146"/>
                  </a:cubicBezTo>
                  <a:cubicBezTo>
                    <a:pt x="80" y="147"/>
                    <a:pt x="79" y="148"/>
                    <a:pt x="79" y="149"/>
                  </a:cubicBezTo>
                  <a:cubicBezTo>
                    <a:pt x="79" y="150"/>
                    <a:pt x="80" y="151"/>
                    <a:pt x="80" y="152"/>
                  </a:cubicBezTo>
                  <a:cubicBezTo>
                    <a:pt x="81" y="152"/>
                    <a:pt x="82" y="152"/>
                    <a:pt x="82" y="152"/>
                  </a:cubicBezTo>
                  <a:cubicBezTo>
                    <a:pt x="83" y="153"/>
                    <a:pt x="84" y="154"/>
                    <a:pt x="84" y="154"/>
                  </a:cubicBezTo>
                  <a:cubicBezTo>
                    <a:pt x="85" y="154"/>
                    <a:pt x="86" y="154"/>
                    <a:pt x="86" y="153"/>
                  </a:cubicBezTo>
                  <a:cubicBezTo>
                    <a:pt x="87" y="153"/>
                    <a:pt x="86" y="152"/>
                    <a:pt x="87" y="152"/>
                  </a:cubicBezTo>
                  <a:cubicBezTo>
                    <a:pt x="87" y="152"/>
                    <a:pt x="88" y="153"/>
                    <a:pt x="88" y="153"/>
                  </a:cubicBezTo>
                  <a:cubicBezTo>
                    <a:pt x="89" y="154"/>
                    <a:pt x="91" y="155"/>
                    <a:pt x="91" y="155"/>
                  </a:cubicBezTo>
                  <a:cubicBezTo>
                    <a:pt x="92" y="155"/>
                    <a:pt x="93" y="154"/>
                    <a:pt x="94" y="153"/>
                  </a:cubicBezTo>
                  <a:cubicBezTo>
                    <a:pt x="94" y="153"/>
                    <a:pt x="95" y="152"/>
                    <a:pt x="96" y="152"/>
                  </a:cubicBezTo>
                  <a:cubicBezTo>
                    <a:pt x="96" y="151"/>
                    <a:pt x="97" y="151"/>
                    <a:pt x="98" y="151"/>
                  </a:cubicBezTo>
                  <a:cubicBezTo>
                    <a:pt x="99" y="151"/>
                    <a:pt x="101" y="151"/>
                    <a:pt x="102" y="151"/>
                  </a:cubicBezTo>
                  <a:cubicBezTo>
                    <a:pt x="103" y="150"/>
                    <a:pt x="104" y="148"/>
                    <a:pt x="104" y="148"/>
                  </a:cubicBezTo>
                  <a:cubicBezTo>
                    <a:pt x="105" y="147"/>
                    <a:pt x="105" y="144"/>
                    <a:pt x="106" y="144"/>
                  </a:cubicBezTo>
                  <a:cubicBezTo>
                    <a:pt x="106" y="143"/>
                    <a:pt x="108" y="143"/>
                    <a:pt x="109" y="144"/>
                  </a:cubicBezTo>
                  <a:cubicBezTo>
                    <a:pt x="110" y="144"/>
                    <a:pt x="109" y="146"/>
                    <a:pt x="109" y="146"/>
                  </a:cubicBezTo>
                  <a:cubicBezTo>
                    <a:pt x="110" y="147"/>
                    <a:pt x="111" y="146"/>
                    <a:pt x="112" y="146"/>
                  </a:cubicBezTo>
                  <a:cubicBezTo>
                    <a:pt x="113" y="147"/>
                    <a:pt x="115" y="147"/>
                    <a:pt x="115" y="146"/>
                  </a:cubicBezTo>
                  <a:cubicBezTo>
                    <a:pt x="116" y="146"/>
                    <a:pt x="116" y="145"/>
                    <a:pt x="116" y="145"/>
                  </a:cubicBezTo>
                  <a:cubicBezTo>
                    <a:pt x="116" y="144"/>
                    <a:pt x="116" y="143"/>
                    <a:pt x="117" y="142"/>
                  </a:cubicBezTo>
                  <a:cubicBezTo>
                    <a:pt x="117" y="142"/>
                    <a:pt x="118" y="140"/>
                    <a:pt x="118" y="140"/>
                  </a:cubicBezTo>
                  <a:cubicBezTo>
                    <a:pt x="119" y="140"/>
                    <a:pt x="120" y="140"/>
                    <a:pt x="121" y="140"/>
                  </a:cubicBezTo>
                  <a:cubicBezTo>
                    <a:pt x="122" y="141"/>
                    <a:pt x="122" y="143"/>
                    <a:pt x="123" y="144"/>
                  </a:cubicBezTo>
                  <a:cubicBezTo>
                    <a:pt x="123" y="144"/>
                    <a:pt x="123" y="146"/>
                    <a:pt x="124" y="146"/>
                  </a:cubicBezTo>
                  <a:cubicBezTo>
                    <a:pt x="124" y="147"/>
                    <a:pt x="126" y="147"/>
                    <a:pt x="126" y="147"/>
                  </a:cubicBezTo>
                  <a:cubicBezTo>
                    <a:pt x="127" y="148"/>
                    <a:pt x="127" y="150"/>
                    <a:pt x="128" y="151"/>
                  </a:cubicBezTo>
                  <a:cubicBezTo>
                    <a:pt x="129" y="151"/>
                    <a:pt x="131" y="151"/>
                    <a:pt x="132" y="151"/>
                  </a:cubicBezTo>
                  <a:cubicBezTo>
                    <a:pt x="133" y="151"/>
                    <a:pt x="135" y="153"/>
                    <a:pt x="136" y="153"/>
                  </a:cubicBezTo>
                  <a:cubicBezTo>
                    <a:pt x="136" y="153"/>
                    <a:pt x="136" y="151"/>
                    <a:pt x="137" y="151"/>
                  </a:cubicBezTo>
                  <a:cubicBezTo>
                    <a:pt x="138" y="151"/>
                    <a:pt x="140" y="151"/>
                    <a:pt x="141" y="151"/>
                  </a:cubicBezTo>
                  <a:cubicBezTo>
                    <a:pt x="141" y="151"/>
                    <a:pt x="142" y="151"/>
                    <a:pt x="143" y="150"/>
                  </a:cubicBezTo>
                  <a:cubicBezTo>
                    <a:pt x="143" y="150"/>
                    <a:pt x="144" y="149"/>
                    <a:pt x="145" y="149"/>
                  </a:cubicBezTo>
                  <a:cubicBezTo>
                    <a:pt x="145" y="149"/>
                    <a:pt x="145" y="148"/>
                    <a:pt x="146" y="148"/>
                  </a:cubicBezTo>
                  <a:cubicBezTo>
                    <a:pt x="146" y="148"/>
                    <a:pt x="146" y="149"/>
                    <a:pt x="146" y="149"/>
                  </a:cubicBezTo>
                  <a:cubicBezTo>
                    <a:pt x="146" y="150"/>
                    <a:pt x="146" y="152"/>
                    <a:pt x="146" y="153"/>
                  </a:cubicBezTo>
                  <a:cubicBezTo>
                    <a:pt x="146" y="154"/>
                    <a:pt x="146" y="155"/>
                    <a:pt x="146" y="155"/>
                  </a:cubicBezTo>
                  <a:cubicBezTo>
                    <a:pt x="147" y="156"/>
                    <a:pt x="147" y="156"/>
                    <a:pt x="147" y="157"/>
                  </a:cubicBezTo>
                  <a:cubicBezTo>
                    <a:pt x="147" y="158"/>
                    <a:pt x="146" y="159"/>
                    <a:pt x="145" y="159"/>
                  </a:cubicBezTo>
                  <a:cubicBezTo>
                    <a:pt x="145" y="160"/>
                    <a:pt x="143" y="160"/>
                    <a:pt x="143" y="160"/>
                  </a:cubicBezTo>
                  <a:cubicBezTo>
                    <a:pt x="143" y="161"/>
                    <a:pt x="143" y="163"/>
                    <a:pt x="143" y="164"/>
                  </a:cubicBezTo>
                  <a:cubicBezTo>
                    <a:pt x="143" y="165"/>
                    <a:pt x="143" y="167"/>
                    <a:pt x="143" y="168"/>
                  </a:cubicBezTo>
                  <a:cubicBezTo>
                    <a:pt x="143" y="169"/>
                    <a:pt x="144" y="170"/>
                    <a:pt x="144" y="170"/>
                  </a:cubicBezTo>
                  <a:cubicBezTo>
                    <a:pt x="144" y="171"/>
                    <a:pt x="145" y="173"/>
                    <a:pt x="145" y="173"/>
                  </a:cubicBezTo>
                  <a:cubicBezTo>
                    <a:pt x="145" y="174"/>
                    <a:pt x="144" y="176"/>
                    <a:pt x="144" y="177"/>
                  </a:cubicBezTo>
                  <a:cubicBezTo>
                    <a:pt x="144" y="177"/>
                    <a:pt x="144" y="179"/>
                    <a:pt x="143" y="179"/>
                  </a:cubicBezTo>
                  <a:cubicBezTo>
                    <a:pt x="143" y="180"/>
                    <a:pt x="141" y="180"/>
                    <a:pt x="141" y="181"/>
                  </a:cubicBezTo>
                  <a:cubicBezTo>
                    <a:pt x="140" y="181"/>
                    <a:pt x="139" y="182"/>
                    <a:pt x="138" y="183"/>
                  </a:cubicBezTo>
                  <a:cubicBezTo>
                    <a:pt x="137" y="183"/>
                    <a:pt x="136" y="185"/>
                    <a:pt x="135" y="185"/>
                  </a:cubicBezTo>
                  <a:cubicBezTo>
                    <a:pt x="134" y="186"/>
                    <a:pt x="132" y="186"/>
                    <a:pt x="132" y="186"/>
                  </a:cubicBezTo>
                  <a:cubicBezTo>
                    <a:pt x="130" y="186"/>
                    <a:pt x="128" y="186"/>
                    <a:pt x="127" y="186"/>
                  </a:cubicBezTo>
                  <a:cubicBezTo>
                    <a:pt x="126" y="186"/>
                    <a:pt x="125" y="186"/>
                    <a:pt x="125" y="186"/>
                  </a:cubicBezTo>
                  <a:cubicBezTo>
                    <a:pt x="124" y="187"/>
                    <a:pt x="125" y="188"/>
                    <a:pt x="125" y="189"/>
                  </a:cubicBezTo>
                  <a:cubicBezTo>
                    <a:pt x="125" y="190"/>
                    <a:pt x="125" y="193"/>
                    <a:pt x="125" y="195"/>
                  </a:cubicBezTo>
                  <a:cubicBezTo>
                    <a:pt x="125" y="195"/>
                    <a:pt x="125" y="197"/>
                    <a:pt x="126" y="198"/>
                  </a:cubicBezTo>
                  <a:cubicBezTo>
                    <a:pt x="126" y="198"/>
                    <a:pt x="128" y="199"/>
                    <a:pt x="128" y="200"/>
                  </a:cubicBezTo>
                  <a:cubicBezTo>
                    <a:pt x="128" y="200"/>
                    <a:pt x="129" y="202"/>
                    <a:pt x="128" y="203"/>
                  </a:cubicBezTo>
                  <a:cubicBezTo>
                    <a:pt x="128" y="204"/>
                    <a:pt x="125" y="203"/>
                    <a:pt x="125" y="204"/>
                  </a:cubicBezTo>
                  <a:cubicBezTo>
                    <a:pt x="124" y="204"/>
                    <a:pt x="124" y="206"/>
                    <a:pt x="123" y="206"/>
                  </a:cubicBezTo>
                  <a:cubicBezTo>
                    <a:pt x="123" y="206"/>
                    <a:pt x="122" y="207"/>
                    <a:pt x="122" y="207"/>
                  </a:cubicBezTo>
                  <a:cubicBezTo>
                    <a:pt x="122" y="208"/>
                    <a:pt x="122" y="209"/>
                    <a:pt x="122" y="210"/>
                  </a:cubicBezTo>
                  <a:cubicBezTo>
                    <a:pt x="122" y="211"/>
                    <a:pt x="123" y="213"/>
                    <a:pt x="123" y="213"/>
                  </a:cubicBezTo>
                  <a:cubicBezTo>
                    <a:pt x="124" y="213"/>
                    <a:pt x="124" y="216"/>
                    <a:pt x="124" y="217"/>
                  </a:cubicBezTo>
                  <a:cubicBezTo>
                    <a:pt x="125" y="218"/>
                    <a:pt x="126" y="220"/>
                    <a:pt x="127" y="221"/>
                  </a:cubicBezTo>
                  <a:cubicBezTo>
                    <a:pt x="127" y="222"/>
                    <a:pt x="129" y="224"/>
                    <a:pt x="129" y="224"/>
                  </a:cubicBezTo>
                  <a:cubicBezTo>
                    <a:pt x="130" y="225"/>
                    <a:pt x="130" y="227"/>
                    <a:pt x="130" y="228"/>
                  </a:cubicBezTo>
                  <a:cubicBezTo>
                    <a:pt x="131" y="230"/>
                    <a:pt x="131" y="232"/>
                    <a:pt x="131" y="233"/>
                  </a:cubicBezTo>
                  <a:cubicBezTo>
                    <a:pt x="131" y="234"/>
                    <a:pt x="131" y="236"/>
                    <a:pt x="131" y="237"/>
                  </a:cubicBezTo>
                  <a:cubicBezTo>
                    <a:pt x="131" y="237"/>
                    <a:pt x="132" y="239"/>
                    <a:pt x="132" y="240"/>
                  </a:cubicBezTo>
                  <a:cubicBezTo>
                    <a:pt x="132" y="241"/>
                    <a:pt x="133" y="242"/>
                    <a:pt x="133" y="243"/>
                  </a:cubicBezTo>
                  <a:cubicBezTo>
                    <a:pt x="134" y="243"/>
                    <a:pt x="135" y="243"/>
                    <a:pt x="136" y="243"/>
                  </a:cubicBezTo>
                  <a:cubicBezTo>
                    <a:pt x="136" y="244"/>
                    <a:pt x="137" y="245"/>
                    <a:pt x="138" y="245"/>
                  </a:cubicBezTo>
                  <a:cubicBezTo>
                    <a:pt x="139" y="246"/>
                    <a:pt x="140" y="248"/>
                    <a:pt x="140" y="249"/>
                  </a:cubicBezTo>
                  <a:cubicBezTo>
                    <a:pt x="140" y="249"/>
                    <a:pt x="141" y="250"/>
                    <a:pt x="141" y="251"/>
                  </a:cubicBezTo>
                  <a:cubicBezTo>
                    <a:pt x="140" y="252"/>
                    <a:pt x="139" y="252"/>
                    <a:pt x="139" y="252"/>
                  </a:cubicBezTo>
                  <a:cubicBezTo>
                    <a:pt x="137" y="252"/>
                    <a:pt x="135" y="253"/>
                    <a:pt x="134" y="253"/>
                  </a:cubicBezTo>
                  <a:cubicBezTo>
                    <a:pt x="134" y="254"/>
                    <a:pt x="132" y="255"/>
                    <a:pt x="132" y="256"/>
                  </a:cubicBezTo>
                  <a:cubicBezTo>
                    <a:pt x="132" y="256"/>
                    <a:pt x="131" y="256"/>
                    <a:pt x="131" y="257"/>
                  </a:cubicBezTo>
                  <a:cubicBezTo>
                    <a:pt x="130" y="257"/>
                    <a:pt x="130" y="257"/>
                    <a:pt x="129" y="258"/>
                  </a:cubicBezTo>
                  <a:cubicBezTo>
                    <a:pt x="128" y="258"/>
                    <a:pt x="127" y="259"/>
                    <a:pt x="126" y="259"/>
                  </a:cubicBezTo>
                  <a:cubicBezTo>
                    <a:pt x="125" y="259"/>
                    <a:pt x="123" y="258"/>
                    <a:pt x="121" y="259"/>
                  </a:cubicBezTo>
                  <a:cubicBezTo>
                    <a:pt x="121" y="259"/>
                    <a:pt x="120" y="261"/>
                    <a:pt x="119" y="262"/>
                  </a:cubicBezTo>
                  <a:cubicBezTo>
                    <a:pt x="118" y="263"/>
                    <a:pt x="117" y="266"/>
                    <a:pt x="116" y="267"/>
                  </a:cubicBezTo>
                  <a:cubicBezTo>
                    <a:pt x="115" y="268"/>
                    <a:pt x="113" y="270"/>
                    <a:pt x="112" y="270"/>
                  </a:cubicBezTo>
                  <a:cubicBezTo>
                    <a:pt x="112" y="270"/>
                    <a:pt x="110" y="271"/>
                    <a:pt x="110" y="271"/>
                  </a:cubicBezTo>
                  <a:cubicBezTo>
                    <a:pt x="109" y="271"/>
                    <a:pt x="109" y="273"/>
                    <a:pt x="109" y="273"/>
                  </a:cubicBezTo>
                  <a:cubicBezTo>
                    <a:pt x="108" y="273"/>
                    <a:pt x="108" y="274"/>
                    <a:pt x="107" y="275"/>
                  </a:cubicBezTo>
                  <a:cubicBezTo>
                    <a:pt x="107" y="275"/>
                    <a:pt x="106" y="276"/>
                    <a:pt x="106" y="277"/>
                  </a:cubicBezTo>
                  <a:cubicBezTo>
                    <a:pt x="106" y="277"/>
                    <a:pt x="106" y="279"/>
                    <a:pt x="106" y="279"/>
                  </a:cubicBezTo>
                  <a:cubicBezTo>
                    <a:pt x="106" y="280"/>
                    <a:pt x="104" y="281"/>
                    <a:pt x="104" y="281"/>
                  </a:cubicBezTo>
                  <a:cubicBezTo>
                    <a:pt x="103" y="281"/>
                    <a:pt x="102" y="282"/>
                    <a:pt x="101" y="282"/>
                  </a:cubicBezTo>
                  <a:cubicBezTo>
                    <a:pt x="101" y="281"/>
                    <a:pt x="101" y="280"/>
                    <a:pt x="101" y="280"/>
                  </a:cubicBezTo>
                  <a:cubicBezTo>
                    <a:pt x="100" y="279"/>
                    <a:pt x="99" y="279"/>
                    <a:pt x="99" y="278"/>
                  </a:cubicBezTo>
                  <a:cubicBezTo>
                    <a:pt x="99" y="278"/>
                    <a:pt x="98" y="278"/>
                    <a:pt x="97" y="278"/>
                  </a:cubicBezTo>
                  <a:cubicBezTo>
                    <a:pt x="97" y="278"/>
                    <a:pt x="96" y="279"/>
                    <a:pt x="96" y="280"/>
                  </a:cubicBezTo>
                  <a:cubicBezTo>
                    <a:pt x="95" y="280"/>
                    <a:pt x="95" y="281"/>
                    <a:pt x="95" y="282"/>
                  </a:cubicBezTo>
                  <a:cubicBezTo>
                    <a:pt x="95" y="282"/>
                    <a:pt x="95" y="283"/>
                    <a:pt x="95" y="283"/>
                  </a:cubicBezTo>
                  <a:cubicBezTo>
                    <a:pt x="95" y="284"/>
                    <a:pt x="96" y="285"/>
                    <a:pt x="96" y="286"/>
                  </a:cubicBezTo>
                  <a:cubicBezTo>
                    <a:pt x="96" y="286"/>
                    <a:pt x="97" y="287"/>
                    <a:pt x="97" y="288"/>
                  </a:cubicBezTo>
                  <a:cubicBezTo>
                    <a:pt x="97" y="289"/>
                    <a:pt x="96" y="290"/>
                    <a:pt x="96" y="290"/>
                  </a:cubicBezTo>
                  <a:cubicBezTo>
                    <a:pt x="95" y="291"/>
                    <a:pt x="94" y="292"/>
                    <a:pt x="93" y="292"/>
                  </a:cubicBezTo>
                  <a:cubicBezTo>
                    <a:pt x="92" y="293"/>
                    <a:pt x="91" y="294"/>
                    <a:pt x="91" y="295"/>
                  </a:cubicBezTo>
                  <a:cubicBezTo>
                    <a:pt x="91" y="295"/>
                    <a:pt x="91" y="295"/>
                    <a:pt x="90" y="295"/>
                  </a:cubicBezTo>
                  <a:cubicBezTo>
                    <a:pt x="90" y="295"/>
                    <a:pt x="89" y="295"/>
                    <a:pt x="88" y="295"/>
                  </a:cubicBezTo>
                  <a:cubicBezTo>
                    <a:pt x="88" y="295"/>
                    <a:pt x="86" y="295"/>
                    <a:pt x="86" y="295"/>
                  </a:cubicBezTo>
                  <a:cubicBezTo>
                    <a:pt x="85" y="295"/>
                    <a:pt x="84" y="295"/>
                    <a:pt x="83" y="295"/>
                  </a:cubicBezTo>
                  <a:cubicBezTo>
                    <a:pt x="82" y="295"/>
                    <a:pt x="82" y="294"/>
                    <a:pt x="81" y="294"/>
                  </a:cubicBezTo>
                  <a:cubicBezTo>
                    <a:pt x="81" y="293"/>
                    <a:pt x="81" y="292"/>
                    <a:pt x="81" y="291"/>
                  </a:cubicBezTo>
                  <a:cubicBezTo>
                    <a:pt x="81" y="291"/>
                    <a:pt x="82" y="290"/>
                    <a:pt x="82" y="290"/>
                  </a:cubicBezTo>
                  <a:cubicBezTo>
                    <a:pt x="82" y="290"/>
                    <a:pt x="81" y="288"/>
                    <a:pt x="81" y="288"/>
                  </a:cubicBezTo>
                  <a:cubicBezTo>
                    <a:pt x="80" y="288"/>
                    <a:pt x="79" y="289"/>
                    <a:pt x="78" y="289"/>
                  </a:cubicBezTo>
                  <a:cubicBezTo>
                    <a:pt x="78" y="288"/>
                    <a:pt x="77" y="288"/>
                    <a:pt x="76" y="287"/>
                  </a:cubicBezTo>
                  <a:cubicBezTo>
                    <a:pt x="76" y="287"/>
                    <a:pt x="75" y="286"/>
                    <a:pt x="74" y="286"/>
                  </a:cubicBezTo>
                  <a:cubicBezTo>
                    <a:pt x="74" y="285"/>
                    <a:pt x="75" y="283"/>
                    <a:pt x="76" y="281"/>
                  </a:cubicBezTo>
                  <a:cubicBezTo>
                    <a:pt x="76" y="281"/>
                    <a:pt x="77" y="279"/>
                    <a:pt x="78" y="278"/>
                  </a:cubicBezTo>
                  <a:cubicBezTo>
                    <a:pt x="78" y="277"/>
                    <a:pt x="80" y="277"/>
                    <a:pt x="80" y="277"/>
                  </a:cubicBezTo>
                  <a:cubicBezTo>
                    <a:pt x="81" y="277"/>
                    <a:pt x="82" y="277"/>
                    <a:pt x="82" y="277"/>
                  </a:cubicBezTo>
                  <a:cubicBezTo>
                    <a:pt x="83" y="277"/>
                    <a:pt x="84" y="277"/>
                    <a:pt x="85" y="277"/>
                  </a:cubicBezTo>
                  <a:cubicBezTo>
                    <a:pt x="85" y="276"/>
                    <a:pt x="86" y="275"/>
                    <a:pt x="86" y="275"/>
                  </a:cubicBezTo>
                  <a:cubicBezTo>
                    <a:pt x="86" y="274"/>
                    <a:pt x="87" y="273"/>
                    <a:pt x="87" y="273"/>
                  </a:cubicBezTo>
                  <a:cubicBezTo>
                    <a:pt x="88" y="273"/>
                    <a:pt x="88" y="273"/>
                    <a:pt x="89" y="273"/>
                  </a:cubicBezTo>
                  <a:cubicBezTo>
                    <a:pt x="89" y="273"/>
                    <a:pt x="90" y="273"/>
                    <a:pt x="90" y="272"/>
                  </a:cubicBezTo>
                  <a:cubicBezTo>
                    <a:pt x="91" y="272"/>
                    <a:pt x="91" y="270"/>
                    <a:pt x="90" y="269"/>
                  </a:cubicBezTo>
                  <a:cubicBezTo>
                    <a:pt x="90" y="269"/>
                    <a:pt x="90" y="268"/>
                    <a:pt x="90" y="268"/>
                  </a:cubicBezTo>
                  <a:cubicBezTo>
                    <a:pt x="89" y="267"/>
                    <a:pt x="89" y="266"/>
                    <a:pt x="88" y="266"/>
                  </a:cubicBezTo>
                  <a:cubicBezTo>
                    <a:pt x="88" y="266"/>
                    <a:pt x="86" y="266"/>
                    <a:pt x="86" y="266"/>
                  </a:cubicBezTo>
                  <a:cubicBezTo>
                    <a:pt x="86" y="265"/>
                    <a:pt x="87" y="264"/>
                    <a:pt x="88" y="264"/>
                  </a:cubicBezTo>
                  <a:cubicBezTo>
                    <a:pt x="88" y="264"/>
                    <a:pt x="89" y="264"/>
                    <a:pt x="89" y="263"/>
                  </a:cubicBezTo>
                  <a:cubicBezTo>
                    <a:pt x="89" y="263"/>
                    <a:pt x="88" y="262"/>
                    <a:pt x="87" y="262"/>
                  </a:cubicBezTo>
                  <a:cubicBezTo>
                    <a:pt x="87" y="261"/>
                    <a:pt x="85" y="262"/>
                    <a:pt x="84" y="261"/>
                  </a:cubicBezTo>
                  <a:cubicBezTo>
                    <a:pt x="83" y="261"/>
                    <a:pt x="82" y="260"/>
                    <a:pt x="81" y="259"/>
                  </a:cubicBezTo>
                  <a:cubicBezTo>
                    <a:pt x="79" y="259"/>
                    <a:pt x="77" y="258"/>
                    <a:pt x="75" y="258"/>
                  </a:cubicBezTo>
                  <a:cubicBezTo>
                    <a:pt x="73" y="257"/>
                    <a:pt x="70" y="257"/>
                    <a:pt x="68" y="257"/>
                  </a:cubicBezTo>
                  <a:cubicBezTo>
                    <a:pt x="67" y="256"/>
                    <a:pt x="66" y="256"/>
                    <a:pt x="65" y="255"/>
                  </a:cubicBezTo>
                  <a:cubicBezTo>
                    <a:pt x="65" y="255"/>
                    <a:pt x="64" y="253"/>
                    <a:pt x="63" y="253"/>
                  </a:cubicBezTo>
                  <a:cubicBezTo>
                    <a:pt x="63" y="253"/>
                    <a:pt x="62" y="252"/>
                    <a:pt x="62" y="252"/>
                  </a:cubicBezTo>
                  <a:cubicBezTo>
                    <a:pt x="61" y="252"/>
                    <a:pt x="59" y="252"/>
                    <a:pt x="58" y="252"/>
                  </a:cubicBezTo>
                  <a:cubicBezTo>
                    <a:pt x="58" y="252"/>
                    <a:pt x="56" y="251"/>
                    <a:pt x="56" y="250"/>
                  </a:cubicBezTo>
                  <a:cubicBezTo>
                    <a:pt x="56" y="250"/>
                    <a:pt x="55" y="248"/>
                    <a:pt x="55" y="247"/>
                  </a:cubicBezTo>
                  <a:cubicBezTo>
                    <a:pt x="55" y="247"/>
                    <a:pt x="54" y="246"/>
                    <a:pt x="54" y="245"/>
                  </a:cubicBezTo>
                  <a:cubicBezTo>
                    <a:pt x="53" y="245"/>
                    <a:pt x="52" y="245"/>
                    <a:pt x="51" y="244"/>
                  </a:cubicBezTo>
                  <a:cubicBezTo>
                    <a:pt x="51" y="244"/>
                    <a:pt x="51" y="242"/>
                    <a:pt x="51" y="242"/>
                  </a:cubicBezTo>
                  <a:cubicBezTo>
                    <a:pt x="52" y="241"/>
                    <a:pt x="53" y="239"/>
                    <a:pt x="53" y="238"/>
                  </a:cubicBezTo>
                  <a:cubicBezTo>
                    <a:pt x="54" y="237"/>
                    <a:pt x="54" y="235"/>
                    <a:pt x="55" y="234"/>
                  </a:cubicBezTo>
                  <a:cubicBezTo>
                    <a:pt x="55" y="234"/>
                    <a:pt x="55" y="233"/>
                    <a:pt x="55" y="233"/>
                  </a:cubicBezTo>
                  <a:cubicBezTo>
                    <a:pt x="55" y="232"/>
                    <a:pt x="56" y="232"/>
                    <a:pt x="57" y="232"/>
                  </a:cubicBezTo>
                  <a:cubicBezTo>
                    <a:pt x="57" y="231"/>
                    <a:pt x="59" y="231"/>
                    <a:pt x="60" y="231"/>
                  </a:cubicBezTo>
                  <a:cubicBezTo>
                    <a:pt x="60" y="230"/>
                    <a:pt x="60" y="230"/>
                    <a:pt x="61" y="229"/>
                  </a:cubicBezTo>
                  <a:cubicBezTo>
                    <a:pt x="61" y="229"/>
                    <a:pt x="61" y="228"/>
                    <a:pt x="62" y="227"/>
                  </a:cubicBezTo>
                  <a:cubicBezTo>
                    <a:pt x="62" y="227"/>
                    <a:pt x="64" y="227"/>
                    <a:pt x="64" y="227"/>
                  </a:cubicBezTo>
                  <a:cubicBezTo>
                    <a:pt x="64" y="226"/>
                    <a:pt x="64" y="225"/>
                    <a:pt x="64" y="225"/>
                  </a:cubicBezTo>
                  <a:cubicBezTo>
                    <a:pt x="64" y="224"/>
                    <a:pt x="64" y="224"/>
                    <a:pt x="63" y="224"/>
                  </a:cubicBezTo>
                  <a:cubicBezTo>
                    <a:pt x="63" y="223"/>
                    <a:pt x="63" y="222"/>
                    <a:pt x="63" y="221"/>
                  </a:cubicBezTo>
                  <a:cubicBezTo>
                    <a:pt x="63" y="221"/>
                    <a:pt x="63" y="219"/>
                    <a:pt x="63" y="218"/>
                  </a:cubicBezTo>
                  <a:cubicBezTo>
                    <a:pt x="62" y="217"/>
                    <a:pt x="62" y="215"/>
                    <a:pt x="61" y="214"/>
                  </a:cubicBezTo>
                  <a:cubicBezTo>
                    <a:pt x="61" y="213"/>
                    <a:pt x="60" y="211"/>
                    <a:pt x="60" y="210"/>
                  </a:cubicBezTo>
                  <a:cubicBezTo>
                    <a:pt x="60" y="209"/>
                    <a:pt x="59" y="207"/>
                    <a:pt x="59" y="206"/>
                  </a:cubicBezTo>
                  <a:cubicBezTo>
                    <a:pt x="59" y="205"/>
                    <a:pt x="58" y="203"/>
                    <a:pt x="58" y="201"/>
                  </a:cubicBezTo>
                  <a:cubicBezTo>
                    <a:pt x="58" y="200"/>
                    <a:pt x="57" y="199"/>
                    <a:pt x="56" y="198"/>
                  </a:cubicBezTo>
                  <a:cubicBezTo>
                    <a:pt x="55" y="197"/>
                    <a:pt x="54" y="196"/>
                    <a:pt x="54" y="195"/>
                  </a:cubicBezTo>
                  <a:cubicBezTo>
                    <a:pt x="53" y="194"/>
                    <a:pt x="54" y="192"/>
                    <a:pt x="53" y="191"/>
                  </a:cubicBezTo>
                  <a:cubicBezTo>
                    <a:pt x="53" y="190"/>
                    <a:pt x="52" y="189"/>
                    <a:pt x="51" y="188"/>
                  </a:cubicBezTo>
                  <a:cubicBezTo>
                    <a:pt x="51" y="188"/>
                    <a:pt x="49" y="188"/>
                    <a:pt x="49" y="187"/>
                  </a:cubicBezTo>
                  <a:cubicBezTo>
                    <a:pt x="48" y="186"/>
                    <a:pt x="47" y="184"/>
                    <a:pt x="46" y="184"/>
                  </a:cubicBezTo>
                  <a:cubicBezTo>
                    <a:pt x="45" y="183"/>
                    <a:pt x="43" y="184"/>
                    <a:pt x="43" y="184"/>
                  </a:cubicBezTo>
                  <a:cubicBezTo>
                    <a:pt x="42" y="184"/>
                    <a:pt x="41" y="183"/>
                    <a:pt x="41" y="183"/>
                  </a:cubicBezTo>
                  <a:cubicBezTo>
                    <a:pt x="40" y="182"/>
                    <a:pt x="39" y="181"/>
                    <a:pt x="39" y="181"/>
                  </a:cubicBezTo>
                  <a:cubicBezTo>
                    <a:pt x="38" y="180"/>
                    <a:pt x="36" y="180"/>
                    <a:pt x="35" y="179"/>
                  </a:cubicBezTo>
                  <a:cubicBezTo>
                    <a:pt x="34" y="178"/>
                    <a:pt x="33" y="177"/>
                    <a:pt x="32" y="177"/>
                  </a:cubicBezTo>
                  <a:cubicBezTo>
                    <a:pt x="32" y="176"/>
                    <a:pt x="31" y="175"/>
                    <a:pt x="30" y="175"/>
                  </a:cubicBezTo>
                  <a:cubicBezTo>
                    <a:pt x="30" y="175"/>
                    <a:pt x="30" y="175"/>
                    <a:pt x="30" y="175"/>
                  </a:cubicBezTo>
                  <a:cubicBezTo>
                    <a:pt x="29" y="174"/>
                    <a:pt x="28" y="173"/>
                    <a:pt x="27" y="173"/>
                  </a:cubicBezTo>
                  <a:cubicBezTo>
                    <a:pt x="27" y="172"/>
                    <a:pt x="27" y="170"/>
                    <a:pt x="27" y="168"/>
                  </a:cubicBezTo>
                  <a:cubicBezTo>
                    <a:pt x="27" y="167"/>
                    <a:pt x="27" y="165"/>
                    <a:pt x="27" y="164"/>
                  </a:cubicBezTo>
                  <a:cubicBezTo>
                    <a:pt x="26" y="163"/>
                    <a:pt x="26" y="161"/>
                    <a:pt x="26" y="160"/>
                  </a:cubicBezTo>
                  <a:cubicBezTo>
                    <a:pt x="26" y="159"/>
                    <a:pt x="25" y="157"/>
                    <a:pt x="25" y="156"/>
                  </a:cubicBezTo>
                  <a:cubicBezTo>
                    <a:pt x="25" y="155"/>
                    <a:pt x="24" y="153"/>
                    <a:pt x="24" y="152"/>
                  </a:cubicBezTo>
                  <a:cubicBezTo>
                    <a:pt x="24" y="151"/>
                    <a:pt x="25" y="150"/>
                    <a:pt x="26" y="149"/>
                  </a:cubicBezTo>
                  <a:cubicBezTo>
                    <a:pt x="26" y="148"/>
                    <a:pt x="26" y="147"/>
                    <a:pt x="25" y="146"/>
                  </a:cubicBezTo>
                  <a:cubicBezTo>
                    <a:pt x="25" y="145"/>
                    <a:pt x="24" y="143"/>
                    <a:pt x="24" y="142"/>
                  </a:cubicBezTo>
                  <a:cubicBezTo>
                    <a:pt x="24" y="142"/>
                    <a:pt x="24" y="141"/>
                    <a:pt x="24" y="140"/>
                  </a:cubicBezTo>
                  <a:cubicBezTo>
                    <a:pt x="23" y="140"/>
                    <a:pt x="23" y="140"/>
                    <a:pt x="23" y="140"/>
                  </a:cubicBezTo>
                  <a:cubicBezTo>
                    <a:pt x="23" y="140"/>
                    <a:pt x="23" y="139"/>
                    <a:pt x="23" y="138"/>
                  </a:cubicBezTo>
                  <a:cubicBezTo>
                    <a:pt x="24" y="137"/>
                    <a:pt x="24" y="136"/>
                    <a:pt x="25" y="135"/>
                  </a:cubicBezTo>
                  <a:cubicBezTo>
                    <a:pt x="25" y="135"/>
                    <a:pt x="26" y="134"/>
                    <a:pt x="26" y="134"/>
                  </a:cubicBezTo>
                  <a:cubicBezTo>
                    <a:pt x="27" y="133"/>
                    <a:pt x="27" y="131"/>
                    <a:pt x="27" y="130"/>
                  </a:cubicBezTo>
                  <a:cubicBezTo>
                    <a:pt x="26" y="130"/>
                    <a:pt x="24" y="129"/>
                    <a:pt x="24" y="128"/>
                  </a:cubicBezTo>
                  <a:cubicBezTo>
                    <a:pt x="24" y="128"/>
                    <a:pt x="24" y="126"/>
                    <a:pt x="24" y="126"/>
                  </a:cubicBezTo>
                  <a:cubicBezTo>
                    <a:pt x="24" y="125"/>
                    <a:pt x="25" y="124"/>
                    <a:pt x="26" y="123"/>
                  </a:cubicBezTo>
                  <a:cubicBezTo>
                    <a:pt x="26" y="123"/>
                    <a:pt x="27" y="122"/>
                    <a:pt x="27" y="121"/>
                  </a:cubicBezTo>
                  <a:cubicBezTo>
                    <a:pt x="28" y="121"/>
                    <a:pt x="29" y="120"/>
                    <a:pt x="29" y="119"/>
                  </a:cubicBezTo>
                  <a:cubicBezTo>
                    <a:pt x="29" y="118"/>
                    <a:pt x="28" y="117"/>
                    <a:pt x="28" y="116"/>
                  </a:cubicBezTo>
                  <a:cubicBezTo>
                    <a:pt x="28" y="115"/>
                    <a:pt x="27" y="114"/>
                    <a:pt x="27" y="114"/>
                  </a:cubicBezTo>
                  <a:cubicBezTo>
                    <a:pt x="27" y="113"/>
                    <a:pt x="27" y="113"/>
                    <a:pt x="27" y="112"/>
                  </a:cubicBezTo>
                  <a:cubicBezTo>
                    <a:pt x="27" y="111"/>
                    <a:pt x="27" y="109"/>
                    <a:pt x="28" y="109"/>
                  </a:cubicBezTo>
                  <a:cubicBezTo>
                    <a:pt x="28" y="109"/>
                    <a:pt x="29" y="109"/>
                    <a:pt x="29" y="109"/>
                  </a:cubicBezTo>
                  <a:cubicBezTo>
                    <a:pt x="30" y="109"/>
                    <a:pt x="31" y="110"/>
                    <a:pt x="31" y="110"/>
                  </a:cubicBezTo>
                  <a:cubicBezTo>
                    <a:pt x="32" y="110"/>
                    <a:pt x="34" y="110"/>
                    <a:pt x="34" y="110"/>
                  </a:cubicBezTo>
                  <a:cubicBezTo>
                    <a:pt x="35" y="110"/>
                    <a:pt x="35" y="109"/>
                    <a:pt x="35" y="108"/>
                  </a:cubicBezTo>
                  <a:cubicBezTo>
                    <a:pt x="35" y="108"/>
                    <a:pt x="35" y="107"/>
                    <a:pt x="35" y="106"/>
                  </a:cubicBezTo>
                  <a:cubicBezTo>
                    <a:pt x="35" y="106"/>
                    <a:pt x="36" y="105"/>
                    <a:pt x="36" y="105"/>
                  </a:cubicBezTo>
                  <a:cubicBezTo>
                    <a:pt x="36" y="104"/>
                    <a:pt x="36" y="102"/>
                    <a:pt x="36" y="102"/>
                  </a:cubicBezTo>
                  <a:cubicBezTo>
                    <a:pt x="36" y="101"/>
                    <a:pt x="35" y="100"/>
                    <a:pt x="34" y="99"/>
                  </a:cubicBezTo>
                  <a:cubicBezTo>
                    <a:pt x="34" y="99"/>
                    <a:pt x="33" y="98"/>
                    <a:pt x="32" y="98"/>
                  </a:cubicBezTo>
                  <a:cubicBezTo>
                    <a:pt x="32" y="97"/>
                    <a:pt x="31" y="96"/>
                    <a:pt x="31" y="95"/>
                  </a:cubicBezTo>
                  <a:cubicBezTo>
                    <a:pt x="31" y="94"/>
                    <a:pt x="29" y="93"/>
                    <a:pt x="29" y="92"/>
                  </a:cubicBezTo>
                  <a:cubicBezTo>
                    <a:pt x="28" y="91"/>
                    <a:pt x="28" y="90"/>
                    <a:pt x="27" y="89"/>
                  </a:cubicBezTo>
                  <a:cubicBezTo>
                    <a:pt x="26" y="88"/>
                    <a:pt x="25" y="88"/>
                    <a:pt x="24" y="88"/>
                  </a:cubicBezTo>
                  <a:cubicBezTo>
                    <a:pt x="24" y="87"/>
                    <a:pt x="23" y="85"/>
                    <a:pt x="22" y="84"/>
                  </a:cubicBezTo>
                  <a:cubicBezTo>
                    <a:pt x="22" y="84"/>
                    <a:pt x="21" y="82"/>
                    <a:pt x="21" y="81"/>
                  </a:cubicBezTo>
                  <a:cubicBezTo>
                    <a:pt x="21" y="80"/>
                    <a:pt x="21" y="78"/>
                    <a:pt x="21" y="78"/>
                  </a:cubicBezTo>
                  <a:cubicBezTo>
                    <a:pt x="20" y="77"/>
                    <a:pt x="19" y="75"/>
                    <a:pt x="19" y="75"/>
                  </a:cubicBezTo>
                  <a:cubicBezTo>
                    <a:pt x="19" y="74"/>
                    <a:pt x="18" y="73"/>
                    <a:pt x="18" y="73"/>
                  </a:cubicBezTo>
                  <a:cubicBezTo>
                    <a:pt x="18" y="72"/>
                    <a:pt x="19" y="71"/>
                    <a:pt x="19" y="70"/>
                  </a:cubicBezTo>
                  <a:cubicBezTo>
                    <a:pt x="19" y="69"/>
                    <a:pt x="19" y="68"/>
                    <a:pt x="18" y="67"/>
                  </a:cubicBezTo>
                  <a:cubicBezTo>
                    <a:pt x="18" y="67"/>
                    <a:pt x="18" y="65"/>
                    <a:pt x="17" y="65"/>
                  </a:cubicBezTo>
                  <a:cubicBezTo>
                    <a:pt x="17" y="65"/>
                    <a:pt x="16" y="66"/>
                    <a:pt x="16" y="66"/>
                  </a:cubicBezTo>
                  <a:cubicBezTo>
                    <a:pt x="15" y="66"/>
                    <a:pt x="13" y="67"/>
                    <a:pt x="13" y="68"/>
                  </a:cubicBezTo>
                  <a:cubicBezTo>
                    <a:pt x="12" y="68"/>
                    <a:pt x="11" y="69"/>
                    <a:pt x="10" y="70"/>
                  </a:cubicBezTo>
                  <a:cubicBezTo>
                    <a:pt x="10" y="70"/>
                    <a:pt x="8" y="70"/>
                    <a:pt x="7" y="70"/>
                  </a:cubicBezTo>
                  <a:cubicBezTo>
                    <a:pt x="7" y="70"/>
                    <a:pt x="6" y="69"/>
                    <a:pt x="6" y="69"/>
                  </a:cubicBezTo>
                  <a:cubicBezTo>
                    <a:pt x="5" y="69"/>
                    <a:pt x="5" y="68"/>
                    <a:pt x="4" y="68"/>
                  </a:cubicBezTo>
                  <a:close/>
                  <a:moveTo>
                    <a:pt x="119" y="247"/>
                  </a:moveTo>
                  <a:cubicBezTo>
                    <a:pt x="119" y="246"/>
                    <a:pt x="119" y="245"/>
                    <a:pt x="119" y="244"/>
                  </a:cubicBezTo>
                  <a:cubicBezTo>
                    <a:pt x="119" y="244"/>
                    <a:pt x="119" y="242"/>
                    <a:pt x="118" y="242"/>
                  </a:cubicBezTo>
                  <a:cubicBezTo>
                    <a:pt x="118" y="241"/>
                    <a:pt x="117" y="241"/>
                    <a:pt x="117" y="240"/>
                  </a:cubicBezTo>
                  <a:cubicBezTo>
                    <a:pt x="117" y="240"/>
                    <a:pt x="115" y="240"/>
                    <a:pt x="115" y="240"/>
                  </a:cubicBezTo>
                  <a:cubicBezTo>
                    <a:pt x="115" y="239"/>
                    <a:pt x="115" y="238"/>
                    <a:pt x="115" y="238"/>
                  </a:cubicBezTo>
                  <a:cubicBezTo>
                    <a:pt x="114" y="237"/>
                    <a:pt x="115" y="236"/>
                    <a:pt x="114" y="236"/>
                  </a:cubicBezTo>
                  <a:cubicBezTo>
                    <a:pt x="114" y="236"/>
                    <a:pt x="113" y="235"/>
                    <a:pt x="113" y="235"/>
                  </a:cubicBezTo>
                  <a:cubicBezTo>
                    <a:pt x="112" y="235"/>
                    <a:pt x="112" y="236"/>
                    <a:pt x="112" y="236"/>
                  </a:cubicBezTo>
                  <a:cubicBezTo>
                    <a:pt x="111" y="236"/>
                    <a:pt x="109" y="236"/>
                    <a:pt x="109" y="236"/>
                  </a:cubicBezTo>
                  <a:cubicBezTo>
                    <a:pt x="109" y="236"/>
                    <a:pt x="109" y="234"/>
                    <a:pt x="108" y="233"/>
                  </a:cubicBezTo>
                  <a:cubicBezTo>
                    <a:pt x="108" y="233"/>
                    <a:pt x="107" y="232"/>
                    <a:pt x="107" y="232"/>
                  </a:cubicBezTo>
                  <a:cubicBezTo>
                    <a:pt x="106" y="232"/>
                    <a:pt x="104" y="232"/>
                    <a:pt x="103" y="232"/>
                  </a:cubicBezTo>
                  <a:cubicBezTo>
                    <a:pt x="103" y="232"/>
                    <a:pt x="102" y="233"/>
                    <a:pt x="102" y="233"/>
                  </a:cubicBezTo>
                  <a:cubicBezTo>
                    <a:pt x="101" y="234"/>
                    <a:pt x="102" y="236"/>
                    <a:pt x="101" y="237"/>
                  </a:cubicBezTo>
                  <a:cubicBezTo>
                    <a:pt x="101" y="238"/>
                    <a:pt x="101" y="240"/>
                    <a:pt x="100" y="241"/>
                  </a:cubicBezTo>
                  <a:cubicBezTo>
                    <a:pt x="99" y="241"/>
                    <a:pt x="98" y="240"/>
                    <a:pt x="97" y="240"/>
                  </a:cubicBezTo>
                  <a:cubicBezTo>
                    <a:pt x="97" y="241"/>
                    <a:pt x="96" y="241"/>
                    <a:pt x="95" y="242"/>
                  </a:cubicBezTo>
                  <a:cubicBezTo>
                    <a:pt x="95" y="242"/>
                    <a:pt x="94" y="244"/>
                    <a:pt x="94" y="244"/>
                  </a:cubicBezTo>
                  <a:cubicBezTo>
                    <a:pt x="94" y="245"/>
                    <a:pt x="95" y="247"/>
                    <a:pt x="95" y="247"/>
                  </a:cubicBezTo>
                  <a:cubicBezTo>
                    <a:pt x="95" y="248"/>
                    <a:pt x="96" y="250"/>
                    <a:pt x="97" y="250"/>
                  </a:cubicBezTo>
                  <a:cubicBezTo>
                    <a:pt x="97" y="251"/>
                    <a:pt x="98" y="252"/>
                    <a:pt x="99" y="252"/>
                  </a:cubicBezTo>
                  <a:cubicBezTo>
                    <a:pt x="99" y="252"/>
                    <a:pt x="101" y="252"/>
                    <a:pt x="101" y="253"/>
                  </a:cubicBezTo>
                  <a:cubicBezTo>
                    <a:pt x="102" y="253"/>
                    <a:pt x="103" y="254"/>
                    <a:pt x="104" y="255"/>
                  </a:cubicBezTo>
                  <a:cubicBezTo>
                    <a:pt x="104" y="255"/>
                    <a:pt x="106" y="254"/>
                    <a:pt x="106" y="254"/>
                  </a:cubicBezTo>
                  <a:cubicBezTo>
                    <a:pt x="107" y="254"/>
                    <a:pt x="107" y="255"/>
                    <a:pt x="108" y="255"/>
                  </a:cubicBezTo>
                  <a:cubicBezTo>
                    <a:pt x="108" y="255"/>
                    <a:pt x="109" y="257"/>
                    <a:pt x="110" y="257"/>
                  </a:cubicBezTo>
                  <a:cubicBezTo>
                    <a:pt x="110" y="257"/>
                    <a:pt x="112" y="256"/>
                    <a:pt x="112" y="256"/>
                  </a:cubicBezTo>
                  <a:cubicBezTo>
                    <a:pt x="113" y="255"/>
                    <a:pt x="114" y="255"/>
                    <a:pt x="115" y="254"/>
                  </a:cubicBezTo>
                  <a:cubicBezTo>
                    <a:pt x="115" y="253"/>
                    <a:pt x="114" y="251"/>
                    <a:pt x="114" y="250"/>
                  </a:cubicBezTo>
                  <a:cubicBezTo>
                    <a:pt x="114" y="249"/>
                    <a:pt x="116" y="249"/>
                    <a:pt x="116" y="248"/>
                  </a:cubicBezTo>
                  <a:cubicBezTo>
                    <a:pt x="117" y="248"/>
                    <a:pt x="118" y="247"/>
                    <a:pt x="119" y="24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93"/>
            <p:cNvSpPr>
              <a:spLocks noEditPoints="1"/>
            </p:cNvSpPr>
            <p:nvPr/>
          </p:nvSpPr>
          <p:spPr bwMode="auto">
            <a:xfrm>
              <a:off x="2155826" y="3300413"/>
              <a:ext cx="247650" cy="263525"/>
            </a:xfrm>
            <a:custGeom>
              <a:avLst/>
              <a:gdLst/>
              <a:ahLst/>
              <a:cxnLst>
                <a:cxn ang="0">
                  <a:pos x="5" y="64"/>
                </a:cxn>
                <a:cxn ang="0">
                  <a:pos x="4" y="56"/>
                </a:cxn>
                <a:cxn ang="0">
                  <a:pos x="10" y="54"/>
                </a:cxn>
                <a:cxn ang="0">
                  <a:pos x="15" y="51"/>
                </a:cxn>
                <a:cxn ang="0">
                  <a:pos x="21" y="44"/>
                </a:cxn>
                <a:cxn ang="0">
                  <a:pos x="35" y="33"/>
                </a:cxn>
                <a:cxn ang="0">
                  <a:pos x="41" y="36"/>
                </a:cxn>
                <a:cxn ang="0">
                  <a:pos x="50" y="48"/>
                </a:cxn>
                <a:cxn ang="0">
                  <a:pos x="60" y="45"/>
                </a:cxn>
                <a:cxn ang="0">
                  <a:pos x="69" y="40"/>
                </a:cxn>
                <a:cxn ang="0">
                  <a:pos x="77" y="41"/>
                </a:cxn>
                <a:cxn ang="0">
                  <a:pos x="84" y="39"/>
                </a:cxn>
                <a:cxn ang="0">
                  <a:pos x="90" y="30"/>
                </a:cxn>
                <a:cxn ang="0">
                  <a:pos x="95" y="21"/>
                </a:cxn>
                <a:cxn ang="0">
                  <a:pos x="105" y="10"/>
                </a:cxn>
                <a:cxn ang="0">
                  <a:pos x="114" y="4"/>
                </a:cxn>
                <a:cxn ang="0">
                  <a:pos x="115" y="14"/>
                </a:cxn>
                <a:cxn ang="0">
                  <a:pos x="117" y="22"/>
                </a:cxn>
                <a:cxn ang="0">
                  <a:pos x="124" y="35"/>
                </a:cxn>
                <a:cxn ang="0">
                  <a:pos x="129" y="46"/>
                </a:cxn>
                <a:cxn ang="0">
                  <a:pos x="126" y="56"/>
                </a:cxn>
                <a:cxn ang="0">
                  <a:pos x="112" y="58"/>
                </a:cxn>
                <a:cxn ang="0">
                  <a:pos x="114" y="68"/>
                </a:cxn>
                <a:cxn ang="0">
                  <a:pos x="111" y="81"/>
                </a:cxn>
                <a:cxn ang="0">
                  <a:pos x="115" y="95"/>
                </a:cxn>
                <a:cxn ang="0">
                  <a:pos x="122" y="106"/>
                </a:cxn>
                <a:cxn ang="0">
                  <a:pos x="115" y="108"/>
                </a:cxn>
                <a:cxn ang="0">
                  <a:pos x="102" y="111"/>
                </a:cxn>
                <a:cxn ang="0">
                  <a:pos x="100" y="118"/>
                </a:cxn>
                <a:cxn ang="0">
                  <a:pos x="93" y="120"/>
                </a:cxn>
                <a:cxn ang="0">
                  <a:pos x="80" y="124"/>
                </a:cxn>
                <a:cxn ang="0">
                  <a:pos x="80" y="129"/>
                </a:cxn>
                <a:cxn ang="0">
                  <a:pos x="75" y="133"/>
                </a:cxn>
                <a:cxn ang="0">
                  <a:pos x="67" y="136"/>
                </a:cxn>
                <a:cxn ang="0">
                  <a:pos x="57" y="135"/>
                </a:cxn>
                <a:cxn ang="0">
                  <a:pos x="40" y="118"/>
                </a:cxn>
                <a:cxn ang="0">
                  <a:pos x="20" y="106"/>
                </a:cxn>
                <a:cxn ang="0">
                  <a:pos x="8" y="96"/>
                </a:cxn>
                <a:cxn ang="0">
                  <a:pos x="5" y="85"/>
                </a:cxn>
                <a:cxn ang="0">
                  <a:pos x="3" y="76"/>
                </a:cxn>
                <a:cxn ang="0">
                  <a:pos x="79" y="76"/>
                </a:cxn>
                <a:cxn ang="0">
                  <a:pos x="65" y="71"/>
                </a:cxn>
                <a:cxn ang="0">
                  <a:pos x="60" y="75"/>
                </a:cxn>
                <a:cxn ang="0">
                  <a:pos x="53" y="85"/>
                </a:cxn>
                <a:cxn ang="0">
                  <a:pos x="58" y="88"/>
                </a:cxn>
                <a:cxn ang="0">
                  <a:pos x="64" y="96"/>
                </a:cxn>
                <a:cxn ang="0">
                  <a:pos x="72" y="91"/>
                </a:cxn>
                <a:cxn ang="0">
                  <a:pos x="78" y="82"/>
                </a:cxn>
              </a:cxnLst>
              <a:rect l="0" t="0" r="r" b="b"/>
              <a:pathLst>
                <a:path w="132" h="140">
                  <a:moveTo>
                    <a:pt x="1" y="72"/>
                  </a:moveTo>
                  <a:cubicBezTo>
                    <a:pt x="1" y="71"/>
                    <a:pt x="0" y="70"/>
                    <a:pt x="0" y="69"/>
                  </a:cubicBezTo>
                  <a:cubicBezTo>
                    <a:pt x="0" y="68"/>
                    <a:pt x="1" y="67"/>
                    <a:pt x="2" y="66"/>
                  </a:cubicBezTo>
                  <a:cubicBezTo>
                    <a:pt x="3" y="66"/>
                    <a:pt x="4" y="65"/>
                    <a:pt x="5" y="64"/>
                  </a:cubicBezTo>
                  <a:cubicBezTo>
                    <a:pt x="5" y="64"/>
                    <a:pt x="6" y="63"/>
                    <a:pt x="6" y="62"/>
                  </a:cubicBezTo>
                  <a:cubicBezTo>
                    <a:pt x="6" y="61"/>
                    <a:pt x="5" y="60"/>
                    <a:pt x="5" y="60"/>
                  </a:cubicBezTo>
                  <a:cubicBezTo>
                    <a:pt x="5" y="59"/>
                    <a:pt x="4" y="58"/>
                    <a:pt x="4" y="57"/>
                  </a:cubicBezTo>
                  <a:cubicBezTo>
                    <a:pt x="4" y="57"/>
                    <a:pt x="4" y="56"/>
                    <a:pt x="4" y="56"/>
                  </a:cubicBezTo>
                  <a:cubicBezTo>
                    <a:pt x="4" y="55"/>
                    <a:pt x="4" y="54"/>
                    <a:pt x="5" y="54"/>
                  </a:cubicBezTo>
                  <a:cubicBezTo>
                    <a:pt x="5" y="53"/>
                    <a:pt x="6" y="52"/>
                    <a:pt x="6" y="52"/>
                  </a:cubicBezTo>
                  <a:cubicBezTo>
                    <a:pt x="7" y="52"/>
                    <a:pt x="8" y="52"/>
                    <a:pt x="8" y="52"/>
                  </a:cubicBezTo>
                  <a:cubicBezTo>
                    <a:pt x="8" y="53"/>
                    <a:pt x="9" y="53"/>
                    <a:pt x="10" y="54"/>
                  </a:cubicBezTo>
                  <a:cubicBezTo>
                    <a:pt x="10" y="54"/>
                    <a:pt x="10" y="55"/>
                    <a:pt x="10" y="56"/>
                  </a:cubicBezTo>
                  <a:cubicBezTo>
                    <a:pt x="11" y="56"/>
                    <a:pt x="12" y="55"/>
                    <a:pt x="13" y="55"/>
                  </a:cubicBezTo>
                  <a:cubicBezTo>
                    <a:pt x="13" y="55"/>
                    <a:pt x="15" y="54"/>
                    <a:pt x="15" y="53"/>
                  </a:cubicBezTo>
                  <a:cubicBezTo>
                    <a:pt x="15" y="53"/>
                    <a:pt x="15" y="51"/>
                    <a:pt x="15" y="51"/>
                  </a:cubicBezTo>
                  <a:cubicBezTo>
                    <a:pt x="15" y="50"/>
                    <a:pt x="16" y="49"/>
                    <a:pt x="16" y="49"/>
                  </a:cubicBezTo>
                  <a:cubicBezTo>
                    <a:pt x="17" y="48"/>
                    <a:pt x="17" y="47"/>
                    <a:pt x="18" y="47"/>
                  </a:cubicBezTo>
                  <a:cubicBezTo>
                    <a:pt x="18" y="47"/>
                    <a:pt x="18" y="45"/>
                    <a:pt x="19" y="45"/>
                  </a:cubicBezTo>
                  <a:cubicBezTo>
                    <a:pt x="19" y="45"/>
                    <a:pt x="21" y="44"/>
                    <a:pt x="21" y="44"/>
                  </a:cubicBezTo>
                  <a:cubicBezTo>
                    <a:pt x="22" y="44"/>
                    <a:pt x="24" y="42"/>
                    <a:pt x="25" y="41"/>
                  </a:cubicBezTo>
                  <a:cubicBezTo>
                    <a:pt x="26" y="40"/>
                    <a:pt x="27" y="37"/>
                    <a:pt x="28" y="36"/>
                  </a:cubicBezTo>
                  <a:cubicBezTo>
                    <a:pt x="29" y="35"/>
                    <a:pt x="30" y="33"/>
                    <a:pt x="30" y="33"/>
                  </a:cubicBezTo>
                  <a:cubicBezTo>
                    <a:pt x="32" y="32"/>
                    <a:pt x="34" y="33"/>
                    <a:pt x="35" y="33"/>
                  </a:cubicBezTo>
                  <a:cubicBezTo>
                    <a:pt x="36" y="33"/>
                    <a:pt x="37" y="32"/>
                    <a:pt x="38" y="32"/>
                  </a:cubicBezTo>
                  <a:cubicBezTo>
                    <a:pt x="39" y="31"/>
                    <a:pt x="39" y="31"/>
                    <a:pt x="40" y="31"/>
                  </a:cubicBezTo>
                  <a:cubicBezTo>
                    <a:pt x="40" y="31"/>
                    <a:pt x="40" y="32"/>
                    <a:pt x="40" y="32"/>
                  </a:cubicBezTo>
                  <a:cubicBezTo>
                    <a:pt x="41" y="33"/>
                    <a:pt x="41" y="35"/>
                    <a:pt x="41" y="36"/>
                  </a:cubicBezTo>
                  <a:cubicBezTo>
                    <a:pt x="41" y="37"/>
                    <a:pt x="41" y="39"/>
                    <a:pt x="41" y="40"/>
                  </a:cubicBezTo>
                  <a:cubicBezTo>
                    <a:pt x="42" y="41"/>
                    <a:pt x="44" y="42"/>
                    <a:pt x="45" y="42"/>
                  </a:cubicBezTo>
                  <a:cubicBezTo>
                    <a:pt x="46" y="43"/>
                    <a:pt x="48" y="44"/>
                    <a:pt x="49" y="45"/>
                  </a:cubicBezTo>
                  <a:cubicBezTo>
                    <a:pt x="49" y="46"/>
                    <a:pt x="50" y="47"/>
                    <a:pt x="50" y="48"/>
                  </a:cubicBezTo>
                  <a:cubicBezTo>
                    <a:pt x="51" y="48"/>
                    <a:pt x="53" y="48"/>
                    <a:pt x="54" y="48"/>
                  </a:cubicBezTo>
                  <a:cubicBezTo>
                    <a:pt x="54" y="48"/>
                    <a:pt x="56" y="49"/>
                    <a:pt x="56" y="48"/>
                  </a:cubicBezTo>
                  <a:cubicBezTo>
                    <a:pt x="57" y="48"/>
                    <a:pt x="57" y="47"/>
                    <a:pt x="58" y="46"/>
                  </a:cubicBezTo>
                  <a:cubicBezTo>
                    <a:pt x="58" y="46"/>
                    <a:pt x="59" y="45"/>
                    <a:pt x="60" y="45"/>
                  </a:cubicBezTo>
                  <a:cubicBezTo>
                    <a:pt x="61" y="45"/>
                    <a:pt x="63" y="46"/>
                    <a:pt x="64" y="45"/>
                  </a:cubicBezTo>
                  <a:cubicBezTo>
                    <a:pt x="64" y="45"/>
                    <a:pt x="65" y="45"/>
                    <a:pt x="66" y="44"/>
                  </a:cubicBezTo>
                  <a:cubicBezTo>
                    <a:pt x="66" y="44"/>
                    <a:pt x="66" y="42"/>
                    <a:pt x="67" y="41"/>
                  </a:cubicBezTo>
                  <a:cubicBezTo>
                    <a:pt x="67" y="41"/>
                    <a:pt x="68" y="40"/>
                    <a:pt x="69" y="40"/>
                  </a:cubicBezTo>
                  <a:cubicBezTo>
                    <a:pt x="70" y="40"/>
                    <a:pt x="71" y="40"/>
                    <a:pt x="71" y="40"/>
                  </a:cubicBezTo>
                  <a:cubicBezTo>
                    <a:pt x="72" y="40"/>
                    <a:pt x="72" y="41"/>
                    <a:pt x="73" y="42"/>
                  </a:cubicBezTo>
                  <a:cubicBezTo>
                    <a:pt x="73" y="42"/>
                    <a:pt x="74" y="41"/>
                    <a:pt x="74" y="41"/>
                  </a:cubicBezTo>
                  <a:cubicBezTo>
                    <a:pt x="75" y="41"/>
                    <a:pt x="76" y="41"/>
                    <a:pt x="77" y="41"/>
                  </a:cubicBezTo>
                  <a:cubicBezTo>
                    <a:pt x="77" y="40"/>
                    <a:pt x="78" y="40"/>
                    <a:pt x="79" y="41"/>
                  </a:cubicBezTo>
                  <a:cubicBezTo>
                    <a:pt x="80" y="41"/>
                    <a:pt x="82" y="42"/>
                    <a:pt x="83" y="42"/>
                  </a:cubicBezTo>
                  <a:cubicBezTo>
                    <a:pt x="83" y="42"/>
                    <a:pt x="84" y="41"/>
                    <a:pt x="84" y="41"/>
                  </a:cubicBezTo>
                  <a:cubicBezTo>
                    <a:pt x="84" y="41"/>
                    <a:pt x="84" y="40"/>
                    <a:pt x="84" y="39"/>
                  </a:cubicBezTo>
                  <a:cubicBezTo>
                    <a:pt x="84" y="39"/>
                    <a:pt x="83" y="38"/>
                    <a:pt x="83" y="37"/>
                  </a:cubicBezTo>
                  <a:cubicBezTo>
                    <a:pt x="83" y="36"/>
                    <a:pt x="84" y="36"/>
                    <a:pt x="84" y="35"/>
                  </a:cubicBezTo>
                  <a:cubicBezTo>
                    <a:pt x="85" y="35"/>
                    <a:pt x="87" y="33"/>
                    <a:pt x="87" y="33"/>
                  </a:cubicBezTo>
                  <a:cubicBezTo>
                    <a:pt x="88" y="32"/>
                    <a:pt x="89" y="31"/>
                    <a:pt x="90" y="30"/>
                  </a:cubicBezTo>
                  <a:cubicBezTo>
                    <a:pt x="90" y="29"/>
                    <a:pt x="91" y="28"/>
                    <a:pt x="91" y="27"/>
                  </a:cubicBezTo>
                  <a:cubicBezTo>
                    <a:pt x="91" y="26"/>
                    <a:pt x="89" y="25"/>
                    <a:pt x="89" y="24"/>
                  </a:cubicBezTo>
                  <a:cubicBezTo>
                    <a:pt x="89" y="23"/>
                    <a:pt x="90" y="22"/>
                    <a:pt x="91" y="22"/>
                  </a:cubicBezTo>
                  <a:cubicBezTo>
                    <a:pt x="92" y="21"/>
                    <a:pt x="94" y="21"/>
                    <a:pt x="95" y="21"/>
                  </a:cubicBezTo>
                  <a:cubicBezTo>
                    <a:pt x="96" y="20"/>
                    <a:pt x="99" y="19"/>
                    <a:pt x="99" y="18"/>
                  </a:cubicBezTo>
                  <a:cubicBezTo>
                    <a:pt x="100" y="17"/>
                    <a:pt x="101" y="15"/>
                    <a:pt x="102" y="14"/>
                  </a:cubicBezTo>
                  <a:cubicBezTo>
                    <a:pt x="102" y="13"/>
                    <a:pt x="104" y="13"/>
                    <a:pt x="104" y="12"/>
                  </a:cubicBezTo>
                  <a:cubicBezTo>
                    <a:pt x="104" y="12"/>
                    <a:pt x="105" y="11"/>
                    <a:pt x="105" y="10"/>
                  </a:cubicBezTo>
                  <a:cubicBezTo>
                    <a:pt x="105" y="9"/>
                    <a:pt x="105" y="7"/>
                    <a:pt x="106" y="6"/>
                  </a:cubicBezTo>
                  <a:cubicBezTo>
                    <a:pt x="107" y="5"/>
                    <a:pt x="108" y="3"/>
                    <a:pt x="109" y="3"/>
                  </a:cubicBezTo>
                  <a:cubicBezTo>
                    <a:pt x="110" y="2"/>
                    <a:pt x="111" y="1"/>
                    <a:pt x="112" y="0"/>
                  </a:cubicBezTo>
                  <a:cubicBezTo>
                    <a:pt x="112" y="1"/>
                    <a:pt x="114" y="3"/>
                    <a:pt x="114" y="4"/>
                  </a:cubicBezTo>
                  <a:cubicBezTo>
                    <a:pt x="114" y="5"/>
                    <a:pt x="115" y="6"/>
                    <a:pt x="116" y="7"/>
                  </a:cubicBezTo>
                  <a:cubicBezTo>
                    <a:pt x="116" y="7"/>
                    <a:pt x="117" y="9"/>
                    <a:pt x="117" y="9"/>
                  </a:cubicBezTo>
                  <a:cubicBezTo>
                    <a:pt x="117" y="10"/>
                    <a:pt x="116" y="11"/>
                    <a:pt x="116" y="12"/>
                  </a:cubicBezTo>
                  <a:cubicBezTo>
                    <a:pt x="115" y="12"/>
                    <a:pt x="115" y="13"/>
                    <a:pt x="115" y="14"/>
                  </a:cubicBezTo>
                  <a:cubicBezTo>
                    <a:pt x="114" y="15"/>
                    <a:pt x="114" y="16"/>
                    <a:pt x="114" y="16"/>
                  </a:cubicBezTo>
                  <a:cubicBezTo>
                    <a:pt x="114" y="17"/>
                    <a:pt x="113" y="18"/>
                    <a:pt x="114" y="19"/>
                  </a:cubicBezTo>
                  <a:cubicBezTo>
                    <a:pt x="114" y="19"/>
                    <a:pt x="115" y="19"/>
                    <a:pt x="116" y="20"/>
                  </a:cubicBezTo>
                  <a:cubicBezTo>
                    <a:pt x="116" y="20"/>
                    <a:pt x="117" y="22"/>
                    <a:pt x="117" y="22"/>
                  </a:cubicBezTo>
                  <a:cubicBezTo>
                    <a:pt x="118" y="22"/>
                    <a:pt x="119" y="23"/>
                    <a:pt x="120" y="23"/>
                  </a:cubicBezTo>
                  <a:cubicBezTo>
                    <a:pt x="121" y="24"/>
                    <a:pt x="121" y="26"/>
                    <a:pt x="122" y="27"/>
                  </a:cubicBezTo>
                  <a:cubicBezTo>
                    <a:pt x="122" y="28"/>
                    <a:pt x="123" y="30"/>
                    <a:pt x="123" y="31"/>
                  </a:cubicBezTo>
                  <a:cubicBezTo>
                    <a:pt x="123" y="32"/>
                    <a:pt x="124" y="34"/>
                    <a:pt x="124" y="35"/>
                  </a:cubicBezTo>
                  <a:cubicBezTo>
                    <a:pt x="125" y="36"/>
                    <a:pt x="126" y="36"/>
                    <a:pt x="127" y="37"/>
                  </a:cubicBezTo>
                  <a:cubicBezTo>
                    <a:pt x="127" y="37"/>
                    <a:pt x="129" y="39"/>
                    <a:pt x="129" y="40"/>
                  </a:cubicBezTo>
                  <a:cubicBezTo>
                    <a:pt x="129" y="41"/>
                    <a:pt x="128" y="42"/>
                    <a:pt x="128" y="43"/>
                  </a:cubicBezTo>
                  <a:cubicBezTo>
                    <a:pt x="128" y="44"/>
                    <a:pt x="129" y="45"/>
                    <a:pt x="129" y="46"/>
                  </a:cubicBezTo>
                  <a:cubicBezTo>
                    <a:pt x="129" y="46"/>
                    <a:pt x="131" y="47"/>
                    <a:pt x="131" y="48"/>
                  </a:cubicBezTo>
                  <a:cubicBezTo>
                    <a:pt x="132" y="49"/>
                    <a:pt x="132" y="50"/>
                    <a:pt x="131" y="52"/>
                  </a:cubicBezTo>
                  <a:cubicBezTo>
                    <a:pt x="130" y="52"/>
                    <a:pt x="129" y="53"/>
                    <a:pt x="128" y="54"/>
                  </a:cubicBezTo>
                  <a:cubicBezTo>
                    <a:pt x="128" y="54"/>
                    <a:pt x="126" y="56"/>
                    <a:pt x="126" y="56"/>
                  </a:cubicBezTo>
                  <a:cubicBezTo>
                    <a:pt x="125" y="57"/>
                    <a:pt x="123" y="57"/>
                    <a:pt x="122" y="57"/>
                  </a:cubicBezTo>
                  <a:cubicBezTo>
                    <a:pt x="121" y="58"/>
                    <a:pt x="118" y="57"/>
                    <a:pt x="117" y="57"/>
                  </a:cubicBezTo>
                  <a:cubicBezTo>
                    <a:pt x="116" y="57"/>
                    <a:pt x="115" y="57"/>
                    <a:pt x="114" y="57"/>
                  </a:cubicBezTo>
                  <a:cubicBezTo>
                    <a:pt x="114" y="58"/>
                    <a:pt x="113" y="58"/>
                    <a:pt x="112" y="58"/>
                  </a:cubicBezTo>
                  <a:cubicBezTo>
                    <a:pt x="112" y="59"/>
                    <a:pt x="111" y="59"/>
                    <a:pt x="111" y="60"/>
                  </a:cubicBezTo>
                  <a:cubicBezTo>
                    <a:pt x="111" y="60"/>
                    <a:pt x="110" y="61"/>
                    <a:pt x="110" y="62"/>
                  </a:cubicBezTo>
                  <a:cubicBezTo>
                    <a:pt x="110" y="63"/>
                    <a:pt x="112" y="64"/>
                    <a:pt x="112" y="64"/>
                  </a:cubicBezTo>
                  <a:cubicBezTo>
                    <a:pt x="113" y="65"/>
                    <a:pt x="114" y="67"/>
                    <a:pt x="114" y="68"/>
                  </a:cubicBezTo>
                  <a:cubicBezTo>
                    <a:pt x="114" y="69"/>
                    <a:pt x="115" y="70"/>
                    <a:pt x="115" y="70"/>
                  </a:cubicBezTo>
                  <a:cubicBezTo>
                    <a:pt x="115" y="71"/>
                    <a:pt x="115" y="73"/>
                    <a:pt x="115" y="74"/>
                  </a:cubicBezTo>
                  <a:cubicBezTo>
                    <a:pt x="114" y="75"/>
                    <a:pt x="113" y="76"/>
                    <a:pt x="113" y="77"/>
                  </a:cubicBezTo>
                  <a:cubicBezTo>
                    <a:pt x="112" y="78"/>
                    <a:pt x="112" y="80"/>
                    <a:pt x="111" y="81"/>
                  </a:cubicBezTo>
                  <a:cubicBezTo>
                    <a:pt x="111" y="83"/>
                    <a:pt x="112" y="87"/>
                    <a:pt x="112" y="89"/>
                  </a:cubicBezTo>
                  <a:cubicBezTo>
                    <a:pt x="112" y="90"/>
                    <a:pt x="112" y="92"/>
                    <a:pt x="112" y="93"/>
                  </a:cubicBezTo>
                  <a:cubicBezTo>
                    <a:pt x="112" y="94"/>
                    <a:pt x="112" y="96"/>
                    <a:pt x="113" y="96"/>
                  </a:cubicBezTo>
                  <a:cubicBezTo>
                    <a:pt x="114" y="96"/>
                    <a:pt x="115" y="95"/>
                    <a:pt x="115" y="95"/>
                  </a:cubicBezTo>
                  <a:cubicBezTo>
                    <a:pt x="116" y="95"/>
                    <a:pt x="117" y="95"/>
                    <a:pt x="118" y="95"/>
                  </a:cubicBezTo>
                  <a:cubicBezTo>
                    <a:pt x="119" y="96"/>
                    <a:pt x="119" y="98"/>
                    <a:pt x="119" y="100"/>
                  </a:cubicBezTo>
                  <a:cubicBezTo>
                    <a:pt x="120" y="100"/>
                    <a:pt x="119" y="102"/>
                    <a:pt x="119" y="103"/>
                  </a:cubicBezTo>
                  <a:cubicBezTo>
                    <a:pt x="119" y="104"/>
                    <a:pt x="122" y="105"/>
                    <a:pt x="122" y="106"/>
                  </a:cubicBezTo>
                  <a:cubicBezTo>
                    <a:pt x="123" y="106"/>
                    <a:pt x="124" y="107"/>
                    <a:pt x="124" y="107"/>
                  </a:cubicBezTo>
                  <a:cubicBezTo>
                    <a:pt x="123" y="108"/>
                    <a:pt x="122" y="109"/>
                    <a:pt x="121" y="109"/>
                  </a:cubicBezTo>
                  <a:cubicBezTo>
                    <a:pt x="120" y="109"/>
                    <a:pt x="118" y="110"/>
                    <a:pt x="117" y="109"/>
                  </a:cubicBezTo>
                  <a:cubicBezTo>
                    <a:pt x="116" y="109"/>
                    <a:pt x="115" y="108"/>
                    <a:pt x="115" y="108"/>
                  </a:cubicBezTo>
                  <a:cubicBezTo>
                    <a:pt x="114" y="108"/>
                    <a:pt x="112" y="110"/>
                    <a:pt x="111" y="110"/>
                  </a:cubicBezTo>
                  <a:cubicBezTo>
                    <a:pt x="111" y="110"/>
                    <a:pt x="110" y="110"/>
                    <a:pt x="110" y="110"/>
                  </a:cubicBezTo>
                  <a:cubicBezTo>
                    <a:pt x="109" y="110"/>
                    <a:pt x="107" y="109"/>
                    <a:pt x="106" y="109"/>
                  </a:cubicBezTo>
                  <a:cubicBezTo>
                    <a:pt x="105" y="109"/>
                    <a:pt x="103" y="110"/>
                    <a:pt x="102" y="111"/>
                  </a:cubicBezTo>
                  <a:cubicBezTo>
                    <a:pt x="102" y="111"/>
                    <a:pt x="102" y="112"/>
                    <a:pt x="102" y="112"/>
                  </a:cubicBezTo>
                  <a:cubicBezTo>
                    <a:pt x="102" y="113"/>
                    <a:pt x="102" y="114"/>
                    <a:pt x="102" y="115"/>
                  </a:cubicBezTo>
                  <a:cubicBezTo>
                    <a:pt x="102" y="115"/>
                    <a:pt x="101" y="116"/>
                    <a:pt x="101" y="117"/>
                  </a:cubicBezTo>
                  <a:cubicBezTo>
                    <a:pt x="100" y="117"/>
                    <a:pt x="100" y="118"/>
                    <a:pt x="100" y="118"/>
                  </a:cubicBezTo>
                  <a:cubicBezTo>
                    <a:pt x="100" y="119"/>
                    <a:pt x="100" y="120"/>
                    <a:pt x="100" y="121"/>
                  </a:cubicBezTo>
                  <a:cubicBezTo>
                    <a:pt x="100" y="121"/>
                    <a:pt x="98" y="122"/>
                    <a:pt x="98" y="122"/>
                  </a:cubicBezTo>
                  <a:cubicBezTo>
                    <a:pt x="97" y="122"/>
                    <a:pt x="95" y="122"/>
                    <a:pt x="95" y="121"/>
                  </a:cubicBezTo>
                  <a:cubicBezTo>
                    <a:pt x="94" y="121"/>
                    <a:pt x="93" y="120"/>
                    <a:pt x="93" y="120"/>
                  </a:cubicBezTo>
                  <a:cubicBezTo>
                    <a:pt x="92" y="120"/>
                    <a:pt x="90" y="120"/>
                    <a:pt x="89" y="120"/>
                  </a:cubicBezTo>
                  <a:cubicBezTo>
                    <a:pt x="88" y="120"/>
                    <a:pt x="87" y="120"/>
                    <a:pt x="86" y="121"/>
                  </a:cubicBezTo>
                  <a:cubicBezTo>
                    <a:pt x="85" y="121"/>
                    <a:pt x="83" y="122"/>
                    <a:pt x="82" y="122"/>
                  </a:cubicBezTo>
                  <a:cubicBezTo>
                    <a:pt x="82" y="123"/>
                    <a:pt x="81" y="124"/>
                    <a:pt x="80" y="124"/>
                  </a:cubicBezTo>
                  <a:cubicBezTo>
                    <a:pt x="80" y="125"/>
                    <a:pt x="79" y="125"/>
                    <a:pt x="78" y="125"/>
                  </a:cubicBezTo>
                  <a:cubicBezTo>
                    <a:pt x="78" y="125"/>
                    <a:pt x="78" y="126"/>
                    <a:pt x="78" y="127"/>
                  </a:cubicBezTo>
                  <a:cubicBezTo>
                    <a:pt x="78" y="127"/>
                    <a:pt x="79" y="127"/>
                    <a:pt x="80" y="127"/>
                  </a:cubicBezTo>
                  <a:cubicBezTo>
                    <a:pt x="80" y="128"/>
                    <a:pt x="80" y="129"/>
                    <a:pt x="80" y="129"/>
                  </a:cubicBezTo>
                  <a:cubicBezTo>
                    <a:pt x="80" y="130"/>
                    <a:pt x="79" y="131"/>
                    <a:pt x="79" y="132"/>
                  </a:cubicBezTo>
                  <a:cubicBezTo>
                    <a:pt x="79" y="132"/>
                    <a:pt x="79" y="133"/>
                    <a:pt x="79" y="133"/>
                  </a:cubicBezTo>
                  <a:cubicBezTo>
                    <a:pt x="79" y="134"/>
                    <a:pt x="78" y="135"/>
                    <a:pt x="78" y="135"/>
                  </a:cubicBezTo>
                  <a:cubicBezTo>
                    <a:pt x="77" y="135"/>
                    <a:pt x="76" y="134"/>
                    <a:pt x="75" y="133"/>
                  </a:cubicBezTo>
                  <a:cubicBezTo>
                    <a:pt x="75" y="133"/>
                    <a:pt x="75" y="132"/>
                    <a:pt x="74" y="132"/>
                  </a:cubicBezTo>
                  <a:cubicBezTo>
                    <a:pt x="74" y="131"/>
                    <a:pt x="72" y="131"/>
                    <a:pt x="71" y="132"/>
                  </a:cubicBezTo>
                  <a:cubicBezTo>
                    <a:pt x="71" y="132"/>
                    <a:pt x="69" y="133"/>
                    <a:pt x="69" y="133"/>
                  </a:cubicBezTo>
                  <a:cubicBezTo>
                    <a:pt x="68" y="134"/>
                    <a:pt x="68" y="136"/>
                    <a:pt x="67" y="136"/>
                  </a:cubicBezTo>
                  <a:cubicBezTo>
                    <a:pt x="67" y="137"/>
                    <a:pt x="65" y="138"/>
                    <a:pt x="64" y="139"/>
                  </a:cubicBezTo>
                  <a:cubicBezTo>
                    <a:pt x="64" y="139"/>
                    <a:pt x="62" y="140"/>
                    <a:pt x="61" y="140"/>
                  </a:cubicBezTo>
                  <a:cubicBezTo>
                    <a:pt x="61" y="139"/>
                    <a:pt x="61" y="138"/>
                    <a:pt x="60" y="138"/>
                  </a:cubicBezTo>
                  <a:cubicBezTo>
                    <a:pt x="59" y="137"/>
                    <a:pt x="58" y="136"/>
                    <a:pt x="57" y="135"/>
                  </a:cubicBezTo>
                  <a:cubicBezTo>
                    <a:pt x="56" y="134"/>
                    <a:pt x="54" y="132"/>
                    <a:pt x="53" y="131"/>
                  </a:cubicBezTo>
                  <a:cubicBezTo>
                    <a:pt x="52" y="129"/>
                    <a:pt x="50" y="126"/>
                    <a:pt x="49" y="125"/>
                  </a:cubicBezTo>
                  <a:cubicBezTo>
                    <a:pt x="48" y="124"/>
                    <a:pt x="46" y="121"/>
                    <a:pt x="45" y="120"/>
                  </a:cubicBezTo>
                  <a:cubicBezTo>
                    <a:pt x="44" y="119"/>
                    <a:pt x="41" y="118"/>
                    <a:pt x="40" y="118"/>
                  </a:cubicBezTo>
                  <a:cubicBezTo>
                    <a:pt x="38" y="117"/>
                    <a:pt x="35" y="116"/>
                    <a:pt x="34" y="115"/>
                  </a:cubicBezTo>
                  <a:cubicBezTo>
                    <a:pt x="33" y="114"/>
                    <a:pt x="31" y="113"/>
                    <a:pt x="30" y="112"/>
                  </a:cubicBezTo>
                  <a:cubicBezTo>
                    <a:pt x="29" y="111"/>
                    <a:pt x="27" y="109"/>
                    <a:pt x="26" y="109"/>
                  </a:cubicBezTo>
                  <a:cubicBezTo>
                    <a:pt x="24" y="108"/>
                    <a:pt x="21" y="107"/>
                    <a:pt x="20" y="106"/>
                  </a:cubicBezTo>
                  <a:cubicBezTo>
                    <a:pt x="18" y="106"/>
                    <a:pt x="16" y="104"/>
                    <a:pt x="15" y="104"/>
                  </a:cubicBezTo>
                  <a:cubicBezTo>
                    <a:pt x="15" y="103"/>
                    <a:pt x="13" y="101"/>
                    <a:pt x="13" y="101"/>
                  </a:cubicBezTo>
                  <a:cubicBezTo>
                    <a:pt x="12" y="100"/>
                    <a:pt x="11" y="100"/>
                    <a:pt x="10" y="99"/>
                  </a:cubicBezTo>
                  <a:cubicBezTo>
                    <a:pt x="10" y="98"/>
                    <a:pt x="9" y="97"/>
                    <a:pt x="8" y="96"/>
                  </a:cubicBezTo>
                  <a:cubicBezTo>
                    <a:pt x="8" y="96"/>
                    <a:pt x="7" y="95"/>
                    <a:pt x="6" y="95"/>
                  </a:cubicBezTo>
                  <a:cubicBezTo>
                    <a:pt x="6" y="94"/>
                    <a:pt x="6" y="93"/>
                    <a:pt x="6" y="92"/>
                  </a:cubicBezTo>
                  <a:cubicBezTo>
                    <a:pt x="5" y="91"/>
                    <a:pt x="6" y="90"/>
                    <a:pt x="6" y="89"/>
                  </a:cubicBezTo>
                  <a:cubicBezTo>
                    <a:pt x="6" y="88"/>
                    <a:pt x="5" y="86"/>
                    <a:pt x="5" y="85"/>
                  </a:cubicBezTo>
                  <a:cubicBezTo>
                    <a:pt x="5" y="85"/>
                    <a:pt x="6" y="84"/>
                    <a:pt x="6" y="83"/>
                  </a:cubicBezTo>
                  <a:cubicBezTo>
                    <a:pt x="6" y="82"/>
                    <a:pt x="6" y="81"/>
                    <a:pt x="6" y="80"/>
                  </a:cubicBezTo>
                  <a:cubicBezTo>
                    <a:pt x="6" y="80"/>
                    <a:pt x="5" y="78"/>
                    <a:pt x="5" y="78"/>
                  </a:cubicBezTo>
                  <a:cubicBezTo>
                    <a:pt x="5" y="77"/>
                    <a:pt x="4" y="76"/>
                    <a:pt x="3" y="76"/>
                  </a:cubicBezTo>
                  <a:cubicBezTo>
                    <a:pt x="3" y="75"/>
                    <a:pt x="2" y="73"/>
                    <a:pt x="1" y="72"/>
                  </a:cubicBezTo>
                  <a:cubicBezTo>
                    <a:pt x="1" y="72"/>
                    <a:pt x="1" y="72"/>
                    <a:pt x="1" y="72"/>
                  </a:cubicBezTo>
                  <a:close/>
                  <a:moveTo>
                    <a:pt x="80" y="80"/>
                  </a:moveTo>
                  <a:cubicBezTo>
                    <a:pt x="80" y="79"/>
                    <a:pt x="79" y="77"/>
                    <a:pt x="79" y="76"/>
                  </a:cubicBezTo>
                  <a:cubicBezTo>
                    <a:pt x="78" y="76"/>
                    <a:pt x="77" y="75"/>
                    <a:pt x="76" y="75"/>
                  </a:cubicBezTo>
                  <a:cubicBezTo>
                    <a:pt x="75" y="75"/>
                    <a:pt x="73" y="75"/>
                    <a:pt x="72" y="75"/>
                  </a:cubicBezTo>
                  <a:cubicBezTo>
                    <a:pt x="71" y="75"/>
                    <a:pt x="69" y="75"/>
                    <a:pt x="68" y="74"/>
                  </a:cubicBezTo>
                  <a:cubicBezTo>
                    <a:pt x="67" y="74"/>
                    <a:pt x="66" y="72"/>
                    <a:pt x="65" y="71"/>
                  </a:cubicBezTo>
                  <a:cubicBezTo>
                    <a:pt x="65" y="71"/>
                    <a:pt x="65" y="69"/>
                    <a:pt x="64" y="69"/>
                  </a:cubicBezTo>
                  <a:cubicBezTo>
                    <a:pt x="64" y="68"/>
                    <a:pt x="62" y="68"/>
                    <a:pt x="62" y="69"/>
                  </a:cubicBezTo>
                  <a:cubicBezTo>
                    <a:pt x="61" y="69"/>
                    <a:pt x="60" y="71"/>
                    <a:pt x="60" y="71"/>
                  </a:cubicBezTo>
                  <a:cubicBezTo>
                    <a:pt x="60" y="72"/>
                    <a:pt x="61" y="74"/>
                    <a:pt x="60" y="75"/>
                  </a:cubicBezTo>
                  <a:cubicBezTo>
                    <a:pt x="60" y="76"/>
                    <a:pt x="59" y="77"/>
                    <a:pt x="59" y="77"/>
                  </a:cubicBezTo>
                  <a:cubicBezTo>
                    <a:pt x="58" y="78"/>
                    <a:pt x="58" y="80"/>
                    <a:pt x="57" y="81"/>
                  </a:cubicBezTo>
                  <a:cubicBezTo>
                    <a:pt x="57" y="82"/>
                    <a:pt x="55" y="83"/>
                    <a:pt x="55" y="84"/>
                  </a:cubicBezTo>
                  <a:cubicBezTo>
                    <a:pt x="54" y="84"/>
                    <a:pt x="54" y="85"/>
                    <a:pt x="53" y="85"/>
                  </a:cubicBezTo>
                  <a:cubicBezTo>
                    <a:pt x="53" y="86"/>
                    <a:pt x="52" y="87"/>
                    <a:pt x="52" y="88"/>
                  </a:cubicBezTo>
                  <a:cubicBezTo>
                    <a:pt x="53" y="88"/>
                    <a:pt x="53" y="88"/>
                    <a:pt x="53" y="89"/>
                  </a:cubicBezTo>
                  <a:cubicBezTo>
                    <a:pt x="54" y="89"/>
                    <a:pt x="55" y="88"/>
                    <a:pt x="56" y="88"/>
                  </a:cubicBezTo>
                  <a:cubicBezTo>
                    <a:pt x="56" y="88"/>
                    <a:pt x="57" y="87"/>
                    <a:pt x="58" y="88"/>
                  </a:cubicBezTo>
                  <a:cubicBezTo>
                    <a:pt x="59" y="88"/>
                    <a:pt x="60" y="89"/>
                    <a:pt x="60" y="89"/>
                  </a:cubicBezTo>
                  <a:cubicBezTo>
                    <a:pt x="60" y="90"/>
                    <a:pt x="60" y="92"/>
                    <a:pt x="60" y="93"/>
                  </a:cubicBezTo>
                  <a:cubicBezTo>
                    <a:pt x="60" y="93"/>
                    <a:pt x="60" y="94"/>
                    <a:pt x="61" y="94"/>
                  </a:cubicBezTo>
                  <a:cubicBezTo>
                    <a:pt x="61" y="95"/>
                    <a:pt x="63" y="96"/>
                    <a:pt x="64" y="96"/>
                  </a:cubicBezTo>
                  <a:cubicBezTo>
                    <a:pt x="65" y="96"/>
                    <a:pt x="65" y="95"/>
                    <a:pt x="65" y="94"/>
                  </a:cubicBezTo>
                  <a:cubicBezTo>
                    <a:pt x="66" y="94"/>
                    <a:pt x="66" y="93"/>
                    <a:pt x="67" y="92"/>
                  </a:cubicBezTo>
                  <a:cubicBezTo>
                    <a:pt x="67" y="92"/>
                    <a:pt x="68" y="92"/>
                    <a:pt x="69" y="91"/>
                  </a:cubicBezTo>
                  <a:cubicBezTo>
                    <a:pt x="69" y="91"/>
                    <a:pt x="71" y="91"/>
                    <a:pt x="72" y="91"/>
                  </a:cubicBezTo>
                  <a:cubicBezTo>
                    <a:pt x="72" y="91"/>
                    <a:pt x="73" y="89"/>
                    <a:pt x="73" y="89"/>
                  </a:cubicBezTo>
                  <a:cubicBezTo>
                    <a:pt x="74" y="88"/>
                    <a:pt x="76" y="89"/>
                    <a:pt x="77" y="88"/>
                  </a:cubicBezTo>
                  <a:cubicBezTo>
                    <a:pt x="77" y="88"/>
                    <a:pt x="78" y="86"/>
                    <a:pt x="78" y="85"/>
                  </a:cubicBezTo>
                  <a:cubicBezTo>
                    <a:pt x="78" y="84"/>
                    <a:pt x="78" y="83"/>
                    <a:pt x="78" y="82"/>
                  </a:cubicBezTo>
                  <a:cubicBezTo>
                    <a:pt x="79" y="82"/>
                    <a:pt x="80" y="81"/>
                    <a:pt x="80" y="8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94"/>
            <p:cNvSpPr>
              <a:spLocks/>
            </p:cNvSpPr>
            <p:nvPr/>
          </p:nvSpPr>
          <p:spPr bwMode="auto">
            <a:xfrm>
              <a:off x="1868488" y="3375026"/>
              <a:ext cx="93663" cy="98425"/>
            </a:xfrm>
            <a:custGeom>
              <a:avLst/>
              <a:gdLst/>
              <a:ahLst/>
              <a:cxnLst>
                <a:cxn ang="0">
                  <a:pos x="49" y="28"/>
                </a:cxn>
                <a:cxn ang="0">
                  <a:pos x="46" y="27"/>
                </a:cxn>
                <a:cxn ang="0">
                  <a:pos x="43" y="26"/>
                </a:cxn>
                <a:cxn ang="0">
                  <a:pos x="39" y="25"/>
                </a:cxn>
                <a:cxn ang="0">
                  <a:pos x="38" y="29"/>
                </a:cxn>
                <a:cxn ang="0">
                  <a:pos x="36" y="36"/>
                </a:cxn>
                <a:cxn ang="0">
                  <a:pos x="33" y="43"/>
                </a:cxn>
                <a:cxn ang="0">
                  <a:pos x="31" y="50"/>
                </a:cxn>
                <a:cxn ang="0">
                  <a:pos x="26" y="52"/>
                </a:cxn>
                <a:cxn ang="0">
                  <a:pos x="21" y="50"/>
                </a:cxn>
                <a:cxn ang="0">
                  <a:pos x="18" y="46"/>
                </a:cxn>
                <a:cxn ang="0">
                  <a:pos x="12" y="39"/>
                </a:cxn>
                <a:cxn ang="0">
                  <a:pos x="8" y="33"/>
                </a:cxn>
                <a:cxn ang="0">
                  <a:pos x="6" y="27"/>
                </a:cxn>
                <a:cxn ang="0">
                  <a:pos x="1" y="24"/>
                </a:cxn>
                <a:cxn ang="0">
                  <a:pos x="0" y="19"/>
                </a:cxn>
                <a:cxn ang="0">
                  <a:pos x="2" y="17"/>
                </a:cxn>
                <a:cxn ang="0">
                  <a:pos x="6" y="14"/>
                </a:cxn>
                <a:cxn ang="0">
                  <a:pos x="9" y="11"/>
                </a:cxn>
                <a:cxn ang="0">
                  <a:pos x="9" y="7"/>
                </a:cxn>
                <a:cxn ang="0">
                  <a:pos x="15" y="8"/>
                </a:cxn>
                <a:cxn ang="0">
                  <a:pos x="15" y="12"/>
                </a:cxn>
                <a:cxn ang="0">
                  <a:pos x="18" y="9"/>
                </a:cxn>
                <a:cxn ang="0">
                  <a:pos x="21" y="10"/>
                </a:cxn>
                <a:cxn ang="0">
                  <a:pos x="27" y="12"/>
                </a:cxn>
                <a:cxn ang="0">
                  <a:pos x="27" y="7"/>
                </a:cxn>
                <a:cxn ang="0">
                  <a:pos x="26" y="4"/>
                </a:cxn>
                <a:cxn ang="0">
                  <a:pos x="31" y="1"/>
                </a:cxn>
                <a:cxn ang="0">
                  <a:pos x="34" y="1"/>
                </a:cxn>
                <a:cxn ang="0">
                  <a:pos x="38" y="4"/>
                </a:cxn>
                <a:cxn ang="0">
                  <a:pos x="40" y="9"/>
                </a:cxn>
                <a:cxn ang="0">
                  <a:pos x="41" y="14"/>
                </a:cxn>
                <a:cxn ang="0">
                  <a:pos x="47" y="21"/>
                </a:cxn>
                <a:cxn ang="0">
                  <a:pos x="50" y="27"/>
                </a:cxn>
              </a:cxnLst>
              <a:rect l="0" t="0" r="r" b="b"/>
              <a:pathLst>
                <a:path w="50" h="52">
                  <a:moveTo>
                    <a:pt x="50" y="27"/>
                  </a:moveTo>
                  <a:cubicBezTo>
                    <a:pt x="50" y="27"/>
                    <a:pt x="49" y="28"/>
                    <a:pt x="49" y="28"/>
                  </a:cubicBezTo>
                  <a:cubicBezTo>
                    <a:pt x="49" y="28"/>
                    <a:pt x="48" y="28"/>
                    <a:pt x="48" y="28"/>
                  </a:cubicBezTo>
                  <a:cubicBezTo>
                    <a:pt x="47" y="28"/>
                    <a:pt x="47" y="27"/>
                    <a:pt x="46" y="27"/>
                  </a:cubicBezTo>
                  <a:cubicBezTo>
                    <a:pt x="45" y="27"/>
                    <a:pt x="44" y="28"/>
                    <a:pt x="44" y="28"/>
                  </a:cubicBezTo>
                  <a:cubicBezTo>
                    <a:pt x="43" y="28"/>
                    <a:pt x="43" y="26"/>
                    <a:pt x="43" y="26"/>
                  </a:cubicBezTo>
                  <a:cubicBezTo>
                    <a:pt x="43" y="26"/>
                    <a:pt x="42" y="25"/>
                    <a:pt x="41" y="25"/>
                  </a:cubicBezTo>
                  <a:cubicBezTo>
                    <a:pt x="41" y="24"/>
                    <a:pt x="40" y="24"/>
                    <a:pt x="39" y="25"/>
                  </a:cubicBezTo>
                  <a:cubicBezTo>
                    <a:pt x="39" y="25"/>
                    <a:pt x="39" y="26"/>
                    <a:pt x="38" y="26"/>
                  </a:cubicBezTo>
                  <a:cubicBezTo>
                    <a:pt x="38" y="27"/>
                    <a:pt x="38" y="29"/>
                    <a:pt x="38" y="29"/>
                  </a:cubicBezTo>
                  <a:cubicBezTo>
                    <a:pt x="38" y="30"/>
                    <a:pt x="37" y="31"/>
                    <a:pt x="37" y="32"/>
                  </a:cubicBezTo>
                  <a:cubicBezTo>
                    <a:pt x="36" y="33"/>
                    <a:pt x="36" y="35"/>
                    <a:pt x="36" y="36"/>
                  </a:cubicBezTo>
                  <a:cubicBezTo>
                    <a:pt x="35" y="37"/>
                    <a:pt x="36" y="39"/>
                    <a:pt x="35" y="40"/>
                  </a:cubicBezTo>
                  <a:cubicBezTo>
                    <a:pt x="35" y="41"/>
                    <a:pt x="34" y="42"/>
                    <a:pt x="33" y="43"/>
                  </a:cubicBezTo>
                  <a:cubicBezTo>
                    <a:pt x="33" y="44"/>
                    <a:pt x="32" y="45"/>
                    <a:pt x="32" y="46"/>
                  </a:cubicBezTo>
                  <a:cubicBezTo>
                    <a:pt x="32" y="47"/>
                    <a:pt x="32" y="49"/>
                    <a:pt x="31" y="50"/>
                  </a:cubicBezTo>
                  <a:cubicBezTo>
                    <a:pt x="31" y="50"/>
                    <a:pt x="31" y="51"/>
                    <a:pt x="30" y="52"/>
                  </a:cubicBezTo>
                  <a:cubicBezTo>
                    <a:pt x="29" y="52"/>
                    <a:pt x="27" y="52"/>
                    <a:pt x="26" y="52"/>
                  </a:cubicBezTo>
                  <a:cubicBezTo>
                    <a:pt x="25" y="52"/>
                    <a:pt x="24" y="51"/>
                    <a:pt x="23" y="51"/>
                  </a:cubicBezTo>
                  <a:cubicBezTo>
                    <a:pt x="23" y="51"/>
                    <a:pt x="21" y="50"/>
                    <a:pt x="21" y="50"/>
                  </a:cubicBezTo>
                  <a:cubicBezTo>
                    <a:pt x="20" y="49"/>
                    <a:pt x="20" y="49"/>
                    <a:pt x="19" y="49"/>
                  </a:cubicBezTo>
                  <a:cubicBezTo>
                    <a:pt x="19" y="48"/>
                    <a:pt x="18" y="46"/>
                    <a:pt x="18" y="46"/>
                  </a:cubicBezTo>
                  <a:cubicBezTo>
                    <a:pt x="17" y="45"/>
                    <a:pt x="16" y="43"/>
                    <a:pt x="15" y="43"/>
                  </a:cubicBezTo>
                  <a:cubicBezTo>
                    <a:pt x="15" y="42"/>
                    <a:pt x="13" y="40"/>
                    <a:pt x="12" y="39"/>
                  </a:cubicBezTo>
                  <a:cubicBezTo>
                    <a:pt x="12" y="38"/>
                    <a:pt x="10" y="37"/>
                    <a:pt x="10" y="36"/>
                  </a:cubicBezTo>
                  <a:cubicBezTo>
                    <a:pt x="9" y="35"/>
                    <a:pt x="8" y="34"/>
                    <a:pt x="8" y="33"/>
                  </a:cubicBezTo>
                  <a:cubicBezTo>
                    <a:pt x="8" y="33"/>
                    <a:pt x="8" y="31"/>
                    <a:pt x="7" y="31"/>
                  </a:cubicBezTo>
                  <a:cubicBezTo>
                    <a:pt x="7" y="30"/>
                    <a:pt x="7" y="28"/>
                    <a:pt x="6" y="27"/>
                  </a:cubicBezTo>
                  <a:cubicBezTo>
                    <a:pt x="6" y="27"/>
                    <a:pt x="4" y="26"/>
                    <a:pt x="3" y="26"/>
                  </a:cubicBezTo>
                  <a:cubicBezTo>
                    <a:pt x="2" y="25"/>
                    <a:pt x="1" y="25"/>
                    <a:pt x="1" y="24"/>
                  </a:cubicBezTo>
                  <a:cubicBezTo>
                    <a:pt x="0" y="24"/>
                    <a:pt x="0" y="23"/>
                    <a:pt x="0" y="22"/>
                  </a:cubicBezTo>
                  <a:cubicBezTo>
                    <a:pt x="0" y="21"/>
                    <a:pt x="0" y="20"/>
                    <a:pt x="0" y="19"/>
                  </a:cubicBezTo>
                  <a:cubicBezTo>
                    <a:pt x="0" y="18"/>
                    <a:pt x="0" y="17"/>
                    <a:pt x="0" y="17"/>
                  </a:cubicBezTo>
                  <a:cubicBezTo>
                    <a:pt x="1" y="17"/>
                    <a:pt x="2" y="17"/>
                    <a:pt x="2" y="17"/>
                  </a:cubicBezTo>
                  <a:cubicBezTo>
                    <a:pt x="3" y="16"/>
                    <a:pt x="4" y="16"/>
                    <a:pt x="5" y="16"/>
                  </a:cubicBezTo>
                  <a:cubicBezTo>
                    <a:pt x="5" y="15"/>
                    <a:pt x="5" y="14"/>
                    <a:pt x="6" y="14"/>
                  </a:cubicBezTo>
                  <a:cubicBezTo>
                    <a:pt x="6" y="14"/>
                    <a:pt x="8" y="14"/>
                    <a:pt x="8" y="14"/>
                  </a:cubicBezTo>
                  <a:cubicBezTo>
                    <a:pt x="9" y="13"/>
                    <a:pt x="9" y="12"/>
                    <a:pt x="9" y="11"/>
                  </a:cubicBezTo>
                  <a:cubicBezTo>
                    <a:pt x="9" y="10"/>
                    <a:pt x="8" y="9"/>
                    <a:pt x="8" y="9"/>
                  </a:cubicBezTo>
                  <a:cubicBezTo>
                    <a:pt x="8" y="8"/>
                    <a:pt x="9" y="8"/>
                    <a:pt x="9" y="7"/>
                  </a:cubicBezTo>
                  <a:cubicBezTo>
                    <a:pt x="10" y="7"/>
                    <a:pt x="12" y="7"/>
                    <a:pt x="12" y="7"/>
                  </a:cubicBezTo>
                  <a:cubicBezTo>
                    <a:pt x="13" y="8"/>
                    <a:pt x="14" y="8"/>
                    <a:pt x="15" y="8"/>
                  </a:cubicBezTo>
                  <a:cubicBezTo>
                    <a:pt x="15" y="8"/>
                    <a:pt x="15" y="9"/>
                    <a:pt x="15" y="10"/>
                  </a:cubicBezTo>
                  <a:cubicBezTo>
                    <a:pt x="15" y="10"/>
                    <a:pt x="14" y="12"/>
                    <a:pt x="15" y="12"/>
                  </a:cubicBezTo>
                  <a:cubicBezTo>
                    <a:pt x="15" y="12"/>
                    <a:pt x="16" y="12"/>
                    <a:pt x="17" y="12"/>
                  </a:cubicBezTo>
                  <a:cubicBezTo>
                    <a:pt x="17" y="11"/>
                    <a:pt x="17" y="10"/>
                    <a:pt x="18" y="9"/>
                  </a:cubicBezTo>
                  <a:cubicBezTo>
                    <a:pt x="18" y="9"/>
                    <a:pt x="20" y="8"/>
                    <a:pt x="21" y="8"/>
                  </a:cubicBezTo>
                  <a:cubicBezTo>
                    <a:pt x="21" y="9"/>
                    <a:pt x="21" y="10"/>
                    <a:pt x="21" y="10"/>
                  </a:cubicBezTo>
                  <a:cubicBezTo>
                    <a:pt x="21" y="11"/>
                    <a:pt x="22" y="12"/>
                    <a:pt x="23" y="12"/>
                  </a:cubicBezTo>
                  <a:cubicBezTo>
                    <a:pt x="24" y="13"/>
                    <a:pt x="26" y="13"/>
                    <a:pt x="27" y="12"/>
                  </a:cubicBezTo>
                  <a:cubicBezTo>
                    <a:pt x="27" y="12"/>
                    <a:pt x="28" y="10"/>
                    <a:pt x="28" y="10"/>
                  </a:cubicBezTo>
                  <a:cubicBezTo>
                    <a:pt x="28" y="9"/>
                    <a:pt x="28" y="8"/>
                    <a:pt x="27" y="7"/>
                  </a:cubicBezTo>
                  <a:cubicBezTo>
                    <a:pt x="27" y="7"/>
                    <a:pt x="26" y="6"/>
                    <a:pt x="25" y="5"/>
                  </a:cubicBezTo>
                  <a:cubicBezTo>
                    <a:pt x="25" y="5"/>
                    <a:pt x="26" y="4"/>
                    <a:pt x="26" y="4"/>
                  </a:cubicBezTo>
                  <a:cubicBezTo>
                    <a:pt x="27" y="3"/>
                    <a:pt x="27" y="3"/>
                    <a:pt x="28" y="3"/>
                  </a:cubicBezTo>
                  <a:cubicBezTo>
                    <a:pt x="29" y="2"/>
                    <a:pt x="30" y="1"/>
                    <a:pt x="31" y="1"/>
                  </a:cubicBezTo>
                  <a:cubicBezTo>
                    <a:pt x="32" y="1"/>
                    <a:pt x="33" y="0"/>
                    <a:pt x="34" y="0"/>
                  </a:cubicBezTo>
                  <a:cubicBezTo>
                    <a:pt x="34" y="1"/>
                    <a:pt x="34" y="1"/>
                    <a:pt x="34" y="1"/>
                  </a:cubicBezTo>
                  <a:cubicBezTo>
                    <a:pt x="34" y="2"/>
                    <a:pt x="36" y="2"/>
                    <a:pt x="36" y="3"/>
                  </a:cubicBezTo>
                  <a:cubicBezTo>
                    <a:pt x="37" y="3"/>
                    <a:pt x="37" y="4"/>
                    <a:pt x="38" y="4"/>
                  </a:cubicBezTo>
                  <a:cubicBezTo>
                    <a:pt x="38" y="5"/>
                    <a:pt x="39" y="6"/>
                    <a:pt x="39" y="6"/>
                  </a:cubicBezTo>
                  <a:cubicBezTo>
                    <a:pt x="40" y="7"/>
                    <a:pt x="40" y="8"/>
                    <a:pt x="40" y="9"/>
                  </a:cubicBezTo>
                  <a:cubicBezTo>
                    <a:pt x="40" y="10"/>
                    <a:pt x="40" y="11"/>
                    <a:pt x="40" y="12"/>
                  </a:cubicBezTo>
                  <a:cubicBezTo>
                    <a:pt x="40" y="12"/>
                    <a:pt x="41" y="13"/>
                    <a:pt x="41" y="14"/>
                  </a:cubicBezTo>
                  <a:cubicBezTo>
                    <a:pt x="42" y="15"/>
                    <a:pt x="44" y="17"/>
                    <a:pt x="45" y="18"/>
                  </a:cubicBezTo>
                  <a:cubicBezTo>
                    <a:pt x="46" y="19"/>
                    <a:pt x="47" y="21"/>
                    <a:pt x="47" y="21"/>
                  </a:cubicBezTo>
                  <a:cubicBezTo>
                    <a:pt x="47" y="22"/>
                    <a:pt x="48" y="24"/>
                    <a:pt x="49" y="25"/>
                  </a:cubicBezTo>
                  <a:cubicBezTo>
                    <a:pt x="49" y="25"/>
                    <a:pt x="50" y="26"/>
                    <a:pt x="50" y="2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95"/>
            <p:cNvSpPr>
              <a:spLocks/>
            </p:cNvSpPr>
            <p:nvPr/>
          </p:nvSpPr>
          <p:spPr bwMode="auto">
            <a:xfrm>
              <a:off x="1978026" y="3260726"/>
              <a:ext cx="39688" cy="63500"/>
            </a:xfrm>
            <a:custGeom>
              <a:avLst/>
              <a:gdLst/>
              <a:ahLst/>
              <a:cxnLst>
                <a:cxn ang="0">
                  <a:pos x="20" y="25"/>
                </a:cxn>
                <a:cxn ang="0">
                  <a:pos x="20" y="28"/>
                </a:cxn>
                <a:cxn ang="0">
                  <a:pos x="19" y="30"/>
                </a:cxn>
                <a:cxn ang="0">
                  <a:pos x="17" y="32"/>
                </a:cxn>
                <a:cxn ang="0">
                  <a:pos x="15" y="30"/>
                </a:cxn>
                <a:cxn ang="0">
                  <a:pos x="14" y="29"/>
                </a:cxn>
                <a:cxn ang="0">
                  <a:pos x="12" y="29"/>
                </a:cxn>
                <a:cxn ang="0">
                  <a:pos x="10" y="31"/>
                </a:cxn>
                <a:cxn ang="0">
                  <a:pos x="8" y="33"/>
                </a:cxn>
                <a:cxn ang="0">
                  <a:pos x="5" y="33"/>
                </a:cxn>
                <a:cxn ang="0">
                  <a:pos x="3" y="32"/>
                </a:cxn>
                <a:cxn ang="0">
                  <a:pos x="3" y="29"/>
                </a:cxn>
                <a:cxn ang="0">
                  <a:pos x="3" y="26"/>
                </a:cxn>
                <a:cxn ang="0">
                  <a:pos x="4" y="24"/>
                </a:cxn>
                <a:cxn ang="0">
                  <a:pos x="5" y="22"/>
                </a:cxn>
                <a:cxn ang="0">
                  <a:pos x="2" y="20"/>
                </a:cxn>
                <a:cxn ang="0">
                  <a:pos x="2" y="16"/>
                </a:cxn>
                <a:cxn ang="0">
                  <a:pos x="2" y="13"/>
                </a:cxn>
                <a:cxn ang="0">
                  <a:pos x="3" y="10"/>
                </a:cxn>
                <a:cxn ang="0">
                  <a:pos x="2" y="6"/>
                </a:cxn>
                <a:cxn ang="0">
                  <a:pos x="0" y="3"/>
                </a:cxn>
                <a:cxn ang="0">
                  <a:pos x="2" y="1"/>
                </a:cxn>
                <a:cxn ang="0">
                  <a:pos x="4" y="0"/>
                </a:cxn>
                <a:cxn ang="0">
                  <a:pos x="7" y="0"/>
                </a:cxn>
                <a:cxn ang="0">
                  <a:pos x="8" y="3"/>
                </a:cxn>
                <a:cxn ang="0">
                  <a:pos x="12" y="6"/>
                </a:cxn>
                <a:cxn ang="0">
                  <a:pos x="14" y="8"/>
                </a:cxn>
                <a:cxn ang="0">
                  <a:pos x="15" y="12"/>
                </a:cxn>
                <a:cxn ang="0">
                  <a:pos x="15" y="16"/>
                </a:cxn>
                <a:cxn ang="0">
                  <a:pos x="16" y="20"/>
                </a:cxn>
                <a:cxn ang="0">
                  <a:pos x="18" y="23"/>
                </a:cxn>
                <a:cxn ang="0">
                  <a:pos x="20" y="25"/>
                </a:cxn>
              </a:cxnLst>
              <a:rect l="0" t="0" r="r" b="b"/>
              <a:pathLst>
                <a:path w="21" h="34">
                  <a:moveTo>
                    <a:pt x="20" y="25"/>
                  </a:moveTo>
                  <a:cubicBezTo>
                    <a:pt x="21" y="26"/>
                    <a:pt x="20" y="27"/>
                    <a:pt x="20" y="28"/>
                  </a:cubicBezTo>
                  <a:cubicBezTo>
                    <a:pt x="20" y="28"/>
                    <a:pt x="20" y="29"/>
                    <a:pt x="19" y="30"/>
                  </a:cubicBezTo>
                  <a:cubicBezTo>
                    <a:pt x="19" y="31"/>
                    <a:pt x="18" y="32"/>
                    <a:pt x="17" y="32"/>
                  </a:cubicBezTo>
                  <a:cubicBezTo>
                    <a:pt x="17" y="32"/>
                    <a:pt x="15" y="30"/>
                    <a:pt x="15" y="30"/>
                  </a:cubicBezTo>
                  <a:cubicBezTo>
                    <a:pt x="15" y="30"/>
                    <a:pt x="14" y="29"/>
                    <a:pt x="14" y="29"/>
                  </a:cubicBezTo>
                  <a:cubicBezTo>
                    <a:pt x="13" y="29"/>
                    <a:pt x="12" y="29"/>
                    <a:pt x="12" y="29"/>
                  </a:cubicBezTo>
                  <a:cubicBezTo>
                    <a:pt x="11" y="29"/>
                    <a:pt x="10" y="30"/>
                    <a:pt x="10" y="31"/>
                  </a:cubicBezTo>
                  <a:cubicBezTo>
                    <a:pt x="9" y="31"/>
                    <a:pt x="9" y="33"/>
                    <a:pt x="8" y="33"/>
                  </a:cubicBezTo>
                  <a:cubicBezTo>
                    <a:pt x="8" y="34"/>
                    <a:pt x="6" y="34"/>
                    <a:pt x="5" y="33"/>
                  </a:cubicBezTo>
                  <a:cubicBezTo>
                    <a:pt x="4" y="33"/>
                    <a:pt x="3" y="32"/>
                    <a:pt x="3" y="32"/>
                  </a:cubicBezTo>
                  <a:cubicBezTo>
                    <a:pt x="3" y="31"/>
                    <a:pt x="3" y="30"/>
                    <a:pt x="3" y="29"/>
                  </a:cubicBezTo>
                  <a:cubicBezTo>
                    <a:pt x="3" y="28"/>
                    <a:pt x="3" y="27"/>
                    <a:pt x="3" y="26"/>
                  </a:cubicBezTo>
                  <a:cubicBezTo>
                    <a:pt x="3" y="26"/>
                    <a:pt x="4" y="25"/>
                    <a:pt x="4" y="24"/>
                  </a:cubicBezTo>
                  <a:cubicBezTo>
                    <a:pt x="5" y="24"/>
                    <a:pt x="5" y="23"/>
                    <a:pt x="5" y="22"/>
                  </a:cubicBezTo>
                  <a:cubicBezTo>
                    <a:pt x="5" y="21"/>
                    <a:pt x="3" y="21"/>
                    <a:pt x="2" y="20"/>
                  </a:cubicBezTo>
                  <a:cubicBezTo>
                    <a:pt x="2" y="19"/>
                    <a:pt x="2" y="17"/>
                    <a:pt x="2" y="16"/>
                  </a:cubicBezTo>
                  <a:cubicBezTo>
                    <a:pt x="2" y="16"/>
                    <a:pt x="2" y="14"/>
                    <a:pt x="2" y="13"/>
                  </a:cubicBezTo>
                  <a:cubicBezTo>
                    <a:pt x="2" y="12"/>
                    <a:pt x="3" y="11"/>
                    <a:pt x="3" y="10"/>
                  </a:cubicBezTo>
                  <a:cubicBezTo>
                    <a:pt x="3" y="9"/>
                    <a:pt x="2" y="7"/>
                    <a:pt x="2" y="6"/>
                  </a:cubicBezTo>
                  <a:cubicBezTo>
                    <a:pt x="2" y="5"/>
                    <a:pt x="0" y="4"/>
                    <a:pt x="0" y="3"/>
                  </a:cubicBezTo>
                  <a:cubicBezTo>
                    <a:pt x="1" y="2"/>
                    <a:pt x="2" y="2"/>
                    <a:pt x="2" y="1"/>
                  </a:cubicBezTo>
                  <a:cubicBezTo>
                    <a:pt x="3" y="1"/>
                    <a:pt x="4" y="0"/>
                    <a:pt x="4" y="0"/>
                  </a:cubicBezTo>
                  <a:cubicBezTo>
                    <a:pt x="5" y="0"/>
                    <a:pt x="6" y="0"/>
                    <a:pt x="7" y="0"/>
                  </a:cubicBezTo>
                  <a:cubicBezTo>
                    <a:pt x="7" y="1"/>
                    <a:pt x="8" y="3"/>
                    <a:pt x="8" y="3"/>
                  </a:cubicBezTo>
                  <a:cubicBezTo>
                    <a:pt x="9" y="4"/>
                    <a:pt x="12" y="5"/>
                    <a:pt x="12" y="6"/>
                  </a:cubicBezTo>
                  <a:cubicBezTo>
                    <a:pt x="13" y="6"/>
                    <a:pt x="14" y="7"/>
                    <a:pt x="14" y="8"/>
                  </a:cubicBezTo>
                  <a:cubicBezTo>
                    <a:pt x="14" y="9"/>
                    <a:pt x="15" y="11"/>
                    <a:pt x="15" y="12"/>
                  </a:cubicBezTo>
                  <a:cubicBezTo>
                    <a:pt x="15" y="13"/>
                    <a:pt x="15" y="15"/>
                    <a:pt x="15" y="16"/>
                  </a:cubicBezTo>
                  <a:cubicBezTo>
                    <a:pt x="15" y="17"/>
                    <a:pt x="16" y="19"/>
                    <a:pt x="16" y="20"/>
                  </a:cubicBezTo>
                  <a:cubicBezTo>
                    <a:pt x="17" y="21"/>
                    <a:pt x="18" y="23"/>
                    <a:pt x="18" y="23"/>
                  </a:cubicBezTo>
                  <a:cubicBezTo>
                    <a:pt x="19" y="24"/>
                    <a:pt x="20" y="24"/>
                    <a:pt x="20" y="2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96"/>
            <p:cNvSpPr>
              <a:spLocks noEditPoints="1"/>
            </p:cNvSpPr>
            <p:nvPr/>
          </p:nvSpPr>
          <p:spPr bwMode="auto">
            <a:xfrm>
              <a:off x="1914526" y="3203576"/>
              <a:ext cx="242888" cy="350838"/>
            </a:xfrm>
            <a:custGeom>
              <a:avLst/>
              <a:gdLst/>
              <a:ahLst/>
              <a:cxnLst>
                <a:cxn ang="0">
                  <a:pos x="12" y="41"/>
                </a:cxn>
                <a:cxn ang="0">
                  <a:pos x="23" y="36"/>
                </a:cxn>
                <a:cxn ang="0">
                  <a:pos x="34" y="26"/>
                </a:cxn>
                <a:cxn ang="0">
                  <a:pos x="43" y="14"/>
                </a:cxn>
                <a:cxn ang="0">
                  <a:pos x="52" y="13"/>
                </a:cxn>
                <a:cxn ang="0">
                  <a:pos x="64" y="6"/>
                </a:cxn>
                <a:cxn ang="0">
                  <a:pos x="72" y="4"/>
                </a:cxn>
                <a:cxn ang="0">
                  <a:pos x="86" y="12"/>
                </a:cxn>
                <a:cxn ang="0">
                  <a:pos x="95" y="26"/>
                </a:cxn>
                <a:cxn ang="0">
                  <a:pos x="100" y="46"/>
                </a:cxn>
                <a:cxn ang="0">
                  <a:pos x="98" y="54"/>
                </a:cxn>
                <a:cxn ang="0">
                  <a:pos x="90" y="63"/>
                </a:cxn>
                <a:cxn ang="0">
                  <a:pos x="93" y="75"/>
                </a:cxn>
                <a:cxn ang="0">
                  <a:pos x="105" y="82"/>
                </a:cxn>
                <a:cxn ang="0">
                  <a:pos x="126" y="88"/>
                </a:cxn>
                <a:cxn ang="0">
                  <a:pos x="127" y="94"/>
                </a:cxn>
                <a:cxn ang="0">
                  <a:pos x="122" y="102"/>
                </a:cxn>
                <a:cxn ang="0">
                  <a:pos x="111" y="111"/>
                </a:cxn>
                <a:cxn ang="0">
                  <a:pos x="118" y="116"/>
                </a:cxn>
                <a:cxn ang="0">
                  <a:pos x="127" y="120"/>
                </a:cxn>
                <a:cxn ang="0">
                  <a:pos x="125" y="128"/>
                </a:cxn>
                <a:cxn ang="0">
                  <a:pos x="121" y="135"/>
                </a:cxn>
                <a:cxn ang="0">
                  <a:pos x="116" y="146"/>
                </a:cxn>
                <a:cxn ang="0">
                  <a:pos x="102" y="147"/>
                </a:cxn>
                <a:cxn ang="0">
                  <a:pos x="91" y="146"/>
                </a:cxn>
                <a:cxn ang="0">
                  <a:pos x="86" y="147"/>
                </a:cxn>
                <a:cxn ang="0">
                  <a:pos x="82" y="135"/>
                </a:cxn>
                <a:cxn ang="0">
                  <a:pos x="80" y="128"/>
                </a:cxn>
                <a:cxn ang="0">
                  <a:pos x="69" y="125"/>
                </a:cxn>
                <a:cxn ang="0">
                  <a:pos x="72" y="135"/>
                </a:cxn>
                <a:cxn ang="0">
                  <a:pos x="63" y="140"/>
                </a:cxn>
                <a:cxn ang="0">
                  <a:pos x="56" y="140"/>
                </a:cxn>
                <a:cxn ang="0">
                  <a:pos x="47" y="139"/>
                </a:cxn>
                <a:cxn ang="0">
                  <a:pos x="42" y="147"/>
                </a:cxn>
                <a:cxn ang="0">
                  <a:pos x="47" y="156"/>
                </a:cxn>
                <a:cxn ang="0">
                  <a:pos x="45" y="167"/>
                </a:cxn>
                <a:cxn ang="0">
                  <a:pos x="45" y="181"/>
                </a:cxn>
                <a:cxn ang="0">
                  <a:pos x="40" y="182"/>
                </a:cxn>
                <a:cxn ang="0">
                  <a:pos x="27" y="182"/>
                </a:cxn>
                <a:cxn ang="0">
                  <a:pos x="30" y="169"/>
                </a:cxn>
                <a:cxn ang="0">
                  <a:pos x="33" y="158"/>
                </a:cxn>
                <a:cxn ang="0">
                  <a:pos x="30" y="149"/>
                </a:cxn>
                <a:cxn ang="0">
                  <a:pos x="26" y="144"/>
                </a:cxn>
                <a:cxn ang="0">
                  <a:pos x="36" y="137"/>
                </a:cxn>
                <a:cxn ang="0">
                  <a:pos x="34" y="127"/>
                </a:cxn>
                <a:cxn ang="0">
                  <a:pos x="25" y="119"/>
                </a:cxn>
                <a:cxn ang="0">
                  <a:pos x="21" y="109"/>
                </a:cxn>
                <a:cxn ang="0">
                  <a:pos x="14" y="95"/>
                </a:cxn>
                <a:cxn ang="0">
                  <a:pos x="12" y="87"/>
                </a:cxn>
                <a:cxn ang="0">
                  <a:pos x="12" y="77"/>
                </a:cxn>
                <a:cxn ang="0">
                  <a:pos x="1" y="73"/>
                </a:cxn>
                <a:cxn ang="0">
                  <a:pos x="5" y="62"/>
                </a:cxn>
                <a:cxn ang="0">
                  <a:pos x="11" y="57"/>
                </a:cxn>
                <a:cxn ang="0">
                  <a:pos x="52" y="53"/>
                </a:cxn>
                <a:cxn ang="0">
                  <a:pos x="46" y="36"/>
                </a:cxn>
                <a:cxn ang="0">
                  <a:pos x="34" y="33"/>
                </a:cxn>
                <a:cxn ang="0">
                  <a:pos x="36" y="50"/>
                </a:cxn>
                <a:cxn ang="0">
                  <a:pos x="37" y="62"/>
                </a:cxn>
                <a:cxn ang="0">
                  <a:pos x="48" y="59"/>
                </a:cxn>
              </a:cxnLst>
              <a:rect l="0" t="0" r="r" b="b"/>
              <a:pathLst>
                <a:path w="129" h="186">
                  <a:moveTo>
                    <a:pt x="11" y="52"/>
                  </a:moveTo>
                  <a:cubicBezTo>
                    <a:pt x="11" y="51"/>
                    <a:pt x="11" y="49"/>
                    <a:pt x="10" y="48"/>
                  </a:cubicBezTo>
                  <a:cubicBezTo>
                    <a:pt x="10" y="47"/>
                    <a:pt x="9" y="46"/>
                    <a:pt x="9" y="45"/>
                  </a:cubicBezTo>
                  <a:cubicBezTo>
                    <a:pt x="9" y="44"/>
                    <a:pt x="9" y="42"/>
                    <a:pt x="9" y="42"/>
                  </a:cubicBezTo>
                  <a:cubicBezTo>
                    <a:pt x="10" y="41"/>
                    <a:pt x="11" y="41"/>
                    <a:pt x="12" y="41"/>
                  </a:cubicBezTo>
                  <a:cubicBezTo>
                    <a:pt x="13" y="41"/>
                    <a:pt x="14" y="40"/>
                    <a:pt x="14" y="40"/>
                  </a:cubicBezTo>
                  <a:cubicBezTo>
                    <a:pt x="15" y="39"/>
                    <a:pt x="16" y="38"/>
                    <a:pt x="16" y="37"/>
                  </a:cubicBezTo>
                  <a:cubicBezTo>
                    <a:pt x="17" y="37"/>
                    <a:pt x="17" y="36"/>
                    <a:pt x="18" y="35"/>
                  </a:cubicBezTo>
                  <a:cubicBezTo>
                    <a:pt x="18" y="35"/>
                    <a:pt x="19" y="34"/>
                    <a:pt x="20" y="34"/>
                  </a:cubicBezTo>
                  <a:cubicBezTo>
                    <a:pt x="20" y="34"/>
                    <a:pt x="22" y="36"/>
                    <a:pt x="23" y="36"/>
                  </a:cubicBezTo>
                  <a:cubicBezTo>
                    <a:pt x="24" y="36"/>
                    <a:pt x="25" y="35"/>
                    <a:pt x="26" y="34"/>
                  </a:cubicBezTo>
                  <a:cubicBezTo>
                    <a:pt x="27" y="34"/>
                    <a:pt x="28" y="34"/>
                    <a:pt x="28" y="33"/>
                  </a:cubicBezTo>
                  <a:cubicBezTo>
                    <a:pt x="29" y="32"/>
                    <a:pt x="29" y="31"/>
                    <a:pt x="29" y="30"/>
                  </a:cubicBezTo>
                  <a:cubicBezTo>
                    <a:pt x="29" y="29"/>
                    <a:pt x="30" y="28"/>
                    <a:pt x="31" y="27"/>
                  </a:cubicBezTo>
                  <a:cubicBezTo>
                    <a:pt x="31" y="27"/>
                    <a:pt x="33" y="27"/>
                    <a:pt x="34" y="26"/>
                  </a:cubicBezTo>
                  <a:cubicBezTo>
                    <a:pt x="35" y="26"/>
                    <a:pt x="35" y="25"/>
                    <a:pt x="36" y="25"/>
                  </a:cubicBezTo>
                  <a:cubicBezTo>
                    <a:pt x="36" y="24"/>
                    <a:pt x="37" y="22"/>
                    <a:pt x="38" y="22"/>
                  </a:cubicBezTo>
                  <a:cubicBezTo>
                    <a:pt x="38" y="21"/>
                    <a:pt x="39" y="19"/>
                    <a:pt x="40" y="19"/>
                  </a:cubicBezTo>
                  <a:cubicBezTo>
                    <a:pt x="40" y="18"/>
                    <a:pt x="42" y="18"/>
                    <a:pt x="42" y="17"/>
                  </a:cubicBezTo>
                  <a:cubicBezTo>
                    <a:pt x="42" y="16"/>
                    <a:pt x="43" y="15"/>
                    <a:pt x="43" y="14"/>
                  </a:cubicBezTo>
                  <a:cubicBezTo>
                    <a:pt x="43" y="13"/>
                    <a:pt x="43" y="12"/>
                    <a:pt x="43" y="11"/>
                  </a:cubicBezTo>
                  <a:cubicBezTo>
                    <a:pt x="43" y="11"/>
                    <a:pt x="43" y="10"/>
                    <a:pt x="43" y="10"/>
                  </a:cubicBezTo>
                  <a:cubicBezTo>
                    <a:pt x="44" y="10"/>
                    <a:pt x="45" y="11"/>
                    <a:pt x="46" y="11"/>
                  </a:cubicBezTo>
                  <a:cubicBezTo>
                    <a:pt x="47" y="11"/>
                    <a:pt x="49" y="12"/>
                    <a:pt x="50" y="12"/>
                  </a:cubicBezTo>
                  <a:cubicBezTo>
                    <a:pt x="50" y="12"/>
                    <a:pt x="51" y="13"/>
                    <a:pt x="52" y="13"/>
                  </a:cubicBezTo>
                  <a:cubicBezTo>
                    <a:pt x="53" y="13"/>
                    <a:pt x="54" y="12"/>
                    <a:pt x="55" y="11"/>
                  </a:cubicBezTo>
                  <a:cubicBezTo>
                    <a:pt x="55" y="11"/>
                    <a:pt x="56" y="10"/>
                    <a:pt x="56" y="10"/>
                  </a:cubicBezTo>
                  <a:cubicBezTo>
                    <a:pt x="57" y="9"/>
                    <a:pt x="57" y="8"/>
                    <a:pt x="58" y="7"/>
                  </a:cubicBezTo>
                  <a:cubicBezTo>
                    <a:pt x="59" y="7"/>
                    <a:pt x="61" y="6"/>
                    <a:pt x="62" y="6"/>
                  </a:cubicBezTo>
                  <a:cubicBezTo>
                    <a:pt x="63" y="6"/>
                    <a:pt x="64" y="6"/>
                    <a:pt x="64" y="6"/>
                  </a:cubicBezTo>
                  <a:cubicBezTo>
                    <a:pt x="65" y="5"/>
                    <a:pt x="65" y="4"/>
                    <a:pt x="65" y="4"/>
                  </a:cubicBezTo>
                  <a:cubicBezTo>
                    <a:pt x="65" y="3"/>
                    <a:pt x="67" y="3"/>
                    <a:pt x="67" y="2"/>
                  </a:cubicBezTo>
                  <a:cubicBezTo>
                    <a:pt x="67" y="2"/>
                    <a:pt x="67" y="1"/>
                    <a:pt x="67" y="0"/>
                  </a:cubicBezTo>
                  <a:cubicBezTo>
                    <a:pt x="68" y="0"/>
                    <a:pt x="69" y="1"/>
                    <a:pt x="69" y="2"/>
                  </a:cubicBezTo>
                  <a:cubicBezTo>
                    <a:pt x="70" y="2"/>
                    <a:pt x="71" y="3"/>
                    <a:pt x="72" y="4"/>
                  </a:cubicBezTo>
                  <a:cubicBezTo>
                    <a:pt x="73" y="5"/>
                    <a:pt x="75" y="5"/>
                    <a:pt x="76" y="6"/>
                  </a:cubicBezTo>
                  <a:cubicBezTo>
                    <a:pt x="76" y="6"/>
                    <a:pt x="77" y="7"/>
                    <a:pt x="78" y="8"/>
                  </a:cubicBezTo>
                  <a:cubicBezTo>
                    <a:pt x="78" y="8"/>
                    <a:pt x="79" y="9"/>
                    <a:pt x="80" y="9"/>
                  </a:cubicBezTo>
                  <a:cubicBezTo>
                    <a:pt x="80" y="9"/>
                    <a:pt x="82" y="8"/>
                    <a:pt x="83" y="9"/>
                  </a:cubicBezTo>
                  <a:cubicBezTo>
                    <a:pt x="84" y="9"/>
                    <a:pt x="85" y="11"/>
                    <a:pt x="86" y="12"/>
                  </a:cubicBezTo>
                  <a:cubicBezTo>
                    <a:pt x="86" y="13"/>
                    <a:pt x="88" y="13"/>
                    <a:pt x="88" y="13"/>
                  </a:cubicBezTo>
                  <a:cubicBezTo>
                    <a:pt x="89" y="14"/>
                    <a:pt x="90" y="15"/>
                    <a:pt x="90" y="16"/>
                  </a:cubicBezTo>
                  <a:cubicBezTo>
                    <a:pt x="91" y="17"/>
                    <a:pt x="90" y="19"/>
                    <a:pt x="91" y="20"/>
                  </a:cubicBezTo>
                  <a:cubicBezTo>
                    <a:pt x="91" y="21"/>
                    <a:pt x="92" y="22"/>
                    <a:pt x="93" y="23"/>
                  </a:cubicBezTo>
                  <a:cubicBezTo>
                    <a:pt x="94" y="24"/>
                    <a:pt x="95" y="25"/>
                    <a:pt x="95" y="26"/>
                  </a:cubicBezTo>
                  <a:cubicBezTo>
                    <a:pt x="95" y="28"/>
                    <a:pt x="96" y="30"/>
                    <a:pt x="96" y="31"/>
                  </a:cubicBezTo>
                  <a:cubicBezTo>
                    <a:pt x="96" y="32"/>
                    <a:pt x="97" y="34"/>
                    <a:pt x="97" y="35"/>
                  </a:cubicBezTo>
                  <a:cubicBezTo>
                    <a:pt x="97" y="36"/>
                    <a:pt x="98" y="38"/>
                    <a:pt x="98" y="39"/>
                  </a:cubicBezTo>
                  <a:cubicBezTo>
                    <a:pt x="99" y="40"/>
                    <a:pt x="99" y="42"/>
                    <a:pt x="100" y="43"/>
                  </a:cubicBezTo>
                  <a:cubicBezTo>
                    <a:pt x="100" y="44"/>
                    <a:pt x="100" y="46"/>
                    <a:pt x="100" y="46"/>
                  </a:cubicBezTo>
                  <a:cubicBezTo>
                    <a:pt x="100" y="47"/>
                    <a:pt x="100" y="48"/>
                    <a:pt x="100" y="49"/>
                  </a:cubicBezTo>
                  <a:cubicBezTo>
                    <a:pt x="101" y="49"/>
                    <a:pt x="101" y="49"/>
                    <a:pt x="101" y="50"/>
                  </a:cubicBezTo>
                  <a:cubicBezTo>
                    <a:pt x="101" y="50"/>
                    <a:pt x="101" y="51"/>
                    <a:pt x="101" y="52"/>
                  </a:cubicBezTo>
                  <a:cubicBezTo>
                    <a:pt x="101" y="52"/>
                    <a:pt x="99" y="52"/>
                    <a:pt x="99" y="52"/>
                  </a:cubicBezTo>
                  <a:cubicBezTo>
                    <a:pt x="98" y="53"/>
                    <a:pt x="98" y="54"/>
                    <a:pt x="98" y="54"/>
                  </a:cubicBezTo>
                  <a:cubicBezTo>
                    <a:pt x="97" y="55"/>
                    <a:pt x="97" y="55"/>
                    <a:pt x="97" y="56"/>
                  </a:cubicBezTo>
                  <a:cubicBezTo>
                    <a:pt x="96" y="56"/>
                    <a:pt x="94" y="56"/>
                    <a:pt x="94" y="57"/>
                  </a:cubicBezTo>
                  <a:cubicBezTo>
                    <a:pt x="93" y="57"/>
                    <a:pt x="92" y="57"/>
                    <a:pt x="92" y="58"/>
                  </a:cubicBezTo>
                  <a:cubicBezTo>
                    <a:pt x="92" y="58"/>
                    <a:pt x="92" y="59"/>
                    <a:pt x="92" y="59"/>
                  </a:cubicBezTo>
                  <a:cubicBezTo>
                    <a:pt x="91" y="60"/>
                    <a:pt x="91" y="62"/>
                    <a:pt x="90" y="63"/>
                  </a:cubicBezTo>
                  <a:cubicBezTo>
                    <a:pt x="90" y="64"/>
                    <a:pt x="89" y="66"/>
                    <a:pt x="88" y="67"/>
                  </a:cubicBezTo>
                  <a:cubicBezTo>
                    <a:pt x="88" y="67"/>
                    <a:pt x="88" y="69"/>
                    <a:pt x="88" y="69"/>
                  </a:cubicBezTo>
                  <a:cubicBezTo>
                    <a:pt x="89" y="70"/>
                    <a:pt x="90" y="70"/>
                    <a:pt x="91" y="70"/>
                  </a:cubicBezTo>
                  <a:cubicBezTo>
                    <a:pt x="91" y="71"/>
                    <a:pt x="92" y="72"/>
                    <a:pt x="92" y="72"/>
                  </a:cubicBezTo>
                  <a:cubicBezTo>
                    <a:pt x="92" y="73"/>
                    <a:pt x="93" y="75"/>
                    <a:pt x="93" y="75"/>
                  </a:cubicBezTo>
                  <a:cubicBezTo>
                    <a:pt x="93" y="76"/>
                    <a:pt x="95" y="77"/>
                    <a:pt x="95" y="77"/>
                  </a:cubicBezTo>
                  <a:cubicBezTo>
                    <a:pt x="96" y="77"/>
                    <a:pt x="98" y="77"/>
                    <a:pt x="99" y="77"/>
                  </a:cubicBezTo>
                  <a:cubicBezTo>
                    <a:pt x="99" y="77"/>
                    <a:pt x="100" y="78"/>
                    <a:pt x="100" y="78"/>
                  </a:cubicBezTo>
                  <a:cubicBezTo>
                    <a:pt x="101" y="78"/>
                    <a:pt x="102" y="80"/>
                    <a:pt x="102" y="80"/>
                  </a:cubicBezTo>
                  <a:cubicBezTo>
                    <a:pt x="103" y="81"/>
                    <a:pt x="104" y="81"/>
                    <a:pt x="105" y="82"/>
                  </a:cubicBezTo>
                  <a:cubicBezTo>
                    <a:pt x="107" y="82"/>
                    <a:pt x="110" y="82"/>
                    <a:pt x="112" y="83"/>
                  </a:cubicBezTo>
                  <a:cubicBezTo>
                    <a:pt x="114" y="83"/>
                    <a:pt x="116" y="84"/>
                    <a:pt x="118" y="84"/>
                  </a:cubicBezTo>
                  <a:cubicBezTo>
                    <a:pt x="119" y="85"/>
                    <a:pt x="120" y="86"/>
                    <a:pt x="121" y="86"/>
                  </a:cubicBezTo>
                  <a:cubicBezTo>
                    <a:pt x="122" y="87"/>
                    <a:pt x="124" y="86"/>
                    <a:pt x="124" y="87"/>
                  </a:cubicBezTo>
                  <a:cubicBezTo>
                    <a:pt x="125" y="87"/>
                    <a:pt x="126" y="88"/>
                    <a:pt x="126" y="88"/>
                  </a:cubicBezTo>
                  <a:cubicBezTo>
                    <a:pt x="126" y="89"/>
                    <a:pt x="125" y="89"/>
                    <a:pt x="125" y="89"/>
                  </a:cubicBezTo>
                  <a:cubicBezTo>
                    <a:pt x="124" y="89"/>
                    <a:pt x="123" y="90"/>
                    <a:pt x="123" y="91"/>
                  </a:cubicBezTo>
                  <a:cubicBezTo>
                    <a:pt x="123" y="91"/>
                    <a:pt x="125" y="91"/>
                    <a:pt x="125" y="91"/>
                  </a:cubicBezTo>
                  <a:cubicBezTo>
                    <a:pt x="126" y="91"/>
                    <a:pt x="126" y="92"/>
                    <a:pt x="127" y="93"/>
                  </a:cubicBezTo>
                  <a:cubicBezTo>
                    <a:pt x="127" y="93"/>
                    <a:pt x="127" y="94"/>
                    <a:pt x="127" y="94"/>
                  </a:cubicBezTo>
                  <a:cubicBezTo>
                    <a:pt x="128" y="95"/>
                    <a:pt x="128" y="97"/>
                    <a:pt x="127" y="97"/>
                  </a:cubicBezTo>
                  <a:cubicBezTo>
                    <a:pt x="127" y="98"/>
                    <a:pt x="126" y="98"/>
                    <a:pt x="126" y="98"/>
                  </a:cubicBezTo>
                  <a:cubicBezTo>
                    <a:pt x="125" y="98"/>
                    <a:pt x="125" y="98"/>
                    <a:pt x="124" y="98"/>
                  </a:cubicBezTo>
                  <a:cubicBezTo>
                    <a:pt x="124" y="98"/>
                    <a:pt x="123" y="99"/>
                    <a:pt x="123" y="100"/>
                  </a:cubicBezTo>
                  <a:cubicBezTo>
                    <a:pt x="123" y="100"/>
                    <a:pt x="122" y="101"/>
                    <a:pt x="122" y="102"/>
                  </a:cubicBezTo>
                  <a:cubicBezTo>
                    <a:pt x="121" y="102"/>
                    <a:pt x="120" y="102"/>
                    <a:pt x="119" y="102"/>
                  </a:cubicBezTo>
                  <a:cubicBezTo>
                    <a:pt x="119" y="102"/>
                    <a:pt x="118" y="102"/>
                    <a:pt x="117" y="102"/>
                  </a:cubicBezTo>
                  <a:cubicBezTo>
                    <a:pt x="117" y="102"/>
                    <a:pt x="115" y="102"/>
                    <a:pt x="115" y="103"/>
                  </a:cubicBezTo>
                  <a:cubicBezTo>
                    <a:pt x="114" y="104"/>
                    <a:pt x="113" y="106"/>
                    <a:pt x="113" y="106"/>
                  </a:cubicBezTo>
                  <a:cubicBezTo>
                    <a:pt x="112" y="108"/>
                    <a:pt x="111" y="110"/>
                    <a:pt x="111" y="111"/>
                  </a:cubicBezTo>
                  <a:cubicBezTo>
                    <a:pt x="112" y="111"/>
                    <a:pt x="113" y="112"/>
                    <a:pt x="113" y="112"/>
                  </a:cubicBezTo>
                  <a:cubicBezTo>
                    <a:pt x="114" y="113"/>
                    <a:pt x="115" y="113"/>
                    <a:pt x="115" y="114"/>
                  </a:cubicBezTo>
                  <a:cubicBezTo>
                    <a:pt x="116" y="114"/>
                    <a:pt x="117" y="113"/>
                    <a:pt x="118" y="113"/>
                  </a:cubicBezTo>
                  <a:cubicBezTo>
                    <a:pt x="118" y="113"/>
                    <a:pt x="119" y="115"/>
                    <a:pt x="119" y="115"/>
                  </a:cubicBezTo>
                  <a:cubicBezTo>
                    <a:pt x="119" y="115"/>
                    <a:pt x="118" y="116"/>
                    <a:pt x="118" y="116"/>
                  </a:cubicBezTo>
                  <a:cubicBezTo>
                    <a:pt x="118" y="117"/>
                    <a:pt x="118" y="118"/>
                    <a:pt x="118" y="119"/>
                  </a:cubicBezTo>
                  <a:cubicBezTo>
                    <a:pt x="119" y="119"/>
                    <a:pt x="119" y="120"/>
                    <a:pt x="120" y="120"/>
                  </a:cubicBezTo>
                  <a:cubicBezTo>
                    <a:pt x="121" y="120"/>
                    <a:pt x="122" y="120"/>
                    <a:pt x="123" y="120"/>
                  </a:cubicBezTo>
                  <a:cubicBezTo>
                    <a:pt x="123" y="120"/>
                    <a:pt x="125" y="120"/>
                    <a:pt x="125" y="120"/>
                  </a:cubicBezTo>
                  <a:cubicBezTo>
                    <a:pt x="126" y="120"/>
                    <a:pt x="127" y="120"/>
                    <a:pt x="127" y="120"/>
                  </a:cubicBezTo>
                  <a:cubicBezTo>
                    <a:pt x="128" y="120"/>
                    <a:pt x="128" y="120"/>
                    <a:pt x="128" y="120"/>
                  </a:cubicBezTo>
                  <a:cubicBezTo>
                    <a:pt x="128" y="121"/>
                    <a:pt x="129" y="122"/>
                    <a:pt x="129" y="123"/>
                  </a:cubicBezTo>
                  <a:cubicBezTo>
                    <a:pt x="128" y="124"/>
                    <a:pt x="128" y="124"/>
                    <a:pt x="128" y="124"/>
                  </a:cubicBezTo>
                  <a:cubicBezTo>
                    <a:pt x="127" y="125"/>
                    <a:pt x="126" y="125"/>
                    <a:pt x="125" y="126"/>
                  </a:cubicBezTo>
                  <a:cubicBezTo>
                    <a:pt x="125" y="126"/>
                    <a:pt x="125" y="127"/>
                    <a:pt x="125" y="128"/>
                  </a:cubicBezTo>
                  <a:cubicBezTo>
                    <a:pt x="125" y="128"/>
                    <a:pt x="124" y="129"/>
                    <a:pt x="124" y="130"/>
                  </a:cubicBezTo>
                  <a:cubicBezTo>
                    <a:pt x="124" y="130"/>
                    <a:pt x="123" y="130"/>
                    <a:pt x="122" y="130"/>
                  </a:cubicBezTo>
                  <a:cubicBezTo>
                    <a:pt x="122" y="130"/>
                    <a:pt x="120" y="130"/>
                    <a:pt x="120" y="131"/>
                  </a:cubicBezTo>
                  <a:cubicBezTo>
                    <a:pt x="119" y="131"/>
                    <a:pt x="120" y="133"/>
                    <a:pt x="120" y="134"/>
                  </a:cubicBezTo>
                  <a:cubicBezTo>
                    <a:pt x="120" y="134"/>
                    <a:pt x="121" y="135"/>
                    <a:pt x="121" y="135"/>
                  </a:cubicBezTo>
                  <a:cubicBezTo>
                    <a:pt x="122" y="136"/>
                    <a:pt x="121" y="138"/>
                    <a:pt x="121" y="139"/>
                  </a:cubicBezTo>
                  <a:cubicBezTo>
                    <a:pt x="121" y="139"/>
                    <a:pt x="121" y="141"/>
                    <a:pt x="120" y="141"/>
                  </a:cubicBezTo>
                  <a:cubicBezTo>
                    <a:pt x="120" y="142"/>
                    <a:pt x="120" y="143"/>
                    <a:pt x="120" y="144"/>
                  </a:cubicBezTo>
                  <a:cubicBezTo>
                    <a:pt x="120" y="145"/>
                    <a:pt x="119" y="146"/>
                    <a:pt x="118" y="146"/>
                  </a:cubicBezTo>
                  <a:cubicBezTo>
                    <a:pt x="118" y="146"/>
                    <a:pt x="116" y="146"/>
                    <a:pt x="116" y="146"/>
                  </a:cubicBezTo>
                  <a:cubicBezTo>
                    <a:pt x="115" y="146"/>
                    <a:pt x="113" y="146"/>
                    <a:pt x="112" y="146"/>
                  </a:cubicBezTo>
                  <a:cubicBezTo>
                    <a:pt x="111" y="146"/>
                    <a:pt x="111" y="147"/>
                    <a:pt x="110" y="147"/>
                  </a:cubicBezTo>
                  <a:cubicBezTo>
                    <a:pt x="109" y="147"/>
                    <a:pt x="108" y="147"/>
                    <a:pt x="108" y="147"/>
                  </a:cubicBezTo>
                  <a:cubicBezTo>
                    <a:pt x="107" y="147"/>
                    <a:pt x="105" y="147"/>
                    <a:pt x="104" y="147"/>
                  </a:cubicBezTo>
                  <a:cubicBezTo>
                    <a:pt x="103" y="147"/>
                    <a:pt x="103" y="147"/>
                    <a:pt x="102" y="147"/>
                  </a:cubicBezTo>
                  <a:cubicBezTo>
                    <a:pt x="101" y="147"/>
                    <a:pt x="101" y="147"/>
                    <a:pt x="100" y="147"/>
                  </a:cubicBezTo>
                  <a:cubicBezTo>
                    <a:pt x="100" y="147"/>
                    <a:pt x="100" y="146"/>
                    <a:pt x="99" y="146"/>
                  </a:cubicBezTo>
                  <a:cubicBezTo>
                    <a:pt x="98" y="146"/>
                    <a:pt x="96" y="147"/>
                    <a:pt x="95" y="147"/>
                  </a:cubicBezTo>
                  <a:cubicBezTo>
                    <a:pt x="94" y="147"/>
                    <a:pt x="94" y="146"/>
                    <a:pt x="93" y="146"/>
                  </a:cubicBezTo>
                  <a:cubicBezTo>
                    <a:pt x="93" y="146"/>
                    <a:pt x="92" y="145"/>
                    <a:pt x="91" y="146"/>
                  </a:cubicBezTo>
                  <a:cubicBezTo>
                    <a:pt x="91" y="146"/>
                    <a:pt x="91" y="147"/>
                    <a:pt x="91" y="148"/>
                  </a:cubicBezTo>
                  <a:cubicBezTo>
                    <a:pt x="91" y="148"/>
                    <a:pt x="91" y="150"/>
                    <a:pt x="90" y="150"/>
                  </a:cubicBezTo>
                  <a:cubicBezTo>
                    <a:pt x="90" y="150"/>
                    <a:pt x="89" y="151"/>
                    <a:pt x="88" y="151"/>
                  </a:cubicBezTo>
                  <a:cubicBezTo>
                    <a:pt x="88" y="150"/>
                    <a:pt x="88" y="149"/>
                    <a:pt x="87" y="149"/>
                  </a:cubicBezTo>
                  <a:cubicBezTo>
                    <a:pt x="87" y="148"/>
                    <a:pt x="87" y="147"/>
                    <a:pt x="86" y="147"/>
                  </a:cubicBezTo>
                  <a:cubicBezTo>
                    <a:pt x="86" y="146"/>
                    <a:pt x="86" y="145"/>
                    <a:pt x="86" y="144"/>
                  </a:cubicBezTo>
                  <a:cubicBezTo>
                    <a:pt x="86" y="144"/>
                    <a:pt x="86" y="142"/>
                    <a:pt x="86" y="141"/>
                  </a:cubicBezTo>
                  <a:cubicBezTo>
                    <a:pt x="86" y="140"/>
                    <a:pt x="85" y="139"/>
                    <a:pt x="85" y="138"/>
                  </a:cubicBezTo>
                  <a:cubicBezTo>
                    <a:pt x="84" y="138"/>
                    <a:pt x="84" y="137"/>
                    <a:pt x="84" y="137"/>
                  </a:cubicBezTo>
                  <a:cubicBezTo>
                    <a:pt x="83" y="136"/>
                    <a:pt x="82" y="135"/>
                    <a:pt x="82" y="135"/>
                  </a:cubicBezTo>
                  <a:cubicBezTo>
                    <a:pt x="81" y="134"/>
                    <a:pt x="81" y="133"/>
                    <a:pt x="82" y="132"/>
                  </a:cubicBezTo>
                  <a:cubicBezTo>
                    <a:pt x="82" y="132"/>
                    <a:pt x="83" y="132"/>
                    <a:pt x="84" y="131"/>
                  </a:cubicBezTo>
                  <a:cubicBezTo>
                    <a:pt x="84" y="131"/>
                    <a:pt x="83" y="129"/>
                    <a:pt x="82" y="129"/>
                  </a:cubicBezTo>
                  <a:cubicBezTo>
                    <a:pt x="82" y="128"/>
                    <a:pt x="82" y="127"/>
                    <a:pt x="81" y="127"/>
                  </a:cubicBezTo>
                  <a:cubicBezTo>
                    <a:pt x="81" y="127"/>
                    <a:pt x="81" y="128"/>
                    <a:pt x="80" y="128"/>
                  </a:cubicBezTo>
                  <a:cubicBezTo>
                    <a:pt x="80" y="128"/>
                    <a:pt x="79" y="128"/>
                    <a:pt x="79" y="128"/>
                  </a:cubicBezTo>
                  <a:cubicBezTo>
                    <a:pt x="78" y="128"/>
                    <a:pt x="76" y="127"/>
                    <a:pt x="76" y="126"/>
                  </a:cubicBezTo>
                  <a:cubicBezTo>
                    <a:pt x="75" y="125"/>
                    <a:pt x="73" y="124"/>
                    <a:pt x="72" y="124"/>
                  </a:cubicBezTo>
                  <a:cubicBezTo>
                    <a:pt x="72" y="124"/>
                    <a:pt x="71" y="124"/>
                    <a:pt x="70" y="124"/>
                  </a:cubicBezTo>
                  <a:cubicBezTo>
                    <a:pt x="70" y="124"/>
                    <a:pt x="69" y="125"/>
                    <a:pt x="69" y="125"/>
                  </a:cubicBezTo>
                  <a:cubicBezTo>
                    <a:pt x="69" y="126"/>
                    <a:pt x="70" y="127"/>
                    <a:pt x="70" y="128"/>
                  </a:cubicBezTo>
                  <a:cubicBezTo>
                    <a:pt x="71" y="128"/>
                    <a:pt x="72" y="129"/>
                    <a:pt x="73" y="129"/>
                  </a:cubicBezTo>
                  <a:cubicBezTo>
                    <a:pt x="73" y="130"/>
                    <a:pt x="73" y="131"/>
                    <a:pt x="73" y="132"/>
                  </a:cubicBezTo>
                  <a:cubicBezTo>
                    <a:pt x="73" y="132"/>
                    <a:pt x="73" y="134"/>
                    <a:pt x="73" y="134"/>
                  </a:cubicBezTo>
                  <a:cubicBezTo>
                    <a:pt x="73" y="135"/>
                    <a:pt x="72" y="135"/>
                    <a:pt x="72" y="135"/>
                  </a:cubicBezTo>
                  <a:cubicBezTo>
                    <a:pt x="71" y="136"/>
                    <a:pt x="70" y="136"/>
                    <a:pt x="69" y="136"/>
                  </a:cubicBezTo>
                  <a:cubicBezTo>
                    <a:pt x="69" y="136"/>
                    <a:pt x="68" y="137"/>
                    <a:pt x="68" y="138"/>
                  </a:cubicBezTo>
                  <a:cubicBezTo>
                    <a:pt x="68" y="138"/>
                    <a:pt x="68" y="139"/>
                    <a:pt x="68" y="139"/>
                  </a:cubicBezTo>
                  <a:cubicBezTo>
                    <a:pt x="67" y="140"/>
                    <a:pt x="65" y="138"/>
                    <a:pt x="64" y="138"/>
                  </a:cubicBezTo>
                  <a:cubicBezTo>
                    <a:pt x="64" y="138"/>
                    <a:pt x="64" y="139"/>
                    <a:pt x="63" y="140"/>
                  </a:cubicBezTo>
                  <a:cubicBezTo>
                    <a:pt x="63" y="140"/>
                    <a:pt x="62" y="141"/>
                    <a:pt x="61" y="141"/>
                  </a:cubicBezTo>
                  <a:cubicBezTo>
                    <a:pt x="61" y="141"/>
                    <a:pt x="60" y="140"/>
                    <a:pt x="60" y="140"/>
                  </a:cubicBezTo>
                  <a:cubicBezTo>
                    <a:pt x="59" y="140"/>
                    <a:pt x="59" y="140"/>
                    <a:pt x="58" y="140"/>
                  </a:cubicBezTo>
                  <a:cubicBezTo>
                    <a:pt x="58" y="140"/>
                    <a:pt x="58" y="141"/>
                    <a:pt x="57" y="141"/>
                  </a:cubicBezTo>
                  <a:cubicBezTo>
                    <a:pt x="57" y="141"/>
                    <a:pt x="56" y="140"/>
                    <a:pt x="56" y="140"/>
                  </a:cubicBezTo>
                  <a:cubicBezTo>
                    <a:pt x="56" y="139"/>
                    <a:pt x="56" y="137"/>
                    <a:pt x="55" y="137"/>
                  </a:cubicBezTo>
                  <a:cubicBezTo>
                    <a:pt x="54" y="136"/>
                    <a:pt x="53" y="137"/>
                    <a:pt x="52" y="138"/>
                  </a:cubicBezTo>
                  <a:cubicBezTo>
                    <a:pt x="51" y="138"/>
                    <a:pt x="50" y="137"/>
                    <a:pt x="50" y="137"/>
                  </a:cubicBezTo>
                  <a:cubicBezTo>
                    <a:pt x="49" y="137"/>
                    <a:pt x="48" y="138"/>
                    <a:pt x="48" y="138"/>
                  </a:cubicBezTo>
                  <a:cubicBezTo>
                    <a:pt x="47" y="138"/>
                    <a:pt x="47" y="139"/>
                    <a:pt x="47" y="139"/>
                  </a:cubicBezTo>
                  <a:cubicBezTo>
                    <a:pt x="46" y="140"/>
                    <a:pt x="45" y="140"/>
                    <a:pt x="45" y="141"/>
                  </a:cubicBezTo>
                  <a:cubicBezTo>
                    <a:pt x="44" y="141"/>
                    <a:pt x="44" y="142"/>
                    <a:pt x="44" y="143"/>
                  </a:cubicBezTo>
                  <a:cubicBezTo>
                    <a:pt x="43" y="143"/>
                    <a:pt x="43" y="144"/>
                    <a:pt x="43" y="144"/>
                  </a:cubicBezTo>
                  <a:cubicBezTo>
                    <a:pt x="43" y="144"/>
                    <a:pt x="42" y="145"/>
                    <a:pt x="42" y="145"/>
                  </a:cubicBezTo>
                  <a:cubicBezTo>
                    <a:pt x="42" y="146"/>
                    <a:pt x="42" y="147"/>
                    <a:pt x="42" y="147"/>
                  </a:cubicBezTo>
                  <a:cubicBezTo>
                    <a:pt x="42" y="148"/>
                    <a:pt x="42" y="148"/>
                    <a:pt x="42" y="149"/>
                  </a:cubicBezTo>
                  <a:cubicBezTo>
                    <a:pt x="42" y="149"/>
                    <a:pt x="43" y="150"/>
                    <a:pt x="44" y="150"/>
                  </a:cubicBezTo>
                  <a:cubicBezTo>
                    <a:pt x="45" y="150"/>
                    <a:pt x="46" y="151"/>
                    <a:pt x="46" y="151"/>
                  </a:cubicBezTo>
                  <a:cubicBezTo>
                    <a:pt x="47" y="152"/>
                    <a:pt x="47" y="153"/>
                    <a:pt x="48" y="153"/>
                  </a:cubicBezTo>
                  <a:cubicBezTo>
                    <a:pt x="48" y="154"/>
                    <a:pt x="47" y="156"/>
                    <a:pt x="47" y="156"/>
                  </a:cubicBezTo>
                  <a:cubicBezTo>
                    <a:pt x="47" y="157"/>
                    <a:pt x="48" y="158"/>
                    <a:pt x="48" y="159"/>
                  </a:cubicBezTo>
                  <a:cubicBezTo>
                    <a:pt x="48" y="160"/>
                    <a:pt x="48" y="161"/>
                    <a:pt x="47" y="162"/>
                  </a:cubicBezTo>
                  <a:cubicBezTo>
                    <a:pt x="47" y="162"/>
                    <a:pt x="47" y="163"/>
                    <a:pt x="47" y="164"/>
                  </a:cubicBezTo>
                  <a:cubicBezTo>
                    <a:pt x="47" y="164"/>
                    <a:pt x="46" y="165"/>
                    <a:pt x="46" y="165"/>
                  </a:cubicBezTo>
                  <a:cubicBezTo>
                    <a:pt x="45" y="165"/>
                    <a:pt x="45" y="166"/>
                    <a:pt x="45" y="167"/>
                  </a:cubicBezTo>
                  <a:cubicBezTo>
                    <a:pt x="45" y="167"/>
                    <a:pt x="45" y="169"/>
                    <a:pt x="45" y="170"/>
                  </a:cubicBezTo>
                  <a:cubicBezTo>
                    <a:pt x="45" y="171"/>
                    <a:pt x="45" y="172"/>
                    <a:pt x="45" y="173"/>
                  </a:cubicBezTo>
                  <a:cubicBezTo>
                    <a:pt x="45" y="173"/>
                    <a:pt x="45" y="175"/>
                    <a:pt x="45" y="175"/>
                  </a:cubicBezTo>
                  <a:cubicBezTo>
                    <a:pt x="46" y="176"/>
                    <a:pt x="45" y="177"/>
                    <a:pt x="45" y="178"/>
                  </a:cubicBezTo>
                  <a:cubicBezTo>
                    <a:pt x="45" y="179"/>
                    <a:pt x="45" y="180"/>
                    <a:pt x="45" y="181"/>
                  </a:cubicBezTo>
                  <a:cubicBezTo>
                    <a:pt x="45" y="181"/>
                    <a:pt x="45" y="182"/>
                    <a:pt x="45" y="182"/>
                  </a:cubicBezTo>
                  <a:cubicBezTo>
                    <a:pt x="45" y="183"/>
                    <a:pt x="45" y="185"/>
                    <a:pt x="45" y="186"/>
                  </a:cubicBezTo>
                  <a:cubicBezTo>
                    <a:pt x="45" y="186"/>
                    <a:pt x="44" y="186"/>
                    <a:pt x="44" y="185"/>
                  </a:cubicBezTo>
                  <a:cubicBezTo>
                    <a:pt x="44" y="185"/>
                    <a:pt x="43" y="184"/>
                    <a:pt x="43" y="184"/>
                  </a:cubicBezTo>
                  <a:cubicBezTo>
                    <a:pt x="42" y="183"/>
                    <a:pt x="41" y="182"/>
                    <a:pt x="40" y="182"/>
                  </a:cubicBezTo>
                  <a:cubicBezTo>
                    <a:pt x="39" y="182"/>
                    <a:pt x="37" y="183"/>
                    <a:pt x="36" y="183"/>
                  </a:cubicBezTo>
                  <a:cubicBezTo>
                    <a:pt x="36" y="183"/>
                    <a:pt x="35" y="182"/>
                    <a:pt x="34" y="182"/>
                  </a:cubicBezTo>
                  <a:cubicBezTo>
                    <a:pt x="34" y="182"/>
                    <a:pt x="32" y="182"/>
                    <a:pt x="32" y="182"/>
                  </a:cubicBezTo>
                  <a:cubicBezTo>
                    <a:pt x="31" y="182"/>
                    <a:pt x="30" y="183"/>
                    <a:pt x="29" y="183"/>
                  </a:cubicBezTo>
                  <a:cubicBezTo>
                    <a:pt x="29" y="183"/>
                    <a:pt x="28" y="182"/>
                    <a:pt x="27" y="182"/>
                  </a:cubicBezTo>
                  <a:cubicBezTo>
                    <a:pt x="28" y="181"/>
                    <a:pt x="28" y="179"/>
                    <a:pt x="28" y="179"/>
                  </a:cubicBezTo>
                  <a:cubicBezTo>
                    <a:pt x="28" y="178"/>
                    <a:pt x="27" y="176"/>
                    <a:pt x="27" y="175"/>
                  </a:cubicBezTo>
                  <a:cubicBezTo>
                    <a:pt x="27" y="175"/>
                    <a:pt x="26" y="173"/>
                    <a:pt x="26" y="173"/>
                  </a:cubicBezTo>
                  <a:cubicBezTo>
                    <a:pt x="26" y="172"/>
                    <a:pt x="27" y="171"/>
                    <a:pt x="27" y="170"/>
                  </a:cubicBezTo>
                  <a:cubicBezTo>
                    <a:pt x="27" y="170"/>
                    <a:pt x="29" y="169"/>
                    <a:pt x="30" y="169"/>
                  </a:cubicBezTo>
                  <a:cubicBezTo>
                    <a:pt x="30" y="168"/>
                    <a:pt x="30" y="167"/>
                    <a:pt x="30" y="167"/>
                  </a:cubicBezTo>
                  <a:cubicBezTo>
                    <a:pt x="31" y="166"/>
                    <a:pt x="32" y="166"/>
                    <a:pt x="32" y="165"/>
                  </a:cubicBezTo>
                  <a:cubicBezTo>
                    <a:pt x="32" y="165"/>
                    <a:pt x="33" y="163"/>
                    <a:pt x="33" y="163"/>
                  </a:cubicBezTo>
                  <a:cubicBezTo>
                    <a:pt x="33" y="162"/>
                    <a:pt x="32" y="161"/>
                    <a:pt x="32" y="160"/>
                  </a:cubicBezTo>
                  <a:cubicBezTo>
                    <a:pt x="32" y="159"/>
                    <a:pt x="32" y="159"/>
                    <a:pt x="33" y="158"/>
                  </a:cubicBezTo>
                  <a:cubicBezTo>
                    <a:pt x="33" y="158"/>
                    <a:pt x="33" y="157"/>
                    <a:pt x="33" y="156"/>
                  </a:cubicBezTo>
                  <a:cubicBezTo>
                    <a:pt x="33" y="156"/>
                    <a:pt x="31" y="156"/>
                    <a:pt x="30" y="155"/>
                  </a:cubicBezTo>
                  <a:cubicBezTo>
                    <a:pt x="30" y="155"/>
                    <a:pt x="30" y="153"/>
                    <a:pt x="30" y="153"/>
                  </a:cubicBezTo>
                  <a:cubicBezTo>
                    <a:pt x="30" y="152"/>
                    <a:pt x="32" y="153"/>
                    <a:pt x="32" y="152"/>
                  </a:cubicBezTo>
                  <a:cubicBezTo>
                    <a:pt x="32" y="151"/>
                    <a:pt x="31" y="150"/>
                    <a:pt x="30" y="149"/>
                  </a:cubicBezTo>
                  <a:cubicBezTo>
                    <a:pt x="29" y="149"/>
                    <a:pt x="27" y="148"/>
                    <a:pt x="26" y="148"/>
                  </a:cubicBezTo>
                  <a:cubicBezTo>
                    <a:pt x="26" y="148"/>
                    <a:pt x="24" y="148"/>
                    <a:pt x="24" y="148"/>
                  </a:cubicBezTo>
                  <a:cubicBezTo>
                    <a:pt x="23" y="147"/>
                    <a:pt x="23" y="144"/>
                    <a:pt x="24" y="143"/>
                  </a:cubicBezTo>
                  <a:cubicBezTo>
                    <a:pt x="24" y="143"/>
                    <a:pt x="26" y="141"/>
                    <a:pt x="27" y="142"/>
                  </a:cubicBezTo>
                  <a:cubicBezTo>
                    <a:pt x="27" y="142"/>
                    <a:pt x="26" y="143"/>
                    <a:pt x="26" y="144"/>
                  </a:cubicBezTo>
                  <a:cubicBezTo>
                    <a:pt x="27" y="144"/>
                    <a:pt x="28" y="145"/>
                    <a:pt x="29" y="145"/>
                  </a:cubicBezTo>
                  <a:cubicBezTo>
                    <a:pt x="30" y="145"/>
                    <a:pt x="30" y="144"/>
                    <a:pt x="31" y="144"/>
                  </a:cubicBezTo>
                  <a:cubicBezTo>
                    <a:pt x="31" y="144"/>
                    <a:pt x="32" y="145"/>
                    <a:pt x="33" y="145"/>
                  </a:cubicBezTo>
                  <a:cubicBezTo>
                    <a:pt x="34" y="144"/>
                    <a:pt x="35" y="143"/>
                    <a:pt x="36" y="142"/>
                  </a:cubicBezTo>
                  <a:cubicBezTo>
                    <a:pt x="36" y="141"/>
                    <a:pt x="36" y="138"/>
                    <a:pt x="36" y="137"/>
                  </a:cubicBezTo>
                  <a:cubicBezTo>
                    <a:pt x="36" y="136"/>
                    <a:pt x="37" y="134"/>
                    <a:pt x="37" y="133"/>
                  </a:cubicBezTo>
                  <a:cubicBezTo>
                    <a:pt x="37" y="133"/>
                    <a:pt x="36" y="132"/>
                    <a:pt x="36" y="132"/>
                  </a:cubicBezTo>
                  <a:cubicBezTo>
                    <a:pt x="35" y="132"/>
                    <a:pt x="35" y="130"/>
                    <a:pt x="35" y="130"/>
                  </a:cubicBezTo>
                  <a:cubicBezTo>
                    <a:pt x="35" y="129"/>
                    <a:pt x="36" y="128"/>
                    <a:pt x="35" y="127"/>
                  </a:cubicBezTo>
                  <a:cubicBezTo>
                    <a:pt x="35" y="127"/>
                    <a:pt x="34" y="127"/>
                    <a:pt x="34" y="127"/>
                  </a:cubicBezTo>
                  <a:cubicBezTo>
                    <a:pt x="33" y="127"/>
                    <a:pt x="31" y="128"/>
                    <a:pt x="30" y="128"/>
                  </a:cubicBezTo>
                  <a:cubicBezTo>
                    <a:pt x="30" y="128"/>
                    <a:pt x="29" y="128"/>
                    <a:pt x="28" y="127"/>
                  </a:cubicBezTo>
                  <a:cubicBezTo>
                    <a:pt x="27" y="127"/>
                    <a:pt x="26" y="126"/>
                    <a:pt x="25" y="125"/>
                  </a:cubicBezTo>
                  <a:cubicBezTo>
                    <a:pt x="24" y="124"/>
                    <a:pt x="23" y="122"/>
                    <a:pt x="24" y="121"/>
                  </a:cubicBezTo>
                  <a:cubicBezTo>
                    <a:pt x="24" y="121"/>
                    <a:pt x="25" y="120"/>
                    <a:pt x="25" y="119"/>
                  </a:cubicBezTo>
                  <a:cubicBezTo>
                    <a:pt x="25" y="119"/>
                    <a:pt x="25" y="119"/>
                    <a:pt x="25" y="119"/>
                  </a:cubicBezTo>
                  <a:cubicBezTo>
                    <a:pt x="25" y="119"/>
                    <a:pt x="26" y="118"/>
                    <a:pt x="26" y="118"/>
                  </a:cubicBezTo>
                  <a:cubicBezTo>
                    <a:pt x="26" y="117"/>
                    <a:pt x="25" y="116"/>
                    <a:pt x="25" y="116"/>
                  </a:cubicBezTo>
                  <a:cubicBezTo>
                    <a:pt x="24" y="115"/>
                    <a:pt x="23" y="113"/>
                    <a:pt x="23" y="112"/>
                  </a:cubicBezTo>
                  <a:cubicBezTo>
                    <a:pt x="23" y="112"/>
                    <a:pt x="22" y="110"/>
                    <a:pt x="21" y="109"/>
                  </a:cubicBezTo>
                  <a:cubicBezTo>
                    <a:pt x="20" y="108"/>
                    <a:pt x="18" y="106"/>
                    <a:pt x="17" y="105"/>
                  </a:cubicBezTo>
                  <a:cubicBezTo>
                    <a:pt x="17" y="104"/>
                    <a:pt x="16" y="103"/>
                    <a:pt x="16" y="103"/>
                  </a:cubicBezTo>
                  <a:cubicBezTo>
                    <a:pt x="16" y="102"/>
                    <a:pt x="16" y="101"/>
                    <a:pt x="16" y="100"/>
                  </a:cubicBezTo>
                  <a:cubicBezTo>
                    <a:pt x="16" y="99"/>
                    <a:pt x="16" y="98"/>
                    <a:pt x="15" y="97"/>
                  </a:cubicBezTo>
                  <a:cubicBezTo>
                    <a:pt x="15" y="97"/>
                    <a:pt x="14" y="96"/>
                    <a:pt x="14" y="95"/>
                  </a:cubicBezTo>
                  <a:cubicBezTo>
                    <a:pt x="13" y="95"/>
                    <a:pt x="13" y="94"/>
                    <a:pt x="12" y="94"/>
                  </a:cubicBezTo>
                  <a:cubicBezTo>
                    <a:pt x="12" y="93"/>
                    <a:pt x="10" y="93"/>
                    <a:pt x="10" y="92"/>
                  </a:cubicBezTo>
                  <a:cubicBezTo>
                    <a:pt x="10" y="92"/>
                    <a:pt x="10" y="92"/>
                    <a:pt x="10" y="91"/>
                  </a:cubicBezTo>
                  <a:cubicBezTo>
                    <a:pt x="10" y="91"/>
                    <a:pt x="10" y="91"/>
                    <a:pt x="10" y="90"/>
                  </a:cubicBezTo>
                  <a:cubicBezTo>
                    <a:pt x="10" y="90"/>
                    <a:pt x="11" y="88"/>
                    <a:pt x="12" y="87"/>
                  </a:cubicBezTo>
                  <a:cubicBezTo>
                    <a:pt x="12" y="87"/>
                    <a:pt x="12" y="85"/>
                    <a:pt x="12" y="84"/>
                  </a:cubicBezTo>
                  <a:cubicBezTo>
                    <a:pt x="12" y="83"/>
                    <a:pt x="12" y="82"/>
                    <a:pt x="12" y="82"/>
                  </a:cubicBezTo>
                  <a:cubicBezTo>
                    <a:pt x="13" y="81"/>
                    <a:pt x="13" y="79"/>
                    <a:pt x="14" y="79"/>
                  </a:cubicBezTo>
                  <a:cubicBezTo>
                    <a:pt x="14" y="78"/>
                    <a:pt x="14" y="77"/>
                    <a:pt x="14" y="77"/>
                  </a:cubicBezTo>
                  <a:cubicBezTo>
                    <a:pt x="14" y="77"/>
                    <a:pt x="13" y="77"/>
                    <a:pt x="12" y="77"/>
                  </a:cubicBezTo>
                  <a:cubicBezTo>
                    <a:pt x="11" y="77"/>
                    <a:pt x="9" y="77"/>
                    <a:pt x="8" y="77"/>
                  </a:cubicBezTo>
                  <a:cubicBezTo>
                    <a:pt x="7" y="78"/>
                    <a:pt x="5" y="79"/>
                    <a:pt x="4" y="79"/>
                  </a:cubicBezTo>
                  <a:cubicBezTo>
                    <a:pt x="4" y="79"/>
                    <a:pt x="2" y="79"/>
                    <a:pt x="2" y="79"/>
                  </a:cubicBezTo>
                  <a:cubicBezTo>
                    <a:pt x="1" y="78"/>
                    <a:pt x="1" y="77"/>
                    <a:pt x="1" y="76"/>
                  </a:cubicBezTo>
                  <a:cubicBezTo>
                    <a:pt x="1" y="75"/>
                    <a:pt x="1" y="74"/>
                    <a:pt x="1" y="73"/>
                  </a:cubicBezTo>
                  <a:cubicBezTo>
                    <a:pt x="1" y="72"/>
                    <a:pt x="1" y="70"/>
                    <a:pt x="1" y="69"/>
                  </a:cubicBezTo>
                  <a:cubicBezTo>
                    <a:pt x="1" y="69"/>
                    <a:pt x="0" y="67"/>
                    <a:pt x="1" y="67"/>
                  </a:cubicBezTo>
                  <a:cubicBezTo>
                    <a:pt x="1" y="66"/>
                    <a:pt x="2" y="66"/>
                    <a:pt x="3" y="65"/>
                  </a:cubicBezTo>
                  <a:cubicBezTo>
                    <a:pt x="4" y="65"/>
                    <a:pt x="5" y="65"/>
                    <a:pt x="5" y="65"/>
                  </a:cubicBezTo>
                  <a:cubicBezTo>
                    <a:pt x="6" y="64"/>
                    <a:pt x="5" y="63"/>
                    <a:pt x="5" y="62"/>
                  </a:cubicBezTo>
                  <a:cubicBezTo>
                    <a:pt x="6" y="62"/>
                    <a:pt x="8" y="62"/>
                    <a:pt x="8" y="63"/>
                  </a:cubicBezTo>
                  <a:cubicBezTo>
                    <a:pt x="9" y="63"/>
                    <a:pt x="8" y="64"/>
                    <a:pt x="9" y="65"/>
                  </a:cubicBezTo>
                  <a:cubicBezTo>
                    <a:pt x="9" y="65"/>
                    <a:pt x="10" y="64"/>
                    <a:pt x="10" y="64"/>
                  </a:cubicBezTo>
                  <a:cubicBezTo>
                    <a:pt x="11" y="63"/>
                    <a:pt x="10" y="61"/>
                    <a:pt x="11" y="60"/>
                  </a:cubicBezTo>
                  <a:cubicBezTo>
                    <a:pt x="11" y="59"/>
                    <a:pt x="11" y="58"/>
                    <a:pt x="11" y="57"/>
                  </a:cubicBezTo>
                  <a:cubicBezTo>
                    <a:pt x="11" y="56"/>
                    <a:pt x="11" y="54"/>
                    <a:pt x="11" y="53"/>
                  </a:cubicBezTo>
                  <a:cubicBezTo>
                    <a:pt x="11" y="53"/>
                    <a:pt x="11" y="53"/>
                    <a:pt x="11" y="52"/>
                  </a:cubicBezTo>
                  <a:close/>
                  <a:moveTo>
                    <a:pt x="54" y="58"/>
                  </a:moveTo>
                  <a:cubicBezTo>
                    <a:pt x="54" y="57"/>
                    <a:pt x="55" y="56"/>
                    <a:pt x="54" y="55"/>
                  </a:cubicBezTo>
                  <a:cubicBezTo>
                    <a:pt x="54" y="54"/>
                    <a:pt x="53" y="54"/>
                    <a:pt x="52" y="53"/>
                  </a:cubicBezTo>
                  <a:cubicBezTo>
                    <a:pt x="52" y="53"/>
                    <a:pt x="51" y="51"/>
                    <a:pt x="50" y="50"/>
                  </a:cubicBezTo>
                  <a:cubicBezTo>
                    <a:pt x="50" y="49"/>
                    <a:pt x="49" y="47"/>
                    <a:pt x="49" y="46"/>
                  </a:cubicBezTo>
                  <a:cubicBezTo>
                    <a:pt x="49" y="45"/>
                    <a:pt x="49" y="43"/>
                    <a:pt x="49" y="42"/>
                  </a:cubicBezTo>
                  <a:cubicBezTo>
                    <a:pt x="49" y="41"/>
                    <a:pt x="48" y="39"/>
                    <a:pt x="48" y="38"/>
                  </a:cubicBezTo>
                  <a:cubicBezTo>
                    <a:pt x="48" y="37"/>
                    <a:pt x="47" y="36"/>
                    <a:pt x="46" y="36"/>
                  </a:cubicBezTo>
                  <a:cubicBezTo>
                    <a:pt x="46" y="35"/>
                    <a:pt x="43" y="34"/>
                    <a:pt x="42" y="33"/>
                  </a:cubicBezTo>
                  <a:cubicBezTo>
                    <a:pt x="42" y="33"/>
                    <a:pt x="41" y="31"/>
                    <a:pt x="41" y="30"/>
                  </a:cubicBezTo>
                  <a:cubicBezTo>
                    <a:pt x="40" y="30"/>
                    <a:pt x="39" y="30"/>
                    <a:pt x="38" y="30"/>
                  </a:cubicBezTo>
                  <a:cubicBezTo>
                    <a:pt x="38" y="30"/>
                    <a:pt x="37" y="31"/>
                    <a:pt x="36" y="31"/>
                  </a:cubicBezTo>
                  <a:cubicBezTo>
                    <a:pt x="36" y="32"/>
                    <a:pt x="35" y="32"/>
                    <a:pt x="34" y="33"/>
                  </a:cubicBezTo>
                  <a:cubicBezTo>
                    <a:pt x="34" y="34"/>
                    <a:pt x="36" y="35"/>
                    <a:pt x="36" y="36"/>
                  </a:cubicBezTo>
                  <a:cubicBezTo>
                    <a:pt x="36" y="37"/>
                    <a:pt x="37" y="39"/>
                    <a:pt x="37" y="40"/>
                  </a:cubicBezTo>
                  <a:cubicBezTo>
                    <a:pt x="37" y="41"/>
                    <a:pt x="36" y="42"/>
                    <a:pt x="36" y="43"/>
                  </a:cubicBezTo>
                  <a:cubicBezTo>
                    <a:pt x="36" y="44"/>
                    <a:pt x="36" y="46"/>
                    <a:pt x="36" y="46"/>
                  </a:cubicBezTo>
                  <a:cubicBezTo>
                    <a:pt x="36" y="47"/>
                    <a:pt x="36" y="49"/>
                    <a:pt x="36" y="50"/>
                  </a:cubicBezTo>
                  <a:cubicBezTo>
                    <a:pt x="37" y="51"/>
                    <a:pt x="39" y="51"/>
                    <a:pt x="39" y="52"/>
                  </a:cubicBezTo>
                  <a:cubicBezTo>
                    <a:pt x="39" y="53"/>
                    <a:pt x="39" y="54"/>
                    <a:pt x="38" y="54"/>
                  </a:cubicBezTo>
                  <a:cubicBezTo>
                    <a:pt x="38" y="55"/>
                    <a:pt x="37" y="56"/>
                    <a:pt x="37" y="56"/>
                  </a:cubicBezTo>
                  <a:cubicBezTo>
                    <a:pt x="37" y="57"/>
                    <a:pt x="37" y="58"/>
                    <a:pt x="37" y="59"/>
                  </a:cubicBezTo>
                  <a:cubicBezTo>
                    <a:pt x="37" y="60"/>
                    <a:pt x="37" y="61"/>
                    <a:pt x="37" y="62"/>
                  </a:cubicBezTo>
                  <a:cubicBezTo>
                    <a:pt x="37" y="62"/>
                    <a:pt x="38" y="63"/>
                    <a:pt x="39" y="63"/>
                  </a:cubicBezTo>
                  <a:cubicBezTo>
                    <a:pt x="40" y="64"/>
                    <a:pt x="42" y="64"/>
                    <a:pt x="42" y="63"/>
                  </a:cubicBezTo>
                  <a:cubicBezTo>
                    <a:pt x="43" y="63"/>
                    <a:pt x="43" y="61"/>
                    <a:pt x="44" y="61"/>
                  </a:cubicBezTo>
                  <a:cubicBezTo>
                    <a:pt x="44" y="60"/>
                    <a:pt x="45" y="59"/>
                    <a:pt x="46" y="59"/>
                  </a:cubicBezTo>
                  <a:cubicBezTo>
                    <a:pt x="46" y="59"/>
                    <a:pt x="47" y="59"/>
                    <a:pt x="48" y="59"/>
                  </a:cubicBezTo>
                  <a:cubicBezTo>
                    <a:pt x="48" y="59"/>
                    <a:pt x="49" y="60"/>
                    <a:pt x="49" y="60"/>
                  </a:cubicBezTo>
                  <a:cubicBezTo>
                    <a:pt x="49" y="60"/>
                    <a:pt x="51" y="62"/>
                    <a:pt x="51" y="62"/>
                  </a:cubicBezTo>
                  <a:cubicBezTo>
                    <a:pt x="52" y="62"/>
                    <a:pt x="53" y="61"/>
                    <a:pt x="53" y="60"/>
                  </a:cubicBezTo>
                  <a:cubicBezTo>
                    <a:pt x="54" y="59"/>
                    <a:pt x="54" y="58"/>
                    <a:pt x="54" y="5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97"/>
            <p:cNvSpPr>
              <a:spLocks/>
            </p:cNvSpPr>
            <p:nvPr/>
          </p:nvSpPr>
          <p:spPr bwMode="auto">
            <a:xfrm>
              <a:off x="1739901" y="2998788"/>
              <a:ext cx="131763" cy="163513"/>
            </a:xfrm>
            <a:custGeom>
              <a:avLst/>
              <a:gdLst/>
              <a:ahLst/>
              <a:cxnLst>
                <a:cxn ang="0">
                  <a:pos x="54" y="45"/>
                </a:cxn>
                <a:cxn ang="0">
                  <a:pos x="63" y="46"/>
                </a:cxn>
                <a:cxn ang="0">
                  <a:pos x="69" y="54"/>
                </a:cxn>
                <a:cxn ang="0">
                  <a:pos x="70" y="57"/>
                </a:cxn>
                <a:cxn ang="0">
                  <a:pos x="66" y="59"/>
                </a:cxn>
                <a:cxn ang="0">
                  <a:pos x="59" y="60"/>
                </a:cxn>
                <a:cxn ang="0">
                  <a:pos x="57" y="65"/>
                </a:cxn>
                <a:cxn ang="0">
                  <a:pos x="56" y="70"/>
                </a:cxn>
                <a:cxn ang="0">
                  <a:pos x="51" y="70"/>
                </a:cxn>
                <a:cxn ang="0">
                  <a:pos x="47" y="71"/>
                </a:cxn>
                <a:cxn ang="0">
                  <a:pos x="44" y="75"/>
                </a:cxn>
                <a:cxn ang="0">
                  <a:pos x="42" y="82"/>
                </a:cxn>
                <a:cxn ang="0">
                  <a:pos x="38" y="84"/>
                </a:cxn>
                <a:cxn ang="0">
                  <a:pos x="36" y="87"/>
                </a:cxn>
                <a:cxn ang="0">
                  <a:pos x="33" y="84"/>
                </a:cxn>
                <a:cxn ang="0">
                  <a:pos x="22" y="77"/>
                </a:cxn>
                <a:cxn ang="0">
                  <a:pos x="14" y="68"/>
                </a:cxn>
                <a:cxn ang="0">
                  <a:pos x="12" y="58"/>
                </a:cxn>
                <a:cxn ang="0">
                  <a:pos x="8" y="49"/>
                </a:cxn>
                <a:cxn ang="0">
                  <a:pos x="4" y="37"/>
                </a:cxn>
                <a:cxn ang="0">
                  <a:pos x="0" y="33"/>
                </a:cxn>
                <a:cxn ang="0">
                  <a:pos x="3" y="24"/>
                </a:cxn>
                <a:cxn ang="0">
                  <a:pos x="9" y="11"/>
                </a:cxn>
                <a:cxn ang="0">
                  <a:pos x="19" y="0"/>
                </a:cxn>
                <a:cxn ang="0">
                  <a:pos x="21" y="2"/>
                </a:cxn>
                <a:cxn ang="0">
                  <a:pos x="21" y="9"/>
                </a:cxn>
                <a:cxn ang="0">
                  <a:pos x="18" y="13"/>
                </a:cxn>
                <a:cxn ang="0">
                  <a:pos x="13" y="15"/>
                </a:cxn>
                <a:cxn ang="0">
                  <a:pos x="11" y="19"/>
                </a:cxn>
                <a:cxn ang="0">
                  <a:pos x="9" y="24"/>
                </a:cxn>
                <a:cxn ang="0">
                  <a:pos x="10" y="28"/>
                </a:cxn>
                <a:cxn ang="0">
                  <a:pos x="8" y="31"/>
                </a:cxn>
                <a:cxn ang="0">
                  <a:pos x="8" y="34"/>
                </a:cxn>
                <a:cxn ang="0">
                  <a:pos x="12" y="38"/>
                </a:cxn>
                <a:cxn ang="0">
                  <a:pos x="18" y="41"/>
                </a:cxn>
                <a:cxn ang="0">
                  <a:pos x="19" y="38"/>
                </a:cxn>
                <a:cxn ang="0">
                  <a:pos x="22" y="37"/>
                </a:cxn>
                <a:cxn ang="0">
                  <a:pos x="26" y="38"/>
                </a:cxn>
                <a:cxn ang="0">
                  <a:pos x="32" y="41"/>
                </a:cxn>
                <a:cxn ang="0">
                  <a:pos x="37" y="43"/>
                </a:cxn>
                <a:cxn ang="0">
                  <a:pos x="39" y="40"/>
                </a:cxn>
                <a:cxn ang="0">
                  <a:pos x="43" y="39"/>
                </a:cxn>
                <a:cxn ang="0">
                  <a:pos x="47" y="43"/>
                </a:cxn>
                <a:cxn ang="0">
                  <a:pos x="52" y="43"/>
                </a:cxn>
              </a:cxnLst>
              <a:rect l="0" t="0" r="r" b="b"/>
              <a:pathLst>
                <a:path w="70" h="87">
                  <a:moveTo>
                    <a:pt x="53" y="44"/>
                  </a:moveTo>
                  <a:cubicBezTo>
                    <a:pt x="54" y="44"/>
                    <a:pt x="54" y="45"/>
                    <a:pt x="54" y="45"/>
                  </a:cubicBezTo>
                  <a:cubicBezTo>
                    <a:pt x="55" y="45"/>
                    <a:pt x="57" y="46"/>
                    <a:pt x="58" y="46"/>
                  </a:cubicBezTo>
                  <a:cubicBezTo>
                    <a:pt x="59" y="46"/>
                    <a:pt x="62" y="45"/>
                    <a:pt x="63" y="46"/>
                  </a:cubicBezTo>
                  <a:cubicBezTo>
                    <a:pt x="64" y="47"/>
                    <a:pt x="65" y="50"/>
                    <a:pt x="65" y="50"/>
                  </a:cubicBezTo>
                  <a:cubicBezTo>
                    <a:pt x="65" y="51"/>
                    <a:pt x="68" y="53"/>
                    <a:pt x="69" y="54"/>
                  </a:cubicBezTo>
                  <a:cubicBezTo>
                    <a:pt x="69" y="54"/>
                    <a:pt x="69" y="54"/>
                    <a:pt x="70" y="54"/>
                  </a:cubicBezTo>
                  <a:cubicBezTo>
                    <a:pt x="70" y="55"/>
                    <a:pt x="70" y="56"/>
                    <a:pt x="70" y="57"/>
                  </a:cubicBezTo>
                  <a:cubicBezTo>
                    <a:pt x="69" y="57"/>
                    <a:pt x="68" y="58"/>
                    <a:pt x="68" y="58"/>
                  </a:cubicBezTo>
                  <a:cubicBezTo>
                    <a:pt x="68" y="59"/>
                    <a:pt x="67" y="59"/>
                    <a:pt x="66" y="59"/>
                  </a:cubicBezTo>
                  <a:cubicBezTo>
                    <a:pt x="65" y="60"/>
                    <a:pt x="64" y="60"/>
                    <a:pt x="63" y="60"/>
                  </a:cubicBezTo>
                  <a:cubicBezTo>
                    <a:pt x="62" y="61"/>
                    <a:pt x="60" y="60"/>
                    <a:pt x="59" y="60"/>
                  </a:cubicBezTo>
                  <a:cubicBezTo>
                    <a:pt x="58" y="61"/>
                    <a:pt x="59" y="63"/>
                    <a:pt x="59" y="64"/>
                  </a:cubicBezTo>
                  <a:cubicBezTo>
                    <a:pt x="59" y="64"/>
                    <a:pt x="58" y="65"/>
                    <a:pt x="57" y="65"/>
                  </a:cubicBezTo>
                  <a:cubicBezTo>
                    <a:pt x="57" y="66"/>
                    <a:pt x="57" y="67"/>
                    <a:pt x="57" y="68"/>
                  </a:cubicBezTo>
                  <a:cubicBezTo>
                    <a:pt x="57" y="68"/>
                    <a:pt x="57" y="69"/>
                    <a:pt x="56" y="70"/>
                  </a:cubicBezTo>
                  <a:cubicBezTo>
                    <a:pt x="55" y="70"/>
                    <a:pt x="53" y="70"/>
                    <a:pt x="51" y="70"/>
                  </a:cubicBezTo>
                  <a:cubicBezTo>
                    <a:pt x="51" y="70"/>
                    <a:pt x="51" y="70"/>
                    <a:pt x="51" y="70"/>
                  </a:cubicBezTo>
                  <a:cubicBezTo>
                    <a:pt x="50" y="69"/>
                    <a:pt x="49" y="69"/>
                    <a:pt x="49" y="70"/>
                  </a:cubicBezTo>
                  <a:cubicBezTo>
                    <a:pt x="48" y="70"/>
                    <a:pt x="48" y="71"/>
                    <a:pt x="47" y="71"/>
                  </a:cubicBezTo>
                  <a:cubicBezTo>
                    <a:pt x="47" y="72"/>
                    <a:pt x="46" y="73"/>
                    <a:pt x="46" y="73"/>
                  </a:cubicBezTo>
                  <a:cubicBezTo>
                    <a:pt x="45" y="74"/>
                    <a:pt x="44" y="74"/>
                    <a:pt x="44" y="75"/>
                  </a:cubicBezTo>
                  <a:cubicBezTo>
                    <a:pt x="43" y="76"/>
                    <a:pt x="43" y="78"/>
                    <a:pt x="43" y="79"/>
                  </a:cubicBezTo>
                  <a:cubicBezTo>
                    <a:pt x="43" y="80"/>
                    <a:pt x="42" y="81"/>
                    <a:pt x="42" y="82"/>
                  </a:cubicBezTo>
                  <a:cubicBezTo>
                    <a:pt x="41" y="82"/>
                    <a:pt x="41" y="82"/>
                    <a:pt x="40" y="83"/>
                  </a:cubicBezTo>
                  <a:cubicBezTo>
                    <a:pt x="40" y="83"/>
                    <a:pt x="38" y="83"/>
                    <a:pt x="38" y="84"/>
                  </a:cubicBezTo>
                  <a:cubicBezTo>
                    <a:pt x="38" y="85"/>
                    <a:pt x="38" y="86"/>
                    <a:pt x="38" y="87"/>
                  </a:cubicBezTo>
                  <a:cubicBezTo>
                    <a:pt x="37" y="87"/>
                    <a:pt x="36" y="87"/>
                    <a:pt x="36" y="87"/>
                  </a:cubicBezTo>
                  <a:cubicBezTo>
                    <a:pt x="35" y="87"/>
                    <a:pt x="34" y="86"/>
                    <a:pt x="34" y="86"/>
                  </a:cubicBezTo>
                  <a:cubicBezTo>
                    <a:pt x="34" y="85"/>
                    <a:pt x="33" y="85"/>
                    <a:pt x="33" y="84"/>
                  </a:cubicBezTo>
                  <a:cubicBezTo>
                    <a:pt x="31" y="83"/>
                    <a:pt x="28" y="82"/>
                    <a:pt x="27" y="81"/>
                  </a:cubicBezTo>
                  <a:cubicBezTo>
                    <a:pt x="26" y="80"/>
                    <a:pt x="23" y="78"/>
                    <a:pt x="22" y="77"/>
                  </a:cubicBezTo>
                  <a:cubicBezTo>
                    <a:pt x="21" y="76"/>
                    <a:pt x="18" y="74"/>
                    <a:pt x="17" y="73"/>
                  </a:cubicBezTo>
                  <a:cubicBezTo>
                    <a:pt x="16" y="71"/>
                    <a:pt x="15" y="69"/>
                    <a:pt x="14" y="68"/>
                  </a:cubicBezTo>
                  <a:cubicBezTo>
                    <a:pt x="14" y="66"/>
                    <a:pt x="14" y="63"/>
                    <a:pt x="13" y="62"/>
                  </a:cubicBezTo>
                  <a:cubicBezTo>
                    <a:pt x="13" y="61"/>
                    <a:pt x="13" y="59"/>
                    <a:pt x="12" y="58"/>
                  </a:cubicBezTo>
                  <a:cubicBezTo>
                    <a:pt x="12" y="57"/>
                    <a:pt x="11" y="55"/>
                    <a:pt x="11" y="54"/>
                  </a:cubicBezTo>
                  <a:cubicBezTo>
                    <a:pt x="10" y="53"/>
                    <a:pt x="9" y="50"/>
                    <a:pt x="8" y="49"/>
                  </a:cubicBezTo>
                  <a:cubicBezTo>
                    <a:pt x="8" y="47"/>
                    <a:pt x="7" y="44"/>
                    <a:pt x="6" y="42"/>
                  </a:cubicBezTo>
                  <a:cubicBezTo>
                    <a:pt x="5" y="41"/>
                    <a:pt x="4" y="38"/>
                    <a:pt x="4" y="37"/>
                  </a:cubicBezTo>
                  <a:cubicBezTo>
                    <a:pt x="3" y="36"/>
                    <a:pt x="3" y="35"/>
                    <a:pt x="2" y="35"/>
                  </a:cubicBezTo>
                  <a:cubicBezTo>
                    <a:pt x="2" y="34"/>
                    <a:pt x="1" y="34"/>
                    <a:pt x="0" y="33"/>
                  </a:cubicBezTo>
                  <a:cubicBezTo>
                    <a:pt x="0" y="32"/>
                    <a:pt x="1" y="31"/>
                    <a:pt x="1" y="30"/>
                  </a:cubicBezTo>
                  <a:cubicBezTo>
                    <a:pt x="1" y="28"/>
                    <a:pt x="2" y="26"/>
                    <a:pt x="3" y="24"/>
                  </a:cubicBezTo>
                  <a:cubicBezTo>
                    <a:pt x="3" y="23"/>
                    <a:pt x="5" y="21"/>
                    <a:pt x="5" y="20"/>
                  </a:cubicBezTo>
                  <a:cubicBezTo>
                    <a:pt x="6" y="18"/>
                    <a:pt x="8" y="13"/>
                    <a:pt x="9" y="11"/>
                  </a:cubicBezTo>
                  <a:cubicBezTo>
                    <a:pt x="10" y="9"/>
                    <a:pt x="14" y="6"/>
                    <a:pt x="15" y="4"/>
                  </a:cubicBezTo>
                  <a:cubicBezTo>
                    <a:pt x="16" y="3"/>
                    <a:pt x="18" y="1"/>
                    <a:pt x="19" y="0"/>
                  </a:cubicBezTo>
                  <a:cubicBezTo>
                    <a:pt x="19" y="0"/>
                    <a:pt x="19" y="0"/>
                    <a:pt x="19" y="0"/>
                  </a:cubicBezTo>
                  <a:cubicBezTo>
                    <a:pt x="20" y="1"/>
                    <a:pt x="21" y="2"/>
                    <a:pt x="21" y="2"/>
                  </a:cubicBezTo>
                  <a:cubicBezTo>
                    <a:pt x="21" y="3"/>
                    <a:pt x="21" y="6"/>
                    <a:pt x="21" y="7"/>
                  </a:cubicBezTo>
                  <a:cubicBezTo>
                    <a:pt x="21" y="7"/>
                    <a:pt x="21" y="9"/>
                    <a:pt x="21" y="9"/>
                  </a:cubicBezTo>
                  <a:cubicBezTo>
                    <a:pt x="20" y="10"/>
                    <a:pt x="19" y="10"/>
                    <a:pt x="18" y="11"/>
                  </a:cubicBezTo>
                  <a:cubicBezTo>
                    <a:pt x="18" y="12"/>
                    <a:pt x="18" y="13"/>
                    <a:pt x="18" y="13"/>
                  </a:cubicBezTo>
                  <a:cubicBezTo>
                    <a:pt x="18" y="14"/>
                    <a:pt x="17" y="15"/>
                    <a:pt x="17" y="16"/>
                  </a:cubicBezTo>
                  <a:cubicBezTo>
                    <a:pt x="16" y="16"/>
                    <a:pt x="14" y="15"/>
                    <a:pt x="13" y="15"/>
                  </a:cubicBezTo>
                  <a:cubicBezTo>
                    <a:pt x="13" y="15"/>
                    <a:pt x="12" y="16"/>
                    <a:pt x="12" y="16"/>
                  </a:cubicBezTo>
                  <a:cubicBezTo>
                    <a:pt x="11" y="17"/>
                    <a:pt x="11" y="19"/>
                    <a:pt x="11" y="19"/>
                  </a:cubicBezTo>
                  <a:cubicBezTo>
                    <a:pt x="11" y="19"/>
                    <a:pt x="10" y="20"/>
                    <a:pt x="10" y="21"/>
                  </a:cubicBezTo>
                  <a:cubicBezTo>
                    <a:pt x="10" y="21"/>
                    <a:pt x="9" y="23"/>
                    <a:pt x="9" y="24"/>
                  </a:cubicBezTo>
                  <a:cubicBezTo>
                    <a:pt x="9" y="24"/>
                    <a:pt x="9" y="25"/>
                    <a:pt x="10" y="25"/>
                  </a:cubicBezTo>
                  <a:cubicBezTo>
                    <a:pt x="10" y="26"/>
                    <a:pt x="10" y="27"/>
                    <a:pt x="10" y="28"/>
                  </a:cubicBezTo>
                  <a:cubicBezTo>
                    <a:pt x="9" y="28"/>
                    <a:pt x="8" y="28"/>
                    <a:pt x="8" y="29"/>
                  </a:cubicBezTo>
                  <a:cubicBezTo>
                    <a:pt x="8" y="29"/>
                    <a:pt x="8" y="30"/>
                    <a:pt x="8" y="31"/>
                  </a:cubicBezTo>
                  <a:cubicBezTo>
                    <a:pt x="9" y="31"/>
                    <a:pt x="8" y="32"/>
                    <a:pt x="8" y="32"/>
                  </a:cubicBezTo>
                  <a:cubicBezTo>
                    <a:pt x="8" y="33"/>
                    <a:pt x="8" y="34"/>
                    <a:pt x="8" y="34"/>
                  </a:cubicBezTo>
                  <a:cubicBezTo>
                    <a:pt x="8" y="35"/>
                    <a:pt x="9" y="35"/>
                    <a:pt x="10" y="36"/>
                  </a:cubicBezTo>
                  <a:cubicBezTo>
                    <a:pt x="10" y="36"/>
                    <a:pt x="12" y="38"/>
                    <a:pt x="12" y="38"/>
                  </a:cubicBezTo>
                  <a:cubicBezTo>
                    <a:pt x="13" y="39"/>
                    <a:pt x="14" y="39"/>
                    <a:pt x="15" y="40"/>
                  </a:cubicBezTo>
                  <a:cubicBezTo>
                    <a:pt x="16" y="40"/>
                    <a:pt x="17" y="41"/>
                    <a:pt x="18" y="41"/>
                  </a:cubicBezTo>
                  <a:cubicBezTo>
                    <a:pt x="18" y="41"/>
                    <a:pt x="19" y="41"/>
                    <a:pt x="19" y="40"/>
                  </a:cubicBezTo>
                  <a:cubicBezTo>
                    <a:pt x="19" y="40"/>
                    <a:pt x="19" y="39"/>
                    <a:pt x="19" y="38"/>
                  </a:cubicBezTo>
                  <a:cubicBezTo>
                    <a:pt x="19" y="38"/>
                    <a:pt x="20" y="37"/>
                    <a:pt x="20" y="37"/>
                  </a:cubicBezTo>
                  <a:cubicBezTo>
                    <a:pt x="20" y="37"/>
                    <a:pt x="21" y="37"/>
                    <a:pt x="22" y="37"/>
                  </a:cubicBezTo>
                  <a:cubicBezTo>
                    <a:pt x="23" y="37"/>
                    <a:pt x="24" y="38"/>
                    <a:pt x="25" y="38"/>
                  </a:cubicBezTo>
                  <a:cubicBezTo>
                    <a:pt x="25" y="38"/>
                    <a:pt x="26" y="37"/>
                    <a:pt x="26" y="38"/>
                  </a:cubicBezTo>
                  <a:cubicBezTo>
                    <a:pt x="27" y="38"/>
                    <a:pt x="28" y="39"/>
                    <a:pt x="28" y="39"/>
                  </a:cubicBezTo>
                  <a:cubicBezTo>
                    <a:pt x="29" y="40"/>
                    <a:pt x="31" y="40"/>
                    <a:pt x="32" y="41"/>
                  </a:cubicBezTo>
                  <a:cubicBezTo>
                    <a:pt x="33" y="41"/>
                    <a:pt x="34" y="43"/>
                    <a:pt x="35" y="43"/>
                  </a:cubicBezTo>
                  <a:cubicBezTo>
                    <a:pt x="35" y="44"/>
                    <a:pt x="36" y="43"/>
                    <a:pt x="37" y="43"/>
                  </a:cubicBezTo>
                  <a:cubicBezTo>
                    <a:pt x="37" y="43"/>
                    <a:pt x="37" y="42"/>
                    <a:pt x="38" y="42"/>
                  </a:cubicBezTo>
                  <a:cubicBezTo>
                    <a:pt x="38" y="41"/>
                    <a:pt x="39" y="40"/>
                    <a:pt x="39" y="40"/>
                  </a:cubicBezTo>
                  <a:cubicBezTo>
                    <a:pt x="40" y="40"/>
                    <a:pt x="41" y="39"/>
                    <a:pt x="41" y="39"/>
                  </a:cubicBezTo>
                  <a:cubicBezTo>
                    <a:pt x="42" y="39"/>
                    <a:pt x="43" y="39"/>
                    <a:pt x="43" y="39"/>
                  </a:cubicBezTo>
                  <a:cubicBezTo>
                    <a:pt x="44" y="39"/>
                    <a:pt x="45" y="40"/>
                    <a:pt x="45" y="41"/>
                  </a:cubicBezTo>
                  <a:cubicBezTo>
                    <a:pt x="46" y="41"/>
                    <a:pt x="46" y="43"/>
                    <a:pt x="47" y="43"/>
                  </a:cubicBezTo>
                  <a:cubicBezTo>
                    <a:pt x="47" y="44"/>
                    <a:pt x="49" y="43"/>
                    <a:pt x="50" y="43"/>
                  </a:cubicBezTo>
                  <a:cubicBezTo>
                    <a:pt x="50" y="43"/>
                    <a:pt x="51" y="43"/>
                    <a:pt x="52" y="43"/>
                  </a:cubicBezTo>
                  <a:cubicBezTo>
                    <a:pt x="52" y="43"/>
                    <a:pt x="52" y="43"/>
                    <a:pt x="53" y="4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98"/>
            <p:cNvSpPr>
              <a:spLocks/>
            </p:cNvSpPr>
            <p:nvPr/>
          </p:nvSpPr>
          <p:spPr bwMode="auto">
            <a:xfrm>
              <a:off x="1719263" y="3109913"/>
              <a:ext cx="73025" cy="66675"/>
            </a:xfrm>
            <a:custGeom>
              <a:avLst/>
              <a:gdLst/>
              <a:ahLst/>
              <a:cxnLst>
                <a:cxn ang="0">
                  <a:pos x="37" y="32"/>
                </a:cxn>
                <a:cxn ang="0">
                  <a:pos x="39" y="33"/>
                </a:cxn>
                <a:cxn ang="0">
                  <a:pos x="38" y="35"/>
                </a:cxn>
                <a:cxn ang="0">
                  <a:pos x="33" y="36"/>
                </a:cxn>
                <a:cxn ang="0">
                  <a:pos x="29" y="36"/>
                </a:cxn>
                <a:cxn ang="0">
                  <a:pos x="27" y="33"/>
                </a:cxn>
                <a:cxn ang="0">
                  <a:pos x="26" y="33"/>
                </a:cxn>
                <a:cxn ang="0">
                  <a:pos x="24" y="35"/>
                </a:cxn>
                <a:cxn ang="0">
                  <a:pos x="21" y="35"/>
                </a:cxn>
                <a:cxn ang="0">
                  <a:pos x="20" y="33"/>
                </a:cxn>
                <a:cxn ang="0">
                  <a:pos x="18" y="31"/>
                </a:cxn>
                <a:cxn ang="0">
                  <a:pos x="16" y="31"/>
                </a:cxn>
                <a:cxn ang="0">
                  <a:pos x="14" y="33"/>
                </a:cxn>
                <a:cxn ang="0">
                  <a:pos x="14" y="33"/>
                </a:cxn>
                <a:cxn ang="0">
                  <a:pos x="10" y="29"/>
                </a:cxn>
                <a:cxn ang="0">
                  <a:pos x="6" y="24"/>
                </a:cxn>
                <a:cxn ang="0">
                  <a:pos x="2" y="18"/>
                </a:cxn>
                <a:cxn ang="0">
                  <a:pos x="0" y="15"/>
                </a:cxn>
                <a:cxn ang="0">
                  <a:pos x="2" y="12"/>
                </a:cxn>
                <a:cxn ang="0">
                  <a:pos x="5" y="8"/>
                </a:cxn>
                <a:cxn ang="0">
                  <a:pos x="8" y="6"/>
                </a:cxn>
                <a:cxn ang="0">
                  <a:pos x="12" y="4"/>
                </a:cxn>
                <a:cxn ang="0">
                  <a:pos x="16" y="2"/>
                </a:cxn>
                <a:cxn ang="0">
                  <a:pos x="19" y="0"/>
                </a:cxn>
                <a:cxn ang="0">
                  <a:pos x="20" y="0"/>
                </a:cxn>
                <a:cxn ang="0">
                  <a:pos x="21" y="2"/>
                </a:cxn>
                <a:cxn ang="0">
                  <a:pos x="22" y="5"/>
                </a:cxn>
                <a:cxn ang="0">
                  <a:pos x="23" y="9"/>
                </a:cxn>
                <a:cxn ang="0">
                  <a:pos x="25" y="13"/>
                </a:cxn>
                <a:cxn ang="0">
                  <a:pos x="27" y="17"/>
                </a:cxn>
                <a:cxn ang="0">
                  <a:pos x="30" y="20"/>
                </a:cxn>
                <a:cxn ang="0">
                  <a:pos x="32" y="25"/>
                </a:cxn>
                <a:cxn ang="0">
                  <a:pos x="37" y="32"/>
                </a:cxn>
              </a:cxnLst>
              <a:rect l="0" t="0" r="r" b="b"/>
              <a:pathLst>
                <a:path w="39" h="36">
                  <a:moveTo>
                    <a:pt x="37" y="32"/>
                  </a:moveTo>
                  <a:cubicBezTo>
                    <a:pt x="37" y="32"/>
                    <a:pt x="38" y="33"/>
                    <a:pt x="39" y="33"/>
                  </a:cubicBezTo>
                  <a:cubicBezTo>
                    <a:pt x="38" y="34"/>
                    <a:pt x="38" y="35"/>
                    <a:pt x="38" y="35"/>
                  </a:cubicBezTo>
                  <a:cubicBezTo>
                    <a:pt x="37" y="36"/>
                    <a:pt x="34" y="36"/>
                    <a:pt x="33" y="36"/>
                  </a:cubicBezTo>
                  <a:cubicBezTo>
                    <a:pt x="32" y="36"/>
                    <a:pt x="30" y="36"/>
                    <a:pt x="29" y="36"/>
                  </a:cubicBezTo>
                  <a:cubicBezTo>
                    <a:pt x="28" y="35"/>
                    <a:pt x="28" y="34"/>
                    <a:pt x="27" y="33"/>
                  </a:cubicBezTo>
                  <a:cubicBezTo>
                    <a:pt x="27" y="33"/>
                    <a:pt x="26" y="33"/>
                    <a:pt x="26" y="33"/>
                  </a:cubicBezTo>
                  <a:cubicBezTo>
                    <a:pt x="25" y="34"/>
                    <a:pt x="24" y="35"/>
                    <a:pt x="24" y="35"/>
                  </a:cubicBezTo>
                  <a:cubicBezTo>
                    <a:pt x="23" y="35"/>
                    <a:pt x="22" y="35"/>
                    <a:pt x="21" y="35"/>
                  </a:cubicBezTo>
                  <a:cubicBezTo>
                    <a:pt x="21" y="34"/>
                    <a:pt x="21" y="33"/>
                    <a:pt x="20" y="33"/>
                  </a:cubicBezTo>
                  <a:cubicBezTo>
                    <a:pt x="20" y="32"/>
                    <a:pt x="18" y="32"/>
                    <a:pt x="18" y="31"/>
                  </a:cubicBezTo>
                  <a:cubicBezTo>
                    <a:pt x="17" y="31"/>
                    <a:pt x="16" y="31"/>
                    <a:pt x="16" y="31"/>
                  </a:cubicBezTo>
                  <a:cubicBezTo>
                    <a:pt x="15" y="32"/>
                    <a:pt x="15" y="32"/>
                    <a:pt x="14" y="33"/>
                  </a:cubicBezTo>
                  <a:cubicBezTo>
                    <a:pt x="14" y="33"/>
                    <a:pt x="14" y="33"/>
                    <a:pt x="14" y="33"/>
                  </a:cubicBezTo>
                  <a:cubicBezTo>
                    <a:pt x="13" y="32"/>
                    <a:pt x="11" y="30"/>
                    <a:pt x="10" y="29"/>
                  </a:cubicBezTo>
                  <a:cubicBezTo>
                    <a:pt x="9" y="27"/>
                    <a:pt x="7" y="25"/>
                    <a:pt x="6" y="24"/>
                  </a:cubicBezTo>
                  <a:cubicBezTo>
                    <a:pt x="5" y="23"/>
                    <a:pt x="3" y="20"/>
                    <a:pt x="2" y="18"/>
                  </a:cubicBezTo>
                  <a:cubicBezTo>
                    <a:pt x="1" y="17"/>
                    <a:pt x="1" y="16"/>
                    <a:pt x="0" y="15"/>
                  </a:cubicBezTo>
                  <a:cubicBezTo>
                    <a:pt x="0" y="14"/>
                    <a:pt x="1" y="12"/>
                    <a:pt x="2" y="12"/>
                  </a:cubicBezTo>
                  <a:cubicBezTo>
                    <a:pt x="2" y="11"/>
                    <a:pt x="4" y="9"/>
                    <a:pt x="5" y="8"/>
                  </a:cubicBezTo>
                  <a:cubicBezTo>
                    <a:pt x="5" y="7"/>
                    <a:pt x="7" y="6"/>
                    <a:pt x="8" y="6"/>
                  </a:cubicBezTo>
                  <a:cubicBezTo>
                    <a:pt x="9" y="5"/>
                    <a:pt x="11" y="5"/>
                    <a:pt x="12" y="4"/>
                  </a:cubicBezTo>
                  <a:cubicBezTo>
                    <a:pt x="13" y="4"/>
                    <a:pt x="15" y="3"/>
                    <a:pt x="16" y="2"/>
                  </a:cubicBezTo>
                  <a:cubicBezTo>
                    <a:pt x="17" y="2"/>
                    <a:pt x="18" y="1"/>
                    <a:pt x="19" y="0"/>
                  </a:cubicBezTo>
                  <a:cubicBezTo>
                    <a:pt x="20" y="0"/>
                    <a:pt x="20" y="0"/>
                    <a:pt x="20" y="0"/>
                  </a:cubicBezTo>
                  <a:cubicBezTo>
                    <a:pt x="21" y="0"/>
                    <a:pt x="21" y="2"/>
                    <a:pt x="21" y="2"/>
                  </a:cubicBezTo>
                  <a:cubicBezTo>
                    <a:pt x="21" y="3"/>
                    <a:pt x="22" y="5"/>
                    <a:pt x="22" y="5"/>
                  </a:cubicBezTo>
                  <a:cubicBezTo>
                    <a:pt x="22" y="5"/>
                    <a:pt x="23" y="8"/>
                    <a:pt x="23" y="9"/>
                  </a:cubicBezTo>
                  <a:cubicBezTo>
                    <a:pt x="24" y="10"/>
                    <a:pt x="24" y="12"/>
                    <a:pt x="25" y="13"/>
                  </a:cubicBezTo>
                  <a:cubicBezTo>
                    <a:pt x="25" y="14"/>
                    <a:pt x="26" y="16"/>
                    <a:pt x="27" y="17"/>
                  </a:cubicBezTo>
                  <a:cubicBezTo>
                    <a:pt x="28" y="18"/>
                    <a:pt x="30" y="19"/>
                    <a:pt x="30" y="20"/>
                  </a:cubicBezTo>
                  <a:cubicBezTo>
                    <a:pt x="31" y="21"/>
                    <a:pt x="32" y="24"/>
                    <a:pt x="32" y="25"/>
                  </a:cubicBezTo>
                  <a:cubicBezTo>
                    <a:pt x="33" y="27"/>
                    <a:pt x="36" y="30"/>
                    <a:pt x="37" y="3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99"/>
            <p:cNvSpPr>
              <a:spLocks/>
            </p:cNvSpPr>
            <p:nvPr/>
          </p:nvSpPr>
          <p:spPr bwMode="auto">
            <a:xfrm>
              <a:off x="1746251" y="3130551"/>
              <a:ext cx="293688" cy="201613"/>
            </a:xfrm>
            <a:custGeom>
              <a:avLst/>
              <a:gdLst/>
              <a:ahLst/>
              <a:cxnLst>
                <a:cxn ang="0">
                  <a:pos x="66" y="18"/>
                </a:cxn>
                <a:cxn ang="0">
                  <a:pos x="72" y="13"/>
                </a:cxn>
                <a:cxn ang="0">
                  <a:pos x="80" y="8"/>
                </a:cxn>
                <a:cxn ang="0">
                  <a:pos x="88" y="2"/>
                </a:cxn>
                <a:cxn ang="0">
                  <a:pos x="91" y="2"/>
                </a:cxn>
                <a:cxn ang="0">
                  <a:pos x="99" y="8"/>
                </a:cxn>
                <a:cxn ang="0">
                  <a:pos x="109" y="13"/>
                </a:cxn>
                <a:cxn ang="0">
                  <a:pos x="118" y="10"/>
                </a:cxn>
                <a:cxn ang="0">
                  <a:pos x="124" y="15"/>
                </a:cxn>
                <a:cxn ang="0">
                  <a:pos x="133" y="12"/>
                </a:cxn>
                <a:cxn ang="0">
                  <a:pos x="140" y="7"/>
                </a:cxn>
                <a:cxn ang="0">
                  <a:pos x="148" y="4"/>
                </a:cxn>
                <a:cxn ang="0">
                  <a:pos x="151" y="10"/>
                </a:cxn>
                <a:cxn ang="0">
                  <a:pos x="151" y="20"/>
                </a:cxn>
                <a:cxn ang="0">
                  <a:pos x="153" y="32"/>
                </a:cxn>
                <a:cxn ang="0">
                  <a:pos x="156" y="39"/>
                </a:cxn>
                <a:cxn ang="0">
                  <a:pos x="153" y="45"/>
                </a:cxn>
                <a:cxn ang="0">
                  <a:pos x="145" y="49"/>
                </a:cxn>
                <a:cxn ang="0">
                  <a:pos x="139" y="51"/>
                </a:cxn>
                <a:cxn ang="0">
                  <a:pos x="132" y="50"/>
                </a:cxn>
                <a:cxn ang="0">
                  <a:pos x="129" y="58"/>
                </a:cxn>
                <a:cxn ang="0">
                  <a:pos x="123" y="65"/>
                </a:cxn>
                <a:cxn ang="0">
                  <a:pos x="117" y="72"/>
                </a:cxn>
                <a:cxn ang="0">
                  <a:pos x="109" y="73"/>
                </a:cxn>
                <a:cxn ang="0">
                  <a:pos x="103" y="79"/>
                </a:cxn>
                <a:cxn ang="0">
                  <a:pos x="98" y="84"/>
                </a:cxn>
                <a:cxn ang="0">
                  <a:pos x="99" y="93"/>
                </a:cxn>
                <a:cxn ang="0">
                  <a:pos x="92" y="97"/>
                </a:cxn>
                <a:cxn ang="0">
                  <a:pos x="88" y="102"/>
                </a:cxn>
                <a:cxn ang="0">
                  <a:pos x="81" y="100"/>
                </a:cxn>
                <a:cxn ang="0">
                  <a:pos x="78" y="104"/>
                </a:cxn>
                <a:cxn ang="0">
                  <a:pos x="74" y="106"/>
                </a:cxn>
                <a:cxn ang="0">
                  <a:pos x="72" y="102"/>
                </a:cxn>
                <a:cxn ang="0">
                  <a:pos x="65" y="102"/>
                </a:cxn>
                <a:cxn ang="0">
                  <a:pos x="64" y="97"/>
                </a:cxn>
                <a:cxn ang="0">
                  <a:pos x="60" y="96"/>
                </a:cxn>
                <a:cxn ang="0">
                  <a:pos x="56" y="97"/>
                </a:cxn>
                <a:cxn ang="0">
                  <a:pos x="50" y="98"/>
                </a:cxn>
                <a:cxn ang="0">
                  <a:pos x="44" y="96"/>
                </a:cxn>
                <a:cxn ang="0">
                  <a:pos x="35" y="95"/>
                </a:cxn>
                <a:cxn ang="0">
                  <a:pos x="31" y="84"/>
                </a:cxn>
                <a:cxn ang="0">
                  <a:pos x="29" y="68"/>
                </a:cxn>
                <a:cxn ang="0">
                  <a:pos x="22" y="64"/>
                </a:cxn>
                <a:cxn ang="0">
                  <a:pos x="17" y="59"/>
                </a:cxn>
                <a:cxn ang="0">
                  <a:pos x="21" y="55"/>
                </a:cxn>
                <a:cxn ang="0">
                  <a:pos x="20" y="44"/>
                </a:cxn>
                <a:cxn ang="0">
                  <a:pos x="10" y="35"/>
                </a:cxn>
                <a:cxn ang="0">
                  <a:pos x="7" y="32"/>
                </a:cxn>
                <a:cxn ang="0">
                  <a:pos x="2" y="24"/>
                </a:cxn>
                <a:cxn ang="0">
                  <a:pos x="4" y="20"/>
                </a:cxn>
                <a:cxn ang="0">
                  <a:pos x="10" y="24"/>
                </a:cxn>
                <a:cxn ang="0">
                  <a:pos x="15" y="25"/>
                </a:cxn>
                <a:cxn ang="0">
                  <a:pos x="25" y="22"/>
                </a:cxn>
                <a:cxn ang="0">
                  <a:pos x="35" y="25"/>
                </a:cxn>
                <a:cxn ang="0">
                  <a:pos x="47" y="22"/>
                </a:cxn>
                <a:cxn ang="0">
                  <a:pos x="58" y="21"/>
                </a:cxn>
              </a:cxnLst>
              <a:rect l="0" t="0" r="r" b="b"/>
              <a:pathLst>
                <a:path w="156" h="107">
                  <a:moveTo>
                    <a:pt x="63" y="18"/>
                  </a:moveTo>
                  <a:cubicBezTo>
                    <a:pt x="63" y="18"/>
                    <a:pt x="63" y="18"/>
                    <a:pt x="63" y="18"/>
                  </a:cubicBezTo>
                  <a:cubicBezTo>
                    <a:pt x="64" y="17"/>
                    <a:pt x="66" y="18"/>
                    <a:pt x="66" y="18"/>
                  </a:cubicBezTo>
                  <a:cubicBezTo>
                    <a:pt x="67" y="17"/>
                    <a:pt x="69" y="17"/>
                    <a:pt x="69" y="17"/>
                  </a:cubicBezTo>
                  <a:cubicBezTo>
                    <a:pt x="70" y="17"/>
                    <a:pt x="71" y="15"/>
                    <a:pt x="71" y="15"/>
                  </a:cubicBezTo>
                  <a:cubicBezTo>
                    <a:pt x="72" y="14"/>
                    <a:pt x="72" y="13"/>
                    <a:pt x="72" y="13"/>
                  </a:cubicBezTo>
                  <a:cubicBezTo>
                    <a:pt x="72" y="12"/>
                    <a:pt x="73" y="11"/>
                    <a:pt x="74" y="10"/>
                  </a:cubicBezTo>
                  <a:cubicBezTo>
                    <a:pt x="74" y="10"/>
                    <a:pt x="75" y="9"/>
                    <a:pt x="76" y="9"/>
                  </a:cubicBezTo>
                  <a:cubicBezTo>
                    <a:pt x="77" y="8"/>
                    <a:pt x="79" y="9"/>
                    <a:pt x="80" y="8"/>
                  </a:cubicBezTo>
                  <a:cubicBezTo>
                    <a:pt x="81" y="8"/>
                    <a:pt x="83" y="8"/>
                    <a:pt x="83" y="7"/>
                  </a:cubicBezTo>
                  <a:cubicBezTo>
                    <a:pt x="84" y="7"/>
                    <a:pt x="85" y="6"/>
                    <a:pt x="85" y="5"/>
                  </a:cubicBezTo>
                  <a:cubicBezTo>
                    <a:pt x="86" y="4"/>
                    <a:pt x="88" y="3"/>
                    <a:pt x="88" y="2"/>
                  </a:cubicBezTo>
                  <a:cubicBezTo>
                    <a:pt x="88" y="1"/>
                    <a:pt x="88" y="0"/>
                    <a:pt x="88" y="0"/>
                  </a:cubicBezTo>
                  <a:cubicBezTo>
                    <a:pt x="88" y="0"/>
                    <a:pt x="88" y="0"/>
                    <a:pt x="89" y="0"/>
                  </a:cubicBezTo>
                  <a:cubicBezTo>
                    <a:pt x="89" y="0"/>
                    <a:pt x="90" y="1"/>
                    <a:pt x="91" y="2"/>
                  </a:cubicBezTo>
                  <a:cubicBezTo>
                    <a:pt x="91" y="3"/>
                    <a:pt x="94" y="3"/>
                    <a:pt x="94" y="4"/>
                  </a:cubicBezTo>
                  <a:cubicBezTo>
                    <a:pt x="95" y="4"/>
                    <a:pt x="95" y="6"/>
                    <a:pt x="96" y="6"/>
                  </a:cubicBezTo>
                  <a:cubicBezTo>
                    <a:pt x="97" y="7"/>
                    <a:pt x="98" y="8"/>
                    <a:pt x="99" y="8"/>
                  </a:cubicBezTo>
                  <a:cubicBezTo>
                    <a:pt x="100" y="8"/>
                    <a:pt x="101" y="8"/>
                    <a:pt x="102" y="8"/>
                  </a:cubicBezTo>
                  <a:cubicBezTo>
                    <a:pt x="103" y="8"/>
                    <a:pt x="106" y="9"/>
                    <a:pt x="107" y="9"/>
                  </a:cubicBezTo>
                  <a:cubicBezTo>
                    <a:pt x="108" y="10"/>
                    <a:pt x="108" y="13"/>
                    <a:pt x="109" y="13"/>
                  </a:cubicBezTo>
                  <a:cubicBezTo>
                    <a:pt x="110" y="14"/>
                    <a:pt x="111" y="13"/>
                    <a:pt x="112" y="13"/>
                  </a:cubicBezTo>
                  <a:cubicBezTo>
                    <a:pt x="113" y="13"/>
                    <a:pt x="115" y="12"/>
                    <a:pt x="115" y="12"/>
                  </a:cubicBezTo>
                  <a:cubicBezTo>
                    <a:pt x="116" y="11"/>
                    <a:pt x="117" y="10"/>
                    <a:pt x="118" y="10"/>
                  </a:cubicBezTo>
                  <a:cubicBezTo>
                    <a:pt x="119" y="10"/>
                    <a:pt x="120" y="10"/>
                    <a:pt x="121" y="10"/>
                  </a:cubicBezTo>
                  <a:cubicBezTo>
                    <a:pt x="121" y="10"/>
                    <a:pt x="123" y="11"/>
                    <a:pt x="123" y="11"/>
                  </a:cubicBezTo>
                  <a:cubicBezTo>
                    <a:pt x="124" y="12"/>
                    <a:pt x="124" y="14"/>
                    <a:pt x="124" y="15"/>
                  </a:cubicBezTo>
                  <a:cubicBezTo>
                    <a:pt x="125" y="15"/>
                    <a:pt x="127" y="16"/>
                    <a:pt x="128" y="16"/>
                  </a:cubicBezTo>
                  <a:cubicBezTo>
                    <a:pt x="129" y="16"/>
                    <a:pt x="130" y="14"/>
                    <a:pt x="131" y="14"/>
                  </a:cubicBezTo>
                  <a:cubicBezTo>
                    <a:pt x="131" y="13"/>
                    <a:pt x="133" y="13"/>
                    <a:pt x="133" y="12"/>
                  </a:cubicBezTo>
                  <a:cubicBezTo>
                    <a:pt x="133" y="11"/>
                    <a:pt x="133" y="9"/>
                    <a:pt x="134" y="9"/>
                  </a:cubicBezTo>
                  <a:cubicBezTo>
                    <a:pt x="134" y="8"/>
                    <a:pt x="136" y="7"/>
                    <a:pt x="137" y="7"/>
                  </a:cubicBezTo>
                  <a:cubicBezTo>
                    <a:pt x="138" y="7"/>
                    <a:pt x="140" y="7"/>
                    <a:pt x="140" y="7"/>
                  </a:cubicBezTo>
                  <a:cubicBezTo>
                    <a:pt x="141" y="7"/>
                    <a:pt x="142" y="8"/>
                    <a:pt x="142" y="8"/>
                  </a:cubicBezTo>
                  <a:cubicBezTo>
                    <a:pt x="143" y="8"/>
                    <a:pt x="145" y="6"/>
                    <a:pt x="146" y="6"/>
                  </a:cubicBezTo>
                  <a:cubicBezTo>
                    <a:pt x="146" y="6"/>
                    <a:pt x="147" y="5"/>
                    <a:pt x="148" y="4"/>
                  </a:cubicBezTo>
                  <a:cubicBezTo>
                    <a:pt x="148" y="4"/>
                    <a:pt x="149" y="4"/>
                    <a:pt x="150" y="4"/>
                  </a:cubicBezTo>
                  <a:cubicBezTo>
                    <a:pt x="150" y="5"/>
                    <a:pt x="150" y="6"/>
                    <a:pt x="150" y="6"/>
                  </a:cubicBezTo>
                  <a:cubicBezTo>
                    <a:pt x="150" y="7"/>
                    <a:pt x="151" y="9"/>
                    <a:pt x="151" y="10"/>
                  </a:cubicBezTo>
                  <a:cubicBezTo>
                    <a:pt x="152" y="11"/>
                    <a:pt x="152" y="12"/>
                    <a:pt x="152" y="13"/>
                  </a:cubicBezTo>
                  <a:cubicBezTo>
                    <a:pt x="151" y="14"/>
                    <a:pt x="150" y="15"/>
                    <a:pt x="150" y="16"/>
                  </a:cubicBezTo>
                  <a:cubicBezTo>
                    <a:pt x="150" y="17"/>
                    <a:pt x="151" y="19"/>
                    <a:pt x="151" y="20"/>
                  </a:cubicBezTo>
                  <a:cubicBezTo>
                    <a:pt x="151" y="21"/>
                    <a:pt x="152" y="23"/>
                    <a:pt x="152" y="24"/>
                  </a:cubicBezTo>
                  <a:cubicBezTo>
                    <a:pt x="152" y="25"/>
                    <a:pt x="152" y="27"/>
                    <a:pt x="153" y="28"/>
                  </a:cubicBezTo>
                  <a:cubicBezTo>
                    <a:pt x="153" y="29"/>
                    <a:pt x="153" y="31"/>
                    <a:pt x="153" y="32"/>
                  </a:cubicBezTo>
                  <a:cubicBezTo>
                    <a:pt x="153" y="34"/>
                    <a:pt x="153" y="36"/>
                    <a:pt x="153" y="37"/>
                  </a:cubicBezTo>
                  <a:cubicBezTo>
                    <a:pt x="154" y="37"/>
                    <a:pt x="155" y="38"/>
                    <a:pt x="156" y="39"/>
                  </a:cubicBezTo>
                  <a:cubicBezTo>
                    <a:pt x="156" y="39"/>
                    <a:pt x="156" y="39"/>
                    <a:pt x="156" y="39"/>
                  </a:cubicBezTo>
                  <a:cubicBezTo>
                    <a:pt x="156" y="40"/>
                    <a:pt x="156" y="41"/>
                    <a:pt x="156" y="41"/>
                  </a:cubicBezTo>
                  <a:cubicBezTo>
                    <a:pt x="156" y="42"/>
                    <a:pt x="154" y="42"/>
                    <a:pt x="154" y="43"/>
                  </a:cubicBezTo>
                  <a:cubicBezTo>
                    <a:pt x="154" y="43"/>
                    <a:pt x="154" y="44"/>
                    <a:pt x="153" y="45"/>
                  </a:cubicBezTo>
                  <a:cubicBezTo>
                    <a:pt x="153" y="45"/>
                    <a:pt x="152" y="45"/>
                    <a:pt x="151" y="45"/>
                  </a:cubicBezTo>
                  <a:cubicBezTo>
                    <a:pt x="150" y="45"/>
                    <a:pt x="148" y="46"/>
                    <a:pt x="147" y="46"/>
                  </a:cubicBezTo>
                  <a:cubicBezTo>
                    <a:pt x="146" y="47"/>
                    <a:pt x="146" y="48"/>
                    <a:pt x="145" y="49"/>
                  </a:cubicBezTo>
                  <a:cubicBezTo>
                    <a:pt x="145" y="49"/>
                    <a:pt x="144" y="50"/>
                    <a:pt x="144" y="50"/>
                  </a:cubicBezTo>
                  <a:cubicBezTo>
                    <a:pt x="143" y="51"/>
                    <a:pt x="142" y="52"/>
                    <a:pt x="141" y="52"/>
                  </a:cubicBezTo>
                  <a:cubicBezTo>
                    <a:pt x="140" y="52"/>
                    <a:pt x="139" y="51"/>
                    <a:pt x="139" y="51"/>
                  </a:cubicBezTo>
                  <a:cubicBezTo>
                    <a:pt x="138" y="51"/>
                    <a:pt x="136" y="50"/>
                    <a:pt x="135" y="50"/>
                  </a:cubicBezTo>
                  <a:cubicBezTo>
                    <a:pt x="134" y="50"/>
                    <a:pt x="133" y="49"/>
                    <a:pt x="132" y="49"/>
                  </a:cubicBezTo>
                  <a:cubicBezTo>
                    <a:pt x="132" y="49"/>
                    <a:pt x="132" y="50"/>
                    <a:pt x="132" y="50"/>
                  </a:cubicBezTo>
                  <a:cubicBezTo>
                    <a:pt x="132" y="51"/>
                    <a:pt x="132" y="52"/>
                    <a:pt x="132" y="53"/>
                  </a:cubicBezTo>
                  <a:cubicBezTo>
                    <a:pt x="132" y="54"/>
                    <a:pt x="131" y="55"/>
                    <a:pt x="131" y="56"/>
                  </a:cubicBezTo>
                  <a:cubicBezTo>
                    <a:pt x="131" y="57"/>
                    <a:pt x="129" y="57"/>
                    <a:pt x="129" y="58"/>
                  </a:cubicBezTo>
                  <a:cubicBezTo>
                    <a:pt x="128" y="58"/>
                    <a:pt x="127" y="60"/>
                    <a:pt x="127" y="61"/>
                  </a:cubicBezTo>
                  <a:cubicBezTo>
                    <a:pt x="126" y="61"/>
                    <a:pt x="125" y="63"/>
                    <a:pt x="125" y="64"/>
                  </a:cubicBezTo>
                  <a:cubicBezTo>
                    <a:pt x="124" y="64"/>
                    <a:pt x="124" y="65"/>
                    <a:pt x="123" y="65"/>
                  </a:cubicBezTo>
                  <a:cubicBezTo>
                    <a:pt x="122" y="66"/>
                    <a:pt x="120" y="66"/>
                    <a:pt x="120" y="66"/>
                  </a:cubicBezTo>
                  <a:cubicBezTo>
                    <a:pt x="119" y="67"/>
                    <a:pt x="118" y="68"/>
                    <a:pt x="118" y="69"/>
                  </a:cubicBezTo>
                  <a:cubicBezTo>
                    <a:pt x="118" y="70"/>
                    <a:pt x="118" y="71"/>
                    <a:pt x="117" y="72"/>
                  </a:cubicBezTo>
                  <a:cubicBezTo>
                    <a:pt x="117" y="73"/>
                    <a:pt x="116" y="73"/>
                    <a:pt x="115" y="73"/>
                  </a:cubicBezTo>
                  <a:cubicBezTo>
                    <a:pt x="114" y="74"/>
                    <a:pt x="113" y="75"/>
                    <a:pt x="112" y="75"/>
                  </a:cubicBezTo>
                  <a:cubicBezTo>
                    <a:pt x="111" y="75"/>
                    <a:pt x="109" y="73"/>
                    <a:pt x="109" y="73"/>
                  </a:cubicBezTo>
                  <a:cubicBezTo>
                    <a:pt x="108" y="73"/>
                    <a:pt x="107" y="74"/>
                    <a:pt x="107" y="74"/>
                  </a:cubicBezTo>
                  <a:cubicBezTo>
                    <a:pt x="106" y="75"/>
                    <a:pt x="106" y="76"/>
                    <a:pt x="105" y="76"/>
                  </a:cubicBezTo>
                  <a:cubicBezTo>
                    <a:pt x="105" y="77"/>
                    <a:pt x="104" y="78"/>
                    <a:pt x="103" y="79"/>
                  </a:cubicBezTo>
                  <a:cubicBezTo>
                    <a:pt x="103" y="79"/>
                    <a:pt x="102" y="80"/>
                    <a:pt x="101" y="80"/>
                  </a:cubicBezTo>
                  <a:cubicBezTo>
                    <a:pt x="100" y="80"/>
                    <a:pt x="99" y="80"/>
                    <a:pt x="98" y="81"/>
                  </a:cubicBezTo>
                  <a:cubicBezTo>
                    <a:pt x="98" y="81"/>
                    <a:pt x="98" y="83"/>
                    <a:pt x="98" y="84"/>
                  </a:cubicBezTo>
                  <a:cubicBezTo>
                    <a:pt x="98" y="85"/>
                    <a:pt x="99" y="86"/>
                    <a:pt x="99" y="87"/>
                  </a:cubicBezTo>
                  <a:cubicBezTo>
                    <a:pt x="100" y="88"/>
                    <a:pt x="100" y="90"/>
                    <a:pt x="100" y="91"/>
                  </a:cubicBezTo>
                  <a:cubicBezTo>
                    <a:pt x="100" y="92"/>
                    <a:pt x="100" y="92"/>
                    <a:pt x="99" y="93"/>
                  </a:cubicBezTo>
                  <a:cubicBezTo>
                    <a:pt x="99" y="93"/>
                    <a:pt x="98" y="95"/>
                    <a:pt x="97" y="95"/>
                  </a:cubicBezTo>
                  <a:cubicBezTo>
                    <a:pt x="97" y="96"/>
                    <a:pt x="95" y="97"/>
                    <a:pt x="94" y="97"/>
                  </a:cubicBezTo>
                  <a:cubicBezTo>
                    <a:pt x="94" y="97"/>
                    <a:pt x="93" y="97"/>
                    <a:pt x="92" y="97"/>
                  </a:cubicBezTo>
                  <a:cubicBezTo>
                    <a:pt x="92" y="97"/>
                    <a:pt x="91" y="98"/>
                    <a:pt x="91" y="98"/>
                  </a:cubicBezTo>
                  <a:cubicBezTo>
                    <a:pt x="90" y="98"/>
                    <a:pt x="90" y="99"/>
                    <a:pt x="90" y="100"/>
                  </a:cubicBezTo>
                  <a:cubicBezTo>
                    <a:pt x="89" y="100"/>
                    <a:pt x="89" y="101"/>
                    <a:pt x="88" y="102"/>
                  </a:cubicBezTo>
                  <a:cubicBezTo>
                    <a:pt x="88" y="102"/>
                    <a:pt x="86" y="103"/>
                    <a:pt x="85" y="103"/>
                  </a:cubicBezTo>
                  <a:cubicBezTo>
                    <a:pt x="84" y="103"/>
                    <a:pt x="83" y="103"/>
                    <a:pt x="82" y="102"/>
                  </a:cubicBezTo>
                  <a:cubicBezTo>
                    <a:pt x="82" y="102"/>
                    <a:pt x="82" y="101"/>
                    <a:pt x="81" y="100"/>
                  </a:cubicBezTo>
                  <a:cubicBezTo>
                    <a:pt x="81" y="100"/>
                    <a:pt x="79" y="99"/>
                    <a:pt x="78" y="100"/>
                  </a:cubicBezTo>
                  <a:cubicBezTo>
                    <a:pt x="78" y="100"/>
                    <a:pt x="78" y="101"/>
                    <a:pt x="78" y="101"/>
                  </a:cubicBezTo>
                  <a:cubicBezTo>
                    <a:pt x="78" y="102"/>
                    <a:pt x="78" y="103"/>
                    <a:pt x="78" y="104"/>
                  </a:cubicBezTo>
                  <a:cubicBezTo>
                    <a:pt x="78" y="104"/>
                    <a:pt x="78" y="105"/>
                    <a:pt x="78" y="105"/>
                  </a:cubicBezTo>
                  <a:cubicBezTo>
                    <a:pt x="78" y="106"/>
                    <a:pt x="77" y="106"/>
                    <a:pt x="76" y="106"/>
                  </a:cubicBezTo>
                  <a:cubicBezTo>
                    <a:pt x="76" y="107"/>
                    <a:pt x="74" y="107"/>
                    <a:pt x="74" y="106"/>
                  </a:cubicBezTo>
                  <a:cubicBezTo>
                    <a:pt x="73" y="106"/>
                    <a:pt x="74" y="105"/>
                    <a:pt x="74" y="104"/>
                  </a:cubicBezTo>
                  <a:cubicBezTo>
                    <a:pt x="74" y="104"/>
                    <a:pt x="74" y="103"/>
                    <a:pt x="73" y="102"/>
                  </a:cubicBezTo>
                  <a:cubicBezTo>
                    <a:pt x="73" y="102"/>
                    <a:pt x="72" y="102"/>
                    <a:pt x="72" y="102"/>
                  </a:cubicBezTo>
                  <a:cubicBezTo>
                    <a:pt x="71" y="102"/>
                    <a:pt x="70" y="103"/>
                    <a:pt x="69" y="104"/>
                  </a:cubicBezTo>
                  <a:cubicBezTo>
                    <a:pt x="69" y="104"/>
                    <a:pt x="68" y="104"/>
                    <a:pt x="67" y="104"/>
                  </a:cubicBezTo>
                  <a:cubicBezTo>
                    <a:pt x="67" y="104"/>
                    <a:pt x="66" y="103"/>
                    <a:pt x="65" y="102"/>
                  </a:cubicBezTo>
                  <a:cubicBezTo>
                    <a:pt x="65" y="102"/>
                    <a:pt x="66" y="101"/>
                    <a:pt x="66" y="100"/>
                  </a:cubicBezTo>
                  <a:cubicBezTo>
                    <a:pt x="66" y="99"/>
                    <a:pt x="66" y="98"/>
                    <a:pt x="66" y="97"/>
                  </a:cubicBezTo>
                  <a:cubicBezTo>
                    <a:pt x="66" y="97"/>
                    <a:pt x="65" y="97"/>
                    <a:pt x="64" y="97"/>
                  </a:cubicBezTo>
                  <a:cubicBezTo>
                    <a:pt x="64" y="97"/>
                    <a:pt x="64" y="97"/>
                    <a:pt x="64" y="97"/>
                  </a:cubicBezTo>
                  <a:cubicBezTo>
                    <a:pt x="63" y="97"/>
                    <a:pt x="62" y="97"/>
                    <a:pt x="62" y="97"/>
                  </a:cubicBezTo>
                  <a:cubicBezTo>
                    <a:pt x="61" y="97"/>
                    <a:pt x="61" y="96"/>
                    <a:pt x="60" y="96"/>
                  </a:cubicBezTo>
                  <a:cubicBezTo>
                    <a:pt x="60" y="96"/>
                    <a:pt x="59" y="96"/>
                    <a:pt x="59" y="96"/>
                  </a:cubicBezTo>
                  <a:cubicBezTo>
                    <a:pt x="58" y="96"/>
                    <a:pt x="58" y="97"/>
                    <a:pt x="57" y="97"/>
                  </a:cubicBezTo>
                  <a:cubicBezTo>
                    <a:pt x="57" y="97"/>
                    <a:pt x="56" y="97"/>
                    <a:pt x="56" y="97"/>
                  </a:cubicBezTo>
                  <a:cubicBezTo>
                    <a:pt x="55" y="97"/>
                    <a:pt x="55" y="97"/>
                    <a:pt x="55" y="97"/>
                  </a:cubicBezTo>
                  <a:cubicBezTo>
                    <a:pt x="54" y="97"/>
                    <a:pt x="53" y="97"/>
                    <a:pt x="52" y="97"/>
                  </a:cubicBezTo>
                  <a:cubicBezTo>
                    <a:pt x="52" y="97"/>
                    <a:pt x="51" y="97"/>
                    <a:pt x="50" y="98"/>
                  </a:cubicBezTo>
                  <a:cubicBezTo>
                    <a:pt x="50" y="97"/>
                    <a:pt x="49" y="97"/>
                    <a:pt x="49" y="96"/>
                  </a:cubicBezTo>
                  <a:cubicBezTo>
                    <a:pt x="48" y="96"/>
                    <a:pt x="46" y="97"/>
                    <a:pt x="45" y="97"/>
                  </a:cubicBezTo>
                  <a:cubicBezTo>
                    <a:pt x="45" y="97"/>
                    <a:pt x="44" y="96"/>
                    <a:pt x="44" y="96"/>
                  </a:cubicBezTo>
                  <a:cubicBezTo>
                    <a:pt x="43" y="96"/>
                    <a:pt x="41" y="96"/>
                    <a:pt x="41" y="96"/>
                  </a:cubicBezTo>
                  <a:cubicBezTo>
                    <a:pt x="40" y="96"/>
                    <a:pt x="39" y="96"/>
                    <a:pt x="38" y="96"/>
                  </a:cubicBezTo>
                  <a:cubicBezTo>
                    <a:pt x="38" y="96"/>
                    <a:pt x="36" y="95"/>
                    <a:pt x="35" y="95"/>
                  </a:cubicBezTo>
                  <a:cubicBezTo>
                    <a:pt x="35" y="94"/>
                    <a:pt x="34" y="93"/>
                    <a:pt x="34" y="92"/>
                  </a:cubicBezTo>
                  <a:cubicBezTo>
                    <a:pt x="34" y="91"/>
                    <a:pt x="34" y="89"/>
                    <a:pt x="34" y="88"/>
                  </a:cubicBezTo>
                  <a:cubicBezTo>
                    <a:pt x="33" y="87"/>
                    <a:pt x="31" y="85"/>
                    <a:pt x="31" y="84"/>
                  </a:cubicBezTo>
                  <a:cubicBezTo>
                    <a:pt x="30" y="82"/>
                    <a:pt x="29" y="78"/>
                    <a:pt x="29" y="77"/>
                  </a:cubicBezTo>
                  <a:cubicBezTo>
                    <a:pt x="29" y="77"/>
                    <a:pt x="29" y="73"/>
                    <a:pt x="29" y="72"/>
                  </a:cubicBezTo>
                  <a:cubicBezTo>
                    <a:pt x="29" y="71"/>
                    <a:pt x="29" y="69"/>
                    <a:pt x="29" y="68"/>
                  </a:cubicBezTo>
                  <a:cubicBezTo>
                    <a:pt x="28" y="67"/>
                    <a:pt x="28" y="65"/>
                    <a:pt x="27" y="64"/>
                  </a:cubicBezTo>
                  <a:cubicBezTo>
                    <a:pt x="27" y="64"/>
                    <a:pt x="26" y="65"/>
                    <a:pt x="25" y="65"/>
                  </a:cubicBezTo>
                  <a:cubicBezTo>
                    <a:pt x="24" y="65"/>
                    <a:pt x="22" y="65"/>
                    <a:pt x="22" y="64"/>
                  </a:cubicBezTo>
                  <a:cubicBezTo>
                    <a:pt x="21" y="64"/>
                    <a:pt x="21" y="63"/>
                    <a:pt x="21" y="63"/>
                  </a:cubicBezTo>
                  <a:cubicBezTo>
                    <a:pt x="20" y="63"/>
                    <a:pt x="19" y="62"/>
                    <a:pt x="19" y="61"/>
                  </a:cubicBezTo>
                  <a:cubicBezTo>
                    <a:pt x="18" y="61"/>
                    <a:pt x="18" y="59"/>
                    <a:pt x="17" y="59"/>
                  </a:cubicBezTo>
                  <a:cubicBezTo>
                    <a:pt x="17" y="58"/>
                    <a:pt x="15" y="58"/>
                    <a:pt x="15" y="57"/>
                  </a:cubicBezTo>
                  <a:cubicBezTo>
                    <a:pt x="15" y="56"/>
                    <a:pt x="17" y="56"/>
                    <a:pt x="17" y="55"/>
                  </a:cubicBezTo>
                  <a:cubicBezTo>
                    <a:pt x="18" y="55"/>
                    <a:pt x="20" y="55"/>
                    <a:pt x="21" y="55"/>
                  </a:cubicBezTo>
                  <a:cubicBezTo>
                    <a:pt x="21" y="55"/>
                    <a:pt x="22" y="54"/>
                    <a:pt x="23" y="53"/>
                  </a:cubicBezTo>
                  <a:cubicBezTo>
                    <a:pt x="23" y="52"/>
                    <a:pt x="23" y="51"/>
                    <a:pt x="23" y="50"/>
                  </a:cubicBezTo>
                  <a:cubicBezTo>
                    <a:pt x="22" y="48"/>
                    <a:pt x="21" y="45"/>
                    <a:pt x="20" y="44"/>
                  </a:cubicBezTo>
                  <a:cubicBezTo>
                    <a:pt x="20" y="43"/>
                    <a:pt x="18" y="40"/>
                    <a:pt x="17" y="38"/>
                  </a:cubicBezTo>
                  <a:cubicBezTo>
                    <a:pt x="16" y="38"/>
                    <a:pt x="15" y="37"/>
                    <a:pt x="14" y="37"/>
                  </a:cubicBezTo>
                  <a:cubicBezTo>
                    <a:pt x="13" y="36"/>
                    <a:pt x="11" y="36"/>
                    <a:pt x="10" y="35"/>
                  </a:cubicBezTo>
                  <a:cubicBezTo>
                    <a:pt x="10" y="35"/>
                    <a:pt x="10" y="34"/>
                    <a:pt x="9" y="34"/>
                  </a:cubicBezTo>
                  <a:cubicBezTo>
                    <a:pt x="9" y="34"/>
                    <a:pt x="8" y="33"/>
                    <a:pt x="7" y="32"/>
                  </a:cubicBezTo>
                  <a:cubicBezTo>
                    <a:pt x="7" y="32"/>
                    <a:pt x="7" y="32"/>
                    <a:pt x="7" y="32"/>
                  </a:cubicBezTo>
                  <a:cubicBezTo>
                    <a:pt x="7" y="32"/>
                    <a:pt x="7" y="31"/>
                    <a:pt x="7" y="31"/>
                  </a:cubicBezTo>
                  <a:cubicBezTo>
                    <a:pt x="7" y="30"/>
                    <a:pt x="6" y="29"/>
                    <a:pt x="6" y="29"/>
                  </a:cubicBezTo>
                  <a:cubicBezTo>
                    <a:pt x="5" y="28"/>
                    <a:pt x="3" y="25"/>
                    <a:pt x="2" y="24"/>
                  </a:cubicBezTo>
                  <a:cubicBezTo>
                    <a:pt x="2" y="24"/>
                    <a:pt x="1" y="23"/>
                    <a:pt x="0" y="22"/>
                  </a:cubicBezTo>
                  <a:cubicBezTo>
                    <a:pt x="1" y="21"/>
                    <a:pt x="1" y="21"/>
                    <a:pt x="2" y="20"/>
                  </a:cubicBezTo>
                  <a:cubicBezTo>
                    <a:pt x="2" y="20"/>
                    <a:pt x="3" y="20"/>
                    <a:pt x="4" y="20"/>
                  </a:cubicBezTo>
                  <a:cubicBezTo>
                    <a:pt x="4" y="21"/>
                    <a:pt x="6" y="21"/>
                    <a:pt x="6" y="22"/>
                  </a:cubicBezTo>
                  <a:cubicBezTo>
                    <a:pt x="7" y="22"/>
                    <a:pt x="7" y="23"/>
                    <a:pt x="7" y="24"/>
                  </a:cubicBezTo>
                  <a:cubicBezTo>
                    <a:pt x="8" y="24"/>
                    <a:pt x="9" y="24"/>
                    <a:pt x="10" y="24"/>
                  </a:cubicBezTo>
                  <a:cubicBezTo>
                    <a:pt x="10" y="24"/>
                    <a:pt x="11" y="23"/>
                    <a:pt x="12" y="22"/>
                  </a:cubicBezTo>
                  <a:cubicBezTo>
                    <a:pt x="12" y="22"/>
                    <a:pt x="13" y="22"/>
                    <a:pt x="13" y="22"/>
                  </a:cubicBezTo>
                  <a:cubicBezTo>
                    <a:pt x="14" y="23"/>
                    <a:pt x="14" y="24"/>
                    <a:pt x="15" y="25"/>
                  </a:cubicBezTo>
                  <a:cubicBezTo>
                    <a:pt x="16" y="25"/>
                    <a:pt x="18" y="25"/>
                    <a:pt x="19" y="25"/>
                  </a:cubicBezTo>
                  <a:cubicBezTo>
                    <a:pt x="20" y="25"/>
                    <a:pt x="23" y="25"/>
                    <a:pt x="24" y="24"/>
                  </a:cubicBezTo>
                  <a:cubicBezTo>
                    <a:pt x="24" y="24"/>
                    <a:pt x="24" y="23"/>
                    <a:pt x="25" y="22"/>
                  </a:cubicBezTo>
                  <a:cubicBezTo>
                    <a:pt x="25" y="23"/>
                    <a:pt x="26" y="23"/>
                    <a:pt x="26" y="24"/>
                  </a:cubicBezTo>
                  <a:cubicBezTo>
                    <a:pt x="27" y="24"/>
                    <a:pt x="29" y="25"/>
                    <a:pt x="30" y="25"/>
                  </a:cubicBezTo>
                  <a:cubicBezTo>
                    <a:pt x="31" y="25"/>
                    <a:pt x="34" y="25"/>
                    <a:pt x="35" y="25"/>
                  </a:cubicBezTo>
                  <a:cubicBezTo>
                    <a:pt x="37" y="25"/>
                    <a:pt x="39" y="23"/>
                    <a:pt x="40" y="22"/>
                  </a:cubicBezTo>
                  <a:cubicBezTo>
                    <a:pt x="40" y="22"/>
                    <a:pt x="41" y="21"/>
                    <a:pt x="42" y="21"/>
                  </a:cubicBezTo>
                  <a:cubicBezTo>
                    <a:pt x="43" y="21"/>
                    <a:pt x="46" y="21"/>
                    <a:pt x="47" y="22"/>
                  </a:cubicBezTo>
                  <a:cubicBezTo>
                    <a:pt x="48" y="22"/>
                    <a:pt x="50" y="22"/>
                    <a:pt x="50" y="22"/>
                  </a:cubicBezTo>
                  <a:cubicBezTo>
                    <a:pt x="52" y="22"/>
                    <a:pt x="54" y="22"/>
                    <a:pt x="55" y="22"/>
                  </a:cubicBezTo>
                  <a:cubicBezTo>
                    <a:pt x="56" y="22"/>
                    <a:pt x="57" y="21"/>
                    <a:pt x="58" y="21"/>
                  </a:cubicBezTo>
                  <a:cubicBezTo>
                    <a:pt x="59" y="21"/>
                    <a:pt x="61" y="20"/>
                    <a:pt x="61" y="19"/>
                  </a:cubicBezTo>
                  <a:cubicBezTo>
                    <a:pt x="62" y="19"/>
                    <a:pt x="62" y="18"/>
                    <a:pt x="63" y="1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100"/>
            <p:cNvSpPr>
              <a:spLocks/>
            </p:cNvSpPr>
            <p:nvPr/>
          </p:nvSpPr>
          <p:spPr bwMode="auto">
            <a:xfrm>
              <a:off x="1714501" y="3302001"/>
              <a:ext cx="268288" cy="307975"/>
            </a:xfrm>
            <a:custGeom>
              <a:avLst/>
              <a:gdLst/>
              <a:ahLst/>
              <a:cxnLst>
                <a:cxn ang="0">
                  <a:pos x="108" y="153"/>
                </a:cxn>
                <a:cxn ang="0">
                  <a:pos x="99" y="155"/>
                </a:cxn>
                <a:cxn ang="0">
                  <a:pos x="91" y="163"/>
                </a:cxn>
                <a:cxn ang="0">
                  <a:pos x="80" y="156"/>
                </a:cxn>
                <a:cxn ang="0">
                  <a:pos x="73" y="162"/>
                </a:cxn>
                <a:cxn ang="0">
                  <a:pos x="71" y="156"/>
                </a:cxn>
                <a:cxn ang="0">
                  <a:pos x="64" y="149"/>
                </a:cxn>
                <a:cxn ang="0">
                  <a:pos x="54" y="144"/>
                </a:cxn>
                <a:cxn ang="0">
                  <a:pos x="46" y="146"/>
                </a:cxn>
                <a:cxn ang="0">
                  <a:pos x="46" y="150"/>
                </a:cxn>
                <a:cxn ang="0">
                  <a:pos x="35" y="153"/>
                </a:cxn>
                <a:cxn ang="0">
                  <a:pos x="15" y="146"/>
                </a:cxn>
                <a:cxn ang="0">
                  <a:pos x="2" y="137"/>
                </a:cxn>
                <a:cxn ang="0">
                  <a:pos x="9" y="124"/>
                </a:cxn>
                <a:cxn ang="0">
                  <a:pos x="28" y="114"/>
                </a:cxn>
                <a:cxn ang="0">
                  <a:pos x="32" y="107"/>
                </a:cxn>
                <a:cxn ang="0">
                  <a:pos x="24" y="102"/>
                </a:cxn>
                <a:cxn ang="0">
                  <a:pos x="16" y="113"/>
                </a:cxn>
                <a:cxn ang="0">
                  <a:pos x="16" y="98"/>
                </a:cxn>
                <a:cxn ang="0">
                  <a:pos x="24" y="84"/>
                </a:cxn>
                <a:cxn ang="0">
                  <a:pos x="29" y="69"/>
                </a:cxn>
                <a:cxn ang="0">
                  <a:pos x="34" y="63"/>
                </a:cxn>
                <a:cxn ang="0">
                  <a:pos x="23" y="56"/>
                </a:cxn>
                <a:cxn ang="0">
                  <a:pos x="17" y="50"/>
                </a:cxn>
                <a:cxn ang="0">
                  <a:pos x="8" y="43"/>
                </a:cxn>
                <a:cxn ang="0">
                  <a:pos x="12" y="30"/>
                </a:cxn>
                <a:cxn ang="0">
                  <a:pos x="18" y="20"/>
                </a:cxn>
                <a:cxn ang="0">
                  <a:pos x="34" y="13"/>
                </a:cxn>
                <a:cxn ang="0">
                  <a:pos x="52" y="22"/>
                </a:cxn>
                <a:cxn ang="0">
                  <a:pos x="68" y="11"/>
                </a:cxn>
                <a:cxn ang="0">
                  <a:pos x="74" y="6"/>
                </a:cxn>
                <a:cxn ang="0">
                  <a:pos x="83" y="6"/>
                </a:cxn>
                <a:cxn ang="0">
                  <a:pos x="90" y="11"/>
                </a:cxn>
                <a:cxn ang="0">
                  <a:pos x="95" y="10"/>
                </a:cxn>
                <a:cxn ang="0">
                  <a:pos x="107" y="9"/>
                </a:cxn>
                <a:cxn ang="0">
                  <a:pos x="117" y="0"/>
                </a:cxn>
                <a:cxn ang="0">
                  <a:pos x="114" y="11"/>
                </a:cxn>
                <a:cxn ang="0">
                  <a:pos x="107" y="21"/>
                </a:cxn>
                <a:cxn ang="0">
                  <a:pos x="120" y="25"/>
                </a:cxn>
                <a:cxn ang="0">
                  <a:pos x="116" y="39"/>
                </a:cxn>
                <a:cxn ang="0">
                  <a:pos x="110" y="49"/>
                </a:cxn>
                <a:cxn ang="0">
                  <a:pos x="99" y="51"/>
                </a:cxn>
                <a:cxn ang="0">
                  <a:pos x="90" y="48"/>
                </a:cxn>
                <a:cxn ang="0">
                  <a:pos x="82" y="56"/>
                </a:cxn>
                <a:cxn ang="0">
                  <a:pos x="89" y="70"/>
                </a:cxn>
                <a:cxn ang="0">
                  <a:pos x="101" y="88"/>
                </a:cxn>
                <a:cxn ang="0">
                  <a:pos x="114" y="85"/>
                </a:cxn>
                <a:cxn ang="0">
                  <a:pos x="120" y="65"/>
                </a:cxn>
                <a:cxn ang="0">
                  <a:pos x="130" y="67"/>
                </a:cxn>
                <a:cxn ang="0">
                  <a:pos x="136" y="76"/>
                </a:cxn>
                <a:cxn ang="0">
                  <a:pos x="142" y="85"/>
                </a:cxn>
                <a:cxn ang="0">
                  <a:pos x="133" y="90"/>
                </a:cxn>
                <a:cxn ang="0">
                  <a:pos x="136" y="101"/>
                </a:cxn>
                <a:cxn ang="0">
                  <a:pos x="138" y="113"/>
                </a:cxn>
                <a:cxn ang="0">
                  <a:pos x="134" y="127"/>
                </a:cxn>
                <a:cxn ang="0">
                  <a:pos x="126" y="133"/>
                </a:cxn>
                <a:cxn ang="0">
                  <a:pos x="129" y="143"/>
                </a:cxn>
                <a:cxn ang="0">
                  <a:pos x="118" y="148"/>
                </a:cxn>
              </a:cxnLst>
              <a:rect l="0" t="0" r="r" b="b"/>
              <a:pathLst>
                <a:path w="143" h="164">
                  <a:moveTo>
                    <a:pt x="116" y="151"/>
                  </a:moveTo>
                  <a:cubicBezTo>
                    <a:pt x="116" y="151"/>
                    <a:pt x="116" y="151"/>
                    <a:pt x="116" y="151"/>
                  </a:cubicBezTo>
                  <a:cubicBezTo>
                    <a:pt x="115" y="151"/>
                    <a:pt x="114" y="150"/>
                    <a:pt x="113" y="150"/>
                  </a:cubicBezTo>
                  <a:cubicBezTo>
                    <a:pt x="113" y="150"/>
                    <a:pt x="111" y="151"/>
                    <a:pt x="111" y="151"/>
                  </a:cubicBezTo>
                  <a:cubicBezTo>
                    <a:pt x="110" y="151"/>
                    <a:pt x="110" y="153"/>
                    <a:pt x="109" y="153"/>
                  </a:cubicBezTo>
                  <a:cubicBezTo>
                    <a:pt x="109" y="153"/>
                    <a:pt x="108" y="153"/>
                    <a:pt x="108" y="153"/>
                  </a:cubicBezTo>
                  <a:cubicBezTo>
                    <a:pt x="107" y="153"/>
                    <a:pt x="108" y="154"/>
                    <a:pt x="108" y="155"/>
                  </a:cubicBezTo>
                  <a:cubicBezTo>
                    <a:pt x="108" y="155"/>
                    <a:pt x="107" y="157"/>
                    <a:pt x="107" y="157"/>
                  </a:cubicBezTo>
                  <a:cubicBezTo>
                    <a:pt x="107" y="158"/>
                    <a:pt x="106" y="158"/>
                    <a:pt x="105" y="158"/>
                  </a:cubicBezTo>
                  <a:cubicBezTo>
                    <a:pt x="105" y="158"/>
                    <a:pt x="103" y="158"/>
                    <a:pt x="103" y="158"/>
                  </a:cubicBezTo>
                  <a:cubicBezTo>
                    <a:pt x="102" y="157"/>
                    <a:pt x="102" y="156"/>
                    <a:pt x="101" y="156"/>
                  </a:cubicBezTo>
                  <a:cubicBezTo>
                    <a:pt x="101" y="156"/>
                    <a:pt x="100" y="155"/>
                    <a:pt x="99" y="155"/>
                  </a:cubicBezTo>
                  <a:cubicBezTo>
                    <a:pt x="99" y="156"/>
                    <a:pt x="98" y="156"/>
                    <a:pt x="98" y="157"/>
                  </a:cubicBezTo>
                  <a:cubicBezTo>
                    <a:pt x="98" y="157"/>
                    <a:pt x="98" y="158"/>
                    <a:pt x="98" y="158"/>
                  </a:cubicBezTo>
                  <a:cubicBezTo>
                    <a:pt x="98" y="159"/>
                    <a:pt x="98" y="161"/>
                    <a:pt x="98" y="161"/>
                  </a:cubicBezTo>
                  <a:cubicBezTo>
                    <a:pt x="98" y="162"/>
                    <a:pt x="97" y="163"/>
                    <a:pt x="97" y="163"/>
                  </a:cubicBezTo>
                  <a:cubicBezTo>
                    <a:pt x="96" y="164"/>
                    <a:pt x="94" y="164"/>
                    <a:pt x="93" y="164"/>
                  </a:cubicBezTo>
                  <a:cubicBezTo>
                    <a:pt x="92" y="164"/>
                    <a:pt x="91" y="163"/>
                    <a:pt x="91" y="163"/>
                  </a:cubicBezTo>
                  <a:cubicBezTo>
                    <a:pt x="90" y="163"/>
                    <a:pt x="90" y="162"/>
                    <a:pt x="89" y="161"/>
                  </a:cubicBezTo>
                  <a:cubicBezTo>
                    <a:pt x="89" y="161"/>
                    <a:pt x="88" y="159"/>
                    <a:pt x="88" y="158"/>
                  </a:cubicBezTo>
                  <a:cubicBezTo>
                    <a:pt x="88" y="158"/>
                    <a:pt x="86" y="157"/>
                    <a:pt x="86" y="156"/>
                  </a:cubicBezTo>
                  <a:cubicBezTo>
                    <a:pt x="85" y="156"/>
                    <a:pt x="84" y="154"/>
                    <a:pt x="84" y="154"/>
                  </a:cubicBezTo>
                  <a:cubicBezTo>
                    <a:pt x="83" y="154"/>
                    <a:pt x="82" y="154"/>
                    <a:pt x="82" y="154"/>
                  </a:cubicBezTo>
                  <a:cubicBezTo>
                    <a:pt x="81" y="155"/>
                    <a:pt x="81" y="156"/>
                    <a:pt x="80" y="156"/>
                  </a:cubicBezTo>
                  <a:cubicBezTo>
                    <a:pt x="80" y="157"/>
                    <a:pt x="79" y="157"/>
                    <a:pt x="79" y="158"/>
                  </a:cubicBezTo>
                  <a:cubicBezTo>
                    <a:pt x="79" y="158"/>
                    <a:pt x="79" y="160"/>
                    <a:pt x="79" y="160"/>
                  </a:cubicBezTo>
                  <a:cubicBezTo>
                    <a:pt x="79" y="161"/>
                    <a:pt x="78" y="161"/>
                    <a:pt x="78" y="162"/>
                  </a:cubicBezTo>
                  <a:cubicBezTo>
                    <a:pt x="77" y="162"/>
                    <a:pt x="76" y="162"/>
                    <a:pt x="76" y="163"/>
                  </a:cubicBezTo>
                  <a:cubicBezTo>
                    <a:pt x="76" y="163"/>
                    <a:pt x="75" y="163"/>
                    <a:pt x="75" y="163"/>
                  </a:cubicBezTo>
                  <a:cubicBezTo>
                    <a:pt x="74" y="163"/>
                    <a:pt x="74" y="162"/>
                    <a:pt x="73" y="162"/>
                  </a:cubicBezTo>
                  <a:cubicBezTo>
                    <a:pt x="73" y="161"/>
                    <a:pt x="72" y="160"/>
                    <a:pt x="71" y="160"/>
                  </a:cubicBezTo>
                  <a:cubicBezTo>
                    <a:pt x="70" y="160"/>
                    <a:pt x="70" y="160"/>
                    <a:pt x="69" y="159"/>
                  </a:cubicBezTo>
                  <a:cubicBezTo>
                    <a:pt x="69" y="159"/>
                    <a:pt x="67" y="159"/>
                    <a:pt x="67" y="158"/>
                  </a:cubicBezTo>
                  <a:cubicBezTo>
                    <a:pt x="67" y="158"/>
                    <a:pt x="68" y="158"/>
                    <a:pt x="68" y="157"/>
                  </a:cubicBezTo>
                  <a:cubicBezTo>
                    <a:pt x="68" y="157"/>
                    <a:pt x="69" y="157"/>
                    <a:pt x="70" y="157"/>
                  </a:cubicBezTo>
                  <a:cubicBezTo>
                    <a:pt x="70" y="157"/>
                    <a:pt x="71" y="156"/>
                    <a:pt x="71" y="156"/>
                  </a:cubicBezTo>
                  <a:cubicBezTo>
                    <a:pt x="71" y="155"/>
                    <a:pt x="72" y="155"/>
                    <a:pt x="72" y="154"/>
                  </a:cubicBezTo>
                  <a:cubicBezTo>
                    <a:pt x="72" y="154"/>
                    <a:pt x="71" y="153"/>
                    <a:pt x="71" y="152"/>
                  </a:cubicBezTo>
                  <a:cubicBezTo>
                    <a:pt x="70" y="152"/>
                    <a:pt x="69" y="152"/>
                    <a:pt x="69" y="152"/>
                  </a:cubicBezTo>
                  <a:cubicBezTo>
                    <a:pt x="68" y="152"/>
                    <a:pt x="67" y="152"/>
                    <a:pt x="66" y="152"/>
                  </a:cubicBezTo>
                  <a:cubicBezTo>
                    <a:pt x="66" y="152"/>
                    <a:pt x="65" y="151"/>
                    <a:pt x="65" y="151"/>
                  </a:cubicBezTo>
                  <a:cubicBezTo>
                    <a:pt x="65" y="151"/>
                    <a:pt x="64" y="150"/>
                    <a:pt x="64" y="149"/>
                  </a:cubicBezTo>
                  <a:cubicBezTo>
                    <a:pt x="64" y="149"/>
                    <a:pt x="63" y="148"/>
                    <a:pt x="63" y="148"/>
                  </a:cubicBezTo>
                  <a:cubicBezTo>
                    <a:pt x="63" y="147"/>
                    <a:pt x="61" y="147"/>
                    <a:pt x="61" y="146"/>
                  </a:cubicBezTo>
                  <a:cubicBezTo>
                    <a:pt x="61" y="146"/>
                    <a:pt x="61" y="145"/>
                    <a:pt x="60" y="145"/>
                  </a:cubicBezTo>
                  <a:cubicBezTo>
                    <a:pt x="60" y="144"/>
                    <a:pt x="59" y="143"/>
                    <a:pt x="59" y="143"/>
                  </a:cubicBezTo>
                  <a:cubicBezTo>
                    <a:pt x="58" y="143"/>
                    <a:pt x="56" y="143"/>
                    <a:pt x="55" y="143"/>
                  </a:cubicBezTo>
                  <a:cubicBezTo>
                    <a:pt x="55" y="143"/>
                    <a:pt x="54" y="144"/>
                    <a:pt x="54" y="144"/>
                  </a:cubicBezTo>
                  <a:cubicBezTo>
                    <a:pt x="54" y="144"/>
                    <a:pt x="53" y="145"/>
                    <a:pt x="53" y="145"/>
                  </a:cubicBezTo>
                  <a:cubicBezTo>
                    <a:pt x="52" y="145"/>
                    <a:pt x="51" y="145"/>
                    <a:pt x="51" y="145"/>
                  </a:cubicBezTo>
                  <a:cubicBezTo>
                    <a:pt x="50" y="145"/>
                    <a:pt x="49" y="145"/>
                    <a:pt x="49" y="146"/>
                  </a:cubicBezTo>
                  <a:cubicBezTo>
                    <a:pt x="49" y="146"/>
                    <a:pt x="49" y="147"/>
                    <a:pt x="49" y="147"/>
                  </a:cubicBezTo>
                  <a:cubicBezTo>
                    <a:pt x="48" y="147"/>
                    <a:pt x="48" y="147"/>
                    <a:pt x="47" y="147"/>
                  </a:cubicBezTo>
                  <a:cubicBezTo>
                    <a:pt x="47" y="147"/>
                    <a:pt x="47" y="146"/>
                    <a:pt x="46" y="146"/>
                  </a:cubicBezTo>
                  <a:cubicBezTo>
                    <a:pt x="46" y="145"/>
                    <a:pt x="45" y="145"/>
                    <a:pt x="45" y="145"/>
                  </a:cubicBezTo>
                  <a:cubicBezTo>
                    <a:pt x="44" y="145"/>
                    <a:pt x="43" y="145"/>
                    <a:pt x="43" y="146"/>
                  </a:cubicBezTo>
                  <a:cubicBezTo>
                    <a:pt x="43" y="146"/>
                    <a:pt x="43" y="147"/>
                    <a:pt x="43" y="147"/>
                  </a:cubicBezTo>
                  <a:cubicBezTo>
                    <a:pt x="44" y="147"/>
                    <a:pt x="45" y="147"/>
                    <a:pt x="45" y="147"/>
                  </a:cubicBezTo>
                  <a:cubicBezTo>
                    <a:pt x="46" y="148"/>
                    <a:pt x="46" y="149"/>
                    <a:pt x="46" y="149"/>
                  </a:cubicBezTo>
                  <a:cubicBezTo>
                    <a:pt x="46" y="149"/>
                    <a:pt x="46" y="150"/>
                    <a:pt x="46" y="150"/>
                  </a:cubicBezTo>
                  <a:cubicBezTo>
                    <a:pt x="45" y="151"/>
                    <a:pt x="44" y="150"/>
                    <a:pt x="44" y="150"/>
                  </a:cubicBezTo>
                  <a:cubicBezTo>
                    <a:pt x="43" y="151"/>
                    <a:pt x="43" y="151"/>
                    <a:pt x="43" y="151"/>
                  </a:cubicBezTo>
                  <a:cubicBezTo>
                    <a:pt x="43" y="152"/>
                    <a:pt x="42" y="152"/>
                    <a:pt x="42" y="153"/>
                  </a:cubicBezTo>
                  <a:cubicBezTo>
                    <a:pt x="41" y="152"/>
                    <a:pt x="41" y="152"/>
                    <a:pt x="41" y="152"/>
                  </a:cubicBezTo>
                  <a:cubicBezTo>
                    <a:pt x="40" y="151"/>
                    <a:pt x="38" y="151"/>
                    <a:pt x="37" y="152"/>
                  </a:cubicBezTo>
                  <a:cubicBezTo>
                    <a:pt x="36" y="152"/>
                    <a:pt x="36" y="152"/>
                    <a:pt x="35" y="153"/>
                  </a:cubicBezTo>
                  <a:cubicBezTo>
                    <a:pt x="34" y="153"/>
                    <a:pt x="33" y="154"/>
                    <a:pt x="32" y="154"/>
                  </a:cubicBezTo>
                  <a:cubicBezTo>
                    <a:pt x="31" y="155"/>
                    <a:pt x="29" y="155"/>
                    <a:pt x="29" y="155"/>
                  </a:cubicBezTo>
                  <a:cubicBezTo>
                    <a:pt x="28" y="155"/>
                    <a:pt x="26" y="154"/>
                    <a:pt x="25" y="154"/>
                  </a:cubicBezTo>
                  <a:cubicBezTo>
                    <a:pt x="24" y="153"/>
                    <a:pt x="22" y="152"/>
                    <a:pt x="21" y="152"/>
                  </a:cubicBezTo>
                  <a:cubicBezTo>
                    <a:pt x="20" y="151"/>
                    <a:pt x="18" y="148"/>
                    <a:pt x="17" y="147"/>
                  </a:cubicBezTo>
                  <a:cubicBezTo>
                    <a:pt x="17" y="147"/>
                    <a:pt x="15" y="146"/>
                    <a:pt x="15" y="146"/>
                  </a:cubicBezTo>
                  <a:cubicBezTo>
                    <a:pt x="14" y="146"/>
                    <a:pt x="12" y="146"/>
                    <a:pt x="12" y="146"/>
                  </a:cubicBezTo>
                  <a:cubicBezTo>
                    <a:pt x="11" y="145"/>
                    <a:pt x="11" y="144"/>
                    <a:pt x="10" y="143"/>
                  </a:cubicBezTo>
                  <a:cubicBezTo>
                    <a:pt x="10" y="143"/>
                    <a:pt x="9" y="141"/>
                    <a:pt x="8" y="141"/>
                  </a:cubicBezTo>
                  <a:cubicBezTo>
                    <a:pt x="8" y="140"/>
                    <a:pt x="7" y="140"/>
                    <a:pt x="6" y="139"/>
                  </a:cubicBezTo>
                  <a:cubicBezTo>
                    <a:pt x="5" y="139"/>
                    <a:pt x="4" y="139"/>
                    <a:pt x="3" y="139"/>
                  </a:cubicBezTo>
                  <a:cubicBezTo>
                    <a:pt x="3" y="139"/>
                    <a:pt x="2" y="137"/>
                    <a:pt x="2" y="137"/>
                  </a:cubicBezTo>
                  <a:cubicBezTo>
                    <a:pt x="2" y="136"/>
                    <a:pt x="0" y="135"/>
                    <a:pt x="0" y="134"/>
                  </a:cubicBezTo>
                  <a:cubicBezTo>
                    <a:pt x="0" y="133"/>
                    <a:pt x="1" y="132"/>
                    <a:pt x="1" y="131"/>
                  </a:cubicBezTo>
                  <a:cubicBezTo>
                    <a:pt x="1" y="130"/>
                    <a:pt x="2" y="129"/>
                    <a:pt x="2" y="128"/>
                  </a:cubicBezTo>
                  <a:cubicBezTo>
                    <a:pt x="2" y="128"/>
                    <a:pt x="3" y="126"/>
                    <a:pt x="3" y="126"/>
                  </a:cubicBezTo>
                  <a:cubicBezTo>
                    <a:pt x="4" y="126"/>
                    <a:pt x="6" y="126"/>
                    <a:pt x="7" y="126"/>
                  </a:cubicBezTo>
                  <a:cubicBezTo>
                    <a:pt x="7" y="126"/>
                    <a:pt x="8" y="124"/>
                    <a:pt x="9" y="124"/>
                  </a:cubicBezTo>
                  <a:cubicBezTo>
                    <a:pt x="10" y="124"/>
                    <a:pt x="11" y="124"/>
                    <a:pt x="12" y="124"/>
                  </a:cubicBezTo>
                  <a:cubicBezTo>
                    <a:pt x="13" y="124"/>
                    <a:pt x="16" y="122"/>
                    <a:pt x="17" y="121"/>
                  </a:cubicBezTo>
                  <a:cubicBezTo>
                    <a:pt x="18" y="121"/>
                    <a:pt x="21" y="120"/>
                    <a:pt x="23" y="119"/>
                  </a:cubicBezTo>
                  <a:cubicBezTo>
                    <a:pt x="24" y="119"/>
                    <a:pt x="26" y="120"/>
                    <a:pt x="27" y="119"/>
                  </a:cubicBezTo>
                  <a:cubicBezTo>
                    <a:pt x="27" y="119"/>
                    <a:pt x="27" y="117"/>
                    <a:pt x="28" y="117"/>
                  </a:cubicBezTo>
                  <a:cubicBezTo>
                    <a:pt x="28" y="116"/>
                    <a:pt x="28" y="114"/>
                    <a:pt x="28" y="114"/>
                  </a:cubicBezTo>
                  <a:cubicBezTo>
                    <a:pt x="28" y="113"/>
                    <a:pt x="28" y="112"/>
                    <a:pt x="29" y="111"/>
                  </a:cubicBezTo>
                  <a:cubicBezTo>
                    <a:pt x="29" y="111"/>
                    <a:pt x="29" y="111"/>
                    <a:pt x="30" y="111"/>
                  </a:cubicBezTo>
                  <a:cubicBezTo>
                    <a:pt x="30" y="111"/>
                    <a:pt x="30" y="112"/>
                    <a:pt x="30" y="112"/>
                  </a:cubicBezTo>
                  <a:cubicBezTo>
                    <a:pt x="31" y="112"/>
                    <a:pt x="32" y="112"/>
                    <a:pt x="33" y="111"/>
                  </a:cubicBezTo>
                  <a:cubicBezTo>
                    <a:pt x="33" y="111"/>
                    <a:pt x="32" y="110"/>
                    <a:pt x="32" y="109"/>
                  </a:cubicBezTo>
                  <a:cubicBezTo>
                    <a:pt x="32" y="109"/>
                    <a:pt x="32" y="107"/>
                    <a:pt x="32" y="107"/>
                  </a:cubicBezTo>
                  <a:cubicBezTo>
                    <a:pt x="32" y="106"/>
                    <a:pt x="32" y="105"/>
                    <a:pt x="33" y="104"/>
                  </a:cubicBezTo>
                  <a:cubicBezTo>
                    <a:pt x="33" y="103"/>
                    <a:pt x="33" y="102"/>
                    <a:pt x="32" y="101"/>
                  </a:cubicBezTo>
                  <a:cubicBezTo>
                    <a:pt x="32" y="100"/>
                    <a:pt x="32" y="99"/>
                    <a:pt x="31" y="99"/>
                  </a:cubicBezTo>
                  <a:cubicBezTo>
                    <a:pt x="30" y="98"/>
                    <a:pt x="29" y="99"/>
                    <a:pt x="28" y="99"/>
                  </a:cubicBezTo>
                  <a:cubicBezTo>
                    <a:pt x="28" y="100"/>
                    <a:pt x="27" y="100"/>
                    <a:pt x="26" y="101"/>
                  </a:cubicBezTo>
                  <a:cubicBezTo>
                    <a:pt x="26" y="101"/>
                    <a:pt x="24" y="102"/>
                    <a:pt x="24" y="102"/>
                  </a:cubicBezTo>
                  <a:cubicBezTo>
                    <a:pt x="23" y="103"/>
                    <a:pt x="22" y="104"/>
                    <a:pt x="21" y="104"/>
                  </a:cubicBezTo>
                  <a:cubicBezTo>
                    <a:pt x="21" y="105"/>
                    <a:pt x="20" y="105"/>
                    <a:pt x="20" y="106"/>
                  </a:cubicBezTo>
                  <a:cubicBezTo>
                    <a:pt x="20" y="106"/>
                    <a:pt x="20" y="107"/>
                    <a:pt x="20" y="108"/>
                  </a:cubicBezTo>
                  <a:cubicBezTo>
                    <a:pt x="20" y="108"/>
                    <a:pt x="20" y="109"/>
                    <a:pt x="19" y="110"/>
                  </a:cubicBezTo>
                  <a:cubicBezTo>
                    <a:pt x="19" y="110"/>
                    <a:pt x="19" y="111"/>
                    <a:pt x="19" y="112"/>
                  </a:cubicBezTo>
                  <a:cubicBezTo>
                    <a:pt x="18" y="112"/>
                    <a:pt x="17" y="113"/>
                    <a:pt x="16" y="113"/>
                  </a:cubicBezTo>
                  <a:cubicBezTo>
                    <a:pt x="16" y="112"/>
                    <a:pt x="15" y="111"/>
                    <a:pt x="15" y="111"/>
                  </a:cubicBezTo>
                  <a:cubicBezTo>
                    <a:pt x="15" y="110"/>
                    <a:pt x="16" y="109"/>
                    <a:pt x="16" y="108"/>
                  </a:cubicBezTo>
                  <a:cubicBezTo>
                    <a:pt x="16" y="108"/>
                    <a:pt x="16" y="107"/>
                    <a:pt x="15" y="106"/>
                  </a:cubicBezTo>
                  <a:cubicBezTo>
                    <a:pt x="15" y="106"/>
                    <a:pt x="14" y="104"/>
                    <a:pt x="14" y="104"/>
                  </a:cubicBezTo>
                  <a:cubicBezTo>
                    <a:pt x="14" y="103"/>
                    <a:pt x="14" y="101"/>
                    <a:pt x="14" y="100"/>
                  </a:cubicBezTo>
                  <a:cubicBezTo>
                    <a:pt x="15" y="99"/>
                    <a:pt x="16" y="98"/>
                    <a:pt x="16" y="98"/>
                  </a:cubicBezTo>
                  <a:cubicBezTo>
                    <a:pt x="17" y="98"/>
                    <a:pt x="18" y="97"/>
                    <a:pt x="18" y="97"/>
                  </a:cubicBezTo>
                  <a:cubicBezTo>
                    <a:pt x="18" y="96"/>
                    <a:pt x="18" y="95"/>
                    <a:pt x="19" y="94"/>
                  </a:cubicBezTo>
                  <a:cubicBezTo>
                    <a:pt x="19" y="94"/>
                    <a:pt x="20" y="92"/>
                    <a:pt x="20" y="91"/>
                  </a:cubicBezTo>
                  <a:cubicBezTo>
                    <a:pt x="20" y="90"/>
                    <a:pt x="21" y="89"/>
                    <a:pt x="21" y="89"/>
                  </a:cubicBezTo>
                  <a:cubicBezTo>
                    <a:pt x="21" y="88"/>
                    <a:pt x="21" y="86"/>
                    <a:pt x="21" y="86"/>
                  </a:cubicBezTo>
                  <a:cubicBezTo>
                    <a:pt x="22" y="85"/>
                    <a:pt x="23" y="84"/>
                    <a:pt x="24" y="84"/>
                  </a:cubicBezTo>
                  <a:cubicBezTo>
                    <a:pt x="24" y="84"/>
                    <a:pt x="25" y="83"/>
                    <a:pt x="25" y="82"/>
                  </a:cubicBezTo>
                  <a:cubicBezTo>
                    <a:pt x="26" y="81"/>
                    <a:pt x="25" y="79"/>
                    <a:pt x="25" y="78"/>
                  </a:cubicBezTo>
                  <a:cubicBezTo>
                    <a:pt x="26" y="78"/>
                    <a:pt x="27" y="76"/>
                    <a:pt x="27" y="76"/>
                  </a:cubicBezTo>
                  <a:cubicBezTo>
                    <a:pt x="28" y="75"/>
                    <a:pt x="28" y="73"/>
                    <a:pt x="29" y="73"/>
                  </a:cubicBezTo>
                  <a:cubicBezTo>
                    <a:pt x="29" y="72"/>
                    <a:pt x="28" y="71"/>
                    <a:pt x="28" y="71"/>
                  </a:cubicBezTo>
                  <a:cubicBezTo>
                    <a:pt x="28" y="70"/>
                    <a:pt x="29" y="69"/>
                    <a:pt x="29" y="69"/>
                  </a:cubicBezTo>
                  <a:cubicBezTo>
                    <a:pt x="30" y="68"/>
                    <a:pt x="31" y="67"/>
                    <a:pt x="32" y="67"/>
                  </a:cubicBezTo>
                  <a:cubicBezTo>
                    <a:pt x="32" y="67"/>
                    <a:pt x="34" y="67"/>
                    <a:pt x="34" y="68"/>
                  </a:cubicBezTo>
                  <a:cubicBezTo>
                    <a:pt x="35" y="68"/>
                    <a:pt x="36" y="69"/>
                    <a:pt x="36" y="68"/>
                  </a:cubicBezTo>
                  <a:cubicBezTo>
                    <a:pt x="36" y="68"/>
                    <a:pt x="36" y="67"/>
                    <a:pt x="36" y="66"/>
                  </a:cubicBezTo>
                  <a:cubicBezTo>
                    <a:pt x="36" y="66"/>
                    <a:pt x="36" y="64"/>
                    <a:pt x="35" y="64"/>
                  </a:cubicBezTo>
                  <a:cubicBezTo>
                    <a:pt x="35" y="64"/>
                    <a:pt x="34" y="64"/>
                    <a:pt x="34" y="63"/>
                  </a:cubicBezTo>
                  <a:cubicBezTo>
                    <a:pt x="33" y="63"/>
                    <a:pt x="33" y="61"/>
                    <a:pt x="33" y="61"/>
                  </a:cubicBezTo>
                  <a:cubicBezTo>
                    <a:pt x="32" y="60"/>
                    <a:pt x="32" y="60"/>
                    <a:pt x="31" y="60"/>
                  </a:cubicBezTo>
                  <a:cubicBezTo>
                    <a:pt x="31" y="60"/>
                    <a:pt x="29" y="59"/>
                    <a:pt x="29" y="59"/>
                  </a:cubicBezTo>
                  <a:cubicBezTo>
                    <a:pt x="29" y="59"/>
                    <a:pt x="28" y="58"/>
                    <a:pt x="28" y="58"/>
                  </a:cubicBezTo>
                  <a:cubicBezTo>
                    <a:pt x="27" y="57"/>
                    <a:pt x="26" y="57"/>
                    <a:pt x="25" y="57"/>
                  </a:cubicBezTo>
                  <a:cubicBezTo>
                    <a:pt x="25" y="57"/>
                    <a:pt x="24" y="56"/>
                    <a:pt x="23" y="56"/>
                  </a:cubicBezTo>
                  <a:cubicBezTo>
                    <a:pt x="23" y="56"/>
                    <a:pt x="22" y="56"/>
                    <a:pt x="21" y="55"/>
                  </a:cubicBezTo>
                  <a:cubicBezTo>
                    <a:pt x="21" y="55"/>
                    <a:pt x="19" y="56"/>
                    <a:pt x="18" y="55"/>
                  </a:cubicBezTo>
                  <a:cubicBezTo>
                    <a:pt x="18" y="55"/>
                    <a:pt x="18" y="54"/>
                    <a:pt x="18" y="54"/>
                  </a:cubicBezTo>
                  <a:cubicBezTo>
                    <a:pt x="18" y="53"/>
                    <a:pt x="19" y="53"/>
                    <a:pt x="19" y="52"/>
                  </a:cubicBezTo>
                  <a:cubicBezTo>
                    <a:pt x="19" y="52"/>
                    <a:pt x="19" y="51"/>
                    <a:pt x="18" y="50"/>
                  </a:cubicBezTo>
                  <a:cubicBezTo>
                    <a:pt x="18" y="50"/>
                    <a:pt x="17" y="50"/>
                    <a:pt x="17" y="50"/>
                  </a:cubicBezTo>
                  <a:cubicBezTo>
                    <a:pt x="17" y="50"/>
                    <a:pt x="17" y="51"/>
                    <a:pt x="16" y="52"/>
                  </a:cubicBezTo>
                  <a:cubicBezTo>
                    <a:pt x="16" y="52"/>
                    <a:pt x="15" y="52"/>
                    <a:pt x="14" y="52"/>
                  </a:cubicBezTo>
                  <a:cubicBezTo>
                    <a:pt x="14" y="52"/>
                    <a:pt x="12" y="51"/>
                    <a:pt x="12" y="50"/>
                  </a:cubicBezTo>
                  <a:cubicBezTo>
                    <a:pt x="12" y="50"/>
                    <a:pt x="11" y="48"/>
                    <a:pt x="11" y="47"/>
                  </a:cubicBezTo>
                  <a:cubicBezTo>
                    <a:pt x="10" y="46"/>
                    <a:pt x="10" y="45"/>
                    <a:pt x="9" y="44"/>
                  </a:cubicBezTo>
                  <a:cubicBezTo>
                    <a:pt x="9" y="44"/>
                    <a:pt x="8" y="43"/>
                    <a:pt x="8" y="43"/>
                  </a:cubicBezTo>
                  <a:cubicBezTo>
                    <a:pt x="8" y="42"/>
                    <a:pt x="10" y="41"/>
                    <a:pt x="10" y="40"/>
                  </a:cubicBezTo>
                  <a:cubicBezTo>
                    <a:pt x="10" y="39"/>
                    <a:pt x="11" y="38"/>
                    <a:pt x="11" y="37"/>
                  </a:cubicBezTo>
                  <a:cubicBezTo>
                    <a:pt x="11" y="36"/>
                    <a:pt x="10" y="35"/>
                    <a:pt x="10" y="35"/>
                  </a:cubicBezTo>
                  <a:cubicBezTo>
                    <a:pt x="10" y="34"/>
                    <a:pt x="11" y="34"/>
                    <a:pt x="11" y="33"/>
                  </a:cubicBezTo>
                  <a:cubicBezTo>
                    <a:pt x="11" y="33"/>
                    <a:pt x="12" y="33"/>
                    <a:pt x="12" y="32"/>
                  </a:cubicBezTo>
                  <a:cubicBezTo>
                    <a:pt x="12" y="32"/>
                    <a:pt x="13" y="31"/>
                    <a:pt x="12" y="30"/>
                  </a:cubicBezTo>
                  <a:cubicBezTo>
                    <a:pt x="12" y="30"/>
                    <a:pt x="11" y="30"/>
                    <a:pt x="11" y="29"/>
                  </a:cubicBezTo>
                  <a:cubicBezTo>
                    <a:pt x="11" y="29"/>
                    <a:pt x="11" y="28"/>
                    <a:pt x="11" y="27"/>
                  </a:cubicBezTo>
                  <a:cubicBezTo>
                    <a:pt x="11" y="27"/>
                    <a:pt x="13" y="26"/>
                    <a:pt x="13" y="25"/>
                  </a:cubicBezTo>
                  <a:cubicBezTo>
                    <a:pt x="14" y="25"/>
                    <a:pt x="15" y="24"/>
                    <a:pt x="15" y="24"/>
                  </a:cubicBezTo>
                  <a:cubicBezTo>
                    <a:pt x="16" y="23"/>
                    <a:pt x="16" y="21"/>
                    <a:pt x="16" y="21"/>
                  </a:cubicBezTo>
                  <a:cubicBezTo>
                    <a:pt x="17" y="20"/>
                    <a:pt x="18" y="20"/>
                    <a:pt x="18" y="20"/>
                  </a:cubicBezTo>
                  <a:cubicBezTo>
                    <a:pt x="19" y="19"/>
                    <a:pt x="21" y="20"/>
                    <a:pt x="22" y="20"/>
                  </a:cubicBezTo>
                  <a:cubicBezTo>
                    <a:pt x="23" y="19"/>
                    <a:pt x="25" y="19"/>
                    <a:pt x="26" y="18"/>
                  </a:cubicBezTo>
                  <a:cubicBezTo>
                    <a:pt x="26" y="18"/>
                    <a:pt x="28" y="17"/>
                    <a:pt x="28" y="16"/>
                  </a:cubicBezTo>
                  <a:cubicBezTo>
                    <a:pt x="28" y="16"/>
                    <a:pt x="28" y="14"/>
                    <a:pt x="29" y="14"/>
                  </a:cubicBezTo>
                  <a:cubicBezTo>
                    <a:pt x="29" y="13"/>
                    <a:pt x="30" y="13"/>
                    <a:pt x="31" y="13"/>
                  </a:cubicBezTo>
                  <a:cubicBezTo>
                    <a:pt x="32" y="13"/>
                    <a:pt x="33" y="13"/>
                    <a:pt x="34" y="13"/>
                  </a:cubicBezTo>
                  <a:cubicBezTo>
                    <a:pt x="35" y="13"/>
                    <a:pt x="36" y="14"/>
                    <a:pt x="37" y="14"/>
                  </a:cubicBezTo>
                  <a:cubicBezTo>
                    <a:pt x="38" y="15"/>
                    <a:pt x="39" y="16"/>
                    <a:pt x="39" y="16"/>
                  </a:cubicBezTo>
                  <a:cubicBezTo>
                    <a:pt x="40" y="16"/>
                    <a:pt x="42" y="15"/>
                    <a:pt x="43" y="15"/>
                  </a:cubicBezTo>
                  <a:cubicBezTo>
                    <a:pt x="44" y="15"/>
                    <a:pt x="44" y="15"/>
                    <a:pt x="45" y="15"/>
                  </a:cubicBezTo>
                  <a:cubicBezTo>
                    <a:pt x="46" y="16"/>
                    <a:pt x="48" y="18"/>
                    <a:pt x="48" y="18"/>
                  </a:cubicBezTo>
                  <a:cubicBezTo>
                    <a:pt x="49" y="19"/>
                    <a:pt x="51" y="21"/>
                    <a:pt x="52" y="22"/>
                  </a:cubicBezTo>
                  <a:cubicBezTo>
                    <a:pt x="53" y="22"/>
                    <a:pt x="57" y="23"/>
                    <a:pt x="57" y="23"/>
                  </a:cubicBezTo>
                  <a:cubicBezTo>
                    <a:pt x="57" y="23"/>
                    <a:pt x="59" y="21"/>
                    <a:pt x="60" y="20"/>
                  </a:cubicBezTo>
                  <a:cubicBezTo>
                    <a:pt x="60" y="20"/>
                    <a:pt x="61" y="20"/>
                    <a:pt x="62" y="20"/>
                  </a:cubicBezTo>
                  <a:cubicBezTo>
                    <a:pt x="63" y="20"/>
                    <a:pt x="65" y="20"/>
                    <a:pt x="65" y="19"/>
                  </a:cubicBezTo>
                  <a:cubicBezTo>
                    <a:pt x="66" y="19"/>
                    <a:pt x="66" y="17"/>
                    <a:pt x="67" y="16"/>
                  </a:cubicBezTo>
                  <a:cubicBezTo>
                    <a:pt x="67" y="15"/>
                    <a:pt x="67" y="12"/>
                    <a:pt x="68" y="11"/>
                  </a:cubicBezTo>
                  <a:cubicBezTo>
                    <a:pt x="68" y="10"/>
                    <a:pt x="68" y="9"/>
                    <a:pt x="67" y="8"/>
                  </a:cubicBezTo>
                  <a:cubicBezTo>
                    <a:pt x="67" y="7"/>
                    <a:pt x="67" y="7"/>
                    <a:pt x="67" y="7"/>
                  </a:cubicBezTo>
                  <a:cubicBezTo>
                    <a:pt x="68" y="6"/>
                    <a:pt x="69" y="6"/>
                    <a:pt x="69" y="6"/>
                  </a:cubicBezTo>
                  <a:cubicBezTo>
                    <a:pt x="70" y="6"/>
                    <a:pt x="71" y="6"/>
                    <a:pt x="72" y="6"/>
                  </a:cubicBezTo>
                  <a:cubicBezTo>
                    <a:pt x="72" y="6"/>
                    <a:pt x="72" y="6"/>
                    <a:pt x="73" y="6"/>
                  </a:cubicBezTo>
                  <a:cubicBezTo>
                    <a:pt x="73" y="6"/>
                    <a:pt x="74" y="6"/>
                    <a:pt x="74" y="6"/>
                  </a:cubicBezTo>
                  <a:cubicBezTo>
                    <a:pt x="75" y="6"/>
                    <a:pt x="75" y="5"/>
                    <a:pt x="76" y="5"/>
                  </a:cubicBezTo>
                  <a:cubicBezTo>
                    <a:pt x="76" y="5"/>
                    <a:pt x="77" y="5"/>
                    <a:pt x="77" y="5"/>
                  </a:cubicBezTo>
                  <a:cubicBezTo>
                    <a:pt x="78" y="5"/>
                    <a:pt x="78" y="6"/>
                    <a:pt x="79" y="6"/>
                  </a:cubicBezTo>
                  <a:cubicBezTo>
                    <a:pt x="79" y="6"/>
                    <a:pt x="80" y="6"/>
                    <a:pt x="81" y="6"/>
                  </a:cubicBezTo>
                  <a:cubicBezTo>
                    <a:pt x="81" y="6"/>
                    <a:pt x="81" y="6"/>
                    <a:pt x="81" y="6"/>
                  </a:cubicBezTo>
                  <a:cubicBezTo>
                    <a:pt x="82" y="6"/>
                    <a:pt x="83" y="6"/>
                    <a:pt x="83" y="6"/>
                  </a:cubicBezTo>
                  <a:cubicBezTo>
                    <a:pt x="83" y="7"/>
                    <a:pt x="83" y="8"/>
                    <a:pt x="83" y="9"/>
                  </a:cubicBezTo>
                  <a:cubicBezTo>
                    <a:pt x="83" y="10"/>
                    <a:pt x="82" y="11"/>
                    <a:pt x="82" y="11"/>
                  </a:cubicBezTo>
                  <a:cubicBezTo>
                    <a:pt x="83" y="12"/>
                    <a:pt x="84" y="13"/>
                    <a:pt x="84" y="13"/>
                  </a:cubicBezTo>
                  <a:cubicBezTo>
                    <a:pt x="85" y="13"/>
                    <a:pt x="86" y="13"/>
                    <a:pt x="86" y="13"/>
                  </a:cubicBezTo>
                  <a:cubicBezTo>
                    <a:pt x="87" y="12"/>
                    <a:pt x="88" y="11"/>
                    <a:pt x="89" y="11"/>
                  </a:cubicBezTo>
                  <a:cubicBezTo>
                    <a:pt x="89" y="11"/>
                    <a:pt x="90" y="11"/>
                    <a:pt x="90" y="11"/>
                  </a:cubicBezTo>
                  <a:cubicBezTo>
                    <a:pt x="91" y="12"/>
                    <a:pt x="91" y="13"/>
                    <a:pt x="91" y="13"/>
                  </a:cubicBezTo>
                  <a:cubicBezTo>
                    <a:pt x="91" y="14"/>
                    <a:pt x="90" y="15"/>
                    <a:pt x="91" y="15"/>
                  </a:cubicBezTo>
                  <a:cubicBezTo>
                    <a:pt x="91" y="16"/>
                    <a:pt x="93" y="16"/>
                    <a:pt x="93" y="15"/>
                  </a:cubicBezTo>
                  <a:cubicBezTo>
                    <a:pt x="94" y="15"/>
                    <a:pt x="95" y="15"/>
                    <a:pt x="95" y="14"/>
                  </a:cubicBezTo>
                  <a:cubicBezTo>
                    <a:pt x="95" y="14"/>
                    <a:pt x="95" y="13"/>
                    <a:pt x="95" y="13"/>
                  </a:cubicBezTo>
                  <a:cubicBezTo>
                    <a:pt x="95" y="12"/>
                    <a:pt x="95" y="11"/>
                    <a:pt x="95" y="10"/>
                  </a:cubicBezTo>
                  <a:cubicBezTo>
                    <a:pt x="95" y="10"/>
                    <a:pt x="95" y="9"/>
                    <a:pt x="95" y="9"/>
                  </a:cubicBezTo>
                  <a:cubicBezTo>
                    <a:pt x="96" y="8"/>
                    <a:pt x="98" y="9"/>
                    <a:pt x="98" y="9"/>
                  </a:cubicBezTo>
                  <a:cubicBezTo>
                    <a:pt x="99" y="10"/>
                    <a:pt x="99" y="11"/>
                    <a:pt x="99" y="11"/>
                  </a:cubicBezTo>
                  <a:cubicBezTo>
                    <a:pt x="100" y="12"/>
                    <a:pt x="101" y="12"/>
                    <a:pt x="102" y="12"/>
                  </a:cubicBezTo>
                  <a:cubicBezTo>
                    <a:pt x="103" y="12"/>
                    <a:pt x="105" y="11"/>
                    <a:pt x="105" y="11"/>
                  </a:cubicBezTo>
                  <a:cubicBezTo>
                    <a:pt x="106" y="10"/>
                    <a:pt x="106" y="9"/>
                    <a:pt x="107" y="9"/>
                  </a:cubicBezTo>
                  <a:cubicBezTo>
                    <a:pt x="107" y="8"/>
                    <a:pt x="107" y="7"/>
                    <a:pt x="108" y="7"/>
                  </a:cubicBezTo>
                  <a:cubicBezTo>
                    <a:pt x="108" y="7"/>
                    <a:pt x="109" y="6"/>
                    <a:pt x="109" y="6"/>
                  </a:cubicBezTo>
                  <a:cubicBezTo>
                    <a:pt x="110" y="6"/>
                    <a:pt x="111" y="6"/>
                    <a:pt x="111" y="6"/>
                  </a:cubicBezTo>
                  <a:cubicBezTo>
                    <a:pt x="112" y="6"/>
                    <a:pt x="114" y="5"/>
                    <a:pt x="114" y="4"/>
                  </a:cubicBezTo>
                  <a:cubicBezTo>
                    <a:pt x="115" y="4"/>
                    <a:pt x="116" y="2"/>
                    <a:pt x="116" y="2"/>
                  </a:cubicBezTo>
                  <a:cubicBezTo>
                    <a:pt x="117" y="1"/>
                    <a:pt x="117" y="1"/>
                    <a:pt x="117" y="0"/>
                  </a:cubicBezTo>
                  <a:cubicBezTo>
                    <a:pt x="117" y="1"/>
                    <a:pt x="117" y="1"/>
                    <a:pt x="117" y="1"/>
                  </a:cubicBezTo>
                  <a:cubicBezTo>
                    <a:pt x="117" y="2"/>
                    <a:pt x="117" y="4"/>
                    <a:pt x="117" y="5"/>
                  </a:cubicBezTo>
                  <a:cubicBezTo>
                    <a:pt x="117" y="6"/>
                    <a:pt x="117" y="7"/>
                    <a:pt x="117" y="8"/>
                  </a:cubicBezTo>
                  <a:cubicBezTo>
                    <a:pt x="116" y="9"/>
                    <a:pt x="117" y="11"/>
                    <a:pt x="116" y="12"/>
                  </a:cubicBezTo>
                  <a:cubicBezTo>
                    <a:pt x="116" y="12"/>
                    <a:pt x="115" y="13"/>
                    <a:pt x="115" y="13"/>
                  </a:cubicBezTo>
                  <a:cubicBezTo>
                    <a:pt x="114" y="12"/>
                    <a:pt x="115" y="11"/>
                    <a:pt x="114" y="11"/>
                  </a:cubicBezTo>
                  <a:cubicBezTo>
                    <a:pt x="114" y="10"/>
                    <a:pt x="112" y="10"/>
                    <a:pt x="111" y="10"/>
                  </a:cubicBezTo>
                  <a:cubicBezTo>
                    <a:pt x="111" y="11"/>
                    <a:pt x="112" y="12"/>
                    <a:pt x="111" y="13"/>
                  </a:cubicBezTo>
                  <a:cubicBezTo>
                    <a:pt x="111" y="13"/>
                    <a:pt x="110" y="13"/>
                    <a:pt x="109" y="13"/>
                  </a:cubicBezTo>
                  <a:cubicBezTo>
                    <a:pt x="108" y="14"/>
                    <a:pt x="107" y="14"/>
                    <a:pt x="107" y="15"/>
                  </a:cubicBezTo>
                  <a:cubicBezTo>
                    <a:pt x="106" y="15"/>
                    <a:pt x="107" y="17"/>
                    <a:pt x="107" y="17"/>
                  </a:cubicBezTo>
                  <a:cubicBezTo>
                    <a:pt x="107" y="18"/>
                    <a:pt x="107" y="20"/>
                    <a:pt x="107" y="21"/>
                  </a:cubicBezTo>
                  <a:cubicBezTo>
                    <a:pt x="107" y="22"/>
                    <a:pt x="107" y="23"/>
                    <a:pt x="107" y="24"/>
                  </a:cubicBezTo>
                  <a:cubicBezTo>
                    <a:pt x="107" y="25"/>
                    <a:pt x="107" y="26"/>
                    <a:pt x="108" y="27"/>
                  </a:cubicBezTo>
                  <a:cubicBezTo>
                    <a:pt x="108" y="27"/>
                    <a:pt x="110" y="27"/>
                    <a:pt x="110" y="27"/>
                  </a:cubicBezTo>
                  <a:cubicBezTo>
                    <a:pt x="111" y="27"/>
                    <a:pt x="113" y="26"/>
                    <a:pt x="114" y="25"/>
                  </a:cubicBezTo>
                  <a:cubicBezTo>
                    <a:pt x="115" y="25"/>
                    <a:pt x="117" y="25"/>
                    <a:pt x="118" y="25"/>
                  </a:cubicBezTo>
                  <a:cubicBezTo>
                    <a:pt x="119" y="25"/>
                    <a:pt x="120" y="25"/>
                    <a:pt x="120" y="25"/>
                  </a:cubicBezTo>
                  <a:cubicBezTo>
                    <a:pt x="120" y="25"/>
                    <a:pt x="120" y="26"/>
                    <a:pt x="120" y="27"/>
                  </a:cubicBezTo>
                  <a:cubicBezTo>
                    <a:pt x="119" y="27"/>
                    <a:pt x="119" y="29"/>
                    <a:pt x="118" y="30"/>
                  </a:cubicBezTo>
                  <a:cubicBezTo>
                    <a:pt x="118" y="30"/>
                    <a:pt x="118" y="31"/>
                    <a:pt x="118" y="32"/>
                  </a:cubicBezTo>
                  <a:cubicBezTo>
                    <a:pt x="118" y="33"/>
                    <a:pt x="118" y="35"/>
                    <a:pt x="118" y="35"/>
                  </a:cubicBezTo>
                  <a:cubicBezTo>
                    <a:pt x="117" y="36"/>
                    <a:pt x="116" y="38"/>
                    <a:pt x="116" y="38"/>
                  </a:cubicBezTo>
                  <a:cubicBezTo>
                    <a:pt x="116" y="39"/>
                    <a:pt x="116" y="39"/>
                    <a:pt x="116" y="39"/>
                  </a:cubicBezTo>
                  <a:cubicBezTo>
                    <a:pt x="115" y="39"/>
                    <a:pt x="114" y="40"/>
                    <a:pt x="113" y="40"/>
                  </a:cubicBezTo>
                  <a:cubicBezTo>
                    <a:pt x="112" y="40"/>
                    <a:pt x="111" y="41"/>
                    <a:pt x="110" y="42"/>
                  </a:cubicBezTo>
                  <a:cubicBezTo>
                    <a:pt x="109" y="42"/>
                    <a:pt x="109" y="42"/>
                    <a:pt x="108" y="43"/>
                  </a:cubicBezTo>
                  <a:cubicBezTo>
                    <a:pt x="108" y="43"/>
                    <a:pt x="107" y="44"/>
                    <a:pt x="107" y="44"/>
                  </a:cubicBezTo>
                  <a:cubicBezTo>
                    <a:pt x="108" y="45"/>
                    <a:pt x="109" y="46"/>
                    <a:pt x="109" y="46"/>
                  </a:cubicBezTo>
                  <a:cubicBezTo>
                    <a:pt x="110" y="47"/>
                    <a:pt x="110" y="48"/>
                    <a:pt x="110" y="49"/>
                  </a:cubicBezTo>
                  <a:cubicBezTo>
                    <a:pt x="110" y="49"/>
                    <a:pt x="109" y="51"/>
                    <a:pt x="109" y="51"/>
                  </a:cubicBezTo>
                  <a:cubicBezTo>
                    <a:pt x="108" y="52"/>
                    <a:pt x="106" y="52"/>
                    <a:pt x="105" y="51"/>
                  </a:cubicBezTo>
                  <a:cubicBezTo>
                    <a:pt x="104" y="51"/>
                    <a:pt x="103" y="50"/>
                    <a:pt x="103" y="49"/>
                  </a:cubicBezTo>
                  <a:cubicBezTo>
                    <a:pt x="103" y="49"/>
                    <a:pt x="103" y="48"/>
                    <a:pt x="103" y="47"/>
                  </a:cubicBezTo>
                  <a:cubicBezTo>
                    <a:pt x="102" y="47"/>
                    <a:pt x="100" y="48"/>
                    <a:pt x="100" y="48"/>
                  </a:cubicBezTo>
                  <a:cubicBezTo>
                    <a:pt x="99" y="49"/>
                    <a:pt x="99" y="50"/>
                    <a:pt x="99" y="51"/>
                  </a:cubicBezTo>
                  <a:cubicBezTo>
                    <a:pt x="98" y="51"/>
                    <a:pt x="97" y="51"/>
                    <a:pt x="97" y="51"/>
                  </a:cubicBezTo>
                  <a:cubicBezTo>
                    <a:pt x="96" y="51"/>
                    <a:pt x="97" y="49"/>
                    <a:pt x="97" y="49"/>
                  </a:cubicBezTo>
                  <a:cubicBezTo>
                    <a:pt x="97" y="48"/>
                    <a:pt x="97" y="47"/>
                    <a:pt x="97" y="47"/>
                  </a:cubicBezTo>
                  <a:cubicBezTo>
                    <a:pt x="96" y="47"/>
                    <a:pt x="95" y="47"/>
                    <a:pt x="94" y="46"/>
                  </a:cubicBezTo>
                  <a:cubicBezTo>
                    <a:pt x="94" y="46"/>
                    <a:pt x="92" y="46"/>
                    <a:pt x="91" y="46"/>
                  </a:cubicBezTo>
                  <a:cubicBezTo>
                    <a:pt x="91" y="47"/>
                    <a:pt x="90" y="47"/>
                    <a:pt x="90" y="48"/>
                  </a:cubicBezTo>
                  <a:cubicBezTo>
                    <a:pt x="90" y="48"/>
                    <a:pt x="91" y="49"/>
                    <a:pt x="91" y="50"/>
                  </a:cubicBezTo>
                  <a:cubicBezTo>
                    <a:pt x="91" y="51"/>
                    <a:pt x="91" y="52"/>
                    <a:pt x="90" y="53"/>
                  </a:cubicBezTo>
                  <a:cubicBezTo>
                    <a:pt x="90" y="53"/>
                    <a:pt x="88" y="53"/>
                    <a:pt x="88" y="53"/>
                  </a:cubicBezTo>
                  <a:cubicBezTo>
                    <a:pt x="87" y="53"/>
                    <a:pt x="87" y="54"/>
                    <a:pt x="87" y="55"/>
                  </a:cubicBezTo>
                  <a:cubicBezTo>
                    <a:pt x="86" y="55"/>
                    <a:pt x="85" y="55"/>
                    <a:pt x="84" y="56"/>
                  </a:cubicBezTo>
                  <a:cubicBezTo>
                    <a:pt x="84" y="56"/>
                    <a:pt x="83" y="56"/>
                    <a:pt x="82" y="56"/>
                  </a:cubicBezTo>
                  <a:cubicBezTo>
                    <a:pt x="82" y="56"/>
                    <a:pt x="82" y="57"/>
                    <a:pt x="82" y="58"/>
                  </a:cubicBezTo>
                  <a:cubicBezTo>
                    <a:pt x="82" y="59"/>
                    <a:pt x="82" y="60"/>
                    <a:pt x="82" y="61"/>
                  </a:cubicBezTo>
                  <a:cubicBezTo>
                    <a:pt x="82" y="62"/>
                    <a:pt x="82" y="63"/>
                    <a:pt x="83" y="63"/>
                  </a:cubicBezTo>
                  <a:cubicBezTo>
                    <a:pt x="83" y="64"/>
                    <a:pt x="84" y="64"/>
                    <a:pt x="85" y="65"/>
                  </a:cubicBezTo>
                  <a:cubicBezTo>
                    <a:pt x="86" y="65"/>
                    <a:pt x="88" y="66"/>
                    <a:pt x="88" y="66"/>
                  </a:cubicBezTo>
                  <a:cubicBezTo>
                    <a:pt x="89" y="67"/>
                    <a:pt x="89" y="69"/>
                    <a:pt x="89" y="70"/>
                  </a:cubicBezTo>
                  <a:cubicBezTo>
                    <a:pt x="90" y="70"/>
                    <a:pt x="90" y="72"/>
                    <a:pt x="90" y="72"/>
                  </a:cubicBezTo>
                  <a:cubicBezTo>
                    <a:pt x="90" y="73"/>
                    <a:pt x="91" y="74"/>
                    <a:pt x="92" y="75"/>
                  </a:cubicBezTo>
                  <a:cubicBezTo>
                    <a:pt x="92" y="76"/>
                    <a:pt x="94" y="77"/>
                    <a:pt x="94" y="78"/>
                  </a:cubicBezTo>
                  <a:cubicBezTo>
                    <a:pt x="95" y="79"/>
                    <a:pt x="97" y="81"/>
                    <a:pt x="97" y="82"/>
                  </a:cubicBezTo>
                  <a:cubicBezTo>
                    <a:pt x="98" y="82"/>
                    <a:pt x="99" y="84"/>
                    <a:pt x="100" y="85"/>
                  </a:cubicBezTo>
                  <a:cubicBezTo>
                    <a:pt x="100" y="85"/>
                    <a:pt x="101" y="87"/>
                    <a:pt x="101" y="88"/>
                  </a:cubicBezTo>
                  <a:cubicBezTo>
                    <a:pt x="102" y="88"/>
                    <a:pt x="102" y="88"/>
                    <a:pt x="103" y="89"/>
                  </a:cubicBezTo>
                  <a:cubicBezTo>
                    <a:pt x="103" y="89"/>
                    <a:pt x="105" y="90"/>
                    <a:pt x="105" y="90"/>
                  </a:cubicBezTo>
                  <a:cubicBezTo>
                    <a:pt x="106" y="90"/>
                    <a:pt x="107" y="91"/>
                    <a:pt x="108" y="91"/>
                  </a:cubicBezTo>
                  <a:cubicBezTo>
                    <a:pt x="109" y="91"/>
                    <a:pt x="111" y="91"/>
                    <a:pt x="112" y="91"/>
                  </a:cubicBezTo>
                  <a:cubicBezTo>
                    <a:pt x="113" y="90"/>
                    <a:pt x="113" y="89"/>
                    <a:pt x="113" y="89"/>
                  </a:cubicBezTo>
                  <a:cubicBezTo>
                    <a:pt x="114" y="88"/>
                    <a:pt x="114" y="86"/>
                    <a:pt x="114" y="85"/>
                  </a:cubicBezTo>
                  <a:cubicBezTo>
                    <a:pt x="114" y="84"/>
                    <a:pt x="115" y="83"/>
                    <a:pt x="115" y="82"/>
                  </a:cubicBezTo>
                  <a:cubicBezTo>
                    <a:pt x="116" y="81"/>
                    <a:pt x="117" y="80"/>
                    <a:pt x="117" y="79"/>
                  </a:cubicBezTo>
                  <a:cubicBezTo>
                    <a:pt x="118" y="78"/>
                    <a:pt x="117" y="76"/>
                    <a:pt x="118" y="75"/>
                  </a:cubicBezTo>
                  <a:cubicBezTo>
                    <a:pt x="118" y="74"/>
                    <a:pt x="118" y="72"/>
                    <a:pt x="119" y="71"/>
                  </a:cubicBezTo>
                  <a:cubicBezTo>
                    <a:pt x="119" y="70"/>
                    <a:pt x="120" y="69"/>
                    <a:pt x="120" y="68"/>
                  </a:cubicBezTo>
                  <a:cubicBezTo>
                    <a:pt x="120" y="68"/>
                    <a:pt x="120" y="66"/>
                    <a:pt x="120" y="65"/>
                  </a:cubicBezTo>
                  <a:cubicBezTo>
                    <a:pt x="121" y="65"/>
                    <a:pt x="121" y="64"/>
                    <a:pt x="121" y="64"/>
                  </a:cubicBezTo>
                  <a:cubicBezTo>
                    <a:pt x="122" y="63"/>
                    <a:pt x="123" y="63"/>
                    <a:pt x="123" y="64"/>
                  </a:cubicBezTo>
                  <a:cubicBezTo>
                    <a:pt x="124" y="64"/>
                    <a:pt x="125" y="65"/>
                    <a:pt x="125" y="65"/>
                  </a:cubicBezTo>
                  <a:cubicBezTo>
                    <a:pt x="125" y="65"/>
                    <a:pt x="125" y="67"/>
                    <a:pt x="126" y="67"/>
                  </a:cubicBezTo>
                  <a:cubicBezTo>
                    <a:pt x="126" y="67"/>
                    <a:pt x="127" y="66"/>
                    <a:pt x="128" y="66"/>
                  </a:cubicBezTo>
                  <a:cubicBezTo>
                    <a:pt x="129" y="66"/>
                    <a:pt x="129" y="67"/>
                    <a:pt x="130" y="67"/>
                  </a:cubicBezTo>
                  <a:cubicBezTo>
                    <a:pt x="130" y="67"/>
                    <a:pt x="131" y="67"/>
                    <a:pt x="131" y="67"/>
                  </a:cubicBezTo>
                  <a:cubicBezTo>
                    <a:pt x="131" y="67"/>
                    <a:pt x="131" y="67"/>
                    <a:pt x="131" y="67"/>
                  </a:cubicBezTo>
                  <a:cubicBezTo>
                    <a:pt x="131" y="68"/>
                    <a:pt x="130" y="69"/>
                    <a:pt x="130" y="69"/>
                  </a:cubicBezTo>
                  <a:cubicBezTo>
                    <a:pt x="129" y="70"/>
                    <a:pt x="130" y="72"/>
                    <a:pt x="131" y="73"/>
                  </a:cubicBezTo>
                  <a:cubicBezTo>
                    <a:pt x="132" y="74"/>
                    <a:pt x="133" y="75"/>
                    <a:pt x="134" y="75"/>
                  </a:cubicBezTo>
                  <a:cubicBezTo>
                    <a:pt x="135" y="76"/>
                    <a:pt x="136" y="76"/>
                    <a:pt x="136" y="76"/>
                  </a:cubicBezTo>
                  <a:cubicBezTo>
                    <a:pt x="137" y="76"/>
                    <a:pt x="139" y="75"/>
                    <a:pt x="140" y="75"/>
                  </a:cubicBezTo>
                  <a:cubicBezTo>
                    <a:pt x="140" y="75"/>
                    <a:pt x="141" y="75"/>
                    <a:pt x="141" y="75"/>
                  </a:cubicBezTo>
                  <a:cubicBezTo>
                    <a:pt x="142" y="76"/>
                    <a:pt x="141" y="77"/>
                    <a:pt x="141" y="78"/>
                  </a:cubicBezTo>
                  <a:cubicBezTo>
                    <a:pt x="141" y="78"/>
                    <a:pt x="141" y="80"/>
                    <a:pt x="142" y="80"/>
                  </a:cubicBezTo>
                  <a:cubicBezTo>
                    <a:pt x="142" y="80"/>
                    <a:pt x="143" y="81"/>
                    <a:pt x="143" y="81"/>
                  </a:cubicBezTo>
                  <a:cubicBezTo>
                    <a:pt x="143" y="82"/>
                    <a:pt x="142" y="84"/>
                    <a:pt x="142" y="85"/>
                  </a:cubicBezTo>
                  <a:cubicBezTo>
                    <a:pt x="142" y="86"/>
                    <a:pt x="142" y="89"/>
                    <a:pt x="142" y="90"/>
                  </a:cubicBezTo>
                  <a:cubicBezTo>
                    <a:pt x="141" y="91"/>
                    <a:pt x="140" y="92"/>
                    <a:pt x="139" y="93"/>
                  </a:cubicBezTo>
                  <a:cubicBezTo>
                    <a:pt x="138" y="93"/>
                    <a:pt x="137" y="92"/>
                    <a:pt x="137" y="92"/>
                  </a:cubicBezTo>
                  <a:cubicBezTo>
                    <a:pt x="136" y="92"/>
                    <a:pt x="136" y="93"/>
                    <a:pt x="135" y="93"/>
                  </a:cubicBezTo>
                  <a:cubicBezTo>
                    <a:pt x="134" y="93"/>
                    <a:pt x="133" y="92"/>
                    <a:pt x="132" y="92"/>
                  </a:cubicBezTo>
                  <a:cubicBezTo>
                    <a:pt x="132" y="91"/>
                    <a:pt x="133" y="90"/>
                    <a:pt x="133" y="90"/>
                  </a:cubicBezTo>
                  <a:cubicBezTo>
                    <a:pt x="132" y="89"/>
                    <a:pt x="130" y="91"/>
                    <a:pt x="130" y="91"/>
                  </a:cubicBezTo>
                  <a:cubicBezTo>
                    <a:pt x="129" y="92"/>
                    <a:pt x="129" y="95"/>
                    <a:pt x="130" y="96"/>
                  </a:cubicBezTo>
                  <a:cubicBezTo>
                    <a:pt x="130" y="96"/>
                    <a:pt x="132" y="96"/>
                    <a:pt x="132" y="96"/>
                  </a:cubicBezTo>
                  <a:cubicBezTo>
                    <a:pt x="133" y="96"/>
                    <a:pt x="135" y="97"/>
                    <a:pt x="136" y="97"/>
                  </a:cubicBezTo>
                  <a:cubicBezTo>
                    <a:pt x="137" y="98"/>
                    <a:pt x="138" y="99"/>
                    <a:pt x="138" y="100"/>
                  </a:cubicBezTo>
                  <a:cubicBezTo>
                    <a:pt x="138" y="101"/>
                    <a:pt x="136" y="100"/>
                    <a:pt x="136" y="101"/>
                  </a:cubicBezTo>
                  <a:cubicBezTo>
                    <a:pt x="136" y="101"/>
                    <a:pt x="136" y="103"/>
                    <a:pt x="136" y="103"/>
                  </a:cubicBezTo>
                  <a:cubicBezTo>
                    <a:pt x="137" y="104"/>
                    <a:pt x="139" y="104"/>
                    <a:pt x="139" y="104"/>
                  </a:cubicBezTo>
                  <a:cubicBezTo>
                    <a:pt x="139" y="105"/>
                    <a:pt x="139" y="106"/>
                    <a:pt x="139" y="106"/>
                  </a:cubicBezTo>
                  <a:cubicBezTo>
                    <a:pt x="138" y="107"/>
                    <a:pt x="138" y="107"/>
                    <a:pt x="138" y="108"/>
                  </a:cubicBezTo>
                  <a:cubicBezTo>
                    <a:pt x="138" y="109"/>
                    <a:pt x="139" y="110"/>
                    <a:pt x="139" y="111"/>
                  </a:cubicBezTo>
                  <a:cubicBezTo>
                    <a:pt x="139" y="111"/>
                    <a:pt x="138" y="113"/>
                    <a:pt x="138" y="113"/>
                  </a:cubicBezTo>
                  <a:cubicBezTo>
                    <a:pt x="138" y="114"/>
                    <a:pt x="137" y="114"/>
                    <a:pt x="136" y="115"/>
                  </a:cubicBezTo>
                  <a:cubicBezTo>
                    <a:pt x="136" y="115"/>
                    <a:pt x="136" y="116"/>
                    <a:pt x="136" y="117"/>
                  </a:cubicBezTo>
                  <a:cubicBezTo>
                    <a:pt x="135" y="117"/>
                    <a:pt x="133" y="118"/>
                    <a:pt x="133" y="118"/>
                  </a:cubicBezTo>
                  <a:cubicBezTo>
                    <a:pt x="133" y="119"/>
                    <a:pt x="132" y="120"/>
                    <a:pt x="132" y="121"/>
                  </a:cubicBezTo>
                  <a:cubicBezTo>
                    <a:pt x="132" y="121"/>
                    <a:pt x="133" y="123"/>
                    <a:pt x="133" y="123"/>
                  </a:cubicBezTo>
                  <a:cubicBezTo>
                    <a:pt x="133" y="124"/>
                    <a:pt x="134" y="126"/>
                    <a:pt x="134" y="127"/>
                  </a:cubicBezTo>
                  <a:cubicBezTo>
                    <a:pt x="134" y="127"/>
                    <a:pt x="134" y="129"/>
                    <a:pt x="133" y="130"/>
                  </a:cubicBezTo>
                  <a:cubicBezTo>
                    <a:pt x="133" y="130"/>
                    <a:pt x="133" y="130"/>
                    <a:pt x="133" y="130"/>
                  </a:cubicBezTo>
                  <a:cubicBezTo>
                    <a:pt x="132" y="130"/>
                    <a:pt x="132" y="130"/>
                    <a:pt x="132" y="130"/>
                  </a:cubicBezTo>
                  <a:cubicBezTo>
                    <a:pt x="131" y="131"/>
                    <a:pt x="131" y="132"/>
                    <a:pt x="130" y="132"/>
                  </a:cubicBezTo>
                  <a:cubicBezTo>
                    <a:pt x="130" y="132"/>
                    <a:pt x="129" y="133"/>
                    <a:pt x="129" y="133"/>
                  </a:cubicBezTo>
                  <a:cubicBezTo>
                    <a:pt x="128" y="133"/>
                    <a:pt x="126" y="132"/>
                    <a:pt x="126" y="133"/>
                  </a:cubicBezTo>
                  <a:cubicBezTo>
                    <a:pt x="126" y="133"/>
                    <a:pt x="126" y="134"/>
                    <a:pt x="126" y="134"/>
                  </a:cubicBezTo>
                  <a:cubicBezTo>
                    <a:pt x="126" y="135"/>
                    <a:pt x="127" y="135"/>
                    <a:pt x="127" y="136"/>
                  </a:cubicBezTo>
                  <a:cubicBezTo>
                    <a:pt x="127" y="136"/>
                    <a:pt x="128" y="137"/>
                    <a:pt x="129" y="138"/>
                  </a:cubicBezTo>
                  <a:cubicBezTo>
                    <a:pt x="129" y="138"/>
                    <a:pt x="128" y="139"/>
                    <a:pt x="128" y="140"/>
                  </a:cubicBezTo>
                  <a:cubicBezTo>
                    <a:pt x="128" y="140"/>
                    <a:pt x="129" y="141"/>
                    <a:pt x="130" y="142"/>
                  </a:cubicBezTo>
                  <a:cubicBezTo>
                    <a:pt x="130" y="142"/>
                    <a:pt x="130" y="143"/>
                    <a:pt x="129" y="143"/>
                  </a:cubicBezTo>
                  <a:cubicBezTo>
                    <a:pt x="129" y="144"/>
                    <a:pt x="128" y="144"/>
                    <a:pt x="128" y="145"/>
                  </a:cubicBezTo>
                  <a:cubicBezTo>
                    <a:pt x="127" y="145"/>
                    <a:pt x="126" y="144"/>
                    <a:pt x="125" y="144"/>
                  </a:cubicBezTo>
                  <a:cubicBezTo>
                    <a:pt x="124" y="144"/>
                    <a:pt x="122" y="145"/>
                    <a:pt x="122" y="145"/>
                  </a:cubicBezTo>
                  <a:cubicBezTo>
                    <a:pt x="122" y="145"/>
                    <a:pt x="122" y="147"/>
                    <a:pt x="121" y="147"/>
                  </a:cubicBezTo>
                  <a:cubicBezTo>
                    <a:pt x="120" y="147"/>
                    <a:pt x="119" y="145"/>
                    <a:pt x="118" y="145"/>
                  </a:cubicBezTo>
                  <a:cubicBezTo>
                    <a:pt x="118" y="146"/>
                    <a:pt x="118" y="147"/>
                    <a:pt x="118" y="148"/>
                  </a:cubicBezTo>
                  <a:cubicBezTo>
                    <a:pt x="118" y="148"/>
                    <a:pt x="118" y="149"/>
                    <a:pt x="117" y="149"/>
                  </a:cubicBezTo>
                  <a:cubicBezTo>
                    <a:pt x="117" y="149"/>
                    <a:pt x="117" y="150"/>
                    <a:pt x="116" y="15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101"/>
            <p:cNvSpPr>
              <a:spLocks/>
            </p:cNvSpPr>
            <p:nvPr/>
          </p:nvSpPr>
          <p:spPr bwMode="auto">
            <a:xfrm>
              <a:off x="1744663" y="3570288"/>
              <a:ext cx="273050" cy="255588"/>
            </a:xfrm>
            <a:custGeom>
              <a:avLst/>
              <a:gdLst/>
              <a:ahLst/>
              <a:cxnLst>
                <a:cxn ang="0">
                  <a:pos x="141" y="90"/>
                </a:cxn>
                <a:cxn ang="0">
                  <a:pos x="132" y="94"/>
                </a:cxn>
                <a:cxn ang="0">
                  <a:pos x="123" y="102"/>
                </a:cxn>
                <a:cxn ang="0">
                  <a:pos x="115" y="100"/>
                </a:cxn>
                <a:cxn ang="0">
                  <a:pos x="112" y="91"/>
                </a:cxn>
                <a:cxn ang="0">
                  <a:pos x="106" y="96"/>
                </a:cxn>
                <a:cxn ang="0">
                  <a:pos x="100" y="94"/>
                </a:cxn>
                <a:cxn ang="0">
                  <a:pos x="96" y="88"/>
                </a:cxn>
                <a:cxn ang="0">
                  <a:pos x="93" y="93"/>
                </a:cxn>
                <a:cxn ang="0">
                  <a:pos x="91" y="99"/>
                </a:cxn>
                <a:cxn ang="0">
                  <a:pos x="97" y="106"/>
                </a:cxn>
                <a:cxn ang="0">
                  <a:pos x="100" y="117"/>
                </a:cxn>
                <a:cxn ang="0">
                  <a:pos x="95" y="122"/>
                </a:cxn>
                <a:cxn ang="0">
                  <a:pos x="86" y="129"/>
                </a:cxn>
                <a:cxn ang="0">
                  <a:pos x="76" y="132"/>
                </a:cxn>
                <a:cxn ang="0">
                  <a:pos x="68" y="133"/>
                </a:cxn>
                <a:cxn ang="0">
                  <a:pos x="56" y="131"/>
                </a:cxn>
                <a:cxn ang="0">
                  <a:pos x="54" y="123"/>
                </a:cxn>
                <a:cxn ang="0">
                  <a:pos x="45" y="115"/>
                </a:cxn>
                <a:cxn ang="0">
                  <a:pos x="36" y="112"/>
                </a:cxn>
                <a:cxn ang="0">
                  <a:pos x="27" y="118"/>
                </a:cxn>
                <a:cxn ang="0">
                  <a:pos x="18" y="112"/>
                </a:cxn>
                <a:cxn ang="0">
                  <a:pos x="9" y="100"/>
                </a:cxn>
                <a:cxn ang="0">
                  <a:pos x="6" y="87"/>
                </a:cxn>
                <a:cxn ang="0">
                  <a:pos x="2" y="74"/>
                </a:cxn>
                <a:cxn ang="0">
                  <a:pos x="5" y="69"/>
                </a:cxn>
                <a:cxn ang="0">
                  <a:pos x="1" y="60"/>
                </a:cxn>
                <a:cxn ang="0">
                  <a:pos x="8" y="56"/>
                </a:cxn>
                <a:cxn ang="0">
                  <a:pos x="1" y="53"/>
                </a:cxn>
                <a:cxn ang="0">
                  <a:pos x="6" y="46"/>
                </a:cxn>
                <a:cxn ang="0">
                  <a:pos x="11" y="35"/>
                </a:cxn>
                <a:cxn ang="0">
                  <a:pos x="18" y="30"/>
                </a:cxn>
                <a:cxn ang="0">
                  <a:pos x="24" y="26"/>
                </a:cxn>
                <a:cxn ang="0">
                  <a:pos x="16" y="21"/>
                </a:cxn>
                <a:cxn ang="0">
                  <a:pos x="26" y="11"/>
                </a:cxn>
                <a:cxn ang="0">
                  <a:pos x="30" y="6"/>
                </a:cxn>
                <a:cxn ang="0">
                  <a:pos x="30" y="3"/>
                </a:cxn>
                <a:cxn ang="0">
                  <a:pos x="37" y="2"/>
                </a:cxn>
                <a:cxn ang="0">
                  <a:pos x="45" y="3"/>
                </a:cxn>
                <a:cxn ang="0">
                  <a:pos x="53" y="9"/>
                </a:cxn>
                <a:cxn ang="0">
                  <a:pos x="52" y="14"/>
                </a:cxn>
                <a:cxn ang="0">
                  <a:pos x="59" y="20"/>
                </a:cxn>
                <a:cxn ang="0">
                  <a:pos x="64" y="13"/>
                </a:cxn>
                <a:cxn ang="0">
                  <a:pos x="73" y="18"/>
                </a:cxn>
                <a:cxn ang="0">
                  <a:pos x="82" y="15"/>
                </a:cxn>
                <a:cxn ang="0">
                  <a:pos x="89" y="15"/>
                </a:cxn>
                <a:cxn ang="0">
                  <a:pos x="95" y="8"/>
                </a:cxn>
                <a:cxn ang="0">
                  <a:pos x="99" y="13"/>
                </a:cxn>
                <a:cxn ang="0">
                  <a:pos x="105" y="16"/>
                </a:cxn>
                <a:cxn ang="0">
                  <a:pos x="115" y="13"/>
                </a:cxn>
                <a:cxn ang="0">
                  <a:pos x="124" y="18"/>
                </a:cxn>
                <a:cxn ang="0">
                  <a:pos x="126" y="31"/>
                </a:cxn>
                <a:cxn ang="0">
                  <a:pos x="129" y="46"/>
                </a:cxn>
                <a:cxn ang="0">
                  <a:pos x="128" y="53"/>
                </a:cxn>
                <a:cxn ang="0">
                  <a:pos x="137" y="59"/>
                </a:cxn>
                <a:cxn ang="0">
                  <a:pos x="140" y="68"/>
                </a:cxn>
                <a:cxn ang="0">
                  <a:pos x="139" y="77"/>
                </a:cxn>
                <a:cxn ang="0">
                  <a:pos x="141" y="80"/>
                </a:cxn>
              </a:cxnLst>
              <a:rect l="0" t="0" r="r" b="b"/>
              <a:pathLst>
                <a:path w="145" h="135">
                  <a:moveTo>
                    <a:pt x="145" y="83"/>
                  </a:moveTo>
                  <a:cubicBezTo>
                    <a:pt x="145" y="83"/>
                    <a:pt x="145" y="85"/>
                    <a:pt x="145" y="85"/>
                  </a:cubicBezTo>
                  <a:cubicBezTo>
                    <a:pt x="144" y="86"/>
                    <a:pt x="144" y="87"/>
                    <a:pt x="144" y="87"/>
                  </a:cubicBezTo>
                  <a:cubicBezTo>
                    <a:pt x="143" y="88"/>
                    <a:pt x="142" y="88"/>
                    <a:pt x="142" y="89"/>
                  </a:cubicBezTo>
                  <a:cubicBezTo>
                    <a:pt x="142" y="89"/>
                    <a:pt x="142" y="90"/>
                    <a:pt x="141" y="90"/>
                  </a:cubicBezTo>
                  <a:cubicBezTo>
                    <a:pt x="141" y="91"/>
                    <a:pt x="141" y="91"/>
                    <a:pt x="141" y="92"/>
                  </a:cubicBezTo>
                  <a:cubicBezTo>
                    <a:pt x="141" y="92"/>
                    <a:pt x="140" y="92"/>
                    <a:pt x="139" y="92"/>
                  </a:cubicBezTo>
                  <a:cubicBezTo>
                    <a:pt x="139" y="93"/>
                    <a:pt x="138" y="93"/>
                    <a:pt x="138" y="93"/>
                  </a:cubicBezTo>
                  <a:cubicBezTo>
                    <a:pt x="137" y="93"/>
                    <a:pt x="136" y="93"/>
                    <a:pt x="135" y="93"/>
                  </a:cubicBezTo>
                  <a:cubicBezTo>
                    <a:pt x="135" y="93"/>
                    <a:pt x="133" y="94"/>
                    <a:pt x="132" y="94"/>
                  </a:cubicBezTo>
                  <a:cubicBezTo>
                    <a:pt x="132" y="95"/>
                    <a:pt x="131" y="96"/>
                    <a:pt x="131" y="96"/>
                  </a:cubicBezTo>
                  <a:cubicBezTo>
                    <a:pt x="130" y="97"/>
                    <a:pt x="130" y="98"/>
                    <a:pt x="129" y="99"/>
                  </a:cubicBezTo>
                  <a:cubicBezTo>
                    <a:pt x="129" y="99"/>
                    <a:pt x="129" y="100"/>
                    <a:pt x="128" y="101"/>
                  </a:cubicBezTo>
                  <a:cubicBezTo>
                    <a:pt x="128" y="101"/>
                    <a:pt x="127" y="103"/>
                    <a:pt x="127" y="103"/>
                  </a:cubicBezTo>
                  <a:cubicBezTo>
                    <a:pt x="126" y="103"/>
                    <a:pt x="124" y="102"/>
                    <a:pt x="123" y="102"/>
                  </a:cubicBezTo>
                  <a:cubicBezTo>
                    <a:pt x="123" y="102"/>
                    <a:pt x="122" y="101"/>
                    <a:pt x="121" y="101"/>
                  </a:cubicBezTo>
                  <a:cubicBezTo>
                    <a:pt x="120" y="101"/>
                    <a:pt x="119" y="101"/>
                    <a:pt x="119" y="101"/>
                  </a:cubicBezTo>
                  <a:cubicBezTo>
                    <a:pt x="118" y="101"/>
                    <a:pt x="118" y="101"/>
                    <a:pt x="117" y="101"/>
                  </a:cubicBezTo>
                  <a:cubicBezTo>
                    <a:pt x="117" y="101"/>
                    <a:pt x="116" y="102"/>
                    <a:pt x="116" y="102"/>
                  </a:cubicBezTo>
                  <a:cubicBezTo>
                    <a:pt x="115" y="101"/>
                    <a:pt x="115" y="100"/>
                    <a:pt x="115" y="100"/>
                  </a:cubicBezTo>
                  <a:cubicBezTo>
                    <a:pt x="115" y="99"/>
                    <a:pt x="115" y="98"/>
                    <a:pt x="115" y="98"/>
                  </a:cubicBezTo>
                  <a:cubicBezTo>
                    <a:pt x="115" y="97"/>
                    <a:pt x="116" y="96"/>
                    <a:pt x="115" y="95"/>
                  </a:cubicBezTo>
                  <a:cubicBezTo>
                    <a:pt x="115" y="95"/>
                    <a:pt x="115" y="94"/>
                    <a:pt x="114" y="94"/>
                  </a:cubicBezTo>
                  <a:cubicBezTo>
                    <a:pt x="114" y="93"/>
                    <a:pt x="114" y="93"/>
                    <a:pt x="113" y="93"/>
                  </a:cubicBezTo>
                  <a:cubicBezTo>
                    <a:pt x="113" y="92"/>
                    <a:pt x="113" y="91"/>
                    <a:pt x="112" y="91"/>
                  </a:cubicBezTo>
                  <a:cubicBezTo>
                    <a:pt x="112" y="91"/>
                    <a:pt x="111" y="90"/>
                    <a:pt x="111" y="90"/>
                  </a:cubicBezTo>
                  <a:cubicBezTo>
                    <a:pt x="110" y="90"/>
                    <a:pt x="109" y="91"/>
                    <a:pt x="109" y="91"/>
                  </a:cubicBezTo>
                  <a:cubicBezTo>
                    <a:pt x="108" y="91"/>
                    <a:pt x="107" y="92"/>
                    <a:pt x="107" y="92"/>
                  </a:cubicBezTo>
                  <a:cubicBezTo>
                    <a:pt x="107" y="93"/>
                    <a:pt x="107" y="93"/>
                    <a:pt x="106" y="94"/>
                  </a:cubicBezTo>
                  <a:cubicBezTo>
                    <a:pt x="106" y="95"/>
                    <a:pt x="107" y="96"/>
                    <a:pt x="106" y="96"/>
                  </a:cubicBezTo>
                  <a:cubicBezTo>
                    <a:pt x="106" y="97"/>
                    <a:pt x="105" y="97"/>
                    <a:pt x="105" y="97"/>
                  </a:cubicBezTo>
                  <a:cubicBezTo>
                    <a:pt x="104" y="97"/>
                    <a:pt x="103" y="97"/>
                    <a:pt x="103" y="97"/>
                  </a:cubicBezTo>
                  <a:cubicBezTo>
                    <a:pt x="102" y="97"/>
                    <a:pt x="102" y="96"/>
                    <a:pt x="102" y="96"/>
                  </a:cubicBezTo>
                  <a:cubicBezTo>
                    <a:pt x="101" y="95"/>
                    <a:pt x="100" y="95"/>
                    <a:pt x="100" y="95"/>
                  </a:cubicBezTo>
                  <a:cubicBezTo>
                    <a:pt x="100" y="94"/>
                    <a:pt x="100" y="94"/>
                    <a:pt x="100" y="94"/>
                  </a:cubicBezTo>
                  <a:cubicBezTo>
                    <a:pt x="101" y="93"/>
                    <a:pt x="101" y="93"/>
                    <a:pt x="101" y="93"/>
                  </a:cubicBezTo>
                  <a:cubicBezTo>
                    <a:pt x="102" y="92"/>
                    <a:pt x="101" y="91"/>
                    <a:pt x="101" y="91"/>
                  </a:cubicBezTo>
                  <a:cubicBezTo>
                    <a:pt x="100" y="90"/>
                    <a:pt x="99" y="91"/>
                    <a:pt x="99" y="90"/>
                  </a:cubicBezTo>
                  <a:cubicBezTo>
                    <a:pt x="98" y="90"/>
                    <a:pt x="98" y="89"/>
                    <a:pt x="98" y="89"/>
                  </a:cubicBezTo>
                  <a:cubicBezTo>
                    <a:pt x="98" y="88"/>
                    <a:pt x="97" y="87"/>
                    <a:pt x="96" y="88"/>
                  </a:cubicBezTo>
                  <a:cubicBezTo>
                    <a:pt x="96" y="88"/>
                    <a:pt x="96" y="88"/>
                    <a:pt x="95" y="89"/>
                  </a:cubicBezTo>
                  <a:cubicBezTo>
                    <a:pt x="95" y="89"/>
                    <a:pt x="95" y="90"/>
                    <a:pt x="95" y="90"/>
                  </a:cubicBezTo>
                  <a:cubicBezTo>
                    <a:pt x="95" y="90"/>
                    <a:pt x="94" y="90"/>
                    <a:pt x="94" y="90"/>
                  </a:cubicBezTo>
                  <a:cubicBezTo>
                    <a:pt x="93" y="90"/>
                    <a:pt x="93" y="91"/>
                    <a:pt x="93" y="91"/>
                  </a:cubicBezTo>
                  <a:cubicBezTo>
                    <a:pt x="93" y="92"/>
                    <a:pt x="93" y="93"/>
                    <a:pt x="93" y="93"/>
                  </a:cubicBezTo>
                  <a:cubicBezTo>
                    <a:pt x="93" y="93"/>
                    <a:pt x="94" y="93"/>
                    <a:pt x="95" y="93"/>
                  </a:cubicBezTo>
                  <a:cubicBezTo>
                    <a:pt x="95" y="94"/>
                    <a:pt x="95" y="95"/>
                    <a:pt x="95" y="95"/>
                  </a:cubicBezTo>
                  <a:cubicBezTo>
                    <a:pt x="95" y="96"/>
                    <a:pt x="95" y="96"/>
                    <a:pt x="94" y="96"/>
                  </a:cubicBezTo>
                  <a:cubicBezTo>
                    <a:pt x="94" y="97"/>
                    <a:pt x="93" y="97"/>
                    <a:pt x="93" y="97"/>
                  </a:cubicBezTo>
                  <a:cubicBezTo>
                    <a:pt x="92" y="98"/>
                    <a:pt x="91" y="99"/>
                    <a:pt x="91" y="99"/>
                  </a:cubicBezTo>
                  <a:cubicBezTo>
                    <a:pt x="91" y="100"/>
                    <a:pt x="91" y="101"/>
                    <a:pt x="91" y="102"/>
                  </a:cubicBezTo>
                  <a:cubicBezTo>
                    <a:pt x="91" y="103"/>
                    <a:pt x="92" y="103"/>
                    <a:pt x="92" y="104"/>
                  </a:cubicBezTo>
                  <a:cubicBezTo>
                    <a:pt x="93" y="104"/>
                    <a:pt x="94" y="104"/>
                    <a:pt x="94" y="104"/>
                  </a:cubicBezTo>
                  <a:cubicBezTo>
                    <a:pt x="95" y="105"/>
                    <a:pt x="96" y="104"/>
                    <a:pt x="97" y="105"/>
                  </a:cubicBezTo>
                  <a:cubicBezTo>
                    <a:pt x="97" y="105"/>
                    <a:pt x="97" y="106"/>
                    <a:pt x="97" y="106"/>
                  </a:cubicBezTo>
                  <a:cubicBezTo>
                    <a:pt x="97" y="107"/>
                    <a:pt x="97" y="109"/>
                    <a:pt x="97" y="110"/>
                  </a:cubicBezTo>
                  <a:cubicBezTo>
                    <a:pt x="97" y="110"/>
                    <a:pt x="98" y="111"/>
                    <a:pt x="98" y="111"/>
                  </a:cubicBezTo>
                  <a:cubicBezTo>
                    <a:pt x="98" y="112"/>
                    <a:pt x="99" y="112"/>
                    <a:pt x="100" y="113"/>
                  </a:cubicBezTo>
                  <a:cubicBezTo>
                    <a:pt x="100" y="113"/>
                    <a:pt x="100" y="114"/>
                    <a:pt x="100" y="115"/>
                  </a:cubicBezTo>
                  <a:cubicBezTo>
                    <a:pt x="100" y="115"/>
                    <a:pt x="100" y="116"/>
                    <a:pt x="100" y="117"/>
                  </a:cubicBezTo>
                  <a:cubicBezTo>
                    <a:pt x="100" y="117"/>
                    <a:pt x="100" y="119"/>
                    <a:pt x="100" y="119"/>
                  </a:cubicBezTo>
                  <a:cubicBezTo>
                    <a:pt x="100" y="120"/>
                    <a:pt x="99" y="120"/>
                    <a:pt x="99" y="121"/>
                  </a:cubicBezTo>
                  <a:cubicBezTo>
                    <a:pt x="98" y="121"/>
                    <a:pt x="97" y="120"/>
                    <a:pt x="97" y="120"/>
                  </a:cubicBezTo>
                  <a:cubicBezTo>
                    <a:pt x="96" y="120"/>
                    <a:pt x="96" y="120"/>
                    <a:pt x="95" y="120"/>
                  </a:cubicBezTo>
                  <a:cubicBezTo>
                    <a:pt x="95" y="121"/>
                    <a:pt x="95" y="122"/>
                    <a:pt x="95" y="122"/>
                  </a:cubicBezTo>
                  <a:cubicBezTo>
                    <a:pt x="94" y="123"/>
                    <a:pt x="93" y="123"/>
                    <a:pt x="93" y="124"/>
                  </a:cubicBezTo>
                  <a:cubicBezTo>
                    <a:pt x="92" y="124"/>
                    <a:pt x="91" y="123"/>
                    <a:pt x="91" y="124"/>
                  </a:cubicBezTo>
                  <a:cubicBezTo>
                    <a:pt x="90" y="124"/>
                    <a:pt x="90" y="125"/>
                    <a:pt x="89" y="125"/>
                  </a:cubicBezTo>
                  <a:cubicBezTo>
                    <a:pt x="89" y="126"/>
                    <a:pt x="88" y="128"/>
                    <a:pt x="88" y="128"/>
                  </a:cubicBezTo>
                  <a:cubicBezTo>
                    <a:pt x="87" y="128"/>
                    <a:pt x="86" y="129"/>
                    <a:pt x="86" y="129"/>
                  </a:cubicBezTo>
                  <a:cubicBezTo>
                    <a:pt x="85" y="129"/>
                    <a:pt x="83" y="128"/>
                    <a:pt x="83" y="129"/>
                  </a:cubicBezTo>
                  <a:cubicBezTo>
                    <a:pt x="82" y="129"/>
                    <a:pt x="82" y="130"/>
                    <a:pt x="81" y="131"/>
                  </a:cubicBezTo>
                  <a:cubicBezTo>
                    <a:pt x="81" y="131"/>
                    <a:pt x="80" y="131"/>
                    <a:pt x="79" y="131"/>
                  </a:cubicBezTo>
                  <a:cubicBezTo>
                    <a:pt x="79" y="131"/>
                    <a:pt x="78" y="132"/>
                    <a:pt x="78" y="132"/>
                  </a:cubicBezTo>
                  <a:cubicBezTo>
                    <a:pt x="77" y="132"/>
                    <a:pt x="77" y="132"/>
                    <a:pt x="76" y="132"/>
                  </a:cubicBezTo>
                  <a:cubicBezTo>
                    <a:pt x="76" y="132"/>
                    <a:pt x="75" y="132"/>
                    <a:pt x="74" y="132"/>
                  </a:cubicBezTo>
                  <a:cubicBezTo>
                    <a:pt x="74" y="132"/>
                    <a:pt x="73" y="132"/>
                    <a:pt x="73" y="132"/>
                  </a:cubicBezTo>
                  <a:cubicBezTo>
                    <a:pt x="73" y="132"/>
                    <a:pt x="72" y="133"/>
                    <a:pt x="72" y="134"/>
                  </a:cubicBezTo>
                  <a:cubicBezTo>
                    <a:pt x="71" y="134"/>
                    <a:pt x="71" y="134"/>
                    <a:pt x="70" y="135"/>
                  </a:cubicBezTo>
                  <a:cubicBezTo>
                    <a:pt x="70" y="134"/>
                    <a:pt x="69" y="134"/>
                    <a:pt x="68" y="133"/>
                  </a:cubicBezTo>
                  <a:cubicBezTo>
                    <a:pt x="67" y="133"/>
                    <a:pt x="66" y="133"/>
                    <a:pt x="66" y="133"/>
                  </a:cubicBezTo>
                  <a:cubicBezTo>
                    <a:pt x="65" y="133"/>
                    <a:pt x="63" y="133"/>
                    <a:pt x="62" y="132"/>
                  </a:cubicBezTo>
                  <a:cubicBezTo>
                    <a:pt x="62" y="132"/>
                    <a:pt x="61" y="132"/>
                    <a:pt x="60" y="132"/>
                  </a:cubicBezTo>
                  <a:cubicBezTo>
                    <a:pt x="60" y="132"/>
                    <a:pt x="59" y="133"/>
                    <a:pt x="58" y="133"/>
                  </a:cubicBezTo>
                  <a:cubicBezTo>
                    <a:pt x="58" y="133"/>
                    <a:pt x="56" y="132"/>
                    <a:pt x="56" y="131"/>
                  </a:cubicBezTo>
                  <a:cubicBezTo>
                    <a:pt x="55" y="131"/>
                    <a:pt x="54" y="131"/>
                    <a:pt x="54" y="130"/>
                  </a:cubicBezTo>
                  <a:cubicBezTo>
                    <a:pt x="54" y="130"/>
                    <a:pt x="54" y="128"/>
                    <a:pt x="54" y="128"/>
                  </a:cubicBezTo>
                  <a:cubicBezTo>
                    <a:pt x="53" y="127"/>
                    <a:pt x="53" y="127"/>
                    <a:pt x="53" y="126"/>
                  </a:cubicBezTo>
                  <a:cubicBezTo>
                    <a:pt x="53" y="126"/>
                    <a:pt x="54" y="125"/>
                    <a:pt x="54" y="125"/>
                  </a:cubicBezTo>
                  <a:cubicBezTo>
                    <a:pt x="54" y="124"/>
                    <a:pt x="54" y="123"/>
                    <a:pt x="54" y="123"/>
                  </a:cubicBezTo>
                  <a:cubicBezTo>
                    <a:pt x="54" y="122"/>
                    <a:pt x="53" y="121"/>
                    <a:pt x="53" y="121"/>
                  </a:cubicBezTo>
                  <a:cubicBezTo>
                    <a:pt x="52" y="120"/>
                    <a:pt x="51" y="120"/>
                    <a:pt x="51" y="120"/>
                  </a:cubicBezTo>
                  <a:cubicBezTo>
                    <a:pt x="50" y="120"/>
                    <a:pt x="49" y="120"/>
                    <a:pt x="49" y="119"/>
                  </a:cubicBezTo>
                  <a:cubicBezTo>
                    <a:pt x="48" y="119"/>
                    <a:pt x="47" y="118"/>
                    <a:pt x="47" y="118"/>
                  </a:cubicBezTo>
                  <a:cubicBezTo>
                    <a:pt x="47" y="117"/>
                    <a:pt x="46" y="116"/>
                    <a:pt x="45" y="115"/>
                  </a:cubicBezTo>
                  <a:cubicBezTo>
                    <a:pt x="45" y="115"/>
                    <a:pt x="44" y="113"/>
                    <a:pt x="43" y="113"/>
                  </a:cubicBezTo>
                  <a:cubicBezTo>
                    <a:pt x="43" y="112"/>
                    <a:pt x="42" y="111"/>
                    <a:pt x="41" y="111"/>
                  </a:cubicBezTo>
                  <a:cubicBezTo>
                    <a:pt x="41" y="111"/>
                    <a:pt x="40" y="111"/>
                    <a:pt x="39" y="111"/>
                  </a:cubicBezTo>
                  <a:cubicBezTo>
                    <a:pt x="39" y="111"/>
                    <a:pt x="37" y="111"/>
                    <a:pt x="37" y="111"/>
                  </a:cubicBezTo>
                  <a:cubicBezTo>
                    <a:pt x="36" y="112"/>
                    <a:pt x="36" y="112"/>
                    <a:pt x="36" y="112"/>
                  </a:cubicBezTo>
                  <a:cubicBezTo>
                    <a:pt x="35" y="113"/>
                    <a:pt x="35" y="114"/>
                    <a:pt x="34" y="114"/>
                  </a:cubicBezTo>
                  <a:cubicBezTo>
                    <a:pt x="34" y="115"/>
                    <a:pt x="33" y="115"/>
                    <a:pt x="32" y="115"/>
                  </a:cubicBezTo>
                  <a:cubicBezTo>
                    <a:pt x="31" y="115"/>
                    <a:pt x="30" y="115"/>
                    <a:pt x="29" y="116"/>
                  </a:cubicBezTo>
                  <a:cubicBezTo>
                    <a:pt x="29" y="116"/>
                    <a:pt x="29" y="116"/>
                    <a:pt x="29" y="116"/>
                  </a:cubicBezTo>
                  <a:cubicBezTo>
                    <a:pt x="28" y="117"/>
                    <a:pt x="27" y="118"/>
                    <a:pt x="27" y="118"/>
                  </a:cubicBezTo>
                  <a:cubicBezTo>
                    <a:pt x="26" y="118"/>
                    <a:pt x="25" y="117"/>
                    <a:pt x="24" y="117"/>
                  </a:cubicBezTo>
                  <a:cubicBezTo>
                    <a:pt x="24" y="117"/>
                    <a:pt x="24" y="115"/>
                    <a:pt x="23" y="115"/>
                  </a:cubicBezTo>
                  <a:cubicBezTo>
                    <a:pt x="23" y="115"/>
                    <a:pt x="22" y="115"/>
                    <a:pt x="21" y="115"/>
                  </a:cubicBezTo>
                  <a:cubicBezTo>
                    <a:pt x="21" y="115"/>
                    <a:pt x="20" y="115"/>
                    <a:pt x="19" y="115"/>
                  </a:cubicBezTo>
                  <a:cubicBezTo>
                    <a:pt x="19" y="114"/>
                    <a:pt x="18" y="113"/>
                    <a:pt x="18" y="112"/>
                  </a:cubicBezTo>
                  <a:cubicBezTo>
                    <a:pt x="17" y="112"/>
                    <a:pt x="16" y="111"/>
                    <a:pt x="16" y="110"/>
                  </a:cubicBezTo>
                  <a:cubicBezTo>
                    <a:pt x="16" y="110"/>
                    <a:pt x="15" y="109"/>
                    <a:pt x="14" y="109"/>
                  </a:cubicBezTo>
                  <a:cubicBezTo>
                    <a:pt x="14" y="108"/>
                    <a:pt x="14" y="106"/>
                    <a:pt x="14" y="106"/>
                  </a:cubicBezTo>
                  <a:cubicBezTo>
                    <a:pt x="13" y="105"/>
                    <a:pt x="12" y="103"/>
                    <a:pt x="12" y="102"/>
                  </a:cubicBezTo>
                  <a:cubicBezTo>
                    <a:pt x="11" y="102"/>
                    <a:pt x="10" y="101"/>
                    <a:pt x="9" y="100"/>
                  </a:cubicBezTo>
                  <a:cubicBezTo>
                    <a:pt x="9" y="100"/>
                    <a:pt x="8" y="98"/>
                    <a:pt x="8" y="97"/>
                  </a:cubicBezTo>
                  <a:cubicBezTo>
                    <a:pt x="8" y="97"/>
                    <a:pt x="7" y="95"/>
                    <a:pt x="7" y="94"/>
                  </a:cubicBezTo>
                  <a:cubicBezTo>
                    <a:pt x="6" y="94"/>
                    <a:pt x="5" y="93"/>
                    <a:pt x="5" y="92"/>
                  </a:cubicBezTo>
                  <a:cubicBezTo>
                    <a:pt x="5" y="91"/>
                    <a:pt x="5" y="90"/>
                    <a:pt x="5" y="89"/>
                  </a:cubicBezTo>
                  <a:cubicBezTo>
                    <a:pt x="5" y="89"/>
                    <a:pt x="6" y="88"/>
                    <a:pt x="6" y="87"/>
                  </a:cubicBezTo>
                  <a:cubicBezTo>
                    <a:pt x="6" y="87"/>
                    <a:pt x="7" y="86"/>
                    <a:pt x="7" y="85"/>
                  </a:cubicBezTo>
                  <a:cubicBezTo>
                    <a:pt x="6" y="84"/>
                    <a:pt x="6" y="83"/>
                    <a:pt x="5" y="82"/>
                  </a:cubicBezTo>
                  <a:cubicBezTo>
                    <a:pt x="5" y="81"/>
                    <a:pt x="4" y="80"/>
                    <a:pt x="4" y="79"/>
                  </a:cubicBezTo>
                  <a:cubicBezTo>
                    <a:pt x="3" y="78"/>
                    <a:pt x="2" y="77"/>
                    <a:pt x="2" y="76"/>
                  </a:cubicBezTo>
                  <a:cubicBezTo>
                    <a:pt x="2" y="75"/>
                    <a:pt x="2" y="74"/>
                    <a:pt x="2" y="74"/>
                  </a:cubicBezTo>
                  <a:cubicBezTo>
                    <a:pt x="2" y="73"/>
                    <a:pt x="1" y="73"/>
                    <a:pt x="1" y="72"/>
                  </a:cubicBezTo>
                  <a:cubicBezTo>
                    <a:pt x="1" y="72"/>
                    <a:pt x="1" y="70"/>
                    <a:pt x="1" y="70"/>
                  </a:cubicBezTo>
                  <a:cubicBezTo>
                    <a:pt x="1" y="70"/>
                    <a:pt x="2" y="69"/>
                    <a:pt x="2" y="69"/>
                  </a:cubicBezTo>
                  <a:cubicBezTo>
                    <a:pt x="3" y="69"/>
                    <a:pt x="3" y="70"/>
                    <a:pt x="4" y="70"/>
                  </a:cubicBezTo>
                  <a:cubicBezTo>
                    <a:pt x="4" y="70"/>
                    <a:pt x="5" y="70"/>
                    <a:pt x="5" y="69"/>
                  </a:cubicBezTo>
                  <a:cubicBezTo>
                    <a:pt x="5" y="69"/>
                    <a:pt x="5" y="67"/>
                    <a:pt x="4" y="67"/>
                  </a:cubicBezTo>
                  <a:cubicBezTo>
                    <a:pt x="4" y="66"/>
                    <a:pt x="3" y="65"/>
                    <a:pt x="3" y="65"/>
                  </a:cubicBezTo>
                  <a:cubicBezTo>
                    <a:pt x="3" y="65"/>
                    <a:pt x="1" y="64"/>
                    <a:pt x="0" y="64"/>
                  </a:cubicBezTo>
                  <a:cubicBezTo>
                    <a:pt x="0" y="64"/>
                    <a:pt x="0" y="63"/>
                    <a:pt x="0" y="62"/>
                  </a:cubicBezTo>
                  <a:cubicBezTo>
                    <a:pt x="0" y="62"/>
                    <a:pt x="0" y="61"/>
                    <a:pt x="1" y="60"/>
                  </a:cubicBezTo>
                  <a:cubicBezTo>
                    <a:pt x="1" y="60"/>
                    <a:pt x="2" y="61"/>
                    <a:pt x="2" y="60"/>
                  </a:cubicBezTo>
                  <a:cubicBezTo>
                    <a:pt x="3" y="60"/>
                    <a:pt x="4" y="60"/>
                    <a:pt x="4" y="60"/>
                  </a:cubicBezTo>
                  <a:cubicBezTo>
                    <a:pt x="5" y="59"/>
                    <a:pt x="6" y="59"/>
                    <a:pt x="6" y="59"/>
                  </a:cubicBezTo>
                  <a:cubicBezTo>
                    <a:pt x="7" y="59"/>
                    <a:pt x="7" y="58"/>
                    <a:pt x="8" y="57"/>
                  </a:cubicBezTo>
                  <a:cubicBezTo>
                    <a:pt x="8" y="57"/>
                    <a:pt x="8" y="56"/>
                    <a:pt x="8" y="56"/>
                  </a:cubicBezTo>
                  <a:cubicBezTo>
                    <a:pt x="8" y="55"/>
                    <a:pt x="6" y="55"/>
                    <a:pt x="5" y="55"/>
                  </a:cubicBezTo>
                  <a:cubicBezTo>
                    <a:pt x="5" y="55"/>
                    <a:pt x="5" y="56"/>
                    <a:pt x="4" y="56"/>
                  </a:cubicBezTo>
                  <a:cubicBezTo>
                    <a:pt x="4" y="56"/>
                    <a:pt x="3" y="56"/>
                    <a:pt x="2" y="56"/>
                  </a:cubicBezTo>
                  <a:cubicBezTo>
                    <a:pt x="2" y="56"/>
                    <a:pt x="1" y="55"/>
                    <a:pt x="1" y="54"/>
                  </a:cubicBezTo>
                  <a:cubicBezTo>
                    <a:pt x="1" y="54"/>
                    <a:pt x="1" y="53"/>
                    <a:pt x="1" y="53"/>
                  </a:cubicBezTo>
                  <a:cubicBezTo>
                    <a:pt x="1" y="53"/>
                    <a:pt x="2" y="53"/>
                    <a:pt x="2" y="52"/>
                  </a:cubicBezTo>
                  <a:cubicBezTo>
                    <a:pt x="3" y="52"/>
                    <a:pt x="4" y="52"/>
                    <a:pt x="4" y="52"/>
                  </a:cubicBezTo>
                  <a:cubicBezTo>
                    <a:pt x="4" y="51"/>
                    <a:pt x="4" y="50"/>
                    <a:pt x="4" y="49"/>
                  </a:cubicBezTo>
                  <a:cubicBezTo>
                    <a:pt x="4" y="49"/>
                    <a:pt x="4" y="48"/>
                    <a:pt x="5" y="48"/>
                  </a:cubicBezTo>
                  <a:cubicBezTo>
                    <a:pt x="5" y="47"/>
                    <a:pt x="6" y="46"/>
                    <a:pt x="6" y="46"/>
                  </a:cubicBezTo>
                  <a:cubicBezTo>
                    <a:pt x="7" y="45"/>
                    <a:pt x="8" y="44"/>
                    <a:pt x="8" y="44"/>
                  </a:cubicBezTo>
                  <a:cubicBezTo>
                    <a:pt x="8" y="43"/>
                    <a:pt x="8" y="42"/>
                    <a:pt x="8" y="41"/>
                  </a:cubicBezTo>
                  <a:cubicBezTo>
                    <a:pt x="8" y="41"/>
                    <a:pt x="8" y="39"/>
                    <a:pt x="8" y="39"/>
                  </a:cubicBezTo>
                  <a:cubicBezTo>
                    <a:pt x="8" y="38"/>
                    <a:pt x="8" y="36"/>
                    <a:pt x="9" y="36"/>
                  </a:cubicBezTo>
                  <a:cubicBezTo>
                    <a:pt x="9" y="35"/>
                    <a:pt x="11" y="35"/>
                    <a:pt x="11" y="35"/>
                  </a:cubicBezTo>
                  <a:cubicBezTo>
                    <a:pt x="12" y="35"/>
                    <a:pt x="13" y="35"/>
                    <a:pt x="14" y="35"/>
                  </a:cubicBezTo>
                  <a:cubicBezTo>
                    <a:pt x="14" y="34"/>
                    <a:pt x="15" y="34"/>
                    <a:pt x="15" y="33"/>
                  </a:cubicBezTo>
                  <a:cubicBezTo>
                    <a:pt x="15" y="33"/>
                    <a:pt x="14" y="32"/>
                    <a:pt x="15" y="31"/>
                  </a:cubicBezTo>
                  <a:cubicBezTo>
                    <a:pt x="15" y="31"/>
                    <a:pt x="15" y="30"/>
                    <a:pt x="16" y="30"/>
                  </a:cubicBezTo>
                  <a:cubicBezTo>
                    <a:pt x="16" y="30"/>
                    <a:pt x="17" y="30"/>
                    <a:pt x="18" y="30"/>
                  </a:cubicBezTo>
                  <a:cubicBezTo>
                    <a:pt x="18" y="30"/>
                    <a:pt x="19" y="30"/>
                    <a:pt x="20" y="30"/>
                  </a:cubicBezTo>
                  <a:cubicBezTo>
                    <a:pt x="20" y="30"/>
                    <a:pt x="21" y="30"/>
                    <a:pt x="22" y="30"/>
                  </a:cubicBezTo>
                  <a:cubicBezTo>
                    <a:pt x="22" y="30"/>
                    <a:pt x="23" y="29"/>
                    <a:pt x="23" y="29"/>
                  </a:cubicBezTo>
                  <a:cubicBezTo>
                    <a:pt x="24" y="29"/>
                    <a:pt x="25" y="28"/>
                    <a:pt x="25" y="28"/>
                  </a:cubicBezTo>
                  <a:cubicBezTo>
                    <a:pt x="25" y="27"/>
                    <a:pt x="25" y="26"/>
                    <a:pt x="24" y="26"/>
                  </a:cubicBezTo>
                  <a:cubicBezTo>
                    <a:pt x="24" y="26"/>
                    <a:pt x="22" y="26"/>
                    <a:pt x="21" y="26"/>
                  </a:cubicBezTo>
                  <a:cubicBezTo>
                    <a:pt x="21" y="26"/>
                    <a:pt x="20" y="26"/>
                    <a:pt x="19" y="26"/>
                  </a:cubicBezTo>
                  <a:cubicBezTo>
                    <a:pt x="19" y="26"/>
                    <a:pt x="17" y="27"/>
                    <a:pt x="17" y="26"/>
                  </a:cubicBezTo>
                  <a:cubicBezTo>
                    <a:pt x="16" y="26"/>
                    <a:pt x="16" y="25"/>
                    <a:pt x="16" y="24"/>
                  </a:cubicBezTo>
                  <a:cubicBezTo>
                    <a:pt x="16" y="23"/>
                    <a:pt x="16" y="22"/>
                    <a:pt x="16" y="21"/>
                  </a:cubicBezTo>
                  <a:cubicBezTo>
                    <a:pt x="17" y="20"/>
                    <a:pt x="17" y="19"/>
                    <a:pt x="18" y="19"/>
                  </a:cubicBezTo>
                  <a:cubicBezTo>
                    <a:pt x="18" y="18"/>
                    <a:pt x="20" y="17"/>
                    <a:pt x="20" y="16"/>
                  </a:cubicBezTo>
                  <a:cubicBezTo>
                    <a:pt x="21" y="16"/>
                    <a:pt x="23" y="16"/>
                    <a:pt x="23" y="15"/>
                  </a:cubicBezTo>
                  <a:cubicBezTo>
                    <a:pt x="24" y="15"/>
                    <a:pt x="25" y="14"/>
                    <a:pt x="26" y="13"/>
                  </a:cubicBezTo>
                  <a:cubicBezTo>
                    <a:pt x="26" y="13"/>
                    <a:pt x="26" y="12"/>
                    <a:pt x="26" y="11"/>
                  </a:cubicBezTo>
                  <a:cubicBezTo>
                    <a:pt x="26" y="11"/>
                    <a:pt x="26" y="10"/>
                    <a:pt x="26" y="10"/>
                  </a:cubicBezTo>
                  <a:cubicBezTo>
                    <a:pt x="26" y="9"/>
                    <a:pt x="27" y="9"/>
                    <a:pt x="27" y="8"/>
                  </a:cubicBezTo>
                  <a:cubicBezTo>
                    <a:pt x="27" y="8"/>
                    <a:pt x="27" y="8"/>
                    <a:pt x="28" y="7"/>
                  </a:cubicBezTo>
                  <a:cubicBezTo>
                    <a:pt x="28" y="7"/>
                    <a:pt x="29" y="8"/>
                    <a:pt x="30" y="7"/>
                  </a:cubicBezTo>
                  <a:cubicBezTo>
                    <a:pt x="30" y="7"/>
                    <a:pt x="30" y="6"/>
                    <a:pt x="30" y="6"/>
                  </a:cubicBezTo>
                  <a:cubicBezTo>
                    <a:pt x="30" y="6"/>
                    <a:pt x="30" y="5"/>
                    <a:pt x="29" y="4"/>
                  </a:cubicBezTo>
                  <a:cubicBezTo>
                    <a:pt x="29" y="4"/>
                    <a:pt x="28" y="4"/>
                    <a:pt x="27" y="4"/>
                  </a:cubicBezTo>
                  <a:cubicBezTo>
                    <a:pt x="27" y="4"/>
                    <a:pt x="27" y="3"/>
                    <a:pt x="27" y="3"/>
                  </a:cubicBezTo>
                  <a:cubicBezTo>
                    <a:pt x="27" y="2"/>
                    <a:pt x="28" y="2"/>
                    <a:pt x="29" y="2"/>
                  </a:cubicBezTo>
                  <a:cubicBezTo>
                    <a:pt x="29" y="2"/>
                    <a:pt x="30" y="2"/>
                    <a:pt x="30" y="3"/>
                  </a:cubicBezTo>
                  <a:cubicBezTo>
                    <a:pt x="31" y="3"/>
                    <a:pt x="31" y="4"/>
                    <a:pt x="31" y="4"/>
                  </a:cubicBezTo>
                  <a:cubicBezTo>
                    <a:pt x="32" y="4"/>
                    <a:pt x="32" y="4"/>
                    <a:pt x="33" y="4"/>
                  </a:cubicBezTo>
                  <a:cubicBezTo>
                    <a:pt x="33" y="4"/>
                    <a:pt x="33" y="3"/>
                    <a:pt x="33" y="3"/>
                  </a:cubicBezTo>
                  <a:cubicBezTo>
                    <a:pt x="33" y="2"/>
                    <a:pt x="34" y="2"/>
                    <a:pt x="35" y="2"/>
                  </a:cubicBezTo>
                  <a:cubicBezTo>
                    <a:pt x="35" y="2"/>
                    <a:pt x="36" y="2"/>
                    <a:pt x="37" y="2"/>
                  </a:cubicBezTo>
                  <a:cubicBezTo>
                    <a:pt x="37" y="2"/>
                    <a:pt x="38" y="1"/>
                    <a:pt x="38" y="1"/>
                  </a:cubicBezTo>
                  <a:cubicBezTo>
                    <a:pt x="38" y="1"/>
                    <a:pt x="39" y="0"/>
                    <a:pt x="39" y="0"/>
                  </a:cubicBezTo>
                  <a:cubicBezTo>
                    <a:pt x="40" y="0"/>
                    <a:pt x="42" y="0"/>
                    <a:pt x="43" y="0"/>
                  </a:cubicBezTo>
                  <a:cubicBezTo>
                    <a:pt x="43" y="0"/>
                    <a:pt x="44" y="1"/>
                    <a:pt x="44" y="2"/>
                  </a:cubicBezTo>
                  <a:cubicBezTo>
                    <a:pt x="45" y="2"/>
                    <a:pt x="45" y="3"/>
                    <a:pt x="45" y="3"/>
                  </a:cubicBezTo>
                  <a:cubicBezTo>
                    <a:pt x="45" y="4"/>
                    <a:pt x="47" y="4"/>
                    <a:pt x="47" y="5"/>
                  </a:cubicBezTo>
                  <a:cubicBezTo>
                    <a:pt x="47" y="5"/>
                    <a:pt x="48" y="6"/>
                    <a:pt x="48" y="6"/>
                  </a:cubicBezTo>
                  <a:cubicBezTo>
                    <a:pt x="48" y="7"/>
                    <a:pt x="49" y="8"/>
                    <a:pt x="49" y="8"/>
                  </a:cubicBezTo>
                  <a:cubicBezTo>
                    <a:pt x="49" y="8"/>
                    <a:pt x="50" y="9"/>
                    <a:pt x="50" y="9"/>
                  </a:cubicBezTo>
                  <a:cubicBezTo>
                    <a:pt x="51" y="9"/>
                    <a:pt x="52" y="9"/>
                    <a:pt x="53" y="9"/>
                  </a:cubicBezTo>
                  <a:cubicBezTo>
                    <a:pt x="53" y="9"/>
                    <a:pt x="54" y="9"/>
                    <a:pt x="55" y="9"/>
                  </a:cubicBezTo>
                  <a:cubicBezTo>
                    <a:pt x="55" y="10"/>
                    <a:pt x="56" y="11"/>
                    <a:pt x="56" y="11"/>
                  </a:cubicBezTo>
                  <a:cubicBezTo>
                    <a:pt x="56" y="12"/>
                    <a:pt x="55" y="12"/>
                    <a:pt x="55" y="13"/>
                  </a:cubicBezTo>
                  <a:cubicBezTo>
                    <a:pt x="55" y="13"/>
                    <a:pt x="54" y="14"/>
                    <a:pt x="54" y="14"/>
                  </a:cubicBezTo>
                  <a:cubicBezTo>
                    <a:pt x="53" y="14"/>
                    <a:pt x="52" y="14"/>
                    <a:pt x="52" y="14"/>
                  </a:cubicBezTo>
                  <a:cubicBezTo>
                    <a:pt x="52" y="15"/>
                    <a:pt x="51" y="15"/>
                    <a:pt x="51" y="15"/>
                  </a:cubicBezTo>
                  <a:cubicBezTo>
                    <a:pt x="51" y="16"/>
                    <a:pt x="53" y="16"/>
                    <a:pt x="53" y="16"/>
                  </a:cubicBezTo>
                  <a:cubicBezTo>
                    <a:pt x="54" y="17"/>
                    <a:pt x="54" y="17"/>
                    <a:pt x="55" y="17"/>
                  </a:cubicBezTo>
                  <a:cubicBezTo>
                    <a:pt x="56" y="17"/>
                    <a:pt x="57" y="18"/>
                    <a:pt x="57" y="19"/>
                  </a:cubicBezTo>
                  <a:cubicBezTo>
                    <a:pt x="58" y="19"/>
                    <a:pt x="58" y="20"/>
                    <a:pt x="59" y="20"/>
                  </a:cubicBezTo>
                  <a:cubicBezTo>
                    <a:pt x="59" y="20"/>
                    <a:pt x="60" y="20"/>
                    <a:pt x="60" y="20"/>
                  </a:cubicBezTo>
                  <a:cubicBezTo>
                    <a:pt x="60" y="19"/>
                    <a:pt x="61" y="19"/>
                    <a:pt x="62" y="19"/>
                  </a:cubicBezTo>
                  <a:cubicBezTo>
                    <a:pt x="62" y="18"/>
                    <a:pt x="63" y="18"/>
                    <a:pt x="63" y="17"/>
                  </a:cubicBezTo>
                  <a:cubicBezTo>
                    <a:pt x="63" y="17"/>
                    <a:pt x="63" y="15"/>
                    <a:pt x="63" y="15"/>
                  </a:cubicBezTo>
                  <a:cubicBezTo>
                    <a:pt x="63" y="14"/>
                    <a:pt x="64" y="14"/>
                    <a:pt x="64" y="13"/>
                  </a:cubicBezTo>
                  <a:cubicBezTo>
                    <a:pt x="65" y="13"/>
                    <a:pt x="65" y="12"/>
                    <a:pt x="66" y="11"/>
                  </a:cubicBezTo>
                  <a:cubicBezTo>
                    <a:pt x="66" y="11"/>
                    <a:pt x="67" y="11"/>
                    <a:pt x="68" y="11"/>
                  </a:cubicBezTo>
                  <a:cubicBezTo>
                    <a:pt x="68" y="11"/>
                    <a:pt x="69" y="13"/>
                    <a:pt x="70" y="13"/>
                  </a:cubicBezTo>
                  <a:cubicBezTo>
                    <a:pt x="70" y="14"/>
                    <a:pt x="72" y="15"/>
                    <a:pt x="72" y="15"/>
                  </a:cubicBezTo>
                  <a:cubicBezTo>
                    <a:pt x="72" y="16"/>
                    <a:pt x="73" y="18"/>
                    <a:pt x="73" y="18"/>
                  </a:cubicBezTo>
                  <a:cubicBezTo>
                    <a:pt x="74" y="19"/>
                    <a:pt x="74" y="20"/>
                    <a:pt x="75" y="20"/>
                  </a:cubicBezTo>
                  <a:cubicBezTo>
                    <a:pt x="75" y="20"/>
                    <a:pt x="76" y="21"/>
                    <a:pt x="77" y="21"/>
                  </a:cubicBezTo>
                  <a:cubicBezTo>
                    <a:pt x="78" y="21"/>
                    <a:pt x="80" y="21"/>
                    <a:pt x="81" y="20"/>
                  </a:cubicBezTo>
                  <a:cubicBezTo>
                    <a:pt x="81" y="20"/>
                    <a:pt x="82" y="19"/>
                    <a:pt x="82" y="18"/>
                  </a:cubicBezTo>
                  <a:cubicBezTo>
                    <a:pt x="82" y="18"/>
                    <a:pt x="82" y="16"/>
                    <a:pt x="82" y="15"/>
                  </a:cubicBezTo>
                  <a:cubicBezTo>
                    <a:pt x="82" y="15"/>
                    <a:pt x="82" y="14"/>
                    <a:pt x="82" y="14"/>
                  </a:cubicBezTo>
                  <a:cubicBezTo>
                    <a:pt x="82" y="13"/>
                    <a:pt x="83" y="13"/>
                    <a:pt x="83" y="12"/>
                  </a:cubicBezTo>
                  <a:cubicBezTo>
                    <a:pt x="84" y="12"/>
                    <a:pt x="85" y="13"/>
                    <a:pt x="85" y="13"/>
                  </a:cubicBezTo>
                  <a:cubicBezTo>
                    <a:pt x="86" y="13"/>
                    <a:pt x="86" y="14"/>
                    <a:pt x="87" y="15"/>
                  </a:cubicBezTo>
                  <a:cubicBezTo>
                    <a:pt x="87" y="15"/>
                    <a:pt x="89" y="15"/>
                    <a:pt x="89" y="15"/>
                  </a:cubicBezTo>
                  <a:cubicBezTo>
                    <a:pt x="90" y="15"/>
                    <a:pt x="91" y="15"/>
                    <a:pt x="91" y="14"/>
                  </a:cubicBezTo>
                  <a:cubicBezTo>
                    <a:pt x="91" y="14"/>
                    <a:pt x="92" y="12"/>
                    <a:pt x="92" y="12"/>
                  </a:cubicBezTo>
                  <a:cubicBezTo>
                    <a:pt x="92" y="11"/>
                    <a:pt x="91" y="10"/>
                    <a:pt x="92" y="10"/>
                  </a:cubicBezTo>
                  <a:cubicBezTo>
                    <a:pt x="92" y="10"/>
                    <a:pt x="93" y="10"/>
                    <a:pt x="93" y="10"/>
                  </a:cubicBezTo>
                  <a:cubicBezTo>
                    <a:pt x="94" y="10"/>
                    <a:pt x="94" y="8"/>
                    <a:pt x="95" y="8"/>
                  </a:cubicBezTo>
                  <a:cubicBezTo>
                    <a:pt x="95" y="8"/>
                    <a:pt x="97" y="7"/>
                    <a:pt x="97" y="7"/>
                  </a:cubicBezTo>
                  <a:cubicBezTo>
                    <a:pt x="98" y="7"/>
                    <a:pt x="99" y="8"/>
                    <a:pt x="100" y="8"/>
                  </a:cubicBezTo>
                  <a:cubicBezTo>
                    <a:pt x="100" y="8"/>
                    <a:pt x="100" y="9"/>
                    <a:pt x="100" y="10"/>
                  </a:cubicBezTo>
                  <a:cubicBezTo>
                    <a:pt x="101" y="10"/>
                    <a:pt x="101" y="11"/>
                    <a:pt x="100" y="12"/>
                  </a:cubicBezTo>
                  <a:cubicBezTo>
                    <a:pt x="100" y="12"/>
                    <a:pt x="99" y="13"/>
                    <a:pt x="99" y="13"/>
                  </a:cubicBezTo>
                  <a:cubicBezTo>
                    <a:pt x="99" y="13"/>
                    <a:pt x="98" y="14"/>
                    <a:pt x="98" y="15"/>
                  </a:cubicBezTo>
                  <a:cubicBezTo>
                    <a:pt x="98" y="15"/>
                    <a:pt x="99" y="16"/>
                    <a:pt x="99" y="16"/>
                  </a:cubicBezTo>
                  <a:cubicBezTo>
                    <a:pt x="100" y="17"/>
                    <a:pt x="101" y="16"/>
                    <a:pt x="102" y="16"/>
                  </a:cubicBezTo>
                  <a:cubicBezTo>
                    <a:pt x="102" y="16"/>
                    <a:pt x="103" y="16"/>
                    <a:pt x="104" y="16"/>
                  </a:cubicBezTo>
                  <a:cubicBezTo>
                    <a:pt x="104" y="16"/>
                    <a:pt x="105" y="16"/>
                    <a:pt x="105" y="16"/>
                  </a:cubicBezTo>
                  <a:cubicBezTo>
                    <a:pt x="106" y="16"/>
                    <a:pt x="108" y="18"/>
                    <a:pt x="108" y="18"/>
                  </a:cubicBezTo>
                  <a:cubicBezTo>
                    <a:pt x="109" y="18"/>
                    <a:pt x="111" y="18"/>
                    <a:pt x="112" y="17"/>
                  </a:cubicBezTo>
                  <a:cubicBezTo>
                    <a:pt x="112" y="17"/>
                    <a:pt x="113" y="16"/>
                    <a:pt x="113" y="16"/>
                  </a:cubicBezTo>
                  <a:cubicBezTo>
                    <a:pt x="113" y="15"/>
                    <a:pt x="114" y="14"/>
                    <a:pt x="114" y="14"/>
                  </a:cubicBezTo>
                  <a:cubicBezTo>
                    <a:pt x="114" y="14"/>
                    <a:pt x="115" y="13"/>
                    <a:pt x="115" y="13"/>
                  </a:cubicBezTo>
                  <a:cubicBezTo>
                    <a:pt x="116" y="13"/>
                    <a:pt x="117" y="14"/>
                    <a:pt x="117" y="14"/>
                  </a:cubicBezTo>
                  <a:cubicBezTo>
                    <a:pt x="117" y="15"/>
                    <a:pt x="118" y="16"/>
                    <a:pt x="118" y="16"/>
                  </a:cubicBezTo>
                  <a:cubicBezTo>
                    <a:pt x="118" y="17"/>
                    <a:pt x="120" y="17"/>
                    <a:pt x="120" y="17"/>
                  </a:cubicBezTo>
                  <a:cubicBezTo>
                    <a:pt x="121" y="17"/>
                    <a:pt x="122" y="16"/>
                    <a:pt x="122" y="16"/>
                  </a:cubicBezTo>
                  <a:cubicBezTo>
                    <a:pt x="123" y="16"/>
                    <a:pt x="123" y="18"/>
                    <a:pt x="124" y="18"/>
                  </a:cubicBezTo>
                  <a:cubicBezTo>
                    <a:pt x="124" y="19"/>
                    <a:pt x="123" y="20"/>
                    <a:pt x="123" y="21"/>
                  </a:cubicBezTo>
                  <a:cubicBezTo>
                    <a:pt x="123" y="22"/>
                    <a:pt x="123" y="24"/>
                    <a:pt x="123" y="25"/>
                  </a:cubicBezTo>
                  <a:cubicBezTo>
                    <a:pt x="123" y="25"/>
                    <a:pt x="122" y="27"/>
                    <a:pt x="122" y="27"/>
                  </a:cubicBezTo>
                  <a:cubicBezTo>
                    <a:pt x="123" y="28"/>
                    <a:pt x="123" y="29"/>
                    <a:pt x="124" y="30"/>
                  </a:cubicBezTo>
                  <a:cubicBezTo>
                    <a:pt x="124" y="30"/>
                    <a:pt x="126" y="31"/>
                    <a:pt x="126" y="31"/>
                  </a:cubicBezTo>
                  <a:cubicBezTo>
                    <a:pt x="127" y="32"/>
                    <a:pt x="128" y="33"/>
                    <a:pt x="128" y="34"/>
                  </a:cubicBezTo>
                  <a:cubicBezTo>
                    <a:pt x="129" y="34"/>
                    <a:pt x="129" y="36"/>
                    <a:pt x="129" y="37"/>
                  </a:cubicBezTo>
                  <a:cubicBezTo>
                    <a:pt x="129" y="38"/>
                    <a:pt x="129" y="40"/>
                    <a:pt x="129" y="41"/>
                  </a:cubicBezTo>
                  <a:cubicBezTo>
                    <a:pt x="129" y="41"/>
                    <a:pt x="129" y="43"/>
                    <a:pt x="129" y="43"/>
                  </a:cubicBezTo>
                  <a:cubicBezTo>
                    <a:pt x="129" y="44"/>
                    <a:pt x="129" y="45"/>
                    <a:pt x="129" y="46"/>
                  </a:cubicBezTo>
                  <a:cubicBezTo>
                    <a:pt x="129" y="47"/>
                    <a:pt x="129" y="48"/>
                    <a:pt x="129" y="49"/>
                  </a:cubicBezTo>
                  <a:cubicBezTo>
                    <a:pt x="129" y="49"/>
                    <a:pt x="128" y="50"/>
                    <a:pt x="128" y="50"/>
                  </a:cubicBezTo>
                  <a:cubicBezTo>
                    <a:pt x="128" y="51"/>
                    <a:pt x="126" y="51"/>
                    <a:pt x="126" y="52"/>
                  </a:cubicBezTo>
                  <a:cubicBezTo>
                    <a:pt x="126" y="52"/>
                    <a:pt x="125" y="53"/>
                    <a:pt x="125" y="53"/>
                  </a:cubicBezTo>
                  <a:cubicBezTo>
                    <a:pt x="126" y="54"/>
                    <a:pt x="127" y="53"/>
                    <a:pt x="128" y="53"/>
                  </a:cubicBezTo>
                  <a:cubicBezTo>
                    <a:pt x="128" y="53"/>
                    <a:pt x="130" y="54"/>
                    <a:pt x="131" y="54"/>
                  </a:cubicBezTo>
                  <a:cubicBezTo>
                    <a:pt x="131" y="55"/>
                    <a:pt x="132" y="56"/>
                    <a:pt x="133" y="57"/>
                  </a:cubicBezTo>
                  <a:cubicBezTo>
                    <a:pt x="133" y="57"/>
                    <a:pt x="135" y="58"/>
                    <a:pt x="135" y="58"/>
                  </a:cubicBezTo>
                  <a:cubicBezTo>
                    <a:pt x="136" y="58"/>
                    <a:pt x="136" y="58"/>
                    <a:pt x="137" y="58"/>
                  </a:cubicBezTo>
                  <a:cubicBezTo>
                    <a:pt x="137" y="58"/>
                    <a:pt x="137" y="59"/>
                    <a:pt x="137" y="59"/>
                  </a:cubicBezTo>
                  <a:cubicBezTo>
                    <a:pt x="137" y="60"/>
                    <a:pt x="137" y="61"/>
                    <a:pt x="137" y="62"/>
                  </a:cubicBezTo>
                  <a:cubicBezTo>
                    <a:pt x="136" y="62"/>
                    <a:pt x="135" y="62"/>
                    <a:pt x="135" y="63"/>
                  </a:cubicBezTo>
                  <a:cubicBezTo>
                    <a:pt x="134" y="63"/>
                    <a:pt x="134" y="64"/>
                    <a:pt x="135" y="65"/>
                  </a:cubicBezTo>
                  <a:cubicBezTo>
                    <a:pt x="135" y="65"/>
                    <a:pt x="137" y="66"/>
                    <a:pt x="137" y="66"/>
                  </a:cubicBezTo>
                  <a:cubicBezTo>
                    <a:pt x="138" y="67"/>
                    <a:pt x="139" y="67"/>
                    <a:pt x="140" y="68"/>
                  </a:cubicBezTo>
                  <a:cubicBezTo>
                    <a:pt x="140" y="68"/>
                    <a:pt x="140" y="69"/>
                    <a:pt x="140" y="70"/>
                  </a:cubicBezTo>
                  <a:cubicBezTo>
                    <a:pt x="139" y="70"/>
                    <a:pt x="138" y="70"/>
                    <a:pt x="138" y="71"/>
                  </a:cubicBezTo>
                  <a:cubicBezTo>
                    <a:pt x="138" y="71"/>
                    <a:pt x="139" y="73"/>
                    <a:pt x="139" y="73"/>
                  </a:cubicBezTo>
                  <a:cubicBezTo>
                    <a:pt x="139" y="74"/>
                    <a:pt x="140" y="75"/>
                    <a:pt x="140" y="75"/>
                  </a:cubicBezTo>
                  <a:cubicBezTo>
                    <a:pt x="140" y="76"/>
                    <a:pt x="140" y="76"/>
                    <a:pt x="139" y="77"/>
                  </a:cubicBezTo>
                  <a:cubicBezTo>
                    <a:pt x="139" y="77"/>
                    <a:pt x="137" y="77"/>
                    <a:pt x="137" y="78"/>
                  </a:cubicBezTo>
                  <a:cubicBezTo>
                    <a:pt x="137" y="78"/>
                    <a:pt x="137" y="79"/>
                    <a:pt x="137" y="80"/>
                  </a:cubicBezTo>
                  <a:cubicBezTo>
                    <a:pt x="137" y="80"/>
                    <a:pt x="138" y="81"/>
                    <a:pt x="138" y="81"/>
                  </a:cubicBezTo>
                  <a:cubicBezTo>
                    <a:pt x="138" y="81"/>
                    <a:pt x="139" y="81"/>
                    <a:pt x="140" y="81"/>
                  </a:cubicBezTo>
                  <a:cubicBezTo>
                    <a:pt x="140" y="81"/>
                    <a:pt x="141" y="80"/>
                    <a:pt x="141" y="80"/>
                  </a:cubicBezTo>
                  <a:cubicBezTo>
                    <a:pt x="142" y="80"/>
                    <a:pt x="142" y="81"/>
                    <a:pt x="142" y="81"/>
                  </a:cubicBezTo>
                  <a:cubicBezTo>
                    <a:pt x="143" y="82"/>
                    <a:pt x="143" y="81"/>
                    <a:pt x="144" y="81"/>
                  </a:cubicBezTo>
                  <a:cubicBezTo>
                    <a:pt x="144" y="81"/>
                    <a:pt x="144" y="82"/>
                    <a:pt x="145" y="8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102"/>
            <p:cNvSpPr>
              <a:spLocks/>
            </p:cNvSpPr>
            <p:nvPr/>
          </p:nvSpPr>
          <p:spPr bwMode="auto">
            <a:xfrm>
              <a:off x="1870076" y="3694113"/>
              <a:ext cx="285750" cy="246063"/>
            </a:xfrm>
            <a:custGeom>
              <a:avLst/>
              <a:gdLst/>
              <a:ahLst/>
              <a:cxnLst>
                <a:cxn ang="0">
                  <a:pos x="82" y="24"/>
                </a:cxn>
                <a:cxn ang="0">
                  <a:pos x="95" y="25"/>
                </a:cxn>
                <a:cxn ang="0">
                  <a:pos x="108" y="21"/>
                </a:cxn>
                <a:cxn ang="0">
                  <a:pos x="117" y="21"/>
                </a:cxn>
                <a:cxn ang="0">
                  <a:pos x="125" y="18"/>
                </a:cxn>
                <a:cxn ang="0">
                  <a:pos x="121" y="11"/>
                </a:cxn>
                <a:cxn ang="0">
                  <a:pos x="126" y="8"/>
                </a:cxn>
                <a:cxn ang="0">
                  <a:pos x="130" y="1"/>
                </a:cxn>
                <a:cxn ang="0">
                  <a:pos x="134" y="9"/>
                </a:cxn>
                <a:cxn ang="0">
                  <a:pos x="145" y="19"/>
                </a:cxn>
                <a:cxn ang="0">
                  <a:pos x="147" y="24"/>
                </a:cxn>
                <a:cxn ang="0">
                  <a:pos x="150" y="39"/>
                </a:cxn>
                <a:cxn ang="0">
                  <a:pos x="145" y="47"/>
                </a:cxn>
                <a:cxn ang="0">
                  <a:pos x="143" y="55"/>
                </a:cxn>
                <a:cxn ang="0">
                  <a:pos x="142" y="66"/>
                </a:cxn>
                <a:cxn ang="0">
                  <a:pos x="138" y="78"/>
                </a:cxn>
                <a:cxn ang="0">
                  <a:pos x="141" y="93"/>
                </a:cxn>
                <a:cxn ang="0">
                  <a:pos x="145" y="99"/>
                </a:cxn>
                <a:cxn ang="0">
                  <a:pos x="138" y="104"/>
                </a:cxn>
                <a:cxn ang="0">
                  <a:pos x="129" y="102"/>
                </a:cxn>
                <a:cxn ang="0">
                  <a:pos x="125" y="99"/>
                </a:cxn>
                <a:cxn ang="0">
                  <a:pos x="128" y="106"/>
                </a:cxn>
                <a:cxn ang="0">
                  <a:pos x="118" y="106"/>
                </a:cxn>
                <a:cxn ang="0">
                  <a:pos x="116" y="109"/>
                </a:cxn>
                <a:cxn ang="0">
                  <a:pos x="109" y="108"/>
                </a:cxn>
                <a:cxn ang="0">
                  <a:pos x="103" y="113"/>
                </a:cxn>
                <a:cxn ang="0">
                  <a:pos x="91" y="110"/>
                </a:cxn>
                <a:cxn ang="0">
                  <a:pos x="83" y="115"/>
                </a:cxn>
                <a:cxn ang="0">
                  <a:pos x="71" y="126"/>
                </a:cxn>
                <a:cxn ang="0">
                  <a:pos x="62" y="130"/>
                </a:cxn>
                <a:cxn ang="0">
                  <a:pos x="55" y="126"/>
                </a:cxn>
                <a:cxn ang="0">
                  <a:pos x="57" y="116"/>
                </a:cxn>
                <a:cxn ang="0">
                  <a:pos x="51" y="119"/>
                </a:cxn>
                <a:cxn ang="0">
                  <a:pos x="43" y="121"/>
                </a:cxn>
                <a:cxn ang="0">
                  <a:pos x="42" y="113"/>
                </a:cxn>
                <a:cxn ang="0">
                  <a:pos x="33" y="114"/>
                </a:cxn>
                <a:cxn ang="0">
                  <a:pos x="22" y="108"/>
                </a:cxn>
                <a:cxn ang="0">
                  <a:pos x="32" y="92"/>
                </a:cxn>
                <a:cxn ang="0">
                  <a:pos x="39" y="80"/>
                </a:cxn>
                <a:cxn ang="0">
                  <a:pos x="40" y="76"/>
                </a:cxn>
                <a:cxn ang="0">
                  <a:pos x="33" y="76"/>
                </a:cxn>
                <a:cxn ang="0">
                  <a:pos x="31" y="90"/>
                </a:cxn>
                <a:cxn ang="0">
                  <a:pos x="4" y="120"/>
                </a:cxn>
                <a:cxn ang="0">
                  <a:pos x="0" y="109"/>
                </a:cxn>
                <a:cxn ang="0">
                  <a:pos x="2" y="101"/>
                </a:cxn>
                <a:cxn ang="0">
                  <a:pos x="0" y="85"/>
                </a:cxn>
                <a:cxn ang="0">
                  <a:pos x="3" y="70"/>
                </a:cxn>
                <a:cxn ang="0">
                  <a:pos x="12" y="66"/>
                </a:cxn>
                <a:cxn ang="0">
                  <a:pos x="24" y="59"/>
                </a:cxn>
                <a:cxn ang="0">
                  <a:pos x="33" y="54"/>
                </a:cxn>
                <a:cxn ang="0">
                  <a:pos x="30" y="41"/>
                </a:cxn>
                <a:cxn ang="0">
                  <a:pos x="26" y="32"/>
                </a:cxn>
                <a:cxn ang="0">
                  <a:pos x="27" y="25"/>
                </a:cxn>
                <a:cxn ang="0">
                  <a:pos x="34" y="26"/>
                </a:cxn>
                <a:cxn ang="0">
                  <a:pos x="38" y="32"/>
                </a:cxn>
                <a:cxn ang="0">
                  <a:pos x="45" y="26"/>
                </a:cxn>
                <a:cxn ang="0">
                  <a:pos x="49" y="37"/>
                </a:cxn>
                <a:cxn ang="0">
                  <a:pos x="61" y="36"/>
                </a:cxn>
                <a:cxn ang="0">
                  <a:pos x="72" y="27"/>
                </a:cxn>
              </a:cxnLst>
              <a:rect l="0" t="0" r="r" b="b"/>
              <a:pathLst>
                <a:path w="151" h="131">
                  <a:moveTo>
                    <a:pt x="74" y="27"/>
                  </a:moveTo>
                  <a:cubicBezTo>
                    <a:pt x="74" y="27"/>
                    <a:pt x="74" y="27"/>
                    <a:pt x="74" y="27"/>
                  </a:cubicBezTo>
                  <a:cubicBezTo>
                    <a:pt x="75" y="27"/>
                    <a:pt x="76" y="27"/>
                    <a:pt x="77" y="26"/>
                  </a:cubicBezTo>
                  <a:cubicBezTo>
                    <a:pt x="77" y="26"/>
                    <a:pt x="78" y="25"/>
                    <a:pt x="79" y="25"/>
                  </a:cubicBezTo>
                  <a:cubicBezTo>
                    <a:pt x="79" y="24"/>
                    <a:pt x="79" y="23"/>
                    <a:pt x="80" y="23"/>
                  </a:cubicBezTo>
                  <a:cubicBezTo>
                    <a:pt x="80" y="23"/>
                    <a:pt x="82" y="23"/>
                    <a:pt x="82" y="24"/>
                  </a:cubicBezTo>
                  <a:cubicBezTo>
                    <a:pt x="83" y="24"/>
                    <a:pt x="82" y="25"/>
                    <a:pt x="83" y="25"/>
                  </a:cubicBezTo>
                  <a:cubicBezTo>
                    <a:pt x="83" y="26"/>
                    <a:pt x="84" y="26"/>
                    <a:pt x="85" y="26"/>
                  </a:cubicBezTo>
                  <a:cubicBezTo>
                    <a:pt x="86" y="26"/>
                    <a:pt x="87" y="26"/>
                    <a:pt x="88" y="27"/>
                  </a:cubicBezTo>
                  <a:cubicBezTo>
                    <a:pt x="89" y="27"/>
                    <a:pt x="90" y="28"/>
                    <a:pt x="91" y="28"/>
                  </a:cubicBezTo>
                  <a:cubicBezTo>
                    <a:pt x="91" y="28"/>
                    <a:pt x="92" y="28"/>
                    <a:pt x="93" y="27"/>
                  </a:cubicBezTo>
                  <a:cubicBezTo>
                    <a:pt x="93" y="27"/>
                    <a:pt x="94" y="26"/>
                    <a:pt x="95" y="25"/>
                  </a:cubicBezTo>
                  <a:cubicBezTo>
                    <a:pt x="95" y="25"/>
                    <a:pt x="96" y="24"/>
                    <a:pt x="96" y="24"/>
                  </a:cubicBezTo>
                  <a:cubicBezTo>
                    <a:pt x="97" y="23"/>
                    <a:pt x="99" y="22"/>
                    <a:pt x="100" y="21"/>
                  </a:cubicBezTo>
                  <a:cubicBezTo>
                    <a:pt x="100" y="21"/>
                    <a:pt x="101" y="21"/>
                    <a:pt x="101" y="20"/>
                  </a:cubicBezTo>
                  <a:cubicBezTo>
                    <a:pt x="101" y="20"/>
                    <a:pt x="102" y="20"/>
                    <a:pt x="102" y="20"/>
                  </a:cubicBezTo>
                  <a:cubicBezTo>
                    <a:pt x="103" y="20"/>
                    <a:pt x="105" y="21"/>
                    <a:pt x="106" y="21"/>
                  </a:cubicBezTo>
                  <a:cubicBezTo>
                    <a:pt x="106" y="21"/>
                    <a:pt x="108" y="21"/>
                    <a:pt x="108" y="21"/>
                  </a:cubicBezTo>
                  <a:cubicBezTo>
                    <a:pt x="109" y="21"/>
                    <a:pt x="110" y="20"/>
                    <a:pt x="110" y="19"/>
                  </a:cubicBezTo>
                  <a:cubicBezTo>
                    <a:pt x="110" y="19"/>
                    <a:pt x="111" y="18"/>
                    <a:pt x="111" y="17"/>
                  </a:cubicBezTo>
                  <a:cubicBezTo>
                    <a:pt x="112" y="17"/>
                    <a:pt x="112" y="17"/>
                    <a:pt x="113" y="17"/>
                  </a:cubicBezTo>
                  <a:cubicBezTo>
                    <a:pt x="113" y="17"/>
                    <a:pt x="114" y="17"/>
                    <a:pt x="114" y="18"/>
                  </a:cubicBezTo>
                  <a:cubicBezTo>
                    <a:pt x="114" y="18"/>
                    <a:pt x="114" y="19"/>
                    <a:pt x="115" y="19"/>
                  </a:cubicBezTo>
                  <a:cubicBezTo>
                    <a:pt x="115" y="20"/>
                    <a:pt x="116" y="21"/>
                    <a:pt x="117" y="21"/>
                  </a:cubicBezTo>
                  <a:cubicBezTo>
                    <a:pt x="117" y="22"/>
                    <a:pt x="118" y="23"/>
                    <a:pt x="118" y="23"/>
                  </a:cubicBezTo>
                  <a:cubicBezTo>
                    <a:pt x="119" y="24"/>
                    <a:pt x="120" y="25"/>
                    <a:pt x="121" y="25"/>
                  </a:cubicBezTo>
                  <a:cubicBezTo>
                    <a:pt x="122" y="25"/>
                    <a:pt x="122" y="24"/>
                    <a:pt x="123" y="24"/>
                  </a:cubicBezTo>
                  <a:cubicBezTo>
                    <a:pt x="123" y="23"/>
                    <a:pt x="123" y="22"/>
                    <a:pt x="124" y="22"/>
                  </a:cubicBezTo>
                  <a:cubicBezTo>
                    <a:pt x="124" y="21"/>
                    <a:pt x="124" y="20"/>
                    <a:pt x="125" y="19"/>
                  </a:cubicBezTo>
                  <a:cubicBezTo>
                    <a:pt x="125" y="19"/>
                    <a:pt x="125" y="18"/>
                    <a:pt x="125" y="18"/>
                  </a:cubicBezTo>
                  <a:cubicBezTo>
                    <a:pt x="124" y="17"/>
                    <a:pt x="124" y="17"/>
                    <a:pt x="123" y="17"/>
                  </a:cubicBezTo>
                  <a:cubicBezTo>
                    <a:pt x="123" y="16"/>
                    <a:pt x="122" y="16"/>
                    <a:pt x="121" y="16"/>
                  </a:cubicBezTo>
                  <a:cubicBezTo>
                    <a:pt x="121" y="16"/>
                    <a:pt x="120" y="15"/>
                    <a:pt x="119" y="15"/>
                  </a:cubicBezTo>
                  <a:cubicBezTo>
                    <a:pt x="119" y="15"/>
                    <a:pt x="119" y="14"/>
                    <a:pt x="119" y="14"/>
                  </a:cubicBezTo>
                  <a:cubicBezTo>
                    <a:pt x="119" y="13"/>
                    <a:pt x="119" y="12"/>
                    <a:pt x="119" y="12"/>
                  </a:cubicBezTo>
                  <a:cubicBezTo>
                    <a:pt x="120" y="12"/>
                    <a:pt x="120" y="12"/>
                    <a:pt x="121" y="11"/>
                  </a:cubicBezTo>
                  <a:cubicBezTo>
                    <a:pt x="121" y="11"/>
                    <a:pt x="121" y="10"/>
                    <a:pt x="121" y="10"/>
                  </a:cubicBezTo>
                  <a:cubicBezTo>
                    <a:pt x="121" y="9"/>
                    <a:pt x="122" y="9"/>
                    <a:pt x="122" y="9"/>
                  </a:cubicBezTo>
                  <a:cubicBezTo>
                    <a:pt x="123" y="9"/>
                    <a:pt x="123" y="9"/>
                    <a:pt x="123" y="9"/>
                  </a:cubicBezTo>
                  <a:cubicBezTo>
                    <a:pt x="123" y="10"/>
                    <a:pt x="124" y="10"/>
                    <a:pt x="124" y="10"/>
                  </a:cubicBezTo>
                  <a:cubicBezTo>
                    <a:pt x="125" y="10"/>
                    <a:pt x="125" y="9"/>
                    <a:pt x="126" y="9"/>
                  </a:cubicBezTo>
                  <a:cubicBezTo>
                    <a:pt x="126" y="9"/>
                    <a:pt x="126" y="8"/>
                    <a:pt x="126" y="8"/>
                  </a:cubicBezTo>
                  <a:cubicBezTo>
                    <a:pt x="127" y="8"/>
                    <a:pt x="127" y="8"/>
                    <a:pt x="127" y="8"/>
                  </a:cubicBezTo>
                  <a:cubicBezTo>
                    <a:pt x="128" y="7"/>
                    <a:pt x="128" y="7"/>
                    <a:pt x="128" y="7"/>
                  </a:cubicBezTo>
                  <a:cubicBezTo>
                    <a:pt x="128" y="6"/>
                    <a:pt x="128" y="5"/>
                    <a:pt x="127" y="5"/>
                  </a:cubicBezTo>
                  <a:cubicBezTo>
                    <a:pt x="127" y="4"/>
                    <a:pt x="127" y="3"/>
                    <a:pt x="127" y="3"/>
                  </a:cubicBezTo>
                  <a:cubicBezTo>
                    <a:pt x="127" y="2"/>
                    <a:pt x="128" y="2"/>
                    <a:pt x="128" y="2"/>
                  </a:cubicBezTo>
                  <a:cubicBezTo>
                    <a:pt x="129" y="1"/>
                    <a:pt x="129" y="1"/>
                    <a:pt x="130" y="1"/>
                  </a:cubicBezTo>
                  <a:cubicBezTo>
                    <a:pt x="130" y="1"/>
                    <a:pt x="130" y="0"/>
                    <a:pt x="130" y="0"/>
                  </a:cubicBezTo>
                  <a:cubicBezTo>
                    <a:pt x="131" y="0"/>
                    <a:pt x="131" y="0"/>
                    <a:pt x="131" y="0"/>
                  </a:cubicBezTo>
                  <a:cubicBezTo>
                    <a:pt x="132" y="0"/>
                    <a:pt x="133" y="1"/>
                    <a:pt x="133" y="1"/>
                  </a:cubicBezTo>
                  <a:cubicBezTo>
                    <a:pt x="134" y="2"/>
                    <a:pt x="135" y="3"/>
                    <a:pt x="135" y="4"/>
                  </a:cubicBezTo>
                  <a:cubicBezTo>
                    <a:pt x="135" y="4"/>
                    <a:pt x="135" y="6"/>
                    <a:pt x="135" y="7"/>
                  </a:cubicBezTo>
                  <a:cubicBezTo>
                    <a:pt x="135" y="7"/>
                    <a:pt x="134" y="9"/>
                    <a:pt x="134" y="9"/>
                  </a:cubicBezTo>
                  <a:cubicBezTo>
                    <a:pt x="134" y="10"/>
                    <a:pt x="134" y="11"/>
                    <a:pt x="135" y="11"/>
                  </a:cubicBezTo>
                  <a:cubicBezTo>
                    <a:pt x="135" y="12"/>
                    <a:pt x="137" y="11"/>
                    <a:pt x="137" y="11"/>
                  </a:cubicBezTo>
                  <a:cubicBezTo>
                    <a:pt x="138" y="11"/>
                    <a:pt x="138" y="12"/>
                    <a:pt x="139" y="13"/>
                  </a:cubicBezTo>
                  <a:cubicBezTo>
                    <a:pt x="139" y="14"/>
                    <a:pt x="140" y="15"/>
                    <a:pt x="141" y="15"/>
                  </a:cubicBezTo>
                  <a:cubicBezTo>
                    <a:pt x="141" y="16"/>
                    <a:pt x="142" y="17"/>
                    <a:pt x="143" y="18"/>
                  </a:cubicBezTo>
                  <a:cubicBezTo>
                    <a:pt x="143" y="18"/>
                    <a:pt x="144" y="19"/>
                    <a:pt x="145" y="19"/>
                  </a:cubicBezTo>
                  <a:cubicBezTo>
                    <a:pt x="145" y="18"/>
                    <a:pt x="146" y="18"/>
                    <a:pt x="146" y="18"/>
                  </a:cubicBezTo>
                  <a:cubicBezTo>
                    <a:pt x="147" y="18"/>
                    <a:pt x="148" y="17"/>
                    <a:pt x="148" y="18"/>
                  </a:cubicBezTo>
                  <a:cubicBezTo>
                    <a:pt x="149" y="18"/>
                    <a:pt x="149" y="19"/>
                    <a:pt x="149" y="19"/>
                  </a:cubicBezTo>
                  <a:cubicBezTo>
                    <a:pt x="150" y="19"/>
                    <a:pt x="150" y="20"/>
                    <a:pt x="149" y="21"/>
                  </a:cubicBezTo>
                  <a:cubicBezTo>
                    <a:pt x="149" y="21"/>
                    <a:pt x="148" y="22"/>
                    <a:pt x="148" y="22"/>
                  </a:cubicBezTo>
                  <a:cubicBezTo>
                    <a:pt x="148" y="23"/>
                    <a:pt x="147" y="24"/>
                    <a:pt x="147" y="24"/>
                  </a:cubicBezTo>
                  <a:cubicBezTo>
                    <a:pt x="146" y="25"/>
                    <a:pt x="145" y="28"/>
                    <a:pt x="145" y="29"/>
                  </a:cubicBezTo>
                  <a:cubicBezTo>
                    <a:pt x="145" y="29"/>
                    <a:pt x="145" y="30"/>
                    <a:pt x="145" y="30"/>
                  </a:cubicBezTo>
                  <a:cubicBezTo>
                    <a:pt x="145" y="31"/>
                    <a:pt x="145" y="32"/>
                    <a:pt x="145" y="33"/>
                  </a:cubicBezTo>
                  <a:cubicBezTo>
                    <a:pt x="145" y="34"/>
                    <a:pt x="144" y="35"/>
                    <a:pt x="145" y="36"/>
                  </a:cubicBezTo>
                  <a:cubicBezTo>
                    <a:pt x="145" y="37"/>
                    <a:pt x="147" y="37"/>
                    <a:pt x="148" y="38"/>
                  </a:cubicBezTo>
                  <a:cubicBezTo>
                    <a:pt x="148" y="38"/>
                    <a:pt x="150" y="38"/>
                    <a:pt x="150" y="39"/>
                  </a:cubicBezTo>
                  <a:cubicBezTo>
                    <a:pt x="150" y="39"/>
                    <a:pt x="151" y="41"/>
                    <a:pt x="151" y="41"/>
                  </a:cubicBezTo>
                  <a:cubicBezTo>
                    <a:pt x="150" y="42"/>
                    <a:pt x="150" y="42"/>
                    <a:pt x="149" y="43"/>
                  </a:cubicBezTo>
                  <a:cubicBezTo>
                    <a:pt x="149" y="43"/>
                    <a:pt x="148" y="43"/>
                    <a:pt x="148" y="43"/>
                  </a:cubicBezTo>
                  <a:cubicBezTo>
                    <a:pt x="147" y="44"/>
                    <a:pt x="147" y="43"/>
                    <a:pt x="147" y="43"/>
                  </a:cubicBezTo>
                  <a:cubicBezTo>
                    <a:pt x="146" y="44"/>
                    <a:pt x="146" y="45"/>
                    <a:pt x="145" y="45"/>
                  </a:cubicBezTo>
                  <a:cubicBezTo>
                    <a:pt x="145" y="45"/>
                    <a:pt x="145" y="46"/>
                    <a:pt x="145" y="47"/>
                  </a:cubicBezTo>
                  <a:cubicBezTo>
                    <a:pt x="145" y="47"/>
                    <a:pt x="146" y="48"/>
                    <a:pt x="146" y="48"/>
                  </a:cubicBezTo>
                  <a:cubicBezTo>
                    <a:pt x="147" y="49"/>
                    <a:pt x="147" y="50"/>
                    <a:pt x="148" y="50"/>
                  </a:cubicBezTo>
                  <a:cubicBezTo>
                    <a:pt x="148" y="50"/>
                    <a:pt x="148" y="51"/>
                    <a:pt x="148" y="52"/>
                  </a:cubicBezTo>
                  <a:cubicBezTo>
                    <a:pt x="147" y="52"/>
                    <a:pt x="146" y="52"/>
                    <a:pt x="146" y="52"/>
                  </a:cubicBezTo>
                  <a:cubicBezTo>
                    <a:pt x="145" y="52"/>
                    <a:pt x="144" y="52"/>
                    <a:pt x="144" y="52"/>
                  </a:cubicBezTo>
                  <a:cubicBezTo>
                    <a:pt x="143" y="53"/>
                    <a:pt x="143" y="54"/>
                    <a:pt x="143" y="55"/>
                  </a:cubicBezTo>
                  <a:cubicBezTo>
                    <a:pt x="143" y="55"/>
                    <a:pt x="143" y="56"/>
                    <a:pt x="143" y="56"/>
                  </a:cubicBezTo>
                  <a:cubicBezTo>
                    <a:pt x="142" y="57"/>
                    <a:pt x="142" y="57"/>
                    <a:pt x="142" y="57"/>
                  </a:cubicBezTo>
                  <a:cubicBezTo>
                    <a:pt x="142" y="58"/>
                    <a:pt x="142" y="60"/>
                    <a:pt x="142" y="60"/>
                  </a:cubicBezTo>
                  <a:cubicBezTo>
                    <a:pt x="142" y="60"/>
                    <a:pt x="143" y="61"/>
                    <a:pt x="143" y="61"/>
                  </a:cubicBezTo>
                  <a:cubicBezTo>
                    <a:pt x="143" y="62"/>
                    <a:pt x="143" y="63"/>
                    <a:pt x="143" y="64"/>
                  </a:cubicBezTo>
                  <a:cubicBezTo>
                    <a:pt x="143" y="64"/>
                    <a:pt x="142" y="65"/>
                    <a:pt x="142" y="66"/>
                  </a:cubicBezTo>
                  <a:cubicBezTo>
                    <a:pt x="142" y="66"/>
                    <a:pt x="141" y="67"/>
                    <a:pt x="141" y="67"/>
                  </a:cubicBezTo>
                  <a:cubicBezTo>
                    <a:pt x="141" y="68"/>
                    <a:pt x="142" y="69"/>
                    <a:pt x="142" y="70"/>
                  </a:cubicBezTo>
                  <a:cubicBezTo>
                    <a:pt x="142" y="71"/>
                    <a:pt x="142" y="72"/>
                    <a:pt x="142" y="73"/>
                  </a:cubicBezTo>
                  <a:cubicBezTo>
                    <a:pt x="142" y="73"/>
                    <a:pt x="141" y="74"/>
                    <a:pt x="141" y="75"/>
                  </a:cubicBezTo>
                  <a:cubicBezTo>
                    <a:pt x="141" y="75"/>
                    <a:pt x="140" y="76"/>
                    <a:pt x="140" y="77"/>
                  </a:cubicBezTo>
                  <a:cubicBezTo>
                    <a:pt x="139" y="77"/>
                    <a:pt x="138" y="78"/>
                    <a:pt x="138" y="78"/>
                  </a:cubicBezTo>
                  <a:cubicBezTo>
                    <a:pt x="138" y="79"/>
                    <a:pt x="138" y="79"/>
                    <a:pt x="138" y="80"/>
                  </a:cubicBezTo>
                  <a:cubicBezTo>
                    <a:pt x="139" y="80"/>
                    <a:pt x="140" y="81"/>
                    <a:pt x="140" y="81"/>
                  </a:cubicBezTo>
                  <a:cubicBezTo>
                    <a:pt x="141" y="82"/>
                    <a:pt x="140" y="84"/>
                    <a:pt x="140" y="84"/>
                  </a:cubicBezTo>
                  <a:cubicBezTo>
                    <a:pt x="140" y="85"/>
                    <a:pt x="141" y="86"/>
                    <a:pt x="141" y="87"/>
                  </a:cubicBezTo>
                  <a:cubicBezTo>
                    <a:pt x="141" y="87"/>
                    <a:pt x="140" y="90"/>
                    <a:pt x="140" y="90"/>
                  </a:cubicBezTo>
                  <a:cubicBezTo>
                    <a:pt x="140" y="90"/>
                    <a:pt x="140" y="93"/>
                    <a:pt x="141" y="93"/>
                  </a:cubicBezTo>
                  <a:cubicBezTo>
                    <a:pt x="141" y="94"/>
                    <a:pt x="142" y="95"/>
                    <a:pt x="143" y="95"/>
                  </a:cubicBezTo>
                  <a:cubicBezTo>
                    <a:pt x="143" y="95"/>
                    <a:pt x="145" y="96"/>
                    <a:pt x="145" y="96"/>
                  </a:cubicBezTo>
                  <a:cubicBezTo>
                    <a:pt x="146" y="96"/>
                    <a:pt x="147" y="97"/>
                    <a:pt x="148" y="98"/>
                  </a:cubicBezTo>
                  <a:cubicBezTo>
                    <a:pt x="148" y="98"/>
                    <a:pt x="148" y="99"/>
                    <a:pt x="148" y="99"/>
                  </a:cubicBezTo>
                  <a:cubicBezTo>
                    <a:pt x="147" y="100"/>
                    <a:pt x="146" y="99"/>
                    <a:pt x="146" y="99"/>
                  </a:cubicBezTo>
                  <a:cubicBezTo>
                    <a:pt x="146" y="99"/>
                    <a:pt x="145" y="99"/>
                    <a:pt x="145" y="99"/>
                  </a:cubicBezTo>
                  <a:cubicBezTo>
                    <a:pt x="145" y="99"/>
                    <a:pt x="145" y="99"/>
                    <a:pt x="145" y="99"/>
                  </a:cubicBezTo>
                  <a:cubicBezTo>
                    <a:pt x="145" y="99"/>
                    <a:pt x="144" y="98"/>
                    <a:pt x="144" y="98"/>
                  </a:cubicBezTo>
                  <a:cubicBezTo>
                    <a:pt x="143" y="98"/>
                    <a:pt x="142" y="98"/>
                    <a:pt x="142" y="98"/>
                  </a:cubicBezTo>
                  <a:cubicBezTo>
                    <a:pt x="141" y="98"/>
                    <a:pt x="140" y="99"/>
                    <a:pt x="140" y="99"/>
                  </a:cubicBezTo>
                  <a:cubicBezTo>
                    <a:pt x="140" y="100"/>
                    <a:pt x="139" y="101"/>
                    <a:pt x="139" y="101"/>
                  </a:cubicBezTo>
                  <a:cubicBezTo>
                    <a:pt x="139" y="102"/>
                    <a:pt x="138" y="104"/>
                    <a:pt x="138" y="104"/>
                  </a:cubicBezTo>
                  <a:cubicBezTo>
                    <a:pt x="137" y="105"/>
                    <a:pt x="136" y="106"/>
                    <a:pt x="136" y="106"/>
                  </a:cubicBezTo>
                  <a:cubicBezTo>
                    <a:pt x="135" y="106"/>
                    <a:pt x="134" y="106"/>
                    <a:pt x="133" y="107"/>
                  </a:cubicBezTo>
                  <a:cubicBezTo>
                    <a:pt x="133" y="107"/>
                    <a:pt x="133" y="107"/>
                    <a:pt x="133" y="107"/>
                  </a:cubicBezTo>
                  <a:cubicBezTo>
                    <a:pt x="132" y="107"/>
                    <a:pt x="132" y="106"/>
                    <a:pt x="132" y="106"/>
                  </a:cubicBezTo>
                  <a:cubicBezTo>
                    <a:pt x="131" y="105"/>
                    <a:pt x="131" y="104"/>
                    <a:pt x="131" y="103"/>
                  </a:cubicBezTo>
                  <a:cubicBezTo>
                    <a:pt x="130" y="103"/>
                    <a:pt x="129" y="102"/>
                    <a:pt x="129" y="102"/>
                  </a:cubicBezTo>
                  <a:cubicBezTo>
                    <a:pt x="129" y="101"/>
                    <a:pt x="128" y="99"/>
                    <a:pt x="128" y="98"/>
                  </a:cubicBezTo>
                  <a:cubicBezTo>
                    <a:pt x="128" y="98"/>
                    <a:pt x="127" y="96"/>
                    <a:pt x="127" y="96"/>
                  </a:cubicBezTo>
                  <a:cubicBezTo>
                    <a:pt x="127" y="95"/>
                    <a:pt x="126" y="94"/>
                    <a:pt x="125" y="94"/>
                  </a:cubicBezTo>
                  <a:cubicBezTo>
                    <a:pt x="125" y="94"/>
                    <a:pt x="124" y="95"/>
                    <a:pt x="124" y="95"/>
                  </a:cubicBezTo>
                  <a:cubicBezTo>
                    <a:pt x="124" y="96"/>
                    <a:pt x="124" y="97"/>
                    <a:pt x="124" y="97"/>
                  </a:cubicBezTo>
                  <a:cubicBezTo>
                    <a:pt x="124" y="98"/>
                    <a:pt x="125" y="98"/>
                    <a:pt x="125" y="99"/>
                  </a:cubicBezTo>
                  <a:cubicBezTo>
                    <a:pt x="126" y="99"/>
                    <a:pt x="126" y="99"/>
                    <a:pt x="126" y="100"/>
                  </a:cubicBezTo>
                  <a:cubicBezTo>
                    <a:pt x="126" y="100"/>
                    <a:pt x="126" y="101"/>
                    <a:pt x="126" y="101"/>
                  </a:cubicBezTo>
                  <a:cubicBezTo>
                    <a:pt x="126" y="101"/>
                    <a:pt x="126" y="102"/>
                    <a:pt x="126" y="102"/>
                  </a:cubicBezTo>
                  <a:cubicBezTo>
                    <a:pt x="126" y="102"/>
                    <a:pt x="126" y="103"/>
                    <a:pt x="126" y="103"/>
                  </a:cubicBezTo>
                  <a:cubicBezTo>
                    <a:pt x="126" y="104"/>
                    <a:pt x="127" y="104"/>
                    <a:pt x="127" y="104"/>
                  </a:cubicBezTo>
                  <a:cubicBezTo>
                    <a:pt x="127" y="104"/>
                    <a:pt x="128" y="105"/>
                    <a:pt x="128" y="106"/>
                  </a:cubicBezTo>
                  <a:cubicBezTo>
                    <a:pt x="127" y="106"/>
                    <a:pt x="127" y="107"/>
                    <a:pt x="126" y="107"/>
                  </a:cubicBezTo>
                  <a:cubicBezTo>
                    <a:pt x="126" y="108"/>
                    <a:pt x="125" y="108"/>
                    <a:pt x="125" y="108"/>
                  </a:cubicBezTo>
                  <a:cubicBezTo>
                    <a:pt x="124" y="108"/>
                    <a:pt x="124" y="109"/>
                    <a:pt x="123" y="109"/>
                  </a:cubicBezTo>
                  <a:cubicBezTo>
                    <a:pt x="123" y="109"/>
                    <a:pt x="122" y="109"/>
                    <a:pt x="122" y="109"/>
                  </a:cubicBezTo>
                  <a:cubicBezTo>
                    <a:pt x="121" y="108"/>
                    <a:pt x="120" y="108"/>
                    <a:pt x="119" y="107"/>
                  </a:cubicBezTo>
                  <a:cubicBezTo>
                    <a:pt x="119" y="107"/>
                    <a:pt x="118" y="106"/>
                    <a:pt x="118" y="106"/>
                  </a:cubicBezTo>
                  <a:cubicBezTo>
                    <a:pt x="117" y="105"/>
                    <a:pt x="117" y="104"/>
                    <a:pt x="116" y="103"/>
                  </a:cubicBezTo>
                  <a:cubicBezTo>
                    <a:pt x="116" y="103"/>
                    <a:pt x="115" y="102"/>
                    <a:pt x="114" y="102"/>
                  </a:cubicBezTo>
                  <a:cubicBezTo>
                    <a:pt x="114" y="102"/>
                    <a:pt x="114" y="103"/>
                    <a:pt x="113" y="103"/>
                  </a:cubicBezTo>
                  <a:cubicBezTo>
                    <a:pt x="113" y="104"/>
                    <a:pt x="113" y="105"/>
                    <a:pt x="114" y="105"/>
                  </a:cubicBezTo>
                  <a:cubicBezTo>
                    <a:pt x="114" y="106"/>
                    <a:pt x="115" y="107"/>
                    <a:pt x="115" y="107"/>
                  </a:cubicBezTo>
                  <a:cubicBezTo>
                    <a:pt x="116" y="108"/>
                    <a:pt x="116" y="108"/>
                    <a:pt x="116" y="109"/>
                  </a:cubicBezTo>
                  <a:cubicBezTo>
                    <a:pt x="116" y="109"/>
                    <a:pt x="116" y="110"/>
                    <a:pt x="115" y="110"/>
                  </a:cubicBezTo>
                  <a:cubicBezTo>
                    <a:pt x="115" y="110"/>
                    <a:pt x="114" y="111"/>
                    <a:pt x="114" y="111"/>
                  </a:cubicBezTo>
                  <a:cubicBezTo>
                    <a:pt x="114" y="110"/>
                    <a:pt x="113" y="110"/>
                    <a:pt x="113" y="110"/>
                  </a:cubicBezTo>
                  <a:cubicBezTo>
                    <a:pt x="112" y="109"/>
                    <a:pt x="112" y="108"/>
                    <a:pt x="112" y="107"/>
                  </a:cubicBezTo>
                  <a:cubicBezTo>
                    <a:pt x="111" y="107"/>
                    <a:pt x="111" y="107"/>
                    <a:pt x="110" y="107"/>
                  </a:cubicBezTo>
                  <a:cubicBezTo>
                    <a:pt x="110" y="107"/>
                    <a:pt x="109" y="108"/>
                    <a:pt x="109" y="108"/>
                  </a:cubicBezTo>
                  <a:cubicBezTo>
                    <a:pt x="108" y="108"/>
                    <a:pt x="107" y="107"/>
                    <a:pt x="107" y="107"/>
                  </a:cubicBezTo>
                  <a:cubicBezTo>
                    <a:pt x="107" y="107"/>
                    <a:pt x="107" y="106"/>
                    <a:pt x="106" y="106"/>
                  </a:cubicBezTo>
                  <a:cubicBezTo>
                    <a:pt x="106" y="106"/>
                    <a:pt x="105" y="106"/>
                    <a:pt x="105" y="106"/>
                  </a:cubicBezTo>
                  <a:cubicBezTo>
                    <a:pt x="104" y="106"/>
                    <a:pt x="104" y="108"/>
                    <a:pt x="104" y="108"/>
                  </a:cubicBezTo>
                  <a:cubicBezTo>
                    <a:pt x="104" y="109"/>
                    <a:pt x="104" y="110"/>
                    <a:pt x="104" y="111"/>
                  </a:cubicBezTo>
                  <a:cubicBezTo>
                    <a:pt x="104" y="111"/>
                    <a:pt x="103" y="113"/>
                    <a:pt x="103" y="113"/>
                  </a:cubicBezTo>
                  <a:cubicBezTo>
                    <a:pt x="102" y="113"/>
                    <a:pt x="101" y="113"/>
                    <a:pt x="101" y="113"/>
                  </a:cubicBezTo>
                  <a:cubicBezTo>
                    <a:pt x="100" y="113"/>
                    <a:pt x="99" y="112"/>
                    <a:pt x="98" y="111"/>
                  </a:cubicBezTo>
                  <a:cubicBezTo>
                    <a:pt x="98" y="111"/>
                    <a:pt x="97" y="111"/>
                    <a:pt x="97" y="111"/>
                  </a:cubicBezTo>
                  <a:cubicBezTo>
                    <a:pt x="96" y="111"/>
                    <a:pt x="95" y="112"/>
                    <a:pt x="95" y="112"/>
                  </a:cubicBezTo>
                  <a:cubicBezTo>
                    <a:pt x="94" y="111"/>
                    <a:pt x="94" y="111"/>
                    <a:pt x="94" y="110"/>
                  </a:cubicBezTo>
                  <a:cubicBezTo>
                    <a:pt x="93" y="110"/>
                    <a:pt x="92" y="110"/>
                    <a:pt x="91" y="110"/>
                  </a:cubicBezTo>
                  <a:cubicBezTo>
                    <a:pt x="91" y="110"/>
                    <a:pt x="90" y="109"/>
                    <a:pt x="90" y="109"/>
                  </a:cubicBezTo>
                  <a:cubicBezTo>
                    <a:pt x="89" y="109"/>
                    <a:pt x="88" y="107"/>
                    <a:pt x="88" y="107"/>
                  </a:cubicBezTo>
                  <a:cubicBezTo>
                    <a:pt x="87" y="107"/>
                    <a:pt x="86" y="108"/>
                    <a:pt x="86" y="109"/>
                  </a:cubicBezTo>
                  <a:cubicBezTo>
                    <a:pt x="86" y="109"/>
                    <a:pt x="85" y="110"/>
                    <a:pt x="85" y="111"/>
                  </a:cubicBezTo>
                  <a:cubicBezTo>
                    <a:pt x="85" y="111"/>
                    <a:pt x="85" y="112"/>
                    <a:pt x="84" y="113"/>
                  </a:cubicBezTo>
                  <a:cubicBezTo>
                    <a:pt x="84" y="113"/>
                    <a:pt x="84" y="115"/>
                    <a:pt x="83" y="115"/>
                  </a:cubicBezTo>
                  <a:cubicBezTo>
                    <a:pt x="83" y="116"/>
                    <a:pt x="82" y="118"/>
                    <a:pt x="81" y="119"/>
                  </a:cubicBezTo>
                  <a:cubicBezTo>
                    <a:pt x="80" y="120"/>
                    <a:pt x="79" y="122"/>
                    <a:pt x="78" y="123"/>
                  </a:cubicBezTo>
                  <a:cubicBezTo>
                    <a:pt x="78" y="124"/>
                    <a:pt x="77" y="125"/>
                    <a:pt x="76" y="126"/>
                  </a:cubicBezTo>
                  <a:cubicBezTo>
                    <a:pt x="76" y="126"/>
                    <a:pt x="75" y="127"/>
                    <a:pt x="74" y="127"/>
                  </a:cubicBezTo>
                  <a:cubicBezTo>
                    <a:pt x="74" y="127"/>
                    <a:pt x="73" y="127"/>
                    <a:pt x="72" y="127"/>
                  </a:cubicBezTo>
                  <a:cubicBezTo>
                    <a:pt x="72" y="127"/>
                    <a:pt x="72" y="126"/>
                    <a:pt x="71" y="126"/>
                  </a:cubicBezTo>
                  <a:cubicBezTo>
                    <a:pt x="71" y="126"/>
                    <a:pt x="70" y="127"/>
                    <a:pt x="69" y="127"/>
                  </a:cubicBezTo>
                  <a:cubicBezTo>
                    <a:pt x="69" y="127"/>
                    <a:pt x="68" y="127"/>
                    <a:pt x="68" y="127"/>
                  </a:cubicBezTo>
                  <a:cubicBezTo>
                    <a:pt x="67" y="127"/>
                    <a:pt x="68" y="125"/>
                    <a:pt x="67" y="125"/>
                  </a:cubicBezTo>
                  <a:cubicBezTo>
                    <a:pt x="67" y="125"/>
                    <a:pt x="66" y="125"/>
                    <a:pt x="65" y="126"/>
                  </a:cubicBezTo>
                  <a:cubicBezTo>
                    <a:pt x="65" y="126"/>
                    <a:pt x="64" y="127"/>
                    <a:pt x="63" y="127"/>
                  </a:cubicBezTo>
                  <a:cubicBezTo>
                    <a:pt x="63" y="128"/>
                    <a:pt x="62" y="129"/>
                    <a:pt x="62" y="130"/>
                  </a:cubicBezTo>
                  <a:cubicBezTo>
                    <a:pt x="61" y="130"/>
                    <a:pt x="60" y="131"/>
                    <a:pt x="59" y="131"/>
                  </a:cubicBezTo>
                  <a:cubicBezTo>
                    <a:pt x="59" y="131"/>
                    <a:pt x="59" y="131"/>
                    <a:pt x="59" y="131"/>
                  </a:cubicBezTo>
                  <a:cubicBezTo>
                    <a:pt x="59" y="131"/>
                    <a:pt x="58" y="131"/>
                    <a:pt x="58" y="131"/>
                  </a:cubicBezTo>
                  <a:cubicBezTo>
                    <a:pt x="58" y="130"/>
                    <a:pt x="57" y="130"/>
                    <a:pt x="56" y="130"/>
                  </a:cubicBezTo>
                  <a:cubicBezTo>
                    <a:pt x="56" y="129"/>
                    <a:pt x="55" y="128"/>
                    <a:pt x="55" y="128"/>
                  </a:cubicBezTo>
                  <a:cubicBezTo>
                    <a:pt x="55" y="127"/>
                    <a:pt x="55" y="126"/>
                    <a:pt x="55" y="126"/>
                  </a:cubicBezTo>
                  <a:cubicBezTo>
                    <a:pt x="56" y="125"/>
                    <a:pt x="56" y="124"/>
                    <a:pt x="56" y="124"/>
                  </a:cubicBezTo>
                  <a:cubicBezTo>
                    <a:pt x="56" y="123"/>
                    <a:pt x="56" y="122"/>
                    <a:pt x="57" y="122"/>
                  </a:cubicBezTo>
                  <a:cubicBezTo>
                    <a:pt x="57" y="121"/>
                    <a:pt x="57" y="121"/>
                    <a:pt x="57" y="121"/>
                  </a:cubicBezTo>
                  <a:cubicBezTo>
                    <a:pt x="58" y="120"/>
                    <a:pt x="58" y="120"/>
                    <a:pt x="58" y="120"/>
                  </a:cubicBezTo>
                  <a:cubicBezTo>
                    <a:pt x="59" y="119"/>
                    <a:pt x="59" y="118"/>
                    <a:pt x="59" y="118"/>
                  </a:cubicBezTo>
                  <a:cubicBezTo>
                    <a:pt x="59" y="117"/>
                    <a:pt x="57" y="116"/>
                    <a:pt x="57" y="116"/>
                  </a:cubicBezTo>
                  <a:cubicBezTo>
                    <a:pt x="56" y="115"/>
                    <a:pt x="56" y="114"/>
                    <a:pt x="55" y="113"/>
                  </a:cubicBezTo>
                  <a:cubicBezTo>
                    <a:pt x="54" y="113"/>
                    <a:pt x="53" y="113"/>
                    <a:pt x="52" y="113"/>
                  </a:cubicBezTo>
                  <a:cubicBezTo>
                    <a:pt x="52" y="114"/>
                    <a:pt x="51" y="114"/>
                    <a:pt x="51" y="115"/>
                  </a:cubicBezTo>
                  <a:cubicBezTo>
                    <a:pt x="51" y="115"/>
                    <a:pt x="51" y="115"/>
                    <a:pt x="51" y="116"/>
                  </a:cubicBezTo>
                  <a:cubicBezTo>
                    <a:pt x="51" y="116"/>
                    <a:pt x="52" y="117"/>
                    <a:pt x="52" y="117"/>
                  </a:cubicBezTo>
                  <a:cubicBezTo>
                    <a:pt x="52" y="117"/>
                    <a:pt x="51" y="118"/>
                    <a:pt x="51" y="119"/>
                  </a:cubicBezTo>
                  <a:cubicBezTo>
                    <a:pt x="51" y="119"/>
                    <a:pt x="50" y="119"/>
                    <a:pt x="49" y="119"/>
                  </a:cubicBezTo>
                  <a:cubicBezTo>
                    <a:pt x="49" y="119"/>
                    <a:pt x="48" y="118"/>
                    <a:pt x="47" y="118"/>
                  </a:cubicBezTo>
                  <a:cubicBezTo>
                    <a:pt x="47" y="118"/>
                    <a:pt x="47" y="119"/>
                    <a:pt x="46" y="119"/>
                  </a:cubicBezTo>
                  <a:cubicBezTo>
                    <a:pt x="46" y="120"/>
                    <a:pt x="46" y="120"/>
                    <a:pt x="46" y="121"/>
                  </a:cubicBezTo>
                  <a:cubicBezTo>
                    <a:pt x="46" y="121"/>
                    <a:pt x="45" y="122"/>
                    <a:pt x="45" y="122"/>
                  </a:cubicBezTo>
                  <a:cubicBezTo>
                    <a:pt x="44" y="122"/>
                    <a:pt x="44" y="122"/>
                    <a:pt x="43" y="121"/>
                  </a:cubicBezTo>
                  <a:cubicBezTo>
                    <a:pt x="43" y="121"/>
                    <a:pt x="42" y="120"/>
                    <a:pt x="42" y="120"/>
                  </a:cubicBezTo>
                  <a:cubicBezTo>
                    <a:pt x="42" y="120"/>
                    <a:pt x="41" y="120"/>
                    <a:pt x="41" y="119"/>
                  </a:cubicBezTo>
                  <a:cubicBezTo>
                    <a:pt x="40" y="119"/>
                    <a:pt x="40" y="118"/>
                    <a:pt x="40" y="118"/>
                  </a:cubicBezTo>
                  <a:cubicBezTo>
                    <a:pt x="40" y="117"/>
                    <a:pt x="41" y="116"/>
                    <a:pt x="41" y="116"/>
                  </a:cubicBezTo>
                  <a:cubicBezTo>
                    <a:pt x="42" y="115"/>
                    <a:pt x="42" y="115"/>
                    <a:pt x="42" y="115"/>
                  </a:cubicBezTo>
                  <a:cubicBezTo>
                    <a:pt x="43" y="114"/>
                    <a:pt x="42" y="114"/>
                    <a:pt x="42" y="113"/>
                  </a:cubicBezTo>
                  <a:cubicBezTo>
                    <a:pt x="42" y="113"/>
                    <a:pt x="41" y="112"/>
                    <a:pt x="41" y="112"/>
                  </a:cubicBezTo>
                  <a:cubicBezTo>
                    <a:pt x="41" y="111"/>
                    <a:pt x="40" y="111"/>
                    <a:pt x="39" y="111"/>
                  </a:cubicBezTo>
                  <a:cubicBezTo>
                    <a:pt x="39" y="111"/>
                    <a:pt x="38" y="110"/>
                    <a:pt x="38" y="110"/>
                  </a:cubicBezTo>
                  <a:cubicBezTo>
                    <a:pt x="37" y="110"/>
                    <a:pt x="37" y="111"/>
                    <a:pt x="36" y="111"/>
                  </a:cubicBezTo>
                  <a:cubicBezTo>
                    <a:pt x="36" y="112"/>
                    <a:pt x="35" y="112"/>
                    <a:pt x="34" y="113"/>
                  </a:cubicBezTo>
                  <a:cubicBezTo>
                    <a:pt x="34" y="113"/>
                    <a:pt x="33" y="114"/>
                    <a:pt x="33" y="114"/>
                  </a:cubicBezTo>
                  <a:cubicBezTo>
                    <a:pt x="32" y="114"/>
                    <a:pt x="31" y="114"/>
                    <a:pt x="30" y="114"/>
                  </a:cubicBezTo>
                  <a:cubicBezTo>
                    <a:pt x="29" y="114"/>
                    <a:pt x="28" y="113"/>
                    <a:pt x="27" y="113"/>
                  </a:cubicBezTo>
                  <a:cubicBezTo>
                    <a:pt x="27" y="113"/>
                    <a:pt x="26" y="112"/>
                    <a:pt x="26" y="112"/>
                  </a:cubicBezTo>
                  <a:cubicBezTo>
                    <a:pt x="26" y="112"/>
                    <a:pt x="26" y="111"/>
                    <a:pt x="26" y="110"/>
                  </a:cubicBezTo>
                  <a:cubicBezTo>
                    <a:pt x="25" y="110"/>
                    <a:pt x="25" y="109"/>
                    <a:pt x="24" y="109"/>
                  </a:cubicBezTo>
                  <a:cubicBezTo>
                    <a:pt x="24" y="109"/>
                    <a:pt x="23" y="108"/>
                    <a:pt x="22" y="108"/>
                  </a:cubicBezTo>
                  <a:cubicBezTo>
                    <a:pt x="22" y="108"/>
                    <a:pt x="21" y="107"/>
                    <a:pt x="21" y="107"/>
                  </a:cubicBezTo>
                  <a:cubicBezTo>
                    <a:pt x="22" y="106"/>
                    <a:pt x="23" y="105"/>
                    <a:pt x="23" y="105"/>
                  </a:cubicBezTo>
                  <a:cubicBezTo>
                    <a:pt x="24" y="104"/>
                    <a:pt x="26" y="102"/>
                    <a:pt x="27" y="100"/>
                  </a:cubicBezTo>
                  <a:cubicBezTo>
                    <a:pt x="28" y="99"/>
                    <a:pt x="28" y="97"/>
                    <a:pt x="29" y="96"/>
                  </a:cubicBezTo>
                  <a:cubicBezTo>
                    <a:pt x="29" y="95"/>
                    <a:pt x="30" y="94"/>
                    <a:pt x="31" y="93"/>
                  </a:cubicBezTo>
                  <a:cubicBezTo>
                    <a:pt x="31" y="93"/>
                    <a:pt x="31" y="92"/>
                    <a:pt x="32" y="92"/>
                  </a:cubicBezTo>
                  <a:cubicBezTo>
                    <a:pt x="32" y="92"/>
                    <a:pt x="33" y="91"/>
                    <a:pt x="34" y="91"/>
                  </a:cubicBezTo>
                  <a:cubicBezTo>
                    <a:pt x="35" y="91"/>
                    <a:pt x="36" y="91"/>
                    <a:pt x="37" y="91"/>
                  </a:cubicBezTo>
                  <a:cubicBezTo>
                    <a:pt x="38" y="90"/>
                    <a:pt x="39" y="89"/>
                    <a:pt x="39" y="89"/>
                  </a:cubicBezTo>
                  <a:cubicBezTo>
                    <a:pt x="40" y="88"/>
                    <a:pt x="41" y="86"/>
                    <a:pt x="41" y="85"/>
                  </a:cubicBezTo>
                  <a:cubicBezTo>
                    <a:pt x="42" y="84"/>
                    <a:pt x="42" y="83"/>
                    <a:pt x="41" y="82"/>
                  </a:cubicBezTo>
                  <a:cubicBezTo>
                    <a:pt x="41" y="81"/>
                    <a:pt x="40" y="80"/>
                    <a:pt x="39" y="80"/>
                  </a:cubicBezTo>
                  <a:cubicBezTo>
                    <a:pt x="39" y="79"/>
                    <a:pt x="37" y="79"/>
                    <a:pt x="36" y="78"/>
                  </a:cubicBezTo>
                  <a:cubicBezTo>
                    <a:pt x="36" y="78"/>
                    <a:pt x="36" y="77"/>
                    <a:pt x="36" y="77"/>
                  </a:cubicBezTo>
                  <a:cubicBezTo>
                    <a:pt x="36" y="77"/>
                    <a:pt x="36" y="76"/>
                    <a:pt x="36" y="76"/>
                  </a:cubicBezTo>
                  <a:cubicBezTo>
                    <a:pt x="36" y="76"/>
                    <a:pt x="37" y="75"/>
                    <a:pt x="37" y="75"/>
                  </a:cubicBezTo>
                  <a:cubicBezTo>
                    <a:pt x="38" y="75"/>
                    <a:pt x="38" y="75"/>
                    <a:pt x="39" y="75"/>
                  </a:cubicBezTo>
                  <a:cubicBezTo>
                    <a:pt x="39" y="75"/>
                    <a:pt x="40" y="76"/>
                    <a:pt x="40" y="76"/>
                  </a:cubicBezTo>
                  <a:cubicBezTo>
                    <a:pt x="40" y="76"/>
                    <a:pt x="41" y="75"/>
                    <a:pt x="41" y="75"/>
                  </a:cubicBezTo>
                  <a:cubicBezTo>
                    <a:pt x="41" y="75"/>
                    <a:pt x="40" y="74"/>
                    <a:pt x="40" y="74"/>
                  </a:cubicBezTo>
                  <a:cubicBezTo>
                    <a:pt x="39" y="74"/>
                    <a:pt x="39" y="73"/>
                    <a:pt x="39" y="73"/>
                  </a:cubicBezTo>
                  <a:cubicBezTo>
                    <a:pt x="38" y="72"/>
                    <a:pt x="37" y="72"/>
                    <a:pt x="37" y="73"/>
                  </a:cubicBezTo>
                  <a:cubicBezTo>
                    <a:pt x="36" y="73"/>
                    <a:pt x="35" y="74"/>
                    <a:pt x="35" y="74"/>
                  </a:cubicBezTo>
                  <a:cubicBezTo>
                    <a:pt x="34" y="75"/>
                    <a:pt x="33" y="76"/>
                    <a:pt x="33" y="76"/>
                  </a:cubicBezTo>
                  <a:cubicBezTo>
                    <a:pt x="33" y="77"/>
                    <a:pt x="33" y="78"/>
                    <a:pt x="34" y="79"/>
                  </a:cubicBezTo>
                  <a:cubicBezTo>
                    <a:pt x="34" y="80"/>
                    <a:pt x="35" y="81"/>
                    <a:pt x="35" y="81"/>
                  </a:cubicBezTo>
                  <a:cubicBezTo>
                    <a:pt x="36" y="82"/>
                    <a:pt x="37" y="81"/>
                    <a:pt x="38" y="82"/>
                  </a:cubicBezTo>
                  <a:cubicBezTo>
                    <a:pt x="38" y="82"/>
                    <a:pt x="38" y="84"/>
                    <a:pt x="38" y="84"/>
                  </a:cubicBezTo>
                  <a:cubicBezTo>
                    <a:pt x="38" y="85"/>
                    <a:pt x="36" y="86"/>
                    <a:pt x="36" y="87"/>
                  </a:cubicBezTo>
                  <a:cubicBezTo>
                    <a:pt x="35" y="88"/>
                    <a:pt x="32" y="89"/>
                    <a:pt x="31" y="90"/>
                  </a:cubicBezTo>
                  <a:cubicBezTo>
                    <a:pt x="30" y="92"/>
                    <a:pt x="28" y="94"/>
                    <a:pt x="27" y="95"/>
                  </a:cubicBezTo>
                  <a:cubicBezTo>
                    <a:pt x="26" y="96"/>
                    <a:pt x="25" y="99"/>
                    <a:pt x="23" y="100"/>
                  </a:cubicBezTo>
                  <a:cubicBezTo>
                    <a:pt x="22" y="101"/>
                    <a:pt x="19" y="103"/>
                    <a:pt x="18" y="104"/>
                  </a:cubicBezTo>
                  <a:cubicBezTo>
                    <a:pt x="16" y="106"/>
                    <a:pt x="12" y="109"/>
                    <a:pt x="10" y="111"/>
                  </a:cubicBezTo>
                  <a:cubicBezTo>
                    <a:pt x="9" y="113"/>
                    <a:pt x="7" y="117"/>
                    <a:pt x="5" y="118"/>
                  </a:cubicBezTo>
                  <a:cubicBezTo>
                    <a:pt x="5" y="119"/>
                    <a:pt x="4" y="120"/>
                    <a:pt x="4" y="120"/>
                  </a:cubicBezTo>
                  <a:cubicBezTo>
                    <a:pt x="4" y="120"/>
                    <a:pt x="3" y="119"/>
                    <a:pt x="3" y="119"/>
                  </a:cubicBezTo>
                  <a:cubicBezTo>
                    <a:pt x="3" y="119"/>
                    <a:pt x="2" y="118"/>
                    <a:pt x="1" y="118"/>
                  </a:cubicBezTo>
                  <a:cubicBezTo>
                    <a:pt x="1" y="117"/>
                    <a:pt x="2" y="116"/>
                    <a:pt x="2" y="115"/>
                  </a:cubicBezTo>
                  <a:cubicBezTo>
                    <a:pt x="2" y="114"/>
                    <a:pt x="2" y="113"/>
                    <a:pt x="2" y="113"/>
                  </a:cubicBezTo>
                  <a:cubicBezTo>
                    <a:pt x="2" y="112"/>
                    <a:pt x="1" y="112"/>
                    <a:pt x="0" y="111"/>
                  </a:cubicBezTo>
                  <a:cubicBezTo>
                    <a:pt x="0" y="111"/>
                    <a:pt x="0" y="110"/>
                    <a:pt x="0" y="109"/>
                  </a:cubicBezTo>
                  <a:cubicBezTo>
                    <a:pt x="0" y="109"/>
                    <a:pt x="1" y="108"/>
                    <a:pt x="2" y="107"/>
                  </a:cubicBezTo>
                  <a:cubicBezTo>
                    <a:pt x="2" y="107"/>
                    <a:pt x="4" y="107"/>
                    <a:pt x="4" y="107"/>
                  </a:cubicBezTo>
                  <a:cubicBezTo>
                    <a:pt x="4" y="106"/>
                    <a:pt x="3" y="106"/>
                    <a:pt x="2" y="105"/>
                  </a:cubicBezTo>
                  <a:cubicBezTo>
                    <a:pt x="2" y="105"/>
                    <a:pt x="1" y="104"/>
                    <a:pt x="1" y="104"/>
                  </a:cubicBezTo>
                  <a:cubicBezTo>
                    <a:pt x="1" y="104"/>
                    <a:pt x="1" y="103"/>
                    <a:pt x="1" y="103"/>
                  </a:cubicBezTo>
                  <a:cubicBezTo>
                    <a:pt x="1" y="102"/>
                    <a:pt x="2" y="101"/>
                    <a:pt x="2" y="101"/>
                  </a:cubicBezTo>
                  <a:cubicBezTo>
                    <a:pt x="3" y="101"/>
                    <a:pt x="3" y="100"/>
                    <a:pt x="3" y="99"/>
                  </a:cubicBezTo>
                  <a:cubicBezTo>
                    <a:pt x="3" y="98"/>
                    <a:pt x="1" y="97"/>
                    <a:pt x="1" y="96"/>
                  </a:cubicBezTo>
                  <a:cubicBezTo>
                    <a:pt x="1" y="96"/>
                    <a:pt x="1" y="95"/>
                    <a:pt x="1" y="94"/>
                  </a:cubicBezTo>
                  <a:cubicBezTo>
                    <a:pt x="1" y="93"/>
                    <a:pt x="1" y="91"/>
                    <a:pt x="2" y="91"/>
                  </a:cubicBezTo>
                  <a:cubicBezTo>
                    <a:pt x="2" y="90"/>
                    <a:pt x="1" y="88"/>
                    <a:pt x="1" y="87"/>
                  </a:cubicBezTo>
                  <a:cubicBezTo>
                    <a:pt x="1" y="86"/>
                    <a:pt x="0" y="85"/>
                    <a:pt x="0" y="85"/>
                  </a:cubicBezTo>
                  <a:cubicBezTo>
                    <a:pt x="0" y="84"/>
                    <a:pt x="0" y="82"/>
                    <a:pt x="0" y="81"/>
                  </a:cubicBezTo>
                  <a:cubicBezTo>
                    <a:pt x="0" y="80"/>
                    <a:pt x="1" y="79"/>
                    <a:pt x="1" y="78"/>
                  </a:cubicBezTo>
                  <a:cubicBezTo>
                    <a:pt x="1" y="77"/>
                    <a:pt x="2" y="76"/>
                    <a:pt x="2" y="75"/>
                  </a:cubicBezTo>
                  <a:cubicBezTo>
                    <a:pt x="3" y="75"/>
                    <a:pt x="3" y="73"/>
                    <a:pt x="3" y="73"/>
                  </a:cubicBezTo>
                  <a:cubicBezTo>
                    <a:pt x="3" y="72"/>
                    <a:pt x="3" y="71"/>
                    <a:pt x="3" y="70"/>
                  </a:cubicBezTo>
                  <a:cubicBezTo>
                    <a:pt x="3" y="70"/>
                    <a:pt x="3" y="70"/>
                    <a:pt x="3" y="70"/>
                  </a:cubicBezTo>
                  <a:cubicBezTo>
                    <a:pt x="4" y="69"/>
                    <a:pt x="4" y="69"/>
                    <a:pt x="5" y="69"/>
                  </a:cubicBezTo>
                  <a:cubicBezTo>
                    <a:pt x="5" y="68"/>
                    <a:pt x="6" y="67"/>
                    <a:pt x="6" y="67"/>
                  </a:cubicBezTo>
                  <a:cubicBezTo>
                    <a:pt x="6" y="67"/>
                    <a:pt x="7" y="67"/>
                    <a:pt x="7" y="67"/>
                  </a:cubicBezTo>
                  <a:cubicBezTo>
                    <a:pt x="8" y="67"/>
                    <a:pt x="9" y="67"/>
                    <a:pt x="9" y="67"/>
                  </a:cubicBezTo>
                  <a:cubicBezTo>
                    <a:pt x="10" y="67"/>
                    <a:pt x="10" y="67"/>
                    <a:pt x="11" y="67"/>
                  </a:cubicBezTo>
                  <a:cubicBezTo>
                    <a:pt x="11" y="67"/>
                    <a:pt x="12" y="66"/>
                    <a:pt x="12" y="66"/>
                  </a:cubicBezTo>
                  <a:cubicBezTo>
                    <a:pt x="13" y="66"/>
                    <a:pt x="14" y="66"/>
                    <a:pt x="14" y="66"/>
                  </a:cubicBezTo>
                  <a:cubicBezTo>
                    <a:pt x="15" y="65"/>
                    <a:pt x="15" y="64"/>
                    <a:pt x="16" y="64"/>
                  </a:cubicBezTo>
                  <a:cubicBezTo>
                    <a:pt x="16" y="63"/>
                    <a:pt x="18" y="64"/>
                    <a:pt x="19" y="64"/>
                  </a:cubicBezTo>
                  <a:cubicBezTo>
                    <a:pt x="19" y="64"/>
                    <a:pt x="20" y="63"/>
                    <a:pt x="21" y="63"/>
                  </a:cubicBezTo>
                  <a:cubicBezTo>
                    <a:pt x="21" y="63"/>
                    <a:pt x="22" y="61"/>
                    <a:pt x="22" y="60"/>
                  </a:cubicBezTo>
                  <a:cubicBezTo>
                    <a:pt x="23" y="60"/>
                    <a:pt x="23" y="59"/>
                    <a:pt x="24" y="59"/>
                  </a:cubicBezTo>
                  <a:cubicBezTo>
                    <a:pt x="24" y="58"/>
                    <a:pt x="25" y="59"/>
                    <a:pt x="26" y="59"/>
                  </a:cubicBezTo>
                  <a:cubicBezTo>
                    <a:pt x="26" y="58"/>
                    <a:pt x="27" y="58"/>
                    <a:pt x="28" y="57"/>
                  </a:cubicBezTo>
                  <a:cubicBezTo>
                    <a:pt x="28" y="57"/>
                    <a:pt x="28" y="56"/>
                    <a:pt x="28" y="55"/>
                  </a:cubicBezTo>
                  <a:cubicBezTo>
                    <a:pt x="29" y="55"/>
                    <a:pt x="29" y="55"/>
                    <a:pt x="30" y="55"/>
                  </a:cubicBezTo>
                  <a:cubicBezTo>
                    <a:pt x="30" y="55"/>
                    <a:pt x="31" y="56"/>
                    <a:pt x="32" y="56"/>
                  </a:cubicBezTo>
                  <a:cubicBezTo>
                    <a:pt x="32" y="55"/>
                    <a:pt x="33" y="55"/>
                    <a:pt x="33" y="54"/>
                  </a:cubicBezTo>
                  <a:cubicBezTo>
                    <a:pt x="33" y="54"/>
                    <a:pt x="33" y="52"/>
                    <a:pt x="33" y="52"/>
                  </a:cubicBezTo>
                  <a:cubicBezTo>
                    <a:pt x="33" y="51"/>
                    <a:pt x="33" y="50"/>
                    <a:pt x="33" y="50"/>
                  </a:cubicBezTo>
                  <a:cubicBezTo>
                    <a:pt x="33" y="49"/>
                    <a:pt x="33" y="48"/>
                    <a:pt x="33" y="48"/>
                  </a:cubicBezTo>
                  <a:cubicBezTo>
                    <a:pt x="32" y="47"/>
                    <a:pt x="31" y="47"/>
                    <a:pt x="31" y="46"/>
                  </a:cubicBezTo>
                  <a:cubicBezTo>
                    <a:pt x="31" y="46"/>
                    <a:pt x="30" y="45"/>
                    <a:pt x="30" y="45"/>
                  </a:cubicBezTo>
                  <a:cubicBezTo>
                    <a:pt x="30" y="44"/>
                    <a:pt x="30" y="42"/>
                    <a:pt x="30" y="41"/>
                  </a:cubicBezTo>
                  <a:cubicBezTo>
                    <a:pt x="30" y="41"/>
                    <a:pt x="30" y="40"/>
                    <a:pt x="30" y="40"/>
                  </a:cubicBezTo>
                  <a:cubicBezTo>
                    <a:pt x="29" y="39"/>
                    <a:pt x="28" y="40"/>
                    <a:pt x="27" y="39"/>
                  </a:cubicBezTo>
                  <a:cubicBezTo>
                    <a:pt x="27" y="39"/>
                    <a:pt x="26" y="39"/>
                    <a:pt x="25" y="39"/>
                  </a:cubicBezTo>
                  <a:cubicBezTo>
                    <a:pt x="25" y="38"/>
                    <a:pt x="24" y="38"/>
                    <a:pt x="24" y="37"/>
                  </a:cubicBezTo>
                  <a:cubicBezTo>
                    <a:pt x="24" y="36"/>
                    <a:pt x="24" y="35"/>
                    <a:pt x="24" y="34"/>
                  </a:cubicBezTo>
                  <a:cubicBezTo>
                    <a:pt x="24" y="34"/>
                    <a:pt x="25" y="33"/>
                    <a:pt x="26" y="32"/>
                  </a:cubicBezTo>
                  <a:cubicBezTo>
                    <a:pt x="26" y="32"/>
                    <a:pt x="27" y="32"/>
                    <a:pt x="27" y="31"/>
                  </a:cubicBezTo>
                  <a:cubicBezTo>
                    <a:pt x="28" y="31"/>
                    <a:pt x="28" y="31"/>
                    <a:pt x="28" y="30"/>
                  </a:cubicBezTo>
                  <a:cubicBezTo>
                    <a:pt x="28" y="30"/>
                    <a:pt x="28" y="29"/>
                    <a:pt x="28" y="28"/>
                  </a:cubicBezTo>
                  <a:cubicBezTo>
                    <a:pt x="27" y="28"/>
                    <a:pt x="26" y="28"/>
                    <a:pt x="26" y="28"/>
                  </a:cubicBezTo>
                  <a:cubicBezTo>
                    <a:pt x="26" y="28"/>
                    <a:pt x="26" y="27"/>
                    <a:pt x="26" y="26"/>
                  </a:cubicBezTo>
                  <a:cubicBezTo>
                    <a:pt x="26" y="26"/>
                    <a:pt x="26" y="25"/>
                    <a:pt x="27" y="25"/>
                  </a:cubicBezTo>
                  <a:cubicBezTo>
                    <a:pt x="27" y="25"/>
                    <a:pt x="28" y="25"/>
                    <a:pt x="28" y="25"/>
                  </a:cubicBezTo>
                  <a:cubicBezTo>
                    <a:pt x="28" y="25"/>
                    <a:pt x="28" y="24"/>
                    <a:pt x="28" y="24"/>
                  </a:cubicBezTo>
                  <a:cubicBezTo>
                    <a:pt x="29" y="23"/>
                    <a:pt x="29" y="23"/>
                    <a:pt x="29" y="23"/>
                  </a:cubicBezTo>
                  <a:cubicBezTo>
                    <a:pt x="30" y="22"/>
                    <a:pt x="31" y="23"/>
                    <a:pt x="31" y="24"/>
                  </a:cubicBezTo>
                  <a:cubicBezTo>
                    <a:pt x="31" y="24"/>
                    <a:pt x="31" y="25"/>
                    <a:pt x="32" y="25"/>
                  </a:cubicBezTo>
                  <a:cubicBezTo>
                    <a:pt x="32" y="26"/>
                    <a:pt x="33" y="25"/>
                    <a:pt x="34" y="26"/>
                  </a:cubicBezTo>
                  <a:cubicBezTo>
                    <a:pt x="34" y="26"/>
                    <a:pt x="35" y="27"/>
                    <a:pt x="34" y="28"/>
                  </a:cubicBezTo>
                  <a:cubicBezTo>
                    <a:pt x="34" y="28"/>
                    <a:pt x="34" y="28"/>
                    <a:pt x="33" y="29"/>
                  </a:cubicBezTo>
                  <a:cubicBezTo>
                    <a:pt x="33" y="29"/>
                    <a:pt x="33" y="29"/>
                    <a:pt x="33" y="30"/>
                  </a:cubicBezTo>
                  <a:cubicBezTo>
                    <a:pt x="33" y="30"/>
                    <a:pt x="34" y="30"/>
                    <a:pt x="35" y="31"/>
                  </a:cubicBezTo>
                  <a:cubicBezTo>
                    <a:pt x="35" y="31"/>
                    <a:pt x="35" y="32"/>
                    <a:pt x="36" y="32"/>
                  </a:cubicBezTo>
                  <a:cubicBezTo>
                    <a:pt x="36" y="32"/>
                    <a:pt x="37" y="32"/>
                    <a:pt x="38" y="32"/>
                  </a:cubicBezTo>
                  <a:cubicBezTo>
                    <a:pt x="38" y="32"/>
                    <a:pt x="39" y="32"/>
                    <a:pt x="39" y="31"/>
                  </a:cubicBezTo>
                  <a:cubicBezTo>
                    <a:pt x="40" y="31"/>
                    <a:pt x="39" y="30"/>
                    <a:pt x="39" y="29"/>
                  </a:cubicBezTo>
                  <a:cubicBezTo>
                    <a:pt x="40" y="28"/>
                    <a:pt x="40" y="28"/>
                    <a:pt x="40" y="27"/>
                  </a:cubicBezTo>
                  <a:cubicBezTo>
                    <a:pt x="40" y="27"/>
                    <a:pt x="41" y="26"/>
                    <a:pt x="42" y="26"/>
                  </a:cubicBezTo>
                  <a:cubicBezTo>
                    <a:pt x="42" y="26"/>
                    <a:pt x="43" y="25"/>
                    <a:pt x="44" y="25"/>
                  </a:cubicBezTo>
                  <a:cubicBezTo>
                    <a:pt x="44" y="25"/>
                    <a:pt x="45" y="26"/>
                    <a:pt x="45" y="26"/>
                  </a:cubicBezTo>
                  <a:cubicBezTo>
                    <a:pt x="46" y="26"/>
                    <a:pt x="46" y="27"/>
                    <a:pt x="46" y="28"/>
                  </a:cubicBezTo>
                  <a:cubicBezTo>
                    <a:pt x="47" y="28"/>
                    <a:pt x="47" y="28"/>
                    <a:pt x="47" y="29"/>
                  </a:cubicBezTo>
                  <a:cubicBezTo>
                    <a:pt x="48" y="29"/>
                    <a:pt x="48" y="30"/>
                    <a:pt x="48" y="30"/>
                  </a:cubicBezTo>
                  <a:cubicBezTo>
                    <a:pt x="49" y="31"/>
                    <a:pt x="48" y="32"/>
                    <a:pt x="48" y="33"/>
                  </a:cubicBezTo>
                  <a:cubicBezTo>
                    <a:pt x="48" y="33"/>
                    <a:pt x="48" y="34"/>
                    <a:pt x="48" y="35"/>
                  </a:cubicBezTo>
                  <a:cubicBezTo>
                    <a:pt x="48" y="35"/>
                    <a:pt x="48" y="36"/>
                    <a:pt x="49" y="37"/>
                  </a:cubicBezTo>
                  <a:cubicBezTo>
                    <a:pt x="49" y="37"/>
                    <a:pt x="50" y="36"/>
                    <a:pt x="50" y="36"/>
                  </a:cubicBezTo>
                  <a:cubicBezTo>
                    <a:pt x="51" y="36"/>
                    <a:pt x="51" y="36"/>
                    <a:pt x="52" y="36"/>
                  </a:cubicBezTo>
                  <a:cubicBezTo>
                    <a:pt x="52" y="36"/>
                    <a:pt x="53" y="36"/>
                    <a:pt x="54" y="36"/>
                  </a:cubicBezTo>
                  <a:cubicBezTo>
                    <a:pt x="55" y="36"/>
                    <a:pt x="56" y="37"/>
                    <a:pt x="56" y="37"/>
                  </a:cubicBezTo>
                  <a:cubicBezTo>
                    <a:pt x="57" y="37"/>
                    <a:pt x="59" y="38"/>
                    <a:pt x="60" y="38"/>
                  </a:cubicBezTo>
                  <a:cubicBezTo>
                    <a:pt x="60" y="38"/>
                    <a:pt x="61" y="36"/>
                    <a:pt x="61" y="36"/>
                  </a:cubicBezTo>
                  <a:cubicBezTo>
                    <a:pt x="62" y="35"/>
                    <a:pt x="62" y="34"/>
                    <a:pt x="62" y="34"/>
                  </a:cubicBezTo>
                  <a:cubicBezTo>
                    <a:pt x="63" y="33"/>
                    <a:pt x="63" y="32"/>
                    <a:pt x="64" y="31"/>
                  </a:cubicBezTo>
                  <a:cubicBezTo>
                    <a:pt x="64" y="31"/>
                    <a:pt x="65" y="30"/>
                    <a:pt x="65" y="29"/>
                  </a:cubicBezTo>
                  <a:cubicBezTo>
                    <a:pt x="66" y="29"/>
                    <a:pt x="68" y="28"/>
                    <a:pt x="68" y="28"/>
                  </a:cubicBezTo>
                  <a:cubicBezTo>
                    <a:pt x="69" y="28"/>
                    <a:pt x="70" y="28"/>
                    <a:pt x="71" y="28"/>
                  </a:cubicBezTo>
                  <a:cubicBezTo>
                    <a:pt x="71" y="28"/>
                    <a:pt x="72" y="28"/>
                    <a:pt x="72" y="27"/>
                  </a:cubicBezTo>
                  <a:cubicBezTo>
                    <a:pt x="73" y="27"/>
                    <a:pt x="74" y="27"/>
                    <a:pt x="74" y="2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103"/>
            <p:cNvSpPr>
              <a:spLocks/>
            </p:cNvSpPr>
            <p:nvPr/>
          </p:nvSpPr>
          <p:spPr bwMode="auto">
            <a:xfrm>
              <a:off x="1784351" y="3970338"/>
              <a:ext cx="114300" cy="103188"/>
            </a:xfrm>
            <a:custGeom>
              <a:avLst/>
              <a:gdLst/>
              <a:ahLst/>
              <a:cxnLst>
                <a:cxn ang="0">
                  <a:pos x="61" y="28"/>
                </a:cxn>
                <a:cxn ang="0">
                  <a:pos x="55" y="28"/>
                </a:cxn>
                <a:cxn ang="0">
                  <a:pos x="52" y="30"/>
                </a:cxn>
                <a:cxn ang="0">
                  <a:pos x="52" y="34"/>
                </a:cxn>
                <a:cxn ang="0">
                  <a:pos x="49" y="37"/>
                </a:cxn>
                <a:cxn ang="0">
                  <a:pos x="49" y="32"/>
                </a:cxn>
                <a:cxn ang="0">
                  <a:pos x="47" y="30"/>
                </a:cxn>
                <a:cxn ang="0">
                  <a:pos x="46" y="32"/>
                </a:cxn>
                <a:cxn ang="0">
                  <a:pos x="46" y="36"/>
                </a:cxn>
                <a:cxn ang="0">
                  <a:pos x="45" y="38"/>
                </a:cxn>
                <a:cxn ang="0">
                  <a:pos x="47" y="41"/>
                </a:cxn>
                <a:cxn ang="0">
                  <a:pos x="47" y="44"/>
                </a:cxn>
                <a:cxn ang="0">
                  <a:pos x="45" y="46"/>
                </a:cxn>
                <a:cxn ang="0">
                  <a:pos x="43" y="47"/>
                </a:cxn>
                <a:cxn ang="0">
                  <a:pos x="39" y="47"/>
                </a:cxn>
                <a:cxn ang="0">
                  <a:pos x="34" y="46"/>
                </a:cxn>
                <a:cxn ang="0">
                  <a:pos x="31" y="44"/>
                </a:cxn>
                <a:cxn ang="0">
                  <a:pos x="26" y="43"/>
                </a:cxn>
                <a:cxn ang="0">
                  <a:pos x="25" y="46"/>
                </a:cxn>
                <a:cxn ang="0">
                  <a:pos x="29" y="47"/>
                </a:cxn>
                <a:cxn ang="0">
                  <a:pos x="31" y="51"/>
                </a:cxn>
                <a:cxn ang="0">
                  <a:pos x="26" y="50"/>
                </a:cxn>
                <a:cxn ang="0">
                  <a:pos x="18" y="51"/>
                </a:cxn>
                <a:cxn ang="0">
                  <a:pos x="16" y="53"/>
                </a:cxn>
                <a:cxn ang="0">
                  <a:pos x="12" y="54"/>
                </a:cxn>
                <a:cxn ang="0">
                  <a:pos x="9" y="51"/>
                </a:cxn>
                <a:cxn ang="0">
                  <a:pos x="4" y="52"/>
                </a:cxn>
                <a:cxn ang="0">
                  <a:pos x="2" y="50"/>
                </a:cxn>
                <a:cxn ang="0">
                  <a:pos x="2" y="44"/>
                </a:cxn>
                <a:cxn ang="0">
                  <a:pos x="0" y="42"/>
                </a:cxn>
                <a:cxn ang="0">
                  <a:pos x="1" y="38"/>
                </a:cxn>
                <a:cxn ang="0">
                  <a:pos x="3" y="34"/>
                </a:cxn>
                <a:cxn ang="0">
                  <a:pos x="3" y="30"/>
                </a:cxn>
                <a:cxn ang="0">
                  <a:pos x="6" y="28"/>
                </a:cxn>
                <a:cxn ang="0">
                  <a:pos x="13" y="30"/>
                </a:cxn>
                <a:cxn ang="0">
                  <a:pos x="17" y="29"/>
                </a:cxn>
                <a:cxn ang="0">
                  <a:pos x="14" y="25"/>
                </a:cxn>
                <a:cxn ang="0">
                  <a:pos x="16" y="19"/>
                </a:cxn>
                <a:cxn ang="0">
                  <a:pos x="24" y="10"/>
                </a:cxn>
                <a:cxn ang="0">
                  <a:pos x="34" y="3"/>
                </a:cxn>
                <a:cxn ang="0">
                  <a:pos x="41" y="0"/>
                </a:cxn>
                <a:cxn ang="0">
                  <a:pos x="44" y="4"/>
                </a:cxn>
                <a:cxn ang="0">
                  <a:pos x="47" y="6"/>
                </a:cxn>
                <a:cxn ang="0">
                  <a:pos x="51" y="8"/>
                </a:cxn>
                <a:cxn ang="0">
                  <a:pos x="51" y="12"/>
                </a:cxn>
                <a:cxn ang="0">
                  <a:pos x="52" y="17"/>
                </a:cxn>
                <a:cxn ang="0">
                  <a:pos x="51" y="22"/>
                </a:cxn>
                <a:cxn ang="0">
                  <a:pos x="56" y="24"/>
                </a:cxn>
                <a:cxn ang="0">
                  <a:pos x="60" y="25"/>
                </a:cxn>
                <a:cxn ang="0">
                  <a:pos x="60" y="26"/>
                </a:cxn>
              </a:cxnLst>
              <a:rect l="0" t="0" r="r" b="b"/>
              <a:pathLst>
                <a:path w="61" h="55">
                  <a:moveTo>
                    <a:pt x="60" y="26"/>
                  </a:moveTo>
                  <a:cubicBezTo>
                    <a:pt x="60" y="27"/>
                    <a:pt x="61" y="27"/>
                    <a:pt x="61" y="28"/>
                  </a:cubicBezTo>
                  <a:cubicBezTo>
                    <a:pt x="61" y="28"/>
                    <a:pt x="59" y="28"/>
                    <a:pt x="58" y="28"/>
                  </a:cubicBezTo>
                  <a:cubicBezTo>
                    <a:pt x="57" y="28"/>
                    <a:pt x="56" y="28"/>
                    <a:pt x="55" y="28"/>
                  </a:cubicBezTo>
                  <a:cubicBezTo>
                    <a:pt x="55" y="29"/>
                    <a:pt x="54" y="30"/>
                    <a:pt x="54" y="30"/>
                  </a:cubicBezTo>
                  <a:cubicBezTo>
                    <a:pt x="53" y="30"/>
                    <a:pt x="52" y="30"/>
                    <a:pt x="52" y="30"/>
                  </a:cubicBezTo>
                  <a:cubicBezTo>
                    <a:pt x="51" y="31"/>
                    <a:pt x="51" y="32"/>
                    <a:pt x="51" y="32"/>
                  </a:cubicBezTo>
                  <a:cubicBezTo>
                    <a:pt x="51" y="33"/>
                    <a:pt x="52" y="34"/>
                    <a:pt x="52" y="34"/>
                  </a:cubicBezTo>
                  <a:cubicBezTo>
                    <a:pt x="52" y="35"/>
                    <a:pt x="52" y="36"/>
                    <a:pt x="51" y="36"/>
                  </a:cubicBezTo>
                  <a:cubicBezTo>
                    <a:pt x="51" y="37"/>
                    <a:pt x="50" y="37"/>
                    <a:pt x="49" y="37"/>
                  </a:cubicBezTo>
                  <a:cubicBezTo>
                    <a:pt x="49" y="36"/>
                    <a:pt x="49" y="35"/>
                    <a:pt x="49" y="35"/>
                  </a:cubicBezTo>
                  <a:cubicBezTo>
                    <a:pt x="49" y="34"/>
                    <a:pt x="49" y="33"/>
                    <a:pt x="49" y="32"/>
                  </a:cubicBezTo>
                  <a:cubicBezTo>
                    <a:pt x="49" y="32"/>
                    <a:pt x="48" y="32"/>
                    <a:pt x="48" y="31"/>
                  </a:cubicBezTo>
                  <a:cubicBezTo>
                    <a:pt x="48" y="31"/>
                    <a:pt x="48" y="30"/>
                    <a:pt x="47" y="30"/>
                  </a:cubicBezTo>
                  <a:cubicBezTo>
                    <a:pt x="47" y="30"/>
                    <a:pt x="47" y="30"/>
                    <a:pt x="46" y="30"/>
                  </a:cubicBezTo>
                  <a:cubicBezTo>
                    <a:pt x="46" y="30"/>
                    <a:pt x="46" y="31"/>
                    <a:pt x="46" y="32"/>
                  </a:cubicBezTo>
                  <a:cubicBezTo>
                    <a:pt x="46" y="32"/>
                    <a:pt x="47" y="33"/>
                    <a:pt x="47" y="33"/>
                  </a:cubicBezTo>
                  <a:cubicBezTo>
                    <a:pt x="47" y="34"/>
                    <a:pt x="46" y="35"/>
                    <a:pt x="46" y="36"/>
                  </a:cubicBezTo>
                  <a:cubicBezTo>
                    <a:pt x="46" y="36"/>
                    <a:pt x="46" y="37"/>
                    <a:pt x="46" y="37"/>
                  </a:cubicBezTo>
                  <a:cubicBezTo>
                    <a:pt x="46" y="37"/>
                    <a:pt x="45" y="37"/>
                    <a:pt x="45" y="38"/>
                  </a:cubicBezTo>
                  <a:cubicBezTo>
                    <a:pt x="44" y="38"/>
                    <a:pt x="45" y="40"/>
                    <a:pt x="45" y="40"/>
                  </a:cubicBezTo>
                  <a:cubicBezTo>
                    <a:pt x="45" y="40"/>
                    <a:pt x="46" y="41"/>
                    <a:pt x="47" y="41"/>
                  </a:cubicBezTo>
                  <a:cubicBezTo>
                    <a:pt x="47" y="41"/>
                    <a:pt x="47" y="42"/>
                    <a:pt x="47" y="42"/>
                  </a:cubicBezTo>
                  <a:cubicBezTo>
                    <a:pt x="47" y="43"/>
                    <a:pt x="47" y="44"/>
                    <a:pt x="47" y="44"/>
                  </a:cubicBezTo>
                  <a:cubicBezTo>
                    <a:pt x="47" y="45"/>
                    <a:pt x="46" y="45"/>
                    <a:pt x="46" y="45"/>
                  </a:cubicBezTo>
                  <a:cubicBezTo>
                    <a:pt x="45" y="46"/>
                    <a:pt x="45" y="46"/>
                    <a:pt x="45" y="46"/>
                  </a:cubicBezTo>
                  <a:cubicBezTo>
                    <a:pt x="45" y="46"/>
                    <a:pt x="45" y="46"/>
                    <a:pt x="45" y="46"/>
                  </a:cubicBezTo>
                  <a:cubicBezTo>
                    <a:pt x="45" y="46"/>
                    <a:pt x="44" y="47"/>
                    <a:pt x="43" y="47"/>
                  </a:cubicBezTo>
                  <a:cubicBezTo>
                    <a:pt x="42" y="47"/>
                    <a:pt x="41" y="47"/>
                    <a:pt x="41" y="47"/>
                  </a:cubicBezTo>
                  <a:cubicBezTo>
                    <a:pt x="40" y="47"/>
                    <a:pt x="39" y="47"/>
                    <a:pt x="39" y="47"/>
                  </a:cubicBezTo>
                  <a:cubicBezTo>
                    <a:pt x="38" y="47"/>
                    <a:pt x="37" y="47"/>
                    <a:pt x="36" y="47"/>
                  </a:cubicBezTo>
                  <a:cubicBezTo>
                    <a:pt x="36" y="47"/>
                    <a:pt x="34" y="46"/>
                    <a:pt x="34" y="46"/>
                  </a:cubicBezTo>
                  <a:cubicBezTo>
                    <a:pt x="34" y="46"/>
                    <a:pt x="33" y="45"/>
                    <a:pt x="33" y="45"/>
                  </a:cubicBezTo>
                  <a:cubicBezTo>
                    <a:pt x="32" y="45"/>
                    <a:pt x="31" y="44"/>
                    <a:pt x="31" y="44"/>
                  </a:cubicBezTo>
                  <a:cubicBezTo>
                    <a:pt x="30" y="44"/>
                    <a:pt x="29" y="43"/>
                    <a:pt x="29" y="43"/>
                  </a:cubicBezTo>
                  <a:cubicBezTo>
                    <a:pt x="28" y="43"/>
                    <a:pt x="27" y="43"/>
                    <a:pt x="26" y="43"/>
                  </a:cubicBezTo>
                  <a:cubicBezTo>
                    <a:pt x="26" y="43"/>
                    <a:pt x="25" y="44"/>
                    <a:pt x="25" y="44"/>
                  </a:cubicBezTo>
                  <a:cubicBezTo>
                    <a:pt x="24" y="44"/>
                    <a:pt x="24" y="45"/>
                    <a:pt x="25" y="46"/>
                  </a:cubicBezTo>
                  <a:cubicBezTo>
                    <a:pt x="25" y="46"/>
                    <a:pt x="26" y="47"/>
                    <a:pt x="27" y="47"/>
                  </a:cubicBezTo>
                  <a:cubicBezTo>
                    <a:pt x="27" y="47"/>
                    <a:pt x="29" y="47"/>
                    <a:pt x="29" y="47"/>
                  </a:cubicBezTo>
                  <a:cubicBezTo>
                    <a:pt x="30" y="47"/>
                    <a:pt x="32" y="48"/>
                    <a:pt x="32" y="49"/>
                  </a:cubicBezTo>
                  <a:cubicBezTo>
                    <a:pt x="32" y="50"/>
                    <a:pt x="31" y="51"/>
                    <a:pt x="31" y="51"/>
                  </a:cubicBezTo>
                  <a:cubicBezTo>
                    <a:pt x="30" y="51"/>
                    <a:pt x="29" y="51"/>
                    <a:pt x="29" y="51"/>
                  </a:cubicBezTo>
                  <a:cubicBezTo>
                    <a:pt x="28" y="51"/>
                    <a:pt x="27" y="50"/>
                    <a:pt x="26" y="50"/>
                  </a:cubicBezTo>
                  <a:cubicBezTo>
                    <a:pt x="25" y="50"/>
                    <a:pt x="24" y="50"/>
                    <a:pt x="23" y="50"/>
                  </a:cubicBezTo>
                  <a:cubicBezTo>
                    <a:pt x="22" y="50"/>
                    <a:pt x="19" y="50"/>
                    <a:pt x="18" y="51"/>
                  </a:cubicBezTo>
                  <a:cubicBezTo>
                    <a:pt x="18" y="51"/>
                    <a:pt x="18" y="52"/>
                    <a:pt x="17" y="52"/>
                  </a:cubicBezTo>
                  <a:cubicBezTo>
                    <a:pt x="17" y="53"/>
                    <a:pt x="16" y="53"/>
                    <a:pt x="16" y="53"/>
                  </a:cubicBezTo>
                  <a:cubicBezTo>
                    <a:pt x="16" y="54"/>
                    <a:pt x="15" y="55"/>
                    <a:pt x="14" y="55"/>
                  </a:cubicBezTo>
                  <a:cubicBezTo>
                    <a:pt x="14" y="55"/>
                    <a:pt x="13" y="55"/>
                    <a:pt x="12" y="54"/>
                  </a:cubicBezTo>
                  <a:cubicBezTo>
                    <a:pt x="12" y="54"/>
                    <a:pt x="11" y="53"/>
                    <a:pt x="10" y="53"/>
                  </a:cubicBezTo>
                  <a:cubicBezTo>
                    <a:pt x="10" y="52"/>
                    <a:pt x="10" y="52"/>
                    <a:pt x="9" y="51"/>
                  </a:cubicBezTo>
                  <a:cubicBezTo>
                    <a:pt x="9" y="51"/>
                    <a:pt x="7" y="51"/>
                    <a:pt x="7" y="51"/>
                  </a:cubicBezTo>
                  <a:cubicBezTo>
                    <a:pt x="6" y="51"/>
                    <a:pt x="5" y="52"/>
                    <a:pt x="4" y="52"/>
                  </a:cubicBezTo>
                  <a:cubicBezTo>
                    <a:pt x="4" y="52"/>
                    <a:pt x="3" y="52"/>
                    <a:pt x="3" y="52"/>
                  </a:cubicBezTo>
                  <a:cubicBezTo>
                    <a:pt x="3" y="51"/>
                    <a:pt x="2" y="50"/>
                    <a:pt x="2" y="50"/>
                  </a:cubicBezTo>
                  <a:cubicBezTo>
                    <a:pt x="2" y="49"/>
                    <a:pt x="2" y="48"/>
                    <a:pt x="2" y="47"/>
                  </a:cubicBezTo>
                  <a:cubicBezTo>
                    <a:pt x="2" y="46"/>
                    <a:pt x="2" y="45"/>
                    <a:pt x="2" y="44"/>
                  </a:cubicBezTo>
                  <a:cubicBezTo>
                    <a:pt x="2" y="44"/>
                    <a:pt x="1" y="43"/>
                    <a:pt x="0" y="43"/>
                  </a:cubicBezTo>
                  <a:cubicBezTo>
                    <a:pt x="0" y="43"/>
                    <a:pt x="0" y="42"/>
                    <a:pt x="0" y="42"/>
                  </a:cubicBezTo>
                  <a:cubicBezTo>
                    <a:pt x="0" y="42"/>
                    <a:pt x="0" y="42"/>
                    <a:pt x="0" y="41"/>
                  </a:cubicBezTo>
                  <a:cubicBezTo>
                    <a:pt x="0" y="41"/>
                    <a:pt x="1" y="39"/>
                    <a:pt x="1" y="38"/>
                  </a:cubicBezTo>
                  <a:cubicBezTo>
                    <a:pt x="1" y="37"/>
                    <a:pt x="1" y="36"/>
                    <a:pt x="1" y="35"/>
                  </a:cubicBezTo>
                  <a:cubicBezTo>
                    <a:pt x="1" y="35"/>
                    <a:pt x="3" y="35"/>
                    <a:pt x="3" y="34"/>
                  </a:cubicBezTo>
                  <a:cubicBezTo>
                    <a:pt x="4" y="34"/>
                    <a:pt x="4" y="33"/>
                    <a:pt x="4" y="32"/>
                  </a:cubicBezTo>
                  <a:cubicBezTo>
                    <a:pt x="4" y="31"/>
                    <a:pt x="3" y="31"/>
                    <a:pt x="3" y="30"/>
                  </a:cubicBezTo>
                  <a:cubicBezTo>
                    <a:pt x="3" y="30"/>
                    <a:pt x="2" y="29"/>
                    <a:pt x="3" y="29"/>
                  </a:cubicBezTo>
                  <a:cubicBezTo>
                    <a:pt x="3" y="28"/>
                    <a:pt x="5" y="28"/>
                    <a:pt x="6" y="28"/>
                  </a:cubicBezTo>
                  <a:cubicBezTo>
                    <a:pt x="7" y="27"/>
                    <a:pt x="9" y="27"/>
                    <a:pt x="10" y="28"/>
                  </a:cubicBezTo>
                  <a:cubicBezTo>
                    <a:pt x="11" y="28"/>
                    <a:pt x="13" y="29"/>
                    <a:pt x="13" y="30"/>
                  </a:cubicBezTo>
                  <a:cubicBezTo>
                    <a:pt x="14" y="30"/>
                    <a:pt x="15" y="31"/>
                    <a:pt x="16" y="31"/>
                  </a:cubicBezTo>
                  <a:cubicBezTo>
                    <a:pt x="16" y="31"/>
                    <a:pt x="17" y="29"/>
                    <a:pt x="17" y="29"/>
                  </a:cubicBezTo>
                  <a:cubicBezTo>
                    <a:pt x="16" y="28"/>
                    <a:pt x="16" y="28"/>
                    <a:pt x="16" y="27"/>
                  </a:cubicBezTo>
                  <a:cubicBezTo>
                    <a:pt x="15" y="27"/>
                    <a:pt x="14" y="25"/>
                    <a:pt x="14" y="25"/>
                  </a:cubicBezTo>
                  <a:cubicBezTo>
                    <a:pt x="14" y="24"/>
                    <a:pt x="14" y="23"/>
                    <a:pt x="15" y="22"/>
                  </a:cubicBezTo>
                  <a:cubicBezTo>
                    <a:pt x="15" y="21"/>
                    <a:pt x="16" y="19"/>
                    <a:pt x="16" y="19"/>
                  </a:cubicBezTo>
                  <a:cubicBezTo>
                    <a:pt x="17" y="17"/>
                    <a:pt x="19" y="15"/>
                    <a:pt x="20" y="14"/>
                  </a:cubicBezTo>
                  <a:cubicBezTo>
                    <a:pt x="21" y="13"/>
                    <a:pt x="23" y="11"/>
                    <a:pt x="24" y="10"/>
                  </a:cubicBezTo>
                  <a:cubicBezTo>
                    <a:pt x="25" y="9"/>
                    <a:pt x="27" y="6"/>
                    <a:pt x="29" y="5"/>
                  </a:cubicBezTo>
                  <a:cubicBezTo>
                    <a:pt x="30" y="4"/>
                    <a:pt x="33" y="4"/>
                    <a:pt x="34" y="3"/>
                  </a:cubicBezTo>
                  <a:cubicBezTo>
                    <a:pt x="36" y="3"/>
                    <a:pt x="39" y="1"/>
                    <a:pt x="41" y="0"/>
                  </a:cubicBezTo>
                  <a:cubicBezTo>
                    <a:pt x="41" y="0"/>
                    <a:pt x="41" y="0"/>
                    <a:pt x="41" y="0"/>
                  </a:cubicBezTo>
                  <a:cubicBezTo>
                    <a:pt x="41" y="1"/>
                    <a:pt x="41" y="2"/>
                    <a:pt x="42" y="2"/>
                  </a:cubicBezTo>
                  <a:cubicBezTo>
                    <a:pt x="42" y="3"/>
                    <a:pt x="43" y="3"/>
                    <a:pt x="44" y="4"/>
                  </a:cubicBezTo>
                  <a:cubicBezTo>
                    <a:pt x="44" y="4"/>
                    <a:pt x="45" y="5"/>
                    <a:pt x="45" y="5"/>
                  </a:cubicBezTo>
                  <a:cubicBezTo>
                    <a:pt x="46" y="6"/>
                    <a:pt x="46" y="6"/>
                    <a:pt x="47" y="6"/>
                  </a:cubicBezTo>
                  <a:cubicBezTo>
                    <a:pt x="47" y="6"/>
                    <a:pt x="49" y="7"/>
                    <a:pt x="49" y="7"/>
                  </a:cubicBezTo>
                  <a:cubicBezTo>
                    <a:pt x="50" y="7"/>
                    <a:pt x="50" y="8"/>
                    <a:pt x="51" y="8"/>
                  </a:cubicBezTo>
                  <a:cubicBezTo>
                    <a:pt x="51" y="8"/>
                    <a:pt x="52" y="9"/>
                    <a:pt x="52" y="10"/>
                  </a:cubicBezTo>
                  <a:cubicBezTo>
                    <a:pt x="52" y="11"/>
                    <a:pt x="51" y="12"/>
                    <a:pt x="51" y="12"/>
                  </a:cubicBezTo>
                  <a:cubicBezTo>
                    <a:pt x="51" y="13"/>
                    <a:pt x="52" y="14"/>
                    <a:pt x="52" y="15"/>
                  </a:cubicBezTo>
                  <a:cubicBezTo>
                    <a:pt x="52" y="15"/>
                    <a:pt x="52" y="16"/>
                    <a:pt x="52" y="17"/>
                  </a:cubicBezTo>
                  <a:cubicBezTo>
                    <a:pt x="51" y="18"/>
                    <a:pt x="51" y="19"/>
                    <a:pt x="51" y="20"/>
                  </a:cubicBezTo>
                  <a:cubicBezTo>
                    <a:pt x="51" y="20"/>
                    <a:pt x="51" y="21"/>
                    <a:pt x="51" y="22"/>
                  </a:cubicBezTo>
                  <a:cubicBezTo>
                    <a:pt x="51" y="22"/>
                    <a:pt x="52" y="23"/>
                    <a:pt x="53" y="23"/>
                  </a:cubicBezTo>
                  <a:cubicBezTo>
                    <a:pt x="53" y="24"/>
                    <a:pt x="55" y="23"/>
                    <a:pt x="56" y="24"/>
                  </a:cubicBezTo>
                  <a:cubicBezTo>
                    <a:pt x="56" y="24"/>
                    <a:pt x="57" y="25"/>
                    <a:pt x="58" y="25"/>
                  </a:cubicBezTo>
                  <a:cubicBezTo>
                    <a:pt x="58" y="25"/>
                    <a:pt x="59" y="25"/>
                    <a:pt x="60" y="25"/>
                  </a:cubicBezTo>
                  <a:cubicBezTo>
                    <a:pt x="60" y="25"/>
                    <a:pt x="60" y="25"/>
                    <a:pt x="60" y="25"/>
                  </a:cubicBezTo>
                  <a:cubicBezTo>
                    <a:pt x="60" y="26"/>
                    <a:pt x="60" y="26"/>
                    <a:pt x="60" y="2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104"/>
            <p:cNvSpPr>
              <a:spLocks/>
            </p:cNvSpPr>
            <p:nvPr/>
          </p:nvSpPr>
          <p:spPr bwMode="auto">
            <a:xfrm>
              <a:off x="1860551" y="3951288"/>
              <a:ext cx="65088" cy="68263"/>
            </a:xfrm>
            <a:custGeom>
              <a:avLst/>
              <a:gdLst/>
              <a:ahLst/>
              <a:cxnLst>
                <a:cxn ang="0">
                  <a:pos x="19" y="35"/>
                </a:cxn>
                <a:cxn ang="0">
                  <a:pos x="19" y="35"/>
                </a:cxn>
                <a:cxn ang="0">
                  <a:pos x="17" y="35"/>
                </a:cxn>
                <a:cxn ang="0">
                  <a:pos x="15" y="34"/>
                </a:cxn>
                <a:cxn ang="0">
                  <a:pos x="12" y="33"/>
                </a:cxn>
                <a:cxn ang="0">
                  <a:pos x="10" y="32"/>
                </a:cxn>
                <a:cxn ang="0">
                  <a:pos x="10" y="30"/>
                </a:cxn>
                <a:cxn ang="0">
                  <a:pos x="11" y="27"/>
                </a:cxn>
                <a:cxn ang="0">
                  <a:pos x="11" y="25"/>
                </a:cxn>
                <a:cxn ang="0">
                  <a:pos x="10" y="22"/>
                </a:cxn>
                <a:cxn ang="0">
                  <a:pos x="11" y="20"/>
                </a:cxn>
                <a:cxn ang="0">
                  <a:pos x="10" y="18"/>
                </a:cxn>
                <a:cxn ang="0">
                  <a:pos x="8" y="17"/>
                </a:cxn>
                <a:cxn ang="0">
                  <a:pos x="6" y="16"/>
                </a:cxn>
                <a:cxn ang="0">
                  <a:pos x="4" y="15"/>
                </a:cxn>
                <a:cxn ang="0">
                  <a:pos x="3" y="14"/>
                </a:cxn>
                <a:cxn ang="0">
                  <a:pos x="1" y="12"/>
                </a:cxn>
                <a:cxn ang="0">
                  <a:pos x="0" y="10"/>
                </a:cxn>
                <a:cxn ang="0">
                  <a:pos x="3" y="7"/>
                </a:cxn>
                <a:cxn ang="0">
                  <a:pos x="5" y="2"/>
                </a:cxn>
                <a:cxn ang="0">
                  <a:pos x="6" y="0"/>
                </a:cxn>
                <a:cxn ang="0">
                  <a:pos x="7" y="1"/>
                </a:cxn>
                <a:cxn ang="0">
                  <a:pos x="9" y="0"/>
                </a:cxn>
                <a:cxn ang="0">
                  <a:pos x="11" y="1"/>
                </a:cxn>
                <a:cxn ang="0">
                  <a:pos x="12" y="3"/>
                </a:cxn>
                <a:cxn ang="0">
                  <a:pos x="11" y="5"/>
                </a:cxn>
                <a:cxn ang="0">
                  <a:pos x="13" y="6"/>
                </a:cxn>
                <a:cxn ang="0">
                  <a:pos x="15" y="6"/>
                </a:cxn>
                <a:cxn ang="0">
                  <a:pos x="17" y="6"/>
                </a:cxn>
                <a:cxn ang="0">
                  <a:pos x="19" y="6"/>
                </a:cxn>
                <a:cxn ang="0">
                  <a:pos x="20" y="9"/>
                </a:cxn>
                <a:cxn ang="0">
                  <a:pos x="21" y="11"/>
                </a:cxn>
                <a:cxn ang="0">
                  <a:pos x="25" y="11"/>
                </a:cxn>
                <a:cxn ang="0">
                  <a:pos x="29" y="10"/>
                </a:cxn>
                <a:cxn ang="0">
                  <a:pos x="31" y="10"/>
                </a:cxn>
                <a:cxn ang="0">
                  <a:pos x="32" y="12"/>
                </a:cxn>
                <a:cxn ang="0">
                  <a:pos x="32" y="14"/>
                </a:cxn>
                <a:cxn ang="0">
                  <a:pos x="34" y="16"/>
                </a:cxn>
                <a:cxn ang="0">
                  <a:pos x="34" y="19"/>
                </a:cxn>
                <a:cxn ang="0">
                  <a:pos x="32" y="21"/>
                </a:cxn>
                <a:cxn ang="0">
                  <a:pos x="30" y="22"/>
                </a:cxn>
                <a:cxn ang="0">
                  <a:pos x="30" y="24"/>
                </a:cxn>
                <a:cxn ang="0">
                  <a:pos x="30" y="26"/>
                </a:cxn>
                <a:cxn ang="0">
                  <a:pos x="31" y="27"/>
                </a:cxn>
                <a:cxn ang="0">
                  <a:pos x="32" y="29"/>
                </a:cxn>
                <a:cxn ang="0">
                  <a:pos x="32" y="30"/>
                </a:cxn>
                <a:cxn ang="0">
                  <a:pos x="31" y="32"/>
                </a:cxn>
                <a:cxn ang="0">
                  <a:pos x="29" y="33"/>
                </a:cxn>
                <a:cxn ang="0">
                  <a:pos x="28" y="35"/>
                </a:cxn>
                <a:cxn ang="0">
                  <a:pos x="26" y="36"/>
                </a:cxn>
                <a:cxn ang="0">
                  <a:pos x="24" y="36"/>
                </a:cxn>
                <a:cxn ang="0">
                  <a:pos x="22" y="36"/>
                </a:cxn>
                <a:cxn ang="0">
                  <a:pos x="20" y="36"/>
                </a:cxn>
                <a:cxn ang="0">
                  <a:pos x="19" y="35"/>
                </a:cxn>
              </a:cxnLst>
              <a:rect l="0" t="0" r="r" b="b"/>
              <a:pathLst>
                <a:path w="34" h="36">
                  <a:moveTo>
                    <a:pt x="19" y="35"/>
                  </a:moveTo>
                  <a:cubicBezTo>
                    <a:pt x="19" y="35"/>
                    <a:pt x="19" y="35"/>
                    <a:pt x="19" y="35"/>
                  </a:cubicBezTo>
                  <a:cubicBezTo>
                    <a:pt x="18" y="35"/>
                    <a:pt x="17" y="35"/>
                    <a:pt x="17" y="35"/>
                  </a:cubicBezTo>
                  <a:cubicBezTo>
                    <a:pt x="16" y="35"/>
                    <a:pt x="15" y="34"/>
                    <a:pt x="15" y="34"/>
                  </a:cubicBezTo>
                  <a:cubicBezTo>
                    <a:pt x="14" y="33"/>
                    <a:pt x="12" y="34"/>
                    <a:pt x="12" y="33"/>
                  </a:cubicBezTo>
                  <a:cubicBezTo>
                    <a:pt x="11" y="33"/>
                    <a:pt x="10" y="32"/>
                    <a:pt x="10" y="32"/>
                  </a:cubicBezTo>
                  <a:cubicBezTo>
                    <a:pt x="10" y="31"/>
                    <a:pt x="10" y="30"/>
                    <a:pt x="10" y="30"/>
                  </a:cubicBezTo>
                  <a:cubicBezTo>
                    <a:pt x="10" y="29"/>
                    <a:pt x="10" y="28"/>
                    <a:pt x="11" y="27"/>
                  </a:cubicBezTo>
                  <a:cubicBezTo>
                    <a:pt x="11" y="26"/>
                    <a:pt x="11" y="25"/>
                    <a:pt x="11" y="25"/>
                  </a:cubicBezTo>
                  <a:cubicBezTo>
                    <a:pt x="11" y="24"/>
                    <a:pt x="10" y="23"/>
                    <a:pt x="10" y="22"/>
                  </a:cubicBezTo>
                  <a:cubicBezTo>
                    <a:pt x="10" y="22"/>
                    <a:pt x="11" y="21"/>
                    <a:pt x="11" y="20"/>
                  </a:cubicBezTo>
                  <a:cubicBezTo>
                    <a:pt x="11" y="19"/>
                    <a:pt x="10" y="18"/>
                    <a:pt x="10" y="18"/>
                  </a:cubicBezTo>
                  <a:cubicBezTo>
                    <a:pt x="9" y="18"/>
                    <a:pt x="9" y="17"/>
                    <a:pt x="8" y="17"/>
                  </a:cubicBezTo>
                  <a:cubicBezTo>
                    <a:pt x="8" y="17"/>
                    <a:pt x="6" y="16"/>
                    <a:pt x="6" y="16"/>
                  </a:cubicBezTo>
                  <a:cubicBezTo>
                    <a:pt x="5" y="16"/>
                    <a:pt x="5" y="16"/>
                    <a:pt x="4" y="15"/>
                  </a:cubicBezTo>
                  <a:cubicBezTo>
                    <a:pt x="4" y="15"/>
                    <a:pt x="3" y="14"/>
                    <a:pt x="3" y="14"/>
                  </a:cubicBezTo>
                  <a:cubicBezTo>
                    <a:pt x="2" y="13"/>
                    <a:pt x="1" y="13"/>
                    <a:pt x="1" y="12"/>
                  </a:cubicBezTo>
                  <a:cubicBezTo>
                    <a:pt x="0" y="12"/>
                    <a:pt x="0" y="11"/>
                    <a:pt x="0" y="10"/>
                  </a:cubicBezTo>
                  <a:cubicBezTo>
                    <a:pt x="1" y="9"/>
                    <a:pt x="2" y="8"/>
                    <a:pt x="3" y="7"/>
                  </a:cubicBezTo>
                  <a:cubicBezTo>
                    <a:pt x="3" y="6"/>
                    <a:pt x="4" y="4"/>
                    <a:pt x="5" y="2"/>
                  </a:cubicBezTo>
                  <a:cubicBezTo>
                    <a:pt x="5" y="2"/>
                    <a:pt x="5" y="1"/>
                    <a:pt x="6" y="0"/>
                  </a:cubicBezTo>
                  <a:cubicBezTo>
                    <a:pt x="6" y="0"/>
                    <a:pt x="7" y="1"/>
                    <a:pt x="7" y="1"/>
                  </a:cubicBezTo>
                  <a:cubicBezTo>
                    <a:pt x="8" y="1"/>
                    <a:pt x="9" y="0"/>
                    <a:pt x="9" y="0"/>
                  </a:cubicBezTo>
                  <a:cubicBezTo>
                    <a:pt x="10" y="1"/>
                    <a:pt x="11" y="1"/>
                    <a:pt x="11" y="1"/>
                  </a:cubicBezTo>
                  <a:cubicBezTo>
                    <a:pt x="12" y="2"/>
                    <a:pt x="12" y="3"/>
                    <a:pt x="12" y="3"/>
                  </a:cubicBezTo>
                  <a:cubicBezTo>
                    <a:pt x="12" y="4"/>
                    <a:pt x="11" y="5"/>
                    <a:pt x="11" y="5"/>
                  </a:cubicBezTo>
                  <a:cubicBezTo>
                    <a:pt x="11" y="6"/>
                    <a:pt x="12" y="6"/>
                    <a:pt x="13" y="6"/>
                  </a:cubicBezTo>
                  <a:cubicBezTo>
                    <a:pt x="13" y="6"/>
                    <a:pt x="14" y="6"/>
                    <a:pt x="15" y="6"/>
                  </a:cubicBezTo>
                  <a:cubicBezTo>
                    <a:pt x="15" y="6"/>
                    <a:pt x="16" y="6"/>
                    <a:pt x="17" y="6"/>
                  </a:cubicBezTo>
                  <a:cubicBezTo>
                    <a:pt x="17" y="6"/>
                    <a:pt x="19" y="6"/>
                    <a:pt x="19" y="6"/>
                  </a:cubicBezTo>
                  <a:cubicBezTo>
                    <a:pt x="20" y="7"/>
                    <a:pt x="20" y="9"/>
                    <a:pt x="20" y="9"/>
                  </a:cubicBezTo>
                  <a:cubicBezTo>
                    <a:pt x="20" y="10"/>
                    <a:pt x="21" y="11"/>
                    <a:pt x="21" y="11"/>
                  </a:cubicBezTo>
                  <a:cubicBezTo>
                    <a:pt x="22" y="12"/>
                    <a:pt x="24" y="12"/>
                    <a:pt x="25" y="11"/>
                  </a:cubicBezTo>
                  <a:cubicBezTo>
                    <a:pt x="26" y="11"/>
                    <a:pt x="28" y="10"/>
                    <a:pt x="29" y="10"/>
                  </a:cubicBezTo>
                  <a:cubicBezTo>
                    <a:pt x="29" y="10"/>
                    <a:pt x="31" y="10"/>
                    <a:pt x="31" y="10"/>
                  </a:cubicBezTo>
                  <a:cubicBezTo>
                    <a:pt x="32" y="11"/>
                    <a:pt x="32" y="12"/>
                    <a:pt x="32" y="12"/>
                  </a:cubicBezTo>
                  <a:cubicBezTo>
                    <a:pt x="32" y="13"/>
                    <a:pt x="32" y="14"/>
                    <a:pt x="32" y="14"/>
                  </a:cubicBezTo>
                  <a:cubicBezTo>
                    <a:pt x="33" y="15"/>
                    <a:pt x="33" y="16"/>
                    <a:pt x="34" y="16"/>
                  </a:cubicBezTo>
                  <a:cubicBezTo>
                    <a:pt x="34" y="17"/>
                    <a:pt x="34" y="18"/>
                    <a:pt x="34" y="19"/>
                  </a:cubicBezTo>
                  <a:cubicBezTo>
                    <a:pt x="33" y="20"/>
                    <a:pt x="33" y="21"/>
                    <a:pt x="32" y="21"/>
                  </a:cubicBezTo>
                  <a:cubicBezTo>
                    <a:pt x="32" y="21"/>
                    <a:pt x="31" y="22"/>
                    <a:pt x="30" y="22"/>
                  </a:cubicBezTo>
                  <a:cubicBezTo>
                    <a:pt x="30" y="22"/>
                    <a:pt x="30" y="24"/>
                    <a:pt x="30" y="24"/>
                  </a:cubicBezTo>
                  <a:cubicBezTo>
                    <a:pt x="30" y="25"/>
                    <a:pt x="30" y="26"/>
                    <a:pt x="30" y="26"/>
                  </a:cubicBezTo>
                  <a:cubicBezTo>
                    <a:pt x="30" y="27"/>
                    <a:pt x="31" y="27"/>
                    <a:pt x="31" y="27"/>
                  </a:cubicBezTo>
                  <a:cubicBezTo>
                    <a:pt x="31" y="27"/>
                    <a:pt x="32" y="28"/>
                    <a:pt x="32" y="29"/>
                  </a:cubicBezTo>
                  <a:cubicBezTo>
                    <a:pt x="32" y="29"/>
                    <a:pt x="32" y="29"/>
                    <a:pt x="32" y="30"/>
                  </a:cubicBezTo>
                  <a:cubicBezTo>
                    <a:pt x="31" y="30"/>
                    <a:pt x="31" y="31"/>
                    <a:pt x="31" y="32"/>
                  </a:cubicBezTo>
                  <a:cubicBezTo>
                    <a:pt x="30" y="32"/>
                    <a:pt x="29" y="32"/>
                    <a:pt x="29" y="33"/>
                  </a:cubicBezTo>
                  <a:cubicBezTo>
                    <a:pt x="28" y="33"/>
                    <a:pt x="28" y="35"/>
                    <a:pt x="28" y="35"/>
                  </a:cubicBezTo>
                  <a:cubicBezTo>
                    <a:pt x="28" y="36"/>
                    <a:pt x="26" y="36"/>
                    <a:pt x="26" y="36"/>
                  </a:cubicBezTo>
                  <a:cubicBezTo>
                    <a:pt x="25" y="36"/>
                    <a:pt x="24" y="36"/>
                    <a:pt x="24" y="36"/>
                  </a:cubicBezTo>
                  <a:cubicBezTo>
                    <a:pt x="23" y="36"/>
                    <a:pt x="22" y="36"/>
                    <a:pt x="22" y="36"/>
                  </a:cubicBezTo>
                  <a:cubicBezTo>
                    <a:pt x="21" y="36"/>
                    <a:pt x="20" y="36"/>
                    <a:pt x="20" y="36"/>
                  </a:cubicBezTo>
                  <a:cubicBezTo>
                    <a:pt x="20" y="36"/>
                    <a:pt x="20" y="36"/>
                    <a:pt x="19" y="3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105"/>
            <p:cNvSpPr>
              <a:spLocks/>
            </p:cNvSpPr>
            <p:nvPr/>
          </p:nvSpPr>
          <p:spPr bwMode="auto">
            <a:xfrm>
              <a:off x="1871663" y="3895726"/>
              <a:ext cx="115888" cy="114300"/>
            </a:xfrm>
            <a:custGeom>
              <a:avLst/>
              <a:gdLst/>
              <a:ahLst/>
              <a:cxnLst>
                <a:cxn ang="0">
                  <a:pos x="59" y="26"/>
                </a:cxn>
                <a:cxn ang="0">
                  <a:pos x="61" y="32"/>
                </a:cxn>
                <a:cxn ang="0">
                  <a:pos x="59" y="39"/>
                </a:cxn>
                <a:cxn ang="0">
                  <a:pos x="54" y="42"/>
                </a:cxn>
                <a:cxn ang="0">
                  <a:pos x="51" y="43"/>
                </a:cxn>
                <a:cxn ang="0">
                  <a:pos x="54" y="45"/>
                </a:cxn>
                <a:cxn ang="0">
                  <a:pos x="56" y="48"/>
                </a:cxn>
                <a:cxn ang="0">
                  <a:pos x="56" y="51"/>
                </a:cxn>
                <a:cxn ang="0">
                  <a:pos x="58" y="52"/>
                </a:cxn>
                <a:cxn ang="0">
                  <a:pos x="57" y="56"/>
                </a:cxn>
                <a:cxn ang="0">
                  <a:pos x="55" y="57"/>
                </a:cxn>
                <a:cxn ang="0">
                  <a:pos x="52" y="56"/>
                </a:cxn>
                <a:cxn ang="0">
                  <a:pos x="47" y="55"/>
                </a:cxn>
                <a:cxn ang="0">
                  <a:pos x="42" y="57"/>
                </a:cxn>
                <a:cxn ang="0">
                  <a:pos x="36" y="59"/>
                </a:cxn>
                <a:cxn ang="0">
                  <a:pos x="32" y="61"/>
                </a:cxn>
                <a:cxn ang="0">
                  <a:pos x="27" y="59"/>
                </a:cxn>
                <a:cxn ang="0">
                  <a:pos x="26" y="59"/>
                </a:cxn>
                <a:cxn ang="0">
                  <a:pos x="24" y="56"/>
                </a:cxn>
                <a:cxn ang="0">
                  <a:pos x="24" y="52"/>
                </a:cxn>
                <a:cxn ang="0">
                  <a:pos x="28" y="49"/>
                </a:cxn>
                <a:cxn ang="0">
                  <a:pos x="26" y="44"/>
                </a:cxn>
                <a:cxn ang="0">
                  <a:pos x="25" y="40"/>
                </a:cxn>
                <a:cxn ang="0">
                  <a:pos x="19" y="41"/>
                </a:cxn>
                <a:cxn ang="0">
                  <a:pos x="14" y="39"/>
                </a:cxn>
                <a:cxn ang="0">
                  <a:pos x="11" y="36"/>
                </a:cxn>
                <a:cxn ang="0">
                  <a:pos x="7" y="36"/>
                </a:cxn>
                <a:cxn ang="0">
                  <a:pos x="6" y="33"/>
                </a:cxn>
                <a:cxn ang="0">
                  <a:pos x="3" y="30"/>
                </a:cxn>
                <a:cxn ang="0">
                  <a:pos x="0" y="30"/>
                </a:cxn>
                <a:cxn ang="0">
                  <a:pos x="0" y="25"/>
                </a:cxn>
                <a:cxn ang="0">
                  <a:pos x="5" y="20"/>
                </a:cxn>
                <a:cxn ang="0">
                  <a:pos x="14" y="7"/>
                </a:cxn>
                <a:cxn ang="0">
                  <a:pos x="20" y="0"/>
                </a:cxn>
                <a:cxn ang="0">
                  <a:pos x="23" y="2"/>
                </a:cxn>
                <a:cxn ang="0">
                  <a:pos x="25" y="5"/>
                </a:cxn>
                <a:cxn ang="0">
                  <a:pos x="29" y="7"/>
                </a:cxn>
                <a:cxn ang="0">
                  <a:pos x="33" y="6"/>
                </a:cxn>
                <a:cxn ang="0">
                  <a:pos x="37" y="3"/>
                </a:cxn>
                <a:cxn ang="0">
                  <a:pos x="40" y="5"/>
                </a:cxn>
                <a:cxn ang="0">
                  <a:pos x="41" y="8"/>
                </a:cxn>
                <a:cxn ang="0">
                  <a:pos x="39" y="11"/>
                </a:cxn>
                <a:cxn ang="0">
                  <a:pos x="41" y="13"/>
                </a:cxn>
                <a:cxn ang="0">
                  <a:pos x="44" y="15"/>
                </a:cxn>
                <a:cxn ang="0">
                  <a:pos x="45" y="12"/>
                </a:cxn>
                <a:cxn ang="0">
                  <a:pos x="48" y="12"/>
                </a:cxn>
                <a:cxn ang="0">
                  <a:pos x="51" y="10"/>
                </a:cxn>
                <a:cxn ang="0">
                  <a:pos x="50" y="8"/>
                </a:cxn>
                <a:cxn ang="0">
                  <a:pos x="54" y="6"/>
                </a:cxn>
                <a:cxn ang="0">
                  <a:pos x="58" y="11"/>
                </a:cxn>
                <a:cxn ang="0">
                  <a:pos x="56" y="14"/>
                </a:cxn>
                <a:cxn ang="0">
                  <a:pos x="55" y="17"/>
                </a:cxn>
                <a:cxn ang="0">
                  <a:pos x="54" y="21"/>
                </a:cxn>
                <a:cxn ang="0">
                  <a:pos x="57" y="24"/>
                </a:cxn>
              </a:cxnLst>
              <a:rect l="0" t="0" r="r" b="b"/>
              <a:pathLst>
                <a:path w="61" h="61">
                  <a:moveTo>
                    <a:pt x="58" y="24"/>
                  </a:moveTo>
                  <a:cubicBezTo>
                    <a:pt x="58" y="25"/>
                    <a:pt x="58" y="26"/>
                    <a:pt x="59" y="26"/>
                  </a:cubicBezTo>
                  <a:cubicBezTo>
                    <a:pt x="59" y="27"/>
                    <a:pt x="60" y="28"/>
                    <a:pt x="60" y="29"/>
                  </a:cubicBezTo>
                  <a:cubicBezTo>
                    <a:pt x="61" y="30"/>
                    <a:pt x="61" y="31"/>
                    <a:pt x="61" y="32"/>
                  </a:cubicBezTo>
                  <a:cubicBezTo>
                    <a:pt x="61" y="33"/>
                    <a:pt x="61" y="35"/>
                    <a:pt x="61" y="36"/>
                  </a:cubicBezTo>
                  <a:cubicBezTo>
                    <a:pt x="61" y="37"/>
                    <a:pt x="59" y="38"/>
                    <a:pt x="59" y="39"/>
                  </a:cubicBezTo>
                  <a:cubicBezTo>
                    <a:pt x="58" y="40"/>
                    <a:pt x="56" y="40"/>
                    <a:pt x="55" y="41"/>
                  </a:cubicBezTo>
                  <a:cubicBezTo>
                    <a:pt x="55" y="41"/>
                    <a:pt x="54" y="42"/>
                    <a:pt x="54" y="42"/>
                  </a:cubicBezTo>
                  <a:cubicBezTo>
                    <a:pt x="53" y="43"/>
                    <a:pt x="52" y="43"/>
                    <a:pt x="52" y="43"/>
                  </a:cubicBezTo>
                  <a:cubicBezTo>
                    <a:pt x="52" y="43"/>
                    <a:pt x="51" y="43"/>
                    <a:pt x="51" y="43"/>
                  </a:cubicBezTo>
                  <a:cubicBezTo>
                    <a:pt x="51" y="44"/>
                    <a:pt x="52" y="45"/>
                    <a:pt x="52" y="45"/>
                  </a:cubicBezTo>
                  <a:cubicBezTo>
                    <a:pt x="52" y="45"/>
                    <a:pt x="54" y="45"/>
                    <a:pt x="54" y="45"/>
                  </a:cubicBezTo>
                  <a:cubicBezTo>
                    <a:pt x="55" y="45"/>
                    <a:pt x="56" y="45"/>
                    <a:pt x="56" y="45"/>
                  </a:cubicBezTo>
                  <a:cubicBezTo>
                    <a:pt x="57" y="46"/>
                    <a:pt x="57" y="48"/>
                    <a:pt x="56" y="48"/>
                  </a:cubicBezTo>
                  <a:cubicBezTo>
                    <a:pt x="56" y="49"/>
                    <a:pt x="56" y="49"/>
                    <a:pt x="56" y="50"/>
                  </a:cubicBezTo>
                  <a:cubicBezTo>
                    <a:pt x="56" y="50"/>
                    <a:pt x="56" y="51"/>
                    <a:pt x="56" y="51"/>
                  </a:cubicBezTo>
                  <a:cubicBezTo>
                    <a:pt x="57" y="51"/>
                    <a:pt x="57" y="51"/>
                    <a:pt x="58" y="51"/>
                  </a:cubicBezTo>
                  <a:cubicBezTo>
                    <a:pt x="58" y="51"/>
                    <a:pt x="58" y="51"/>
                    <a:pt x="58" y="52"/>
                  </a:cubicBezTo>
                  <a:cubicBezTo>
                    <a:pt x="58" y="52"/>
                    <a:pt x="58" y="53"/>
                    <a:pt x="58" y="53"/>
                  </a:cubicBezTo>
                  <a:cubicBezTo>
                    <a:pt x="57" y="54"/>
                    <a:pt x="57" y="55"/>
                    <a:pt x="57" y="56"/>
                  </a:cubicBezTo>
                  <a:cubicBezTo>
                    <a:pt x="57" y="57"/>
                    <a:pt x="57" y="58"/>
                    <a:pt x="57" y="58"/>
                  </a:cubicBezTo>
                  <a:cubicBezTo>
                    <a:pt x="57" y="58"/>
                    <a:pt x="56" y="58"/>
                    <a:pt x="55" y="57"/>
                  </a:cubicBezTo>
                  <a:cubicBezTo>
                    <a:pt x="55" y="57"/>
                    <a:pt x="54" y="57"/>
                    <a:pt x="53" y="57"/>
                  </a:cubicBezTo>
                  <a:cubicBezTo>
                    <a:pt x="53" y="57"/>
                    <a:pt x="52" y="56"/>
                    <a:pt x="52" y="56"/>
                  </a:cubicBezTo>
                  <a:cubicBezTo>
                    <a:pt x="51" y="56"/>
                    <a:pt x="50" y="55"/>
                    <a:pt x="50" y="55"/>
                  </a:cubicBezTo>
                  <a:cubicBezTo>
                    <a:pt x="49" y="55"/>
                    <a:pt x="48" y="55"/>
                    <a:pt x="47" y="55"/>
                  </a:cubicBezTo>
                  <a:cubicBezTo>
                    <a:pt x="46" y="55"/>
                    <a:pt x="45" y="55"/>
                    <a:pt x="45" y="55"/>
                  </a:cubicBezTo>
                  <a:cubicBezTo>
                    <a:pt x="44" y="56"/>
                    <a:pt x="42" y="57"/>
                    <a:pt x="42" y="57"/>
                  </a:cubicBezTo>
                  <a:cubicBezTo>
                    <a:pt x="41" y="57"/>
                    <a:pt x="39" y="57"/>
                    <a:pt x="38" y="58"/>
                  </a:cubicBezTo>
                  <a:cubicBezTo>
                    <a:pt x="37" y="58"/>
                    <a:pt x="36" y="59"/>
                    <a:pt x="36" y="59"/>
                  </a:cubicBezTo>
                  <a:cubicBezTo>
                    <a:pt x="36" y="59"/>
                    <a:pt x="35" y="60"/>
                    <a:pt x="35" y="60"/>
                  </a:cubicBezTo>
                  <a:cubicBezTo>
                    <a:pt x="35" y="60"/>
                    <a:pt x="33" y="61"/>
                    <a:pt x="32" y="61"/>
                  </a:cubicBezTo>
                  <a:cubicBezTo>
                    <a:pt x="31" y="61"/>
                    <a:pt x="30" y="61"/>
                    <a:pt x="30" y="60"/>
                  </a:cubicBezTo>
                  <a:cubicBezTo>
                    <a:pt x="29" y="60"/>
                    <a:pt x="28" y="59"/>
                    <a:pt x="27" y="59"/>
                  </a:cubicBezTo>
                  <a:cubicBezTo>
                    <a:pt x="27" y="59"/>
                    <a:pt x="26" y="59"/>
                    <a:pt x="26" y="60"/>
                  </a:cubicBezTo>
                  <a:cubicBezTo>
                    <a:pt x="26" y="59"/>
                    <a:pt x="26" y="59"/>
                    <a:pt x="26" y="59"/>
                  </a:cubicBezTo>
                  <a:cubicBezTo>
                    <a:pt x="26" y="58"/>
                    <a:pt x="25" y="57"/>
                    <a:pt x="25" y="57"/>
                  </a:cubicBezTo>
                  <a:cubicBezTo>
                    <a:pt x="25" y="57"/>
                    <a:pt x="24" y="57"/>
                    <a:pt x="24" y="56"/>
                  </a:cubicBezTo>
                  <a:cubicBezTo>
                    <a:pt x="24" y="56"/>
                    <a:pt x="24" y="55"/>
                    <a:pt x="24" y="54"/>
                  </a:cubicBezTo>
                  <a:cubicBezTo>
                    <a:pt x="24" y="54"/>
                    <a:pt x="24" y="52"/>
                    <a:pt x="24" y="52"/>
                  </a:cubicBezTo>
                  <a:cubicBezTo>
                    <a:pt x="25" y="52"/>
                    <a:pt x="26" y="51"/>
                    <a:pt x="26" y="51"/>
                  </a:cubicBezTo>
                  <a:cubicBezTo>
                    <a:pt x="27" y="51"/>
                    <a:pt x="27" y="50"/>
                    <a:pt x="28" y="49"/>
                  </a:cubicBezTo>
                  <a:cubicBezTo>
                    <a:pt x="28" y="48"/>
                    <a:pt x="28" y="47"/>
                    <a:pt x="28" y="46"/>
                  </a:cubicBezTo>
                  <a:cubicBezTo>
                    <a:pt x="27" y="46"/>
                    <a:pt x="27" y="45"/>
                    <a:pt x="26" y="44"/>
                  </a:cubicBezTo>
                  <a:cubicBezTo>
                    <a:pt x="26" y="44"/>
                    <a:pt x="26" y="43"/>
                    <a:pt x="26" y="42"/>
                  </a:cubicBezTo>
                  <a:cubicBezTo>
                    <a:pt x="26" y="42"/>
                    <a:pt x="26" y="41"/>
                    <a:pt x="25" y="40"/>
                  </a:cubicBezTo>
                  <a:cubicBezTo>
                    <a:pt x="25" y="40"/>
                    <a:pt x="23" y="40"/>
                    <a:pt x="23" y="40"/>
                  </a:cubicBezTo>
                  <a:cubicBezTo>
                    <a:pt x="22" y="40"/>
                    <a:pt x="20" y="41"/>
                    <a:pt x="19" y="41"/>
                  </a:cubicBezTo>
                  <a:cubicBezTo>
                    <a:pt x="18" y="42"/>
                    <a:pt x="16" y="42"/>
                    <a:pt x="15" y="41"/>
                  </a:cubicBezTo>
                  <a:cubicBezTo>
                    <a:pt x="15" y="41"/>
                    <a:pt x="14" y="40"/>
                    <a:pt x="14" y="39"/>
                  </a:cubicBezTo>
                  <a:cubicBezTo>
                    <a:pt x="14" y="39"/>
                    <a:pt x="14" y="37"/>
                    <a:pt x="13" y="36"/>
                  </a:cubicBezTo>
                  <a:cubicBezTo>
                    <a:pt x="13" y="36"/>
                    <a:pt x="11" y="36"/>
                    <a:pt x="11" y="36"/>
                  </a:cubicBezTo>
                  <a:cubicBezTo>
                    <a:pt x="10" y="36"/>
                    <a:pt x="9" y="36"/>
                    <a:pt x="9" y="36"/>
                  </a:cubicBezTo>
                  <a:cubicBezTo>
                    <a:pt x="8" y="36"/>
                    <a:pt x="7" y="36"/>
                    <a:pt x="7" y="36"/>
                  </a:cubicBezTo>
                  <a:cubicBezTo>
                    <a:pt x="6" y="36"/>
                    <a:pt x="5" y="36"/>
                    <a:pt x="5" y="35"/>
                  </a:cubicBezTo>
                  <a:cubicBezTo>
                    <a:pt x="5" y="35"/>
                    <a:pt x="6" y="34"/>
                    <a:pt x="6" y="33"/>
                  </a:cubicBezTo>
                  <a:cubicBezTo>
                    <a:pt x="6" y="33"/>
                    <a:pt x="6" y="32"/>
                    <a:pt x="5" y="31"/>
                  </a:cubicBezTo>
                  <a:cubicBezTo>
                    <a:pt x="5" y="31"/>
                    <a:pt x="4" y="31"/>
                    <a:pt x="3" y="30"/>
                  </a:cubicBezTo>
                  <a:cubicBezTo>
                    <a:pt x="3" y="30"/>
                    <a:pt x="2" y="31"/>
                    <a:pt x="1" y="31"/>
                  </a:cubicBezTo>
                  <a:cubicBezTo>
                    <a:pt x="1" y="31"/>
                    <a:pt x="0" y="30"/>
                    <a:pt x="0" y="30"/>
                  </a:cubicBezTo>
                  <a:cubicBezTo>
                    <a:pt x="0" y="29"/>
                    <a:pt x="0" y="29"/>
                    <a:pt x="0" y="28"/>
                  </a:cubicBezTo>
                  <a:cubicBezTo>
                    <a:pt x="1" y="27"/>
                    <a:pt x="0" y="26"/>
                    <a:pt x="0" y="25"/>
                  </a:cubicBezTo>
                  <a:cubicBezTo>
                    <a:pt x="1" y="24"/>
                    <a:pt x="2" y="23"/>
                    <a:pt x="2" y="22"/>
                  </a:cubicBezTo>
                  <a:cubicBezTo>
                    <a:pt x="3" y="22"/>
                    <a:pt x="4" y="20"/>
                    <a:pt x="5" y="20"/>
                  </a:cubicBezTo>
                  <a:cubicBezTo>
                    <a:pt x="6" y="18"/>
                    <a:pt x="9" y="15"/>
                    <a:pt x="10" y="14"/>
                  </a:cubicBezTo>
                  <a:cubicBezTo>
                    <a:pt x="11" y="12"/>
                    <a:pt x="13" y="9"/>
                    <a:pt x="14" y="7"/>
                  </a:cubicBezTo>
                  <a:cubicBezTo>
                    <a:pt x="15" y="6"/>
                    <a:pt x="17" y="3"/>
                    <a:pt x="18" y="2"/>
                  </a:cubicBezTo>
                  <a:cubicBezTo>
                    <a:pt x="18" y="1"/>
                    <a:pt x="19" y="1"/>
                    <a:pt x="20" y="0"/>
                  </a:cubicBezTo>
                  <a:cubicBezTo>
                    <a:pt x="20" y="0"/>
                    <a:pt x="21" y="1"/>
                    <a:pt x="21" y="1"/>
                  </a:cubicBezTo>
                  <a:cubicBezTo>
                    <a:pt x="22" y="1"/>
                    <a:pt x="23" y="2"/>
                    <a:pt x="23" y="2"/>
                  </a:cubicBezTo>
                  <a:cubicBezTo>
                    <a:pt x="24" y="2"/>
                    <a:pt x="24" y="3"/>
                    <a:pt x="25" y="3"/>
                  </a:cubicBezTo>
                  <a:cubicBezTo>
                    <a:pt x="25" y="4"/>
                    <a:pt x="25" y="5"/>
                    <a:pt x="25" y="5"/>
                  </a:cubicBezTo>
                  <a:cubicBezTo>
                    <a:pt x="25" y="5"/>
                    <a:pt x="26" y="6"/>
                    <a:pt x="26" y="6"/>
                  </a:cubicBezTo>
                  <a:cubicBezTo>
                    <a:pt x="27" y="6"/>
                    <a:pt x="28" y="7"/>
                    <a:pt x="29" y="7"/>
                  </a:cubicBezTo>
                  <a:cubicBezTo>
                    <a:pt x="30" y="7"/>
                    <a:pt x="31" y="7"/>
                    <a:pt x="32" y="7"/>
                  </a:cubicBezTo>
                  <a:cubicBezTo>
                    <a:pt x="32" y="7"/>
                    <a:pt x="33" y="6"/>
                    <a:pt x="33" y="6"/>
                  </a:cubicBezTo>
                  <a:cubicBezTo>
                    <a:pt x="34" y="5"/>
                    <a:pt x="35" y="5"/>
                    <a:pt x="35" y="4"/>
                  </a:cubicBezTo>
                  <a:cubicBezTo>
                    <a:pt x="36" y="4"/>
                    <a:pt x="36" y="3"/>
                    <a:pt x="37" y="3"/>
                  </a:cubicBezTo>
                  <a:cubicBezTo>
                    <a:pt x="37" y="3"/>
                    <a:pt x="38" y="4"/>
                    <a:pt x="38" y="4"/>
                  </a:cubicBezTo>
                  <a:cubicBezTo>
                    <a:pt x="39" y="4"/>
                    <a:pt x="40" y="4"/>
                    <a:pt x="40" y="5"/>
                  </a:cubicBezTo>
                  <a:cubicBezTo>
                    <a:pt x="40" y="5"/>
                    <a:pt x="41" y="6"/>
                    <a:pt x="41" y="6"/>
                  </a:cubicBezTo>
                  <a:cubicBezTo>
                    <a:pt x="41" y="7"/>
                    <a:pt x="42" y="7"/>
                    <a:pt x="41" y="8"/>
                  </a:cubicBezTo>
                  <a:cubicBezTo>
                    <a:pt x="41" y="8"/>
                    <a:pt x="41" y="8"/>
                    <a:pt x="40" y="9"/>
                  </a:cubicBezTo>
                  <a:cubicBezTo>
                    <a:pt x="40" y="9"/>
                    <a:pt x="39" y="10"/>
                    <a:pt x="39" y="11"/>
                  </a:cubicBezTo>
                  <a:cubicBezTo>
                    <a:pt x="39" y="11"/>
                    <a:pt x="39" y="12"/>
                    <a:pt x="40" y="12"/>
                  </a:cubicBezTo>
                  <a:cubicBezTo>
                    <a:pt x="40" y="13"/>
                    <a:pt x="41" y="13"/>
                    <a:pt x="41" y="13"/>
                  </a:cubicBezTo>
                  <a:cubicBezTo>
                    <a:pt x="41" y="13"/>
                    <a:pt x="42" y="14"/>
                    <a:pt x="42" y="14"/>
                  </a:cubicBezTo>
                  <a:cubicBezTo>
                    <a:pt x="43" y="15"/>
                    <a:pt x="43" y="15"/>
                    <a:pt x="44" y="15"/>
                  </a:cubicBezTo>
                  <a:cubicBezTo>
                    <a:pt x="44" y="15"/>
                    <a:pt x="45" y="14"/>
                    <a:pt x="45" y="14"/>
                  </a:cubicBezTo>
                  <a:cubicBezTo>
                    <a:pt x="45" y="13"/>
                    <a:pt x="45" y="13"/>
                    <a:pt x="45" y="12"/>
                  </a:cubicBezTo>
                  <a:cubicBezTo>
                    <a:pt x="46" y="12"/>
                    <a:pt x="46" y="11"/>
                    <a:pt x="46" y="11"/>
                  </a:cubicBezTo>
                  <a:cubicBezTo>
                    <a:pt x="47" y="11"/>
                    <a:pt x="48" y="12"/>
                    <a:pt x="48" y="12"/>
                  </a:cubicBezTo>
                  <a:cubicBezTo>
                    <a:pt x="49" y="12"/>
                    <a:pt x="50" y="12"/>
                    <a:pt x="50" y="12"/>
                  </a:cubicBezTo>
                  <a:cubicBezTo>
                    <a:pt x="50" y="11"/>
                    <a:pt x="51" y="10"/>
                    <a:pt x="51" y="10"/>
                  </a:cubicBezTo>
                  <a:cubicBezTo>
                    <a:pt x="51" y="10"/>
                    <a:pt x="50" y="9"/>
                    <a:pt x="50" y="9"/>
                  </a:cubicBezTo>
                  <a:cubicBezTo>
                    <a:pt x="50" y="8"/>
                    <a:pt x="50" y="8"/>
                    <a:pt x="50" y="8"/>
                  </a:cubicBezTo>
                  <a:cubicBezTo>
                    <a:pt x="50" y="7"/>
                    <a:pt x="51" y="7"/>
                    <a:pt x="51" y="6"/>
                  </a:cubicBezTo>
                  <a:cubicBezTo>
                    <a:pt x="52" y="6"/>
                    <a:pt x="53" y="6"/>
                    <a:pt x="54" y="6"/>
                  </a:cubicBezTo>
                  <a:cubicBezTo>
                    <a:pt x="55" y="7"/>
                    <a:pt x="55" y="8"/>
                    <a:pt x="56" y="9"/>
                  </a:cubicBezTo>
                  <a:cubicBezTo>
                    <a:pt x="56" y="9"/>
                    <a:pt x="58" y="10"/>
                    <a:pt x="58" y="11"/>
                  </a:cubicBezTo>
                  <a:cubicBezTo>
                    <a:pt x="58" y="11"/>
                    <a:pt x="58" y="12"/>
                    <a:pt x="57" y="13"/>
                  </a:cubicBezTo>
                  <a:cubicBezTo>
                    <a:pt x="57" y="13"/>
                    <a:pt x="57" y="13"/>
                    <a:pt x="56" y="14"/>
                  </a:cubicBezTo>
                  <a:cubicBezTo>
                    <a:pt x="56" y="14"/>
                    <a:pt x="56" y="14"/>
                    <a:pt x="56" y="15"/>
                  </a:cubicBezTo>
                  <a:cubicBezTo>
                    <a:pt x="55" y="15"/>
                    <a:pt x="55" y="16"/>
                    <a:pt x="55" y="17"/>
                  </a:cubicBezTo>
                  <a:cubicBezTo>
                    <a:pt x="55" y="17"/>
                    <a:pt x="55" y="18"/>
                    <a:pt x="54" y="19"/>
                  </a:cubicBezTo>
                  <a:cubicBezTo>
                    <a:pt x="54" y="19"/>
                    <a:pt x="54" y="20"/>
                    <a:pt x="54" y="21"/>
                  </a:cubicBezTo>
                  <a:cubicBezTo>
                    <a:pt x="54" y="21"/>
                    <a:pt x="55" y="22"/>
                    <a:pt x="55" y="23"/>
                  </a:cubicBezTo>
                  <a:cubicBezTo>
                    <a:pt x="56" y="23"/>
                    <a:pt x="57" y="23"/>
                    <a:pt x="57" y="24"/>
                  </a:cubicBezTo>
                  <a:cubicBezTo>
                    <a:pt x="57" y="24"/>
                    <a:pt x="58" y="24"/>
                    <a:pt x="58" y="2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106"/>
            <p:cNvSpPr>
              <a:spLocks/>
            </p:cNvSpPr>
            <p:nvPr/>
          </p:nvSpPr>
          <p:spPr bwMode="auto">
            <a:xfrm>
              <a:off x="1866901" y="3998913"/>
              <a:ext cx="115888" cy="74613"/>
            </a:xfrm>
            <a:custGeom>
              <a:avLst/>
              <a:gdLst/>
              <a:ahLst/>
              <a:cxnLst>
                <a:cxn ang="0">
                  <a:pos x="62" y="7"/>
                </a:cxn>
                <a:cxn ang="0">
                  <a:pos x="61" y="11"/>
                </a:cxn>
                <a:cxn ang="0">
                  <a:pos x="60" y="14"/>
                </a:cxn>
                <a:cxn ang="0">
                  <a:pos x="60" y="16"/>
                </a:cxn>
                <a:cxn ang="0">
                  <a:pos x="57" y="20"/>
                </a:cxn>
                <a:cxn ang="0">
                  <a:pos x="54" y="23"/>
                </a:cxn>
                <a:cxn ang="0">
                  <a:pos x="58" y="26"/>
                </a:cxn>
                <a:cxn ang="0">
                  <a:pos x="57" y="28"/>
                </a:cxn>
                <a:cxn ang="0">
                  <a:pos x="53" y="30"/>
                </a:cxn>
                <a:cxn ang="0">
                  <a:pos x="53" y="33"/>
                </a:cxn>
                <a:cxn ang="0">
                  <a:pos x="48" y="35"/>
                </a:cxn>
                <a:cxn ang="0">
                  <a:pos x="43" y="36"/>
                </a:cxn>
                <a:cxn ang="0">
                  <a:pos x="39" y="39"/>
                </a:cxn>
                <a:cxn ang="0">
                  <a:pos x="34" y="40"/>
                </a:cxn>
                <a:cxn ang="0">
                  <a:pos x="31" y="40"/>
                </a:cxn>
                <a:cxn ang="0">
                  <a:pos x="29" y="38"/>
                </a:cxn>
                <a:cxn ang="0">
                  <a:pos x="26" y="37"/>
                </a:cxn>
                <a:cxn ang="0">
                  <a:pos x="25" y="33"/>
                </a:cxn>
                <a:cxn ang="0">
                  <a:pos x="22" y="34"/>
                </a:cxn>
                <a:cxn ang="0">
                  <a:pos x="18" y="36"/>
                </a:cxn>
                <a:cxn ang="0">
                  <a:pos x="13" y="35"/>
                </a:cxn>
                <a:cxn ang="0">
                  <a:pos x="9" y="36"/>
                </a:cxn>
                <a:cxn ang="0">
                  <a:pos x="5" y="37"/>
                </a:cxn>
                <a:cxn ang="0">
                  <a:pos x="3" y="35"/>
                </a:cxn>
                <a:cxn ang="0">
                  <a:pos x="1" y="32"/>
                </a:cxn>
                <a:cxn ang="0">
                  <a:pos x="1" y="31"/>
                </a:cxn>
                <a:cxn ang="0">
                  <a:pos x="3" y="29"/>
                </a:cxn>
                <a:cxn ang="0">
                  <a:pos x="3" y="26"/>
                </a:cxn>
                <a:cxn ang="0">
                  <a:pos x="1" y="23"/>
                </a:cxn>
                <a:cxn ang="0">
                  <a:pos x="2" y="21"/>
                </a:cxn>
                <a:cxn ang="0">
                  <a:pos x="2" y="17"/>
                </a:cxn>
                <a:cxn ang="0">
                  <a:pos x="3" y="15"/>
                </a:cxn>
                <a:cxn ang="0">
                  <a:pos x="5" y="17"/>
                </a:cxn>
                <a:cxn ang="0">
                  <a:pos x="5" y="22"/>
                </a:cxn>
                <a:cxn ang="0">
                  <a:pos x="8" y="19"/>
                </a:cxn>
                <a:cxn ang="0">
                  <a:pos x="8" y="15"/>
                </a:cxn>
                <a:cxn ang="0">
                  <a:pos x="11" y="13"/>
                </a:cxn>
                <a:cxn ang="0">
                  <a:pos x="17" y="13"/>
                </a:cxn>
                <a:cxn ang="0">
                  <a:pos x="16" y="10"/>
                </a:cxn>
                <a:cxn ang="0">
                  <a:pos x="19" y="11"/>
                </a:cxn>
                <a:cxn ang="0">
                  <a:pos x="23" y="11"/>
                </a:cxn>
                <a:cxn ang="0">
                  <a:pos x="26" y="8"/>
                </a:cxn>
                <a:cxn ang="0">
                  <a:pos x="29" y="5"/>
                </a:cxn>
                <a:cxn ang="0">
                  <a:pos x="33" y="5"/>
                </a:cxn>
                <a:cxn ang="0">
                  <a:pos x="38" y="5"/>
                </a:cxn>
                <a:cxn ang="0">
                  <a:pos x="41" y="3"/>
                </a:cxn>
                <a:cxn ang="0">
                  <a:pos x="48" y="0"/>
                </a:cxn>
                <a:cxn ang="0">
                  <a:pos x="53" y="0"/>
                </a:cxn>
                <a:cxn ang="0">
                  <a:pos x="56" y="2"/>
                </a:cxn>
                <a:cxn ang="0">
                  <a:pos x="60" y="3"/>
                </a:cxn>
              </a:cxnLst>
              <a:rect l="0" t="0" r="r" b="b"/>
              <a:pathLst>
                <a:path w="62" h="40">
                  <a:moveTo>
                    <a:pt x="61" y="5"/>
                  </a:moveTo>
                  <a:cubicBezTo>
                    <a:pt x="61" y="6"/>
                    <a:pt x="62" y="7"/>
                    <a:pt x="62" y="7"/>
                  </a:cubicBezTo>
                  <a:cubicBezTo>
                    <a:pt x="62" y="8"/>
                    <a:pt x="61" y="8"/>
                    <a:pt x="61" y="9"/>
                  </a:cubicBezTo>
                  <a:cubicBezTo>
                    <a:pt x="60" y="9"/>
                    <a:pt x="61" y="11"/>
                    <a:pt x="61" y="11"/>
                  </a:cubicBezTo>
                  <a:cubicBezTo>
                    <a:pt x="61" y="11"/>
                    <a:pt x="60" y="12"/>
                    <a:pt x="60" y="12"/>
                  </a:cubicBezTo>
                  <a:cubicBezTo>
                    <a:pt x="60" y="13"/>
                    <a:pt x="60" y="14"/>
                    <a:pt x="60" y="14"/>
                  </a:cubicBezTo>
                  <a:cubicBezTo>
                    <a:pt x="61" y="15"/>
                    <a:pt x="61" y="15"/>
                    <a:pt x="61" y="16"/>
                  </a:cubicBezTo>
                  <a:cubicBezTo>
                    <a:pt x="61" y="16"/>
                    <a:pt x="60" y="16"/>
                    <a:pt x="60" y="16"/>
                  </a:cubicBezTo>
                  <a:cubicBezTo>
                    <a:pt x="60" y="17"/>
                    <a:pt x="59" y="17"/>
                    <a:pt x="59" y="18"/>
                  </a:cubicBezTo>
                  <a:cubicBezTo>
                    <a:pt x="58" y="18"/>
                    <a:pt x="58" y="19"/>
                    <a:pt x="57" y="20"/>
                  </a:cubicBezTo>
                  <a:cubicBezTo>
                    <a:pt x="57" y="20"/>
                    <a:pt x="55" y="20"/>
                    <a:pt x="55" y="21"/>
                  </a:cubicBezTo>
                  <a:cubicBezTo>
                    <a:pt x="54" y="21"/>
                    <a:pt x="54" y="22"/>
                    <a:pt x="54" y="23"/>
                  </a:cubicBezTo>
                  <a:cubicBezTo>
                    <a:pt x="55" y="23"/>
                    <a:pt x="55" y="24"/>
                    <a:pt x="56" y="24"/>
                  </a:cubicBezTo>
                  <a:cubicBezTo>
                    <a:pt x="56" y="25"/>
                    <a:pt x="57" y="26"/>
                    <a:pt x="58" y="26"/>
                  </a:cubicBezTo>
                  <a:cubicBezTo>
                    <a:pt x="58" y="26"/>
                    <a:pt x="59" y="26"/>
                    <a:pt x="59" y="26"/>
                  </a:cubicBezTo>
                  <a:cubicBezTo>
                    <a:pt x="59" y="27"/>
                    <a:pt x="58" y="28"/>
                    <a:pt x="57" y="28"/>
                  </a:cubicBezTo>
                  <a:cubicBezTo>
                    <a:pt x="57" y="28"/>
                    <a:pt x="56" y="29"/>
                    <a:pt x="55" y="29"/>
                  </a:cubicBezTo>
                  <a:cubicBezTo>
                    <a:pt x="55" y="29"/>
                    <a:pt x="54" y="29"/>
                    <a:pt x="53" y="30"/>
                  </a:cubicBezTo>
                  <a:cubicBezTo>
                    <a:pt x="53" y="30"/>
                    <a:pt x="52" y="31"/>
                    <a:pt x="52" y="31"/>
                  </a:cubicBezTo>
                  <a:cubicBezTo>
                    <a:pt x="52" y="32"/>
                    <a:pt x="53" y="33"/>
                    <a:pt x="53" y="33"/>
                  </a:cubicBezTo>
                  <a:cubicBezTo>
                    <a:pt x="52" y="34"/>
                    <a:pt x="51" y="34"/>
                    <a:pt x="50" y="34"/>
                  </a:cubicBezTo>
                  <a:cubicBezTo>
                    <a:pt x="50" y="35"/>
                    <a:pt x="49" y="35"/>
                    <a:pt x="48" y="35"/>
                  </a:cubicBezTo>
                  <a:cubicBezTo>
                    <a:pt x="47" y="35"/>
                    <a:pt x="46" y="35"/>
                    <a:pt x="45" y="35"/>
                  </a:cubicBezTo>
                  <a:cubicBezTo>
                    <a:pt x="44" y="35"/>
                    <a:pt x="43" y="35"/>
                    <a:pt x="43" y="36"/>
                  </a:cubicBezTo>
                  <a:cubicBezTo>
                    <a:pt x="43" y="36"/>
                    <a:pt x="42" y="37"/>
                    <a:pt x="42" y="37"/>
                  </a:cubicBezTo>
                  <a:cubicBezTo>
                    <a:pt x="41" y="37"/>
                    <a:pt x="39" y="38"/>
                    <a:pt x="39" y="39"/>
                  </a:cubicBezTo>
                  <a:cubicBezTo>
                    <a:pt x="38" y="39"/>
                    <a:pt x="37" y="40"/>
                    <a:pt x="37" y="40"/>
                  </a:cubicBezTo>
                  <a:cubicBezTo>
                    <a:pt x="36" y="40"/>
                    <a:pt x="35" y="40"/>
                    <a:pt x="34" y="40"/>
                  </a:cubicBezTo>
                  <a:cubicBezTo>
                    <a:pt x="34" y="40"/>
                    <a:pt x="33" y="40"/>
                    <a:pt x="33" y="40"/>
                  </a:cubicBezTo>
                  <a:cubicBezTo>
                    <a:pt x="32" y="40"/>
                    <a:pt x="31" y="40"/>
                    <a:pt x="31" y="40"/>
                  </a:cubicBezTo>
                  <a:cubicBezTo>
                    <a:pt x="30" y="40"/>
                    <a:pt x="29" y="40"/>
                    <a:pt x="29" y="39"/>
                  </a:cubicBezTo>
                  <a:cubicBezTo>
                    <a:pt x="29" y="39"/>
                    <a:pt x="29" y="38"/>
                    <a:pt x="29" y="38"/>
                  </a:cubicBezTo>
                  <a:cubicBezTo>
                    <a:pt x="29" y="38"/>
                    <a:pt x="28" y="37"/>
                    <a:pt x="28" y="37"/>
                  </a:cubicBezTo>
                  <a:cubicBezTo>
                    <a:pt x="28" y="37"/>
                    <a:pt x="27" y="37"/>
                    <a:pt x="26" y="37"/>
                  </a:cubicBezTo>
                  <a:cubicBezTo>
                    <a:pt x="26" y="36"/>
                    <a:pt x="25" y="36"/>
                    <a:pt x="25" y="35"/>
                  </a:cubicBezTo>
                  <a:cubicBezTo>
                    <a:pt x="25" y="35"/>
                    <a:pt x="25" y="33"/>
                    <a:pt x="25" y="33"/>
                  </a:cubicBezTo>
                  <a:cubicBezTo>
                    <a:pt x="24" y="33"/>
                    <a:pt x="23" y="33"/>
                    <a:pt x="23" y="33"/>
                  </a:cubicBezTo>
                  <a:cubicBezTo>
                    <a:pt x="23" y="33"/>
                    <a:pt x="22" y="34"/>
                    <a:pt x="22" y="34"/>
                  </a:cubicBezTo>
                  <a:cubicBezTo>
                    <a:pt x="21" y="34"/>
                    <a:pt x="20" y="35"/>
                    <a:pt x="20" y="35"/>
                  </a:cubicBezTo>
                  <a:cubicBezTo>
                    <a:pt x="19" y="35"/>
                    <a:pt x="18" y="36"/>
                    <a:pt x="18" y="36"/>
                  </a:cubicBezTo>
                  <a:cubicBezTo>
                    <a:pt x="17" y="36"/>
                    <a:pt x="16" y="35"/>
                    <a:pt x="15" y="35"/>
                  </a:cubicBezTo>
                  <a:cubicBezTo>
                    <a:pt x="14" y="34"/>
                    <a:pt x="13" y="34"/>
                    <a:pt x="13" y="35"/>
                  </a:cubicBezTo>
                  <a:cubicBezTo>
                    <a:pt x="12" y="35"/>
                    <a:pt x="11" y="35"/>
                    <a:pt x="11" y="36"/>
                  </a:cubicBezTo>
                  <a:cubicBezTo>
                    <a:pt x="11" y="36"/>
                    <a:pt x="10" y="36"/>
                    <a:pt x="9" y="36"/>
                  </a:cubicBezTo>
                  <a:cubicBezTo>
                    <a:pt x="9" y="36"/>
                    <a:pt x="8" y="37"/>
                    <a:pt x="8" y="37"/>
                  </a:cubicBezTo>
                  <a:cubicBezTo>
                    <a:pt x="7" y="37"/>
                    <a:pt x="6" y="37"/>
                    <a:pt x="5" y="37"/>
                  </a:cubicBezTo>
                  <a:cubicBezTo>
                    <a:pt x="5" y="37"/>
                    <a:pt x="5" y="36"/>
                    <a:pt x="4" y="36"/>
                  </a:cubicBezTo>
                  <a:cubicBezTo>
                    <a:pt x="4" y="35"/>
                    <a:pt x="3" y="35"/>
                    <a:pt x="3" y="35"/>
                  </a:cubicBezTo>
                  <a:cubicBezTo>
                    <a:pt x="2" y="35"/>
                    <a:pt x="2" y="35"/>
                    <a:pt x="1" y="34"/>
                  </a:cubicBezTo>
                  <a:cubicBezTo>
                    <a:pt x="1" y="34"/>
                    <a:pt x="1" y="33"/>
                    <a:pt x="1" y="32"/>
                  </a:cubicBezTo>
                  <a:cubicBezTo>
                    <a:pt x="1" y="32"/>
                    <a:pt x="1" y="32"/>
                    <a:pt x="1" y="31"/>
                  </a:cubicBezTo>
                  <a:cubicBezTo>
                    <a:pt x="1" y="31"/>
                    <a:pt x="1" y="31"/>
                    <a:pt x="1" y="31"/>
                  </a:cubicBezTo>
                  <a:cubicBezTo>
                    <a:pt x="1" y="31"/>
                    <a:pt x="1" y="31"/>
                    <a:pt x="2" y="30"/>
                  </a:cubicBezTo>
                  <a:cubicBezTo>
                    <a:pt x="2" y="30"/>
                    <a:pt x="3" y="30"/>
                    <a:pt x="3" y="29"/>
                  </a:cubicBezTo>
                  <a:cubicBezTo>
                    <a:pt x="3" y="29"/>
                    <a:pt x="3" y="28"/>
                    <a:pt x="3" y="27"/>
                  </a:cubicBezTo>
                  <a:cubicBezTo>
                    <a:pt x="3" y="27"/>
                    <a:pt x="3" y="26"/>
                    <a:pt x="3" y="26"/>
                  </a:cubicBezTo>
                  <a:cubicBezTo>
                    <a:pt x="2" y="26"/>
                    <a:pt x="1" y="25"/>
                    <a:pt x="1" y="25"/>
                  </a:cubicBezTo>
                  <a:cubicBezTo>
                    <a:pt x="1" y="25"/>
                    <a:pt x="0" y="23"/>
                    <a:pt x="1" y="23"/>
                  </a:cubicBezTo>
                  <a:cubicBezTo>
                    <a:pt x="1" y="22"/>
                    <a:pt x="2" y="22"/>
                    <a:pt x="2" y="22"/>
                  </a:cubicBezTo>
                  <a:cubicBezTo>
                    <a:pt x="2" y="22"/>
                    <a:pt x="2" y="21"/>
                    <a:pt x="2" y="21"/>
                  </a:cubicBezTo>
                  <a:cubicBezTo>
                    <a:pt x="2" y="20"/>
                    <a:pt x="3" y="19"/>
                    <a:pt x="3" y="18"/>
                  </a:cubicBezTo>
                  <a:cubicBezTo>
                    <a:pt x="3" y="18"/>
                    <a:pt x="2" y="17"/>
                    <a:pt x="2" y="17"/>
                  </a:cubicBezTo>
                  <a:cubicBezTo>
                    <a:pt x="2" y="16"/>
                    <a:pt x="2" y="15"/>
                    <a:pt x="2" y="15"/>
                  </a:cubicBezTo>
                  <a:cubicBezTo>
                    <a:pt x="3" y="15"/>
                    <a:pt x="3" y="15"/>
                    <a:pt x="3" y="15"/>
                  </a:cubicBezTo>
                  <a:cubicBezTo>
                    <a:pt x="4" y="15"/>
                    <a:pt x="4" y="16"/>
                    <a:pt x="4" y="16"/>
                  </a:cubicBezTo>
                  <a:cubicBezTo>
                    <a:pt x="4" y="17"/>
                    <a:pt x="5" y="17"/>
                    <a:pt x="5" y="17"/>
                  </a:cubicBezTo>
                  <a:cubicBezTo>
                    <a:pt x="5" y="18"/>
                    <a:pt x="5" y="19"/>
                    <a:pt x="5" y="20"/>
                  </a:cubicBezTo>
                  <a:cubicBezTo>
                    <a:pt x="5" y="20"/>
                    <a:pt x="5" y="21"/>
                    <a:pt x="5" y="22"/>
                  </a:cubicBezTo>
                  <a:cubicBezTo>
                    <a:pt x="6" y="22"/>
                    <a:pt x="7" y="22"/>
                    <a:pt x="7" y="21"/>
                  </a:cubicBezTo>
                  <a:cubicBezTo>
                    <a:pt x="8" y="21"/>
                    <a:pt x="8" y="20"/>
                    <a:pt x="8" y="19"/>
                  </a:cubicBezTo>
                  <a:cubicBezTo>
                    <a:pt x="8" y="19"/>
                    <a:pt x="7" y="18"/>
                    <a:pt x="7" y="17"/>
                  </a:cubicBezTo>
                  <a:cubicBezTo>
                    <a:pt x="7" y="17"/>
                    <a:pt x="7" y="16"/>
                    <a:pt x="8" y="15"/>
                  </a:cubicBezTo>
                  <a:cubicBezTo>
                    <a:pt x="8" y="15"/>
                    <a:pt x="9" y="15"/>
                    <a:pt x="10" y="15"/>
                  </a:cubicBezTo>
                  <a:cubicBezTo>
                    <a:pt x="10" y="15"/>
                    <a:pt x="11" y="14"/>
                    <a:pt x="11" y="13"/>
                  </a:cubicBezTo>
                  <a:cubicBezTo>
                    <a:pt x="12" y="13"/>
                    <a:pt x="13" y="13"/>
                    <a:pt x="14" y="13"/>
                  </a:cubicBezTo>
                  <a:cubicBezTo>
                    <a:pt x="15" y="13"/>
                    <a:pt x="17" y="13"/>
                    <a:pt x="17" y="13"/>
                  </a:cubicBezTo>
                  <a:cubicBezTo>
                    <a:pt x="17" y="12"/>
                    <a:pt x="16" y="12"/>
                    <a:pt x="16" y="11"/>
                  </a:cubicBezTo>
                  <a:cubicBezTo>
                    <a:pt x="16" y="11"/>
                    <a:pt x="16" y="11"/>
                    <a:pt x="16" y="10"/>
                  </a:cubicBezTo>
                  <a:cubicBezTo>
                    <a:pt x="17" y="11"/>
                    <a:pt x="17" y="11"/>
                    <a:pt x="17" y="11"/>
                  </a:cubicBezTo>
                  <a:cubicBezTo>
                    <a:pt x="17" y="11"/>
                    <a:pt x="18" y="11"/>
                    <a:pt x="19" y="11"/>
                  </a:cubicBezTo>
                  <a:cubicBezTo>
                    <a:pt x="19" y="11"/>
                    <a:pt x="20" y="11"/>
                    <a:pt x="21" y="11"/>
                  </a:cubicBezTo>
                  <a:cubicBezTo>
                    <a:pt x="21" y="11"/>
                    <a:pt x="22" y="11"/>
                    <a:pt x="23" y="11"/>
                  </a:cubicBezTo>
                  <a:cubicBezTo>
                    <a:pt x="23" y="11"/>
                    <a:pt x="25" y="11"/>
                    <a:pt x="25" y="10"/>
                  </a:cubicBezTo>
                  <a:cubicBezTo>
                    <a:pt x="25" y="10"/>
                    <a:pt x="25" y="8"/>
                    <a:pt x="26" y="8"/>
                  </a:cubicBezTo>
                  <a:cubicBezTo>
                    <a:pt x="26" y="7"/>
                    <a:pt x="27" y="7"/>
                    <a:pt x="28" y="7"/>
                  </a:cubicBezTo>
                  <a:cubicBezTo>
                    <a:pt x="28" y="6"/>
                    <a:pt x="28" y="5"/>
                    <a:pt x="29" y="5"/>
                  </a:cubicBezTo>
                  <a:cubicBezTo>
                    <a:pt x="29" y="4"/>
                    <a:pt x="30" y="4"/>
                    <a:pt x="30" y="4"/>
                  </a:cubicBezTo>
                  <a:cubicBezTo>
                    <a:pt x="31" y="4"/>
                    <a:pt x="32" y="5"/>
                    <a:pt x="33" y="5"/>
                  </a:cubicBezTo>
                  <a:cubicBezTo>
                    <a:pt x="33" y="6"/>
                    <a:pt x="34" y="6"/>
                    <a:pt x="35" y="6"/>
                  </a:cubicBezTo>
                  <a:cubicBezTo>
                    <a:pt x="36" y="6"/>
                    <a:pt x="38" y="5"/>
                    <a:pt x="38" y="5"/>
                  </a:cubicBezTo>
                  <a:cubicBezTo>
                    <a:pt x="38" y="5"/>
                    <a:pt x="39" y="4"/>
                    <a:pt x="39" y="4"/>
                  </a:cubicBezTo>
                  <a:cubicBezTo>
                    <a:pt x="39" y="4"/>
                    <a:pt x="40" y="3"/>
                    <a:pt x="41" y="3"/>
                  </a:cubicBezTo>
                  <a:cubicBezTo>
                    <a:pt x="42" y="2"/>
                    <a:pt x="44" y="2"/>
                    <a:pt x="45" y="2"/>
                  </a:cubicBezTo>
                  <a:cubicBezTo>
                    <a:pt x="45" y="2"/>
                    <a:pt x="47" y="1"/>
                    <a:pt x="48" y="0"/>
                  </a:cubicBezTo>
                  <a:cubicBezTo>
                    <a:pt x="48" y="0"/>
                    <a:pt x="49" y="0"/>
                    <a:pt x="50" y="0"/>
                  </a:cubicBezTo>
                  <a:cubicBezTo>
                    <a:pt x="51" y="0"/>
                    <a:pt x="52" y="0"/>
                    <a:pt x="53" y="0"/>
                  </a:cubicBezTo>
                  <a:cubicBezTo>
                    <a:pt x="53" y="0"/>
                    <a:pt x="54" y="1"/>
                    <a:pt x="55" y="1"/>
                  </a:cubicBezTo>
                  <a:cubicBezTo>
                    <a:pt x="55" y="1"/>
                    <a:pt x="56" y="2"/>
                    <a:pt x="56" y="2"/>
                  </a:cubicBezTo>
                  <a:cubicBezTo>
                    <a:pt x="57" y="2"/>
                    <a:pt x="58" y="2"/>
                    <a:pt x="58" y="2"/>
                  </a:cubicBezTo>
                  <a:cubicBezTo>
                    <a:pt x="59" y="3"/>
                    <a:pt x="60" y="3"/>
                    <a:pt x="60" y="3"/>
                  </a:cubicBezTo>
                  <a:cubicBezTo>
                    <a:pt x="60" y="4"/>
                    <a:pt x="61" y="5"/>
                    <a:pt x="61"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107"/>
            <p:cNvSpPr>
              <a:spLocks/>
            </p:cNvSpPr>
            <p:nvPr/>
          </p:nvSpPr>
          <p:spPr bwMode="auto">
            <a:xfrm>
              <a:off x="1960563" y="3870326"/>
              <a:ext cx="238125" cy="344488"/>
            </a:xfrm>
            <a:custGeom>
              <a:avLst/>
              <a:gdLst/>
              <a:ahLst/>
              <a:cxnLst>
                <a:cxn ang="0">
                  <a:pos x="5" y="89"/>
                </a:cxn>
                <a:cxn ang="0">
                  <a:pos x="10" y="82"/>
                </a:cxn>
                <a:cxn ang="0">
                  <a:pos x="11" y="73"/>
                </a:cxn>
                <a:cxn ang="0">
                  <a:pos x="11" y="64"/>
                </a:cxn>
                <a:cxn ang="0">
                  <a:pos x="7" y="58"/>
                </a:cxn>
                <a:cxn ang="0">
                  <a:pos x="8" y="54"/>
                </a:cxn>
                <a:cxn ang="0">
                  <a:pos x="12" y="39"/>
                </a:cxn>
                <a:cxn ang="0">
                  <a:pos x="17" y="32"/>
                </a:cxn>
                <a:cxn ang="0">
                  <a:pos x="24" y="33"/>
                </a:cxn>
                <a:cxn ang="0">
                  <a:pos x="35" y="21"/>
                </a:cxn>
                <a:cxn ang="0">
                  <a:pos x="42" y="15"/>
                </a:cxn>
                <a:cxn ang="0">
                  <a:pos x="50" y="17"/>
                </a:cxn>
                <a:cxn ang="0">
                  <a:pos x="57" y="12"/>
                </a:cxn>
                <a:cxn ang="0">
                  <a:pos x="64" y="13"/>
                </a:cxn>
                <a:cxn ang="0">
                  <a:pos x="67" y="13"/>
                </a:cxn>
                <a:cxn ang="0">
                  <a:pos x="70" y="12"/>
                </a:cxn>
                <a:cxn ang="0">
                  <a:pos x="78" y="13"/>
                </a:cxn>
                <a:cxn ang="0">
                  <a:pos x="78" y="7"/>
                </a:cxn>
                <a:cxn ang="0">
                  <a:pos x="77" y="0"/>
                </a:cxn>
                <a:cxn ang="0">
                  <a:pos x="84" y="12"/>
                </a:cxn>
                <a:cxn ang="0">
                  <a:pos x="82" y="19"/>
                </a:cxn>
                <a:cxn ang="0">
                  <a:pos x="74" y="33"/>
                </a:cxn>
                <a:cxn ang="0">
                  <a:pos x="70" y="37"/>
                </a:cxn>
                <a:cxn ang="0">
                  <a:pos x="76" y="49"/>
                </a:cxn>
                <a:cxn ang="0">
                  <a:pos x="83" y="52"/>
                </a:cxn>
                <a:cxn ang="0">
                  <a:pos x="91" y="48"/>
                </a:cxn>
                <a:cxn ang="0">
                  <a:pos x="105" y="44"/>
                </a:cxn>
                <a:cxn ang="0">
                  <a:pos x="116" y="55"/>
                </a:cxn>
                <a:cxn ang="0">
                  <a:pos x="117" y="69"/>
                </a:cxn>
                <a:cxn ang="0">
                  <a:pos x="111" y="73"/>
                </a:cxn>
                <a:cxn ang="0">
                  <a:pos x="119" y="79"/>
                </a:cxn>
                <a:cxn ang="0">
                  <a:pos x="126" y="89"/>
                </a:cxn>
                <a:cxn ang="0">
                  <a:pos x="120" y="91"/>
                </a:cxn>
                <a:cxn ang="0">
                  <a:pos x="122" y="99"/>
                </a:cxn>
                <a:cxn ang="0">
                  <a:pos x="119" y="107"/>
                </a:cxn>
                <a:cxn ang="0">
                  <a:pos x="117" y="111"/>
                </a:cxn>
                <a:cxn ang="0">
                  <a:pos x="108" y="114"/>
                </a:cxn>
                <a:cxn ang="0">
                  <a:pos x="98" y="114"/>
                </a:cxn>
                <a:cxn ang="0">
                  <a:pos x="100" y="121"/>
                </a:cxn>
                <a:cxn ang="0">
                  <a:pos x="103" y="128"/>
                </a:cxn>
                <a:cxn ang="0">
                  <a:pos x="105" y="139"/>
                </a:cxn>
                <a:cxn ang="0">
                  <a:pos x="107" y="148"/>
                </a:cxn>
                <a:cxn ang="0">
                  <a:pos x="110" y="162"/>
                </a:cxn>
                <a:cxn ang="0">
                  <a:pos x="112" y="169"/>
                </a:cxn>
                <a:cxn ang="0">
                  <a:pos x="111" y="178"/>
                </a:cxn>
                <a:cxn ang="0">
                  <a:pos x="102" y="178"/>
                </a:cxn>
                <a:cxn ang="0">
                  <a:pos x="94" y="174"/>
                </a:cxn>
                <a:cxn ang="0">
                  <a:pos x="82" y="171"/>
                </a:cxn>
                <a:cxn ang="0">
                  <a:pos x="73" y="170"/>
                </a:cxn>
                <a:cxn ang="0">
                  <a:pos x="67" y="171"/>
                </a:cxn>
                <a:cxn ang="0">
                  <a:pos x="60" y="175"/>
                </a:cxn>
                <a:cxn ang="0">
                  <a:pos x="46" y="180"/>
                </a:cxn>
                <a:cxn ang="0">
                  <a:pos x="35" y="179"/>
                </a:cxn>
                <a:cxn ang="0">
                  <a:pos x="27" y="164"/>
                </a:cxn>
                <a:cxn ang="0">
                  <a:pos x="15" y="152"/>
                </a:cxn>
                <a:cxn ang="0">
                  <a:pos x="3" y="151"/>
                </a:cxn>
                <a:cxn ang="0">
                  <a:pos x="3" y="142"/>
                </a:cxn>
                <a:cxn ang="0">
                  <a:pos x="9" y="130"/>
                </a:cxn>
                <a:cxn ang="0">
                  <a:pos x="15" y="107"/>
                </a:cxn>
                <a:cxn ang="0">
                  <a:pos x="12" y="100"/>
                </a:cxn>
              </a:cxnLst>
              <a:rect l="0" t="0" r="r" b="b"/>
              <a:pathLst>
                <a:path w="126" h="183">
                  <a:moveTo>
                    <a:pt x="9" y="94"/>
                  </a:moveTo>
                  <a:cubicBezTo>
                    <a:pt x="9" y="94"/>
                    <a:pt x="8" y="94"/>
                    <a:pt x="8" y="94"/>
                  </a:cubicBezTo>
                  <a:cubicBezTo>
                    <a:pt x="7" y="94"/>
                    <a:pt x="6" y="93"/>
                    <a:pt x="6" y="92"/>
                  </a:cubicBezTo>
                  <a:cubicBezTo>
                    <a:pt x="5" y="92"/>
                    <a:pt x="5" y="91"/>
                    <a:pt x="4" y="91"/>
                  </a:cubicBezTo>
                  <a:cubicBezTo>
                    <a:pt x="4" y="90"/>
                    <a:pt x="4" y="89"/>
                    <a:pt x="5" y="89"/>
                  </a:cubicBezTo>
                  <a:cubicBezTo>
                    <a:pt x="5" y="88"/>
                    <a:pt x="7" y="88"/>
                    <a:pt x="7" y="88"/>
                  </a:cubicBezTo>
                  <a:cubicBezTo>
                    <a:pt x="8" y="87"/>
                    <a:pt x="8" y="86"/>
                    <a:pt x="9" y="86"/>
                  </a:cubicBezTo>
                  <a:cubicBezTo>
                    <a:pt x="9" y="85"/>
                    <a:pt x="10" y="85"/>
                    <a:pt x="10" y="84"/>
                  </a:cubicBezTo>
                  <a:cubicBezTo>
                    <a:pt x="10" y="84"/>
                    <a:pt x="11" y="84"/>
                    <a:pt x="11" y="84"/>
                  </a:cubicBezTo>
                  <a:cubicBezTo>
                    <a:pt x="11" y="83"/>
                    <a:pt x="11" y="83"/>
                    <a:pt x="10" y="82"/>
                  </a:cubicBezTo>
                  <a:cubicBezTo>
                    <a:pt x="10" y="82"/>
                    <a:pt x="10" y="81"/>
                    <a:pt x="10" y="80"/>
                  </a:cubicBezTo>
                  <a:cubicBezTo>
                    <a:pt x="10" y="80"/>
                    <a:pt x="11" y="79"/>
                    <a:pt x="11" y="79"/>
                  </a:cubicBezTo>
                  <a:cubicBezTo>
                    <a:pt x="11" y="79"/>
                    <a:pt x="10" y="77"/>
                    <a:pt x="11" y="77"/>
                  </a:cubicBezTo>
                  <a:cubicBezTo>
                    <a:pt x="11" y="76"/>
                    <a:pt x="12" y="76"/>
                    <a:pt x="12" y="75"/>
                  </a:cubicBezTo>
                  <a:cubicBezTo>
                    <a:pt x="12" y="75"/>
                    <a:pt x="11" y="74"/>
                    <a:pt x="11" y="73"/>
                  </a:cubicBezTo>
                  <a:cubicBezTo>
                    <a:pt x="11" y="73"/>
                    <a:pt x="10" y="72"/>
                    <a:pt x="10" y="71"/>
                  </a:cubicBezTo>
                  <a:cubicBezTo>
                    <a:pt x="10" y="71"/>
                    <a:pt x="10" y="70"/>
                    <a:pt x="10" y="69"/>
                  </a:cubicBezTo>
                  <a:cubicBezTo>
                    <a:pt x="10" y="68"/>
                    <a:pt x="10" y="67"/>
                    <a:pt x="11" y="66"/>
                  </a:cubicBezTo>
                  <a:cubicBezTo>
                    <a:pt x="11" y="66"/>
                    <a:pt x="11" y="65"/>
                    <a:pt x="11" y="65"/>
                  </a:cubicBezTo>
                  <a:cubicBezTo>
                    <a:pt x="11" y="64"/>
                    <a:pt x="11" y="64"/>
                    <a:pt x="11" y="64"/>
                  </a:cubicBezTo>
                  <a:cubicBezTo>
                    <a:pt x="10" y="64"/>
                    <a:pt x="10" y="64"/>
                    <a:pt x="9" y="64"/>
                  </a:cubicBezTo>
                  <a:cubicBezTo>
                    <a:pt x="9" y="64"/>
                    <a:pt x="9" y="63"/>
                    <a:pt x="9" y="63"/>
                  </a:cubicBezTo>
                  <a:cubicBezTo>
                    <a:pt x="9" y="62"/>
                    <a:pt x="9" y="62"/>
                    <a:pt x="9" y="61"/>
                  </a:cubicBezTo>
                  <a:cubicBezTo>
                    <a:pt x="10" y="61"/>
                    <a:pt x="10" y="59"/>
                    <a:pt x="9" y="58"/>
                  </a:cubicBezTo>
                  <a:cubicBezTo>
                    <a:pt x="9" y="58"/>
                    <a:pt x="8" y="58"/>
                    <a:pt x="7" y="58"/>
                  </a:cubicBezTo>
                  <a:cubicBezTo>
                    <a:pt x="7" y="58"/>
                    <a:pt x="5" y="58"/>
                    <a:pt x="5" y="58"/>
                  </a:cubicBezTo>
                  <a:cubicBezTo>
                    <a:pt x="5" y="58"/>
                    <a:pt x="4" y="57"/>
                    <a:pt x="4" y="56"/>
                  </a:cubicBezTo>
                  <a:cubicBezTo>
                    <a:pt x="4" y="56"/>
                    <a:pt x="5" y="56"/>
                    <a:pt x="5" y="56"/>
                  </a:cubicBezTo>
                  <a:cubicBezTo>
                    <a:pt x="5" y="56"/>
                    <a:pt x="6" y="56"/>
                    <a:pt x="7" y="55"/>
                  </a:cubicBezTo>
                  <a:cubicBezTo>
                    <a:pt x="7" y="55"/>
                    <a:pt x="8" y="54"/>
                    <a:pt x="8" y="54"/>
                  </a:cubicBezTo>
                  <a:cubicBezTo>
                    <a:pt x="9" y="53"/>
                    <a:pt x="11" y="53"/>
                    <a:pt x="12" y="52"/>
                  </a:cubicBezTo>
                  <a:cubicBezTo>
                    <a:pt x="12" y="51"/>
                    <a:pt x="14" y="50"/>
                    <a:pt x="14" y="49"/>
                  </a:cubicBezTo>
                  <a:cubicBezTo>
                    <a:pt x="14" y="48"/>
                    <a:pt x="14" y="46"/>
                    <a:pt x="14" y="45"/>
                  </a:cubicBezTo>
                  <a:cubicBezTo>
                    <a:pt x="14" y="44"/>
                    <a:pt x="14" y="43"/>
                    <a:pt x="13" y="42"/>
                  </a:cubicBezTo>
                  <a:cubicBezTo>
                    <a:pt x="13" y="41"/>
                    <a:pt x="12" y="40"/>
                    <a:pt x="12" y="39"/>
                  </a:cubicBezTo>
                  <a:cubicBezTo>
                    <a:pt x="11" y="39"/>
                    <a:pt x="11" y="38"/>
                    <a:pt x="11" y="37"/>
                  </a:cubicBezTo>
                  <a:cubicBezTo>
                    <a:pt x="11" y="37"/>
                    <a:pt x="11" y="37"/>
                    <a:pt x="11" y="37"/>
                  </a:cubicBezTo>
                  <a:cubicBezTo>
                    <a:pt x="12" y="37"/>
                    <a:pt x="13" y="36"/>
                    <a:pt x="14" y="36"/>
                  </a:cubicBezTo>
                  <a:cubicBezTo>
                    <a:pt x="14" y="35"/>
                    <a:pt x="15" y="34"/>
                    <a:pt x="15" y="33"/>
                  </a:cubicBezTo>
                  <a:cubicBezTo>
                    <a:pt x="16" y="33"/>
                    <a:pt x="17" y="32"/>
                    <a:pt x="17" y="32"/>
                  </a:cubicBezTo>
                  <a:cubicBezTo>
                    <a:pt x="18" y="31"/>
                    <a:pt x="19" y="31"/>
                    <a:pt x="19" y="31"/>
                  </a:cubicBezTo>
                  <a:cubicBezTo>
                    <a:pt x="20" y="31"/>
                    <a:pt x="19" y="33"/>
                    <a:pt x="20" y="33"/>
                  </a:cubicBezTo>
                  <a:cubicBezTo>
                    <a:pt x="20" y="33"/>
                    <a:pt x="21" y="33"/>
                    <a:pt x="21" y="33"/>
                  </a:cubicBezTo>
                  <a:cubicBezTo>
                    <a:pt x="22" y="33"/>
                    <a:pt x="23" y="32"/>
                    <a:pt x="23" y="32"/>
                  </a:cubicBezTo>
                  <a:cubicBezTo>
                    <a:pt x="24" y="32"/>
                    <a:pt x="24" y="33"/>
                    <a:pt x="24" y="33"/>
                  </a:cubicBezTo>
                  <a:cubicBezTo>
                    <a:pt x="25" y="33"/>
                    <a:pt x="26" y="33"/>
                    <a:pt x="26" y="33"/>
                  </a:cubicBezTo>
                  <a:cubicBezTo>
                    <a:pt x="27" y="33"/>
                    <a:pt x="28" y="32"/>
                    <a:pt x="28" y="32"/>
                  </a:cubicBezTo>
                  <a:cubicBezTo>
                    <a:pt x="29" y="31"/>
                    <a:pt x="30" y="30"/>
                    <a:pt x="30" y="29"/>
                  </a:cubicBezTo>
                  <a:cubicBezTo>
                    <a:pt x="31" y="28"/>
                    <a:pt x="32" y="26"/>
                    <a:pt x="33" y="25"/>
                  </a:cubicBezTo>
                  <a:cubicBezTo>
                    <a:pt x="34" y="24"/>
                    <a:pt x="35" y="22"/>
                    <a:pt x="35" y="21"/>
                  </a:cubicBezTo>
                  <a:cubicBezTo>
                    <a:pt x="36" y="21"/>
                    <a:pt x="36" y="19"/>
                    <a:pt x="36" y="19"/>
                  </a:cubicBezTo>
                  <a:cubicBezTo>
                    <a:pt x="37" y="18"/>
                    <a:pt x="37" y="17"/>
                    <a:pt x="37" y="17"/>
                  </a:cubicBezTo>
                  <a:cubicBezTo>
                    <a:pt x="37" y="16"/>
                    <a:pt x="38" y="15"/>
                    <a:pt x="38" y="15"/>
                  </a:cubicBezTo>
                  <a:cubicBezTo>
                    <a:pt x="38" y="14"/>
                    <a:pt x="39" y="13"/>
                    <a:pt x="40" y="13"/>
                  </a:cubicBezTo>
                  <a:cubicBezTo>
                    <a:pt x="40" y="13"/>
                    <a:pt x="41" y="15"/>
                    <a:pt x="42" y="15"/>
                  </a:cubicBezTo>
                  <a:cubicBezTo>
                    <a:pt x="42" y="15"/>
                    <a:pt x="43" y="16"/>
                    <a:pt x="43" y="16"/>
                  </a:cubicBezTo>
                  <a:cubicBezTo>
                    <a:pt x="44" y="16"/>
                    <a:pt x="45" y="16"/>
                    <a:pt x="46" y="16"/>
                  </a:cubicBezTo>
                  <a:cubicBezTo>
                    <a:pt x="46" y="17"/>
                    <a:pt x="46" y="17"/>
                    <a:pt x="47" y="18"/>
                  </a:cubicBezTo>
                  <a:cubicBezTo>
                    <a:pt x="47" y="18"/>
                    <a:pt x="48" y="17"/>
                    <a:pt x="49" y="17"/>
                  </a:cubicBezTo>
                  <a:cubicBezTo>
                    <a:pt x="49" y="17"/>
                    <a:pt x="50" y="17"/>
                    <a:pt x="50" y="17"/>
                  </a:cubicBezTo>
                  <a:cubicBezTo>
                    <a:pt x="51" y="18"/>
                    <a:pt x="52" y="19"/>
                    <a:pt x="53" y="19"/>
                  </a:cubicBezTo>
                  <a:cubicBezTo>
                    <a:pt x="53" y="19"/>
                    <a:pt x="54" y="19"/>
                    <a:pt x="55" y="19"/>
                  </a:cubicBezTo>
                  <a:cubicBezTo>
                    <a:pt x="55" y="19"/>
                    <a:pt x="56" y="17"/>
                    <a:pt x="56" y="17"/>
                  </a:cubicBezTo>
                  <a:cubicBezTo>
                    <a:pt x="56" y="16"/>
                    <a:pt x="56" y="15"/>
                    <a:pt x="56" y="14"/>
                  </a:cubicBezTo>
                  <a:cubicBezTo>
                    <a:pt x="56" y="14"/>
                    <a:pt x="56" y="12"/>
                    <a:pt x="57" y="12"/>
                  </a:cubicBezTo>
                  <a:cubicBezTo>
                    <a:pt x="57" y="12"/>
                    <a:pt x="58" y="12"/>
                    <a:pt x="58" y="12"/>
                  </a:cubicBezTo>
                  <a:cubicBezTo>
                    <a:pt x="59" y="12"/>
                    <a:pt x="59" y="13"/>
                    <a:pt x="59" y="13"/>
                  </a:cubicBezTo>
                  <a:cubicBezTo>
                    <a:pt x="59" y="13"/>
                    <a:pt x="60" y="14"/>
                    <a:pt x="61" y="14"/>
                  </a:cubicBezTo>
                  <a:cubicBezTo>
                    <a:pt x="61" y="14"/>
                    <a:pt x="62" y="13"/>
                    <a:pt x="62" y="13"/>
                  </a:cubicBezTo>
                  <a:cubicBezTo>
                    <a:pt x="63" y="13"/>
                    <a:pt x="63" y="13"/>
                    <a:pt x="64" y="13"/>
                  </a:cubicBezTo>
                  <a:cubicBezTo>
                    <a:pt x="64" y="14"/>
                    <a:pt x="64" y="15"/>
                    <a:pt x="65" y="16"/>
                  </a:cubicBezTo>
                  <a:cubicBezTo>
                    <a:pt x="65" y="16"/>
                    <a:pt x="66" y="16"/>
                    <a:pt x="66" y="17"/>
                  </a:cubicBezTo>
                  <a:cubicBezTo>
                    <a:pt x="66" y="17"/>
                    <a:pt x="67" y="16"/>
                    <a:pt x="67" y="16"/>
                  </a:cubicBezTo>
                  <a:cubicBezTo>
                    <a:pt x="68" y="16"/>
                    <a:pt x="68" y="15"/>
                    <a:pt x="68" y="15"/>
                  </a:cubicBezTo>
                  <a:cubicBezTo>
                    <a:pt x="68" y="14"/>
                    <a:pt x="68" y="14"/>
                    <a:pt x="67" y="13"/>
                  </a:cubicBezTo>
                  <a:cubicBezTo>
                    <a:pt x="67" y="13"/>
                    <a:pt x="66" y="12"/>
                    <a:pt x="66" y="11"/>
                  </a:cubicBezTo>
                  <a:cubicBezTo>
                    <a:pt x="65" y="11"/>
                    <a:pt x="65" y="10"/>
                    <a:pt x="65" y="9"/>
                  </a:cubicBezTo>
                  <a:cubicBezTo>
                    <a:pt x="66" y="9"/>
                    <a:pt x="66" y="8"/>
                    <a:pt x="66" y="8"/>
                  </a:cubicBezTo>
                  <a:cubicBezTo>
                    <a:pt x="67" y="8"/>
                    <a:pt x="68" y="9"/>
                    <a:pt x="68" y="9"/>
                  </a:cubicBezTo>
                  <a:cubicBezTo>
                    <a:pt x="69" y="10"/>
                    <a:pt x="69" y="11"/>
                    <a:pt x="70" y="12"/>
                  </a:cubicBezTo>
                  <a:cubicBezTo>
                    <a:pt x="70" y="12"/>
                    <a:pt x="71" y="13"/>
                    <a:pt x="71" y="13"/>
                  </a:cubicBezTo>
                  <a:cubicBezTo>
                    <a:pt x="72" y="14"/>
                    <a:pt x="73" y="14"/>
                    <a:pt x="74" y="15"/>
                  </a:cubicBezTo>
                  <a:cubicBezTo>
                    <a:pt x="74" y="15"/>
                    <a:pt x="75" y="15"/>
                    <a:pt x="75" y="15"/>
                  </a:cubicBezTo>
                  <a:cubicBezTo>
                    <a:pt x="76" y="15"/>
                    <a:pt x="76" y="14"/>
                    <a:pt x="77" y="14"/>
                  </a:cubicBezTo>
                  <a:cubicBezTo>
                    <a:pt x="77" y="14"/>
                    <a:pt x="78" y="14"/>
                    <a:pt x="78" y="13"/>
                  </a:cubicBezTo>
                  <a:cubicBezTo>
                    <a:pt x="79" y="13"/>
                    <a:pt x="79" y="12"/>
                    <a:pt x="80" y="12"/>
                  </a:cubicBezTo>
                  <a:cubicBezTo>
                    <a:pt x="80" y="11"/>
                    <a:pt x="79" y="10"/>
                    <a:pt x="79" y="10"/>
                  </a:cubicBezTo>
                  <a:cubicBezTo>
                    <a:pt x="79" y="10"/>
                    <a:pt x="78" y="10"/>
                    <a:pt x="78" y="9"/>
                  </a:cubicBezTo>
                  <a:cubicBezTo>
                    <a:pt x="78" y="9"/>
                    <a:pt x="78" y="8"/>
                    <a:pt x="78" y="8"/>
                  </a:cubicBezTo>
                  <a:cubicBezTo>
                    <a:pt x="78" y="8"/>
                    <a:pt x="78" y="7"/>
                    <a:pt x="78" y="7"/>
                  </a:cubicBezTo>
                  <a:cubicBezTo>
                    <a:pt x="78" y="7"/>
                    <a:pt x="78" y="6"/>
                    <a:pt x="78" y="6"/>
                  </a:cubicBezTo>
                  <a:cubicBezTo>
                    <a:pt x="78" y="5"/>
                    <a:pt x="78" y="5"/>
                    <a:pt x="77" y="5"/>
                  </a:cubicBezTo>
                  <a:cubicBezTo>
                    <a:pt x="77" y="4"/>
                    <a:pt x="76" y="4"/>
                    <a:pt x="76" y="3"/>
                  </a:cubicBezTo>
                  <a:cubicBezTo>
                    <a:pt x="76" y="3"/>
                    <a:pt x="76" y="2"/>
                    <a:pt x="76" y="1"/>
                  </a:cubicBezTo>
                  <a:cubicBezTo>
                    <a:pt x="76" y="1"/>
                    <a:pt x="77" y="0"/>
                    <a:pt x="77" y="0"/>
                  </a:cubicBezTo>
                  <a:cubicBezTo>
                    <a:pt x="78" y="0"/>
                    <a:pt x="79" y="1"/>
                    <a:pt x="79" y="2"/>
                  </a:cubicBezTo>
                  <a:cubicBezTo>
                    <a:pt x="79" y="2"/>
                    <a:pt x="80" y="4"/>
                    <a:pt x="80" y="4"/>
                  </a:cubicBezTo>
                  <a:cubicBezTo>
                    <a:pt x="80" y="5"/>
                    <a:pt x="81" y="7"/>
                    <a:pt x="81" y="8"/>
                  </a:cubicBezTo>
                  <a:cubicBezTo>
                    <a:pt x="81" y="8"/>
                    <a:pt x="82" y="9"/>
                    <a:pt x="83" y="9"/>
                  </a:cubicBezTo>
                  <a:cubicBezTo>
                    <a:pt x="83" y="10"/>
                    <a:pt x="83" y="11"/>
                    <a:pt x="84" y="12"/>
                  </a:cubicBezTo>
                  <a:cubicBezTo>
                    <a:pt x="84" y="12"/>
                    <a:pt x="84" y="13"/>
                    <a:pt x="85" y="13"/>
                  </a:cubicBezTo>
                  <a:cubicBezTo>
                    <a:pt x="84" y="13"/>
                    <a:pt x="84" y="14"/>
                    <a:pt x="84" y="14"/>
                  </a:cubicBezTo>
                  <a:cubicBezTo>
                    <a:pt x="83" y="14"/>
                    <a:pt x="83" y="15"/>
                    <a:pt x="82" y="15"/>
                  </a:cubicBezTo>
                  <a:cubicBezTo>
                    <a:pt x="82" y="16"/>
                    <a:pt x="81" y="17"/>
                    <a:pt x="81" y="17"/>
                  </a:cubicBezTo>
                  <a:cubicBezTo>
                    <a:pt x="81" y="18"/>
                    <a:pt x="82" y="19"/>
                    <a:pt x="82" y="19"/>
                  </a:cubicBezTo>
                  <a:cubicBezTo>
                    <a:pt x="82" y="20"/>
                    <a:pt x="80" y="21"/>
                    <a:pt x="80" y="21"/>
                  </a:cubicBezTo>
                  <a:cubicBezTo>
                    <a:pt x="80" y="21"/>
                    <a:pt x="77" y="23"/>
                    <a:pt x="76" y="23"/>
                  </a:cubicBezTo>
                  <a:cubicBezTo>
                    <a:pt x="75" y="24"/>
                    <a:pt x="74" y="25"/>
                    <a:pt x="74" y="26"/>
                  </a:cubicBezTo>
                  <a:cubicBezTo>
                    <a:pt x="74" y="27"/>
                    <a:pt x="74" y="29"/>
                    <a:pt x="74" y="30"/>
                  </a:cubicBezTo>
                  <a:cubicBezTo>
                    <a:pt x="74" y="31"/>
                    <a:pt x="74" y="32"/>
                    <a:pt x="74" y="33"/>
                  </a:cubicBezTo>
                  <a:cubicBezTo>
                    <a:pt x="74" y="34"/>
                    <a:pt x="73" y="35"/>
                    <a:pt x="72" y="35"/>
                  </a:cubicBezTo>
                  <a:cubicBezTo>
                    <a:pt x="72" y="35"/>
                    <a:pt x="71" y="34"/>
                    <a:pt x="71" y="34"/>
                  </a:cubicBezTo>
                  <a:cubicBezTo>
                    <a:pt x="70" y="34"/>
                    <a:pt x="70" y="34"/>
                    <a:pt x="69" y="34"/>
                  </a:cubicBezTo>
                  <a:cubicBezTo>
                    <a:pt x="69" y="34"/>
                    <a:pt x="69" y="35"/>
                    <a:pt x="69" y="35"/>
                  </a:cubicBezTo>
                  <a:cubicBezTo>
                    <a:pt x="69" y="36"/>
                    <a:pt x="70" y="36"/>
                    <a:pt x="70" y="37"/>
                  </a:cubicBezTo>
                  <a:cubicBezTo>
                    <a:pt x="70" y="37"/>
                    <a:pt x="71" y="37"/>
                    <a:pt x="72" y="38"/>
                  </a:cubicBezTo>
                  <a:cubicBezTo>
                    <a:pt x="72" y="38"/>
                    <a:pt x="74" y="40"/>
                    <a:pt x="74" y="41"/>
                  </a:cubicBezTo>
                  <a:cubicBezTo>
                    <a:pt x="75" y="42"/>
                    <a:pt x="75" y="44"/>
                    <a:pt x="76" y="45"/>
                  </a:cubicBezTo>
                  <a:cubicBezTo>
                    <a:pt x="76" y="45"/>
                    <a:pt x="77" y="46"/>
                    <a:pt x="77" y="47"/>
                  </a:cubicBezTo>
                  <a:cubicBezTo>
                    <a:pt x="77" y="47"/>
                    <a:pt x="76" y="48"/>
                    <a:pt x="76" y="49"/>
                  </a:cubicBezTo>
                  <a:cubicBezTo>
                    <a:pt x="76" y="49"/>
                    <a:pt x="77" y="50"/>
                    <a:pt x="77" y="51"/>
                  </a:cubicBezTo>
                  <a:cubicBezTo>
                    <a:pt x="77" y="51"/>
                    <a:pt x="78" y="51"/>
                    <a:pt x="78" y="51"/>
                  </a:cubicBezTo>
                  <a:cubicBezTo>
                    <a:pt x="79" y="51"/>
                    <a:pt x="79" y="50"/>
                    <a:pt x="80" y="50"/>
                  </a:cubicBezTo>
                  <a:cubicBezTo>
                    <a:pt x="80" y="50"/>
                    <a:pt x="81" y="51"/>
                    <a:pt x="81" y="51"/>
                  </a:cubicBezTo>
                  <a:cubicBezTo>
                    <a:pt x="82" y="51"/>
                    <a:pt x="82" y="52"/>
                    <a:pt x="83" y="52"/>
                  </a:cubicBezTo>
                  <a:cubicBezTo>
                    <a:pt x="83" y="52"/>
                    <a:pt x="85" y="52"/>
                    <a:pt x="85" y="51"/>
                  </a:cubicBezTo>
                  <a:cubicBezTo>
                    <a:pt x="86" y="51"/>
                    <a:pt x="86" y="51"/>
                    <a:pt x="87" y="51"/>
                  </a:cubicBezTo>
                  <a:cubicBezTo>
                    <a:pt x="87" y="50"/>
                    <a:pt x="89" y="51"/>
                    <a:pt x="89" y="51"/>
                  </a:cubicBezTo>
                  <a:cubicBezTo>
                    <a:pt x="90" y="51"/>
                    <a:pt x="90" y="50"/>
                    <a:pt x="91" y="49"/>
                  </a:cubicBezTo>
                  <a:cubicBezTo>
                    <a:pt x="91" y="49"/>
                    <a:pt x="91" y="48"/>
                    <a:pt x="91" y="48"/>
                  </a:cubicBezTo>
                  <a:cubicBezTo>
                    <a:pt x="92" y="47"/>
                    <a:pt x="93" y="48"/>
                    <a:pt x="94" y="48"/>
                  </a:cubicBezTo>
                  <a:cubicBezTo>
                    <a:pt x="95" y="47"/>
                    <a:pt x="97" y="47"/>
                    <a:pt x="97" y="47"/>
                  </a:cubicBezTo>
                  <a:cubicBezTo>
                    <a:pt x="98" y="46"/>
                    <a:pt x="99" y="46"/>
                    <a:pt x="100" y="46"/>
                  </a:cubicBezTo>
                  <a:cubicBezTo>
                    <a:pt x="100" y="46"/>
                    <a:pt x="101" y="45"/>
                    <a:pt x="102" y="45"/>
                  </a:cubicBezTo>
                  <a:cubicBezTo>
                    <a:pt x="103" y="45"/>
                    <a:pt x="104" y="44"/>
                    <a:pt x="105" y="44"/>
                  </a:cubicBezTo>
                  <a:cubicBezTo>
                    <a:pt x="105" y="44"/>
                    <a:pt x="105" y="44"/>
                    <a:pt x="106" y="43"/>
                  </a:cubicBezTo>
                  <a:cubicBezTo>
                    <a:pt x="106" y="44"/>
                    <a:pt x="107" y="45"/>
                    <a:pt x="107" y="45"/>
                  </a:cubicBezTo>
                  <a:cubicBezTo>
                    <a:pt x="108" y="46"/>
                    <a:pt x="108" y="46"/>
                    <a:pt x="109" y="47"/>
                  </a:cubicBezTo>
                  <a:cubicBezTo>
                    <a:pt x="109" y="48"/>
                    <a:pt x="110" y="48"/>
                    <a:pt x="110" y="49"/>
                  </a:cubicBezTo>
                  <a:cubicBezTo>
                    <a:pt x="111" y="50"/>
                    <a:pt x="115" y="54"/>
                    <a:pt x="116" y="55"/>
                  </a:cubicBezTo>
                  <a:cubicBezTo>
                    <a:pt x="118" y="57"/>
                    <a:pt x="121" y="59"/>
                    <a:pt x="122" y="61"/>
                  </a:cubicBezTo>
                  <a:cubicBezTo>
                    <a:pt x="122" y="62"/>
                    <a:pt x="122" y="64"/>
                    <a:pt x="122" y="65"/>
                  </a:cubicBezTo>
                  <a:cubicBezTo>
                    <a:pt x="122" y="65"/>
                    <a:pt x="121" y="66"/>
                    <a:pt x="120" y="66"/>
                  </a:cubicBezTo>
                  <a:cubicBezTo>
                    <a:pt x="120" y="67"/>
                    <a:pt x="119" y="68"/>
                    <a:pt x="119" y="69"/>
                  </a:cubicBezTo>
                  <a:cubicBezTo>
                    <a:pt x="118" y="69"/>
                    <a:pt x="117" y="69"/>
                    <a:pt x="117" y="69"/>
                  </a:cubicBezTo>
                  <a:cubicBezTo>
                    <a:pt x="116" y="70"/>
                    <a:pt x="115" y="69"/>
                    <a:pt x="114" y="69"/>
                  </a:cubicBezTo>
                  <a:cubicBezTo>
                    <a:pt x="113" y="69"/>
                    <a:pt x="113" y="70"/>
                    <a:pt x="112" y="70"/>
                  </a:cubicBezTo>
                  <a:cubicBezTo>
                    <a:pt x="112" y="70"/>
                    <a:pt x="111" y="71"/>
                    <a:pt x="111" y="71"/>
                  </a:cubicBezTo>
                  <a:cubicBezTo>
                    <a:pt x="110" y="71"/>
                    <a:pt x="110" y="72"/>
                    <a:pt x="110" y="73"/>
                  </a:cubicBezTo>
                  <a:cubicBezTo>
                    <a:pt x="110" y="73"/>
                    <a:pt x="110" y="73"/>
                    <a:pt x="111" y="73"/>
                  </a:cubicBezTo>
                  <a:cubicBezTo>
                    <a:pt x="111" y="74"/>
                    <a:pt x="112" y="74"/>
                    <a:pt x="112" y="74"/>
                  </a:cubicBezTo>
                  <a:cubicBezTo>
                    <a:pt x="113" y="74"/>
                    <a:pt x="114" y="74"/>
                    <a:pt x="114" y="74"/>
                  </a:cubicBezTo>
                  <a:cubicBezTo>
                    <a:pt x="115" y="74"/>
                    <a:pt x="116" y="74"/>
                    <a:pt x="117" y="75"/>
                  </a:cubicBezTo>
                  <a:cubicBezTo>
                    <a:pt x="117" y="75"/>
                    <a:pt x="118" y="77"/>
                    <a:pt x="118" y="78"/>
                  </a:cubicBezTo>
                  <a:cubicBezTo>
                    <a:pt x="119" y="78"/>
                    <a:pt x="119" y="79"/>
                    <a:pt x="119" y="79"/>
                  </a:cubicBezTo>
                  <a:cubicBezTo>
                    <a:pt x="120" y="79"/>
                    <a:pt x="121" y="79"/>
                    <a:pt x="122" y="79"/>
                  </a:cubicBezTo>
                  <a:cubicBezTo>
                    <a:pt x="122" y="80"/>
                    <a:pt x="124" y="80"/>
                    <a:pt x="124" y="81"/>
                  </a:cubicBezTo>
                  <a:cubicBezTo>
                    <a:pt x="125" y="81"/>
                    <a:pt x="125" y="82"/>
                    <a:pt x="125" y="83"/>
                  </a:cubicBezTo>
                  <a:cubicBezTo>
                    <a:pt x="125" y="84"/>
                    <a:pt x="126" y="85"/>
                    <a:pt x="126" y="85"/>
                  </a:cubicBezTo>
                  <a:cubicBezTo>
                    <a:pt x="126" y="86"/>
                    <a:pt x="126" y="88"/>
                    <a:pt x="126" y="89"/>
                  </a:cubicBezTo>
                  <a:cubicBezTo>
                    <a:pt x="126" y="89"/>
                    <a:pt x="125" y="90"/>
                    <a:pt x="124" y="90"/>
                  </a:cubicBezTo>
                  <a:cubicBezTo>
                    <a:pt x="124" y="90"/>
                    <a:pt x="124" y="90"/>
                    <a:pt x="124" y="89"/>
                  </a:cubicBezTo>
                  <a:cubicBezTo>
                    <a:pt x="123" y="89"/>
                    <a:pt x="122" y="89"/>
                    <a:pt x="122" y="89"/>
                  </a:cubicBezTo>
                  <a:cubicBezTo>
                    <a:pt x="122" y="89"/>
                    <a:pt x="121" y="89"/>
                    <a:pt x="120" y="89"/>
                  </a:cubicBezTo>
                  <a:cubicBezTo>
                    <a:pt x="120" y="90"/>
                    <a:pt x="120" y="90"/>
                    <a:pt x="120" y="91"/>
                  </a:cubicBezTo>
                  <a:cubicBezTo>
                    <a:pt x="120" y="91"/>
                    <a:pt x="120" y="92"/>
                    <a:pt x="120" y="92"/>
                  </a:cubicBezTo>
                  <a:cubicBezTo>
                    <a:pt x="121" y="92"/>
                    <a:pt x="122" y="93"/>
                    <a:pt x="122" y="93"/>
                  </a:cubicBezTo>
                  <a:cubicBezTo>
                    <a:pt x="122" y="94"/>
                    <a:pt x="122" y="95"/>
                    <a:pt x="122" y="95"/>
                  </a:cubicBezTo>
                  <a:cubicBezTo>
                    <a:pt x="122" y="96"/>
                    <a:pt x="122" y="96"/>
                    <a:pt x="121" y="97"/>
                  </a:cubicBezTo>
                  <a:cubicBezTo>
                    <a:pt x="121" y="97"/>
                    <a:pt x="122" y="98"/>
                    <a:pt x="122" y="99"/>
                  </a:cubicBezTo>
                  <a:cubicBezTo>
                    <a:pt x="122" y="100"/>
                    <a:pt x="122" y="102"/>
                    <a:pt x="122" y="102"/>
                  </a:cubicBezTo>
                  <a:cubicBezTo>
                    <a:pt x="121" y="103"/>
                    <a:pt x="121" y="104"/>
                    <a:pt x="121" y="104"/>
                  </a:cubicBezTo>
                  <a:cubicBezTo>
                    <a:pt x="120" y="104"/>
                    <a:pt x="120" y="104"/>
                    <a:pt x="120" y="105"/>
                  </a:cubicBezTo>
                  <a:cubicBezTo>
                    <a:pt x="119" y="105"/>
                    <a:pt x="119" y="105"/>
                    <a:pt x="119" y="105"/>
                  </a:cubicBezTo>
                  <a:cubicBezTo>
                    <a:pt x="119" y="106"/>
                    <a:pt x="119" y="107"/>
                    <a:pt x="119" y="107"/>
                  </a:cubicBezTo>
                  <a:cubicBezTo>
                    <a:pt x="119" y="107"/>
                    <a:pt x="120" y="108"/>
                    <a:pt x="120" y="108"/>
                  </a:cubicBezTo>
                  <a:cubicBezTo>
                    <a:pt x="120" y="109"/>
                    <a:pt x="121" y="109"/>
                    <a:pt x="121" y="109"/>
                  </a:cubicBezTo>
                  <a:cubicBezTo>
                    <a:pt x="121" y="109"/>
                    <a:pt x="122" y="111"/>
                    <a:pt x="122" y="111"/>
                  </a:cubicBezTo>
                  <a:cubicBezTo>
                    <a:pt x="121" y="112"/>
                    <a:pt x="120" y="112"/>
                    <a:pt x="119" y="112"/>
                  </a:cubicBezTo>
                  <a:cubicBezTo>
                    <a:pt x="119" y="112"/>
                    <a:pt x="118" y="111"/>
                    <a:pt x="117" y="111"/>
                  </a:cubicBezTo>
                  <a:cubicBezTo>
                    <a:pt x="117" y="111"/>
                    <a:pt x="116" y="110"/>
                    <a:pt x="116" y="110"/>
                  </a:cubicBezTo>
                  <a:cubicBezTo>
                    <a:pt x="115" y="110"/>
                    <a:pt x="114" y="110"/>
                    <a:pt x="113" y="110"/>
                  </a:cubicBezTo>
                  <a:cubicBezTo>
                    <a:pt x="113" y="110"/>
                    <a:pt x="112" y="111"/>
                    <a:pt x="112" y="112"/>
                  </a:cubicBezTo>
                  <a:cubicBezTo>
                    <a:pt x="111" y="112"/>
                    <a:pt x="111" y="113"/>
                    <a:pt x="111" y="114"/>
                  </a:cubicBezTo>
                  <a:cubicBezTo>
                    <a:pt x="110" y="114"/>
                    <a:pt x="109" y="114"/>
                    <a:pt x="108" y="114"/>
                  </a:cubicBezTo>
                  <a:cubicBezTo>
                    <a:pt x="108" y="114"/>
                    <a:pt x="107" y="114"/>
                    <a:pt x="106" y="113"/>
                  </a:cubicBezTo>
                  <a:cubicBezTo>
                    <a:pt x="106" y="113"/>
                    <a:pt x="105" y="113"/>
                    <a:pt x="105" y="112"/>
                  </a:cubicBezTo>
                  <a:cubicBezTo>
                    <a:pt x="104" y="112"/>
                    <a:pt x="102" y="112"/>
                    <a:pt x="102" y="113"/>
                  </a:cubicBezTo>
                  <a:cubicBezTo>
                    <a:pt x="101" y="113"/>
                    <a:pt x="101" y="114"/>
                    <a:pt x="100" y="114"/>
                  </a:cubicBezTo>
                  <a:cubicBezTo>
                    <a:pt x="100" y="114"/>
                    <a:pt x="99" y="114"/>
                    <a:pt x="98" y="114"/>
                  </a:cubicBezTo>
                  <a:cubicBezTo>
                    <a:pt x="98" y="114"/>
                    <a:pt x="97" y="113"/>
                    <a:pt x="97" y="114"/>
                  </a:cubicBezTo>
                  <a:cubicBezTo>
                    <a:pt x="97" y="114"/>
                    <a:pt x="97" y="115"/>
                    <a:pt x="97" y="116"/>
                  </a:cubicBezTo>
                  <a:cubicBezTo>
                    <a:pt x="97" y="116"/>
                    <a:pt x="98" y="116"/>
                    <a:pt x="98" y="117"/>
                  </a:cubicBezTo>
                  <a:cubicBezTo>
                    <a:pt x="99" y="117"/>
                    <a:pt x="99" y="118"/>
                    <a:pt x="99" y="119"/>
                  </a:cubicBezTo>
                  <a:cubicBezTo>
                    <a:pt x="100" y="119"/>
                    <a:pt x="99" y="120"/>
                    <a:pt x="100" y="121"/>
                  </a:cubicBezTo>
                  <a:cubicBezTo>
                    <a:pt x="100" y="121"/>
                    <a:pt x="100" y="122"/>
                    <a:pt x="100" y="122"/>
                  </a:cubicBezTo>
                  <a:cubicBezTo>
                    <a:pt x="101" y="123"/>
                    <a:pt x="103" y="122"/>
                    <a:pt x="103" y="122"/>
                  </a:cubicBezTo>
                  <a:cubicBezTo>
                    <a:pt x="104" y="123"/>
                    <a:pt x="105" y="124"/>
                    <a:pt x="105" y="125"/>
                  </a:cubicBezTo>
                  <a:cubicBezTo>
                    <a:pt x="104" y="125"/>
                    <a:pt x="103" y="125"/>
                    <a:pt x="103" y="126"/>
                  </a:cubicBezTo>
                  <a:cubicBezTo>
                    <a:pt x="103" y="126"/>
                    <a:pt x="102" y="127"/>
                    <a:pt x="103" y="128"/>
                  </a:cubicBezTo>
                  <a:cubicBezTo>
                    <a:pt x="103" y="128"/>
                    <a:pt x="104" y="129"/>
                    <a:pt x="104" y="130"/>
                  </a:cubicBezTo>
                  <a:cubicBezTo>
                    <a:pt x="104" y="130"/>
                    <a:pt x="105" y="131"/>
                    <a:pt x="105" y="131"/>
                  </a:cubicBezTo>
                  <a:cubicBezTo>
                    <a:pt x="105" y="132"/>
                    <a:pt x="105" y="134"/>
                    <a:pt x="106" y="135"/>
                  </a:cubicBezTo>
                  <a:cubicBezTo>
                    <a:pt x="106" y="136"/>
                    <a:pt x="106" y="137"/>
                    <a:pt x="105" y="138"/>
                  </a:cubicBezTo>
                  <a:cubicBezTo>
                    <a:pt x="105" y="138"/>
                    <a:pt x="105" y="139"/>
                    <a:pt x="105" y="139"/>
                  </a:cubicBezTo>
                  <a:cubicBezTo>
                    <a:pt x="105" y="140"/>
                    <a:pt x="106" y="140"/>
                    <a:pt x="106" y="141"/>
                  </a:cubicBezTo>
                  <a:cubicBezTo>
                    <a:pt x="106" y="141"/>
                    <a:pt x="107" y="141"/>
                    <a:pt x="108" y="141"/>
                  </a:cubicBezTo>
                  <a:cubicBezTo>
                    <a:pt x="108" y="142"/>
                    <a:pt x="109" y="143"/>
                    <a:pt x="109" y="143"/>
                  </a:cubicBezTo>
                  <a:cubicBezTo>
                    <a:pt x="109" y="144"/>
                    <a:pt x="108" y="145"/>
                    <a:pt x="108" y="145"/>
                  </a:cubicBezTo>
                  <a:cubicBezTo>
                    <a:pt x="108" y="146"/>
                    <a:pt x="107" y="147"/>
                    <a:pt x="107" y="148"/>
                  </a:cubicBezTo>
                  <a:cubicBezTo>
                    <a:pt x="107" y="149"/>
                    <a:pt x="107" y="150"/>
                    <a:pt x="107" y="151"/>
                  </a:cubicBezTo>
                  <a:cubicBezTo>
                    <a:pt x="107" y="152"/>
                    <a:pt x="108" y="152"/>
                    <a:pt x="108" y="153"/>
                  </a:cubicBezTo>
                  <a:cubicBezTo>
                    <a:pt x="108" y="154"/>
                    <a:pt x="109" y="156"/>
                    <a:pt x="109" y="157"/>
                  </a:cubicBezTo>
                  <a:cubicBezTo>
                    <a:pt x="109" y="158"/>
                    <a:pt x="108" y="160"/>
                    <a:pt x="108" y="161"/>
                  </a:cubicBezTo>
                  <a:cubicBezTo>
                    <a:pt x="109" y="161"/>
                    <a:pt x="110" y="162"/>
                    <a:pt x="110" y="162"/>
                  </a:cubicBezTo>
                  <a:cubicBezTo>
                    <a:pt x="111" y="162"/>
                    <a:pt x="112" y="162"/>
                    <a:pt x="112" y="162"/>
                  </a:cubicBezTo>
                  <a:cubicBezTo>
                    <a:pt x="113" y="162"/>
                    <a:pt x="113" y="163"/>
                    <a:pt x="113" y="163"/>
                  </a:cubicBezTo>
                  <a:cubicBezTo>
                    <a:pt x="114" y="164"/>
                    <a:pt x="113" y="165"/>
                    <a:pt x="113" y="165"/>
                  </a:cubicBezTo>
                  <a:cubicBezTo>
                    <a:pt x="113" y="166"/>
                    <a:pt x="113" y="167"/>
                    <a:pt x="113" y="167"/>
                  </a:cubicBezTo>
                  <a:cubicBezTo>
                    <a:pt x="113" y="168"/>
                    <a:pt x="113" y="168"/>
                    <a:pt x="112" y="169"/>
                  </a:cubicBezTo>
                  <a:cubicBezTo>
                    <a:pt x="112" y="169"/>
                    <a:pt x="111" y="169"/>
                    <a:pt x="110" y="170"/>
                  </a:cubicBezTo>
                  <a:cubicBezTo>
                    <a:pt x="110" y="170"/>
                    <a:pt x="110" y="171"/>
                    <a:pt x="111" y="172"/>
                  </a:cubicBezTo>
                  <a:cubicBezTo>
                    <a:pt x="111" y="173"/>
                    <a:pt x="112" y="174"/>
                    <a:pt x="112" y="175"/>
                  </a:cubicBezTo>
                  <a:cubicBezTo>
                    <a:pt x="112" y="175"/>
                    <a:pt x="113" y="176"/>
                    <a:pt x="113" y="176"/>
                  </a:cubicBezTo>
                  <a:cubicBezTo>
                    <a:pt x="113" y="177"/>
                    <a:pt x="112" y="177"/>
                    <a:pt x="111" y="178"/>
                  </a:cubicBezTo>
                  <a:cubicBezTo>
                    <a:pt x="111" y="178"/>
                    <a:pt x="110" y="179"/>
                    <a:pt x="109" y="180"/>
                  </a:cubicBezTo>
                  <a:cubicBezTo>
                    <a:pt x="109" y="180"/>
                    <a:pt x="108" y="178"/>
                    <a:pt x="107" y="178"/>
                  </a:cubicBezTo>
                  <a:cubicBezTo>
                    <a:pt x="107" y="178"/>
                    <a:pt x="106" y="178"/>
                    <a:pt x="106" y="179"/>
                  </a:cubicBezTo>
                  <a:cubicBezTo>
                    <a:pt x="105" y="179"/>
                    <a:pt x="104" y="180"/>
                    <a:pt x="103" y="180"/>
                  </a:cubicBezTo>
                  <a:cubicBezTo>
                    <a:pt x="103" y="180"/>
                    <a:pt x="102" y="179"/>
                    <a:pt x="102" y="178"/>
                  </a:cubicBezTo>
                  <a:cubicBezTo>
                    <a:pt x="101" y="178"/>
                    <a:pt x="100" y="179"/>
                    <a:pt x="100" y="178"/>
                  </a:cubicBezTo>
                  <a:cubicBezTo>
                    <a:pt x="99" y="178"/>
                    <a:pt x="99" y="178"/>
                    <a:pt x="99" y="177"/>
                  </a:cubicBezTo>
                  <a:cubicBezTo>
                    <a:pt x="98" y="177"/>
                    <a:pt x="98" y="175"/>
                    <a:pt x="98" y="175"/>
                  </a:cubicBezTo>
                  <a:cubicBezTo>
                    <a:pt x="98" y="175"/>
                    <a:pt x="97" y="174"/>
                    <a:pt x="96" y="174"/>
                  </a:cubicBezTo>
                  <a:cubicBezTo>
                    <a:pt x="96" y="174"/>
                    <a:pt x="94" y="174"/>
                    <a:pt x="94" y="174"/>
                  </a:cubicBezTo>
                  <a:cubicBezTo>
                    <a:pt x="93" y="174"/>
                    <a:pt x="91" y="173"/>
                    <a:pt x="91" y="172"/>
                  </a:cubicBezTo>
                  <a:cubicBezTo>
                    <a:pt x="90" y="172"/>
                    <a:pt x="90" y="172"/>
                    <a:pt x="89" y="172"/>
                  </a:cubicBezTo>
                  <a:cubicBezTo>
                    <a:pt x="89" y="171"/>
                    <a:pt x="87" y="172"/>
                    <a:pt x="87" y="172"/>
                  </a:cubicBezTo>
                  <a:cubicBezTo>
                    <a:pt x="86" y="172"/>
                    <a:pt x="85" y="171"/>
                    <a:pt x="85" y="171"/>
                  </a:cubicBezTo>
                  <a:cubicBezTo>
                    <a:pt x="84" y="171"/>
                    <a:pt x="83" y="171"/>
                    <a:pt x="82" y="171"/>
                  </a:cubicBezTo>
                  <a:cubicBezTo>
                    <a:pt x="81" y="171"/>
                    <a:pt x="80" y="172"/>
                    <a:pt x="79" y="171"/>
                  </a:cubicBezTo>
                  <a:cubicBezTo>
                    <a:pt x="79" y="171"/>
                    <a:pt x="79" y="171"/>
                    <a:pt x="78" y="171"/>
                  </a:cubicBezTo>
                  <a:cubicBezTo>
                    <a:pt x="78" y="170"/>
                    <a:pt x="76" y="169"/>
                    <a:pt x="76" y="170"/>
                  </a:cubicBezTo>
                  <a:cubicBezTo>
                    <a:pt x="76" y="170"/>
                    <a:pt x="75" y="170"/>
                    <a:pt x="75" y="170"/>
                  </a:cubicBezTo>
                  <a:cubicBezTo>
                    <a:pt x="75" y="170"/>
                    <a:pt x="74" y="170"/>
                    <a:pt x="73" y="170"/>
                  </a:cubicBezTo>
                  <a:cubicBezTo>
                    <a:pt x="73" y="170"/>
                    <a:pt x="72" y="171"/>
                    <a:pt x="72" y="171"/>
                  </a:cubicBezTo>
                  <a:cubicBezTo>
                    <a:pt x="71" y="171"/>
                    <a:pt x="71" y="172"/>
                    <a:pt x="70" y="172"/>
                  </a:cubicBezTo>
                  <a:cubicBezTo>
                    <a:pt x="70" y="173"/>
                    <a:pt x="68" y="173"/>
                    <a:pt x="68" y="173"/>
                  </a:cubicBezTo>
                  <a:cubicBezTo>
                    <a:pt x="67" y="173"/>
                    <a:pt x="67" y="172"/>
                    <a:pt x="67" y="172"/>
                  </a:cubicBezTo>
                  <a:cubicBezTo>
                    <a:pt x="66" y="172"/>
                    <a:pt x="67" y="171"/>
                    <a:pt x="67" y="171"/>
                  </a:cubicBezTo>
                  <a:cubicBezTo>
                    <a:pt x="67" y="170"/>
                    <a:pt x="65" y="170"/>
                    <a:pt x="65" y="170"/>
                  </a:cubicBezTo>
                  <a:cubicBezTo>
                    <a:pt x="64" y="170"/>
                    <a:pt x="63" y="170"/>
                    <a:pt x="63" y="170"/>
                  </a:cubicBezTo>
                  <a:cubicBezTo>
                    <a:pt x="62" y="170"/>
                    <a:pt x="62" y="171"/>
                    <a:pt x="61" y="171"/>
                  </a:cubicBezTo>
                  <a:cubicBezTo>
                    <a:pt x="61" y="172"/>
                    <a:pt x="61" y="173"/>
                    <a:pt x="61" y="174"/>
                  </a:cubicBezTo>
                  <a:cubicBezTo>
                    <a:pt x="61" y="174"/>
                    <a:pt x="61" y="175"/>
                    <a:pt x="60" y="175"/>
                  </a:cubicBezTo>
                  <a:cubicBezTo>
                    <a:pt x="60" y="176"/>
                    <a:pt x="60" y="176"/>
                    <a:pt x="59" y="176"/>
                  </a:cubicBezTo>
                  <a:cubicBezTo>
                    <a:pt x="58" y="176"/>
                    <a:pt x="58" y="176"/>
                    <a:pt x="57" y="176"/>
                  </a:cubicBezTo>
                  <a:cubicBezTo>
                    <a:pt x="56" y="176"/>
                    <a:pt x="54" y="176"/>
                    <a:pt x="53" y="176"/>
                  </a:cubicBezTo>
                  <a:cubicBezTo>
                    <a:pt x="52" y="177"/>
                    <a:pt x="51" y="178"/>
                    <a:pt x="50" y="179"/>
                  </a:cubicBezTo>
                  <a:cubicBezTo>
                    <a:pt x="49" y="179"/>
                    <a:pt x="47" y="180"/>
                    <a:pt x="46" y="180"/>
                  </a:cubicBezTo>
                  <a:cubicBezTo>
                    <a:pt x="45" y="181"/>
                    <a:pt x="43" y="181"/>
                    <a:pt x="42" y="182"/>
                  </a:cubicBezTo>
                  <a:cubicBezTo>
                    <a:pt x="42" y="182"/>
                    <a:pt x="41" y="183"/>
                    <a:pt x="40" y="183"/>
                  </a:cubicBezTo>
                  <a:cubicBezTo>
                    <a:pt x="40" y="183"/>
                    <a:pt x="38" y="183"/>
                    <a:pt x="38" y="183"/>
                  </a:cubicBezTo>
                  <a:cubicBezTo>
                    <a:pt x="37" y="183"/>
                    <a:pt x="37" y="182"/>
                    <a:pt x="36" y="181"/>
                  </a:cubicBezTo>
                  <a:cubicBezTo>
                    <a:pt x="36" y="181"/>
                    <a:pt x="36" y="180"/>
                    <a:pt x="35" y="179"/>
                  </a:cubicBezTo>
                  <a:cubicBezTo>
                    <a:pt x="35" y="178"/>
                    <a:pt x="35" y="176"/>
                    <a:pt x="34" y="175"/>
                  </a:cubicBezTo>
                  <a:cubicBezTo>
                    <a:pt x="34" y="174"/>
                    <a:pt x="32" y="173"/>
                    <a:pt x="32" y="173"/>
                  </a:cubicBezTo>
                  <a:cubicBezTo>
                    <a:pt x="31" y="173"/>
                    <a:pt x="30" y="172"/>
                    <a:pt x="29" y="171"/>
                  </a:cubicBezTo>
                  <a:cubicBezTo>
                    <a:pt x="29" y="170"/>
                    <a:pt x="28" y="169"/>
                    <a:pt x="27" y="168"/>
                  </a:cubicBezTo>
                  <a:cubicBezTo>
                    <a:pt x="27" y="167"/>
                    <a:pt x="27" y="165"/>
                    <a:pt x="27" y="164"/>
                  </a:cubicBezTo>
                  <a:cubicBezTo>
                    <a:pt x="26" y="163"/>
                    <a:pt x="26" y="161"/>
                    <a:pt x="25" y="160"/>
                  </a:cubicBezTo>
                  <a:cubicBezTo>
                    <a:pt x="24" y="160"/>
                    <a:pt x="22" y="159"/>
                    <a:pt x="22" y="158"/>
                  </a:cubicBezTo>
                  <a:cubicBezTo>
                    <a:pt x="21" y="157"/>
                    <a:pt x="21" y="156"/>
                    <a:pt x="20" y="155"/>
                  </a:cubicBezTo>
                  <a:cubicBezTo>
                    <a:pt x="20" y="155"/>
                    <a:pt x="19" y="153"/>
                    <a:pt x="19" y="153"/>
                  </a:cubicBezTo>
                  <a:cubicBezTo>
                    <a:pt x="18" y="152"/>
                    <a:pt x="16" y="152"/>
                    <a:pt x="15" y="152"/>
                  </a:cubicBezTo>
                  <a:cubicBezTo>
                    <a:pt x="15" y="152"/>
                    <a:pt x="13" y="153"/>
                    <a:pt x="13" y="153"/>
                  </a:cubicBezTo>
                  <a:cubicBezTo>
                    <a:pt x="12" y="153"/>
                    <a:pt x="10" y="152"/>
                    <a:pt x="10" y="152"/>
                  </a:cubicBezTo>
                  <a:cubicBezTo>
                    <a:pt x="9" y="152"/>
                    <a:pt x="8" y="151"/>
                    <a:pt x="7" y="151"/>
                  </a:cubicBezTo>
                  <a:cubicBezTo>
                    <a:pt x="6" y="150"/>
                    <a:pt x="5" y="151"/>
                    <a:pt x="4" y="151"/>
                  </a:cubicBezTo>
                  <a:cubicBezTo>
                    <a:pt x="4" y="151"/>
                    <a:pt x="3" y="151"/>
                    <a:pt x="3" y="151"/>
                  </a:cubicBezTo>
                  <a:cubicBezTo>
                    <a:pt x="2" y="151"/>
                    <a:pt x="2" y="150"/>
                    <a:pt x="2" y="150"/>
                  </a:cubicBezTo>
                  <a:cubicBezTo>
                    <a:pt x="1" y="150"/>
                    <a:pt x="1" y="149"/>
                    <a:pt x="1" y="148"/>
                  </a:cubicBezTo>
                  <a:cubicBezTo>
                    <a:pt x="1" y="148"/>
                    <a:pt x="0" y="146"/>
                    <a:pt x="0" y="146"/>
                  </a:cubicBezTo>
                  <a:cubicBezTo>
                    <a:pt x="0" y="145"/>
                    <a:pt x="1" y="144"/>
                    <a:pt x="1" y="144"/>
                  </a:cubicBezTo>
                  <a:cubicBezTo>
                    <a:pt x="1" y="143"/>
                    <a:pt x="2" y="143"/>
                    <a:pt x="3" y="142"/>
                  </a:cubicBezTo>
                  <a:cubicBezTo>
                    <a:pt x="3" y="142"/>
                    <a:pt x="4" y="141"/>
                    <a:pt x="4" y="141"/>
                  </a:cubicBezTo>
                  <a:cubicBezTo>
                    <a:pt x="4" y="141"/>
                    <a:pt x="4" y="140"/>
                    <a:pt x="5" y="139"/>
                  </a:cubicBezTo>
                  <a:cubicBezTo>
                    <a:pt x="5" y="139"/>
                    <a:pt x="6" y="137"/>
                    <a:pt x="6" y="136"/>
                  </a:cubicBezTo>
                  <a:cubicBezTo>
                    <a:pt x="7" y="135"/>
                    <a:pt x="8" y="134"/>
                    <a:pt x="8" y="133"/>
                  </a:cubicBezTo>
                  <a:cubicBezTo>
                    <a:pt x="8" y="132"/>
                    <a:pt x="9" y="131"/>
                    <a:pt x="9" y="130"/>
                  </a:cubicBezTo>
                  <a:cubicBezTo>
                    <a:pt x="10" y="129"/>
                    <a:pt x="11" y="127"/>
                    <a:pt x="12" y="126"/>
                  </a:cubicBezTo>
                  <a:cubicBezTo>
                    <a:pt x="12" y="125"/>
                    <a:pt x="12" y="122"/>
                    <a:pt x="13" y="121"/>
                  </a:cubicBezTo>
                  <a:cubicBezTo>
                    <a:pt x="13" y="120"/>
                    <a:pt x="14" y="118"/>
                    <a:pt x="14" y="117"/>
                  </a:cubicBezTo>
                  <a:cubicBezTo>
                    <a:pt x="15" y="116"/>
                    <a:pt x="15" y="114"/>
                    <a:pt x="15" y="113"/>
                  </a:cubicBezTo>
                  <a:cubicBezTo>
                    <a:pt x="15" y="112"/>
                    <a:pt x="15" y="109"/>
                    <a:pt x="15" y="107"/>
                  </a:cubicBezTo>
                  <a:cubicBezTo>
                    <a:pt x="15" y="106"/>
                    <a:pt x="15" y="104"/>
                    <a:pt x="14" y="104"/>
                  </a:cubicBezTo>
                  <a:cubicBezTo>
                    <a:pt x="14" y="103"/>
                    <a:pt x="13" y="104"/>
                    <a:pt x="12" y="104"/>
                  </a:cubicBezTo>
                  <a:cubicBezTo>
                    <a:pt x="12" y="104"/>
                    <a:pt x="11" y="104"/>
                    <a:pt x="11" y="103"/>
                  </a:cubicBezTo>
                  <a:cubicBezTo>
                    <a:pt x="10" y="103"/>
                    <a:pt x="10" y="102"/>
                    <a:pt x="11" y="102"/>
                  </a:cubicBezTo>
                  <a:cubicBezTo>
                    <a:pt x="11" y="101"/>
                    <a:pt x="12" y="100"/>
                    <a:pt x="12" y="100"/>
                  </a:cubicBezTo>
                  <a:cubicBezTo>
                    <a:pt x="12" y="99"/>
                    <a:pt x="12" y="98"/>
                    <a:pt x="12" y="98"/>
                  </a:cubicBezTo>
                  <a:cubicBezTo>
                    <a:pt x="12" y="97"/>
                    <a:pt x="11" y="96"/>
                    <a:pt x="11" y="95"/>
                  </a:cubicBezTo>
                  <a:cubicBezTo>
                    <a:pt x="11" y="95"/>
                    <a:pt x="10" y="95"/>
                    <a:pt x="10" y="95"/>
                  </a:cubicBezTo>
                  <a:cubicBezTo>
                    <a:pt x="9" y="95"/>
                    <a:pt x="9" y="95"/>
                    <a:pt x="9" y="9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108"/>
            <p:cNvSpPr>
              <a:spLocks/>
            </p:cNvSpPr>
            <p:nvPr/>
          </p:nvSpPr>
          <p:spPr bwMode="auto">
            <a:xfrm>
              <a:off x="1797051" y="4152901"/>
              <a:ext cx="363538" cy="258763"/>
            </a:xfrm>
            <a:custGeom>
              <a:avLst/>
              <a:gdLst/>
              <a:ahLst/>
              <a:cxnLst>
                <a:cxn ang="0">
                  <a:pos x="154" y="32"/>
                </a:cxn>
                <a:cxn ang="0">
                  <a:pos x="162" y="35"/>
                </a:cxn>
                <a:cxn ang="0">
                  <a:pos x="168" y="39"/>
                </a:cxn>
                <a:cxn ang="0">
                  <a:pos x="164" y="48"/>
                </a:cxn>
                <a:cxn ang="0">
                  <a:pos x="170" y="48"/>
                </a:cxn>
                <a:cxn ang="0">
                  <a:pos x="173" y="58"/>
                </a:cxn>
                <a:cxn ang="0">
                  <a:pos x="174" y="70"/>
                </a:cxn>
                <a:cxn ang="0">
                  <a:pos x="183" y="70"/>
                </a:cxn>
                <a:cxn ang="0">
                  <a:pos x="187" y="75"/>
                </a:cxn>
                <a:cxn ang="0">
                  <a:pos x="191" y="80"/>
                </a:cxn>
                <a:cxn ang="0">
                  <a:pos x="177" y="84"/>
                </a:cxn>
                <a:cxn ang="0">
                  <a:pos x="172" y="79"/>
                </a:cxn>
                <a:cxn ang="0">
                  <a:pos x="161" y="76"/>
                </a:cxn>
                <a:cxn ang="0">
                  <a:pos x="152" y="70"/>
                </a:cxn>
                <a:cxn ang="0">
                  <a:pos x="144" y="68"/>
                </a:cxn>
                <a:cxn ang="0">
                  <a:pos x="139" y="71"/>
                </a:cxn>
                <a:cxn ang="0">
                  <a:pos x="136" y="84"/>
                </a:cxn>
                <a:cxn ang="0">
                  <a:pos x="130" y="93"/>
                </a:cxn>
                <a:cxn ang="0">
                  <a:pos x="136" y="90"/>
                </a:cxn>
                <a:cxn ang="0">
                  <a:pos x="139" y="94"/>
                </a:cxn>
                <a:cxn ang="0">
                  <a:pos x="144" y="95"/>
                </a:cxn>
                <a:cxn ang="0">
                  <a:pos x="148" y="97"/>
                </a:cxn>
                <a:cxn ang="0">
                  <a:pos x="152" y="105"/>
                </a:cxn>
                <a:cxn ang="0">
                  <a:pos x="149" y="117"/>
                </a:cxn>
                <a:cxn ang="0">
                  <a:pos x="134" y="120"/>
                </a:cxn>
                <a:cxn ang="0">
                  <a:pos x="123" y="113"/>
                </a:cxn>
                <a:cxn ang="0">
                  <a:pos x="97" y="111"/>
                </a:cxn>
                <a:cxn ang="0">
                  <a:pos x="79" y="109"/>
                </a:cxn>
                <a:cxn ang="0">
                  <a:pos x="72" y="109"/>
                </a:cxn>
                <a:cxn ang="0">
                  <a:pos x="74" y="117"/>
                </a:cxn>
                <a:cxn ang="0">
                  <a:pos x="64" y="111"/>
                </a:cxn>
                <a:cxn ang="0">
                  <a:pos x="59" y="109"/>
                </a:cxn>
                <a:cxn ang="0">
                  <a:pos x="74" y="122"/>
                </a:cxn>
                <a:cxn ang="0">
                  <a:pos x="83" y="128"/>
                </a:cxn>
                <a:cxn ang="0">
                  <a:pos x="77" y="136"/>
                </a:cxn>
                <a:cxn ang="0">
                  <a:pos x="76" y="128"/>
                </a:cxn>
                <a:cxn ang="0">
                  <a:pos x="56" y="109"/>
                </a:cxn>
                <a:cxn ang="0">
                  <a:pos x="28" y="91"/>
                </a:cxn>
                <a:cxn ang="0">
                  <a:pos x="7" y="85"/>
                </a:cxn>
                <a:cxn ang="0">
                  <a:pos x="1" y="85"/>
                </a:cxn>
                <a:cxn ang="0">
                  <a:pos x="2" y="77"/>
                </a:cxn>
                <a:cxn ang="0">
                  <a:pos x="10" y="70"/>
                </a:cxn>
                <a:cxn ang="0">
                  <a:pos x="5" y="62"/>
                </a:cxn>
                <a:cxn ang="0">
                  <a:pos x="18" y="57"/>
                </a:cxn>
                <a:cxn ang="0">
                  <a:pos x="27" y="55"/>
                </a:cxn>
                <a:cxn ang="0">
                  <a:pos x="37" y="54"/>
                </a:cxn>
                <a:cxn ang="0">
                  <a:pos x="49" y="47"/>
                </a:cxn>
                <a:cxn ang="0">
                  <a:pos x="52" y="42"/>
                </a:cxn>
                <a:cxn ang="0">
                  <a:pos x="50" y="35"/>
                </a:cxn>
                <a:cxn ang="0">
                  <a:pos x="57" y="27"/>
                </a:cxn>
                <a:cxn ang="0">
                  <a:pos x="66" y="25"/>
                </a:cxn>
                <a:cxn ang="0">
                  <a:pos x="75" y="35"/>
                </a:cxn>
                <a:cxn ang="0">
                  <a:pos x="77" y="29"/>
                </a:cxn>
                <a:cxn ang="0">
                  <a:pos x="84" y="31"/>
                </a:cxn>
                <a:cxn ang="0">
                  <a:pos x="88" y="23"/>
                </a:cxn>
                <a:cxn ang="0">
                  <a:pos x="90" y="13"/>
                </a:cxn>
                <a:cxn ang="0">
                  <a:pos x="90" y="4"/>
                </a:cxn>
                <a:cxn ang="0">
                  <a:pos x="94" y="1"/>
                </a:cxn>
                <a:cxn ang="0">
                  <a:pos x="107" y="5"/>
                </a:cxn>
                <a:cxn ang="0">
                  <a:pos x="116" y="21"/>
                </a:cxn>
                <a:cxn ang="0">
                  <a:pos x="125" y="33"/>
                </a:cxn>
                <a:cxn ang="0">
                  <a:pos x="140" y="26"/>
                </a:cxn>
              </a:cxnLst>
              <a:rect l="0" t="0" r="r" b="b"/>
              <a:pathLst>
                <a:path w="193" h="137">
                  <a:moveTo>
                    <a:pt x="146" y="26"/>
                  </a:moveTo>
                  <a:cubicBezTo>
                    <a:pt x="147" y="26"/>
                    <a:pt x="147" y="26"/>
                    <a:pt x="147" y="27"/>
                  </a:cubicBezTo>
                  <a:cubicBezTo>
                    <a:pt x="148" y="27"/>
                    <a:pt x="148" y="29"/>
                    <a:pt x="149" y="29"/>
                  </a:cubicBezTo>
                  <a:cubicBezTo>
                    <a:pt x="149" y="30"/>
                    <a:pt x="150" y="31"/>
                    <a:pt x="151" y="31"/>
                  </a:cubicBezTo>
                  <a:cubicBezTo>
                    <a:pt x="152" y="32"/>
                    <a:pt x="153" y="32"/>
                    <a:pt x="154" y="32"/>
                  </a:cubicBezTo>
                  <a:cubicBezTo>
                    <a:pt x="154" y="33"/>
                    <a:pt x="156" y="34"/>
                    <a:pt x="156" y="35"/>
                  </a:cubicBezTo>
                  <a:cubicBezTo>
                    <a:pt x="156" y="35"/>
                    <a:pt x="157" y="37"/>
                    <a:pt x="157" y="37"/>
                  </a:cubicBezTo>
                  <a:cubicBezTo>
                    <a:pt x="157" y="37"/>
                    <a:pt x="158" y="38"/>
                    <a:pt x="159" y="38"/>
                  </a:cubicBezTo>
                  <a:cubicBezTo>
                    <a:pt x="159" y="38"/>
                    <a:pt x="160" y="37"/>
                    <a:pt x="161" y="37"/>
                  </a:cubicBezTo>
                  <a:cubicBezTo>
                    <a:pt x="161" y="36"/>
                    <a:pt x="161" y="35"/>
                    <a:pt x="162" y="35"/>
                  </a:cubicBezTo>
                  <a:cubicBezTo>
                    <a:pt x="162" y="35"/>
                    <a:pt x="163" y="35"/>
                    <a:pt x="164" y="35"/>
                  </a:cubicBezTo>
                  <a:cubicBezTo>
                    <a:pt x="164" y="35"/>
                    <a:pt x="165" y="36"/>
                    <a:pt x="166" y="36"/>
                  </a:cubicBezTo>
                  <a:cubicBezTo>
                    <a:pt x="166" y="36"/>
                    <a:pt x="168" y="35"/>
                    <a:pt x="168" y="35"/>
                  </a:cubicBezTo>
                  <a:cubicBezTo>
                    <a:pt x="169" y="35"/>
                    <a:pt x="168" y="37"/>
                    <a:pt x="168" y="37"/>
                  </a:cubicBezTo>
                  <a:cubicBezTo>
                    <a:pt x="168" y="38"/>
                    <a:pt x="168" y="39"/>
                    <a:pt x="168" y="39"/>
                  </a:cubicBezTo>
                  <a:cubicBezTo>
                    <a:pt x="167" y="40"/>
                    <a:pt x="167" y="42"/>
                    <a:pt x="167" y="42"/>
                  </a:cubicBezTo>
                  <a:cubicBezTo>
                    <a:pt x="167" y="43"/>
                    <a:pt x="167" y="44"/>
                    <a:pt x="167" y="44"/>
                  </a:cubicBezTo>
                  <a:cubicBezTo>
                    <a:pt x="167" y="44"/>
                    <a:pt x="165" y="44"/>
                    <a:pt x="165" y="44"/>
                  </a:cubicBezTo>
                  <a:cubicBezTo>
                    <a:pt x="164" y="44"/>
                    <a:pt x="164" y="45"/>
                    <a:pt x="164" y="46"/>
                  </a:cubicBezTo>
                  <a:cubicBezTo>
                    <a:pt x="164" y="47"/>
                    <a:pt x="164" y="47"/>
                    <a:pt x="164" y="48"/>
                  </a:cubicBezTo>
                  <a:cubicBezTo>
                    <a:pt x="164" y="49"/>
                    <a:pt x="164" y="50"/>
                    <a:pt x="164" y="50"/>
                  </a:cubicBezTo>
                  <a:cubicBezTo>
                    <a:pt x="164" y="51"/>
                    <a:pt x="164" y="51"/>
                    <a:pt x="164" y="51"/>
                  </a:cubicBezTo>
                  <a:cubicBezTo>
                    <a:pt x="165" y="51"/>
                    <a:pt x="166" y="51"/>
                    <a:pt x="167" y="51"/>
                  </a:cubicBezTo>
                  <a:cubicBezTo>
                    <a:pt x="167" y="51"/>
                    <a:pt x="168" y="50"/>
                    <a:pt x="169" y="50"/>
                  </a:cubicBezTo>
                  <a:cubicBezTo>
                    <a:pt x="169" y="49"/>
                    <a:pt x="170" y="48"/>
                    <a:pt x="170" y="48"/>
                  </a:cubicBezTo>
                  <a:cubicBezTo>
                    <a:pt x="170" y="48"/>
                    <a:pt x="171" y="48"/>
                    <a:pt x="171" y="48"/>
                  </a:cubicBezTo>
                  <a:cubicBezTo>
                    <a:pt x="172" y="49"/>
                    <a:pt x="171" y="50"/>
                    <a:pt x="172" y="51"/>
                  </a:cubicBezTo>
                  <a:cubicBezTo>
                    <a:pt x="172" y="52"/>
                    <a:pt x="172" y="53"/>
                    <a:pt x="172" y="53"/>
                  </a:cubicBezTo>
                  <a:cubicBezTo>
                    <a:pt x="172" y="54"/>
                    <a:pt x="173" y="54"/>
                    <a:pt x="173" y="55"/>
                  </a:cubicBezTo>
                  <a:cubicBezTo>
                    <a:pt x="173" y="55"/>
                    <a:pt x="174" y="57"/>
                    <a:pt x="173" y="58"/>
                  </a:cubicBezTo>
                  <a:cubicBezTo>
                    <a:pt x="173" y="59"/>
                    <a:pt x="173" y="60"/>
                    <a:pt x="172" y="61"/>
                  </a:cubicBezTo>
                  <a:cubicBezTo>
                    <a:pt x="172" y="62"/>
                    <a:pt x="171" y="62"/>
                    <a:pt x="170" y="63"/>
                  </a:cubicBezTo>
                  <a:cubicBezTo>
                    <a:pt x="170" y="64"/>
                    <a:pt x="171" y="65"/>
                    <a:pt x="171" y="66"/>
                  </a:cubicBezTo>
                  <a:cubicBezTo>
                    <a:pt x="171" y="66"/>
                    <a:pt x="172" y="68"/>
                    <a:pt x="172" y="68"/>
                  </a:cubicBezTo>
                  <a:cubicBezTo>
                    <a:pt x="173" y="69"/>
                    <a:pt x="173" y="70"/>
                    <a:pt x="174" y="70"/>
                  </a:cubicBezTo>
                  <a:cubicBezTo>
                    <a:pt x="174" y="71"/>
                    <a:pt x="175" y="71"/>
                    <a:pt x="176" y="71"/>
                  </a:cubicBezTo>
                  <a:cubicBezTo>
                    <a:pt x="176" y="71"/>
                    <a:pt x="178" y="70"/>
                    <a:pt x="178" y="70"/>
                  </a:cubicBezTo>
                  <a:cubicBezTo>
                    <a:pt x="179" y="69"/>
                    <a:pt x="179" y="68"/>
                    <a:pt x="179" y="68"/>
                  </a:cubicBezTo>
                  <a:cubicBezTo>
                    <a:pt x="180" y="68"/>
                    <a:pt x="181" y="68"/>
                    <a:pt x="181" y="68"/>
                  </a:cubicBezTo>
                  <a:cubicBezTo>
                    <a:pt x="182" y="69"/>
                    <a:pt x="183" y="70"/>
                    <a:pt x="183" y="70"/>
                  </a:cubicBezTo>
                  <a:cubicBezTo>
                    <a:pt x="184" y="71"/>
                    <a:pt x="184" y="72"/>
                    <a:pt x="184" y="73"/>
                  </a:cubicBezTo>
                  <a:cubicBezTo>
                    <a:pt x="184" y="74"/>
                    <a:pt x="183" y="75"/>
                    <a:pt x="183" y="76"/>
                  </a:cubicBezTo>
                  <a:cubicBezTo>
                    <a:pt x="183" y="76"/>
                    <a:pt x="184" y="76"/>
                    <a:pt x="185" y="77"/>
                  </a:cubicBezTo>
                  <a:cubicBezTo>
                    <a:pt x="185" y="77"/>
                    <a:pt x="186" y="77"/>
                    <a:pt x="186" y="76"/>
                  </a:cubicBezTo>
                  <a:cubicBezTo>
                    <a:pt x="187" y="76"/>
                    <a:pt x="187" y="75"/>
                    <a:pt x="187" y="75"/>
                  </a:cubicBezTo>
                  <a:cubicBezTo>
                    <a:pt x="188" y="75"/>
                    <a:pt x="188" y="74"/>
                    <a:pt x="188" y="74"/>
                  </a:cubicBezTo>
                  <a:cubicBezTo>
                    <a:pt x="189" y="74"/>
                    <a:pt x="190" y="73"/>
                    <a:pt x="191" y="73"/>
                  </a:cubicBezTo>
                  <a:cubicBezTo>
                    <a:pt x="192" y="74"/>
                    <a:pt x="193" y="74"/>
                    <a:pt x="193" y="75"/>
                  </a:cubicBezTo>
                  <a:cubicBezTo>
                    <a:pt x="193" y="75"/>
                    <a:pt x="192" y="77"/>
                    <a:pt x="192" y="77"/>
                  </a:cubicBezTo>
                  <a:cubicBezTo>
                    <a:pt x="191" y="78"/>
                    <a:pt x="191" y="79"/>
                    <a:pt x="191" y="80"/>
                  </a:cubicBezTo>
                  <a:cubicBezTo>
                    <a:pt x="190" y="80"/>
                    <a:pt x="190" y="80"/>
                    <a:pt x="191" y="81"/>
                  </a:cubicBezTo>
                  <a:cubicBezTo>
                    <a:pt x="190" y="81"/>
                    <a:pt x="190" y="81"/>
                    <a:pt x="189" y="81"/>
                  </a:cubicBezTo>
                  <a:cubicBezTo>
                    <a:pt x="188" y="81"/>
                    <a:pt x="184" y="81"/>
                    <a:pt x="182" y="82"/>
                  </a:cubicBezTo>
                  <a:cubicBezTo>
                    <a:pt x="181" y="82"/>
                    <a:pt x="180" y="83"/>
                    <a:pt x="179" y="83"/>
                  </a:cubicBezTo>
                  <a:cubicBezTo>
                    <a:pt x="179" y="83"/>
                    <a:pt x="177" y="83"/>
                    <a:pt x="177" y="84"/>
                  </a:cubicBezTo>
                  <a:cubicBezTo>
                    <a:pt x="177" y="84"/>
                    <a:pt x="177" y="84"/>
                    <a:pt x="177" y="84"/>
                  </a:cubicBezTo>
                  <a:cubicBezTo>
                    <a:pt x="177" y="84"/>
                    <a:pt x="176" y="84"/>
                    <a:pt x="176" y="84"/>
                  </a:cubicBezTo>
                  <a:cubicBezTo>
                    <a:pt x="175" y="84"/>
                    <a:pt x="175" y="83"/>
                    <a:pt x="175" y="83"/>
                  </a:cubicBezTo>
                  <a:cubicBezTo>
                    <a:pt x="174" y="82"/>
                    <a:pt x="174" y="82"/>
                    <a:pt x="173" y="81"/>
                  </a:cubicBezTo>
                  <a:cubicBezTo>
                    <a:pt x="173" y="81"/>
                    <a:pt x="173" y="80"/>
                    <a:pt x="172" y="79"/>
                  </a:cubicBezTo>
                  <a:cubicBezTo>
                    <a:pt x="172" y="78"/>
                    <a:pt x="171" y="77"/>
                    <a:pt x="171" y="76"/>
                  </a:cubicBezTo>
                  <a:cubicBezTo>
                    <a:pt x="170" y="76"/>
                    <a:pt x="169" y="77"/>
                    <a:pt x="168" y="77"/>
                  </a:cubicBezTo>
                  <a:cubicBezTo>
                    <a:pt x="167" y="76"/>
                    <a:pt x="166" y="76"/>
                    <a:pt x="166" y="76"/>
                  </a:cubicBezTo>
                  <a:cubicBezTo>
                    <a:pt x="165" y="75"/>
                    <a:pt x="164" y="75"/>
                    <a:pt x="164" y="75"/>
                  </a:cubicBezTo>
                  <a:cubicBezTo>
                    <a:pt x="163" y="75"/>
                    <a:pt x="162" y="76"/>
                    <a:pt x="161" y="76"/>
                  </a:cubicBezTo>
                  <a:cubicBezTo>
                    <a:pt x="161" y="76"/>
                    <a:pt x="159" y="75"/>
                    <a:pt x="159" y="75"/>
                  </a:cubicBezTo>
                  <a:cubicBezTo>
                    <a:pt x="158" y="74"/>
                    <a:pt x="158" y="73"/>
                    <a:pt x="157" y="73"/>
                  </a:cubicBezTo>
                  <a:cubicBezTo>
                    <a:pt x="156" y="73"/>
                    <a:pt x="155" y="74"/>
                    <a:pt x="154" y="73"/>
                  </a:cubicBezTo>
                  <a:cubicBezTo>
                    <a:pt x="154" y="73"/>
                    <a:pt x="153" y="73"/>
                    <a:pt x="152" y="73"/>
                  </a:cubicBezTo>
                  <a:cubicBezTo>
                    <a:pt x="152" y="72"/>
                    <a:pt x="152" y="71"/>
                    <a:pt x="152" y="70"/>
                  </a:cubicBezTo>
                  <a:cubicBezTo>
                    <a:pt x="152" y="70"/>
                    <a:pt x="152" y="70"/>
                    <a:pt x="152" y="70"/>
                  </a:cubicBezTo>
                  <a:cubicBezTo>
                    <a:pt x="152" y="70"/>
                    <a:pt x="150" y="69"/>
                    <a:pt x="150" y="69"/>
                  </a:cubicBezTo>
                  <a:cubicBezTo>
                    <a:pt x="149" y="68"/>
                    <a:pt x="148" y="68"/>
                    <a:pt x="148" y="69"/>
                  </a:cubicBezTo>
                  <a:cubicBezTo>
                    <a:pt x="148" y="69"/>
                    <a:pt x="147" y="69"/>
                    <a:pt x="147" y="69"/>
                  </a:cubicBezTo>
                  <a:cubicBezTo>
                    <a:pt x="146" y="70"/>
                    <a:pt x="145" y="69"/>
                    <a:pt x="144" y="68"/>
                  </a:cubicBezTo>
                  <a:cubicBezTo>
                    <a:pt x="144" y="68"/>
                    <a:pt x="143" y="68"/>
                    <a:pt x="142" y="68"/>
                  </a:cubicBezTo>
                  <a:cubicBezTo>
                    <a:pt x="142" y="68"/>
                    <a:pt x="142" y="67"/>
                    <a:pt x="141" y="66"/>
                  </a:cubicBezTo>
                  <a:cubicBezTo>
                    <a:pt x="141" y="66"/>
                    <a:pt x="140" y="67"/>
                    <a:pt x="140" y="67"/>
                  </a:cubicBezTo>
                  <a:cubicBezTo>
                    <a:pt x="139" y="67"/>
                    <a:pt x="139" y="68"/>
                    <a:pt x="139" y="69"/>
                  </a:cubicBezTo>
                  <a:cubicBezTo>
                    <a:pt x="139" y="69"/>
                    <a:pt x="139" y="71"/>
                    <a:pt x="139" y="71"/>
                  </a:cubicBezTo>
                  <a:cubicBezTo>
                    <a:pt x="139" y="72"/>
                    <a:pt x="138" y="74"/>
                    <a:pt x="138" y="75"/>
                  </a:cubicBezTo>
                  <a:cubicBezTo>
                    <a:pt x="138" y="76"/>
                    <a:pt x="138" y="78"/>
                    <a:pt x="138" y="79"/>
                  </a:cubicBezTo>
                  <a:cubicBezTo>
                    <a:pt x="138" y="80"/>
                    <a:pt x="137" y="82"/>
                    <a:pt x="137" y="83"/>
                  </a:cubicBezTo>
                  <a:cubicBezTo>
                    <a:pt x="136" y="83"/>
                    <a:pt x="136" y="84"/>
                    <a:pt x="136" y="84"/>
                  </a:cubicBezTo>
                  <a:cubicBezTo>
                    <a:pt x="136" y="84"/>
                    <a:pt x="136" y="84"/>
                    <a:pt x="136" y="84"/>
                  </a:cubicBezTo>
                  <a:cubicBezTo>
                    <a:pt x="136" y="84"/>
                    <a:pt x="135" y="85"/>
                    <a:pt x="135" y="85"/>
                  </a:cubicBezTo>
                  <a:cubicBezTo>
                    <a:pt x="134" y="85"/>
                    <a:pt x="134" y="86"/>
                    <a:pt x="133" y="87"/>
                  </a:cubicBezTo>
                  <a:cubicBezTo>
                    <a:pt x="133" y="87"/>
                    <a:pt x="133" y="89"/>
                    <a:pt x="132" y="89"/>
                  </a:cubicBezTo>
                  <a:cubicBezTo>
                    <a:pt x="132" y="90"/>
                    <a:pt x="131" y="90"/>
                    <a:pt x="131" y="91"/>
                  </a:cubicBezTo>
                  <a:cubicBezTo>
                    <a:pt x="130" y="91"/>
                    <a:pt x="130" y="93"/>
                    <a:pt x="130" y="93"/>
                  </a:cubicBezTo>
                  <a:cubicBezTo>
                    <a:pt x="130" y="93"/>
                    <a:pt x="130" y="94"/>
                    <a:pt x="130" y="94"/>
                  </a:cubicBezTo>
                  <a:cubicBezTo>
                    <a:pt x="131" y="94"/>
                    <a:pt x="132" y="94"/>
                    <a:pt x="132" y="94"/>
                  </a:cubicBezTo>
                  <a:cubicBezTo>
                    <a:pt x="132" y="94"/>
                    <a:pt x="133" y="93"/>
                    <a:pt x="133" y="93"/>
                  </a:cubicBezTo>
                  <a:cubicBezTo>
                    <a:pt x="134" y="92"/>
                    <a:pt x="134" y="91"/>
                    <a:pt x="134" y="91"/>
                  </a:cubicBezTo>
                  <a:cubicBezTo>
                    <a:pt x="135" y="91"/>
                    <a:pt x="136" y="90"/>
                    <a:pt x="136" y="90"/>
                  </a:cubicBezTo>
                  <a:cubicBezTo>
                    <a:pt x="136" y="91"/>
                    <a:pt x="136" y="92"/>
                    <a:pt x="136" y="92"/>
                  </a:cubicBezTo>
                  <a:cubicBezTo>
                    <a:pt x="136" y="93"/>
                    <a:pt x="136" y="94"/>
                    <a:pt x="136" y="95"/>
                  </a:cubicBezTo>
                  <a:cubicBezTo>
                    <a:pt x="136" y="95"/>
                    <a:pt x="136" y="97"/>
                    <a:pt x="136" y="97"/>
                  </a:cubicBezTo>
                  <a:cubicBezTo>
                    <a:pt x="137" y="97"/>
                    <a:pt x="138" y="96"/>
                    <a:pt x="138" y="96"/>
                  </a:cubicBezTo>
                  <a:cubicBezTo>
                    <a:pt x="138" y="95"/>
                    <a:pt x="139" y="95"/>
                    <a:pt x="139" y="94"/>
                  </a:cubicBezTo>
                  <a:cubicBezTo>
                    <a:pt x="139" y="94"/>
                    <a:pt x="140" y="94"/>
                    <a:pt x="140" y="95"/>
                  </a:cubicBezTo>
                  <a:cubicBezTo>
                    <a:pt x="140" y="95"/>
                    <a:pt x="140" y="96"/>
                    <a:pt x="140" y="96"/>
                  </a:cubicBezTo>
                  <a:cubicBezTo>
                    <a:pt x="141" y="96"/>
                    <a:pt x="142" y="97"/>
                    <a:pt x="142" y="96"/>
                  </a:cubicBezTo>
                  <a:cubicBezTo>
                    <a:pt x="142" y="96"/>
                    <a:pt x="142" y="95"/>
                    <a:pt x="143" y="95"/>
                  </a:cubicBezTo>
                  <a:cubicBezTo>
                    <a:pt x="143" y="95"/>
                    <a:pt x="144" y="95"/>
                    <a:pt x="144" y="95"/>
                  </a:cubicBezTo>
                  <a:cubicBezTo>
                    <a:pt x="144" y="96"/>
                    <a:pt x="145" y="96"/>
                    <a:pt x="145" y="97"/>
                  </a:cubicBezTo>
                  <a:cubicBezTo>
                    <a:pt x="145" y="97"/>
                    <a:pt x="144" y="98"/>
                    <a:pt x="144" y="98"/>
                  </a:cubicBezTo>
                  <a:cubicBezTo>
                    <a:pt x="144" y="99"/>
                    <a:pt x="145" y="100"/>
                    <a:pt x="146" y="99"/>
                  </a:cubicBezTo>
                  <a:cubicBezTo>
                    <a:pt x="146" y="99"/>
                    <a:pt x="147" y="98"/>
                    <a:pt x="147" y="98"/>
                  </a:cubicBezTo>
                  <a:cubicBezTo>
                    <a:pt x="147" y="97"/>
                    <a:pt x="148" y="97"/>
                    <a:pt x="148" y="97"/>
                  </a:cubicBezTo>
                  <a:cubicBezTo>
                    <a:pt x="149" y="97"/>
                    <a:pt x="149" y="97"/>
                    <a:pt x="149" y="97"/>
                  </a:cubicBezTo>
                  <a:cubicBezTo>
                    <a:pt x="149" y="98"/>
                    <a:pt x="149" y="99"/>
                    <a:pt x="149" y="99"/>
                  </a:cubicBezTo>
                  <a:cubicBezTo>
                    <a:pt x="149" y="100"/>
                    <a:pt x="149" y="101"/>
                    <a:pt x="149" y="101"/>
                  </a:cubicBezTo>
                  <a:cubicBezTo>
                    <a:pt x="149" y="102"/>
                    <a:pt x="150" y="103"/>
                    <a:pt x="150" y="103"/>
                  </a:cubicBezTo>
                  <a:cubicBezTo>
                    <a:pt x="150" y="104"/>
                    <a:pt x="152" y="104"/>
                    <a:pt x="152" y="105"/>
                  </a:cubicBezTo>
                  <a:cubicBezTo>
                    <a:pt x="152" y="105"/>
                    <a:pt x="152" y="106"/>
                    <a:pt x="152" y="107"/>
                  </a:cubicBezTo>
                  <a:cubicBezTo>
                    <a:pt x="151" y="107"/>
                    <a:pt x="150" y="108"/>
                    <a:pt x="150" y="108"/>
                  </a:cubicBezTo>
                  <a:cubicBezTo>
                    <a:pt x="150" y="109"/>
                    <a:pt x="150" y="110"/>
                    <a:pt x="150" y="110"/>
                  </a:cubicBezTo>
                  <a:cubicBezTo>
                    <a:pt x="150" y="111"/>
                    <a:pt x="150" y="113"/>
                    <a:pt x="150" y="114"/>
                  </a:cubicBezTo>
                  <a:cubicBezTo>
                    <a:pt x="149" y="115"/>
                    <a:pt x="150" y="116"/>
                    <a:pt x="149" y="117"/>
                  </a:cubicBezTo>
                  <a:cubicBezTo>
                    <a:pt x="149" y="118"/>
                    <a:pt x="147" y="118"/>
                    <a:pt x="146" y="119"/>
                  </a:cubicBezTo>
                  <a:cubicBezTo>
                    <a:pt x="145" y="119"/>
                    <a:pt x="143" y="118"/>
                    <a:pt x="142" y="118"/>
                  </a:cubicBezTo>
                  <a:cubicBezTo>
                    <a:pt x="141" y="119"/>
                    <a:pt x="139" y="120"/>
                    <a:pt x="139" y="120"/>
                  </a:cubicBezTo>
                  <a:cubicBezTo>
                    <a:pt x="138" y="120"/>
                    <a:pt x="137" y="121"/>
                    <a:pt x="136" y="121"/>
                  </a:cubicBezTo>
                  <a:cubicBezTo>
                    <a:pt x="136" y="121"/>
                    <a:pt x="134" y="121"/>
                    <a:pt x="134" y="120"/>
                  </a:cubicBezTo>
                  <a:cubicBezTo>
                    <a:pt x="134" y="120"/>
                    <a:pt x="134" y="119"/>
                    <a:pt x="134" y="118"/>
                  </a:cubicBezTo>
                  <a:cubicBezTo>
                    <a:pt x="134" y="118"/>
                    <a:pt x="133" y="117"/>
                    <a:pt x="133" y="117"/>
                  </a:cubicBezTo>
                  <a:cubicBezTo>
                    <a:pt x="132" y="116"/>
                    <a:pt x="130" y="116"/>
                    <a:pt x="128" y="116"/>
                  </a:cubicBezTo>
                  <a:cubicBezTo>
                    <a:pt x="128" y="116"/>
                    <a:pt x="127" y="116"/>
                    <a:pt x="126" y="115"/>
                  </a:cubicBezTo>
                  <a:cubicBezTo>
                    <a:pt x="125" y="115"/>
                    <a:pt x="124" y="113"/>
                    <a:pt x="123" y="113"/>
                  </a:cubicBezTo>
                  <a:cubicBezTo>
                    <a:pt x="123" y="113"/>
                    <a:pt x="121" y="113"/>
                    <a:pt x="121" y="113"/>
                  </a:cubicBezTo>
                  <a:cubicBezTo>
                    <a:pt x="120" y="113"/>
                    <a:pt x="118" y="112"/>
                    <a:pt x="118" y="112"/>
                  </a:cubicBezTo>
                  <a:cubicBezTo>
                    <a:pt x="116" y="112"/>
                    <a:pt x="113" y="112"/>
                    <a:pt x="111" y="112"/>
                  </a:cubicBezTo>
                  <a:cubicBezTo>
                    <a:pt x="109" y="112"/>
                    <a:pt x="106" y="112"/>
                    <a:pt x="104" y="112"/>
                  </a:cubicBezTo>
                  <a:cubicBezTo>
                    <a:pt x="102" y="112"/>
                    <a:pt x="99" y="111"/>
                    <a:pt x="97" y="111"/>
                  </a:cubicBezTo>
                  <a:cubicBezTo>
                    <a:pt x="95" y="110"/>
                    <a:pt x="92" y="111"/>
                    <a:pt x="91" y="110"/>
                  </a:cubicBezTo>
                  <a:cubicBezTo>
                    <a:pt x="90" y="110"/>
                    <a:pt x="89" y="109"/>
                    <a:pt x="88" y="109"/>
                  </a:cubicBezTo>
                  <a:cubicBezTo>
                    <a:pt x="87" y="108"/>
                    <a:pt x="85" y="107"/>
                    <a:pt x="84" y="107"/>
                  </a:cubicBezTo>
                  <a:cubicBezTo>
                    <a:pt x="83" y="107"/>
                    <a:pt x="82" y="107"/>
                    <a:pt x="82" y="108"/>
                  </a:cubicBezTo>
                  <a:cubicBezTo>
                    <a:pt x="81" y="108"/>
                    <a:pt x="80" y="108"/>
                    <a:pt x="79" y="109"/>
                  </a:cubicBezTo>
                  <a:cubicBezTo>
                    <a:pt x="79" y="109"/>
                    <a:pt x="78" y="110"/>
                    <a:pt x="78" y="110"/>
                  </a:cubicBezTo>
                  <a:cubicBezTo>
                    <a:pt x="78" y="111"/>
                    <a:pt x="77" y="112"/>
                    <a:pt x="76" y="112"/>
                  </a:cubicBezTo>
                  <a:cubicBezTo>
                    <a:pt x="76" y="112"/>
                    <a:pt x="75" y="111"/>
                    <a:pt x="75" y="111"/>
                  </a:cubicBezTo>
                  <a:cubicBezTo>
                    <a:pt x="74" y="110"/>
                    <a:pt x="74" y="109"/>
                    <a:pt x="74" y="109"/>
                  </a:cubicBezTo>
                  <a:cubicBezTo>
                    <a:pt x="73" y="109"/>
                    <a:pt x="72" y="108"/>
                    <a:pt x="72" y="109"/>
                  </a:cubicBezTo>
                  <a:cubicBezTo>
                    <a:pt x="72" y="109"/>
                    <a:pt x="72" y="109"/>
                    <a:pt x="72" y="110"/>
                  </a:cubicBezTo>
                  <a:cubicBezTo>
                    <a:pt x="72" y="110"/>
                    <a:pt x="73" y="111"/>
                    <a:pt x="73" y="112"/>
                  </a:cubicBezTo>
                  <a:cubicBezTo>
                    <a:pt x="73" y="112"/>
                    <a:pt x="74" y="113"/>
                    <a:pt x="74" y="113"/>
                  </a:cubicBezTo>
                  <a:cubicBezTo>
                    <a:pt x="75" y="114"/>
                    <a:pt x="75" y="115"/>
                    <a:pt x="75" y="116"/>
                  </a:cubicBezTo>
                  <a:cubicBezTo>
                    <a:pt x="75" y="116"/>
                    <a:pt x="75" y="117"/>
                    <a:pt x="74" y="117"/>
                  </a:cubicBezTo>
                  <a:cubicBezTo>
                    <a:pt x="74" y="118"/>
                    <a:pt x="73" y="118"/>
                    <a:pt x="72" y="118"/>
                  </a:cubicBezTo>
                  <a:cubicBezTo>
                    <a:pt x="72" y="118"/>
                    <a:pt x="70" y="117"/>
                    <a:pt x="70" y="116"/>
                  </a:cubicBezTo>
                  <a:cubicBezTo>
                    <a:pt x="69" y="116"/>
                    <a:pt x="68" y="115"/>
                    <a:pt x="68" y="115"/>
                  </a:cubicBezTo>
                  <a:cubicBezTo>
                    <a:pt x="68" y="114"/>
                    <a:pt x="67" y="113"/>
                    <a:pt x="67" y="112"/>
                  </a:cubicBezTo>
                  <a:cubicBezTo>
                    <a:pt x="66" y="112"/>
                    <a:pt x="65" y="112"/>
                    <a:pt x="64" y="111"/>
                  </a:cubicBezTo>
                  <a:cubicBezTo>
                    <a:pt x="63" y="111"/>
                    <a:pt x="63" y="110"/>
                    <a:pt x="62" y="110"/>
                  </a:cubicBezTo>
                  <a:cubicBezTo>
                    <a:pt x="62" y="109"/>
                    <a:pt x="61" y="109"/>
                    <a:pt x="60" y="109"/>
                  </a:cubicBezTo>
                  <a:cubicBezTo>
                    <a:pt x="60" y="108"/>
                    <a:pt x="59" y="106"/>
                    <a:pt x="59" y="106"/>
                  </a:cubicBezTo>
                  <a:cubicBezTo>
                    <a:pt x="58" y="106"/>
                    <a:pt x="58" y="106"/>
                    <a:pt x="58" y="107"/>
                  </a:cubicBezTo>
                  <a:cubicBezTo>
                    <a:pt x="57" y="107"/>
                    <a:pt x="58" y="109"/>
                    <a:pt x="59" y="109"/>
                  </a:cubicBezTo>
                  <a:cubicBezTo>
                    <a:pt x="59" y="110"/>
                    <a:pt x="61" y="111"/>
                    <a:pt x="61" y="111"/>
                  </a:cubicBezTo>
                  <a:cubicBezTo>
                    <a:pt x="62" y="112"/>
                    <a:pt x="63" y="113"/>
                    <a:pt x="64" y="114"/>
                  </a:cubicBezTo>
                  <a:cubicBezTo>
                    <a:pt x="64" y="114"/>
                    <a:pt x="66" y="115"/>
                    <a:pt x="66" y="116"/>
                  </a:cubicBezTo>
                  <a:cubicBezTo>
                    <a:pt x="67" y="116"/>
                    <a:pt x="69" y="118"/>
                    <a:pt x="70" y="119"/>
                  </a:cubicBezTo>
                  <a:cubicBezTo>
                    <a:pt x="71" y="119"/>
                    <a:pt x="73" y="121"/>
                    <a:pt x="74" y="122"/>
                  </a:cubicBezTo>
                  <a:cubicBezTo>
                    <a:pt x="74" y="122"/>
                    <a:pt x="76" y="123"/>
                    <a:pt x="76" y="123"/>
                  </a:cubicBezTo>
                  <a:cubicBezTo>
                    <a:pt x="77" y="124"/>
                    <a:pt x="78" y="124"/>
                    <a:pt x="79" y="125"/>
                  </a:cubicBezTo>
                  <a:cubicBezTo>
                    <a:pt x="79" y="125"/>
                    <a:pt x="80" y="125"/>
                    <a:pt x="81" y="126"/>
                  </a:cubicBezTo>
                  <a:cubicBezTo>
                    <a:pt x="81" y="126"/>
                    <a:pt x="82" y="125"/>
                    <a:pt x="82" y="126"/>
                  </a:cubicBezTo>
                  <a:cubicBezTo>
                    <a:pt x="83" y="126"/>
                    <a:pt x="83" y="128"/>
                    <a:pt x="83" y="128"/>
                  </a:cubicBezTo>
                  <a:cubicBezTo>
                    <a:pt x="83" y="129"/>
                    <a:pt x="83" y="130"/>
                    <a:pt x="82" y="130"/>
                  </a:cubicBezTo>
                  <a:cubicBezTo>
                    <a:pt x="82" y="131"/>
                    <a:pt x="81" y="132"/>
                    <a:pt x="81" y="133"/>
                  </a:cubicBezTo>
                  <a:cubicBezTo>
                    <a:pt x="80" y="133"/>
                    <a:pt x="80" y="135"/>
                    <a:pt x="80" y="135"/>
                  </a:cubicBezTo>
                  <a:cubicBezTo>
                    <a:pt x="79" y="136"/>
                    <a:pt x="79" y="137"/>
                    <a:pt x="79" y="137"/>
                  </a:cubicBezTo>
                  <a:cubicBezTo>
                    <a:pt x="78" y="137"/>
                    <a:pt x="77" y="136"/>
                    <a:pt x="77" y="136"/>
                  </a:cubicBezTo>
                  <a:cubicBezTo>
                    <a:pt x="77" y="136"/>
                    <a:pt x="77" y="135"/>
                    <a:pt x="77" y="134"/>
                  </a:cubicBezTo>
                  <a:cubicBezTo>
                    <a:pt x="77" y="134"/>
                    <a:pt x="77" y="133"/>
                    <a:pt x="77" y="132"/>
                  </a:cubicBezTo>
                  <a:cubicBezTo>
                    <a:pt x="77" y="132"/>
                    <a:pt x="76" y="132"/>
                    <a:pt x="76" y="131"/>
                  </a:cubicBezTo>
                  <a:cubicBezTo>
                    <a:pt x="75" y="131"/>
                    <a:pt x="75" y="130"/>
                    <a:pt x="75" y="130"/>
                  </a:cubicBezTo>
                  <a:cubicBezTo>
                    <a:pt x="75" y="129"/>
                    <a:pt x="76" y="128"/>
                    <a:pt x="76" y="128"/>
                  </a:cubicBezTo>
                  <a:cubicBezTo>
                    <a:pt x="76" y="127"/>
                    <a:pt x="75" y="126"/>
                    <a:pt x="75" y="125"/>
                  </a:cubicBezTo>
                  <a:cubicBezTo>
                    <a:pt x="74" y="124"/>
                    <a:pt x="72" y="123"/>
                    <a:pt x="71" y="122"/>
                  </a:cubicBezTo>
                  <a:cubicBezTo>
                    <a:pt x="70" y="121"/>
                    <a:pt x="67" y="118"/>
                    <a:pt x="66" y="117"/>
                  </a:cubicBezTo>
                  <a:cubicBezTo>
                    <a:pt x="65" y="116"/>
                    <a:pt x="62" y="115"/>
                    <a:pt x="61" y="114"/>
                  </a:cubicBezTo>
                  <a:cubicBezTo>
                    <a:pt x="59" y="112"/>
                    <a:pt x="57" y="110"/>
                    <a:pt x="56" y="109"/>
                  </a:cubicBezTo>
                  <a:cubicBezTo>
                    <a:pt x="55" y="108"/>
                    <a:pt x="53" y="106"/>
                    <a:pt x="52" y="105"/>
                  </a:cubicBezTo>
                  <a:cubicBezTo>
                    <a:pt x="52" y="104"/>
                    <a:pt x="50" y="103"/>
                    <a:pt x="50" y="103"/>
                  </a:cubicBezTo>
                  <a:cubicBezTo>
                    <a:pt x="49" y="102"/>
                    <a:pt x="46" y="102"/>
                    <a:pt x="45" y="101"/>
                  </a:cubicBezTo>
                  <a:cubicBezTo>
                    <a:pt x="43" y="100"/>
                    <a:pt x="39" y="98"/>
                    <a:pt x="37" y="97"/>
                  </a:cubicBezTo>
                  <a:cubicBezTo>
                    <a:pt x="35" y="95"/>
                    <a:pt x="30" y="93"/>
                    <a:pt x="28" y="91"/>
                  </a:cubicBezTo>
                  <a:cubicBezTo>
                    <a:pt x="28" y="91"/>
                    <a:pt x="27" y="90"/>
                    <a:pt x="26" y="90"/>
                  </a:cubicBezTo>
                  <a:cubicBezTo>
                    <a:pt x="25" y="89"/>
                    <a:pt x="22" y="90"/>
                    <a:pt x="20" y="90"/>
                  </a:cubicBezTo>
                  <a:cubicBezTo>
                    <a:pt x="19" y="89"/>
                    <a:pt x="17" y="89"/>
                    <a:pt x="15" y="88"/>
                  </a:cubicBezTo>
                  <a:cubicBezTo>
                    <a:pt x="14" y="88"/>
                    <a:pt x="12" y="87"/>
                    <a:pt x="11" y="86"/>
                  </a:cubicBezTo>
                  <a:cubicBezTo>
                    <a:pt x="10" y="86"/>
                    <a:pt x="8" y="85"/>
                    <a:pt x="7" y="85"/>
                  </a:cubicBezTo>
                  <a:cubicBezTo>
                    <a:pt x="7" y="85"/>
                    <a:pt x="6" y="86"/>
                    <a:pt x="5" y="86"/>
                  </a:cubicBezTo>
                  <a:cubicBezTo>
                    <a:pt x="5" y="86"/>
                    <a:pt x="5" y="88"/>
                    <a:pt x="5" y="88"/>
                  </a:cubicBezTo>
                  <a:cubicBezTo>
                    <a:pt x="4" y="89"/>
                    <a:pt x="3" y="89"/>
                    <a:pt x="3" y="89"/>
                  </a:cubicBezTo>
                  <a:cubicBezTo>
                    <a:pt x="2" y="89"/>
                    <a:pt x="1" y="88"/>
                    <a:pt x="1" y="88"/>
                  </a:cubicBezTo>
                  <a:cubicBezTo>
                    <a:pt x="1" y="87"/>
                    <a:pt x="0" y="86"/>
                    <a:pt x="1" y="85"/>
                  </a:cubicBezTo>
                  <a:cubicBezTo>
                    <a:pt x="1" y="85"/>
                    <a:pt x="2" y="84"/>
                    <a:pt x="2" y="83"/>
                  </a:cubicBezTo>
                  <a:cubicBezTo>
                    <a:pt x="2" y="83"/>
                    <a:pt x="3" y="82"/>
                    <a:pt x="3" y="81"/>
                  </a:cubicBezTo>
                  <a:cubicBezTo>
                    <a:pt x="3" y="81"/>
                    <a:pt x="3" y="80"/>
                    <a:pt x="3" y="80"/>
                  </a:cubicBezTo>
                  <a:cubicBezTo>
                    <a:pt x="3" y="79"/>
                    <a:pt x="2" y="78"/>
                    <a:pt x="2" y="78"/>
                  </a:cubicBezTo>
                  <a:cubicBezTo>
                    <a:pt x="2" y="78"/>
                    <a:pt x="2" y="77"/>
                    <a:pt x="2" y="77"/>
                  </a:cubicBezTo>
                  <a:cubicBezTo>
                    <a:pt x="2" y="76"/>
                    <a:pt x="3" y="75"/>
                    <a:pt x="3" y="74"/>
                  </a:cubicBezTo>
                  <a:cubicBezTo>
                    <a:pt x="4" y="74"/>
                    <a:pt x="6" y="73"/>
                    <a:pt x="7" y="73"/>
                  </a:cubicBezTo>
                  <a:cubicBezTo>
                    <a:pt x="8" y="73"/>
                    <a:pt x="9" y="73"/>
                    <a:pt x="9" y="72"/>
                  </a:cubicBezTo>
                  <a:cubicBezTo>
                    <a:pt x="10" y="72"/>
                    <a:pt x="11" y="72"/>
                    <a:pt x="11" y="71"/>
                  </a:cubicBezTo>
                  <a:cubicBezTo>
                    <a:pt x="11" y="71"/>
                    <a:pt x="11" y="70"/>
                    <a:pt x="10" y="70"/>
                  </a:cubicBezTo>
                  <a:cubicBezTo>
                    <a:pt x="10" y="69"/>
                    <a:pt x="9" y="69"/>
                    <a:pt x="8" y="68"/>
                  </a:cubicBezTo>
                  <a:cubicBezTo>
                    <a:pt x="8" y="68"/>
                    <a:pt x="7" y="66"/>
                    <a:pt x="7" y="66"/>
                  </a:cubicBezTo>
                  <a:cubicBezTo>
                    <a:pt x="6" y="65"/>
                    <a:pt x="4" y="65"/>
                    <a:pt x="4" y="64"/>
                  </a:cubicBezTo>
                  <a:cubicBezTo>
                    <a:pt x="4" y="64"/>
                    <a:pt x="3" y="64"/>
                    <a:pt x="3" y="64"/>
                  </a:cubicBezTo>
                  <a:cubicBezTo>
                    <a:pt x="3" y="64"/>
                    <a:pt x="4" y="62"/>
                    <a:pt x="5" y="62"/>
                  </a:cubicBezTo>
                  <a:cubicBezTo>
                    <a:pt x="5" y="61"/>
                    <a:pt x="7" y="61"/>
                    <a:pt x="8" y="60"/>
                  </a:cubicBezTo>
                  <a:cubicBezTo>
                    <a:pt x="8" y="60"/>
                    <a:pt x="10" y="60"/>
                    <a:pt x="10" y="60"/>
                  </a:cubicBezTo>
                  <a:cubicBezTo>
                    <a:pt x="11" y="59"/>
                    <a:pt x="12" y="58"/>
                    <a:pt x="12" y="58"/>
                  </a:cubicBezTo>
                  <a:cubicBezTo>
                    <a:pt x="13" y="58"/>
                    <a:pt x="15" y="57"/>
                    <a:pt x="15" y="57"/>
                  </a:cubicBezTo>
                  <a:cubicBezTo>
                    <a:pt x="16" y="57"/>
                    <a:pt x="18" y="57"/>
                    <a:pt x="18" y="57"/>
                  </a:cubicBezTo>
                  <a:cubicBezTo>
                    <a:pt x="19" y="57"/>
                    <a:pt x="20" y="56"/>
                    <a:pt x="21" y="56"/>
                  </a:cubicBezTo>
                  <a:cubicBezTo>
                    <a:pt x="22" y="56"/>
                    <a:pt x="22" y="57"/>
                    <a:pt x="23" y="57"/>
                  </a:cubicBezTo>
                  <a:cubicBezTo>
                    <a:pt x="23" y="57"/>
                    <a:pt x="24" y="57"/>
                    <a:pt x="24" y="57"/>
                  </a:cubicBezTo>
                  <a:cubicBezTo>
                    <a:pt x="25" y="57"/>
                    <a:pt x="25" y="56"/>
                    <a:pt x="25" y="56"/>
                  </a:cubicBezTo>
                  <a:cubicBezTo>
                    <a:pt x="25" y="55"/>
                    <a:pt x="27" y="56"/>
                    <a:pt x="27" y="55"/>
                  </a:cubicBezTo>
                  <a:cubicBezTo>
                    <a:pt x="28" y="55"/>
                    <a:pt x="28" y="54"/>
                    <a:pt x="29" y="54"/>
                  </a:cubicBezTo>
                  <a:cubicBezTo>
                    <a:pt x="29" y="54"/>
                    <a:pt x="30" y="53"/>
                    <a:pt x="31" y="53"/>
                  </a:cubicBezTo>
                  <a:cubicBezTo>
                    <a:pt x="31" y="53"/>
                    <a:pt x="32" y="54"/>
                    <a:pt x="33" y="54"/>
                  </a:cubicBezTo>
                  <a:cubicBezTo>
                    <a:pt x="33" y="54"/>
                    <a:pt x="34" y="54"/>
                    <a:pt x="35" y="54"/>
                  </a:cubicBezTo>
                  <a:cubicBezTo>
                    <a:pt x="36" y="54"/>
                    <a:pt x="37" y="54"/>
                    <a:pt x="37" y="54"/>
                  </a:cubicBezTo>
                  <a:cubicBezTo>
                    <a:pt x="37" y="54"/>
                    <a:pt x="38" y="52"/>
                    <a:pt x="38" y="52"/>
                  </a:cubicBezTo>
                  <a:cubicBezTo>
                    <a:pt x="38" y="51"/>
                    <a:pt x="39" y="51"/>
                    <a:pt x="39" y="50"/>
                  </a:cubicBezTo>
                  <a:cubicBezTo>
                    <a:pt x="40" y="50"/>
                    <a:pt x="42" y="48"/>
                    <a:pt x="43" y="48"/>
                  </a:cubicBezTo>
                  <a:cubicBezTo>
                    <a:pt x="44" y="47"/>
                    <a:pt x="45" y="47"/>
                    <a:pt x="46" y="47"/>
                  </a:cubicBezTo>
                  <a:cubicBezTo>
                    <a:pt x="46" y="46"/>
                    <a:pt x="48" y="46"/>
                    <a:pt x="49" y="47"/>
                  </a:cubicBezTo>
                  <a:cubicBezTo>
                    <a:pt x="49" y="47"/>
                    <a:pt x="50" y="48"/>
                    <a:pt x="51" y="48"/>
                  </a:cubicBezTo>
                  <a:cubicBezTo>
                    <a:pt x="52" y="48"/>
                    <a:pt x="53" y="48"/>
                    <a:pt x="53" y="47"/>
                  </a:cubicBezTo>
                  <a:cubicBezTo>
                    <a:pt x="53" y="47"/>
                    <a:pt x="54" y="46"/>
                    <a:pt x="54" y="46"/>
                  </a:cubicBezTo>
                  <a:cubicBezTo>
                    <a:pt x="54" y="45"/>
                    <a:pt x="53" y="45"/>
                    <a:pt x="52" y="44"/>
                  </a:cubicBezTo>
                  <a:cubicBezTo>
                    <a:pt x="52" y="44"/>
                    <a:pt x="53" y="42"/>
                    <a:pt x="52" y="42"/>
                  </a:cubicBezTo>
                  <a:cubicBezTo>
                    <a:pt x="52" y="42"/>
                    <a:pt x="52" y="42"/>
                    <a:pt x="51" y="42"/>
                  </a:cubicBezTo>
                  <a:cubicBezTo>
                    <a:pt x="51" y="42"/>
                    <a:pt x="50" y="43"/>
                    <a:pt x="50" y="43"/>
                  </a:cubicBezTo>
                  <a:cubicBezTo>
                    <a:pt x="49" y="42"/>
                    <a:pt x="49" y="41"/>
                    <a:pt x="49" y="41"/>
                  </a:cubicBezTo>
                  <a:cubicBezTo>
                    <a:pt x="49" y="40"/>
                    <a:pt x="49" y="38"/>
                    <a:pt x="49" y="37"/>
                  </a:cubicBezTo>
                  <a:cubicBezTo>
                    <a:pt x="49" y="37"/>
                    <a:pt x="49" y="36"/>
                    <a:pt x="50" y="35"/>
                  </a:cubicBezTo>
                  <a:cubicBezTo>
                    <a:pt x="50" y="34"/>
                    <a:pt x="51" y="33"/>
                    <a:pt x="52" y="33"/>
                  </a:cubicBezTo>
                  <a:cubicBezTo>
                    <a:pt x="52" y="32"/>
                    <a:pt x="53" y="31"/>
                    <a:pt x="54" y="31"/>
                  </a:cubicBezTo>
                  <a:cubicBezTo>
                    <a:pt x="54" y="30"/>
                    <a:pt x="53" y="29"/>
                    <a:pt x="53" y="28"/>
                  </a:cubicBezTo>
                  <a:cubicBezTo>
                    <a:pt x="54" y="28"/>
                    <a:pt x="55" y="27"/>
                    <a:pt x="55" y="27"/>
                  </a:cubicBezTo>
                  <a:cubicBezTo>
                    <a:pt x="56" y="27"/>
                    <a:pt x="56" y="27"/>
                    <a:pt x="57" y="27"/>
                  </a:cubicBezTo>
                  <a:cubicBezTo>
                    <a:pt x="57" y="27"/>
                    <a:pt x="57" y="27"/>
                    <a:pt x="58" y="28"/>
                  </a:cubicBezTo>
                  <a:cubicBezTo>
                    <a:pt x="58" y="28"/>
                    <a:pt x="59" y="28"/>
                    <a:pt x="59" y="28"/>
                  </a:cubicBezTo>
                  <a:cubicBezTo>
                    <a:pt x="60" y="28"/>
                    <a:pt x="61" y="27"/>
                    <a:pt x="61" y="27"/>
                  </a:cubicBezTo>
                  <a:cubicBezTo>
                    <a:pt x="62" y="27"/>
                    <a:pt x="63" y="26"/>
                    <a:pt x="63" y="25"/>
                  </a:cubicBezTo>
                  <a:cubicBezTo>
                    <a:pt x="64" y="25"/>
                    <a:pt x="65" y="25"/>
                    <a:pt x="66" y="25"/>
                  </a:cubicBezTo>
                  <a:cubicBezTo>
                    <a:pt x="66" y="26"/>
                    <a:pt x="67" y="26"/>
                    <a:pt x="67" y="27"/>
                  </a:cubicBezTo>
                  <a:cubicBezTo>
                    <a:pt x="68" y="27"/>
                    <a:pt x="69" y="29"/>
                    <a:pt x="70" y="30"/>
                  </a:cubicBezTo>
                  <a:cubicBezTo>
                    <a:pt x="70" y="30"/>
                    <a:pt x="71" y="32"/>
                    <a:pt x="71" y="32"/>
                  </a:cubicBezTo>
                  <a:cubicBezTo>
                    <a:pt x="72" y="33"/>
                    <a:pt x="73" y="33"/>
                    <a:pt x="73" y="33"/>
                  </a:cubicBezTo>
                  <a:cubicBezTo>
                    <a:pt x="74" y="34"/>
                    <a:pt x="74" y="35"/>
                    <a:pt x="75" y="35"/>
                  </a:cubicBezTo>
                  <a:cubicBezTo>
                    <a:pt x="75" y="35"/>
                    <a:pt x="77" y="35"/>
                    <a:pt x="77" y="34"/>
                  </a:cubicBezTo>
                  <a:cubicBezTo>
                    <a:pt x="77" y="34"/>
                    <a:pt x="77" y="33"/>
                    <a:pt x="77" y="33"/>
                  </a:cubicBezTo>
                  <a:cubicBezTo>
                    <a:pt x="76" y="32"/>
                    <a:pt x="76" y="32"/>
                    <a:pt x="76" y="32"/>
                  </a:cubicBezTo>
                  <a:cubicBezTo>
                    <a:pt x="75" y="31"/>
                    <a:pt x="75" y="31"/>
                    <a:pt x="75" y="30"/>
                  </a:cubicBezTo>
                  <a:cubicBezTo>
                    <a:pt x="75" y="30"/>
                    <a:pt x="76" y="29"/>
                    <a:pt x="77" y="29"/>
                  </a:cubicBezTo>
                  <a:cubicBezTo>
                    <a:pt x="77" y="28"/>
                    <a:pt x="77" y="28"/>
                    <a:pt x="78" y="28"/>
                  </a:cubicBezTo>
                  <a:cubicBezTo>
                    <a:pt x="78" y="28"/>
                    <a:pt x="79" y="28"/>
                    <a:pt x="79" y="28"/>
                  </a:cubicBezTo>
                  <a:cubicBezTo>
                    <a:pt x="80" y="29"/>
                    <a:pt x="80" y="30"/>
                    <a:pt x="80" y="31"/>
                  </a:cubicBezTo>
                  <a:cubicBezTo>
                    <a:pt x="81" y="31"/>
                    <a:pt x="82" y="32"/>
                    <a:pt x="82" y="32"/>
                  </a:cubicBezTo>
                  <a:cubicBezTo>
                    <a:pt x="83" y="32"/>
                    <a:pt x="84" y="32"/>
                    <a:pt x="84" y="31"/>
                  </a:cubicBezTo>
                  <a:cubicBezTo>
                    <a:pt x="85" y="31"/>
                    <a:pt x="86" y="30"/>
                    <a:pt x="87" y="30"/>
                  </a:cubicBezTo>
                  <a:cubicBezTo>
                    <a:pt x="88" y="30"/>
                    <a:pt x="89" y="29"/>
                    <a:pt x="89" y="28"/>
                  </a:cubicBezTo>
                  <a:cubicBezTo>
                    <a:pt x="90" y="28"/>
                    <a:pt x="91" y="27"/>
                    <a:pt x="91" y="27"/>
                  </a:cubicBezTo>
                  <a:cubicBezTo>
                    <a:pt x="92" y="26"/>
                    <a:pt x="90" y="25"/>
                    <a:pt x="90" y="25"/>
                  </a:cubicBezTo>
                  <a:cubicBezTo>
                    <a:pt x="90" y="24"/>
                    <a:pt x="89" y="23"/>
                    <a:pt x="88" y="23"/>
                  </a:cubicBezTo>
                  <a:cubicBezTo>
                    <a:pt x="87" y="22"/>
                    <a:pt x="86" y="23"/>
                    <a:pt x="86" y="22"/>
                  </a:cubicBezTo>
                  <a:cubicBezTo>
                    <a:pt x="86" y="22"/>
                    <a:pt x="85" y="21"/>
                    <a:pt x="85" y="21"/>
                  </a:cubicBezTo>
                  <a:cubicBezTo>
                    <a:pt x="85" y="20"/>
                    <a:pt x="85" y="19"/>
                    <a:pt x="86" y="18"/>
                  </a:cubicBezTo>
                  <a:cubicBezTo>
                    <a:pt x="86" y="18"/>
                    <a:pt x="88" y="16"/>
                    <a:pt x="88" y="15"/>
                  </a:cubicBezTo>
                  <a:cubicBezTo>
                    <a:pt x="89" y="15"/>
                    <a:pt x="90" y="14"/>
                    <a:pt x="90" y="13"/>
                  </a:cubicBezTo>
                  <a:cubicBezTo>
                    <a:pt x="91" y="12"/>
                    <a:pt x="91" y="11"/>
                    <a:pt x="91" y="11"/>
                  </a:cubicBezTo>
                  <a:cubicBezTo>
                    <a:pt x="91" y="10"/>
                    <a:pt x="91" y="9"/>
                    <a:pt x="90" y="8"/>
                  </a:cubicBezTo>
                  <a:cubicBezTo>
                    <a:pt x="90" y="7"/>
                    <a:pt x="90" y="7"/>
                    <a:pt x="89" y="6"/>
                  </a:cubicBezTo>
                  <a:cubicBezTo>
                    <a:pt x="89" y="6"/>
                    <a:pt x="88" y="6"/>
                    <a:pt x="88" y="5"/>
                  </a:cubicBezTo>
                  <a:cubicBezTo>
                    <a:pt x="88" y="5"/>
                    <a:pt x="89" y="4"/>
                    <a:pt x="90" y="4"/>
                  </a:cubicBezTo>
                  <a:cubicBezTo>
                    <a:pt x="90" y="3"/>
                    <a:pt x="90" y="3"/>
                    <a:pt x="90" y="3"/>
                  </a:cubicBezTo>
                  <a:cubicBezTo>
                    <a:pt x="91" y="3"/>
                    <a:pt x="90" y="2"/>
                    <a:pt x="90" y="2"/>
                  </a:cubicBezTo>
                  <a:cubicBezTo>
                    <a:pt x="90" y="1"/>
                    <a:pt x="90" y="1"/>
                    <a:pt x="90" y="1"/>
                  </a:cubicBezTo>
                  <a:cubicBezTo>
                    <a:pt x="90" y="1"/>
                    <a:pt x="91" y="1"/>
                    <a:pt x="91" y="1"/>
                  </a:cubicBezTo>
                  <a:cubicBezTo>
                    <a:pt x="92" y="1"/>
                    <a:pt x="93" y="0"/>
                    <a:pt x="94" y="1"/>
                  </a:cubicBezTo>
                  <a:cubicBezTo>
                    <a:pt x="95" y="1"/>
                    <a:pt x="96" y="2"/>
                    <a:pt x="97" y="2"/>
                  </a:cubicBezTo>
                  <a:cubicBezTo>
                    <a:pt x="97" y="2"/>
                    <a:pt x="99" y="3"/>
                    <a:pt x="100" y="3"/>
                  </a:cubicBezTo>
                  <a:cubicBezTo>
                    <a:pt x="100" y="3"/>
                    <a:pt x="102" y="2"/>
                    <a:pt x="102" y="2"/>
                  </a:cubicBezTo>
                  <a:cubicBezTo>
                    <a:pt x="103" y="2"/>
                    <a:pt x="105" y="2"/>
                    <a:pt x="106" y="3"/>
                  </a:cubicBezTo>
                  <a:cubicBezTo>
                    <a:pt x="106" y="3"/>
                    <a:pt x="107" y="5"/>
                    <a:pt x="107" y="5"/>
                  </a:cubicBezTo>
                  <a:cubicBezTo>
                    <a:pt x="108" y="6"/>
                    <a:pt x="108" y="7"/>
                    <a:pt x="109" y="8"/>
                  </a:cubicBezTo>
                  <a:cubicBezTo>
                    <a:pt x="109" y="9"/>
                    <a:pt x="111" y="10"/>
                    <a:pt x="112" y="10"/>
                  </a:cubicBezTo>
                  <a:cubicBezTo>
                    <a:pt x="113" y="11"/>
                    <a:pt x="113" y="13"/>
                    <a:pt x="114" y="14"/>
                  </a:cubicBezTo>
                  <a:cubicBezTo>
                    <a:pt x="114" y="15"/>
                    <a:pt x="114" y="17"/>
                    <a:pt x="114" y="18"/>
                  </a:cubicBezTo>
                  <a:cubicBezTo>
                    <a:pt x="115" y="19"/>
                    <a:pt x="116" y="20"/>
                    <a:pt x="116" y="21"/>
                  </a:cubicBezTo>
                  <a:cubicBezTo>
                    <a:pt x="117" y="22"/>
                    <a:pt x="118" y="23"/>
                    <a:pt x="119" y="23"/>
                  </a:cubicBezTo>
                  <a:cubicBezTo>
                    <a:pt x="119" y="23"/>
                    <a:pt x="121" y="24"/>
                    <a:pt x="121" y="25"/>
                  </a:cubicBezTo>
                  <a:cubicBezTo>
                    <a:pt x="122" y="26"/>
                    <a:pt x="122" y="28"/>
                    <a:pt x="122" y="29"/>
                  </a:cubicBezTo>
                  <a:cubicBezTo>
                    <a:pt x="123" y="30"/>
                    <a:pt x="123" y="31"/>
                    <a:pt x="123" y="31"/>
                  </a:cubicBezTo>
                  <a:cubicBezTo>
                    <a:pt x="124" y="32"/>
                    <a:pt x="124" y="33"/>
                    <a:pt x="125" y="33"/>
                  </a:cubicBezTo>
                  <a:cubicBezTo>
                    <a:pt x="125" y="33"/>
                    <a:pt x="127" y="33"/>
                    <a:pt x="127" y="33"/>
                  </a:cubicBezTo>
                  <a:cubicBezTo>
                    <a:pt x="128" y="33"/>
                    <a:pt x="129" y="32"/>
                    <a:pt x="129" y="32"/>
                  </a:cubicBezTo>
                  <a:cubicBezTo>
                    <a:pt x="130" y="31"/>
                    <a:pt x="132" y="31"/>
                    <a:pt x="133" y="30"/>
                  </a:cubicBezTo>
                  <a:cubicBezTo>
                    <a:pt x="134" y="30"/>
                    <a:pt x="136" y="29"/>
                    <a:pt x="137" y="29"/>
                  </a:cubicBezTo>
                  <a:cubicBezTo>
                    <a:pt x="138" y="28"/>
                    <a:pt x="139" y="27"/>
                    <a:pt x="140" y="26"/>
                  </a:cubicBezTo>
                  <a:cubicBezTo>
                    <a:pt x="141" y="26"/>
                    <a:pt x="143" y="26"/>
                    <a:pt x="144" y="26"/>
                  </a:cubicBezTo>
                  <a:cubicBezTo>
                    <a:pt x="145" y="26"/>
                    <a:pt x="145" y="26"/>
                    <a:pt x="146" y="2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109"/>
            <p:cNvSpPr>
              <a:spLocks/>
            </p:cNvSpPr>
            <p:nvPr/>
          </p:nvSpPr>
          <p:spPr bwMode="auto">
            <a:xfrm>
              <a:off x="1549401" y="4048126"/>
              <a:ext cx="439738" cy="225425"/>
            </a:xfrm>
            <a:custGeom>
              <a:avLst/>
              <a:gdLst/>
              <a:ahLst/>
              <a:cxnLst>
                <a:cxn ang="0">
                  <a:pos x="171" y="9"/>
                </a:cxn>
                <a:cxn ang="0">
                  <a:pos x="179" y="10"/>
                </a:cxn>
                <a:cxn ang="0">
                  <a:pos x="190" y="8"/>
                </a:cxn>
                <a:cxn ang="0">
                  <a:pos x="196" y="11"/>
                </a:cxn>
                <a:cxn ang="0">
                  <a:pos x="202" y="14"/>
                </a:cxn>
                <a:cxn ang="0">
                  <a:pos x="213" y="9"/>
                </a:cxn>
                <a:cxn ang="0">
                  <a:pos x="221" y="4"/>
                </a:cxn>
                <a:cxn ang="0">
                  <a:pos x="229" y="1"/>
                </a:cxn>
                <a:cxn ang="0">
                  <a:pos x="230" y="10"/>
                </a:cxn>
                <a:cxn ang="0">
                  <a:pos x="231" y="27"/>
                </a:cxn>
                <a:cxn ang="0">
                  <a:pos x="223" y="45"/>
                </a:cxn>
                <a:cxn ang="0">
                  <a:pos x="219" y="54"/>
                </a:cxn>
                <a:cxn ang="0">
                  <a:pos x="221" y="60"/>
                </a:cxn>
                <a:cxn ang="0">
                  <a:pos x="221" y="69"/>
                </a:cxn>
                <a:cxn ang="0">
                  <a:pos x="219" y="79"/>
                </a:cxn>
                <a:cxn ang="0">
                  <a:pos x="215" y="87"/>
                </a:cxn>
                <a:cxn ang="0">
                  <a:pos x="208" y="85"/>
                </a:cxn>
                <a:cxn ang="0">
                  <a:pos x="206" y="91"/>
                </a:cxn>
                <a:cxn ang="0">
                  <a:pos x="197" y="81"/>
                </a:cxn>
                <a:cxn ang="0">
                  <a:pos x="188" y="83"/>
                </a:cxn>
                <a:cxn ang="0">
                  <a:pos x="181" y="91"/>
                </a:cxn>
                <a:cxn ang="0">
                  <a:pos x="183" y="98"/>
                </a:cxn>
                <a:cxn ang="0">
                  <a:pos x="180" y="103"/>
                </a:cxn>
                <a:cxn ang="0">
                  <a:pos x="168" y="110"/>
                </a:cxn>
                <a:cxn ang="0">
                  <a:pos x="158" y="111"/>
                </a:cxn>
                <a:cxn ang="0">
                  <a:pos x="149" y="113"/>
                </a:cxn>
                <a:cxn ang="0">
                  <a:pos x="136" y="118"/>
                </a:cxn>
                <a:cxn ang="0">
                  <a:pos x="127" y="113"/>
                </a:cxn>
                <a:cxn ang="0">
                  <a:pos x="120" y="108"/>
                </a:cxn>
                <a:cxn ang="0">
                  <a:pos x="114" y="96"/>
                </a:cxn>
                <a:cxn ang="0">
                  <a:pos x="102" y="97"/>
                </a:cxn>
                <a:cxn ang="0">
                  <a:pos x="96" y="91"/>
                </a:cxn>
                <a:cxn ang="0">
                  <a:pos x="79" y="85"/>
                </a:cxn>
                <a:cxn ang="0">
                  <a:pos x="69" y="79"/>
                </a:cxn>
                <a:cxn ang="0">
                  <a:pos x="66" y="73"/>
                </a:cxn>
                <a:cxn ang="0">
                  <a:pos x="57" y="69"/>
                </a:cxn>
                <a:cxn ang="0">
                  <a:pos x="48" y="75"/>
                </a:cxn>
                <a:cxn ang="0">
                  <a:pos x="40" y="75"/>
                </a:cxn>
                <a:cxn ang="0">
                  <a:pos x="35" y="65"/>
                </a:cxn>
                <a:cxn ang="0">
                  <a:pos x="26" y="61"/>
                </a:cxn>
                <a:cxn ang="0">
                  <a:pos x="6" y="50"/>
                </a:cxn>
                <a:cxn ang="0">
                  <a:pos x="2" y="35"/>
                </a:cxn>
                <a:cxn ang="0">
                  <a:pos x="13" y="36"/>
                </a:cxn>
                <a:cxn ang="0">
                  <a:pos x="20" y="23"/>
                </a:cxn>
                <a:cxn ang="0">
                  <a:pos x="45" y="23"/>
                </a:cxn>
                <a:cxn ang="0">
                  <a:pos x="63" y="31"/>
                </a:cxn>
                <a:cxn ang="0">
                  <a:pos x="88" y="34"/>
                </a:cxn>
                <a:cxn ang="0">
                  <a:pos x="109" y="31"/>
                </a:cxn>
                <a:cxn ang="0">
                  <a:pos x="119" y="32"/>
                </a:cxn>
                <a:cxn ang="0">
                  <a:pos x="121" y="40"/>
                </a:cxn>
                <a:cxn ang="0">
                  <a:pos x="118" y="38"/>
                </a:cxn>
                <a:cxn ang="0">
                  <a:pos x="124" y="28"/>
                </a:cxn>
                <a:cxn ang="0">
                  <a:pos x="121" y="10"/>
                </a:cxn>
                <a:cxn ang="0">
                  <a:pos x="122" y="2"/>
                </a:cxn>
                <a:cxn ang="0">
                  <a:pos x="126" y="9"/>
                </a:cxn>
                <a:cxn ang="0">
                  <a:pos x="134" y="12"/>
                </a:cxn>
                <a:cxn ang="0">
                  <a:pos x="142" y="10"/>
                </a:cxn>
                <a:cxn ang="0">
                  <a:pos x="156" y="8"/>
                </a:cxn>
                <a:cxn ang="0">
                  <a:pos x="150" y="2"/>
                </a:cxn>
                <a:cxn ang="0">
                  <a:pos x="160" y="6"/>
                </a:cxn>
              </a:cxnLst>
              <a:rect l="0" t="0" r="r" b="b"/>
              <a:pathLst>
                <a:path w="233" h="120">
                  <a:moveTo>
                    <a:pt x="167" y="6"/>
                  </a:moveTo>
                  <a:cubicBezTo>
                    <a:pt x="168" y="6"/>
                    <a:pt x="169" y="5"/>
                    <a:pt x="169" y="5"/>
                  </a:cubicBezTo>
                  <a:cubicBezTo>
                    <a:pt x="169" y="6"/>
                    <a:pt x="169" y="6"/>
                    <a:pt x="169" y="6"/>
                  </a:cubicBezTo>
                  <a:cubicBezTo>
                    <a:pt x="169" y="7"/>
                    <a:pt x="169" y="8"/>
                    <a:pt x="169" y="8"/>
                  </a:cubicBezTo>
                  <a:cubicBezTo>
                    <a:pt x="170" y="9"/>
                    <a:pt x="170" y="9"/>
                    <a:pt x="171" y="9"/>
                  </a:cubicBezTo>
                  <a:cubicBezTo>
                    <a:pt x="171" y="9"/>
                    <a:pt x="172" y="9"/>
                    <a:pt x="172" y="10"/>
                  </a:cubicBezTo>
                  <a:cubicBezTo>
                    <a:pt x="173" y="10"/>
                    <a:pt x="173" y="11"/>
                    <a:pt x="173" y="11"/>
                  </a:cubicBezTo>
                  <a:cubicBezTo>
                    <a:pt x="174" y="11"/>
                    <a:pt x="175" y="11"/>
                    <a:pt x="176" y="11"/>
                  </a:cubicBezTo>
                  <a:cubicBezTo>
                    <a:pt x="176" y="11"/>
                    <a:pt x="177" y="10"/>
                    <a:pt x="177" y="10"/>
                  </a:cubicBezTo>
                  <a:cubicBezTo>
                    <a:pt x="178" y="10"/>
                    <a:pt x="179" y="10"/>
                    <a:pt x="179" y="10"/>
                  </a:cubicBezTo>
                  <a:cubicBezTo>
                    <a:pt x="179" y="9"/>
                    <a:pt x="180" y="9"/>
                    <a:pt x="181" y="9"/>
                  </a:cubicBezTo>
                  <a:cubicBezTo>
                    <a:pt x="181" y="8"/>
                    <a:pt x="182" y="8"/>
                    <a:pt x="183" y="9"/>
                  </a:cubicBezTo>
                  <a:cubicBezTo>
                    <a:pt x="184" y="9"/>
                    <a:pt x="185" y="10"/>
                    <a:pt x="186" y="10"/>
                  </a:cubicBezTo>
                  <a:cubicBezTo>
                    <a:pt x="186" y="10"/>
                    <a:pt x="187" y="9"/>
                    <a:pt x="188" y="9"/>
                  </a:cubicBezTo>
                  <a:cubicBezTo>
                    <a:pt x="188" y="9"/>
                    <a:pt x="189" y="8"/>
                    <a:pt x="190" y="8"/>
                  </a:cubicBezTo>
                  <a:cubicBezTo>
                    <a:pt x="190" y="8"/>
                    <a:pt x="191" y="7"/>
                    <a:pt x="191" y="7"/>
                  </a:cubicBezTo>
                  <a:cubicBezTo>
                    <a:pt x="191" y="7"/>
                    <a:pt x="192" y="7"/>
                    <a:pt x="193" y="7"/>
                  </a:cubicBezTo>
                  <a:cubicBezTo>
                    <a:pt x="193" y="7"/>
                    <a:pt x="193" y="9"/>
                    <a:pt x="193" y="9"/>
                  </a:cubicBezTo>
                  <a:cubicBezTo>
                    <a:pt x="193" y="10"/>
                    <a:pt x="194" y="10"/>
                    <a:pt x="194" y="11"/>
                  </a:cubicBezTo>
                  <a:cubicBezTo>
                    <a:pt x="195" y="11"/>
                    <a:pt x="196" y="11"/>
                    <a:pt x="196" y="11"/>
                  </a:cubicBezTo>
                  <a:cubicBezTo>
                    <a:pt x="196" y="11"/>
                    <a:pt x="197" y="12"/>
                    <a:pt x="197" y="12"/>
                  </a:cubicBezTo>
                  <a:cubicBezTo>
                    <a:pt x="197" y="12"/>
                    <a:pt x="197" y="13"/>
                    <a:pt x="197" y="13"/>
                  </a:cubicBezTo>
                  <a:cubicBezTo>
                    <a:pt x="197" y="14"/>
                    <a:pt x="198" y="14"/>
                    <a:pt x="199" y="14"/>
                  </a:cubicBezTo>
                  <a:cubicBezTo>
                    <a:pt x="199" y="14"/>
                    <a:pt x="200" y="14"/>
                    <a:pt x="201" y="14"/>
                  </a:cubicBezTo>
                  <a:cubicBezTo>
                    <a:pt x="201" y="14"/>
                    <a:pt x="202" y="14"/>
                    <a:pt x="202" y="14"/>
                  </a:cubicBezTo>
                  <a:cubicBezTo>
                    <a:pt x="203" y="14"/>
                    <a:pt x="204" y="14"/>
                    <a:pt x="205" y="14"/>
                  </a:cubicBezTo>
                  <a:cubicBezTo>
                    <a:pt x="205" y="14"/>
                    <a:pt x="206" y="13"/>
                    <a:pt x="207" y="13"/>
                  </a:cubicBezTo>
                  <a:cubicBezTo>
                    <a:pt x="207" y="12"/>
                    <a:pt x="209" y="11"/>
                    <a:pt x="210" y="11"/>
                  </a:cubicBezTo>
                  <a:cubicBezTo>
                    <a:pt x="210" y="11"/>
                    <a:pt x="211" y="10"/>
                    <a:pt x="211" y="10"/>
                  </a:cubicBezTo>
                  <a:cubicBezTo>
                    <a:pt x="211" y="9"/>
                    <a:pt x="212" y="9"/>
                    <a:pt x="213" y="9"/>
                  </a:cubicBezTo>
                  <a:cubicBezTo>
                    <a:pt x="214" y="9"/>
                    <a:pt x="215" y="9"/>
                    <a:pt x="216" y="9"/>
                  </a:cubicBezTo>
                  <a:cubicBezTo>
                    <a:pt x="217" y="9"/>
                    <a:pt x="218" y="9"/>
                    <a:pt x="218" y="8"/>
                  </a:cubicBezTo>
                  <a:cubicBezTo>
                    <a:pt x="219" y="8"/>
                    <a:pt x="220" y="8"/>
                    <a:pt x="221" y="7"/>
                  </a:cubicBezTo>
                  <a:cubicBezTo>
                    <a:pt x="221" y="7"/>
                    <a:pt x="220" y="6"/>
                    <a:pt x="220" y="5"/>
                  </a:cubicBezTo>
                  <a:cubicBezTo>
                    <a:pt x="220" y="5"/>
                    <a:pt x="221" y="4"/>
                    <a:pt x="221" y="4"/>
                  </a:cubicBezTo>
                  <a:cubicBezTo>
                    <a:pt x="222" y="3"/>
                    <a:pt x="223" y="3"/>
                    <a:pt x="223" y="3"/>
                  </a:cubicBezTo>
                  <a:cubicBezTo>
                    <a:pt x="224" y="3"/>
                    <a:pt x="225" y="2"/>
                    <a:pt x="225" y="2"/>
                  </a:cubicBezTo>
                  <a:cubicBezTo>
                    <a:pt x="226" y="2"/>
                    <a:pt x="227" y="1"/>
                    <a:pt x="227" y="0"/>
                  </a:cubicBezTo>
                  <a:cubicBezTo>
                    <a:pt x="227" y="1"/>
                    <a:pt x="227" y="1"/>
                    <a:pt x="228" y="1"/>
                  </a:cubicBezTo>
                  <a:cubicBezTo>
                    <a:pt x="228" y="1"/>
                    <a:pt x="229" y="1"/>
                    <a:pt x="229" y="1"/>
                  </a:cubicBezTo>
                  <a:cubicBezTo>
                    <a:pt x="229" y="2"/>
                    <a:pt x="230" y="3"/>
                    <a:pt x="230" y="4"/>
                  </a:cubicBezTo>
                  <a:cubicBezTo>
                    <a:pt x="230" y="4"/>
                    <a:pt x="230" y="5"/>
                    <a:pt x="230" y="6"/>
                  </a:cubicBezTo>
                  <a:cubicBezTo>
                    <a:pt x="230" y="6"/>
                    <a:pt x="229" y="7"/>
                    <a:pt x="229" y="8"/>
                  </a:cubicBezTo>
                  <a:cubicBezTo>
                    <a:pt x="228" y="8"/>
                    <a:pt x="228" y="9"/>
                    <a:pt x="229" y="9"/>
                  </a:cubicBezTo>
                  <a:cubicBezTo>
                    <a:pt x="229" y="10"/>
                    <a:pt x="230" y="10"/>
                    <a:pt x="230" y="10"/>
                  </a:cubicBezTo>
                  <a:cubicBezTo>
                    <a:pt x="231" y="10"/>
                    <a:pt x="232" y="9"/>
                    <a:pt x="232" y="10"/>
                  </a:cubicBezTo>
                  <a:cubicBezTo>
                    <a:pt x="233" y="10"/>
                    <a:pt x="233" y="12"/>
                    <a:pt x="233" y="13"/>
                  </a:cubicBezTo>
                  <a:cubicBezTo>
                    <a:pt x="233" y="15"/>
                    <a:pt x="233" y="18"/>
                    <a:pt x="233" y="19"/>
                  </a:cubicBezTo>
                  <a:cubicBezTo>
                    <a:pt x="233" y="20"/>
                    <a:pt x="233" y="22"/>
                    <a:pt x="232" y="23"/>
                  </a:cubicBezTo>
                  <a:cubicBezTo>
                    <a:pt x="232" y="24"/>
                    <a:pt x="231" y="26"/>
                    <a:pt x="231" y="27"/>
                  </a:cubicBezTo>
                  <a:cubicBezTo>
                    <a:pt x="230" y="28"/>
                    <a:pt x="230" y="31"/>
                    <a:pt x="230" y="32"/>
                  </a:cubicBezTo>
                  <a:cubicBezTo>
                    <a:pt x="229" y="33"/>
                    <a:pt x="228" y="35"/>
                    <a:pt x="227" y="36"/>
                  </a:cubicBezTo>
                  <a:cubicBezTo>
                    <a:pt x="227" y="37"/>
                    <a:pt x="226" y="38"/>
                    <a:pt x="226" y="39"/>
                  </a:cubicBezTo>
                  <a:cubicBezTo>
                    <a:pt x="226" y="40"/>
                    <a:pt x="225" y="41"/>
                    <a:pt x="224" y="42"/>
                  </a:cubicBezTo>
                  <a:cubicBezTo>
                    <a:pt x="224" y="43"/>
                    <a:pt x="223" y="45"/>
                    <a:pt x="223" y="45"/>
                  </a:cubicBezTo>
                  <a:cubicBezTo>
                    <a:pt x="222" y="46"/>
                    <a:pt x="222" y="47"/>
                    <a:pt x="222" y="47"/>
                  </a:cubicBezTo>
                  <a:cubicBezTo>
                    <a:pt x="222" y="47"/>
                    <a:pt x="221" y="48"/>
                    <a:pt x="221" y="48"/>
                  </a:cubicBezTo>
                  <a:cubicBezTo>
                    <a:pt x="220" y="49"/>
                    <a:pt x="219" y="49"/>
                    <a:pt x="219" y="50"/>
                  </a:cubicBezTo>
                  <a:cubicBezTo>
                    <a:pt x="219" y="50"/>
                    <a:pt x="218" y="51"/>
                    <a:pt x="218" y="52"/>
                  </a:cubicBezTo>
                  <a:cubicBezTo>
                    <a:pt x="218" y="52"/>
                    <a:pt x="219" y="54"/>
                    <a:pt x="219" y="54"/>
                  </a:cubicBezTo>
                  <a:cubicBezTo>
                    <a:pt x="219" y="55"/>
                    <a:pt x="219" y="56"/>
                    <a:pt x="220" y="56"/>
                  </a:cubicBezTo>
                  <a:cubicBezTo>
                    <a:pt x="220" y="56"/>
                    <a:pt x="220" y="57"/>
                    <a:pt x="221" y="57"/>
                  </a:cubicBezTo>
                  <a:cubicBezTo>
                    <a:pt x="221" y="57"/>
                    <a:pt x="221" y="57"/>
                    <a:pt x="221" y="58"/>
                  </a:cubicBezTo>
                  <a:cubicBezTo>
                    <a:pt x="221" y="58"/>
                    <a:pt x="222" y="59"/>
                    <a:pt x="221" y="59"/>
                  </a:cubicBezTo>
                  <a:cubicBezTo>
                    <a:pt x="221" y="59"/>
                    <a:pt x="221" y="59"/>
                    <a:pt x="221" y="60"/>
                  </a:cubicBezTo>
                  <a:cubicBezTo>
                    <a:pt x="220" y="60"/>
                    <a:pt x="219" y="61"/>
                    <a:pt x="219" y="61"/>
                  </a:cubicBezTo>
                  <a:cubicBezTo>
                    <a:pt x="219" y="62"/>
                    <a:pt x="220" y="62"/>
                    <a:pt x="220" y="62"/>
                  </a:cubicBezTo>
                  <a:cubicBezTo>
                    <a:pt x="221" y="63"/>
                    <a:pt x="221" y="63"/>
                    <a:pt x="221" y="64"/>
                  </a:cubicBezTo>
                  <a:cubicBezTo>
                    <a:pt x="222" y="65"/>
                    <a:pt x="222" y="66"/>
                    <a:pt x="222" y="67"/>
                  </a:cubicBezTo>
                  <a:cubicBezTo>
                    <a:pt x="222" y="67"/>
                    <a:pt x="222" y="68"/>
                    <a:pt x="221" y="69"/>
                  </a:cubicBezTo>
                  <a:cubicBezTo>
                    <a:pt x="221" y="70"/>
                    <a:pt x="220" y="71"/>
                    <a:pt x="219" y="71"/>
                  </a:cubicBezTo>
                  <a:cubicBezTo>
                    <a:pt x="219" y="72"/>
                    <a:pt x="217" y="74"/>
                    <a:pt x="217" y="74"/>
                  </a:cubicBezTo>
                  <a:cubicBezTo>
                    <a:pt x="216" y="75"/>
                    <a:pt x="216" y="76"/>
                    <a:pt x="216" y="77"/>
                  </a:cubicBezTo>
                  <a:cubicBezTo>
                    <a:pt x="216" y="77"/>
                    <a:pt x="217" y="78"/>
                    <a:pt x="217" y="78"/>
                  </a:cubicBezTo>
                  <a:cubicBezTo>
                    <a:pt x="217" y="79"/>
                    <a:pt x="218" y="78"/>
                    <a:pt x="219" y="79"/>
                  </a:cubicBezTo>
                  <a:cubicBezTo>
                    <a:pt x="220" y="79"/>
                    <a:pt x="221" y="80"/>
                    <a:pt x="221" y="81"/>
                  </a:cubicBezTo>
                  <a:cubicBezTo>
                    <a:pt x="221" y="81"/>
                    <a:pt x="223" y="82"/>
                    <a:pt x="222" y="83"/>
                  </a:cubicBezTo>
                  <a:cubicBezTo>
                    <a:pt x="222" y="83"/>
                    <a:pt x="221" y="84"/>
                    <a:pt x="220" y="84"/>
                  </a:cubicBezTo>
                  <a:cubicBezTo>
                    <a:pt x="220" y="85"/>
                    <a:pt x="219" y="86"/>
                    <a:pt x="218" y="86"/>
                  </a:cubicBezTo>
                  <a:cubicBezTo>
                    <a:pt x="217" y="86"/>
                    <a:pt x="216" y="87"/>
                    <a:pt x="215" y="87"/>
                  </a:cubicBezTo>
                  <a:cubicBezTo>
                    <a:pt x="215" y="88"/>
                    <a:pt x="214" y="88"/>
                    <a:pt x="213" y="88"/>
                  </a:cubicBezTo>
                  <a:cubicBezTo>
                    <a:pt x="213" y="88"/>
                    <a:pt x="212" y="87"/>
                    <a:pt x="211" y="87"/>
                  </a:cubicBezTo>
                  <a:cubicBezTo>
                    <a:pt x="211" y="86"/>
                    <a:pt x="211" y="85"/>
                    <a:pt x="210" y="84"/>
                  </a:cubicBezTo>
                  <a:cubicBezTo>
                    <a:pt x="210" y="84"/>
                    <a:pt x="209" y="84"/>
                    <a:pt x="209" y="84"/>
                  </a:cubicBezTo>
                  <a:cubicBezTo>
                    <a:pt x="208" y="84"/>
                    <a:pt x="208" y="84"/>
                    <a:pt x="208" y="85"/>
                  </a:cubicBezTo>
                  <a:cubicBezTo>
                    <a:pt x="207" y="85"/>
                    <a:pt x="206" y="86"/>
                    <a:pt x="206" y="86"/>
                  </a:cubicBezTo>
                  <a:cubicBezTo>
                    <a:pt x="206" y="87"/>
                    <a:pt x="206" y="87"/>
                    <a:pt x="207" y="88"/>
                  </a:cubicBezTo>
                  <a:cubicBezTo>
                    <a:pt x="207" y="88"/>
                    <a:pt x="207" y="88"/>
                    <a:pt x="208" y="89"/>
                  </a:cubicBezTo>
                  <a:cubicBezTo>
                    <a:pt x="208" y="89"/>
                    <a:pt x="208" y="90"/>
                    <a:pt x="208" y="90"/>
                  </a:cubicBezTo>
                  <a:cubicBezTo>
                    <a:pt x="208" y="91"/>
                    <a:pt x="206" y="91"/>
                    <a:pt x="206" y="91"/>
                  </a:cubicBezTo>
                  <a:cubicBezTo>
                    <a:pt x="205" y="91"/>
                    <a:pt x="205" y="90"/>
                    <a:pt x="204" y="89"/>
                  </a:cubicBezTo>
                  <a:cubicBezTo>
                    <a:pt x="204" y="89"/>
                    <a:pt x="203" y="89"/>
                    <a:pt x="202" y="88"/>
                  </a:cubicBezTo>
                  <a:cubicBezTo>
                    <a:pt x="202" y="88"/>
                    <a:pt x="201" y="86"/>
                    <a:pt x="201" y="86"/>
                  </a:cubicBezTo>
                  <a:cubicBezTo>
                    <a:pt x="200" y="85"/>
                    <a:pt x="199" y="83"/>
                    <a:pt x="198" y="83"/>
                  </a:cubicBezTo>
                  <a:cubicBezTo>
                    <a:pt x="198" y="82"/>
                    <a:pt x="197" y="82"/>
                    <a:pt x="197" y="81"/>
                  </a:cubicBezTo>
                  <a:cubicBezTo>
                    <a:pt x="196" y="81"/>
                    <a:pt x="195" y="81"/>
                    <a:pt x="194" y="81"/>
                  </a:cubicBezTo>
                  <a:cubicBezTo>
                    <a:pt x="194" y="82"/>
                    <a:pt x="193" y="83"/>
                    <a:pt x="192" y="83"/>
                  </a:cubicBezTo>
                  <a:cubicBezTo>
                    <a:pt x="192" y="83"/>
                    <a:pt x="191" y="84"/>
                    <a:pt x="190" y="84"/>
                  </a:cubicBezTo>
                  <a:cubicBezTo>
                    <a:pt x="190" y="84"/>
                    <a:pt x="189" y="84"/>
                    <a:pt x="189" y="84"/>
                  </a:cubicBezTo>
                  <a:cubicBezTo>
                    <a:pt x="188" y="83"/>
                    <a:pt x="188" y="83"/>
                    <a:pt x="188" y="83"/>
                  </a:cubicBezTo>
                  <a:cubicBezTo>
                    <a:pt x="187" y="83"/>
                    <a:pt x="187" y="83"/>
                    <a:pt x="186" y="83"/>
                  </a:cubicBezTo>
                  <a:cubicBezTo>
                    <a:pt x="186" y="83"/>
                    <a:pt x="185" y="84"/>
                    <a:pt x="184" y="84"/>
                  </a:cubicBezTo>
                  <a:cubicBezTo>
                    <a:pt x="184" y="85"/>
                    <a:pt x="185" y="86"/>
                    <a:pt x="185" y="87"/>
                  </a:cubicBezTo>
                  <a:cubicBezTo>
                    <a:pt x="184" y="87"/>
                    <a:pt x="183" y="88"/>
                    <a:pt x="183" y="89"/>
                  </a:cubicBezTo>
                  <a:cubicBezTo>
                    <a:pt x="182" y="89"/>
                    <a:pt x="181" y="90"/>
                    <a:pt x="181" y="91"/>
                  </a:cubicBezTo>
                  <a:cubicBezTo>
                    <a:pt x="180" y="92"/>
                    <a:pt x="180" y="93"/>
                    <a:pt x="180" y="93"/>
                  </a:cubicBezTo>
                  <a:cubicBezTo>
                    <a:pt x="180" y="94"/>
                    <a:pt x="180" y="96"/>
                    <a:pt x="180" y="97"/>
                  </a:cubicBezTo>
                  <a:cubicBezTo>
                    <a:pt x="180" y="97"/>
                    <a:pt x="180" y="98"/>
                    <a:pt x="181" y="99"/>
                  </a:cubicBezTo>
                  <a:cubicBezTo>
                    <a:pt x="181" y="99"/>
                    <a:pt x="182" y="98"/>
                    <a:pt x="182" y="98"/>
                  </a:cubicBezTo>
                  <a:cubicBezTo>
                    <a:pt x="183" y="98"/>
                    <a:pt x="183" y="98"/>
                    <a:pt x="183" y="98"/>
                  </a:cubicBezTo>
                  <a:cubicBezTo>
                    <a:pt x="184" y="98"/>
                    <a:pt x="183" y="100"/>
                    <a:pt x="183" y="100"/>
                  </a:cubicBezTo>
                  <a:cubicBezTo>
                    <a:pt x="184" y="101"/>
                    <a:pt x="185" y="101"/>
                    <a:pt x="185" y="102"/>
                  </a:cubicBezTo>
                  <a:cubicBezTo>
                    <a:pt x="185" y="102"/>
                    <a:pt x="184" y="103"/>
                    <a:pt x="184" y="103"/>
                  </a:cubicBezTo>
                  <a:cubicBezTo>
                    <a:pt x="184" y="104"/>
                    <a:pt x="183" y="104"/>
                    <a:pt x="182" y="104"/>
                  </a:cubicBezTo>
                  <a:cubicBezTo>
                    <a:pt x="181" y="104"/>
                    <a:pt x="180" y="103"/>
                    <a:pt x="180" y="103"/>
                  </a:cubicBezTo>
                  <a:cubicBezTo>
                    <a:pt x="179" y="102"/>
                    <a:pt x="177" y="102"/>
                    <a:pt x="177" y="103"/>
                  </a:cubicBezTo>
                  <a:cubicBezTo>
                    <a:pt x="176" y="103"/>
                    <a:pt x="175" y="103"/>
                    <a:pt x="174" y="104"/>
                  </a:cubicBezTo>
                  <a:cubicBezTo>
                    <a:pt x="173" y="104"/>
                    <a:pt x="171" y="106"/>
                    <a:pt x="170" y="106"/>
                  </a:cubicBezTo>
                  <a:cubicBezTo>
                    <a:pt x="170" y="107"/>
                    <a:pt x="169" y="107"/>
                    <a:pt x="169" y="108"/>
                  </a:cubicBezTo>
                  <a:cubicBezTo>
                    <a:pt x="169" y="108"/>
                    <a:pt x="168" y="110"/>
                    <a:pt x="168" y="110"/>
                  </a:cubicBezTo>
                  <a:cubicBezTo>
                    <a:pt x="168" y="110"/>
                    <a:pt x="167" y="110"/>
                    <a:pt x="166" y="110"/>
                  </a:cubicBezTo>
                  <a:cubicBezTo>
                    <a:pt x="165" y="110"/>
                    <a:pt x="164" y="110"/>
                    <a:pt x="164" y="110"/>
                  </a:cubicBezTo>
                  <a:cubicBezTo>
                    <a:pt x="163" y="110"/>
                    <a:pt x="162" y="109"/>
                    <a:pt x="162" y="109"/>
                  </a:cubicBezTo>
                  <a:cubicBezTo>
                    <a:pt x="161" y="109"/>
                    <a:pt x="160" y="110"/>
                    <a:pt x="160" y="110"/>
                  </a:cubicBezTo>
                  <a:cubicBezTo>
                    <a:pt x="159" y="110"/>
                    <a:pt x="159" y="111"/>
                    <a:pt x="158" y="111"/>
                  </a:cubicBezTo>
                  <a:cubicBezTo>
                    <a:pt x="158" y="112"/>
                    <a:pt x="156" y="111"/>
                    <a:pt x="156" y="112"/>
                  </a:cubicBezTo>
                  <a:cubicBezTo>
                    <a:pt x="156" y="112"/>
                    <a:pt x="156" y="113"/>
                    <a:pt x="155" y="113"/>
                  </a:cubicBezTo>
                  <a:cubicBezTo>
                    <a:pt x="155" y="113"/>
                    <a:pt x="154" y="113"/>
                    <a:pt x="154" y="113"/>
                  </a:cubicBezTo>
                  <a:cubicBezTo>
                    <a:pt x="153" y="113"/>
                    <a:pt x="153" y="112"/>
                    <a:pt x="152" y="112"/>
                  </a:cubicBezTo>
                  <a:cubicBezTo>
                    <a:pt x="151" y="112"/>
                    <a:pt x="150" y="113"/>
                    <a:pt x="149" y="113"/>
                  </a:cubicBezTo>
                  <a:cubicBezTo>
                    <a:pt x="149" y="113"/>
                    <a:pt x="147" y="113"/>
                    <a:pt x="146" y="113"/>
                  </a:cubicBezTo>
                  <a:cubicBezTo>
                    <a:pt x="146" y="113"/>
                    <a:pt x="144" y="114"/>
                    <a:pt x="143" y="114"/>
                  </a:cubicBezTo>
                  <a:cubicBezTo>
                    <a:pt x="143" y="114"/>
                    <a:pt x="142" y="115"/>
                    <a:pt x="141" y="116"/>
                  </a:cubicBezTo>
                  <a:cubicBezTo>
                    <a:pt x="141" y="116"/>
                    <a:pt x="139" y="116"/>
                    <a:pt x="139" y="116"/>
                  </a:cubicBezTo>
                  <a:cubicBezTo>
                    <a:pt x="138" y="117"/>
                    <a:pt x="136" y="117"/>
                    <a:pt x="136" y="118"/>
                  </a:cubicBezTo>
                  <a:cubicBezTo>
                    <a:pt x="135" y="118"/>
                    <a:pt x="134" y="120"/>
                    <a:pt x="134" y="120"/>
                  </a:cubicBezTo>
                  <a:cubicBezTo>
                    <a:pt x="133" y="120"/>
                    <a:pt x="132" y="120"/>
                    <a:pt x="132" y="119"/>
                  </a:cubicBezTo>
                  <a:cubicBezTo>
                    <a:pt x="132" y="119"/>
                    <a:pt x="133" y="117"/>
                    <a:pt x="132" y="117"/>
                  </a:cubicBezTo>
                  <a:cubicBezTo>
                    <a:pt x="132" y="116"/>
                    <a:pt x="130" y="115"/>
                    <a:pt x="129" y="115"/>
                  </a:cubicBezTo>
                  <a:cubicBezTo>
                    <a:pt x="128" y="114"/>
                    <a:pt x="128" y="114"/>
                    <a:pt x="127" y="113"/>
                  </a:cubicBezTo>
                  <a:cubicBezTo>
                    <a:pt x="127" y="113"/>
                    <a:pt x="128" y="111"/>
                    <a:pt x="127" y="111"/>
                  </a:cubicBezTo>
                  <a:cubicBezTo>
                    <a:pt x="127" y="110"/>
                    <a:pt x="127" y="109"/>
                    <a:pt x="126" y="108"/>
                  </a:cubicBezTo>
                  <a:cubicBezTo>
                    <a:pt x="126" y="107"/>
                    <a:pt x="125" y="106"/>
                    <a:pt x="124" y="106"/>
                  </a:cubicBezTo>
                  <a:cubicBezTo>
                    <a:pt x="124" y="106"/>
                    <a:pt x="123" y="107"/>
                    <a:pt x="122" y="107"/>
                  </a:cubicBezTo>
                  <a:cubicBezTo>
                    <a:pt x="122" y="107"/>
                    <a:pt x="121" y="108"/>
                    <a:pt x="120" y="108"/>
                  </a:cubicBezTo>
                  <a:cubicBezTo>
                    <a:pt x="120" y="108"/>
                    <a:pt x="118" y="108"/>
                    <a:pt x="118" y="107"/>
                  </a:cubicBezTo>
                  <a:cubicBezTo>
                    <a:pt x="118" y="107"/>
                    <a:pt x="117" y="106"/>
                    <a:pt x="117" y="105"/>
                  </a:cubicBezTo>
                  <a:cubicBezTo>
                    <a:pt x="117" y="105"/>
                    <a:pt x="115" y="103"/>
                    <a:pt x="115" y="103"/>
                  </a:cubicBezTo>
                  <a:cubicBezTo>
                    <a:pt x="115" y="102"/>
                    <a:pt x="116" y="100"/>
                    <a:pt x="115" y="99"/>
                  </a:cubicBezTo>
                  <a:cubicBezTo>
                    <a:pt x="115" y="99"/>
                    <a:pt x="115" y="97"/>
                    <a:pt x="114" y="96"/>
                  </a:cubicBezTo>
                  <a:cubicBezTo>
                    <a:pt x="114" y="96"/>
                    <a:pt x="112" y="96"/>
                    <a:pt x="112" y="96"/>
                  </a:cubicBezTo>
                  <a:cubicBezTo>
                    <a:pt x="111" y="96"/>
                    <a:pt x="110" y="96"/>
                    <a:pt x="109" y="96"/>
                  </a:cubicBezTo>
                  <a:cubicBezTo>
                    <a:pt x="108" y="96"/>
                    <a:pt x="107" y="97"/>
                    <a:pt x="106" y="98"/>
                  </a:cubicBezTo>
                  <a:cubicBezTo>
                    <a:pt x="106" y="98"/>
                    <a:pt x="105" y="98"/>
                    <a:pt x="105" y="98"/>
                  </a:cubicBezTo>
                  <a:cubicBezTo>
                    <a:pt x="104" y="98"/>
                    <a:pt x="103" y="98"/>
                    <a:pt x="102" y="97"/>
                  </a:cubicBezTo>
                  <a:cubicBezTo>
                    <a:pt x="102" y="97"/>
                    <a:pt x="101" y="96"/>
                    <a:pt x="101" y="95"/>
                  </a:cubicBezTo>
                  <a:cubicBezTo>
                    <a:pt x="101" y="95"/>
                    <a:pt x="103" y="94"/>
                    <a:pt x="103" y="94"/>
                  </a:cubicBezTo>
                  <a:cubicBezTo>
                    <a:pt x="103" y="93"/>
                    <a:pt x="103" y="92"/>
                    <a:pt x="103" y="92"/>
                  </a:cubicBezTo>
                  <a:cubicBezTo>
                    <a:pt x="102" y="91"/>
                    <a:pt x="101" y="91"/>
                    <a:pt x="100" y="90"/>
                  </a:cubicBezTo>
                  <a:cubicBezTo>
                    <a:pt x="99" y="90"/>
                    <a:pt x="97" y="91"/>
                    <a:pt x="96" y="91"/>
                  </a:cubicBezTo>
                  <a:cubicBezTo>
                    <a:pt x="95" y="91"/>
                    <a:pt x="94" y="92"/>
                    <a:pt x="93" y="92"/>
                  </a:cubicBezTo>
                  <a:cubicBezTo>
                    <a:pt x="92" y="92"/>
                    <a:pt x="89" y="93"/>
                    <a:pt x="88" y="92"/>
                  </a:cubicBezTo>
                  <a:cubicBezTo>
                    <a:pt x="88" y="92"/>
                    <a:pt x="86" y="91"/>
                    <a:pt x="85" y="90"/>
                  </a:cubicBezTo>
                  <a:cubicBezTo>
                    <a:pt x="84" y="90"/>
                    <a:pt x="83" y="88"/>
                    <a:pt x="82" y="87"/>
                  </a:cubicBezTo>
                  <a:cubicBezTo>
                    <a:pt x="81" y="86"/>
                    <a:pt x="80" y="85"/>
                    <a:pt x="79" y="85"/>
                  </a:cubicBezTo>
                  <a:cubicBezTo>
                    <a:pt x="78" y="84"/>
                    <a:pt x="77" y="84"/>
                    <a:pt x="76" y="83"/>
                  </a:cubicBezTo>
                  <a:cubicBezTo>
                    <a:pt x="75" y="83"/>
                    <a:pt x="73" y="83"/>
                    <a:pt x="73" y="83"/>
                  </a:cubicBezTo>
                  <a:cubicBezTo>
                    <a:pt x="72" y="83"/>
                    <a:pt x="71" y="84"/>
                    <a:pt x="70" y="84"/>
                  </a:cubicBezTo>
                  <a:cubicBezTo>
                    <a:pt x="70" y="84"/>
                    <a:pt x="70" y="83"/>
                    <a:pt x="69" y="83"/>
                  </a:cubicBezTo>
                  <a:cubicBezTo>
                    <a:pt x="69" y="82"/>
                    <a:pt x="69" y="80"/>
                    <a:pt x="69" y="79"/>
                  </a:cubicBezTo>
                  <a:cubicBezTo>
                    <a:pt x="69" y="79"/>
                    <a:pt x="70" y="78"/>
                    <a:pt x="70" y="77"/>
                  </a:cubicBezTo>
                  <a:cubicBezTo>
                    <a:pt x="70" y="77"/>
                    <a:pt x="70" y="76"/>
                    <a:pt x="70" y="75"/>
                  </a:cubicBezTo>
                  <a:cubicBezTo>
                    <a:pt x="70" y="75"/>
                    <a:pt x="70" y="74"/>
                    <a:pt x="70" y="73"/>
                  </a:cubicBezTo>
                  <a:cubicBezTo>
                    <a:pt x="69" y="73"/>
                    <a:pt x="68" y="73"/>
                    <a:pt x="68" y="73"/>
                  </a:cubicBezTo>
                  <a:cubicBezTo>
                    <a:pt x="68" y="73"/>
                    <a:pt x="67" y="73"/>
                    <a:pt x="66" y="73"/>
                  </a:cubicBezTo>
                  <a:cubicBezTo>
                    <a:pt x="66" y="73"/>
                    <a:pt x="66" y="72"/>
                    <a:pt x="66" y="72"/>
                  </a:cubicBezTo>
                  <a:cubicBezTo>
                    <a:pt x="65" y="71"/>
                    <a:pt x="65" y="70"/>
                    <a:pt x="64" y="70"/>
                  </a:cubicBezTo>
                  <a:cubicBezTo>
                    <a:pt x="64" y="70"/>
                    <a:pt x="62" y="70"/>
                    <a:pt x="62" y="70"/>
                  </a:cubicBezTo>
                  <a:cubicBezTo>
                    <a:pt x="61" y="70"/>
                    <a:pt x="59" y="71"/>
                    <a:pt x="58" y="71"/>
                  </a:cubicBezTo>
                  <a:cubicBezTo>
                    <a:pt x="58" y="71"/>
                    <a:pt x="57" y="70"/>
                    <a:pt x="57" y="69"/>
                  </a:cubicBezTo>
                  <a:cubicBezTo>
                    <a:pt x="56" y="69"/>
                    <a:pt x="55" y="69"/>
                    <a:pt x="54" y="69"/>
                  </a:cubicBezTo>
                  <a:cubicBezTo>
                    <a:pt x="53" y="69"/>
                    <a:pt x="52" y="70"/>
                    <a:pt x="51" y="70"/>
                  </a:cubicBezTo>
                  <a:cubicBezTo>
                    <a:pt x="51" y="70"/>
                    <a:pt x="50" y="71"/>
                    <a:pt x="49" y="71"/>
                  </a:cubicBezTo>
                  <a:cubicBezTo>
                    <a:pt x="49" y="72"/>
                    <a:pt x="48" y="72"/>
                    <a:pt x="48" y="73"/>
                  </a:cubicBezTo>
                  <a:cubicBezTo>
                    <a:pt x="48" y="73"/>
                    <a:pt x="48" y="74"/>
                    <a:pt x="48" y="75"/>
                  </a:cubicBezTo>
                  <a:cubicBezTo>
                    <a:pt x="48" y="75"/>
                    <a:pt x="47" y="76"/>
                    <a:pt x="47" y="76"/>
                  </a:cubicBezTo>
                  <a:cubicBezTo>
                    <a:pt x="46" y="77"/>
                    <a:pt x="46" y="76"/>
                    <a:pt x="45" y="76"/>
                  </a:cubicBezTo>
                  <a:cubicBezTo>
                    <a:pt x="45" y="76"/>
                    <a:pt x="44" y="75"/>
                    <a:pt x="44" y="75"/>
                  </a:cubicBezTo>
                  <a:cubicBezTo>
                    <a:pt x="43" y="75"/>
                    <a:pt x="42" y="75"/>
                    <a:pt x="42" y="75"/>
                  </a:cubicBezTo>
                  <a:cubicBezTo>
                    <a:pt x="42" y="75"/>
                    <a:pt x="41" y="75"/>
                    <a:pt x="40" y="75"/>
                  </a:cubicBezTo>
                  <a:cubicBezTo>
                    <a:pt x="39" y="75"/>
                    <a:pt x="38" y="75"/>
                    <a:pt x="38" y="74"/>
                  </a:cubicBezTo>
                  <a:cubicBezTo>
                    <a:pt x="37" y="74"/>
                    <a:pt x="38" y="72"/>
                    <a:pt x="38" y="71"/>
                  </a:cubicBezTo>
                  <a:cubicBezTo>
                    <a:pt x="38" y="71"/>
                    <a:pt x="39" y="69"/>
                    <a:pt x="39" y="68"/>
                  </a:cubicBezTo>
                  <a:cubicBezTo>
                    <a:pt x="38" y="68"/>
                    <a:pt x="37" y="66"/>
                    <a:pt x="37" y="66"/>
                  </a:cubicBezTo>
                  <a:cubicBezTo>
                    <a:pt x="36" y="65"/>
                    <a:pt x="36" y="65"/>
                    <a:pt x="35" y="65"/>
                  </a:cubicBezTo>
                  <a:cubicBezTo>
                    <a:pt x="35" y="65"/>
                    <a:pt x="34" y="65"/>
                    <a:pt x="34" y="65"/>
                  </a:cubicBezTo>
                  <a:cubicBezTo>
                    <a:pt x="33" y="66"/>
                    <a:pt x="33" y="67"/>
                    <a:pt x="33" y="67"/>
                  </a:cubicBezTo>
                  <a:cubicBezTo>
                    <a:pt x="32" y="67"/>
                    <a:pt x="31" y="67"/>
                    <a:pt x="31" y="66"/>
                  </a:cubicBezTo>
                  <a:cubicBezTo>
                    <a:pt x="31" y="66"/>
                    <a:pt x="31" y="64"/>
                    <a:pt x="30" y="64"/>
                  </a:cubicBezTo>
                  <a:cubicBezTo>
                    <a:pt x="29" y="63"/>
                    <a:pt x="27" y="62"/>
                    <a:pt x="26" y="61"/>
                  </a:cubicBezTo>
                  <a:cubicBezTo>
                    <a:pt x="25" y="61"/>
                    <a:pt x="22" y="60"/>
                    <a:pt x="21" y="60"/>
                  </a:cubicBezTo>
                  <a:cubicBezTo>
                    <a:pt x="20" y="59"/>
                    <a:pt x="19" y="59"/>
                    <a:pt x="18" y="58"/>
                  </a:cubicBezTo>
                  <a:cubicBezTo>
                    <a:pt x="17" y="57"/>
                    <a:pt x="15" y="55"/>
                    <a:pt x="13" y="55"/>
                  </a:cubicBezTo>
                  <a:cubicBezTo>
                    <a:pt x="12" y="54"/>
                    <a:pt x="11" y="52"/>
                    <a:pt x="9" y="52"/>
                  </a:cubicBezTo>
                  <a:cubicBezTo>
                    <a:pt x="9" y="51"/>
                    <a:pt x="7" y="50"/>
                    <a:pt x="6" y="50"/>
                  </a:cubicBezTo>
                  <a:cubicBezTo>
                    <a:pt x="5" y="49"/>
                    <a:pt x="3" y="48"/>
                    <a:pt x="2" y="48"/>
                  </a:cubicBezTo>
                  <a:cubicBezTo>
                    <a:pt x="1" y="47"/>
                    <a:pt x="1" y="45"/>
                    <a:pt x="1" y="44"/>
                  </a:cubicBezTo>
                  <a:cubicBezTo>
                    <a:pt x="0" y="43"/>
                    <a:pt x="0" y="41"/>
                    <a:pt x="0" y="40"/>
                  </a:cubicBezTo>
                  <a:cubicBezTo>
                    <a:pt x="0" y="39"/>
                    <a:pt x="0" y="37"/>
                    <a:pt x="0" y="37"/>
                  </a:cubicBezTo>
                  <a:cubicBezTo>
                    <a:pt x="0" y="36"/>
                    <a:pt x="1" y="35"/>
                    <a:pt x="2" y="35"/>
                  </a:cubicBezTo>
                  <a:cubicBezTo>
                    <a:pt x="2" y="35"/>
                    <a:pt x="4" y="35"/>
                    <a:pt x="4" y="35"/>
                  </a:cubicBezTo>
                  <a:cubicBezTo>
                    <a:pt x="5" y="35"/>
                    <a:pt x="6" y="37"/>
                    <a:pt x="7" y="37"/>
                  </a:cubicBezTo>
                  <a:cubicBezTo>
                    <a:pt x="7" y="37"/>
                    <a:pt x="9" y="38"/>
                    <a:pt x="10" y="38"/>
                  </a:cubicBezTo>
                  <a:cubicBezTo>
                    <a:pt x="10" y="38"/>
                    <a:pt x="11" y="37"/>
                    <a:pt x="11" y="37"/>
                  </a:cubicBezTo>
                  <a:cubicBezTo>
                    <a:pt x="11" y="36"/>
                    <a:pt x="13" y="36"/>
                    <a:pt x="13" y="36"/>
                  </a:cubicBezTo>
                  <a:cubicBezTo>
                    <a:pt x="14" y="36"/>
                    <a:pt x="15" y="36"/>
                    <a:pt x="15" y="36"/>
                  </a:cubicBezTo>
                  <a:cubicBezTo>
                    <a:pt x="16" y="36"/>
                    <a:pt x="18" y="36"/>
                    <a:pt x="18" y="36"/>
                  </a:cubicBezTo>
                  <a:cubicBezTo>
                    <a:pt x="19" y="35"/>
                    <a:pt x="18" y="33"/>
                    <a:pt x="19" y="32"/>
                  </a:cubicBezTo>
                  <a:cubicBezTo>
                    <a:pt x="19" y="31"/>
                    <a:pt x="19" y="28"/>
                    <a:pt x="19" y="27"/>
                  </a:cubicBezTo>
                  <a:cubicBezTo>
                    <a:pt x="19" y="26"/>
                    <a:pt x="20" y="24"/>
                    <a:pt x="20" y="23"/>
                  </a:cubicBezTo>
                  <a:cubicBezTo>
                    <a:pt x="21" y="23"/>
                    <a:pt x="22" y="23"/>
                    <a:pt x="23" y="23"/>
                  </a:cubicBezTo>
                  <a:cubicBezTo>
                    <a:pt x="25" y="24"/>
                    <a:pt x="28" y="26"/>
                    <a:pt x="30" y="26"/>
                  </a:cubicBezTo>
                  <a:cubicBezTo>
                    <a:pt x="31" y="26"/>
                    <a:pt x="35" y="26"/>
                    <a:pt x="36" y="26"/>
                  </a:cubicBezTo>
                  <a:cubicBezTo>
                    <a:pt x="37" y="26"/>
                    <a:pt x="39" y="25"/>
                    <a:pt x="40" y="24"/>
                  </a:cubicBezTo>
                  <a:cubicBezTo>
                    <a:pt x="42" y="24"/>
                    <a:pt x="44" y="23"/>
                    <a:pt x="45" y="23"/>
                  </a:cubicBezTo>
                  <a:cubicBezTo>
                    <a:pt x="46" y="23"/>
                    <a:pt x="47" y="23"/>
                    <a:pt x="48" y="23"/>
                  </a:cubicBezTo>
                  <a:cubicBezTo>
                    <a:pt x="49" y="24"/>
                    <a:pt x="51" y="25"/>
                    <a:pt x="52" y="26"/>
                  </a:cubicBezTo>
                  <a:cubicBezTo>
                    <a:pt x="53" y="26"/>
                    <a:pt x="56" y="26"/>
                    <a:pt x="57" y="26"/>
                  </a:cubicBezTo>
                  <a:cubicBezTo>
                    <a:pt x="58" y="27"/>
                    <a:pt x="60" y="27"/>
                    <a:pt x="61" y="27"/>
                  </a:cubicBezTo>
                  <a:cubicBezTo>
                    <a:pt x="62" y="28"/>
                    <a:pt x="62" y="30"/>
                    <a:pt x="63" y="31"/>
                  </a:cubicBezTo>
                  <a:cubicBezTo>
                    <a:pt x="63" y="32"/>
                    <a:pt x="64" y="34"/>
                    <a:pt x="65" y="34"/>
                  </a:cubicBezTo>
                  <a:cubicBezTo>
                    <a:pt x="66" y="35"/>
                    <a:pt x="69" y="34"/>
                    <a:pt x="71" y="34"/>
                  </a:cubicBezTo>
                  <a:cubicBezTo>
                    <a:pt x="72" y="34"/>
                    <a:pt x="75" y="34"/>
                    <a:pt x="77" y="34"/>
                  </a:cubicBezTo>
                  <a:cubicBezTo>
                    <a:pt x="79" y="35"/>
                    <a:pt x="82" y="35"/>
                    <a:pt x="84" y="35"/>
                  </a:cubicBezTo>
                  <a:cubicBezTo>
                    <a:pt x="85" y="35"/>
                    <a:pt x="87" y="34"/>
                    <a:pt x="88" y="34"/>
                  </a:cubicBezTo>
                  <a:cubicBezTo>
                    <a:pt x="88" y="33"/>
                    <a:pt x="90" y="33"/>
                    <a:pt x="91" y="33"/>
                  </a:cubicBezTo>
                  <a:cubicBezTo>
                    <a:pt x="92" y="32"/>
                    <a:pt x="94" y="32"/>
                    <a:pt x="95" y="32"/>
                  </a:cubicBezTo>
                  <a:cubicBezTo>
                    <a:pt x="96" y="32"/>
                    <a:pt x="99" y="32"/>
                    <a:pt x="100" y="31"/>
                  </a:cubicBezTo>
                  <a:cubicBezTo>
                    <a:pt x="101" y="31"/>
                    <a:pt x="103" y="29"/>
                    <a:pt x="104" y="29"/>
                  </a:cubicBezTo>
                  <a:cubicBezTo>
                    <a:pt x="105" y="29"/>
                    <a:pt x="108" y="30"/>
                    <a:pt x="109" y="31"/>
                  </a:cubicBezTo>
                  <a:cubicBezTo>
                    <a:pt x="110" y="31"/>
                    <a:pt x="112" y="31"/>
                    <a:pt x="113" y="31"/>
                  </a:cubicBezTo>
                  <a:cubicBezTo>
                    <a:pt x="114" y="30"/>
                    <a:pt x="116" y="29"/>
                    <a:pt x="117" y="29"/>
                  </a:cubicBezTo>
                  <a:cubicBezTo>
                    <a:pt x="118" y="29"/>
                    <a:pt x="119" y="28"/>
                    <a:pt x="119" y="28"/>
                  </a:cubicBezTo>
                  <a:cubicBezTo>
                    <a:pt x="119" y="28"/>
                    <a:pt x="120" y="29"/>
                    <a:pt x="120" y="30"/>
                  </a:cubicBezTo>
                  <a:cubicBezTo>
                    <a:pt x="120" y="30"/>
                    <a:pt x="119" y="31"/>
                    <a:pt x="119" y="32"/>
                  </a:cubicBezTo>
                  <a:cubicBezTo>
                    <a:pt x="118" y="32"/>
                    <a:pt x="117" y="33"/>
                    <a:pt x="116" y="34"/>
                  </a:cubicBezTo>
                  <a:cubicBezTo>
                    <a:pt x="116" y="35"/>
                    <a:pt x="116" y="36"/>
                    <a:pt x="116" y="37"/>
                  </a:cubicBezTo>
                  <a:cubicBezTo>
                    <a:pt x="116" y="37"/>
                    <a:pt x="116" y="38"/>
                    <a:pt x="116" y="39"/>
                  </a:cubicBezTo>
                  <a:cubicBezTo>
                    <a:pt x="116" y="40"/>
                    <a:pt x="117" y="41"/>
                    <a:pt x="118" y="41"/>
                  </a:cubicBezTo>
                  <a:cubicBezTo>
                    <a:pt x="118" y="41"/>
                    <a:pt x="120" y="41"/>
                    <a:pt x="121" y="40"/>
                  </a:cubicBezTo>
                  <a:cubicBezTo>
                    <a:pt x="121" y="40"/>
                    <a:pt x="122" y="40"/>
                    <a:pt x="122" y="40"/>
                  </a:cubicBezTo>
                  <a:cubicBezTo>
                    <a:pt x="122" y="39"/>
                    <a:pt x="122" y="38"/>
                    <a:pt x="122" y="38"/>
                  </a:cubicBezTo>
                  <a:cubicBezTo>
                    <a:pt x="121" y="37"/>
                    <a:pt x="120" y="37"/>
                    <a:pt x="120" y="37"/>
                  </a:cubicBezTo>
                  <a:cubicBezTo>
                    <a:pt x="120" y="37"/>
                    <a:pt x="119" y="39"/>
                    <a:pt x="119" y="39"/>
                  </a:cubicBezTo>
                  <a:cubicBezTo>
                    <a:pt x="118" y="39"/>
                    <a:pt x="118" y="38"/>
                    <a:pt x="118" y="38"/>
                  </a:cubicBezTo>
                  <a:cubicBezTo>
                    <a:pt x="117" y="37"/>
                    <a:pt x="117" y="36"/>
                    <a:pt x="117" y="35"/>
                  </a:cubicBezTo>
                  <a:cubicBezTo>
                    <a:pt x="118" y="35"/>
                    <a:pt x="119" y="34"/>
                    <a:pt x="120" y="33"/>
                  </a:cubicBezTo>
                  <a:cubicBezTo>
                    <a:pt x="120" y="33"/>
                    <a:pt x="121" y="33"/>
                    <a:pt x="121" y="32"/>
                  </a:cubicBezTo>
                  <a:cubicBezTo>
                    <a:pt x="122" y="32"/>
                    <a:pt x="122" y="30"/>
                    <a:pt x="122" y="30"/>
                  </a:cubicBezTo>
                  <a:cubicBezTo>
                    <a:pt x="122" y="29"/>
                    <a:pt x="123" y="29"/>
                    <a:pt x="124" y="28"/>
                  </a:cubicBezTo>
                  <a:cubicBezTo>
                    <a:pt x="124" y="27"/>
                    <a:pt x="124" y="26"/>
                    <a:pt x="124" y="25"/>
                  </a:cubicBezTo>
                  <a:cubicBezTo>
                    <a:pt x="124" y="25"/>
                    <a:pt x="124" y="23"/>
                    <a:pt x="123" y="22"/>
                  </a:cubicBezTo>
                  <a:cubicBezTo>
                    <a:pt x="123" y="21"/>
                    <a:pt x="122" y="19"/>
                    <a:pt x="121" y="18"/>
                  </a:cubicBezTo>
                  <a:cubicBezTo>
                    <a:pt x="121" y="17"/>
                    <a:pt x="120" y="15"/>
                    <a:pt x="120" y="14"/>
                  </a:cubicBezTo>
                  <a:cubicBezTo>
                    <a:pt x="120" y="13"/>
                    <a:pt x="121" y="11"/>
                    <a:pt x="121" y="10"/>
                  </a:cubicBezTo>
                  <a:cubicBezTo>
                    <a:pt x="121" y="9"/>
                    <a:pt x="122" y="8"/>
                    <a:pt x="121" y="7"/>
                  </a:cubicBezTo>
                  <a:cubicBezTo>
                    <a:pt x="121" y="6"/>
                    <a:pt x="121" y="6"/>
                    <a:pt x="120" y="5"/>
                  </a:cubicBezTo>
                  <a:cubicBezTo>
                    <a:pt x="120" y="5"/>
                    <a:pt x="119" y="4"/>
                    <a:pt x="119" y="3"/>
                  </a:cubicBezTo>
                  <a:cubicBezTo>
                    <a:pt x="119" y="3"/>
                    <a:pt x="119" y="2"/>
                    <a:pt x="119" y="2"/>
                  </a:cubicBezTo>
                  <a:cubicBezTo>
                    <a:pt x="120" y="2"/>
                    <a:pt x="121" y="2"/>
                    <a:pt x="122" y="2"/>
                  </a:cubicBezTo>
                  <a:cubicBezTo>
                    <a:pt x="122" y="2"/>
                    <a:pt x="123" y="1"/>
                    <a:pt x="124" y="1"/>
                  </a:cubicBezTo>
                  <a:cubicBezTo>
                    <a:pt x="124" y="1"/>
                    <a:pt x="124" y="2"/>
                    <a:pt x="124" y="2"/>
                  </a:cubicBezTo>
                  <a:cubicBezTo>
                    <a:pt x="125" y="2"/>
                    <a:pt x="126" y="3"/>
                    <a:pt x="126" y="3"/>
                  </a:cubicBezTo>
                  <a:cubicBezTo>
                    <a:pt x="126" y="4"/>
                    <a:pt x="126" y="5"/>
                    <a:pt x="126" y="6"/>
                  </a:cubicBezTo>
                  <a:cubicBezTo>
                    <a:pt x="126" y="7"/>
                    <a:pt x="126" y="8"/>
                    <a:pt x="126" y="9"/>
                  </a:cubicBezTo>
                  <a:cubicBezTo>
                    <a:pt x="126" y="9"/>
                    <a:pt x="127" y="10"/>
                    <a:pt x="127" y="11"/>
                  </a:cubicBezTo>
                  <a:cubicBezTo>
                    <a:pt x="127" y="11"/>
                    <a:pt x="128" y="11"/>
                    <a:pt x="128" y="11"/>
                  </a:cubicBezTo>
                  <a:cubicBezTo>
                    <a:pt x="129" y="11"/>
                    <a:pt x="130" y="10"/>
                    <a:pt x="131" y="10"/>
                  </a:cubicBezTo>
                  <a:cubicBezTo>
                    <a:pt x="131" y="10"/>
                    <a:pt x="133" y="10"/>
                    <a:pt x="133" y="10"/>
                  </a:cubicBezTo>
                  <a:cubicBezTo>
                    <a:pt x="134" y="11"/>
                    <a:pt x="134" y="11"/>
                    <a:pt x="134" y="12"/>
                  </a:cubicBezTo>
                  <a:cubicBezTo>
                    <a:pt x="135" y="12"/>
                    <a:pt x="136" y="13"/>
                    <a:pt x="136" y="13"/>
                  </a:cubicBezTo>
                  <a:cubicBezTo>
                    <a:pt x="137" y="14"/>
                    <a:pt x="138" y="14"/>
                    <a:pt x="138" y="14"/>
                  </a:cubicBezTo>
                  <a:cubicBezTo>
                    <a:pt x="139" y="14"/>
                    <a:pt x="140" y="13"/>
                    <a:pt x="140" y="12"/>
                  </a:cubicBezTo>
                  <a:cubicBezTo>
                    <a:pt x="140" y="12"/>
                    <a:pt x="141" y="12"/>
                    <a:pt x="141" y="11"/>
                  </a:cubicBezTo>
                  <a:cubicBezTo>
                    <a:pt x="142" y="11"/>
                    <a:pt x="142" y="10"/>
                    <a:pt x="142" y="10"/>
                  </a:cubicBezTo>
                  <a:cubicBezTo>
                    <a:pt x="143" y="9"/>
                    <a:pt x="146" y="9"/>
                    <a:pt x="147" y="9"/>
                  </a:cubicBezTo>
                  <a:cubicBezTo>
                    <a:pt x="148" y="9"/>
                    <a:pt x="149" y="9"/>
                    <a:pt x="150" y="9"/>
                  </a:cubicBezTo>
                  <a:cubicBezTo>
                    <a:pt x="151" y="9"/>
                    <a:pt x="152" y="10"/>
                    <a:pt x="153" y="10"/>
                  </a:cubicBezTo>
                  <a:cubicBezTo>
                    <a:pt x="153" y="10"/>
                    <a:pt x="154" y="10"/>
                    <a:pt x="155" y="10"/>
                  </a:cubicBezTo>
                  <a:cubicBezTo>
                    <a:pt x="155" y="10"/>
                    <a:pt x="156" y="9"/>
                    <a:pt x="156" y="8"/>
                  </a:cubicBezTo>
                  <a:cubicBezTo>
                    <a:pt x="156" y="7"/>
                    <a:pt x="154" y="6"/>
                    <a:pt x="153" y="6"/>
                  </a:cubicBezTo>
                  <a:cubicBezTo>
                    <a:pt x="153" y="6"/>
                    <a:pt x="151" y="6"/>
                    <a:pt x="151" y="6"/>
                  </a:cubicBezTo>
                  <a:cubicBezTo>
                    <a:pt x="150" y="6"/>
                    <a:pt x="149" y="5"/>
                    <a:pt x="149" y="5"/>
                  </a:cubicBezTo>
                  <a:cubicBezTo>
                    <a:pt x="148" y="4"/>
                    <a:pt x="148" y="3"/>
                    <a:pt x="149" y="3"/>
                  </a:cubicBezTo>
                  <a:cubicBezTo>
                    <a:pt x="149" y="3"/>
                    <a:pt x="150" y="2"/>
                    <a:pt x="150" y="2"/>
                  </a:cubicBezTo>
                  <a:cubicBezTo>
                    <a:pt x="151" y="2"/>
                    <a:pt x="152" y="2"/>
                    <a:pt x="153" y="2"/>
                  </a:cubicBezTo>
                  <a:cubicBezTo>
                    <a:pt x="153" y="2"/>
                    <a:pt x="154" y="3"/>
                    <a:pt x="155" y="3"/>
                  </a:cubicBezTo>
                  <a:cubicBezTo>
                    <a:pt x="155" y="3"/>
                    <a:pt x="156" y="4"/>
                    <a:pt x="157" y="4"/>
                  </a:cubicBezTo>
                  <a:cubicBezTo>
                    <a:pt x="157" y="4"/>
                    <a:pt x="158" y="5"/>
                    <a:pt x="158" y="5"/>
                  </a:cubicBezTo>
                  <a:cubicBezTo>
                    <a:pt x="158" y="5"/>
                    <a:pt x="160" y="6"/>
                    <a:pt x="160" y="6"/>
                  </a:cubicBezTo>
                  <a:cubicBezTo>
                    <a:pt x="161" y="6"/>
                    <a:pt x="162" y="6"/>
                    <a:pt x="163" y="6"/>
                  </a:cubicBezTo>
                  <a:cubicBezTo>
                    <a:pt x="163" y="6"/>
                    <a:pt x="164" y="6"/>
                    <a:pt x="165" y="6"/>
                  </a:cubicBezTo>
                  <a:cubicBezTo>
                    <a:pt x="165" y="6"/>
                    <a:pt x="166" y="6"/>
                    <a:pt x="167"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110"/>
            <p:cNvSpPr>
              <a:spLocks/>
            </p:cNvSpPr>
            <p:nvPr/>
          </p:nvSpPr>
          <p:spPr bwMode="auto">
            <a:xfrm>
              <a:off x="1455738" y="4441826"/>
              <a:ext cx="50800" cy="44450"/>
            </a:xfrm>
            <a:custGeom>
              <a:avLst/>
              <a:gdLst/>
              <a:ahLst/>
              <a:cxnLst>
                <a:cxn ang="0">
                  <a:pos x="27" y="12"/>
                </a:cxn>
                <a:cxn ang="0">
                  <a:pos x="27" y="16"/>
                </a:cxn>
                <a:cxn ang="0">
                  <a:pos x="24" y="16"/>
                </a:cxn>
                <a:cxn ang="0">
                  <a:pos x="22" y="16"/>
                </a:cxn>
                <a:cxn ang="0">
                  <a:pos x="20" y="18"/>
                </a:cxn>
                <a:cxn ang="0">
                  <a:pos x="19" y="21"/>
                </a:cxn>
                <a:cxn ang="0">
                  <a:pos x="16" y="23"/>
                </a:cxn>
                <a:cxn ang="0">
                  <a:pos x="14" y="24"/>
                </a:cxn>
                <a:cxn ang="0">
                  <a:pos x="10" y="24"/>
                </a:cxn>
                <a:cxn ang="0">
                  <a:pos x="9" y="24"/>
                </a:cxn>
                <a:cxn ang="0">
                  <a:pos x="10" y="23"/>
                </a:cxn>
                <a:cxn ang="0">
                  <a:pos x="11" y="22"/>
                </a:cxn>
                <a:cxn ang="0">
                  <a:pos x="11" y="20"/>
                </a:cxn>
                <a:cxn ang="0">
                  <a:pos x="11" y="19"/>
                </a:cxn>
                <a:cxn ang="0">
                  <a:pos x="10" y="20"/>
                </a:cxn>
                <a:cxn ang="0">
                  <a:pos x="9" y="22"/>
                </a:cxn>
                <a:cxn ang="0">
                  <a:pos x="6" y="24"/>
                </a:cxn>
                <a:cxn ang="0">
                  <a:pos x="4" y="24"/>
                </a:cxn>
                <a:cxn ang="0">
                  <a:pos x="2" y="22"/>
                </a:cxn>
                <a:cxn ang="0">
                  <a:pos x="1" y="20"/>
                </a:cxn>
                <a:cxn ang="0">
                  <a:pos x="0" y="18"/>
                </a:cxn>
                <a:cxn ang="0">
                  <a:pos x="0" y="14"/>
                </a:cxn>
                <a:cxn ang="0">
                  <a:pos x="0" y="12"/>
                </a:cxn>
                <a:cxn ang="0">
                  <a:pos x="0" y="11"/>
                </a:cxn>
                <a:cxn ang="0">
                  <a:pos x="2" y="10"/>
                </a:cxn>
                <a:cxn ang="0">
                  <a:pos x="2" y="7"/>
                </a:cxn>
                <a:cxn ang="0">
                  <a:pos x="2" y="6"/>
                </a:cxn>
                <a:cxn ang="0">
                  <a:pos x="2" y="4"/>
                </a:cxn>
                <a:cxn ang="0">
                  <a:pos x="3" y="3"/>
                </a:cxn>
                <a:cxn ang="0">
                  <a:pos x="3" y="3"/>
                </a:cxn>
                <a:cxn ang="0">
                  <a:pos x="4" y="3"/>
                </a:cxn>
                <a:cxn ang="0">
                  <a:pos x="6" y="3"/>
                </a:cxn>
                <a:cxn ang="0">
                  <a:pos x="10" y="0"/>
                </a:cxn>
                <a:cxn ang="0">
                  <a:pos x="12" y="1"/>
                </a:cxn>
                <a:cxn ang="0">
                  <a:pos x="14" y="3"/>
                </a:cxn>
                <a:cxn ang="0">
                  <a:pos x="14" y="5"/>
                </a:cxn>
                <a:cxn ang="0">
                  <a:pos x="17" y="7"/>
                </a:cxn>
                <a:cxn ang="0">
                  <a:pos x="18" y="9"/>
                </a:cxn>
                <a:cxn ang="0">
                  <a:pos x="19" y="9"/>
                </a:cxn>
                <a:cxn ang="0">
                  <a:pos x="21" y="10"/>
                </a:cxn>
                <a:cxn ang="0">
                  <a:pos x="22" y="11"/>
                </a:cxn>
                <a:cxn ang="0">
                  <a:pos x="23" y="10"/>
                </a:cxn>
                <a:cxn ang="0">
                  <a:pos x="25" y="9"/>
                </a:cxn>
                <a:cxn ang="0">
                  <a:pos x="26" y="12"/>
                </a:cxn>
                <a:cxn ang="0">
                  <a:pos x="27" y="12"/>
                </a:cxn>
              </a:cxnLst>
              <a:rect l="0" t="0" r="r" b="b"/>
              <a:pathLst>
                <a:path w="27" h="24">
                  <a:moveTo>
                    <a:pt x="27" y="12"/>
                  </a:moveTo>
                  <a:cubicBezTo>
                    <a:pt x="27" y="13"/>
                    <a:pt x="27" y="15"/>
                    <a:pt x="27" y="16"/>
                  </a:cubicBezTo>
                  <a:cubicBezTo>
                    <a:pt x="26" y="16"/>
                    <a:pt x="25" y="16"/>
                    <a:pt x="24" y="16"/>
                  </a:cubicBezTo>
                  <a:cubicBezTo>
                    <a:pt x="23" y="17"/>
                    <a:pt x="22" y="16"/>
                    <a:pt x="22" y="16"/>
                  </a:cubicBezTo>
                  <a:cubicBezTo>
                    <a:pt x="21" y="17"/>
                    <a:pt x="20" y="18"/>
                    <a:pt x="20" y="18"/>
                  </a:cubicBezTo>
                  <a:cubicBezTo>
                    <a:pt x="19" y="19"/>
                    <a:pt x="19" y="20"/>
                    <a:pt x="19" y="21"/>
                  </a:cubicBezTo>
                  <a:cubicBezTo>
                    <a:pt x="18" y="22"/>
                    <a:pt x="17" y="23"/>
                    <a:pt x="16" y="23"/>
                  </a:cubicBezTo>
                  <a:cubicBezTo>
                    <a:pt x="15" y="23"/>
                    <a:pt x="14" y="24"/>
                    <a:pt x="14" y="24"/>
                  </a:cubicBezTo>
                  <a:cubicBezTo>
                    <a:pt x="13" y="24"/>
                    <a:pt x="11" y="24"/>
                    <a:pt x="10" y="24"/>
                  </a:cubicBezTo>
                  <a:cubicBezTo>
                    <a:pt x="10" y="24"/>
                    <a:pt x="10" y="24"/>
                    <a:pt x="9" y="24"/>
                  </a:cubicBezTo>
                  <a:cubicBezTo>
                    <a:pt x="10" y="23"/>
                    <a:pt x="10" y="23"/>
                    <a:pt x="10" y="23"/>
                  </a:cubicBezTo>
                  <a:cubicBezTo>
                    <a:pt x="11" y="23"/>
                    <a:pt x="11" y="22"/>
                    <a:pt x="11" y="22"/>
                  </a:cubicBezTo>
                  <a:cubicBezTo>
                    <a:pt x="11" y="21"/>
                    <a:pt x="11" y="21"/>
                    <a:pt x="11" y="20"/>
                  </a:cubicBezTo>
                  <a:cubicBezTo>
                    <a:pt x="11" y="20"/>
                    <a:pt x="12" y="19"/>
                    <a:pt x="11" y="19"/>
                  </a:cubicBezTo>
                  <a:cubicBezTo>
                    <a:pt x="11" y="19"/>
                    <a:pt x="11" y="20"/>
                    <a:pt x="10" y="20"/>
                  </a:cubicBezTo>
                  <a:cubicBezTo>
                    <a:pt x="10" y="21"/>
                    <a:pt x="9" y="22"/>
                    <a:pt x="9" y="22"/>
                  </a:cubicBezTo>
                  <a:cubicBezTo>
                    <a:pt x="8" y="23"/>
                    <a:pt x="7" y="24"/>
                    <a:pt x="6" y="24"/>
                  </a:cubicBezTo>
                  <a:cubicBezTo>
                    <a:pt x="6" y="24"/>
                    <a:pt x="5" y="24"/>
                    <a:pt x="4" y="24"/>
                  </a:cubicBezTo>
                  <a:cubicBezTo>
                    <a:pt x="4" y="24"/>
                    <a:pt x="3" y="22"/>
                    <a:pt x="2" y="22"/>
                  </a:cubicBezTo>
                  <a:cubicBezTo>
                    <a:pt x="2" y="22"/>
                    <a:pt x="1" y="21"/>
                    <a:pt x="1" y="20"/>
                  </a:cubicBezTo>
                  <a:cubicBezTo>
                    <a:pt x="1" y="20"/>
                    <a:pt x="0" y="18"/>
                    <a:pt x="0" y="18"/>
                  </a:cubicBezTo>
                  <a:cubicBezTo>
                    <a:pt x="0" y="17"/>
                    <a:pt x="0" y="15"/>
                    <a:pt x="0" y="14"/>
                  </a:cubicBezTo>
                  <a:cubicBezTo>
                    <a:pt x="0" y="14"/>
                    <a:pt x="0" y="13"/>
                    <a:pt x="0" y="12"/>
                  </a:cubicBezTo>
                  <a:cubicBezTo>
                    <a:pt x="0" y="12"/>
                    <a:pt x="0" y="11"/>
                    <a:pt x="0" y="11"/>
                  </a:cubicBezTo>
                  <a:cubicBezTo>
                    <a:pt x="1" y="10"/>
                    <a:pt x="2" y="10"/>
                    <a:pt x="2" y="10"/>
                  </a:cubicBezTo>
                  <a:cubicBezTo>
                    <a:pt x="2" y="9"/>
                    <a:pt x="2" y="8"/>
                    <a:pt x="2" y="7"/>
                  </a:cubicBezTo>
                  <a:cubicBezTo>
                    <a:pt x="2" y="7"/>
                    <a:pt x="2" y="6"/>
                    <a:pt x="2" y="6"/>
                  </a:cubicBezTo>
                  <a:cubicBezTo>
                    <a:pt x="2" y="5"/>
                    <a:pt x="2" y="4"/>
                    <a:pt x="2" y="4"/>
                  </a:cubicBezTo>
                  <a:cubicBezTo>
                    <a:pt x="2" y="4"/>
                    <a:pt x="3" y="4"/>
                    <a:pt x="3" y="3"/>
                  </a:cubicBezTo>
                  <a:cubicBezTo>
                    <a:pt x="3" y="3"/>
                    <a:pt x="3" y="3"/>
                    <a:pt x="3" y="3"/>
                  </a:cubicBezTo>
                  <a:cubicBezTo>
                    <a:pt x="4" y="3"/>
                    <a:pt x="4" y="3"/>
                    <a:pt x="4" y="3"/>
                  </a:cubicBezTo>
                  <a:cubicBezTo>
                    <a:pt x="5" y="3"/>
                    <a:pt x="6" y="3"/>
                    <a:pt x="6" y="3"/>
                  </a:cubicBezTo>
                  <a:cubicBezTo>
                    <a:pt x="7" y="2"/>
                    <a:pt x="9" y="0"/>
                    <a:pt x="10" y="0"/>
                  </a:cubicBezTo>
                  <a:cubicBezTo>
                    <a:pt x="11" y="0"/>
                    <a:pt x="12" y="0"/>
                    <a:pt x="12" y="1"/>
                  </a:cubicBezTo>
                  <a:cubicBezTo>
                    <a:pt x="13" y="1"/>
                    <a:pt x="14" y="2"/>
                    <a:pt x="14" y="3"/>
                  </a:cubicBezTo>
                  <a:cubicBezTo>
                    <a:pt x="14" y="3"/>
                    <a:pt x="14" y="4"/>
                    <a:pt x="14" y="5"/>
                  </a:cubicBezTo>
                  <a:cubicBezTo>
                    <a:pt x="15" y="6"/>
                    <a:pt x="17" y="6"/>
                    <a:pt x="17" y="7"/>
                  </a:cubicBezTo>
                  <a:cubicBezTo>
                    <a:pt x="17" y="7"/>
                    <a:pt x="18" y="8"/>
                    <a:pt x="18" y="9"/>
                  </a:cubicBezTo>
                  <a:cubicBezTo>
                    <a:pt x="18" y="9"/>
                    <a:pt x="19" y="9"/>
                    <a:pt x="19" y="9"/>
                  </a:cubicBezTo>
                  <a:cubicBezTo>
                    <a:pt x="20" y="10"/>
                    <a:pt x="21" y="10"/>
                    <a:pt x="21" y="10"/>
                  </a:cubicBezTo>
                  <a:cubicBezTo>
                    <a:pt x="22" y="10"/>
                    <a:pt x="22" y="11"/>
                    <a:pt x="22" y="11"/>
                  </a:cubicBezTo>
                  <a:cubicBezTo>
                    <a:pt x="23" y="11"/>
                    <a:pt x="23" y="10"/>
                    <a:pt x="23" y="10"/>
                  </a:cubicBezTo>
                  <a:cubicBezTo>
                    <a:pt x="24" y="10"/>
                    <a:pt x="24" y="9"/>
                    <a:pt x="25" y="9"/>
                  </a:cubicBezTo>
                  <a:cubicBezTo>
                    <a:pt x="25" y="10"/>
                    <a:pt x="25" y="11"/>
                    <a:pt x="26" y="12"/>
                  </a:cubicBezTo>
                  <a:cubicBezTo>
                    <a:pt x="26" y="12"/>
                    <a:pt x="26" y="12"/>
                    <a:pt x="27"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111"/>
            <p:cNvSpPr>
              <a:spLocks/>
            </p:cNvSpPr>
            <p:nvPr/>
          </p:nvSpPr>
          <p:spPr bwMode="auto">
            <a:xfrm>
              <a:off x="1352551" y="4081463"/>
              <a:ext cx="465138" cy="473075"/>
            </a:xfrm>
            <a:custGeom>
              <a:avLst/>
              <a:gdLst/>
              <a:ahLst/>
              <a:cxnLst>
                <a:cxn ang="0">
                  <a:pos x="239" y="112"/>
                </a:cxn>
                <a:cxn ang="0">
                  <a:pos x="238" y="127"/>
                </a:cxn>
                <a:cxn ang="0">
                  <a:pos x="217" y="131"/>
                </a:cxn>
                <a:cxn ang="0">
                  <a:pos x="193" y="141"/>
                </a:cxn>
                <a:cxn ang="0">
                  <a:pos x="182" y="149"/>
                </a:cxn>
                <a:cxn ang="0">
                  <a:pos x="170" y="146"/>
                </a:cxn>
                <a:cxn ang="0">
                  <a:pos x="167" y="151"/>
                </a:cxn>
                <a:cxn ang="0">
                  <a:pos x="162" y="170"/>
                </a:cxn>
                <a:cxn ang="0">
                  <a:pos x="162" y="186"/>
                </a:cxn>
                <a:cxn ang="0">
                  <a:pos x="152" y="197"/>
                </a:cxn>
                <a:cxn ang="0">
                  <a:pos x="160" y="207"/>
                </a:cxn>
                <a:cxn ang="0">
                  <a:pos x="149" y="213"/>
                </a:cxn>
                <a:cxn ang="0">
                  <a:pos x="137" y="201"/>
                </a:cxn>
                <a:cxn ang="0">
                  <a:pos x="147" y="212"/>
                </a:cxn>
                <a:cxn ang="0">
                  <a:pos x="137" y="236"/>
                </a:cxn>
                <a:cxn ang="0">
                  <a:pos x="128" y="251"/>
                </a:cxn>
                <a:cxn ang="0">
                  <a:pos x="122" y="241"/>
                </a:cxn>
                <a:cxn ang="0">
                  <a:pos x="119" y="234"/>
                </a:cxn>
                <a:cxn ang="0">
                  <a:pos x="117" y="247"/>
                </a:cxn>
                <a:cxn ang="0">
                  <a:pos x="104" y="243"/>
                </a:cxn>
                <a:cxn ang="0">
                  <a:pos x="107" y="229"/>
                </a:cxn>
                <a:cxn ang="0">
                  <a:pos x="97" y="229"/>
                </a:cxn>
                <a:cxn ang="0">
                  <a:pos x="89" y="226"/>
                </a:cxn>
                <a:cxn ang="0">
                  <a:pos x="75" y="227"/>
                </a:cxn>
                <a:cxn ang="0">
                  <a:pos x="74" y="219"/>
                </a:cxn>
                <a:cxn ang="0">
                  <a:pos x="63" y="219"/>
                </a:cxn>
                <a:cxn ang="0">
                  <a:pos x="77" y="207"/>
                </a:cxn>
                <a:cxn ang="0">
                  <a:pos x="74" y="200"/>
                </a:cxn>
                <a:cxn ang="0">
                  <a:pos x="58" y="194"/>
                </a:cxn>
                <a:cxn ang="0">
                  <a:pos x="53" y="190"/>
                </a:cxn>
                <a:cxn ang="0">
                  <a:pos x="53" y="180"/>
                </a:cxn>
                <a:cxn ang="0">
                  <a:pos x="43" y="169"/>
                </a:cxn>
                <a:cxn ang="0">
                  <a:pos x="35" y="162"/>
                </a:cxn>
                <a:cxn ang="0">
                  <a:pos x="28" y="132"/>
                </a:cxn>
                <a:cxn ang="0">
                  <a:pos x="21" y="118"/>
                </a:cxn>
                <a:cxn ang="0">
                  <a:pos x="16" y="104"/>
                </a:cxn>
                <a:cxn ang="0">
                  <a:pos x="15" y="79"/>
                </a:cxn>
                <a:cxn ang="0">
                  <a:pos x="0" y="78"/>
                </a:cxn>
                <a:cxn ang="0">
                  <a:pos x="20" y="59"/>
                </a:cxn>
                <a:cxn ang="0">
                  <a:pos x="45" y="51"/>
                </a:cxn>
                <a:cxn ang="0">
                  <a:pos x="51" y="61"/>
                </a:cxn>
                <a:cxn ang="0">
                  <a:pos x="54" y="47"/>
                </a:cxn>
                <a:cxn ang="0">
                  <a:pos x="67" y="40"/>
                </a:cxn>
                <a:cxn ang="0">
                  <a:pos x="55" y="42"/>
                </a:cxn>
                <a:cxn ang="0">
                  <a:pos x="42" y="27"/>
                </a:cxn>
                <a:cxn ang="0">
                  <a:pos x="56" y="13"/>
                </a:cxn>
                <a:cxn ang="0">
                  <a:pos x="85" y="9"/>
                </a:cxn>
                <a:cxn ang="0">
                  <a:pos x="112" y="1"/>
                </a:cxn>
                <a:cxn ang="0">
                  <a:pos x="120" y="18"/>
                </a:cxn>
                <a:cxn ang="0">
                  <a:pos x="106" y="26"/>
                </a:cxn>
                <a:cxn ang="0">
                  <a:pos x="136" y="48"/>
                </a:cxn>
                <a:cxn ang="0">
                  <a:pos x="147" y="57"/>
                </a:cxn>
                <a:cxn ang="0">
                  <a:pos x="162" y="51"/>
                </a:cxn>
                <a:cxn ang="0">
                  <a:pos x="175" y="59"/>
                </a:cxn>
                <a:cxn ang="0">
                  <a:pos x="193" y="74"/>
                </a:cxn>
                <a:cxn ang="0">
                  <a:pos x="211" y="80"/>
                </a:cxn>
                <a:cxn ang="0">
                  <a:pos x="227" y="89"/>
                </a:cxn>
              </a:cxnLst>
              <a:rect l="0" t="0" r="r" b="b"/>
              <a:pathLst>
                <a:path w="247" h="251">
                  <a:moveTo>
                    <a:pt x="239" y="102"/>
                  </a:moveTo>
                  <a:cubicBezTo>
                    <a:pt x="239" y="102"/>
                    <a:pt x="240" y="102"/>
                    <a:pt x="240" y="102"/>
                  </a:cubicBezTo>
                  <a:cubicBezTo>
                    <a:pt x="240" y="103"/>
                    <a:pt x="242" y="103"/>
                    <a:pt x="243" y="104"/>
                  </a:cubicBezTo>
                  <a:cubicBezTo>
                    <a:pt x="243" y="104"/>
                    <a:pt x="244" y="106"/>
                    <a:pt x="244" y="106"/>
                  </a:cubicBezTo>
                  <a:cubicBezTo>
                    <a:pt x="245" y="107"/>
                    <a:pt x="246" y="107"/>
                    <a:pt x="246" y="108"/>
                  </a:cubicBezTo>
                  <a:cubicBezTo>
                    <a:pt x="247" y="108"/>
                    <a:pt x="247" y="109"/>
                    <a:pt x="247" y="109"/>
                  </a:cubicBezTo>
                  <a:cubicBezTo>
                    <a:pt x="247" y="110"/>
                    <a:pt x="246" y="110"/>
                    <a:pt x="245" y="110"/>
                  </a:cubicBezTo>
                  <a:cubicBezTo>
                    <a:pt x="245" y="111"/>
                    <a:pt x="244" y="111"/>
                    <a:pt x="243" y="111"/>
                  </a:cubicBezTo>
                  <a:cubicBezTo>
                    <a:pt x="242" y="111"/>
                    <a:pt x="240" y="112"/>
                    <a:pt x="239" y="112"/>
                  </a:cubicBezTo>
                  <a:cubicBezTo>
                    <a:pt x="239" y="113"/>
                    <a:pt x="238" y="114"/>
                    <a:pt x="238" y="115"/>
                  </a:cubicBezTo>
                  <a:cubicBezTo>
                    <a:pt x="238" y="115"/>
                    <a:pt x="238" y="116"/>
                    <a:pt x="238" y="116"/>
                  </a:cubicBezTo>
                  <a:cubicBezTo>
                    <a:pt x="238" y="116"/>
                    <a:pt x="239" y="117"/>
                    <a:pt x="239" y="118"/>
                  </a:cubicBezTo>
                  <a:cubicBezTo>
                    <a:pt x="239" y="118"/>
                    <a:pt x="239" y="119"/>
                    <a:pt x="239" y="119"/>
                  </a:cubicBezTo>
                  <a:cubicBezTo>
                    <a:pt x="239" y="120"/>
                    <a:pt x="238" y="121"/>
                    <a:pt x="238" y="121"/>
                  </a:cubicBezTo>
                  <a:cubicBezTo>
                    <a:pt x="238" y="122"/>
                    <a:pt x="237" y="123"/>
                    <a:pt x="237" y="123"/>
                  </a:cubicBezTo>
                  <a:cubicBezTo>
                    <a:pt x="236" y="124"/>
                    <a:pt x="237" y="125"/>
                    <a:pt x="237" y="126"/>
                  </a:cubicBezTo>
                  <a:cubicBezTo>
                    <a:pt x="237" y="126"/>
                    <a:pt x="238" y="127"/>
                    <a:pt x="239" y="127"/>
                  </a:cubicBezTo>
                  <a:cubicBezTo>
                    <a:pt x="238" y="127"/>
                    <a:pt x="238" y="127"/>
                    <a:pt x="238" y="127"/>
                  </a:cubicBezTo>
                  <a:cubicBezTo>
                    <a:pt x="238" y="128"/>
                    <a:pt x="236" y="129"/>
                    <a:pt x="236" y="129"/>
                  </a:cubicBezTo>
                  <a:cubicBezTo>
                    <a:pt x="235" y="130"/>
                    <a:pt x="232" y="130"/>
                    <a:pt x="231" y="130"/>
                  </a:cubicBezTo>
                  <a:cubicBezTo>
                    <a:pt x="230" y="131"/>
                    <a:pt x="228" y="131"/>
                    <a:pt x="227" y="132"/>
                  </a:cubicBezTo>
                  <a:cubicBezTo>
                    <a:pt x="226" y="132"/>
                    <a:pt x="224" y="131"/>
                    <a:pt x="223" y="131"/>
                  </a:cubicBezTo>
                  <a:cubicBezTo>
                    <a:pt x="223" y="131"/>
                    <a:pt x="222" y="130"/>
                    <a:pt x="222" y="129"/>
                  </a:cubicBezTo>
                  <a:cubicBezTo>
                    <a:pt x="222" y="129"/>
                    <a:pt x="222" y="128"/>
                    <a:pt x="222" y="128"/>
                  </a:cubicBezTo>
                  <a:cubicBezTo>
                    <a:pt x="222" y="128"/>
                    <a:pt x="221" y="128"/>
                    <a:pt x="221" y="128"/>
                  </a:cubicBezTo>
                  <a:cubicBezTo>
                    <a:pt x="220" y="129"/>
                    <a:pt x="220" y="130"/>
                    <a:pt x="220" y="130"/>
                  </a:cubicBezTo>
                  <a:cubicBezTo>
                    <a:pt x="219" y="131"/>
                    <a:pt x="218" y="131"/>
                    <a:pt x="217" y="131"/>
                  </a:cubicBezTo>
                  <a:cubicBezTo>
                    <a:pt x="217" y="132"/>
                    <a:pt x="216" y="133"/>
                    <a:pt x="216" y="133"/>
                  </a:cubicBezTo>
                  <a:cubicBezTo>
                    <a:pt x="216" y="134"/>
                    <a:pt x="215" y="135"/>
                    <a:pt x="215" y="135"/>
                  </a:cubicBezTo>
                  <a:cubicBezTo>
                    <a:pt x="214" y="135"/>
                    <a:pt x="213" y="134"/>
                    <a:pt x="212" y="134"/>
                  </a:cubicBezTo>
                  <a:cubicBezTo>
                    <a:pt x="211" y="134"/>
                    <a:pt x="209" y="134"/>
                    <a:pt x="209" y="134"/>
                  </a:cubicBezTo>
                  <a:cubicBezTo>
                    <a:pt x="208" y="135"/>
                    <a:pt x="207" y="136"/>
                    <a:pt x="206" y="136"/>
                  </a:cubicBezTo>
                  <a:cubicBezTo>
                    <a:pt x="205" y="136"/>
                    <a:pt x="203" y="136"/>
                    <a:pt x="203" y="136"/>
                  </a:cubicBezTo>
                  <a:cubicBezTo>
                    <a:pt x="202" y="136"/>
                    <a:pt x="199" y="136"/>
                    <a:pt x="198" y="137"/>
                  </a:cubicBezTo>
                  <a:cubicBezTo>
                    <a:pt x="197" y="137"/>
                    <a:pt x="196" y="138"/>
                    <a:pt x="196" y="138"/>
                  </a:cubicBezTo>
                  <a:cubicBezTo>
                    <a:pt x="195" y="139"/>
                    <a:pt x="193" y="140"/>
                    <a:pt x="193" y="141"/>
                  </a:cubicBezTo>
                  <a:cubicBezTo>
                    <a:pt x="192" y="142"/>
                    <a:pt x="191" y="142"/>
                    <a:pt x="191" y="143"/>
                  </a:cubicBezTo>
                  <a:cubicBezTo>
                    <a:pt x="191" y="143"/>
                    <a:pt x="190" y="145"/>
                    <a:pt x="190" y="145"/>
                  </a:cubicBezTo>
                  <a:cubicBezTo>
                    <a:pt x="190" y="146"/>
                    <a:pt x="189" y="147"/>
                    <a:pt x="188" y="147"/>
                  </a:cubicBezTo>
                  <a:cubicBezTo>
                    <a:pt x="188" y="147"/>
                    <a:pt x="187" y="147"/>
                    <a:pt x="187" y="147"/>
                  </a:cubicBezTo>
                  <a:cubicBezTo>
                    <a:pt x="187" y="146"/>
                    <a:pt x="187" y="145"/>
                    <a:pt x="187" y="145"/>
                  </a:cubicBezTo>
                  <a:cubicBezTo>
                    <a:pt x="186" y="144"/>
                    <a:pt x="186" y="144"/>
                    <a:pt x="186" y="144"/>
                  </a:cubicBezTo>
                  <a:cubicBezTo>
                    <a:pt x="185" y="144"/>
                    <a:pt x="186" y="145"/>
                    <a:pt x="186" y="146"/>
                  </a:cubicBezTo>
                  <a:cubicBezTo>
                    <a:pt x="185" y="146"/>
                    <a:pt x="185" y="147"/>
                    <a:pt x="185" y="148"/>
                  </a:cubicBezTo>
                  <a:cubicBezTo>
                    <a:pt x="185" y="148"/>
                    <a:pt x="183" y="149"/>
                    <a:pt x="182" y="149"/>
                  </a:cubicBezTo>
                  <a:cubicBezTo>
                    <a:pt x="182" y="150"/>
                    <a:pt x="181" y="150"/>
                    <a:pt x="181" y="150"/>
                  </a:cubicBezTo>
                  <a:cubicBezTo>
                    <a:pt x="180" y="150"/>
                    <a:pt x="180" y="151"/>
                    <a:pt x="179" y="152"/>
                  </a:cubicBezTo>
                  <a:cubicBezTo>
                    <a:pt x="179" y="152"/>
                    <a:pt x="180" y="153"/>
                    <a:pt x="179" y="154"/>
                  </a:cubicBezTo>
                  <a:cubicBezTo>
                    <a:pt x="179" y="154"/>
                    <a:pt x="177" y="154"/>
                    <a:pt x="177" y="154"/>
                  </a:cubicBezTo>
                  <a:cubicBezTo>
                    <a:pt x="176" y="154"/>
                    <a:pt x="175" y="153"/>
                    <a:pt x="174" y="153"/>
                  </a:cubicBezTo>
                  <a:cubicBezTo>
                    <a:pt x="173" y="153"/>
                    <a:pt x="172" y="154"/>
                    <a:pt x="171" y="154"/>
                  </a:cubicBezTo>
                  <a:cubicBezTo>
                    <a:pt x="170" y="153"/>
                    <a:pt x="170" y="152"/>
                    <a:pt x="170" y="151"/>
                  </a:cubicBezTo>
                  <a:cubicBezTo>
                    <a:pt x="170" y="151"/>
                    <a:pt x="170" y="150"/>
                    <a:pt x="170" y="149"/>
                  </a:cubicBezTo>
                  <a:cubicBezTo>
                    <a:pt x="170" y="148"/>
                    <a:pt x="170" y="147"/>
                    <a:pt x="170" y="146"/>
                  </a:cubicBezTo>
                  <a:cubicBezTo>
                    <a:pt x="170" y="146"/>
                    <a:pt x="170" y="144"/>
                    <a:pt x="170" y="143"/>
                  </a:cubicBezTo>
                  <a:cubicBezTo>
                    <a:pt x="169" y="142"/>
                    <a:pt x="168" y="140"/>
                    <a:pt x="168" y="139"/>
                  </a:cubicBezTo>
                  <a:cubicBezTo>
                    <a:pt x="167" y="139"/>
                    <a:pt x="167" y="137"/>
                    <a:pt x="166" y="137"/>
                  </a:cubicBezTo>
                  <a:cubicBezTo>
                    <a:pt x="166" y="136"/>
                    <a:pt x="165" y="136"/>
                    <a:pt x="164" y="136"/>
                  </a:cubicBezTo>
                  <a:cubicBezTo>
                    <a:pt x="164" y="136"/>
                    <a:pt x="164" y="137"/>
                    <a:pt x="165" y="138"/>
                  </a:cubicBezTo>
                  <a:cubicBezTo>
                    <a:pt x="165" y="139"/>
                    <a:pt x="166" y="140"/>
                    <a:pt x="166" y="141"/>
                  </a:cubicBezTo>
                  <a:cubicBezTo>
                    <a:pt x="166" y="142"/>
                    <a:pt x="167" y="144"/>
                    <a:pt x="167" y="145"/>
                  </a:cubicBezTo>
                  <a:cubicBezTo>
                    <a:pt x="167" y="146"/>
                    <a:pt x="167" y="147"/>
                    <a:pt x="167" y="148"/>
                  </a:cubicBezTo>
                  <a:cubicBezTo>
                    <a:pt x="167" y="149"/>
                    <a:pt x="167" y="150"/>
                    <a:pt x="167" y="151"/>
                  </a:cubicBezTo>
                  <a:cubicBezTo>
                    <a:pt x="167" y="151"/>
                    <a:pt x="167" y="152"/>
                    <a:pt x="167" y="153"/>
                  </a:cubicBezTo>
                  <a:cubicBezTo>
                    <a:pt x="167" y="153"/>
                    <a:pt x="168" y="153"/>
                    <a:pt x="168" y="154"/>
                  </a:cubicBezTo>
                  <a:cubicBezTo>
                    <a:pt x="169" y="154"/>
                    <a:pt x="168" y="156"/>
                    <a:pt x="168" y="156"/>
                  </a:cubicBezTo>
                  <a:cubicBezTo>
                    <a:pt x="168" y="157"/>
                    <a:pt x="168" y="157"/>
                    <a:pt x="167" y="158"/>
                  </a:cubicBezTo>
                  <a:cubicBezTo>
                    <a:pt x="167" y="158"/>
                    <a:pt x="166" y="159"/>
                    <a:pt x="166" y="159"/>
                  </a:cubicBezTo>
                  <a:cubicBezTo>
                    <a:pt x="166" y="160"/>
                    <a:pt x="165" y="161"/>
                    <a:pt x="165" y="161"/>
                  </a:cubicBezTo>
                  <a:cubicBezTo>
                    <a:pt x="165" y="162"/>
                    <a:pt x="164" y="164"/>
                    <a:pt x="164" y="165"/>
                  </a:cubicBezTo>
                  <a:cubicBezTo>
                    <a:pt x="163" y="166"/>
                    <a:pt x="163" y="167"/>
                    <a:pt x="163" y="168"/>
                  </a:cubicBezTo>
                  <a:cubicBezTo>
                    <a:pt x="163" y="168"/>
                    <a:pt x="162" y="170"/>
                    <a:pt x="162" y="170"/>
                  </a:cubicBezTo>
                  <a:cubicBezTo>
                    <a:pt x="161" y="170"/>
                    <a:pt x="160" y="169"/>
                    <a:pt x="160" y="169"/>
                  </a:cubicBezTo>
                  <a:cubicBezTo>
                    <a:pt x="159" y="170"/>
                    <a:pt x="158" y="170"/>
                    <a:pt x="158" y="170"/>
                  </a:cubicBezTo>
                  <a:cubicBezTo>
                    <a:pt x="158" y="171"/>
                    <a:pt x="159" y="172"/>
                    <a:pt x="159" y="172"/>
                  </a:cubicBezTo>
                  <a:cubicBezTo>
                    <a:pt x="159" y="173"/>
                    <a:pt x="159" y="174"/>
                    <a:pt x="159" y="175"/>
                  </a:cubicBezTo>
                  <a:cubicBezTo>
                    <a:pt x="159" y="176"/>
                    <a:pt x="159" y="177"/>
                    <a:pt x="159" y="178"/>
                  </a:cubicBezTo>
                  <a:cubicBezTo>
                    <a:pt x="159" y="179"/>
                    <a:pt x="158" y="180"/>
                    <a:pt x="158" y="180"/>
                  </a:cubicBezTo>
                  <a:cubicBezTo>
                    <a:pt x="159" y="181"/>
                    <a:pt x="159" y="182"/>
                    <a:pt x="160" y="182"/>
                  </a:cubicBezTo>
                  <a:cubicBezTo>
                    <a:pt x="160" y="182"/>
                    <a:pt x="161" y="183"/>
                    <a:pt x="162" y="184"/>
                  </a:cubicBezTo>
                  <a:cubicBezTo>
                    <a:pt x="162" y="184"/>
                    <a:pt x="162" y="185"/>
                    <a:pt x="162" y="186"/>
                  </a:cubicBezTo>
                  <a:cubicBezTo>
                    <a:pt x="162" y="186"/>
                    <a:pt x="162" y="187"/>
                    <a:pt x="163" y="188"/>
                  </a:cubicBezTo>
                  <a:cubicBezTo>
                    <a:pt x="163" y="188"/>
                    <a:pt x="164" y="188"/>
                    <a:pt x="164" y="188"/>
                  </a:cubicBezTo>
                  <a:cubicBezTo>
                    <a:pt x="165" y="189"/>
                    <a:pt x="165" y="190"/>
                    <a:pt x="164" y="190"/>
                  </a:cubicBezTo>
                  <a:cubicBezTo>
                    <a:pt x="164" y="190"/>
                    <a:pt x="162" y="190"/>
                    <a:pt x="162" y="190"/>
                  </a:cubicBezTo>
                  <a:cubicBezTo>
                    <a:pt x="161" y="190"/>
                    <a:pt x="159" y="191"/>
                    <a:pt x="159" y="191"/>
                  </a:cubicBezTo>
                  <a:cubicBezTo>
                    <a:pt x="158" y="191"/>
                    <a:pt x="157" y="191"/>
                    <a:pt x="156" y="191"/>
                  </a:cubicBezTo>
                  <a:cubicBezTo>
                    <a:pt x="155" y="191"/>
                    <a:pt x="154" y="192"/>
                    <a:pt x="154" y="193"/>
                  </a:cubicBezTo>
                  <a:cubicBezTo>
                    <a:pt x="153" y="193"/>
                    <a:pt x="152" y="194"/>
                    <a:pt x="152" y="194"/>
                  </a:cubicBezTo>
                  <a:cubicBezTo>
                    <a:pt x="152" y="195"/>
                    <a:pt x="152" y="196"/>
                    <a:pt x="152" y="197"/>
                  </a:cubicBezTo>
                  <a:cubicBezTo>
                    <a:pt x="152" y="197"/>
                    <a:pt x="151" y="199"/>
                    <a:pt x="152" y="199"/>
                  </a:cubicBezTo>
                  <a:cubicBezTo>
                    <a:pt x="152" y="200"/>
                    <a:pt x="152" y="201"/>
                    <a:pt x="152" y="201"/>
                  </a:cubicBezTo>
                  <a:cubicBezTo>
                    <a:pt x="153" y="202"/>
                    <a:pt x="155" y="202"/>
                    <a:pt x="156" y="202"/>
                  </a:cubicBezTo>
                  <a:cubicBezTo>
                    <a:pt x="156" y="203"/>
                    <a:pt x="157" y="203"/>
                    <a:pt x="158" y="203"/>
                  </a:cubicBezTo>
                  <a:cubicBezTo>
                    <a:pt x="158" y="203"/>
                    <a:pt x="159" y="203"/>
                    <a:pt x="159" y="203"/>
                  </a:cubicBezTo>
                  <a:cubicBezTo>
                    <a:pt x="160" y="203"/>
                    <a:pt x="161" y="203"/>
                    <a:pt x="162" y="204"/>
                  </a:cubicBezTo>
                  <a:cubicBezTo>
                    <a:pt x="162" y="204"/>
                    <a:pt x="162" y="204"/>
                    <a:pt x="162" y="205"/>
                  </a:cubicBezTo>
                  <a:cubicBezTo>
                    <a:pt x="162" y="205"/>
                    <a:pt x="162" y="206"/>
                    <a:pt x="162" y="206"/>
                  </a:cubicBezTo>
                  <a:cubicBezTo>
                    <a:pt x="161" y="206"/>
                    <a:pt x="160" y="206"/>
                    <a:pt x="160" y="207"/>
                  </a:cubicBezTo>
                  <a:cubicBezTo>
                    <a:pt x="159" y="207"/>
                    <a:pt x="159" y="209"/>
                    <a:pt x="159" y="209"/>
                  </a:cubicBezTo>
                  <a:cubicBezTo>
                    <a:pt x="158" y="210"/>
                    <a:pt x="158" y="211"/>
                    <a:pt x="158" y="212"/>
                  </a:cubicBezTo>
                  <a:cubicBezTo>
                    <a:pt x="158" y="212"/>
                    <a:pt x="157" y="213"/>
                    <a:pt x="157" y="213"/>
                  </a:cubicBezTo>
                  <a:cubicBezTo>
                    <a:pt x="157" y="214"/>
                    <a:pt x="156" y="215"/>
                    <a:pt x="155" y="215"/>
                  </a:cubicBezTo>
                  <a:cubicBezTo>
                    <a:pt x="155" y="216"/>
                    <a:pt x="155" y="217"/>
                    <a:pt x="155" y="218"/>
                  </a:cubicBezTo>
                  <a:cubicBezTo>
                    <a:pt x="155" y="218"/>
                    <a:pt x="154" y="219"/>
                    <a:pt x="153" y="219"/>
                  </a:cubicBezTo>
                  <a:cubicBezTo>
                    <a:pt x="153" y="219"/>
                    <a:pt x="152" y="219"/>
                    <a:pt x="152" y="218"/>
                  </a:cubicBezTo>
                  <a:cubicBezTo>
                    <a:pt x="152" y="218"/>
                    <a:pt x="151" y="217"/>
                    <a:pt x="151" y="216"/>
                  </a:cubicBezTo>
                  <a:cubicBezTo>
                    <a:pt x="150" y="215"/>
                    <a:pt x="150" y="214"/>
                    <a:pt x="149" y="213"/>
                  </a:cubicBezTo>
                  <a:cubicBezTo>
                    <a:pt x="149" y="212"/>
                    <a:pt x="149" y="211"/>
                    <a:pt x="149" y="211"/>
                  </a:cubicBezTo>
                  <a:cubicBezTo>
                    <a:pt x="149" y="210"/>
                    <a:pt x="148" y="209"/>
                    <a:pt x="148" y="209"/>
                  </a:cubicBezTo>
                  <a:cubicBezTo>
                    <a:pt x="148" y="208"/>
                    <a:pt x="147" y="208"/>
                    <a:pt x="146" y="207"/>
                  </a:cubicBezTo>
                  <a:cubicBezTo>
                    <a:pt x="146" y="207"/>
                    <a:pt x="146" y="206"/>
                    <a:pt x="146" y="206"/>
                  </a:cubicBezTo>
                  <a:cubicBezTo>
                    <a:pt x="146" y="206"/>
                    <a:pt x="144" y="206"/>
                    <a:pt x="144" y="206"/>
                  </a:cubicBezTo>
                  <a:cubicBezTo>
                    <a:pt x="143" y="205"/>
                    <a:pt x="142" y="205"/>
                    <a:pt x="142" y="205"/>
                  </a:cubicBezTo>
                  <a:cubicBezTo>
                    <a:pt x="141" y="205"/>
                    <a:pt x="140" y="204"/>
                    <a:pt x="140" y="204"/>
                  </a:cubicBezTo>
                  <a:cubicBezTo>
                    <a:pt x="140" y="203"/>
                    <a:pt x="139" y="203"/>
                    <a:pt x="139" y="202"/>
                  </a:cubicBezTo>
                  <a:cubicBezTo>
                    <a:pt x="139" y="202"/>
                    <a:pt x="138" y="201"/>
                    <a:pt x="137" y="201"/>
                  </a:cubicBezTo>
                  <a:cubicBezTo>
                    <a:pt x="137" y="201"/>
                    <a:pt x="137" y="201"/>
                    <a:pt x="137" y="202"/>
                  </a:cubicBezTo>
                  <a:cubicBezTo>
                    <a:pt x="137" y="202"/>
                    <a:pt x="137" y="203"/>
                    <a:pt x="137" y="203"/>
                  </a:cubicBezTo>
                  <a:cubicBezTo>
                    <a:pt x="138" y="203"/>
                    <a:pt x="138" y="204"/>
                    <a:pt x="137" y="204"/>
                  </a:cubicBezTo>
                  <a:cubicBezTo>
                    <a:pt x="137" y="205"/>
                    <a:pt x="137" y="205"/>
                    <a:pt x="137" y="206"/>
                  </a:cubicBezTo>
                  <a:cubicBezTo>
                    <a:pt x="137" y="206"/>
                    <a:pt x="138" y="206"/>
                    <a:pt x="139" y="206"/>
                  </a:cubicBezTo>
                  <a:cubicBezTo>
                    <a:pt x="139" y="206"/>
                    <a:pt x="140" y="206"/>
                    <a:pt x="141" y="207"/>
                  </a:cubicBezTo>
                  <a:cubicBezTo>
                    <a:pt x="141" y="207"/>
                    <a:pt x="142" y="207"/>
                    <a:pt x="143" y="208"/>
                  </a:cubicBezTo>
                  <a:cubicBezTo>
                    <a:pt x="143" y="208"/>
                    <a:pt x="144" y="209"/>
                    <a:pt x="144" y="209"/>
                  </a:cubicBezTo>
                  <a:cubicBezTo>
                    <a:pt x="145" y="210"/>
                    <a:pt x="146" y="212"/>
                    <a:pt x="147" y="212"/>
                  </a:cubicBezTo>
                  <a:cubicBezTo>
                    <a:pt x="147" y="213"/>
                    <a:pt x="148" y="214"/>
                    <a:pt x="148" y="215"/>
                  </a:cubicBezTo>
                  <a:cubicBezTo>
                    <a:pt x="148" y="216"/>
                    <a:pt x="149" y="217"/>
                    <a:pt x="149" y="218"/>
                  </a:cubicBezTo>
                  <a:cubicBezTo>
                    <a:pt x="149" y="219"/>
                    <a:pt x="150" y="220"/>
                    <a:pt x="149" y="221"/>
                  </a:cubicBezTo>
                  <a:cubicBezTo>
                    <a:pt x="149" y="222"/>
                    <a:pt x="149" y="222"/>
                    <a:pt x="148" y="223"/>
                  </a:cubicBezTo>
                  <a:cubicBezTo>
                    <a:pt x="148" y="223"/>
                    <a:pt x="146" y="223"/>
                    <a:pt x="145" y="224"/>
                  </a:cubicBezTo>
                  <a:cubicBezTo>
                    <a:pt x="144" y="224"/>
                    <a:pt x="143" y="224"/>
                    <a:pt x="142" y="225"/>
                  </a:cubicBezTo>
                  <a:cubicBezTo>
                    <a:pt x="141" y="226"/>
                    <a:pt x="140" y="228"/>
                    <a:pt x="140" y="229"/>
                  </a:cubicBezTo>
                  <a:cubicBezTo>
                    <a:pt x="139" y="230"/>
                    <a:pt x="139" y="233"/>
                    <a:pt x="138" y="234"/>
                  </a:cubicBezTo>
                  <a:cubicBezTo>
                    <a:pt x="138" y="234"/>
                    <a:pt x="137" y="236"/>
                    <a:pt x="137" y="236"/>
                  </a:cubicBezTo>
                  <a:cubicBezTo>
                    <a:pt x="136" y="237"/>
                    <a:pt x="136" y="239"/>
                    <a:pt x="136" y="240"/>
                  </a:cubicBezTo>
                  <a:cubicBezTo>
                    <a:pt x="136" y="241"/>
                    <a:pt x="136" y="242"/>
                    <a:pt x="136" y="243"/>
                  </a:cubicBezTo>
                  <a:cubicBezTo>
                    <a:pt x="136" y="243"/>
                    <a:pt x="137" y="244"/>
                    <a:pt x="137" y="245"/>
                  </a:cubicBezTo>
                  <a:cubicBezTo>
                    <a:pt x="137" y="245"/>
                    <a:pt x="138" y="246"/>
                    <a:pt x="138" y="246"/>
                  </a:cubicBezTo>
                  <a:cubicBezTo>
                    <a:pt x="137" y="247"/>
                    <a:pt x="136" y="247"/>
                    <a:pt x="136" y="247"/>
                  </a:cubicBezTo>
                  <a:cubicBezTo>
                    <a:pt x="135" y="247"/>
                    <a:pt x="134" y="246"/>
                    <a:pt x="133" y="247"/>
                  </a:cubicBezTo>
                  <a:cubicBezTo>
                    <a:pt x="132" y="247"/>
                    <a:pt x="131" y="248"/>
                    <a:pt x="131" y="248"/>
                  </a:cubicBezTo>
                  <a:cubicBezTo>
                    <a:pt x="131" y="249"/>
                    <a:pt x="130" y="249"/>
                    <a:pt x="130" y="250"/>
                  </a:cubicBezTo>
                  <a:cubicBezTo>
                    <a:pt x="129" y="250"/>
                    <a:pt x="128" y="250"/>
                    <a:pt x="128" y="251"/>
                  </a:cubicBezTo>
                  <a:cubicBezTo>
                    <a:pt x="128" y="251"/>
                    <a:pt x="127" y="251"/>
                    <a:pt x="126" y="251"/>
                  </a:cubicBezTo>
                  <a:cubicBezTo>
                    <a:pt x="126" y="251"/>
                    <a:pt x="125" y="250"/>
                    <a:pt x="125" y="250"/>
                  </a:cubicBezTo>
                  <a:cubicBezTo>
                    <a:pt x="124" y="250"/>
                    <a:pt x="124" y="249"/>
                    <a:pt x="123" y="249"/>
                  </a:cubicBezTo>
                  <a:cubicBezTo>
                    <a:pt x="123" y="249"/>
                    <a:pt x="122" y="249"/>
                    <a:pt x="121" y="249"/>
                  </a:cubicBezTo>
                  <a:cubicBezTo>
                    <a:pt x="121" y="248"/>
                    <a:pt x="120" y="247"/>
                    <a:pt x="120" y="246"/>
                  </a:cubicBezTo>
                  <a:cubicBezTo>
                    <a:pt x="120" y="246"/>
                    <a:pt x="119" y="245"/>
                    <a:pt x="120" y="245"/>
                  </a:cubicBezTo>
                  <a:cubicBezTo>
                    <a:pt x="120" y="244"/>
                    <a:pt x="121" y="244"/>
                    <a:pt x="121" y="243"/>
                  </a:cubicBezTo>
                  <a:cubicBezTo>
                    <a:pt x="121" y="243"/>
                    <a:pt x="122" y="243"/>
                    <a:pt x="122" y="242"/>
                  </a:cubicBezTo>
                  <a:cubicBezTo>
                    <a:pt x="122" y="242"/>
                    <a:pt x="122" y="241"/>
                    <a:pt x="122" y="241"/>
                  </a:cubicBezTo>
                  <a:cubicBezTo>
                    <a:pt x="122" y="241"/>
                    <a:pt x="122" y="240"/>
                    <a:pt x="122" y="240"/>
                  </a:cubicBezTo>
                  <a:cubicBezTo>
                    <a:pt x="122" y="240"/>
                    <a:pt x="122" y="239"/>
                    <a:pt x="122" y="239"/>
                  </a:cubicBezTo>
                  <a:cubicBezTo>
                    <a:pt x="122" y="238"/>
                    <a:pt x="123" y="238"/>
                    <a:pt x="123" y="238"/>
                  </a:cubicBezTo>
                  <a:cubicBezTo>
                    <a:pt x="123" y="237"/>
                    <a:pt x="123" y="237"/>
                    <a:pt x="123" y="237"/>
                  </a:cubicBezTo>
                  <a:cubicBezTo>
                    <a:pt x="123" y="237"/>
                    <a:pt x="122" y="237"/>
                    <a:pt x="122" y="237"/>
                  </a:cubicBezTo>
                  <a:cubicBezTo>
                    <a:pt x="121" y="237"/>
                    <a:pt x="121" y="238"/>
                    <a:pt x="121" y="238"/>
                  </a:cubicBezTo>
                  <a:cubicBezTo>
                    <a:pt x="121" y="238"/>
                    <a:pt x="120" y="238"/>
                    <a:pt x="120" y="238"/>
                  </a:cubicBezTo>
                  <a:cubicBezTo>
                    <a:pt x="120" y="237"/>
                    <a:pt x="120" y="236"/>
                    <a:pt x="120" y="235"/>
                  </a:cubicBezTo>
                  <a:cubicBezTo>
                    <a:pt x="119" y="235"/>
                    <a:pt x="119" y="234"/>
                    <a:pt x="119" y="234"/>
                  </a:cubicBezTo>
                  <a:cubicBezTo>
                    <a:pt x="118" y="233"/>
                    <a:pt x="117" y="233"/>
                    <a:pt x="117" y="233"/>
                  </a:cubicBezTo>
                  <a:cubicBezTo>
                    <a:pt x="117" y="234"/>
                    <a:pt x="117" y="235"/>
                    <a:pt x="118" y="235"/>
                  </a:cubicBezTo>
                  <a:cubicBezTo>
                    <a:pt x="118" y="235"/>
                    <a:pt x="118" y="236"/>
                    <a:pt x="118" y="236"/>
                  </a:cubicBezTo>
                  <a:cubicBezTo>
                    <a:pt x="117" y="237"/>
                    <a:pt x="117" y="237"/>
                    <a:pt x="117" y="237"/>
                  </a:cubicBezTo>
                  <a:cubicBezTo>
                    <a:pt x="117" y="238"/>
                    <a:pt x="117" y="238"/>
                    <a:pt x="118" y="239"/>
                  </a:cubicBezTo>
                  <a:cubicBezTo>
                    <a:pt x="118" y="239"/>
                    <a:pt x="119" y="240"/>
                    <a:pt x="119" y="240"/>
                  </a:cubicBezTo>
                  <a:cubicBezTo>
                    <a:pt x="119" y="241"/>
                    <a:pt x="119" y="242"/>
                    <a:pt x="119" y="243"/>
                  </a:cubicBezTo>
                  <a:cubicBezTo>
                    <a:pt x="119" y="243"/>
                    <a:pt x="118" y="244"/>
                    <a:pt x="118" y="245"/>
                  </a:cubicBezTo>
                  <a:cubicBezTo>
                    <a:pt x="117" y="246"/>
                    <a:pt x="117" y="247"/>
                    <a:pt x="117" y="247"/>
                  </a:cubicBezTo>
                  <a:cubicBezTo>
                    <a:pt x="117" y="248"/>
                    <a:pt x="118" y="249"/>
                    <a:pt x="118" y="250"/>
                  </a:cubicBezTo>
                  <a:cubicBezTo>
                    <a:pt x="118" y="250"/>
                    <a:pt x="117" y="250"/>
                    <a:pt x="116" y="250"/>
                  </a:cubicBezTo>
                  <a:cubicBezTo>
                    <a:pt x="116" y="250"/>
                    <a:pt x="115" y="249"/>
                    <a:pt x="115" y="249"/>
                  </a:cubicBezTo>
                  <a:cubicBezTo>
                    <a:pt x="114" y="248"/>
                    <a:pt x="113" y="249"/>
                    <a:pt x="112" y="249"/>
                  </a:cubicBezTo>
                  <a:cubicBezTo>
                    <a:pt x="111" y="249"/>
                    <a:pt x="110" y="249"/>
                    <a:pt x="109" y="249"/>
                  </a:cubicBezTo>
                  <a:cubicBezTo>
                    <a:pt x="109" y="248"/>
                    <a:pt x="108" y="247"/>
                    <a:pt x="107" y="247"/>
                  </a:cubicBezTo>
                  <a:cubicBezTo>
                    <a:pt x="107" y="246"/>
                    <a:pt x="106" y="246"/>
                    <a:pt x="106" y="246"/>
                  </a:cubicBezTo>
                  <a:cubicBezTo>
                    <a:pt x="105" y="246"/>
                    <a:pt x="105" y="246"/>
                    <a:pt x="104" y="245"/>
                  </a:cubicBezTo>
                  <a:cubicBezTo>
                    <a:pt x="104" y="245"/>
                    <a:pt x="104" y="243"/>
                    <a:pt x="104" y="243"/>
                  </a:cubicBezTo>
                  <a:cubicBezTo>
                    <a:pt x="104" y="242"/>
                    <a:pt x="105" y="242"/>
                    <a:pt x="105" y="242"/>
                  </a:cubicBezTo>
                  <a:cubicBezTo>
                    <a:pt x="105" y="241"/>
                    <a:pt x="105" y="240"/>
                    <a:pt x="105" y="240"/>
                  </a:cubicBezTo>
                  <a:cubicBezTo>
                    <a:pt x="105" y="239"/>
                    <a:pt x="105" y="238"/>
                    <a:pt x="104" y="238"/>
                  </a:cubicBezTo>
                  <a:cubicBezTo>
                    <a:pt x="104" y="237"/>
                    <a:pt x="103" y="237"/>
                    <a:pt x="103" y="236"/>
                  </a:cubicBezTo>
                  <a:cubicBezTo>
                    <a:pt x="102" y="236"/>
                    <a:pt x="102" y="235"/>
                    <a:pt x="102" y="235"/>
                  </a:cubicBezTo>
                  <a:cubicBezTo>
                    <a:pt x="103" y="234"/>
                    <a:pt x="103" y="234"/>
                    <a:pt x="104" y="233"/>
                  </a:cubicBezTo>
                  <a:cubicBezTo>
                    <a:pt x="104" y="233"/>
                    <a:pt x="105" y="232"/>
                    <a:pt x="105" y="232"/>
                  </a:cubicBezTo>
                  <a:cubicBezTo>
                    <a:pt x="105" y="231"/>
                    <a:pt x="106" y="231"/>
                    <a:pt x="106" y="231"/>
                  </a:cubicBezTo>
                  <a:cubicBezTo>
                    <a:pt x="106" y="230"/>
                    <a:pt x="106" y="229"/>
                    <a:pt x="107" y="229"/>
                  </a:cubicBezTo>
                  <a:cubicBezTo>
                    <a:pt x="107" y="229"/>
                    <a:pt x="107" y="228"/>
                    <a:pt x="107" y="227"/>
                  </a:cubicBezTo>
                  <a:cubicBezTo>
                    <a:pt x="107" y="227"/>
                    <a:pt x="106" y="226"/>
                    <a:pt x="106" y="226"/>
                  </a:cubicBezTo>
                  <a:cubicBezTo>
                    <a:pt x="106" y="226"/>
                    <a:pt x="105" y="227"/>
                    <a:pt x="105" y="227"/>
                  </a:cubicBezTo>
                  <a:cubicBezTo>
                    <a:pt x="105" y="228"/>
                    <a:pt x="104" y="229"/>
                    <a:pt x="104" y="230"/>
                  </a:cubicBezTo>
                  <a:cubicBezTo>
                    <a:pt x="104" y="230"/>
                    <a:pt x="103" y="231"/>
                    <a:pt x="103" y="231"/>
                  </a:cubicBezTo>
                  <a:cubicBezTo>
                    <a:pt x="103" y="231"/>
                    <a:pt x="102" y="232"/>
                    <a:pt x="101" y="232"/>
                  </a:cubicBezTo>
                  <a:cubicBezTo>
                    <a:pt x="101" y="232"/>
                    <a:pt x="100" y="232"/>
                    <a:pt x="100" y="232"/>
                  </a:cubicBezTo>
                  <a:cubicBezTo>
                    <a:pt x="99" y="231"/>
                    <a:pt x="99" y="231"/>
                    <a:pt x="98" y="231"/>
                  </a:cubicBezTo>
                  <a:cubicBezTo>
                    <a:pt x="98" y="230"/>
                    <a:pt x="97" y="229"/>
                    <a:pt x="97" y="229"/>
                  </a:cubicBezTo>
                  <a:cubicBezTo>
                    <a:pt x="96" y="229"/>
                    <a:pt x="94" y="230"/>
                    <a:pt x="93" y="229"/>
                  </a:cubicBezTo>
                  <a:cubicBezTo>
                    <a:pt x="92" y="229"/>
                    <a:pt x="92" y="228"/>
                    <a:pt x="92" y="227"/>
                  </a:cubicBezTo>
                  <a:cubicBezTo>
                    <a:pt x="91" y="227"/>
                    <a:pt x="91" y="226"/>
                    <a:pt x="91" y="225"/>
                  </a:cubicBezTo>
                  <a:cubicBezTo>
                    <a:pt x="92" y="225"/>
                    <a:pt x="93" y="224"/>
                    <a:pt x="93" y="224"/>
                  </a:cubicBezTo>
                  <a:cubicBezTo>
                    <a:pt x="93" y="223"/>
                    <a:pt x="93" y="223"/>
                    <a:pt x="93" y="222"/>
                  </a:cubicBezTo>
                  <a:cubicBezTo>
                    <a:pt x="93" y="222"/>
                    <a:pt x="94" y="221"/>
                    <a:pt x="93" y="221"/>
                  </a:cubicBezTo>
                  <a:cubicBezTo>
                    <a:pt x="93" y="220"/>
                    <a:pt x="92" y="222"/>
                    <a:pt x="92" y="222"/>
                  </a:cubicBezTo>
                  <a:cubicBezTo>
                    <a:pt x="92" y="223"/>
                    <a:pt x="91" y="223"/>
                    <a:pt x="91" y="224"/>
                  </a:cubicBezTo>
                  <a:cubicBezTo>
                    <a:pt x="91" y="225"/>
                    <a:pt x="89" y="226"/>
                    <a:pt x="89" y="226"/>
                  </a:cubicBezTo>
                  <a:cubicBezTo>
                    <a:pt x="88" y="226"/>
                    <a:pt x="87" y="227"/>
                    <a:pt x="87" y="227"/>
                  </a:cubicBezTo>
                  <a:cubicBezTo>
                    <a:pt x="86" y="227"/>
                    <a:pt x="85" y="227"/>
                    <a:pt x="85" y="227"/>
                  </a:cubicBezTo>
                  <a:cubicBezTo>
                    <a:pt x="84" y="227"/>
                    <a:pt x="83" y="228"/>
                    <a:pt x="83" y="228"/>
                  </a:cubicBezTo>
                  <a:cubicBezTo>
                    <a:pt x="82" y="229"/>
                    <a:pt x="81" y="229"/>
                    <a:pt x="80" y="229"/>
                  </a:cubicBezTo>
                  <a:cubicBezTo>
                    <a:pt x="79" y="230"/>
                    <a:pt x="78" y="230"/>
                    <a:pt x="77" y="231"/>
                  </a:cubicBezTo>
                  <a:cubicBezTo>
                    <a:pt x="76" y="231"/>
                    <a:pt x="75" y="230"/>
                    <a:pt x="74" y="230"/>
                  </a:cubicBezTo>
                  <a:cubicBezTo>
                    <a:pt x="74" y="229"/>
                    <a:pt x="73" y="228"/>
                    <a:pt x="73" y="228"/>
                  </a:cubicBezTo>
                  <a:cubicBezTo>
                    <a:pt x="73" y="227"/>
                    <a:pt x="73" y="227"/>
                    <a:pt x="73" y="227"/>
                  </a:cubicBezTo>
                  <a:cubicBezTo>
                    <a:pt x="74" y="227"/>
                    <a:pt x="75" y="227"/>
                    <a:pt x="75" y="227"/>
                  </a:cubicBezTo>
                  <a:cubicBezTo>
                    <a:pt x="75" y="227"/>
                    <a:pt x="76" y="226"/>
                    <a:pt x="76" y="226"/>
                  </a:cubicBezTo>
                  <a:cubicBezTo>
                    <a:pt x="76" y="226"/>
                    <a:pt x="77" y="225"/>
                    <a:pt x="77" y="224"/>
                  </a:cubicBezTo>
                  <a:cubicBezTo>
                    <a:pt x="77" y="224"/>
                    <a:pt x="77" y="223"/>
                    <a:pt x="77" y="223"/>
                  </a:cubicBezTo>
                  <a:cubicBezTo>
                    <a:pt x="77" y="222"/>
                    <a:pt x="77" y="222"/>
                    <a:pt x="77" y="221"/>
                  </a:cubicBezTo>
                  <a:cubicBezTo>
                    <a:pt x="77" y="221"/>
                    <a:pt x="78" y="221"/>
                    <a:pt x="78" y="220"/>
                  </a:cubicBezTo>
                  <a:cubicBezTo>
                    <a:pt x="78" y="220"/>
                    <a:pt x="79" y="220"/>
                    <a:pt x="78" y="220"/>
                  </a:cubicBezTo>
                  <a:cubicBezTo>
                    <a:pt x="78" y="219"/>
                    <a:pt x="77" y="220"/>
                    <a:pt x="77" y="220"/>
                  </a:cubicBezTo>
                  <a:cubicBezTo>
                    <a:pt x="77" y="220"/>
                    <a:pt x="76" y="220"/>
                    <a:pt x="76" y="220"/>
                  </a:cubicBezTo>
                  <a:cubicBezTo>
                    <a:pt x="75" y="220"/>
                    <a:pt x="74" y="219"/>
                    <a:pt x="74" y="219"/>
                  </a:cubicBezTo>
                  <a:cubicBezTo>
                    <a:pt x="74" y="219"/>
                    <a:pt x="74" y="220"/>
                    <a:pt x="74" y="220"/>
                  </a:cubicBezTo>
                  <a:cubicBezTo>
                    <a:pt x="74" y="221"/>
                    <a:pt x="74" y="222"/>
                    <a:pt x="74" y="222"/>
                  </a:cubicBezTo>
                  <a:cubicBezTo>
                    <a:pt x="74" y="223"/>
                    <a:pt x="74" y="224"/>
                    <a:pt x="74" y="225"/>
                  </a:cubicBezTo>
                  <a:cubicBezTo>
                    <a:pt x="74" y="225"/>
                    <a:pt x="73" y="226"/>
                    <a:pt x="72" y="226"/>
                  </a:cubicBezTo>
                  <a:cubicBezTo>
                    <a:pt x="71" y="226"/>
                    <a:pt x="70" y="225"/>
                    <a:pt x="69" y="225"/>
                  </a:cubicBezTo>
                  <a:cubicBezTo>
                    <a:pt x="69" y="225"/>
                    <a:pt x="67" y="225"/>
                    <a:pt x="66" y="225"/>
                  </a:cubicBezTo>
                  <a:cubicBezTo>
                    <a:pt x="65" y="225"/>
                    <a:pt x="64" y="224"/>
                    <a:pt x="63" y="224"/>
                  </a:cubicBezTo>
                  <a:cubicBezTo>
                    <a:pt x="63" y="223"/>
                    <a:pt x="63" y="222"/>
                    <a:pt x="63" y="221"/>
                  </a:cubicBezTo>
                  <a:cubicBezTo>
                    <a:pt x="63" y="221"/>
                    <a:pt x="63" y="219"/>
                    <a:pt x="63" y="219"/>
                  </a:cubicBezTo>
                  <a:cubicBezTo>
                    <a:pt x="63" y="218"/>
                    <a:pt x="63" y="217"/>
                    <a:pt x="63" y="217"/>
                  </a:cubicBezTo>
                  <a:cubicBezTo>
                    <a:pt x="63" y="216"/>
                    <a:pt x="63" y="215"/>
                    <a:pt x="63" y="215"/>
                  </a:cubicBezTo>
                  <a:cubicBezTo>
                    <a:pt x="64" y="215"/>
                    <a:pt x="64" y="215"/>
                    <a:pt x="64" y="215"/>
                  </a:cubicBezTo>
                  <a:cubicBezTo>
                    <a:pt x="65" y="215"/>
                    <a:pt x="65" y="215"/>
                    <a:pt x="65" y="215"/>
                  </a:cubicBezTo>
                  <a:cubicBezTo>
                    <a:pt x="66" y="215"/>
                    <a:pt x="68" y="215"/>
                    <a:pt x="69" y="215"/>
                  </a:cubicBezTo>
                  <a:cubicBezTo>
                    <a:pt x="69" y="215"/>
                    <a:pt x="70" y="214"/>
                    <a:pt x="71" y="214"/>
                  </a:cubicBezTo>
                  <a:cubicBezTo>
                    <a:pt x="72" y="214"/>
                    <a:pt x="73" y="213"/>
                    <a:pt x="74" y="212"/>
                  </a:cubicBezTo>
                  <a:cubicBezTo>
                    <a:pt x="74" y="211"/>
                    <a:pt x="74" y="210"/>
                    <a:pt x="75" y="209"/>
                  </a:cubicBezTo>
                  <a:cubicBezTo>
                    <a:pt x="75" y="209"/>
                    <a:pt x="76" y="208"/>
                    <a:pt x="77" y="207"/>
                  </a:cubicBezTo>
                  <a:cubicBezTo>
                    <a:pt x="77" y="207"/>
                    <a:pt x="78" y="208"/>
                    <a:pt x="79" y="207"/>
                  </a:cubicBezTo>
                  <a:cubicBezTo>
                    <a:pt x="80" y="207"/>
                    <a:pt x="81" y="207"/>
                    <a:pt x="82" y="207"/>
                  </a:cubicBezTo>
                  <a:cubicBezTo>
                    <a:pt x="82" y="206"/>
                    <a:pt x="82" y="204"/>
                    <a:pt x="82" y="203"/>
                  </a:cubicBezTo>
                  <a:cubicBezTo>
                    <a:pt x="81" y="203"/>
                    <a:pt x="81" y="203"/>
                    <a:pt x="81" y="203"/>
                  </a:cubicBezTo>
                  <a:cubicBezTo>
                    <a:pt x="80" y="202"/>
                    <a:pt x="80" y="201"/>
                    <a:pt x="80" y="200"/>
                  </a:cubicBezTo>
                  <a:cubicBezTo>
                    <a:pt x="79" y="200"/>
                    <a:pt x="79" y="201"/>
                    <a:pt x="78" y="201"/>
                  </a:cubicBezTo>
                  <a:cubicBezTo>
                    <a:pt x="78" y="201"/>
                    <a:pt x="78" y="202"/>
                    <a:pt x="77" y="202"/>
                  </a:cubicBezTo>
                  <a:cubicBezTo>
                    <a:pt x="77" y="202"/>
                    <a:pt x="77" y="201"/>
                    <a:pt x="76" y="201"/>
                  </a:cubicBezTo>
                  <a:cubicBezTo>
                    <a:pt x="76" y="201"/>
                    <a:pt x="75" y="201"/>
                    <a:pt x="74" y="200"/>
                  </a:cubicBezTo>
                  <a:cubicBezTo>
                    <a:pt x="74" y="200"/>
                    <a:pt x="73" y="200"/>
                    <a:pt x="73" y="200"/>
                  </a:cubicBezTo>
                  <a:cubicBezTo>
                    <a:pt x="73" y="199"/>
                    <a:pt x="72" y="198"/>
                    <a:pt x="72" y="198"/>
                  </a:cubicBezTo>
                  <a:cubicBezTo>
                    <a:pt x="72" y="197"/>
                    <a:pt x="70" y="197"/>
                    <a:pt x="69" y="196"/>
                  </a:cubicBezTo>
                  <a:cubicBezTo>
                    <a:pt x="69" y="195"/>
                    <a:pt x="69" y="194"/>
                    <a:pt x="69" y="194"/>
                  </a:cubicBezTo>
                  <a:cubicBezTo>
                    <a:pt x="69" y="193"/>
                    <a:pt x="68" y="192"/>
                    <a:pt x="67" y="192"/>
                  </a:cubicBezTo>
                  <a:cubicBezTo>
                    <a:pt x="67" y="191"/>
                    <a:pt x="66" y="191"/>
                    <a:pt x="65" y="191"/>
                  </a:cubicBezTo>
                  <a:cubicBezTo>
                    <a:pt x="64" y="191"/>
                    <a:pt x="62" y="193"/>
                    <a:pt x="61" y="194"/>
                  </a:cubicBezTo>
                  <a:cubicBezTo>
                    <a:pt x="61" y="194"/>
                    <a:pt x="60" y="194"/>
                    <a:pt x="59" y="194"/>
                  </a:cubicBezTo>
                  <a:cubicBezTo>
                    <a:pt x="59" y="194"/>
                    <a:pt x="59" y="194"/>
                    <a:pt x="58" y="194"/>
                  </a:cubicBezTo>
                  <a:cubicBezTo>
                    <a:pt x="58" y="193"/>
                    <a:pt x="58" y="193"/>
                    <a:pt x="58" y="193"/>
                  </a:cubicBezTo>
                  <a:cubicBezTo>
                    <a:pt x="58" y="193"/>
                    <a:pt x="57" y="193"/>
                    <a:pt x="57" y="193"/>
                  </a:cubicBezTo>
                  <a:cubicBezTo>
                    <a:pt x="56" y="193"/>
                    <a:pt x="56" y="194"/>
                    <a:pt x="56" y="195"/>
                  </a:cubicBezTo>
                  <a:cubicBezTo>
                    <a:pt x="56" y="195"/>
                    <a:pt x="55" y="196"/>
                    <a:pt x="55" y="196"/>
                  </a:cubicBezTo>
                  <a:cubicBezTo>
                    <a:pt x="55" y="197"/>
                    <a:pt x="54" y="198"/>
                    <a:pt x="53" y="197"/>
                  </a:cubicBezTo>
                  <a:cubicBezTo>
                    <a:pt x="53" y="197"/>
                    <a:pt x="53" y="197"/>
                    <a:pt x="53" y="196"/>
                  </a:cubicBezTo>
                  <a:cubicBezTo>
                    <a:pt x="53" y="196"/>
                    <a:pt x="53" y="195"/>
                    <a:pt x="53" y="194"/>
                  </a:cubicBezTo>
                  <a:cubicBezTo>
                    <a:pt x="53" y="194"/>
                    <a:pt x="53" y="193"/>
                    <a:pt x="53" y="192"/>
                  </a:cubicBezTo>
                  <a:cubicBezTo>
                    <a:pt x="53" y="192"/>
                    <a:pt x="53" y="191"/>
                    <a:pt x="53" y="190"/>
                  </a:cubicBezTo>
                  <a:cubicBezTo>
                    <a:pt x="53" y="190"/>
                    <a:pt x="52" y="190"/>
                    <a:pt x="51" y="190"/>
                  </a:cubicBezTo>
                  <a:cubicBezTo>
                    <a:pt x="51" y="190"/>
                    <a:pt x="50" y="190"/>
                    <a:pt x="50" y="189"/>
                  </a:cubicBezTo>
                  <a:cubicBezTo>
                    <a:pt x="49" y="189"/>
                    <a:pt x="50" y="188"/>
                    <a:pt x="50" y="187"/>
                  </a:cubicBezTo>
                  <a:cubicBezTo>
                    <a:pt x="50" y="187"/>
                    <a:pt x="50" y="186"/>
                    <a:pt x="50" y="185"/>
                  </a:cubicBezTo>
                  <a:cubicBezTo>
                    <a:pt x="50" y="185"/>
                    <a:pt x="51" y="183"/>
                    <a:pt x="50" y="183"/>
                  </a:cubicBezTo>
                  <a:cubicBezTo>
                    <a:pt x="50" y="182"/>
                    <a:pt x="50" y="181"/>
                    <a:pt x="50" y="181"/>
                  </a:cubicBezTo>
                  <a:cubicBezTo>
                    <a:pt x="50" y="181"/>
                    <a:pt x="50" y="181"/>
                    <a:pt x="50" y="180"/>
                  </a:cubicBezTo>
                  <a:cubicBezTo>
                    <a:pt x="51" y="180"/>
                    <a:pt x="52" y="181"/>
                    <a:pt x="53" y="181"/>
                  </a:cubicBezTo>
                  <a:cubicBezTo>
                    <a:pt x="53" y="181"/>
                    <a:pt x="53" y="180"/>
                    <a:pt x="53" y="180"/>
                  </a:cubicBezTo>
                  <a:cubicBezTo>
                    <a:pt x="54" y="179"/>
                    <a:pt x="53" y="178"/>
                    <a:pt x="52" y="178"/>
                  </a:cubicBezTo>
                  <a:cubicBezTo>
                    <a:pt x="52" y="177"/>
                    <a:pt x="52" y="176"/>
                    <a:pt x="52" y="175"/>
                  </a:cubicBezTo>
                  <a:cubicBezTo>
                    <a:pt x="52" y="175"/>
                    <a:pt x="51" y="174"/>
                    <a:pt x="50" y="174"/>
                  </a:cubicBezTo>
                  <a:cubicBezTo>
                    <a:pt x="50" y="174"/>
                    <a:pt x="49" y="173"/>
                    <a:pt x="48" y="173"/>
                  </a:cubicBezTo>
                  <a:cubicBezTo>
                    <a:pt x="48" y="173"/>
                    <a:pt x="47" y="172"/>
                    <a:pt x="46" y="172"/>
                  </a:cubicBezTo>
                  <a:cubicBezTo>
                    <a:pt x="46" y="172"/>
                    <a:pt x="45" y="172"/>
                    <a:pt x="45" y="172"/>
                  </a:cubicBezTo>
                  <a:cubicBezTo>
                    <a:pt x="45" y="172"/>
                    <a:pt x="44" y="173"/>
                    <a:pt x="44" y="173"/>
                  </a:cubicBezTo>
                  <a:cubicBezTo>
                    <a:pt x="44" y="173"/>
                    <a:pt x="43" y="172"/>
                    <a:pt x="43" y="172"/>
                  </a:cubicBezTo>
                  <a:cubicBezTo>
                    <a:pt x="42" y="171"/>
                    <a:pt x="43" y="169"/>
                    <a:pt x="43" y="169"/>
                  </a:cubicBezTo>
                  <a:cubicBezTo>
                    <a:pt x="43" y="168"/>
                    <a:pt x="42" y="167"/>
                    <a:pt x="42" y="166"/>
                  </a:cubicBezTo>
                  <a:cubicBezTo>
                    <a:pt x="42" y="166"/>
                    <a:pt x="41" y="165"/>
                    <a:pt x="41" y="165"/>
                  </a:cubicBezTo>
                  <a:cubicBezTo>
                    <a:pt x="41" y="164"/>
                    <a:pt x="42" y="162"/>
                    <a:pt x="41" y="162"/>
                  </a:cubicBezTo>
                  <a:cubicBezTo>
                    <a:pt x="41" y="161"/>
                    <a:pt x="40" y="161"/>
                    <a:pt x="40" y="161"/>
                  </a:cubicBezTo>
                  <a:cubicBezTo>
                    <a:pt x="39" y="161"/>
                    <a:pt x="39" y="162"/>
                    <a:pt x="39" y="162"/>
                  </a:cubicBezTo>
                  <a:cubicBezTo>
                    <a:pt x="39" y="162"/>
                    <a:pt x="38" y="163"/>
                    <a:pt x="38" y="163"/>
                  </a:cubicBezTo>
                  <a:cubicBezTo>
                    <a:pt x="37" y="163"/>
                    <a:pt x="37" y="163"/>
                    <a:pt x="37" y="163"/>
                  </a:cubicBezTo>
                  <a:cubicBezTo>
                    <a:pt x="36" y="162"/>
                    <a:pt x="36" y="162"/>
                    <a:pt x="36" y="162"/>
                  </a:cubicBezTo>
                  <a:cubicBezTo>
                    <a:pt x="35" y="161"/>
                    <a:pt x="35" y="162"/>
                    <a:pt x="35" y="162"/>
                  </a:cubicBezTo>
                  <a:cubicBezTo>
                    <a:pt x="34" y="161"/>
                    <a:pt x="34" y="161"/>
                    <a:pt x="34" y="160"/>
                  </a:cubicBezTo>
                  <a:cubicBezTo>
                    <a:pt x="34" y="160"/>
                    <a:pt x="35" y="159"/>
                    <a:pt x="35" y="159"/>
                  </a:cubicBezTo>
                  <a:cubicBezTo>
                    <a:pt x="35" y="158"/>
                    <a:pt x="36" y="157"/>
                    <a:pt x="36" y="156"/>
                  </a:cubicBezTo>
                  <a:cubicBezTo>
                    <a:pt x="36" y="155"/>
                    <a:pt x="37" y="154"/>
                    <a:pt x="37" y="153"/>
                  </a:cubicBezTo>
                  <a:cubicBezTo>
                    <a:pt x="37" y="152"/>
                    <a:pt x="36" y="151"/>
                    <a:pt x="35" y="150"/>
                  </a:cubicBezTo>
                  <a:cubicBezTo>
                    <a:pt x="35" y="149"/>
                    <a:pt x="34" y="147"/>
                    <a:pt x="34" y="146"/>
                  </a:cubicBezTo>
                  <a:cubicBezTo>
                    <a:pt x="33" y="146"/>
                    <a:pt x="32" y="145"/>
                    <a:pt x="31" y="144"/>
                  </a:cubicBezTo>
                  <a:cubicBezTo>
                    <a:pt x="31" y="143"/>
                    <a:pt x="31" y="141"/>
                    <a:pt x="31" y="140"/>
                  </a:cubicBezTo>
                  <a:cubicBezTo>
                    <a:pt x="30" y="138"/>
                    <a:pt x="29" y="134"/>
                    <a:pt x="28" y="132"/>
                  </a:cubicBezTo>
                  <a:cubicBezTo>
                    <a:pt x="28" y="130"/>
                    <a:pt x="26" y="127"/>
                    <a:pt x="26" y="126"/>
                  </a:cubicBezTo>
                  <a:cubicBezTo>
                    <a:pt x="25" y="125"/>
                    <a:pt x="24" y="123"/>
                    <a:pt x="24" y="122"/>
                  </a:cubicBezTo>
                  <a:cubicBezTo>
                    <a:pt x="24" y="121"/>
                    <a:pt x="24" y="120"/>
                    <a:pt x="24" y="119"/>
                  </a:cubicBezTo>
                  <a:cubicBezTo>
                    <a:pt x="24" y="118"/>
                    <a:pt x="25" y="118"/>
                    <a:pt x="25" y="117"/>
                  </a:cubicBezTo>
                  <a:cubicBezTo>
                    <a:pt x="25" y="116"/>
                    <a:pt x="25" y="115"/>
                    <a:pt x="25" y="114"/>
                  </a:cubicBezTo>
                  <a:cubicBezTo>
                    <a:pt x="24" y="114"/>
                    <a:pt x="24" y="113"/>
                    <a:pt x="23" y="113"/>
                  </a:cubicBezTo>
                  <a:cubicBezTo>
                    <a:pt x="23" y="113"/>
                    <a:pt x="21" y="114"/>
                    <a:pt x="21" y="114"/>
                  </a:cubicBezTo>
                  <a:cubicBezTo>
                    <a:pt x="21" y="114"/>
                    <a:pt x="21" y="115"/>
                    <a:pt x="21" y="116"/>
                  </a:cubicBezTo>
                  <a:cubicBezTo>
                    <a:pt x="21" y="116"/>
                    <a:pt x="21" y="117"/>
                    <a:pt x="21" y="118"/>
                  </a:cubicBezTo>
                  <a:cubicBezTo>
                    <a:pt x="20" y="118"/>
                    <a:pt x="20" y="118"/>
                    <a:pt x="19" y="118"/>
                  </a:cubicBezTo>
                  <a:cubicBezTo>
                    <a:pt x="19" y="118"/>
                    <a:pt x="18" y="117"/>
                    <a:pt x="17" y="117"/>
                  </a:cubicBezTo>
                  <a:cubicBezTo>
                    <a:pt x="17" y="116"/>
                    <a:pt x="16" y="115"/>
                    <a:pt x="16" y="114"/>
                  </a:cubicBezTo>
                  <a:cubicBezTo>
                    <a:pt x="15" y="114"/>
                    <a:pt x="14" y="114"/>
                    <a:pt x="14" y="114"/>
                  </a:cubicBezTo>
                  <a:cubicBezTo>
                    <a:pt x="13" y="113"/>
                    <a:pt x="12" y="112"/>
                    <a:pt x="11" y="112"/>
                  </a:cubicBezTo>
                  <a:cubicBezTo>
                    <a:pt x="11" y="111"/>
                    <a:pt x="11" y="110"/>
                    <a:pt x="11" y="110"/>
                  </a:cubicBezTo>
                  <a:cubicBezTo>
                    <a:pt x="12" y="109"/>
                    <a:pt x="13" y="109"/>
                    <a:pt x="13" y="108"/>
                  </a:cubicBezTo>
                  <a:cubicBezTo>
                    <a:pt x="14" y="108"/>
                    <a:pt x="14" y="107"/>
                    <a:pt x="15" y="106"/>
                  </a:cubicBezTo>
                  <a:cubicBezTo>
                    <a:pt x="15" y="106"/>
                    <a:pt x="16" y="104"/>
                    <a:pt x="16" y="104"/>
                  </a:cubicBezTo>
                  <a:cubicBezTo>
                    <a:pt x="17" y="103"/>
                    <a:pt x="17" y="101"/>
                    <a:pt x="17" y="100"/>
                  </a:cubicBezTo>
                  <a:cubicBezTo>
                    <a:pt x="17" y="100"/>
                    <a:pt x="17" y="98"/>
                    <a:pt x="17" y="97"/>
                  </a:cubicBezTo>
                  <a:cubicBezTo>
                    <a:pt x="17" y="96"/>
                    <a:pt x="17" y="95"/>
                    <a:pt x="17" y="94"/>
                  </a:cubicBezTo>
                  <a:cubicBezTo>
                    <a:pt x="17" y="93"/>
                    <a:pt x="17" y="91"/>
                    <a:pt x="17" y="90"/>
                  </a:cubicBezTo>
                  <a:cubicBezTo>
                    <a:pt x="17" y="90"/>
                    <a:pt x="17" y="88"/>
                    <a:pt x="17" y="88"/>
                  </a:cubicBezTo>
                  <a:cubicBezTo>
                    <a:pt x="17" y="87"/>
                    <a:pt x="16" y="87"/>
                    <a:pt x="15" y="86"/>
                  </a:cubicBezTo>
                  <a:cubicBezTo>
                    <a:pt x="15" y="85"/>
                    <a:pt x="15" y="84"/>
                    <a:pt x="14" y="84"/>
                  </a:cubicBezTo>
                  <a:cubicBezTo>
                    <a:pt x="14" y="83"/>
                    <a:pt x="14" y="82"/>
                    <a:pt x="14" y="81"/>
                  </a:cubicBezTo>
                  <a:cubicBezTo>
                    <a:pt x="15" y="80"/>
                    <a:pt x="15" y="79"/>
                    <a:pt x="15" y="79"/>
                  </a:cubicBezTo>
                  <a:cubicBezTo>
                    <a:pt x="15" y="78"/>
                    <a:pt x="15" y="78"/>
                    <a:pt x="14" y="78"/>
                  </a:cubicBezTo>
                  <a:cubicBezTo>
                    <a:pt x="14" y="77"/>
                    <a:pt x="13" y="78"/>
                    <a:pt x="12" y="78"/>
                  </a:cubicBezTo>
                  <a:cubicBezTo>
                    <a:pt x="12" y="78"/>
                    <a:pt x="11" y="77"/>
                    <a:pt x="11" y="77"/>
                  </a:cubicBezTo>
                  <a:cubicBezTo>
                    <a:pt x="10" y="77"/>
                    <a:pt x="9" y="77"/>
                    <a:pt x="8" y="77"/>
                  </a:cubicBezTo>
                  <a:cubicBezTo>
                    <a:pt x="8" y="78"/>
                    <a:pt x="7" y="78"/>
                    <a:pt x="7" y="79"/>
                  </a:cubicBezTo>
                  <a:cubicBezTo>
                    <a:pt x="6" y="79"/>
                    <a:pt x="5" y="79"/>
                    <a:pt x="5" y="79"/>
                  </a:cubicBezTo>
                  <a:cubicBezTo>
                    <a:pt x="4" y="79"/>
                    <a:pt x="3" y="79"/>
                    <a:pt x="2" y="79"/>
                  </a:cubicBezTo>
                  <a:cubicBezTo>
                    <a:pt x="2" y="79"/>
                    <a:pt x="1" y="78"/>
                    <a:pt x="1" y="78"/>
                  </a:cubicBezTo>
                  <a:cubicBezTo>
                    <a:pt x="1" y="78"/>
                    <a:pt x="0" y="78"/>
                    <a:pt x="0" y="78"/>
                  </a:cubicBezTo>
                  <a:cubicBezTo>
                    <a:pt x="0" y="76"/>
                    <a:pt x="1" y="74"/>
                    <a:pt x="2" y="73"/>
                  </a:cubicBezTo>
                  <a:cubicBezTo>
                    <a:pt x="2" y="71"/>
                    <a:pt x="2" y="68"/>
                    <a:pt x="2" y="67"/>
                  </a:cubicBezTo>
                  <a:cubicBezTo>
                    <a:pt x="2" y="65"/>
                    <a:pt x="3" y="62"/>
                    <a:pt x="3" y="61"/>
                  </a:cubicBezTo>
                  <a:cubicBezTo>
                    <a:pt x="3" y="59"/>
                    <a:pt x="4" y="56"/>
                    <a:pt x="5" y="56"/>
                  </a:cubicBezTo>
                  <a:cubicBezTo>
                    <a:pt x="6" y="55"/>
                    <a:pt x="7" y="56"/>
                    <a:pt x="8" y="56"/>
                  </a:cubicBezTo>
                  <a:cubicBezTo>
                    <a:pt x="8" y="56"/>
                    <a:pt x="10" y="56"/>
                    <a:pt x="11" y="56"/>
                  </a:cubicBezTo>
                  <a:cubicBezTo>
                    <a:pt x="11" y="56"/>
                    <a:pt x="13" y="57"/>
                    <a:pt x="13" y="57"/>
                  </a:cubicBezTo>
                  <a:cubicBezTo>
                    <a:pt x="14" y="58"/>
                    <a:pt x="17" y="57"/>
                    <a:pt x="18" y="58"/>
                  </a:cubicBezTo>
                  <a:cubicBezTo>
                    <a:pt x="18" y="58"/>
                    <a:pt x="20" y="58"/>
                    <a:pt x="20" y="59"/>
                  </a:cubicBezTo>
                  <a:cubicBezTo>
                    <a:pt x="21" y="59"/>
                    <a:pt x="23" y="61"/>
                    <a:pt x="24" y="62"/>
                  </a:cubicBezTo>
                  <a:cubicBezTo>
                    <a:pt x="25" y="63"/>
                    <a:pt x="27" y="64"/>
                    <a:pt x="28" y="64"/>
                  </a:cubicBezTo>
                  <a:cubicBezTo>
                    <a:pt x="29" y="64"/>
                    <a:pt x="31" y="64"/>
                    <a:pt x="32" y="64"/>
                  </a:cubicBezTo>
                  <a:cubicBezTo>
                    <a:pt x="33" y="64"/>
                    <a:pt x="35" y="62"/>
                    <a:pt x="36" y="61"/>
                  </a:cubicBezTo>
                  <a:cubicBezTo>
                    <a:pt x="37" y="61"/>
                    <a:pt x="38" y="59"/>
                    <a:pt x="39" y="59"/>
                  </a:cubicBezTo>
                  <a:cubicBezTo>
                    <a:pt x="39" y="58"/>
                    <a:pt x="40" y="57"/>
                    <a:pt x="40" y="57"/>
                  </a:cubicBezTo>
                  <a:cubicBezTo>
                    <a:pt x="40" y="56"/>
                    <a:pt x="40" y="55"/>
                    <a:pt x="40" y="54"/>
                  </a:cubicBezTo>
                  <a:cubicBezTo>
                    <a:pt x="41" y="54"/>
                    <a:pt x="42" y="53"/>
                    <a:pt x="42" y="53"/>
                  </a:cubicBezTo>
                  <a:cubicBezTo>
                    <a:pt x="43" y="52"/>
                    <a:pt x="44" y="51"/>
                    <a:pt x="45" y="51"/>
                  </a:cubicBezTo>
                  <a:cubicBezTo>
                    <a:pt x="45" y="50"/>
                    <a:pt x="46" y="49"/>
                    <a:pt x="46" y="48"/>
                  </a:cubicBezTo>
                  <a:cubicBezTo>
                    <a:pt x="47" y="48"/>
                    <a:pt x="47" y="47"/>
                    <a:pt x="48" y="47"/>
                  </a:cubicBezTo>
                  <a:cubicBezTo>
                    <a:pt x="48" y="47"/>
                    <a:pt x="49" y="47"/>
                    <a:pt x="49" y="47"/>
                  </a:cubicBezTo>
                  <a:cubicBezTo>
                    <a:pt x="50" y="47"/>
                    <a:pt x="51" y="47"/>
                    <a:pt x="51" y="48"/>
                  </a:cubicBezTo>
                  <a:cubicBezTo>
                    <a:pt x="51" y="48"/>
                    <a:pt x="51" y="50"/>
                    <a:pt x="51" y="50"/>
                  </a:cubicBezTo>
                  <a:cubicBezTo>
                    <a:pt x="51" y="51"/>
                    <a:pt x="50" y="52"/>
                    <a:pt x="50" y="53"/>
                  </a:cubicBezTo>
                  <a:cubicBezTo>
                    <a:pt x="50" y="53"/>
                    <a:pt x="51" y="55"/>
                    <a:pt x="51" y="56"/>
                  </a:cubicBezTo>
                  <a:cubicBezTo>
                    <a:pt x="51" y="56"/>
                    <a:pt x="50" y="58"/>
                    <a:pt x="50" y="59"/>
                  </a:cubicBezTo>
                  <a:cubicBezTo>
                    <a:pt x="50" y="59"/>
                    <a:pt x="51" y="60"/>
                    <a:pt x="51" y="61"/>
                  </a:cubicBezTo>
                  <a:cubicBezTo>
                    <a:pt x="52" y="61"/>
                    <a:pt x="53" y="62"/>
                    <a:pt x="53" y="62"/>
                  </a:cubicBezTo>
                  <a:cubicBezTo>
                    <a:pt x="53" y="62"/>
                    <a:pt x="54" y="64"/>
                    <a:pt x="54" y="64"/>
                  </a:cubicBezTo>
                  <a:cubicBezTo>
                    <a:pt x="54" y="64"/>
                    <a:pt x="54" y="63"/>
                    <a:pt x="54" y="62"/>
                  </a:cubicBezTo>
                  <a:cubicBezTo>
                    <a:pt x="54" y="62"/>
                    <a:pt x="55" y="61"/>
                    <a:pt x="55" y="60"/>
                  </a:cubicBezTo>
                  <a:cubicBezTo>
                    <a:pt x="54" y="60"/>
                    <a:pt x="53" y="59"/>
                    <a:pt x="53" y="59"/>
                  </a:cubicBezTo>
                  <a:cubicBezTo>
                    <a:pt x="53" y="58"/>
                    <a:pt x="53" y="56"/>
                    <a:pt x="53" y="55"/>
                  </a:cubicBezTo>
                  <a:cubicBezTo>
                    <a:pt x="53" y="54"/>
                    <a:pt x="53" y="53"/>
                    <a:pt x="53" y="52"/>
                  </a:cubicBezTo>
                  <a:cubicBezTo>
                    <a:pt x="53" y="51"/>
                    <a:pt x="53" y="50"/>
                    <a:pt x="54" y="49"/>
                  </a:cubicBezTo>
                  <a:cubicBezTo>
                    <a:pt x="54" y="48"/>
                    <a:pt x="54" y="47"/>
                    <a:pt x="54" y="47"/>
                  </a:cubicBezTo>
                  <a:cubicBezTo>
                    <a:pt x="55" y="46"/>
                    <a:pt x="56" y="45"/>
                    <a:pt x="56" y="45"/>
                  </a:cubicBezTo>
                  <a:cubicBezTo>
                    <a:pt x="57" y="45"/>
                    <a:pt x="58" y="44"/>
                    <a:pt x="58" y="44"/>
                  </a:cubicBezTo>
                  <a:cubicBezTo>
                    <a:pt x="59" y="44"/>
                    <a:pt x="60" y="44"/>
                    <a:pt x="61" y="44"/>
                  </a:cubicBezTo>
                  <a:cubicBezTo>
                    <a:pt x="62" y="44"/>
                    <a:pt x="63" y="43"/>
                    <a:pt x="63" y="43"/>
                  </a:cubicBezTo>
                  <a:cubicBezTo>
                    <a:pt x="64" y="43"/>
                    <a:pt x="64" y="42"/>
                    <a:pt x="65" y="42"/>
                  </a:cubicBezTo>
                  <a:cubicBezTo>
                    <a:pt x="65" y="41"/>
                    <a:pt x="66" y="42"/>
                    <a:pt x="66" y="42"/>
                  </a:cubicBezTo>
                  <a:cubicBezTo>
                    <a:pt x="67" y="42"/>
                    <a:pt x="68" y="42"/>
                    <a:pt x="68" y="42"/>
                  </a:cubicBezTo>
                  <a:cubicBezTo>
                    <a:pt x="68" y="42"/>
                    <a:pt x="69" y="41"/>
                    <a:pt x="69" y="41"/>
                  </a:cubicBezTo>
                  <a:cubicBezTo>
                    <a:pt x="68" y="40"/>
                    <a:pt x="68" y="41"/>
                    <a:pt x="67" y="40"/>
                  </a:cubicBezTo>
                  <a:cubicBezTo>
                    <a:pt x="67" y="40"/>
                    <a:pt x="65" y="40"/>
                    <a:pt x="64" y="40"/>
                  </a:cubicBezTo>
                  <a:cubicBezTo>
                    <a:pt x="64" y="40"/>
                    <a:pt x="63" y="40"/>
                    <a:pt x="63" y="40"/>
                  </a:cubicBezTo>
                  <a:cubicBezTo>
                    <a:pt x="63" y="40"/>
                    <a:pt x="62" y="40"/>
                    <a:pt x="61" y="40"/>
                  </a:cubicBezTo>
                  <a:cubicBezTo>
                    <a:pt x="61" y="41"/>
                    <a:pt x="60" y="41"/>
                    <a:pt x="59" y="41"/>
                  </a:cubicBezTo>
                  <a:cubicBezTo>
                    <a:pt x="59" y="41"/>
                    <a:pt x="58" y="41"/>
                    <a:pt x="57" y="41"/>
                  </a:cubicBezTo>
                  <a:cubicBezTo>
                    <a:pt x="57" y="41"/>
                    <a:pt x="57" y="40"/>
                    <a:pt x="57" y="40"/>
                  </a:cubicBezTo>
                  <a:cubicBezTo>
                    <a:pt x="57" y="39"/>
                    <a:pt x="57" y="38"/>
                    <a:pt x="56" y="38"/>
                  </a:cubicBezTo>
                  <a:cubicBezTo>
                    <a:pt x="56" y="38"/>
                    <a:pt x="56" y="39"/>
                    <a:pt x="55" y="40"/>
                  </a:cubicBezTo>
                  <a:cubicBezTo>
                    <a:pt x="55" y="40"/>
                    <a:pt x="55" y="42"/>
                    <a:pt x="55" y="42"/>
                  </a:cubicBezTo>
                  <a:cubicBezTo>
                    <a:pt x="55" y="43"/>
                    <a:pt x="54" y="45"/>
                    <a:pt x="54" y="45"/>
                  </a:cubicBezTo>
                  <a:cubicBezTo>
                    <a:pt x="53" y="45"/>
                    <a:pt x="52" y="45"/>
                    <a:pt x="52" y="45"/>
                  </a:cubicBezTo>
                  <a:cubicBezTo>
                    <a:pt x="51" y="45"/>
                    <a:pt x="50" y="44"/>
                    <a:pt x="50" y="44"/>
                  </a:cubicBezTo>
                  <a:cubicBezTo>
                    <a:pt x="49" y="43"/>
                    <a:pt x="48" y="41"/>
                    <a:pt x="48" y="41"/>
                  </a:cubicBezTo>
                  <a:cubicBezTo>
                    <a:pt x="48" y="40"/>
                    <a:pt x="49" y="38"/>
                    <a:pt x="49" y="37"/>
                  </a:cubicBezTo>
                  <a:cubicBezTo>
                    <a:pt x="49" y="36"/>
                    <a:pt x="49" y="35"/>
                    <a:pt x="48" y="34"/>
                  </a:cubicBezTo>
                  <a:cubicBezTo>
                    <a:pt x="48" y="34"/>
                    <a:pt x="46" y="34"/>
                    <a:pt x="46" y="34"/>
                  </a:cubicBezTo>
                  <a:cubicBezTo>
                    <a:pt x="45" y="33"/>
                    <a:pt x="45" y="31"/>
                    <a:pt x="44" y="30"/>
                  </a:cubicBezTo>
                  <a:cubicBezTo>
                    <a:pt x="44" y="29"/>
                    <a:pt x="42" y="28"/>
                    <a:pt x="42" y="27"/>
                  </a:cubicBezTo>
                  <a:cubicBezTo>
                    <a:pt x="43" y="27"/>
                    <a:pt x="44" y="27"/>
                    <a:pt x="45" y="27"/>
                  </a:cubicBezTo>
                  <a:cubicBezTo>
                    <a:pt x="46" y="27"/>
                    <a:pt x="48" y="27"/>
                    <a:pt x="48" y="27"/>
                  </a:cubicBezTo>
                  <a:cubicBezTo>
                    <a:pt x="49" y="26"/>
                    <a:pt x="49" y="22"/>
                    <a:pt x="49" y="21"/>
                  </a:cubicBezTo>
                  <a:cubicBezTo>
                    <a:pt x="49" y="20"/>
                    <a:pt x="49" y="18"/>
                    <a:pt x="49" y="17"/>
                  </a:cubicBezTo>
                  <a:cubicBezTo>
                    <a:pt x="48" y="17"/>
                    <a:pt x="46" y="17"/>
                    <a:pt x="47" y="16"/>
                  </a:cubicBezTo>
                  <a:cubicBezTo>
                    <a:pt x="47" y="15"/>
                    <a:pt x="49" y="15"/>
                    <a:pt x="49" y="15"/>
                  </a:cubicBezTo>
                  <a:cubicBezTo>
                    <a:pt x="50" y="14"/>
                    <a:pt x="51" y="14"/>
                    <a:pt x="51" y="13"/>
                  </a:cubicBezTo>
                  <a:cubicBezTo>
                    <a:pt x="51" y="13"/>
                    <a:pt x="52" y="13"/>
                    <a:pt x="53" y="13"/>
                  </a:cubicBezTo>
                  <a:cubicBezTo>
                    <a:pt x="54" y="12"/>
                    <a:pt x="55" y="13"/>
                    <a:pt x="56" y="13"/>
                  </a:cubicBezTo>
                  <a:cubicBezTo>
                    <a:pt x="57" y="13"/>
                    <a:pt x="60" y="12"/>
                    <a:pt x="61" y="12"/>
                  </a:cubicBezTo>
                  <a:cubicBezTo>
                    <a:pt x="62" y="12"/>
                    <a:pt x="65" y="11"/>
                    <a:pt x="66" y="10"/>
                  </a:cubicBezTo>
                  <a:cubicBezTo>
                    <a:pt x="67" y="10"/>
                    <a:pt x="68" y="10"/>
                    <a:pt x="69" y="10"/>
                  </a:cubicBezTo>
                  <a:cubicBezTo>
                    <a:pt x="70" y="10"/>
                    <a:pt x="71" y="10"/>
                    <a:pt x="72" y="10"/>
                  </a:cubicBezTo>
                  <a:cubicBezTo>
                    <a:pt x="73" y="11"/>
                    <a:pt x="74" y="12"/>
                    <a:pt x="75" y="12"/>
                  </a:cubicBezTo>
                  <a:cubicBezTo>
                    <a:pt x="76" y="12"/>
                    <a:pt x="77" y="11"/>
                    <a:pt x="77" y="10"/>
                  </a:cubicBezTo>
                  <a:cubicBezTo>
                    <a:pt x="78" y="10"/>
                    <a:pt x="78" y="9"/>
                    <a:pt x="79" y="9"/>
                  </a:cubicBezTo>
                  <a:cubicBezTo>
                    <a:pt x="80" y="9"/>
                    <a:pt x="82" y="10"/>
                    <a:pt x="83" y="10"/>
                  </a:cubicBezTo>
                  <a:cubicBezTo>
                    <a:pt x="83" y="10"/>
                    <a:pt x="85" y="9"/>
                    <a:pt x="85" y="9"/>
                  </a:cubicBezTo>
                  <a:cubicBezTo>
                    <a:pt x="86" y="8"/>
                    <a:pt x="88" y="7"/>
                    <a:pt x="88" y="7"/>
                  </a:cubicBezTo>
                  <a:cubicBezTo>
                    <a:pt x="90" y="7"/>
                    <a:pt x="92" y="7"/>
                    <a:pt x="93" y="7"/>
                  </a:cubicBezTo>
                  <a:cubicBezTo>
                    <a:pt x="95" y="7"/>
                    <a:pt x="97" y="6"/>
                    <a:pt x="98" y="6"/>
                  </a:cubicBezTo>
                  <a:cubicBezTo>
                    <a:pt x="99" y="5"/>
                    <a:pt x="100" y="4"/>
                    <a:pt x="101" y="3"/>
                  </a:cubicBezTo>
                  <a:cubicBezTo>
                    <a:pt x="102" y="3"/>
                    <a:pt x="104" y="3"/>
                    <a:pt x="105" y="3"/>
                  </a:cubicBezTo>
                  <a:cubicBezTo>
                    <a:pt x="106" y="3"/>
                    <a:pt x="106" y="5"/>
                    <a:pt x="107" y="5"/>
                  </a:cubicBezTo>
                  <a:cubicBezTo>
                    <a:pt x="108" y="6"/>
                    <a:pt x="110" y="6"/>
                    <a:pt x="111" y="5"/>
                  </a:cubicBezTo>
                  <a:cubicBezTo>
                    <a:pt x="111" y="5"/>
                    <a:pt x="112" y="4"/>
                    <a:pt x="112" y="3"/>
                  </a:cubicBezTo>
                  <a:cubicBezTo>
                    <a:pt x="113" y="3"/>
                    <a:pt x="112" y="2"/>
                    <a:pt x="112" y="1"/>
                  </a:cubicBezTo>
                  <a:cubicBezTo>
                    <a:pt x="113" y="1"/>
                    <a:pt x="113" y="0"/>
                    <a:pt x="113" y="0"/>
                  </a:cubicBezTo>
                  <a:cubicBezTo>
                    <a:pt x="114" y="0"/>
                    <a:pt x="115" y="1"/>
                    <a:pt x="115" y="2"/>
                  </a:cubicBezTo>
                  <a:cubicBezTo>
                    <a:pt x="116" y="2"/>
                    <a:pt x="116" y="4"/>
                    <a:pt x="116" y="4"/>
                  </a:cubicBezTo>
                  <a:cubicBezTo>
                    <a:pt x="117" y="5"/>
                    <a:pt x="120" y="5"/>
                    <a:pt x="122" y="5"/>
                  </a:cubicBezTo>
                  <a:cubicBezTo>
                    <a:pt x="123" y="5"/>
                    <a:pt x="124" y="5"/>
                    <a:pt x="125" y="5"/>
                  </a:cubicBezTo>
                  <a:cubicBezTo>
                    <a:pt x="125" y="6"/>
                    <a:pt x="124" y="8"/>
                    <a:pt x="124" y="9"/>
                  </a:cubicBezTo>
                  <a:cubicBezTo>
                    <a:pt x="124" y="10"/>
                    <a:pt x="124" y="13"/>
                    <a:pt x="124" y="14"/>
                  </a:cubicBezTo>
                  <a:cubicBezTo>
                    <a:pt x="123" y="15"/>
                    <a:pt x="124" y="17"/>
                    <a:pt x="123" y="18"/>
                  </a:cubicBezTo>
                  <a:cubicBezTo>
                    <a:pt x="123" y="18"/>
                    <a:pt x="121" y="18"/>
                    <a:pt x="120" y="18"/>
                  </a:cubicBezTo>
                  <a:cubicBezTo>
                    <a:pt x="120" y="18"/>
                    <a:pt x="119" y="18"/>
                    <a:pt x="118" y="18"/>
                  </a:cubicBezTo>
                  <a:cubicBezTo>
                    <a:pt x="118" y="18"/>
                    <a:pt x="116" y="18"/>
                    <a:pt x="116" y="19"/>
                  </a:cubicBezTo>
                  <a:cubicBezTo>
                    <a:pt x="116" y="19"/>
                    <a:pt x="115" y="20"/>
                    <a:pt x="115" y="20"/>
                  </a:cubicBezTo>
                  <a:cubicBezTo>
                    <a:pt x="114" y="20"/>
                    <a:pt x="112" y="19"/>
                    <a:pt x="112" y="19"/>
                  </a:cubicBezTo>
                  <a:cubicBezTo>
                    <a:pt x="111" y="19"/>
                    <a:pt x="110" y="17"/>
                    <a:pt x="109" y="17"/>
                  </a:cubicBezTo>
                  <a:cubicBezTo>
                    <a:pt x="109" y="17"/>
                    <a:pt x="107" y="17"/>
                    <a:pt x="107" y="17"/>
                  </a:cubicBezTo>
                  <a:cubicBezTo>
                    <a:pt x="106" y="17"/>
                    <a:pt x="105" y="18"/>
                    <a:pt x="105" y="19"/>
                  </a:cubicBezTo>
                  <a:cubicBezTo>
                    <a:pt x="105" y="19"/>
                    <a:pt x="105" y="21"/>
                    <a:pt x="105" y="22"/>
                  </a:cubicBezTo>
                  <a:cubicBezTo>
                    <a:pt x="105" y="23"/>
                    <a:pt x="105" y="25"/>
                    <a:pt x="106" y="26"/>
                  </a:cubicBezTo>
                  <a:cubicBezTo>
                    <a:pt x="106" y="27"/>
                    <a:pt x="106" y="29"/>
                    <a:pt x="107" y="30"/>
                  </a:cubicBezTo>
                  <a:cubicBezTo>
                    <a:pt x="108" y="30"/>
                    <a:pt x="110" y="31"/>
                    <a:pt x="111" y="32"/>
                  </a:cubicBezTo>
                  <a:cubicBezTo>
                    <a:pt x="112" y="32"/>
                    <a:pt x="114" y="33"/>
                    <a:pt x="114" y="34"/>
                  </a:cubicBezTo>
                  <a:cubicBezTo>
                    <a:pt x="116" y="34"/>
                    <a:pt x="117" y="36"/>
                    <a:pt x="118" y="37"/>
                  </a:cubicBezTo>
                  <a:cubicBezTo>
                    <a:pt x="120" y="37"/>
                    <a:pt x="122" y="39"/>
                    <a:pt x="123" y="40"/>
                  </a:cubicBezTo>
                  <a:cubicBezTo>
                    <a:pt x="124" y="41"/>
                    <a:pt x="125" y="41"/>
                    <a:pt x="126" y="42"/>
                  </a:cubicBezTo>
                  <a:cubicBezTo>
                    <a:pt x="127" y="42"/>
                    <a:pt x="130" y="43"/>
                    <a:pt x="131" y="43"/>
                  </a:cubicBezTo>
                  <a:cubicBezTo>
                    <a:pt x="132" y="44"/>
                    <a:pt x="134" y="45"/>
                    <a:pt x="135" y="46"/>
                  </a:cubicBezTo>
                  <a:cubicBezTo>
                    <a:pt x="136" y="46"/>
                    <a:pt x="136" y="48"/>
                    <a:pt x="136" y="48"/>
                  </a:cubicBezTo>
                  <a:cubicBezTo>
                    <a:pt x="136" y="49"/>
                    <a:pt x="137" y="49"/>
                    <a:pt x="138" y="49"/>
                  </a:cubicBezTo>
                  <a:cubicBezTo>
                    <a:pt x="138" y="49"/>
                    <a:pt x="138" y="48"/>
                    <a:pt x="139" y="47"/>
                  </a:cubicBezTo>
                  <a:cubicBezTo>
                    <a:pt x="139" y="47"/>
                    <a:pt x="140" y="47"/>
                    <a:pt x="140" y="47"/>
                  </a:cubicBezTo>
                  <a:cubicBezTo>
                    <a:pt x="141" y="47"/>
                    <a:pt x="141" y="47"/>
                    <a:pt x="142" y="48"/>
                  </a:cubicBezTo>
                  <a:cubicBezTo>
                    <a:pt x="142" y="48"/>
                    <a:pt x="143" y="50"/>
                    <a:pt x="144" y="50"/>
                  </a:cubicBezTo>
                  <a:cubicBezTo>
                    <a:pt x="144" y="51"/>
                    <a:pt x="143" y="53"/>
                    <a:pt x="143" y="53"/>
                  </a:cubicBezTo>
                  <a:cubicBezTo>
                    <a:pt x="143" y="54"/>
                    <a:pt x="142" y="56"/>
                    <a:pt x="143" y="56"/>
                  </a:cubicBezTo>
                  <a:cubicBezTo>
                    <a:pt x="143" y="57"/>
                    <a:pt x="144" y="57"/>
                    <a:pt x="145" y="57"/>
                  </a:cubicBezTo>
                  <a:cubicBezTo>
                    <a:pt x="146" y="57"/>
                    <a:pt x="147" y="57"/>
                    <a:pt x="147" y="57"/>
                  </a:cubicBezTo>
                  <a:cubicBezTo>
                    <a:pt x="147" y="57"/>
                    <a:pt x="148" y="57"/>
                    <a:pt x="149" y="57"/>
                  </a:cubicBezTo>
                  <a:cubicBezTo>
                    <a:pt x="149" y="57"/>
                    <a:pt x="150" y="58"/>
                    <a:pt x="150" y="58"/>
                  </a:cubicBezTo>
                  <a:cubicBezTo>
                    <a:pt x="151" y="58"/>
                    <a:pt x="151" y="59"/>
                    <a:pt x="152" y="58"/>
                  </a:cubicBezTo>
                  <a:cubicBezTo>
                    <a:pt x="152" y="58"/>
                    <a:pt x="153" y="57"/>
                    <a:pt x="153" y="57"/>
                  </a:cubicBezTo>
                  <a:cubicBezTo>
                    <a:pt x="153" y="56"/>
                    <a:pt x="153" y="55"/>
                    <a:pt x="153" y="55"/>
                  </a:cubicBezTo>
                  <a:cubicBezTo>
                    <a:pt x="153" y="54"/>
                    <a:pt x="154" y="54"/>
                    <a:pt x="154" y="53"/>
                  </a:cubicBezTo>
                  <a:cubicBezTo>
                    <a:pt x="155" y="53"/>
                    <a:pt x="156" y="52"/>
                    <a:pt x="156" y="52"/>
                  </a:cubicBezTo>
                  <a:cubicBezTo>
                    <a:pt x="157" y="52"/>
                    <a:pt x="158" y="51"/>
                    <a:pt x="159" y="51"/>
                  </a:cubicBezTo>
                  <a:cubicBezTo>
                    <a:pt x="160" y="51"/>
                    <a:pt x="161" y="51"/>
                    <a:pt x="162" y="51"/>
                  </a:cubicBezTo>
                  <a:cubicBezTo>
                    <a:pt x="162" y="52"/>
                    <a:pt x="163" y="53"/>
                    <a:pt x="163" y="53"/>
                  </a:cubicBezTo>
                  <a:cubicBezTo>
                    <a:pt x="164" y="53"/>
                    <a:pt x="166" y="52"/>
                    <a:pt x="167" y="52"/>
                  </a:cubicBezTo>
                  <a:cubicBezTo>
                    <a:pt x="167" y="52"/>
                    <a:pt x="169" y="52"/>
                    <a:pt x="169" y="52"/>
                  </a:cubicBezTo>
                  <a:cubicBezTo>
                    <a:pt x="170" y="52"/>
                    <a:pt x="170" y="53"/>
                    <a:pt x="171" y="54"/>
                  </a:cubicBezTo>
                  <a:cubicBezTo>
                    <a:pt x="171" y="54"/>
                    <a:pt x="171" y="55"/>
                    <a:pt x="171" y="55"/>
                  </a:cubicBezTo>
                  <a:cubicBezTo>
                    <a:pt x="172" y="55"/>
                    <a:pt x="173" y="55"/>
                    <a:pt x="173" y="55"/>
                  </a:cubicBezTo>
                  <a:cubicBezTo>
                    <a:pt x="173" y="55"/>
                    <a:pt x="174" y="55"/>
                    <a:pt x="175" y="55"/>
                  </a:cubicBezTo>
                  <a:cubicBezTo>
                    <a:pt x="175" y="56"/>
                    <a:pt x="175" y="57"/>
                    <a:pt x="175" y="57"/>
                  </a:cubicBezTo>
                  <a:cubicBezTo>
                    <a:pt x="175" y="58"/>
                    <a:pt x="175" y="59"/>
                    <a:pt x="175" y="59"/>
                  </a:cubicBezTo>
                  <a:cubicBezTo>
                    <a:pt x="175" y="60"/>
                    <a:pt x="174" y="61"/>
                    <a:pt x="174" y="61"/>
                  </a:cubicBezTo>
                  <a:cubicBezTo>
                    <a:pt x="174" y="62"/>
                    <a:pt x="174" y="64"/>
                    <a:pt x="174" y="65"/>
                  </a:cubicBezTo>
                  <a:cubicBezTo>
                    <a:pt x="175" y="65"/>
                    <a:pt x="175" y="66"/>
                    <a:pt x="175" y="66"/>
                  </a:cubicBezTo>
                  <a:cubicBezTo>
                    <a:pt x="176" y="66"/>
                    <a:pt x="177" y="65"/>
                    <a:pt x="178" y="65"/>
                  </a:cubicBezTo>
                  <a:cubicBezTo>
                    <a:pt x="178" y="65"/>
                    <a:pt x="180" y="65"/>
                    <a:pt x="181" y="65"/>
                  </a:cubicBezTo>
                  <a:cubicBezTo>
                    <a:pt x="182" y="66"/>
                    <a:pt x="183" y="66"/>
                    <a:pt x="184" y="67"/>
                  </a:cubicBezTo>
                  <a:cubicBezTo>
                    <a:pt x="185" y="67"/>
                    <a:pt x="186" y="68"/>
                    <a:pt x="187" y="69"/>
                  </a:cubicBezTo>
                  <a:cubicBezTo>
                    <a:pt x="188" y="70"/>
                    <a:pt x="189" y="72"/>
                    <a:pt x="190" y="72"/>
                  </a:cubicBezTo>
                  <a:cubicBezTo>
                    <a:pt x="191" y="73"/>
                    <a:pt x="193" y="74"/>
                    <a:pt x="193" y="74"/>
                  </a:cubicBezTo>
                  <a:cubicBezTo>
                    <a:pt x="194" y="75"/>
                    <a:pt x="197" y="74"/>
                    <a:pt x="198" y="74"/>
                  </a:cubicBezTo>
                  <a:cubicBezTo>
                    <a:pt x="199" y="74"/>
                    <a:pt x="200" y="73"/>
                    <a:pt x="201" y="73"/>
                  </a:cubicBezTo>
                  <a:cubicBezTo>
                    <a:pt x="202" y="73"/>
                    <a:pt x="204" y="72"/>
                    <a:pt x="205" y="72"/>
                  </a:cubicBezTo>
                  <a:cubicBezTo>
                    <a:pt x="206" y="73"/>
                    <a:pt x="207" y="73"/>
                    <a:pt x="208" y="74"/>
                  </a:cubicBezTo>
                  <a:cubicBezTo>
                    <a:pt x="208" y="74"/>
                    <a:pt x="208" y="75"/>
                    <a:pt x="208" y="76"/>
                  </a:cubicBezTo>
                  <a:cubicBezTo>
                    <a:pt x="208" y="76"/>
                    <a:pt x="206" y="77"/>
                    <a:pt x="206" y="77"/>
                  </a:cubicBezTo>
                  <a:cubicBezTo>
                    <a:pt x="206" y="78"/>
                    <a:pt x="207" y="79"/>
                    <a:pt x="207" y="79"/>
                  </a:cubicBezTo>
                  <a:cubicBezTo>
                    <a:pt x="208" y="80"/>
                    <a:pt x="209" y="80"/>
                    <a:pt x="210" y="80"/>
                  </a:cubicBezTo>
                  <a:cubicBezTo>
                    <a:pt x="210" y="80"/>
                    <a:pt x="211" y="80"/>
                    <a:pt x="211" y="80"/>
                  </a:cubicBezTo>
                  <a:cubicBezTo>
                    <a:pt x="212" y="79"/>
                    <a:pt x="213" y="78"/>
                    <a:pt x="214" y="78"/>
                  </a:cubicBezTo>
                  <a:cubicBezTo>
                    <a:pt x="215" y="78"/>
                    <a:pt x="216" y="78"/>
                    <a:pt x="217" y="78"/>
                  </a:cubicBezTo>
                  <a:cubicBezTo>
                    <a:pt x="217" y="78"/>
                    <a:pt x="219" y="78"/>
                    <a:pt x="219" y="78"/>
                  </a:cubicBezTo>
                  <a:cubicBezTo>
                    <a:pt x="220" y="79"/>
                    <a:pt x="220" y="81"/>
                    <a:pt x="220" y="81"/>
                  </a:cubicBezTo>
                  <a:cubicBezTo>
                    <a:pt x="221" y="82"/>
                    <a:pt x="220" y="84"/>
                    <a:pt x="220" y="85"/>
                  </a:cubicBezTo>
                  <a:cubicBezTo>
                    <a:pt x="220" y="85"/>
                    <a:pt x="222" y="87"/>
                    <a:pt x="222" y="87"/>
                  </a:cubicBezTo>
                  <a:cubicBezTo>
                    <a:pt x="222" y="88"/>
                    <a:pt x="223" y="89"/>
                    <a:pt x="223" y="89"/>
                  </a:cubicBezTo>
                  <a:cubicBezTo>
                    <a:pt x="223" y="90"/>
                    <a:pt x="225" y="90"/>
                    <a:pt x="225" y="90"/>
                  </a:cubicBezTo>
                  <a:cubicBezTo>
                    <a:pt x="226" y="90"/>
                    <a:pt x="227" y="89"/>
                    <a:pt x="227" y="89"/>
                  </a:cubicBezTo>
                  <a:cubicBezTo>
                    <a:pt x="228" y="89"/>
                    <a:pt x="229" y="88"/>
                    <a:pt x="229" y="88"/>
                  </a:cubicBezTo>
                  <a:cubicBezTo>
                    <a:pt x="230" y="88"/>
                    <a:pt x="231" y="89"/>
                    <a:pt x="231" y="90"/>
                  </a:cubicBezTo>
                  <a:cubicBezTo>
                    <a:pt x="232" y="91"/>
                    <a:pt x="232" y="92"/>
                    <a:pt x="232" y="93"/>
                  </a:cubicBezTo>
                  <a:cubicBezTo>
                    <a:pt x="233" y="93"/>
                    <a:pt x="232" y="95"/>
                    <a:pt x="232" y="95"/>
                  </a:cubicBezTo>
                  <a:cubicBezTo>
                    <a:pt x="233" y="96"/>
                    <a:pt x="233" y="96"/>
                    <a:pt x="234" y="97"/>
                  </a:cubicBezTo>
                  <a:cubicBezTo>
                    <a:pt x="235" y="97"/>
                    <a:pt x="237" y="98"/>
                    <a:pt x="237" y="99"/>
                  </a:cubicBezTo>
                  <a:cubicBezTo>
                    <a:pt x="238" y="99"/>
                    <a:pt x="237" y="101"/>
                    <a:pt x="237" y="101"/>
                  </a:cubicBezTo>
                  <a:cubicBezTo>
                    <a:pt x="237" y="102"/>
                    <a:pt x="238" y="102"/>
                    <a:pt x="239" y="10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112"/>
            <p:cNvSpPr>
              <a:spLocks/>
            </p:cNvSpPr>
            <p:nvPr/>
          </p:nvSpPr>
          <p:spPr bwMode="auto">
            <a:xfrm>
              <a:off x="1012826" y="4225926"/>
              <a:ext cx="447675" cy="436563"/>
            </a:xfrm>
            <a:custGeom>
              <a:avLst/>
              <a:gdLst/>
              <a:ahLst/>
              <a:cxnLst>
                <a:cxn ang="0">
                  <a:pos x="229" y="146"/>
                </a:cxn>
                <a:cxn ang="0">
                  <a:pos x="197" y="138"/>
                </a:cxn>
                <a:cxn ang="0">
                  <a:pos x="193" y="141"/>
                </a:cxn>
                <a:cxn ang="0">
                  <a:pos x="175" y="143"/>
                </a:cxn>
                <a:cxn ang="0">
                  <a:pos x="166" y="131"/>
                </a:cxn>
                <a:cxn ang="0">
                  <a:pos x="161" y="145"/>
                </a:cxn>
                <a:cxn ang="0">
                  <a:pos x="152" y="142"/>
                </a:cxn>
                <a:cxn ang="0">
                  <a:pos x="145" y="150"/>
                </a:cxn>
                <a:cxn ang="0">
                  <a:pos x="142" y="164"/>
                </a:cxn>
                <a:cxn ang="0">
                  <a:pos x="133" y="165"/>
                </a:cxn>
                <a:cxn ang="0">
                  <a:pos x="116" y="174"/>
                </a:cxn>
                <a:cxn ang="0">
                  <a:pos x="108" y="181"/>
                </a:cxn>
                <a:cxn ang="0">
                  <a:pos x="110" y="166"/>
                </a:cxn>
                <a:cxn ang="0">
                  <a:pos x="108" y="162"/>
                </a:cxn>
                <a:cxn ang="0">
                  <a:pos x="105" y="159"/>
                </a:cxn>
                <a:cxn ang="0">
                  <a:pos x="105" y="169"/>
                </a:cxn>
                <a:cxn ang="0">
                  <a:pos x="94" y="166"/>
                </a:cxn>
                <a:cxn ang="0">
                  <a:pos x="102" y="180"/>
                </a:cxn>
                <a:cxn ang="0">
                  <a:pos x="99" y="188"/>
                </a:cxn>
                <a:cxn ang="0">
                  <a:pos x="86" y="195"/>
                </a:cxn>
                <a:cxn ang="0">
                  <a:pos x="81" y="200"/>
                </a:cxn>
                <a:cxn ang="0">
                  <a:pos x="98" y="201"/>
                </a:cxn>
                <a:cxn ang="0">
                  <a:pos x="96" y="218"/>
                </a:cxn>
                <a:cxn ang="0">
                  <a:pos x="81" y="230"/>
                </a:cxn>
                <a:cxn ang="0">
                  <a:pos x="69" y="216"/>
                </a:cxn>
                <a:cxn ang="0">
                  <a:pos x="54" y="198"/>
                </a:cxn>
                <a:cxn ang="0">
                  <a:pos x="38" y="189"/>
                </a:cxn>
                <a:cxn ang="0">
                  <a:pos x="25" y="204"/>
                </a:cxn>
                <a:cxn ang="0">
                  <a:pos x="8" y="209"/>
                </a:cxn>
                <a:cxn ang="0">
                  <a:pos x="1" y="198"/>
                </a:cxn>
                <a:cxn ang="0">
                  <a:pos x="1" y="185"/>
                </a:cxn>
                <a:cxn ang="0">
                  <a:pos x="17" y="171"/>
                </a:cxn>
                <a:cxn ang="0">
                  <a:pos x="30" y="167"/>
                </a:cxn>
                <a:cxn ang="0">
                  <a:pos x="43" y="173"/>
                </a:cxn>
                <a:cxn ang="0">
                  <a:pos x="51" y="162"/>
                </a:cxn>
                <a:cxn ang="0">
                  <a:pos x="68" y="154"/>
                </a:cxn>
                <a:cxn ang="0">
                  <a:pos x="84" y="137"/>
                </a:cxn>
                <a:cxn ang="0">
                  <a:pos x="89" y="123"/>
                </a:cxn>
                <a:cxn ang="0">
                  <a:pos x="93" y="120"/>
                </a:cxn>
                <a:cxn ang="0">
                  <a:pos x="104" y="102"/>
                </a:cxn>
                <a:cxn ang="0">
                  <a:pos x="106" y="89"/>
                </a:cxn>
                <a:cxn ang="0">
                  <a:pos x="118" y="85"/>
                </a:cxn>
                <a:cxn ang="0">
                  <a:pos x="124" y="95"/>
                </a:cxn>
                <a:cxn ang="0">
                  <a:pos x="126" y="93"/>
                </a:cxn>
                <a:cxn ang="0">
                  <a:pos x="128" y="80"/>
                </a:cxn>
                <a:cxn ang="0">
                  <a:pos x="143" y="77"/>
                </a:cxn>
                <a:cxn ang="0">
                  <a:pos x="154" y="59"/>
                </a:cxn>
                <a:cxn ang="0">
                  <a:pos x="168" y="45"/>
                </a:cxn>
                <a:cxn ang="0">
                  <a:pos x="178" y="11"/>
                </a:cxn>
                <a:cxn ang="0">
                  <a:pos x="191" y="0"/>
                </a:cxn>
                <a:cxn ang="0">
                  <a:pos x="197" y="13"/>
                </a:cxn>
                <a:cxn ang="0">
                  <a:pos x="191" y="35"/>
                </a:cxn>
                <a:cxn ang="0">
                  <a:pos x="203" y="36"/>
                </a:cxn>
                <a:cxn ang="0">
                  <a:pos x="211" y="67"/>
                </a:cxn>
                <a:cxn ang="0">
                  <a:pos x="216" y="85"/>
                </a:cxn>
                <a:cxn ang="0">
                  <a:pos x="223" y="92"/>
                </a:cxn>
                <a:cxn ang="0">
                  <a:pos x="232" y="101"/>
                </a:cxn>
                <a:cxn ang="0">
                  <a:pos x="228" y="111"/>
                </a:cxn>
                <a:cxn ang="0">
                  <a:pos x="228" y="121"/>
                </a:cxn>
                <a:cxn ang="0">
                  <a:pos x="223" y="131"/>
                </a:cxn>
                <a:cxn ang="0">
                  <a:pos x="223" y="133"/>
                </a:cxn>
                <a:cxn ang="0">
                  <a:pos x="232" y="135"/>
                </a:cxn>
                <a:cxn ang="0">
                  <a:pos x="233" y="140"/>
                </a:cxn>
              </a:cxnLst>
              <a:rect l="0" t="0" r="r" b="b"/>
              <a:pathLst>
                <a:path w="238" h="231">
                  <a:moveTo>
                    <a:pt x="238" y="139"/>
                  </a:moveTo>
                  <a:cubicBezTo>
                    <a:pt x="238" y="139"/>
                    <a:pt x="238" y="140"/>
                    <a:pt x="238" y="141"/>
                  </a:cubicBezTo>
                  <a:cubicBezTo>
                    <a:pt x="238" y="141"/>
                    <a:pt x="236" y="142"/>
                    <a:pt x="236" y="142"/>
                  </a:cubicBezTo>
                  <a:cubicBezTo>
                    <a:pt x="235" y="142"/>
                    <a:pt x="234" y="143"/>
                    <a:pt x="234" y="143"/>
                  </a:cubicBezTo>
                  <a:cubicBezTo>
                    <a:pt x="234" y="143"/>
                    <a:pt x="234" y="145"/>
                    <a:pt x="234" y="145"/>
                  </a:cubicBezTo>
                  <a:cubicBezTo>
                    <a:pt x="234" y="146"/>
                    <a:pt x="233" y="147"/>
                    <a:pt x="233" y="147"/>
                  </a:cubicBezTo>
                  <a:cubicBezTo>
                    <a:pt x="233" y="147"/>
                    <a:pt x="231" y="147"/>
                    <a:pt x="231" y="147"/>
                  </a:cubicBezTo>
                  <a:cubicBezTo>
                    <a:pt x="230" y="147"/>
                    <a:pt x="229" y="146"/>
                    <a:pt x="229" y="146"/>
                  </a:cubicBezTo>
                  <a:cubicBezTo>
                    <a:pt x="229" y="145"/>
                    <a:pt x="229" y="144"/>
                    <a:pt x="229" y="144"/>
                  </a:cubicBezTo>
                  <a:cubicBezTo>
                    <a:pt x="229" y="143"/>
                    <a:pt x="228" y="142"/>
                    <a:pt x="228" y="142"/>
                  </a:cubicBezTo>
                  <a:cubicBezTo>
                    <a:pt x="227" y="141"/>
                    <a:pt x="224" y="140"/>
                    <a:pt x="223" y="140"/>
                  </a:cubicBezTo>
                  <a:cubicBezTo>
                    <a:pt x="221" y="139"/>
                    <a:pt x="218" y="138"/>
                    <a:pt x="217" y="137"/>
                  </a:cubicBezTo>
                  <a:cubicBezTo>
                    <a:pt x="215" y="137"/>
                    <a:pt x="211" y="137"/>
                    <a:pt x="209" y="137"/>
                  </a:cubicBezTo>
                  <a:cubicBezTo>
                    <a:pt x="208" y="137"/>
                    <a:pt x="204" y="137"/>
                    <a:pt x="203" y="137"/>
                  </a:cubicBezTo>
                  <a:cubicBezTo>
                    <a:pt x="202" y="137"/>
                    <a:pt x="200" y="137"/>
                    <a:pt x="199" y="137"/>
                  </a:cubicBezTo>
                  <a:cubicBezTo>
                    <a:pt x="198" y="137"/>
                    <a:pt x="198" y="138"/>
                    <a:pt x="197" y="138"/>
                  </a:cubicBezTo>
                  <a:cubicBezTo>
                    <a:pt x="197" y="138"/>
                    <a:pt x="195" y="138"/>
                    <a:pt x="195" y="138"/>
                  </a:cubicBezTo>
                  <a:cubicBezTo>
                    <a:pt x="195" y="137"/>
                    <a:pt x="194" y="136"/>
                    <a:pt x="194" y="136"/>
                  </a:cubicBezTo>
                  <a:cubicBezTo>
                    <a:pt x="194" y="135"/>
                    <a:pt x="194" y="134"/>
                    <a:pt x="193" y="134"/>
                  </a:cubicBezTo>
                  <a:cubicBezTo>
                    <a:pt x="193" y="134"/>
                    <a:pt x="192" y="135"/>
                    <a:pt x="192" y="136"/>
                  </a:cubicBezTo>
                  <a:cubicBezTo>
                    <a:pt x="191" y="136"/>
                    <a:pt x="192" y="137"/>
                    <a:pt x="192" y="137"/>
                  </a:cubicBezTo>
                  <a:cubicBezTo>
                    <a:pt x="192" y="137"/>
                    <a:pt x="193" y="137"/>
                    <a:pt x="193" y="138"/>
                  </a:cubicBezTo>
                  <a:cubicBezTo>
                    <a:pt x="194" y="138"/>
                    <a:pt x="194" y="139"/>
                    <a:pt x="194" y="140"/>
                  </a:cubicBezTo>
                  <a:cubicBezTo>
                    <a:pt x="194" y="140"/>
                    <a:pt x="193" y="141"/>
                    <a:pt x="193" y="141"/>
                  </a:cubicBezTo>
                  <a:cubicBezTo>
                    <a:pt x="192" y="142"/>
                    <a:pt x="192" y="143"/>
                    <a:pt x="191" y="143"/>
                  </a:cubicBezTo>
                  <a:cubicBezTo>
                    <a:pt x="191" y="143"/>
                    <a:pt x="189" y="143"/>
                    <a:pt x="189" y="143"/>
                  </a:cubicBezTo>
                  <a:cubicBezTo>
                    <a:pt x="189" y="143"/>
                    <a:pt x="188" y="143"/>
                    <a:pt x="188" y="143"/>
                  </a:cubicBezTo>
                  <a:cubicBezTo>
                    <a:pt x="187" y="144"/>
                    <a:pt x="187" y="145"/>
                    <a:pt x="187" y="145"/>
                  </a:cubicBezTo>
                  <a:cubicBezTo>
                    <a:pt x="186" y="145"/>
                    <a:pt x="185" y="145"/>
                    <a:pt x="185" y="145"/>
                  </a:cubicBezTo>
                  <a:cubicBezTo>
                    <a:pt x="184" y="145"/>
                    <a:pt x="182" y="145"/>
                    <a:pt x="181" y="145"/>
                  </a:cubicBezTo>
                  <a:cubicBezTo>
                    <a:pt x="181" y="144"/>
                    <a:pt x="179" y="144"/>
                    <a:pt x="178" y="143"/>
                  </a:cubicBezTo>
                  <a:cubicBezTo>
                    <a:pt x="177" y="143"/>
                    <a:pt x="176" y="143"/>
                    <a:pt x="175" y="143"/>
                  </a:cubicBezTo>
                  <a:cubicBezTo>
                    <a:pt x="174" y="143"/>
                    <a:pt x="171" y="144"/>
                    <a:pt x="170" y="144"/>
                  </a:cubicBezTo>
                  <a:cubicBezTo>
                    <a:pt x="170" y="144"/>
                    <a:pt x="168" y="144"/>
                    <a:pt x="168" y="144"/>
                  </a:cubicBezTo>
                  <a:cubicBezTo>
                    <a:pt x="168" y="144"/>
                    <a:pt x="167" y="143"/>
                    <a:pt x="167" y="142"/>
                  </a:cubicBezTo>
                  <a:cubicBezTo>
                    <a:pt x="167" y="142"/>
                    <a:pt x="168" y="141"/>
                    <a:pt x="168" y="140"/>
                  </a:cubicBezTo>
                  <a:cubicBezTo>
                    <a:pt x="168" y="140"/>
                    <a:pt x="168" y="138"/>
                    <a:pt x="168" y="138"/>
                  </a:cubicBezTo>
                  <a:cubicBezTo>
                    <a:pt x="168" y="137"/>
                    <a:pt x="168" y="135"/>
                    <a:pt x="168" y="135"/>
                  </a:cubicBezTo>
                  <a:cubicBezTo>
                    <a:pt x="168" y="134"/>
                    <a:pt x="168" y="133"/>
                    <a:pt x="167" y="132"/>
                  </a:cubicBezTo>
                  <a:cubicBezTo>
                    <a:pt x="167" y="132"/>
                    <a:pt x="167" y="131"/>
                    <a:pt x="166" y="131"/>
                  </a:cubicBezTo>
                  <a:cubicBezTo>
                    <a:pt x="166" y="130"/>
                    <a:pt x="165" y="130"/>
                    <a:pt x="165" y="131"/>
                  </a:cubicBezTo>
                  <a:cubicBezTo>
                    <a:pt x="165" y="131"/>
                    <a:pt x="166" y="132"/>
                    <a:pt x="166" y="133"/>
                  </a:cubicBezTo>
                  <a:cubicBezTo>
                    <a:pt x="166" y="133"/>
                    <a:pt x="167" y="134"/>
                    <a:pt x="167" y="135"/>
                  </a:cubicBezTo>
                  <a:cubicBezTo>
                    <a:pt x="167" y="135"/>
                    <a:pt x="167" y="137"/>
                    <a:pt x="167" y="138"/>
                  </a:cubicBezTo>
                  <a:cubicBezTo>
                    <a:pt x="167" y="139"/>
                    <a:pt x="166" y="141"/>
                    <a:pt x="166" y="142"/>
                  </a:cubicBezTo>
                  <a:cubicBezTo>
                    <a:pt x="166" y="142"/>
                    <a:pt x="165" y="143"/>
                    <a:pt x="165" y="143"/>
                  </a:cubicBezTo>
                  <a:cubicBezTo>
                    <a:pt x="165" y="144"/>
                    <a:pt x="164" y="144"/>
                    <a:pt x="164" y="145"/>
                  </a:cubicBezTo>
                  <a:cubicBezTo>
                    <a:pt x="163" y="145"/>
                    <a:pt x="162" y="145"/>
                    <a:pt x="161" y="145"/>
                  </a:cubicBezTo>
                  <a:cubicBezTo>
                    <a:pt x="161" y="145"/>
                    <a:pt x="160" y="146"/>
                    <a:pt x="160" y="145"/>
                  </a:cubicBezTo>
                  <a:cubicBezTo>
                    <a:pt x="159" y="145"/>
                    <a:pt x="159" y="144"/>
                    <a:pt x="159" y="143"/>
                  </a:cubicBezTo>
                  <a:cubicBezTo>
                    <a:pt x="159" y="142"/>
                    <a:pt x="160" y="141"/>
                    <a:pt x="159" y="140"/>
                  </a:cubicBezTo>
                  <a:cubicBezTo>
                    <a:pt x="159" y="139"/>
                    <a:pt x="159" y="138"/>
                    <a:pt x="159" y="137"/>
                  </a:cubicBezTo>
                  <a:cubicBezTo>
                    <a:pt x="159" y="137"/>
                    <a:pt x="158" y="137"/>
                    <a:pt x="157" y="138"/>
                  </a:cubicBezTo>
                  <a:cubicBezTo>
                    <a:pt x="157" y="138"/>
                    <a:pt x="157" y="139"/>
                    <a:pt x="157" y="140"/>
                  </a:cubicBezTo>
                  <a:cubicBezTo>
                    <a:pt x="157" y="140"/>
                    <a:pt x="156" y="141"/>
                    <a:pt x="156" y="142"/>
                  </a:cubicBezTo>
                  <a:cubicBezTo>
                    <a:pt x="155" y="142"/>
                    <a:pt x="153" y="142"/>
                    <a:pt x="152" y="142"/>
                  </a:cubicBezTo>
                  <a:cubicBezTo>
                    <a:pt x="152" y="142"/>
                    <a:pt x="150" y="143"/>
                    <a:pt x="150" y="143"/>
                  </a:cubicBezTo>
                  <a:cubicBezTo>
                    <a:pt x="149" y="143"/>
                    <a:pt x="148" y="143"/>
                    <a:pt x="148" y="143"/>
                  </a:cubicBezTo>
                  <a:cubicBezTo>
                    <a:pt x="148" y="143"/>
                    <a:pt x="147" y="144"/>
                    <a:pt x="147" y="145"/>
                  </a:cubicBezTo>
                  <a:cubicBezTo>
                    <a:pt x="147" y="145"/>
                    <a:pt x="147" y="146"/>
                    <a:pt x="147" y="147"/>
                  </a:cubicBezTo>
                  <a:cubicBezTo>
                    <a:pt x="147" y="147"/>
                    <a:pt x="148" y="148"/>
                    <a:pt x="148" y="148"/>
                  </a:cubicBezTo>
                  <a:cubicBezTo>
                    <a:pt x="149" y="148"/>
                    <a:pt x="149" y="149"/>
                    <a:pt x="149" y="149"/>
                  </a:cubicBezTo>
                  <a:cubicBezTo>
                    <a:pt x="148" y="150"/>
                    <a:pt x="147" y="150"/>
                    <a:pt x="147" y="150"/>
                  </a:cubicBezTo>
                  <a:cubicBezTo>
                    <a:pt x="146" y="150"/>
                    <a:pt x="145" y="150"/>
                    <a:pt x="145" y="150"/>
                  </a:cubicBezTo>
                  <a:cubicBezTo>
                    <a:pt x="144" y="151"/>
                    <a:pt x="144" y="152"/>
                    <a:pt x="144" y="153"/>
                  </a:cubicBezTo>
                  <a:cubicBezTo>
                    <a:pt x="144" y="154"/>
                    <a:pt x="144" y="154"/>
                    <a:pt x="144" y="155"/>
                  </a:cubicBezTo>
                  <a:cubicBezTo>
                    <a:pt x="144" y="156"/>
                    <a:pt x="144" y="157"/>
                    <a:pt x="144" y="158"/>
                  </a:cubicBezTo>
                  <a:cubicBezTo>
                    <a:pt x="144" y="159"/>
                    <a:pt x="144" y="159"/>
                    <a:pt x="144" y="160"/>
                  </a:cubicBezTo>
                  <a:cubicBezTo>
                    <a:pt x="144" y="160"/>
                    <a:pt x="145" y="161"/>
                    <a:pt x="145" y="161"/>
                  </a:cubicBezTo>
                  <a:cubicBezTo>
                    <a:pt x="145" y="162"/>
                    <a:pt x="144" y="162"/>
                    <a:pt x="144" y="163"/>
                  </a:cubicBezTo>
                  <a:cubicBezTo>
                    <a:pt x="144" y="163"/>
                    <a:pt x="143" y="163"/>
                    <a:pt x="143" y="163"/>
                  </a:cubicBezTo>
                  <a:cubicBezTo>
                    <a:pt x="143" y="163"/>
                    <a:pt x="142" y="164"/>
                    <a:pt x="142" y="164"/>
                  </a:cubicBezTo>
                  <a:cubicBezTo>
                    <a:pt x="142" y="165"/>
                    <a:pt x="143" y="165"/>
                    <a:pt x="144" y="165"/>
                  </a:cubicBezTo>
                  <a:cubicBezTo>
                    <a:pt x="144" y="165"/>
                    <a:pt x="144" y="166"/>
                    <a:pt x="144" y="166"/>
                  </a:cubicBezTo>
                  <a:cubicBezTo>
                    <a:pt x="143" y="167"/>
                    <a:pt x="142" y="167"/>
                    <a:pt x="142" y="167"/>
                  </a:cubicBezTo>
                  <a:cubicBezTo>
                    <a:pt x="142" y="167"/>
                    <a:pt x="141" y="168"/>
                    <a:pt x="141" y="168"/>
                  </a:cubicBezTo>
                  <a:cubicBezTo>
                    <a:pt x="141" y="168"/>
                    <a:pt x="140" y="168"/>
                    <a:pt x="140" y="168"/>
                  </a:cubicBezTo>
                  <a:cubicBezTo>
                    <a:pt x="139" y="168"/>
                    <a:pt x="139" y="167"/>
                    <a:pt x="138" y="167"/>
                  </a:cubicBezTo>
                  <a:cubicBezTo>
                    <a:pt x="138" y="167"/>
                    <a:pt x="137" y="166"/>
                    <a:pt x="136" y="166"/>
                  </a:cubicBezTo>
                  <a:cubicBezTo>
                    <a:pt x="135" y="165"/>
                    <a:pt x="134" y="165"/>
                    <a:pt x="133" y="165"/>
                  </a:cubicBezTo>
                  <a:cubicBezTo>
                    <a:pt x="132" y="165"/>
                    <a:pt x="131" y="165"/>
                    <a:pt x="130" y="165"/>
                  </a:cubicBezTo>
                  <a:cubicBezTo>
                    <a:pt x="129" y="166"/>
                    <a:pt x="128" y="168"/>
                    <a:pt x="127" y="168"/>
                  </a:cubicBezTo>
                  <a:cubicBezTo>
                    <a:pt x="126" y="169"/>
                    <a:pt x="125" y="171"/>
                    <a:pt x="125" y="172"/>
                  </a:cubicBezTo>
                  <a:cubicBezTo>
                    <a:pt x="124" y="173"/>
                    <a:pt x="123" y="174"/>
                    <a:pt x="122" y="174"/>
                  </a:cubicBezTo>
                  <a:cubicBezTo>
                    <a:pt x="122" y="174"/>
                    <a:pt x="121" y="173"/>
                    <a:pt x="121" y="173"/>
                  </a:cubicBezTo>
                  <a:cubicBezTo>
                    <a:pt x="120" y="172"/>
                    <a:pt x="120" y="172"/>
                    <a:pt x="120" y="171"/>
                  </a:cubicBezTo>
                  <a:cubicBezTo>
                    <a:pt x="119" y="171"/>
                    <a:pt x="118" y="171"/>
                    <a:pt x="117" y="172"/>
                  </a:cubicBezTo>
                  <a:cubicBezTo>
                    <a:pt x="117" y="172"/>
                    <a:pt x="116" y="174"/>
                    <a:pt x="116" y="174"/>
                  </a:cubicBezTo>
                  <a:cubicBezTo>
                    <a:pt x="116" y="175"/>
                    <a:pt x="116" y="177"/>
                    <a:pt x="116" y="178"/>
                  </a:cubicBezTo>
                  <a:cubicBezTo>
                    <a:pt x="116" y="179"/>
                    <a:pt x="115" y="180"/>
                    <a:pt x="115" y="180"/>
                  </a:cubicBezTo>
                  <a:cubicBezTo>
                    <a:pt x="115" y="181"/>
                    <a:pt x="113" y="182"/>
                    <a:pt x="113" y="182"/>
                  </a:cubicBezTo>
                  <a:cubicBezTo>
                    <a:pt x="113" y="183"/>
                    <a:pt x="113" y="184"/>
                    <a:pt x="112" y="184"/>
                  </a:cubicBezTo>
                  <a:cubicBezTo>
                    <a:pt x="112" y="185"/>
                    <a:pt x="110" y="186"/>
                    <a:pt x="110" y="186"/>
                  </a:cubicBezTo>
                  <a:cubicBezTo>
                    <a:pt x="109" y="186"/>
                    <a:pt x="108" y="185"/>
                    <a:pt x="108" y="185"/>
                  </a:cubicBezTo>
                  <a:cubicBezTo>
                    <a:pt x="108" y="185"/>
                    <a:pt x="107" y="184"/>
                    <a:pt x="107" y="183"/>
                  </a:cubicBezTo>
                  <a:cubicBezTo>
                    <a:pt x="107" y="183"/>
                    <a:pt x="108" y="182"/>
                    <a:pt x="108" y="181"/>
                  </a:cubicBezTo>
                  <a:cubicBezTo>
                    <a:pt x="108" y="181"/>
                    <a:pt x="107" y="180"/>
                    <a:pt x="107" y="179"/>
                  </a:cubicBezTo>
                  <a:cubicBezTo>
                    <a:pt x="107" y="179"/>
                    <a:pt x="108" y="178"/>
                    <a:pt x="108" y="177"/>
                  </a:cubicBezTo>
                  <a:cubicBezTo>
                    <a:pt x="108" y="177"/>
                    <a:pt x="108" y="176"/>
                    <a:pt x="108" y="176"/>
                  </a:cubicBezTo>
                  <a:cubicBezTo>
                    <a:pt x="108" y="176"/>
                    <a:pt x="107" y="176"/>
                    <a:pt x="106" y="176"/>
                  </a:cubicBezTo>
                  <a:cubicBezTo>
                    <a:pt x="106" y="175"/>
                    <a:pt x="106" y="174"/>
                    <a:pt x="106" y="174"/>
                  </a:cubicBezTo>
                  <a:cubicBezTo>
                    <a:pt x="106" y="173"/>
                    <a:pt x="106" y="172"/>
                    <a:pt x="106" y="172"/>
                  </a:cubicBezTo>
                  <a:cubicBezTo>
                    <a:pt x="107" y="171"/>
                    <a:pt x="107" y="169"/>
                    <a:pt x="108" y="168"/>
                  </a:cubicBezTo>
                  <a:cubicBezTo>
                    <a:pt x="108" y="167"/>
                    <a:pt x="109" y="166"/>
                    <a:pt x="110" y="166"/>
                  </a:cubicBezTo>
                  <a:cubicBezTo>
                    <a:pt x="110" y="166"/>
                    <a:pt x="111" y="165"/>
                    <a:pt x="112" y="165"/>
                  </a:cubicBezTo>
                  <a:cubicBezTo>
                    <a:pt x="112" y="165"/>
                    <a:pt x="113" y="165"/>
                    <a:pt x="114" y="165"/>
                  </a:cubicBezTo>
                  <a:cubicBezTo>
                    <a:pt x="114" y="164"/>
                    <a:pt x="115" y="164"/>
                    <a:pt x="115" y="163"/>
                  </a:cubicBezTo>
                  <a:cubicBezTo>
                    <a:pt x="115" y="163"/>
                    <a:pt x="115" y="162"/>
                    <a:pt x="115" y="162"/>
                  </a:cubicBezTo>
                  <a:cubicBezTo>
                    <a:pt x="114" y="162"/>
                    <a:pt x="113" y="162"/>
                    <a:pt x="113" y="162"/>
                  </a:cubicBezTo>
                  <a:cubicBezTo>
                    <a:pt x="112" y="162"/>
                    <a:pt x="111" y="163"/>
                    <a:pt x="111" y="163"/>
                  </a:cubicBezTo>
                  <a:cubicBezTo>
                    <a:pt x="111" y="164"/>
                    <a:pt x="110" y="164"/>
                    <a:pt x="109" y="164"/>
                  </a:cubicBezTo>
                  <a:cubicBezTo>
                    <a:pt x="109" y="164"/>
                    <a:pt x="108" y="163"/>
                    <a:pt x="108" y="162"/>
                  </a:cubicBezTo>
                  <a:cubicBezTo>
                    <a:pt x="108" y="162"/>
                    <a:pt x="108" y="161"/>
                    <a:pt x="108" y="160"/>
                  </a:cubicBezTo>
                  <a:cubicBezTo>
                    <a:pt x="108" y="159"/>
                    <a:pt x="109" y="158"/>
                    <a:pt x="109" y="158"/>
                  </a:cubicBezTo>
                  <a:cubicBezTo>
                    <a:pt x="109" y="157"/>
                    <a:pt x="110" y="156"/>
                    <a:pt x="110" y="156"/>
                  </a:cubicBezTo>
                  <a:cubicBezTo>
                    <a:pt x="110" y="155"/>
                    <a:pt x="110" y="154"/>
                    <a:pt x="110" y="154"/>
                  </a:cubicBezTo>
                  <a:cubicBezTo>
                    <a:pt x="109" y="154"/>
                    <a:pt x="109" y="155"/>
                    <a:pt x="109" y="155"/>
                  </a:cubicBezTo>
                  <a:cubicBezTo>
                    <a:pt x="108" y="155"/>
                    <a:pt x="108" y="156"/>
                    <a:pt x="107" y="156"/>
                  </a:cubicBezTo>
                  <a:cubicBezTo>
                    <a:pt x="107" y="157"/>
                    <a:pt x="107" y="158"/>
                    <a:pt x="106" y="158"/>
                  </a:cubicBezTo>
                  <a:cubicBezTo>
                    <a:pt x="106" y="158"/>
                    <a:pt x="106" y="159"/>
                    <a:pt x="105" y="159"/>
                  </a:cubicBezTo>
                  <a:cubicBezTo>
                    <a:pt x="105" y="159"/>
                    <a:pt x="105" y="158"/>
                    <a:pt x="104" y="158"/>
                  </a:cubicBezTo>
                  <a:cubicBezTo>
                    <a:pt x="104" y="158"/>
                    <a:pt x="103" y="158"/>
                    <a:pt x="103" y="158"/>
                  </a:cubicBezTo>
                  <a:cubicBezTo>
                    <a:pt x="103" y="158"/>
                    <a:pt x="103" y="159"/>
                    <a:pt x="103" y="160"/>
                  </a:cubicBezTo>
                  <a:cubicBezTo>
                    <a:pt x="103" y="160"/>
                    <a:pt x="104" y="161"/>
                    <a:pt x="105" y="162"/>
                  </a:cubicBezTo>
                  <a:cubicBezTo>
                    <a:pt x="105" y="162"/>
                    <a:pt x="106" y="163"/>
                    <a:pt x="107" y="164"/>
                  </a:cubicBezTo>
                  <a:cubicBezTo>
                    <a:pt x="107" y="164"/>
                    <a:pt x="107" y="165"/>
                    <a:pt x="107" y="166"/>
                  </a:cubicBezTo>
                  <a:cubicBezTo>
                    <a:pt x="106" y="166"/>
                    <a:pt x="105" y="167"/>
                    <a:pt x="105" y="167"/>
                  </a:cubicBezTo>
                  <a:cubicBezTo>
                    <a:pt x="104" y="168"/>
                    <a:pt x="105" y="169"/>
                    <a:pt x="105" y="169"/>
                  </a:cubicBezTo>
                  <a:cubicBezTo>
                    <a:pt x="105" y="170"/>
                    <a:pt x="105" y="171"/>
                    <a:pt x="104" y="171"/>
                  </a:cubicBezTo>
                  <a:cubicBezTo>
                    <a:pt x="104" y="172"/>
                    <a:pt x="104" y="173"/>
                    <a:pt x="103" y="173"/>
                  </a:cubicBezTo>
                  <a:cubicBezTo>
                    <a:pt x="103" y="173"/>
                    <a:pt x="102" y="173"/>
                    <a:pt x="102" y="173"/>
                  </a:cubicBezTo>
                  <a:cubicBezTo>
                    <a:pt x="101" y="173"/>
                    <a:pt x="101" y="172"/>
                    <a:pt x="100" y="171"/>
                  </a:cubicBezTo>
                  <a:cubicBezTo>
                    <a:pt x="100" y="171"/>
                    <a:pt x="100" y="170"/>
                    <a:pt x="99" y="169"/>
                  </a:cubicBezTo>
                  <a:cubicBezTo>
                    <a:pt x="99" y="169"/>
                    <a:pt x="97" y="169"/>
                    <a:pt x="96" y="168"/>
                  </a:cubicBezTo>
                  <a:cubicBezTo>
                    <a:pt x="96" y="168"/>
                    <a:pt x="96" y="167"/>
                    <a:pt x="95" y="167"/>
                  </a:cubicBezTo>
                  <a:cubicBezTo>
                    <a:pt x="95" y="167"/>
                    <a:pt x="94" y="166"/>
                    <a:pt x="94" y="166"/>
                  </a:cubicBezTo>
                  <a:cubicBezTo>
                    <a:pt x="93" y="166"/>
                    <a:pt x="93" y="166"/>
                    <a:pt x="92" y="167"/>
                  </a:cubicBezTo>
                  <a:cubicBezTo>
                    <a:pt x="92" y="167"/>
                    <a:pt x="93" y="168"/>
                    <a:pt x="93" y="169"/>
                  </a:cubicBezTo>
                  <a:cubicBezTo>
                    <a:pt x="93" y="169"/>
                    <a:pt x="95" y="170"/>
                    <a:pt x="95" y="170"/>
                  </a:cubicBezTo>
                  <a:cubicBezTo>
                    <a:pt x="96" y="171"/>
                    <a:pt x="97" y="171"/>
                    <a:pt x="97" y="171"/>
                  </a:cubicBezTo>
                  <a:cubicBezTo>
                    <a:pt x="98" y="171"/>
                    <a:pt x="99" y="172"/>
                    <a:pt x="99" y="172"/>
                  </a:cubicBezTo>
                  <a:cubicBezTo>
                    <a:pt x="100" y="173"/>
                    <a:pt x="100" y="174"/>
                    <a:pt x="100" y="175"/>
                  </a:cubicBezTo>
                  <a:cubicBezTo>
                    <a:pt x="101" y="176"/>
                    <a:pt x="102" y="177"/>
                    <a:pt x="102" y="177"/>
                  </a:cubicBezTo>
                  <a:cubicBezTo>
                    <a:pt x="102" y="178"/>
                    <a:pt x="102" y="180"/>
                    <a:pt x="102" y="180"/>
                  </a:cubicBezTo>
                  <a:cubicBezTo>
                    <a:pt x="102" y="181"/>
                    <a:pt x="101" y="182"/>
                    <a:pt x="101" y="182"/>
                  </a:cubicBezTo>
                  <a:cubicBezTo>
                    <a:pt x="100" y="182"/>
                    <a:pt x="99" y="181"/>
                    <a:pt x="99" y="180"/>
                  </a:cubicBezTo>
                  <a:cubicBezTo>
                    <a:pt x="98" y="180"/>
                    <a:pt x="98" y="180"/>
                    <a:pt x="97" y="180"/>
                  </a:cubicBezTo>
                  <a:cubicBezTo>
                    <a:pt x="97" y="180"/>
                    <a:pt x="96" y="180"/>
                    <a:pt x="96" y="180"/>
                  </a:cubicBezTo>
                  <a:cubicBezTo>
                    <a:pt x="96" y="181"/>
                    <a:pt x="98" y="182"/>
                    <a:pt x="98" y="182"/>
                  </a:cubicBezTo>
                  <a:cubicBezTo>
                    <a:pt x="98" y="182"/>
                    <a:pt x="99" y="183"/>
                    <a:pt x="100" y="183"/>
                  </a:cubicBezTo>
                  <a:cubicBezTo>
                    <a:pt x="100" y="184"/>
                    <a:pt x="100" y="185"/>
                    <a:pt x="100" y="185"/>
                  </a:cubicBezTo>
                  <a:cubicBezTo>
                    <a:pt x="100" y="186"/>
                    <a:pt x="99" y="187"/>
                    <a:pt x="99" y="188"/>
                  </a:cubicBezTo>
                  <a:cubicBezTo>
                    <a:pt x="99" y="188"/>
                    <a:pt x="98" y="190"/>
                    <a:pt x="98" y="191"/>
                  </a:cubicBezTo>
                  <a:cubicBezTo>
                    <a:pt x="98" y="191"/>
                    <a:pt x="97" y="192"/>
                    <a:pt x="97" y="192"/>
                  </a:cubicBezTo>
                  <a:cubicBezTo>
                    <a:pt x="97" y="193"/>
                    <a:pt x="98" y="194"/>
                    <a:pt x="98" y="195"/>
                  </a:cubicBezTo>
                  <a:cubicBezTo>
                    <a:pt x="98" y="196"/>
                    <a:pt x="97" y="196"/>
                    <a:pt x="96" y="197"/>
                  </a:cubicBezTo>
                  <a:cubicBezTo>
                    <a:pt x="95" y="197"/>
                    <a:pt x="93" y="197"/>
                    <a:pt x="93" y="197"/>
                  </a:cubicBezTo>
                  <a:cubicBezTo>
                    <a:pt x="92" y="197"/>
                    <a:pt x="91" y="196"/>
                    <a:pt x="90" y="196"/>
                  </a:cubicBezTo>
                  <a:cubicBezTo>
                    <a:pt x="90" y="196"/>
                    <a:pt x="88" y="197"/>
                    <a:pt x="88" y="197"/>
                  </a:cubicBezTo>
                  <a:cubicBezTo>
                    <a:pt x="87" y="196"/>
                    <a:pt x="86" y="196"/>
                    <a:pt x="86" y="195"/>
                  </a:cubicBezTo>
                  <a:cubicBezTo>
                    <a:pt x="86" y="195"/>
                    <a:pt x="86" y="194"/>
                    <a:pt x="86" y="194"/>
                  </a:cubicBezTo>
                  <a:cubicBezTo>
                    <a:pt x="85" y="193"/>
                    <a:pt x="84" y="193"/>
                    <a:pt x="84" y="193"/>
                  </a:cubicBezTo>
                  <a:cubicBezTo>
                    <a:pt x="84" y="194"/>
                    <a:pt x="85" y="195"/>
                    <a:pt x="85" y="196"/>
                  </a:cubicBezTo>
                  <a:cubicBezTo>
                    <a:pt x="85" y="196"/>
                    <a:pt x="85" y="197"/>
                    <a:pt x="85" y="197"/>
                  </a:cubicBezTo>
                  <a:cubicBezTo>
                    <a:pt x="84" y="198"/>
                    <a:pt x="82" y="198"/>
                    <a:pt x="81" y="198"/>
                  </a:cubicBezTo>
                  <a:cubicBezTo>
                    <a:pt x="81" y="198"/>
                    <a:pt x="80" y="198"/>
                    <a:pt x="79" y="199"/>
                  </a:cubicBezTo>
                  <a:cubicBezTo>
                    <a:pt x="79" y="199"/>
                    <a:pt x="78" y="200"/>
                    <a:pt x="79" y="200"/>
                  </a:cubicBezTo>
                  <a:cubicBezTo>
                    <a:pt x="79" y="201"/>
                    <a:pt x="80" y="200"/>
                    <a:pt x="81" y="200"/>
                  </a:cubicBezTo>
                  <a:cubicBezTo>
                    <a:pt x="82" y="200"/>
                    <a:pt x="83" y="200"/>
                    <a:pt x="84" y="200"/>
                  </a:cubicBezTo>
                  <a:cubicBezTo>
                    <a:pt x="85" y="200"/>
                    <a:pt x="85" y="199"/>
                    <a:pt x="86" y="198"/>
                  </a:cubicBezTo>
                  <a:cubicBezTo>
                    <a:pt x="87" y="198"/>
                    <a:pt x="89" y="199"/>
                    <a:pt x="90" y="199"/>
                  </a:cubicBezTo>
                  <a:cubicBezTo>
                    <a:pt x="91" y="199"/>
                    <a:pt x="93" y="199"/>
                    <a:pt x="95" y="199"/>
                  </a:cubicBezTo>
                  <a:cubicBezTo>
                    <a:pt x="95" y="200"/>
                    <a:pt x="96" y="200"/>
                    <a:pt x="96" y="200"/>
                  </a:cubicBezTo>
                  <a:cubicBezTo>
                    <a:pt x="96" y="201"/>
                    <a:pt x="96" y="202"/>
                    <a:pt x="96" y="202"/>
                  </a:cubicBezTo>
                  <a:cubicBezTo>
                    <a:pt x="96" y="202"/>
                    <a:pt x="97" y="202"/>
                    <a:pt x="97" y="202"/>
                  </a:cubicBezTo>
                  <a:cubicBezTo>
                    <a:pt x="98" y="202"/>
                    <a:pt x="98" y="201"/>
                    <a:pt x="98" y="201"/>
                  </a:cubicBezTo>
                  <a:cubicBezTo>
                    <a:pt x="99" y="201"/>
                    <a:pt x="100" y="201"/>
                    <a:pt x="100" y="202"/>
                  </a:cubicBezTo>
                  <a:cubicBezTo>
                    <a:pt x="100" y="202"/>
                    <a:pt x="99" y="203"/>
                    <a:pt x="99" y="204"/>
                  </a:cubicBezTo>
                  <a:cubicBezTo>
                    <a:pt x="99" y="205"/>
                    <a:pt x="99" y="206"/>
                    <a:pt x="99" y="206"/>
                  </a:cubicBezTo>
                  <a:cubicBezTo>
                    <a:pt x="99" y="207"/>
                    <a:pt x="100" y="206"/>
                    <a:pt x="101" y="207"/>
                  </a:cubicBezTo>
                  <a:cubicBezTo>
                    <a:pt x="101" y="207"/>
                    <a:pt x="101" y="209"/>
                    <a:pt x="101" y="209"/>
                  </a:cubicBezTo>
                  <a:cubicBezTo>
                    <a:pt x="101" y="210"/>
                    <a:pt x="99" y="211"/>
                    <a:pt x="99" y="212"/>
                  </a:cubicBezTo>
                  <a:cubicBezTo>
                    <a:pt x="98" y="213"/>
                    <a:pt x="96" y="214"/>
                    <a:pt x="96" y="215"/>
                  </a:cubicBezTo>
                  <a:cubicBezTo>
                    <a:pt x="95" y="215"/>
                    <a:pt x="96" y="217"/>
                    <a:pt x="96" y="218"/>
                  </a:cubicBezTo>
                  <a:cubicBezTo>
                    <a:pt x="96" y="218"/>
                    <a:pt x="96" y="220"/>
                    <a:pt x="95" y="220"/>
                  </a:cubicBezTo>
                  <a:cubicBezTo>
                    <a:pt x="95" y="221"/>
                    <a:pt x="93" y="221"/>
                    <a:pt x="92" y="221"/>
                  </a:cubicBezTo>
                  <a:cubicBezTo>
                    <a:pt x="91" y="221"/>
                    <a:pt x="90" y="220"/>
                    <a:pt x="89" y="220"/>
                  </a:cubicBezTo>
                  <a:cubicBezTo>
                    <a:pt x="88" y="219"/>
                    <a:pt x="87" y="219"/>
                    <a:pt x="86" y="219"/>
                  </a:cubicBezTo>
                  <a:cubicBezTo>
                    <a:pt x="85" y="219"/>
                    <a:pt x="84" y="219"/>
                    <a:pt x="83" y="219"/>
                  </a:cubicBezTo>
                  <a:cubicBezTo>
                    <a:pt x="83" y="220"/>
                    <a:pt x="83" y="223"/>
                    <a:pt x="83" y="224"/>
                  </a:cubicBezTo>
                  <a:cubicBezTo>
                    <a:pt x="82" y="225"/>
                    <a:pt x="81" y="226"/>
                    <a:pt x="81" y="227"/>
                  </a:cubicBezTo>
                  <a:cubicBezTo>
                    <a:pt x="81" y="228"/>
                    <a:pt x="81" y="229"/>
                    <a:pt x="81" y="230"/>
                  </a:cubicBezTo>
                  <a:cubicBezTo>
                    <a:pt x="81" y="230"/>
                    <a:pt x="80" y="231"/>
                    <a:pt x="80" y="231"/>
                  </a:cubicBezTo>
                  <a:cubicBezTo>
                    <a:pt x="79" y="231"/>
                    <a:pt x="78" y="231"/>
                    <a:pt x="77" y="231"/>
                  </a:cubicBezTo>
                  <a:cubicBezTo>
                    <a:pt x="76" y="231"/>
                    <a:pt x="75" y="230"/>
                    <a:pt x="74" y="230"/>
                  </a:cubicBezTo>
                  <a:cubicBezTo>
                    <a:pt x="74" y="229"/>
                    <a:pt x="74" y="227"/>
                    <a:pt x="73" y="226"/>
                  </a:cubicBezTo>
                  <a:cubicBezTo>
                    <a:pt x="73" y="226"/>
                    <a:pt x="72" y="225"/>
                    <a:pt x="71" y="225"/>
                  </a:cubicBezTo>
                  <a:cubicBezTo>
                    <a:pt x="71" y="224"/>
                    <a:pt x="71" y="223"/>
                    <a:pt x="71" y="222"/>
                  </a:cubicBezTo>
                  <a:cubicBezTo>
                    <a:pt x="71" y="221"/>
                    <a:pt x="69" y="219"/>
                    <a:pt x="69" y="219"/>
                  </a:cubicBezTo>
                  <a:cubicBezTo>
                    <a:pt x="69" y="218"/>
                    <a:pt x="69" y="217"/>
                    <a:pt x="69" y="216"/>
                  </a:cubicBezTo>
                  <a:cubicBezTo>
                    <a:pt x="69" y="216"/>
                    <a:pt x="70" y="215"/>
                    <a:pt x="70" y="214"/>
                  </a:cubicBezTo>
                  <a:cubicBezTo>
                    <a:pt x="70" y="213"/>
                    <a:pt x="69" y="212"/>
                    <a:pt x="69" y="211"/>
                  </a:cubicBezTo>
                  <a:cubicBezTo>
                    <a:pt x="68" y="210"/>
                    <a:pt x="66" y="210"/>
                    <a:pt x="66" y="209"/>
                  </a:cubicBezTo>
                  <a:cubicBezTo>
                    <a:pt x="66" y="208"/>
                    <a:pt x="66" y="207"/>
                    <a:pt x="66" y="207"/>
                  </a:cubicBezTo>
                  <a:cubicBezTo>
                    <a:pt x="66" y="206"/>
                    <a:pt x="65" y="204"/>
                    <a:pt x="65" y="204"/>
                  </a:cubicBezTo>
                  <a:cubicBezTo>
                    <a:pt x="64" y="203"/>
                    <a:pt x="62" y="201"/>
                    <a:pt x="61" y="201"/>
                  </a:cubicBezTo>
                  <a:cubicBezTo>
                    <a:pt x="60" y="200"/>
                    <a:pt x="58" y="199"/>
                    <a:pt x="57" y="199"/>
                  </a:cubicBezTo>
                  <a:cubicBezTo>
                    <a:pt x="56" y="198"/>
                    <a:pt x="54" y="199"/>
                    <a:pt x="54" y="198"/>
                  </a:cubicBezTo>
                  <a:cubicBezTo>
                    <a:pt x="53" y="198"/>
                    <a:pt x="53" y="197"/>
                    <a:pt x="53" y="196"/>
                  </a:cubicBezTo>
                  <a:cubicBezTo>
                    <a:pt x="53" y="196"/>
                    <a:pt x="51" y="195"/>
                    <a:pt x="51" y="195"/>
                  </a:cubicBezTo>
                  <a:cubicBezTo>
                    <a:pt x="50" y="195"/>
                    <a:pt x="49" y="195"/>
                    <a:pt x="48" y="195"/>
                  </a:cubicBezTo>
                  <a:cubicBezTo>
                    <a:pt x="48" y="195"/>
                    <a:pt x="47" y="196"/>
                    <a:pt x="46" y="196"/>
                  </a:cubicBezTo>
                  <a:cubicBezTo>
                    <a:pt x="46" y="196"/>
                    <a:pt x="45" y="196"/>
                    <a:pt x="44" y="196"/>
                  </a:cubicBezTo>
                  <a:cubicBezTo>
                    <a:pt x="44" y="196"/>
                    <a:pt x="44" y="195"/>
                    <a:pt x="44" y="194"/>
                  </a:cubicBezTo>
                  <a:cubicBezTo>
                    <a:pt x="43" y="194"/>
                    <a:pt x="43" y="192"/>
                    <a:pt x="42" y="191"/>
                  </a:cubicBezTo>
                  <a:cubicBezTo>
                    <a:pt x="41" y="190"/>
                    <a:pt x="39" y="189"/>
                    <a:pt x="38" y="189"/>
                  </a:cubicBezTo>
                  <a:cubicBezTo>
                    <a:pt x="37" y="188"/>
                    <a:pt x="35" y="188"/>
                    <a:pt x="33" y="188"/>
                  </a:cubicBezTo>
                  <a:cubicBezTo>
                    <a:pt x="33" y="188"/>
                    <a:pt x="31" y="189"/>
                    <a:pt x="31" y="189"/>
                  </a:cubicBezTo>
                  <a:cubicBezTo>
                    <a:pt x="30" y="190"/>
                    <a:pt x="27" y="192"/>
                    <a:pt x="27" y="193"/>
                  </a:cubicBezTo>
                  <a:cubicBezTo>
                    <a:pt x="27" y="193"/>
                    <a:pt x="27" y="194"/>
                    <a:pt x="28" y="195"/>
                  </a:cubicBezTo>
                  <a:cubicBezTo>
                    <a:pt x="28" y="195"/>
                    <a:pt x="28" y="196"/>
                    <a:pt x="28" y="197"/>
                  </a:cubicBezTo>
                  <a:cubicBezTo>
                    <a:pt x="28" y="197"/>
                    <a:pt x="28" y="199"/>
                    <a:pt x="27" y="199"/>
                  </a:cubicBezTo>
                  <a:cubicBezTo>
                    <a:pt x="27" y="200"/>
                    <a:pt x="27" y="201"/>
                    <a:pt x="26" y="202"/>
                  </a:cubicBezTo>
                  <a:cubicBezTo>
                    <a:pt x="26" y="203"/>
                    <a:pt x="25" y="204"/>
                    <a:pt x="25" y="204"/>
                  </a:cubicBezTo>
                  <a:cubicBezTo>
                    <a:pt x="24" y="205"/>
                    <a:pt x="22" y="204"/>
                    <a:pt x="21" y="205"/>
                  </a:cubicBezTo>
                  <a:cubicBezTo>
                    <a:pt x="19" y="205"/>
                    <a:pt x="17" y="206"/>
                    <a:pt x="16" y="207"/>
                  </a:cubicBezTo>
                  <a:cubicBezTo>
                    <a:pt x="15" y="207"/>
                    <a:pt x="15" y="209"/>
                    <a:pt x="14" y="210"/>
                  </a:cubicBezTo>
                  <a:cubicBezTo>
                    <a:pt x="14" y="210"/>
                    <a:pt x="13" y="211"/>
                    <a:pt x="12" y="211"/>
                  </a:cubicBezTo>
                  <a:cubicBezTo>
                    <a:pt x="12" y="211"/>
                    <a:pt x="11" y="210"/>
                    <a:pt x="11" y="209"/>
                  </a:cubicBezTo>
                  <a:cubicBezTo>
                    <a:pt x="11" y="209"/>
                    <a:pt x="11" y="208"/>
                    <a:pt x="11" y="208"/>
                  </a:cubicBezTo>
                  <a:cubicBezTo>
                    <a:pt x="11" y="208"/>
                    <a:pt x="10" y="208"/>
                    <a:pt x="10" y="208"/>
                  </a:cubicBezTo>
                  <a:cubicBezTo>
                    <a:pt x="9" y="208"/>
                    <a:pt x="8" y="209"/>
                    <a:pt x="8" y="209"/>
                  </a:cubicBezTo>
                  <a:cubicBezTo>
                    <a:pt x="7" y="209"/>
                    <a:pt x="5" y="209"/>
                    <a:pt x="5" y="209"/>
                  </a:cubicBezTo>
                  <a:cubicBezTo>
                    <a:pt x="4" y="209"/>
                    <a:pt x="4" y="208"/>
                    <a:pt x="4" y="207"/>
                  </a:cubicBezTo>
                  <a:cubicBezTo>
                    <a:pt x="3" y="207"/>
                    <a:pt x="4" y="206"/>
                    <a:pt x="3" y="205"/>
                  </a:cubicBezTo>
                  <a:cubicBezTo>
                    <a:pt x="3" y="205"/>
                    <a:pt x="3" y="204"/>
                    <a:pt x="3" y="204"/>
                  </a:cubicBezTo>
                  <a:cubicBezTo>
                    <a:pt x="2" y="204"/>
                    <a:pt x="1" y="204"/>
                    <a:pt x="1" y="204"/>
                  </a:cubicBezTo>
                  <a:cubicBezTo>
                    <a:pt x="1" y="204"/>
                    <a:pt x="0" y="203"/>
                    <a:pt x="0" y="203"/>
                  </a:cubicBezTo>
                  <a:cubicBezTo>
                    <a:pt x="0" y="202"/>
                    <a:pt x="0" y="201"/>
                    <a:pt x="0" y="201"/>
                  </a:cubicBezTo>
                  <a:cubicBezTo>
                    <a:pt x="0" y="200"/>
                    <a:pt x="0" y="199"/>
                    <a:pt x="1" y="198"/>
                  </a:cubicBezTo>
                  <a:cubicBezTo>
                    <a:pt x="1" y="198"/>
                    <a:pt x="3" y="198"/>
                    <a:pt x="3" y="198"/>
                  </a:cubicBezTo>
                  <a:cubicBezTo>
                    <a:pt x="3" y="197"/>
                    <a:pt x="3" y="197"/>
                    <a:pt x="3" y="196"/>
                  </a:cubicBezTo>
                  <a:cubicBezTo>
                    <a:pt x="4" y="196"/>
                    <a:pt x="3" y="195"/>
                    <a:pt x="3" y="195"/>
                  </a:cubicBezTo>
                  <a:cubicBezTo>
                    <a:pt x="3" y="194"/>
                    <a:pt x="2" y="194"/>
                    <a:pt x="1" y="194"/>
                  </a:cubicBezTo>
                  <a:cubicBezTo>
                    <a:pt x="1" y="194"/>
                    <a:pt x="1" y="192"/>
                    <a:pt x="1" y="192"/>
                  </a:cubicBezTo>
                  <a:cubicBezTo>
                    <a:pt x="1" y="191"/>
                    <a:pt x="2" y="190"/>
                    <a:pt x="2" y="189"/>
                  </a:cubicBezTo>
                  <a:cubicBezTo>
                    <a:pt x="2" y="188"/>
                    <a:pt x="0" y="187"/>
                    <a:pt x="0" y="187"/>
                  </a:cubicBezTo>
                  <a:cubicBezTo>
                    <a:pt x="0" y="186"/>
                    <a:pt x="0" y="185"/>
                    <a:pt x="1" y="185"/>
                  </a:cubicBezTo>
                  <a:cubicBezTo>
                    <a:pt x="1" y="184"/>
                    <a:pt x="2" y="184"/>
                    <a:pt x="2" y="183"/>
                  </a:cubicBezTo>
                  <a:cubicBezTo>
                    <a:pt x="3" y="183"/>
                    <a:pt x="3" y="181"/>
                    <a:pt x="3" y="181"/>
                  </a:cubicBezTo>
                  <a:cubicBezTo>
                    <a:pt x="3" y="180"/>
                    <a:pt x="4" y="180"/>
                    <a:pt x="4" y="179"/>
                  </a:cubicBezTo>
                  <a:cubicBezTo>
                    <a:pt x="5" y="179"/>
                    <a:pt x="6" y="178"/>
                    <a:pt x="7" y="177"/>
                  </a:cubicBezTo>
                  <a:cubicBezTo>
                    <a:pt x="8" y="177"/>
                    <a:pt x="9" y="178"/>
                    <a:pt x="10" y="178"/>
                  </a:cubicBezTo>
                  <a:cubicBezTo>
                    <a:pt x="11" y="178"/>
                    <a:pt x="13" y="177"/>
                    <a:pt x="14" y="177"/>
                  </a:cubicBezTo>
                  <a:cubicBezTo>
                    <a:pt x="15" y="176"/>
                    <a:pt x="16" y="175"/>
                    <a:pt x="16" y="174"/>
                  </a:cubicBezTo>
                  <a:cubicBezTo>
                    <a:pt x="17" y="173"/>
                    <a:pt x="17" y="172"/>
                    <a:pt x="17" y="171"/>
                  </a:cubicBezTo>
                  <a:cubicBezTo>
                    <a:pt x="18" y="171"/>
                    <a:pt x="18" y="170"/>
                    <a:pt x="19" y="170"/>
                  </a:cubicBezTo>
                  <a:cubicBezTo>
                    <a:pt x="19" y="170"/>
                    <a:pt x="20" y="171"/>
                    <a:pt x="20" y="171"/>
                  </a:cubicBezTo>
                  <a:cubicBezTo>
                    <a:pt x="20" y="171"/>
                    <a:pt x="21" y="170"/>
                    <a:pt x="21" y="170"/>
                  </a:cubicBezTo>
                  <a:cubicBezTo>
                    <a:pt x="22" y="170"/>
                    <a:pt x="22" y="169"/>
                    <a:pt x="22" y="169"/>
                  </a:cubicBezTo>
                  <a:cubicBezTo>
                    <a:pt x="23" y="169"/>
                    <a:pt x="24" y="170"/>
                    <a:pt x="24" y="170"/>
                  </a:cubicBezTo>
                  <a:cubicBezTo>
                    <a:pt x="24" y="170"/>
                    <a:pt x="25" y="169"/>
                    <a:pt x="25" y="169"/>
                  </a:cubicBezTo>
                  <a:cubicBezTo>
                    <a:pt x="26" y="169"/>
                    <a:pt x="26" y="168"/>
                    <a:pt x="27" y="167"/>
                  </a:cubicBezTo>
                  <a:cubicBezTo>
                    <a:pt x="28" y="167"/>
                    <a:pt x="29" y="167"/>
                    <a:pt x="30" y="167"/>
                  </a:cubicBezTo>
                  <a:cubicBezTo>
                    <a:pt x="30" y="167"/>
                    <a:pt x="31" y="166"/>
                    <a:pt x="32" y="165"/>
                  </a:cubicBezTo>
                  <a:cubicBezTo>
                    <a:pt x="32" y="165"/>
                    <a:pt x="33" y="165"/>
                    <a:pt x="34" y="165"/>
                  </a:cubicBezTo>
                  <a:cubicBezTo>
                    <a:pt x="35" y="164"/>
                    <a:pt x="36" y="165"/>
                    <a:pt x="37" y="165"/>
                  </a:cubicBezTo>
                  <a:cubicBezTo>
                    <a:pt x="37" y="165"/>
                    <a:pt x="38" y="165"/>
                    <a:pt x="38" y="165"/>
                  </a:cubicBezTo>
                  <a:cubicBezTo>
                    <a:pt x="39" y="166"/>
                    <a:pt x="38" y="167"/>
                    <a:pt x="38" y="167"/>
                  </a:cubicBezTo>
                  <a:cubicBezTo>
                    <a:pt x="38" y="168"/>
                    <a:pt x="38" y="170"/>
                    <a:pt x="38" y="170"/>
                  </a:cubicBezTo>
                  <a:cubicBezTo>
                    <a:pt x="39" y="171"/>
                    <a:pt x="40" y="172"/>
                    <a:pt x="41" y="172"/>
                  </a:cubicBezTo>
                  <a:cubicBezTo>
                    <a:pt x="42" y="173"/>
                    <a:pt x="43" y="173"/>
                    <a:pt x="43" y="173"/>
                  </a:cubicBezTo>
                  <a:cubicBezTo>
                    <a:pt x="43" y="173"/>
                    <a:pt x="43" y="175"/>
                    <a:pt x="44" y="175"/>
                  </a:cubicBezTo>
                  <a:cubicBezTo>
                    <a:pt x="44" y="175"/>
                    <a:pt x="45" y="176"/>
                    <a:pt x="45" y="175"/>
                  </a:cubicBezTo>
                  <a:cubicBezTo>
                    <a:pt x="45" y="175"/>
                    <a:pt x="45" y="174"/>
                    <a:pt x="45" y="174"/>
                  </a:cubicBezTo>
                  <a:cubicBezTo>
                    <a:pt x="45" y="173"/>
                    <a:pt x="45" y="172"/>
                    <a:pt x="45" y="171"/>
                  </a:cubicBezTo>
                  <a:cubicBezTo>
                    <a:pt x="46" y="171"/>
                    <a:pt x="46" y="170"/>
                    <a:pt x="47" y="170"/>
                  </a:cubicBezTo>
                  <a:cubicBezTo>
                    <a:pt x="47" y="170"/>
                    <a:pt x="48" y="169"/>
                    <a:pt x="49" y="168"/>
                  </a:cubicBezTo>
                  <a:cubicBezTo>
                    <a:pt x="49" y="167"/>
                    <a:pt x="50" y="166"/>
                    <a:pt x="50" y="165"/>
                  </a:cubicBezTo>
                  <a:cubicBezTo>
                    <a:pt x="50" y="164"/>
                    <a:pt x="50" y="163"/>
                    <a:pt x="51" y="162"/>
                  </a:cubicBezTo>
                  <a:cubicBezTo>
                    <a:pt x="51" y="162"/>
                    <a:pt x="52" y="161"/>
                    <a:pt x="52" y="161"/>
                  </a:cubicBezTo>
                  <a:cubicBezTo>
                    <a:pt x="53" y="161"/>
                    <a:pt x="54" y="161"/>
                    <a:pt x="54" y="161"/>
                  </a:cubicBezTo>
                  <a:cubicBezTo>
                    <a:pt x="54" y="162"/>
                    <a:pt x="54" y="163"/>
                    <a:pt x="55" y="163"/>
                  </a:cubicBezTo>
                  <a:cubicBezTo>
                    <a:pt x="56" y="163"/>
                    <a:pt x="56" y="162"/>
                    <a:pt x="57" y="161"/>
                  </a:cubicBezTo>
                  <a:cubicBezTo>
                    <a:pt x="58" y="161"/>
                    <a:pt x="59" y="161"/>
                    <a:pt x="60" y="160"/>
                  </a:cubicBezTo>
                  <a:cubicBezTo>
                    <a:pt x="60" y="160"/>
                    <a:pt x="61" y="159"/>
                    <a:pt x="62" y="158"/>
                  </a:cubicBezTo>
                  <a:cubicBezTo>
                    <a:pt x="62" y="158"/>
                    <a:pt x="63" y="156"/>
                    <a:pt x="64" y="156"/>
                  </a:cubicBezTo>
                  <a:cubicBezTo>
                    <a:pt x="65" y="155"/>
                    <a:pt x="67" y="154"/>
                    <a:pt x="68" y="154"/>
                  </a:cubicBezTo>
                  <a:cubicBezTo>
                    <a:pt x="69" y="153"/>
                    <a:pt x="71" y="152"/>
                    <a:pt x="72" y="151"/>
                  </a:cubicBezTo>
                  <a:cubicBezTo>
                    <a:pt x="73" y="150"/>
                    <a:pt x="74" y="148"/>
                    <a:pt x="74" y="147"/>
                  </a:cubicBezTo>
                  <a:cubicBezTo>
                    <a:pt x="74" y="146"/>
                    <a:pt x="75" y="144"/>
                    <a:pt x="75" y="143"/>
                  </a:cubicBezTo>
                  <a:cubicBezTo>
                    <a:pt x="75" y="143"/>
                    <a:pt x="76" y="142"/>
                    <a:pt x="77" y="142"/>
                  </a:cubicBezTo>
                  <a:cubicBezTo>
                    <a:pt x="78" y="142"/>
                    <a:pt x="79" y="143"/>
                    <a:pt x="80" y="143"/>
                  </a:cubicBezTo>
                  <a:cubicBezTo>
                    <a:pt x="81" y="143"/>
                    <a:pt x="82" y="142"/>
                    <a:pt x="82" y="142"/>
                  </a:cubicBezTo>
                  <a:cubicBezTo>
                    <a:pt x="83" y="141"/>
                    <a:pt x="83" y="140"/>
                    <a:pt x="83" y="139"/>
                  </a:cubicBezTo>
                  <a:cubicBezTo>
                    <a:pt x="83" y="138"/>
                    <a:pt x="84" y="137"/>
                    <a:pt x="84" y="137"/>
                  </a:cubicBezTo>
                  <a:cubicBezTo>
                    <a:pt x="85" y="136"/>
                    <a:pt x="86" y="136"/>
                    <a:pt x="86" y="135"/>
                  </a:cubicBezTo>
                  <a:cubicBezTo>
                    <a:pt x="86" y="135"/>
                    <a:pt x="86" y="134"/>
                    <a:pt x="86" y="133"/>
                  </a:cubicBezTo>
                  <a:cubicBezTo>
                    <a:pt x="86" y="133"/>
                    <a:pt x="87" y="133"/>
                    <a:pt x="87" y="132"/>
                  </a:cubicBezTo>
                  <a:cubicBezTo>
                    <a:pt x="87" y="132"/>
                    <a:pt x="88" y="131"/>
                    <a:pt x="88" y="130"/>
                  </a:cubicBezTo>
                  <a:cubicBezTo>
                    <a:pt x="88" y="130"/>
                    <a:pt x="88" y="129"/>
                    <a:pt x="88" y="128"/>
                  </a:cubicBezTo>
                  <a:cubicBezTo>
                    <a:pt x="87" y="127"/>
                    <a:pt x="87" y="126"/>
                    <a:pt x="87" y="126"/>
                  </a:cubicBezTo>
                  <a:cubicBezTo>
                    <a:pt x="87" y="126"/>
                    <a:pt x="87" y="125"/>
                    <a:pt x="88" y="125"/>
                  </a:cubicBezTo>
                  <a:cubicBezTo>
                    <a:pt x="88" y="125"/>
                    <a:pt x="89" y="124"/>
                    <a:pt x="89" y="123"/>
                  </a:cubicBezTo>
                  <a:cubicBezTo>
                    <a:pt x="90" y="123"/>
                    <a:pt x="90" y="122"/>
                    <a:pt x="90" y="122"/>
                  </a:cubicBezTo>
                  <a:cubicBezTo>
                    <a:pt x="90" y="122"/>
                    <a:pt x="91" y="122"/>
                    <a:pt x="91" y="122"/>
                  </a:cubicBezTo>
                  <a:cubicBezTo>
                    <a:pt x="92" y="122"/>
                    <a:pt x="92" y="123"/>
                    <a:pt x="92" y="123"/>
                  </a:cubicBezTo>
                  <a:cubicBezTo>
                    <a:pt x="93" y="123"/>
                    <a:pt x="94" y="123"/>
                    <a:pt x="95" y="123"/>
                  </a:cubicBezTo>
                  <a:cubicBezTo>
                    <a:pt x="95" y="123"/>
                    <a:pt x="96" y="123"/>
                    <a:pt x="97" y="123"/>
                  </a:cubicBezTo>
                  <a:cubicBezTo>
                    <a:pt x="97" y="122"/>
                    <a:pt x="96" y="121"/>
                    <a:pt x="96" y="121"/>
                  </a:cubicBezTo>
                  <a:cubicBezTo>
                    <a:pt x="96" y="121"/>
                    <a:pt x="94" y="121"/>
                    <a:pt x="94" y="121"/>
                  </a:cubicBezTo>
                  <a:cubicBezTo>
                    <a:pt x="94" y="121"/>
                    <a:pt x="93" y="120"/>
                    <a:pt x="93" y="120"/>
                  </a:cubicBezTo>
                  <a:cubicBezTo>
                    <a:pt x="93" y="119"/>
                    <a:pt x="95" y="120"/>
                    <a:pt x="95" y="120"/>
                  </a:cubicBezTo>
                  <a:cubicBezTo>
                    <a:pt x="96" y="120"/>
                    <a:pt x="97" y="119"/>
                    <a:pt x="97" y="119"/>
                  </a:cubicBezTo>
                  <a:cubicBezTo>
                    <a:pt x="97" y="119"/>
                    <a:pt x="98" y="118"/>
                    <a:pt x="98" y="118"/>
                  </a:cubicBezTo>
                  <a:cubicBezTo>
                    <a:pt x="99" y="118"/>
                    <a:pt x="100" y="118"/>
                    <a:pt x="101" y="118"/>
                  </a:cubicBezTo>
                  <a:cubicBezTo>
                    <a:pt x="102" y="118"/>
                    <a:pt x="103" y="115"/>
                    <a:pt x="104" y="114"/>
                  </a:cubicBezTo>
                  <a:cubicBezTo>
                    <a:pt x="105" y="113"/>
                    <a:pt x="106" y="110"/>
                    <a:pt x="106" y="108"/>
                  </a:cubicBezTo>
                  <a:cubicBezTo>
                    <a:pt x="107" y="107"/>
                    <a:pt x="107" y="105"/>
                    <a:pt x="106" y="104"/>
                  </a:cubicBezTo>
                  <a:cubicBezTo>
                    <a:pt x="106" y="103"/>
                    <a:pt x="104" y="103"/>
                    <a:pt x="104" y="102"/>
                  </a:cubicBezTo>
                  <a:cubicBezTo>
                    <a:pt x="104" y="102"/>
                    <a:pt x="103" y="102"/>
                    <a:pt x="103" y="101"/>
                  </a:cubicBezTo>
                  <a:cubicBezTo>
                    <a:pt x="104" y="101"/>
                    <a:pt x="105" y="101"/>
                    <a:pt x="105" y="101"/>
                  </a:cubicBezTo>
                  <a:cubicBezTo>
                    <a:pt x="106" y="101"/>
                    <a:pt x="106" y="100"/>
                    <a:pt x="106" y="99"/>
                  </a:cubicBezTo>
                  <a:cubicBezTo>
                    <a:pt x="107" y="99"/>
                    <a:pt x="106" y="97"/>
                    <a:pt x="106" y="96"/>
                  </a:cubicBezTo>
                  <a:cubicBezTo>
                    <a:pt x="106" y="96"/>
                    <a:pt x="107" y="95"/>
                    <a:pt x="107" y="95"/>
                  </a:cubicBezTo>
                  <a:cubicBezTo>
                    <a:pt x="107" y="94"/>
                    <a:pt x="108" y="93"/>
                    <a:pt x="107" y="92"/>
                  </a:cubicBezTo>
                  <a:cubicBezTo>
                    <a:pt x="107" y="92"/>
                    <a:pt x="106" y="91"/>
                    <a:pt x="106" y="91"/>
                  </a:cubicBezTo>
                  <a:cubicBezTo>
                    <a:pt x="105" y="90"/>
                    <a:pt x="105" y="89"/>
                    <a:pt x="106" y="89"/>
                  </a:cubicBezTo>
                  <a:cubicBezTo>
                    <a:pt x="106" y="88"/>
                    <a:pt x="106" y="87"/>
                    <a:pt x="107" y="87"/>
                  </a:cubicBezTo>
                  <a:cubicBezTo>
                    <a:pt x="107" y="87"/>
                    <a:pt x="108" y="88"/>
                    <a:pt x="109" y="88"/>
                  </a:cubicBezTo>
                  <a:cubicBezTo>
                    <a:pt x="109" y="88"/>
                    <a:pt x="109" y="90"/>
                    <a:pt x="109" y="90"/>
                  </a:cubicBezTo>
                  <a:cubicBezTo>
                    <a:pt x="110" y="90"/>
                    <a:pt x="111" y="89"/>
                    <a:pt x="112" y="89"/>
                  </a:cubicBezTo>
                  <a:cubicBezTo>
                    <a:pt x="112" y="89"/>
                    <a:pt x="113" y="90"/>
                    <a:pt x="113" y="90"/>
                  </a:cubicBezTo>
                  <a:cubicBezTo>
                    <a:pt x="114" y="90"/>
                    <a:pt x="115" y="89"/>
                    <a:pt x="115" y="89"/>
                  </a:cubicBezTo>
                  <a:cubicBezTo>
                    <a:pt x="116" y="89"/>
                    <a:pt x="116" y="87"/>
                    <a:pt x="116" y="87"/>
                  </a:cubicBezTo>
                  <a:cubicBezTo>
                    <a:pt x="116" y="86"/>
                    <a:pt x="117" y="85"/>
                    <a:pt x="118" y="85"/>
                  </a:cubicBezTo>
                  <a:cubicBezTo>
                    <a:pt x="118" y="84"/>
                    <a:pt x="119" y="84"/>
                    <a:pt x="120" y="84"/>
                  </a:cubicBezTo>
                  <a:cubicBezTo>
                    <a:pt x="120" y="84"/>
                    <a:pt x="120" y="85"/>
                    <a:pt x="120" y="86"/>
                  </a:cubicBezTo>
                  <a:cubicBezTo>
                    <a:pt x="120" y="86"/>
                    <a:pt x="120" y="87"/>
                    <a:pt x="120" y="88"/>
                  </a:cubicBezTo>
                  <a:cubicBezTo>
                    <a:pt x="120" y="88"/>
                    <a:pt x="121" y="89"/>
                    <a:pt x="121" y="89"/>
                  </a:cubicBezTo>
                  <a:cubicBezTo>
                    <a:pt x="122" y="89"/>
                    <a:pt x="122" y="90"/>
                    <a:pt x="122" y="91"/>
                  </a:cubicBezTo>
                  <a:cubicBezTo>
                    <a:pt x="122" y="92"/>
                    <a:pt x="122" y="93"/>
                    <a:pt x="122" y="94"/>
                  </a:cubicBezTo>
                  <a:cubicBezTo>
                    <a:pt x="122" y="94"/>
                    <a:pt x="122" y="95"/>
                    <a:pt x="123" y="95"/>
                  </a:cubicBezTo>
                  <a:cubicBezTo>
                    <a:pt x="123" y="95"/>
                    <a:pt x="124" y="95"/>
                    <a:pt x="124" y="95"/>
                  </a:cubicBezTo>
                  <a:cubicBezTo>
                    <a:pt x="125" y="95"/>
                    <a:pt x="125" y="96"/>
                    <a:pt x="126" y="96"/>
                  </a:cubicBezTo>
                  <a:cubicBezTo>
                    <a:pt x="127" y="96"/>
                    <a:pt x="128" y="96"/>
                    <a:pt x="129" y="95"/>
                  </a:cubicBezTo>
                  <a:cubicBezTo>
                    <a:pt x="130" y="95"/>
                    <a:pt x="131" y="95"/>
                    <a:pt x="132" y="95"/>
                  </a:cubicBezTo>
                  <a:cubicBezTo>
                    <a:pt x="133" y="96"/>
                    <a:pt x="134" y="97"/>
                    <a:pt x="135" y="96"/>
                  </a:cubicBezTo>
                  <a:cubicBezTo>
                    <a:pt x="135" y="96"/>
                    <a:pt x="135" y="96"/>
                    <a:pt x="135" y="95"/>
                  </a:cubicBezTo>
                  <a:cubicBezTo>
                    <a:pt x="135" y="95"/>
                    <a:pt x="135" y="94"/>
                    <a:pt x="134" y="93"/>
                  </a:cubicBezTo>
                  <a:cubicBezTo>
                    <a:pt x="134" y="93"/>
                    <a:pt x="132" y="93"/>
                    <a:pt x="131" y="93"/>
                  </a:cubicBezTo>
                  <a:cubicBezTo>
                    <a:pt x="130" y="93"/>
                    <a:pt x="127" y="94"/>
                    <a:pt x="126" y="93"/>
                  </a:cubicBezTo>
                  <a:cubicBezTo>
                    <a:pt x="125" y="93"/>
                    <a:pt x="125" y="92"/>
                    <a:pt x="124" y="91"/>
                  </a:cubicBezTo>
                  <a:cubicBezTo>
                    <a:pt x="124" y="90"/>
                    <a:pt x="124" y="89"/>
                    <a:pt x="124" y="88"/>
                  </a:cubicBezTo>
                  <a:cubicBezTo>
                    <a:pt x="124" y="87"/>
                    <a:pt x="124" y="85"/>
                    <a:pt x="124" y="84"/>
                  </a:cubicBezTo>
                  <a:cubicBezTo>
                    <a:pt x="124" y="83"/>
                    <a:pt x="125" y="82"/>
                    <a:pt x="125" y="82"/>
                  </a:cubicBezTo>
                  <a:cubicBezTo>
                    <a:pt x="125" y="81"/>
                    <a:pt x="123" y="80"/>
                    <a:pt x="123" y="80"/>
                  </a:cubicBezTo>
                  <a:cubicBezTo>
                    <a:pt x="123" y="79"/>
                    <a:pt x="124" y="79"/>
                    <a:pt x="125" y="78"/>
                  </a:cubicBezTo>
                  <a:cubicBezTo>
                    <a:pt x="125" y="78"/>
                    <a:pt x="126" y="78"/>
                    <a:pt x="126" y="78"/>
                  </a:cubicBezTo>
                  <a:cubicBezTo>
                    <a:pt x="127" y="79"/>
                    <a:pt x="127" y="80"/>
                    <a:pt x="128" y="80"/>
                  </a:cubicBezTo>
                  <a:cubicBezTo>
                    <a:pt x="128" y="81"/>
                    <a:pt x="129" y="81"/>
                    <a:pt x="130" y="81"/>
                  </a:cubicBezTo>
                  <a:cubicBezTo>
                    <a:pt x="131" y="81"/>
                    <a:pt x="131" y="79"/>
                    <a:pt x="131" y="79"/>
                  </a:cubicBezTo>
                  <a:cubicBezTo>
                    <a:pt x="131" y="79"/>
                    <a:pt x="132" y="78"/>
                    <a:pt x="132" y="77"/>
                  </a:cubicBezTo>
                  <a:cubicBezTo>
                    <a:pt x="132" y="77"/>
                    <a:pt x="133" y="77"/>
                    <a:pt x="133" y="77"/>
                  </a:cubicBezTo>
                  <a:cubicBezTo>
                    <a:pt x="134" y="77"/>
                    <a:pt x="135" y="77"/>
                    <a:pt x="135" y="78"/>
                  </a:cubicBezTo>
                  <a:cubicBezTo>
                    <a:pt x="136" y="78"/>
                    <a:pt x="137" y="78"/>
                    <a:pt x="138" y="78"/>
                  </a:cubicBezTo>
                  <a:cubicBezTo>
                    <a:pt x="139" y="78"/>
                    <a:pt x="140" y="77"/>
                    <a:pt x="140" y="77"/>
                  </a:cubicBezTo>
                  <a:cubicBezTo>
                    <a:pt x="141" y="77"/>
                    <a:pt x="143" y="77"/>
                    <a:pt x="143" y="77"/>
                  </a:cubicBezTo>
                  <a:cubicBezTo>
                    <a:pt x="144" y="77"/>
                    <a:pt x="144" y="76"/>
                    <a:pt x="145" y="75"/>
                  </a:cubicBezTo>
                  <a:cubicBezTo>
                    <a:pt x="145" y="75"/>
                    <a:pt x="145" y="73"/>
                    <a:pt x="145" y="72"/>
                  </a:cubicBezTo>
                  <a:cubicBezTo>
                    <a:pt x="145" y="71"/>
                    <a:pt x="146" y="69"/>
                    <a:pt x="146" y="69"/>
                  </a:cubicBezTo>
                  <a:cubicBezTo>
                    <a:pt x="147" y="67"/>
                    <a:pt x="147" y="64"/>
                    <a:pt x="147" y="62"/>
                  </a:cubicBezTo>
                  <a:cubicBezTo>
                    <a:pt x="147" y="62"/>
                    <a:pt x="147" y="60"/>
                    <a:pt x="148" y="59"/>
                  </a:cubicBezTo>
                  <a:cubicBezTo>
                    <a:pt x="148" y="59"/>
                    <a:pt x="150" y="59"/>
                    <a:pt x="150" y="59"/>
                  </a:cubicBezTo>
                  <a:cubicBezTo>
                    <a:pt x="151" y="59"/>
                    <a:pt x="151" y="60"/>
                    <a:pt x="152" y="60"/>
                  </a:cubicBezTo>
                  <a:cubicBezTo>
                    <a:pt x="152" y="60"/>
                    <a:pt x="154" y="59"/>
                    <a:pt x="154" y="59"/>
                  </a:cubicBezTo>
                  <a:cubicBezTo>
                    <a:pt x="154" y="58"/>
                    <a:pt x="154" y="57"/>
                    <a:pt x="155" y="56"/>
                  </a:cubicBezTo>
                  <a:cubicBezTo>
                    <a:pt x="155" y="56"/>
                    <a:pt x="156" y="55"/>
                    <a:pt x="156" y="55"/>
                  </a:cubicBezTo>
                  <a:cubicBezTo>
                    <a:pt x="157" y="55"/>
                    <a:pt x="159" y="55"/>
                    <a:pt x="160" y="55"/>
                  </a:cubicBezTo>
                  <a:cubicBezTo>
                    <a:pt x="160" y="54"/>
                    <a:pt x="161" y="53"/>
                    <a:pt x="161" y="53"/>
                  </a:cubicBezTo>
                  <a:cubicBezTo>
                    <a:pt x="162" y="53"/>
                    <a:pt x="163" y="53"/>
                    <a:pt x="164" y="52"/>
                  </a:cubicBezTo>
                  <a:cubicBezTo>
                    <a:pt x="165" y="52"/>
                    <a:pt x="165" y="50"/>
                    <a:pt x="165" y="49"/>
                  </a:cubicBezTo>
                  <a:cubicBezTo>
                    <a:pt x="165" y="48"/>
                    <a:pt x="165" y="46"/>
                    <a:pt x="166" y="45"/>
                  </a:cubicBezTo>
                  <a:cubicBezTo>
                    <a:pt x="166" y="45"/>
                    <a:pt x="168" y="46"/>
                    <a:pt x="168" y="45"/>
                  </a:cubicBezTo>
                  <a:cubicBezTo>
                    <a:pt x="169" y="45"/>
                    <a:pt x="169" y="43"/>
                    <a:pt x="169" y="42"/>
                  </a:cubicBezTo>
                  <a:cubicBezTo>
                    <a:pt x="170" y="42"/>
                    <a:pt x="171" y="41"/>
                    <a:pt x="171" y="41"/>
                  </a:cubicBezTo>
                  <a:cubicBezTo>
                    <a:pt x="171" y="40"/>
                    <a:pt x="172" y="39"/>
                    <a:pt x="172" y="39"/>
                  </a:cubicBezTo>
                  <a:cubicBezTo>
                    <a:pt x="173" y="38"/>
                    <a:pt x="175" y="38"/>
                    <a:pt x="176" y="38"/>
                  </a:cubicBezTo>
                  <a:cubicBezTo>
                    <a:pt x="177" y="37"/>
                    <a:pt x="178" y="36"/>
                    <a:pt x="179" y="35"/>
                  </a:cubicBezTo>
                  <a:cubicBezTo>
                    <a:pt x="179" y="34"/>
                    <a:pt x="179" y="31"/>
                    <a:pt x="179" y="29"/>
                  </a:cubicBezTo>
                  <a:cubicBezTo>
                    <a:pt x="179" y="27"/>
                    <a:pt x="178" y="23"/>
                    <a:pt x="178" y="21"/>
                  </a:cubicBezTo>
                  <a:cubicBezTo>
                    <a:pt x="178" y="19"/>
                    <a:pt x="178" y="14"/>
                    <a:pt x="178" y="11"/>
                  </a:cubicBezTo>
                  <a:cubicBezTo>
                    <a:pt x="179" y="9"/>
                    <a:pt x="179" y="5"/>
                    <a:pt x="179" y="3"/>
                  </a:cubicBezTo>
                  <a:cubicBezTo>
                    <a:pt x="179" y="2"/>
                    <a:pt x="180" y="2"/>
                    <a:pt x="180" y="1"/>
                  </a:cubicBezTo>
                  <a:cubicBezTo>
                    <a:pt x="180" y="1"/>
                    <a:pt x="181" y="1"/>
                    <a:pt x="181" y="1"/>
                  </a:cubicBezTo>
                  <a:cubicBezTo>
                    <a:pt x="181" y="1"/>
                    <a:pt x="182" y="2"/>
                    <a:pt x="182" y="2"/>
                  </a:cubicBezTo>
                  <a:cubicBezTo>
                    <a:pt x="183" y="2"/>
                    <a:pt x="184" y="2"/>
                    <a:pt x="185" y="2"/>
                  </a:cubicBezTo>
                  <a:cubicBezTo>
                    <a:pt x="185" y="2"/>
                    <a:pt x="186" y="2"/>
                    <a:pt x="187" y="2"/>
                  </a:cubicBezTo>
                  <a:cubicBezTo>
                    <a:pt x="187" y="1"/>
                    <a:pt x="188" y="1"/>
                    <a:pt x="188" y="0"/>
                  </a:cubicBezTo>
                  <a:cubicBezTo>
                    <a:pt x="189" y="0"/>
                    <a:pt x="190" y="0"/>
                    <a:pt x="191" y="0"/>
                  </a:cubicBezTo>
                  <a:cubicBezTo>
                    <a:pt x="191" y="0"/>
                    <a:pt x="192" y="1"/>
                    <a:pt x="192" y="1"/>
                  </a:cubicBezTo>
                  <a:cubicBezTo>
                    <a:pt x="193" y="1"/>
                    <a:pt x="194" y="0"/>
                    <a:pt x="194" y="1"/>
                  </a:cubicBezTo>
                  <a:cubicBezTo>
                    <a:pt x="195" y="1"/>
                    <a:pt x="195" y="1"/>
                    <a:pt x="195" y="2"/>
                  </a:cubicBezTo>
                  <a:cubicBezTo>
                    <a:pt x="195" y="2"/>
                    <a:pt x="195" y="3"/>
                    <a:pt x="194" y="4"/>
                  </a:cubicBezTo>
                  <a:cubicBezTo>
                    <a:pt x="194" y="5"/>
                    <a:pt x="194" y="6"/>
                    <a:pt x="194" y="7"/>
                  </a:cubicBezTo>
                  <a:cubicBezTo>
                    <a:pt x="195" y="7"/>
                    <a:pt x="195" y="8"/>
                    <a:pt x="195" y="9"/>
                  </a:cubicBezTo>
                  <a:cubicBezTo>
                    <a:pt x="196" y="10"/>
                    <a:pt x="197" y="10"/>
                    <a:pt x="197" y="11"/>
                  </a:cubicBezTo>
                  <a:cubicBezTo>
                    <a:pt x="197" y="11"/>
                    <a:pt x="197" y="13"/>
                    <a:pt x="197" y="13"/>
                  </a:cubicBezTo>
                  <a:cubicBezTo>
                    <a:pt x="197" y="14"/>
                    <a:pt x="197" y="16"/>
                    <a:pt x="197" y="17"/>
                  </a:cubicBezTo>
                  <a:cubicBezTo>
                    <a:pt x="197" y="18"/>
                    <a:pt x="197" y="19"/>
                    <a:pt x="197" y="20"/>
                  </a:cubicBezTo>
                  <a:cubicBezTo>
                    <a:pt x="197" y="21"/>
                    <a:pt x="197" y="23"/>
                    <a:pt x="197" y="23"/>
                  </a:cubicBezTo>
                  <a:cubicBezTo>
                    <a:pt x="197" y="24"/>
                    <a:pt x="197" y="26"/>
                    <a:pt x="196" y="27"/>
                  </a:cubicBezTo>
                  <a:cubicBezTo>
                    <a:pt x="196" y="27"/>
                    <a:pt x="195" y="29"/>
                    <a:pt x="195" y="29"/>
                  </a:cubicBezTo>
                  <a:cubicBezTo>
                    <a:pt x="194" y="30"/>
                    <a:pt x="194" y="31"/>
                    <a:pt x="193" y="31"/>
                  </a:cubicBezTo>
                  <a:cubicBezTo>
                    <a:pt x="193" y="32"/>
                    <a:pt x="192" y="32"/>
                    <a:pt x="191" y="33"/>
                  </a:cubicBezTo>
                  <a:cubicBezTo>
                    <a:pt x="191" y="33"/>
                    <a:pt x="191" y="34"/>
                    <a:pt x="191" y="35"/>
                  </a:cubicBezTo>
                  <a:cubicBezTo>
                    <a:pt x="192" y="35"/>
                    <a:pt x="193" y="36"/>
                    <a:pt x="194" y="37"/>
                  </a:cubicBezTo>
                  <a:cubicBezTo>
                    <a:pt x="194" y="37"/>
                    <a:pt x="195" y="37"/>
                    <a:pt x="196" y="37"/>
                  </a:cubicBezTo>
                  <a:cubicBezTo>
                    <a:pt x="196" y="38"/>
                    <a:pt x="197" y="39"/>
                    <a:pt x="197" y="40"/>
                  </a:cubicBezTo>
                  <a:cubicBezTo>
                    <a:pt x="198" y="40"/>
                    <a:pt x="199" y="41"/>
                    <a:pt x="199" y="41"/>
                  </a:cubicBezTo>
                  <a:cubicBezTo>
                    <a:pt x="200" y="41"/>
                    <a:pt x="200" y="41"/>
                    <a:pt x="201" y="41"/>
                  </a:cubicBezTo>
                  <a:cubicBezTo>
                    <a:pt x="201" y="40"/>
                    <a:pt x="201" y="39"/>
                    <a:pt x="201" y="39"/>
                  </a:cubicBezTo>
                  <a:cubicBezTo>
                    <a:pt x="201" y="38"/>
                    <a:pt x="201" y="37"/>
                    <a:pt x="201" y="37"/>
                  </a:cubicBezTo>
                  <a:cubicBezTo>
                    <a:pt x="201" y="37"/>
                    <a:pt x="203" y="36"/>
                    <a:pt x="203" y="36"/>
                  </a:cubicBezTo>
                  <a:cubicBezTo>
                    <a:pt x="204" y="36"/>
                    <a:pt x="204" y="37"/>
                    <a:pt x="205" y="37"/>
                  </a:cubicBezTo>
                  <a:cubicBezTo>
                    <a:pt x="205" y="38"/>
                    <a:pt x="205" y="39"/>
                    <a:pt x="205" y="40"/>
                  </a:cubicBezTo>
                  <a:cubicBezTo>
                    <a:pt x="205" y="41"/>
                    <a:pt x="204" y="41"/>
                    <a:pt x="204" y="42"/>
                  </a:cubicBezTo>
                  <a:cubicBezTo>
                    <a:pt x="204" y="43"/>
                    <a:pt x="204" y="44"/>
                    <a:pt x="204" y="45"/>
                  </a:cubicBezTo>
                  <a:cubicBezTo>
                    <a:pt x="204" y="46"/>
                    <a:pt x="205" y="48"/>
                    <a:pt x="206" y="49"/>
                  </a:cubicBezTo>
                  <a:cubicBezTo>
                    <a:pt x="206" y="50"/>
                    <a:pt x="208" y="53"/>
                    <a:pt x="208" y="55"/>
                  </a:cubicBezTo>
                  <a:cubicBezTo>
                    <a:pt x="209" y="57"/>
                    <a:pt x="210" y="61"/>
                    <a:pt x="211" y="63"/>
                  </a:cubicBezTo>
                  <a:cubicBezTo>
                    <a:pt x="211" y="64"/>
                    <a:pt x="211" y="66"/>
                    <a:pt x="211" y="67"/>
                  </a:cubicBezTo>
                  <a:cubicBezTo>
                    <a:pt x="212" y="68"/>
                    <a:pt x="213" y="69"/>
                    <a:pt x="214" y="69"/>
                  </a:cubicBezTo>
                  <a:cubicBezTo>
                    <a:pt x="214" y="70"/>
                    <a:pt x="215" y="72"/>
                    <a:pt x="215" y="73"/>
                  </a:cubicBezTo>
                  <a:cubicBezTo>
                    <a:pt x="216" y="74"/>
                    <a:pt x="217" y="75"/>
                    <a:pt x="217" y="76"/>
                  </a:cubicBezTo>
                  <a:cubicBezTo>
                    <a:pt x="217" y="77"/>
                    <a:pt x="216" y="78"/>
                    <a:pt x="216" y="79"/>
                  </a:cubicBezTo>
                  <a:cubicBezTo>
                    <a:pt x="216" y="80"/>
                    <a:pt x="215" y="81"/>
                    <a:pt x="215" y="82"/>
                  </a:cubicBezTo>
                  <a:cubicBezTo>
                    <a:pt x="215" y="82"/>
                    <a:pt x="214" y="83"/>
                    <a:pt x="214" y="83"/>
                  </a:cubicBezTo>
                  <a:cubicBezTo>
                    <a:pt x="214" y="84"/>
                    <a:pt x="214" y="84"/>
                    <a:pt x="215" y="85"/>
                  </a:cubicBezTo>
                  <a:cubicBezTo>
                    <a:pt x="215" y="85"/>
                    <a:pt x="215" y="84"/>
                    <a:pt x="216" y="85"/>
                  </a:cubicBezTo>
                  <a:cubicBezTo>
                    <a:pt x="216" y="85"/>
                    <a:pt x="216" y="85"/>
                    <a:pt x="217" y="86"/>
                  </a:cubicBezTo>
                  <a:cubicBezTo>
                    <a:pt x="217" y="86"/>
                    <a:pt x="217" y="86"/>
                    <a:pt x="218" y="86"/>
                  </a:cubicBezTo>
                  <a:cubicBezTo>
                    <a:pt x="218" y="86"/>
                    <a:pt x="219" y="85"/>
                    <a:pt x="219" y="85"/>
                  </a:cubicBezTo>
                  <a:cubicBezTo>
                    <a:pt x="219" y="85"/>
                    <a:pt x="219" y="84"/>
                    <a:pt x="220" y="84"/>
                  </a:cubicBezTo>
                  <a:cubicBezTo>
                    <a:pt x="220" y="84"/>
                    <a:pt x="221" y="84"/>
                    <a:pt x="221" y="85"/>
                  </a:cubicBezTo>
                  <a:cubicBezTo>
                    <a:pt x="222" y="85"/>
                    <a:pt x="221" y="87"/>
                    <a:pt x="221" y="88"/>
                  </a:cubicBezTo>
                  <a:cubicBezTo>
                    <a:pt x="221" y="88"/>
                    <a:pt x="222" y="89"/>
                    <a:pt x="222" y="89"/>
                  </a:cubicBezTo>
                  <a:cubicBezTo>
                    <a:pt x="222" y="90"/>
                    <a:pt x="223" y="91"/>
                    <a:pt x="223" y="92"/>
                  </a:cubicBezTo>
                  <a:cubicBezTo>
                    <a:pt x="223" y="92"/>
                    <a:pt x="222" y="94"/>
                    <a:pt x="223" y="95"/>
                  </a:cubicBezTo>
                  <a:cubicBezTo>
                    <a:pt x="223" y="95"/>
                    <a:pt x="224" y="96"/>
                    <a:pt x="224" y="96"/>
                  </a:cubicBezTo>
                  <a:cubicBezTo>
                    <a:pt x="224" y="96"/>
                    <a:pt x="225" y="95"/>
                    <a:pt x="225" y="95"/>
                  </a:cubicBezTo>
                  <a:cubicBezTo>
                    <a:pt x="225" y="95"/>
                    <a:pt x="226" y="95"/>
                    <a:pt x="226" y="95"/>
                  </a:cubicBezTo>
                  <a:cubicBezTo>
                    <a:pt x="227" y="95"/>
                    <a:pt x="228" y="96"/>
                    <a:pt x="228" y="96"/>
                  </a:cubicBezTo>
                  <a:cubicBezTo>
                    <a:pt x="229" y="96"/>
                    <a:pt x="230" y="97"/>
                    <a:pt x="230" y="97"/>
                  </a:cubicBezTo>
                  <a:cubicBezTo>
                    <a:pt x="231" y="97"/>
                    <a:pt x="232" y="98"/>
                    <a:pt x="232" y="98"/>
                  </a:cubicBezTo>
                  <a:cubicBezTo>
                    <a:pt x="232" y="99"/>
                    <a:pt x="232" y="100"/>
                    <a:pt x="232" y="101"/>
                  </a:cubicBezTo>
                  <a:cubicBezTo>
                    <a:pt x="233" y="101"/>
                    <a:pt x="234" y="102"/>
                    <a:pt x="233" y="103"/>
                  </a:cubicBezTo>
                  <a:cubicBezTo>
                    <a:pt x="233" y="103"/>
                    <a:pt x="233" y="104"/>
                    <a:pt x="233" y="104"/>
                  </a:cubicBezTo>
                  <a:cubicBezTo>
                    <a:pt x="232" y="104"/>
                    <a:pt x="231" y="103"/>
                    <a:pt x="230" y="103"/>
                  </a:cubicBezTo>
                  <a:cubicBezTo>
                    <a:pt x="230" y="104"/>
                    <a:pt x="230" y="104"/>
                    <a:pt x="230" y="104"/>
                  </a:cubicBezTo>
                  <a:cubicBezTo>
                    <a:pt x="229" y="104"/>
                    <a:pt x="229" y="104"/>
                    <a:pt x="229" y="104"/>
                  </a:cubicBezTo>
                  <a:cubicBezTo>
                    <a:pt x="229" y="104"/>
                    <a:pt x="228" y="106"/>
                    <a:pt x="228" y="107"/>
                  </a:cubicBezTo>
                  <a:cubicBezTo>
                    <a:pt x="228" y="107"/>
                    <a:pt x="229" y="108"/>
                    <a:pt x="228" y="109"/>
                  </a:cubicBezTo>
                  <a:cubicBezTo>
                    <a:pt x="228" y="110"/>
                    <a:pt x="228" y="110"/>
                    <a:pt x="228" y="111"/>
                  </a:cubicBezTo>
                  <a:cubicBezTo>
                    <a:pt x="228" y="112"/>
                    <a:pt x="227" y="113"/>
                    <a:pt x="228" y="113"/>
                  </a:cubicBezTo>
                  <a:cubicBezTo>
                    <a:pt x="228" y="114"/>
                    <a:pt x="228" y="115"/>
                    <a:pt x="229" y="115"/>
                  </a:cubicBezTo>
                  <a:cubicBezTo>
                    <a:pt x="229" y="115"/>
                    <a:pt x="230" y="115"/>
                    <a:pt x="230" y="115"/>
                  </a:cubicBezTo>
                  <a:cubicBezTo>
                    <a:pt x="231" y="115"/>
                    <a:pt x="231" y="116"/>
                    <a:pt x="231" y="116"/>
                  </a:cubicBezTo>
                  <a:cubicBezTo>
                    <a:pt x="232" y="117"/>
                    <a:pt x="231" y="119"/>
                    <a:pt x="231" y="119"/>
                  </a:cubicBezTo>
                  <a:cubicBezTo>
                    <a:pt x="231" y="120"/>
                    <a:pt x="231" y="120"/>
                    <a:pt x="230" y="120"/>
                  </a:cubicBezTo>
                  <a:cubicBezTo>
                    <a:pt x="230" y="121"/>
                    <a:pt x="229" y="120"/>
                    <a:pt x="229" y="120"/>
                  </a:cubicBezTo>
                  <a:cubicBezTo>
                    <a:pt x="229" y="120"/>
                    <a:pt x="228" y="121"/>
                    <a:pt x="228" y="121"/>
                  </a:cubicBezTo>
                  <a:cubicBezTo>
                    <a:pt x="228" y="121"/>
                    <a:pt x="229" y="122"/>
                    <a:pt x="229" y="122"/>
                  </a:cubicBezTo>
                  <a:cubicBezTo>
                    <a:pt x="230" y="122"/>
                    <a:pt x="230" y="122"/>
                    <a:pt x="231" y="123"/>
                  </a:cubicBezTo>
                  <a:cubicBezTo>
                    <a:pt x="231" y="123"/>
                    <a:pt x="231" y="125"/>
                    <a:pt x="231" y="126"/>
                  </a:cubicBezTo>
                  <a:cubicBezTo>
                    <a:pt x="231" y="126"/>
                    <a:pt x="231" y="127"/>
                    <a:pt x="231" y="128"/>
                  </a:cubicBezTo>
                  <a:cubicBezTo>
                    <a:pt x="230" y="128"/>
                    <a:pt x="229" y="129"/>
                    <a:pt x="228" y="129"/>
                  </a:cubicBezTo>
                  <a:cubicBezTo>
                    <a:pt x="227" y="129"/>
                    <a:pt x="226" y="129"/>
                    <a:pt x="226" y="129"/>
                  </a:cubicBezTo>
                  <a:cubicBezTo>
                    <a:pt x="225" y="129"/>
                    <a:pt x="225" y="130"/>
                    <a:pt x="225" y="130"/>
                  </a:cubicBezTo>
                  <a:cubicBezTo>
                    <a:pt x="224" y="131"/>
                    <a:pt x="224" y="131"/>
                    <a:pt x="223" y="131"/>
                  </a:cubicBezTo>
                  <a:cubicBezTo>
                    <a:pt x="223" y="131"/>
                    <a:pt x="223" y="130"/>
                    <a:pt x="223" y="130"/>
                  </a:cubicBezTo>
                  <a:cubicBezTo>
                    <a:pt x="222" y="130"/>
                    <a:pt x="221" y="129"/>
                    <a:pt x="221" y="129"/>
                  </a:cubicBezTo>
                  <a:cubicBezTo>
                    <a:pt x="221" y="128"/>
                    <a:pt x="220" y="128"/>
                    <a:pt x="220" y="128"/>
                  </a:cubicBezTo>
                  <a:cubicBezTo>
                    <a:pt x="220" y="128"/>
                    <a:pt x="219" y="129"/>
                    <a:pt x="219" y="129"/>
                  </a:cubicBezTo>
                  <a:cubicBezTo>
                    <a:pt x="219" y="129"/>
                    <a:pt x="219" y="130"/>
                    <a:pt x="219" y="131"/>
                  </a:cubicBezTo>
                  <a:cubicBezTo>
                    <a:pt x="219" y="131"/>
                    <a:pt x="220" y="131"/>
                    <a:pt x="220" y="132"/>
                  </a:cubicBezTo>
                  <a:cubicBezTo>
                    <a:pt x="221" y="132"/>
                    <a:pt x="221" y="131"/>
                    <a:pt x="222" y="131"/>
                  </a:cubicBezTo>
                  <a:cubicBezTo>
                    <a:pt x="222" y="131"/>
                    <a:pt x="222" y="133"/>
                    <a:pt x="223" y="133"/>
                  </a:cubicBezTo>
                  <a:cubicBezTo>
                    <a:pt x="223" y="133"/>
                    <a:pt x="224" y="133"/>
                    <a:pt x="225" y="133"/>
                  </a:cubicBezTo>
                  <a:cubicBezTo>
                    <a:pt x="226" y="133"/>
                    <a:pt x="226" y="132"/>
                    <a:pt x="227" y="132"/>
                  </a:cubicBezTo>
                  <a:cubicBezTo>
                    <a:pt x="227" y="131"/>
                    <a:pt x="228" y="131"/>
                    <a:pt x="228" y="131"/>
                  </a:cubicBezTo>
                  <a:cubicBezTo>
                    <a:pt x="228" y="130"/>
                    <a:pt x="229" y="130"/>
                    <a:pt x="230" y="130"/>
                  </a:cubicBezTo>
                  <a:cubicBezTo>
                    <a:pt x="230" y="130"/>
                    <a:pt x="231" y="130"/>
                    <a:pt x="231" y="130"/>
                  </a:cubicBezTo>
                  <a:cubicBezTo>
                    <a:pt x="232" y="130"/>
                    <a:pt x="232" y="131"/>
                    <a:pt x="233" y="131"/>
                  </a:cubicBezTo>
                  <a:cubicBezTo>
                    <a:pt x="233" y="132"/>
                    <a:pt x="232" y="133"/>
                    <a:pt x="232" y="134"/>
                  </a:cubicBezTo>
                  <a:cubicBezTo>
                    <a:pt x="232" y="134"/>
                    <a:pt x="232" y="135"/>
                    <a:pt x="232" y="135"/>
                  </a:cubicBezTo>
                  <a:cubicBezTo>
                    <a:pt x="231" y="135"/>
                    <a:pt x="230" y="135"/>
                    <a:pt x="230" y="135"/>
                  </a:cubicBezTo>
                  <a:cubicBezTo>
                    <a:pt x="230" y="136"/>
                    <a:pt x="229" y="136"/>
                    <a:pt x="229" y="137"/>
                  </a:cubicBezTo>
                  <a:cubicBezTo>
                    <a:pt x="229" y="137"/>
                    <a:pt x="230" y="137"/>
                    <a:pt x="231" y="137"/>
                  </a:cubicBezTo>
                  <a:cubicBezTo>
                    <a:pt x="231" y="137"/>
                    <a:pt x="232" y="137"/>
                    <a:pt x="232" y="137"/>
                  </a:cubicBezTo>
                  <a:cubicBezTo>
                    <a:pt x="232" y="137"/>
                    <a:pt x="233" y="137"/>
                    <a:pt x="233" y="138"/>
                  </a:cubicBezTo>
                  <a:cubicBezTo>
                    <a:pt x="233" y="138"/>
                    <a:pt x="233" y="139"/>
                    <a:pt x="233" y="139"/>
                  </a:cubicBezTo>
                  <a:cubicBezTo>
                    <a:pt x="233" y="139"/>
                    <a:pt x="232" y="140"/>
                    <a:pt x="232" y="140"/>
                  </a:cubicBezTo>
                  <a:cubicBezTo>
                    <a:pt x="232" y="140"/>
                    <a:pt x="233" y="140"/>
                    <a:pt x="233" y="140"/>
                  </a:cubicBezTo>
                  <a:cubicBezTo>
                    <a:pt x="234" y="140"/>
                    <a:pt x="234" y="140"/>
                    <a:pt x="234" y="140"/>
                  </a:cubicBezTo>
                  <a:cubicBezTo>
                    <a:pt x="235" y="139"/>
                    <a:pt x="235" y="138"/>
                    <a:pt x="235" y="138"/>
                  </a:cubicBezTo>
                  <a:cubicBezTo>
                    <a:pt x="236" y="138"/>
                    <a:pt x="236" y="137"/>
                    <a:pt x="237" y="138"/>
                  </a:cubicBezTo>
                  <a:cubicBezTo>
                    <a:pt x="237" y="138"/>
                    <a:pt x="238" y="139"/>
                    <a:pt x="238" y="13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4" name="Freeform 113"/>
            <p:cNvSpPr>
              <a:spLocks/>
            </p:cNvSpPr>
            <p:nvPr/>
          </p:nvSpPr>
          <p:spPr bwMode="auto">
            <a:xfrm>
              <a:off x="854076" y="4667251"/>
              <a:ext cx="7938" cy="3175"/>
            </a:xfrm>
            <a:custGeom>
              <a:avLst/>
              <a:gdLst/>
              <a:ahLst/>
              <a:cxnLst>
                <a:cxn ang="0">
                  <a:pos x="3" y="2"/>
                </a:cxn>
                <a:cxn ang="0">
                  <a:pos x="3" y="1"/>
                </a:cxn>
                <a:cxn ang="0">
                  <a:pos x="2" y="0"/>
                </a:cxn>
                <a:cxn ang="0">
                  <a:pos x="1" y="0"/>
                </a:cxn>
                <a:cxn ang="0">
                  <a:pos x="0" y="1"/>
                </a:cxn>
                <a:cxn ang="0">
                  <a:pos x="1" y="2"/>
                </a:cxn>
                <a:cxn ang="0">
                  <a:pos x="3" y="2"/>
                </a:cxn>
              </a:cxnLst>
              <a:rect l="0" t="0" r="r" b="b"/>
              <a:pathLst>
                <a:path w="4" h="2">
                  <a:moveTo>
                    <a:pt x="3" y="2"/>
                  </a:moveTo>
                  <a:cubicBezTo>
                    <a:pt x="4" y="2"/>
                    <a:pt x="3" y="1"/>
                    <a:pt x="3" y="1"/>
                  </a:cubicBezTo>
                  <a:cubicBezTo>
                    <a:pt x="3" y="0"/>
                    <a:pt x="2" y="0"/>
                    <a:pt x="2" y="0"/>
                  </a:cubicBezTo>
                  <a:cubicBezTo>
                    <a:pt x="2" y="0"/>
                    <a:pt x="1" y="0"/>
                    <a:pt x="1" y="0"/>
                  </a:cubicBezTo>
                  <a:cubicBezTo>
                    <a:pt x="1" y="0"/>
                    <a:pt x="0" y="1"/>
                    <a:pt x="0" y="1"/>
                  </a:cubicBezTo>
                  <a:cubicBezTo>
                    <a:pt x="1" y="1"/>
                    <a:pt x="1" y="2"/>
                    <a:pt x="1" y="2"/>
                  </a:cubicBezTo>
                  <a:cubicBezTo>
                    <a:pt x="2" y="2"/>
                    <a:pt x="3"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5" name="Freeform 114"/>
            <p:cNvSpPr>
              <a:spLocks/>
            </p:cNvSpPr>
            <p:nvPr/>
          </p:nvSpPr>
          <p:spPr bwMode="auto">
            <a:xfrm>
              <a:off x="858838" y="4654551"/>
              <a:ext cx="9525" cy="9525"/>
            </a:xfrm>
            <a:custGeom>
              <a:avLst/>
              <a:gdLst/>
              <a:ahLst/>
              <a:cxnLst>
                <a:cxn ang="0">
                  <a:pos x="3" y="5"/>
                </a:cxn>
                <a:cxn ang="0">
                  <a:pos x="1" y="5"/>
                </a:cxn>
                <a:cxn ang="0">
                  <a:pos x="1" y="3"/>
                </a:cxn>
                <a:cxn ang="0">
                  <a:pos x="1" y="2"/>
                </a:cxn>
                <a:cxn ang="0">
                  <a:pos x="2" y="0"/>
                </a:cxn>
                <a:cxn ang="0">
                  <a:pos x="3" y="0"/>
                </a:cxn>
                <a:cxn ang="0">
                  <a:pos x="5" y="0"/>
                </a:cxn>
                <a:cxn ang="0">
                  <a:pos x="5" y="2"/>
                </a:cxn>
                <a:cxn ang="0">
                  <a:pos x="4" y="4"/>
                </a:cxn>
                <a:cxn ang="0">
                  <a:pos x="3" y="5"/>
                </a:cxn>
              </a:cxnLst>
              <a:rect l="0" t="0" r="r" b="b"/>
              <a:pathLst>
                <a:path w="5" h="5">
                  <a:moveTo>
                    <a:pt x="3" y="5"/>
                  </a:moveTo>
                  <a:cubicBezTo>
                    <a:pt x="2" y="5"/>
                    <a:pt x="1" y="5"/>
                    <a:pt x="1" y="5"/>
                  </a:cubicBezTo>
                  <a:cubicBezTo>
                    <a:pt x="0" y="4"/>
                    <a:pt x="1" y="4"/>
                    <a:pt x="1" y="3"/>
                  </a:cubicBezTo>
                  <a:cubicBezTo>
                    <a:pt x="1" y="3"/>
                    <a:pt x="1" y="2"/>
                    <a:pt x="1" y="2"/>
                  </a:cubicBezTo>
                  <a:cubicBezTo>
                    <a:pt x="2" y="2"/>
                    <a:pt x="2" y="1"/>
                    <a:pt x="2" y="0"/>
                  </a:cubicBezTo>
                  <a:cubicBezTo>
                    <a:pt x="2" y="0"/>
                    <a:pt x="3" y="0"/>
                    <a:pt x="3" y="0"/>
                  </a:cubicBezTo>
                  <a:cubicBezTo>
                    <a:pt x="4" y="0"/>
                    <a:pt x="5" y="0"/>
                    <a:pt x="5" y="0"/>
                  </a:cubicBezTo>
                  <a:cubicBezTo>
                    <a:pt x="5" y="1"/>
                    <a:pt x="5" y="2"/>
                    <a:pt x="5" y="2"/>
                  </a:cubicBezTo>
                  <a:cubicBezTo>
                    <a:pt x="5" y="3"/>
                    <a:pt x="5" y="4"/>
                    <a:pt x="4" y="4"/>
                  </a:cubicBezTo>
                  <a:cubicBezTo>
                    <a:pt x="4" y="4"/>
                    <a:pt x="3" y="4"/>
                    <a:pt x="3"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115"/>
            <p:cNvSpPr>
              <a:spLocks/>
            </p:cNvSpPr>
            <p:nvPr/>
          </p:nvSpPr>
          <p:spPr bwMode="auto">
            <a:xfrm>
              <a:off x="854076" y="4645026"/>
              <a:ext cx="7938" cy="7938"/>
            </a:xfrm>
            <a:custGeom>
              <a:avLst/>
              <a:gdLst/>
              <a:ahLst/>
              <a:cxnLst>
                <a:cxn ang="0">
                  <a:pos x="4" y="2"/>
                </a:cxn>
                <a:cxn ang="0">
                  <a:pos x="3" y="3"/>
                </a:cxn>
                <a:cxn ang="0">
                  <a:pos x="2" y="3"/>
                </a:cxn>
                <a:cxn ang="0">
                  <a:pos x="2" y="2"/>
                </a:cxn>
                <a:cxn ang="0">
                  <a:pos x="1" y="1"/>
                </a:cxn>
                <a:cxn ang="0">
                  <a:pos x="1" y="0"/>
                </a:cxn>
                <a:cxn ang="0">
                  <a:pos x="2" y="0"/>
                </a:cxn>
                <a:cxn ang="0">
                  <a:pos x="3" y="0"/>
                </a:cxn>
                <a:cxn ang="0">
                  <a:pos x="4" y="2"/>
                </a:cxn>
              </a:cxnLst>
              <a:rect l="0" t="0" r="r" b="b"/>
              <a:pathLst>
                <a:path w="4" h="4">
                  <a:moveTo>
                    <a:pt x="4" y="2"/>
                  </a:moveTo>
                  <a:cubicBezTo>
                    <a:pt x="4" y="2"/>
                    <a:pt x="3" y="3"/>
                    <a:pt x="3" y="3"/>
                  </a:cubicBezTo>
                  <a:cubicBezTo>
                    <a:pt x="3" y="4"/>
                    <a:pt x="2" y="4"/>
                    <a:pt x="2" y="3"/>
                  </a:cubicBezTo>
                  <a:cubicBezTo>
                    <a:pt x="2" y="3"/>
                    <a:pt x="2" y="3"/>
                    <a:pt x="2" y="2"/>
                  </a:cubicBezTo>
                  <a:cubicBezTo>
                    <a:pt x="2" y="2"/>
                    <a:pt x="1" y="1"/>
                    <a:pt x="1" y="1"/>
                  </a:cubicBezTo>
                  <a:cubicBezTo>
                    <a:pt x="0" y="1"/>
                    <a:pt x="1" y="0"/>
                    <a:pt x="1" y="0"/>
                  </a:cubicBezTo>
                  <a:cubicBezTo>
                    <a:pt x="1" y="0"/>
                    <a:pt x="2" y="0"/>
                    <a:pt x="2" y="0"/>
                  </a:cubicBezTo>
                  <a:cubicBezTo>
                    <a:pt x="2" y="0"/>
                    <a:pt x="3" y="0"/>
                    <a:pt x="3" y="0"/>
                  </a:cubicBezTo>
                  <a:cubicBezTo>
                    <a:pt x="3" y="1"/>
                    <a:pt x="4" y="2"/>
                    <a:pt x="4"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116"/>
            <p:cNvSpPr>
              <a:spLocks/>
            </p:cNvSpPr>
            <p:nvPr/>
          </p:nvSpPr>
          <p:spPr bwMode="auto">
            <a:xfrm>
              <a:off x="871538" y="4637088"/>
              <a:ext cx="6350" cy="6350"/>
            </a:xfrm>
            <a:custGeom>
              <a:avLst/>
              <a:gdLst/>
              <a:ahLst/>
              <a:cxnLst>
                <a:cxn ang="0">
                  <a:pos x="3" y="3"/>
                </a:cxn>
                <a:cxn ang="0">
                  <a:pos x="1" y="3"/>
                </a:cxn>
                <a:cxn ang="0">
                  <a:pos x="0" y="2"/>
                </a:cxn>
                <a:cxn ang="0">
                  <a:pos x="0" y="0"/>
                </a:cxn>
                <a:cxn ang="0">
                  <a:pos x="0" y="0"/>
                </a:cxn>
                <a:cxn ang="0">
                  <a:pos x="2" y="1"/>
                </a:cxn>
                <a:cxn ang="0">
                  <a:pos x="4" y="1"/>
                </a:cxn>
                <a:cxn ang="0">
                  <a:pos x="4" y="1"/>
                </a:cxn>
                <a:cxn ang="0">
                  <a:pos x="3" y="3"/>
                </a:cxn>
              </a:cxnLst>
              <a:rect l="0" t="0" r="r" b="b"/>
              <a:pathLst>
                <a:path w="4" h="3">
                  <a:moveTo>
                    <a:pt x="3" y="3"/>
                  </a:moveTo>
                  <a:cubicBezTo>
                    <a:pt x="3" y="3"/>
                    <a:pt x="2" y="3"/>
                    <a:pt x="1" y="3"/>
                  </a:cubicBezTo>
                  <a:cubicBezTo>
                    <a:pt x="1" y="3"/>
                    <a:pt x="0" y="2"/>
                    <a:pt x="0" y="2"/>
                  </a:cubicBezTo>
                  <a:cubicBezTo>
                    <a:pt x="0" y="2"/>
                    <a:pt x="0" y="1"/>
                    <a:pt x="0" y="0"/>
                  </a:cubicBezTo>
                  <a:cubicBezTo>
                    <a:pt x="0" y="0"/>
                    <a:pt x="0" y="0"/>
                    <a:pt x="0" y="0"/>
                  </a:cubicBezTo>
                  <a:cubicBezTo>
                    <a:pt x="1" y="0"/>
                    <a:pt x="1" y="0"/>
                    <a:pt x="2" y="1"/>
                  </a:cubicBezTo>
                  <a:cubicBezTo>
                    <a:pt x="2" y="1"/>
                    <a:pt x="3" y="1"/>
                    <a:pt x="4" y="1"/>
                  </a:cubicBezTo>
                  <a:cubicBezTo>
                    <a:pt x="4" y="1"/>
                    <a:pt x="4" y="1"/>
                    <a:pt x="4" y="1"/>
                  </a:cubicBezTo>
                  <a:cubicBezTo>
                    <a:pt x="4" y="2"/>
                    <a:pt x="4" y="3"/>
                    <a:pt x="3"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117"/>
            <p:cNvSpPr>
              <a:spLocks/>
            </p:cNvSpPr>
            <p:nvPr/>
          </p:nvSpPr>
          <p:spPr bwMode="auto">
            <a:xfrm>
              <a:off x="850901" y="4662488"/>
              <a:ext cx="4763" cy="3175"/>
            </a:xfrm>
            <a:custGeom>
              <a:avLst/>
              <a:gdLst/>
              <a:ahLst/>
              <a:cxnLst>
                <a:cxn ang="0">
                  <a:pos x="1" y="0"/>
                </a:cxn>
                <a:cxn ang="0">
                  <a:pos x="0" y="1"/>
                </a:cxn>
                <a:cxn ang="0">
                  <a:pos x="0" y="1"/>
                </a:cxn>
                <a:cxn ang="0">
                  <a:pos x="1" y="2"/>
                </a:cxn>
                <a:cxn ang="0">
                  <a:pos x="2" y="2"/>
                </a:cxn>
                <a:cxn ang="0">
                  <a:pos x="3" y="0"/>
                </a:cxn>
                <a:cxn ang="0">
                  <a:pos x="2" y="0"/>
                </a:cxn>
                <a:cxn ang="0">
                  <a:pos x="1" y="0"/>
                </a:cxn>
              </a:cxnLst>
              <a:rect l="0" t="0" r="r" b="b"/>
              <a:pathLst>
                <a:path w="3" h="2">
                  <a:moveTo>
                    <a:pt x="1" y="0"/>
                  </a:moveTo>
                  <a:cubicBezTo>
                    <a:pt x="1" y="0"/>
                    <a:pt x="0" y="0"/>
                    <a:pt x="0" y="1"/>
                  </a:cubicBezTo>
                  <a:cubicBezTo>
                    <a:pt x="0" y="1"/>
                    <a:pt x="0" y="1"/>
                    <a:pt x="0" y="1"/>
                  </a:cubicBezTo>
                  <a:cubicBezTo>
                    <a:pt x="0" y="2"/>
                    <a:pt x="1" y="2"/>
                    <a:pt x="1" y="2"/>
                  </a:cubicBezTo>
                  <a:cubicBezTo>
                    <a:pt x="1" y="2"/>
                    <a:pt x="2" y="2"/>
                    <a:pt x="2" y="2"/>
                  </a:cubicBezTo>
                  <a:cubicBezTo>
                    <a:pt x="2" y="1"/>
                    <a:pt x="3" y="1"/>
                    <a:pt x="3" y="0"/>
                  </a:cubicBezTo>
                  <a:cubicBezTo>
                    <a:pt x="3" y="0"/>
                    <a:pt x="2" y="0"/>
                    <a:pt x="2" y="0"/>
                  </a:cubicBezTo>
                  <a:cubicBezTo>
                    <a:pt x="2" y="0"/>
                    <a:pt x="1" y="0"/>
                    <a:pt x="1"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118"/>
            <p:cNvSpPr>
              <a:spLocks/>
            </p:cNvSpPr>
            <p:nvPr/>
          </p:nvSpPr>
          <p:spPr bwMode="auto">
            <a:xfrm>
              <a:off x="838201" y="4667251"/>
              <a:ext cx="4763" cy="6350"/>
            </a:xfrm>
            <a:custGeom>
              <a:avLst/>
              <a:gdLst/>
              <a:ahLst/>
              <a:cxnLst>
                <a:cxn ang="0">
                  <a:pos x="2" y="1"/>
                </a:cxn>
                <a:cxn ang="0">
                  <a:pos x="2" y="3"/>
                </a:cxn>
                <a:cxn ang="0">
                  <a:pos x="1" y="2"/>
                </a:cxn>
                <a:cxn ang="0">
                  <a:pos x="0" y="1"/>
                </a:cxn>
                <a:cxn ang="0">
                  <a:pos x="0" y="0"/>
                </a:cxn>
                <a:cxn ang="0">
                  <a:pos x="2" y="0"/>
                </a:cxn>
                <a:cxn ang="0">
                  <a:pos x="2" y="1"/>
                </a:cxn>
              </a:cxnLst>
              <a:rect l="0" t="0" r="r" b="b"/>
              <a:pathLst>
                <a:path w="2" h="3">
                  <a:moveTo>
                    <a:pt x="2" y="1"/>
                  </a:moveTo>
                  <a:cubicBezTo>
                    <a:pt x="2" y="2"/>
                    <a:pt x="2" y="2"/>
                    <a:pt x="2" y="3"/>
                  </a:cubicBezTo>
                  <a:cubicBezTo>
                    <a:pt x="2" y="3"/>
                    <a:pt x="1" y="2"/>
                    <a:pt x="1" y="2"/>
                  </a:cubicBezTo>
                  <a:cubicBezTo>
                    <a:pt x="0" y="2"/>
                    <a:pt x="0" y="2"/>
                    <a:pt x="0" y="1"/>
                  </a:cubicBezTo>
                  <a:cubicBezTo>
                    <a:pt x="0" y="1"/>
                    <a:pt x="0" y="0"/>
                    <a:pt x="0" y="0"/>
                  </a:cubicBezTo>
                  <a:cubicBezTo>
                    <a:pt x="1" y="0"/>
                    <a:pt x="1" y="0"/>
                    <a:pt x="2" y="0"/>
                  </a:cubicBezTo>
                  <a:cubicBezTo>
                    <a:pt x="2" y="0"/>
                    <a:pt x="2" y="1"/>
                    <a:pt x="2"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119"/>
            <p:cNvSpPr>
              <a:spLocks/>
            </p:cNvSpPr>
            <p:nvPr/>
          </p:nvSpPr>
          <p:spPr bwMode="auto">
            <a:xfrm>
              <a:off x="847726" y="4670426"/>
              <a:ext cx="4763" cy="6350"/>
            </a:xfrm>
            <a:custGeom>
              <a:avLst/>
              <a:gdLst/>
              <a:ahLst/>
              <a:cxnLst>
                <a:cxn ang="0">
                  <a:pos x="1" y="0"/>
                </a:cxn>
                <a:cxn ang="0">
                  <a:pos x="0" y="1"/>
                </a:cxn>
                <a:cxn ang="0">
                  <a:pos x="0" y="2"/>
                </a:cxn>
                <a:cxn ang="0">
                  <a:pos x="1" y="3"/>
                </a:cxn>
                <a:cxn ang="0">
                  <a:pos x="2" y="2"/>
                </a:cxn>
                <a:cxn ang="0">
                  <a:pos x="2" y="1"/>
                </a:cxn>
                <a:cxn ang="0">
                  <a:pos x="1" y="0"/>
                </a:cxn>
              </a:cxnLst>
              <a:rect l="0" t="0" r="r" b="b"/>
              <a:pathLst>
                <a:path w="2" h="3">
                  <a:moveTo>
                    <a:pt x="1" y="0"/>
                  </a:moveTo>
                  <a:cubicBezTo>
                    <a:pt x="1" y="0"/>
                    <a:pt x="0" y="0"/>
                    <a:pt x="0" y="1"/>
                  </a:cubicBezTo>
                  <a:cubicBezTo>
                    <a:pt x="0" y="1"/>
                    <a:pt x="0" y="2"/>
                    <a:pt x="0" y="2"/>
                  </a:cubicBezTo>
                  <a:cubicBezTo>
                    <a:pt x="0" y="2"/>
                    <a:pt x="1" y="3"/>
                    <a:pt x="1" y="3"/>
                  </a:cubicBezTo>
                  <a:cubicBezTo>
                    <a:pt x="1" y="3"/>
                    <a:pt x="2" y="2"/>
                    <a:pt x="2" y="2"/>
                  </a:cubicBezTo>
                  <a:cubicBezTo>
                    <a:pt x="2" y="2"/>
                    <a:pt x="2" y="1"/>
                    <a:pt x="2" y="1"/>
                  </a:cubicBezTo>
                  <a:cubicBezTo>
                    <a:pt x="2" y="1"/>
                    <a:pt x="1" y="0"/>
                    <a:pt x="1"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120"/>
            <p:cNvSpPr>
              <a:spLocks/>
            </p:cNvSpPr>
            <p:nvPr/>
          </p:nvSpPr>
          <p:spPr bwMode="auto">
            <a:xfrm>
              <a:off x="863601" y="4640263"/>
              <a:ext cx="7938" cy="7938"/>
            </a:xfrm>
            <a:custGeom>
              <a:avLst/>
              <a:gdLst/>
              <a:ahLst/>
              <a:cxnLst>
                <a:cxn ang="0">
                  <a:pos x="3" y="2"/>
                </a:cxn>
                <a:cxn ang="0">
                  <a:pos x="2" y="1"/>
                </a:cxn>
                <a:cxn ang="0">
                  <a:pos x="0" y="1"/>
                </a:cxn>
                <a:cxn ang="0">
                  <a:pos x="0" y="2"/>
                </a:cxn>
                <a:cxn ang="0">
                  <a:pos x="0" y="3"/>
                </a:cxn>
                <a:cxn ang="0">
                  <a:pos x="2" y="4"/>
                </a:cxn>
                <a:cxn ang="0">
                  <a:pos x="3" y="4"/>
                </a:cxn>
                <a:cxn ang="0">
                  <a:pos x="4" y="3"/>
                </a:cxn>
                <a:cxn ang="0">
                  <a:pos x="3" y="2"/>
                </a:cxn>
              </a:cxnLst>
              <a:rect l="0" t="0" r="r" b="b"/>
              <a:pathLst>
                <a:path w="4" h="4">
                  <a:moveTo>
                    <a:pt x="3" y="2"/>
                  </a:moveTo>
                  <a:cubicBezTo>
                    <a:pt x="3" y="1"/>
                    <a:pt x="2" y="1"/>
                    <a:pt x="2" y="1"/>
                  </a:cubicBezTo>
                  <a:cubicBezTo>
                    <a:pt x="1" y="1"/>
                    <a:pt x="1" y="0"/>
                    <a:pt x="0" y="1"/>
                  </a:cubicBezTo>
                  <a:cubicBezTo>
                    <a:pt x="0" y="1"/>
                    <a:pt x="0" y="1"/>
                    <a:pt x="0" y="2"/>
                  </a:cubicBezTo>
                  <a:cubicBezTo>
                    <a:pt x="0" y="2"/>
                    <a:pt x="0" y="3"/>
                    <a:pt x="0" y="3"/>
                  </a:cubicBezTo>
                  <a:cubicBezTo>
                    <a:pt x="1" y="3"/>
                    <a:pt x="1" y="4"/>
                    <a:pt x="2" y="4"/>
                  </a:cubicBezTo>
                  <a:cubicBezTo>
                    <a:pt x="2" y="4"/>
                    <a:pt x="3" y="4"/>
                    <a:pt x="3" y="4"/>
                  </a:cubicBezTo>
                  <a:cubicBezTo>
                    <a:pt x="3" y="4"/>
                    <a:pt x="4" y="4"/>
                    <a:pt x="4" y="3"/>
                  </a:cubicBezTo>
                  <a:cubicBezTo>
                    <a:pt x="4" y="3"/>
                    <a:pt x="3"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121"/>
            <p:cNvSpPr>
              <a:spLocks/>
            </p:cNvSpPr>
            <p:nvPr/>
          </p:nvSpPr>
          <p:spPr bwMode="auto">
            <a:xfrm>
              <a:off x="2357438" y="4105276"/>
              <a:ext cx="266700" cy="201613"/>
            </a:xfrm>
            <a:custGeom>
              <a:avLst/>
              <a:gdLst/>
              <a:ahLst/>
              <a:cxnLst>
                <a:cxn ang="0">
                  <a:pos x="139" y="8"/>
                </a:cxn>
                <a:cxn ang="0">
                  <a:pos x="135" y="12"/>
                </a:cxn>
                <a:cxn ang="0">
                  <a:pos x="132" y="18"/>
                </a:cxn>
                <a:cxn ang="0">
                  <a:pos x="137" y="22"/>
                </a:cxn>
                <a:cxn ang="0">
                  <a:pos x="139" y="24"/>
                </a:cxn>
                <a:cxn ang="0">
                  <a:pos x="135" y="31"/>
                </a:cxn>
                <a:cxn ang="0">
                  <a:pos x="136" y="38"/>
                </a:cxn>
                <a:cxn ang="0">
                  <a:pos x="129" y="38"/>
                </a:cxn>
                <a:cxn ang="0">
                  <a:pos x="127" y="37"/>
                </a:cxn>
                <a:cxn ang="0">
                  <a:pos x="127" y="41"/>
                </a:cxn>
                <a:cxn ang="0">
                  <a:pos x="126" y="48"/>
                </a:cxn>
                <a:cxn ang="0">
                  <a:pos x="121" y="51"/>
                </a:cxn>
                <a:cxn ang="0">
                  <a:pos x="121" y="58"/>
                </a:cxn>
                <a:cxn ang="0">
                  <a:pos x="119" y="64"/>
                </a:cxn>
                <a:cxn ang="0">
                  <a:pos x="115" y="60"/>
                </a:cxn>
                <a:cxn ang="0">
                  <a:pos x="110" y="62"/>
                </a:cxn>
                <a:cxn ang="0">
                  <a:pos x="106" y="67"/>
                </a:cxn>
                <a:cxn ang="0">
                  <a:pos x="111" y="74"/>
                </a:cxn>
                <a:cxn ang="0">
                  <a:pos x="100" y="81"/>
                </a:cxn>
                <a:cxn ang="0">
                  <a:pos x="82" y="85"/>
                </a:cxn>
                <a:cxn ang="0">
                  <a:pos x="62" y="87"/>
                </a:cxn>
                <a:cxn ang="0">
                  <a:pos x="41" y="93"/>
                </a:cxn>
                <a:cxn ang="0">
                  <a:pos x="29" y="93"/>
                </a:cxn>
                <a:cxn ang="0">
                  <a:pos x="29" y="97"/>
                </a:cxn>
                <a:cxn ang="0">
                  <a:pos x="22" y="104"/>
                </a:cxn>
                <a:cxn ang="0">
                  <a:pos x="6" y="94"/>
                </a:cxn>
                <a:cxn ang="0">
                  <a:pos x="13" y="86"/>
                </a:cxn>
                <a:cxn ang="0">
                  <a:pos x="19" y="82"/>
                </a:cxn>
                <a:cxn ang="0">
                  <a:pos x="13" y="81"/>
                </a:cxn>
                <a:cxn ang="0">
                  <a:pos x="9" y="84"/>
                </a:cxn>
                <a:cxn ang="0">
                  <a:pos x="5" y="79"/>
                </a:cxn>
                <a:cxn ang="0">
                  <a:pos x="4" y="86"/>
                </a:cxn>
                <a:cxn ang="0">
                  <a:pos x="1" y="80"/>
                </a:cxn>
                <a:cxn ang="0">
                  <a:pos x="1" y="71"/>
                </a:cxn>
                <a:cxn ang="0">
                  <a:pos x="3" y="61"/>
                </a:cxn>
                <a:cxn ang="0">
                  <a:pos x="2" y="52"/>
                </a:cxn>
                <a:cxn ang="0">
                  <a:pos x="5" y="42"/>
                </a:cxn>
                <a:cxn ang="0">
                  <a:pos x="9" y="33"/>
                </a:cxn>
                <a:cxn ang="0">
                  <a:pos x="17" y="26"/>
                </a:cxn>
                <a:cxn ang="0">
                  <a:pos x="24" y="20"/>
                </a:cxn>
                <a:cxn ang="0">
                  <a:pos x="31" y="22"/>
                </a:cxn>
                <a:cxn ang="0">
                  <a:pos x="40" y="19"/>
                </a:cxn>
                <a:cxn ang="0">
                  <a:pos x="49" y="20"/>
                </a:cxn>
                <a:cxn ang="0">
                  <a:pos x="58" y="21"/>
                </a:cxn>
                <a:cxn ang="0">
                  <a:pos x="65" y="17"/>
                </a:cxn>
                <a:cxn ang="0">
                  <a:pos x="78" y="12"/>
                </a:cxn>
                <a:cxn ang="0">
                  <a:pos x="98" y="7"/>
                </a:cxn>
                <a:cxn ang="0">
                  <a:pos x="108" y="0"/>
                </a:cxn>
                <a:cxn ang="0">
                  <a:pos x="119" y="5"/>
                </a:cxn>
                <a:cxn ang="0">
                  <a:pos x="139" y="4"/>
                </a:cxn>
              </a:cxnLst>
              <a:rect l="0" t="0" r="r" b="b"/>
              <a:pathLst>
                <a:path w="142" h="107">
                  <a:moveTo>
                    <a:pt x="142" y="7"/>
                  </a:moveTo>
                  <a:cubicBezTo>
                    <a:pt x="142" y="8"/>
                    <a:pt x="142" y="9"/>
                    <a:pt x="142" y="9"/>
                  </a:cubicBezTo>
                  <a:cubicBezTo>
                    <a:pt x="141" y="9"/>
                    <a:pt x="140" y="9"/>
                    <a:pt x="140" y="9"/>
                  </a:cubicBezTo>
                  <a:cubicBezTo>
                    <a:pt x="139" y="9"/>
                    <a:pt x="139" y="8"/>
                    <a:pt x="139" y="8"/>
                  </a:cubicBezTo>
                  <a:cubicBezTo>
                    <a:pt x="138" y="8"/>
                    <a:pt x="138" y="8"/>
                    <a:pt x="138" y="8"/>
                  </a:cubicBezTo>
                  <a:cubicBezTo>
                    <a:pt x="137" y="8"/>
                    <a:pt x="136" y="9"/>
                    <a:pt x="136" y="10"/>
                  </a:cubicBezTo>
                  <a:cubicBezTo>
                    <a:pt x="136" y="10"/>
                    <a:pt x="136" y="11"/>
                    <a:pt x="136" y="11"/>
                  </a:cubicBezTo>
                  <a:cubicBezTo>
                    <a:pt x="136" y="11"/>
                    <a:pt x="136" y="12"/>
                    <a:pt x="135" y="12"/>
                  </a:cubicBezTo>
                  <a:cubicBezTo>
                    <a:pt x="135" y="12"/>
                    <a:pt x="134" y="12"/>
                    <a:pt x="134" y="12"/>
                  </a:cubicBezTo>
                  <a:cubicBezTo>
                    <a:pt x="133" y="12"/>
                    <a:pt x="133" y="13"/>
                    <a:pt x="133" y="13"/>
                  </a:cubicBezTo>
                  <a:cubicBezTo>
                    <a:pt x="132" y="13"/>
                    <a:pt x="133" y="14"/>
                    <a:pt x="133" y="15"/>
                  </a:cubicBezTo>
                  <a:cubicBezTo>
                    <a:pt x="133" y="16"/>
                    <a:pt x="132" y="17"/>
                    <a:pt x="132" y="18"/>
                  </a:cubicBezTo>
                  <a:cubicBezTo>
                    <a:pt x="132" y="19"/>
                    <a:pt x="132" y="20"/>
                    <a:pt x="132" y="20"/>
                  </a:cubicBezTo>
                  <a:cubicBezTo>
                    <a:pt x="133" y="20"/>
                    <a:pt x="134" y="20"/>
                    <a:pt x="135" y="20"/>
                  </a:cubicBezTo>
                  <a:cubicBezTo>
                    <a:pt x="135" y="20"/>
                    <a:pt x="135" y="21"/>
                    <a:pt x="136" y="21"/>
                  </a:cubicBezTo>
                  <a:cubicBezTo>
                    <a:pt x="136" y="21"/>
                    <a:pt x="137" y="22"/>
                    <a:pt x="137" y="22"/>
                  </a:cubicBezTo>
                  <a:cubicBezTo>
                    <a:pt x="137" y="22"/>
                    <a:pt x="138" y="21"/>
                    <a:pt x="138" y="21"/>
                  </a:cubicBezTo>
                  <a:cubicBezTo>
                    <a:pt x="139" y="21"/>
                    <a:pt x="140" y="21"/>
                    <a:pt x="140" y="21"/>
                  </a:cubicBezTo>
                  <a:cubicBezTo>
                    <a:pt x="140" y="22"/>
                    <a:pt x="140" y="22"/>
                    <a:pt x="140" y="23"/>
                  </a:cubicBezTo>
                  <a:cubicBezTo>
                    <a:pt x="140" y="23"/>
                    <a:pt x="139" y="24"/>
                    <a:pt x="139" y="24"/>
                  </a:cubicBezTo>
                  <a:cubicBezTo>
                    <a:pt x="138" y="24"/>
                    <a:pt x="138" y="25"/>
                    <a:pt x="137" y="25"/>
                  </a:cubicBezTo>
                  <a:cubicBezTo>
                    <a:pt x="137" y="25"/>
                    <a:pt x="137" y="27"/>
                    <a:pt x="137" y="27"/>
                  </a:cubicBezTo>
                  <a:cubicBezTo>
                    <a:pt x="136" y="28"/>
                    <a:pt x="136" y="29"/>
                    <a:pt x="135" y="29"/>
                  </a:cubicBezTo>
                  <a:cubicBezTo>
                    <a:pt x="135" y="29"/>
                    <a:pt x="135" y="30"/>
                    <a:pt x="135" y="31"/>
                  </a:cubicBezTo>
                  <a:cubicBezTo>
                    <a:pt x="136" y="31"/>
                    <a:pt x="137" y="31"/>
                    <a:pt x="137" y="32"/>
                  </a:cubicBezTo>
                  <a:cubicBezTo>
                    <a:pt x="137" y="32"/>
                    <a:pt x="136" y="34"/>
                    <a:pt x="136" y="34"/>
                  </a:cubicBezTo>
                  <a:cubicBezTo>
                    <a:pt x="136" y="35"/>
                    <a:pt x="135" y="35"/>
                    <a:pt x="135" y="36"/>
                  </a:cubicBezTo>
                  <a:cubicBezTo>
                    <a:pt x="135" y="36"/>
                    <a:pt x="136" y="38"/>
                    <a:pt x="136" y="38"/>
                  </a:cubicBezTo>
                  <a:cubicBezTo>
                    <a:pt x="136" y="39"/>
                    <a:pt x="134" y="40"/>
                    <a:pt x="134" y="40"/>
                  </a:cubicBezTo>
                  <a:cubicBezTo>
                    <a:pt x="133" y="40"/>
                    <a:pt x="132" y="40"/>
                    <a:pt x="131" y="40"/>
                  </a:cubicBezTo>
                  <a:cubicBezTo>
                    <a:pt x="131" y="40"/>
                    <a:pt x="130" y="40"/>
                    <a:pt x="130" y="39"/>
                  </a:cubicBezTo>
                  <a:cubicBezTo>
                    <a:pt x="129" y="39"/>
                    <a:pt x="129" y="38"/>
                    <a:pt x="129" y="38"/>
                  </a:cubicBezTo>
                  <a:cubicBezTo>
                    <a:pt x="129" y="37"/>
                    <a:pt x="129" y="36"/>
                    <a:pt x="129" y="36"/>
                  </a:cubicBezTo>
                  <a:cubicBezTo>
                    <a:pt x="129" y="36"/>
                    <a:pt x="129" y="35"/>
                    <a:pt x="128" y="35"/>
                  </a:cubicBezTo>
                  <a:cubicBezTo>
                    <a:pt x="128" y="35"/>
                    <a:pt x="128" y="35"/>
                    <a:pt x="128" y="35"/>
                  </a:cubicBezTo>
                  <a:cubicBezTo>
                    <a:pt x="127" y="35"/>
                    <a:pt x="127" y="36"/>
                    <a:pt x="127" y="37"/>
                  </a:cubicBezTo>
                  <a:cubicBezTo>
                    <a:pt x="127" y="37"/>
                    <a:pt x="127" y="38"/>
                    <a:pt x="126" y="38"/>
                  </a:cubicBezTo>
                  <a:cubicBezTo>
                    <a:pt x="126" y="38"/>
                    <a:pt x="125" y="39"/>
                    <a:pt x="125" y="39"/>
                  </a:cubicBezTo>
                  <a:cubicBezTo>
                    <a:pt x="125" y="39"/>
                    <a:pt x="125" y="40"/>
                    <a:pt x="125" y="41"/>
                  </a:cubicBezTo>
                  <a:cubicBezTo>
                    <a:pt x="126" y="41"/>
                    <a:pt x="127" y="41"/>
                    <a:pt x="127" y="41"/>
                  </a:cubicBezTo>
                  <a:cubicBezTo>
                    <a:pt x="127" y="42"/>
                    <a:pt x="127" y="43"/>
                    <a:pt x="127" y="44"/>
                  </a:cubicBezTo>
                  <a:cubicBezTo>
                    <a:pt x="127" y="44"/>
                    <a:pt x="128" y="45"/>
                    <a:pt x="128" y="46"/>
                  </a:cubicBezTo>
                  <a:cubicBezTo>
                    <a:pt x="128" y="46"/>
                    <a:pt x="128" y="47"/>
                    <a:pt x="128" y="48"/>
                  </a:cubicBezTo>
                  <a:cubicBezTo>
                    <a:pt x="128" y="48"/>
                    <a:pt x="127" y="48"/>
                    <a:pt x="126" y="48"/>
                  </a:cubicBezTo>
                  <a:cubicBezTo>
                    <a:pt x="126" y="49"/>
                    <a:pt x="125" y="49"/>
                    <a:pt x="124" y="49"/>
                  </a:cubicBezTo>
                  <a:cubicBezTo>
                    <a:pt x="124" y="49"/>
                    <a:pt x="124" y="49"/>
                    <a:pt x="124" y="48"/>
                  </a:cubicBezTo>
                  <a:cubicBezTo>
                    <a:pt x="123" y="48"/>
                    <a:pt x="122" y="49"/>
                    <a:pt x="122" y="49"/>
                  </a:cubicBezTo>
                  <a:cubicBezTo>
                    <a:pt x="122" y="49"/>
                    <a:pt x="121" y="50"/>
                    <a:pt x="121" y="51"/>
                  </a:cubicBezTo>
                  <a:cubicBezTo>
                    <a:pt x="121" y="51"/>
                    <a:pt x="122" y="52"/>
                    <a:pt x="122" y="53"/>
                  </a:cubicBezTo>
                  <a:cubicBezTo>
                    <a:pt x="122" y="53"/>
                    <a:pt x="121" y="54"/>
                    <a:pt x="121" y="55"/>
                  </a:cubicBezTo>
                  <a:cubicBezTo>
                    <a:pt x="121" y="55"/>
                    <a:pt x="121" y="56"/>
                    <a:pt x="121" y="56"/>
                  </a:cubicBezTo>
                  <a:cubicBezTo>
                    <a:pt x="121" y="56"/>
                    <a:pt x="121" y="57"/>
                    <a:pt x="121" y="58"/>
                  </a:cubicBezTo>
                  <a:cubicBezTo>
                    <a:pt x="121" y="59"/>
                    <a:pt x="122" y="60"/>
                    <a:pt x="121" y="61"/>
                  </a:cubicBezTo>
                  <a:cubicBezTo>
                    <a:pt x="121" y="62"/>
                    <a:pt x="121" y="63"/>
                    <a:pt x="121" y="63"/>
                  </a:cubicBezTo>
                  <a:cubicBezTo>
                    <a:pt x="121" y="63"/>
                    <a:pt x="121" y="63"/>
                    <a:pt x="121" y="63"/>
                  </a:cubicBezTo>
                  <a:cubicBezTo>
                    <a:pt x="120" y="63"/>
                    <a:pt x="120" y="63"/>
                    <a:pt x="119" y="64"/>
                  </a:cubicBezTo>
                  <a:cubicBezTo>
                    <a:pt x="119" y="64"/>
                    <a:pt x="118" y="65"/>
                    <a:pt x="118" y="65"/>
                  </a:cubicBezTo>
                  <a:cubicBezTo>
                    <a:pt x="117" y="65"/>
                    <a:pt x="116" y="64"/>
                    <a:pt x="116" y="64"/>
                  </a:cubicBezTo>
                  <a:cubicBezTo>
                    <a:pt x="116" y="63"/>
                    <a:pt x="116" y="62"/>
                    <a:pt x="116" y="62"/>
                  </a:cubicBezTo>
                  <a:cubicBezTo>
                    <a:pt x="116" y="61"/>
                    <a:pt x="116" y="60"/>
                    <a:pt x="115" y="60"/>
                  </a:cubicBezTo>
                  <a:cubicBezTo>
                    <a:pt x="115" y="60"/>
                    <a:pt x="114" y="61"/>
                    <a:pt x="114" y="62"/>
                  </a:cubicBezTo>
                  <a:cubicBezTo>
                    <a:pt x="114" y="62"/>
                    <a:pt x="113" y="63"/>
                    <a:pt x="113" y="63"/>
                  </a:cubicBezTo>
                  <a:cubicBezTo>
                    <a:pt x="113" y="63"/>
                    <a:pt x="112" y="63"/>
                    <a:pt x="111" y="63"/>
                  </a:cubicBezTo>
                  <a:cubicBezTo>
                    <a:pt x="111" y="63"/>
                    <a:pt x="111" y="62"/>
                    <a:pt x="110" y="62"/>
                  </a:cubicBezTo>
                  <a:cubicBezTo>
                    <a:pt x="110" y="62"/>
                    <a:pt x="109" y="63"/>
                    <a:pt x="109" y="63"/>
                  </a:cubicBezTo>
                  <a:cubicBezTo>
                    <a:pt x="109" y="63"/>
                    <a:pt x="109" y="64"/>
                    <a:pt x="108" y="65"/>
                  </a:cubicBezTo>
                  <a:cubicBezTo>
                    <a:pt x="108" y="65"/>
                    <a:pt x="107" y="66"/>
                    <a:pt x="107" y="66"/>
                  </a:cubicBezTo>
                  <a:cubicBezTo>
                    <a:pt x="106" y="66"/>
                    <a:pt x="106" y="67"/>
                    <a:pt x="106" y="67"/>
                  </a:cubicBezTo>
                  <a:cubicBezTo>
                    <a:pt x="106" y="68"/>
                    <a:pt x="105" y="69"/>
                    <a:pt x="106" y="69"/>
                  </a:cubicBezTo>
                  <a:cubicBezTo>
                    <a:pt x="106" y="70"/>
                    <a:pt x="107" y="70"/>
                    <a:pt x="107" y="70"/>
                  </a:cubicBezTo>
                  <a:cubicBezTo>
                    <a:pt x="108" y="71"/>
                    <a:pt x="108" y="72"/>
                    <a:pt x="109" y="72"/>
                  </a:cubicBezTo>
                  <a:cubicBezTo>
                    <a:pt x="109" y="73"/>
                    <a:pt x="110" y="74"/>
                    <a:pt x="111" y="74"/>
                  </a:cubicBezTo>
                  <a:cubicBezTo>
                    <a:pt x="111" y="75"/>
                    <a:pt x="111" y="77"/>
                    <a:pt x="111" y="77"/>
                  </a:cubicBezTo>
                  <a:cubicBezTo>
                    <a:pt x="111" y="78"/>
                    <a:pt x="111" y="79"/>
                    <a:pt x="111" y="80"/>
                  </a:cubicBezTo>
                  <a:cubicBezTo>
                    <a:pt x="110" y="80"/>
                    <a:pt x="108" y="80"/>
                    <a:pt x="107" y="80"/>
                  </a:cubicBezTo>
                  <a:cubicBezTo>
                    <a:pt x="105" y="80"/>
                    <a:pt x="102" y="81"/>
                    <a:pt x="100" y="81"/>
                  </a:cubicBezTo>
                  <a:cubicBezTo>
                    <a:pt x="99" y="81"/>
                    <a:pt x="95" y="81"/>
                    <a:pt x="94" y="81"/>
                  </a:cubicBezTo>
                  <a:cubicBezTo>
                    <a:pt x="93" y="82"/>
                    <a:pt x="91" y="83"/>
                    <a:pt x="90" y="83"/>
                  </a:cubicBezTo>
                  <a:cubicBezTo>
                    <a:pt x="89" y="83"/>
                    <a:pt x="87" y="84"/>
                    <a:pt x="86" y="85"/>
                  </a:cubicBezTo>
                  <a:cubicBezTo>
                    <a:pt x="85" y="85"/>
                    <a:pt x="83" y="85"/>
                    <a:pt x="82" y="85"/>
                  </a:cubicBezTo>
                  <a:cubicBezTo>
                    <a:pt x="82" y="85"/>
                    <a:pt x="80" y="85"/>
                    <a:pt x="80" y="85"/>
                  </a:cubicBezTo>
                  <a:cubicBezTo>
                    <a:pt x="78" y="86"/>
                    <a:pt x="76" y="86"/>
                    <a:pt x="75" y="86"/>
                  </a:cubicBezTo>
                  <a:cubicBezTo>
                    <a:pt x="74" y="86"/>
                    <a:pt x="71" y="86"/>
                    <a:pt x="70" y="86"/>
                  </a:cubicBezTo>
                  <a:cubicBezTo>
                    <a:pt x="68" y="86"/>
                    <a:pt x="64" y="86"/>
                    <a:pt x="62" y="87"/>
                  </a:cubicBezTo>
                  <a:cubicBezTo>
                    <a:pt x="61" y="87"/>
                    <a:pt x="59" y="87"/>
                    <a:pt x="58" y="87"/>
                  </a:cubicBezTo>
                  <a:cubicBezTo>
                    <a:pt x="56" y="88"/>
                    <a:pt x="53" y="89"/>
                    <a:pt x="52" y="90"/>
                  </a:cubicBezTo>
                  <a:cubicBezTo>
                    <a:pt x="50" y="90"/>
                    <a:pt x="47" y="91"/>
                    <a:pt x="46" y="91"/>
                  </a:cubicBezTo>
                  <a:cubicBezTo>
                    <a:pt x="44" y="92"/>
                    <a:pt x="42" y="92"/>
                    <a:pt x="41" y="93"/>
                  </a:cubicBezTo>
                  <a:cubicBezTo>
                    <a:pt x="40" y="93"/>
                    <a:pt x="38" y="94"/>
                    <a:pt x="37" y="94"/>
                  </a:cubicBezTo>
                  <a:cubicBezTo>
                    <a:pt x="36" y="94"/>
                    <a:pt x="34" y="94"/>
                    <a:pt x="33" y="94"/>
                  </a:cubicBezTo>
                  <a:cubicBezTo>
                    <a:pt x="32" y="94"/>
                    <a:pt x="31" y="93"/>
                    <a:pt x="30" y="92"/>
                  </a:cubicBezTo>
                  <a:cubicBezTo>
                    <a:pt x="30" y="92"/>
                    <a:pt x="29" y="93"/>
                    <a:pt x="29" y="93"/>
                  </a:cubicBezTo>
                  <a:cubicBezTo>
                    <a:pt x="28" y="93"/>
                    <a:pt x="28" y="92"/>
                    <a:pt x="27" y="93"/>
                  </a:cubicBezTo>
                  <a:cubicBezTo>
                    <a:pt x="27" y="93"/>
                    <a:pt x="26" y="93"/>
                    <a:pt x="26" y="94"/>
                  </a:cubicBezTo>
                  <a:cubicBezTo>
                    <a:pt x="26" y="94"/>
                    <a:pt x="26" y="95"/>
                    <a:pt x="26" y="95"/>
                  </a:cubicBezTo>
                  <a:cubicBezTo>
                    <a:pt x="26" y="96"/>
                    <a:pt x="28" y="96"/>
                    <a:pt x="29" y="97"/>
                  </a:cubicBezTo>
                  <a:cubicBezTo>
                    <a:pt x="29" y="97"/>
                    <a:pt x="29" y="99"/>
                    <a:pt x="29" y="100"/>
                  </a:cubicBezTo>
                  <a:cubicBezTo>
                    <a:pt x="29" y="101"/>
                    <a:pt x="28" y="103"/>
                    <a:pt x="27" y="104"/>
                  </a:cubicBezTo>
                  <a:cubicBezTo>
                    <a:pt x="27" y="105"/>
                    <a:pt x="25" y="107"/>
                    <a:pt x="24" y="107"/>
                  </a:cubicBezTo>
                  <a:cubicBezTo>
                    <a:pt x="23" y="107"/>
                    <a:pt x="22" y="105"/>
                    <a:pt x="22" y="104"/>
                  </a:cubicBezTo>
                  <a:cubicBezTo>
                    <a:pt x="21" y="104"/>
                    <a:pt x="20" y="102"/>
                    <a:pt x="19" y="101"/>
                  </a:cubicBezTo>
                  <a:cubicBezTo>
                    <a:pt x="18" y="100"/>
                    <a:pt x="16" y="99"/>
                    <a:pt x="15" y="99"/>
                  </a:cubicBezTo>
                  <a:cubicBezTo>
                    <a:pt x="14" y="98"/>
                    <a:pt x="11" y="97"/>
                    <a:pt x="10" y="97"/>
                  </a:cubicBezTo>
                  <a:cubicBezTo>
                    <a:pt x="9" y="96"/>
                    <a:pt x="7" y="95"/>
                    <a:pt x="6" y="94"/>
                  </a:cubicBezTo>
                  <a:cubicBezTo>
                    <a:pt x="6" y="93"/>
                    <a:pt x="5" y="92"/>
                    <a:pt x="5" y="92"/>
                  </a:cubicBezTo>
                  <a:cubicBezTo>
                    <a:pt x="6" y="91"/>
                    <a:pt x="7" y="90"/>
                    <a:pt x="8" y="89"/>
                  </a:cubicBezTo>
                  <a:cubicBezTo>
                    <a:pt x="8" y="88"/>
                    <a:pt x="10" y="87"/>
                    <a:pt x="11" y="86"/>
                  </a:cubicBezTo>
                  <a:cubicBezTo>
                    <a:pt x="12" y="86"/>
                    <a:pt x="13" y="86"/>
                    <a:pt x="13" y="86"/>
                  </a:cubicBezTo>
                  <a:cubicBezTo>
                    <a:pt x="14" y="86"/>
                    <a:pt x="16" y="85"/>
                    <a:pt x="17" y="85"/>
                  </a:cubicBezTo>
                  <a:cubicBezTo>
                    <a:pt x="18" y="85"/>
                    <a:pt x="18" y="85"/>
                    <a:pt x="19" y="84"/>
                  </a:cubicBezTo>
                  <a:cubicBezTo>
                    <a:pt x="19" y="84"/>
                    <a:pt x="19" y="83"/>
                    <a:pt x="19" y="82"/>
                  </a:cubicBezTo>
                  <a:cubicBezTo>
                    <a:pt x="19" y="82"/>
                    <a:pt x="19" y="82"/>
                    <a:pt x="19" y="82"/>
                  </a:cubicBezTo>
                  <a:cubicBezTo>
                    <a:pt x="18" y="82"/>
                    <a:pt x="17" y="83"/>
                    <a:pt x="17" y="83"/>
                  </a:cubicBezTo>
                  <a:cubicBezTo>
                    <a:pt x="17" y="83"/>
                    <a:pt x="16" y="84"/>
                    <a:pt x="15" y="84"/>
                  </a:cubicBezTo>
                  <a:cubicBezTo>
                    <a:pt x="15" y="84"/>
                    <a:pt x="14" y="83"/>
                    <a:pt x="14" y="82"/>
                  </a:cubicBezTo>
                  <a:cubicBezTo>
                    <a:pt x="13" y="82"/>
                    <a:pt x="13" y="81"/>
                    <a:pt x="13" y="81"/>
                  </a:cubicBezTo>
                  <a:cubicBezTo>
                    <a:pt x="13" y="80"/>
                    <a:pt x="12" y="80"/>
                    <a:pt x="12" y="80"/>
                  </a:cubicBezTo>
                  <a:cubicBezTo>
                    <a:pt x="12" y="80"/>
                    <a:pt x="11" y="81"/>
                    <a:pt x="11" y="81"/>
                  </a:cubicBezTo>
                  <a:cubicBezTo>
                    <a:pt x="11" y="82"/>
                    <a:pt x="11" y="83"/>
                    <a:pt x="10" y="83"/>
                  </a:cubicBezTo>
                  <a:cubicBezTo>
                    <a:pt x="10" y="83"/>
                    <a:pt x="9" y="84"/>
                    <a:pt x="9" y="84"/>
                  </a:cubicBezTo>
                  <a:cubicBezTo>
                    <a:pt x="8" y="84"/>
                    <a:pt x="8" y="82"/>
                    <a:pt x="7" y="82"/>
                  </a:cubicBezTo>
                  <a:cubicBezTo>
                    <a:pt x="7" y="81"/>
                    <a:pt x="7" y="81"/>
                    <a:pt x="7" y="80"/>
                  </a:cubicBezTo>
                  <a:cubicBezTo>
                    <a:pt x="7" y="80"/>
                    <a:pt x="7" y="79"/>
                    <a:pt x="6" y="79"/>
                  </a:cubicBezTo>
                  <a:cubicBezTo>
                    <a:pt x="6" y="79"/>
                    <a:pt x="6" y="79"/>
                    <a:pt x="5" y="79"/>
                  </a:cubicBezTo>
                  <a:cubicBezTo>
                    <a:pt x="5" y="79"/>
                    <a:pt x="4" y="79"/>
                    <a:pt x="4" y="80"/>
                  </a:cubicBezTo>
                  <a:cubicBezTo>
                    <a:pt x="4" y="80"/>
                    <a:pt x="4" y="82"/>
                    <a:pt x="4" y="82"/>
                  </a:cubicBezTo>
                  <a:cubicBezTo>
                    <a:pt x="4" y="83"/>
                    <a:pt x="5" y="84"/>
                    <a:pt x="5" y="84"/>
                  </a:cubicBezTo>
                  <a:cubicBezTo>
                    <a:pt x="5" y="85"/>
                    <a:pt x="5" y="86"/>
                    <a:pt x="4" y="86"/>
                  </a:cubicBezTo>
                  <a:cubicBezTo>
                    <a:pt x="4" y="86"/>
                    <a:pt x="3" y="85"/>
                    <a:pt x="2" y="84"/>
                  </a:cubicBezTo>
                  <a:cubicBezTo>
                    <a:pt x="2" y="84"/>
                    <a:pt x="1" y="83"/>
                    <a:pt x="1" y="82"/>
                  </a:cubicBezTo>
                  <a:cubicBezTo>
                    <a:pt x="1" y="82"/>
                    <a:pt x="1" y="81"/>
                    <a:pt x="1" y="80"/>
                  </a:cubicBezTo>
                  <a:cubicBezTo>
                    <a:pt x="1" y="80"/>
                    <a:pt x="1" y="80"/>
                    <a:pt x="1" y="80"/>
                  </a:cubicBezTo>
                  <a:cubicBezTo>
                    <a:pt x="1" y="79"/>
                    <a:pt x="2" y="79"/>
                    <a:pt x="2" y="78"/>
                  </a:cubicBezTo>
                  <a:cubicBezTo>
                    <a:pt x="2" y="78"/>
                    <a:pt x="3" y="76"/>
                    <a:pt x="3" y="76"/>
                  </a:cubicBezTo>
                  <a:cubicBezTo>
                    <a:pt x="3" y="75"/>
                    <a:pt x="2" y="74"/>
                    <a:pt x="2" y="73"/>
                  </a:cubicBezTo>
                  <a:cubicBezTo>
                    <a:pt x="2" y="72"/>
                    <a:pt x="1" y="72"/>
                    <a:pt x="1" y="71"/>
                  </a:cubicBezTo>
                  <a:cubicBezTo>
                    <a:pt x="0" y="70"/>
                    <a:pt x="0" y="69"/>
                    <a:pt x="0" y="68"/>
                  </a:cubicBezTo>
                  <a:cubicBezTo>
                    <a:pt x="0" y="68"/>
                    <a:pt x="0" y="67"/>
                    <a:pt x="0" y="66"/>
                  </a:cubicBezTo>
                  <a:cubicBezTo>
                    <a:pt x="0" y="65"/>
                    <a:pt x="0" y="64"/>
                    <a:pt x="1" y="64"/>
                  </a:cubicBezTo>
                  <a:cubicBezTo>
                    <a:pt x="1" y="63"/>
                    <a:pt x="3" y="62"/>
                    <a:pt x="3" y="61"/>
                  </a:cubicBezTo>
                  <a:cubicBezTo>
                    <a:pt x="3" y="61"/>
                    <a:pt x="3" y="60"/>
                    <a:pt x="3" y="59"/>
                  </a:cubicBezTo>
                  <a:cubicBezTo>
                    <a:pt x="3" y="59"/>
                    <a:pt x="2" y="58"/>
                    <a:pt x="2" y="57"/>
                  </a:cubicBezTo>
                  <a:cubicBezTo>
                    <a:pt x="2" y="57"/>
                    <a:pt x="1" y="56"/>
                    <a:pt x="1" y="55"/>
                  </a:cubicBezTo>
                  <a:cubicBezTo>
                    <a:pt x="1" y="54"/>
                    <a:pt x="2" y="53"/>
                    <a:pt x="2" y="52"/>
                  </a:cubicBezTo>
                  <a:cubicBezTo>
                    <a:pt x="2" y="51"/>
                    <a:pt x="2" y="49"/>
                    <a:pt x="2" y="49"/>
                  </a:cubicBezTo>
                  <a:cubicBezTo>
                    <a:pt x="2" y="48"/>
                    <a:pt x="3" y="47"/>
                    <a:pt x="3" y="46"/>
                  </a:cubicBezTo>
                  <a:cubicBezTo>
                    <a:pt x="3" y="46"/>
                    <a:pt x="3" y="44"/>
                    <a:pt x="3" y="44"/>
                  </a:cubicBezTo>
                  <a:cubicBezTo>
                    <a:pt x="4" y="43"/>
                    <a:pt x="4" y="42"/>
                    <a:pt x="5" y="42"/>
                  </a:cubicBezTo>
                  <a:cubicBezTo>
                    <a:pt x="5" y="41"/>
                    <a:pt x="5" y="40"/>
                    <a:pt x="5" y="39"/>
                  </a:cubicBezTo>
                  <a:cubicBezTo>
                    <a:pt x="5" y="39"/>
                    <a:pt x="5" y="38"/>
                    <a:pt x="5" y="38"/>
                  </a:cubicBezTo>
                  <a:cubicBezTo>
                    <a:pt x="5" y="37"/>
                    <a:pt x="7" y="36"/>
                    <a:pt x="7" y="35"/>
                  </a:cubicBezTo>
                  <a:cubicBezTo>
                    <a:pt x="8" y="35"/>
                    <a:pt x="9" y="34"/>
                    <a:pt x="9" y="33"/>
                  </a:cubicBezTo>
                  <a:cubicBezTo>
                    <a:pt x="10" y="33"/>
                    <a:pt x="10" y="32"/>
                    <a:pt x="10" y="31"/>
                  </a:cubicBezTo>
                  <a:cubicBezTo>
                    <a:pt x="11" y="30"/>
                    <a:pt x="11" y="29"/>
                    <a:pt x="11" y="28"/>
                  </a:cubicBezTo>
                  <a:cubicBezTo>
                    <a:pt x="11" y="28"/>
                    <a:pt x="12" y="26"/>
                    <a:pt x="13" y="26"/>
                  </a:cubicBezTo>
                  <a:cubicBezTo>
                    <a:pt x="14" y="26"/>
                    <a:pt x="16" y="26"/>
                    <a:pt x="17" y="26"/>
                  </a:cubicBezTo>
                  <a:cubicBezTo>
                    <a:pt x="17" y="26"/>
                    <a:pt x="19" y="27"/>
                    <a:pt x="19" y="27"/>
                  </a:cubicBezTo>
                  <a:cubicBezTo>
                    <a:pt x="20" y="27"/>
                    <a:pt x="21" y="26"/>
                    <a:pt x="21" y="25"/>
                  </a:cubicBezTo>
                  <a:cubicBezTo>
                    <a:pt x="22" y="25"/>
                    <a:pt x="22" y="23"/>
                    <a:pt x="22" y="22"/>
                  </a:cubicBezTo>
                  <a:cubicBezTo>
                    <a:pt x="22" y="21"/>
                    <a:pt x="24" y="20"/>
                    <a:pt x="24" y="20"/>
                  </a:cubicBezTo>
                  <a:cubicBezTo>
                    <a:pt x="25" y="20"/>
                    <a:pt x="25" y="19"/>
                    <a:pt x="26" y="19"/>
                  </a:cubicBezTo>
                  <a:cubicBezTo>
                    <a:pt x="26" y="19"/>
                    <a:pt x="26" y="20"/>
                    <a:pt x="27" y="20"/>
                  </a:cubicBezTo>
                  <a:cubicBezTo>
                    <a:pt x="27" y="21"/>
                    <a:pt x="29" y="21"/>
                    <a:pt x="30" y="22"/>
                  </a:cubicBezTo>
                  <a:cubicBezTo>
                    <a:pt x="30" y="22"/>
                    <a:pt x="31" y="22"/>
                    <a:pt x="31" y="22"/>
                  </a:cubicBezTo>
                  <a:cubicBezTo>
                    <a:pt x="32" y="22"/>
                    <a:pt x="33" y="23"/>
                    <a:pt x="33" y="23"/>
                  </a:cubicBezTo>
                  <a:cubicBezTo>
                    <a:pt x="34" y="23"/>
                    <a:pt x="35" y="23"/>
                    <a:pt x="35" y="23"/>
                  </a:cubicBezTo>
                  <a:cubicBezTo>
                    <a:pt x="36" y="23"/>
                    <a:pt x="37" y="22"/>
                    <a:pt x="38" y="21"/>
                  </a:cubicBezTo>
                  <a:cubicBezTo>
                    <a:pt x="38" y="21"/>
                    <a:pt x="39" y="19"/>
                    <a:pt x="40" y="19"/>
                  </a:cubicBezTo>
                  <a:cubicBezTo>
                    <a:pt x="40" y="19"/>
                    <a:pt x="41" y="19"/>
                    <a:pt x="42" y="19"/>
                  </a:cubicBezTo>
                  <a:cubicBezTo>
                    <a:pt x="42" y="19"/>
                    <a:pt x="44" y="20"/>
                    <a:pt x="44" y="20"/>
                  </a:cubicBezTo>
                  <a:cubicBezTo>
                    <a:pt x="45" y="20"/>
                    <a:pt x="46" y="21"/>
                    <a:pt x="47" y="21"/>
                  </a:cubicBezTo>
                  <a:cubicBezTo>
                    <a:pt x="47" y="20"/>
                    <a:pt x="49" y="20"/>
                    <a:pt x="49" y="20"/>
                  </a:cubicBezTo>
                  <a:cubicBezTo>
                    <a:pt x="50" y="20"/>
                    <a:pt x="51" y="19"/>
                    <a:pt x="51" y="19"/>
                  </a:cubicBezTo>
                  <a:cubicBezTo>
                    <a:pt x="52" y="19"/>
                    <a:pt x="53" y="20"/>
                    <a:pt x="54" y="20"/>
                  </a:cubicBezTo>
                  <a:cubicBezTo>
                    <a:pt x="54" y="20"/>
                    <a:pt x="55" y="20"/>
                    <a:pt x="56" y="20"/>
                  </a:cubicBezTo>
                  <a:cubicBezTo>
                    <a:pt x="56" y="20"/>
                    <a:pt x="57" y="21"/>
                    <a:pt x="58" y="21"/>
                  </a:cubicBezTo>
                  <a:cubicBezTo>
                    <a:pt x="58" y="21"/>
                    <a:pt x="59" y="20"/>
                    <a:pt x="59" y="20"/>
                  </a:cubicBezTo>
                  <a:cubicBezTo>
                    <a:pt x="60" y="19"/>
                    <a:pt x="61" y="18"/>
                    <a:pt x="61" y="17"/>
                  </a:cubicBezTo>
                  <a:cubicBezTo>
                    <a:pt x="62" y="17"/>
                    <a:pt x="62" y="16"/>
                    <a:pt x="63" y="16"/>
                  </a:cubicBezTo>
                  <a:cubicBezTo>
                    <a:pt x="63" y="16"/>
                    <a:pt x="64" y="17"/>
                    <a:pt x="65" y="17"/>
                  </a:cubicBezTo>
                  <a:cubicBezTo>
                    <a:pt x="65" y="17"/>
                    <a:pt x="66" y="16"/>
                    <a:pt x="66" y="16"/>
                  </a:cubicBezTo>
                  <a:cubicBezTo>
                    <a:pt x="67" y="16"/>
                    <a:pt x="68" y="15"/>
                    <a:pt x="69" y="15"/>
                  </a:cubicBezTo>
                  <a:cubicBezTo>
                    <a:pt x="70" y="15"/>
                    <a:pt x="72" y="14"/>
                    <a:pt x="74" y="13"/>
                  </a:cubicBezTo>
                  <a:cubicBezTo>
                    <a:pt x="75" y="13"/>
                    <a:pt x="77" y="12"/>
                    <a:pt x="78" y="12"/>
                  </a:cubicBezTo>
                  <a:cubicBezTo>
                    <a:pt x="79" y="11"/>
                    <a:pt x="82" y="11"/>
                    <a:pt x="83" y="11"/>
                  </a:cubicBezTo>
                  <a:cubicBezTo>
                    <a:pt x="84" y="11"/>
                    <a:pt x="86" y="9"/>
                    <a:pt x="88" y="9"/>
                  </a:cubicBezTo>
                  <a:cubicBezTo>
                    <a:pt x="89" y="8"/>
                    <a:pt x="93" y="7"/>
                    <a:pt x="94" y="7"/>
                  </a:cubicBezTo>
                  <a:cubicBezTo>
                    <a:pt x="95" y="7"/>
                    <a:pt x="97" y="7"/>
                    <a:pt x="98" y="7"/>
                  </a:cubicBezTo>
                  <a:cubicBezTo>
                    <a:pt x="99" y="7"/>
                    <a:pt x="100" y="6"/>
                    <a:pt x="100" y="5"/>
                  </a:cubicBezTo>
                  <a:cubicBezTo>
                    <a:pt x="101" y="5"/>
                    <a:pt x="101" y="3"/>
                    <a:pt x="102" y="3"/>
                  </a:cubicBezTo>
                  <a:cubicBezTo>
                    <a:pt x="103" y="2"/>
                    <a:pt x="104" y="1"/>
                    <a:pt x="104" y="1"/>
                  </a:cubicBezTo>
                  <a:cubicBezTo>
                    <a:pt x="105" y="1"/>
                    <a:pt x="107" y="0"/>
                    <a:pt x="108" y="0"/>
                  </a:cubicBezTo>
                  <a:cubicBezTo>
                    <a:pt x="109" y="0"/>
                    <a:pt x="111" y="1"/>
                    <a:pt x="112" y="2"/>
                  </a:cubicBezTo>
                  <a:cubicBezTo>
                    <a:pt x="112" y="2"/>
                    <a:pt x="113" y="4"/>
                    <a:pt x="113" y="4"/>
                  </a:cubicBezTo>
                  <a:cubicBezTo>
                    <a:pt x="114" y="4"/>
                    <a:pt x="115" y="5"/>
                    <a:pt x="116" y="5"/>
                  </a:cubicBezTo>
                  <a:cubicBezTo>
                    <a:pt x="116" y="5"/>
                    <a:pt x="118" y="5"/>
                    <a:pt x="119" y="5"/>
                  </a:cubicBezTo>
                  <a:cubicBezTo>
                    <a:pt x="120" y="5"/>
                    <a:pt x="123" y="5"/>
                    <a:pt x="125" y="5"/>
                  </a:cubicBezTo>
                  <a:cubicBezTo>
                    <a:pt x="126" y="5"/>
                    <a:pt x="129" y="5"/>
                    <a:pt x="130" y="5"/>
                  </a:cubicBezTo>
                  <a:cubicBezTo>
                    <a:pt x="131" y="5"/>
                    <a:pt x="134" y="4"/>
                    <a:pt x="135" y="4"/>
                  </a:cubicBezTo>
                  <a:cubicBezTo>
                    <a:pt x="136" y="4"/>
                    <a:pt x="138" y="4"/>
                    <a:pt x="139" y="4"/>
                  </a:cubicBezTo>
                  <a:cubicBezTo>
                    <a:pt x="139" y="4"/>
                    <a:pt x="139" y="5"/>
                    <a:pt x="140" y="5"/>
                  </a:cubicBezTo>
                  <a:cubicBezTo>
                    <a:pt x="140" y="6"/>
                    <a:pt x="140" y="6"/>
                    <a:pt x="140" y="7"/>
                  </a:cubicBezTo>
                  <a:cubicBezTo>
                    <a:pt x="140" y="7"/>
                    <a:pt x="141" y="7"/>
                    <a:pt x="142"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122"/>
            <p:cNvSpPr>
              <a:spLocks/>
            </p:cNvSpPr>
            <p:nvPr/>
          </p:nvSpPr>
          <p:spPr bwMode="auto">
            <a:xfrm>
              <a:off x="2339976" y="4260851"/>
              <a:ext cx="20638" cy="22225"/>
            </a:xfrm>
            <a:custGeom>
              <a:avLst/>
              <a:gdLst/>
              <a:ahLst/>
              <a:cxnLst>
                <a:cxn ang="0">
                  <a:pos x="11" y="11"/>
                </a:cxn>
                <a:cxn ang="0">
                  <a:pos x="9" y="12"/>
                </a:cxn>
                <a:cxn ang="0">
                  <a:pos x="7" y="12"/>
                </a:cxn>
                <a:cxn ang="0">
                  <a:pos x="5" y="11"/>
                </a:cxn>
                <a:cxn ang="0">
                  <a:pos x="3" y="11"/>
                </a:cxn>
                <a:cxn ang="0">
                  <a:pos x="1" y="11"/>
                </a:cxn>
                <a:cxn ang="0">
                  <a:pos x="0" y="9"/>
                </a:cxn>
                <a:cxn ang="0">
                  <a:pos x="1" y="8"/>
                </a:cxn>
                <a:cxn ang="0">
                  <a:pos x="2" y="8"/>
                </a:cxn>
                <a:cxn ang="0">
                  <a:pos x="4" y="7"/>
                </a:cxn>
                <a:cxn ang="0">
                  <a:pos x="4" y="5"/>
                </a:cxn>
                <a:cxn ang="0">
                  <a:pos x="4" y="2"/>
                </a:cxn>
                <a:cxn ang="0">
                  <a:pos x="5" y="1"/>
                </a:cxn>
                <a:cxn ang="0">
                  <a:pos x="6" y="0"/>
                </a:cxn>
                <a:cxn ang="0">
                  <a:pos x="7" y="0"/>
                </a:cxn>
                <a:cxn ang="0">
                  <a:pos x="7" y="1"/>
                </a:cxn>
                <a:cxn ang="0">
                  <a:pos x="8" y="4"/>
                </a:cxn>
                <a:cxn ang="0">
                  <a:pos x="8" y="5"/>
                </a:cxn>
                <a:cxn ang="0">
                  <a:pos x="9" y="6"/>
                </a:cxn>
                <a:cxn ang="0">
                  <a:pos x="10" y="8"/>
                </a:cxn>
                <a:cxn ang="0">
                  <a:pos x="11" y="9"/>
                </a:cxn>
                <a:cxn ang="0">
                  <a:pos x="11" y="11"/>
                </a:cxn>
              </a:cxnLst>
              <a:rect l="0" t="0" r="r" b="b"/>
              <a:pathLst>
                <a:path w="11" h="12">
                  <a:moveTo>
                    <a:pt x="11" y="11"/>
                  </a:moveTo>
                  <a:cubicBezTo>
                    <a:pt x="11" y="11"/>
                    <a:pt x="9" y="12"/>
                    <a:pt x="9" y="12"/>
                  </a:cubicBezTo>
                  <a:cubicBezTo>
                    <a:pt x="8" y="12"/>
                    <a:pt x="7" y="12"/>
                    <a:pt x="7" y="12"/>
                  </a:cubicBezTo>
                  <a:cubicBezTo>
                    <a:pt x="6" y="12"/>
                    <a:pt x="5" y="11"/>
                    <a:pt x="5" y="11"/>
                  </a:cubicBezTo>
                  <a:cubicBezTo>
                    <a:pt x="4" y="11"/>
                    <a:pt x="3" y="11"/>
                    <a:pt x="3" y="11"/>
                  </a:cubicBezTo>
                  <a:cubicBezTo>
                    <a:pt x="2" y="11"/>
                    <a:pt x="2" y="11"/>
                    <a:pt x="1" y="11"/>
                  </a:cubicBezTo>
                  <a:cubicBezTo>
                    <a:pt x="1" y="10"/>
                    <a:pt x="0" y="9"/>
                    <a:pt x="0" y="9"/>
                  </a:cubicBezTo>
                  <a:cubicBezTo>
                    <a:pt x="0" y="9"/>
                    <a:pt x="1" y="8"/>
                    <a:pt x="1" y="8"/>
                  </a:cubicBezTo>
                  <a:cubicBezTo>
                    <a:pt x="1" y="8"/>
                    <a:pt x="2" y="8"/>
                    <a:pt x="2" y="8"/>
                  </a:cubicBezTo>
                  <a:cubicBezTo>
                    <a:pt x="3" y="8"/>
                    <a:pt x="3" y="7"/>
                    <a:pt x="4" y="7"/>
                  </a:cubicBezTo>
                  <a:cubicBezTo>
                    <a:pt x="4" y="6"/>
                    <a:pt x="4" y="5"/>
                    <a:pt x="4" y="5"/>
                  </a:cubicBezTo>
                  <a:cubicBezTo>
                    <a:pt x="4" y="4"/>
                    <a:pt x="4" y="3"/>
                    <a:pt x="4" y="2"/>
                  </a:cubicBezTo>
                  <a:cubicBezTo>
                    <a:pt x="4" y="2"/>
                    <a:pt x="5" y="1"/>
                    <a:pt x="5" y="1"/>
                  </a:cubicBezTo>
                  <a:cubicBezTo>
                    <a:pt x="5" y="0"/>
                    <a:pt x="5" y="0"/>
                    <a:pt x="6" y="0"/>
                  </a:cubicBezTo>
                  <a:cubicBezTo>
                    <a:pt x="6" y="0"/>
                    <a:pt x="6" y="0"/>
                    <a:pt x="7" y="0"/>
                  </a:cubicBezTo>
                  <a:cubicBezTo>
                    <a:pt x="7" y="0"/>
                    <a:pt x="7" y="1"/>
                    <a:pt x="7" y="1"/>
                  </a:cubicBezTo>
                  <a:cubicBezTo>
                    <a:pt x="8" y="2"/>
                    <a:pt x="8" y="3"/>
                    <a:pt x="8" y="4"/>
                  </a:cubicBezTo>
                  <a:cubicBezTo>
                    <a:pt x="8" y="4"/>
                    <a:pt x="8" y="5"/>
                    <a:pt x="8" y="5"/>
                  </a:cubicBezTo>
                  <a:cubicBezTo>
                    <a:pt x="8" y="6"/>
                    <a:pt x="9" y="6"/>
                    <a:pt x="9" y="6"/>
                  </a:cubicBezTo>
                  <a:cubicBezTo>
                    <a:pt x="10" y="6"/>
                    <a:pt x="10" y="7"/>
                    <a:pt x="10" y="8"/>
                  </a:cubicBezTo>
                  <a:cubicBezTo>
                    <a:pt x="10" y="8"/>
                    <a:pt x="11" y="8"/>
                    <a:pt x="11" y="9"/>
                  </a:cubicBezTo>
                  <a:cubicBezTo>
                    <a:pt x="11" y="9"/>
                    <a:pt x="11" y="10"/>
                    <a:pt x="11" y="1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123"/>
            <p:cNvSpPr>
              <a:spLocks/>
            </p:cNvSpPr>
            <p:nvPr/>
          </p:nvSpPr>
          <p:spPr bwMode="auto">
            <a:xfrm>
              <a:off x="2187576" y="4292601"/>
              <a:ext cx="139700" cy="82550"/>
            </a:xfrm>
            <a:custGeom>
              <a:avLst/>
              <a:gdLst/>
              <a:ahLst/>
              <a:cxnLst>
                <a:cxn ang="0">
                  <a:pos x="71" y="15"/>
                </a:cxn>
                <a:cxn ang="0">
                  <a:pos x="69" y="11"/>
                </a:cxn>
                <a:cxn ang="0">
                  <a:pos x="64" y="8"/>
                </a:cxn>
                <a:cxn ang="0">
                  <a:pos x="56" y="7"/>
                </a:cxn>
                <a:cxn ang="0">
                  <a:pos x="47" y="3"/>
                </a:cxn>
                <a:cxn ang="0">
                  <a:pos x="43" y="0"/>
                </a:cxn>
                <a:cxn ang="0">
                  <a:pos x="43" y="4"/>
                </a:cxn>
                <a:cxn ang="0">
                  <a:pos x="44" y="8"/>
                </a:cxn>
                <a:cxn ang="0">
                  <a:pos x="43" y="13"/>
                </a:cxn>
                <a:cxn ang="0">
                  <a:pos x="42" y="9"/>
                </a:cxn>
                <a:cxn ang="0">
                  <a:pos x="40" y="2"/>
                </a:cxn>
                <a:cxn ang="0">
                  <a:pos x="36" y="0"/>
                </a:cxn>
                <a:cxn ang="0">
                  <a:pos x="31" y="5"/>
                </a:cxn>
                <a:cxn ang="0">
                  <a:pos x="27" y="7"/>
                </a:cxn>
                <a:cxn ang="0">
                  <a:pos x="29" y="9"/>
                </a:cxn>
                <a:cxn ang="0">
                  <a:pos x="30" y="11"/>
                </a:cxn>
                <a:cxn ang="0">
                  <a:pos x="27" y="11"/>
                </a:cxn>
                <a:cxn ang="0">
                  <a:pos x="25" y="12"/>
                </a:cxn>
                <a:cxn ang="0">
                  <a:pos x="23" y="12"/>
                </a:cxn>
                <a:cxn ang="0">
                  <a:pos x="23" y="9"/>
                </a:cxn>
                <a:cxn ang="0">
                  <a:pos x="19" y="11"/>
                </a:cxn>
                <a:cxn ang="0">
                  <a:pos x="11" y="13"/>
                </a:cxn>
                <a:cxn ang="0">
                  <a:pos x="8" y="16"/>
                </a:cxn>
                <a:cxn ang="0">
                  <a:pos x="2" y="24"/>
                </a:cxn>
                <a:cxn ang="0">
                  <a:pos x="2" y="25"/>
                </a:cxn>
                <a:cxn ang="0">
                  <a:pos x="7" y="23"/>
                </a:cxn>
                <a:cxn ang="0">
                  <a:pos x="13" y="24"/>
                </a:cxn>
                <a:cxn ang="0">
                  <a:pos x="18" y="27"/>
                </a:cxn>
                <a:cxn ang="0">
                  <a:pos x="24" y="31"/>
                </a:cxn>
                <a:cxn ang="0">
                  <a:pos x="35" y="37"/>
                </a:cxn>
                <a:cxn ang="0">
                  <a:pos x="40" y="44"/>
                </a:cxn>
                <a:cxn ang="0">
                  <a:pos x="46" y="44"/>
                </a:cxn>
                <a:cxn ang="0">
                  <a:pos x="54" y="40"/>
                </a:cxn>
                <a:cxn ang="0">
                  <a:pos x="60" y="33"/>
                </a:cxn>
                <a:cxn ang="0">
                  <a:pos x="63" y="25"/>
                </a:cxn>
                <a:cxn ang="0">
                  <a:pos x="68" y="23"/>
                </a:cxn>
                <a:cxn ang="0">
                  <a:pos x="70" y="22"/>
                </a:cxn>
                <a:cxn ang="0">
                  <a:pos x="74" y="18"/>
                </a:cxn>
              </a:cxnLst>
              <a:rect l="0" t="0" r="r" b="b"/>
              <a:pathLst>
                <a:path w="74" h="44">
                  <a:moveTo>
                    <a:pt x="74" y="16"/>
                  </a:moveTo>
                  <a:cubicBezTo>
                    <a:pt x="73" y="16"/>
                    <a:pt x="71" y="16"/>
                    <a:pt x="71" y="15"/>
                  </a:cubicBezTo>
                  <a:cubicBezTo>
                    <a:pt x="70" y="15"/>
                    <a:pt x="70" y="14"/>
                    <a:pt x="70" y="14"/>
                  </a:cubicBezTo>
                  <a:cubicBezTo>
                    <a:pt x="69" y="13"/>
                    <a:pt x="69" y="11"/>
                    <a:pt x="69" y="11"/>
                  </a:cubicBezTo>
                  <a:cubicBezTo>
                    <a:pt x="69" y="10"/>
                    <a:pt x="68" y="9"/>
                    <a:pt x="67" y="8"/>
                  </a:cubicBezTo>
                  <a:cubicBezTo>
                    <a:pt x="66" y="8"/>
                    <a:pt x="64" y="8"/>
                    <a:pt x="64" y="8"/>
                  </a:cubicBezTo>
                  <a:cubicBezTo>
                    <a:pt x="63" y="8"/>
                    <a:pt x="62" y="7"/>
                    <a:pt x="61" y="7"/>
                  </a:cubicBezTo>
                  <a:cubicBezTo>
                    <a:pt x="60" y="6"/>
                    <a:pt x="58" y="7"/>
                    <a:pt x="56" y="7"/>
                  </a:cubicBezTo>
                  <a:cubicBezTo>
                    <a:pt x="55" y="6"/>
                    <a:pt x="52" y="6"/>
                    <a:pt x="51" y="6"/>
                  </a:cubicBezTo>
                  <a:cubicBezTo>
                    <a:pt x="50" y="5"/>
                    <a:pt x="48" y="3"/>
                    <a:pt x="47" y="3"/>
                  </a:cubicBezTo>
                  <a:cubicBezTo>
                    <a:pt x="47" y="2"/>
                    <a:pt x="45" y="0"/>
                    <a:pt x="45" y="0"/>
                  </a:cubicBezTo>
                  <a:cubicBezTo>
                    <a:pt x="44" y="0"/>
                    <a:pt x="43" y="0"/>
                    <a:pt x="43" y="0"/>
                  </a:cubicBezTo>
                  <a:cubicBezTo>
                    <a:pt x="43" y="1"/>
                    <a:pt x="43" y="2"/>
                    <a:pt x="43" y="2"/>
                  </a:cubicBezTo>
                  <a:cubicBezTo>
                    <a:pt x="43" y="3"/>
                    <a:pt x="43" y="4"/>
                    <a:pt x="43" y="4"/>
                  </a:cubicBezTo>
                  <a:cubicBezTo>
                    <a:pt x="43" y="5"/>
                    <a:pt x="44" y="5"/>
                    <a:pt x="44" y="6"/>
                  </a:cubicBezTo>
                  <a:cubicBezTo>
                    <a:pt x="44" y="6"/>
                    <a:pt x="44" y="8"/>
                    <a:pt x="44" y="8"/>
                  </a:cubicBezTo>
                  <a:cubicBezTo>
                    <a:pt x="44" y="9"/>
                    <a:pt x="43" y="10"/>
                    <a:pt x="43" y="10"/>
                  </a:cubicBezTo>
                  <a:cubicBezTo>
                    <a:pt x="43" y="11"/>
                    <a:pt x="44" y="12"/>
                    <a:pt x="43" y="13"/>
                  </a:cubicBezTo>
                  <a:cubicBezTo>
                    <a:pt x="43" y="13"/>
                    <a:pt x="42" y="12"/>
                    <a:pt x="42" y="11"/>
                  </a:cubicBezTo>
                  <a:cubicBezTo>
                    <a:pt x="42" y="11"/>
                    <a:pt x="42" y="10"/>
                    <a:pt x="42" y="9"/>
                  </a:cubicBezTo>
                  <a:cubicBezTo>
                    <a:pt x="42" y="8"/>
                    <a:pt x="42" y="6"/>
                    <a:pt x="42" y="5"/>
                  </a:cubicBezTo>
                  <a:cubicBezTo>
                    <a:pt x="42" y="4"/>
                    <a:pt x="41" y="3"/>
                    <a:pt x="40" y="2"/>
                  </a:cubicBezTo>
                  <a:cubicBezTo>
                    <a:pt x="40" y="1"/>
                    <a:pt x="39" y="0"/>
                    <a:pt x="38" y="0"/>
                  </a:cubicBezTo>
                  <a:cubicBezTo>
                    <a:pt x="38" y="0"/>
                    <a:pt x="37" y="0"/>
                    <a:pt x="36" y="0"/>
                  </a:cubicBezTo>
                  <a:cubicBezTo>
                    <a:pt x="35" y="0"/>
                    <a:pt x="34" y="2"/>
                    <a:pt x="34" y="3"/>
                  </a:cubicBezTo>
                  <a:cubicBezTo>
                    <a:pt x="33" y="3"/>
                    <a:pt x="32" y="5"/>
                    <a:pt x="31" y="5"/>
                  </a:cubicBezTo>
                  <a:cubicBezTo>
                    <a:pt x="30" y="5"/>
                    <a:pt x="29" y="6"/>
                    <a:pt x="28" y="6"/>
                  </a:cubicBezTo>
                  <a:cubicBezTo>
                    <a:pt x="28" y="7"/>
                    <a:pt x="27" y="7"/>
                    <a:pt x="27" y="7"/>
                  </a:cubicBezTo>
                  <a:cubicBezTo>
                    <a:pt x="26" y="7"/>
                    <a:pt x="26" y="8"/>
                    <a:pt x="27" y="8"/>
                  </a:cubicBezTo>
                  <a:cubicBezTo>
                    <a:pt x="27" y="9"/>
                    <a:pt x="28" y="8"/>
                    <a:pt x="29" y="9"/>
                  </a:cubicBezTo>
                  <a:cubicBezTo>
                    <a:pt x="29" y="9"/>
                    <a:pt x="30" y="9"/>
                    <a:pt x="31" y="10"/>
                  </a:cubicBezTo>
                  <a:cubicBezTo>
                    <a:pt x="31" y="10"/>
                    <a:pt x="31" y="11"/>
                    <a:pt x="30" y="11"/>
                  </a:cubicBezTo>
                  <a:cubicBezTo>
                    <a:pt x="30" y="11"/>
                    <a:pt x="29" y="11"/>
                    <a:pt x="29" y="11"/>
                  </a:cubicBezTo>
                  <a:cubicBezTo>
                    <a:pt x="29" y="11"/>
                    <a:pt x="28" y="11"/>
                    <a:pt x="27" y="11"/>
                  </a:cubicBezTo>
                  <a:cubicBezTo>
                    <a:pt x="27" y="11"/>
                    <a:pt x="26" y="11"/>
                    <a:pt x="26" y="11"/>
                  </a:cubicBezTo>
                  <a:cubicBezTo>
                    <a:pt x="26" y="11"/>
                    <a:pt x="26" y="12"/>
                    <a:pt x="25" y="12"/>
                  </a:cubicBezTo>
                  <a:cubicBezTo>
                    <a:pt x="25" y="13"/>
                    <a:pt x="24" y="13"/>
                    <a:pt x="24" y="13"/>
                  </a:cubicBezTo>
                  <a:cubicBezTo>
                    <a:pt x="24" y="13"/>
                    <a:pt x="23" y="13"/>
                    <a:pt x="23" y="12"/>
                  </a:cubicBezTo>
                  <a:cubicBezTo>
                    <a:pt x="23" y="12"/>
                    <a:pt x="24" y="11"/>
                    <a:pt x="24" y="11"/>
                  </a:cubicBezTo>
                  <a:cubicBezTo>
                    <a:pt x="24" y="10"/>
                    <a:pt x="23" y="10"/>
                    <a:pt x="23" y="9"/>
                  </a:cubicBezTo>
                  <a:cubicBezTo>
                    <a:pt x="23" y="9"/>
                    <a:pt x="22" y="10"/>
                    <a:pt x="21" y="10"/>
                  </a:cubicBezTo>
                  <a:cubicBezTo>
                    <a:pt x="21" y="10"/>
                    <a:pt x="19" y="11"/>
                    <a:pt x="19" y="11"/>
                  </a:cubicBezTo>
                  <a:cubicBezTo>
                    <a:pt x="18" y="12"/>
                    <a:pt x="16" y="13"/>
                    <a:pt x="15" y="13"/>
                  </a:cubicBezTo>
                  <a:cubicBezTo>
                    <a:pt x="14" y="13"/>
                    <a:pt x="12" y="13"/>
                    <a:pt x="11" y="13"/>
                  </a:cubicBezTo>
                  <a:cubicBezTo>
                    <a:pt x="11" y="13"/>
                    <a:pt x="10" y="14"/>
                    <a:pt x="9" y="14"/>
                  </a:cubicBezTo>
                  <a:cubicBezTo>
                    <a:pt x="9" y="14"/>
                    <a:pt x="8" y="16"/>
                    <a:pt x="8" y="16"/>
                  </a:cubicBezTo>
                  <a:cubicBezTo>
                    <a:pt x="7" y="17"/>
                    <a:pt x="6" y="19"/>
                    <a:pt x="5" y="20"/>
                  </a:cubicBezTo>
                  <a:cubicBezTo>
                    <a:pt x="4" y="21"/>
                    <a:pt x="3" y="23"/>
                    <a:pt x="2" y="24"/>
                  </a:cubicBezTo>
                  <a:cubicBezTo>
                    <a:pt x="2" y="24"/>
                    <a:pt x="0" y="24"/>
                    <a:pt x="0" y="25"/>
                  </a:cubicBezTo>
                  <a:cubicBezTo>
                    <a:pt x="0" y="25"/>
                    <a:pt x="2" y="25"/>
                    <a:pt x="2" y="25"/>
                  </a:cubicBezTo>
                  <a:cubicBezTo>
                    <a:pt x="3" y="25"/>
                    <a:pt x="4" y="25"/>
                    <a:pt x="5" y="24"/>
                  </a:cubicBezTo>
                  <a:cubicBezTo>
                    <a:pt x="6" y="24"/>
                    <a:pt x="7" y="23"/>
                    <a:pt x="7" y="23"/>
                  </a:cubicBezTo>
                  <a:cubicBezTo>
                    <a:pt x="8" y="23"/>
                    <a:pt x="10" y="24"/>
                    <a:pt x="10" y="24"/>
                  </a:cubicBezTo>
                  <a:cubicBezTo>
                    <a:pt x="11" y="24"/>
                    <a:pt x="12" y="24"/>
                    <a:pt x="13" y="24"/>
                  </a:cubicBezTo>
                  <a:cubicBezTo>
                    <a:pt x="14" y="24"/>
                    <a:pt x="15" y="23"/>
                    <a:pt x="16" y="24"/>
                  </a:cubicBezTo>
                  <a:cubicBezTo>
                    <a:pt x="17" y="24"/>
                    <a:pt x="18" y="26"/>
                    <a:pt x="18" y="27"/>
                  </a:cubicBezTo>
                  <a:cubicBezTo>
                    <a:pt x="19" y="28"/>
                    <a:pt x="20" y="29"/>
                    <a:pt x="21" y="30"/>
                  </a:cubicBezTo>
                  <a:cubicBezTo>
                    <a:pt x="22" y="30"/>
                    <a:pt x="23" y="30"/>
                    <a:pt x="24" y="31"/>
                  </a:cubicBezTo>
                  <a:cubicBezTo>
                    <a:pt x="25" y="31"/>
                    <a:pt x="28" y="32"/>
                    <a:pt x="29" y="33"/>
                  </a:cubicBezTo>
                  <a:cubicBezTo>
                    <a:pt x="31" y="33"/>
                    <a:pt x="33" y="36"/>
                    <a:pt x="35" y="37"/>
                  </a:cubicBezTo>
                  <a:cubicBezTo>
                    <a:pt x="36" y="38"/>
                    <a:pt x="37" y="39"/>
                    <a:pt x="38" y="40"/>
                  </a:cubicBezTo>
                  <a:cubicBezTo>
                    <a:pt x="39" y="41"/>
                    <a:pt x="39" y="43"/>
                    <a:pt x="40" y="44"/>
                  </a:cubicBezTo>
                  <a:cubicBezTo>
                    <a:pt x="40" y="44"/>
                    <a:pt x="41" y="44"/>
                    <a:pt x="42" y="44"/>
                  </a:cubicBezTo>
                  <a:cubicBezTo>
                    <a:pt x="43" y="44"/>
                    <a:pt x="45" y="44"/>
                    <a:pt x="46" y="44"/>
                  </a:cubicBezTo>
                  <a:cubicBezTo>
                    <a:pt x="47" y="43"/>
                    <a:pt x="49" y="42"/>
                    <a:pt x="50" y="42"/>
                  </a:cubicBezTo>
                  <a:cubicBezTo>
                    <a:pt x="51" y="42"/>
                    <a:pt x="53" y="40"/>
                    <a:pt x="54" y="40"/>
                  </a:cubicBezTo>
                  <a:cubicBezTo>
                    <a:pt x="55" y="39"/>
                    <a:pt x="57" y="38"/>
                    <a:pt x="58" y="38"/>
                  </a:cubicBezTo>
                  <a:cubicBezTo>
                    <a:pt x="59" y="37"/>
                    <a:pt x="59" y="34"/>
                    <a:pt x="60" y="33"/>
                  </a:cubicBezTo>
                  <a:cubicBezTo>
                    <a:pt x="60" y="32"/>
                    <a:pt x="61" y="30"/>
                    <a:pt x="61" y="29"/>
                  </a:cubicBezTo>
                  <a:cubicBezTo>
                    <a:pt x="62" y="28"/>
                    <a:pt x="63" y="26"/>
                    <a:pt x="63" y="25"/>
                  </a:cubicBezTo>
                  <a:cubicBezTo>
                    <a:pt x="64" y="24"/>
                    <a:pt x="65" y="24"/>
                    <a:pt x="66" y="24"/>
                  </a:cubicBezTo>
                  <a:cubicBezTo>
                    <a:pt x="66" y="23"/>
                    <a:pt x="67" y="23"/>
                    <a:pt x="68" y="23"/>
                  </a:cubicBezTo>
                  <a:cubicBezTo>
                    <a:pt x="68" y="23"/>
                    <a:pt x="69" y="24"/>
                    <a:pt x="70" y="23"/>
                  </a:cubicBezTo>
                  <a:cubicBezTo>
                    <a:pt x="70" y="23"/>
                    <a:pt x="70" y="22"/>
                    <a:pt x="70" y="22"/>
                  </a:cubicBezTo>
                  <a:cubicBezTo>
                    <a:pt x="70" y="21"/>
                    <a:pt x="71" y="20"/>
                    <a:pt x="71" y="20"/>
                  </a:cubicBezTo>
                  <a:cubicBezTo>
                    <a:pt x="72" y="19"/>
                    <a:pt x="74" y="19"/>
                    <a:pt x="74" y="18"/>
                  </a:cubicBezTo>
                  <a:cubicBezTo>
                    <a:pt x="74" y="18"/>
                    <a:pt x="74" y="17"/>
                    <a:pt x="74" y="1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124"/>
            <p:cNvSpPr>
              <a:spLocks/>
            </p:cNvSpPr>
            <p:nvPr/>
          </p:nvSpPr>
          <p:spPr bwMode="auto">
            <a:xfrm>
              <a:off x="2622551" y="3960813"/>
              <a:ext cx="392113" cy="233363"/>
            </a:xfrm>
            <a:custGeom>
              <a:avLst/>
              <a:gdLst/>
              <a:ahLst/>
              <a:cxnLst>
                <a:cxn ang="0">
                  <a:pos x="207" y="20"/>
                </a:cxn>
                <a:cxn ang="0">
                  <a:pos x="198" y="24"/>
                </a:cxn>
                <a:cxn ang="0">
                  <a:pos x="196" y="29"/>
                </a:cxn>
                <a:cxn ang="0">
                  <a:pos x="201" y="37"/>
                </a:cxn>
                <a:cxn ang="0">
                  <a:pos x="204" y="56"/>
                </a:cxn>
                <a:cxn ang="0">
                  <a:pos x="197" y="70"/>
                </a:cxn>
                <a:cxn ang="0">
                  <a:pos x="183" y="77"/>
                </a:cxn>
                <a:cxn ang="0">
                  <a:pos x="169" y="84"/>
                </a:cxn>
                <a:cxn ang="0">
                  <a:pos x="152" y="91"/>
                </a:cxn>
                <a:cxn ang="0">
                  <a:pos x="141" y="108"/>
                </a:cxn>
                <a:cxn ang="0">
                  <a:pos x="144" y="121"/>
                </a:cxn>
                <a:cxn ang="0">
                  <a:pos x="132" y="124"/>
                </a:cxn>
                <a:cxn ang="0">
                  <a:pos x="125" y="118"/>
                </a:cxn>
                <a:cxn ang="0">
                  <a:pos x="120" y="116"/>
                </a:cxn>
                <a:cxn ang="0">
                  <a:pos x="115" y="110"/>
                </a:cxn>
                <a:cxn ang="0">
                  <a:pos x="110" y="103"/>
                </a:cxn>
                <a:cxn ang="0">
                  <a:pos x="105" y="106"/>
                </a:cxn>
                <a:cxn ang="0">
                  <a:pos x="97" y="102"/>
                </a:cxn>
                <a:cxn ang="0">
                  <a:pos x="89" y="102"/>
                </a:cxn>
                <a:cxn ang="0">
                  <a:pos x="78" y="104"/>
                </a:cxn>
                <a:cxn ang="0">
                  <a:pos x="71" y="100"/>
                </a:cxn>
                <a:cxn ang="0">
                  <a:pos x="62" y="94"/>
                </a:cxn>
                <a:cxn ang="0">
                  <a:pos x="53" y="87"/>
                </a:cxn>
                <a:cxn ang="0">
                  <a:pos x="43" y="84"/>
                </a:cxn>
                <a:cxn ang="0">
                  <a:pos x="34" y="86"/>
                </a:cxn>
                <a:cxn ang="0">
                  <a:pos x="22" y="85"/>
                </a:cxn>
                <a:cxn ang="0">
                  <a:pos x="14" y="79"/>
                </a:cxn>
                <a:cxn ang="0">
                  <a:pos x="6" y="79"/>
                </a:cxn>
                <a:cxn ang="0">
                  <a:pos x="3" y="70"/>
                </a:cxn>
                <a:cxn ang="0">
                  <a:pos x="3" y="59"/>
                </a:cxn>
                <a:cxn ang="0">
                  <a:pos x="2" y="48"/>
                </a:cxn>
                <a:cxn ang="0">
                  <a:pos x="2" y="41"/>
                </a:cxn>
                <a:cxn ang="0">
                  <a:pos x="9" y="40"/>
                </a:cxn>
                <a:cxn ang="0">
                  <a:pos x="13" y="33"/>
                </a:cxn>
                <a:cxn ang="0">
                  <a:pos x="16" y="21"/>
                </a:cxn>
                <a:cxn ang="0">
                  <a:pos x="20" y="8"/>
                </a:cxn>
                <a:cxn ang="0">
                  <a:pos x="25" y="0"/>
                </a:cxn>
                <a:cxn ang="0">
                  <a:pos x="34" y="4"/>
                </a:cxn>
                <a:cxn ang="0">
                  <a:pos x="39" y="1"/>
                </a:cxn>
                <a:cxn ang="0">
                  <a:pos x="49" y="5"/>
                </a:cxn>
                <a:cxn ang="0">
                  <a:pos x="60" y="1"/>
                </a:cxn>
                <a:cxn ang="0">
                  <a:pos x="64" y="9"/>
                </a:cxn>
                <a:cxn ang="0">
                  <a:pos x="58" y="18"/>
                </a:cxn>
                <a:cxn ang="0">
                  <a:pos x="57" y="28"/>
                </a:cxn>
                <a:cxn ang="0">
                  <a:pos x="67" y="23"/>
                </a:cxn>
                <a:cxn ang="0">
                  <a:pos x="75" y="30"/>
                </a:cxn>
                <a:cxn ang="0">
                  <a:pos x="87" y="29"/>
                </a:cxn>
                <a:cxn ang="0">
                  <a:pos x="87" y="15"/>
                </a:cxn>
                <a:cxn ang="0">
                  <a:pos x="93" y="15"/>
                </a:cxn>
                <a:cxn ang="0">
                  <a:pos x="97" y="15"/>
                </a:cxn>
                <a:cxn ang="0">
                  <a:pos x="94" y="9"/>
                </a:cxn>
                <a:cxn ang="0">
                  <a:pos x="99" y="7"/>
                </a:cxn>
                <a:cxn ang="0">
                  <a:pos x="103" y="13"/>
                </a:cxn>
                <a:cxn ang="0">
                  <a:pos x="104" y="22"/>
                </a:cxn>
                <a:cxn ang="0">
                  <a:pos x="111" y="21"/>
                </a:cxn>
                <a:cxn ang="0">
                  <a:pos x="124" y="23"/>
                </a:cxn>
                <a:cxn ang="0">
                  <a:pos x="126" y="23"/>
                </a:cxn>
                <a:cxn ang="0">
                  <a:pos x="140" y="20"/>
                </a:cxn>
                <a:cxn ang="0">
                  <a:pos x="169" y="11"/>
                </a:cxn>
                <a:cxn ang="0">
                  <a:pos x="196" y="7"/>
                </a:cxn>
                <a:cxn ang="0">
                  <a:pos x="207" y="12"/>
                </a:cxn>
              </a:cxnLst>
              <a:rect l="0" t="0" r="r" b="b"/>
              <a:pathLst>
                <a:path w="208" h="124">
                  <a:moveTo>
                    <a:pt x="207" y="12"/>
                  </a:moveTo>
                  <a:cubicBezTo>
                    <a:pt x="207" y="13"/>
                    <a:pt x="208" y="16"/>
                    <a:pt x="208" y="17"/>
                  </a:cubicBezTo>
                  <a:cubicBezTo>
                    <a:pt x="208" y="18"/>
                    <a:pt x="207" y="19"/>
                    <a:pt x="207" y="20"/>
                  </a:cubicBezTo>
                  <a:cubicBezTo>
                    <a:pt x="207" y="20"/>
                    <a:pt x="207" y="20"/>
                    <a:pt x="207" y="20"/>
                  </a:cubicBezTo>
                  <a:cubicBezTo>
                    <a:pt x="206" y="21"/>
                    <a:pt x="206" y="22"/>
                    <a:pt x="206" y="22"/>
                  </a:cubicBezTo>
                  <a:cubicBezTo>
                    <a:pt x="206" y="22"/>
                    <a:pt x="205" y="23"/>
                    <a:pt x="204" y="23"/>
                  </a:cubicBezTo>
                  <a:cubicBezTo>
                    <a:pt x="203" y="23"/>
                    <a:pt x="202" y="24"/>
                    <a:pt x="202" y="24"/>
                  </a:cubicBezTo>
                  <a:cubicBezTo>
                    <a:pt x="201" y="24"/>
                    <a:pt x="199" y="24"/>
                    <a:pt x="198" y="24"/>
                  </a:cubicBezTo>
                  <a:cubicBezTo>
                    <a:pt x="198" y="24"/>
                    <a:pt x="197" y="24"/>
                    <a:pt x="196" y="25"/>
                  </a:cubicBezTo>
                  <a:cubicBezTo>
                    <a:pt x="196" y="25"/>
                    <a:pt x="195" y="26"/>
                    <a:pt x="195" y="27"/>
                  </a:cubicBezTo>
                  <a:cubicBezTo>
                    <a:pt x="195" y="27"/>
                    <a:pt x="195" y="28"/>
                    <a:pt x="195" y="28"/>
                  </a:cubicBezTo>
                  <a:cubicBezTo>
                    <a:pt x="195" y="29"/>
                    <a:pt x="196" y="29"/>
                    <a:pt x="196" y="29"/>
                  </a:cubicBezTo>
                  <a:cubicBezTo>
                    <a:pt x="197" y="30"/>
                    <a:pt x="197" y="31"/>
                    <a:pt x="197" y="31"/>
                  </a:cubicBezTo>
                  <a:cubicBezTo>
                    <a:pt x="197" y="32"/>
                    <a:pt x="198" y="33"/>
                    <a:pt x="198" y="34"/>
                  </a:cubicBezTo>
                  <a:cubicBezTo>
                    <a:pt x="198" y="34"/>
                    <a:pt x="198" y="36"/>
                    <a:pt x="198" y="36"/>
                  </a:cubicBezTo>
                  <a:cubicBezTo>
                    <a:pt x="199" y="37"/>
                    <a:pt x="200" y="37"/>
                    <a:pt x="201" y="37"/>
                  </a:cubicBezTo>
                  <a:cubicBezTo>
                    <a:pt x="201" y="38"/>
                    <a:pt x="202" y="39"/>
                    <a:pt x="202" y="40"/>
                  </a:cubicBezTo>
                  <a:cubicBezTo>
                    <a:pt x="203" y="41"/>
                    <a:pt x="203" y="43"/>
                    <a:pt x="204" y="44"/>
                  </a:cubicBezTo>
                  <a:cubicBezTo>
                    <a:pt x="204" y="46"/>
                    <a:pt x="204" y="48"/>
                    <a:pt x="204" y="50"/>
                  </a:cubicBezTo>
                  <a:cubicBezTo>
                    <a:pt x="204" y="51"/>
                    <a:pt x="204" y="54"/>
                    <a:pt x="204" y="56"/>
                  </a:cubicBezTo>
                  <a:cubicBezTo>
                    <a:pt x="203" y="57"/>
                    <a:pt x="203" y="60"/>
                    <a:pt x="203" y="61"/>
                  </a:cubicBezTo>
                  <a:cubicBezTo>
                    <a:pt x="202" y="62"/>
                    <a:pt x="202" y="63"/>
                    <a:pt x="202" y="64"/>
                  </a:cubicBezTo>
                  <a:cubicBezTo>
                    <a:pt x="202" y="65"/>
                    <a:pt x="201" y="66"/>
                    <a:pt x="200" y="67"/>
                  </a:cubicBezTo>
                  <a:cubicBezTo>
                    <a:pt x="200" y="68"/>
                    <a:pt x="198" y="69"/>
                    <a:pt x="197" y="70"/>
                  </a:cubicBezTo>
                  <a:cubicBezTo>
                    <a:pt x="196" y="70"/>
                    <a:pt x="194" y="71"/>
                    <a:pt x="193" y="72"/>
                  </a:cubicBezTo>
                  <a:cubicBezTo>
                    <a:pt x="192" y="72"/>
                    <a:pt x="191" y="74"/>
                    <a:pt x="190" y="75"/>
                  </a:cubicBezTo>
                  <a:cubicBezTo>
                    <a:pt x="189" y="75"/>
                    <a:pt x="187" y="76"/>
                    <a:pt x="186" y="76"/>
                  </a:cubicBezTo>
                  <a:cubicBezTo>
                    <a:pt x="185" y="76"/>
                    <a:pt x="184" y="77"/>
                    <a:pt x="183" y="77"/>
                  </a:cubicBezTo>
                  <a:cubicBezTo>
                    <a:pt x="182" y="78"/>
                    <a:pt x="179" y="77"/>
                    <a:pt x="178" y="78"/>
                  </a:cubicBezTo>
                  <a:cubicBezTo>
                    <a:pt x="177" y="78"/>
                    <a:pt x="176" y="79"/>
                    <a:pt x="176" y="79"/>
                  </a:cubicBezTo>
                  <a:cubicBezTo>
                    <a:pt x="175" y="80"/>
                    <a:pt x="174" y="81"/>
                    <a:pt x="173" y="82"/>
                  </a:cubicBezTo>
                  <a:cubicBezTo>
                    <a:pt x="172" y="83"/>
                    <a:pt x="170" y="84"/>
                    <a:pt x="169" y="84"/>
                  </a:cubicBezTo>
                  <a:cubicBezTo>
                    <a:pt x="168" y="84"/>
                    <a:pt x="166" y="84"/>
                    <a:pt x="165" y="84"/>
                  </a:cubicBezTo>
                  <a:cubicBezTo>
                    <a:pt x="164" y="84"/>
                    <a:pt x="162" y="85"/>
                    <a:pt x="161" y="85"/>
                  </a:cubicBezTo>
                  <a:cubicBezTo>
                    <a:pt x="160" y="86"/>
                    <a:pt x="157" y="87"/>
                    <a:pt x="156" y="87"/>
                  </a:cubicBezTo>
                  <a:cubicBezTo>
                    <a:pt x="155" y="88"/>
                    <a:pt x="153" y="90"/>
                    <a:pt x="152" y="91"/>
                  </a:cubicBezTo>
                  <a:cubicBezTo>
                    <a:pt x="151" y="92"/>
                    <a:pt x="148" y="95"/>
                    <a:pt x="147" y="96"/>
                  </a:cubicBezTo>
                  <a:cubicBezTo>
                    <a:pt x="146" y="97"/>
                    <a:pt x="145" y="98"/>
                    <a:pt x="145" y="99"/>
                  </a:cubicBezTo>
                  <a:cubicBezTo>
                    <a:pt x="144" y="100"/>
                    <a:pt x="143" y="103"/>
                    <a:pt x="142" y="104"/>
                  </a:cubicBezTo>
                  <a:cubicBezTo>
                    <a:pt x="142" y="105"/>
                    <a:pt x="141" y="107"/>
                    <a:pt x="141" y="108"/>
                  </a:cubicBezTo>
                  <a:cubicBezTo>
                    <a:pt x="141" y="109"/>
                    <a:pt x="141" y="111"/>
                    <a:pt x="141" y="113"/>
                  </a:cubicBezTo>
                  <a:cubicBezTo>
                    <a:pt x="141" y="113"/>
                    <a:pt x="142" y="115"/>
                    <a:pt x="142" y="116"/>
                  </a:cubicBezTo>
                  <a:cubicBezTo>
                    <a:pt x="142" y="116"/>
                    <a:pt x="142" y="118"/>
                    <a:pt x="143" y="118"/>
                  </a:cubicBezTo>
                  <a:cubicBezTo>
                    <a:pt x="143" y="119"/>
                    <a:pt x="144" y="120"/>
                    <a:pt x="144" y="121"/>
                  </a:cubicBezTo>
                  <a:cubicBezTo>
                    <a:pt x="144" y="121"/>
                    <a:pt x="144" y="123"/>
                    <a:pt x="143" y="123"/>
                  </a:cubicBezTo>
                  <a:cubicBezTo>
                    <a:pt x="143" y="124"/>
                    <a:pt x="141" y="124"/>
                    <a:pt x="141" y="124"/>
                  </a:cubicBezTo>
                  <a:cubicBezTo>
                    <a:pt x="140" y="124"/>
                    <a:pt x="138" y="124"/>
                    <a:pt x="137" y="124"/>
                  </a:cubicBezTo>
                  <a:cubicBezTo>
                    <a:pt x="136" y="124"/>
                    <a:pt x="133" y="124"/>
                    <a:pt x="132" y="124"/>
                  </a:cubicBezTo>
                  <a:cubicBezTo>
                    <a:pt x="131" y="124"/>
                    <a:pt x="128" y="123"/>
                    <a:pt x="127" y="123"/>
                  </a:cubicBezTo>
                  <a:cubicBezTo>
                    <a:pt x="126" y="122"/>
                    <a:pt x="124" y="122"/>
                    <a:pt x="123" y="122"/>
                  </a:cubicBezTo>
                  <a:cubicBezTo>
                    <a:pt x="124" y="121"/>
                    <a:pt x="124" y="120"/>
                    <a:pt x="124" y="120"/>
                  </a:cubicBezTo>
                  <a:cubicBezTo>
                    <a:pt x="125" y="120"/>
                    <a:pt x="125" y="119"/>
                    <a:pt x="125" y="118"/>
                  </a:cubicBezTo>
                  <a:cubicBezTo>
                    <a:pt x="125" y="118"/>
                    <a:pt x="124" y="117"/>
                    <a:pt x="124" y="117"/>
                  </a:cubicBezTo>
                  <a:cubicBezTo>
                    <a:pt x="124" y="117"/>
                    <a:pt x="124" y="116"/>
                    <a:pt x="124" y="115"/>
                  </a:cubicBezTo>
                  <a:cubicBezTo>
                    <a:pt x="124" y="115"/>
                    <a:pt x="122" y="115"/>
                    <a:pt x="122" y="115"/>
                  </a:cubicBezTo>
                  <a:cubicBezTo>
                    <a:pt x="121" y="115"/>
                    <a:pt x="121" y="116"/>
                    <a:pt x="120" y="116"/>
                  </a:cubicBezTo>
                  <a:cubicBezTo>
                    <a:pt x="120" y="116"/>
                    <a:pt x="119" y="116"/>
                    <a:pt x="119" y="116"/>
                  </a:cubicBezTo>
                  <a:cubicBezTo>
                    <a:pt x="118" y="115"/>
                    <a:pt x="119" y="114"/>
                    <a:pt x="119" y="114"/>
                  </a:cubicBezTo>
                  <a:cubicBezTo>
                    <a:pt x="118" y="113"/>
                    <a:pt x="117" y="113"/>
                    <a:pt x="117" y="112"/>
                  </a:cubicBezTo>
                  <a:cubicBezTo>
                    <a:pt x="116" y="112"/>
                    <a:pt x="115" y="111"/>
                    <a:pt x="115" y="110"/>
                  </a:cubicBezTo>
                  <a:cubicBezTo>
                    <a:pt x="115" y="110"/>
                    <a:pt x="114" y="108"/>
                    <a:pt x="114" y="107"/>
                  </a:cubicBezTo>
                  <a:cubicBezTo>
                    <a:pt x="114" y="106"/>
                    <a:pt x="114" y="104"/>
                    <a:pt x="114" y="104"/>
                  </a:cubicBezTo>
                  <a:cubicBezTo>
                    <a:pt x="113" y="103"/>
                    <a:pt x="113" y="103"/>
                    <a:pt x="112" y="103"/>
                  </a:cubicBezTo>
                  <a:cubicBezTo>
                    <a:pt x="112" y="103"/>
                    <a:pt x="110" y="103"/>
                    <a:pt x="110" y="103"/>
                  </a:cubicBezTo>
                  <a:cubicBezTo>
                    <a:pt x="109" y="103"/>
                    <a:pt x="109" y="102"/>
                    <a:pt x="109" y="102"/>
                  </a:cubicBezTo>
                  <a:cubicBezTo>
                    <a:pt x="108" y="102"/>
                    <a:pt x="107" y="102"/>
                    <a:pt x="107" y="103"/>
                  </a:cubicBezTo>
                  <a:cubicBezTo>
                    <a:pt x="106" y="103"/>
                    <a:pt x="106" y="104"/>
                    <a:pt x="106" y="104"/>
                  </a:cubicBezTo>
                  <a:cubicBezTo>
                    <a:pt x="106" y="105"/>
                    <a:pt x="105" y="105"/>
                    <a:pt x="105" y="106"/>
                  </a:cubicBezTo>
                  <a:cubicBezTo>
                    <a:pt x="104" y="106"/>
                    <a:pt x="103" y="106"/>
                    <a:pt x="102" y="106"/>
                  </a:cubicBezTo>
                  <a:cubicBezTo>
                    <a:pt x="101" y="106"/>
                    <a:pt x="100" y="105"/>
                    <a:pt x="100" y="105"/>
                  </a:cubicBezTo>
                  <a:cubicBezTo>
                    <a:pt x="99" y="104"/>
                    <a:pt x="99" y="103"/>
                    <a:pt x="99" y="103"/>
                  </a:cubicBezTo>
                  <a:cubicBezTo>
                    <a:pt x="98" y="103"/>
                    <a:pt x="98" y="102"/>
                    <a:pt x="97" y="102"/>
                  </a:cubicBezTo>
                  <a:cubicBezTo>
                    <a:pt x="97" y="102"/>
                    <a:pt x="96" y="103"/>
                    <a:pt x="95" y="103"/>
                  </a:cubicBezTo>
                  <a:cubicBezTo>
                    <a:pt x="95" y="103"/>
                    <a:pt x="94" y="101"/>
                    <a:pt x="93" y="101"/>
                  </a:cubicBezTo>
                  <a:cubicBezTo>
                    <a:pt x="93" y="101"/>
                    <a:pt x="92" y="101"/>
                    <a:pt x="91" y="101"/>
                  </a:cubicBezTo>
                  <a:cubicBezTo>
                    <a:pt x="91" y="101"/>
                    <a:pt x="90" y="102"/>
                    <a:pt x="89" y="102"/>
                  </a:cubicBezTo>
                  <a:cubicBezTo>
                    <a:pt x="89" y="102"/>
                    <a:pt x="87" y="103"/>
                    <a:pt x="87" y="103"/>
                  </a:cubicBezTo>
                  <a:cubicBezTo>
                    <a:pt x="85" y="103"/>
                    <a:pt x="83" y="104"/>
                    <a:pt x="82" y="104"/>
                  </a:cubicBezTo>
                  <a:cubicBezTo>
                    <a:pt x="81" y="104"/>
                    <a:pt x="80" y="105"/>
                    <a:pt x="80" y="105"/>
                  </a:cubicBezTo>
                  <a:cubicBezTo>
                    <a:pt x="79" y="105"/>
                    <a:pt x="79" y="105"/>
                    <a:pt x="78" y="104"/>
                  </a:cubicBezTo>
                  <a:cubicBezTo>
                    <a:pt x="78" y="104"/>
                    <a:pt x="78" y="103"/>
                    <a:pt x="77" y="102"/>
                  </a:cubicBezTo>
                  <a:cubicBezTo>
                    <a:pt x="77" y="102"/>
                    <a:pt x="76" y="101"/>
                    <a:pt x="76" y="101"/>
                  </a:cubicBezTo>
                  <a:cubicBezTo>
                    <a:pt x="75" y="101"/>
                    <a:pt x="74" y="100"/>
                    <a:pt x="74" y="100"/>
                  </a:cubicBezTo>
                  <a:cubicBezTo>
                    <a:pt x="73" y="100"/>
                    <a:pt x="71" y="100"/>
                    <a:pt x="71" y="100"/>
                  </a:cubicBezTo>
                  <a:cubicBezTo>
                    <a:pt x="70" y="100"/>
                    <a:pt x="68" y="100"/>
                    <a:pt x="68" y="99"/>
                  </a:cubicBezTo>
                  <a:cubicBezTo>
                    <a:pt x="67" y="99"/>
                    <a:pt x="67" y="98"/>
                    <a:pt x="67" y="97"/>
                  </a:cubicBezTo>
                  <a:cubicBezTo>
                    <a:pt x="67" y="97"/>
                    <a:pt x="67" y="95"/>
                    <a:pt x="66" y="95"/>
                  </a:cubicBezTo>
                  <a:cubicBezTo>
                    <a:pt x="65" y="94"/>
                    <a:pt x="63" y="94"/>
                    <a:pt x="62" y="94"/>
                  </a:cubicBezTo>
                  <a:cubicBezTo>
                    <a:pt x="62" y="94"/>
                    <a:pt x="61" y="93"/>
                    <a:pt x="60" y="93"/>
                  </a:cubicBezTo>
                  <a:cubicBezTo>
                    <a:pt x="59" y="92"/>
                    <a:pt x="57" y="90"/>
                    <a:pt x="56" y="89"/>
                  </a:cubicBezTo>
                  <a:cubicBezTo>
                    <a:pt x="56" y="89"/>
                    <a:pt x="56" y="88"/>
                    <a:pt x="55" y="87"/>
                  </a:cubicBezTo>
                  <a:cubicBezTo>
                    <a:pt x="55" y="87"/>
                    <a:pt x="53" y="87"/>
                    <a:pt x="53" y="87"/>
                  </a:cubicBezTo>
                  <a:cubicBezTo>
                    <a:pt x="52" y="86"/>
                    <a:pt x="51" y="85"/>
                    <a:pt x="50" y="84"/>
                  </a:cubicBezTo>
                  <a:cubicBezTo>
                    <a:pt x="50" y="84"/>
                    <a:pt x="48" y="84"/>
                    <a:pt x="48" y="84"/>
                  </a:cubicBezTo>
                  <a:cubicBezTo>
                    <a:pt x="47" y="84"/>
                    <a:pt x="47" y="83"/>
                    <a:pt x="46" y="83"/>
                  </a:cubicBezTo>
                  <a:cubicBezTo>
                    <a:pt x="45" y="83"/>
                    <a:pt x="44" y="83"/>
                    <a:pt x="43" y="84"/>
                  </a:cubicBezTo>
                  <a:cubicBezTo>
                    <a:pt x="43" y="84"/>
                    <a:pt x="42" y="85"/>
                    <a:pt x="41" y="85"/>
                  </a:cubicBezTo>
                  <a:cubicBezTo>
                    <a:pt x="41" y="86"/>
                    <a:pt x="39" y="86"/>
                    <a:pt x="39" y="86"/>
                  </a:cubicBezTo>
                  <a:cubicBezTo>
                    <a:pt x="38" y="86"/>
                    <a:pt x="37" y="86"/>
                    <a:pt x="36" y="86"/>
                  </a:cubicBezTo>
                  <a:cubicBezTo>
                    <a:pt x="36" y="86"/>
                    <a:pt x="35" y="86"/>
                    <a:pt x="34" y="86"/>
                  </a:cubicBezTo>
                  <a:cubicBezTo>
                    <a:pt x="33" y="86"/>
                    <a:pt x="32" y="85"/>
                    <a:pt x="31" y="84"/>
                  </a:cubicBezTo>
                  <a:cubicBezTo>
                    <a:pt x="30" y="84"/>
                    <a:pt x="29" y="84"/>
                    <a:pt x="28" y="84"/>
                  </a:cubicBezTo>
                  <a:cubicBezTo>
                    <a:pt x="27" y="84"/>
                    <a:pt x="26" y="84"/>
                    <a:pt x="25" y="84"/>
                  </a:cubicBezTo>
                  <a:cubicBezTo>
                    <a:pt x="25" y="84"/>
                    <a:pt x="23" y="85"/>
                    <a:pt x="22" y="85"/>
                  </a:cubicBezTo>
                  <a:cubicBezTo>
                    <a:pt x="22" y="85"/>
                    <a:pt x="20" y="84"/>
                    <a:pt x="19" y="84"/>
                  </a:cubicBezTo>
                  <a:cubicBezTo>
                    <a:pt x="19" y="84"/>
                    <a:pt x="18" y="82"/>
                    <a:pt x="17" y="82"/>
                  </a:cubicBezTo>
                  <a:cubicBezTo>
                    <a:pt x="17" y="81"/>
                    <a:pt x="17" y="80"/>
                    <a:pt x="17" y="80"/>
                  </a:cubicBezTo>
                  <a:cubicBezTo>
                    <a:pt x="16" y="80"/>
                    <a:pt x="15" y="79"/>
                    <a:pt x="14" y="79"/>
                  </a:cubicBezTo>
                  <a:cubicBezTo>
                    <a:pt x="13" y="79"/>
                    <a:pt x="12" y="79"/>
                    <a:pt x="11" y="79"/>
                  </a:cubicBezTo>
                  <a:cubicBezTo>
                    <a:pt x="10" y="79"/>
                    <a:pt x="7" y="80"/>
                    <a:pt x="6" y="80"/>
                  </a:cubicBezTo>
                  <a:cubicBezTo>
                    <a:pt x="6" y="80"/>
                    <a:pt x="6" y="80"/>
                    <a:pt x="6" y="80"/>
                  </a:cubicBezTo>
                  <a:cubicBezTo>
                    <a:pt x="6" y="80"/>
                    <a:pt x="6" y="79"/>
                    <a:pt x="6" y="79"/>
                  </a:cubicBezTo>
                  <a:cubicBezTo>
                    <a:pt x="5" y="79"/>
                    <a:pt x="4" y="79"/>
                    <a:pt x="4" y="78"/>
                  </a:cubicBezTo>
                  <a:cubicBezTo>
                    <a:pt x="3" y="78"/>
                    <a:pt x="3" y="77"/>
                    <a:pt x="3" y="76"/>
                  </a:cubicBezTo>
                  <a:cubicBezTo>
                    <a:pt x="3" y="75"/>
                    <a:pt x="3" y="74"/>
                    <a:pt x="3" y="73"/>
                  </a:cubicBezTo>
                  <a:cubicBezTo>
                    <a:pt x="3" y="72"/>
                    <a:pt x="3" y="71"/>
                    <a:pt x="3" y="70"/>
                  </a:cubicBezTo>
                  <a:cubicBezTo>
                    <a:pt x="3" y="69"/>
                    <a:pt x="3" y="68"/>
                    <a:pt x="3" y="67"/>
                  </a:cubicBezTo>
                  <a:cubicBezTo>
                    <a:pt x="2" y="66"/>
                    <a:pt x="2" y="65"/>
                    <a:pt x="2" y="64"/>
                  </a:cubicBezTo>
                  <a:cubicBezTo>
                    <a:pt x="2" y="64"/>
                    <a:pt x="2" y="63"/>
                    <a:pt x="2" y="62"/>
                  </a:cubicBezTo>
                  <a:cubicBezTo>
                    <a:pt x="2" y="61"/>
                    <a:pt x="3" y="60"/>
                    <a:pt x="3" y="59"/>
                  </a:cubicBezTo>
                  <a:cubicBezTo>
                    <a:pt x="3" y="59"/>
                    <a:pt x="4" y="58"/>
                    <a:pt x="4" y="57"/>
                  </a:cubicBezTo>
                  <a:cubicBezTo>
                    <a:pt x="5" y="57"/>
                    <a:pt x="5" y="55"/>
                    <a:pt x="5" y="55"/>
                  </a:cubicBezTo>
                  <a:cubicBezTo>
                    <a:pt x="4" y="54"/>
                    <a:pt x="4" y="52"/>
                    <a:pt x="3" y="51"/>
                  </a:cubicBezTo>
                  <a:cubicBezTo>
                    <a:pt x="3" y="50"/>
                    <a:pt x="2" y="49"/>
                    <a:pt x="2" y="48"/>
                  </a:cubicBezTo>
                  <a:cubicBezTo>
                    <a:pt x="1" y="47"/>
                    <a:pt x="1" y="46"/>
                    <a:pt x="0" y="45"/>
                  </a:cubicBezTo>
                  <a:cubicBezTo>
                    <a:pt x="0" y="45"/>
                    <a:pt x="0" y="44"/>
                    <a:pt x="0" y="43"/>
                  </a:cubicBezTo>
                  <a:cubicBezTo>
                    <a:pt x="0" y="43"/>
                    <a:pt x="0" y="42"/>
                    <a:pt x="0" y="41"/>
                  </a:cubicBezTo>
                  <a:cubicBezTo>
                    <a:pt x="1" y="41"/>
                    <a:pt x="2" y="41"/>
                    <a:pt x="2" y="41"/>
                  </a:cubicBezTo>
                  <a:cubicBezTo>
                    <a:pt x="3" y="42"/>
                    <a:pt x="4" y="43"/>
                    <a:pt x="4" y="43"/>
                  </a:cubicBezTo>
                  <a:cubicBezTo>
                    <a:pt x="5" y="44"/>
                    <a:pt x="6" y="44"/>
                    <a:pt x="6" y="44"/>
                  </a:cubicBezTo>
                  <a:cubicBezTo>
                    <a:pt x="7" y="44"/>
                    <a:pt x="7" y="42"/>
                    <a:pt x="8" y="42"/>
                  </a:cubicBezTo>
                  <a:cubicBezTo>
                    <a:pt x="8" y="41"/>
                    <a:pt x="9" y="41"/>
                    <a:pt x="9" y="40"/>
                  </a:cubicBezTo>
                  <a:cubicBezTo>
                    <a:pt x="9" y="39"/>
                    <a:pt x="9" y="38"/>
                    <a:pt x="9" y="37"/>
                  </a:cubicBezTo>
                  <a:cubicBezTo>
                    <a:pt x="9" y="37"/>
                    <a:pt x="9" y="36"/>
                    <a:pt x="9" y="35"/>
                  </a:cubicBezTo>
                  <a:cubicBezTo>
                    <a:pt x="9" y="35"/>
                    <a:pt x="10" y="34"/>
                    <a:pt x="11" y="34"/>
                  </a:cubicBezTo>
                  <a:cubicBezTo>
                    <a:pt x="11" y="34"/>
                    <a:pt x="12" y="33"/>
                    <a:pt x="13" y="33"/>
                  </a:cubicBezTo>
                  <a:cubicBezTo>
                    <a:pt x="13" y="33"/>
                    <a:pt x="14" y="32"/>
                    <a:pt x="15" y="32"/>
                  </a:cubicBezTo>
                  <a:cubicBezTo>
                    <a:pt x="15" y="31"/>
                    <a:pt x="15" y="30"/>
                    <a:pt x="16" y="29"/>
                  </a:cubicBezTo>
                  <a:cubicBezTo>
                    <a:pt x="16" y="28"/>
                    <a:pt x="16" y="26"/>
                    <a:pt x="16" y="25"/>
                  </a:cubicBezTo>
                  <a:cubicBezTo>
                    <a:pt x="16" y="24"/>
                    <a:pt x="16" y="22"/>
                    <a:pt x="16" y="21"/>
                  </a:cubicBezTo>
                  <a:cubicBezTo>
                    <a:pt x="16" y="20"/>
                    <a:pt x="15" y="17"/>
                    <a:pt x="15" y="16"/>
                  </a:cubicBezTo>
                  <a:cubicBezTo>
                    <a:pt x="15" y="15"/>
                    <a:pt x="16" y="13"/>
                    <a:pt x="16" y="12"/>
                  </a:cubicBezTo>
                  <a:cubicBezTo>
                    <a:pt x="16" y="12"/>
                    <a:pt x="17" y="11"/>
                    <a:pt x="17" y="10"/>
                  </a:cubicBezTo>
                  <a:cubicBezTo>
                    <a:pt x="18" y="10"/>
                    <a:pt x="19" y="9"/>
                    <a:pt x="20" y="8"/>
                  </a:cubicBezTo>
                  <a:cubicBezTo>
                    <a:pt x="21" y="7"/>
                    <a:pt x="22" y="5"/>
                    <a:pt x="23" y="4"/>
                  </a:cubicBezTo>
                  <a:cubicBezTo>
                    <a:pt x="23" y="3"/>
                    <a:pt x="24" y="2"/>
                    <a:pt x="24" y="1"/>
                  </a:cubicBezTo>
                  <a:cubicBezTo>
                    <a:pt x="24" y="1"/>
                    <a:pt x="24" y="0"/>
                    <a:pt x="25" y="0"/>
                  </a:cubicBezTo>
                  <a:cubicBezTo>
                    <a:pt x="25" y="0"/>
                    <a:pt x="25" y="0"/>
                    <a:pt x="25" y="0"/>
                  </a:cubicBezTo>
                  <a:cubicBezTo>
                    <a:pt x="26" y="0"/>
                    <a:pt x="27" y="0"/>
                    <a:pt x="28" y="0"/>
                  </a:cubicBezTo>
                  <a:cubicBezTo>
                    <a:pt x="28" y="0"/>
                    <a:pt x="29" y="1"/>
                    <a:pt x="30" y="1"/>
                  </a:cubicBezTo>
                  <a:cubicBezTo>
                    <a:pt x="30" y="2"/>
                    <a:pt x="31" y="3"/>
                    <a:pt x="31" y="3"/>
                  </a:cubicBezTo>
                  <a:cubicBezTo>
                    <a:pt x="32" y="4"/>
                    <a:pt x="33" y="4"/>
                    <a:pt x="34" y="4"/>
                  </a:cubicBezTo>
                  <a:cubicBezTo>
                    <a:pt x="34" y="4"/>
                    <a:pt x="35" y="4"/>
                    <a:pt x="36" y="4"/>
                  </a:cubicBezTo>
                  <a:cubicBezTo>
                    <a:pt x="36" y="4"/>
                    <a:pt x="37" y="3"/>
                    <a:pt x="37" y="2"/>
                  </a:cubicBezTo>
                  <a:cubicBezTo>
                    <a:pt x="37" y="2"/>
                    <a:pt x="38" y="2"/>
                    <a:pt x="38" y="1"/>
                  </a:cubicBezTo>
                  <a:cubicBezTo>
                    <a:pt x="38" y="1"/>
                    <a:pt x="39" y="1"/>
                    <a:pt x="39" y="1"/>
                  </a:cubicBezTo>
                  <a:cubicBezTo>
                    <a:pt x="39" y="2"/>
                    <a:pt x="40" y="2"/>
                    <a:pt x="41" y="3"/>
                  </a:cubicBezTo>
                  <a:cubicBezTo>
                    <a:pt x="41" y="3"/>
                    <a:pt x="41" y="5"/>
                    <a:pt x="42" y="5"/>
                  </a:cubicBezTo>
                  <a:cubicBezTo>
                    <a:pt x="43" y="6"/>
                    <a:pt x="45" y="6"/>
                    <a:pt x="46" y="6"/>
                  </a:cubicBezTo>
                  <a:cubicBezTo>
                    <a:pt x="47" y="5"/>
                    <a:pt x="48" y="5"/>
                    <a:pt x="49" y="5"/>
                  </a:cubicBezTo>
                  <a:cubicBezTo>
                    <a:pt x="50" y="5"/>
                    <a:pt x="52" y="5"/>
                    <a:pt x="53" y="5"/>
                  </a:cubicBezTo>
                  <a:cubicBezTo>
                    <a:pt x="53" y="4"/>
                    <a:pt x="55" y="4"/>
                    <a:pt x="55" y="4"/>
                  </a:cubicBezTo>
                  <a:cubicBezTo>
                    <a:pt x="56" y="4"/>
                    <a:pt x="57" y="3"/>
                    <a:pt x="58" y="3"/>
                  </a:cubicBezTo>
                  <a:cubicBezTo>
                    <a:pt x="59" y="2"/>
                    <a:pt x="59" y="2"/>
                    <a:pt x="60" y="1"/>
                  </a:cubicBezTo>
                  <a:cubicBezTo>
                    <a:pt x="60" y="2"/>
                    <a:pt x="61" y="2"/>
                    <a:pt x="62" y="2"/>
                  </a:cubicBezTo>
                  <a:cubicBezTo>
                    <a:pt x="62" y="3"/>
                    <a:pt x="64" y="4"/>
                    <a:pt x="64" y="4"/>
                  </a:cubicBezTo>
                  <a:cubicBezTo>
                    <a:pt x="65" y="5"/>
                    <a:pt x="65" y="6"/>
                    <a:pt x="65" y="7"/>
                  </a:cubicBezTo>
                  <a:cubicBezTo>
                    <a:pt x="65" y="8"/>
                    <a:pt x="64" y="9"/>
                    <a:pt x="64" y="9"/>
                  </a:cubicBezTo>
                  <a:cubicBezTo>
                    <a:pt x="64" y="10"/>
                    <a:pt x="63" y="10"/>
                    <a:pt x="63" y="11"/>
                  </a:cubicBezTo>
                  <a:cubicBezTo>
                    <a:pt x="63" y="12"/>
                    <a:pt x="63" y="14"/>
                    <a:pt x="63" y="15"/>
                  </a:cubicBezTo>
                  <a:cubicBezTo>
                    <a:pt x="63" y="15"/>
                    <a:pt x="62" y="16"/>
                    <a:pt x="61" y="17"/>
                  </a:cubicBezTo>
                  <a:cubicBezTo>
                    <a:pt x="60" y="17"/>
                    <a:pt x="58" y="17"/>
                    <a:pt x="58" y="18"/>
                  </a:cubicBezTo>
                  <a:cubicBezTo>
                    <a:pt x="57" y="18"/>
                    <a:pt x="56" y="20"/>
                    <a:pt x="56" y="21"/>
                  </a:cubicBezTo>
                  <a:cubicBezTo>
                    <a:pt x="55" y="21"/>
                    <a:pt x="55" y="23"/>
                    <a:pt x="55" y="24"/>
                  </a:cubicBezTo>
                  <a:cubicBezTo>
                    <a:pt x="55" y="25"/>
                    <a:pt x="54" y="26"/>
                    <a:pt x="55" y="27"/>
                  </a:cubicBezTo>
                  <a:cubicBezTo>
                    <a:pt x="55" y="28"/>
                    <a:pt x="57" y="28"/>
                    <a:pt x="57" y="28"/>
                  </a:cubicBezTo>
                  <a:cubicBezTo>
                    <a:pt x="58" y="28"/>
                    <a:pt x="60" y="28"/>
                    <a:pt x="61" y="28"/>
                  </a:cubicBezTo>
                  <a:cubicBezTo>
                    <a:pt x="62" y="27"/>
                    <a:pt x="63" y="27"/>
                    <a:pt x="63" y="26"/>
                  </a:cubicBezTo>
                  <a:cubicBezTo>
                    <a:pt x="64" y="26"/>
                    <a:pt x="64" y="24"/>
                    <a:pt x="65" y="24"/>
                  </a:cubicBezTo>
                  <a:cubicBezTo>
                    <a:pt x="65" y="23"/>
                    <a:pt x="66" y="23"/>
                    <a:pt x="67" y="23"/>
                  </a:cubicBezTo>
                  <a:cubicBezTo>
                    <a:pt x="68" y="23"/>
                    <a:pt x="69" y="24"/>
                    <a:pt x="70" y="25"/>
                  </a:cubicBezTo>
                  <a:cubicBezTo>
                    <a:pt x="70" y="26"/>
                    <a:pt x="71" y="28"/>
                    <a:pt x="71" y="29"/>
                  </a:cubicBezTo>
                  <a:cubicBezTo>
                    <a:pt x="71" y="29"/>
                    <a:pt x="73" y="30"/>
                    <a:pt x="73" y="30"/>
                  </a:cubicBezTo>
                  <a:cubicBezTo>
                    <a:pt x="74" y="30"/>
                    <a:pt x="75" y="30"/>
                    <a:pt x="75" y="30"/>
                  </a:cubicBezTo>
                  <a:cubicBezTo>
                    <a:pt x="76" y="30"/>
                    <a:pt x="77" y="29"/>
                    <a:pt x="78" y="29"/>
                  </a:cubicBezTo>
                  <a:cubicBezTo>
                    <a:pt x="79" y="29"/>
                    <a:pt x="80" y="30"/>
                    <a:pt x="81" y="30"/>
                  </a:cubicBezTo>
                  <a:cubicBezTo>
                    <a:pt x="82" y="30"/>
                    <a:pt x="84" y="31"/>
                    <a:pt x="84" y="31"/>
                  </a:cubicBezTo>
                  <a:cubicBezTo>
                    <a:pt x="85" y="30"/>
                    <a:pt x="86" y="30"/>
                    <a:pt x="87" y="29"/>
                  </a:cubicBezTo>
                  <a:cubicBezTo>
                    <a:pt x="87" y="28"/>
                    <a:pt x="87" y="26"/>
                    <a:pt x="87" y="25"/>
                  </a:cubicBezTo>
                  <a:cubicBezTo>
                    <a:pt x="87" y="24"/>
                    <a:pt x="87" y="23"/>
                    <a:pt x="87" y="22"/>
                  </a:cubicBezTo>
                  <a:cubicBezTo>
                    <a:pt x="87" y="21"/>
                    <a:pt x="86" y="19"/>
                    <a:pt x="86" y="18"/>
                  </a:cubicBezTo>
                  <a:cubicBezTo>
                    <a:pt x="86" y="17"/>
                    <a:pt x="87" y="15"/>
                    <a:pt x="87" y="15"/>
                  </a:cubicBezTo>
                  <a:cubicBezTo>
                    <a:pt x="88" y="14"/>
                    <a:pt x="88" y="13"/>
                    <a:pt x="89" y="13"/>
                  </a:cubicBezTo>
                  <a:cubicBezTo>
                    <a:pt x="89" y="13"/>
                    <a:pt x="90" y="13"/>
                    <a:pt x="90" y="14"/>
                  </a:cubicBezTo>
                  <a:cubicBezTo>
                    <a:pt x="90" y="14"/>
                    <a:pt x="91" y="15"/>
                    <a:pt x="91" y="15"/>
                  </a:cubicBezTo>
                  <a:cubicBezTo>
                    <a:pt x="92" y="15"/>
                    <a:pt x="92" y="15"/>
                    <a:pt x="93" y="15"/>
                  </a:cubicBezTo>
                  <a:cubicBezTo>
                    <a:pt x="93" y="15"/>
                    <a:pt x="94" y="15"/>
                    <a:pt x="94" y="15"/>
                  </a:cubicBezTo>
                  <a:cubicBezTo>
                    <a:pt x="94" y="14"/>
                    <a:pt x="95" y="13"/>
                    <a:pt x="95" y="13"/>
                  </a:cubicBezTo>
                  <a:cubicBezTo>
                    <a:pt x="95" y="13"/>
                    <a:pt x="96" y="14"/>
                    <a:pt x="96" y="14"/>
                  </a:cubicBezTo>
                  <a:cubicBezTo>
                    <a:pt x="96" y="14"/>
                    <a:pt x="96" y="15"/>
                    <a:pt x="97" y="15"/>
                  </a:cubicBezTo>
                  <a:cubicBezTo>
                    <a:pt x="97" y="15"/>
                    <a:pt x="97" y="14"/>
                    <a:pt x="97" y="14"/>
                  </a:cubicBezTo>
                  <a:cubicBezTo>
                    <a:pt x="98" y="14"/>
                    <a:pt x="97" y="13"/>
                    <a:pt x="97" y="12"/>
                  </a:cubicBezTo>
                  <a:cubicBezTo>
                    <a:pt x="97" y="12"/>
                    <a:pt x="96" y="11"/>
                    <a:pt x="95" y="11"/>
                  </a:cubicBezTo>
                  <a:cubicBezTo>
                    <a:pt x="95" y="10"/>
                    <a:pt x="94" y="10"/>
                    <a:pt x="94" y="9"/>
                  </a:cubicBezTo>
                  <a:cubicBezTo>
                    <a:pt x="94" y="9"/>
                    <a:pt x="94" y="8"/>
                    <a:pt x="95" y="8"/>
                  </a:cubicBezTo>
                  <a:cubicBezTo>
                    <a:pt x="95" y="7"/>
                    <a:pt x="95" y="7"/>
                    <a:pt x="96" y="6"/>
                  </a:cubicBezTo>
                  <a:cubicBezTo>
                    <a:pt x="96" y="6"/>
                    <a:pt x="97" y="5"/>
                    <a:pt x="98" y="6"/>
                  </a:cubicBezTo>
                  <a:cubicBezTo>
                    <a:pt x="98" y="6"/>
                    <a:pt x="99" y="7"/>
                    <a:pt x="99" y="7"/>
                  </a:cubicBezTo>
                  <a:cubicBezTo>
                    <a:pt x="99" y="8"/>
                    <a:pt x="99" y="9"/>
                    <a:pt x="99" y="9"/>
                  </a:cubicBezTo>
                  <a:cubicBezTo>
                    <a:pt x="99" y="10"/>
                    <a:pt x="99" y="11"/>
                    <a:pt x="100" y="11"/>
                  </a:cubicBezTo>
                  <a:cubicBezTo>
                    <a:pt x="100" y="12"/>
                    <a:pt x="101" y="12"/>
                    <a:pt x="101" y="12"/>
                  </a:cubicBezTo>
                  <a:cubicBezTo>
                    <a:pt x="101" y="12"/>
                    <a:pt x="102" y="13"/>
                    <a:pt x="103" y="13"/>
                  </a:cubicBezTo>
                  <a:cubicBezTo>
                    <a:pt x="103" y="14"/>
                    <a:pt x="105" y="15"/>
                    <a:pt x="105" y="16"/>
                  </a:cubicBezTo>
                  <a:cubicBezTo>
                    <a:pt x="105" y="16"/>
                    <a:pt x="106" y="17"/>
                    <a:pt x="106" y="18"/>
                  </a:cubicBezTo>
                  <a:cubicBezTo>
                    <a:pt x="106" y="18"/>
                    <a:pt x="106" y="19"/>
                    <a:pt x="105" y="20"/>
                  </a:cubicBezTo>
                  <a:cubicBezTo>
                    <a:pt x="105" y="20"/>
                    <a:pt x="104" y="21"/>
                    <a:pt x="104" y="22"/>
                  </a:cubicBezTo>
                  <a:cubicBezTo>
                    <a:pt x="105" y="22"/>
                    <a:pt x="106" y="21"/>
                    <a:pt x="107" y="21"/>
                  </a:cubicBezTo>
                  <a:cubicBezTo>
                    <a:pt x="107" y="21"/>
                    <a:pt x="107" y="20"/>
                    <a:pt x="107" y="20"/>
                  </a:cubicBezTo>
                  <a:cubicBezTo>
                    <a:pt x="108" y="20"/>
                    <a:pt x="109" y="20"/>
                    <a:pt x="109" y="20"/>
                  </a:cubicBezTo>
                  <a:cubicBezTo>
                    <a:pt x="110" y="20"/>
                    <a:pt x="111" y="21"/>
                    <a:pt x="111" y="21"/>
                  </a:cubicBezTo>
                  <a:cubicBezTo>
                    <a:pt x="112" y="21"/>
                    <a:pt x="114" y="20"/>
                    <a:pt x="115" y="20"/>
                  </a:cubicBezTo>
                  <a:cubicBezTo>
                    <a:pt x="116" y="20"/>
                    <a:pt x="118" y="20"/>
                    <a:pt x="119" y="21"/>
                  </a:cubicBezTo>
                  <a:cubicBezTo>
                    <a:pt x="120" y="21"/>
                    <a:pt x="122" y="21"/>
                    <a:pt x="122" y="21"/>
                  </a:cubicBezTo>
                  <a:cubicBezTo>
                    <a:pt x="123" y="22"/>
                    <a:pt x="124" y="22"/>
                    <a:pt x="124" y="23"/>
                  </a:cubicBezTo>
                  <a:cubicBezTo>
                    <a:pt x="124" y="24"/>
                    <a:pt x="124" y="25"/>
                    <a:pt x="124" y="25"/>
                  </a:cubicBezTo>
                  <a:cubicBezTo>
                    <a:pt x="124" y="25"/>
                    <a:pt x="124" y="27"/>
                    <a:pt x="124" y="27"/>
                  </a:cubicBezTo>
                  <a:cubicBezTo>
                    <a:pt x="124" y="27"/>
                    <a:pt x="124" y="26"/>
                    <a:pt x="125" y="25"/>
                  </a:cubicBezTo>
                  <a:cubicBezTo>
                    <a:pt x="125" y="25"/>
                    <a:pt x="126" y="24"/>
                    <a:pt x="126" y="23"/>
                  </a:cubicBezTo>
                  <a:cubicBezTo>
                    <a:pt x="127" y="23"/>
                    <a:pt x="128" y="22"/>
                    <a:pt x="128" y="22"/>
                  </a:cubicBezTo>
                  <a:cubicBezTo>
                    <a:pt x="129" y="21"/>
                    <a:pt x="130" y="21"/>
                    <a:pt x="131" y="21"/>
                  </a:cubicBezTo>
                  <a:cubicBezTo>
                    <a:pt x="132" y="21"/>
                    <a:pt x="135" y="21"/>
                    <a:pt x="137" y="20"/>
                  </a:cubicBezTo>
                  <a:cubicBezTo>
                    <a:pt x="138" y="20"/>
                    <a:pt x="139" y="20"/>
                    <a:pt x="140" y="20"/>
                  </a:cubicBezTo>
                  <a:cubicBezTo>
                    <a:pt x="142" y="19"/>
                    <a:pt x="145" y="17"/>
                    <a:pt x="146" y="17"/>
                  </a:cubicBezTo>
                  <a:cubicBezTo>
                    <a:pt x="148" y="16"/>
                    <a:pt x="152" y="15"/>
                    <a:pt x="154" y="15"/>
                  </a:cubicBezTo>
                  <a:cubicBezTo>
                    <a:pt x="156" y="14"/>
                    <a:pt x="160" y="13"/>
                    <a:pt x="162" y="13"/>
                  </a:cubicBezTo>
                  <a:cubicBezTo>
                    <a:pt x="164" y="13"/>
                    <a:pt x="167" y="11"/>
                    <a:pt x="169" y="11"/>
                  </a:cubicBezTo>
                  <a:cubicBezTo>
                    <a:pt x="171" y="11"/>
                    <a:pt x="175" y="11"/>
                    <a:pt x="177" y="11"/>
                  </a:cubicBezTo>
                  <a:cubicBezTo>
                    <a:pt x="179" y="11"/>
                    <a:pt x="182" y="11"/>
                    <a:pt x="183" y="10"/>
                  </a:cubicBezTo>
                  <a:cubicBezTo>
                    <a:pt x="184" y="10"/>
                    <a:pt x="187" y="9"/>
                    <a:pt x="189" y="9"/>
                  </a:cubicBezTo>
                  <a:cubicBezTo>
                    <a:pt x="191" y="9"/>
                    <a:pt x="194" y="7"/>
                    <a:pt x="196" y="7"/>
                  </a:cubicBezTo>
                  <a:cubicBezTo>
                    <a:pt x="197" y="7"/>
                    <a:pt x="199" y="7"/>
                    <a:pt x="200" y="7"/>
                  </a:cubicBezTo>
                  <a:cubicBezTo>
                    <a:pt x="201" y="7"/>
                    <a:pt x="203" y="7"/>
                    <a:pt x="203" y="7"/>
                  </a:cubicBezTo>
                  <a:cubicBezTo>
                    <a:pt x="204" y="8"/>
                    <a:pt x="206" y="9"/>
                    <a:pt x="206" y="10"/>
                  </a:cubicBezTo>
                  <a:cubicBezTo>
                    <a:pt x="207" y="10"/>
                    <a:pt x="207" y="11"/>
                    <a:pt x="207"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125"/>
            <p:cNvSpPr>
              <a:spLocks/>
            </p:cNvSpPr>
            <p:nvPr/>
          </p:nvSpPr>
          <p:spPr bwMode="auto">
            <a:xfrm>
              <a:off x="2811463" y="3960813"/>
              <a:ext cx="61913" cy="38100"/>
            </a:xfrm>
            <a:custGeom>
              <a:avLst/>
              <a:gdLst/>
              <a:ahLst/>
              <a:cxnLst>
                <a:cxn ang="0">
                  <a:pos x="31" y="16"/>
                </a:cxn>
                <a:cxn ang="0">
                  <a:pos x="32" y="16"/>
                </a:cxn>
                <a:cxn ang="0">
                  <a:pos x="32" y="14"/>
                </a:cxn>
                <a:cxn ang="0">
                  <a:pos x="31" y="11"/>
                </a:cxn>
                <a:cxn ang="0">
                  <a:pos x="28" y="8"/>
                </a:cxn>
                <a:cxn ang="0">
                  <a:pos x="25" y="5"/>
                </a:cxn>
                <a:cxn ang="0">
                  <a:pos x="22" y="5"/>
                </a:cxn>
                <a:cxn ang="0">
                  <a:pos x="15" y="5"/>
                </a:cxn>
                <a:cxn ang="0">
                  <a:pos x="11" y="3"/>
                </a:cxn>
                <a:cxn ang="0">
                  <a:pos x="8" y="1"/>
                </a:cxn>
                <a:cxn ang="0">
                  <a:pos x="6" y="0"/>
                </a:cxn>
                <a:cxn ang="0">
                  <a:pos x="4" y="1"/>
                </a:cxn>
                <a:cxn ang="0">
                  <a:pos x="3" y="3"/>
                </a:cxn>
                <a:cxn ang="0">
                  <a:pos x="1" y="4"/>
                </a:cxn>
                <a:cxn ang="0">
                  <a:pos x="1" y="6"/>
                </a:cxn>
                <a:cxn ang="0">
                  <a:pos x="0" y="8"/>
                </a:cxn>
                <a:cxn ang="0">
                  <a:pos x="2" y="10"/>
                </a:cxn>
                <a:cxn ang="0">
                  <a:pos x="4" y="11"/>
                </a:cxn>
                <a:cxn ang="0">
                  <a:pos x="7" y="13"/>
                </a:cxn>
                <a:cxn ang="0">
                  <a:pos x="7" y="15"/>
                </a:cxn>
                <a:cxn ang="0">
                  <a:pos x="8" y="18"/>
                </a:cxn>
                <a:cxn ang="0">
                  <a:pos x="11" y="18"/>
                </a:cxn>
                <a:cxn ang="0">
                  <a:pos x="14" y="18"/>
                </a:cxn>
                <a:cxn ang="0">
                  <a:pos x="14" y="17"/>
                </a:cxn>
                <a:cxn ang="0">
                  <a:pos x="16" y="16"/>
                </a:cxn>
                <a:cxn ang="0">
                  <a:pos x="18" y="17"/>
                </a:cxn>
                <a:cxn ang="0">
                  <a:pos x="21" y="19"/>
                </a:cxn>
                <a:cxn ang="0">
                  <a:pos x="24" y="20"/>
                </a:cxn>
                <a:cxn ang="0">
                  <a:pos x="28" y="20"/>
                </a:cxn>
                <a:cxn ang="0">
                  <a:pos x="29" y="18"/>
                </a:cxn>
                <a:cxn ang="0">
                  <a:pos x="30" y="17"/>
                </a:cxn>
                <a:cxn ang="0">
                  <a:pos x="31" y="16"/>
                </a:cxn>
              </a:cxnLst>
              <a:rect l="0" t="0" r="r" b="b"/>
              <a:pathLst>
                <a:path w="33" h="20">
                  <a:moveTo>
                    <a:pt x="31" y="16"/>
                  </a:moveTo>
                  <a:cubicBezTo>
                    <a:pt x="31" y="16"/>
                    <a:pt x="32" y="16"/>
                    <a:pt x="32" y="16"/>
                  </a:cubicBezTo>
                  <a:cubicBezTo>
                    <a:pt x="33" y="16"/>
                    <a:pt x="32" y="14"/>
                    <a:pt x="32" y="14"/>
                  </a:cubicBezTo>
                  <a:cubicBezTo>
                    <a:pt x="32" y="13"/>
                    <a:pt x="31" y="12"/>
                    <a:pt x="31" y="11"/>
                  </a:cubicBezTo>
                  <a:cubicBezTo>
                    <a:pt x="30" y="10"/>
                    <a:pt x="29" y="9"/>
                    <a:pt x="28" y="8"/>
                  </a:cubicBezTo>
                  <a:cubicBezTo>
                    <a:pt x="27" y="7"/>
                    <a:pt x="26" y="6"/>
                    <a:pt x="25" y="5"/>
                  </a:cubicBezTo>
                  <a:cubicBezTo>
                    <a:pt x="25" y="5"/>
                    <a:pt x="23" y="5"/>
                    <a:pt x="22" y="5"/>
                  </a:cubicBezTo>
                  <a:cubicBezTo>
                    <a:pt x="20" y="5"/>
                    <a:pt x="17" y="5"/>
                    <a:pt x="15" y="5"/>
                  </a:cubicBezTo>
                  <a:cubicBezTo>
                    <a:pt x="14" y="4"/>
                    <a:pt x="12" y="4"/>
                    <a:pt x="11" y="3"/>
                  </a:cubicBezTo>
                  <a:cubicBezTo>
                    <a:pt x="10" y="3"/>
                    <a:pt x="9" y="1"/>
                    <a:pt x="8" y="1"/>
                  </a:cubicBezTo>
                  <a:cubicBezTo>
                    <a:pt x="8" y="0"/>
                    <a:pt x="7" y="0"/>
                    <a:pt x="6" y="0"/>
                  </a:cubicBezTo>
                  <a:cubicBezTo>
                    <a:pt x="6" y="0"/>
                    <a:pt x="5" y="1"/>
                    <a:pt x="4" y="1"/>
                  </a:cubicBezTo>
                  <a:cubicBezTo>
                    <a:pt x="4" y="1"/>
                    <a:pt x="3" y="2"/>
                    <a:pt x="3" y="3"/>
                  </a:cubicBezTo>
                  <a:cubicBezTo>
                    <a:pt x="2" y="3"/>
                    <a:pt x="2" y="4"/>
                    <a:pt x="1" y="4"/>
                  </a:cubicBezTo>
                  <a:cubicBezTo>
                    <a:pt x="1" y="5"/>
                    <a:pt x="1" y="6"/>
                    <a:pt x="1" y="6"/>
                  </a:cubicBezTo>
                  <a:cubicBezTo>
                    <a:pt x="1" y="6"/>
                    <a:pt x="0" y="7"/>
                    <a:pt x="0" y="8"/>
                  </a:cubicBezTo>
                  <a:cubicBezTo>
                    <a:pt x="0" y="8"/>
                    <a:pt x="1" y="10"/>
                    <a:pt x="2" y="10"/>
                  </a:cubicBezTo>
                  <a:cubicBezTo>
                    <a:pt x="2" y="10"/>
                    <a:pt x="4" y="11"/>
                    <a:pt x="4" y="11"/>
                  </a:cubicBezTo>
                  <a:cubicBezTo>
                    <a:pt x="5" y="12"/>
                    <a:pt x="6" y="12"/>
                    <a:pt x="7" y="13"/>
                  </a:cubicBezTo>
                  <a:cubicBezTo>
                    <a:pt x="7" y="14"/>
                    <a:pt x="7" y="15"/>
                    <a:pt x="7" y="15"/>
                  </a:cubicBezTo>
                  <a:cubicBezTo>
                    <a:pt x="7" y="16"/>
                    <a:pt x="7" y="17"/>
                    <a:pt x="8" y="18"/>
                  </a:cubicBezTo>
                  <a:cubicBezTo>
                    <a:pt x="9" y="18"/>
                    <a:pt x="10" y="18"/>
                    <a:pt x="11" y="18"/>
                  </a:cubicBezTo>
                  <a:cubicBezTo>
                    <a:pt x="12" y="18"/>
                    <a:pt x="13" y="18"/>
                    <a:pt x="14" y="18"/>
                  </a:cubicBezTo>
                  <a:cubicBezTo>
                    <a:pt x="14" y="18"/>
                    <a:pt x="14" y="17"/>
                    <a:pt x="14" y="17"/>
                  </a:cubicBezTo>
                  <a:cubicBezTo>
                    <a:pt x="15" y="16"/>
                    <a:pt x="16" y="16"/>
                    <a:pt x="16" y="16"/>
                  </a:cubicBezTo>
                  <a:cubicBezTo>
                    <a:pt x="17" y="16"/>
                    <a:pt x="18" y="17"/>
                    <a:pt x="18" y="17"/>
                  </a:cubicBezTo>
                  <a:cubicBezTo>
                    <a:pt x="19" y="17"/>
                    <a:pt x="20" y="18"/>
                    <a:pt x="21" y="19"/>
                  </a:cubicBezTo>
                  <a:cubicBezTo>
                    <a:pt x="22" y="19"/>
                    <a:pt x="23" y="20"/>
                    <a:pt x="24" y="20"/>
                  </a:cubicBezTo>
                  <a:cubicBezTo>
                    <a:pt x="25" y="20"/>
                    <a:pt x="27" y="20"/>
                    <a:pt x="28" y="20"/>
                  </a:cubicBezTo>
                  <a:cubicBezTo>
                    <a:pt x="28" y="20"/>
                    <a:pt x="29" y="18"/>
                    <a:pt x="29" y="18"/>
                  </a:cubicBezTo>
                  <a:cubicBezTo>
                    <a:pt x="29" y="18"/>
                    <a:pt x="30" y="18"/>
                    <a:pt x="30" y="17"/>
                  </a:cubicBezTo>
                  <a:cubicBezTo>
                    <a:pt x="31" y="17"/>
                    <a:pt x="31" y="17"/>
                    <a:pt x="31" y="1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126"/>
            <p:cNvSpPr>
              <a:spLocks/>
            </p:cNvSpPr>
            <p:nvPr/>
          </p:nvSpPr>
          <p:spPr bwMode="auto">
            <a:xfrm>
              <a:off x="2598738" y="3679826"/>
              <a:ext cx="355600" cy="260350"/>
            </a:xfrm>
            <a:custGeom>
              <a:avLst/>
              <a:gdLst/>
              <a:ahLst/>
              <a:cxnLst>
                <a:cxn ang="0">
                  <a:pos x="77" y="7"/>
                </a:cxn>
                <a:cxn ang="0">
                  <a:pos x="98" y="0"/>
                </a:cxn>
                <a:cxn ang="0">
                  <a:pos x="101" y="13"/>
                </a:cxn>
                <a:cxn ang="0">
                  <a:pos x="110" y="26"/>
                </a:cxn>
                <a:cxn ang="0">
                  <a:pos x="123" y="27"/>
                </a:cxn>
                <a:cxn ang="0">
                  <a:pos x="141" y="25"/>
                </a:cxn>
                <a:cxn ang="0">
                  <a:pos x="160" y="29"/>
                </a:cxn>
                <a:cxn ang="0">
                  <a:pos x="183" y="28"/>
                </a:cxn>
                <a:cxn ang="0">
                  <a:pos x="185" y="31"/>
                </a:cxn>
                <a:cxn ang="0">
                  <a:pos x="177" y="38"/>
                </a:cxn>
                <a:cxn ang="0">
                  <a:pos x="175" y="44"/>
                </a:cxn>
                <a:cxn ang="0">
                  <a:pos x="183" y="46"/>
                </a:cxn>
                <a:cxn ang="0">
                  <a:pos x="186" y="48"/>
                </a:cxn>
                <a:cxn ang="0">
                  <a:pos x="164" y="69"/>
                </a:cxn>
                <a:cxn ang="0">
                  <a:pos x="151" y="66"/>
                </a:cxn>
                <a:cxn ang="0">
                  <a:pos x="145" y="60"/>
                </a:cxn>
                <a:cxn ang="0">
                  <a:pos x="142" y="59"/>
                </a:cxn>
                <a:cxn ang="0">
                  <a:pos x="131" y="68"/>
                </a:cxn>
                <a:cxn ang="0">
                  <a:pos x="127" y="70"/>
                </a:cxn>
                <a:cxn ang="0">
                  <a:pos x="124" y="72"/>
                </a:cxn>
                <a:cxn ang="0">
                  <a:pos x="128" y="76"/>
                </a:cxn>
                <a:cxn ang="0">
                  <a:pos x="119" y="80"/>
                </a:cxn>
                <a:cxn ang="0">
                  <a:pos x="108" y="81"/>
                </a:cxn>
                <a:cxn ang="0">
                  <a:pos x="104" y="83"/>
                </a:cxn>
                <a:cxn ang="0">
                  <a:pos x="111" y="86"/>
                </a:cxn>
                <a:cxn ang="0">
                  <a:pos x="112" y="90"/>
                </a:cxn>
                <a:cxn ang="0">
                  <a:pos x="117" y="86"/>
                </a:cxn>
                <a:cxn ang="0">
                  <a:pos x="134" y="78"/>
                </a:cxn>
                <a:cxn ang="0">
                  <a:pos x="139" y="103"/>
                </a:cxn>
                <a:cxn ang="0">
                  <a:pos x="113" y="104"/>
                </a:cxn>
                <a:cxn ang="0">
                  <a:pos x="93" y="108"/>
                </a:cxn>
                <a:cxn ang="0">
                  <a:pos x="113" y="106"/>
                </a:cxn>
                <a:cxn ang="0">
                  <a:pos x="121" y="116"/>
                </a:cxn>
                <a:cxn ang="0">
                  <a:pos x="119" y="119"/>
                </a:cxn>
                <a:cxn ang="0">
                  <a:pos x="128" y="125"/>
                </a:cxn>
                <a:cxn ang="0">
                  <a:pos x="115" y="125"/>
                </a:cxn>
                <a:cxn ang="0">
                  <a:pos x="96" y="121"/>
                </a:cxn>
                <a:cxn ang="0">
                  <a:pos x="88" y="129"/>
                </a:cxn>
                <a:cxn ang="0">
                  <a:pos x="94" y="135"/>
                </a:cxn>
                <a:cxn ang="0">
                  <a:pos x="83" y="133"/>
                </a:cxn>
                <a:cxn ang="0">
                  <a:pos x="71" y="130"/>
                </a:cxn>
                <a:cxn ang="0">
                  <a:pos x="55" y="127"/>
                </a:cxn>
                <a:cxn ang="0">
                  <a:pos x="47" y="122"/>
                </a:cxn>
                <a:cxn ang="0">
                  <a:pos x="39" y="112"/>
                </a:cxn>
                <a:cxn ang="0">
                  <a:pos x="18" y="116"/>
                </a:cxn>
                <a:cxn ang="0">
                  <a:pos x="2" y="105"/>
                </a:cxn>
                <a:cxn ang="0">
                  <a:pos x="1" y="94"/>
                </a:cxn>
                <a:cxn ang="0">
                  <a:pos x="18" y="74"/>
                </a:cxn>
                <a:cxn ang="0">
                  <a:pos x="26" y="65"/>
                </a:cxn>
                <a:cxn ang="0">
                  <a:pos x="29" y="56"/>
                </a:cxn>
                <a:cxn ang="0">
                  <a:pos x="22" y="49"/>
                </a:cxn>
                <a:cxn ang="0">
                  <a:pos x="12" y="32"/>
                </a:cxn>
                <a:cxn ang="0">
                  <a:pos x="9" y="21"/>
                </a:cxn>
                <a:cxn ang="0">
                  <a:pos x="20" y="13"/>
                </a:cxn>
                <a:cxn ang="0">
                  <a:pos x="37" y="5"/>
                </a:cxn>
                <a:cxn ang="0">
                  <a:pos x="53" y="14"/>
                </a:cxn>
              </a:cxnLst>
              <a:rect l="0" t="0" r="r" b="b"/>
              <a:pathLst>
                <a:path w="189" h="138">
                  <a:moveTo>
                    <a:pt x="57" y="8"/>
                  </a:moveTo>
                  <a:cubicBezTo>
                    <a:pt x="58" y="8"/>
                    <a:pt x="60" y="7"/>
                    <a:pt x="61" y="6"/>
                  </a:cubicBezTo>
                  <a:cubicBezTo>
                    <a:pt x="62" y="6"/>
                    <a:pt x="64" y="6"/>
                    <a:pt x="65" y="6"/>
                  </a:cubicBezTo>
                  <a:cubicBezTo>
                    <a:pt x="66" y="6"/>
                    <a:pt x="68" y="6"/>
                    <a:pt x="69" y="6"/>
                  </a:cubicBezTo>
                  <a:cubicBezTo>
                    <a:pt x="70" y="7"/>
                    <a:pt x="70" y="9"/>
                    <a:pt x="71" y="9"/>
                  </a:cubicBezTo>
                  <a:cubicBezTo>
                    <a:pt x="72" y="9"/>
                    <a:pt x="74" y="9"/>
                    <a:pt x="75" y="9"/>
                  </a:cubicBezTo>
                  <a:cubicBezTo>
                    <a:pt x="75" y="9"/>
                    <a:pt x="76" y="8"/>
                    <a:pt x="77" y="7"/>
                  </a:cubicBezTo>
                  <a:cubicBezTo>
                    <a:pt x="78" y="7"/>
                    <a:pt x="79" y="5"/>
                    <a:pt x="80" y="4"/>
                  </a:cubicBezTo>
                  <a:cubicBezTo>
                    <a:pt x="81" y="4"/>
                    <a:pt x="83" y="3"/>
                    <a:pt x="84" y="3"/>
                  </a:cubicBezTo>
                  <a:cubicBezTo>
                    <a:pt x="84" y="3"/>
                    <a:pt x="85" y="3"/>
                    <a:pt x="86" y="3"/>
                  </a:cubicBezTo>
                  <a:cubicBezTo>
                    <a:pt x="87" y="3"/>
                    <a:pt x="89" y="2"/>
                    <a:pt x="90" y="2"/>
                  </a:cubicBezTo>
                  <a:cubicBezTo>
                    <a:pt x="90" y="1"/>
                    <a:pt x="91" y="1"/>
                    <a:pt x="92" y="1"/>
                  </a:cubicBezTo>
                  <a:cubicBezTo>
                    <a:pt x="93" y="0"/>
                    <a:pt x="95" y="1"/>
                    <a:pt x="96" y="1"/>
                  </a:cubicBezTo>
                  <a:cubicBezTo>
                    <a:pt x="96" y="0"/>
                    <a:pt x="98" y="0"/>
                    <a:pt x="98" y="0"/>
                  </a:cubicBezTo>
                  <a:cubicBezTo>
                    <a:pt x="99" y="0"/>
                    <a:pt x="100" y="1"/>
                    <a:pt x="100" y="2"/>
                  </a:cubicBezTo>
                  <a:cubicBezTo>
                    <a:pt x="100" y="2"/>
                    <a:pt x="101" y="4"/>
                    <a:pt x="101" y="5"/>
                  </a:cubicBezTo>
                  <a:cubicBezTo>
                    <a:pt x="101" y="6"/>
                    <a:pt x="100" y="6"/>
                    <a:pt x="100" y="7"/>
                  </a:cubicBezTo>
                  <a:cubicBezTo>
                    <a:pt x="100" y="7"/>
                    <a:pt x="99" y="7"/>
                    <a:pt x="99" y="8"/>
                  </a:cubicBezTo>
                  <a:cubicBezTo>
                    <a:pt x="99" y="8"/>
                    <a:pt x="98" y="9"/>
                    <a:pt x="98" y="9"/>
                  </a:cubicBezTo>
                  <a:cubicBezTo>
                    <a:pt x="98" y="10"/>
                    <a:pt x="99" y="12"/>
                    <a:pt x="99" y="12"/>
                  </a:cubicBezTo>
                  <a:cubicBezTo>
                    <a:pt x="99" y="13"/>
                    <a:pt x="100" y="13"/>
                    <a:pt x="101" y="13"/>
                  </a:cubicBezTo>
                  <a:cubicBezTo>
                    <a:pt x="101" y="14"/>
                    <a:pt x="102" y="13"/>
                    <a:pt x="102" y="13"/>
                  </a:cubicBezTo>
                  <a:cubicBezTo>
                    <a:pt x="103" y="14"/>
                    <a:pt x="104" y="14"/>
                    <a:pt x="104" y="14"/>
                  </a:cubicBezTo>
                  <a:cubicBezTo>
                    <a:pt x="104" y="15"/>
                    <a:pt x="105" y="16"/>
                    <a:pt x="105" y="16"/>
                  </a:cubicBezTo>
                  <a:cubicBezTo>
                    <a:pt x="105" y="17"/>
                    <a:pt x="105" y="18"/>
                    <a:pt x="105" y="19"/>
                  </a:cubicBezTo>
                  <a:cubicBezTo>
                    <a:pt x="106" y="19"/>
                    <a:pt x="107" y="20"/>
                    <a:pt x="107" y="21"/>
                  </a:cubicBezTo>
                  <a:cubicBezTo>
                    <a:pt x="108" y="21"/>
                    <a:pt x="109" y="22"/>
                    <a:pt x="109" y="23"/>
                  </a:cubicBezTo>
                  <a:cubicBezTo>
                    <a:pt x="110" y="23"/>
                    <a:pt x="110" y="25"/>
                    <a:pt x="110" y="26"/>
                  </a:cubicBezTo>
                  <a:cubicBezTo>
                    <a:pt x="111" y="27"/>
                    <a:pt x="112" y="28"/>
                    <a:pt x="112" y="28"/>
                  </a:cubicBezTo>
                  <a:cubicBezTo>
                    <a:pt x="113" y="28"/>
                    <a:pt x="114" y="29"/>
                    <a:pt x="114" y="29"/>
                  </a:cubicBezTo>
                  <a:cubicBezTo>
                    <a:pt x="115" y="29"/>
                    <a:pt x="115" y="29"/>
                    <a:pt x="116" y="28"/>
                  </a:cubicBezTo>
                  <a:cubicBezTo>
                    <a:pt x="116" y="28"/>
                    <a:pt x="116" y="27"/>
                    <a:pt x="117" y="27"/>
                  </a:cubicBezTo>
                  <a:cubicBezTo>
                    <a:pt x="117" y="27"/>
                    <a:pt x="118" y="27"/>
                    <a:pt x="118" y="27"/>
                  </a:cubicBezTo>
                  <a:cubicBezTo>
                    <a:pt x="119" y="27"/>
                    <a:pt x="120" y="28"/>
                    <a:pt x="121" y="28"/>
                  </a:cubicBezTo>
                  <a:cubicBezTo>
                    <a:pt x="121" y="28"/>
                    <a:pt x="122" y="27"/>
                    <a:pt x="123" y="27"/>
                  </a:cubicBezTo>
                  <a:cubicBezTo>
                    <a:pt x="124" y="26"/>
                    <a:pt x="125" y="25"/>
                    <a:pt x="125" y="25"/>
                  </a:cubicBezTo>
                  <a:cubicBezTo>
                    <a:pt x="126" y="25"/>
                    <a:pt x="128" y="25"/>
                    <a:pt x="129" y="24"/>
                  </a:cubicBezTo>
                  <a:cubicBezTo>
                    <a:pt x="130" y="24"/>
                    <a:pt x="132" y="24"/>
                    <a:pt x="133" y="24"/>
                  </a:cubicBezTo>
                  <a:cubicBezTo>
                    <a:pt x="134" y="24"/>
                    <a:pt x="136" y="23"/>
                    <a:pt x="136" y="23"/>
                  </a:cubicBezTo>
                  <a:cubicBezTo>
                    <a:pt x="137" y="23"/>
                    <a:pt x="137" y="22"/>
                    <a:pt x="138" y="22"/>
                  </a:cubicBezTo>
                  <a:cubicBezTo>
                    <a:pt x="138" y="22"/>
                    <a:pt x="139" y="22"/>
                    <a:pt x="139" y="23"/>
                  </a:cubicBezTo>
                  <a:cubicBezTo>
                    <a:pt x="140" y="23"/>
                    <a:pt x="140" y="25"/>
                    <a:pt x="141" y="25"/>
                  </a:cubicBezTo>
                  <a:cubicBezTo>
                    <a:pt x="142" y="26"/>
                    <a:pt x="143" y="26"/>
                    <a:pt x="144" y="26"/>
                  </a:cubicBezTo>
                  <a:cubicBezTo>
                    <a:pt x="145" y="27"/>
                    <a:pt x="147" y="27"/>
                    <a:pt x="148" y="27"/>
                  </a:cubicBezTo>
                  <a:cubicBezTo>
                    <a:pt x="149" y="27"/>
                    <a:pt x="151" y="27"/>
                    <a:pt x="152" y="28"/>
                  </a:cubicBezTo>
                  <a:cubicBezTo>
                    <a:pt x="153" y="28"/>
                    <a:pt x="155" y="29"/>
                    <a:pt x="155" y="29"/>
                  </a:cubicBezTo>
                  <a:cubicBezTo>
                    <a:pt x="156" y="29"/>
                    <a:pt x="157" y="29"/>
                    <a:pt x="158" y="29"/>
                  </a:cubicBezTo>
                  <a:cubicBezTo>
                    <a:pt x="159" y="29"/>
                    <a:pt x="160" y="28"/>
                    <a:pt x="160" y="28"/>
                  </a:cubicBezTo>
                  <a:cubicBezTo>
                    <a:pt x="160" y="28"/>
                    <a:pt x="160" y="28"/>
                    <a:pt x="160" y="29"/>
                  </a:cubicBezTo>
                  <a:cubicBezTo>
                    <a:pt x="160" y="29"/>
                    <a:pt x="161" y="29"/>
                    <a:pt x="162" y="29"/>
                  </a:cubicBezTo>
                  <a:cubicBezTo>
                    <a:pt x="162" y="29"/>
                    <a:pt x="163" y="28"/>
                    <a:pt x="164" y="28"/>
                  </a:cubicBezTo>
                  <a:cubicBezTo>
                    <a:pt x="164" y="28"/>
                    <a:pt x="166" y="27"/>
                    <a:pt x="167" y="27"/>
                  </a:cubicBezTo>
                  <a:cubicBezTo>
                    <a:pt x="167" y="27"/>
                    <a:pt x="169" y="27"/>
                    <a:pt x="170" y="27"/>
                  </a:cubicBezTo>
                  <a:cubicBezTo>
                    <a:pt x="171" y="28"/>
                    <a:pt x="173" y="28"/>
                    <a:pt x="174" y="28"/>
                  </a:cubicBezTo>
                  <a:cubicBezTo>
                    <a:pt x="176" y="28"/>
                    <a:pt x="179" y="28"/>
                    <a:pt x="180" y="28"/>
                  </a:cubicBezTo>
                  <a:cubicBezTo>
                    <a:pt x="181" y="28"/>
                    <a:pt x="183" y="28"/>
                    <a:pt x="183" y="28"/>
                  </a:cubicBezTo>
                  <a:cubicBezTo>
                    <a:pt x="184" y="27"/>
                    <a:pt x="185" y="26"/>
                    <a:pt x="185" y="26"/>
                  </a:cubicBezTo>
                  <a:cubicBezTo>
                    <a:pt x="186" y="25"/>
                    <a:pt x="186" y="24"/>
                    <a:pt x="186" y="24"/>
                  </a:cubicBezTo>
                  <a:cubicBezTo>
                    <a:pt x="187" y="24"/>
                    <a:pt x="187" y="24"/>
                    <a:pt x="188" y="24"/>
                  </a:cubicBezTo>
                  <a:cubicBezTo>
                    <a:pt x="188" y="24"/>
                    <a:pt x="189" y="25"/>
                    <a:pt x="189" y="25"/>
                  </a:cubicBezTo>
                  <a:cubicBezTo>
                    <a:pt x="189" y="26"/>
                    <a:pt x="189" y="27"/>
                    <a:pt x="189" y="28"/>
                  </a:cubicBezTo>
                  <a:cubicBezTo>
                    <a:pt x="189" y="28"/>
                    <a:pt x="188" y="29"/>
                    <a:pt x="188" y="30"/>
                  </a:cubicBezTo>
                  <a:cubicBezTo>
                    <a:pt x="187" y="30"/>
                    <a:pt x="186" y="31"/>
                    <a:pt x="185" y="31"/>
                  </a:cubicBezTo>
                  <a:cubicBezTo>
                    <a:pt x="185" y="32"/>
                    <a:pt x="184" y="33"/>
                    <a:pt x="183" y="33"/>
                  </a:cubicBezTo>
                  <a:cubicBezTo>
                    <a:pt x="183" y="34"/>
                    <a:pt x="183" y="35"/>
                    <a:pt x="183" y="35"/>
                  </a:cubicBezTo>
                  <a:cubicBezTo>
                    <a:pt x="183" y="36"/>
                    <a:pt x="183" y="37"/>
                    <a:pt x="183" y="38"/>
                  </a:cubicBezTo>
                  <a:cubicBezTo>
                    <a:pt x="182" y="38"/>
                    <a:pt x="181" y="38"/>
                    <a:pt x="180" y="37"/>
                  </a:cubicBezTo>
                  <a:cubicBezTo>
                    <a:pt x="180" y="37"/>
                    <a:pt x="179" y="37"/>
                    <a:pt x="179" y="37"/>
                  </a:cubicBezTo>
                  <a:cubicBezTo>
                    <a:pt x="179" y="37"/>
                    <a:pt x="178" y="37"/>
                    <a:pt x="178" y="37"/>
                  </a:cubicBezTo>
                  <a:cubicBezTo>
                    <a:pt x="178" y="37"/>
                    <a:pt x="177" y="37"/>
                    <a:pt x="177" y="38"/>
                  </a:cubicBezTo>
                  <a:cubicBezTo>
                    <a:pt x="177" y="38"/>
                    <a:pt x="177" y="38"/>
                    <a:pt x="178" y="38"/>
                  </a:cubicBezTo>
                  <a:cubicBezTo>
                    <a:pt x="178" y="39"/>
                    <a:pt x="178" y="39"/>
                    <a:pt x="179" y="39"/>
                  </a:cubicBezTo>
                  <a:cubicBezTo>
                    <a:pt x="179" y="40"/>
                    <a:pt x="179" y="41"/>
                    <a:pt x="178" y="41"/>
                  </a:cubicBezTo>
                  <a:cubicBezTo>
                    <a:pt x="178" y="41"/>
                    <a:pt x="177" y="41"/>
                    <a:pt x="176" y="41"/>
                  </a:cubicBezTo>
                  <a:cubicBezTo>
                    <a:pt x="176" y="42"/>
                    <a:pt x="175" y="42"/>
                    <a:pt x="175" y="42"/>
                  </a:cubicBezTo>
                  <a:cubicBezTo>
                    <a:pt x="174" y="42"/>
                    <a:pt x="174" y="43"/>
                    <a:pt x="174" y="43"/>
                  </a:cubicBezTo>
                  <a:cubicBezTo>
                    <a:pt x="174" y="44"/>
                    <a:pt x="175" y="44"/>
                    <a:pt x="175" y="44"/>
                  </a:cubicBezTo>
                  <a:cubicBezTo>
                    <a:pt x="175" y="44"/>
                    <a:pt x="176" y="44"/>
                    <a:pt x="177" y="44"/>
                  </a:cubicBezTo>
                  <a:cubicBezTo>
                    <a:pt x="177" y="44"/>
                    <a:pt x="178" y="45"/>
                    <a:pt x="178" y="45"/>
                  </a:cubicBezTo>
                  <a:cubicBezTo>
                    <a:pt x="178" y="45"/>
                    <a:pt x="178" y="46"/>
                    <a:pt x="178" y="46"/>
                  </a:cubicBezTo>
                  <a:cubicBezTo>
                    <a:pt x="178" y="47"/>
                    <a:pt x="179" y="47"/>
                    <a:pt x="180" y="47"/>
                  </a:cubicBezTo>
                  <a:cubicBezTo>
                    <a:pt x="180" y="47"/>
                    <a:pt x="181" y="47"/>
                    <a:pt x="181" y="47"/>
                  </a:cubicBezTo>
                  <a:cubicBezTo>
                    <a:pt x="182" y="47"/>
                    <a:pt x="182" y="47"/>
                    <a:pt x="182" y="47"/>
                  </a:cubicBezTo>
                  <a:cubicBezTo>
                    <a:pt x="182" y="46"/>
                    <a:pt x="182" y="46"/>
                    <a:pt x="183" y="46"/>
                  </a:cubicBezTo>
                  <a:cubicBezTo>
                    <a:pt x="183" y="45"/>
                    <a:pt x="183" y="45"/>
                    <a:pt x="183" y="45"/>
                  </a:cubicBezTo>
                  <a:cubicBezTo>
                    <a:pt x="184" y="44"/>
                    <a:pt x="183" y="43"/>
                    <a:pt x="183" y="42"/>
                  </a:cubicBezTo>
                  <a:cubicBezTo>
                    <a:pt x="184" y="42"/>
                    <a:pt x="184" y="41"/>
                    <a:pt x="184" y="41"/>
                  </a:cubicBezTo>
                  <a:cubicBezTo>
                    <a:pt x="184" y="41"/>
                    <a:pt x="185" y="41"/>
                    <a:pt x="185" y="41"/>
                  </a:cubicBezTo>
                  <a:cubicBezTo>
                    <a:pt x="186" y="42"/>
                    <a:pt x="186" y="43"/>
                    <a:pt x="186" y="43"/>
                  </a:cubicBezTo>
                  <a:cubicBezTo>
                    <a:pt x="186" y="44"/>
                    <a:pt x="186" y="45"/>
                    <a:pt x="186" y="46"/>
                  </a:cubicBezTo>
                  <a:cubicBezTo>
                    <a:pt x="186" y="46"/>
                    <a:pt x="186" y="48"/>
                    <a:pt x="186" y="48"/>
                  </a:cubicBezTo>
                  <a:cubicBezTo>
                    <a:pt x="186" y="49"/>
                    <a:pt x="185" y="51"/>
                    <a:pt x="184" y="51"/>
                  </a:cubicBezTo>
                  <a:cubicBezTo>
                    <a:pt x="184" y="52"/>
                    <a:pt x="182" y="54"/>
                    <a:pt x="182" y="55"/>
                  </a:cubicBezTo>
                  <a:cubicBezTo>
                    <a:pt x="181" y="56"/>
                    <a:pt x="180" y="58"/>
                    <a:pt x="179" y="59"/>
                  </a:cubicBezTo>
                  <a:cubicBezTo>
                    <a:pt x="179" y="60"/>
                    <a:pt x="177" y="61"/>
                    <a:pt x="176" y="62"/>
                  </a:cubicBezTo>
                  <a:cubicBezTo>
                    <a:pt x="175" y="62"/>
                    <a:pt x="173" y="64"/>
                    <a:pt x="173" y="64"/>
                  </a:cubicBezTo>
                  <a:cubicBezTo>
                    <a:pt x="172" y="65"/>
                    <a:pt x="170" y="67"/>
                    <a:pt x="168" y="68"/>
                  </a:cubicBezTo>
                  <a:cubicBezTo>
                    <a:pt x="167" y="68"/>
                    <a:pt x="165" y="69"/>
                    <a:pt x="164" y="69"/>
                  </a:cubicBezTo>
                  <a:cubicBezTo>
                    <a:pt x="164" y="70"/>
                    <a:pt x="162" y="70"/>
                    <a:pt x="161" y="70"/>
                  </a:cubicBezTo>
                  <a:cubicBezTo>
                    <a:pt x="160" y="71"/>
                    <a:pt x="158" y="71"/>
                    <a:pt x="156" y="72"/>
                  </a:cubicBezTo>
                  <a:cubicBezTo>
                    <a:pt x="156" y="72"/>
                    <a:pt x="154" y="72"/>
                    <a:pt x="154" y="72"/>
                  </a:cubicBezTo>
                  <a:cubicBezTo>
                    <a:pt x="153" y="72"/>
                    <a:pt x="152" y="71"/>
                    <a:pt x="152" y="71"/>
                  </a:cubicBezTo>
                  <a:cubicBezTo>
                    <a:pt x="152" y="71"/>
                    <a:pt x="152" y="70"/>
                    <a:pt x="152" y="69"/>
                  </a:cubicBezTo>
                  <a:cubicBezTo>
                    <a:pt x="152" y="69"/>
                    <a:pt x="152" y="68"/>
                    <a:pt x="152" y="67"/>
                  </a:cubicBezTo>
                  <a:cubicBezTo>
                    <a:pt x="152" y="67"/>
                    <a:pt x="151" y="67"/>
                    <a:pt x="151" y="66"/>
                  </a:cubicBezTo>
                  <a:cubicBezTo>
                    <a:pt x="151" y="66"/>
                    <a:pt x="151" y="65"/>
                    <a:pt x="151" y="65"/>
                  </a:cubicBezTo>
                  <a:cubicBezTo>
                    <a:pt x="152" y="65"/>
                    <a:pt x="153" y="65"/>
                    <a:pt x="153" y="64"/>
                  </a:cubicBezTo>
                  <a:cubicBezTo>
                    <a:pt x="154" y="64"/>
                    <a:pt x="154" y="64"/>
                    <a:pt x="154" y="63"/>
                  </a:cubicBezTo>
                  <a:cubicBezTo>
                    <a:pt x="154" y="63"/>
                    <a:pt x="153" y="63"/>
                    <a:pt x="152" y="63"/>
                  </a:cubicBezTo>
                  <a:cubicBezTo>
                    <a:pt x="151" y="63"/>
                    <a:pt x="150" y="63"/>
                    <a:pt x="150" y="63"/>
                  </a:cubicBezTo>
                  <a:cubicBezTo>
                    <a:pt x="149" y="63"/>
                    <a:pt x="147" y="62"/>
                    <a:pt x="147" y="62"/>
                  </a:cubicBezTo>
                  <a:cubicBezTo>
                    <a:pt x="146" y="61"/>
                    <a:pt x="145" y="61"/>
                    <a:pt x="145" y="60"/>
                  </a:cubicBezTo>
                  <a:cubicBezTo>
                    <a:pt x="145" y="60"/>
                    <a:pt x="144" y="58"/>
                    <a:pt x="144" y="58"/>
                  </a:cubicBezTo>
                  <a:cubicBezTo>
                    <a:pt x="144" y="57"/>
                    <a:pt x="144" y="56"/>
                    <a:pt x="143" y="55"/>
                  </a:cubicBezTo>
                  <a:cubicBezTo>
                    <a:pt x="143" y="55"/>
                    <a:pt x="143" y="54"/>
                    <a:pt x="143" y="54"/>
                  </a:cubicBezTo>
                  <a:cubicBezTo>
                    <a:pt x="143" y="53"/>
                    <a:pt x="142" y="53"/>
                    <a:pt x="142" y="53"/>
                  </a:cubicBezTo>
                  <a:cubicBezTo>
                    <a:pt x="142" y="54"/>
                    <a:pt x="142" y="55"/>
                    <a:pt x="142" y="55"/>
                  </a:cubicBezTo>
                  <a:cubicBezTo>
                    <a:pt x="142" y="55"/>
                    <a:pt x="142" y="56"/>
                    <a:pt x="141" y="57"/>
                  </a:cubicBezTo>
                  <a:cubicBezTo>
                    <a:pt x="141" y="57"/>
                    <a:pt x="142" y="58"/>
                    <a:pt x="142" y="59"/>
                  </a:cubicBezTo>
                  <a:cubicBezTo>
                    <a:pt x="142" y="59"/>
                    <a:pt x="142" y="60"/>
                    <a:pt x="142" y="60"/>
                  </a:cubicBezTo>
                  <a:cubicBezTo>
                    <a:pt x="142" y="60"/>
                    <a:pt x="143" y="61"/>
                    <a:pt x="142" y="61"/>
                  </a:cubicBezTo>
                  <a:cubicBezTo>
                    <a:pt x="142" y="62"/>
                    <a:pt x="142" y="62"/>
                    <a:pt x="142" y="62"/>
                  </a:cubicBezTo>
                  <a:cubicBezTo>
                    <a:pt x="141" y="63"/>
                    <a:pt x="140" y="62"/>
                    <a:pt x="139" y="62"/>
                  </a:cubicBezTo>
                  <a:cubicBezTo>
                    <a:pt x="138" y="62"/>
                    <a:pt x="137" y="62"/>
                    <a:pt x="137" y="63"/>
                  </a:cubicBezTo>
                  <a:cubicBezTo>
                    <a:pt x="136" y="63"/>
                    <a:pt x="134" y="64"/>
                    <a:pt x="134" y="64"/>
                  </a:cubicBezTo>
                  <a:cubicBezTo>
                    <a:pt x="133" y="65"/>
                    <a:pt x="132" y="67"/>
                    <a:pt x="131" y="68"/>
                  </a:cubicBezTo>
                  <a:cubicBezTo>
                    <a:pt x="131" y="68"/>
                    <a:pt x="130" y="68"/>
                    <a:pt x="130" y="69"/>
                  </a:cubicBezTo>
                  <a:cubicBezTo>
                    <a:pt x="129" y="69"/>
                    <a:pt x="129" y="69"/>
                    <a:pt x="128" y="69"/>
                  </a:cubicBezTo>
                  <a:cubicBezTo>
                    <a:pt x="128" y="69"/>
                    <a:pt x="127" y="68"/>
                    <a:pt x="126" y="68"/>
                  </a:cubicBezTo>
                  <a:cubicBezTo>
                    <a:pt x="126" y="68"/>
                    <a:pt x="124" y="68"/>
                    <a:pt x="124" y="69"/>
                  </a:cubicBezTo>
                  <a:cubicBezTo>
                    <a:pt x="124" y="69"/>
                    <a:pt x="123" y="69"/>
                    <a:pt x="123" y="70"/>
                  </a:cubicBezTo>
                  <a:cubicBezTo>
                    <a:pt x="124" y="70"/>
                    <a:pt x="125" y="70"/>
                    <a:pt x="125" y="70"/>
                  </a:cubicBezTo>
                  <a:cubicBezTo>
                    <a:pt x="126" y="70"/>
                    <a:pt x="127" y="69"/>
                    <a:pt x="127" y="70"/>
                  </a:cubicBezTo>
                  <a:cubicBezTo>
                    <a:pt x="127" y="70"/>
                    <a:pt x="128" y="70"/>
                    <a:pt x="128" y="70"/>
                  </a:cubicBezTo>
                  <a:cubicBezTo>
                    <a:pt x="129" y="70"/>
                    <a:pt x="130" y="71"/>
                    <a:pt x="130" y="72"/>
                  </a:cubicBezTo>
                  <a:cubicBezTo>
                    <a:pt x="130" y="72"/>
                    <a:pt x="130" y="73"/>
                    <a:pt x="129" y="73"/>
                  </a:cubicBezTo>
                  <a:cubicBezTo>
                    <a:pt x="129" y="74"/>
                    <a:pt x="128" y="74"/>
                    <a:pt x="128" y="74"/>
                  </a:cubicBezTo>
                  <a:cubicBezTo>
                    <a:pt x="128" y="74"/>
                    <a:pt x="128" y="73"/>
                    <a:pt x="127" y="73"/>
                  </a:cubicBezTo>
                  <a:cubicBezTo>
                    <a:pt x="127" y="73"/>
                    <a:pt x="126" y="73"/>
                    <a:pt x="125" y="73"/>
                  </a:cubicBezTo>
                  <a:cubicBezTo>
                    <a:pt x="125" y="73"/>
                    <a:pt x="124" y="72"/>
                    <a:pt x="124" y="72"/>
                  </a:cubicBezTo>
                  <a:cubicBezTo>
                    <a:pt x="123" y="72"/>
                    <a:pt x="123" y="71"/>
                    <a:pt x="122" y="72"/>
                  </a:cubicBezTo>
                  <a:cubicBezTo>
                    <a:pt x="122" y="72"/>
                    <a:pt x="122" y="72"/>
                    <a:pt x="122" y="73"/>
                  </a:cubicBezTo>
                  <a:cubicBezTo>
                    <a:pt x="122" y="73"/>
                    <a:pt x="122" y="73"/>
                    <a:pt x="122" y="74"/>
                  </a:cubicBezTo>
                  <a:cubicBezTo>
                    <a:pt x="122" y="74"/>
                    <a:pt x="123" y="75"/>
                    <a:pt x="124" y="75"/>
                  </a:cubicBezTo>
                  <a:cubicBezTo>
                    <a:pt x="124" y="75"/>
                    <a:pt x="125" y="75"/>
                    <a:pt x="125" y="75"/>
                  </a:cubicBezTo>
                  <a:cubicBezTo>
                    <a:pt x="126" y="75"/>
                    <a:pt x="127" y="75"/>
                    <a:pt x="127" y="75"/>
                  </a:cubicBezTo>
                  <a:cubicBezTo>
                    <a:pt x="127" y="76"/>
                    <a:pt x="128" y="76"/>
                    <a:pt x="128" y="76"/>
                  </a:cubicBezTo>
                  <a:cubicBezTo>
                    <a:pt x="128" y="77"/>
                    <a:pt x="128" y="77"/>
                    <a:pt x="127" y="78"/>
                  </a:cubicBezTo>
                  <a:cubicBezTo>
                    <a:pt x="127" y="78"/>
                    <a:pt x="127" y="78"/>
                    <a:pt x="126" y="78"/>
                  </a:cubicBezTo>
                  <a:cubicBezTo>
                    <a:pt x="126" y="79"/>
                    <a:pt x="125" y="79"/>
                    <a:pt x="125" y="80"/>
                  </a:cubicBezTo>
                  <a:cubicBezTo>
                    <a:pt x="125" y="80"/>
                    <a:pt x="124" y="79"/>
                    <a:pt x="124" y="80"/>
                  </a:cubicBezTo>
                  <a:cubicBezTo>
                    <a:pt x="123" y="80"/>
                    <a:pt x="123" y="81"/>
                    <a:pt x="123" y="81"/>
                  </a:cubicBezTo>
                  <a:cubicBezTo>
                    <a:pt x="122" y="81"/>
                    <a:pt x="121" y="81"/>
                    <a:pt x="121" y="81"/>
                  </a:cubicBezTo>
                  <a:cubicBezTo>
                    <a:pt x="120" y="81"/>
                    <a:pt x="120" y="80"/>
                    <a:pt x="119" y="80"/>
                  </a:cubicBezTo>
                  <a:cubicBezTo>
                    <a:pt x="119" y="79"/>
                    <a:pt x="117" y="78"/>
                    <a:pt x="117" y="79"/>
                  </a:cubicBezTo>
                  <a:cubicBezTo>
                    <a:pt x="117" y="79"/>
                    <a:pt x="118" y="80"/>
                    <a:pt x="118" y="80"/>
                  </a:cubicBezTo>
                  <a:cubicBezTo>
                    <a:pt x="118" y="81"/>
                    <a:pt x="118" y="81"/>
                    <a:pt x="117" y="81"/>
                  </a:cubicBezTo>
                  <a:cubicBezTo>
                    <a:pt x="117" y="82"/>
                    <a:pt x="115" y="81"/>
                    <a:pt x="114" y="81"/>
                  </a:cubicBezTo>
                  <a:cubicBezTo>
                    <a:pt x="113" y="81"/>
                    <a:pt x="113" y="82"/>
                    <a:pt x="112" y="82"/>
                  </a:cubicBezTo>
                  <a:cubicBezTo>
                    <a:pt x="112" y="82"/>
                    <a:pt x="111" y="82"/>
                    <a:pt x="110" y="82"/>
                  </a:cubicBezTo>
                  <a:cubicBezTo>
                    <a:pt x="110" y="82"/>
                    <a:pt x="109" y="81"/>
                    <a:pt x="108" y="81"/>
                  </a:cubicBezTo>
                  <a:cubicBezTo>
                    <a:pt x="108" y="81"/>
                    <a:pt x="107" y="81"/>
                    <a:pt x="107" y="81"/>
                  </a:cubicBezTo>
                  <a:cubicBezTo>
                    <a:pt x="106" y="81"/>
                    <a:pt x="106" y="82"/>
                    <a:pt x="106" y="82"/>
                  </a:cubicBezTo>
                  <a:cubicBezTo>
                    <a:pt x="106" y="82"/>
                    <a:pt x="106" y="82"/>
                    <a:pt x="107" y="83"/>
                  </a:cubicBezTo>
                  <a:cubicBezTo>
                    <a:pt x="107" y="83"/>
                    <a:pt x="107" y="83"/>
                    <a:pt x="107" y="84"/>
                  </a:cubicBezTo>
                  <a:cubicBezTo>
                    <a:pt x="107" y="84"/>
                    <a:pt x="107" y="84"/>
                    <a:pt x="106" y="84"/>
                  </a:cubicBezTo>
                  <a:cubicBezTo>
                    <a:pt x="106" y="84"/>
                    <a:pt x="105" y="84"/>
                    <a:pt x="105" y="83"/>
                  </a:cubicBezTo>
                  <a:cubicBezTo>
                    <a:pt x="104" y="83"/>
                    <a:pt x="104" y="83"/>
                    <a:pt x="104" y="83"/>
                  </a:cubicBezTo>
                  <a:cubicBezTo>
                    <a:pt x="104" y="83"/>
                    <a:pt x="103" y="82"/>
                    <a:pt x="103" y="82"/>
                  </a:cubicBezTo>
                  <a:cubicBezTo>
                    <a:pt x="103" y="83"/>
                    <a:pt x="101" y="83"/>
                    <a:pt x="101" y="84"/>
                  </a:cubicBezTo>
                  <a:cubicBezTo>
                    <a:pt x="101" y="84"/>
                    <a:pt x="102" y="84"/>
                    <a:pt x="102" y="85"/>
                  </a:cubicBezTo>
                  <a:cubicBezTo>
                    <a:pt x="102" y="85"/>
                    <a:pt x="103" y="86"/>
                    <a:pt x="104" y="86"/>
                  </a:cubicBezTo>
                  <a:cubicBezTo>
                    <a:pt x="104" y="86"/>
                    <a:pt x="105" y="86"/>
                    <a:pt x="106" y="86"/>
                  </a:cubicBezTo>
                  <a:cubicBezTo>
                    <a:pt x="107" y="86"/>
                    <a:pt x="108" y="85"/>
                    <a:pt x="109" y="85"/>
                  </a:cubicBezTo>
                  <a:cubicBezTo>
                    <a:pt x="109" y="85"/>
                    <a:pt x="111" y="86"/>
                    <a:pt x="111" y="86"/>
                  </a:cubicBezTo>
                  <a:cubicBezTo>
                    <a:pt x="111" y="86"/>
                    <a:pt x="112" y="87"/>
                    <a:pt x="112" y="87"/>
                  </a:cubicBezTo>
                  <a:cubicBezTo>
                    <a:pt x="112" y="87"/>
                    <a:pt x="111" y="88"/>
                    <a:pt x="111" y="88"/>
                  </a:cubicBezTo>
                  <a:cubicBezTo>
                    <a:pt x="111" y="89"/>
                    <a:pt x="111" y="89"/>
                    <a:pt x="110" y="90"/>
                  </a:cubicBezTo>
                  <a:cubicBezTo>
                    <a:pt x="110" y="90"/>
                    <a:pt x="110" y="91"/>
                    <a:pt x="110" y="92"/>
                  </a:cubicBezTo>
                  <a:cubicBezTo>
                    <a:pt x="110" y="92"/>
                    <a:pt x="110" y="93"/>
                    <a:pt x="110" y="93"/>
                  </a:cubicBezTo>
                  <a:cubicBezTo>
                    <a:pt x="111" y="93"/>
                    <a:pt x="111" y="92"/>
                    <a:pt x="111" y="92"/>
                  </a:cubicBezTo>
                  <a:cubicBezTo>
                    <a:pt x="111" y="92"/>
                    <a:pt x="112" y="91"/>
                    <a:pt x="112" y="90"/>
                  </a:cubicBezTo>
                  <a:cubicBezTo>
                    <a:pt x="112" y="90"/>
                    <a:pt x="113" y="90"/>
                    <a:pt x="113" y="90"/>
                  </a:cubicBezTo>
                  <a:cubicBezTo>
                    <a:pt x="114" y="90"/>
                    <a:pt x="114" y="91"/>
                    <a:pt x="114" y="91"/>
                  </a:cubicBezTo>
                  <a:cubicBezTo>
                    <a:pt x="115" y="91"/>
                    <a:pt x="115" y="90"/>
                    <a:pt x="115" y="90"/>
                  </a:cubicBezTo>
                  <a:cubicBezTo>
                    <a:pt x="116" y="90"/>
                    <a:pt x="115" y="89"/>
                    <a:pt x="115" y="89"/>
                  </a:cubicBezTo>
                  <a:cubicBezTo>
                    <a:pt x="115" y="88"/>
                    <a:pt x="115" y="87"/>
                    <a:pt x="115" y="87"/>
                  </a:cubicBezTo>
                  <a:cubicBezTo>
                    <a:pt x="115" y="86"/>
                    <a:pt x="115" y="86"/>
                    <a:pt x="115" y="86"/>
                  </a:cubicBezTo>
                  <a:cubicBezTo>
                    <a:pt x="116" y="85"/>
                    <a:pt x="117" y="86"/>
                    <a:pt x="117" y="86"/>
                  </a:cubicBezTo>
                  <a:cubicBezTo>
                    <a:pt x="118" y="85"/>
                    <a:pt x="119" y="85"/>
                    <a:pt x="120" y="85"/>
                  </a:cubicBezTo>
                  <a:cubicBezTo>
                    <a:pt x="120" y="85"/>
                    <a:pt x="122" y="85"/>
                    <a:pt x="122" y="85"/>
                  </a:cubicBezTo>
                  <a:cubicBezTo>
                    <a:pt x="123" y="85"/>
                    <a:pt x="124" y="85"/>
                    <a:pt x="125" y="85"/>
                  </a:cubicBezTo>
                  <a:cubicBezTo>
                    <a:pt x="126" y="85"/>
                    <a:pt x="127" y="84"/>
                    <a:pt x="127" y="84"/>
                  </a:cubicBezTo>
                  <a:cubicBezTo>
                    <a:pt x="128" y="83"/>
                    <a:pt x="129" y="82"/>
                    <a:pt x="130" y="82"/>
                  </a:cubicBezTo>
                  <a:cubicBezTo>
                    <a:pt x="130" y="81"/>
                    <a:pt x="131" y="80"/>
                    <a:pt x="132" y="79"/>
                  </a:cubicBezTo>
                  <a:cubicBezTo>
                    <a:pt x="132" y="79"/>
                    <a:pt x="133" y="78"/>
                    <a:pt x="134" y="78"/>
                  </a:cubicBezTo>
                  <a:cubicBezTo>
                    <a:pt x="134" y="78"/>
                    <a:pt x="135" y="78"/>
                    <a:pt x="136" y="78"/>
                  </a:cubicBezTo>
                  <a:cubicBezTo>
                    <a:pt x="137" y="78"/>
                    <a:pt x="138" y="79"/>
                    <a:pt x="138" y="80"/>
                  </a:cubicBezTo>
                  <a:cubicBezTo>
                    <a:pt x="138" y="80"/>
                    <a:pt x="139" y="82"/>
                    <a:pt x="139" y="82"/>
                  </a:cubicBezTo>
                  <a:cubicBezTo>
                    <a:pt x="139" y="84"/>
                    <a:pt x="139" y="87"/>
                    <a:pt x="139" y="89"/>
                  </a:cubicBezTo>
                  <a:cubicBezTo>
                    <a:pt x="139" y="90"/>
                    <a:pt x="139" y="94"/>
                    <a:pt x="139" y="96"/>
                  </a:cubicBezTo>
                  <a:cubicBezTo>
                    <a:pt x="139" y="96"/>
                    <a:pt x="139" y="98"/>
                    <a:pt x="139" y="99"/>
                  </a:cubicBezTo>
                  <a:cubicBezTo>
                    <a:pt x="139" y="100"/>
                    <a:pt x="139" y="102"/>
                    <a:pt x="139" y="103"/>
                  </a:cubicBezTo>
                  <a:cubicBezTo>
                    <a:pt x="139" y="103"/>
                    <a:pt x="138" y="105"/>
                    <a:pt x="138" y="105"/>
                  </a:cubicBezTo>
                  <a:cubicBezTo>
                    <a:pt x="137" y="106"/>
                    <a:pt x="136" y="106"/>
                    <a:pt x="135" y="107"/>
                  </a:cubicBezTo>
                  <a:cubicBezTo>
                    <a:pt x="134" y="107"/>
                    <a:pt x="132" y="106"/>
                    <a:pt x="131" y="106"/>
                  </a:cubicBezTo>
                  <a:cubicBezTo>
                    <a:pt x="130" y="106"/>
                    <a:pt x="128" y="106"/>
                    <a:pt x="127" y="106"/>
                  </a:cubicBezTo>
                  <a:cubicBezTo>
                    <a:pt x="126" y="107"/>
                    <a:pt x="123" y="107"/>
                    <a:pt x="121" y="107"/>
                  </a:cubicBezTo>
                  <a:cubicBezTo>
                    <a:pt x="120" y="106"/>
                    <a:pt x="119" y="106"/>
                    <a:pt x="118" y="106"/>
                  </a:cubicBezTo>
                  <a:cubicBezTo>
                    <a:pt x="117" y="105"/>
                    <a:pt x="114" y="104"/>
                    <a:pt x="113" y="104"/>
                  </a:cubicBezTo>
                  <a:cubicBezTo>
                    <a:pt x="112" y="103"/>
                    <a:pt x="110" y="103"/>
                    <a:pt x="109" y="103"/>
                  </a:cubicBezTo>
                  <a:cubicBezTo>
                    <a:pt x="108" y="103"/>
                    <a:pt x="106" y="103"/>
                    <a:pt x="105" y="103"/>
                  </a:cubicBezTo>
                  <a:cubicBezTo>
                    <a:pt x="104" y="103"/>
                    <a:pt x="102" y="104"/>
                    <a:pt x="100" y="104"/>
                  </a:cubicBezTo>
                  <a:cubicBezTo>
                    <a:pt x="100" y="104"/>
                    <a:pt x="98" y="105"/>
                    <a:pt x="98" y="105"/>
                  </a:cubicBezTo>
                  <a:cubicBezTo>
                    <a:pt x="98" y="105"/>
                    <a:pt x="96" y="105"/>
                    <a:pt x="95" y="106"/>
                  </a:cubicBezTo>
                  <a:cubicBezTo>
                    <a:pt x="94" y="106"/>
                    <a:pt x="93" y="106"/>
                    <a:pt x="93" y="107"/>
                  </a:cubicBezTo>
                  <a:cubicBezTo>
                    <a:pt x="93" y="107"/>
                    <a:pt x="93" y="108"/>
                    <a:pt x="93" y="108"/>
                  </a:cubicBezTo>
                  <a:cubicBezTo>
                    <a:pt x="93" y="108"/>
                    <a:pt x="94" y="108"/>
                    <a:pt x="95" y="108"/>
                  </a:cubicBezTo>
                  <a:cubicBezTo>
                    <a:pt x="95" y="108"/>
                    <a:pt x="96" y="108"/>
                    <a:pt x="97" y="107"/>
                  </a:cubicBezTo>
                  <a:cubicBezTo>
                    <a:pt x="97" y="107"/>
                    <a:pt x="98" y="107"/>
                    <a:pt x="99" y="106"/>
                  </a:cubicBezTo>
                  <a:cubicBezTo>
                    <a:pt x="100" y="106"/>
                    <a:pt x="101" y="106"/>
                    <a:pt x="101" y="106"/>
                  </a:cubicBezTo>
                  <a:cubicBezTo>
                    <a:pt x="102" y="106"/>
                    <a:pt x="104" y="105"/>
                    <a:pt x="104" y="105"/>
                  </a:cubicBezTo>
                  <a:cubicBezTo>
                    <a:pt x="105" y="105"/>
                    <a:pt x="107" y="105"/>
                    <a:pt x="108" y="105"/>
                  </a:cubicBezTo>
                  <a:cubicBezTo>
                    <a:pt x="110" y="105"/>
                    <a:pt x="112" y="106"/>
                    <a:pt x="113" y="106"/>
                  </a:cubicBezTo>
                  <a:cubicBezTo>
                    <a:pt x="114" y="106"/>
                    <a:pt x="115" y="106"/>
                    <a:pt x="116" y="106"/>
                  </a:cubicBezTo>
                  <a:cubicBezTo>
                    <a:pt x="116" y="107"/>
                    <a:pt x="116" y="108"/>
                    <a:pt x="116" y="108"/>
                  </a:cubicBezTo>
                  <a:cubicBezTo>
                    <a:pt x="116" y="109"/>
                    <a:pt x="116" y="109"/>
                    <a:pt x="116" y="110"/>
                  </a:cubicBezTo>
                  <a:cubicBezTo>
                    <a:pt x="117" y="110"/>
                    <a:pt x="118" y="111"/>
                    <a:pt x="118" y="111"/>
                  </a:cubicBezTo>
                  <a:cubicBezTo>
                    <a:pt x="119" y="112"/>
                    <a:pt x="120" y="112"/>
                    <a:pt x="120" y="112"/>
                  </a:cubicBezTo>
                  <a:cubicBezTo>
                    <a:pt x="121" y="113"/>
                    <a:pt x="121" y="114"/>
                    <a:pt x="121" y="114"/>
                  </a:cubicBezTo>
                  <a:cubicBezTo>
                    <a:pt x="121" y="115"/>
                    <a:pt x="121" y="115"/>
                    <a:pt x="121" y="116"/>
                  </a:cubicBezTo>
                  <a:cubicBezTo>
                    <a:pt x="120" y="116"/>
                    <a:pt x="119" y="116"/>
                    <a:pt x="118" y="116"/>
                  </a:cubicBezTo>
                  <a:cubicBezTo>
                    <a:pt x="118" y="116"/>
                    <a:pt x="117" y="116"/>
                    <a:pt x="117" y="117"/>
                  </a:cubicBezTo>
                  <a:cubicBezTo>
                    <a:pt x="117" y="117"/>
                    <a:pt x="116" y="117"/>
                    <a:pt x="117" y="117"/>
                  </a:cubicBezTo>
                  <a:cubicBezTo>
                    <a:pt x="117" y="118"/>
                    <a:pt x="118" y="117"/>
                    <a:pt x="119" y="117"/>
                  </a:cubicBezTo>
                  <a:cubicBezTo>
                    <a:pt x="119" y="117"/>
                    <a:pt x="119" y="117"/>
                    <a:pt x="119" y="117"/>
                  </a:cubicBezTo>
                  <a:cubicBezTo>
                    <a:pt x="120" y="117"/>
                    <a:pt x="120" y="118"/>
                    <a:pt x="120" y="118"/>
                  </a:cubicBezTo>
                  <a:cubicBezTo>
                    <a:pt x="120" y="118"/>
                    <a:pt x="119" y="119"/>
                    <a:pt x="119" y="119"/>
                  </a:cubicBezTo>
                  <a:cubicBezTo>
                    <a:pt x="119" y="120"/>
                    <a:pt x="119" y="120"/>
                    <a:pt x="119" y="121"/>
                  </a:cubicBezTo>
                  <a:cubicBezTo>
                    <a:pt x="120" y="121"/>
                    <a:pt x="120" y="121"/>
                    <a:pt x="120" y="121"/>
                  </a:cubicBezTo>
                  <a:cubicBezTo>
                    <a:pt x="121" y="121"/>
                    <a:pt x="121" y="120"/>
                    <a:pt x="122" y="120"/>
                  </a:cubicBezTo>
                  <a:cubicBezTo>
                    <a:pt x="122" y="120"/>
                    <a:pt x="123" y="121"/>
                    <a:pt x="123" y="121"/>
                  </a:cubicBezTo>
                  <a:cubicBezTo>
                    <a:pt x="124" y="121"/>
                    <a:pt x="125" y="122"/>
                    <a:pt x="126" y="123"/>
                  </a:cubicBezTo>
                  <a:cubicBezTo>
                    <a:pt x="126" y="123"/>
                    <a:pt x="127" y="124"/>
                    <a:pt x="127" y="124"/>
                  </a:cubicBezTo>
                  <a:cubicBezTo>
                    <a:pt x="128" y="124"/>
                    <a:pt x="128" y="125"/>
                    <a:pt x="128" y="125"/>
                  </a:cubicBezTo>
                  <a:cubicBezTo>
                    <a:pt x="128" y="125"/>
                    <a:pt x="128" y="126"/>
                    <a:pt x="128" y="126"/>
                  </a:cubicBezTo>
                  <a:cubicBezTo>
                    <a:pt x="127" y="127"/>
                    <a:pt x="127" y="127"/>
                    <a:pt x="126" y="128"/>
                  </a:cubicBezTo>
                  <a:cubicBezTo>
                    <a:pt x="125" y="128"/>
                    <a:pt x="124" y="127"/>
                    <a:pt x="123" y="127"/>
                  </a:cubicBezTo>
                  <a:cubicBezTo>
                    <a:pt x="123" y="127"/>
                    <a:pt x="122" y="128"/>
                    <a:pt x="121" y="127"/>
                  </a:cubicBezTo>
                  <a:cubicBezTo>
                    <a:pt x="120" y="127"/>
                    <a:pt x="119" y="126"/>
                    <a:pt x="119" y="126"/>
                  </a:cubicBezTo>
                  <a:cubicBezTo>
                    <a:pt x="119" y="125"/>
                    <a:pt x="119" y="124"/>
                    <a:pt x="118" y="124"/>
                  </a:cubicBezTo>
                  <a:cubicBezTo>
                    <a:pt x="118" y="124"/>
                    <a:pt x="116" y="125"/>
                    <a:pt x="115" y="125"/>
                  </a:cubicBezTo>
                  <a:cubicBezTo>
                    <a:pt x="115" y="125"/>
                    <a:pt x="114" y="123"/>
                    <a:pt x="113" y="123"/>
                  </a:cubicBezTo>
                  <a:cubicBezTo>
                    <a:pt x="113" y="123"/>
                    <a:pt x="112" y="122"/>
                    <a:pt x="111" y="122"/>
                  </a:cubicBezTo>
                  <a:cubicBezTo>
                    <a:pt x="110" y="121"/>
                    <a:pt x="108" y="122"/>
                    <a:pt x="107" y="122"/>
                  </a:cubicBezTo>
                  <a:cubicBezTo>
                    <a:pt x="106" y="122"/>
                    <a:pt x="104" y="122"/>
                    <a:pt x="103" y="122"/>
                  </a:cubicBezTo>
                  <a:cubicBezTo>
                    <a:pt x="102" y="121"/>
                    <a:pt x="100" y="120"/>
                    <a:pt x="99" y="120"/>
                  </a:cubicBezTo>
                  <a:cubicBezTo>
                    <a:pt x="98" y="120"/>
                    <a:pt x="97" y="119"/>
                    <a:pt x="97" y="119"/>
                  </a:cubicBezTo>
                  <a:cubicBezTo>
                    <a:pt x="96" y="119"/>
                    <a:pt x="96" y="120"/>
                    <a:pt x="96" y="121"/>
                  </a:cubicBezTo>
                  <a:cubicBezTo>
                    <a:pt x="96" y="122"/>
                    <a:pt x="96" y="123"/>
                    <a:pt x="96" y="123"/>
                  </a:cubicBezTo>
                  <a:cubicBezTo>
                    <a:pt x="96" y="124"/>
                    <a:pt x="95" y="125"/>
                    <a:pt x="95" y="126"/>
                  </a:cubicBezTo>
                  <a:cubicBezTo>
                    <a:pt x="95" y="126"/>
                    <a:pt x="95" y="128"/>
                    <a:pt x="95" y="129"/>
                  </a:cubicBezTo>
                  <a:cubicBezTo>
                    <a:pt x="95" y="129"/>
                    <a:pt x="95" y="130"/>
                    <a:pt x="96" y="130"/>
                  </a:cubicBezTo>
                  <a:cubicBezTo>
                    <a:pt x="95" y="131"/>
                    <a:pt x="93" y="131"/>
                    <a:pt x="93" y="131"/>
                  </a:cubicBezTo>
                  <a:cubicBezTo>
                    <a:pt x="92" y="131"/>
                    <a:pt x="91" y="130"/>
                    <a:pt x="91" y="130"/>
                  </a:cubicBezTo>
                  <a:cubicBezTo>
                    <a:pt x="90" y="130"/>
                    <a:pt x="89" y="129"/>
                    <a:pt x="88" y="129"/>
                  </a:cubicBezTo>
                  <a:cubicBezTo>
                    <a:pt x="88" y="129"/>
                    <a:pt x="87" y="129"/>
                    <a:pt x="87" y="129"/>
                  </a:cubicBezTo>
                  <a:cubicBezTo>
                    <a:pt x="87" y="129"/>
                    <a:pt x="87" y="129"/>
                    <a:pt x="87" y="130"/>
                  </a:cubicBezTo>
                  <a:cubicBezTo>
                    <a:pt x="87" y="130"/>
                    <a:pt x="87" y="131"/>
                    <a:pt x="87" y="131"/>
                  </a:cubicBezTo>
                  <a:cubicBezTo>
                    <a:pt x="88" y="131"/>
                    <a:pt x="89" y="131"/>
                    <a:pt x="90" y="131"/>
                  </a:cubicBezTo>
                  <a:cubicBezTo>
                    <a:pt x="90" y="131"/>
                    <a:pt x="91" y="131"/>
                    <a:pt x="91" y="132"/>
                  </a:cubicBezTo>
                  <a:cubicBezTo>
                    <a:pt x="92" y="132"/>
                    <a:pt x="93" y="132"/>
                    <a:pt x="93" y="133"/>
                  </a:cubicBezTo>
                  <a:cubicBezTo>
                    <a:pt x="94" y="133"/>
                    <a:pt x="94" y="134"/>
                    <a:pt x="94" y="135"/>
                  </a:cubicBezTo>
                  <a:cubicBezTo>
                    <a:pt x="94" y="135"/>
                    <a:pt x="93" y="135"/>
                    <a:pt x="92" y="135"/>
                  </a:cubicBezTo>
                  <a:cubicBezTo>
                    <a:pt x="92" y="136"/>
                    <a:pt x="91" y="137"/>
                    <a:pt x="90" y="138"/>
                  </a:cubicBezTo>
                  <a:cubicBezTo>
                    <a:pt x="90" y="138"/>
                    <a:pt x="89" y="137"/>
                    <a:pt x="88" y="137"/>
                  </a:cubicBezTo>
                  <a:cubicBezTo>
                    <a:pt x="88" y="137"/>
                    <a:pt x="87" y="136"/>
                    <a:pt x="87" y="136"/>
                  </a:cubicBezTo>
                  <a:cubicBezTo>
                    <a:pt x="86" y="135"/>
                    <a:pt x="86" y="135"/>
                    <a:pt x="85" y="135"/>
                  </a:cubicBezTo>
                  <a:cubicBezTo>
                    <a:pt x="85" y="135"/>
                    <a:pt x="84" y="134"/>
                    <a:pt x="84" y="134"/>
                  </a:cubicBezTo>
                  <a:cubicBezTo>
                    <a:pt x="83" y="134"/>
                    <a:pt x="83" y="133"/>
                    <a:pt x="83" y="133"/>
                  </a:cubicBezTo>
                  <a:cubicBezTo>
                    <a:pt x="82" y="132"/>
                    <a:pt x="82" y="131"/>
                    <a:pt x="81" y="131"/>
                  </a:cubicBezTo>
                  <a:cubicBezTo>
                    <a:pt x="81" y="130"/>
                    <a:pt x="79" y="129"/>
                    <a:pt x="79" y="128"/>
                  </a:cubicBezTo>
                  <a:cubicBezTo>
                    <a:pt x="79" y="128"/>
                    <a:pt x="78" y="127"/>
                    <a:pt x="78" y="127"/>
                  </a:cubicBezTo>
                  <a:cubicBezTo>
                    <a:pt x="77" y="127"/>
                    <a:pt x="77" y="128"/>
                    <a:pt x="77" y="128"/>
                  </a:cubicBezTo>
                  <a:cubicBezTo>
                    <a:pt x="77" y="128"/>
                    <a:pt x="76" y="128"/>
                    <a:pt x="76" y="128"/>
                  </a:cubicBezTo>
                  <a:cubicBezTo>
                    <a:pt x="75" y="128"/>
                    <a:pt x="74" y="129"/>
                    <a:pt x="73" y="129"/>
                  </a:cubicBezTo>
                  <a:cubicBezTo>
                    <a:pt x="73" y="130"/>
                    <a:pt x="72" y="130"/>
                    <a:pt x="71" y="130"/>
                  </a:cubicBezTo>
                  <a:cubicBezTo>
                    <a:pt x="71" y="130"/>
                    <a:pt x="69" y="129"/>
                    <a:pt x="69" y="129"/>
                  </a:cubicBezTo>
                  <a:cubicBezTo>
                    <a:pt x="68" y="129"/>
                    <a:pt x="67" y="129"/>
                    <a:pt x="66" y="129"/>
                  </a:cubicBezTo>
                  <a:cubicBezTo>
                    <a:pt x="66" y="129"/>
                    <a:pt x="64" y="129"/>
                    <a:pt x="64" y="129"/>
                  </a:cubicBezTo>
                  <a:cubicBezTo>
                    <a:pt x="64" y="129"/>
                    <a:pt x="63" y="128"/>
                    <a:pt x="63" y="128"/>
                  </a:cubicBezTo>
                  <a:cubicBezTo>
                    <a:pt x="62" y="127"/>
                    <a:pt x="61" y="127"/>
                    <a:pt x="60" y="127"/>
                  </a:cubicBezTo>
                  <a:cubicBezTo>
                    <a:pt x="60" y="127"/>
                    <a:pt x="59" y="127"/>
                    <a:pt x="58" y="127"/>
                  </a:cubicBezTo>
                  <a:cubicBezTo>
                    <a:pt x="57" y="127"/>
                    <a:pt x="56" y="127"/>
                    <a:pt x="55" y="127"/>
                  </a:cubicBezTo>
                  <a:cubicBezTo>
                    <a:pt x="55" y="127"/>
                    <a:pt x="54" y="127"/>
                    <a:pt x="54" y="127"/>
                  </a:cubicBezTo>
                  <a:cubicBezTo>
                    <a:pt x="54" y="127"/>
                    <a:pt x="53" y="127"/>
                    <a:pt x="53" y="126"/>
                  </a:cubicBezTo>
                  <a:cubicBezTo>
                    <a:pt x="53" y="126"/>
                    <a:pt x="53" y="125"/>
                    <a:pt x="53" y="125"/>
                  </a:cubicBezTo>
                  <a:cubicBezTo>
                    <a:pt x="52" y="125"/>
                    <a:pt x="52" y="125"/>
                    <a:pt x="51" y="125"/>
                  </a:cubicBezTo>
                  <a:cubicBezTo>
                    <a:pt x="51" y="125"/>
                    <a:pt x="50" y="124"/>
                    <a:pt x="50" y="124"/>
                  </a:cubicBezTo>
                  <a:cubicBezTo>
                    <a:pt x="49" y="124"/>
                    <a:pt x="50" y="123"/>
                    <a:pt x="50" y="122"/>
                  </a:cubicBezTo>
                  <a:cubicBezTo>
                    <a:pt x="49" y="122"/>
                    <a:pt x="48" y="122"/>
                    <a:pt x="47" y="122"/>
                  </a:cubicBezTo>
                  <a:cubicBezTo>
                    <a:pt x="47" y="122"/>
                    <a:pt x="46" y="123"/>
                    <a:pt x="45" y="123"/>
                  </a:cubicBezTo>
                  <a:cubicBezTo>
                    <a:pt x="45" y="123"/>
                    <a:pt x="44" y="122"/>
                    <a:pt x="44" y="121"/>
                  </a:cubicBezTo>
                  <a:cubicBezTo>
                    <a:pt x="44" y="121"/>
                    <a:pt x="44" y="120"/>
                    <a:pt x="44" y="120"/>
                  </a:cubicBezTo>
                  <a:cubicBezTo>
                    <a:pt x="44" y="119"/>
                    <a:pt x="44" y="119"/>
                    <a:pt x="43" y="119"/>
                  </a:cubicBezTo>
                  <a:cubicBezTo>
                    <a:pt x="43" y="118"/>
                    <a:pt x="42" y="118"/>
                    <a:pt x="41" y="117"/>
                  </a:cubicBezTo>
                  <a:cubicBezTo>
                    <a:pt x="41" y="117"/>
                    <a:pt x="41" y="115"/>
                    <a:pt x="41" y="114"/>
                  </a:cubicBezTo>
                  <a:cubicBezTo>
                    <a:pt x="41" y="114"/>
                    <a:pt x="40" y="112"/>
                    <a:pt x="39" y="112"/>
                  </a:cubicBezTo>
                  <a:cubicBezTo>
                    <a:pt x="38" y="112"/>
                    <a:pt x="36" y="112"/>
                    <a:pt x="35" y="113"/>
                  </a:cubicBezTo>
                  <a:cubicBezTo>
                    <a:pt x="35" y="113"/>
                    <a:pt x="34" y="114"/>
                    <a:pt x="33" y="114"/>
                  </a:cubicBezTo>
                  <a:cubicBezTo>
                    <a:pt x="32" y="114"/>
                    <a:pt x="30" y="114"/>
                    <a:pt x="29" y="114"/>
                  </a:cubicBezTo>
                  <a:cubicBezTo>
                    <a:pt x="29" y="114"/>
                    <a:pt x="28" y="113"/>
                    <a:pt x="28" y="114"/>
                  </a:cubicBezTo>
                  <a:cubicBezTo>
                    <a:pt x="27" y="114"/>
                    <a:pt x="26" y="114"/>
                    <a:pt x="25" y="115"/>
                  </a:cubicBezTo>
                  <a:cubicBezTo>
                    <a:pt x="24" y="115"/>
                    <a:pt x="22" y="115"/>
                    <a:pt x="21" y="115"/>
                  </a:cubicBezTo>
                  <a:cubicBezTo>
                    <a:pt x="20" y="115"/>
                    <a:pt x="19" y="116"/>
                    <a:pt x="18" y="116"/>
                  </a:cubicBezTo>
                  <a:cubicBezTo>
                    <a:pt x="16" y="116"/>
                    <a:pt x="13" y="117"/>
                    <a:pt x="12" y="116"/>
                  </a:cubicBezTo>
                  <a:cubicBezTo>
                    <a:pt x="11" y="116"/>
                    <a:pt x="11" y="115"/>
                    <a:pt x="11" y="114"/>
                  </a:cubicBezTo>
                  <a:cubicBezTo>
                    <a:pt x="10" y="114"/>
                    <a:pt x="9" y="113"/>
                    <a:pt x="8" y="112"/>
                  </a:cubicBezTo>
                  <a:cubicBezTo>
                    <a:pt x="8" y="112"/>
                    <a:pt x="8" y="111"/>
                    <a:pt x="7" y="110"/>
                  </a:cubicBezTo>
                  <a:cubicBezTo>
                    <a:pt x="7" y="110"/>
                    <a:pt x="6" y="109"/>
                    <a:pt x="6" y="109"/>
                  </a:cubicBezTo>
                  <a:cubicBezTo>
                    <a:pt x="5" y="108"/>
                    <a:pt x="5" y="107"/>
                    <a:pt x="4" y="106"/>
                  </a:cubicBezTo>
                  <a:cubicBezTo>
                    <a:pt x="4" y="106"/>
                    <a:pt x="3" y="106"/>
                    <a:pt x="2" y="105"/>
                  </a:cubicBezTo>
                  <a:cubicBezTo>
                    <a:pt x="2" y="105"/>
                    <a:pt x="0" y="105"/>
                    <a:pt x="0" y="105"/>
                  </a:cubicBezTo>
                  <a:cubicBezTo>
                    <a:pt x="0" y="104"/>
                    <a:pt x="0" y="103"/>
                    <a:pt x="0" y="103"/>
                  </a:cubicBezTo>
                  <a:cubicBezTo>
                    <a:pt x="0" y="102"/>
                    <a:pt x="0" y="100"/>
                    <a:pt x="0" y="99"/>
                  </a:cubicBezTo>
                  <a:cubicBezTo>
                    <a:pt x="0" y="99"/>
                    <a:pt x="0" y="98"/>
                    <a:pt x="0" y="98"/>
                  </a:cubicBezTo>
                  <a:cubicBezTo>
                    <a:pt x="0" y="98"/>
                    <a:pt x="0" y="98"/>
                    <a:pt x="0" y="98"/>
                  </a:cubicBezTo>
                  <a:cubicBezTo>
                    <a:pt x="0" y="98"/>
                    <a:pt x="0" y="97"/>
                    <a:pt x="0" y="96"/>
                  </a:cubicBezTo>
                  <a:cubicBezTo>
                    <a:pt x="0" y="96"/>
                    <a:pt x="0" y="94"/>
                    <a:pt x="1" y="94"/>
                  </a:cubicBezTo>
                  <a:cubicBezTo>
                    <a:pt x="1" y="93"/>
                    <a:pt x="1" y="91"/>
                    <a:pt x="1" y="90"/>
                  </a:cubicBezTo>
                  <a:cubicBezTo>
                    <a:pt x="1" y="89"/>
                    <a:pt x="1" y="88"/>
                    <a:pt x="1" y="87"/>
                  </a:cubicBezTo>
                  <a:cubicBezTo>
                    <a:pt x="1" y="86"/>
                    <a:pt x="2" y="84"/>
                    <a:pt x="3" y="84"/>
                  </a:cubicBezTo>
                  <a:cubicBezTo>
                    <a:pt x="3" y="82"/>
                    <a:pt x="4" y="80"/>
                    <a:pt x="5" y="79"/>
                  </a:cubicBezTo>
                  <a:cubicBezTo>
                    <a:pt x="6" y="79"/>
                    <a:pt x="7" y="77"/>
                    <a:pt x="8" y="77"/>
                  </a:cubicBezTo>
                  <a:cubicBezTo>
                    <a:pt x="9" y="76"/>
                    <a:pt x="12" y="76"/>
                    <a:pt x="13" y="76"/>
                  </a:cubicBezTo>
                  <a:cubicBezTo>
                    <a:pt x="15" y="75"/>
                    <a:pt x="17" y="75"/>
                    <a:pt x="18" y="74"/>
                  </a:cubicBezTo>
                  <a:cubicBezTo>
                    <a:pt x="19" y="74"/>
                    <a:pt x="20" y="73"/>
                    <a:pt x="20" y="72"/>
                  </a:cubicBezTo>
                  <a:cubicBezTo>
                    <a:pt x="21" y="72"/>
                    <a:pt x="22" y="71"/>
                    <a:pt x="22" y="70"/>
                  </a:cubicBezTo>
                  <a:cubicBezTo>
                    <a:pt x="23" y="70"/>
                    <a:pt x="23" y="69"/>
                    <a:pt x="24" y="69"/>
                  </a:cubicBezTo>
                  <a:cubicBezTo>
                    <a:pt x="24" y="69"/>
                    <a:pt x="26" y="69"/>
                    <a:pt x="26" y="69"/>
                  </a:cubicBezTo>
                  <a:cubicBezTo>
                    <a:pt x="26" y="68"/>
                    <a:pt x="27" y="68"/>
                    <a:pt x="28" y="68"/>
                  </a:cubicBezTo>
                  <a:cubicBezTo>
                    <a:pt x="28" y="67"/>
                    <a:pt x="28" y="66"/>
                    <a:pt x="28" y="66"/>
                  </a:cubicBezTo>
                  <a:cubicBezTo>
                    <a:pt x="27" y="65"/>
                    <a:pt x="26" y="65"/>
                    <a:pt x="26" y="65"/>
                  </a:cubicBezTo>
                  <a:cubicBezTo>
                    <a:pt x="25" y="65"/>
                    <a:pt x="25" y="64"/>
                    <a:pt x="25" y="64"/>
                  </a:cubicBezTo>
                  <a:cubicBezTo>
                    <a:pt x="25" y="63"/>
                    <a:pt x="25" y="62"/>
                    <a:pt x="25" y="61"/>
                  </a:cubicBezTo>
                  <a:cubicBezTo>
                    <a:pt x="25" y="60"/>
                    <a:pt x="25" y="59"/>
                    <a:pt x="25" y="59"/>
                  </a:cubicBezTo>
                  <a:cubicBezTo>
                    <a:pt x="25" y="58"/>
                    <a:pt x="26" y="58"/>
                    <a:pt x="27" y="58"/>
                  </a:cubicBezTo>
                  <a:cubicBezTo>
                    <a:pt x="27" y="58"/>
                    <a:pt x="28" y="58"/>
                    <a:pt x="28" y="58"/>
                  </a:cubicBezTo>
                  <a:cubicBezTo>
                    <a:pt x="28" y="58"/>
                    <a:pt x="29" y="58"/>
                    <a:pt x="29" y="58"/>
                  </a:cubicBezTo>
                  <a:cubicBezTo>
                    <a:pt x="29" y="57"/>
                    <a:pt x="29" y="56"/>
                    <a:pt x="29" y="56"/>
                  </a:cubicBezTo>
                  <a:cubicBezTo>
                    <a:pt x="29" y="56"/>
                    <a:pt x="27" y="56"/>
                    <a:pt x="26" y="55"/>
                  </a:cubicBezTo>
                  <a:cubicBezTo>
                    <a:pt x="26" y="55"/>
                    <a:pt x="25" y="54"/>
                    <a:pt x="25" y="54"/>
                  </a:cubicBezTo>
                  <a:cubicBezTo>
                    <a:pt x="25" y="53"/>
                    <a:pt x="25" y="53"/>
                    <a:pt x="25" y="52"/>
                  </a:cubicBezTo>
                  <a:cubicBezTo>
                    <a:pt x="25" y="52"/>
                    <a:pt x="25" y="51"/>
                    <a:pt x="25" y="51"/>
                  </a:cubicBezTo>
                  <a:cubicBezTo>
                    <a:pt x="25" y="51"/>
                    <a:pt x="25" y="50"/>
                    <a:pt x="25" y="49"/>
                  </a:cubicBezTo>
                  <a:cubicBezTo>
                    <a:pt x="25" y="49"/>
                    <a:pt x="23" y="49"/>
                    <a:pt x="23" y="49"/>
                  </a:cubicBezTo>
                  <a:cubicBezTo>
                    <a:pt x="23" y="49"/>
                    <a:pt x="22" y="49"/>
                    <a:pt x="22" y="49"/>
                  </a:cubicBezTo>
                  <a:cubicBezTo>
                    <a:pt x="21" y="50"/>
                    <a:pt x="20" y="50"/>
                    <a:pt x="19" y="50"/>
                  </a:cubicBezTo>
                  <a:cubicBezTo>
                    <a:pt x="19" y="50"/>
                    <a:pt x="18" y="50"/>
                    <a:pt x="18" y="50"/>
                  </a:cubicBezTo>
                  <a:cubicBezTo>
                    <a:pt x="18" y="50"/>
                    <a:pt x="17" y="48"/>
                    <a:pt x="17" y="47"/>
                  </a:cubicBezTo>
                  <a:cubicBezTo>
                    <a:pt x="17" y="46"/>
                    <a:pt x="16" y="44"/>
                    <a:pt x="16" y="42"/>
                  </a:cubicBezTo>
                  <a:cubicBezTo>
                    <a:pt x="16" y="41"/>
                    <a:pt x="15" y="37"/>
                    <a:pt x="14" y="35"/>
                  </a:cubicBezTo>
                  <a:cubicBezTo>
                    <a:pt x="14" y="35"/>
                    <a:pt x="14" y="34"/>
                    <a:pt x="14" y="33"/>
                  </a:cubicBezTo>
                  <a:cubicBezTo>
                    <a:pt x="14" y="33"/>
                    <a:pt x="12" y="32"/>
                    <a:pt x="12" y="32"/>
                  </a:cubicBezTo>
                  <a:cubicBezTo>
                    <a:pt x="11" y="32"/>
                    <a:pt x="10" y="31"/>
                    <a:pt x="10" y="31"/>
                  </a:cubicBezTo>
                  <a:cubicBezTo>
                    <a:pt x="9" y="30"/>
                    <a:pt x="9" y="29"/>
                    <a:pt x="9" y="29"/>
                  </a:cubicBezTo>
                  <a:cubicBezTo>
                    <a:pt x="9" y="29"/>
                    <a:pt x="8" y="28"/>
                    <a:pt x="8" y="27"/>
                  </a:cubicBezTo>
                  <a:cubicBezTo>
                    <a:pt x="8" y="27"/>
                    <a:pt x="8" y="25"/>
                    <a:pt x="8" y="24"/>
                  </a:cubicBezTo>
                  <a:cubicBezTo>
                    <a:pt x="8" y="24"/>
                    <a:pt x="7" y="22"/>
                    <a:pt x="7" y="21"/>
                  </a:cubicBezTo>
                  <a:cubicBezTo>
                    <a:pt x="7" y="21"/>
                    <a:pt x="7" y="21"/>
                    <a:pt x="7" y="21"/>
                  </a:cubicBezTo>
                  <a:cubicBezTo>
                    <a:pt x="7" y="21"/>
                    <a:pt x="8" y="21"/>
                    <a:pt x="9" y="21"/>
                  </a:cubicBezTo>
                  <a:cubicBezTo>
                    <a:pt x="9" y="20"/>
                    <a:pt x="10" y="18"/>
                    <a:pt x="10" y="18"/>
                  </a:cubicBezTo>
                  <a:cubicBezTo>
                    <a:pt x="10" y="17"/>
                    <a:pt x="10" y="16"/>
                    <a:pt x="10" y="15"/>
                  </a:cubicBezTo>
                  <a:cubicBezTo>
                    <a:pt x="10" y="14"/>
                    <a:pt x="11" y="13"/>
                    <a:pt x="12" y="13"/>
                  </a:cubicBezTo>
                  <a:cubicBezTo>
                    <a:pt x="12" y="12"/>
                    <a:pt x="13" y="12"/>
                    <a:pt x="13" y="13"/>
                  </a:cubicBezTo>
                  <a:cubicBezTo>
                    <a:pt x="14" y="13"/>
                    <a:pt x="15" y="14"/>
                    <a:pt x="16" y="14"/>
                  </a:cubicBezTo>
                  <a:cubicBezTo>
                    <a:pt x="16" y="15"/>
                    <a:pt x="17" y="15"/>
                    <a:pt x="18" y="15"/>
                  </a:cubicBezTo>
                  <a:cubicBezTo>
                    <a:pt x="18" y="15"/>
                    <a:pt x="20" y="14"/>
                    <a:pt x="20" y="13"/>
                  </a:cubicBezTo>
                  <a:cubicBezTo>
                    <a:pt x="21" y="13"/>
                    <a:pt x="21" y="11"/>
                    <a:pt x="22" y="10"/>
                  </a:cubicBezTo>
                  <a:cubicBezTo>
                    <a:pt x="22" y="9"/>
                    <a:pt x="24" y="8"/>
                    <a:pt x="25" y="7"/>
                  </a:cubicBezTo>
                  <a:cubicBezTo>
                    <a:pt x="25" y="6"/>
                    <a:pt x="26" y="6"/>
                    <a:pt x="27" y="5"/>
                  </a:cubicBezTo>
                  <a:cubicBezTo>
                    <a:pt x="27" y="5"/>
                    <a:pt x="29" y="5"/>
                    <a:pt x="30" y="5"/>
                  </a:cubicBezTo>
                  <a:cubicBezTo>
                    <a:pt x="30" y="6"/>
                    <a:pt x="31" y="7"/>
                    <a:pt x="32" y="7"/>
                  </a:cubicBezTo>
                  <a:cubicBezTo>
                    <a:pt x="33" y="7"/>
                    <a:pt x="34" y="7"/>
                    <a:pt x="35" y="6"/>
                  </a:cubicBezTo>
                  <a:cubicBezTo>
                    <a:pt x="36" y="6"/>
                    <a:pt x="37" y="5"/>
                    <a:pt x="37" y="5"/>
                  </a:cubicBezTo>
                  <a:cubicBezTo>
                    <a:pt x="38" y="4"/>
                    <a:pt x="40" y="4"/>
                    <a:pt x="41" y="4"/>
                  </a:cubicBezTo>
                  <a:cubicBezTo>
                    <a:pt x="41" y="5"/>
                    <a:pt x="43" y="5"/>
                    <a:pt x="43" y="6"/>
                  </a:cubicBezTo>
                  <a:cubicBezTo>
                    <a:pt x="44" y="7"/>
                    <a:pt x="45" y="8"/>
                    <a:pt x="46" y="9"/>
                  </a:cubicBezTo>
                  <a:cubicBezTo>
                    <a:pt x="47" y="10"/>
                    <a:pt x="49" y="11"/>
                    <a:pt x="49" y="11"/>
                  </a:cubicBezTo>
                  <a:cubicBezTo>
                    <a:pt x="50" y="12"/>
                    <a:pt x="50" y="13"/>
                    <a:pt x="51" y="13"/>
                  </a:cubicBezTo>
                  <a:cubicBezTo>
                    <a:pt x="51" y="14"/>
                    <a:pt x="51" y="15"/>
                    <a:pt x="52" y="15"/>
                  </a:cubicBezTo>
                  <a:cubicBezTo>
                    <a:pt x="52" y="15"/>
                    <a:pt x="53" y="15"/>
                    <a:pt x="53" y="14"/>
                  </a:cubicBezTo>
                  <a:cubicBezTo>
                    <a:pt x="54" y="14"/>
                    <a:pt x="53" y="12"/>
                    <a:pt x="53" y="12"/>
                  </a:cubicBezTo>
                  <a:cubicBezTo>
                    <a:pt x="54" y="11"/>
                    <a:pt x="54" y="10"/>
                    <a:pt x="55" y="9"/>
                  </a:cubicBezTo>
                  <a:cubicBezTo>
                    <a:pt x="55" y="9"/>
                    <a:pt x="57" y="8"/>
                    <a:pt x="57" y="8"/>
                  </a:cubicBezTo>
                  <a:cubicBezTo>
                    <a:pt x="57" y="8"/>
                    <a:pt x="57" y="8"/>
                    <a:pt x="57"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127"/>
            <p:cNvSpPr>
              <a:spLocks/>
            </p:cNvSpPr>
            <p:nvPr/>
          </p:nvSpPr>
          <p:spPr bwMode="auto">
            <a:xfrm>
              <a:off x="2820988" y="3883026"/>
              <a:ext cx="22225" cy="12700"/>
            </a:xfrm>
            <a:custGeom>
              <a:avLst/>
              <a:gdLst/>
              <a:ahLst/>
              <a:cxnLst>
                <a:cxn ang="0">
                  <a:pos x="10" y="5"/>
                </a:cxn>
                <a:cxn ang="0">
                  <a:pos x="7" y="5"/>
                </a:cxn>
                <a:cxn ang="0">
                  <a:pos x="4" y="4"/>
                </a:cxn>
                <a:cxn ang="0">
                  <a:pos x="3" y="3"/>
                </a:cxn>
                <a:cxn ang="0">
                  <a:pos x="1" y="1"/>
                </a:cxn>
                <a:cxn ang="0">
                  <a:pos x="0" y="0"/>
                </a:cxn>
                <a:cxn ang="0">
                  <a:pos x="2" y="0"/>
                </a:cxn>
                <a:cxn ang="0">
                  <a:pos x="3" y="1"/>
                </a:cxn>
                <a:cxn ang="0">
                  <a:pos x="6" y="1"/>
                </a:cxn>
                <a:cxn ang="0">
                  <a:pos x="10" y="1"/>
                </a:cxn>
                <a:cxn ang="0">
                  <a:pos x="11" y="2"/>
                </a:cxn>
                <a:cxn ang="0">
                  <a:pos x="11" y="4"/>
                </a:cxn>
                <a:cxn ang="0">
                  <a:pos x="11" y="5"/>
                </a:cxn>
                <a:cxn ang="0">
                  <a:pos x="10" y="5"/>
                </a:cxn>
              </a:cxnLst>
              <a:rect l="0" t="0" r="r" b="b"/>
              <a:pathLst>
                <a:path w="12" h="6">
                  <a:moveTo>
                    <a:pt x="10" y="5"/>
                  </a:moveTo>
                  <a:cubicBezTo>
                    <a:pt x="9" y="6"/>
                    <a:pt x="7" y="5"/>
                    <a:pt x="7" y="5"/>
                  </a:cubicBezTo>
                  <a:cubicBezTo>
                    <a:pt x="6" y="5"/>
                    <a:pt x="5" y="5"/>
                    <a:pt x="4" y="4"/>
                  </a:cubicBezTo>
                  <a:cubicBezTo>
                    <a:pt x="4" y="4"/>
                    <a:pt x="3" y="3"/>
                    <a:pt x="3" y="3"/>
                  </a:cubicBezTo>
                  <a:cubicBezTo>
                    <a:pt x="2" y="2"/>
                    <a:pt x="1" y="2"/>
                    <a:pt x="1" y="1"/>
                  </a:cubicBezTo>
                  <a:cubicBezTo>
                    <a:pt x="0" y="1"/>
                    <a:pt x="0" y="0"/>
                    <a:pt x="0" y="0"/>
                  </a:cubicBezTo>
                  <a:cubicBezTo>
                    <a:pt x="0" y="0"/>
                    <a:pt x="1" y="0"/>
                    <a:pt x="2" y="0"/>
                  </a:cubicBezTo>
                  <a:cubicBezTo>
                    <a:pt x="2" y="0"/>
                    <a:pt x="3" y="0"/>
                    <a:pt x="3" y="1"/>
                  </a:cubicBezTo>
                  <a:cubicBezTo>
                    <a:pt x="4" y="1"/>
                    <a:pt x="5" y="1"/>
                    <a:pt x="6" y="1"/>
                  </a:cubicBezTo>
                  <a:cubicBezTo>
                    <a:pt x="7" y="1"/>
                    <a:pt x="9" y="0"/>
                    <a:pt x="10" y="1"/>
                  </a:cubicBezTo>
                  <a:cubicBezTo>
                    <a:pt x="10" y="1"/>
                    <a:pt x="11" y="1"/>
                    <a:pt x="11" y="2"/>
                  </a:cubicBezTo>
                  <a:cubicBezTo>
                    <a:pt x="11" y="2"/>
                    <a:pt x="12" y="3"/>
                    <a:pt x="11" y="4"/>
                  </a:cubicBezTo>
                  <a:cubicBezTo>
                    <a:pt x="11" y="4"/>
                    <a:pt x="11" y="4"/>
                    <a:pt x="11" y="5"/>
                  </a:cubicBezTo>
                  <a:cubicBezTo>
                    <a:pt x="11" y="5"/>
                    <a:pt x="10" y="5"/>
                    <a:pt x="10"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9" name="Freeform 128"/>
            <p:cNvSpPr>
              <a:spLocks/>
            </p:cNvSpPr>
            <p:nvPr/>
          </p:nvSpPr>
          <p:spPr bwMode="auto">
            <a:xfrm>
              <a:off x="2825751" y="3897313"/>
              <a:ext cx="7938" cy="7938"/>
            </a:xfrm>
            <a:custGeom>
              <a:avLst/>
              <a:gdLst/>
              <a:ahLst/>
              <a:cxnLst>
                <a:cxn ang="0">
                  <a:pos x="4" y="2"/>
                </a:cxn>
                <a:cxn ang="0">
                  <a:pos x="3" y="3"/>
                </a:cxn>
                <a:cxn ang="0">
                  <a:pos x="2" y="4"/>
                </a:cxn>
                <a:cxn ang="0">
                  <a:pos x="0" y="4"/>
                </a:cxn>
                <a:cxn ang="0">
                  <a:pos x="1" y="3"/>
                </a:cxn>
                <a:cxn ang="0">
                  <a:pos x="2" y="2"/>
                </a:cxn>
                <a:cxn ang="0">
                  <a:pos x="2" y="0"/>
                </a:cxn>
                <a:cxn ang="0">
                  <a:pos x="3" y="0"/>
                </a:cxn>
                <a:cxn ang="0">
                  <a:pos x="4" y="1"/>
                </a:cxn>
                <a:cxn ang="0">
                  <a:pos x="4" y="2"/>
                </a:cxn>
              </a:cxnLst>
              <a:rect l="0" t="0" r="r" b="b"/>
              <a:pathLst>
                <a:path w="4" h="4">
                  <a:moveTo>
                    <a:pt x="4" y="2"/>
                  </a:moveTo>
                  <a:cubicBezTo>
                    <a:pt x="4" y="3"/>
                    <a:pt x="3" y="3"/>
                    <a:pt x="3" y="3"/>
                  </a:cubicBezTo>
                  <a:cubicBezTo>
                    <a:pt x="3" y="3"/>
                    <a:pt x="2" y="4"/>
                    <a:pt x="2" y="4"/>
                  </a:cubicBezTo>
                  <a:cubicBezTo>
                    <a:pt x="2" y="4"/>
                    <a:pt x="1" y="4"/>
                    <a:pt x="0" y="4"/>
                  </a:cubicBezTo>
                  <a:cubicBezTo>
                    <a:pt x="0" y="4"/>
                    <a:pt x="1" y="3"/>
                    <a:pt x="1" y="3"/>
                  </a:cubicBezTo>
                  <a:cubicBezTo>
                    <a:pt x="1" y="2"/>
                    <a:pt x="2" y="2"/>
                    <a:pt x="2" y="2"/>
                  </a:cubicBezTo>
                  <a:cubicBezTo>
                    <a:pt x="2" y="1"/>
                    <a:pt x="2" y="1"/>
                    <a:pt x="2" y="0"/>
                  </a:cubicBezTo>
                  <a:cubicBezTo>
                    <a:pt x="2" y="0"/>
                    <a:pt x="3" y="0"/>
                    <a:pt x="3" y="0"/>
                  </a:cubicBezTo>
                  <a:cubicBezTo>
                    <a:pt x="4" y="0"/>
                    <a:pt x="4" y="1"/>
                    <a:pt x="4" y="1"/>
                  </a:cubicBezTo>
                  <a:cubicBezTo>
                    <a:pt x="4" y="1"/>
                    <a:pt x="4" y="2"/>
                    <a:pt x="4"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0" name="Freeform 129"/>
            <p:cNvSpPr>
              <a:spLocks/>
            </p:cNvSpPr>
            <p:nvPr/>
          </p:nvSpPr>
          <p:spPr bwMode="auto">
            <a:xfrm>
              <a:off x="2833688" y="3905251"/>
              <a:ext cx="4763" cy="3175"/>
            </a:xfrm>
            <a:custGeom>
              <a:avLst/>
              <a:gdLst/>
              <a:ahLst/>
              <a:cxnLst>
                <a:cxn ang="0">
                  <a:pos x="2" y="0"/>
                </a:cxn>
                <a:cxn ang="0">
                  <a:pos x="0" y="0"/>
                </a:cxn>
                <a:cxn ang="0">
                  <a:pos x="0" y="1"/>
                </a:cxn>
                <a:cxn ang="0">
                  <a:pos x="0" y="2"/>
                </a:cxn>
                <a:cxn ang="0">
                  <a:pos x="2" y="2"/>
                </a:cxn>
                <a:cxn ang="0">
                  <a:pos x="2" y="0"/>
                </a:cxn>
              </a:cxnLst>
              <a:rect l="0" t="0" r="r" b="b"/>
              <a:pathLst>
                <a:path w="2" h="2">
                  <a:moveTo>
                    <a:pt x="2" y="0"/>
                  </a:moveTo>
                  <a:cubicBezTo>
                    <a:pt x="2" y="0"/>
                    <a:pt x="1" y="0"/>
                    <a:pt x="0" y="0"/>
                  </a:cubicBezTo>
                  <a:cubicBezTo>
                    <a:pt x="0" y="0"/>
                    <a:pt x="0" y="1"/>
                    <a:pt x="0" y="1"/>
                  </a:cubicBezTo>
                  <a:cubicBezTo>
                    <a:pt x="0" y="1"/>
                    <a:pt x="0" y="2"/>
                    <a:pt x="0" y="2"/>
                  </a:cubicBezTo>
                  <a:cubicBezTo>
                    <a:pt x="1" y="2"/>
                    <a:pt x="2" y="2"/>
                    <a:pt x="2" y="2"/>
                  </a:cubicBezTo>
                  <a:cubicBezTo>
                    <a:pt x="2" y="1"/>
                    <a:pt x="2" y="0"/>
                    <a:pt x="2"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1" name="Freeform 130"/>
            <p:cNvSpPr>
              <a:spLocks/>
            </p:cNvSpPr>
            <p:nvPr/>
          </p:nvSpPr>
          <p:spPr bwMode="auto">
            <a:xfrm>
              <a:off x="2840038" y="3905251"/>
              <a:ext cx="7938" cy="6350"/>
            </a:xfrm>
            <a:custGeom>
              <a:avLst/>
              <a:gdLst/>
              <a:ahLst/>
              <a:cxnLst>
                <a:cxn ang="0">
                  <a:pos x="3" y="4"/>
                </a:cxn>
                <a:cxn ang="0">
                  <a:pos x="2" y="3"/>
                </a:cxn>
                <a:cxn ang="0">
                  <a:pos x="1" y="2"/>
                </a:cxn>
                <a:cxn ang="0">
                  <a:pos x="1" y="0"/>
                </a:cxn>
                <a:cxn ang="0">
                  <a:pos x="2" y="0"/>
                </a:cxn>
                <a:cxn ang="0">
                  <a:pos x="3" y="1"/>
                </a:cxn>
                <a:cxn ang="0">
                  <a:pos x="4" y="3"/>
                </a:cxn>
                <a:cxn ang="0">
                  <a:pos x="3" y="4"/>
                </a:cxn>
              </a:cxnLst>
              <a:rect l="0" t="0" r="r" b="b"/>
              <a:pathLst>
                <a:path w="4" h="4">
                  <a:moveTo>
                    <a:pt x="3" y="4"/>
                  </a:moveTo>
                  <a:cubicBezTo>
                    <a:pt x="3" y="4"/>
                    <a:pt x="2" y="3"/>
                    <a:pt x="2" y="3"/>
                  </a:cubicBezTo>
                  <a:cubicBezTo>
                    <a:pt x="2" y="2"/>
                    <a:pt x="1" y="2"/>
                    <a:pt x="1" y="2"/>
                  </a:cubicBezTo>
                  <a:cubicBezTo>
                    <a:pt x="0" y="1"/>
                    <a:pt x="0" y="0"/>
                    <a:pt x="1" y="0"/>
                  </a:cubicBezTo>
                  <a:cubicBezTo>
                    <a:pt x="1" y="0"/>
                    <a:pt x="1" y="0"/>
                    <a:pt x="2" y="0"/>
                  </a:cubicBezTo>
                  <a:cubicBezTo>
                    <a:pt x="2" y="0"/>
                    <a:pt x="3" y="1"/>
                    <a:pt x="3" y="1"/>
                  </a:cubicBezTo>
                  <a:cubicBezTo>
                    <a:pt x="3" y="2"/>
                    <a:pt x="4" y="3"/>
                    <a:pt x="4" y="3"/>
                  </a:cubicBezTo>
                  <a:cubicBezTo>
                    <a:pt x="4" y="3"/>
                    <a:pt x="3" y="4"/>
                    <a:pt x="3"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2" name="Freeform 131"/>
            <p:cNvSpPr>
              <a:spLocks/>
            </p:cNvSpPr>
            <p:nvPr/>
          </p:nvSpPr>
          <p:spPr bwMode="auto">
            <a:xfrm>
              <a:off x="2838451" y="3881438"/>
              <a:ext cx="30163" cy="26988"/>
            </a:xfrm>
            <a:custGeom>
              <a:avLst/>
              <a:gdLst/>
              <a:ahLst/>
              <a:cxnLst>
                <a:cxn ang="0">
                  <a:pos x="6" y="14"/>
                </a:cxn>
                <a:cxn ang="0">
                  <a:pos x="5" y="12"/>
                </a:cxn>
                <a:cxn ang="0">
                  <a:pos x="3" y="10"/>
                </a:cxn>
                <a:cxn ang="0">
                  <a:pos x="2" y="10"/>
                </a:cxn>
                <a:cxn ang="0">
                  <a:pos x="0" y="9"/>
                </a:cxn>
                <a:cxn ang="0">
                  <a:pos x="1" y="8"/>
                </a:cxn>
                <a:cxn ang="0">
                  <a:pos x="2" y="8"/>
                </a:cxn>
                <a:cxn ang="0">
                  <a:pos x="4" y="6"/>
                </a:cxn>
                <a:cxn ang="0">
                  <a:pos x="5" y="3"/>
                </a:cxn>
                <a:cxn ang="0">
                  <a:pos x="5" y="2"/>
                </a:cxn>
                <a:cxn ang="0">
                  <a:pos x="7" y="1"/>
                </a:cxn>
                <a:cxn ang="0">
                  <a:pos x="11" y="1"/>
                </a:cxn>
                <a:cxn ang="0">
                  <a:pos x="14" y="0"/>
                </a:cxn>
                <a:cxn ang="0">
                  <a:pos x="16" y="0"/>
                </a:cxn>
                <a:cxn ang="0">
                  <a:pos x="15" y="2"/>
                </a:cxn>
                <a:cxn ang="0">
                  <a:pos x="14" y="5"/>
                </a:cxn>
                <a:cxn ang="0">
                  <a:pos x="11" y="8"/>
                </a:cxn>
                <a:cxn ang="0">
                  <a:pos x="9" y="10"/>
                </a:cxn>
                <a:cxn ang="0">
                  <a:pos x="7" y="12"/>
                </a:cxn>
                <a:cxn ang="0">
                  <a:pos x="6" y="14"/>
                </a:cxn>
              </a:cxnLst>
              <a:rect l="0" t="0" r="r" b="b"/>
              <a:pathLst>
                <a:path w="16" h="14">
                  <a:moveTo>
                    <a:pt x="6" y="14"/>
                  </a:moveTo>
                  <a:cubicBezTo>
                    <a:pt x="6" y="14"/>
                    <a:pt x="5" y="12"/>
                    <a:pt x="5" y="12"/>
                  </a:cubicBezTo>
                  <a:cubicBezTo>
                    <a:pt x="4" y="11"/>
                    <a:pt x="3" y="10"/>
                    <a:pt x="3" y="10"/>
                  </a:cubicBezTo>
                  <a:cubicBezTo>
                    <a:pt x="3" y="10"/>
                    <a:pt x="2" y="10"/>
                    <a:pt x="2" y="10"/>
                  </a:cubicBezTo>
                  <a:cubicBezTo>
                    <a:pt x="1" y="9"/>
                    <a:pt x="0" y="9"/>
                    <a:pt x="0" y="9"/>
                  </a:cubicBezTo>
                  <a:cubicBezTo>
                    <a:pt x="0" y="8"/>
                    <a:pt x="1" y="8"/>
                    <a:pt x="1" y="8"/>
                  </a:cubicBezTo>
                  <a:cubicBezTo>
                    <a:pt x="1" y="8"/>
                    <a:pt x="2" y="8"/>
                    <a:pt x="2" y="8"/>
                  </a:cubicBezTo>
                  <a:cubicBezTo>
                    <a:pt x="3" y="7"/>
                    <a:pt x="4" y="7"/>
                    <a:pt x="4" y="6"/>
                  </a:cubicBezTo>
                  <a:cubicBezTo>
                    <a:pt x="5" y="5"/>
                    <a:pt x="5" y="4"/>
                    <a:pt x="5" y="3"/>
                  </a:cubicBezTo>
                  <a:cubicBezTo>
                    <a:pt x="5" y="3"/>
                    <a:pt x="5" y="2"/>
                    <a:pt x="5" y="2"/>
                  </a:cubicBezTo>
                  <a:cubicBezTo>
                    <a:pt x="6" y="1"/>
                    <a:pt x="7" y="1"/>
                    <a:pt x="7" y="1"/>
                  </a:cubicBezTo>
                  <a:cubicBezTo>
                    <a:pt x="8" y="1"/>
                    <a:pt x="10" y="1"/>
                    <a:pt x="11" y="1"/>
                  </a:cubicBezTo>
                  <a:cubicBezTo>
                    <a:pt x="12" y="1"/>
                    <a:pt x="13" y="0"/>
                    <a:pt x="14" y="0"/>
                  </a:cubicBezTo>
                  <a:cubicBezTo>
                    <a:pt x="14" y="0"/>
                    <a:pt x="16" y="0"/>
                    <a:pt x="16" y="0"/>
                  </a:cubicBezTo>
                  <a:cubicBezTo>
                    <a:pt x="16" y="1"/>
                    <a:pt x="15" y="2"/>
                    <a:pt x="15" y="2"/>
                  </a:cubicBezTo>
                  <a:cubicBezTo>
                    <a:pt x="15" y="3"/>
                    <a:pt x="14" y="4"/>
                    <a:pt x="14" y="5"/>
                  </a:cubicBezTo>
                  <a:cubicBezTo>
                    <a:pt x="13" y="5"/>
                    <a:pt x="11" y="7"/>
                    <a:pt x="11" y="8"/>
                  </a:cubicBezTo>
                  <a:cubicBezTo>
                    <a:pt x="10" y="8"/>
                    <a:pt x="9" y="10"/>
                    <a:pt x="9" y="10"/>
                  </a:cubicBezTo>
                  <a:cubicBezTo>
                    <a:pt x="8" y="11"/>
                    <a:pt x="8" y="12"/>
                    <a:pt x="7" y="12"/>
                  </a:cubicBezTo>
                  <a:cubicBezTo>
                    <a:pt x="7" y="13"/>
                    <a:pt x="7" y="14"/>
                    <a:pt x="6" y="1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3" name="Freeform 132"/>
            <p:cNvSpPr>
              <a:spLocks/>
            </p:cNvSpPr>
            <p:nvPr/>
          </p:nvSpPr>
          <p:spPr bwMode="auto">
            <a:xfrm>
              <a:off x="2849563" y="3800476"/>
              <a:ext cx="28575" cy="15875"/>
            </a:xfrm>
            <a:custGeom>
              <a:avLst/>
              <a:gdLst/>
              <a:ahLst/>
              <a:cxnLst>
                <a:cxn ang="0">
                  <a:pos x="13" y="3"/>
                </a:cxn>
                <a:cxn ang="0">
                  <a:pos x="10" y="3"/>
                </a:cxn>
                <a:cxn ang="0">
                  <a:pos x="8" y="5"/>
                </a:cxn>
                <a:cxn ang="0">
                  <a:pos x="7" y="7"/>
                </a:cxn>
                <a:cxn ang="0">
                  <a:pos x="5" y="8"/>
                </a:cxn>
                <a:cxn ang="0">
                  <a:pos x="3" y="8"/>
                </a:cxn>
                <a:cxn ang="0">
                  <a:pos x="1" y="7"/>
                </a:cxn>
                <a:cxn ang="0">
                  <a:pos x="0" y="6"/>
                </a:cxn>
                <a:cxn ang="0">
                  <a:pos x="0" y="5"/>
                </a:cxn>
                <a:cxn ang="0">
                  <a:pos x="1" y="3"/>
                </a:cxn>
                <a:cxn ang="0">
                  <a:pos x="2" y="2"/>
                </a:cxn>
                <a:cxn ang="0">
                  <a:pos x="4" y="1"/>
                </a:cxn>
                <a:cxn ang="0">
                  <a:pos x="7" y="0"/>
                </a:cxn>
                <a:cxn ang="0">
                  <a:pos x="11" y="0"/>
                </a:cxn>
                <a:cxn ang="0">
                  <a:pos x="14" y="0"/>
                </a:cxn>
                <a:cxn ang="0">
                  <a:pos x="15" y="1"/>
                </a:cxn>
                <a:cxn ang="0">
                  <a:pos x="14" y="2"/>
                </a:cxn>
                <a:cxn ang="0">
                  <a:pos x="13" y="3"/>
                </a:cxn>
              </a:cxnLst>
              <a:rect l="0" t="0" r="r" b="b"/>
              <a:pathLst>
                <a:path w="15" h="8">
                  <a:moveTo>
                    <a:pt x="13" y="3"/>
                  </a:moveTo>
                  <a:cubicBezTo>
                    <a:pt x="12" y="3"/>
                    <a:pt x="10" y="3"/>
                    <a:pt x="10" y="3"/>
                  </a:cubicBezTo>
                  <a:cubicBezTo>
                    <a:pt x="9" y="4"/>
                    <a:pt x="8" y="5"/>
                    <a:pt x="8" y="5"/>
                  </a:cubicBezTo>
                  <a:cubicBezTo>
                    <a:pt x="8" y="5"/>
                    <a:pt x="7" y="6"/>
                    <a:pt x="7" y="7"/>
                  </a:cubicBezTo>
                  <a:cubicBezTo>
                    <a:pt x="6" y="7"/>
                    <a:pt x="5" y="7"/>
                    <a:pt x="5" y="8"/>
                  </a:cubicBezTo>
                  <a:cubicBezTo>
                    <a:pt x="5" y="8"/>
                    <a:pt x="4" y="8"/>
                    <a:pt x="3" y="8"/>
                  </a:cubicBezTo>
                  <a:cubicBezTo>
                    <a:pt x="3" y="7"/>
                    <a:pt x="2" y="7"/>
                    <a:pt x="1" y="7"/>
                  </a:cubicBezTo>
                  <a:cubicBezTo>
                    <a:pt x="1" y="7"/>
                    <a:pt x="0" y="7"/>
                    <a:pt x="0" y="6"/>
                  </a:cubicBezTo>
                  <a:cubicBezTo>
                    <a:pt x="0" y="6"/>
                    <a:pt x="0" y="5"/>
                    <a:pt x="0" y="5"/>
                  </a:cubicBezTo>
                  <a:cubicBezTo>
                    <a:pt x="0" y="4"/>
                    <a:pt x="1" y="3"/>
                    <a:pt x="1" y="3"/>
                  </a:cubicBezTo>
                  <a:cubicBezTo>
                    <a:pt x="1" y="3"/>
                    <a:pt x="2" y="2"/>
                    <a:pt x="2" y="2"/>
                  </a:cubicBezTo>
                  <a:cubicBezTo>
                    <a:pt x="3" y="1"/>
                    <a:pt x="4" y="1"/>
                    <a:pt x="4" y="1"/>
                  </a:cubicBezTo>
                  <a:cubicBezTo>
                    <a:pt x="5" y="0"/>
                    <a:pt x="7" y="0"/>
                    <a:pt x="7" y="0"/>
                  </a:cubicBezTo>
                  <a:cubicBezTo>
                    <a:pt x="8" y="0"/>
                    <a:pt x="10" y="0"/>
                    <a:pt x="11" y="0"/>
                  </a:cubicBezTo>
                  <a:cubicBezTo>
                    <a:pt x="11" y="0"/>
                    <a:pt x="13" y="0"/>
                    <a:pt x="14" y="0"/>
                  </a:cubicBezTo>
                  <a:cubicBezTo>
                    <a:pt x="14" y="0"/>
                    <a:pt x="15" y="1"/>
                    <a:pt x="15" y="1"/>
                  </a:cubicBezTo>
                  <a:cubicBezTo>
                    <a:pt x="15" y="2"/>
                    <a:pt x="14" y="2"/>
                    <a:pt x="14" y="2"/>
                  </a:cubicBezTo>
                  <a:cubicBezTo>
                    <a:pt x="14" y="2"/>
                    <a:pt x="13" y="2"/>
                    <a:pt x="13"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4" name="Freeform 133"/>
            <p:cNvSpPr>
              <a:spLocks/>
            </p:cNvSpPr>
            <p:nvPr/>
          </p:nvSpPr>
          <p:spPr bwMode="auto">
            <a:xfrm>
              <a:off x="2933701" y="3757613"/>
              <a:ext cx="7938" cy="6350"/>
            </a:xfrm>
            <a:custGeom>
              <a:avLst/>
              <a:gdLst/>
              <a:ahLst/>
              <a:cxnLst>
                <a:cxn ang="0">
                  <a:pos x="2" y="0"/>
                </a:cxn>
                <a:cxn ang="0">
                  <a:pos x="1" y="1"/>
                </a:cxn>
                <a:cxn ang="0">
                  <a:pos x="0" y="2"/>
                </a:cxn>
                <a:cxn ang="0">
                  <a:pos x="1" y="3"/>
                </a:cxn>
                <a:cxn ang="0">
                  <a:pos x="3" y="3"/>
                </a:cxn>
                <a:cxn ang="0">
                  <a:pos x="4" y="3"/>
                </a:cxn>
                <a:cxn ang="0">
                  <a:pos x="4" y="2"/>
                </a:cxn>
                <a:cxn ang="0">
                  <a:pos x="3" y="0"/>
                </a:cxn>
                <a:cxn ang="0">
                  <a:pos x="2" y="0"/>
                </a:cxn>
              </a:cxnLst>
              <a:rect l="0" t="0" r="r" b="b"/>
              <a:pathLst>
                <a:path w="4" h="3">
                  <a:moveTo>
                    <a:pt x="2" y="0"/>
                  </a:moveTo>
                  <a:cubicBezTo>
                    <a:pt x="2" y="1"/>
                    <a:pt x="1" y="1"/>
                    <a:pt x="1" y="1"/>
                  </a:cubicBezTo>
                  <a:cubicBezTo>
                    <a:pt x="0" y="1"/>
                    <a:pt x="0" y="2"/>
                    <a:pt x="0" y="2"/>
                  </a:cubicBezTo>
                  <a:cubicBezTo>
                    <a:pt x="0" y="2"/>
                    <a:pt x="1" y="3"/>
                    <a:pt x="1" y="3"/>
                  </a:cubicBezTo>
                  <a:cubicBezTo>
                    <a:pt x="1" y="3"/>
                    <a:pt x="2" y="3"/>
                    <a:pt x="3" y="3"/>
                  </a:cubicBezTo>
                  <a:cubicBezTo>
                    <a:pt x="3" y="3"/>
                    <a:pt x="4" y="3"/>
                    <a:pt x="4" y="3"/>
                  </a:cubicBezTo>
                  <a:cubicBezTo>
                    <a:pt x="4" y="3"/>
                    <a:pt x="4" y="2"/>
                    <a:pt x="4" y="2"/>
                  </a:cubicBezTo>
                  <a:cubicBezTo>
                    <a:pt x="4" y="1"/>
                    <a:pt x="3" y="1"/>
                    <a:pt x="3" y="0"/>
                  </a:cubicBezTo>
                  <a:cubicBezTo>
                    <a:pt x="3" y="0"/>
                    <a:pt x="2" y="0"/>
                    <a:pt x="2"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5" name="Freeform 134"/>
            <p:cNvSpPr>
              <a:spLocks/>
            </p:cNvSpPr>
            <p:nvPr/>
          </p:nvSpPr>
          <p:spPr bwMode="auto">
            <a:xfrm>
              <a:off x="2301876" y="2970213"/>
              <a:ext cx="196850" cy="128588"/>
            </a:xfrm>
            <a:custGeom>
              <a:avLst/>
              <a:gdLst/>
              <a:ahLst/>
              <a:cxnLst>
                <a:cxn ang="0">
                  <a:pos x="92" y="22"/>
                </a:cxn>
                <a:cxn ang="0">
                  <a:pos x="91" y="28"/>
                </a:cxn>
                <a:cxn ang="0">
                  <a:pos x="88" y="34"/>
                </a:cxn>
                <a:cxn ang="0">
                  <a:pos x="80" y="35"/>
                </a:cxn>
                <a:cxn ang="0">
                  <a:pos x="75" y="39"/>
                </a:cxn>
                <a:cxn ang="0">
                  <a:pos x="75" y="43"/>
                </a:cxn>
                <a:cxn ang="0">
                  <a:pos x="80" y="42"/>
                </a:cxn>
                <a:cxn ang="0">
                  <a:pos x="83" y="47"/>
                </a:cxn>
                <a:cxn ang="0">
                  <a:pos x="72" y="47"/>
                </a:cxn>
                <a:cxn ang="0">
                  <a:pos x="70" y="52"/>
                </a:cxn>
                <a:cxn ang="0">
                  <a:pos x="71" y="58"/>
                </a:cxn>
                <a:cxn ang="0">
                  <a:pos x="58" y="63"/>
                </a:cxn>
                <a:cxn ang="0">
                  <a:pos x="48" y="61"/>
                </a:cxn>
                <a:cxn ang="0">
                  <a:pos x="48" y="54"/>
                </a:cxn>
                <a:cxn ang="0">
                  <a:pos x="47" y="50"/>
                </a:cxn>
                <a:cxn ang="0">
                  <a:pos x="39" y="49"/>
                </a:cxn>
                <a:cxn ang="0">
                  <a:pos x="33" y="47"/>
                </a:cxn>
                <a:cxn ang="0">
                  <a:pos x="32" y="55"/>
                </a:cxn>
                <a:cxn ang="0">
                  <a:pos x="30" y="59"/>
                </a:cxn>
                <a:cxn ang="0">
                  <a:pos x="26" y="64"/>
                </a:cxn>
                <a:cxn ang="0">
                  <a:pos x="23" y="65"/>
                </a:cxn>
                <a:cxn ang="0">
                  <a:pos x="17" y="62"/>
                </a:cxn>
                <a:cxn ang="0">
                  <a:pos x="11" y="65"/>
                </a:cxn>
                <a:cxn ang="0">
                  <a:pos x="12" y="60"/>
                </a:cxn>
                <a:cxn ang="0">
                  <a:pos x="8" y="56"/>
                </a:cxn>
                <a:cxn ang="0">
                  <a:pos x="4" y="54"/>
                </a:cxn>
                <a:cxn ang="0">
                  <a:pos x="0" y="50"/>
                </a:cxn>
                <a:cxn ang="0">
                  <a:pos x="5" y="46"/>
                </a:cxn>
                <a:cxn ang="0">
                  <a:pos x="12" y="46"/>
                </a:cxn>
                <a:cxn ang="0">
                  <a:pos x="10" y="40"/>
                </a:cxn>
                <a:cxn ang="0">
                  <a:pos x="14" y="29"/>
                </a:cxn>
                <a:cxn ang="0">
                  <a:pos x="13" y="24"/>
                </a:cxn>
                <a:cxn ang="0">
                  <a:pos x="15" y="21"/>
                </a:cxn>
                <a:cxn ang="0">
                  <a:pos x="23" y="16"/>
                </a:cxn>
                <a:cxn ang="0">
                  <a:pos x="32" y="12"/>
                </a:cxn>
                <a:cxn ang="0">
                  <a:pos x="38" y="12"/>
                </a:cxn>
                <a:cxn ang="0">
                  <a:pos x="37" y="18"/>
                </a:cxn>
                <a:cxn ang="0">
                  <a:pos x="40" y="13"/>
                </a:cxn>
                <a:cxn ang="0">
                  <a:pos x="39" y="7"/>
                </a:cxn>
                <a:cxn ang="0">
                  <a:pos x="45" y="3"/>
                </a:cxn>
                <a:cxn ang="0">
                  <a:pos x="51" y="3"/>
                </a:cxn>
                <a:cxn ang="0">
                  <a:pos x="58" y="9"/>
                </a:cxn>
                <a:cxn ang="0">
                  <a:pos x="65" y="8"/>
                </a:cxn>
                <a:cxn ang="0">
                  <a:pos x="73" y="6"/>
                </a:cxn>
                <a:cxn ang="0">
                  <a:pos x="83" y="2"/>
                </a:cxn>
                <a:cxn ang="0">
                  <a:pos x="92" y="1"/>
                </a:cxn>
                <a:cxn ang="0">
                  <a:pos x="96" y="1"/>
                </a:cxn>
                <a:cxn ang="0">
                  <a:pos x="98" y="2"/>
                </a:cxn>
                <a:cxn ang="0">
                  <a:pos x="96" y="5"/>
                </a:cxn>
                <a:cxn ang="0">
                  <a:pos x="104" y="15"/>
                </a:cxn>
                <a:cxn ang="0">
                  <a:pos x="98" y="22"/>
                </a:cxn>
              </a:cxnLst>
              <a:rect l="0" t="0" r="r" b="b"/>
              <a:pathLst>
                <a:path w="104" h="68">
                  <a:moveTo>
                    <a:pt x="96" y="22"/>
                  </a:moveTo>
                  <a:cubicBezTo>
                    <a:pt x="95" y="22"/>
                    <a:pt x="95" y="22"/>
                    <a:pt x="94" y="22"/>
                  </a:cubicBezTo>
                  <a:cubicBezTo>
                    <a:pt x="94" y="22"/>
                    <a:pt x="92" y="22"/>
                    <a:pt x="92" y="22"/>
                  </a:cubicBezTo>
                  <a:cubicBezTo>
                    <a:pt x="92" y="22"/>
                    <a:pt x="92" y="23"/>
                    <a:pt x="92" y="24"/>
                  </a:cubicBezTo>
                  <a:cubicBezTo>
                    <a:pt x="92" y="24"/>
                    <a:pt x="92" y="25"/>
                    <a:pt x="92" y="26"/>
                  </a:cubicBezTo>
                  <a:cubicBezTo>
                    <a:pt x="92" y="27"/>
                    <a:pt x="91" y="27"/>
                    <a:pt x="91" y="28"/>
                  </a:cubicBezTo>
                  <a:cubicBezTo>
                    <a:pt x="91" y="28"/>
                    <a:pt x="92" y="29"/>
                    <a:pt x="92" y="29"/>
                  </a:cubicBezTo>
                  <a:cubicBezTo>
                    <a:pt x="92" y="30"/>
                    <a:pt x="91" y="31"/>
                    <a:pt x="90" y="32"/>
                  </a:cubicBezTo>
                  <a:cubicBezTo>
                    <a:pt x="90" y="32"/>
                    <a:pt x="89" y="33"/>
                    <a:pt x="88" y="34"/>
                  </a:cubicBezTo>
                  <a:cubicBezTo>
                    <a:pt x="88" y="34"/>
                    <a:pt x="88" y="36"/>
                    <a:pt x="87" y="36"/>
                  </a:cubicBezTo>
                  <a:cubicBezTo>
                    <a:pt x="86" y="36"/>
                    <a:pt x="84" y="36"/>
                    <a:pt x="83" y="36"/>
                  </a:cubicBezTo>
                  <a:cubicBezTo>
                    <a:pt x="82" y="36"/>
                    <a:pt x="81" y="36"/>
                    <a:pt x="80" y="35"/>
                  </a:cubicBezTo>
                  <a:cubicBezTo>
                    <a:pt x="80" y="35"/>
                    <a:pt x="79" y="35"/>
                    <a:pt x="78" y="35"/>
                  </a:cubicBezTo>
                  <a:cubicBezTo>
                    <a:pt x="78" y="35"/>
                    <a:pt x="78" y="36"/>
                    <a:pt x="77" y="37"/>
                  </a:cubicBezTo>
                  <a:cubicBezTo>
                    <a:pt x="77" y="38"/>
                    <a:pt x="75" y="39"/>
                    <a:pt x="75" y="39"/>
                  </a:cubicBezTo>
                  <a:cubicBezTo>
                    <a:pt x="74" y="39"/>
                    <a:pt x="73" y="40"/>
                    <a:pt x="73" y="40"/>
                  </a:cubicBezTo>
                  <a:cubicBezTo>
                    <a:pt x="73" y="40"/>
                    <a:pt x="73" y="42"/>
                    <a:pt x="73" y="42"/>
                  </a:cubicBezTo>
                  <a:cubicBezTo>
                    <a:pt x="73" y="42"/>
                    <a:pt x="74" y="43"/>
                    <a:pt x="75" y="43"/>
                  </a:cubicBezTo>
                  <a:cubicBezTo>
                    <a:pt x="75" y="43"/>
                    <a:pt x="76" y="42"/>
                    <a:pt x="77" y="41"/>
                  </a:cubicBezTo>
                  <a:cubicBezTo>
                    <a:pt x="77" y="41"/>
                    <a:pt x="78" y="41"/>
                    <a:pt x="78" y="41"/>
                  </a:cubicBezTo>
                  <a:cubicBezTo>
                    <a:pt x="79" y="42"/>
                    <a:pt x="80" y="42"/>
                    <a:pt x="80" y="42"/>
                  </a:cubicBezTo>
                  <a:cubicBezTo>
                    <a:pt x="80" y="42"/>
                    <a:pt x="81" y="42"/>
                    <a:pt x="82" y="42"/>
                  </a:cubicBezTo>
                  <a:cubicBezTo>
                    <a:pt x="82" y="43"/>
                    <a:pt x="83" y="44"/>
                    <a:pt x="83" y="45"/>
                  </a:cubicBezTo>
                  <a:cubicBezTo>
                    <a:pt x="83" y="45"/>
                    <a:pt x="83" y="46"/>
                    <a:pt x="83" y="47"/>
                  </a:cubicBezTo>
                  <a:cubicBezTo>
                    <a:pt x="82" y="48"/>
                    <a:pt x="80" y="48"/>
                    <a:pt x="80" y="48"/>
                  </a:cubicBezTo>
                  <a:cubicBezTo>
                    <a:pt x="79" y="48"/>
                    <a:pt x="77" y="47"/>
                    <a:pt x="76" y="47"/>
                  </a:cubicBezTo>
                  <a:cubicBezTo>
                    <a:pt x="75" y="47"/>
                    <a:pt x="73" y="47"/>
                    <a:pt x="72" y="47"/>
                  </a:cubicBezTo>
                  <a:cubicBezTo>
                    <a:pt x="72" y="47"/>
                    <a:pt x="71" y="48"/>
                    <a:pt x="71" y="48"/>
                  </a:cubicBezTo>
                  <a:cubicBezTo>
                    <a:pt x="71" y="49"/>
                    <a:pt x="71" y="50"/>
                    <a:pt x="71" y="50"/>
                  </a:cubicBezTo>
                  <a:cubicBezTo>
                    <a:pt x="71" y="51"/>
                    <a:pt x="70" y="52"/>
                    <a:pt x="70" y="52"/>
                  </a:cubicBezTo>
                  <a:cubicBezTo>
                    <a:pt x="70" y="53"/>
                    <a:pt x="71" y="54"/>
                    <a:pt x="71" y="54"/>
                  </a:cubicBezTo>
                  <a:cubicBezTo>
                    <a:pt x="71" y="55"/>
                    <a:pt x="72" y="55"/>
                    <a:pt x="72" y="56"/>
                  </a:cubicBezTo>
                  <a:cubicBezTo>
                    <a:pt x="72" y="56"/>
                    <a:pt x="72" y="58"/>
                    <a:pt x="71" y="58"/>
                  </a:cubicBezTo>
                  <a:cubicBezTo>
                    <a:pt x="71" y="59"/>
                    <a:pt x="70" y="60"/>
                    <a:pt x="70" y="60"/>
                  </a:cubicBezTo>
                  <a:cubicBezTo>
                    <a:pt x="69" y="61"/>
                    <a:pt x="66" y="62"/>
                    <a:pt x="65" y="62"/>
                  </a:cubicBezTo>
                  <a:cubicBezTo>
                    <a:pt x="63" y="63"/>
                    <a:pt x="60" y="63"/>
                    <a:pt x="58" y="63"/>
                  </a:cubicBezTo>
                  <a:cubicBezTo>
                    <a:pt x="57" y="63"/>
                    <a:pt x="55" y="63"/>
                    <a:pt x="53" y="63"/>
                  </a:cubicBezTo>
                  <a:cubicBezTo>
                    <a:pt x="53" y="63"/>
                    <a:pt x="51" y="63"/>
                    <a:pt x="50" y="63"/>
                  </a:cubicBezTo>
                  <a:cubicBezTo>
                    <a:pt x="50" y="62"/>
                    <a:pt x="48" y="62"/>
                    <a:pt x="48" y="61"/>
                  </a:cubicBezTo>
                  <a:cubicBezTo>
                    <a:pt x="48" y="61"/>
                    <a:pt x="48" y="59"/>
                    <a:pt x="49" y="58"/>
                  </a:cubicBezTo>
                  <a:cubicBezTo>
                    <a:pt x="49" y="57"/>
                    <a:pt x="49" y="56"/>
                    <a:pt x="49" y="56"/>
                  </a:cubicBezTo>
                  <a:cubicBezTo>
                    <a:pt x="49" y="55"/>
                    <a:pt x="48" y="54"/>
                    <a:pt x="48" y="54"/>
                  </a:cubicBezTo>
                  <a:cubicBezTo>
                    <a:pt x="48" y="53"/>
                    <a:pt x="49" y="53"/>
                    <a:pt x="49" y="52"/>
                  </a:cubicBezTo>
                  <a:cubicBezTo>
                    <a:pt x="49" y="52"/>
                    <a:pt x="49" y="50"/>
                    <a:pt x="49" y="50"/>
                  </a:cubicBezTo>
                  <a:cubicBezTo>
                    <a:pt x="49" y="50"/>
                    <a:pt x="47" y="50"/>
                    <a:pt x="47" y="50"/>
                  </a:cubicBezTo>
                  <a:cubicBezTo>
                    <a:pt x="46" y="50"/>
                    <a:pt x="44" y="50"/>
                    <a:pt x="43" y="50"/>
                  </a:cubicBezTo>
                  <a:cubicBezTo>
                    <a:pt x="43" y="50"/>
                    <a:pt x="41" y="50"/>
                    <a:pt x="41" y="50"/>
                  </a:cubicBezTo>
                  <a:cubicBezTo>
                    <a:pt x="40" y="50"/>
                    <a:pt x="40" y="49"/>
                    <a:pt x="39" y="49"/>
                  </a:cubicBezTo>
                  <a:cubicBezTo>
                    <a:pt x="39" y="49"/>
                    <a:pt x="37" y="49"/>
                    <a:pt x="36" y="49"/>
                  </a:cubicBezTo>
                  <a:cubicBezTo>
                    <a:pt x="36" y="49"/>
                    <a:pt x="35" y="48"/>
                    <a:pt x="35" y="47"/>
                  </a:cubicBezTo>
                  <a:cubicBezTo>
                    <a:pt x="34" y="47"/>
                    <a:pt x="34" y="47"/>
                    <a:pt x="33" y="47"/>
                  </a:cubicBezTo>
                  <a:cubicBezTo>
                    <a:pt x="33" y="48"/>
                    <a:pt x="33" y="50"/>
                    <a:pt x="33" y="51"/>
                  </a:cubicBezTo>
                  <a:cubicBezTo>
                    <a:pt x="33" y="52"/>
                    <a:pt x="33" y="52"/>
                    <a:pt x="33" y="53"/>
                  </a:cubicBezTo>
                  <a:cubicBezTo>
                    <a:pt x="32" y="53"/>
                    <a:pt x="32" y="54"/>
                    <a:pt x="32" y="55"/>
                  </a:cubicBezTo>
                  <a:cubicBezTo>
                    <a:pt x="32" y="55"/>
                    <a:pt x="31" y="55"/>
                    <a:pt x="31" y="56"/>
                  </a:cubicBezTo>
                  <a:cubicBezTo>
                    <a:pt x="30" y="56"/>
                    <a:pt x="30" y="57"/>
                    <a:pt x="30" y="57"/>
                  </a:cubicBezTo>
                  <a:cubicBezTo>
                    <a:pt x="30" y="58"/>
                    <a:pt x="30" y="59"/>
                    <a:pt x="30" y="59"/>
                  </a:cubicBezTo>
                  <a:cubicBezTo>
                    <a:pt x="30" y="60"/>
                    <a:pt x="28" y="60"/>
                    <a:pt x="28" y="60"/>
                  </a:cubicBezTo>
                  <a:cubicBezTo>
                    <a:pt x="27" y="60"/>
                    <a:pt x="27" y="61"/>
                    <a:pt x="26" y="61"/>
                  </a:cubicBezTo>
                  <a:cubicBezTo>
                    <a:pt x="26" y="62"/>
                    <a:pt x="26" y="63"/>
                    <a:pt x="26" y="64"/>
                  </a:cubicBezTo>
                  <a:cubicBezTo>
                    <a:pt x="26" y="64"/>
                    <a:pt x="25" y="65"/>
                    <a:pt x="24" y="66"/>
                  </a:cubicBezTo>
                  <a:cubicBezTo>
                    <a:pt x="24" y="66"/>
                    <a:pt x="23" y="67"/>
                    <a:pt x="23" y="68"/>
                  </a:cubicBezTo>
                  <a:cubicBezTo>
                    <a:pt x="23" y="67"/>
                    <a:pt x="23" y="66"/>
                    <a:pt x="23" y="65"/>
                  </a:cubicBezTo>
                  <a:cubicBezTo>
                    <a:pt x="23" y="65"/>
                    <a:pt x="22" y="64"/>
                    <a:pt x="22" y="63"/>
                  </a:cubicBezTo>
                  <a:cubicBezTo>
                    <a:pt x="21" y="63"/>
                    <a:pt x="20" y="63"/>
                    <a:pt x="19" y="62"/>
                  </a:cubicBezTo>
                  <a:cubicBezTo>
                    <a:pt x="19" y="62"/>
                    <a:pt x="17" y="62"/>
                    <a:pt x="17" y="62"/>
                  </a:cubicBezTo>
                  <a:cubicBezTo>
                    <a:pt x="16" y="62"/>
                    <a:pt x="16" y="64"/>
                    <a:pt x="16" y="64"/>
                  </a:cubicBezTo>
                  <a:cubicBezTo>
                    <a:pt x="15" y="65"/>
                    <a:pt x="14" y="65"/>
                    <a:pt x="13" y="65"/>
                  </a:cubicBezTo>
                  <a:cubicBezTo>
                    <a:pt x="13" y="65"/>
                    <a:pt x="11" y="65"/>
                    <a:pt x="11" y="65"/>
                  </a:cubicBezTo>
                  <a:cubicBezTo>
                    <a:pt x="11" y="65"/>
                    <a:pt x="10" y="64"/>
                    <a:pt x="10" y="63"/>
                  </a:cubicBezTo>
                  <a:cubicBezTo>
                    <a:pt x="10" y="63"/>
                    <a:pt x="10" y="62"/>
                    <a:pt x="10" y="62"/>
                  </a:cubicBezTo>
                  <a:cubicBezTo>
                    <a:pt x="11" y="61"/>
                    <a:pt x="12" y="61"/>
                    <a:pt x="12" y="60"/>
                  </a:cubicBezTo>
                  <a:cubicBezTo>
                    <a:pt x="13" y="60"/>
                    <a:pt x="12" y="59"/>
                    <a:pt x="12" y="59"/>
                  </a:cubicBezTo>
                  <a:cubicBezTo>
                    <a:pt x="12" y="58"/>
                    <a:pt x="10" y="59"/>
                    <a:pt x="9" y="58"/>
                  </a:cubicBezTo>
                  <a:cubicBezTo>
                    <a:pt x="9" y="58"/>
                    <a:pt x="8" y="56"/>
                    <a:pt x="8" y="56"/>
                  </a:cubicBezTo>
                  <a:cubicBezTo>
                    <a:pt x="7" y="55"/>
                    <a:pt x="6" y="55"/>
                    <a:pt x="5" y="55"/>
                  </a:cubicBezTo>
                  <a:cubicBezTo>
                    <a:pt x="5" y="55"/>
                    <a:pt x="4" y="55"/>
                    <a:pt x="4" y="55"/>
                  </a:cubicBezTo>
                  <a:cubicBezTo>
                    <a:pt x="4" y="55"/>
                    <a:pt x="4" y="55"/>
                    <a:pt x="4" y="54"/>
                  </a:cubicBezTo>
                  <a:cubicBezTo>
                    <a:pt x="4" y="54"/>
                    <a:pt x="3" y="53"/>
                    <a:pt x="2" y="52"/>
                  </a:cubicBezTo>
                  <a:cubicBezTo>
                    <a:pt x="2" y="52"/>
                    <a:pt x="1" y="52"/>
                    <a:pt x="1" y="52"/>
                  </a:cubicBezTo>
                  <a:cubicBezTo>
                    <a:pt x="1" y="51"/>
                    <a:pt x="0" y="51"/>
                    <a:pt x="0" y="50"/>
                  </a:cubicBezTo>
                  <a:cubicBezTo>
                    <a:pt x="0" y="50"/>
                    <a:pt x="1" y="49"/>
                    <a:pt x="1" y="49"/>
                  </a:cubicBezTo>
                  <a:cubicBezTo>
                    <a:pt x="2" y="48"/>
                    <a:pt x="2" y="47"/>
                    <a:pt x="3" y="47"/>
                  </a:cubicBezTo>
                  <a:cubicBezTo>
                    <a:pt x="4" y="47"/>
                    <a:pt x="5" y="46"/>
                    <a:pt x="5" y="46"/>
                  </a:cubicBezTo>
                  <a:cubicBezTo>
                    <a:pt x="6" y="46"/>
                    <a:pt x="7" y="47"/>
                    <a:pt x="8" y="47"/>
                  </a:cubicBezTo>
                  <a:cubicBezTo>
                    <a:pt x="9" y="47"/>
                    <a:pt x="10" y="48"/>
                    <a:pt x="11" y="48"/>
                  </a:cubicBezTo>
                  <a:cubicBezTo>
                    <a:pt x="11" y="48"/>
                    <a:pt x="12" y="47"/>
                    <a:pt x="12" y="46"/>
                  </a:cubicBezTo>
                  <a:cubicBezTo>
                    <a:pt x="12" y="46"/>
                    <a:pt x="11" y="45"/>
                    <a:pt x="11" y="44"/>
                  </a:cubicBezTo>
                  <a:cubicBezTo>
                    <a:pt x="11" y="44"/>
                    <a:pt x="10" y="43"/>
                    <a:pt x="10" y="43"/>
                  </a:cubicBezTo>
                  <a:cubicBezTo>
                    <a:pt x="10" y="42"/>
                    <a:pt x="10" y="41"/>
                    <a:pt x="10" y="40"/>
                  </a:cubicBezTo>
                  <a:cubicBezTo>
                    <a:pt x="10" y="39"/>
                    <a:pt x="11" y="37"/>
                    <a:pt x="11" y="36"/>
                  </a:cubicBezTo>
                  <a:cubicBezTo>
                    <a:pt x="11" y="35"/>
                    <a:pt x="12" y="32"/>
                    <a:pt x="13" y="31"/>
                  </a:cubicBezTo>
                  <a:cubicBezTo>
                    <a:pt x="13" y="30"/>
                    <a:pt x="14" y="29"/>
                    <a:pt x="14" y="29"/>
                  </a:cubicBezTo>
                  <a:cubicBezTo>
                    <a:pt x="15" y="28"/>
                    <a:pt x="15" y="28"/>
                    <a:pt x="15" y="27"/>
                  </a:cubicBezTo>
                  <a:cubicBezTo>
                    <a:pt x="15" y="27"/>
                    <a:pt x="14" y="25"/>
                    <a:pt x="14" y="25"/>
                  </a:cubicBezTo>
                  <a:cubicBezTo>
                    <a:pt x="14" y="25"/>
                    <a:pt x="13" y="24"/>
                    <a:pt x="13" y="24"/>
                  </a:cubicBezTo>
                  <a:cubicBezTo>
                    <a:pt x="13" y="24"/>
                    <a:pt x="12" y="23"/>
                    <a:pt x="12" y="22"/>
                  </a:cubicBezTo>
                  <a:cubicBezTo>
                    <a:pt x="13" y="22"/>
                    <a:pt x="14" y="21"/>
                    <a:pt x="14" y="21"/>
                  </a:cubicBezTo>
                  <a:cubicBezTo>
                    <a:pt x="15" y="21"/>
                    <a:pt x="15" y="21"/>
                    <a:pt x="15" y="21"/>
                  </a:cubicBezTo>
                  <a:cubicBezTo>
                    <a:pt x="16" y="21"/>
                    <a:pt x="18" y="21"/>
                    <a:pt x="19" y="20"/>
                  </a:cubicBezTo>
                  <a:cubicBezTo>
                    <a:pt x="19" y="19"/>
                    <a:pt x="20" y="18"/>
                    <a:pt x="20" y="17"/>
                  </a:cubicBezTo>
                  <a:cubicBezTo>
                    <a:pt x="21" y="17"/>
                    <a:pt x="22" y="16"/>
                    <a:pt x="23" y="16"/>
                  </a:cubicBezTo>
                  <a:cubicBezTo>
                    <a:pt x="24" y="16"/>
                    <a:pt x="26" y="17"/>
                    <a:pt x="27" y="16"/>
                  </a:cubicBezTo>
                  <a:cubicBezTo>
                    <a:pt x="27" y="16"/>
                    <a:pt x="28" y="15"/>
                    <a:pt x="29" y="14"/>
                  </a:cubicBezTo>
                  <a:cubicBezTo>
                    <a:pt x="29" y="13"/>
                    <a:pt x="31" y="12"/>
                    <a:pt x="32" y="12"/>
                  </a:cubicBezTo>
                  <a:cubicBezTo>
                    <a:pt x="32" y="11"/>
                    <a:pt x="33" y="11"/>
                    <a:pt x="34" y="11"/>
                  </a:cubicBezTo>
                  <a:cubicBezTo>
                    <a:pt x="35" y="11"/>
                    <a:pt x="36" y="11"/>
                    <a:pt x="37" y="10"/>
                  </a:cubicBezTo>
                  <a:cubicBezTo>
                    <a:pt x="37" y="11"/>
                    <a:pt x="37" y="11"/>
                    <a:pt x="38" y="12"/>
                  </a:cubicBezTo>
                  <a:cubicBezTo>
                    <a:pt x="38" y="12"/>
                    <a:pt x="38" y="14"/>
                    <a:pt x="38" y="14"/>
                  </a:cubicBezTo>
                  <a:cubicBezTo>
                    <a:pt x="38" y="15"/>
                    <a:pt x="37" y="16"/>
                    <a:pt x="37" y="16"/>
                  </a:cubicBezTo>
                  <a:cubicBezTo>
                    <a:pt x="37" y="17"/>
                    <a:pt x="36" y="18"/>
                    <a:pt x="37" y="18"/>
                  </a:cubicBezTo>
                  <a:cubicBezTo>
                    <a:pt x="37" y="18"/>
                    <a:pt x="38" y="17"/>
                    <a:pt x="38" y="17"/>
                  </a:cubicBezTo>
                  <a:cubicBezTo>
                    <a:pt x="38" y="16"/>
                    <a:pt x="39" y="15"/>
                    <a:pt x="39" y="15"/>
                  </a:cubicBezTo>
                  <a:cubicBezTo>
                    <a:pt x="39" y="14"/>
                    <a:pt x="40" y="13"/>
                    <a:pt x="40" y="13"/>
                  </a:cubicBezTo>
                  <a:cubicBezTo>
                    <a:pt x="40" y="12"/>
                    <a:pt x="40" y="11"/>
                    <a:pt x="40" y="11"/>
                  </a:cubicBezTo>
                  <a:cubicBezTo>
                    <a:pt x="40" y="10"/>
                    <a:pt x="40" y="9"/>
                    <a:pt x="40" y="9"/>
                  </a:cubicBezTo>
                  <a:cubicBezTo>
                    <a:pt x="40" y="8"/>
                    <a:pt x="39" y="7"/>
                    <a:pt x="39" y="7"/>
                  </a:cubicBezTo>
                  <a:cubicBezTo>
                    <a:pt x="39" y="6"/>
                    <a:pt x="40" y="6"/>
                    <a:pt x="40" y="5"/>
                  </a:cubicBezTo>
                  <a:cubicBezTo>
                    <a:pt x="41" y="5"/>
                    <a:pt x="42" y="5"/>
                    <a:pt x="42" y="4"/>
                  </a:cubicBezTo>
                  <a:cubicBezTo>
                    <a:pt x="43" y="4"/>
                    <a:pt x="44" y="4"/>
                    <a:pt x="45" y="3"/>
                  </a:cubicBezTo>
                  <a:cubicBezTo>
                    <a:pt x="45" y="3"/>
                    <a:pt x="45" y="2"/>
                    <a:pt x="46" y="2"/>
                  </a:cubicBezTo>
                  <a:cubicBezTo>
                    <a:pt x="47" y="2"/>
                    <a:pt x="48" y="2"/>
                    <a:pt x="49" y="2"/>
                  </a:cubicBezTo>
                  <a:cubicBezTo>
                    <a:pt x="49" y="2"/>
                    <a:pt x="50" y="3"/>
                    <a:pt x="51" y="3"/>
                  </a:cubicBezTo>
                  <a:cubicBezTo>
                    <a:pt x="51" y="3"/>
                    <a:pt x="52" y="4"/>
                    <a:pt x="52" y="4"/>
                  </a:cubicBezTo>
                  <a:cubicBezTo>
                    <a:pt x="53" y="5"/>
                    <a:pt x="55" y="6"/>
                    <a:pt x="55" y="6"/>
                  </a:cubicBezTo>
                  <a:cubicBezTo>
                    <a:pt x="56" y="7"/>
                    <a:pt x="57" y="9"/>
                    <a:pt x="58" y="9"/>
                  </a:cubicBezTo>
                  <a:cubicBezTo>
                    <a:pt x="59" y="10"/>
                    <a:pt x="60" y="10"/>
                    <a:pt x="61" y="10"/>
                  </a:cubicBezTo>
                  <a:cubicBezTo>
                    <a:pt x="62" y="10"/>
                    <a:pt x="63" y="9"/>
                    <a:pt x="63" y="9"/>
                  </a:cubicBezTo>
                  <a:cubicBezTo>
                    <a:pt x="64" y="9"/>
                    <a:pt x="65" y="8"/>
                    <a:pt x="65" y="8"/>
                  </a:cubicBezTo>
                  <a:cubicBezTo>
                    <a:pt x="66" y="7"/>
                    <a:pt x="67" y="6"/>
                    <a:pt x="67" y="6"/>
                  </a:cubicBezTo>
                  <a:cubicBezTo>
                    <a:pt x="68" y="5"/>
                    <a:pt x="69" y="5"/>
                    <a:pt x="70" y="5"/>
                  </a:cubicBezTo>
                  <a:cubicBezTo>
                    <a:pt x="71" y="5"/>
                    <a:pt x="72" y="6"/>
                    <a:pt x="73" y="6"/>
                  </a:cubicBezTo>
                  <a:cubicBezTo>
                    <a:pt x="74" y="6"/>
                    <a:pt x="76" y="5"/>
                    <a:pt x="77" y="5"/>
                  </a:cubicBezTo>
                  <a:cubicBezTo>
                    <a:pt x="77" y="5"/>
                    <a:pt x="78" y="5"/>
                    <a:pt x="79" y="4"/>
                  </a:cubicBezTo>
                  <a:cubicBezTo>
                    <a:pt x="80" y="4"/>
                    <a:pt x="82" y="2"/>
                    <a:pt x="83" y="2"/>
                  </a:cubicBezTo>
                  <a:cubicBezTo>
                    <a:pt x="84" y="2"/>
                    <a:pt x="86" y="1"/>
                    <a:pt x="88" y="1"/>
                  </a:cubicBezTo>
                  <a:cubicBezTo>
                    <a:pt x="88" y="1"/>
                    <a:pt x="90" y="1"/>
                    <a:pt x="90" y="1"/>
                  </a:cubicBezTo>
                  <a:cubicBezTo>
                    <a:pt x="91" y="1"/>
                    <a:pt x="91" y="1"/>
                    <a:pt x="92" y="1"/>
                  </a:cubicBezTo>
                  <a:cubicBezTo>
                    <a:pt x="92" y="1"/>
                    <a:pt x="93" y="1"/>
                    <a:pt x="93" y="1"/>
                  </a:cubicBezTo>
                  <a:cubicBezTo>
                    <a:pt x="93" y="1"/>
                    <a:pt x="94" y="1"/>
                    <a:pt x="94" y="1"/>
                  </a:cubicBezTo>
                  <a:cubicBezTo>
                    <a:pt x="95" y="1"/>
                    <a:pt x="96" y="1"/>
                    <a:pt x="96" y="1"/>
                  </a:cubicBezTo>
                  <a:cubicBezTo>
                    <a:pt x="96" y="1"/>
                    <a:pt x="97" y="0"/>
                    <a:pt x="97" y="0"/>
                  </a:cubicBezTo>
                  <a:cubicBezTo>
                    <a:pt x="97" y="0"/>
                    <a:pt x="98" y="1"/>
                    <a:pt x="98" y="1"/>
                  </a:cubicBezTo>
                  <a:cubicBezTo>
                    <a:pt x="99" y="1"/>
                    <a:pt x="98" y="2"/>
                    <a:pt x="98" y="2"/>
                  </a:cubicBezTo>
                  <a:cubicBezTo>
                    <a:pt x="98" y="2"/>
                    <a:pt x="97" y="3"/>
                    <a:pt x="97" y="3"/>
                  </a:cubicBezTo>
                  <a:cubicBezTo>
                    <a:pt x="97" y="3"/>
                    <a:pt x="96" y="3"/>
                    <a:pt x="96" y="4"/>
                  </a:cubicBezTo>
                  <a:cubicBezTo>
                    <a:pt x="96" y="4"/>
                    <a:pt x="96" y="5"/>
                    <a:pt x="96" y="5"/>
                  </a:cubicBezTo>
                  <a:cubicBezTo>
                    <a:pt x="97" y="6"/>
                    <a:pt x="98" y="7"/>
                    <a:pt x="98" y="7"/>
                  </a:cubicBezTo>
                  <a:cubicBezTo>
                    <a:pt x="99" y="9"/>
                    <a:pt x="100" y="11"/>
                    <a:pt x="101" y="11"/>
                  </a:cubicBezTo>
                  <a:cubicBezTo>
                    <a:pt x="102" y="12"/>
                    <a:pt x="103" y="14"/>
                    <a:pt x="104" y="15"/>
                  </a:cubicBezTo>
                  <a:cubicBezTo>
                    <a:pt x="104" y="15"/>
                    <a:pt x="104" y="16"/>
                    <a:pt x="103" y="17"/>
                  </a:cubicBezTo>
                  <a:cubicBezTo>
                    <a:pt x="103" y="17"/>
                    <a:pt x="102" y="18"/>
                    <a:pt x="101" y="19"/>
                  </a:cubicBezTo>
                  <a:cubicBezTo>
                    <a:pt x="100" y="20"/>
                    <a:pt x="99" y="21"/>
                    <a:pt x="98" y="22"/>
                  </a:cubicBezTo>
                  <a:cubicBezTo>
                    <a:pt x="97" y="22"/>
                    <a:pt x="97" y="22"/>
                    <a:pt x="96" y="2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6" name="Freeform 135"/>
            <p:cNvSpPr>
              <a:spLocks/>
            </p:cNvSpPr>
            <p:nvPr/>
          </p:nvSpPr>
          <p:spPr bwMode="auto">
            <a:xfrm>
              <a:off x="2411413" y="2981326"/>
              <a:ext cx="9525" cy="3175"/>
            </a:xfrm>
            <a:custGeom>
              <a:avLst/>
              <a:gdLst/>
              <a:ahLst/>
              <a:cxnLst>
                <a:cxn ang="0">
                  <a:pos x="5" y="1"/>
                </a:cxn>
                <a:cxn ang="0">
                  <a:pos x="3" y="2"/>
                </a:cxn>
                <a:cxn ang="0">
                  <a:pos x="2" y="2"/>
                </a:cxn>
                <a:cxn ang="0">
                  <a:pos x="0" y="1"/>
                </a:cxn>
                <a:cxn ang="0">
                  <a:pos x="1" y="0"/>
                </a:cxn>
                <a:cxn ang="0">
                  <a:pos x="3" y="0"/>
                </a:cxn>
                <a:cxn ang="0">
                  <a:pos x="5" y="0"/>
                </a:cxn>
                <a:cxn ang="0">
                  <a:pos x="5" y="1"/>
                </a:cxn>
              </a:cxnLst>
              <a:rect l="0" t="0" r="r" b="b"/>
              <a:pathLst>
                <a:path w="5" h="2">
                  <a:moveTo>
                    <a:pt x="5" y="1"/>
                  </a:moveTo>
                  <a:cubicBezTo>
                    <a:pt x="5" y="2"/>
                    <a:pt x="4" y="2"/>
                    <a:pt x="3" y="2"/>
                  </a:cubicBezTo>
                  <a:cubicBezTo>
                    <a:pt x="3" y="2"/>
                    <a:pt x="2" y="2"/>
                    <a:pt x="2" y="2"/>
                  </a:cubicBezTo>
                  <a:cubicBezTo>
                    <a:pt x="1" y="2"/>
                    <a:pt x="0" y="1"/>
                    <a:pt x="0" y="1"/>
                  </a:cubicBezTo>
                  <a:cubicBezTo>
                    <a:pt x="0" y="1"/>
                    <a:pt x="1" y="0"/>
                    <a:pt x="1" y="0"/>
                  </a:cubicBezTo>
                  <a:cubicBezTo>
                    <a:pt x="1" y="0"/>
                    <a:pt x="2" y="0"/>
                    <a:pt x="3" y="0"/>
                  </a:cubicBezTo>
                  <a:cubicBezTo>
                    <a:pt x="3" y="0"/>
                    <a:pt x="4" y="0"/>
                    <a:pt x="5" y="0"/>
                  </a:cubicBezTo>
                  <a:cubicBezTo>
                    <a:pt x="5" y="0"/>
                    <a:pt x="5" y="1"/>
                    <a:pt x="5"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7" name="Freeform 136"/>
            <p:cNvSpPr>
              <a:spLocks/>
            </p:cNvSpPr>
            <p:nvPr/>
          </p:nvSpPr>
          <p:spPr bwMode="auto">
            <a:xfrm>
              <a:off x="1598613" y="2343151"/>
              <a:ext cx="381000" cy="488950"/>
            </a:xfrm>
            <a:custGeom>
              <a:avLst/>
              <a:gdLst/>
              <a:ahLst/>
              <a:cxnLst>
                <a:cxn ang="0">
                  <a:pos x="178" y="118"/>
                </a:cxn>
                <a:cxn ang="0">
                  <a:pos x="182" y="136"/>
                </a:cxn>
                <a:cxn ang="0">
                  <a:pos x="201" y="150"/>
                </a:cxn>
                <a:cxn ang="0">
                  <a:pos x="199" y="167"/>
                </a:cxn>
                <a:cxn ang="0">
                  <a:pos x="185" y="170"/>
                </a:cxn>
                <a:cxn ang="0">
                  <a:pos x="183" y="185"/>
                </a:cxn>
                <a:cxn ang="0">
                  <a:pos x="182" y="199"/>
                </a:cxn>
                <a:cxn ang="0">
                  <a:pos x="183" y="211"/>
                </a:cxn>
                <a:cxn ang="0">
                  <a:pos x="174" y="219"/>
                </a:cxn>
                <a:cxn ang="0">
                  <a:pos x="158" y="227"/>
                </a:cxn>
                <a:cxn ang="0">
                  <a:pos x="149" y="226"/>
                </a:cxn>
                <a:cxn ang="0">
                  <a:pos x="133" y="233"/>
                </a:cxn>
                <a:cxn ang="0">
                  <a:pos x="122" y="234"/>
                </a:cxn>
                <a:cxn ang="0">
                  <a:pos x="113" y="236"/>
                </a:cxn>
                <a:cxn ang="0">
                  <a:pos x="109" y="231"/>
                </a:cxn>
                <a:cxn ang="0">
                  <a:pos x="111" y="223"/>
                </a:cxn>
                <a:cxn ang="0">
                  <a:pos x="99" y="235"/>
                </a:cxn>
                <a:cxn ang="0">
                  <a:pos x="88" y="237"/>
                </a:cxn>
                <a:cxn ang="0">
                  <a:pos x="84" y="225"/>
                </a:cxn>
                <a:cxn ang="0">
                  <a:pos x="80" y="236"/>
                </a:cxn>
                <a:cxn ang="0">
                  <a:pos x="69" y="258"/>
                </a:cxn>
                <a:cxn ang="0">
                  <a:pos x="57" y="255"/>
                </a:cxn>
                <a:cxn ang="0">
                  <a:pos x="56" y="240"/>
                </a:cxn>
                <a:cxn ang="0">
                  <a:pos x="60" y="226"/>
                </a:cxn>
                <a:cxn ang="0">
                  <a:pos x="54" y="226"/>
                </a:cxn>
                <a:cxn ang="0">
                  <a:pos x="50" y="231"/>
                </a:cxn>
                <a:cxn ang="0">
                  <a:pos x="31" y="211"/>
                </a:cxn>
                <a:cxn ang="0">
                  <a:pos x="31" y="195"/>
                </a:cxn>
                <a:cxn ang="0">
                  <a:pos x="28" y="197"/>
                </a:cxn>
                <a:cxn ang="0">
                  <a:pos x="9" y="173"/>
                </a:cxn>
                <a:cxn ang="0">
                  <a:pos x="4" y="154"/>
                </a:cxn>
                <a:cxn ang="0">
                  <a:pos x="8" y="130"/>
                </a:cxn>
                <a:cxn ang="0">
                  <a:pos x="24" y="104"/>
                </a:cxn>
                <a:cxn ang="0">
                  <a:pos x="36" y="71"/>
                </a:cxn>
                <a:cxn ang="0">
                  <a:pos x="48" y="73"/>
                </a:cxn>
                <a:cxn ang="0">
                  <a:pos x="55" y="65"/>
                </a:cxn>
                <a:cxn ang="0">
                  <a:pos x="54" y="61"/>
                </a:cxn>
                <a:cxn ang="0">
                  <a:pos x="48" y="58"/>
                </a:cxn>
                <a:cxn ang="0">
                  <a:pos x="58" y="54"/>
                </a:cxn>
                <a:cxn ang="0">
                  <a:pos x="77" y="56"/>
                </a:cxn>
                <a:cxn ang="0">
                  <a:pos x="75" y="53"/>
                </a:cxn>
                <a:cxn ang="0">
                  <a:pos x="80" y="36"/>
                </a:cxn>
                <a:cxn ang="0">
                  <a:pos x="89" y="30"/>
                </a:cxn>
                <a:cxn ang="0">
                  <a:pos x="104" y="14"/>
                </a:cxn>
                <a:cxn ang="0">
                  <a:pos x="120" y="0"/>
                </a:cxn>
                <a:cxn ang="0">
                  <a:pos x="135" y="10"/>
                </a:cxn>
                <a:cxn ang="0">
                  <a:pos x="147" y="18"/>
                </a:cxn>
                <a:cxn ang="0">
                  <a:pos x="151" y="26"/>
                </a:cxn>
                <a:cxn ang="0">
                  <a:pos x="144" y="35"/>
                </a:cxn>
                <a:cxn ang="0">
                  <a:pos x="138" y="51"/>
                </a:cxn>
                <a:cxn ang="0">
                  <a:pos x="138" y="66"/>
                </a:cxn>
                <a:cxn ang="0">
                  <a:pos x="151" y="86"/>
                </a:cxn>
                <a:cxn ang="0">
                  <a:pos x="163" y="75"/>
                </a:cxn>
                <a:cxn ang="0">
                  <a:pos x="172" y="80"/>
                </a:cxn>
              </a:cxnLst>
              <a:rect l="0" t="0" r="r" b="b"/>
              <a:pathLst>
                <a:path w="202" h="260">
                  <a:moveTo>
                    <a:pt x="178" y="91"/>
                  </a:moveTo>
                  <a:cubicBezTo>
                    <a:pt x="178" y="92"/>
                    <a:pt x="179" y="94"/>
                    <a:pt x="179" y="94"/>
                  </a:cubicBezTo>
                  <a:cubicBezTo>
                    <a:pt x="179" y="96"/>
                    <a:pt x="178" y="98"/>
                    <a:pt x="178" y="100"/>
                  </a:cubicBezTo>
                  <a:cubicBezTo>
                    <a:pt x="178" y="101"/>
                    <a:pt x="177" y="102"/>
                    <a:pt x="177" y="103"/>
                  </a:cubicBezTo>
                  <a:cubicBezTo>
                    <a:pt x="176" y="105"/>
                    <a:pt x="176" y="109"/>
                    <a:pt x="176" y="111"/>
                  </a:cubicBezTo>
                  <a:cubicBezTo>
                    <a:pt x="176" y="112"/>
                    <a:pt x="176" y="114"/>
                    <a:pt x="176" y="115"/>
                  </a:cubicBezTo>
                  <a:cubicBezTo>
                    <a:pt x="176" y="116"/>
                    <a:pt x="178" y="117"/>
                    <a:pt x="178" y="118"/>
                  </a:cubicBezTo>
                  <a:cubicBezTo>
                    <a:pt x="179" y="119"/>
                    <a:pt x="180" y="120"/>
                    <a:pt x="180" y="121"/>
                  </a:cubicBezTo>
                  <a:cubicBezTo>
                    <a:pt x="180" y="122"/>
                    <a:pt x="180" y="123"/>
                    <a:pt x="179" y="124"/>
                  </a:cubicBezTo>
                  <a:cubicBezTo>
                    <a:pt x="179" y="125"/>
                    <a:pt x="178" y="126"/>
                    <a:pt x="177" y="127"/>
                  </a:cubicBezTo>
                  <a:cubicBezTo>
                    <a:pt x="177" y="127"/>
                    <a:pt x="178" y="128"/>
                    <a:pt x="178" y="129"/>
                  </a:cubicBezTo>
                  <a:cubicBezTo>
                    <a:pt x="178" y="130"/>
                    <a:pt x="179" y="131"/>
                    <a:pt x="179" y="131"/>
                  </a:cubicBezTo>
                  <a:cubicBezTo>
                    <a:pt x="179" y="132"/>
                    <a:pt x="180" y="134"/>
                    <a:pt x="180" y="134"/>
                  </a:cubicBezTo>
                  <a:cubicBezTo>
                    <a:pt x="181" y="135"/>
                    <a:pt x="181" y="136"/>
                    <a:pt x="182" y="136"/>
                  </a:cubicBezTo>
                  <a:cubicBezTo>
                    <a:pt x="183" y="137"/>
                    <a:pt x="185" y="136"/>
                    <a:pt x="185" y="137"/>
                  </a:cubicBezTo>
                  <a:cubicBezTo>
                    <a:pt x="187" y="138"/>
                    <a:pt x="188" y="140"/>
                    <a:pt x="188" y="141"/>
                  </a:cubicBezTo>
                  <a:cubicBezTo>
                    <a:pt x="189" y="142"/>
                    <a:pt x="191" y="144"/>
                    <a:pt x="192" y="145"/>
                  </a:cubicBezTo>
                  <a:cubicBezTo>
                    <a:pt x="192" y="146"/>
                    <a:pt x="193" y="148"/>
                    <a:pt x="194" y="149"/>
                  </a:cubicBezTo>
                  <a:cubicBezTo>
                    <a:pt x="194" y="149"/>
                    <a:pt x="195" y="150"/>
                    <a:pt x="195" y="150"/>
                  </a:cubicBezTo>
                  <a:cubicBezTo>
                    <a:pt x="196" y="150"/>
                    <a:pt x="198" y="149"/>
                    <a:pt x="198" y="149"/>
                  </a:cubicBezTo>
                  <a:cubicBezTo>
                    <a:pt x="199" y="150"/>
                    <a:pt x="200" y="150"/>
                    <a:pt x="201" y="150"/>
                  </a:cubicBezTo>
                  <a:cubicBezTo>
                    <a:pt x="202" y="151"/>
                    <a:pt x="202" y="153"/>
                    <a:pt x="202" y="154"/>
                  </a:cubicBezTo>
                  <a:cubicBezTo>
                    <a:pt x="202" y="154"/>
                    <a:pt x="201" y="156"/>
                    <a:pt x="201" y="156"/>
                  </a:cubicBezTo>
                  <a:cubicBezTo>
                    <a:pt x="201" y="157"/>
                    <a:pt x="201" y="159"/>
                    <a:pt x="201" y="159"/>
                  </a:cubicBezTo>
                  <a:cubicBezTo>
                    <a:pt x="201" y="160"/>
                    <a:pt x="202" y="161"/>
                    <a:pt x="202" y="162"/>
                  </a:cubicBezTo>
                  <a:cubicBezTo>
                    <a:pt x="202" y="163"/>
                    <a:pt x="202" y="164"/>
                    <a:pt x="202" y="164"/>
                  </a:cubicBezTo>
                  <a:cubicBezTo>
                    <a:pt x="202" y="164"/>
                    <a:pt x="201" y="164"/>
                    <a:pt x="201" y="165"/>
                  </a:cubicBezTo>
                  <a:cubicBezTo>
                    <a:pt x="200" y="165"/>
                    <a:pt x="200" y="167"/>
                    <a:pt x="199" y="167"/>
                  </a:cubicBezTo>
                  <a:cubicBezTo>
                    <a:pt x="199" y="167"/>
                    <a:pt x="197" y="166"/>
                    <a:pt x="197" y="166"/>
                  </a:cubicBezTo>
                  <a:cubicBezTo>
                    <a:pt x="196" y="166"/>
                    <a:pt x="195" y="168"/>
                    <a:pt x="194" y="167"/>
                  </a:cubicBezTo>
                  <a:cubicBezTo>
                    <a:pt x="193" y="167"/>
                    <a:pt x="192" y="166"/>
                    <a:pt x="192" y="166"/>
                  </a:cubicBezTo>
                  <a:cubicBezTo>
                    <a:pt x="191" y="166"/>
                    <a:pt x="191" y="165"/>
                    <a:pt x="190" y="165"/>
                  </a:cubicBezTo>
                  <a:cubicBezTo>
                    <a:pt x="189" y="165"/>
                    <a:pt x="187" y="165"/>
                    <a:pt x="187" y="166"/>
                  </a:cubicBezTo>
                  <a:cubicBezTo>
                    <a:pt x="186" y="166"/>
                    <a:pt x="187" y="168"/>
                    <a:pt x="186" y="169"/>
                  </a:cubicBezTo>
                  <a:cubicBezTo>
                    <a:pt x="186" y="169"/>
                    <a:pt x="185" y="170"/>
                    <a:pt x="185" y="170"/>
                  </a:cubicBezTo>
                  <a:cubicBezTo>
                    <a:pt x="185" y="171"/>
                    <a:pt x="185" y="173"/>
                    <a:pt x="184" y="173"/>
                  </a:cubicBezTo>
                  <a:cubicBezTo>
                    <a:pt x="184" y="174"/>
                    <a:pt x="184" y="175"/>
                    <a:pt x="184" y="176"/>
                  </a:cubicBezTo>
                  <a:cubicBezTo>
                    <a:pt x="184" y="176"/>
                    <a:pt x="184" y="178"/>
                    <a:pt x="184" y="178"/>
                  </a:cubicBezTo>
                  <a:cubicBezTo>
                    <a:pt x="184" y="179"/>
                    <a:pt x="184" y="180"/>
                    <a:pt x="185" y="181"/>
                  </a:cubicBezTo>
                  <a:cubicBezTo>
                    <a:pt x="185" y="182"/>
                    <a:pt x="186" y="182"/>
                    <a:pt x="187" y="182"/>
                  </a:cubicBezTo>
                  <a:cubicBezTo>
                    <a:pt x="187" y="183"/>
                    <a:pt x="186" y="185"/>
                    <a:pt x="186" y="185"/>
                  </a:cubicBezTo>
                  <a:cubicBezTo>
                    <a:pt x="185" y="185"/>
                    <a:pt x="183" y="185"/>
                    <a:pt x="183" y="185"/>
                  </a:cubicBezTo>
                  <a:cubicBezTo>
                    <a:pt x="182" y="185"/>
                    <a:pt x="182" y="186"/>
                    <a:pt x="181" y="186"/>
                  </a:cubicBezTo>
                  <a:cubicBezTo>
                    <a:pt x="181" y="187"/>
                    <a:pt x="180" y="188"/>
                    <a:pt x="179" y="189"/>
                  </a:cubicBezTo>
                  <a:cubicBezTo>
                    <a:pt x="179" y="189"/>
                    <a:pt x="178" y="190"/>
                    <a:pt x="177" y="191"/>
                  </a:cubicBezTo>
                  <a:cubicBezTo>
                    <a:pt x="177" y="192"/>
                    <a:pt x="177" y="193"/>
                    <a:pt x="177" y="194"/>
                  </a:cubicBezTo>
                  <a:cubicBezTo>
                    <a:pt x="177" y="194"/>
                    <a:pt x="178" y="195"/>
                    <a:pt x="179" y="196"/>
                  </a:cubicBezTo>
                  <a:cubicBezTo>
                    <a:pt x="179" y="196"/>
                    <a:pt x="180" y="197"/>
                    <a:pt x="180" y="197"/>
                  </a:cubicBezTo>
                  <a:cubicBezTo>
                    <a:pt x="181" y="197"/>
                    <a:pt x="181" y="199"/>
                    <a:pt x="182" y="199"/>
                  </a:cubicBezTo>
                  <a:cubicBezTo>
                    <a:pt x="182" y="200"/>
                    <a:pt x="183" y="200"/>
                    <a:pt x="184" y="201"/>
                  </a:cubicBezTo>
                  <a:cubicBezTo>
                    <a:pt x="184" y="201"/>
                    <a:pt x="185" y="200"/>
                    <a:pt x="185" y="201"/>
                  </a:cubicBezTo>
                  <a:cubicBezTo>
                    <a:pt x="186" y="201"/>
                    <a:pt x="186" y="201"/>
                    <a:pt x="186" y="202"/>
                  </a:cubicBezTo>
                  <a:cubicBezTo>
                    <a:pt x="186" y="203"/>
                    <a:pt x="185" y="204"/>
                    <a:pt x="184" y="204"/>
                  </a:cubicBezTo>
                  <a:cubicBezTo>
                    <a:pt x="184" y="205"/>
                    <a:pt x="182" y="205"/>
                    <a:pt x="182" y="206"/>
                  </a:cubicBezTo>
                  <a:cubicBezTo>
                    <a:pt x="182" y="206"/>
                    <a:pt x="182" y="207"/>
                    <a:pt x="182" y="208"/>
                  </a:cubicBezTo>
                  <a:cubicBezTo>
                    <a:pt x="182" y="209"/>
                    <a:pt x="183" y="210"/>
                    <a:pt x="183" y="211"/>
                  </a:cubicBezTo>
                  <a:cubicBezTo>
                    <a:pt x="183" y="212"/>
                    <a:pt x="182" y="214"/>
                    <a:pt x="182" y="214"/>
                  </a:cubicBezTo>
                  <a:cubicBezTo>
                    <a:pt x="182" y="215"/>
                    <a:pt x="182" y="217"/>
                    <a:pt x="182" y="217"/>
                  </a:cubicBezTo>
                  <a:cubicBezTo>
                    <a:pt x="182" y="218"/>
                    <a:pt x="182" y="220"/>
                    <a:pt x="181" y="220"/>
                  </a:cubicBezTo>
                  <a:cubicBezTo>
                    <a:pt x="181" y="221"/>
                    <a:pt x="180" y="221"/>
                    <a:pt x="179" y="221"/>
                  </a:cubicBezTo>
                  <a:cubicBezTo>
                    <a:pt x="178" y="221"/>
                    <a:pt x="177" y="222"/>
                    <a:pt x="177" y="221"/>
                  </a:cubicBezTo>
                  <a:cubicBezTo>
                    <a:pt x="176" y="221"/>
                    <a:pt x="176" y="220"/>
                    <a:pt x="176" y="220"/>
                  </a:cubicBezTo>
                  <a:cubicBezTo>
                    <a:pt x="175" y="220"/>
                    <a:pt x="174" y="219"/>
                    <a:pt x="174" y="219"/>
                  </a:cubicBezTo>
                  <a:cubicBezTo>
                    <a:pt x="173" y="219"/>
                    <a:pt x="172" y="219"/>
                    <a:pt x="172" y="219"/>
                  </a:cubicBezTo>
                  <a:cubicBezTo>
                    <a:pt x="171" y="219"/>
                    <a:pt x="171" y="221"/>
                    <a:pt x="171" y="221"/>
                  </a:cubicBezTo>
                  <a:cubicBezTo>
                    <a:pt x="170" y="221"/>
                    <a:pt x="168" y="222"/>
                    <a:pt x="168" y="222"/>
                  </a:cubicBezTo>
                  <a:cubicBezTo>
                    <a:pt x="168" y="223"/>
                    <a:pt x="168" y="224"/>
                    <a:pt x="168" y="225"/>
                  </a:cubicBezTo>
                  <a:cubicBezTo>
                    <a:pt x="167" y="226"/>
                    <a:pt x="165" y="225"/>
                    <a:pt x="164" y="226"/>
                  </a:cubicBezTo>
                  <a:cubicBezTo>
                    <a:pt x="163" y="226"/>
                    <a:pt x="162" y="227"/>
                    <a:pt x="161" y="227"/>
                  </a:cubicBezTo>
                  <a:cubicBezTo>
                    <a:pt x="161" y="227"/>
                    <a:pt x="159" y="227"/>
                    <a:pt x="158" y="227"/>
                  </a:cubicBezTo>
                  <a:cubicBezTo>
                    <a:pt x="159" y="227"/>
                    <a:pt x="159" y="226"/>
                    <a:pt x="159" y="225"/>
                  </a:cubicBezTo>
                  <a:cubicBezTo>
                    <a:pt x="159" y="225"/>
                    <a:pt x="159" y="224"/>
                    <a:pt x="159" y="224"/>
                  </a:cubicBezTo>
                  <a:cubicBezTo>
                    <a:pt x="158" y="224"/>
                    <a:pt x="157" y="224"/>
                    <a:pt x="157" y="224"/>
                  </a:cubicBezTo>
                  <a:cubicBezTo>
                    <a:pt x="156" y="224"/>
                    <a:pt x="156" y="225"/>
                    <a:pt x="155" y="225"/>
                  </a:cubicBezTo>
                  <a:cubicBezTo>
                    <a:pt x="155" y="226"/>
                    <a:pt x="154" y="226"/>
                    <a:pt x="153" y="227"/>
                  </a:cubicBezTo>
                  <a:cubicBezTo>
                    <a:pt x="153" y="227"/>
                    <a:pt x="152" y="226"/>
                    <a:pt x="151" y="226"/>
                  </a:cubicBezTo>
                  <a:cubicBezTo>
                    <a:pt x="151" y="226"/>
                    <a:pt x="150" y="226"/>
                    <a:pt x="149" y="226"/>
                  </a:cubicBezTo>
                  <a:cubicBezTo>
                    <a:pt x="149" y="227"/>
                    <a:pt x="148" y="228"/>
                    <a:pt x="148" y="228"/>
                  </a:cubicBezTo>
                  <a:cubicBezTo>
                    <a:pt x="147" y="229"/>
                    <a:pt x="146" y="229"/>
                    <a:pt x="145" y="230"/>
                  </a:cubicBezTo>
                  <a:cubicBezTo>
                    <a:pt x="144" y="230"/>
                    <a:pt x="142" y="230"/>
                    <a:pt x="141" y="230"/>
                  </a:cubicBezTo>
                  <a:cubicBezTo>
                    <a:pt x="140" y="229"/>
                    <a:pt x="138" y="228"/>
                    <a:pt x="137" y="228"/>
                  </a:cubicBezTo>
                  <a:cubicBezTo>
                    <a:pt x="136" y="228"/>
                    <a:pt x="135" y="229"/>
                    <a:pt x="135" y="230"/>
                  </a:cubicBezTo>
                  <a:cubicBezTo>
                    <a:pt x="135" y="230"/>
                    <a:pt x="135" y="231"/>
                    <a:pt x="134" y="232"/>
                  </a:cubicBezTo>
                  <a:cubicBezTo>
                    <a:pt x="134" y="232"/>
                    <a:pt x="133" y="233"/>
                    <a:pt x="133" y="233"/>
                  </a:cubicBezTo>
                  <a:cubicBezTo>
                    <a:pt x="133" y="234"/>
                    <a:pt x="133" y="234"/>
                    <a:pt x="133" y="235"/>
                  </a:cubicBezTo>
                  <a:cubicBezTo>
                    <a:pt x="132" y="235"/>
                    <a:pt x="133" y="236"/>
                    <a:pt x="133" y="236"/>
                  </a:cubicBezTo>
                  <a:cubicBezTo>
                    <a:pt x="132" y="236"/>
                    <a:pt x="132" y="237"/>
                    <a:pt x="132" y="237"/>
                  </a:cubicBezTo>
                  <a:cubicBezTo>
                    <a:pt x="132" y="237"/>
                    <a:pt x="131" y="236"/>
                    <a:pt x="130" y="236"/>
                  </a:cubicBezTo>
                  <a:cubicBezTo>
                    <a:pt x="130" y="235"/>
                    <a:pt x="128" y="235"/>
                    <a:pt x="127" y="236"/>
                  </a:cubicBezTo>
                  <a:cubicBezTo>
                    <a:pt x="126" y="236"/>
                    <a:pt x="125" y="236"/>
                    <a:pt x="124" y="236"/>
                  </a:cubicBezTo>
                  <a:cubicBezTo>
                    <a:pt x="124" y="236"/>
                    <a:pt x="123" y="235"/>
                    <a:pt x="122" y="234"/>
                  </a:cubicBezTo>
                  <a:cubicBezTo>
                    <a:pt x="122" y="234"/>
                    <a:pt x="121" y="234"/>
                    <a:pt x="120" y="234"/>
                  </a:cubicBezTo>
                  <a:cubicBezTo>
                    <a:pt x="120" y="233"/>
                    <a:pt x="119" y="233"/>
                    <a:pt x="118" y="232"/>
                  </a:cubicBezTo>
                  <a:cubicBezTo>
                    <a:pt x="118" y="232"/>
                    <a:pt x="117" y="231"/>
                    <a:pt x="117" y="230"/>
                  </a:cubicBezTo>
                  <a:cubicBezTo>
                    <a:pt x="116" y="230"/>
                    <a:pt x="115" y="230"/>
                    <a:pt x="115" y="230"/>
                  </a:cubicBezTo>
                  <a:cubicBezTo>
                    <a:pt x="114" y="230"/>
                    <a:pt x="113" y="231"/>
                    <a:pt x="113" y="231"/>
                  </a:cubicBezTo>
                  <a:cubicBezTo>
                    <a:pt x="112" y="231"/>
                    <a:pt x="112" y="232"/>
                    <a:pt x="112" y="233"/>
                  </a:cubicBezTo>
                  <a:cubicBezTo>
                    <a:pt x="112" y="234"/>
                    <a:pt x="113" y="235"/>
                    <a:pt x="113" y="236"/>
                  </a:cubicBezTo>
                  <a:cubicBezTo>
                    <a:pt x="112" y="236"/>
                    <a:pt x="111" y="236"/>
                    <a:pt x="111" y="237"/>
                  </a:cubicBezTo>
                  <a:cubicBezTo>
                    <a:pt x="110" y="237"/>
                    <a:pt x="108" y="237"/>
                    <a:pt x="107" y="237"/>
                  </a:cubicBezTo>
                  <a:cubicBezTo>
                    <a:pt x="107" y="236"/>
                    <a:pt x="107" y="236"/>
                    <a:pt x="107" y="236"/>
                  </a:cubicBezTo>
                  <a:cubicBezTo>
                    <a:pt x="106" y="235"/>
                    <a:pt x="106" y="235"/>
                    <a:pt x="106" y="234"/>
                  </a:cubicBezTo>
                  <a:cubicBezTo>
                    <a:pt x="106" y="234"/>
                    <a:pt x="106" y="232"/>
                    <a:pt x="106" y="232"/>
                  </a:cubicBezTo>
                  <a:cubicBezTo>
                    <a:pt x="106" y="232"/>
                    <a:pt x="107" y="232"/>
                    <a:pt x="108" y="232"/>
                  </a:cubicBezTo>
                  <a:cubicBezTo>
                    <a:pt x="108" y="231"/>
                    <a:pt x="109" y="231"/>
                    <a:pt x="109" y="231"/>
                  </a:cubicBezTo>
                  <a:cubicBezTo>
                    <a:pt x="110" y="231"/>
                    <a:pt x="110" y="230"/>
                    <a:pt x="110" y="230"/>
                  </a:cubicBezTo>
                  <a:cubicBezTo>
                    <a:pt x="110" y="229"/>
                    <a:pt x="110" y="228"/>
                    <a:pt x="110" y="228"/>
                  </a:cubicBezTo>
                  <a:cubicBezTo>
                    <a:pt x="111" y="227"/>
                    <a:pt x="112" y="227"/>
                    <a:pt x="112" y="226"/>
                  </a:cubicBezTo>
                  <a:cubicBezTo>
                    <a:pt x="112" y="226"/>
                    <a:pt x="112" y="225"/>
                    <a:pt x="113" y="224"/>
                  </a:cubicBezTo>
                  <a:cubicBezTo>
                    <a:pt x="113" y="224"/>
                    <a:pt x="113" y="222"/>
                    <a:pt x="112" y="221"/>
                  </a:cubicBezTo>
                  <a:cubicBezTo>
                    <a:pt x="112" y="221"/>
                    <a:pt x="111" y="221"/>
                    <a:pt x="111" y="221"/>
                  </a:cubicBezTo>
                  <a:cubicBezTo>
                    <a:pt x="111" y="221"/>
                    <a:pt x="111" y="222"/>
                    <a:pt x="111" y="223"/>
                  </a:cubicBezTo>
                  <a:cubicBezTo>
                    <a:pt x="111" y="223"/>
                    <a:pt x="111" y="224"/>
                    <a:pt x="111" y="224"/>
                  </a:cubicBezTo>
                  <a:cubicBezTo>
                    <a:pt x="111" y="225"/>
                    <a:pt x="110" y="226"/>
                    <a:pt x="110" y="226"/>
                  </a:cubicBezTo>
                  <a:cubicBezTo>
                    <a:pt x="109" y="226"/>
                    <a:pt x="108" y="227"/>
                    <a:pt x="108" y="227"/>
                  </a:cubicBezTo>
                  <a:cubicBezTo>
                    <a:pt x="107" y="228"/>
                    <a:pt x="106" y="229"/>
                    <a:pt x="106" y="230"/>
                  </a:cubicBezTo>
                  <a:cubicBezTo>
                    <a:pt x="106" y="230"/>
                    <a:pt x="105" y="231"/>
                    <a:pt x="104" y="231"/>
                  </a:cubicBezTo>
                  <a:cubicBezTo>
                    <a:pt x="104" y="231"/>
                    <a:pt x="102" y="232"/>
                    <a:pt x="102" y="232"/>
                  </a:cubicBezTo>
                  <a:cubicBezTo>
                    <a:pt x="101" y="232"/>
                    <a:pt x="99" y="234"/>
                    <a:pt x="99" y="235"/>
                  </a:cubicBezTo>
                  <a:cubicBezTo>
                    <a:pt x="98" y="235"/>
                    <a:pt x="99" y="237"/>
                    <a:pt x="98" y="238"/>
                  </a:cubicBezTo>
                  <a:cubicBezTo>
                    <a:pt x="98" y="239"/>
                    <a:pt x="97" y="240"/>
                    <a:pt x="96" y="241"/>
                  </a:cubicBezTo>
                  <a:cubicBezTo>
                    <a:pt x="96" y="241"/>
                    <a:pt x="95" y="241"/>
                    <a:pt x="94" y="241"/>
                  </a:cubicBezTo>
                  <a:cubicBezTo>
                    <a:pt x="94" y="242"/>
                    <a:pt x="93" y="242"/>
                    <a:pt x="93" y="242"/>
                  </a:cubicBezTo>
                  <a:cubicBezTo>
                    <a:pt x="92" y="242"/>
                    <a:pt x="90" y="242"/>
                    <a:pt x="90" y="241"/>
                  </a:cubicBezTo>
                  <a:cubicBezTo>
                    <a:pt x="89" y="241"/>
                    <a:pt x="89" y="239"/>
                    <a:pt x="89" y="239"/>
                  </a:cubicBezTo>
                  <a:cubicBezTo>
                    <a:pt x="89" y="238"/>
                    <a:pt x="89" y="237"/>
                    <a:pt x="88" y="237"/>
                  </a:cubicBezTo>
                  <a:cubicBezTo>
                    <a:pt x="88" y="237"/>
                    <a:pt x="87" y="236"/>
                    <a:pt x="87" y="236"/>
                  </a:cubicBezTo>
                  <a:cubicBezTo>
                    <a:pt x="86" y="235"/>
                    <a:pt x="85" y="234"/>
                    <a:pt x="85" y="234"/>
                  </a:cubicBezTo>
                  <a:cubicBezTo>
                    <a:pt x="85" y="233"/>
                    <a:pt x="85" y="232"/>
                    <a:pt x="85" y="232"/>
                  </a:cubicBezTo>
                  <a:cubicBezTo>
                    <a:pt x="85" y="232"/>
                    <a:pt x="85" y="232"/>
                    <a:pt x="86" y="231"/>
                  </a:cubicBezTo>
                  <a:cubicBezTo>
                    <a:pt x="86" y="231"/>
                    <a:pt x="86" y="230"/>
                    <a:pt x="85" y="229"/>
                  </a:cubicBezTo>
                  <a:cubicBezTo>
                    <a:pt x="85" y="229"/>
                    <a:pt x="84" y="228"/>
                    <a:pt x="84" y="227"/>
                  </a:cubicBezTo>
                  <a:cubicBezTo>
                    <a:pt x="84" y="227"/>
                    <a:pt x="84" y="226"/>
                    <a:pt x="84" y="225"/>
                  </a:cubicBezTo>
                  <a:cubicBezTo>
                    <a:pt x="84" y="225"/>
                    <a:pt x="83" y="224"/>
                    <a:pt x="83" y="224"/>
                  </a:cubicBezTo>
                  <a:cubicBezTo>
                    <a:pt x="83" y="224"/>
                    <a:pt x="82" y="224"/>
                    <a:pt x="81" y="225"/>
                  </a:cubicBezTo>
                  <a:cubicBezTo>
                    <a:pt x="81" y="225"/>
                    <a:pt x="81" y="226"/>
                    <a:pt x="81" y="227"/>
                  </a:cubicBezTo>
                  <a:cubicBezTo>
                    <a:pt x="82" y="227"/>
                    <a:pt x="83" y="228"/>
                    <a:pt x="83" y="228"/>
                  </a:cubicBezTo>
                  <a:cubicBezTo>
                    <a:pt x="83" y="229"/>
                    <a:pt x="82" y="230"/>
                    <a:pt x="82" y="230"/>
                  </a:cubicBezTo>
                  <a:cubicBezTo>
                    <a:pt x="82" y="231"/>
                    <a:pt x="82" y="233"/>
                    <a:pt x="82" y="233"/>
                  </a:cubicBezTo>
                  <a:cubicBezTo>
                    <a:pt x="81" y="234"/>
                    <a:pt x="80" y="235"/>
                    <a:pt x="80" y="236"/>
                  </a:cubicBezTo>
                  <a:cubicBezTo>
                    <a:pt x="80" y="236"/>
                    <a:pt x="79" y="237"/>
                    <a:pt x="79" y="238"/>
                  </a:cubicBezTo>
                  <a:cubicBezTo>
                    <a:pt x="79" y="239"/>
                    <a:pt x="79" y="240"/>
                    <a:pt x="79" y="241"/>
                  </a:cubicBezTo>
                  <a:cubicBezTo>
                    <a:pt x="78" y="242"/>
                    <a:pt x="78" y="243"/>
                    <a:pt x="77" y="244"/>
                  </a:cubicBezTo>
                  <a:cubicBezTo>
                    <a:pt x="77" y="245"/>
                    <a:pt x="75" y="246"/>
                    <a:pt x="75" y="247"/>
                  </a:cubicBezTo>
                  <a:cubicBezTo>
                    <a:pt x="74" y="248"/>
                    <a:pt x="73" y="250"/>
                    <a:pt x="73" y="251"/>
                  </a:cubicBezTo>
                  <a:cubicBezTo>
                    <a:pt x="72" y="252"/>
                    <a:pt x="72" y="253"/>
                    <a:pt x="71" y="254"/>
                  </a:cubicBezTo>
                  <a:cubicBezTo>
                    <a:pt x="71" y="255"/>
                    <a:pt x="70" y="257"/>
                    <a:pt x="69" y="258"/>
                  </a:cubicBezTo>
                  <a:cubicBezTo>
                    <a:pt x="68" y="258"/>
                    <a:pt x="67" y="260"/>
                    <a:pt x="66" y="260"/>
                  </a:cubicBezTo>
                  <a:cubicBezTo>
                    <a:pt x="66" y="260"/>
                    <a:pt x="65" y="259"/>
                    <a:pt x="64" y="258"/>
                  </a:cubicBezTo>
                  <a:cubicBezTo>
                    <a:pt x="64" y="258"/>
                    <a:pt x="64" y="256"/>
                    <a:pt x="63" y="255"/>
                  </a:cubicBezTo>
                  <a:cubicBezTo>
                    <a:pt x="63" y="254"/>
                    <a:pt x="62" y="254"/>
                    <a:pt x="62" y="253"/>
                  </a:cubicBezTo>
                  <a:cubicBezTo>
                    <a:pt x="61" y="253"/>
                    <a:pt x="60" y="254"/>
                    <a:pt x="60" y="254"/>
                  </a:cubicBezTo>
                  <a:cubicBezTo>
                    <a:pt x="60" y="254"/>
                    <a:pt x="59" y="255"/>
                    <a:pt x="59" y="255"/>
                  </a:cubicBezTo>
                  <a:cubicBezTo>
                    <a:pt x="58" y="255"/>
                    <a:pt x="57" y="255"/>
                    <a:pt x="57" y="255"/>
                  </a:cubicBezTo>
                  <a:cubicBezTo>
                    <a:pt x="57" y="254"/>
                    <a:pt x="57" y="253"/>
                    <a:pt x="57" y="253"/>
                  </a:cubicBezTo>
                  <a:cubicBezTo>
                    <a:pt x="57" y="252"/>
                    <a:pt x="56" y="251"/>
                    <a:pt x="56" y="251"/>
                  </a:cubicBezTo>
                  <a:cubicBezTo>
                    <a:pt x="56" y="250"/>
                    <a:pt x="56" y="249"/>
                    <a:pt x="56" y="249"/>
                  </a:cubicBezTo>
                  <a:cubicBezTo>
                    <a:pt x="56" y="248"/>
                    <a:pt x="56" y="248"/>
                    <a:pt x="56" y="247"/>
                  </a:cubicBezTo>
                  <a:cubicBezTo>
                    <a:pt x="56" y="247"/>
                    <a:pt x="55" y="246"/>
                    <a:pt x="55" y="245"/>
                  </a:cubicBezTo>
                  <a:cubicBezTo>
                    <a:pt x="55" y="244"/>
                    <a:pt x="56" y="243"/>
                    <a:pt x="56" y="242"/>
                  </a:cubicBezTo>
                  <a:cubicBezTo>
                    <a:pt x="56" y="242"/>
                    <a:pt x="56" y="240"/>
                    <a:pt x="56" y="240"/>
                  </a:cubicBezTo>
                  <a:cubicBezTo>
                    <a:pt x="56" y="239"/>
                    <a:pt x="55" y="239"/>
                    <a:pt x="55" y="239"/>
                  </a:cubicBezTo>
                  <a:cubicBezTo>
                    <a:pt x="54" y="238"/>
                    <a:pt x="54" y="237"/>
                    <a:pt x="54" y="237"/>
                  </a:cubicBezTo>
                  <a:cubicBezTo>
                    <a:pt x="54" y="236"/>
                    <a:pt x="56" y="236"/>
                    <a:pt x="56" y="235"/>
                  </a:cubicBezTo>
                  <a:cubicBezTo>
                    <a:pt x="57" y="235"/>
                    <a:pt x="58" y="234"/>
                    <a:pt x="58" y="234"/>
                  </a:cubicBezTo>
                  <a:cubicBezTo>
                    <a:pt x="59" y="233"/>
                    <a:pt x="59" y="232"/>
                    <a:pt x="59" y="231"/>
                  </a:cubicBezTo>
                  <a:cubicBezTo>
                    <a:pt x="59" y="230"/>
                    <a:pt x="59" y="229"/>
                    <a:pt x="59" y="228"/>
                  </a:cubicBezTo>
                  <a:cubicBezTo>
                    <a:pt x="59" y="228"/>
                    <a:pt x="60" y="226"/>
                    <a:pt x="60" y="226"/>
                  </a:cubicBezTo>
                  <a:cubicBezTo>
                    <a:pt x="60" y="225"/>
                    <a:pt x="61" y="224"/>
                    <a:pt x="61" y="224"/>
                  </a:cubicBezTo>
                  <a:cubicBezTo>
                    <a:pt x="61" y="223"/>
                    <a:pt x="60" y="223"/>
                    <a:pt x="59" y="222"/>
                  </a:cubicBezTo>
                  <a:cubicBezTo>
                    <a:pt x="59" y="222"/>
                    <a:pt x="58" y="220"/>
                    <a:pt x="58" y="220"/>
                  </a:cubicBezTo>
                  <a:cubicBezTo>
                    <a:pt x="57" y="220"/>
                    <a:pt x="57" y="221"/>
                    <a:pt x="57" y="222"/>
                  </a:cubicBezTo>
                  <a:cubicBezTo>
                    <a:pt x="57" y="222"/>
                    <a:pt x="56" y="222"/>
                    <a:pt x="56" y="223"/>
                  </a:cubicBezTo>
                  <a:cubicBezTo>
                    <a:pt x="56" y="223"/>
                    <a:pt x="56" y="224"/>
                    <a:pt x="56" y="225"/>
                  </a:cubicBezTo>
                  <a:cubicBezTo>
                    <a:pt x="56" y="225"/>
                    <a:pt x="54" y="225"/>
                    <a:pt x="54" y="226"/>
                  </a:cubicBezTo>
                  <a:cubicBezTo>
                    <a:pt x="54" y="226"/>
                    <a:pt x="53" y="227"/>
                    <a:pt x="53" y="227"/>
                  </a:cubicBezTo>
                  <a:cubicBezTo>
                    <a:pt x="53" y="228"/>
                    <a:pt x="54" y="228"/>
                    <a:pt x="54" y="229"/>
                  </a:cubicBezTo>
                  <a:cubicBezTo>
                    <a:pt x="54" y="229"/>
                    <a:pt x="55" y="229"/>
                    <a:pt x="55" y="229"/>
                  </a:cubicBezTo>
                  <a:cubicBezTo>
                    <a:pt x="56" y="230"/>
                    <a:pt x="56" y="231"/>
                    <a:pt x="56" y="231"/>
                  </a:cubicBezTo>
                  <a:cubicBezTo>
                    <a:pt x="55" y="232"/>
                    <a:pt x="54" y="232"/>
                    <a:pt x="54" y="232"/>
                  </a:cubicBezTo>
                  <a:cubicBezTo>
                    <a:pt x="53" y="232"/>
                    <a:pt x="52" y="232"/>
                    <a:pt x="52" y="232"/>
                  </a:cubicBezTo>
                  <a:cubicBezTo>
                    <a:pt x="51" y="232"/>
                    <a:pt x="51" y="231"/>
                    <a:pt x="50" y="231"/>
                  </a:cubicBezTo>
                  <a:cubicBezTo>
                    <a:pt x="49" y="231"/>
                    <a:pt x="47" y="231"/>
                    <a:pt x="47" y="231"/>
                  </a:cubicBezTo>
                  <a:cubicBezTo>
                    <a:pt x="45" y="231"/>
                    <a:pt x="43" y="230"/>
                    <a:pt x="42" y="230"/>
                  </a:cubicBezTo>
                  <a:cubicBezTo>
                    <a:pt x="42" y="229"/>
                    <a:pt x="41" y="228"/>
                    <a:pt x="40" y="228"/>
                  </a:cubicBezTo>
                  <a:cubicBezTo>
                    <a:pt x="40" y="227"/>
                    <a:pt x="39" y="225"/>
                    <a:pt x="38" y="224"/>
                  </a:cubicBezTo>
                  <a:cubicBezTo>
                    <a:pt x="38" y="223"/>
                    <a:pt x="36" y="221"/>
                    <a:pt x="36" y="220"/>
                  </a:cubicBezTo>
                  <a:cubicBezTo>
                    <a:pt x="35" y="219"/>
                    <a:pt x="33" y="217"/>
                    <a:pt x="32" y="215"/>
                  </a:cubicBezTo>
                  <a:cubicBezTo>
                    <a:pt x="32" y="214"/>
                    <a:pt x="31" y="212"/>
                    <a:pt x="31" y="211"/>
                  </a:cubicBezTo>
                  <a:cubicBezTo>
                    <a:pt x="31" y="210"/>
                    <a:pt x="31" y="208"/>
                    <a:pt x="31" y="207"/>
                  </a:cubicBezTo>
                  <a:cubicBezTo>
                    <a:pt x="31" y="207"/>
                    <a:pt x="32" y="206"/>
                    <a:pt x="32" y="206"/>
                  </a:cubicBezTo>
                  <a:cubicBezTo>
                    <a:pt x="32" y="205"/>
                    <a:pt x="32" y="204"/>
                    <a:pt x="32" y="204"/>
                  </a:cubicBezTo>
                  <a:cubicBezTo>
                    <a:pt x="32" y="203"/>
                    <a:pt x="31" y="202"/>
                    <a:pt x="31" y="201"/>
                  </a:cubicBezTo>
                  <a:cubicBezTo>
                    <a:pt x="31" y="200"/>
                    <a:pt x="31" y="199"/>
                    <a:pt x="31" y="198"/>
                  </a:cubicBezTo>
                  <a:cubicBezTo>
                    <a:pt x="31" y="198"/>
                    <a:pt x="32" y="197"/>
                    <a:pt x="32" y="196"/>
                  </a:cubicBezTo>
                  <a:cubicBezTo>
                    <a:pt x="32" y="196"/>
                    <a:pt x="32" y="195"/>
                    <a:pt x="31" y="195"/>
                  </a:cubicBezTo>
                  <a:cubicBezTo>
                    <a:pt x="31" y="194"/>
                    <a:pt x="30" y="194"/>
                    <a:pt x="30" y="194"/>
                  </a:cubicBezTo>
                  <a:cubicBezTo>
                    <a:pt x="29" y="194"/>
                    <a:pt x="29" y="193"/>
                    <a:pt x="29" y="192"/>
                  </a:cubicBezTo>
                  <a:cubicBezTo>
                    <a:pt x="29" y="192"/>
                    <a:pt x="29" y="191"/>
                    <a:pt x="28" y="191"/>
                  </a:cubicBezTo>
                  <a:cubicBezTo>
                    <a:pt x="28" y="191"/>
                    <a:pt x="27" y="192"/>
                    <a:pt x="27" y="192"/>
                  </a:cubicBezTo>
                  <a:cubicBezTo>
                    <a:pt x="27" y="192"/>
                    <a:pt x="27" y="193"/>
                    <a:pt x="27" y="194"/>
                  </a:cubicBezTo>
                  <a:cubicBezTo>
                    <a:pt x="27" y="194"/>
                    <a:pt x="28" y="195"/>
                    <a:pt x="28" y="195"/>
                  </a:cubicBezTo>
                  <a:cubicBezTo>
                    <a:pt x="28" y="196"/>
                    <a:pt x="29" y="197"/>
                    <a:pt x="28" y="197"/>
                  </a:cubicBezTo>
                  <a:cubicBezTo>
                    <a:pt x="28" y="197"/>
                    <a:pt x="27" y="197"/>
                    <a:pt x="27" y="197"/>
                  </a:cubicBezTo>
                  <a:cubicBezTo>
                    <a:pt x="27" y="196"/>
                    <a:pt x="26" y="195"/>
                    <a:pt x="25" y="194"/>
                  </a:cubicBezTo>
                  <a:cubicBezTo>
                    <a:pt x="25" y="194"/>
                    <a:pt x="24" y="193"/>
                    <a:pt x="23" y="193"/>
                  </a:cubicBezTo>
                  <a:cubicBezTo>
                    <a:pt x="22" y="191"/>
                    <a:pt x="21" y="189"/>
                    <a:pt x="20" y="188"/>
                  </a:cubicBezTo>
                  <a:cubicBezTo>
                    <a:pt x="19" y="187"/>
                    <a:pt x="17" y="184"/>
                    <a:pt x="16" y="183"/>
                  </a:cubicBezTo>
                  <a:cubicBezTo>
                    <a:pt x="15" y="181"/>
                    <a:pt x="13" y="177"/>
                    <a:pt x="11" y="175"/>
                  </a:cubicBezTo>
                  <a:cubicBezTo>
                    <a:pt x="11" y="174"/>
                    <a:pt x="10" y="173"/>
                    <a:pt x="9" y="173"/>
                  </a:cubicBezTo>
                  <a:cubicBezTo>
                    <a:pt x="8" y="172"/>
                    <a:pt x="6" y="169"/>
                    <a:pt x="6" y="168"/>
                  </a:cubicBezTo>
                  <a:cubicBezTo>
                    <a:pt x="5" y="167"/>
                    <a:pt x="4" y="166"/>
                    <a:pt x="3" y="165"/>
                  </a:cubicBezTo>
                  <a:cubicBezTo>
                    <a:pt x="3" y="164"/>
                    <a:pt x="1" y="162"/>
                    <a:pt x="0" y="160"/>
                  </a:cubicBezTo>
                  <a:cubicBezTo>
                    <a:pt x="0" y="160"/>
                    <a:pt x="0" y="159"/>
                    <a:pt x="0" y="158"/>
                  </a:cubicBezTo>
                  <a:cubicBezTo>
                    <a:pt x="0" y="158"/>
                    <a:pt x="0" y="157"/>
                    <a:pt x="0" y="157"/>
                  </a:cubicBezTo>
                  <a:cubicBezTo>
                    <a:pt x="1" y="156"/>
                    <a:pt x="1" y="156"/>
                    <a:pt x="2" y="156"/>
                  </a:cubicBezTo>
                  <a:cubicBezTo>
                    <a:pt x="2" y="156"/>
                    <a:pt x="4" y="155"/>
                    <a:pt x="4" y="154"/>
                  </a:cubicBezTo>
                  <a:cubicBezTo>
                    <a:pt x="4" y="154"/>
                    <a:pt x="5" y="153"/>
                    <a:pt x="5" y="153"/>
                  </a:cubicBezTo>
                  <a:cubicBezTo>
                    <a:pt x="5" y="152"/>
                    <a:pt x="5" y="151"/>
                    <a:pt x="5" y="150"/>
                  </a:cubicBezTo>
                  <a:cubicBezTo>
                    <a:pt x="5" y="149"/>
                    <a:pt x="5" y="148"/>
                    <a:pt x="5" y="147"/>
                  </a:cubicBezTo>
                  <a:cubicBezTo>
                    <a:pt x="5" y="147"/>
                    <a:pt x="6" y="145"/>
                    <a:pt x="6" y="144"/>
                  </a:cubicBezTo>
                  <a:cubicBezTo>
                    <a:pt x="6" y="143"/>
                    <a:pt x="7" y="141"/>
                    <a:pt x="8" y="140"/>
                  </a:cubicBezTo>
                  <a:cubicBezTo>
                    <a:pt x="8" y="138"/>
                    <a:pt x="8" y="136"/>
                    <a:pt x="8" y="135"/>
                  </a:cubicBezTo>
                  <a:cubicBezTo>
                    <a:pt x="8" y="134"/>
                    <a:pt x="8" y="131"/>
                    <a:pt x="8" y="130"/>
                  </a:cubicBezTo>
                  <a:cubicBezTo>
                    <a:pt x="9" y="130"/>
                    <a:pt x="9" y="129"/>
                    <a:pt x="9" y="128"/>
                  </a:cubicBezTo>
                  <a:cubicBezTo>
                    <a:pt x="9" y="128"/>
                    <a:pt x="10" y="126"/>
                    <a:pt x="10" y="125"/>
                  </a:cubicBezTo>
                  <a:cubicBezTo>
                    <a:pt x="11" y="124"/>
                    <a:pt x="11" y="122"/>
                    <a:pt x="11" y="122"/>
                  </a:cubicBezTo>
                  <a:cubicBezTo>
                    <a:pt x="12" y="121"/>
                    <a:pt x="13" y="119"/>
                    <a:pt x="13" y="118"/>
                  </a:cubicBezTo>
                  <a:cubicBezTo>
                    <a:pt x="14" y="117"/>
                    <a:pt x="16" y="115"/>
                    <a:pt x="16" y="114"/>
                  </a:cubicBezTo>
                  <a:cubicBezTo>
                    <a:pt x="17" y="113"/>
                    <a:pt x="19" y="110"/>
                    <a:pt x="20" y="109"/>
                  </a:cubicBezTo>
                  <a:cubicBezTo>
                    <a:pt x="21" y="107"/>
                    <a:pt x="23" y="105"/>
                    <a:pt x="24" y="104"/>
                  </a:cubicBezTo>
                  <a:cubicBezTo>
                    <a:pt x="25" y="103"/>
                    <a:pt x="27" y="102"/>
                    <a:pt x="28" y="101"/>
                  </a:cubicBezTo>
                  <a:cubicBezTo>
                    <a:pt x="28" y="100"/>
                    <a:pt x="29" y="98"/>
                    <a:pt x="29" y="97"/>
                  </a:cubicBezTo>
                  <a:cubicBezTo>
                    <a:pt x="29" y="96"/>
                    <a:pt x="29" y="93"/>
                    <a:pt x="28" y="92"/>
                  </a:cubicBezTo>
                  <a:cubicBezTo>
                    <a:pt x="28" y="91"/>
                    <a:pt x="28" y="89"/>
                    <a:pt x="28" y="88"/>
                  </a:cubicBezTo>
                  <a:cubicBezTo>
                    <a:pt x="29" y="87"/>
                    <a:pt x="29" y="84"/>
                    <a:pt x="30" y="83"/>
                  </a:cubicBezTo>
                  <a:cubicBezTo>
                    <a:pt x="31" y="81"/>
                    <a:pt x="33" y="75"/>
                    <a:pt x="33" y="75"/>
                  </a:cubicBezTo>
                  <a:cubicBezTo>
                    <a:pt x="33" y="74"/>
                    <a:pt x="36" y="72"/>
                    <a:pt x="36" y="71"/>
                  </a:cubicBezTo>
                  <a:cubicBezTo>
                    <a:pt x="37" y="70"/>
                    <a:pt x="39" y="68"/>
                    <a:pt x="41" y="67"/>
                  </a:cubicBezTo>
                  <a:cubicBezTo>
                    <a:pt x="41" y="66"/>
                    <a:pt x="42" y="65"/>
                    <a:pt x="42" y="65"/>
                  </a:cubicBezTo>
                  <a:cubicBezTo>
                    <a:pt x="43" y="65"/>
                    <a:pt x="43" y="66"/>
                    <a:pt x="43" y="66"/>
                  </a:cubicBezTo>
                  <a:cubicBezTo>
                    <a:pt x="43" y="67"/>
                    <a:pt x="43" y="68"/>
                    <a:pt x="43" y="68"/>
                  </a:cubicBezTo>
                  <a:cubicBezTo>
                    <a:pt x="43" y="69"/>
                    <a:pt x="44" y="69"/>
                    <a:pt x="44" y="70"/>
                  </a:cubicBezTo>
                  <a:cubicBezTo>
                    <a:pt x="45" y="70"/>
                    <a:pt x="46" y="70"/>
                    <a:pt x="47" y="71"/>
                  </a:cubicBezTo>
                  <a:cubicBezTo>
                    <a:pt x="47" y="71"/>
                    <a:pt x="47" y="72"/>
                    <a:pt x="48" y="73"/>
                  </a:cubicBezTo>
                  <a:cubicBezTo>
                    <a:pt x="48" y="73"/>
                    <a:pt x="49" y="74"/>
                    <a:pt x="49" y="74"/>
                  </a:cubicBezTo>
                  <a:cubicBezTo>
                    <a:pt x="49" y="74"/>
                    <a:pt x="50" y="73"/>
                    <a:pt x="50" y="73"/>
                  </a:cubicBezTo>
                  <a:cubicBezTo>
                    <a:pt x="50" y="73"/>
                    <a:pt x="50" y="72"/>
                    <a:pt x="50" y="72"/>
                  </a:cubicBezTo>
                  <a:cubicBezTo>
                    <a:pt x="50" y="71"/>
                    <a:pt x="51" y="71"/>
                    <a:pt x="51" y="70"/>
                  </a:cubicBezTo>
                  <a:cubicBezTo>
                    <a:pt x="51" y="70"/>
                    <a:pt x="52" y="69"/>
                    <a:pt x="52" y="68"/>
                  </a:cubicBezTo>
                  <a:cubicBezTo>
                    <a:pt x="53" y="68"/>
                    <a:pt x="53" y="67"/>
                    <a:pt x="53" y="66"/>
                  </a:cubicBezTo>
                  <a:cubicBezTo>
                    <a:pt x="54" y="66"/>
                    <a:pt x="54" y="65"/>
                    <a:pt x="55" y="65"/>
                  </a:cubicBezTo>
                  <a:cubicBezTo>
                    <a:pt x="55" y="64"/>
                    <a:pt x="56" y="65"/>
                    <a:pt x="57" y="65"/>
                  </a:cubicBezTo>
                  <a:cubicBezTo>
                    <a:pt x="58" y="64"/>
                    <a:pt x="59" y="64"/>
                    <a:pt x="60" y="64"/>
                  </a:cubicBezTo>
                  <a:cubicBezTo>
                    <a:pt x="60" y="63"/>
                    <a:pt x="61" y="63"/>
                    <a:pt x="61" y="63"/>
                  </a:cubicBezTo>
                  <a:cubicBezTo>
                    <a:pt x="61" y="62"/>
                    <a:pt x="61" y="62"/>
                    <a:pt x="61" y="62"/>
                  </a:cubicBezTo>
                  <a:cubicBezTo>
                    <a:pt x="60" y="62"/>
                    <a:pt x="59" y="62"/>
                    <a:pt x="59" y="62"/>
                  </a:cubicBezTo>
                  <a:cubicBezTo>
                    <a:pt x="58" y="62"/>
                    <a:pt x="57" y="63"/>
                    <a:pt x="56" y="62"/>
                  </a:cubicBezTo>
                  <a:cubicBezTo>
                    <a:pt x="56" y="62"/>
                    <a:pt x="55" y="62"/>
                    <a:pt x="54" y="61"/>
                  </a:cubicBezTo>
                  <a:cubicBezTo>
                    <a:pt x="54" y="61"/>
                    <a:pt x="53" y="62"/>
                    <a:pt x="52" y="62"/>
                  </a:cubicBezTo>
                  <a:cubicBezTo>
                    <a:pt x="52" y="62"/>
                    <a:pt x="51" y="64"/>
                    <a:pt x="50" y="64"/>
                  </a:cubicBezTo>
                  <a:cubicBezTo>
                    <a:pt x="50" y="64"/>
                    <a:pt x="49" y="63"/>
                    <a:pt x="49" y="63"/>
                  </a:cubicBezTo>
                  <a:cubicBezTo>
                    <a:pt x="49" y="62"/>
                    <a:pt x="48" y="61"/>
                    <a:pt x="48" y="61"/>
                  </a:cubicBezTo>
                  <a:cubicBezTo>
                    <a:pt x="47" y="61"/>
                    <a:pt x="46" y="61"/>
                    <a:pt x="46" y="60"/>
                  </a:cubicBezTo>
                  <a:cubicBezTo>
                    <a:pt x="46" y="60"/>
                    <a:pt x="47" y="59"/>
                    <a:pt x="47" y="58"/>
                  </a:cubicBezTo>
                  <a:cubicBezTo>
                    <a:pt x="47" y="58"/>
                    <a:pt x="48" y="58"/>
                    <a:pt x="48" y="58"/>
                  </a:cubicBezTo>
                  <a:cubicBezTo>
                    <a:pt x="49" y="58"/>
                    <a:pt x="49" y="57"/>
                    <a:pt x="50" y="56"/>
                  </a:cubicBezTo>
                  <a:cubicBezTo>
                    <a:pt x="50" y="56"/>
                    <a:pt x="50" y="55"/>
                    <a:pt x="50" y="54"/>
                  </a:cubicBezTo>
                  <a:cubicBezTo>
                    <a:pt x="50" y="54"/>
                    <a:pt x="50" y="54"/>
                    <a:pt x="51" y="53"/>
                  </a:cubicBezTo>
                  <a:cubicBezTo>
                    <a:pt x="51" y="53"/>
                    <a:pt x="51" y="54"/>
                    <a:pt x="52" y="54"/>
                  </a:cubicBezTo>
                  <a:cubicBezTo>
                    <a:pt x="52" y="54"/>
                    <a:pt x="52" y="55"/>
                    <a:pt x="52" y="55"/>
                  </a:cubicBezTo>
                  <a:cubicBezTo>
                    <a:pt x="53" y="55"/>
                    <a:pt x="54" y="55"/>
                    <a:pt x="54" y="55"/>
                  </a:cubicBezTo>
                  <a:cubicBezTo>
                    <a:pt x="55" y="55"/>
                    <a:pt x="57" y="54"/>
                    <a:pt x="58" y="54"/>
                  </a:cubicBezTo>
                  <a:cubicBezTo>
                    <a:pt x="58" y="54"/>
                    <a:pt x="60" y="53"/>
                    <a:pt x="61" y="53"/>
                  </a:cubicBezTo>
                  <a:cubicBezTo>
                    <a:pt x="61" y="53"/>
                    <a:pt x="62" y="54"/>
                    <a:pt x="63" y="54"/>
                  </a:cubicBezTo>
                  <a:cubicBezTo>
                    <a:pt x="64" y="54"/>
                    <a:pt x="66" y="55"/>
                    <a:pt x="66" y="56"/>
                  </a:cubicBezTo>
                  <a:cubicBezTo>
                    <a:pt x="67" y="57"/>
                    <a:pt x="68" y="58"/>
                    <a:pt x="69" y="58"/>
                  </a:cubicBezTo>
                  <a:cubicBezTo>
                    <a:pt x="70" y="58"/>
                    <a:pt x="71" y="58"/>
                    <a:pt x="72" y="58"/>
                  </a:cubicBezTo>
                  <a:cubicBezTo>
                    <a:pt x="72" y="58"/>
                    <a:pt x="73" y="57"/>
                    <a:pt x="74" y="57"/>
                  </a:cubicBezTo>
                  <a:cubicBezTo>
                    <a:pt x="74" y="57"/>
                    <a:pt x="76" y="56"/>
                    <a:pt x="77" y="56"/>
                  </a:cubicBezTo>
                  <a:cubicBezTo>
                    <a:pt x="77" y="55"/>
                    <a:pt x="78" y="56"/>
                    <a:pt x="78" y="55"/>
                  </a:cubicBezTo>
                  <a:cubicBezTo>
                    <a:pt x="79" y="55"/>
                    <a:pt x="80" y="55"/>
                    <a:pt x="80" y="55"/>
                  </a:cubicBezTo>
                  <a:cubicBezTo>
                    <a:pt x="80" y="55"/>
                    <a:pt x="81" y="54"/>
                    <a:pt x="80" y="54"/>
                  </a:cubicBezTo>
                  <a:cubicBezTo>
                    <a:pt x="80" y="53"/>
                    <a:pt x="79" y="53"/>
                    <a:pt x="79" y="53"/>
                  </a:cubicBezTo>
                  <a:cubicBezTo>
                    <a:pt x="78" y="53"/>
                    <a:pt x="77" y="54"/>
                    <a:pt x="77" y="54"/>
                  </a:cubicBezTo>
                  <a:cubicBezTo>
                    <a:pt x="77" y="54"/>
                    <a:pt x="75" y="54"/>
                    <a:pt x="75" y="53"/>
                  </a:cubicBezTo>
                  <a:cubicBezTo>
                    <a:pt x="75" y="53"/>
                    <a:pt x="75" y="53"/>
                    <a:pt x="75" y="53"/>
                  </a:cubicBezTo>
                  <a:cubicBezTo>
                    <a:pt x="75" y="52"/>
                    <a:pt x="76" y="52"/>
                    <a:pt x="76" y="51"/>
                  </a:cubicBezTo>
                  <a:cubicBezTo>
                    <a:pt x="76" y="51"/>
                    <a:pt x="77" y="50"/>
                    <a:pt x="77" y="50"/>
                  </a:cubicBezTo>
                  <a:cubicBezTo>
                    <a:pt x="77" y="50"/>
                    <a:pt x="77" y="49"/>
                    <a:pt x="77" y="49"/>
                  </a:cubicBezTo>
                  <a:cubicBezTo>
                    <a:pt x="78" y="48"/>
                    <a:pt x="78" y="48"/>
                    <a:pt x="78" y="47"/>
                  </a:cubicBezTo>
                  <a:cubicBezTo>
                    <a:pt x="78" y="47"/>
                    <a:pt x="78" y="45"/>
                    <a:pt x="78" y="44"/>
                  </a:cubicBezTo>
                  <a:cubicBezTo>
                    <a:pt x="78" y="43"/>
                    <a:pt x="79" y="40"/>
                    <a:pt x="79" y="39"/>
                  </a:cubicBezTo>
                  <a:cubicBezTo>
                    <a:pt x="79" y="38"/>
                    <a:pt x="80" y="37"/>
                    <a:pt x="80" y="36"/>
                  </a:cubicBezTo>
                  <a:cubicBezTo>
                    <a:pt x="80" y="35"/>
                    <a:pt x="81" y="34"/>
                    <a:pt x="80" y="33"/>
                  </a:cubicBezTo>
                  <a:cubicBezTo>
                    <a:pt x="80" y="32"/>
                    <a:pt x="79" y="31"/>
                    <a:pt x="78" y="30"/>
                  </a:cubicBezTo>
                  <a:cubicBezTo>
                    <a:pt x="78" y="30"/>
                    <a:pt x="77" y="28"/>
                    <a:pt x="78" y="28"/>
                  </a:cubicBezTo>
                  <a:cubicBezTo>
                    <a:pt x="78" y="27"/>
                    <a:pt x="80" y="27"/>
                    <a:pt x="80" y="27"/>
                  </a:cubicBezTo>
                  <a:cubicBezTo>
                    <a:pt x="81" y="27"/>
                    <a:pt x="82" y="29"/>
                    <a:pt x="83" y="29"/>
                  </a:cubicBezTo>
                  <a:cubicBezTo>
                    <a:pt x="84" y="30"/>
                    <a:pt x="86" y="31"/>
                    <a:pt x="87" y="31"/>
                  </a:cubicBezTo>
                  <a:cubicBezTo>
                    <a:pt x="88" y="31"/>
                    <a:pt x="89" y="31"/>
                    <a:pt x="89" y="30"/>
                  </a:cubicBezTo>
                  <a:cubicBezTo>
                    <a:pt x="90" y="30"/>
                    <a:pt x="91" y="29"/>
                    <a:pt x="91" y="29"/>
                  </a:cubicBezTo>
                  <a:cubicBezTo>
                    <a:pt x="92" y="28"/>
                    <a:pt x="93" y="27"/>
                    <a:pt x="93" y="27"/>
                  </a:cubicBezTo>
                  <a:cubicBezTo>
                    <a:pt x="94" y="26"/>
                    <a:pt x="93" y="25"/>
                    <a:pt x="94" y="24"/>
                  </a:cubicBezTo>
                  <a:cubicBezTo>
                    <a:pt x="94" y="24"/>
                    <a:pt x="96" y="23"/>
                    <a:pt x="96" y="23"/>
                  </a:cubicBezTo>
                  <a:cubicBezTo>
                    <a:pt x="97" y="23"/>
                    <a:pt x="98" y="22"/>
                    <a:pt x="98" y="22"/>
                  </a:cubicBezTo>
                  <a:cubicBezTo>
                    <a:pt x="99" y="21"/>
                    <a:pt x="101" y="18"/>
                    <a:pt x="102" y="18"/>
                  </a:cubicBezTo>
                  <a:cubicBezTo>
                    <a:pt x="102" y="18"/>
                    <a:pt x="104" y="15"/>
                    <a:pt x="104" y="14"/>
                  </a:cubicBezTo>
                  <a:cubicBezTo>
                    <a:pt x="105" y="13"/>
                    <a:pt x="105" y="11"/>
                    <a:pt x="106" y="10"/>
                  </a:cubicBezTo>
                  <a:cubicBezTo>
                    <a:pt x="106" y="9"/>
                    <a:pt x="107" y="9"/>
                    <a:pt x="108" y="8"/>
                  </a:cubicBezTo>
                  <a:cubicBezTo>
                    <a:pt x="109" y="8"/>
                    <a:pt x="110" y="8"/>
                    <a:pt x="111" y="7"/>
                  </a:cubicBezTo>
                  <a:cubicBezTo>
                    <a:pt x="111" y="7"/>
                    <a:pt x="112" y="6"/>
                    <a:pt x="113" y="6"/>
                  </a:cubicBezTo>
                  <a:cubicBezTo>
                    <a:pt x="114" y="5"/>
                    <a:pt x="115" y="3"/>
                    <a:pt x="116" y="2"/>
                  </a:cubicBezTo>
                  <a:cubicBezTo>
                    <a:pt x="116" y="1"/>
                    <a:pt x="117" y="1"/>
                    <a:pt x="117" y="1"/>
                  </a:cubicBezTo>
                  <a:cubicBezTo>
                    <a:pt x="118" y="0"/>
                    <a:pt x="120" y="1"/>
                    <a:pt x="120" y="0"/>
                  </a:cubicBezTo>
                  <a:cubicBezTo>
                    <a:pt x="120" y="0"/>
                    <a:pt x="121" y="0"/>
                    <a:pt x="121" y="0"/>
                  </a:cubicBezTo>
                  <a:cubicBezTo>
                    <a:pt x="121" y="0"/>
                    <a:pt x="122" y="1"/>
                    <a:pt x="122" y="1"/>
                  </a:cubicBezTo>
                  <a:cubicBezTo>
                    <a:pt x="122" y="1"/>
                    <a:pt x="123" y="2"/>
                    <a:pt x="123" y="3"/>
                  </a:cubicBezTo>
                  <a:cubicBezTo>
                    <a:pt x="123" y="4"/>
                    <a:pt x="124" y="5"/>
                    <a:pt x="124" y="6"/>
                  </a:cubicBezTo>
                  <a:cubicBezTo>
                    <a:pt x="125" y="6"/>
                    <a:pt x="125" y="8"/>
                    <a:pt x="126" y="8"/>
                  </a:cubicBezTo>
                  <a:cubicBezTo>
                    <a:pt x="127" y="9"/>
                    <a:pt x="130" y="9"/>
                    <a:pt x="131" y="10"/>
                  </a:cubicBezTo>
                  <a:cubicBezTo>
                    <a:pt x="132" y="10"/>
                    <a:pt x="134" y="10"/>
                    <a:pt x="135" y="10"/>
                  </a:cubicBezTo>
                  <a:cubicBezTo>
                    <a:pt x="135" y="10"/>
                    <a:pt x="136" y="11"/>
                    <a:pt x="136" y="11"/>
                  </a:cubicBezTo>
                  <a:cubicBezTo>
                    <a:pt x="136" y="11"/>
                    <a:pt x="136" y="12"/>
                    <a:pt x="136" y="13"/>
                  </a:cubicBezTo>
                  <a:cubicBezTo>
                    <a:pt x="136" y="13"/>
                    <a:pt x="137" y="14"/>
                    <a:pt x="138" y="14"/>
                  </a:cubicBezTo>
                  <a:cubicBezTo>
                    <a:pt x="138" y="15"/>
                    <a:pt x="139" y="15"/>
                    <a:pt x="139" y="16"/>
                  </a:cubicBezTo>
                  <a:cubicBezTo>
                    <a:pt x="140" y="16"/>
                    <a:pt x="141" y="17"/>
                    <a:pt x="141" y="18"/>
                  </a:cubicBezTo>
                  <a:cubicBezTo>
                    <a:pt x="142" y="18"/>
                    <a:pt x="143" y="18"/>
                    <a:pt x="143" y="19"/>
                  </a:cubicBezTo>
                  <a:cubicBezTo>
                    <a:pt x="144" y="19"/>
                    <a:pt x="146" y="19"/>
                    <a:pt x="147" y="18"/>
                  </a:cubicBezTo>
                  <a:cubicBezTo>
                    <a:pt x="148" y="18"/>
                    <a:pt x="149" y="17"/>
                    <a:pt x="150" y="17"/>
                  </a:cubicBezTo>
                  <a:cubicBezTo>
                    <a:pt x="150" y="17"/>
                    <a:pt x="152" y="18"/>
                    <a:pt x="152" y="18"/>
                  </a:cubicBezTo>
                  <a:cubicBezTo>
                    <a:pt x="153" y="18"/>
                    <a:pt x="153" y="19"/>
                    <a:pt x="153" y="20"/>
                  </a:cubicBezTo>
                  <a:cubicBezTo>
                    <a:pt x="153" y="21"/>
                    <a:pt x="152" y="21"/>
                    <a:pt x="152" y="21"/>
                  </a:cubicBezTo>
                  <a:cubicBezTo>
                    <a:pt x="152" y="22"/>
                    <a:pt x="152" y="22"/>
                    <a:pt x="152" y="23"/>
                  </a:cubicBezTo>
                  <a:cubicBezTo>
                    <a:pt x="152" y="23"/>
                    <a:pt x="152" y="23"/>
                    <a:pt x="151" y="24"/>
                  </a:cubicBezTo>
                  <a:cubicBezTo>
                    <a:pt x="151" y="24"/>
                    <a:pt x="151" y="25"/>
                    <a:pt x="151" y="26"/>
                  </a:cubicBezTo>
                  <a:cubicBezTo>
                    <a:pt x="151" y="26"/>
                    <a:pt x="152" y="27"/>
                    <a:pt x="152" y="27"/>
                  </a:cubicBezTo>
                  <a:cubicBezTo>
                    <a:pt x="152" y="28"/>
                    <a:pt x="153" y="28"/>
                    <a:pt x="153" y="28"/>
                  </a:cubicBezTo>
                  <a:cubicBezTo>
                    <a:pt x="154" y="29"/>
                    <a:pt x="153" y="30"/>
                    <a:pt x="153" y="30"/>
                  </a:cubicBezTo>
                  <a:cubicBezTo>
                    <a:pt x="153" y="31"/>
                    <a:pt x="152" y="31"/>
                    <a:pt x="151" y="31"/>
                  </a:cubicBezTo>
                  <a:cubicBezTo>
                    <a:pt x="150" y="31"/>
                    <a:pt x="149" y="31"/>
                    <a:pt x="148" y="31"/>
                  </a:cubicBezTo>
                  <a:cubicBezTo>
                    <a:pt x="147" y="32"/>
                    <a:pt x="147" y="33"/>
                    <a:pt x="146" y="34"/>
                  </a:cubicBezTo>
                  <a:cubicBezTo>
                    <a:pt x="146" y="34"/>
                    <a:pt x="144" y="35"/>
                    <a:pt x="144" y="35"/>
                  </a:cubicBezTo>
                  <a:cubicBezTo>
                    <a:pt x="143" y="35"/>
                    <a:pt x="142" y="35"/>
                    <a:pt x="142" y="35"/>
                  </a:cubicBezTo>
                  <a:cubicBezTo>
                    <a:pt x="141" y="36"/>
                    <a:pt x="141" y="38"/>
                    <a:pt x="140" y="38"/>
                  </a:cubicBezTo>
                  <a:cubicBezTo>
                    <a:pt x="140" y="39"/>
                    <a:pt x="141" y="40"/>
                    <a:pt x="141" y="41"/>
                  </a:cubicBezTo>
                  <a:cubicBezTo>
                    <a:pt x="141" y="42"/>
                    <a:pt x="140" y="43"/>
                    <a:pt x="140" y="44"/>
                  </a:cubicBezTo>
                  <a:cubicBezTo>
                    <a:pt x="140" y="44"/>
                    <a:pt x="140" y="45"/>
                    <a:pt x="139" y="46"/>
                  </a:cubicBezTo>
                  <a:cubicBezTo>
                    <a:pt x="139" y="46"/>
                    <a:pt x="138" y="47"/>
                    <a:pt x="138" y="48"/>
                  </a:cubicBezTo>
                  <a:cubicBezTo>
                    <a:pt x="138" y="49"/>
                    <a:pt x="138" y="50"/>
                    <a:pt x="138" y="51"/>
                  </a:cubicBezTo>
                  <a:cubicBezTo>
                    <a:pt x="139" y="52"/>
                    <a:pt x="140" y="52"/>
                    <a:pt x="141" y="53"/>
                  </a:cubicBezTo>
                  <a:cubicBezTo>
                    <a:pt x="141" y="53"/>
                    <a:pt x="142" y="54"/>
                    <a:pt x="142" y="55"/>
                  </a:cubicBezTo>
                  <a:cubicBezTo>
                    <a:pt x="142" y="56"/>
                    <a:pt x="143" y="57"/>
                    <a:pt x="143" y="57"/>
                  </a:cubicBezTo>
                  <a:cubicBezTo>
                    <a:pt x="143" y="58"/>
                    <a:pt x="144" y="59"/>
                    <a:pt x="144" y="60"/>
                  </a:cubicBezTo>
                  <a:cubicBezTo>
                    <a:pt x="144" y="60"/>
                    <a:pt x="142" y="61"/>
                    <a:pt x="142" y="61"/>
                  </a:cubicBezTo>
                  <a:cubicBezTo>
                    <a:pt x="141" y="61"/>
                    <a:pt x="140" y="63"/>
                    <a:pt x="140" y="64"/>
                  </a:cubicBezTo>
                  <a:cubicBezTo>
                    <a:pt x="139" y="64"/>
                    <a:pt x="138" y="65"/>
                    <a:pt x="138" y="66"/>
                  </a:cubicBezTo>
                  <a:cubicBezTo>
                    <a:pt x="138" y="67"/>
                    <a:pt x="137" y="68"/>
                    <a:pt x="138" y="69"/>
                  </a:cubicBezTo>
                  <a:cubicBezTo>
                    <a:pt x="138" y="70"/>
                    <a:pt x="139" y="71"/>
                    <a:pt x="139" y="71"/>
                  </a:cubicBezTo>
                  <a:cubicBezTo>
                    <a:pt x="139" y="72"/>
                    <a:pt x="139" y="74"/>
                    <a:pt x="140" y="75"/>
                  </a:cubicBezTo>
                  <a:cubicBezTo>
                    <a:pt x="140" y="76"/>
                    <a:pt x="140" y="78"/>
                    <a:pt x="140" y="79"/>
                  </a:cubicBezTo>
                  <a:cubicBezTo>
                    <a:pt x="140" y="79"/>
                    <a:pt x="142" y="83"/>
                    <a:pt x="143" y="84"/>
                  </a:cubicBezTo>
                  <a:cubicBezTo>
                    <a:pt x="144" y="84"/>
                    <a:pt x="146" y="85"/>
                    <a:pt x="147" y="85"/>
                  </a:cubicBezTo>
                  <a:cubicBezTo>
                    <a:pt x="148" y="86"/>
                    <a:pt x="150" y="86"/>
                    <a:pt x="151" y="86"/>
                  </a:cubicBezTo>
                  <a:cubicBezTo>
                    <a:pt x="152" y="85"/>
                    <a:pt x="154" y="83"/>
                    <a:pt x="154" y="82"/>
                  </a:cubicBezTo>
                  <a:cubicBezTo>
                    <a:pt x="155" y="82"/>
                    <a:pt x="156" y="81"/>
                    <a:pt x="156" y="80"/>
                  </a:cubicBezTo>
                  <a:cubicBezTo>
                    <a:pt x="156" y="80"/>
                    <a:pt x="156" y="78"/>
                    <a:pt x="156" y="78"/>
                  </a:cubicBezTo>
                  <a:cubicBezTo>
                    <a:pt x="157" y="78"/>
                    <a:pt x="158" y="80"/>
                    <a:pt x="158" y="80"/>
                  </a:cubicBezTo>
                  <a:cubicBezTo>
                    <a:pt x="159" y="80"/>
                    <a:pt x="159" y="79"/>
                    <a:pt x="160" y="79"/>
                  </a:cubicBezTo>
                  <a:cubicBezTo>
                    <a:pt x="160" y="79"/>
                    <a:pt x="161" y="78"/>
                    <a:pt x="162" y="77"/>
                  </a:cubicBezTo>
                  <a:cubicBezTo>
                    <a:pt x="162" y="77"/>
                    <a:pt x="163" y="76"/>
                    <a:pt x="163" y="75"/>
                  </a:cubicBezTo>
                  <a:cubicBezTo>
                    <a:pt x="163" y="75"/>
                    <a:pt x="162" y="73"/>
                    <a:pt x="163" y="73"/>
                  </a:cubicBezTo>
                  <a:cubicBezTo>
                    <a:pt x="163" y="73"/>
                    <a:pt x="164" y="72"/>
                    <a:pt x="164" y="72"/>
                  </a:cubicBezTo>
                  <a:cubicBezTo>
                    <a:pt x="165" y="72"/>
                    <a:pt x="166" y="73"/>
                    <a:pt x="166" y="73"/>
                  </a:cubicBezTo>
                  <a:cubicBezTo>
                    <a:pt x="167" y="74"/>
                    <a:pt x="167" y="75"/>
                    <a:pt x="167" y="75"/>
                  </a:cubicBezTo>
                  <a:cubicBezTo>
                    <a:pt x="167" y="76"/>
                    <a:pt x="168" y="77"/>
                    <a:pt x="168" y="77"/>
                  </a:cubicBezTo>
                  <a:cubicBezTo>
                    <a:pt x="168" y="78"/>
                    <a:pt x="169" y="79"/>
                    <a:pt x="169" y="79"/>
                  </a:cubicBezTo>
                  <a:cubicBezTo>
                    <a:pt x="170" y="79"/>
                    <a:pt x="172" y="79"/>
                    <a:pt x="172" y="80"/>
                  </a:cubicBezTo>
                  <a:cubicBezTo>
                    <a:pt x="173" y="80"/>
                    <a:pt x="173" y="82"/>
                    <a:pt x="173" y="82"/>
                  </a:cubicBezTo>
                  <a:cubicBezTo>
                    <a:pt x="173" y="83"/>
                    <a:pt x="172" y="84"/>
                    <a:pt x="172" y="84"/>
                  </a:cubicBezTo>
                  <a:cubicBezTo>
                    <a:pt x="172" y="85"/>
                    <a:pt x="173" y="86"/>
                    <a:pt x="173" y="87"/>
                  </a:cubicBezTo>
                  <a:cubicBezTo>
                    <a:pt x="174" y="87"/>
                    <a:pt x="176" y="87"/>
                    <a:pt x="177" y="88"/>
                  </a:cubicBezTo>
                  <a:cubicBezTo>
                    <a:pt x="177" y="88"/>
                    <a:pt x="178" y="89"/>
                    <a:pt x="178" y="90"/>
                  </a:cubicBezTo>
                  <a:cubicBezTo>
                    <a:pt x="178" y="90"/>
                    <a:pt x="178" y="90"/>
                    <a:pt x="178" y="9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8" name="Freeform 137"/>
            <p:cNvSpPr>
              <a:spLocks/>
            </p:cNvSpPr>
            <p:nvPr/>
          </p:nvSpPr>
          <p:spPr bwMode="auto">
            <a:xfrm>
              <a:off x="1695451" y="2797176"/>
              <a:ext cx="30163" cy="49213"/>
            </a:xfrm>
            <a:custGeom>
              <a:avLst/>
              <a:gdLst/>
              <a:ahLst/>
              <a:cxnLst>
                <a:cxn ang="0">
                  <a:pos x="15" y="25"/>
                </a:cxn>
                <a:cxn ang="0">
                  <a:pos x="13" y="26"/>
                </a:cxn>
                <a:cxn ang="0">
                  <a:pos x="11" y="26"/>
                </a:cxn>
                <a:cxn ang="0">
                  <a:pos x="9" y="26"/>
                </a:cxn>
                <a:cxn ang="0">
                  <a:pos x="8" y="23"/>
                </a:cxn>
                <a:cxn ang="0">
                  <a:pos x="5" y="20"/>
                </a:cxn>
                <a:cxn ang="0">
                  <a:pos x="3" y="18"/>
                </a:cxn>
                <a:cxn ang="0">
                  <a:pos x="2" y="14"/>
                </a:cxn>
                <a:cxn ang="0">
                  <a:pos x="1" y="11"/>
                </a:cxn>
                <a:cxn ang="0">
                  <a:pos x="0" y="6"/>
                </a:cxn>
                <a:cxn ang="0">
                  <a:pos x="0" y="3"/>
                </a:cxn>
                <a:cxn ang="0">
                  <a:pos x="1" y="1"/>
                </a:cxn>
                <a:cxn ang="0">
                  <a:pos x="2" y="0"/>
                </a:cxn>
                <a:cxn ang="0">
                  <a:pos x="3" y="1"/>
                </a:cxn>
                <a:cxn ang="0">
                  <a:pos x="3" y="3"/>
                </a:cxn>
                <a:cxn ang="0">
                  <a:pos x="2" y="6"/>
                </a:cxn>
                <a:cxn ang="0">
                  <a:pos x="3" y="8"/>
                </a:cxn>
                <a:cxn ang="0">
                  <a:pos x="3" y="10"/>
                </a:cxn>
                <a:cxn ang="0">
                  <a:pos x="4" y="12"/>
                </a:cxn>
                <a:cxn ang="0">
                  <a:pos x="5" y="14"/>
                </a:cxn>
                <a:cxn ang="0">
                  <a:pos x="6" y="17"/>
                </a:cxn>
                <a:cxn ang="0">
                  <a:pos x="7" y="19"/>
                </a:cxn>
                <a:cxn ang="0">
                  <a:pos x="8" y="21"/>
                </a:cxn>
                <a:cxn ang="0">
                  <a:pos x="10" y="23"/>
                </a:cxn>
                <a:cxn ang="0">
                  <a:pos x="12" y="24"/>
                </a:cxn>
                <a:cxn ang="0">
                  <a:pos x="14" y="23"/>
                </a:cxn>
                <a:cxn ang="0">
                  <a:pos x="16" y="24"/>
                </a:cxn>
                <a:cxn ang="0">
                  <a:pos x="15" y="25"/>
                </a:cxn>
              </a:cxnLst>
              <a:rect l="0" t="0" r="r" b="b"/>
              <a:pathLst>
                <a:path w="16" h="26">
                  <a:moveTo>
                    <a:pt x="15" y="25"/>
                  </a:moveTo>
                  <a:cubicBezTo>
                    <a:pt x="15" y="26"/>
                    <a:pt x="13" y="26"/>
                    <a:pt x="13" y="26"/>
                  </a:cubicBezTo>
                  <a:cubicBezTo>
                    <a:pt x="12" y="26"/>
                    <a:pt x="11" y="26"/>
                    <a:pt x="11" y="26"/>
                  </a:cubicBezTo>
                  <a:cubicBezTo>
                    <a:pt x="10" y="26"/>
                    <a:pt x="9" y="26"/>
                    <a:pt x="9" y="26"/>
                  </a:cubicBezTo>
                  <a:cubicBezTo>
                    <a:pt x="9" y="25"/>
                    <a:pt x="8" y="24"/>
                    <a:pt x="8" y="23"/>
                  </a:cubicBezTo>
                  <a:cubicBezTo>
                    <a:pt x="7" y="22"/>
                    <a:pt x="6" y="21"/>
                    <a:pt x="5" y="20"/>
                  </a:cubicBezTo>
                  <a:cubicBezTo>
                    <a:pt x="4" y="19"/>
                    <a:pt x="3" y="18"/>
                    <a:pt x="3" y="18"/>
                  </a:cubicBezTo>
                  <a:cubicBezTo>
                    <a:pt x="2" y="17"/>
                    <a:pt x="3" y="15"/>
                    <a:pt x="2" y="14"/>
                  </a:cubicBezTo>
                  <a:cubicBezTo>
                    <a:pt x="2" y="13"/>
                    <a:pt x="1" y="12"/>
                    <a:pt x="1" y="11"/>
                  </a:cubicBezTo>
                  <a:cubicBezTo>
                    <a:pt x="0" y="10"/>
                    <a:pt x="0" y="7"/>
                    <a:pt x="0" y="6"/>
                  </a:cubicBezTo>
                  <a:cubicBezTo>
                    <a:pt x="0" y="5"/>
                    <a:pt x="0" y="4"/>
                    <a:pt x="0" y="3"/>
                  </a:cubicBezTo>
                  <a:cubicBezTo>
                    <a:pt x="0" y="2"/>
                    <a:pt x="1" y="1"/>
                    <a:pt x="1" y="1"/>
                  </a:cubicBezTo>
                  <a:cubicBezTo>
                    <a:pt x="1" y="0"/>
                    <a:pt x="2" y="0"/>
                    <a:pt x="2" y="0"/>
                  </a:cubicBezTo>
                  <a:cubicBezTo>
                    <a:pt x="3" y="0"/>
                    <a:pt x="3" y="1"/>
                    <a:pt x="3" y="1"/>
                  </a:cubicBezTo>
                  <a:cubicBezTo>
                    <a:pt x="3" y="2"/>
                    <a:pt x="3" y="3"/>
                    <a:pt x="3" y="3"/>
                  </a:cubicBezTo>
                  <a:cubicBezTo>
                    <a:pt x="3" y="4"/>
                    <a:pt x="2" y="5"/>
                    <a:pt x="2" y="6"/>
                  </a:cubicBezTo>
                  <a:cubicBezTo>
                    <a:pt x="3" y="6"/>
                    <a:pt x="3" y="7"/>
                    <a:pt x="3" y="8"/>
                  </a:cubicBezTo>
                  <a:cubicBezTo>
                    <a:pt x="3" y="8"/>
                    <a:pt x="3" y="10"/>
                    <a:pt x="3" y="10"/>
                  </a:cubicBezTo>
                  <a:cubicBezTo>
                    <a:pt x="3" y="11"/>
                    <a:pt x="4" y="12"/>
                    <a:pt x="4" y="12"/>
                  </a:cubicBezTo>
                  <a:cubicBezTo>
                    <a:pt x="4" y="13"/>
                    <a:pt x="4" y="14"/>
                    <a:pt x="5" y="14"/>
                  </a:cubicBezTo>
                  <a:cubicBezTo>
                    <a:pt x="5" y="15"/>
                    <a:pt x="6" y="17"/>
                    <a:pt x="6" y="17"/>
                  </a:cubicBezTo>
                  <a:cubicBezTo>
                    <a:pt x="7" y="18"/>
                    <a:pt x="7" y="19"/>
                    <a:pt x="7" y="19"/>
                  </a:cubicBezTo>
                  <a:cubicBezTo>
                    <a:pt x="8" y="20"/>
                    <a:pt x="8" y="21"/>
                    <a:pt x="8" y="21"/>
                  </a:cubicBezTo>
                  <a:cubicBezTo>
                    <a:pt x="8" y="22"/>
                    <a:pt x="9" y="23"/>
                    <a:pt x="10" y="23"/>
                  </a:cubicBezTo>
                  <a:cubicBezTo>
                    <a:pt x="10" y="24"/>
                    <a:pt x="11" y="24"/>
                    <a:pt x="12" y="24"/>
                  </a:cubicBezTo>
                  <a:cubicBezTo>
                    <a:pt x="12" y="24"/>
                    <a:pt x="13" y="23"/>
                    <a:pt x="14" y="23"/>
                  </a:cubicBezTo>
                  <a:cubicBezTo>
                    <a:pt x="14" y="23"/>
                    <a:pt x="15" y="24"/>
                    <a:pt x="16" y="24"/>
                  </a:cubicBezTo>
                  <a:cubicBezTo>
                    <a:pt x="16" y="24"/>
                    <a:pt x="15" y="25"/>
                    <a:pt x="15" y="2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9" name="Freeform 138"/>
            <p:cNvSpPr>
              <a:spLocks/>
            </p:cNvSpPr>
            <p:nvPr/>
          </p:nvSpPr>
          <p:spPr bwMode="auto">
            <a:xfrm>
              <a:off x="1827213" y="2062163"/>
              <a:ext cx="325438" cy="452438"/>
            </a:xfrm>
            <a:custGeom>
              <a:avLst/>
              <a:gdLst/>
              <a:ahLst/>
              <a:cxnLst>
                <a:cxn ang="0">
                  <a:pos x="162" y="171"/>
                </a:cxn>
                <a:cxn ang="0">
                  <a:pos x="145" y="167"/>
                </a:cxn>
                <a:cxn ang="0">
                  <a:pos x="143" y="173"/>
                </a:cxn>
                <a:cxn ang="0">
                  <a:pos x="133" y="184"/>
                </a:cxn>
                <a:cxn ang="0">
                  <a:pos x="129" y="193"/>
                </a:cxn>
                <a:cxn ang="0">
                  <a:pos x="123" y="206"/>
                </a:cxn>
                <a:cxn ang="0">
                  <a:pos x="120" y="214"/>
                </a:cxn>
                <a:cxn ang="0">
                  <a:pos x="114" y="225"/>
                </a:cxn>
                <a:cxn ang="0">
                  <a:pos x="103" y="220"/>
                </a:cxn>
                <a:cxn ang="0">
                  <a:pos x="85" y="225"/>
                </a:cxn>
                <a:cxn ang="0">
                  <a:pos x="78" y="233"/>
                </a:cxn>
                <a:cxn ang="0">
                  <a:pos x="70" y="239"/>
                </a:cxn>
                <a:cxn ang="0">
                  <a:pos x="57" y="240"/>
                </a:cxn>
                <a:cxn ang="0">
                  <a:pos x="51" y="229"/>
                </a:cxn>
                <a:cxn ang="0">
                  <a:pos x="42" y="222"/>
                </a:cxn>
                <a:cxn ang="0">
                  <a:pos x="35" y="229"/>
                </a:cxn>
                <a:cxn ang="0">
                  <a:pos x="19" y="224"/>
                </a:cxn>
                <a:cxn ang="0">
                  <a:pos x="23" y="209"/>
                </a:cxn>
                <a:cxn ang="0">
                  <a:pos x="18" y="195"/>
                </a:cxn>
                <a:cxn ang="0">
                  <a:pos x="25" y="183"/>
                </a:cxn>
                <a:cxn ang="0">
                  <a:pos x="30" y="175"/>
                </a:cxn>
                <a:cxn ang="0">
                  <a:pos x="29" y="166"/>
                </a:cxn>
                <a:cxn ang="0">
                  <a:pos x="15" y="162"/>
                </a:cxn>
                <a:cxn ang="0">
                  <a:pos x="2" y="152"/>
                </a:cxn>
                <a:cxn ang="0">
                  <a:pos x="2" y="139"/>
                </a:cxn>
                <a:cxn ang="0">
                  <a:pos x="11" y="132"/>
                </a:cxn>
                <a:cxn ang="0">
                  <a:pos x="16" y="122"/>
                </a:cxn>
                <a:cxn ang="0">
                  <a:pos x="27" y="110"/>
                </a:cxn>
                <a:cxn ang="0">
                  <a:pos x="42" y="109"/>
                </a:cxn>
                <a:cxn ang="0">
                  <a:pos x="50" y="98"/>
                </a:cxn>
                <a:cxn ang="0">
                  <a:pos x="54" y="90"/>
                </a:cxn>
                <a:cxn ang="0">
                  <a:pos x="63" y="86"/>
                </a:cxn>
                <a:cxn ang="0">
                  <a:pos x="69" y="77"/>
                </a:cxn>
                <a:cxn ang="0">
                  <a:pos x="62" y="60"/>
                </a:cxn>
                <a:cxn ang="0">
                  <a:pos x="55" y="52"/>
                </a:cxn>
                <a:cxn ang="0">
                  <a:pos x="53" y="36"/>
                </a:cxn>
                <a:cxn ang="0">
                  <a:pos x="68" y="28"/>
                </a:cxn>
                <a:cxn ang="0">
                  <a:pos x="74" y="17"/>
                </a:cxn>
                <a:cxn ang="0">
                  <a:pos x="83" y="10"/>
                </a:cxn>
                <a:cxn ang="0">
                  <a:pos x="92" y="0"/>
                </a:cxn>
                <a:cxn ang="0">
                  <a:pos x="107" y="22"/>
                </a:cxn>
                <a:cxn ang="0">
                  <a:pos x="115" y="34"/>
                </a:cxn>
                <a:cxn ang="0">
                  <a:pos x="123" y="34"/>
                </a:cxn>
                <a:cxn ang="0">
                  <a:pos x="124" y="44"/>
                </a:cxn>
                <a:cxn ang="0">
                  <a:pos x="130" y="44"/>
                </a:cxn>
                <a:cxn ang="0">
                  <a:pos x="144" y="56"/>
                </a:cxn>
                <a:cxn ang="0">
                  <a:pos x="150" y="64"/>
                </a:cxn>
                <a:cxn ang="0">
                  <a:pos x="154" y="84"/>
                </a:cxn>
                <a:cxn ang="0">
                  <a:pos x="152" y="99"/>
                </a:cxn>
                <a:cxn ang="0">
                  <a:pos x="151" y="104"/>
                </a:cxn>
                <a:cxn ang="0">
                  <a:pos x="158" y="110"/>
                </a:cxn>
                <a:cxn ang="0">
                  <a:pos x="162" y="132"/>
                </a:cxn>
                <a:cxn ang="0">
                  <a:pos x="167" y="142"/>
                </a:cxn>
                <a:cxn ang="0">
                  <a:pos x="159" y="147"/>
                </a:cxn>
                <a:cxn ang="0">
                  <a:pos x="151" y="149"/>
                </a:cxn>
                <a:cxn ang="0">
                  <a:pos x="161" y="149"/>
                </a:cxn>
                <a:cxn ang="0">
                  <a:pos x="170" y="153"/>
                </a:cxn>
                <a:cxn ang="0">
                  <a:pos x="165" y="153"/>
                </a:cxn>
                <a:cxn ang="0">
                  <a:pos x="165" y="155"/>
                </a:cxn>
                <a:cxn ang="0">
                  <a:pos x="172" y="167"/>
                </a:cxn>
              </a:cxnLst>
              <a:rect l="0" t="0" r="r" b="b"/>
              <a:pathLst>
                <a:path w="173" h="240">
                  <a:moveTo>
                    <a:pt x="172" y="167"/>
                  </a:moveTo>
                  <a:cubicBezTo>
                    <a:pt x="172" y="167"/>
                    <a:pt x="173" y="167"/>
                    <a:pt x="173" y="168"/>
                  </a:cubicBezTo>
                  <a:cubicBezTo>
                    <a:pt x="172" y="168"/>
                    <a:pt x="170" y="169"/>
                    <a:pt x="170" y="169"/>
                  </a:cubicBezTo>
                  <a:cubicBezTo>
                    <a:pt x="169" y="169"/>
                    <a:pt x="169" y="171"/>
                    <a:pt x="168" y="172"/>
                  </a:cubicBezTo>
                  <a:cubicBezTo>
                    <a:pt x="167" y="172"/>
                    <a:pt x="166" y="171"/>
                    <a:pt x="165" y="171"/>
                  </a:cubicBezTo>
                  <a:cubicBezTo>
                    <a:pt x="165" y="171"/>
                    <a:pt x="163" y="171"/>
                    <a:pt x="162" y="171"/>
                  </a:cubicBezTo>
                  <a:cubicBezTo>
                    <a:pt x="161" y="171"/>
                    <a:pt x="160" y="172"/>
                    <a:pt x="159" y="173"/>
                  </a:cubicBezTo>
                  <a:cubicBezTo>
                    <a:pt x="159" y="173"/>
                    <a:pt x="157" y="172"/>
                    <a:pt x="157" y="172"/>
                  </a:cubicBezTo>
                  <a:cubicBezTo>
                    <a:pt x="156" y="172"/>
                    <a:pt x="155" y="171"/>
                    <a:pt x="154" y="171"/>
                  </a:cubicBezTo>
                  <a:cubicBezTo>
                    <a:pt x="153" y="171"/>
                    <a:pt x="151" y="170"/>
                    <a:pt x="149" y="170"/>
                  </a:cubicBezTo>
                  <a:cubicBezTo>
                    <a:pt x="148" y="170"/>
                    <a:pt x="147" y="170"/>
                    <a:pt x="146" y="170"/>
                  </a:cubicBezTo>
                  <a:cubicBezTo>
                    <a:pt x="146" y="169"/>
                    <a:pt x="146" y="168"/>
                    <a:pt x="145" y="167"/>
                  </a:cubicBezTo>
                  <a:cubicBezTo>
                    <a:pt x="145" y="167"/>
                    <a:pt x="144" y="166"/>
                    <a:pt x="143" y="166"/>
                  </a:cubicBezTo>
                  <a:cubicBezTo>
                    <a:pt x="143" y="166"/>
                    <a:pt x="141" y="167"/>
                    <a:pt x="141" y="167"/>
                  </a:cubicBezTo>
                  <a:cubicBezTo>
                    <a:pt x="140" y="167"/>
                    <a:pt x="139" y="168"/>
                    <a:pt x="139" y="169"/>
                  </a:cubicBezTo>
                  <a:cubicBezTo>
                    <a:pt x="139" y="169"/>
                    <a:pt x="139" y="170"/>
                    <a:pt x="139" y="171"/>
                  </a:cubicBezTo>
                  <a:cubicBezTo>
                    <a:pt x="139" y="171"/>
                    <a:pt x="140" y="172"/>
                    <a:pt x="140" y="172"/>
                  </a:cubicBezTo>
                  <a:cubicBezTo>
                    <a:pt x="141" y="173"/>
                    <a:pt x="142" y="172"/>
                    <a:pt x="143" y="173"/>
                  </a:cubicBezTo>
                  <a:cubicBezTo>
                    <a:pt x="143" y="173"/>
                    <a:pt x="143" y="175"/>
                    <a:pt x="143" y="176"/>
                  </a:cubicBezTo>
                  <a:cubicBezTo>
                    <a:pt x="142" y="176"/>
                    <a:pt x="141" y="177"/>
                    <a:pt x="141" y="177"/>
                  </a:cubicBezTo>
                  <a:cubicBezTo>
                    <a:pt x="140" y="178"/>
                    <a:pt x="139" y="179"/>
                    <a:pt x="138" y="180"/>
                  </a:cubicBezTo>
                  <a:cubicBezTo>
                    <a:pt x="138" y="180"/>
                    <a:pt x="136" y="181"/>
                    <a:pt x="136" y="181"/>
                  </a:cubicBezTo>
                  <a:cubicBezTo>
                    <a:pt x="136" y="182"/>
                    <a:pt x="135" y="184"/>
                    <a:pt x="135" y="184"/>
                  </a:cubicBezTo>
                  <a:cubicBezTo>
                    <a:pt x="134" y="184"/>
                    <a:pt x="133" y="184"/>
                    <a:pt x="133" y="184"/>
                  </a:cubicBezTo>
                  <a:cubicBezTo>
                    <a:pt x="133" y="184"/>
                    <a:pt x="133" y="183"/>
                    <a:pt x="132" y="183"/>
                  </a:cubicBezTo>
                  <a:cubicBezTo>
                    <a:pt x="132" y="183"/>
                    <a:pt x="131" y="184"/>
                    <a:pt x="131" y="184"/>
                  </a:cubicBezTo>
                  <a:cubicBezTo>
                    <a:pt x="130" y="185"/>
                    <a:pt x="130" y="186"/>
                    <a:pt x="130" y="187"/>
                  </a:cubicBezTo>
                  <a:cubicBezTo>
                    <a:pt x="130" y="188"/>
                    <a:pt x="131" y="189"/>
                    <a:pt x="131" y="190"/>
                  </a:cubicBezTo>
                  <a:cubicBezTo>
                    <a:pt x="131" y="190"/>
                    <a:pt x="131" y="191"/>
                    <a:pt x="130" y="192"/>
                  </a:cubicBezTo>
                  <a:cubicBezTo>
                    <a:pt x="130" y="192"/>
                    <a:pt x="130" y="193"/>
                    <a:pt x="129" y="193"/>
                  </a:cubicBezTo>
                  <a:cubicBezTo>
                    <a:pt x="129" y="194"/>
                    <a:pt x="128" y="194"/>
                    <a:pt x="127" y="194"/>
                  </a:cubicBezTo>
                  <a:cubicBezTo>
                    <a:pt x="126" y="194"/>
                    <a:pt x="125" y="195"/>
                    <a:pt x="124" y="195"/>
                  </a:cubicBezTo>
                  <a:cubicBezTo>
                    <a:pt x="123" y="196"/>
                    <a:pt x="123" y="198"/>
                    <a:pt x="123" y="199"/>
                  </a:cubicBezTo>
                  <a:cubicBezTo>
                    <a:pt x="122" y="199"/>
                    <a:pt x="121" y="201"/>
                    <a:pt x="121" y="202"/>
                  </a:cubicBezTo>
                  <a:cubicBezTo>
                    <a:pt x="121" y="202"/>
                    <a:pt x="121" y="203"/>
                    <a:pt x="121" y="204"/>
                  </a:cubicBezTo>
                  <a:cubicBezTo>
                    <a:pt x="122" y="204"/>
                    <a:pt x="122" y="205"/>
                    <a:pt x="123" y="206"/>
                  </a:cubicBezTo>
                  <a:cubicBezTo>
                    <a:pt x="123" y="206"/>
                    <a:pt x="122" y="207"/>
                    <a:pt x="122" y="207"/>
                  </a:cubicBezTo>
                  <a:cubicBezTo>
                    <a:pt x="122" y="207"/>
                    <a:pt x="121" y="207"/>
                    <a:pt x="121" y="208"/>
                  </a:cubicBezTo>
                  <a:cubicBezTo>
                    <a:pt x="120" y="208"/>
                    <a:pt x="120" y="209"/>
                    <a:pt x="120" y="209"/>
                  </a:cubicBezTo>
                  <a:cubicBezTo>
                    <a:pt x="119" y="210"/>
                    <a:pt x="120" y="211"/>
                    <a:pt x="120" y="212"/>
                  </a:cubicBezTo>
                  <a:cubicBezTo>
                    <a:pt x="120" y="212"/>
                    <a:pt x="121" y="213"/>
                    <a:pt x="121" y="213"/>
                  </a:cubicBezTo>
                  <a:cubicBezTo>
                    <a:pt x="121" y="213"/>
                    <a:pt x="120" y="214"/>
                    <a:pt x="120" y="214"/>
                  </a:cubicBezTo>
                  <a:cubicBezTo>
                    <a:pt x="120" y="215"/>
                    <a:pt x="120" y="216"/>
                    <a:pt x="120" y="217"/>
                  </a:cubicBezTo>
                  <a:cubicBezTo>
                    <a:pt x="120" y="217"/>
                    <a:pt x="119" y="219"/>
                    <a:pt x="119" y="219"/>
                  </a:cubicBezTo>
                  <a:cubicBezTo>
                    <a:pt x="119" y="220"/>
                    <a:pt x="119" y="221"/>
                    <a:pt x="119" y="222"/>
                  </a:cubicBezTo>
                  <a:cubicBezTo>
                    <a:pt x="119" y="222"/>
                    <a:pt x="118" y="223"/>
                    <a:pt x="118" y="223"/>
                  </a:cubicBezTo>
                  <a:cubicBezTo>
                    <a:pt x="118" y="223"/>
                    <a:pt x="116" y="223"/>
                    <a:pt x="116" y="224"/>
                  </a:cubicBezTo>
                  <a:cubicBezTo>
                    <a:pt x="115" y="224"/>
                    <a:pt x="114" y="224"/>
                    <a:pt x="114" y="225"/>
                  </a:cubicBezTo>
                  <a:cubicBezTo>
                    <a:pt x="114" y="225"/>
                    <a:pt x="113" y="226"/>
                    <a:pt x="113" y="226"/>
                  </a:cubicBezTo>
                  <a:cubicBezTo>
                    <a:pt x="113" y="226"/>
                    <a:pt x="112" y="226"/>
                    <a:pt x="111" y="226"/>
                  </a:cubicBezTo>
                  <a:cubicBezTo>
                    <a:pt x="111" y="226"/>
                    <a:pt x="111" y="224"/>
                    <a:pt x="110" y="223"/>
                  </a:cubicBezTo>
                  <a:cubicBezTo>
                    <a:pt x="110" y="223"/>
                    <a:pt x="109" y="223"/>
                    <a:pt x="108" y="223"/>
                  </a:cubicBezTo>
                  <a:cubicBezTo>
                    <a:pt x="108" y="223"/>
                    <a:pt x="107" y="222"/>
                    <a:pt x="106" y="222"/>
                  </a:cubicBezTo>
                  <a:cubicBezTo>
                    <a:pt x="105" y="221"/>
                    <a:pt x="104" y="220"/>
                    <a:pt x="103" y="220"/>
                  </a:cubicBezTo>
                  <a:cubicBezTo>
                    <a:pt x="102" y="220"/>
                    <a:pt x="100" y="220"/>
                    <a:pt x="100" y="220"/>
                  </a:cubicBezTo>
                  <a:cubicBezTo>
                    <a:pt x="99" y="221"/>
                    <a:pt x="98" y="221"/>
                    <a:pt x="97" y="221"/>
                  </a:cubicBezTo>
                  <a:cubicBezTo>
                    <a:pt x="96" y="222"/>
                    <a:pt x="95" y="223"/>
                    <a:pt x="94" y="223"/>
                  </a:cubicBezTo>
                  <a:cubicBezTo>
                    <a:pt x="93" y="223"/>
                    <a:pt x="92" y="224"/>
                    <a:pt x="91" y="225"/>
                  </a:cubicBezTo>
                  <a:cubicBezTo>
                    <a:pt x="90" y="225"/>
                    <a:pt x="88" y="226"/>
                    <a:pt x="88" y="226"/>
                  </a:cubicBezTo>
                  <a:cubicBezTo>
                    <a:pt x="87" y="226"/>
                    <a:pt x="85" y="225"/>
                    <a:pt x="85" y="225"/>
                  </a:cubicBezTo>
                  <a:cubicBezTo>
                    <a:pt x="84" y="225"/>
                    <a:pt x="83" y="226"/>
                    <a:pt x="83" y="226"/>
                  </a:cubicBezTo>
                  <a:cubicBezTo>
                    <a:pt x="83" y="226"/>
                    <a:pt x="82" y="227"/>
                    <a:pt x="82" y="227"/>
                  </a:cubicBezTo>
                  <a:cubicBezTo>
                    <a:pt x="81" y="228"/>
                    <a:pt x="81" y="229"/>
                    <a:pt x="81" y="230"/>
                  </a:cubicBezTo>
                  <a:cubicBezTo>
                    <a:pt x="81" y="230"/>
                    <a:pt x="80" y="231"/>
                    <a:pt x="80" y="231"/>
                  </a:cubicBezTo>
                  <a:cubicBezTo>
                    <a:pt x="79" y="231"/>
                    <a:pt x="78" y="232"/>
                    <a:pt x="78" y="232"/>
                  </a:cubicBezTo>
                  <a:cubicBezTo>
                    <a:pt x="78" y="232"/>
                    <a:pt x="78" y="233"/>
                    <a:pt x="78" y="233"/>
                  </a:cubicBezTo>
                  <a:cubicBezTo>
                    <a:pt x="78" y="234"/>
                    <a:pt x="77" y="234"/>
                    <a:pt x="77" y="234"/>
                  </a:cubicBezTo>
                  <a:cubicBezTo>
                    <a:pt x="76" y="235"/>
                    <a:pt x="75" y="234"/>
                    <a:pt x="75" y="234"/>
                  </a:cubicBezTo>
                  <a:cubicBezTo>
                    <a:pt x="74" y="234"/>
                    <a:pt x="73" y="235"/>
                    <a:pt x="73" y="235"/>
                  </a:cubicBezTo>
                  <a:cubicBezTo>
                    <a:pt x="73" y="236"/>
                    <a:pt x="73" y="237"/>
                    <a:pt x="72" y="237"/>
                  </a:cubicBezTo>
                  <a:cubicBezTo>
                    <a:pt x="72" y="237"/>
                    <a:pt x="72" y="238"/>
                    <a:pt x="71" y="238"/>
                  </a:cubicBezTo>
                  <a:cubicBezTo>
                    <a:pt x="71" y="239"/>
                    <a:pt x="70" y="239"/>
                    <a:pt x="70" y="239"/>
                  </a:cubicBezTo>
                  <a:cubicBezTo>
                    <a:pt x="69" y="239"/>
                    <a:pt x="68" y="239"/>
                    <a:pt x="68" y="239"/>
                  </a:cubicBezTo>
                  <a:cubicBezTo>
                    <a:pt x="67" y="238"/>
                    <a:pt x="66" y="237"/>
                    <a:pt x="65" y="237"/>
                  </a:cubicBezTo>
                  <a:cubicBezTo>
                    <a:pt x="64" y="237"/>
                    <a:pt x="63" y="237"/>
                    <a:pt x="63" y="237"/>
                  </a:cubicBezTo>
                  <a:cubicBezTo>
                    <a:pt x="62" y="237"/>
                    <a:pt x="61" y="237"/>
                    <a:pt x="61" y="237"/>
                  </a:cubicBezTo>
                  <a:cubicBezTo>
                    <a:pt x="60" y="238"/>
                    <a:pt x="59" y="238"/>
                    <a:pt x="58" y="239"/>
                  </a:cubicBezTo>
                  <a:cubicBezTo>
                    <a:pt x="58" y="239"/>
                    <a:pt x="58" y="240"/>
                    <a:pt x="57" y="240"/>
                  </a:cubicBezTo>
                  <a:cubicBezTo>
                    <a:pt x="57" y="239"/>
                    <a:pt x="57" y="239"/>
                    <a:pt x="57" y="239"/>
                  </a:cubicBezTo>
                  <a:cubicBezTo>
                    <a:pt x="57" y="238"/>
                    <a:pt x="56" y="237"/>
                    <a:pt x="56" y="237"/>
                  </a:cubicBezTo>
                  <a:cubicBezTo>
                    <a:pt x="55" y="236"/>
                    <a:pt x="53" y="236"/>
                    <a:pt x="52" y="236"/>
                  </a:cubicBezTo>
                  <a:cubicBezTo>
                    <a:pt x="52" y="235"/>
                    <a:pt x="51" y="234"/>
                    <a:pt x="51" y="233"/>
                  </a:cubicBezTo>
                  <a:cubicBezTo>
                    <a:pt x="51" y="233"/>
                    <a:pt x="52" y="232"/>
                    <a:pt x="52" y="231"/>
                  </a:cubicBezTo>
                  <a:cubicBezTo>
                    <a:pt x="52" y="231"/>
                    <a:pt x="52" y="229"/>
                    <a:pt x="51" y="229"/>
                  </a:cubicBezTo>
                  <a:cubicBezTo>
                    <a:pt x="51" y="228"/>
                    <a:pt x="49" y="228"/>
                    <a:pt x="48" y="228"/>
                  </a:cubicBezTo>
                  <a:cubicBezTo>
                    <a:pt x="48" y="228"/>
                    <a:pt x="47" y="227"/>
                    <a:pt x="47" y="226"/>
                  </a:cubicBezTo>
                  <a:cubicBezTo>
                    <a:pt x="47" y="226"/>
                    <a:pt x="46" y="225"/>
                    <a:pt x="46" y="224"/>
                  </a:cubicBezTo>
                  <a:cubicBezTo>
                    <a:pt x="46" y="224"/>
                    <a:pt x="46" y="223"/>
                    <a:pt x="45" y="222"/>
                  </a:cubicBezTo>
                  <a:cubicBezTo>
                    <a:pt x="45" y="222"/>
                    <a:pt x="44" y="221"/>
                    <a:pt x="43" y="221"/>
                  </a:cubicBezTo>
                  <a:cubicBezTo>
                    <a:pt x="43" y="221"/>
                    <a:pt x="42" y="222"/>
                    <a:pt x="42" y="222"/>
                  </a:cubicBezTo>
                  <a:cubicBezTo>
                    <a:pt x="41" y="222"/>
                    <a:pt x="42" y="224"/>
                    <a:pt x="42" y="224"/>
                  </a:cubicBezTo>
                  <a:cubicBezTo>
                    <a:pt x="42" y="225"/>
                    <a:pt x="41" y="226"/>
                    <a:pt x="41" y="226"/>
                  </a:cubicBezTo>
                  <a:cubicBezTo>
                    <a:pt x="40" y="227"/>
                    <a:pt x="39" y="228"/>
                    <a:pt x="39" y="228"/>
                  </a:cubicBezTo>
                  <a:cubicBezTo>
                    <a:pt x="38" y="228"/>
                    <a:pt x="38" y="229"/>
                    <a:pt x="37" y="229"/>
                  </a:cubicBezTo>
                  <a:cubicBezTo>
                    <a:pt x="37" y="229"/>
                    <a:pt x="36" y="227"/>
                    <a:pt x="35" y="227"/>
                  </a:cubicBezTo>
                  <a:cubicBezTo>
                    <a:pt x="35" y="227"/>
                    <a:pt x="35" y="229"/>
                    <a:pt x="35" y="229"/>
                  </a:cubicBezTo>
                  <a:cubicBezTo>
                    <a:pt x="35" y="230"/>
                    <a:pt x="34" y="231"/>
                    <a:pt x="33" y="231"/>
                  </a:cubicBezTo>
                  <a:cubicBezTo>
                    <a:pt x="33" y="232"/>
                    <a:pt x="31" y="234"/>
                    <a:pt x="30" y="235"/>
                  </a:cubicBezTo>
                  <a:cubicBezTo>
                    <a:pt x="29" y="235"/>
                    <a:pt x="27" y="235"/>
                    <a:pt x="26" y="234"/>
                  </a:cubicBezTo>
                  <a:cubicBezTo>
                    <a:pt x="25" y="234"/>
                    <a:pt x="23" y="233"/>
                    <a:pt x="22" y="233"/>
                  </a:cubicBezTo>
                  <a:cubicBezTo>
                    <a:pt x="21" y="232"/>
                    <a:pt x="19" y="228"/>
                    <a:pt x="19" y="228"/>
                  </a:cubicBezTo>
                  <a:cubicBezTo>
                    <a:pt x="19" y="227"/>
                    <a:pt x="19" y="225"/>
                    <a:pt x="19" y="224"/>
                  </a:cubicBezTo>
                  <a:cubicBezTo>
                    <a:pt x="18" y="223"/>
                    <a:pt x="18" y="221"/>
                    <a:pt x="18" y="220"/>
                  </a:cubicBezTo>
                  <a:cubicBezTo>
                    <a:pt x="18" y="220"/>
                    <a:pt x="17" y="219"/>
                    <a:pt x="17" y="218"/>
                  </a:cubicBezTo>
                  <a:cubicBezTo>
                    <a:pt x="16" y="217"/>
                    <a:pt x="17" y="216"/>
                    <a:pt x="17" y="215"/>
                  </a:cubicBezTo>
                  <a:cubicBezTo>
                    <a:pt x="17" y="214"/>
                    <a:pt x="18" y="213"/>
                    <a:pt x="19" y="213"/>
                  </a:cubicBezTo>
                  <a:cubicBezTo>
                    <a:pt x="19" y="212"/>
                    <a:pt x="20" y="210"/>
                    <a:pt x="21" y="210"/>
                  </a:cubicBezTo>
                  <a:cubicBezTo>
                    <a:pt x="21" y="210"/>
                    <a:pt x="23" y="209"/>
                    <a:pt x="23" y="209"/>
                  </a:cubicBezTo>
                  <a:cubicBezTo>
                    <a:pt x="23" y="208"/>
                    <a:pt x="22" y="207"/>
                    <a:pt x="22" y="206"/>
                  </a:cubicBezTo>
                  <a:cubicBezTo>
                    <a:pt x="22" y="206"/>
                    <a:pt x="21" y="205"/>
                    <a:pt x="21" y="204"/>
                  </a:cubicBezTo>
                  <a:cubicBezTo>
                    <a:pt x="21" y="203"/>
                    <a:pt x="20" y="202"/>
                    <a:pt x="20" y="202"/>
                  </a:cubicBezTo>
                  <a:cubicBezTo>
                    <a:pt x="19" y="201"/>
                    <a:pt x="18" y="201"/>
                    <a:pt x="17" y="200"/>
                  </a:cubicBezTo>
                  <a:cubicBezTo>
                    <a:pt x="17" y="199"/>
                    <a:pt x="17" y="198"/>
                    <a:pt x="17" y="197"/>
                  </a:cubicBezTo>
                  <a:cubicBezTo>
                    <a:pt x="17" y="196"/>
                    <a:pt x="18" y="195"/>
                    <a:pt x="18" y="195"/>
                  </a:cubicBezTo>
                  <a:cubicBezTo>
                    <a:pt x="19" y="194"/>
                    <a:pt x="19" y="193"/>
                    <a:pt x="19" y="193"/>
                  </a:cubicBezTo>
                  <a:cubicBezTo>
                    <a:pt x="19" y="192"/>
                    <a:pt x="20" y="191"/>
                    <a:pt x="20" y="190"/>
                  </a:cubicBezTo>
                  <a:cubicBezTo>
                    <a:pt x="20" y="189"/>
                    <a:pt x="19" y="188"/>
                    <a:pt x="19" y="187"/>
                  </a:cubicBezTo>
                  <a:cubicBezTo>
                    <a:pt x="20" y="187"/>
                    <a:pt x="20" y="185"/>
                    <a:pt x="21" y="184"/>
                  </a:cubicBezTo>
                  <a:cubicBezTo>
                    <a:pt x="21" y="184"/>
                    <a:pt x="22" y="184"/>
                    <a:pt x="23" y="184"/>
                  </a:cubicBezTo>
                  <a:cubicBezTo>
                    <a:pt x="23" y="184"/>
                    <a:pt x="25" y="183"/>
                    <a:pt x="25" y="183"/>
                  </a:cubicBezTo>
                  <a:cubicBezTo>
                    <a:pt x="26" y="182"/>
                    <a:pt x="26" y="181"/>
                    <a:pt x="27" y="180"/>
                  </a:cubicBezTo>
                  <a:cubicBezTo>
                    <a:pt x="28" y="180"/>
                    <a:pt x="29" y="180"/>
                    <a:pt x="30" y="180"/>
                  </a:cubicBezTo>
                  <a:cubicBezTo>
                    <a:pt x="31" y="180"/>
                    <a:pt x="32" y="180"/>
                    <a:pt x="32" y="179"/>
                  </a:cubicBezTo>
                  <a:cubicBezTo>
                    <a:pt x="32" y="179"/>
                    <a:pt x="33" y="178"/>
                    <a:pt x="32" y="177"/>
                  </a:cubicBezTo>
                  <a:cubicBezTo>
                    <a:pt x="32" y="177"/>
                    <a:pt x="31" y="177"/>
                    <a:pt x="31" y="176"/>
                  </a:cubicBezTo>
                  <a:cubicBezTo>
                    <a:pt x="31" y="176"/>
                    <a:pt x="30" y="175"/>
                    <a:pt x="30" y="175"/>
                  </a:cubicBezTo>
                  <a:cubicBezTo>
                    <a:pt x="30" y="174"/>
                    <a:pt x="30" y="173"/>
                    <a:pt x="30" y="173"/>
                  </a:cubicBezTo>
                  <a:cubicBezTo>
                    <a:pt x="31" y="172"/>
                    <a:pt x="31" y="172"/>
                    <a:pt x="31" y="172"/>
                  </a:cubicBezTo>
                  <a:cubicBezTo>
                    <a:pt x="31" y="171"/>
                    <a:pt x="31" y="171"/>
                    <a:pt x="31" y="170"/>
                  </a:cubicBezTo>
                  <a:cubicBezTo>
                    <a:pt x="31" y="170"/>
                    <a:pt x="32" y="170"/>
                    <a:pt x="32" y="169"/>
                  </a:cubicBezTo>
                  <a:cubicBezTo>
                    <a:pt x="32" y="168"/>
                    <a:pt x="32" y="167"/>
                    <a:pt x="31" y="167"/>
                  </a:cubicBezTo>
                  <a:cubicBezTo>
                    <a:pt x="31" y="167"/>
                    <a:pt x="29" y="166"/>
                    <a:pt x="29" y="166"/>
                  </a:cubicBezTo>
                  <a:cubicBezTo>
                    <a:pt x="28" y="166"/>
                    <a:pt x="27" y="167"/>
                    <a:pt x="26" y="167"/>
                  </a:cubicBezTo>
                  <a:cubicBezTo>
                    <a:pt x="25" y="168"/>
                    <a:pt x="23" y="168"/>
                    <a:pt x="22" y="168"/>
                  </a:cubicBezTo>
                  <a:cubicBezTo>
                    <a:pt x="22" y="167"/>
                    <a:pt x="21" y="167"/>
                    <a:pt x="20" y="167"/>
                  </a:cubicBezTo>
                  <a:cubicBezTo>
                    <a:pt x="20" y="166"/>
                    <a:pt x="19" y="165"/>
                    <a:pt x="18" y="165"/>
                  </a:cubicBezTo>
                  <a:cubicBezTo>
                    <a:pt x="18" y="164"/>
                    <a:pt x="17" y="164"/>
                    <a:pt x="17" y="163"/>
                  </a:cubicBezTo>
                  <a:cubicBezTo>
                    <a:pt x="16" y="163"/>
                    <a:pt x="15" y="162"/>
                    <a:pt x="15" y="162"/>
                  </a:cubicBezTo>
                  <a:cubicBezTo>
                    <a:pt x="15" y="161"/>
                    <a:pt x="15" y="160"/>
                    <a:pt x="15" y="160"/>
                  </a:cubicBezTo>
                  <a:cubicBezTo>
                    <a:pt x="15" y="160"/>
                    <a:pt x="14" y="159"/>
                    <a:pt x="14" y="159"/>
                  </a:cubicBezTo>
                  <a:cubicBezTo>
                    <a:pt x="13" y="159"/>
                    <a:pt x="11" y="159"/>
                    <a:pt x="10" y="159"/>
                  </a:cubicBezTo>
                  <a:cubicBezTo>
                    <a:pt x="9" y="158"/>
                    <a:pt x="6" y="158"/>
                    <a:pt x="5" y="157"/>
                  </a:cubicBezTo>
                  <a:cubicBezTo>
                    <a:pt x="4" y="157"/>
                    <a:pt x="4" y="155"/>
                    <a:pt x="3" y="155"/>
                  </a:cubicBezTo>
                  <a:cubicBezTo>
                    <a:pt x="3" y="154"/>
                    <a:pt x="2" y="153"/>
                    <a:pt x="2" y="152"/>
                  </a:cubicBezTo>
                  <a:cubicBezTo>
                    <a:pt x="2" y="151"/>
                    <a:pt x="1" y="150"/>
                    <a:pt x="1" y="150"/>
                  </a:cubicBezTo>
                  <a:cubicBezTo>
                    <a:pt x="1" y="150"/>
                    <a:pt x="0" y="149"/>
                    <a:pt x="0" y="149"/>
                  </a:cubicBezTo>
                  <a:cubicBezTo>
                    <a:pt x="0" y="148"/>
                    <a:pt x="0" y="148"/>
                    <a:pt x="0" y="148"/>
                  </a:cubicBezTo>
                  <a:cubicBezTo>
                    <a:pt x="0" y="147"/>
                    <a:pt x="0" y="146"/>
                    <a:pt x="0" y="145"/>
                  </a:cubicBezTo>
                  <a:cubicBezTo>
                    <a:pt x="1" y="144"/>
                    <a:pt x="2" y="143"/>
                    <a:pt x="2" y="142"/>
                  </a:cubicBezTo>
                  <a:cubicBezTo>
                    <a:pt x="2" y="141"/>
                    <a:pt x="2" y="140"/>
                    <a:pt x="2" y="139"/>
                  </a:cubicBezTo>
                  <a:cubicBezTo>
                    <a:pt x="3" y="139"/>
                    <a:pt x="3" y="137"/>
                    <a:pt x="4" y="137"/>
                  </a:cubicBezTo>
                  <a:cubicBezTo>
                    <a:pt x="4" y="136"/>
                    <a:pt x="6" y="137"/>
                    <a:pt x="6" y="137"/>
                  </a:cubicBezTo>
                  <a:cubicBezTo>
                    <a:pt x="6" y="137"/>
                    <a:pt x="7" y="136"/>
                    <a:pt x="8" y="136"/>
                  </a:cubicBezTo>
                  <a:cubicBezTo>
                    <a:pt x="8" y="136"/>
                    <a:pt x="9" y="135"/>
                    <a:pt x="9" y="134"/>
                  </a:cubicBezTo>
                  <a:cubicBezTo>
                    <a:pt x="10" y="134"/>
                    <a:pt x="11" y="134"/>
                    <a:pt x="11" y="133"/>
                  </a:cubicBezTo>
                  <a:cubicBezTo>
                    <a:pt x="11" y="133"/>
                    <a:pt x="11" y="132"/>
                    <a:pt x="11" y="132"/>
                  </a:cubicBezTo>
                  <a:cubicBezTo>
                    <a:pt x="10" y="131"/>
                    <a:pt x="9" y="131"/>
                    <a:pt x="9" y="130"/>
                  </a:cubicBezTo>
                  <a:cubicBezTo>
                    <a:pt x="9" y="130"/>
                    <a:pt x="9" y="129"/>
                    <a:pt x="9" y="129"/>
                  </a:cubicBezTo>
                  <a:cubicBezTo>
                    <a:pt x="9" y="128"/>
                    <a:pt x="10" y="127"/>
                    <a:pt x="10" y="127"/>
                  </a:cubicBezTo>
                  <a:cubicBezTo>
                    <a:pt x="11" y="126"/>
                    <a:pt x="12" y="127"/>
                    <a:pt x="12" y="127"/>
                  </a:cubicBezTo>
                  <a:cubicBezTo>
                    <a:pt x="13" y="126"/>
                    <a:pt x="14" y="126"/>
                    <a:pt x="14" y="125"/>
                  </a:cubicBezTo>
                  <a:cubicBezTo>
                    <a:pt x="15" y="125"/>
                    <a:pt x="15" y="123"/>
                    <a:pt x="16" y="122"/>
                  </a:cubicBezTo>
                  <a:cubicBezTo>
                    <a:pt x="16" y="122"/>
                    <a:pt x="18" y="120"/>
                    <a:pt x="18" y="120"/>
                  </a:cubicBezTo>
                  <a:cubicBezTo>
                    <a:pt x="19" y="119"/>
                    <a:pt x="19" y="118"/>
                    <a:pt x="19" y="117"/>
                  </a:cubicBezTo>
                  <a:cubicBezTo>
                    <a:pt x="20" y="116"/>
                    <a:pt x="21" y="116"/>
                    <a:pt x="22" y="115"/>
                  </a:cubicBezTo>
                  <a:cubicBezTo>
                    <a:pt x="23" y="115"/>
                    <a:pt x="24" y="115"/>
                    <a:pt x="25" y="115"/>
                  </a:cubicBezTo>
                  <a:cubicBezTo>
                    <a:pt x="25" y="114"/>
                    <a:pt x="26" y="113"/>
                    <a:pt x="26" y="113"/>
                  </a:cubicBezTo>
                  <a:cubicBezTo>
                    <a:pt x="27" y="112"/>
                    <a:pt x="27" y="111"/>
                    <a:pt x="27" y="110"/>
                  </a:cubicBezTo>
                  <a:cubicBezTo>
                    <a:pt x="28" y="110"/>
                    <a:pt x="28" y="109"/>
                    <a:pt x="28" y="108"/>
                  </a:cubicBezTo>
                  <a:cubicBezTo>
                    <a:pt x="29" y="107"/>
                    <a:pt x="30" y="106"/>
                    <a:pt x="31" y="106"/>
                  </a:cubicBezTo>
                  <a:cubicBezTo>
                    <a:pt x="32" y="105"/>
                    <a:pt x="34" y="106"/>
                    <a:pt x="34" y="106"/>
                  </a:cubicBezTo>
                  <a:cubicBezTo>
                    <a:pt x="35" y="106"/>
                    <a:pt x="37" y="105"/>
                    <a:pt x="38" y="106"/>
                  </a:cubicBezTo>
                  <a:cubicBezTo>
                    <a:pt x="39" y="106"/>
                    <a:pt x="39" y="107"/>
                    <a:pt x="40" y="108"/>
                  </a:cubicBezTo>
                  <a:cubicBezTo>
                    <a:pt x="40" y="108"/>
                    <a:pt x="41" y="109"/>
                    <a:pt x="42" y="109"/>
                  </a:cubicBezTo>
                  <a:cubicBezTo>
                    <a:pt x="42" y="109"/>
                    <a:pt x="44" y="108"/>
                    <a:pt x="44" y="108"/>
                  </a:cubicBezTo>
                  <a:cubicBezTo>
                    <a:pt x="45" y="108"/>
                    <a:pt x="46" y="107"/>
                    <a:pt x="47" y="106"/>
                  </a:cubicBezTo>
                  <a:cubicBezTo>
                    <a:pt x="47" y="106"/>
                    <a:pt x="48" y="104"/>
                    <a:pt x="48" y="104"/>
                  </a:cubicBezTo>
                  <a:cubicBezTo>
                    <a:pt x="49" y="103"/>
                    <a:pt x="48" y="102"/>
                    <a:pt x="48" y="101"/>
                  </a:cubicBezTo>
                  <a:cubicBezTo>
                    <a:pt x="48" y="101"/>
                    <a:pt x="48" y="100"/>
                    <a:pt x="48" y="99"/>
                  </a:cubicBezTo>
                  <a:cubicBezTo>
                    <a:pt x="48" y="99"/>
                    <a:pt x="49" y="99"/>
                    <a:pt x="50" y="98"/>
                  </a:cubicBezTo>
                  <a:cubicBezTo>
                    <a:pt x="50" y="98"/>
                    <a:pt x="51" y="97"/>
                    <a:pt x="51" y="96"/>
                  </a:cubicBezTo>
                  <a:cubicBezTo>
                    <a:pt x="52" y="96"/>
                    <a:pt x="52" y="94"/>
                    <a:pt x="52" y="94"/>
                  </a:cubicBezTo>
                  <a:cubicBezTo>
                    <a:pt x="52" y="93"/>
                    <a:pt x="51" y="92"/>
                    <a:pt x="51" y="92"/>
                  </a:cubicBezTo>
                  <a:cubicBezTo>
                    <a:pt x="51" y="91"/>
                    <a:pt x="51" y="91"/>
                    <a:pt x="52" y="91"/>
                  </a:cubicBezTo>
                  <a:cubicBezTo>
                    <a:pt x="52" y="91"/>
                    <a:pt x="53" y="91"/>
                    <a:pt x="53" y="91"/>
                  </a:cubicBezTo>
                  <a:cubicBezTo>
                    <a:pt x="54" y="91"/>
                    <a:pt x="54" y="90"/>
                    <a:pt x="54" y="90"/>
                  </a:cubicBezTo>
                  <a:cubicBezTo>
                    <a:pt x="55" y="89"/>
                    <a:pt x="55" y="89"/>
                    <a:pt x="56" y="89"/>
                  </a:cubicBezTo>
                  <a:cubicBezTo>
                    <a:pt x="56" y="89"/>
                    <a:pt x="56" y="90"/>
                    <a:pt x="57" y="90"/>
                  </a:cubicBezTo>
                  <a:cubicBezTo>
                    <a:pt x="57" y="91"/>
                    <a:pt x="58" y="91"/>
                    <a:pt x="59" y="90"/>
                  </a:cubicBezTo>
                  <a:cubicBezTo>
                    <a:pt x="59" y="90"/>
                    <a:pt x="60" y="90"/>
                    <a:pt x="60" y="89"/>
                  </a:cubicBezTo>
                  <a:cubicBezTo>
                    <a:pt x="60" y="89"/>
                    <a:pt x="61" y="88"/>
                    <a:pt x="61" y="87"/>
                  </a:cubicBezTo>
                  <a:cubicBezTo>
                    <a:pt x="62" y="87"/>
                    <a:pt x="62" y="86"/>
                    <a:pt x="63" y="86"/>
                  </a:cubicBezTo>
                  <a:cubicBezTo>
                    <a:pt x="63" y="86"/>
                    <a:pt x="64" y="86"/>
                    <a:pt x="65" y="86"/>
                  </a:cubicBezTo>
                  <a:cubicBezTo>
                    <a:pt x="65" y="86"/>
                    <a:pt x="66" y="85"/>
                    <a:pt x="67" y="85"/>
                  </a:cubicBezTo>
                  <a:cubicBezTo>
                    <a:pt x="67" y="85"/>
                    <a:pt x="68" y="83"/>
                    <a:pt x="68" y="83"/>
                  </a:cubicBezTo>
                  <a:cubicBezTo>
                    <a:pt x="68" y="82"/>
                    <a:pt x="69" y="81"/>
                    <a:pt x="69" y="81"/>
                  </a:cubicBezTo>
                  <a:cubicBezTo>
                    <a:pt x="69" y="80"/>
                    <a:pt x="70" y="79"/>
                    <a:pt x="70" y="78"/>
                  </a:cubicBezTo>
                  <a:cubicBezTo>
                    <a:pt x="70" y="78"/>
                    <a:pt x="70" y="77"/>
                    <a:pt x="69" y="77"/>
                  </a:cubicBezTo>
                  <a:cubicBezTo>
                    <a:pt x="69" y="77"/>
                    <a:pt x="68" y="77"/>
                    <a:pt x="68" y="77"/>
                  </a:cubicBezTo>
                  <a:cubicBezTo>
                    <a:pt x="67" y="76"/>
                    <a:pt x="67" y="75"/>
                    <a:pt x="67" y="74"/>
                  </a:cubicBezTo>
                  <a:cubicBezTo>
                    <a:pt x="66" y="73"/>
                    <a:pt x="66" y="72"/>
                    <a:pt x="66" y="71"/>
                  </a:cubicBezTo>
                  <a:cubicBezTo>
                    <a:pt x="66" y="70"/>
                    <a:pt x="66" y="68"/>
                    <a:pt x="66" y="67"/>
                  </a:cubicBezTo>
                  <a:cubicBezTo>
                    <a:pt x="66" y="66"/>
                    <a:pt x="65" y="64"/>
                    <a:pt x="64" y="63"/>
                  </a:cubicBezTo>
                  <a:cubicBezTo>
                    <a:pt x="64" y="63"/>
                    <a:pt x="63" y="61"/>
                    <a:pt x="62" y="60"/>
                  </a:cubicBezTo>
                  <a:cubicBezTo>
                    <a:pt x="62" y="60"/>
                    <a:pt x="61" y="59"/>
                    <a:pt x="61" y="58"/>
                  </a:cubicBezTo>
                  <a:cubicBezTo>
                    <a:pt x="60" y="58"/>
                    <a:pt x="60" y="56"/>
                    <a:pt x="60" y="56"/>
                  </a:cubicBezTo>
                  <a:cubicBezTo>
                    <a:pt x="59" y="56"/>
                    <a:pt x="58" y="55"/>
                    <a:pt x="58" y="55"/>
                  </a:cubicBezTo>
                  <a:cubicBezTo>
                    <a:pt x="57" y="55"/>
                    <a:pt x="56" y="56"/>
                    <a:pt x="55" y="55"/>
                  </a:cubicBezTo>
                  <a:cubicBezTo>
                    <a:pt x="55" y="55"/>
                    <a:pt x="54" y="54"/>
                    <a:pt x="54" y="54"/>
                  </a:cubicBezTo>
                  <a:cubicBezTo>
                    <a:pt x="54" y="53"/>
                    <a:pt x="55" y="52"/>
                    <a:pt x="55" y="52"/>
                  </a:cubicBezTo>
                  <a:cubicBezTo>
                    <a:pt x="55" y="51"/>
                    <a:pt x="56" y="49"/>
                    <a:pt x="56" y="48"/>
                  </a:cubicBezTo>
                  <a:cubicBezTo>
                    <a:pt x="56" y="48"/>
                    <a:pt x="56" y="46"/>
                    <a:pt x="56" y="45"/>
                  </a:cubicBezTo>
                  <a:cubicBezTo>
                    <a:pt x="55" y="45"/>
                    <a:pt x="55" y="43"/>
                    <a:pt x="54" y="43"/>
                  </a:cubicBezTo>
                  <a:cubicBezTo>
                    <a:pt x="54" y="42"/>
                    <a:pt x="53" y="41"/>
                    <a:pt x="53" y="40"/>
                  </a:cubicBezTo>
                  <a:cubicBezTo>
                    <a:pt x="53" y="40"/>
                    <a:pt x="53" y="38"/>
                    <a:pt x="53" y="38"/>
                  </a:cubicBezTo>
                  <a:cubicBezTo>
                    <a:pt x="53" y="37"/>
                    <a:pt x="53" y="36"/>
                    <a:pt x="53" y="36"/>
                  </a:cubicBezTo>
                  <a:cubicBezTo>
                    <a:pt x="54" y="36"/>
                    <a:pt x="55" y="35"/>
                    <a:pt x="55" y="35"/>
                  </a:cubicBezTo>
                  <a:cubicBezTo>
                    <a:pt x="56" y="35"/>
                    <a:pt x="58" y="36"/>
                    <a:pt x="59" y="36"/>
                  </a:cubicBezTo>
                  <a:cubicBezTo>
                    <a:pt x="59" y="36"/>
                    <a:pt x="60" y="35"/>
                    <a:pt x="61" y="35"/>
                  </a:cubicBezTo>
                  <a:cubicBezTo>
                    <a:pt x="62" y="35"/>
                    <a:pt x="63" y="34"/>
                    <a:pt x="63" y="33"/>
                  </a:cubicBezTo>
                  <a:cubicBezTo>
                    <a:pt x="64" y="33"/>
                    <a:pt x="66" y="32"/>
                    <a:pt x="66" y="31"/>
                  </a:cubicBezTo>
                  <a:cubicBezTo>
                    <a:pt x="67" y="31"/>
                    <a:pt x="68" y="29"/>
                    <a:pt x="68" y="28"/>
                  </a:cubicBezTo>
                  <a:cubicBezTo>
                    <a:pt x="68" y="28"/>
                    <a:pt x="68" y="26"/>
                    <a:pt x="68" y="26"/>
                  </a:cubicBezTo>
                  <a:cubicBezTo>
                    <a:pt x="68" y="25"/>
                    <a:pt x="69" y="24"/>
                    <a:pt x="69" y="24"/>
                  </a:cubicBezTo>
                  <a:cubicBezTo>
                    <a:pt x="69" y="23"/>
                    <a:pt x="70" y="23"/>
                    <a:pt x="70" y="22"/>
                  </a:cubicBezTo>
                  <a:cubicBezTo>
                    <a:pt x="71" y="22"/>
                    <a:pt x="71" y="21"/>
                    <a:pt x="71" y="20"/>
                  </a:cubicBezTo>
                  <a:cubicBezTo>
                    <a:pt x="72" y="20"/>
                    <a:pt x="73" y="19"/>
                    <a:pt x="73" y="19"/>
                  </a:cubicBezTo>
                  <a:cubicBezTo>
                    <a:pt x="74" y="18"/>
                    <a:pt x="74" y="17"/>
                    <a:pt x="74" y="17"/>
                  </a:cubicBezTo>
                  <a:cubicBezTo>
                    <a:pt x="75" y="16"/>
                    <a:pt x="75" y="16"/>
                    <a:pt x="75" y="15"/>
                  </a:cubicBezTo>
                  <a:cubicBezTo>
                    <a:pt x="75" y="15"/>
                    <a:pt x="76" y="14"/>
                    <a:pt x="76" y="14"/>
                  </a:cubicBezTo>
                  <a:cubicBezTo>
                    <a:pt x="77" y="14"/>
                    <a:pt x="78" y="14"/>
                    <a:pt x="79" y="14"/>
                  </a:cubicBezTo>
                  <a:cubicBezTo>
                    <a:pt x="79" y="13"/>
                    <a:pt x="79" y="13"/>
                    <a:pt x="80" y="12"/>
                  </a:cubicBezTo>
                  <a:cubicBezTo>
                    <a:pt x="80" y="12"/>
                    <a:pt x="81" y="11"/>
                    <a:pt x="81" y="11"/>
                  </a:cubicBezTo>
                  <a:cubicBezTo>
                    <a:pt x="82" y="11"/>
                    <a:pt x="83" y="10"/>
                    <a:pt x="83" y="10"/>
                  </a:cubicBezTo>
                  <a:cubicBezTo>
                    <a:pt x="83" y="9"/>
                    <a:pt x="83" y="8"/>
                    <a:pt x="83" y="7"/>
                  </a:cubicBezTo>
                  <a:cubicBezTo>
                    <a:pt x="83" y="6"/>
                    <a:pt x="83" y="5"/>
                    <a:pt x="83" y="5"/>
                  </a:cubicBezTo>
                  <a:cubicBezTo>
                    <a:pt x="83" y="4"/>
                    <a:pt x="83" y="3"/>
                    <a:pt x="84" y="2"/>
                  </a:cubicBezTo>
                  <a:cubicBezTo>
                    <a:pt x="85" y="2"/>
                    <a:pt x="87" y="3"/>
                    <a:pt x="88" y="2"/>
                  </a:cubicBezTo>
                  <a:cubicBezTo>
                    <a:pt x="89" y="2"/>
                    <a:pt x="90" y="2"/>
                    <a:pt x="90" y="1"/>
                  </a:cubicBezTo>
                  <a:cubicBezTo>
                    <a:pt x="90" y="1"/>
                    <a:pt x="91" y="1"/>
                    <a:pt x="92" y="0"/>
                  </a:cubicBezTo>
                  <a:cubicBezTo>
                    <a:pt x="93" y="1"/>
                    <a:pt x="94" y="2"/>
                    <a:pt x="95" y="3"/>
                  </a:cubicBezTo>
                  <a:cubicBezTo>
                    <a:pt x="95" y="4"/>
                    <a:pt x="95" y="5"/>
                    <a:pt x="95" y="6"/>
                  </a:cubicBezTo>
                  <a:cubicBezTo>
                    <a:pt x="95" y="6"/>
                    <a:pt x="95" y="8"/>
                    <a:pt x="95" y="9"/>
                  </a:cubicBezTo>
                  <a:cubicBezTo>
                    <a:pt x="96" y="10"/>
                    <a:pt x="97" y="13"/>
                    <a:pt x="98" y="14"/>
                  </a:cubicBezTo>
                  <a:cubicBezTo>
                    <a:pt x="99" y="15"/>
                    <a:pt x="102" y="17"/>
                    <a:pt x="103" y="18"/>
                  </a:cubicBezTo>
                  <a:cubicBezTo>
                    <a:pt x="104" y="19"/>
                    <a:pt x="106" y="21"/>
                    <a:pt x="107" y="22"/>
                  </a:cubicBezTo>
                  <a:cubicBezTo>
                    <a:pt x="107" y="23"/>
                    <a:pt x="109" y="24"/>
                    <a:pt x="109" y="24"/>
                  </a:cubicBezTo>
                  <a:cubicBezTo>
                    <a:pt x="110" y="24"/>
                    <a:pt x="111" y="24"/>
                    <a:pt x="111" y="25"/>
                  </a:cubicBezTo>
                  <a:cubicBezTo>
                    <a:pt x="112" y="25"/>
                    <a:pt x="112" y="26"/>
                    <a:pt x="112" y="26"/>
                  </a:cubicBezTo>
                  <a:cubicBezTo>
                    <a:pt x="112" y="27"/>
                    <a:pt x="112" y="28"/>
                    <a:pt x="112" y="28"/>
                  </a:cubicBezTo>
                  <a:cubicBezTo>
                    <a:pt x="112" y="29"/>
                    <a:pt x="112" y="30"/>
                    <a:pt x="113" y="30"/>
                  </a:cubicBezTo>
                  <a:cubicBezTo>
                    <a:pt x="113" y="31"/>
                    <a:pt x="114" y="33"/>
                    <a:pt x="115" y="34"/>
                  </a:cubicBezTo>
                  <a:cubicBezTo>
                    <a:pt x="116" y="34"/>
                    <a:pt x="117" y="36"/>
                    <a:pt x="118" y="37"/>
                  </a:cubicBezTo>
                  <a:cubicBezTo>
                    <a:pt x="119" y="37"/>
                    <a:pt x="120" y="37"/>
                    <a:pt x="120" y="37"/>
                  </a:cubicBezTo>
                  <a:cubicBezTo>
                    <a:pt x="120" y="38"/>
                    <a:pt x="121" y="37"/>
                    <a:pt x="121" y="37"/>
                  </a:cubicBezTo>
                  <a:cubicBezTo>
                    <a:pt x="121" y="37"/>
                    <a:pt x="122" y="37"/>
                    <a:pt x="122" y="36"/>
                  </a:cubicBezTo>
                  <a:cubicBezTo>
                    <a:pt x="122" y="36"/>
                    <a:pt x="122" y="35"/>
                    <a:pt x="122" y="34"/>
                  </a:cubicBezTo>
                  <a:cubicBezTo>
                    <a:pt x="122" y="34"/>
                    <a:pt x="123" y="34"/>
                    <a:pt x="123" y="34"/>
                  </a:cubicBezTo>
                  <a:cubicBezTo>
                    <a:pt x="123" y="33"/>
                    <a:pt x="124" y="34"/>
                    <a:pt x="125" y="35"/>
                  </a:cubicBezTo>
                  <a:cubicBezTo>
                    <a:pt x="125" y="36"/>
                    <a:pt x="126" y="37"/>
                    <a:pt x="126" y="38"/>
                  </a:cubicBezTo>
                  <a:cubicBezTo>
                    <a:pt x="127" y="39"/>
                    <a:pt x="127" y="39"/>
                    <a:pt x="128" y="40"/>
                  </a:cubicBezTo>
                  <a:cubicBezTo>
                    <a:pt x="128" y="40"/>
                    <a:pt x="127" y="41"/>
                    <a:pt x="127" y="42"/>
                  </a:cubicBezTo>
                  <a:cubicBezTo>
                    <a:pt x="126" y="42"/>
                    <a:pt x="125" y="41"/>
                    <a:pt x="124" y="42"/>
                  </a:cubicBezTo>
                  <a:cubicBezTo>
                    <a:pt x="124" y="42"/>
                    <a:pt x="124" y="43"/>
                    <a:pt x="124" y="44"/>
                  </a:cubicBezTo>
                  <a:cubicBezTo>
                    <a:pt x="124" y="44"/>
                    <a:pt x="125" y="45"/>
                    <a:pt x="125" y="45"/>
                  </a:cubicBezTo>
                  <a:cubicBezTo>
                    <a:pt x="125" y="46"/>
                    <a:pt x="125" y="47"/>
                    <a:pt x="125" y="48"/>
                  </a:cubicBezTo>
                  <a:cubicBezTo>
                    <a:pt x="125" y="48"/>
                    <a:pt x="126" y="49"/>
                    <a:pt x="127" y="48"/>
                  </a:cubicBezTo>
                  <a:cubicBezTo>
                    <a:pt x="127" y="48"/>
                    <a:pt x="128" y="47"/>
                    <a:pt x="128" y="47"/>
                  </a:cubicBezTo>
                  <a:cubicBezTo>
                    <a:pt x="128" y="46"/>
                    <a:pt x="128" y="46"/>
                    <a:pt x="128" y="46"/>
                  </a:cubicBezTo>
                  <a:cubicBezTo>
                    <a:pt x="128" y="45"/>
                    <a:pt x="129" y="44"/>
                    <a:pt x="130" y="44"/>
                  </a:cubicBezTo>
                  <a:cubicBezTo>
                    <a:pt x="131" y="43"/>
                    <a:pt x="133" y="43"/>
                    <a:pt x="134" y="44"/>
                  </a:cubicBezTo>
                  <a:cubicBezTo>
                    <a:pt x="135" y="44"/>
                    <a:pt x="136" y="44"/>
                    <a:pt x="136" y="45"/>
                  </a:cubicBezTo>
                  <a:cubicBezTo>
                    <a:pt x="137" y="45"/>
                    <a:pt x="139" y="47"/>
                    <a:pt x="140" y="48"/>
                  </a:cubicBezTo>
                  <a:cubicBezTo>
                    <a:pt x="140" y="48"/>
                    <a:pt x="142" y="50"/>
                    <a:pt x="142" y="51"/>
                  </a:cubicBezTo>
                  <a:cubicBezTo>
                    <a:pt x="143" y="51"/>
                    <a:pt x="143" y="53"/>
                    <a:pt x="143" y="53"/>
                  </a:cubicBezTo>
                  <a:cubicBezTo>
                    <a:pt x="143" y="54"/>
                    <a:pt x="144" y="55"/>
                    <a:pt x="144" y="56"/>
                  </a:cubicBezTo>
                  <a:cubicBezTo>
                    <a:pt x="144" y="56"/>
                    <a:pt x="144" y="57"/>
                    <a:pt x="144" y="57"/>
                  </a:cubicBezTo>
                  <a:cubicBezTo>
                    <a:pt x="144" y="58"/>
                    <a:pt x="142" y="58"/>
                    <a:pt x="142" y="59"/>
                  </a:cubicBezTo>
                  <a:cubicBezTo>
                    <a:pt x="143" y="60"/>
                    <a:pt x="144" y="60"/>
                    <a:pt x="144" y="60"/>
                  </a:cubicBezTo>
                  <a:cubicBezTo>
                    <a:pt x="144" y="60"/>
                    <a:pt x="145" y="61"/>
                    <a:pt x="145" y="61"/>
                  </a:cubicBezTo>
                  <a:cubicBezTo>
                    <a:pt x="146" y="61"/>
                    <a:pt x="147" y="61"/>
                    <a:pt x="147" y="61"/>
                  </a:cubicBezTo>
                  <a:cubicBezTo>
                    <a:pt x="148" y="62"/>
                    <a:pt x="150" y="63"/>
                    <a:pt x="150" y="64"/>
                  </a:cubicBezTo>
                  <a:cubicBezTo>
                    <a:pt x="150" y="64"/>
                    <a:pt x="149" y="65"/>
                    <a:pt x="149" y="66"/>
                  </a:cubicBezTo>
                  <a:cubicBezTo>
                    <a:pt x="148" y="66"/>
                    <a:pt x="148" y="68"/>
                    <a:pt x="148" y="69"/>
                  </a:cubicBezTo>
                  <a:cubicBezTo>
                    <a:pt x="149" y="70"/>
                    <a:pt x="151" y="71"/>
                    <a:pt x="151" y="72"/>
                  </a:cubicBezTo>
                  <a:cubicBezTo>
                    <a:pt x="151" y="72"/>
                    <a:pt x="151" y="74"/>
                    <a:pt x="151" y="75"/>
                  </a:cubicBezTo>
                  <a:cubicBezTo>
                    <a:pt x="152" y="76"/>
                    <a:pt x="153" y="78"/>
                    <a:pt x="153" y="79"/>
                  </a:cubicBezTo>
                  <a:cubicBezTo>
                    <a:pt x="154" y="80"/>
                    <a:pt x="154" y="82"/>
                    <a:pt x="154" y="84"/>
                  </a:cubicBezTo>
                  <a:cubicBezTo>
                    <a:pt x="154" y="85"/>
                    <a:pt x="153" y="87"/>
                    <a:pt x="153" y="88"/>
                  </a:cubicBezTo>
                  <a:cubicBezTo>
                    <a:pt x="153" y="89"/>
                    <a:pt x="153" y="92"/>
                    <a:pt x="153" y="93"/>
                  </a:cubicBezTo>
                  <a:cubicBezTo>
                    <a:pt x="152" y="93"/>
                    <a:pt x="151" y="94"/>
                    <a:pt x="150" y="95"/>
                  </a:cubicBezTo>
                  <a:cubicBezTo>
                    <a:pt x="150" y="95"/>
                    <a:pt x="149" y="96"/>
                    <a:pt x="149" y="96"/>
                  </a:cubicBezTo>
                  <a:cubicBezTo>
                    <a:pt x="149" y="97"/>
                    <a:pt x="150" y="97"/>
                    <a:pt x="151" y="98"/>
                  </a:cubicBezTo>
                  <a:cubicBezTo>
                    <a:pt x="151" y="98"/>
                    <a:pt x="152" y="99"/>
                    <a:pt x="152" y="99"/>
                  </a:cubicBezTo>
                  <a:cubicBezTo>
                    <a:pt x="152" y="100"/>
                    <a:pt x="152" y="101"/>
                    <a:pt x="153" y="102"/>
                  </a:cubicBezTo>
                  <a:cubicBezTo>
                    <a:pt x="153" y="103"/>
                    <a:pt x="154" y="103"/>
                    <a:pt x="154" y="104"/>
                  </a:cubicBezTo>
                  <a:cubicBezTo>
                    <a:pt x="154" y="104"/>
                    <a:pt x="155" y="105"/>
                    <a:pt x="154" y="106"/>
                  </a:cubicBezTo>
                  <a:cubicBezTo>
                    <a:pt x="154" y="106"/>
                    <a:pt x="153" y="106"/>
                    <a:pt x="153" y="106"/>
                  </a:cubicBezTo>
                  <a:cubicBezTo>
                    <a:pt x="153" y="105"/>
                    <a:pt x="153" y="105"/>
                    <a:pt x="152" y="104"/>
                  </a:cubicBezTo>
                  <a:cubicBezTo>
                    <a:pt x="152" y="104"/>
                    <a:pt x="151" y="104"/>
                    <a:pt x="151" y="104"/>
                  </a:cubicBezTo>
                  <a:cubicBezTo>
                    <a:pt x="151" y="105"/>
                    <a:pt x="151" y="105"/>
                    <a:pt x="151" y="106"/>
                  </a:cubicBezTo>
                  <a:cubicBezTo>
                    <a:pt x="152" y="106"/>
                    <a:pt x="152" y="107"/>
                    <a:pt x="153" y="107"/>
                  </a:cubicBezTo>
                  <a:cubicBezTo>
                    <a:pt x="153" y="107"/>
                    <a:pt x="154" y="107"/>
                    <a:pt x="154" y="107"/>
                  </a:cubicBezTo>
                  <a:cubicBezTo>
                    <a:pt x="155" y="107"/>
                    <a:pt x="156" y="107"/>
                    <a:pt x="156" y="107"/>
                  </a:cubicBezTo>
                  <a:cubicBezTo>
                    <a:pt x="156" y="107"/>
                    <a:pt x="157" y="107"/>
                    <a:pt x="157" y="108"/>
                  </a:cubicBezTo>
                  <a:cubicBezTo>
                    <a:pt x="157" y="108"/>
                    <a:pt x="158" y="110"/>
                    <a:pt x="158" y="110"/>
                  </a:cubicBezTo>
                  <a:cubicBezTo>
                    <a:pt x="158" y="111"/>
                    <a:pt x="159" y="112"/>
                    <a:pt x="159" y="113"/>
                  </a:cubicBezTo>
                  <a:cubicBezTo>
                    <a:pt x="159" y="114"/>
                    <a:pt x="158" y="115"/>
                    <a:pt x="158" y="116"/>
                  </a:cubicBezTo>
                  <a:cubicBezTo>
                    <a:pt x="158" y="117"/>
                    <a:pt x="157" y="118"/>
                    <a:pt x="156" y="119"/>
                  </a:cubicBezTo>
                  <a:cubicBezTo>
                    <a:pt x="156" y="120"/>
                    <a:pt x="156" y="123"/>
                    <a:pt x="156" y="124"/>
                  </a:cubicBezTo>
                  <a:cubicBezTo>
                    <a:pt x="156" y="125"/>
                    <a:pt x="157" y="128"/>
                    <a:pt x="158" y="129"/>
                  </a:cubicBezTo>
                  <a:cubicBezTo>
                    <a:pt x="159" y="130"/>
                    <a:pt x="161" y="131"/>
                    <a:pt x="162" y="132"/>
                  </a:cubicBezTo>
                  <a:cubicBezTo>
                    <a:pt x="163" y="133"/>
                    <a:pt x="164" y="133"/>
                    <a:pt x="164" y="134"/>
                  </a:cubicBezTo>
                  <a:cubicBezTo>
                    <a:pt x="164" y="134"/>
                    <a:pt x="164" y="135"/>
                    <a:pt x="164" y="136"/>
                  </a:cubicBezTo>
                  <a:cubicBezTo>
                    <a:pt x="164" y="136"/>
                    <a:pt x="164" y="137"/>
                    <a:pt x="164" y="137"/>
                  </a:cubicBezTo>
                  <a:cubicBezTo>
                    <a:pt x="163" y="137"/>
                    <a:pt x="163" y="138"/>
                    <a:pt x="164" y="138"/>
                  </a:cubicBezTo>
                  <a:cubicBezTo>
                    <a:pt x="164" y="138"/>
                    <a:pt x="164" y="139"/>
                    <a:pt x="164" y="140"/>
                  </a:cubicBezTo>
                  <a:cubicBezTo>
                    <a:pt x="165" y="140"/>
                    <a:pt x="166" y="141"/>
                    <a:pt x="167" y="142"/>
                  </a:cubicBezTo>
                  <a:cubicBezTo>
                    <a:pt x="167" y="142"/>
                    <a:pt x="167" y="143"/>
                    <a:pt x="167" y="143"/>
                  </a:cubicBezTo>
                  <a:cubicBezTo>
                    <a:pt x="167" y="144"/>
                    <a:pt x="166" y="144"/>
                    <a:pt x="166" y="144"/>
                  </a:cubicBezTo>
                  <a:cubicBezTo>
                    <a:pt x="166" y="144"/>
                    <a:pt x="165" y="145"/>
                    <a:pt x="164" y="145"/>
                  </a:cubicBezTo>
                  <a:cubicBezTo>
                    <a:pt x="164" y="146"/>
                    <a:pt x="164" y="147"/>
                    <a:pt x="163" y="147"/>
                  </a:cubicBezTo>
                  <a:cubicBezTo>
                    <a:pt x="163" y="147"/>
                    <a:pt x="162" y="147"/>
                    <a:pt x="162" y="147"/>
                  </a:cubicBezTo>
                  <a:cubicBezTo>
                    <a:pt x="161" y="147"/>
                    <a:pt x="160" y="147"/>
                    <a:pt x="159" y="147"/>
                  </a:cubicBezTo>
                  <a:cubicBezTo>
                    <a:pt x="159" y="147"/>
                    <a:pt x="158" y="147"/>
                    <a:pt x="158" y="147"/>
                  </a:cubicBezTo>
                  <a:cubicBezTo>
                    <a:pt x="157" y="147"/>
                    <a:pt x="155" y="146"/>
                    <a:pt x="155" y="146"/>
                  </a:cubicBezTo>
                  <a:cubicBezTo>
                    <a:pt x="154" y="147"/>
                    <a:pt x="154" y="147"/>
                    <a:pt x="153" y="147"/>
                  </a:cubicBezTo>
                  <a:cubicBezTo>
                    <a:pt x="153" y="148"/>
                    <a:pt x="152" y="148"/>
                    <a:pt x="152" y="148"/>
                  </a:cubicBezTo>
                  <a:cubicBezTo>
                    <a:pt x="151" y="148"/>
                    <a:pt x="150" y="148"/>
                    <a:pt x="150" y="149"/>
                  </a:cubicBezTo>
                  <a:cubicBezTo>
                    <a:pt x="150" y="149"/>
                    <a:pt x="151" y="149"/>
                    <a:pt x="151" y="149"/>
                  </a:cubicBezTo>
                  <a:cubicBezTo>
                    <a:pt x="152" y="149"/>
                    <a:pt x="153" y="149"/>
                    <a:pt x="153" y="149"/>
                  </a:cubicBezTo>
                  <a:cubicBezTo>
                    <a:pt x="153" y="148"/>
                    <a:pt x="154" y="148"/>
                    <a:pt x="154" y="148"/>
                  </a:cubicBezTo>
                  <a:cubicBezTo>
                    <a:pt x="155" y="148"/>
                    <a:pt x="156" y="148"/>
                    <a:pt x="156" y="148"/>
                  </a:cubicBezTo>
                  <a:cubicBezTo>
                    <a:pt x="156" y="148"/>
                    <a:pt x="157" y="148"/>
                    <a:pt x="157" y="148"/>
                  </a:cubicBezTo>
                  <a:cubicBezTo>
                    <a:pt x="158" y="149"/>
                    <a:pt x="159" y="148"/>
                    <a:pt x="160" y="148"/>
                  </a:cubicBezTo>
                  <a:cubicBezTo>
                    <a:pt x="160" y="149"/>
                    <a:pt x="161" y="149"/>
                    <a:pt x="161" y="149"/>
                  </a:cubicBezTo>
                  <a:cubicBezTo>
                    <a:pt x="162" y="149"/>
                    <a:pt x="162" y="149"/>
                    <a:pt x="163" y="149"/>
                  </a:cubicBezTo>
                  <a:cubicBezTo>
                    <a:pt x="163" y="150"/>
                    <a:pt x="164" y="150"/>
                    <a:pt x="164" y="150"/>
                  </a:cubicBezTo>
                  <a:cubicBezTo>
                    <a:pt x="165" y="151"/>
                    <a:pt x="165" y="152"/>
                    <a:pt x="166" y="153"/>
                  </a:cubicBezTo>
                  <a:cubicBezTo>
                    <a:pt x="166" y="153"/>
                    <a:pt x="167" y="154"/>
                    <a:pt x="168" y="154"/>
                  </a:cubicBezTo>
                  <a:cubicBezTo>
                    <a:pt x="168" y="154"/>
                    <a:pt x="169" y="154"/>
                    <a:pt x="170" y="154"/>
                  </a:cubicBezTo>
                  <a:cubicBezTo>
                    <a:pt x="170" y="153"/>
                    <a:pt x="170" y="153"/>
                    <a:pt x="170" y="153"/>
                  </a:cubicBezTo>
                  <a:cubicBezTo>
                    <a:pt x="170" y="153"/>
                    <a:pt x="171" y="153"/>
                    <a:pt x="171" y="153"/>
                  </a:cubicBezTo>
                  <a:cubicBezTo>
                    <a:pt x="171" y="153"/>
                    <a:pt x="171" y="153"/>
                    <a:pt x="171" y="154"/>
                  </a:cubicBezTo>
                  <a:cubicBezTo>
                    <a:pt x="171" y="154"/>
                    <a:pt x="170" y="154"/>
                    <a:pt x="170" y="155"/>
                  </a:cubicBezTo>
                  <a:cubicBezTo>
                    <a:pt x="169" y="155"/>
                    <a:pt x="168" y="155"/>
                    <a:pt x="168" y="155"/>
                  </a:cubicBezTo>
                  <a:cubicBezTo>
                    <a:pt x="168" y="155"/>
                    <a:pt x="167" y="155"/>
                    <a:pt x="166" y="154"/>
                  </a:cubicBezTo>
                  <a:cubicBezTo>
                    <a:pt x="166" y="154"/>
                    <a:pt x="165" y="154"/>
                    <a:pt x="165" y="153"/>
                  </a:cubicBezTo>
                  <a:cubicBezTo>
                    <a:pt x="164" y="153"/>
                    <a:pt x="163" y="153"/>
                    <a:pt x="162" y="153"/>
                  </a:cubicBezTo>
                  <a:cubicBezTo>
                    <a:pt x="162" y="153"/>
                    <a:pt x="161" y="153"/>
                    <a:pt x="161" y="153"/>
                  </a:cubicBezTo>
                  <a:cubicBezTo>
                    <a:pt x="160" y="153"/>
                    <a:pt x="160" y="154"/>
                    <a:pt x="160" y="154"/>
                  </a:cubicBezTo>
                  <a:cubicBezTo>
                    <a:pt x="160" y="154"/>
                    <a:pt x="161" y="154"/>
                    <a:pt x="162" y="154"/>
                  </a:cubicBezTo>
                  <a:cubicBezTo>
                    <a:pt x="162" y="154"/>
                    <a:pt x="164" y="154"/>
                    <a:pt x="164" y="155"/>
                  </a:cubicBezTo>
                  <a:cubicBezTo>
                    <a:pt x="164" y="155"/>
                    <a:pt x="165" y="155"/>
                    <a:pt x="165" y="155"/>
                  </a:cubicBezTo>
                  <a:cubicBezTo>
                    <a:pt x="166" y="156"/>
                    <a:pt x="167" y="156"/>
                    <a:pt x="167" y="157"/>
                  </a:cubicBezTo>
                  <a:cubicBezTo>
                    <a:pt x="167" y="157"/>
                    <a:pt x="167" y="158"/>
                    <a:pt x="167" y="159"/>
                  </a:cubicBezTo>
                  <a:cubicBezTo>
                    <a:pt x="167" y="159"/>
                    <a:pt x="167" y="160"/>
                    <a:pt x="167" y="161"/>
                  </a:cubicBezTo>
                  <a:cubicBezTo>
                    <a:pt x="167" y="161"/>
                    <a:pt x="167" y="162"/>
                    <a:pt x="168" y="163"/>
                  </a:cubicBezTo>
                  <a:cubicBezTo>
                    <a:pt x="168" y="163"/>
                    <a:pt x="169" y="164"/>
                    <a:pt x="170" y="165"/>
                  </a:cubicBezTo>
                  <a:cubicBezTo>
                    <a:pt x="170" y="165"/>
                    <a:pt x="172" y="166"/>
                    <a:pt x="172" y="16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0" name="Freeform 139"/>
            <p:cNvSpPr>
              <a:spLocks/>
            </p:cNvSpPr>
            <p:nvPr/>
          </p:nvSpPr>
          <p:spPr bwMode="auto">
            <a:xfrm>
              <a:off x="2041526" y="2109788"/>
              <a:ext cx="20638" cy="11113"/>
            </a:xfrm>
            <a:custGeom>
              <a:avLst/>
              <a:gdLst/>
              <a:ahLst/>
              <a:cxnLst>
                <a:cxn ang="0">
                  <a:pos x="10" y="5"/>
                </a:cxn>
                <a:cxn ang="0">
                  <a:pos x="9" y="6"/>
                </a:cxn>
                <a:cxn ang="0">
                  <a:pos x="7" y="6"/>
                </a:cxn>
                <a:cxn ang="0">
                  <a:pos x="6" y="4"/>
                </a:cxn>
                <a:cxn ang="0">
                  <a:pos x="3" y="3"/>
                </a:cxn>
                <a:cxn ang="0">
                  <a:pos x="1" y="3"/>
                </a:cxn>
                <a:cxn ang="0">
                  <a:pos x="0" y="2"/>
                </a:cxn>
                <a:cxn ang="0">
                  <a:pos x="1" y="0"/>
                </a:cxn>
                <a:cxn ang="0">
                  <a:pos x="3" y="1"/>
                </a:cxn>
                <a:cxn ang="0">
                  <a:pos x="4" y="1"/>
                </a:cxn>
                <a:cxn ang="0">
                  <a:pos x="7" y="1"/>
                </a:cxn>
                <a:cxn ang="0">
                  <a:pos x="8" y="1"/>
                </a:cxn>
                <a:cxn ang="0">
                  <a:pos x="10" y="1"/>
                </a:cxn>
                <a:cxn ang="0">
                  <a:pos x="10" y="3"/>
                </a:cxn>
                <a:cxn ang="0">
                  <a:pos x="10" y="5"/>
                </a:cxn>
              </a:cxnLst>
              <a:rect l="0" t="0" r="r" b="b"/>
              <a:pathLst>
                <a:path w="11" h="6">
                  <a:moveTo>
                    <a:pt x="10" y="5"/>
                  </a:moveTo>
                  <a:cubicBezTo>
                    <a:pt x="10" y="5"/>
                    <a:pt x="10" y="6"/>
                    <a:pt x="9" y="6"/>
                  </a:cubicBezTo>
                  <a:cubicBezTo>
                    <a:pt x="9" y="6"/>
                    <a:pt x="8" y="6"/>
                    <a:pt x="7" y="6"/>
                  </a:cubicBezTo>
                  <a:cubicBezTo>
                    <a:pt x="7" y="6"/>
                    <a:pt x="6" y="5"/>
                    <a:pt x="6" y="4"/>
                  </a:cubicBezTo>
                  <a:cubicBezTo>
                    <a:pt x="5" y="4"/>
                    <a:pt x="4" y="3"/>
                    <a:pt x="3" y="3"/>
                  </a:cubicBezTo>
                  <a:cubicBezTo>
                    <a:pt x="3" y="3"/>
                    <a:pt x="2" y="4"/>
                    <a:pt x="1" y="3"/>
                  </a:cubicBezTo>
                  <a:cubicBezTo>
                    <a:pt x="1" y="3"/>
                    <a:pt x="0" y="2"/>
                    <a:pt x="0" y="2"/>
                  </a:cubicBezTo>
                  <a:cubicBezTo>
                    <a:pt x="0" y="2"/>
                    <a:pt x="1" y="1"/>
                    <a:pt x="1" y="0"/>
                  </a:cubicBezTo>
                  <a:cubicBezTo>
                    <a:pt x="1" y="0"/>
                    <a:pt x="2" y="1"/>
                    <a:pt x="3" y="1"/>
                  </a:cubicBezTo>
                  <a:cubicBezTo>
                    <a:pt x="3" y="1"/>
                    <a:pt x="4" y="1"/>
                    <a:pt x="4" y="1"/>
                  </a:cubicBezTo>
                  <a:cubicBezTo>
                    <a:pt x="5" y="2"/>
                    <a:pt x="6" y="1"/>
                    <a:pt x="7" y="1"/>
                  </a:cubicBezTo>
                  <a:cubicBezTo>
                    <a:pt x="7" y="1"/>
                    <a:pt x="8" y="1"/>
                    <a:pt x="8" y="1"/>
                  </a:cubicBezTo>
                  <a:cubicBezTo>
                    <a:pt x="8" y="1"/>
                    <a:pt x="9" y="1"/>
                    <a:pt x="10" y="1"/>
                  </a:cubicBezTo>
                  <a:cubicBezTo>
                    <a:pt x="10" y="1"/>
                    <a:pt x="10" y="2"/>
                    <a:pt x="10" y="3"/>
                  </a:cubicBezTo>
                  <a:cubicBezTo>
                    <a:pt x="11" y="3"/>
                    <a:pt x="11" y="5"/>
                    <a:pt x="10"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1" name="Freeform 140"/>
            <p:cNvSpPr>
              <a:spLocks/>
            </p:cNvSpPr>
            <p:nvPr/>
          </p:nvSpPr>
          <p:spPr bwMode="auto">
            <a:xfrm>
              <a:off x="1901826" y="1435101"/>
              <a:ext cx="76200" cy="68263"/>
            </a:xfrm>
            <a:custGeom>
              <a:avLst/>
              <a:gdLst/>
              <a:ahLst/>
              <a:cxnLst>
                <a:cxn ang="0">
                  <a:pos x="40" y="22"/>
                </a:cxn>
                <a:cxn ang="0">
                  <a:pos x="39" y="28"/>
                </a:cxn>
                <a:cxn ang="0">
                  <a:pos x="37" y="33"/>
                </a:cxn>
                <a:cxn ang="0">
                  <a:pos x="35" y="32"/>
                </a:cxn>
                <a:cxn ang="0">
                  <a:pos x="32" y="32"/>
                </a:cxn>
                <a:cxn ang="0">
                  <a:pos x="31" y="28"/>
                </a:cxn>
                <a:cxn ang="0">
                  <a:pos x="29" y="25"/>
                </a:cxn>
                <a:cxn ang="0">
                  <a:pos x="28" y="25"/>
                </a:cxn>
                <a:cxn ang="0">
                  <a:pos x="24" y="27"/>
                </a:cxn>
                <a:cxn ang="0">
                  <a:pos x="20" y="30"/>
                </a:cxn>
                <a:cxn ang="0">
                  <a:pos x="16" y="32"/>
                </a:cxn>
                <a:cxn ang="0">
                  <a:pos x="13" y="35"/>
                </a:cxn>
                <a:cxn ang="0">
                  <a:pos x="9" y="36"/>
                </a:cxn>
                <a:cxn ang="0">
                  <a:pos x="7" y="36"/>
                </a:cxn>
                <a:cxn ang="0">
                  <a:pos x="5" y="36"/>
                </a:cxn>
                <a:cxn ang="0">
                  <a:pos x="5" y="34"/>
                </a:cxn>
                <a:cxn ang="0">
                  <a:pos x="7" y="33"/>
                </a:cxn>
                <a:cxn ang="0">
                  <a:pos x="8" y="31"/>
                </a:cxn>
                <a:cxn ang="0">
                  <a:pos x="8" y="29"/>
                </a:cxn>
                <a:cxn ang="0">
                  <a:pos x="6" y="29"/>
                </a:cxn>
                <a:cxn ang="0">
                  <a:pos x="4" y="29"/>
                </a:cxn>
                <a:cxn ang="0">
                  <a:pos x="1" y="28"/>
                </a:cxn>
                <a:cxn ang="0">
                  <a:pos x="0" y="27"/>
                </a:cxn>
                <a:cxn ang="0">
                  <a:pos x="0" y="24"/>
                </a:cxn>
                <a:cxn ang="0">
                  <a:pos x="1" y="23"/>
                </a:cxn>
                <a:cxn ang="0">
                  <a:pos x="2" y="23"/>
                </a:cxn>
                <a:cxn ang="0">
                  <a:pos x="5" y="24"/>
                </a:cxn>
                <a:cxn ang="0">
                  <a:pos x="7" y="23"/>
                </a:cxn>
                <a:cxn ang="0">
                  <a:pos x="10" y="21"/>
                </a:cxn>
                <a:cxn ang="0">
                  <a:pos x="13" y="18"/>
                </a:cxn>
                <a:cxn ang="0">
                  <a:pos x="13" y="16"/>
                </a:cxn>
                <a:cxn ang="0">
                  <a:pos x="11" y="12"/>
                </a:cxn>
                <a:cxn ang="0">
                  <a:pos x="10" y="8"/>
                </a:cxn>
                <a:cxn ang="0">
                  <a:pos x="10" y="3"/>
                </a:cxn>
                <a:cxn ang="0">
                  <a:pos x="12" y="1"/>
                </a:cxn>
                <a:cxn ang="0">
                  <a:pos x="14" y="1"/>
                </a:cxn>
                <a:cxn ang="0">
                  <a:pos x="18" y="2"/>
                </a:cxn>
                <a:cxn ang="0">
                  <a:pos x="19" y="4"/>
                </a:cxn>
                <a:cxn ang="0">
                  <a:pos x="21" y="6"/>
                </a:cxn>
                <a:cxn ang="0">
                  <a:pos x="24" y="7"/>
                </a:cxn>
                <a:cxn ang="0">
                  <a:pos x="28" y="7"/>
                </a:cxn>
                <a:cxn ang="0">
                  <a:pos x="29" y="5"/>
                </a:cxn>
                <a:cxn ang="0">
                  <a:pos x="32" y="4"/>
                </a:cxn>
                <a:cxn ang="0">
                  <a:pos x="34" y="4"/>
                </a:cxn>
                <a:cxn ang="0">
                  <a:pos x="37" y="7"/>
                </a:cxn>
                <a:cxn ang="0">
                  <a:pos x="36" y="12"/>
                </a:cxn>
                <a:cxn ang="0">
                  <a:pos x="36" y="15"/>
                </a:cxn>
                <a:cxn ang="0">
                  <a:pos x="38" y="17"/>
                </a:cxn>
                <a:cxn ang="0">
                  <a:pos x="39" y="19"/>
                </a:cxn>
                <a:cxn ang="0">
                  <a:pos x="40" y="22"/>
                </a:cxn>
              </a:cxnLst>
              <a:rect l="0" t="0" r="r" b="b"/>
              <a:pathLst>
                <a:path w="40" h="36">
                  <a:moveTo>
                    <a:pt x="40" y="22"/>
                  </a:moveTo>
                  <a:cubicBezTo>
                    <a:pt x="40" y="23"/>
                    <a:pt x="39" y="26"/>
                    <a:pt x="39" y="28"/>
                  </a:cubicBezTo>
                  <a:cubicBezTo>
                    <a:pt x="39" y="29"/>
                    <a:pt x="38" y="31"/>
                    <a:pt x="37" y="33"/>
                  </a:cubicBezTo>
                  <a:cubicBezTo>
                    <a:pt x="36" y="33"/>
                    <a:pt x="36" y="32"/>
                    <a:pt x="35" y="32"/>
                  </a:cubicBezTo>
                  <a:cubicBezTo>
                    <a:pt x="35" y="32"/>
                    <a:pt x="33" y="32"/>
                    <a:pt x="32" y="32"/>
                  </a:cubicBezTo>
                  <a:cubicBezTo>
                    <a:pt x="32" y="31"/>
                    <a:pt x="31" y="29"/>
                    <a:pt x="31" y="28"/>
                  </a:cubicBezTo>
                  <a:cubicBezTo>
                    <a:pt x="31" y="28"/>
                    <a:pt x="30" y="26"/>
                    <a:pt x="29" y="25"/>
                  </a:cubicBezTo>
                  <a:cubicBezTo>
                    <a:pt x="29" y="25"/>
                    <a:pt x="28" y="25"/>
                    <a:pt x="28" y="25"/>
                  </a:cubicBezTo>
                  <a:cubicBezTo>
                    <a:pt x="26" y="25"/>
                    <a:pt x="24" y="26"/>
                    <a:pt x="24" y="27"/>
                  </a:cubicBezTo>
                  <a:cubicBezTo>
                    <a:pt x="22" y="27"/>
                    <a:pt x="21" y="29"/>
                    <a:pt x="20" y="30"/>
                  </a:cubicBezTo>
                  <a:cubicBezTo>
                    <a:pt x="19" y="31"/>
                    <a:pt x="17" y="32"/>
                    <a:pt x="16" y="32"/>
                  </a:cubicBezTo>
                  <a:cubicBezTo>
                    <a:pt x="15" y="33"/>
                    <a:pt x="14" y="34"/>
                    <a:pt x="13" y="35"/>
                  </a:cubicBezTo>
                  <a:cubicBezTo>
                    <a:pt x="12" y="35"/>
                    <a:pt x="10" y="35"/>
                    <a:pt x="9" y="36"/>
                  </a:cubicBezTo>
                  <a:cubicBezTo>
                    <a:pt x="9" y="36"/>
                    <a:pt x="7" y="36"/>
                    <a:pt x="7" y="36"/>
                  </a:cubicBezTo>
                  <a:cubicBezTo>
                    <a:pt x="6" y="36"/>
                    <a:pt x="5" y="36"/>
                    <a:pt x="5" y="36"/>
                  </a:cubicBezTo>
                  <a:cubicBezTo>
                    <a:pt x="5" y="35"/>
                    <a:pt x="5" y="34"/>
                    <a:pt x="5" y="34"/>
                  </a:cubicBezTo>
                  <a:cubicBezTo>
                    <a:pt x="5" y="34"/>
                    <a:pt x="6" y="33"/>
                    <a:pt x="7" y="33"/>
                  </a:cubicBezTo>
                  <a:cubicBezTo>
                    <a:pt x="7" y="33"/>
                    <a:pt x="8" y="32"/>
                    <a:pt x="8" y="31"/>
                  </a:cubicBezTo>
                  <a:cubicBezTo>
                    <a:pt x="8" y="31"/>
                    <a:pt x="8" y="30"/>
                    <a:pt x="8" y="29"/>
                  </a:cubicBezTo>
                  <a:cubicBezTo>
                    <a:pt x="8" y="29"/>
                    <a:pt x="6" y="29"/>
                    <a:pt x="6" y="29"/>
                  </a:cubicBezTo>
                  <a:cubicBezTo>
                    <a:pt x="5" y="29"/>
                    <a:pt x="4" y="29"/>
                    <a:pt x="4" y="29"/>
                  </a:cubicBezTo>
                  <a:cubicBezTo>
                    <a:pt x="3" y="29"/>
                    <a:pt x="2" y="29"/>
                    <a:pt x="1" y="28"/>
                  </a:cubicBezTo>
                  <a:cubicBezTo>
                    <a:pt x="1" y="28"/>
                    <a:pt x="0" y="27"/>
                    <a:pt x="0" y="27"/>
                  </a:cubicBezTo>
                  <a:cubicBezTo>
                    <a:pt x="0" y="26"/>
                    <a:pt x="0" y="25"/>
                    <a:pt x="0" y="24"/>
                  </a:cubicBezTo>
                  <a:cubicBezTo>
                    <a:pt x="0" y="24"/>
                    <a:pt x="1" y="23"/>
                    <a:pt x="1" y="23"/>
                  </a:cubicBezTo>
                  <a:cubicBezTo>
                    <a:pt x="1" y="23"/>
                    <a:pt x="2" y="23"/>
                    <a:pt x="2" y="23"/>
                  </a:cubicBezTo>
                  <a:cubicBezTo>
                    <a:pt x="3" y="23"/>
                    <a:pt x="4" y="24"/>
                    <a:pt x="5" y="24"/>
                  </a:cubicBezTo>
                  <a:cubicBezTo>
                    <a:pt x="5" y="24"/>
                    <a:pt x="7" y="24"/>
                    <a:pt x="7" y="23"/>
                  </a:cubicBezTo>
                  <a:cubicBezTo>
                    <a:pt x="8" y="23"/>
                    <a:pt x="10" y="22"/>
                    <a:pt x="10" y="21"/>
                  </a:cubicBezTo>
                  <a:cubicBezTo>
                    <a:pt x="11" y="20"/>
                    <a:pt x="13" y="19"/>
                    <a:pt x="13" y="18"/>
                  </a:cubicBezTo>
                  <a:cubicBezTo>
                    <a:pt x="13" y="17"/>
                    <a:pt x="13" y="16"/>
                    <a:pt x="13" y="16"/>
                  </a:cubicBezTo>
                  <a:cubicBezTo>
                    <a:pt x="13" y="15"/>
                    <a:pt x="12" y="13"/>
                    <a:pt x="11" y="12"/>
                  </a:cubicBezTo>
                  <a:cubicBezTo>
                    <a:pt x="11" y="11"/>
                    <a:pt x="10" y="9"/>
                    <a:pt x="10" y="8"/>
                  </a:cubicBezTo>
                  <a:cubicBezTo>
                    <a:pt x="10" y="7"/>
                    <a:pt x="10" y="4"/>
                    <a:pt x="10" y="3"/>
                  </a:cubicBezTo>
                  <a:cubicBezTo>
                    <a:pt x="10" y="2"/>
                    <a:pt x="11" y="1"/>
                    <a:pt x="12" y="1"/>
                  </a:cubicBezTo>
                  <a:cubicBezTo>
                    <a:pt x="12" y="0"/>
                    <a:pt x="13" y="1"/>
                    <a:pt x="14" y="1"/>
                  </a:cubicBezTo>
                  <a:cubicBezTo>
                    <a:pt x="15" y="1"/>
                    <a:pt x="17" y="1"/>
                    <a:pt x="18" y="2"/>
                  </a:cubicBezTo>
                  <a:cubicBezTo>
                    <a:pt x="18" y="2"/>
                    <a:pt x="19" y="4"/>
                    <a:pt x="19" y="4"/>
                  </a:cubicBezTo>
                  <a:cubicBezTo>
                    <a:pt x="20" y="5"/>
                    <a:pt x="20" y="6"/>
                    <a:pt x="21" y="6"/>
                  </a:cubicBezTo>
                  <a:cubicBezTo>
                    <a:pt x="22" y="6"/>
                    <a:pt x="23" y="7"/>
                    <a:pt x="24" y="7"/>
                  </a:cubicBezTo>
                  <a:cubicBezTo>
                    <a:pt x="25" y="7"/>
                    <a:pt x="27" y="8"/>
                    <a:pt x="28" y="7"/>
                  </a:cubicBezTo>
                  <a:cubicBezTo>
                    <a:pt x="28" y="7"/>
                    <a:pt x="29" y="5"/>
                    <a:pt x="29" y="5"/>
                  </a:cubicBezTo>
                  <a:cubicBezTo>
                    <a:pt x="30" y="4"/>
                    <a:pt x="31" y="4"/>
                    <a:pt x="32" y="4"/>
                  </a:cubicBezTo>
                  <a:cubicBezTo>
                    <a:pt x="32" y="4"/>
                    <a:pt x="33" y="4"/>
                    <a:pt x="34" y="4"/>
                  </a:cubicBezTo>
                  <a:cubicBezTo>
                    <a:pt x="35" y="5"/>
                    <a:pt x="36" y="6"/>
                    <a:pt x="37" y="7"/>
                  </a:cubicBezTo>
                  <a:cubicBezTo>
                    <a:pt x="36" y="9"/>
                    <a:pt x="36" y="11"/>
                    <a:pt x="36" y="12"/>
                  </a:cubicBezTo>
                  <a:cubicBezTo>
                    <a:pt x="36" y="13"/>
                    <a:pt x="36" y="14"/>
                    <a:pt x="36" y="15"/>
                  </a:cubicBezTo>
                  <a:cubicBezTo>
                    <a:pt x="37" y="16"/>
                    <a:pt x="38" y="16"/>
                    <a:pt x="38" y="17"/>
                  </a:cubicBezTo>
                  <a:cubicBezTo>
                    <a:pt x="38" y="17"/>
                    <a:pt x="39" y="18"/>
                    <a:pt x="39" y="19"/>
                  </a:cubicBezTo>
                  <a:cubicBezTo>
                    <a:pt x="40" y="19"/>
                    <a:pt x="40" y="21"/>
                    <a:pt x="40" y="2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2" name="Freeform 141"/>
            <p:cNvSpPr>
              <a:spLocks/>
            </p:cNvSpPr>
            <p:nvPr/>
          </p:nvSpPr>
          <p:spPr bwMode="auto">
            <a:xfrm>
              <a:off x="1566863" y="1216026"/>
              <a:ext cx="260350" cy="292100"/>
            </a:xfrm>
            <a:custGeom>
              <a:avLst/>
              <a:gdLst/>
              <a:ahLst/>
              <a:cxnLst>
                <a:cxn ang="0">
                  <a:pos x="133" y="50"/>
                </a:cxn>
                <a:cxn ang="0">
                  <a:pos x="123" y="50"/>
                </a:cxn>
                <a:cxn ang="0">
                  <a:pos x="118" y="42"/>
                </a:cxn>
                <a:cxn ang="0">
                  <a:pos x="111" y="49"/>
                </a:cxn>
                <a:cxn ang="0">
                  <a:pos x="99" y="56"/>
                </a:cxn>
                <a:cxn ang="0">
                  <a:pos x="97" y="64"/>
                </a:cxn>
                <a:cxn ang="0">
                  <a:pos x="102" y="68"/>
                </a:cxn>
                <a:cxn ang="0">
                  <a:pos x="95" y="75"/>
                </a:cxn>
                <a:cxn ang="0">
                  <a:pos x="103" y="81"/>
                </a:cxn>
                <a:cxn ang="0">
                  <a:pos x="102" y="92"/>
                </a:cxn>
                <a:cxn ang="0">
                  <a:pos x="96" y="109"/>
                </a:cxn>
                <a:cxn ang="0">
                  <a:pos x="85" y="107"/>
                </a:cxn>
                <a:cxn ang="0">
                  <a:pos x="71" y="114"/>
                </a:cxn>
                <a:cxn ang="0">
                  <a:pos x="57" y="127"/>
                </a:cxn>
                <a:cxn ang="0">
                  <a:pos x="53" y="140"/>
                </a:cxn>
                <a:cxn ang="0">
                  <a:pos x="50" y="147"/>
                </a:cxn>
                <a:cxn ang="0">
                  <a:pos x="34" y="151"/>
                </a:cxn>
                <a:cxn ang="0">
                  <a:pos x="23" y="152"/>
                </a:cxn>
                <a:cxn ang="0">
                  <a:pos x="13" y="155"/>
                </a:cxn>
                <a:cxn ang="0">
                  <a:pos x="9" y="149"/>
                </a:cxn>
                <a:cxn ang="0">
                  <a:pos x="16" y="143"/>
                </a:cxn>
                <a:cxn ang="0">
                  <a:pos x="22" y="138"/>
                </a:cxn>
                <a:cxn ang="0">
                  <a:pos x="32" y="130"/>
                </a:cxn>
                <a:cxn ang="0">
                  <a:pos x="42" y="123"/>
                </a:cxn>
                <a:cxn ang="0">
                  <a:pos x="39" y="112"/>
                </a:cxn>
                <a:cxn ang="0">
                  <a:pos x="37" y="99"/>
                </a:cxn>
                <a:cxn ang="0">
                  <a:pos x="41" y="91"/>
                </a:cxn>
                <a:cxn ang="0">
                  <a:pos x="45" y="83"/>
                </a:cxn>
                <a:cxn ang="0">
                  <a:pos x="42" y="73"/>
                </a:cxn>
                <a:cxn ang="0">
                  <a:pos x="33" y="65"/>
                </a:cxn>
                <a:cxn ang="0">
                  <a:pos x="27" y="65"/>
                </a:cxn>
                <a:cxn ang="0">
                  <a:pos x="19" y="67"/>
                </a:cxn>
                <a:cxn ang="0">
                  <a:pos x="10" y="72"/>
                </a:cxn>
                <a:cxn ang="0">
                  <a:pos x="3" y="76"/>
                </a:cxn>
                <a:cxn ang="0">
                  <a:pos x="7" y="69"/>
                </a:cxn>
                <a:cxn ang="0">
                  <a:pos x="9" y="51"/>
                </a:cxn>
                <a:cxn ang="0">
                  <a:pos x="4" y="41"/>
                </a:cxn>
                <a:cxn ang="0">
                  <a:pos x="1" y="33"/>
                </a:cxn>
                <a:cxn ang="0">
                  <a:pos x="1" y="22"/>
                </a:cxn>
                <a:cxn ang="0">
                  <a:pos x="14" y="14"/>
                </a:cxn>
                <a:cxn ang="0">
                  <a:pos x="16" y="20"/>
                </a:cxn>
                <a:cxn ang="0">
                  <a:pos x="20" y="17"/>
                </a:cxn>
                <a:cxn ang="0">
                  <a:pos x="25" y="13"/>
                </a:cxn>
                <a:cxn ang="0">
                  <a:pos x="32" y="6"/>
                </a:cxn>
                <a:cxn ang="0">
                  <a:pos x="46" y="2"/>
                </a:cxn>
                <a:cxn ang="0">
                  <a:pos x="64" y="5"/>
                </a:cxn>
                <a:cxn ang="0">
                  <a:pos x="88" y="11"/>
                </a:cxn>
                <a:cxn ang="0">
                  <a:pos x="109" y="4"/>
                </a:cxn>
                <a:cxn ang="0">
                  <a:pos x="116" y="6"/>
                </a:cxn>
                <a:cxn ang="0">
                  <a:pos x="121" y="7"/>
                </a:cxn>
                <a:cxn ang="0">
                  <a:pos x="122" y="24"/>
                </a:cxn>
                <a:cxn ang="0">
                  <a:pos x="131" y="37"/>
                </a:cxn>
                <a:cxn ang="0">
                  <a:pos x="138" y="46"/>
                </a:cxn>
              </a:cxnLst>
              <a:rect l="0" t="0" r="r" b="b"/>
              <a:pathLst>
                <a:path w="138" h="155">
                  <a:moveTo>
                    <a:pt x="138" y="46"/>
                  </a:moveTo>
                  <a:cubicBezTo>
                    <a:pt x="138" y="46"/>
                    <a:pt x="138" y="47"/>
                    <a:pt x="137" y="47"/>
                  </a:cubicBezTo>
                  <a:cubicBezTo>
                    <a:pt x="137" y="48"/>
                    <a:pt x="136" y="48"/>
                    <a:pt x="136" y="48"/>
                  </a:cubicBezTo>
                  <a:cubicBezTo>
                    <a:pt x="135" y="49"/>
                    <a:pt x="134" y="50"/>
                    <a:pt x="133" y="50"/>
                  </a:cubicBezTo>
                  <a:cubicBezTo>
                    <a:pt x="132" y="51"/>
                    <a:pt x="131" y="51"/>
                    <a:pt x="131" y="51"/>
                  </a:cubicBezTo>
                  <a:cubicBezTo>
                    <a:pt x="130" y="51"/>
                    <a:pt x="129" y="52"/>
                    <a:pt x="129" y="52"/>
                  </a:cubicBezTo>
                  <a:cubicBezTo>
                    <a:pt x="128" y="51"/>
                    <a:pt x="127" y="51"/>
                    <a:pt x="126" y="50"/>
                  </a:cubicBezTo>
                  <a:cubicBezTo>
                    <a:pt x="126" y="50"/>
                    <a:pt x="124" y="50"/>
                    <a:pt x="123" y="50"/>
                  </a:cubicBezTo>
                  <a:cubicBezTo>
                    <a:pt x="122" y="50"/>
                    <a:pt x="121" y="50"/>
                    <a:pt x="120" y="49"/>
                  </a:cubicBezTo>
                  <a:cubicBezTo>
                    <a:pt x="119" y="49"/>
                    <a:pt x="118" y="47"/>
                    <a:pt x="118" y="47"/>
                  </a:cubicBezTo>
                  <a:cubicBezTo>
                    <a:pt x="118" y="46"/>
                    <a:pt x="119" y="45"/>
                    <a:pt x="119" y="44"/>
                  </a:cubicBezTo>
                  <a:cubicBezTo>
                    <a:pt x="119" y="43"/>
                    <a:pt x="119" y="42"/>
                    <a:pt x="118" y="42"/>
                  </a:cubicBezTo>
                  <a:cubicBezTo>
                    <a:pt x="118" y="42"/>
                    <a:pt x="117" y="41"/>
                    <a:pt x="117" y="41"/>
                  </a:cubicBezTo>
                  <a:cubicBezTo>
                    <a:pt x="116" y="42"/>
                    <a:pt x="115" y="43"/>
                    <a:pt x="114" y="44"/>
                  </a:cubicBezTo>
                  <a:cubicBezTo>
                    <a:pt x="113" y="44"/>
                    <a:pt x="111" y="46"/>
                    <a:pt x="111" y="47"/>
                  </a:cubicBezTo>
                  <a:cubicBezTo>
                    <a:pt x="110" y="47"/>
                    <a:pt x="111" y="49"/>
                    <a:pt x="111" y="49"/>
                  </a:cubicBezTo>
                  <a:cubicBezTo>
                    <a:pt x="111" y="50"/>
                    <a:pt x="111" y="51"/>
                    <a:pt x="110" y="52"/>
                  </a:cubicBezTo>
                  <a:cubicBezTo>
                    <a:pt x="110" y="53"/>
                    <a:pt x="108" y="53"/>
                    <a:pt x="107" y="54"/>
                  </a:cubicBezTo>
                  <a:cubicBezTo>
                    <a:pt x="106" y="54"/>
                    <a:pt x="103" y="54"/>
                    <a:pt x="102" y="55"/>
                  </a:cubicBezTo>
                  <a:cubicBezTo>
                    <a:pt x="101" y="55"/>
                    <a:pt x="100" y="55"/>
                    <a:pt x="99" y="56"/>
                  </a:cubicBezTo>
                  <a:cubicBezTo>
                    <a:pt x="99" y="56"/>
                    <a:pt x="98" y="57"/>
                    <a:pt x="97" y="57"/>
                  </a:cubicBezTo>
                  <a:cubicBezTo>
                    <a:pt x="97" y="58"/>
                    <a:pt x="96" y="59"/>
                    <a:pt x="96" y="60"/>
                  </a:cubicBezTo>
                  <a:cubicBezTo>
                    <a:pt x="96" y="61"/>
                    <a:pt x="96" y="62"/>
                    <a:pt x="96" y="63"/>
                  </a:cubicBezTo>
                  <a:cubicBezTo>
                    <a:pt x="96" y="63"/>
                    <a:pt x="96" y="64"/>
                    <a:pt x="97" y="64"/>
                  </a:cubicBezTo>
                  <a:cubicBezTo>
                    <a:pt x="97" y="64"/>
                    <a:pt x="99" y="64"/>
                    <a:pt x="100" y="64"/>
                  </a:cubicBezTo>
                  <a:cubicBezTo>
                    <a:pt x="100" y="64"/>
                    <a:pt x="101" y="65"/>
                    <a:pt x="101" y="65"/>
                  </a:cubicBezTo>
                  <a:cubicBezTo>
                    <a:pt x="102" y="65"/>
                    <a:pt x="103" y="66"/>
                    <a:pt x="103" y="66"/>
                  </a:cubicBezTo>
                  <a:cubicBezTo>
                    <a:pt x="103" y="67"/>
                    <a:pt x="102" y="67"/>
                    <a:pt x="102" y="68"/>
                  </a:cubicBezTo>
                  <a:cubicBezTo>
                    <a:pt x="101" y="68"/>
                    <a:pt x="100" y="68"/>
                    <a:pt x="99" y="68"/>
                  </a:cubicBezTo>
                  <a:cubicBezTo>
                    <a:pt x="99" y="69"/>
                    <a:pt x="98" y="70"/>
                    <a:pt x="97" y="71"/>
                  </a:cubicBezTo>
                  <a:cubicBezTo>
                    <a:pt x="96" y="71"/>
                    <a:pt x="95" y="72"/>
                    <a:pt x="95" y="73"/>
                  </a:cubicBezTo>
                  <a:cubicBezTo>
                    <a:pt x="95" y="73"/>
                    <a:pt x="95" y="74"/>
                    <a:pt x="95" y="75"/>
                  </a:cubicBezTo>
                  <a:cubicBezTo>
                    <a:pt x="95" y="75"/>
                    <a:pt x="96" y="76"/>
                    <a:pt x="96" y="76"/>
                  </a:cubicBezTo>
                  <a:cubicBezTo>
                    <a:pt x="96" y="76"/>
                    <a:pt x="97" y="77"/>
                    <a:pt x="98" y="77"/>
                  </a:cubicBezTo>
                  <a:cubicBezTo>
                    <a:pt x="98" y="77"/>
                    <a:pt x="99" y="78"/>
                    <a:pt x="99" y="78"/>
                  </a:cubicBezTo>
                  <a:cubicBezTo>
                    <a:pt x="100" y="79"/>
                    <a:pt x="102" y="80"/>
                    <a:pt x="103" y="81"/>
                  </a:cubicBezTo>
                  <a:cubicBezTo>
                    <a:pt x="103" y="81"/>
                    <a:pt x="104" y="82"/>
                    <a:pt x="104" y="83"/>
                  </a:cubicBezTo>
                  <a:cubicBezTo>
                    <a:pt x="104" y="84"/>
                    <a:pt x="103" y="85"/>
                    <a:pt x="103" y="85"/>
                  </a:cubicBezTo>
                  <a:cubicBezTo>
                    <a:pt x="102" y="86"/>
                    <a:pt x="102" y="87"/>
                    <a:pt x="101" y="88"/>
                  </a:cubicBezTo>
                  <a:cubicBezTo>
                    <a:pt x="101" y="89"/>
                    <a:pt x="102" y="91"/>
                    <a:pt x="102" y="92"/>
                  </a:cubicBezTo>
                  <a:cubicBezTo>
                    <a:pt x="102" y="93"/>
                    <a:pt x="103" y="95"/>
                    <a:pt x="103" y="96"/>
                  </a:cubicBezTo>
                  <a:cubicBezTo>
                    <a:pt x="104" y="97"/>
                    <a:pt x="103" y="99"/>
                    <a:pt x="103" y="99"/>
                  </a:cubicBezTo>
                  <a:cubicBezTo>
                    <a:pt x="102" y="101"/>
                    <a:pt x="101" y="104"/>
                    <a:pt x="100" y="105"/>
                  </a:cubicBezTo>
                  <a:cubicBezTo>
                    <a:pt x="99" y="106"/>
                    <a:pt x="97" y="108"/>
                    <a:pt x="96" y="109"/>
                  </a:cubicBezTo>
                  <a:cubicBezTo>
                    <a:pt x="95" y="109"/>
                    <a:pt x="94" y="110"/>
                    <a:pt x="94" y="110"/>
                  </a:cubicBezTo>
                  <a:cubicBezTo>
                    <a:pt x="93" y="110"/>
                    <a:pt x="92" y="110"/>
                    <a:pt x="91" y="109"/>
                  </a:cubicBezTo>
                  <a:cubicBezTo>
                    <a:pt x="91" y="109"/>
                    <a:pt x="89" y="108"/>
                    <a:pt x="88" y="108"/>
                  </a:cubicBezTo>
                  <a:cubicBezTo>
                    <a:pt x="88" y="107"/>
                    <a:pt x="86" y="107"/>
                    <a:pt x="85" y="107"/>
                  </a:cubicBezTo>
                  <a:cubicBezTo>
                    <a:pt x="85" y="107"/>
                    <a:pt x="83" y="107"/>
                    <a:pt x="82" y="107"/>
                  </a:cubicBezTo>
                  <a:cubicBezTo>
                    <a:pt x="82" y="107"/>
                    <a:pt x="81" y="108"/>
                    <a:pt x="80" y="108"/>
                  </a:cubicBezTo>
                  <a:cubicBezTo>
                    <a:pt x="79" y="109"/>
                    <a:pt x="76" y="111"/>
                    <a:pt x="74" y="112"/>
                  </a:cubicBezTo>
                  <a:cubicBezTo>
                    <a:pt x="73" y="112"/>
                    <a:pt x="72" y="113"/>
                    <a:pt x="71" y="114"/>
                  </a:cubicBezTo>
                  <a:cubicBezTo>
                    <a:pt x="70" y="115"/>
                    <a:pt x="69" y="118"/>
                    <a:pt x="69" y="119"/>
                  </a:cubicBezTo>
                  <a:cubicBezTo>
                    <a:pt x="68" y="120"/>
                    <a:pt x="68" y="122"/>
                    <a:pt x="67" y="123"/>
                  </a:cubicBezTo>
                  <a:cubicBezTo>
                    <a:pt x="66" y="124"/>
                    <a:pt x="62" y="126"/>
                    <a:pt x="61" y="127"/>
                  </a:cubicBezTo>
                  <a:cubicBezTo>
                    <a:pt x="60" y="127"/>
                    <a:pt x="58" y="127"/>
                    <a:pt x="57" y="127"/>
                  </a:cubicBezTo>
                  <a:cubicBezTo>
                    <a:pt x="56" y="127"/>
                    <a:pt x="54" y="128"/>
                    <a:pt x="53" y="128"/>
                  </a:cubicBezTo>
                  <a:cubicBezTo>
                    <a:pt x="52" y="129"/>
                    <a:pt x="51" y="132"/>
                    <a:pt x="51" y="133"/>
                  </a:cubicBezTo>
                  <a:cubicBezTo>
                    <a:pt x="51" y="134"/>
                    <a:pt x="51" y="135"/>
                    <a:pt x="51" y="136"/>
                  </a:cubicBezTo>
                  <a:cubicBezTo>
                    <a:pt x="51" y="137"/>
                    <a:pt x="53" y="139"/>
                    <a:pt x="53" y="140"/>
                  </a:cubicBezTo>
                  <a:cubicBezTo>
                    <a:pt x="54" y="140"/>
                    <a:pt x="55" y="141"/>
                    <a:pt x="55" y="142"/>
                  </a:cubicBezTo>
                  <a:cubicBezTo>
                    <a:pt x="56" y="142"/>
                    <a:pt x="56" y="143"/>
                    <a:pt x="56" y="144"/>
                  </a:cubicBezTo>
                  <a:cubicBezTo>
                    <a:pt x="55" y="144"/>
                    <a:pt x="54" y="145"/>
                    <a:pt x="53" y="145"/>
                  </a:cubicBezTo>
                  <a:cubicBezTo>
                    <a:pt x="53" y="146"/>
                    <a:pt x="51" y="147"/>
                    <a:pt x="50" y="147"/>
                  </a:cubicBezTo>
                  <a:cubicBezTo>
                    <a:pt x="49" y="147"/>
                    <a:pt x="47" y="148"/>
                    <a:pt x="46" y="148"/>
                  </a:cubicBezTo>
                  <a:cubicBezTo>
                    <a:pt x="45" y="148"/>
                    <a:pt x="43" y="148"/>
                    <a:pt x="43" y="148"/>
                  </a:cubicBezTo>
                  <a:cubicBezTo>
                    <a:pt x="41" y="148"/>
                    <a:pt x="39" y="150"/>
                    <a:pt x="38" y="150"/>
                  </a:cubicBezTo>
                  <a:cubicBezTo>
                    <a:pt x="37" y="150"/>
                    <a:pt x="35" y="151"/>
                    <a:pt x="34" y="151"/>
                  </a:cubicBezTo>
                  <a:cubicBezTo>
                    <a:pt x="33" y="152"/>
                    <a:pt x="31" y="151"/>
                    <a:pt x="30" y="151"/>
                  </a:cubicBezTo>
                  <a:cubicBezTo>
                    <a:pt x="29" y="152"/>
                    <a:pt x="27" y="152"/>
                    <a:pt x="26" y="152"/>
                  </a:cubicBezTo>
                  <a:cubicBezTo>
                    <a:pt x="26" y="152"/>
                    <a:pt x="25" y="151"/>
                    <a:pt x="24" y="151"/>
                  </a:cubicBezTo>
                  <a:cubicBezTo>
                    <a:pt x="24" y="151"/>
                    <a:pt x="23" y="152"/>
                    <a:pt x="23" y="152"/>
                  </a:cubicBezTo>
                  <a:cubicBezTo>
                    <a:pt x="22" y="152"/>
                    <a:pt x="21" y="152"/>
                    <a:pt x="20" y="152"/>
                  </a:cubicBezTo>
                  <a:cubicBezTo>
                    <a:pt x="19" y="152"/>
                    <a:pt x="18" y="153"/>
                    <a:pt x="18" y="153"/>
                  </a:cubicBezTo>
                  <a:cubicBezTo>
                    <a:pt x="17" y="153"/>
                    <a:pt x="15" y="153"/>
                    <a:pt x="15" y="153"/>
                  </a:cubicBezTo>
                  <a:cubicBezTo>
                    <a:pt x="14" y="153"/>
                    <a:pt x="14" y="154"/>
                    <a:pt x="13" y="155"/>
                  </a:cubicBezTo>
                  <a:cubicBezTo>
                    <a:pt x="13" y="155"/>
                    <a:pt x="12" y="155"/>
                    <a:pt x="11" y="155"/>
                  </a:cubicBezTo>
                  <a:cubicBezTo>
                    <a:pt x="11" y="155"/>
                    <a:pt x="9" y="154"/>
                    <a:pt x="9" y="154"/>
                  </a:cubicBezTo>
                  <a:cubicBezTo>
                    <a:pt x="9" y="153"/>
                    <a:pt x="9" y="152"/>
                    <a:pt x="9" y="151"/>
                  </a:cubicBezTo>
                  <a:cubicBezTo>
                    <a:pt x="9" y="150"/>
                    <a:pt x="9" y="150"/>
                    <a:pt x="9" y="149"/>
                  </a:cubicBezTo>
                  <a:cubicBezTo>
                    <a:pt x="10" y="149"/>
                    <a:pt x="10" y="149"/>
                    <a:pt x="10" y="149"/>
                  </a:cubicBezTo>
                  <a:cubicBezTo>
                    <a:pt x="11" y="148"/>
                    <a:pt x="12" y="147"/>
                    <a:pt x="13" y="146"/>
                  </a:cubicBezTo>
                  <a:cubicBezTo>
                    <a:pt x="13" y="145"/>
                    <a:pt x="13" y="143"/>
                    <a:pt x="14" y="143"/>
                  </a:cubicBezTo>
                  <a:cubicBezTo>
                    <a:pt x="14" y="142"/>
                    <a:pt x="15" y="142"/>
                    <a:pt x="16" y="143"/>
                  </a:cubicBezTo>
                  <a:cubicBezTo>
                    <a:pt x="16" y="143"/>
                    <a:pt x="17" y="144"/>
                    <a:pt x="17" y="144"/>
                  </a:cubicBezTo>
                  <a:cubicBezTo>
                    <a:pt x="17" y="144"/>
                    <a:pt x="19" y="144"/>
                    <a:pt x="19" y="143"/>
                  </a:cubicBezTo>
                  <a:cubicBezTo>
                    <a:pt x="20" y="143"/>
                    <a:pt x="20" y="141"/>
                    <a:pt x="21" y="141"/>
                  </a:cubicBezTo>
                  <a:cubicBezTo>
                    <a:pt x="21" y="140"/>
                    <a:pt x="22" y="138"/>
                    <a:pt x="22" y="138"/>
                  </a:cubicBezTo>
                  <a:cubicBezTo>
                    <a:pt x="23" y="138"/>
                    <a:pt x="24" y="137"/>
                    <a:pt x="24" y="137"/>
                  </a:cubicBezTo>
                  <a:cubicBezTo>
                    <a:pt x="25" y="136"/>
                    <a:pt x="27" y="135"/>
                    <a:pt x="28" y="135"/>
                  </a:cubicBezTo>
                  <a:cubicBezTo>
                    <a:pt x="28" y="134"/>
                    <a:pt x="29" y="133"/>
                    <a:pt x="30" y="132"/>
                  </a:cubicBezTo>
                  <a:cubicBezTo>
                    <a:pt x="30" y="132"/>
                    <a:pt x="31" y="130"/>
                    <a:pt x="32" y="130"/>
                  </a:cubicBezTo>
                  <a:cubicBezTo>
                    <a:pt x="32" y="129"/>
                    <a:pt x="33" y="129"/>
                    <a:pt x="34" y="129"/>
                  </a:cubicBezTo>
                  <a:cubicBezTo>
                    <a:pt x="35" y="129"/>
                    <a:pt x="38" y="128"/>
                    <a:pt x="38" y="128"/>
                  </a:cubicBezTo>
                  <a:cubicBezTo>
                    <a:pt x="38" y="128"/>
                    <a:pt x="40" y="127"/>
                    <a:pt x="40" y="126"/>
                  </a:cubicBezTo>
                  <a:cubicBezTo>
                    <a:pt x="41" y="125"/>
                    <a:pt x="41" y="124"/>
                    <a:pt x="42" y="123"/>
                  </a:cubicBezTo>
                  <a:cubicBezTo>
                    <a:pt x="42" y="122"/>
                    <a:pt x="42" y="121"/>
                    <a:pt x="42" y="120"/>
                  </a:cubicBezTo>
                  <a:cubicBezTo>
                    <a:pt x="42" y="119"/>
                    <a:pt x="40" y="118"/>
                    <a:pt x="40" y="118"/>
                  </a:cubicBezTo>
                  <a:cubicBezTo>
                    <a:pt x="39" y="117"/>
                    <a:pt x="38" y="116"/>
                    <a:pt x="38" y="115"/>
                  </a:cubicBezTo>
                  <a:cubicBezTo>
                    <a:pt x="38" y="115"/>
                    <a:pt x="39" y="113"/>
                    <a:pt x="39" y="112"/>
                  </a:cubicBezTo>
                  <a:cubicBezTo>
                    <a:pt x="39" y="111"/>
                    <a:pt x="39" y="110"/>
                    <a:pt x="39" y="109"/>
                  </a:cubicBezTo>
                  <a:cubicBezTo>
                    <a:pt x="39" y="108"/>
                    <a:pt x="38" y="107"/>
                    <a:pt x="38" y="106"/>
                  </a:cubicBezTo>
                  <a:cubicBezTo>
                    <a:pt x="38" y="105"/>
                    <a:pt x="38" y="104"/>
                    <a:pt x="38" y="103"/>
                  </a:cubicBezTo>
                  <a:cubicBezTo>
                    <a:pt x="38" y="102"/>
                    <a:pt x="37" y="100"/>
                    <a:pt x="37" y="99"/>
                  </a:cubicBezTo>
                  <a:cubicBezTo>
                    <a:pt x="37" y="99"/>
                    <a:pt x="35" y="98"/>
                    <a:pt x="35" y="97"/>
                  </a:cubicBezTo>
                  <a:cubicBezTo>
                    <a:pt x="35" y="96"/>
                    <a:pt x="36" y="94"/>
                    <a:pt x="36" y="94"/>
                  </a:cubicBezTo>
                  <a:cubicBezTo>
                    <a:pt x="37" y="93"/>
                    <a:pt x="38" y="92"/>
                    <a:pt x="39" y="91"/>
                  </a:cubicBezTo>
                  <a:cubicBezTo>
                    <a:pt x="39" y="91"/>
                    <a:pt x="41" y="91"/>
                    <a:pt x="41" y="91"/>
                  </a:cubicBezTo>
                  <a:cubicBezTo>
                    <a:pt x="42" y="90"/>
                    <a:pt x="43" y="89"/>
                    <a:pt x="43" y="88"/>
                  </a:cubicBezTo>
                  <a:cubicBezTo>
                    <a:pt x="43" y="88"/>
                    <a:pt x="45" y="87"/>
                    <a:pt x="45" y="87"/>
                  </a:cubicBezTo>
                  <a:cubicBezTo>
                    <a:pt x="46" y="86"/>
                    <a:pt x="46" y="85"/>
                    <a:pt x="46" y="84"/>
                  </a:cubicBezTo>
                  <a:cubicBezTo>
                    <a:pt x="46" y="84"/>
                    <a:pt x="45" y="83"/>
                    <a:pt x="45" y="83"/>
                  </a:cubicBezTo>
                  <a:cubicBezTo>
                    <a:pt x="45" y="82"/>
                    <a:pt x="45" y="81"/>
                    <a:pt x="45" y="81"/>
                  </a:cubicBezTo>
                  <a:cubicBezTo>
                    <a:pt x="45" y="80"/>
                    <a:pt x="45" y="80"/>
                    <a:pt x="45" y="79"/>
                  </a:cubicBezTo>
                  <a:cubicBezTo>
                    <a:pt x="44" y="78"/>
                    <a:pt x="44" y="77"/>
                    <a:pt x="43" y="76"/>
                  </a:cubicBezTo>
                  <a:cubicBezTo>
                    <a:pt x="43" y="76"/>
                    <a:pt x="42" y="74"/>
                    <a:pt x="42" y="73"/>
                  </a:cubicBezTo>
                  <a:cubicBezTo>
                    <a:pt x="41" y="72"/>
                    <a:pt x="40" y="71"/>
                    <a:pt x="39" y="70"/>
                  </a:cubicBezTo>
                  <a:cubicBezTo>
                    <a:pt x="39" y="69"/>
                    <a:pt x="37" y="68"/>
                    <a:pt x="36" y="68"/>
                  </a:cubicBezTo>
                  <a:cubicBezTo>
                    <a:pt x="36" y="68"/>
                    <a:pt x="34" y="67"/>
                    <a:pt x="34" y="67"/>
                  </a:cubicBezTo>
                  <a:cubicBezTo>
                    <a:pt x="34" y="67"/>
                    <a:pt x="33" y="65"/>
                    <a:pt x="33" y="65"/>
                  </a:cubicBezTo>
                  <a:cubicBezTo>
                    <a:pt x="33" y="64"/>
                    <a:pt x="32" y="64"/>
                    <a:pt x="32" y="63"/>
                  </a:cubicBezTo>
                  <a:cubicBezTo>
                    <a:pt x="31" y="63"/>
                    <a:pt x="30" y="63"/>
                    <a:pt x="29" y="63"/>
                  </a:cubicBezTo>
                  <a:cubicBezTo>
                    <a:pt x="29" y="63"/>
                    <a:pt x="28" y="63"/>
                    <a:pt x="28" y="63"/>
                  </a:cubicBezTo>
                  <a:cubicBezTo>
                    <a:pt x="28" y="64"/>
                    <a:pt x="28" y="64"/>
                    <a:pt x="27" y="65"/>
                  </a:cubicBezTo>
                  <a:cubicBezTo>
                    <a:pt x="27" y="65"/>
                    <a:pt x="27" y="66"/>
                    <a:pt x="26" y="66"/>
                  </a:cubicBezTo>
                  <a:cubicBezTo>
                    <a:pt x="26" y="66"/>
                    <a:pt x="24" y="67"/>
                    <a:pt x="23" y="67"/>
                  </a:cubicBezTo>
                  <a:cubicBezTo>
                    <a:pt x="23" y="67"/>
                    <a:pt x="21" y="67"/>
                    <a:pt x="21" y="67"/>
                  </a:cubicBezTo>
                  <a:cubicBezTo>
                    <a:pt x="20" y="67"/>
                    <a:pt x="19" y="67"/>
                    <a:pt x="19" y="67"/>
                  </a:cubicBezTo>
                  <a:cubicBezTo>
                    <a:pt x="18" y="68"/>
                    <a:pt x="18" y="69"/>
                    <a:pt x="17" y="69"/>
                  </a:cubicBezTo>
                  <a:cubicBezTo>
                    <a:pt x="17" y="70"/>
                    <a:pt x="16" y="70"/>
                    <a:pt x="15" y="70"/>
                  </a:cubicBezTo>
                  <a:cubicBezTo>
                    <a:pt x="14" y="70"/>
                    <a:pt x="13" y="71"/>
                    <a:pt x="12" y="71"/>
                  </a:cubicBezTo>
                  <a:cubicBezTo>
                    <a:pt x="12" y="71"/>
                    <a:pt x="11" y="72"/>
                    <a:pt x="10" y="72"/>
                  </a:cubicBezTo>
                  <a:cubicBezTo>
                    <a:pt x="10" y="72"/>
                    <a:pt x="8" y="73"/>
                    <a:pt x="8" y="73"/>
                  </a:cubicBezTo>
                  <a:cubicBezTo>
                    <a:pt x="7" y="74"/>
                    <a:pt x="6" y="75"/>
                    <a:pt x="6" y="75"/>
                  </a:cubicBezTo>
                  <a:cubicBezTo>
                    <a:pt x="6" y="76"/>
                    <a:pt x="5" y="76"/>
                    <a:pt x="5" y="76"/>
                  </a:cubicBezTo>
                  <a:cubicBezTo>
                    <a:pt x="4" y="77"/>
                    <a:pt x="3" y="77"/>
                    <a:pt x="3" y="76"/>
                  </a:cubicBezTo>
                  <a:cubicBezTo>
                    <a:pt x="2" y="76"/>
                    <a:pt x="3" y="75"/>
                    <a:pt x="3" y="74"/>
                  </a:cubicBezTo>
                  <a:cubicBezTo>
                    <a:pt x="3" y="73"/>
                    <a:pt x="3" y="72"/>
                    <a:pt x="4" y="71"/>
                  </a:cubicBezTo>
                  <a:cubicBezTo>
                    <a:pt x="4" y="71"/>
                    <a:pt x="5" y="70"/>
                    <a:pt x="6" y="70"/>
                  </a:cubicBezTo>
                  <a:cubicBezTo>
                    <a:pt x="6" y="69"/>
                    <a:pt x="7" y="69"/>
                    <a:pt x="7" y="69"/>
                  </a:cubicBezTo>
                  <a:cubicBezTo>
                    <a:pt x="8" y="68"/>
                    <a:pt x="8" y="66"/>
                    <a:pt x="8" y="66"/>
                  </a:cubicBezTo>
                  <a:cubicBezTo>
                    <a:pt x="8" y="65"/>
                    <a:pt x="8" y="62"/>
                    <a:pt x="8" y="61"/>
                  </a:cubicBezTo>
                  <a:cubicBezTo>
                    <a:pt x="8" y="60"/>
                    <a:pt x="8" y="57"/>
                    <a:pt x="8" y="55"/>
                  </a:cubicBezTo>
                  <a:cubicBezTo>
                    <a:pt x="8" y="54"/>
                    <a:pt x="9" y="52"/>
                    <a:pt x="9" y="51"/>
                  </a:cubicBezTo>
                  <a:cubicBezTo>
                    <a:pt x="8" y="50"/>
                    <a:pt x="7" y="50"/>
                    <a:pt x="7" y="49"/>
                  </a:cubicBezTo>
                  <a:cubicBezTo>
                    <a:pt x="7" y="48"/>
                    <a:pt x="9" y="47"/>
                    <a:pt x="9" y="46"/>
                  </a:cubicBezTo>
                  <a:cubicBezTo>
                    <a:pt x="8" y="45"/>
                    <a:pt x="7" y="44"/>
                    <a:pt x="6" y="43"/>
                  </a:cubicBezTo>
                  <a:cubicBezTo>
                    <a:pt x="6" y="43"/>
                    <a:pt x="4" y="42"/>
                    <a:pt x="4" y="41"/>
                  </a:cubicBezTo>
                  <a:cubicBezTo>
                    <a:pt x="4" y="40"/>
                    <a:pt x="5" y="40"/>
                    <a:pt x="5" y="39"/>
                  </a:cubicBezTo>
                  <a:cubicBezTo>
                    <a:pt x="6" y="38"/>
                    <a:pt x="5" y="36"/>
                    <a:pt x="5" y="36"/>
                  </a:cubicBezTo>
                  <a:cubicBezTo>
                    <a:pt x="5" y="35"/>
                    <a:pt x="3" y="35"/>
                    <a:pt x="3" y="34"/>
                  </a:cubicBezTo>
                  <a:cubicBezTo>
                    <a:pt x="2" y="34"/>
                    <a:pt x="1" y="33"/>
                    <a:pt x="1" y="33"/>
                  </a:cubicBezTo>
                  <a:cubicBezTo>
                    <a:pt x="0" y="32"/>
                    <a:pt x="1" y="30"/>
                    <a:pt x="1" y="30"/>
                  </a:cubicBezTo>
                  <a:cubicBezTo>
                    <a:pt x="1" y="28"/>
                    <a:pt x="1" y="26"/>
                    <a:pt x="1" y="25"/>
                  </a:cubicBezTo>
                  <a:cubicBezTo>
                    <a:pt x="0" y="24"/>
                    <a:pt x="0" y="23"/>
                    <a:pt x="0" y="23"/>
                  </a:cubicBezTo>
                  <a:cubicBezTo>
                    <a:pt x="0" y="22"/>
                    <a:pt x="0" y="22"/>
                    <a:pt x="1" y="22"/>
                  </a:cubicBezTo>
                  <a:cubicBezTo>
                    <a:pt x="2" y="21"/>
                    <a:pt x="5" y="19"/>
                    <a:pt x="6" y="18"/>
                  </a:cubicBezTo>
                  <a:cubicBezTo>
                    <a:pt x="6" y="17"/>
                    <a:pt x="7" y="16"/>
                    <a:pt x="8" y="16"/>
                  </a:cubicBezTo>
                  <a:cubicBezTo>
                    <a:pt x="9" y="15"/>
                    <a:pt x="10" y="14"/>
                    <a:pt x="11" y="14"/>
                  </a:cubicBezTo>
                  <a:cubicBezTo>
                    <a:pt x="12" y="14"/>
                    <a:pt x="13" y="14"/>
                    <a:pt x="14" y="14"/>
                  </a:cubicBezTo>
                  <a:cubicBezTo>
                    <a:pt x="14" y="15"/>
                    <a:pt x="15" y="16"/>
                    <a:pt x="15" y="16"/>
                  </a:cubicBezTo>
                  <a:cubicBezTo>
                    <a:pt x="16" y="17"/>
                    <a:pt x="15" y="17"/>
                    <a:pt x="15" y="18"/>
                  </a:cubicBezTo>
                  <a:cubicBezTo>
                    <a:pt x="15" y="18"/>
                    <a:pt x="14" y="19"/>
                    <a:pt x="15" y="20"/>
                  </a:cubicBezTo>
                  <a:cubicBezTo>
                    <a:pt x="15" y="20"/>
                    <a:pt x="15" y="20"/>
                    <a:pt x="16" y="20"/>
                  </a:cubicBezTo>
                  <a:cubicBezTo>
                    <a:pt x="16" y="21"/>
                    <a:pt x="18" y="20"/>
                    <a:pt x="18" y="20"/>
                  </a:cubicBezTo>
                  <a:cubicBezTo>
                    <a:pt x="19" y="20"/>
                    <a:pt x="19" y="21"/>
                    <a:pt x="20" y="20"/>
                  </a:cubicBezTo>
                  <a:cubicBezTo>
                    <a:pt x="20" y="20"/>
                    <a:pt x="21" y="19"/>
                    <a:pt x="21" y="19"/>
                  </a:cubicBezTo>
                  <a:cubicBezTo>
                    <a:pt x="21" y="18"/>
                    <a:pt x="20" y="17"/>
                    <a:pt x="20" y="17"/>
                  </a:cubicBezTo>
                  <a:cubicBezTo>
                    <a:pt x="19" y="16"/>
                    <a:pt x="18" y="15"/>
                    <a:pt x="18" y="14"/>
                  </a:cubicBezTo>
                  <a:cubicBezTo>
                    <a:pt x="18" y="14"/>
                    <a:pt x="18" y="13"/>
                    <a:pt x="19" y="13"/>
                  </a:cubicBezTo>
                  <a:cubicBezTo>
                    <a:pt x="19" y="13"/>
                    <a:pt x="20" y="13"/>
                    <a:pt x="20" y="13"/>
                  </a:cubicBezTo>
                  <a:cubicBezTo>
                    <a:pt x="21" y="13"/>
                    <a:pt x="24" y="13"/>
                    <a:pt x="25" y="13"/>
                  </a:cubicBezTo>
                  <a:cubicBezTo>
                    <a:pt x="26" y="13"/>
                    <a:pt x="28" y="13"/>
                    <a:pt x="29" y="13"/>
                  </a:cubicBezTo>
                  <a:cubicBezTo>
                    <a:pt x="30" y="12"/>
                    <a:pt x="31" y="11"/>
                    <a:pt x="31" y="10"/>
                  </a:cubicBezTo>
                  <a:cubicBezTo>
                    <a:pt x="32" y="10"/>
                    <a:pt x="32" y="9"/>
                    <a:pt x="32" y="8"/>
                  </a:cubicBezTo>
                  <a:cubicBezTo>
                    <a:pt x="32" y="8"/>
                    <a:pt x="32" y="6"/>
                    <a:pt x="32" y="6"/>
                  </a:cubicBezTo>
                  <a:cubicBezTo>
                    <a:pt x="32" y="5"/>
                    <a:pt x="33" y="5"/>
                    <a:pt x="33" y="5"/>
                  </a:cubicBezTo>
                  <a:cubicBezTo>
                    <a:pt x="34" y="4"/>
                    <a:pt x="35" y="5"/>
                    <a:pt x="36" y="5"/>
                  </a:cubicBezTo>
                  <a:cubicBezTo>
                    <a:pt x="37" y="4"/>
                    <a:pt x="39" y="4"/>
                    <a:pt x="40" y="3"/>
                  </a:cubicBezTo>
                  <a:cubicBezTo>
                    <a:pt x="41" y="3"/>
                    <a:pt x="44" y="2"/>
                    <a:pt x="46" y="2"/>
                  </a:cubicBezTo>
                  <a:cubicBezTo>
                    <a:pt x="47" y="1"/>
                    <a:pt x="50" y="0"/>
                    <a:pt x="51" y="0"/>
                  </a:cubicBezTo>
                  <a:cubicBezTo>
                    <a:pt x="52" y="0"/>
                    <a:pt x="54" y="0"/>
                    <a:pt x="55" y="0"/>
                  </a:cubicBezTo>
                  <a:cubicBezTo>
                    <a:pt x="56" y="0"/>
                    <a:pt x="58" y="1"/>
                    <a:pt x="59" y="2"/>
                  </a:cubicBezTo>
                  <a:cubicBezTo>
                    <a:pt x="61" y="3"/>
                    <a:pt x="63" y="5"/>
                    <a:pt x="64" y="5"/>
                  </a:cubicBezTo>
                  <a:cubicBezTo>
                    <a:pt x="65" y="6"/>
                    <a:pt x="67" y="7"/>
                    <a:pt x="68" y="8"/>
                  </a:cubicBezTo>
                  <a:cubicBezTo>
                    <a:pt x="69" y="8"/>
                    <a:pt x="72" y="8"/>
                    <a:pt x="73" y="8"/>
                  </a:cubicBezTo>
                  <a:cubicBezTo>
                    <a:pt x="75" y="8"/>
                    <a:pt x="78" y="9"/>
                    <a:pt x="80" y="9"/>
                  </a:cubicBezTo>
                  <a:cubicBezTo>
                    <a:pt x="82" y="10"/>
                    <a:pt x="86" y="11"/>
                    <a:pt x="88" y="11"/>
                  </a:cubicBezTo>
                  <a:cubicBezTo>
                    <a:pt x="89" y="12"/>
                    <a:pt x="91" y="13"/>
                    <a:pt x="92" y="13"/>
                  </a:cubicBezTo>
                  <a:cubicBezTo>
                    <a:pt x="93" y="13"/>
                    <a:pt x="95" y="12"/>
                    <a:pt x="96" y="12"/>
                  </a:cubicBezTo>
                  <a:cubicBezTo>
                    <a:pt x="98" y="11"/>
                    <a:pt x="101" y="8"/>
                    <a:pt x="103" y="7"/>
                  </a:cubicBezTo>
                  <a:cubicBezTo>
                    <a:pt x="105" y="6"/>
                    <a:pt x="108" y="5"/>
                    <a:pt x="109" y="4"/>
                  </a:cubicBezTo>
                  <a:cubicBezTo>
                    <a:pt x="110" y="3"/>
                    <a:pt x="111" y="3"/>
                    <a:pt x="112" y="3"/>
                  </a:cubicBezTo>
                  <a:cubicBezTo>
                    <a:pt x="112" y="3"/>
                    <a:pt x="113" y="3"/>
                    <a:pt x="113" y="3"/>
                  </a:cubicBezTo>
                  <a:cubicBezTo>
                    <a:pt x="114" y="4"/>
                    <a:pt x="114" y="5"/>
                    <a:pt x="114" y="6"/>
                  </a:cubicBezTo>
                  <a:cubicBezTo>
                    <a:pt x="115" y="6"/>
                    <a:pt x="115" y="6"/>
                    <a:pt x="116" y="6"/>
                  </a:cubicBezTo>
                  <a:cubicBezTo>
                    <a:pt x="117" y="6"/>
                    <a:pt x="118" y="6"/>
                    <a:pt x="118" y="6"/>
                  </a:cubicBezTo>
                  <a:cubicBezTo>
                    <a:pt x="119" y="6"/>
                    <a:pt x="120" y="6"/>
                    <a:pt x="120" y="6"/>
                  </a:cubicBezTo>
                  <a:cubicBezTo>
                    <a:pt x="120" y="6"/>
                    <a:pt x="121" y="6"/>
                    <a:pt x="121" y="6"/>
                  </a:cubicBezTo>
                  <a:cubicBezTo>
                    <a:pt x="121" y="6"/>
                    <a:pt x="121" y="7"/>
                    <a:pt x="121" y="7"/>
                  </a:cubicBezTo>
                  <a:cubicBezTo>
                    <a:pt x="121" y="8"/>
                    <a:pt x="121" y="9"/>
                    <a:pt x="121" y="9"/>
                  </a:cubicBezTo>
                  <a:cubicBezTo>
                    <a:pt x="122" y="10"/>
                    <a:pt x="122" y="12"/>
                    <a:pt x="122" y="13"/>
                  </a:cubicBezTo>
                  <a:cubicBezTo>
                    <a:pt x="123" y="14"/>
                    <a:pt x="123" y="16"/>
                    <a:pt x="123" y="17"/>
                  </a:cubicBezTo>
                  <a:cubicBezTo>
                    <a:pt x="123" y="19"/>
                    <a:pt x="122" y="22"/>
                    <a:pt x="122" y="24"/>
                  </a:cubicBezTo>
                  <a:cubicBezTo>
                    <a:pt x="122" y="24"/>
                    <a:pt x="122" y="26"/>
                    <a:pt x="123" y="27"/>
                  </a:cubicBezTo>
                  <a:cubicBezTo>
                    <a:pt x="123" y="28"/>
                    <a:pt x="125" y="30"/>
                    <a:pt x="126" y="31"/>
                  </a:cubicBezTo>
                  <a:cubicBezTo>
                    <a:pt x="126" y="32"/>
                    <a:pt x="128" y="33"/>
                    <a:pt x="128" y="33"/>
                  </a:cubicBezTo>
                  <a:cubicBezTo>
                    <a:pt x="129" y="34"/>
                    <a:pt x="130" y="36"/>
                    <a:pt x="131" y="37"/>
                  </a:cubicBezTo>
                  <a:cubicBezTo>
                    <a:pt x="131" y="38"/>
                    <a:pt x="132" y="39"/>
                    <a:pt x="132" y="40"/>
                  </a:cubicBezTo>
                  <a:cubicBezTo>
                    <a:pt x="132" y="41"/>
                    <a:pt x="133" y="42"/>
                    <a:pt x="133" y="43"/>
                  </a:cubicBezTo>
                  <a:cubicBezTo>
                    <a:pt x="134" y="43"/>
                    <a:pt x="135" y="44"/>
                    <a:pt x="136" y="44"/>
                  </a:cubicBezTo>
                  <a:cubicBezTo>
                    <a:pt x="136" y="45"/>
                    <a:pt x="138" y="45"/>
                    <a:pt x="138" y="4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3" name="Freeform 142"/>
            <p:cNvSpPr>
              <a:spLocks/>
            </p:cNvSpPr>
            <p:nvPr/>
          </p:nvSpPr>
          <p:spPr bwMode="auto">
            <a:xfrm>
              <a:off x="1555751" y="1222376"/>
              <a:ext cx="484188" cy="436563"/>
            </a:xfrm>
            <a:custGeom>
              <a:avLst/>
              <a:gdLst/>
              <a:ahLst/>
              <a:cxnLst>
                <a:cxn ang="0">
                  <a:pos x="6" y="172"/>
                </a:cxn>
                <a:cxn ang="0">
                  <a:pos x="6" y="154"/>
                </a:cxn>
                <a:cxn ang="0">
                  <a:pos x="15" y="148"/>
                </a:cxn>
                <a:cxn ang="0">
                  <a:pos x="26" y="149"/>
                </a:cxn>
                <a:cxn ang="0">
                  <a:pos x="44" y="147"/>
                </a:cxn>
                <a:cxn ang="0">
                  <a:pos x="61" y="139"/>
                </a:cxn>
                <a:cxn ang="0">
                  <a:pos x="67" y="124"/>
                </a:cxn>
                <a:cxn ang="0">
                  <a:pos x="88" y="104"/>
                </a:cxn>
                <a:cxn ang="0">
                  <a:pos x="106" y="102"/>
                </a:cxn>
                <a:cxn ang="0">
                  <a:pos x="110" y="80"/>
                </a:cxn>
                <a:cxn ang="0">
                  <a:pos x="101" y="70"/>
                </a:cxn>
                <a:cxn ang="0">
                  <a:pos x="106" y="61"/>
                </a:cxn>
                <a:cxn ang="0">
                  <a:pos x="108" y="52"/>
                </a:cxn>
                <a:cxn ang="0">
                  <a:pos x="123" y="38"/>
                </a:cxn>
                <a:cxn ang="0">
                  <a:pos x="132" y="47"/>
                </a:cxn>
                <a:cxn ang="0">
                  <a:pos x="144" y="43"/>
                </a:cxn>
                <a:cxn ang="0">
                  <a:pos x="132" y="28"/>
                </a:cxn>
                <a:cxn ang="0">
                  <a:pos x="127" y="4"/>
                </a:cxn>
                <a:cxn ang="0">
                  <a:pos x="143" y="5"/>
                </a:cxn>
                <a:cxn ang="0">
                  <a:pos x="160" y="9"/>
                </a:cxn>
                <a:cxn ang="0">
                  <a:pos x="184" y="5"/>
                </a:cxn>
                <a:cxn ang="0">
                  <a:pos x="193" y="5"/>
                </a:cxn>
                <a:cxn ang="0">
                  <a:pos x="210" y="1"/>
                </a:cxn>
                <a:cxn ang="0">
                  <a:pos x="227" y="2"/>
                </a:cxn>
                <a:cxn ang="0">
                  <a:pos x="239" y="11"/>
                </a:cxn>
                <a:cxn ang="0">
                  <a:pos x="249" y="29"/>
                </a:cxn>
                <a:cxn ang="0">
                  <a:pos x="255" y="48"/>
                </a:cxn>
                <a:cxn ang="0">
                  <a:pos x="256" y="56"/>
                </a:cxn>
                <a:cxn ang="0">
                  <a:pos x="231" y="91"/>
                </a:cxn>
                <a:cxn ang="0">
                  <a:pos x="227" y="88"/>
                </a:cxn>
                <a:cxn ang="0">
                  <a:pos x="222" y="117"/>
                </a:cxn>
                <a:cxn ang="0">
                  <a:pos x="208" y="120"/>
                </a:cxn>
                <a:cxn ang="0">
                  <a:pos x="194" y="116"/>
                </a:cxn>
                <a:cxn ang="0">
                  <a:pos x="191" y="136"/>
                </a:cxn>
                <a:cxn ang="0">
                  <a:pos x="185" y="141"/>
                </a:cxn>
                <a:cxn ang="0">
                  <a:pos x="189" y="147"/>
                </a:cxn>
                <a:cxn ang="0">
                  <a:pos x="204" y="143"/>
                </a:cxn>
                <a:cxn ang="0">
                  <a:pos x="219" y="145"/>
                </a:cxn>
                <a:cxn ang="0">
                  <a:pos x="207" y="176"/>
                </a:cxn>
                <a:cxn ang="0">
                  <a:pos x="187" y="219"/>
                </a:cxn>
                <a:cxn ang="0">
                  <a:pos x="175" y="232"/>
                </a:cxn>
                <a:cxn ang="0">
                  <a:pos x="159" y="221"/>
                </a:cxn>
                <a:cxn ang="0">
                  <a:pos x="149" y="209"/>
                </a:cxn>
                <a:cxn ang="0">
                  <a:pos x="144" y="194"/>
                </a:cxn>
                <a:cxn ang="0">
                  <a:pos x="137" y="182"/>
                </a:cxn>
                <a:cxn ang="0">
                  <a:pos x="125" y="178"/>
                </a:cxn>
                <a:cxn ang="0">
                  <a:pos x="110" y="176"/>
                </a:cxn>
                <a:cxn ang="0">
                  <a:pos x="91" y="177"/>
                </a:cxn>
                <a:cxn ang="0">
                  <a:pos x="87" y="190"/>
                </a:cxn>
                <a:cxn ang="0">
                  <a:pos x="83" y="192"/>
                </a:cxn>
                <a:cxn ang="0">
                  <a:pos x="70" y="190"/>
                </a:cxn>
                <a:cxn ang="0">
                  <a:pos x="60" y="194"/>
                </a:cxn>
                <a:cxn ang="0">
                  <a:pos x="48" y="195"/>
                </a:cxn>
                <a:cxn ang="0">
                  <a:pos x="40" y="194"/>
                </a:cxn>
                <a:cxn ang="0">
                  <a:pos x="33" y="192"/>
                </a:cxn>
                <a:cxn ang="0">
                  <a:pos x="25" y="182"/>
                </a:cxn>
                <a:cxn ang="0">
                  <a:pos x="15" y="185"/>
                </a:cxn>
                <a:cxn ang="0">
                  <a:pos x="3" y="185"/>
                </a:cxn>
              </a:cxnLst>
              <a:rect l="0" t="0" r="r" b="b"/>
              <a:pathLst>
                <a:path w="257" h="232">
                  <a:moveTo>
                    <a:pt x="1" y="183"/>
                  </a:moveTo>
                  <a:cubicBezTo>
                    <a:pt x="0" y="183"/>
                    <a:pt x="0" y="182"/>
                    <a:pt x="1" y="182"/>
                  </a:cubicBezTo>
                  <a:cubicBezTo>
                    <a:pt x="1" y="181"/>
                    <a:pt x="1" y="180"/>
                    <a:pt x="1" y="179"/>
                  </a:cubicBezTo>
                  <a:cubicBezTo>
                    <a:pt x="2" y="178"/>
                    <a:pt x="3" y="177"/>
                    <a:pt x="3" y="177"/>
                  </a:cubicBezTo>
                  <a:cubicBezTo>
                    <a:pt x="4" y="176"/>
                    <a:pt x="5" y="175"/>
                    <a:pt x="5" y="175"/>
                  </a:cubicBezTo>
                  <a:cubicBezTo>
                    <a:pt x="6" y="174"/>
                    <a:pt x="6" y="172"/>
                    <a:pt x="6" y="172"/>
                  </a:cubicBezTo>
                  <a:cubicBezTo>
                    <a:pt x="7" y="171"/>
                    <a:pt x="7" y="169"/>
                    <a:pt x="7" y="169"/>
                  </a:cubicBezTo>
                  <a:cubicBezTo>
                    <a:pt x="7" y="168"/>
                    <a:pt x="7" y="166"/>
                    <a:pt x="7" y="165"/>
                  </a:cubicBezTo>
                  <a:cubicBezTo>
                    <a:pt x="7" y="164"/>
                    <a:pt x="7" y="162"/>
                    <a:pt x="7" y="162"/>
                  </a:cubicBezTo>
                  <a:cubicBezTo>
                    <a:pt x="7" y="161"/>
                    <a:pt x="8" y="159"/>
                    <a:pt x="8" y="158"/>
                  </a:cubicBezTo>
                  <a:cubicBezTo>
                    <a:pt x="8" y="158"/>
                    <a:pt x="7" y="157"/>
                    <a:pt x="7" y="156"/>
                  </a:cubicBezTo>
                  <a:cubicBezTo>
                    <a:pt x="7" y="156"/>
                    <a:pt x="6" y="154"/>
                    <a:pt x="6" y="154"/>
                  </a:cubicBezTo>
                  <a:cubicBezTo>
                    <a:pt x="6" y="153"/>
                    <a:pt x="6" y="152"/>
                    <a:pt x="6" y="152"/>
                  </a:cubicBezTo>
                  <a:cubicBezTo>
                    <a:pt x="7" y="152"/>
                    <a:pt x="7" y="151"/>
                    <a:pt x="8" y="151"/>
                  </a:cubicBezTo>
                  <a:cubicBezTo>
                    <a:pt x="8" y="150"/>
                    <a:pt x="10" y="150"/>
                    <a:pt x="11" y="150"/>
                  </a:cubicBezTo>
                  <a:cubicBezTo>
                    <a:pt x="11" y="149"/>
                    <a:pt x="13" y="147"/>
                    <a:pt x="13" y="147"/>
                  </a:cubicBezTo>
                  <a:cubicBezTo>
                    <a:pt x="14" y="147"/>
                    <a:pt x="14" y="147"/>
                    <a:pt x="15" y="146"/>
                  </a:cubicBezTo>
                  <a:cubicBezTo>
                    <a:pt x="15" y="147"/>
                    <a:pt x="15" y="147"/>
                    <a:pt x="15" y="148"/>
                  </a:cubicBezTo>
                  <a:cubicBezTo>
                    <a:pt x="15" y="149"/>
                    <a:pt x="15" y="150"/>
                    <a:pt x="15" y="151"/>
                  </a:cubicBezTo>
                  <a:cubicBezTo>
                    <a:pt x="15" y="151"/>
                    <a:pt x="17" y="152"/>
                    <a:pt x="17" y="152"/>
                  </a:cubicBezTo>
                  <a:cubicBezTo>
                    <a:pt x="18" y="152"/>
                    <a:pt x="19" y="152"/>
                    <a:pt x="19" y="152"/>
                  </a:cubicBezTo>
                  <a:cubicBezTo>
                    <a:pt x="20" y="151"/>
                    <a:pt x="20" y="150"/>
                    <a:pt x="21" y="150"/>
                  </a:cubicBezTo>
                  <a:cubicBezTo>
                    <a:pt x="21" y="150"/>
                    <a:pt x="23" y="150"/>
                    <a:pt x="24" y="150"/>
                  </a:cubicBezTo>
                  <a:cubicBezTo>
                    <a:pt x="24" y="150"/>
                    <a:pt x="25" y="149"/>
                    <a:pt x="26" y="149"/>
                  </a:cubicBezTo>
                  <a:cubicBezTo>
                    <a:pt x="27" y="149"/>
                    <a:pt x="28" y="149"/>
                    <a:pt x="29" y="149"/>
                  </a:cubicBezTo>
                  <a:cubicBezTo>
                    <a:pt x="29" y="149"/>
                    <a:pt x="30" y="148"/>
                    <a:pt x="30" y="148"/>
                  </a:cubicBezTo>
                  <a:cubicBezTo>
                    <a:pt x="31" y="148"/>
                    <a:pt x="32" y="149"/>
                    <a:pt x="32" y="149"/>
                  </a:cubicBezTo>
                  <a:cubicBezTo>
                    <a:pt x="33" y="149"/>
                    <a:pt x="35" y="149"/>
                    <a:pt x="36" y="148"/>
                  </a:cubicBezTo>
                  <a:cubicBezTo>
                    <a:pt x="37" y="148"/>
                    <a:pt x="39" y="149"/>
                    <a:pt x="40" y="148"/>
                  </a:cubicBezTo>
                  <a:cubicBezTo>
                    <a:pt x="41" y="148"/>
                    <a:pt x="43" y="147"/>
                    <a:pt x="44" y="147"/>
                  </a:cubicBezTo>
                  <a:cubicBezTo>
                    <a:pt x="45" y="147"/>
                    <a:pt x="47" y="145"/>
                    <a:pt x="49" y="145"/>
                  </a:cubicBezTo>
                  <a:cubicBezTo>
                    <a:pt x="49" y="145"/>
                    <a:pt x="51" y="145"/>
                    <a:pt x="52" y="145"/>
                  </a:cubicBezTo>
                  <a:cubicBezTo>
                    <a:pt x="53" y="145"/>
                    <a:pt x="55" y="144"/>
                    <a:pt x="56" y="144"/>
                  </a:cubicBezTo>
                  <a:cubicBezTo>
                    <a:pt x="57" y="144"/>
                    <a:pt x="59" y="143"/>
                    <a:pt x="59" y="142"/>
                  </a:cubicBezTo>
                  <a:cubicBezTo>
                    <a:pt x="60" y="142"/>
                    <a:pt x="61" y="141"/>
                    <a:pt x="62" y="141"/>
                  </a:cubicBezTo>
                  <a:cubicBezTo>
                    <a:pt x="62" y="140"/>
                    <a:pt x="62" y="139"/>
                    <a:pt x="61" y="139"/>
                  </a:cubicBezTo>
                  <a:cubicBezTo>
                    <a:pt x="61" y="138"/>
                    <a:pt x="60" y="137"/>
                    <a:pt x="59" y="137"/>
                  </a:cubicBezTo>
                  <a:cubicBezTo>
                    <a:pt x="59" y="136"/>
                    <a:pt x="57" y="134"/>
                    <a:pt x="57" y="133"/>
                  </a:cubicBezTo>
                  <a:cubicBezTo>
                    <a:pt x="57" y="132"/>
                    <a:pt x="57" y="131"/>
                    <a:pt x="57" y="130"/>
                  </a:cubicBezTo>
                  <a:cubicBezTo>
                    <a:pt x="57" y="129"/>
                    <a:pt x="58" y="126"/>
                    <a:pt x="59" y="125"/>
                  </a:cubicBezTo>
                  <a:cubicBezTo>
                    <a:pt x="60" y="125"/>
                    <a:pt x="62" y="124"/>
                    <a:pt x="63" y="124"/>
                  </a:cubicBezTo>
                  <a:cubicBezTo>
                    <a:pt x="64" y="124"/>
                    <a:pt x="66" y="124"/>
                    <a:pt x="67" y="124"/>
                  </a:cubicBezTo>
                  <a:cubicBezTo>
                    <a:pt x="68" y="123"/>
                    <a:pt x="72" y="121"/>
                    <a:pt x="73" y="120"/>
                  </a:cubicBezTo>
                  <a:cubicBezTo>
                    <a:pt x="74" y="119"/>
                    <a:pt x="74" y="117"/>
                    <a:pt x="75" y="116"/>
                  </a:cubicBezTo>
                  <a:cubicBezTo>
                    <a:pt x="75" y="115"/>
                    <a:pt x="76" y="112"/>
                    <a:pt x="77" y="111"/>
                  </a:cubicBezTo>
                  <a:cubicBezTo>
                    <a:pt x="78" y="110"/>
                    <a:pt x="79" y="109"/>
                    <a:pt x="80" y="109"/>
                  </a:cubicBezTo>
                  <a:cubicBezTo>
                    <a:pt x="82" y="108"/>
                    <a:pt x="85" y="106"/>
                    <a:pt x="86" y="105"/>
                  </a:cubicBezTo>
                  <a:cubicBezTo>
                    <a:pt x="87" y="105"/>
                    <a:pt x="88" y="104"/>
                    <a:pt x="88" y="104"/>
                  </a:cubicBezTo>
                  <a:cubicBezTo>
                    <a:pt x="89" y="104"/>
                    <a:pt x="91" y="104"/>
                    <a:pt x="91" y="104"/>
                  </a:cubicBezTo>
                  <a:cubicBezTo>
                    <a:pt x="92" y="104"/>
                    <a:pt x="94" y="104"/>
                    <a:pt x="94" y="105"/>
                  </a:cubicBezTo>
                  <a:cubicBezTo>
                    <a:pt x="95" y="105"/>
                    <a:pt x="97" y="106"/>
                    <a:pt x="97" y="106"/>
                  </a:cubicBezTo>
                  <a:cubicBezTo>
                    <a:pt x="98" y="107"/>
                    <a:pt x="99" y="107"/>
                    <a:pt x="100" y="107"/>
                  </a:cubicBezTo>
                  <a:cubicBezTo>
                    <a:pt x="100" y="107"/>
                    <a:pt x="101" y="106"/>
                    <a:pt x="102" y="106"/>
                  </a:cubicBezTo>
                  <a:cubicBezTo>
                    <a:pt x="103" y="105"/>
                    <a:pt x="105" y="103"/>
                    <a:pt x="106" y="102"/>
                  </a:cubicBezTo>
                  <a:cubicBezTo>
                    <a:pt x="107" y="101"/>
                    <a:pt x="108" y="98"/>
                    <a:pt x="109" y="96"/>
                  </a:cubicBezTo>
                  <a:cubicBezTo>
                    <a:pt x="109" y="96"/>
                    <a:pt x="110" y="94"/>
                    <a:pt x="109" y="93"/>
                  </a:cubicBezTo>
                  <a:cubicBezTo>
                    <a:pt x="109" y="92"/>
                    <a:pt x="108" y="90"/>
                    <a:pt x="108" y="89"/>
                  </a:cubicBezTo>
                  <a:cubicBezTo>
                    <a:pt x="108" y="88"/>
                    <a:pt x="107" y="86"/>
                    <a:pt x="107" y="85"/>
                  </a:cubicBezTo>
                  <a:cubicBezTo>
                    <a:pt x="108" y="84"/>
                    <a:pt x="108" y="83"/>
                    <a:pt x="109" y="82"/>
                  </a:cubicBezTo>
                  <a:cubicBezTo>
                    <a:pt x="109" y="82"/>
                    <a:pt x="110" y="81"/>
                    <a:pt x="110" y="80"/>
                  </a:cubicBezTo>
                  <a:cubicBezTo>
                    <a:pt x="110" y="79"/>
                    <a:pt x="109" y="78"/>
                    <a:pt x="109" y="78"/>
                  </a:cubicBezTo>
                  <a:cubicBezTo>
                    <a:pt x="108" y="77"/>
                    <a:pt x="106" y="76"/>
                    <a:pt x="105" y="75"/>
                  </a:cubicBezTo>
                  <a:cubicBezTo>
                    <a:pt x="105" y="75"/>
                    <a:pt x="104" y="74"/>
                    <a:pt x="104" y="74"/>
                  </a:cubicBezTo>
                  <a:cubicBezTo>
                    <a:pt x="103" y="74"/>
                    <a:pt x="102" y="73"/>
                    <a:pt x="102" y="73"/>
                  </a:cubicBezTo>
                  <a:cubicBezTo>
                    <a:pt x="102" y="73"/>
                    <a:pt x="101" y="72"/>
                    <a:pt x="101" y="72"/>
                  </a:cubicBezTo>
                  <a:cubicBezTo>
                    <a:pt x="101" y="71"/>
                    <a:pt x="101" y="70"/>
                    <a:pt x="101" y="70"/>
                  </a:cubicBezTo>
                  <a:cubicBezTo>
                    <a:pt x="101" y="69"/>
                    <a:pt x="102" y="68"/>
                    <a:pt x="103" y="68"/>
                  </a:cubicBezTo>
                  <a:cubicBezTo>
                    <a:pt x="104" y="67"/>
                    <a:pt x="105" y="66"/>
                    <a:pt x="105" y="65"/>
                  </a:cubicBezTo>
                  <a:cubicBezTo>
                    <a:pt x="106" y="65"/>
                    <a:pt x="107" y="65"/>
                    <a:pt x="108" y="65"/>
                  </a:cubicBezTo>
                  <a:cubicBezTo>
                    <a:pt x="108" y="64"/>
                    <a:pt x="109" y="64"/>
                    <a:pt x="109" y="63"/>
                  </a:cubicBezTo>
                  <a:cubicBezTo>
                    <a:pt x="109" y="63"/>
                    <a:pt x="108" y="62"/>
                    <a:pt x="107" y="62"/>
                  </a:cubicBezTo>
                  <a:cubicBezTo>
                    <a:pt x="107" y="62"/>
                    <a:pt x="106" y="61"/>
                    <a:pt x="106" y="61"/>
                  </a:cubicBezTo>
                  <a:cubicBezTo>
                    <a:pt x="105" y="61"/>
                    <a:pt x="103" y="61"/>
                    <a:pt x="103" y="61"/>
                  </a:cubicBezTo>
                  <a:cubicBezTo>
                    <a:pt x="102" y="61"/>
                    <a:pt x="102" y="60"/>
                    <a:pt x="102" y="60"/>
                  </a:cubicBezTo>
                  <a:cubicBezTo>
                    <a:pt x="102" y="59"/>
                    <a:pt x="102" y="58"/>
                    <a:pt x="102" y="57"/>
                  </a:cubicBezTo>
                  <a:cubicBezTo>
                    <a:pt x="102" y="56"/>
                    <a:pt x="103" y="55"/>
                    <a:pt x="103" y="54"/>
                  </a:cubicBezTo>
                  <a:cubicBezTo>
                    <a:pt x="104" y="54"/>
                    <a:pt x="105" y="53"/>
                    <a:pt x="105" y="53"/>
                  </a:cubicBezTo>
                  <a:cubicBezTo>
                    <a:pt x="106" y="52"/>
                    <a:pt x="107" y="52"/>
                    <a:pt x="108" y="52"/>
                  </a:cubicBezTo>
                  <a:cubicBezTo>
                    <a:pt x="109" y="51"/>
                    <a:pt x="112" y="51"/>
                    <a:pt x="113" y="51"/>
                  </a:cubicBezTo>
                  <a:cubicBezTo>
                    <a:pt x="114" y="50"/>
                    <a:pt x="116" y="50"/>
                    <a:pt x="116" y="49"/>
                  </a:cubicBezTo>
                  <a:cubicBezTo>
                    <a:pt x="117" y="48"/>
                    <a:pt x="117" y="47"/>
                    <a:pt x="117" y="46"/>
                  </a:cubicBezTo>
                  <a:cubicBezTo>
                    <a:pt x="117" y="46"/>
                    <a:pt x="116" y="44"/>
                    <a:pt x="117" y="44"/>
                  </a:cubicBezTo>
                  <a:cubicBezTo>
                    <a:pt x="117" y="43"/>
                    <a:pt x="119" y="41"/>
                    <a:pt x="120" y="41"/>
                  </a:cubicBezTo>
                  <a:cubicBezTo>
                    <a:pt x="121" y="40"/>
                    <a:pt x="122" y="39"/>
                    <a:pt x="123" y="38"/>
                  </a:cubicBezTo>
                  <a:cubicBezTo>
                    <a:pt x="123" y="38"/>
                    <a:pt x="124" y="39"/>
                    <a:pt x="124" y="39"/>
                  </a:cubicBezTo>
                  <a:cubicBezTo>
                    <a:pt x="125" y="39"/>
                    <a:pt x="125" y="40"/>
                    <a:pt x="125" y="41"/>
                  </a:cubicBezTo>
                  <a:cubicBezTo>
                    <a:pt x="125" y="42"/>
                    <a:pt x="124" y="43"/>
                    <a:pt x="124" y="44"/>
                  </a:cubicBezTo>
                  <a:cubicBezTo>
                    <a:pt x="124" y="44"/>
                    <a:pt x="125" y="46"/>
                    <a:pt x="126" y="46"/>
                  </a:cubicBezTo>
                  <a:cubicBezTo>
                    <a:pt x="127" y="47"/>
                    <a:pt x="128" y="47"/>
                    <a:pt x="129" y="47"/>
                  </a:cubicBezTo>
                  <a:cubicBezTo>
                    <a:pt x="130" y="47"/>
                    <a:pt x="132" y="47"/>
                    <a:pt x="132" y="47"/>
                  </a:cubicBezTo>
                  <a:cubicBezTo>
                    <a:pt x="133" y="48"/>
                    <a:pt x="134" y="48"/>
                    <a:pt x="135" y="49"/>
                  </a:cubicBezTo>
                  <a:cubicBezTo>
                    <a:pt x="135" y="49"/>
                    <a:pt x="136" y="48"/>
                    <a:pt x="137" y="48"/>
                  </a:cubicBezTo>
                  <a:cubicBezTo>
                    <a:pt x="137" y="48"/>
                    <a:pt x="138" y="48"/>
                    <a:pt x="139" y="47"/>
                  </a:cubicBezTo>
                  <a:cubicBezTo>
                    <a:pt x="140" y="47"/>
                    <a:pt x="141" y="46"/>
                    <a:pt x="142" y="45"/>
                  </a:cubicBezTo>
                  <a:cubicBezTo>
                    <a:pt x="142" y="45"/>
                    <a:pt x="143" y="45"/>
                    <a:pt x="143" y="44"/>
                  </a:cubicBezTo>
                  <a:cubicBezTo>
                    <a:pt x="144" y="44"/>
                    <a:pt x="144" y="43"/>
                    <a:pt x="144" y="43"/>
                  </a:cubicBezTo>
                  <a:cubicBezTo>
                    <a:pt x="144" y="42"/>
                    <a:pt x="142" y="42"/>
                    <a:pt x="142" y="41"/>
                  </a:cubicBezTo>
                  <a:cubicBezTo>
                    <a:pt x="141" y="41"/>
                    <a:pt x="140" y="40"/>
                    <a:pt x="139" y="40"/>
                  </a:cubicBezTo>
                  <a:cubicBezTo>
                    <a:pt x="139" y="39"/>
                    <a:pt x="138" y="38"/>
                    <a:pt x="138" y="37"/>
                  </a:cubicBezTo>
                  <a:cubicBezTo>
                    <a:pt x="138" y="36"/>
                    <a:pt x="137" y="35"/>
                    <a:pt x="137" y="34"/>
                  </a:cubicBezTo>
                  <a:cubicBezTo>
                    <a:pt x="136" y="33"/>
                    <a:pt x="135" y="31"/>
                    <a:pt x="134" y="30"/>
                  </a:cubicBezTo>
                  <a:cubicBezTo>
                    <a:pt x="134" y="30"/>
                    <a:pt x="132" y="29"/>
                    <a:pt x="132" y="28"/>
                  </a:cubicBezTo>
                  <a:cubicBezTo>
                    <a:pt x="131" y="27"/>
                    <a:pt x="129" y="25"/>
                    <a:pt x="129" y="24"/>
                  </a:cubicBezTo>
                  <a:cubicBezTo>
                    <a:pt x="128" y="23"/>
                    <a:pt x="128" y="21"/>
                    <a:pt x="128" y="21"/>
                  </a:cubicBezTo>
                  <a:cubicBezTo>
                    <a:pt x="128" y="19"/>
                    <a:pt x="129" y="16"/>
                    <a:pt x="129" y="14"/>
                  </a:cubicBezTo>
                  <a:cubicBezTo>
                    <a:pt x="129" y="13"/>
                    <a:pt x="129" y="11"/>
                    <a:pt x="128" y="10"/>
                  </a:cubicBezTo>
                  <a:cubicBezTo>
                    <a:pt x="128" y="9"/>
                    <a:pt x="128" y="7"/>
                    <a:pt x="127" y="6"/>
                  </a:cubicBezTo>
                  <a:cubicBezTo>
                    <a:pt x="127" y="6"/>
                    <a:pt x="127" y="5"/>
                    <a:pt x="127" y="4"/>
                  </a:cubicBezTo>
                  <a:cubicBezTo>
                    <a:pt x="127" y="4"/>
                    <a:pt x="127" y="3"/>
                    <a:pt x="127" y="3"/>
                  </a:cubicBezTo>
                  <a:cubicBezTo>
                    <a:pt x="127" y="3"/>
                    <a:pt x="129" y="3"/>
                    <a:pt x="130" y="3"/>
                  </a:cubicBezTo>
                  <a:cubicBezTo>
                    <a:pt x="130" y="3"/>
                    <a:pt x="131" y="5"/>
                    <a:pt x="132" y="5"/>
                  </a:cubicBezTo>
                  <a:cubicBezTo>
                    <a:pt x="133" y="5"/>
                    <a:pt x="135" y="4"/>
                    <a:pt x="137" y="4"/>
                  </a:cubicBezTo>
                  <a:cubicBezTo>
                    <a:pt x="138" y="4"/>
                    <a:pt x="140" y="5"/>
                    <a:pt x="140" y="5"/>
                  </a:cubicBezTo>
                  <a:cubicBezTo>
                    <a:pt x="141" y="5"/>
                    <a:pt x="143" y="5"/>
                    <a:pt x="143" y="5"/>
                  </a:cubicBezTo>
                  <a:cubicBezTo>
                    <a:pt x="144" y="6"/>
                    <a:pt x="146" y="6"/>
                    <a:pt x="147" y="6"/>
                  </a:cubicBezTo>
                  <a:cubicBezTo>
                    <a:pt x="148" y="6"/>
                    <a:pt x="149" y="6"/>
                    <a:pt x="149" y="6"/>
                  </a:cubicBezTo>
                  <a:cubicBezTo>
                    <a:pt x="150" y="6"/>
                    <a:pt x="151" y="7"/>
                    <a:pt x="152" y="7"/>
                  </a:cubicBezTo>
                  <a:cubicBezTo>
                    <a:pt x="153" y="7"/>
                    <a:pt x="155" y="7"/>
                    <a:pt x="155" y="7"/>
                  </a:cubicBezTo>
                  <a:cubicBezTo>
                    <a:pt x="156" y="7"/>
                    <a:pt x="157" y="8"/>
                    <a:pt x="157" y="8"/>
                  </a:cubicBezTo>
                  <a:cubicBezTo>
                    <a:pt x="158" y="8"/>
                    <a:pt x="159" y="9"/>
                    <a:pt x="160" y="9"/>
                  </a:cubicBezTo>
                  <a:cubicBezTo>
                    <a:pt x="161" y="9"/>
                    <a:pt x="162" y="9"/>
                    <a:pt x="162" y="9"/>
                  </a:cubicBezTo>
                  <a:cubicBezTo>
                    <a:pt x="163" y="9"/>
                    <a:pt x="165" y="8"/>
                    <a:pt x="166" y="8"/>
                  </a:cubicBezTo>
                  <a:cubicBezTo>
                    <a:pt x="168" y="8"/>
                    <a:pt x="171" y="7"/>
                    <a:pt x="172" y="7"/>
                  </a:cubicBezTo>
                  <a:cubicBezTo>
                    <a:pt x="173" y="7"/>
                    <a:pt x="176" y="6"/>
                    <a:pt x="177" y="6"/>
                  </a:cubicBezTo>
                  <a:cubicBezTo>
                    <a:pt x="178" y="6"/>
                    <a:pt x="180" y="7"/>
                    <a:pt x="181" y="7"/>
                  </a:cubicBezTo>
                  <a:cubicBezTo>
                    <a:pt x="182" y="7"/>
                    <a:pt x="183" y="6"/>
                    <a:pt x="184" y="5"/>
                  </a:cubicBezTo>
                  <a:cubicBezTo>
                    <a:pt x="184" y="5"/>
                    <a:pt x="184" y="4"/>
                    <a:pt x="185" y="3"/>
                  </a:cubicBezTo>
                  <a:cubicBezTo>
                    <a:pt x="185" y="3"/>
                    <a:pt x="186" y="2"/>
                    <a:pt x="186" y="1"/>
                  </a:cubicBezTo>
                  <a:cubicBezTo>
                    <a:pt x="186" y="1"/>
                    <a:pt x="187" y="1"/>
                    <a:pt x="188" y="1"/>
                  </a:cubicBezTo>
                  <a:cubicBezTo>
                    <a:pt x="188" y="1"/>
                    <a:pt x="188" y="2"/>
                    <a:pt x="188" y="2"/>
                  </a:cubicBezTo>
                  <a:cubicBezTo>
                    <a:pt x="188" y="3"/>
                    <a:pt x="189" y="4"/>
                    <a:pt x="189" y="4"/>
                  </a:cubicBezTo>
                  <a:cubicBezTo>
                    <a:pt x="190" y="5"/>
                    <a:pt x="192" y="5"/>
                    <a:pt x="193" y="5"/>
                  </a:cubicBezTo>
                  <a:cubicBezTo>
                    <a:pt x="193" y="5"/>
                    <a:pt x="194" y="5"/>
                    <a:pt x="195" y="5"/>
                  </a:cubicBezTo>
                  <a:cubicBezTo>
                    <a:pt x="195" y="5"/>
                    <a:pt x="197" y="6"/>
                    <a:pt x="197" y="6"/>
                  </a:cubicBezTo>
                  <a:cubicBezTo>
                    <a:pt x="198" y="7"/>
                    <a:pt x="200" y="7"/>
                    <a:pt x="201" y="7"/>
                  </a:cubicBezTo>
                  <a:cubicBezTo>
                    <a:pt x="202" y="7"/>
                    <a:pt x="204" y="6"/>
                    <a:pt x="205" y="5"/>
                  </a:cubicBezTo>
                  <a:cubicBezTo>
                    <a:pt x="205" y="5"/>
                    <a:pt x="206" y="3"/>
                    <a:pt x="206" y="3"/>
                  </a:cubicBezTo>
                  <a:cubicBezTo>
                    <a:pt x="207" y="2"/>
                    <a:pt x="209" y="1"/>
                    <a:pt x="210" y="1"/>
                  </a:cubicBezTo>
                  <a:cubicBezTo>
                    <a:pt x="210" y="0"/>
                    <a:pt x="212" y="0"/>
                    <a:pt x="212" y="0"/>
                  </a:cubicBezTo>
                  <a:cubicBezTo>
                    <a:pt x="213" y="0"/>
                    <a:pt x="215" y="1"/>
                    <a:pt x="216" y="1"/>
                  </a:cubicBezTo>
                  <a:cubicBezTo>
                    <a:pt x="217" y="1"/>
                    <a:pt x="219" y="1"/>
                    <a:pt x="220" y="1"/>
                  </a:cubicBezTo>
                  <a:cubicBezTo>
                    <a:pt x="221" y="1"/>
                    <a:pt x="223" y="0"/>
                    <a:pt x="224" y="0"/>
                  </a:cubicBezTo>
                  <a:cubicBezTo>
                    <a:pt x="224" y="0"/>
                    <a:pt x="225" y="0"/>
                    <a:pt x="225" y="0"/>
                  </a:cubicBezTo>
                  <a:cubicBezTo>
                    <a:pt x="226" y="0"/>
                    <a:pt x="226" y="1"/>
                    <a:pt x="227" y="2"/>
                  </a:cubicBezTo>
                  <a:cubicBezTo>
                    <a:pt x="227" y="2"/>
                    <a:pt x="227" y="4"/>
                    <a:pt x="227" y="4"/>
                  </a:cubicBezTo>
                  <a:cubicBezTo>
                    <a:pt x="228" y="5"/>
                    <a:pt x="229" y="5"/>
                    <a:pt x="230" y="5"/>
                  </a:cubicBezTo>
                  <a:cubicBezTo>
                    <a:pt x="231" y="6"/>
                    <a:pt x="233" y="5"/>
                    <a:pt x="234" y="6"/>
                  </a:cubicBezTo>
                  <a:cubicBezTo>
                    <a:pt x="234" y="6"/>
                    <a:pt x="235" y="6"/>
                    <a:pt x="235" y="6"/>
                  </a:cubicBezTo>
                  <a:cubicBezTo>
                    <a:pt x="236" y="6"/>
                    <a:pt x="237" y="8"/>
                    <a:pt x="237" y="8"/>
                  </a:cubicBezTo>
                  <a:cubicBezTo>
                    <a:pt x="238" y="9"/>
                    <a:pt x="239" y="10"/>
                    <a:pt x="239" y="11"/>
                  </a:cubicBezTo>
                  <a:cubicBezTo>
                    <a:pt x="239" y="12"/>
                    <a:pt x="240" y="14"/>
                    <a:pt x="240" y="14"/>
                  </a:cubicBezTo>
                  <a:cubicBezTo>
                    <a:pt x="241" y="15"/>
                    <a:pt x="243" y="17"/>
                    <a:pt x="243" y="18"/>
                  </a:cubicBezTo>
                  <a:cubicBezTo>
                    <a:pt x="244" y="18"/>
                    <a:pt x="246" y="19"/>
                    <a:pt x="247" y="20"/>
                  </a:cubicBezTo>
                  <a:cubicBezTo>
                    <a:pt x="247" y="21"/>
                    <a:pt x="248" y="21"/>
                    <a:pt x="248" y="22"/>
                  </a:cubicBezTo>
                  <a:cubicBezTo>
                    <a:pt x="248" y="23"/>
                    <a:pt x="248" y="25"/>
                    <a:pt x="248" y="26"/>
                  </a:cubicBezTo>
                  <a:cubicBezTo>
                    <a:pt x="248" y="27"/>
                    <a:pt x="249" y="28"/>
                    <a:pt x="249" y="29"/>
                  </a:cubicBezTo>
                  <a:cubicBezTo>
                    <a:pt x="250" y="30"/>
                    <a:pt x="250" y="32"/>
                    <a:pt x="250" y="33"/>
                  </a:cubicBezTo>
                  <a:cubicBezTo>
                    <a:pt x="250" y="34"/>
                    <a:pt x="251" y="36"/>
                    <a:pt x="251" y="37"/>
                  </a:cubicBezTo>
                  <a:cubicBezTo>
                    <a:pt x="251" y="38"/>
                    <a:pt x="251" y="40"/>
                    <a:pt x="252" y="41"/>
                  </a:cubicBezTo>
                  <a:cubicBezTo>
                    <a:pt x="252" y="42"/>
                    <a:pt x="254" y="42"/>
                    <a:pt x="255" y="43"/>
                  </a:cubicBezTo>
                  <a:cubicBezTo>
                    <a:pt x="256" y="44"/>
                    <a:pt x="257" y="45"/>
                    <a:pt x="257" y="46"/>
                  </a:cubicBezTo>
                  <a:cubicBezTo>
                    <a:pt x="257" y="47"/>
                    <a:pt x="256" y="48"/>
                    <a:pt x="255" y="48"/>
                  </a:cubicBezTo>
                  <a:cubicBezTo>
                    <a:pt x="255" y="48"/>
                    <a:pt x="254" y="48"/>
                    <a:pt x="253" y="49"/>
                  </a:cubicBezTo>
                  <a:cubicBezTo>
                    <a:pt x="253" y="49"/>
                    <a:pt x="253" y="50"/>
                    <a:pt x="253" y="50"/>
                  </a:cubicBezTo>
                  <a:cubicBezTo>
                    <a:pt x="253" y="51"/>
                    <a:pt x="255" y="51"/>
                    <a:pt x="255" y="51"/>
                  </a:cubicBezTo>
                  <a:cubicBezTo>
                    <a:pt x="255" y="52"/>
                    <a:pt x="254" y="53"/>
                    <a:pt x="254" y="53"/>
                  </a:cubicBezTo>
                  <a:cubicBezTo>
                    <a:pt x="254" y="53"/>
                    <a:pt x="254" y="54"/>
                    <a:pt x="254" y="55"/>
                  </a:cubicBezTo>
                  <a:cubicBezTo>
                    <a:pt x="255" y="55"/>
                    <a:pt x="256" y="56"/>
                    <a:pt x="256" y="56"/>
                  </a:cubicBezTo>
                  <a:cubicBezTo>
                    <a:pt x="256" y="57"/>
                    <a:pt x="254" y="59"/>
                    <a:pt x="254" y="60"/>
                  </a:cubicBezTo>
                  <a:cubicBezTo>
                    <a:pt x="253" y="61"/>
                    <a:pt x="252" y="63"/>
                    <a:pt x="252" y="65"/>
                  </a:cubicBezTo>
                  <a:cubicBezTo>
                    <a:pt x="251" y="66"/>
                    <a:pt x="250" y="69"/>
                    <a:pt x="249" y="70"/>
                  </a:cubicBezTo>
                  <a:cubicBezTo>
                    <a:pt x="247" y="72"/>
                    <a:pt x="243" y="76"/>
                    <a:pt x="241" y="78"/>
                  </a:cubicBezTo>
                  <a:cubicBezTo>
                    <a:pt x="240" y="80"/>
                    <a:pt x="237" y="83"/>
                    <a:pt x="235" y="85"/>
                  </a:cubicBezTo>
                  <a:cubicBezTo>
                    <a:pt x="234" y="86"/>
                    <a:pt x="233" y="90"/>
                    <a:pt x="231" y="91"/>
                  </a:cubicBezTo>
                  <a:cubicBezTo>
                    <a:pt x="231" y="92"/>
                    <a:pt x="230" y="92"/>
                    <a:pt x="229" y="91"/>
                  </a:cubicBezTo>
                  <a:cubicBezTo>
                    <a:pt x="229" y="91"/>
                    <a:pt x="229" y="90"/>
                    <a:pt x="229" y="89"/>
                  </a:cubicBezTo>
                  <a:cubicBezTo>
                    <a:pt x="229" y="88"/>
                    <a:pt x="229" y="87"/>
                    <a:pt x="229" y="87"/>
                  </a:cubicBezTo>
                  <a:cubicBezTo>
                    <a:pt x="229" y="86"/>
                    <a:pt x="228" y="85"/>
                    <a:pt x="228" y="85"/>
                  </a:cubicBezTo>
                  <a:cubicBezTo>
                    <a:pt x="228" y="85"/>
                    <a:pt x="227" y="85"/>
                    <a:pt x="227" y="85"/>
                  </a:cubicBezTo>
                  <a:cubicBezTo>
                    <a:pt x="226" y="85"/>
                    <a:pt x="227" y="87"/>
                    <a:pt x="227" y="88"/>
                  </a:cubicBezTo>
                  <a:cubicBezTo>
                    <a:pt x="227" y="88"/>
                    <a:pt x="227" y="89"/>
                    <a:pt x="227" y="89"/>
                  </a:cubicBezTo>
                  <a:cubicBezTo>
                    <a:pt x="227" y="90"/>
                    <a:pt x="228" y="91"/>
                    <a:pt x="228" y="92"/>
                  </a:cubicBezTo>
                  <a:cubicBezTo>
                    <a:pt x="228" y="92"/>
                    <a:pt x="228" y="93"/>
                    <a:pt x="228" y="94"/>
                  </a:cubicBezTo>
                  <a:cubicBezTo>
                    <a:pt x="228" y="95"/>
                    <a:pt x="228" y="97"/>
                    <a:pt x="228" y="99"/>
                  </a:cubicBezTo>
                  <a:cubicBezTo>
                    <a:pt x="227" y="101"/>
                    <a:pt x="226" y="105"/>
                    <a:pt x="226" y="107"/>
                  </a:cubicBezTo>
                  <a:cubicBezTo>
                    <a:pt x="225" y="109"/>
                    <a:pt x="222" y="114"/>
                    <a:pt x="222" y="117"/>
                  </a:cubicBezTo>
                  <a:cubicBezTo>
                    <a:pt x="221" y="118"/>
                    <a:pt x="221" y="119"/>
                    <a:pt x="221" y="120"/>
                  </a:cubicBezTo>
                  <a:cubicBezTo>
                    <a:pt x="220" y="119"/>
                    <a:pt x="219" y="118"/>
                    <a:pt x="218" y="117"/>
                  </a:cubicBezTo>
                  <a:cubicBezTo>
                    <a:pt x="217" y="117"/>
                    <a:pt x="216" y="117"/>
                    <a:pt x="216" y="117"/>
                  </a:cubicBezTo>
                  <a:cubicBezTo>
                    <a:pt x="215" y="117"/>
                    <a:pt x="214" y="117"/>
                    <a:pt x="213" y="118"/>
                  </a:cubicBezTo>
                  <a:cubicBezTo>
                    <a:pt x="213" y="118"/>
                    <a:pt x="212" y="120"/>
                    <a:pt x="212" y="120"/>
                  </a:cubicBezTo>
                  <a:cubicBezTo>
                    <a:pt x="211" y="121"/>
                    <a:pt x="209" y="120"/>
                    <a:pt x="208" y="120"/>
                  </a:cubicBezTo>
                  <a:cubicBezTo>
                    <a:pt x="207" y="120"/>
                    <a:pt x="206" y="119"/>
                    <a:pt x="205" y="119"/>
                  </a:cubicBezTo>
                  <a:cubicBezTo>
                    <a:pt x="204" y="119"/>
                    <a:pt x="204" y="118"/>
                    <a:pt x="203" y="117"/>
                  </a:cubicBezTo>
                  <a:cubicBezTo>
                    <a:pt x="203" y="117"/>
                    <a:pt x="202" y="115"/>
                    <a:pt x="202" y="115"/>
                  </a:cubicBezTo>
                  <a:cubicBezTo>
                    <a:pt x="201" y="114"/>
                    <a:pt x="199" y="114"/>
                    <a:pt x="198" y="114"/>
                  </a:cubicBezTo>
                  <a:cubicBezTo>
                    <a:pt x="197" y="114"/>
                    <a:pt x="196" y="113"/>
                    <a:pt x="196" y="114"/>
                  </a:cubicBezTo>
                  <a:cubicBezTo>
                    <a:pt x="195" y="114"/>
                    <a:pt x="194" y="115"/>
                    <a:pt x="194" y="116"/>
                  </a:cubicBezTo>
                  <a:cubicBezTo>
                    <a:pt x="194" y="117"/>
                    <a:pt x="194" y="120"/>
                    <a:pt x="194" y="121"/>
                  </a:cubicBezTo>
                  <a:cubicBezTo>
                    <a:pt x="194" y="122"/>
                    <a:pt x="195" y="124"/>
                    <a:pt x="195" y="125"/>
                  </a:cubicBezTo>
                  <a:cubicBezTo>
                    <a:pt x="196" y="126"/>
                    <a:pt x="197" y="128"/>
                    <a:pt x="197" y="129"/>
                  </a:cubicBezTo>
                  <a:cubicBezTo>
                    <a:pt x="197" y="129"/>
                    <a:pt x="197" y="130"/>
                    <a:pt x="197" y="131"/>
                  </a:cubicBezTo>
                  <a:cubicBezTo>
                    <a:pt x="197" y="132"/>
                    <a:pt x="195" y="133"/>
                    <a:pt x="194" y="134"/>
                  </a:cubicBezTo>
                  <a:cubicBezTo>
                    <a:pt x="194" y="135"/>
                    <a:pt x="192" y="136"/>
                    <a:pt x="191" y="136"/>
                  </a:cubicBezTo>
                  <a:cubicBezTo>
                    <a:pt x="191" y="137"/>
                    <a:pt x="189" y="137"/>
                    <a:pt x="189" y="137"/>
                  </a:cubicBezTo>
                  <a:cubicBezTo>
                    <a:pt x="188" y="137"/>
                    <a:pt x="187" y="136"/>
                    <a:pt x="186" y="136"/>
                  </a:cubicBezTo>
                  <a:cubicBezTo>
                    <a:pt x="186" y="136"/>
                    <a:pt x="185" y="136"/>
                    <a:pt x="185" y="136"/>
                  </a:cubicBezTo>
                  <a:cubicBezTo>
                    <a:pt x="185" y="136"/>
                    <a:pt x="184" y="137"/>
                    <a:pt x="184" y="137"/>
                  </a:cubicBezTo>
                  <a:cubicBezTo>
                    <a:pt x="184" y="138"/>
                    <a:pt x="184" y="139"/>
                    <a:pt x="184" y="140"/>
                  </a:cubicBezTo>
                  <a:cubicBezTo>
                    <a:pt x="184" y="140"/>
                    <a:pt x="185" y="141"/>
                    <a:pt x="185" y="141"/>
                  </a:cubicBezTo>
                  <a:cubicBezTo>
                    <a:pt x="186" y="142"/>
                    <a:pt x="187" y="142"/>
                    <a:pt x="188" y="142"/>
                  </a:cubicBezTo>
                  <a:cubicBezTo>
                    <a:pt x="188" y="142"/>
                    <a:pt x="189" y="142"/>
                    <a:pt x="190" y="142"/>
                  </a:cubicBezTo>
                  <a:cubicBezTo>
                    <a:pt x="190" y="142"/>
                    <a:pt x="192" y="142"/>
                    <a:pt x="192" y="142"/>
                  </a:cubicBezTo>
                  <a:cubicBezTo>
                    <a:pt x="192" y="143"/>
                    <a:pt x="192" y="144"/>
                    <a:pt x="192" y="144"/>
                  </a:cubicBezTo>
                  <a:cubicBezTo>
                    <a:pt x="192" y="145"/>
                    <a:pt x="191" y="146"/>
                    <a:pt x="191" y="146"/>
                  </a:cubicBezTo>
                  <a:cubicBezTo>
                    <a:pt x="190" y="146"/>
                    <a:pt x="189" y="147"/>
                    <a:pt x="189" y="147"/>
                  </a:cubicBezTo>
                  <a:cubicBezTo>
                    <a:pt x="189" y="147"/>
                    <a:pt x="189" y="148"/>
                    <a:pt x="189" y="149"/>
                  </a:cubicBezTo>
                  <a:cubicBezTo>
                    <a:pt x="189" y="149"/>
                    <a:pt x="190" y="149"/>
                    <a:pt x="191" y="149"/>
                  </a:cubicBezTo>
                  <a:cubicBezTo>
                    <a:pt x="191" y="149"/>
                    <a:pt x="193" y="149"/>
                    <a:pt x="193" y="149"/>
                  </a:cubicBezTo>
                  <a:cubicBezTo>
                    <a:pt x="194" y="148"/>
                    <a:pt x="196" y="148"/>
                    <a:pt x="197" y="148"/>
                  </a:cubicBezTo>
                  <a:cubicBezTo>
                    <a:pt x="198" y="147"/>
                    <a:pt x="199" y="146"/>
                    <a:pt x="200" y="145"/>
                  </a:cubicBezTo>
                  <a:cubicBezTo>
                    <a:pt x="201" y="145"/>
                    <a:pt x="203" y="144"/>
                    <a:pt x="204" y="143"/>
                  </a:cubicBezTo>
                  <a:cubicBezTo>
                    <a:pt x="205" y="142"/>
                    <a:pt x="206" y="140"/>
                    <a:pt x="208" y="140"/>
                  </a:cubicBezTo>
                  <a:cubicBezTo>
                    <a:pt x="208" y="139"/>
                    <a:pt x="210" y="138"/>
                    <a:pt x="212" y="138"/>
                  </a:cubicBezTo>
                  <a:cubicBezTo>
                    <a:pt x="212" y="138"/>
                    <a:pt x="213" y="138"/>
                    <a:pt x="213" y="138"/>
                  </a:cubicBezTo>
                  <a:cubicBezTo>
                    <a:pt x="214" y="139"/>
                    <a:pt x="215" y="141"/>
                    <a:pt x="215" y="141"/>
                  </a:cubicBezTo>
                  <a:cubicBezTo>
                    <a:pt x="215" y="142"/>
                    <a:pt x="216" y="144"/>
                    <a:pt x="216" y="145"/>
                  </a:cubicBezTo>
                  <a:cubicBezTo>
                    <a:pt x="217" y="145"/>
                    <a:pt x="219" y="145"/>
                    <a:pt x="219" y="145"/>
                  </a:cubicBezTo>
                  <a:cubicBezTo>
                    <a:pt x="220" y="145"/>
                    <a:pt x="220" y="146"/>
                    <a:pt x="221" y="146"/>
                  </a:cubicBezTo>
                  <a:cubicBezTo>
                    <a:pt x="220" y="147"/>
                    <a:pt x="219" y="149"/>
                    <a:pt x="219" y="150"/>
                  </a:cubicBezTo>
                  <a:cubicBezTo>
                    <a:pt x="217" y="153"/>
                    <a:pt x="214" y="159"/>
                    <a:pt x="213" y="162"/>
                  </a:cubicBezTo>
                  <a:cubicBezTo>
                    <a:pt x="212" y="164"/>
                    <a:pt x="210" y="167"/>
                    <a:pt x="209" y="169"/>
                  </a:cubicBezTo>
                  <a:cubicBezTo>
                    <a:pt x="208" y="171"/>
                    <a:pt x="206" y="173"/>
                    <a:pt x="206" y="174"/>
                  </a:cubicBezTo>
                  <a:cubicBezTo>
                    <a:pt x="206" y="175"/>
                    <a:pt x="206" y="176"/>
                    <a:pt x="207" y="176"/>
                  </a:cubicBezTo>
                  <a:cubicBezTo>
                    <a:pt x="207" y="178"/>
                    <a:pt x="207" y="180"/>
                    <a:pt x="207" y="181"/>
                  </a:cubicBezTo>
                  <a:cubicBezTo>
                    <a:pt x="207" y="183"/>
                    <a:pt x="206" y="188"/>
                    <a:pt x="205" y="190"/>
                  </a:cubicBezTo>
                  <a:cubicBezTo>
                    <a:pt x="204" y="192"/>
                    <a:pt x="202" y="196"/>
                    <a:pt x="201" y="198"/>
                  </a:cubicBezTo>
                  <a:cubicBezTo>
                    <a:pt x="200" y="201"/>
                    <a:pt x="196" y="205"/>
                    <a:pt x="195" y="207"/>
                  </a:cubicBezTo>
                  <a:cubicBezTo>
                    <a:pt x="193" y="209"/>
                    <a:pt x="191" y="212"/>
                    <a:pt x="190" y="214"/>
                  </a:cubicBezTo>
                  <a:cubicBezTo>
                    <a:pt x="189" y="215"/>
                    <a:pt x="188" y="218"/>
                    <a:pt x="187" y="219"/>
                  </a:cubicBezTo>
                  <a:cubicBezTo>
                    <a:pt x="187" y="220"/>
                    <a:pt x="185" y="221"/>
                    <a:pt x="184" y="222"/>
                  </a:cubicBezTo>
                  <a:cubicBezTo>
                    <a:pt x="183" y="222"/>
                    <a:pt x="181" y="222"/>
                    <a:pt x="180" y="223"/>
                  </a:cubicBezTo>
                  <a:cubicBezTo>
                    <a:pt x="179" y="224"/>
                    <a:pt x="177" y="225"/>
                    <a:pt x="177" y="226"/>
                  </a:cubicBezTo>
                  <a:cubicBezTo>
                    <a:pt x="176" y="228"/>
                    <a:pt x="176" y="230"/>
                    <a:pt x="176" y="231"/>
                  </a:cubicBezTo>
                  <a:cubicBezTo>
                    <a:pt x="176" y="231"/>
                    <a:pt x="176" y="232"/>
                    <a:pt x="176" y="232"/>
                  </a:cubicBezTo>
                  <a:cubicBezTo>
                    <a:pt x="175" y="232"/>
                    <a:pt x="175" y="232"/>
                    <a:pt x="175" y="232"/>
                  </a:cubicBezTo>
                  <a:cubicBezTo>
                    <a:pt x="174" y="232"/>
                    <a:pt x="173" y="232"/>
                    <a:pt x="173" y="232"/>
                  </a:cubicBezTo>
                  <a:cubicBezTo>
                    <a:pt x="172" y="231"/>
                    <a:pt x="171" y="229"/>
                    <a:pt x="171" y="228"/>
                  </a:cubicBezTo>
                  <a:cubicBezTo>
                    <a:pt x="170" y="227"/>
                    <a:pt x="169" y="225"/>
                    <a:pt x="168" y="224"/>
                  </a:cubicBezTo>
                  <a:cubicBezTo>
                    <a:pt x="167" y="224"/>
                    <a:pt x="166" y="223"/>
                    <a:pt x="166" y="222"/>
                  </a:cubicBezTo>
                  <a:cubicBezTo>
                    <a:pt x="165" y="222"/>
                    <a:pt x="163" y="223"/>
                    <a:pt x="163" y="222"/>
                  </a:cubicBezTo>
                  <a:cubicBezTo>
                    <a:pt x="162" y="222"/>
                    <a:pt x="160" y="221"/>
                    <a:pt x="159" y="221"/>
                  </a:cubicBezTo>
                  <a:cubicBezTo>
                    <a:pt x="159" y="220"/>
                    <a:pt x="158" y="220"/>
                    <a:pt x="157" y="220"/>
                  </a:cubicBezTo>
                  <a:cubicBezTo>
                    <a:pt x="156" y="220"/>
                    <a:pt x="155" y="220"/>
                    <a:pt x="154" y="219"/>
                  </a:cubicBezTo>
                  <a:cubicBezTo>
                    <a:pt x="154" y="219"/>
                    <a:pt x="153" y="218"/>
                    <a:pt x="153" y="218"/>
                  </a:cubicBezTo>
                  <a:cubicBezTo>
                    <a:pt x="152" y="217"/>
                    <a:pt x="152" y="215"/>
                    <a:pt x="152" y="214"/>
                  </a:cubicBezTo>
                  <a:cubicBezTo>
                    <a:pt x="152" y="213"/>
                    <a:pt x="151" y="212"/>
                    <a:pt x="151" y="212"/>
                  </a:cubicBezTo>
                  <a:cubicBezTo>
                    <a:pt x="150" y="211"/>
                    <a:pt x="149" y="210"/>
                    <a:pt x="149" y="209"/>
                  </a:cubicBezTo>
                  <a:cubicBezTo>
                    <a:pt x="148" y="209"/>
                    <a:pt x="146" y="208"/>
                    <a:pt x="146" y="207"/>
                  </a:cubicBezTo>
                  <a:cubicBezTo>
                    <a:pt x="146" y="207"/>
                    <a:pt x="146" y="205"/>
                    <a:pt x="146" y="205"/>
                  </a:cubicBezTo>
                  <a:cubicBezTo>
                    <a:pt x="146" y="204"/>
                    <a:pt x="146" y="202"/>
                    <a:pt x="147" y="201"/>
                  </a:cubicBezTo>
                  <a:cubicBezTo>
                    <a:pt x="147" y="201"/>
                    <a:pt x="147" y="199"/>
                    <a:pt x="147" y="198"/>
                  </a:cubicBezTo>
                  <a:cubicBezTo>
                    <a:pt x="147" y="197"/>
                    <a:pt x="147" y="196"/>
                    <a:pt x="146" y="195"/>
                  </a:cubicBezTo>
                  <a:cubicBezTo>
                    <a:pt x="146" y="194"/>
                    <a:pt x="144" y="194"/>
                    <a:pt x="144" y="194"/>
                  </a:cubicBezTo>
                  <a:cubicBezTo>
                    <a:pt x="144" y="193"/>
                    <a:pt x="143" y="193"/>
                    <a:pt x="143" y="192"/>
                  </a:cubicBezTo>
                  <a:cubicBezTo>
                    <a:pt x="143" y="192"/>
                    <a:pt x="144" y="191"/>
                    <a:pt x="144" y="191"/>
                  </a:cubicBezTo>
                  <a:cubicBezTo>
                    <a:pt x="144" y="190"/>
                    <a:pt x="143" y="189"/>
                    <a:pt x="142" y="188"/>
                  </a:cubicBezTo>
                  <a:cubicBezTo>
                    <a:pt x="141" y="188"/>
                    <a:pt x="139" y="187"/>
                    <a:pt x="138" y="186"/>
                  </a:cubicBezTo>
                  <a:cubicBezTo>
                    <a:pt x="138" y="186"/>
                    <a:pt x="136" y="185"/>
                    <a:pt x="136" y="184"/>
                  </a:cubicBezTo>
                  <a:cubicBezTo>
                    <a:pt x="136" y="184"/>
                    <a:pt x="137" y="182"/>
                    <a:pt x="137" y="182"/>
                  </a:cubicBezTo>
                  <a:cubicBezTo>
                    <a:pt x="136" y="181"/>
                    <a:pt x="135" y="180"/>
                    <a:pt x="135" y="180"/>
                  </a:cubicBezTo>
                  <a:cubicBezTo>
                    <a:pt x="134" y="179"/>
                    <a:pt x="133" y="179"/>
                    <a:pt x="133" y="179"/>
                  </a:cubicBezTo>
                  <a:cubicBezTo>
                    <a:pt x="132" y="179"/>
                    <a:pt x="131" y="178"/>
                    <a:pt x="131" y="178"/>
                  </a:cubicBezTo>
                  <a:cubicBezTo>
                    <a:pt x="131" y="178"/>
                    <a:pt x="130" y="178"/>
                    <a:pt x="129" y="178"/>
                  </a:cubicBezTo>
                  <a:cubicBezTo>
                    <a:pt x="129" y="178"/>
                    <a:pt x="128" y="179"/>
                    <a:pt x="127" y="179"/>
                  </a:cubicBezTo>
                  <a:cubicBezTo>
                    <a:pt x="126" y="179"/>
                    <a:pt x="125" y="178"/>
                    <a:pt x="125" y="178"/>
                  </a:cubicBezTo>
                  <a:cubicBezTo>
                    <a:pt x="124" y="178"/>
                    <a:pt x="123" y="176"/>
                    <a:pt x="122" y="176"/>
                  </a:cubicBezTo>
                  <a:cubicBezTo>
                    <a:pt x="121" y="175"/>
                    <a:pt x="120" y="174"/>
                    <a:pt x="119" y="174"/>
                  </a:cubicBezTo>
                  <a:cubicBezTo>
                    <a:pt x="119" y="174"/>
                    <a:pt x="117" y="173"/>
                    <a:pt x="117" y="174"/>
                  </a:cubicBezTo>
                  <a:cubicBezTo>
                    <a:pt x="116" y="174"/>
                    <a:pt x="115" y="174"/>
                    <a:pt x="114" y="175"/>
                  </a:cubicBezTo>
                  <a:cubicBezTo>
                    <a:pt x="114" y="175"/>
                    <a:pt x="113" y="176"/>
                    <a:pt x="112" y="176"/>
                  </a:cubicBezTo>
                  <a:cubicBezTo>
                    <a:pt x="112" y="176"/>
                    <a:pt x="111" y="176"/>
                    <a:pt x="110" y="176"/>
                  </a:cubicBezTo>
                  <a:cubicBezTo>
                    <a:pt x="109" y="177"/>
                    <a:pt x="109" y="178"/>
                    <a:pt x="108" y="178"/>
                  </a:cubicBezTo>
                  <a:cubicBezTo>
                    <a:pt x="107" y="179"/>
                    <a:pt x="106" y="179"/>
                    <a:pt x="105" y="179"/>
                  </a:cubicBezTo>
                  <a:cubicBezTo>
                    <a:pt x="104" y="178"/>
                    <a:pt x="102" y="177"/>
                    <a:pt x="101" y="177"/>
                  </a:cubicBezTo>
                  <a:cubicBezTo>
                    <a:pt x="100" y="177"/>
                    <a:pt x="98" y="176"/>
                    <a:pt x="97" y="176"/>
                  </a:cubicBezTo>
                  <a:cubicBezTo>
                    <a:pt x="96" y="176"/>
                    <a:pt x="94" y="176"/>
                    <a:pt x="94" y="176"/>
                  </a:cubicBezTo>
                  <a:cubicBezTo>
                    <a:pt x="93" y="176"/>
                    <a:pt x="91" y="177"/>
                    <a:pt x="91" y="177"/>
                  </a:cubicBezTo>
                  <a:cubicBezTo>
                    <a:pt x="90" y="178"/>
                    <a:pt x="89" y="179"/>
                    <a:pt x="89" y="180"/>
                  </a:cubicBezTo>
                  <a:cubicBezTo>
                    <a:pt x="88" y="180"/>
                    <a:pt x="89" y="181"/>
                    <a:pt x="89" y="181"/>
                  </a:cubicBezTo>
                  <a:cubicBezTo>
                    <a:pt x="89" y="182"/>
                    <a:pt x="90" y="183"/>
                    <a:pt x="90" y="184"/>
                  </a:cubicBezTo>
                  <a:cubicBezTo>
                    <a:pt x="90" y="184"/>
                    <a:pt x="89" y="185"/>
                    <a:pt x="89" y="185"/>
                  </a:cubicBezTo>
                  <a:cubicBezTo>
                    <a:pt x="89" y="186"/>
                    <a:pt x="88" y="187"/>
                    <a:pt x="88" y="188"/>
                  </a:cubicBezTo>
                  <a:cubicBezTo>
                    <a:pt x="88" y="188"/>
                    <a:pt x="87" y="189"/>
                    <a:pt x="87" y="190"/>
                  </a:cubicBezTo>
                  <a:cubicBezTo>
                    <a:pt x="87" y="190"/>
                    <a:pt x="88" y="191"/>
                    <a:pt x="88" y="192"/>
                  </a:cubicBezTo>
                  <a:cubicBezTo>
                    <a:pt x="88" y="192"/>
                    <a:pt x="88" y="193"/>
                    <a:pt x="87" y="194"/>
                  </a:cubicBezTo>
                  <a:cubicBezTo>
                    <a:pt x="87" y="194"/>
                    <a:pt x="87" y="195"/>
                    <a:pt x="86" y="195"/>
                  </a:cubicBezTo>
                  <a:cubicBezTo>
                    <a:pt x="86" y="195"/>
                    <a:pt x="84" y="195"/>
                    <a:pt x="84" y="195"/>
                  </a:cubicBezTo>
                  <a:cubicBezTo>
                    <a:pt x="83" y="195"/>
                    <a:pt x="83" y="194"/>
                    <a:pt x="83" y="193"/>
                  </a:cubicBezTo>
                  <a:cubicBezTo>
                    <a:pt x="83" y="193"/>
                    <a:pt x="83" y="192"/>
                    <a:pt x="83" y="192"/>
                  </a:cubicBezTo>
                  <a:cubicBezTo>
                    <a:pt x="83" y="191"/>
                    <a:pt x="82" y="191"/>
                    <a:pt x="81" y="191"/>
                  </a:cubicBezTo>
                  <a:cubicBezTo>
                    <a:pt x="81" y="191"/>
                    <a:pt x="81" y="192"/>
                    <a:pt x="80" y="192"/>
                  </a:cubicBezTo>
                  <a:cubicBezTo>
                    <a:pt x="80" y="192"/>
                    <a:pt x="78" y="192"/>
                    <a:pt x="78" y="192"/>
                  </a:cubicBezTo>
                  <a:cubicBezTo>
                    <a:pt x="77" y="192"/>
                    <a:pt x="75" y="191"/>
                    <a:pt x="75" y="190"/>
                  </a:cubicBezTo>
                  <a:cubicBezTo>
                    <a:pt x="74" y="190"/>
                    <a:pt x="73" y="190"/>
                    <a:pt x="73" y="190"/>
                  </a:cubicBezTo>
                  <a:cubicBezTo>
                    <a:pt x="72" y="190"/>
                    <a:pt x="71" y="190"/>
                    <a:pt x="70" y="190"/>
                  </a:cubicBezTo>
                  <a:cubicBezTo>
                    <a:pt x="70" y="190"/>
                    <a:pt x="69" y="189"/>
                    <a:pt x="69" y="189"/>
                  </a:cubicBezTo>
                  <a:cubicBezTo>
                    <a:pt x="69" y="188"/>
                    <a:pt x="68" y="187"/>
                    <a:pt x="67" y="187"/>
                  </a:cubicBezTo>
                  <a:cubicBezTo>
                    <a:pt x="66" y="187"/>
                    <a:pt x="65" y="187"/>
                    <a:pt x="64" y="188"/>
                  </a:cubicBezTo>
                  <a:cubicBezTo>
                    <a:pt x="64" y="188"/>
                    <a:pt x="65" y="190"/>
                    <a:pt x="65" y="191"/>
                  </a:cubicBezTo>
                  <a:cubicBezTo>
                    <a:pt x="65" y="191"/>
                    <a:pt x="64" y="192"/>
                    <a:pt x="63" y="192"/>
                  </a:cubicBezTo>
                  <a:cubicBezTo>
                    <a:pt x="63" y="193"/>
                    <a:pt x="61" y="194"/>
                    <a:pt x="60" y="194"/>
                  </a:cubicBezTo>
                  <a:cubicBezTo>
                    <a:pt x="60" y="195"/>
                    <a:pt x="58" y="195"/>
                    <a:pt x="58" y="196"/>
                  </a:cubicBezTo>
                  <a:cubicBezTo>
                    <a:pt x="57" y="196"/>
                    <a:pt x="57" y="196"/>
                    <a:pt x="56" y="196"/>
                  </a:cubicBezTo>
                  <a:cubicBezTo>
                    <a:pt x="56" y="197"/>
                    <a:pt x="55" y="196"/>
                    <a:pt x="55" y="196"/>
                  </a:cubicBezTo>
                  <a:cubicBezTo>
                    <a:pt x="54" y="196"/>
                    <a:pt x="54" y="196"/>
                    <a:pt x="53" y="196"/>
                  </a:cubicBezTo>
                  <a:cubicBezTo>
                    <a:pt x="53" y="196"/>
                    <a:pt x="51" y="196"/>
                    <a:pt x="50" y="196"/>
                  </a:cubicBezTo>
                  <a:cubicBezTo>
                    <a:pt x="50" y="196"/>
                    <a:pt x="49" y="196"/>
                    <a:pt x="48" y="195"/>
                  </a:cubicBezTo>
                  <a:cubicBezTo>
                    <a:pt x="48" y="195"/>
                    <a:pt x="47" y="194"/>
                    <a:pt x="46" y="194"/>
                  </a:cubicBezTo>
                  <a:cubicBezTo>
                    <a:pt x="46" y="194"/>
                    <a:pt x="45" y="195"/>
                    <a:pt x="45" y="195"/>
                  </a:cubicBezTo>
                  <a:cubicBezTo>
                    <a:pt x="45" y="195"/>
                    <a:pt x="45" y="197"/>
                    <a:pt x="45" y="197"/>
                  </a:cubicBezTo>
                  <a:cubicBezTo>
                    <a:pt x="45" y="198"/>
                    <a:pt x="43" y="198"/>
                    <a:pt x="43" y="198"/>
                  </a:cubicBezTo>
                  <a:cubicBezTo>
                    <a:pt x="42" y="197"/>
                    <a:pt x="42" y="197"/>
                    <a:pt x="41" y="197"/>
                  </a:cubicBezTo>
                  <a:cubicBezTo>
                    <a:pt x="41" y="196"/>
                    <a:pt x="41" y="195"/>
                    <a:pt x="40" y="194"/>
                  </a:cubicBezTo>
                  <a:cubicBezTo>
                    <a:pt x="40" y="194"/>
                    <a:pt x="38" y="194"/>
                    <a:pt x="38" y="194"/>
                  </a:cubicBezTo>
                  <a:cubicBezTo>
                    <a:pt x="37" y="193"/>
                    <a:pt x="36" y="193"/>
                    <a:pt x="36" y="194"/>
                  </a:cubicBezTo>
                  <a:cubicBezTo>
                    <a:pt x="36" y="194"/>
                    <a:pt x="35" y="194"/>
                    <a:pt x="35" y="194"/>
                  </a:cubicBezTo>
                  <a:cubicBezTo>
                    <a:pt x="34" y="195"/>
                    <a:pt x="34" y="195"/>
                    <a:pt x="33" y="195"/>
                  </a:cubicBezTo>
                  <a:cubicBezTo>
                    <a:pt x="33" y="195"/>
                    <a:pt x="32" y="194"/>
                    <a:pt x="31" y="194"/>
                  </a:cubicBezTo>
                  <a:cubicBezTo>
                    <a:pt x="31" y="193"/>
                    <a:pt x="32" y="192"/>
                    <a:pt x="33" y="192"/>
                  </a:cubicBezTo>
                  <a:cubicBezTo>
                    <a:pt x="33" y="191"/>
                    <a:pt x="32" y="190"/>
                    <a:pt x="32" y="190"/>
                  </a:cubicBezTo>
                  <a:cubicBezTo>
                    <a:pt x="32" y="189"/>
                    <a:pt x="31" y="189"/>
                    <a:pt x="31" y="189"/>
                  </a:cubicBezTo>
                  <a:cubicBezTo>
                    <a:pt x="30" y="188"/>
                    <a:pt x="29" y="187"/>
                    <a:pt x="29" y="187"/>
                  </a:cubicBezTo>
                  <a:cubicBezTo>
                    <a:pt x="29" y="186"/>
                    <a:pt x="30" y="185"/>
                    <a:pt x="30" y="185"/>
                  </a:cubicBezTo>
                  <a:cubicBezTo>
                    <a:pt x="30" y="184"/>
                    <a:pt x="29" y="183"/>
                    <a:pt x="28" y="183"/>
                  </a:cubicBezTo>
                  <a:cubicBezTo>
                    <a:pt x="27" y="183"/>
                    <a:pt x="26" y="182"/>
                    <a:pt x="25" y="182"/>
                  </a:cubicBezTo>
                  <a:cubicBezTo>
                    <a:pt x="25" y="183"/>
                    <a:pt x="23" y="184"/>
                    <a:pt x="23" y="185"/>
                  </a:cubicBezTo>
                  <a:cubicBezTo>
                    <a:pt x="22" y="185"/>
                    <a:pt x="21" y="185"/>
                    <a:pt x="20" y="185"/>
                  </a:cubicBezTo>
                  <a:cubicBezTo>
                    <a:pt x="20" y="185"/>
                    <a:pt x="18" y="185"/>
                    <a:pt x="18" y="184"/>
                  </a:cubicBezTo>
                  <a:cubicBezTo>
                    <a:pt x="18" y="184"/>
                    <a:pt x="17" y="183"/>
                    <a:pt x="17" y="183"/>
                  </a:cubicBezTo>
                  <a:cubicBezTo>
                    <a:pt x="17" y="183"/>
                    <a:pt x="16" y="183"/>
                    <a:pt x="16" y="184"/>
                  </a:cubicBezTo>
                  <a:cubicBezTo>
                    <a:pt x="16" y="184"/>
                    <a:pt x="16" y="184"/>
                    <a:pt x="15" y="185"/>
                  </a:cubicBezTo>
                  <a:cubicBezTo>
                    <a:pt x="15" y="185"/>
                    <a:pt x="14" y="186"/>
                    <a:pt x="13" y="186"/>
                  </a:cubicBezTo>
                  <a:cubicBezTo>
                    <a:pt x="13" y="186"/>
                    <a:pt x="12" y="186"/>
                    <a:pt x="11" y="186"/>
                  </a:cubicBezTo>
                  <a:cubicBezTo>
                    <a:pt x="11" y="185"/>
                    <a:pt x="10" y="184"/>
                    <a:pt x="10" y="184"/>
                  </a:cubicBezTo>
                  <a:cubicBezTo>
                    <a:pt x="9" y="184"/>
                    <a:pt x="8" y="183"/>
                    <a:pt x="7" y="183"/>
                  </a:cubicBezTo>
                  <a:cubicBezTo>
                    <a:pt x="7" y="183"/>
                    <a:pt x="6" y="184"/>
                    <a:pt x="5" y="184"/>
                  </a:cubicBezTo>
                  <a:cubicBezTo>
                    <a:pt x="5" y="184"/>
                    <a:pt x="4" y="185"/>
                    <a:pt x="3" y="185"/>
                  </a:cubicBezTo>
                  <a:cubicBezTo>
                    <a:pt x="3" y="185"/>
                    <a:pt x="1" y="184"/>
                    <a:pt x="1" y="184"/>
                  </a:cubicBezTo>
                  <a:cubicBezTo>
                    <a:pt x="1" y="183"/>
                    <a:pt x="1" y="183"/>
                    <a:pt x="1" y="18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4" name="Freeform 143"/>
            <p:cNvSpPr>
              <a:spLocks/>
            </p:cNvSpPr>
            <p:nvPr/>
          </p:nvSpPr>
          <p:spPr bwMode="auto">
            <a:xfrm>
              <a:off x="1657351" y="1547813"/>
              <a:ext cx="230188" cy="238125"/>
            </a:xfrm>
            <a:custGeom>
              <a:avLst/>
              <a:gdLst/>
              <a:ahLst/>
              <a:cxnLst>
                <a:cxn ang="0">
                  <a:pos x="119" y="65"/>
                </a:cxn>
                <a:cxn ang="0">
                  <a:pos x="113" y="63"/>
                </a:cxn>
                <a:cxn ang="0">
                  <a:pos x="111" y="67"/>
                </a:cxn>
                <a:cxn ang="0">
                  <a:pos x="120" y="67"/>
                </a:cxn>
                <a:cxn ang="0">
                  <a:pos x="116" y="75"/>
                </a:cxn>
                <a:cxn ang="0">
                  <a:pos x="115" y="82"/>
                </a:cxn>
                <a:cxn ang="0">
                  <a:pos x="110" y="97"/>
                </a:cxn>
                <a:cxn ang="0">
                  <a:pos x="100" y="105"/>
                </a:cxn>
                <a:cxn ang="0">
                  <a:pos x="86" y="115"/>
                </a:cxn>
                <a:cxn ang="0">
                  <a:pos x="82" y="122"/>
                </a:cxn>
                <a:cxn ang="0">
                  <a:pos x="72" y="121"/>
                </a:cxn>
                <a:cxn ang="0">
                  <a:pos x="60" y="123"/>
                </a:cxn>
                <a:cxn ang="0">
                  <a:pos x="45" y="124"/>
                </a:cxn>
                <a:cxn ang="0">
                  <a:pos x="35" y="123"/>
                </a:cxn>
                <a:cxn ang="0">
                  <a:pos x="23" y="120"/>
                </a:cxn>
                <a:cxn ang="0">
                  <a:pos x="21" y="113"/>
                </a:cxn>
                <a:cxn ang="0">
                  <a:pos x="25" y="104"/>
                </a:cxn>
                <a:cxn ang="0">
                  <a:pos x="30" y="96"/>
                </a:cxn>
                <a:cxn ang="0">
                  <a:pos x="34" y="89"/>
                </a:cxn>
                <a:cxn ang="0">
                  <a:pos x="27" y="92"/>
                </a:cxn>
                <a:cxn ang="0">
                  <a:pos x="28" y="85"/>
                </a:cxn>
                <a:cxn ang="0">
                  <a:pos x="20" y="79"/>
                </a:cxn>
                <a:cxn ang="0">
                  <a:pos x="11" y="70"/>
                </a:cxn>
                <a:cxn ang="0">
                  <a:pos x="2" y="55"/>
                </a:cxn>
                <a:cxn ang="0">
                  <a:pos x="3" y="38"/>
                </a:cxn>
                <a:cxn ang="0">
                  <a:pos x="1" y="27"/>
                </a:cxn>
                <a:cxn ang="0">
                  <a:pos x="2" y="23"/>
                </a:cxn>
                <a:cxn ang="0">
                  <a:pos x="9" y="19"/>
                </a:cxn>
                <a:cxn ang="0">
                  <a:pos x="13" y="14"/>
                </a:cxn>
                <a:cxn ang="0">
                  <a:pos x="19" y="17"/>
                </a:cxn>
                <a:cxn ang="0">
                  <a:pos x="26" y="19"/>
                </a:cxn>
                <a:cxn ang="0">
                  <a:pos x="29" y="20"/>
                </a:cxn>
                <a:cxn ang="0">
                  <a:pos x="33" y="21"/>
                </a:cxn>
                <a:cxn ang="0">
                  <a:pos x="34" y="15"/>
                </a:cxn>
                <a:cxn ang="0">
                  <a:pos x="35" y="8"/>
                </a:cxn>
                <a:cxn ang="0">
                  <a:pos x="40" y="3"/>
                </a:cxn>
                <a:cxn ang="0">
                  <a:pos x="51" y="6"/>
                </a:cxn>
                <a:cxn ang="0">
                  <a:pos x="58" y="3"/>
                </a:cxn>
                <a:cxn ang="0">
                  <a:pos x="65" y="1"/>
                </a:cxn>
                <a:cxn ang="0">
                  <a:pos x="73" y="6"/>
                </a:cxn>
                <a:cxn ang="0">
                  <a:pos x="79" y="6"/>
                </a:cxn>
                <a:cxn ang="0">
                  <a:pos x="82" y="11"/>
                </a:cxn>
                <a:cxn ang="0">
                  <a:pos x="90" y="18"/>
                </a:cxn>
                <a:cxn ang="0">
                  <a:pos x="92" y="22"/>
                </a:cxn>
                <a:cxn ang="0">
                  <a:pos x="92" y="32"/>
                </a:cxn>
                <a:cxn ang="0">
                  <a:pos x="97" y="39"/>
                </a:cxn>
                <a:cxn ang="0">
                  <a:pos x="100" y="46"/>
                </a:cxn>
                <a:cxn ang="0">
                  <a:pos x="109" y="49"/>
                </a:cxn>
                <a:cxn ang="0">
                  <a:pos x="117" y="55"/>
                </a:cxn>
                <a:cxn ang="0">
                  <a:pos x="122" y="59"/>
                </a:cxn>
              </a:cxnLst>
              <a:rect l="0" t="0" r="r" b="b"/>
              <a:pathLst>
                <a:path w="122" h="126">
                  <a:moveTo>
                    <a:pt x="122" y="59"/>
                  </a:moveTo>
                  <a:cubicBezTo>
                    <a:pt x="121" y="60"/>
                    <a:pt x="121" y="62"/>
                    <a:pt x="121" y="62"/>
                  </a:cubicBezTo>
                  <a:cubicBezTo>
                    <a:pt x="121" y="63"/>
                    <a:pt x="120" y="64"/>
                    <a:pt x="119" y="65"/>
                  </a:cubicBezTo>
                  <a:cubicBezTo>
                    <a:pt x="118" y="65"/>
                    <a:pt x="117" y="65"/>
                    <a:pt x="116" y="65"/>
                  </a:cubicBezTo>
                  <a:cubicBezTo>
                    <a:pt x="116" y="65"/>
                    <a:pt x="115" y="64"/>
                    <a:pt x="115" y="64"/>
                  </a:cubicBezTo>
                  <a:cubicBezTo>
                    <a:pt x="115" y="63"/>
                    <a:pt x="114" y="63"/>
                    <a:pt x="113" y="63"/>
                  </a:cubicBezTo>
                  <a:cubicBezTo>
                    <a:pt x="113" y="62"/>
                    <a:pt x="112" y="63"/>
                    <a:pt x="111" y="63"/>
                  </a:cubicBezTo>
                  <a:cubicBezTo>
                    <a:pt x="111" y="63"/>
                    <a:pt x="110" y="64"/>
                    <a:pt x="110" y="65"/>
                  </a:cubicBezTo>
                  <a:cubicBezTo>
                    <a:pt x="110" y="65"/>
                    <a:pt x="111" y="67"/>
                    <a:pt x="111" y="67"/>
                  </a:cubicBezTo>
                  <a:cubicBezTo>
                    <a:pt x="112" y="68"/>
                    <a:pt x="113" y="68"/>
                    <a:pt x="114" y="68"/>
                  </a:cubicBezTo>
                  <a:cubicBezTo>
                    <a:pt x="115" y="68"/>
                    <a:pt x="116" y="67"/>
                    <a:pt x="117" y="67"/>
                  </a:cubicBezTo>
                  <a:cubicBezTo>
                    <a:pt x="118" y="67"/>
                    <a:pt x="119" y="67"/>
                    <a:pt x="120" y="67"/>
                  </a:cubicBezTo>
                  <a:cubicBezTo>
                    <a:pt x="121" y="67"/>
                    <a:pt x="121" y="67"/>
                    <a:pt x="121" y="68"/>
                  </a:cubicBezTo>
                  <a:cubicBezTo>
                    <a:pt x="122" y="68"/>
                    <a:pt x="120" y="70"/>
                    <a:pt x="120" y="70"/>
                  </a:cubicBezTo>
                  <a:cubicBezTo>
                    <a:pt x="119" y="72"/>
                    <a:pt x="117" y="74"/>
                    <a:pt x="116" y="75"/>
                  </a:cubicBezTo>
                  <a:cubicBezTo>
                    <a:pt x="115" y="75"/>
                    <a:pt x="114" y="76"/>
                    <a:pt x="114" y="77"/>
                  </a:cubicBezTo>
                  <a:cubicBezTo>
                    <a:pt x="114" y="77"/>
                    <a:pt x="113" y="79"/>
                    <a:pt x="114" y="80"/>
                  </a:cubicBezTo>
                  <a:cubicBezTo>
                    <a:pt x="114" y="80"/>
                    <a:pt x="114" y="81"/>
                    <a:pt x="115" y="82"/>
                  </a:cubicBezTo>
                  <a:cubicBezTo>
                    <a:pt x="115" y="83"/>
                    <a:pt x="115" y="85"/>
                    <a:pt x="115" y="86"/>
                  </a:cubicBezTo>
                  <a:cubicBezTo>
                    <a:pt x="115" y="87"/>
                    <a:pt x="114" y="89"/>
                    <a:pt x="113" y="90"/>
                  </a:cubicBezTo>
                  <a:cubicBezTo>
                    <a:pt x="112" y="92"/>
                    <a:pt x="111" y="96"/>
                    <a:pt x="110" y="97"/>
                  </a:cubicBezTo>
                  <a:cubicBezTo>
                    <a:pt x="110" y="98"/>
                    <a:pt x="108" y="99"/>
                    <a:pt x="108" y="100"/>
                  </a:cubicBezTo>
                  <a:cubicBezTo>
                    <a:pt x="107" y="100"/>
                    <a:pt x="105" y="100"/>
                    <a:pt x="104" y="101"/>
                  </a:cubicBezTo>
                  <a:cubicBezTo>
                    <a:pt x="103" y="102"/>
                    <a:pt x="101" y="104"/>
                    <a:pt x="100" y="105"/>
                  </a:cubicBezTo>
                  <a:cubicBezTo>
                    <a:pt x="99" y="106"/>
                    <a:pt x="98" y="108"/>
                    <a:pt x="97" y="109"/>
                  </a:cubicBezTo>
                  <a:cubicBezTo>
                    <a:pt x="96" y="110"/>
                    <a:pt x="93" y="112"/>
                    <a:pt x="92" y="113"/>
                  </a:cubicBezTo>
                  <a:cubicBezTo>
                    <a:pt x="90" y="113"/>
                    <a:pt x="87" y="114"/>
                    <a:pt x="86" y="115"/>
                  </a:cubicBezTo>
                  <a:cubicBezTo>
                    <a:pt x="86" y="116"/>
                    <a:pt x="85" y="117"/>
                    <a:pt x="85" y="118"/>
                  </a:cubicBezTo>
                  <a:cubicBezTo>
                    <a:pt x="85" y="119"/>
                    <a:pt x="85" y="121"/>
                    <a:pt x="85" y="121"/>
                  </a:cubicBezTo>
                  <a:cubicBezTo>
                    <a:pt x="84" y="122"/>
                    <a:pt x="83" y="122"/>
                    <a:pt x="82" y="122"/>
                  </a:cubicBezTo>
                  <a:cubicBezTo>
                    <a:pt x="81" y="122"/>
                    <a:pt x="80" y="121"/>
                    <a:pt x="79" y="121"/>
                  </a:cubicBezTo>
                  <a:cubicBezTo>
                    <a:pt x="78" y="120"/>
                    <a:pt x="76" y="120"/>
                    <a:pt x="75" y="120"/>
                  </a:cubicBezTo>
                  <a:cubicBezTo>
                    <a:pt x="74" y="120"/>
                    <a:pt x="72" y="120"/>
                    <a:pt x="72" y="121"/>
                  </a:cubicBezTo>
                  <a:cubicBezTo>
                    <a:pt x="71" y="121"/>
                    <a:pt x="70" y="123"/>
                    <a:pt x="69" y="123"/>
                  </a:cubicBezTo>
                  <a:cubicBezTo>
                    <a:pt x="68" y="124"/>
                    <a:pt x="66" y="123"/>
                    <a:pt x="65" y="123"/>
                  </a:cubicBezTo>
                  <a:cubicBezTo>
                    <a:pt x="64" y="123"/>
                    <a:pt x="61" y="123"/>
                    <a:pt x="60" y="123"/>
                  </a:cubicBezTo>
                  <a:cubicBezTo>
                    <a:pt x="58" y="123"/>
                    <a:pt x="56" y="125"/>
                    <a:pt x="55" y="125"/>
                  </a:cubicBezTo>
                  <a:cubicBezTo>
                    <a:pt x="54" y="125"/>
                    <a:pt x="52" y="125"/>
                    <a:pt x="51" y="125"/>
                  </a:cubicBezTo>
                  <a:cubicBezTo>
                    <a:pt x="49" y="125"/>
                    <a:pt x="47" y="124"/>
                    <a:pt x="45" y="124"/>
                  </a:cubicBezTo>
                  <a:cubicBezTo>
                    <a:pt x="44" y="124"/>
                    <a:pt x="41" y="125"/>
                    <a:pt x="40" y="125"/>
                  </a:cubicBezTo>
                  <a:cubicBezTo>
                    <a:pt x="40" y="125"/>
                    <a:pt x="39" y="126"/>
                    <a:pt x="38" y="126"/>
                  </a:cubicBezTo>
                  <a:cubicBezTo>
                    <a:pt x="38" y="125"/>
                    <a:pt x="36" y="123"/>
                    <a:pt x="35" y="123"/>
                  </a:cubicBezTo>
                  <a:cubicBezTo>
                    <a:pt x="34" y="122"/>
                    <a:pt x="32" y="122"/>
                    <a:pt x="32" y="122"/>
                  </a:cubicBezTo>
                  <a:cubicBezTo>
                    <a:pt x="30" y="121"/>
                    <a:pt x="28" y="122"/>
                    <a:pt x="27" y="122"/>
                  </a:cubicBezTo>
                  <a:cubicBezTo>
                    <a:pt x="26" y="121"/>
                    <a:pt x="24" y="121"/>
                    <a:pt x="23" y="120"/>
                  </a:cubicBezTo>
                  <a:cubicBezTo>
                    <a:pt x="22" y="120"/>
                    <a:pt x="21" y="119"/>
                    <a:pt x="21" y="118"/>
                  </a:cubicBezTo>
                  <a:cubicBezTo>
                    <a:pt x="21" y="118"/>
                    <a:pt x="20" y="116"/>
                    <a:pt x="20" y="116"/>
                  </a:cubicBezTo>
                  <a:cubicBezTo>
                    <a:pt x="20" y="115"/>
                    <a:pt x="21" y="114"/>
                    <a:pt x="21" y="113"/>
                  </a:cubicBezTo>
                  <a:cubicBezTo>
                    <a:pt x="22" y="112"/>
                    <a:pt x="23" y="111"/>
                    <a:pt x="23" y="110"/>
                  </a:cubicBezTo>
                  <a:cubicBezTo>
                    <a:pt x="24" y="109"/>
                    <a:pt x="24" y="108"/>
                    <a:pt x="24" y="107"/>
                  </a:cubicBezTo>
                  <a:cubicBezTo>
                    <a:pt x="24" y="106"/>
                    <a:pt x="25" y="105"/>
                    <a:pt x="25" y="104"/>
                  </a:cubicBezTo>
                  <a:cubicBezTo>
                    <a:pt x="25" y="103"/>
                    <a:pt x="24" y="101"/>
                    <a:pt x="25" y="101"/>
                  </a:cubicBezTo>
                  <a:cubicBezTo>
                    <a:pt x="25" y="100"/>
                    <a:pt x="26" y="98"/>
                    <a:pt x="27" y="97"/>
                  </a:cubicBezTo>
                  <a:cubicBezTo>
                    <a:pt x="28" y="96"/>
                    <a:pt x="30" y="96"/>
                    <a:pt x="30" y="96"/>
                  </a:cubicBezTo>
                  <a:cubicBezTo>
                    <a:pt x="31" y="95"/>
                    <a:pt x="31" y="94"/>
                    <a:pt x="32" y="94"/>
                  </a:cubicBezTo>
                  <a:cubicBezTo>
                    <a:pt x="32" y="93"/>
                    <a:pt x="33" y="93"/>
                    <a:pt x="34" y="92"/>
                  </a:cubicBezTo>
                  <a:cubicBezTo>
                    <a:pt x="34" y="91"/>
                    <a:pt x="35" y="90"/>
                    <a:pt x="34" y="89"/>
                  </a:cubicBezTo>
                  <a:cubicBezTo>
                    <a:pt x="34" y="89"/>
                    <a:pt x="32" y="89"/>
                    <a:pt x="32" y="90"/>
                  </a:cubicBezTo>
                  <a:cubicBezTo>
                    <a:pt x="31" y="90"/>
                    <a:pt x="31" y="91"/>
                    <a:pt x="30" y="92"/>
                  </a:cubicBezTo>
                  <a:cubicBezTo>
                    <a:pt x="29" y="92"/>
                    <a:pt x="27" y="92"/>
                    <a:pt x="27" y="92"/>
                  </a:cubicBezTo>
                  <a:cubicBezTo>
                    <a:pt x="26" y="91"/>
                    <a:pt x="27" y="90"/>
                    <a:pt x="28" y="89"/>
                  </a:cubicBezTo>
                  <a:cubicBezTo>
                    <a:pt x="28" y="89"/>
                    <a:pt x="29" y="88"/>
                    <a:pt x="29" y="87"/>
                  </a:cubicBezTo>
                  <a:cubicBezTo>
                    <a:pt x="29" y="87"/>
                    <a:pt x="28" y="86"/>
                    <a:pt x="28" y="85"/>
                  </a:cubicBezTo>
                  <a:cubicBezTo>
                    <a:pt x="28" y="84"/>
                    <a:pt x="29" y="82"/>
                    <a:pt x="28" y="82"/>
                  </a:cubicBezTo>
                  <a:cubicBezTo>
                    <a:pt x="28" y="81"/>
                    <a:pt x="26" y="80"/>
                    <a:pt x="25" y="80"/>
                  </a:cubicBezTo>
                  <a:cubicBezTo>
                    <a:pt x="24" y="80"/>
                    <a:pt x="21" y="80"/>
                    <a:pt x="20" y="79"/>
                  </a:cubicBezTo>
                  <a:cubicBezTo>
                    <a:pt x="19" y="79"/>
                    <a:pt x="17" y="78"/>
                    <a:pt x="16" y="78"/>
                  </a:cubicBezTo>
                  <a:cubicBezTo>
                    <a:pt x="15" y="77"/>
                    <a:pt x="13" y="76"/>
                    <a:pt x="12" y="75"/>
                  </a:cubicBezTo>
                  <a:cubicBezTo>
                    <a:pt x="11" y="74"/>
                    <a:pt x="11" y="71"/>
                    <a:pt x="11" y="70"/>
                  </a:cubicBezTo>
                  <a:cubicBezTo>
                    <a:pt x="10" y="69"/>
                    <a:pt x="10" y="66"/>
                    <a:pt x="9" y="65"/>
                  </a:cubicBezTo>
                  <a:cubicBezTo>
                    <a:pt x="9" y="64"/>
                    <a:pt x="6" y="61"/>
                    <a:pt x="5" y="59"/>
                  </a:cubicBezTo>
                  <a:cubicBezTo>
                    <a:pt x="4" y="58"/>
                    <a:pt x="2" y="56"/>
                    <a:pt x="2" y="55"/>
                  </a:cubicBezTo>
                  <a:cubicBezTo>
                    <a:pt x="2" y="53"/>
                    <a:pt x="2" y="50"/>
                    <a:pt x="2" y="49"/>
                  </a:cubicBezTo>
                  <a:cubicBezTo>
                    <a:pt x="3" y="47"/>
                    <a:pt x="4" y="44"/>
                    <a:pt x="4" y="43"/>
                  </a:cubicBezTo>
                  <a:cubicBezTo>
                    <a:pt x="4" y="42"/>
                    <a:pt x="4" y="39"/>
                    <a:pt x="3" y="38"/>
                  </a:cubicBezTo>
                  <a:cubicBezTo>
                    <a:pt x="3" y="37"/>
                    <a:pt x="0" y="35"/>
                    <a:pt x="0" y="34"/>
                  </a:cubicBezTo>
                  <a:cubicBezTo>
                    <a:pt x="0" y="33"/>
                    <a:pt x="0" y="31"/>
                    <a:pt x="0" y="30"/>
                  </a:cubicBezTo>
                  <a:cubicBezTo>
                    <a:pt x="0" y="30"/>
                    <a:pt x="1" y="28"/>
                    <a:pt x="1" y="27"/>
                  </a:cubicBezTo>
                  <a:cubicBezTo>
                    <a:pt x="1" y="26"/>
                    <a:pt x="1" y="25"/>
                    <a:pt x="1" y="25"/>
                  </a:cubicBezTo>
                  <a:cubicBezTo>
                    <a:pt x="1" y="24"/>
                    <a:pt x="1" y="24"/>
                    <a:pt x="1" y="23"/>
                  </a:cubicBezTo>
                  <a:cubicBezTo>
                    <a:pt x="1" y="23"/>
                    <a:pt x="2" y="24"/>
                    <a:pt x="2" y="23"/>
                  </a:cubicBezTo>
                  <a:cubicBezTo>
                    <a:pt x="3" y="23"/>
                    <a:pt x="3" y="23"/>
                    <a:pt x="4" y="23"/>
                  </a:cubicBezTo>
                  <a:cubicBezTo>
                    <a:pt x="4" y="22"/>
                    <a:pt x="6" y="22"/>
                    <a:pt x="6" y="21"/>
                  </a:cubicBezTo>
                  <a:cubicBezTo>
                    <a:pt x="7" y="21"/>
                    <a:pt x="9" y="20"/>
                    <a:pt x="9" y="19"/>
                  </a:cubicBezTo>
                  <a:cubicBezTo>
                    <a:pt x="10" y="19"/>
                    <a:pt x="11" y="18"/>
                    <a:pt x="11" y="18"/>
                  </a:cubicBezTo>
                  <a:cubicBezTo>
                    <a:pt x="11" y="17"/>
                    <a:pt x="10" y="15"/>
                    <a:pt x="10" y="15"/>
                  </a:cubicBezTo>
                  <a:cubicBezTo>
                    <a:pt x="11" y="14"/>
                    <a:pt x="12" y="14"/>
                    <a:pt x="13" y="14"/>
                  </a:cubicBezTo>
                  <a:cubicBezTo>
                    <a:pt x="14" y="14"/>
                    <a:pt x="15" y="15"/>
                    <a:pt x="15" y="16"/>
                  </a:cubicBezTo>
                  <a:cubicBezTo>
                    <a:pt x="15" y="16"/>
                    <a:pt x="16" y="17"/>
                    <a:pt x="16" y="17"/>
                  </a:cubicBezTo>
                  <a:cubicBezTo>
                    <a:pt x="17" y="17"/>
                    <a:pt x="18" y="17"/>
                    <a:pt x="19" y="17"/>
                  </a:cubicBezTo>
                  <a:cubicBezTo>
                    <a:pt x="19" y="17"/>
                    <a:pt x="20" y="17"/>
                    <a:pt x="21" y="17"/>
                  </a:cubicBezTo>
                  <a:cubicBezTo>
                    <a:pt x="21" y="18"/>
                    <a:pt x="23" y="19"/>
                    <a:pt x="24" y="19"/>
                  </a:cubicBezTo>
                  <a:cubicBezTo>
                    <a:pt x="24" y="19"/>
                    <a:pt x="26" y="19"/>
                    <a:pt x="26" y="19"/>
                  </a:cubicBezTo>
                  <a:cubicBezTo>
                    <a:pt x="27" y="19"/>
                    <a:pt x="27" y="18"/>
                    <a:pt x="27" y="18"/>
                  </a:cubicBezTo>
                  <a:cubicBezTo>
                    <a:pt x="28" y="18"/>
                    <a:pt x="29" y="18"/>
                    <a:pt x="29" y="19"/>
                  </a:cubicBezTo>
                  <a:cubicBezTo>
                    <a:pt x="29" y="19"/>
                    <a:pt x="29" y="20"/>
                    <a:pt x="29" y="20"/>
                  </a:cubicBezTo>
                  <a:cubicBezTo>
                    <a:pt x="29" y="21"/>
                    <a:pt x="29" y="22"/>
                    <a:pt x="30" y="22"/>
                  </a:cubicBezTo>
                  <a:cubicBezTo>
                    <a:pt x="30" y="22"/>
                    <a:pt x="32" y="22"/>
                    <a:pt x="32" y="22"/>
                  </a:cubicBezTo>
                  <a:cubicBezTo>
                    <a:pt x="33" y="22"/>
                    <a:pt x="33" y="21"/>
                    <a:pt x="33" y="21"/>
                  </a:cubicBezTo>
                  <a:cubicBezTo>
                    <a:pt x="34" y="20"/>
                    <a:pt x="34" y="19"/>
                    <a:pt x="34" y="19"/>
                  </a:cubicBezTo>
                  <a:cubicBezTo>
                    <a:pt x="34" y="18"/>
                    <a:pt x="33" y="17"/>
                    <a:pt x="33" y="17"/>
                  </a:cubicBezTo>
                  <a:cubicBezTo>
                    <a:pt x="33" y="16"/>
                    <a:pt x="34" y="15"/>
                    <a:pt x="34" y="15"/>
                  </a:cubicBezTo>
                  <a:cubicBezTo>
                    <a:pt x="34" y="14"/>
                    <a:pt x="35" y="13"/>
                    <a:pt x="35" y="12"/>
                  </a:cubicBezTo>
                  <a:cubicBezTo>
                    <a:pt x="35" y="12"/>
                    <a:pt x="36" y="11"/>
                    <a:pt x="36" y="11"/>
                  </a:cubicBezTo>
                  <a:cubicBezTo>
                    <a:pt x="36" y="10"/>
                    <a:pt x="35" y="9"/>
                    <a:pt x="35" y="8"/>
                  </a:cubicBezTo>
                  <a:cubicBezTo>
                    <a:pt x="35" y="8"/>
                    <a:pt x="34" y="7"/>
                    <a:pt x="35" y="7"/>
                  </a:cubicBezTo>
                  <a:cubicBezTo>
                    <a:pt x="35" y="6"/>
                    <a:pt x="36" y="5"/>
                    <a:pt x="37" y="4"/>
                  </a:cubicBezTo>
                  <a:cubicBezTo>
                    <a:pt x="37" y="4"/>
                    <a:pt x="39" y="3"/>
                    <a:pt x="40" y="3"/>
                  </a:cubicBezTo>
                  <a:cubicBezTo>
                    <a:pt x="40" y="3"/>
                    <a:pt x="42" y="3"/>
                    <a:pt x="43" y="3"/>
                  </a:cubicBezTo>
                  <a:cubicBezTo>
                    <a:pt x="44" y="3"/>
                    <a:pt x="46" y="4"/>
                    <a:pt x="47" y="4"/>
                  </a:cubicBezTo>
                  <a:cubicBezTo>
                    <a:pt x="48" y="4"/>
                    <a:pt x="50" y="5"/>
                    <a:pt x="51" y="6"/>
                  </a:cubicBezTo>
                  <a:cubicBezTo>
                    <a:pt x="52" y="6"/>
                    <a:pt x="53" y="6"/>
                    <a:pt x="54" y="5"/>
                  </a:cubicBezTo>
                  <a:cubicBezTo>
                    <a:pt x="55" y="5"/>
                    <a:pt x="55" y="4"/>
                    <a:pt x="56" y="3"/>
                  </a:cubicBezTo>
                  <a:cubicBezTo>
                    <a:pt x="57" y="3"/>
                    <a:pt x="58" y="3"/>
                    <a:pt x="58" y="3"/>
                  </a:cubicBezTo>
                  <a:cubicBezTo>
                    <a:pt x="59" y="3"/>
                    <a:pt x="60" y="2"/>
                    <a:pt x="60" y="2"/>
                  </a:cubicBezTo>
                  <a:cubicBezTo>
                    <a:pt x="61" y="1"/>
                    <a:pt x="62" y="1"/>
                    <a:pt x="63" y="1"/>
                  </a:cubicBezTo>
                  <a:cubicBezTo>
                    <a:pt x="63" y="0"/>
                    <a:pt x="65" y="1"/>
                    <a:pt x="65" y="1"/>
                  </a:cubicBezTo>
                  <a:cubicBezTo>
                    <a:pt x="66" y="1"/>
                    <a:pt x="67" y="2"/>
                    <a:pt x="68" y="3"/>
                  </a:cubicBezTo>
                  <a:cubicBezTo>
                    <a:pt x="69" y="3"/>
                    <a:pt x="70" y="5"/>
                    <a:pt x="71" y="5"/>
                  </a:cubicBezTo>
                  <a:cubicBezTo>
                    <a:pt x="71" y="5"/>
                    <a:pt x="72" y="6"/>
                    <a:pt x="73" y="6"/>
                  </a:cubicBezTo>
                  <a:cubicBezTo>
                    <a:pt x="74" y="6"/>
                    <a:pt x="75" y="5"/>
                    <a:pt x="75" y="5"/>
                  </a:cubicBezTo>
                  <a:cubicBezTo>
                    <a:pt x="76" y="5"/>
                    <a:pt x="77" y="5"/>
                    <a:pt x="77" y="5"/>
                  </a:cubicBezTo>
                  <a:cubicBezTo>
                    <a:pt x="77" y="5"/>
                    <a:pt x="78" y="6"/>
                    <a:pt x="79" y="6"/>
                  </a:cubicBezTo>
                  <a:cubicBezTo>
                    <a:pt x="79" y="6"/>
                    <a:pt x="80" y="6"/>
                    <a:pt x="81" y="7"/>
                  </a:cubicBezTo>
                  <a:cubicBezTo>
                    <a:pt x="81" y="7"/>
                    <a:pt x="82" y="8"/>
                    <a:pt x="83" y="9"/>
                  </a:cubicBezTo>
                  <a:cubicBezTo>
                    <a:pt x="83" y="9"/>
                    <a:pt x="82" y="11"/>
                    <a:pt x="82" y="11"/>
                  </a:cubicBezTo>
                  <a:cubicBezTo>
                    <a:pt x="82" y="12"/>
                    <a:pt x="84" y="13"/>
                    <a:pt x="84" y="13"/>
                  </a:cubicBezTo>
                  <a:cubicBezTo>
                    <a:pt x="85" y="14"/>
                    <a:pt x="87" y="15"/>
                    <a:pt x="88" y="15"/>
                  </a:cubicBezTo>
                  <a:cubicBezTo>
                    <a:pt x="89" y="16"/>
                    <a:pt x="90" y="17"/>
                    <a:pt x="90" y="18"/>
                  </a:cubicBezTo>
                  <a:cubicBezTo>
                    <a:pt x="90" y="18"/>
                    <a:pt x="89" y="19"/>
                    <a:pt x="89" y="19"/>
                  </a:cubicBezTo>
                  <a:cubicBezTo>
                    <a:pt x="89" y="20"/>
                    <a:pt x="90" y="20"/>
                    <a:pt x="90" y="21"/>
                  </a:cubicBezTo>
                  <a:cubicBezTo>
                    <a:pt x="90" y="21"/>
                    <a:pt x="92" y="21"/>
                    <a:pt x="92" y="22"/>
                  </a:cubicBezTo>
                  <a:cubicBezTo>
                    <a:pt x="93" y="23"/>
                    <a:pt x="93" y="24"/>
                    <a:pt x="93" y="25"/>
                  </a:cubicBezTo>
                  <a:cubicBezTo>
                    <a:pt x="93" y="26"/>
                    <a:pt x="93" y="28"/>
                    <a:pt x="93" y="28"/>
                  </a:cubicBezTo>
                  <a:cubicBezTo>
                    <a:pt x="92" y="29"/>
                    <a:pt x="92" y="31"/>
                    <a:pt x="92" y="32"/>
                  </a:cubicBezTo>
                  <a:cubicBezTo>
                    <a:pt x="92" y="32"/>
                    <a:pt x="92" y="34"/>
                    <a:pt x="92" y="34"/>
                  </a:cubicBezTo>
                  <a:cubicBezTo>
                    <a:pt x="92" y="35"/>
                    <a:pt x="94" y="36"/>
                    <a:pt x="95" y="36"/>
                  </a:cubicBezTo>
                  <a:cubicBezTo>
                    <a:pt x="95" y="37"/>
                    <a:pt x="96" y="38"/>
                    <a:pt x="97" y="39"/>
                  </a:cubicBezTo>
                  <a:cubicBezTo>
                    <a:pt x="97" y="39"/>
                    <a:pt x="98" y="40"/>
                    <a:pt x="98" y="41"/>
                  </a:cubicBezTo>
                  <a:cubicBezTo>
                    <a:pt x="98" y="42"/>
                    <a:pt x="98" y="44"/>
                    <a:pt x="99" y="45"/>
                  </a:cubicBezTo>
                  <a:cubicBezTo>
                    <a:pt x="99" y="45"/>
                    <a:pt x="100" y="46"/>
                    <a:pt x="100" y="46"/>
                  </a:cubicBezTo>
                  <a:cubicBezTo>
                    <a:pt x="101" y="47"/>
                    <a:pt x="102" y="47"/>
                    <a:pt x="103" y="47"/>
                  </a:cubicBezTo>
                  <a:cubicBezTo>
                    <a:pt x="104" y="47"/>
                    <a:pt x="105" y="47"/>
                    <a:pt x="105" y="48"/>
                  </a:cubicBezTo>
                  <a:cubicBezTo>
                    <a:pt x="106" y="48"/>
                    <a:pt x="108" y="49"/>
                    <a:pt x="109" y="49"/>
                  </a:cubicBezTo>
                  <a:cubicBezTo>
                    <a:pt x="109" y="50"/>
                    <a:pt x="111" y="49"/>
                    <a:pt x="112" y="49"/>
                  </a:cubicBezTo>
                  <a:cubicBezTo>
                    <a:pt x="112" y="50"/>
                    <a:pt x="113" y="51"/>
                    <a:pt x="114" y="51"/>
                  </a:cubicBezTo>
                  <a:cubicBezTo>
                    <a:pt x="115" y="52"/>
                    <a:pt x="116" y="54"/>
                    <a:pt x="117" y="55"/>
                  </a:cubicBezTo>
                  <a:cubicBezTo>
                    <a:pt x="117" y="56"/>
                    <a:pt x="118" y="58"/>
                    <a:pt x="119" y="59"/>
                  </a:cubicBezTo>
                  <a:cubicBezTo>
                    <a:pt x="119" y="59"/>
                    <a:pt x="120" y="59"/>
                    <a:pt x="121" y="59"/>
                  </a:cubicBezTo>
                  <a:cubicBezTo>
                    <a:pt x="121" y="59"/>
                    <a:pt x="121" y="59"/>
                    <a:pt x="122" y="5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5" name="Freeform 144"/>
            <p:cNvSpPr>
              <a:spLocks/>
            </p:cNvSpPr>
            <p:nvPr/>
          </p:nvSpPr>
          <p:spPr bwMode="auto">
            <a:xfrm>
              <a:off x="1573213" y="1782763"/>
              <a:ext cx="280988" cy="190500"/>
            </a:xfrm>
            <a:custGeom>
              <a:avLst/>
              <a:gdLst/>
              <a:ahLst/>
              <a:cxnLst>
                <a:cxn ang="0">
                  <a:pos x="17" y="74"/>
                </a:cxn>
                <a:cxn ang="0">
                  <a:pos x="20" y="69"/>
                </a:cxn>
                <a:cxn ang="0">
                  <a:pos x="24" y="69"/>
                </a:cxn>
                <a:cxn ang="0">
                  <a:pos x="33" y="68"/>
                </a:cxn>
                <a:cxn ang="0">
                  <a:pos x="41" y="70"/>
                </a:cxn>
                <a:cxn ang="0">
                  <a:pos x="48" y="65"/>
                </a:cxn>
                <a:cxn ang="0">
                  <a:pos x="53" y="64"/>
                </a:cxn>
                <a:cxn ang="0">
                  <a:pos x="58" y="62"/>
                </a:cxn>
                <a:cxn ang="0">
                  <a:pos x="56" y="59"/>
                </a:cxn>
                <a:cxn ang="0">
                  <a:pos x="62" y="53"/>
                </a:cxn>
                <a:cxn ang="0">
                  <a:pos x="57" y="45"/>
                </a:cxn>
                <a:cxn ang="0">
                  <a:pos x="49" y="46"/>
                </a:cxn>
                <a:cxn ang="0">
                  <a:pos x="48" y="42"/>
                </a:cxn>
                <a:cxn ang="0">
                  <a:pos x="47" y="38"/>
                </a:cxn>
                <a:cxn ang="0">
                  <a:pos x="52" y="38"/>
                </a:cxn>
                <a:cxn ang="0">
                  <a:pos x="54" y="33"/>
                </a:cxn>
                <a:cxn ang="0">
                  <a:pos x="58" y="33"/>
                </a:cxn>
                <a:cxn ang="0">
                  <a:pos x="61" y="30"/>
                </a:cxn>
                <a:cxn ang="0">
                  <a:pos x="61" y="26"/>
                </a:cxn>
                <a:cxn ang="0">
                  <a:pos x="61" y="22"/>
                </a:cxn>
                <a:cxn ang="0">
                  <a:pos x="71" y="17"/>
                </a:cxn>
                <a:cxn ang="0">
                  <a:pos x="89" y="7"/>
                </a:cxn>
                <a:cxn ang="0">
                  <a:pos x="102" y="2"/>
                </a:cxn>
                <a:cxn ang="0">
                  <a:pos x="113" y="1"/>
                </a:cxn>
                <a:cxn ang="0">
                  <a:pos x="120" y="7"/>
                </a:cxn>
                <a:cxn ang="0">
                  <a:pos x="115" y="17"/>
                </a:cxn>
                <a:cxn ang="0">
                  <a:pos x="115" y="18"/>
                </a:cxn>
                <a:cxn ang="0">
                  <a:pos x="119" y="20"/>
                </a:cxn>
                <a:cxn ang="0">
                  <a:pos x="122" y="20"/>
                </a:cxn>
                <a:cxn ang="0">
                  <a:pos x="130" y="26"/>
                </a:cxn>
                <a:cxn ang="0">
                  <a:pos x="141" y="28"/>
                </a:cxn>
                <a:cxn ang="0">
                  <a:pos x="149" y="39"/>
                </a:cxn>
                <a:cxn ang="0">
                  <a:pos x="134" y="53"/>
                </a:cxn>
                <a:cxn ang="0">
                  <a:pos x="117" y="59"/>
                </a:cxn>
                <a:cxn ang="0">
                  <a:pos x="112" y="58"/>
                </a:cxn>
                <a:cxn ang="0">
                  <a:pos x="111" y="54"/>
                </a:cxn>
                <a:cxn ang="0">
                  <a:pos x="101" y="54"/>
                </a:cxn>
                <a:cxn ang="0">
                  <a:pos x="83" y="71"/>
                </a:cxn>
                <a:cxn ang="0">
                  <a:pos x="76" y="82"/>
                </a:cxn>
                <a:cxn ang="0">
                  <a:pos x="69" y="90"/>
                </a:cxn>
                <a:cxn ang="0">
                  <a:pos x="57" y="90"/>
                </a:cxn>
                <a:cxn ang="0">
                  <a:pos x="52" y="95"/>
                </a:cxn>
                <a:cxn ang="0">
                  <a:pos x="47" y="98"/>
                </a:cxn>
                <a:cxn ang="0">
                  <a:pos x="42" y="101"/>
                </a:cxn>
                <a:cxn ang="0">
                  <a:pos x="34" y="97"/>
                </a:cxn>
                <a:cxn ang="0">
                  <a:pos x="16" y="93"/>
                </a:cxn>
                <a:cxn ang="0">
                  <a:pos x="8" y="90"/>
                </a:cxn>
                <a:cxn ang="0">
                  <a:pos x="5" y="92"/>
                </a:cxn>
                <a:cxn ang="0">
                  <a:pos x="0" y="87"/>
                </a:cxn>
                <a:cxn ang="0">
                  <a:pos x="3" y="81"/>
                </a:cxn>
                <a:cxn ang="0">
                  <a:pos x="8" y="80"/>
                </a:cxn>
                <a:cxn ang="0">
                  <a:pos x="11" y="80"/>
                </a:cxn>
                <a:cxn ang="0">
                  <a:pos x="13" y="76"/>
                </a:cxn>
                <a:cxn ang="0">
                  <a:pos x="13" y="73"/>
                </a:cxn>
              </a:cxnLst>
              <a:rect l="0" t="0" r="r" b="b"/>
              <a:pathLst>
                <a:path w="149" h="101">
                  <a:moveTo>
                    <a:pt x="13" y="73"/>
                  </a:moveTo>
                  <a:cubicBezTo>
                    <a:pt x="13" y="73"/>
                    <a:pt x="14" y="73"/>
                    <a:pt x="14" y="73"/>
                  </a:cubicBezTo>
                  <a:cubicBezTo>
                    <a:pt x="15" y="73"/>
                    <a:pt x="16" y="74"/>
                    <a:pt x="17" y="74"/>
                  </a:cubicBezTo>
                  <a:cubicBezTo>
                    <a:pt x="17" y="74"/>
                    <a:pt x="19" y="73"/>
                    <a:pt x="19" y="73"/>
                  </a:cubicBezTo>
                  <a:cubicBezTo>
                    <a:pt x="19" y="73"/>
                    <a:pt x="19" y="71"/>
                    <a:pt x="20" y="71"/>
                  </a:cubicBezTo>
                  <a:cubicBezTo>
                    <a:pt x="20" y="70"/>
                    <a:pt x="20" y="69"/>
                    <a:pt x="20" y="69"/>
                  </a:cubicBezTo>
                  <a:cubicBezTo>
                    <a:pt x="20" y="69"/>
                    <a:pt x="21" y="68"/>
                    <a:pt x="22" y="68"/>
                  </a:cubicBezTo>
                  <a:cubicBezTo>
                    <a:pt x="22" y="68"/>
                    <a:pt x="23" y="67"/>
                    <a:pt x="23" y="67"/>
                  </a:cubicBezTo>
                  <a:cubicBezTo>
                    <a:pt x="23" y="68"/>
                    <a:pt x="24" y="69"/>
                    <a:pt x="24" y="69"/>
                  </a:cubicBezTo>
                  <a:cubicBezTo>
                    <a:pt x="24" y="69"/>
                    <a:pt x="26" y="69"/>
                    <a:pt x="26" y="69"/>
                  </a:cubicBezTo>
                  <a:cubicBezTo>
                    <a:pt x="27" y="69"/>
                    <a:pt x="29" y="69"/>
                    <a:pt x="30" y="69"/>
                  </a:cubicBezTo>
                  <a:cubicBezTo>
                    <a:pt x="31" y="68"/>
                    <a:pt x="32" y="68"/>
                    <a:pt x="33" y="68"/>
                  </a:cubicBezTo>
                  <a:cubicBezTo>
                    <a:pt x="34" y="68"/>
                    <a:pt x="35" y="69"/>
                    <a:pt x="36" y="69"/>
                  </a:cubicBezTo>
                  <a:cubicBezTo>
                    <a:pt x="37" y="69"/>
                    <a:pt x="38" y="70"/>
                    <a:pt x="39" y="70"/>
                  </a:cubicBezTo>
                  <a:cubicBezTo>
                    <a:pt x="39" y="70"/>
                    <a:pt x="40" y="70"/>
                    <a:pt x="41" y="70"/>
                  </a:cubicBezTo>
                  <a:cubicBezTo>
                    <a:pt x="42" y="70"/>
                    <a:pt x="44" y="69"/>
                    <a:pt x="44" y="69"/>
                  </a:cubicBezTo>
                  <a:cubicBezTo>
                    <a:pt x="45" y="69"/>
                    <a:pt x="47" y="68"/>
                    <a:pt x="48" y="67"/>
                  </a:cubicBezTo>
                  <a:cubicBezTo>
                    <a:pt x="48" y="67"/>
                    <a:pt x="48" y="66"/>
                    <a:pt x="48" y="65"/>
                  </a:cubicBezTo>
                  <a:cubicBezTo>
                    <a:pt x="48" y="65"/>
                    <a:pt x="49" y="63"/>
                    <a:pt x="49" y="63"/>
                  </a:cubicBezTo>
                  <a:cubicBezTo>
                    <a:pt x="50" y="63"/>
                    <a:pt x="51" y="63"/>
                    <a:pt x="52" y="63"/>
                  </a:cubicBezTo>
                  <a:cubicBezTo>
                    <a:pt x="52" y="63"/>
                    <a:pt x="53" y="64"/>
                    <a:pt x="53" y="64"/>
                  </a:cubicBezTo>
                  <a:cubicBezTo>
                    <a:pt x="54" y="64"/>
                    <a:pt x="55" y="64"/>
                    <a:pt x="55" y="64"/>
                  </a:cubicBezTo>
                  <a:cubicBezTo>
                    <a:pt x="56" y="64"/>
                    <a:pt x="56" y="64"/>
                    <a:pt x="57" y="63"/>
                  </a:cubicBezTo>
                  <a:cubicBezTo>
                    <a:pt x="57" y="63"/>
                    <a:pt x="58" y="62"/>
                    <a:pt x="58" y="62"/>
                  </a:cubicBezTo>
                  <a:cubicBezTo>
                    <a:pt x="58" y="62"/>
                    <a:pt x="58" y="61"/>
                    <a:pt x="58" y="61"/>
                  </a:cubicBezTo>
                  <a:cubicBezTo>
                    <a:pt x="57" y="61"/>
                    <a:pt x="56" y="61"/>
                    <a:pt x="56" y="60"/>
                  </a:cubicBezTo>
                  <a:cubicBezTo>
                    <a:pt x="56" y="60"/>
                    <a:pt x="56" y="59"/>
                    <a:pt x="56" y="59"/>
                  </a:cubicBezTo>
                  <a:cubicBezTo>
                    <a:pt x="56" y="59"/>
                    <a:pt x="57" y="58"/>
                    <a:pt x="57" y="58"/>
                  </a:cubicBezTo>
                  <a:cubicBezTo>
                    <a:pt x="58" y="57"/>
                    <a:pt x="60" y="57"/>
                    <a:pt x="61" y="56"/>
                  </a:cubicBezTo>
                  <a:cubicBezTo>
                    <a:pt x="62" y="56"/>
                    <a:pt x="62" y="54"/>
                    <a:pt x="62" y="53"/>
                  </a:cubicBezTo>
                  <a:cubicBezTo>
                    <a:pt x="62" y="52"/>
                    <a:pt x="62" y="50"/>
                    <a:pt x="62" y="49"/>
                  </a:cubicBezTo>
                  <a:cubicBezTo>
                    <a:pt x="62" y="48"/>
                    <a:pt x="61" y="47"/>
                    <a:pt x="60" y="46"/>
                  </a:cubicBezTo>
                  <a:cubicBezTo>
                    <a:pt x="60" y="46"/>
                    <a:pt x="58" y="45"/>
                    <a:pt x="57" y="45"/>
                  </a:cubicBezTo>
                  <a:cubicBezTo>
                    <a:pt x="57" y="45"/>
                    <a:pt x="55" y="45"/>
                    <a:pt x="55" y="45"/>
                  </a:cubicBezTo>
                  <a:cubicBezTo>
                    <a:pt x="54" y="45"/>
                    <a:pt x="53" y="46"/>
                    <a:pt x="52" y="46"/>
                  </a:cubicBezTo>
                  <a:cubicBezTo>
                    <a:pt x="52" y="46"/>
                    <a:pt x="50" y="46"/>
                    <a:pt x="49" y="46"/>
                  </a:cubicBezTo>
                  <a:cubicBezTo>
                    <a:pt x="49" y="46"/>
                    <a:pt x="47" y="45"/>
                    <a:pt x="47" y="45"/>
                  </a:cubicBezTo>
                  <a:cubicBezTo>
                    <a:pt x="47" y="45"/>
                    <a:pt x="48" y="44"/>
                    <a:pt x="48" y="44"/>
                  </a:cubicBezTo>
                  <a:cubicBezTo>
                    <a:pt x="48" y="43"/>
                    <a:pt x="48" y="42"/>
                    <a:pt x="48" y="42"/>
                  </a:cubicBezTo>
                  <a:cubicBezTo>
                    <a:pt x="48" y="42"/>
                    <a:pt x="48" y="41"/>
                    <a:pt x="47" y="41"/>
                  </a:cubicBezTo>
                  <a:cubicBezTo>
                    <a:pt x="47" y="41"/>
                    <a:pt x="46" y="40"/>
                    <a:pt x="46" y="40"/>
                  </a:cubicBezTo>
                  <a:cubicBezTo>
                    <a:pt x="46" y="39"/>
                    <a:pt x="47" y="38"/>
                    <a:pt x="47" y="38"/>
                  </a:cubicBezTo>
                  <a:cubicBezTo>
                    <a:pt x="48" y="37"/>
                    <a:pt x="49" y="37"/>
                    <a:pt x="49" y="36"/>
                  </a:cubicBezTo>
                  <a:cubicBezTo>
                    <a:pt x="50" y="36"/>
                    <a:pt x="51" y="36"/>
                    <a:pt x="51" y="36"/>
                  </a:cubicBezTo>
                  <a:cubicBezTo>
                    <a:pt x="52" y="37"/>
                    <a:pt x="52" y="38"/>
                    <a:pt x="52" y="38"/>
                  </a:cubicBezTo>
                  <a:cubicBezTo>
                    <a:pt x="53" y="38"/>
                    <a:pt x="54" y="37"/>
                    <a:pt x="55" y="36"/>
                  </a:cubicBezTo>
                  <a:cubicBezTo>
                    <a:pt x="55" y="36"/>
                    <a:pt x="55" y="35"/>
                    <a:pt x="55" y="35"/>
                  </a:cubicBezTo>
                  <a:cubicBezTo>
                    <a:pt x="55" y="34"/>
                    <a:pt x="55" y="34"/>
                    <a:pt x="54" y="33"/>
                  </a:cubicBezTo>
                  <a:cubicBezTo>
                    <a:pt x="54" y="33"/>
                    <a:pt x="54" y="32"/>
                    <a:pt x="54" y="32"/>
                  </a:cubicBezTo>
                  <a:cubicBezTo>
                    <a:pt x="55" y="32"/>
                    <a:pt x="56" y="32"/>
                    <a:pt x="56" y="32"/>
                  </a:cubicBezTo>
                  <a:cubicBezTo>
                    <a:pt x="57" y="32"/>
                    <a:pt x="58" y="33"/>
                    <a:pt x="58" y="33"/>
                  </a:cubicBezTo>
                  <a:cubicBezTo>
                    <a:pt x="59" y="33"/>
                    <a:pt x="60" y="33"/>
                    <a:pt x="61" y="33"/>
                  </a:cubicBezTo>
                  <a:cubicBezTo>
                    <a:pt x="61" y="33"/>
                    <a:pt x="61" y="32"/>
                    <a:pt x="61" y="32"/>
                  </a:cubicBezTo>
                  <a:cubicBezTo>
                    <a:pt x="61" y="32"/>
                    <a:pt x="61" y="31"/>
                    <a:pt x="61" y="30"/>
                  </a:cubicBezTo>
                  <a:cubicBezTo>
                    <a:pt x="60" y="30"/>
                    <a:pt x="59" y="30"/>
                    <a:pt x="59" y="29"/>
                  </a:cubicBezTo>
                  <a:cubicBezTo>
                    <a:pt x="59" y="29"/>
                    <a:pt x="59" y="28"/>
                    <a:pt x="59" y="28"/>
                  </a:cubicBezTo>
                  <a:cubicBezTo>
                    <a:pt x="59" y="27"/>
                    <a:pt x="60" y="27"/>
                    <a:pt x="61" y="26"/>
                  </a:cubicBezTo>
                  <a:cubicBezTo>
                    <a:pt x="61" y="26"/>
                    <a:pt x="61" y="25"/>
                    <a:pt x="61" y="24"/>
                  </a:cubicBezTo>
                  <a:cubicBezTo>
                    <a:pt x="61" y="24"/>
                    <a:pt x="61" y="23"/>
                    <a:pt x="61" y="23"/>
                  </a:cubicBezTo>
                  <a:cubicBezTo>
                    <a:pt x="61" y="23"/>
                    <a:pt x="61" y="22"/>
                    <a:pt x="61" y="22"/>
                  </a:cubicBezTo>
                  <a:cubicBezTo>
                    <a:pt x="61" y="22"/>
                    <a:pt x="61" y="21"/>
                    <a:pt x="62" y="21"/>
                  </a:cubicBezTo>
                  <a:cubicBezTo>
                    <a:pt x="63" y="21"/>
                    <a:pt x="66" y="20"/>
                    <a:pt x="67" y="19"/>
                  </a:cubicBezTo>
                  <a:cubicBezTo>
                    <a:pt x="68" y="19"/>
                    <a:pt x="70" y="17"/>
                    <a:pt x="71" y="17"/>
                  </a:cubicBezTo>
                  <a:cubicBezTo>
                    <a:pt x="73" y="16"/>
                    <a:pt x="77" y="14"/>
                    <a:pt x="78" y="13"/>
                  </a:cubicBezTo>
                  <a:cubicBezTo>
                    <a:pt x="80" y="12"/>
                    <a:pt x="82" y="10"/>
                    <a:pt x="83" y="10"/>
                  </a:cubicBezTo>
                  <a:cubicBezTo>
                    <a:pt x="85" y="9"/>
                    <a:pt x="88" y="7"/>
                    <a:pt x="89" y="7"/>
                  </a:cubicBezTo>
                  <a:cubicBezTo>
                    <a:pt x="91" y="6"/>
                    <a:pt x="94" y="5"/>
                    <a:pt x="96" y="5"/>
                  </a:cubicBezTo>
                  <a:cubicBezTo>
                    <a:pt x="96" y="5"/>
                    <a:pt x="98" y="3"/>
                    <a:pt x="99" y="3"/>
                  </a:cubicBezTo>
                  <a:cubicBezTo>
                    <a:pt x="100" y="3"/>
                    <a:pt x="102" y="2"/>
                    <a:pt x="102" y="2"/>
                  </a:cubicBezTo>
                  <a:cubicBezTo>
                    <a:pt x="103" y="2"/>
                    <a:pt x="104" y="1"/>
                    <a:pt x="105" y="1"/>
                  </a:cubicBezTo>
                  <a:cubicBezTo>
                    <a:pt x="106" y="0"/>
                    <a:pt x="108" y="1"/>
                    <a:pt x="109" y="1"/>
                  </a:cubicBezTo>
                  <a:cubicBezTo>
                    <a:pt x="110" y="1"/>
                    <a:pt x="112" y="1"/>
                    <a:pt x="113" y="1"/>
                  </a:cubicBezTo>
                  <a:cubicBezTo>
                    <a:pt x="114" y="1"/>
                    <a:pt x="116" y="1"/>
                    <a:pt x="117" y="1"/>
                  </a:cubicBezTo>
                  <a:cubicBezTo>
                    <a:pt x="118" y="2"/>
                    <a:pt x="119" y="2"/>
                    <a:pt x="119" y="2"/>
                  </a:cubicBezTo>
                  <a:cubicBezTo>
                    <a:pt x="120" y="3"/>
                    <a:pt x="120" y="6"/>
                    <a:pt x="120" y="7"/>
                  </a:cubicBezTo>
                  <a:cubicBezTo>
                    <a:pt x="120" y="8"/>
                    <a:pt x="120" y="11"/>
                    <a:pt x="120" y="12"/>
                  </a:cubicBezTo>
                  <a:cubicBezTo>
                    <a:pt x="119" y="13"/>
                    <a:pt x="119" y="15"/>
                    <a:pt x="118" y="15"/>
                  </a:cubicBezTo>
                  <a:cubicBezTo>
                    <a:pt x="118" y="16"/>
                    <a:pt x="116" y="17"/>
                    <a:pt x="115" y="17"/>
                  </a:cubicBezTo>
                  <a:cubicBezTo>
                    <a:pt x="114" y="17"/>
                    <a:pt x="113" y="17"/>
                    <a:pt x="112" y="17"/>
                  </a:cubicBezTo>
                  <a:cubicBezTo>
                    <a:pt x="112" y="17"/>
                    <a:pt x="112" y="18"/>
                    <a:pt x="112" y="18"/>
                  </a:cubicBezTo>
                  <a:cubicBezTo>
                    <a:pt x="112" y="19"/>
                    <a:pt x="114" y="18"/>
                    <a:pt x="115" y="18"/>
                  </a:cubicBezTo>
                  <a:cubicBezTo>
                    <a:pt x="115" y="19"/>
                    <a:pt x="116" y="19"/>
                    <a:pt x="117" y="20"/>
                  </a:cubicBezTo>
                  <a:cubicBezTo>
                    <a:pt x="117" y="20"/>
                    <a:pt x="118" y="20"/>
                    <a:pt x="118" y="20"/>
                  </a:cubicBezTo>
                  <a:cubicBezTo>
                    <a:pt x="119" y="20"/>
                    <a:pt x="119" y="20"/>
                    <a:pt x="119" y="20"/>
                  </a:cubicBezTo>
                  <a:cubicBezTo>
                    <a:pt x="120" y="19"/>
                    <a:pt x="119" y="18"/>
                    <a:pt x="119" y="18"/>
                  </a:cubicBezTo>
                  <a:cubicBezTo>
                    <a:pt x="120" y="18"/>
                    <a:pt x="121" y="18"/>
                    <a:pt x="121" y="18"/>
                  </a:cubicBezTo>
                  <a:cubicBezTo>
                    <a:pt x="121" y="18"/>
                    <a:pt x="122" y="19"/>
                    <a:pt x="122" y="20"/>
                  </a:cubicBezTo>
                  <a:cubicBezTo>
                    <a:pt x="122" y="20"/>
                    <a:pt x="122" y="22"/>
                    <a:pt x="123" y="22"/>
                  </a:cubicBezTo>
                  <a:cubicBezTo>
                    <a:pt x="123" y="23"/>
                    <a:pt x="124" y="24"/>
                    <a:pt x="125" y="24"/>
                  </a:cubicBezTo>
                  <a:cubicBezTo>
                    <a:pt x="126" y="25"/>
                    <a:pt x="129" y="25"/>
                    <a:pt x="130" y="26"/>
                  </a:cubicBezTo>
                  <a:cubicBezTo>
                    <a:pt x="131" y="26"/>
                    <a:pt x="133" y="26"/>
                    <a:pt x="134" y="27"/>
                  </a:cubicBezTo>
                  <a:cubicBezTo>
                    <a:pt x="135" y="27"/>
                    <a:pt x="136" y="28"/>
                    <a:pt x="137" y="28"/>
                  </a:cubicBezTo>
                  <a:cubicBezTo>
                    <a:pt x="138" y="28"/>
                    <a:pt x="140" y="27"/>
                    <a:pt x="141" y="28"/>
                  </a:cubicBezTo>
                  <a:cubicBezTo>
                    <a:pt x="142" y="29"/>
                    <a:pt x="143" y="32"/>
                    <a:pt x="143" y="33"/>
                  </a:cubicBezTo>
                  <a:cubicBezTo>
                    <a:pt x="143" y="33"/>
                    <a:pt x="146" y="36"/>
                    <a:pt x="147" y="37"/>
                  </a:cubicBezTo>
                  <a:cubicBezTo>
                    <a:pt x="148" y="38"/>
                    <a:pt x="149" y="39"/>
                    <a:pt x="149" y="39"/>
                  </a:cubicBezTo>
                  <a:cubicBezTo>
                    <a:pt x="149" y="40"/>
                    <a:pt x="148" y="42"/>
                    <a:pt x="147" y="42"/>
                  </a:cubicBezTo>
                  <a:cubicBezTo>
                    <a:pt x="146" y="44"/>
                    <a:pt x="143" y="46"/>
                    <a:pt x="141" y="47"/>
                  </a:cubicBezTo>
                  <a:cubicBezTo>
                    <a:pt x="139" y="49"/>
                    <a:pt x="136" y="52"/>
                    <a:pt x="134" y="53"/>
                  </a:cubicBezTo>
                  <a:cubicBezTo>
                    <a:pt x="132" y="55"/>
                    <a:pt x="128" y="56"/>
                    <a:pt x="126" y="57"/>
                  </a:cubicBezTo>
                  <a:cubicBezTo>
                    <a:pt x="125" y="57"/>
                    <a:pt x="122" y="58"/>
                    <a:pt x="121" y="58"/>
                  </a:cubicBezTo>
                  <a:cubicBezTo>
                    <a:pt x="120" y="59"/>
                    <a:pt x="118" y="58"/>
                    <a:pt x="117" y="59"/>
                  </a:cubicBezTo>
                  <a:cubicBezTo>
                    <a:pt x="116" y="59"/>
                    <a:pt x="116" y="60"/>
                    <a:pt x="115" y="60"/>
                  </a:cubicBezTo>
                  <a:cubicBezTo>
                    <a:pt x="115" y="60"/>
                    <a:pt x="113" y="60"/>
                    <a:pt x="113" y="60"/>
                  </a:cubicBezTo>
                  <a:cubicBezTo>
                    <a:pt x="112" y="60"/>
                    <a:pt x="112" y="58"/>
                    <a:pt x="112" y="58"/>
                  </a:cubicBezTo>
                  <a:cubicBezTo>
                    <a:pt x="113" y="58"/>
                    <a:pt x="113" y="58"/>
                    <a:pt x="113" y="57"/>
                  </a:cubicBezTo>
                  <a:cubicBezTo>
                    <a:pt x="113" y="57"/>
                    <a:pt x="113" y="56"/>
                    <a:pt x="113" y="56"/>
                  </a:cubicBezTo>
                  <a:cubicBezTo>
                    <a:pt x="113" y="55"/>
                    <a:pt x="112" y="54"/>
                    <a:pt x="111" y="54"/>
                  </a:cubicBezTo>
                  <a:cubicBezTo>
                    <a:pt x="110" y="53"/>
                    <a:pt x="109" y="53"/>
                    <a:pt x="108" y="52"/>
                  </a:cubicBezTo>
                  <a:cubicBezTo>
                    <a:pt x="107" y="52"/>
                    <a:pt x="106" y="52"/>
                    <a:pt x="105" y="52"/>
                  </a:cubicBezTo>
                  <a:cubicBezTo>
                    <a:pt x="104" y="52"/>
                    <a:pt x="102" y="53"/>
                    <a:pt x="101" y="54"/>
                  </a:cubicBezTo>
                  <a:cubicBezTo>
                    <a:pt x="99" y="55"/>
                    <a:pt x="96" y="58"/>
                    <a:pt x="95" y="59"/>
                  </a:cubicBezTo>
                  <a:cubicBezTo>
                    <a:pt x="93" y="61"/>
                    <a:pt x="91" y="63"/>
                    <a:pt x="89" y="65"/>
                  </a:cubicBezTo>
                  <a:cubicBezTo>
                    <a:pt x="88" y="66"/>
                    <a:pt x="85" y="70"/>
                    <a:pt x="83" y="71"/>
                  </a:cubicBezTo>
                  <a:cubicBezTo>
                    <a:pt x="83" y="72"/>
                    <a:pt x="81" y="73"/>
                    <a:pt x="80" y="74"/>
                  </a:cubicBezTo>
                  <a:cubicBezTo>
                    <a:pt x="79" y="74"/>
                    <a:pt x="77" y="76"/>
                    <a:pt x="77" y="77"/>
                  </a:cubicBezTo>
                  <a:cubicBezTo>
                    <a:pt x="76" y="78"/>
                    <a:pt x="76" y="81"/>
                    <a:pt x="76" y="82"/>
                  </a:cubicBezTo>
                  <a:cubicBezTo>
                    <a:pt x="75" y="83"/>
                    <a:pt x="75" y="85"/>
                    <a:pt x="75" y="86"/>
                  </a:cubicBezTo>
                  <a:cubicBezTo>
                    <a:pt x="74" y="87"/>
                    <a:pt x="72" y="88"/>
                    <a:pt x="71" y="89"/>
                  </a:cubicBezTo>
                  <a:cubicBezTo>
                    <a:pt x="71" y="89"/>
                    <a:pt x="69" y="89"/>
                    <a:pt x="69" y="90"/>
                  </a:cubicBezTo>
                  <a:cubicBezTo>
                    <a:pt x="68" y="90"/>
                    <a:pt x="66" y="91"/>
                    <a:pt x="65" y="91"/>
                  </a:cubicBezTo>
                  <a:cubicBezTo>
                    <a:pt x="64" y="91"/>
                    <a:pt x="62" y="90"/>
                    <a:pt x="60" y="90"/>
                  </a:cubicBezTo>
                  <a:cubicBezTo>
                    <a:pt x="60" y="90"/>
                    <a:pt x="58" y="90"/>
                    <a:pt x="57" y="90"/>
                  </a:cubicBezTo>
                  <a:cubicBezTo>
                    <a:pt x="57" y="90"/>
                    <a:pt x="56" y="92"/>
                    <a:pt x="56" y="93"/>
                  </a:cubicBezTo>
                  <a:cubicBezTo>
                    <a:pt x="56" y="93"/>
                    <a:pt x="55" y="95"/>
                    <a:pt x="55" y="95"/>
                  </a:cubicBezTo>
                  <a:cubicBezTo>
                    <a:pt x="54" y="95"/>
                    <a:pt x="53" y="95"/>
                    <a:pt x="52" y="95"/>
                  </a:cubicBezTo>
                  <a:cubicBezTo>
                    <a:pt x="52" y="95"/>
                    <a:pt x="51" y="95"/>
                    <a:pt x="50" y="95"/>
                  </a:cubicBezTo>
                  <a:cubicBezTo>
                    <a:pt x="50" y="95"/>
                    <a:pt x="50" y="96"/>
                    <a:pt x="50" y="97"/>
                  </a:cubicBezTo>
                  <a:cubicBezTo>
                    <a:pt x="49" y="97"/>
                    <a:pt x="48" y="97"/>
                    <a:pt x="47" y="98"/>
                  </a:cubicBezTo>
                  <a:cubicBezTo>
                    <a:pt x="47" y="98"/>
                    <a:pt x="46" y="98"/>
                    <a:pt x="45" y="98"/>
                  </a:cubicBezTo>
                  <a:cubicBezTo>
                    <a:pt x="45" y="99"/>
                    <a:pt x="44" y="99"/>
                    <a:pt x="44" y="99"/>
                  </a:cubicBezTo>
                  <a:cubicBezTo>
                    <a:pt x="44" y="100"/>
                    <a:pt x="43" y="101"/>
                    <a:pt x="42" y="101"/>
                  </a:cubicBezTo>
                  <a:cubicBezTo>
                    <a:pt x="42" y="101"/>
                    <a:pt x="41" y="101"/>
                    <a:pt x="41" y="101"/>
                  </a:cubicBezTo>
                  <a:cubicBezTo>
                    <a:pt x="40" y="100"/>
                    <a:pt x="39" y="99"/>
                    <a:pt x="38" y="98"/>
                  </a:cubicBezTo>
                  <a:cubicBezTo>
                    <a:pt x="37" y="98"/>
                    <a:pt x="35" y="97"/>
                    <a:pt x="34" y="97"/>
                  </a:cubicBezTo>
                  <a:cubicBezTo>
                    <a:pt x="32" y="96"/>
                    <a:pt x="30" y="95"/>
                    <a:pt x="28" y="95"/>
                  </a:cubicBezTo>
                  <a:cubicBezTo>
                    <a:pt x="27" y="94"/>
                    <a:pt x="24" y="93"/>
                    <a:pt x="23" y="93"/>
                  </a:cubicBezTo>
                  <a:cubicBezTo>
                    <a:pt x="21" y="92"/>
                    <a:pt x="18" y="93"/>
                    <a:pt x="16" y="93"/>
                  </a:cubicBezTo>
                  <a:cubicBezTo>
                    <a:pt x="15" y="93"/>
                    <a:pt x="13" y="93"/>
                    <a:pt x="11" y="92"/>
                  </a:cubicBezTo>
                  <a:cubicBezTo>
                    <a:pt x="11" y="92"/>
                    <a:pt x="9" y="91"/>
                    <a:pt x="8" y="91"/>
                  </a:cubicBezTo>
                  <a:cubicBezTo>
                    <a:pt x="8" y="90"/>
                    <a:pt x="8" y="90"/>
                    <a:pt x="8" y="90"/>
                  </a:cubicBezTo>
                  <a:cubicBezTo>
                    <a:pt x="7" y="90"/>
                    <a:pt x="7" y="90"/>
                    <a:pt x="7" y="91"/>
                  </a:cubicBezTo>
                  <a:cubicBezTo>
                    <a:pt x="7" y="91"/>
                    <a:pt x="7" y="92"/>
                    <a:pt x="7" y="92"/>
                  </a:cubicBezTo>
                  <a:cubicBezTo>
                    <a:pt x="7" y="92"/>
                    <a:pt x="6" y="92"/>
                    <a:pt x="5" y="92"/>
                  </a:cubicBezTo>
                  <a:cubicBezTo>
                    <a:pt x="5" y="91"/>
                    <a:pt x="4" y="91"/>
                    <a:pt x="4" y="90"/>
                  </a:cubicBezTo>
                  <a:cubicBezTo>
                    <a:pt x="3" y="90"/>
                    <a:pt x="2" y="88"/>
                    <a:pt x="1" y="88"/>
                  </a:cubicBezTo>
                  <a:cubicBezTo>
                    <a:pt x="1" y="88"/>
                    <a:pt x="0" y="88"/>
                    <a:pt x="0" y="87"/>
                  </a:cubicBezTo>
                  <a:cubicBezTo>
                    <a:pt x="0" y="87"/>
                    <a:pt x="0" y="86"/>
                    <a:pt x="0" y="85"/>
                  </a:cubicBezTo>
                  <a:cubicBezTo>
                    <a:pt x="0" y="85"/>
                    <a:pt x="1" y="84"/>
                    <a:pt x="2" y="83"/>
                  </a:cubicBezTo>
                  <a:cubicBezTo>
                    <a:pt x="2" y="82"/>
                    <a:pt x="2" y="81"/>
                    <a:pt x="3" y="81"/>
                  </a:cubicBezTo>
                  <a:cubicBezTo>
                    <a:pt x="3" y="81"/>
                    <a:pt x="4" y="80"/>
                    <a:pt x="4" y="80"/>
                  </a:cubicBezTo>
                  <a:cubicBezTo>
                    <a:pt x="5" y="80"/>
                    <a:pt x="6" y="81"/>
                    <a:pt x="7" y="81"/>
                  </a:cubicBezTo>
                  <a:cubicBezTo>
                    <a:pt x="7" y="81"/>
                    <a:pt x="8" y="81"/>
                    <a:pt x="8" y="80"/>
                  </a:cubicBezTo>
                  <a:cubicBezTo>
                    <a:pt x="9" y="80"/>
                    <a:pt x="8" y="79"/>
                    <a:pt x="9" y="78"/>
                  </a:cubicBezTo>
                  <a:cubicBezTo>
                    <a:pt x="9" y="78"/>
                    <a:pt x="10" y="78"/>
                    <a:pt x="10" y="78"/>
                  </a:cubicBezTo>
                  <a:cubicBezTo>
                    <a:pt x="10" y="78"/>
                    <a:pt x="11" y="79"/>
                    <a:pt x="11" y="80"/>
                  </a:cubicBezTo>
                  <a:cubicBezTo>
                    <a:pt x="12" y="80"/>
                    <a:pt x="13" y="79"/>
                    <a:pt x="13" y="79"/>
                  </a:cubicBezTo>
                  <a:cubicBezTo>
                    <a:pt x="14" y="78"/>
                    <a:pt x="14" y="77"/>
                    <a:pt x="13" y="77"/>
                  </a:cubicBezTo>
                  <a:cubicBezTo>
                    <a:pt x="13" y="77"/>
                    <a:pt x="13" y="76"/>
                    <a:pt x="13" y="76"/>
                  </a:cubicBezTo>
                  <a:cubicBezTo>
                    <a:pt x="12" y="76"/>
                    <a:pt x="11" y="76"/>
                    <a:pt x="11" y="75"/>
                  </a:cubicBezTo>
                  <a:cubicBezTo>
                    <a:pt x="11" y="75"/>
                    <a:pt x="11" y="74"/>
                    <a:pt x="12" y="74"/>
                  </a:cubicBezTo>
                  <a:cubicBezTo>
                    <a:pt x="12" y="74"/>
                    <a:pt x="13" y="73"/>
                    <a:pt x="13" y="7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6" name="Freeform 145"/>
            <p:cNvSpPr>
              <a:spLocks/>
            </p:cNvSpPr>
            <p:nvPr/>
          </p:nvSpPr>
          <p:spPr bwMode="auto">
            <a:xfrm>
              <a:off x="1330326" y="1560513"/>
              <a:ext cx="398463" cy="361950"/>
            </a:xfrm>
            <a:custGeom>
              <a:avLst/>
              <a:gdLst/>
              <a:ahLst/>
              <a:cxnLst>
                <a:cxn ang="0">
                  <a:pos x="114" y="162"/>
                </a:cxn>
                <a:cxn ang="0">
                  <a:pos x="106" y="161"/>
                </a:cxn>
                <a:cxn ang="0">
                  <a:pos x="98" y="153"/>
                </a:cxn>
                <a:cxn ang="0">
                  <a:pos x="88" y="150"/>
                </a:cxn>
                <a:cxn ang="0">
                  <a:pos x="76" y="151"/>
                </a:cxn>
                <a:cxn ang="0">
                  <a:pos x="65" y="141"/>
                </a:cxn>
                <a:cxn ang="0">
                  <a:pos x="68" y="132"/>
                </a:cxn>
                <a:cxn ang="0">
                  <a:pos x="70" y="120"/>
                </a:cxn>
                <a:cxn ang="0">
                  <a:pos x="79" y="116"/>
                </a:cxn>
                <a:cxn ang="0">
                  <a:pos x="71" y="107"/>
                </a:cxn>
                <a:cxn ang="0">
                  <a:pos x="52" y="109"/>
                </a:cxn>
                <a:cxn ang="0">
                  <a:pos x="45" y="101"/>
                </a:cxn>
                <a:cxn ang="0">
                  <a:pos x="26" y="106"/>
                </a:cxn>
                <a:cxn ang="0">
                  <a:pos x="13" y="110"/>
                </a:cxn>
                <a:cxn ang="0">
                  <a:pos x="5" y="110"/>
                </a:cxn>
                <a:cxn ang="0">
                  <a:pos x="5" y="99"/>
                </a:cxn>
                <a:cxn ang="0">
                  <a:pos x="10" y="92"/>
                </a:cxn>
                <a:cxn ang="0">
                  <a:pos x="23" y="90"/>
                </a:cxn>
                <a:cxn ang="0">
                  <a:pos x="16" y="78"/>
                </a:cxn>
                <a:cxn ang="0">
                  <a:pos x="9" y="72"/>
                </a:cxn>
                <a:cxn ang="0">
                  <a:pos x="0" y="68"/>
                </a:cxn>
                <a:cxn ang="0">
                  <a:pos x="13" y="60"/>
                </a:cxn>
                <a:cxn ang="0">
                  <a:pos x="19" y="48"/>
                </a:cxn>
                <a:cxn ang="0">
                  <a:pos x="27" y="36"/>
                </a:cxn>
                <a:cxn ang="0">
                  <a:pos x="37" y="41"/>
                </a:cxn>
                <a:cxn ang="0">
                  <a:pos x="48" y="31"/>
                </a:cxn>
                <a:cxn ang="0">
                  <a:pos x="60" y="23"/>
                </a:cxn>
                <a:cxn ang="0">
                  <a:pos x="68" y="17"/>
                </a:cxn>
                <a:cxn ang="0">
                  <a:pos x="74" y="13"/>
                </a:cxn>
                <a:cxn ang="0">
                  <a:pos x="90" y="14"/>
                </a:cxn>
                <a:cxn ang="0">
                  <a:pos x="96" y="4"/>
                </a:cxn>
                <a:cxn ang="0">
                  <a:pos x="105" y="4"/>
                </a:cxn>
                <a:cxn ang="0">
                  <a:pos x="117" y="3"/>
                </a:cxn>
                <a:cxn ang="0">
                  <a:pos x="126" y="3"/>
                </a:cxn>
                <a:cxn ang="0">
                  <a:pos x="136" y="3"/>
                </a:cxn>
                <a:cxn ang="0">
                  <a:pos x="149" y="5"/>
                </a:cxn>
                <a:cxn ang="0">
                  <a:pos x="152" y="15"/>
                </a:cxn>
                <a:cxn ang="0">
                  <a:pos x="162" y="18"/>
                </a:cxn>
                <a:cxn ang="0">
                  <a:pos x="172" y="16"/>
                </a:cxn>
                <a:cxn ang="0">
                  <a:pos x="176" y="31"/>
                </a:cxn>
                <a:cxn ang="0">
                  <a:pos x="184" y="63"/>
                </a:cxn>
                <a:cxn ang="0">
                  <a:pos x="201" y="78"/>
                </a:cxn>
                <a:cxn ang="0">
                  <a:pos x="207" y="82"/>
                </a:cxn>
                <a:cxn ang="0">
                  <a:pos x="198" y="97"/>
                </a:cxn>
                <a:cxn ang="0">
                  <a:pos x="196" y="113"/>
                </a:cxn>
                <a:cxn ang="0">
                  <a:pos x="199" y="129"/>
                </a:cxn>
                <a:cxn ang="0">
                  <a:pos x="179" y="139"/>
                </a:cxn>
                <a:cxn ang="0">
                  <a:pos x="189" y="144"/>
                </a:cxn>
                <a:cxn ang="0">
                  <a:pos x="186" y="151"/>
                </a:cxn>
                <a:cxn ang="0">
                  <a:pos x="180" y="156"/>
                </a:cxn>
                <a:cxn ang="0">
                  <a:pos x="176" y="160"/>
                </a:cxn>
                <a:cxn ang="0">
                  <a:pos x="185" y="163"/>
                </a:cxn>
                <a:cxn ang="0">
                  <a:pos x="184" y="177"/>
                </a:cxn>
                <a:cxn ang="0">
                  <a:pos x="181" y="182"/>
                </a:cxn>
                <a:cxn ang="0">
                  <a:pos x="169" y="188"/>
                </a:cxn>
                <a:cxn ang="0">
                  <a:pos x="152" y="187"/>
                </a:cxn>
                <a:cxn ang="0">
                  <a:pos x="145" y="192"/>
                </a:cxn>
                <a:cxn ang="0">
                  <a:pos x="140" y="183"/>
                </a:cxn>
                <a:cxn ang="0">
                  <a:pos x="149" y="176"/>
                </a:cxn>
                <a:cxn ang="0">
                  <a:pos x="141" y="175"/>
                </a:cxn>
                <a:cxn ang="0">
                  <a:pos x="125" y="170"/>
                </a:cxn>
                <a:cxn ang="0">
                  <a:pos x="118" y="171"/>
                </a:cxn>
              </a:cxnLst>
              <a:rect l="0" t="0" r="r" b="b"/>
              <a:pathLst>
                <a:path w="211" h="192">
                  <a:moveTo>
                    <a:pt x="115" y="171"/>
                  </a:moveTo>
                  <a:cubicBezTo>
                    <a:pt x="115" y="171"/>
                    <a:pt x="115" y="171"/>
                    <a:pt x="115" y="171"/>
                  </a:cubicBezTo>
                  <a:cubicBezTo>
                    <a:pt x="114" y="171"/>
                    <a:pt x="114" y="170"/>
                    <a:pt x="114" y="169"/>
                  </a:cubicBezTo>
                  <a:cubicBezTo>
                    <a:pt x="114" y="169"/>
                    <a:pt x="114" y="167"/>
                    <a:pt x="114" y="166"/>
                  </a:cubicBezTo>
                  <a:cubicBezTo>
                    <a:pt x="114" y="166"/>
                    <a:pt x="115" y="165"/>
                    <a:pt x="115" y="164"/>
                  </a:cubicBezTo>
                  <a:cubicBezTo>
                    <a:pt x="115" y="163"/>
                    <a:pt x="115" y="163"/>
                    <a:pt x="114" y="162"/>
                  </a:cubicBezTo>
                  <a:cubicBezTo>
                    <a:pt x="114" y="162"/>
                    <a:pt x="113" y="162"/>
                    <a:pt x="113" y="162"/>
                  </a:cubicBezTo>
                  <a:cubicBezTo>
                    <a:pt x="112" y="162"/>
                    <a:pt x="112" y="163"/>
                    <a:pt x="112" y="163"/>
                  </a:cubicBezTo>
                  <a:cubicBezTo>
                    <a:pt x="111" y="163"/>
                    <a:pt x="111" y="163"/>
                    <a:pt x="110" y="162"/>
                  </a:cubicBezTo>
                  <a:cubicBezTo>
                    <a:pt x="110" y="162"/>
                    <a:pt x="110" y="161"/>
                    <a:pt x="109" y="161"/>
                  </a:cubicBezTo>
                  <a:cubicBezTo>
                    <a:pt x="109" y="161"/>
                    <a:pt x="109" y="161"/>
                    <a:pt x="109" y="161"/>
                  </a:cubicBezTo>
                  <a:cubicBezTo>
                    <a:pt x="108" y="161"/>
                    <a:pt x="107" y="161"/>
                    <a:pt x="106" y="161"/>
                  </a:cubicBezTo>
                  <a:cubicBezTo>
                    <a:pt x="106" y="161"/>
                    <a:pt x="105" y="160"/>
                    <a:pt x="105" y="160"/>
                  </a:cubicBezTo>
                  <a:cubicBezTo>
                    <a:pt x="105" y="159"/>
                    <a:pt x="104" y="158"/>
                    <a:pt x="104" y="157"/>
                  </a:cubicBezTo>
                  <a:cubicBezTo>
                    <a:pt x="104" y="157"/>
                    <a:pt x="103" y="157"/>
                    <a:pt x="103" y="157"/>
                  </a:cubicBezTo>
                  <a:cubicBezTo>
                    <a:pt x="102" y="157"/>
                    <a:pt x="102" y="157"/>
                    <a:pt x="101" y="157"/>
                  </a:cubicBezTo>
                  <a:cubicBezTo>
                    <a:pt x="101" y="156"/>
                    <a:pt x="100" y="155"/>
                    <a:pt x="99" y="155"/>
                  </a:cubicBezTo>
                  <a:cubicBezTo>
                    <a:pt x="99" y="154"/>
                    <a:pt x="98" y="153"/>
                    <a:pt x="98" y="153"/>
                  </a:cubicBezTo>
                  <a:cubicBezTo>
                    <a:pt x="98" y="152"/>
                    <a:pt x="96" y="152"/>
                    <a:pt x="96" y="151"/>
                  </a:cubicBezTo>
                  <a:cubicBezTo>
                    <a:pt x="95" y="151"/>
                    <a:pt x="94" y="151"/>
                    <a:pt x="94" y="152"/>
                  </a:cubicBezTo>
                  <a:cubicBezTo>
                    <a:pt x="94" y="152"/>
                    <a:pt x="93" y="152"/>
                    <a:pt x="93" y="152"/>
                  </a:cubicBezTo>
                  <a:cubicBezTo>
                    <a:pt x="93" y="153"/>
                    <a:pt x="92" y="153"/>
                    <a:pt x="92" y="153"/>
                  </a:cubicBezTo>
                  <a:cubicBezTo>
                    <a:pt x="91" y="153"/>
                    <a:pt x="89" y="152"/>
                    <a:pt x="89" y="152"/>
                  </a:cubicBezTo>
                  <a:cubicBezTo>
                    <a:pt x="88" y="152"/>
                    <a:pt x="89" y="150"/>
                    <a:pt x="88" y="150"/>
                  </a:cubicBezTo>
                  <a:cubicBezTo>
                    <a:pt x="88" y="150"/>
                    <a:pt x="87" y="150"/>
                    <a:pt x="87" y="150"/>
                  </a:cubicBezTo>
                  <a:cubicBezTo>
                    <a:pt x="87" y="151"/>
                    <a:pt x="86" y="152"/>
                    <a:pt x="85" y="152"/>
                  </a:cubicBezTo>
                  <a:cubicBezTo>
                    <a:pt x="85" y="152"/>
                    <a:pt x="84" y="153"/>
                    <a:pt x="83" y="153"/>
                  </a:cubicBezTo>
                  <a:cubicBezTo>
                    <a:pt x="82" y="154"/>
                    <a:pt x="80" y="153"/>
                    <a:pt x="80" y="153"/>
                  </a:cubicBezTo>
                  <a:cubicBezTo>
                    <a:pt x="79" y="153"/>
                    <a:pt x="78" y="152"/>
                    <a:pt x="77" y="152"/>
                  </a:cubicBezTo>
                  <a:cubicBezTo>
                    <a:pt x="77" y="152"/>
                    <a:pt x="76" y="151"/>
                    <a:pt x="76" y="151"/>
                  </a:cubicBezTo>
                  <a:cubicBezTo>
                    <a:pt x="75" y="150"/>
                    <a:pt x="73" y="149"/>
                    <a:pt x="72" y="148"/>
                  </a:cubicBezTo>
                  <a:cubicBezTo>
                    <a:pt x="71" y="148"/>
                    <a:pt x="70" y="147"/>
                    <a:pt x="69" y="147"/>
                  </a:cubicBezTo>
                  <a:cubicBezTo>
                    <a:pt x="69" y="146"/>
                    <a:pt x="67" y="146"/>
                    <a:pt x="67" y="145"/>
                  </a:cubicBezTo>
                  <a:cubicBezTo>
                    <a:pt x="67" y="145"/>
                    <a:pt x="66" y="144"/>
                    <a:pt x="66" y="144"/>
                  </a:cubicBezTo>
                  <a:cubicBezTo>
                    <a:pt x="66" y="144"/>
                    <a:pt x="67" y="143"/>
                    <a:pt x="67" y="142"/>
                  </a:cubicBezTo>
                  <a:cubicBezTo>
                    <a:pt x="66" y="142"/>
                    <a:pt x="66" y="141"/>
                    <a:pt x="65" y="141"/>
                  </a:cubicBezTo>
                  <a:cubicBezTo>
                    <a:pt x="65" y="141"/>
                    <a:pt x="65" y="141"/>
                    <a:pt x="65" y="140"/>
                  </a:cubicBezTo>
                  <a:cubicBezTo>
                    <a:pt x="64" y="140"/>
                    <a:pt x="64" y="139"/>
                    <a:pt x="64" y="139"/>
                  </a:cubicBezTo>
                  <a:cubicBezTo>
                    <a:pt x="64" y="139"/>
                    <a:pt x="65" y="138"/>
                    <a:pt x="65" y="138"/>
                  </a:cubicBezTo>
                  <a:cubicBezTo>
                    <a:pt x="65" y="137"/>
                    <a:pt x="65" y="136"/>
                    <a:pt x="65" y="135"/>
                  </a:cubicBezTo>
                  <a:cubicBezTo>
                    <a:pt x="65" y="135"/>
                    <a:pt x="66" y="134"/>
                    <a:pt x="66" y="134"/>
                  </a:cubicBezTo>
                  <a:cubicBezTo>
                    <a:pt x="67" y="133"/>
                    <a:pt x="67" y="132"/>
                    <a:pt x="68" y="132"/>
                  </a:cubicBezTo>
                  <a:cubicBezTo>
                    <a:pt x="68" y="131"/>
                    <a:pt x="69" y="130"/>
                    <a:pt x="69" y="130"/>
                  </a:cubicBezTo>
                  <a:cubicBezTo>
                    <a:pt x="69" y="129"/>
                    <a:pt x="69" y="127"/>
                    <a:pt x="69" y="126"/>
                  </a:cubicBezTo>
                  <a:cubicBezTo>
                    <a:pt x="69" y="125"/>
                    <a:pt x="69" y="123"/>
                    <a:pt x="68" y="122"/>
                  </a:cubicBezTo>
                  <a:cubicBezTo>
                    <a:pt x="68" y="121"/>
                    <a:pt x="68" y="120"/>
                    <a:pt x="68" y="119"/>
                  </a:cubicBezTo>
                  <a:cubicBezTo>
                    <a:pt x="68" y="119"/>
                    <a:pt x="69" y="119"/>
                    <a:pt x="70" y="119"/>
                  </a:cubicBezTo>
                  <a:cubicBezTo>
                    <a:pt x="70" y="119"/>
                    <a:pt x="70" y="119"/>
                    <a:pt x="70" y="120"/>
                  </a:cubicBezTo>
                  <a:cubicBezTo>
                    <a:pt x="71" y="120"/>
                    <a:pt x="71" y="121"/>
                    <a:pt x="72" y="121"/>
                  </a:cubicBezTo>
                  <a:cubicBezTo>
                    <a:pt x="72" y="121"/>
                    <a:pt x="73" y="120"/>
                    <a:pt x="74" y="120"/>
                  </a:cubicBezTo>
                  <a:cubicBezTo>
                    <a:pt x="74" y="120"/>
                    <a:pt x="75" y="119"/>
                    <a:pt x="75" y="119"/>
                  </a:cubicBezTo>
                  <a:cubicBezTo>
                    <a:pt x="75" y="118"/>
                    <a:pt x="76" y="118"/>
                    <a:pt x="76" y="118"/>
                  </a:cubicBezTo>
                  <a:cubicBezTo>
                    <a:pt x="77" y="118"/>
                    <a:pt x="77" y="117"/>
                    <a:pt x="77" y="116"/>
                  </a:cubicBezTo>
                  <a:cubicBezTo>
                    <a:pt x="78" y="116"/>
                    <a:pt x="79" y="116"/>
                    <a:pt x="79" y="116"/>
                  </a:cubicBezTo>
                  <a:cubicBezTo>
                    <a:pt x="79" y="115"/>
                    <a:pt x="79" y="114"/>
                    <a:pt x="79" y="113"/>
                  </a:cubicBezTo>
                  <a:cubicBezTo>
                    <a:pt x="79" y="113"/>
                    <a:pt x="79" y="112"/>
                    <a:pt x="78" y="111"/>
                  </a:cubicBezTo>
                  <a:cubicBezTo>
                    <a:pt x="78" y="111"/>
                    <a:pt x="77" y="110"/>
                    <a:pt x="77" y="110"/>
                  </a:cubicBezTo>
                  <a:cubicBezTo>
                    <a:pt x="76" y="110"/>
                    <a:pt x="75" y="109"/>
                    <a:pt x="75" y="108"/>
                  </a:cubicBezTo>
                  <a:cubicBezTo>
                    <a:pt x="74" y="108"/>
                    <a:pt x="73" y="107"/>
                    <a:pt x="72" y="107"/>
                  </a:cubicBezTo>
                  <a:cubicBezTo>
                    <a:pt x="72" y="107"/>
                    <a:pt x="72" y="107"/>
                    <a:pt x="71" y="107"/>
                  </a:cubicBezTo>
                  <a:cubicBezTo>
                    <a:pt x="70" y="107"/>
                    <a:pt x="69" y="108"/>
                    <a:pt x="69" y="109"/>
                  </a:cubicBezTo>
                  <a:cubicBezTo>
                    <a:pt x="68" y="110"/>
                    <a:pt x="66" y="111"/>
                    <a:pt x="65" y="111"/>
                  </a:cubicBezTo>
                  <a:cubicBezTo>
                    <a:pt x="64" y="112"/>
                    <a:pt x="62" y="112"/>
                    <a:pt x="61" y="113"/>
                  </a:cubicBezTo>
                  <a:cubicBezTo>
                    <a:pt x="60" y="113"/>
                    <a:pt x="57" y="113"/>
                    <a:pt x="56" y="113"/>
                  </a:cubicBezTo>
                  <a:cubicBezTo>
                    <a:pt x="56" y="113"/>
                    <a:pt x="55" y="112"/>
                    <a:pt x="54" y="111"/>
                  </a:cubicBezTo>
                  <a:cubicBezTo>
                    <a:pt x="54" y="111"/>
                    <a:pt x="53" y="109"/>
                    <a:pt x="52" y="109"/>
                  </a:cubicBezTo>
                  <a:cubicBezTo>
                    <a:pt x="52" y="108"/>
                    <a:pt x="51" y="106"/>
                    <a:pt x="51" y="106"/>
                  </a:cubicBezTo>
                  <a:cubicBezTo>
                    <a:pt x="50" y="105"/>
                    <a:pt x="51" y="103"/>
                    <a:pt x="51" y="103"/>
                  </a:cubicBezTo>
                  <a:cubicBezTo>
                    <a:pt x="51" y="102"/>
                    <a:pt x="50" y="100"/>
                    <a:pt x="50" y="100"/>
                  </a:cubicBezTo>
                  <a:cubicBezTo>
                    <a:pt x="50" y="99"/>
                    <a:pt x="49" y="98"/>
                    <a:pt x="49" y="98"/>
                  </a:cubicBezTo>
                  <a:cubicBezTo>
                    <a:pt x="48" y="98"/>
                    <a:pt x="47" y="99"/>
                    <a:pt x="47" y="99"/>
                  </a:cubicBezTo>
                  <a:cubicBezTo>
                    <a:pt x="46" y="99"/>
                    <a:pt x="45" y="100"/>
                    <a:pt x="45" y="101"/>
                  </a:cubicBezTo>
                  <a:cubicBezTo>
                    <a:pt x="44" y="101"/>
                    <a:pt x="42" y="103"/>
                    <a:pt x="41" y="103"/>
                  </a:cubicBezTo>
                  <a:cubicBezTo>
                    <a:pt x="40" y="104"/>
                    <a:pt x="38" y="105"/>
                    <a:pt x="37" y="105"/>
                  </a:cubicBezTo>
                  <a:cubicBezTo>
                    <a:pt x="37" y="105"/>
                    <a:pt x="35" y="106"/>
                    <a:pt x="35" y="106"/>
                  </a:cubicBezTo>
                  <a:cubicBezTo>
                    <a:pt x="34" y="107"/>
                    <a:pt x="33" y="108"/>
                    <a:pt x="32" y="108"/>
                  </a:cubicBezTo>
                  <a:cubicBezTo>
                    <a:pt x="31" y="108"/>
                    <a:pt x="30" y="108"/>
                    <a:pt x="29" y="108"/>
                  </a:cubicBezTo>
                  <a:cubicBezTo>
                    <a:pt x="28" y="108"/>
                    <a:pt x="27" y="107"/>
                    <a:pt x="26" y="106"/>
                  </a:cubicBezTo>
                  <a:cubicBezTo>
                    <a:pt x="25" y="106"/>
                    <a:pt x="24" y="106"/>
                    <a:pt x="23" y="106"/>
                  </a:cubicBezTo>
                  <a:cubicBezTo>
                    <a:pt x="23" y="106"/>
                    <a:pt x="22" y="106"/>
                    <a:pt x="22" y="107"/>
                  </a:cubicBezTo>
                  <a:cubicBezTo>
                    <a:pt x="21" y="107"/>
                    <a:pt x="21" y="108"/>
                    <a:pt x="20" y="108"/>
                  </a:cubicBezTo>
                  <a:cubicBezTo>
                    <a:pt x="20" y="109"/>
                    <a:pt x="19" y="109"/>
                    <a:pt x="18" y="109"/>
                  </a:cubicBezTo>
                  <a:cubicBezTo>
                    <a:pt x="18" y="109"/>
                    <a:pt x="17" y="109"/>
                    <a:pt x="16" y="110"/>
                  </a:cubicBezTo>
                  <a:cubicBezTo>
                    <a:pt x="15" y="110"/>
                    <a:pt x="14" y="110"/>
                    <a:pt x="13" y="110"/>
                  </a:cubicBezTo>
                  <a:cubicBezTo>
                    <a:pt x="13" y="111"/>
                    <a:pt x="13" y="111"/>
                    <a:pt x="12" y="112"/>
                  </a:cubicBezTo>
                  <a:cubicBezTo>
                    <a:pt x="12" y="112"/>
                    <a:pt x="11" y="112"/>
                    <a:pt x="10" y="112"/>
                  </a:cubicBezTo>
                  <a:cubicBezTo>
                    <a:pt x="10" y="113"/>
                    <a:pt x="9" y="112"/>
                    <a:pt x="9" y="112"/>
                  </a:cubicBezTo>
                  <a:cubicBezTo>
                    <a:pt x="8" y="113"/>
                    <a:pt x="8" y="113"/>
                    <a:pt x="7" y="113"/>
                  </a:cubicBezTo>
                  <a:cubicBezTo>
                    <a:pt x="7" y="112"/>
                    <a:pt x="7" y="112"/>
                    <a:pt x="7" y="111"/>
                  </a:cubicBezTo>
                  <a:cubicBezTo>
                    <a:pt x="6" y="111"/>
                    <a:pt x="5" y="110"/>
                    <a:pt x="5" y="110"/>
                  </a:cubicBezTo>
                  <a:cubicBezTo>
                    <a:pt x="5" y="109"/>
                    <a:pt x="5" y="108"/>
                    <a:pt x="5" y="108"/>
                  </a:cubicBezTo>
                  <a:cubicBezTo>
                    <a:pt x="5" y="107"/>
                    <a:pt x="6" y="106"/>
                    <a:pt x="6" y="106"/>
                  </a:cubicBezTo>
                  <a:cubicBezTo>
                    <a:pt x="6" y="105"/>
                    <a:pt x="7" y="104"/>
                    <a:pt x="7" y="104"/>
                  </a:cubicBezTo>
                  <a:cubicBezTo>
                    <a:pt x="7" y="103"/>
                    <a:pt x="7" y="102"/>
                    <a:pt x="7" y="102"/>
                  </a:cubicBezTo>
                  <a:cubicBezTo>
                    <a:pt x="7" y="101"/>
                    <a:pt x="7" y="100"/>
                    <a:pt x="6" y="100"/>
                  </a:cubicBezTo>
                  <a:cubicBezTo>
                    <a:pt x="6" y="99"/>
                    <a:pt x="5" y="99"/>
                    <a:pt x="5" y="99"/>
                  </a:cubicBezTo>
                  <a:cubicBezTo>
                    <a:pt x="4" y="98"/>
                    <a:pt x="3" y="97"/>
                    <a:pt x="2" y="96"/>
                  </a:cubicBezTo>
                  <a:cubicBezTo>
                    <a:pt x="2" y="96"/>
                    <a:pt x="2" y="95"/>
                    <a:pt x="2" y="95"/>
                  </a:cubicBezTo>
                  <a:cubicBezTo>
                    <a:pt x="3" y="94"/>
                    <a:pt x="4" y="94"/>
                    <a:pt x="4" y="94"/>
                  </a:cubicBezTo>
                  <a:cubicBezTo>
                    <a:pt x="5" y="94"/>
                    <a:pt x="6" y="94"/>
                    <a:pt x="6" y="94"/>
                  </a:cubicBezTo>
                  <a:cubicBezTo>
                    <a:pt x="7" y="94"/>
                    <a:pt x="8" y="93"/>
                    <a:pt x="8" y="92"/>
                  </a:cubicBezTo>
                  <a:cubicBezTo>
                    <a:pt x="9" y="92"/>
                    <a:pt x="10" y="92"/>
                    <a:pt x="10" y="92"/>
                  </a:cubicBezTo>
                  <a:cubicBezTo>
                    <a:pt x="11" y="91"/>
                    <a:pt x="12" y="91"/>
                    <a:pt x="13" y="91"/>
                  </a:cubicBezTo>
                  <a:cubicBezTo>
                    <a:pt x="14" y="91"/>
                    <a:pt x="15" y="90"/>
                    <a:pt x="16" y="90"/>
                  </a:cubicBezTo>
                  <a:cubicBezTo>
                    <a:pt x="16" y="90"/>
                    <a:pt x="17" y="90"/>
                    <a:pt x="18" y="90"/>
                  </a:cubicBezTo>
                  <a:cubicBezTo>
                    <a:pt x="18" y="90"/>
                    <a:pt x="20" y="91"/>
                    <a:pt x="20" y="91"/>
                  </a:cubicBezTo>
                  <a:cubicBezTo>
                    <a:pt x="21" y="92"/>
                    <a:pt x="23" y="92"/>
                    <a:pt x="23" y="91"/>
                  </a:cubicBezTo>
                  <a:cubicBezTo>
                    <a:pt x="23" y="91"/>
                    <a:pt x="23" y="90"/>
                    <a:pt x="23" y="90"/>
                  </a:cubicBezTo>
                  <a:cubicBezTo>
                    <a:pt x="23" y="89"/>
                    <a:pt x="22" y="89"/>
                    <a:pt x="22" y="88"/>
                  </a:cubicBezTo>
                  <a:cubicBezTo>
                    <a:pt x="22" y="88"/>
                    <a:pt x="21" y="86"/>
                    <a:pt x="21" y="86"/>
                  </a:cubicBezTo>
                  <a:cubicBezTo>
                    <a:pt x="21" y="85"/>
                    <a:pt x="21" y="83"/>
                    <a:pt x="21" y="82"/>
                  </a:cubicBezTo>
                  <a:cubicBezTo>
                    <a:pt x="21" y="82"/>
                    <a:pt x="20" y="82"/>
                    <a:pt x="19" y="81"/>
                  </a:cubicBezTo>
                  <a:cubicBezTo>
                    <a:pt x="19" y="81"/>
                    <a:pt x="17" y="81"/>
                    <a:pt x="17" y="81"/>
                  </a:cubicBezTo>
                  <a:cubicBezTo>
                    <a:pt x="17" y="80"/>
                    <a:pt x="17" y="78"/>
                    <a:pt x="16" y="78"/>
                  </a:cubicBezTo>
                  <a:cubicBezTo>
                    <a:pt x="15" y="78"/>
                    <a:pt x="14" y="78"/>
                    <a:pt x="13" y="78"/>
                  </a:cubicBezTo>
                  <a:cubicBezTo>
                    <a:pt x="13" y="78"/>
                    <a:pt x="12" y="78"/>
                    <a:pt x="12" y="78"/>
                  </a:cubicBezTo>
                  <a:cubicBezTo>
                    <a:pt x="12" y="78"/>
                    <a:pt x="11" y="77"/>
                    <a:pt x="11" y="77"/>
                  </a:cubicBezTo>
                  <a:cubicBezTo>
                    <a:pt x="12" y="76"/>
                    <a:pt x="13" y="75"/>
                    <a:pt x="13" y="75"/>
                  </a:cubicBezTo>
                  <a:cubicBezTo>
                    <a:pt x="13" y="74"/>
                    <a:pt x="13" y="73"/>
                    <a:pt x="13" y="73"/>
                  </a:cubicBezTo>
                  <a:cubicBezTo>
                    <a:pt x="12" y="72"/>
                    <a:pt x="10" y="71"/>
                    <a:pt x="9" y="72"/>
                  </a:cubicBezTo>
                  <a:cubicBezTo>
                    <a:pt x="9" y="72"/>
                    <a:pt x="10" y="73"/>
                    <a:pt x="9" y="74"/>
                  </a:cubicBezTo>
                  <a:cubicBezTo>
                    <a:pt x="9" y="74"/>
                    <a:pt x="7" y="75"/>
                    <a:pt x="7" y="75"/>
                  </a:cubicBezTo>
                  <a:cubicBezTo>
                    <a:pt x="6" y="75"/>
                    <a:pt x="5" y="74"/>
                    <a:pt x="5" y="73"/>
                  </a:cubicBezTo>
                  <a:cubicBezTo>
                    <a:pt x="4" y="73"/>
                    <a:pt x="3" y="72"/>
                    <a:pt x="2" y="71"/>
                  </a:cubicBezTo>
                  <a:cubicBezTo>
                    <a:pt x="2" y="71"/>
                    <a:pt x="1" y="70"/>
                    <a:pt x="0" y="70"/>
                  </a:cubicBezTo>
                  <a:cubicBezTo>
                    <a:pt x="0" y="69"/>
                    <a:pt x="0" y="68"/>
                    <a:pt x="0" y="68"/>
                  </a:cubicBezTo>
                  <a:cubicBezTo>
                    <a:pt x="1" y="67"/>
                    <a:pt x="1" y="65"/>
                    <a:pt x="1" y="64"/>
                  </a:cubicBezTo>
                  <a:cubicBezTo>
                    <a:pt x="2" y="64"/>
                    <a:pt x="3" y="64"/>
                    <a:pt x="4" y="64"/>
                  </a:cubicBezTo>
                  <a:cubicBezTo>
                    <a:pt x="4" y="64"/>
                    <a:pt x="6" y="65"/>
                    <a:pt x="6" y="65"/>
                  </a:cubicBezTo>
                  <a:cubicBezTo>
                    <a:pt x="7" y="65"/>
                    <a:pt x="8" y="64"/>
                    <a:pt x="9" y="63"/>
                  </a:cubicBezTo>
                  <a:cubicBezTo>
                    <a:pt x="9" y="63"/>
                    <a:pt x="10" y="62"/>
                    <a:pt x="11" y="61"/>
                  </a:cubicBezTo>
                  <a:cubicBezTo>
                    <a:pt x="11" y="61"/>
                    <a:pt x="13" y="60"/>
                    <a:pt x="13" y="60"/>
                  </a:cubicBezTo>
                  <a:cubicBezTo>
                    <a:pt x="14" y="60"/>
                    <a:pt x="15" y="60"/>
                    <a:pt x="15" y="59"/>
                  </a:cubicBezTo>
                  <a:cubicBezTo>
                    <a:pt x="16" y="59"/>
                    <a:pt x="16" y="58"/>
                    <a:pt x="16" y="57"/>
                  </a:cubicBezTo>
                  <a:cubicBezTo>
                    <a:pt x="16" y="57"/>
                    <a:pt x="15" y="56"/>
                    <a:pt x="15" y="55"/>
                  </a:cubicBezTo>
                  <a:cubicBezTo>
                    <a:pt x="15" y="54"/>
                    <a:pt x="16" y="54"/>
                    <a:pt x="16" y="53"/>
                  </a:cubicBezTo>
                  <a:cubicBezTo>
                    <a:pt x="17" y="53"/>
                    <a:pt x="18" y="51"/>
                    <a:pt x="19" y="50"/>
                  </a:cubicBezTo>
                  <a:cubicBezTo>
                    <a:pt x="19" y="50"/>
                    <a:pt x="19" y="48"/>
                    <a:pt x="19" y="48"/>
                  </a:cubicBezTo>
                  <a:cubicBezTo>
                    <a:pt x="19" y="47"/>
                    <a:pt x="18" y="46"/>
                    <a:pt x="18" y="46"/>
                  </a:cubicBezTo>
                  <a:cubicBezTo>
                    <a:pt x="18" y="45"/>
                    <a:pt x="19" y="44"/>
                    <a:pt x="19" y="43"/>
                  </a:cubicBezTo>
                  <a:cubicBezTo>
                    <a:pt x="20" y="42"/>
                    <a:pt x="21" y="41"/>
                    <a:pt x="22" y="41"/>
                  </a:cubicBezTo>
                  <a:cubicBezTo>
                    <a:pt x="23" y="40"/>
                    <a:pt x="24" y="40"/>
                    <a:pt x="25" y="39"/>
                  </a:cubicBezTo>
                  <a:cubicBezTo>
                    <a:pt x="25" y="39"/>
                    <a:pt x="25" y="37"/>
                    <a:pt x="25" y="37"/>
                  </a:cubicBezTo>
                  <a:cubicBezTo>
                    <a:pt x="26" y="36"/>
                    <a:pt x="27" y="36"/>
                    <a:pt x="27" y="36"/>
                  </a:cubicBezTo>
                  <a:cubicBezTo>
                    <a:pt x="28" y="35"/>
                    <a:pt x="29" y="34"/>
                    <a:pt x="29" y="34"/>
                  </a:cubicBezTo>
                  <a:cubicBezTo>
                    <a:pt x="30" y="34"/>
                    <a:pt x="31" y="35"/>
                    <a:pt x="32" y="35"/>
                  </a:cubicBezTo>
                  <a:cubicBezTo>
                    <a:pt x="32" y="36"/>
                    <a:pt x="33" y="37"/>
                    <a:pt x="33" y="37"/>
                  </a:cubicBezTo>
                  <a:cubicBezTo>
                    <a:pt x="34" y="38"/>
                    <a:pt x="35" y="37"/>
                    <a:pt x="36" y="38"/>
                  </a:cubicBezTo>
                  <a:cubicBezTo>
                    <a:pt x="36" y="38"/>
                    <a:pt x="36" y="39"/>
                    <a:pt x="36" y="39"/>
                  </a:cubicBezTo>
                  <a:cubicBezTo>
                    <a:pt x="36" y="40"/>
                    <a:pt x="37" y="41"/>
                    <a:pt x="37" y="41"/>
                  </a:cubicBezTo>
                  <a:cubicBezTo>
                    <a:pt x="37" y="41"/>
                    <a:pt x="38" y="41"/>
                    <a:pt x="39" y="41"/>
                  </a:cubicBezTo>
                  <a:cubicBezTo>
                    <a:pt x="39" y="40"/>
                    <a:pt x="40" y="39"/>
                    <a:pt x="41" y="39"/>
                  </a:cubicBezTo>
                  <a:cubicBezTo>
                    <a:pt x="42" y="38"/>
                    <a:pt x="43" y="36"/>
                    <a:pt x="43" y="35"/>
                  </a:cubicBezTo>
                  <a:cubicBezTo>
                    <a:pt x="43" y="35"/>
                    <a:pt x="44" y="33"/>
                    <a:pt x="44" y="33"/>
                  </a:cubicBezTo>
                  <a:cubicBezTo>
                    <a:pt x="45" y="32"/>
                    <a:pt x="46" y="31"/>
                    <a:pt x="46" y="31"/>
                  </a:cubicBezTo>
                  <a:cubicBezTo>
                    <a:pt x="47" y="31"/>
                    <a:pt x="48" y="31"/>
                    <a:pt x="48" y="31"/>
                  </a:cubicBezTo>
                  <a:cubicBezTo>
                    <a:pt x="48" y="31"/>
                    <a:pt x="49" y="32"/>
                    <a:pt x="50" y="32"/>
                  </a:cubicBezTo>
                  <a:cubicBezTo>
                    <a:pt x="51" y="31"/>
                    <a:pt x="51" y="30"/>
                    <a:pt x="52" y="30"/>
                  </a:cubicBezTo>
                  <a:cubicBezTo>
                    <a:pt x="52" y="29"/>
                    <a:pt x="53" y="28"/>
                    <a:pt x="53" y="27"/>
                  </a:cubicBezTo>
                  <a:cubicBezTo>
                    <a:pt x="54" y="27"/>
                    <a:pt x="55" y="25"/>
                    <a:pt x="56" y="25"/>
                  </a:cubicBezTo>
                  <a:cubicBezTo>
                    <a:pt x="57" y="25"/>
                    <a:pt x="58" y="24"/>
                    <a:pt x="59" y="24"/>
                  </a:cubicBezTo>
                  <a:cubicBezTo>
                    <a:pt x="59" y="24"/>
                    <a:pt x="60" y="23"/>
                    <a:pt x="60" y="23"/>
                  </a:cubicBezTo>
                  <a:cubicBezTo>
                    <a:pt x="60" y="23"/>
                    <a:pt x="61" y="24"/>
                    <a:pt x="61" y="24"/>
                  </a:cubicBezTo>
                  <a:cubicBezTo>
                    <a:pt x="62" y="24"/>
                    <a:pt x="63" y="24"/>
                    <a:pt x="63" y="23"/>
                  </a:cubicBezTo>
                  <a:cubicBezTo>
                    <a:pt x="64" y="23"/>
                    <a:pt x="64" y="22"/>
                    <a:pt x="65" y="22"/>
                  </a:cubicBezTo>
                  <a:cubicBezTo>
                    <a:pt x="65" y="21"/>
                    <a:pt x="66" y="21"/>
                    <a:pt x="66" y="21"/>
                  </a:cubicBezTo>
                  <a:cubicBezTo>
                    <a:pt x="66" y="21"/>
                    <a:pt x="67" y="20"/>
                    <a:pt x="67" y="20"/>
                  </a:cubicBezTo>
                  <a:cubicBezTo>
                    <a:pt x="68" y="19"/>
                    <a:pt x="68" y="18"/>
                    <a:pt x="68" y="17"/>
                  </a:cubicBezTo>
                  <a:cubicBezTo>
                    <a:pt x="68" y="17"/>
                    <a:pt x="68" y="16"/>
                    <a:pt x="68" y="15"/>
                  </a:cubicBezTo>
                  <a:cubicBezTo>
                    <a:pt x="68" y="15"/>
                    <a:pt x="67" y="15"/>
                    <a:pt x="67" y="15"/>
                  </a:cubicBezTo>
                  <a:cubicBezTo>
                    <a:pt x="66" y="14"/>
                    <a:pt x="67" y="13"/>
                    <a:pt x="67" y="12"/>
                  </a:cubicBezTo>
                  <a:cubicBezTo>
                    <a:pt x="68" y="11"/>
                    <a:pt x="69" y="10"/>
                    <a:pt x="70" y="10"/>
                  </a:cubicBezTo>
                  <a:cubicBezTo>
                    <a:pt x="71" y="10"/>
                    <a:pt x="72" y="11"/>
                    <a:pt x="73" y="11"/>
                  </a:cubicBezTo>
                  <a:cubicBezTo>
                    <a:pt x="73" y="11"/>
                    <a:pt x="74" y="12"/>
                    <a:pt x="74" y="13"/>
                  </a:cubicBezTo>
                  <a:cubicBezTo>
                    <a:pt x="74" y="13"/>
                    <a:pt x="75" y="14"/>
                    <a:pt x="76" y="14"/>
                  </a:cubicBezTo>
                  <a:cubicBezTo>
                    <a:pt x="76" y="14"/>
                    <a:pt x="77" y="15"/>
                    <a:pt x="78" y="15"/>
                  </a:cubicBezTo>
                  <a:cubicBezTo>
                    <a:pt x="79" y="16"/>
                    <a:pt x="81" y="15"/>
                    <a:pt x="83" y="15"/>
                  </a:cubicBezTo>
                  <a:cubicBezTo>
                    <a:pt x="83" y="15"/>
                    <a:pt x="85" y="15"/>
                    <a:pt x="86" y="15"/>
                  </a:cubicBezTo>
                  <a:cubicBezTo>
                    <a:pt x="87" y="15"/>
                    <a:pt x="88" y="14"/>
                    <a:pt x="88" y="14"/>
                  </a:cubicBezTo>
                  <a:cubicBezTo>
                    <a:pt x="89" y="14"/>
                    <a:pt x="90" y="14"/>
                    <a:pt x="90" y="14"/>
                  </a:cubicBezTo>
                  <a:cubicBezTo>
                    <a:pt x="91" y="14"/>
                    <a:pt x="91" y="15"/>
                    <a:pt x="91" y="15"/>
                  </a:cubicBezTo>
                  <a:cubicBezTo>
                    <a:pt x="91" y="16"/>
                    <a:pt x="92" y="16"/>
                    <a:pt x="93" y="16"/>
                  </a:cubicBezTo>
                  <a:cubicBezTo>
                    <a:pt x="94" y="16"/>
                    <a:pt x="96" y="15"/>
                    <a:pt x="96" y="14"/>
                  </a:cubicBezTo>
                  <a:cubicBezTo>
                    <a:pt x="97" y="13"/>
                    <a:pt x="96" y="11"/>
                    <a:pt x="96" y="10"/>
                  </a:cubicBezTo>
                  <a:cubicBezTo>
                    <a:pt x="97" y="9"/>
                    <a:pt x="97" y="7"/>
                    <a:pt x="97" y="6"/>
                  </a:cubicBezTo>
                  <a:cubicBezTo>
                    <a:pt x="97" y="6"/>
                    <a:pt x="96" y="5"/>
                    <a:pt x="96" y="4"/>
                  </a:cubicBezTo>
                  <a:cubicBezTo>
                    <a:pt x="97" y="3"/>
                    <a:pt x="98" y="2"/>
                    <a:pt x="98" y="1"/>
                  </a:cubicBezTo>
                  <a:cubicBezTo>
                    <a:pt x="99" y="1"/>
                    <a:pt x="100" y="0"/>
                    <a:pt x="100" y="0"/>
                  </a:cubicBezTo>
                  <a:cubicBezTo>
                    <a:pt x="101" y="0"/>
                    <a:pt x="102" y="0"/>
                    <a:pt x="102" y="0"/>
                  </a:cubicBezTo>
                  <a:cubicBezTo>
                    <a:pt x="102" y="0"/>
                    <a:pt x="102" y="0"/>
                    <a:pt x="103" y="0"/>
                  </a:cubicBezTo>
                  <a:cubicBezTo>
                    <a:pt x="103" y="1"/>
                    <a:pt x="102" y="2"/>
                    <a:pt x="103" y="2"/>
                  </a:cubicBezTo>
                  <a:cubicBezTo>
                    <a:pt x="103" y="3"/>
                    <a:pt x="104" y="3"/>
                    <a:pt x="105" y="4"/>
                  </a:cubicBezTo>
                  <a:cubicBezTo>
                    <a:pt x="105" y="4"/>
                    <a:pt x="106" y="5"/>
                    <a:pt x="106" y="5"/>
                  </a:cubicBezTo>
                  <a:cubicBezTo>
                    <a:pt x="106" y="5"/>
                    <a:pt x="107" y="6"/>
                    <a:pt x="108" y="6"/>
                  </a:cubicBezTo>
                  <a:cubicBezTo>
                    <a:pt x="108" y="7"/>
                    <a:pt x="109" y="6"/>
                    <a:pt x="110" y="6"/>
                  </a:cubicBezTo>
                  <a:cubicBezTo>
                    <a:pt x="110" y="6"/>
                    <a:pt x="112" y="7"/>
                    <a:pt x="113" y="6"/>
                  </a:cubicBezTo>
                  <a:cubicBezTo>
                    <a:pt x="113" y="6"/>
                    <a:pt x="114" y="5"/>
                    <a:pt x="114" y="4"/>
                  </a:cubicBezTo>
                  <a:cubicBezTo>
                    <a:pt x="115" y="4"/>
                    <a:pt x="116" y="3"/>
                    <a:pt x="117" y="3"/>
                  </a:cubicBezTo>
                  <a:cubicBezTo>
                    <a:pt x="117" y="3"/>
                    <a:pt x="119" y="3"/>
                    <a:pt x="119" y="3"/>
                  </a:cubicBezTo>
                  <a:cubicBezTo>
                    <a:pt x="119" y="3"/>
                    <a:pt x="120" y="3"/>
                    <a:pt x="120" y="3"/>
                  </a:cubicBezTo>
                  <a:cubicBezTo>
                    <a:pt x="120" y="3"/>
                    <a:pt x="120" y="3"/>
                    <a:pt x="120" y="4"/>
                  </a:cubicBezTo>
                  <a:cubicBezTo>
                    <a:pt x="120" y="4"/>
                    <a:pt x="122" y="5"/>
                    <a:pt x="122" y="5"/>
                  </a:cubicBezTo>
                  <a:cubicBezTo>
                    <a:pt x="123" y="5"/>
                    <a:pt x="124" y="4"/>
                    <a:pt x="124" y="4"/>
                  </a:cubicBezTo>
                  <a:cubicBezTo>
                    <a:pt x="125" y="4"/>
                    <a:pt x="126" y="3"/>
                    <a:pt x="126" y="3"/>
                  </a:cubicBezTo>
                  <a:cubicBezTo>
                    <a:pt x="127" y="3"/>
                    <a:pt x="128" y="4"/>
                    <a:pt x="129" y="4"/>
                  </a:cubicBezTo>
                  <a:cubicBezTo>
                    <a:pt x="129" y="4"/>
                    <a:pt x="130" y="5"/>
                    <a:pt x="130" y="6"/>
                  </a:cubicBezTo>
                  <a:cubicBezTo>
                    <a:pt x="131" y="6"/>
                    <a:pt x="132" y="6"/>
                    <a:pt x="132" y="6"/>
                  </a:cubicBezTo>
                  <a:cubicBezTo>
                    <a:pt x="133" y="6"/>
                    <a:pt x="134" y="5"/>
                    <a:pt x="134" y="5"/>
                  </a:cubicBezTo>
                  <a:cubicBezTo>
                    <a:pt x="135" y="4"/>
                    <a:pt x="135" y="4"/>
                    <a:pt x="135" y="4"/>
                  </a:cubicBezTo>
                  <a:cubicBezTo>
                    <a:pt x="135" y="3"/>
                    <a:pt x="136" y="3"/>
                    <a:pt x="136" y="3"/>
                  </a:cubicBezTo>
                  <a:cubicBezTo>
                    <a:pt x="136" y="3"/>
                    <a:pt x="137" y="4"/>
                    <a:pt x="137" y="4"/>
                  </a:cubicBezTo>
                  <a:cubicBezTo>
                    <a:pt x="137" y="5"/>
                    <a:pt x="139" y="5"/>
                    <a:pt x="139" y="5"/>
                  </a:cubicBezTo>
                  <a:cubicBezTo>
                    <a:pt x="140" y="5"/>
                    <a:pt x="141" y="5"/>
                    <a:pt x="142" y="5"/>
                  </a:cubicBezTo>
                  <a:cubicBezTo>
                    <a:pt x="142" y="4"/>
                    <a:pt x="144" y="3"/>
                    <a:pt x="144" y="2"/>
                  </a:cubicBezTo>
                  <a:cubicBezTo>
                    <a:pt x="145" y="2"/>
                    <a:pt x="146" y="3"/>
                    <a:pt x="147" y="3"/>
                  </a:cubicBezTo>
                  <a:cubicBezTo>
                    <a:pt x="148" y="3"/>
                    <a:pt x="149" y="4"/>
                    <a:pt x="149" y="5"/>
                  </a:cubicBezTo>
                  <a:cubicBezTo>
                    <a:pt x="149" y="5"/>
                    <a:pt x="148" y="6"/>
                    <a:pt x="148" y="7"/>
                  </a:cubicBezTo>
                  <a:cubicBezTo>
                    <a:pt x="148" y="7"/>
                    <a:pt x="149" y="8"/>
                    <a:pt x="150" y="9"/>
                  </a:cubicBezTo>
                  <a:cubicBezTo>
                    <a:pt x="150" y="9"/>
                    <a:pt x="151" y="9"/>
                    <a:pt x="151" y="10"/>
                  </a:cubicBezTo>
                  <a:cubicBezTo>
                    <a:pt x="151" y="10"/>
                    <a:pt x="152" y="11"/>
                    <a:pt x="152" y="12"/>
                  </a:cubicBezTo>
                  <a:cubicBezTo>
                    <a:pt x="151" y="12"/>
                    <a:pt x="150" y="13"/>
                    <a:pt x="150" y="14"/>
                  </a:cubicBezTo>
                  <a:cubicBezTo>
                    <a:pt x="151" y="14"/>
                    <a:pt x="152" y="15"/>
                    <a:pt x="152" y="15"/>
                  </a:cubicBezTo>
                  <a:cubicBezTo>
                    <a:pt x="153" y="15"/>
                    <a:pt x="153" y="15"/>
                    <a:pt x="154" y="14"/>
                  </a:cubicBezTo>
                  <a:cubicBezTo>
                    <a:pt x="154" y="14"/>
                    <a:pt x="155" y="14"/>
                    <a:pt x="155" y="14"/>
                  </a:cubicBezTo>
                  <a:cubicBezTo>
                    <a:pt x="155" y="13"/>
                    <a:pt x="156" y="13"/>
                    <a:pt x="157" y="14"/>
                  </a:cubicBezTo>
                  <a:cubicBezTo>
                    <a:pt x="157" y="14"/>
                    <a:pt x="159" y="14"/>
                    <a:pt x="159" y="14"/>
                  </a:cubicBezTo>
                  <a:cubicBezTo>
                    <a:pt x="160" y="15"/>
                    <a:pt x="160" y="16"/>
                    <a:pt x="160" y="17"/>
                  </a:cubicBezTo>
                  <a:cubicBezTo>
                    <a:pt x="161" y="17"/>
                    <a:pt x="161" y="17"/>
                    <a:pt x="162" y="18"/>
                  </a:cubicBezTo>
                  <a:cubicBezTo>
                    <a:pt x="162" y="18"/>
                    <a:pt x="164" y="18"/>
                    <a:pt x="164" y="17"/>
                  </a:cubicBezTo>
                  <a:cubicBezTo>
                    <a:pt x="164" y="17"/>
                    <a:pt x="164" y="15"/>
                    <a:pt x="164" y="15"/>
                  </a:cubicBezTo>
                  <a:cubicBezTo>
                    <a:pt x="164" y="15"/>
                    <a:pt x="165" y="14"/>
                    <a:pt x="165" y="14"/>
                  </a:cubicBezTo>
                  <a:cubicBezTo>
                    <a:pt x="166" y="14"/>
                    <a:pt x="167" y="15"/>
                    <a:pt x="167" y="15"/>
                  </a:cubicBezTo>
                  <a:cubicBezTo>
                    <a:pt x="168" y="16"/>
                    <a:pt x="169" y="16"/>
                    <a:pt x="169" y="16"/>
                  </a:cubicBezTo>
                  <a:cubicBezTo>
                    <a:pt x="170" y="16"/>
                    <a:pt x="172" y="16"/>
                    <a:pt x="172" y="16"/>
                  </a:cubicBezTo>
                  <a:cubicBezTo>
                    <a:pt x="173" y="16"/>
                    <a:pt x="173" y="16"/>
                    <a:pt x="174" y="16"/>
                  </a:cubicBezTo>
                  <a:cubicBezTo>
                    <a:pt x="174" y="17"/>
                    <a:pt x="174" y="17"/>
                    <a:pt x="174" y="18"/>
                  </a:cubicBezTo>
                  <a:cubicBezTo>
                    <a:pt x="174" y="18"/>
                    <a:pt x="174" y="19"/>
                    <a:pt x="174" y="20"/>
                  </a:cubicBezTo>
                  <a:cubicBezTo>
                    <a:pt x="174" y="21"/>
                    <a:pt x="173" y="23"/>
                    <a:pt x="173" y="23"/>
                  </a:cubicBezTo>
                  <a:cubicBezTo>
                    <a:pt x="173" y="24"/>
                    <a:pt x="173" y="26"/>
                    <a:pt x="173" y="27"/>
                  </a:cubicBezTo>
                  <a:cubicBezTo>
                    <a:pt x="173" y="28"/>
                    <a:pt x="176" y="30"/>
                    <a:pt x="176" y="31"/>
                  </a:cubicBezTo>
                  <a:cubicBezTo>
                    <a:pt x="177" y="32"/>
                    <a:pt x="177" y="35"/>
                    <a:pt x="177" y="36"/>
                  </a:cubicBezTo>
                  <a:cubicBezTo>
                    <a:pt x="177" y="37"/>
                    <a:pt x="176" y="40"/>
                    <a:pt x="175" y="42"/>
                  </a:cubicBezTo>
                  <a:cubicBezTo>
                    <a:pt x="175" y="43"/>
                    <a:pt x="175" y="46"/>
                    <a:pt x="175" y="48"/>
                  </a:cubicBezTo>
                  <a:cubicBezTo>
                    <a:pt x="175" y="49"/>
                    <a:pt x="177" y="51"/>
                    <a:pt x="178" y="52"/>
                  </a:cubicBezTo>
                  <a:cubicBezTo>
                    <a:pt x="179" y="54"/>
                    <a:pt x="182" y="57"/>
                    <a:pt x="182" y="58"/>
                  </a:cubicBezTo>
                  <a:cubicBezTo>
                    <a:pt x="183" y="59"/>
                    <a:pt x="183" y="62"/>
                    <a:pt x="184" y="63"/>
                  </a:cubicBezTo>
                  <a:cubicBezTo>
                    <a:pt x="184" y="64"/>
                    <a:pt x="184" y="67"/>
                    <a:pt x="185" y="68"/>
                  </a:cubicBezTo>
                  <a:cubicBezTo>
                    <a:pt x="186" y="69"/>
                    <a:pt x="188" y="70"/>
                    <a:pt x="189" y="71"/>
                  </a:cubicBezTo>
                  <a:cubicBezTo>
                    <a:pt x="190" y="71"/>
                    <a:pt x="192" y="72"/>
                    <a:pt x="193" y="72"/>
                  </a:cubicBezTo>
                  <a:cubicBezTo>
                    <a:pt x="194" y="73"/>
                    <a:pt x="197" y="73"/>
                    <a:pt x="198" y="73"/>
                  </a:cubicBezTo>
                  <a:cubicBezTo>
                    <a:pt x="199" y="73"/>
                    <a:pt x="201" y="74"/>
                    <a:pt x="201" y="75"/>
                  </a:cubicBezTo>
                  <a:cubicBezTo>
                    <a:pt x="202" y="75"/>
                    <a:pt x="201" y="77"/>
                    <a:pt x="201" y="78"/>
                  </a:cubicBezTo>
                  <a:cubicBezTo>
                    <a:pt x="201" y="79"/>
                    <a:pt x="202" y="80"/>
                    <a:pt x="202" y="80"/>
                  </a:cubicBezTo>
                  <a:cubicBezTo>
                    <a:pt x="202" y="81"/>
                    <a:pt x="201" y="82"/>
                    <a:pt x="201" y="82"/>
                  </a:cubicBezTo>
                  <a:cubicBezTo>
                    <a:pt x="200" y="83"/>
                    <a:pt x="199" y="84"/>
                    <a:pt x="200" y="85"/>
                  </a:cubicBezTo>
                  <a:cubicBezTo>
                    <a:pt x="200" y="85"/>
                    <a:pt x="202" y="85"/>
                    <a:pt x="203" y="85"/>
                  </a:cubicBezTo>
                  <a:cubicBezTo>
                    <a:pt x="204" y="84"/>
                    <a:pt x="204" y="83"/>
                    <a:pt x="205" y="83"/>
                  </a:cubicBezTo>
                  <a:cubicBezTo>
                    <a:pt x="205" y="82"/>
                    <a:pt x="207" y="82"/>
                    <a:pt x="207" y="82"/>
                  </a:cubicBezTo>
                  <a:cubicBezTo>
                    <a:pt x="208" y="83"/>
                    <a:pt x="207" y="84"/>
                    <a:pt x="207" y="85"/>
                  </a:cubicBezTo>
                  <a:cubicBezTo>
                    <a:pt x="206" y="86"/>
                    <a:pt x="205" y="86"/>
                    <a:pt x="205" y="87"/>
                  </a:cubicBezTo>
                  <a:cubicBezTo>
                    <a:pt x="204" y="87"/>
                    <a:pt x="204" y="88"/>
                    <a:pt x="203" y="89"/>
                  </a:cubicBezTo>
                  <a:cubicBezTo>
                    <a:pt x="203" y="89"/>
                    <a:pt x="201" y="89"/>
                    <a:pt x="200" y="90"/>
                  </a:cubicBezTo>
                  <a:cubicBezTo>
                    <a:pt x="199" y="91"/>
                    <a:pt x="198" y="93"/>
                    <a:pt x="198" y="94"/>
                  </a:cubicBezTo>
                  <a:cubicBezTo>
                    <a:pt x="197" y="94"/>
                    <a:pt x="198" y="96"/>
                    <a:pt x="198" y="97"/>
                  </a:cubicBezTo>
                  <a:cubicBezTo>
                    <a:pt x="198" y="98"/>
                    <a:pt x="197" y="99"/>
                    <a:pt x="197" y="100"/>
                  </a:cubicBezTo>
                  <a:cubicBezTo>
                    <a:pt x="197" y="101"/>
                    <a:pt x="197" y="102"/>
                    <a:pt x="196" y="103"/>
                  </a:cubicBezTo>
                  <a:cubicBezTo>
                    <a:pt x="196" y="104"/>
                    <a:pt x="195" y="105"/>
                    <a:pt x="194" y="106"/>
                  </a:cubicBezTo>
                  <a:cubicBezTo>
                    <a:pt x="194" y="107"/>
                    <a:pt x="193" y="108"/>
                    <a:pt x="193" y="109"/>
                  </a:cubicBezTo>
                  <a:cubicBezTo>
                    <a:pt x="193" y="109"/>
                    <a:pt x="194" y="111"/>
                    <a:pt x="194" y="111"/>
                  </a:cubicBezTo>
                  <a:cubicBezTo>
                    <a:pt x="194" y="112"/>
                    <a:pt x="195" y="113"/>
                    <a:pt x="196" y="113"/>
                  </a:cubicBezTo>
                  <a:cubicBezTo>
                    <a:pt x="197" y="114"/>
                    <a:pt x="199" y="114"/>
                    <a:pt x="200" y="115"/>
                  </a:cubicBezTo>
                  <a:cubicBezTo>
                    <a:pt x="201" y="115"/>
                    <a:pt x="203" y="114"/>
                    <a:pt x="205" y="115"/>
                  </a:cubicBezTo>
                  <a:cubicBezTo>
                    <a:pt x="205" y="115"/>
                    <a:pt x="207" y="115"/>
                    <a:pt x="208" y="116"/>
                  </a:cubicBezTo>
                  <a:cubicBezTo>
                    <a:pt x="209" y="116"/>
                    <a:pt x="211" y="118"/>
                    <a:pt x="211" y="119"/>
                  </a:cubicBezTo>
                  <a:cubicBezTo>
                    <a:pt x="210" y="120"/>
                    <a:pt x="207" y="121"/>
                    <a:pt x="206" y="122"/>
                  </a:cubicBezTo>
                  <a:cubicBezTo>
                    <a:pt x="204" y="123"/>
                    <a:pt x="201" y="127"/>
                    <a:pt x="199" y="129"/>
                  </a:cubicBezTo>
                  <a:cubicBezTo>
                    <a:pt x="198" y="131"/>
                    <a:pt x="194" y="134"/>
                    <a:pt x="192" y="135"/>
                  </a:cubicBezTo>
                  <a:cubicBezTo>
                    <a:pt x="191" y="136"/>
                    <a:pt x="187" y="138"/>
                    <a:pt x="185" y="139"/>
                  </a:cubicBezTo>
                  <a:cubicBezTo>
                    <a:pt x="185" y="139"/>
                    <a:pt x="183" y="139"/>
                    <a:pt x="182" y="139"/>
                  </a:cubicBezTo>
                  <a:cubicBezTo>
                    <a:pt x="181" y="138"/>
                    <a:pt x="180" y="138"/>
                    <a:pt x="180" y="137"/>
                  </a:cubicBezTo>
                  <a:cubicBezTo>
                    <a:pt x="180" y="137"/>
                    <a:pt x="179" y="137"/>
                    <a:pt x="179" y="137"/>
                  </a:cubicBezTo>
                  <a:cubicBezTo>
                    <a:pt x="179" y="138"/>
                    <a:pt x="179" y="139"/>
                    <a:pt x="179" y="139"/>
                  </a:cubicBezTo>
                  <a:cubicBezTo>
                    <a:pt x="180" y="140"/>
                    <a:pt x="181" y="141"/>
                    <a:pt x="181" y="141"/>
                  </a:cubicBezTo>
                  <a:cubicBezTo>
                    <a:pt x="182" y="141"/>
                    <a:pt x="185" y="141"/>
                    <a:pt x="186" y="141"/>
                  </a:cubicBezTo>
                  <a:cubicBezTo>
                    <a:pt x="187" y="141"/>
                    <a:pt x="188" y="140"/>
                    <a:pt x="189" y="140"/>
                  </a:cubicBezTo>
                  <a:cubicBezTo>
                    <a:pt x="189" y="140"/>
                    <a:pt x="189" y="141"/>
                    <a:pt x="189" y="141"/>
                  </a:cubicBezTo>
                  <a:cubicBezTo>
                    <a:pt x="189" y="141"/>
                    <a:pt x="189" y="142"/>
                    <a:pt x="189" y="142"/>
                  </a:cubicBezTo>
                  <a:cubicBezTo>
                    <a:pt x="189" y="143"/>
                    <a:pt x="189" y="144"/>
                    <a:pt x="189" y="144"/>
                  </a:cubicBezTo>
                  <a:cubicBezTo>
                    <a:pt x="188" y="145"/>
                    <a:pt x="187" y="145"/>
                    <a:pt x="187" y="146"/>
                  </a:cubicBezTo>
                  <a:cubicBezTo>
                    <a:pt x="187" y="146"/>
                    <a:pt x="187" y="147"/>
                    <a:pt x="187" y="147"/>
                  </a:cubicBezTo>
                  <a:cubicBezTo>
                    <a:pt x="187" y="148"/>
                    <a:pt x="188" y="148"/>
                    <a:pt x="189" y="148"/>
                  </a:cubicBezTo>
                  <a:cubicBezTo>
                    <a:pt x="189" y="149"/>
                    <a:pt x="189" y="150"/>
                    <a:pt x="189" y="150"/>
                  </a:cubicBezTo>
                  <a:cubicBezTo>
                    <a:pt x="189" y="150"/>
                    <a:pt x="189" y="151"/>
                    <a:pt x="189" y="151"/>
                  </a:cubicBezTo>
                  <a:cubicBezTo>
                    <a:pt x="188" y="151"/>
                    <a:pt x="187" y="151"/>
                    <a:pt x="186" y="151"/>
                  </a:cubicBezTo>
                  <a:cubicBezTo>
                    <a:pt x="186" y="151"/>
                    <a:pt x="185" y="150"/>
                    <a:pt x="184" y="150"/>
                  </a:cubicBezTo>
                  <a:cubicBezTo>
                    <a:pt x="184" y="150"/>
                    <a:pt x="183" y="150"/>
                    <a:pt x="182" y="150"/>
                  </a:cubicBezTo>
                  <a:cubicBezTo>
                    <a:pt x="182" y="150"/>
                    <a:pt x="182" y="151"/>
                    <a:pt x="182" y="151"/>
                  </a:cubicBezTo>
                  <a:cubicBezTo>
                    <a:pt x="183" y="152"/>
                    <a:pt x="183" y="152"/>
                    <a:pt x="183" y="153"/>
                  </a:cubicBezTo>
                  <a:cubicBezTo>
                    <a:pt x="183" y="153"/>
                    <a:pt x="183" y="154"/>
                    <a:pt x="183" y="154"/>
                  </a:cubicBezTo>
                  <a:cubicBezTo>
                    <a:pt x="182" y="155"/>
                    <a:pt x="181" y="156"/>
                    <a:pt x="180" y="156"/>
                  </a:cubicBezTo>
                  <a:cubicBezTo>
                    <a:pt x="180" y="156"/>
                    <a:pt x="180" y="155"/>
                    <a:pt x="179" y="154"/>
                  </a:cubicBezTo>
                  <a:cubicBezTo>
                    <a:pt x="179" y="154"/>
                    <a:pt x="178" y="154"/>
                    <a:pt x="177" y="154"/>
                  </a:cubicBezTo>
                  <a:cubicBezTo>
                    <a:pt x="177" y="155"/>
                    <a:pt x="176" y="155"/>
                    <a:pt x="175" y="156"/>
                  </a:cubicBezTo>
                  <a:cubicBezTo>
                    <a:pt x="175" y="156"/>
                    <a:pt x="174" y="157"/>
                    <a:pt x="174" y="158"/>
                  </a:cubicBezTo>
                  <a:cubicBezTo>
                    <a:pt x="174" y="158"/>
                    <a:pt x="175" y="159"/>
                    <a:pt x="175" y="159"/>
                  </a:cubicBezTo>
                  <a:cubicBezTo>
                    <a:pt x="176" y="159"/>
                    <a:pt x="176" y="160"/>
                    <a:pt x="176" y="160"/>
                  </a:cubicBezTo>
                  <a:cubicBezTo>
                    <a:pt x="176" y="160"/>
                    <a:pt x="176" y="161"/>
                    <a:pt x="176" y="162"/>
                  </a:cubicBezTo>
                  <a:cubicBezTo>
                    <a:pt x="176" y="162"/>
                    <a:pt x="175" y="163"/>
                    <a:pt x="175" y="163"/>
                  </a:cubicBezTo>
                  <a:cubicBezTo>
                    <a:pt x="175" y="163"/>
                    <a:pt x="177" y="164"/>
                    <a:pt x="177" y="164"/>
                  </a:cubicBezTo>
                  <a:cubicBezTo>
                    <a:pt x="178" y="164"/>
                    <a:pt x="180" y="164"/>
                    <a:pt x="180" y="164"/>
                  </a:cubicBezTo>
                  <a:cubicBezTo>
                    <a:pt x="181" y="164"/>
                    <a:pt x="182" y="163"/>
                    <a:pt x="183" y="163"/>
                  </a:cubicBezTo>
                  <a:cubicBezTo>
                    <a:pt x="183" y="163"/>
                    <a:pt x="185" y="163"/>
                    <a:pt x="185" y="163"/>
                  </a:cubicBezTo>
                  <a:cubicBezTo>
                    <a:pt x="186" y="163"/>
                    <a:pt x="188" y="164"/>
                    <a:pt x="188" y="164"/>
                  </a:cubicBezTo>
                  <a:cubicBezTo>
                    <a:pt x="189" y="165"/>
                    <a:pt x="190" y="166"/>
                    <a:pt x="190" y="167"/>
                  </a:cubicBezTo>
                  <a:cubicBezTo>
                    <a:pt x="190" y="168"/>
                    <a:pt x="190" y="170"/>
                    <a:pt x="190" y="171"/>
                  </a:cubicBezTo>
                  <a:cubicBezTo>
                    <a:pt x="190" y="172"/>
                    <a:pt x="190" y="174"/>
                    <a:pt x="189" y="174"/>
                  </a:cubicBezTo>
                  <a:cubicBezTo>
                    <a:pt x="188" y="175"/>
                    <a:pt x="186" y="175"/>
                    <a:pt x="185" y="176"/>
                  </a:cubicBezTo>
                  <a:cubicBezTo>
                    <a:pt x="185" y="176"/>
                    <a:pt x="184" y="177"/>
                    <a:pt x="184" y="177"/>
                  </a:cubicBezTo>
                  <a:cubicBezTo>
                    <a:pt x="184" y="177"/>
                    <a:pt x="184" y="178"/>
                    <a:pt x="184" y="178"/>
                  </a:cubicBezTo>
                  <a:cubicBezTo>
                    <a:pt x="184" y="179"/>
                    <a:pt x="185" y="179"/>
                    <a:pt x="186" y="179"/>
                  </a:cubicBezTo>
                  <a:cubicBezTo>
                    <a:pt x="186" y="179"/>
                    <a:pt x="186" y="180"/>
                    <a:pt x="186" y="180"/>
                  </a:cubicBezTo>
                  <a:cubicBezTo>
                    <a:pt x="186" y="180"/>
                    <a:pt x="185" y="181"/>
                    <a:pt x="185" y="181"/>
                  </a:cubicBezTo>
                  <a:cubicBezTo>
                    <a:pt x="184" y="182"/>
                    <a:pt x="184" y="182"/>
                    <a:pt x="183" y="182"/>
                  </a:cubicBezTo>
                  <a:cubicBezTo>
                    <a:pt x="183" y="182"/>
                    <a:pt x="182" y="182"/>
                    <a:pt x="181" y="182"/>
                  </a:cubicBezTo>
                  <a:cubicBezTo>
                    <a:pt x="181" y="182"/>
                    <a:pt x="180" y="181"/>
                    <a:pt x="180" y="181"/>
                  </a:cubicBezTo>
                  <a:cubicBezTo>
                    <a:pt x="179" y="181"/>
                    <a:pt x="178" y="181"/>
                    <a:pt x="177" y="181"/>
                  </a:cubicBezTo>
                  <a:cubicBezTo>
                    <a:pt x="177" y="181"/>
                    <a:pt x="176" y="183"/>
                    <a:pt x="176" y="183"/>
                  </a:cubicBezTo>
                  <a:cubicBezTo>
                    <a:pt x="176" y="184"/>
                    <a:pt x="176" y="185"/>
                    <a:pt x="176" y="185"/>
                  </a:cubicBezTo>
                  <a:cubicBezTo>
                    <a:pt x="175" y="186"/>
                    <a:pt x="173" y="187"/>
                    <a:pt x="172" y="187"/>
                  </a:cubicBezTo>
                  <a:cubicBezTo>
                    <a:pt x="172" y="187"/>
                    <a:pt x="170" y="188"/>
                    <a:pt x="169" y="188"/>
                  </a:cubicBezTo>
                  <a:cubicBezTo>
                    <a:pt x="168" y="188"/>
                    <a:pt x="167" y="188"/>
                    <a:pt x="167" y="188"/>
                  </a:cubicBezTo>
                  <a:cubicBezTo>
                    <a:pt x="166" y="188"/>
                    <a:pt x="165" y="187"/>
                    <a:pt x="164" y="187"/>
                  </a:cubicBezTo>
                  <a:cubicBezTo>
                    <a:pt x="163" y="187"/>
                    <a:pt x="162" y="186"/>
                    <a:pt x="161" y="186"/>
                  </a:cubicBezTo>
                  <a:cubicBezTo>
                    <a:pt x="160" y="186"/>
                    <a:pt x="159" y="186"/>
                    <a:pt x="158" y="187"/>
                  </a:cubicBezTo>
                  <a:cubicBezTo>
                    <a:pt x="157" y="187"/>
                    <a:pt x="155" y="187"/>
                    <a:pt x="154" y="187"/>
                  </a:cubicBezTo>
                  <a:cubicBezTo>
                    <a:pt x="154" y="187"/>
                    <a:pt x="152" y="187"/>
                    <a:pt x="152" y="187"/>
                  </a:cubicBezTo>
                  <a:cubicBezTo>
                    <a:pt x="152" y="187"/>
                    <a:pt x="151" y="186"/>
                    <a:pt x="151" y="185"/>
                  </a:cubicBezTo>
                  <a:cubicBezTo>
                    <a:pt x="151" y="185"/>
                    <a:pt x="150" y="186"/>
                    <a:pt x="150" y="186"/>
                  </a:cubicBezTo>
                  <a:cubicBezTo>
                    <a:pt x="149" y="186"/>
                    <a:pt x="148" y="187"/>
                    <a:pt x="148" y="187"/>
                  </a:cubicBezTo>
                  <a:cubicBezTo>
                    <a:pt x="148" y="187"/>
                    <a:pt x="148" y="188"/>
                    <a:pt x="148" y="189"/>
                  </a:cubicBezTo>
                  <a:cubicBezTo>
                    <a:pt x="147" y="189"/>
                    <a:pt x="147" y="191"/>
                    <a:pt x="147" y="191"/>
                  </a:cubicBezTo>
                  <a:cubicBezTo>
                    <a:pt x="147" y="191"/>
                    <a:pt x="145" y="192"/>
                    <a:pt x="145" y="192"/>
                  </a:cubicBezTo>
                  <a:cubicBezTo>
                    <a:pt x="144" y="192"/>
                    <a:pt x="143" y="191"/>
                    <a:pt x="142" y="191"/>
                  </a:cubicBezTo>
                  <a:cubicBezTo>
                    <a:pt x="142" y="191"/>
                    <a:pt x="141" y="191"/>
                    <a:pt x="141" y="191"/>
                  </a:cubicBezTo>
                  <a:cubicBezTo>
                    <a:pt x="141" y="190"/>
                    <a:pt x="141" y="190"/>
                    <a:pt x="141" y="189"/>
                  </a:cubicBezTo>
                  <a:cubicBezTo>
                    <a:pt x="141" y="189"/>
                    <a:pt x="140" y="188"/>
                    <a:pt x="140" y="188"/>
                  </a:cubicBezTo>
                  <a:cubicBezTo>
                    <a:pt x="140" y="187"/>
                    <a:pt x="140" y="186"/>
                    <a:pt x="140" y="186"/>
                  </a:cubicBezTo>
                  <a:cubicBezTo>
                    <a:pt x="140" y="185"/>
                    <a:pt x="140" y="183"/>
                    <a:pt x="140" y="183"/>
                  </a:cubicBezTo>
                  <a:cubicBezTo>
                    <a:pt x="141" y="183"/>
                    <a:pt x="142" y="184"/>
                    <a:pt x="142" y="184"/>
                  </a:cubicBezTo>
                  <a:cubicBezTo>
                    <a:pt x="143" y="184"/>
                    <a:pt x="142" y="182"/>
                    <a:pt x="143" y="182"/>
                  </a:cubicBezTo>
                  <a:cubicBezTo>
                    <a:pt x="143" y="182"/>
                    <a:pt x="144" y="181"/>
                    <a:pt x="145" y="180"/>
                  </a:cubicBezTo>
                  <a:cubicBezTo>
                    <a:pt x="145" y="180"/>
                    <a:pt x="146" y="179"/>
                    <a:pt x="147" y="179"/>
                  </a:cubicBezTo>
                  <a:cubicBezTo>
                    <a:pt x="147" y="179"/>
                    <a:pt x="149" y="178"/>
                    <a:pt x="149" y="178"/>
                  </a:cubicBezTo>
                  <a:cubicBezTo>
                    <a:pt x="149" y="177"/>
                    <a:pt x="149" y="177"/>
                    <a:pt x="149" y="176"/>
                  </a:cubicBezTo>
                  <a:cubicBezTo>
                    <a:pt x="148" y="176"/>
                    <a:pt x="147" y="175"/>
                    <a:pt x="147" y="175"/>
                  </a:cubicBezTo>
                  <a:cubicBezTo>
                    <a:pt x="147" y="174"/>
                    <a:pt x="147" y="173"/>
                    <a:pt x="147" y="172"/>
                  </a:cubicBezTo>
                  <a:cubicBezTo>
                    <a:pt x="147" y="172"/>
                    <a:pt x="146" y="172"/>
                    <a:pt x="145" y="172"/>
                  </a:cubicBezTo>
                  <a:cubicBezTo>
                    <a:pt x="145" y="172"/>
                    <a:pt x="144" y="172"/>
                    <a:pt x="143" y="172"/>
                  </a:cubicBezTo>
                  <a:cubicBezTo>
                    <a:pt x="143" y="172"/>
                    <a:pt x="143" y="173"/>
                    <a:pt x="142" y="173"/>
                  </a:cubicBezTo>
                  <a:cubicBezTo>
                    <a:pt x="142" y="174"/>
                    <a:pt x="141" y="175"/>
                    <a:pt x="141" y="175"/>
                  </a:cubicBezTo>
                  <a:cubicBezTo>
                    <a:pt x="140" y="175"/>
                    <a:pt x="139" y="175"/>
                    <a:pt x="138" y="175"/>
                  </a:cubicBezTo>
                  <a:cubicBezTo>
                    <a:pt x="138" y="175"/>
                    <a:pt x="136" y="175"/>
                    <a:pt x="135" y="175"/>
                  </a:cubicBezTo>
                  <a:cubicBezTo>
                    <a:pt x="133" y="174"/>
                    <a:pt x="131" y="174"/>
                    <a:pt x="129" y="173"/>
                  </a:cubicBezTo>
                  <a:cubicBezTo>
                    <a:pt x="129" y="173"/>
                    <a:pt x="127" y="174"/>
                    <a:pt x="127" y="173"/>
                  </a:cubicBezTo>
                  <a:cubicBezTo>
                    <a:pt x="126" y="173"/>
                    <a:pt x="126" y="173"/>
                    <a:pt x="125" y="172"/>
                  </a:cubicBezTo>
                  <a:cubicBezTo>
                    <a:pt x="125" y="172"/>
                    <a:pt x="125" y="170"/>
                    <a:pt x="125" y="170"/>
                  </a:cubicBezTo>
                  <a:cubicBezTo>
                    <a:pt x="125" y="169"/>
                    <a:pt x="125" y="168"/>
                    <a:pt x="125" y="167"/>
                  </a:cubicBezTo>
                  <a:cubicBezTo>
                    <a:pt x="125" y="167"/>
                    <a:pt x="125" y="165"/>
                    <a:pt x="124" y="165"/>
                  </a:cubicBezTo>
                  <a:cubicBezTo>
                    <a:pt x="124" y="165"/>
                    <a:pt x="123" y="165"/>
                    <a:pt x="123" y="165"/>
                  </a:cubicBezTo>
                  <a:cubicBezTo>
                    <a:pt x="122" y="166"/>
                    <a:pt x="121" y="167"/>
                    <a:pt x="120" y="167"/>
                  </a:cubicBezTo>
                  <a:cubicBezTo>
                    <a:pt x="120" y="168"/>
                    <a:pt x="120" y="168"/>
                    <a:pt x="119" y="169"/>
                  </a:cubicBezTo>
                  <a:cubicBezTo>
                    <a:pt x="119" y="169"/>
                    <a:pt x="119" y="170"/>
                    <a:pt x="118" y="171"/>
                  </a:cubicBezTo>
                  <a:cubicBezTo>
                    <a:pt x="118" y="171"/>
                    <a:pt x="117" y="171"/>
                    <a:pt x="117" y="171"/>
                  </a:cubicBezTo>
                  <a:cubicBezTo>
                    <a:pt x="116" y="171"/>
                    <a:pt x="116" y="171"/>
                    <a:pt x="115" y="17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7" name="Freeform 146"/>
            <p:cNvSpPr>
              <a:spLocks/>
            </p:cNvSpPr>
            <p:nvPr/>
          </p:nvSpPr>
          <p:spPr bwMode="auto">
            <a:xfrm>
              <a:off x="1535113" y="1871663"/>
              <a:ext cx="76200" cy="76200"/>
            </a:xfrm>
            <a:custGeom>
              <a:avLst/>
              <a:gdLst/>
              <a:ahLst/>
              <a:cxnLst>
                <a:cxn ang="0">
                  <a:pos x="11" y="32"/>
                </a:cxn>
                <a:cxn ang="0">
                  <a:pos x="10" y="32"/>
                </a:cxn>
                <a:cxn ang="0">
                  <a:pos x="6" y="32"/>
                </a:cxn>
                <a:cxn ang="0">
                  <a:pos x="5" y="30"/>
                </a:cxn>
                <a:cxn ang="0">
                  <a:pos x="1" y="27"/>
                </a:cxn>
                <a:cxn ang="0">
                  <a:pos x="1" y="21"/>
                </a:cxn>
                <a:cxn ang="0">
                  <a:pos x="3" y="17"/>
                </a:cxn>
                <a:cxn ang="0">
                  <a:pos x="6" y="12"/>
                </a:cxn>
                <a:cxn ang="0">
                  <a:pos x="7" y="7"/>
                </a:cxn>
                <a:cxn ang="0">
                  <a:pos x="9" y="6"/>
                </a:cxn>
                <a:cxn ang="0">
                  <a:pos x="11" y="4"/>
                </a:cxn>
                <a:cxn ang="0">
                  <a:pos x="15" y="0"/>
                </a:cxn>
                <a:cxn ang="0">
                  <a:pos x="17" y="2"/>
                </a:cxn>
                <a:cxn ang="0">
                  <a:pos x="17" y="7"/>
                </a:cxn>
                <a:cxn ang="0">
                  <a:pos x="21" y="8"/>
                </a:cxn>
                <a:cxn ang="0">
                  <a:pos x="30" y="10"/>
                </a:cxn>
                <a:cxn ang="0">
                  <a:pos x="34" y="8"/>
                </a:cxn>
                <a:cxn ang="0">
                  <a:pos x="37" y="7"/>
                </a:cxn>
                <a:cxn ang="0">
                  <a:pos x="39" y="10"/>
                </a:cxn>
                <a:cxn ang="0">
                  <a:pos x="41" y="13"/>
                </a:cxn>
                <a:cxn ang="0">
                  <a:pos x="37" y="15"/>
                </a:cxn>
                <a:cxn ang="0">
                  <a:pos x="34" y="19"/>
                </a:cxn>
                <a:cxn ang="0">
                  <a:pos x="32" y="21"/>
                </a:cxn>
                <a:cxn ang="0">
                  <a:pos x="33" y="24"/>
                </a:cxn>
                <a:cxn ang="0">
                  <a:pos x="32" y="27"/>
                </a:cxn>
                <a:cxn ang="0">
                  <a:pos x="33" y="29"/>
                </a:cxn>
                <a:cxn ang="0">
                  <a:pos x="33" y="32"/>
                </a:cxn>
                <a:cxn ang="0">
                  <a:pos x="30" y="31"/>
                </a:cxn>
                <a:cxn ang="0">
                  <a:pos x="28" y="33"/>
                </a:cxn>
                <a:cxn ang="0">
                  <a:pos x="24" y="33"/>
                </a:cxn>
                <a:cxn ang="0">
                  <a:pos x="22" y="36"/>
                </a:cxn>
                <a:cxn ang="0">
                  <a:pos x="20" y="40"/>
                </a:cxn>
                <a:cxn ang="0">
                  <a:pos x="14" y="33"/>
                </a:cxn>
              </a:cxnLst>
              <a:rect l="0" t="0" r="r" b="b"/>
              <a:pathLst>
                <a:path w="41" h="40">
                  <a:moveTo>
                    <a:pt x="13" y="32"/>
                  </a:moveTo>
                  <a:cubicBezTo>
                    <a:pt x="12" y="32"/>
                    <a:pt x="11" y="32"/>
                    <a:pt x="11" y="32"/>
                  </a:cubicBezTo>
                  <a:cubicBezTo>
                    <a:pt x="11" y="32"/>
                    <a:pt x="11" y="32"/>
                    <a:pt x="11" y="32"/>
                  </a:cubicBezTo>
                  <a:cubicBezTo>
                    <a:pt x="11" y="32"/>
                    <a:pt x="10" y="32"/>
                    <a:pt x="10" y="32"/>
                  </a:cubicBezTo>
                  <a:cubicBezTo>
                    <a:pt x="9" y="32"/>
                    <a:pt x="8" y="32"/>
                    <a:pt x="8" y="32"/>
                  </a:cubicBezTo>
                  <a:cubicBezTo>
                    <a:pt x="7" y="32"/>
                    <a:pt x="7" y="32"/>
                    <a:pt x="6" y="32"/>
                  </a:cubicBezTo>
                  <a:cubicBezTo>
                    <a:pt x="6" y="32"/>
                    <a:pt x="6" y="32"/>
                    <a:pt x="6" y="32"/>
                  </a:cubicBezTo>
                  <a:cubicBezTo>
                    <a:pt x="6" y="31"/>
                    <a:pt x="6" y="30"/>
                    <a:pt x="5" y="30"/>
                  </a:cubicBezTo>
                  <a:cubicBezTo>
                    <a:pt x="5" y="30"/>
                    <a:pt x="3" y="30"/>
                    <a:pt x="3" y="30"/>
                  </a:cubicBezTo>
                  <a:cubicBezTo>
                    <a:pt x="2" y="30"/>
                    <a:pt x="1" y="28"/>
                    <a:pt x="1" y="27"/>
                  </a:cubicBezTo>
                  <a:cubicBezTo>
                    <a:pt x="1" y="27"/>
                    <a:pt x="0" y="25"/>
                    <a:pt x="0" y="25"/>
                  </a:cubicBezTo>
                  <a:cubicBezTo>
                    <a:pt x="0" y="24"/>
                    <a:pt x="1" y="22"/>
                    <a:pt x="1" y="21"/>
                  </a:cubicBezTo>
                  <a:cubicBezTo>
                    <a:pt x="1" y="20"/>
                    <a:pt x="1" y="19"/>
                    <a:pt x="1" y="19"/>
                  </a:cubicBezTo>
                  <a:cubicBezTo>
                    <a:pt x="1" y="18"/>
                    <a:pt x="2" y="18"/>
                    <a:pt x="3" y="17"/>
                  </a:cubicBezTo>
                  <a:cubicBezTo>
                    <a:pt x="3" y="17"/>
                    <a:pt x="4" y="15"/>
                    <a:pt x="4" y="14"/>
                  </a:cubicBezTo>
                  <a:cubicBezTo>
                    <a:pt x="5" y="14"/>
                    <a:pt x="6" y="13"/>
                    <a:pt x="6" y="12"/>
                  </a:cubicBezTo>
                  <a:cubicBezTo>
                    <a:pt x="6" y="11"/>
                    <a:pt x="6" y="10"/>
                    <a:pt x="6" y="9"/>
                  </a:cubicBezTo>
                  <a:cubicBezTo>
                    <a:pt x="6" y="9"/>
                    <a:pt x="7" y="8"/>
                    <a:pt x="7" y="7"/>
                  </a:cubicBezTo>
                  <a:cubicBezTo>
                    <a:pt x="7" y="7"/>
                    <a:pt x="7" y="7"/>
                    <a:pt x="7" y="6"/>
                  </a:cubicBezTo>
                  <a:cubicBezTo>
                    <a:pt x="8" y="6"/>
                    <a:pt x="8" y="6"/>
                    <a:pt x="9" y="6"/>
                  </a:cubicBezTo>
                  <a:cubicBezTo>
                    <a:pt x="9" y="6"/>
                    <a:pt x="10" y="6"/>
                    <a:pt x="10" y="6"/>
                  </a:cubicBezTo>
                  <a:cubicBezTo>
                    <a:pt x="11" y="5"/>
                    <a:pt x="11" y="4"/>
                    <a:pt x="11" y="4"/>
                  </a:cubicBezTo>
                  <a:cubicBezTo>
                    <a:pt x="12" y="3"/>
                    <a:pt x="12" y="3"/>
                    <a:pt x="12" y="2"/>
                  </a:cubicBezTo>
                  <a:cubicBezTo>
                    <a:pt x="13" y="2"/>
                    <a:pt x="14" y="1"/>
                    <a:pt x="15" y="0"/>
                  </a:cubicBezTo>
                  <a:cubicBezTo>
                    <a:pt x="15" y="0"/>
                    <a:pt x="16" y="0"/>
                    <a:pt x="16" y="0"/>
                  </a:cubicBezTo>
                  <a:cubicBezTo>
                    <a:pt x="17" y="0"/>
                    <a:pt x="17" y="2"/>
                    <a:pt x="17" y="2"/>
                  </a:cubicBezTo>
                  <a:cubicBezTo>
                    <a:pt x="17" y="3"/>
                    <a:pt x="17" y="4"/>
                    <a:pt x="17" y="5"/>
                  </a:cubicBezTo>
                  <a:cubicBezTo>
                    <a:pt x="17" y="5"/>
                    <a:pt x="17" y="7"/>
                    <a:pt x="17" y="7"/>
                  </a:cubicBezTo>
                  <a:cubicBezTo>
                    <a:pt x="18" y="8"/>
                    <a:pt x="18" y="8"/>
                    <a:pt x="19" y="8"/>
                  </a:cubicBezTo>
                  <a:cubicBezTo>
                    <a:pt x="19" y="9"/>
                    <a:pt x="21" y="8"/>
                    <a:pt x="21" y="8"/>
                  </a:cubicBezTo>
                  <a:cubicBezTo>
                    <a:pt x="23" y="9"/>
                    <a:pt x="25" y="9"/>
                    <a:pt x="27" y="10"/>
                  </a:cubicBezTo>
                  <a:cubicBezTo>
                    <a:pt x="28" y="10"/>
                    <a:pt x="30" y="10"/>
                    <a:pt x="30" y="10"/>
                  </a:cubicBezTo>
                  <a:cubicBezTo>
                    <a:pt x="31" y="10"/>
                    <a:pt x="32" y="10"/>
                    <a:pt x="33" y="10"/>
                  </a:cubicBezTo>
                  <a:cubicBezTo>
                    <a:pt x="33" y="10"/>
                    <a:pt x="34" y="9"/>
                    <a:pt x="34" y="8"/>
                  </a:cubicBezTo>
                  <a:cubicBezTo>
                    <a:pt x="35" y="8"/>
                    <a:pt x="35" y="7"/>
                    <a:pt x="35" y="7"/>
                  </a:cubicBezTo>
                  <a:cubicBezTo>
                    <a:pt x="36" y="7"/>
                    <a:pt x="37" y="7"/>
                    <a:pt x="37" y="7"/>
                  </a:cubicBezTo>
                  <a:cubicBezTo>
                    <a:pt x="38" y="7"/>
                    <a:pt x="39" y="7"/>
                    <a:pt x="39" y="7"/>
                  </a:cubicBezTo>
                  <a:cubicBezTo>
                    <a:pt x="39" y="8"/>
                    <a:pt x="39" y="9"/>
                    <a:pt x="39" y="10"/>
                  </a:cubicBezTo>
                  <a:cubicBezTo>
                    <a:pt x="39" y="10"/>
                    <a:pt x="40" y="11"/>
                    <a:pt x="41" y="11"/>
                  </a:cubicBezTo>
                  <a:cubicBezTo>
                    <a:pt x="41" y="12"/>
                    <a:pt x="41" y="12"/>
                    <a:pt x="41" y="13"/>
                  </a:cubicBezTo>
                  <a:cubicBezTo>
                    <a:pt x="41" y="13"/>
                    <a:pt x="39" y="14"/>
                    <a:pt x="39" y="14"/>
                  </a:cubicBezTo>
                  <a:cubicBezTo>
                    <a:pt x="38" y="14"/>
                    <a:pt x="37" y="15"/>
                    <a:pt x="37" y="15"/>
                  </a:cubicBezTo>
                  <a:cubicBezTo>
                    <a:pt x="36" y="16"/>
                    <a:pt x="35" y="17"/>
                    <a:pt x="35" y="17"/>
                  </a:cubicBezTo>
                  <a:cubicBezTo>
                    <a:pt x="34" y="17"/>
                    <a:pt x="35" y="19"/>
                    <a:pt x="34" y="19"/>
                  </a:cubicBezTo>
                  <a:cubicBezTo>
                    <a:pt x="34" y="19"/>
                    <a:pt x="33" y="18"/>
                    <a:pt x="32" y="18"/>
                  </a:cubicBezTo>
                  <a:cubicBezTo>
                    <a:pt x="32" y="18"/>
                    <a:pt x="32" y="20"/>
                    <a:pt x="32" y="21"/>
                  </a:cubicBezTo>
                  <a:cubicBezTo>
                    <a:pt x="32" y="21"/>
                    <a:pt x="32" y="22"/>
                    <a:pt x="32" y="23"/>
                  </a:cubicBezTo>
                  <a:cubicBezTo>
                    <a:pt x="32" y="23"/>
                    <a:pt x="33" y="24"/>
                    <a:pt x="33" y="24"/>
                  </a:cubicBezTo>
                  <a:cubicBezTo>
                    <a:pt x="33" y="25"/>
                    <a:pt x="33" y="25"/>
                    <a:pt x="33" y="26"/>
                  </a:cubicBezTo>
                  <a:cubicBezTo>
                    <a:pt x="33" y="26"/>
                    <a:pt x="32" y="27"/>
                    <a:pt x="32" y="27"/>
                  </a:cubicBezTo>
                  <a:cubicBezTo>
                    <a:pt x="31" y="27"/>
                    <a:pt x="31" y="28"/>
                    <a:pt x="31" y="28"/>
                  </a:cubicBezTo>
                  <a:cubicBezTo>
                    <a:pt x="31" y="29"/>
                    <a:pt x="32" y="29"/>
                    <a:pt x="33" y="29"/>
                  </a:cubicBezTo>
                  <a:cubicBezTo>
                    <a:pt x="33" y="29"/>
                    <a:pt x="33" y="30"/>
                    <a:pt x="33" y="30"/>
                  </a:cubicBezTo>
                  <a:cubicBezTo>
                    <a:pt x="34" y="30"/>
                    <a:pt x="34" y="31"/>
                    <a:pt x="33" y="32"/>
                  </a:cubicBezTo>
                  <a:cubicBezTo>
                    <a:pt x="33" y="32"/>
                    <a:pt x="32" y="33"/>
                    <a:pt x="31" y="33"/>
                  </a:cubicBezTo>
                  <a:cubicBezTo>
                    <a:pt x="31" y="32"/>
                    <a:pt x="30" y="31"/>
                    <a:pt x="30" y="31"/>
                  </a:cubicBezTo>
                  <a:cubicBezTo>
                    <a:pt x="30" y="31"/>
                    <a:pt x="29" y="31"/>
                    <a:pt x="29" y="31"/>
                  </a:cubicBezTo>
                  <a:cubicBezTo>
                    <a:pt x="28" y="32"/>
                    <a:pt x="29" y="33"/>
                    <a:pt x="28" y="33"/>
                  </a:cubicBezTo>
                  <a:cubicBezTo>
                    <a:pt x="28" y="34"/>
                    <a:pt x="27" y="34"/>
                    <a:pt x="27" y="34"/>
                  </a:cubicBezTo>
                  <a:cubicBezTo>
                    <a:pt x="26" y="34"/>
                    <a:pt x="25" y="33"/>
                    <a:pt x="24" y="33"/>
                  </a:cubicBezTo>
                  <a:cubicBezTo>
                    <a:pt x="24" y="33"/>
                    <a:pt x="23" y="34"/>
                    <a:pt x="23" y="34"/>
                  </a:cubicBezTo>
                  <a:cubicBezTo>
                    <a:pt x="22" y="34"/>
                    <a:pt x="22" y="35"/>
                    <a:pt x="22" y="36"/>
                  </a:cubicBezTo>
                  <a:cubicBezTo>
                    <a:pt x="21" y="37"/>
                    <a:pt x="20" y="38"/>
                    <a:pt x="20" y="38"/>
                  </a:cubicBezTo>
                  <a:cubicBezTo>
                    <a:pt x="20" y="39"/>
                    <a:pt x="20" y="40"/>
                    <a:pt x="20" y="40"/>
                  </a:cubicBezTo>
                  <a:cubicBezTo>
                    <a:pt x="19" y="39"/>
                    <a:pt x="17" y="38"/>
                    <a:pt x="17" y="37"/>
                  </a:cubicBezTo>
                  <a:cubicBezTo>
                    <a:pt x="16" y="36"/>
                    <a:pt x="15" y="34"/>
                    <a:pt x="14" y="33"/>
                  </a:cubicBezTo>
                  <a:cubicBezTo>
                    <a:pt x="14" y="33"/>
                    <a:pt x="13" y="32"/>
                    <a:pt x="13" y="3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8" name="Freeform 147"/>
            <p:cNvSpPr>
              <a:spLocks/>
            </p:cNvSpPr>
            <p:nvPr/>
          </p:nvSpPr>
          <p:spPr bwMode="auto">
            <a:xfrm>
              <a:off x="1298576" y="1746251"/>
              <a:ext cx="250825" cy="242888"/>
            </a:xfrm>
            <a:custGeom>
              <a:avLst/>
              <a:gdLst/>
              <a:ahLst/>
              <a:cxnLst>
                <a:cxn ang="0">
                  <a:pos x="29" y="14"/>
                </a:cxn>
                <a:cxn ang="0">
                  <a:pos x="37" y="10"/>
                </a:cxn>
                <a:cxn ang="0">
                  <a:pos x="46" y="10"/>
                </a:cxn>
                <a:cxn ang="0">
                  <a:pos x="58" y="5"/>
                </a:cxn>
                <a:cxn ang="0">
                  <a:pos x="67" y="2"/>
                </a:cxn>
                <a:cxn ang="0">
                  <a:pos x="71" y="13"/>
                </a:cxn>
                <a:cxn ang="0">
                  <a:pos x="86" y="11"/>
                </a:cxn>
                <a:cxn ang="0">
                  <a:pos x="94" y="12"/>
                </a:cxn>
                <a:cxn ang="0">
                  <a:pos x="94" y="18"/>
                </a:cxn>
                <a:cxn ang="0">
                  <a:pos x="89" y="23"/>
                </a:cxn>
                <a:cxn ang="0">
                  <a:pos x="85" y="24"/>
                </a:cxn>
                <a:cxn ang="0">
                  <a:pos x="83" y="36"/>
                </a:cxn>
                <a:cxn ang="0">
                  <a:pos x="82" y="42"/>
                </a:cxn>
                <a:cxn ang="0">
                  <a:pos x="84" y="47"/>
                </a:cxn>
                <a:cxn ang="0">
                  <a:pos x="94" y="54"/>
                </a:cxn>
                <a:cxn ang="0">
                  <a:pos x="104" y="52"/>
                </a:cxn>
                <a:cxn ang="0">
                  <a:pos x="110" y="54"/>
                </a:cxn>
                <a:cxn ang="0">
                  <a:pos x="116" y="57"/>
                </a:cxn>
                <a:cxn ang="0">
                  <a:pos x="122" y="62"/>
                </a:cxn>
                <a:cxn ang="0">
                  <a:pos x="127" y="64"/>
                </a:cxn>
                <a:cxn ang="0">
                  <a:pos x="132" y="66"/>
                </a:cxn>
                <a:cxn ang="0">
                  <a:pos x="132" y="73"/>
                </a:cxn>
                <a:cxn ang="0">
                  <a:pos x="129" y="81"/>
                </a:cxn>
                <a:cxn ang="0">
                  <a:pos x="125" y="92"/>
                </a:cxn>
                <a:cxn ang="0">
                  <a:pos x="131" y="99"/>
                </a:cxn>
                <a:cxn ang="0">
                  <a:pos x="133" y="104"/>
                </a:cxn>
                <a:cxn ang="0">
                  <a:pos x="126" y="108"/>
                </a:cxn>
                <a:cxn ang="0">
                  <a:pos x="111" y="110"/>
                </a:cxn>
                <a:cxn ang="0">
                  <a:pos x="102" y="117"/>
                </a:cxn>
                <a:cxn ang="0">
                  <a:pos x="92" y="119"/>
                </a:cxn>
                <a:cxn ang="0">
                  <a:pos x="88" y="118"/>
                </a:cxn>
                <a:cxn ang="0">
                  <a:pos x="84" y="121"/>
                </a:cxn>
                <a:cxn ang="0">
                  <a:pos x="74" y="120"/>
                </a:cxn>
                <a:cxn ang="0">
                  <a:pos x="67" y="120"/>
                </a:cxn>
                <a:cxn ang="0">
                  <a:pos x="66" y="129"/>
                </a:cxn>
                <a:cxn ang="0">
                  <a:pos x="55" y="126"/>
                </a:cxn>
                <a:cxn ang="0">
                  <a:pos x="49" y="120"/>
                </a:cxn>
                <a:cxn ang="0">
                  <a:pos x="48" y="113"/>
                </a:cxn>
                <a:cxn ang="0">
                  <a:pos x="49" y="109"/>
                </a:cxn>
                <a:cxn ang="0">
                  <a:pos x="35" y="108"/>
                </a:cxn>
                <a:cxn ang="0">
                  <a:pos x="33" y="100"/>
                </a:cxn>
                <a:cxn ang="0">
                  <a:pos x="28" y="92"/>
                </a:cxn>
                <a:cxn ang="0">
                  <a:pos x="22" y="78"/>
                </a:cxn>
                <a:cxn ang="0">
                  <a:pos x="19" y="64"/>
                </a:cxn>
                <a:cxn ang="0">
                  <a:pos x="23" y="58"/>
                </a:cxn>
                <a:cxn ang="0">
                  <a:pos x="20" y="51"/>
                </a:cxn>
                <a:cxn ang="0">
                  <a:pos x="20" y="47"/>
                </a:cxn>
                <a:cxn ang="0">
                  <a:pos x="8" y="50"/>
                </a:cxn>
                <a:cxn ang="0">
                  <a:pos x="10" y="45"/>
                </a:cxn>
                <a:cxn ang="0">
                  <a:pos x="4" y="39"/>
                </a:cxn>
                <a:cxn ang="0">
                  <a:pos x="1" y="33"/>
                </a:cxn>
                <a:cxn ang="0">
                  <a:pos x="5" y="26"/>
                </a:cxn>
                <a:cxn ang="0">
                  <a:pos x="11" y="20"/>
                </a:cxn>
                <a:cxn ang="0">
                  <a:pos x="18" y="18"/>
                </a:cxn>
                <a:cxn ang="0">
                  <a:pos x="24" y="15"/>
                </a:cxn>
              </a:cxnLst>
              <a:rect l="0" t="0" r="r" b="b"/>
              <a:pathLst>
                <a:path w="133" h="129">
                  <a:moveTo>
                    <a:pt x="24" y="15"/>
                  </a:moveTo>
                  <a:cubicBezTo>
                    <a:pt x="25" y="15"/>
                    <a:pt x="25" y="15"/>
                    <a:pt x="26" y="14"/>
                  </a:cubicBezTo>
                  <a:cubicBezTo>
                    <a:pt x="26" y="14"/>
                    <a:pt x="27" y="15"/>
                    <a:pt x="27" y="14"/>
                  </a:cubicBezTo>
                  <a:cubicBezTo>
                    <a:pt x="28" y="14"/>
                    <a:pt x="29" y="14"/>
                    <a:pt x="29" y="14"/>
                  </a:cubicBezTo>
                  <a:cubicBezTo>
                    <a:pt x="30" y="13"/>
                    <a:pt x="30" y="13"/>
                    <a:pt x="30" y="12"/>
                  </a:cubicBezTo>
                  <a:cubicBezTo>
                    <a:pt x="31" y="12"/>
                    <a:pt x="32" y="12"/>
                    <a:pt x="33" y="12"/>
                  </a:cubicBezTo>
                  <a:cubicBezTo>
                    <a:pt x="34" y="11"/>
                    <a:pt x="35" y="11"/>
                    <a:pt x="35" y="11"/>
                  </a:cubicBezTo>
                  <a:cubicBezTo>
                    <a:pt x="36" y="11"/>
                    <a:pt x="37" y="11"/>
                    <a:pt x="37" y="10"/>
                  </a:cubicBezTo>
                  <a:cubicBezTo>
                    <a:pt x="38" y="10"/>
                    <a:pt x="38" y="9"/>
                    <a:pt x="39" y="9"/>
                  </a:cubicBezTo>
                  <a:cubicBezTo>
                    <a:pt x="39" y="8"/>
                    <a:pt x="40" y="8"/>
                    <a:pt x="40" y="8"/>
                  </a:cubicBezTo>
                  <a:cubicBezTo>
                    <a:pt x="41" y="8"/>
                    <a:pt x="42" y="8"/>
                    <a:pt x="43" y="8"/>
                  </a:cubicBezTo>
                  <a:cubicBezTo>
                    <a:pt x="44" y="9"/>
                    <a:pt x="45" y="10"/>
                    <a:pt x="46" y="10"/>
                  </a:cubicBezTo>
                  <a:cubicBezTo>
                    <a:pt x="47" y="10"/>
                    <a:pt x="48" y="10"/>
                    <a:pt x="49" y="10"/>
                  </a:cubicBezTo>
                  <a:cubicBezTo>
                    <a:pt x="50" y="10"/>
                    <a:pt x="51" y="9"/>
                    <a:pt x="52" y="8"/>
                  </a:cubicBezTo>
                  <a:cubicBezTo>
                    <a:pt x="52" y="8"/>
                    <a:pt x="54" y="7"/>
                    <a:pt x="54" y="7"/>
                  </a:cubicBezTo>
                  <a:cubicBezTo>
                    <a:pt x="55" y="7"/>
                    <a:pt x="57" y="6"/>
                    <a:pt x="58" y="5"/>
                  </a:cubicBezTo>
                  <a:cubicBezTo>
                    <a:pt x="59" y="5"/>
                    <a:pt x="61" y="3"/>
                    <a:pt x="62" y="3"/>
                  </a:cubicBezTo>
                  <a:cubicBezTo>
                    <a:pt x="62" y="2"/>
                    <a:pt x="63" y="1"/>
                    <a:pt x="64" y="1"/>
                  </a:cubicBezTo>
                  <a:cubicBezTo>
                    <a:pt x="64" y="1"/>
                    <a:pt x="65" y="0"/>
                    <a:pt x="66" y="0"/>
                  </a:cubicBezTo>
                  <a:cubicBezTo>
                    <a:pt x="66" y="0"/>
                    <a:pt x="67" y="1"/>
                    <a:pt x="67" y="2"/>
                  </a:cubicBezTo>
                  <a:cubicBezTo>
                    <a:pt x="67" y="2"/>
                    <a:pt x="68" y="4"/>
                    <a:pt x="68" y="5"/>
                  </a:cubicBezTo>
                  <a:cubicBezTo>
                    <a:pt x="68" y="5"/>
                    <a:pt x="67" y="7"/>
                    <a:pt x="68" y="8"/>
                  </a:cubicBezTo>
                  <a:cubicBezTo>
                    <a:pt x="68" y="8"/>
                    <a:pt x="69" y="10"/>
                    <a:pt x="69" y="11"/>
                  </a:cubicBezTo>
                  <a:cubicBezTo>
                    <a:pt x="70" y="11"/>
                    <a:pt x="71" y="13"/>
                    <a:pt x="71" y="13"/>
                  </a:cubicBezTo>
                  <a:cubicBezTo>
                    <a:pt x="72" y="14"/>
                    <a:pt x="73" y="15"/>
                    <a:pt x="73" y="15"/>
                  </a:cubicBezTo>
                  <a:cubicBezTo>
                    <a:pt x="74" y="15"/>
                    <a:pt x="77" y="15"/>
                    <a:pt x="78" y="15"/>
                  </a:cubicBezTo>
                  <a:cubicBezTo>
                    <a:pt x="79" y="14"/>
                    <a:pt x="81" y="14"/>
                    <a:pt x="82" y="13"/>
                  </a:cubicBezTo>
                  <a:cubicBezTo>
                    <a:pt x="83" y="13"/>
                    <a:pt x="85" y="12"/>
                    <a:pt x="86" y="11"/>
                  </a:cubicBezTo>
                  <a:cubicBezTo>
                    <a:pt x="86" y="10"/>
                    <a:pt x="87" y="9"/>
                    <a:pt x="88" y="9"/>
                  </a:cubicBezTo>
                  <a:cubicBezTo>
                    <a:pt x="89" y="9"/>
                    <a:pt x="89" y="9"/>
                    <a:pt x="89" y="9"/>
                  </a:cubicBezTo>
                  <a:cubicBezTo>
                    <a:pt x="90" y="9"/>
                    <a:pt x="91" y="10"/>
                    <a:pt x="92" y="10"/>
                  </a:cubicBezTo>
                  <a:cubicBezTo>
                    <a:pt x="92" y="11"/>
                    <a:pt x="93" y="12"/>
                    <a:pt x="94" y="12"/>
                  </a:cubicBezTo>
                  <a:cubicBezTo>
                    <a:pt x="94" y="12"/>
                    <a:pt x="95" y="13"/>
                    <a:pt x="95" y="13"/>
                  </a:cubicBezTo>
                  <a:cubicBezTo>
                    <a:pt x="96" y="14"/>
                    <a:pt x="96" y="15"/>
                    <a:pt x="96" y="15"/>
                  </a:cubicBezTo>
                  <a:cubicBezTo>
                    <a:pt x="96" y="16"/>
                    <a:pt x="96" y="17"/>
                    <a:pt x="96" y="18"/>
                  </a:cubicBezTo>
                  <a:cubicBezTo>
                    <a:pt x="96" y="18"/>
                    <a:pt x="95" y="18"/>
                    <a:pt x="94" y="18"/>
                  </a:cubicBezTo>
                  <a:cubicBezTo>
                    <a:pt x="94" y="19"/>
                    <a:pt x="94" y="20"/>
                    <a:pt x="93" y="20"/>
                  </a:cubicBezTo>
                  <a:cubicBezTo>
                    <a:pt x="93" y="20"/>
                    <a:pt x="92" y="20"/>
                    <a:pt x="92" y="21"/>
                  </a:cubicBezTo>
                  <a:cubicBezTo>
                    <a:pt x="92" y="21"/>
                    <a:pt x="91" y="22"/>
                    <a:pt x="91" y="22"/>
                  </a:cubicBezTo>
                  <a:cubicBezTo>
                    <a:pt x="90" y="22"/>
                    <a:pt x="89" y="23"/>
                    <a:pt x="89" y="23"/>
                  </a:cubicBezTo>
                  <a:cubicBezTo>
                    <a:pt x="88" y="23"/>
                    <a:pt x="88" y="22"/>
                    <a:pt x="87" y="22"/>
                  </a:cubicBezTo>
                  <a:cubicBezTo>
                    <a:pt x="87" y="21"/>
                    <a:pt x="87" y="21"/>
                    <a:pt x="87" y="21"/>
                  </a:cubicBezTo>
                  <a:cubicBezTo>
                    <a:pt x="86" y="21"/>
                    <a:pt x="85" y="21"/>
                    <a:pt x="85" y="21"/>
                  </a:cubicBezTo>
                  <a:cubicBezTo>
                    <a:pt x="85" y="22"/>
                    <a:pt x="85" y="23"/>
                    <a:pt x="85" y="24"/>
                  </a:cubicBezTo>
                  <a:cubicBezTo>
                    <a:pt x="86" y="25"/>
                    <a:pt x="86" y="27"/>
                    <a:pt x="86" y="28"/>
                  </a:cubicBezTo>
                  <a:cubicBezTo>
                    <a:pt x="86" y="29"/>
                    <a:pt x="86" y="31"/>
                    <a:pt x="86" y="32"/>
                  </a:cubicBezTo>
                  <a:cubicBezTo>
                    <a:pt x="86" y="32"/>
                    <a:pt x="85" y="33"/>
                    <a:pt x="85" y="34"/>
                  </a:cubicBezTo>
                  <a:cubicBezTo>
                    <a:pt x="84" y="34"/>
                    <a:pt x="84" y="35"/>
                    <a:pt x="83" y="36"/>
                  </a:cubicBezTo>
                  <a:cubicBezTo>
                    <a:pt x="83" y="36"/>
                    <a:pt x="82" y="37"/>
                    <a:pt x="82" y="37"/>
                  </a:cubicBezTo>
                  <a:cubicBezTo>
                    <a:pt x="82" y="38"/>
                    <a:pt x="82" y="39"/>
                    <a:pt x="82" y="40"/>
                  </a:cubicBezTo>
                  <a:cubicBezTo>
                    <a:pt x="82" y="40"/>
                    <a:pt x="81" y="41"/>
                    <a:pt x="81" y="41"/>
                  </a:cubicBezTo>
                  <a:cubicBezTo>
                    <a:pt x="81" y="41"/>
                    <a:pt x="81" y="42"/>
                    <a:pt x="82" y="42"/>
                  </a:cubicBezTo>
                  <a:cubicBezTo>
                    <a:pt x="82" y="43"/>
                    <a:pt x="82" y="43"/>
                    <a:pt x="82" y="43"/>
                  </a:cubicBezTo>
                  <a:cubicBezTo>
                    <a:pt x="83" y="43"/>
                    <a:pt x="83" y="44"/>
                    <a:pt x="84" y="44"/>
                  </a:cubicBezTo>
                  <a:cubicBezTo>
                    <a:pt x="84" y="45"/>
                    <a:pt x="83" y="46"/>
                    <a:pt x="83" y="46"/>
                  </a:cubicBezTo>
                  <a:cubicBezTo>
                    <a:pt x="83" y="46"/>
                    <a:pt x="84" y="47"/>
                    <a:pt x="84" y="47"/>
                  </a:cubicBezTo>
                  <a:cubicBezTo>
                    <a:pt x="84" y="48"/>
                    <a:pt x="86" y="48"/>
                    <a:pt x="86" y="49"/>
                  </a:cubicBezTo>
                  <a:cubicBezTo>
                    <a:pt x="87" y="49"/>
                    <a:pt x="88" y="50"/>
                    <a:pt x="89" y="50"/>
                  </a:cubicBezTo>
                  <a:cubicBezTo>
                    <a:pt x="90" y="51"/>
                    <a:pt x="92" y="52"/>
                    <a:pt x="93" y="53"/>
                  </a:cubicBezTo>
                  <a:cubicBezTo>
                    <a:pt x="93" y="53"/>
                    <a:pt x="94" y="54"/>
                    <a:pt x="94" y="54"/>
                  </a:cubicBezTo>
                  <a:cubicBezTo>
                    <a:pt x="95" y="54"/>
                    <a:pt x="96" y="55"/>
                    <a:pt x="97" y="55"/>
                  </a:cubicBezTo>
                  <a:cubicBezTo>
                    <a:pt x="97" y="55"/>
                    <a:pt x="99" y="56"/>
                    <a:pt x="100" y="55"/>
                  </a:cubicBezTo>
                  <a:cubicBezTo>
                    <a:pt x="101" y="55"/>
                    <a:pt x="102" y="54"/>
                    <a:pt x="102" y="54"/>
                  </a:cubicBezTo>
                  <a:cubicBezTo>
                    <a:pt x="103" y="54"/>
                    <a:pt x="104" y="53"/>
                    <a:pt x="104" y="52"/>
                  </a:cubicBezTo>
                  <a:cubicBezTo>
                    <a:pt x="104" y="52"/>
                    <a:pt x="105" y="52"/>
                    <a:pt x="105" y="52"/>
                  </a:cubicBezTo>
                  <a:cubicBezTo>
                    <a:pt x="106" y="52"/>
                    <a:pt x="105" y="54"/>
                    <a:pt x="106" y="54"/>
                  </a:cubicBezTo>
                  <a:cubicBezTo>
                    <a:pt x="106" y="54"/>
                    <a:pt x="108" y="55"/>
                    <a:pt x="109" y="55"/>
                  </a:cubicBezTo>
                  <a:cubicBezTo>
                    <a:pt x="109" y="55"/>
                    <a:pt x="110" y="55"/>
                    <a:pt x="110" y="54"/>
                  </a:cubicBezTo>
                  <a:cubicBezTo>
                    <a:pt x="110" y="54"/>
                    <a:pt x="111" y="54"/>
                    <a:pt x="111" y="54"/>
                  </a:cubicBezTo>
                  <a:cubicBezTo>
                    <a:pt x="111" y="53"/>
                    <a:pt x="112" y="53"/>
                    <a:pt x="113" y="53"/>
                  </a:cubicBezTo>
                  <a:cubicBezTo>
                    <a:pt x="113" y="54"/>
                    <a:pt x="115" y="54"/>
                    <a:pt x="115" y="55"/>
                  </a:cubicBezTo>
                  <a:cubicBezTo>
                    <a:pt x="115" y="55"/>
                    <a:pt x="116" y="56"/>
                    <a:pt x="116" y="57"/>
                  </a:cubicBezTo>
                  <a:cubicBezTo>
                    <a:pt x="117" y="57"/>
                    <a:pt x="118" y="58"/>
                    <a:pt x="118" y="59"/>
                  </a:cubicBezTo>
                  <a:cubicBezTo>
                    <a:pt x="119" y="59"/>
                    <a:pt x="119" y="59"/>
                    <a:pt x="120" y="59"/>
                  </a:cubicBezTo>
                  <a:cubicBezTo>
                    <a:pt x="120" y="59"/>
                    <a:pt x="121" y="59"/>
                    <a:pt x="121" y="59"/>
                  </a:cubicBezTo>
                  <a:cubicBezTo>
                    <a:pt x="121" y="60"/>
                    <a:pt x="122" y="61"/>
                    <a:pt x="122" y="62"/>
                  </a:cubicBezTo>
                  <a:cubicBezTo>
                    <a:pt x="122" y="62"/>
                    <a:pt x="123" y="63"/>
                    <a:pt x="123" y="63"/>
                  </a:cubicBezTo>
                  <a:cubicBezTo>
                    <a:pt x="124" y="63"/>
                    <a:pt x="125" y="63"/>
                    <a:pt x="126" y="63"/>
                  </a:cubicBezTo>
                  <a:cubicBezTo>
                    <a:pt x="126" y="63"/>
                    <a:pt x="126" y="63"/>
                    <a:pt x="126" y="63"/>
                  </a:cubicBezTo>
                  <a:cubicBezTo>
                    <a:pt x="127" y="63"/>
                    <a:pt x="127" y="64"/>
                    <a:pt x="127" y="64"/>
                  </a:cubicBezTo>
                  <a:cubicBezTo>
                    <a:pt x="128" y="65"/>
                    <a:pt x="128" y="65"/>
                    <a:pt x="129" y="65"/>
                  </a:cubicBezTo>
                  <a:cubicBezTo>
                    <a:pt x="129" y="65"/>
                    <a:pt x="129" y="64"/>
                    <a:pt x="130" y="64"/>
                  </a:cubicBezTo>
                  <a:cubicBezTo>
                    <a:pt x="130" y="64"/>
                    <a:pt x="131" y="64"/>
                    <a:pt x="131" y="64"/>
                  </a:cubicBezTo>
                  <a:cubicBezTo>
                    <a:pt x="132" y="65"/>
                    <a:pt x="132" y="65"/>
                    <a:pt x="132" y="66"/>
                  </a:cubicBezTo>
                  <a:cubicBezTo>
                    <a:pt x="132" y="67"/>
                    <a:pt x="131" y="68"/>
                    <a:pt x="131" y="68"/>
                  </a:cubicBezTo>
                  <a:cubicBezTo>
                    <a:pt x="131" y="69"/>
                    <a:pt x="131" y="71"/>
                    <a:pt x="131" y="71"/>
                  </a:cubicBezTo>
                  <a:cubicBezTo>
                    <a:pt x="131" y="72"/>
                    <a:pt x="131" y="73"/>
                    <a:pt x="132" y="73"/>
                  </a:cubicBezTo>
                  <a:cubicBezTo>
                    <a:pt x="132" y="73"/>
                    <a:pt x="132" y="73"/>
                    <a:pt x="132" y="73"/>
                  </a:cubicBezTo>
                  <a:cubicBezTo>
                    <a:pt x="132" y="74"/>
                    <a:pt x="132" y="74"/>
                    <a:pt x="132" y="74"/>
                  </a:cubicBezTo>
                  <a:cubicBezTo>
                    <a:pt x="132" y="75"/>
                    <a:pt x="131" y="76"/>
                    <a:pt x="131" y="76"/>
                  </a:cubicBezTo>
                  <a:cubicBezTo>
                    <a:pt x="131" y="77"/>
                    <a:pt x="131" y="78"/>
                    <a:pt x="131" y="79"/>
                  </a:cubicBezTo>
                  <a:cubicBezTo>
                    <a:pt x="131" y="80"/>
                    <a:pt x="130" y="81"/>
                    <a:pt x="129" y="81"/>
                  </a:cubicBezTo>
                  <a:cubicBezTo>
                    <a:pt x="129" y="82"/>
                    <a:pt x="128" y="84"/>
                    <a:pt x="128" y="84"/>
                  </a:cubicBezTo>
                  <a:cubicBezTo>
                    <a:pt x="127" y="85"/>
                    <a:pt x="126" y="85"/>
                    <a:pt x="126" y="86"/>
                  </a:cubicBezTo>
                  <a:cubicBezTo>
                    <a:pt x="126" y="86"/>
                    <a:pt x="126" y="87"/>
                    <a:pt x="126" y="88"/>
                  </a:cubicBezTo>
                  <a:cubicBezTo>
                    <a:pt x="126" y="89"/>
                    <a:pt x="125" y="91"/>
                    <a:pt x="125" y="92"/>
                  </a:cubicBezTo>
                  <a:cubicBezTo>
                    <a:pt x="125" y="92"/>
                    <a:pt x="126" y="94"/>
                    <a:pt x="126" y="94"/>
                  </a:cubicBezTo>
                  <a:cubicBezTo>
                    <a:pt x="126" y="95"/>
                    <a:pt x="127" y="97"/>
                    <a:pt x="128" y="97"/>
                  </a:cubicBezTo>
                  <a:cubicBezTo>
                    <a:pt x="128" y="97"/>
                    <a:pt x="130" y="97"/>
                    <a:pt x="130" y="97"/>
                  </a:cubicBezTo>
                  <a:cubicBezTo>
                    <a:pt x="131" y="97"/>
                    <a:pt x="131" y="98"/>
                    <a:pt x="131" y="99"/>
                  </a:cubicBezTo>
                  <a:cubicBezTo>
                    <a:pt x="131" y="99"/>
                    <a:pt x="131" y="99"/>
                    <a:pt x="131" y="99"/>
                  </a:cubicBezTo>
                  <a:cubicBezTo>
                    <a:pt x="132" y="100"/>
                    <a:pt x="131" y="100"/>
                    <a:pt x="131" y="101"/>
                  </a:cubicBezTo>
                  <a:cubicBezTo>
                    <a:pt x="131" y="101"/>
                    <a:pt x="131" y="102"/>
                    <a:pt x="131" y="103"/>
                  </a:cubicBezTo>
                  <a:cubicBezTo>
                    <a:pt x="132" y="103"/>
                    <a:pt x="133" y="104"/>
                    <a:pt x="133" y="104"/>
                  </a:cubicBezTo>
                  <a:cubicBezTo>
                    <a:pt x="133" y="105"/>
                    <a:pt x="133" y="106"/>
                    <a:pt x="133" y="106"/>
                  </a:cubicBezTo>
                  <a:cubicBezTo>
                    <a:pt x="133" y="106"/>
                    <a:pt x="131" y="106"/>
                    <a:pt x="131" y="106"/>
                  </a:cubicBezTo>
                  <a:cubicBezTo>
                    <a:pt x="130" y="106"/>
                    <a:pt x="129" y="107"/>
                    <a:pt x="128" y="107"/>
                  </a:cubicBezTo>
                  <a:cubicBezTo>
                    <a:pt x="127" y="107"/>
                    <a:pt x="126" y="108"/>
                    <a:pt x="126" y="108"/>
                  </a:cubicBezTo>
                  <a:cubicBezTo>
                    <a:pt x="125" y="108"/>
                    <a:pt x="124" y="109"/>
                    <a:pt x="123" y="109"/>
                  </a:cubicBezTo>
                  <a:cubicBezTo>
                    <a:pt x="122" y="109"/>
                    <a:pt x="120" y="109"/>
                    <a:pt x="119" y="109"/>
                  </a:cubicBezTo>
                  <a:cubicBezTo>
                    <a:pt x="118" y="109"/>
                    <a:pt x="116" y="109"/>
                    <a:pt x="116" y="109"/>
                  </a:cubicBezTo>
                  <a:cubicBezTo>
                    <a:pt x="114" y="109"/>
                    <a:pt x="112" y="110"/>
                    <a:pt x="111" y="110"/>
                  </a:cubicBezTo>
                  <a:cubicBezTo>
                    <a:pt x="110" y="111"/>
                    <a:pt x="109" y="113"/>
                    <a:pt x="108" y="114"/>
                  </a:cubicBezTo>
                  <a:cubicBezTo>
                    <a:pt x="108" y="114"/>
                    <a:pt x="107" y="115"/>
                    <a:pt x="107" y="116"/>
                  </a:cubicBezTo>
                  <a:cubicBezTo>
                    <a:pt x="106" y="116"/>
                    <a:pt x="106" y="116"/>
                    <a:pt x="105" y="117"/>
                  </a:cubicBezTo>
                  <a:cubicBezTo>
                    <a:pt x="104" y="117"/>
                    <a:pt x="103" y="117"/>
                    <a:pt x="102" y="117"/>
                  </a:cubicBezTo>
                  <a:cubicBezTo>
                    <a:pt x="102" y="117"/>
                    <a:pt x="100" y="117"/>
                    <a:pt x="99" y="117"/>
                  </a:cubicBezTo>
                  <a:cubicBezTo>
                    <a:pt x="99" y="117"/>
                    <a:pt x="97" y="117"/>
                    <a:pt x="97" y="118"/>
                  </a:cubicBezTo>
                  <a:cubicBezTo>
                    <a:pt x="96" y="118"/>
                    <a:pt x="96" y="119"/>
                    <a:pt x="96" y="119"/>
                  </a:cubicBezTo>
                  <a:cubicBezTo>
                    <a:pt x="95" y="119"/>
                    <a:pt x="93" y="119"/>
                    <a:pt x="92" y="119"/>
                  </a:cubicBezTo>
                  <a:cubicBezTo>
                    <a:pt x="92" y="119"/>
                    <a:pt x="92" y="119"/>
                    <a:pt x="91" y="120"/>
                  </a:cubicBezTo>
                  <a:cubicBezTo>
                    <a:pt x="91" y="120"/>
                    <a:pt x="90" y="121"/>
                    <a:pt x="90" y="121"/>
                  </a:cubicBezTo>
                  <a:cubicBezTo>
                    <a:pt x="89" y="121"/>
                    <a:pt x="89" y="120"/>
                    <a:pt x="89" y="120"/>
                  </a:cubicBezTo>
                  <a:cubicBezTo>
                    <a:pt x="88" y="120"/>
                    <a:pt x="89" y="119"/>
                    <a:pt x="88" y="118"/>
                  </a:cubicBezTo>
                  <a:cubicBezTo>
                    <a:pt x="88" y="118"/>
                    <a:pt x="87" y="118"/>
                    <a:pt x="86" y="118"/>
                  </a:cubicBezTo>
                  <a:cubicBezTo>
                    <a:pt x="86" y="118"/>
                    <a:pt x="85" y="117"/>
                    <a:pt x="85" y="118"/>
                  </a:cubicBezTo>
                  <a:cubicBezTo>
                    <a:pt x="84" y="118"/>
                    <a:pt x="85" y="119"/>
                    <a:pt x="85" y="119"/>
                  </a:cubicBezTo>
                  <a:cubicBezTo>
                    <a:pt x="84" y="120"/>
                    <a:pt x="84" y="121"/>
                    <a:pt x="84" y="121"/>
                  </a:cubicBezTo>
                  <a:cubicBezTo>
                    <a:pt x="83" y="122"/>
                    <a:pt x="81" y="121"/>
                    <a:pt x="81" y="121"/>
                  </a:cubicBezTo>
                  <a:cubicBezTo>
                    <a:pt x="80" y="120"/>
                    <a:pt x="80" y="120"/>
                    <a:pt x="80" y="120"/>
                  </a:cubicBezTo>
                  <a:cubicBezTo>
                    <a:pt x="79" y="120"/>
                    <a:pt x="78" y="119"/>
                    <a:pt x="78" y="119"/>
                  </a:cubicBezTo>
                  <a:cubicBezTo>
                    <a:pt x="77" y="119"/>
                    <a:pt x="75" y="120"/>
                    <a:pt x="74" y="120"/>
                  </a:cubicBezTo>
                  <a:cubicBezTo>
                    <a:pt x="73" y="120"/>
                    <a:pt x="72" y="120"/>
                    <a:pt x="71" y="119"/>
                  </a:cubicBezTo>
                  <a:cubicBezTo>
                    <a:pt x="71" y="119"/>
                    <a:pt x="70" y="119"/>
                    <a:pt x="69" y="118"/>
                  </a:cubicBezTo>
                  <a:cubicBezTo>
                    <a:pt x="69" y="118"/>
                    <a:pt x="67" y="118"/>
                    <a:pt x="67" y="118"/>
                  </a:cubicBezTo>
                  <a:cubicBezTo>
                    <a:pt x="67" y="119"/>
                    <a:pt x="67" y="120"/>
                    <a:pt x="67" y="120"/>
                  </a:cubicBezTo>
                  <a:cubicBezTo>
                    <a:pt x="67" y="121"/>
                    <a:pt x="68" y="122"/>
                    <a:pt x="68" y="123"/>
                  </a:cubicBezTo>
                  <a:cubicBezTo>
                    <a:pt x="68" y="123"/>
                    <a:pt x="69" y="124"/>
                    <a:pt x="69" y="125"/>
                  </a:cubicBezTo>
                  <a:cubicBezTo>
                    <a:pt x="69" y="126"/>
                    <a:pt x="69" y="127"/>
                    <a:pt x="69" y="128"/>
                  </a:cubicBezTo>
                  <a:cubicBezTo>
                    <a:pt x="68" y="129"/>
                    <a:pt x="67" y="129"/>
                    <a:pt x="66" y="129"/>
                  </a:cubicBezTo>
                  <a:cubicBezTo>
                    <a:pt x="66" y="129"/>
                    <a:pt x="64" y="129"/>
                    <a:pt x="64" y="129"/>
                  </a:cubicBezTo>
                  <a:cubicBezTo>
                    <a:pt x="63" y="129"/>
                    <a:pt x="62" y="127"/>
                    <a:pt x="61" y="127"/>
                  </a:cubicBezTo>
                  <a:cubicBezTo>
                    <a:pt x="61" y="127"/>
                    <a:pt x="59" y="126"/>
                    <a:pt x="59" y="126"/>
                  </a:cubicBezTo>
                  <a:cubicBezTo>
                    <a:pt x="58" y="126"/>
                    <a:pt x="56" y="126"/>
                    <a:pt x="55" y="126"/>
                  </a:cubicBezTo>
                  <a:cubicBezTo>
                    <a:pt x="55" y="126"/>
                    <a:pt x="54" y="126"/>
                    <a:pt x="54" y="126"/>
                  </a:cubicBezTo>
                  <a:cubicBezTo>
                    <a:pt x="53" y="126"/>
                    <a:pt x="53" y="125"/>
                    <a:pt x="53" y="125"/>
                  </a:cubicBezTo>
                  <a:cubicBezTo>
                    <a:pt x="53" y="124"/>
                    <a:pt x="52" y="121"/>
                    <a:pt x="52" y="121"/>
                  </a:cubicBezTo>
                  <a:cubicBezTo>
                    <a:pt x="51" y="120"/>
                    <a:pt x="50" y="120"/>
                    <a:pt x="49" y="120"/>
                  </a:cubicBezTo>
                  <a:cubicBezTo>
                    <a:pt x="49" y="119"/>
                    <a:pt x="47" y="119"/>
                    <a:pt x="47" y="119"/>
                  </a:cubicBezTo>
                  <a:cubicBezTo>
                    <a:pt x="47" y="118"/>
                    <a:pt x="47" y="117"/>
                    <a:pt x="47" y="117"/>
                  </a:cubicBezTo>
                  <a:cubicBezTo>
                    <a:pt x="47" y="116"/>
                    <a:pt x="46" y="115"/>
                    <a:pt x="46" y="114"/>
                  </a:cubicBezTo>
                  <a:cubicBezTo>
                    <a:pt x="46" y="114"/>
                    <a:pt x="47" y="113"/>
                    <a:pt x="48" y="113"/>
                  </a:cubicBezTo>
                  <a:cubicBezTo>
                    <a:pt x="48" y="113"/>
                    <a:pt x="49" y="113"/>
                    <a:pt x="50" y="113"/>
                  </a:cubicBezTo>
                  <a:cubicBezTo>
                    <a:pt x="51" y="112"/>
                    <a:pt x="52" y="112"/>
                    <a:pt x="52" y="112"/>
                  </a:cubicBezTo>
                  <a:cubicBezTo>
                    <a:pt x="52" y="111"/>
                    <a:pt x="53" y="111"/>
                    <a:pt x="52" y="110"/>
                  </a:cubicBezTo>
                  <a:cubicBezTo>
                    <a:pt x="52" y="110"/>
                    <a:pt x="50" y="110"/>
                    <a:pt x="49" y="109"/>
                  </a:cubicBezTo>
                  <a:cubicBezTo>
                    <a:pt x="49" y="109"/>
                    <a:pt x="47" y="108"/>
                    <a:pt x="46" y="108"/>
                  </a:cubicBezTo>
                  <a:cubicBezTo>
                    <a:pt x="45" y="108"/>
                    <a:pt x="44" y="107"/>
                    <a:pt x="43" y="107"/>
                  </a:cubicBezTo>
                  <a:cubicBezTo>
                    <a:pt x="42" y="107"/>
                    <a:pt x="41" y="108"/>
                    <a:pt x="40" y="108"/>
                  </a:cubicBezTo>
                  <a:cubicBezTo>
                    <a:pt x="39" y="109"/>
                    <a:pt x="36" y="108"/>
                    <a:pt x="35" y="108"/>
                  </a:cubicBezTo>
                  <a:cubicBezTo>
                    <a:pt x="35" y="108"/>
                    <a:pt x="34" y="108"/>
                    <a:pt x="34" y="107"/>
                  </a:cubicBezTo>
                  <a:cubicBezTo>
                    <a:pt x="34" y="107"/>
                    <a:pt x="34" y="106"/>
                    <a:pt x="34" y="106"/>
                  </a:cubicBezTo>
                  <a:cubicBezTo>
                    <a:pt x="34" y="105"/>
                    <a:pt x="34" y="103"/>
                    <a:pt x="33" y="102"/>
                  </a:cubicBezTo>
                  <a:cubicBezTo>
                    <a:pt x="33" y="102"/>
                    <a:pt x="33" y="101"/>
                    <a:pt x="33" y="100"/>
                  </a:cubicBezTo>
                  <a:cubicBezTo>
                    <a:pt x="33" y="100"/>
                    <a:pt x="33" y="98"/>
                    <a:pt x="33" y="98"/>
                  </a:cubicBezTo>
                  <a:cubicBezTo>
                    <a:pt x="33" y="97"/>
                    <a:pt x="32" y="96"/>
                    <a:pt x="31" y="96"/>
                  </a:cubicBezTo>
                  <a:cubicBezTo>
                    <a:pt x="31" y="95"/>
                    <a:pt x="29" y="95"/>
                    <a:pt x="29" y="94"/>
                  </a:cubicBezTo>
                  <a:cubicBezTo>
                    <a:pt x="29" y="94"/>
                    <a:pt x="28" y="93"/>
                    <a:pt x="28" y="92"/>
                  </a:cubicBezTo>
                  <a:cubicBezTo>
                    <a:pt x="28" y="91"/>
                    <a:pt x="27" y="89"/>
                    <a:pt x="27" y="88"/>
                  </a:cubicBezTo>
                  <a:cubicBezTo>
                    <a:pt x="27" y="87"/>
                    <a:pt x="26" y="84"/>
                    <a:pt x="25" y="83"/>
                  </a:cubicBezTo>
                  <a:cubicBezTo>
                    <a:pt x="25" y="82"/>
                    <a:pt x="24" y="81"/>
                    <a:pt x="24" y="81"/>
                  </a:cubicBezTo>
                  <a:cubicBezTo>
                    <a:pt x="23" y="80"/>
                    <a:pt x="23" y="79"/>
                    <a:pt x="22" y="78"/>
                  </a:cubicBezTo>
                  <a:cubicBezTo>
                    <a:pt x="22" y="77"/>
                    <a:pt x="22" y="75"/>
                    <a:pt x="22" y="74"/>
                  </a:cubicBezTo>
                  <a:cubicBezTo>
                    <a:pt x="22" y="74"/>
                    <a:pt x="22" y="72"/>
                    <a:pt x="22" y="72"/>
                  </a:cubicBezTo>
                  <a:cubicBezTo>
                    <a:pt x="21" y="71"/>
                    <a:pt x="21" y="69"/>
                    <a:pt x="21" y="67"/>
                  </a:cubicBezTo>
                  <a:cubicBezTo>
                    <a:pt x="20" y="67"/>
                    <a:pt x="19" y="65"/>
                    <a:pt x="19" y="64"/>
                  </a:cubicBezTo>
                  <a:cubicBezTo>
                    <a:pt x="19" y="63"/>
                    <a:pt x="19" y="61"/>
                    <a:pt x="19" y="60"/>
                  </a:cubicBezTo>
                  <a:cubicBezTo>
                    <a:pt x="20" y="60"/>
                    <a:pt x="21" y="60"/>
                    <a:pt x="21" y="60"/>
                  </a:cubicBezTo>
                  <a:cubicBezTo>
                    <a:pt x="22" y="60"/>
                    <a:pt x="23" y="60"/>
                    <a:pt x="23" y="60"/>
                  </a:cubicBezTo>
                  <a:cubicBezTo>
                    <a:pt x="23" y="59"/>
                    <a:pt x="23" y="59"/>
                    <a:pt x="23" y="58"/>
                  </a:cubicBezTo>
                  <a:cubicBezTo>
                    <a:pt x="23" y="58"/>
                    <a:pt x="23" y="57"/>
                    <a:pt x="23" y="57"/>
                  </a:cubicBezTo>
                  <a:cubicBezTo>
                    <a:pt x="22" y="56"/>
                    <a:pt x="21" y="56"/>
                    <a:pt x="21" y="55"/>
                  </a:cubicBezTo>
                  <a:cubicBezTo>
                    <a:pt x="20" y="55"/>
                    <a:pt x="20" y="54"/>
                    <a:pt x="20" y="53"/>
                  </a:cubicBezTo>
                  <a:cubicBezTo>
                    <a:pt x="20" y="53"/>
                    <a:pt x="20" y="52"/>
                    <a:pt x="20" y="51"/>
                  </a:cubicBezTo>
                  <a:cubicBezTo>
                    <a:pt x="20" y="51"/>
                    <a:pt x="22" y="51"/>
                    <a:pt x="22" y="51"/>
                  </a:cubicBezTo>
                  <a:cubicBezTo>
                    <a:pt x="23" y="51"/>
                    <a:pt x="24" y="50"/>
                    <a:pt x="24" y="49"/>
                  </a:cubicBezTo>
                  <a:cubicBezTo>
                    <a:pt x="24" y="49"/>
                    <a:pt x="24" y="48"/>
                    <a:pt x="24" y="48"/>
                  </a:cubicBezTo>
                  <a:cubicBezTo>
                    <a:pt x="23" y="47"/>
                    <a:pt x="21" y="48"/>
                    <a:pt x="20" y="47"/>
                  </a:cubicBezTo>
                  <a:cubicBezTo>
                    <a:pt x="19" y="47"/>
                    <a:pt x="17" y="47"/>
                    <a:pt x="16" y="47"/>
                  </a:cubicBezTo>
                  <a:cubicBezTo>
                    <a:pt x="15" y="48"/>
                    <a:pt x="14" y="47"/>
                    <a:pt x="13" y="48"/>
                  </a:cubicBezTo>
                  <a:cubicBezTo>
                    <a:pt x="12" y="48"/>
                    <a:pt x="12" y="49"/>
                    <a:pt x="11" y="50"/>
                  </a:cubicBezTo>
                  <a:cubicBezTo>
                    <a:pt x="10" y="50"/>
                    <a:pt x="9" y="50"/>
                    <a:pt x="8" y="50"/>
                  </a:cubicBezTo>
                  <a:cubicBezTo>
                    <a:pt x="7" y="49"/>
                    <a:pt x="7" y="48"/>
                    <a:pt x="7" y="48"/>
                  </a:cubicBezTo>
                  <a:cubicBezTo>
                    <a:pt x="7" y="48"/>
                    <a:pt x="7" y="47"/>
                    <a:pt x="7" y="47"/>
                  </a:cubicBezTo>
                  <a:cubicBezTo>
                    <a:pt x="7" y="46"/>
                    <a:pt x="8" y="46"/>
                    <a:pt x="9" y="46"/>
                  </a:cubicBezTo>
                  <a:cubicBezTo>
                    <a:pt x="9" y="46"/>
                    <a:pt x="10" y="45"/>
                    <a:pt x="10" y="45"/>
                  </a:cubicBezTo>
                  <a:cubicBezTo>
                    <a:pt x="10" y="44"/>
                    <a:pt x="9" y="42"/>
                    <a:pt x="9" y="42"/>
                  </a:cubicBezTo>
                  <a:cubicBezTo>
                    <a:pt x="8" y="41"/>
                    <a:pt x="7" y="41"/>
                    <a:pt x="7" y="40"/>
                  </a:cubicBezTo>
                  <a:cubicBezTo>
                    <a:pt x="6" y="40"/>
                    <a:pt x="5" y="40"/>
                    <a:pt x="5" y="40"/>
                  </a:cubicBezTo>
                  <a:cubicBezTo>
                    <a:pt x="4" y="40"/>
                    <a:pt x="4" y="39"/>
                    <a:pt x="4" y="39"/>
                  </a:cubicBezTo>
                  <a:cubicBezTo>
                    <a:pt x="3" y="38"/>
                    <a:pt x="2" y="38"/>
                    <a:pt x="1" y="37"/>
                  </a:cubicBezTo>
                  <a:cubicBezTo>
                    <a:pt x="1" y="37"/>
                    <a:pt x="1" y="36"/>
                    <a:pt x="0" y="36"/>
                  </a:cubicBezTo>
                  <a:cubicBezTo>
                    <a:pt x="0" y="35"/>
                    <a:pt x="0" y="35"/>
                    <a:pt x="0" y="34"/>
                  </a:cubicBezTo>
                  <a:cubicBezTo>
                    <a:pt x="0" y="34"/>
                    <a:pt x="1" y="33"/>
                    <a:pt x="1" y="33"/>
                  </a:cubicBezTo>
                  <a:cubicBezTo>
                    <a:pt x="1" y="33"/>
                    <a:pt x="2" y="33"/>
                    <a:pt x="2" y="32"/>
                  </a:cubicBezTo>
                  <a:cubicBezTo>
                    <a:pt x="3" y="32"/>
                    <a:pt x="3" y="31"/>
                    <a:pt x="3" y="31"/>
                  </a:cubicBezTo>
                  <a:cubicBezTo>
                    <a:pt x="4" y="30"/>
                    <a:pt x="4" y="29"/>
                    <a:pt x="4" y="28"/>
                  </a:cubicBezTo>
                  <a:cubicBezTo>
                    <a:pt x="4" y="27"/>
                    <a:pt x="5" y="26"/>
                    <a:pt x="5" y="26"/>
                  </a:cubicBezTo>
                  <a:cubicBezTo>
                    <a:pt x="5" y="25"/>
                    <a:pt x="6" y="25"/>
                    <a:pt x="6" y="24"/>
                  </a:cubicBezTo>
                  <a:cubicBezTo>
                    <a:pt x="7" y="24"/>
                    <a:pt x="8" y="24"/>
                    <a:pt x="9" y="23"/>
                  </a:cubicBezTo>
                  <a:cubicBezTo>
                    <a:pt x="10" y="23"/>
                    <a:pt x="11" y="23"/>
                    <a:pt x="11" y="23"/>
                  </a:cubicBezTo>
                  <a:cubicBezTo>
                    <a:pt x="12" y="22"/>
                    <a:pt x="11" y="21"/>
                    <a:pt x="11" y="20"/>
                  </a:cubicBezTo>
                  <a:cubicBezTo>
                    <a:pt x="11" y="20"/>
                    <a:pt x="11" y="19"/>
                    <a:pt x="11" y="18"/>
                  </a:cubicBezTo>
                  <a:cubicBezTo>
                    <a:pt x="12" y="17"/>
                    <a:pt x="13" y="16"/>
                    <a:pt x="14" y="16"/>
                  </a:cubicBezTo>
                  <a:cubicBezTo>
                    <a:pt x="14" y="16"/>
                    <a:pt x="15" y="16"/>
                    <a:pt x="16" y="16"/>
                  </a:cubicBezTo>
                  <a:cubicBezTo>
                    <a:pt x="16" y="17"/>
                    <a:pt x="17" y="17"/>
                    <a:pt x="18" y="18"/>
                  </a:cubicBezTo>
                  <a:cubicBezTo>
                    <a:pt x="18" y="18"/>
                    <a:pt x="19" y="18"/>
                    <a:pt x="20" y="18"/>
                  </a:cubicBezTo>
                  <a:cubicBezTo>
                    <a:pt x="21" y="17"/>
                    <a:pt x="22" y="17"/>
                    <a:pt x="22" y="16"/>
                  </a:cubicBezTo>
                  <a:cubicBezTo>
                    <a:pt x="23" y="16"/>
                    <a:pt x="23" y="16"/>
                    <a:pt x="24" y="15"/>
                  </a:cubicBezTo>
                  <a:cubicBezTo>
                    <a:pt x="24" y="15"/>
                    <a:pt x="24" y="15"/>
                    <a:pt x="24" y="1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9" name="Freeform 148"/>
            <p:cNvSpPr>
              <a:spLocks/>
            </p:cNvSpPr>
            <p:nvPr/>
          </p:nvSpPr>
          <p:spPr bwMode="auto">
            <a:xfrm>
              <a:off x="1335088" y="1947863"/>
              <a:ext cx="85725" cy="90488"/>
            </a:xfrm>
            <a:custGeom>
              <a:avLst/>
              <a:gdLst/>
              <a:ahLst/>
              <a:cxnLst>
                <a:cxn ang="0">
                  <a:pos x="15" y="0"/>
                </a:cxn>
                <a:cxn ang="0">
                  <a:pos x="16" y="1"/>
                </a:cxn>
                <a:cxn ang="0">
                  <a:pos x="21" y="1"/>
                </a:cxn>
                <a:cxn ang="0">
                  <a:pos x="24" y="0"/>
                </a:cxn>
                <a:cxn ang="0">
                  <a:pos x="27" y="1"/>
                </a:cxn>
                <a:cxn ang="0">
                  <a:pos x="30" y="2"/>
                </a:cxn>
                <a:cxn ang="0">
                  <a:pos x="33" y="3"/>
                </a:cxn>
                <a:cxn ang="0">
                  <a:pos x="33" y="5"/>
                </a:cxn>
                <a:cxn ang="0">
                  <a:pos x="31" y="6"/>
                </a:cxn>
                <a:cxn ang="0">
                  <a:pos x="29" y="6"/>
                </a:cxn>
                <a:cxn ang="0">
                  <a:pos x="27" y="7"/>
                </a:cxn>
                <a:cxn ang="0">
                  <a:pos x="28" y="10"/>
                </a:cxn>
                <a:cxn ang="0">
                  <a:pos x="28" y="12"/>
                </a:cxn>
                <a:cxn ang="0">
                  <a:pos x="30" y="13"/>
                </a:cxn>
                <a:cxn ang="0">
                  <a:pos x="33" y="14"/>
                </a:cxn>
                <a:cxn ang="0">
                  <a:pos x="34" y="18"/>
                </a:cxn>
                <a:cxn ang="0">
                  <a:pos x="35" y="19"/>
                </a:cxn>
                <a:cxn ang="0">
                  <a:pos x="36" y="21"/>
                </a:cxn>
                <a:cxn ang="0">
                  <a:pos x="36" y="25"/>
                </a:cxn>
                <a:cxn ang="0">
                  <a:pos x="37" y="28"/>
                </a:cxn>
                <a:cxn ang="0">
                  <a:pos x="39" y="33"/>
                </a:cxn>
                <a:cxn ang="0">
                  <a:pos x="43" y="38"/>
                </a:cxn>
                <a:cxn ang="0">
                  <a:pos x="45" y="39"/>
                </a:cxn>
                <a:cxn ang="0">
                  <a:pos x="46" y="40"/>
                </a:cxn>
                <a:cxn ang="0">
                  <a:pos x="45" y="40"/>
                </a:cxn>
                <a:cxn ang="0">
                  <a:pos x="44" y="43"/>
                </a:cxn>
                <a:cxn ang="0">
                  <a:pos x="45" y="46"/>
                </a:cxn>
                <a:cxn ang="0">
                  <a:pos x="45" y="48"/>
                </a:cxn>
                <a:cxn ang="0">
                  <a:pos x="42" y="47"/>
                </a:cxn>
                <a:cxn ang="0">
                  <a:pos x="39" y="45"/>
                </a:cxn>
                <a:cxn ang="0">
                  <a:pos x="37" y="43"/>
                </a:cxn>
                <a:cxn ang="0">
                  <a:pos x="36" y="40"/>
                </a:cxn>
                <a:cxn ang="0">
                  <a:pos x="34" y="39"/>
                </a:cxn>
                <a:cxn ang="0">
                  <a:pos x="32" y="38"/>
                </a:cxn>
                <a:cxn ang="0">
                  <a:pos x="31" y="37"/>
                </a:cxn>
                <a:cxn ang="0">
                  <a:pos x="31" y="37"/>
                </a:cxn>
                <a:cxn ang="0">
                  <a:pos x="30" y="36"/>
                </a:cxn>
                <a:cxn ang="0">
                  <a:pos x="31" y="36"/>
                </a:cxn>
                <a:cxn ang="0">
                  <a:pos x="33" y="35"/>
                </a:cxn>
                <a:cxn ang="0">
                  <a:pos x="33" y="34"/>
                </a:cxn>
                <a:cxn ang="0">
                  <a:pos x="31" y="34"/>
                </a:cxn>
                <a:cxn ang="0">
                  <a:pos x="28" y="34"/>
                </a:cxn>
                <a:cxn ang="0">
                  <a:pos x="25" y="34"/>
                </a:cxn>
                <a:cxn ang="0">
                  <a:pos x="21" y="32"/>
                </a:cxn>
                <a:cxn ang="0">
                  <a:pos x="14" y="30"/>
                </a:cxn>
                <a:cxn ang="0">
                  <a:pos x="4" y="23"/>
                </a:cxn>
                <a:cxn ang="0">
                  <a:pos x="3" y="22"/>
                </a:cxn>
                <a:cxn ang="0">
                  <a:pos x="4" y="20"/>
                </a:cxn>
                <a:cxn ang="0">
                  <a:pos x="3" y="17"/>
                </a:cxn>
                <a:cxn ang="0">
                  <a:pos x="1" y="14"/>
                </a:cxn>
                <a:cxn ang="0">
                  <a:pos x="1" y="12"/>
                </a:cxn>
                <a:cxn ang="0">
                  <a:pos x="2" y="12"/>
                </a:cxn>
                <a:cxn ang="0">
                  <a:pos x="5" y="12"/>
                </a:cxn>
                <a:cxn ang="0">
                  <a:pos x="6" y="10"/>
                </a:cxn>
                <a:cxn ang="0">
                  <a:pos x="8" y="8"/>
                </a:cxn>
                <a:cxn ang="0">
                  <a:pos x="11" y="6"/>
                </a:cxn>
                <a:cxn ang="0">
                  <a:pos x="13" y="4"/>
                </a:cxn>
                <a:cxn ang="0">
                  <a:pos x="13" y="1"/>
                </a:cxn>
                <a:cxn ang="0">
                  <a:pos x="15" y="0"/>
                </a:cxn>
                <a:cxn ang="0">
                  <a:pos x="15" y="0"/>
                </a:cxn>
              </a:cxnLst>
              <a:rect l="0" t="0" r="r" b="b"/>
              <a:pathLst>
                <a:path w="46" h="48">
                  <a:moveTo>
                    <a:pt x="15" y="0"/>
                  </a:moveTo>
                  <a:cubicBezTo>
                    <a:pt x="15" y="1"/>
                    <a:pt x="16" y="1"/>
                    <a:pt x="16" y="1"/>
                  </a:cubicBezTo>
                  <a:cubicBezTo>
                    <a:pt x="17" y="1"/>
                    <a:pt x="20" y="2"/>
                    <a:pt x="21" y="1"/>
                  </a:cubicBezTo>
                  <a:cubicBezTo>
                    <a:pt x="22" y="1"/>
                    <a:pt x="23" y="0"/>
                    <a:pt x="24" y="0"/>
                  </a:cubicBezTo>
                  <a:cubicBezTo>
                    <a:pt x="25" y="0"/>
                    <a:pt x="26" y="1"/>
                    <a:pt x="27" y="1"/>
                  </a:cubicBezTo>
                  <a:cubicBezTo>
                    <a:pt x="28" y="1"/>
                    <a:pt x="30" y="2"/>
                    <a:pt x="30" y="2"/>
                  </a:cubicBezTo>
                  <a:cubicBezTo>
                    <a:pt x="31" y="3"/>
                    <a:pt x="33" y="3"/>
                    <a:pt x="33" y="3"/>
                  </a:cubicBezTo>
                  <a:cubicBezTo>
                    <a:pt x="34" y="4"/>
                    <a:pt x="33" y="4"/>
                    <a:pt x="33" y="5"/>
                  </a:cubicBezTo>
                  <a:cubicBezTo>
                    <a:pt x="33" y="5"/>
                    <a:pt x="32" y="5"/>
                    <a:pt x="31" y="6"/>
                  </a:cubicBezTo>
                  <a:cubicBezTo>
                    <a:pt x="30" y="6"/>
                    <a:pt x="29" y="6"/>
                    <a:pt x="29" y="6"/>
                  </a:cubicBezTo>
                  <a:cubicBezTo>
                    <a:pt x="28" y="6"/>
                    <a:pt x="27" y="7"/>
                    <a:pt x="27" y="7"/>
                  </a:cubicBezTo>
                  <a:cubicBezTo>
                    <a:pt x="27" y="8"/>
                    <a:pt x="28" y="9"/>
                    <a:pt x="28" y="10"/>
                  </a:cubicBezTo>
                  <a:cubicBezTo>
                    <a:pt x="28" y="10"/>
                    <a:pt x="28" y="11"/>
                    <a:pt x="28" y="12"/>
                  </a:cubicBezTo>
                  <a:cubicBezTo>
                    <a:pt x="28" y="12"/>
                    <a:pt x="30" y="12"/>
                    <a:pt x="30" y="13"/>
                  </a:cubicBezTo>
                  <a:cubicBezTo>
                    <a:pt x="31" y="13"/>
                    <a:pt x="32" y="13"/>
                    <a:pt x="33" y="14"/>
                  </a:cubicBezTo>
                  <a:cubicBezTo>
                    <a:pt x="33" y="14"/>
                    <a:pt x="34" y="17"/>
                    <a:pt x="34" y="18"/>
                  </a:cubicBezTo>
                  <a:cubicBezTo>
                    <a:pt x="34" y="18"/>
                    <a:pt x="34" y="19"/>
                    <a:pt x="35" y="19"/>
                  </a:cubicBezTo>
                  <a:cubicBezTo>
                    <a:pt x="35" y="20"/>
                    <a:pt x="36" y="21"/>
                    <a:pt x="36" y="21"/>
                  </a:cubicBezTo>
                  <a:cubicBezTo>
                    <a:pt x="36" y="22"/>
                    <a:pt x="36" y="24"/>
                    <a:pt x="36" y="25"/>
                  </a:cubicBezTo>
                  <a:cubicBezTo>
                    <a:pt x="36" y="26"/>
                    <a:pt x="37" y="27"/>
                    <a:pt x="37" y="28"/>
                  </a:cubicBezTo>
                  <a:cubicBezTo>
                    <a:pt x="38" y="29"/>
                    <a:pt x="39" y="32"/>
                    <a:pt x="39" y="33"/>
                  </a:cubicBezTo>
                  <a:cubicBezTo>
                    <a:pt x="40" y="34"/>
                    <a:pt x="42" y="37"/>
                    <a:pt x="43" y="38"/>
                  </a:cubicBezTo>
                  <a:cubicBezTo>
                    <a:pt x="43" y="38"/>
                    <a:pt x="44" y="39"/>
                    <a:pt x="45" y="39"/>
                  </a:cubicBezTo>
                  <a:cubicBezTo>
                    <a:pt x="45" y="39"/>
                    <a:pt x="45" y="39"/>
                    <a:pt x="46" y="40"/>
                  </a:cubicBezTo>
                  <a:cubicBezTo>
                    <a:pt x="45" y="40"/>
                    <a:pt x="45" y="40"/>
                    <a:pt x="45" y="40"/>
                  </a:cubicBezTo>
                  <a:cubicBezTo>
                    <a:pt x="45" y="41"/>
                    <a:pt x="44" y="42"/>
                    <a:pt x="44" y="43"/>
                  </a:cubicBezTo>
                  <a:cubicBezTo>
                    <a:pt x="44" y="44"/>
                    <a:pt x="45" y="45"/>
                    <a:pt x="45" y="46"/>
                  </a:cubicBezTo>
                  <a:cubicBezTo>
                    <a:pt x="45" y="46"/>
                    <a:pt x="45" y="47"/>
                    <a:pt x="45" y="48"/>
                  </a:cubicBezTo>
                  <a:cubicBezTo>
                    <a:pt x="44" y="48"/>
                    <a:pt x="43" y="47"/>
                    <a:pt x="42" y="47"/>
                  </a:cubicBezTo>
                  <a:cubicBezTo>
                    <a:pt x="41" y="46"/>
                    <a:pt x="40" y="46"/>
                    <a:pt x="39" y="45"/>
                  </a:cubicBezTo>
                  <a:cubicBezTo>
                    <a:pt x="38" y="45"/>
                    <a:pt x="38" y="44"/>
                    <a:pt x="37" y="43"/>
                  </a:cubicBezTo>
                  <a:cubicBezTo>
                    <a:pt x="37" y="42"/>
                    <a:pt x="36" y="41"/>
                    <a:pt x="36" y="40"/>
                  </a:cubicBezTo>
                  <a:cubicBezTo>
                    <a:pt x="35" y="40"/>
                    <a:pt x="34" y="39"/>
                    <a:pt x="34" y="39"/>
                  </a:cubicBezTo>
                  <a:cubicBezTo>
                    <a:pt x="33" y="39"/>
                    <a:pt x="33" y="38"/>
                    <a:pt x="32" y="38"/>
                  </a:cubicBezTo>
                  <a:cubicBezTo>
                    <a:pt x="32" y="38"/>
                    <a:pt x="31" y="38"/>
                    <a:pt x="31" y="37"/>
                  </a:cubicBezTo>
                  <a:cubicBezTo>
                    <a:pt x="31" y="37"/>
                    <a:pt x="31" y="37"/>
                    <a:pt x="31" y="37"/>
                  </a:cubicBezTo>
                  <a:cubicBezTo>
                    <a:pt x="31" y="37"/>
                    <a:pt x="30" y="36"/>
                    <a:pt x="30" y="36"/>
                  </a:cubicBezTo>
                  <a:cubicBezTo>
                    <a:pt x="30" y="36"/>
                    <a:pt x="31" y="36"/>
                    <a:pt x="31" y="36"/>
                  </a:cubicBezTo>
                  <a:cubicBezTo>
                    <a:pt x="32" y="36"/>
                    <a:pt x="33" y="35"/>
                    <a:pt x="33" y="35"/>
                  </a:cubicBezTo>
                  <a:cubicBezTo>
                    <a:pt x="33" y="35"/>
                    <a:pt x="33" y="34"/>
                    <a:pt x="33" y="34"/>
                  </a:cubicBezTo>
                  <a:cubicBezTo>
                    <a:pt x="33" y="33"/>
                    <a:pt x="31" y="34"/>
                    <a:pt x="31" y="34"/>
                  </a:cubicBezTo>
                  <a:cubicBezTo>
                    <a:pt x="30" y="34"/>
                    <a:pt x="28" y="34"/>
                    <a:pt x="28" y="34"/>
                  </a:cubicBezTo>
                  <a:cubicBezTo>
                    <a:pt x="27" y="34"/>
                    <a:pt x="25" y="34"/>
                    <a:pt x="25" y="34"/>
                  </a:cubicBezTo>
                  <a:cubicBezTo>
                    <a:pt x="24" y="34"/>
                    <a:pt x="22" y="33"/>
                    <a:pt x="21" y="32"/>
                  </a:cubicBezTo>
                  <a:cubicBezTo>
                    <a:pt x="19" y="32"/>
                    <a:pt x="16" y="31"/>
                    <a:pt x="14" y="30"/>
                  </a:cubicBezTo>
                  <a:cubicBezTo>
                    <a:pt x="11" y="28"/>
                    <a:pt x="7" y="25"/>
                    <a:pt x="4" y="23"/>
                  </a:cubicBezTo>
                  <a:cubicBezTo>
                    <a:pt x="4" y="23"/>
                    <a:pt x="4" y="23"/>
                    <a:pt x="3" y="22"/>
                  </a:cubicBezTo>
                  <a:cubicBezTo>
                    <a:pt x="3" y="22"/>
                    <a:pt x="4" y="21"/>
                    <a:pt x="4" y="20"/>
                  </a:cubicBezTo>
                  <a:cubicBezTo>
                    <a:pt x="4" y="19"/>
                    <a:pt x="3" y="18"/>
                    <a:pt x="3" y="17"/>
                  </a:cubicBezTo>
                  <a:cubicBezTo>
                    <a:pt x="2" y="16"/>
                    <a:pt x="1" y="15"/>
                    <a:pt x="1" y="14"/>
                  </a:cubicBezTo>
                  <a:cubicBezTo>
                    <a:pt x="1" y="14"/>
                    <a:pt x="0" y="13"/>
                    <a:pt x="1" y="12"/>
                  </a:cubicBezTo>
                  <a:cubicBezTo>
                    <a:pt x="1" y="12"/>
                    <a:pt x="2" y="12"/>
                    <a:pt x="2" y="12"/>
                  </a:cubicBezTo>
                  <a:cubicBezTo>
                    <a:pt x="3" y="11"/>
                    <a:pt x="4" y="12"/>
                    <a:pt x="5" y="12"/>
                  </a:cubicBezTo>
                  <a:cubicBezTo>
                    <a:pt x="5" y="11"/>
                    <a:pt x="6" y="10"/>
                    <a:pt x="6" y="10"/>
                  </a:cubicBezTo>
                  <a:cubicBezTo>
                    <a:pt x="7" y="9"/>
                    <a:pt x="8" y="8"/>
                    <a:pt x="8" y="8"/>
                  </a:cubicBezTo>
                  <a:cubicBezTo>
                    <a:pt x="9" y="8"/>
                    <a:pt x="11" y="7"/>
                    <a:pt x="11" y="6"/>
                  </a:cubicBezTo>
                  <a:cubicBezTo>
                    <a:pt x="12" y="6"/>
                    <a:pt x="12" y="4"/>
                    <a:pt x="13" y="4"/>
                  </a:cubicBezTo>
                  <a:cubicBezTo>
                    <a:pt x="13" y="3"/>
                    <a:pt x="12" y="2"/>
                    <a:pt x="13" y="1"/>
                  </a:cubicBezTo>
                  <a:cubicBezTo>
                    <a:pt x="13" y="1"/>
                    <a:pt x="14" y="0"/>
                    <a:pt x="15" y="0"/>
                  </a:cubicBezTo>
                  <a:cubicBezTo>
                    <a:pt x="15" y="0"/>
                    <a:pt x="15" y="0"/>
                    <a:pt x="15"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0" name="Freeform 149"/>
            <p:cNvSpPr>
              <a:spLocks/>
            </p:cNvSpPr>
            <p:nvPr/>
          </p:nvSpPr>
          <p:spPr bwMode="auto">
            <a:xfrm>
              <a:off x="1358901" y="2060576"/>
              <a:ext cx="92075" cy="61913"/>
            </a:xfrm>
            <a:custGeom>
              <a:avLst/>
              <a:gdLst/>
              <a:ahLst/>
              <a:cxnLst>
                <a:cxn ang="0">
                  <a:pos x="6" y="13"/>
                </a:cxn>
                <a:cxn ang="0">
                  <a:pos x="4" y="13"/>
                </a:cxn>
                <a:cxn ang="0">
                  <a:pos x="2" y="11"/>
                </a:cxn>
                <a:cxn ang="0">
                  <a:pos x="0" y="8"/>
                </a:cxn>
                <a:cxn ang="0">
                  <a:pos x="0" y="6"/>
                </a:cxn>
                <a:cxn ang="0">
                  <a:pos x="0" y="5"/>
                </a:cxn>
                <a:cxn ang="0">
                  <a:pos x="3" y="4"/>
                </a:cxn>
                <a:cxn ang="0">
                  <a:pos x="6" y="3"/>
                </a:cxn>
                <a:cxn ang="0">
                  <a:pos x="8" y="2"/>
                </a:cxn>
                <a:cxn ang="0">
                  <a:pos x="13" y="2"/>
                </a:cxn>
                <a:cxn ang="0">
                  <a:pos x="19" y="1"/>
                </a:cxn>
                <a:cxn ang="0">
                  <a:pos x="23" y="0"/>
                </a:cxn>
                <a:cxn ang="0">
                  <a:pos x="26" y="0"/>
                </a:cxn>
                <a:cxn ang="0">
                  <a:pos x="28" y="0"/>
                </a:cxn>
                <a:cxn ang="0">
                  <a:pos x="28" y="2"/>
                </a:cxn>
                <a:cxn ang="0">
                  <a:pos x="29" y="5"/>
                </a:cxn>
                <a:cxn ang="0">
                  <a:pos x="30" y="7"/>
                </a:cxn>
                <a:cxn ang="0">
                  <a:pos x="34" y="7"/>
                </a:cxn>
                <a:cxn ang="0">
                  <a:pos x="35" y="5"/>
                </a:cxn>
                <a:cxn ang="0">
                  <a:pos x="36" y="3"/>
                </a:cxn>
                <a:cxn ang="0">
                  <a:pos x="37" y="0"/>
                </a:cxn>
                <a:cxn ang="0">
                  <a:pos x="39" y="0"/>
                </a:cxn>
                <a:cxn ang="0">
                  <a:pos x="41" y="0"/>
                </a:cxn>
                <a:cxn ang="0">
                  <a:pos x="44" y="0"/>
                </a:cxn>
                <a:cxn ang="0">
                  <a:pos x="45" y="1"/>
                </a:cxn>
                <a:cxn ang="0">
                  <a:pos x="45" y="3"/>
                </a:cxn>
                <a:cxn ang="0">
                  <a:pos x="44" y="6"/>
                </a:cxn>
                <a:cxn ang="0">
                  <a:pos x="44" y="9"/>
                </a:cxn>
                <a:cxn ang="0">
                  <a:pos x="45" y="9"/>
                </a:cxn>
                <a:cxn ang="0">
                  <a:pos x="44" y="10"/>
                </a:cxn>
                <a:cxn ang="0">
                  <a:pos x="43" y="13"/>
                </a:cxn>
                <a:cxn ang="0">
                  <a:pos x="45" y="16"/>
                </a:cxn>
                <a:cxn ang="0">
                  <a:pos x="47" y="20"/>
                </a:cxn>
                <a:cxn ang="0">
                  <a:pos x="49" y="27"/>
                </a:cxn>
                <a:cxn ang="0">
                  <a:pos x="48" y="30"/>
                </a:cxn>
                <a:cxn ang="0">
                  <a:pos x="45" y="32"/>
                </a:cxn>
                <a:cxn ang="0">
                  <a:pos x="44" y="32"/>
                </a:cxn>
                <a:cxn ang="0">
                  <a:pos x="42" y="33"/>
                </a:cxn>
                <a:cxn ang="0">
                  <a:pos x="40" y="32"/>
                </a:cxn>
                <a:cxn ang="0">
                  <a:pos x="38" y="31"/>
                </a:cxn>
                <a:cxn ang="0">
                  <a:pos x="36" y="30"/>
                </a:cxn>
                <a:cxn ang="0">
                  <a:pos x="32" y="30"/>
                </a:cxn>
                <a:cxn ang="0">
                  <a:pos x="30" y="29"/>
                </a:cxn>
                <a:cxn ang="0">
                  <a:pos x="28" y="27"/>
                </a:cxn>
                <a:cxn ang="0">
                  <a:pos x="26" y="26"/>
                </a:cxn>
                <a:cxn ang="0">
                  <a:pos x="24" y="24"/>
                </a:cxn>
                <a:cxn ang="0">
                  <a:pos x="21" y="23"/>
                </a:cxn>
                <a:cxn ang="0">
                  <a:pos x="19" y="20"/>
                </a:cxn>
                <a:cxn ang="0">
                  <a:pos x="18" y="20"/>
                </a:cxn>
                <a:cxn ang="0">
                  <a:pos x="15" y="21"/>
                </a:cxn>
                <a:cxn ang="0">
                  <a:pos x="13" y="19"/>
                </a:cxn>
                <a:cxn ang="0">
                  <a:pos x="13" y="16"/>
                </a:cxn>
                <a:cxn ang="0">
                  <a:pos x="12" y="14"/>
                </a:cxn>
                <a:cxn ang="0">
                  <a:pos x="7" y="12"/>
                </a:cxn>
                <a:cxn ang="0">
                  <a:pos x="6" y="13"/>
                </a:cxn>
              </a:cxnLst>
              <a:rect l="0" t="0" r="r" b="b"/>
              <a:pathLst>
                <a:path w="49" h="33">
                  <a:moveTo>
                    <a:pt x="6" y="13"/>
                  </a:moveTo>
                  <a:cubicBezTo>
                    <a:pt x="5" y="13"/>
                    <a:pt x="4" y="13"/>
                    <a:pt x="4" y="13"/>
                  </a:cubicBezTo>
                  <a:cubicBezTo>
                    <a:pt x="3" y="13"/>
                    <a:pt x="3" y="12"/>
                    <a:pt x="2" y="11"/>
                  </a:cubicBezTo>
                  <a:cubicBezTo>
                    <a:pt x="2" y="10"/>
                    <a:pt x="1" y="9"/>
                    <a:pt x="0" y="8"/>
                  </a:cubicBezTo>
                  <a:cubicBezTo>
                    <a:pt x="0" y="8"/>
                    <a:pt x="0" y="7"/>
                    <a:pt x="0" y="6"/>
                  </a:cubicBezTo>
                  <a:cubicBezTo>
                    <a:pt x="0" y="6"/>
                    <a:pt x="0" y="5"/>
                    <a:pt x="0" y="5"/>
                  </a:cubicBezTo>
                  <a:cubicBezTo>
                    <a:pt x="1" y="4"/>
                    <a:pt x="2" y="4"/>
                    <a:pt x="3" y="4"/>
                  </a:cubicBezTo>
                  <a:cubicBezTo>
                    <a:pt x="3" y="3"/>
                    <a:pt x="5" y="3"/>
                    <a:pt x="6" y="3"/>
                  </a:cubicBezTo>
                  <a:cubicBezTo>
                    <a:pt x="7" y="3"/>
                    <a:pt x="8" y="2"/>
                    <a:pt x="8" y="2"/>
                  </a:cubicBezTo>
                  <a:cubicBezTo>
                    <a:pt x="10" y="2"/>
                    <a:pt x="12" y="2"/>
                    <a:pt x="13" y="2"/>
                  </a:cubicBezTo>
                  <a:cubicBezTo>
                    <a:pt x="15" y="2"/>
                    <a:pt x="18" y="1"/>
                    <a:pt x="19" y="1"/>
                  </a:cubicBezTo>
                  <a:cubicBezTo>
                    <a:pt x="20" y="1"/>
                    <a:pt x="22" y="0"/>
                    <a:pt x="23" y="0"/>
                  </a:cubicBezTo>
                  <a:cubicBezTo>
                    <a:pt x="23" y="0"/>
                    <a:pt x="25" y="0"/>
                    <a:pt x="26" y="0"/>
                  </a:cubicBezTo>
                  <a:cubicBezTo>
                    <a:pt x="26" y="0"/>
                    <a:pt x="27" y="0"/>
                    <a:pt x="28" y="0"/>
                  </a:cubicBezTo>
                  <a:cubicBezTo>
                    <a:pt x="28" y="1"/>
                    <a:pt x="28" y="2"/>
                    <a:pt x="28" y="2"/>
                  </a:cubicBezTo>
                  <a:cubicBezTo>
                    <a:pt x="28" y="3"/>
                    <a:pt x="28" y="5"/>
                    <a:pt x="29" y="5"/>
                  </a:cubicBezTo>
                  <a:cubicBezTo>
                    <a:pt x="29" y="6"/>
                    <a:pt x="30" y="7"/>
                    <a:pt x="30" y="7"/>
                  </a:cubicBezTo>
                  <a:cubicBezTo>
                    <a:pt x="31" y="8"/>
                    <a:pt x="33" y="8"/>
                    <a:pt x="34" y="7"/>
                  </a:cubicBezTo>
                  <a:cubicBezTo>
                    <a:pt x="35" y="7"/>
                    <a:pt x="34" y="5"/>
                    <a:pt x="35" y="5"/>
                  </a:cubicBezTo>
                  <a:cubicBezTo>
                    <a:pt x="35" y="4"/>
                    <a:pt x="36" y="4"/>
                    <a:pt x="36" y="3"/>
                  </a:cubicBezTo>
                  <a:cubicBezTo>
                    <a:pt x="36" y="2"/>
                    <a:pt x="36" y="0"/>
                    <a:pt x="37" y="0"/>
                  </a:cubicBezTo>
                  <a:cubicBezTo>
                    <a:pt x="37" y="0"/>
                    <a:pt x="38" y="0"/>
                    <a:pt x="39" y="0"/>
                  </a:cubicBezTo>
                  <a:cubicBezTo>
                    <a:pt x="39" y="1"/>
                    <a:pt x="40" y="0"/>
                    <a:pt x="41" y="0"/>
                  </a:cubicBezTo>
                  <a:cubicBezTo>
                    <a:pt x="41" y="0"/>
                    <a:pt x="43" y="0"/>
                    <a:pt x="44" y="0"/>
                  </a:cubicBezTo>
                  <a:cubicBezTo>
                    <a:pt x="44" y="0"/>
                    <a:pt x="45" y="1"/>
                    <a:pt x="45" y="1"/>
                  </a:cubicBezTo>
                  <a:cubicBezTo>
                    <a:pt x="45" y="2"/>
                    <a:pt x="45" y="3"/>
                    <a:pt x="45" y="3"/>
                  </a:cubicBezTo>
                  <a:cubicBezTo>
                    <a:pt x="45" y="4"/>
                    <a:pt x="44" y="6"/>
                    <a:pt x="44" y="6"/>
                  </a:cubicBezTo>
                  <a:cubicBezTo>
                    <a:pt x="44" y="7"/>
                    <a:pt x="44" y="8"/>
                    <a:pt x="44" y="9"/>
                  </a:cubicBezTo>
                  <a:cubicBezTo>
                    <a:pt x="44" y="9"/>
                    <a:pt x="44" y="9"/>
                    <a:pt x="45" y="9"/>
                  </a:cubicBezTo>
                  <a:cubicBezTo>
                    <a:pt x="44" y="10"/>
                    <a:pt x="44" y="10"/>
                    <a:pt x="44" y="10"/>
                  </a:cubicBezTo>
                  <a:cubicBezTo>
                    <a:pt x="44" y="11"/>
                    <a:pt x="43" y="12"/>
                    <a:pt x="43" y="13"/>
                  </a:cubicBezTo>
                  <a:cubicBezTo>
                    <a:pt x="43" y="14"/>
                    <a:pt x="45" y="15"/>
                    <a:pt x="45" y="16"/>
                  </a:cubicBezTo>
                  <a:cubicBezTo>
                    <a:pt x="46" y="17"/>
                    <a:pt x="47" y="19"/>
                    <a:pt x="47" y="20"/>
                  </a:cubicBezTo>
                  <a:cubicBezTo>
                    <a:pt x="48" y="22"/>
                    <a:pt x="49" y="25"/>
                    <a:pt x="49" y="27"/>
                  </a:cubicBezTo>
                  <a:cubicBezTo>
                    <a:pt x="49" y="28"/>
                    <a:pt x="48" y="29"/>
                    <a:pt x="48" y="30"/>
                  </a:cubicBezTo>
                  <a:cubicBezTo>
                    <a:pt x="47" y="31"/>
                    <a:pt x="46" y="32"/>
                    <a:pt x="45" y="32"/>
                  </a:cubicBezTo>
                  <a:cubicBezTo>
                    <a:pt x="45" y="32"/>
                    <a:pt x="45" y="32"/>
                    <a:pt x="44" y="32"/>
                  </a:cubicBezTo>
                  <a:cubicBezTo>
                    <a:pt x="44" y="32"/>
                    <a:pt x="43" y="33"/>
                    <a:pt x="42" y="33"/>
                  </a:cubicBezTo>
                  <a:cubicBezTo>
                    <a:pt x="42" y="33"/>
                    <a:pt x="40" y="32"/>
                    <a:pt x="40" y="32"/>
                  </a:cubicBezTo>
                  <a:cubicBezTo>
                    <a:pt x="39" y="31"/>
                    <a:pt x="38" y="31"/>
                    <a:pt x="38" y="31"/>
                  </a:cubicBezTo>
                  <a:cubicBezTo>
                    <a:pt x="37" y="31"/>
                    <a:pt x="36" y="31"/>
                    <a:pt x="36" y="30"/>
                  </a:cubicBezTo>
                  <a:cubicBezTo>
                    <a:pt x="35" y="30"/>
                    <a:pt x="33" y="31"/>
                    <a:pt x="32" y="30"/>
                  </a:cubicBezTo>
                  <a:cubicBezTo>
                    <a:pt x="32" y="30"/>
                    <a:pt x="31" y="30"/>
                    <a:pt x="30" y="29"/>
                  </a:cubicBezTo>
                  <a:cubicBezTo>
                    <a:pt x="30" y="29"/>
                    <a:pt x="28" y="28"/>
                    <a:pt x="28" y="27"/>
                  </a:cubicBezTo>
                  <a:cubicBezTo>
                    <a:pt x="27" y="27"/>
                    <a:pt x="27" y="26"/>
                    <a:pt x="26" y="26"/>
                  </a:cubicBezTo>
                  <a:cubicBezTo>
                    <a:pt x="26" y="26"/>
                    <a:pt x="25" y="25"/>
                    <a:pt x="24" y="24"/>
                  </a:cubicBezTo>
                  <a:cubicBezTo>
                    <a:pt x="24" y="24"/>
                    <a:pt x="22" y="23"/>
                    <a:pt x="21" y="23"/>
                  </a:cubicBezTo>
                  <a:cubicBezTo>
                    <a:pt x="20" y="22"/>
                    <a:pt x="20" y="21"/>
                    <a:pt x="19" y="20"/>
                  </a:cubicBezTo>
                  <a:cubicBezTo>
                    <a:pt x="19" y="20"/>
                    <a:pt x="18" y="20"/>
                    <a:pt x="18" y="20"/>
                  </a:cubicBezTo>
                  <a:cubicBezTo>
                    <a:pt x="17" y="20"/>
                    <a:pt x="16" y="21"/>
                    <a:pt x="15" y="21"/>
                  </a:cubicBezTo>
                  <a:cubicBezTo>
                    <a:pt x="14" y="21"/>
                    <a:pt x="13" y="19"/>
                    <a:pt x="13" y="19"/>
                  </a:cubicBezTo>
                  <a:cubicBezTo>
                    <a:pt x="12" y="18"/>
                    <a:pt x="13" y="17"/>
                    <a:pt x="13" y="16"/>
                  </a:cubicBezTo>
                  <a:cubicBezTo>
                    <a:pt x="13" y="15"/>
                    <a:pt x="12" y="14"/>
                    <a:pt x="12" y="14"/>
                  </a:cubicBezTo>
                  <a:cubicBezTo>
                    <a:pt x="11" y="13"/>
                    <a:pt x="8" y="12"/>
                    <a:pt x="7" y="12"/>
                  </a:cubicBezTo>
                  <a:cubicBezTo>
                    <a:pt x="7" y="12"/>
                    <a:pt x="6" y="12"/>
                    <a:pt x="6" y="1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1" name="Freeform 150"/>
            <p:cNvSpPr>
              <a:spLocks/>
            </p:cNvSpPr>
            <p:nvPr/>
          </p:nvSpPr>
          <p:spPr bwMode="auto">
            <a:xfrm>
              <a:off x="1439863" y="2054226"/>
              <a:ext cx="219075" cy="239713"/>
            </a:xfrm>
            <a:custGeom>
              <a:avLst/>
              <a:gdLst/>
              <a:ahLst/>
              <a:cxnLst>
                <a:cxn ang="0">
                  <a:pos x="33" y="83"/>
                </a:cxn>
                <a:cxn ang="0">
                  <a:pos x="35" y="75"/>
                </a:cxn>
                <a:cxn ang="0">
                  <a:pos x="40" y="68"/>
                </a:cxn>
                <a:cxn ang="0">
                  <a:pos x="36" y="61"/>
                </a:cxn>
                <a:cxn ang="0">
                  <a:pos x="29" y="55"/>
                </a:cxn>
                <a:cxn ang="0">
                  <a:pos x="23" y="61"/>
                </a:cxn>
                <a:cxn ang="0">
                  <a:pos x="14" y="61"/>
                </a:cxn>
                <a:cxn ang="0">
                  <a:pos x="7" y="64"/>
                </a:cxn>
                <a:cxn ang="0">
                  <a:pos x="3" y="63"/>
                </a:cxn>
                <a:cxn ang="0">
                  <a:pos x="7" y="58"/>
                </a:cxn>
                <a:cxn ang="0">
                  <a:pos x="9" y="53"/>
                </a:cxn>
                <a:cxn ang="0">
                  <a:pos x="4" y="42"/>
                </a:cxn>
                <a:cxn ang="0">
                  <a:pos x="1" y="35"/>
                </a:cxn>
                <a:cxn ang="0">
                  <a:pos x="6" y="30"/>
                </a:cxn>
                <a:cxn ang="0">
                  <a:pos x="0" y="16"/>
                </a:cxn>
                <a:cxn ang="0">
                  <a:pos x="2" y="12"/>
                </a:cxn>
                <a:cxn ang="0">
                  <a:pos x="7" y="7"/>
                </a:cxn>
                <a:cxn ang="0">
                  <a:pos x="10" y="0"/>
                </a:cxn>
                <a:cxn ang="0">
                  <a:pos x="16" y="2"/>
                </a:cxn>
                <a:cxn ang="0">
                  <a:pos x="21" y="2"/>
                </a:cxn>
                <a:cxn ang="0">
                  <a:pos x="27" y="8"/>
                </a:cxn>
                <a:cxn ang="0">
                  <a:pos x="34" y="11"/>
                </a:cxn>
                <a:cxn ang="0">
                  <a:pos x="42" y="15"/>
                </a:cxn>
                <a:cxn ang="0">
                  <a:pos x="49" y="19"/>
                </a:cxn>
                <a:cxn ang="0">
                  <a:pos x="63" y="15"/>
                </a:cxn>
                <a:cxn ang="0">
                  <a:pos x="71" y="10"/>
                </a:cxn>
                <a:cxn ang="0">
                  <a:pos x="78" y="5"/>
                </a:cxn>
                <a:cxn ang="0">
                  <a:pos x="86" y="4"/>
                </a:cxn>
                <a:cxn ang="0">
                  <a:pos x="90" y="8"/>
                </a:cxn>
                <a:cxn ang="0">
                  <a:pos x="98" y="11"/>
                </a:cxn>
                <a:cxn ang="0">
                  <a:pos x="105" y="14"/>
                </a:cxn>
                <a:cxn ang="0">
                  <a:pos x="108" y="19"/>
                </a:cxn>
                <a:cxn ang="0">
                  <a:pos x="111" y="25"/>
                </a:cxn>
                <a:cxn ang="0">
                  <a:pos x="116" y="28"/>
                </a:cxn>
                <a:cxn ang="0">
                  <a:pos x="110" y="34"/>
                </a:cxn>
                <a:cxn ang="0">
                  <a:pos x="105" y="40"/>
                </a:cxn>
                <a:cxn ang="0">
                  <a:pos x="103" y="46"/>
                </a:cxn>
                <a:cxn ang="0">
                  <a:pos x="102" y="51"/>
                </a:cxn>
                <a:cxn ang="0">
                  <a:pos x="97" y="54"/>
                </a:cxn>
                <a:cxn ang="0">
                  <a:pos x="102" y="62"/>
                </a:cxn>
                <a:cxn ang="0">
                  <a:pos x="101" y="71"/>
                </a:cxn>
                <a:cxn ang="0">
                  <a:pos x="102" y="75"/>
                </a:cxn>
                <a:cxn ang="0">
                  <a:pos x="100" y="80"/>
                </a:cxn>
                <a:cxn ang="0">
                  <a:pos x="98" y="89"/>
                </a:cxn>
                <a:cxn ang="0">
                  <a:pos x="98" y="96"/>
                </a:cxn>
                <a:cxn ang="0">
                  <a:pos x="99" y="101"/>
                </a:cxn>
                <a:cxn ang="0">
                  <a:pos x="94" y="105"/>
                </a:cxn>
                <a:cxn ang="0">
                  <a:pos x="93" y="109"/>
                </a:cxn>
                <a:cxn ang="0">
                  <a:pos x="91" y="115"/>
                </a:cxn>
                <a:cxn ang="0">
                  <a:pos x="91" y="119"/>
                </a:cxn>
                <a:cxn ang="0">
                  <a:pos x="87" y="120"/>
                </a:cxn>
                <a:cxn ang="0">
                  <a:pos x="85" y="125"/>
                </a:cxn>
                <a:cxn ang="0">
                  <a:pos x="79" y="126"/>
                </a:cxn>
                <a:cxn ang="0">
                  <a:pos x="74" y="119"/>
                </a:cxn>
                <a:cxn ang="0">
                  <a:pos x="71" y="112"/>
                </a:cxn>
                <a:cxn ang="0">
                  <a:pos x="69" y="104"/>
                </a:cxn>
                <a:cxn ang="0">
                  <a:pos x="69" y="99"/>
                </a:cxn>
                <a:cxn ang="0">
                  <a:pos x="61" y="96"/>
                </a:cxn>
                <a:cxn ang="0">
                  <a:pos x="56" y="90"/>
                </a:cxn>
                <a:cxn ang="0">
                  <a:pos x="52" y="89"/>
                </a:cxn>
                <a:cxn ang="0">
                  <a:pos x="41" y="88"/>
                </a:cxn>
                <a:cxn ang="0">
                  <a:pos x="37" y="86"/>
                </a:cxn>
              </a:cxnLst>
              <a:rect l="0" t="0" r="r" b="b"/>
              <a:pathLst>
                <a:path w="116" h="127">
                  <a:moveTo>
                    <a:pt x="37" y="86"/>
                  </a:moveTo>
                  <a:cubicBezTo>
                    <a:pt x="36" y="86"/>
                    <a:pt x="35" y="85"/>
                    <a:pt x="35" y="85"/>
                  </a:cubicBezTo>
                  <a:cubicBezTo>
                    <a:pt x="34" y="85"/>
                    <a:pt x="33" y="84"/>
                    <a:pt x="33" y="83"/>
                  </a:cubicBezTo>
                  <a:cubicBezTo>
                    <a:pt x="32" y="82"/>
                    <a:pt x="33" y="81"/>
                    <a:pt x="33" y="81"/>
                  </a:cubicBezTo>
                  <a:cubicBezTo>
                    <a:pt x="34" y="80"/>
                    <a:pt x="35" y="77"/>
                    <a:pt x="35" y="77"/>
                  </a:cubicBezTo>
                  <a:cubicBezTo>
                    <a:pt x="35" y="77"/>
                    <a:pt x="35" y="75"/>
                    <a:pt x="35" y="75"/>
                  </a:cubicBezTo>
                  <a:cubicBezTo>
                    <a:pt x="35" y="74"/>
                    <a:pt x="37" y="74"/>
                    <a:pt x="37" y="74"/>
                  </a:cubicBezTo>
                  <a:cubicBezTo>
                    <a:pt x="37" y="73"/>
                    <a:pt x="38" y="72"/>
                    <a:pt x="39" y="71"/>
                  </a:cubicBezTo>
                  <a:cubicBezTo>
                    <a:pt x="39" y="70"/>
                    <a:pt x="40" y="69"/>
                    <a:pt x="40" y="68"/>
                  </a:cubicBezTo>
                  <a:cubicBezTo>
                    <a:pt x="41" y="67"/>
                    <a:pt x="40" y="65"/>
                    <a:pt x="40" y="64"/>
                  </a:cubicBezTo>
                  <a:cubicBezTo>
                    <a:pt x="40" y="64"/>
                    <a:pt x="39" y="63"/>
                    <a:pt x="38" y="62"/>
                  </a:cubicBezTo>
                  <a:cubicBezTo>
                    <a:pt x="38" y="62"/>
                    <a:pt x="36" y="61"/>
                    <a:pt x="36" y="61"/>
                  </a:cubicBezTo>
                  <a:cubicBezTo>
                    <a:pt x="35" y="61"/>
                    <a:pt x="33" y="61"/>
                    <a:pt x="32" y="60"/>
                  </a:cubicBezTo>
                  <a:cubicBezTo>
                    <a:pt x="31" y="60"/>
                    <a:pt x="31" y="58"/>
                    <a:pt x="30" y="58"/>
                  </a:cubicBezTo>
                  <a:cubicBezTo>
                    <a:pt x="30" y="57"/>
                    <a:pt x="29" y="55"/>
                    <a:pt x="29" y="55"/>
                  </a:cubicBezTo>
                  <a:cubicBezTo>
                    <a:pt x="28" y="55"/>
                    <a:pt x="27" y="57"/>
                    <a:pt x="27" y="57"/>
                  </a:cubicBezTo>
                  <a:cubicBezTo>
                    <a:pt x="26" y="58"/>
                    <a:pt x="26" y="59"/>
                    <a:pt x="25" y="60"/>
                  </a:cubicBezTo>
                  <a:cubicBezTo>
                    <a:pt x="25" y="60"/>
                    <a:pt x="24" y="61"/>
                    <a:pt x="23" y="61"/>
                  </a:cubicBezTo>
                  <a:cubicBezTo>
                    <a:pt x="23" y="61"/>
                    <a:pt x="22" y="62"/>
                    <a:pt x="22" y="62"/>
                  </a:cubicBezTo>
                  <a:cubicBezTo>
                    <a:pt x="21" y="63"/>
                    <a:pt x="19" y="62"/>
                    <a:pt x="18" y="62"/>
                  </a:cubicBezTo>
                  <a:cubicBezTo>
                    <a:pt x="17" y="62"/>
                    <a:pt x="15" y="61"/>
                    <a:pt x="14" y="61"/>
                  </a:cubicBezTo>
                  <a:cubicBezTo>
                    <a:pt x="14" y="61"/>
                    <a:pt x="12" y="61"/>
                    <a:pt x="12" y="62"/>
                  </a:cubicBezTo>
                  <a:cubicBezTo>
                    <a:pt x="11" y="62"/>
                    <a:pt x="10" y="63"/>
                    <a:pt x="9" y="63"/>
                  </a:cubicBezTo>
                  <a:cubicBezTo>
                    <a:pt x="9" y="63"/>
                    <a:pt x="8" y="64"/>
                    <a:pt x="7" y="64"/>
                  </a:cubicBezTo>
                  <a:cubicBezTo>
                    <a:pt x="7" y="65"/>
                    <a:pt x="6" y="66"/>
                    <a:pt x="5" y="66"/>
                  </a:cubicBezTo>
                  <a:cubicBezTo>
                    <a:pt x="5" y="66"/>
                    <a:pt x="4" y="65"/>
                    <a:pt x="3" y="65"/>
                  </a:cubicBezTo>
                  <a:cubicBezTo>
                    <a:pt x="3" y="64"/>
                    <a:pt x="3" y="63"/>
                    <a:pt x="3" y="63"/>
                  </a:cubicBezTo>
                  <a:cubicBezTo>
                    <a:pt x="4" y="62"/>
                    <a:pt x="4" y="62"/>
                    <a:pt x="4" y="61"/>
                  </a:cubicBezTo>
                  <a:cubicBezTo>
                    <a:pt x="5" y="61"/>
                    <a:pt x="6" y="60"/>
                    <a:pt x="6" y="60"/>
                  </a:cubicBezTo>
                  <a:cubicBezTo>
                    <a:pt x="6" y="60"/>
                    <a:pt x="7" y="58"/>
                    <a:pt x="7" y="58"/>
                  </a:cubicBezTo>
                  <a:cubicBezTo>
                    <a:pt x="7" y="57"/>
                    <a:pt x="8" y="57"/>
                    <a:pt x="9" y="57"/>
                  </a:cubicBezTo>
                  <a:cubicBezTo>
                    <a:pt x="9" y="56"/>
                    <a:pt x="9" y="55"/>
                    <a:pt x="9" y="55"/>
                  </a:cubicBezTo>
                  <a:cubicBezTo>
                    <a:pt x="9" y="54"/>
                    <a:pt x="9" y="53"/>
                    <a:pt x="9" y="53"/>
                  </a:cubicBezTo>
                  <a:cubicBezTo>
                    <a:pt x="8" y="52"/>
                    <a:pt x="7" y="50"/>
                    <a:pt x="7" y="49"/>
                  </a:cubicBezTo>
                  <a:cubicBezTo>
                    <a:pt x="6" y="48"/>
                    <a:pt x="6" y="47"/>
                    <a:pt x="5" y="46"/>
                  </a:cubicBezTo>
                  <a:cubicBezTo>
                    <a:pt x="5" y="45"/>
                    <a:pt x="4" y="43"/>
                    <a:pt x="4" y="42"/>
                  </a:cubicBezTo>
                  <a:cubicBezTo>
                    <a:pt x="4" y="42"/>
                    <a:pt x="4" y="40"/>
                    <a:pt x="3" y="40"/>
                  </a:cubicBezTo>
                  <a:cubicBezTo>
                    <a:pt x="3" y="39"/>
                    <a:pt x="2" y="38"/>
                    <a:pt x="2" y="37"/>
                  </a:cubicBezTo>
                  <a:cubicBezTo>
                    <a:pt x="2" y="37"/>
                    <a:pt x="2" y="36"/>
                    <a:pt x="1" y="35"/>
                  </a:cubicBezTo>
                  <a:cubicBezTo>
                    <a:pt x="2" y="35"/>
                    <a:pt x="2" y="35"/>
                    <a:pt x="2" y="35"/>
                  </a:cubicBezTo>
                  <a:cubicBezTo>
                    <a:pt x="3" y="35"/>
                    <a:pt x="4" y="34"/>
                    <a:pt x="5" y="33"/>
                  </a:cubicBezTo>
                  <a:cubicBezTo>
                    <a:pt x="5" y="32"/>
                    <a:pt x="6" y="31"/>
                    <a:pt x="6" y="30"/>
                  </a:cubicBezTo>
                  <a:cubicBezTo>
                    <a:pt x="6" y="28"/>
                    <a:pt x="5" y="25"/>
                    <a:pt x="4" y="23"/>
                  </a:cubicBezTo>
                  <a:cubicBezTo>
                    <a:pt x="4" y="22"/>
                    <a:pt x="3" y="20"/>
                    <a:pt x="2" y="19"/>
                  </a:cubicBezTo>
                  <a:cubicBezTo>
                    <a:pt x="2" y="18"/>
                    <a:pt x="0" y="17"/>
                    <a:pt x="0" y="16"/>
                  </a:cubicBezTo>
                  <a:cubicBezTo>
                    <a:pt x="0" y="15"/>
                    <a:pt x="1" y="14"/>
                    <a:pt x="1" y="13"/>
                  </a:cubicBezTo>
                  <a:cubicBezTo>
                    <a:pt x="1" y="13"/>
                    <a:pt x="1" y="13"/>
                    <a:pt x="2" y="12"/>
                  </a:cubicBezTo>
                  <a:cubicBezTo>
                    <a:pt x="2" y="12"/>
                    <a:pt x="2" y="12"/>
                    <a:pt x="2" y="12"/>
                  </a:cubicBezTo>
                  <a:cubicBezTo>
                    <a:pt x="3" y="13"/>
                    <a:pt x="4" y="13"/>
                    <a:pt x="5" y="12"/>
                  </a:cubicBezTo>
                  <a:cubicBezTo>
                    <a:pt x="6" y="12"/>
                    <a:pt x="6" y="11"/>
                    <a:pt x="7" y="10"/>
                  </a:cubicBezTo>
                  <a:cubicBezTo>
                    <a:pt x="7" y="10"/>
                    <a:pt x="7" y="8"/>
                    <a:pt x="7" y="7"/>
                  </a:cubicBezTo>
                  <a:cubicBezTo>
                    <a:pt x="7" y="6"/>
                    <a:pt x="8" y="5"/>
                    <a:pt x="8" y="4"/>
                  </a:cubicBezTo>
                  <a:cubicBezTo>
                    <a:pt x="8" y="3"/>
                    <a:pt x="8" y="2"/>
                    <a:pt x="8" y="1"/>
                  </a:cubicBezTo>
                  <a:cubicBezTo>
                    <a:pt x="8" y="1"/>
                    <a:pt x="9" y="0"/>
                    <a:pt x="10" y="0"/>
                  </a:cubicBezTo>
                  <a:cubicBezTo>
                    <a:pt x="10" y="0"/>
                    <a:pt x="11" y="1"/>
                    <a:pt x="11" y="1"/>
                  </a:cubicBezTo>
                  <a:cubicBezTo>
                    <a:pt x="12" y="1"/>
                    <a:pt x="13" y="2"/>
                    <a:pt x="13" y="2"/>
                  </a:cubicBezTo>
                  <a:cubicBezTo>
                    <a:pt x="14" y="2"/>
                    <a:pt x="15" y="2"/>
                    <a:pt x="16" y="2"/>
                  </a:cubicBezTo>
                  <a:cubicBezTo>
                    <a:pt x="17" y="2"/>
                    <a:pt x="18" y="2"/>
                    <a:pt x="19" y="2"/>
                  </a:cubicBezTo>
                  <a:cubicBezTo>
                    <a:pt x="19" y="2"/>
                    <a:pt x="20" y="1"/>
                    <a:pt x="20" y="1"/>
                  </a:cubicBezTo>
                  <a:cubicBezTo>
                    <a:pt x="20" y="1"/>
                    <a:pt x="21" y="2"/>
                    <a:pt x="21" y="2"/>
                  </a:cubicBezTo>
                  <a:cubicBezTo>
                    <a:pt x="21" y="3"/>
                    <a:pt x="22" y="3"/>
                    <a:pt x="23" y="4"/>
                  </a:cubicBezTo>
                  <a:cubicBezTo>
                    <a:pt x="23" y="4"/>
                    <a:pt x="24" y="6"/>
                    <a:pt x="24" y="7"/>
                  </a:cubicBezTo>
                  <a:cubicBezTo>
                    <a:pt x="25" y="7"/>
                    <a:pt x="26" y="8"/>
                    <a:pt x="27" y="8"/>
                  </a:cubicBezTo>
                  <a:cubicBezTo>
                    <a:pt x="27" y="8"/>
                    <a:pt x="28" y="9"/>
                    <a:pt x="29" y="9"/>
                  </a:cubicBezTo>
                  <a:cubicBezTo>
                    <a:pt x="30" y="10"/>
                    <a:pt x="31" y="11"/>
                    <a:pt x="32" y="11"/>
                  </a:cubicBezTo>
                  <a:cubicBezTo>
                    <a:pt x="32" y="12"/>
                    <a:pt x="34" y="11"/>
                    <a:pt x="34" y="11"/>
                  </a:cubicBezTo>
                  <a:cubicBezTo>
                    <a:pt x="35" y="11"/>
                    <a:pt x="37" y="12"/>
                    <a:pt x="37" y="12"/>
                  </a:cubicBezTo>
                  <a:cubicBezTo>
                    <a:pt x="38" y="12"/>
                    <a:pt x="39" y="12"/>
                    <a:pt x="40" y="12"/>
                  </a:cubicBezTo>
                  <a:cubicBezTo>
                    <a:pt x="40" y="13"/>
                    <a:pt x="41" y="14"/>
                    <a:pt x="42" y="15"/>
                  </a:cubicBezTo>
                  <a:cubicBezTo>
                    <a:pt x="42" y="16"/>
                    <a:pt x="44" y="17"/>
                    <a:pt x="44" y="18"/>
                  </a:cubicBezTo>
                  <a:cubicBezTo>
                    <a:pt x="45" y="18"/>
                    <a:pt x="46" y="20"/>
                    <a:pt x="46" y="20"/>
                  </a:cubicBezTo>
                  <a:cubicBezTo>
                    <a:pt x="47" y="20"/>
                    <a:pt x="49" y="20"/>
                    <a:pt x="49" y="19"/>
                  </a:cubicBezTo>
                  <a:cubicBezTo>
                    <a:pt x="51" y="19"/>
                    <a:pt x="53" y="17"/>
                    <a:pt x="54" y="17"/>
                  </a:cubicBezTo>
                  <a:cubicBezTo>
                    <a:pt x="55" y="17"/>
                    <a:pt x="57" y="16"/>
                    <a:pt x="58" y="16"/>
                  </a:cubicBezTo>
                  <a:cubicBezTo>
                    <a:pt x="59" y="16"/>
                    <a:pt x="61" y="15"/>
                    <a:pt x="63" y="15"/>
                  </a:cubicBezTo>
                  <a:cubicBezTo>
                    <a:pt x="64" y="15"/>
                    <a:pt x="65" y="13"/>
                    <a:pt x="66" y="13"/>
                  </a:cubicBezTo>
                  <a:cubicBezTo>
                    <a:pt x="68" y="12"/>
                    <a:pt x="70" y="11"/>
                    <a:pt x="71" y="10"/>
                  </a:cubicBezTo>
                  <a:cubicBezTo>
                    <a:pt x="71" y="10"/>
                    <a:pt x="71" y="10"/>
                    <a:pt x="71" y="10"/>
                  </a:cubicBezTo>
                  <a:cubicBezTo>
                    <a:pt x="72" y="9"/>
                    <a:pt x="72" y="8"/>
                    <a:pt x="72" y="8"/>
                  </a:cubicBezTo>
                  <a:cubicBezTo>
                    <a:pt x="73" y="7"/>
                    <a:pt x="74" y="6"/>
                    <a:pt x="75" y="5"/>
                  </a:cubicBezTo>
                  <a:cubicBezTo>
                    <a:pt x="76" y="5"/>
                    <a:pt x="77" y="5"/>
                    <a:pt x="78" y="5"/>
                  </a:cubicBezTo>
                  <a:cubicBezTo>
                    <a:pt x="78" y="5"/>
                    <a:pt x="80" y="4"/>
                    <a:pt x="80" y="4"/>
                  </a:cubicBezTo>
                  <a:cubicBezTo>
                    <a:pt x="81" y="4"/>
                    <a:pt x="83" y="4"/>
                    <a:pt x="84" y="4"/>
                  </a:cubicBezTo>
                  <a:cubicBezTo>
                    <a:pt x="85" y="4"/>
                    <a:pt x="86" y="4"/>
                    <a:pt x="86" y="4"/>
                  </a:cubicBezTo>
                  <a:cubicBezTo>
                    <a:pt x="87" y="4"/>
                    <a:pt x="88" y="4"/>
                    <a:pt x="88" y="4"/>
                  </a:cubicBezTo>
                  <a:cubicBezTo>
                    <a:pt x="89" y="4"/>
                    <a:pt x="89" y="6"/>
                    <a:pt x="89" y="6"/>
                  </a:cubicBezTo>
                  <a:cubicBezTo>
                    <a:pt x="89" y="7"/>
                    <a:pt x="89" y="8"/>
                    <a:pt x="90" y="8"/>
                  </a:cubicBezTo>
                  <a:cubicBezTo>
                    <a:pt x="90" y="9"/>
                    <a:pt x="91" y="9"/>
                    <a:pt x="92" y="10"/>
                  </a:cubicBezTo>
                  <a:cubicBezTo>
                    <a:pt x="93" y="10"/>
                    <a:pt x="95" y="10"/>
                    <a:pt x="95" y="10"/>
                  </a:cubicBezTo>
                  <a:cubicBezTo>
                    <a:pt x="96" y="10"/>
                    <a:pt x="98" y="11"/>
                    <a:pt x="98" y="11"/>
                  </a:cubicBezTo>
                  <a:cubicBezTo>
                    <a:pt x="99" y="12"/>
                    <a:pt x="100" y="12"/>
                    <a:pt x="101" y="13"/>
                  </a:cubicBezTo>
                  <a:cubicBezTo>
                    <a:pt x="101" y="13"/>
                    <a:pt x="102" y="14"/>
                    <a:pt x="103" y="14"/>
                  </a:cubicBezTo>
                  <a:cubicBezTo>
                    <a:pt x="104" y="14"/>
                    <a:pt x="104" y="14"/>
                    <a:pt x="105" y="14"/>
                  </a:cubicBezTo>
                  <a:cubicBezTo>
                    <a:pt x="105" y="15"/>
                    <a:pt x="105" y="15"/>
                    <a:pt x="105" y="15"/>
                  </a:cubicBezTo>
                  <a:cubicBezTo>
                    <a:pt x="106" y="16"/>
                    <a:pt x="106" y="17"/>
                    <a:pt x="107" y="17"/>
                  </a:cubicBezTo>
                  <a:cubicBezTo>
                    <a:pt x="107" y="18"/>
                    <a:pt x="108" y="19"/>
                    <a:pt x="108" y="19"/>
                  </a:cubicBezTo>
                  <a:cubicBezTo>
                    <a:pt x="109" y="19"/>
                    <a:pt x="109" y="20"/>
                    <a:pt x="110" y="20"/>
                  </a:cubicBezTo>
                  <a:cubicBezTo>
                    <a:pt x="110" y="21"/>
                    <a:pt x="110" y="23"/>
                    <a:pt x="110" y="23"/>
                  </a:cubicBezTo>
                  <a:cubicBezTo>
                    <a:pt x="110" y="24"/>
                    <a:pt x="111" y="25"/>
                    <a:pt x="111" y="25"/>
                  </a:cubicBezTo>
                  <a:cubicBezTo>
                    <a:pt x="112" y="25"/>
                    <a:pt x="113" y="26"/>
                    <a:pt x="114" y="26"/>
                  </a:cubicBezTo>
                  <a:cubicBezTo>
                    <a:pt x="114" y="26"/>
                    <a:pt x="115" y="25"/>
                    <a:pt x="115" y="25"/>
                  </a:cubicBezTo>
                  <a:cubicBezTo>
                    <a:pt x="116" y="25"/>
                    <a:pt x="116" y="27"/>
                    <a:pt x="116" y="28"/>
                  </a:cubicBezTo>
                  <a:cubicBezTo>
                    <a:pt x="116" y="28"/>
                    <a:pt x="115" y="29"/>
                    <a:pt x="115" y="30"/>
                  </a:cubicBezTo>
                  <a:cubicBezTo>
                    <a:pt x="114" y="31"/>
                    <a:pt x="113" y="32"/>
                    <a:pt x="112" y="33"/>
                  </a:cubicBezTo>
                  <a:cubicBezTo>
                    <a:pt x="111" y="33"/>
                    <a:pt x="111" y="34"/>
                    <a:pt x="110" y="34"/>
                  </a:cubicBezTo>
                  <a:cubicBezTo>
                    <a:pt x="110" y="35"/>
                    <a:pt x="109" y="35"/>
                    <a:pt x="109" y="36"/>
                  </a:cubicBezTo>
                  <a:cubicBezTo>
                    <a:pt x="108" y="36"/>
                    <a:pt x="108" y="37"/>
                    <a:pt x="107" y="38"/>
                  </a:cubicBezTo>
                  <a:cubicBezTo>
                    <a:pt x="107" y="39"/>
                    <a:pt x="105" y="40"/>
                    <a:pt x="105" y="40"/>
                  </a:cubicBezTo>
                  <a:cubicBezTo>
                    <a:pt x="104" y="41"/>
                    <a:pt x="102" y="42"/>
                    <a:pt x="102" y="42"/>
                  </a:cubicBezTo>
                  <a:cubicBezTo>
                    <a:pt x="101" y="43"/>
                    <a:pt x="101" y="45"/>
                    <a:pt x="102" y="45"/>
                  </a:cubicBezTo>
                  <a:cubicBezTo>
                    <a:pt x="102" y="46"/>
                    <a:pt x="103" y="46"/>
                    <a:pt x="103" y="46"/>
                  </a:cubicBezTo>
                  <a:cubicBezTo>
                    <a:pt x="103" y="47"/>
                    <a:pt x="103" y="47"/>
                    <a:pt x="104" y="48"/>
                  </a:cubicBezTo>
                  <a:cubicBezTo>
                    <a:pt x="104" y="48"/>
                    <a:pt x="104" y="49"/>
                    <a:pt x="103" y="50"/>
                  </a:cubicBezTo>
                  <a:cubicBezTo>
                    <a:pt x="103" y="50"/>
                    <a:pt x="103" y="51"/>
                    <a:pt x="102" y="51"/>
                  </a:cubicBezTo>
                  <a:cubicBezTo>
                    <a:pt x="102" y="51"/>
                    <a:pt x="101" y="52"/>
                    <a:pt x="100" y="52"/>
                  </a:cubicBezTo>
                  <a:cubicBezTo>
                    <a:pt x="100" y="52"/>
                    <a:pt x="99" y="52"/>
                    <a:pt x="98" y="52"/>
                  </a:cubicBezTo>
                  <a:cubicBezTo>
                    <a:pt x="98" y="52"/>
                    <a:pt x="97" y="54"/>
                    <a:pt x="97" y="54"/>
                  </a:cubicBezTo>
                  <a:cubicBezTo>
                    <a:pt x="97" y="55"/>
                    <a:pt x="98" y="56"/>
                    <a:pt x="98" y="57"/>
                  </a:cubicBezTo>
                  <a:cubicBezTo>
                    <a:pt x="98" y="57"/>
                    <a:pt x="100" y="59"/>
                    <a:pt x="101" y="59"/>
                  </a:cubicBezTo>
                  <a:cubicBezTo>
                    <a:pt x="101" y="60"/>
                    <a:pt x="102" y="61"/>
                    <a:pt x="102" y="62"/>
                  </a:cubicBezTo>
                  <a:cubicBezTo>
                    <a:pt x="102" y="62"/>
                    <a:pt x="103" y="64"/>
                    <a:pt x="103" y="65"/>
                  </a:cubicBezTo>
                  <a:cubicBezTo>
                    <a:pt x="103" y="65"/>
                    <a:pt x="102" y="67"/>
                    <a:pt x="101" y="67"/>
                  </a:cubicBezTo>
                  <a:cubicBezTo>
                    <a:pt x="101" y="68"/>
                    <a:pt x="101" y="70"/>
                    <a:pt x="101" y="71"/>
                  </a:cubicBezTo>
                  <a:cubicBezTo>
                    <a:pt x="102" y="72"/>
                    <a:pt x="103" y="72"/>
                    <a:pt x="103" y="72"/>
                  </a:cubicBezTo>
                  <a:cubicBezTo>
                    <a:pt x="103" y="73"/>
                    <a:pt x="103" y="73"/>
                    <a:pt x="103" y="74"/>
                  </a:cubicBezTo>
                  <a:cubicBezTo>
                    <a:pt x="103" y="74"/>
                    <a:pt x="103" y="75"/>
                    <a:pt x="102" y="75"/>
                  </a:cubicBezTo>
                  <a:cubicBezTo>
                    <a:pt x="102" y="76"/>
                    <a:pt x="101" y="76"/>
                    <a:pt x="100" y="76"/>
                  </a:cubicBezTo>
                  <a:cubicBezTo>
                    <a:pt x="100" y="77"/>
                    <a:pt x="99" y="77"/>
                    <a:pt x="99" y="78"/>
                  </a:cubicBezTo>
                  <a:cubicBezTo>
                    <a:pt x="99" y="78"/>
                    <a:pt x="100" y="80"/>
                    <a:pt x="100" y="80"/>
                  </a:cubicBezTo>
                  <a:cubicBezTo>
                    <a:pt x="100" y="81"/>
                    <a:pt x="99" y="82"/>
                    <a:pt x="99" y="83"/>
                  </a:cubicBezTo>
                  <a:cubicBezTo>
                    <a:pt x="99" y="84"/>
                    <a:pt x="99" y="85"/>
                    <a:pt x="99" y="86"/>
                  </a:cubicBezTo>
                  <a:cubicBezTo>
                    <a:pt x="99" y="86"/>
                    <a:pt x="98" y="88"/>
                    <a:pt x="98" y="89"/>
                  </a:cubicBezTo>
                  <a:cubicBezTo>
                    <a:pt x="98" y="89"/>
                    <a:pt x="97" y="91"/>
                    <a:pt x="96" y="91"/>
                  </a:cubicBezTo>
                  <a:cubicBezTo>
                    <a:pt x="96" y="92"/>
                    <a:pt x="96" y="93"/>
                    <a:pt x="96" y="94"/>
                  </a:cubicBezTo>
                  <a:cubicBezTo>
                    <a:pt x="97" y="95"/>
                    <a:pt x="97" y="96"/>
                    <a:pt x="98" y="96"/>
                  </a:cubicBezTo>
                  <a:cubicBezTo>
                    <a:pt x="98" y="97"/>
                    <a:pt x="99" y="98"/>
                    <a:pt x="100" y="99"/>
                  </a:cubicBezTo>
                  <a:cubicBezTo>
                    <a:pt x="100" y="99"/>
                    <a:pt x="100" y="99"/>
                    <a:pt x="100" y="99"/>
                  </a:cubicBezTo>
                  <a:cubicBezTo>
                    <a:pt x="100" y="100"/>
                    <a:pt x="99" y="100"/>
                    <a:pt x="99" y="101"/>
                  </a:cubicBezTo>
                  <a:cubicBezTo>
                    <a:pt x="98" y="101"/>
                    <a:pt x="97" y="102"/>
                    <a:pt x="97" y="102"/>
                  </a:cubicBezTo>
                  <a:cubicBezTo>
                    <a:pt x="97" y="103"/>
                    <a:pt x="96" y="103"/>
                    <a:pt x="96" y="104"/>
                  </a:cubicBezTo>
                  <a:cubicBezTo>
                    <a:pt x="96" y="104"/>
                    <a:pt x="94" y="104"/>
                    <a:pt x="94" y="105"/>
                  </a:cubicBezTo>
                  <a:cubicBezTo>
                    <a:pt x="93" y="105"/>
                    <a:pt x="92" y="106"/>
                    <a:pt x="92" y="106"/>
                  </a:cubicBezTo>
                  <a:cubicBezTo>
                    <a:pt x="92" y="106"/>
                    <a:pt x="92" y="107"/>
                    <a:pt x="92" y="108"/>
                  </a:cubicBezTo>
                  <a:cubicBezTo>
                    <a:pt x="92" y="108"/>
                    <a:pt x="93" y="109"/>
                    <a:pt x="93" y="109"/>
                  </a:cubicBezTo>
                  <a:cubicBezTo>
                    <a:pt x="93" y="110"/>
                    <a:pt x="93" y="111"/>
                    <a:pt x="93" y="112"/>
                  </a:cubicBezTo>
                  <a:cubicBezTo>
                    <a:pt x="93" y="112"/>
                    <a:pt x="93" y="114"/>
                    <a:pt x="93" y="114"/>
                  </a:cubicBezTo>
                  <a:cubicBezTo>
                    <a:pt x="92" y="114"/>
                    <a:pt x="91" y="114"/>
                    <a:pt x="91" y="115"/>
                  </a:cubicBezTo>
                  <a:cubicBezTo>
                    <a:pt x="91" y="115"/>
                    <a:pt x="91" y="115"/>
                    <a:pt x="91" y="116"/>
                  </a:cubicBezTo>
                  <a:cubicBezTo>
                    <a:pt x="91" y="116"/>
                    <a:pt x="91" y="117"/>
                    <a:pt x="91" y="118"/>
                  </a:cubicBezTo>
                  <a:cubicBezTo>
                    <a:pt x="91" y="118"/>
                    <a:pt x="91" y="119"/>
                    <a:pt x="91" y="119"/>
                  </a:cubicBezTo>
                  <a:cubicBezTo>
                    <a:pt x="90" y="120"/>
                    <a:pt x="90" y="121"/>
                    <a:pt x="90" y="121"/>
                  </a:cubicBezTo>
                  <a:cubicBezTo>
                    <a:pt x="90" y="121"/>
                    <a:pt x="89" y="120"/>
                    <a:pt x="88" y="120"/>
                  </a:cubicBezTo>
                  <a:cubicBezTo>
                    <a:pt x="88" y="120"/>
                    <a:pt x="87" y="120"/>
                    <a:pt x="87" y="120"/>
                  </a:cubicBezTo>
                  <a:cubicBezTo>
                    <a:pt x="86" y="120"/>
                    <a:pt x="85" y="121"/>
                    <a:pt x="85" y="121"/>
                  </a:cubicBezTo>
                  <a:cubicBezTo>
                    <a:pt x="85" y="122"/>
                    <a:pt x="85" y="123"/>
                    <a:pt x="85" y="123"/>
                  </a:cubicBezTo>
                  <a:cubicBezTo>
                    <a:pt x="85" y="124"/>
                    <a:pt x="85" y="125"/>
                    <a:pt x="85" y="125"/>
                  </a:cubicBezTo>
                  <a:cubicBezTo>
                    <a:pt x="84" y="126"/>
                    <a:pt x="84" y="127"/>
                    <a:pt x="83" y="127"/>
                  </a:cubicBezTo>
                  <a:cubicBezTo>
                    <a:pt x="83" y="127"/>
                    <a:pt x="82" y="127"/>
                    <a:pt x="81" y="127"/>
                  </a:cubicBezTo>
                  <a:cubicBezTo>
                    <a:pt x="80" y="127"/>
                    <a:pt x="79" y="126"/>
                    <a:pt x="79" y="126"/>
                  </a:cubicBezTo>
                  <a:cubicBezTo>
                    <a:pt x="78" y="126"/>
                    <a:pt x="77" y="126"/>
                    <a:pt x="76" y="125"/>
                  </a:cubicBezTo>
                  <a:cubicBezTo>
                    <a:pt x="76" y="125"/>
                    <a:pt x="76" y="123"/>
                    <a:pt x="76" y="122"/>
                  </a:cubicBezTo>
                  <a:cubicBezTo>
                    <a:pt x="75" y="121"/>
                    <a:pt x="74" y="119"/>
                    <a:pt x="74" y="119"/>
                  </a:cubicBezTo>
                  <a:cubicBezTo>
                    <a:pt x="73" y="118"/>
                    <a:pt x="72" y="117"/>
                    <a:pt x="71" y="117"/>
                  </a:cubicBezTo>
                  <a:cubicBezTo>
                    <a:pt x="71" y="116"/>
                    <a:pt x="71" y="116"/>
                    <a:pt x="71" y="115"/>
                  </a:cubicBezTo>
                  <a:cubicBezTo>
                    <a:pt x="71" y="114"/>
                    <a:pt x="71" y="113"/>
                    <a:pt x="71" y="112"/>
                  </a:cubicBezTo>
                  <a:cubicBezTo>
                    <a:pt x="71" y="111"/>
                    <a:pt x="71" y="109"/>
                    <a:pt x="71" y="109"/>
                  </a:cubicBezTo>
                  <a:cubicBezTo>
                    <a:pt x="71" y="108"/>
                    <a:pt x="70" y="107"/>
                    <a:pt x="70" y="107"/>
                  </a:cubicBezTo>
                  <a:cubicBezTo>
                    <a:pt x="70" y="106"/>
                    <a:pt x="69" y="105"/>
                    <a:pt x="69" y="104"/>
                  </a:cubicBezTo>
                  <a:cubicBezTo>
                    <a:pt x="69" y="103"/>
                    <a:pt x="69" y="102"/>
                    <a:pt x="69" y="102"/>
                  </a:cubicBezTo>
                  <a:cubicBezTo>
                    <a:pt x="69" y="101"/>
                    <a:pt x="70" y="100"/>
                    <a:pt x="70" y="100"/>
                  </a:cubicBezTo>
                  <a:cubicBezTo>
                    <a:pt x="70" y="99"/>
                    <a:pt x="69" y="99"/>
                    <a:pt x="69" y="99"/>
                  </a:cubicBezTo>
                  <a:cubicBezTo>
                    <a:pt x="68" y="98"/>
                    <a:pt x="67" y="98"/>
                    <a:pt x="67" y="98"/>
                  </a:cubicBezTo>
                  <a:cubicBezTo>
                    <a:pt x="66" y="98"/>
                    <a:pt x="65" y="98"/>
                    <a:pt x="64" y="98"/>
                  </a:cubicBezTo>
                  <a:cubicBezTo>
                    <a:pt x="63" y="97"/>
                    <a:pt x="62" y="96"/>
                    <a:pt x="61" y="96"/>
                  </a:cubicBezTo>
                  <a:cubicBezTo>
                    <a:pt x="60" y="95"/>
                    <a:pt x="59" y="93"/>
                    <a:pt x="58" y="92"/>
                  </a:cubicBezTo>
                  <a:cubicBezTo>
                    <a:pt x="58" y="91"/>
                    <a:pt x="58" y="90"/>
                    <a:pt x="57" y="90"/>
                  </a:cubicBezTo>
                  <a:cubicBezTo>
                    <a:pt x="57" y="90"/>
                    <a:pt x="56" y="90"/>
                    <a:pt x="56" y="90"/>
                  </a:cubicBezTo>
                  <a:cubicBezTo>
                    <a:pt x="56" y="91"/>
                    <a:pt x="56" y="91"/>
                    <a:pt x="56" y="91"/>
                  </a:cubicBezTo>
                  <a:cubicBezTo>
                    <a:pt x="56" y="92"/>
                    <a:pt x="54" y="91"/>
                    <a:pt x="54" y="91"/>
                  </a:cubicBezTo>
                  <a:cubicBezTo>
                    <a:pt x="53" y="90"/>
                    <a:pt x="52" y="89"/>
                    <a:pt x="52" y="89"/>
                  </a:cubicBezTo>
                  <a:cubicBezTo>
                    <a:pt x="51" y="88"/>
                    <a:pt x="50" y="88"/>
                    <a:pt x="49" y="88"/>
                  </a:cubicBezTo>
                  <a:cubicBezTo>
                    <a:pt x="48" y="88"/>
                    <a:pt x="45" y="87"/>
                    <a:pt x="44" y="87"/>
                  </a:cubicBezTo>
                  <a:cubicBezTo>
                    <a:pt x="43" y="88"/>
                    <a:pt x="41" y="88"/>
                    <a:pt x="41" y="88"/>
                  </a:cubicBezTo>
                  <a:cubicBezTo>
                    <a:pt x="40" y="88"/>
                    <a:pt x="39" y="88"/>
                    <a:pt x="38" y="88"/>
                  </a:cubicBezTo>
                  <a:cubicBezTo>
                    <a:pt x="38" y="88"/>
                    <a:pt x="37" y="87"/>
                    <a:pt x="37" y="86"/>
                  </a:cubicBezTo>
                  <a:cubicBezTo>
                    <a:pt x="37" y="86"/>
                    <a:pt x="37" y="86"/>
                    <a:pt x="37" y="8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151"/>
            <p:cNvSpPr>
              <a:spLocks/>
            </p:cNvSpPr>
            <p:nvPr/>
          </p:nvSpPr>
          <p:spPr bwMode="auto">
            <a:xfrm>
              <a:off x="1238251" y="2162176"/>
              <a:ext cx="165100" cy="260350"/>
            </a:xfrm>
            <a:custGeom>
              <a:avLst/>
              <a:gdLst/>
              <a:ahLst/>
              <a:cxnLst>
                <a:cxn ang="0">
                  <a:pos x="80" y="102"/>
                </a:cxn>
                <a:cxn ang="0">
                  <a:pos x="71" y="103"/>
                </a:cxn>
                <a:cxn ang="0">
                  <a:pos x="61" y="105"/>
                </a:cxn>
                <a:cxn ang="0">
                  <a:pos x="56" y="114"/>
                </a:cxn>
                <a:cxn ang="0">
                  <a:pos x="58" y="121"/>
                </a:cxn>
                <a:cxn ang="0">
                  <a:pos x="59" y="126"/>
                </a:cxn>
                <a:cxn ang="0">
                  <a:pos x="54" y="127"/>
                </a:cxn>
                <a:cxn ang="0">
                  <a:pos x="46" y="130"/>
                </a:cxn>
                <a:cxn ang="0">
                  <a:pos x="41" y="134"/>
                </a:cxn>
                <a:cxn ang="0">
                  <a:pos x="39" y="131"/>
                </a:cxn>
                <a:cxn ang="0">
                  <a:pos x="34" y="134"/>
                </a:cxn>
                <a:cxn ang="0">
                  <a:pos x="30" y="130"/>
                </a:cxn>
                <a:cxn ang="0">
                  <a:pos x="23" y="133"/>
                </a:cxn>
                <a:cxn ang="0">
                  <a:pos x="15" y="138"/>
                </a:cxn>
                <a:cxn ang="0">
                  <a:pos x="7" y="135"/>
                </a:cxn>
                <a:cxn ang="0">
                  <a:pos x="3" y="135"/>
                </a:cxn>
                <a:cxn ang="0">
                  <a:pos x="0" y="130"/>
                </a:cxn>
                <a:cxn ang="0">
                  <a:pos x="4" y="118"/>
                </a:cxn>
                <a:cxn ang="0">
                  <a:pos x="9" y="103"/>
                </a:cxn>
                <a:cxn ang="0">
                  <a:pos x="17" y="96"/>
                </a:cxn>
                <a:cxn ang="0">
                  <a:pos x="25" y="85"/>
                </a:cxn>
                <a:cxn ang="0">
                  <a:pos x="29" y="72"/>
                </a:cxn>
                <a:cxn ang="0">
                  <a:pos x="28" y="62"/>
                </a:cxn>
                <a:cxn ang="0">
                  <a:pos x="33" y="56"/>
                </a:cxn>
                <a:cxn ang="0">
                  <a:pos x="38" y="48"/>
                </a:cxn>
                <a:cxn ang="0">
                  <a:pos x="49" y="37"/>
                </a:cxn>
                <a:cxn ang="0">
                  <a:pos x="57" y="35"/>
                </a:cxn>
                <a:cxn ang="0">
                  <a:pos x="59" y="24"/>
                </a:cxn>
                <a:cxn ang="0">
                  <a:pos x="58" y="16"/>
                </a:cxn>
                <a:cxn ang="0">
                  <a:pos x="52" y="7"/>
                </a:cxn>
                <a:cxn ang="0">
                  <a:pos x="55" y="7"/>
                </a:cxn>
                <a:cxn ang="0">
                  <a:pos x="62" y="4"/>
                </a:cxn>
                <a:cxn ang="0">
                  <a:pos x="65" y="1"/>
                </a:cxn>
                <a:cxn ang="0">
                  <a:pos x="76" y="7"/>
                </a:cxn>
                <a:cxn ang="0">
                  <a:pos x="86" y="8"/>
                </a:cxn>
                <a:cxn ang="0">
                  <a:pos x="86" y="22"/>
                </a:cxn>
                <a:cxn ang="0">
                  <a:pos x="82" y="25"/>
                </a:cxn>
                <a:cxn ang="0">
                  <a:pos x="78" y="33"/>
                </a:cxn>
                <a:cxn ang="0">
                  <a:pos x="82" y="42"/>
                </a:cxn>
                <a:cxn ang="0">
                  <a:pos x="73" y="41"/>
                </a:cxn>
                <a:cxn ang="0">
                  <a:pos x="68" y="40"/>
                </a:cxn>
                <a:cxn ang="0">
                  <a:pos x="65" y="44"/>
                </a:cxn>
                <a:cxn ang="0">
                  <a:pos x="73" y="48"/>
                </a:cxn>
                <a:cxn ang="0">
                  <a:pos x="69" y="54"/>
                </a:cxn>
                <a:cxn ang="0">
                  <a:pos x="71" y="61"/>
                </a:cxn>
                <a:cxn ang="0">
                  <a:pos x="80" y="74"/>
                </a:cxn>
                <a:cxn ang="0">
                  <a:pos x="83" y="86"/>
                </a:cxn>
                <a:cxn ang="0">
                  <a:pos x="81" y="94"/>
                </a:cxn>
              </a:cxnLst>
              <a:rect l="0" t="0" r="r" b="b"/>
              <a:pathLst>
                <a:path w="87" h="138">
                  <a:moveTo>
                    <a:pt x="82" y="97"/>
                  </a:moveTo>
                  <a:cubicBezTo>
                    <a:pt x="81" y="98"/>
                    <a:pt x="81" y="99"/>
                    <a:pt x="81" y="99"/>
                  </a:cubicBezTo>
                  <a:cubicBezTo>
                    <a:pt x="81" y="100"/>
                    <a:pt x="81" y="102"/>
                    <a:pt x="80" y="102"/>
                  </a:cubicBezTo>
                  <a:cubicBezTo>
                    <a:pt x="80" y="103"/>
                    <a:pt x="78" y="104"/>
                    <a:pt x="77" y="104"/>
                  </a:cubicBezTo>
                  <a:cubicBezTo>
                    <a:pt x="76" y="104"/>
                    <a:pt x="74" y="104"/>
                    <a:pt x="73" y="104"/>
                  </a:cubicBezTo>
                  <a:cubicBezTo>
                    <a:pt x="72" y="104"/>
                    <a:pt x="71" y="103"/>
                    <a:pt x="71" y="103"/>
                  </a:cubicBezTo>
                  <a:cubicBezTo>
                    <a:pt x="70" y="103"/>
                    <a:pt x="69" y="103"/>
                    <a:pt x="68" y="103"/>
                  </a:cubicBezTo>
                  <a:cubicBezTo>
                    <a:pt x="67" y="103"/>
                    <a:pt x="66" y="104"/>
                    <a:pt x="66" y="105"/>
                  </a:cubicBezTo>
                  <a:cubicBezTo>
                    <a:pt x="65" y="105"/>
                    <a:pt x="62" y="105"/>
                    <a:pt x="61" y="105"/>
                  </a:cubicBezTo>
                  <a:cubicBezTo>
                    <a:pt x="60" y="106"/>
                    <a:pt x="59" y="107"/>
                    <a:pt x="58" y="108"/>
                  </a:cubicBezTo>
                  <a:cubicBezTo>
                    <a:pt x="58" y="109"/>
                    <a:pt x="57" y="110"/>
                    <a:pt x="57" y="110"/>
                  </a:cubicBezTo>
                  <a:cubicBezTo>
                    <a:pt x="56" y="111"/>
                    <a:pt x="56" y="113"/>
                    <a:pt x="56" y="114"/>
                  </a:cubicBezTo>
                  <a:cubicBezTo>
                    <a:pt x="56" y="114"/>
                    <a:pt x="55" y="116"/>
                    <a:pt x="55" y="117"/>
                  </a:cubicBezTo>
                  <a:cubicBezTo>
                    <a:pt x="55" y="117"/>
                    <a:pt x="55" y="118"/>
                    <a:pt x="56" y="119"/>
                  </a:cubicBezTo>
                  <a:cubicBezTo>
                    <a:pt x="56" y="120"/>
                    <a:pt x="58" y="120"/>
                    <a:pt x="58" y="121"/>
                  </a:cubicBezTo>
                  <a:cubicBezTo>
                    <a:pt x="58" y="121"/>
                    <a:pt x="58" y="123"/>
                    <a:pt x="58" y="123"/>
                  </a:cubicBezTo>
                  <a:cubicBezTo>
                    <a:pt x="58" y="124"/>
                    <a:pt x="59" y="124"/>
                    <a:pt x="59" y="125"/>
                  </a:cubicBezTo>
                  <a:cubicBezTo>
                    <a:pt x="60" y="125"/>
                    <a:pt x="60" y="126"/>
                    <a:pt x="59" y="126"/>
                  </a:cubicBezTo>
                  <a:cubicBezTo>
                    <a:pt x="59" y="126"/>
                    <a:pt x="58" y="127"/>
                    <a:pt x="58" y="127"/>
                  </a:cubicBezTo>
                  <a:cubicBezTo>
                    <a:pt x="57" y="127"/>
                    <a:pt x="56" y="127"/>
                    <a:pt x="56" y="127"/>
                  </a:cubicBezTo>
                  <a:cubicBezTo>
                    <a:pt x="55" y="127"/>
                    <a:pt x="54" y="127"/>
                    <a:pt x="54" y="127"/>
                  </a:cubicBezTo>
                  <a:cubicBezTo>
                    <a:pt x="53" y="127"/>
                    <a:pt x="53" y="128"/>
                    <a:pt x="52" y="128"/>
                  </a:cubicBezTo>
                  <a:cubicBezTo>
                    <a:pt x="52" y="128"/>
                    <a:pt x="51" y="129"/>
                    <a:pt x="50" y="129"/>
                  </a:cubicBezTo>
                  <a:cubicBezTo>
                    <a:pt x="49" y="130"/>
                    <a:pt x="47" y="130"/>
                    <a:pt x="46" y="130"/>
                  </a:cubicBezTo>
                  <a:cubicBezTo>
                    <a:pt x="46" y="130"/>
                    <a:pt x="44" y="131"/>
                    <a:pt x="44" y="131"/>
                  </a:cubicBezTo>
                  <a:cubicBezTo>
                    <a:pt x="43" y="131"/>
                    <a:pt x="43" y="133"/>
                    <a:pt x="43" y="133"/>
                  </a:cubicBezTo>
                  <a:cubicBezTo>
                    <a:pt x="43" y="133"/>
                    <a:pt x="41" y="134"/>
                    <a:pt x="41" y="134"/>
                  </a:cubicBezTo>
                  <a:cubicBezTo>
                    <a:pt x="40" y="134"/>
                    <a:pt x="40" y="133"/>
                    <a:pt x="40" y="133"/>
                  </a:cubicBezTo>
                  <a:cubicBezTo>
                    <a:pt x="39" y="133"/>
                    <a:pt x="40" y="132"/>
                    <a:pt x="40" y="131"/>
                  </a:cubicBezTo>
                  <a:cubicBezTo>
                    <a:pt x="40" y="131"/>
                    <a:pt x="39" y="131"/>
                    <a:pt x="39" y="131"/>
                  </a:cubicBezTo>
                  <a:cubicBezTo>
                    <a:pt x="38" y="131"/>
                    <a:pt x="37" y="131"/>
                    <a:pt x="37" y="131"/>
                  </a:cubicBezTo>
                  <a:cubicBezTo>
                    <a:pt x="36" y="131"/>
                    <a:pt x="36" y="132"/>
                    <a:pt x="36" y="132"/>
                  </a:cubicBezTo>
                  <a:cubicBezTo>
                    <a:pt x="36" y="133"/>
                    <a:pt x="35" y="134"/>
                    <a:pt x="34" y="134"/>
                  </a:cubicBezTo>
                  <a:cubicBezTo>
                    <a:pt x="33" y="134"/>
                    <a:pt x="33" y="133"/>
                    <a:pt x="32" y="132"/>
                  </a:cubicBezTo>
                  <a:cubicBezTo>
                    <a:pt x="32" y="132"/>
                    <a:pt x="32" y="131"/>
                    <a:pt x="31" y="130"/>
                  </a:cubicBezTo>
                  <a:cubicBezTo>
                    <a:pt x="31" y="130"/>
                    <a:pt x="30" y="130"/>
                    <a:pt x="30" y="130"/>
                  </a:cubicBezTo>
                  <a:cubicBezTo>
                    <a:pt x="29" y="130"/>
                    <a:pt x="28" y="130"/>
                    <a:pt x="27" y="130"/>
                  </a:cubicBezTo>
                  <a:cubicBezTo>
                    <a:pt x="27" y="130"/>
                    <a:pt x="25" y="131"/>
                    <a:pt x="25" y="131"/>
                  </a:cubicBezTo>
                  <a:cubicBezTo>
                    <a:pt x="24" y="132"/>
                    <a:pt x="23" y="132"/>
                    <a:pt x="23" y="133"/>
                  </a:cubicBezTo>
                  <a:cubicBezTo>
                    <a:pt x="22" y="133"/>
                    <a:pt x="21" y="134"/>
                    <a:pt x="21" y="135"/>
                  </a:cubicBezTo>
                  <a:cubicBezTo>
                    <a:pt x="20" y="135"/>
                    <a:pt x="19" y="137"/>
                    <a:pt x="18" y="138"/>
                  </a:cubicBezTo>
                  <a:cubicBezTo>
                    <a:pt x="17" y="138"/>
                    <a:pt x="16" y="138"/>
                    <a:pt x="15" y="138"/>
                  </a:cubicBezTo>
                  <a:cubicBezTo>
                    <a:pt x="14" y="138"/>
                    <a:pt x="12" y="138"/>
                    <a:pt x="11" y="138"/>
                  </a:cubicBezTo>
                  <a:cubicBezTo>
                    <a:pt x="11" y="137"/>
                    <a:pt x="11" y="136"/>
                    <a:pt x="11" y="136"/>
                  </a:cubicBezTo>
                  <a:cubicBezTo>
                    <a:pt x="10" y="135"/>
                    <a:pt x="8" y="135"/>
                    <a:pt x="7" y="135"/>
                  </a:cubicBezTo>
                  <a:cubicBezTo>
                    <a:pt x="6" y="135"/>
                    <a:pt x="5" y="136"/>
                    <a:pt x="5" y="136"/>
                  </a:cubicBezTo>
                  <a:cubicBezTo>
                    <a:pt x="4" y="136"/>
                    <a:pt x="3" y="136"/>
                    <a:pt x="3" y="136"/>
                  </a:cubicBezTo>
                  <a:cubicBezTo>
                    <a:pt x="3" y="136"/>
                    <a:pt x="3" y="136"/>
                    <a:pt x="3" y="135"/>
                  </a:cubicBezTo>
                  <a:cubicBezTo>
                    <a:pt x="3" y="135"/>
                    <a:pt x="2" y="134"/>
                    <a:pt x="2" y="134"/>
                  </a:cubicBezTo>
                  <a:cubicBezTo>
                    <a:pt x="2" y="134"/>
                    <a:pt x="0" y="133"/>
                    <a:pt x="0" y="133"/>
                  </a:cubicBezTo>
                  <a:cubicBezTo>
                    <a:pt x="0" y="133"/>
                    <a:pt x="0" y="131"/>
                    <a:pt x="0" y="130"/>
                  </a:cubicBezTo>
                  <a:cubicBezTo>
                    <a:pt x="0" y="129"/>
                    <a:pt x="1" y="127"/>
                    <a:pt x="1" y="126"/>
                  </a:cubicBezTo>
                  <a:cubicBezTo>
                    <a:pt x="1" y="125"/>
                    <a:pt x="2" y="123"/>
                    <a:pt x="2" y="122"/>
                  </a:cubicBezTo>
                  <a:cubicBezTo>
                    <a:pt x="3" y="121"/>
                    <a:pt x="3" y="119"/>
                    <a:pt x="4" y="118"/>
                  </a:cubicBezTo>
                  <a:cubicBezTo>
                    <a:pt x="4" y="116"/>
                    <a:pt x="5" y="114"/>
                    <a:pt x="6" y="113"/>
                  </a:cubicBezTo>
                  <a:cubicBezTo>
                    <a:pt x="6" y="112"/>
                    <a:pt x="7" y="110"/>
                    <a:pt x="7" y="109"/>
                  </a:cubicBezTo>
                  <a:cubicBezTo>
                    <a:pt x="7" y="107"/>
                    <a:pt x="8" y="105"/>
                    <a:pt x="9" y="103"/>
                  </a:cubicBezTo>
                  <a:cubicBezTo>
                    <a:pt x="10" y="103"/>
                    <a:pt x="11" y="101"/>
                    <a:pt x="12" y="101"/>
                  </a:cubicBezTo>
                  <a:cubicBezTo>
                    <a:pt x="13" y="100"/>
                    <a:pt x="15" y="99"/>
                    <a:pt x="16" y="98"/>
                  </a:cubicBezTo>
                  <a:cubicBezTo>
                    <a:pt x="16" y="98"/>
                    <a:pt x="17" y="96"/>
                    <a:pt x="17" y="96"/>
                  </a:cubicBezTo>
                  <a:cubicBezTo>
                    <a:pt x="17" y="95"/>
                    <a:pt x="17" y="93"/>
                    <a:pt x="18" y="92"/>
                  </a:cubicBezTo>
                  <a:cubicBezTo>
                    <a:pt x="18" y="91"/>
                    <a:pt x="20" y="89"/>
                    <a:pt x="21" y="88"/>
                  </a:cubicBezTo>
                  <a:cubicBezTo>
                    <a:pt x="22" y="88"/>
                    <a:pt x="24" y="86"/>
                    <a:pt x="25" y="85"/>
                  </a:cubicBezTo>
                  <a:cubicBezTo>
                    <a:pt x="25" y="85"/>
                    <a:pt x="26" y="83"/>
                    <a:pt x="26" y="82"/>
                  </a:cubicBezTo>
                  <a:cubicBezTo>
                    <a:pt x="27" y="81"/>
                    <a:pt x="27" y="79"/>
                    <a:pt x="27" y="78"/>
                  </a:cubicBezTo>
                  <a:cubicBezTo>
                    <a:pt x="28" y="76"/>
                    <a:pt x="29" y="74"/>
                    <a:pt x="29" y="72"/>
                  </a:cubicBezTo>
                  <a:cubicBezTo>
                    <a:pt x="29" y="71"/>
                    <a:pt x="30" y="69"/>
                    <a:pt x="30" y="67"/>
                  </a:cubicBezTo>
                  <a:cubicBezTo>
                    <a:pt x="30" y="66"/>
                    <a:pt x="29" y="65"/>
                    <a:pt x="28" y="64"/>
                  </a:cubicBezTo>
                  <a:cubicBezTo>
                    <a:pt x="28" y="64"/>
                    <a:pt x="27" y="62"/>
                    <a:pt x="28" y="62"/>
                  </a:cubicBezTo>
                  <a:cubicBezTo>
                    <a:pt x="28" y="61"/>
                    <a:pt x="29" y="61"/>
                    <a:pt x="29" y="61"/>
                  </a:cubicBezTo>
                  <a:cubicBezTo>
                    <a:pt x="30" y="60"/>
                    <a:pt x="31" y="60"/>
                    <a:pt x="31" y="60"/>
                  </a:cubicBezTo>
                  <a:cubicBezTo>
                    <a:pt x="32" y="59"/>
                    <a:pt x="32" y="57"/>
                    <a:pt x="33" y="56"/>
                  </a:cubicBezTo>
                  <a:cubicBezTo>
                    <a:pt x="33" y="55"/>
                    <a:pt x="34" y="53"/>
                    <a:pt x="35" y="53"/>
                  </a:cubicBezTo>
                  <a:cubicBezTo>
                    <a:pt x="36" y="52"/>
                    <a:pt x="37" y="53"/>
                    <a:pt x="38" y="52"/>
                  </a:cubicBezTo>
                  <a:cubicBezTo>
                    <a:pt x="39" y="51"/>
                    <a:pt x="38" y="49"/>
                    <a:pt x="38" y="48"/>
                  </a:cubicBezTo>
                  <a:cubicBezTo>
                    <a:pt x="39" y="47"/>
                    <a:pt x="40" y="44"/>
                    <a:pt x="40" y="42"/>
                  </a:cubicBezTo>
                  <a:cubicBezTo>
                    <a:pt x="41" y="41"/>
                    <a:pt x="44" y="39"/>
                    <a:pt x="45" y="38"/>
                  </a:cubicBezTo>
                  <a:cubicBezTo>
                    <a:pt x="46" y="38"/>
                    <a:pt x="48" y="37"/>
                    <a:pt x="49" y="37"/>
                  </a:cubicBezTo>
                  <a:cubicBezTo>
                    <a:pt x="50" y="36"/>
                    <a:pt x="51" y="37"/>
                    <a:pt x="52" y="36"/>
                  </a:cubicBezTo>
                  <a:cubicBezTo>
                    <a:pt x="53" y="36"/>
                    <a:pt x="53" y="35"/>
                    <a:pt x="54" y="35"/>
                  </a:cubicBezTo>
                  <a:cubicBezTo>
                    <a:pt x="55" y="34"/>
                    <a:pt x="56" y="35"/>
                    <a:pt x="57" y="35"/>
                  </a:cubicBezTo>
                  <a:cubicBezTo>
                    <a:pt x="58" y="34"/>
                    <a:pt x="57" y="32"/>
                    <a:pt x="57" y="31"/>
                  </a:cubicBezTo>
                  <a:cubicBezTo>
                    <a:pt x="57" y="30"/>
                    <a:pt x="58" y="28"/>
                    <a:pt x="58" y="27"/>
                  </a:cubicBezTo>
                  <a:cubicBezTo>
                    <a:pt x="58" y="26"/>
                    <a:pt x="59" y="25"/>
                    <a:pt x="59" y="24"/>
                  </a:cubicBezTo>
                  <a:cubicBezTo>
                    <a:pt x="60" y="23"/>
                    <a:pt x="60" y="22"/>
                    <a:pt x="60" y="22"/>
                  </a:cubicBezTo>
                  <a:cubicBezTo>
                    <a:pt x="60" y="21"/>
                    <a:pt x="60" y="19"/>
                    <a:pt x="60" y="18"/>
                  </a:cubicBezTo>
                  <a:cubicBezTo>
                    <a:pt x="60" y="18"/>
                    <a:pt x="59" y="16"/>
                    <a:pt x="58" y="16"/>
                  </a:cubicBezTo>
                  <a:cubicBezTo>
                    <a:pt x="57" y="15"/>
                    <a:pt x="55" y="13"/>
                    <a:pt x="54" y="12"/>
                  </a:cubicBezTo>
                  <a:cubicBezTo>
                    <a:pt x="54" y="11"/>
                    <a:pt x="52" y="10"/>
                    <a:pt x="52" y="9"/>
                  </a:cubicBezTo>
                  <a:cubicBezTo>
                    <a:pt x="52" y="8"/>
                    <a:pt x="52" y="8"/>
                    <a:pt x="52" y="7"/>
                  </a:cubicBezTo>
                  <a:cubicBezTo>
                    <a:pt x="53" y="7"/>
                    <a:pt x="53" y="7"/>
                    <a:pt x="53" y="6"/>
                  </a:cubicBezTo>
                  <a:cubicBezTo>
                    <a:pt x="53" y="6"/>
                    <a:pt x="53" y="6"/>
                    <a:pt x="53" y="6"/>
                  </a:cubicBezTo>
                  <a:cubicBezTo>
                    <a:pt x="54" y="6"/>
                    <a:pt x="55" y="7"/>
                    <a:pt x="55" y="7"/>
                  </a:cubicBezTo>
                  <a:cubicBezTo>
                    <a:pt x="56" y="7"/>
                    <a:pt x="57" y="7"/>
                    <a:pt x="58" y="7"/>
                  </a:cubicBezTo>
                  <a:cubicBezTo>
                    <a:pt x="59" y="7"/>
                    <a:pt x="60" y="6"/>
                    <a:pt x="60" y="6"/>
                  </a:cubicBezTo>
                  <a:cubicBezTo>
                    <a:pt x="61" y="5"/>
                    <a:pt x="62" y="4"/>
                    <a:pt x="62" y="4"/>
                  </a:cubicBezTo>
                  <a:cubicBezTo>
                    <a:pt x="62" y="3"/>
                    <a:pt x="63" y="2"/>
                    <a:pt x="64" y="1"/>
                  </a:cubicBezTo>
                  <a:cubicBezTo>
                    <a:pt x="64" y="1"/>
                    <a:pt x="65" y="1"/>
                    <a:pt x="65" y="0"/>
                  </a:cubicBezTo>
                  <a:cubicBezTo>
                    <a:pt x="65" y="0"/>
                    <a:pt x="65" y="0"/>
                    <a:pt x="65" y="1"/>
                  </a:cubicBezTo>
                  <a:cubicBezTo>
                    <a:pt x="66" y="1"/>
                    <a:pt x="68" y="3"/>
                    <a:pt x="69" y="4"/>
                  </a:cubicBezTo>
                  <a:cubicBezTo>
                    <a:pt x="70" y="4"/>
                    <a:pt x="71" y="5"/>
                    <a:pt x="72" y="6"/>
                  </a:cubicBezTo>
                  <a:cubicBezTo>
                    <a:pt x="73" y="6"/>
                    <a:pt x="75" y="6"/>
                    <a:pt x="76" y="7"/>
                  </a:cubicBezTo>
                  <a:cubicBezTo>
                    <a:pt x="77" y="7"/>
                    <a:pt x="79" y="6"/>
                    <a:pt x="80" y="6"/>
                  </a:cubicBezTo>
                  <a:cubicBezTo>
                    <a:pt x="81" y="6"/>
                    <a:pt x="83" y="7"/>
                    <a:pt x="84" y="7"/>
                  </a:cubicBezTo>
                  <a:cubicBezTo>
                    <a:pt x="85" y="7"/>
                    <a:pt x="86" y="8"/>
                    <a:pt x="86" y="8"/>
                  </a:cubicBezTo>
                  <a:cubicBezTo>
                    <a:pt x="87" y="9"/>
                    <a:pt x="86" y="11"/>
                    <a:pt x="86" y="12"/>
                  </a:cubicBezTo>
                  <a:cubicBezTo>
                    <a:pt x="86" y="13"/>
                    <a:pt x="87" y="16"/>
                    <a:pt x="87" y="17"/>
                  </a:cubicBezTo>
                  <a:cubicBezTo>
                    <a:pt x="87" y="18"/>
                    <a:pt x="87" y="21"/>
                    <a:pt x="86" y="22"/>
                  </a:cubicBezTo>
                  <a:cubicBezTo>
                    <a:pt x="86" y="22"/>
                    <a:pt x="85" y="22"/>
                    <a:pt x="85" y="23"/>
                  </a:cubicBezTo>
                  <a:cubicBezTo>
                    <a:pt x="84" y="23"/>
                    <a:pt x="84" y="24"/>
                    <a:pt x="83" y="24"/>
                  </a:cubicBezTo>
                  <a:cubicBezTo>
                    <a:pt x="83" y="24"/>
                    <a:pt x="82" y="25"/>
                    <a:pt x="82" y="25"/>
                  </a:cubicBezTo>
                  <a:cubicBezTo>
                    <a:pt x="81" y="26"/>
                    <a:pt x="80" y="26"/>
                    <a:pt x="80" y="26"/>
                  </a:cubicBezTo>
                  <a:cubicBezTo>
                    <a:pt x="79" y="27"/>
                    <a:pt x="78" y="28"/>
                    <a:pt x="78" y="29"/>
                  </a:cubicBezTo>
                  <a:cubicBezTo>
                    <a:pt x="78" y="30"/>
                    <a:pt x="78" y="32"/>
                    <a:pt x="78" y="33"/>
                  </a:cubicBezTo>
                  <a:cubicBezTo>
                    <a:pt x="79" y="34"/>
                    <a:pt x="80" y="36"/>
                    <a:pt x="81" y="37"/>
                  </a:cubicBezTo>
                  <a:cubicBezTo>
                    <a:pt x="81" y="38"/>
                    <a:pt x="82" y="39"/>
                    <a:pt x="82" y="40"/>
                  </a:cubicBezTo>
                  <a:cubicBezTo>
                    <a:pt x="82" y="40"/>
                    <a:pt x="82" y="42"/>
                    <a:pt x="82" y="42"/>
                  </a:cubicBezTo>
                  <a:cubicBezTo>
                    <a:pt x="81" y="43"/>
                    <a:pt x="79" y="42"/>
                    <a:pt x="78" y="42"/>
                  </a:cubicBezTo>
                  <a:cubicBezTo>
                    <a:pt x="78" y="42"/>
                    <a:pt x="76" y="42"/>
                    <a:pt x="76" y="42"/>
                  </a:cubicBezTo>
                  <a:cubicBezTo>
                    <a:pt x="75" y="42"/>
                    <a:pt x="73" y="41"/>
                    <a:pt x="73" y="41"/>
                  </a:cubicBezTo>
                  <a:cubicBezTo>
                    <a:pt x="72" y="40"/>
                    <a:pt x="72" y="39"/>
                    <a:pt x="71" y="38"/>
                  </a:cubicBezTo>
                  <a:cubicBezTo>
                    <a:pt x="71" y="38"/>
                    <a:pt x="69" y="38"/>
                    <a:pt x="69" y="38"/>
                  </a:cubicBezTo>
                  <a:cubicBezTo>
                    <a:pt x="69" y="38"/>
                    <a:pt x="69" y="39"/>
                    <a:pt x="68" y="40"/>
                  </a:cubicBezTo>
                  <a:cubicBezTo>
                    <a:pt x="68" y="40"/>
                    <a:pt x="67" y="41"/>
                    <a:pt x="66" y="41"/>
                  </a:cubicBezTo>
                  <a:cubicBezTo>
                    <a:pt x="66" y="42"/>
                    <a:pt x="64" y="42"/>
                    <a:pt x="64" y="43"/>
                  </a:cubicBezTo>
                  <a:cubicBezTo>
                    <a:pt x="64" y="43"/>
                    <a:pt x="65" y="44"/>
                    <a:pt x="65" y="44"/>
                  </a:cubicBezTo>
                  <a:cubicBezTo>
                    <a:pt x="66" y="45"/>
                    <a:pt x="68" y="45"/>
                    <a:pt x="69" y="45"/>
                  </a:cubicBezTo>
                  <a:cubicBezTo>
                    <a:pt x="70" y="45"/>
                    <a:pt x="71" y="45"/>
                    <a:pt x="72" y="46"/>
                  </a:cubicBezTo>
                  <a:cubicBezTo>
                    <a:pt x="72" y="46"/>
                    <a:pt x="73" y="47"/>
                    <a:pt x="73" y="48"/>
                  </a:cubicBezTo>
                  <a:cubicBezTo>
                    <a:pt x="73" y="48"/>
                    <a:pt x="73" y="50"/>
                    <a:pt x="73" y="50"/>
                  </a:cubicBezTo>
                  <a:cubicBezTo>
                    <a:pt x="73" y="51"/>
                    <a:pt x="72" y="53"/>
                    <a:pt x="71" y="53"/>
                  </a:cubicBezTo>
                  <a:cubicBezTo>
                    <a:pt x="70" y="54"/>
                    <a:pt x="69" y="54"/>
                    <a:pt x="69" y="54"/>
                  </a:cubicBezTo>
                  <a:cubicBezTo>
                    <a:pt x="68" y="55"/>
                    <a:pt x="67" y="56"/>
                    <a:pt x="67" y="56"/>
                  </a:cubicBezTo>
                  <a:cubicBezTo>
                    <a:pt x="67" y="57"/>
                    <a:pt x="68" y="58"/>
                    <a:pt x="68" y="58"/>
                  </a:cubicBezTo>
                  <a:cubicBezTo>
                    <a:pt x="69" y="59"/>
                    <a:pt x="70" y="61"/>
                    <a:pt x="71" y="61"/>
                  </a:cubicBezTo>
                  <a:cubicBezTo>
                    <a:pt x="72" y="63"/>
                    <a:pt x="76" y="65"/>
                    <a:pt x="77" y="66"/>
                  </a:cubicBezTo>
                  <a:cubicBezTo>
                    <a:pt x="77" y="67"/>
                    <a:pt x="78" y="69"/>
                    <a:pt x="79" y="70"/>
                  </a:cubicBezTo>
                  <a:cubicBezTo>
                    <a:pt x="79" y="71"/>
                    <a:pt x="79" y="73"/>
                    <a:pt x="80" y="74"/>
                  </a:cubicBezTo>
                  <a:cubicBezTo>
                    <a:pt x="80" y="75"/>
                    <a:pt x="81" y="78"/>
                    <a:pt x="81" y="79"/>
                  </a:cubicBezTo>
                  <a:cubicBezTo>
                    <a:pt x="82" y="80"/>
                    <a:pt x="83" y="82"/>
                    <a:pt x="83" y="82"/>
                  </a:cubicBezTo>
                  <a:cubicBezTo>
                    <a:pt x="83" y="83"/>
                    <a:pt x="83" y="85"/>
                    <a:pt x="83" y="86"/>
                  </a:cubicBezTo>
                  <a:cubicBezTo>
                    <a:pt x="83" y="86"/>
                    <a:pt x="84" y="88"/>
                    <a:pt x="83" y="88"/>
                  </a:cubicBezTo>
                  <a:cubicBezTo>
                    <a:pt x="83" y="89"/>
                    <a:pt x="82" y="90"/>
                    <a:pt x="81" y="91"/>
                  </a:cubicBezTo>
                  <a:cubicBezTo>
                    <a:pt x="81" y="92"/>
                    <a:pt x="81" y="93"/>
                    <a:pt x="81" y="94"/>
                  </a:cubicBezTo>
                  <a:cubicBezTo>
                    <a:pt x="81" y="94"/>
                    <a:pt x="82" y="95"/>
                    <a:pt x="82" y="96"/>
                  </a:cubicBezTo>
                  <a:cubicBezTo>
                    <a:pt x="82" y="96"/>
                    <a:pt x="82" y="97"/>
                    <a:pt x="82" y="9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152"/>
            <p:cNvSpPr>
              <a:spLocks/>
            </p:cNvSpPr>
            <p:nvPr/>
          </p:nvSpPr>
          <p:spPr bwMode="auto">
            <a:xfrm>
              <a:off x="1346201" y="2082801"/>
              <a:ext cx="171450" cy="274638"/>
            </a:xfrm>
            <a:custGeom>
              <a:avLst/>
              <a:gdLst/>
              <a:ahLst/>
              <a:cxnLst>
                <a:cxn ang="0">
                  <a:pos x="7" y="36"/>
                </a:cxn>
                <a:cxn ang="0">
                  <a:pos x="14" y="29"/>
                </a:cxn>
                <a:cxn ang="0">
                  <a:pos x="13" y="23"/>
                </a:cxn>
                <a:cxn ang="0">
                  <a:pos x="8" y="27"/>
                </a:cxn>
                <a:cxn ang="0">
                  <a:pos x="1" y="26"/>
                </a:cxn>
                <a:cxn ang="0">
                  <a:pos x="3" y="19"/>
                </a:cxn>
                <a:cxn ang="0">
                  <a:pos x="9" y="10"/>
                </a:cxn>
                <a:cxn ang="0">
                  <a:pos x="13" y="3"/>
                </a:cxn>
                <a:cxn ang="0">
                  <a:pos x="14" y="0"/>
                </a:cxn>
                <a:cxn ang="0">
                  <a:pos x="20" y="7"/>
                </a:cxn>
                <a:cxn ang="0">
                  <a:pos x="26" y="8"/>
                </a:cxn>
                <a:cxn ang="0">
                  <a:pos x="33" y="14"/>
                </a:cxn>
                <a:cxn ang="0">
                  <a:pos x="39" y="18"/>
                </a:cxn>
                <a:cxn ang="0">
                  <a:pos x="47" y="20"/>
                </a:cxn>
                <a:cxn ang="0">
                  <a:pos x="52" y="22"/>
                </a:cxn>
                <a:cxn ang="0">
                  <a:pos x="55" y="31"/>
                </a:cxn>
                <a:cxn ang="0">
                  <a:pos x="59" y="40"/>
                </a:cxn>
                <a:cxn ang="0">
                  <a:pos x="56" y="45"/>
                </a:cxn>
                <a:cxn ang="0">
                  <a:pos x="53" y="50"/>
                </a:cxn>
                <a:cxn ang="0">
                  <a:pos x="59" y="48"/>
                </a:cxn>
                <a:cxn ang="0">
                  <a:pos x="68" y="47"/>
                </a:cxn>
                <a:cxn ang="0">
                  <a:pos x="75" y="45"/>
                </a:cxn>
                <a:cxn ang="0">
                  <a:pos x="80" y="43"/>
                </a:cxn>
                <a:cxn ang="0">
                  <a:pos x="88" y="47"/>
                </a:cxn>
                <a:cxn ang="0">
                  <a:pos x="89" y="56"/>
                </a:cxn>
                <a:cxn ang="0">
                  <a:pos x="85" y="62"/>
                </a:cxn>
                <a:cxn ang="0">
                  <a:pos x="85" y="70"/>
                </a:cxn>
                <a:cxn ang="0">
                  <a:pos x="83" y="72"/>
                </a:cxn>
                <a:cxn ang="0">
                  <a:pos x="84" y="76"/>
                </a:cxn>
                <a:cxn ang="0">
                  <a:pos x="79" y="81"/>
                </a:cxn>
                <a:cxn ang="0">
                  <a:pos x="71" y="88"/>
                </a:cxn>
                <a:cxn ang="0">
                  <a:pos x="72" y="97"/>
                </a:cxn>
                <a:cxn ang="0">
                  <a:pos x="70" y="103"/>
                </a:cxn>
                <a:cxn ang="0">
                  <a:pos x="67" y="109"/>
                </a:cxn>
                <a:cxn ang="0">
                  <a:pos x="63" y="112"/>
                </a:cxn>
                <a:cxn ang="0">
                  <a:pos x="57" y="106"/>
                </a:cxn>
                <a:cxn ang="0">
                  <a:pos x="53" y="108"/>
                </a:cxn>
                <a:cxn ang="0">
                  <a:pos x="45" y="109"/>
                </a:cxn>
                <a:cxn ang="0">
                  <a:pos x="40" y="115"/>
                </a:cxn>
                <a:cxn ang="0">
                  <a:pos x="37" y="122"/>
                </a:cxn>
                <a:cxn ang="0">
                  <a:pos x="36" y="131"/>
                </a:cxn>
                <a:cxn ang="0">
                  <a:pos x="31" y="140"/>
                </a:cxn>
                <a:cxn ang="0">
                  <a:pos x="29" y="146"/>
                </a:cxn>
                <a:cxn ang="0">
                  <a:pos x="27" y="140"/>
                </a:cxn>
                <a:cxn ang="0">
                  <a:pos x="25" y="138"/>
                </a:cxn>
                <a:cxn ang="0">
                  <a:pos x="26" y="130"/>
                </a:cxn>
                <a:cxn ang="0">
                  <a:pos x="24" y="121"/>
                </a:cxn>
                <a:cxn ang="0">
                  <a:pos x="20" y="108"/>
                </a:cxn>
                <a:cxn ang="0">
                  <a:pos x="10" y="98"/>
                </a:cxn>
                <a:cxn ang="0">
                  <a:pos x="16" y="92"/>
                </a:cxn>
                <a:cxn ang="0">
                  <a:pos x="12" y="87"/>
                </a:cxn>
                <a:cxn ang="0">
                  <a:pos x="9" y="83"/>
                </a:cxn>
                <a:cxn ang="0">
                  <a:pos x="14" y="80"/>
                </a:cxn>
                <a:cxn ang="0">
                  <a:pos x="21" y="84"/>
                </a:cxn>
                <a:cxn ang="0">
                  <a:pos x="24" y="79"/>
                </a:cxn>
                <a:cxn ang="0">
                  <a:pos x="23" y="68"/>
                </a:cxn>
                <a:cxn ang="0">
                  <a:pos x="28" y="65"/>
                </a:cxn>
                <a:cxn ang="0">
                  <a:pos x="29" y="54"/>
                </a:cxn>
                <a:cxn ang="0">
                  <a:pos x="23" y="48"/>
                </a:cxn>
                <a:cxn ang="0">
                  <a:pos x="12" y="46"/>
                </a:cxn>
              </a:cxnLst>
              <a:rect l="0" t="0" r="r" b="b"/>
              <a:pathLst>
                <a:path w="91" h="146">
                  <a:moveTo>
                    <a:pt x="8" y="42"/>
                  </a:moveTo>
                  <a:cubicBezTo>
                    <a:pt x="7" y="41"/>
                    <a:pt x="6" y="40"/>
                    <a:pt x="6" y="40"/>
                  </a:cubicBezTo>
                  <a:cubicBezTo>
                    <a:pt x="6" y="39"/>
                    <a:pt x="7" y="37"/>
                    <a:pt x="7" y="36"/>
                  </a:cubicBezTo>
                  <a:cubicBezTo>
                    <a:pt x="7" y="36"/>
                    <a:pt x="8" y="34"/>
                    <a:pt x="8" y="33"/>
                  </a:cubicBezTo>
                  <a:cubicBezTo>
                    <a:pt x="8" y="33"/>
                    <a:pt x="10" y="31"/>
                    <a:pt x="11" y="31"/>
                  </a:cubicBezTo>
                  <a:cubicBezTo>
                    <a:pt x="11" y="30"/>
                    <a:pt x="13" y="29"/>
                    <a:pt x="14" y="29"/>
                  </a:cubicBezTo>
                  <a:cubicBezTo>
                    <a:pt x="14" y="28"/>
                    <a:pt x="16" y="27"/>
                    <a:pt x="16" y="26"/>
                  </a:cubicBezTo>
                  <a:cubicBezTo>
                    <a:pt x="16" y="25"/>
                    <a:pt x="15" y="24"/>
                    <a:pt x="15" y="24"/>
                  </a:cubicBezTo>
                  <a:cubicBezTo>
                    <a:pt x="15" y="23"/>
                    <a:pt x="14" y="23"/>
                    <a:pt x="13" y="23"/>
                  </a:cubicBezTo>
                  <a:cubicBezTo>
                    <a:pt x="13" y="23"/>
                    <a:pt x="12" y="23"/>
                    <a:pt x="11" y="23"/>
                  </a:cubicBezTo>
                  <a:cubicBezTo>
                    <a:pt x="11" y="24"/>
                    <a:pt x="9" y="25"/>
                    <a:pt x="9" y="25"/>
                  </a:cubicBezTo>
                  <a:cubicBezTo>
                    <a:pt x="8" y="26"/>
                    <a:pt x="8" y="27"/>
                    <a:pt x="8" y="27"/>
                  </a:cubicBezTo>
                  <a:cubicBezTo>
                    <a:pt x="7" y="28"/>
                    <a:pt x="6" y="29"/>
                    <a:pt x="6" y="29"/>
                  </a:cubicBezTo>
                  <a:cubicBezTo>
                    <a:pt x="5" y="29"/>
                    <a:pt x="4" y="29"/>
                    <a:pt x="4" y="29"/>
                  </a:cubicBezTo>
                  <a:cubicBezTo>
                    <a:pt x="3" y="29"/>
                    <a:pt x="2" y="27"/>
                    <a:pt x="1" y="26"/>
                  </a:cubicBezTo>
                  <a:cubicBezTo>
                    <a:pt x="1" y="26"/>
                    <a:pt x="0" y="24"/>
                    <a:pt x="0" y="24"/>
                  </a:cubicBezTo>
                  <a:cubicBezTo>
                    <a:pt x="0" y="23"/>
                    <a:pt x="1" y="22"/>
                    <a:pt x="1" y="22"/>
                  </a:cubicBezTo>
                  <a:cubicBezTo>
                    <a:pt x="2" y="21"/>
                    <a:pt x="3" y="20"/>
                    <a:pt x="3" y="19"/>
                  </a:cubicBezTo>
                  <a:cubicBezTo>
                    <a:pt x="3" y="19"/>
                    <a:pt x="3" y="17"/>
                    <a:pt x="4" y="17"/>
                  </a:cubicBezTo>
                  <a:cubicBezTo>
                    <a:pt x="4" y="16"/>
                    <a:pt x="5" y="15"/>
                    <a:pt x="6" y="14"/>
                  </a:cubicBezTo>
                  <a:cubicBezTo>
                    <a:pt x="7" y="13"/>
                    <a:pt x="8" y="11"/>
                    <a:pt x="9" y="10"/>
                  </a:cubicBezTo>
                  <a:cubicBezTo>
                    <a:pt x="9" y="9"/>
                    <a:pt x="9" y="8"/>
                    <a:pt x="10" y="7"/>
                  </a:cubicBezTo>
                  <a:cubicBezTo>
                    <a:pt x="10" y="7"/>
                    <a:pt x="11" y="6"/>
                    <a:pt x="12" y="5"/>
                  </a:cubicBezTo>
                  <a:cubicBezTo>
                    <a:pt x="12" y="5"/>
                    <a:pt x="13" y="4"/>
                    <a:pt x="13" y="3"/>
                  </a:cubicBezTo>
                  <a:cubicBezTo>
                    <a:pt x="13" y="2"/>
                    <a:pt x="13" y="1"/>
                    <a:pt x="13" y="1"/>
                  </a:cubicBezTo>
                  <a:cubicBezTo>
                    <a:pt x="13" y="1"/>
                    <a:pt x="13" y="1"/>
                    <a:pt x="13" y="1"/>
                  </a:cubicBezTo>
                  <a:cubicBezTo>
                    <a:pt x="13" y="0"/>
                    <a:pt x="14" y="0"/>
                    <a:pt x="14" y="0"/>
                  </a:cubicBezTo>
                  <a:cubicBezTo>
                    <a:pt x="15" y="0"/>
                    <a:pt x="18" y="1"/>
                    <a:pt x="19" y="2"/>
                  </a:cubicBezTo>
                  <a:cubicBezTo>
                    <a:pt x="19" y="2"/>
                    <a:pt x="20" y="3"/>
                    <a:pt x="20" y="4"/>
                  </a:cubicBezTo>
                  <a:cubicBezTo>
                    <a:pt x="20" y="5"/>
                    <a:pt x="19" y="6"/>
                    <a:pt x="20" y="7"/>
                  </a:cubicBezTo>
                  <a:cubicBezTo>
                    <a:pt x="20" y="7"/>
                    <a:pt x="21" y="9"/>
                    <a:pt x="22" y="9"/>
                  </a:cubicBezTo>
                  <a:cubicBezTo>
                    <a:pt x="23" y="9"/>
                    <a:pt x="24" y="8"/>
                    <a:pt x="25" y="8"/>
                  </a:cubicBezTo>
                  <a:cubicBezTo>
                    <a:pt x="25" y="8"/>
                    <a:pt x="26" y="8"/>
                    <a:pt x="26" y="8"/>
                  </a:cubicBezTo>
                  <a:cubicBezTo>
                    <a:pt x="27" y="9"/>
                    <a:pt x="27" y="10"/>
                    <a:pt x="28" y="11"/>
                  </a:cubicBezTo>
                  <a:cubicBezTo>
                    <a:pt x="29" y="11"/>
                    <a:pt x="31" y="12"/>
                    <a:pt x="31" y="12"/>
                  </a:cubicBezTo>
                  <a:cubicBezTo>
                    <a:pt x="32" y="13"/>
                    <a:pt x="33" y="14"/>
                    <a:pt x="33" y="14"/>
                  </a:cubicBezTo>
                  <a:cubicBezTo>
                    <a:pt x="34" y="14"/>
                    <a:pt x="34" y="15"/>
                    <a:pt x="35" y="15"/>
                  </a:cubicBezTo>
                  <a:cubicBezTo>
                    <a:pt x="35" y="16"/>
                    <a:pt x="37" y="17"/>
                    <a:pt x="37" y="17"/>
                  </a:cubicBezTo>
                  <a:cubicBezTo>
                    <a:pt x="38" y="18"/>
                    <a:pt x="39" y="18"/>
                    <a:pt x="39" y="18"/>
                  </a:cubicBezTo>
                  <a:cubicBezTo>
                    <a:pt x="40" y="19"/>
                    <a:pt x="42" y="18"/>
                    <a:pt x="43" y="18"/>
                  </a:cubicBezTo>
                  <a:cubicBezTo>
                    <a:pt x="43" y="19"/>
                    <a:pt x="44" y="19"/>
                    <a:pt x="45" y="19"/>
                  </a:cubicBezTo>
                  <a:cubicBezTo>
                    <a:pt x="45" y="19"/>
                    <a:pt x="46" y="19"/>
                    <a:pt x="47" y="20"/>
                  </a:cubicBezTo>
                  <a:cubicBezTo>
                    <a:pt x="47" y="20"/>
                    <a:pt x="49" y="21"/>
                    <a:pt x="49" y="21"/>
                  </a:cubicBezTo>
                  <a:cubicBezTo>
                    <a:pt x="50" y="21"/>
                    <a:pt x="51" y="20"/>
                    <a:pt x="51" y="20"/>
                  </a:cubicBezTo>
                  <a:cubicBezTo>
                    <a:pt x="52" y="21"/>
                    <a:pt x="52" y="22"/>
                    <a:pt x="52" y="22"/>
                  </a:cubicBezTo>
                  <a:cubicBezTo>
                    <a:pt x="52" y="23"/>
                    <a:pt x="53" y="24"/>
                    <a:pt x="53" y="25"/>
                  </a:cubicBezTo>
                  <a:cubicBezTo>
                    <a:pt x="54" y="25"/>
                    <a:pt x="54" y="27"/>
                    <a:pt x="54" y="27"/>
                  </a:cubicBezTo>
                  <a:cubicBezTo>
                    <a:pt x="54" y="28"/>
                    <a:pt x="55" y="30"/>
                    <a:pt x="55" y="31"/>
                  </a:cubicBezTo>
                  <a:cubicBezTo>
                    <a:pt x="56" y="32"/>
                    <a:pt x="56" y="33"/>
                    <a:pt x="57" y="34"/>
                  </a:cubicBezTo>
                  <a:cubicBezTo>
                    <a:pt x="57" y="35"/>
                    <a:pt x="58" y="37"/>
                    <a:pt x="59" y="38"/>
                  </a:cubicBezTo>
                  <a:cubicBezTo>
                    <a:pt x="59" y="38"/>
                    <a:pt x="59" y="39"/>
                    <a:pt x="59" y="40"/>
                  </a:cubicBezTo>
                  <a:cubicBezTo>
                    <a:pt x="59" y="40"/>
                    <a:pt x="59" y="41"/>
                    <a:pt x="59" y="42"/>
                  </a:cubicBezTo>
                  <a:cubicBezTo>
                    <a:pt x="58" y="42"/>
                    <a:pt x="57" y="42"/>
                    <a:pt x="57" y="43"/>
                  </a:cubicBezTo>
                  <a:cubicBezTo>
                    <a:pt x="57" y="43"/>
                    <a:pt x="56" y="45"/>
                    <a:pt x="56" y="45"/>
                  </a:cubicBezTo>
                  <a:cubicBezTo>
                    <a:pt x="56" y="45"/>
                    <a:pt x="55" y="46"/>
                    <a:pt x="54" y="46"/>
                  </a:cubicBezTo>
                  <a:cubicBezTo>
                    <a:pt x="54" y="47"/>
                    <a:pt x="54" y="47"/>
                    <a:pt x="53" y="48"/>
                  </a:cubicBezTo>
                  <a:cubicBezTo>
                    <a:pt x="53" y="48"/>
                    <a:pt x="53" y="49"/>
                    <a:pt x="53" y="50"/>
                  </a:cubicBezTo>
                  <a:cubicBezTo>
                    <a:pt x="54" y="50"/>
                    <a:pt x="55" y="51"/>
                    <a:pt x="55" y="51"/>
                  </a:cubicBezTo>
                  <a:cubicBezTo>
                    <a:pt x="56" y="51"/>
                    <a:pt x="57" y="50"/>
                    <a:pt x="57" y="49"/>
                  </a:cubicBezTo>
                  <a:cubicBezTo>
                    <a:pt x="58" y="49"/>
                    <a:pt x="59" y="48"/>
                    <a:pt x="59" y="48"/>
                  </a:cubicBezTo>
                  <a:cubicBezTo>
                    <a:pt x="60" y="48"/>
                    <a:pt x="61" y="47"/>
                    <a:pt x="62" y="47"/>
                  </a:cubicBezTo>
                  <a:cubicBezTo>
                    <a:pt x="62" y="46"/>
                    <a:pt x="64" y="46"/>
                    <a:pt x="64" y="46"/>
                  </a:cubicBezTo>
                  <a:cubicBezTo>
                    <a:pt x="65" y="46"/>
                    <a:pt x="67" y="47"/>
                    <a:pt x="68" y="47"/>
                  </a:cubicBezTo>
                  <a:cubicBezTo>
                    <a:pt x="69" y="47"/>
                    <a:pt x="71" y="48"/>
                    <a:pt x="72" y="47"/>
                  </a:cubicBezTo>
                  <a:cubicBezTo>
                    <a:pt x="72" y="47"/>
                    <a:pt x="73" y="46"/>
                    <a:pt x="73" y="46"/>
                  </a:cubicBezTo>
                  <a:cubicBezTo>
                    <a:pt x="74" y="46"/>
                    <a:pt x="75" y="45"/>
                    <a:pt x="75" y="45"/>
                  </a:cubicBezTo>
                  <a:cubicBezTo>
                    <a:pt x="76" y="44"/>
                    <a:pt x="76" y="43"/>
                    <a:pt x="77" y="42"/>
                  </a:cubicBezTo>
                  <a:cubicBezTo>
                    <a:pt x="77" y="42"/>
                    <a:pt x="78" y="40"/>
                    <a:pt x="79" y="40"/>
                  </a:cubicBezTo>
                  <a:cubicBezTo>
                    <a:pt x="79" y="40"/>
                    <a:pt x="80" y="42"/>
                    <a:pt x="80" y="43"/>
                  </a:cubicBezTo>
                  <a:cubicBezTo>
                    <a:pt x="81" y="43"/>
                    <a:pt x="81" y="45"/>
                    <a:pt x="82" y="45"/>
                  </a:cubicBezTo>
                  <a:cubicBezTo>
                    <a:pt x="83" y="46"/>
                    <a:pt x="85" y="46"/>
                    <a:pt x="86" y="46"/>
                  </a:cubicBezTo>
                  <a:cubicBezTo>
                    <a:pt x="86" y="46"/>
                    <a:pt x="88" y="47"/>
                    <a:pt x="88" y="47"/>
                  </a:cubicBezTo>
                  <a:cubicBezTo>
                    <a:pt x="89" y="48"/>
                    <a:pt x="90" y="49"/>
                    <a:pt x="90" y="49"/>
                  </a:cubicBezTo>
                  <a:cubicBezTo>
                    <a:pt x="90" y="50"/>
                    <a:pt x="91" y="52"/>
                    <a:pt x="90" y="53"/>
                  </a:cubicBezTo>
                  <a:cubicBezTo>
                    <a:pt x="90" y="54"/>
                    <a:pt x="89" y="55"/>
                    <a:pt x="89" y="56"/>
                  </a:cubicBezTo>
                  <a:cubicBezTo>
                    <a:pt x="88" y="57"/>
                    <a:pt x="87" y="58"/>
                    <a:pt x="87" y="59"/>
                  </a:cubicBezTo>
                  <a:cubicBezTo>
                    <a:pt x="87" y="59"/>
                    <a:pt x="85" y="59"/>
                    <a:pt x="85" y="60"/>
                  </a:cubicBezTo>
                  <a:cubicBezTo>
                    <a:pt x="85" y="60"/>
                    <a:pt x="85" y="62"/>
                    <a:pt x="85" y="62"/>
                  </a:cubicBezTo>
                  <a:cubicBezTo>
                    <a:pt x="85" y="62"/>
                    <a:pt x="84" y="65"/>
                    <a:pt x="83" y="66"/>
                  </a:cubicBezTo>
                  <a:cubicBezTo>
                    <a:pt x="83" y="66"/>
                    <a:pt x="82" y="67"/>
                    <a:pt x="83" y="68"/>
                  </a:cubicBezTo>
                  <a:cubicBezTo>
                    <a:pt x="83" y="69"/>
                    <a:pt x="84" y="70"/>
                    <a:pt x="85" y="70"/>
                  </a:cubicBezTo>
                  <a:cubicBezTo>
                    <a:pt x="85" y="70"/>
                    <a:pt x="86" y="71"/>
                    <a:pt x="87" y="71"/>
                  </a:cubicBezTo>
                  <a:cubicBezTo>
                    <a:pt x="86" y="71"/>
                    <a:pt x="86" y="72"/>
                    <a:pt x="86" y="72"/>
                  </a:cubicBezTo>
                  <a:cubicBezTo>
                    <a:pt x="85" y="72"/>
                    <a:pt x="84" y="72"/>
                    <a:pt x="83" y="72"/>
                  </a:cubicBezTo>
                  <a:cubicBezTo>
                    <a:pt x="83" y="73"/>
                    <a:pt x="82" y="74"/>
                    <a:pt x="82" y="74"/>
                  </a:cubicBezTo>
                  <a:cubicBezTo>
                    <a:pt x="82" y="74"/>
                    <a:pt x="83" y="75"/>
                    <a:pt x="83" y="75"/>
                  </a:cubicBezTo>
                  <a:cubicBezTo>
                    <a:pt x="83" y="76"/>
                    <a:pt x="84" y="76"/>
                    <a:pt x="84" y="76"/>
                  </a:cubicBezTo>
                  <a:cubicBezTo>
                    <a:pt x="85" y="77"/>
                    <a:pt x="84" y="78"/>
                    <a:pt x="84" y="78"/>
                  </a:cubicBezTo>
                  <a:cubicBezTo>
                    <a:pt x="84" y="78"/>
                    <a:pt x="83" y="79"/>
                    <a:pt x="82" y="79"/>
                  </a:cubicBezTo>
                  <a:cubicBezTo>
                    <a:pt x="81" y="79"/>
                    <a:pt x="80" y="80"/>
                    <a:pt x="79" y="81"/>
                  </a:cubicBezTo>
                  <a:cubicBezTo>
                    <a:pt x="78" y="81"/>
                    <a:pt x="76" y="82"/>
                    <a:pt x="75" y="83"/>
                  </a:cubicBezTo>
                  <a:cubicBezTo>
                    <a:pt x="74" y="83"/>
                    <a:pt x="73" y="85"/>
                    <a:pt x="72" y="85"/>
                  </a:cubicBezTo>
                  <a:cubicBezTo>
                    <a:pt x="72" y="86"/>
                    <a:pt x="71" y="87"/>
                    <a:pt x="71" y="88"/>
                  </a:cubicBezTo>
                  <a:cubicBezTo>
                    <a:pt x="71" y="89"/>
                    <a:pt x="71" y="90"/>
                    <a:pt x="71" y="91"/>
                  </a:cubicBezTo>
                  <a:cubicBezTo>
                    <a:pt x="71" y="92"/>
                    <a:pt x="71" y="93"/>
                    <a:pt x="71" y="94"/>
                  </a:cubicBezTo>
                  <a:cubicBezTo>
                    <a:pt x="71" y="95"/>
                    <a:pt x="73" y="96"/>
                    <a:pt x="72" y="97"/>
                  </a:cubicBezTo>
                  <a:cubicBezTo>
                    <a:pt x="72" y="98"/>
                    <a:pt x="71" y="99"/>
                    <a:pt x="71" y="99"/>
                  </a:cubicBezTo>
                  <a:cubicBezTo>
                    <a:pt x="70" y="100"/>
                    <a:pt x="70" y="101"/>
                    <a:pt x="70" y="102"/>
                  </a:cubicBezTo>
                  <a:cubicBezTo>
                    <a:pt x="70" y="102"/>
                    <a:pt x="70" y="103"/>
                    <a:pt x="70" y="103"/>
                  </a:cubicBezTo>
                  <a:cubicBezTo>
                    <a:pt x="69" y="104"/>
                    <a:pt x="68" y="104"/>
                    <a:pt x="68" y="105"/>
                  </a:cubicBezTo>
                  <a:cubicBezTo>
                    <a:pt x="68" y="105"/>
                    <a:pt x="68" y="107"/>
                    <a:pt x="68" y="107"/>
                  </a:cubicBezTo>
                  <a:cubicBezTo>
                    <a:pt x="68" y="108"/>
                    <a:pt x="68" y="109"/>
                    <a:pt x="67" y="109"/>
                  </a:cubicBezTo>
                  <a:cubicBezTo>
                    <a:pt x="67" y="110"/>
                    <a:pt x="67" y="110"/>
                    <a:pt x="67" y="111"/>
                  </a:cubicBezTo>
                  <a:cubicBezTo>
                    <a:pt x="66" y="111"/>
                    <a:pt x="65" y="112"/>
                    <a:pt x="65" y="112"/>
                  </a:cubicBezTo>
                  <a:cubicBezTo>
                    <a:pt x="64" y="112"/>
                    <a:pt x="64" y="113"/>
                    <a:pt x="63" y="112"/>
                  </a:cubicBezTo>
                  <a:cubicBezTo>
                    <a:pt x="63" y="112"/>
                    <a:pt x="62" y="111"/>
                    <a:pt x="61" y="111"/>
                  </a:cubicBezTo>
                  <a:cubicBezTo>
                    <a:pt x="61" y="110"/>
                    <a:pt x="60" y="109"/>
                    <a:pt x="59" y="108"/>
                  </a:cubicBezTo>
                  <a:cubicBezTo>
                    <a:pt x="59" y="107"/>
                    <a:pt x="58" y="106"/>
                    <a:pt x="57" y="106"/>
                  </a:cubicBezTo>
                  <a:cubicBezTo>
                    <a:pt x="57" y="105"/>
                    <a:pt x="56" y="105"/>
                    <a:pt x="56" y="105"/>
                  </a:cubicBezTo>
                  <a:cubicBezTo>
                    <a:pt x="56" y="105"/>
                    <a:pt x="55" y="105"/>
                    <a:pt x="55" y="106"/>
                  </a:cubicBezTo>
                  <a:cubicBezTo>
                    <a:pt x="54" y="106"/>
                    <a:pt x="53" y="107"/>
                    <a:pt x="53" y="108"/>
                  </a:cubicBezTo>
                  <a:cubicBezTo>
                    <a:pt x="52" y="108"/>
                    <a:pt x="51" y="108"/>
                    <a:pt x="51" y="108"/>
                  </a:cubicBezTo>
                  <a:cubicBezTo>
                    <a:pt x="50" y="108"/>
                    <a:pt x="48" y="108"/>
                    <a:pt x="48" y="108"/>
                  </a:cubicBezTo>
                  <a:cubicBezTo>
                    <a:pt x="47" y="108"/>
                    <a:pt x="46" y="109"/>
                    <a:pt x="45" y="109"/>
                  </a:cubicBezTo>
                  <a:cubicBezTo>
                    <a:pt x="45" y="110"/>
                    <a:pt x="45" y="111"/>
                    <a:pt x="45" y="112"/>
                  </a:cubicBezTo>
                  <a:cubicBezTo>
                    <a:pt x="44" y="112"/>
                    <a:pt x="44" y="113"/>
                    <a:pt x="43" y="114"/>
                  </a:cubicBezTo>
                  <a:cubicBezTo>
                    <a:pt x="43" y="114"/>
                    <a:pt x="41" y="115"/>
                    <a:pt x="40" y="115"/>
                  </a:cubicBezTo>
                  <a:cubicBezTo>
                    <a:pt x="40" y="115"/>
                    <a:pt x="40" y="116"/>
                    <a:pt x="39" y="117"/>
                  </a:cubicBezTo>
                  <a:cubicBezTo>
                    <a:pt x="39" y="117"/>
                    <a:pt x="38" y="118"/>
                    <a:pt x="38" y="119"/>
                  </a:cubicBezTo>
                  <a:cubicBezTo>
                    <a:pt x="38" y="119"/>
                    <a:pt x="37" y="121"/>
                    <a:pt x="37" y="122"/>
                  </a:cubicBezTo>
                  <a:cubicBezTo>
                    <a:pt x="36" y="123"/>
                    <a:pt x="37" y="125"/>
                    <a:pt x="37" y="125"/>
                  </a:cubicBezTo>
                  <a:cubicBezTo>
                    <a:pt x="37" y="126"/>
                    <a:pt x="36" y="128"/>
                    <a:pt x="36" y="128"/>
                  </a:cubicBezTo>
                  <a:cubicBezTo>
                    <a:pt x="36" y="129"/>
                    <a:pt x="36" y="131"/>
                    <a:pt x="36" y="131"/>
                  </a:cubicBezTo>
                  <a:cubicBezTo>
                    <a:pt x="36" y="133"/>
                    <a:pt x="35" y="135"/>
                    <a:pt x="35" y="136"/>
                  </a:cubicBezTo>
                  <a:cubicBezTo>
                    <a:pt x="35" y="136"/>
                    <a:pt x="34" y="137"/>
                    <a:pt x="33" y="138"/>
                  </a:cubicBezTo>
                  <a:cubicBezTo>
                    <a:pt x="33" y="138"/>
                    <a:pt x="32" y="139"/>
                    <a:pt x="31" y="140"/>
                  </a:cubicBezTo>
                  <a:cubicBezTo>
                    <a:pt x="31" y="140"/>
                    <a:pt x="31" y="142"/>
                    <a:pt x="31" y="142"/>
                  </a:cubicBezTo>
                  <a:cubicBezTo>
                    <a:pt x="31" y="143"/>
                    <a:pt x="31" y="144"/>
                    <a:pt x="30" y="145"/>
                  </a:cubicBezTo>
                  <a:cubicBezTo>
                    <a:pt x="30" y="145"/>
                    <a:pt x="29" y="146"/>
                    <a:pt x="29" y="146"/>
                  </a:cubicBezTo>
                  <a:cubicBezTo>
                    <a:pt x="28" y="146"/>
                    <a:pt x="27" y="145"/>
                    <a:pt x="27" y="145"/>
                  </a:cubicBezTo>
                  <a:cubicBezTo>
                    <a:pt x="27" y="144"/>
                    <a:pt x="27" y="143"/>
                    <a:pt x="27" y="142"/>
                  </a:cubicBezTo>
                  <a:cubicBezTo>
                    <a:pt x="27" y="142"/>
                    <a:pt x="27" y="140"/>
                    <a:pt x="27" y="140"/>
                  </a:cubicBezTo>
                  <a:cubicBezTo>
                    <a:pt x="27" y="140"/>
                    <a:pt x="26" y="140"/>
                    <a:pt x="25" y="139"/>
                  </a:cubicBezTo>
                  <a:cubicBezTo>
                    <a:pt x="25" y="139"/>
                    <a:pt x="25" y="139"/>
                    <a:pt x="25" y="139"/>
                  </a:cubicBezTo>
                  <a:cubicBezTo>
                    <a:pt x="25" y="139"/>
                    <a:pt x="25" y="138"/>
                    <a:pt x="25" y="138"/>
                  </a:cubicBezTo>
                  <a:cubicBezTo>
                    <a:pt x="25" y="137"/>
                    <a:pt x="24" y="136"/>
                    <a:pt x="24" y="136"/>
                  </a:cubicBezTo>
                  <a:cubicBezTo>
                    <a:pt x="24" y="135"/>
                    <a:pt x="24" y="134"/>
                    <a:pt x="24" y="133"/>
                  </a:cubicBezTo>
                  <a:cubicBezTo>
                    <a:pt x="25" y="132"/>
                    <a:pt x="26" y="131"/>
                    <a:pt x="26" y="130"/>
                  </a:cubicBezTo>
                  <a:cubicBezTo>
                    <a:pt x="27" y="130"/>
                    <a:pt x="26" y="128"/>
                    <a:pt x="26" y="128"/>
                  </a:cubicBezTo>
                  <a:cubicBezTo>
                    <a:pt x="26" y="127"/>
                    <a:pt x="26" y="125"/>
                    <a:pt x="26" y="124"/>
                  </a:cubicBezTo>
                  <a:cubicBezTo>
                    <a:pt x="26" y="124"/>
                    <a:pt x="25" y="122"/>
                    <a:pt x="24" y="121"/>
                  </a:cubicBezTo>
                  <a:cubicBezTo>
                    <a:pt x="24" y="120"/>
                    <a:pt x="23" y="117"/>
                    <a:pt x="23" y="116"/>
                  </a:cubicBezTo>
                  <a:cubicBezTo>
                    <a:pt x="22" y="115"/>
                    <a:pt x="22" y="113"/>
                    <a:pt x="22" y="112"/>
                  </a:cubicBezTo>
                  <a:cubicBezTo>
                    <a:pt x="21" y="111"/>
                    <a:pt x="20" y="109"/>
                    <a:pt x="20" y="108"/>
                  </a:cubicBezTo>
                  <a:cubicBezTo>
                    <a:pt x="19" y="107"/>
                    <a:pt x="15" y="105"/>
                    <a:pt x="14" y="103"/>
                  </a:cubicBezTo>
                  <a:cubicBezTo>
                    <a:pt x="13" y="103"/>
                    <a:pt x="12" y="101"/>
                    <a:pt x="11" y="100"/>
                  </a:cubicBezTo>
                  <a:cubicBezTo>
                    <a:pt x="11" y="100"/>
                    <a:pt x="10" y="99"/>
                    <a:pt x="10" y="98"/>
                  </a:cubicBezTo>
                  <a:cubicBezTo>
                    <a:pt x="10" y="98"/>
                    <a:pt x="11" y="97"/>
                    <a:pt x="12" y="96"/>
                  </a:cubicBezTo>
                  <a:cubicBezTo>
                    <a:pt x="12" y="96"/>
                    <a:pt x="13" y="96"/>
                    <a:pt x="14" y="95"/>
                  </a:cubicBezTo>
                  <a:cubicBezTo>
                    <a:pt x="15" y="95"/>
                    <a:pt x="16" y="93"/>
                    <a:pt x="16" y="92"/>
                  </a:cubicBezTo>
                  <a:cubicBezTo>
                    <a:pt x="16" y="92"/>
                    <a:pt x="16" y="90"/>
                    <a:pt x="16" y="90"/>
                  </a:cubicBezTo>
                  <a:cubicBezTo>
                    <a:pt x="16" y="89"/>
                    <a:pt x="15" y="88"/>
                    <a:pt x="15" y="88"/>
                  </a:cubicBezTo>
                  <a:cubicBezTo>
                    <a:pt x="14" y="87"/>
                    <a:pt x="13" y="87"/>
                    <a:pt x="12" y="87"/>
                  </a:cubicBezTo>
                  <a:cubicBezTo>
                    <a:pt x="11" y="87"/>
                    <a:pt x="9" y="87"/>
                    <a:pt x="8" y="86"/>
                  </a:cubicBezTo>
                  <a:cubicBezTo>
                    <a:pt x="8" y="86"/>
                    <a:pt x="7" y="85"/>
                    <a:pt x="7" y="85"/>
                  </a:cubicBezTo>
                  <a:cubicBezTo>
                    <a:pt x="7" y="84"/>
                    <a:pt x="9" y="84"/>
                    <a:pt x="9" y="83"/>
                  </a:cubicBezTo>
                  <a:cubicBezTo>
                    <a:pt x="10" y="83"/>
                    <a:pt x="11" y="82"/>
                    <a:pt x="11" y="82"/>
                  </a:cubicBezTo>
                  <a:cubicBezTo>
                    <a:pt x="12" y="81"/>
                    <a:pt x="12" y="80"/>
                    <a:pt x="12" y="80"/>
                  </a:cubicBezTo>
                  <a:cubicBezTo>
                    <a:pt x="12" y="80"/>
                    <a:pt x="14" y="80"/>
                    <a:pt x="14" y="80"/>
                  </a:cubicBezTo>
                  <a:cubicBezTo>
                    <a:pt x="15" y="81"/>
                    <a:pt x="15" y="82"/>
                    <a:pt x="16" y="83"/>
                  </a:cubicBezTo>
                  <a:cubicBezTo>
                    <a:pt x="16" y="83"/>
                    <a:pt x="18" y="84"/>
                    <a:pt x="19" y="84"/>
                  </a:cubicBezTo>
                  <a:cubicBezTo>
                    <a:pt x="19" y="84"/>
                    <a:pt x="21" y="84"/>
                    <a:pt x="21" y="84"/>
                  </a:cubicBezTo>
                  <a:cubicBezTo>
                    <a:pt x="22" y="84"/>
                    <a:pt x="24" y="85"/>
                    <a:pt x="25" y="84"/>
                  </a:cubicBezTo>
                  <a:cubicBezTo>
                    <a:pt x="25" y="84"/>
                    <a:pt x="25" y="82"/>
                    <a:pt x="25" y="82"/>
                  </a:cubicBezTo>
                  <a:cubicBezTo>
                    <a:pt x="25" y="81"/>
                    <a:pt x="24" y="80"/>
                    <a:pt x="24" y="79"/>
                  </a:cubicBezTo>
                  <a:cubicBezTo>
                    <a:pt x="23" y="78"/>
                    <a:pt x="22" y="76"/>
                    <a:pt x="21" y="75"/>
                  </a:cubicBezTo>
                  <a:cubicBezTo>
                    <a:pt x="21" y="74"/>
                    <a:pt x="21" y="72"/>
                    <a:pt x="21" y="71"/>
                  </a:cubicBezTo>
                  <a:cubicBezTo>
                    <a:pt x="21" y="70"/>
                    <a:pt x="22" y="69"/>
                    <a:pt x="23" y="68"/>
                  </a:cubicBezTo>
                  <a:cubicBezTo>
                    <a:pt x="23" y="68"/>
                    <a:pt x="24" y="68"/>
                    <a:pt x="25" y="67"/>
                  </a:cubicBezTo>
                  <a:cubicBezTo>
                    <a:pt x="25" y="67"/>
                    <a:pt x="26" y="66"/>
                    <a:pt x="26" y="66"/>
                  </a:cubicBezTo>
                  <a:cubicBezTo>
                    <a:pt x="27" y="66"/>
                    <a:pt x="27" y="65"/>
                    <a:pt x="28" y="65"/>
                  </a:cubicBezTo>
                  <a:cubicBezTo>
                    <a:pt x="28" y="64"/>
                    <a:pt x="29" y="64"/>
                    <a:pt x="29" y="64"/>
                  </a:cubicBezTo>
                  <a:cubicBezTo>
                    <a:pt x="30" y="63"/>
                    <a:pt x="30" y="60"/>
                    <a:pt x="30" y="59"/>
                  </a:cubicBezTo>
                  <a:cubicBezTo>
                    <a:pt x="30" y="58"/>
                    <a:pt x="29" y="55"/>
                    <a:pt x="29" y="54"/>
                  </a:cubicBezTo>
                  <a:cubicBezTo>
                    <a:pt x="29" y="53"/>
                    <a:pt x="30" y="51"/>
                    <a:pt x="29" y="50"/>
                  </a:cubicBezTo>
                  <a:cubicBezTo>
                    <a:pt x="29" y="50"/>
                    <a:pt x="28" y="49"/>
                    <a:pt x="27" y="49"/>
                  </a:cubicBezTo>
                  <a:cubicBezTo>
                    <a:pt x="26" y="49"/>
                    <a:pt x="24" y="48"/>
                    <a:pt x="23" y="48"/>
                  </a:cubicBezTo>
                  <a:cubicBezTo>
                    <a:pt x="22" y="48"/>
                    <a:pt x="20" y="49"/>
                    <a:pt x="19" y="49"/>
                  </a:cubicBezTo>
                  <a:cubicBezTo>
                    <a:pt x="18" y="48"/>
                    <a:pt x="16" y="48"/>
                    <a:pt x="15" y="48"/>
                  </a:cubicBezTo>
                  <a:cubicBezTo>
                    <a:pt x="14" y="47"/>
                    <a:pt x="13" y="46"/>
                    <a:pt x="12" y="46"/>
                  </a:cubicBezTo>
                  <a:cubicBezTo>
                    <a:pt x="11" y="45"/>
                    <a:pt x="9" y="43"/>
                    <a:pt x="8" y="43"/>
                  </a:cubicBezTo>
                  <a:cubicBezTo>
                    <a:pt x="8" y="42"/>
                    <a:pt x="8" y="42"/>
                    <a:pt x="8" y="4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153"/>
            <p:cNvSpPr>
              <a:spLocks/>
            </p:cNvSpPr>
            <p:nvPr/>
          </p:nvSpPr>
          <p:spPr bwMode="auto">
            <a:xfrm>
              <a:off x="1306513" y="2003426"/>
              <a:ext cx="114300" cy="80963"/>
            </a:xfrm>
            <a:custGeom>
              <a:avLst/>
              <a:gdLst/>
              <a:ahLst/>
              <a:cxnLst>
                <a:cxn ang="0">
                  <a:pos x="1" y="21"/>
                </a:cxn>
                <a:cxn ang="0">
                  <a:pos x="3" y="21"/>
                </a:cxn>
                <a:cxn ang="0">
                  <a:pos x="6" y="22"/>
                </a:cxn>
                <a:cxn ang="0">
                  <a:pos x="9" y="23"/>
                </a:cxn>
                <a:cxn ang="0">
                  <a:pos x="13" y="23"/>
                </a:cxn>
                <a:cxn ang="0">
                  <a:pos x="16" y="23"/>
                </a:cxn>
                <a:cxn ang="0">
                  <a:pos x="19" y="22"/>
                </a:cxn>
                <a:cxn ang="0">
                  <a:pos x="21" y="19"/>
                </a:cxn>
                <a:cxn ang="0">
                  <a:pos x="21" y="16"/>
                </a:cxn>
                <a:cxn ang="0">
                  <a:pos x="20" y="13"/>
                </a:cxn>
                <a:cxn ang="0">
                  <a:pos x="21" y="10"/>
                </a:cxn>
                <a:cxn ang="0">
                  <a:pos x="20" y="7"/>
                </a:cxn>
                <a:cxn ang="0">
                  <a:pos x="20" y="4"/>
                </a:cxn>
                <a:cxn ang="0">
                  <a:pos x="20" y="2"/>
                </a:cxn>
                <a:cxn ang="0">
                  <a:pos x="20" y="0"/>
                </a:cxn>
                <a:cxn ang="0">
                  <a:pos x="21" y="1"/>
                </a:cxn>
                <a:cxn ang="0">
                  <a:pos x="26" y="1"/>
                </a:cxn>
                <a:cxn ang="0">
                  <a:pos x="29" y="3"/>
                </a:cxn>
                <a:cxn ang="0">
                  <a:pos x="33" y="4"/>
                </a:cxn>
                <a:cxn ang="0">
                  <a:pos x="38" y="6"/>
                </a:cxn>
                <a:cxn ang="0">
                  <a:pos x="43" y="8"/>
                </a:cxn>
                <a:cxn ang="0">
                  <a:pos x="46" y="7"/>
                </a:cxn>
                <a:cxn ang="0">
                  <a:pos x="47" y="8"/>
                </a:cxn>
                <a:cxn ang="0">
                  <a:pos x="49" y="9"/>
                </a:cxn>
                <a:cxn ang="0">
                  <a:pos x="51" y="10"/>
                </a:cxn>
                <a:cxn ang="0">
                  <a:pos x="52" y="13"/>
                </a:cxn>
                <a:cxn ang="0">
                  <a:pos x="54" y="15"/>
                </a:cxn>
                <a:cxn ang="0">
                  <a:pos x="57" y="17"/>
                </a:cxn>
                <a:cxn ang="0">
                  <a:pos x="60" y="18"/>
                </a:cxn>
                <a:cxn ang="0">
                  <a:pos x="60" y="18"/>
                </a:cxn>
                <a:cxn ang="0">
                  <a:pos x="61" y="21"/>
                </a:cxn>
                <a:cxn ang="0">
                  <a:pos x="59" y="23"/>
                </a:cxn>
                <a:cxn ang="0">
                  <a:pos x="58" y="25"/>
                </a:cxn>
                <a:cxn ang="0">
                  <a:pos x="56" y="29"/>
                </a:cxn>
                <a:cxn ang="0">
                  <a:pos x="56" y="30"/>
                </a:cxn>
                <a:cxn ang="0">
                  <a:pos x="54" y="30"/>
                </a:cxn>
                <a:cxn ang="0">
                  <a:pos x="51" y="30"/>
                </a:cxn>
                <a:cxn ang="0">
                  <a:pos x="47" y="31"/>
                </a:cxn>
                <a:cxn ang="0">
                  <a:pos x="41" y="32"/>
                </a:cxn>
                <a:cxn ang="0">
                  <a:pos x="36" y="32"/>
                </a:cxn>
                <a:cxn ang="0">
                  <a:pos x="34" y="33"/>
                </a:cxn>
                <a:cxn ang="0">
                  <a:pos x="31" y="34"/>
                </a:cxn>
                <a:cxn ang="0">
                  <a:pos x="28" y="35"/>
                </a:cxn>
                <a:cxn ang="0">
                  <a:pos x="28" y="36"/>
                </a:cxn>
                <a:cxn ang="0">
                  <a:pos x="27" y="37"/>
                </a:cxn>
                <a:cxn ang="0">
                  <a:pos x="25" y="40"/>
                </a:cxn>
                <a:cxn ang="0">
                  <a:pos x="23" y="41"/>
                </a:cxn>
                <a:cxn ang="0">
                  <a:pos x="22" y="42"/>
                </a:cxn>
                <a:cxn ang="0">
                  <a:pos x="19" y="43"/>
                </a:cxn>
                <a:cxn ang="0">
                  <a:pos x="18" y="42"/>
                </a:cxn>
                <a:cxn ang="0">
                  <a:pos x="15" y="40"/>
                </a:cxn>
                <a:cxn ang="0">
                  <a:pos x="14" y="40"/>
                </a:cxn>
                <a:cxn ang="0">
                  <a:pos x="13" y="38"/>
                </a:cxn>
                <a:cxn ang="0">
                  <a:pos x="13" y="35"/>
                </a:cxn>
                <a:cxn ang="0">
                  <a:pos x="11" y="33"/>
                </a:cxn>
                <a:cxn ang="0">
                  <a:pos x="9" y="33"/>
                </a:cxn>
                <a:cxn ang="0">
                  <a:pos x="6" y="32"/>
                </a:cxn>
                <a:cxn ang="0">
                  <a:pos x="5" y="29"/>
                </a:cxn>
                <a:cxn ang="0">
                  <a:pos x="4" y="28"/>
                </a:cxn>
                <a:cxn ang="0">
                  <a:pos x="2" y="26"/>
                </a:cxn>
                <a:cxn ang="0">
                  <a:pos x="0" y="24"/>
                </a:cxn>
                <a:cxn ang="0">
                  <a:pos x="0" y="22"/>
                </a:cxn>
                <a:cxn ang="0">
                  <a:pos x="1" y="21"/>
                </a:cxn>
              </a:cxnLst>
              <a:rect l="0" t="0" r="r" b="b"/>
              <a:pathLst>
                <a:path w="61" h="43">
                  <a:moveTo>
                    <a:pt x="1" y="21"/>
                  </a:moveTo>
                  <a:cubicBezTo>
                    <a:pt x="2" y="21"/>
                    <a:pt x="2" y="21"/>
                    <a:pt x="3" y="21"/>
                  </a:cubicBezTo>
                  <a:cubicBezTo>
                    <a:pt x="3" y="21"/>
                    <a:pt x="5" y="21"/>
                    <a:pt x="6" y="22"/>
                  </a:cubicBezTo>
                  <a:cubicBezTo>
                    <a:pt x="7" y="22"/>
                    <a:pt x="8" y="23"/>
                    <a:pt x="9" y="23"/>
                  </a:cubicBezTo>
                  <a:cubicBezTo>
                    <a:pt x="10" y="23"/>
                    <a:pt x="12" y="23"/>
                    <a:pt x="13" y="23"/>
                  </a:cubicBezTo>
                  <a:cubicBezTo>
                    <a:pt x="14" y="23"/>
                    <a:pt x="16" y="23"/>
                    <a:pt x="16" y="23"/>
                  </a:cubicBezTo>
                  <a:cubicBezTo>
                    <a:pt x="17" y="23"/>
                    <a:pt x="19" y="22"/>
                    <a:pt x="19" y="22"/>
                  </a:cubicBezTo>
                  <a:cubicBezTo>
                    <a:pt x="20" y="21"/>
                    <a:pt x="21" y="20"/>
                    <a:pt x="21" y="19"/>
                  </a:cubicBezTo>
                  <a:cubicBezTo>
                    <a:pt x="21" y="19"/>
                    <a:pt x="21" y="17"/>
                    <a:pt x="21" y="16"/>
                  </a:cubicBezTo>
                  <a:cubicBezTo>
                    <a:pt x="21" y="15"/>
                    <a:pt x="20" y="14"/>
                    <a:pt x="20" y="13"/>
                  </a:cubicBezTo>
                  <a:cubicBezTo>
                    <a:pt x="20" y="12"/>
                    <a:pt x="21" y="11"/>
                    <a:pt x="21" y="10"/>
                  </a:cubicBezTo>
                  <a:cubicBezTo>
                    <a:pt x="21" y="9"/>
                    <a:pt x="20" y="8"/>
                    <a:pt x="20" y="7"/>
                  </a:cubicBezTo>
                  <a:cubicBezTo>
                    <a:pt x="20" y="6"/>
                    <a:pt x="20" y="5"/>
                    <a:pt x="20" y="4"/>
                  </a:cubicBezTo>
                  <a:cubicBezTo>
                    <a:pt x="20" y="4"/>
                    <a:pt x="20" y="3"/>
                    <a:pt x="20" y="2"/>
                  </a:cubicBezTo>
                  <a:cubicBezTo>
                    <a:pt x="20" y="2"/>
                    <a:pt x="20" y="1"/>
                    <a:pt x="20" y="0"/>
                  </a:cubicBezTo>
                  <a:cubicBezTo>
                    <a:pt x="20" y="1"/>
                    <a:pt x="20" y="1"/>
                    <a:pt x="21" y="1"/>
                  </a:cubicBezTo>
                  <a:cubicBezTo>
                    <a:pt x="22" y="1"/>
                    <a:pt x="24" y="1"/>
                    <a:pt x="26" y="1"/>
                  </a:cubicBezTo>
                  <a:cubicBezTo>
                    <a:pt x="26" y="2"/>
                    <a:pt x="28" y="3"/>
                    <a:pt x="29" y="3"/>
                  </a:cubicBezTo>
                  <a:cubicBezTo>
                    <a:pt x="30" y="3"/>
                    <a:pt x="32" y="3"/>
                    <a:pt x="33" y="4"/>
                  </a:cubicBezTo>
                  <a:cubicBezTo>
                    <a:pt x="34" y="4"/>
                    <a:pt x="36" y="5"/>
                    <a:pt x="38" y="6"/>
                  </a:cubicBezTo>
                  <a:cubicBezTo>
                    <a:pt x="39" y="6"/>
                    <a:pt x="42" y="7"/>
                    <a:pt x="43" y="8"/>
                  </a:cubicBezTo>
                  <a:cubicBezTo>
                    <a:pt x="44" y="8"/>
                    <a:pt x="45" y="8"/>
                    <a:pt x="46" y="7"/>
                  </a:cubicBezTo>
                  <a:cubicBezTo>
                    <a:pt x="46" y="8"/>
                    <a:pt x="47" y="8"/>
                    <a:pt x="47" y="8"/>
                  </a:cubicBezTo>
                  <a:cubicBezTo>
                    <a:pt x="48" y="8"/>
                    <a:pt x="48" y="9"/>
                    <a:pt x="49" y="9"/>
                  </a:cubicBezTo>
                  <a:cubicBezTo>
                    <a:pt x="49" y="9"/>
                    <a:pt x="50" y="10"/>
                    <a:pt x="51" y="10"/>
                  </a:cubicBezTo>
                  <a:cubicBezTo>
                    <a:pt x="51" y="11"/>
                    <a:pt x="52" y="12"/>
                    <a:pt x="52" y="13"/>
                  </a:cubicBezTo>
                  <a:cubicBezTo>
                    <a:pt x="53" y="14"/>
                    <a:pt x="53" y="15"/>
                    <a:pt x="54" y="15"/>
                  </a:cubicBezTo>
                  <a:cubicBezTo>
                    <a:pt x="55" y="16"/>
                    <a:pt x="56" y="16"/>
                    <a:pt x="57" y="17"/>
                  </a:cubicBezTo>
                  <a:cubicBezTo>
                    <a:pt x="58" y="17"/>
                    <a:pt x="59" y="18"/>
                    <a:pt x="60" y="18"/>
                  </a:cubicBezTo>
                  <a:cubicBezTo>
                    <a:pt x="60" y="18"/>
                    <a:pt x="60" y="18"/>
                    <a:pt x="60" y="18"/>
                  </a:cubicBezTo>
                  <a:cubicBezTo>
                    <a:pt x="60" y="19"/>
                    <a:pt x="61" y="20"/>
                    <a:pt x="61" y="21"/>
                  </a:cubicBezTo>
                  <a:cubicBezTo>
                    <a:pt x="61" y="21"/>
                    <a:pt x="60" y="22"/>
                    <a:pt x="59" y="23"/>
                  </a:cubicBezTo>
                  <a:cubicBezTo>
                    <a:pt x="59" y="23"/>
                    <a:pt x="58" y="25"/>
                    <a:pt x="58" y="25"/>
                  </a:cubicBezTo>
                  <a:cubicBezTo>
                    <a:pt x="58" y="26"/>
                    <a:pt x="57" y="28"/>
                    <a:pt x="56" y="29"/>
                  </a:cubicBezTo>
                  <a:cubicBezTo>
                    <a:pt x="56" y="29"/>
                    <a:pt x="56" y="30"/>
                    <a:pt x="56" y="30"/>
                  </a:cubicBezTo>
                  <a:cubicBezTo>
                    <a:pt x="55" y="30"/>
                    <a:pt x="54" y="30"/>
                    <a:pt x="54" y="30"/>
                  </a:cubicBezTo>
                  <a:cubicBezTo>
                    <a:pt x="53" y="30"/>
                    <a:pt x="51" y="30"/>
                    <a:pt x="51" y="30"/>
                  </a:cubicBezTo>
                  <a:cubicBezTo>
                    <a:pt x="50" y="30"/>
                    <a:pt x="48" y="31"/>
                    <a:pt x="47" y="31"/>
                  </a:cubicBezTo>
                  <a:cubicBezTo>
                    <a:pt x="46" y="31"/>
                    <a:pt x="43" y="32"/>
                    <a:pt x="41" y="32"/>
                  </a:cubicBezTo>
                  <a:cubicBezTo>
                    <a:pt x="40" y="32"/>
                    <a:pt x="38" y="32"/>
                    <a:pt x="36" y="32"/>
                  </a:cubicBezTo>
                  <a:cubicBezTo>
                    <a:pt x="36" y="32"/>
                    <a:pt x="35" y="33"/>
                    <a:pt x="34" y="33"/>
                  </a:cubicBezTo>
                  <a:cubicBezTo>
                    <a:pt x="33" y="33"/>
                    <a:pt x="31" y="33"/>
                    <a:pt x="31" y="34"/>
                  </a:cubicBezTo>
                  <a:cubicBezTo>
                    <a:pt x="30" y="34"/>
                    <a:pt x="29" y="34"/>
                    <a:pt x="28" y="35"/>
                  </a:cubicBezTo>
                  <a:cubicBezTo>
                    <a:pt x="28" y="35"/>
                    <a:pt x="28" y="36"/>
                    <a:pt x="28" y="36"/>
                  </a:cubicBezTo>
                  <a:cubicBezTo>
                    <a:pt x="28" y="36"/>
                    <a:pt x="28" y="37"/>
                    <a:pt x="27" y="37"/>
                  </a:cubicBezTo>
                  <a:cubicBezTo>
                    <a:pt x="27" y="38"/>
                    <a:pt x="25" y="39"/>
                    <a:pt x="25" y="40"/>
                  </a:cubicBezTo>
                  <a:cubicBezTo>
                    <a:pt x="24" y="40"/>
                    <a:pt x="23" y="41"/>
                    <a:pt x="23" y="41"/>
                  </a:cubicBezTo>
                  <a:cubicBezTo>
                    <a:pt x="22" y="41"/>
                    <a:pt x="22" y="42"/>
                    <a:pt x="22" y="42"/>
                  </a:cubicBezTo>
                  <a:cubicBezTo>
                    <a:pt x="21" y="43"/>
                    <a:pt x="20" y="43"/>
                    <a:pt x="19" y="43"/>
                  </a:cubicBezTo>
                  <a:cubicBezTo>
                    <a:pt x="19" y="43"/>
                    <a:pt x="18" y="42"/>
                    <a:pt x="18" y="42"/>
                  </a:cubicBezTo>
                  <a:cubicBezTo>
                    <a:pt x="17" y="41"/>
                    <a:pt x="16" y="40"/>
                    <a:pt x="15" y="40"/>
                  </a:cubicBezTo>
                  <a:cubicBezTo>
                    <a:pt x="15" y="40"/>
                    <a:pt x="14" y="40"/>
                    <a:pt x="14" y="40"/>
                  </a:cubicBezTo>
                  <a:cubicBezTo>
                    <a:pt x="13" y="40"/>
                    <a:pt x="13" y="39"/>
                    <a:pt x="13" y="38"/>
                  </a:cubicBezTo>
                  <a:cubicBezTo>
                    <a:pt x="13" y="38"/>
                    <a:pt x="13" y="36"/>
                    <a:pt x="13" y="35"/>
                  </a:cubicBezTo>
                  <a:cubicBezTo>
                    <a:pt x="13" y="35"/>
                    <a:pt x="12" y="33"/>
                    <a:pt x="11" y="33"/>
                  </a:cubicBezTo>
                  <a:cubicBezTo>
                    <a:pt x="11" y="32"/>
                    <a:pt x="9" y="33"/>
                    <a:pt x="9" y="33"/>
                  </a:cubicBezTo>
                  <a:cubicBezTo>
                    <a:pt x="8" y="32"/>
                    <a:pt x="7" y="32"/>
                    <a:pt x="6" y="32"/>
                  </a:cubicBezTo>
                  <a:cubicBezTo>
                    <a:pt x="6" y="31"/>
                    <a:pt x="6" y="29"/>
                    <a:pt x="5" y="29"/>
                  </a:cubicBezTo>
                  <a:cubicBezTo>
                    <a:pt x="5" y="28"/>
                    <a:pt x="4" y="28"/>
                    <a:pt x="4" y="28"/>
                  </a:cubicBezTo>
                  <a:cubicBezTo>
                    <a:pt x="3" y="28"/>
                    <a:pt x="2" y="27"/>
                    <a:pt x="2" y="26"/>
                  </a:cubicBezTo>
                  <a:cubicBezTo>
                    <a:pt x="1" y="26"/>
                    <a:pt x="0" y="25"/>
                    <a:pt x="0" y="24"/>
                  </a:cubicBezTo>
                  <a:cubicBezTo>
                    <a:pt x="0" y="24"/>
                    <a:pt x="0" y="22"/>
                    <a:pt x="0" y="22"/>
                  </a:cubicBezTo>
                  <a:cubicBezTo>
                    <a:pt x="0" y="22"/>
                    <a:pt x="1" y="21"/>
                    <a:pt x="1" y="2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154"/>
            <p:cNvSpPr>
              <a:spLocks/>
            </p:cNvSpPr>
            <p:nvPr/>
          </p:nvSpPr>
          <p:spPr bwMode="auto">
            <a:xfrm>
              <a:off x="1412876" y="2014538"/>
              <a:ext cx="76200" cy="65088"/>
            </a:xfrm>
            <a:custGeom>
              <a:avLst/>
              <a:gdLst/>
              <a:ahLst/>
              <a:cxnLst>
                <a:cxn ang="0">
                  <a:pos x="4" y="12"/>
                </a:cxn>
                <a:cxn ang="0">
                  <a:pos x="4" y="10"/>
                </a:cxn>
                <a:cxn ang="0">
                  <a:pos x="3" y="7"/>
                </a:cxn>
                <a:cxn ang="0">
                  <a:pos x="4" y="4"/>
                </a:cxn>
                <a:cxn ang="0">
                  <a:pos x="5" y="4"/>
                </a:cxn>
                <a:cxn ang="0">
                  <a:pos x="5" y="4"/>
                </a:cxn>
                <a:cxn ang="0">
                  <a:pos x="8" y="3"/>
                </a:cxn>
                <a:cxn ang="0">
                  <a:pos x="10" y="2"/>
                </a:cxn>
                <a:cxn ang="0">
                  <a:pos x="14" y="1"/>
                </a:cxn>
                <a:cxn ang="0">
                  <a:pos x="18" y="0"/>
                </a:cxn>
                <a:cxn ang="0">
                  <a:pos x="20" y="1"/>
                </a:cxn>
                <a:cxn ang="0">
                  <a:pos x="21" y="4"/>
                </a:cxn>
                <a:cxn ang="0">
                  <a:pos x="22" y="6"/>
                </a:cxn>
                <a:cxn ang="0">
                  <a:pos x="25" y="6"/>
                </a:cxn>
                <a:cxn ang="0">
                  <a:pos x="26" y="6"/>
                </a:cxn>
                <a:cxn ang="0">
                  <a:pos x="27" y="8"/>
                </a:cxn>
                <a:cxn ang="0">
                  <a:pos x="29" y="8"/>
                </a:cxn>
                <a:cxn ang="0">
                  <a:pos x="32" y="8"/>
                </a:cxn>
                <a:cxn ang="0">
                  <a:pos x="35" y="8"/>
                </a:cxn>
                <a:cxn ang="0">
                  <a:pos x="37" y="10"/>
                </a:cxn>
                <a:cxn ang="0">
                  <a:pos x="40" y="11"/>
                </a:cxn>
                <a:cxn ang="0">
                  <a:pos x="41" y="14"/>
                </a:cxn>
                <a:cxn ang="0">
                  <a:pos x="41" y="17"/>
                </a:cxn>
                <a:cxn ang="0">
                  <a:pos x="39" y="20"/>
                </a:cxn>
                <a:cxn ang="0">
                  <a:pos x="37" y="21"/>
                </a:cxn>
                <a:cxn ang="0">
                  <a:pos x="35" y="22"/>
                </a:cxn>
                <a:cxn ang="0">
                  <a:pos x="34" y="23"/>
                </a:cxn>
                <a:cxn ang="0">
                  <a:pos x="31" y="23"/>
                </a:cxn>
                <a:cxn ang="0">
                  <a:pos x="28" y="23"/>
                </a:cxn>
                <a:cxn ang="0">
                  <a:pos x="26" y="22"/>
                </a:cxn>
                <a:cxn ang="0">
                  <a:pos x="25" y="21"/>
                </a:cxn>
                <a:cxn ang="0">
                  <a:pos x="23" y="22"/>
                </a:cxn>
                <a:cxn ang="0">
                  <a:pos x="23" y="25"/>
                </a:cxn>
                <a:cxn ang="0">
                  <a:pos x="22" y="28"/>
                </a:cxn>
                <a:cxn ang="0">
                  <a:pos x="22" y="31"/>
                </a:cxn>
                <a:cxn ang="0">
                  <a:pos x="20" y="33"/>
                </a:cxn>
                <a:cxn ang="0">
                  <a:pos x="17" y="33"/>
                </a:cxn>
                <a:cxn ang="0">
                  <a:pos x="17" y="33"/>
                </a:cxn>
                <a:cxn ang="0">
                  <a:pos x="16" y="33"/>
                </a:cxn>
                <a:cxn ang="0">
                  <a:pos x="16" y="30"/>
                </a:cxn>
                <a:cxn ang="0">
                  <a:pos x="17" y="27"/>
                </a:cxn>
                <a:cxn ang="0">
                  <a:pos x="17" y="25"/>
                </a:cxn>
                <a:cxn ang="0">
                  <a:pos x="16" y="24"/>
                </a:cxn>
                <a:cxn ang="0">
                  <a:pos x="13" y="24"/>
                </a:cxn>
                <a:cxn ang="0">
                  <a:pos x="11" y="24"/>
                </a:cxn>
                <a:cxn ang="0">
                  <a:pos x="9" y="24"/>
                </a:cxn>
                <a:cxn ang="0">
                  <a:pos x="8" y="27"/>
                </a:cxn>
                <a:cxn ang="0">
                  <a:pos x="7" y="29"/>
                </a:cxn>
                <a:cxn ang="0">
                  <a:pos x="6" y="31"/>
                </a:cxn>
                <a:cxn ang="0">
                  <a:pos x="2" y="31"/>
                </a:cxn>
                <a:cxn ang="0">
                  <a:pos x="1" y="29"/>
                </a:cxn>
                <a:cxn ang="0">
                  <a:pos x="0" y="26"/>
                </a:cxn>
                <a:cxn ang="0">
                  <a:pos x="0" y="24"/>
                </a:cxn>
                <a:cxn ang="0">
                  <a:pos x="0" y="23"/>
                </a:cxn>
                <a:cxn ang="0">
                  <a:pos x="2" y="19"/>
                </a:cxn>
                <a:cxn ang="0">
                  <a:pos x="3" y="17"/>
                </a:cxn>
                <a:cxn ang="0">
                  <a:pos x="5" y="15"/>
                </a:cxn>
                <a:cxn ang="0">
                  <a:pos x="4" y="12"/>
                </a:cxn>
                <a:cxn ang="0">
                  <a:pos x="4" y="12"/>
                </a:cxn>
              </a:cxnLst>
              <a:rect l="0" t="0" r="r" b="b"/>
              <a:pathLst>
                <a:path w="41" h="34">
                  <a:moveTo>
                    <a:pt x="4" y="12"/>
                  </a:moveTo>
                  <a:cubicBezTo>
                    <a:pt x="4" y="11"/>
                    <a:pt x="4" y="10"/>
                    <a:pt x="4" y="10"/>
                  </a:cubicBezTo>
                  <a:cubicBezTo>
                    <a:pt x="4" y="9"/>
                    <a:pt x="3" y="8"/>
                    <a:pt x="3" y="7"/>
                  </a:cubicBezTo>
                  <a:cubicBezTo>
                    <a:pt x="3" y="6"/>
                    <a:pt x="4" y="5"/>
                    <a:pt x="4" y="4"/>
                  </a:cubicBezTo>
                  <a:cubicBezTo>
                    <a:pt x="4" y="4"/>
                    <a:pt x="4" y="4"/>
                    <a:pt x="5" y="4"/>
                  </a:cubicBezTo>
                  <a:cubicBezTo>
                    <a:pt x="5" y="4"/>
                    <a:pt x="5" y="4"/>
                    <a:pt x="5" y="4"/>
                  </a:cubicBezTo>
                  <a:cubicBezTo>
                    <a:pt x="6" y="3"/>
                    <a:pt x="7" y="3"/>
                    <a:pt x="8" y="3"/>
                  </a:cubicBezTo>
                  <a:cubicBezTo>
                    <a:pt x="8" y="3"/>
                    <a:pt x="9" y="2"/>
                    <a:pt x="10" y="2"/>
                  </a:cubicBezTo>
                  <a:cubicBezTo>
                    <a:pt x="11" y="1"/>
                    <a:pt x="13" y="2"/>
                    <a:pt x="14" y="1"/>
                  </a:cubicBezTo>
                  <a:cubicBezTo>
                    <a:pt x="15" y="1"/>
                    <a:pt x="17" y="0"/>
                    <a:pt x="18" y="0"/>
                  </a:cubicBezTo>
                  <a:cubicBezTo>
                    <a:pt x="18" y="0"/>
                    <a:pt x="19" y="1"/>
                    <a:pt x="20" y="1"/>
                  </a:cubicBezTo>
                  <a:cubicBezTo>
                    <a:pt x="20" y="2"/>
                    <a:pt x="21" y="3"/>
                    <a:pt x="21" y="4"/>
                  </a:cubicBezTo>
                  <a:cubicBezTo>
                    <a:pt x="21" y="4"/>
                    <a:pt x="22" y="5"/>
                    <a:pt x="22" y="6"/>
                  </a:cubicBezTo>
                  <a:cubicBezTo>
                    <a:pt x="23" y="6"/>
                    <a:pt x="25" y="6"/>
                    <a:pt x="25" y="6"/>
                  </a:cubicBezTo>
                  <a:cubicBezTo>
                    <a:pt x="26" y="6"/>
                    <a:pt x="26" y="6"/>
                    <a:pt x="26" y="6"/>
                  </a:cubicBezTo>
                  <a:cubicBezTo>
                    <a:pt x="26" y="7"/>
                    <a:pt x="27" y="8"/>
                    <a:pt x="27" y="8"/>
                  </a:cubicBezTo>
                  <a:cubicBezTo>
                    <a:pt x="28" y="8"/>
                    <a:pt x="29" y="8"/>
                    <a:pt x="29" y="8"/>
                  </a:cubicBezTo>
                  <a:cubicBezTo>
                    <a:pt x="30" y="9"/>
                    <a:pt x="31" y="8"/>
                    <a:pt x="32" y="8"/>
                  </a:cubicBezTo>
                  <a:cubicBezTo>
                    <a:pt x="33" y="8"/>
                    <a:pt x="34" y="8"/>
                    <a:pt x="35" y="8"/>
                  </a:cubicBezTo>
                  <a:cubicBezTo>
                    <a:pt x="35" y="9"/>
                    <a:pt x="37" y="10"/>
                    <a:pt x="37" y="10"/>
                  </a:cubicBezTo>
                  <a:cubicBezTo>
                    <a:pt x="38" y="11"/>
                    <a:pt x="39" y="11"/>
                    <a:pt x="40" y="11"/>
                  </a:cubicBezTo>
                  <a:cubicBezTo>
                    <a:pt x="40" y="12"/>
                    <a:pt x="41" y="13"/>
                    <a:pt x="41" y="14"/>
                  </a:cubicBezTo>
                  <a:cubicBezTo>
                    <a:pt x="41" y="15"/>
                    <a:pt x="41" y="16"/>
                    <a:pt x="41" y="17"/>
                  </a:cubicBezTo>
                  <a:cubicBezTo>
                    <a:pt x="41" y="18"/>
                    <a:pt x="40" y="20"/>
                    <a:pt x="39" y="20"/>
                  </a:cubicBezTo>
                  <a:cubicBezTo>
                    <a:pt x="39" y="21"/>
                    <a:pt x="37" y="21"/>
                    <a:pt x="37" y="21"/>
                  </a:cubicBezTo>
                  <a:cubicBezTo>
                    <a:pt x="36" y="21"/>
                    <a:pt x="36" y="22"/>
                    <a:pt x="35" y="22"/>
                  </a:cubicBezTo>
                  <a:cubicBezTo>
                    <a:pt x="35" y="22"/>
                    <a:pt x="34" y="23"/>
                    <a:pt x="34" y="23"/>
                  </a:cubicBezTo>
                  <a:cubicBezTo>
                    <a:pt x="33" y="23"/>
                    <a:pt x="32" y="23"/>
                    <a:pt x="31" y="23"/>
                  </a:cubicBezTo>
                  <a:cubicBezTo>
                    <a:pt x="30" y="23"/>
                    <a:pt x="29" y="23"/>
                    <a:pt x="28" y="23"/>
                  </a:cubicBezTo>
                  <a:cubicBezTo>
                    <a:pt x="28" y="23"/>
                    <a:pt x="27" y="22"/>
                    <a:pt x="26" y="22"/>
                  </a:cubicBezTo>
                  <a:cubicBezTo>
                    <a:pt x="26" y="22"/>
                    <a:pt x="25" y="21"/>
                    <a:pt x="25" y="21"/>
                  </a:cubicBezTo>
                  <a:cubicBezTo>
                    <a:pt x="24" y="21"/>
                    <a:pt x="23" y="22"/>
                    <a:pt x="23" y="22"/>
                  </a:cubicBezTo>
                  <a:cubicBezTo>
                    <a:pt x="23" y="23"/>
                    <a:pt x="23" y="24"/>
                    <a:pt x="23" y="25"/>
                  </a:cubicBezTo>
                  <a:cubicBezTo>
                    <a:pt x="23" y="26"/>
                    <a:pt x="22" y="27"/>
                    <a:pt x="22" y="28"/>
                  </a:cubicBezTo>
                  <a:cubicBezTo>
                    <a:pt x="22" y="29"/>
                    <a:pt x="22" y="31"/>
                    <a:pt x="22" y="31"/>
                  </a:cubicBezTo>
                  <a:cubicBezTo>
                    <a:pt x="21" y="32"/>
                    <a:pt x="21" y="33"/>
                    <a:pt x="20" y="33"/>
                  </a:cubicBezTo>
                  <a:cubicBezTo>
                    <a:pt x="19" y="34"/>
                    <a:pt x="18" y="34"/>
                    <a:pt x="17" y="33"/>
                  </a:cubicBezTo>
                  <a:cubicBezTo>
                    <a:pt x="17" y="33"/>
                    <a:pt x="17" y="33"/>
                    <a:pt x="17" y="33"/>
                  </a:cubicBezTo>
                  <a:cubicBezTo>
                    <a:pt x="16" y="33"/>
                    <a:pt x="16" y="33"/>
                    <a:pt x="16" y="33"/>
                  </a:cubicBezTo>
                  <a:cubicBezTo>
                    <a:pt x="16" y="32"/>
                    <a:pt x="16" y="31"/>
                    <a:pt x="16" y="30"/>
                  </a:cubicBezTo>
                  <a:cubicBezTo>
                    <a:pt x="16" y="30"/>
                    <a:pt x="17" y="28"/>
                    <a:pt x="17" y="27"/>
                  </a:cubicBezTo>
                  <a:cubicBezTo>
                    <a:pt x="17" y="27"/>
                    <a:pt x="17" y="26"/>
                    <a:pt x="17" y="25"/>
                  </a:cubicBezTo>
                  <a:cubicBezTo>
                    <a:pt x="17" y="25"/>
                    <a:pt x="16" y="24"/>
                    <a:pt x="16" y="24"/>
                  </a:cubicBezTo>
                  <a:cubicBezTo>
                    <a:pt x="15" y="24"/>
                    <a:pt x="13" y="24"/>
                    <a:pt x="13" y="24"/>
                  </a:cubicBezTo>
                  <a:cubicBezTo>
                    <a:pt x="12" y="24"/>
                    <a:pt x="11" y="25"/>
                    <a:pt x="11" y="24"/>
                  </a:cubicBezTo>
                  <a:cubicBezTo>
                    <a:pt x="10" y="24"/>
                    <a:pt x="9" y="24"/>
                    <a:pt x="9" y="24"/>
                  </a:cubicBezTo>
                  <a:cubicBezTo>
                    <a:pt x="8" y="24"/>
                    <a:pt x="8" y="26"/>
                    <a:pt x="8" y="27"/>
                  </a:cubicBezTo>
                  <a:cubicBezTo>
                    <a:pt x="8" y="28"/>
                    <a:pt x="7" y="28"/>
                    <a:pt x="7" y="29"/>
                  </a:cubicBezTo>
                  <a:cubicBezTo>
                    <a:pt x="6" y="29"/>
                    <a:pt x="7" y="31"/>
                    <a:pt x="6" y="31"/>
                  </a:cubicBezTo>
                  <a:cubicBezTo>
                    <a:pt x="5" y="32"/>
                    <a:pt x="3" y="32"/>
                    <a:pt x="2" y="31"/>
                  </a:cubicBezTo>
                  <a:cubicBezTo>
                    <a:pt x="2" y="31"/>
                    <a:pt x="1" y="30"/>
                    <a:pt x="1" y="29"/>
                  </a:cubicBezTo>
                  <a:cubicBezTo>
                    <a:pt x="0" y="29"/>
                    <a:pt x="0" y="27"/>
                    <a:pt x="0" y="26"/>
                  </a:cubicBezTo>
                  <a:cubicBezTo>
                    <a:pt x="0" y="26"/>
                    <a:pt x="0" y="25"/>
                    <a:pt x="0" y="24"/>
                  </a:cubicBezTo>
                  <a:cubicBezTo>
                    <a:pt x="0" y="24"/>
                    <a:pt x="0" y="23"/>
                    <a:pt x="0" y="23"/>
                  </a:cubicBezTo>
                  <a:cubicBezTo>
                    <a:pt x="1" y="22"/>
                    <a:pt x="2" y="20"/>
                    <a:pt x="2" y="19"/>
                  </a:cubicBezTo>
                  <a:cubicBezTo>
                    <a:pt x="2" y="19"/>
                    <a:pt x="3" y="17"/>
                    <a:pt x="3" y="17"/>
                  </a:cubicBezTo>
                  <a:cubicBezTo>
                    <a:pt x="4" y="16"/>
                    <a:pt x="5" y="15"/>
                    <a:pt x="5" y="15"/>
                  </a:cubicBezTo>
                  <a:cubicBezTo>
                    <a:pt x="5" y="14"/>
                    <a:pt x="4" y="13"/>
                    <a:pt x="4" y="12"/>
                  </a:cubicBezTo>
                  <a:cubicBezTo>
                    <a:pt x="4" y="12"/>
                    <a:pt x="4" y="12"/>
                    <a:pt x="4"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155"/>
            <p:cNvSpPr>
              <a:spLocks/>
            </p:cNvSpPr>
            <p:nvPr/>
          </p:nvSpPr>
          <p:spPr bwMode="auto">
            <a:xfrm>
              <a:off x="1400176" y="1966913"/>
              <a:ext cx="93663" cy="58738"/>
            </a:xfrm>
            <a:custGeom>
              <a:avLst/>
              <a:gdLst/>
              <a:ahLst/>
              <a:cxnLst>
                <a:cxn ang="0">
                  <a:pos x="49" y="16"/>
                </a:cxn>
                <a:cxn ang="0">
                  <a:pos x="48" y="19"/>
                </a:cxn>
                <a:cxn ang="0">
                  <a:pos x="47" y="21"/>
                </a:cxn>
                <a:cxn ang="0">
                  <a:pos x="47" y="23"/>
                </a:cxn>
                <a:cxn ang="0">
                  <a:pos x="47" y="25"/>
                </a:cxn>
                <a:cxn ang="0">
                  <a:pos x="43" y="26"/>
                </a:cxn>
                <a:cxn ang="0">
                  <a:pos x="39" y="26"/>
                </a:cxn>
                <a:cxn ang="0">
                  <a:pos x="36" y="28"/>
                </a:cxn>
                <a:cxn ang="0">
                  <a:pos x="35" y="30"/>
                </a:cxn>
                <a:cxn ang="0">
                  <a:pos x="33" y="31"/>
                </a:cxn>
                <a:cxn ang="0">
                  <a:pos x="32" y="32"/>
                </a:cxn>
                <a:cxn ang="0">
                  <a:pos x="31" y="32"/>
                </a:cxn>
                <a:cxn ang="0">
                  <a:pos x="28" y="32"/>
                </a:cxn>
                <a:cxn ang="0">
                  <a:pos x="27" y="30"/>
                </a:cxn>
                <a:cxn ang="0">
                  <a:pos x="26" y="27"/>
                </a:cxn>
                <a:cxn ang="0">
                  <a:pos x="24" y="26"/>
                </a:cxn>
                <a:cxn ang="0">
                  <a:pos x="20" y="27"/>
                </a:cxn>
                <a:cxn ang="0">
                  <a:pos x="16" y="28"/>
                </a:cxn>
                <a:cxn ang="0">
                  <a:pos x="14" y="29"/>
                </a:cxn>
                <a:cxn ang="0">
                  <a:pos x="11" y="30"/>
                </a:cxn>
                <a:cxn ang="0">
                  <a:pos x="11" y="30"/>
                </a:cxn>
                <a:cxn ang="0">
                  <a:pos x="10" y="29"/>
                </a:cxn>
                <a:cxn ang="0">
                  <a:pos x="8" y="28"/>
                </a:cxn>
                <a:cxn ang="0">
                  <a:pos x="4" y="23"/>
                </a:cxn>
                <a:cxn ang="0">
                  <a:pos x="2" y="18"/>
                </a:cxn>
                <a:cxn ang="0">
                  <a:pos x="1" y="15"/>
                </a:cxn>
                <a:cxn ang="0">
                  <a:pos x="1" y="11"/>
                </a:cxn>
                <a:cxn ang="0">
                  <a:pos x="0" y="9"/>
                </a:cxn>
                <a:cxn ang="0">
                  <a:pos x="1" y="9"/>
                </a:cxn>
                <a:cxn ang="0">
                  <a:pos x="5" y="9"/>
                </a:cxn>
                <a:cxn ang="0">
                  <a:pos x="7" y="10"/>
                </a:cxn>
                <a:cxn ang="0">
                  <a:pos x="10" y="12"/>
                </a:cxn>
                <a:cxn ang="0">
                  <a:pos x="12" y="12"/>
                </a:cxn>
                <a:cxn ang="0">
                  <a:pos x="15" y="11"/>
                </a:cxn>
                <a:cxn ang="0">
                  <a:pos x="15" y="8"/>
                </a:cxn>
                <a:cxn ang="0">
                  <a:pos x="14" y="6"/>
                </a:cxn>
                <a:cxn ang="0">
                  <a:pos x="13" y="3"/>
                </a:cxn>
                <a:cxn ang="0">
                  <a:pos x="13" y="1"/>
                </a:cxn>
                <a:cxn ang="0">
                  <a:pos x="15" y="1"/>
                </a:cxn>
                <a:cxn ang="0">
                  <a:pos x="17" y="2"/>
                </a:cxn>
                <a:cxn ang="0">
                  <a:pos x="20" y="3"/>
                </a:cxn>
                <a:cxn ang="0">
                  <a:pos x="24" y="2"/>
                </a:cxn>
                <a:cxn ang="0">
                  <a:pos x="26" y="3"/>
                </a:cxn>
                <a:cxn ang="0">
                  <a:pos x="27" y="4"/>
                </a:cxn>
                <a:cxn ang="0">
                  <a:pos x="30" y="4"/>
                </a:cxn>
                <a:cxn ang="0">
                  <a:pos x="31" y="2"/>
                </a:cxn>
                <a:cxn ang="0">
                  <a:pos x="31" y="1"/>
                </a:cxn>
                <a:cxn ang="0">
                  <a:pos x="32" y="1"/>
                </a:cxn>
                <a:cxn ang="0">
                  <a:pos x="34" y="1"/>
                </a:cxn>
                <a:cxn ang="0">
                  <a:pos x="35" y="3"/>
                </a:cxn>
                <a:cxn ang="0">
                  <a:pos x="36" y="4"/>
                </a:cxn>
                <a:cxn ang="0">
                  <a:pos x="37" y="3"/>
                </a:cxn>
                <a:cxn ang="0">
                  <a:pos x="38" y="4"/>
                </a:cxn>
                <a:cxn ang="0">
                  <a:pos x="38" y="5"/>
                </a:cxn>
                <a:cxn ang="0">
                  <a:pos x="39" y="7"/>
                </a:cxn>
                <a:cxn ang="0">
                  <a:pos x="41" y="8"/>
                </a:cxn>
                <a:cxn ang="0">
                  <a:pos x="42" y="10"/>
                </a:cxn>
                <a:cxn ang="0">
                  <a:pos x="42" y="13"/>
                </a:cxn>
                <a:cxn ang="0">
                  <a:pos x="43" y="15"/>
                </a:cxn>
                <a:cxn ang="0">
                  <a:pos x="45" y="14"/>
                </a:cxn>
                <a:cxn ang="0">
                  <a:pos x="48" y="14"/>
                </a:cxn>
                <a:cxn ang="0">
                  <a:pos x="49" y="16"/>
                </a:cxn>
              </a:cxnLst>
              <a:rect l="0" t="0" r="r" b="b"/>
              <a:pathLst>
                <a:path w="49" h="32">
                  <a:moveTo>
                    <a:pt x="49" y="16"/>
                  </a:moveTo>
                  <a:cubicBezTo>
                    <a:pt x="49" y="17"/>
                    <a:pt x="48" y="18"/>
                    <a:pt x="48" y="19"/>
                  </a:cubicBezTo>
                  <a:cubicBezTo>
                    <a:pt x="47" y="20"/>
                    <a:pt x="47" y="20"/>
                    <a:pt x="47" y="21"/>
                  </a:cubicBezTo>
                  <a:cubicBezTo>
                    <a:pt x="47" y="21"/>
                    <a:pt x="47" y="22"/>
                    <a:pt x="47" y="23"/>
                  </a:cubicBezTo>
                  <a:cubicBezTo>
                    <a:pt x="47" y="24"/>
                    <a:pt x="47" y="25"/>
                    <a:pt x="47" y="25"/>
                  </a:cubicBezTo>
                  <a:cubicBezTo>
                    <a:pt x="46" y="26"/>
                    <a:pt x="44" y="26"/>
                    <a:pt x="43" y="26"/>
                  </a:cubicBezTo>
                  <a:cubicBezTo>
                    <a:pt x="42" y="26"/>
                    <a:pt x="40" y="26"/>
                    <a:pt x="39" y="26"/>
                  </a:cubicBezTo>
                  <a:cubicBezTo>
                    <a:pt x="38" y="26"/>
                    <a:pt x="37" y="27"/>
                    <a:pt x="36" y="28"/>
                  </a:cubicBezTo>
                  <a:cubicBezTo>
                    <a:pt x="36" y="28"/>
                    <a:pt x="35" y="29"/>
                    <a:pt x="35" y="30"/>
                  </a:cubicBezTo>
                  <a:cubicBezTo>
                    <a:pt x="34" y="30"/>
                    <a:pt x="33" y="30"/>
                    <a:pt x="33" y="31"/>
                  </a:cubicBezTo>
                  <a:cubicBezTo>
                    <a:pt x="32" y="31"/>
                    <a:pt x="32" y="32"/>
                    <a:pt x="32" y="32"/>
                  </a:cubicBezTo>
                  <a:cubicBezTo>
                    <a:pt x="32" y="32"/>
                    <a:pt x="32" y="32"/>
                    <a:pt x="31" y="32"/>
                  </a:cubicBezTo>
                  <a:cubicBezTo>
                    <a:pt x="31" y="32"/>
                    <a:pt x="29" y="32"/>
                    <a:pt x="28" y="32"/>
                  </a:cubicBezTo>
                  <a:cubicBezTo>
                    <a:pt x="28" y="31"/>
                    <a:pt x="27" y="30"/>
                    <a:pt x="27" y="30"/>
                  </a:cubicBezTo>
                  <a:cubicBezTo>
                    <a:pt x="27" y="29"/>
                    <a:pt x="26" y="28"/>
                    <a:pt x="26" y="27"/>
                  </a:cubicBezTo>
                  <a:cubicBezTo>
                    <a:pt x="25" y="27"/>
                    <a:pt x="24" y="26"/>
                    <a:pt x="24" y="26"/>
                  </a:cubicBezTo>
                  <a:cubicBezTo>
                    <a:pt x="23" y="26"/>
                    <a:pt x="21" y="27"/>
                    <a:pt x="20" y="27"/>
                  </a:cubicBezTo>
                  <a:cubicBezTo>
                    <a:pt x="19" y="28"/>
                    <a:pt x="17" y="27"/>
                    <a:pt x="16" y="28"/>
                  </a:cubicBezTo>
                  <a:cubicBezTo>
                    <a:pt x="15" y="28"/>
                    <a:pt x="14" y="29"/>
                    <a:pt x="14" y="29"/>
                  </a:cubicBezTo>
                  <a:cubicBezTo>
                    <a:pt x="13" y="29"/>
                    <a:pt x="12" y="29"/>
                    <a:pt x="11" y="30"/>
                  </a:cubicBezTo>
                  <a:cubicBezTo>
                    <a:pt x="11" y="30"/>
                    <a:pt x="11" y="30"/>
                    <a:pt x="11" y="30"/>
                  </a:cubicBezTo>
                  <a:cubicBezTo>
                    <a:pt x="10" y="29"/>
                    <a:pt x="10" y="29"/>
                    <a:pt x="10" y="29"/>
                  </a:cubicBezTo>
                  <a:cubicBezTo>
                    <a:pt x="9" y="29"/>
                    <a:pt x="8" y="28"/>
                    <a:pt x="8" y="28"/>
                  </a:cubicBezTo>
                  <a:cubicBezTo>
                    <a:pt x="7" y="27"/>
                    <a:pt x="5" y="24"/>
                    <a:pt x="4" y="23"/>
                  </a:cubicBezTo>
                  <a:cubicBezTo>
                    <a:pt x="4" y="22"/>
                    <a:pt x="3" y="19"/>
                    <a:pt x="2" y="18"/>
                  </a:cubicBezTo>
                  <a:cubicBezTo>
                    <a:pt x="2" y="17"/>
                    <a:pt x="1" y="16"/>
                    <a:pt x="1" y="15"/>
                  </a:cubicBezTo>
                  <a:cubicBezTo>
                    <a:pt x="1" y="14"/>
                    <a:pt x="1" y="12"/>
                    <a:pt x="1" y="11"/>
                  </a:cubicBezTo>
                  <a:cubicBezTo>
                    <a:pt x="1" y="11"/>
                    <a:pt x="0" y="10"/>
                    <a:pt x="0" y="9"/>
                  </a:cubicBezTo>
                  <a:cubicBezTo>
                    <a:pt x="0" y="9"/>
                    <a:pt x="1" y="9"/>
                    <a:pt x="1" y="9"/>
                  </a:cubicBezTo>
                  <a:cubicBezTo>
                    <a:pt x="2" y="9"/>
                    <a:pt x="4" y="9"/>
                    <a:pt x="5" y="9"/>
                  </a:cubicBezTo>
                  <a:cubicBezTo>
                    <a:pt x="5" y="9"/>
                    <a:pt x="7" y="10"/>
                    <a:pt x="7" y="10"/>
                  </a:cubicBezTo>
                  <a:cubicBezTo>
                    <a:pt x="8" y="10"/>
                    <a:pt x="9" y="12"/>
                    <a:pt x="10" y="12"/>
                  </a:cubicBezTo>
                  <a:cubicBezTo>
                    <a:pt x="10" y="12"/>
                    <a:pt x="12" y="12"/>
                    <a:pt x="12" y="12"/>
                  </a:cubicBezTo>
                  <a:cubicBezTo>
                    <a:pt x="13" y="12"/>
                    <a:pt x="14" y="12"/>
                    <a:pt x="15" y="11"/>
                  </a:cubicBezTo>
                  <a:cubicBezTo>
                    <a:pt x="15" y="10"/>
                    <a:pt x="15" y="9"/>
                    <a:pt x="15" y="8"/>
                  </a:cubicBezTo>
                  <a:cubicBezTo>
                    <a:pt x="15" y="7"/>
                    <a:pt x="14" y="6"/>
                    <a:pt x="14" y="6"/>
                  </a:cubicBezTo>
                  <a:cubicBezTo>
                    <a:pt x="14" y="5"/>
                    <a:pt x="13" y="4"/>
                    <a:pt x="13" y="3"/>
                  </a:cubicBezTo>
                  <a:cubicBezTo>
                    <a:pt x="13" y="3"/>
                    <a:pt x="13" y="2"/>
                    <a:pt x="13" y="1"/>
                  </a:cubicBezTo>
                  <a:cubicBezTo>
                    <a:pt x="13" y="1"/>
                    <a:pt x="15" y="1"/>
                    <a:pt x="15" y="1"/>
                  </a:cubicBezTo>
                  <a:cubicBezTo>
                    <a:pt x="16" y="2"/>
                    <a:pt x="17" y="2"/>
                    <a:pt x="17" y="2"/>
                  </a:cubicBezTo>
                  <a:cubicBezTo>
                    <a:pt x="18" y="3"/>
                    <a:pt x="19" y="3"/>
                    <a:pt x="20" y="3"/>
                  </a:cubicBezTo>
                  <a:cubicBezTo>
                    <a:pt x="21" y="3"/>
                    <a:pt x="23" y="2"/>
                    <a:pt x="24" y="2"/>
                  </a:cubicBezTo>
                  <a:cubicBezTo>
                    <a:pt x="24" y="2"/>
                    <a:pt x="25" y="3"/>
                    <a:pt x="26" y="3"/>
                  </a:cubicBezTo>
                  <a:cubicBezTo>
                    <a:pt x="26" y="3"/>
                    <a:pt x="26" y="3"/>
                    <a:pt x="27" y="4"/>
                  </a:cubicBezTo>
                  <a:cubicBezTo>
                    <a:pt x="27" y="4"/>
                    <a:pt x="29" y="5"/>
                    <a:pt x="30" y="4"/>
                  </a:cubicBezTo>
                  <a:cubicBezTo>
                    <a:pt x="30" y="4"/>
                    <a:pt x="30" y="3"/>
                    <a:pt x="31" y="2"/>
                  </a:cubicBezTo>
                  <a:cubicBezTo>
                    <a:pt x="31" y="2"/>
                    <a:pt x="30" y="1"/>
                    <a:pt x="31" y="1"/>
                  </a:cubicBezTo>
                  <a:cubicBezTo>
                    <a:pt x="31" y="0"/>
                    <a:pt x="32" y="1"/>
                    <a:pt x="32" y="1"/>
                  </a:cubicBezTo>
                  <a:cubicBezTo>
                    <a:pt x="33" y="1"/>
                    <a:pt x="34" y="1"/>
                    <a:pt x="34" y="1"/>
                  </a:cubicBezTo>
                  <a:cubicBezTo>
                    <a:pt x="35" y="2"/>
                    <a:pt x="34" y="3"/>
                    <a:pt x="35" y="3"/>
                  </a:cubicBezTo>
                  <a:cubicBezTo>
                    <a:pt x="35" y="3"/>
                    <a:pt x="35" y="4"/>
                    <a:pt x="36" y="4"/>
                  </a:cubicBezTo>
                  <a:cubicBezTo>
                    <a:pt x="36" y="4"/>
                    <a:pt x="37" y="3"/>
                    <a:pt x="37" y="3"/>
                  </a:cubicBezTo>
                  <a:cubicBezTo>
                    <a:pt x="37" y="3"/>
                    <a:pt x="38" y="3"/>
                    <a:pt x="38" y="4"/>
                  </a:cubicBezTo>
                  <a:cubicBezTo>
                    <a:pt x="38" y="4"/>
                    <a:pt x="37" y="5"/>
                    <a:pt x="38" y="5"/>
                  </a:cubicBezTo>
                  <a:cubicBezTo>
                    <a:pt x="38" y="6"/>
                    <a:pt x="38" y="7"/>
                    <a:pt x="39" y="7"/>
                  </a:cubicBezTo>
                  <a:cubicBezTo>
                    <a:pt x="39" y="7"/>
                    <a:pt x="40" y="8"/>
                    <a:pt x="41" y="8"/>
                  </a:cubicBezTo>
                  <a:cubicBezTo>
                    <a:pt x="41" y="8"/>
                    <a:pt x="42" y="9"/>
                    <a:pt x="42" y="10"/>
                  </a:cubicBezTo>
                  <a:cubicBezTo>
                    <a:pt x="42" y="11"/>
                    <a:pt x="42" y="12"/>
                    <a:pt x="42" y="13"/>
                  </a:cubicBezTo>
                  <a:cubicBezTo>
                    <a:pt x="42" y="13"/>
                    <a:pt x="42" y="15"/>
                    <a:pt x="43" y="15"/>
                  </a:cubicBezTo>
                  <a:cubicBezTo>
                    <a:pt x="43" y="15"/>
                    <a:pt x="45" y="15"/>
                    <a:pt x="45" y="14"/>
                  </a:cubicBezTo>
                  <a:cubicBezTo>
                    <a:pt x="46" y="14"/>
                    <a:pt x="47" y="14"/>
                    <a:pt x="48" y="14"/>
                  </a:cubicBezTo>
                  <a:cubicBezTo>
                    <a:pt x="48" y="15"/>
                    <a:pt x="49" y="16"/>
                    <a:pt x="49" y="1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156"/>
            <p:cNvSpPr>
              <a:spLocks/>
            </p:cNvSpPr>
            <p:nvPr/>
          </p:nvSpPr>
          <p:spPr bwMode="auto">
            <a:xfrm>
              <a:off x="1460501" y="1966913"/>
              <a:ext cx="117475" cy="125413"/>
            </a:xfrm>
            <a:custGeom>
              <a:avLst/>
              <a:gdLst/>
              <a:ahLst/>
              <a:cxnLst>
                <a:cxn ang="0">
                  <a:pos x="61" y="37"/>
                </a:cxn>
                <a:cxn ang="0">
                  <a:pos x="57" y="39"/>
                </a:cxn>
                <a:cxn ang="0">
                  <a:pos x="58" y="44"/>
                </a:cxn>
                <a:cxn ang="0">
                  <a:pos x="60" y="49"/>
                </a:cxn>
                <a:cxn ang="0">
                  <a:pos x="58" y="52"/>
                </a:cxn>
                <a:cxn ang="0">
                  <a:pos x="59" y="55"/>
                </a:cxn>
                <a:cxn ang="0">
                  <a:pos x="60" y="57"/>
                </a:cxn>
                <a:cxn ang="0">
                  <a:pos x="52" y="62"/>
                </a:cxn>
                <a:cxn ang="0">
                  <a:pos x="43" y="64"/>
                </a:cxn>
                <a:cxn ang="0">
                  <a:pos x="35" y="67"/>
                </a:cxn>
                <a:cxn ang="0">
                  <a:pos x="31" y="62"/>
                </a:cxn>
                <a:cxn ang="0">
                  <a:pos x="26" y="59"/>
                </a:cxn>
                <a:cxn ang="0">
                  <a:pos x="21" y="58"/>
                </a:cxn>
                <a:cxn ang="0">
                  <a:pos x="16" y="55"/>
                </a:cxn>
                <a:cxn ang="0">
                  <a:pos x="12" y="51"/>
                </a:cxn>
                <a:cxn ang="0">
                  <a:pos x="9" y="48"/>
                </a:cxn>
                <a:cxn ang="0">
                  <a:pos x="13" y="46"/>
                </a:cxn>
                <a:cxn ang="0">
                  <a:pos x="15" y="40"/>
                </a:cxn>
                <a:cxn ang="0">
                  <a:pos x="11" y="36"/>
                </a:cxn>
                <a:cxn ang="0">
                  <a:pos x="6" y="34"/>
                </a:cxn>
                <a:cxn ang="0">
                  <a:pos x="1" y="34"/>
                </a:cxn>
                <a:cxn ang="0">
                  <a:pos x="1" y="31"/>
                </a:cxn>
                <a:cxn ang="0">
                  <a:pos x="4" y="28"/>
                </a:cxn>
                <a:cxn ang="0">
                  <a:pos x="11" y="26"/>
                </a:cxn>
                <a:cxn ang="0">
                  <a:pos x="15" y="23"/>
                </a:cxn>
                <a:cxn ang="0">
                  <a:pos x="16" y="19"/>
                </a:cxn>
                <a:cxn ang="0">
                  <a:pos x="16" y="14"/>
                </a:cxn>
                <a:cxn ang="0">
                  <a:pos x="11" y="15"/>
                </a:cxn>
                <a:cxn ang="0">
                  <a:pos x="10" y="10"/>
                </a:cxn>
                <a:cxn ang="0">
                  <a:pos x="7" y="7"/>
                </a:cxn>
                <a:cxn ang="0">
                  <a:pos x="6" y="4"/>
                </a:cxn>
                <a:cxn ang="0">
                  <a:pos x="6" y="2"/>
                </a:cxn>
                <a:cxn ang="0">
                  <a:pos x="11" y="1"/>
                </a:cxn>
                <a:cxn ang="0">
                  <a:pos x="16" y="0"/>
                </a:cxn>
                <a:cxn ang="0">
                  <a:pos x="20" y="1"/>
                </a:cxn>
                <a:cxn ang="0">
                  <a:pos x="24" y="2"/>
                </a:cxn>
                <a:cxn ang="0">
                  <a:pos x="25" y="7"/>
                </a:cxn>
                <a:cxn ang="0">
                  <a:pos x="32" y="11"/>
                </a:cxn>
                <a:cxn ang="0">
                  <a:pos x="37" y="15"/>
                </a:cxn>
                <a:cxn ang="0">
                  <a:pos x="42" y="16"/>
                </a:cxn>
                <a:cxn ang="0">
                  <a:pos x="38" y="18"/>
                </a:cxn>
                <a:cxn ang="0">
                  <a:pos x="40" y="22"/>
                </a:cxn>
                <a:cxn ang="0">
                  <a:pos x="42" y="24"/>
                </a:cxn>
                <a:cxn ang="0">
                  <a:pos x="47" y="26"/>
                </a:cxn>
                <a:cxn ang="0">
                  <a:pos x="48" y="28"/>
                </a:cxn>
                <a:cxn ang="0">
                  <a:pos x="45" y="29"/>
                </a:cxn>
                <a:cxn ang="0">
                  <a:pos x="46" y="33"/>
                </a:cxn>
                <a:cxn ang="0">
                  <a:pos x="50" y="35"/>
                </a:cxn>
                <a:cxn ang="0">
                  <a:pos x="57" y="33"/>
                </a:cxn>
                <a:cxn ang="0">
                  <a:pos x="61" y="33"/>
                </a:cxn>
              </a:cxnLst>
              <a:rect l="0" t="0" r="r" b="b"/>
              <a:pathLst>
                <a:path w="62" h="67">
                  <a:moveTo>
                    <a:pt x="62" y="35"/>
                  </a:moveTo>
                  <a:cubicBezTo>
                    <a:pt x="62" y="35"/>
                    <a:pt x="62" y="37"/>
                    <a:pt x="61" y="37"/>
                  </a:cubicBezTo>
                  <a:cubicBezTo>
                    <a:pt x="61" y="38"/>
                    <a:pt x="59" y="38"/>
                    <a:pt x="59" y="38"/>
                  </a:cubicBezTo>
                  <a:cubicBezTo>
                    <a:pt x="58" y="38"/>
                    <a:pt x="57" y="39"/>
                    <a:pt x="57" y="39"/>
                  </a:cubicBezTo>
                  <a:cubicBezTo>
                    <a:pt x="56" y="40"/>
                    <a:pt x="57" y="42"/>
                    <a:pt x="57" y="42"/>
                  </a:cubicBezTo>
                  <a:cubicBezTo>
                    <a:pt x="57" y="43"/>
                    <a:pt x="58" y="44"/>
                    <a:pt x="58" y="44"/>
                  </a:cubicBezTo>
                  <a:cubicBezTo>
                    <a:pt x="58" y="45"/>
                    <a:pt x="59" y="46"/>
                    <a:pt x="59" y="46"/>
                  </a:cubicBezTo>
                  <a:cubicBezTo>
                    <a:pt x="60" y="47"/>
                    <a:pt x="60" y="48"/>
                    <a:pt x="60" y="49"/>
                  </a:cubicBezTo>
                  <a:cubicBezTo>
                    <a:pt x="60" y="49"/>
                    <a:pt x="60" y="51"/>
                    <a:pt x="59" y="51"/>
                  </a:cubicBezTo>
                  <a:cubicBezTo>
                    <a:pt x="59" y="52"/>
                    <a:pt x="58" y="52"/>
                    <a:pt x="58" y="52"/>
                  </a:cubicBezTo>
                  <a:cubicBezTo>
                    <a:pt x="58" y="53"/>
                    <a:pt x="58" y="54"/>
                    <a:pt x="58" y="54"/>
                  </a:cubicBezTo>
                  <a:cubicBezTo>
                    <a:pt x="58" y="55"/>
                    <a:pt x="59" y="55"/>
                    <a:pt x="59" y="55"/>
                  </a:cubicBezTo>
                  <a:cubicBezTo>
                    <a:pt x="60" y="56"/>
                    <a:pt x="60" y="56"/>
                    <a:pt x="60" y="57"/>
                  </a:cubicBezTo>
                  <a:cubicBezTo>
                    <a:pt x="60" y="57"/>
                    <a:pt x="60" y="57"/>
                    <a:pt x="60" y="57"/>
                  </a:cubicBezTo>
                  <a:cubicBezTo>
                    <a:pt x="59" y="58"/>
                    <a:pt x="57" y="59"/>
                    <a:pt x="55" y="60"/>
                  </a:cubicBezTo>
                  <a:cubicBezTo>
                    <a:pt x="54" y="60"/>
                    <a:pt x="53" y="62"/>
                    <a:pt x="52" y="62"/>
                  </a:cubicBezTo>
                  <a:cubicBezTo>
                    <a:pt x="50" y="62"/>
                    <a:pt x="48" y="63"/>
                    <a:pt x="47" y="63"/>
                  </a:cubicBezTo>
                  <a:cubicBezTo>
                    <a:pt x="46" y="63"/>
                    <a:pt x="44" y="64"/>
                    <a:pt x="43" y="64"/>
                  </a:cubicBezTo>
                  <a:cubicBezTo>
                    <a:pt x="42" y="64"/>
                    <a:pt x="40" y="66"/>
                    <a:pt x="38" y="66"/>
                  </a:cubicBezTo>
                  <a:cubicBezTo>
                    <a:pt x="38" y="67"/>
                    <a:pt x="36" y="67"/>
                    <a:pt x="35" y="67"/>
                  </a:cubicBezTo>
                  <a:cubicBezTo>
                    <a:pt x="35" y="67"/>
                    <a:pt x="34" y="65"/>
                    <a:pt x="33" y="65"/>
                  </a:cubicBezTo>
                  <a:cubicBezTo>
                    <a:pt x="33" y="64"/>
                    <a:pt x="31" y="63"/>
                    <a:pt x="31" y="62"/>
                  </a:cubicBezTo>
                  <a:cubicBezTo>
                    <a:pt x="30" y="61"/>
                    <a:pt x="29" y="60"/>
                    <a:pt x="29" y="59"/>
                  </a:cubicBezTo>
                  <a:cubicBezTo>
                    <a:pt x="28" y="59"/>
                    <a:pt x="27" y="59"/>
                    <a:pt x="26" y="59"/>
                  </a:cubicBezTo>
                  <a:cubicBezTo>
                    <a:pt x="26" y="59"/>
                    <a:pt x="24" y="58"/>
                    <a:pt x="23" y="58"/>
                  </a:cubicBezTo>
                  <a:cubicBezTo>
                    <a:pt x="23" y="58"/>
                    <a:pt x="21" y="59"/>
                    <a:pt x="21" y="58"/>
                  </a:cubicBezTo>
                  <a:cubicBezTo>
                    <a:pt x="20" y="58"/>
                    <a:pt x="19" y="57"/>
                    <a:pt x="18" y="56"/>
                  </a:cubicBezTo>
                  <a:cubicBezTo>
                    <a:pt x="17" y="56"/>
                    <a:pt x="16" y="55"/>
                    <a:pt x="16" y="55"/>
                  </a:cubicBezTo>
                  <a:cubicBezTo>
                    <a:pt x="15" y="55"/>
                    <a:pt x="14" y="54"/>
                    <a:pt x="13" y="54"/>
                  </a:cubicBezTo>
                  <a:cubicBezTo>
                    <a:pt x="13" y="53"/>
                    <a:pt x="12" y="51"/>
                    <a:pt x="12" y="51"/>
                  </a:cubicBezTo>
                  <a:cubicBezTo>
                    <a:pt x="11" y="50"/>
                    <a:pt x="10" y="50"/>
                    <a:pt x="10" y="49"/>
                  </a:cubicBezTo>
                  <a:cubicBezTo>
                    <a:pt x="10" y="49"/>
                    <a:pt x="9" y="48"/>
                    <a:pt x="9" y="48"/>
                  </a:cubicBezTo>
                  <a:cubicBezTo>
                    <a:pt x="10" y="48"/>
                    <a:pt x="10" y="47"/>
                    <a:pt x="11" y="47"/>
                  </a:cubicBezTo>
                  <a:cubicBezTo>
                    <a:pt x="11" y="47"/>
                    <a:pt x="13" y="47"/>
                    <a:pt x="13" y="46"/>
                  </a:cubicBezTo>
                  <a:cubicBezTo>
                    <a:pt x="14" y="46"/>
                    <a:pt x="15" y="44"/>
                    <a:pt x="15" y="43"/>
                  </a:cubicBezTo>
                  <a:cubicBezTo>
                    <a:pt x="15" y="42"/>
                    <a:pt x="15" y="41"/>
                    <a:pt x="15" y="40"/>
                  </a:cubicBezTo>
                  <a:cubicBezTo>
                    <a:pt x="15" y="39"/>
                    <a:pt x="14" y="38"/>
                    <a:pt x="14" y="37"/>
                  </a:cubicBezTo>
                  <a:cubicBezTo>
                    <a:pt x="13" y="37"/>
                    <a:pt x="12" y="37"/>
                    <a:pt x="11" y="36"/>
                  </a:cubicBezTo>
                  <a:cubicBezTo>
                    <a:pt x="11" y="36"/>
                    <a:pt x="9" y="35"/>
                    <a:pt x="9" y="34"/>
                  </a:cubicBezTo>
                  <a:cubicBezTo>
                    <a:pt x="8" y="34"/>
                    <a:pt x="7" y="34"/>
                    <a:pt x="6" y="34"/>
                  </a:cubicBezTo>
                  <a:cubicBezTo>
                    <a:pt x="5" y="34"/>
                    <a:pt x="4" y="35"/>
                    <a:pt x="3" y="34"/>
                  </a:cubicBezTo>
                  <a:cubicBezTo>
                    <a:pt x="3" y="34"/>
                    <a:pt x="2" y="34"/>
                    <a:pt x="1" y="34"/>
                  </a:cubicBezTo>
                  <a:cubicBezTo>
                    <a:pt x="1" y="34"/>
                    <a:pt x="0" y="33"/>
                    <a:pt x="0" y="32"/>
                  </a:cubicBezTo>
                  <a:cubicBezTo>
                    <a:pt x="0" y="32"/>
                    <a:pt x="0" y="31"/>
                    <a:pt x="1" y="31"/>
                  </a:cubicBezTo>
                  <a:cubicBezTo>
                    <a:pt x="1" y="30"/>
                    <a:pt x="2" y="30"/>
                    <a:pt x="3" y="30"/>
                  </a:cubicBezTo>
                  <a:cubicBezTo>
                    <a:pt x="3" y="29"/>
                    <a:pt x="4" y="28"/>
                    <a:pt x="4" y="28"/>
                  </a:cubicBezTo>
                  <a:cubicBezTo>
                    <a:pt x="5" y="27"/>
                    <a:pt x="6" y="26"/>
                    <a:pt x="7" y="26"/>
                  </a:cubicBezTo>
                  <a:cubicBezTo>
                    <a:pt x="8" y="26"/>
                    <a:pt x="10" y="26"/>
                    <a:pt x="11" y="26"/>
                  </a:cubicBezTo>
                  <a:cubicBezTo>
                    <a:pt x="12" y="26"/>
                    <a:pt x="14" y="26"/>
                    <a:pt x="15" y="25"/>
                  </a:cubicBezTo>
                  <a:cubicBezTo>
                    <a:pt x="15" y="25"/>
                    <a:pt x="15" y="24"/>
                    <a:pt x="15" y="23"/>
                  </a:cubicBezTo>
                  <a:cubicBezTo>
                    <a:pt x="15" y="22"/>
                    <a:pt x="15" y="21"/>
                    <a:pt x="15" y="21"/>
                  </a:cubicBezTo>
                  <a:cubicBezTo>
                    <a:pt x="15" y="20"/>
                    <a:pt x="15" y="20"/>
                    <a:pt x="16" y="19"/>
                  </a:cubicBezTo>
                  <a:cubicBezTo>
                    <a:pt x="16" y="18"/>
                    <a:pt x="17" y="17"/>
                    <a:pt x="17" y="16"/>
                  </a:cubicBezTo>
                  <a:cubicBezTo>
                    <a:pt x="17" y="16"/>
                    <a:pt x="16" y="15"/>
                    <a:pt x="16" y="14"/>
                  </a:cubicBezTo>
                  <a:cubicBezTo>
                    <a:pt x="15" y="14"/>
                    <a:pt x="14" y="14"/>
                    <a:pt x="13" y="14"/>
                  </a:cubicBezTo>
                  <a:cubicBezTo>
                    <a:pt x="13" y="15"/>
                    <a:pt x="11" y="15"/>
                    <a:pt x="11" y="15"/>
                  </a:cubicBezTo>
                  <a:cubicBezTo>
                    <a:pt x="10" y="15"/>
                    <a:pt x="10" y="13"/>
                    <a:pt x="10" y="13"/>
                  </a:cubicBezTo>
                  <a:cubicBezTo>
                    <a:pt x="10" y="12"/>
                    <a:pt x="10" y="11"/>
                    <a:pt x="10" y="10"/>
                  </a:cubicBezTo>
                  <a:cubicBezTo>
                    <a:pt x="10" y="9"/>
                    <a:pt x="9" y="8"/>
                    <a:pt x="9" y="8"/>
                  </a:cubicBezTo>
                  <a:cubicBezTo>
                    <a:pt x="8" y="8"/>
                    <a:pt x="7" y="7"/>
                    <a:pt x="7" y="7"/>
                  </a:cubicBezTo>
                  <a:cubicBezTo>
                    <a:pt x="6" y="7"/>
                    <a:pt x="6" y="6"/>
                    <a:pt x="6" y="5"/>
                  </a:cubicBezTo>
                  <a:cubicBezTo>
                    <a:pt x="5" y="5"/>
                    <a:pt x="6" y="4"/>
                    <a:pt x="6" y="4"/>
                  </a:cubicBezTo>
                  <a:cubicBezTo>
                    <a:pt x="6" y="3"/>
                    <a:pt x="5" y="3"/>
                    <a:pt x="5" y="3"/>
                  </a:cubicBezTo>
                  <a:cubicBezTo>
                    <a:pt x="6" y="2"/>
                    <a:pt x="6" y="2"/>
                    <a:pt x="6" y="2"/>
                  </a:cubicBezTo>
                  <a:cubicBezTo>
                    <a:pt x="7" y="2"/>
                    <a:pt x="9" y="2"/>
                    <a:pt x="10" y="2"/>
                  </a:cubicBezTo>
                  <a:cubicBezTo>
                    <a:pt x="10" y="2"/>
                    <a:pt x="10" y="1"/>
                    <a:pt x="11" y="1"/>
                  </a:cubicBezTo>
                  <a:cubicBezTo>
                    <a:pt x="11" y="0"/>
                    <a:pt x="13" y="0"/>
                    <a:pt x="13" y="0"/>
                  </a:cubicBezTo>
                  <a:cubicBezTo>
                    <a:pt x="14" y="0"/>
                    <a:pt x="16" y="0"/>
                    <a:pt x="16" y="0"/>
                  </a:cubicBezTo>
                  <a:cubicBezTo>
                    <a:pt x="17" y="0"/>
                    <a:pt x="18" y="0"/>
                    <a:pt x="19" y="0"/>
                  </a:cubicBezTo>
                  <a:cubicBezTo>
                    <a:pt x="20" y="0"/>
                    <a:pt x="20" y="1"/>
                    <a:pt x="20" y="1"/>
                  </a:cubicBezTo>
                  <a:cubicBezTo>
                    <a:pt x="21" y="1"/>
                    <a:pt x="22" y="1"/>
                    <a:pt x="22" y="1"/>
                  </a:cubicBezTo>
                  <a:cubicBezTo>
                    <a:pt x="23" y="2"/>
                    <a:pt x="23" y="2"/>
                    <a:pt x="24" y="2"/>
                  </a:cubicBezTo>
                  <a:cubicBezTo>
                    <a:pt x="24" y="3"/>
                    <a:pt x="23" y="5"/>
                    <a:pt x="24" y="5"/>
                  </a:cubicBezTo>
                  <a:cubicBezTo>
                    <a:pt x="24" y="6"/>
                    <a:pt x="24" y="7"/>
                    <a:pt x="25" y="7"/>
                  </a:cubicBezTo>
                  <a:cubicBezTo>
                    <a:pt x="25" y="7"/>
                    <a:pt x="27" y="8"/>
                    <a:pt x="28" y="8"/>
                  </a:cubicBezTo>
                  <a:cubicBezTo>
                    <a:pt x="29" y="9"/>
                    <a:pt x="31" y="10"/>
                    <a:pt x="32" y="11"/>
                  </a:cubicBezTo>
                  <a:cubicBezTo>
                    <a:pt x="32" y="11"/>
                    <a:pt x="33" y="13"/>
                    <a:pt x="34" y="14"/>
                  </a:cubicBezTo>
                  <a:cubicBezTo>
                    <a:pt x="34" y="14"/>
                    <a:pt x="36" y="15"/>
                    <a:pt x="37" y="15"/>
                  </a:cubicBezTo>
                  <a:cubicBezTo>
                    <a:pt x="38" y="15"/>
                    <a:pt x="40" y="15"/>
                    <a:pt x="41" y="15"/>
                  </a:cubicBezTo>
                  <a:cubicBezTo>
                    <a:pt x="41" y="15"/>
                    <a:pt x="42" y="16"/>
                    <a:pt x="42" y="16"/>
                  </a:cubicBezTo>
                  <a:cubicBezTo>
                    <a:pt x="42" y="17"/>
                    <a:pt x="42" y="18"/>
                    <a:pt x="42" y="18"/>
                  </a:cubicBezTo>
                  <a:cubicBezTo>
                    <a:pt x="41" y="19"/>
                    <a:pt x="39" y="18"/>
                    <a:pt x="38" y="18"/>
                  </a:cubicBezTo>
                  <a:cubicBezTo>
                    <a:pt x="38" y="19"/>
                    <a:pt x="38" y="20"/>
                    <a:pt x="38" y="21"/>
                  </a:cubicBezTo>
                  <a:cubicBezTo>
                    <a:pt x="39" y="21"/>
                    <a:pt x="39" y="22"/>
                    <a:pt x="40" y="22"/>
                  </a:cubicBezTo>
                  <a:cubicBezTo>
                    <a:pt x="40" y="22"/>
                    <a:pt x="40" y="23"/>
                    <a:pt x="41" y="23"/>
                  </a:cubicBezTo>
                  <a:cubicBezTo>
                    <a:pt x="41" y="24"/>
                    <a:pt x="42" y="24"/>
                    <a:pt x="42" y="24"/>
                  </a:cubicBezTo>
                  <a:cubicBezTo>
                    <a:pt x="43" y="25"/>
                    <a:pt x="44" y="25"/>
                    <a:pt x="45" y="25"/>
                  </a:cubicBezTo>
                  <a:cubicBezTo>
                    <a:pt x="45" y="25"/>
                    <a:pt x="46" y="26"/>
                    <a:pt x="47" y="26"/>
                  </a:cubicBezTo>
                  <a:cubicBezTo>
                    <a:pt x="47" y="26"/>
                    <a:pt x="48" y="26"/>
                    <a:pt x="48" y="27"/>
                  </a:cubicBezTo>
                  <a:cubicBezTo>
                    <a:pt x="48" y="27"/>
                    <a:pt x="47" y="28"/>
                    <a:pt x="48" y="28"/>
                  </a:cubicBezTo>
                  <a:cubicBezTo>
                    <a:pt x="48" y="28"/>
                    <a:pt x="46" y="29"/>
                    <a:pt x="46" y="29"/>
                  </a:cubicBezTo>
                  <a:cubicBezTo>
                    <a:pt x="46" y="29"/>
                    <a:pt x="45" y="29"/>
                    <a:pt x="45" y="29"/>
                  </a:cubicBezTo>
                  <a:cubicBezTo>
                    <a:pt x="45" y="29"/>
                    <a:pt x="45" y="30"/>
                    <a:pt x="45" y="30"/>
                  </a:cubicBezTo>
                  <a:cubicBezTo>
                    <a:pt x="45" y="31"/>
                    <a:pt x="45" y="32"/>
                    <a:pt x="46" y="33"/>
                  </a:cubicBezTo>
                  <a:cubicBezTo>
                    <a:pt x="46" y="33"/>
                    <a:pt x="47" y="34"/>
                    <a:pt x="47" y="34"/>
                  </a:cubicBezTo>
                  <a:cubicBezTo>
                    <a:pt x="48" y="35"/>
                    <a:pt x="49" y="35"/>
                    <a:pt x="50" y="35"/>
                  </a:cubicBezTo>
                  <a:cubicBezTo>
                    <a:pt x="51" y="35"/>
                    <a:pt x="53" y="35"/>
                    <a:pt x="54" y="34"/>
                  </a:cubicBezTo>
                  <a:cubicBezTo>
                    <a:pt x="54" y="34"/>
                    <a:pt x="56" y="33"/>
                    <a:pt x="57" y="33"/>
                  </a:cubicBezTo>
                  <a:cubicBezTo>
                    <a:pt x="57" y="33"/>
                    <a:pt x="59" y="32"/>
                    <a:pt x="59" y="32"/>
                  </a:cubicBezTo>
                  <a:cubicBezTo>
                    <a:pt x="60" y="32"/>
                    <a:pt x="61" y="33"/>
                    <a:pt x="61" y="33"/>
                  </a:cubicBezTo>
                  <a:cubicBezTo>
                    <a:pt x="61" y="33"/>
                    <a:pt x="62" y="34"/>
                    <a:pt x="62" y="3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157"/>
            <p:cNvSpPr>
              <a:spLocks/>
            </p:cNvSpPr>
            <p:nvPr/>
          </p:nvSpPr>
          <p:spPr bwMode="auto">
            <a:xfrm>
              <a:off x="1497013" y="1931988"/>
              <a:ext cx="130175" cy="88900"/>
            </a:xfrm>
            <a:custGeom>
              <a:avLst/>
              <a:gdLst/>
              <a:ahLst/>
              <a:cxnLst>
                <a:cxn ang="0">
                  <a:pos x="31" y="0"/>
                </a:cxn>
                <a:cxn ang="0">
                  <a:pos x="31" y="0"/>
                </a:cxn>
                <a:cxn ang="0">
                  <a:pos x="32" y="5"/>
                </a:cxn>
                <a:cxn ang="0">
                  <a:pos x="38" y="9"/>
                </a:cxn>
                <a:cxn ang="0">
                  <a:pos x="39" y="14"/>
                </a:cxn>
                <a:cxn ang="0">
                  <a:pos x="41" y="18"/>
                </a:cxn>
                <a:cxn ang="0">
                  <a:pos x="45" y="19"/>
                </a:cxn>
                <a:cxn ang="0">
                  <a:pos x="51" y="21"/>
                </a:cxn>
                <a:cxn ang="0">
                  <a:pos x="56" y="20"/>
                </a:cxn>
                <a:cxn ang="0">
                  <a:pos x="63" y="21"/>
                </a:cxn>
                <a:cxn ang="0">
                  <a:pos x="68" y="24"/>
                </a:cxn>
                <a:cxn ang="0">
                  <a:pos x="63" y="26"/>
                </a:cxn>
                <a:cxn ang="0">
                  <a:pos x="58" y="24"/>
                </a:cxn>
                <a:cxn ang="0">
                  <a:pos x="54" y="28"/>
                </a:cxn>
                <a:cxn ang="0">
                  <a:pos x="49" y="33"/>
                </a:cxn>
                <a:cxn ang="0">
                  <a:pos x="46" y="38"/>
                </a:cxn>
                <a:cxn ang="0">
                  <a:pos x="38" y="41"/>
                </a:cxn>
                <a:cxn ang="0">
                  <a:pos x="34" y="45"/>
                </a:cxn>
                <a:cxn ang="0">
                  <a:pos x="30" y="47"/>
                </a:cxn>
                <a:cxn ang="0">
                  <a:pos x="29" y="45"/>
                </a:cxn>
                <a:cxn ang="0">
                  <a:pos x="26" y="43"/>
                </a:cxn>
                <a:cxn ang="0">
                  <a:pos x="22" y="41"/>
                </a:cxn>
                <a:cxn ang="0">
                  <a:pos x="19" y="39"/>
                </a:cxn>
                <a:cxn ang="0">
                  <a:pos x="23" y="36"/>
                </a:cxn>
                <a:cxn ang="0">
                  <a:pos x="22" y="33"/>
                </a:cxn>
                <a:cxn ang="0">
                  <a:pos x="15" y="32"/>
                </a:cxn>
                <a:cxn ang="0">
                  <a:pos x="9" y="26"/>
                </a:cxn>
                <a:cxn ang="0">
                  <a:pos x="5" y="23"/>
                </a:cxn>
                <a:cxn ang="0">
                  <a:pos x="3" y="19"/>
                </a:cxn>
                <a:cxn ang="0">
                  <a:pos x="0" y="18"/>
                </a:cxn>
                <a:cxn ang="0">
                  <a:pos x="3" y="15"/>
                </a:cxn>
                <a:cxn ang="0">
                  <a:pos x="11" y="10"/>
                </a:cxn>
                <a:cxn ang="0">
                  <a:pos x="18" y="10"/>
                </a:cxn>
                <a:cxn ang="0">
                  <a:pos x="23" y="8"/>
                </a:cxn>
                <a:cxn ang="0">
                  <a:pos x="28" y="7"/>
                </a:cxn>
                <a:cxn ang="0">
                  <a:pos x="26" y="4"/>
                </a:cxn>
                <a:cxn ang="0">
                  <a:pos x="26" y="0"/>
                </a:cxn>
                <a:cxn ang="0">
                  <a:pos x="30" y="0"/>
                </a:cxn>
              </a:cxnLst>
              <a:rect l="0" t="0" r="r" b="b"/>
              <a:pathLst>
                <a:path w="69" h="47">
                  <a:moveTo>
                    <a:pt x="30" y="0"/>
                  </a:moveTo>
                  <a:cubicBezTo>
                    <a:pt x="30" y="0"/>
                    <a:pt x="31" y="0"/>
                    <a:pt x="31" y="0"/>
                  </a:cubicBezTo>
                  <a:cubicBezTo>
                    <a:pt x="31" y="0"/>
                    <a:pt x="31" y="0"/>
                    <a:pt x="31" y="0"/>
                  </a:cubicBezTo>
                  <a:cubicBezTo>
                    <a:pt x="31" y="0"/>
                    <a:pt x="31" y="0"/>
                    <a:pt x="31" y="0"/>
                  </a:cubicBezTo>
                  <a:cubicBezTo>
                    <a:pt x="30" y="0"/>
                    <a:pt x="31" y="2"/>
                    <a:pt x="31" y="2"/>
                  </a:cubicBezTo>
                  <a:cubicBezTo>
                    <a:pt x="31" y="3"/>
                    <a:pt x="32" y="4"/>
                    <a:pt x="32" y="5"/>
                  </a:cubicBezTo>
                  <a:cubicBezTo>
                    <a:pt x="33" y="6"/>
                    <a:pt x="34" y="7"/>
                    <a:pt x="35" y="7"/>
                  </a:cubicBezTo>
                  <a:cubicBezTo>
                    <a:pt x="35" y="8"/>
                    <a:pt x="37" y="8"/>
                    <a:pt x="38" y="9"/>
                  </a:cubicBezTo>
                  <a:cubicBezTo>
                    <a:pt x="38" y="9"/>
                    <a:pt x="39" y="10"/>
                    <a:pt x="39" y="11"/>
                  </a:cubicBezTo>
                  <a:cubicBezTo>
                    <a:pt x="40" y="12"/>
                    <a:pt x="40" y="14"/>
                    <a:pt x="39" y="14"/>
                  </a:cubicBezTo>
                  <a:cubicBezTo>
                    <a:pt x="39" y="15"/>
                    <a:pt x="39" y="16"/>
                    <a:pt x="39" y="17"/>
                  </a:cubicBezTo>
                  <a:cubicBezTo>
                    <a:pt x="39" y="17"/>
                    <a:pt x="40" y="18"/>
                    <a:pt x="41" y="18"/>
                  </a:cubicBezTo>
                  <a:cubicBezTo>
                    <a:pt x="41" y="18"/>
                    <a:pt x="43" y="18"/>
                    <a:pt x="43" y="18"/>
                  </a:cubicBezTo>
                  <a:cubicBezTo>
                    <a:pt x="44" y="19"/>
                    <a:pt x="45" y="19"/>
                    <a:pt x="45" y="19"/>
                  </a:cubicBezTo>
                  <a:cubicBezTo>
                    <a:pt x="46" y="19"/>
                    <a:pt x="48" y="20"/>
                    <a:pt x="48" y="20"/>
                  </a:cubicBezTo>
                  <a:cubicBezTo>
                    <a:pt x="49" y="20"/>
                    <a:pt x="50" y="21"/>
                    <a:pt x="51" y="21"/>
                  </a:cubicBezTo>
                  <a:cubicBezTo>
                    <a:pt x="51" y="21"/>
                    <a:pt x="53" y="21"/>
                    <a:pt x="53" y="21"/>
                  </a:cubicBezTo>
                  <a:cubicBezTo>
                    <a:pt x="54" y="21"/>
                    <a:pt x="55" y="20"/>
                    <a:pt x="56" y="20"/>
                  </a:cubicBezTo>
                  <a:cubicBezTo>
                    <a:pt x="57" y="20"/>
                    <a:pt x="59" y="20"/>
                    <a:pt x="59" y="20"/>
                  </a:cubicBezTo>
                  <a:cubicBezTo>
                    <a:pt x="60" y="20"/>
                    <a:pt x="62" y="21"/>
                    <a:pt x="63" y="21"/>
                  </a:cubicBezTo>
                  <a:cubicBezTo>
                    <a:pt x="65" y="21"/>
                    <a:pt x="67" y="22"/>
                    <a:pt x="69" y="22"/>
                  </a:cubicBezTo>
                  <a:cubicBezTo>
                    <a:pt x="69" y="23"/>
                    <a:pt x="68" y="24"/>
                    <a:pt x="68" y="24"/>
                  </a:cubicBezTo>
                  <a:cubicBezTo>
                    <a:pt x="68" y="24"/>
                    <a:pt x="67" y="26"/>
                    <a:pt x="66" y="26"/>
                  </a:cubicBezTo>
                  <a:cubicBezTo>
                    <a:pt x="66" y="26"/>
                    <a:pt x="64" y="26"/>
                    <a:pt x="63" y="26"/>
                  </a:cubicBezTo>
                  <a:cubicBezTo>
                    <a:pt x="63" y="26"/>
                    <a:pt x="62" y="26"/>
                    <a:pt x="61" y="25"/>
                  </a:cubicBezTo>
                  <a:cubicBezTo>
                    <a:pt x="60" y="25"/>
                    <a:pt x="59" y="24"/>
                    <a:pt x="58" y="24"/>
                  </a:cubicBezTo>
                  <a:cubicBezTo>
                    <a:pt x="57" y="24"/>
                    <a:pt x="56" y="25"/>
                    <a:pt x="55" y="25"/>
                  </a:cubicBezTo>
                  <a:cubicBezTo>
                    <a:pt x="55" y="26"/>
                    <a:pt x="54" y="27"/>
                    <a:pt x="54" y="28"/>
                  </a:cubicBezTo>
                  <a:cubicBezTo>
                    <a:pt x="53" y="28"/>
                    <a:pt x="53" y="30"/>
                    <a:pt x="52" y="30"/>
                  </a:cubicBezTo>
                  <a:cubicBezTo>
                    <a:pt x="52" y="31"/>
                    <a:pt x="50" y="33"/>
                    <a:pt x="49" y="33"/>
                  </a:cubicBezTo>
                  <a:cubicBezTo>
                    <a:pt x="49" y="34"/>
                    <a:pt x="48" y="35"/>
                    <a:pt x="48" y="35"/>
                  </a:cubicBezTo>
                  <a:cubicBezTo>
                    <a:pt x="47" y="36"/>
                    <a:pt x="46" y="38"/>
                    <a:pt x="46" y="38"/>
                  </a:cubicBezTo>
                  <a:cubicBezTo>
                    <a:pt x="45" y="39"/>
                    <a:pt x="43" y="39"/>
                    <a:pt x="42" y="39"/>
                  </a:cubicBezTo>
                  <a:cubicBezTo>
                    <a:pt x="41" y="40"/>
                    <a:pt x="39" y="40"/>
                    <a:pt x="38" y="41"/>
                  </a:cubicBezTo>
                  <a:cubicBezTo>
                    <a:pt x="38" y="42"/>
                    <a:pt x="37" y="43"/>
                    <a:pt x="37" y="43"/>
                  </a:cubicBezTo>
                  <a:cubicBezTo>
                    <a:pt x="36" y="44"/>
                    <a:pt x="35" y="45"/>
                    <a:pt x="34" y="45"/>
                  </a:cubicBezTo>
                  <a:cubicBezTo>
                    <a:pt x="34" y="46"/>
                    <a:pt x="33" y="47"/>
                    <a:pt x="32" y="47"/>
                  </a:cubicBezTo>
                  <a:cubicBezTo>
                    <a:pt x="32" y="47"/>
                    <a:pt x="31" y="47"/>
                    <a:pt x="30" y="47"/>
                  </a:cubicBezTo>
                  <a:cubicBezTo>
                    <a:pt x="30" y="47"/>
                    <a:pt x="29" y="47"/>
                    <a:pt x="29" y="46"/>
                  </a:cubicBezTo>
                  <a:cubicBezTo>
                    <a:pt x="28" y="46"/>
                    <a:pt x="29" y="45"/>
                    <a:pt x="29" y="45"/>
                  </a:cubicBezTo>
                  <a:cubicBezTo>
                    <a:pt x="29" y="44"/>
                    <a:pt x="28" y="44"/>
                    <a:pt x="28" y="44"/>
                  </a:cubicBezTo>
                  <a:cubicBezTo>
                    <a:pt x="27" y="44"/>
                    <a:pt x="26" y="43"/>
                    <a:pt x="26" y="43"/>
                  </a:cubicBezTo>
                  <a:cubicBezTo>
                    <a:pt x="25" y="43"/>
                    <a:pt x="24" y="43"/>
                    <a:pt x="23" y="42"/>
                  </a:cubicBezTo>
                  <a:cubicBezTo>
                    <a:pt x="23" y="42"/>
                    <a:pt x="22" y="42"/>
                    <a:pt x="22" y="41"/>
                  </a:cubicBezTo>
                  <a:cubicBezTo>
                    <a:pt x="21" y="41"/>
                    <a:pt x="21" y="40"/>
                    <a:pt x="21" y="40"/>
                  </a:cubicBezTo>
                  <a:cubicBezTo>
                    <a:pt x="20" y="40"/>
                    <a:pt x="20" y="39"/>
                    <a:pt x="19" y="39"/>
                  </a:cubicBezTo>
                  <a:cubicBezTo>
                    <a:pt x="19" y="38"/>
                    <a:pt x="19" y="37"/>
                    <a:pt x="19" y="36"/>
                  </a:cubicBezTo>
                  <a:cubicBezTo>
                    <a:pt x="20" y="36"/>
                    <a:pt x="22" y="37"/>
                    <a:pt x="23" y="36"/>
                  </a:cubicBezTo>
                  <a:cubicBezTo>
                    <a:pt x="23" y="36"/>
                    <a:pt x="23" y="35"/>
                    <a:pt x="23" y="34"/>
                  </a:cubicBezTo>
                  <a:cubicBezTo>
                    <a:pt x="23" y="34"/>
                    <a:pt x="22" y="33"/>
                    <a:pt x="22" y="33"/>
                  </a:cubicBezTo>
                  <a:cubicBezTo>
                    <a:pt x="21" y="33"/>
                    <a:pt x="19" y="33"/>
                    <a:pt x="18" y="33"/>
                  </a:cubicBezTo>
                  <a:cubicBezTo>
                    <a:pt x="17" y="33"/>
                    <a:pt x="15" y="32"/>
                    <a:pt x="15" y="32"/>
                  </a:cubicBezTo>
                  <a:cubicBezTo>
                    <a:pt x="14" y="31"/>
                    <a:pt x="13" y="29"/>
                    <a:pt x="13" y="29"/>
                  </a:cubicBezTo>
                  <a:cubicBezTo>
                    <a:pt x="12" y="28"/>
                    <a:pt x="10" y="27"/>
                    <a:pt x="9" y="26"/>
                  </a:cubicBezTo>
                  <a:cubicBezTo>
                    <a:pt x="8" y="26"/>
                    <a:pt x="6" y="25"/>
                    <a:pt x="6" y="25"/>
                  </a:cubicBezTo>
                  <a:cubicBezTo>
                    <a:pt x="5" y="25"/>
                    <a:pt x="5" y="24"/>
                    <a:pt x="5" y="23"/>
                  </a:cubicBezTo>
                  <a:cubicBezTo>
                    <a:pt x="4" y="23"/>
                    <a:pt x="5" y="21"/>
                    <a:pt x="5" y="20"/>
                  </a:cubicBezTo>
                  <a:cubicBezTo>
                    <a:pt x="4" y="20"/>
                    <a:pt x="4" y="20"/>
                    <a:pt x="3" y="19"/>
                  </a:cubicBezTo>
                  <a:cubicBezTo>
                    <a:pt x="3" y="19"/>
                    <a:pt x="2" y="19"/>
                    <a:pt x="1" y="19"/>
                  </a:cubicBezTo>
                  <a:cubicBezTo>
                    <a:pt x="1" y="19"/>
                    <a:pt x="1" y="18"/>
                    <a:pt x="0" y="18"/>
                  </a:cubicBezTo>
                  <a:cubicBezTo>
                    <a:pt x="1" y="17"/>
                    <a:pt x="1" y="17"/>
                    <a:pt x="2" y="17"/>
                  </a:cubicBezTo>
                  <a:cubicBezTo>
                    <a:pt x="2" y="16"/>
                    <a:pt x="3" y="15"/>
                    <a:pt x="3" y="15"/>
                  </a:cubicBezTo>
                  <a:cubicBezTo>
                    <a:pt x="4" y="14"/>
                    <a:pt x="5" y="12"/>
                    <a:pt x="6" y="11"/>
                  </a:cubicBezTo>
                  <a:cubicBezTo>
                    <a:pt x="7" y="11"/>
                    <a:pt x="9" y="10"/>
                    <a:pt x="11" y="10"/>
                  </a:cubicBezTo>
                  <a:cubicBezTo>
                    <a:pt x="11" y="10"/>
                    <a:pt x="13" y="10"/>
                    <a:pt x="14" y="10"/>
                  </a:cubicBezTo>
                  <a:cubicBezTo>
                    <a:pt x="15" y="10"/>
                    <a:pt x="17" y="10"/>
                    <a:pt x="18" y="10"/>
                  </a:cubicBezTo>
                  <a:cubicBezTo>
                    <a:pt x="19" y="10"/>
                    <a:pt x="20" y="9"/>
                    <a:pt x="21" y="9"/>
                  </a:cubicBezTo>
                  <a:cubicBezTo>
                    <a:pt x="21" y="9"/>
                    <a:pt x="22" y="8"/>
                    <a:pt x="23" y="8"/>
                  </a:cubicBezTo>
                  <a:cubicBezTo>
                    <a:pt x="24" y="8"/>
                    <a:pt x="25" y="7"/>
                    <a:pt x="26" y="7"/>
                  </a:cubicBezTo>
                  <a:cubicBezTo>
                    <a:pt x="26" y="7"/>
                    <a:pt x="28" y="7"/>
                    <a:pt x="28" y="7"/>
                  </a:cubicBezTo>
                  <a:cubicBezTo>
                    <a:pt x="28" y="7"/>
                    <a:pt x="28" y="6"/>
                    <a:pt x="28" y="5"/>
                  </a:cubicBezTo>
                  <a:cubicBezTo>
                    <a:pt x="28" y="5"/>
                    <a:pt x="27" y="4"/>
                    <a:pt x="26" y="4"/>
                  </a:cubicBezTo>
                  <a:cubicBezTo>
                    <a:pt x="26" y="3"/>
                    <a:pt x="26" y="2"/>
                    <a:pt x="26" y="2"/>
                  </a:cubicBezTo>
                  <a:cubicBezTo>
                    <a:pt x="26" y="1"/>
                    <a:pt x="27" y="1"/>
                    <a:pt x="26" y="0"/>
                  </a:cubicBezTo>
                  <a:cubicBezTo>
                    <a:pt x="27" y="0"/>
                    <a:pt x="27" y="0"/>
                    <a:pt x="28" y="0"/>
                  </a:cubicBezTo>
                  <a:cubicBezTo>
                    <a:pt x="28" y="0"/>
                    <a:pt x="29" y="0"/>
                    <a:pt x="30"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158"/>
            <p:cNvSpPr>
              <a:spLocks/>
            </p:cNvSpPr>
            <p:nvPr/>
          </p:nvSpPr>
          <p:spPr bwMode="auto">
            <a:xfrm>
              <a:off x="1620838" y="1998663"/>
              <a:ext cx="379413" cy="376238"/>
            </a:xfrm>
            <a:custGeom>
              <a:avLst/>
              <a:gdLst/>
              <a:ahLst/>
              <a:cxnLst>
                <a:cxn ang="0">
                  <a:pos x="102" y="25"/>
                </a:cxn>
                <a:cxn ang="0">
                  <a:pos x="109" y="28"/>
                </a:cxn>
                <a:cxn ang="0">
                  <a:pos x="124" y="27"/>
                </a:cxn>
                <a:cxn ang="0">
                  <a:pos x="132" y="21"/>
                </a:cxn>
                <a:cxn ang="0">
                  <a:pos x="147" y="19"/>
                </a:cxn>
                <a:cxn ang="0">
                  <a:pos x="146" y="11"/>
                </a:cxn>
                <a:cxn ang="0">
                  <a:pos x="154" y="1"/>
                </a:cxn>
                <a:cxn ang="0">
                  <a:pos x="165" y="5"/>
                </a:cxn>
                <a:cxn ang="0">
                  <a:pos x="181" y="6"/>
                </a:cxn>
                <a:cxn ang="0">
                  <a:pos x="186" y="14"/>
                </a:cxn>
                <a:cxn ang="0">
                  <a:pos x="193" y="20"/>
                </a:cxn>
                <a:cxn ang="0">
                  <a:pos x="199" y="35"/>
                </a:cxn>
                <a:cxn ang="0">
                  <a:pos x="190" y="45"/>
                </a:cxn>
                <a:cxn ang="0">
                  <a:pos x="182" y="53"/>
                </a:cxn>
                <a:cxn ang="0">
                  <a:pos x="175" y="65"/>
                </a:cxn>
                <a:cxn ang="0">
                  <a:pos x="162" y="72"/>
                </a:cxn>
                <a:cxn ang="0">
                  <a:pos x="163" y="88"/>
                </a:cxn>
                <a:cxn ang="0">
                  <a:pos x="173" y="97"/>
                </a:cxn>
                <a:cxn ang="0">
                  <a:pos x="179" y="112"/>
                </a:cxn>
                <a:cxn ang="0">
                  <a:pos x="170" y="121"/>
                </a:cxn>
                <a:cxn ang="0">
                  <a:pos x="162" y="125"/>
                </a:cxn>
                <a:cxn ang="0">
                  <a:pos x="157" y="133"/>
                </a:cxn>
                <a:cxn ang="0">
                  <a:pos x="149" y="142"/>
                </a:cxn>
                <a:cxn ang="0">
                  <a:pos x="135" y="147"/>
                </a:cxn>
                <a:cxn ang="0">
                  <a:pos x="123" y="159"/>
                </a:cxn>
                <a:cxn ang="0">
                  <a:pos x="120" y="167"/>
                </a:cxn>
                <a:cxn ang="0">
                  <a:pos x="111" y="176"/>
                </a:cxn>
                <a:cxn ang="0">
                  <a:pos x="101" y="189"/>
                </a:cxn>
                <a:cxn ang="0">
                  <a:pos x="90" y="198"/>
                </a:cxn>
                <a:cxn ang="0">
                  <a:pos x="82" y="185"/>
                </a:cxn>
                <a:cxn ang="0">
                  <a:pos x="89" y="171"/>
                </a:cxn>
                <a:cxn ang="0">
                  <a:pos x="84" y="165"/>
                </a:cxn>
                <a:cxn ang="0">
                  <a:pos x="78" y="158"/>
                </a:cxn>
                <a:cxn ang="0">
                  <a:pos x="71" y="160"/>
                </a:cxn>
                <a:cxn ang="0">
                  <a:pos x="66" y="155"/>
                </a:cxn>
                <a:cxn ang="0">
                  <a:pos x="58" y="147"/>
                </a:cxn>
                <a:cxn ang="0">
                  <a:pos x="52" y="142"/>
                </a:cxn>
                <a:cxn ang="0">
                  <a:pos x="39" y="140"/>
                </a:cxn>
                <a:cxn ang="0">
                  <a:pos x="30" y="141"/>
                </a:cxn>
                <a:cxn ang="0">
                  <a:pos x="38" y="129"/>
                </a:cxn>
                <a:cxn ang="0">
                  <a:pos x="34" y="123"/>
                </a:cxn>
                <a:cxn ang="0">
                  <a:pos x="19" y="130"/>
                </a:cxn>
                <a:cxn ang="0">
                  <a:pos x="2" y="126"/>
                </a:cxn>
                <a:cxn ang="0">
                  <a:pos x="4" y="110"/>
                </a:cxn>
                <a:cxn ang="0">
                  <a:pos x="5" y="101"/>
                </a:cxn>
                <a:cxn ang="0">
                  <a:pos x="1" y="84"/>
                </a:cxn>
                <a:cxn ang="0">
                  <a:pos x="7" y="76"/>
                </a:cxn>
                <a:cxn ang="0">
                  <a:pos x="14" y="64"/>
                </a:cxn>
                <a:cxn ang="0">
                  <a:pos x="15" y="55"/>
                </a:cxn>
                <a:cxn ang="0">
                  <a:pos x="9" y="44"/>
                </a:cxn>
                <a:cxn ang="0">
                  <a:pos x="13" y="36"/>
                </a:cxn>
                <a:cxn ang="0">
                  <a:pos x="22" y="32"/>
                </a:cxn>
                <a:cxn ang="0">
                  <a:pos x="28" y="36"/>
                </a:cxn>
                <a:cxn ang="0">
                  <a:pos x="34" y="42"/>
                </a:cxn>
                <a:cxn ang="0">
                  <a:pos x="47" y="37"/>
                </a:cxn>
                <a:cxn ang="0">
                  <a:pos x="52" y="52"/>
                </a:cxn>
                <a:cxn ang="0">
                  <a:pos x="58" y="55"/>
                </a:cxn>
                <a:cxn ang="0">
                  <a:pos x="66" y="41"/>
                </a:cxn>
                <a:cxn ang="0">
                  <a:pos x="79" y="36"/>
                </a:cxn>
                <a:cxn ang="0">
                  <a:pos x="88" y="36"/>
                </a:cxn>
              </a:cxnLst>
              <a:rect l="0" t="0" r="r" b="b"/>
              <a:pathLst>
                <a:path w="201" h="200">
                  <a:moveTo>
                    <a:pt x="92" y="32"/>
                  </a:moveTo>
                  <a:cubicBezTo>
                    <a:pt x="92" y="32"/>
                    <a:pt x="93" y="31"/>
                    <a:pt x="93" y="31"/>
                  </a:cubicBezTo>
                  <a:cubicBezTo>
                    <a:pt x="94" y="30"/>
                    <a:pt x="96" y="30"/>
                    <a:pt x="97" y="29"/>
                  </a:cubicBezTo>
                  <a:cubicBezTo>
                    <a:pt x="98" y="29"/>
                    <a:pt x="98" y="28"/>
                    <a:pt x="99" y="28"/>
                  </a:cubicBezTo>
                  <a:cubicBezTo>
                    <a:pt x="99" y="27"/>
                    <a:pt x="100" y="26"/>
                    <a:pt x="100" y="26"/>
                  </a:cubicBezTo>
                  <a:cubicBezTo>
                    <a:pt x="101" y="25"/>
                    <a:pt x="102" y="25"/>
                    <a:pt x="102" y="25"/>
                  </a:cubicBezTo>
                  <a:cubicBezTo>
                    <a:pt x="103" y="24"/>
                    <a:pt x="104" y="25"/>
                    <a:pt x="104" y="25"/>
                  </a:cubicBezTo>
                  <a:cubicBezTo>
                    <a:pt x="104" y="25"/>
                    <a:pt x="105" y="26"/>
                    <a:pt x="104" y="27"/>
                  </a:cubicBezTo>
                  <a:cubicBezTo>
                    <a:pt x="104" y="27"/>
                    <a:pt x="103" y="28"/>
                    <a:pt x="103" y="29"/>
                  </a:cubicBezTo>
                  <a:cubicBezTo>
                    <a:pt x="104" y="29"/>
                    <a:pt x="104" y="30"/>
                    <a:pt x="105" y="31"/>
                  </a:cubicBezTo>
                  <a:cubicBezTo>
                    <a:pt x="106" y="31"/>
                    <a:pt x="107" y="30"/>
                    <a:pt x="107" y="30"/>
                  </a:cubicBezTo>
                  <a:cubicBezTo>
                    <a:pt x="108" y="29"/>
                    <a:pt x="108" y="29"/>
                    <a:pt x="109" y="28"/>
                  </a:cubicBezTo>
                  <a:cubicBezTo>
                    <a:pt x="110" y="28"/>
                    <a:pt x="112" y="27"/>
                    <a:pt x="113" y="27"/>
                  </a:cubicBezTo>
                  <a:cubicBezTo>
                    <a:pt x="113" y="27"/>
                    <a:pt x="114" y="27"/>
                    <a:pt x="115" y="27"/>
                  </a:cubicBezTo>
                  <a:cubicBezTo>
                    <a:pt x="115" y="27"/>
                    <a:pt x="116" y="27"/>
                    <a:pt x="117" y="27"/>
                  </a:cubicBezTo>
                  <a:cubicBezTo>
                    <a:pt x="117" y="27"/>
                    <a:pt x="118" y="28"/>
                    <a:pt x="119" y="28"/>
                  </a:cubicBezTo>
                  <a:cubicBezTo>
                    <a:pt x="120" y="28"/>
                    <a:pt x="121" y="28"/>
                    <a:pt x="121" y="28"/>
                  </a:cubicBezTo>
                  <a:cubicBezTo>
                    <a:pt x="122" y="28"/>
                    <a:pt x="123" y="28"/>
                    <a:pt x="124" y="27"/>
                  </a:cubicBezTo>
                  <a:cubicBezTo>
                    <a:pt x="124" y="27"/>
                    <a:pt x="125" y="25"/>
                    <a:pt x="125" y="25"/>
                  </a:cubicBezTo>
                  <a:cubicBezTo>
                    <a:pt x="126" y="25"/>
                    <a:pt x="127" y="25"/>
                    <a:pt x="127" y="25"/>
                  </a:cubicBezTo>
                  <a:cubicBezTo>
                    <a:pt x="127" y="25"/>
                    <a:pt x="128" y="27"/>
                    <a:pt x="129" y="27"/>
                  </a:cubicBezTo>
                  <a:cubicBezTo>
                    <a:pt x="129" y="26"/>
                    <a:pt x="130" y="25"/>
                    <a:pt x="131" y="25"/>
                  </a:cubicBezTo>
                  <a:cubicBezTo>
                    <a:pt x="131" y="24"/>
                    <a:pt x="131" y="23"/>
                    <a:pt x="131" y="22"/>
                  </a:cubicBezTo>
                  <a:cubicBezTo>
                    <a:pt x="132" y="22"/>
                    <a:pt x="132" y="21"/>
                    <a:pt x="132" y="21"/>
                  </a:cubicBezTo>
                  <a:cubicBezTo>
                    <a:pt x="133" y="20"/>
                    <a:pt x="134" y="21"/>
                    <a:pt x="135" y="21"/>
                  </a:cubicBezTo>
                  <a:cubicBezTo>
                    <a:pt x="135" y="21"/>
                    <a:pt x="136" y="20"/>
                    <a:pt x="137" y="20"/>
                  </a:cubicBezTo>
                  <a:cubicBezTo>
                    <a:pt x="137" y="20"/>
                    <a:pt x="138" y="20"/>
                    <a:pt x="138" y="20"/>
                  </a:cubicBezTo>
                  <a:cubicBezTo>
                    <a:pt x="139" y="20"/>
                    <a:pt x="141" y="20"/>
                    <a:pt x="142" y="20"/>
                  </a:cubicBezTo>
                  <a:cubicBezTo>
                    <a:pt x="142" y="20"/>
                    <a:pt x="144" y="20"/>
                    <a:pt x="145" y="20"/>
                  </a:cubicBezTo>
                  <a:cubicBezTo>
                    <a:pt x="145" y="20"/>
                    <a:pt x="146" y="19"/>
                    <a:pt x="147" y="19"/>
                  </a:cubicBezTo>
                  <a:cubicBezTo>
                    <a:pt x="147" y="18"/>
                    <a:pt x="148" y="17"/>
                    <a:pt x="148" y="17"/>
                  </a:cubicBezTo>
                  <a:cubicBezTo>
                    <a:pt x="148" y="17"/>
                    <a:pt x="149" y="17"/>
                    <a:pt x="150" y="16"/>
                  </a:cubicBezTo>
                  <a:cubicBezTo>
                    <a:pt x="150" y="16"/>
                    <a:pt x="151" y="16"/>
                    <a:pt x="151" y="15"/>
                  </a:cubicBezTo>
                  <a:cubicBezTo>
                    <a:pt x="151" y="15"/>
                    <a:pt x="151" y="13"/>
                    <a:pt x="150" y="13"/>
                  </a:cubicBezTo>
                  <a:cubicBezTo>
                    <a:pt x="150" y="13"/>
                    <a:pt x="148" y="13"/>
                    <a:pt x="148" y="12"/>
                  </a:cubicBezTo>
                  <a:cubicBezTo>
                    <a:pt x="147" y="12"/>
                    <a:pt x="146" y="11"/>
                    <a:pt x="146" y="11"/>
                  </a:cubicBezTo>
                  <a:cubicBezTo>
                    <a:pt x="146" y="10"/>
                    <a:pt x="146" y="10"/>
                    <a:pt x="146" y="9"/>
                  </a:cubicBezTo>
                  <a:cubicBezTo>
                    <a:pt x="146" y="9"/>
                    <a:pt x="146" y="8"/>
                    <a:pt x="147" y="7"/>
                  </a:cubicBezTo>
                  <a:cubicBezTo>
                    <a:pt x="147" y="7"/>
                    <a:pt x="148" y="6"/>
                    <a:pt x="148" y="6"/>
                  </a:cubicBezTo>
                  <a:cubicBezTo>
                    <a:pt x="149" y="5"/>
                    <a:pt x="150" y="5"/>
                    <a:pt x="151" y="5"/>
                  </a:cubicBezTo>
                  <a:cubicBezTo>
                    <a:pt x="151" y="4"/>
                    <a:pt x="151" y="3"/>
                    <a:pt x="152" y="3"/>
                  </a:cubicBezTo>
                  <a:cubicBezTo>
                    <a:pt x="152" y="2"/>
                    <a:pt x="153" y="1"/>
                    <a:pt x="154" y="1"/>
                  </a:cubicBezTo>
                  <a:cubicBezTo>
                    <a:pt x="154" y="0"/>
                    <a:pt x="155" y="0"/>
                    <a:pt x="156" y="0"/>
                  </a:cubicBezTo>
                  <a:cubicBezTo>
                    <a:pt x="156" y="0"/>
                    <a:pt x="157" y="2"/>
                    <a:pt x="158" y="3"/>
                  </a:cubicBezTo>
                  <a:cubicBezTo>
                    <a:pt x="158" y="3"/>
                    <a:pt x="159" y="3"/>
                    <a:pt x="159" y="3"/>
                  </a:cubicBezTo>
                  <a:cubicBezTo>
                    <a:pt x="160" y="4"/>
                    <a:pt x="161" y="4"/>
                    <a:pt x="161" y="4"/>
                  </a:cubicBezTo>
                  <a:cubicBezTo>
                    <a:pt x="162" y="4"/>
                    <a:pt x="163" y="3"/>
                    <a:pt x="163" y="3"/>
                  </a:cubicBezTo>
                  <a:cubicBezTo>
                    <a:pt x="164" y="4"/>
                    <a:pt x="165" y="5"/>
                    <a:pt x="165" y="5"/>
                  </a:cubicBezTo>
                  <a:cubicBezTo>
                    <a:pt x="166" y="5"/>
                    <a:pt x="168" y="5"/>
                    <a:pt x="169" y="4"/>
                  </a:cubicBezTo>
                  <a:cubicBezTo>
                    <a:pt x="169" y="4"/>
                    <a:pt x="170" y="4"/>
                    <a:pt x="171" y="3"/>
                  </a:cubicBezTo>
                  <a:cubicBezTo>
                    <a:pt x="171" y="3"/>
                    <a:pt x="173" y="4"/>
                    <a:pt x="174" y="4"/>
                  </a:cubicBezTo>
                  <a:cubicBezTo>
                    <a:pt x="175" y="5"/>
                    <a:pt x="176" y="6"/>
                    <a:pt x="178" y="6"/>
                  </a:cubicBezTo>
                  <a:cubicBezTo>
                    <a:pt x="178" y="7"/>
                    <a:pt x="179" y="7"/>
                    <a:pt x="180" y="7"/>
                  </a:cubicBezTo>
                  <a:cubicBezTo>
                    <a:pt x="180" y="7"/>
                    <a:pt x="181" y="6"/>
                    <a:pt x="181" y="6"/>
                  </a:cubicBezTo>
                  <a:cubicBezTo>
                    <a:pt x="182" y="6"/>
                    <a:pt x="182" y="6"/>
                    <a:pt x="182" y="6"/>
                  </a:cubicBezTo>
                  <a:cubicBezTo>
                    <a:pt x="183" y="5"/>
                    <a:pt x="184" y="5"/>
                    <a:pt x="184" y="6"/>
                  </a:cubicBezTo>
                  <a:cubicBezTo>
                    <a:pt x="184" y="6"/>
                    <a:pt x="184" y="7"/>
                    <a:pt x="185" y="7"/>
                  </a:cubicBezTo>
                  <a:cubicBezTo>
                    <a:pt x="185" y="7"/>
                    <a:pt x="185" y="8"/>
                    <a:pt x="185" y="9"/>
                  </a:cubicBezTo>
                  <a:cubicBezTo>
                    <a:pt x="185" y="9"/>
                    <a:pt x="185" y="10"/>
                    <a:pt x="185" y="11"/>
                  </a:cubicBezTo>
                  <a:cubicBezTo>
                    <a:pt x="185" y="12"/>
                    <a:pt x="185" y="13"/>
                    <a:pt x="186" y="14"/>
                  </a:cubicBezTo>
                  <a:cubicBezTo>
                    <a:pt x="186" y="14"/>
                    <a:pt x="187" y="14"/>
                    <a:pt x="188" y="14"/>
                  </a:cubicBezTo>
                  <a:cubicBezTo>
                    <a:pt x="188" y="15"/>
                    <a:pt x="190" y="15"/>
                    <a:pt x="190" y="15"/>
                  </a:cubicBezTo>
                  <a:cubicBezTo>
                    <a:pt x="190" y="15"/>
                    <a:pt x="190" y="16"/>
                    <a:pt x="191" y="16"/>
                  </a:cubicBezTo>
                  <a:cubicBezTo>
                    <a:pt x="191" y="17"/>
                    <a:pt x="193" y="16"/>
                    <a:pt x="193" y="17"/>
                  </a:cubicBezTo>
                  <a:cubicBezTo>
                    <a:pt x="193" y="17"/>
                    <a:pt x="193" y="17"/>
                    <a:pt x="193" y="18"/>
                  </a:cubicBezTo>
                  <a:cubicBezTo>
                    <a:pt x="193" y="18"/>
                    <a:pt x="193" y="20"/>
                    <a:pt x="193" y="20"/>
                  </a:cubicBezTo>
                  <a:cubicBezTo>
                    <a:pt x="193" y="21"/>
                    <a:pt x="193" y="22"/>
                    <a:pt x="194" y="23"/>
                  </a:cubicBezTo>
                  <a:cubicBezTo>
                    <a:pt x="194" y="24"/>
                    <a:pt x="195" y="25"/>
                    <a:pt x="196" y="26"/>
                  </a:cubicBezTo>
                  <a:cubicBezTo>
                    <a:pt x="196" y="27"/>
                    <a:pt x="197" y="29"/>
                    <a:pt x="198" y="30"/>
                  </a:cubicBezTo>
                  <a:cubicBezTo>
                    <a:pt x="198" y="31"/>
                    <a:pt x="199" y="33"/>
                    <a:pt x="200" y="34"/>
                  </a:cubicBezTo>
                  <a:cubicBezTo>
                    <a:pt x="200" y="34"/>
                    <a:pt x="200" y="34"/>
                    <a:pt x="201" y="34"/>
                  </a:cubicBezTo>
                  <a:cubicBezTo>
                    <a:pt x="200" y="35"/>
                    <a:pt x="199" y="35"/>
                    <a:pt x="199" y="35"/>
                  </a:cubicBezTo>
                  <a:cubicBezTo>
                    <a:pt x="199" y="36"/>
                    <a:pt x="198" y="36"/>
                    <a:pt x="197" y="36"/>
                  </a:cubicBezTo>
                  <a:cubicBezTo>
                    <a:pt x="196" y="37"/>
                    <a:pt x="194" y="36"/>
                    <a:pt x="193" y="36"/>
                  </a:cubicBezTo>
                  <a:cubicBezTo>
                    <a:pt x="192" y="37"/>
                    <a:pt x="192" y="38"/>
                    <a:pt x="192" y="39"/>
                  </a:cubicBezTo>
                  <a:cubicBezTo>
                    <a:pt x="192" y="39"/>
                    <a:pt x="192" y="40"/>
                    <a:pt x="192" y="41"/>
                  </a:cubicBezTo>
                  <a:cubicBezTo>
                    <a:pt x="192" y="42"/>
                    <a:pt x="192" y="43"/>
                    <a:pt x="192" y="44"/>
                  </a:cubicBezTo>
                  <a:cubicBezTo>
                    <a:pt x="192" y="44"/>
                    <a:pt x="191" y="45"/>
                    <a:pt x="190" y="45"/>
                  </a:cubicBezTo>
                  <a:cubicBezTo>
                    <a:pt x="190" y="45"/>
                    <a:pt x="189" y="46"/>
                    <a:pt x="189" y="46"/>
                  </a:cubicBezTo>
                  <a:cubicBezTo>
                    <a:pt x="188" y="47"/>
                    <a:pt x="188" y="47"/>
                    <a:pt x="188" y="48"/>
                  </a:cubicBezTo>
                  <a:cubicBezTo>
                    <a:pt x="187" y="48"/>
                    <a:pt x="186" y="48"/>
                    <a:pt x="185" y="48"/>
                  </a:cubicBezTo>
                  <a:cubicBezTo>
                    <a:pt x="185" y="48"/>
                    <a:pt x="184" y="49"/>
                    <a:pt x="184" y="49"/>
                  </a:cubicBezTo>
                  <a:cubicBezTo>
                    <a:pt x="184" y="50"/>
                    <a:pt x="184" y="50"/>
                    <a:pt x="183" y="51"/>
                  </a:cubicBezTo>
                  <a:cubicBezTo>
                    <a:pt x="183" y="51"/>
                    <a:pt x="183" y="52"/>
                    <a:pt x="182" y="53"/>
                  </a:cubicBezTo>
                  <a:cubicBezTo>
                    <a:pt x="182" y="53"/>
                    <a:pt x="181" y="54"/>
                    <a:pt x="180" y="54"/>
                  </a:cubicBezTo>
                  <a:cubicBezTo>
                    <a:pt x="180" y="55"/>
                    <a:pt x="180" y="56"/>
                    <a:pt x="179" y="56"/>
                  </a:cubicBezTo>
                  <a:cubicBezTo>
                    <a:pt x="179" y="57"/>
                    <a:pt x="178" y="57"/>
                    <a:pt x="178" y="58"/>
                  </a:cubicBezTo>
                  <a:cubicBezTo>
                    <a:pt x="178" y="58"/>
                    <a:pt x="177" y="59"/>
                    <a:pt x="177" y="60"/>
                  </a:cubicBezTo>
                  <a:cubicBezTo>
                    <a:pt x="177" y="60"/>
                    <a:pt x="177" y="62"/>
                    <a:pt x="177" y="62"/>
                  </a:cubicBezTo>
                  <a:cubicBezTo>
                    <a:pt x="177" y="63"/>
                    <a:pt x="176" y="65"/>
                    <a:pt x="175" y="65"/>
                  </a:cubicBezTo>
                  <a:cubicBezTo>
                    <a:pt x="175" y="66"/>
                    <a:pt x="173" y="67"/>
                    <a:pt x="172" y="67"/>
                  </a:cubicBezTo>
                  <a:cubicBezTo>
                    <a:pt x="172" y="68"/>
                    <a:pt x="171" y="69"/>
                    <a:pt x="170" y="69"/>
                  </a:cubicBezTo>
                  <a:cubicBezTo>
                    <a:pt x="169" y="69"/>
                    <a:pt x="168" y="70"/>
                    <a:pt x="168" y="70"/>
                  </a:cubicBezTo>
                  <a:cubicBezTo>
                    <a:pt x="167" y="70"/>
                    <a:pt x="165" y="69"/>
                    <a:pt x="164" y="69"/>
                  </a:cubicBezTo>
                  <a:cubicBezTo>
                    <a:pt x="164" y="69"/>
                    <a:pt x="163" y="70"/>
                    <a:pt x="162" y="70"/>
                  </a:cubicBezTo>
                  <a:cubicBezTo>
                    <a:pt x="162" y="70"/>
                    <a:pt x="162" y="71"/>
                    <a:pt x="162" y="72"/>
                  </a:cubicBezTo>
                  <a:cubicBezTo>
                    <a:pt x="162" y="72"/>
                    <a:pt x="162" y="74"/>
                    <a:pt x="162" y="74"/>
                  </a:cubicBezTo>
                  <a:cubicBezTo>
                    <a:pt x="162" y="75"/>
                    <a:pt x="163" y="76"/>
                    <a:pt x="163" y="77"/>
                  </a:cubicBezTo>
                  <a:cubicBezTo>
                    <a:pt x="164" y="77"/>
                    <a:pt x="164" y="79"/>
                    <a:pt x="165" y="79"/>
                  </a:cubicBezTo>
                  <a:cubicBezTo>
                    <a:pt x="165" y="80"/>
                    <a:pt x="165" y="82"/>
                    <a:pt x="165" y="82"/>
                  </a:cubicBezTo>
                  <a:cubicBezTo>
                    <a:pt x="165" y="83"/>
                    <a:pt x="164" y="85"/>
                    <a:pt x="164" y="86"/>
                  </a:cubicBezTo>
                  <a:cubicBezTo>
                    <a:pt x="164" y="86"/>
                    <a:pt x="163" y="87"/>
                    <a:pt x="163" y="88"/>
                  </a:cubicBezTo>
                  <a:cubicBezTo>
                    <a:pt x="163" y="88"/>
                    <a:pt x="164" y="89"/>
                    <a:pt x="164" y="89"/>
                  </a:cubicBezTo>
                  <a:cubicBezTo>
                    <a:pt x="165" y="90"/>
                    <a:pt x="166" y="89"/>
                    <a:pt x="167" y="89"/>
                  </a:cubicBezTo>
                  <a:cubicBezTo>
                    <a:pt x="167" y="89"/>
                    <a:pt x="168" y="90"/>
                    <a:pt x="169" y="90"/>
                  </a:cubicBezTo>
                  <a:cubicBezTo>
                    <a:pt x="169" y="90"/>
                    <a:pt x="169" y="92"/>
                    <a:pt x="170" y="92"/>
                  </a:cubicBezTo>
                  <a:cubicBezTo>
                    <a:pt x="170" y="93"/>
                    <a:pt x="171" y="94"/>
                    <a:pt x="171" y="94"/>
                  </a:cubicBezTo>
                  <a:cubicBezTo>
                    <a:pt x="172" y="95"/>
                    <a:pt x="173" y="97"/>
                    <a:pt x="173" y="97"/>
                  </a:cubicBezTo>
                  <a:cubicBezTo>
                    <a:pt x="174" y="98"/>
                    <a:pt x="175" y="100"/>
                    <a:pt x="175" y="101"/>
                  </a:cubicBezTo>
                  <a:cubicBezTo>
                    <a:pt x="175" y="102"/>
                    <a:pt x="175" y="104"/>
                    <a:pt x="175" y="105"/>
                  </a:cubicBezTo>
                  <a:cubicBezTo>
                    <a:pt x="175" y="106"/>
                    <a:pt x="175" y="107"/>
                    <a:pt x="176" y="108"/>
                  </a:cubicBezTo>
                  <a:cubicBezTo>
                    <a:pt x="176" y="109"/>
                    <a:pt x="176" y="110"/>
                    <a:pt x="177" y="111"/>
                  </a:cubicBezTo>
                  <a:cubicBezTo>
                    <a:pt x="177" y="111"/>
                    <a:pt x="178" y="111"/>
                    <a:pt x="178" y="111"/>
                  </a:cubicBezTo>
                  <a:cubicBezTo>
                    <a:pt x="179" y="111"/>
                    <a:pt x="179" y="112"/>
                    <a:pt x="179" y="112"/>
                  </a:cubicBezTo>
                  <a:cubicBezTo>
                    <a:pt x="179" y="113"/>
                    <a:pt x="178" y="114"/>
                    <a:pt x="178" y="115"/>
                  </a:cubicBezTo>
                  <a:cubicBezTo>
                    <a:pt x="178" y="115"/>
                    <a:pt x="177" y="116"/>
                    <a:pt x="177" y="117"/>
                  </a:cubicBezTo>
                  <a:cubicBezTo>
                    <a:pt x="177" y="117"/>
                    <a:pt x="176" y="119"/>
                    <a:pt x="176" y="119"/>
                  </a:cubicBezTo>
                  <a:cubicBezTo>
                    <a:pt x="175" y="119"/>
                    <a:pt x="174" y="120"/>
                    <a:pt x="174" y="120"/>
                  </a:cubicBezTo>
                  <a:cubicBezTo>
                    <a:pt x="173" y="120"/>
                    <a:pt x="172" y="120"/>
                    <a:pt x="172" y="120"/>
                  </a:cubicBezTo>
                  <a:cubicBezTo>
                    <a:pt x="171" y="120"/>
                    <a:pt x="171" y="121"/>
                    <a:pt x="170" y="121"/>
                  </a:cubicBezTo>
                  <a:cubicBezTo>
                    <a:pt x="170" y="122"/>
                    <a:pt x="169" y="123"/>
                    <a:pt x="169" y="123"/>
                  </a:cubicBezTo>
                  <a:cubicBezTo>
                    <a:pt x="169" y="124"/>
                    <a:pt x="168" y="124"/>
                    <a:pt x="168" y="124"/>
                  </a:cubicBezTo>
                  <a:cubicBezTo>
                    <a:pt x="167" y="125"/>
                    <a:pt x="166" y="125"/>
                    <a:pt x="166" y="124"/>
                  </a:cubicBezTo>
                  <a:cubicBezTo>
                    <a:pt x="165" y="124"/>
                    <a:pt x="165" y="123"/>
                    <a:pt x="165" y="123"/>
                  </a:cubicBezTo>
                  <a:cubicBezTo>
                    <a:pt x="164" y="123"/>
                    <a:pt x="164" y="123"/>
                    <a:pt x="163" y="124"/>
                  </a:cubicBezTo>
                  <a:cubicBezTo>
                    <a:pt x="163" y="124"/>
                    <a:pt x="163" y="125"/>
                    <a:pt x="162" y="125"/>
                  </a:cubicBezTo>
                  <a:cubicBezTo>
                    <a:pt x="162" y="125"/>
                    <a:pt x="161" y="125"/>
                    <a:pt x="161" y="125"/>
                  </a:cubicBezTo>
                  <a:cubicBezTo>
                    <a:pt x="160" y="125"/>
                    <a:pt x="160" y="125"/>
                    <a:pt x="160" y="126"/>
                  </a:cubicBezTo>
                  <a:cubicBezTo>
                    <a:pt x="160" y="126"/>
                    <a:pt x="161" y="127"/>
                    <a:pt x="161" y="128"/>
                  </a:cubicBezTo>
                  <a:cubicBezTo>
                    <a:pt x="161" y="128"/>
                    <a:pt x="161" y="130"/>
                    <a:pt x="160" y="130"/>
                  </a:cubicBezTo>
                  <a:cubicBezTo>
                    <a:pt x="160" y="131"/>
                    <a:pt x="159" y="132"/>
                    <a:pt x="159" y="132"/>
                  </a:cubicBezTo>
                  <a:cubicBezTo>
                    <a:pt x="158" y="133"/>
                    <a:pt x="157" y="133"/>
                    <a:pt x="157" y="133"/>
                  </a:cubicBezTo>
                  <a:cubicBezTo>
                    <a:pt x="157" y="134"/>
                    <a:pt x="157" y="135"/>
                    <a:pt x="157" y="135"/>
                  </a:cubicBezTo>
                  <a:cubicBezTo>
                    <a:pt x="157" y="136"/>
                    <a:pt x="158" y="137"/>
                    <a:pt x="157" y="138"/>
                  </a:cubicBezTo>
                  <a:cubicBezTo>
                    <a:pt x="157" y="138"/>
                    <a:pt x="156" y="140"/>
                    <a:pt x="156" y="140"/>
                  </a:cubicBezTo>
                  <a:cubicBezTo>
                    <a:pt x="155" y="141"/>
                    <a:pt x="154" y="142"/>
                    <a:pt x="153" y="142"/>
                  </a:cubicBezTo>
                  <a:cubicBezTo>
                    <a:pt x="153" y="142"/>
                    <a:pt x="151" y="143"/>
                    <a:pt x="151" y="143"/>
                  </a:cubicBezTo>
                  <a:cubicBezTo>
                    <a:pt x="150" y="143"/>
                    <a:pt x="149" y="142"/>
                    <a:pt x="149" y="142"/>
                  </a:cubicBezTo>
                  <a:cubicBezTo>
                    <a:pt x="148" y="141"/>
                    <a:pt x="148" y="140"/>
                    <a:pt x="147" y="140"/>
                  </a:cubicBezTo>
                  <a:cubicBezTo>
                    <a:pt x="146" y="139"/>
                    <a:pt x="144" y="140"/>
                    <a:pt x="143" y="140"/>
                  </a:cubicBezTo>
                  <a:cubicBezTo>
                    <a:pt x="143" y="140"/>
                    <a:pt x="141" y="139"/>
                    <a:pt x="140" y="140"/>
                  </a:cubicBezTo>
                  <a:cubicBezTo>
                    <a:pt x="139" y="140"/>
                    <a:pt x="138" y="141"/>
                    <a:pt x="137" y="142"/>
                  </a:cubicBezTo>
                  <a:cubicBezTo>
                    <a:pt x="137" y="143"/>
                    <a:pt x="137" y="144"/>
                    <a:pt x="136" y="144"/>
                  </a:cubicBezTo>
                  <a:cubicBezTo>
                    <a:pt x="136" y="145"/>
                    <a:pt x="136" y="146"/>
                    <a:pt x="135" y="147"/>
                  </a:cubicBezTo>
                  <a:cubicBezTo>
                    <a:pt x="135" y="147"/>
                    <a:pt x="134" y="148"/>
                    <a:pt x="134" y="149"/>
                  </a:cubicBezTo>
                  <a:cubicBezTo>
                    <a:pt x="133" y="149"/>
                    <a:pt x="132" y="149"/>
                    <a:pt x="131" y="149"/>
                  </a:cubicBezTo>
                  <a:cubicBezTo>
                    <a:pt x="130" y="150"/>
                    <a:pt x="129" y="150"/>
                    <a:pt x="128" y="151"/>
                  </a:cubicBezTo>
                  <a:cubicBezTo>
                    <a:pt x="128" y="152"/>
                    <a:pt x="128" y="153"/>
                    <a:pt x="127" y="154"/>
                  </a:cubicBezTo>
                  <a:cubicBezTo>
                    <a:pt x="127" y="154"/>
                    <a:pt x="125" y="156"/>
                    <a:pt x="125" y="156"/>
                  </a:cubicBezTo>
                  <a:cubicBezTo>
                    <a:pt x="124" y="157"/>
                    <a:pt x="124" y="159"/>
                    <a:pt x="123" y="159"/>
                  </a:cubicBezTo>
                  <a:cubicBezTo>
                    <a:pt x="123" y="160"/>
                    <a:pt x="122" y="160"/>
                    <a:pt x="121" y="161"/>
                  </a:cubicBezTo>
                  <a:cubicBezTo>
                    <a:pt x="121" y="161"/>
                    <a:pt x="120" y="160"/>
                    <a:pt x="119" y="161"/>
                  </a:cubicBezTo>
                  <a:cubicBezTo>
                    <a:pt x="119" y="161"/>
                    <a:pt x="118" y="162"/>
                    <a:pt x="118" y="163"/>
                  </a:cubicBezTo>
                  <a:cubicBezTo>
                    <a:pt x="118" y="163"/>
                    <a:pt x="118" y="164"/>
                    <a:pt x="118" y="164"/>
                  </a:cubicBezTo>
                  <a:cubicBezTo>
                    <a:pt x="118" y="165"/>
                    <a:pt x="119" y="165"/>
                    <a:pt x="120" y="166"/>
                  </a:cubicBezTo>
                  <a:cubicBezTo>
                    <a:pt x="120" y="166"/>
                    <a:pt x="120" y="167"/>
                    <a:pt x="120" y="167"/>
                  </a:cubicBezTo>
                  <a:cubicBezTo>
                    <a:pt x="120" y="168"/>
                    <a:pt x="119" y="168"/>
                    <a:pt x="118" y="168"/>
                  </a:cubicBezTo>
                  <a:cubicBezTo>
                    <a:pt x="118" y="169"/>
                    <a:pt x="117" y="170"/>
                    <a:pt x="117" y="170"/>
                  </a:cubicBezTo>
                  <a:cubicBezTo>
                    <a:pt x="116" y="170"/>
                    <a:pt x="115" y="171"/>
                    <a:pt x="115" y="171"/>
                  </a:cubicBezTo>
                  <a:cubicBezTo>
                    <a:pt x="115" y="171"/>
                    <a:pt x="113" y="170"/>
                    <a:pt x="113" y="171"/>
                  </a:cubicBezTo>
                  <a:cubicBezTo>
                    <a:pt x="112" y="171"/>
                    <a:pt x="112" y="173"/>
                    <a:pt x="111" y="173"/>
                  </a:cubicBezTo>
                  <a:cubicBezTo>
                    <a:pt x="111" y="174"/>
                    <a:pt x="111" y="175"/>
                    <a:pt x="111" y="176"/>
                  </a:cubicBezTo>
                  <a:cubicBezTo>
                    <a:pt x="111" y="177"/>
                    <a:pt x="110" y="178"/>
                    <a:pt x="109" y="179"/>
                  </a:cubicBezTo>
                  <a:cubicBezTo>
                    <a:pt x="109" y="180"/>
                    <a:pt x="109" y="181"/>
                    <a:pt x="109" y="182"/>
                  </a:cubicBezTo>
                  <a:cubicBezTo>
                    <a:pt x="109" y="182"/>
                    <a:pt x="109" y="183"/>
                    <a:pt x="108" y="183"/>
                  </a:cubicBezTo>
                  <a:cubicBezTo>
                    <a:pt x="108" y="184"/>
                    <a:pt x="106" y="183"/>
                    <a:pt x="105" y="184"/>
                  </a:cubicBezTo>
                  <a:cubicBezTo>
                    <a:pt x="105" y="184"/>
                    <a:pt x="104" y="184"/>
                    <a:pt x="104" y="185"/>
                  </a:cubicBezTo>
                  <a:cubicBezTo>
                    <a:pt x="103" y="186"/>
                    <a:pt x="102" y="188"/>
                    <a:pt x="101" y="189"/>
                  </a:cubicBezTo>
                  <a:cubicBezTo>
                    <a:pt x="100" y="189"/>
                    <a:pt x="99" y="190"/>
                    <a:pt x="99" y="190"/>
                  </a:cubicBezTo>
                  <a:cubicBezTo>
                    <a:pt x="98" y="191"/>
                    <a:pt x="97" y="191"/>
                    <a:pt x="96" y="191"/>
                  </a:cubicBezTo>
                  <a:cubicBezTo>
                    <a:pt x="95" y="192"/>
                    <a:pt x="94" y="192"/>
                    <a:pt x="94" y="193"/>
                  </a:cubicBezTo>
                  <a:cubicBezTo>
                    <a:pt x="93" y="194"/>
                    <a:pt x="93" y="196"/>
                    <a:pt x="92" y="197"/>
                  </a:cubicBezTo>
                  <a:cubicBezTo>
                    <a:pt x="92" y="198"/>
                    <a:pt x="91" y="199"/>
                    <a:pt x="91" y="200"/>
                  </a:cubicBezTo>
                  <a:cubicBezTo>
                    <a:pt x="91" y="199"/>
                    <a:pt x="90" y="198"/>
                    <a:pt x="90" y="198"/>
                  </a:cubicBezTo>
                  <a:cubicBezTo>
                    <a:pt x="90" y="197"/>
                    <a:pt x="90" y="194"/>
                    <a:pt x="90" y="193"/>
                  </a:cubicBezTo>
                  <a:cubicBezTo>
                    <a:pt x="90" y="193"/>
                    <a:pt x="90" y="191"/>
                    <a:pt x="89" y="190"/>
                  </a:cubicBezTo>
                  <a:cubicBezTo>
                    <a:pt x="89" y="190"/>
                    <a:pt x="88" y="189"/>
                    <a:pt x="88" y="189"/>
                  </a:cubicBezTo>
                  <a:cubicBezTo>
                    <a:pt x="87" y="188"/>
                    <a:pt x="86" y="188"/>
                    <a:pt x="86" y="188"/>
                  </a:cubicBezTo>
                  <a:cubicBezTo>
                    <a:pt x="85" y="188"/>
                    <a:pt x="84" y="187"/>
                    <a:pt x="83" y="187"/>
                  </a:cubicBezTo>
                  <a:cubicBezTo>
                    <a:pt x="83" y="187"/>
                    <a:pt x="83" y="186"/>
                    <a:pt x="82" y="185"/>
                  </a:cubicBezTo>
                  <a:cubicBezTo>
                    <a:pt x="82" y="184"/>
                    <a:pt x="83" y="183"/>
                    <a:pt x="83" y="183"/>
                  </a:cubicBezTo>
                  <a:cubicBezTo>
                    <a:pt x="83" y="182"/>
                    <a:pt x="84" y="180"/>
                    <a:pt x="84" y="179"/>
                  </a:cubicBezTo>
                  <a:cubicBezTo>
                    <a:pt x="84" y="178"/>
                    <a:pt x="84" y="177"/>
                    <a:pt x="85" y="177"/>
                  </a:cubicBezTo>
                  <a:cubicBezTo>
                    <a:pt x="85" y="176"/>
                    <a:pt x="87" y="176"/>
                    <a:pt x="87" y="175"/>
                  </a:cubicBezTo>
                  <a:cubicBezTo>
                    <a:pt x="88" y="175"/>
                    <a:pt x="89" y="173"/>
                    <a:pt x="89" y="172"/>
                  </a:cubicBezTo>
                  <a:cubicBezTo>
                    <a:pt x="89" y="172"/>
                    <a:pt x="89" y="171"/>
                    <a:pt x="89" y="171"/>
                  </a:cubicBezTo>
                  <a:cubicBezTo>
                    <a:pt x="88" y="170"/>
                    <a:pt x="87" y="171"/>
                    <a:pt x="87" y="171"/>
                  </a:cubicBezTo>
                  <a:cubicBezTo>
                    <a:pt x="86" y="171"/>
                    <a:pt x="85" y="171"/>
                    <a:pt x="84" y="172"/>
                  </a:cubicBezTo>
                  <a:cubicBezTo>
                    <a:pt x="84" y="172"/>
                    <a:pt x="83" y="172"/>
                    <a:pt x="83" y="172"/>
                  </a:cubicBezTo>
                  <a:cubicBezTo>
                    <a:pt x="82" y="171"/>
                    <a:pt x="82" y="170"/>
                    <a:pt x="82" y="170"/>
                  </a:cubicBezTo>
                  <a:cubicBezTo>
                    <a:pt x="82" y="169"/>
                    <a:pt x="83" y="168"/>
                    <a:pt x="83" y="167"/>
                  </a:cubicBezTo>
                  <a:cubicBezTo>
                    <a:pt x="84" y="167"/>
                    <a:pt x="84" y="166"/>
                    <a:pt x="84" y="165"/>
                  </a:cubicBezTo>
                  <a:cubicBezTo>
                    <a:pt x="84" y="164"/>
                    <a:pt x="85" y="164"/>
                    <a:pt x="85" y="163"/>
                  </a:cubicBezTo>
                  <a:cubicBezTo>
                    <a:pt x="86" y="162"/>
                    <a:pt x="85" y="161"/>
                    <a:pt x="85" y="161"/>
                  </a:cubicBezTo>
                  <a:cubicBezTo>
                    <a:pt x="85" y="160"/>
                    <a:pt x="84" y="159"/>
                    <a:pt x="83" y="158"/>
                  </a:cubicBezTo>
                  <a:cubicBezTo>
                    <a:pt x="83" y="158"/>
                    <a:pt x="82" y="160"/>
                    <a:pt x="82" y="160"/>
                  </a:cubicBezTo>
                  <a:cubicBezTo>
                    <a:pt x="81" y="160"/>
                    <a:pt x="80" y="160"/>
                    <a:pt x="79" y="160"/>
                  </a:cubicBezTo>
                  <a:cubicBezTo>
                    <a:pt x="79" y="160"/>
                    <a:pt x="78" y="159"/>
                    <a:pt x="78" y="158"/>
                  </a:cubicBezTo>
                  <a:cubicBezTo>
                    <a:pt x="78" y="158"/>
                    <a:pt x="77" y="159"/>
                    <a:pt x="77" y="159"/>
                  </a:cubicBezTo>
                  <a:cubicBezTo>
                    <a:pt x="76" y="159"/>
                    <a:pt x="75" y="159"/>
                    <a:pt x="75" y="159"/>
                  </a:cubicBezTo>
                  <a:cubicBezTo>
                    <a:pt x="74" y="160"/>
                    <a:pt x="75" y="160"/>
                    <a:pt x="75" y="161"/>
                  </a:cubicBezTo>
                  <a:cubicBezTo>
                    <a:pt x="74" y="161"/>
                    <a:pt x="74" y="162"/>
                    <a:pt x="73" y="162"/>
                  </a:cubicBezTo>
                  <a:cubicBezTo>
                    <a:pt x="73" y="163"/>
                    <a:pt x="72" y="162"/>
                    <a:pt x="71" y="162"/>
                  </a:cubicBezTo>
                  <a:cubicBezTo>
                    <a:pt x="71" y="161"/>
                    <a:pt x="71" y="160"/>
                    <a:pt x="71" y="160"/>
                  </a:cubicBezTo>
                  <a:cubicBezTo>
                    <a:pt x="71" y="159"/>
                    <a:pt x="70" y="159"/>
                    <a:pt x="70" y="160"/>
                  </a:cubicBezTo>
                  <a:cubicBezTo>
                    <a:pt x="69" y="160"/>
                    <a:pt x="69" y="161"/>
                    <a:pt x="69" y="161"/>
                  </a:cubicBezTo>
                  <a:cubicBezTo>
                    <a:pt x="69" y="161"/>
                    <a:pt x="68" y="162"/>
                    <a:pt x="67" y="161"/>
                  </a:cubicBezTo>
                  <a:cubicBezTo>
                    <a:pt x="67" y="161"/>
                    <a:pt x="66" y="160"/>
                    <a:pt x="66" y="159"/>
                  </a:cubicBezTo>
                  <a:cubicBezTo>
                    <a:pt x="66" y="159"/>
                    <a:pt x="67" y="158"/>
                    <a:pt x="67" y="157"/>
                  </a:cubicBezTo>
                  <a:cubicBezTo>
                    <a:pt x="67" y="156"/>
                    <a:pt x="67" y="155"/>
                    <a:pt x="66" y="155"/>
                  </a:cubicBezTo>
                  <a:cubicBezTo>
                    <a:pt x="66" y="154"/>
                    <a:pt x="65" y="154"/>
                    <a:pt x="65" y="153"/>
                  </a:cubicBezTo>
                  <a:cubicBezTo>
                    <a:pt x="64" y="153"/>
                    <a:pt x="64" y="151"/>
                    <a:pt x="64" y="151"/>
                  </a:cubicBezTo>
                  <a:cubicBezTo>
                    <a:pt x="63" y="151"/>
                    <a:pt x="62" y="151"/>
                    <a:pt x="61" y="151"/>
                  </a:cubicBezTo>
                  <a:cubicBezTo>
                    <a:pt x="61" y="151"/>
                    <a:pt x="61" y="150"/>
                    <a:pt x="60" y="150"/>
                  </a:cubicBezTo>
                  <a:cubicBezTo>
                    <a:pt x="60" y="149"/>
                    <a:pt x="60" y="148"/>
                    <a:pt x="60" y="147"/>
                  </a:cubicBezTo>
                  <a:cubicBezTo>
                    <a:pt x="59" y="147"/>
                    <a:pt x="58" y="147"/>
                    <a:pt x="58" y="147"/>
                  </a:cubicBezTo>
                  <a:cubicBezTo>
                    <a:pt x="58" y="146"/>
                    <a:pt x="57" y="145"/>
                    <a:pt x="57" y="145"/>
                  </a:cubicBezTo>
                  <a:cubicBezTo>
                    <a:pt x="57" y="145"/>
                    <a:pt x="57" y="144"/>
                    <a:pt x="57" y="143"/>
                  </a:cubicBezTo>
                  <a:cubicBezTo>
                    <a:pt x="57" y="143"/>
                    <a:pt x="57" y="142"/>
                    <a:pt x="57" y="141"/>
                  </a:cubicBezTo>
                  <a:cubicBezTo>
                    <a:pt x="57" y="141"/>
                    <a:pt x="56" y="140"/>
                    <a:pt x="56" y="140"/>
                  </a:cubicBezTo>
                  <a:cubicBezTo>
                    <a:pt x="55" y="140"/>
                    <a:pt x="53" y="140"/>
                    <a:pt x="53" y="140"/>
                  </a:cubicBezTo>
                  <a:cubicBezTo>
                    <a:pt x="52" y="140"/>
                    <a:pt x="52" y="141"/>
                    <a:pt x="52" y="142"/>
                  </a:cubicBezTo>
                  <a:cubicBezTo>
                    <a:pt x="51" y="142"/>
                    <a:pt x="50" y="142"/>
                    <a:pt x="50" y="142"/>
                  </a:cubicBezTo>
                  <a:cubicBezTo>
                    <a:pt x="49" y="142"/>
                    <a:pt x="49" y="141"/>
                    <a:pt x="48" y="141"/>
                  </a:cubicBezTo>
                  <a:cubicBezTo>
                    <a:pt x="48" y="141"/>
                    <a:pt x="46" y="141"/>
                    <a:pt x="46" y="141"/>
                  </a:cubicBezTo>
                  <a:cubicBezTo>
                    <a:pt x="45" y="140"/>
                    <a:pt x="45" y="140"/>
                    <a:pt x="44" y="139"/>
                  </a:cubicBezTo>
                  <a:cubicBezTo>
                    <a:pt x="43" y="139"/>
                    <a:pt x="42" y="138"/>
                    <a:pt x="41" y="138"/>
                  </a:cubicBezTo>
                  <a:cubicBezTo>
                    <a:pt x="40" y="138"/>
                    <a:pt x="40" y="139"/>
                    <a:pt x="39" y="140"/>
                  </a:cubicBezTo>
                  <a:cubicBezTo>
                    <a:pt x="39" y="140"/>
                    <a:pt x="37" y="141"/>
                    <a:pt x="37" y="141"/>
                  </a:cubicBezTo>
                  <a:cubicBezTo>
                    <a:pt x="36" y="142"/>
                    <a:pt x="35" y="143"/>
                    <a:pt x="35" y="143"/>
                  </a:cubicBezTo>
                  <a:cubicBezTo>
                    <a:pt x="34" y="144"/>
                    <a:pt x="34" y="145"/>
                    <a:pt x="33" y="145"/>
                  </a:cubicBezTo>
                  <a:cubicBezTo>
                    <a:pt x="33" y="145"/>
                    <a:pt x="32" y="145"/>
                    <a:pt x="31" y="145"/>
                  </a:cubicBezTo>
                  <a:cubicBezTo>
                    <a:pt x="31" y="145"/>
                    <a:pt x="30" y="144"/>
                    <a:pt x="30" y="143"/>
                  </a:cubicBezTo>
                  <a:cubicBezTo>
                    <a:pt x="30" y="142"/>
                    <a:pt x="30" y="142"/>
                    <a:pt x="30" y="141"/>
                  </a:cubicBezTo>
                  <a:cubicBezTo>
                    <a:pt x="30" y="141"/>
                    <a:pt x="30" y="140"/>
                    <a:pt x="30" y="139"/>
                  </a:cubicBezTo>
                  <a:cubicBezTo>
                    <a:pt x="30" y="138"/>
                    <a:pt x="29" y="137"/>
                    <a:pt x="30" y="136"/>
                  </a:cubicBezTo>
                  <a:cubicBezTo>
                    <a:pt x="30" y="136"/>
                    <a:pt x="32" y="136"/>
                    <a:pt x="33" y="135"/>
                  </a:cubicBezTo>
                  <a:cubicBezTo>
                    <a:pt x="33" y="135"/>
                    <a:pt x="33" y="133"/>
                    <a:pt x="33" y="133"/>
                  </a:cubicBezTo>
                  <a:cubicBezTo>
                    <a:pt x="33" y="132"/>
                    <a:pt x="35" y="132"/>
                    <a:pt x="35" y="131"/>
                  </a:cubicBezTo>
                  <a:cubicBezTo>
                    <a:pt x="36" y="131"/>
                    <a:pt x="37" y="129"/>
                    <a:pt x="38" y="129"/>
                  </a:cubicBezTo>
                  <a:cubicBezTo>
                    <a:pt x="38" y="129"/>
                    <a:pt x="39" y="128"/>
                    <a:pt x="40" y="128"/>
                  </a:cubicBezTo>
                  <a:cubicBezTo>
                    <a:pt x="40" y="128"/>
                    <a:pt x="39" y="127"/>
                    <a:pt x="39" y="126"/>
                  </a:cubicBezTo>
                  <a:cubicBezTo>
                    <a:pt x="39" y="126"/>
                    <a:pt x="40" y="126"/>
                    <a:pt x="40" y="125"/>
                  </a:cubicBezTo>
                  <a:cubicBezTo>
                    <a:pt x="40" y="125"/>
                    <a:pt x="38" y="124"/>
                    <a:pt x="38" y="124"/>
                  </a:cubicBezTo>
                  <a:cubicBezTo>
                    <a:pt x="37" y="124"/>
                    <a:pt x="36" y="124"/>
                    <a:pt x="36" y="124"/>
                  </a:cubicBezTo>
                  <a:cubicBezTo>
                    <a:pt x="35" y="124"/>
                    <a:pt x="34" y="124"/>
                    <a:pt x="34" y="123"/>
                  </a:cubicBezTo>
                  <a:cubicBezTo>
                    <a:pt x="33" y="123"/>
                    <a:pt x="33" y="122"/>
                    <a:pt x="32" y="122"/>
                  </a:cubicBezTo>
                  <a:cubicBezTo>
                    <a:pt x="32" y="121"/>
                    <a:pt x="31" y="121"/>
                    <a:pt x="30" y="121"/>
                  </a:cubicBezTo>
                  <a:cubicBezTo>
                    <a:pt x="30" y="121"/>
                    <a:pt x="29" y="122"/>
                    <a:pt x="29" y="123"/>
                  </a:cubicBezTo>
                  <a:cubicBezTo>
                    <a:pt x="28" y="123"/>
                    <a:pt x="27" y="126"/>
                    <a:pt x="26" y="127"/>
                  </a:cubicBezTo>
                  <a:cubicBezTo>
                    <a:pt x="25" y="127"/>
                    <a:pt x="23" y="128"/>
                    <a:pt x="23" y="128"/>
                  </a:cubicBezTo>
                  <a:cubicBezTo>
                    <a:pt x="22" y="129"/>
                    <a:pt x="20" y="130"/>
                    <a:pt x="19" y="130"/>
                  </a:cubicBezTo>
                  <a:cubicBezTo>
                    <a:pt x="17" y="130"/>
                    <a:pt x="15" y="130"/>
                    <a:pt x="14" y="130"/>
                  </a:cubicBezTo>
                  <a:cubicBezTo>
                    <a:pt x="12" y="130"/>
                    <a:pt x="10" y="130"/>
                    <a:pt x="9" y="130"/>
                  </a:cubicBezTo>
                  <a:cubicBezTo>
                    <a:pt x="8" y="130"/>
                    <a:pt x="6" y="131"/>
                    <a:pt x="5" y="130"/>
                  </a:cubicBezTo>
                  <a:cubicBezTo>
                    <a:pt x="5" y="130"/>
                    <a:pt x="5" y="130"/>
                    <a:pt x="4" y="129"/>
                  </a:cubicBezTo>
                  <a:cubicBezTo>
                    <a:pt x="4" y="129"/>
                    <a:pt x="4" y="129"/>
                    <a:pt x="4" y="129"/>
                  </a:cubicBezTo>
                  <a:cubicBezTo>
                    <a:pt x="3" y="128"/>
                    <a:pt x="2" y="127"/>
                    <a:pt x="2" y="126"/>
                  </a:cubicBezTo>
                  <a:cubicBezTo>
                    <a:pt x="1" y="126"/>
                    <a:pt x="1" y="125"/>
                    <a:pt x="0" y="124"/>
                  </a:cubicBezTo>
                  <a:cubicBezTo>
                    <a:pt x="0" y="123"/>
                    <a:pt x="0" y="122"/>
                    <a:pt x="0" y="121"/>
                  </a:cubicBezTo>
                  <a:cubicBezTo>
                    <a:pt x="1" y="121"/>
                    <a:pt x="2" y="119"/>
                    <a:pt x="2" y="119"/>
                  </a:cubicBezTo>
                  <a:cubicBezTo>
                    <a:pt x="2" y="118"/>
                    <a:pt x="3" y="116"/>
                    <a:pt x="3" y="116"/>
                  </a:cubicBezTo>
                  <a:cubicBezTo>
                    <a:pt x="3" y="115"/>
                    <a:pt x="3" y="114"/>
                    <a:pt x="3" y="113"/>
                  </a:cubicBezTo>
                  <a:cubicBezTo>
                    <a:pt x="3" y="112"/>
                    <a:pt x="4" y="111"/>
                    <a:pt x="4" y="110"/>
                  </a:cubicBezTo>
                  <a:cubicBezTo>
                    <a:pt x="4" y="110"/>
                    <a:pt x="3" y="108"/>
                    <a:pt x="3" y="108"/>
                  </a:cubicBezTo>
                  <a:cubicBezTo>
                    <a:pt x="3" y="107"/>
                    <a:pt x="4" y="107"/>
                    <a:pt x="4" y="106"/>
                  </a:cubicBezTo>
                  <a:cubicBezTo>
                    <a:pt x="5" y="106"/>
                    <a:pt x="6" y="106"/>
                    <a:pt x="6" y="105"/>
                  </a:cubicBezTo>
                  <a:cubicBezTo>
                    <a:pt x="7" y="105"/>
                    <a:pt x="7" y="104"/>
                    <a:pt x="7" y="104"/>
                  </a:cubicBezTo>
                  <a:cubicBezTo>
                    <a:pt x="7" y="103"/>
                    <a:pt x="7" y="103"/>
                    <a:pt x="7" y="102"/>
                  </a:cubicBezTo>
                  <a:cubicBezTo>
                    <a:pt x="7" y="102"/>
                    <a:pt x="6" y="102"/>
                    <a:pt x="5" y="101"/>
                  </a:cubicBezTo>
                  <a:cubicBezTo>
                    <a:pt x="5" y="100"/>
                    <a:pt x="5" y="98"/>
                    <a:pt x="5" y="97"/>
                  </a:cubicBezTo>
                  <a:cubicBezTo>
                    <a:pt x="6" y="97"/>
                    <a:pt x="7" y="95"/>
                    <a:pt x="7" y="95"/>
                  </a:cubicBezTo>
                  <a:cubicBezTo>
                    <a:pt x="7" y="94"/>
                    <a:pt x="6" y="92"/>
                    <a:pt x="6" y="92"/>
                  </a:cubicBezTo>
                  <a:cubicBezTo>
                    <a:pt x="6" y="91"/>
                    <a:pt x="5" y="90"/>
                    <a:pt x="5" y="89"/>
                  </a:cubicBezTo>
                  <a:cubicBezTo>
                    <a:pt x="4" y="89"/>
                    <a:pt x="2" y="87"/>
                    <a:pt x="2" y="87"/>
                  </a:cubicBezTo>
                  <a:cubicBezTo>
                    <a:pt x="2" y="86"/>
                    <a:pt x="1" y="85"/>
                    <a:pt x="1" y="84"/>
                  </a:cubicBezTo>
                  <a:cubicBezTo>
                    <a:pt x="1" y="84"/>
                    <a:pt x="2" y="82"/>
                    <a:pt x="2" y="82"/>
                  </a:cubicBezTo>
                  <a:cubicBezTo>
                    <a:pt x="3" y="82"/>
                    <a:pt x="4" y="82"/>
                    <a:pt x="4" y="82"/>
                  </a:cubicBezTo>
                  <a:cubicBezTo>
                    <a:pt x="5" y="82"/>
                    <a:pt x="6" y="81"/>
                    <a:pt x="6" y="81"/>
                  </a:cubicBezTo>
                  <a:cubicBezTo>
                    <a:pt x="7" y="81"/>
                    <a:pt x="7" y="80"/>
                    <a:pt x="7" y="80"/>
                  </a:cubicBezTo>
                  <a:cubicBezTo>
                    <a:pt x="8" y="79"/>
                    <a:pt x="8" y="78"/>
                    <a:pt x="8" y="78"/>
                  </a:cubicBezTo>
                  <a:cubicBezTo>
                    <a:pt x="7" y="77"/>
                    <a:pt x="7" y="77"/>
                    <a:pt x="7" y="76"/>
                  </a:cubicBezTo>
                  <a:cubicBezTo>
                    <a:pt x="7" y="76"/>
                    <a:pt x="6" y="76"/>
                    <a:pt x="6" y="75"/>
                  </a:cubicBezTo>
                  <a:cubicBezTo>
                    <a:pt x="5" y="75"/>
                    <a:pt x="5" y="73"/>
                    <a:pt x="6" y="72"/>
                  </a:cubicBezTo>
                  <a:cubicBezTo>
                    <a:pt x="6" y="72"/>
                    <a:pt x="8" y="71"/>
                    <a:pt x="9" y="70"/>
                  </a:cubicBezTo>
                  <a:cubicBezTo>
                    <a:pt x="9" y="70"/>
                    <a:pt x="11" y="69"/>
                    <a:pt x="11" y="68"/>
                  </a:cubicBezTo>
                  <a:cubicBezTo>
                    <a:pt x="12" y="67"/>
                    <a:pt x="12" y="66"/>
                    <a:pt x="13" y="66"/>
                  </a:cubicBezTo>
                  <a:cubicBezTo>
                    <a:pt x="13" y="65"/>
                    <a:pt x="14" y="65"/>
                    <a:pt x="14" y="64"/>
                  </a:cubicBezTo>
                  <a:cubicBezTo>
                    <a:pt x="15" y="64"/>
                    <a:pt x="15" y="63"/>
                    <a:pt x="16" y="63"/>
                  </a:cubicBezTo>
                  <a:cubicBezTo>
                    <a:pt x="17" y="62"/>
                    <a:pt x="18" y="61"/>
                    <a:pt x="19" y="60"/>
                  </a:cubicBezTo>
                  <a:cubicBezTo>
                    <a:pt x="19" y="59"/>
                    <a:pt x="20" y="58"/>
                    <a:pt x="20" y="58"/>
                  </a:cubicBezTo>
                  <a:cubicBezTo>
                    <a:pt x="20" y="57"/>
                    <a:pt x="20" y="55"/>
                    <a:pt x="19" y="55"/>
                  </a:cubicBezTo>
                  <a:cubicBezTo>
                    <a:pt x="19" y="55"/>
                    <a:pt x="18" y="56"/>
                    <a:pt x="18" y="56"/>
                  </a:cubicBezTo>
                  <a:cubicBezTo>
                    <a:pt x="17" y="56"/>
                    <a:pt x="16" y="55"/>
                    <a:pt x="15" y="55"/>
                  </a:cubicBezTo>
                  <a:cubicBezTo>
                    <a:pt x="15" y="55"/>
                    <a:pt x="14" y="54"/>
                    <a:pt x="14" y="53"/>
                  </a:cubicBezTo>
                  <a:cubicBezTo>
                    <a:pt x="14" y="53"/>
                    <a:pt x="14" y="51"/>
                    <a:pt x="14" y="50"/>
                  </a:cubicBezTo>
                  <a:cubicBezTo>
                    <a:pt x="13" y="50"/>
                    <a:pt x="13" y="49"/>
                    <a:pt x="12" y="49"/>
                  </a:cubicBezTo>
                  <a:cubicBezTo>
                    <a:pt x="12" y="49"/>
                    <a:pt x="11" y="48"/>
                    <a:pt x="11" y="47"/>
                  </a:cubicBezTo>
                  <a:cubicBezTo>
                    <a:pt x="10" y="47"/>
                    <a:pt x="10" y="46"/>
                    <a:pt x="9" y="45"/>
                  </a:cubicBezTo>
                  <a:cubicBezTo>
                    <a:pt x="9" y="45"/>
                    <a:pt x="9" y="45"/>
                    <a:pt x="9" y="44"/>
                  </a:cubicBezTo>
                  <a:cubicBezTo>
                    <a:pt x="9" y="44"/>
                    <a:pt x="9" y="44"/>
                    <a:pt x="10" y="44"/>
                  </a:cubicBezTo>
                  <a:cubicBezTo>
                    <a:pt x="10" y="44"/>
                    <a:pt x="10" y="43"/>
                    <a:pt x="10" y="43"/>
                  </a:cubicBezTo>
                  <a:cubicBezTo>
                    <a:pt x="11" y="42"/>
                    <a:pt x="12" y="42"/>
                    <a:pt x="12" y="42"/>
                  </a:cubicBezTo>
                  <a:cubicBezTo>
                    <a:pt x="12" y="42"/>
                    <a:pt x="13" y="41"/>
                    <a:pt x="13" y="40"/>
                  </a:cubicBezTo>
                  <a:cubicBezTo>
                    <a:pt x="13" y="40"/>
                    <a:pt x="12" y="38"/>
                    <a:pt x="12" y="38"/>
                  </a:cubicBezTo>
                  <a:cubicBezTo>
                    <a:pt x="12" y="37"/>
                    <a:pt x="12" y="36"/>
                    <a:pt x="13" y="36"/>
                  </a:cubicBezTo>
                  <a:cubicBezTo>
                    <a:pt x="13" y="35"/>
                    <a:pt x="15" y="36"/>
                    <a:pt x="16" y="35"/>
                  </a:cubicBezTo>
                  <a:cubicBezTo>
                    <a:pt x="16" y="35"/>
                    <a:pt x="17" y="35"/>
                    <a:pt x="18" y="35"/>
                  </a:cubicBezTo>
                  <a:cubicBezTo>
                    <a:pt x="18" y="34"/>
                    <a:pt x="19" y="33"/>
                    <a:pt x="20" y="33"/>
                  </a:cubicBezTo>
                  <a:cubicBezTo>
                    <a:pt x="20" y="33"/>
                    <a:pt x="20" y="33"/>
                    <a:pt x="20" y="33"/>
                  </a:cubicBezTo>
                  <a:cubicBezTo>
                    <a:pt x="20" y="33"/>
                    <a:pt x="21" y="33"/>
                    <a:pt x="21" y="32"/>
                  </a:cubicBezTo>
                  <a:cubicBezTo>
                    <a:pt x="22" y="32"/>
                    <a:pt x="22" y="32"/>
                    <a:pt x="22" y="32"/>
                  </a:cubicBezTo>
                  <a:cubicBezTo>
                    <a:pt x="23" y="32"/>
                    <a:pt x="23" y="32"/>
                    <a:pt x="23" y="32"/>
                  </a:cubicBezTo>
                  <a:cubicBezTo>
                    <a:pt x="23" y="33"/>
                    <a:pt x="23" y="33"/>
                    <a:pt x="23" y="33"/>
                  </a:cubicBezTo>
                  <a:cubicBezTo>
                    <a:pt x="24" y="34"/>
                    <a:pt x="23" y="35"/>
                    <a:pt x="23" y="35"/>
                  </a:cubicBezTo>
                  <a:cubicBezTo>
                    <a:pt x="23" y="36"/>
                    <a:pt x="24" y="37"/>
                    <a:pt x="24" y="37"/>
                  </a:cubicBezTo>
                  <a:cubicBezTo>
                    <a:pt x="24" y="38"/>
                    <a:pt x="26" y="38"/>
                    <a:pt x="26" y="38"/>
                  </a:cubicBezTo>
                  <a:cubicBezTo>
                    <a:pt x="27" y="38"/>
                    <a:pt x="27" y="37"/>
                    <a:pt x="28" y="36"/>
                  </a:cubicBezTo>
                  <a:cubicBezTo>
                    <a:pt x="28" y="36"/>
                    <a:pt x="30" y="36"/>
                    <a:pt x="30" y="36"/>
                  </a:cubicBezTo>
                  <a:cubicBezTo>
                    <a:pt x="31" y="37"/>
                    <a:pt x="31" y="38"/>
                    <a:pt x="32" y="38"/>
                  </a:cubicBezTo>
                  <a:cubicBezTo>
                    <a:pt x="32" y="38"/>
                    <a:pt x="32" y="39"/>
                    <a:pt x="32" y="39"/>
                  </a:cubicBezTo>
                  <a:cubicBezTo>
                    <a:pt x="31" y="40"/>
                    <a:pt x="30" y="40"/>
                    <a:pt x="30" y="40"/>
                  </a:cubicBezTo>
                  <a:cubicBezTo>
                    <a:pt x="30" y="41"/>
                    <a:pt x="31" y="42"/>
                    <a:pt x="32" y="42"/>
                  </a:cubicBezTo>
                  <a:cubicBezTo>
                    <a:pt x="32" y="42"/>
                    <a:pt x="33" y="42"/>
                    <a:pt x="34" y="42"/>
                  </a:cubicBezTo>
                  <a:cubicBezTo>
                    <a:pt x="34" y="42"/>
                    <a:pt x="35" y="41"/>
                    <a:pt x="36" y="41"/>
                  </a:cubicBezTo>
                  <a:cubicBezTo>
                    <a:pt x="36" y="41"/>
                    <a:pt x="38" y="41"/>
                    <a:pt x="38" y="41"/>
                  </a:cubicBezTo>
                  <a:cubicBezTo>
                    <a:pt x="39" y="41"/>
                    <a:pt x="41" y="41"/>
                    <a:pt x="42" y="41"/>
                  </a:cubicBezTo>
                  <a:cubicBezTo>
                    <a:pt x="43" y="41"/>
                    <a:pt x="43" y="39"/>
                    <a:pt x="44" y="38"/>
                  </a:cubicBezTo>
                  <a:cubicBezTo>
                    <a:pt x="44" y="38"/>
                    <a:pt x="44" y="36"/>
                    <a:pt x="45" y="36"/>
                  </a:cubicBezTo>
                  <a:cubicBezTo>
                    <a:pt x="45" y="36"/>
                    <a:pt x="46" y="36"/>
                    <a:pt x="47" y="37"/>
                  </a:cubicBezTo>
                  <a:cubicBezTo>
                    <a:pt x="47" y="38"/>
                    <a:pt x="48" y="40"/>
                    <a:pt x="48" y="41"/>
                  </a:cubicBezTo>
                  <a:cubicBezTo>
                    <a:pt x="48" y="42"/>
                    <a:pt x="49" y="43"/>
                    <a:pt x="49" y="44"/>
                  </a:cubicBezTo>
                  <a:cubicBezTo>
                    <a:pt x="50" y="45"/>
                    <a:pt x="49" y="46"/>
                    <a:pt x="49" y="47"/>
                  </a:cubicBezTo>
                  <a:cubicBezTo>
                    <a:pt x="49" y="48"/>
                    <a:pt x="50" y="49"/>
                    <a:pt x="50" y="50"/>
                  </a:cubicBezTo>
                  <a:cubicBezTo>
                    <a:pt x="51" y="50"/>
                    <a:pt x="52" y="51"/>
                    <a:pt x="52" y="51"/>
                  </a:cubicBezTo>
                  <a:cubicBezTo>
                    <a:pt x="52" y="51"/>
                    <a:pt x="52" y="52"/>
                    <a:pt x="52" y="52"/>
                  </a:cubicBezTo>
                  <a:cubicBezTo>
                    <a:pt x="52" y="53"/>
                    <a:pt x="51" y="53"/>
                    <a:pt x="51" y="53"/>
                  </a:cubicBezTo>
                  <a:cubicBezTo>
                    <a:pt x="51" y="54"/>
                    <a:pt x="50" y="55"/>
                    <a:pt x="50" y="55"/>
                  </a:cubicBezTo>
                  <a:cubicBezTo>
                    <a:pt x="50" y="55"/>
                    <a:pt x="50" y="56"/>
                    <a:pt x="50" y="56"/>
                  </a:cubicBezTo>
                  <a:cubicBezTo>
                    <a:pt x="50" y="57"/>
                    <a:pt x="52" y="57"/>
                    <a:pt x="52" y="57"/>
                  </a:cubicBezTo>
                  <a:cubicBezTo>
                    <a:pt x="53" y="57"/>
                    <a:pt x="54" y="57"/>
                    <a:pt x="55" y="56"/>
                  </a:cubicBezTo>
                  <a:cubicBezTo>
                    <a:pt x="56" y="56"/>
                    <a:pt x="57" y="55"/>
                    <a:pt x="58" y="55"/>
                  </a:cubicBezTo>
                  <a:cubicBezTo>
                    <a:pt x="58" y="55"/>
                    <a:pt x="59" y="54"/>
                    <a:pt x="59" y="54"/>
                  </a:cubicBezTo>
                  <a:cubicBezTo>
                    <a:pt x="59" y="53"/>
                    <a:pt x="60" y="51"/>
                    <a:pt x="60" y="50"/>
                  </a:cubicBezTo>
                  <a:cubicBezTo>
                    <a:pt x="60" y="50"/>
                    <a:pt x="60" y="48"/>
                    <a:pt x="60" y="47"/>
                  </a:cubicBezTo>
                  <a:cubicBezTo>
                    <a:pt x="60" y="47"/>
                    <a:pt x="61" y="46"/>
                    <a:pt x="61" y="45"/>
                  </a:cubicBezTo>
                  <a:cubicBezTo>
                    <a:pt x="61" y="45"/>
                    <a:pt x="62" y="44"/>
                    <a:pt x="63" y="44"/>
                  </a:cubicBezTo>
                  <a:cubicBezTo>
                    <a:pt x="64" y="43"/>
                    <a:pt x="66" y="42"/>
                    <a:pt x="66" y="41"/>
                  </a:cubicBezTo>
                  <a:cubicBezTo>
                    <a:pt x="67" y="41"/>
                    <a:pt x="68" y="40"/>
                    <a:pt x="68" y="39"/>
                  </a:cubicBezTo>
                  <a:cubicBezTo>
                    <a:pt x="69" y="39"/>
                    <a:pt x="69" y="37"/>
                    <a:pt x="70" y="37"/>
                  </a:cubicBezTo>
                  <a:cubicBezTo>
                    <a:pt x="70" y="36"/>
                    <a:pt x="72" y="36"/>
                    <a:pt x="72" y="36"/>
                  </a:cubicBezTo>
                  <a:cubicBezTo>
                    <a:pt x="73" y="35"/>
                    <a:pt x="74" y="33"/>
                    <a:pt x="75" y="33"/>
                  </a:cubicBezTo>
                  <a:cubicBezTo>
                    <a:pt x="76" y="32"/>
                    <a:pt x="77" y="32"/>
                    <a:pt x="78" y="33"/>
                  </a:cubicBezTo>
                  <a:cubicBezTo>
                    <a:pt x="78" y="33"/>
                    <a:pt x="79" y="35"/>
                    <a:pt x="79" y="36"/>
                  </a:cubicBezTo>
                  <a:cubicBezTo>
                    <a:pt x="79" y="36"/>
                    <a:pt x="79" y="38"/>
                    <a:pt x="79" y="39"/>
                  </a:cubicBezTo>
                  <a:cubicBezTo>
                    <a:pt x="80" y="39"/>
                    <a:pt x="80" y="41"/>
                    <a:pt x="81" y="41"/>
                  </a:cubicBezTo>
                  <a:cubicBezTo>
                    <a:pt x="81" y="41"/>
                    <a:pt x="82" y="41"/>
                    <a:pt x="83" y="41"/>
                  </a:cubicBezTo>
                  <a:cubicBezTo>
                    <a:pt x="84" y="41"/>
                    <a:pt x="84" y="41"/>
                    <a:pt x="85" y="41"/>
                  </a:cubicBezTo>
                  <a:cubicBezTo>
                    <a:pt x="85" y="40"/>
                    <a:pt x="86" y="39"/>
                    <a:pt x="87" y="38"/>
                  </a:cubicBezTo>
                  <a:cubicBezTo>
                    <a:pt x="87" y="38"/>
                    <a:pt x="88" y="37"/>
                    <a:pt x="88" y="36"/>
                  </a:cubicBezTo>
                  <a:cubicBezTo>
                    <a:pt x="89" y="36"/>
                    <a:pt x="89" y="34"/>
                    <a:pt x="90" y="34"/>
                  </a:cubicBezTo>
                  <a:cubicBezTo>
                    <a:pt x="90" y="34"/>
                    <a:pt x="91" y="33"/>
                    <a:pt x="91" y="33"/>
                  </a:cubicBezTo>
                  <a:cubicBezTo>
                    <a:pt x="91" y="33"/>
                    <a:pt x="92" y="33"/>
                    <a:pt x="92" y="3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159"/>
            <p:cNvSpPr>
              <a:spLocks/>
            </p:cNvSpPr>
            <p:nvPr/>
          </p:nvSpPr>
          <p:spPr bwMode="auto">
            <a:xfrm>
              <a:off x="1736726" y="1943101"/>
              <a:ext cx="179388" cy="115888"/>
            </a:xfrm>
            <a:custGeom>
              <a:avLst/>
              <a:gdLst/>
              <a:ahLst/>
              <a:cxnLst>
                <a:cxn ang="0">
                  <a:pos x="0" y="32"/>
                </a:cxn>
                <a:cxn ang="0">
                  <a:pos x="2" y="30"/>
                </a:cxn>
                <a:cxn ang="0">
                  <a:pos x="6" y="29"/>
                </a:cxn>
                <a:cxn ang="0">
                  <a:pos x="13" y="25"/>
                </a:cxn>
                <a:cxn ang="0">
                  <a:pos x="23" y="21"/>
                </a:cxn>
                <a:cxn ang="0">
                  <a:pos x="23" y="18"/>
                </a:cxn>
                <a:cxn ang="0">
                  <a:pos x="26" y="15"/>
                </a:cxn>
                <a:cxn ang="0">
                  <a:pos x="26" y="12"/>
                </a:cxn>
                <a:cxn ang="0">
                  <a:pos x="28" y="10"/>
                </a:cxn>
                <a:cxn ang="0">
                  <a:pos x="31" y="5"/>
                </a:cxn>
                <a:cxn ang="0">
                  <a:pos x="33" y="1"/>
                </a:cxn>
                <a:cxn ang="0">
                  <a:pos x="43" y="1"/>
                </a:cxn>
                <a:cxn ang="0">
                  <a:pos x="49" y="2"/>
                </a:cxn>
                <a:cxn ang="0">
                  <a:pos x="51" y="1"/>
                </a:cxn>
                <a:cxn ang="0">
                  <a:pos x="55" y="1"/>
                </a:cxn>
                <a:cxn ang="0">
                  <a:pos x="58" y="5"/>
                </a:cxn>
                <a:cxn ang="0">
                  <a:pos x="62" y="11"/>
                </a:cxn>
                <a:cxn ang="0">
                  <a:pos x="64" y="14"/>
                </a:cxn>
                <a:cxn ang="0">
                  <a:pos x="61" y="15"/>
                </a:cxn>
                <a:cxn ang="0">
                  <a:pos x="60" y="17"/>
                </a:cxn>
                <a:cxn ang="0">
                  <a:pos x="64" y="17"/>
                </a:cxn>
                <a:cxn ang="0">
                  <a:pos x="67" y="17"/>
                </a:cxn>
                <a:cxn ang="0">
                  <a:pos x="70" y="16"/>
                </a:cxn>
                <a:cxn ang="0">
                  <a:pos x="73" y="15"/>
                </a:cxn>
                <a:cxn ang="0">
                  <a:pos x="79" y="19"/>
                </a:cxn>
                <a:cxn ang="0">
                  <a:pos x="90" y="25"/>
                </a:cxn>
                <a:cxn ang="0">
                  <a:pos x="95" y="29"/>
                </a:cxn>
                <a:cxn ang="0">
                  <a:pos x="91" y="32"/>
                </a:cxn>
                <a:cxn ang="0">
                  <a:pos x="87" y="35"/>
                </a:cxn>
                <a:cxn ang="0">
                  <a:pos x="85" y="38"/>
                </a:cxn>
                <a:cxn ang="0">
                  <a:pos x="87" y="41"/>
                </a:cxn>
                <a:cxn ang="0">
                  <a:pos x="90" y="44"/>
                </a:cxn>
                <a:cxn ang="0">
                  <a:pos x="87" y="46"/>
                </a:cxn>
                <a:cxn ang="0">
                  <a:pos x="84" y="49"/>
                </a:cxn>
                <a:cxn ang="0">
                  <a:pos x="77" y="49"/>
                </a:cxn>
                <a:cxn ang="0">
                  <a:pos x="74" y="50"/>
                </a:cxn>
                <a:cxn ang="0">
                  <a:pos x="70" y="51"/>
                </a:cxn>
                <a:cxn ang="0">
                  <a:pos x="68" y="56"/>
                </a:cxn>
                <a:cxn ang="0">
                  <a:pos x="64" y="54"/>
                </a:cxn>
                <a:cxn ang="0">
                  <a:pos x="60" y="57"/>
                </a:cxn>
                <a:cxn ang="0">
                  <a:pos x="56" y="56"/>
                </a:cxn>
                <a:cxn ang="0">
                  <a:pos x="52" y="56"/>
                </a:cxn>
                <a:cxn ang="0">
                  <a:pos x="46" y="59"/>
                </a:cxn>
                <a:cxn ang="0">
                  <a:pos x="42" y="58"/>
                </a:cxn>
                <a:cxn ang="0">
                  <a:pos x="43" y="54"/>
                </a:cxn>
                <a:cxn ang="0">
                  <a:pos x="39" y="55"/>
                </a:cxn>
                <a:cxn ang="0">
                  <a:pos x="36" y="58"/>
                </a:cxn>
                <a:cxn ang="0">
                  <a:pos x="31" y="61"/>
                </a:cxn>
                <a:cxn ang="0">
                  <a:pos x="30" y="58"/>
                </a:cxn>
                <a:cxn ang="0">
                  <a:pos x="28" y="54"/>
                </a:cxn>
                <a:cxn ang="0">
                  <a:pos x="23" y="53"/>
                </a:cxn>
                <a:cxn ang="0">
                  <a:pos x="20" y="52"/>
                </a:cxn>
                <a:cxn ang="0">
                  <a:pos x="18" y="47"/>
                </a:cxn>
                <a:cxn ang="0">
                  <a:pos x="18" y="42"/>
                </a:cxn>
                <a:cxn ang="0">
                  <a:pos x="13" y="37"/>
                </a:cxn>
                <a:cxn ang="0">
                  <a:pos x="6" y="37"/>
                </a:cxn>
                <a:cxn ang="0">
                  <a:pos x="2" y="34"/>
                </a:cxn>
                <a:cxn ang="0">
                  <a:pos x="0" y="33"/>
                </a:cxn>
              </a:cxnLst>
              <a:rect l="0" t="0" r="r" b="b"/>
              <a:pathLst>
                <a:path w="95" h="61">
                  <a:moveTo>
                    <a:pt x="0" y="33"/>
                  </a:moveTo>
                  <a:cubicBezTo>
                    <a:pt x="0" y="32"/>
                    <a:pt x="0" y="32"/>
                    <a:pt x="0" y="32"/>
                  </a:cubicBezTo>
                  <a:cubicBezTo>
                    <a:pt x="0" y="31"/>
                    <a:pt x="1" y="30"/>
                    <a:pt x="1" y="29"/>
                  </a:cubicBezTo>
                  <a:cubicBezTo>
                    <a:pt x="1" y="30"/>
                    <a:pt x="1" y="30"/>
                    <a:pt x="2" y="30"/>
                  </a:cubicBezTo>
                  <a:cubicBezTo>
                    <a:pt x="2" y="30"/>
                    <a:pt x="3" y="31"/>
                    <a:pt x="4" y="30"/>
                  </a:cubicBezTo>
                  <a:cubicBezTo>
                    <a:pt x="4" y="30"/>
                    <a:pt x="5" y="30"/>
                    <a:pt x="6" y="29"/>
                  </a:cubicBezTo>
                  <a:cubicBezTo>
                    <a:pt x="6" y="29"/>
                    <a:pt x="8" y="28"/>
                    <a:pt x="8" y="28"/>
                  </a:cubicBezTo>
                  <a:cubicBezTo>
                    <a:pt x="9" y="27"/>
                    <a:pt x="12" y="25"/>
                    <a:pt x="13" y="25"/>
                  </a:cubicBezTo>
                  <a:cubicBezTo>
                    <a:pt x="14" y="25"/>
                    <a:pt x="17" y="24"/>
                    <a:pt x="18" y="24"/>
                  </a:cubicBezTo>
                  <a:cubicBezTo>
                    <a:pt x="19" y="23"/>
                    <a:pt x="21" y="22"/>
                    <a:pt x="23" y="21"/>
                  </a:cubicBezTo>
                  <a:cubicBezTo>
                    <a:pt x="23" y="21"/>
                    <a:pt x="23" y="20"/>
                    <a:pt x="23" y="20"/>
                  </a:cubicBezTo>
                  <a:cubicBezTo>
                    <a:pt x="24" y="19"/>
                    <a:pt x="23" y="18"/>
                    <a:pt x="23" y="18"/>
                  </a:cubicBezTo>
                  <a:cubicBezTo>
                    <a:pt x="23" y="17"/>
                    <a:pt x="24" y="16"/>
                    <a:pt x="24" y="16"/>
                  </a:cubicBezTo>
                  <a:cubicBezTo>
                    <a:pt x="25" y="16"/>
                    <a:pt x="25" y="15"/>
                    <a:pt x="26" y="15"/>
                  </a:cubicBezTo>
                  <a:cubicBezTo>
                    <a:pt x="26" y="14"/>
                    <a:pt x="27" y="14"/>
                    <a:pt x="27" y="13"/>
                  </a:cubicBezTo>
                  <a:cubicBezTo>
                    <a:pt x="27" y="13"/>
                    <a:pt x="26" y="12"/>
                    <a:pt x="26" y="12"/>
                  </a:cubicBezTo>
                  <a:cubicBezTo>
                    <a:pt x="26" y="11"/>
                    <a:pt x="26" y="10"/>
                    <a:pt x="26" y="10"/>
                  </a:cubicBezTo>
                  <a:cubicBezTo>
                    <a:pt x="27" y="10"/>
                    <a:pt x="28" y="10"/>
                    <a:pt x="28" y="10"/>
                  </a:cubicBezTo>
                  <a:cubicBezTo>
                    <a:pt x="28" y="9"/>
                    <a:pt x="29" y="9"/>
                    <a:pt x="29" y="9"/>
                  </a:cubicBezTo>
                  <a:cubicBezTo>
                    <a:pt x="30" y="8"/>
                    <a:pt x="30" y="6"/>
                    <a:pt x="31" y="5"/>
                  </a:cubicBezTo>
                  <a:cubicBezTo>
                    <a:pt x="31" y="5"/>
                    <a:pt x="32" y="4"/>
                    <a:pt x="32" y="3"/>
                  </a:cubicBezTo>
                  <a:cubicBezTo>
                    <a:pt x="32" y="3"/>
                    <a:pt x="33" y="1"/>
                    <a:pt x="33" y="1"/>
                  </a:cubicBezTo>
                  <a:cubicBezTo>
                    <a:pt x="35" y="0"/>
                    <a:pt x="38" y="1"/>
                    <a:pt x="39" y="1"/>
                  </a:cubicBezTo>
                  <a:cubicBezTo>
                    <a:pt x="40" y="1"/>
                    <a:pt x="42" y="1"/>
                    <a:pt x="43" y="1"/>
                  </a:cubicBezTo>
                  <a:cubicBezTo>
                    <a:pt x="44" y="1"/>
                    <a:pt x="45" y="2"/>
                    <a:pt x="46" y="2"/>
                  </a:cubicBezTo>
                  <a:cubicBezTo>
                    <a:pt x="47" y="2"/>
                    <a:pt x="48" y="2"/>
                    <a:pt x="49" y="2"/>
                  </a:cubicBezTo>
                  <a:cubicBezTo>
                    <a:pt x="49" y="2"/>
                    <a:pt x="49" y="1"/>
                    <a:pt x="50" y="1"/>
                  </a:cubicBezTo>
                  <a:cubicBezTo>
                    <a:pt x="50" y="1"/>
                    <a:pt x="51" y="1"/>
                    <a:pt x="51" y="1"/>
                  </a:cubicBezTo>
                  <a:cubicBezTo>
                    <a:pt x="51" y="1"/>
                    <a:pt x="52" y="1"/>
                    <a:pt x="53" y="1"/>
                  </a:cubicBezTo>
                  <a:cubicBezTo>
                    <a:pt x="53" y="1"/>
                    <a:pt x="54" y="1"/>
                    <a:pt x="55" y="1"/>
                  </a:cubicBezTo>
                  <a:cubicBezTo>
                    <a:pt x="55" y="2"/>
                    <a:pt x="56" y="2"/>
                    <a:pt x="57" y="2"/>
                  </a:cubicBezTo>
                  <a:cubicBezTo>
                    <a:pt x="57" y="3"/>
                    <a:pt x="58" y="4"/>
                    <a:pt x="58" y="5"/>
                  </a:cubicBezTo>
                  <a:cubicBezTo>
                    <a:pt x="59" y="6"/>
                    <a:pt x="59" y="8"/>
                    <a:pt x="60" y="9"/>
                  </a:cubicBezTo>
                  <a:cubicBezTo>
                    <a:pt x="60" y="9"/>
                    <a:pt x="61" y="11"/>
                    <a:pt x="62" y="11"/>
                  </a:cubicBezTo>
                  <a:cubicBezTo>
                    <a:pt x="62" y="11"/>
                    <a:pt x="64" y="12"/>
                    <a:pt x="64" y="13"/>
                  </a:cubicBezTo>
                  <a:cubicBezTo>
                    <a:pt x="64" y="13"/>
                    <a:pt x="64" y="13"/>
                    <a:pt x="64" y="14"/>
                  </a:cubicBezTo>
                  <a:cubicBezTo>
                    <a:pt x="64" y="14"/>
                    <a:pt x="63" y="14"/>
                    <a:pt x="63" y="14"/>
                  </a:cubicBezTo>
                  <a:cubicBezTo>
                    <a:pt x="62" y="14"/>
                    <a:pt x="61" y="15"/>
                    <a:pt x="61" y="15"/>
                  </a:cubicBezTo>
                  <a:cubicBezTo>
                    <a:pt x="60" y="15"/>
                    <a:pt x="60" y="16"/>
                    <a:pt x="60" y="16"/>
                  </a:cubicBezTo>
                  <a:cubicBezTo>
                    <a:pt x="60" y="16"/>
                    <a:pt x="60" y="17"/>
                    <a:pt x="60" y="17"/>
                  </a:cubicBezTo>
                  <a:cubicBezTo>
                    <a:pt x="61" y="17"/>
                    <a:pt x="62" y="17"/>
                    <a:pt x="62" y="17"/>
                  </a:cubicBezTo>
                  <a:cubicBezTo>
                    <a:pt x="63" y="17"/>
                    <a:pt x="63" y="17"/>
                    <a:pt x="64" y="17"/>
                  </a:cubicBezTo>
                  <a:cubicBezTo>
                    <a:pt x="64" y="17"/>
                    <a:pt x="65" y="17"/>
                    <a:pt x="65" y="17"/>
                  </a:cubicBezTo>
                  <a:cubicBezTo>
                    <a:pt x="66" y="17"/>
                    <a:pt x="66" y="17"/>
                    <a:pt x="67" y="17"/>
                  </a:cubicBezTo>
                  <a:cubicBezTo>
                    <a:pt x="67" y="17"/>
                    <a:pt x="68" y="17"/>
                    <a:pt x="69" y="17"/>
                  </a:cubicBezTo>
                  <a:cubicBezTo>
                    <a:pt x="69" y="17"/>
                    <a:pt x="70" y="16"/>
                    <a:pt x="70" y="16"/>
                  </a:cubicBezTo>
                  <a:cubicBezTo>
                    <a:pt x="71" y="16"/>
                    <a:pt x="71" y="15"/>
                    <a:pt x="72" y="15"/>
                  </a:cubicBezTo>
                  <a:cubicBezTo>
                    <a:pt x="72" y="15"/>
                    <a:pt x="73" y="15"/>
                    <a:pt x="73" y="15"/>
                  </a:cubicBezTo>
                  <a:cubicBezTo>
                    <a:pt x="74" y="15"/>
                    <a:pt x="75" y="16"/>
                    <a:pt x="76" y="17"/>
                  </a:cubicBezTo>
                  <a:cubicBezTo>
                    <a:pt x="77" y="17"/>
                    <a:pt x="78" y="19"/>
                    <a:pt x="79" y="19"/>
                  </a:cubicBezTo>
                  <a:cubicBezTo>
                    <a:pt x="80" y="20"/>
                    <a:pt x="83" y="21"/>
                    <a:pt x="85" y="22"/>
                  </a:cubicBezTo>
                  <a:cubicBezTo>
                    <a:pt x="86" y="23"/>
                    <a:pt x="88" y="24"/>
                    <a:pt x="90" y="25"/>
                  </a:cubicBezTo>
                  <a:cubicBezTo>
                    <a:pt x="91" y="25"/>
                    <a:pt x="94" y="27"/>
                    <a:pt x="95" y="29"/>
                  </a:cubicBezTo>
                  <a:cubicBezTo>
                    <a:pt x="95" y="29"/>
                    <a:pt x="95" y="29"/>
                    <a:pt x="95" y="29"/>
                  </a:cubicBezTo>
                  <a:cubicBezTo>
                    <a:pt x="94" y="29"/>
                    <a:pt x="93" y="29"/>
                    <a:pt x="93" y="30"/>
                  </a:cubicBezTo>
                  <a:cubicBezTo>
                    <a:pt x="92" y="30"/>
                    <a:pt x="91" y="31"/>
                    <a:pt x="91" y="32"/>
                  </a:cubicBezTo>
                  <a:cubicBezTo>
                    <a:pt x="90" y="32"/>
                    <a:pt x="90" y="33"/>
                    <a:pt x="90" y="34"/>
                  </a:cubicBezTo>
                  <a:cubicBezTo>
                    <a:pt x="89" y="34"/>
                    <a:pt x="88" y="34"/>
                    <a:pt x="87" y="35"/>
                  </a:cubicBezTo>
                  <a:cubicBezTo>
                    <a:pt x="87" y="35"/>
                    <a:pt x="86" y="36"/>
                    <a:pt x="86" y="36"/>
                  </a:cubicBezTo>
                  <a:cubicBezTo>
                    <a:pt x="85" y="37"/>
                    <a:pt x="85" y="38"/>
                    <a:pt x="85" y="38"/>
                  </a:cubicBezTo>
                  <a:cubicBezTo>
                    <a:pt x="85" y="39"/>
                    <a:pt x="85" y="39"/>
                    <a:pt x="85" y="40"/>
                  </a:cubicBezTo>
                  <a:cubicBezTo>
                    <a:pt x="85" y="40"/>
                    <a:pt x="86" y="41"/>
                    <a:pt x="87" y="41"/>
                  </a:cubicBezTo>
                  <a:cubicBezTo>
                    <a:pt x="87" y="42"/>
                    <a:pt x="89" y="42"/>
                    <a:pt x="89" y="42"/>
                  </a:cubicBezTo>
                  <a:cubicBezTo>
                    <a:pt x="90" y="42"/>
                    <a:pt x="90" y="44"/>
                    <a:pt x="90" y="44"/>
                  </a:cubicBezTo>
                  <a:cubicBezTo>
                    <a:pt x="90" y="45"/>
                    <a:pt x="89" y="45"/>
                    <a:pt x="89" y="45"/>
                  </a:cubicBezTo>
                  <a:cubicBezTo>
                    <a:pt x="88" y="46"/>
                    <a:pt x="87" y="46"/>
                    <a:pt x="87" y="46"/>
                  </a:cubicBezTo>
                  <a:cubicBezTo>
                    <a:pt x="87" y="46"/>
                    <a:pt x="86" y="47"/>
                    <a:pt x="86" y="48"/>
                  </a:cubicBezTo>
                  <a:cubicBezTo>
                    <a:pt x="85" y="48"/>
                    <a:pt x="84" y="49"/>
                    <a:pt x="84" y="49"/>
                  </a:cubicBezTo>
                  <a:cubicBezTo>
                    <a:pt x="83" y="49"/>
                    <a:pt x="81" y="49"/>
                    <a:pt x="81" y="49"/>
                  </a:cubicBezTo>
                  <a:cubicBezTo>
                    <a:pt x="80" y="49"/>
                    <a:pt x="78" y="49"/>
                    <a:pt x="77" y="49"/>
                  </a:cubicBezTo>
                  <a:cubicBezTo>
                    <a:pt x="77" y="49"/>
                    <a:pt x="76" y="49"/>
                    <a:pt x="76" y="49"/>
                  </a:cubicBezTo>
                  <a:cubicBezTo>
                    <a:pt x="75" y="49"/>
                    <a:pt x="74" y="50"/>
                    <a:pt x="74" y="50"/>
                  </a:cubicBezTo>
                  <a:cubicBezTo>
                    <a:pt x="73" y="50"/>
                    <a:pt x="72" y="49"/>
                    <a:pt x="71" y="50"/>
                  </a:cubicBezTo>
                  <a:cubicBezTo>
                    <a:pt x="71" y="50"/>
                    <a:pt x="71" y="51"/>
                    <a:pt x="70" y="51"/>
                  </a:cubicBezTo>
                  <a:cubicBezTo>
                    <a:pt x="70" y="52"/>
                    <a:pt x="70" y="53"/>
                    <a:pt x="70" y="54"/>
                  </a:cubicBezTo>
                  <a:cubicBezTo>
                    <a:pt x="69" y="54"/>
                    <a:pt x="68" y="55"/>
                    <a:pt x="68" y="56"/>
                  </a:cubicBezTo>
                  <a:cubicBezTo>
                    <a:pt x="67" y="56"/>
                    <a:pt x="66" y="54"/>
                    <a:pt x="66" y="54"/>
                  </a:cubicBezTo>
                  <a:cubicBezTo>
                    <a:pt x="66" y="54"/>
                    <a:pt x="65" y="54"/>
                    <a:pt x="64" y="54"/>
                  </a:cubicBezTo>
                  <a:cubicBezTo>
                    <a:pt x="64" y="54"/>
                    <a:pt x="63" y="56"/>
                    <a:pt x="63" y="56"/>
                  </a:cubicBezTo>
                  <a:cubicBezTo>
                    <a:pt x="62" y="57"/>
                    <a:pt x="61" y="57"/>
                    <a:pt x="60" y="57"/>
                  </a:cubicBezTo>
                  <a:cubicBezTo>
                    <a:pt x="60" y="57"/>
                    <a:pt x="59" y="57"/>
                    <a:pt x="58" y="57"/>
                  </a:cubicBezTo>
                  <a:cubicBezTo>
                    <a:pt x="57" y="57"/>
                    <a:pt x="56" y="56"/>
                    <a:pt x="56" y="56"/>
                  </a:cubicBezTo>
                  <a:cubicBezTo>
                    <a:pt x="55" y="56"/>
                    <a:pt x="54" y="56"/>
                    <a:pt x="54" y="56"/>
                  </a:cubicBezTo>
                  <a:cubicBezTo>
                    <a:pt x="53" y="56"/>
                    <a:pt x="52" y="56"/>
                    <a:pt x="52" y="56"/>
                  </a:cubicBezTo>
                  <a:cubicBezTo>
                    <a:pt x="51" y="56"/>
                    <a:pt x="49" y="57"/>
                    <a:pt x="48" y="57"/>
                  </a:cubicBezTo>
                  <a:cubicBezTo>
                    <a:pt x="47" y="58"/>
                    <a:pt x="47" y="58"/>
                    <a:pt x="46" y="59"/>
                  </a:cubicBezTo>
                  <a:cubicBezTo>
                    <a:pt x="46" y="59"/>
                    <a:pt x="45" y="60"/>
                    <a:pt x="44" y="60"/>
                  </a:cubicBezTo>
                  <a:cubicBezTo>
                    <a:pt x="43" y="59"/>
                    <a:pt x="43" y="58"/>
                    <a:pt x="42" y="58"/>
                  </a:cubicBezTo>
                  <a:cubicBezTo>
                    <a:pt x="42" y="57"/>
                    <a:pt x="43" y="56"/>
                    <a:pt x="43" y="56"/>
                  </a:cubicBezTo>
                  <a:cubicBezTo>
                    <a:pt x="44" y="55"/>
                    <a:pt x="43" y="54"/>
                    <a:pt x="43" y="54"/>
                  </a:cubicBezTo>
                  <a:cubicBezTo>
                    <a:pt x="43" y="54"/>
                    <a:pt x="42" y="53"/>
                    <a:pt x="41" y="54"/>
                  </a:cubicBezTo>
                  <a:cubicBezTo>
                    <a:pt x="41" y="54"/>
                    <a:pt x="40" y="54"/>
                    <a:pt x="39" y="55"/>
                  </a:cubicBezTo>
                  <a:cubicBezTo>
                    <a:pt x="39" y="55"/>
                    <a:pt x="38" y="56"/>
                    <a:pt x="38" y="57"/>
                  </a:cubicBezTo>
                  <a:cubicBezTo>
                    <a:pt x="37" y="57"/>
                    <a:pt x="37" y="58"/>
                    <a:pt x="36" y="58"/>
                  </a:cubicBezTo>
                  <a:cubicBezTo>
                    <a:pt x="35" y="59"/>
                    <a:pt x="33" y="59"/>
                    <a:pt x="32" y="60"/>
                  </a:cubicBezTo>
                  <a:cubicBezTo>
                    <a:pt x="32" y="60"/>
                    <a:pt x="31" y="61"/>
                    <a:pt x="31" y="61"/>
                  </a:cubicBezTo>
                  <a:cubicBezTo>
                    <a:pt x="31" y="61"/>
                    <a:pt x="30" y="61"/>
                    <a:pt x="30" y="61"/>
                  </a:cubicBezTo>
                  <a:cubicBezTo>
                    <a:pt x="30" y="60"/>
                    <a:pt x="30" y="59"/>
                    <a:pt x="30" y="58"/>
                  </a:cubicBezTo>
                  <a:cubicBezTo>
                    <a:pt x="30" y="57"/>
                    <a:pt x="29" y="56"/>
                    <a:pt x="29" y="55"/>
                  </a:cubicBezTo>
                  <a:cubicBezTo>
                    <a:pt x="29" y="55"/>
                    <a:pt x="28" y="54"/>
                    <a:pt x="28" y="54"/>
                  </a:cubicBezTo>
                  <a:cubicBezTo>
                    <a:pt x="27" y="54"/>
                    <a:pt x="26" y="54"/>
                    <a:pt x="25" y="54"/>
                  </a:cubicBezTo>
                  <a:cubicBezTo>
                    <a:pt x="25" y="53"/>
                    <a:pt x="24" y="53"/>
                    <a:pt x="23" y="53"/>
                  </a:cubicBezTo>
                  <a:cubicBezTo>
                    <a:pt x="23" y="53"/>
                    <a:pt x="23" y="52"/>
                    <a:pt x="22" y="52"/>
                  </a:cubicBezTo>
                  <a:cubicBezTo>
                    <a:pt x="22" y="52"/>
                    <a:pt x="20" y="52"/>
                    <a:pt x="20" y="52"/>
                  </a:cubicBezTo>
                  <a:cubicBezTo>
                    <a:pt x="19" y="52"/>
                    <a:pt x="18" y="51"/>
                    <a:pt x="18" y="51"/>
                  </a:cubicBezTo>
                  <a:cubicBezTo>
                    <a:pt x="18" y="50"/>
                    <a:pt x="18" y="48"/>
                    <a:pt x="18" y="47"/>
                  </a:cubicBezTo>
                  <a:cubicBezTo>
                    <a:pt x="18" y="47"/>
                    <a:pt x="18" y="45"/>
                    <a:pt x="18" y="45"/>
                  </a:cubicBezTo>
                  <a:cubicBezTo>
                    <a:pt x="18" y="44"/>
                    <a:pt x="18" y="42"/>
                    <a:pt x="18" y="42"/>
                  </a:cubicBezTo>
                  <a:cubicBezTo>
                    <a:pt x="18" y="41"/>
                    <a:pt x="17" y="39"/>
                    <a:pt x="17" y="39"/>
                  </a:cubicBezTo>
                  <a:cubicBezTo>
                    <a:pt x="16" y="38"/>
                    <a:pt x="14" y="37"/>
                    <a:pt x="13" y="37"/>
                  </a:cubicBezTo>
                  <a:cubicBezTo>
                    <a:pt x="13" y="37"/>
                    <a:pt x="12" y="37"/>
                    <a:pt x="11" y="37"/>
                  </a:cubicBezTo>
                  <a:cubicBezTo>
                    <a:pt x="10" y="37"/>
                    <a:pt x="7" y="37"/>
                    <a:pt x="6" y="37"/>
                  </a:cubicBezTo>
                  <a:cubicBezTo>
                    <a:pt x="6" y="37"/>
                    <a:pt x="5" y="36"/>
                    <a:pt x="4" y="36"/>
                  </a:cubicBezTo>
                  <a:cubicBezTo>
                    <a:pt x="4" y="35"/>
                    <a:pt x="3" y="35"/>
                    <a:pt x="2" y="34"/>
                  </a:cubicBezTo>
                  <a:cubicBezTo>
                    <a:pt x="2" y="34"/>
                    <a:pt x="0" y="34"/>
                    <a:pt x="0" y="33"/>
                  </a:cubicBezTo>
                  <a:cubicBezTo>
                    <a:pt x="0" y="33"/>
                    <a:pt x="0" y="33"/>
                    <a:pt x="0" y="3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1" name="Freeform 160"/>
            <p:cNvSpPr>
              <a:spLocks/>
            </p:cNvSpPr>
            <p:nvPr/>
          </p:nvSpPr>
          <p:spPr bwMode="auto">
            <a:xfrm>
              <a:off x="1665288" y="2005013"/>
              <a:ext cx="130175" cy="100013"/>
            </a:xfrm>
            <a:custGeom>
              <a:avLst/>
              <a:gdLst/>
              <a:ahLst/>
              <a:cxnLst>
                <a:cxn ang="0">
                  <a:pos x="69" y="28"/>
                </a:cxn>
                <a:cxn ang="0">
                  <a:pos x="67" y="30"/>
                </a:cxn>
                <a:cxn ang="0">
                  <a:pos x="64" y="34"/>
                </a:cxn>
                <a:cxn ang="0">
                  <a:pos x="60" y="37"/>
                </a:cxn>
                <a:cxn ang="0">
                  <a:pos x="56" y="35"/>
                </a:cxn>
                <a:cxn ang="0">
                  <a:pos x="55" y="29"/>
                </a:cxn>
                <a:cxn ang="0">
                  <a:pos x="49" y="32"/>
                </a:cxn>
                <a:cxn ang="0">
                  <a:pos x="45" y="35"/>
                </a:cxn>
                <a:cxn ang="0">
                  <a:pos x="40" y="40"/>
                </a:cxn>
                <a:cxn ang="0">
                  <a:pos x="37" y="43"/>
                </a:cxn>
                <a:cxn ang="0">
                  <a:pos x="36" y="50"/>
                </a:cxn>
                <a:cxn ang="0">
                  <a:pos x="32" y="52"/>
                </a:cxn>
                <a:cxn ang="0">
                  <a:pos x="27" y="52"/>
                </a:cxn>
                <a:cxn ang="0">
                  <a:pos x="28" y="49"/>
                </a:cxn>
                <a:cxn ang="0">
                  <a:pos x="29" y="47"/>
                </a:cxn>
                <a:cxn ang="0">
                  <a:pos x="26" y="43"/>
                </a:cxn>
                <a:cxn ang="0">
                  <a:pos x="25" y="37"/>
                </a:cxn>
                <a:cxn ang="0">
                  <a:pos x="22" y="32"/>
                </a:cxn>
                <a:cxn ang="0">
                  <a:pos x="19" y="37"/>
                </a:cxn>
                <a:cxn ang="0">
                  <a:pos x="13" y="37"/>
                </a:cxn>
                <a:cxn ang="0">
                  <a:pos x="9" y="38"/>
                </a:cxn>
                <a:cxn ang="0">
                  <a:pos x="9" y="35"/>
                </a:cxn>
                <a:cxn ang="0">
                  <a:pos x="7" y="32"/>
                </a:cxn>
                <a:cxn ang="0">
                  <a:pos x="3" y="34"/>
                </a:cxn>
                <a:cxn ang="0">
                  <a:pos x="0" y="31"/>
                </a:cxn>
                <a:cxn ang="0">
                  <a:pos x="0" y="28"/>
                </a:cxn>
                <a:cxn ang="0">
                  <a:pos x="3" y="24"/>
                </a:cxn>
                <a:cxn ang="0">
                  <a:pos x="9" y="16"/>
                </a:cxn>
                <a:cxn ang="0">
                  <a:pos x="20" y="12"/>
                </a:cxn>
                <a:cxn ang="0">
                  <a:pos x="29" y="11"/>
                </a:cxn>
                <a:cxn ang="0">
                  <a:pos x="33" y="6"/>
                </a:cxn>
                <a:cxn ang="0">
                  <a:pos x="35" y="1"/>
                </a:cxn>
                <a:cxn ang="0">
                  <a:pos x="38" y="0"/>
                </a:cxn>
                <a:cxn ang="0">
                  <a:pos x="40" y="1"/>
                </a:cxn>
                <a:cxn ang="0">
                  <a:pos x="44" y="4"/>
                </a:cxn>
                <a:cxn ang="0">
                  <a:pos x="51" y="4"/>
                </a:cxn>
                <a:cxn ang="0">
                  <a:pos x="56" y="9"/>
                </a:cxn>
                <a:cxn ang="0">
                  <a:pos x="56" y="14"/>
                </a:cxn>
                <a:cxn ang="0">
                  <a:pos x="58" y="19"/>
                </a:cxn>
                <a:cxn ang="0">
                  <a:pos x="61" y="20"/>
                </a:cxn>
                <a:cxn ang="0">
                  <a:pos x="66" y="21"/>
                </a:cxn>
                <a:cxn ang="0">
                  <a:pos x="68" y="25"/>
                </a:cxn>
              </a:cxnLst>
              <a:rect l="0" t="0" r="r" b="b"/>
              <a:pathLst>
                <a:path w="69" h="53">
                  <a:moveTo>
                    <a:pt x="68" y="28"/>
                  </a:moveTo>
                  <a:cubicBezTo>
                    <a:pt x="68" y="28"/>
                    <a:pt x="69" y="28"/>
                    <a:pt x="69" y="28"/>
                  </a:cubicBezTo>
                  <a:cubicBezTo>
                    <a:pt x="69" y="29"/>
                    <a:pt x="68" y="29"/>
                    <a:pt x="68" y="29"/>
                  </a:cubicBezTo>
                  <a:cubicBezTo>
                    <a:pt x="68" y="29"/>
                    <a:pt x="67" y="30"/>
                    <a:pt x="67" y="30"/>
                  </a:cubicBezTo>
                  <a:cubicBezTo>
                    <a:pt x="66" y="30"/>
                    <a:pt x="66" y="32"/>
                    <a:pt x="65" y="32"/>
                  </a:cubicBezTo>
                  <a:cubicBezTo>
                    <a:pt x="65" y="33"/>
                    <a:pt x="64" y="34"/>
                    <a:pt x="64" y="34"/>
                  </a:cubicBezTo>
                  <a:cubicBezTo>
                    <a:pt x="63" y="35"/>
                    <a:pt x="62" y="36"/>
                    <a:pt x="62" y="37"/>
                  </a:cubicBezTo>
                  <a:cubicBezTo>
                    <a:pt x="61" y="37"/>
                    <a:pt x="61" y="37"/>
                    <a:pt x="60" y="37"/>
                  </a:cubicBezTo>
                  <a:cubicBezTo>
                    <a:pt x="59" y="37"/>
                    <a:pt x="58" y="37"/>
                    <a:pt x="58" y="37"/>
                  </a:cubicBezTo>
                  <a:cubicBezTo>
                    <a:pt x="57" y="37"/>
                    <a:pt x="57" y="35"/>
                    <a:pt x="56" y="35"/>
                  </a:cubicBezTo>
                  <a:cubicBezTo>
                    <a:pt x="56" y="34"/>
                    <a:pt x="56" y="32"/>
                    <a:pt x="56" y="32"/>
                  </a:cubicBezTo>
                  <a:cubicBezTo>
                    <a:pt x="56" y="31"/>
                    <a:pt x="55" y="29"/>
                    <a:pt x="55" y="29"/>
                  </a:cubicBezTo>
                  <a:cubicBezTo>
                    <a:pt x="54" y="28"/>
                    <a:pt x="53" y="28"/>
                    <a:pt x="52" y="29"/>
                  </a:cubicBezTo>
                  <a:cubicBezTo>
                    <a:pt x="51" y="29"/>
                    <a:pt x="50" y="31"/>
                    <a:pt x="49" y="32"/>
                  </a:cubicBezTo>
                  <a:cubicBezTo>
                    <a:pt x="49" y="32"/>
                    <a:pt x="47" y="32"/>
                    <a:pt x="47" y="33"/>
                  </a:cubicBezTo>
                  <a:cubicBezTo>
                    <a:pt x="46" y="33"/>
                    <a:pt x="46" y="35"/>
                    <a:pt x="45" y="35"/>
                  </a:cubicBezTo>
                  <a:cubicBezTo>
                    <a:pt x="45" y="36"/>
                    <a:pt x="44" y="37"/>
                    <a:pt x="43" y="37"/>
                  </a:cubicBezTo>
                  <a:cubicBezTo>
                    <a:pt x="43" y="38"/>
                    <a:pt x="41" y="39"/>
                    <a:pt x="40" y="40"/>
                  </a:cubicBezTo>
                  <a:cubicBezTo>
                    <a:pt x="39" y="40"/>
                    <a:pt x="38" y="41"/>
                    <a:pt x="38" y="41"/>
                  </a:cubicBezTo>
                  <a:cubicBezTo>
                    <a:pt x="38" y="42"/>
                    <a:pt x="37" y="43"/>
                    <a:pt x="37" y="43"/>
                  </a:cubicBezTo>
                  <a:cubicBezTo>
                    <a:pt x="37" y="44"/>
                    <a:pt x="37" y="46"/>
                    <a:pt x="37" y="46"/>
                  </a:cubicBezTo>
                  <a:cubicBezTo>
                    <a:pt x="37" y="47"/>
                    <a:pt x="36" y="49"/>
                    <a:pt x="36" y="50"/>
                  </a:cubicBezTo>
                  <a:cubicBezTo>
                    <a:pt x="36" y="50"/>
                    <a:pt x="35" y="51"/>
                    <a:pt x="35" y="51"/>
                  </a:cubicBezTo>
                  <a:cubicBezTo>
                    <a:pt x="34" y="51"/>
                    <a:pt x="33" y="52"/>
                    <a:pt x="32" y="52"/>
                  </a:cubicBezTo>
                  <a:cubicBezTo>
                    <a:pt x="31" y="53"/>
                    <a:pt x="30" y="53"/>
                    <a:pt x="29" y="53"/>
                  </a:cubicBezTo>
                  <a:cubicBezTo>
                    <a:pt x="29" y="53"/>
                    <a:pt x="27" y="53"/>
                    <a:pt x="27" y="52"/>
                  </a:cubicBezTo>
                  <a:cubicBezTo>
                    <a:pt x="27" y="52"/>
                    <a:pt x="27" y="51"/>
                    <a:pt x="27" y="51"/>
                  </a:cubicBezTo>
                  <a:cubicBezTo>
                    <a:pt x="27" y="51"/>
                    <a:pt x="28" y="50"/>
                    <a:pt x="28" y="49"/>
                  </a:cubicBezTo>
                  <a:cubicBezTo>
                    <a:pt x="28" y="49"/>
                    <a:pt x="29" y="49"/>
                    <a:pt x="29" y="48"/>
                  </a:cubicBezTo>
                  <a:cubicBezTo>
                    <a:pt x="29" y="48"/>
                    <a:pt x="29" y="47"/>
                    <a:pt x="29" y="47"/>
                  </a:cubicBezTo>
                  <a:cubicBezTo>
                    <a:pt x="29" y="47"/>
                    <a:pt x="28" y="46"/>
                    <a:pt x="27" y="46"/>
                  </a:cubicBezTo>
                  <a:cubicBezTo>
                    <a:pt x="27" y="45"/>
                    <a:pt x="26" y="44"/>
                    <a:pt x="26" y="43"/>
                  </a:cubicBezTo>
                  <a:cubicBezTo>
                    <a:pt x="26" y="42"/>
                    <a:pt x="27" y="41"/>
                    <a:pt x="26" y="40"/>
                  </a:cubicBezTo>
                  <a:cubicBezTo>
                    <a:pt x="26" y="39"/>
                    <a:pt x="25" y="38"/>
                    <a:pt x="25" y="37"/>
                  </a:cubicBezTo>
                  <a:cubicBezTo>
                    <a:pt x="25" y="36"/>
                    <a:pt x="24" y="34"/>
                    <a:pt x="24" y="33"/>
                  </a:cubicBezTo>
                  <a:cubicBezTo>
                    <a:pt x="23" y="32"/>
                    <a:pt x="22" y="32"/>
                    <a:pt x="22" y="32"/>
                  </a:cubicBezTo>
                  <a:cubicBezTo>
                    <a:pt x="21" y="32"/>
                    <a:pt x="21" y="34"/>
                    <a:pt x="21" y="34"/>
                  </a:cubicBezTo>
                  <a:cubicBezTo>
                    <a:pt x="20" y="35"/>
                    <a:pt x="20" y="37"/>
                    <a:pt x="19" y="37"/>
                  </a:cubicBezTo>
                  <a:cubicBezTo>
                    <a:pt x="18" y="37"/>
                    <a:pt x="16" y="37"/>
                    <a:pt x="15" y="37"/>
                  </a:cubicBezTo>
                  <a:cubicBezTo>
                    <a:pt x="15" y="37"/>
                    <a:pt x="13" y="37"/>
                    <a:pt x="13" y="37"/>
                  </a:cubicBezTo>
                  <a:cubicBezTo>
                    <a:pt x="12" y="37"/>
                    <a:pt x="11" y="38"/>
                    <a:pt x="11" y="38"/>
                  </a:cubicBezTo>
                  <a:cubicBezTo>
                    <a:pt x="10" y="38"/>
                    <a:pt x="9" y="38"/>
                    <a:pt x="9" y="38"/>
                  </a:cubicBezTo>
                  <a:cubicBezTo>
                    <a:pt x="8" y="38"/>
                    <a:pt x="7" y="37"/>
                    <a:pt x="7" y="36"/>
                  </a:cubicBezTo>
                  <a:cubicBezTo>
                    <a:pt x="7" y="36"/>
                    <a:pt x="8" y="36"/>
                    <a:pt x="9" y="35"/>
                  </a:cubicBezTo>
                  <a:cubicBezTo>
                    <a:pt x="9" y="35"/>
                    <a:pt x="9" y="34"/>
                    <a:pt x="9" y="34"/>
                  </a:cubicBezTo>
                  <a:cubicBezTo>
                    <a:pt x="8" y="34"/>
                    <a:pt x="8" y="33"/>
                    <a:pt x="7" y="32"/>
                  </a:cubicBezTo>
                  <a:cubicBezTo>
                    <a:pt x="7" y="32"/>
                    <a:pt x="5" y="32"/>
                    <a:pt x="5" y="32"/>
                  </a:cubicBezTo>
                  <a:cubicBezTo>
                    <a:pt x="4" y="33"/>
                    <a:pt x="4" y="34"/>
                    <a:pt x="3" y="34"/>
                  </a:cubicBezTo>
                  <a:cubicBezTo>
                    <a:pt x="3" y="34"/>
                    <a:pt x="1" y="34"/>
                    <a:pt x="1" y="33"/>
                  </a:cubicBezTo>
                  <a:cubicBezTo>
                    <a:pt x="1" y="33"/>
                    <a:pt x="0" y="32"/>
                    <a:pt x="0" y="31"/>
                  </a:cubicBezTo>
                  <a:cubicBezTo>
                    <a:pt x="0" y="31"/>
                    <a:pt x="1" y="30"/>
                    <a:pt x="0" y="29"/>
                  </a:cubicBezTo>
                  <a:cubicBezTo>
                    <a:pt x="0" y="29"/>
                    <a:pt x="0" y="29"/>
                    <a:pt x="0" y="28"/>
                  </a:cubicBezTo>
                  <a:cubicBezTo>
                    <a:pt x="0" y="28"/>
                    <a:pt x="1" y="27"/>
                    <a:pt x="1" y="26"/>
                  </a:cubicBezTo>
                  <a:cubicBezTo>
                    <a:pt x="1" y="25"/>
                    <a:pt x="2" y="24"/>
                    <a:pt x="3" y="24"/>
                  </a:cubicBezTo>
                  <a:cubicBezTo>
                    <a:pt x="3" y="23"/>
                    <a:pt x="5" y="21"/>
                    <a:pt x="5" y="20"/>
                  </a:cubicBezTo>
                  <a:cubicBezTo>
                    <a:pt x="6" y="19"/>
                    <a:pt x="8" y="17"/>
                    <a:pt x="9" y="16"/>
                  </a:cubicBezTo>
                  <a:cubicBezTo>
                    <a:pt x="10" y="15"/>
                    <a:pt x="13" y="14"/>
                    <a:pt x="15" y="13"/>
                  </a:cubicBezTo>
                  <a:cubicBezTo>
                    <a:pt x="16" y="13"/>
                    <a:pt x="18" y="12"/>
                    <a:pt x="20" y="12"/>
                  </a:cubicBezTo>
                  <a:cubicBezTo>
                    <a:pt x="21" y="12"/>
                    <a:pt x="23" y="12"/>
                    <a:pt x="25" y="12"/>
                  </a:cubicBezTo>
                  <a:cubicBezTo>
                    <a:pt x="26" y="12"/>
                    <a:pt x="28" y="11"/>
                    <a:pt x="29" y="11"/>
                  </a:cubicBezTo>
                  <a:cubicBezTo>
                    <a:pt x="30" y="10"/>
                    <a:pt x="31" y="9"/>
                    <a:pt x="32" y="9"/>
                  </a:cubicBezTo>
                  <a:cubicBezTo>
                    <a:pt x="32" y="8"/>
                    <a:pt x="33" y="7"/>
                    <a:pt x="33" y="6"/>
                  </a:cubicBezTo>
                  <a:cubicBezTo>
                    <a:pt x="33" y="6"/>
                    <a:pt x="33" y="4"/>
                    <a:pt x="33" y="3"/>
                  </a:cubicBezTo>
                  <a:cubicBezTo>
                    <a:pt x="33" y="3"/>
                    <a:pt x="34" y="2"/>
                    <a:pt x="35" y="1"/>
                  </a:cubicBezTo>
                  <a:cubicBezTo>
                    <a:pt x="35" y="1"/>
                    <a:pt x="36" y="0"/>
                    <a:pt x="37" y="0"/>
                  </a:cubicBezTo>
                  <a:cubicBezTo>
                    <a:pt x="37" y="0"/>
                    <a:pt x="37" y="0"/>
                    <a:pt x="38" y="0"/>
                  </a:cubicBezTo>
                  <a:cubicBezTo>
                    <a:pt x="38" y="0"/>
                    <a:pt x="38" y="0"/>
                    <a:pt x="38" y="0"/>
                  </a:cubicBezTo>
                  <a:cubicBezTo>
                    <a:pt x="38" y="1"/>
                    <a:pt x="40" y="1"/>
                    <a:pt x="40" y="1"/>
                  </a:cubicBezTo>
                  <a:cubicBezTo>
                    <a:pt x="41" y="2"/>
                    <a:pt x="42" y="2"/>
                    <a:pt x="42" y="3"/>
                  </a:cubicBezTo>
                  <a:cubicBezTo>
                    <a:pt x="43" y="3"/>
                    <a:pt x="44" y="4"/>
                    <a:pt x="44" y="4"/>
                  </a:cubicBezTo>
                  <a:cubicBezTo>
                    <a:pt x="45" y="4"/>
                    <a:pt x="48" y="4"/>
                    <a:pt x="49" y="4"/>
                  </a:cubicBezTo>
                  <a:cubicBezTo>
                    <a:pt x="50" y="4"/>
                    <a:pt x="51" y="4"/>
                    <a:pt x="51" y="4"/>
                  </a:cubicBezTo>
                  <a:cubicBezTo>
                    <a:pt x="52" y="4"/>
                    <a:pt x="54" y="5"/>
                    <a:pt x="55" y="6"/>
                  </a:cubicBezTo>
                  <a:cubicBezTo>
                    <a:pt x="55" y="6"/>
                    <a:pt x="56" y="8"/>
                    <a:pt x="56" y="9"/>
                  </a:cubicBezTo>
                  <a:cubicBezTo>
                    <a:pt x="56" y="9"/>
                    <a:pt x="56" y="11"/>
                    <a:pt x="56" y="12"/>
                  </a:cubicBezTo>
                  <a:cubicBezTo>
                    <a:pt x="56" y="12"/>
                    <a:pt x="56" y="14"/>
                    <a:pt x="56" y="14"/>
                  </a:cubicBezTo>
                  <a:cubicBezTo>
                    <a:pt x="56" y="15"/>
                    <a:pt x="56" y="17"/>
                    <a:pt x="56" y="18"/>
                  </a:cubicBezTo>
                  <a:cubicBezTo>
                    <a:pt x="56" y="18"/>
                    <a:pt x="57" y="19"/>
                    <a:pt x="58" y="19"/>
                  </a:cubicBezTo>
                  <a:cubicBezTo>
                    <a:pt x="58" y="19"/>
                    <a:pt x="60" y="19"/>
                    <a:pt x="60" y="19"/>
                  </a:cubicBezTo>
                  <a:cubicBezTo>
                    <a:pt x="61" y="19"/>
                    <a:pt x="61" y="20"/>
                    <a:pt x="61" y="20"/>
                  </a:cubicBezTo>
                  <a:cubicBezTo>
                    <a:pt x="62" y="20"/>
                    <a:pt x="63" y="20"/>
                    <a:pt x="63" y="21"/>
                  </a:cubicBezTo>
                  <a:cubicBezTo>
                    <a:pt x="64" y="21"/>
                    <a:pt x="65" y="21"/>
                    <a:pt x="66" y="21"/>
                  </a:cubicBezTo>
                  <a:cubicBezTo>
                    <a:pt x="66" y="21"/>
                    <a:pt x="67" y="22"/>
                    <a:pt x="67" y="22"/>
                  </a:cubicBezTo>
                  <a:cubicBezTo>
                    <a:pt x="67" y="23"/>
                    <a:pt x="68" y="24"/>
                    <a:pt x="68" y="25"/>
                  </a:cubicBezTo>
                  <a:cubicBezTo>
                    <a:pt x="68" y="26"/>
                    <a:pt x="68" y="27"/>
                    <a:pt x="68" y="2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2" name="Freeform 161"/>
            <p:cNvSpPr>
              <a:spLocks/>
            </p:cNvSpPr>
            <p:nvPr/>
          </p:nvSpPr>
          <p:spPr bwMode="auto">
            <a:xfrm>
              <a:off x="1204913" y="2216151"/>
              <a:ext cx="587375" cy="366713"/>
            </a:xfrm>
            <a:custGeom>
              <a:avLst/>
              <a:gdLst/>
              <a:ahLst/>
              <a:cxnLst>
                <a:cxn ang="0">
                  <a:pos x="300" y="96"/>
                </a:cxn>
                <a:cxn ang="0">
                  <a:pos x="288" y="106"/>
                </a:cxn>
                <a:cxn ang="0">
                  <a:pos x="280" y="119"/>
                </a:cxn>
                <a:cxn ang="0">
                  <a:pos x="255" y="118"/>
                </a:cxn>
                <a:cxn ang="0">
                  <a:pos x="232" y="113"/>
                </a:cxn>
                <a:cxn ang="0">
                  <a:pos x="218" y="109"/>
                </a:cxn>
                <a:cxn ang="0">
                  <a:pos x="219" y="130"/>
                </a:cxn>
                <a:cxn ang="0">
                  <a:pos x="202" y="141"/>
                </a:cxn>
                <a:cxn ang="0">
                  <a:pos x="189" y="145"/>
                </a:cxn>
                <a:cxn ang="0">
                  <a:pos x="186" y="143"/>
                </a:cxn>
                <a:cxn ang="0">
                  <a:pos x="180" y="146"/>
                </a:cxn>
                <a:cxn ang="0">
                  <a:pos x="168" y="162"/>
                </a:cxn>
                <a:cxn ang="0">
                  <a:pos x="152" y="154"/>
                </a:cxn>
                <a:cxn ang="0">
                  <a:pos x="149" y="160"/>
                </a:cxn>
                <a:cxn ang="0">
                  <a:pos x="135" y="154"/>
                </a:cxn>
                <a:cxn ang="0">
                  <a:pos x="131" y="141"/>
                </a:cxn>
                <a:cxn ang="0">
                  <a:pos x="108" y="130"/>
                </a:cxn>
                <a:cxn ang="0">
                  <a:pos x="105" y="143"/>
                </a:cxn>
                <a:cxn ang="0">
                  <a:pos x="115" y="159"/>
                </a:cxn>
                <a:cxn ang="0">
                  <a:pos x="114" y="162"/>
                </a:cxn>
                <a:cxn ang="0">
                  <a:pos x="113" y="181"/>
                </a:cxn>
                <a:cxn ang="0">
                  <a:pos x="92" y="180"/>
                </a:cxn>
                <a:cxn ang="0">
                  <a:pos x="74" y="157"/>
                </a:cxn>
                <a:cxn ang="0">
                  <a:pos x="45" y="143"/>
                </a:cxn>
                <a:cxn ang="0">
                  <a:pos x="36" y="173"/>
                </a:cxn>
                <a:cxn ang="0">
                  <a:pos x="43" y="193"/>
                </a:cxn>
                <a:cxn ang="0">
                  <a:pos x="32" y="178"/>
                </a:cxn>
                <a:cxn ang="0">
                  <a:pos x="20" y="155"/>
                </a:cxn>
                <a:cxn ang="0">
                  <a:pos x="0" y="127"/>
                </a:cxn>
                <a:cxn ang="0">
                  <a:pos x="9" y="105"/>
                </a:cxn>
                <a:cxn ang="0">
                  <a:pos x="21" y="130"/>
                </a:cxn>
                <a:cxn ang="0">
                  <a:pos x="21" y="107"/>
                </a:cxn>
                <a:cxn ang="0">
                  <a:pos x="43" y="102"/>
                </a:cxn>
                <a:cxn ang="0">
                  <a:pos x="58" y="102"/>
                </a:cxn>
                <a:cxn ang="0">
                  <a:pos x="74" y="98"/>
                </a:cxn>
                <a:cxn ang="0">
                  <a:pos x="75" y="81"/>
                </a:cxn>
                <a:cxn ang="0">
                  <a:pos x="99" y="70"/>
                </a:cxn>
                <a:cxn ang="0">
                  <a:pos x="106" y="69"/>
                </a:cxn>
                <a:cxn ang="0">
                  <a:pos x="115" y="44"/>
                </a:cxn>
                <a:cxn ang="0">
                  <a:pos x="132" y="35"/>
                </a:cxn>
                <a:cxn ang="0">
                  <a:pos x="145" y="32"/>
                </a:cxn>
                <a:cxn ang="0">
                  <a:pos x="154" y="10"/>
                </a:cxn>
                <a:cxn ang="0">
                  <a:pos x="162" y="0"/>
                </a:cxn>
                <a:cxn ang="0">
                  <a:pos x="182" y="4"/>
                </a:cxn>
                <a:cxn ang="0">
                  <a:pos x="195" y="21"/>
                </a:cxn>
                <a:cxn ang="0">
                  <a:pos x="206" y="41"/>
                </a:cxn>
                <a:cxn ang="0">
                  <a:pos x="216" y="32"/>
                </a:cxn>
                <a:cxn ang="0">
                  <a:pos x="221" y="18"/>
                </a:cxn>
                <a:cxn ang="0">
                  <a:pos x="247" y="11"/>
                </a:cxn>
                <a:cxn ang="0">
                  <a:pos x="261" y="12"/>
                </a:cxn>
                <a:cxn ang="0">
                  <a:pos x="252" y="29"/>
                </a:cxn>
                <a:cxn ang="0">
                  <a:pos x="271" y="26"/>
                </a:cxn>
                <a:cxn ang="0">
                  <a:pos x="281" y="34"/>
                </a:cxn>
                <a:cxn ang="0">
                  <a:pos x="291" y="44"/>
                </a:cxn>
                <a:cxn ang="0">
                  <a:pos x="303" y="44"/>
                </a:cxn>
                <a:cxn ang="0">
                  <a:pos x="308" y="55"/>
                </a:cxn>
                <a:cxn ang="0">
                  <a:pos x="307" y="72"/>
                </a:cxn>
              </a:cxnLst>
              <a:rect l="0" t="0" r="r" b="b"/>
              <a:pathLst>
                <a:path w="312" h="194">
                  <a:moveTo>
                    <a:pt x="311" y="77"/>
                  </a:moveTo>
                  <a:cubicBezTo>
                    <a:pt x="311" y="78"/>
                    <a:pt x="311" y="81"/>
                    <a:pt x="311" y="82"/>
                  </a:cubicBezTo>
                  <a:cubicBezTo>
                    <a:pt x="311" y="82"/>
                    <a:pt x="312" y="83"/>
                    <a:pt x="312" y="84"/>
                  </a:cubicBezTo>
                  <a:cubicBezTo>
                    <a:pt x="311" y="84"/>
                    <a:pt x="311" y="85"/>
                    <a:pt x="311" y="85"/>
                  </a:cubicBezTo>
                  <a:cubicBezTo>
                    <a:pt x="310" y="85"/>
                    <a:pt x="308" y="88"/>
                    <a:pt x="307" y="89"/>
                  </a:cubicBezTo>
                  <a:cubicBezTo>
                    <a:pt x="307" y="89"/>
                    <a:pt x="306" y="90"/>
                    <a:pt x="305" y="90"/>
                  </a:cubicBezTo>
                  <a:cubicBezTo>
                    <a:pt x="305" y="90"/>
                    <a:pt x="303" y="91"/>
                    <a:pt x="303" y="91"/>
                  </a:cubicBezTo>
                  <a:cubicBezTo>
                    <a:pt x="302" y="92"/>
                    <a:pt x="303" y="93"/>
                    <a:pt x="302" y="94"/>
                  </a:cubicBezTo>
                  <a:cubicBezTo>
                    <a:pt x="302" y="94"/>
                    <a:pt x="301" y="95"/>
                    <a:pt x="300" y="96"/>
                  </a:cubicBezTo>
                  <a:cubicBezTo>
                    <a:pt x="300" y="96"/>
                    <a:pt x="299" y="97"/>
                    <a:pt x="298" y="97"/>
                  </a:cubicBezTo>
                  <a:cubicBezTo>
                    <a:pt x="298" y="98"/>
                    <a:pt x="297" y="98"/>
                    <a:pt x="296" y="98"/>
                  </a:cubicBezTo>
                  <a:cubicBezTo>
                    <a:pt x="295" y="98"/>
                    <a:pt x="293" y="97"/>
                    <a:pt x="292" y="96"/>
                  </a:cubicBezTo>
                  <a:cubicBezTo>
                    <a:pt x="291" y="96"/>
                    <a:pt x="290" y="94"/>
                    <a:pt x="289" y="94"/>
                  </a:cubicBezTo>
                  <a:cubicBezTo>
                    <a:pt x="289" y="94"/>
                    <a:pt x="287" y="94"/>
                    <a:pt x="287" y="95"/>
                  </a:cubicBezTo>
                  <a:cubicBezTo>
                    <a:pt x="286" y="95"/>
                    <a:pt x="287" y="97"/>
                    <a:pt x="287" y="97"/>
                  </a:cubicBezTo>
                  <a:cubicBezTo>
                    <a:pt x="288" y="98"/>
                    <a:pt x="289" y="99"/>
                    <a:pt x="289" y="100"/>
                  </a:cubicBezTo>
                  <a:cubicBezTo>
                    <a:pt x="290" y="101"/>
                    <a:pt x="289" y="102"/>
                    <a:pt x="289" y="103"/>
                  </a:cubicBezTo>
                  <a:cubicBezTo>
                    <a:pt x="289" y="104"/>
                    <a:pt x="288" y="105"/>
                    <a:pt x="288" y="106"/>
                  </a:cubicBezTo>
                  <a:cubicBezTo>
                    <a:pt x="288" y="107"/>
                    <a:pt x="287" y="110"/>
                    <a:pt x="287" y="111"/>
                  </a:cubicBezTo>
                  <a:cubicBezTo>
                    <a:pt x="287" y="112"/>
                    <a:pt x="287" y="114"/>
                    <a:pt x="287" y="114"/>
                  </a:cubicBezTo>
                  <a:cubicBezTo>
                    <a:pt x="287" y="115"/>
                    <a:pt x="287" y="115"/>
                    <a:pt x="286" y="116"/>
                  </a:cubicBezTo>
                  <a:cubicBezTo>
                    <a:pt x="286" y="116"/>
                    <a:pt x="286" y="116"/>
                    <a:pt x="286" y="116"/>
                  </a:cubicBezTo>
                  <a:cubicBezTo>
                    <a:pt x="286" y="115"/>
                    <a:pt x="284" y="116"/>
                    <a:pt x="284" y="116"/>
                  </a:cubicBezTo>
                  <a:cubicBezTo>
                    <a:pt x="283" y="117"/>
                    <a:pt x="283" y="118"/>
                    <a:pt x="282" y="118"/>
                  </a:cubicBezTo>
                  <a:cubicBezTo>
                    <a:pt x="282" y="118"/>
                    <a:pt x="282" y="120"/>
                    <a:pt x="281" y="120"/>
                  </a:cubicBezTo>
                  <a:cubicBezTo>
                    <a:pt x="281" y="120"/>
                    <a:pt x="280" y="121"/>
                    <a:pt x="280" y="121"/>
                  </a:cubicBezTo>
                  <a:cubicBezTo>
                    <a:pt x="279" y="120"/>
                    <a:pt x="279" y="119"/>
                    <a:pt x="280" y="119"/>
                  </a:cubicBezTo>
                  <a:cubicBezTo>
                    <a:pt x="280" y="119"/>
                    <a:pt x="280" y="118"/>
                    <a:pt x="280" y="118"/>
                  </a:cubicBezTo>
                  <a:cubicBezTo>
                    <a:pt x="280" y="118"/>
                    <a:pt x="281" y="117"/>
                    <a:pt x="280" y="117"/>
                  </a:cubicBezTo>
                  <a:cubicBezTo>
                    <a:pt x="280" y="117"/>
                    <a:pt x="279" y="118"/>
                    <a:pt x="279" y="118"/>
                  </a:cubicBezTo>
                  <a:cubicBezTo>
                    <a:pt x="278" y="118"/>
                    <a:pt x="276" y="118"/>
                    <a:pt x="275" y="118"/>
                  </a:cubicBezTo>
                  <a:cubicBezTo>
                    <a:pt x="275" y="118"/>
                    <a:pt x="273" y="117"/>
                    <a:pt x="273" y="117"/>
                  </a:cubicBezTo>
                  <a:cubicBezTo>
                    <a:pt x="271" y="117"/>
                    <a:pt x="269" y="117"/>
                    <a:pt x="268" y="117"/>
                  </a:cubicBezTo>
                  <a:cubicBezTo>
                    <a:pt x="267" y="117"/>
                    <a:pt x="265" y="117"/>
                    <a:pt x="264" y="117"/>
                  </a:cubicBezTo>
                  <a:cubicBezTo>
                    <a:pt x="263" y="118"/>
                    <a:pt x="260" y="118"/>
                    <a:pt x="259" y="118"/>
                  </a:cubicBezTo>
                  <a:cubicBezTo>
                    <a:pt x="258" y="118"/>
                    <a:pt x="256" y="118"/>
                    <a:pt x="255" y="118"/>
                  </a:cubicBezTo>
                  <a:cubicBezTo>
                    <a:pt x="254" y="117"/>
                    <a:pt x="252" y="117"/>
                    <a:pt x="251" y="116"/>
                  </a:cubicBezTo>
                  <a:cubicBezTo>
                    <a:pt x="250" y="116"/>
                    <a:pt x="247" y="117"/>
                    <a:pt x="246" y="117"/>
                  </a:cubicBezTo>
                  <a:cubicBezTo>
                    <a:pt x="245" y="117"/>
                    <a:pt x="242" y="116"/>
                    <a:pt x="241" y="116"/>
                  </a:cubicBezTo>
                  <a:cubicBezTo>
                    <a:pt x="241" y="116"/>
                    <a:pt x="240" y="115"/>
                    <a:pt x="240" y="115"/>
                  </a:cubicBezTo>
                  <a:cubicBezTo>
                    <a:pt x="239" y="114"/>
                    <a:pt x="239" y="113"/>
                    <a:pt x="239" y="113"/>
                  </a:cubicBezTo>
                  <a:cubicBezTo>
                    <a:pt x="238" y="112"/>
                    <a:pt x="237" y="112"/>
                    <a:pt x="237" y="112"/>
                  </a:cubicBezTo>
                  <a:cubicBezTo>
                    <a:pt x="236" y="112"/>
                    <a:pt x="235" y="113"/>
                    <a:pt x="235" y="113"/>
                  </a:cubicBezTo>
                  <a:cubicBezTo>
                    <a:pt x="234" y="113"/>
                    <a:pt x="233" y="112"/>
                    <a:pt x="233" y="112"/>
                  </a:cubicBezTo>
                  <a:cubicBezTo>
                    <a:pt x="233" y="112"/>
                    <a:pt x="232" y="112"/>
                    <a:pt x="232" y="113"/>
                  </a:cubicBezTo>
                  <a:cubicBezTo>
                    <a:pt x="232" y="113"/>
                    <a:pt x="233" y="114"/>
                    <a:pt x="233" y="114"/>
                  </a:cubicBezTo>
                  <a:cubicBezTo>
                    <a:pt x="233" y="115"/>
                    <a:pt x="234" y="115"/>
                    <a:pt x="234" y="115"/>
                  </a:cubicBezTo>
                  <a:cubicBezTo>
                    <a:pt x="234" y="116"/>
                    <a:pt x="233" y="117"/>
                    <a:pt x="233" y="117"/>
                  </a:cubicBezTo>
                  <a:cubicBezTo>
                    <a:pt x="232" y="118"/>
                    <a:pt x="230" y="118"/>
                    <a:pt x="230" y="118"/>
                  </a:cubicBezTo>
                  <a:cubicBezTo>
                    <a:pt x="228" y="118"/>
                    <a:pt x="225" y="118"/>
                    <a:pt x="224" y="118"/>
                  </a:cubicBezTo>
                  <a:cubicBezTo>
                    <a:pt x="223" y="118"/>
                    <a:pt x="221" y="117"/>
                    <a:pt x="220" y="117"/>
                  </a:cubicBezTo>
                  <a:cubicBezTo>
                    <a:pt x="220" y="116"/>
                    <a:pt x="219" y="114"/>
                    <a:pt x="219" y="114"/>
                  </a:cubicBezTo>
                  <a:cubicBezTo>
                    <a:pt x="218" y="113"/>
                    <a:pt x="218" y="112"/>
                    <a:pt x="218" y="111"/>
                  </a:cubicBezTo>
                  <a:cubicBezTo>
                    <a:pt x="218" y="111"/>
                    <a:pt x="218" y="109"/>
                    <a:pt x="218" y="109"/>
                  </a:cubicBezTo>
                  <a:cubicBezTo>
                    <a:pt x="218" y="108"/>
                    <a:pt x="217" y="106"/>
                    <a:pt x="216" y="106"/>
                  </a:cubicBezTo>
                  <a:cubicBezTo>
                    <a:pt x="215" y="106"/>
                    <a:pt x="215" y="107"/>
                    <a:pt x="215" y="108"/>
                  </a:cubicBezTo>
                  <a:cubicBezTo>
                    <a:pt x="215" y="109"/>
                    <a:pt x="216" y="110"/>
                    <a:pt x="216" y="111"/>
                  </a:cubicBezTo>
                  <a:cubicBezTo>
                    <a:pt x="217" y="111"/>
                    <a:pt x="216" y="113"/>
                    <a:pt x="216" y="113"/>
                  </a:cubicBezTo>
                  <a:cubicBezTo>
                    <a:pt x="216" y="115"/>
                    <a:pt x="217" y="117"/>
                    <a:pt x="217" y="118"/>
                  </a:cubicBezTo>
                  <a:cubicBezTo>
                    <a:pt x="217" y="119"/>
                    <a:pt x="217" y="120"/>
                    <a:pt x="217" y="121"/>
                  </a:cubicBezTo>
                  <a:cubicBezTo>
                    <a:pt x="217" y="122"/>
                    <a:pt x="218" y="124"/>
                    <a:pt x="218" y="125"/>
                  </a:cubicBezTo>
                  <a:cubicBezTo>
                    <a:pt x="218" y="126"/>
                    <a:pt x="218" y="128"/>
                    <a:pt x="218" y="128"/>
                  </a:cubicBezTo>
                  <a:cubicBezTo>
                    <a:pt x="218" y="129"/>
                    <a:pt x="219" y="129"/>
                    <a:pt x="219" y="130"/>
                  </a:cubicBezTo>
                  <a:cubicBezTo>
                    <a:pt x="219" y="130"/>
                    <a:pt x="219" y="131"/>
                    <a:pt x="219" y="132"/>
                  </a:cubicBezTo>
                  <a:cubicBezTo>
                    <a:pt x="219" y="132"/>
                    <a:pt x="218" y="134"/>
                    <a:pt x="218" y="134"/>
                  </a:cubicBezTo>
                  <a:cubicBezTo>
                    <a:pt x="218" y="135"/>
                    <a:pt x="217" y="135"/>
                    <a:pt x="216" y="136"/>
                  </a:cubicBezTo>
                  <a:cubicBezTo>
                    <a:pt x="216" y="137"/>
                    <a:pt x="216" y="138"/>
                    <a:pt x="215" y="139"/>
                  </a:cubicBezTo>
                  <a:cubicBezTo>
                    <a:pt x="215" y="139"/>
                    <a:pt x="214" y="140"/>
                    <a:pt x="214" y="140"/>
                  </a:cubicBezTo>
                  <a:cubicBezTo>
                    <a:pt x="213" y="141"/>
                    <a:pt x="212" y="141"/>
                    <a:pt x="211" y="141"/>
                  </a:cubicBezTo>
                  <a:cubicBezTo>
                    <a:pt x="210" y="141"/>
                    <a:pt x="209" y="140"/>
                    <a:pt x="208" y="140"/>
                  </a:cubicBezTo>
                  <a:cubicBezTo>
                    <a:pt x="207" y="140"/>
                    <a:pt x="206" y="141"/>
                    <a:pt x="205" y="141"/>
                  </a:cubicBezTo>
                  <a:cubicBezTo>
                    <a:pt x="204" y="141"/>
                    <a:pt x="203" y="141"/>
                    <a:pt x="202" y="141"/>
                  </a:cubicBezTo>
                  <a:cubicBezTo>
                    <a:pt x="202" y="141"/>
                    <a:pt x="202" y="141"/>
                    <a:pt x="202" y="140"/>
                  </a:cubicBezTo>
                  <a:cubicBezTo>
                    <a:pt x="202" y="140"/>
                    <a:pt x="203" y="140"/>
                    <a:pt x="203" y="140"/>
                  </a:cubicBezTo>
                  <a:cubicBezTo>
                    <a:pt x="203" y="140"/>
                    <a:pt x="203" y="139"/>
                    <a:pt x="202" y="139"/>
                  </a:cubicBezTo>
                  <a:cubicBezTo>
                    <a:pt x="202" y="138"/>
                    <a:pt x="201" y="139"/>
                    <a:pt x="200" y="139"/>
                  </a:cubicBezTo>
                  <a:cubicBezTo>
                    <a:pt x="200" y="140"/>
                    <a:pt x="199" y="140"/>
                    <a:pt x="198" y="140"/>
                  </a:cubicBezTo>
                  <a:cubicBezTo>
                    <a:pt x="198" y="141"/>
                    <a:pt x="197" y="142"/>
                    <a:pt x="197" y="143"/>
                  </a:cubicBezTo>
                  <a:cubicBezTo>
                    <a:pt x="196" y="143"/>
                    <a:pt x="195" y="144"/>
                    <a:pt x="194" y="144"/>
                  </a:cubicBezTo>
                  <a:cubicBezTo>
                    <a:pt x="193" y="144"/>
                    <a:pt x="192" y="146"/>
                    <a:pt x="191" y="146"/>
                  </a:cubicBezTo>
                  <a:cubicBezTo>
                    <a:pt x="190" y="146"/>
                    <a:pt x="189" y="145"/>
                    <a:pt x="189" y="145"/>
                  </a:cubicBezTo>
                  <a:cubicBezTo>
                    <a:pt x="188" y="144"/>
                    <a:pt x="187" y="142"/>
                    <a:pt x="187" y="141"/>
                  </a:cubicBezTo>
                  <a:cubicBezTo>
                    <a:pt x="187" y="140"/>
                    <a:pt x="187" y="139"/>
                    <a:pt x="187" y="138"/>
                  </a:cubicBezTo>
                  <a:cubicBezTo>
                    <a:pt x="186" y="138"/>
                    <a:pt x="186" y="137"/>
                    <a:pt x="185" y="136"/>
                  </a:cubicBezTo>
                  <a:cubicBezTo>
                    <a:pt x="185" y="136"/>
                    <a:pt x="184" y="135"/>
                    <a:pt x="184" y="135"/>
                  </a:cubicBezTo>
                  <a:cubicBezTo>
                    <a:pt x="184" y="136"/>
                    <a:pt x="184" y="137"/>
                    <a:pt x="184" y="137"/>
                  </a:cubicBezTo>
                  <a:cubicBezTo>
                    <a:pt x="184" y="137"/>
                    <a:pt x="185" y="138"/>
                    <a:pt x="185" y="138"/>
                  </a:cubicBezTo>
                  <a:cubicBezTo>
                    <a:pt x="185" y="138"/>
                    <a:pt x="185" y="140"/>
                    <a:pt x="185" y="140"/>
                  </a:cubicBezTo>
                  <a:cubicBezTo>
                    <a:pt x="185" y="141"/>
                    <a:pt x="185" y="141"/>
                    <a:pt x="185" y="142"/>
                  </a:cubicBezTo>
                  <a:cubicBezTo>
                    <a:pt x="185" y="142"/>
                    <a:pt x="186" y="143"/>
                    <a:pt x="186" y="143"/>
                  </a:cubicBezTo>
                  <a:cubicBezTo>
                    <a:pt x="186" y="144"/>
                    <a:pt x="186" y="145"/>
                    <a:pt x="186" y="145"/>
                  </a:cubicBezTo>
                  <a:cubicBezTo>
                    <a:pt x="186" y="146"/>
                    <a:pt x="186" y="147"/>
                    <a:pt x="186" y="147"/>
                  </a:cubicBezTo>
                  <a:cubicBezTo>
                    <a:pt x="186" y="147"/>
                    <a:pt x="185" y="146"/>
                    <a:pt x="185" y="146"/>
                  </a:cubicBezTo>
                  <a:cubicBezTo>
                    <a:pt x="184" y="146"/>
                    <a:pt x="183" y="145"/>
                    <a:pt x="183" y="144"/>
                  </a:cubicBezTo>
                  <a:cubicBezTo>
                    <a:pt x="182" y="144"/>
                    <a:pt x="182" y="143"/>
                    <a:pt x="182" y="143"/>
                  </a:cubicBezTo>
                  <a:cubicBezTo>
                    <a:pt x="182" y="142"/>
                    <a:pt x="181" y="143"/>
                    <a:pt x="181" y="143"/>
                  </a:cubicBezTo>
                  <a:cubicBezTo>
                    <a:pt x="181" y="143"/>
                    <a:pt x="181" y="144"/>
                    <a:pt x="181" y="144"/>
                  </a:cubicBezTo>
                  <a:cubicBezTo>
                    <a:pt x="181" y="145"/>
                    <a:pt x="181" y="145"/>
                    <a:pt x="181" y="146"/>
                  </a:cubicBezTo>
                  <a:cubicBezTo>
                    <a:pt x="181" y="146"/>
                    <a:pt x="180" y="146"/>
                    <a:pt x="180" y="146"/>
                  </a:cubicBezTo>
                  <a:cubicBezTo>
                    <a:pt x="179" y="146"/>
                    <a:pt x="180" y="147"/>
                    <a:pt x="180" y="147"/>
                  </a:cubicBezTo>
                  <a:cubicBezTo>
                    <a:pt x="180" y="147"/>
                    <a:pt x="181" y="148"/>
                    <a:pt x="182" y="148"/>
                  </a:cubicBezTo>
                  <a:cubicBezTo>
                    <a:pt x="182" y="148"/>
                    <a:pt x="183" y="149"/>
                    <a:pt x="184" y="150"/>
                  </a:cubicBezTo>
                  <a:cubicBezTo>
                    <a:pt x="184" y="150"/>
                    <a:pt x="184" y="151"/>
                    <a:pt x="184" y="152"/>
                  </a:cubicBezTo>
                  <a:cubicBezTo>
                    <a:pt x="184" y="152"/>
                    <a:pt x="183" y="152"/>
                    <a:pt x="182" y="153"/>
                  </a:cubicBezTo>
                  <a:cubicBezTo>
                    <a:pt x="182" y="153"/>
                    <a:pt x="181" y="153"/>
                    <a:pt x="180" y="153"/>
                  </a:cubicBezTo>
                  <a:cubicBezTo>
                    <a:pt x="179" y="153"/>
                    <a:pt x="178" y="153"/>
                    <a:pt x="177" y="154"/>
                  </a:cubicBezTo>
                  <a:cubicBezTo>
                    <a:pt x="176" y="155"/>
                    <a:pt x="174" y="157"/>
                    <a:pt x="173" y="157"/>
                  </a:cubicBezTo>
                  <a:cubicBezTo>
                    <a:pt x="172" y="159"/>
                    <a:pt x="170" y="161"/>
                    <a:pt x="168" y="162"/>
                  </a:cubicBezTo>
                  <a:cubicBezTo>
                    <a:pt x="167" y="163"/>
                    <a:pt x="165" y="164"/>
                    <a:pt x="164" y="164"/>
                  </a:cubicBezTo>
                  <a:cubicBezTo>
                    <a:pt x="163" y="164"/>
                    <a:pt x="162" y="164"/>
                    <a:pt x="161" y="164"/>
                  </a:cubicBezTo>
                  <a:cubicBezTo>
                    <a:pt x="161" y="164"/>
                    <a:pt x="160" y="163"/>
                    <a:pt x="159" y="163"/>
                  </a:cubicBezTo>
                  <a:cubicBezTo>
                    <a:pt x="158" y="163"/>
                    <a:pt x="156" y="164"/>
                    <a:pt x="156" y="164"/>
                  </a:cubicBezTo>
                  <a:cubicBezTo>
                    <a:pt x="155" y="164"/>
                    <a:pt x="153" y="164"/>
                    <a:pt x="153" y="164"/>
                  </a:cubicBezTo>
                  <a:cubicBezTo>
                    <a:pt x="152" y="163"/>
                    <a:pt x="151" y="162"/>
                    <a:pt x="151" y="161"/>
                  </a:cubicBezTo>
                  <a:cubicBezTo>
                    <a:pt x="151" y="160"/>
                    <a:pt x="151" y="159"/>
                    <a:pt x="151" y="159"/>
                  </a:cubicBezTo>
                  <a:cubicBezTo>
                    <a:pt x="152" y="158"/>
                    <a:pt x="152" y="157"/>
                    <a:pt x="153" y="157"/>
                  </a:cubicBezTo>
                  <a:cubicBezTo>
                    <a:pt x="153" y="156"/>
                    <a:pt x="153" y="155"/>
                    <a:pt x="152" y="154"/>
                  </a:cubicBezTo>
                  <a:cubicBezTo>
                    <a:pt x="152" y="154"/>
                    <a:pt x="151" y="155"/>
                    <a:pt x="151" y="155"/>
                  </a:cubicBezTo>
                  <a:cubicBezTo>
                    <a:pt x="151" y="155"/>
                    <a:pt x="151" y="154"/>
                    <a:pt x="151" y="154"/>
                  </a:cubicBezTo>
                  <a:cubicBezTo>
                    <a:pt x="150" y="153"/>
                    <a:pt x="151" y="152"/>
                    <a:pt x="151" y="152"/>
                  </a:cubicBezTo>
                  <a:cubicBezTo>
                    <a:pt x="151" y="151"/>
                    <a:pt x="151" y="151"/>
                    <a:pt x="151" y="150"/>
                  </a:cubicBezTo>
                  <a:cubicBezTo>
                    <a:pt x="151" y="150"/>
                    <a:pt x="152" y="149"/>
                    <a:pt x="151" y="148"/>
                  </a:cubicBezTo>
                  <a:cubicBezTo>
                    <a:pt x="150" y="148"/>
                    <a:pt x="150" y="150"/>
                    <a:pt x="149" y="151"/>
                  </a:cubicBezTo>
                  <a:cubicBezTo>
                    <a:pt x="149" y="151"/>
                    <a:pt x="148" y="153"/>
                    <a:pt x="148" y="154"/>
                  </a:cubicBezTo>
                  <a:cubicBezTo>
                    <a:pt x="148" y="155"/>
                    <a:pt x="148" y="156"/>
                    <a:pt x="148" y="157"/>
                  </a:cubicBezTo>
                  <a:cubicBezTo>
                    <a:pt x="148" y="158"/>
                    <a:pt x="149" y="159"/>
                    <a:pt x="149" y="160"/>
                  </a:cubicBezTo>
                  <a:cubicBezTo>
                    <a:pt x="149" y="161"/>
                    <a:pt x="149" y="162"/>
                    <a:pt x="149" y="163"/>
                  </a:cubicBezTo>
                  <a:cubicBezTo>
                    <a:pt x="149" y="164"/>
                    <a:pt x="149" y="165"/>
                    <a:pt x="148" y="165"/>
                  </a:cubicBezTo>
                  <a:cubicBezTo>
                    <a:pt x="148" y="165"/>
                    <a:pt x="147" y="165"/>
                    <a:pt x="147" y="164"/>
                  </a:cubicBezTo>
                  <a:cubicBezTo>
                    <a:pt x="147" y="164"/>
                    <a:pt x="146" y="163"/>
                    <a:pt x="146" y="163"/>
                  </a:cubicBezTo>
                  <a:cubicBezTo>
                    <a:pt x="146" y="163"/>
                    <a:pt x="145" y="162"/>
                    <a:pt x="144" y="162"/>
                  </a:cubicBezTo>
                  <a:cubicBezTo>
                    <a:pt x="144" y="161"/>
                    <a:pt x="143" y="161"/>
                    <a:pt x="143" y="161"/>
                  </a:cubicBezTo>
                  <a:cubicBezTo>
                    <a:pt x="142" y="161"/>
                    <a:pt x="142" y="161"/>
                    <a:pt x="141" y="160"/>
                  </a:cubicBezTo>
                  <a:cubicBezTo>
                    <a:pt x="141" y="160"/>
                    <a:pt x="140" y="159"/>
                    <a:pt x="139" y="158"/>
                  </a:cubicBezTo>
                  <a:cubicBezTo>
                    <a:pt x="138" y="157"/>
                    <a:pt x="136" y="155"/>
                    <a:pt x="135" y="154"/>
                  </a:cubicBezTo>
                  <a:cubicBezTo>
                    <a:pt x="135" y="154"/>
                    <a:pt x="133" y="153"/>
                    <a:pt x="132" y="152"/>
                  </a:cubicBezTo>
                  <a:cubicBezTo>
                    <a:pt x="132" y="151"/>
                    <a:pt x="132" y="150"/>
                    <a:pt x="132" y="150"/>
                  </a:cubicBezTo>
                  <a:cubicBezTo>
                    <a:pt x="132" y="149"/>
                    <a:pt x="131" y="149"/>
                    <a:pt x="131" y="148"/>
                  </a:cubicBezTo>
                  <a:cubicBezTo>
                    <a:pt x="131" y="148"/>
                    <a:pt x="131" y="147"/>
                    <a:pt x="131" y="147"/>
                  </a:cubicBezTo>
                  <a:cubicBezTo>
                    <a:pt x="131" y="146"/>
                    <a:pt x="131" y="146"/>
                    <a:pt x="131" y="145"/>
                  </a:cubicBezTo>
                  <a:cubicBezTo>
                    <a:pt x="131" y="145"/>
                    <a:pt x="132" y="144"/>
                    <a:pt x="132" y="144"/>
                  </a:cubicBezTo>
                  <a:cubicBezTo>
                    <a:pt x="132" y="143"/>
                    <a:pt x="133" y="142"/>
                    <a:pt x="133" y="142"/>
                  </a:cubicBezTo>
                  <a:cubicBezTo>
                    <a:pt x="133" y="141"/>
                    <a:pt x="132" y="141"/>
                    <a:pt x="132" y="141"/>
                  </a:cubicBezTo>
                  <a:cubicBezTo>
                    <a:pt x="132" y="140"/>
                    <a:pt x="131" y="141"/>
                    <a:pt x="131" y="141"/>
                  </a:cubicBezTo>
                  <a:cubicBezTo>
                    <a:pt x="130" y="142"/>
                    <a:pt x="130" y="143"/>
                    <a:pt x="130" y="144"/>
                  </a:cubicBezTo>
                  <a:cubicBezTo>
                    <a:pt x="129" y="144"/>
                    <a:pt x="128" y="145"/>
                    <a:pt x="128" y="145"/>
                  </a:cubicBezTo>
                  <a:cubicBezTo>
                    <a:pt x="127" y="146"/>
                    <a:pt x="126" y="147"/>
                    <a:pt x="125" y="147"/>
                  </a:cubicBezTo>
                  <a:cubicBezTo>
                    <a:pt x="124" y="148"/>
                    <a:pt x="123" y="147"/>
                    <a:pt x="122" y="146"/>
                  </a:cubicBezTo>
                  <a:cubicBezTo>
                    <a:pt x="120" y="146"/>
                    <a:pt x="118" y="145"/>
                    <a:pt x="117" y="144"/>
                  </a:cubicBezTo>
                  <a:cubicBezTo>
                    <a:pt x="116" y="144"/>
                    <a:pt x="114" y="142"/>
                    <a:pt x="113" y="142"/>
                  </a:cubicBezTo>
                  <a:cubicBezTo>
                    <a:pt x="112" y="141"/>
                    <a:pt x="111" y="139"/>
                    <a:pt x="110" y="139"/>
                  </a:cubicBezTo>
                  <a:cubicBezTo>
                    <a:pt x="110" y="138"/>
                    <a:pt x="110" y="136"/>
                    <a:pt x="110" y="135"/>
                  </a:cubicBezTo>
                  <a:cubicBezTo>
                    <a:pt x="109" y="134"/>
                    <a:pt x="109" y="131"/>
                    <a:pt x="108" y="130"/>
                  </a:cubicBezTo>
                  <a:cubicBezTo>
                    <a:pt x="108" y="130"/>
                    <a:pt x="107" y="129"/>
                    <a:pt x="106" y="129"/>
                  </a:cubicBezTo>
                  <a:cubicBezTo>
                    <a:pt x="106" y="129"/>
                    <a:pt x="105" y="129"/>
                    <a:pt x="105" y="129"/>
                  </a:cubicBezTo>
                  <a:cubicBezTo>
                    <a:pt x="105" y="129"/>
                    <a:pt x="106" y="130"/>
                    <a:pt x="106" y="131"/>
                  </a:cubicBezTo>
                  <a:cubicBezTo>
                    <a:pt x="106" y="131"/>
                    <a:pt x="106" y="132"/>
                    <a:pt x="106" y="133"/>
                  </a:cubicBezTo>
                  <a:cubicBezTo>
                    <a:pt x="106" y="133"/>
                    <a:pt x="105" y="134"/>
                    <a:pt x="105" y="134"/>
                  </a:cubicBezTo>
                  <a:cubicBezTo>
                    <a:pt x="105" y="135"/>
                    <a:pt x="105" y="136"/>
                    <a:pt x="104" y="137"/>
                  </a:cubicBezTo>
                  <a:cubicBezTo>
                    <a:pt x="104" y="137"/>
                    <a:pt x="103" y="139"/>
                    <a:pt x="103" y="140"/>
                  </a:cubicBezTo>
                  <a:cubicBezTo>
                    <a:pt x="103" y="140"/>
                    <a:pt x="104" y="141"/>
                    <a:pt x="104" y="141"/>
                  </a:cubicBezTo>
                  <a:cubicBezTo>
                    <a:pt x="104" y="142"/>
                    <a:pt x="105" y="143"/>
                    <a:pt x="105" y="143"/>
                  </a:cubicBezTo>
                  <a:cubicBezTo>
                    <a:pt x="105" y="143"/>
                    <a:pt x="104" y="144"/>
                    <a:pt x="104" y="144"/>
                  </a:cubicBezTo>
                  <a:cubicBezTo>
                    <a:pt x="104" y="144"/>
                    <a:pt x="103" y="145"/>
                    <a:pt x="103" y="146"/>
                  </a:cubicBezTo>
                  <a:cubicBezTo>
                    <a:pt x="103" y="146"/>
                    <a:pt x="104" y="147"/>
                    <a:pt x="104" y="147"/>
                  </a:cubicBezTo>
                  <a:cubicBezTo>
                    <a:pt x="104" y="148"/>
                    <a:pt x="105" y="149"/>
                    <a:pt x="106" y="149"/>
                  </a:cubicBezTo>
                  <a:cubicBezTo>
                    <a:pt x="107" y="150"/>
                    <a:pt x="108" y="150"/>
                    <a:pt x="109" y="150"/>
                  </a:cubicBezTo>
                  <a:cubicBezTo>
                    <a:pt x="110" y="150"/>
                    <a:pt x="111" y="151"/>
                    <a:pt x="112" y="151"/>
                  </a:cubicBezTo>
                  <a:cubicBezTo>
                    <a:pt x="113" y="151"/>
                    <a:pt x="115" y="152"/>
                    <a:pt x="115" y="153"/>
                  </a:cubicBezTo>
                  <a:cubicBezTo>
                    <a:pt x="116" y="154"/>
                    <a:pt x="117" y="156"/>
                    <a:pt x="117" y="157"/>
                  </a:cubicBezTo>
                  <a:cubicBezTo>
                    <a:pt x="117" y="158"/>
                    <a:pt x="116" y="158"/>
                    <a:pt x="115" y="159"/>
                  </a:cubicBezTo>
                  <a:cubicBezTo>
                    <a:pt x="115" y="159"/>
                    <a:pt x="114" y="158"/>
                    <a:pt x="114" y="158"/>
                  </a:cubicBezTo>
                  <a:cubicBezTo>
                    <a:pt x="113" y="158"/>
                    <a:pt x="113" y="157"/>
                    <a:pt x="113" y="157"/>
                  </a:cubicBezTo>
                  <a:cubicBezTo>
                    <a:pt x="113" y="156"/>
                    <a:pt x="112" y="156"/>
                    <a:pt x="112" y="157"/>
                  </a:cubicBezTo>
                  <a:cubicBezTo>
                    <a:pt x="112" y="157"/>
                    <a:pt x="111" y="157"/>
                    <a:pt x="112" y="158"/>
                  </a:cubicBezTo>
                  <a:cubicBezTo>
                    <a:pt x="112" y="158"/>
                    <a:pt x="112" y="159"/>
                    <a:pt x="112" y="159"/>
                  </a:cubicBezTo>
                  <a:cubicBezTo>
                    <a:pt x="112" y="160"/>
                    <a:pt x="112" y="161"/>
                    <a:pt x="112" y="161"/>
                  </a:cubicBezTo>
                  <a:cubicBezTo>
                    <a:pt x="112" y="162"/>
                    <a:pt x="112" y="163"/>
                    <a:pt x="112" y="163"/>
                  </a:cubicBezTo>
                  <a:cubicBezTo>
                    <a:pt x="112" y="163"/>
                    <a:pt x="113" y="163"/>
                    <a:pt x="113" y="163"/>
                  </a:cubicBezTo>
                  <a:cubicBezTo>
                    <a:pt x="113" y="163"/>
                    <a:pt x="114" y="163"/>
                    <a:pt x="114" y="162"/>
                  </a:cubicBezTo>
                  <a:cubicBezTo>
                    <a:pt x="114" y="162"/>
                    <a:pt x="115" y="162"/>
                    <a:pt x="115" y="162"/>
                  </a:cubicBezTo>
                  <a:cubicBezTo>
                    <a:pt x="115" y="163"/>
                    <a:pt x="116" y="163"/>
                    <a:pt x="116" y="164"/>
                  </a:cubicBezTo>
                  <a:cubicBezTo>
                    <a:pt x="115" y="164"/>
                    <a:pt x="115" y="165"/>
                    <a:pt x="115" y="165"/>
                  </a:cubicBezTo>
                  <a:cubicBezTo>
                    <a:pt x="115" y="166"/>
                    <a:pt x="114" y="166"/>
                    <a:pt x="114" y="166"/>
                  </a:cubicBezTo>
                  <a:cubicBezTo>
                    <a:pt x="114" y="167"/>
                    <a:pt x="113" y="169"/>
                    <a:pt x="113" y="170"/>
                  </a:cubicBezTo>
                  <a:cubicBezTo>
                    <a:pt x="112" y="171"/>
                    <a:pt x="112" y="174"/>
                    <a:pt x="113" y="175"/>
                  </a:cubicBezTo>
                  <a:cubicBezTo>
                    <a:pt x="113" y="175"/>
                    <a:pt x="113" y="176"/>
                    <a:pt x="114" y="177"/>
                  </a:cubicBezTo>
                  <a:cubicBezTo>
                    <a:pt x="114" y="177"/>
                    <a:pt x="114" y="178"/>
                    <a:pt x="114" y="179"/>
                  </a:cubicBezTo>
                  <a:cubicBezTo>
                    <a:pt x="114" y="179"/>
                    <a:pt x="114" y="180"/>
                    <a:pt x="113" y="181"/>
                  </a:cubicBezTo>
                  <a:cubicBezTo>
                    <a:pt x="113" y="181"/>
                    <a:pt x="112" y="181"/>
                    <a:pt x="111" y="181"/>
                  </a:cubicBezTo>
                  <a:cubicBezTo>
                    <a:pt x="110" y="181"/>
                    <a:pt x="110" y="183"/>
                    <a:pt x="109" y="183"/>
                  </a:cubicBezTo>
                  <a:cubicBezTo>
                    <a:pt x="109" y="184"/>
                    <a:pt x="108" y="185"/>
                    <a:pt x="107" y="185"/>
                  </a:cubicBezTo>
                  <a:cubicBezTo>
                    <a:pt x="107" y="185"/>
                    <a:pt x="105" y="185"/>
                    <a:pt x="105" y="185"/>
                  </a:cubicBezTo>
                  <a:cubicBezTo>
                    <a:pt x="104" y="185"/>
                    <a:pt x="104" y="183"/>
                    <a:pt x="104" y="183"/>
                  </a:cubicBezTo>
                  <a:cubicBezTo>
                    <a:pt x="103" y="182"/>
                    <a:pt x="101" y="181"/>
                    <a:pt x="100" y="181"/>
                  </a:cubicBezTo>
                  <a:cubicBezTo>
                    <a:pt x="99" y="181"/>
                    <a:pt x="97" y="181"/>
                    <a:pt x="96" y="181"/>
                  </a:cubicBezTo>
                  <a:cubicBezTo>
                    <a:pt x="96" y="180"/>
                    <a:pt x="95" y="180"/>
                    <a:pt x="95" y="180"/>
                  </a:cubicBezTo>
                  <a:cubicBezTo>
                    <a:pt x="94" y="180"/>
                    <a:pt x="92" y="180"/>
                    <a:pt x="92" y="180"/>
                  </a:cubicBezTo>
                  <a:cubicBezTo>
                    <a:pt x="91" y="179"/>
                    <a:pt x="90" y="178"/>
                    <a:pt x="90" y="178"/>
                  </a:cubicBezTo>
                  <a:cubicBezTo>
                    <a:pt x="89" y="177"/>
                    <a:pt x="88" y="176"/>
                    <a:pt x="87" y="175"/>
                  </a:cubicBezTo>
                  <a:cubicBezTo>
                    <a:pt x="87" y="175"/>
                    <a:pt x="87" y="174"/>
                    <a:pt x="87" y="174"/>
                  </a:cubicBezTo>
                  <a:cubicBezTo>
                    <a:pt x="87" y="173"/>
                    <a:pt x="86" y="172"/>
                    <a:pt x="85" y="171"/>
                  </a:cubicBezTo>
                  <a:cubicBezTo>
                    <a:pt x="85" y="171"/>
                    <a:pt x="83" y="170"/>
                    <a:pt x="83" y="169"/>
                  </a:cubicBezTo>
                  <a:cubicBezTo>
                    <a:pt x="82" y="168"/>
                    <a:pt x="82" y="167"/>
                    <a:pt x="82" y="166"/>
                  </a:cubicBezTo>
                  <a:cubicBezTo>
                    <a:pt x="82" y="165"/>
                    <a:pt x="82" y="164"/>
                    <a:pt x="81" y="163"/>
                  </a:cubicBezTo>
                  <a:cubicBezTo>
                    <a:pt x="81" y="162"/>
                    <a:pt x="80" y="161"/>
                    <a:pt x="80" y="161"/>
                  </a:cubicBezTo>
                  <a:cubicBezTo>
                    <a:pt x="79" y="159"/>
                    <a:pt x="76" y="158"/>
                    <a:pt x="74" y="157"/>
                  </a:cubicBezTo>
                  <a:cubicBezTo>
                    <a:pt x="73" y="156"/>
                    <a:pt x="72" y="155"/>
                    <a:pt x="71" y="154"/>
                  </a:cubicBezTo>
                  <a:cubicBezTo>
                    <a:pt x="69" y="153"/>
                    <a:pt x="67" y="152"/>
                    <a:pt x="66" y="152"/>
                  </a:cubicBezTo>
                  <a:cubicBezTo>
                    <a:pt x="64" y="151"/>
                    <a:pt x="60" y="151"/>
                    <a:pt x="58" y="151"/>
                  </a:cubicBezTo>
                  <a:cubicBezTo>
                    <a:pt x="57" y="150"/>
                    <a:pt x="55" y="149"/>
                    <a:pt x="54" y="149"/>
                  </a:cubicBezTo>
                  <a:cubicBezTo>
                    <a:pt x="53" y="148"/>
                    <a:pt x="53" y="145"/>
                    <a:pt x="52" y="144"/>
                  </a:cubicBezTo>
                  <a:cubicBezTo>
                    <a:pt x="52" y="143"/>
                    <a:pt x="51" y="142"/>
                    <a:pt x="51" y="141"/>
                  </a:cubicBezTo>
                  <a:cubicBezTo>
                    <a:pt x="50" y="141"/>
                    <a:pt x="49" y="141"/>
                    <a:pt x="48" y="141"/>
                  </a:cubicBezTo>
                  <a:cubicBezTo>
                    <a:pt x="48" y="141"/>
                    <a:pt x="46" y="141"/>
                    <a:pt x="46" y="141"/>
                  </a:cubicBezTo>
                  <a:cubicBezTo>
                    <a:pt x="45" y="141"/>
                    <a:pt x="45" y="142"/>
                    <a:pt x="45" y="143"/>
                  </a:cubicBezTo>
                  <a:cubicBezTo>
                    <a:pt x="45" y="143"/>
                    <a:pt x="44" y="144"/>
                    <a:pt x="43" y="145"/>
                  </a:cubicBezTo>
                  <a:cubicBezTo>
                    <a:pt x="43" y="145"/>
                    <a:pt x="42" y="146"/>
                    <a:pt x="42" y="146"/>
                  </a:cubicBezTo>
                  <a:cubicBezTo>
                    <a:pt x="41" y="146"/>
                    <a:pt x="39" y="147"/>
                    <a:pt x="38" y="148"/>
                  </a:cubicBezTo>
                  <a:cubicBezTo>
                    <a:pt x="37" y="148"/>
                    <a:pt x="36" y="148"/>
                    <a:pt x="35" y="149"/>
                  </a:cubicBezTo>
                  <a:cubicBezTo>
                    <a:pt x="35" y="149"/>
                    <a:pt x="34" y="151"/>
                    <a:pt x="33" y="152"/>
                  </a:cubicBezTo>
                  <a:cubicBezTo>
                    <a:pt x="33" y="153"/>
                    <a:pt x="32" y="155"/>
                    <a:pt x="32" y="155"/>
                  </a:cubicBezTo>
                  <a:cubicBezTo>
                    <a:pt x="32" y="156"/>
                    <a:pt x="33" y="157"/>
                    <a:pt x="33" y="158"/>
                  </a:cubicBezTo>
                  <a:cubicBezTo>
                    <a:pt x="33" y="159"/>
                    <a:pt x="33" y="162"/>
                    <a:pt x="34" y="163"/>
                  </a:cubicBezTo>
                  <a:cubicBezTo>
                    <a:pt x="34" y="166"/>
                    <a:pt x="36" y="171"/>
                    <a:pt x="36" y="173"/>
                  </a:cubicBezTo>
                  <a:cubicBezTo>
                    <a:pt x="37" y="174"/>
                    <a:pt x="38" y="178"/>
                    <a:pt x="39" y="179"/>
                  </a:cubicBezTo>
                  <a:cubicBezTo>
                    <a:pt x="39" y="180"/>
                    <a:pt x="41" y="182"/>
                    <a:pt x="41" y="183"/>
                  </a:cubicBezTo>
                  <a:cubicBezTo>
                    <a:pt x="42" y="184"/>
                    <a:pt x="42" y="185"/>
                    <a:pt x="42" y="185"/>
                  </a:cubicBezTo>
                  <a:cubicBezTo>
                    <a:pt x="42" y="186"/>
                    <a:pt x="42" y="187"/>
                    <a:pt x="42" y="187"/>
                  </a:cubicBezTo>
                  <a:cubicBezTo>
                    <a:pt x="42" y="188"/>
                    <a:pt x="41" y="189"/>
                    <a:pt x="41" y="189"/>
                  </a:cubicBezTo>
                  <a:cubicBezTo>
                    <a:pt x="41" y="189"/>
                    <a:pt x="41" y="190"/>
                    <a:pt x="41" y="191"/>
                  </a:cubicBezTo>
                  <a:cubicBezTo>
                    <a:pt x="41" y="191"/>
                    <a:pt x="42" y="191"/>
                    <a:pt x="42" y="191"/>
                  </a:cubicBezTo>
                  <a:cubicBezTo>
                    <a:pt x="42" y="191"/>
                    <a:pt x="43" y="192"/>
                    <a:pt x="43" y="192"/>
                  </a:cubicBezTo>
                  <a:cubicBezTo>
                    <a:pt x="43" y="193"/>
                    <a:pt x="43" y="193"/>
                    <a:pt x="43" y="193"/>
                  </a:cubicBezTo>
                  <a:cubicBezTo>
                    <a:pt x="42" y="194"/>
                    <a:pt x="41" y="193"/>
                    <a:pt x="40" y="193"/>
                  </a:cubicBezTo>
                  <a:cubicBezTo>
                    <a:pt x="39" y="193"/>
                    <a:pt x="37" y="193"/>
                    <a:pt x="36" y="193"/>
                  </a:cubicBezTo>
                  <a:cubicBezTo>
                    <a:pt x="35" y="192"/>
                    <a:pt x="33" y="192"/>
                    <a:pt x="32" y="191"/>
                  </a:cubicBezTo>
                  <a:cubicBezTo>
                    <a:pt x="31" y="190"/>
                    <a:pt x="31" y="189"/>
                    <a:pt x="30" y="188"/>
                  </a:cubicBezTo>
                  <a:cubicBezTo>
                    <a:pt x="30" y="187"/>
                    <a:pt x="30" y="186"/>
                    <a:pt x="30" y="185"/>
                  </a:cubicBezTo>
                  <a:cubicBezTo>
                    <a:pt x="30" y="185"/>
                    <a:pt x="29" y="184"/>
                    <a:pt x="29" y="183"/>
                  </a:cubicBezTo>
                  <a:cubicBezTo>
                    <a:pt x="29" y="183"/>
                    <a:pt x="29" y="182"/>
                    <a:pt x="30" y="182"/>
                  </a:cubicBezTo>
                  <a:cubicBezTo>
                    <a:pt x="30" y="181"/>
                    <a:pt x="31" y="181"/>
                    <a:pt x="32" y="180"/>
                  </a:cubicBezTo>
                  <a:cubicBezTo>
                    <a:pt x="32" y="180"/>
                    <a:pt x="32" y="179"/>
                    <a:pt x="32" y="178"/>
                  </a:cubicBezTo>
                  <a:cubicBezTo>
                    <a:pt x="32" y="178"/>
                    <a:pt x="31" y="177"/>
                    <a:pt x="31" y="177"/>
                  </a:cubicBezTo>
                  <a:cubicBezTo>
                    <a:pt x="31" y="176"/>
                    <a:pt x="32" y="176"/>
                    <a:pt x="32" y="176"/>
                  </a:cubicBezTo>
                  <a:cubicBezTo>
                    <a:pt x="32" y="175"/>
                    <a:pt x="32" y="174"/>
                    <a:pt x="32" y="174"/>
                  </a:cubicBezTo>
                  <a:cubicBezTo>
                    <a:pt x="32" y="173"/>
                    <a:pt x="31" y="173"/>
                    <a:pt x="30" y="173"/>
                  </a:cubicBezTo>
                  <a:cubicBezTo>
                    <a:pt x="29" y="172"/>
                    <a:pt x="28" y="172"/>
                    <a:pt x="27" y="171"/>
                  </a:cubicBezTo>
                  <a:cubicBezTo>
                    <a:pt x="26" y="170"/>
                    <a:pt x="26" y="168"/>
                    <a:pt x="25" y="167"/>
                  </a:cubicBezTo>
                  <a:cubicBezTo>
                    <a:pt x="25" y="166"/>
                    <a:pt x="25" y="163"/>
                    <a:pt x="25" y="161"/>
                  </a:cubicBezTo>
                  <a:cubicBezTo>
                    <a:pt x="24" y="160"/>
                    <a:pt x="22" y="159"/>
                    <a:pt x="22" y="158"/>
                  </a:cubicBezTo>
                  <a:cubicBezTo>
                    <a:pt x="21" y="157"/>
                    <a:pt x="21" y="155"/>
                    <a:pt x="20" y="155"/>
                  </a:cubicBezTo>
                  <a:cubicBezTo>
                    <a:pt x="20" y="154"/>
                    <a:pt x="19" y="153"/>
                    <a:pt x="19" y="153"/>
                  </a:cubicBezTo>
                  <a:cubicBezTo>
                    <a:pt x="18" y="152"/>
                    <a:pt x="15" y="151"/>
                    <a:pt x="14" y="150"/>
                  </a:cubicBezTo>
                  <a:cubicBezTo>
                    <a:pt x="13" y="150"/>
                    <a:pt x="12" y="148"/>
                    <a:pt x="11" y="147"/>
                  </a:cubicBezTo>
                  <a:cubicBezTo>
                    <a:pt x="10" y="147"/>
                    <a:pt x="9" y="146"/>
                    <a:pt x="8" y="146"/>
                  </a:cubicBezTo>
                  <a:cubicBezTo>
                    <a:pt x="8" y="145"/>
                    <a:pt x="6" y="143"/>
                    <a:pt x="6" y="142"/>
                  </a:cubicBezTo>
                  <a:cubicBezTo>
                    <a:pt x="5" y="140"/>
                    <a:pt x="5" y="137"/>
                    <a:pt x="4" y="136"/>
                  </a:cubicBezTo>
                  <a:cubicBezTo>
                    <a:pt x="4" y="135"/>
                    <a:pt x="3" y="132"/>
                    <a:pt x="3" y="131"/>
                  </a:cubicBezTo>
                  <a:cubicBezTo>
                    <a:pt x="2" y="131"/>
                    <a:pt x="2" y="129"/>
                    <a:pt x="1" y="129"/>
                  </a:cubicBezTo>
                  <a:cubicBezTo>
                    <a:pt x="1" y="128"/>
                    <a:pt x="0" y="127"/>
                    <a:pt x="0" y="127"/>
                  </a:cubicBezTo>
                  <a:cubicBezTo>
                    <a:pt x="0" y="126"/>
                    <a:pt x="1" y="125"/>
                    <a:pt x="1" y="124"/>
                  </a:cubicBezTo>
                  <a:cubicBezTo>
                    <a:pt x="2" y="123"/>
                    <a:pt x="2" y="120"/>
                    <a:pt x="2" y="118"/>
                  </a:cubicBezTo>
                  <a:cubicBezTo>
                    <a:pt x="2" y="117"/>
                    <a:pt x="0" y="115"/>
                    <a:pt x="0" y="114"/>
                  </a:cubicBezTo>
                  <a:cubicBezTo>
                    <a:pt x="0" y="113"/>
                    <a:pt x="1" y="111"/>
                    <a:pt x="2" y="110"/>
                  </a:cubicBezTo>
                  <a:cubicBezTo>
                    <a:pt x="2" y="109"/>
                    <a:pt x="2" y="108"/>
                    <a:pt x="3" y="107"/>
                  </a:cubicBezTo>
                  <a:cubicBezTo>
                    <a:pt x="3" y="107"/>
                    <a:pt x="4" y="107"/>
                    <a:pt x="4" y="107"/>
                  </a:cubicBezTo>
                  <a:cubicBezTo>
                    <a:pt x="5" y="107"/>
                    <a:pt x="6" y="108"/>
                    <a:pt x="6" y="108"/>
                  </a:cubicBezTo>
                  <a:cubicBezTo>
                    <a:pt x="6" y="108"/>
                    <a:pt x="7" y="107"/>
                    <a:pt x="7" y="107"/>
                  </a:cubicBezTo>
                  <a:cubicBezTo>
                    <a:pt x="8" y="106"/>
                    <a:pt x="9" y="106"/>
                    <a:pt x="9" y="105"/>
                  </a:cubicBezTo>
                  <a:cubicBezTo>
                    <a:pt x="10" y="105"/>
                    <a:pt x="11" y="105"/>
                    <a:pt x="11" y="105"/>
                  </a:cubicBezTo>
                  <a:cubicBezTo>
                    <a:pt x="12" y="105"/>
                    <a:pt x="13" y="106"/>
                    <a:pt x="13" y="107"/>
                  </a:cubicBezTo>
                  <a:cubicBezTo>
                    <a:pt x="14" y="108"/>
                    <a:pt x="14" y="110"/>
                    <a:pt x="15" y="110"/>
                  </a:cubicBezTo>
                  <a:cubicBezTo>
                    <a:pt x="15" y="111"/>
                    <a:pt x="16" y="112"/>
                    <a:pt x="16" y="113"/>
                  </a:cubicBezTo>
                  <a:cubicBezTo>
                    <a:pt x="16" y="113"/>
                    <a:pt x="17" y="115"/>
                    <a:pt x="17" y="115"/>
                  </a:cubicBezTo>
                  <a:cubicBezTo>
                    <a:pt x="17" y="117"/>
                    <a:pt x="16" y="119"/>
                    <a:pt x="16" y="120"/>
                  </a:cubicBezTo>
                  <a:cubicBezTo>
                    <a:pt x="16" y="121"/>
                    <a:pt x="17" y="123"/>
                    <a:pt x="17" y="124"/>
                  </a:cubicBezTo>
                  <a:cubicBezTo>
                    <a:pt x="17" y="125"/>
                    <a:pt x="18" y="128"/>
                    <a:pt x="19" y="128"/>
                  </a:cubicBezTo>
                  <a:cubicBezTo>
                    <a:pt x="19" y="129"/>
                    <a:pt x="20" y="130"/>
                    <a:pt x="21" y="130"/>
                  </a:cubicBezTo>
                  <a:cubicBezTo>
                    <a:pt x="21" y="130"/>
                    <a:pt x="22" y="130"/>
                    <a:pt x="22" y="130"/>
                  </a:cubicBezTo>
                  <a:cubicBezTo>
                    <a:pt x="22" y="129"/>
                    <a:pt x="23" y="129"/>
                    <a:pt x="23" y="128"/>
                  </a:cubicBezTo>
                  <a:cubicBezTo>
                    <a:pt x="24" y="128"/>
                    <a:pt x="24" y="128"/>
                    <a:pt x="25" y="128"/>
                  </a:cubicBezTo>
                  <a:cubicBezTo>
                    <a:pt x="25" y="128"/>
                    <a:pt x="27" y="128"/>
                    <a:pt x="27" y="128"/>
                  </a:cubicBezTo>
                  <a:cubicBezTo>
                    <a:pt x="28" y="128"/>
                    <a:pt x="27" y="126"/>
                    <a:pt x="27" y="126"/>
                  </a:cubicBezTo>
                  <a:cubicBezTo>
                    <a:pt x="27" y="125"/>
                    <a:pt x="26" y="124"/>
                    <a:pt x="26" y="124"/>
                  </a:cubicBezTo>
                  <a:cubicBezTo>
                    <a:pt x="24" y="122"/>
                    <a:pt x="23" y="119"/>
                    <a:pt x="22" y="118"/>
                  </a:cubicBezTo>
                  <a:cubicBezTo>
                    <a:pt x="22" y="116"/>
                    <a:pt x="21" y="113"/>
                    <a:pt x="20" y="111"/>
                  </a:cubicBezTo>
                  <a:cubicBezTo>
                    <a:pt x="20" y="110"/>
                    <a:pt x="21" y="108"/>
                    <a:pt x="21" y="107"/>
                  </a:cubicBezTo>
                  <a:cubicBezTo>
                    <a:pt x="21" y="107"/>
                    <a:pt x="22" y="107"/>
                    <a:pt x="23" y="107"/>
                  </a:cubicBezTo>
                  <a:cubicBezTo>
                    <a:pt x="23" y="107"/>
                    <a:pt x="24" y="106"/>
                    <a:pt x="25" y="106"/>
                  </a:cubicBezTo>
                  <a:cubicBezTo>
                    <a:pt x="26" y="106"/>
                    <a:pt x="28" y="106"/>
                    <a:pt x="29" y="107"/>
                  </a:cubicBezTo>
                  <a:cubicBezTo>
                    <a:pt x="29" y="107"/>
                    <a:pt x="29" y="108"/>
                    <a:pt x="29" y="109"/>
                  </a:cubicBezTo>
                  <a:cubicBezTo>
                    <a:pt x="30" y="109"/>
                    <a:pt x="32" y="109"/>
                    <a:pt x="33" y="109"/>
                  </a:cubicBezTo>
                  <a:cubicBezTo>
                    <a:pt x="34" y="109"/>
                    <a:pt x="35" y="109"/>
                    <a:pt x="36" y="109"/>
                  </a:cubicBezTo>
                  <a:cubicBezTo>
                    <a:pt x="37" y="108"/>
                    <a:pt x="38" y="106"/>
                    <a:pt x="39" y="106"/>
                  </a:cubicBezTo>
                  <a:cubicBezTo>
                    <a:pt x="39" y="105"/>
                    <a:pt x="40" y="104"/>
                    <a:pt x="41" y="104"/>
                  </a:cubicBezTo>
                  <a:cubicBezTo>
                    <a:pt x="41" y="103"/>
                    <a:pt x="42" y="103"/>
                    <a:pt x="43" y="102"/>
                  </a:cubicBezTo>
                  <a:cubicBezTo>
                    <a:pt x="43" y="102"/>
                    <a:pt x="45" y="101"/>
                    <a:pt x="45" y="101"/>
                  </a:cubicBezTo>
                  <a:cubicBezTo>
                    <a:pt x="46" y="101"/>
                    <a:pt x="47" y="101"/>
                    <a:pt x="48" y="101"/>
                  </a:cubicBezTo>
                  <a:cubicBezTo>
                    <a:pt x="48" y="101"/>
                    <a:pt x="49" y="101"/>
                    <a:pt x="49" y="101"/>
                  </a:cubicBezTo>
                  <a:cubicBezTo>
                    <a:pt x="50" y="102"/>
                    <a:pt x="50" y="103"/>
                    <a:pt x="50" y="103"/>
                  </a:cubicBezTo>
                  <a:cubicBezTo>
                    <a:pt x="51" y="104"/>
                    <a:pt x="51" y="105"/>
                    <a:pt x="52" y="105"/>
                  </a:cubicBezTo>
                  <a:cubicBezTo>
                    <a:pt x="53" y="105"/>
                    <a:pt x="54" y="104"/>
                    <a:pt x="54" y="103"/>
                  </a:cubicBezTo>
                  <a:cubicBezTo>
                    <a:pt x="54" y="103"/>
                    <a:pt x="54" y="102"/>
                    <a:pt x="55" y="102"/>
                  </a:cubicBezTo>
                  <a:cubicBezTo>
                    <a:pt x="55" y="102"/>
                    <a:pt x="56" y="102"/>
                    <a:pt x="57" y="102"/>
                  </a:cubicBezTo>
                  <a:cubicBezTo>
                    <a:pt x="57" y="102"/>
                    <a:pt x="58" y="102"/>
                    <a:pt x="58" y="102"/>
                  </a:cubicBezTo>
                  <a:cubicBezTo>
                    <a:pt x="58" y="103"/>
                    <a:pt x="57" y="104"/>
                    <a:pt x="58" y="104"/>
                  </a:cubicBezTo>
                  <a:cubicBezTo>
                    <a:pt x="58" y="104"/>
                    <a:pt x="58" y="105"/>
                    <a:pt x="59" y="105"/>
                  </a:cubicBezTo>
                  <a:cubicBezTo>
                    <a:pt x="59" y="105"/>
                    <a:pt x="61" y="104"/>
                    <a:pt x="61" y="104"/>
                  </a:cubicBezTo>
                  <a:cubicBezTo>
                    <a:pt x="61" y="104"/>
                    <a:pt x="61" y="102"/>
                    <a:pt x="62" y="102"/>
                  </a:cubicBezTo>
                  <a:cubicBezTo>
                    <a:pt x="62" y="102"/>
                    <a:pt x="64" y="101"/>
                    <a:pt x="64" y="101"/>
                  </a:cubicBezTo>
                  <a:cubicBezTo>
                    <a:pt x="65" y="101"/>
                    <a:pt x="67" y="101"/>
                    <a:pt x="68" y="100"/>
                  </a:cubicBezTo>
                  <a:cubicBezTo>
                    <a:pt x="69" y="100"/>
                    <a:pt x="70" y="99"/>
                    <a:pt x="70" y="99"/>
                  </a:cubicBezTo>
                  <a:cubicBezTo>
                    <a:pt x="71" y="99"/>
                    <a:pt x="71" y="98"/>
                    <a:pt x="72" y="98"/>
                  </a:cubicBezTo>
                  <a:cubicBezTo>
                    <a:pt x="72" y="98"/>
                    <a:pt x="73" y="98"/>
                    <a:pt x="74" y="98"/>
                  </a:cubicBezTo>
                  <a:cubicBezTo>
                    <a:pt x="74" y="98"/>
                    <a:pt x="75" y="98"/>
                    <a:pt x="76" y="98"/>
                  </a:cubicBezTo>
                  <a:cubicBezTo>
                    <a:pt x="76" y="98"/>
                    <a:pt x="77" y="97"/>
                    <a:pt x="77" y="97"/>
                  </a:cubicBezTo>
                  <a:cubicBezTo>
                    <a:pt x="78" y="97"/>
                    <a:pt x="78" y="96"/>
                    <a:pt x="77" y="96"/>
                  </a:cubicBezTo>
                  <a:cubicBezTo>
                    <a:pt x="77" y="95"/>
                    <a:pt x="76" y="95"/>
                    <a:pt x="76" y="94"/>
                  </a:cubicBezTo>
                  <a:cubicBezTo>
                    <a:pt x="76" y="94"/>
                    <a:pt x="76" y="92"/>
                    <a:pt x="76" y="92"/>
                  </a:cubicBezTo>
                  <a:cubicBezTo>
                    <a:pt x="76" y="91"/>
                    <a:pt x="74" y="91"/>
                    <a:pt x="74" y="90"/>
                  </a:cubicBezTo>
                  <a:cubicBezTo>
                    <a:pt x="73" y="89"/>
                    <a:pt x="73" y="88"/>
                    <a:pt x="73" y="88"/>
                  </a:cubicBezTo>
                  <a:cubicBezTo>
                    <a:pt x="73" y="87"/>
                    <a:pt x="74" y="85"/>
                    <a:pt x="74" y="85"/>
                  </a:cubicBezTo>
                  <a:cubicBezTo>
                    <a:pt x="74" y="84"/>
                    <a:pt x="74" y="82"/>
                    <a:pt x="75" y="81"/>
                  </a:cubicBezTo>
                  <a:cubicBezTo>
                    <a:pt x="75" y="81"/>
                    <a:pt x="76" y="80"/>
                    <a:pt x="76" y="79"/>
                  </a:cubicBezTo>
                  <a:cubicBezTo>
                    <a:pt x="77" y="78"/>
                    <a:pt x="78" y="77"/>
                    <a:pt x="79" y="76"/>
                  </a:cubicBezTo>
                  <a:cubicBezTo>
                    <a:pt x="80" y="76"/>
                    <a:pt x="83" y="76"/>
                    <a:pt x="84" y="76"/>
                  </a:cubicBezTo>
                  <a:cubicBezTo>
                    <a:pt x="84" y="75"/>
                    <a:pt x="85" y="74"/>
                    <a:pt x="86" y="74"/>
                  </a:cubicBezTo>
                  <a:cubicBezTo>
                    <a:pt x="87" y="74"/>
                    <a:pt x="88" y="74"/>
                    <a:pt x="89" y="74"/>
                  </a:cubicBezTo>
                  <a:cubicBezTo>
                    <a:pt x="89" y="74"/>
                    <a:pt x="90" y="75"/>
                    <a:pt x="91" y="75"/>
                  </a:cubicBezTo>
                  <a:cubicBezTo>
                    <a:pt x="92" y="75"/>
                    <a:pt x="94" y="75"/>
                    <a:pt x="95" y="75"/>
                  </a:cubicBezTo>
                  <a:cubicBezTo>
                    <a:pt x="96" y="75"/>
                    <a:pt x="98" y="74"/>
                    <a:pt x="98" y="73"/>
                  </a:cubicBezTo>
                  <a:cubicBezTo>
                    <a:pt x="99" y="73"/>
                    <a:pt x="99" y="71"/>
                    <a:pt x="99" y="70"/>
                  </a:cubicBezTo>
                  <a:cubicBezTo>
                    <a:pt x="99" y="70"/>
                    <a:pt x="99" y="69"/>
                    <a:pt x="100" y="68"/>
                  </a:cubicBezTo>
                  <a:cubicBezTo>
                    <a:pt x="100" y="68"/>
                    <a:pt x="100" y="68"/>
                    <a:pt x="100" y="68"/>
                  </a:cubicBezTo>
                  <a:cubicBezTo>
                    <a:pt x="101" y="69"/>
                    <a:pt x="102" y="69"/>
                    <a:pt x="102" y="69"/>
                  </a:cubicBezTo>
                  <a:cubicBezTo>
                    <a:pt x="102" y="69"/>
                    <a:pt x="102" y="71"/>
                    <a:pt x="102" y="71"/>
                  </a:cubicBezTo>
                  <a:cubicBezTo>
                    <a:pt x="102" y="72"/>
                    <a:pt x="102" y="73"/>
                    <a:pt x="102" y="74"/>
                  </a:cubicBezTo>
                  <a:cubicBezTo>
                    <a:pt x="102" y="74"/>
                    <a:pt x="103" y="75"/>
                    <a:pt x="104" y="75"/>
                  </a:cubicBezTo>
                  <a:cubicBezTo>
                    <a:pt x="104" y="75"/>
                    <a:pt x="105" y="74"/>
                    <a:pt x="105" y="74"/>
                  </a:cubicBezTo>
                  <a:cubicBezTo>
                    <a:pt x="106" y="73"/>
                    <a:pt x="106" y="72"/>
                    <a:pt x="106" y="71"/>
                  </a:cubicBezTo>
                  <a:cubicBezTo>
                    <a:pt x="106" y="71"/>
                    <a:pt x="106" y="69"/>
                    <a:pt x="106" y="69"/>
                  </a:cubicBezTo>
                  <a:cubicBezTo>
                    <a:pt x="107" y="68"/>
                    <a:pt x="108" y="67"/>
                    <a:pt x="108" y="67"/>
                  </a:cubicBezTo>
                  <a:cubicBezTo>
                    <a:pt x="109" y="66"/>
                    <a:pt x="110" y="65"/>
                    <a:pt x="110" y="65"/>
                  </a:cubicBezTo>
                  <a:cubicBezTo>
                    <a:pt x="110" y="64"/>
                    <a:pt x="111" y="62"/>
                    <a:pt x="111" y="60"/>
                  </a:cubicBezTo>
                  <a:cubicBezTo>
                    <a:pt x="111" y="60"/>
                    <a:pt x="111" y="58"/>
                    <a:pt x="111" y="57"/>
                  </a:cubicBezTo>
                  <a:cubicBezTo>
                    <a:pt x="111" y="57"/>
                    <a:pt x="112" y="55"/>
                    <a:pt x="112" y="54"/>
                  </a:cubicBezTo>
                  <a:cubicBezTo>
                    <a:pt x="112" y="54"/>
                    <a:pt x="111" y="52"/>
                    <a:pt x="112" y="51"/>
                  </a:cubicBezTo>
                  <a:cubicBezTo>
                    <a:pt x="112" y="50"/>
                    <a:pt x="113" y="48"/>
                    <a:pt x="113" y="48"/>
                  </a:cubicBezTo>
                  <a:cubicBezTo>
                    <a:pt x="113" y="47"/>
                    <a:pt x="114" y="46"/>
                    <a:pt x="114" y="46"/>
                  </a:cubicBezTo>
                  <a:cubicBezTo>
                    <a:pt x="115" y="45"/>
                    <a:pt x="115" y="44"/>
                    <a:pt x="115" y="44"/>
                  </a:cubicBezTo>
                  <a:cubicBezTo>
                    <a:pt x="116" y="44"/>
                    <a:pt x="118" y="43"/>
                    <a:pt x="118" y="43"/>
                  </a:cubicBezTo>
                  <a:cubicBezTo>
                    <a:pt x="119" y="42"/>
                    <a:pt x="119" y="41"/>
                    <a:pt x="120" y="41"/>
                  </a:cubicBezTo>
                  <a:cubicBezTo>
                    <a:pt x="120" y="40"/>
                    <a:pt x="120" y="39"/>
                    <a:pt x="120" y="38"/>
                  </a:cubicBezTo>
                  <a:cubicBezTo>
                    <a:pt x="121" y="38"/>
                    <a:pt x="122" y="37"/>
                    <a:pt x="123" y="37"/>
                  </a:cubicBezTo>
                  <a:cubicBezTo>
                    <a:pt x="123" y="37"/>
                    <a:pt x="125" y="37"/>
                    <a:pt x="126" y="37"/>
                  </a:cubicBezTo>
                  <a:cubicBezTo>
                    <a:pt x="126" y="37"/>
                    <a:pt x="127" y="37"/>
                    <a:pt x="128" y="37"/>
                  </a:cubicBezTo>
                  <a:cubicBezTo>
                    <a:pt x="128" y="36"/>
                    <a:pt x="129" y="35"/>
                    <a:pt x="130" y="35"/>
                  </a:cubicBezTo>
                  <a:cubicBezTo>
                    <a:pt x="130" y="34"/>
                    <a:pt x="131" y="34"/>
                    <a:pt x="131" y="34"/>
                  </a:cubicBezTo>
                  <a:cubicBezTo>
                    <a:pt x="131" y="34"/>
                    <a:pt x="132" y="34"/>
                    <a:pt x="132" y="35"/>
                  </a:cubicBezTo>
                  <a:cubicBezTo>
                    <a:pt x="133" y="35"/>
                    <a:pt x="134" y="36"/>
                    <a:pt x="134" y="37"/>
                  </a:cubicBezTo>
                  <a:cubicBezTo>
                    <a:pt x="135" y="38"/>
                    <a:pt x="136" y="39"/>
                    <a:pt x="136" y="40"/>
                  </a:cubicBezTo>
                  <a:cubicBezTo>
                    <a:pt x="137" y="40"/>
                    <a:pt x="138" y="41"/>
                    <a:pt x="138" y="41"/>
                  </a:cubicBezTo>
                  <a:cubicBezTo>
                    <a:pt x="139" y="42"/>
                    <a:pt x="139" y="41"/>
                    <a:pt x="140" y="41"/>
                  </a:cubicBezTo>
                  <a:cubicBezTo>
                    <a:pt x="140" y="41"/>
                    <a:pt x="141" y="40"/>
                    <a:pt x="142" y="40"/>
                  </a:cubicBezTo>
                  <a:cubicBezTo>
                    <a:pt x="142" y="39"/>
                    <a:pt x="142" y="39"/>
                    <a:pt x="142" y="38"/>
                  </a:cubicBezTo>
                  <a:cubicBezTo>
                    <a:pt x="143" y="38"/>
                    <a:pt x="143" y="37"/>
                    <a:pt x="143" y="36"/>
                  </a:cubicBezTo>
                  <a:cubicBezTo>
                    <a:pt x="143" y="36"/>
                    <a:pt x="143" y="34"/>
                    <a:pt x="143" y="34"/>
                  </a:cubicBezTo>
                  <a:cubicBezTo>
                    <a:pt x="143" y="33"/>
                    <a:pt x="144" y="33"/>
                    <a:pt x="145" y="32"/>
                  </a:cubicBezTo>
                  <a:cubicBezTo>
                    <a:pt x="145" y="32"/>
                    <a:pt x="145" y="31"/>
                    <a:pt x="145" y="31"/>
                  </a:cubicBezTo>
                  <a:cubicBezTo>
                    <a:pt x="145" y="30"/>
                    <a:pt x="145" y="29"/>
                    <a:pt x="146" y="28"/>
                  </a:cubicBezTo>
                  <a:cubicBezTo>
                    <a:pt x="146" y="28"/>
                    <a:pt x="147" y="27"/>
                    <a:pt x="147" y="26"/>
                  </a:cubicBezTo>
                  <a:cubicBezTo>
                    <a:pt x="148" y="25"/>
                    <a:pt x="146" y="24"/>
                    <a:pt x="146" y="23"/>
                  </a:cubicBezTo>
                  <a:cubicBezTo>
                    <a:pt x="146" y="22"/>
                    <a:pt x="146" y="21"/>
                    <a:pt x="146" y="20"/>
                  </a:cubicBezTo>
                  <a:cubicBezTo>
                    <a:pt x="146" y="19"/>
                    <a:pt x="146" y="18"/>
                    <a:pt x="146" y="17"/>
                  </a:cubicBezTo>
                  <a:cubicBezTo>
                    <a:pt x="146" y="16"/>
                    <a:pt x="147" y="15"/>
                    <a:pt x="147" y="14"/>
                  </a:cubicBezTo>
                  <a:cubicBezTo>
                    <a:pt x="148" y="14"/>
                    <a:pt x="149" y="12"/>
                    <a:pt x="150" y="12"/>
                  </a:cubicBezTo>
                  <a:cubicBezTo>
                    <a:pt x="151" y="11"/>
                    <a:pt x="153" y="10"/>
                    <a:pt x="154" y="10"/>
                  </a:cubicBezTo>
                  <a:cubicBezTo>
                    <a:pt x="155" y="9"/>
                    <a:pt x="156" y="8"/>
                    <a:pt x="157" y="8"/>
                  </a:cubicBezTo>
                  <a:cubicBezTo>
                    <a:pt x="158" y="8"/>
                    <a:pt x="159" y="7"/>
                    <a:pt x="159" y="7"/>
                  </a:cubicBezTo>
                  <a:cubicBezTo>
                    <a:pt x="159" y="7"/>
                    <a:pt x="160" y="6"/>
                    <a:pt x="159" y="5"/>
                  </a:cubicBezTo>
                  <a:cubicBezTo>
                    <a:pt x="159" y="5"/>
                    <a:pt x="158" y="5"/>
                    <a:pt x="158" y="4"/>
                  </a:cubicBezTo>
                  <a:cubicBezTo>
                    <a:pt x="158" y="4"/>
                    <a:pt x="157" y="3"/>
                    <a:pt x="157" y="3"/>
                  </a:cubicBezTo>
                  <a:cubicBezTo>
                    <a:pt x="157" y="3"/>
                    <a:pt x="158" y="2"/>
                    <a:pt x="158" y="1"/>
                  </a:cubicBezTo>
                  <a:cubicBezTo>
                    <a:pt x="159" y="1"/>
                    <a:pt x="160" y="1"/>
                    <a:pt x="161" y="1"/>
                  </a:cubicBezTo>
                  <a:cubicBezTo>
                    <a:pt x="161" y="1"/>
                    <a:pt x="161" y="0"/>
                    <a:pt x="162" y="0"/>
                  </a:cubicBezTo>
                  <a:cubicBezTo>
                    <a:pt x="162" y="0"/>
                    <a:pt x="162" y="0"/>
                    <a:pt x="162" y="0"/>
                  </a:cubicBezTo>
                  <a:cubicBezTo>
                    <a:pt x="162" y="1"/>
                    <a:pt x="163" y="2"/>
                    <a:pt x="163" y="2"/>
                  </a:cubicBezTo>
                  <a:cubicBezTo>
                    <a:pt x="164" y="2"/>
                    <a:pt x="165" y="2"/>
                    <a:pt x="166" y="2"/>
                  </a:cubicBezTo>
                  <a:cubicBezTo>
                    <a:pt x="166" y="2"/>
                    <a:pt x="168" y="2"/>
                    <a:pt x="169" y="1"/>
                  </a:cubicBezTo>
                  <a:cubicBezTo>
                    <a:pt x="170" y="1"/>
                    <a:pt x="173" y="2"/>
                    <a:pt x="174" y="2"/>
                  </a:cubicBezTo>
                  <a:cubicBezTo>
                    <a:pt x="175" y="2"/>
                    <a:pt x="176" y="2"/>
                    <a:pt x="177" y="3"/>
                  </a:cubicBezTo>
                  <a:cubicBezTo>
                    <a:pt x="177" y="3"/>
                    <a:pt x="178" y="4"/>
                    <a:pt x="179" y="5"/>
                  </a:cubicBezTo>
                  <a:cubicBezTo>
                    <a:pt x="179" y="5"/>
                    <a:pt x="181" y="6"/>
                    <a:pt x="181" y="5"/>
                  </a:cubicBezTo>
                  <a:cubicBezTo>
                    <a:pt x="181" y="5"/>
                    <a:pt x="181" y="5"/>
                    <a:pt x="181" y="4"/>
                  </a:cubicBezTo>
                  <a:cubicBezTo>
                    <a:pt x="181" y="4"/>
                    <a:pt x="182" y="4"/>
                    <a:pt x="182" y="4"/>
                  </a:cubicBezTo>
                  <a:cubicBezTo>
                    <a:pt x="183" y="4"/>
                    <a:pt x="183" y="5"/>
                    <a:pt x="183" y="6"/>
                  </a:cubicBezTo>
                  <a:cubicBezTo>
                    <a:pt x="184" y="7"/>
                    <a:pt x="185" y="9"/>
                    <a:pt x="186" y="10"/>
                  </a:cubicBezTo>
                  <a:cubicBezTo>
                    <a:pt x="187" y="10"/>
                    <a:pt x="188" y="11"/>
                    <a:pt x="189" y="12"/>
                  </a:cubicBezTo>
                  <a:cubicBezTo>
                    <a:pt x="190" y="12"/>
                    <a:pt x="191" y="12"/>
                    <a:pt x="192" y="12"/>
                  </a:cubicBezTo>
                  <a:cubicBezTo>
                    <a:pt x="192" y="12"/>
                    <a:pt x="193" y="12"/>
                    <a:pt x="194" y="13"/>
                  </a:cubicBezTo>
                  <a:cubicBezTo>
                    <a:pt x="194" y="13"/>
                    <a:pt x="195" y="13"/>
                    <a:pt x="195" y="14"/>
                  </a:cubicBezTo>
                  <a:cubicBezTo>
                    <a:pt x="195" y="14"/>
                    <a:pt x="194" y="15"/>
                    <a:pt x="194" y="16"/>
                  </a:cubicBezTo>
                  <a:cubicBezTo>
                    <a:pt x="194" y="16"/>
                    <a:pt x="194" y="17"/>
                    <a:pt x="194" y="18"/>
                  </a:cubicBezTo>
                  <a:cubicBezTo>
                    <a:pt x="194" y="19"/>
                    <a:pt x="195" y="20"/>
                    <a:pt x="195" y="21"/>
                  </a:cubicBezTo>
                  <a:cubicBezTo>
                    <a:pt x="195" y="21"/>
                    <a:pt x="196" y="22"/>
                    <a:pt x="196" y="23"/>
                  </a:cubicBezTo>
                  <a:cubicBezTo>
                    <a:pt x="196" y="23"/>
                    <a:pt x="196" y="25"/>
                    <a:pt x="196" y="26"/>
                  </a:cubicBezTo>
                  <a:cubicBezTo>
                    <a:pt x="196" y="27"/>
                    <a:pt x="196" y="28"/>
                    <a:pt x="196" y="29"/>
                  </a:cubicBezTo>
                  <a:cubicBezTo>
                    <a:pt x="196" y="30"/>
                    <a:pt x="196" y="30"/>
                    <a:pt x="196" y="31"/>
                  </a:cubicBezTo>
                  <a:cubicBezTo>
                    <a:pt x="197" y="31"/>
                    <a:pt x="198" y="32"/>
                    <a:pt x="199" y="33"/>
                  </a:cubicBezTo>
                  <a:cubicBezTo>
                    <a:pt x="199" y="33"/>
                    <a:pt x="200" y="35"/>
                    <a:pt x="201" y="36"/>
                  </a:cubicBezTo>
                  <a:cubicBezTo>
                    <a:pt x="201" y="37"/>
                    <a:pt x="201" y="39"/>
                    <a:pt x="201" y="39"/>
                  </a:cubicBezTo>
                  <a:cubicBezTo>
                    <a:pt x="202" y="40"/>
                    <a:pt x="203" y="40"/>
                    <a:pt x="204" y="40"/>
                  </a:cubicBezTo>
                  <a:cubicBezTo>
                    <a:pt x="204" y="40"/>
                    <a:pt x="205" y="41"/>
                    <a:pt x="206" y="41"/>
                  </a:cubicBezTo>
                  <a:cubicBezTo>
                    <a:pt x="207" y="41"/>
                    <a:pt x="208" y="41"/>
                    <a:pt x="208" y="41"/>
                  </a:cubicBezTo>
                  <a:cubicBezTo>
                    <a:pt x="209" y="41"/>
                    <a:pt x="209" y="40"/>
                    <a:pt x="210" y="39"/>
                  </a:cubicBezTo>
                  <a:cubicBezTo>
                    <a:pt x="210" y="39"/>
                    <a:pt x="210" y="38"/>
                    <a:pt x="210" y="37"/>
                  </a:cubicBezTo>
                  <a:cubicBezTo>
                    <a:pt x="210" y="37"/>
                    <a:pt x="210" y="36"/>
                    <a:pt x="210" y="35"/>
                  </a:cubicBezTo>
                  <a:cubicBezTo>
                    <a:pt x="210" y="35"/>
                    <a:pt x="211" y="34"/>
                    <a:pt x="212" y="34"/>
                  </a:cubicBezTo>
                  <a:cubicBezTo>
                    <a:pt x="212" y="34"/>
                    <a:pt x="213" y="34"/>
                    <a:pt x="213" y="34"/>
                  </a:cubicBezTo>
                  <a:cubicBezTo>
                    <a:pt x="214" y="34"/>
                    <a:pt x="215" y="35"/>
                    <a:pt x="215" y="35"/>
                  </a:cubicBezTo>
                  <a:cubicBezTo>
                    <a:pt x="215" y="35"/>
                    <a:pt x="215" y="34"/>
                    <a:pt x="216" y="33"/>
                  </a:cubicBezTo>
                  <a:cubicBezTo>
                    <a:pt x="216" y="33"/>
                    <a:pt x="216" y="32"/>
                    <a:pt x="216" y="32"/>
                  </a:cubicBezTo>
                  <a:cubicBezTo>
                    <a:pt x="216" y="31"/>
                    <a:pt x="216" y="30"/>
                    <a:pt x="216" y="30"/>
                  </a:cubicBezTo>
                  <a:cubicBezTo>
                    <a:pt x="216" y="29"/>
                    <a:pt x="216" y="29"/>
                    <a:pt x="216" y="29"/>
                  </a:cubicBezTo>
                  <a:cubicBezTo>
                    <a:pt x="216" y="28"/>
                    <a:pt x="217" y="28"/>
                    <a:pt x="218" y="28"/>
                  </a:cubicBezTo>
                  <a:cubicBezTo>
                    <a:pt x="218" y="28"/>
                    <a:pt x="218" y="26"/>
                    <a:pt x="218" y="26"/>
                  </a:cubicBezTo>
                  <a:cubicBezTo>
                    <a:pt x="218" y="25"/>
                    <a:pt x="218" y="24"/>
                    <a:pt x="218" y="23"/>
                  </a:cubicBezTo>
                  <a:cubicBezTo>
                    <a:pt x="218" y="23"/>
                    <a:pt x="217" y="22"/>
                    <a:pt x="217" y="22"/>
                  </a:cubicBezTo>
                  <a:cubicBezTo>
                    <a:pt x="217" y="21"/>
                    <a:pt x="217" y="20"/>
                    <a:pt x="217" y="20"/>
                  </a:cubicBezTo>
                  <a:cubicBezTo>
                    <a:pt x="217" y="20"/>
                    <a:pt x="218" y="19"/>
                    <a:pt x="219" y="19"/>
                  </a:cubicBezTo>
                  <a:cubicBezTo>
                    <a:pt x="219" y="18"/>
                    <a:pt x="221" y="18"/>
                    <a:pt x="221" y="18"/>
                  </a:cubicBezTo>
                  <a:cubicBezTo>
                    <a:pt x="221" y="17"/>
                    <a:pt x="222" y="17"/>
                    <a:pt x="222" y="16"/>
                  </a:cubicBezTo>
                  <a:cubicBezTo>
                    <a:pt x="222" y="16"/>
                    <a:pt x="223" y="15"/>
                    <a:pt x="224" y="15"/>
                  </a:cubicBezTo>
                  <a:cubicBezTo>
                    <a:pt x="224" y="14"/>
                    <a:pt x="225" y="14"/>
                    <a:pt x="225" y="13"/>
                  </a:cubicBezTo>
                  <a:cubicBezTo>
                    <a:pt x="226" y="14"/>
                    <a:pt x="226" y="14"/>
                    <a:pt x="226" y="14"/>
                  </a:cubicBezTo>
                  <a:cubicBezTo>
                    <a:pt x="227" y="15"/>
                    <a:pt x="229" y="14"/>
                    <a:pt x="230" y="14"/>
                  </a:cubicBezTo>
                  <a:cubicBezTo>
                    <a:pt x="231" y="14"/>
                    <a:pt x="233" y="14"/>
                    <a:pt x="235" y="14"/>
                  </a:cubicBezTo>
                  <a:cubicBezTo>
                    <a:pt x="236" y="14"/>
                    <a:pt x="238" y="14"/>
                    <a:pt x="240" y="14"/>
                  </a:cubicBezTo>
                  <a:cubicBezTo>
                    <a:pt x="241" y="14"/>
                    <a:pt x="243" y="13"/>
                    <a:pt x="244" y="12"/>
                  </a:cubicBezTo>
                  <a:cubicBezTo>
                    <a:pt x="244" y="12"/>
                    <a:pt x="246" y="11"/>
                    <a:pt x="247" y="11"/>
                  </a:cubicBezTo>
                  <a:cubicBezTo>
                    <a:pt x="248" y="10"/>
                    <a:pt x="249" y="7"/>
                    <a:pt x="250" y="7"/>
                  </a:cubicBezTo>
                  <a:cubicBezTo>
                    <a:pt x="250" y="6"/>
                    <a:pt x="251" y="5"/>
                    <a:pt x="251" y="5"/>
                  </a:cubicBezTo>
                  <a:cubicBezTo>
                    <a:pt x="252" y="5"/>
                    <a:pt x="253" y="5"/>
                    <a:pt x="253" y="6"/>
                  </a:cubicBezTo>
                  <a:cubicBezTo>
                    <a:pt x="254" y="6"/>
                    <a:pt x="254" y="7"/>
                    <a:pt x="255" y="7"/>
                  </a:cubicBezTo>
                  <a:cubicBezTo>
                    <a:pt x="255" y="8"/>
                    <a:pt x="256" y="8"/>
                    <a:pt x="257" y="8"/>
                  </a:cubicBezTo>
                  <a:cubicBezTo>
                    <a:pt x="257" y="8"/>
                    <a:pt x="258" y="8"/>
                    <a:pt x="259" y="8"/>
                  </a:cubicBezTo>
                  <a:cubicBezTo>
                    <a:pt x="259" y="8"/>
                    <a:pt x="261" y="9"/>
                    <a:pt x="261" y="9"/>
                  </a:cubicBezTo>
                  <a:cubicBezTo>
                    <a:pt x="261" y="10"/>
                    <a:pt x="260" y="10"/>
                    <a:pt x="260" y="10"/>
                  </a:cubicBezTo>
                  <a:cubicBezTo>
                    <a:pt x="260" y="11"/>
                    <a:pt x="261" y="12"/>
                    <a:pt x="261" y="12"/>
                  </a:cubicBezTo>
                  <a:cubicBezTo>
                    <a:pt x="260" y="12"/>
                    <a:pt x="259" y="13"/>
                    <a:pt x="259" y="13"/>
                  </a:cubicBezTo>
                  <a:cubicBezTo>
                    <a:pt x="258" y="13"/>
                    <a:pt x="257" y="15"/>
                    <a:pt x="256" y="15"/>
                  </a:cubicBezTo>
                  <a:cubicBezTo>
                    <a:pt x="256" y="16"/>
                    <a:pt x="254" y="16"/>
                    <a:pt x="254" y="17"/>
                  </a:cubicBezTo>
                  <a:cubicBezTo>
                    <a:pt x="254" y="17"/>
                    <a:pt x="254" y="19"/>
                    <a:pt x="254" y="19"/>
                  </a:cubicBezTo>
                  <a:cubicBezTo>
                    <a:pt x="253" y="20"/>
                    <a:pt x="251" y="20"/>
                    <a:pt x="251" y="20"/>
                  </a:cubicBezTo>
                  <a:cubicBezTo>
                    <a:pt x="250" y="21"/>
                    <a:pt x="251" y="22"/>
                    <a:pt x="251" y="23"/>
                  </a:cubicBezTo>
                  <a:cubicBezTo>
                    <a:pt x="251" y="24"/>
                    <a:pt x="251" y="25"/>
                    <a:pt x="251" y="25"/>
                  </a:cubicBezTo>
                  <a:cubicBezTo>
                    <a:pt x="251" y="26"/>
                    <a:pt x="251" y="26"/>
                    <a:pt x="251" y="27"/>
                  </a:cubicBezTo>
                  <a:cubicBezTo>
                    <a:pt x="251" y="28"/>
                    <a:pt x="252" y="29"/>
                    <a:pt x="252" y="29"/>
                  </a:cubicBezTo>
                  <a:cubicBezTo>
                    <a:pt x="253" y="29"/>
                    <a:pt x="254" y="29"/>
                    <a:pt x="254" y="29"/>
                  </a:cubicBezTo>
                  <a:cubicBezTo>
                    <a:pt x="255" y="29"/>
                    <a:pt x="255" y="28"/>
                    <a:pt x="256" y="27"/>
                  </a:cubicBezTo>
                  <a:cubicBezTo>
                    <a:pt x="256" y="27"/>
                    <a:pt x="257" y="26"/>
                    <a:pt x="258" y="25"/>
                  </a:cubicBezTo>
                  <a:cubicBezTo>
                    <a:pt x="258" y="25"/>
                    <a:pt x="260" y="24"/>
                    <a:pt x="260" y="24"/>
                  </a:cubicBezTo>
                  <a:cubicBezTo>
                    <a:pt x="261" y="23"/>
                    <a:pt x="261" y="22"/>
                    <a:pt x="262" y="22"/>
                  </a:cubicBezTo>
                  <a:cubicBezTo>
                    <a:pt x="263" y="22"/>
                    <a:pt x="264" y="23"/>
                    <a:pt x="265" y="23"/>
                  </a:cubicBezTo>
                  <a:cubicBezTo>
                    <a:pt x="266" y="24"/>
                    <a:pt x="266" y="24"/>
                    <a:pt x="267" y="25"/>
                  </a:cubicBezTo>
                  <a:cubicBezTo>
                    <a:pt x="267" y="25"/>
                    <a:pt x="269" y="25"/>
                    <a:pt x="269" y="25"/>
                  </a:cubicBezTo>
                  <a:cubicBezTo>
                    <a:pt x="270" y="25"/>
                    <a:pt x="270" y="26"/>
                    <a:pt x="271" y="26"/>
                  </a:cubicBezTo>
                  <a:cubicBezTo>
                    <a:pt x="271" y="26"/>
                    <a:pt x="272" y="26"/>
                    <a:pt x="273" y="26"/>
                  </a:cubicBezTo>
                  <a:cubicBezTo>
                    <a:pt x="273" y="25"/>
                    <a:pt x="273" y="24"/>
                    <a:pt x="274" y="24"/>
                  </a:cubicBezTo>
                  <a:cubicBezTo>
                    <a:pt x="274" y="24"/>
                    <a:pt x="276" y="24"/>
                    <a:pt x="277" y="24"/>
                  </a:cubicBezTo>
                  <a:cubicBezTo>
                    <a:pt x="277" y="24"/>
                    <a:pt x="278" y="25"/>
                    <a:pt x="278" y="25"/>
                  </a:cubicBezTo>
                  <a:cubicBezTo>
                    <a:pt x="278" y="26"/>
                    <a:pt x="278" y="27"/>
                    <a:pt x="278" y="27"/>
                  </a:cubicBezTo>
                  <a:cubicBezTo>
                    <a:pt x="278" y="28"/>
                    <a:pt x="278" y="29"/>
                    <a:pt x="278" y="29"/>
                  </a:cubicBezTo>
                  <a:cubicBezTo>
                    <a:pt x="278" y="29"/>
                    <a:pt x="279" y="30"/>
                    <a:pt x="279" y="31"/>
                  </a:cubicBezTo>
                  <a:cubicBezTo>
                    <a:pt x="279" y="31"/>
                    <a:pt x="280" y="31"/>
                    <a:pt x="281" y="31"/>
                  </a:cubicBezTo>
                  <a:cubicBezTo>
                    <a:pt x="281" y="32"/>
                    <a:pt x="281" y="33"/>
                    <a:pt x="281" y="34"/>
                  </a:cubicBezTo>
                  <a:cubicBezTo>
                    <a:pt x="282" y="34"/>
                    <a:pt x="282" y="35"/>
                    <a:pt x="282" y="35"/>
                  </a:cubicBezTo>
                  <a:cubicBezTo>
                    <a:pt x="283" y="35"/>
                    <a:pt x="284" y="35"/>
                    <a:pt x="285" y="35"/>
                  </a:cubicBezTo>
                  <a:cubicBezTo>
                    <a:pt x="285" y="35"/>
                    <a:pt x="285" y="37"/>
                    <a:pt x="286" y="37"/>
                  </a:cubicBezTo>
                  <a:cubicBezTo>
                    <a:pt x="286" y="38"/>
                    <a:pt x="287" y="38"/>
                    <a:pt x="287" y="39"/>
                  </a:cubicBezTo>
                  <a:cubicBezTo>
                    <a:pt x="288" y="39"/>
                    <a:pt x="288" y="40"/>
                    <a:pt x="288" y="41"/>
                  </a:cubicBezTo>
                  <a:cubicBezTo>
                    <a:pt x="288" y="42"/>
                    <a:pt x="287" y="43"/>
                    <a:pt x="287" y="43"/>
                  </a:cubicBezTo>
                  <a:cubicBezTo>
                    <a:pt x="287" y="44"/>
                    <a:pt x="288" y="45"/>
                    <a:pt x="288" y="45"/>
                  </a:cubicBezTo>
                  <a:cubicBezTo>
                    <a:pt x="289" y="46"/>
                    <a:pt x="290" y="45"/>
                    <a:pt x="290" y="45"/>
                  </a:cubicBezTo>
                  <a:cubicBezTo>
                    <a:pt x="290" y="45"/>
                    <a:pt x="290" y="44"/>
                    <a:pt x="291" y="44"/>
                  </a:cubicBezTo>
                  <a:cubicBezTo>
                    <a:pt x="291" y="43"/>
                    <a:pt x="292" y="43"/>
                    <a:pt x="292" y="44"/>
                  </a:cubicBezTo>
                  <a:cubicBezTo>
                    <a:pt x="292" y="44"/>
                    <a:pt x="292" y="45"/>
                    <a:pt x="292" y="46"/>
                  </a:cubicBezTo>
                  <a:cubicBezTo>
                    <a:pt x="293" y="46"/>
                    <a:pt x="294" y="47"/>
                    <a:pt x="294" y="46"/>
                  </a:cubicBezTo>
                  <a:cubicBezTo>
                    <a:pt x="295" y="46"/>
                    <a:pt x="295" y="45"/>
                    <a:pt x="296" y="45"/>
                  </a:cubicBezTo>
                  <a:cubicBezTo>
                    <a:pt x="296" y="44"/>
                    <a:pt x="295" y="44"/>
                    <a:pt x="296" y="43"/>
                  </a:cubicBezTo>
                  <a:cubicBezTo>
                    <a:pt x="296" y="43"/>
                    <a:pt x="297" y="43"/>
                    <a:pt x="298" y="43"/>
                  </a:cubicBezTo>
                  <a:cubicBezTo>
                    <a:pt x="298" y="43"/>
                    <a:pt x="299" y="42"/>
                    <a:pt x="299" y="42"/>
                  </a:cubicBezTo>
                  <a:cubicBezTo>
                    <a:pt x="299" y="43"/>
                    <a:pt x="300" y="44"/>
                    <a:pt x="300" y="44"/>
                  </a:cubicBezTo>
                  <a:cubicBezTo>
                    <a:pt x="301" y="44"/>
                    <a:pt x="302" y="44"/>
                    <a:pt x="303" y="44"/>
                  </a:cubicBezTo>
                  <a:cubicBezTo>
                    <a:pt x="303" y="44"/>
                    <a:pt x="304" y="42"/>
                    <a:pt x="304" y="42"/>
                  </a:cubicBezTo>
                  <a:cubicBezTo>
                    <a:pt x="305" y="43"/>
                    <a:pt x="306" y="44"/>
                    <a:pt x="306" y="45"/>
                  </a:cubicBezTo>
                  <a:cubicBezTo>
                    <a:pt x="306" y="45"/>
                    <a:pt x="307" y="46"/>
                    <a:pt x="306" y="47"/>
                  </a:cubicBezTo>
                  <a:cubicBezTo>
                    <a:pt x="306" y="48"/>
                    <a:pt x="305" y="48"/>
                    <a:pt x="305" y="49"/>
                  </a:cubicBezTo>
                  <a:cubicBezTo>
                    <a:pt x="305" y="50"/>
                    <a:pt x="305" y="51"/>
                    <a:pt x="304" y="51"/>
                  </a:cubicBezTo>
                  <a:cubicBezTo>
                    <a:pt x="304" y="52"/>
                    <a:pt x="303" y="53"/>
                    <a:pt x="303" y="54"/>
                  </a:cubicBezTo>
                  <a:cubicBezTo>
                    <a:pt x="303" y="54"/>
                    <a:pt x="303" y="55"/>
                    <a:pt x="304" y="56"/>
                  </a:cubicBezTo>
                  <a:cubicBezTo>
                    <a:pt x="304" y="56"/>
                    <a:pt x="305" y="56"/>
                    <a:pt x="305" y="56"/>
                  </a:cubicBezTo>
                  <a:cubicBezTo>
                    <a:pt x="306" y="55"/>
                    <a:pt x="307" y="55"/>
                    <a:pt x="308" y="55"/>
                  </a:cubicBezTo>
                  <a:cubicBezTo>
                    <a:pt x="308" y="55"/>
                    <a:pt x="309" y="54"/>
                    <a:pt x="310" y="55"/>
                  </a:cubicBezTo>
                  <a:cubicBezTo>
                    <a:pt x="310" y="55"/>
                    <a:pt x="310" y="56"/>
                    <a:pt x="310" y="56"/>
                  </a:cubicBezTo>
                  <a:cubicBezTo>
                    <a:pt x="310" y="57"/>
                    <a:pt x="309" y="59"/>
                    <a:pt x="308" y="59"/>
                  </a:cubicBezTo>
                  <a:cubicBezTo>
                    <a:pt x="308" y="60"/>
                    <a:pt x="306" y="60"/>
                    <a:pt x="306" y="61"/>
                  </a:cubicBezTo>
                  <a:cubicBezTo>
                    <a:pt x="305" y="61"/>
                    <a:pt x="305" y="62"/>
                    <a:pt x="305" y="63"/>
                  </a:cubicBezTo>
                  <a:cubicBezTo>
                    <a:pt x="305" y="64"/>
                    <a:pt x="304" y="66"/>
                    <a:pt x="304" y="67"/>
                  </a:cubicBezTo>
                  <a:cubicBezTo>
                    <a:pt x="304" y="67"/>
                    <a:pt x="303" y="68"/>
                    <a:pt x="303" y="69"/>
                  </a:cubicBezTo>
                  <a:cubicBezTo>
                    <a:pt x="304" y="70"/>
                    <a:pt x="304" y="71"/>
                    <a:pt x="304" y="71"/>
                  </a:cubicBezTo>
                  <a:cubicBezTo>
                    <a:pt x="305" y="71"/>
                    <a:pt x="306" y="72"/>
                    <a:pt x="307" y="72"/>
                  </a:cubicBezTo>
                  <a:cubicBezTo>
                    <a:pt x="307" y="72"/>
                    <a:pt x="308" y="72"/>
                    <a:pt x="309" y="73"/>
                  </a:cubicBezTo>
                  <a:cubicBezTo>
                    <a:pt x="309" y="73"/>
                    <a:pt x="310" y="74"/>
                    <a:pt x="310" y="74"/>
                  </a:cubicBezTo>
                  <a:cubicBezTo>
                    <a:pt x="311" y="75"/>
                    <a:pt x="311" y="77"/>
                    <a:pt x="311" y="7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3" name="Freeform 162"/>
            <p:cNvSpPr>
              <a:spLocks/>
            </p:cNvSpPr>
            <p:nvPr/>
          </p:nvSpPr>
          <p:spPr bwMode="auto">
            <a:xfrm>
              <a:off x="1644651" y="1978026"/>
              <a:ext cx="93663" cy="82550"/>
            </a:xfrm>
            <a:custGeom>
              <a:avLst/>
              <a:gdLst/>
              <a:ahLst/>
              <a:cxnLst>
                <a:cxn ang="0">
                  <a:pos x="49" y="10"/>
                </a:cxn>
                <a:cxn ang="0">
                  <a:pos x="50" y="11"/>
                </a:cxn>
                <a:cxn ang="0">
                  <a:pos x="49" y="14"/>
                </a:cxn>
                <a:cxn ang="0">
                  <a:pos x="49" y="15"/>
                </a:cxn>
                <a:cxn ang="0">
                  <a:pos x="48" y="15"/>
                </a:cxn>
                <a:cxn ang="0">
                  <a:pos x="46" y="16"/>
                </a:cxn>
                <a:cxn ang="0">
                  <a:pos x="44" y="18"/>
                </a:cxn>
                <a:cxn ang="0">
                  <a:pos x="44" y="21"/>
                </a:cxn>
                <a:cxn ang="0">
                  <a:pos x="43" y="24"/>
                </a:cxn>
                <a:cxn ang="0">
                  <a:pos x="40" y="26"/>
                </a:cxn>
                <a:cxn ang="0">
                  <a:pos x="36" y="27"/>
                </a:cxn>
                <a:cxn ang="0">
                  <a:pos x="31" y="27"/>
                </a:cxn>
                <a:cxn ang="0">
                  <a:pos x="26" y="28"/>
                </a:cxn>
                <a:cxn ang="0">
                  <a:pos x="20" y="31"/>
                </a:cxn>
                <a:cxn ang="0">
                  <a:pos x="16" y="35"/>
                </a:cxn>
                <a:cxn ang="0">
                  <a:pos x="14" y="39"/>
                </a:cxn>
                <a:cxn ang="0">
                  <a:pos x="12" y="41"/>
                </a:cxn>
                <a:cxn ang="0">
                  <a:pos x="11" y="43"/>
                </a:cxn>
                <a:cxn ang="0">
                  <a:pos x="10" y="43"/>
                </a:cxn>
                <a:cxn ang="0">
                  <a:pos x="9" y="43"/>
                </a:cxn>
                <a:cxn ang="0">
                  <a:pos x="8" y="44"/>
                </a:cxn>
                <a:cxn ang="0">
                  <a:pos x="7" y="42"/>
                </a:cxn>
                <a:cxn ang="0">
                  <a:pos x="5" y="40"/>
                </a:cxn>
                <a:cxn ang="0">
                  <a:pos x="4" y="38"/>
                </a:cxn>
                <a:cxn ang="0">
                  <a:pos x="4" y="36"/>
                </a:cxn>
                <a:cxn ang="0">
                  <a:pos x="4" y="35"/>
                </a:cxn>
                <a:cxn ang="0">
                  <a:pos x="5" y="32"/>
                </a:cxn>
                <a:cxn ang="0">
                  <a:pos x="4" y="30"/>
                </a:cxn>
                <a:cxn ang="0">
                  <a:pos x="4" y="28"/>
                </a:cxn>
                <a:cxn ang="0">
                  <a:pos x="5" y="26"/>
                </a:cxn>
                <a:cxn ang="0">
                  <a:pos x="4" y="23"/>
                </a:cxn>
                <a:cxn ang="0">
                  <a:pos x="2" y="21"/>
                </a:cxn>
                <a:cxn ang="0">
                  <a:pos x="1" y="19"/>
                </a:cxn>
                <a:cxn ang="0">
                  <a:pos x="2" y="16"/>
                </a:cxn>
                <a:cxn ang="0">
                  <a:pos x="1" y="15"/>
                </a:cxn>
                <a:cxn ang="0">
                  <a:pos x="0" y="13"/>
                </a:cxn>
                <a:cxn ang="0">
                  <a:pos x="0" y="11"/>
                </a:cxn>
                <a:cxn ang="0">
                  <a:pos x="1" y="10"/>
                </a:cxn>
                <a:cxn ang="0">
                  <a:pos x="0" y="8"/>
                </a:cxn>
                <a:cxn ang="0">
                  <a:pos x="0" y="5"/>
                </a:cxn>
                <a:cxn ang="0">
                  <a:pos x="0" y="3"/>
                </a:cxn>
                <a:cxn ang="0">
                  <a:pos x="1" y="2"/>
                </a:cxn>
                <a:cxn ang="0">
                  <a:pos x="1" y="1"/>
                </a:cxn>
                <a:cxn ang="0">
                  <a:pos x="4" y="1"/>
                </a:cxn>
                <a:cxn ang="0">
                  <a:pos x="6" y="1"/>
                </a:cxn>
                <a:cxn ang="0">
                  <a:pos x="10" y="0"/>
                </a:cxn>
                <a:cxn ang="0">
                  <a:pos x="12" y="0"/>
                </a:cxn>
                <a:cxn ang="0">
                  <a:pos x="15" y="1"/>
                </a:cxn>
                <a:cxn ang="0">
                  <a:pos x="18" y="4"/>
                </a:cxn>
                <a:cxn ang="0">
                  <a:pos x="23" y="4"/>
                </a:cxn>
                <a:cxn ang="0">
                  <a:pos x="27" y="4"/>
                </a:cxn>
                <a:cxn ang="0">
                  <a:pos x="32" y="4"/>
                </a:cxn>
                <a:cxn ang="0">
                  <a:pos x="35" y="3"/>
                </a:cxn>
                <a:cxn ang="0">
                  <a:pos x="39" y="4"/>
                </a:cxn>
                <a:cxn ang="0">
                  <a:pos x="43" y="7"/>
                </a:cxn>
                <a:cxn ang="0">
                  <a:pos x="49" y="10"/>
                </a:cxn>
              </a:cxnLst>
              <a:rect l="0" t="0" r="r" b="b"/>
              <a:pathLst>
                <a:path w="50" h="44">
                  <a:moveTo>
                    <a:pt x="49" y="10"/>
                  </a:moveTo>
                  <a:cubicBezTo>
                    <a:pt x="49" y="11"/>
                    <a:pt x="49" y="11"/>
                    <a:pt x="50" y="11"/>
                  </a:cubicBezTo>
                  <a:cubicBezTo>
                    <a:pt x="50" y="12"/>
                    <a:pt x="49" y="13"/>
                    <a:pt x="49" y="14"/>
                  </a:cubicBezTo>
                  <a:cubicBezTo>
                    <a:pt x="49" y="14"/>
                    <a:pt x="49" y="14"/>
                    <a:pt x="49" y="15"/>
                  </a:cubicBezTo>
                  <a:cubicBezTo>
                    <a:pt x="48" y="15"/>
                    <a:pt x="48" y="15"/>
                    <a:pt x="48" y="15"/>
                  </a:cubicBezTo>
                  <a:cubicBezTo>
                    <a:pt x="47" y="15"/>
                    <a:pt x="46" y="16"/>
                    <a:pt x="46" y="16"/>
                  </a:cubicBezTo>
                  <a:cubicBezTo>
                    <a:pt x="45" y="17"/>
                    <a:pt x="44" y="18"/>
                    <a:pt x="44" y="18"/>
                  </a:cubicBezTo>
                  <a:cubicBezTo>
                    <a:pt x="44" y="19"/>
                    <a:pt x="44" y="21"/>
                    <a:pt x="44" y="21"/>
                  </a:cubicBezTo>
                  <a:cubicBezTo>
                    <a:pt x="44" y="22"/>
                    <a:pt x="43" y="23"/>
                    <a:pt x="43" y="24"/>
                  </a:cubicBezTo>
                  <a:cubicBezTo>
                    <a:pt x="42" y="24"/>
                    <a:pt x="41" y="25"/>
                    <a:pt x="40" y="26"/>
                  </a:cubicBezTo>
                  <a:cubicBezTo>
                    <a:pt x="39" y="26"/>
                    <a:pt x="37" y="27"/>
                    <a:pt x="36" y="27"/>
                  </a:cubicBezTo>
                  <a:cubicBezTo>
                    <a:pt x="34" y="27"/>
                    <a:pt x="32" y="27"/>
                    <a:pt x="31" y="27"/>
                  </a:cubicBezTo>
                  <a:cubicBezTo>
                    <a:pt x="29" y="27"/>
                    <a:pt x="27" y="28"/>
                    <a:pt x="26" y="28"/>
                  </a:cubicBezTo>
                  <a:cubicBezTo>
                    <a:pt x="24" y="29"/>
                    <a:pt x="21" y="30"/>
                    <a:pt x="20" y="31"/>
                  </a:cubicBezTo>
                  <a:cubicBezTo>
                    <a:pt x="19" y="32"/>
                    <a:pt x="17" y="34"/>
                    <a:pt x="16" y="35"/>
                  </a:cubicBezTo>
                  <a:cubicBezTo>
                    <a:pt x="16" y="36"/>
                    <a:pt x="14" y="38"/>
                    <a:pt x="14" y="39"/>
                  </a:cubicBezTo>
                  <a:cubicBezTo>
                    <a:pt x="13" y="39"/>
                    <a:pt x="12" y="40"/>
                    <a:pt x="12" y="41"/>
                  </a:cubicBezTo>
                  <a:cubicBezTo>
                    <a:pt x="12" y="42"/>
                    <a:pt x="11" y="43"/>
                    <a:pt x="11" y="43"/>
                  </a:cubicBezTo>
                  <a:cubicBezTo>
                    <a:pt x="11" y="43"/>
                    <a:pt x="11" y="43"/>
                    <a:pt x="10" y="43"/>
                  </a:cubicBezTo>
                  <a:cubicBezTo>
                    <a:pt x="10" y="43"/>
                    <a:pt x="10" y="43"/>
                    <a:pt x="9" y="43"/>
                  </a:cubicBezTo>
                  <a:cubicBezTo>
                    <a:pt x="9" y="44"/>
                    <a:pt x="8" y="44"/>
                    <a:pt x="8" y="44"/>
                  </a:cubicBezTo>
                  <a:cubicBezTo>
                    <a:pt x="8" y="43"/>
                    <a:pt x="7" y="42"/>
                    <a:pt x="7" y="42"/>
                  </a:cubicBezTo>
                  <a:cubicBezTo>
                    <a:pt x="7" y="42"/>
                    <a:pt x="5" y="41"/>
                    <a:pt x="5" y="40"/>
                  </a:cubicBezTo>
                  <a:cubicBezTo>
                    <a:pt x="5" y="40"/>
                    <a:pt x="4" y="39"/>
                    <a:pt x="4" y="38"/>
                  </a:cubicBezTo>
                  <a:cubicBezTo>
                    <a:pt x="3" y="38"/>
                    <a:pt x="3" y="37"/>
                    <a:pt x="4" y="36"/>
                  </a:cubicBezTo>
                  <a:cubicBezTo>
                    <a:pt x="4" y="36"/>
                    <a:pt x="4" y="35"/>
                    <a:pt x="4" y="35"/>
                  </a:cubicBezTo>
                  <a:cubicBezTo>
                    <a:pt x="5" y="34"/>
                    <a:pt x="5" y="33"/>
                    <a:pt x="5" y="32"/>
                  </a:cubicBezTo>
                  <a:cubicBezTo>
                    <a:pt x="5" y="32"/>
                    <a:pt x="4" y="31"/>
                    <a:pt x="4" y="30"/>
                  </a:cubicBezTo>
                  <a:cubicBezTo>
                    <a:pt x="4" y="30"/>
                    <a:pt x="4" y="28"/>
                    <a:pt x="4" y="28"/>
                  </a:cubicBezTo>
                  <a:cubicBezTo>
                    <a:pt x="4" y="27"/>
                    <a:pt x="5" y="26"/>
                    <a:pt x="5" y="26"/>
                  </a:cubicBezTo>
                  <a:cubicBezTo>
                    <a:pt x="5" y="25"/>
                    <a:pt x="4" y="24"/>
                    <a:pt x="4" y="23"/>
                  </a:cubicBezTo>
                  <a:cubicBezTo>
                    <a:pt x="3" y="22"/>
                    <a:pt x="3" y="21"/>
                    <a:pt x="2" y="21"/>
                  </a:cubicBezTo>
                  <a:cubicBezTo>
                    <a:pt x="2" y="20"/>
                    <a:pt x="1" y="20"/>
                    <a:pt x="1" y="19"/>
                  </a:cubicBezTo>
                  <a:cubicBezTo>
                    <a:pt x="1" y="18"/>
                    <a:pt x="2" y="17"/>
                    <a:pt x="2" y="16"/>
                  </a:cubicBezTo>
                  <a:cubicBezTo>
                    <a:pt x="2" y="16"/>
                    <a:pt x="1" y="15"/>
                    <a:pt x="1" y="15"/>
                  </a:cubicBezTo>
                  <a:cubicBezTo>
                    <a:pt x="1" y="14"/>
                    <a:pt x="1" y="13"/>
                    <a:pt x="0" y="13"/>
                  </a:cubicBezTo>
                  <a:cubicBezTo>
                    <a:pt x="0" y="12"/>
                    <a:pt x="0" y="12"/>
                    <a:pt x="0" y="11"/>
                  </a:cubicBezTo>
                  <a:cubicBezTo>
                    <a:pt x="0" y="11"/>
                    <a:pt x="1" y="10"/>
                    <a:pt x="1" y="10"/>
                  </a:cubicBezTo>
                  <a:cubicBezTo>
                    <a:pt x="1" y="10"/>
                    <a:pt x="0" y="9"/>
                    <a:pt x="0" y="8"/>
                  </a:cubicBezTo>
                  <a:cubicBezTo>
                    <a:pt x="0" y="7"/>
                    <a:pt x="0" y="6"/>
                    <a:pt x="0" y="5"/>
                  </a:cubicBezTo>
                  <a:cubicBezTo>
                    <a:pt x="0" y="5"/>
                    <a:pt x="0" y="4"/>
                    <a:pt x="0" y="3"/>
                  </a:cubicBezTo>
                  <a:cubicBezTo>
                    <a:pt x="1" y="3"/>
                    <a:pt x="1" y="2"/>
                    <a:pt x="1" y="2"/>
                  </a:cubicBezTo>
                  <a:cubicBezTo>
                    <a:pt x="1" y="2"/>
                    <a:pt x="1" y="1"/>
                    <a:pt x="1" y="1"/>
                  </a:cubicBezTo>
                  <a:cubicBezTo>
                    <a:pt x="2" y="1"/>
                    <a:pt x="3" y="1"/>
                    <a:pt x="4" y="1"/>
                  </a:cubicBezTo>
                  <a:cubicBezTo>
                    <a:pt x="4" y="1"/>
                    <a:pt x="6" y="1"/>
                    <a:pt x="6" y="1"/>
                  </a:cubicBezTo>
                  <a:cubicBezTo>
                    <a:pt x="7" y="1"/>
                    <a:pt x="9" y="0"/>
                    <a:pt x="10" y="0"/>
                  </a:cubicBezTo>
                  <a:cubicBezTo>
                    <a:pt x="10" y="0"/>
                    <a:pt x="12" y="0"/>
                    <a:pt x="12" y="0"/>
                  </a:cubicBezTo>
                  <a:cubicBezTo>
                    <a:pt x="13" y="0"/>
                    <a:pt x="14" y="1"/>
                    <a:pt x="15" y="1"/>
                  </a:cubicBezTo>
                  <a:cubicBezTo>
                    <a:pt x="16" y="2"/>
                    <a:pt x="17" y="3"/>
                    <a:pt x="18" y="4"/>
                  </a:cubicBezTo>
                  <a:cubicBezTo>
                    <a:pt x="19" y="4"/>
                    <a:pt x="22" y="4"/>
                    <a:pt x="23" y="4"/>
                  </a:cubicBezTo>
                  <a:cubicBezTo>
                    <a:pt x="24" y="4"/>
                    <a:pt x="26" y="4"/>
                    <a:pt x="27" y="4"/>
                  </a:cubicBezTo>
                  <a:cubicBezTo>
                    <a:pt x="29" y="3"/>
                    <a:pt x="31" y="4"/>
                    <a:pt x="32" y="4"/>
                  </a:cubicBezTo>
                  <a:cubicBezTo>
                    <a:pt x="33" y="4"/>
                    <a:pt x="34" y="3"/>
                    <a:pt x="35" y="3"/>
                  </a:cubicBezTo>
                  <a:cubicBezTo>
                    <a:pt x="36" y="3"/>
                    <a:pt x="38" y="4"/>
                    <a:pt x="39" y="4"/>
                  </a:cubicBezTo>
                  <a:cubicBezTo>
                    <a:pt x="40" y="4"/>
                    <a:pt x="42" y="6"/>
                    <a:pt x="43" y="7"/>
                  </a:cubicBezTo>
                  <a:cubicBezTo>
                    <a:pt x="44" y="8"/>
                    <a:pt x="47" y="9"/>
                    <a:pt x="49" y="1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4" name="Freeform 163"/>
            <p:cNvSpPr>
              <a:spLocks/>
            </p:cNvSpPr>
            <p:nvPr/>
          </p:nvSpPr>
          <p:spPr bwMode="auto">
            <a:xfrm>
              <a:off x="1546226" y="1973263"/>
              <a:ext cx="112713" cy="107950"/>
            </a:xfrm>
            <a:custGeom>
              <a:avLst/>
              <a:gdLst/>
              <a:ahLst/>
              <a:cxnLst>
                <a:cxn ang="0">
                  <a:pos x="47" y="57"/>
                </a:cxn>
                <a:cxn ang="0">
                  <a:pos x="42" y="54"/>
                </a:cxn>
                <a:cxn ang="0">
                  <a:pos x="36" y="53"/>
                </a:cxn>
                <a:cxn ang="0">
                  <a:pos x="33" y="49"/>
                </a:cxn>
                <a:cxn ang="0">
                  <a:pos x="30" y="47"/>
                </a:cxn>
                <a:cxn ang="0">
                  <a:pos x="24" y="47"/>
                </a:cxn>
                <a:cxn ang="0">
                  <a:pos x="19" y="48"/>
                </a:cxn>
                <a:cxn ang="0">
                  <a:pos x="15" y="53"/>
                </a:cxn>
                <a:cxn ang="0">
                  <a:pos x="13" y="50"/>
                </a:cxn>
                <a:cxn ang="0">
                  <a:pos x="14" y="47"/>
                </a:cxn>
                <a:cxn ang="0">
                  <a:pos x="14" y="42"/>
                </a:cxn>
                <a:cxn ang="0">
                  <a:pos x="12" y="38"/>
                </a:cxn>
                <a:cxn ang="0">
                  <a:pos x="14" y="34"/>
                </a:cxn>
                <a:cxn ang="0">
                  <a:pos x="17" y="31"/>
                </a:cxn>
                <a:cxn ang="0">
                  <a:pos x="14" y="28"/>
                </a:cxn>
                <a:cxn ang="0">
                  <a:pos x="9" y="30"/>
                </a:cxn>
                <a:cxn ang="0">
                  <a:pos x="2" y="30"/>
                </a:cxn>
                <a:cxn ang="0">
                  <a:pos x="0" y="26"/>
                </a:cxn>
                <a:cxn ang="0">
                  <a:pos x="1" y="25"/>
                </a:cxn>
                <a:cxn ang="0">
                  <a:pos x="4" y="25"/>
                </a:cxn>
                <a:cxn ang="0">
                  <a:pos x="8" y="23"/>
                </a:cxn>
                <a:cxn ang="0">
                  <a:pos x="12" y="19"/>
                </a:cxn>
                <a:cxn ang="0">
                  <a:pos x="20" y="16"/>
                </a:cxn>
                <a:cxn ang="0">
                  <a:pos x="23" y="11"/>
                </a:cxn>
                <a:cxn ang="0">
                  <a:pos x="28" y="6"/>
                </a:cxn>
                <a:cxn ang="0">
                  <a:pos x="32" y="2"/>
                </a:cxn>
                <a:cxn ang="0">
                  <a:pos x="37" y="4"/>
                </a:cxn>
                <a:cxn ang="0">
                  <a:pos x="42" y="2"/>
                </a:cxn>
                <a:cxn ang="0">
                  <a:pos x="45" y="0"/>
                </a:cxn>
                <a:cxn ang="0">
                  <a:pos x="53" y="3"/>
                </a:cxn>
                <a:cxn ang="0">
                  <a:pos x="52" y="5"/>
                </a:cxn>
                <a:cxn ang="0">
                  <a:pos x="52" y="10"/>
                </a:cxn>
                <a:cxn ang="0">
                  <a:pos x="52" y="13"/>
                </a:cxn>
                <a:cxn ang="0">
                  <a:pos x="53" y="17"/>
                </a:cxn>
                <a:cxn ang="0">
                  <a:pos x="53" y="21"/>
                </a:cxn>
                <a:cxn ang="0">
                  <a:pos x="56" y="25"/>
                </a:cxn>
                <a:cxn ang="0">
                  <a:pos x="56" y="30"/>
                </a:cxn>
                <a:cxn ang="0">
                  <a:pos x="57" y="34"/>
                </a:cxn>
                <a:cxn ang="0">
                  <a:pos x="56" y="38"/>
                </a:cxn>
                <a:cxn ang="0">
                  <a:pos x="57" y="42"/>
                </a:cxn>
                <a:cxn ang="0">
                  <a:pos x="60" y="46"/>
                </a:cxn>
                <a:cxn ang="0">
                  <a:pos x="58" y="48"/>
                </a:cxn>
                <a:cxn ang="0">
                  <a:pos x="53" y="49"/>
                </a:cxn>
                <a:cxn ang="0">
                  <a:pos x="53" y="53"/>
                </a:cxn>
                <a:cxn ang="0">
                  <a:pos x="50" y="56"/>
                </a:cxn>
                <a:cxn ang="0">
                  <a:pos x="49" y="57"/>
                </a:cxn>
              </a:cxnLst>
              <a:rect l="0" t="0" r="r" b="b"/>
              <a:pathLst>
                <a:path w="60" h="57">
                  <a:moveTo>
                    <a:pt x="49" y="57"/>
                  </a:moveTo>
                  <a:cubicBezTo>
                    <a:pt x="48" y="57"/>
                    <a:pt x="48" y="57"/>
                    <a:pt x="47" y="57"/>
                  </a:cubicBezTo>
                  <a:cubicBezTo>
                    <a:pt x="46" y="57"/>
                    <a:pt x="45" y="56"/>
                    <a:pt x="45" y="56"/>
                  </a:cubicBezTo>
                  <a:cubicBezTo>
                    <a:pt x="44" y="55"/>
                    <a:pt x="43" y="55"/>
                    <a:pt x="42" y="54"/>
                  </a:cubicBezTo>
                  <a:cubicBezTo>
                    <a:pt x="42" y="54"/>
                    <a:pt x="40" y="53"/>
                    <a:pt x="39" y="53"/>
                  </a:cubicBezTo>
                  <a:cubicBezTo>
                    <a:pt x="39" y="53"/>
                    <a:pt x="37" y="53"/>
                    <a:pt x="36" y="53"/>
                  </a:cubicBezTo>
                  <a:cubicBezTo>
                    <a:pt x="35" y="52"/>
                    <a:pt x="34" y="52"/>
                    <a:pt x="34" y="51"/>
                  </a:cubicBezTo>
                  <a:cubicBezTo>
                    <a:pt x="33" y="51"/>
                    <a:pt x="33" y="50"/>
                    <a:pt x="33" y="49"/>
                  </a:cubicBezTo>
                  <a:cubicBezTo>
                    <a:pt x="33" y="49"/>
                    <a:pt x="33" y="47"/>
                    <a:pt x="32" y="47"/>
                  </a:cubicBezTo>
                  <a:cubicBezTo>
                    <a:pt x="32" y="47"/>
                    <a:pt x="31" y="47"/>
                    <a:pt x="30" y="47"/>
                  </a:cubicBezTo>
                  <a:cubicBezTo>
                    <a:pt x="30" y="47"/>
                    <a:pt x="29" y="47"/>
                    <a:pt x="28" y="47"/>
                  </a:cubicBezTo>
                  <a:cubicBezTo>
                    <a:pt x="27" y="47"/>
                    <a:pt x="25" y="47"/>
                    <a:pt x="24" y="47"/>
                  </a:cubicBezTo>
                  <a:cubicBezTo>
                    <a:pt x="24" y="47"/>
                    <a:pt x="22" y="48"/>
                    <a:pt x="22" y="48"/>
                  </a:cubicBezTo>
                  <a:cubicBezTo>
                    <a:pt x="21" y="48"/>
                    <a:pt x="20" y="48"/>
                    <a:pt x="19" y="48"/>
                  </a:cubicBezTo>
                  <a:cubicBezTo>
                    <a:pt x="18" y="49"/>
                    <a:pt x="17" y="50"/>
                    <a:pt x="16" y="51"/>
                  </a:cubicBezTo>
                  <a:cubicBezTo>
                    <a:pt x="16" y="51"/>
                    <a:pt x="16" y="52"/>
                    <a:pt x="15" y="53"/>
                  </a:cubicBezTo>
                  <a:cubicBezTo>
                    <a:pt x="15" y="52"/>
                    <a:pt x="15" y="52"/>
                    <a:pt x="14" y="51"/>
                  </a:cubicBezTo>
                  <a:cubicBezTo>
                    <a:pt x="14" y="51"/>
                    <a:pt x="13" y="51"/>
                    <a:pt x="13" y="50"/>
                  </a:cubicBezTo>
                  <a:cubicBezTo>
                    <a:pt x="13" y="50"/>
                    <a:pt x="13" y="49"/>
                    <a:pt x="13" y="48"/>
                  </a:cubicBezTo>
                  <a:cubicBezTo>
                    <a:pt x="13" y="48"/>
                    <a:pt x="14" y="48"/>
                    <a:pt x="14" y="47"/>
                  </a:cubicBezTo>
                  <a:cubicBezTo>
                    <a:pt x="15" y="47"/>
                    <a:pt x="15" y="45"/>
                    <a:pt x="15" y="45"/>
                  </a:cubicBezTo>
                  <a:cubicBezTo>
                    <a:pt x="15" y="44"/>
                    <a:pt x="15" y="43"/>
                    <a:pt x="14" y="42"/>
                  </a:cubicBezTo>
                  <a:cubicBezTo>
                    <a:pt x="14" y="42"/>
                    <a:pt x="13" y="41"/>
                    <a:pt x="13" y="40"/>
                  </a:cubicBezTo>
                  <a:cubicBezTo>
                    <a:pt x="13" y="40"/>
                    <a:pt x="12" y="39"/>
                    <a:pt x="12" y="38"/>
                  </a:cubicBezTo>
                  <a:cubicBezTo>
                    <a:pt x="12" y="38"/>
                    <a:pt x="11" y="36"/>
                    <a:pt x="12" y="35"/>
                  </a:cubicBezTo>
                  <a:cubicBezTo>
                    <a:pt x="12" y="35"/>
                    <a:pt x="13" y="34"/>
                    <a:pt x="14" y="34"/>
                  </a:cubicBezTo>
                  <a:cubicBezTo>
                    <a:pt x="14" y="34"/>
                    <a:pt x="16" y="34"/>
                    <a:pt x="16" y="33"/>
                  </a:cubicBezTo>
                  <a:cubicBezTo>
                    <a:pt x="17" y="33"/>
                    <a:pt x="17" y="31"/>
                    <a:pt x="17" y="31"/>
                  </a:cubicBezTo>
                  <a:cubicBezTo>
                    <a:pt x="17" y="30"/>
                    <a:pt x="16" y="29"/>
                    <a:pt x="16" y="29"/>
                  </a:cubicBezTo>
                  <a:cubicBezTo>
                    <a:pt x="16" y="29"/>
                    <a:pt x="15" y="28"/>
                    <a:pt x="14" y="28"/>
                  </a:cubicBezTo>
                  <a:cubicBezTo>
                    <a:pt x="14" y="28"/>
                    <a:pt x="12" y="29"/>
                    <a:pt x="12" y="29"/>
                  </a:cubicBezTo>
                  <a:cubicBezTo>
                    <a:pt x="11" y="29"/>
                    <a:pt x="9" y="30"/>
                    <a:pt x="9" y="30"/>
                  </a:cubicBezTo>
                  <a:cubicBezTo>
                    <a:pt x="8" y="31"/>
                    <a:pt x="6" y="31"/>
                    <a:pt x="5" y="31"/>
                  </a:cubicBezTo>
                  <a:cubicBezTo>
                    <a:pt x="4" y="31"/>
                    <a:pt x="3" y="31"/>
                    <a:pt x="2" y="30"/>
                  </a:cubicBezTo>
                  <a:cubicBezTo>
                    <a:pt x="2" y="30"/>
                    <a:pt x="1" y="29"/>
                    <a:pt x="1" y="29"/>
                  </a:cubicBezTo>
                  <a:cubicBezTo>
                    <a:pt x="0" y="28"/>
                    <a:pt x="0" y="27"/>
                    <a:pt x="0" y="26"/>
                  </a:cubicBezTo>
                  <a:cubicBezTo>
                    <a:pt x="0" y="26"/>
                    <a:pt x="0" y="25"/>
                    <a:pt x="0" y="25"/>
                  </a:cubicBezTo>
                  <a:cubicBezTo>
                    <a:pt x="0" y="25"/>
                    <a:pt x="1" y="25"/>
                    <a:pt x="1" y="25"/>
                  </a:cubicBezTo>
                  <a:cubicBezTo>
                    <a:pt x="1" y="25"/>
                    <a:pt x="3" y="24"/>
                    <a:pt x="3" y="24"/>
                  </a:cubicBezTo>
                  <a:cubicBezTo>
                    <a:pt x="3" y="25"/>
                    <a:pt x="4" y="25"/>
                    <a:pt x="4" y="25"/>
                  </a:cubicBezTo>
                  <a:cubicBezTo>
                    <a:pt x="5" y="25"/>
                    <a:pt x="6" y="25"/>
                    <a:pt x="6" y="25"/>
                  </a:cubicBezTo>
                  <a:cubicBezTo>
                    <a:pt x="7" y="25"/>
                    <a:pt x="8" y="24"/>
                    <a:pt x="8" y="23"/>
                  </a:cubicBezTo>
                  <a:cubicBezTo>
                    <a:pt x="9" y="23"/>
                    <a:pt x="10" y="22"/>
                    <a:pt x="11" y="21"/>
                  </a:cubicBezTo>
                  <a:cubicBezTo>
                    <a:pt x="11" y="21"/>
                    <a:pt x="12" y="20"/>
                    <a:pt x="12" y="19"/>
                  </a:cubicBezTo>
                  <a:cubicBezTo>
                    <a:pt x="13" y="18"/>
                    <a:pt x="15" y="18"/>
                    <a:pt x="16" y="17"/>
                  </a:cubicBezTo>
                  <a:cubicBezTo>
                    <a:pt x="17" y="17"/>
                    <a:pt x="19" y="17"/>
                    <a:pt x="20" y="16"/>
                  </a:cubicBezTo>
                  <a:cubicBezTo>
                    <a:pt x="20" y="16"/>
                    <a:pt x="21" y="14"/>
                    <a:pt x="22" y="13"/>
                  </a:cubicBezTo>
                  <a:cubicBezTo>
                    <a:pt x="22" y="13"/>
                    <a:pt x="23" y="12"/>
                    <a:pt x="23" y="11"/>
                  </a:cubicBezTo>
                  <a:cubicBezTo>
                    <a:pt x="24" y="11"/>
                    <a:pt x="26" y="9"/>
                    <a:pt x="26" y="8"/>
                  </a:cubicBezTo>
                  <a:cubicBezTo>
                    <a:pt x="27" y="8"/>
                    <a:pt x="27" y="6"/>
                    <a:pt x="28" y="6"/>
                  </a:cubicBezTo>
                  <a:cubicBezTo>
                    <a:pt x="28" y="5"/>
                    <a:pt x="29" y="4"/>
                    <a:pt x="29" y="3"/>
                  </a:cubicBezTo>
                  <a:cubicBezTo>
                    <a:pt x="30" y="3"/>
                    <a:pt x="31" y="2"/>
                    <a:pt x="32" y="2"/>
                  </a:cubicBezTo>
                  <a:cubicBezTo>
                    <a:pt x="33" y="2"/>
                    <a:pt x="34" y="3"/>
                    <a:pt x="35" y="3"/>
                  </a:cubicBezTo>
                  <a:cubicBezTo>
                    <a:pt x="36" y="4"/>
                    <a:pt x="37" y="4"/>
                    <a:pt x="37" y="4"/>
                  </a:cubicBezTo>
                  <a:cubicBezTo>
                    <a:pt x="38" y="4"/>
                    <a:pt x="40" y="4"/>
                    <a:pt x="40" y="4"/>
                  </a:cubicBezTo>
                  <a:cubicBezTo>
                    <a:pt x="41" y="4"/>
                    <a:pt x="42" y="2"/>
                    <a:pt x="42" y="2"/>
                  </a:cubicBezTo>
                  <a:cubicBezTo>
                    <a:pt x="42" y="2"/>
                    <a:pt x="43" y="1"/>
                    <a:pt x="43" y="0"/>
                  </a:cubicBezTo>
                  <a:cubicBezTo>
                    <a:pt x="44" y="0"/>
                    <a:pt x="44" y="0"/>
                    <a:pt x="45" y="0"/>
                  </a:cubicBezTo>
                  <a:cubicBezTo>
                    <a:pt x="46" y="1"/>
                    <a:pt x="49" y="2"/>
                    <a:pt x="51" y="2"/>
                  </a:cubicBezTo>
                  <a:cubicBezTo>
                    <a:pt x="51" y="2"/>
                    <a:pt x="52" y="2"/>
                    <a:pt x="53" y="3"/>
                  </a:cubicBezTo>
                  <a:cubicBezTo>
                    <a:pt x="53" y="3"/>
                    <a:pt x="53" y="4"/>
                    <a:pt x="53" y="4"/>
                  </a:cubicBezTo>
                  <a:cubicBezTo>
                    <a:pt x="53" y="4"/>
                    <a:pt x="53" y="5"/>
                    <a:pt x="52" y="5"/>
                  </a:cubicBezTo>
                  <a:cubicBezTo>
                    <a:pt x="52" y="6"/>
                    <a:pt x="52" y="7"/>
                    <a:pt x="52" y="7"/>
                  </a:cubicBezTo>
                  <a:cubicBezTo>
                    <a:pt x="52" y="8"/>
                    <a:pt x="52" y="9"/>
                    <a:pt x="52" y="10"/>
                  </a:cubicBezTo>
                  <a:cubicBezTo>
                    <a:pt x="52" y="11"/>
                    <a:pt x="53" y="12"/>
                    <a:pt x="53" y="12"/>
                  </a:cubicBezTo>
                  <a:cubicBezTo>
                    <a:pt x="53" y="12"/>
                    <a:pt x="52" y="13"/>
                    <a:pt x="52" y="13"/>
                  </a:cubicBezTo>
                  <a:cubicBezTo>
                    <a:pt x="52" y="14"/>
                    <a:pt x="52" y="14"/>
                    <a:pt x="52" y="15"/>
                  </a:cubicBezTo>
                  <a:cubicBezTo>
                    <a:pt x="53" y="15"/>
                    <a:pt x="53" y="16"/>
                    <a:pt x="53" y="17"/>
                  </a:cubicBezTo>
                  <a:cubicBezTo>
                    <a:pt x="53" y="17"/>
                    <a:pt x="54" y="18"/>
                    <a:pt x="54" y="18"/>
                  </a:cubicBezTo>
                  <a:cubicBezTo>
                    <a:pt x="54" y="19"/>
                    <a:pt x="53" y="20"/>
                    <a:pt x="53" y="21"/>
                  </a:cubicBezTo>
                  <a:cubicBezTo>
                    <a:pt x="53" y="22"/>
                    <a:pt x="54" y="22"/>
                    <a:pt x="54" y="23"/>
                  </a:cubicBezTo>
                  <a:cubicBezTo>
                    <a:pt x="55" y="23"/>
                    <a:pt x="55" y="24"/>
                    <a:pt x="56" y="25"/>
                  </a:cubicBezTo>
                  <a:cubicBezTo>
                    <a:pt x="56" y="26"/>
                    <a:pt x="57" y="27"/>
                    <a:pt x="57" y="28"/>
                  </a:cubicBezTo>
                  <a:cubicBezTo>
                    <a:pt x="57" y="28"/>
                    <a:pt x="56" y="29"/>
                    <a:pt x="56" y="30"/>
                  </a:cubicBezTo>
                  <a:cubicBezTo>
                    <a:pt x="56" y="30"/>
                    <a:pt x="56" y="32"/>
                    <a:pt x="56" y="32"/>
                  </a:cubicBezTo>
                  <a:cubicBezTo>
                    <a:pt x="56" y="33"/>
                    <a:pt x="57" y="34"/>
                    <a:pt x="57" y="34"/>
                  </a:cubicBezTo>
                  <a:cubicBezTo>
                    <a:pt x="57" y="35"/>
                    <a:pt x="57" y="36"/>
                    <a:pt x="56" y="37"/>
                  </a:cubicBezTo>
                  <a:cubicBezTo>
                    <a:pt x="56" y="37"/>
                    <a:pt x="56" y="38"/>
                    <a:pt x="56" y="38"/>
                  </a:cubicBezTo>
                  <a:cubicBezTo>
                    <a:pt x="55" y="39"/>
                    <a:pt x="55" y="40"/>
                    <a:pt x="56" y="40"/>
                  </a:cubicBezTo>
                  <a:cubicBezTo>
                    <a:pt x="56" y="41"/>
                    <a:pt x="57" y="42"/>
                    <a:pt x="57" y="42"/>
                  </a:cubicBezTo>
                  <a:cubicBezTo>
                    <a:pt x="57" y="43"/>
                    <a:pt x="59" y="44"/>
                    <a:pt x="59" y="44"/>
                  </a:cubicBezTo>
                  <a:cubicBezTo>
                    <a:pt x="59" y="44"/>
                    <a:pt x="60" y="45"/>
                    <a:pt x="60" y="46"/>
                  </a:cubicBezTo>
                  <a:cubicBezTo>
                    <a:pt x="60" y="46"/>
                    <a:pt x="60" y="46"/>
                    <a:pt x="60" y="46"/>
                  </a:cubicBezTo>
                  <a:cubicBezTo>
                    <a:pt x="59" y="46"/>
                    <a:pt x="58" y="47"/>
                    <a:pt x="58" y="48"/>
                  </a:cubicBezTo>
                  <a:cubicBezTo>
                    <a:pt x="57" y="48"/>
                    <a:pt x="56" y="48"/>
                    <a:pt x="56" y="48"/>
                  </a:cubicBezTo>
                  <a:cubicBezTo>
                    <a:pt x="55" y="49"/>
                    <a:pt x="53" y="48"/>
                    <a:pt x="53" y="49"/>
                  </a:cubicBezTo>
                  <a:cubicBezTo>
                    <a:pt x="52" y="49"/>
                    <a:pt x="52" y="50"/>
                    <a:pt x="52" y="51"/>
                  </a:cubicBezTo>
                  <a:cubicBezTo>
                    <a:pt x="52" y="51"/>
                    <a:pt x="53" y="53"/>
                    <a:pt x="53" y="53"/>
                  </a:cubicBezTo>
                  <a:cubicBezTo>
                    <a:pt x="53" y="54"/>
                    <a:pt x="52" y="55"/>
                    <a:pt x="52" y="55"/>
                  </a:cubicBezTo>
                  <a:cubicBezTo>
                    <a:pt x="52" y="55"/>
                    <a:pt x="51" y="55"/>
                    <a:pt x="50" y="56"/>
                  </a:cubicBezTo>
                  <a:cubicBezTo>
                    <a:pt x="50" y="56"/>
                    <a:pt x="50" y="57"/>
                    <a:pt x="50" y="57"/>
                  </a:cubicBezTo>
                  <a:cubicBezTo>
                    <a:pt x="49" y="57"/>
                    <a:pt x="49" y="57"/>
                    <a:pt x="49" y="5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5" name="Freeform 164"/>
            <p:cNvSpPr>
              <a:spLocks/>
            </p:cNvSpPr>
            <p:nvPr/>
          </p:nvSpPr>
          <p:spPr bwMode="auto">
            <a:xfrm>
              <a:off x="966788" y="1455738"/>
              <a:ext cx="17463" cy="14288"/>
            </a:xfrm>
            <a:custGeom>
              <a:avLst/>
              <a:gdLst/>
              <a:ahLst/>
              <a:cxnLst>
                <a:cxn ang="0">
                  <a:pos x="7" y="3"/>
                </a:cxn>
                <a:cxn ang="0">
                  <a:pos x="8" y="4"/>
                </a:cxn>
                <a:cxn ang="0">
                  <a:pos x="9" y="2"/>
                </a:cxn>
                <a:cxn ang="0">
                  <a:pos x="8" y="1"/>
                </a:cxn>
                <a:cxn ang="0">
                  <a:pos x="7" y="0"/>
                </a:cxn>
                <a:cxn ang="0">
                  <a:pos x="4" y="1"/>
                </a:cxn>
                <a:cxn ang="0">
                  <a:pos x="3" y="2"/>
                </a:cxn>
                <a:cxn ang="0">
                  <a:pos x="1" y="2"/>
                </a:cxn>
                <a:cxn ang="0">
                  <a:pos x="0" y="4"/>
                </a:cxn>
                <a:cxn ang="0">
                  <a:pos x="0" y="7"/>
                </a:cxn>
                <a:cxn ang="0">
                  <a:pos x="2" y="7"/>
                </a:cxn>
                <a:cxn ang="0">
                  <a:pos x="4" y="8"/>
                </a:cxn>
                <a:cxn ang="0">
                  <a:pos x="6" y="7"/>
                </a:cxn>
                <a:cxn ang="0">
                  <a:pos x="6" y="5"/>
                </a:cxn>
                <a:cxn ang="0">
                  <a:pos x="6" y="4"/>
                </a:cxn>
                <a:cxn ang="0">
                  <a:pos x="7" y="3"/>
                </a:cxn>
              </a:cxnLst>
              <a:rect l="0" t="0" r="r" b="b"/>
              <a:pathLst>
                <a:path w="9" h="8">
                  <a:moveTo>
                    <a:pt x="7" y="3"/>
                  </a:moveTo>
                  <a:cubicBezTo>
                    <a:pt x="7" y="3"/>
                    <a:pt x="8" y="4"/>
                    <a:pt x="8" y="4"/>
                  </a:cubicBezTo>
                  <a:cubicBezTo>
                    <a:pt x="9" y="4"/>
                    <a:pt x="9" y="3"/>
                    <a:pt x="9" y="2"/>
                  </a:cubicBezTo>
                  <a:cubicBezTo>
                    <a:pt x="9" y="2"/>
                    <a:pt x="8" y="1"/>
                    <a:pt x="8" y="1"/>
                  </a:cubicBezTo>
                  <a:cubicBezTo>
                    <a:pt x="8" y="1"/>
                    <a:pt x="7" y="0"/>
                    <a:pt x="7" y="0"/>
                  </a:cubicBezTo>
                  <a:cubicBezTo>
                    <a:pt x="6" y="0"/>
                    <a:pt x="4" y="1"/>
                    <a:pt x="4" y="1"/>
                  </a:cubicBezTo>
                  <a:cubicBezTo>
                    <a:pt x="4" y="1"/>
                    <a:pt x="3" y="2"/>
                    <a:pt x="3" y="2"/>
                  </a:cubicBezTo>
                  <a:cubicBezTo>
                    <a:pt x="3" y="3"/>
                    <a:pt x="1" y="2"/>
                    <a:pt x="1" y="2"/>
                  </a:cubicBezTo>
                  <a:cubicBezTo>
                    <a:pt x="0" y="3"/>
                    <a:pt x="0" y="4"/>
                    <a:pt x="0" y="4"/>
                  </a:cubicBezTo>
                  <a:cubicBezTo>
                    <a:pt x="0" y="5"/>
                    <a:pt x="0" y="6"/>
                    <a:pt x="0" y="7"/>
                  </a:cubicBezTo>
                  <a:cubicBezTo>
                    <a:pt x="1" y="7"/>
                    <a:pt x="1" y="7"/>
                    <a:pt x="2" y="7"/>
                  </a:cubicBezTo>
                  <a:cubicBezTo>
                    <a:pt x="2" y="7"/>
                    <a:pt x="4" y="8"/>
                    <a:pt x="4" y="8"/>
                  </a:cubicBezTo>
                  <a:cubicBezTo>
                    <a:pt x="5" y="8"/>
                    <a:pt x="6" y="7"/>
                    <a:pt x="6" y="7"/>
                  </a:cubicBezTo>
                  <a:cubicBezTo>
                    <a:pt x="6" y="6"/>
                    <a:pt x="7" y="6"/>
                    <a:pt x="6" y="5"/>
                  </a:cubicBezTo>
                  <a:cubicBezTo>
                    <a:pt x="6" y="5"/>
                    <a:pt x="6" y="5"/>
                    <a:pt x="6" y="4"/>
                  </a:cubicBezTo>
                  <a:cubicBezTo>
                    <a:pt x="6" y="4"/>
                    <a:pt x="6" y="3"/>
                    <a:pt x="7"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6" name="Freeform 165"/>
            <p:cNvSpPr>
              <a:spLocks/>
            </p:cNvSpPr>
            <p:nvPr/>
          </p:nvSpPr>
          <p:spPr bwMode="auto">
            <a:xfrm>
              <a:off x="842963" y="1212851"/>
              <a:ext cx="266700" cy="307975"/>
            </a:xfrm>
            <a:custGeom>
              <a:avLst/>
              <a:gdLst/>
              <a:ahLst/>
              <a:cxnLst>
                <a:cxn ang="0">
                  <a:pos x="60" y="124"/>
                </a:cxn>
                <a:cxn ang="0">
                  <a:pos x="50" y="118"/>
                </a:cxn>
                <a:cxn ang="0">
                  <a:pos x="51" y="112"/>
                </a:cxn>
                <a:cxn ang="0">
                  <a:pos x="39" y="98"/>
                </a:cxn>
                <a:cxn ang="0">
                  <a:pos x="48" y="88"/>
                </a:cxn>
                <a:cxn ang="0">
                  <a:pos x="57" y="96"/>
                </a:cxn>
                <a:cxn ang="0">
                  <a:pos x="50" y="81"/>
                </a:cxn>
                <a:cxn ang="0">
                  <a:pos x="41" y="84"/>
                </a:cxn>
                <a:cxn ang="0">
                  <a:pos x="36" y="77"/>
                </a:cxn>
                <a:cxn ang="0">
                  <a:pos x="33" y="67"/>
                </a:cxn>
                <a:cxn ang="0">
                  <a:pos x="28" y="80"/>
                </a:cxn>
                <a:cxn ang="0">
                  <a:pos x="15" y="82"/>
                </a:cxn>
                <a:cxn ang="0">
                  <a:pos x="7" y="67"/>
                </a:cxn>
                <a:cxn ang="0">
                  <a:pos x="3" y="55"/>
                </a:cxn>
                <a:cxn ang="0">
                  <a:pos x="7" y="45"/>
                </a:cxn>
                <a:cxn ang="0">
                  <a:pos x="17" y="55"/>
                </a:cxn>
                <a:cxn ang="0">
                  <a:pos x="25" y="66"/>
                </a:cxn>
                <a:cxn ang="0">
                  <a:pos x="21" y="56"/>
                </a:cxn>
                <a:cxn ang="0">
                  <a:pos x="25" y="45"/>
                </a:cxn>
                <a:cxn ang="0">
                  <a:pos x="23" y="36"/>
                </a:cxn>
                <a:cxn ang="0">
                  <a:pos x="20" y="25"/>
                </a:cxn>
                <a:cxn ang="0">
                  <a:pos x="29" y="34"/>
                </a:cxn>
                <a:cxn ang="0">
                  <a:pos x="42" y="47"/>
                </a:cxn>
                <a:cxn ang="0">
                  <a:pos x="45" y="48"/>
                </a:cxn>
                <a:cxn ang="0">
                  <a:pos x="48" y="47"/>
                </a:cxn>
                <a:cxn ang="0">
                  <a:pos x="56" y="52"/>
                </a:cxn>
                <a:cxn ang="0">
                  <a:pos x="60" y="62"/>
                </a:cxn>
                <a:cxn ang="0">
                  <a:pos x="58" y="49"/>
                </a:cxn>
                <a:cxn ang="0">
                  <a:pos x="51" y="31"/>
                </a:cxn>
                <a:cxn ang="0">
                  <a:pos x="52" y="28"/>
                </a:cxn>
                <a:cxn ang="0">
                  <a:pos x="49" y="11"/>
                </a:cxn>
                <a:cxn ang="0">
                  <a:pos x="59" y="0"/>
                </a:cxn>
                <a:cxn ang="0">
                  <a:pos x="65" y="3"/>
                </a:cxn>
                <a:cxn ang="0">
                  <a:pos x="73" y="17"/>
                </a:cxn>
                <a:cxn ang="0">
                  <a:pos x="84" y="28"/>
                </a:cxn>
                <a:cxn ang="0">
                  <a:pos x="83" y="59"/>
                </a:cxn>
                <a:cxn ang="0">
                  <a:pos x="75" y="77"/>
                </a:cxn>
                <a:cxn ang="0">
                  <a:pos x="84" y="78"/>
                </a:cxn>
                <a:cxn ang="0">
                  <a:pos x="87" y="89"/>
                </a:cxn>
                <a:cxn ang="0">
                  <a:pos x="87" y="94"/>
                </a:cxn>
                <a:cxn ang="0">
                  <a:pos x="81" y="98"/>
                </a:cxn>
                <a:cxn ang="0">
                  <a:pos x="93" y="103"/>
                </a:cxn>
                <a:cxn ang="0">
                  <a:pos x="99" y="104"/>
                </a:cxn>
                <a:cxn ang="0">
                  <a:pos x="111" y="111"/>
                </a:cxn>
                <a:cxn ang="0">
                  <a:pos x="132" y="107"/>
                </a:cxn>
                <a:cxn ang="0">
                  <a:pos x="137" y="110"/>
                </a:cxn>
                <a:cxn ang="0">
                  <a:pos x="141" y="121"/>
                </a:cxn>
                <a:cxn ang="0">
                  <a:pos x="127" y="131"/>
                </a:cxn>
                <a:cxn ang="0">
                  <a:pos x="125" y="137"/>
                </a:cxn>
                <a:cxn ang="0">
                  <a:pos x="119" y="145"/>
                </a:cxn>
                <a:cxn ang="0">
                  <a:pos x="110" y="156"/>
                </a:cxn>
                <a:cxn ang="0">
                  <a:pos x="93" y="160"/>
                </a:cxn>
                <a:cxn ang="0">
                  <a:pos x="98" y="151"/>
                </a:cxn>
                <a:cxn ang="0">
                  <a:pos x="99" y="140"/>
                </a:cxn>
                <a:cxn ang="0">
                  <a:pos x="110" y="130"/>
                </a:cxn>
                <a:cxn ang="0">
                  <a:pos x="113" y="129"/>
                </a:cxn>
                <a:cxn ang="0">
                  <a:pos x="100" y="129"/>
                </a:cxn>
                <a:cxn ang="0">
                  <a:pos x="95" y="117"/>
                </a:cxn>
                <a:cxn ang="0">
                  <a:pos x="93" y="131"/>
                </a:cxn>
                <a:cxn ang="0">
                  <a:pos x="85" y="135"/>
                </a:cxn>
                <a:cxn ang="0">
                  <a:pos x="79" y="123"/>
                </a:cxn>
                <a:cxn ang="0">
                  <a:pos x="68" y="128"/>
                </a:cxn>
              </a:cxnLst>
              <a:rect l="0" t="0" r="r" b="b"/>
              <a:pathLst>
                <a:path w="142" h="164">
                  <a:moveTo>
                    <a:pt x="68" y="128"/>
                  </a:moveTo>
                  <a:cubicBezTo>
                    <a:pt x="67" y="128"/>
                    <a:pt x="65" y="128"/>
                    <a:pt x="64" y="128"/>
                  </a:cubicBezTo>
                  <a:cubicBezTo>
                    <a:pt x="63" y="128"/>
                    <a:pt x="62" y="129"/>
                    <a:pt x="61" y="129"/>
                  </a:cubicBezTo>
                  <a:cubicBezTo>
                    <a:pt x="61" y="129"/>
                    <a:pt x="60" y="130"/>
                    <a:pt x="59" y="130"/>
                  </a:cubicBezTo>
                  <a:cubicBezTo>
                    <a:pt x="59" y="130"/>
                    <a:pt x="58" y="130"/>
                    <a:pt x="57" y="130"/>
                  </a:cubicBezTo>
                  <a:cubicBezTo>
                    <a:pt x="57" y="130"/>
                    <a:pt x="57" y="129"/>
                    <a:pt x="57" y="128"/>
                  </a:cubicBezTo>
                  <a:cubicBezTo>
                    <a:pt x="58" y="128"/>
                    <a:pt x="59" y="127"/>
                    <a:pt x="59" y="126"/>
                  </a:cubicBezTo>
                  <a:cubicBezTo>
                    <a:pt x="59" y="126"/>
                    <a:pt x="60" y="125"/>
                    <a:pt x="60" y="124"/>
                  </a:cubicBezTo>
                  <a:cubicBezTo>
                    <a:pt x="61" y="124"/>
                    <a:pt x="61" y="123"/>
                    <a:pt x="61" y="123"/>
                  </a:cubicBezTo>
                  <a:cubicBezTo>
                    <a:pt x="61" y="122"/>
                    <a:pt x="62" y="121"/>
                    <a:pt x="61" y="121"/>
                  </a:cubicBezTo>
                  <a:cubicBezTo>
                    <a:pt x="61" y="121"/>
                    <a:pt x="60" y="121"/>
                    <a:pt x="60" y="121"/>
                  </a:cubicBezTo>
                  <a:cubicBezTo>
                    <a:pt x="59" y="121"/>
                    <a:pt x="59" y="122"/>
                    <a:pt x="59" y="122"/>
                  </a:cubicBezTo>
                  <a:cubicBezTo>
                    <a:pt x="58" y="123"/>
                    <a:pt x="57" y="123"/>
                    <a:pt x="56" y="124"/>
                  </a:cubicBezTo>
                  <a:cubicBezTo>
                    <a:pt x="56" y="124"/>
                    <a:pt x="55" y="124"/>
                    <a:pt x="54" y="124"/>
                  </a:cubicBezTo>
                  <a:cubicBezTo>
                    <a:pt x="53" y="123"/>
                    <a:pt x="52" y="122"/>
                    <a:pt x="51" y="122"/>
                  </a:cubicBezTo>
                  <a:cubicBezTo>
                    <a:pt x="51" y="121"/>
                    <a:pt x="50" y="119"/>
                    <a:pt x="50" y="118"/>
                  </a:cubicBezTo>
                  <a:cubicBezTo>
                    <a:pt x="50" y="118"/>
                    <a:pt x="50" y="116"/>
                    <a:pt x="50" y="116"/>
                  </a:cubicBezTo>
                  <a:cubicBezTo>
                    <a:pt x="50" y="115"/>
                    <a:pt x="51" y="115"/>
                    <a:pt x="51" y="114"/>
                  </a:cubicBezTo>
                  <a:cubicBezTo>
                    <a:pt x="51" y="114"/>
                    <a:pt x="53" y="113"/>
                    <a:pt x="53" y="113"/>
                  </a:cubicBezTo>
                  <a:cubicBezTo>
                    <a:pt x="53" y="113"/>
                    <a:pt x="54" y="112"/>
                    <a:pt x="54" y="112"/>
                  </a:cubicBezTo>
                  <a:cubicBezTo>
                    <a:pt x="54" y="111"/>
                    <a:pt x="54" y="110"/>
                    <a:pt x="54" y="110"/>
                  </a:cubicBezTo>
                  <a:cubicBezTo>
                    <a:pt x="54" y="110"/>
                    <a:pt x="53" y="109"/>
                    <a:pt x="53" y="109"/>
                  </a:cubicBezTo>
                  <a:cubicBezTo>
                    <a:pt x="53" y="109"/>
                    <a:pt x="52" y="110"/>
                    <a:pt x="52" y="110"/>
                  </a:cubicBezTo>
                  <a:cubicBezTo>
                    <a:pt x="52" y="110"/>
                    <a:pt x="52" y="111"/>
                    <a:pt x="51" y="112"/>
                  </a:cubicBezTo>
                  <a:cubicBezTo>
                    <a:pt x="51" y="112"/>
                    <a:pt x="49" y="113"/>
                    <a:pt x="49" y="113"/>
                  </a:cubicBezTo>
                  <a:cubicBezTo>
                    <a:pt x="48" y="113"/>
                    <a:pt x="47" y="113"/>
                    <a:pt x="47" y="113"/>
                  </a:cubicBezTo>
                  <a:cubicBezTo>
                    <a:pt x="46" y="113"/>
                    <a:pt x="45" y="112"/>
                    <a:pt x="45" y="111"/>
                  </a:cubicBezTo>
                  <a:cubicBezTo>
                    <a:pt x="45" y="111"/>
                    <a:pt x="44" y="109"/>
                    <a:pt x="44" y="109"/>
                  </a:cubicBezTo>
                  <a:cubicBezTo>
                    <a:pt x="43" y="108"/>
                    <a:pt x="43" y="106"/>
                    <a:pt x="42" y="105"/>
                  </a:cubicBezTo>
                  <a:cubicBezTo>
                    <a:pt x="42" y="104"/>
                    <a:pt x="42" y="102"/>
                    <a:pt x="41" y="102"/>
                  </a:cubicBezTo>
                  <a:cubicBezTo>
                    <a:pt x="41" y="101"/>
                    <a:pt x="41" y="100"/>
                    <a:pt x="40" y="99"/>
                  </a:cubicBezTo>
                  <a:cubicBezTo>
                    <a:pt x="40" y="99"/>
                    <a:pt x="39" y="98"/>
                    <a:pt x="39" y="98"/>
                  </a:cubicBezTo>
                  <a:cubicBezTo>
                    <a:pt x="39" y="97"/>
                    <a:pt x="39" y="95"/>
                    <a:pt x="39" y="94"/>
                  </a:cubicBezTo>
                  <a:cubicBezTo>
                    <a:pt x="40" y="94"/>
                    <a:pt x="40" y="93"/>
                    <a:pt x="41" y="92"/>
                  </a:cubicBezTo>
                  <a:cubicBezTo>
                    <a:pt x="41" y="92"/>
                    <a:pt x="42" y="91"/>
                    <a:pt x="43" y="91"/>
                  </a:cubicBezTo>
                  <a:cubicBezTo>
                    <a:pt x="43" y="91"/>
                    <a:pt x="43" y="92"/>
                    <a:pt x="43" y="92"/>
                  </a:cubicBezTo>
                  <a:cubicBezTo>
                    <a:pt x="44" y="92"/>
                    <a:pt x="44" y="92"/>
                    <a:pt x="45" y="91"/>
                  </a:cubicBezTo>
                  <a:cubicBezTo>
                    <a:pt x="45" y="91"/>
                    <a:pt x="44" y="90"/>
                    <a:pt x="44" y="89"/>
                  </a:cubicBezTo>
                  <a:cubicBezTo>
                    <a:pt x="45" y="89"/>
                    <a:pt x="45" y="88"/>
                    <a:pt x="46" y="88"/>
                  </a:cubicBezTo>
                  <a:cubicBezTo>
                    <a:pt x="46" y="88"/>
                    <a:pt x="47" y="88"/>
                    <a:pt x="48" y="88"/>
                  </a:cubicBezTo>
                  <a:cubicBezTo>
                    <a:pt x="48" y="89"/>
                    <a:pt x="49" y="90"/>
                    <a:pt x="50" y="91"/>
                  </a:cubicBezTo>
                  <a:cubicBezTo>
                    <a:pt x="51" y="92"/>
                    <a:pt x="52" y="94"/>
                    <a:pt x="53" y="95"/>
                  </a:cubicBezTo>
                  <a:cubicBezTo>
                    <a:pt x="54" y="96"/>
                    <a:pt x="56" y="98"/>
                    <a:pt x="57" y="99"/>
                  </a:cubicBezTo>
                  <a:cubicBezTo>
                    <a:pt x="57" y="99"/>
                    <a:pt x="58" y="99"/>
                    <a:pt x="58" y="99"/>
                  </a:cubicBezTo>
                  <a:cubicBezTo>
                    <a:pt x="59" y="99"/>
                    <a:pt x="60" y="99"/>
                    <a:pt x="60" y="99"/>
                  </a:cubicBezTo>
                  <a:cubicBezTo>
                    <a:pt x="61" y="98"/>
                    <a:pt x="60" y="97"/>
                    <a:pt x="60" y="97"/>
                  </a:cubicBezTo>
                  <a:cubicBezTo>
                    <a:pt x="60" y="97"/>
                    <a:pt x="59" y="96"/>
                    <a:pt x="59" y="96"/>
                  </a:cubicBezTo>
                  <a:cubicBezTo>
                    <a:pt x="58" y="96"/>
                    <a:pt x="57" y="96"/>
                    <a:pt x="57" y="96"/>
                  </a:cubicBezTo>
                  <a:cubicBezTo>
                    <a:pt x="57" y="96"/>
                    <a:pt x="56" y="95"/>
                    <a:pt x="55" y="94"/>
                  </a:cubicBezTo>
                  <a:cubicBezTo>
                    <a:pt x="55" y="94"/>
                    <a:pt x="54" y="92"/>
                    <a:pt x="54" y="92"/>
                  </a:cubicBezTo>
                  <a:cubicBezTo>
                    <a:pt x="53" y="91"/>
                    <a:pt x="51" y="90"/>
                    <a:pt x="51" y="89"/>
                  </a:cubicBezTo>
                  <a:cubicBezTo>
                    <a:pt x="50" y="89"/>
                    <a:pt x="49" y="88"/>
                    <a:pt x="48" y="87"/>
                  </a:cubicBezTo>
                  <a:cubicBezTo>
                    <a:pt x="48" y="87"/>
                    <a:pt x="48" y="86"/>
                    <a:pt x="48" y="86"/>
                  </a:cubicBezTo>
                  <a:cubicBezTo>
                    <a:pt x="48" y="85"/>
                    <a:pt x="49" y="85"/>
                    <a:pt x="49" y="84"/>
                  </a:cubicBezTo>
                  <a:cubicBezTo>
                    <a:pt x="49" y="84"/>
                    <a:pt x="50" y="83"/>
                    <a:pt x="50" y="83"/>
                  </a:cubicBezTo>
                  <a:cubicBezTo>
                    <a:pt x="50" y="83"/>
                    <a:pt x="50" y="81"/>
                    <a:pt x="50" y="81"/>
                  </a:cubicBezTo>
                  <a:cubicBezTo>
                    <a:pt x="49" y="81"/>
                    <a:pt x="49" y="82"/>
                    <a:pt x="48" y="82"/>
                  </a:cubicBezTo>
                  <a:cubicBezTo>
                    <a:pt x="48" y="82"/>
                    <a:pt x="48" y="83"/>
                    <a:pt x="48" y="83"/>
                  </a:cubicBezTo>
                  <a:cubicBezTo>
                    <a:pt x="47" y="84"/>
                    <a:pt x="47" y="85"/>
                    <a:pt x="46" y="85"/>
                  </a:cubicBezTo>
                  <a:cubicBezTo>
                    <a:pt x="46" y="85"/>
                    <a:pt x="45" y="86"/>
                    <a:pt x="45" y="86"/>
                  </a:cubicBezTo>
                  <a:cubicBezTo>
                    <a:pt x="44" y="86"/>
                    <a:pt x="43" y="85"/>
                    <a:pt x="43" y="86"/>
                  </a:cubicBezTo>
                  <a:cubicBezTo>
                    <a:pt x="43" y="86"/>
                    <a:pt x="43" y="87"/>
                    <a:pt x="42" y="87"/>
                  </a:cubicBezTo>
                  <a:cubicBezTo>
                    <a:pt x="42" y="87"/>
                    <a:pt x="41" y="87"/>
                    <a:pt x="41" y="86"/>
                  </a:cubicBezTo>
                  <a:cubicBezTo>
                    <a:pt x="41" y="86"/>
                    <a:pt x="41" y="85"/>
                    <a:pt x="41" y="84"/>
                  </a:cubicBezTo>
                  <a:cubicBezTo>
                    <a:pt x="42" y="84"/>
                    <a:pt x="42" y="83"/>
                    <a:pt x="42" y="82"/>
                  </a:cubicBezTo>
                  <a:cubicBezTo>
                    <a:pt x="42" y="82"/>
                    <a:pt x="41" y="81"/>
                    <a:pt x="41" y="81"/>
                  </a:cubicBezTo>
                  <a:cubicBezTo>
                    <a:pt x="41" y="81"/>
                    <a:pt x="40" y="80"/>
                    <a:pt x="40" y="80"/>
                  </a:cubicBezTo>
                  <a:cubicBezTo>
                    <a:pt x="40" y="79"/>
                    <a:pt x="39" y="78"/>
                    <a:pt x="39" y="78"/>
                  </a:cubicBezTo>
                  <a:cubicBezTo>
                    <a:pt x="39" y="77"/>
                    <a:pt x="40" y="75"/>
                    <a:pt x="40" y="75"/>
                  </a:cubicBezTo>
                  <a:cubicBezTo>
                    <a:pt x="40" y="74"/>
                    <a:pt x="39" y="73"/>
                    <a:pt x="39" y="73"/>
                  </a:cubicBezTo>
                  <a:cubicBezTo>
                    <a:pt x="38" y="73"/>
                    <a:pt x="38" y="74"/>
                    <a:pt x="37" y="75"/>
                  </a:cubicBezTo>
                  <a:cubicBezTo>
                    <a:pt x="37" y="75"/>
                    <a:pt x="36" y="77"/>
                    <a:pt x="36" y="77"/>
                  </a:cubicBezTo>
                  <a:cubicBezTo>
                    <a:pt x="36" y="78"/>
                    <a:pt x="36" y="79"/>
                    <a:pt x="36" y="80"/>
                  </a:cubicBezTo>
                  <a:cubicBezTo>
                    <a:pt x="36" y="80"/>
                    <a:pt x="35" y="80"/>
                    <a:pt x="35" y="80"/>
                  </a:cubicBezTo>
                  <a:cubicBezTo>
                    <a:pt x="34" y="79"/>
                    <a:pt x="34" y="78"/>
                    <a:pt x="34" y="77"/>
                  </a:cubicBezTo>
                  <a:cubicBezTo>
                    <a:pt x="34" y="76"/>
                    <a:pt x="34" y="75"/>
                    <a:pt x="34" y="74"/>
                  </a:cubicBezTo>
                  <a:cubicBezTo>
                    <a:pt x="34" y="74"/>
                    <a:pt x="35" y="72"/>
                    <a:pt x="35" y="72"/>
                  </a:cubicBezTo>
                  <a:cubicBezTo>
                    <a:pt x="35" y="71"/>
                    <a:pt x="35" y="70"/>
                    <a:pt x="35" y="70"/>
                  </a:cubicBezTo>
                  <a:cubicBezTo>
                    <a:pt x="34" y="69"/>
                    <a:pt x="34" y="68"/>
                    <a:pt x="34" y="68"/>
                  </a:cubicBezTo>
                  <a:cubicBezTo>
                    <a:pt x="34" y="67"/>
                    <a:pt x="33" y="67"/>
                    <a:pt x="33" y="67"/>
                  </a:cubicBezTo>
                  <a:cubicBezTo>
                    <a:pt x="32" y="67"/>
                    <a:pt x="32" y="68"/>
                    <a:pt x="32" y="69"/>
                  </a:cubicBezTo>
                  <a:cubicBezTo>
                    <a:pt x="32" y="69"/>
                    <a:pt x="32" y="70"/>
                    <a:pt x="32" y="70"/>
                  </a:cubicBezTo>
                  <a:cubicBezTo>
                    <a:pt x="32" y="71"/>
                    <a:pt x="32" y="71"/>
                    <a:pt x="32" y="72"/>
                  </a:cubicBezTo>
                  <a:cubicBezTo>
                    <a:pt x="32" y="72"/>
                    <a:pt x="32" y="73"/>
                    <a:pt x="31" y="74"/>
                  </a:cubicBezTo>
                  <a:cubicBezTo>
                    <a:pt x="31" y="74"/>
                    <a:pt x="30" y="73"/>
                    <a:pt x="29" y="74"/>
                  </a:cubicBezTo>
                  <a:cubicBezTo>
                    <a:pt x="28" y="74"/>
                    <a:pt x="27" y="74"/>
                    <a:pt x="27" y="75"/>
                  </a:cubicBezTo>
                  <a:cubicBezTo>
                    <a:pt x="27" y="75"/>
                    <a:pt x="28" y="77"/>
                    <a:pt x="28" y="77"/>
                  </a:cubicBezTo>
                  <a:cubicBezTo>
                    <a:pt x="28" y="78"/>
                    <a:pt x="28" y="79"/>
                    <a:pt x="28" y="80"/>
                  </a:cubicBezTo>
                  <a:cubicBezTo>
                    <a:pt x="28" y="81"/>
                    <a:pt x="28" y="83"/>
                    <a:pt x="28" y="84"/>
                  </a:cubicBezTo>
                  <a:cubicBezTo>
                    <a:pt x="28" y="85"/>
                    <a:pt x="28" y="86"/>
                    <a:pt x="28" y="87"/>
                  </a:cubicBezTo>
                  <a:cubicBezTo>
                    <a:pt x="28" y="87"/>
                    <a:pt x="27" y="88"/>
                    <a:pt x="27" y="88"/>
                  </a:cubicBezTo>
                  <a:cubicBezTo>
                    <a:pt x="26" y="89"/>
                    <a:pt x="25" y="89"/>
                    <a:pt x="25" y="89"/>
                  </a:cubicBezTo>
                  <a:cubicBezTo>
                    <a:pt x="24" y="88"/>
                    <a:pt x="24" y="86"/>
                    <a:pt x="23" y="86"/>
                  </a:cubicBezTo>
                  <a:cubicBezTo>
                    <a:pt x="23" y="85"/>
                    <a:pt x="21" y="84"/>
                    <a:pt x="20" y="84"/>
                  </a:cubicBezTo>
                  <a:cubicBezTo>
                    <a:pt x="20" y="83"/>
                    <a:pt x="18" y="82"/>
                    <a:pt x="18" y="82"/>
                  </a:cubicBezTo>
                  <a:cubicBezTo>
                    <a:pt x="17" y="82"/>
                    <a:pt x="16" y="82"/>
                    <a:pt x="15" y="82"/>
                  </a:cubicBezTo>
                  <a:cubicBezTo>
                    <a:pt x="15" y="82"/>
                    <a:pt x="14" y="81"/>
                    <a:pt x="14" y="81"/>
                  </a:cubicBezTo>
                  <a:cubicBezTo>
                    <a:pt x="13" y="80"/>
                    <a:pt x="13" y="79"/>
                    <a:pt x="12" y="78"/>
                  </a:cubicBezTo>
                  <a:cubicBezTo>
                    <a:pt x="12" y="78"/>
                    <a:pt x="11" y="78"/>
                    <a:pt x="11" y="78"/>
                  </a:cubicBezTo>
                  <a:cubicBezTo>
                    <a:pt x="10" y="78"/>
                    <a:pt x="9" y="78"/>
                    <a:pt x="9" y="78"/>
                  </a:cubicBezTo>
                  <a:cubicBezTo>
                    <a:pt x="8" y="78"/>
                    <a:pt x="7" y="76"/>
                    <a:pt x="7" y="75"/>
                  </a:cubicBezTo>
                  <a:cubicBezTo>
                    <a:pt x="6" y="74"/>
                    <a:pt x="7" y="73"/>
                    <a:pt x="7" y="72"/>
                  </a:cubicBezTo>
                  <a:cubicBezTo>
                    <a:pt x="7" y="72"/>
                    <a:pt x="7" y="70"/>
                    <a:pt x="7" y="69"/>
                  </a:cubicBezTo>
                  <a:cubicBezTo>
                    <a:pt x="7" y="69"/>
                    <a:pt x="7" y="68"/>
                    <a:pt x="7" y="67"/>
                  </a:cubicBezTo>
                  <a:cubicBezTo>
                    <a:pt x="6" y="66"/>
                    <a:pt x="6" y="65"/>
                    <a:pt x="5" y="64"/>
                  </a:cubicBezTo>
                  <a:cubicBezTo>
                    <a:pt x="5" y="64"/>
                    <a:pt x="4" y="63"/>
                    <a:pt x="3" y="63"/>
                  </a:cubicBezTo>
                  <a:cubicBezTo>
                    <a:pt x="3" y="63"/>
                    <a:pt x="2" y="64"/>
                    <a:pt x="1" y="64"/>
                  </a:cubicBezTo>
                  <a:cubicBezTo>
                    <a:pt x="1" y="64"/>
                    <a:pt x="1" y="63"/>
                    <a:pt x="1" y="63"/>
                  </a:cubicBezTo>
                  <a:cubicBezTo>
                    <a:pt x="0" y="62"/>
                    <a:pt x="0" y="60"/>
                    <a:pt x="0" y="59"/>
                  </a:cubicBezTo>
                  <a:cubicBezTo>
                    <a:pt x="0" y="58"/>
                    <a:pt x="1" y="56"/>
                    <a:pt x="1" y="56"/>
                  </a:cubicBezTo>
                  <a:cubicBezTo>
                    <a:pt x="1" y="55"/>
                    <a:pt x="2" y="55"/>
                    <a:pt x="2" y="55"/>
                  </a:cubicBezTo>
                  <a:cubicBezTo>
                    <a:pt x="2" y="55"/>
                    <a:pt x="3" y="55"/>
                    <a:pt x="3" y="55"/>
                  </a:cubicBezTo>
                  <a:cubicBezTo>
                    <a:pt x="4" y="56"/>
                    <a:pt x="5" y="56"/>
                    <a:pt x="6" y="57"/>
                  </a:cubicBezTo>
                  <a:cubicBezTo>
                    <a:pt x="6" y="57"/>
                    <a:pt x="7" y="58"/>
                    <a:pt x="8" y="58"/>
                  </a:cubicBezTo>
                  <a:cubicBezTo>
                    <a:pt x="8" y="58"/>
                    <a:pt x="8" y="57"/>
                    <a:pt x="8" y="57"/>
                  </a:cubicBezTo>
                  <a:cubicBezTo>
                    <a:pt x="8" y="56"/>
                    <a:pt x="8" y="56"/>
                    <a:pt x="8" y="55"/>
                  </a:cubicBezTo>
                  <a:cubicBezTo>
                    <a:pt x="8" y="55"/>
                    <a:pt x="6" y="54"/>
                    <a:pt x="6" y="54"/>
                  </a:cubicBezTo>
                  <a:cubicBezTo>
                    <a:pt x="6" y="53"/>
                    <a:pt x="6" y="52"/>
                    <a:pt x="6" y="51"/>
                  </a:cubicBezTo>
                  <a:cubicBezTo>
                    <a:pt x="6" y="50"/>
                    <a:pt x="5" y="48"/>
                    <a:pt x="5" y="47"/>
                  </a:cubicBezTo>
                  <a:cubicBezTo>
                    <a:pt x="6" y="47"/>
                    <a:pt x="6" y="45"/>
                    <a:pt x="7" y="45"/>
                  </a:cubicBezTo>
                  <a:cubicBezTo>
                    <a:pt x="7" y="44"/>
                    <a:pt x="8" y="43"/>
                    <a:pt x="9" y="43"/>
                  </a:cubicBezTo>
                  <a:cubicBezTo>
                    <a:pt x="9" y="42"/>
                    <a:pt x="10" y="42"/>
                    <a:pt x="10" y="42"/>
                  </a:cubicBezTo>
                  <a:cubicBezTo>
                    <a:pt x="11" y="42"/>
                    <a:pt x="11" y="43"/>
                    <a:pt x="11" y="43"/>
                  </a:cubicBezTo>
                  <a:cubicBezTo>
                    <a:pt x="12" y="44"/>
                    <a:pt x="12" y="45"/>
                    <a:pt x="12" y="45"/>
                  </a:cubicBezTo>
                  <a:cubicBezTo>
                    <a:pt x="12" y="46"/>
                    <a:pt x="12" y="47"/>
                    <a:pt x="12" y="48"/>
                  </a:cubicBezTo>
                  <a:cubicBezTo>
                    <a:pt x="12" y="48"/>
                    <a:pt x="13" y="49"/>
                    <a:pt x="14" y="50"/>
                  </a:cubicBezTo>
                  <a:cubicBezTo>
                    <a:pt x="14" y="50"/>
                    <a:pt x="16" y="51"/>
                    <a:pt x="16" y="52"/>
                  </a:cubicBezTo>
                  <a:cubicBezTo>
                    <a:pt x="16" y="53"/>
                    <a:pt x="16" y="54"/>
                    <a:pt x="17" y="55"/>
                  </a:cubicBezTo>
                  <a:cubicBezTo>
                    <a:pt x="17" y="56"/>
                    <a:pt x="18" y="57"/>
                    <a:pt x="18" y="58"/>
                  </a:cubicBezTo>
                  <a:cubicBezTo>
                    <a:pt x="19" y="59"/>
                    <a:pt x="19" y="60"/>
                    <a:pt x="20" y="61"/>
                  </a:cubicBezTo>
                  <a:cubicBezTo>
                    <a:pt x="20" y="61"/>
                    <a:pt x="21" y="62"/>
                    <a:pt x="22" y="63"/>
                  </a:cubicBezTo>
                  <a:cubicBezTo>
                    <a:pt x="22" y="63"/>
                    <a:pt x="23" y="62"/>
                    <a:pt x="23" y="62"/>
                  </a:cubicBezTo>
                  <a:cubicBezTo>
                    <a:pt x="23" y="62"/>
                    <a:pt x="24" y="62"/>
                    <a:pt x="24" y="62"/>
                  </a:cubicBezTo>
                  <a:cubicBezTo>
                    <a:pt x="25" y="62"/>
                    <a:pt x="25" y="62"/>
                    <a:pt x="25" y="63"/>
                  </a:cubicBezTo>
                  <a:cubicBezTo>
                    <a:pt x="25" y="63"/>
                    <a:pt x="25" y="64"/>
                    <a:pt x="25" y="64"/>
                  </a:cubicBezTo>
                  <a:cubicBezTo>
                    <a:pt x="25" y="64"/>
                    <a:pt x="25" y="65"/>
                    <a:pt x="25" y="66"/>
                  </a:cubicBezTo>
                  <a:cubicBezTo>
                    <a:pt x="25" y="66"/>
                    <a:pt x="26" y="67"/>
                    <a:pt x="26" y="67"/>
                  </a:cubicBezTo>
                  <a:cubicBezTo>
                    <a:pt x="26" y="66"/>
                    <a:pt x="26" y="65"/>
                    <a:pt x="26" y="65"/>
                  </a:cubicBezTo>
                  <a:cubicBezTo>
                    <a:pt x="27" y="64"/>
                    <a:pt x="27" y="62"/>
                    <a:pt x="26" y="61"/>
                  </a:cubicBezTo>
                  <a:cubicBezTo>
                    <a:pt x="26" y="61"/>
                    <a:pt x="26" y="59"/>
                    <a:pt x="25" y="59"/>
                  </a:cubicBezTo>
                  <a:cubicBezTo>
                    <a:pt x="25" y="58"/>
                    <a:pt x="24" y="58"/>
                    <a:pt x="24" y="58"/>
                  </a:cubicBezTo>
                  <a:cubicBezTo>
                    <a:pt x="23" y="58"/>
                    <a:pt x="23" y="59"/>
                    <a:pt x="23" y="59"/>
                  </a:cubicBezTo>
                  <a:cubicBezTo>
                    <a:pt x="22" y="59"/>
                    <a:pt x="22" y="58"/>
                    <a:pt x="21" y="58"/>
                  </a:cubicBezTo>
                  <a:cubicBezTo>
                    <a:pt x="21" y="58"/>
                    <a:pt x="20" y="56"/>
                    <a:pt x="21" y="56"/>
                  </a:cubicBezTo>
                  <a:cubicBezTo>
                    <a:pt x="21" y="55"/>
                    <a:pt x="22" y="56"/>
                    <a:pt x="22" y="56"/>
                  </a:cubicBezTo>
                  <a:cubicBezTo>
                    <a:pt x="23" y="56"/>
                    <a:pt x="23" y="55"/>
                    <a:pt x="23" y="55"/>
                  </a:cubicBezTo>
                  <a:cubicBezTo>
                    <a:pt x="23" y="54"/>
                    <a:pt x="22" y="54"/>
                    <a:pt x="22" y="53"/>
                  </a:cubicBezTo>
                  <a:cubicBezTo>
                    <a:pt x="22" y="53"/>
                    <a:pt x="22" y="51"/>
                    <a:pt x="21" y="50"/>
                  </a:cubicBezTo>
                  <a:cubicBezTo>
                    <a:pt x="21" y="49"/>
                    <a:pt x="21" y="48"/>
                    <a:pt x="21" y="47"/>
                  </a:cubicBezTo>
                  <a:cubicBezTo>
                    <a:pt x="21" y="47"/>
                    <a:pt x="21" y="46"/>
                    <a:pt x="21" y="46"/>
                  </a:cubicBezTo>
                  <a:cubicBezTo>
                    <a:pt x="21" y="46"/>
                    <a:pt x="23" y="46"/>
                    <a:pt x="23" y="46"/>
                  </a:cubicBezTo>
                  <a:cubicBezTo>
                    <a:pt x="24" y="46"/>
                    <a:pt x="25" y="45"/>
                    <a:pt x="25" y="45"/>
                  </a:cubicBezTo>
                  <a:cubicBezTo>
                    <a:pt x="26" y="45"/>
                    <a:pt x="26" y="46"/>
                    <a:pt x="26" y="47"/>
                  </a:cubicBezTo>
                  <a:cubicBezTo>
                    <a:pt x="26" y="47"/>
                    <a:pt x="27" y="49"/>
                    <a:pt x="27" y="49"/>
                  </a:cubicBezTo>
                  <a:cubicBezTo>
                    <a:pt x="27" y="50"/>
                    <a:pt x="28" y="50"/>
                    <a:pt x="29" y="50"/>
                  </a:cubicBezTo>
                  <a:cubicBezTo>
                    <a:pt x="29" y="50"/>
                    <a:pt x="29" y="48"/>
                    <a:pt x="29" y="48"/>
                  </a:cubicBezTo>
                  <a:cubicBezTo>
                    <a:pt x="29" y="47"/>
                    <a:pt x="30" y="46"/>
                    <a:pt x="30" y="45"/>
                  </a:cubicBezTo>
                  <a:cubicBezTo>
                    <a:pt x="29" y="45"/>
                    <a:pt x="29" y="44"/>
                    <a:pt x="29" y="43"/>
                  </a:cubicBezTo>
                  <a:cubicBezTo>
                    <a:pt x="28" y="42"/>
                    <a:pt x="27" y="41"/>
                    <a:pt x="26" y="40"/>
                  </a:cubicBezTo>
                  <a:cubicBezTo>
                    <a:pt x="25" y="39"/>
                    <a:pt x="24" y="37"/>
                    <a:pt x="23" y="36"/>
                  </a:cubicBezTo>
                  <a:cubicBezTo>
                    <a:pt x="23" y="36"/>
                    <a:pt x="22" y="35"/>
                    <a:pt x="22" y="34"/>
                  </a:cubicBezTo>
                  <a:cubicBezTo>
                    <a:pt x="21" y="34"/>
                    <a:pt x="20" y="34"/>
                    <a:pt x="20" y="34"/>
                  </a:cubicBezTo>
                  <a:cubicBezTo>
                    <a:pt x="20" y="34"/>
                    <a:pt x="20" y="35"/>
                    <a:pt x="20" y="36"/>
                  </a:cubicBezTo>
                  <a:cubicBezTo>
                    <a:pt x="19" y="36"/>
                    <a:pt x="19" y="35"/>
                    <a:pt x="19" y="35"/>
                  </a:cubicBezTo>
                  <a:cubicBezTo>
                    <a:pt x="18" y="35"/>
                    <a:pt x="18" y="33"/>
                    <a:pt x="18" y="33"/>
                  </a:cubicBezTo>
                  <a:cubicBezTo>
                    <a:pt x="18" y="32"/>
                    <a:pt x="20" y="31"/>
                    <a:pt x="20" y="31"/>
                  </a:cubicBezTo>
                  <a:cubicBezTo>
                    <a:pt x="20" y="30"/>
                    <a:pt x="21" y="29"/>
                    <a:pt x="21" y="28"/>
                  </a:cubicBezTo>
                  <a:cubicBezTo>
                    <a:pt x="21" y="27"/>
                    <a:pt x="20" y="26"/>
                    <a:pt x="20" y="25"/>
                  </a:cubicBezTo>
                  <a:cubicBezTo>
                    <a:pt x="20" y="24"/>
                    <a:pt x="20" y="23"/>
                    <a:pt x="20" y="22"/>
                  </a:cubicBezTo>
                  <a:cubicBezTo>
                    <a:pt x="20" y="22"/>
                    <a:pt x="20" y="21"/>
                    <a:pt x="21" y="21"/>
                  </a:cubicBezTo>
                  <a:cubicBezTo>
                    <a:pt x="21" y="21"/>
                    <a:pt x="22" y="22"/>
                    <a:pt x="22" y="22"/>
                  </a:cubicBezTo>
                  <a:cubicBezTo>
                    <a:pt x="23" y="22"/>
                    <a:pt x="25" y="23"/>
                    <a:pt x="25" y="23"/>
                  </a:cubicBezTo>
                  <a:cubicBezTo>
                    <a:pt x="26" y="24"/>
                    <a:pt x="27" y="24"/>
                    <a:pt x="27" y="25"/>
                  </a:cubicBezTo>
                  <a:cubicBezTo>
                    <a:pt x="28" y="25"/>
                    <a:pt x="28" y="27"/>
                    <a:pt x="29" y="27"/>
                  </a:cubicBezTo>
                  <a:cubicBezTo>
                    <a:pt x="29" y="28"/>
                    <a:pt x="29" y="30"/>
                    <a:pt x="29" y="30"/>
                  </a:cubicBezTo>
                  <a:cubicBezTo>
                    <a:pt x="29" y="31"/>
                    <a:pt x="29" y="33"/>
                    <a:pt x="29" y="34"/>
                  </a:cubicBezTo>
                  <a:cubicBezTo>
                    <a:pt x="29" y="35"/>
                    <a:pt x="30" y="36"/>
                    <a:pt x="30" y="36"/>
                  </a:cubicBezTo>
                  <a:cubicBezTo>
                    <a:pt x="31" y="37"/>
                    <a:pt x="32" y="37"/>
                    <a:pt x="33" y="37"/>
                  </a:cubicBezTo>
                  <a:cubicBezTo>
                    <a:pt x="33" y="37"/>
                    <a:pt x="34" y="39"/>
                    <a:pt x="35" y="39"/>
                  </a:cubicBezTo>
                  <a:cubicBezTo>
                    <a:pt x="35" y="39"/>
                    <a:pt x="36" y="39"/>
                    <a:pt x="37" y="40"/>
                  </a:cubicBezTo>
                  <a:cubicBezTo>
                    <a:pt x="37" y="40"/>
                    <a:pt x="38" y="40"/>
                    <a:pt x="38" y="40"/>
                  </a:cubicBezTo>
                  <a:cubicBezTo>
                    <a:pt x="39" y="41"/>
                    <a:pt x="39" y="42"/>
                    <a:pt x="40" y="42"/>
                  </a:cubicBezTo>
                  <a:cubicBezTo>
                    <a:pt x="40" y="43"/>
                    <a:pt x="40" y="44"/>
                    <a:pt x="40" y="44"/>
                  </a:cubicBezTo>
                  <a:cubicBezTo>
                    <a:pt x="41" y="45"/>
                    <a:pt x="42" y="46"/>
                    <a:pt x="42" y="47"/>
                  </a:cubicBezTo>
                  <a:cubicBezTo>
                    <a:pt x="42" y="47"/>
                    <a:pt x="42" y="48"/>
                    <a:pt x="42" y="48"/>
                  </a:cubicBezTo>
                  <a:cubicBezTo>
                    <a:pt x="43" y="48"/>
                    <a:pt x="43" y="48"/>
                    <a:pt x="43" y="47"/>
                  </a:cubicBezTo>
                  <a:cubicBezTo>
                    <a:pt x="44" y="47"/>
                    <a:pt x="44" y="46"/>
                    <a:pt x="44" y="46"/>
                  </a:cubicBezTo>
                  <a:cubicBezTo>
                    <a:pt x="44" y="46"/>
                    <a:pt x="45" y="45"/>
                    <a:pt x="45" y="44"/>
                  </a:cubicBezTo>
                  <a:cubicBezTo>
                    <a:pt x="45" y="44"/>
                    <a:pt x="46" y="43"/>
                    <a:pt x="46" y="43"/>
                  </a:cubicBezTo>
                  <a:cubicBezTo>
                    <a:pt x="47" y="43"/>
                    <a:pt x="47" y="44"/>
                    <a:pt x="47" y="45"/>
                  </a:cubicBezTo>
                  <a:cubicBezTo>
                    <a:pt x="47" y="45"/>
                    <a:pt x="46" y="46"/>
                    <a:pt x="46" y="46"/>
                  </a:cubicBezTo>
                  <a:cubicBezTo>
                    <a:pt x="46" y="47"/>
                    <a:pt x="46" y="47"/>
                    <a:pt x="45" y="48"/>
                  </a:cubicBezTo>
                  <a:cubicBezTo>
                    <a:pt x="45" y="48"/>
                    <a:pt x="44" y="49"/>
                    <a:pt x="44" y="50"/>
                  </a:cubicBezTo>
                  <a:cubicBezTo>
                    <a:pt x="44" y="50"/>
                    <a:pt x="44" y="51"/>
                    <a:pt x="44" y="51"/>
                  </a:cubicBezTo>
                  <a:cubicBezTo>
                    <a:pt x="44" y="52"/>
                    <a:pt x="44" y="53"/>
                    <a:pt x="44" y="53"/>
                  </a:cubicBezTo>
                  <a:cubicBezTo>
                    <a:pt x="44" y="54"/>
                    <a:pt x="44" y="56"/>
                    <a:pt x="45" y="56"/>
                  </a:cubicBezTo>
                  <a:cubicBezTo>
                    <a:pt x="45" y="56"/>
                    <a:pt x="46" y="54"/>
                    <a:pt x="46" y="54"/>
                  </a:cubicBezTo>
                  <a:cubicBezTo>
                    <a:pt x="46" y="53"/>
                    <a:pt x="45" y="52"/>
                    <a:pt x="46" y="52"/>
                  </a:cubicBezTo>
                  <a:cubicBezTo>
                    <a:pt x="46" y="51"/>
                    <a:pt x="47" y="50"/>
                    <a:pt x="47" y="50"/>
                  </a:cubicBezTo>
                  <a:cubicBezTo>
                    <a:pt x="47" y="49"/>
                    <a:pt x="48" y="48"/>
                    <a:pt x="48" y="47"/>
                  </a:cubicBezTo>
                  <a:cubicBezTo>
                    <a:pt x="48" y="47"/>
                    <a:pt x="48" y="46"/>
                    <a:pt x="48" y="45"/>
                  </a:cubicBezTo>
                  <a:cubicBezTo>
                    <a:pt x="48" y="45"/>
                    <a:pt x="48" y="43"/>
                    <a:pt x="49" y="43"/>
                  </a:cubicBezTo>
                  <a:cubicBezTo>
                    <a:pt x="49" y="42"/>
                    <a:pt x="49" y="42"/>
                    <a:pt x="49" y="42"/>
                  </a:cubicBezTo>
                  <a:cubicBezTo>
                    <a:pt x="50" y="42"/>
                    <a:pt x="50" y="43"/>
                    <a:pt x="50" y="43"/>
                  </a:cubicBezTo>
                  <a:cubicBezTo>
                    <a:pt x="51" y="43"/>
                    <a:pt x="52" y="45"/>
                    <a:pt x="52" y="45"/>
                  </a:cubicBezTo>
                  <a:cubicBezTo>
                    <a:pt x="53" y="46"/>
                    <a:pt x="54" y="48"/>
                    <a:pt x="55" y="48"/>
                  </a:cubicBezTo>
                  <a:cubicBezTo>
                    <a:pt x="55" y="49"/>
                    <a:pt x="55" y="50"/>
                    <a:pt x="56" y="51"/>
                  </a:cubicBezTo>
                  <a:cubicBezTo>
                    <a:pt x="56" y="51"/>
                    <a:pt x="56" y="52"/>
                    <a:pt x="56" y="52"/>
                  </a:cubicBezTo>
                  <a:cubicBezTo>
                    <a:pt x="56" y="53"/>
                    <a:pt x="55" y="54"/>
                    <a:pt x="56" y="54"/>
                  </a:cubicBezTo>
                  <a:cubicBezTo>
                    <a:pt x="56" y="54"/>
                    <a:pt x="57" y="54"/>
                    <a:pt x="57" y="53"/>
                  </a:cubicBezTo>
                  <a:cubicBezTo>
                    <a:pt x="57" y="53"/>
                    <a:pt x="57" y="52"/>
                    <a:pt x="57" y="52"/>
                  </a:cubicBezTo>
                  <a:cubicBezTo>
                    <a:pt x="58" y="52"/>
                    <a:pt x="58" y="53"/>
                    <a:pt x="58" y="53"/>
                  </a:cubicBezTo>
                  <a:cubicBezTo>
                    <a:pt x="58" y="53"/>
                    <a:pt x="58" y="54"/>
                    <a:pt x="58" y="54"/>
                  </a:cubicBezTo>
                  <a:cubicBezTo>
                    <a:pt x="58" y="55"/>
                    <a:pt x="58" y="56"/>
                    <a:pt x="58" y="57"/>
                  </a:cubicBezTo>
                  <a:cubicBezTo>
                    <a:pt x="58" y="58"/>
                    <a:pt x="59" y="59"/>
                    <a:pt x="59" y="59"/>
                  </a:cubicBezTo>
                  <a:cubicBezTo>
                    <a:pt x="60" y="60"/>
                    <a:pt x="60" y="62"/>
                    <a:pt x="60" y="62"/>
                  </a:cubicBezTo>
                  <a:cubicBezTo>
                    <a:pt x="61" y="62"/>
                    <a:pt x="61" y="60"/>
                    <a:pt x="61" y="59"/>
                  </a:cubicBezTo>
                  <a:cubicBezTo>
                    <a:pt x="61" y="59"/>
                    <a:pt x="61" y="58"/>
                    <a:pt x="61" y="58"/>
                  </a:cubicBezTo>
                  <a:cubicBezTo>
                    <a:pt x="61" y="57"/>
                    <a:pt x="60" y="56"/>
                    <a:pt x="60" y="56"/>
                  </a:cubicBezTo>
                  <a:cubicBezTo>
                    <a:pt x="60" y="55"/>
                    <a:pt x="59" y="54"/>
                    <a:pt x="60" y="54"/>
                  </a:cubicBezTo>
                  <a:cubicBezTo>
                    <a:pt x="60" y="54"/>
                    <a:pt x="61" y="54"/>
                    <a:pt x="61" y="54"/>
                  </a:cubicBezTo>
                  <a:cubicBezTo>
                    <a:pt x="61" y="54"/>
                    <a:pt x="61" y="53"/>
                    <a:pt x="61" y="52"/>
                  </a:cubicBezTo>
                  <a:cubicBezTo>
                    <a:pt x="61" y="52"/>
                    <a:pt x="60" y="51"/>
                    <a:pt x="60" y="51"/>
                  </a:cubicBezTo>
                  <a:cubicBezTo>
                    <a:pt x="59" y="50"/>
                    <a:pt x="58" y="49"/>
                    <a:pt x="58" y="49"/>
                  </a:cubicBezTo>
                  <a:cubicBezTo>
                    <a:pt x="57" y="48"/>
                    <a:pt x="56" y="48"/>
                    <a:pt x="55" y="47"/>
                  </a:cubicBezTo>
                  <a:cubicBezTo>
                    <a:pt x="55" y="46"/>
                    <a:pt x="54" y="45"/>
                    <a:pt x="54" y="44"/>
                  </a:cubicBezTo>
                  <a:cubicBezTo>
                    <a:pt x="53" y="44"/>
                    <a:pt x="53" y="43"/>
                    <a:pt x="53" y="42"/>
                  </a:cubicBezTo>
                  <a:cubicBezTo>
                    <a:pt x="53" y="42"/>
                    <a:pt x="54" y="40"/>
                    <a:pt x="54" y="39"/>
                  </a:cubicBezTo>
                  <a:cubicBezTo>
                    <a:pt x="53" y="39"/>
                    <a:pt x="53" y="38"/>
                    <a:pt x="53" y="38"/>
                  </a:cubicBezTo>
                  <a:cubicBezTo>
                    <a:pt x="52" y="37"/>
                    <a:pt x="51" y="37"/>
                    <a:pt x="51" y="36"/>
                  </a:cubicBezTo>
                  <a:cubicBezTo>
                    <a:pt x="51" y="35"/>
                    <a:pt x="51" y="34"/>
                    <a:pt x="51" y="34"/>
                  </a:cubicBezTo>
                  <a:cubicBezTo>
                    <a:pt x="51" y="33"/>
                    <a:pt x="51" y="32"/>
                    <a:pt x="51" y="31"/>
                  </a:cubicBezTo>
                  <a:cubicBezTo>
                    <a:pt x="52" y="31"/>
                    <a:pt x="52" y="32"/>
                    <a:pt x="52" y="32"/>
                  </a:cubicBezTo>
                  <a:cubicBezTo>
                    <a:pt x="52" y="32"/>
                    <a:pt x="53" y="32"/>
                    <a:pt x="53" y="31"/>
                  </a:cubicBezTo>
                  <a:cubicBezTo>
                    <a:pt x="53" y="31"/>
                    <a:pt x="53" y="30"/>
                    <a:pt x="54" y="30"/>
                  </a:cubicBezTo>
                  <a:cubicBezTo>
                    <a:pt x="54" y="30"/>
                    <a:pt x="54" y="29"/>
                    <a:pt x="55" y="29"/>
                  </a:cubicBezTo>
                  <a:cubicBezTo>
                    <a:pt x="55" y="28"/>
                    <a:pt x="55" y="28"/>
                    <a:pt x="55" y="28"/>
                  </a:cubicBezTo>
                  <a:cubicBezTo>
                    <a:pt x="55" y="28"/>
                    <a:pt x="54" y="27"/>
                    <a:pt x="54" y="27"/>
                  </a:cubicBezTo>
                  <a:cubicBezTo>
                    <a:pt x="54" y="27"/>
                    <a:pt x="53" y="28"/>
                    <a:pt x="53" y="28"/>
                  </a:cubicBezTo>
                  <a:cubicBezTo>
                    <a:pt x="53" y="28"/>
                    <a:pt x="52" y="28"/>
                    <a:pt x="52" y="28"/>
                  </a:cubicBezTo>
                  <a:cubicBezTo>
                    <a:pt x="51" y="28"/>
                    <a:pt x="51" y="27"/>
                    <a:pt x="51" y="26"/>
                  </a:cubicBezTo>
                  <a:cubicBezTo>
                    <a:pt x="51" y="25"/>
                    <a:pt x="51" y="23"/>
                    <a:pt x="50" y="22"/>
                  </a:cubicBezTo>
                  <a:cubicBezTo>
                    <a:pt x="50" y="21"/>
                    <a:pt x="51" y="19"/>
                    <a:pt x="50" y="19"/>
                  </a:cubicBezTo>
                  <a:cubicBezTo>
                    <a:pt x="50" y="18"/>
                    <a:pt x="49" y="17"/>
                    <a:pt x="49" y="17"/>
                  </a:cubicBezTo>
                  <a:cubicBezTo>
                    <a:pt x="48" y="16"/>
                    <a:pt x="48" y="15"/>
                    <a:pt x="48" y="15"/>
                  </a:cubicBezTo>
                  <a:cubicBezTo>
                    <a:pt x="48" y="14"/>
                    <a:pt x="48" y="14"/>
                    <a:pt x="49" y="13"/>
                  </a:cubicBezTo>
                  <a:cubicBezTo>
                    <a:pt x="49" y="13"/>
                    <a:pt x="49" y="13"/>
                    <a:pt x="49" y="13"/>
                  </a:cubicBezTo>
                  <a:cubicBezTo>
                    <a:pt x="49" y="12"/>
                    <a:pt x="49" y="11"/>
                    <a:pt x="49" y="11"/>
                  </a:cubicBezTo>
                  <a:cubicBezTo>
                    <a:pt x="49" y="11"/>
                    <a:pt x="50" y="10"/>
                    <a:pt x="50" y="10"/>
                  </a:cubicBezTo>
                  <a:cubicBezTo>
                    <a:pt x="51" y="10"/>
                    <a:pt x="53" y="11"/>
                    <a:pt x="54" y="10"/>
                  </a:cubicBezTo>
                  <a:cubicBezTo>
                    <a:pt x="54" y="10"/>
                    <a:pt x="56" y="10"/>
                    <a:pt x="56" y="9"/>
                  </a:cubicBezTo>
                  <a:cubicBezTo>
                    <a:pt x="57" y="9"/>
                    <a:pt x="58" y="7"/>
                    <a:pt x="58" y="6"/>
                  </a:cubicBezTo>
                  <a:cubicBezTo>
                    <a:pt x="58" y="5"/>
                    <a:pt x="58" y="4"/>
                    <a:pt x="58" y="3"/>
                  </a:cubicBezTo>
                  <a:cubicBezTo>
                    <a:pt x="58" y="3"/>
                    <a:pt x="57" y="2"/>
                    <a:pt x="57" y="1"/>
                  </a:cubicBezTo>
                  <a:cubicBezTo>
                    <a:pt x="57" y="1"/>
                    <a:pt x="58" y="0"/>
                    <a:pt x="58" y="0"/>
                  </a:cubicBezTo>
                  <a:cubicBezTo>
                    <a:pt x="58" y="0"/>
                    <a:pt x="59" y="0"/>
                    <a:pt x="59" y="0"/>
                  </a:cubicBezTo>
                  <a:cubicBezTo>
                    <a:pt x="59" y="0"/>
                    <a:pt x="59" y="1"/>
                    <a:pt x="60" y="1"/>
                  </a:cubicBezTo>
                  <a:cubicBezTo>
                    <a:pt x="60" y="2"/>
                    <a:pt x="60" y="2"/>
                    <a:pt x="60" y="2"/>
                  </a:cubicBezTo>
                  <a:cubicBezTo>
                    <a:pt x="61" y="2"/>
                    <a:pt x="61" y="2"/>
                    <a:pt x="61" y="2"/>
                  </a:cubicBezTo>
                  <a:cubicBezTo>
                    <a:pt x="62" y="1"/>
                    <a:pt x="62" y="1"/>
                    <a:pt x="63" y="0"/>
                  </a:cubicBezTo>
                  <a:cubicBezTo>
                    <a:pt x="63" y="0"/>
                    <a:pt x="63" y="0"/>
                    <a:pt x="64" y="0"/>
                  </a:cubicBezTo>
                  <a:cubicBezTo>
                    <a:pt x="64" y="0"/>
                    <a:pt x="65" y="0"/>
                    <a:pt x="65" y="1"/>
                  </a:cubicBezTo>
                  <a:cubicBezTo>
                    <a:pt x="65" y="1"/>
                    <a:pt x="65" y="2"/>
                    <a:pt x="65" y="2"/>
                  </a:cubicBezTo>
                  <a:cubicBezTo>
                    <a:pt x="65" y="2"/>
                    <a:pt x="65" y="3"/>
                    <a:pt x="65" y="3"/>
                  </a:cubicBezTo>
                  <a:cubicBezTo>
                    <a:pt x="65" y="3"/>
                    <a:pt x="65" y="4"/>
                    <a:pt x="65" y="5"/>
                  </a:cubicBezTo>
                  <a:cubicBezTo>
                    <a:pt x="65" y="5"/>
                    <a:pt x="66" y="5"/>
                    <a:pt x="66" y="5"/>
                  </a:cubicBezTo>
                  <a:cubicBezTo>
                    <a:pt x="67" y="5"/>
                    <a:pt x="68" y="5"/>
                    <a:pt x="68" y="6"/>
                  </a:cubicBezTo>
                  <a:cubicBezTo>
                    <a:pt x="69" y="6"/>
                    <a:pt x="70" y="7"/>
                    <a:pt x="71" y="7"/>
                  </a:cubicBezTo>
                  <a:cubicBezTo>
                    <a:pt x="71" y="8"/>
                    <a:pt x="72" y="10"/>
                    <a:pt x="72" y="10"/>
                  </a:cubicBezTo>
                  <a:cubicBezTo>
                    <a:pt x="72" y="11"/>
                    <a:pt x="72" y="12"/>
                    <a:pt x="72" y="13"/>
                  </a:cubicBezTo>
                  <a:cubicBezTo>
                    <a:pt x="72" y="13"/>
                    <a:pt x="72" y="15"/>
                    <a:pt x="72" y="15"/>
                  </a:cubicBezTo>
                  <a:cubicBezTo>
                    <a:pt x="72" y="16"/>
                    <a:pt x="72" y="17"/>
                    <a:pt x="73" y="17"/>
                  </a:cubicBezTo>
                  <a:cubicBezTo>
                    <a:pt x="73" y="18"/>
                    <a:pt x="74" y="18"/>
                    <a:pt x="74" y="18"/>
                  </a:cubicBezTo>
                  <a:cubicBezTo>
                    <a:pt x="74" y="18"/>
                    <a:pt x="75" y="17"/>
                    <a:pt x="75" y="17"/>
                  </a:cubicBezTo>
                  <a:cubicBezTo>
                    <a:pt x="75" y="17"/>
                    <a:pt x="76" y="17"/>
                    <a:pt x="76" y="17"/>
                  </a:cubicBezTo>
                  <a:cubicBezTo>
                    <a:pt x="77" y="18"/>
                    <a:pt x="78" y="19"/>
                    <a:pt x="78" y="19"/>
                  </a:cubicBezTo>
                  <a:cubicBezTo>
                    <a:pt x="79" y="20"/>
                    <a:pt x="80" y="21"/>
                    <a:pt x="80" y="22"/>
                  </a:cubicBezTo>
                  <a:cubicBezTo>
                    <a:pt x="80" y="23"/>
                    <a:pt x="81" y="24"/>
                    <a:pt x="81" y="25"/>
                  </a:cubicBezTo>
                  <a:cubicBezTo>
                    <a:pt x="82" y="25"/>
                    <a:pt x="82" y="27"/>
                    <a:pt x="82" y="27"/>
                  </a:cubicBezTo>
                  <a:cubicBezTo>
                    <a:pt x="82" y="28"/>
                    <a:pt x="83" y="28"/>
                    <a:pt x="84" y="28"/>
                  </a:cubicBezTo>
                  <a:cubicBezTo>
                    <a:pt x="84" y="28"/>
                    <a:pt x="84" y="27"/>
                    <a:pt x="84" y="27"/>
                  </a:cubicBezTo>
                  <a:cubicBezTo>
                    <a:pt x="85" y="27"/>
                    <a:pt x="86" y="28"/>
                    <a:pt x="86" y="28"/>
                  </a:cubicBezTo>
                  <a:cubicBezTo>
                    <a:pt x="86" y="28"/>
                    <a:pt x="86" y="29"/>
                    <a:pt x="86" y="30"/>
                  </a:cubicBezTo>
                  <a:cubicBezTo>
                    <a:pt x="85" y="31"/>
                    <a:pt x="85" y="33"/>
                    <a:pt x="85" y="34"/>
                  </a:cubicBezTo>
                  <a:cubicBezTo>
                    <a:pt x="84" y="34"/>
                    <a:pt x="84" y="36"/>
                    <a:pt x="84" y="37"/>
                  </a:cubicBezTo>
                  <a:cubicBezTo>
                    <a:pt x="84" y="39"/>
                    <a:pt x="84" y="41"/>
                    <a:pt x="84" y="43"/>
                  </a:cubicBezTo>
                  <a:cubicBezTo>
                    <a:pt x="84" y="45"/>
                    <a:pt x="84" y="49"/>
                    <a:pt x="84" y="51"/>
                  </a:cubicBezTo>
                  <a:cubicBezTo>
                    <a:pt x="84" y="53"/>
                    <a:pt x="84" y="57"/>
                    <a:pt x="83" y="59"/>
                  </a:cubicBezTo>
                  <a:cubicBezTo>
                    <a:pt x="83" y="60"/>
                    <a:pt x="83" y="64"/>
                    <a:pt x="82" y="65"/>
                  </a:cubicBezTo>
                  <a:cubicBezTo>
                    <a:pt x="82" y="66"/>
                    <a:pt x="81" y="68"/>
                    <a:pt x="80" y="68"/>
                  </a:cubicBezTo>
                  <a:cubicBezTo>
                    <a:pt x="80" y="69"/>
                    <a:pt x="79" y="70"/>
                    <a:pt x="78" y="70"/>
                  </a:cubicBezTo>
                  <a:cubicBezTo>
                    <a:pt x="78" y="70"/>
                    <a:pt x="77" y="70"/>
                    <a:pt x="76" y="71"/>
                  </a:cubicBezTo>
                  <a:cubicBezTo>
                    <a:pt x="76" y="71"/>
                    <a:pt x="76" y="72"/>
                    <a:pt x="76" y="72"/>
                  </a:cubicBezTo>
                  <a:cubicBezTo>
                    <a:pt x="76" y="73"/>
                    <a:pt x="76" y="74"/>
                    <a:pt x="76" y="74"/>
                  </a:cubicBezTo>
                  <a:cubicBezTo>
                    <a:pt x="76" y="74"/>
                    <a:pt x="75" y="75"/>
                    <a:pt x="75" y="75"/>
                  </a:cubicBezTo>
                  <a:cubicBezTo>
                    <a:pt x="75" y="76"/>
                    <a:pt x="75" y="76"/>
                    <a:pt x="75" y="77"/>
                  </a:cubicBezTo>
                  <a:cubicBezTo>
                    <a:pt x="75" y="77"/>
                    <a:pt x="76" y="77"/>
                    <a:pt x="76" y="76"/>
                  </a:cubicBezTo>
                  <a:cubicBezTo>
                    <a:pt x="77" y="76"/>
                    <a:pt x="77" y="75"/>
                    <a:pt x="77" y="75"/>
                  </a:cubicBezTo>
                  <a:cubicBezTo>
                    <a:pt x="77" y="74"/>
                    <a:pt x="77" y="74"/>
                    <a:pt x="77" y="73"/>
                  </a:cubicBezTo>
                  <a:cubicBezTo>
                    <a:pt x="78" y="73"/>
                    <a:pt x="78" y="72"/>
                    <a:pt x="79" y="72"/>
                  </a:cubicBezTo>
                  <a:cubicBezTo>
                    <a:pt x="79" y="72"/>
                    <a:pt x="81" y="72"/>
                    <a:pt x="82" y="72"/>
                  </a:cubicBezTo>
                  <a:cubicBezTo>
                    <a:pt x="82" y="72"/>
                    <a:pt x="83" y="73"/>
                    <a:pt x="84" y="73"/>
                  </a:cubicBezTo>
                  <a:cubicBezTo>
                    <a:pt x="84" y="74"/>
                    <a:pt x="85" y="75"/>
                    <a:pt x="85" y="75"/>
                  </a:cubicBezTo>
                  <a:cubicBezTo>
                    <a:pt x="85" y="76"/>
                    <a:pt x="84" y="78"/>
                    <a:pt x="84" y="78"/>
                  </a:cubicBezTo>
                  <a:cubicBezTo>
                    <a:pt x="84" y="79"/>
                    <a:pt x="83" y="79"/>
                    <a:pt x="83" y="80"/>
                  </a:cubicBezTo>
                  <a:cubicBezTo>
                    <a:pt x="83" y="80"/>
                    <a:pt x="82" y="80"/>
                    <a:pt x="82" y="81"/>
                  </a:cubicBezTo>
                  <a:cubicBezTo>
                    <a:pt x="82" y="81"/>
                    <a:pt x="82" y="82"/>
                    <a:pt x="83" y="82"/>
                  </a:cubicBezTo>
                  <a:cubicBezTo>
                    <a:pt x="83" y="82"/>
                    <a:pt x="84" y="83"/>
                    <a:pt x="84" y="83"/>
                  </a:cubicBezTo>
                  <a:cubicBezTo>
                    <a:pt x="84" y="83"/>
                    <a:pt x="85" y="85"/>
                    <a:pt x="85" y="85"/>
                  </a:cubicBezTo>
                  <a:cubicBezTo>
                    <a:pt x="85" y="86"/>
                    <a:pt x="85" y="87"/>
                    <a:pt x="85" y="88"/>
                  </a:cubicBezTo>
                  <a:cubicBezTo>
                    <a:pt x="86" y="88"/>
                    <a:pt x="86" y="89"/>
                    <a:pt x="86" y="90"/>
                  </a:cubicBezTo>
                  <a:cubicBezTo>
                    <a:pt x="86" y="90"/>
                    <a:pt x="87" y="90"/>
                    <a:pt x="87" y="89"/>
                  </a:cubicBezTo>
                  <a:cubicBezTo>
                    <a:pt x="87" y="89"/>
                    <a:pt x="87" y="89"/>
                    <a:pt x="87" y="89"/>
                  </a:cubicBezTo>
                  <a:cubicBezTo>
                    <a:pt x="88" y="88"/>
                    <a:pt x="87" y="87"/>
                    <a:pt x="87" y="87"/>
                  </a:cubicBezTo>
                  <a:cubicBezTo>
                    <a:pt x="88" y="87"/>
                    <a:pt x="88" y="87"/>
                    <a:pt x="88" y="87"/>
                  </a:cubicBezTo>
                  <a:cubicBezTo>
                    <a:pt x="88" y="87"/>
                    <a:pt x="88" y="88"/>
                    <a:pt x="89" y="89"/>
                  </a:cubicBezTo>
                  <a:cubicBezTo>
                    <a:pt x="89" y="89"/>
                    <a:pt x="89" y="90"/>
                    <a:pt x="89" y="90"/>
                  </a:cubicBezTo>
                  <a:cubicBezTo>
                    <a:pt x="88" y="90"/>
                    <a:pt x="88" y="91"/>
                    <a:pt x="88" y="91"/>
                  </a:cubicBezTo>
                  <a:cubicBezTo>
                    <a:pt x="87" y="91"/>
                    <a:pt x="87" y="92"/>
                    <a:pt x="87" y="92"/>
                  </a:cubicBezTo>
                  <a:cubicBezTo>
                    <a:pt x="87" y="92"/>
                    <a:pt x="87" y="93"/>
                    <a:pt x="87" y="94"/>
                  </a:cubicBezTo>
                  <a:cubicBezTo>
                    <a:pt x="87" y="94"/>
                    <a:pt x="86" y="94"/>
                    <a:pt x="86" y="94"/>
                  </a:cubicBezTo>
                  <a:cubicBezTo>
                    <a:pt x="85" y="94"/>
                    <a:pt x="84" y="94"/>
                    <a:pt x="84" y="94"/>
                  </a:cubicBezTo>
                  <a:cubicBezTo>
                    <a:pt x="83" y="94"/>
                    <a:pt x="82" y="95"/>
                    <a:pt x="82" y="96"/>
                  </a:cubicBezTo>
                  <a:cubicBezTo>
                    <a:pt x="81" y="96"/>
                    <a:pt x="80" y="97"/>
                    <a:pt x="80" y="97"/>
                  </a:cubicBezTo>
                  <a:cubicBezTo>
                    <a:pt x="80" y="97"/>
                    <a:pt x="79" y="98"/>
                    <a:pt x="79" y="99"/>
                  </a:cubicBezTo>
                  <a:cubicBezTo>
                    <a:pt x="79" y="99"/>
                    <a:pt x="79" y="100"/>
                    <a:pt x="79" y="100"/>
                  </a:cubicBezTo>
                  <a:cubicBezTo>
                    <a:pt x="79" y="100"/>
                    <a:pt x="80" y="100"/>
                    <a:pt x="80" y="100"/>
                  </a:cubicBezTo>
                  <a:cubicBezTo>
                    <a:pt x="81" y="99"/>
                    <a:pt x="81" y="98"/>
                    <a:pt x="81" y="98"/>
                  </a:cubicBezTo>
                  <a:cubicBezTo>
                    <a:pt x="81" y="98"/>
                    <a:pt x="83" y="97"/>
                    <a:pt x="83" y="97"/>
                  </a:cubicBezTo>
                  <a:cubicBezTo>
                    <a:pt x="84" y="96"/>
                    <a:pt x="85" y="96"/>
                    <a:pt x="86" y="96"/>
                  </a:cubicBezTo>
                  <a:cubicBezTo>
                    <a:pt x="87" y="95"/>
                    <a:pt x="88" y="95"/>
                    <a:pt x="89" y="95"/>
                  </a:cubicBezTo>
                  <a:cubicBezTo>
                    <a:pt x="90" y="95"/>
                    <a:pt x="92" y="95"/>
                    <a:pt x="93" y="95"/>
                  </a:cubicBezTo>
                  <a:cubicBezTo>
                    <a:pt x="93" y="96"/>
                    <a:pt x="94" y="96"/>
                    <a:pt x="95" y="97"/>
                  </a:cubicBezTo>
                  <a:cubicBezTo>
                    <a:pt x="95" y="97"/>
                    <a:pt x="95" y="98"/>
                    <a:pt x="95" y="99"/>
                  </a:cubicBezTo>
                  <a:cubicBezTo>
                    <a:pt x="95" y="99"/>
                    <a:pt x="95" y="101"/>
                    <a:pt x="94" y="101"/>
                  </a:cubicBezTo>
                  <a:cubicBezTo>
                    <a:pt x="94" y="102"/>
                    <a:pt x="93" y="102"/>
                    <a:pt x="93" y="103"/>
                  </a:cubicBezTo>
                  <a:cubicBezTo>
                    <a:pt x="92" y="103"/>
                    <a:pt x="91" y="103"/>
                    <a:pt x="91" y="104"/>
                  </a:cubicBezTo>
                  <a:cubicBezTo>
                    <a:pt x="90" y="104"/>
                    <a:pt x="90" y="105"/>
                    <a:pt x="89" y="105"/>
                  </a:cubicBezTo>
                  <a:cubicBezTo>
                    <a:pt x="89" y="105"/>
                    <a:pt x="89" y="106"/>
                    <a:pt x="90" y="106"/>
                  </a:cubicBezTo>
                  <a:cubicBezTo>
                    <a:pt x="90" y="106"/>
                    <a:pt x="91" y="106"/>
                    <a:pt x="91" y="106"/>
                  </a:cubicBezTo>
                  <a:cubicBezTo>
                    <a:pt x="91" y="106"/>
                    <a:pt x="93" y="106"/>
                    <a:pt x="93" y="105"/>
                  </a:cubicBezTo>
                  <a:cubicBezTo>
                    <a:pt x="94" y="105"/>
                    <a:pt x="94" y="104"/>
                    <a:pt x="95" y="104"/>
                  </a:cubicBezTo>
                  <a:cubicBezTo>
                    <a:pt x="95" y="103"/>
                    <a:pt x="96" y="103"/>
                    <a:pt x="97" y="103"/>
                  </a:cubicBezTo>
                  <a:cubicBezTo>
                    <a:pt x="97" y="103"/>
                    <a:pt x="98" y="104"/>
                    <a:pt x="99" y="104"/>
                  </a:cubicBezTo>
                  <a:cubicBezTo>
                    <a:pt x="99" y="104"/>
                    <a:pt x="100" y="104"/>
                    <a:pt x="101" y="105"/>
                  </a:cubicBezTo>
                  <a:cubicBezTo>
                    <a:pt x="101" y="105"/>
                    <a:pt x="101" y="106"/>
                    <a:pt x="102" y="106"/>
                  </a:cubicBezTo>
                  <a:cubicBezTo>
                    <a:pt x="102" y="106"/>
                    <a:pt x="103" y="106"/>
                    <a:pt x="103" y="106"/>
                  </a:cubicBezTo>
                  <a:cubicBezTo>
                    <a:pt x="104" y="107"/>
                    <a:pt x="105" y="107"/>
                    <a:pt x="105" y="107"/>
                  </a:cubicBezTo>
                  <a:cubicBezTo>
                    <a:pt x="106" y="107"/>
                    <a:pt x="107" y="107"/>
                    <a:pt x="107" y="107"/>
                  </a:cubicBezTo>
                  <a:cubicBezTo>
                    <a:pt x="108" y="107"/>
                    <a:pt x="109" y="107"/>
                    <a:pt x="109" y="108"/>
                  </a:cubicBezTo>
                  <a:cubicBezTo>
                    <a:pt x="109" y="108"/>
                    <a:pt x="110" y="109"/>
                    <a:pt x="110" y="109"/>
                  </a:cubicBezTo>
                  <a:cubicBezTo>
                    <a:pt x="110" y="110"/>
                    <a:pt x="110" y="111"/>
                    <a:pt x="111" y="111"/>
                  </a:cubicBezTo>
                  <a:cubicBezTo>
                    <a:pt x="111" y="111"/>
                    <a:pt x="111" y="112"/>
                    <a:pt x="112" y="113"/>
                  </a:cubicBezTo>
                  <a:cubicBezTo>
                    <a:pt x="112" y="113"/>
                    <a:pt x="113" y="113"/>
                    <a:pt x="114" y="113"/>
                  </a:cubicBezTo>
                  <a:cubicBezTo>
                    <a:pt x="114" y="113"/>
                    <a:pt x="116" y="113"/>
                    <a:pt x="116" y="113"/>
                  </a:cubicBezTo>
                  <a:cubicBezTo>
                    <a:pt x="117" y="113"/>
                    <a:pt x="118" y="113"/>
                    <a:pt x="119" y="113"/>
                  </a:cubicBezTo>
                  <a:cubicBezTo>
                    <a:pt x="120" y="113"/>
                    <a:pt x="121" y="112"/>
                    <a:pt x="122" y="111"/>
                  </a:cubicBezTo>
                  <a:cubicBezTo>
                    <a:pt x="123" y="111"/>
                    <a:pt x="124" y="110"/>
                    <a:pt x="125" y="109"/>
                  </a:cubicBezTo>
                  <a:cubicBezTo>
                    <a:pt x="126" y="109"/>
                    <a:pt x="127" y="108"/>
                    <a:pt x="128" y="108"/>
                  </a:cubicBezTo>
                  <a:cubicBezTo>
                    <a:pt x="129" y="107"/>
                    <a:pt x="131" y="107"/>
                    <a:pt x="132" y="107"/>
                  </a:cubicBezTo>
                  <a:cubicBezTo>
                    <a:pt x="132" y="107"/>
                    <a:pt x="134" y="107"/>
                    <a:pt x="134" y="107"/>
                  </a:cubicBezTo>
                  <a:cubicBezTo>
                    <a:pt x="134" y="107"/>
                    <a:pt x="135" y="108"/>
                    <a:pt x="135" y="108"/>
                  </a:cubicBezTo>
                  <a:cubicBezTo>
                    <a:pt x="135" y="108"/>
                    <a:pt x="135" y="109"/>
                    <a:pt x="135" y="109"/>
                  </a:cubicBezTo>
                  <a:cubicBezTo>
                    <a:pt x="134" y="109"/>
                    <a:pt x="134" y="109"/>
                    <a:pt x="134" y="110"/>
                  </a:cubicBezTo>
                  <a:cubicBezTo>
                    <a:pt x="133" y="110"/>
                    <a:pt x="133" y="110"/>
                    <a:pt x="133" y="111"/>
                  </a:cubicBezTo>
                  <a:cubicBezTo>
                    <a:pt x="133" y="111"/>
                    <a:pt x="133" y="111"/>
                    <a:pt x="134" y="111"/>
                  </a:cubicBezTo>
                  <a:cubicBezTo>
                    <a:pt x="134" y="112"/>
                    <a:pt x="135" y="111"/>
                    <a:pt x="136" y="111"/>
                  </a:cubicBezTo>
                  <a:cubicBezTo>
                    <a:pt x="136" y="111"/>
                    <a:pt x="137" y="110"/>
                    <a:pt x="137" y="110"/>
                  </a:cubicBezTo>
                  <a:cubicBezTo>
                    <a:pt x="138" y="110"/>
                    <a:pt x="139" y="110"/>
                    <a:pt x="140" y="110"/>
                  </a:cubicBezTo>
                  <a:cubicBezTo>
                    <a:pt x="140" y="110"/>
                    <a:pt x="142" y="110"/>
                    <a:pt x="142" y="111"/>
                  </a:cubicBezTo>
                  <a:cubicBezTo>
                    <a:pt x="142" y="111"/>
                    <a:pt x="142" y="112"/>
                    <a:pt x="142" y="113"/>
                  </a:cubicBezTo>
                  <a:cubicBezTo>
                    <a:pt x="142" y="113"/>
                    <a:pt x="142" y="114"/>
                    <a:pt x="142" y="115"/>
                  </a:cubicBezTo>
                  <a:cubicBezTo>
                    <a:pt x="142" y="115"/>
                    <a:pt x="142" y="116"/>
                    <a:pt x="141" y="116"/>
                  </a:cubicBezTo>
                  <a:cubicBezTo>
                    <a:pt x="141" y="116"/>
                    <a:pt x="140" y="117"/>
                    <a:pt x="140" y="117"/>
                  </a:cubicBezTo>
                  <a:cubicBezTo>
                    <a:pt x="140" y="118"/>
                    <a:pt x="140" y="119"/>
                    <a:pt x="140" y="119"/>
                  </a:cubicBezTo>
                  <a:cubicBezTo>
                    <a:pt x="140" y="120"/>
                    <a:pt x="141" y="121"/>
                    <a:pt x="141" y="121"/>
                  </a:cubicBezTo>
                  <a:cubicBezTo>
                    <a:pt x="140" y="122"/>
                    <a:pt x="140" y="122"/>
                    <a:pt x="140" y="123"/>
                  </a:cubicBezTo>
                  <a:cubicBezTo>
                    <a:pt x="140" y="123"/>
                    <a:pt x="139" y="124"/>
                    <a:pt x="138" y="125"/>
                  </a:cubicBezTo>
                  <a:cubicBezTo>
                    <a:pt x="138" y="125"/>
                    <a:pt x="136" y="126"/>
                    <a:pt x="136" y="127"/>
                  </a:cubicBezTo>
                  <a:cubicBezTo>
                    <a:pt x="135" y="127"/>
                    <a:pt x="134" y="127"/>
                    <a:pt x="133" y="128"/>
                  </a:cubicBezTo>
                  <a:cubicBezTo>
                    <a:pt x="133" y="128"/>
                    <a:pt x="132" y="128"/>
                    <a:pt x="131" y="128"/>
                  </a:cubicBezTo>
                  <a:cubicBezTo>
                    <a:pt x="131" y="129"/>
                    <a:pt x="131" y="130"/>
                    <a:pt x="130" y="130"/>
                  </a:cubicBezTo>
                  <a:cubicBezTo>
                    <a:pt x="130" y="130"/>
                    <a:pt x="129" y="131"/>
                    <a:pt x="129" y="131"/>
                  </a:cubicBezTo>
                  <a:cubicBezTo>
                    <a:pt x="128" y="131"/>
                    <a:pt x="127" y="131"/>
                    <a:pt x="127" y="131"/>
                  </a:cubicBezTo>
                  <a:cubicBezTo>
                    <a:pt x="127" y="131"/>
                    <a:pt x="126" y="130"/>
                    <a:pt x="126" y="130"/>
                  </a:cubicBezTo>
                  <a:cubicBezTo>
                    <a:pt x="125" y="130"/>
                    <a:pt x="125" y="130"/>
                    <a:pt x="125" y="130"/>
                  </a:cubicBezTo>
                  <a:cubicBezTo>
                    <a:pt x="125" y="130"/>
                    <a:pt x="124" y="130"/>
                    <a:pt x="124" y="130"/>
                  </a:cubicBezTo>
                  <a:cubicBezTo>
                    <a:pt x="123" y="130"/>
                    <a:pt x="124" y="131"/>
                    <a:pt x="124" y="131"/>
                  </a:cubicBezTo>
                  <a:cubicBezTo>
                    <a:pt x="124" y="132"/>
                    <a:pt x="124" y="132"/>
                    <a:pt x="124" y="133"/>
                  </a:cubicBezTo>
                  <a:cubicBezTo>
                    <a:pt x="124" y="133"/>
                    <a:pt x="124" y="133"/>
                    <a:pt x="124" y="134"/>
                  </a:cubicBezTo>
                  <a:cubicBezTo>
                    <a:pt x="124" y="134"/>
                    <a:pt x="124" y="135"/>
                    <a:pt x="124" y="135"/>
                  </a:cubicBezTo>
                  <a:cubicBezTo>
                    <a:pt x="124" y="136"/>
                    <a:pt x="124" y="136"/>
                    <a:pt x="125" y="137"/>
                  </a:cubicBezTo>
                  <a:cubicBezTo>
                    <a:pt x="125" y="137"/>
                    <a:pt x="125" y="137"/>
                    <a:pt x="125" y="137"/>
                  </a:cubicBezTo>
                  <a:cubicBezTo>
                    <a:pt x="126" y="137"/>
                    <a:pt x="126" y="138"/>
                    <a:pt x="125" y="138"/>
                  </a:cubicBezTo>
                  <a:cubicBezTo>
                    <a:pt x="125" y="139"/>
                    <a:pt x="124" y="138"/>
                    <a:pt x="124" y="139"/>
                  </a:cubicBezTo>
                  <a:cubicBezTo>
                    <a:pt x="123" y="139"/>
                    <a:pt x="123" y="139"/>
                    <a:pt x="123" y="140"/>
                  </a:cubicBezTo>
                  <a:cubicBezTo>
                    <a:pt x="123" y="140"/>
                    <a:pt x="123" y="141"/>
                    <a:pt x="123" y="141"/>
                  </a:cubicBezTo>
                  <a:cubicBezTo>
                    <a:pt x="123" y="142"/>
                    <a:pt x="123" y="143"/>
                    <a:pt x="122" y="143"/>
                  </a:cubicBezTo>
                  <a:cubicBezTo>
                    <a:pt x="122" y="143"/>
                    <a:pt x="122" y="144"/>
                    <a:pt x="121" y="144"/>
                  </a:cubicBezTo>
                  <a:cubicBezTo>
                    <a:pt x="121" y="144"/>
                    <a:pt x="120" y="145"/>
                    <a:pt x="119" y="145"/>
                  </a:cubicBezTo>
                  <a:cubicBezTo>
                    <a:pt x="119" y="145"/>
                    <a:pt x="119" y="145"/>
                    <a:pt x="118" y="145"/>
                  </a:cubicBezTo>
                  <a:cubicBezTo>
                    <a:pt x="118" y="144"/>
                    <a:pt x="117" y="143"/>
                    <a:pt x="117" y="143"/>
                  </a:cubicBezTo>
                  <a:cubicBezTo>
                    <a:pt x="116" y="143"/>
                    <a:pt x="116" y="144"/>
                    <a:pt x="116" y="145"/>
                  </a:cubicBezTo>
                  <a:cubicBezTo>
                    <a:pt x="115" y="145"/>
                    <a:pt x="115" y="147"/>
                    <a:pt x="115" y="147"/>
                  </a:cubicBezTo>
                  <a:cubicBezTo>
                    <a:pt x="115" y="148"/>
                    <a:pt x="113" y="150"/>
                    <a:pt x="113" y="150"/>
                  </a:cubicBezTo>
                  <a:cubicBezTo>
                    <a:pt x="112" y="151"/>
                    <a:pt x="112" y="152"/>
                    <a:pt x="111" y="153"/>
                  </a:cubicBezTo>
                  <a:cubicBezTo>
                    <a:pt x="111" y="153"/>
                    <a:pt x="111" y="154"/>
                    <a:pt x="111" y="155"/>
                  </a:cubicBezTo>
                  <a:cubicBezTo>
                    <a:pt x="111" y="155"/>
                    <a:pt x="111" y="156"/>
                    <a:pt x="110" y="156"/>
                  </a:cubicBezTo>
                  <a:cubicBezTo>
                    <a:pt x="110" y="157"/>
                    <a:pt x="109" y="156"/>
                    <a:pt x="109" y="157"/>
                  </a:cubicBezTo>
                  <a:cubicBezTo>
                    <a:pt x="108" y="157"/>
                    <a:pt x="107" y="158"/>
                    <a:pt x="107" y="158"/>
                  </a:cubicBezTo>
                  <a:cubicBezTo>
                    <a:pt x="106" y="158"/>
                    <a:pt x="105" y="160"/>
                    <a:pt x="105" y="160"/>
                  </a:cubicBezTo>
                  <a:cubicBezTo>
                    <a:pt x="104" y="161"/>
                    <a:pt x="102" y="162"/>
                    <a:pt x="101" y="162"/>
                  </a:cubicBezTo>
                  <a:cubicBezTo>
                    <a:pt x="100" y="163"/>
                    <a:pt x="99" y="164"/>
                    <a:pt x="98" y="164"/>
                  </a:cubicBezTo>
                  <a:cubicBezTo>
                    <a:pt x="97" y="164"/>
                    <a:pt x="96" y="164"/>
                    <a:pt x="96" y="163"/>
                  </a:cubicBezTo>
                  <a:cubicBezTo>
                    <a:pt x="96" y="163"/>
                    <a:pt x="95" y="162"/>
                    <a:pt x="95" y="162"/>
                  </a:cubicBezTo>
                  <a:cubicBezTo>
                    <a:pt x="94" y="162"/>
                    <a:pt x="93" y="161"/>
                    <a:pt x="93" y="160"/>
                  </a:cubicBezTo>
                  <a:cubicBezTo>
                    <a:pt x="93" y="160"/>
                    <a:pt x="93" y="160"/>
                    <a:pt x="93" y="159"/>
                  </a:cubicBezTo>
                  <a:cubicBezTo>
                    <a:pt x="93" y="159"/>
                    <a:pt x="94" y="159"/>
                    <a:pt x="94" y="158"/>
                  </a:cubicBezTo>
                  <a:cubicBezTo>
                    <a:pt x="94" y="158"/>
                    <a:pt x="94" y="157"/>
                    <a:pt x="94" y="157"/>
                  </a:cubicBezTo>
                  <a:cubicBezTo>
                    <a:pt x="94" y="156"/>
                    <a:pt x="93" y="156"/>
                    <a:pt x="93" y="155"/>
                  </a:cubicBezTo>
                  <a:cubicBezTo>
                    <a:pt x="93" y="155"/>
                    <a:pt x="93" y="154"/>
                    <a:pt x="94" y="153"/>
                  </a:cubicBezTo>
                  <a:cubicBezTo>
                    <a:pt x="94" y="153"/>
                    <a:pt x="95" y="152"/>
                    <a:pt x="95" y="152"/>
                  </a:cubicBezTo>
                  <a:cubicBezTo>
                    <a:pt x="96" y="152"/>
                    <a:pt x="97" y="152"/>
                    <a:pt x="97" y="152"/>
                  </a:cubicBezTo>
                  <a:cubicBezTo>
                    <a:pt x="98" y="152"/>
                    <a:pt x="98" y="151"/>
                    <a:pt x="98" y="151"/>
                  </a:cubicBezTo>
                  <a:cubicBezTo>
                    <a:pt x="98" y="150"/>
                    <a:pt x="98" y="149"/>
                    <a:pt x="98" y="148"/>
                  </a:cubicBezTo>
                  <a:cubicBezTo>
                    <a:pt x="98" y="148"/>
                    <a:pt x="98" y="147"/>
                    <a:pt x="98" y="146"/>
                  </a:cubicBezTo>
                  <a:cubicBezTo>
                    <a:pt x="98" y="146"/>
                    <a:pt x="99" y="146"/>
                    <a:pt x="99" y="146"/>
                  </a:cubicBezTo>
                  <a:cubicBezTo>
                    <a:pt x="99" y="146"/>
                    <a:pt x="100" y="145"/>
                    <a:pt x="100" y="145"/>
                  </a:cubicBezTo>
                  <a:cubicBezTo>
                    <a:pt x="100" y="145"/>
                    <a:pt x="100" y="144"/>
                    <a:pt x="100" y="144"/>
                  </a:cubicBezTo>
                  <a:cubicBezTo>
                    <a:pt x="99" y="143"/>
                    <a:pt x="99" y="143"/>
                    <a:pt x="98" y="143"/>
                  </a:cubicBezTo>
                  <a:cubicBezTo>
                    <a:pt x="98" y="142"/>
                    <a:pt x="98" y="141"/>
                    <a:pt x="98" y="141"/>
                  </a:cubicBezTo>
                  <a:cubicBezTo>
                    <a:pt x="98" y="141"/>
                    <a:pt x="98" y="140"/>
                    <a:pt x="99" y="140"/>
                  </a:cubicBezTo>
                  <a:cubicBezTo>
                    <a:pt x="99" y="140"/>
                    <a:pt x="100" y="139"/>
                    <a:pt x="100" y="139"/>
                  </a:cubicBezTo>
                  <a:cubicBezTo>
                    <a:pt x="100" y="138"/>
                    <a:pt x="101" y="138"/>
                    <a:pt x="101" y="137"/>
                  </a:cubicBezTo>
                  <a:cubicBezTo>
                    <a:pt x="101" y="137"/>
                    <a:pt x="102" y="136"/>
                    <a:pt x="102" y="136"/>
                  </a:cubicBezTo>
                  <a:cubicBezTo>
                    <a:pt x="102" y="136"/>
                    <a:pt x="103" y="136"/>
                    <a:pt x="104" y="135"/>
                  </a:cubicBezTo>
                  <a:cubicBezTo>
                    <a:pt x="104" y="135"/>
                    <a:pt x="105" y="135"/>
                    <a:pt x="105" y="134"/>
                  </a:cubicBezTo>
                  <a:cubicBezTo>
                    <a:pt x="106" y="134"/>
                    <a:pt x="106" y="132"/>
                    <a:pt x="106" y="132"/>
                  </a:cubicBezTo>
                  <a:cubicBezTo>
                    <a:pt x="107" y="131"/>
                    <a:pt x="108" y="130"/>
                    <a:pt x="108" y="130"/>
                  </a:cubicBezTo>
                  <a:cubicBezTo>
                    <a:pt x="109" y="130"/>
                    <a:pt x="109" y="130"/>
                    <a:pt x="110" y="130"/>
                  </a:cubicBezTo>
                  <a:cubicBezTo>
                    <a:pt x="111" y="131"/>
                    <a:pt x="112" y="131"/>
                    <a:pt x="113" y="131"/>
                  </a:cubicBezTo>
                  <a:cubicBezTo>
                    <a:pt x="114" y="130"/>
                    <a:pt x="116" y="130"/>
                    <a:pt x="116" y="129"/>
                  </a:cubicBezTo>
                  <a:cubicBezTo>
                    <a:pt x="117" y="129"/>
                    <a:pt x="118" y="128"/>
                    <a:pt x="118" y="128"/>
                  </a:cubicBezTo>
                  <a:cubicBezTo>
                    <a:pt x="118" y="127"/>
                    <a:pt x="118" y="127"/>
                    <a:pt x="118" y="127"/>
                  </a:cubicBezTo>
                  <a:cubicBezTo>
                    <a:pt x="117" y="127"/>
                    <a:pt x="116" y="127"/>
                    <a:pt x="116" y="127"/>
                  </a:cubicBezTo>
                  <a:cubicBezTo>
                    <a:pt x="116" y="127"/>
                    <a:pt x="115" y="127"/>
                    <a:pt x="115" y="127"/>
                  </a:cubicBezTo>
                  <a:cubicBezTo>
                    <a:pt x="115" y="128"/>
                    <a:pt x="114" y="128"/>
                    <a:pt x="113" y="128"/>
                  </a:cubicBezTo>
                  <a:cubicBezTo>
                    <a:pt x="113" y="128"/>
                    <a:pt x="113" y="128"/>
                    <a:pt x="113" y="129"/>
                  </a:cubicBezTo>
                  <a:cubicBezTo>
                    <a:pt x="112" y="129"/>
                    <a:pt x="112" y="128"/>
                    <a:pt x="111" y="128"/>
                  </a:cubicBezTo>
                  <a:cubicBezTo>
                    <a:pt x="111" y="128"/>
                    <a:pt x="110" y="128"/>
                    <a:pt x="110" y="129"/>
                  </a:cubicBezTo>
                  <a:cubicBezTo>
                    <a:pt x="109" y="129"/>
                    <a:pt x="108" y="129"/>
                    <a:pt x="108" y="129"/>
                  </a:cubicBezTo>
                  <a:cubicBezTo>
                    <a:pt x="108" y="129"/>
                    <a:pt x="107" y="129"/>
                    <a:pt x="106" y="129"/>
                  </a:cubicBezTo>
                  <a:cubicBezTo>
                    <a:pt x="106" y="129"/>
                    <a:pt x="105" y="129"/>
                    <a:pt x="104" y="129"/>
                  </a:cubicBezTo>
                  <a:cubicBezTo>
                    <a:pt x="104" y="129"/>
                    <a:pt x="103" y="129"/>
                    <a:pt x="103" y="129"/>
                  </a:cubicBezTo>
                  <a:cubicBezTo>
                    <a:pt x="102" y="130"/>
                    <a:pt x="102" y="130"/>
                    <a:pt x="101" y="130"/>
                  </a:cubicBezTo>
                  <a:cubicBezTo>
                    <a:pt x="101" y="130"/>
                    <a:pt x="100" y="130"/>
                    <a:pt x="100" y="129"/>
                  </a:cubicBezTo>
                  <a:cubicBezTo>
                    <a:pt x="100" y="129"/>
                    <a:pt x="99" y="129"/>
                    <a:pt x="99" y="128"/>
                  </a:cubicBezTo>
                  <a:cubicBezTo>
                    <a:pt x="99" y="128"/>
                    <a:pt x="99" y="127"/>
                    <a:pt x="99" y="126"/>
                  </a:cubicBezTo>
                  <a:cubicBezTo>
                    <a:pt x="99" y="126"/>
                    <a:pt x="98" y="125"/>
                    <a:pt x="98" y="125"/>
                  </a:cubicBezTo>
                  <a:cubicBezTo>
                    <a:pt x="97" y="124"/>
                    <a:pt x="97" y="124"/>
                    <a:pt x="97" y="124"/>
                  </a:cubicBezTo>
                  <a:cubicBezTo>
                    <a:pt x="97" y="123"/>
                    <a:pt x="98" y="122"/>
                    <a:pt x="98" y="122"/>
                  </a:cubicBezTo>
                  <a:cubicBezTo>
                    <a:pt x="97" y="121"/>
                    <a:pt x="97" y="121"/>
                    <a:pt x="96" y="120"/>
                  </a:cubicBezTo>
                  <a:cubicBezTo>
                    <a:pt x="96" y="120"/>
                    <a:pt x="96" y="119"/>
                    <a:pt x="96" y="119"/>
                  </a:cubicBezTo>
                  <a:cubicBezTo>
                    <a:pt x="96" y="118"/>
                    <a:pt x="96" y="118"/>
                    <a:pt x="95" y="117"/>
                  </a:cubicBezTo>
                  <a:cubicBezTo>
                    <a:pt x="95" y="117"/>
                    <a:pt x="95" y="118"/>
                    <a:pt x="95" y="118"/>
                  </a:cubicBezTo>
                  <a:cubicBezTo>
                    <a:pt x="94" y="119"/>
                    <a:pt x="94" y="120"/>
                    <a:pt x="95" y="120"/>
                  </a:cubicBezTo>
                  <a:cubicBezTo>
                    <a:pt x="95" y="121"/>
                    <a:pt x="95" y="122"/>
                    <a:pt x="95" y="123"/>
                  </a:cubicBezTo>
                  <a:cubicBezTo>
                    <a:pt x="95" y="123"/>
                    <a:pt x="95" y="125"/>
                    <a:pt x="95" y="125"/>
                  </a:cubicBezTo>
                  <a:cubicBezTo>
                    <a:pt x="95" y="126"/>
                    <a:pt x="94" y="126"/>
                    <a:pt x="94" y="126"/>
                  </a:cubicBezTo>
                  <a:cubicBezTo>
                    <a:pt x="94" y="127"/>
                    <a:pt x="93" y="127"/>
                    <a:pt x="93" y="127"/>
                  </a:cubicBezTo>
                  <a:cubicBezTo>
                    <a:pt x="93" y="128"/>
                    <a:pt x="93" y="129"/>
                    <a:pt x="93" y="129"/>
                  </a:cubicBezTo>
                  <a:cubicBezTo>
                    <a:pt x="93" y="130"/>
                    <a:pt x="93" y="130"/>
                    <a:pt x="93" y="131"/>
                  </a:cubicBezTo>
                  <a:cubicBezTo>
                    <a:pt x="93" y="131"/>
                    <a:pt x="92" y="132"/>
                    <a:pt x="92" y="133"/>
                  </a:cubicBezTo>
                  <a:cubicBezTo>
                    <a:pt x="92" y="133"/>
                    <a:pt x="90" y="135"/>
                    <a:pt x="89" y="135"/>
                  </a:cubicBezTo>
                  <a:cubicBezTo>
                    <a:pt x="89" y="136"/>
                    <a:pt x="89" y="136"/>
                    <a:pt x="88" y="136"/>
                  </a:cubicBezTo>
                  <a:cubicBezTo>
                    <a:pt x="88" y="136"/>
                    <a:pt x="88" y="137"/>
                    <a:pt x="88" y="138"/>
                  </a:cubicBezTo>
                  <a:cubicBezTo>
                    <a:pt x="88" y="138"/>
                    <a:pt x="88" y="138"/>
                    <a:pt x="88" y="138"/>
                  </a:cubicBezTo>
                  <a:cubicBezTo>
                    <a:pt x="87" y="139"/>
                    <a:pt x="86" y="138"/>
                    <a:pt x="86" y="138"/>
                  </a:cubicBezTo>
                  <a:cubicBezTo>
                    <a:pt x="86" y="138"/>
                    <a:pt x="85" y="138"/>
                    <a:pt x="85" y="137"/>
                  </a:cubicBezTo>
                  <a:cubicBezTo>
                    <a:pt x="85" y="137"/>
                    <a:pt x="85" y="136"/>
                    <a:pt x="85" y="135"/>
                  </a:cubicBezTo>
                  <a:cubicBezTo>
                    <a:pt x="85" y="135"/>
                    <a:pt x="84" y="134"/>
                    <a:pt x="84" y="133"/>
                  </a:cubicBezTo>
                  <a:cubicBezTo>
                    <a:pt x="84" y="132"/>
                    <a:pt x="85" y="131"/>
                    <a:pt x="85" y="131"/>
                  </a:cubicBezTo>
                  <a:cubicBezTo>
                    <a:pt x="85" y="130"/>
                    <a:pt x="84" y="129"/>
                    <a:pt x="84" y="128"/>
                  </a:cubicBezTo>
                  <a:cubicBezTo>
                    <a:pt x="84" y="128"/>
                    <a:pt x="85" y="126"/>
                    <a:pt x="84" y="125"/>
                  </a:cubicBezTo>
                  <a:cubicBezTo>
                    <a:pt x="84" y="125"/>
                    <a:pt x="84" y="125"/>
                    <a:pt x="83" y="125"/>
                  </a:cubicBezTo>
                  <a:cubicBezTo>
                    <a:pt x="83" y="125"/>
                    <a:pt x="82" y="126"/>
                    <a:pt x="81" y="126"/>
                  </a:cubicBezTo>
                  <a:cubicBezTo>
                    <a:pt x="81" y="126"/>
                    <a:pt x="81" y="125"/>
                    <a:pt x="81" y="125"/>
                  </a:cubicBezTo>
                  <a:cubicBezTo>
                    <a:pt x="80" y="124"/>
                    <a:pt x="80" y="123"/>
                    <a:pt x="79" y="123"/>
                  </a:cubicBezTo>
                  <a:cubicBezTo>
                    <a:pt x="79" y="123"/>
                    <a:pt x="78" y="123"/>
                    <a:pt x="78" y="123"/>
                  </a:cubicBezTo>
                  <a:cubicBezTo>
                    <a:pt x="78" y="123"/>
                    <a:pt x="77" y="123"/>
                    <a:pt x="77" y="123"/>
                  </a:cubicBezTo>
                  <a:cubicBezTo>
                    <a:pt x="77" y="124"/>
                    <a:pt x="77" y="125"/>
                    <a:pt x="77" y="125"/>
                  </a:cubicBezTo>
                  <a:cubicBezTo>
                    <a:pt x="77" y="125"/>
                    <a:pt x="78" y="126"/>
                    <a:pt x="78" y="126"/>
                  </a:cubicBezTo>
                  <a:cubicBezTo>
                    <a:pt x="78" y="127"/>
                    <a:pt x="76" y="127"/>
                    <a:pt x="76" y="127"/>
                  </a:cubicBezTo>
                  <a:cubicBezTo>
                    <a:pt x="75" y="128"/>
                    <a:pt x="73" y="127"/>
                    <a:pt x="73" y="127"/>
                  </a:cubicBezTo>
                  <a:cubicBezTo>
                    <a:pt x="72" y="127"/>
                    <a:pt x="70" y="127"/>
                    <a:pt x="70" y="127"/>
                  </a:cubicBezTo>
                  <a:cubicBezTo>
                    <a:pt x="69" y="127"/>
                    <a:pt x="68" y="128"/>
                    <a:pt x="68" y="12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7" name="Freeform 166"/>
            <p:cNvSpPr>
              <a:spLocks/>
            </p:cNvSpPr>
            <p:nvPr/>
          </p:nvSpPr>
          <p:spPr bwMode="auto">
            <a:xfrm>
              <a:off x="906463" y="1373188"/>
              <a:ext cx="9525" cy="9525"/>
            </a:xfrm>
            <a:custGeom>
              <a:avLst/>
              <a:gdLst/>
              <a:ahLst/>
              <a:cxnLst>
                <a:cxn ang="0">
                  <a:pos x="3" y="5"/>
                </a:cxn>
                <a:cxn ang="0">
                  <a:pos x="2" y="4"/>
                </a:cxn>
                <a:cxn ang="0">
                  <a:pos x="0" y="4"/>
                </a:cxn>
                <a:cxn ang="0">
                  <a:pos x="0" y="2"/>
                </a:cxn>
                <a:cxn ang="0">
                  <a:pos x="2" y="2"/>
                </a:cxn>
                <a:cxn ang="0">
                  <a:pos x="2" y="0"/>
                </a:cxn>
                <a:cxn ang="0">
                  <a:pos x="3" y="0"/>
                </a:cxn>
                <a:cxn ang="0">
                  <a:pos x="4" y="1"/>
                </a:cxn>
                <a:cxn ang="0">
                  <a:pos x="5" y="3"/>
                </a:cxn>
                <a:cxn ang="0">
                  <a:pos x="3" y="5"/>
                </a:cxn>
              </a:cxnLst>
              <a:rect l="0" t="0" r="r" b="b"/>
              <a:pathLst>
                <a:path w="5" h="5">
                  <a:moveTo>
                    <a:pt x="3" y="5"/>
                  </a:moveTo>
                  <a:cubicBezTo>
                    <a:pt x="3" y="5"/>
                    <a:pt x="2" y="4"/>
                    <a:pt x="2" y="4"/>
                  </a:cubicBezTo>
                  <a:cubicBezTo>
                    <a:pt x="2" y="4"/>
                    <a:pt x="0" y="4"/>
                    <a:pt x="0" y="4"/>
                  </a:cubicBezTo>
                  <a:cubicBezTo>
                    <a:pt x="0" y="4"/>
                    <a:pt x="0" y="3"/>
                    <a:pt x="0" y="2"/>
                  </a:cubicBezTo>
                  <a:cubicBezTo>
                    <a:pt x="0" y="2"/>
                    <a:pt x="1" y="2"/>
                    <a:pt x="2" y="2"/>
                  </a:cubicBezTo>
                  <a:cubicBezTo>
                    <a:pt x="2" y="1"/>
                    <a:pt x="2" y="0"/>
                    <a:pt x="2" y="0"/>
                  </a:cubicBezTo>
                  <a:cubicBezTo>
                    <a:pt x="2" y="0"/>
                    <a:pt x="3" y="0"/>
                    <a:pt x="3" y="0"/>
                  </a:cubicBezTo>
                  <a:cubicBezTo>
                    <a:pt x="4" y="0"/>
                    <a:pt x="4" y="1"/>
                    <a:pt x="4" y="1"/>
                  </a:cubicBezTo>
                  <a:cubicBezTo>
                    <a:pt x="4" y="2"/>
                    <a:pt x="5" y="3"/>
                    <a:pt x="5" y="3"/>
                  </a:cubicBezTo>
                  <a:cubicBezTo>
                    <a:pt x="4" y="4"/>
                    <a:pt x="4" y="5"/>
                    <a:pt x="3"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8" name="Freeform 167"/>
            <p:cNvSpPr>
              <a:spLocks/>
            </p:cNvSpPr>
            <p:nvPr/>
          </p:nvSpPr>
          <p:spPr bwMode="auto">
            <a:xfrm>
              <a:off x="627063" y="1608138"/>
              <a:ext cx="9525" cy="6350"/>
            </a:xfrm>
            <a:custGeom>
              <a:avLst/>
              <a:gdLst/>
              <a:ahLst/>
              <a:cxnLst>
                <a:cxn ang="0">
                  <a:pos x="4" y="3"/>
                </a:cxn>
                <a:cxn ang="0">
                  <a:pos x="3" y="2"/>
                </a:cxn>
                <a:cxn ang="0">
                  <a:pos x="1" y="2"/>
                </a:cxn>
                <a:cxn ang="0">
                  <a:pos x="0" y="1"/>
                </a:cxn>
                <a:cxn ang="0">
                  <a:pos x="1" y="0"/>
                </a:cxn>
                <a:cxn ang="0">
                  <a:pos x="3" y="0"/>
                </a:cxn>
                <a:cxn ang="0">
                  <a:pos x="4" y="1"/>
                </a:cxn>
                <a:cxn ang="0">
                  <a:pos x="5" y="1"/>
                </a:cxn>
                <a:cxn ang="0">
                  <a:pos x="5" y="2"/>
                </a:cxn>
                <a:cxn ang="0">
                  <a:pos x="4" y="3"/>
                </a:cxn>
              </a:cxnLst>
              <a:rect l="0" t="0" r="r" b="b"/>
              <a:pathLst>
                <a:path w="5" h="3">
                  <a:moveTo>
                    <a:pt x="4" y="3"/>
                  </a:moveTo>
                  <a:cubicBezTo>
                    <a:pt x="4" y="3"/>
                    <a:pt x="3" y="2"/>
                    <a:pt x="3" y="2"/>
                  </a:cubicBezTo>
                  <a:cubicBezTo>
                    <a:pt x="2" y="2"/>
                    <a:pt x="2" y="2"/>
                    <a:pt x="1" y="2"/>
                  </a:cubicBezTo>
                  <a:cubicBezTo>
                    <a:pt x="1" y="2"/>
                    <a:pt x="0" y="2"/>
                    <a:pt x="0" y="1"/>
                  </a:cubicBezTo>
                  <a:cubicBezTo>
                    <a:pt x="0" y="1"/>
                    <a:pt x="1" y="0"/>
                    <a:pt x="1" y="0"/>
                  </a:cubicBezTo>
                  <a:cubicBezTo>
                    <a:pt x="2" y="0"/>
                    <a:pt x="3" y="0"/>
                    <a:pt x="3" y="0"/>
                  </a:cubicBezTo>
                  <a:cubicBezTo>
                    <a:pt x="3" y="0"/>
                    <a:pt x="4" y="0"/>
                    <a:pt x="4" y="1"/>
                  </a:cubicBezTo>
                  <a:cubicBezTo>
                    <a:pt x="5" y="1"/>
                    <a:pt x="5" y="1"/>
                    <a:pt x="5" y="1"/>
                  </a:cubicBezTo>
                  <a:cubicBezTo>
                    <a:pt x="5" y="2"/>
                    <a:pt x="5" y="2"/>
                    <a:pt x="5" y="2"/>
                  </a:cubicBezTo>
                  <a:cubicBezTo>
                    <a:pt x="5" y="3"/>
                    <a:pt x="4" y="3"/>
                    <a:pt x="4"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9" name="Freeform 168"/>
            <p:cNvSpPr>
              <a:spLocks/>
            </p:cNvSpPr>
            <p:nvPr/>
          </p:nvSpPr>
          <p:spPr bwMode="auto">
            <a:xfrm>
              <a:off x="630238" y="1590676"/>
              <a:ext cx="9525" cy="14288"/>
            </a:xfrm>
            <a:custGeom>
              <a:avLst/>
              <a:gdLst/>
              <a:ahLst/>
              <a:cxnLst>
                <a:cxn ang="0">
                  <a:pos x="3" y="7"/>
                </a:cxn>
                <a:cxn ang="0">
                  <a:pos x="2" y="6"/>
                </a:cxn>
                <a:cxn ang="0">
                  <a:pos x="2" y="4"/>
                </a:cxn>
                <a:cxn ang="0">
                  <a:pos x="0" y="3"/>
                </a:cxn>
                <a:cxn ang="0">
                  <a:pos x="1" y="2"/>
                </a:cxn>
                <a:cxn ang="0">
                  <a:pos x="3" y="1"/>
                </a:cxn>
                <a:cxn ang="0">
                  <a:pos x="4" y="0"/>
                </a:cxn>
                <a:cxn ang="0">
                  <a:pos x="5" y="1"/>
                </a:cxn>
                <a:cxn ang="0">
                  <a:pos x="5" y="2"/>
                </a:cxn>
                <a:cxn ang="0">
                  <a:pos x="4" y="3"/>
                </a:cxn>
                <a:cxn ang="0">
                  <a:pos x="4" y="5"/>
                </a:cxn>
                <a:cxn ang="0">
                  <a:pos x="4" y="7"/>
                </a:cxn>
                <a:cxn ang="0">
                  <a:pos x="3" y="7"/>
                </a:cxn>
              </a:cxnLst>
              <a:rect l="0" t="0" r="r" b="b"/>
              <a:pathLst>
                <a:path w="5" h="7">
                  <a:moveTo>
                    <a:pt x="3" y="7"/>
                  </a:moveTo>
                  <a:cubicBezTo>
                    <a:pt x="3" y="7"/>
                    <a:pt x="2" y="7"/>
                    <a:pt x="2" y="6"/>
                  </a:cubicBezTo>
                  <a:cubicBezTo>
                    <a:pt x="2" y="6"/>
                    <a:pt x="2" y="5"/>
                    <a:pt x="2" y="4"/>
                  </a:cubicBezTo>
                  <a:cubicBezTo>
                    <a:pt x="1" y="4"/>
                    <a:pt x="1" y="4"/>
                    <a:pt x="0" y="3"/>
                  </a:cubicBezTo>
                  <a:cubicBezTo>
                    <a:pt x="0" y="3"/>
                    <a:pt x="1" y="2"/>
                    <a:pt x="1" y="2"/>
                  </a:cubicBezTo>
                  <a:cubicBezTo>
                    <a:pt x="1" y="1"/>
                    <a:pt x="2" y="1"/>
                    <a:pt x="3" y="1"/>
                  </a:cubicBezTo>
                  <a:cubicBezTo>
                    <a:pt x="3" y="1"/>
                    <a:pt x="4" y="0"/>
                    <a:pt x="4" y="0"/>
                  </a:cubicBezTo>
                  <a:cubicBezTo>
                    <a:pt x="4" y="0"/>
                    <a:pt x="5" y="0"/>
                    <a:pt x="5" y="1"/>
                  </a:cubicBezTo>
                  <a:cubicBezTo>
                    <a:pt x="5" y="1"/>
                    <a:pt x="5" y="2"/>
                    <a:pt x="5" y="2"/>
                  </a:cubicBezTo>
                  <a:cubicBezTo>
                    <a:pt x="5" y="2"/>
                    <a:pt x="4" y="3"/>
                    <a:pt x="4" y="3"/>
                  </a:cubicBezTo>
                  <a:cubicBezTo>
                    <a:pt x="4" y="4"/>
                    <a:pt x="4" y="4"/>
                    <a:pt x="4" y="5"/>
                  </a:cubicBezTo>
                  <a:cubicBezTo>
                    <a:pt x="4" y="5"/>
                    <a:pt x="4" y="6"/>
                    <a:pt x="4" y="7"/>
                  </a:cubicBezTo>
                  <a:cubicBezTo>
                    <a:pt x="4" y="7"/>
                    <a:pt x="3" y="7"/>
                    <a:pt x="3"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0" name="Freeform 169"/>
            <p:cNvSpPr>
              <a:spLocks/>
            </p:cNvSpPr>
            <p:nvPr/>
          </p:nvSpPr>
          <p:spPr bwMode="auto">
            <a:xfrm>
              <a:off x="639763" y="1573213"/>
              <a:ext cx="12700" cy="6350"/>
            </a:xfrm>
            <a:custGeom>
              <a:avLst/>
              <a:gdLst/>
              <a:ahLst/>
              <a:cxnLst>
                <a:cxn ang="0">
                  <a:pos x="4" y="3"/>
                </a:cxn>
                <a:cxn ang="0">
                  <a:pos x="3" y="4"/>
                </a:cxn>
                <a:cxn ang="0">
                  <a:pos x="1" y="3"/>
                </a:cxn>
                <a:cxn ang="0">
                  <a:pos x="1" y="2"/>
                </a:cxn>
                <a:cxn ang="0">
                  <a:pos x="3" y="0"/>
                </a:cxn>
                <a:cxn ang="0">
                  <a:pos x="5" y="0"/>
                </a:cxn>
                <a:cxn ang="0">
                  <a:pos x="6" y="1"/>
                </a:cxn>
                <a:cxn ang="0">
                  <a:pos x="7" y="3"/>
                </a:cxn>
                <a:cxn ang="0">
                  <a:pos x="6" y="4"/>
                </a:cxn>
                <a:cxn ang="0">
                  <a:pos x="5" y="3"/>
                </a:cxn>
                <a:cxn ang="0">
                  <a:pos x="4" y="3"/>
                </a:cxn>
              </a:cxnLst>
              <a:rect l="0" t="0" r="r" b="b"/>
              <a:pathLst>
                <a:path w="7" h="4">
                  <a:moveTo>
                    <a:pt x="4" y="3"/>
                  </a:moveTo>
                  <a:cubicBezTo>
                    <a:pt x="4" y="3"/>
                    <a:pt x="3" y="3"/>
                    <a:pt x="3" y="4"/>
                  </a:cubicBezTo>
                  <a:cubicBezTo>
                    <a:pt x="2" y="4"/>
                    <a:pt x="1" y="4"/>
                    <a:pt x="1" y="3"/>
                  </a:cubicBezTo>
                  <a:cubicBezTo>
                    <a:pt x="0" y="3"/>
                    <a:pt x="1" y="2"/>
                    <a:pt x="1" y="2"/>
                  </a:cubicBezTo>
                  <a:cubicBezTo>
                    <a:pt x="1" y="1"/>
                    <a:pt x="2" y="1"/>
                    <a:pt x="3" y="0"/>
                  </a:cubicBezTo>
                  <a:cubicBezTo>
                    <a:pt x="3" y="0"/>
                    <a:pt x="5" y="0"/>
                    <a:pt x="5" y="0"/>
                  </a:cubicBezTo>
                  <a:cubicBezTo>
                    <a:pt x="6" y="1"/>
                    <a:pt x="6" y="1"/>
                    <a:pt x="6" y="1"/>
                  </a:cubicBezTo>
                  <a:cubicBezTo>
                    <a:pt x="6" y="2"/>
                    <a:pt x="7" y="2"/>
                    <a:pt x="7" y="3"/>
                  </a:cubicBezTo>
                  <a:cubicBezTo>
                    <a:pt x="7" y="3"/>
                    <a:pt x="7" y="4"/>
                    <a:pt x="6" y="4"/>
                  </a:cubicBezTo>
                  <a:cubicBezTo>
                    <a:pt x="6" y="4"/>
                    <a:pt x="5" y="3"/>
                    <a:pt x="5" y="3"/>
                  </a:cubicBezTo>
                  <a:cubicBezTo>
                    <a:pt x="5" y="3"/>
                    <a:pt x="4" y="3"/>
                    <a:pt x="4"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1" name="Freeform 170"/>
            <p:cNvSpPr>
              <a:spLocks/>
            </p:cNvSpPr>
            <p:nvPr/>
          </p:nvSpPr>
          <p:spPr bwMode="auto">
            <a:xfrm>
              <a:off x="654051" y="1555751"/>
              <a:ext cx="11113" cy="14288"/>
            </a:xfrm>
            <a:custGeom>
              <a:avLst/>
              <a:gdLst/>
              <a:ahLst/>
              <a:cxnLst>
                <a:cxn ang="0">
                  <a:pos x="3" y="7"/>
                </a:cxn>
                <a:cxn ang="0">
                  <a:pos x="2" y="6"/>
                </a:cxn>
                <a:cxn ang="0">
                  <a:pos x="2" y="4"/>
                </a:cxn>
                <a:cxn ang="0">
                  <a:pos x="0" y="3"/>
                </a:cxn>
                <a:cxn ang="0">
                  <a:pos x="0" y="2"/>
                </a:cxn>
                <a:cxn ang="0">
                  <a:pos x="2" y="1"/>
                </a:cxn>
                <a:cxn ang="0">
                  <a:pos x="3" y="1"/>
                </a:cxn>
                <a:cxn ang="0">
                  <a:pos x="5" y="2"/>
                </a:cxn>
                <a:cxn ang="0">
                  <a:pos x="6" y="4"/>
                </a:cxn>
                <a:cxn ang="0">
                  <a:pos x="6" y="5"/>
                </a:cxn>
                <a:cxn ang="0">
                  <a:pos x="5" y="7"/>
                </a:cxn>
                <a:cxn ang="0">
                  <a:pos x="3" y="7"/>
                </a:cxn>
              </a:cxnLst>
              <a:rect l="0" t="0" r="r" b="b"/>
              <a:pathLst>
                <a:path w="6" h="8">
                  <a:moveTo>
                    <a:pt x="3" y="7"/>
                  </a:moveTo>
                  <a:cubicBezTo>
                    <a:pt x="2" y="7"/>
                    <a:pt x="2" y="6"/>
                    <a:pt x="2" y="6"/>
                  </a:cubicBezTo>
                  <a:cubicBezTo>
                    <a:pt x="2" y="5"/>
                    <a:pt x="2" y="5"/>
                    <a:pt x="2" y="4"/>
                  </a:cubicBezTo>
                  <a:cubicBezTo>
                    <a:pt x="1" y="4"/>
                    <a:pt x="1" y="4"/>
                    <a:pt x="0" y="3"/>
                  </a:cubicBezTo>
                  <a:cubicBezTo>
                    <a:pt x="0" y="3"/>
                    <a:pt x="0" y="2"/>
                    <a:pt x="0" y="2"/>
                  </a:cubicBezTo>
                  <a:cubicBezTo>
                    <a:pt x="1" y="1"/>
                    <a:pt x="2" y="1"/>
                    <a:pt x="2" y="1"/>
                  </a:cubicBezTo>
                  <a:cubicBezTo>
                    <a:pt x="2" y="0"/>
                    <a:pt x="3" y="1"/>
                    <a:pt x="3" y="1"/>
                  </a:cubicBezTo>
                  <a:cubicBezTo>
                    <a:pt x="4" y="1"/>
                    <a:pt x="5" y="2"/>
                    <a:pt x="5" y="2"/>
                  </a:cubicBezTo>
                  <a:cubicBezTo>
                    <a:pt x="5" y="3"/>
                    <a:pt x="6" y="4"/>
                    <a:pt x="6" y="4"/>
                  </a:cubicBezTo>
                  <a:cubicBezTo>
                    <a:pt x="6" y="4"/>
                    <a:pt x="6" y="5"/>
                    <a:pt x="6" y="5"/>
                  </a:cubicBezTo>
                  <a:cubicBezTo>
                    <a:pt x="5" y="6"/>
                    <a:pt x="5" y="6"/>
                    <a:pt x="5" y="7"/>
                  </a:cubicBezTo>
                  <a:cubicBezTo>
                    <a:pt x="4" y="7"/>
                    <a:pt x="3" y="8"/>
                    <a:pt x="3"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2" name="Freeform 171"/>
            <p:cNvSpPr>
              <a:spLocks/>
            </p:cNvSpPr>
            <p:nvPr/>
          </p:nvSpPr>
          <p:spPr bwMode="auto">
            <a:xfrm>
              <a:off x="646113" y="1535113"/>
              <a:ext cx="23813" cy="19050"/>
            </a:xfrm>
            <a:custGeom>
              <a:avLst/>
              <a:gdLst/>
              <a:ahLst/>
              <a:cxnLst>
                <a:cxn ang="0">
                  <a:pos x="9" y="8"/>
                </a:cxn>
                <a:cxn ang="0">
                  <a:pos x="7" y="9"/>
                </a:cxn>
                <a:cxn ang="0">
                  <a:pos x="6" y="10"/>
                </a:cxn>
                <a:cxn ang="0">
                  <a:pos x="4" y="10"/>
                </a:cxn>
                <a:cxn ang="0">
                  <a:pos x="3" y="8"/>
                </a:cxn>
                <a:cxn ang="0">
                  <a:pos x="2" y="7"/>
                </a:cxn>
                <a:cxn ang="0">
                  <a:pos x="3" y="6"/>
                </a:cxn>
                <a:cxn ang="0">
                  <a:pos x="3" y="4"/>
                </a:cxn>
                <a:cxn ang="0">
                  <a:pos x="2" y="4"/>
                </a:cxn>
                <a:cxn ang="0">
                  <a:pos x="1" y="3"/>
                </a:cxn>
                <a:cxn ang="0">
                  <a:pos x="1" y="1"/>
                </a:cxn>
                <a:cxn ang="0">
                  <a:pos x="2" y="0"/>
                </a:cxn>
                <a:cxn ang="0">
                  <a:pos x="4" y="1"/>
                </a:cxn>
                <a:cxn ang="0">
                  <a:pos x="6" y="3"/>
                </a:cxn>
                <a:cxn ang="0">
                  <a:pos x="7" y="3"/>
                </a:cxn>
                <a:cxn ang="0">
                  <a:pos x="10" y="3"/>
                </a:cxn>
                <a:cxn ang="0">
                  <a:pos x="11" y="4"/>
                </a:cxn>
                <a:cxn ang="0">
                  <a:pos x="12" y="5"/>
                </a:cxn>
                <a:cxn ang="0">
                  <a:pos x="11" y="6"/>
                </a:cxn>
                <a:cxn ang="0">
                  <a:pos x="9" y="6"/>
                </a:cxn>
                <a:cxn ang="0">
                  <a:pos x="8" y="5"/>
                </a:cxn>
                <a:cxn ang="0">
                  <a:pos x="7" y="5"/>
                </a:cxn>
                <a:cxn ang="0">
                  <a:pos x="6" y="6"/>
                </a:cxn>
                <a:cxn ang="0">
                  <a:pos x="6" y="7"/>
                </a:cxn>
                <a:cxn ang="0">
                  <a:pos x="8" y="7"/>
                </a:cxn>
                <a:cxn ang="0">
                  <a:pos x="9" y="8"/>
                </a:cxn>
              </a:cxnLst>
              <a:rect l="0" t="0" r="r" b="b"/>
              <a:pathLst>
                <a:path w="12" h="10">
                  <a:moveTo>
                    <a:pt x="9" y="8"/>
                  </a:moveTo>
                  <a:cubicBezTo>
                    <a:pt x="8" y="9"/>
                    <a:pt x="8" y="9"/>
                    <a:pt x="7" y="9"/>
                  </a:cubicBezTo>
                  <a:cubicBezTo>
                    <a:pt x="7" y="10"/>
                    <a:pt x="6" y="10"/>
                    <a:pt x="6" y="10"/>
                  </a:cubicBezTo>
                  <a:cubicBezTo>
                    <a:pt x="5" y="10"/>
                    <a:pt x="4" y="10"/>
                    <a:pt x="4" y="10"/>
                  </a:cubicBezTo>
                  <a:cubicBezTo>
                    <a:pt x="3" y="9"/>
                    <a:pt x="3" y="8"/>
                    <a:pt x="3" y="8"/>
                  </a:cubicBezTo>
                  <a:cubicBezTo>
                    <a:pt x="3" y="8"/>
                    <a:pt x="2" y="7"/>
                    <a:pt x="2" y="7"/>
                  </a:cubicBezTo>
                  <a:cubicBezTo>
                    <a:pt x="2" y="7"/>
                    <a:pt x="3" y="6"/>
                    <a:pt x="3" y="6"/>
                  </a:cubicBezTo>
                  <a:cubicBezTo>
                    <a:pt x="3" y="6"/>
                    <a:pt x="3" y="5"/>
                    <a:pt x="3" y="4"/>
                  </a:cubicBezTo>
                  <a:cubicBezTo>
                    <a:pt x="3" y="4"/>
                    <a:pt x="2" y="4"/>
                    <a:pt x="2" y="4"/>
                  </a:cubicBezTo>
                  <a:cubicBezTo>
                    <a:pt x="1" y="4"/>
                    <a:pt x="1" y="4"/>
                    <a:pt x="1" y="3"/>
                  </a:cubicBezTo>
                  <a:cubicBezTo>
                    <a:pt x="0" y="3"/>
                    <a:pt x="1" y="1"/>
                    <a:pt x="1" y="1"/>
                  </a:cubicBezTo>
                  <a:cubicBezTo>
                    <a:pt x="1" y="1"/>
                    <a:pt x="2" y="0"/>
                    <a:pt x="2" y="0"/>
                  </a:cubicBezTo>
                  <a:cubicBezTo>
                    <a:pt x="3" y="0"/>
                    <a:pt x="4" y="1"/>
                    <a:pt x="4" y="1"/>
                  </a:cubicBezTo>
                  <a:cubicBezTo>
                    <a:pt x="5" y="1"/>
                    <a:pt x="5" y="3"/>
                    <a:pt x="6" y="3"/>
                  </a:cubicBezTo>
                  <a:cubicBezTo>
                    <a:pt x="6" y="3"/>
                    <a:pt x="7" y="3"/>
                    <a:pt x="7" y="3"/>
                  </a:cubicBezTo>
                  <a:cubicBezTo>
                    <a:pt x="8" y="3"/>
                    <a:pt x="9" y="3"/>
                    <a:pt x="10" y="3"/>
                  </a:cubicBezTo>
                  <a:cubicBezTo>
                    <a:pt x="10" y="3"/>
                    <a:pt x="11" y="3"/>
                    <a:pt x="11" y="4"/>
                  </a:cubicBezTo>
                  <a:cubicBezTo>
                    <a:pt x="12" y="4"/>
                    <a:pt x="12" y="5"/>
                    <a:pt x="12" y="5"/>
                  </a:cubicBezTo>
                  <a:cubicBezTo>
                    <a:pt x="12" y="5"/>
                    <a:pt x="11" y="6"/>
                    <a:pt x="11" y="6"/>
                  </a:cubicBezTo>
                  <a:cubicBezTo>
                    <a:pt x="11" y="6"/>
                    <a:pt x="10" y="6"/>
                    <a:pt x="9" y="6"/>
                  </a:cubicBezTo>
                  <a:cubicBezTo>
                    <a:pt x="9" y="6"/>
                    <a:pt x="8" y="5"/>
                    <a:pt x="8" y="5"/>
                  </a:cubicBezTo>
                  <a:cubicBezTo>
                    <a:pt x="7" y="5"/>
                    <a:pt x="7" y="5"/>
                    <a:pt x="7" y="5"/>
                  </a:cubicBezTo>
                  <a:cubicBezTo>
                    <a:pt x="6" y="6"/>
                    <a:pt x="6" y="6"/>
                    <a:pt x="6" y="6"/>
                  </a:cubicBezTo>
                  <a:cubicBezTo>
                    <a:pt x="6" y="6"/>
                    <a:pt x="6" y="7"/>
                    <a:pt x="6" y="7"/>
                  </a:cubicBezTo>
                  <a:cubicBezTo>
                    <a:pt x="7" y="8"/>
                    <a:pt x="8" y="7"/>
                    <a:pt x="8" y="7"/>
                  </a:cubicBezTo>
                  <a:cubicBezTo>
                    <a:pt x="8" y="8"/>
                    <a:pt x="9" y="8"/>
                    <a:pt x="9"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3" name="Freeform 172"/>
            <p:cNvSpPr>
              <a:spLocks/>
            </p:cNvSpPr>
            <p:nvPr/>
          </p:nvSpPr>
          <p:spPr bwMode="auto">
            <a:xfrm>
              <a:off x="652463" y="1485901"/>
              <a:ext cx="42863" cy="52388"/>
            </a:xfrm>
            <a:custGeom>
              <a:avLst/>
              <a:gdLst/>
              <a:ahLst/>
              <a:cxnLst>
                <a:cxn ang="0">
                  <a:pos x="9" y="27"/>
                </a:cxn>
                <a:cxn ang="0">
                  <a:pos x="8" y="25"/>
                </a:cxn>
                <a:cxn ang="0">
                  <a:pos x="7" y="25"/>
                </a:cxn>
                <a:cxn ang="0">
                  <a:pos x="7" y="26"/>
                </a:cxn>
                <a:cxn ang="0">
                  <a:pos x="5" y="28"/>
                </a:cxn>
                <a:cxn ang="0">
                  <a:pos x="3" y="27"/>
                </a:cxn>
                <a:cxn ang="0">
                  <a:pos x="3" y="25"/>
                </a:cxn>
                <a:cxn ang="0">
                  <a:pos x="1" y="25"/>
                </a:cxn>
                <a:cxn ang="0">
                  <a:pos x="0" y="24"/>
                </a:cxn>
                <a:cxn ang="0">
                  <a:pos x="1" y="22"/>
                </a:cxn>
                <a:cxn ang="0">
                  <a:pos x="2" y="20"/>
                </a:cxn>
                <a:cxn ang="0">
                  <a:pos x="3" y="20"/>
                </a:cxn>
                <a:cxn ang="0">
                  <a:pos x="5" y="21"/>
                </a:cxn>
                <a:cxn ang="0">
                  <a:pos x="5" y="20"/>
                </a:cxn>
                <a:cxn ang="0">
                  <a:pos x="5" y="19"/>
                </a:cxn>
                <a:cxn ang="0">
                  <a:pos x="5" y="17"/>
                </a:cxn>
                <a:cxn ang="0">
                  <a:pos x="5" y="15"/>
                </a:cxn>
                <a:cxn ang="0">
                  <a:pos x="7" y="14"/>
                </a:cxn>
                <a:cxn ang="0">
                  <a:pos x="7" y="13"/>
                </a:cxn>
                <a:cxn ang="0">
                  <a:pos x="6" y="11"/>
                </a:cxn>
                <a:cxn ang="0">
                  <a:pos x="6" y="9"/>
                </a:cxn>
                <a:cxn ang="0">
                  <a:pos x="7" y="10"/>
                </a:cxn>
                <a:cxn ang="0">
                  <a:pos x="9" y="11"/>
                </a:cxn>
                <a:cxn ang="0">
                  <a:pos x="11" y="11"/>
                </a:cxn>
                <a:cxn ang="0">
                  <a:pos x="12" y="9"/>
                </a:cxn>
                <a:cxn ang="0">
                  <a:pos x="14" y="7"/>
                </a:cxn>
                <a:cxn ang="0">
                  <a:pos x="14" y="5"/>
                </a:cxn>
                <a:cxn ang="0">
                  <a:pos x="14" y="3"/>
                </a:cxn>
                <a:cxn ang="0">
                  <a:pos x="14" y="1"/>
                </a:cxn>
                <a:cxn ang="0">
                  <a:pos x="15" y="0"/>
                </a:cxn>
                <a:cxn ang="0">
                  <a:pos x="17" y="2"/>
                </a:cxn>
                <a:cxn ang="0">
                  <a:pos x="17" y="4"/>
                </a:cxn>
                <a:cxn ang="0">
                  <a:pos x="18" y="6"/>
                </a:cxn>
                <a:cxn ang="0">
                  <a:pos x="18" y="7"/>
                </a:cxn>
                <a:cxn ang="0">
                  <a:pos x="17" y="8"/>
                </a:cxn>
                <a:cxn ang="0">
                  <a:pos x="17" y="9"/>
                </a:cxn>
                <a:cxn ang="0">
                  <a:pos x="19" y="10"/>
                </a:cxn>
                <a:cxn ang="0">
                  <a:pos x="20" y="11"/>
                </a:cxn>
                <a:cxn ang="0">
                  <a:pos x="22" y="13"/>
                </a:cxn>
                <a:cxn ang="0">
                  <a:pos x="22" y="14"/>
                </a:cxn>
                <a:cxn ang="0">
                  <a:pos x="21" y="14"/>
                </a:cxn>
                <a:cxn ang="0">
                  <a:pos x="20" y="15"/>
                </a:cxn>
                <a:cxn ang="0">
                  <a:pos x="21" y="16"/>
                </a:cxn>
                <a:cxn ang="0">
                  <a:pos x="23" y="17"/>
                </a:cxn>
                <a:cxn ang="0">
                  <a:pos x="23" y="18"/>
                </a:cxn>
                <a:cxn ang="0">
                  <a:pos x="23" y="19"/>
                </a:cxn>
                <a:cxn ang="0">
                  <a:pos x="22" y="19"/>
                </a:cxn>
                <a:cxn ang="0">
                  <a:pos x="21" y="18"/>
                </a:cxn>
                <a:cxn ang="0">
                  <a:pos x="19" y="18"/>
                </a:cxn>
                <a:cxn ang="0">
                  <a:pos x="19" y="18"/>
                </a:cxn>
                <a:cxn ang="0">
                  <a:pos x="19" y="19"/>
                </a:cxn>
                <a:cxn ang="0">
                  <a:pos x="19" y="20"/>
                </a:cxn>
                <a:cxn ang="0">
                  <a:pos x="18" y="21"/>
                </a:cxn>
                <a:cxn ang="0">
                  <a:pos x="17" y="22"/>
                </a:cxn>
                <a:cxn ang="0">
                  <a:pos x="17" y="24"/>
                </a:cxn>
                <a:cxn ang="0">
                  <a:pos x="16" y="24"/>
                </a:cxn>
                <a:cxn ang="0">
                  <a:pos x="15" y="25"/>
                </a:cxn>
                <a:cxn ang="0">
                  <a:pos x="15" y="26"/>
                </a:cxn>
                <a:cxn ang="0">
                  <a:pos x="14" y="27"/>
                </a:cxn>
                <a:cxn ang="0">
                  <a:pos x="13" y="28"/>
                </a:cxn>
                <a:cxn ang="0">
                  <a:pos x="10" y="28"/>
                </a:cxn>
                <a:cxn ang="0">
                  <a:pos x="9" y="27"/>
                </a:cxn>
              </a:cxnLst>
              <a:rect l="0" t="0" r="r" b="b"/>
              <a:pathLst>
                <a:path w="23" h="28">
                  <a:moveTo>
                    <a:pt x="9" y="27"/>
                  </a:moveTo>
                  <a:cubicBezTo>
                    <a:pt x="9" y="27"/>
                    <a:pt x="9" y="25"/>
                    <a:pt x="8" y="25"/>
                  </a:cubicBezTo>
                  <a:cubicBezTo>
                    <a:pt x="8" y="25"/>
                    <a:pt x="7" y="25"/>
                    <a:pt x="7" y="25"/>
                  </a:cubicBezTo>
                  <a:cubicBezTo>
                    <a:pt x="6" y="25"/>
                    <a:pt x="7" y="26"/>
                    <a:pt x="7" y="26"/>
                  </a:cubicBezTo>
                  <a:cubicBezTo>
                    <a:pt x="6" y="27"/>
                    <a:pt x="6" y="28"/>
                    <a:pt x="5" y="28"/>
                  </a:cubicBezTo>
                  <a:cubicBezTo>
                    <a:pt x="5" y="28"/>
                    <a:pt x="4" y="27"/>
                    <a:pt x="3" y="27"/>
                  </a:cubicBezTo>
                  <a:cubicBezTo>
                    <a:pt x="3" y="27"/>
                    <a:pt x="3" y="26"/>
                    <a:pt x="3" y="25"/>
                  </a:cubicBezTo>
                  <a:cubicBezTo>
                    <a:pt x="2" y="25"/>
                    <a:pt x="1" y="25"/>
                    <a:pt x="1" y="25"/>
                  </a:cubicBezTo>
                  <a:cubicBezTo>
                    <a:pt x="1" y="25"/>
                    <a:pt x="0" y="24"/>
                    <a:pt x="0" y="24"/>
                  </a:cubicBezTo>
                  <a:cubicBezTo>
                    <a:pt x="0" y="24"/>
                    <a:pt x="0" y="23"/>
                    <a:pt x="1" y="22"/>
                  </a:cubicBezTo>
                  <a:cubicBezTo>
                    <a:pt x="1" y="21"/>
                    <a:pt x="1" y="20"/>
                    <a:pt x="2" y="20"/>
                  </a:cubicBezTo>
                  <a:cubicBezTo>
                    <a:pt x="2" y="20"/>
                    <a:pt x="3" y="20"/>
                    <a:pt x="3" y="20"/>
                  </a:cubicBezTo>
                  <a:cubicBezTo>
                    <a:pt x="4" y="20"/>
                    <a:pt x="4" y="21"/>
                    <a:pt x="5" y="21"/>
                  </a:cubicBezTo>
                  <a:cubicBezTo>
                    <a:pt x="5" y="21"/>
                    <a:pt x="5" y="20"/>
                    <a:pt x="5" y="20"/>
                  </a:cubicBezTo>
                  <a:cubicBezTo>
                    <a:pt x="6" y="20"/>
                    <a:pt x="5" y="19"/>
                    <a:pt x="5" y="19"/>
                  </a:cubicBezTo>
                  <a:cubicBezTo>
                    <a:pt x="5" y="18"/>
                    <a:pt x="5" y="17"/>
                    <a:pt x="5" y="17"/>
                  </a:cubicBezTo>
                  <a:cubicBezTo>
                    <a:pt x="4" y="16"/>
                    <a:pt x="5" y="15"/>
                    <a:pt x="5" y="15"/>
                  </a:cubicBezTo>
                  <a:cubicBezTo>
                    <a:pt x="5" y="14"/>
                    <a:pt x="6" y="14"/>
                    <a:pt x="7" y="14"/>
                  </a:cubicBezTo>
                  <a:cubicBezTo>
                    <a:pt x="7" y="14"/>
                    <a:pt x="7" y="13"/>
                    <a:pt x="7" y="13"/>
                  </a:cubicBezTo>
                  <a:cubicBezTo>
                    <a:pt x="7" y="12"/>
                    <a:pt x="6" y="12"/>
                    <a:pt x="6" y="11"/>
                  </a:cubicBezTo>
                  <a:cubicBezTo>
                    <a:pt x="6" y="11"/>
                    <a:pt x="5" y="10"/>
                    <a:pt x="6" y="9"/>
                  </a:cubicBezTo>
                  <a:cubicBezTo>
                    <a:pt x="6" y="9"/>
                    <a:pt x="7" y="9"/>
                    <a:pt x="7" y="10"/>
                  </a:cubicBezTo>
                  <a:cubicBezTo>
                    <a:pt x="8" y="10"/>
                    <a:pt x="8" y="11"/>
                    <a:pt x="9" y="11"/>
                  </a:cubicBezTo>
                  <a:cubicBezTo>
                    <a:pt x="9" y="11"/>
                    <a:pt x="10" y="11"/>
                    <a:pt x="11" y="11"/>
                  </a:cubicBezTo>
                  <a:cubicBezTo>
                    <a:pt x="11" y="10"/>
                    <a:pt x="12" y="10"/>
                    <a:pt x="12" y="9"/>
                  </a:cubicBezTo>
                  <a:cubicBezTo>
                    <a:pt x="13" y="9"/>
                    <a:pt x="14" y="8"/>
                    <a:pt x="14" y="7"/>
                  </a:cubicBezTo>
                  <a:cubicBezTo>
                    <a:pt x="14" y="7"/>
                    <a:pt x="14" y="5"/>
                    <a:pt x="14" y="5"/>
                  </a:cubicBezTo>
                  <a:cubicBezTo>
                    <a:pt x="14" y="4"/>
                    <a:pt x="14" y="3"/>
                    <a:pt x="14" y="3"/>
                  </a:cubicBezTo>
                  <a:cubicBezTo>
                    <a:pt x="14" y="2"/>
                    <a:pt x="14" y="1"/>
                    <a:pt x="14" y="1"/>
                  </a:cubicBezTo>
                  <a:cubicBezTo>
                    <a:pt x="14" y="1"/>
                    <a:pt x="15" y="0"/>
                    <a:pt x="15" y="0"/>
                  </a:cubicBezTo>
                  <a:cubicBezTo>
                    <a:pt x="16" y="0"/>
                    <a:pt x="17" y="2"/>
                    <a:pt x="17" y="2"/>
                  </a:cubicBezTo>
                  <a:cubicBezTo>
                    <a:pt x="17" y="3"/>
                    <a:pt x="17" y="4"/>
                    <a:pt x="17" y="4"/>
                  </a:cubicBezTo>
                  <a:cubicBezTo>
                    <a:pt x="17" y="4"/>
                    <a:pt x="18" y="5"/>
                    <a:pt x="18" y="6"/>
                  </a:cubicBezTo>
                  <a:cubicBezTo>
                    <a:pt x="18" y="6"/>
                    <a:pt x="18" y="6"/>
                    <a:pt x="18" y="7"/>
                  </a:cubicBezTo>
                  <a:cubicBezTo>
                    <a:pt x="17" y="7"/>
                    <a:pt x="17" y="7"/>
                    <a:pt x="17" y="8"/>
                  </a:cubicBezTo>
                  <a:cubicBezTo>
                    <a:pt x="17" y="8"/>
                    <a:pt x="17" y="9"/>
                    <a:pt x="17" y="9"/>
                  </a:cubicBezTo>
                  <a:cubicBezTo>
                    <a:pt x="17" y="10"/>
                    <a:pt x="18" y="10"/>
                    <a:pt x="19" y="10"/>
                  </a:cubicBezTo>
                  <a:cubicBezTo>
                    <a:pt x="19" y="10"/>
                    <a:pt x="20" y="11"/>
                    <a:pt x="20" y="11"/>
                  </a:cubicBezTo>
                  <a:cubicBezTo>
                    <a:pt x="21" y="11"/>
                    <a:pt x="22" y="12"/>
                    <a:pt x="22" y="13"/>
                  </a:cubicBezTo>
                  <a:cubicBezTo>
                    <a:pt x="22" y="13"/>
                    <a:pt x="23" y="14"/>
                    <a:pt x="22" y="14"/>
                  </a:cubicBezTo>
                  <a:cubicBezTo>
                    <a:pt x="22" y="14"/>
                    <a:pt x="21" y="14"/>
                    <a:pt x="21" y="14"/>
                  </a:cubicBezTo>
                  <a:cubicBezTo>
                    <a:pt x="21" y="14"/>
                    <a:pt x="20" y="14"/>
                    <a:pt x="20" y="15"/>
                  </a:cubicBezTo>
                  <a:cubicBezTo>
                    <a:pt x="20" y="15"/>
                    <a:pt x="21" y="16"/>
                    <a:pt x="21" y="16"/>
                  </a:cubicBezTo>
                  <a:cubicBezTo>
                    <a:pt x="21" y="16"/>
                    <a:pt x="23" y="16"/>
                    <a:pt x="23" y="17"/>
                  </a:cubicBezTo>
                  <a:cubicBezTo>
                    <a:pt x="23" y="17"/>
                    <a:pt x="23" y="18"/>
                    <a:pt x="23" y="18"/>
                  </a:cubicBezTo>
                  <a:cubicBezTo>
                    <a:pt x="23" y="18"/>
                    <a:pt x="23" y="19"/>
                    <a:pt x="23" y="19"/>
                  </a:cubicBezTo>
                  <a:cubicBezTo>
                    <a:pt x="23" y="19"/>
                    <a:pt x="22" y="19"/>
                    <a:pt x="22" y="19"/>
                  </a:cubicBezTo>
                  <a:cubicBezTo>
                    <a:pt x="21" y="19"/>
                    <a:pt x="21" y="18"/>
                    <a:pt x="21" y="18"/>
                  </a:cubicBezTo>
                  <a:cubicBezTo>
                    <a:pt x="20" y="18"/>
                    <a:pt x="19" y="17"/>
                    <a:pt x="19" y="18"/>
                  </a:cubicBezTo>
                  <a:cubicBezTo>
                    <a:pt x="19" y="18"/>
                    <a:pt x="19" y="18"/>
                    <a:pt x="19" y="18"/>
                  </a:cubicBezTo>
                  <a:cubicBezTo>
                    <a:pt x="19" y="19"/>
                    <a:pt x="19" y="19"/>
                    <a:pt x="19" y="19"/>
                  </a:cubicBezTo>
                  <a:cubicBezTo>
                    <a:pt x="19" y="19"/>
                    <a:pt x="19" y="20"/>
                    <a:pt x="19" y="20"/>
                  </a:cubicBezTo>
                  <a:cubicBezTo>
                    <a:pt x="19" y="20"/>
                    <a:pt x="18" y="21"/>
                    <a:pt x="18" y="21"/>
                  </a:cubicBezTo>
                  <a:cubicBezTo>
                    <a:pt x="18" y="21"/>
                    <a:pt x="18" y="22"/>
                    <a:pt x="17" y="22"/>
                  </a:cubicBezTo>
                  <a:cubicBezTo>
                    <a:pt x="17" y="23"/>
                    <a:pt x="17" y="24"/>
                    <a:pt x="17" y="24"/>
                  </a:cubicBezTo>
                  <a:cubicBezTo>
                    <a:pt x="17" y="24"/>
                    <a:pt x="16" y="24"/>
                    <a:pt x="16" y="24"/>
                  </a:cubicBezTo>
                  <a:cubicBezTo>
                    <a:pt x="15" y="24"/>
                    <a:pt x="15" y="25"/>
                    <a:pt x="15" y="25"/>
                  </a:cubicBezTo>
                  <a:cubicBezTo>
                    <a:pt x="15" y="25"/>
                    <a:pt x="15" y="26"/>
                    <a:pt x="15" y="26"/>
                  </a:cubicBezTo>
                  <a:cubicBezTo>
                    <a:pt x="15" y="26"/>
                    <a:pt x="14" y="27"/>
                    <a:pt x="14" y="27"/>
                  </a:cubicBezTo>
                  <a:cubicBezTo>
                    <a:pt x="14" y="27"/>
                    <a:pt x="13" y="27"/>
                    <a:pt x="13" y="28"/>
                  </a:cubicBezTo>
                  <a:cubicBezTo>
                    <a:pt x="12" y="28"/>
                    <a:pt x="11" y="28"/>
                    <a:pt x="10" y="28"/>
                  </a:cubicBezTo>
                  <a:cubicBezTo>
                    <a:pt x="10" y="27"/>
                    <a:pt x="9" y="27"/>
                    <a:pt x="9" y="2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4" name="Freeform 173"/>
            <p:cNvSpPr>
              <a:spLocks/>
            </p:cNvSpPr>
            <p:nvPr/>
          </p:nvSpPr>
          <p:spPr bwMode="auto">
            <a:xfrm>
              <a:off x="676276" y="1547813"/>
              <a:ext cx="6350" cy="6350"/>
            </a:xfrm>
            <a:custGeom>
              <a:avLst/>
              <a:gdLst/>
              <a:ahLst/>
              <a:cxnLst>
                <a:cxn ang="0">
                  <a:pos x="2" y="2"/>
                </a:cxn>
                <a:cxn ang="0">
                  <a:pos x="1" y="3"/>
                </a:cxn>
                <a:cxn ang="0">
                  <a:pos x="0" y="2"/>
                </a:cxn>
                <a:cxn ang="0">
                  <a:pos x="0" y="1"/>
                </a:cxn>
                <a:cxn ang="0">
                  <a:pos x="2" y="0"/>
                </a:cxn>
                <a:cxn ang="0">
                  <a:pos x="3" y="1"/>
                </a:cxn>
                <a:cxn ang="0">
                  <a:pos x="2" y="2"/>
                </a:cxn>
              </a:cxnLst>
              <a:rect l="0" t="0" r="r" b="b"/>
              <a:pathLst>
                <a:path w="3" h="3">
                  <a:moveTo>
                    <a:pt x="2" y="2"/>
                  </a:moveTo>
                  <a:cubicBezTo>
                    <a:pt x="2" y="3"/>
                    <a:pt x="1" y="3"/>
                    <a:pt x="1" y="3"/>
                  </a:cubicBezTo>
                  <a:cubicBezTo>
                    <a:pt x="0" y="3"/>
                    <a:pt x="0" y="2"/>
                    <a:pt x="0" y="2"/>
                  </a:cubicBezTo>
                  <a:cubicBezTo>
                    <a:pt x="0" y="2"/>
                    <a:pt x="0" y="1"/>
                    <a:pt x="0" y="1"/>
                  </a:cubicBezTo>
                  <a:cubicBezTo>
                    <a:pt x="1" y="1"/>
                    <a:pt x="2" y="0"/>
                    <a:pt x="2" y="0"/>
                  </a:cubicBezTo>
                  <a:cubicBezTo>
                    <a:pt x="2" y="0"/>
                    <a:pt x="3" y="1"/>
                    <a:pt x="3" y="1"/>
                  </a:cubicBezTo>
                  <a:cubicBezTo>
                    <a:pt x="3" y="1"/>
                    <a:pt x="3" y="2"/>
                    <a:pt x="2"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5" name="Freeform 174"/>
            <p:cNvSpPr>
              <a:spLocks/>
            </p:cNvSpPr>
            <p:nvPr/>
          </p:nvSpPr>
          <p:spPr bwMode="auto">
            <a:xfrm>
              <a:off x="642938" y="1555751"/>
              <a:ext cx="4763" cy="4763"/>
            </a:xfrm>
            <a:custGeom>
              <a:avLst/>
              <a:gdLst/>
              <a:ahLst/>
              <a:cxnLst>
                <a:cxn ang="0">
                  <a:pos x="3" y="1"/>
                </a:cxn>
                <a:cxn ang="0">
                  <a:pos x="2" y="2"/>
                </a:cxn>
                <a:cxn ang="0">
                  <a:pos x="2" y="3"/>
                </a:cxn>
                <a:cxn ang="0">
                  <a:pos x="1" y="3"/>
                </a:cxn>
                <a:cxn ang="0">
                  <a:pos x="0" y="1"/>
                </a:cxn>
                <a:cxn ang="0">
                  <a:pos x="1" y="0"/>
                </a:cxn>
                <a:cxn ang="0">
                  <a:pos x="2" y="0"/>
                </a:cxn>
                <a:cxn ang="0">
                  <a:pos x="3" y="0"/>
                </a:cxn>
                <a:cxn ang="0">
                  <a:pos x="3" y="1"/>
                </a:cxn>
              </a:cxnLst>
              <a:rect l="0" t="0" r="r" b="b"/>
              <a:pathLst>
                <a:path w="3" h="3">
                  <a:moveTo>
                    <a:pt x="3" y="1"/>
                  </a:moveTo>
                  <a:cubicBezTo>
                    <a:pt x="3" y="1"/>
                    <a:pt x="2" y="2"/>
                    <a:pt x="2" y="2"/>
                  </a:cubicBezTo>
                  <a:cubicBezTo>
                    <a:pt x="2" y="2"/>
                    <a:pt x="2" y="2"/>
                    <a:pt x="2" y="3"/>
                  </a:cubicBezTo>
                  <a:cubicBezTo>
                    <a:pt x="2" y="3"/>
                    <a:pt x="1" y="3"/>
                    <a:pt x="1" y="3"/>
                  </a:cubicBezTo>
                  <a:cubicBezTo>
                    <a:pt x="0" y="2"/>
                    <a:pt x="0" y="2"/>
                    <a:pt x="0" y="1"/>
                  </a:cubicBezTo>
                  <a:cubicBezTo>
                    <a:pt x="0" y="1"/>
                    <a:pt x="0" y="0"/>
                    <a:pt x="1" y="0"/>
                  </a:cubicBezTo>
                  <a:cubicBezTo>
                    <a:pt x="1" y="0"/>
                    <a:pt x="1" y="0"/>
                    <a:pt x="2" y="0"/>
                  </a:cubicBezTo>
                  <a:cubicBezTo>
                    <a:pt x="2" y="0"/>
                    <a:pt x="3" y="0"/>
                    <a:pt x="3" y="0"/>
                  </a:cubicBezTo>
                  <a:cubicBezTo>
                    <a:pt x="3" y="0"/>
                    <a:pt x="3" y="1"/>
                    <a:pt x="3"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175"/>
            <p:cNvSpPr>
              <a:spLocks/>
            </p:cNvSpPr>
            <p:nvPr/>
          </p:nvSpPr>
          <p:spPr bwMode="auto">
            <a:xfrm>
              <a:off x="703263" y="1504951"/>
              <a:ext cx="4763" cy="7938"/>
            </a:xfrm>
            <a:custGeom>
              <a:avLst/>
              <a:gdLst/>
              <a:ahLst/>
              <a:cxnLst>
                <a:cxn ang="0">
                  <a:pos x="3" y="4"/>
                </a:cxn>
                <a:cxn ang="0">
                  <a:pos x="2" y="3"/>
                </a:cxn>
                <a:cxn ang="0">
                  <a:pos x="0" y="3"/>
                </a:cxn>
                <a:cxn ang="0">
                  <a:pos x="0" y="2"/>
                </a:cxn>
                <a:cxn ang="0">
                  <a:pos x="0" y="0"/>
                </a:cxn>
                <a:cxn ang="0">
                  <a:pos x="1" y="0"/>
                </a:cxn>
                <a:cxn ang="0">
                  <a:pos x="2" y="1"/>
                </a:cxn>
                <a:cxn ang="0">
                  <a:pos x="3" y="2"/>
                </a:cxn>
                <a:cxn ang="0">
                  <a:pos x="3" y="4"/>
                </a:cxn>
              </a:cxnLst>
              <a:rect l="0" t="0" r="r" b="b"/>
              <a:pathLst>
                <a:path w="3" h="4">
                  <a:moveTo>
                    <a:pt x="3" y="4"/>
                  </a:moveTo>
                  <a:cubicBezTo>
                    <a:pt x="2" y="4"/>
                    <a:pt x="2" y="3"/>
                    <a:pt x="2" y="3"/>
                  </a:cubicBezTo>
                  <a:cubicBezTo>
                    <a:pt x="1" y="2"/>
                    <a:pt x="0" y="3"/>
                    <a:pt x="0" y="3"/>
                  </a:cubicBezTo>
                  <a:cubicBezTo>
                    <a:pt x="0" y="2"/>
                    <a:pt x="0" y="2"/>
                    <a:pt x="0" y="2"/>
                  </a:cubicBezTo>
                  <a:cubicBezTo>
                    <a:pt x="0" y="1"/>
                    <a:pt x="0" y="1"/>
                    <a:pt x="0" y="0"/>
                  </a:cubicBezTo>
                  <a:cubicBezTo>
                    <a:pt x="0" y="0"/>
                    <a:pt x="1" y="0"/>
                    <a:pt x="1" y="0"/>
                  </a:cubicBezTo>
                  <a:cubicBezTo>
                    <a:pt x="1" y="1"/>
                    <a:pt x="2" y="1"/>
                    <a:pt x="2" y="1"/>
                  </a:cubicBezTo>
                  <a:cubicBezTo>
                    <a:pt x="2" y="2"/>
                    <a:pt x="3" y="2"/>
                    <a:pt x="3" y="2"/>
                  </a:cubicBezTo>
                  <a:cubicBezTo>
                    <a:pt x="3" y="3"/>
                    <a:pt x="3" y="4"/>
                    <a:pt x="3"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7" name="Freeform 176"/>
            <p:cNvSpPr>
              <a:spLocks/>
            </p:cNvSpPr>
            <p:nvPr/>
          </p:nvSpPr>
          <p:spPr bwMode="auto">
            <a:xfrm>
              <a:off x="692151" y="1487488"/>
              <a:ext cx="7938" cy="7938"/>
            </a:xfrm>
            <a:custGeom>
              <a:avLst/>
              <a:gdLst/>
              <a:ahLst/>
              <a:cxnLst>
                <a:cxn ang="0">
                  <a:pos x="3" y="3"/>
                </a:cxn>
                <a:cxn ang="0">
                  <a:pos x="2" y="4"/>
                </a:cxn>
                <a:cxn ang="0">
                  <a:pos x="1" y="4"/>
                </a:cxn>
                <a:cxn ang="0">
                  <a:pos x="1" y="3"/>
                </a:cxn>
                <a:cxn ang="0">
                  <a:pos x="0" y="1"/>
                </a:cxn>
                <a:cxn ang="0">
                  <a:pos x="0" y="0"/>
                </a:cxn>
                <a:cxn ang="0">
                  <a:pos x="1" y="0"/>
                </a:cxn>
                <a:cxn ang="0">
                  <a:pos x="2" y="1"/>
                </a:cxn>
                <a:cxn ang="0">
                  <a:pos x="3" y="1"/>
                </a:cxn>
                <a:cxn ang="0">
                  <a:pos x="4" y="2"/>
                </a:cxn>
                <a:cxn ang="0">
                  <a:pos x="3" y="3"/>
                </a:cxn>
              </a:cxnLst>
              <a:rect l="0" t="0" r="r" b="b"/>
              <a:pathLst>
                <a:path w="4" h="4">
                  <a:moveTo>
                    <a:pt x="3" y="3"/>
                  </a:moveTo>
                  <a:cubicBezTo>
                    <a:pt x="3" y="3"/>
                    <a:pt x="3" y="4"/>
                    <a:pt x="2" y="4"/>
                  </a:cubicBezTo>
                  <a:cubicBezTo>
                    <a:pt x="2" y="4"/>
                    <a:pt x="1" y="4"/>
                    <a:pt x="1" y="4"/>
                  </a:cubicBezTo>
                  <a:cubicBezTo>
                    <a:pt x="1" y="3"/>
                    <a:pt x="1" y="3"/>
                    <a:pt x="1" y="3"/>
                  </a:cubicBezTo>
                  <a:cubicBezTo>
                    <a:pt x="1" y="2"/>
                    <a:pt x="0" y="2"/>
                    <a:pt x="0" y="1"/>
                  </a:cubicBezTo>
                  <a:cubicBezTo>
                    <a:pt x="0" y="1"/>
                    <a:pt x="0" y="0"/>
                    <a:pt x="0" y="0"/>
                  </a:cubicBezTo>
                  <a:cubicBezTo>
                    <a:pt x="0" y="0"/>
                    <a:pt x="1" y="0"/>
                    <a:pt x="1" y="0"/>
                  </a:cubicBezTo>
                  <a:cubicBezTo>
                    <a:pt x="1" y="0"/>
                    <a:pt x="2" y="1"/>
                    <a:pt x="2" y="1"/>
                  </a:cubicBezTo>
                  <a:cubicBezTo>
                    <a:pt x="2" y="1"/>
                    <a:pt x="3" y="1"/>
                    <a:pt x="3" y="1"/>
                  </a:cubicBezTo>
                  <a:cubicBezTo>
                    <a:pt x="3" y="1"/>
                    <a:pt x="4" y="2"/>
                    <a:pt x="4" y="2"/>
                  </a:cubicBezTo>
                  <a:cubicBezTo>
                    <a:pt x="4" y="2"/>
                    <a:pt x="3" y="3"/>
                    <a:pt x="3"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8" name="Freeform 177"/>
            <p:cNvSpPr>
              <a:spLocks/>
            </p:cNvSpPr>
            <p:nvPr/>
          </p:nvSpPr>
          <p:spPr bwMode="auto">
            <a:xfrm>
              <a:off x="712788" y="1476376"/>
              <a:ext cx="11113" cy="17463"/>
            </a:xfrm>
            <a:custGeom>
              <a:avLst/>
              <a:gdLst/>
              <a:ahLst/>
              <a:cxnLst>
                <a:cxn ang="0">
                  <a:pos x="2" y="9"/>
                </a:cxn>
                <a:cxn ang="0">
                  <a:pos x="1" y="7"/>
                </a:cxn>
                <a:cxn ang="0">
                  <a:pos x="0" y="7"/>
                </a:cxn>
                <a:cxn ang="0">
                  <a:pos x="0" y="5"/>
                </a:cxn>
                <a:cxn ang="0">
                  <a:pos x="1" y="4"/>
                </a:cxn>
                <a:cxn ang="0">
                  <a:pos x="0" y="1"/>
                </a:cxn>
                <a:cxn ang="0">
                  <a:pos x="1" y="1"/>
                </a:cxn>
                <a:cxn ang="0">
                  <a:pos x="3" y="0"/>
                </a:cxn>
                <a:cxn ang="0">
                  <a:pos x="5" y="0"/>
                </a:cxn>
                <a:cxn ang="0">
                  <a:pos x="5" y="1"/>
                </a:cxn>
                <a:cxn ang="0">
                  <a:pos x="4" y="3"/>
                </a:cxn>
                <a:cxn ang="0">
                  <a:pos x="4" y="4"/>
                </a:cxn>
                <a:cxn ang="0">
                  <a:pos x="2" y="5"/>
                </a:cxn>
                <a:cxn ang="0">
                  <a:pos x="3" y="6"/>
                </a:cxn>
                <a:cxn ang="0">
                  <a:pos x="4" y="6"/>
                </a:cxn>
                <a:cxn ang="0">
                  <a:pos x="4" y="8"/>
                </a:cxn>
                <a:cxn ang="0">
                  <a:pos x="4" y="9"/>
                </a:cxn>
                <a:cxn ang="0">
                  <a:pos x="2" y="9"/>
                </a:cxn>
              </a:cxnLst>
              <a:rect l="0" t="0" r="r" b="b"/>
              <a:pathLst>
                <a:path w="6" h="9">
                  <a:moveTo>
                    <a:pt x="2" y="9"/>
                  </a:moveTo>
                  <a:cubicBezTo>
                    <a:pt x="2" y="9"/>
                    <a:pt x="2" y="8"/>
                    <a:pt x="1" y="7"/>
                  </a:cubicBezTo>
                  <a:cubicBezTo>
                    <a:pt x="1" y="7"/>
                    <a:pt x="0" y="7"/>
                    <a:pt x="0" y="7"/>
                  </a:cubicBezTo>
                  <a:cubicBezTo>
                    <a:pt x="0" y="7"/>
                    <a:pt x="0" y="6"/>
                    <a:pt x="0" y="5"/>
                  </a:cubicBezTo>
                  <a:cubicBezTo>
                    <a:pt x="0" y="5"/>
                    <a:pt x="1" y="4"/>
                    <a:pt x="1" y="4"/>
                  </a:cubicBezTo>
                  <a:cubicBezTo>
                    <a:pt x="1" y="3"/>
                    <a:pt x="0" y="2"/>
                    <a:pt x="0" y="1"/>
                  </a:cubicBezTo>
                  <a:cubicBezTo>
                    <a:pt x="0" y="1"/>
                    <a:pt x="1" y="1"/>
                    <a:pt x="1" y="1"/>
                  </a:cubicBezTo>
                  <a:cubicBezTo>
                    <a:pt x="2" y="1"/>
                    <a:pt x="3" y="0"/>
                    <a:pt x="3" y="0"/>
                  </a:cubicBezTo>
                  <a:cubicBezTo>
                    <a:pt x="4" y="0"/>
                    <a:pt x="5" y="0"/>
                    <a:pt x="5" y="0"/>
                  </a:cubicBezTo>
                  <a:cubicBezTo>
                    <a:pt x="5" y="0"/>
                    <a:pt x="6" y="1"/>
                    <a:pt x="5" y="1"/>
                  </a:cubicBezTo>
                  <a:cubicBezTo>
                    <a:pt x="5" y="2"/>
                    <a:pt x="4" y="2"/>
                    <a:pt x="4" y="3"/>
                  </a:cubicBezTo>
                  <a:cubicBezTo>
                    <a:pt x="4" y="3"/>
                    <a:pt x="4" y="4"/>
                    <a:pt x="4" y="4"/>
                  </a:cubicBezTo>
                  <a:cubicBezTo>
                    <a:pt x="3" y="5"/>
                    <a:pt x="2" y="5"/>
                    <a:pt x="2" y="5"/>
                  </a:cubicBezTo>
                  <a:cubicBezTo>
                    <a:pt x="2" y="6"/>
                    <a:pt x="2" y="6"/>
                    <a:pt x="3" y="6"/>
                  </a:cubicBezTo>
                  <a:cubicBezTo>
                    <a:pt x="3" y="6"/>
                    <a:pt x="4" y="6"/>
                    <a:pt x="4" y="6"/>
                  </a:cubicBezTo>
                  <a:cubicBezTo>
                    <a:pt x="4" y="7"/>
                    <a:pt x="5" y="7"/>
                    <a:pt x="4" y="8"/>
                  </a:cubicBezTo>
                  <a:cubicBezTo>
                    <a:pt x="4" y="8"/>
                    <a:pt x="4" y="9"/>
                    <a:pt x="4" y="9"/>
                  </a:cubicBezTo>
                  <a:cubicBezTo>
                    <a:pt x="3" y="9"/>
                    <a:pt x="3" y="9"/>
                    <a:pt x="2" y="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9" name="Freeform 178"/>
            <p:cNvSpPr>
              <a:spLocks/>
            </p:cNvSpPr>
            <p:nvPr/>
          </p:nvSpPr>
          <p:spPr bwMode="auto">
            <a:xfrm>
              <a:off x="682626" y="1335088"/>
              <a:ext cx="63500" cy="139700"/>
            </a:xfrm>
            <a:custGeom>
              <a:avLst/>
              <a:gdLst/>
              <a:ahLst/>
              <a:cxnLst>
                <a:cxn ang="0">
                  <a:pos x="24" y="72"/>
                </a:cxn>
                <a:cxn ang="0">
                  <a:pos x="18" y="70"/>
                </a:cxn>
                <a:cxn ang="0">
                  <a:pos x="11" y="71"/>
                </a:cxn>
                <a:cxn ang="0">
                  <a:pos x="8" y="66"/>
                </a:cxn>
                <a:cxn ang="0">
                  <a:pos x="5" y="58"/>
                </a:cxn>
                <a:cxn ang="0">
                  <a:pos x="4" y="45"/>
                </a:cxn>
                <a:cxn ang="0">
                  <a:pos x="3" y="39"/>
                </a:cxn>
                <a:cxn ang="0">
                  <a:pos x="0" y="37"/>
                </a:cxn>
                <a:cxn ang="0">
                  <a:pos x="1" y="35"/>
                </a:cxn>
                <a:cxn ang="0">
                  <a:pos x="4" y="29"/>
                </a:cxn>
                <a:cxn ang="0">
                  <a:pos x="8" y="20"/>
                </a:cxn>
                <a:cxn ang="0">
                  <a:pos x="6" y="7"/>
                </a:cxn>
                <a:cxn ang="0">
                  <a:pos x="6" y="1"/>
                </a:cxn>
                <a:cxn ang="0">
                  <a:pos x="10" y="0"/>
                </a:cxn>
                <a:cxn ang="0">
                  <a:pos x="13" y="1"/>
                </a:cxn>
                <a:cxn ang="0">
                  <a:pos x="19" y="1"/>
                </a:cxn>
                <a:cxn ang="0">
                  <a:pos x="21" y="3"/>
                </a:cxn>
                <a:cxn ang="0">
                  <a:pos x="24" y="5"/>
                </a:cxn>
                <a:cxn ang="0">
                  <a:pos x="24" y="7"/>
                </a:cxn>
                <a:cxn ang="0">
                  <a:pos x="22" y="8"/>
                </a:cxn>
                <a:cxn ang="0">
                  <a:pos x="25" y="9"/>
                </a:cxn>
                <a:cxn ang="0">
                  <a:pos x="28" y="12"/>
                </a:cxn>
                <a:cxn ang="0">
                  <a:pos x="26" y="13"/>
                </a:cxn>
                <a:cxn ang="0">
                  <a:pos x="22" y="14"/>
                </a:cxn>
                <a:cxn ang="0">
                  <a:pos x="28" y="15"/>
                </a:cxn>
                <a:cxn ang="0">
                  <a:pos x="32" y="14"/>
                </a:cxn>
                <a:cxn ang="0">
                  <a:pos x="29" y="18"/>
                </a:cxn>
                <a:cxn ang="0">
                  <a:pos x="25" y="18"/>
                </a:cxn>
                <a:cxn ang="0">
                  <a:pos x="24" y="20"/>
                </a:cxn>
                <a:cxn ang="0">
                  <a:pos x="29" y="20"/>
                </a:cxn>
                <a:cxn ang="0">
                  <a:pos x="31" y="25"/>
                </a:cxn>
                <a:cxn ang="0">
                  <a:pos x="34" y="26"/>
                </a:cxn>
                <a:cxn ang="0">
                  <a:pos x="31" y="30"/>
                </a:cxn>
                <a:cxn ang="0">
                  <a:pos x="28" y="33"/>
                </a:cxn>
                <a:cxn ang="0">
                  <a:pos x="27" y="38"/>
                </a:cxn>
                <a:cxn ang="0">
                  <a:pos x="23" y="43"/>
                </a:cxn>
                <a:cxn ang="0">
                  <a:pos x="20" y="41"/>
                </a:cxn>
                <a:cxn ang="0">
                  <a:pos x="20" y="38"/>
                </a:cxn>
                <a:cxn ang="0">
                  <a:pos x="16" y="40"/>
                </a:cxn>
                <a:cxn ang="0">
                  <a:pos x="13" y="38"/>
                </a:cxn>
                <a:cxn ang="0">
                  <a:pos x="15" y="43"/>
                </a:cxn>
                <a:cxn ang="0">
                  <a:pos x="19" y="44"/>
                </a:cxn>
                <a:cxn ang="0">
                  <a:pos x="24" y="46"/>
                </a:cxn>
                <a:cxn ang="0">
                  <a:pos x="25" y="51"/>
                </a:cxn>
                <a:cxn ang="0">
                  <a:pos x="25" y="60"/>
                </a:cxn>
                <a:cxn ang="0">
                  <a:pos x="21" y="60"/>
                </a:cxn>
                <a:cxn ang="0">
                  <a:pos x="16" y="60"/>
                </a:cxn>
                <a:cxn ang="0">
                  <a:pos x="12" y="59"/>
                </a:cxn>
                <a:cxn ang="0">
                  <a:pos x="15" y="63"/>
                </a:cxn>
                <a:cxn ang="0">
                  <a:pos x="21" y="63"/>
                </a:cxn>
                <a:cxn ang="0">
                  <a:pos x="25" y="64"/>
                </a:cxn>
                <a:cxn ang="0">
                  <a:pos x="26" y="67"/>
                </a:cxn>
                <a:cxn ang="0">
                  <a:pos x="29" y="67"/>
                </a:cxn>
                <a:cxn ang="0">
                  <a:pos x="28" y="69"/>
                </a:cxn>
                <a:cxn ang="0">
                  <a:pos x="27" y="74"/>
                </a:cxn>
              </a:cxnLst>
              <a:rect l="0" t="0" r="r" b="b"/>
              <a:pathLst>
                <a:path w="34" h="74">
                  <a:moveTo>
                    <a:pt x="27" y="74"/>
                  </a:moveTo>
                  <a:cubicBezTo>
                    <a:pt x="26" y="74"/>
                    <a:pt x="25" y="74"/>
                    <a:pt x="25" y="74"/>
                  </a:cubicBezTo>
                  <a:cubicBezTo>
                    <a:pt x="24" y="73"/>
                    <a:pt x="24" y="72"/>
                    <a:pt x="24" y="72"/>
                  </a:cubicBezTo>
                  <a:cubicBezTo>
                    <a:pt x="23" y="72"/>
                    <a:pt x="22" y="71"/>
                    <a:pt x="21" y="70"/>
                  </a:cubicBezTo>
                  <a:cubicBezTo>
                    <a:pt x="21" y="70"/>
                    <a:pt x="20" y="69"/>
                    <a:pt x="20" y="69"/>
                  </a:cubicBezTo>
                  <a:cubicBezTo>
                    <a:pt x="19" y="69"/>
                    <a:pt x="19" y="70"/>
                    <a:pt x="18" y="70"/>
                  </a:cubicBezTo>
                  <a:cubicBezTo>
                    <a:pt x="18" y="70"/>
                    <a:pt x="17" y="71"/>
                    <a:pt x="16" y="71"/>
                  </a:cubicBezTo>
                  <a:cubicBezTo>
                    <a:pt x="16" y="71"/>
                    <a:pt x="15" y="72"/>
                    <a:pt x="14" y="72"/>
                  </a:cubicBezTo>
                  <a:cubicBezTo>
                    <a:pt x="13" y="72"/>
                    <a:pt x="11" y="71"/>
                    <a:pt x="11" y="71"/>
                  </a:cubicBezTo>
                  <a:cubicBezTo>
                    <a:pt x="10" y="71"/>
                    <a:pt x="9" y="70"/>
                    <a:pt x="9" y="70"/>
                  </a:cubicBezTo>
                  <a:cubicBezTo>
                    <a:pt x="8" y="70"/>
                    <a:pt x="8" y="69"/>
                    <a:pt x="8" y="68"/>
                  </a:cubicBezTo>
                  <a:cubicBezTo>
                    <a:pt x="8" y="68"/>
                    <a:pt x="8" y="67"/>
                    <a:pt x="8" y="66"/>
                  </a:cubicBezTo>
                  <a:cubicBezTo>
                    <a:pt x="8" y="66"/>
                    <a:pt x="7" y="65"/>
                    <a:pt x="7" y="64"/>
                  </a:cubicBezTo>
                  <a:cubicBezTo>
                    <a:pt x="7" y="63"/>
                    <a:pt x="6" y="62"/>
                    <a:pt x="6" y="61"/>
                  </a:cubicBezTo>
                  <a:cubicBezTo>
                    <a:pt x="5" y="60"/>
                    <a:pt x="5" y="59"/>
                    <a:pt x="5" y="58"/>
                  </a:cubicBezTo>
                  <a:cubicBezTo>
                    <a:pt x="4" y="57"/>
                    <a:pt x="4" y="54"/>
                    <a:pt x="4" y="53"/>
                  </a:cubicBezTo>
                  <a:cubicBezTo>
                    <a:pt x="3" y="52"/>
                    <a:pt x="3" y="49"/>
                    <a:pt x="4" y="48"/>
                  </a:cubicBezTo>
                  <a:cubicBezTo>
                    <a:pt x="4" y="48"/>
                    <a:pt x="4" y="46"/>
                    <a:pt x="4" y="45"/>
                  </a:cubicBezTo>
                  <a:cubicBezTo>
                    <a:pt x="4" y="44"/>
                    <a:pt x="4" y="43"/>
                    <a:pt x="4" y="43"/>
                  </a:cubicBezTo>
                  <a:cubicBezTo>
                    <a:pt x="3" y="42"/>
                    <a:pt x="3" y="42"/>
                    <a:pt x="3" y="41"/>
                  </a:cubicBezTo>
                  <a:cubicBezTo>
                    <a:pt x="3" y="41"/>
                    <a:pt x="3" y="39"/>
                    <a:pt x="3" y="39"/>
                  </a:cubicBezTo>
                  <a:cubicBezTo>
                    <a:pt x="3" y="38"/>
                    <a:pt x="3" y="38"/>
                    <a:pt x="3" y="37"/>
                  </a:cubicBezTo>
                  <a:cubicBezTo>
                    <a:pt x="3" y="37"/>
                    <a:pt x="2" y="37"/>
                    <a:pt x="2" y="37"/>
                  </a:cubicBezTo>
                  <a:cubicBezTo>
                    <a:pt x="2" y="37"/>
                    <a:pt x="1" y="37"/>
                    <a:pt x="0" y="37"/>
                  </a:cubicBezTo>
                  <a:cubicBezTo>
                    <a:pt x="0" y="37"/>
                    <a:pt x="0" y="36"/>
                    <a:pt x="0" y="36"/>
                  </a:cubicBezTo>
                  <a:cubicBezTo>
                    <a:pt x="0" y="35"/>
                    <a:pt x="0" y="35"/>
                    <a:pt x="0" y="35"/>
                  </a:cubicBezTo>
                  <a:cubicBezTo>
                    <a:pt x="1" y="35"/>
                    <a:pt x="1" y="35"/>
                    <a:pt x="1" y="35"/>
                  </a:cubicBezTo>
                  <a:cubicBezTo>
                    <a:pt x="2" y="35"/>
                    <a:pt x="2" y="35"/>
                    <a:pt x="3" y="35"/>
                  </a:cubicBezTo>
                  <a:cubicBezTo>
                    <a:pt x="3" y="35"/>
                    <a:pt x="3" y="33"/>
                    <a:pt x="4" y="32"/>
                  </a:cubicBezTo>
                  <a:cubicBezTo>
                    <a:pt x="4" y="31"/>
                    <a:pt x="3" y="29"/>
                    <a:pt x="4" y="29"/>
                  </a:cubicBezTo>
                  <a:cubicBezTo>
                    <a:pt x="4" y="28"/>
                    <a:pt x="4" y="27"/>
                    <a:pt x="5" y="27"/>
                  </a:cubicBezTo>
                  <a:cubicBezTo>
                    <a:pt x="5" y="26"/>
                    <a:pt x="6" y="24"/>
                    <a:pt x="7" y="23"/>
                  </a:cubicBezTo>
                  <a:cubicBezTo>
                    <a:pt x="7" y="23"/>
                    <a:pt x="8" y="21"/>
                    <a:pt x="8" y="20"/>
                  </a:cubicBezTo>
                  <a:cubicBezTo>
                    <a:pt x="8" y="20"/>
                    <a:pt x="8" y="18"/>
                    <a:pt x="8" y="18"/>
                  </a:cubicBezTo>
                  <a:cubicBezTo>
                    <a:pt x="8" y="16"/>
                    <a:pt x="8" y="13"/>
                    <a:pt x="8" y="12"/>
                  </a:cubicBezTo>
                  <a:cubicBezTo>
                    <a:pt x="8" y="10"/>
                    <a:pt x="7" y="8"/>
                    <a:pt x="6" y="7"/>
                  </a:cubicBezTo>
                  <a:cubicBezTo>
                    <a:pt x="6" y="6"/>
                    <a:pt x="5" y="5"/>
                    <a:pt x="5" y="4"/>
                  </a:cubicBezTo>
                  <a:cubicBezTo>
                    <a:pt x="5" y="4"/>
                    <a:pt x="5" y="2"/>
                    <a:pt x="5" y="2"/>
                  </a:cubicBezTo>
                  <a:cubicBezTo>
                    <a:pt x="5" y="1"/>
                    <a:pt x="6" y="1"/>
                    <a:pt x="6" y="1"/>
                  </a:cubicBezTo>
                  <a:cubicBezTo>
                    <a:pt x="7" y="1"/>
                    <a:pt x="7" y="1"/>
                    <a:pt x="8" y="1"/>
                  </a:cubicBezTo>
                  <a:cubicBezTo>
                    <a:pt x="8" y="1"/>
                    <a:pt x="9" y="1"/>
                    <a:pt x="9" y="1"/>
                  </a:cubicBezTo>
                  <a:cubicBezTo>
                    <a:pt x="9" y="1"/>
                    <a:pt x="10" y="0"/>
                    <a:pt x="10" y="0"/>
                  </a:cubicBezTo>
                  <a:cubicBezTo>
                    <a:pt x="10" y="0"/>
                    <a:pt x="11" y="0"/>
                    <a:pt x="11" y="0"/>
                  </a:cubicBezTo>
                  <a:cubicBezTo>
                    <a:pt x="11" y="0"/>
                    <a:pt x="11" y="1"/>
                    <a:pt x="12" y="1"/>
                  </a:cubicBezTo>
                  <a:cubicBezTo>
                    <a:pt x="12" y="1"/>
                    <a:pt x="13" y="1"/>
                    <a:pt x="13" y="1"/>
                  </a:cubicBezTo>
                  <a:cubicBezTo>
                    <a:pt x="14" y="1"/>
                    <a:pt x="14" y="0"/>
                    <a:pt x="15" y="0"/>
                  </a:cubicBezTo>
                  <a:cubicBezTo>
                    <a:pt x="15" y="0"/>
                    <a:pt x="17" y="0"/>
                    <a:pt x="17" y="0"/>
                  </a:cubicBezTo>
                  <a:cubicBezTo>
                    <a:pt x="18" y="0"/>
                    <a:pt x="18" y="0"/>
                    <a:pt x="19" y="1"/>
                  </a:cubicBezTo>
                  <a:cubicBezTo>
                    <a:pt x="19" y="1"/>
                    <a:pt x="19" y="2"/>
                    <a:pt x="19" y="2"/>
                  </a:cubicBezTo>
                  <a:cubicBezTo>
                    <a:pt x="19" y="3"/>
                    <a:pt x="19" y="3"/>
                    <a:pt x="19" y="3"/>
                  </a:cubicBezTo>
                  <a:cubicBezTo>
                    <a:pt x="20" y="3"/>
                    <a:pt x="21" y="3"/>
                    <a:pt x="21" y="3"/>
                  </a:cubicBezTo>
                  <a:cubicBezTo>
                    <a:pt x="21" y="4"/>
                    <a:pt x="22" y="4"/>
                    <a:pt x="22" y="4"/>
                  </a:cubicBezTo>
                  <a:cubicBezTo>
                    <a:pt x="22" y="4"/>
                    <a:pt x="23" y="5"/>
                    <a:pt x="23" y="5"/>
                  </a:cubicBezTo>
                  <a:cubicBezTo>
                    <a:pt x="23" y="5"/>
                    <a:pt x="24" y="5"/>
                    <a:pt x="24" y="5"/>
                  </a:cubicBezTo>
                  <a:cubicBezTo>
                    <a:pt x="25" y="5"/>
                    <a:pt x="26" y="6"/>
                    <a:pt x="26" y="6"/>
                  </a:cubicBezTo>
                  <a:cubicBezTo>
                    <a:pt x="26" y="6"/>
                    <a:pt x="26" y="7"/>
                    <a:pt x="25" y="7"/>
                  </a:cubicBezTo>
                  <a:cubicBezTo>
                    <a:pt x="25" y="7"/>
                    <a:pt x="24" y="7"/>
                    <a:pt x="24" y="7"/>
                  </a:cubicBezTo>
                  <a:cubicBezTo>
                    <a:pt x="24" y="7"/>
                    <a:pt x="23" y="7"/>
                    <a:pt x="23" y="7"/>
                  </a:cubicBezTo>
                  <a:cubicBezTo>
                    <a:pt x="23" y="7"/>
                    <a:pt x="22" y="7"/>
                    <a:pt x="22" y="7"/>
                  </a:cubicBezTo>
                  <a:cubicBezTo>
                    <a:pt x="22" y="7"/>
                    <a:pt x="22" y="8"/>
                    <a:pt x="22" y="8"/>
                  </a:cubicBezTo>
                  <a:cubicBezTo>
                    <a:pt x="22" y="9"/>
                    <a:pt x="22" y="9"/>
                    <a:pt x="22" y="9"/>
                  </a:cubicBezTo>
                  <a:cubicBezTo>
                    <a:pt x="22" y="9"/>
                    <a:pt x="23" y="9"/>
                    <a:pt x="24" y="9"/>
                  </a:cubicBezTo>
                  <a:cubicBezTo>
                    <a:pt x="24" y="9"/>
                    <a:pt x="25" y="9"/>
                    <a:pt x="25" y="9"/>
                  </a:cubicBezTo>
                  <a:cubicBezTo>
                    <a:pt x="25" y="10"/>
                    <a:pt x="26" y="10"/>
                    <a:pt x="26" y="10"/>
                  </a:cubicBezTo>
                  <a:cubicBezTo>
                    <a:pt x="26" y="11"/>
                    <a:pt x="26" y="11"/>
                    <a:pt x="27" y="11"/>
                  </a:cubicBezTo>
                  <a:cubicBezTo>
                    <a:pt x="27" y="11"/>
                    <a:pt x="28" y="12"/>
                    <a:pt x="28" y="12"/>
                  </a:cubicBezTo>
                  <a:cubicBezTo>
                    <a:pt x="28" y="12"/>
                    <a:pt x="28" y="12"/>
                    <a:pt x="28" y="13"/>
                  </a:cubicBezTo>
                  <a:cubicBezTo>
                    <a:pt x="28" y="13"/>
                    <a:pt x="27" y="13"/>
                    <a:pt x="27" y="13"/>
                  </a:cubicBezTo>
                  <a:cubicBezTo>
                    <a:pt x="27" y="13"/>
                    <a:pt x="26" y="13"/>
                    <a:pt x="26" y="13"/>
                  </a:cubicBezTo>
                  <a:cubicBezTo>
                    <a:pt x="25" y="13"/>
                    <a:pt x="25" y="12"/>
                    <a:pt x="24" y="12"/>
                  </a:cubicBezTo>
                  <a:cubicBezTo>
                    <a:pt x="24" y="12"/>
                    <a:pt x="23" y="12"/>
                    <a:pt x="23" y="12"/>
                  </a:cubicBezTo>
                  <a:cubicBezTo>
                    <a:pt x="22" y="12"/>
                    <a:pt x="22" y="13"/>
                    <a:pt x="22" y="14"/>
                  </a:cubicBezTo>
                  <a:cubicBezTo>
                    <a:pt x="23" y="14"/>
                    <a:pt x="23" y="15"/>
                    <a:pt x="24" y="15"/>
                  </a:cubicBezTo>
                  <a:cubicBezTo>
                    <a:pt x="24" y="15"/>
                    <a:pt x="25" y="15"/>
                    <a:pt x="26" y="15"/>
                  </a:cubicBezTo>
                  <a:cubicBezTo>
                    <a:pt x="27" y="15"/>
                    <a:pt x="28" y="15"/>
                    <a:pt x="28" y="15"/>
                  </a:cubicBezTo>
                  <a:cubicBezTo>
                    <a:pt x="29" y="15"/>
                    <a:pt x="29" y="14"/>
                    <a:pt x="30" y="14"/>
                  </a:cubicBezTo>
                  <a:cubicBezTo>
                    <a:pt x="30" y="13"/>
                    <a:pt x="31" y="13"/>
                    <a:pt x="32" y="13"/>
                  </a:cubicBezTo>
                  <a:cubicBezTo>
                    <a:pt x="32" y="13"/>
                    <a:pt x="32" y="13"/>
                    <a:pt x="32" y="14"/>
                  </a:cubicBezTo>
                  <a:cubicBezTo>
                    <a:pt x="32" y="14"/>
                    <a:pt x="32" y="15"/>
                    <a:pt x="31" y="15"/>
                  </a:cubicBezTo>
                  <a:cubicBezTo>
                    <a:pt x="31" y="15"/>
                    <a:pt x="30" y="16"/>
                    <a:pt x="30" y="16"/>
                  </a:cubicBezTo>
                  <a:cubicBezTo>
                    <a:pt x="30" y="17"/>
                    <a:pt x="29" y="17"/>
                    <a:pt x="29" y="18"/>
                  </a:cubicBezTo>
                  <a:cubicBezTo>
                    <a:pt x="29" y="18"/>
                    <a:pt x="28" y="18"/>
                    <a:pt x="28" y="18"/>
                  </a:cubicBezTo>
                  <a:cubicBezTo>
                    <a:pt x="28" y="18"/>
                    <a:pt x="27" y="18"/>
                    <a:pt x="26" y="17"/>
                  </a:cubicBezTo>
                  <a:cubicBezTo>
                    <a:pt x="26" y="17"/>
                    <a:pt x="25" y="18"/>
                    <a:pt x="25" y="18"/>
                  </a:cubicBezTo>
                  <a:cubicBezTo>
                    <a:pt x="24" y="18"/>
                    <a:pt x="23" y="17"/>
                    <a:pt x="23" y="17"/>
                  </a:cubicBezTo>
                  <a:cubicBezTo>
                    <a:pt x="23" y="18"/>
                    <a:pt x="23" y="18"/>
                    <a:pt x="23" y="19"/>
                  </a:cubicBezTo>
                  <a:cubicBezTo>
                    <a:pt x="24" y="19"/>
                    <a:pt x="24" y="19"/>
                    <a:pt x="24" y="20"/>
                  </a:cubicBezTo>
                  <a:cubicBezTo>
                    <a:pt x="25" y="20"/>
                    <a:pt x="26" y="19"/>
                    <a:pt x="26" y="20"/>
                  </a:cubicBezTo>
                  <a:cubicBezTo>
                    <a:pt x="26" y="20"/>
                    <a:pt x="27" y="20"/>
                    <a:pt x="27" y="21"/>
                  </a:cubicBezTo>
                  <a:cubicBezTo>
                    <a:pt x="28" y="21"/>
                    <a:pt x="28" y="20"/>
                    <a:pt x="29" y="20"/>
                  </a:cubicBezTo>
                  <a:cubicBezTo>
                    <a:pt x="29" y="21"/>
                    <a:pt x="30" y="21"/>
                    <a:pt x="30" y="21"/>
                  </a:cubicBezTo>
                  <a:cubicBezTo>
                    <a:pt x="30" y="21"/>
                    <a:pt x="30" y="22"/>
                    <a:pt x="30" y="22"/>
                  </a:cubicBezTo>
                  <a:cubicBezTo>
                    <a:pt x="31" y="23"/>
                    <a:pt x="31" y="24"/>
                    <a:pt x="31" y="25"/>
                  </a:cubicBezTo>
                  <a:cubicBezTo>
                    <a:pt x="32" y="25"/>
                    <a:pt x="33" y="24"/>
                    <a:pt x="33" y="24"/>
                  </a:cubicBezTo>
                  <a:cubicBezTo>
                    <a:pt x="34" y="24"/>
                    <a:pt x="34" y="25"/>
                    <a:pt x="34" y="25"/>
                  </a:cubicBezTo>
                  <a:cubicBezTo>
                    <a:pt x="34" y="25"/>
                    <a:pt x="34" y="26"/>
                    <a:pt x="34" y="26"/>
                  </a:cubicBezTo>
                  <a:cubicBezTo>
                    <a:pt x="34" y="27"/>
                    <a:pt x="33" y="28"/>
                    <a:pt x="33" y="28"/>
                  </a:cubicBezTo>
                  <a:cubicBezTo>
                    <a:pt x="33" y="28"/>
                    <a:pt x="33" y="29"/>
                    <a:pt x="32" y="29"/>
                  </a:cubicBezTo>
                  <a:cubicBezTo>
                    <a:pt x="32" y="30"/>
                    <a:pt x="31" y="30"/>
                    <a:pt x="31" y="30"/>
                  </a:cubicBezTo>
                  <a:cubicBezTo>
                    <a:pt x="31" y="30"/>
                    <a:pt x="29" y="29"/>
                    <a:pt x="29" y="30"/>
                  </a:cubicBezTo>
                  <a:cubicBezTo>
                    <a:pt x="29" y="30"/>
                    <a:pt x="29" y="31"/>
                    <a:pt x="28" y="32"/>
                  </a:cubicBezTo>
                  <a:cubicBezTo>
                    <a:pt x="28" y="32"/>
                    <a:pt x="28" y="33"/>
                    <a:pt x="28" y="33"/>
                  </a:cubicBezTo>
                  <a:cubicBezTo>
                    <a:pt x="27" y="33"/>
                    <a:pt x="27" y="33"/>
                    <a:pt x="27" y="34"/>
                  </a:cubicBezTo>
                  <a:cubicBezTo>
                    <a:pt x="27" y="34"/>
                    <a:pt x="27" y="36"/>
                    <a:pt x="27" y="36"/>
                  </a:cubicBezTo>
                  <a:cubicBezTo>
                    <a:pt x="27" y="37"/>
                    <a:pt x="27" y="38"/>
                    <a:pt x="27" y="38"/>
                  </a:cubicBezTo>
                  <a:cubicBezTo>
                    <a:pt x="27" y="39"/>
                    <a:pt x="25" y="39"/>
                    <a:pt x="25" y="40"/>
                  </a:cubicBezTo>
                  <a:cubicBezTo>
                    <a:pt x="25" y="40"/>
                    <a:pt x="25" y="41"/>
                    <a:pt x="24" y="41"/>
                  </a:cubicBezTo>
                  <a:cubicBezTo>
                    <a:pt x="24" y="42"/>
                    <a:pt x="24" y="42"/>
                    <a:pt x="23" y="43"/>
                  </a:cubicBezTo>
                  <a:cubicBezTo>
                    <a:pt x="23" y="43"/>
                    <a:pt x="22" y="43"/>
                    <a:pt x="21" y="43"/>
                  </a:cubicBezTo>
                  <a:cubicBezTo>
                    <a:pt x="21" y="43"/>
                    <a:pt x="20" y="43"/>
                    <a:pt x="20" y="42"/>
                  </a:cubicBezTo>
                  <a:cubicBezTo>
                    <a:pt x="20" y="42"/>
                    <a:pt x="20" y="42"/>
                    <a:pt x="20" y="41"/>
                  </a:cubicBezTo>
                  <a:cubicBezTo>
                    <a:pt x="20" y="41"/>
                    <a:pt x="21" y="41"/>
                    <a:pt x="21" y="41"/>
                  </a:cubicBezTo>
                  <a:cubicBezTo>
                    <a:pt x="21" y="41"/>
                    <a:pt x="21" y="40"/>
                    <a:pt x="21" y="39"/>
                  </a:cubicBezTo>
                  <a:cubicBezTo>
                    <a:pt x="21" y="39"/>
                    <a:pt x="21" y="39"/>
                    <a:pt x="20" y="38"/>
                  </a:cubicBezTo>
                  <a:cubicBezTo>
                    <a:pt x="20" y="38"/>
                    <a:pt x="19" y="38"/>
                    <a:pt x="19" y="38"/>
                  </a:cubicBezTo>
                  <a:cubicBezTo>
                    <a:pt x="18" y="39"/>
                    <a:pt x="18" y="39"/>
                    <a:pt x="18" y="39"/>
                  </a:cubicBezTo>
                  <a:cubicBezTo>
                    <a:pt x="17" y="40"/>
                    <a:pt x="17" y="40"/>
                    <a:pt x="16" y="40"/>
                  </a:cubicBezTo>
                  <a:cubicBezTo>
                    <a:pt x="16" y="40"/>
                    <a:pt x="15" y="39"/>
                    <a:pt x="15" y="39"/>
                  </a:cubicBezTo>
                  <a:cubicBezTo>
                    <a:pt x="15" y="38"/>
                    <a:pt x="15" y="38"/>
                    <a:pt x="14" y="37"/>
                  </a:cubicBezTo>
                  <a:cubicBezTo>
                    <a:pt x="14" y="37"/>
                    <a:pt x="13" y="38"/>
                    <a:pt x="13" y="38"/>
                  </a:cubicBezTo>
                  <a:cubicBezTo>
                    <a:pt x="13" y="38"/>
                    <a:pt x="13" y="39"/>
                    <a:pt x="13" y="39"/>
                  </a:cubicBezTo>
                  <a:cubicBezTo>
                    <a:pt x="13" y="40"/>
                    <a:pt x="13" y="41"/>
                    <a:pt x="13" y="42"/>
                  </a:cubicBezTo>
                  <a:cubicBezTo>
                    <a:pt x="14" y="42"/>
                    <a:pt x="14" y="42"/>
                    <a:pt x="15" y="43"/>
                  </a:cubicBezTo>
                  <a:cubicBezTo>
                    <a:pt x="15" y="43"/>
                    <a:pt x="15" y="43"/>
                    <a:pt x="16" y="43"/>
                  </a:cubicBezTo>
                  <a:cubicBezTo>
                    <a:pt x="16" y="44"/>
                    <a:pt x="17" y="43"/>
                    <a:pt x="18" y="43"/>
                  </a:cubicBezTo>
                  <a:cubicBezTo>
                    <a:pt x="18" y="43"/>
                    <a:pt x="19" y="44"/>
                    <a:pt x="19" y="44"/>
                  </a:cubicBezTo>
                  <a:cubicBezTo>
                    <a:pt x="19" y="45"/>
                    <a:pt x="20" y="45"/>
                    <a:pt x="21" y="46"/>
                  </a:cubicBezTo>
                  <a:cubicBezTo>
                    <a:pt x="21" y="46"/>
                    <a:pt x="22" y="45"/>
                    <a:pt x="23" y="46"/>
                  </a:cubicBezTo>
                  <a:cubicBezTo>
                    <a:pt x="23" y="46"/>
                    <a:pt x="24" y="46"/>
                    <a:pt x="24" y="46"/>
                  </a:cubicBezTo>
                  <a:cubicBezTo>
                    <a:pt x="25" y="47"/>
                    <a:pt x="24" y="48"/>
                    <a:pt x="24" y="49"/>
                  </a:cubicBezTo>
                  <a:cubicBezTo>
                    <a:pt x="24" y="49"/>
                    <a:pt x="24" y="50"/>
                    <a:pt x="24" y="50"/>
                  </a:cubicBezTo>
                  <a:cubicBezTo>
                    <a:pt x="24" y="50"/>
                    <a:pt x="25" y="51"/>
                    <a:pt x="25" y="51"/>
                  </a:cubicBezTo>
                  <a:cubicBezTo>
                    <a:pt x="25" y="52"/>
                    <a:pt x="26" y="53"/>
                    <a:pt x="26" y="54"/>
                  </a:cubicBezTo>
                  <a:cubicBezTo>
                    <a:pt x="26" y="55"/>
                    <a:pt x="26" y="56"/>
                    <a:pt x="26" y="57"/>
                  </a:cubicBezTo>
                  <a:cubicBezTo>
                    <a:pt x="26" y="58"/>
                    <a:pt x="25" y="59"/>
                    <a:pt x="25" y="60"/>
                  </a:cubicBezTo>
                  <a:cubicBezTo>
                    <a:pt x="25" y="60"/>
                    <a:pt x="24" y="60"/>
                    <a:pt x="24" y="61"/>
                  </a:cubicBezTo>
                  <a:cubicBezTo>
                    <a:pt x="23" y="61"/>
                    <a:pt x="22" y="61"/>
                    <a:pt x="22" y="61"/>
                  </a:cubicBezTo>
                  <a:cubicBezTo>
                    <a:pt x="22" y="60"/>
                    <a:pt x="21" y="60"/>
                    <a:pt x="21" y="60"/>
                  </a:cubicBezTo>
                  <a:cubicBezTo>
                    <a:pt x="21" y="59"/>
                    <a:pt x="20" y="59"/>
                    <a:pt x="20" y="59"/>
                  </a:cubicBezTo>
                  <a:cubicBezTo>
                    <a:pt x="19" y="59"/>
                    <a:pt x="19" y="60"/>
                    <a:pt x="18" y="60"/>
                  </a:cubicBezTo>
                  <a:cubicBezTo>
                    <a:pt x="18" y="60"/>
                    <a:pt x="16" y="60"/>
                    <a:pt x="16" y="60"/>
                  </a:cubicBezTo>
                  <a:cubicBezTo>
                    <a:pt x="15" y="59"/>
                    <a:pt x="15" y="59"/>
                    <a:pt x="14" y="59"/>
                  </a:cubicBezTo>
                  <a:cubicBezTo>
                    <a:pt x="14" y="58"/>
                    <a:pt x="13" y="57"/>
                    <a:pt x="12" y="58"/>
                  </a:cubicBezTo>
                  <a:cubicBezTo>
                    <a:pt x="12" y="58"/>
                    <a:pt x="12" y="59"/>
                    <a:pt x="12" y="59"/>
                  </a:cubicBezTo>
                  <a:cubicBezTo>
                    <a:pt x="13" y="59"/>
                    <a:pt x="13" y="60"/>
                    <a:pt x="14" y="60"/>
                  </a:cubicBezTo>
                  <a:cubicBezTo>
                    <a:pt x="14" y="60"/>
                    <a:pt x="14" y="61"/>
                    <a:pt x="14" y="62"/>
                  </a:cubicBezTo>
                  <a:cubicBezTo>
                    <a:pt x="14" y="62"/>
                    <a:pt x="15" y="63"/>
                    <a:pt x="15" y="63"/>
                  </a:cubicBezTo>
                  <a:cubicBezTo>
                    <a:pt x="16" y="63"/>
                    <a:pt x="16" y="62"/>
                    <a:pt x="17" y="62"/>
                  </a:cubicBezTo>
                  <a:cubicBezTo>
                    <a:pt x="17" y="62"/>
                    <a:pt x="18" y="63"/>
                    <a:pt x="19" y="63"/>
                  </a:cubicBezTo>
                  <a:cubicBezTo>
                    <a:pt x="19" y="63"/>
                    <a:pt x="20" y="63"/>
                    <a:pt x="21" y="63"/>
                  </a:cubicBezTo>
                  <a:cubicBezTo>
                    <a:pt x="21" y="63"/>
                    <a:pt x="22" y="63"/>
                    <a:pt x="22" y="63"/>
                  </a:cubicBezTo>
                  <a:cubicBezTo>
                    <a:pt x="23" y="63"/>
                    <a:pt x="23" y="64"/>
                    <a:pt x="24" y="64"/>
                  </a:cubicBezTo>
                  <a:cubicBezTo>
                    <a:pt x="24" y="64"/>
                    <a:pt x="25" y="64"/>
                    <a:pt x="25" y="64"/>
                  </a:cubicBezTo>
                  <a:cubicBezTo>
                    <a:pt x="25" y="64"/>
                    <a:pt x="26" y="65"/>
                    <a:pt x="26" y="65"/>
                  </a:cubicBezTo>
                  <a:cubicBezTo>
                    <a:pt x="26" y="65"/>
                    <a:pt x="26" y="66"/>
                    <a:pt x="26" y="66"/>
                  </a:cubicBezTo>
                  <a:cubicBezTo>
                    <a:pt x="26" y="66"/>
                    <a:pt x="26" y="67"/>
                    <a:pt x="26" y="67"/>
                  </a:cubicBezTo>
                  <a:cubicBezTo>
                    <a:pt x="26" y="67"/>
                    <a:pt x="27" y="68"/>
                    <a:pt x="27" y="68"/>
                  </a:cubicBezTo>
                  <a:cubicBezTo>
                    <a:pt x="27" y="67"/>
                    <a:pt x="27" y="66"/>
                    <a:pt x="28" y="66"/>
                  </a:cubicBezTo>
                  <a:cubicBezTo>
                    <a:pt x="28" y="66"/>
                    <a:pt x="28" y="67"/>
                    <a:pt x="29" y="67"/>
                  </a:cubicBezTo>
                  <a:cubicBezTo>
                    <a:pt x="29" y="67"/>
                    <a:pt x="30" y="68"/>
                    <a:pt x="30" y="68"/>
                  </a:cubicBezTo>
                  <a:cubicBezTo>
                    <a:pt x="30" y="69"/>
                    <a:pt x="30" y="69"/>
                    <a:pt x="30" y="69"/>
                  </a:cubicBezTo>
                  <a:cubicBezTo>
                    <a:pt x="29" y="70"/>
                    <a:pt x="28" y="69"/>
                    <a:pt x="28" y="69"/>
                  </a:cubicBezTo>
                  <a:cubicBezTo>
                    <a:pt x="28" y="69"/>
                    <a:pt x="27" y="70"/>
                    <a:pt x="27" y="70"/>
                  </a:cubicBezTo>
                  <a:cubicBezTo>
                    <a:pt x="27" y="71"/>
                    <a:pt x="28" y="72"/>
                    <a:pt x="28" y="72"/>
                  </a:cubicBezTo>
                  <a:cubicBezTo>
                    <a:pt x="28" y="73"/>
                    <a:pt x="27" y="73"/>
                    <a:pt x="27" y="7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0" name="Freeform 179"/>
            <p:cNvSpPr>
              <a:spLocks/>
            </p:cNvSpPr>
            <p:nvPr/>
          </p:nvSpPr>
          <p:spPr bwMode="auto">
            <a:xfrm>
              <a:off x="741363" y="1331913"/>
              <a:ext cx="11113" cy="14288"/>
            </a:xfrm>
            <a:custGeom>
              <a:avLst/>
              <a:gdLst/>
              <a:ahLst/>
              <a:cxnLst>
                <a:cxn ang="0">
                  <a:pos x="2" y="7"/>
                </a:cxn>
                <a:cxn ang="0">
                  <a:pos x="2" y="6"/>
                </a:cxn>
                <a:cxn ang="0">
                  <a:pos x="4" y="5"/>
                </a:cxn>
                <a:cxn ang="0">
                  <a:pos x="6" y="4"/>
                </a:cxn>
                <a:cxn ang="0">
                  <a:pos x="5" y="2"/>
                </a:cxn>
                <a:cxn ang="0">
                  <a:pos x="5" y="0"/>
                </a:cxn>
                <a:cxn ang="0">
                  <a:pos x="3" y="1"/>
                </a:cxn>
                <a:cxn ang="0">
                  <a:pos x="1" y="2"/>
                </a:cxn>
                <a:cxn ang="0">
                  <a:pos x="1" y="3"/>
                </a:cxn>
                <a:cxn ang="0">
                  <a:pos x="0" y="4"/>
                </a:cxn>
                <a:cxn ang="0">
                  <a:pos x="0" y="6"/>
                </a:cxn>
                <a:cxn ang="0">
                  <a:pos x="1" y="7"/>
                </a:cxn>
                <a:cxn ang="0">
                  <a:pos x="2" y="7"/>
                </a:cxn>
              </a:cxnLst>
              <a:rect l="0" t="0" r="r" b="b"/>
              <a:pathLst>
                <a:path w="6" h="8">
                  <a:moveTo>
                    <a:pt x="2" y="7"/>
                  </a:moveTo>
                  <a:cubicBezTo>
                    <a:pt x="3" y="7"/>
                    <a:pt x="2" y="6"/>
                    <a:pt x="2" y="6"/>
                  </a:cubicBezTo>
                  <a:cubicBezTo>
                    <a:pt x="3" y="6"/>
                    <a:pt x="3" y="6"/>
                    <a:pt x="4" y="5"/>
                  </a:cubicBezTo>
                  <a:cubicBezTo>
                    <a:pt x="4" y="5"/>
                    <a:pt x="6" y="4"/>
                    <a:pt x="6" y="4"/>
                  </a:cubicBezTo>
                  <a:cubicBezTo>
                    <a:pt x="6" y="3"/>
                    <a:pt x="5" y="2"/>
                    <a:pt x="5" y="2"/>
                  </a:cubicBezTo>
                  <a:cubicBezTo>
                    <a:pt x="5" y="2"/>
                    <a:pt x="5" y="0"/>
                    <a:pt x="5" y="0"/>
                  </a:cubicBezTo>
                  <a:cubicBezTo>
                    <a:pt x="4" y="0"/>
                    <a:pt x="4" y="1"/>
                    <a:pt x="3" y="1"/>
                  </a:cubicBezTo>
                  <a:cubicBezTo>
                    <a:pt x="3" y="1"/>
                    <a:pt x="2" y="1"/>
                    <a:pt x="1" y="2"/>
                  </a:cubicBezTo>
                  <a:cubicBezTo>
                    <a:pt x="1" y="2"/>
                    <a:pt x="1" y="2"/>
                    <a:pt x="1" y="3"/>
                  </a:cubicBezTo>
                  <a:cubicBezTo>
                    <a:pt x="1" y="3"/>
                    <a:pt x="0" y="4"/>
                    <a:pt x="0" y="4"/>
                  </a:cubicBezTo>
                  <a:cubicBezTo>
                    <a:pt x="0" y="5"/>
                    <a:pt x="0" y="6"/>
                    <a:pt x="0" y="6"/>
                  </a:cubicBezTo>
                  <a:cubicBezTo>
                    <a:pt x="0" y="6"/>
                    <a:pt x="1" y="7"/>
                    <a:pt x="1" y="7"/>
                  </a:cubicBezTo>
                  <a:cubicBezTo>
                    <a:pt x="1" y="8"/>
                    <a:pt x="2" y="7"/>
                    <a:pt x="2"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1" name="Freeform 180"/>
            <p:cNvSpPr>
              <a:spLocks/>
            </p:cNvSpPr>
            <p:nvPr/>
          </p:nvSpPr>
          <p:spPr bwMode="auto">
            <a:xfrm>
              <a:off x="695326" y="1292226"/>
              <a:ext cx="50800" cy="44450"/>
            </a:xfrm>
            <a:custGeom>
              <a:avLst/>
              <a:gdLst/>
              <a:ahLst/>
              <a:cxnLst>
                <a:cxn ang="0">
                  <a:pos x="10" y="21"/>
                </a:cxn>
                <a:cxn ang="0">
                  <a:pos x="8" y="19"/>
                </a:cxn>
                <a:cxn ang="0">
                  <a:pos x="4" y="17"/>
                </a:cxn>
                <a:cxn ang="0">
                  <a:pos x="3" y="13"/>
                </a:cxn>
                <a:cxn ang="0">
                  <a:pos x="0" y="11"/>
                </a:cxn>
                <a:cxn ang="0">
                  <a:pos x="2" y="9"/>
                </a:cxn>
                <a:cxn ang="0">
                  <a:pos x="1" y="7"/>
                </a:cxn>
                <a:cxn ang="0">
                  <a:pos x="2" y="5"/>
                </a:cxn>
                <a:cxn ang="0">
                  <a:pos x="8" y="2"/>
                </a:cxn>
                <a:cxn ang="0">
                  <a:pos x="9" y="1"/>
                </a:cxn>
                <a:cxn ang="0">
                  <a:pos x="13" y="2"/>
                </a:cxn>
                <a:cxn ang="0">
                  <a:pos x="17" y="1"/>
                </a:cxn>
                <a:cxn ang="0">
                  <a:pos x="19" y="3"/>
                </a:cxn>
                <a:cxn ang="0">
                  <a:pos x="19" y="6"/>
                </a:cxn>
                <a:cxn ang="0">
                  <a:pos x="22" y="5"/>
                </a:cxn>
                <a:cxn ang="0">
                  <a:pos x="23" y="7"/>
                </a:cxn>
                <a:cxn ang="0">
                  <a:pos x="27" y="8"/>
                </a:cxn>
                <a:cxn ang="0">
                  <a:pos x="25" y="10"/>
                </a:cxn>
                <a:cxn ang="0">
                  <a:pos x="25" y="11"/>
                </a:cxn>
                <a:cxn ang="0">
                  <a:pos x="26" y="13"/>
                </a:cxn>
                <a:cxn ang="0">
                  <a:pos x="22" y="12"/>
                </a:cxn>
                <a:cxn ang="0">
                  <a:pos x="19" y="12"/>
                </a:cxn>
                <a:cxn ang="0">
                  <a:pos x="20" y="14"/>
                </a:cxn>
                <a:cxn ang="0">
                  <a:pos x="23" y="16"/>
                </a:cxn>
                <a:cxn ang="0">
                  <a:pos x="25" y="14"/>
                </a:cxn>
                <a:cxn ang="0">
                  <a:pos x="27" y="16"/>
                </a:cxn>
                <a:cxn ang="0">
                  <a:pos x="26" y="19"/>
                </a:cxn>
                <a:cxn ang="0">
                  <a:pos x="22" y="20"/>
                </a:cxn>
                <a:cxn ang="0">
                  <a:pos x="22" y="22"/>
                </a:cxn>
                <a:cxn ang="0">
                  <a:pos x="20" y="23"/>
                </a:cxn>
                <a:cxn ang="0">
                  <a:pos x="18" y="20"/>
                </a:cxn>
                <a:cxn ang="0">
                  <a:pos x="17" y="20"/>
                </a:cxn>
                <a:cxn ang="0">
                  <a:pos x="18" y="22"/>
                </a:cxn>
                <a:cxn ang="0">
                  <a:pos x="18" y="24"/>
                </a:cxn>
                <a:cxn ang="0">
                  <a:pos x="16" y="22"/>
                </a:cxn>
                <a:cxn ang="0">
                  <a:pos x="13" y="21"/>
                </a:cxn>
                <a:cxn ang="0">
                  <a:pos x="12" y="22"/>
                </a:cxn>
              </a:cxnLst>
              <a:rect l="0" t="0" r="r" b="b"/>
              <a:pathLst>
                <a:path w="27" h="24">
                  <a:moveTo>
                    <a:pt x="12" y="22"/>
                  </a:moveTo>
                  <a:cubicBezTo>
                    <a:pt x="12" y="22"/>
                    <a:pt x="11" y="22"/>
                    <a:pt x="10" y="21"/>
                  </a:cubicBezTo>
                  <a:cubicBezTo>
                    <a:pt x="10" y="21"/>
                    <a:pt x="10" y="20"/>
                    <a:pt x="10" y="20"/>
                  </a:cubicBezTo>
                  <a:cubicBezTo>
                    <a:pt x="10" y="19"/>
                    <a:pt x="9" y="19"/>
                    <a:pt x="8" y="19"/>
                  </a:cubicBezTo>
                  <a:cubicBezTo>
                    <a:pt x="8" y="19"/>
                    <a:pt x="7" y="19"/>
                    <a:pt x="7" y="19"/>
                  </a:cubicBezTo>
                  <a:cubicBezTo>
                    <a:pt x="6" y="19"/>
                    <a:pt x="5" y="18"/>
                    <a:pt x="4" y="17"/>
                  </a:cubicBezTo>
                  <a:cubicBezTo>
                    <a:pt x="4" y="17"/>
                    <a:pt x="4" y="16"/>
                    <a:pt x="4" y="15"/>
                  </a:cubicBezTo>
                  <a:cubicBezTo>
                    <a:pt x="3" y="14"/>
                    <a:pt x="3" y="13"/>
                    <a:pt x="3" y="13"/>
                  </a:cubicBezTo>
                  <a:cubicBezTo>
                    <a:pt x="3" y="12"/>
                    <a:pt x="2" y="12"/>
                    <a:pt x="2" y="11"/>
                  </a:cubicBezTo>
                  <a:cubicBezTo>
                    <a:pt x="2" y="11"/>
                    <a:pt x="1" y="11"/>
                    <a:pt x="0" y="11"/>
                  </a:cubicBezTo>
                  <a:cubicBezTo>
                    <a:pt x="0" y="10"/>
                    <a:pt x="0" y="9"/>
                    <a:pt x="0" y="9"/>
                  </a:cubicBezTo>
                  <a:cubicBezTo>
                    <a:pt x="1" y="9"/>
                    <a:pt x="1" y="9"/>
                    <a:pt x="2" y="9"/>
                  </a:cubicBezTo>
                  <a:cubicBezTo>
                    <a:pt x="2" y="9"/>
                    <a:pt x="2" y="9"/>
                    <a:pt x="2" y="8"/>
                  </a:cubicBezTo>
                  <a:cubicBezTo>
                    <a:pt x="2" y="8"/>
                    <a:pt x="1" y="7"/>
                    <a:pt x="1" y="7"/>
                  </a:cubicBezTo>
                  <a:cubicBezTo>
                    <a:pt x="1" y="7"/>
                    <a:pt x="1" y="6"/>
                    <a:pt x="1" y="6"/>
                  </a:cubicBezTo>
                  <a:cubicBezTo>
                    <a:pt x="1" y="6"/>
                    <a:pt x="2" y="5"/>
                    <a:pt x="2" y="5"/>
                  </a:cubicBezTo>
                  <a:cubicBezTo>
                    <a:pt x="3" y="5"/>
                    <a:pt x="6" y="5"/>
                    <a:pt x="6" y="4"/>
                  </a:cubicBezTo>
                  <a:cubicBezTo>
                    <a:pt x="7" y="4"/>
                    <a:pt x="8" y="3"/>
                    <a:pt x="8" y="2"/>
                  </a:cubicBezTo>
                  <a:cubicBezTo>
                    <a:pt x="8" y="2"/>
                    <a:pt x="8" y="1"/>
                    <a:pt x="8" y="1"/>
                  </a:cubicBezTo>
                  <a:cubicBezTo>
                    <a:pt x="9" y="0"/>
                    <a:pt x="9" y="1"/>
                    <a:pt x="9" y="1"/>
                  </a:cubicBezTo>
                  <a:cubicBezTo>
                    <a:pt x="10" y="1"/>
                    <a:pt x="10" y="2"/>
                    <a:pt x="10" y="2"/>
                  </a:cubicBezTo>
                  <a:cubicBezTo>
                    <a:pt x="11" y="2"/>
                    <a:pt x="12" y="2"/>
                    <a:pt x="13" y="2"/>
                  </a:cubicBezTo>
                  <a:cubicBezTo>
                    <a:pt x="14" y="2"/>
                    <a:pt x="15" y="2"/>
                    <a:pt x="16" y="2"/>
                  </a:cubicBezTo>
                  <a:cubicBezTo>
                    <a:pt x="16" y="1"/>
                    <a:pt x="16" y="1"/>
                    <a:pt x="17" y="1"/>
                  </a:cubicBezTo>
                  <a:cubicBezTo>
                    <a:pt x="17" y="0"/>
                    <a:pt x="18" y="1"/>
                    <a:pt x="18" y="1"/>
                  </a:cubicBezTo>
                  <a:cubicBezTo>
                    <a:pt x="19" y="1"/>
                    <a:pt x="19" y="2"/>
                    <a:pt x="19" y="3"/>
                  </a:cubicBezTo>
                  <a:cubicBezTo>
                    <a:pt x="18" y="3"/>
                    <a:pt x="18" y="4"/>
                    <a:pt x="18" y="4"/>
                  </a:cubicBezTo>
                  <a:cubicBezTo>
                    <a:pt x="18" y="5"/>
                    <a:pt x="18" y="6"/>
                    <a:pt x="19" y="6"/>
                  </a:cubicBezTo>
                  <a:cubicBezTo>
                    <a:pt x="19" y="7"/>
                    <a:pt x="20" y="7"/>
                    <a:pt x="21" y="7"/>
                  </a:cubicBezTo>
                  <a:cubicBezTo>
                    <a:pt x="21" y="7"/>
                    <a:pt x="21" y="5"/>
                    <a:pt x="22" y="5"/>
                  </a:cubicBezTo>
                  <a:cubicBezTo>
                    <a:pt x="22" y="5"/>
                    <a:pt x="23" y="5"/>
                    <a:pt x="23" y="5"/>
                  </a:cubicBezTo>
                  <a:cubicBezTo>
                    <a:pt x="24" y="5"/>
                    <a:pt x="23" y="6"/>
                    <a:pt x="23" y="7"/>
                  </a:cubicBezTo>
                  <a:cubicBezTo>
                    <a:pt x="24" y="7"/>
                    <a:pt x="24" y="8"/>
                    <a:pt x="24" y="8"/>
                  </a:cubicBezTo>
                  <a:cubicBezTo>
                    <a:pt x="24" y="8"/>
                    <a:pt x="26" y="7"/>
                    <a:pt x="27" y="8"/>
                  </a:cubicBezTo>
                  <a:cubicBezTo>
                    <a:pt x="27" y="8"/>
                    <a:pt x="27" y="9"/>
                    <a:pt x="27" y="9"/>
                  </a:cubicBezTo>
                  <a:cubicBezTo>
                    <a:pt x="26" y="10"/>
                    <a:pt x="26" y="10"/>
                    <a:pt x="25" y="10"/>
                  </a:cubicBezTo>
                  <a:cubicBezTo>
                    <a:pt x="25" y="10"/>
                    <a:pt x="24" y="10"/>
                    <a:pt x="24" y="10"/>
                  </a:cubicBezTo>
                  <a:cubicBezTo>
                    <a:pt x="24" y="11"/>
                    <a:pt x="25" y="11"/>
                    <a:pt x="25" y="11"/>
                  </a:cubicBezTo>
                  <a:cubicBezTo>
                    <a:pt x="25" y="11"/>
                    <a:pt x="26" y="12"/>
                    <a:pt x="26" y="12"/>
                  </a:cubicBezTo>
                  <a:cubicBezTo>
                    <a:pt x="26" y="12"/>
                    <a:pt x="26" y="12"/>
                    <a:pt x="26" y="13"/>
                  </a:cubicBezTo>
                  <a:cubicBezTo>
                    <a:pt x="25" y="13"/>
                    <a:pt x="25" y="13"/>
                    <a:pt x="24" y="13"/>
                  </a:cubicBezTo>
                  <a:cubicBezTo>
                    <a:pt x="24" y="13"/>
                    <a:pt x="23" y="12"/>
                    <a:pt x="22" y="12"/>
                  </a:cubicBezTo>
                  <a:cubicBezTo>
                    <a:pt x="22" y="12"/>
                    <a:pt x="21" y="12"/>
                    <a:pt x="21" y="12"/>
                  </a:cubicBezTo>
                  <a:cubicBezTo>
                    <a:pt x="21" y="12"/>
                    <a:pt x="20" y="12"/>
                    <a:pt x="19" y="12"/>
                  </a:cubicBezTo>
                  <a:cubicBezTo>
                    <a:pt x="19" y="12"/>
                    <a:pt x="19" y="13"/>
                    <a:pt x="19" y="13"/>
                  </a:cubicBezTo>
                  <a:cubicBezTo>
                    <a:pt x="19" y="13"/>
                    <a:pt x="20" y="14"/>
                    <a:pt x="20" y="14"/>
                  </a:cubicBezTo>
                  <a:cubicBezTo>
                    <a:pt x="21" y="14"/>
                    <a:pt x="21" y="15"/>
                    <a:pt x="21" y="15"/>
                  </a:cubicBezTo>
                  <a:cubicBezTo>
                    <a:pt x="22" y="16"/>
                    <a:pt x="22" y="16"/>
                    <a:pt x="23" y="16"/>
                  </a:cubicBezTo>
                  <a:cubicBezTo>
                    <a:pt x="23" y="16"/>
                    <a:pt x="22" y="15"/>
                    <a:pt x="23" y="15"/>
                  </a:cubicBezTo>
                  <a:cubicBezTo>
                    <a:pt x="23" y="14"/>
                    <a:pt x="24" y="14"/>
                    <a:pt x="25" y="14"/>
                  </a:cubicBezTo>
                  <a:cubicBezTo>
                    <a:pt x="25" y="14"/>
                    <a:pt x="26" y="15"/>
                    <a:pt x="26" y="15"/>
                  </a:cubicBezTo>
                  <a:cubicBezTo>
                    <a:pt x="26" y="15"/>
                    <a:pt x="27" y="16"/>
                    <a:pt x="27" y="16"/>
                  </a:cubicBezTo>
                  <a:cubicBezTo>
                    <a:pt x="27" y="17"/>
                    <a:pt x="26" y="17"/>
                    <a:pt x="26" y="18"/>
                  </a:cubicBezTo>
                  <a:cubicBezTo>
                    <a:pt x="26" y="18"/>
                    <a:pt x="26" y="19"/>
                    <a:pt x="26" y="19"/>
                  </a:cubicBezTo>
                  <a:cubicBezTo>
                    <a:pt x="25" y="20"/>
                    <a:pt x="24" y="19"/>
                    <a:pt x="23" y="20"/>
                  </a:cubicBezTo>
                  <a:cubicBezTo>
                    <a:pt x="23" y="20"/>
                    <a:pt x="22" y="19"/>
                    <a:pt x="22" y="20"/>
                  </a:cubicBezTo>
                  <a:cubicBezTo>
                    <a:pt x="22" y="20"/>
                    <a:pt x="22" y="20"/>
                    <a:pt x="22" y="21"/>
                  </a:cubicBezTo>
                  <a:cubicBezTo>
                    <a:pt x="22" y="21"/>
                    <a:pt x="22" y="22"/>
                    <a:pt x="22" y="22"/>
                  </a:cubicBezTo>
                  <a:cubicBezTo>
                    <a:pt x="22" y="22"/>
                    <a:pt x="22" y="23"/>
                    <a:pt x="22" y="23"/>
                  </a:cubicBezTo>
                  <a:cubicBezTo>
                    <a:pt x="22" y="24"/>
                    <a:pt x="21" y="24"/>
                    <a:pt x="20" y="23"/>
                  </a:cubicBezTo>
                  <a:cubicBezTo>
                    <a:pt x="20" y="23"/>
                    <a:pt x="20" y="22"/>
                    <a:pt x="20" y="22"/>
                  </a:cubicBezTo>
                  <a:cubicBezTo>
                    <a:pt x="19" y="21"/>
                    <a:pt x="19" y="21"/>
                    <a:pt x="18" y="20"/>
                  </a:cubicBezTo>
                  <a:cubicBezTo>
                    <a:pt x="18" y="20"/>
                    <a:pt x="18" y="19"/>
                    <a:pt x="18" y="19"/>
                  </a:cubicBezTo>
                  <a:cubicBezTo>
                    <a:pt x="17" y="19"/>
                    <a:pt x="17" y="20"/>
                    <a:pt x="17" y="20"/>
                  </a:cubicBezTo>
                  <a:cubicBezTo>
                    <a:pt x="17" y="20"/>
                    <a:pt x="17" y="21"/>
                    <a:pt x="17" y="21"/>
                  </a:cubicBezTo>
                  <a:cubicBezTo>
                    <a:pt x="17" y="21"/>
                    <a:pt x="18" y="22"/>
                    <a:pt x="18" y="22"/>
                  </a:cubicBezTo>
                  <a:cubicBezTo>
                    <a:pt x="18" y="22"/>
                    <a:pt x="19" y="23"/>
                    <a:pt x="18" y="23"/>
                  </a:cubicBezTo>
                  <a:cubicBezTo>
                    <a:pt x="18" y="24"/>
                    <a:pt x="18" y="24"/>
                    <a:pt x="18" y="24"/>
                  </a:cubicBezTo>
                  <a:cubicBezTo>
                    <a:pt x="17" y="24"/>
                    <a:pt x="16" y="24"/>
                    <a:pt x="16" y="23"/>
                  </a:cubicBezTo>
                  <a:cubicBezTo>
                    <a:pt x="16" y="23"/>
                    <a:pt x="16" y="22"/>
                    <a:pt x="16" y="22"/>
                  </a:cubicBezTo>
                  <a:cubicBezTo>
                    <a:pt x="16" y="22"/>
                    <a:pt x="15" y="21"/>
                    <a:pt x="14" y="21"/>
                  </a:cubicBezTo>
                  <a:cubicBezTo>
                    <a:pt x="14" y="21"/>
                    <a:pt x="14" y="21"/>
                    <a:pt x="13" y="21"/>
                  </a:cubicBezTo>
                  <a:cubicBezTo>
                    <a:pt x="13" y="21"/>
                    <a:pt x="13" y="22"/>
                    <a:pt x="13" y="22"/>
                  </a:cubicBezTo>
                  <a:cubicBezTo>
                    <a:pt x="13" y="23"/>
                    <a:pt x="13" y="22"/>
                    <a:pt x="12" y="2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2" name="Freeform 181"/>
            <p:cNvSpPr>
              <a:spLocks/>
            </p:cNvSpPr>
            <p:nvPr/>
          </p:nvSpPr>
          <p:spPr bwMode="auto">
            <a:xfrm>
              <a:off x="747713" y="1292226"/>
              <a:ext cx="9525" cy="14288"/>
            </a:xfrm>
            <a:custGeom>
              <a:avLst/>
              <a:gdLst/>
              <a:ahLst/>
              <a:cxnLst>
                <a:cxn ang="0">
                  <a:pos x="3" y="8"/>
                </a:cxn>
                <a:cxn ang="0">
                  <a:pos x="2" y="7"/>
                </a:cxn>
                <a:cxn ang="0">
                  <a:pos x="2" y="5"/>
                </a:cxn>
                <a:cxn ang="0">
                  <a:pos x="0" y="4"/>
                </a:cxn>
                <a:cxn ang="0">
                  <a:pos x="1" y="2"/>
                </a:cxn>
                <a:cxn ang="0">
                  <a:pos x="2" y="1"/>
                </a:cxn>
                <a:cxn ang="0">
                  <a:pos x="4" y="1"/>
                </a:cxn>
                <a:cxn ang="0">
                  <a:pos x="4" y="2"/>
                </a:cxn>
                <a:cxn ang="0">
                  <a:pos x="4" y="3"/>
                </a:cxn>
                <a:cxn ang="0">
                  <a:pos x="4" y="4"/>
                </a:cxn>
                <a:cxn ang="0">
                  <a:pos x="4" y="6"/>
                </a:cxn>
                <a:cxn ang="0">
                  <a:pos x="4" y="7"/>
                </a:cxn>
                <a:cxn ang="0">
                  <a:pos x="3" y="8"/>
                </a:cxn>
              </a:cxnLst>
              <a:rect l="0" t="0" r="r" b="b"/>
              <a:pathLst>
                <a:path w="5" h="8">
                  <a:moveTo>
                    <a:pt x="3" y="8"/>
                  </a:moveTo>
                  <a:cubicBezTo>
                    <a:pt x="2" y="8"/>
                    <a:pt x="2" y="7"/>
                    <a:pt x="2" y="7"/>
                  </a:cubicBezTo>
                  <a:cubicBezTo>
                    <a:pt x="2" y="6"/>
                    <a:pt x="2" y="6"/>
                    <a:pt x="2" y="5"/>
                  </a:cubicBezTo>
                  <a:cubicBezTo>
                    <a:pt x="2" y="5"/>
                    <a:pt x="1" y="4"/>
                    <a:pt x="0" y="4"/>
                  </a:cubicBezTo>
                  <a:cubicBezTo>
                    <a:pt x="0" y="4"/>
                    <a:pt x="0" y="2"/>
                    <a:pt x="1" y="2"/>
                  </a:cubicBezTo>
                  <a:cubicBezTo>
                    <a:pt x="1" y="2"/>
                    <a:pt x="2" y="1"/>
                    <a:pt x="2" y="1"/>
                  </a:cubicBezTo>
                  <a:cubicBezTo>
                    <a:pt x="2" y="1"/>
                    <a:pt x="4" y="0"/>
                    <a:pt x="4" y="1"/>
                  </a:cubicBezTo>
                  <a:cubicBezTo>
                    <a:pt x="4" y="1"/>
                    <a:pt x="4" y="2"/>
                    <a:pt x="4" y="2"/>
                  </a:cubicBezTo>
                  <a:cubicBezTo>
                    <a:pt x="4" y="2"/>
                    <a:pt x="4" y="3"/>
                    <a:pt x="4" y="3"/>
                  </a:cubicBezTo>
                  <a:cubicBezTo>
                    <a:pt x="4" y="4"/>
                    <a:pt x="4" y="4"/>
                    <a:pt x="4" y="4"/>
                  </a:cubicBezTo>
                  <a:cubicBezTo>
                    <a:pt x="4" y="5"/>
                    <a:pt x="5" y="6"/>
                    <a:pt x="4" y="6"/>
                  </a:cubicBezTo>
                  <a:cubicBezTo>
                    <a:pt x="4" y="6"/>
                    <a:pt x="4" y="7"/>
                    <a:pt x="4" y="7"/>
                  </a:cubicBezTo>
                  <a:cubicBezTo>
                    <a:pt x="4" y="7"/>
                    <a:pt x="3" y="8"/>
                    <a:pt x="3"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 name="Freeform 182"/>
            <p:cNvSpPr>
              <a:spLocks/>
            </p:cNvSpPr>
            <p:nvPr/>
          </p:nvSpPr>
          <p:spPr bwMode="auto">
            <a:xfrm>
              <a:off x="735013" y="1292226"/>
              <a:ext cx="11113" cy="11113"/>
            </a:xfrm>
            <a:custGeom>
              <a:avLst/>
              <a:gdLst/>
              <a:ahLst/>
              <a:cxnLst>
                <a:cxn ang="0">
                  <a:pos x="6" y="6"/>
                </a:cxn>
                <a:cxn ang="0">
                  <a:pos x="4" y="4"/>
                </a:cxn>
                <a:cxn ang="0">
                  <a:pos x="2" y="3"/>
                </a:cxn>
                <a:cxn ang="0">
                  <a:pos x="1" y="3"/>
                </a:cxn>
                <a:cxn ang="0">
                  <a:pos x="0" y="1"/>
                </a:cxn>
                <a:cxn ang="0">
                  <a:pos x="1" y="0"/>
                </a:cxn>
                <a:cxn ang="0">
                  <a:pos x="3" y="0"/>
                </a:cxn>
                <a:cxn ang="0">
                  <a:pos x="4" y="1"/>
                </a:cxn>
                <a:cxn ang="0">
                  <a:pos x="5" y="2"/>
                </a:cxn>
                <a:cxn ang="0">
                  <a:pos x="6" y="4"/>
                </a:cxn>
                <a:cxn ang="0">
                  <a:pos x="6" y="6"/>
                </a:cxn>
                <a:cxn ang="0">
                  <a:pos x="6" y="6"/>
                </a:cxn>
              </a:cxnLst>
              <a:rect l="0" t="0" r="r" b="b"/>
              <a:pathLst>
                <a:path w="6" h="6">
                  <a:moveTo>
                    <a:pt x="6" y="6"/>
                  </a:moveTo>
                  <a:cubicBezTo>
                    <a:pt x="5" y="6"/>
                    <a:pt x="5" y="4"/>
                    <a:pt x="4" y="4"/>
                  </a:cubicBezTo>
                  <a:cubicBezTo>
                    <a:pt x="4" y="4"/>
                    <a:pt x="3" y="3"/>
                    <a:pt x="2" y="3"/>
                  </a:cubicBezTo>
                  <a:cubicBezTo>
                    <a:pt x="2" y="3"/>
                    <a:pt x="1" y="3"/>
                    <a:pt x="1" y="3"/>
                  </a:cubicBezTo>
                  <a:cubicBezTo>
                    <a:pt x="0" y="2"/>
                    <a:pt x="0" y="1"/>
                    <a:pt x="0" y="1"/>
                  </a:cubicBezTo>
                  <a:cubicBezTo>
                    <a:pt x="0" y="1"/>
                    <a:pt x="1" y="0"/>
                    <a:pt x="1" y="0"/>
                  </a:cubicBezTo>
                  <a:cubicBezTo>
                    <a:pt x="2" y="0"/>
                    <a:pt x="2" y="0"/>
                    <a:pt x="3" y="0"/>
                  </a:cubicBezTo>
                  <a:cubicBezTo>
                    <a:pt x="3" y="0"/>
                    <a:pt x="3" y="1"/>
                    <a:pt x="4" y="1"/>
                  </a:cubicBezTo>
                  <a:cubicBezTo>
                    <a:pt x="4" y="2"/>
                    <a:pt x="5" y="2"/>
                    <a:pt x="5" y="2"/>
                  </a:cubicBezTo>
                  <a:cubicBezTo>
                    <a:pt x="6" y="3"/>
                    <a:pt x="6" y="4"/>
                    <a:pt x="6" y="4"/>
                  </a:cubicBezTo>
                  <a:cubicBezTo>
                    <a:pt x="6" y="5"/>
                    <a:pt x="6" y="5"/>
                    <a:pt x="6" y="6"/>
                  </a:cubicBezTo>
                  <a:cubicBezTo>
                    <a:pt x="6" y="6"/>
                    <a:pt x="6" y="6"/>
                    <a:pt x="6"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183"/>
            <p:cNvSpPr>
              <a:spLocks/>
            </p:cNvSpPr>
            <p:nvPr/>
          </p:nvSpPr>
          <p:spPr bwMode="auto">
            <a:xfrm>
              <a:off x="757238" y="1292226"/>
              <a:ext cx="7938" cy="4763"/>
            </a:xfrm>
            <a:custGeom>
              <a:avLst/>
              <a:gdLst/>
              <a:ahLst/>
              <a:cxnLst>
                <a:cxn ang="0">
                  <a:pos x="3" y="2"/>
                </a:cxn>
                <a:cxn ang="0">
                  <a:pos x="4" y="1"/>
                </a:cxn>
                <a:cxn ang="0">
                  <a:pos x="1" y="1"/>
                </a:cxn>
                <a:cxn ang="0">
                  <a:pos x="1" y="2"/>
                </a:cxn>
                <a:cxn ang="0">
                  <a:pos x="2" y="3"/>
                </a:cxn>
                <a:cxn ang="0">
                  <a:pos x="3" y="2"/>
                </a:cxn>
              </a:cxnLst>
              <a:rect l="0" t="0" r="r" b="b"/>
              <a:pathLst>
                <a:path w="4" h="3">
                  <a:moveTo>
                    <a:pt x="3" y="2"/>
                  </a:moveTo>
                  <a:cubicBezTo>
                    <a:pt x="3" y="2"/>
                    <a:pt x="4" y="1"/>
                    <a:pt x="4" y="1"/>
                  </a:cubicBezTo>
                  <a:cubicBezTo>
                    <a:pt x="3" y="0"/>
                    <a:pt x="2" y="0"/>
                    <a:pt x="1" y="1"/>
                  </a:cubicBezTo>
                  <a:cubicBezTo>
                    <a:pt x="1" y="1"/>
                    <a:pt x="0" y="1"/>
                    <a:pt x="1" y="2"/>
                  </a:cubicBezTo>
                  <a:cubicBezTo>
                    <a:pt x="1" y="2"/>
                    <a:pt x="2" y="3"/>
                    <a:pt x="2" y="3"/>
                  </a:cubicBezTo>
                  <a:cubicBezTo>
                    <a:pt x="2" y="3"/>
                    <a:pt x="3"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5" name="Freeform 184"/>
            <p:cNvSpPr>
              <a:spLocks/>
            </p:cNvSpPr>
            <p:nvPr/>
          </p:nvSpPr>
          <p:spPr bwMode="auto">
            <a:xfrm>
              <a:off x="666751" y="1204913"/>
              <a:ext cx="117475" cy="85725"/>
            </a:xfrm>
            <a:custGeom>
              <a:avLst/>
              <a:gdLst/>
              <a:ahLst/>
              <a:cxnLst>
                <a:cxn ang="0">
                  <a:pos x="52" y="35"/>
                </a:cxn>
                <a:cxn ang="0">
                  <a:pos x="46" y="35"/>
                </a:cxn>
                <a:cxn ang="0">
                  <a:pos x="46" y="39"/>
                </a:cxn>
                <a:cxn ang="0">
                  <a:pos x="42" y="39"/>
                </a:cxn>
                <a:cxn ang="0">
                  <a:pos x="43" y="34"/>
                </a:cxn>
                <a:cxn ang="0">
                  <a:pos x="36" y="33"/>
                </a:cxn>
                <a:cxn ang="0">
                  <a:pos x="32" y="34"/>
                </a:cxn>
                <a:cxn ang="0">
                  <a:pos x="33" y="31"/>
                </a:cxn>
                <a:cxn ang="0">
                  <a:pos x="38" y="29"/>
                </a:cxn>
                <a:cxn ang="0">
                  <a:pos x="39" y="33"/>
                </a:cxn>
                <a:cxn ang="0">
                  <a:pos x="45" y="33"/>
                </a:cxn>
                <a:cxn ang="0">
                  <a:pos x="52" y="33"/>
                </a:cxn>
                <a:cxn ang="0">
                  <a:pos x="56" y="24"/>
                </a:cxn>
                <a:cxn ang="0">
                  <a:pos x="50" y="25"/>
                </a:cxn>
                <a:cxn ang="0">
                  <a:pos x="45" y="24"/>
                </a:cxn>
                <a:cxn ang="0">
                  <a:pos x="43" y="20"/>
                </a:cxn>
                <a:cxn ang="0">
                  <a:pos x="47" y="18"/>
                </a:cxn>
                <a:cxn ang="0">
                  <a:pos x="44" y="14"/>
                </a:cxn>
                <a:cxn ang="0">
                  <a:pos x="50" y="13"/>
                </a:cxn>
                <a:cxn ang="0">
                  <a:pos x="53" y="17"/>
                </a:cxn>
                <a:cxn ang="0">
                  <a:pos x="54" y="18"/>
                </a:cxn>
                <a:cxn ang="0">
                  <a:pos x="57" y="22"/>
                </a:cxn>
                <a:cxn ang="0">
                  <a:pos x="62" y="16"/>
                </a:cxn>
                <a:cxn ang="0">
                  <a:pos x="58" y="10"/>
                </a:cxn>
                <a:cxn ang="0">
                  <a:pos x="54" y="13"/>
                </a:cxn>
                <a:cxn ang="0">
                  <a:pos x="49" y="10"/>
                </a:cxn>
                <a:cxn ang="0">
                  <a:pos x="51" y="4"/>
                </a:cxn>
                <a:cxn ang="0">
                  <a:pos x="46" y="0"/>
                </a:cxn>
                <a:cxn ang="0">
                  <a:pos x="38" y="5"/>
                </a:cxn>
                <a:cxn ang="0">
                  <a:pos x="37" y="10"/>
                </a:cxn>
                <a:cxn ang="0">
                  <a:pos x="31" y="10"/>
                </a:cxn>
                <a:cxn ang="0">
                  <a:pos x="31" y="3"/>
                </a:cxn>
                <a:cxn ang="0">
                  <a:pos x="29" y="2"/>
                </a:cxn>
                <a:cxn ang="0">
                  <a:pos x="23" y="8"/>
                </a:cxn>
                <a:cxn ang="0">
                  <a:pos x="20" y="12"/>
                </a:cxn>
                <a:cxn ang="0">
                  <a:pos x="9" y="6"/>
                </a:cxn>
                <a:cxn ang="0">
                  <a:pos x="8" y="12"/>
                </a:cxn>
                <a:cxn ang="0">
                  <a:pos x="4" y="15"/>
                </a:cxn>
                <a:cxn ang="0">
                  <a:pos x="2" y="17"/>
                </a:cxn>
                <a:cxn ang="0">
                  <a:pos x="3" y="20"/>
                </a:cxn>
                <a:cxn ang="0">
                  <a:pos x="7" y="22"/>
                </a:cxn>
                <a:cxn ang="0">
                  <a:pos x="9" y="22"/>
                </a:cxn>
                <a:cxn ang="0">
                  <a:pos x="12" y="27"/>
                </a:cxn>
                <a:cxn ang="0">
                  <a:pos x="16" y="24"/>
                </a:cxn>
                <a:cxn ang="0">
                  <a:pos x="21" y="30"/>
                </a:cxn>
                <a:cxn ang="0">
                  <a:pos x="26" y="33"/>
                </a:cxn>
                <a:cxn ang="0">
                  <a:pos x="27" y="38"/>
                </a:cxn>
                <a:cxn ang="0">
                  <a:pos x="28" y="44"/>
                </a:cxn>
                <a:cxn ang="0">
                  <a:pos x="32" y="42"/>
                </a:cxn>
                <a:cxn ang="0">
                  <a:pos x="38" y="42"/>
                </a:cxn>
                <a:cxn ang="0">
                  <a:pos x="42" y="44"/>
                </a:cxn>
                <a:cxn ang="0">
                  <a:pos x="41" y="41"/>
                </a:cxn>
                <a:cxn ang="0">
                  <a:pos x="50" y="43"/>
                </a:cxn>
              </a:cxnLst>
              <a:rect l="0" t="0" r="r" b="b"/>
              <a:pathLst>
                <a:path w="62" h="45">
                  <a:moveTo>
                    <a:pt x="52" y="42"/>
                  </a:moveTo>
                  <a:cubicBezTo>
                    <a:pt x="52" y="42"/>
                    <a:pt x="53" y="40"/>
                    <a:pt x="53" y="39"/>
                  </a:cubicBezTo>
                  <a:cubicBezTo>
                    <a:pt x="53" y="39"/>
                    <a:pt x="53" y="38"/>
                    <a:pt x="52" y="37"/>
                  </a:cubicBezTo>
                  <a:cubicBezTo>
                    <a:pt x="52" y="37"/>
                    <a:pt x="52" y="36"/>
                    <a:pt x="52" y="35"/>
                  </a:cubicBezTo>
                  <a:cubicBezTo>
                    <a:pt x="52" y="35"/>
                    <a:pt x="51" y="34"/>
                    <a:pt x="51" y="34"/>
                  </a:cubicBezTo>
                  <a:cubicBezTo>
                    <a:pt x="50" y="34"/>
                    <a:pt x="49" y="35"/>
                    <a:pt x="49" y="35"/>
                  </a:cubicBezTo>
                  <a:cubicBezTo>
                    <a:pt x="48" y="35"/>
                    <a:pt x="48" y="34"/>
                    <a:pt x="47" y="34"/>
                  </a:cubicBezTo>
                  <a:cubicBezTo>
                    <a:pt x="47" y="34"/>
                    <a:pt x="46" y="34"/>
                    <a:pt x="46" y="35"/>
                  </a:cubicBezTo>
                  <a:cubicBezTo>
                    <a:pt x="46" y="35"/>
                    <a:pt x="46" y="36"/>
                    <a:pt x="46" y="36"/>
                  </a:cubicBezTo>
                  <a:cubicBezTo>
                    <a:pt x="46" y="36"/>
                    <a:pt x="47" y="37"/>
                    <a:pt x="47" y="37"/>
                  </a:cubicBezTo>
                  <a:cubicBezTo>
                    <a:pt x="47" y="37"/>
                    <a:pt x="47" y="38"/>
                    <a:pt x="47" y="39"/>
                  </a:cubicBezTo>
                  <a:cubicBezTo>
                    <a:pt x="47" y="39"/>
                    <a:pt x="46" y="39"/>
                    <a:pt x="46" y="39"/>
                  </a:cubicBezTo>
                  <a:cubicBezTo>
                    <a:pt x="45" y="39"/>
                    <a:pt x="45" y="38"/>
                    <a:pt x="45" y="38"/>
                  </a:cubicBezTo>
                  <a:cubicBezTo>
                    <a:pt x="44" y="38"/>
                    <a:pt x="44" y="38"/>
                    <a:pt x="43" y="39"/>
                  </a:cubicBezTo>
                  <a:cubicBezTo>
                    <a:pt x="43" y="39"/>
                    <a:pt x="43" y="39"/>
                    <a:pt x="43" y="39"/>
                  </a:cubicBezTo>
                  <a:cubicBezTo>
                    <a:pt x="42" y="40"/>
                    <a:pt x="42" y="40"/>
                    <a:pt x="42" y="39"/>
                  </a:cubicBezTo>
                  <a:cubicBezTo>
                    <a:pt x="41" y="39"/>
                    <a:pt x="41" y="38"/>
                    <a:pt x="42" y="38"/>
                  </a:cubicBezTo>
                  <a:cubicBezTo>
                    <a:pt x="42" y="38"/>
                    <a:pt x="43" y="37"/>
                    <a:pt x="43" y="37"/>
                  </a:cubicBezTo>
                  <a:cubicBezTo>
                    <a:pt x="44" y="36"/>
                    <a:pt x="44" y="36"/>
                    <a:pt x="44" y="35"/>
                  </a:cubicBezTo>
                  <a:cubicBezTo>
                    <a:pt x="44" y="35"/>
                    <a:pt x="43" y="34"/>
                    <a:pt x="43" y="34"/>
                  </a:cubicBezTo>
                  <a:cubicBezTo>
                    <a:pt x="43" y="34"/>
                    <a:pt x="42" y="34"/>
                    <a:pt x="42" y="34"/>
                  </a:cubicBezTo>
                  <a:cubicBezTo>
                    <a:pt x="41" y="34"/>
                    <a:pt x="40" y="34"/>
                    <a:pt x="39" y="34"/>
                  </a:cubicBezTo>
                  <a:cubicBezTo>
                    <a:pt x="39" y="34"/>
                    <a:pt x="38" y="34"/>
                    <a:pt x="37" y="34"/>
                  </a:cubicBezTo>
                  <a:cubicBezTo>
                    <a:pt x="37" y="34"/>
                    <a:pt x="36" y="33"/>
                    <a:pt x="36" y="33"/>
                  </a:cubicBezTo>
                  <a:cubicBezTo>
                    <a:pt x="36" y="33"/>
                    <a:pt x="35" y="33"/>
                    <a:pt x="35" y="33"/>
                  </a:cubicBezTo>
                  <a:cubicBezTo>
                    <a:pt x="35" y="33"/>
                    <a:pt x="34" y="34"/>
                    <a:pt x="34" y="34"/>
                  </a:cubicBezTo>
                  <a:cubicBezTo>
                    <a:pt x="34" y="34"/>
                    <a:pt x="34" y="35"/>
                    <a:pt x="33" y="35"/>
                  </a:cubicBezTo>
                  <a:cubicBezTo>
                    <a:pt x="33" y="35"/>
                    <a:pt x="32" y="34"/>
                    <a:pt x="32" y="34"/>
                  </a:cubicBezTo>
                  <a:cubicBezTo>
                    <a:pt x="32" y="34"/>
                    <a:pt x="31" y="33"/>
                    <a:pt x="31" y="33"/>
                  </a:cubicBezTo>
                  <a:cubicBezTo>
                    <a:pt x="31" y="32"/>
                    <a:pt x="31" y="31"/>
                    <a:pt x="31" y="31"/>
                  </a:cubicBezTo>
                  <a:cubicBezTo>
                    <a:pt x="31" y="31"/>
                    <a:pt x="32" y="31"/>
                    <a:pt x="32" y="31"/>
                  </a:cubicBezTo>
                  <a:cubicBezTo>
                    <a:pt x="33" y="31"/>
                    <a:pt x="33" y="31"/>
                    <a:pt x="33" y="31"/>
                  </a:cubicBezTo>
                  <a:cubicBezTo>
                    <a:pt x="34" y="31"/>
                    <a:pt x="35" y="31"/>
                    <a:pt x="35" y="31"/>
                  </a:cubicBezTo>
                  <a:cubicBezTo>
                    <a:pt x="35" y="31"/>
                    <a:pt x="35" y="30"/>
                    <a:pt x="35" y="30"/>
                  </a:cubicBezTo>
                  <a:cubicBezTo>
                    <a:pt x="35" y="30"/>
                    <a:pt x="36" y="29"/>
                    <a:pt x="36" y="29"/>
                  </a:cubicBezTo>
                  <a:cubicBezTo>
                    <a:pt x="36" y="29"/>
                    <a:pt x="37" y="29"/>
                    <a:pt x="38" y="29"/>
                  </a:cubicBezTo>
                  <a:cubicBezTo>
                    <a:pt x="38" y="29"/>
                    <a:pt x="38" y="30"/>
                    <a:pt x="38" y="30"/>
                  </a:cubicBezTo>
                  <a:cubicBezTo>
                    <a:pt x="38" y="30"/>
                    <a:pt x="37" y="31"/>
                    <a:pt x="37" y="31"/>
                  </a:cubicBezTo>
                  <a:cubicBezTo>
                    <a:pt x="37" y="31"/>
                    <a:pt x="37" y="32"/>
                    <a:pt x="37" y="32"/>
                  </a:cubicBezTo>
                  <a:cubicBezTo>
                    <a:pt x="38" y="32"/>
                    <a:pt x="38" y="32"/>
                    <a:pt x="39" y="33"/>
                  </a:cubicBezTo>
                  <a:cubicBezTo>
                    <a:pt x="39" y="33"/>
                    <a:pt x="40" y="33"/>
                    <a:pt x="41" y="33"/>
                  </a:cubicBezTo>
                  <a:cubicBezTo>
                    <a:pt x="41" y="33"/>
                    <a:pt x="41" y="32"/>
                    <a:pt x="42" y="32"/>
                  </a:cubicBezTo>
                  <a:cubicBezTo>
                    <a:pt x="42" y="32"/>
                    <a:pt x="43" y="32"/>
                    <a:pt x="43" y="32"/>
                  </a:cubicBezTo>
                  <a:cubicBezTo>
                    <a:pt x="43" y="32"/>
                    <a:pt x="44" y="33"/>
                    <a:pt x="45" y="33"/>
                  </a:cubicBezTo>
                  <a:cubicBezTo>
                    <a:pt x="45" y="32"/>
                    <a:pt x="45" y="32"/>
                    <a:pt x="45" y="31"/>
                  </a:cubicBezTo>
                  <a:cubicBezTo>
                    <a:pt x="46" y="31"/>
                    <a:pt x="47" y="31"/>
                    <a:pt x="47" y="31"/>
                  </a:cubicBezTo>
                  <a:cubicBezTo>
                    <a:pt x="48" y="32"/>
                    <a:pt x="48" y="33"/>
                    <a:pt x="49" y="33"/>
                  </a:cubicBezTo>
                  <a:cubicBezTo>
                    <a:pt x="50" y="33"/>
                    <a:pt x="51" y="33"/>
                    <a:pt x="52" y="33"/>
                  </a:cubicBezTo>
                  <a:cubicBezTo>
                    <a:pt x="53" y="33"/>
                    <a:pt x="55" y="31"/>
                    <a:pt x="55" y="30"/>
                  </a:cubicBezTo>
                  <a:cubicBezTo>
                    <a:pt x="56" y="29"/>
                    <a:pt x="56" y="28"/>
                    <a:pt x="56" y="27"/>
                  </a:cubicBezTo>
                  <a:cubicBezTo>
                    <a:pt x="56" y="27"/>
                    <a:pt x="56" y="26"/>
                    <a:pt x="56" y="25"/>
                  </a:cubicBezTo>
                  <a:cubicBezTo>
                    <a:pt x="56" y="25"/>
                    <a:pt x="56" y="24"/>
                    <a:pt x="56" y="24"/>
                  </a:cubicBezTo>
                  <a:cubicBezTo>
                    <a:pt x="55" y="24"/>
                    <a:pt x="55" y="24"/>
                    <a:pt x="55" y="24"/>
                  </a:cubicBezTo>
                  <a:cubicBezTo>
                    <a:pt x="54" y="24"/>
                    <a:pt x="54" y="25"/>
                    <a:pt x="54" y="25"/>
                  </a:cubicBezTo>
                  <a:cubicBezTo>
                    <a:pt x="54" y="25"/>
                    <a:pt x="53" y="25"/>
                    <a:pt x="52" y="25"/>
                  </a:cubicBezTo>
                  <a:cubicBezTo>
                    <a:pt x="52" y="25"/>
                    <a:pt x="51" y="25"/>
                    <a:pt x="50" y="25"/>
                  </a:cubicBezTo>
                  <a:cubicBezTo>
                    <a:pt x="50" y="25"/>
                    <a:pt x="50" y="25"/>
                    <a:pt x="50" y="25"/>
                  </a:cubicBezTo>
                  <a:cubicBezTo>
                    <a:pt x="49" y="25"/>
                    <a:pt x="48" y="25"/>
                    <a:pt x="48" y="25"/>
                  </a:cubicBezTo>
                  <a:cubicBezTo>
                    <a:pt x="48" y="25"/>
                    <a:pt x="47" y="24"/>
                    <a:pt x="47" y="24"/>
                  </a:cubicBezTo>
                  <a:cubicBezTo>
                    <a:pt x="46" y="24"/>
                    <a:pt x="45" y="24"/>
                    <a:pt x="45" y="24"/>
                  </a:cubicBezTo>
                  <a:cubicBezTo>
                    <a:pt x="44" y="24"/>
                    <a:pt x="43" y="24"/>
                    <a:pt x="43" y="24"/>
                  </a:cubicBezTo>
                  <a:cubicBezTo>
                    <a:pt x="43" y="23"/>
                    <a:pt x="43" y="23"/>
                    <a:pt x="43" y="22"/>
                  </a:cubicBezTo>
                  <a:cubicBezTo>
                    <a:pt x="43" y="22"/>
                    <a:pt x="42" y="21"/>
                    <a:pt x="42" y="21"/>
                  </a:cubicBezTo>
                  <a:cubicBezTo>
                    <a:pt x="42" y="21"/>
                    <a:pt x="43" y="20"/>
                    <a:pt x="43" y="20"/>
                  </a:cubicBezTo>
                  <a:cubicBezTo>
                    <a:pt x="44" y="20"/>
                    <a:pt x="45" y="21"/>
                    <a:pt x="46" y="21"/>
                  </a:cubicBezTo>
                  <a:cubicBezTo>
                    <a:pt x="47" y="21"/>
                    <a:pt x="48" y="21"/>
                    <a:pt x="48" y="20"/>
                  </a:cubicBezTo>
                  <a:cubicBezTo>
                    <a:pt x="48" y="20"/>
                    <a:pt x="49" y="19"/>
                    <a:pt x="49" y="19"/>
                  </a:cubicBezTo>
                  <a:cubicBezTo>
                    <a:pt x="49" y="19"/>
                    <a:pt x="48" y="18"/>
                    <a:pt x="47" y="18"/>
                  </a:cubicBezTo>
                  <a:cubicBezTo>
                    <a:pt x="47" y="18"/>
                    <a:pt x="46" y="18"/>
                    <a:pt x="46" y="18"/>
                  </a:cubicBezTo>
                  <a:cubicBezTo>
                    <a:pt x="46" y="18"/>
                    <a:pt x="45" y="18"/>
                    <a:pt x="44" y="17"/>
                  </a:cubicBezTo>
                  <a:cubicBezTo>
                    <a:pt x="44" y="17"/>
                    <a:pt x="45" y="17"/>
                    <a:pt x="45" y="17"/>
                  </a:cubicBezTo>
                  <a:cubicBezTo>
                    <a:pt x="45" y="16"/>
                    <a:pt x="44" y="15"/>
                    <a:pt x="44" y="14"/>
                  </a:cubicBezTo>
                  <a:cubicBezTo>
                    <a:pt x="44" y="14"/>
                    <a:pt x="45" y="14"/>
                    <a:pt x="45" y="13"/>
                  </a:cubicBezTo>
                  <a:cubicBezTo>
                    <a:pt x="46" y="13"/>
                    <a:pt x="46" y="12"/>
                    <a:pt x="46" y="12"/>
                  </a:cubicBezTo>
                  <a:cubicBezTo>
                    <a:pt x="46" y="12"/>
                    <a:pt x="47" y="12"/>
                    <a:pt x="48" y="12"/>
                  </a:cubicBezTo>
                  <a:cubicBezTo>
                    <a:pt x="48" y="12"/>
                    <a:pt x="49" y="12"/>
                    <a:pt x="50" y="13"/>
                  </a:cubicBezTo>
                  <a:cubicBezTo>
                    <a:pt x="50" y="13"/>
                    <a:pt x="49" y="14"/>
                    <a:pt x="49" y="14"/>
                  </a:cubicBezTo>
                  <a:cubicBezTo>
                    <a:pt x="49" y="14"/>
                    <a:pt x="50" y="15"/>
                    <a:pt x="50" y="16"/>
                  </a:cubicBezTo>
                  <a:cubicBezTo>
                    <a:pt x="50" y="16"/>
                    <a:pt x="51" y="17"/>
                    <a:pt x="51" y="17"/>
                  </a:cubicBezTo>
                  <a:cubicBezTo>
                    <a:pt x="52" y="17"/>
                    <a:pt x="52" y="17"/>
                    <a:pt x="53" y="17"/>
                  </a:cubicBezTo>
                  <a:cubicBezTo>
                    <a:pt x="53" y="17"/>
                    <a:pt x="54" y="17"/>
                    <a:pt x="54" y="17"/>
                  </a:cubicBezTo>
                  <a:cubicBezTo>
                    <a:pt x="55" y="17"/>
                    <a:pt x="55" y="17"/>
                    <a:pt x="55" y="17"/>
                  </a:cubicBezTo>
                  <a:cubicBezTo>
                    <a:pt x="56" y="17"/>
                    <a:pt x="55" y="18"/>
                    <a:pt x="55" y="18"/>
                  </a:cubicBezTo>
                  <a:cubicBezTo>
                    <a:pt x="55" y="18"/>
                    <a:pt x="54" y="18"/>
                    <a:pt x="54" y="18"/>
                  </a:cubicBezTo>
                  <a:cubicBezTo>
                    <a:pt x="54" y="19"/>
                    <a:pt x="54" y="19"/>
                    <a:pt x="54" y="19"/>
                  </a:cubicBezTo>
                  <a:cubicBezTo>
                    <a:pt x="55" y="20"/>
                    <a:pt x="55" y="20"/>
                    <a:pt x="55" y="20"/>
                  </a:cubicBezTo>
                  <a:cubicBezTo>
                    <a:pt x="55" y="21"/>
                    <a:pt x="56" y="21"/>
                    <a:pt x="56" y="22"/>
                  </a:cubicBezTo>
                  <a:cubicBezTo>
                    <a:pt x="56" y="22"/>
                    <a:pt x="57" y="22"/>
                    <a:pt x="57" y="22"/>
                  </a:cubicBezTo>
                  <a:cubicBezTo>
                    <a:pt x="58" y="22"/>
                    <a:pt x="58" y="22"/>
                    <a:pt x="58" y="21"/>
                  </a:cubicBezTo>
                  <a:cubicBezTo>
                    <a:pt x="59" y="21"/>
                    <a:pt x="59" y="19"/>
                    <a:pt x="59" y="19"/>
                  </a:cubicBezTo>
                  <a:cubicBezTo>
                    <a:pt x="59" y="18"/>
                    <a:pt x="60" y="18"/>
                    <a:pt x="61" y="17"/>
                  </a:cubicBezTo>
                  <a:cubicBezTo>
                    <a:pt x="61" y="17"/>
                    <a:pt x="62" y="16"/>
                    <a:pt x="62" y="16"/>
                  </a:cubicBezTo>
                  <a:cubicBezTo>
                    <a:pt x="62" y="15"/>
                    <a:pt x="62" y="14"/>
                    <a:pt x="62" y="14"/>
                  </a:cubicBezTo>
                  <a:cubicBezTo>
                    <a:pt x="62" y="13"/>
                    <a:pt x="60" y="13"/>
                    <a:pt x="60" y="13"/>
                  </a:cubicBezTo>
                  <a:cubicBezTo>
                    <a:pt x="60" y="12"/>
                    <a:pt x="59" y="12"/>
                    <a:pt x="58" y="11"/>
                  </a:cubicBezTo>
                  <a:cubicBezTo>
                    <a:pt x="58" y="11"/>
                    <a:pt x="58" y="10"/>
                    <a:pt x="58" y="10"/>
                  </a:cubicBezTo>
                  <a:cubicBezTo>
                    <a:pt x="57" y="10"/>
                    <a:pt x="56" y="10"/>
                    <a:pt x="56" y="10"/>
                  </a:cubicBezTo>
                  <a:cubicBezTo>
                    <a:pt x="56" y="10"/>
                    <a:pt x="56" y="11"/>
                    <a:pt x="56" y="11"/>
                  </a:cubicBezTo>
                  <a:cubicBezTo>
                    <a:pt x="56" y="11"/>
                    <a:pt x="55" y="12"/>
                    <a:pt x="55" y="12"/>
                  </a:cubicBezTo>
                  <a:cubicBezTo>
                    <a:pt x="55" y="13"/>
                    <a:pt x="55" y="13"/>
                    <a:pt x="54" y="13"/>
                  </a:cubicBezTo>
                  <a:cubicBezTo>
                    <a:pt x="54" y="13"/>
                    <a:pt x="53" y="13"/>
                    <a:pt x="53" y="13"/>
                  </a:cubicBezTo>
                  <a:cubicBezTo>
                    <a:pt x="52" y="13"/>
                    <a:pt x="53" y="12"/>
                    <a:pt x="52" y="11"/>
                  </a:cubicBezTo>
                  <a:cubicBezTo>
                    <a:pt x="52" y="11"/>
                    <a:pt x="52" y="11"/>
                    <a:pt x="52" y="11"/>
                  </a:cubicBezTo>
                  <a:cubicBezTo>
                    <a:pt x="51" y="11"/>
                    <a:pt x="49" y="11"/>
                    <a:pt x="49" y="10"/>
                  </a:cubicBezTo>
                  <a:cubicBezTo>
                    <a:pt x="49" y="10"/>
                    <a:pt x="48" y="10"/>
                    <a:pt x="48" y="9"/>
                  </a:cubicBezTo>
                  <a:cubicBezTo>
                    <a:pt x="48" y="9"/>
                    <a:pt x="49" y="8"/>
                    <a:pt x="50" y="8"/>
                  </a:cubicBezTo>
                  <a:cubicBezTo>
                    <a:pt x="50" y="8"/>
                    <a:pt x="50" y="7"/>
                    <a:pt x="50" y="6"/>
                  </a:cubicBezTo>
                  <a:cubicBezTo>
                    <a:pt x="50" y="6"/>
                    <a:pt x="51" y="5"/>
                    <a:pt x="51" y="4"/>
                  </a:cubicBezTo>
                  <a:cubicBezTo>
                    <a:pt x="50" y="4"/>
                    <a:pt x="50" y="4"/>
                    <a:pt x="49" y="3"/>
                  </a:cubicBezTo>
                  <a:cubicBezTo>
                    <a:pt x="49" y="3"/>
                    <a:pt x="49" y="3"/>
                    <a:pt x="48" y="3"/>
                  </a:cubicBezTo>
                  <a:cubicBezTo>
                    <a:pt x="48" y="3"/>
                    <a:pt x="48" y="2"/>
                    <a:pt x="47" y="1"/>
                  </a:cubicBezTo>
                  <a:cubicBezTo>
                    <a:pt x="47" y="1"/>
                    <a:pt x="46" y="0"/>
                    <a:pt x="46" y="0"/>
                  </a:cubicBezTo>
                  <a:cubicBezTo>
                    <a:pt x="45" y="0"/>
                    <a:pt x="45" y="1"/>
                    <a:pt x="44" y="1"/>
                  </a:cubicBezTo>
                  <a:cubicBezTo>
                    <a:pt x="44" y="1"/>
                    <a:pt x="42" y="2"/>
                    <a:pt x="42" y="2"/>
                  </a:cubicBezTo>
                  <a:cubicBezTo>
                    <a:pt x="41" y="2"/>
                    <a:pt x="40" y="3"/>
                    <a:pt x="40" y="4"/>
                  </a:cubicBezTo>
                  <a:cubicBezTo>
                    <a:pt x="39" y="4"/>
                    <a:pt x="38" y="5"/>
                    <a:pt x="38" y="5"/>
                  </a:cubicBezTo>
                  <a:cubicBezTo>
                    <a:pt x="37" y="6"/>
                    <a:pt x="36" y="6"/>
                    <a:pt x="36" y="7"/>
                  </a:cubicBezTo>
                  <a:cubicBezTo>
                    <a:pt x="36" y="7"/>
                    <a:pt x="36" y="8"/>
                    <a:pt x="36" y="8"/>
                  </a:cubicBezTo>
                  <a:cubicBezTo>
                    <a:pt x="36" y="8"/>
                    <a:pt x="37" y="8"/>
                    <a:pt x="37" y="9"/>
                  </a:cubicBezTo>
                  <a:cubicBezTo>
                    <a:pt x="37" y="9"/>
                    <a:pt x="37" y="10"/>
                    <a:pt x="37" y="10"/>
                  </a:cubicBezTo>
                  <a:cubicBezTo>
                    <a:pt x="37" y="11"/>
                    <a:pt x="37" y="11"/>
                    <a:pt x="36" y="11"/>
                  </a:cubicBezTo>
                  <a:cubicBezTo>
                    <a:pt x="36" y="11"/>
                    <a:pt x="35" y="11"/>
                    <a:pt x="35" y="11"/>
                  </a:cubicBezTo>
                  <a:cubicBezTo>
                    <a:pt x="34" y="10"/>
                    <a:pt x="34" y="10"/>
                    <a:pt x="33" y="10"/>
                  </a:cubicBezTo>
                  <a:cubicBezTo>
                    <a:pt x="33" y="9"/>
                    <a:pt x="31" y="10"/>
                    <a:pt x="31" y="10"/>
                  </a:cubicBezTo>
                  <a:cubicBezTo>
                    <a:pt x="30" y="9"/>
                    <a:pt x="30" y="9"/>
                    <a:pt x="30" y="9"/>
                  </a:cubicBezTo>
                  <a:cubicBezTo>
                    <a:pt x="29" y="8"/>
                    <a:pt x="29" y="8"/>
                    <a:pt x="29" y="7"/>
                  </a:cubicBezTo>
                  <a:cubicBezTo>
                    <a:pt x="29" y="6"/>
                    <a:pt x="30" y="5"/>
                    <a:pt x="30" y="5"/>
                  </a:cubicBezTo>
                  <a:cubicBezTo>
                    <a:pt x="30" y="4"/>
                    <a:pt x="31" y="4"/>
                    <a:pt x="31" y="3"/>
                  </a:cubicBezTo>
                  <a:cubicBezTo>
                    <a:pt x="31" y="3"/>
                    <a:pt x="31" y="2"/>
                    <a:pt x="31" y="2"/>
                  </a:cubicBezTo>
                  <a:cubicBezTo>
                    <a:pt x="31" y="2"/>
                    <a:pt x="32" y="1"/>
                    <a:pt x="32" y="1"/>
                  </a:cubicBezTo>
                  <a:cubicBezTo>
                    <a:pt x="32" y="0"/>
                    <a:pt x="31" y="0"/>
                    <a:pt x="30" y="0"/>
                  </a:cubicBezTo>
                  <a:cubicBezTo>
                    <a:pt x="30" y="0"/>
                    <a:pt x="29" y="1"/>
                    <a:pt x="29" y="2"/>
                  </a:cubicBezTo>
                  <a:cubicBezTo>
                    <a:pt x="28" y="2"/>
                    <a:pt x="28" y="4"/>
                    <a:pt x="27" y="5"/>
                  </a:cubicBezTo>
                  <a:cubicBezTo>
                    <a:pt x="27" y="5"/>
                    <a:pt x="26" y="6"/>
                    <a:pt x="26" y="6"/>
                  </a:cubicBezTo>
                  <a:cubicBezTo>
                    <a:pt x="26" y="6"/>
                    <a:pt x="25" y="7"/>
                    <a:pt x="25" y="7"/>
                  </a:cubicBezTo>
                  <a:cubicBezTo>
                    <a:pt x="24" y="7"/>
                    <a:pt x="23" y="7"/>
                    <a:pt x="23" y="8"/>
                  </a:cubicBezTo>
                  <a:cubicBezTo>
                    <a:pt x="23" y="8"/>
                    <a:pt x="23" y="8"/>
                    <a:pt x="22" y="9"/>
                  </a:cubicBezTo>
                  <a:cubicBezTo>
                    <a:pt x="22" y="9"/>
                    <a:pt x="22" y="10"/>
                    <a:pt x="22" y="11"/>
                  </a:cubicBezTo>
                  <a:cubicBezTo>
                    <a:pt x="22" y="11"/>
                    <a:pt x="23" y="12"/>
                    <a:pt x="22" y="12"/>
                  </a:cubicBezTo>
                  <a:cubicBezTo>
                    <a:pt x="22" y="13"/>
                    <a:pt x="21" y="12"/>
                    <a:pt x="20" y="12"/>
                  </a:cubicBezTo>
                  <a:cubicBezTo>
                    <a:pt x="20" y="12"/>
                    <a:pt x="18" y="10"/>
                    <a:pt x="18" y="10"/>
                  </a:cubicBezTo>
                  <a:cubicBezTo>
                    <a:pt x="17" y="9"/>
                    <a:pt x="16" y="7"/>
                    <a:pt x="15" y="7"/>
                  </a:cubicBezTo>
                  <a:cubicBezTo>
                    <a:pt x="14" y="7"/>
                    <a:pt x="13" y="6"/>
                    <a:pt x="12" y="6"/>
                  </a:cubicBezTo>
                  <a:cubicBezTo>
                    <a:pt x="11" y="6"/>
                    <a:pt x="10" y="6"/>
                    <a:pt x="9" y="6"/>
                  </a:cubicBezTo>
                  <a:cubicBezTo>
                    <a:pt x="9" y="7"/>
                    <a:pt x="9" y="8"/>
                    <a:pt x="9" y="8"/>
                  </a:cubicBezTo>
                  <a:cubicBezTo>
                    <a:pt x="9" y="9"/>
                    <a:pt x="9" y="9"/>
                    <a:pt x="8" y="9"/>
                  </a:cubicBezTo>
                  <a:cubicBezTo>
                    <a:pt x="8" y="10"/>
                    <a:pt x="8" y="10"/>
                    <a:pt x="8" y="11"/>
                  </a:cubicBezTo>
                  <a:cubicBezTo>
                    <a:pt x="8" y="11"/>
                    <a:pt x="8" y="12"/>
                    <a:pt x="8" y="12"/>
                  </a:cubicBezTo>
                  <a:cubicBezTo>
                    <a:pt x="7" y="12"/>
                    <a:pt x="7" y="12"/>
                    <a:pt x="7" y="12"/>
                  </a:cubicBezTo>
                  <a:cubicBezTo>
                    <a:pt x="6" y="13"/>
                    <a:pt x="5" y="13"/>
                    <a:pt x="5" y="13"/>
                  </a:cubicBezTo>
                  <a:cubicBezTo>
                    <a:pt x="5" y="13"/>
                    <a:pt x="4" y="14"/>
                    <a:pt x="4" y="14"/>
                  </a:cubicBezTo>
                  <a:cubicBezTo>
                    <a:pt x="4" y="14"/>
                    <a:pt x="4" y="15"/>
                    <a:pt x="4" y="15"/>
                  </a:cubicBezTo>
                  <a:cubicBezTo>
                    <a:pt x="4" y="15"/>
                    <a:pt x="4" y="16"/>
                    <a:pt x="4" y="17"/>
                  </a:cubicBezTo>
                  <a:cubicBezTo>
                    <a:pt x="4" y="17"/>
                    <a:pt x="4" y="18"/>
                    <a:pt x="3" y="18"/>
                  </a:cubicBezTo>
                  <a:cubicBezTo>
                    <a:pt x="3" y="18"/>
                    <a:pt x="3" y="18"/>
                    <a:pt x="3" y="17"/>
                  </a:cubicBezTo>
                  <a:cubicBezTo>
                    <a:pt x="2" y="17"/>
                    <a:pt x="2" y="17"/>
                    <a:pt x="2" y="17"/>
                  </a:cubicBezTo>
                  <a:cubicBezTo>
                    <a:pt x="2" y="17"/>
                    <a:pt x="1" y="17"/>
                    <a:pt x="1" y="17"/>
                  </a:cubicBezTo>
                  <a:cubicBezTo>
                    <a:pt x="1" y="17"/>
                    <a:pt x="0" y="18"/>
                    <a:pt x="0" y="19"/>
                  </a:cubicBezTo>
                  <a:cubicBezTo>
                    <a:pt x="0" y="19"/>
                    <a:pt x="1" y="20"/>
                    <a:pt x="1" y="20"/>
                  </a:cubicBezTo>
                  <a:cubicBezTo>
                    <a:pt x="2" y="20"/>
                    <a:pt x="2" y="20"/>
                    <a:pt x="3" y="20"/>
                  </a:cubicBezTo>
                  <a:cubicBezTo>
                    <a:pt x="3" y="21"/>
                    <a:pt x="3" y="22"/>
                    <a:pt x="3" y="22"/>
                  </a:cubicBezTo>
                  <a:cubicBezTo>
                    <a:pt x="4" y="23"/>
                    <a:pt x="4" y="23"/>
                    <a:pt x="5" y="23"/>
                  </a:cubicBezTo>
                  <a:cubicBezTo>
                    <a:pt x="5" y="23"/>
                    <a:pt x="6" y="23"/>
                    <a:pt x="6" y="23"/>
                  </a:cubicBezTo>
                  <a:cubicBezTo>
                    <a:pt x="6" y="23"/>
                    <a:pt x="7" y="22"/>
                    <a:pt x="7" y="22"/>
                  </a:cubicBezTo>
                  <a:cubicBezTo>
                    <a:pt x="7" y="21"/>
                    <a:pt x="6" y="21"/>
                    <a:pt x="6" y="20"/>
                  </a:cubicBezTo>
                  <a:cubicBezTo>
                    <a:pt x="6" y="20"/>
                    <a:pt x="7" y="20"/>
                    <a:pt x="7" y="20"/>
                  </a:cubicBezTo>
                  <a:cubicBezTo>
                    <a:pt x="8" y="20"/>
                    <a:pt x="8" y="21"/>
                    <a:pt x="8" y="21"/>
                  </a:cubicBezTo>
                  <a:cubicBezTo>
                    <a:pt x="9" y="21"/>
                    <a:pt x="9" y="22"/>
                    <a:pt x="9" y="22"/>
                  </a:cubicBezTo>
                  <a:cubicBezTo>
                    <a:pt x="9" y="23"/>
                    <a:pt x="8" y="23"/>
                    <a:pt x="8" y="24"/>
                  </a:cubicBezTo>
                  <a:cubicBezTo>
                    <a:pt x="8" y="24"/>
                    <a:pt x="8" y="25"/>
                    <a:pt x="8" y="25"/>
                  </a:cubicBezTo>
                  <a:cubicBezTo>
                    <a:pt x="8" y="26"/>
                    <a:pt x="9" y="26"/>
                    <a:pt x="9" y="27"/>
                  </a:cubicBezTo>
                  <a:cubicBezTo>
                    <a:pt x="10" y="27"/>
                    <a:pt x="11" y="27"/>
                    <a:pt x="12" y="27"/>
                  </a:cubicBezTo>
                  <a:cubicBezTo>
                    <a:pt x="13" y="27"/>
                    <a:pt x="14" y="27"/>
                    <a:pt x="14" y="27"/>
                  </a:cubicBezTo>
                  <a:cubicBezTo>
                    <a:pt x="15" y="27"/>
                    <a:pt x="15" y="26"/>
                    <a:pt x="15" y="26"/>
                  </a:cubicBezTo>
                  <a:cubicBezTo>
                    <a:pt x="15" y="26"/>
                    <a:pt x="14" y="25"/>
                    <a:pt x="15" y="25"/>
                  </a:cubicBezTo>
                  <a:cubicBezTo>
                    <a:pt x="15" y="25"/>
                    <a:pt x="15" y="24"/>
                    <a:pt x="16" y="24"/>
                  </a:cubicBezTo>
                  <a:cubicBezTo>
                    <a:pt x="16" y="24"/>
                    <a:pt x="17" y="25"/>
                    <a:pt x="17" y="25"/>
                  </a:cubicBezTo>
                  <a:cubicBezTo>
                    <a:pt x="18" y="25"/>
                    <a:pt x="17" y="26"/>
                    <a:pt x="17" y="26"/>
                  </a:cubicBezTo>
                  <a:cubicBezTo>
                    <a:pt x="18" y="27"/>
                    <a:pt x="19" y="28"/>
                    <a:pt x="19" y="29"/>
                  </a:cubicBezTo>
                  <a:cubicBezTo>
                    <a:pt x="20" y="29"/>
                    <a:pt x="21" y="30"/>
                    <a:pt x="21" y="30"/>
                  </a:cubicBezTo>
                  <a:cubicBezTo>
                    <a:pt x="22" y="31"/>
                    <a:pt x="23" y="31"/>
                    <a:pt x="23" y="31"/>
                  </a:cubicBezTo>
                  <a:cubicBezTo>
                    <a:pt x="24" y="31"/>
                    <a:pt x="25" y="31"/>
                    <a:pt x="25" y="31"/>
                  </a:cubicBezTo>
                  <a:cubicBezTo>
                    <a:pt x="26" y="31"/>
                    <a:pt x="26" y="32"/>
                    <a:pt x="26" y="32"/>
                  </a:cubicBezTo>
                  <a:cubicBezTo>
                    <a:pt x="26" y="33"/>
                    <a:pt x="26" y="33"/>
                    <a:pt x="26" y="33"/>
                  </a:cubicBezTo>
                  <a:cubicBezTo>
                    <a:pt x="25" y="33"/>
                    <a:pt x="25" y="33"/>
                    <a:pt x="24" y="33"/>
                  </a:cubicBezTo>
                  <a:cubicBezTo>
                    <a:pt x="24" y="33"/>
                    <a:pt x="25" y="34"/>
                    <a:pt x="25" y="34"/>
                  </a:cubicBezTo>
                  <a:cubicBezTo>
                    <a:pt x="25" y="34"/>
                    <a:pt x="26" y="35"/>
                    <a:pt x="26" y="36"/>
                  </a:cubicBezTo>
                  <a:cubicBezTo>
                    <a:pt x="26" y="36"/>
                    <a:pt x="27" y="37"/>
                    <a:pt x="27" y="38"/>
                  </a:cubicBezTo>
                  <a:cubicBezTo>
                    <a:pt x="27" y="38"/>
                    <a:pt x="28" y="39"/>
                    <a:pt x="28" y="39"/>
                  </a:cubicBezTo>
                  <a:cubicBezTo>
                    <a:pt x="28" y="40"/>
                    <a:pt x="27" y="41"/>
                    <a:pt x="27" y="41"/>
                  </a:cubicBezTo>
                  <a:cubicBezTo>
                    <a:pt x="27" y="42"/>
                    <a:pt x="27" y="42"/>
                    <a:pt x="27" y="43"/>
                  </a:cubicBezTo>
                  <a:cubicBezTo>
                    <a:pt x="27" y="43"/>
                    <a:pt x="28" y="44"/>
                    <a:pt x="28" y="44"/>
                  </a:cubicBezTo>
                  <a:cubicBezTo>
                    <a:pt x="28" y="44"/>
                    <a:pt x="29" y="44"/>
                    <a:pt x="29" y="44"/>
                  </a:cubicBezTo>
                  <a:cubicBezTo>
                    <a:pt x="30" y="43"/>
                    <a:pt x="29" y="42"/>
                    <a:pt x="30" y="42"/>
                  </a:cubicBezTo>
                  <a:cubicBezTo>
                    <a:pt x="30" y="42"/>
                    <a:pt x="31" y="43"/>
                    <a:pt x="31" y="43"/>
                  </a:cubicBezTo>
                  <a:cubicBezTo>
                    <a:pt x="31" y="43"/>
                    <a:pt x="32" y="42"/>
                    <a:pt x="32" y="42"/>
                  </a:cubicBezTo>
                  <a:cubicBezTo>
                    <a:pt x="33" y="42"/>
                    <a:pt x="34" y="42"/>
                    <a:pt x="34" y="42"/>
                  </a:cubicBezTo>
                  <a:cubicBezTo>
                    <a:pt x="35" y="42"/>
                    <a:pt x="35" y="44"/>
                    <a:pt x="35" y="44"/>
                  </a:cubicBezTo>
                  <a:cubicBezTo>
                    <a:pt x="36" y="44"/>
                    <a:pt x="36" y="44"/>
                    <a:pt x="37" y="44"/>
                  </a:cubicBezTo>
                  <a:cubicBezTo>
                    <a:pt x="37" y="43"/>
                    <a:pt x="37" y="43"/>
                    <a:pt x="38" y="42"/>
                  </a:cubicBezTo>
                  <a:cubicBezTo>
                    <a:pt x="38" y="42"/>
                    <a:pt x="39" y="43"/>
                    <a:pt x="39" y="43"/>
                  </a:cubicBezTo>
                  <a:cubicBezTo>
                    <a:pt x="39" y="43"/>
                    <a:pt x="40" y="44"/>
                    <a:pt x="40" y="44"/>
                  </a:cubicBezTo>
                  <a:cubicBezTo>
                    <a:pt x="41" y="44"/>
                    <a:pt x="42" y="45"/>
                    <a:pt x="43" y="44"/>
                  </a:cubicBezTo>
                  <a:cubicBezTo>
                    <a:pt x="43" y="44"/>
                    <a:pt x="43" y="44"/>
                    <a:pt x="42" y="44"/>
                  </a:cubicBezTo>
                  <a:cubicBezTo>
                    <a:pt x="42" y="43"/>
                    <a:pt x="41" y="43"/>
                    <a:pt x="41" y="43"/>
                  </a:cubicBezTo>
                  <a:cubicBezTo>
                    <a:pt x="40" y="42"/>
                    <a:pt x="40" y="42"/>
                    <a:pt x="39" y="42"/>
                  </a:cubicBezTo>
                  <a:cubicBezTo>
                    <a:pt x="39" y="41"/>
                    <a:pt x="39" y="41"/>
                    <a:pt x="39" y="41"/>
                  </a:cubicBezTo>
                  <a:cubicBezTo>
                    <a:pt x="40" y="40"/>
                    <a:pt x="41" y="40"/>
                    <a:pt x="41" y="41"/>
                  </a:cubicBezTo>
                  <a:cubicBezTo>
                    <a:pt x="42" y="41"/>
                    <a:pt x="42" y="42"/>
                    <a:pt x="43" y="42"/>
                  </a:cubicBezTo>
                  <a:cubicBezTo>
                    <a:pt x="43" y="42"/>
                    <a:pt x="44" y="43"/>
                    <a:pt x="44" y="43"/>
                  </a:cubicBezTo>
                  <a:cubicBezTo>
                    <a:pt x="45" y="43"/>
                    <a:pt x="46" y="43"/>
                    <a:pt x="47" y="43"/>
                  </a:cubicBezTo>
                  <a:cubicBezTo>
                    <a:pt x="47" y="43"/>
                    <a:pt x="49" y="43"/>
                    <a:pt x="50" y="43"/>
                  </a:cubicBezTo>
                  <a:cubicBezTo>
                    <a:pt x="50" y="43"/>
                    <a:pt x="51" y="42"/>
                    <a:pt x="52" y="4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6" name="Freeform 185"/>
            <p:cNvSpPr>
              <a:spLocks/>
            </p:cNvSpPr>
            <p:nvPr/>
          </p:nvSpPr>
          <p:spPr bwMode="auto">
            <a:xfrm>
              <a:off x="700088" y="1266826"/>
              <a:ext cx="14288" cy="23813"/>
            </a:xfrm>
            <a:custGeom>
              <a:avLst/>
              <a:gdLst/>
              <a:ahLst/>
              <a:cxnLst>
                <a:cxn ang="0">
                  <a:pos x="7" y="12"/>
                </a:cxn>
                <a:cxn ang="0">
                  <a:pos x="6" y="10"/>
                </a:cxn>
                <a:cxn ang="0">
                  <a:pos x="4" y="6"/>
                </a:cxn>
                <a:cxn ang="0">
                  <a:pos x="2" y="4"/>
                </a:cxn>
                <a:cxn ang="0">
                  <a:pos x="1" y="2"/>
                </a:cxn>
                <a:cxn ang="0">
                  <a:pos x="1" y="0"/>
                </a:cxn>
                <a:cxn ang="0">
                  <a:pos x="1" y="0"/>
                </a:cxn>
                <a:cxn ang="0">
                  <a:pos x="2" y="0"/>
                </a:cxn>
                <a:cxn ang="0">
                  <a:pos x="3" y="1"/>
                </a:cxn>
                <a:cxn ang="0">
                  <a:pos x="4" y="0"/>
                </a:cxn>
                <a:cxn ang="0">
                  <a:pos x="5" y="1"/>
                </a:cxn>
                <a:cxn ang="0">
                  <a:pos x="6" y="2"/>
                </a:cxn>
                <a:cxn ang="0">
                  <a:pos x="6" y="3"/>
                </a:cxn>
                <a:cxn ang="0">
                  <a:pos x="7" y="4"/>
                </a:cxn>
                <a:cxn ang="0">
                  <a:pos x="7" y="5"/>
                </a:cxn>
                <a:cxn ang="0">
                  <a:pos x="7" y="6"/>
                </a:cxn>
                <a:cxn ang="0">
                  <a:pos x="7" y="8"/>
                </a:cxn>
                <a:cxn ang="0">
                  <a:pos x="8" y="9"/>
                </a:cxn>
                <a:cxn ang="0">
                  <a:pos x="8" y="10"/>
                </a:cxn>
                <a:cxn ang="0">
                  <a:pos x="7" y="12"/>
                </a:cxn>
              </a:cxnLst>
              <a:rect l="0" t="0" r="r" b="b"/>
              <a:pathLst>
                <a:path w="8" h="12">
                  <a:moveTo>
                    <a:pt x="7" y="12"/>
                  </a:moveTo>
                  <a:cubicBezTo>
                    <a:pt x="6" y="12"/>
                    <a:pt x="6" y="10"/>
                    <a:pt x="6" y="10"/>
                  </a:cubicBezTo>
                  <a:cubicBezTo>
                    <a:pt x="5" y="9"/>
                    <a:pt x="4" y="7"/>
                    <a:pt x="4" y="6"/>
                  </a:cubicBezTo>
                  <a:cubicBezTo>
                    <a:pt x="3" y="5"/>
                    <a:pt x="2" y="4"/>
                    <a:pt x="2" y="4"/>
                  </a:cubicBezTo>
                  <a:cubicBezTo>
                    <a:pt x="1" y="4"/>
                    <a:pt x="1" y="3"/>
                    <a:pt x="1" y="2"/>
                  </a:cubicBezTo>
                  <a:cubicBezTo>
                    <a:pt x="1" y="2"/>
                    <a:pt x="0" y="1"/>
                    <a:pt x="1" y="0"/>
                  </a:cubicBezTo>
                  <a:cubicBezTo>
                    <a:pt x="1" y="0"/>
                    <a:pt x="1" y="0"/>
                    <a:pt x="1" y="0"/>
                  </a:cubicBezTo>
                  <a:cubicBezTo>
                    <a:pt x="2" y="0"/>
                    <a:pt x="2" y="0"/>
                    <a:pt x="2" y="0"/>
                  </a:cubicBezTo>
                  <a:cubicBezTo>
                    <a:pt x="3" y="0"/>
                    <a:pt x="3" y="1"/>
                    <a:pt x="3" y="1"/>
                  </a:cubicBezTo>
                  <a:cubicBezTo>
                    <a:pt x="3" y="1"/>
                    <a:pt x="4" y="1"/>
                    <a:pt x="4" y="0"/>
                  </a:cubicBezTo>
                  <a:cubicBezTo>
                    <a:pt x="4" y="0"/>
                    <a:pt x="5" y="1"/>
                    <a:pt x="5" y="1"/>
                  </a:cubicBezTo>
                  <a:cubicBezTo>
                    <a:pt x="5" y="1"/>
                    <a:pt x="6" y="2"/>
                    <a:pt x="6" y="2"/>
                  </a:cubicBezTo>
                  <a:cubicBezTo>
                    <a:pt x="6" y="3"/>
                    <a:pt x="6" y="3"/>
                    <a:pt x="6" y="3"/>
                  </a:cubicBezTo>
                  <a:cubicBezTo>
                    <a:pt x="6" y="4"/>
                    <a:pt x="7" y="4"/>
                    <a:pt x="7" y="4"/>
                  </a:cubicBezTo>
                  <a:cubicBezTo>
                    <a:pt x="7" y="5"/>
                    <a:pt x="7" y="5"/>
                    <a:pt x="7" y="5"/>
                  </a:cubicBezTo>
                  <a:cubicBezTo>
                    <a:pt x="7" y="6"/>
                    <a:pt x="7" y="6"/>
                    <a:pt x="7" y="6"/>
                  </a:cubicBezTo>
                  <a:cubicBezTo>
                    <a:pt x="7" y="7"/>
                    <a:pt x="7" y="7"/>
                    <a:pt x="7" y="8"/>
                  </a:cubicBezTo>
                  <a:cubicBezTo>
                    <a:pt x="7" y="8"/>
                    <a:pt x="7" y="9"/>
                    <a:pt x="8" y="9"/>
                  </a:cubicBezTo>
                  <a:cubicBezTo>
                    <a:pt x="8" y="9"/>
                    <a:pt x="8" y="10"/>
                    <a:pt x="8" y="10"/>
                  </a:cubicBezTo>
                  <a:cubicBezTo>
                    <a:pt x="8" y="10"/>
                    <a:pt x="7" y="12"/>
                    <a:pt x="7"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7" name="Freeform 186"/>
            <p:cNvSpPr>
              <a:spLocks/>
            </p:cNvSpPr>
            <p:nvPr/>
          </p:nvSpPr>
          <p:spPr bwMode="auto">
            <a:xfrm>
              <a:off x="693738" y="1257301"/>
              <a:ext cx="6350" cy="7938"/>
            </a:xfrm>
            <a:custGeom>
              <a:avLst/>
              <a:gdLst/>
              <a:ahLst/>
              <a:cxnLst>
                <a:cxn ang="0">
                  <a:pos x="2" y="4"/>
                </a:cxn>
                <a:cxn ang="0">
                  <a:pos x="0" y="3"/>
                </a:cxn>
                <a:cxn ang="0">
                  <a:pos x="0" y="2"/>
                </a:cxn>
                <a:cxn ang="0">
                  <a:pos x="0" y="1"/>
                </a:cxn>
                <a:cxn ang="0">
                  <a:pos x="2" y="1"/>
                </a:cxn>
                <a:cxn ang="0">
                  <a:pos x="3" y="2"/>
                </a:cxn>
                <a:cxn ang="0">
                  <a:pos x="3" y="3"/>
                </a:cxn>
                <a:cxn ang="0">
                  <a:pos x="3" y="4"/>
                </a:cxn>
                <a:cxn ang="0">
                  <a:pos x="2" y="4"/>
                </a:cxn>
              </a:cxnLst>
              <a:rect l="0" t="0" r="r" b="b"/>
              <a:pathLst>
                <a:path w="3" h="4">
                  <a:moveTo>
                    <a:pt x="2" y="4"/>
                  </a:moveTo>
                  <a:cubicBezTo>
                    <a:pt x="1" y="4"/>
                    <a:pt x="0" y="3"/>
                    <a:pt x="0" y="3"/>
                  </a:cubicBezTo>
                  <a:cubicBezTo>
                    <a:pt x="0" y="3"/>
                    <a:pt x="0" y="2"/>
                    <a:pt x="0" y="2"/>
                  </a:cubicBezTo>
                  <a:cubicBezTo>
                    <a:pt x="0" y="1"/>
                    <a:pt x="0" y="1"/>
                    <a:pt x="0" y="1"/>
                  </a:cubicBezTo>
                  <a:cubicBezTo>
                    <a:pt x="1" y="0"/>
                    <a:pt x="2" y="1"/>
                    <a:pt x="2" y="1"/>
                  </a:cubicBezTo>
                  <a:cubicBezTo>
                    <a:pt x="2" y="1"/>
                    <a:pt x="3" y="2"/>
                    <a:pt x="3" y="2"/>
                  </a:cubicBezTo>
                  <a:cubicBezTo>
                    <a:pt x="3" y="2"/>
                    <a:pt x="3" y="3"/>
                    <a:pt x="3" y="3"/>
                  </a:cubicBezTo>
                  <a:cubicBezTo>
                    <a:pt x="3" y="3"/>
                    <a:pt x="3" y="4"/>
                    <a:pt x="3" y="4"/>
                  </a:cubicBezTo>
                  <a:cubicBezTo>
                    <a:pt x="3" y="4"/>
                    <a:pt x="2" y="4"/>
                    <a:pt x="2"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8" name="Freeform 187"/>
            <p:cNvSpPr>
              <a:spLocks/>
            </p:cNvSpPr>
            <p:nvPr/>
          </p:nvSpPr>
          <p:spPr bwMode="auto">
            <a:xfrm>
              <a:off x="633413" y="1265238"/>
              <a:ext cx="12700" cy="11113"/>
            </a:xfrm>
            <a:custGeom>
              <a:avLst/>
              <a:gdLst/>
              <a:ahLst/>
              <a:cxnLst>
                <a:cxn ang="0">
                  <a:pos x="6" y="6"/>
                </a:cxn>
                <a:cxn ang="0">
                  <a:pos x="5" y="4"/>
                </a:cxn>
                <a:cxn ang="0">
                  <a:pos x="4" y="4"/>
                </a:cxn>
                <a:cxn ang="0">
                  <a:pos x="3" y="5"/>
                </a:cxn>
                <a:cxn ang="0">
                  <a:pos x="1" y="5"/>
                </a:cxn>
                <a:cxn ang="0">
                  <a:pos x="0" y="4"/>
                </a:cxn>
                <a:cxn ang="0">
                  <a:pos x="1" y="2"/>
                </a:cxn>
                <a:cxn ang="0">
                  <a:pos x="3" y="2"/>
                </a:cxn>
                <a:cxn ang="0">
                  <a:pos x="3" y="1"/>
                </a:cxn>
                <a:cxn ang="0">
                  <a:pos x="5" y="0"/>
                </a:cxn>
                <a:cxn ang="0">
                  <a:pos x="6" y="1"/>
                </a:cxn>
                <a:cxn ang="0">
                  <a:pos x="7" y="2"/>
                </a:cxn>
                <a:cxn ang="0">
                  <a:pos x="7" y="4"/>
                </a:cxn>
                <a:cxn ang="0">
                  <a:pos x="7" y="5"/>
                </a:cxn>
                <a:cxn ang="0">
                  <a:pos x="6" y="6"/>
                </a:cxn>
              </a:cxnLst>
              <a:rect l="0" t="0" r="r" b="b"/>
              <a:pathLst>
                <a:path w="7" h="6">
                  <a:moveTo>
                    <a:pt x="6" y="6"/>
                  </a:moveTo>
                  <a:cubicBezTo>
                    <a:pt x="6" y="6"/>
                    <a:pt x="6" y="5"/>
                    <a:pt x="5" y="4"/>
                  </a:cubicBezTo>
                  <a:cubicBezTo>
                    <a:pt x="5" y="4"/>
                    <a:pt x="4" y="4"/>
                    <a:pt x="4" y="4"/>
                  </a:cubicBezTo>
                  <a:cubicBezTo>
                    <a:pt x="3" y="4"/>
                    <a:pt x="3" y="5"/>
                    <a:pt x="3" y="5"/>
                  </a:cubicBezTo>
                  <a:cubicBezTo>
                    <a:pt x="3" y="5"/>
                    <a:pt x="2" y="5"/>
                    <a:pt x="1" y="5"/>
                  </a:cubicBezTo>
                  <a:cubicBezTo>
                    <a:pt x="1" y="5"/>
                    <a:pt x="1" y="4"/>
                    <a:pt x="0" y="4"/>
                  </a:cubicBezTo>
                  <a:cubicBezTo>
                    <a:pt x="0" y="4"/>
                    <a:pt x="1" y="3"/>
                    <a:pt x="1" y="2"/>
                  </a:cubicBezTo>
                  <a:cubicBezTo>
                    <a:pt x="1" y="2"/>
                    <a:pt x="2" y="3"/>
                    <a:pt x="3" y="2"/>
                  </a:cubicBezTo>
                  <a:cubicBezTo>
                    <a:pt x="3" y="2"/>
                    <a:pt x="3" y="2"/>
                    <a:pt x="3" y="1"/>
                  </a:cubicBezTo>
                  <a:cubicBezTo>
                    <a:pt x="4" y="1"/>
                    <a:pt x="4" y="0"/>
                    <a:pt x="5" y="0"/>
                  </a:cubicBezTo>
                  <a:cubicBezTo>
                    <a:pt x="5" y="0"/>
                    <a:pt x="6" y="1"/>
                    <a:pt x="6" y="1"/>
                  </a:cubicBezTo>
                  <a:cubicBezTo>
                    <a:pt x="7" y="1"/>
                    <a:pt x="7" y="2"/>
                    <a:pt x="7" y="2"/>
                  </a:cubicBezTo>
                  <a:cubicBezTo>
                    <a:pt x="7" y="3"/>
                    <a:pt x="7" y="3"/>
                    <a:pt x="7" y="4"/>
                  </a:cubicBezTo>
                  <a:cubicBezTo>
                    <a:pt x="7" y="4"/>
                    <a:pt x="7" y="5"/>
                    <a:pt x="7" y="5"/>
                  </a:cubicBezTo>
                  <a:cubicBezTo>
                    <a:pt x="7" y="5"/>
                    <a:pt x="7" y="6"/>
                    <a:pt x="6"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9" name="Freeform 188"/>
            <p:cNvSpPr>
              <a:spLocks/>
            </p:cNvSpPr>
            <p:nvPr/>
          </p:nvSpPr>
          <p:spPr bwMode="auto">
            <a:xfrm>
              <a:off x="650876" y="1266826"/>
              <a:ext cx="4763" cy="11113"/>
            </a:xfrm>
            <a:custGeom>
              <a:avLst/>
              <a:gdLst/>
              <a:ahLst/>
              <a:cxnLst>
                <a:cxn ang="0">
                  <a:pos x="2" y="6"/>
                </a:cxn>
                <a:cxn ang="0">
                  <a:pos x="2" y="4"/>
                </a:cxn>
                <a:cxn ang="0">
                  <a:pos x="3" y="2"/>
                </a:cxn>
                <a:cxn ang="0">
                  <a:pos x="2" y="1"/>
                </a:cxn>
                <a:cxn ang="0">
                  <a:pos x="1" y="1"/>
                </a:cxn>
                <a:cxn ang="0">
                  <a:pos x="0" y="2"/>
                </a:cxn>
                <a:cxn ang="0">
                  <a:pos x="0" y="3"/>
                </a:cxn>
                <a:cxn ang="0">
                  <a:pos x="0" y="5"/>
                </a:cxn>
                <a:cxn ang="0">
                  <a:pos x="0" y="5"/>
                </a:cxn>
                <a:cxn ang="0">
                  <a:pos x="2" y="6"/>
                </a:cxn>
              </a:cxnLst>
              <a:rect l="0" t="0" r="r" b="b"/>
              <a:pathLst>
                <a:path w="3" h="6">
                  <a:moveTo>
                    <a:pt x="2" y="6"/>
                  </a:moveTo>
                  <a:cubicBezTo>
                    <a:pt x="2" y="6"/>
                    <a:pt x="2" y="5"/>
                    <a:pt x="2" y="4"/>
                  </a:cubicBezTo>
                  <a:cubicBezTo>
                    <a:pt x="2" y="4"/>
                    <a:pt x="3" y="3"/>
                    <a:pt x="3" y="2"/>
                  </a:cubicBezTo>
                  <a:cubicBezTo>
                    <a:pt x="3" y="2"/>
                    <a:pt x="3" y="1"/>
                    <a:pt x="2" y="1"/>
                  </a:cubicBezTo>
                  <a:cubicBezTo>
                    <a:pt x="2" y="0"/>
                    <a:pt x="1" y="0"/>
                    <a:pt x="1" y="1"/>
                  </a:cubicBezTo>
                  <a:cubicBezTo>
                    <a:pt x="1" y="1"/>
                    <a:pt x="0" y="1"/>
                    <a:pt x="0" y="2"/>
                  </a:cubicBezTo>
                  <a:cubicBezTo>
                    <a:pt x="0" y="2"/>
                    <a:pt x="0" y="3"/>
                    <a:pt x="0" y="3"/>
                  </a:cubicBezTo>
                  <a:cubicBezTo>
                    <a:pt x="0" y="3"/>
                    <a:pt x="0" y="4"/>
                    <a:pt x="0" y="5"/>
                  </a:cubicBezTo>
                  <a:cubicBezTo>
                    <a:pt x="0" y="5"/>
                    <a:pt x="0" y="5"/>
                    <a:pt x="0" y="5"/>
                  </a:cubicBezTo>
                  <a:cubicBezTo>
                    <a:pt x="1" y="6"/>
                    <a:pt x="1" y="6"/>
                    <a:pt x="2"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0" name="Freeform 189"/>
            <p:cNvSpPr>
              <a:spLocks/>
            </p:cNvSpPr>
            <p:nvPr/>
          </p:nvSpPr>
          <p:spPr bwMode="auto">
            <a:xfrm>
              <a:off x="696913" y="1212851"/>
              <a:ext cx="14288" cy="4763"/>
            </a:xfrm>
            <a:custGeom>
              <a:avLst/>
              <a:gdLst/>
              <a:ahLst/>
              <a:cxnLst>
                <a:cxn ang="0">
                  <a:pos x="6" y="2"/>
                </a:cxn>
                <a:cxn ang="0">
                  <a:pos x="7" y="1"/>
                </a:cxn>
                <a:cxn ang="0">
                  <a:pos x="5" y="0"/>
                </a:cxn>
                <a:cxn ang="0">
                  <a:pos x="4" y="1"/>
                </a:cxn>
                <a:cxn ang="0">
                  <a:pos x="2" y="1"/>
                </a:cxn>
                <a:cxn ang="0">
                  <a:pos x="0" y="1"/>
                </a:cxn>
                <a:cxn ang="0">
                  <a:pos x="0" y="1"/>
                </a:cxn>
                <a:cxn ang="0">
                  <a:pos x="1" y="2"/>
                </a:cxn>
                <a:cxn ang="0">
                  <a:pos x="3" y="2"/>
                </a:cxn>
                <a:cxn ang="0">
                  <a:pos x="4" y="3"/>
                </a:cxn>
                <a:cxn ang="0">
                  <a:pos x="5" y="3"/>
                </a:cxn>
                <a:cxn ang="0">
                  <a:pos x="6" y="2"/>
                </a:cxn>
              </a:cxnLst>
              <a:rect l="0" t="0" r="r" b="b"/>
              <a:pathLst>
                <a:path w="7" h="3">
                  <a:moveTo>
                    <a:pt x="6" y="2"/>
                  </a:moveTo>
                  <a:cubicBezTo>
                    <a:pt x="6" y="2"/>
                    <a:pt x="7" y="2"/>
                    <a:pt x="7" y="1"/>
                  </a:cubicBezTo>
                  <a:cubicBezTo>
                    <a:pt x="7" y="1"/>
                    <a:pt x="6" y="0"/>
                    <a:pt x="5" y="0"/>
                  </a:cubicBezTo>
                  <a:cubicBezTo>
                    <a:pt x="5" y="0"/>
                    <a:pt x="4" y="1"/>
                    <a:pt x="4" y="1"/>
                  </a:cubicBezTo>
                  <a:cubicBezTo>
                    <a:pt x="3" y="1"/>
                    <a:pt x="2" y="1"/>
                    <a:pt x="2" y="1"/>
                  </a:cubicBezTo>
                  <a:cubicBezTo>
                    <a:pt x="1" y="1"/>
                    <a:pt x="0" y="1"/>
                    <a:pt x="0" y="1"/>
                  </a:cubicBezTo>
                  <a:cubicBezTo>
                    <a:pt x="0" y="1"/>
                    <a:pt x="0" y="1"/>
                    <a:pt x="0" y="1"/>
                  </a:cubicBezTo>
                  <a:cubicBezTo>
                    <a:pt x="0" y="2"/>
                    <a:pt x="1" y="2"/>
                    <a:pt x="1" y="2"/>
                  </a:cubicBezTo>
                  <a:cubicBezTo>
                    <a:pt x="2" y="2"/>
                    <a:pt x="2" y="2"/>
                    <a:pt x="3" y="2"/>
                  </a:cubicBezTo>
                  <a:cubicBezTo>
                    <a:pt x="3" y="3"/>
                    <a:pt x="3" y="3"/>
                    <a:pt x="4" y="3"/>
                  </a:cubicBezTo>
                  <a:cubicBezTo>
                    <a:pt x="4" y="3"/>
                    <a:pt x="4" y="3"/>
                    <a:pt x="5" y="3"/>
                  </a:cubicBezTo>
                  <a:cubicBezTo>
                    <a:pt x="5" y="3"/>
                    <a:pt x="6" y="3"/>
                    <a:pt x="6"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1" name="Freeform 190"/>
            <p:cNvSpPr>
              <a:spLocks/>
            </p:cNvSpPr>
            <p:nvPr/>
          </p:nvSpPr>
          <p:spPr bwMode="auto">
            <a:xfrm>
              <a:off x="727076" y="1193801"/>
              <a:ext cx="7938" cy="9525"/>
            </a:xfrm>
            <a:custGeom>
              <a:avLst/>
              <a:gdLst/>
              <a:ahLst/>
              <a:cxnLst>
                <a:cxn ang="0">
                  <a:pos x="3" y="5"/>
                </a:cxn>
                <a:cxn ang="0">
                  <a:pos x="1" y="4"/>
                </a:cxn>
                <a:cxn ang="0">
                  <a:pos x="0" y="1"/>
                </a:cxn>
                <a:cxn ang="0">
                  <a:pos x="1" y="0"/>
                </a:cxn>
                <a:cxn ang="0">
                  <a:pos x="3" y="0"/>
                </a:cxn>
                <a:cxn ang="0">
                  <a:pos x="3" y="2"/>
                </a:cxn>
                <a:cxn ang="0">
                  <a:pos x="3" y="3"/>
                </a:cxn>
                <a:cxn ang="0">
                  <a:pos x="3" y="5"/>
                </a:cxn>
                <a:cxn ang="0">
                  <a:pos x="3" y="5"/>
                </a:cxn>
              </a:cxnLst>
              <a:rect l="0" t="0" r="r" b="b"/>
              <a:pathLst>
                <a:path w="4" h="5">
                  <a:moveTo>
                    <a:pt x="3" y="5"/>
                  </a:moveTo>
                  <a:cubicBezTo>
                    <a:pt x="2" y="5"/>
                    <a:pt x="1" y="4"/>
                    <a:pt x="1" y="4"/>
                  </a:cubicBezTo>
                  <a:cubicBezTo>
                    <a:pt x="0" y="3"/>
                    <a:pt x="0" y="2"/>
                    <a:pt x="0" y="1"/>
                  </a:cubicBezTo>
                  <a:cubicBezTo>
                    <a:pt x="0" y="1"/>
                    <a:pt x="1" y="0"/>
                    <a:pt x="1" y="0"/>
                  </a:cubicBezTo>
                  <a:cubicBezTo>
                    <a:pt x="1" y="0"/>
                    <a:pt x="2" y="0"/>
                    <a:pt x="3" y="0"/>
                  </a:cubicBezTo>
                  <a:cubicBezTo>
                    <a:pt x="3" y="0"/>
                    <a:pt x="3" y="1"/>
                    <a:pt x="3" y="2"/>
                  </a:cubicBezTo>
                  <a:cubicBezTo>
                    <a:pt x="4" y="2"/>
                    <a:pt x="3" y="3"/>
                    <a:pt x="3" y="3"/>
                  </a:cubicBezTo>
                  <a:cubicBezTo>
                    <a:pt x="3" y="3"/>
                    <a:pt x="3" y="4"/>
                    <a:pt x="3" y="5"/>
                  </a:cubicBezTo>
                  <a:cubicBezTo>
                    <a:pt x="3" y="5"/>
                    <a:pt x="3" y="5"/>
                    <a:pt x="3"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2" name="Freeform 191"/>
            <p:cNvSpPr>
              <a:spLocks/>
            </p:cNvSpPr>
            <p:nvPr/>
          </p:nvSpPr>
          <p:spPr bwMode="auto">
            <a:xfrm>
              <a:off x="746126" y="1185863"/>
              <a:ext cx="19050" cy="19050"/>
            </a:xfrm>
            <a:custGeom>
              <a:avLst/>
              <a:gdLst/>
              <a:ahLst/>
              <a:cxnLst>
                <a:cxn ang="0">
                  <a:pos x="5" y="9"/>
                </a:cxn>
                <a:cxn ang="0">
                  <a:pos x="7" y="8"/>
                </a:cxn>
                <a:cxn ang="0">
                  <a:pos x="7" y="5"/>
                </a:cxn>
                <a:cxn ang="0">
                  <a:pos x="8" y="4"/>
                </a:cxn>
                <a:cxn ang="0">
                  <a:pos x="9" y="5"/>
                </a:cxn>
                <a:cxn ang="0">
                  <a:pos x="10" y="4"/>
                </a:cxn>
                <a:cxn ang="0">
                  <a:pos x="10" y="2"/>
                </a:cxn>
                <a:cxn ang="0">
                  <a:pos x="8" y="1"/>
                </a:cxn>
                <a:cxn ang="0">
                  <a:pos x="6" y="0"/>
                </a:cxn>
                <a:cxn ang="0">
                  <a:pos x="4" y="1"/>
                </a:cxn>
                <a:cxn ang="0">
                  <a:pos x="3" y="2"/>
                </a:cxn>
                <a:cxn ang="0">
                  <a:pos x="3" y="4"/>
                </a:cxn>
                <a:cxn ang="0">
                  <a:pos x="1" y="5"/>
                </a:cxn>
                <a:cxn ang="0">
                  <a:pos x="0" y="7"/>
                </a:cxn>
                <a:cxn ang="0">
                  <a:pos x="1" y="8"/>
                </a:cxn>
                <a:cxn ang="0">
                  <a:pos x="3" y="10"/>
                </a:cxn>
                <a:cxn ang="0">
                  <a:pos x="3" y="8"/>
                </a:cxn>
                <a:cxn ang="0">
                  <a:pos x="4" y="7"/>
                </a:cxn>
                <a:cxn ang="0">
                  <a:pos x="5" y="8"/>
                </a:cxn>
                <a:cxn ang="0">
                  <a:pos x="5" y="9"/>
                </a:cxn>
              </a:cxnLst>
              <a:rect l="0" t="0" r="r" b="b"/>
              <a:pathLst>
                <a:path w="10" h="10">
                  <a:moveTo>
                    <a:pt x="5" y="9"/>
                  </a:moveTo>
                  <a:cubicBezTo>
                    <a:pt x="6" y="9"/>
                    <a:pt x="7" y="8"/>
                    <a:pt x="7" y="8"/>
                  </a:cubicBezTo>
                  <a:cubicBezTo>
                    <a:pt x="7" y="7"/>
                    <a:pt x="7" y="6"/>
                    <a:pt x="7" y="5"/>
                  </a:cubicBezTo>
                  <a:cubicBezTo>
                    <a:pt x="7" y="5"/>
                    <a:pt x="8" y="5"/>
                    <a:pt x="8" y="4"/>
                  </a:cubicBezTo>
                  <a:cubicBezTo>
                    <a:pt x="8" y="4"/>
                    <a:pt x="9" y="5"/>
                    <a:pt x="9" y="5"/>
                  </a:cubicBezTo>
                  <a:cubicBezTo>
                    <a:pt x="10" y="5"/>
                    <a:pt x="10" y="5"/>
                    <a:pt x="10" y="4"/>
                  </a:cubicBezTo>
                  <a:cubicBezTo>
                    <a:pt x="10" y="4"/>
                    <a:pt x="10" y="2"/>
                    <a:pt x="10" y="2"/>
                  </a:cubicBezTo>
                  <a:cubicBezTo>
                    <a:pt x="10" y="1"/>
                    <a:pt x="9" y="1"/>
                    <a:pt x="8" y="1"/>
                  </a:cubicBezTo>
                  <a:cubicBezTo>
                    <a:pt x="8" y="0"/>
                    <a:pt x="6" y="0"/>
                    <a:pt x="6" y="0"/>
                  </a:cubicBezTo>
                  <a:cubicBezTo>
                    <a:pt x="5" y="0"/>
                    <a:pt x="4" y="0"/>
                    <a:pt x="4" y="1"/>
                  </a:cubicBezTo>
                  <a:cubicBezTo>
                    <a:pt x="4" y="1"/>
                    <a:pt x="3" y="2"/>
                    <a:pt x="3" y="2"/>
                  </a:cubicBezTo>
                  <a:cubicBezTo>
                    <a:pt x="3" y="3"/>
                    <a:pt x="3" y="4"/>
                    <a:pt x="3" y="4"/>
                  </a:cubicBezTo>
                  <a:cubicBezTo>
                    <a:pt x="2" y="4"/>
                    <a:pt x="2" y="4"/>
                    <a:pt x="1" y="5"/>
                  </a:cubicBezTo>
                  <a:cubicBezTo>
                    <a:pt x="1" y="5"/>
                    <a:pt x="0" y="6"/>
                    <a:pt x="0" y="7"/>
                  </a:cubicBezTo>
                  <a:cubicBezTo>
                    <a:pt x="0" y="7"/>
                    <a:pt x="1" y="8"/>
                    <a:pt x="1" y="8"/>
                  </a:cubicBezTo>
                  <a:cubicBezTo>
                    <a:pt x="1" y="8"/>
                    <a:pt x="2" y="10"/>
                    <a:pt x="3" y="10"/>
                  </a:cubicBezTo>
                  <a:cubicBezTo>
                    <a:pt x="3" y="9"/>
                    <a:pt x="3" y="9"/>
                    <a:pt x="3" y="8"/>
                  </a:cubicBezTo>
                  <a:cubicBezTo>
                    <a:pt x="4" y="8"/>
                    <a:pt x="3" y="7"/>
                    <a:pt x="4" y="7"/>
                  </a:cubicBezTo>
                  <a:cubicBezTo>
                    <a:pt x="4" y="7"/>
                    <a:pt x="4" y="8"/>
                    <a:pt x="5" y="8"/>
                  </a:cubicBezTo>
                  <a:cubicBezTo>
                    <a:pt x="5" y="8"/>
                    <a:pt x="5" y="9"/>
                    <a:pt x="5" y="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3" name="Freeform 192"/>
            <p:cNvSpPr>
              <a:spLocks/>
            </p:cNvSpPr>
            <p:nvPr/>
          </p:nvSpPr>
          <p:spPr bwMode="auto">
            <a:xfrm>
              <a:off x="741363" y="1165226"/>
              <a:ext cx="12700" cy="11113"/>
            </a:xfrm>
            <a:custGeom>
              <a:avLst/>
              <a:gdLst/>
              <a:ahLst/>
              <a:cxnLst>
                <a:cxn ang="0">
                  <a:pos x="6" y="4"/>
                </a:cxn>
                <a:cxn ang="0">
                  <a:pos x="4" y="5"/>
                </a:cxn>
                <a:cxn ang="0">
                  <a:pos x="4" y="6"/>
                </a:cxn>
                <a:cxn ang="0">
                  <a:pos x="2" y="6"/>
                </a:cxn>
                <a:cxn ang="0">
                  <a:pos x="1" y="5"/>
                </a:cxn>
                <a:cxn ang="0">
                  <a:pos x="0" y="4"/>
                </a:cxn>
                <a:cxn ang="0">
                  <a:pos x="0" y="2"/>
                </a:cxn>
                <a:cxn ang="0">
                  <a:pos x="0" y="0"/>
                </a:cxn>
                <a:cxn ang="0">
                  <a:pos x="2" y="0"/>
                </a:cxn>
                <a:cxn ang="0">
                  <a:pos x="4" y="0"/>
                </a:cxn>
                <a:cxn ang="0">
                  <a:pos x="5" y="0"/>
                </a:cxn>
                <a:cxn ang="0">
                  <a:pos x="7" y="0"/>
                </a:cxn>
                <a:cxn ang="0">
                  <a:pos x="7" y="2"/>
                </a:cxn>
                <a:cxn ang="0">
                  <a:pos x="6" y="4"/>
                </a:cxn>
              </a:cxnLst>
              <a:rect l="0" t="0" r="r" b="b"/>
              <a:pathLst>
                <a:path w="7" h="6">
                  <a:moveTo>
                    <a:pt x="6" y="4"/>
                  </a:moveTo>
                  <a:cubicBezTo>
                    <a:pt x="6" y="4"/>
                    <a:pt x="5" y="5"/>
                    <a:pt x="4" y="5"/>
                  </a:cubicBezTo>
                  <a:cubicBezTo>
                    <a:pt x="4" y="5"/>
                    <a:pt x="4" y="6"/>
                    <a:pt x="4" y="6"/>
                  </a:cubicBezTo>
                  <a:cubicBezTo>
                    <a:pt x="3" y="6"/>
                    <a:pt x="2" y="6"/>
                    <a:pt x="2" y="6"/>
                  </a:cubicBezTo>
                  <a:cubicBezTo>
                    <a:pt x="2" y="6"/>
                    <a:pt x="1" y="5"/>
                    <a:pt x="1" y="5"/>
                  </a:cubicBezTo>
                  <a:cubicBezTo>
                    <a:pt x="1" y="4"/>
                    <a:pt x="0" y="4"/>
                    <a:pt x="0" y="4"/>
                  </a:cubicBezTo>
                  <a:cubicBezTo>
                    <a:pt x="0" y="3"/>
                    <a:pt x="0" y="3"/>
                    <a:pt x="0" y="2"/>
                  </a:cubicBezTo>
                  <a:cubicBezTo>
                    <a:pt x="0" y="2"/>
                    <a:pt x="0" y="1"/>
                    <a:pt x="0" y="0"/>
                  </a:cubicBezTo>
                  <a:cubicBezTo>
                    <a:pt x="1" y="0"/>
                    <a:pt x="2" y="0"/>
                    <a:pt x="2" y="0"/>
                  </a:cubicBezTo>
                  <a:cubicBezTo>
                    <a:pt x="2" y="0"/>
                    <a:pt x="3" y="0"/>
                    <a:pt x="4" y="0"/>
                  </a:cubicBezTo>
                  <a:cubicBezTo>
                    <a:pt x="4" y="0"/>
                    <a:pt x="5" y="0"/>
                    <a:pt x="5" y="0"/>
                  </a:cubicBezTo>
                  <a:cubicBezTo>
                    <a:pt x="5" y="0"/>
                    <a:pt x="6" y="0"/>
                    <a:pt x="7" y="0"/>
                  </a:cubicBezTo>
                  <a:cubicBezTo>
                    <a:pt x="7" y="1"/>
                    <a:pt x="7" y="1"/>
                    <a:pt x="7" y="2"/>
                  </a:cubicBezTo>
                  <a:cubicBezTo>
                    <a:pt x="7" y="2"/>
                    <a:pt x="7" y="4"/>
                    <a:pt x="6"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4" name="Freeform 193"/>
            <p:cNvSpPr>
              <a:spLocks/>
            </p:cNvSpPr>
            <p:nvPr/>
          </p:nvSpPr>
          <p:spPr bwMode="auto">
            <a:xfrm>
              <a:off x="781051" y="1182688"/>
              <a:ext cx="4763" cy="9525"/>
            </a:xfrm>
            <a:custGeom>
              <a:avLst/>
              <a:gdLst/>
              <a:ahLst/>
              <a:cxnLst>
                <a:cxn ang="0">
                  <a:pos x="3" y="4"/>
                </a:cxn>
                <a:cxn ang="0">
                  <a:pos x="2" y="3"/>
                </a:cxn>
                <a:cxn ang="0">
                  <a:pos x="1" y="1"/>
                </a:cxn>
                <a:cxn ang="0">
                  <a:pos x="0" y="1"/>
                </a:cxn>
                <a:cxn ang="0">
                  <a:pos x="0" y="2"/>
                </a:cxn>
                <a:cxn ang="0">
                  <a:pos x="0" y="4"/>
                </a:cxn>
                <a:cxn ang="0">
                  <a:pos x="2" y="5"/>
                </a:cxn>
                <a:cxn ang="0">
                  <a:pos x="3" y="4"/>
                </a:cxn>
              </a:cxnLst>
              <a:rect l="0" t="0" r="r" b="b"/>
              <a:pathLst>
                <a:path w="3" h="5">
                  <a:moveTo>
                    <a:pt x="3" y="4"/>
                  </a:moveTo>
                  <a:cubicBezTo>
                    <a:pt x="3" y="4"/>
                    <a:pt x="2" y="3"/>
                    <a:pt x="2" y="3"/>
                  </a:cubicBezTo>
                  <a:cubicBezTo>
                    <a:pt x="2" y="2"/>
                    <a:pt x="2" y="1"/>
                    <a:pt x="1" y="1"/>
                  </a:cubicBezTo>
                  <a:cubicBezTo>
                    <a:pt x="1" y="0"/>
                    <a:pt x="0" y="0"/>
                    <a:pt x="0" y="1"/>
                  </a:cubicBezTo>
                  <a:cubicBezTo>
                    <a:pt x="0" y="1"/>
                    <a:pt x="0" y="2"/>
                    <a:pt x="0" y="2"/>
                  </a:cubicBezTo>
                  <a:cubicBezTo>
                    <a:pt x="0" y="2"/>
                    <a:pt x="0" y="3"/>
                    <a:pt x="0" y="4"/>
                  </a:cubicBezTo>
                  <a:cubicBezTo>
                    <a:pt x="1" y="4"/>
                    <a:pt x="1" y="5"/>
                    <a:pt x="2" y="5"/>
                  </a:cubicBezTo>
                  <a:cubicBezTo>
                    <a:pt x="2" y="5"/>
                    <a:pt x="3" y="5"/>
                    <a:pt x="3"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5" name="Freeform 194"/>
            <p:cNvSpPr>
              <a:spLocks/>
            </p:cNvSpPr>
            <p:nvPr/>
          </p:nvSpPr>
          <p:spPr bwMode="auto">
            <a:xfrm>
              <a:off x="773113" y="852488"/>
              <a:ext cx="238125" cy="342900"/>
            </a:xfrm>
            <a:custGeom>
              <a:avLst/>
              <a:gdLst/>
              <a:ahLst/>
              <a:cxnLst>
                <a:cxn ang="0">
                  <a:pos x="0" y="157"/>
                </a:cxn>
                <a:cxn ang="0">
                  <a:pos x="12" y="157"/>
                </a:cxn>
                <a:cxn ang="0">
                  <a:pos x="25" y="151"/>
                </a:cxn>
                <a:cxn ang="0">
                  <a:pos x="32" y="143"/>
                </a:cxn>
                <a:cxn ang="0">
                  <a:pos x="35" y="136"/>
                </a:cxn>
                <a:cxn ang="0">
                  <a:pos x="16" y="130"/>
                </a:cxn>
                <a:cxn ang="0">
                  <a:pos x="7" y="119"/>
                </a:cxn>
                <a:cxn ang="0">
                  <a:pos x="9" y="113"/>
                </a:cxn>
                <a:cxn ang="0">
                  <a:pos x="27" y="106"/>
                </a:cxn>
                <a:cxn ang="0">
                  <a:pos x="14" y="106"/>
                </a:cxn>
                <a:cxn ang="0">
                  <a:pos x="14" y="99"/>
                </a:cxn>
                <a:cxn ang="0">
                  <a:pos x="5" y="95"/>
                </a:cxn>
                <a:cxn ang="0">
                  <a:pos x="7" y="81"/>
                </a:cxn>
                <a:cxn ang="0">
                  <a:pos x="13" y="77"/>
                </a:cxn>
                <a:cxn ang="0">
                  <a:pos x="13" y="71"/>
                </a:cxn>
                <a:cxn ang="0">
                  <a:pos x="20" y="64"/>
                </a:cxn>
                <a:cxn ang="0">
                  <a:pos x="31" y="69"/>
                </a:cxn>
                <a:cxn ang="0">
                  <a:pos x="31" y="76"/>
                </a:cxn>
                <a:cxn ang="0">
                  <a:pos x="34" y="75"/>
                </a:cxn>
                <a:cxn ang="0">
                  <a:pos x="49" y="76"/>
                </a:cxn>
                <a:cxn ang="0">
                  <a:pos x="50" y="72"/>
                </a:cxn>
                <a:cxn ang="0">
                  <a:pos x="46" y="55"/>
                </a:cxn>
                <a:cxn ang="0">
                  <a:pos x="46" y="48"/>
                </a:cxn>
                <a:cxn ang="0">
                  <a:pos x="62" y="42"/>
                </a:cxn>
                <a:cxn ang="0">
                  <a:pos x="80" y="28"/>
                </a:cxn>
                <a:cxn ang="0">
                  <a:pos x="108" y="9"/>
                </a:cxn>
                <a:cxn ang="0">
                  <a:pos x="123" y="11"/>
                </a:cxn>
                <a:cxn ang="0">
                  <a:pos x="118" y="36"/>
                </a:cxn>
                <a:cxn ang="0">
                  <a:pos x="117" y="46"/>
                </a:cxn>
                <a:cxn ang="0">
                  <a:pos x="106" y="58"/>
                </a:cxn>
                <a:cxn ang="0">
                  <a:pos x="98" y="64"/>
                </a:cxn>
                <a:cxn ang="0">
                  <a:pos x="117" y="67"/>
                </a:cxn>
                <a:cxn ang="0">
                  <a:pos x="122" y="70"/>
                </a:cxn>
                <a:cxn ang="0">
                  <a:pos x="106" y="74"/>
                </a:cxn>
                <a:cxn ang="0">
                  <a:pos x="96" y="74"/>
                </a:cxn>
                <a:cxn ang="0">
                  <a:pos x="89" y="87"/>
                </a:cxn>
                <a:cxn ang="0">
                  <a:pos x="89" y="93"/>
                </a:cxn>
                <a:cxn ang="0">
                  <a:pos x="81" y="98"/>
                </a:cxn>
                <a:cxn ang="0">
                  <a:pos x="73" y="103"/>
                </a:cxn>
                <a:cxn ang="0">
                  <a:pos x="90" y="98"/>
                </a:cxn>
                <a:cxn ang="0">
                  <a:pos x="91" y="110"/>
                </a:cxn>
                <a:cxn ang="0">
                  <a:pos x="92" y="122"/>
                </a:cxn>
                <a:cxn ang="0">
                  <a:pos x="74" y="120"/>
                </a:cxn>
                <a:cxn ang="0">
                  <a:pos x="83" y="135"/>
                </a:cxn>
                <a:cxn ang="0">
                  <a:pos x="73" y="131"/>
                </a:cxn>
                <a:cxn ang="0">
                  <a:pos x="70" y="142"/>
                </a:cxn>
                <a:cxn ang="0">
                  <a:pos x="64" y="134"/>
                </a:cxn>
                <a:cxn ang="0">
                  <a:pos x="55" y="133"/>
                </a:cxn>
                <a:cxn ang="0">
                  <a:pos x="59" y="111"/>
                </a:cxn>
                <a:cxn ang="0">
                  <a:pos x="60" y="107"/>
                </a:cxn>
                <a:cxn ang="0">
                  <a:pos x="47" y="122"/>
                </a:cxn>
                <a:cxn ang="0">
                  <a:pos x="54" y="136"/>
                </a:cxn>
                <a:cxn ang="0">
                  <a:pos x="56" y="148"/>
                </a:cxn>
                <a:cxn ang="0">
                  <a:pos x="40" y="149"/>
                </a:cxn>
                <a:cxn ang="0">
                  <a:pos x="49" y="158"/>
                </a:cxn>
                <a:cxn ang="0">
                  <a:pos x="41" y="166"/>
                </a:cxn>
                <a:cxn ang="0">
                  <a:pos x="32" y="164"/>
                </a:cxn>
                <a:cxn ang="0">
                  <a:pos x="27" y="170"/>
                </a:cxn>
                <a:cxn ang="0">
                  <a:pos x="22" y="178"/>
                </a:cxn>
              </a:cxnLst>
              <a:rect l="0" t="0" r="r" b="b"/>
              <a:pathLst>
                <a:path w="126" h="182">
                  <a:moveTo>
                    <a:pt x="18" y="182"/>
                  </a:moveTo>
                  <a:cubicBezTo>
                    <a:pt x="17" y="181"/>
                    <a:pt x="17" y="180"/>
                    <a:pt x="16" y="179"/>
                  </a:cubicBezTo>
                  <a:cubicBezTo>
                    <a:pt x="16" y="179"/>
                    <a:pt x="15" y="178"/>
                    <a:pt x="14" y="177"/>
                  </a:cubicBezTo>
                  <a:cubicBezTo>
                    <a:pt x="14" y="176"/>
                    <a:pt x="13" y="175"/>
                    <a:pt x="13" y="174"/>
                  </a:cubicBezTo>
                  <a:cubicBezTo>
                    <a:pt x="13" y="173"/>
                    <a:pt x="12" y="172"/>
                    <a:pt x="11" y="171"/>
                  </a:cubicBezTo>
                  <a:cubicBezTo>
                    <a:pt x="10" y="170"/>
                    <a:pt x="8" y="168"/>
                    <a:pt x="8" y="168"/>
                  </a:cubicBezTo>
                  <a:cubicBezTo>
                    <a:pt x="7" y="167"/>
                    <a:pt x="6" y="165"/>
                    <a:pt x="6" y="164"/>
                  </a:cubicBezTo>
                  <a:cubicBezTo>
                    <a:pt x="5" y="164"/>
                    <a:pt x="3" y="163"/>
                    <a:pt x="3" y="162"/>
                  </a:cubicBezTo>
                  <a:cubicBezTo>
                    <a:pt x="2" y="161"/>
                    <a:pt x="2" y="160"/>
                    <a:pt x="2" y="159"/>
                  </a:cubicBezTo>
                  <a:cubicBezTo>
                    <a:pt x="1" y="159"/>
                    <a:pt x="0" y="158"/>
                    <a:pt x="0" y="158"/>
                  </a:cubicBezTo>
                  <a:cubicBezTo>
                    <a:pt x="0" y="158"/>
                    <a:pt x="0" y="157"/>
                    <a:pt x="0" y="157"/>
                  </a:cubicBezTo>
                  <a:cubicBezTo>
                    <a:pt x="0" y="157"/>
                    <a:pt x="0" y="156"/>
                    <a:pt x="1" y="156"/>
                  </a:cubicBezTo>
                  <a:cubicBezTo>
                    <a:pt x="1" y="156"/>
                    <a:pt x="2" y="155"/>
                    <a:pt x="2" y="155"/>
                  </a:cubicBezTo>
                  <a:cubicBezTo>
                    <a:pt x="2" y="156"/>
                    <a:pt x="3" y="156"/>
                    <a:pt x="3" y="156"/>
                  </a:cubicBezTo>
                  <a:cubicBezTo>
                    <a:pt x="3" y="157"/>
                    <a:pt x="5" y="157"/>
                    <a:pt x="5" y="157"/>
                  </a:cubicBezTo>
                  <a:cubicBezTo>
                    <a:pt x="6" y="158"/>
                    <a:pt x="6" y="158"/>
                    <a:pt x="6" y="158"/>
                  </a:cubicBezTo>
                  <a:cubicBezTo>
                    <a:pt x="6" y="159"/>
                    <a:pt x="6" y="160"/>
                    <a:pt x="6" y="160"/>
                  </a:cubicBezTo>
                  <a:cubicBezTo>
                    <a:pt x="6" y="161"/>
                    <a:pt x="7" y="162"/>
                    <a:pt x="7" y="163"/>
                  </a:cubicBezTo>
                  <a:cubicBezTo>
                    <a:pt x="7" y="163"/>
                    <a:pt x="7" y="164"/>
                    <a:pt x="8" y="164"/>
                  </a:cubicBezTo>
                  <a:cubicBezTo>
                    <a:pt x="8" y="164"/>
                    <a:pt x="9" y="163"/>
                    <a:pt x="9" y="162"/>
                  </a:cubicBezTo>
                  <a:cubicBezTo>
                    <a:pt x="9" y="162"/>
                    <a:pt x="10" y="160"/>
                    <a:pt x="10" y="159"/>
                  </a:cubicBezTo>
                  <a:cubicBezTo>
                    <a:pt x="11" y="158"/>
                    <a:pt x="12" y="157"/>
                    <a:pt x="12" y="157"/>
                  </a:cubicBezTo>
                  <a:cubicBezTo>
                    <a:pt x="13" y="156"/>
                    <a:pt x="14" y="155"/>
                    <a:pt x="15" y="155"/>
                  </a:cubicBezTo>
                  <a:cubicBezTo>
                    <a:pt x="15" y="155"/>
                    <a:pt x="16" y="154"/>
                    <a:pt x="16" y="153"/>
                  </a:cubicBezTo>
                  <a:cubicBezTo>
                    <a:pt x="16" y="152"/>
                    <a:pt x="16" y="151"/>
                    <a:pt x="16" y="151"/>
                  </a:cubicBezTo>
                  <a:cubicBezTo>
                    <a:pt x="16" y="151"/>
                    <a:pt x="17" y="150"/>
                    <a:pt x="17" y="150"/>
                  </a:cubicBezTo>
                  <a:cubicBezTo>
                    <a:pt x="17" y="150"/>
                    <a:pt x="18" y="151"/>
                    <a:pt x="18" y="151"/>
                  </a:cubicBezTo>
                  <a:cubicBezTo>
                    <a:pt x="19" y="151"/>
                    <a:pt x="20" y="150"/>
                    <a:pt x="20" y="150"/>
                  </a:cubicBezTo>
                  <a:cubicBezTo>
                    <a:pt x="21" y="149"/>
                    <a:pt x="21" y="148"/>
                    <a:pt x="21" y="148"/>
                  </a:cubicBezTo>
                  <a:cubicBezTo>
                    <a:pt x="22" y="148"/>
                    <a:pt x="22" y="149"/>
                    <a:pt x="22" y="149"/>
                  </a:cubicBezTo>
                  <a:cubicBezTo>
                    <a:pt x="22" y="149"/>
                    <a:pt x="21" y="150"/>
                    <a:pt x="21" y="151"/>
                  </a:cubicBezTo>
                  <a:cubicBezTo>
                    <a:pt x="22" y="151"/>
                    <a:pt x="23" y="150"/>
                    <a:pt x="24" y="150"/>
                  </a:cubicBezTo>
                  <a:cubicBezTo>
                    <a:pt x="24" y="150"/>
                    <a:pt x="24" y="151"/>
                    <a:pt x="25" y="151"/>
                  </a:cubicBezTo>
                  <a:cubicBezTo>
                    <a:pt x="25" y="151"/>
                    <a:pt x="27" y="151"/>
                    <a:pt x="27" y="151"/>
                  </a:cubicBezTo>
                  <a:cubicBezTo>
                    <a:pt x="27" y="151"/>
                    <a:pt x="28" y="150"/>
                    <a:pt x="28" y="150"/>
                  </a:cubicBezTo>
                  <a:cubicBezTo>
                    <a:pt x="28" y="149"/>
                    <a:pt x="26" y="149"/>
                    <a:pt x="26" y="149"/>
                  </a:cubicBezTo>
                  <a:cubicBezTo>
                    <a:pt x="25" y="148"/>
                    <a:pt x="24" y="148"/>
                    <a:pt x="23" y="147"/>
                  </a:cubicBezTo>
                  <a:cubicBezTo>
                    <a:pt x="23" y="147"/>
                    <a:pt x="22" y="146"/>
                    <a:pt x="22" y="146"/>
                  </a:cubicBezTo>
                  <a:cubicBezTo>
                    <a:pt x="22" y="145"/>
                    <a:pt x="22" y="144"/>
                    <a:pt x="22" y="143"/>
                  </a:cubicBezTo>
                  <a:cubicBezTo>
                    <a:pt x="22" y="143"/>
                    <a:pt x="23" y="143"/>
                    <a:pt x="24" y="142"/>
                  </a:cubicBezTo>
                  <a:cubicBezTo>
                    <a:pt x="24" y="142"/>
                    <a:pt x="25" y="141"/>
                    <a:pt x="25" y="141"/>
                  </a:cubicBezTo>
                  <a:cubicBezTo>
                    <a:pt x="26" y="140"/>
                    <a:pt x="28" y="141"/>
                    <a:pt x="29" y="141"/>
                  </a:cubicBezTo>
                  <a:cubicBezTo>
                    <a:pt x="29" y="141"/>
                    <a:pt x="30" y="141"/>
                    <a:pt x="31" y="142"/>
                  </a:cubicBezTo>
                  <a:cubicBezTo>
                    <a:pt x="31" y="142"/>
                    <a:pt x="32" y="143"/>
                    <a:pt x="32" y="143"/>
                  </a:cubicBezTo>
                  <a:cubicBezTo>
                    <a:pt x="33" y="143"/>
                    <a:pt x="34" y="142"/>
                    <a:pt x="34" y="142"/>
                  </a:cubicBezTo>
                  <a:cubicBezTo>
                    <a:pt x="35" y="143"/>
                    <a:pt x="36" y="144"/>
                    <a:pt x="37" y="144"/>
                  </a:cubicBezTo>
                  <a:cubicBezTo>
                    <a:pt x="37" y="144"/>
                    <a:pt x="37" y="143"/>
                    <a:pt x="37" y="142"/>
                  </a:cubicBezTo>
                  <a:cubicBezTo>
                    <a:pt x="37" y="142"/>
                    <a:pt x="36" y="141"/>
                    <a:pt x="36" y="141"/>
                  </a:cubicBezTo>
                  <a:cubicBezTo>
                    <a:pt x="36" y="141"/>
                    <a:pt x="35" y="141"/>
                    <a:pt x="35" y="141"/>
                  </a:cubicBezTo>
                  <a:cubicBezTo>
                    <a:pt x="34" y="140"/>
                    <a:pt x="34" y="140"/>
                    <a:pt x="34" y="140"/>
                  </a:cubicBezTo>
                  <a:cubicBezTo>
                    <a:pt x="33" y="139"/>
                    <a:pt x="33" y="139"/>
                    <a:pt x="33" y="138"/>
                  </a:cubicBezTo>
                  <a:cubicBezTo>
                    <a:pt x="33" y="138"/>
                    <a:pt x="35" y="138"/>
                    <a:pt x="35" y="138"/>
                  </a:cubicBezTo>
                  <a:cubicBezTo>
                    <a:pt x="35" y="138"/>
                    <a:pt x="36" y="138"/>
                    <a:pt x="36" y="137"/>
                  </a:cubicBezTo>
                  <a:cubicBezTo>
                    <a:pt x="36" y="137"/>
                    <a:pt x="36" y="136"/>
                    <a:pt x="36" y="136"/>
                  </a:cubicBezTo>
                  <a:cubicBezTo>
                    <a:pt x="36" y="136"/>
                    <a:pt x="36" y="136"/>
                    <a:pt x="35" y="136"/>
                  </a:cubicBezTo>
                  <a:cubicBezTo>
                    <a:pt x="35" y="136"/>
                    <a:pt x="34" y="137"/>
                    <a:pt x="33" y="137"/>
                  </a:cubicBezTo>
                  <a:cubicBezTo>
                    <a:pt x="32" y="137"/>
                    <a:pt x="30" y="136"/>
                    <a:pt x="30" y="136"/>
                  </a:cubicBezTo>
                  <a:cubicBezTo>
                    <a:pt x="29" y="135"/>
                    <a:pt x="28" y="135"/>
                    <a:pt x="28" y="134"/>
                  </a:cubicBezTo>
                  <a:cubicBezTo>
                    <a:pt x="28" y="134"/>
                    <a:pt x="27" y="133"/>
                    <a:pt x="27" y="133"/>
                  </a:cubicBezTo>
                  <a:cubicBezTo>
                    <a:pt x="26" y="132"/>
                    <a:pt x="25" y="131"/>
                    <a:pt x="24" y="130"/>
                  </a:cubicBezTo>
                  <a:cubicBezTo>
                    <a:pt x="24" y="130"/>
                    <a:pt x="22" y="131"/>
                    <a:pt x="22" y="130"/>
                  </a:cubicBezTo>
                  <a:cubicBezTo>
                    <a:pt x="21" y="130"/>
                    <a:pt x="20" y="129"/>
                    <a:pt x="20" y="129"/>
                  </a:cubicBezTo>
                  <a:cubicBezTo>
                    <a:pt x="20" y="128"/>
                    <a:pt x="19" y="127"/>
                    <a:pt x="19" y="127"/>
                  </a:cubicBezTo>
                  <a:cubicBezTo>
                    <a:pt x="18" y="127"/>
                    <a:pt x="17" y="127"/>
                    <a:pt x="17" y="127"/>
                  </a:cubicBezTo>
                  <a:cubicBezTo>
                    <a:pt x="17" y="128"/>
                    <a:pt x="17" y="129"/>
                    <a:pt x="17" y="129"/>
                  </a:cubicBezTo>
                  <a:cubicBezTo>
                    <a:pt x="17" y="129"/>
                    <a:pt x="16" y="129"/>
                    <a:pt x="16" y="130"/>
                  </a:cubicBezTo>
                  <a:cubicBezTo>
                    <a:pt x="15" y="130"/>
                    <a:pt x="14" y="129"/>
                    <a:pt x="13" y="129"/>
                  </a:cubicBezTo>
                  <a:cubicBezTo>
                    <a:pt x="13" y="129"/>
                    <a:pt x="12" y="129"/>
                    <a:pt x="12" y="128"/>
                  </a:cubicBezTo>
                  <a:cubicBezTo>
                    <a:pt x="11" y="128"/>
                    <a:pt x="11" y="127"/>
                    <a:pt x="11" y="126"/>
                  </a:cubicBezTo>
                  <a:cubicBezTo>
                    <a:pt x="11" y="126"/>
                    <a:pt x="11" y="125"/>
                    <a:pt x="11" y="125"/>
                  </a:cubicBezTo>
                  <a:cubicBezTo>
                    <a:pt x="11" y="125"/>
                    <a:pt x="11" y="126"/>
                    <a:pt x="10" y="126"/>
                  </a:cubicBezTo>
                  <a:cubicBezTo>
                    <a:pt x="10" y="126"/>
                    <a:pt x="10" y="127"/>
                    <a:pt x="9" y="126"/>
                  </a:cubicBezTo>
                  <a:cubicBezTo>
                    <a:pt x="9" y="126"/>
                    <a:pt x="8" y="126"/>
                    <a:pt x="8" y="125"/>
                  </a:cubicBezTo>
                  <a:cubicBezTo>
                    <a:pt x="8" y="125"/>
                    <a:pt x="8" y="124"/>
                    <a:pt x="8" y="123"/>
                  </a:cubicBezTo>
                  <a:cubicBezTo>
                    <a:pt x="8" y="123"/>
                    <a:pt x="9" y="122"/>
                    <a:pt x="9" y="121"/>
                  </a:cubicBezTo>
                  <a:cubicBezTo>
                    <a:pt x="9" y="121"/>
                    <a:pt x="9" y="120"/>
                    <a:pt x="8" y="119"/>
                  </a:cubicBezTo>
                  <a:cubicBezTo>
                    <a:pt x="8" y="119"/>
                    <a:pt x="8" y="119"/>
                    <a:pt x="7" y="119"/>
                  </a:cubicBezTo>
                  <a:cubicBezTo>
                    <a:pt x="7" y="119"/>
                    <a:pt x="7" y="120"/>
                    <a:pt x="7" y="120"/>
                  </a:cubicBezTo>
                  <a:cubicBezTo>
                    <a:pt x="6" y="121"/>
                    <a:pt x="5" y="122"/>
                    <a:pt x="5" y="122"/>
                  </a:cubicBezTo>
                  <a:cubicBezTo>
                    <a:pt x="5" y="122"/>
                    <a:pt x="4" y="122"/>
                    <a:pt x="4" y="122"/>
                  </a:cubicBezTo>
                  <a:cubicBezTo>
                    <a:pt x="4" y="122"/>
                    <a:pt x="3" y="121"/>
                    <a:pt x="3" y="121"/>
                  </a:cubicBezTo>
                  <a:cubicBezTo>
                    <a:pt x="3" y="120"/>
                    <a:pt x="3" y="120"/>
                    <a:pt x="4" y="119"/>
                  </a:cubicBezTo>
                  <a:cubicBezTo>
                    <a:pt x="4" y="119"/>
                    <a:pt x="6" y="119"/>
                    <a:pt x="6" y="118"/>
                  </a:cubicBezTo>
                  <a:cubicBezTo>
                    <a:pt x="6" y="118"/>
                    <a:pt x="7" y="117"/>
                    <a:pt x="7" y="116"/>
                  </a:cubicBezTo>
                  <a:cubicBezTo>
                    <a:pt x="7" y="116"/>
                    <a:pt x="6" y="115"/>
                    <a:pt x="6" y="114"/>
                  </a:cubicBezTo>
                  <a:cubicBezTo>
                    <a:pt x="7" y="114"/>
                    <a:pt x="7" y="113"/>
                    <a:pt x="7" y="113"/>
                  </a:cubicBezTo>
                  <a:cubicBezTo>
                    <a:pt x="7" y="113"/>
                    <a:pt x="8" y="113"/>
                    <a:pt x="8" y="113"/>
                  </a:cubicBezTo>
                  <a:cubicBezTo>
                    <a:pt x="8" y="113"/>
                    <a:pt x="9" y="113"/>
                    <a:pt x="9" y="113"/>
                  </a:cubicBezTo>
                  <a:cubicBezTo>
                    <a:pt x="9" y="114"/>
                    <a:pt x="10" y="114"/>
                    <a:pt x="10" y="115"/>
                  </a:cubicBezTo>
                  <a:cubicBezTo>
                    <a:pt x="10" y="115"/>
                    <a:pt x="12" y="115"/>
                    <a:pt x="12" y="114"/>
                  </a:cubicBezTo>
                  <a:cubicBezTo>
                    <a:pt x="12" y="114"/>
                    <a:pt x="12" y="113"/>
                    <a:pt x="13" y="112"/>
                  </a:cubicBezTo>
                  <a:cubicBezTo>
                    <a:pt x="13" y="112"/>
                    <a:pt x="14" y="111"/>
                    <a:pt x="14" y="111"/>
                  </a:cubicBezTo>
                  <a:cubicBezTo>
                    <a:pt x="15" y="111"/>
                    <a:pt x="15" y="111"/>
                    <a:pt x="16" y="111"/>
                  </a:cubicBezTo>
                  <a:cubicBezTo>
                    <a:pt x="16" y="111"/>
                    <a:pt x="17" y="110"/>
                    <a:pt x="18" y="110"/>
                  </a:cubicBezTo>
                  <a:cubicBezTo>
                    <a:pt x="18" y="110"/>
                    <a:pt x="19" y="110"/>
                    <a:pt x="20" y="110"/>
                  </a:cubicBezTo>
                  <a:cubicBezTo>
                    <a:pt x="21" y="109"/>
                    <a:pt x="22" y="109"/>
                    <a:pt x="23" y="109"/>
                  </a:cubicBezTo>
                  <a:cubicBezTo>
                    <a:pt x="24" y="109"/>
                    <a:pt x="26" y="109"/>
                    <a:pt x="26" y="108"/>
                  </a:cubicBezTo>
                  <a:cubicBezTo>
                    <a:pt x="27" y="108"/>
                    <a:pt x="27" y="108"/>
                    <a:pt x="27" y="108"/>
                  </a:cubicBezTo>
                  <a:cubicBezTo>
                    <a:pt x="28" y="107"/>
                    <a:pt x="27" y="106"/>
                    <a:pt x="27" y="106"/>
                  </a:cubicBezTo>
                  <a:cubicBezTo>
                    <a:pt x="26" y="105"/>
                    <a:pt x="25" y="106"/>
                    <a:pt x="25" y="106"/>
                  </a:cubicBezTo>
                  <a:cubicBezTo>
                    <a:pt x="25" y="106"/>
                    <a:pt x="24" y="107"/>
                    <a:pt x="24" y="107"/>
                  </a:cubicBezTo>
                  <a:cubicBezTo>
                    <a:pt x="24" y="107"/>
                    <a:pt x="23" y="107"/>
                    <a:pt x="22" y="108"/>
                  </a:cubicBezTo>
                  <a:cubicBezTo>
                    <a:pt x="21" y="108"/>
                    <a:pt x="20" y="107"/>
                    <a:pt x="19" y="108"/>
                  </a:cubicBezTo>
                  <a:cubicBezTo>
                    <a:pt x="19" y="108"/>
                    <a:pt x="17" y="108"/>
                    <a:pt x="17" y="108"/>
                  </a:cubicBezTo>
                  <a:cubicBezTo>
                    <a:pt x="16" y="109"/>
                    <a:pt x="16" y="109"/>
                    <a:pt x="15" y="109"/>
                  </a:cubicBezTo>
                  <a:cubicBezTo>
                    <a:pt x="15" y="109"/>
                    <a:pt x="14" y="109"/>
                    <a:pt x="13" y="109"/>
                  </a:cubicBezTo>
                  <a:cubicBezTo>
                    <a:pt x="13" y="109"/>
                    <a:pt x="12" y="109"/>
                    <a:pt x="12" y="108"/>
                  </a:cubicBezTo>
                  <a:cubicBezTo>
                    <a:pt x="12" y="108"/>
                    <a:pt x="11" y="108"/>
                    <a:pt x="11" y="107"/>
                  </a:cubicBezTo>
                  <a:cubicBezTo>
                    <a:pt x="11" y="107"/>
                    <a:pt x="12" y="107"/>
                    <a:pt x="12" y="106"/>
                  </a:cubicBezTo>
                  <a:cubicBezTo>
                    <a:pt x="13" y="106"/>
                    <a:pt x="14" y="106"/>
                    <a:pt x="14" y="106"/>
                  </a:cubicBezTo>
                  <a:cubicBezTo>
                    <a:pt x="14" y="106"/>
                    <a:pt x="15" y="105"/>
                    <a:pt x="15" y="105"/>
                  </a:cubicBezTo>
                  <a:cubicBezTo>
                    <a:pt x="15" y="105"/>
                    <a:pt x="15" y="104"/>
                    <a:pt x="15" y="104"/>
                  </a:cubicBezTo>
                  <a:cubicBezTo>
                    <a:pt x="15" y="104"/>
                    <a:pt x="14" y="104"/>
                    <a:pt x="14" y="104"/>
                  </a:cubicBezTo>
                  <a:cubicBezTo>
                    <a:pt x="14" y="104"/>
                    <a:pt x="13" y="105"/>
                    <a:pt x="13" y="105"/>
                  </a:cubicBezTo>
                  <a:cubicBezTo>
                    <a:pt x="13" y="105"/>
                    <a:pt x="12" y="105"/>
                    <a:pt x="12" y="105"/>
                  </a:cubicBezTo>
                  <a:cubicBezTo>
                    <a:pt x="12" y="105"/>
                    <a:pt x="12" y="104"/>
                    <a:pt x="12" y="104"/>
                  </a:cubicBezTo>
                  <a:cubicBezTo>
                    <a:pt x="12" y="104"/>
                    <a:pt x="13" y="103"/>
                    <a:pt x="13" y="103"/>
                  </a:cubicBezTo>
                  <a:cubicBezTo>
                    <a:pt x="14" y="103"/>
                    <a:pt x="15" y="103"/>
                    <a:pt x="15" y="102"/>
                  </a:cubicBezTo>
                  <a:cubicBezTo>
                    <a:pt x="15" y="102"/>
                    <a:pt x="16" y="101"/>
                    <a:pt x="16" y="101"/>
                  </a:cubicBezTo>
                  <a:cubicBezTo>
                    <a:pt x="16" y="100"/>
                    <a:pt x="16" y="99"/>
                    <a:pt x="16" y="99"/>
                  </a:cubicBezTo>
                  <a:cubicBezTo>
                    <a:pt x="15" y="98"/>
                    <a:pt x="15" y="99"/>
                    <a:pt x="14" y="99"/>
                  </a:cubicBezTo>
                  <a:cubicBezTo>
                    <a:pt x="14" y="99"/>
                    <a:pt x="14" y="100"/>
                    <a:pt x="14" y="100"/>
                  </a:cubicBezTo>
                  <a:cubicBezTo>
                    <a:pt x="14" y="100"/>
                    <a:pt x="13" y="100"/>
                    <a:pt x="12" y="100"/>
                  </a:cubicBezTo>
                  <a:cubicBezTo>
                    <a:pt x="12" y="101"/>
                    <a:pt x="12" y="101"/>
                    <a:pt x="11" y="102"/>
                  </a:cubicBezTo>
                  <a:cubicBezTo>
                    <a:pt x="11" y="102"/>
                    <a:pt x="11" y="103"/>
                    <a:pt x="11" y="103"/>
                  </a:cubicBezTo>
                  <a:cubicBezTo>
                    <a:pt x="10" y="103"/>
                    <a:pt x="9" y="103"/>
                    <a:pt x="9" y="103"/>
                  </a:cubicBezTo>
                  <a:cubicBezTo>
                    <a:pt x="8" y="103"/>
                    <a:pt x="7" y="103"/>
                    <a:pt x="7" y="102"/>
                  </a:cubicBezTo>
                  <a:cubicBezTo>
                    <a:pt x="7" y="102"/>
                    <a:pt x="8" y="101"/>
                    <a:pt x="7" y="101"/>
                  </a:cubicBezTo>
                  <a:cubicBezTo>
                    <a:pt x="7" y="101"/>
                    <a:pt x="7" y="101"/>
                    <a:pt x="7" y="100"/>
                  </a:cubicBezTo>
                  <a:cubicBezTo>
                    <a:pt x="6" y="100"/>
                    <a:pt x="7" y="98"/>
                    <a:pt x="7" y="98"/>
                  </a:cubicBezTo>
                  <a:cubicBezTo>
                    <a:pt x="6" y="97"/>
                    <a:pt x="6" y="97"/>
                    <a:pt x="6" y="96"/>
                  </a:cubicBezTo>
                  <a:cubicBezTo>
                    <a:pt x="6" y="96"/>
                    <a:pt x="5" y="95"/>
                    <a:pt x="5" y="95"/>
                  </a:cubicBezTo>
                  <a:cubicBezTo>
                    <a:pt x="5" y="94"/>
                    <a:pt x="5" y="93"/>
                    <a:pt x="5" y="93"/>
                  </a:cubicBezTo>
                  <a:cubicBezTo>
                    <a:pt x="5" y="93"/>
                    <a:pt x="6" y="92"/>
                    <a:pt x="6" y="92"/>
                  </a:cubicBezTo>
                  <a:cubicBezTo>
                    <a:pt x="6" y="91"/>
                    <a:pt x="6" y="91"/>
                    <a:pt x="5" y="90"/>
                  </a:cubicBezTo>
                  <a:cubicBezTo>
                    <a:pt x="5" y="90"/>
                    <a:pt x="5" y="90"/>
                    <a:pt x="4" y="90"/>
                  </a:cubicBezTo>
                  <a:cubicBezTo>
                    <a:pt x="4" y="90"/>
                    <a:pt x="3" y="89"/>
                    <a:pt x="3" y="89"/>
                  </a:cubicBezTo>
                  <a:cubicBezTo>
                    <a:pt x="3" y="88"/>
                    <a:pt x="2" y="87"/>
                    <a:pt x="2" y="86"/>
                  </a:cubicBezTo>
                  <a:cubicBezTo>
                    <a:pt x="2" y="86"/>
                    <a:pt x="2" y="84"/>
                    <a:pt x="3" y="84"/>
                  </a:cubicBezTo>
                  <a:cubicBezTo>
                    <a:pt x="3" y="84"/>
                    <a:pt x="4" y="85"/>
                    <a:pt x="4" y="85"/>
                  </a:cubicBezTo>
                  <a:cubicBezTo>
                    <a:pt x="5" y="85"/>
                    <a:pt x="5" y="85"/>
                    <a:pt x="6" y="84"/>
                  </a:cubicBezTo>
                  <a:cubicBezTo>
                    <a:pt x="6" y="84"/>
                    <a:pt x="5" y="83"/>
                    <a:pt x="5" y="83"/>
                  </a:cubicBezTo>
                  <a:cubicBezTo>
                    <a:pt x="6" y="82"/>
                    <a:pt x="6" y="82"/>
                    <a:pt x="7" y="81"/>
                  </a:cubicBezTo>
                  <a:cubicBezTo>
                    <a:pt x="7" y="81"/>
                    <a:pt x="8" y="81"/>
                    <a:pt x="8" y="81"/>
                  </a:cubicBezTo>
                  <a:cubicBezTo>
                    <a:pt x="8" y="80"/>
                    <a:pt x="9" y="79"/>
                    <a:pt x="8" y="78"/>
                  </a:cubicBezTo>
                  <a:cubicBezTo>
                    <a:pt x="8" y="77"/>
                    <a:pt x="7" y="77"/>
                    <a:pt x="7" y="76"/>
                  </a:cubicBezTo>
                  <a:cubicBezTo>
                    <a:pt x="7" y="76"/>
                    <a:pt x="6" y="75"/>
                    <a:pt x="6" y="74"/>
                  </a:cubicBezTo>
                  <a:cubicBezTo>
                    <a:pt x="6" y="74"/>
                    <a:pt x="7" y="73"/>
                    <a:pt x="7" y="73"/>
                  </a:cubicBezTo>
                  <a:cubicBezTo>
                    <a:pt x="7" y="73"/>
                    <a:pt x="8" y="73"/>
                    <a:pt x="9" y="73"/>
                  </a:cubicBezTo>
                  <a:cubicBezTo>
                    <a:pt x="9" y="73"/>
                    <a:pt x="9" y="74"/>
                    <a:pt x="9" y="74"/>
                  </a:cubicBezTo>
                  <a:cubicBezTo>
                    <a:pt x="9" y="74"/>
                    <a:pt x="10" y="75"/>
                    <a:pt x="10" y="75"/>
                  </a:cubicBezTo>
                  <a:cubicBezTo>
                    <a:pt x="10" y="75"/>
                    <a:pt x="11" y="74"/>
                    <a:pt x="11" y="75"/>
                  </a:cubicBezTo>
                  <a:cubicBezTo>
                    <a:pt x="12" y="75"/>
                    <a:pt x="12" y="76"/>
                    <a:pt x="13" y="76"/>
                  </a:cubicBezTo>
                  <a:cubicBezTo>
                    <a:pt x="13" y="76"/>
                    <a:pt x="13" y="77"/>
                    <a:pt x="13" y="77"/>
                  </a:cubicBezTo>
                  <a:cubicBezTo>
                    <a:pt x="14" y="77"/>
                    <a:pt x="15" y="77"/>
                    <a:pt x="15" y="76"/>
                  </a:cubicBezTo>
                  <a:cubicBezTo>
                    <a:pt x="16" y="76"/>
                    <a:pt x="16" y="75"/>
                    <a:pt x="16" y="75"/>
                  </a:cubicBezTo>
                  <a:cubicBezTo>
                    <a:pt x="16" y="75"/>
                    <a:pt x="17" y="75"/>
                    <a:pt x="17" y="75"/>
                  </a:cubicBezTo>
                  <a:cubicBezTo>
                    <a:pt x="17" y="75"/>
                    <a:pt x="18" y="76"/>
                    <a:pt x="18" y="76"/>
                  </a:cubicBezTo>
                  <a:cubicBezTo>
                    <a:pt x="18" y="75"/>
                    <a:pt x="18" y="74"/>
                    <a:pt x="18" y="74"/>
                  </a:cubicBezTo>
                  <a:cubicBezTo>
                    <a:pt x="18" y="73"/>
                    <a:pt x="17" y="72"/>
                    <a:pt x="17" y="72"/>
                  </a:cubicBezTo>
                  <a:cubicBezTo>
                    <a:pt x="17" y="72"/>
                    <a:pt x="16" y="71"/>
                    <a:pt x="16" y="71"/>
                  </a:cubicBezTo>
                  <a:cubicBezTo>
                    <a:pt x="16" y="71"/>
                    <a:pt x="16" y="72"/>
                    <a:pt x="15" y="72"/>
                  </a:cubicBezTo>
                  <a:cubicBezTo>
                    <a:pt x="15" y="72"/>
                    <a:pt x="15" y="73"/>
                    <a:pt x="15" y="73"/>
                  </a:cubicBezTo>
                  <a:cubicBezTo>
                    <a:pt x="15" y="73"/>
                    <a:pt x="14" y="73"/>
                    <a:pt x="14" y="73"/>
                  </a:cubicBezTo>
                  <a:cubicBezTo>
                    <a:pt x="13" y="72"/>
                    <a:pt x="13" y="71"/>
                    <a:pt x="13" y="71"/>
                  </a:cubicBezTo>
                  <a:cubicBezTo>
                    <a:pt x="13" y="71"/>
                    <a:pt x="14" y="70"/>
                    <a:pt x="14" y="69"/>
                  </a:cubicBezTo>
                  <a:cubicBezTo>
                    <a:pt x="14" y="69"/>
                    <a:pt x="13" y="68"/>
                    <a:pt x="13" y="67"/>
                  </a:cubicBezTo>
                  <a:cubicBezTo>
                    <a:pt x="13" y="66"/>
                    <a:pt x="13" y="65"/>
                    <a:pt x="13" y="64"/>
                  </a:cubicBezTo>
                  <a:cubicBezTo>
                    <a:pt x="13" y="64"/>
                    <a:pt x="14" y="63"/>
                    <a:pt x="14" y="63"/>
                  </a:cubicBezTo>
                  <a:cubicBezTo>
                    <a:pt x="14" y="63"/>
                    <a:pt x="15" y="62"/>
                    <a:pt x="15" y="61"/>
                  </a:cubicBezTo>
                  <a:cubicBezTo>
                    <a:pt x="15" y="61"/>
                    <a:pt x="15" y="60"/>
                    <a:pt x="16" y="59"/>
                  </a:cubicBezTo>
                  <a:cubicBezTo>
                    <a:pt x="16" y="59"/>
                    <a:pt x="17" y="59"/>
                    <a:pt x="17" y="59"/>
                  </a:cubicBezTo>
                  <a:cubicBezTo>
                    <a:pt x="17" y="59"/>
                    <a:pt x="18" y="60"/>
                    <a:pt x="18" y="61"/>
                  </a:cubicBezTo>
                  <a:cubicBezTo>
                    <a:pt x="18" y="61"/>
                    <a:pt x="17" y="62"/>
                    <a:pt x="18" y="62"/>
                  </a:cubicBezTo>
                  <a:cubicBezTo>
                    <a:pt x="18" y="62"/>
                    <a:pt x="18" y="63"/>
                    <a:pt x="18" y="63"/>
                  </a:cubicBezTo>
                  <a:cubicBezTo>
                    <a:pt x="18" y="64"/>
                    <a:pt x="20" y="63"/>
                    <a:pt x="20" y="64"/>
                  </a:cubicBezTo>
                  <a:cubicBezTo>
                    <a:pt x="21" y="64"/>
                    <a:pt x="21" y="65"/>
                    <a:pt x="22" y="65"/>
                  </a:cubicBezTo>
                  <a:cubicBezTo>
                    <a:pt x="22" y="66"/>
                    <a:pt x="22" y="67"/>
                    <a:pt x="23" y="67"/>
                  </a:cubicBezTo>
                  <a:cubicBezTo>
                    <a:pt x="23" y="68"/>
                    <a:pt x="24" y="67"/>
                    <a:pt x="24" y="66"/>
                  </a:cubicBezTo>
                  <a:cubicBezTo>
                    <a:pt x="25" y="66"/>
                    <a:pt x="25" y="66"/>
                    <a:pt x="25" y="65"/>
                  </a:cubicBezTo>
                  <a:cubicBezTo>
                    <a:pt x="25" y="65"/>
                    <a:pt x="25" y="64"/>
                    <a:pt x="25" y="63"/>
                  </a:cubicBezTo>
                  <a:cubicBezTo>
                    <a:pt x="25" y="63"/>
                    <a:pt x="25" y="63"/>
                    <a:pt x="26" y="63"/>
                  </a:cubicBezTo>
                  <a:cubicBezTo>
                    <a:pt x="26" y="63"/>
                    <a:pt x="27" y="63"/>
                    <a:pt x="27" y="63"/>
                  </a:cubicBezTo>
                  <a:cubicBezTo>
                    <a:pt x="27" y="64"/>
                    <a:pt x="27" y="65"/>
                    <a:pt x="28" y="65"/>
                  </a:cubicBezTo>
                  <a:cubicBezTo>
                    <a:pt x="28" y="66"/>
                    <a:pt x="28" y="66"/>
                    <a:pt x="29" y="66"/>
                  </a:cubicBezTo>
                  <a:cubicBezTo>
                    <a:pt x="29" y="67"/>
                    <a:pt x="30" y="67"/>
                    <a:pt x="31" y="67"/>
                  </a:cubicBezTo>
                  <a:cubicBezTo>
                    <a:pt x="31" y="68"/>
                    <a:pt x="31" y="69"/>
                    <a:pt x="31" y="69"/>
                  </a:cubicBezTo>
                  <a:cubicBezTo>
                    <a:pt x="31" y="70"/>
                    <a:pt x="31" y="70"/>
                    <a:pt x="30" y="70"/>
                  </a:cubicBezTo>
                  <a:cubicBezTo>
                    <a:pt x="30" y="71"/>
                    <a:pt x="29" y="71"/>
                    <a:pt x="28" y="71"/>
                  </a:cubicBezTo>
                  <a:cubicBezTo>
                    <a:pt x="28" y="70"/>
                    <a:pt x="27" y="70"/>
                    <a:pt x="26" y="70"/>
                  </a:cubicBezTo>
                  <a:cubicBezTo>
                    <a:pt x="26" y="70"/>
                    <a:pt x="25" y="69"/>
                    <a:pt x="25" y="69"/>
                  </a:cubicBezTo>
                  <a:cubicBezTo>
                    <a:pt x="25" y="69"/>
                    <a:pt x="24" y="69"/>
                    <a:pt x="24" y="69"/>
                  </a:cubicBezTo>
                  <a:cubicBezTo>
                    <a:pt x="24" y="70"/>
                    <a:pt x="24" y="70"/>
                    <a:pt x="24" y="70"/>
                  </a:cubicBezTo>
                  <a:cubicBezTo>
                    <a:pt x="24" y="71"/>
                    <a:pt x="25" y="72"/>
                    <a:pt x="25" y="72"/>
                  </a:cubicBezTo>
                  <a:cubicBezTo>
                    <a:pt x="25" y="72"/>
                    <a:pt x="26" y="72"/>
                    <a:pt x="27" y="73"/>
                  </a:cubicBezTo>
                  <a:cubicBezTo>
                    <a:pt x="27" y="73"/>
                    <a:pt x="27" y="74"/>
                    <a:pt x="28" y="75"/>
                  </a:cubicBezTo>
                  <a:cubicBezTo>
                    <a:pt x="28" y="75"/>
                    <a:pt x="29" y="75"/>
                    <a:pt x="30" y="75"/>
                  </a:cubicBezTo>
                  <a:cubicBezTo>
                    <a:pt x="30" y="75"/>
                    <a:pt x="31" y="75"/>
                    <a:pt x="31" y="76"/>
                  </a:cubicBezTo>
                  <a:cubicBezTo>
                    <a:pt x="32" y="76"/>
                    <a:pt x="32" y="77"/>
                    <a:pt x="32" y="78"/>
                  </a:cubicBezTo>
                  <a:cubicBezTo>
                    <a:pt x="32" y="79"/>
                    <a:pt x="33" y="82"/>
                    <a:pt x="33" y="83"/>
                  </a:cubicBezTo>
                  <a:cubicBezTo>
                    <a:pt x="33" y="84"/>
                    <a:pt x="33" y="85"/>
                    <a:pt x="33" y="86"/>
                  </a:cubicBezTo>
                  <a:cubicBezTo>
                    <a:pt x="33" y="87"/>
                    <a:pt x="33" y="88"/>
                    <a:pt x="33" y="89"/>
                  </a:cubicBezTo>
                  <a:cubicBezTo>
                    <a:pt x="33" y="89"/>
                    <a:pt x="34" y="91"/>
                    <a:pt x="34" y="91"/>
                  </a:cubicBezTo>
                  <a:cubicBezTo>
                    <a:pt x="34" y="92"/>
                    <a:pt x="34" y="93"/>
                    <a:pt x="34" y="93"/>
                  </a:cubicBezTo>
                  <a:cubicBezTo>
                    <a:pt x="35" y="93"/>
                    <a:pt x="35" y="92"/>
                    <a:pt x="35" y="92"/>
                  </a:cubicBezTo>
                  <a:cubicBezTo>
                    <a:pt x="36" y="91"/>
                    <a:pt x="36" y="88"/>
                    <a:pt x="36" y="87"/>
                  </a:cubicBezTo>
                  <a:cubicBezTo>
                    <a:pt x="36" y="86"/>
                    <a:pt x="35" y="83"/>
                    <a:pt x="35" y="82"/>
                  </a:cubicBezTo>
                  <a:cubicBezTo>
                    <a:pt x="35" y="81"/>
                    <a:pt x="35" y="79"/>
                    <a:pt x="35" y="78"/>
                  </a:cubicBezTo>
                  <a:cubicBezTo>
                    <a:pt x="34" y="77"/>
                    <a:pt x="34" y="76"/>
                    <a:pt x="34" y="75"/>
                  </a:cubicBezTo>
                  <a:cubicBezTo>
                    <a:pt x="34" y="75"/>
                    <a:pt x="34" y="74"/>
                    <a:pt x="34" y="74"/>
                  </a:cubicBezTo>
                  <a:cubicBezTo>
                    <a:pt x="34" y="74"/>
                    <a:pt x="35" y="74"/>
                    <a:pt x="35" y="74"/>
                  </a:cubicBezTo>
                  <a:cubicBezTo>
                    <a:pt x="35" y="75"/>
                    <a:pt x="35" y="76"/>
                    <a:pt x="35" y="76"/>
                  </a:cubicBezTo>
                  <a:cubicBezTo>
                    <a:pt x="36" y="76"/>
                    <a:pt x="36" y="77"/>
                    <a:pt x="36" y="77"/>
                  </a:cubicBezTo>
                  <a:cubicBezTo>
                    <a:pt x="37" y="77"/>
                    <a:pt x="37" y="76"/>
                    <a:pt x="38" y="76"/>
                  </a:cubicBezTo>
                  <a:cubicBezTo>
                    <a:pt x="38" y="75"/>
                    <a:pt x="38" y="74"/>
                    <a:pt x="38" y="74"/>
                  </a:cubicBezTo>
                  <a:cubicBezTo>
                    <a:pt x="38" y="73"/>
                    <a:pt x="39" y="73"/>
                    <a:pt x="40" y="72"/>
                  </a:cubicBezTo>
                  <a:cubicBezTo>
                    <a:pt x="41" y="72"/>
                    <a:pt x="42" y="73"/>
                    <a:pt x="43" y="73"/>
                  </a:cubicBezTo>
                  <a:cubicBezTo>
                    <a:pt x="43" y="73"/>
                    <a:pt x="45" y="74"/>
                    <a:pt x="46" y="74"/>
                  </a:cubicBezTo>
                  <a:cubicBezTo>
                    <a:pt x="46" y="74"/>
                    <a:pt x="47" y="75"/>
                    <a:pt x="47" y="75"/>
                  </a:cubicBezTo>
                  <a:cubicBezTo>
                    <a:pt x="48" y="76"/>
                    <a:pt x="49" y="75"/>
                    <a:pt x="49" y="76"/>
                  </a:cubicBezTo>
                  <a:cubicBezTo>
                    <a:pt x="50" y="76"/>
                    <a:pt x="50" y="77"/>
                    <a:pt x="50" y="77"/>
                  </a:cubicBezTo>
                  <a:cubicBezTo>
                    <a:pt x="51" y="77"/>
                    <a:pt x="51" y="78"/>
                    <a:pt x="51" y="78"/>
                  </a:cubicBezTo>
                  <a:cubicBezTo>
                    <a:pt x="52" y="79"/>
                    <a:pt x="53" y="78"/>
                    <a:pt x="53" y="79"/>
                  </a:cubicBezTo>
                  <a:cubicBezTo>
                    <a:pt x="53" y="79"/>
                    <a:pt x="53" y="80"/>
                    <a:pt x="54" y="80"/>
                  </a:cubicBezTo>
                  <a:cubicBezTo>
                    <a:pt x="54" y="81"/>
                    <a:pt x="55" y="80"/>
                    <a:pt x="55" y="79"/>
                  </a:cubicBezTo>
                  <a:cubicBezTo>
                    <a:pt x="55" y="79"/>
                    <a:pt x="55" y="78"/>
                    <a:pt x="55" y="78"/>
                  </a:cubicBezTo>
                  <a:cubicBezTo>
                    <a:pt x="54" y="77"/>
                    <a:pt x="55" y="76"/>
                    <a:pt x="55" y="75"/>
                  </a:cubicBezTo>
                  <a:cubicBezTo>
                    <a:pt x="55" y="75"/>
                    <a:pt x="54" y="74"/>
                    <a:pt x="54" y="74"/>
                  </a:cubicBezTo>
                  <a:cubicBezTo>
                    <a:pt x="53" y="74"/>
                    <a:pt x="53" y="74"/>
                    <a:pt x="53" y="74"/>
                  </a:cubicBezTo>
                  <a:cubicBezTo>
                    <a:pt x="52" y="74"/>
                    <a:pt x="51" y="74"/>
                    <a:pt x="51" y="73"/>
                  </a:cubicBezTo>
                  <a:cubicBezTo>
                    <a:pt x="50" y="73"/>
                    <a:pt x="50" y="72"/>
                    <a:pt x="50" y="72"/>
                  </a:cubicBezTo>
                  <a:cubicBezTo>
                    <a:pt x="50" y="71"/>
                    <a:pt x="51" y="72"/>
                    <a:pt x="51" y="72"/>
                  </a:cubicBezTo>
                  <a:cubicBezTo>
                    <a:pt x="51" y="71"/>
                    <a:pt x="51" y="70"/>
                    <a:pt x="51" y="69"/>
                  </a:cubicBezTo>
                  <a:cubicBezTo>
                    <a:pt x="51" y="69"/>
                    <a:pt x="50" y="68"/>
                    <a:pt x="50" y="68"/>
                  </a:cubicBezTo>
                  <a:cubicBezTo>
                    <a:pt x="49" y="67"/>
                    <a:pt x="49" y="65"/>
                    <a:pt x="49" y="65"/>
                  </a:cubicBezTo>
                  <a:cubicBezTo>
                    <a:pt x="48" y="64"/>
                    <a:pt x="47" y="65"/>
                    <a:pt x="47" y="64"/>
                  </a:cubicBezTo>
                  <a:cubicBezTo>
                    <a:pt x="47" y="64"/>
                    <a:pt x="47" y="63"/>
                    <a:pt x="46" y="62"/>
                  </a:cubicBezTo>
                  <a:cubicBezTo>
                    <a:pt x="46" y="62"/>
                    <a:pt x="45" y="61"/>
                    <a:pt x="45" y="61"/>
                  </a:cubicBezTo>
                  <a:cubicBezTo>
                    <a:pt x="44" y="61"/>
                    <a:pt x="43" y="59"/>
                    <a:pt x="43" y="59"/>
                  </a:cubicBezTo>
                  <a:cubicBezTo>
                    <a:pt x="43" y="58"/>
                    <a:pt x="43" y="57"/>
                    <a:pt x="43" y="56"/>
                  </a:cubicBezTo>
                  <a:cubicBezTo>
                    <a:pt x="43" y="56"/>
                    <a:pt x="44" y="55"/>
                    <a:pt x="44" y="55"/>
                  </a:cubicBezTo>
                  <a:cubicBezTo>
                    <a:pt x="44" y="55"/>
                    <a:pt x="45" y="55"/>
                    <a:pt x="46" y="55"/>
                  </a:cubicBezTo>
                  <a:cubicBezTo>
                    <a:pt x="46" y="55"/>
                    <a:pt x="47" y="55"/>
                    <a:pt x="48" y="55"/>
                  </a:cubicBezTo>
                  <a:cubicBezTo>
                    <a:pt x="48" y="54"/>
                    <a:pt x="48" y="54"/>
                    <a:pt x="48" y="53"/>
                  </a:cubicBezTo>
                  <a:cubicBezTo>
                    <a:pt x="47" y="53"/>
                    <a:pt x="46" y="53"/>
                    <a:pt x="46" y="53"/>
                  </a:cubicBezTo>
                  <a:cubicBezTo>
                    <a:pt x="45" y="53"/>
                    <a:pt x="45" y="54"/>
                    <a:pt x="45" y="54"/>
                  </a:cubicBezTo>
                  <a:cubicBezTo>
                    <a:pt x="44" y="54"/>
                    <a:pt x="43" y="54"/>
                    <a:pt x="42" y="54"/>
                  </a:cubicBezTo>
                  <a:cubicBezTo>
                    <a:pt x="42" y="54"/>
                    <a:pt x="42" y="54"/>
                    <a:pt x="42" y="53"/>
                  </a:cubicBezTo>
                  <a:cubicBezTo>
                    <a:pt x="42" y="53"/>
                    <a:pt x="42" y="52"/>
                    <a:pt x="42" y="52"/>
                  </a:cubicBezTo>
                  <a:cubicBezTo>
                    <a:pt x="42" y="52"/>
                    <a:pt x="43" y="51"/>
                    <a:pt x="43" y="51"/>
                  </a:cubicBezTo>
                  <a:cubicBezTo>
                    <a:pt x="44" y="50"/>
                    <a:pt x="45" y="50"/>
                    <a:pt x="45" y="50"/>
                  </a:cubicBezTo>
                  <a:cubicBezTo>
                    <a:pt x="46" y="50"/>
                    <a:pt x="46" y="49"/>
                    <a:pt x="46" y="49"/>
                  </a:cubicBezTo>
                  <a:cubicBezTo>
                    <a:pt x="46" y="49"/>
                    <a:pt x="46" y="48"/>
                    <a:pt x="46" y="48"/>
                  </a:cubicBezTo>
                  <a:cubicBezTo>
                    <a:pt x="46" y="48"/>
                    <a:pt x="46" y="47"/>
                    <a:pt x="46" y="47"/>
                  </a:cubicBezTo>
                  <a:cubicBezTo>
                    <a:pt x="47" y="46"/>
                    <a:pt x="48" y="46"/>
                    <a:pt x="49" y="46"/>
                  </a:cubicBezTo>
                  <a:cubicBezTo>
                    <a:pt x="49" y="46"/>
                    <a:pt x="50" y="47"/>
                    <a:pt x="50" y="47"/>
                  </a:cubicBezTo>
                  <a:cubicBezTo>
                    <a:pt x="51" y="47"/>
                    <a:pt x="52" y="47"/>
                    <a:pt x="53" y="47"/>
                  </a:cubicBezTo>
                  <a:cubicBezTo>
                    <a:pt x="53" y="47"/>
                    <a:pt x="54" y="47"/>
                    <a:pt x="54" y="46"/>
                  </a:cubicBezTo>
                  <a:cubicBezTo>
                    <a:pt x="54" y="46"/>
                    <a:pt x="53" y="45"/>
                    <a:pt x="54" y="44"/>
                  </a:cubicBezTo>
                  <a:cubicBezTo>
                    <a:pt x="54" y="43"/>
                    <a:pt x="56" y="43"/>
                    <a:pt x="56" y="42"/>
                  </a:cubicBezTo>
                  <a:cubicBezTo>
                    <a:pt x="57" y="42"/>
                    <a:pt x="58" y="42"/>
                    <a:pt x="58" y="42"/>
                  </a:cubicBezTo>
                  <a:cubicBezTo>
                    <a:pt x="59" y="42"/>
                    <a:pt x="59" y="43"/>
                    <a:pt x="60" y="43"/>
                  </a:cubicBezTo>
                  <a:cubicBezTo>
                    <a:pt x="60" y="43"/>
                    <a:pt x="61" y="43"/>
                    <a:pt x="61" y="43"/>
                  </a:cubicBezTo>
                  <a:cubicBezTo>
                    <a:pt x="61" y="43"/>
                    <a:pt x="62" y="42"/>
                    <a:pt x="62" y="42"/>
                  </a:cubicBezTo>
                  <a:cubicBezTo>
                    <a:pt x="62" y="41"/>
                    <a:pt x="62" y="40"/>
                    <a:pt x="62" y="40"/>
                  </a:cubicBezTo>
                  <a:cubicBezTo>
                    <a:pt x="62" y="40"/>
                    <a:pt x="62" y="39"/>
                    <a:pt x="62" y="39"/>
                  </a:cubicBezTo>
                  <a:cubicBezTo>
                    <a:pt x="62" y="38"/>
                    <a:pt x="63" y="38"/>
                    <a:pt x="63" y="38"/>
                  </a:cubicBezTo>
                  <a:cubicBezTo>
                    <a:pt x="63" y="38"/>
                    <a:pt x="64" y="38"/>
                    <a:pt x="64" y="39"/>
                  </a:cubicBezTo>
                  <a:cubicBezTo>
                    <a:pt x="64" y="39"/>
                    <a:pt x="64" y="40"/>
                    <a:pt x="65" y="40"/>
                  </a:cubicBezTo>
                  <a:cubicBezTo>
                    <a:pt x="66" y="40"/>
                    <a:pt x="67" y="40"/>
                    <a:pt x="68" y="39"/>
                  </a:cubicBezTo>
                  <a:cubicBezTo>
                    <a:pt x="69" y="39"/>
                    <a:pt x="69" y="37"/>
                    <a:pt x="70" y="37"/>
                  </a:cubicBezTo>
                  <a:cubicBezTo>
                    <a:pt x="71" y="36"/>
                    <a:pt x="72" y="35"/>
                    <a:pt x="73" y="35"/>
                  </a:cubicBezTo>
                  <a:cubicBezTo>
                    <a:pt x="74" y="35"/>
                    <a:pt x="75" y="35"/>
                    <a:pt x="76" y="35"/>
                  </a:cubicBezTo>
                  <a:cubicBezTo>
                    <a:pt x="77" y="34"/>
                    <a:pt x="78" y="33"/>
                    <a:pt x="78" y="32"/>
                  </a:cubicBezTo>
                  <a:cubicBezTo>
                    <a:pt x="79" y="31"/>
                    <a:pt x="79" y="29"/>
                    <a:pt x="80" y="28"/>
                  </a:cubicBezTo>
                  <a:cubicBezTo>
                    <a:pt x="81" y="28"/>
                    <a:pt x="83" y="28"/>
                    <a:pt x="84" y="27"/>
                  </a:cubicBezTo>
                  <a:cubicBezTo>
                    <a:pt x="85" y="27"/>
                    <a:pt x="86" y="25"/>
                    <a:pt x="86" y="24"/>
                  </a:cubicBezTo>
                  <a:cubicBezTo>
                    <a:pt x="87" y="22"/>
                    <a:pt x="90" y="20"/>
                    <a:pt x="91" y="19"/>
                  </a:cubicBezTo>
                  <a:cubicBezTo>
                    <a:pt x="91" y="18"/>
                    <a:pt x="93" y="17"/>
                    <a:pt x="93" y="17"/>
                  </a:cubicBezTo>
                  <a:cubicBezTo>
                    <a:pt x="94" y="17"/>
                    <a:pt x="96" y="17"/>
                    <a:pt x="96" y="16"/>
                  </a:cubicBezTo>
                  <a:cubicBezTo>
                    <a:pt x="97" y="16"/>
                    <a:pt x="99" y="14"/>
                    <a:pt x="99" y="14"/>
                  </a:cubicBezTo>
                  <a:cubicBezTo>
                    <a:pt x="99" y="14"/>
                    <a:pt x="102" y="13"/>
                    <a:pt x="102" y="12"/>
                  </a:cubicBezTo>
                  <a:cubicBezTo>
                    <a:pt x="103" y="11"/>
                    <a:pt x="103" y="10"/>
                    <a:pt x="103" y="10"/>
                  </a:cubicBezTo>
                  <a:cubicBezTo>
                    <a:pt x="103" y="9"/>
                    <a:pt x="104" y="9"/>
                    <a:pt x="104" y="9"/>
                  </a:cubicBezTo>
                  <a:cubicBezTo>
                    <a:pt x="104" y="9"/>
                    <a:pt x="105" y="9"/>
                    <a:pt x="105" y="9"/>
                  </a:cubicBezTo>
                  <a:cubicBezTo>
                    <a:pt x="106" y="9"/>
                    <a:pt x="107" y="9"/>
                    <a:pt x="108" y="9"/>
                  </a:cubicBezTo>
                  <a:cubicBezTo>
                    <a:pt x="108" y="8"/>
                    <a:pt x="110" y="7"/>
                    <a:pt x="111" y="6"/>
                  </a:cubicBezTo>
                  <a:cubicBezTo>
                    <a:pt x="111" y="6"/>
                    <a:pt x="111" y="5"/>
                    <a:pt x="111" y="4"/>
                  </a:cubicBezTo>
                  <a:cubicBezTo>
                    <a:pt x="111" y="4"/>
                    <a:pt x="110" y="2"/>
                    <a:pt x="111" y="2"/>
                  </a:cubicBezTo>
                  <a:cubicBezTo>
                    <a:pt x="111" y="1"/>
                    <a:pt x="112" y="1"/>
                    <a:pt x="112" y="1"/>
                  </a:cubicBezTo>
                  <a:cubicBezTo>
                    <a:pt x="112" y="0"/>
                    <a:pt x="113" y="0"/>
                    <a:pt x="113" y="1"/>
                  </a:cubicBezTo>
                  <a:cubicBezTo>
                    <a:pt x="114" y="1"/>
                    <a:pt x="114" y="2"/>
                    <a:pt x="115" y="2"/>
                  </a:cubicBezTo>
                  <a:cubicBezTo>
                    <a:pt x="115" y="3"/>
                    <a:pt x="116" y="3"/>
                    <a:pt x="117" y="4"/>
                  </a:cubicBezTo>
                  <a:cubicBezTo>
                    <a:pt x="117" y="4"/>
                    <a:pt x="119" y="5"/>
                    <a:pt x="119" y="6"/>
                  </a:cubicBezTo>
                  <a:cubicBezTo>
                    <a:pt x="120" y="6"/>
                    <a:pt x="120" y="7"/>
                    <a:pt x="120" y="8"/>
                  </a:cubicBezTo>
                  <a:cubicBezTo>
                    <a:pt x="120" y="8"/>
                    <a:pt x="121" y="9"/>
                    <a:pt x="122" y="10"/>
                  </a:cubicBezTo>
                  <a:cubicBezTo>
                    <a:pt x="122" y="10"/>
                    <a:pt x="123" y="11"/>
                    <a:pt x="123" y="11"/>
                  </a:cubicBezTo>
                  <a:cubicBezTo>
                    <a:pt x="123" y="12"/>
                    <a:pt x="122" y="13"/>
                    <a:pt x="122" y="13"/>
                  </a:cubicBezTo>
                  <a:cubicBezTo>
                    <a:pt x="122" y="14"/>
                    <a:pt x="121" y="15"/>
                    <a:pt x="121" y="15"/>
                  </a:cubicBezTo>
                  <a:cubicBezTo>
                    <a:pt x="121" y="16"/>
                    <a:pt x="121" y="17"/>
                    <a:pt x="122" y="17"/>
                  </a:cubicBezTo>
                  <a:cubicBezTo>
                    <a:pt x="122" y="18"/>
                    <a:pt x="123" y="19"/>
                    <a:pt x="123" y="19"/>
                  </a:cubicBezTo>
                  <a:cubicBezTo>
                    <a:pt x="123" y="20"/>
                    <a:pt x="123" y="21"/>
                    <a:pt x="123" y="22"/>
                  </a:cubicBezTo>
                  <a:cubicBezTo>
                    <a:pt x="123" y="22"/>
                    <a:pt x="124" y="23"/>
                    <a:pt x="124" y="23"/>
                  </a:cubicBezTo>
                  <a:cubicBezTo>
                    <a:pt x="123" y="23"/>
                    <a:pt x="122" y="24"/>
                    <a:pt x="122" y="24"/>
                  </a:cubicBezTo>
                  <a:cubicBezTo>
                    <a:pt x="122" y="25"/>
                    <a:pt x="121" y="27"/>
                    <a:pt x="121" y="28"/>
                  </a:cubicBezTo>
                  <a:cubicBezTo>
                    <a:pt x="121" y="28"/>
                    <a:pt x="120" y="29"/>
                    <a:pt x="120" y="30"/>
                  </a:cubicBezTo>
                  <a:cubicBezTo>
                    <a:pt x="120" y="31"/>
                    <a:pt x="119" y="32"/>
                    <a:pt x="119" y="33"/>
                  </a:cubicBezTo>
                  <a:cubicBezTo>
                    <a:pt x="118" y="33"/>
                    <a:pt x="118" y="35"/>
                    <a:pt x="118" y="36"/>
                  </a:cubicBezTo>
                  <a:cubicBezTo>
                    <a:pt x="118" y="37"/>
                    <a:pt x="119" y="38"/>
                    <a:pt x="119" y="38"/>
                  </a:cubicBezTo>
                  <a:cubicBezTo>
                    <a:pt x="120" y="39"/>
                    <a:pt x="121" y="39"/>
                    <a:pt x="121" y="40"/>
                  </a:cubicBezTo>
                  <a:cubicBezTo>
                    <a:pt x="122" y="40"/>
                    <a:pt x="123" y="40"/>
                    <a:pt x="123" y="40"/>
                  </a:cubicBezTo>
                  <a:cubicBezTo>
                    <a:pt x="124" y="41"/>
                    <a:pt x="124" y="41"/>
                    <a:pt x="125" y="41"/>
                  </a:cubicBezTo>
                  <a:cubicBezTo>
                    <a:pt x="125" y="42"/>
                    <a:pt x="125" y="43"/>
                    <a:pt x="125" y="43"/>
                  </a:cubicBezTo>
                  <a:cubicBezTo>
                    <a:pt x="124" y="43"/>
                    <a:pt x="124" y="43"/>
                    <a:pt x="123" y="43"/>
                  </a:cubicBezTo>
                  <a:cubicBezTo>
                    <a:pt x="123" y="43"/>
                    <a:pt x="122" y="43"/>
                    <a:pt x="121" y="43"/>
                  </a:cubicBezTo>
                  <a:cubicBezTo>
                    <a:pt x="121" y="42"/>
                    <a:pt x="120" y="42"/>
                    <a:pt x="119" y="43"/>
                  </a:cubicBezTo>
                  <a:cubicBezTo>
                    <a:pt x="119" y="43"/>
                    <a:pt x="119" y="43"/>
                    <a:pt x="119" y="44"/>
                  </a:cubicBezTo>
                  <a:cubicBezTo>
                    <a:pt x="118" y="44"/>
                    <a:pt x="118" y="45"/>
                    <a:pt x="118" y="45"/>
                  </a:cubicBezTo>
                  <a:cubicBezTo>
                    <a:pt x="117" y="45"/>
                    <a:pt x="117" y="46"/>
                    <a:pt x="117" y="46"/>
                  </a:cubicBezTo>
                  <a:cubicBezTo>
                    <a:pt x="117" y="47"/>
                    <a:pt x="115" y="47"/>
                    <a:pt x="115" y="48"/>
                  </a:cubicBezTo>
                  <a:cubicBezTo>
                    <a:pt x="115" y="48"/>
                    <a:pt x="114" y="49"/>
                    <a:pt x="114" y="49"/>
                  </a:cubicBezTo>
                  <a:cubicBezTo>
                    <a:pt x="114" y="49"/>
                    <a:pt x="116" y="50"/>
                    <a:pt x="116" y="50"/>
                  </a:cubicBezTo>
                  <a:cubicBezTo>
                    <a:pt x="116" y="51"/>
                    <a:pt x="115" y="51"/>
                    <a:pt x="115" y="51"/>
                  </a:cubicBezTo>
                  <a:cubicBezTo>
                    <a:pt x="114" y="52"/>
                    <a:pt x="113" y="52"/>
                    <a:pt x="113" y="52"/>
                  </a:cubicBezTo>
                  <a:cubicBezTo>
                    <a:pt x="112" y="52"/>
                    <a:pt x="111" y="52"/>
                    <a:pt x="110" y="52"/>
                  </a:cubicBezTo>
                  <a:cubicBezTo>
                    <a:pt x="110" y="52"/>
                    <a:pt x="109" y="53"/>
                    <a:pt x="109" y="53"/>
                  </a:cubicBezTo>
                  <a:cubicBezTo>
                    <a:pt x="109" y="54"/>
                    <a:pt x="109" y="55"/>
                    <a:pt x="108" y="55"/>
                  </a:cubicBezTo>
                  <a:cubicBezTo>
                    <a:pt x="108" y="56"/>
                    <a:pt x="109" y="57"/>
                    <a:pt x="108" y="57"/>
                  </a:cubicBezTo>
                  <a:cubicBezTo>
                    <a:pt x="108" y="58"/>
                    <a:pt x="108" y="58"/>
                    <a:pt x="107" y="58"/>
                  </a:cubicBezTo>
                  <a:cubicBezTo>
                    <a:pt x="107" y="59"/>
                    <a:pt x="106" y="58"/>
                    <a:pt x="106" y="58"/>
                  </a:cubicBezTo>
                  <a:cubicBezTo>
                    <a:pt x="105" y="58"/>
                    <a:pt x="105" y="58"/>
                    <a:pt x="105" y="58"/>
                  </a:cubicBezTo>
                  <a:cubicBezTo>
                    <a:pt x="104" y="58"/>
                    <a:pt x="104" y="58"/>
                    <a:pt x="104" y="59"/>
                  </a:cubicBezTo>
                  <a:cubicBezTo>
                    <a:pt x="104" y="59"/>
                    <a:pt x="104" y="60"/>
                    <a:pt x="104" y="60"/>
                  </a:cubicBezTo>
                  <a:cubicBezTo>
                    <a:pt x="104" y="60"/>
                    <a:pt x="104" y="61"/>
                    <a:pt x="104" y="61"/>
                  </a:cubicBezTo>
                  <a:cubicBezTo>
                    <a:pt x="104" y="62"/>
                    <a:pt x="105" y="61"/>
                    <a:pt x="105" y="62"/>
                  </a:cubicBezTo>
                  <a:cubicBezTo>
                    <a:pt x="105" y="62"/>
                    <a:pt x="105" y="63"/>
                    <a:pt x="105" y="63"/>
                  </a:cubicBezTo>
                  <a:cubicBezTo>
                    <a:pt x="105" y="63"/>
                    <a:pt x="104" y="63"/>
                    <a:pt x="104" y="63"/>
                  </a:cubicBezTo>
                  <a:cubicBezTo>
                    <a:pt x="104" y="64"/>
                    <a:pt x="104" y="64"/>
                    <a:pt x="103" y="65"/>
                  </a:cubicBezTo>
                  <a:cubicBezTo>
                    <a:pt x="103" y="65"/>
                    <a:pt x="102" y="65"/>
                    <a:pt x="101" y="65"/>
                  </a:cubicBezTo>
                  <a:cubicBezTo>
                    <a:pt x="101" y="65"/>
                    <a:pt x="100" y="65"/>
                    <a:pt x="100" y="65"/>
                  </a:cubicBezTo>
                  <a:cubicBezTo>
                    <a:pt x="99" y="65"/>
                    <a:pt x="98" y="64"/>
                    <a:pt x="98" y="64"/>
                  </a:cubicBezTo>
                  <a:cubicBezTo>
                    <a:pt x="98" y="65"/>
                    <a:pt x="97" y="65"/>
                    <a:pt x="97" y="66"/>
                  </a:cubicBezTo>
                  <a:cubicBezTo>
                    <a:pt x="97" y="66"/>
                    <a:pt x="97" y="67"/>
                    <a:pt x="97" y="67"/>
                  </a:cubicBezTo>
                  <a:cubicBezTo>
                    <a:pt x="98" y="68"/>
                    <a:pt x="99" y="68"/>
                    <a:pt x="99" y="68"/>
                  </a:cubicBezTo>
                  <a:cubicBezTo>
                    <a:pt x="100" y="68"/>
                    <a:pt x="101" y="68"/>
                    <a:pt x="102" y="68"/>
                  </a:cubicBezTo>
                  <a:cubicBezTo>
                    <a:pt x="102" y="69"/>
                    <a:pt x="103" y="69"/>
                    <a:pt x="103" y="70"/>
                  </a:cubicBezTo>
                  <a:cubicBezTo>
                    <a:pt x="104" y="70"/>
                    <a:pt x="105" y="71"/>
                    <a:pt x="105" y="71"/>
                  </a:cubicBezTo>
                  <a:cubicBezTo>
                    <a:pt x="106" y="71"/>
                    <a:pt x="108" y="71"/>
                    <a:pt x="109" y="71"/>
                  </a:cubicBezTo>
                  <a:cubicBezTo>
                    <a:pt x="109" y="71"/>
                    <a:pt x="110" y="71"/>
                    <a:pt x="110" y="71"/>
                  </a:cubicBezTo>
                  <a:cubicBezTo>
                    <a:pt x="111" y="70"/>
                    <a:pt x="112" y="70"/>
                    <a:pt x="112" y="69"/>
                  </a:cubicBezTo>
                  <a:cubicBezTo>
                    <a:pt x="113" y="69"/>
                    <a:pt x="114" y="69"/>
                    <a:pt x="115" y="69"/>
                  </a:cubicBezTo>
                  <a:cubicBezTo>
                    <a:pt x="116" y="68"/>
                    <a:pt x="116" y="67"/>
                    <a:pt x="117" y="67"/>
                  </a:cubicBezTo>
                  <a:cubicBezTo>
                    <a:pt x="117" y="66"/>
                    <a:pt x="117" y="64"/>
                    <a:pt x="118" y="64"/>
                  </a:cubicBezTo>
                  <a:cubicBezTo>
                    <a:pt x="118" y="63"/>
                    <a:pt x="119" y="63"/>
                    <a:pt x="119" y="63"/>
                  </a:cubicBezTo>
                  <a:cubicBezTo>
                    <a:pt x="120" y="63"/>
                    <a:pt x="121" y="63"/>
                    <a:pt x="121" y="63"/>
                  </a:cubicBezTo>
                  <a:cubicBezTo>
                    <a:pt x="122" y="63"/>
                    <a:pt x="122" y="62"/>
                    <a:pt x="122" y="61"/>
                  </a:cubicBezTo>
                  <a:cubicBezTo>
                    <a:pt x="122" y="61"/>
                    <a:pt x="123" y="60"/>
                    <a:pt x="123" y="60"/>
                  </a:cubicBezTo>
                  <a:cubicBezTo>
                    <a:pt x="123" y="60"/>
                    <a:pt x="124" y="61"/>
                    <a:pt x="124" y="61"/>
                  </a:cubicBezTo>
                  <a:cubicBezTo>
                    <a:pt x="124" y="61"/>
                    <a:pt x="125" y="61"/>
                    <a:pt x="126" y="61"/>
                  </a:cubicBezTo>
                  <a:cubicBezTo>
                    <a:pt x="126" y="61"/>
                    <a:pt x="126" y="62"/>
                    <a:pt x="126" y="62"/>
                  </a:cubicBezTo>
                  <a:cubicBezTo>
                    <a:pt x="126" y="63"/>
                    <a:pt x="125" y="63"/>
                    <a:pt x="124" y="64"/>
                  </a:cubicBezTo>
                  <a:cubicBezTo>
                    <a:pt x="124" y="65"/>
                    <a:pt x="124" y="66"/>
                    <a:pt x="123" y="66"/>
                  </a:cubicBezTo>
                  <a:cubicBezTo>
                    <a:pt x="123" y="67"/>
                    <a:pt x="122" y="69"/>
                    <a:pt x="122" y="70"/>
                  </a:cubicBezTo>
                  <a:cubicBezTo>
                    <a:pt x="122" y="71"/>
                    <a:pt x="122" y="72"/>
                    <a:pt x="122" y="72"/>
                  </a:cubicBezTo>
                  <a:cubicBezTo>
                    <a:pt x="121" y="72"/>
                    <a:pt x="121" y="73"/>
                    <a:pt x="120" y="73"/>
                  </a:cubicBezTo>
                  <a:cubicBezTo>
                    <a:pt x="120" y="74"/>
                    <a:pt x="119" y="74"/>
                    <a:pt x="119" y="74"/>
                  </a:cubicBezTo>
                  <a:cubicBezTo>
                    <a:pt x="118" y="75"/>
                    <a:pt x="118" y="76"/>
                    <a:pt x="117" y="76"/>
                  </a:cubicBezTo>
                  <a:cubicBezTo>
                    <a:pt x="117" y="76"/>
                    <a:pt x="117" y="77"/>
                    <a:pt x="117" y="77"/>
                  </a:cubicBezTo>
                  <a:cubicBezTo>
                    <a:pt x="117" y="78"/>
                    <a:pt x="116" y="78"/>
                    <a:pt x="116" y="79"/>
                  </a:cubicBezTo>
                  <a:cubicBezTo>
                    <a:pt x="115" y="79"/>
                    <a:pt x="114" y="80"/>
                    <a:pt x="113" y="80"/>
                  </a:cubicBezTo>
                  <a:cubicBezTo>
                    <a:pt x="112" y="80"/>
                    <a:pt x="111" y="80"/>
                    <a:pt x="111" y="79"/>
                  </a:cubicBezTo>
                  <a:cubicBezTo>
                    <a:pt x="110" y="79"/>
                    <a:pt x="109" y="78"/>
                    <a:pt x="109" y="77"/>
                  </a:cubicBezTo>
                  <a:cubicBezTo>
                    <a:pt x="109" y="77"/>
                    <a:pt x="108" y="76"/>
                    <a:pt x="107" y="75"/>
                  </a:cubicBezTo>
                  <a:cubicBezTo>
                    <a:pt x="107" y="75"/>
                    <a:pt x="106" y="74"/>
                    <a:pt x="106" y="74"/>
                  </a:cubicBezTo>
                  <a:cubicBezTo>
                    <a:pt x="105" y="74"/>
                    <a:pt x="105" y="74"/>
                    <a:pt x="104" y="74"/>
                  </a:cubicBezTo>
                  <a:cubicBezTo>
                    <a:pt x="104" y="74"/>
                    <a:pt x="104" y="75"/>
                    <a:pt x="103" y="75"/>
                  </a:cubicBezTo>
                  <a:cubicBezTo>
                    <a:pt x="103" y="75"/>
                    <a:pt x="104" y="76"/>
                    <a:pt x="103" y="76"/>
                  </a:cubicBezTo>
                  <a:cubicBezTo>
                    <a:pt x="103" y="76"/>
                    <a:pt x="102" y="77"/>
                    <a:pt x="102" y="77"/>
                  </a:cubicBezTo>
                  <a:cubicBezTo>
                    <a:pt x="101" y="77"/>
                    <a:pt x="101" y="77"/>
                    <a:pt x="100" y="77"/>
                  </a:cubicBezTo>
                  <a:cubicBezTo>
                    <a:pt x="100" y="77"/>
                    <a:pt x="99" y="77"/>
                    <a:pt x="99" y="77"/>
                  </a:cubicBezTo>
                  <a:cubicBezTo>
                    <a:pt x="99" y="77"/>
                    <a:pt x="99" y="76"/>
                    <a:pt x="99" y="76"/>
                  </a:cubicBezTo>
                  <a:cubicBezTo>
                    <a:pt x="99" y="75"/>
                    <a:pt x="100" y="74"/>
                    <a:pt x="100" y="74"/>
                  </a:cubicBezTo>
                  <a:cubicBezTo>
                    <a:pt x="100" y="74"/>
                    <a:pt x="100" y="73"/>
                    <a:pt x="100" y="73"/>
                  </a:cubicBezTo>
                  <a:cubicBezTo>
                    <a:pt x="99" y="73"/>
                    <a:pt x="98" y="73"/>
                    <a:pt x="98" y="73"/>
                  </a:cubicBezTo>
                  <a:cubicBezTo>
                    <a:pt x="97" y="74"/>
                    <a:pt x="97" y="74"/>
                    <a:pt x="96" y="74"/>
                  </a:cubicBezTo>
                  <a:cubicBezTo>
                    <a:pt x="96" y="74"/>
                    <a:pt x="95" y="74"/>
                    <a:pt x="94" y="74"/>
                  </a:cubicBezTo>
                  <a:cubicBezTo>
                    <a:pt x="94" y="74"/>
                    <a:pt x="94" y="75"/>
                    <a:pt x="94" y="75"/>
                  </a:cubicBezTo>
                  <a:cubicBezTo>
                    <a:pt x="95" y="76"/>
                    <a:pt x="96" y="76"/>
                    <a:pt x="96" y="76"/>
                  </a:cubicBezTo>
                  <a:cubicBezTo>
                    <a:pt x="96" y="77"/>
                    <a:pt x="96" y="78"/>
                    <a:pt x="96" y="78"/>
                  </a:cubicBezTo>
                  <a:cubicBezTo>
                    <a:pt x="96" y="78"/>
                    <a:pt x="95" y="78"/>
                    <a:pt x="95" y="79"/>
                  </a:cubicBezTo>
                  <a:cubicBezTo>
                    <a:pt x="95" y="79"/>
                    <a:pt x="95" y="80"/>
                    <a:pt x="95" y="81"/>
                  </a:cubicBezTo>
                  <a:cubicBezTo>
                    <a:pt x="95" y="81"/>
                    <a:pt x="96" y="82"/>
                    <a:pt x="96" y="83"/>
                  </a:cubicBezTo>
                  <a:cubicBezTo>
                    <a:pt x="96" y="83"/>
                    <a:pt x="96" y="85"/>
                    <a:pt x="95" y="85"/>
                  </a:cubicBezTo>
                  <a:cubicBezTo>
                    <a:pt x="95" y="86"/>
                    <a:pt x="93" y="86"/>
                    <a:pt x="93" y="87"/>
                  </a:cubicBezTo>
                  <a:cubicBezTo>
                    <a:pt x="92" y="87"/>
                    <a:pt x="92" y="87"/>
                    <a:pt x="91" y="87"/>
                  </a:cubicBezTo>
                  <a:cubicBezTo>
                    <a:pt x="91" y="87"/>
                    <a:pt x="90" y="87"/>
                    <a:pt x="89" y="87"/>
                  </a:cubicBezTo>
                  <a:cubicBezTo>
                    <a:pt x="89" y="88"/>
                    <a:pt x="90" y="89"/>
                    <a:pt x="90" y="89"/>
                  </a:cubicBezTo>
                  <a:cubicBezTo>
                    <a:pt x="90" y="89"/>
                    <a:pt x="90" y="90"/>
                    <a:pt x="90" y="90"/>
                  </a:cubicBezTo>
                  <a:cubicBezTo>
                    <a:pt x="90" y="90"/>
                    <a:pt x="91" y="91"/>
                    <a:pt x="91" y="90"/>
                  </a:cubicBezTo>
                  <a:cubicBezTo>
                    <a:pt x="91" y="90"/>
                    <a:pt x="92" y="90"/>
                    <a:pt x="92" y="89"/>
                  </a:cubicBezTo>
                  <a:cubicBezTo>
                    <a:pt x="93" y="89"/>
                    <a:pt x="94" y="88"/>
                    <a:pt x="94" y="88"/>
                  </a:cubicBezTo>
                  <a:cubicBezTo>
                    <a:pt x="95" y="88"/>
                    <a:pt x="95" y="89"/>
                    <a:pt x="96" y="89"/>
                  </a:cubicBezTo>
                  <a:cubicBezTo>
                    <a:pt x="96" y="89"/>
                    <a:pt x="96" y="90"/>
                    <a:pt x="96" y="90"/>
                  </a:cubicBezTo>
                  <a:cubicBezTo>
                    <a:pt x="96" y="91"/>
                    <a:pt x="95" y="91"/>
                    <a:pt x="95" y="91"/>
                  </a:cubicBezTo>
                  <a:cubicBezTo>
                    <a:pt x="95" y="92"/>
                    <a:pt x="94" y="92"/>
                    <a:pt x="93" y="92"/>
                  </a:cubicBezTo>
                  <a:cubicBezTo>
                    <a:pt x="93" y="92"/>
                    <a:pt x="92" y="92"/>
                    <a:pt x="92" y="92"/>
                  </a:cubicBezTo>
                  <a:cubicBezTo>
                    <a:pt x="91" y="92"/>
                    <a:pt x="90" y="93"/>
                    <a:pt x="89" y="93"/>
                  </a:cubicBezTo>
                  <a:cubicBezTo>
                    <a:pt x="89" y="93"/>
                    <a:pt x="89" y="92"/>
                    <a:pt x="88" y="91"/>
                  </a:cubicBezTo>
                  <a:cubicBezTo>
                    <a:pt x="88" y="91"/>
                    <a:pt x="86" y="90"/>
                    <a:pt x="86" y="90"/>
                  </a:cubicBezTo>
                  <a:cubicBezTo>
                    <a:pt x="85" y="90"/>
                    <a:pt x="85" y="88"/>
                    <a:pt x="84" y="88"/>
                  </a:cubicBezTo>
                  <a:cubicBezTo>
                    <a:pt x="84" y="88"/>
                    <a:pt x="83" y="88"/>
                    <a:pt x="83" y="89"/>
                  </a:cubicBezTo>
                  <a:cubicBezTo>
                    <a:pt x="83" y="89"/>
                    <a:pt x="83" y="90"/>
                    <a:pt x="84" y="91"/>
                  </a:cubicBezTo>
                  <a:cubicBezTo>
                    <a:pt x="84" y="91"/>
                    <a:pt x="86" y="92"/>
                    <a:pt x="87" y="92"/>
                  </a:cubicBezTo>
                  <a:cubicBezTo>
                    <a:pt x="87" y="93"/>
                    <a:pt x="88" y="93"/>
                    <a:pt x="88" y="94"/>
                  </a:cubicBezTo>
                  <a:cubicBezTo>
                    <a:pt x="88" y="94"/>
                    <a:pt x="89" y="95"/>
                    <a:pt x="89" y="95"/>
                  </a:cubicBezTo>
                  <a:cubicBezTo>
                    <a:pt x="88" y="96"/>
                    <a:pt x="87" y="96"/>
                    <a:pt x="87" y="97"/>
                  </a:cubicBezTo>
                  <a:cubicBezTo>
                    <a:pt x="86" y="97"/>
                    <a:pt x="85" y="97"/>
                    <a:pt x="84" y="98"/>
                  </a:cubicBezTo>
                  <a:cubicBezTo>
                    <a:pt x="83" y="98"/>
                    <a:pt x="82" y="98"/>
                    <a:pt x="81" y="98"/>
                  </a:cubicBezTo>
                  <a:cubicBezTo>
                    <a:pt x="80" y="98"/>
                    <a:pt x="78" y="99"/>
                    <a:pt x="77" y="99"/>
                  </a:cubicBezTo>
                  <a:cubicBezTo>
                    <a:pt x="76" y="99"/>
                    <a:pt x="76" y="100"/>
                    <a:pt x="75" y="100"/>
                  </a:cubicBezTo>
                  <a:cubicBezTo>
                    <a:pt x="74" y="100"/>
                    <a:pt x="73" y="100"/>
                    <a:pt x="73" y="100"/>
                  </a:cubicBezTo>
                  <a:cubicBezTo>
                    <a:pt x="72" y="100"/>
                    <a:pt x="69" y="101"/>
                    <a:pt x="68" y="101"/>
                  </a:cubicBezTo>
                  <a:cubicBezTo>
                    <a:pt x="68" y="101"/>
                    <a:pt x="67" y="101"/>
                    <a:pt x="66" y="102"/>
                  </a:cubicBezTo>
                  <a:cubicBezTo>
                    <a:pt x="66" y="102"/>
                    <a:pt x="65" y="102"/>
                    <a:pt x="65" y="102"/>
                  </a:cubicBezTo>
                  <a:cubicBezTo>
                    <a:pt x="65" y="102"/>
                    <a:pt x="65" y="103"/>
                    <a:pt x="65" y="103"/>
                  </a:cubicBezTo>
                  <a:cubicBezTo>
                    <a:pt x="66" y="103"/>
                    <a:pt x="67" y="103"/>
                    <a:pt x="68" y="103"/>
                  </a:cubicBezTo>
                  <a:cubicBezTo>
                    <a:pt x="68" y="103"/>
                    <a:pt x="69" y="102"/>
                    <a:pt x="69" y="102"/>
                  </a:cubicBezTo>
                  <a:cubicBezTo>
                    <a:pt x="70" y="102"/>
                    <a:pt x="71" y="102"/>
                    <a:pt x="71" y="102"/>
                  </a:cubicBezTo>
                  <a:cubicBezTo>
                    <a:pt x="72" y="102"/>
                    <a:pt x="73" y="103"/>
                    <a:pt x="73" y="103"/>
                  </a:cubicBezTo>
                  <a:cubicBezTo>
                    <a:pt x="74" y="103"/>
                    <a:pt x="74" y="102"/>
                    <a:pt x="75" y="102"/>
                  </a:cubicBezTo>
                  <a:cubicBezTo>
                    <a:pt x="75" y="102"/>
                    <a:pt x="76" y="102"/>
                    <a:pt x="77" y="102"/>
                  </a:cubicBezTo>
                  <a:cubicBezTo>
                    <a:pt x="77" y="102"/>
                    <a:pt x="78" y="101"/>
                    <a:pt x="78" y="101"/>
                  </a:cubicBezTo>
                  <a:cubicBezTo>
                    <a:pt x="79" y="101"/>
                    <a:pt x="80" y="100"/>
                    <a:pt x="80" y="100"/>
                  </a:cubicBezTo>
                  <a:cubicBezTo>
                    <a:pt x="81" y="100"/>
                    <a:pt x="82" y="100"/>
                    <a:pt x="82" y="100"/>
                  </a:cubicBezTo>
                  <a:cubicBezTo>
                    <a:pt x="83" y="100"/>
                    <a:pt x="84" y="100"/>
                    <a:pt x="84" y="100"/>
                  </a:cubicBezTo>
                  <a:cubicBezTo>
                    <a:pt x="85" y="100"/>
                    <a:pt x="85" y="101"/>
                    <a:pt x="86" y="101"/>
                  </a:cubicBezTo>
                  <a:cubicBezTo>
                    <a:pt x="86" y="101"/>
                    <a:pt x="87" y="101"/>
                    <a:pt x="87" y="101"/>
                  </a:cubicBezTo>
                  <a:cubicBezTo>
                    <a:pt x="88" y="101"/>
                    <a:pt x="89" y="101"/>
                    <a:pt x="90" y="101"/>
                  </a:cubicBezTo>
                  <a:cubicBezTo>
                    <a:pt x="90" y="100"/>
                    <a:pt x="89" y="100"/>
                    <a:pt x="89" y="99"/>
                  </a:cubicBezTo>
                  <a:cubicBezTo>
                    <a:pt x="89" y="99"/>
                    <a:pt x="90" y="98"/>
                    <a:pt x="90" y="98"/>
                  </a:cubicBezTo>
                  <a:cubicBezTo>
                    <a:pt x="91" y="98"/>
                    <a:pt x="92" y="97"/>
                    <a:pt x="93" y="97"/>
                  </a:cubicBezTo>
                  <a:cubicBezTo>
                    <a:pt x="93" y="98"/>
                    <a:pt x="93" y="99"/>
                    <a:pt x="93" y="99"/>
                  </a:cubicBezTo>
                  <a:cubicBezTo>
                    <a:pt x="93" y="100"/>
                    <a:pt x="93" y="101"/>
                    <a:pt x="93" y="102"/>
                  </a:cubicBezTo>
                  <a:cubicBezTo>
                    <a:pt x="93" y="102"/>
                    <a:pt x="93" y="103"/>
                    <a:pt x="94" y="103"/>
                  </a:cubicBezTo>
                  <a:cubicBezTo>
                    <a:pt x="94" y="103"/>
                    <a:pt x="95" y="102"/>
                    <a:pt x="95" y="102"/>
                  </a:cubicBezTo>
                  <a:cubicBezTo>
                    <a:pt x="96" y="103"/>
                    <a:pt x="95" y="104"/>
                    <a:pt x="95" y="104"/>
                  </a:cubicBezTo>
                  <a:cubicBezTo>
                    <a:pt x="95" y="105"/>
                    <a:pt x="94" y="105"/>
                    <a:pt x="94" y="106"/>
                  </a:cubicBezTo>
                  <a:cubicBezTo>
                    <a:pt x="94" y="106"/>
                    <a:pt x="95" y="107"/>
                    <a:pt x="95" y="108"/>
                  </a:cubicBezTo>
                  <a:cubicBezTo>
                    <a:pt x="95" y="109"/>
                    <a:pt x="95" y="110"/>
                    <a:pt x="95" y="111"/>
                  </a:cubicBezTo>
                  <a:cubicBezTo>
                    <a:pt x="94" y="111"/>
                    <a:pt x="93" y="111"/>
                    <a:pt x="93" y="111"/>
                  </a:cubicBezTo>
                  <a:cubicBezTo>
                    <a:pt x="92" y="111"/>
                    <a:pt x="91" y="110"/>
                    <a:pt x="91" y="110"/>
                  </a:cubicBezTo>
                  <a:cubicBezTo>
                    <a:pt x="90" y="110"/>
                    <a:pt x="89" y="110"/>
                    <a:pt x="89" y="110"/>
                  </a:cubicBezTo>
                  <a:cubicBezTo>
                    <a:pt x="89" y="111"/>
                    <a:pt x="89" y="112"/>
                    <a:pt x="89" y="112"/>
                  </a:cubicBezTo>
                  <a:cubicBezTo>
                    <a:pt x="89" y="112"/>
                    <a:pt x="90" y="113"/>
                    <a:pt x="90" y="113"/>
                  </a:cubicBezTo>
                  <a:cubicBezTo>
                    <a:pt x="91" y="113"/>
                    <a:pt x="92" y="113"/>
                    <a:pt x="93" y="113"/>
                  </a:cubicBezTo>
                  <a:cubicBezTo>
                    <a:pt x="94" y="113"/>
                    <a:pt x="96" y="113"/>
                    <a:pt x="96" y="113"/>
                  </a:cubicBezTo>
                  <a:cubicBezTo>
                    <a:pt x="97" y="113"/>
                    <a:pt x="97" y="114"/>
                    <a:pt x="97" y="114"/>
                  </a:cubicBezTo>
                  <a:cubicBezTo>
                    <a:pt x="97" y="115"/>
                    <a:pt x="96" y="116"/>
                    <a:pt x="96" y="117"/>
                  </a:cubicBezTo>
                  <a:cubicBezTo>
                    <a:pt x="96" y="117"/>
                    <a:pt x="95" y="118"/>
                    <a:pt x="95" y="118"/>
                  </a:cubicBezTo>
                  <a:cubicBezTo>
                    <a:pt x="94" y="119"/>
                    <a:pt x="94" y="120"/>
                    <a:pt x="94" y="120"/>
                  </a:cubicBezTo>
                  <a:cubicBezTo>
                    <a:pt x="93" y="121"/>
                    <a:pt x="93" y="122"/>
                    <a:pt x="93" y="122"/>
                  </a:cubicBezTo>
                  <a:cubicBezTo>
                    <a:pt x="93" y="122"/>
                    <a:pt x="92" y="122"/>
                    <a:pt x="92" y="122"/>
                  </a:cubicBezTo>
                  <a:cubicBezTo>
                    <a:pt x="92" y="122"/>
                    <a:pt x="91" y="121"/>
                    <a:pt x="91" y="121"/>
                  </a:cubicBezTo>
                  <a:cubicBezTo>
                    <a:pt x="90" y="121"/>
                    <a:pt x="90" y="120"/>
                    <a:pt x="89" y="119"/>
                  </a:cubicBezTo>
                  <a:cubicBezTo>
                    <a:pt x="89" y="119"/>
                    <a:pt x="87" y="119"/>
                    <a:pt x="87" y="119"/>
                  </a:cubicBezTo>
                  <a:cubicBezTo>
                    <a:pt x="87" y="119"/>
                    <a:pt x="86" y="119"/>
                    <a:pt x="86" y="119"/>
                  </a:cubicBezTo>
                  <a:cubicBezTo>
                    <a:pt x="86" y="119"/>
                    <a:pt x="86" y="120"/>
                    <a:pt x="86" y="120"/>
                  </a:cubicBezTo>
                  <a:cubicBezTo>
                    <a:pt x="85" y="120"/>
                    <a:pt x="84" y="121"/>
                    <a:pt x="84" y="121"/>
                  </a:cubicBezTo>
                  <a:cubicBezTo>
                    <a:pt x="83" y="121"/>
                    <a:pt x="83" y="120"/>
                    <a:pt x="83" y="120"/>
                  </a:cubicBezTo>
                  <a:cubicBezTo>
                    <a:pt x="82" y="120"/>
                    <a:pt x="80" y="120"/>
                    <a:pt x="80" y="120"/>
                  </a:cubicBezTo>
                  <a:cubicBezTo>
                    <a:pt x="79" y="120"/>
                    <a:pt x="78" y="120"/>
                    <a:pt x="78" y="120"/>
                  </a:cubicBezTo>
                  <a:cubicBezTo>
                    <a:pt x="77" y="120"/>
                    <a:pt x="76" y="119"/>
                    <a:pt x="75" y="119"/>
                  </a:cubicBezTo>
                  <a:cubicBezTo>
                    <a:pt x="75" y="120"/>
                    <a:pt x="74" y="120"/>
                    <a:pt x="74" y="120"/>
                  </a:cubicBezTo>
                  <a:cubicBezTo>
                    <a:pt x="74" y="120"/>
                    <a:pt x="75" y="121"/>
                    <a:pt x="75" y="121"/>
                  </a:cubicBezTo>
                  <a:cubicBezTo>
                    <a:pt x="75" y="121"/>
                    <a:pt x="76" y="121"/>
                    <a:pt x="77" y="121"/>
                  </a:cubicBezTo>
                  <a:cubicBezTo>
                    <a:pt x="77" y="121"/>
                    <a:pt x="78" y="122"/>
                    <a:pt x="78" y="122"/>
                  </a:cubicBezTo>
                  <a:cubicBezTo>
                    <a:pt x="79" y="122"/>
                    <a:pt x="80" y="122"/>
                    <a:pt x="80" y="122"/>
                  </a:cubicBezTo>
                  <a:cubicBezTo>
                    <a:pt x="81" y="122"/>
                    <a:pt x="82" y="122"/>
                    <a:pt x="82" y="122"/>
                  </a:cubicBezTo>
                  <a:cubicBezTo>
                    <a:pt x="83" y="122"/>
                    <a:pt x="84" y="123"/>
                    <a:pt x="84" y="123"/>
                  </a:cubicBezTo>
                  <a:cubicBezTo>
                    <a:pt x="85" y="124"/>
                    <a:pt x="85" y="125"/>
                    <a:pt x="85" y="126"/>
                  </a:cubicBezTo>
                  <a:cubicBezTo>
                    <a:pt x="85" y="126"/>
                    <a:pt x="85" y="128"/>
                    <a:pt x="85" y="128"/>
                  </a:cubicBezTo>
                  <a:cubicBezTo>
                    <a:pt x="85" y="129"/>
                    <a:pt x="85" y="130"/>
                    <a:pt x="84" y="131"/>
                  </a:cubicBezTo>
                  <a:cubicBezTo>
                    <a:pt x="84" y="131"/>
                    <a:pt x="84" y="132"/>
                    <a:pt x="84" y="133"/>
                  </a:cubicBezTo>
                  <a:cubicBezTo>
                    <a:pt x="83" y="133"/>
                    <a:pt x="83" y="134"/>
                    <a:pt x="83" y="135"/>
                  </a:cubicBezTo>
                  <a:cubicBezTo>
                    <a:pt x="83" y="135"/>
                    <a:pt x="82" y="136"/>
                    <a:pt x="81" y="136"/>
                  </a:cubicBezTo>
                  <a:cubicBezTo>
                    <a:pt x="81" y="136"/>
                    <a:pt x="80" y="136"/>
                    <a:pt x="80" y="136"/>
                  </a:cubicBezTo>
                  <a:cubicBezTo>
                    <a:pt x="80" y="136"/>
                    <a:pt x="79" y="136"/>
                    <a:pt x="78" y="136"/>
                  </a:cubicBezTo>
                  <a:cubicBezTo>
                    <a:pt x="78" y="137"/>
                    <a:pt x="78" y="138"/>
                    <a:pt x="78" y="138"/>
                  </a:cubicBezTo>
                  <a:cubicBezTo>
                    <a:pt x="77" y="138"/>
                    <a:pt x="77" y="138"/>
                    <a:pt x="76" y="138"/>
                  </a:cubicBezTo>
                  <a:cubicBezTo>
                    <a:pt x="76" y="138"/>
                    <a:pt x="76" y="137"/>
                    <a:pt x="75" y="137"/>
                  </a:cubicBezTo>
                  <a:cubicBezTo>
                    <a:pt x="75" y="136"/>
                    <a:pt x="75" y="136"/>
                    <a:pt x="74" y="136"/>
                  </a:cubicBezTo>
                  <a:cubicBezTo>
                    <a:pt x="74" y="135"/>
                    <a:pt x="75" y="134"/>
                    <a:pt x="75" y="134"/>
                  </a:cubicBezTo>
                  <a:cubicBezTo>
                    <a:pt x="75" y="133"/>
                    <a:pt x="75" y="132"/>
                    <a:pt x="75" y="131"/>
                  </a:cubicBezTo>
                  <a:cubicBezTo>
                    <a:pt x="75" y="131"/>
                    <a:pt x="74" y="131"/>
                    <a:pt x="74" y="131"/>
                  </a:cubicBezTo>
                  <a:cubicBezTo>
                    <a:pt x="74" y="130"/>
                    <a:pt x="73" y="131"/>
                    <a:pt x="73" y="131"/>
                  </a:cubicBezTo>
                  <a:cubicBezTo>
                    <a:pt x="73" y="132"/>
                    <a:pt x="73" y="132"/>
                    <a:pt x="73" y="133"/>
                  </a:cubicBezTo>
                  <a:cubicBezTo>
                    <a:pt x="73" y="133"/>
                    <a:pt x="73" y="134"/>
                    <a:pt x="73" y="135"/>
                  </a:cubicBezTo>
                  <a:cubicBezTo>
                    <a:pt x="73" y="135"/>
                    <a:pt x="72" y="136"/>
                    <a:pt x="73" y="136"/>
                  </a:cubicBezTo>
                  <a:cubicBezTo>
                    <a:pt x="73" y="137"/>
                    <a:pt x="73" y="138"/>
                    <a:pt x="74" y="138"/>
                  </a:cubicBezTo>
                  <a:cubicBezTo>
                    <a:pt x="74" y="138"/>
                    <a:pt x="74" y="139"/>
                    <a:pt x="74" y="140"/>
                  </a:cubicBezTo>
                  <a:cubicBezTo>
                    <a:pt x="73" y="140"/>
                    <a:pt x="73" y="141"/>
                    <a:pt x="73" y="142"/>
                  </a:cubicBezTo>
                  <a:cubicBezTo>
                    <a:pt x="72" y="142"/>
                    <a:pt x="72" y="142"/>
                    <a:pt x="71" y="141"/>
                  </a:cubicBezTo>
                  <a:cubicBezTo>
                    <a:pt x="71" y="141"/>
                    <a:pt x="71" y="140"/>
                    <a:pt x="71" y="140"/>
                  </a:cubicBezTo>
                  <a:cubicBezTo>
                    <a:pt x="71" y="140"/>
                    <a:pt x="70" y="140"/>
                    <a:pt x="70" y="140"/>
                  </a:cubicBezTo>
                  <a:cubicBezTo>
                    <a:pt x="70" y="140"/>
                    <a:pt x="70" y="140"/>
                    <a:pt x="70" y="140"/>
                  </a:cubicBezTo>
                  <a:cubicBezTo>
                    <a:pt x="70" y="141"/>
                    <a:pt x="70" y="142"/>
                    <a:pt x="70" y="142"/>
                  </a:cubicBezTo>
                  <a:cubicBezTo>
                    <a:pt x="70" y="142"/>
                    <a:pt x="69" y="143"/>
                    <a:pt x="69" y="143"/>
                  </a:cubicBezTo>
                  <a:cubicBezTo>
                    <a:pt x="69" y="143"/>
                    <a:pt x="68" y="142"/>
                    <a:pt x="68" y="141"/>
                  </a:cubicBezTo>
                  <a:cubicBezTo>
                    <a:pt x="68" y="141"/>
                    <a:pt x="67" y="140"/>
                    <a:pt x="66" y="139"/>
                  </a:cubicBezTo>
                  <a:cubicBezTo>
                    <a:pt x="66" y="139"/>
                    <a:pt x="67" y="137"/>
                    <a:pt x="66" y="137"/>
                  </a:cubicBezTo>
                  <a:cubicBezTo>
                    <a:pt x="66" y="136"/>
                    <a:pt x="66" y="136"/>
                    <a:pt x="66" y="136"/>
                  </a:cubicBezTo>
                  <a:cubicBezTo>
                    <a:pt x="66" y="135"/>
                    <a:pt x="66" y="133"/>
                    <a:pt x="65" y="132"/>
                  </a:cubicBezTo>
                  <a:cubicBezTo>
                    <a:pt x="65" y="132"/>
                    <a:pt x="65" y="132"/>
                    <a:pt x="64" y="132"/>
                  </a:cubicBezTo>
                  <a:cubicBezTo>
                    <a:pt x="64" y="131"/>
                    <a:pt x="64" y="130"/>
                    <a:pt x="63" y="130"/>
                  </a:cubicBezTo>
                  <a:cubicBezTo>
                    <a:pt x="63" y="130"/>
                    <a:pt x="62" y="131"/>
                    <a:pt x="62" y="131"/>
                  </a:cubicBezTo>
                  <a:cubicBezTo>
                    <a:pt x="62" y="132"/>
                    <a:pt x="63" y="132"/>
                    <a:pt x="63" y="133"/>
                  </a:cubicBezTo>
                  <a:cubicBezTo>
                    <a:pt x="63" y="133"/>
                    <a:pt x="64" y="133"/>
                    <a:pt x="64" y="134"/>
                  </a:cubicBezTo>
                  <a:cubicBezTo>
                    <a:pt x="64" y="134"/>
                    <a:pt x="63" y="135"/>
                    <a:pt x="63" y="136"/>
                  </a:cubicBezTo>
                  <a:cubicBezTo>
                    <a:pt x="63" y="137"/>
                    <a:pt x="64" y="137"/>
                    <a:pt x="64" y="138"/>
                  </a:cubicBezTo>
                  <a:cubicBezTo>
                    <a:pt x="64" y="138"/>
                    <a:pt x="65" y="139"/>
                    <a:pt x="65" y="140"/>
                  </a:cubicBezTo>
                  <a:cubicBezTo>
                    <a:pt x="65" y="140"/>
                    <a:pt x="65" y="141"/>
                    <a:pt x="65" y="141"/>
                  </a:cubicBezTo>
                  <a:cubicBezTo>
                    <a:pt x="64" y="141"/>
                    <a:pt x="63" y="141"/>
                    <a:pt x="63" y="141"/>
                  </a:cubicBezTo>
                  <a:cubicBezTo>
                    <a:pt x="63" y="140"/>
                    <a:pt x="62" y="140"/>
                    <a:pt x="62" y="140"/>
                  </a:cubicBezTo>
                  <a:cubicBezTo>
                    <a:pt x="62" y="140"/>
                    <a:pt x="61" y="140"/>
                    <a:pt x="61" y="140"/>
                  </a:cubicBezTo>
                  <a:cubicBezTo>
                    <a:pt x="60" y="141"/>
                    <a:pt x="60" y="142"/>
                    <a:pt x="60" y="141"/>
                  </a:cubicBezTo>
                  <a:cubicBezTo>
                    <a:pt x="59" y="141"/>
                    <a:pt x="59" y="140"/>
                    <a:pt x="59" y="140"/>
                  </a:cubicBezTo>
                  <a:cubicBezTo>
                    <a:pt x="58" y="139"/>
                    <a:pt x="58" y="137"/>
                    <a:pt x="57" y="136"/>
                  </a:cubicBezTo>
                  <a:cubicBezTo>
                    <a:pt x="57" y="135"/>
                    <a:pt x="56" y="134"/>
                    <a:pt x="55" y="133"/>
                  </a:cubicBezTo>
                  <a:cubicBezTo>
                    <a:pt x="55" y="133"/>
                    <a:pt x="55" y="131"/>
                    <a:pt x="55" y="130"/>
                  </a:cubicBezTo>
                  <a:cubicBezTo>
                    <a:pt x="55" y="130"/>
                    <a:pt x="54" y="129"/>
                    <a:pt x="54" y="129"/>
                  </a:cubicBezTo>
                  <a:cubicBezTo>
                    <a:pt x="54" y="128"/>
                    <a:pt x="53" y="127"/>
                    <a:pt x="53" y="126"/>
                  </a:cubicBezTo>
                  <a:cubicBezTo>
                    <a:pt x="53" y="126"/>
                    <a:pt x="54" y="126"/>
                    <a:pt x="54" y="125"/>
                  </a:cubicBezTo>
                  <a:cubicBezTo>
                    <a:pt x="54" y="125"/>
                    <a:pt x="55" y="123"/>
                    <a:pt x="55" y="122"/>
                  </a:cubicBezTo>
                  <a:cubicBezTo>
                    <a:pt x="55" y="122"/>
                    <a:pt x="55" y="120"/>
                    <a:pt x="55" y="120"/>
                  </a:cubicBezTo>
                  <a:cubicBezTo>
                    <a:pt x="55" y="119"/>
                    <a:pt x="54" y="119"/>
                    <a:pt x="54" y="118"/>
                  </a:cubicBezTo>
                  <a:cubicBezTo>
                    <a:pt x="54" y="118"/>
                    <a:pt x="55" y="117"/>
                    <a:pt x="55" y="116"/>
                  </a:cubicBezTo>
                  <a:cubicBezTo>
                    <a:pt x="56" y="116"/>
                    <a:pt x="56" y="114"/>
                    <a:pt x="56" y="114"/>
                  </a:cubicBezTo>
                  <a:cubicBezTo>
                    <a:pt x="56" y="113"/>
                    <a:pt x="57" y="112"/>
                    <a:pt x="57" y="112"/>
                  </a:cubicBezTo>
                  <a:cubicBezTo>
                    <a:pt x="57" y="112"/>
                    <a:pt x="58" y="112"/>
                    <a:pt x="59" y="111"/>
                  </a:cubicBezTo>
                  <a:cubicBezTo>
                    <a:pt x="59" y="111"/>
                    <a:pt x="60" y="110"/>
                    <a:pt x="60" y="110"/>
                  </a:cubicBezTo>
                  <a:cubicBezTo>
                    <a:pt x="60" y="110"/>
                    <a:pt x="60" y="109"/>
                    <a:pt x="61" y="109"/>
                  </a:cubicBezTo>
                  <a:cubicBezTo>
                    <a:pt x="61" y="109"/>
                    <a:pt x="62" y="109"/>
                    <a:pt x="62" y="109"/>
                  </a:cubicBezTo>
                  <a:cubicBezTo>
                    <a:pt x="63" y="109"/>
                    <a:pt x="63" y="109"/>
                    <a:pt x="64" y="109"/>
                  </a:cubicBezTo>
                  <a:cubicBezTo>
                    <a:pt x="64" y="109"/>
                    <a:pt x="65" y="110"/>
                    <a:pt x="65" y="110"/>
                  </a:cubicBezTo>
                  <a:cubicBezTo>
                    <a:pt x="65" y="110"/>
                    <a:pt x="66" y="109"/>
                    <a:pt x="66" y="109"/>
                  </a:cubicBezTo>
                  <a:cubicBezTo>
                    <a:pt x="66" y="109"/>
                    <a:pt x="68" y="110"/>
                    <a:pt x="68" y="109"/>
                  </a:cubicBezTo>
                  <a:cubicBezTo>
                    <a:pt x="68" y="109"/>
                    <a:pt x="68" y="108"/>
                    <a:pt x="68" y="108"/>
                  </a:cubicBezTo>
                  <a:cubicBezTo>
                    <a:pt x="68" y="108"/>
                    <a:pt x="66" y="107"/>
                    <a:pt x="66" y="107"/>
                  </a:cubicBezTo>
                  <a:cubicBezTo>
                    <a:pt x="65" y="107"/>
                    <a:pt x="64" y="107"/>
                    <a:pt x="63" y="107"/>
                  </a:cubicBezTo>
                  <a:cubicBezTo>
                    <a:pt x="62" y="107"/>
                    <a:pt x="61" y="107"/>
                    <a:pt x="60" y="107"/>
                  </a:cubicBezTo>
                  <a:cubicBezTo>
                    <a:pt x="59" y="107"/>
                    <a:pt x="58" y="107"/>
                    <a:pt x="57" y="107"/>
                  </a:cubicBezTo>
                  <a:cubicBezTo>
                    <a:pt x="57" y="107"/>
                    <a:pt x="56" y="108"/>
                    <a:pt x="56" y="108"/>
                  </a:cubicBezTo>
                  <a:cubicBezTo>
                    <a:pt x="57" y="108"/>
                    <a:pt x="57" y="108"/>
                    <a:pt x="58" y="109"/>
                  </a:cubicBezTo>
                  <a:cubicBezTo>
                    <a:pt x="58" y="109"/>
                    <a:pt x="57" y="110"/>
                    <a:pt x="57" y="110"/>
                  </a:cubicBezTo>
                  <a:cubicBezTo>
                    <a:pt x="57" y="111"/>
                    <a:pt x="56" y="111"/>
                    <a:pt x="55" y="112"/>
                  </a:cubicBezTo>
                  <a:cubicBezTo>
                    <a:pt x="55" y="112"/>
                    <a:pt x="54" y="114"/>
                    <a:pt x="53" y="115"/>
                  </a:cubicBezTo>
                  <a:cubicBezTo>
                    <a:pt x="53" y="115"/>
                    <a:pt x="51" y="116"/>
                    <a:pt x="51" y="117"/>
                  </a:cubicBezTo>
                  <a:cubicBezTo>
                    <a:pt x="50" y="117"/>
                    <a:pt x="50" y="118"/>
                    <a:pt x="49" y="118"/>
                  </a:cubicBezTo>
                  <a:cubicBezTo>
                    <a:pt x="49" y="119"/>
                    <a:pt x="48" y="119"/>
                    <a:pt x="47" y="119"/>
                  </a:cubicBezTo>
                  <a:cubicBezTo>
                    <a:pt x="47" y="120"/>
                    <a:pt x="48" y="121"/>
                    <a:pt x="48" y="121"/>
                  </a:cubicBezTo>
                  <a:cubicBezTo>
                    <a:pt x="48" y="121"/>
                    <a:pt x="47" y="122"/>
                    <a:pt x="47" y="122"/>
                  </a:cubicBezTo>
                  <a:cubicBezTo>
                    <a:pt x="47" y="123"/>
                    <a:pt x="47" y="123"/>
                    <a:pt x="48" y="124"/>
                  </a:cubicBezTo>
                  <a:cubicBezTo>
                    <a:pt x="48" y="124"/>
                    <a:pt x="49" y="123"/>
                    <a:pt x="49" y="124"/>
                  </a:cubicBezTo>
                  <a:cubicBezTo>
                    <a:pt x="50" y="124"/>
                    <a:pt x="50" y="124"/>
                    <a:pt x="51" y="125"/>
                  </a:cubicBezTo>
                  <a:cubicBezTo>
                    <a:pt x="51" y="125"/>
                    <a:pt x="51" y="126"/>
                    <a:pt x="51" y="127"/>
                  </a:cubicBezTo>
                  <a:cubicBezTo>
                    <a:pt x="51" y="127"/>
                    <a:pt x="51" y="129"/>
                    <a:pt x="51" y="129"/>
                  </a:cubicBezTo>
                  <a:cubicBezTo>
                    <a:pt x="51" y="130"/>
                    <a:pt x="51" y="130"/>
                    <a:pt x="50" y="131"/>
                  </a:cubicBezTo>
                  <a:cubicBezTo>
                    <a:pt x="50" y="131"/>
                    <a:pt x="49" y="132"/>
                    <a:pt x="50" y="132"/>
                  </a:cubicBezTo>
                  <a:cubicBezTo>
                    <a:pt x="50" y="133"/>
                    <a:pt x="51" y="133"/>
                    <a:pt x="51" y="133"/>
                  </a:cubicBezTo>
                  <a:cubicBezTo>
                    <a:pt x="51" y="133"/>
                    <a:pt x="52" y="132"/>
                    <a:pt x="52" y="132"/>
                  </a:cubicBezTo>
                  <a:cubicBezTo>
                    <a:pt x="53" y="132"/>
                    <a:pt x="53" y="133"/>
                    <a:pt x="54" y="133"/>
                  </a:cubicBezTo>
                  <a:cubicBezTo>
                    <a:pt x="54" y="134"/>
                    <a:pt x="54" y="135"/>
                    <a:pt x="54" y="136"/>
                  </a:cubicBezTo>
                  <a:cubicBezTo>
                    <a:pt x="54" y="137"/>
                    <a:pt x="55" y="137"/>
                    <a:pt x="55" y="138"/>
                  </a:cubicBezTo>
                  <a:cubicBezTo>
                    <a:pt x="55" y="138"/>
                    <a:pt x="55" y="139"/>
                    <a:pt x="54" y="140"/>
                  </a:cubicBezTo>
                  <a:cubicBezTo>
                    <a:pt x="54" y="140"/>
                    <a:pt x="53" y="140"/>
                    <a:pt x="53" y="140"/>
                  </a:cubicBezTo>
                  <a:cubicBezTo>
                    <a:pt x="52" y="140"/>
                    <a:pt x="51" y="140"/>
                    <a:pt x="51" y="141"/>
                  </a:cubicBezTo>
                  <a:cubicBezTo>
                    <a:pt x="51" y="142"/>
                    <a:pt x="52" y="142"/>
                    <a:pt x="52" y="142"/>
                  </a:cubicBezTo>
                  <a:cubicBezTo>
                    <a:pt x="52" y="142"/>
                    <a:pt x="53" y="142"/>
                    <a:pt x="53" y="142"/>
                  </a:cubicBezTo>
                  <a:cubicBezTo>
                    <a:pt x="54" y="142"/>
                    <a:pt x="55" y="142"/>
                    <a:pt x="55" y="142"/>
                  </a:cubicBezTo>
                  <a:cubicBezTo>
                    <a:pt x="55" y="143"/>
                    <a:pt x="56" y="144"/>
                    <a:pt x="56" y="144"/>
                  </a:cubicBezTo>
                  <a:cubicBezTo>
                    <a:pt x="56" y="145"/>
                    <a:pt x="57" y="145"/>
                    <a:pt x="57" y="145"/>
                  </a:cubicBezTo>
                  <a:cubicBezTo>
                    <a:pt x="57" y="146"/>
                    <a:pt x="57" y="147"/>
                    <a:pt x="57" y="147"/>
                  </a:cubicBezTo>
                  <a:cubicBezTo>
                    <a:pt x="57" y="147"/>
                    <a:pt x="56" y="148"/>
                    <a:pt x="56" y="148"/>
                  </a:cubicBezTo>
                  <a:cubicBezTo>
                    <a:pt x="56" y="149"/>
                    <a:pt x="56" y="149"/>
                    <a:pt x="55" y="149"/>
                  </a:cubicBezTo>
                  <a:cubicBezTo>
                    <a:pt x="55" y="149"/>
                    <a:pt x="53" y="149"/>
                    <a:pt x="52" y="149"/>
                  </a:cubicBezTo>
                  <a:cubicBezTo>
                    <a:pt x="51" y="149"/>
                    <a:pt x="50" y="148"/>
                    <a:pt x="49" y="148"/>
                  </a:cubicBezTo>
                  <a:cubicBezTo>
                    <a:pt x="49" y="148"/>
                    <a:pt x="48" y="147"/>
                    <a:pt x="47" y="146"/>
                  </a:cubicBezTo>
                  <a:cubicBezTo>
                    <a:pt x="47" y="146"/>
                    <a:pt x="46" y="145"/>
                    <a:pt x="45" y="145"/>
                  </a:cubicBezTo>
                  <a:cubicBezTo>
                    <a:pt x="45" y="145"/>
                    <a:pt x="43" y="145"/>
                    <a:pt x="43" y="145"/>
                  </a:cubicBezTo>
                  <a:cubicBezTo>
                    <a:pt x="42" y="145"/>
                    <a:pt x="42" y="146"/>
                    <a:pt x="42" y="146"/>
                  </a:cubicBezTo>
                  <a:cubicBezTo>
                    <a:pt x="42" y="147"/>
                    <a:pt x="43" y="147"/>
                    <a:pt x="43" y="147"/>
                  </a:cubicBezTo>
                  <a:cubicBezTo>
                    <a:pt x="43" y="148"/>
                    <a:pt x="43" y="149"/>
                    <a:pt x="43" y="149"/>
                  </a:cubicBezTo>
                  <a:cubicBezTo>
                    <a:pt x="43" y="150"/>
                    <a:pt x="42" y="150"/>
                    <a:pt x="42" y="150"/>
                  </a:cubicBezTo>
                  <a:cubicBezTo>
                    <a:pt x="41" y="150"/>
                    <a:pt x="41" y="149"/>
                    <a:pt x="40" y="149"/>
                  </a:cubicBezTo>
                  <a:cubicBezTo>
                    <a:pt x="40" y="149"/>
                    <a:pt x="40" y="150"/>
                    <a:pt x="40" y="150"/>
                  </a:cubicBezTo>
                  <a:cubicBezTo>
                    <a:pt x="40" y="150"/>
                    <a:pt x="40" y="151"/>
                    <a:pt x="40" y="151"/>
                  </a:cubicBezTo>
                  <a:cubicBezTo>
                    <a:pt x="40" y="152"/>
                    <a:pt x="41" y="153"/>
                    <a:pt x="41" y="153"/>
                  </a:cubicBezTo>
                  <a:cubicBezTo>
                    <a:pt x="41" y="153"/>
                    <a:pt x="42" y="153"/>
                    <a:pt x="42" y="152"/>
                  </a:cubicBezTo>
                  <a:cubicBezTo>
                    <a:pt x="42" y="152"/>
                    <a:pt x="43" y="151"/>
                    <a:pt x="43" y="151"/>
                  </a:cubicBezTo>
                  <a:cubicBezTo>
                    <a:pt x="44" y="151"/>
                    <a:pt x="45" y="151"/>
                    <a:pt x="45" y="151"/>
                  </a:cubicBezTo>
                  <a:cubicBezTo>
                    <a:pt x="45" y="152"/>
                    <a:pt x="45" y="152"/>
                    <a:pt x="46" y="153"/>
                  </a:cubicBezTo>
                  <a:cubicBezTo>
                    <a:pt x="46" y="153"/>
                    <a:pt x="46" y="154"/>
                    <a:pt x="46" y="155"/>
                  </a:cubicBezTo>
                  <a:cubicBezTo>
                    <a:pt x="46" y="155"/>
                    <a:pt x="46" y="156"/>
                    <a:pt x="47" y="156"/>
                  </a:cubicBezTo>
                  <a:cubicBezTo>
                    <a:pt x="47" y="157"/>
                    <a:pt x="48" y="157"/>
                    <a:pt x="48" y="157"/>
                  </a:cubicBezTo>
                  <a:cubicBezTo>
                    <a:pt x="48" y="157"/>
                    <a:pt x="49" y="158"/>
                    <a:pt x="49" y="158"/>
                  </a:cubicBezTo>
                  <a:cubicBezTo>
                    <a:pt x="49" y="159"/>
                    <a:pt x="49" y="160"/>
                    <a:pt x="49" y="161"/>
                  </a:cubicBezTo>
                  <a:cubicBezTo>
                    <a:pt x="48" y="161"/>
                    <a:pt x="47" y="162"/>
                    <a:pt x="47" y="162"/>
                  </a:cubicBezTo>
                  <a:cubicBezTo>
                    <a:pt x="46" y="162"/>
                    <a:pt x="45" y="161"/>
                    <a:pt x="45" y="161"/>
                  </a:cubicBezTo>
                  <a:cubicBezTo>
                    <a:pt x="44" y="161"/>
                    <a:pt x="44" y="160"/>
                    <a:pt x="43" y="160"/>
                  </a:cubicBezTo>
                  <a:cubicBezTo>
                    <a:pt x="43" y="160"/>
                    <a:pt x="43" y="160"/>
                    <a:pt x="42" y="160"/>
                  </a:cubicBezTo>
                  <a:cubicBezTo>
                    <a:pt x="42" y="159"/>
                    <a:pt x="41" y="159"/>
                    <a:pt x="41" y="159"/>
                  </a:cubicBezTo>
                  <a:cubicBezTo>
                    <a:pt x="41" y="159"/>
                    <a:pt x="41" y="160"/>
                    <a:pt x="41" y="160"/>
                  </a:cubicBezTo>
                  <a:cubicBezTo>
                    <a:pt x="41" y="161"/>
                    <a:pt x="42" y="161"/>
                    <a:pt x="42" y="162"/>
                  </a:cubicBezTo>
                  <a:cubicBezTo>
                    <a:pt x="42" y="162"/>
                    <a:pt x="41" y="163"/>
                    <a:pt x="41" y="163"/>
                  </a:cubicBezTo>
                  <a:cubicBezTo>
                    <a:pt x="41" y="163"/>
                    <a:pt x="42" y="164"/>
                    <a:pt x="41" y="164"/>
                  </a:cubicBezTo>
                  <a:cubicBezTo>
                    <a:pt x="41" y="165"/>
                    <a:pt x="41" y="166"/>
                    <a:pt x="41" y="166"/>
                  </a:cubicBezTo>
                  <a:cubicBezTo>
                    <a:pt x="40" y="166"/>
                    <a:pt x="40" y="164"/>
                    <a:pt x="40" y="164"/>
                  </a:cubicBezTo>
                  <a:cubicBezTo>
                    <a:pt x="39" y="164"/>
                    <a:pt x="38" y="164"/>
                    <a:pt x="38" y="164"/>
                  </a:cubicBezTo>
                  <a:cubicBezTo>
                    <a:pt x="37" y="163"/>
                    <a:pt x="37" y="163"/>
                    <a:pt x="37" y="162"/>
                  </a:cubicBezTo>
                  <a:cubicBezTo>
                    <a:pt x="36" y="162"/>
                    <a:pt x="37" y="161"/>
                    <a:pt x="37" y="160"/>
                  </a:cubicBezTo>
                  <a:cubicBezTo>
                    <a:pt x="36" y="160"/>
                    <a:pt x="36" y="159"/>
                    <a:pt x="35" y="159"/>
                  </a:cubicBezTo>
                  <a:cubicBezTo>
                    <a:pt x="35" y="159"/>
                    <a:pt x="35" y="160"/>
                    <a:pt x="35" y="160"/>
                  </a:cubicBezTo>
                  <a:cubicBezTo>
                    <a:pt x="35" y="161"/>
                    <a:pt x="35" y="162"/>
                    <a:pt x="35" y="162"/>
                  </a:cubicBezTo>
                  <a:cubicBezTo>
                    <a:pt x="35" y="163"/>
                    <a:pt x="36" y="164"/>
                    <a:pt x="35" y="165"/>
                  </a:cubicBezTo>
                  <a:cubicBezTo>
                    <a:pt x="35" y="165"/>
                    <a:pt x="34" y="164"/>
                    <a:pt x="34" y="164"/>
                  </a:cubicBezTo>
                  <a:cubicBezTo>
                    <a:pt x="33" y="164"/>
                    <a:pt x="33" y="163"/>
                    <a:pt x="32" y="163"/>
                  </a:cubicBezTo>
                  <a:cubicBezTo>
                    <a:pt x="32" y="163"/>
                    <a:pt x="32" y="164"/>
                    <a:pt x="32" y="164"/>
                  </a:cubicBezTo>
                  <a:cubicBezTo>
                    <a:pt x="32" y="165"/>
                    <a:pt x="33" y="165"/>
                    <a:pt x="33" y="166"/>
                  </a:cubicBezTo>
                  <a:cubicBezTo>
                    <a:pt x="32" y="166"/>
                    <a:pt x="32" y="167"/>
                    <a:pt x="32" y="167"/>
                  </a:cubicBezTo>
                  <a:cubicBezTo>
                    <a:pt x="31" y="167"/>
                    <a:pt x="31" y="167"/>
                    <a:pt x="31" y="167"/>
                  </a:cubicBezTo>
                  <a:cubicBezTo>
                    <a:pt x="30" y="167"/>
                    <a:pt x="30" y="168"/>
                    <a:pt x="30" y="168"/>
                  </a:cubicBezTo>
                  <a:cubicBezTo>
                    <a:pt x="30" y="169"/>
                    <a:pt x="30" y="169"/>
                    <a:pt x="30" y="169"/>
                  </a:cubicBezTo>
                  <a:cubicBezTo>
                    <a:pt x="31" y="169"/>
                    <a:pt x="31" y="170"/>
                    <a:pt x="31" y="171"/>
                  </a:cubicBezTo>
                  <a:cubicBezTo>
                    <a:pt x="30" y="171"/>
                    <a:pt x="30" y="172"/>
                    <a:pt x="30" y="172"/>
                  </a:cubicBezTo>
                  <a:cubicBezTo>
                    <a:pt x="30" y="172"/>
                    <a:pt x="29" y="172"/>
                    <a:pt x="29" y="172"/>
                  </a:cubicBezTo>
                  <a:cubicBezTo>
                    <a:pt x="29" y="172"/>
                    <a:pt x="28" y="171"/>
                    <a:pt x="28" y="171"/>
                  </a:cubicBezTo>
                  <a:cubicBezTo>
                    <a:pt x="28" y="171"/>
                    <a:pt x="28" y="170"/>
                    <a:pt x="28" y="170"/>
                  </a:cubicBezTo>
                  <a:cubicBezTo>
                    <a:pt x="28" y="170"/>
                    <a:pt x="27" y="170"/>
                    <a:pt x="27" y="170"/>
                  </a:cubicBezTo>
                  <a:cubicBezTo>
                    <a:pt x="26" y="170"/>
                    <a:pt x="26" y="171"/>
                    <a:pt x="26" y="172"/>
                  </a:cubicBezTo>
                  <a:cubicBezTo>
                    <a:pt x="26" y="172"/>
                    <a:pt x="25" y="172"/>
                    <a:pt x="25" y="172"/>
                  </a:cubicBezTo>
                  <a:cubicBezTo>
                    <a:pt x="25" y="172"/>
                    <a:pt x="25" y="173"/>
                    <a:pt x="25" y="173"/>
                  </a:cubicBezTo>
                  <a:cubicBezTo>
                    <a:pt x="26" y="174"/>
                    <a:pt x="27" y="173"/>
                    <a:pt x="27" y="173"/>
                  </a:cubicBezTo>
                  <a:cubicBezTo>
                    <a:pt x="27" y="174"/>
                    <a:pt x="28" y="174"/>
                    <a:pt x="28" y="174"/>
                  </a:cubicBezTo>
                  <a:cubicBezTo>
                    <a:pt x="28" y="174"/>
                    <a:pt x="28" y="175"/>
                    <a:pt x="28" y="175"/>
                  </a:cubicBezTo>
                  <a:cubicBezTo>
                    <a:pt x="28" y="176"/>
                    <a:pt x="27" y="176"/>
                    <a:pt x="27" y="176"/>
                  </a:cubicBezTo>
                  <a:cubicBezTo>
                    <a:pt x="26" y="176"/>
                    <a:pt x="25" y="176"/>
                    <a:pt x="25" y="176"/>
                  </a:cubicBezTo>
                  <a:cubicBezTo>
                    <a:pt x="25" y="176"/>
                    <a:pt x="24" y="175"/>
                    <a:pt x="24" y="176"/>
                  </a:cubicBezTo>
                  <a:cubicBezTo>
                    <a:pt x="23" y="176"/>
                    <a:pt x="23" y="176"/>
                    <a:pt x="23" y="176"/>
                  </a:cubicBezTo>
                  <a:cubicBezTo>
                    <a:pt x="23" y="177"/>
                    <a:pt x="23" y="178"/>
                    <a:pt x="22" y="178"/>
                  </a:cubicBezTo>
                  <a:cubicBezTo>
                    <a:pt x="22" y="179"/>
                    <a:pt x="22" y="179"/>
                    <a:pt x="21" y="179"/>
                  </a:cubicBezTo>
                  <a:cubicBezTo>
                    <a:pt x="21" y="179"/>
                    <a:pt x="20" y="180"/>
                    <a:pt x="20" y="180"/>
                  </a:cubicBezTo>
                  <a:cubicBezTo>
                    <a:pt x="19" y="180"/>
                    <a:pt x="19" y="180"/>
                    <a:pt x="19" y="180"/>
                  </a:cubicBezTo>
                  <a:cubicBezTo>
                    <a:pt x="19" y="181"/>
                    <a:pt x="19" y="182"/>
                    <a:pt x="19" y="182"/>
                  </a:cubicBezTo>
                  <a:cubicBezTo>
                    <a:pt x="19" y="182"/>
                    <a:pt x="18" y="182"/>
                    <a:pt x="18" y="18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6" name="Freeform 195"/>
            <p:cNvSpPr>
              <a:spLocks/>
            </p:cNvSpPr>
            <p:nvPr/>
          </p:nvSpPr>
          <p:spPr bwMode="auto">
            <a:xfrm>
              <a:off x="766763" y="1055688"/>
              <a:ext cx="15875" cy="15875"/>
            </a:xfrm>
            <a:custGeom>
              <a:avLst/>
              <a:gdLst/>
              <a:ahLst/>
              <a:cxnLst>
                <a:cxn ang="0">
                  <a:pos x="5" y="7"/>
                </a:cxn>
                <a:cxn ang="0">
                  <a:pos x="4" y="7"/>
                </a:cxn>
                <a:cxn ang="0">
                  <a:pos x="2" y="7"/>
                </a:cxn>
                <a:cxn ang="0">
                  <a:pos x="1" y="6"/>
                </a:cxn>
                <a:cxn ang="0">
                  <a:pos x="0" y="3"/>
                </a:cxn>
                <a:cxn ang="0">
                  <a:pos x="2" y="1"/>
                </a:cxn>
                <a:cxn ang="0">
                  <a:pos x="3" y="1"/>
                </a:cxn>
                <a:cxn ang="0">
                  <a:pos x="4" y="0"/>
                </a:cxn>
                <a:cxn ang="0">
                  <a:pos x="6" y="2"/>
                </a:cxn>
                <a:cxn ang="0">
                  <a:pos x="8" y="3"/>
                </a:cxn>
                <a:cxn ang="0">
                  <a:pos x="8" y="5"/>
                </a:cxn>
                <a:cxn ang="0">
                  <a:pos x="8" y="7"/>
                </a:cxn>
                <a:cxn ang="0">
                  <a:pos x="7" y="8"/>
                </a:cxn>
                <a:cxn ang="0">
                  <a:pos x="6" y="8"/>
                </a:cxn>
                <a:cxn ang="0">
                  <a:pos x="5" y="7"/>
                </a:cxn>
              </a:cxnLst>
              <a:rect l="0" t="0" r="r" b="b"/>
              <a:pathLst>
                <a:path w="8" h="8">
                  <a:moveTo>
                    <a:pt x="5" y="7"/>
                  </a:moveTo>
                  <a:cubicBezTo>
                    <a:pt x="5" y="6"/>
                    <a:pt x="4" y="7"/>
                    <a:pt x="4" y="7"/>
                  </a:cubicBezTo>
                  <a:cubicBezTo>
                    <a:pt x="3" y="7"/>
                    <a:pt x="2" y="7"/>
                    <a:pt x="2" y="7"/>
                  </a:cubicBezTo>
                  <a:cubicBezTo>
                    <a:pt x="2" y="7"/>
                    <a:pt x="1" y="6"/>
                    <a:pt x="1" y="6"/>
                  </a:cubicBezTo>
                  <a:cubicBezTo>
                    <a:pt x="0" y="5"/>
                    <a:pt x="0" y="4"/>
                    <a:pt x="0" y="3"/>
                  </a:cubicBezTo>
                  <a:cubicBezTo>
                    <a:pt x="0" y="3"/>
                    <a:pt x="1" y="1"/>
                    <a:pt x="2" y="1"/>
                  </a:cubicBezTo>
                  <a:cubicBezTo>
                    <a:pt x="2" y="1"/>
                    <a:pt x="2" y="1"/>
                    <a:pt x="3" y="1"/>
                  </a:cubicBezTo>
                  <a:cubicBezTo>
                    <a:pt x="3" y="1"/>
                    <a:pt x="4" y="0"/>
                    <a:pt x="4" y="0"/>
                  </a:cubicBezTo>
                  <a:cubicBezTo>
                    <a:pt x="5" y="1"/>
                    <a:pt x="6" y="1"/>
                    <a:pt x="6" y="2"/>
                  </a:cubicBezTo>
                  <a:cubicBezTo>
                    <a:pt x="6" y="2"/>
                    <a:pt x="7" y="3"/>
                    <a:pt x="8" y="3"/>
                  </a:cubicBezTo>
                  <a:cubicBezTo>
                    <a:pt x="8" y="4"/>
                    <a:pt x="8" y="5"/>
                    <a:pt x="8" y="5"/>
                  </a:cubicBezTo>
                  <a:cubicBezTo>
                    <a:pt x="8" y="5"/>
                    <a:pt x="8" y="6"/>
                    <a:pt x="8" y="7"/>
                  </a:cubicBezTo>
                  <a:cubicBezTo>
                    <a:pt x="8" y="7"/>
                    <a:pt x="8" y="8"/>
                    <a:pt x="7" y="8"/>
                  </a:cubicBezTo>
                  <a:cubicBezTo>
                    <a:pt x="7" y="8"/>
                    <a:pt x="6" y="8"/>
                    <a:pt x="6" y="8"/>
                  </a:cubicBezTo>
                  <a:cubicBezTo>
                    <a:pt x="5" y="7"/>
                    <a:pt x="6" y="7"/>
                    <a:pt x="5"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7" name="Freeform 196"/>
            <p:cNvSpPr>
              <a:spLocks/>
            </p:cNvSpPr>
            <p:nvPr/>
          </p:nvSpPr>
          <p:spPr bwMode="auto">
            <a:xfrm>
              <a:off x="774701" y="1033463"/>
              <a:ext cx="7938" cy="9525"/>
            </a:xfrm>
            <a:custGeom>
              <a:avLst/>
              <a:gdLst/>
              <a:ahLst/>
              <a:cxnLst>
                <a:cxn ang="0">
                  <a:pos x="2" y="5"/>
                </a:cxn>
                <a:cxn ang="0">
                  <a:pos x="2" y="3"/>
                </a:cxn>
                <a:cxn ang="0">
                  <a:pos x="0" y="2"/>
                </a:cxn>
                <a:cxn ang="0">
                  <a:pos x="0" y="1"/>
                </a:cxn>
                <a:cxn ang="0">
                  <a:pos x="1" y="1"/>
                </a:cxn>
                <a:cxn ang="0">
                  <a:pos x="2" y="1"/>
                </a:cxn>
                <a:cxn ang="0">
                  <a:pos x="3" y="1"/>
                </a:cxn>
                <a:cxn ang="0">
                  <a:pos x="4" y="3"/>
                </a:cxn>
                <a:cxn ang="0">
                  <a:pos x="3" y="4"/>
                </a:cxn>
                <a:cxn ang="0">
                  <a:pos x="2" y="5"/>
                </a:cxn>
              </a:cxnLst>
              <a:rect l="0" t="0" r="r" b="b"/>
              <a:pathLst>
                <a:path w="4" h="5">
                  <a:moveTo>
                    <a:pt x="2" y="5"/>
                  </a:moveTo>
                  <a:cubicBezTo>
                    <a:pt x="2" y="5"/>
                    <a:pt x="2" y="3"/>
                    <a:pt x="2" y="3"/>
                  </a:cubicBezTo>
                  <a:cubicBezTo>
                    <a:pt x="1" y="3"/>
                    <a:pt x="1" y="3"/>
                    <a:pt x="0" y="2"/>
                  </a:cubicBezTo>
                  <a:cubicBezTo>
                    <a:pt x="0" y="2"/>
                    <a:pt x="0" y="2"/>
                    <a:pt x="0" y="1"/>
                  </a:cubicBezTo>
                  <a:cubicBezTo>
                    <a:pt x="0" y="1"/>
                    <a:pt x="1" y="1"/>
                    <a:pt x="1" y="1"/>
                  </a:cubicBezTo>
                  <a:cubicBezTo>
                    <a:pt x="1" y="0"/>
                    <a:pt x="2" y="1"/>
                    <a:pt x="2" y="1"/>
                  </a:cubicBezTo>
                  <a:cubicBezTo>
                    <a:pt x="2" y="1"/>
                    <a:pt x="3" y="1"/>
                    <a:pt x="3" y="1"/>
                  </a:cubicBezTo>
                  <a:cubicBezTo>
                    <a:pt x="4" y="2"/>
                    <a:pt x="4" y="3"/>
                    <a:pt x="4" y="3"/>
                  </a:cubicBezTo>
                  <a:cubicBezTo>
                    <a:pt x="4" y="3"/>
                    <a:pt x="4" y="4"/>
                    <a:pt x="3" y="4"/>
                  </a:cubicBezTo>
                  <a:cubicBezTo>
                    <a:pt x="3" y="5"/>
                    <a:pt x="3" y="5"/>
                    <a:pt x="2"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8" name="Freeform 197"/>
            <p:cNvSpPr>
              <a:spLocks/>
            </p:cNvSpPr>
            <p:nvPr/>
          </p:nvSpPr>
          <p:spPr bwMode="auto">
            <a:xfrm>
              <a:off x="935038" y="1082676"/>
              <a:ext cx="6350" cy="3175"/>
            </a:xfrm>
            <a:custGeom>
              <a:avLst/>
              <a:gdLst/>
              <a:ahLst/>
              <a:cxnLst>
                <a:cxn ang="0">
                  <a:pos x="3" y="2"/>
                </a:cxn>
                <a:cxn ang="0">
                  <a:pos x="1" y="2"/>
                </a:cxn>
                <a:cxn ang="0">
                  <a:pos x="0" y="1"/>
                </a:cxn>
                <a:cxn ang="0">
                  <a:pos x="1" y="0"/>
                </a:cxn>
                <a:cxn ang="0">
                  <a:pos x="2" y="0"/>
                </a:cxn>
                <a:cxn ang="0">
                  <a:pos x="3" y="0"/>
                </a:cxn>
                <a:cxn ang="0">
                  <a:pos x="3" y="2"/>
                </a:cxn>
                <a:cxn ang="0">
                  <a:pos x="3" y="2"/>
                </a:cxn>
              </a:cxnLst>
              <a:rect l="0" t="0" r="r" b="b"/>
              <a:pathLst>
                <a:path w="3" h="2">
                  <a:moveTo>
                    <a:pt x="3" y="2"/>
                  </a:moveTo>
                  <a:cubicBezTo>
                    <a:pt x="2" y="2"/>
                    <a:pt x="1" y="2"/>
                    <a:pt x="1" y="2"/>
                  </a:cubicBezTo>
                  <a:cubicBezTo>
                    <a:pt x="1" y="2"/>
                    <a:pt x="0" y="1"/>
                    <a:pt x="0" y="1"/>
                  </a:cubicBezTo>
                  <a:cubicBezTo>
                    <a:pt x="0" y="1"/>
                    <a:pt x="0" y="0"/>
                    <a:pt x="1" y="0"/>
                  </a:cubicBezTo>
                  <a:cubicBezTo>
                    <a:pt x="1" y="0"/>
                    <a:pt x="2" y="0"/>
                    <a:pt x="2" y="0"/>
                  </a:cubicBezTo>
                  <a:cubicBezTo>
                    <a:pt x="2" y="0"/>
                    <a:pt x="3" y="0"/>
                    <a:pt x="3" y="0"/>
                  </a:cubicBezTo>
                  <a:cubicBezTo>
                    <a:pt x="3" y="1"/>
                    <a:pt x="3" y="1"/>
                    <a:pt x="3" y="2"/>
                  </a:cubicBezTo>
                  <a:cubicBezTo>
                    <a:pt x="3" y="2"/>
                    <a:pt x="3"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9" name="Freeform 198"/>
            <p:cNvSpPr>
              <a:spLocks/>
            </p:cNvSpPr>
            <p:nvPr/>
          </p:nvSpPr>
          <p:spPr bwMode="auto">
            <a:xfrm>
              <a:off x="866776" y="1077913"/>
              <a:ext cx="4763" cy="6350"/>
            </a:xfrm>
            <a:custGeom>
              <a:avLst/>
              <a:gdLst/>
              <a:ahLst/>
              <a:cxnLst>
                <a:cxn ang="0">
                  <a:pos x="2" y="4"/>
                </a:cxn>
                <a:cxn ang="0">
                  <a:pos x="1" y="3"/>
                </a:cxn>
                <a:cxn ang="0">
                  <a:pos x="0" y="2"/>
                </a:cxn>
                <a:cxn ang="0">
                  <a:pos x="1" y="0"/>
                </a:cxn>
                <a:cxn ang="0">
                  <a:pos x="2" y="1"/>
                </a:cxn>
                <a:cxn ang="0">
                  <a:pos x="2" y="2"/>
                </a:cxn>
                <a:cxn ang="0">
                  <a:pos x="2" y="3"/>
                </a:cxn>
                <a:cxn ang="0">
                  <a:pos x="2" y="4"/>
                </a:cxn>
              </a:cxnLst>
              <a:rect l="0" t="0" r="r" b="b"/>
              <a:pathLst>
                <a:path w="2" h="4">
                  <a:moveTo>
                    <a:pt x="2" y="4"/>
                  </a:moveTo>
                  <a:cubicBezTo>
                    <a:pt x="1" y="4"/>
                    <a:pt x="1" y="3"/>
                    <a:pt x="1" y="3"/>
                  </a:cubicBezTo>
                  <a:cubicBezTo>
                    <a:pt x="1" y="3"/>
                    <a:pt x="0" y="2"/>
                    <a:pt x="0" y="2"/>
                  </a:cubicBezTo>
                  <a:cubicBezTo>
                    <a:pt x="0" y="1"/>
                    <a:pt x="1" y="1"/>
                    <a:pt x="1" y="0"/>
                  </a:cubicBezTo>
                  <a:cubicBezTo>
                    <a:pt x="1" y="0"/>
                    <a:pt x="1" y="1"/>
                    <a:pt x="2" y="1"/>
                  </a:cubicBezTo>
                  <a:cubicBezTo>
                    <a:pt x="2" y="1"/>
                    <a:pt x="2" y="2"/>
                    <a:pt x="2" y="2"/>
                  </a:cubicBezTo>
                  <a:cubicBezTo>
                    <a:pt x="2" y="2"/>
                    <a:pt x="2" y="3"/>
                    <a:pt x="2" y="3"/>
                  </a:cubicBezTo>
                  <a:cubicBezTo>
                    <a:pt x="2" y="3"/>
                    <a:pt x="2" y="4"/>
                    <a:pt x="2"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0" name="Freeform 199"/>
            <p:cNvSpPr>
              <a:spLocks/>
            </p:cNvSpPr>
            <p:nvPr/>
          </p:nvSpPr>
          <p:spPr bwMode="auto">
            <a:xfrm>
              <a:off x="885826" y="1120776"/>
              <a:ext cx="6350" cy="7938"/>
            </a:xfrm>
            <a:custGeom>
              <a:avLst/>
              <a:gdLst/>
              <a:ahLst/>
              <a:cxnLst>
                <a:cxn ang="0">
                  <a:pos x="2" y="3"/>
                </a:cxn>
                <a:cxn ang="0">
                  <a:pos x="1" y="4"/>
                </a:cxn>
                <a:cxn ang="0">
                  <a:pos x="1" y="3"/>
                </a:cxn>
                <a:cxn ang="0">
                  <a:pos x="1" y="1"/>
                </a:cxn>
                <a:cxn ang="0">
                  <a:pos x="2" y="0"/>
                </a:cxn>
                <a:cxn ang="0">
                  <a:pos x="3" y="1"/>
                </a:cxn>
                <a:cxn ang="0">
                  <a:pos x="2" y="2"/>
                </a:cxn>
                <a:cxn ang="0">
                  <a:pos x="2" y="3"/>
                </a:cxn>
              </a:cxnLst>
              <a:rect l="0" t="0" r="r" b="b"/>
              <a:pathLst>
                <a:path w="3" h="4">
                  <a:moveTo>
                    <a:pt x="2" y="3"/>
                  </a:moveTo>
                  <a:cubicBezTo>
                    <a:pt x="2" y="3"/>
                    <a:pt x="1" y="4"/>
                    <a:pt x="1" y="4"/>
                  </a:cubicBezTo>
                  <a:cubicBezTo>
                    <a:pt x="0" y="4"/>
                    <a:pt x="0" y="3"/>
                    <a:pt x="1" y="3"/>
                  </a:cubicBezTo>
                  <a:cubicBezTo>
                    <a:pt x="1" y="2"/>
                    <a:pt x="1" y="1"/>
                    <a:pt x="1" y="1"/>
                  </a:cubicBezTo>
                  <a:cubicBezTo>
                    <a:pt x="1" y="1"/>
                    <a:pt x="2" y="0"/>
                    <a:pt x="2" y="0"/>
                  </a:cubicBezTo>
                  <a:cubicBezTo>
                    <a:pt x="2" y="0"/>
                    <a:pt x="3" y="0"/>
                    <a:pt x="3" y="1"/>
                  </a:cubicBezTo>
                  <a:cubicBezTo>
                    <a:pt x="3" y="1"/>
                    <a:pt x="2" y="2"/>
                    <a:pt x="2" y="2"/>
                  </a:cubicBezTo>
                  <a:cubicBezTo>
                    <a:pt x="2" y="2"/>
                    <a:pt x="2" y="3"/>
                    <a:pt x="2"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1" name="Freeform 200"/>
            <p:cNvSpPr>
              <a:spLocks/>
            </p:cNvSpPr>
            <p:nvPr/>
          </p:nvSpPr>
          <p:spPr bwMode="auto">
            <a:xfrm>
              <a:off x="868363" y="1135063"/>
              <a:ext cx="19050" cy="15875"/>
            </a:xfrm>
            <a:custGeom>
              <a:avLst/>
              <a:gdLst/>
              <a:ahLst/>
              <a:cxnLst>
                <a:cxn ang="0">
                  <a:pos x="4" y="5"/>
                </a:cxn>
                <a:cxn ang="0">
                  <a:pos x="4" y="6"/>
                </a:cxn>
                <a:cxn ang="0">
                  <a:pos x="6" y="8"/>
                </a:cxn>
                <a:cxn ang="0">
                  <a:pos x="8" y="8"/>
                </a:cxn>
                <a:cxn ang="0">
                  <a:pos x="10" y="7"/>
                </a:cxn>
                <a:cxn ang="0">
                  <a:pos x="10" y="5"/>
                </a:cxn>
                <a:cxn ang="0">
                  <a:pos x="9" y="3"/>
                </a:cxn>
                <a:cxn ang="0">
                  <a:pos x="7" y="2"/>
                </a:cxn>
                <a:cxn ang="0">
                  <a:pos x="5" y="1"/>
                </a:cxn>
                <a:cxn ang="0">
                  <a:pos x="3" y="1"/>
                </a:cxn>
                <a:cxn ang="0">
                  <a:pos x="2" y="0"/>
                </a:cxn>
                <a:cxn ang="0">
                  <a:pos x="1" y="1"/>
                </a:cxn>
                <a:cxn ang="0">
                  <a:pos x="1" y="3"/>
                </a:cxn>
                <a:cxn ang="0">
                  <a:pos x="1" y="5"/>
                </a:cxn>
                <a:cxn ang="0">
                  <a:pos x="2" y="5"/>
                </a:cxn>
                <a:cxn ang="0">
                  <a:pos x="3" y="4"/>
                </a:cxn>
                <a:cxn ang="0">
                  <a:pos x="4" y="5"/>
                </a:cxn>
              </a:cxnLst>
              <a:rect l="0" t="0" r="r" b="b"/>
              <a:pathLst>
                <a:path w="10" h="8">
                  <a:moveTo>
                    <a:pt x="4" y="5"/>
                  </a:moveTo>
                  <a:cubicBezTo>
                    <a:pt x="4" y="5"/>
                    <a:pt x="4" y="6"/>
                    <a:pt x="4" y="6"/>
                  </a:cubicBezTo>
                  <a:cubicBezTo>
                    <a:pt x="4" y="7"/>
                    <a:pt x="5" y="7"/>
                    <a:pt x="6" y="8"/>
                  </a:cubicBezTo>
                  <a:cubicBezTo>
                    <a:pt x="6" y="8"/>
                    <a:pt x="7" y="8"/>
                    <a:pt x="8" y="8"/>
                  </a:cubicBezTo>
                  <a:cubicBezTo>
                    <a:pt x="9" y="8"/>
                    <a:pt x="9" y="7"/>
                    <a:pt x="10" y="7"/>
                  </a:cubicBezTo>
                  <a:cubicBezTo>
                    <a:pt x="10" y="6"/>
                    <a:pt x="10" y="6"/>
                    <a:pt x="10" y="5"/>
                  </a:cubicBezTo>
                  <a:cubicBezTo>
                    <a:pt x="10" y="4"/>
                    <a:pt x="9" y="3"/>
                    <a:pt x="9" y="3"/>
                  </a:cubicBezTo>
                  <a:cubicBezTo>
                    <a:pt x="8" y="3"/>
                    <a:pt x="7" y="2"/>
                    <a:pt x="7" y="2"/>
                  </a:cubicBezTo>
                  <a:cubicBezTo>
                    <a:pt x="6" y="2"/>
                    <a:pt x="5" y="1"/>
                    <a:pt x="5" y="1"/>
                  </a:cubicBezTo>
                  <a:cubicBezTo>
                    <a:pt x="5" y="1"/>
                    <a:pt x="4" y="1"/>
                    <a:pt x="3" y="1"/>
                  </a:cubicBezTo>
                  <a:cubicBezTo>
                    <a:pt x="3" y="1"/>
                    <a:pt x="2" y="0"/>
                    <a:pt x="2" y="0"/>
                  </a:cubicBezTo>
                  <a:cubicBezTo>
                    <a:pt x="2" y="0"/>
                    <a:pt x="1" y="1"/>
                    <a:pt x="1" y="1"/>
                  </a:cubicBezTo>
                  <a:cubicBezTo>
                    <a:pt x="0" y="1"/>
                    <a:pt x="1" y="2"/>
                    <a:pt x="1" y="3"/>
                  </a:cubicBezTo>
                  <a:cubicBezTo>
                    <a:pt x="1" y="3"/>
                    <a:pt x="1" y="4"/>
                    <a:pt x="1" y="5"/>
                  </a:cubicBezTo>
                  <a:cubicBezTo>
                    <a:pt x="1" y="5"/>
                    <a:pt x="2" y="5"/>
                    <a:pt x="2" y="5"/>
                  </a:cubicBezTo>
                  <a:cubicBezTo>
                    <a:pt x="2" y="4"/>
                    <a:pt x="3" y="4"/>
                    <a:pt x="3" y="4"/>
                  </a:cubicBezTo>
                  <a:cubicBezTo>
                    <a:pt x="4" y="4"/>
                    <a:pt x="4" y="4"/>
                    <a:pt x="4"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2" name="Freeform 201"/>
            <p:cNvSpPr>
              <a:spLocks/>
            </p:cNvSpPr>
            <p:nvPr/>
          </p:nvSpPr>
          <p:spPr bwMode="auto">
            <a:xfrm>
              <a:off x="781051" y="1173163"/>
              <a:ext cx="3175" cy="7938"/>
            </a:xfrm>
            <a:custGeom>
              <a:avLst/>
              <a:gdLst/>
              <a:ahLst/>
              <a:cxnLst>
                <a:cxn ang="0">
                  <a:pos x="2" y="3"/>
                </a:cxn>
                <a:cxn ang="0">
                  <a:pos x="2" y="4"/>
                </a:cxn>
                <a:cxn ang="0">
                  <a:pos x="0" y="3"/>
                </a:cxn>
                <a:cxn ang="0">
                  <a:pos x="0" y="2"/>
                </a:cxn>
                <a:cxn ang="0">
                  <a:pos x="0" y="1"/>
                </a:cxn>
                <a:cxn ang="0">
                  <a:pos x="1" y="0"/>
                </a:cxn>
                <a:cxn ang="0">
                  <a:pos x="2" y="0"/>
                </a:cxn>
                <a:cxn ang="0">
                  <a:pos x="2" y="2"/>
                </a:cxn>
                <a:cxn ang="0">
                  <a:pos x="2" y="3"/>
                </a:cxn>
              </a:cxnLst>
              <a:rect l="0" t="0" r="r" b="b"/>
              <a:pathLst>
                <a:path w="2" h="4">
                  <a:moveTo>
                    <a:pt x="2" y="3"/>
                  </a:moveTo>
                  <a:cubicBezTo>
                    <a:pt x="2" y="3"/>
                    <a:pt x="2" y="4"/>
                    <a:pt x="2" y="4"/>
                  </a:cubicBezTo>
                  <a:cubicBezTo>
                    <a:pt x="1" y="4"/>
                    <a:pt x="0" y="4"/>
                    <a:pt x="0" y="3"/>
                  </a:cubicBezTo>
                  <a:cubicBezTo>
                    <a:pt x="0" y="3"/>
                    <a:pt x="0" y="2"/>
                    <a:pt x="0" y="2"/>
                  </a:cubicBezTo>
                  <a:cubicBezTo>
                    <a:pt x="0" y="2"/>
                    <a:pt x="0" y="1"/>
                    <a:pt x="0" y="1"/>
                  </a:cubicBezTo>
                  <a:cubicBezTo>
                    <a:pt x="0" y="0"/>
                    <a:pt x="1" y="0"/>
                    <a:pt x="1" y="0"/>
                  </a:cubicBezTo>
                  <a:cubicBezTo>
                    <a:pt x="2" y="0"/>
                    <a:pt x="2" y="0"/>
                    <a:pt x="2" y="0"/>
                  </a:cubicBezTo>
                  <a:cubicBezTo>
                    <a:pt x="2" y="1"/>
                    <a:pt x="2" y="1"/>
                    <a:pt x="2" y="2"/>
                  </a:cubicBezTo>
                  <a:cubicBezTo>
                    <a:pt x="2" y="2"/>
                    <a:pt x="2" y="2"/>
                    <a:pt x="2"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3" name="Freeform 202"/>
            <p:cNvSpPr>
              <a:spLocks/>
            </p:cNvSpPr>
            <p:nvPr/>
          </p:nvSpPr>
          <p:spPr bwMode="auto">
            <a:xfrm>
              <a:off x="784226" y="1112838"/>
              <a:ext cx="23813" cy="17463"/>
            </a:xfrm>
            <a:custGeom>
              <a:avLst/>
              <a:gdLst/>
              <a:ahLst/>
              <a:cxnLst>
                <a:cxn ang="0">
                  <a:pos x="13" y="6"/>
                </a:cxn>
                <a:cxn ang="0">
                  <a:pos x="12" y="5"/>
                </a:cxn>
                <a:cxn ang="0">
                  <a:pos x="12" y="3"/>
                </a:cxn>
                <a:cxn ang="0">
                  <a:pos x="12" y="1"/>
                </a:cxn>
                <a:cxn ang="0">
                  <a:pos x="11" y="0"/>
                </a:cxn>
                <a:cxn ang="0">
                  <a:pos x="10" y="0"/>
                </a:cxn>
                <a:cxn ang="0">
                  <a:pos x="9" y="1"/>
                </a:cxn>
                <a:cxn ang="0">
                  <a:pos x="6" y="1"/>
                </a:cxn>
                <a:cxn ang="0">
                  <a:pos x="5" y="2"/>
                </a:cxn>
                <a:cxn ang="0">
                  <a:pos x="5" y="4"/>
                </a:cxn>
                <a:cxn ang="0">
                  <a:pos x="3" y="5"/>
                </a:cxn>
                <a:cxn ang="0">
                  <a:pos x="1" y="4"/>
                </a:cxn>
                <a:cxn ang="0">
                  <a:pos x="0" y="5"/>
                </a:cxn>
                <a:cxn ang="0">
                  <a:pos x="0" y="6"/>
                </a:cxn>
                <a:cxn ang="0">
                  <a:pos x="0" y="8"/>
                </a:cxn>
                <a:cxn ang="0">
                  <a:pos x="1" y="9"/>
                </a:cxn>
                <a:cxn ang="0">
                  <a:pos x="3" y="9"/>
                </a:cxn>
                <a:cxn ang="0">
                  <a:pos x="4" y="7"/>
                </a:cxn>
                <a:cxn ang="0">
                  <a:pos x="4" y="7"/>
                </a:cxn>
                <a:cxn ang="0">
                  <a:pos x="6" y="7"/>
                </a:cxn>
                <a:cxn ang="0">
                  <a:pos x="6" y="8"/>
                </a:cxn>
                <a:cxn ang="0">
                  <a:pos x="8" y="9"/>
                </a:cxn>
                <a:cxn ang="0">
                  <a:pos x="10" y="9"/>
                </a:cxn>
                <a:cxn ang="0">
                  <a:pos x="11" y="8"/>
                </a:cxn>
                <a:cxn ang="0">
                  <a:pos x="12" y="7"/>
                </a:cxn>
                <a:cxn ang="0">
                  <a:pos x="13" y="6"/>
                </a:cxn>
              </a:cxnLst>
              <a:rect l="0" t="0" r="r" b="b"/>
              <a:pathLst>
                <a:path w="13" h="9">
                  <a:moveTo>
                    <a:pt x="13" y="6"/>
                  </a:moveTo>
                  <a:cubicBezTo>
                    <a:pt x="13" y="6"/>
                    <a:pt x="12" y="5"/>
                    <a:pt x="12" y="5"/>
                  </a:cubicBezTo>
                  <a:cubicBezTo>
                    <a:pt x="12" y="4"/>
                    <a:pt x="12" y="3"/>
                    <a:pt x="12" y="3"/>
                  </a:cubicBezTo>
                  <a:cubicBezTo>
                    <a:pt x="12" y="2"/>
                    <a:pt x="12" y="2"/>
                    <a:pt x="12" y="1"/>
                  </a:cubicBezTo>
                  <a:cubicBezTo>
                    <a:pt x="12" y="1"/>
                    <a:pt x="12" y="0"/>
                    <a:pt x="11" y="0"/>
                  </a:cubicBezTo>
                  <a:cubicBezTo>
                    <a:pt x="11" y="0"/>
                    <a:pt x="10" y="0"/>
                    <a:pt x="10" y="0"/>
                  </a:cubicBezTo>
                  <a:cubicBezTo>
                    <a:pt x="10" y="0"/>
                    <a:pt x="9" y="1"/>
                    <a:pt x="9" y="1"/>
                  </a:cubicBezTo>
                  <a:cubicBezTo>
                    <a:pt x="8" y="1"/>
                    <a:pt x="7" y="1"/>
                    <a:pt x="6" y="1"/>
                  </a:cubicBezTo>
                  <a:cubicBezTo>
                    <a:pt x="6" y="1"/>
                    <a:pt x="5" y="1"/>
                    <a:pt x="5" y="2"/>
                  </a:cubicBezTo>
                  <a:cubicBezTo>
                    <a:pt x="5" y="2"/>
                    <a:pt x="5" y="3"/>
                    <a:pt x="5" y="4"/>
                  </a:cubicBezTo>
                  <a:cubicBezTo>
                    <a:pt x="4" y="4"/>
                    <a:pt x="4" y="5"/>
                    <a:pt x="3" y="5"/>
                  </a:cubicBezTo>
                  <a:cubicBezTo>
                    <a:pt x="3" y="5"/>
                    <a:pt x="2" y="4"/>
                    <a:pt x="1" y="4"/>
                  </a:cubicBezTo>
                  <a:cubicBezTo>
                    <a:pt x="1" y="4"/>
                    <a:pt x="0" y="4"/>
                    <a:pt x="0" y="5"/>
                  </a:cubicBezTo>
                  <a:cubicBezTo>
                    <a:pt x="0" y="5"/>
                    <a:pt x="0" y="6"/>
                    <a:pt x="0" y="6"/>
                  </a:cubicBezTo>
                  <a:cubicBezTo>
                    <a:pt x="0" y="6"/>
                    <a:pt x="0" y="7"/>
                    <a:pt x="0" y="8"/>
                  </a:cubicBezTo>
                  <a:cubicBezTo>
                    <a:pt x="0" y="8"/>
                    <a:pt x="1" y="9"/>
                    <a:pt x="1" y="9"/>
                  </a:cubicBezTo>
                  <a:cubicBezTo>
                    <a:pt x="2" y="9"/>
                    <a:pt x="3" y="9"/>
                    <a:pt x="3" y="9"/>
                  </a:cubicBezTo>
                  <a:cubicBezTo>
                    <a:pt x="4" y="8"/>
                    <a:pt x="4" y="8"/>
                    <a:pt x="4" y="7"/>
                  </a:cubicBezTo>
                  <a:cubicBezTo>
                    <a:pt x="4" y="7"/>
                    <a:pt x="4" y="7"/>
                    <a:pt x="4" y="7"/>
                  </a:cubicBezTo>
                  <a:cubicBezTo>
                    <a:pt x="5" y="6"/>
                    <a:pt x="5" y="6"/>
                    <a:pt x="6" y="7"/>
                  </a:cubicBezTo>
                  <a:cubicBezTo>
                    <a:pt x="6" y="7"/>
                    <a:pt x="6" y="8"/>
                    <a:pt x="6" y="8"/>
                  </a:cubicBezTo>
                  <a:cubicBezTo>
                    <a:pt x="6" y="8"/>
                    <a:pt x="7" y="9"/>
                    <a:pt x="8" y="9"/>
                  </a:cubicBezTo>
                  <a:cubicBezTo>
                    <a:pt x="8" y="9"/>
                    <a:pt x="9" y="9"/>
                    <a:pt x="10" y="9"/>
                  </a:cubicBezTo>
                  <a:cubicBezTo>
                    <a:pt x="10" y="9"/>
                    <a:pt x="11" y="8"/>
                    <a:pt x="11" y="8"/>
                  </a:cubicBezTo>
                  <a:cubicBezTo>
                    <a:pt x="11" y="8"/>
                    <a:pt x="12" y="7"/>
                    <a:pt x="12" y="7"/>
                  </a:cubicBezTo>
                  <a:cubicBezTo>
                    <a:pt x="12" y="7"/>
                    <a:pt x="13" y="7"/>
                    <a:pt x="13"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4" name="Freeform 203"/>
            <p:cNvSpPr>
              <a:spLocks/>
            </p:cNvSpPr>
            <p:nvPr/>
          </p:nvSpPr>
          <p:spPr bwMode="auto">
            <a:xfrm>
              <a:off x="958851" y="1597026"/>
              <a:ext cx="15875" cy="9525"/>
            </a:xfrm>
            <a:custGeom>
              <a:avLst/>
              <a:gdLst/>
              <a:ahLst/>
              <a:cxnLst>
                <a:cxn ang="0">
                  <a:pos x="8" y="3"/>
                </a:cxn>
                <a:cxn ang="0">
                  <a:pos x="8" y="2"/>
                </a:cxn>
                <a:cxn ang="0">
                  <a:pos x="6" y="0"/>
                </a:cxn>
                <a:cxn ang="0">
                  <a:pos x="4" y="0"/>
                </a:cxn>
                <a:cxn ang="0">
                  <a:pos x="2" y="0"/>
                </a:cxn>
                <a:cxn ang="0">
                  <a:pos x="1" y="1"/>
                </a:cxn>
                <a:cxn ang="0">
                  <a:pos x="0" y="2"/>
                </a:cxn>
                <a:cxn ang="0">
                  <a:pos x="0" y="3"/>
                </a:cxn>
                <a:cxn ang="0">
                  <a:pos x="1" y="5"/>
                </a:cxn>
                <a:cxn ang="0">
                  <a:pos x="2" y="4"/>
                </a:cxn>
                <a:cxn ang="0">
                  <a:pos x="3" y="3"/>
                </a:cxn>
                <a:cxn ang="0">
                  <a:pos x="3" y="4"/>
                </a:cxn>
                <a:cxn ang="0">
                  <a:pos x="3" y="5"/>
                </a:cxn>
                <a:cxn ang="0">
                  <a:pos x="5" y="5"/>
                </a:cxn>
                <a:cxn ang="0">
                  <a:pos x="6" y="4"/>
                </a:cxn>
                <a:cxn ang="0">
                  <a:pos x="6" y="3"/>
                </a:cxn>
                <a:cxn ang="0">
                  <a:pos x="8" y="3"/>
                </a:cxn>
              </a:cxnLst>
              <a:rect l="0" t="0" r="r" b="b"/>
              <a:pathLst>
                <a:path w="8" h="5">
                  <a:moveTo>
                    <a:pt x="8" y="3"/>
                  </a:moveTo>
                  <a:cubicBezTo>
                    <a:pt x="8" y="3"/>
                    <a:pt x="8" y="2"/>
                    <a:pt x="8" y="2"/>
                  </a:cubicBezTo>
                  <a:cubicBezTo>
                    <a:pt x="8" y="1"/>
                    <a:pt x="7" y="1"/>
                    <a:pt x="6" y="0"/>
                  </a:cubicBezTo>
                  <a:cubicBezTo>
                    <a:pt x="6" y="0"/>
                    <a:pt x="5" y="0"/>
                    <a:pt x="4" y="0"/>
                  </a:cubicBezTo>
                  <a:cubicBezTo>
                    <a:pt x="4" y="0"/>
                    <a:pt x="3" y="0"/>
                    <a:pt x="2" y="0"/>
                  </a:cubicBezTo>
                  <a:cubicBezTo>
                    <a:pt x="2" y="0"/>
                    <a:pt x="1" y="1"/>
                    <a:pt x="1" y="1"/>
                  </a:cubicBezTo>
                  <a:cubicBezTo>
                    <a:pt x="1" y="1"/>
                    <a:pt x="0" y="2"/>
                    <a:pt x="0" y="2"/>
                  </a:cubicBezTo>
                  <a:cubicBezTo>
                    <a:pt x="0" y="2"/>
                    <a:pt x="0" y="3"/>
                    <a:pt x="0" y="3"/>
                  </a:cubicBezTo>
                  <a:cubicBezTo>
                    <a:pt x="0" y="4"/>
                    <a:pt x="0" y="5"/>
                    <a:pt x="1" y="5"/>
                  </a:cubicBezTo>
                  <a:cubicBezTo>
                    <a:pt x="1" y="5"/>
                    <a:pt x="2" y="4"/>
                    <a:pt x="2" y="4"/>
                  </a:cubicBezTo>
                  <a:cubicBezTo>
                    <a:pt x="2" y="4"/>
                    <a:pt x="2" y="3"/>
                    <a:pt x="3" y="3"/>
                  </a:cubicBezTo>
                  <a:cubicBezTo>
                    <a:pt x="3" y="3"/>
                    <a:pt x="3" y="3"/>
                    <a:pt x="3" y="4"/>
                  </a:cubicBezTo>
                  <a:cubicBezTo>
                    <a:pt x="4" y="4"/>
                    <a:pt x="3" y="5"/>
                    <a:pt x="3" y="5"/>
                  </a:cubicBezTo>
                  <a:cubicBezTo>
                    <a:pt x="4" y="5"/>
                    <a:pt x="4" y="5"/>
                    <a:pt x="5" y="5"/>
                  </a:cubicBezTo>
                  <a:cubicBezTo>
                    <a:pt x="5" y="5"/>
                    <a:pt x="5" y="4"/>
                    <a:pt x="6" y="4"/>
                  </a:cubicBezTo>
                  <a:cubicBezTo>
                    <a:pt x="6" y="4"/>
                    <a:pt x="6" y="3"/>
                    <a:pt x="6" y="3"/>
                  </a:cubicBezTo>
                  <a:cubicBezTo>
                    <a:pt x="6" y="3"/>
                    <a:pt x="7" y="3"/>
                    <a:pt x="8"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5" name="Freeform 204"/>
            <p:cNvSpPr>
              <a:spLocks/>
            </p:cNvSpPr>
            <p:nvPr/>
          </p:nvSpPr>
          <p:spPr bwMode="auto">
            <a:xfrm>
              <a:off x="974726" y="1554163"/>
              <a:ext cx="28575" cy="33338"/>
            </a:xfrm>
            <a:custGeom>
              <a:avLst/>
              <a:gdLst/>
              <a:ahLst/>
              <a:cxnLst>
                <a:cxn ang="0">
                  <a:pos x="11" y="15"/>
                </a:cxn>
                <a:cxn ang="0">
                  <a:pos x="11" y="16"/>
                </a:cxn>
                <a:cxn ang="0">
                  <a:pos x="9" y="18"/>
                </a:cxn>
                <a:cxn ang="0">
                  <a:pos x="7" y="18"/>
                </a:cxn>
                <a:cxn ang="0">
                  <a:pos x="3" y="16"/>
                </a:cxn>
                <a:cxn ang="0">
                  <a:pos x="1" y="14"/>
                </a:cxn>
                <a:cxn ang="0">
                  <a:pos x="0" y="12"/>
                </a:cxn>
                <a:cxn ang="0">
                  <a:pos x="0" y="9"/>
                </a:cxn>
                <a:cxn ang="0">
                  <a:pos x="3" y="7"/>
                </a:cxn>
                <a:cxn ang="0">
                  <a:pos x="4" y="6"/>
                </a:cxn>
                <a:cxn ang="0">
                  <a:pos x="5" y="6"/>
                </a:cxn>
                <a:cxn ang="0">
                  <a:pos x="6" y="7"/>
                </a:cxn>
                <a:cxn ang="0">
                  <a:pos x="7" y="7"/>
                </a:cxn>
                <a:cxn ang="0">
                  <a:pos x="8" y="5"/>
                </a:cxn>
                <a:cxn ang="0">
                  <a:pos x="7" y="5"/>
                </a:cxn>
                <a:cxn ang="0">
                  <a:pos x="7" y="3"/>
                </a:cxn>
                <a:cxn ang="0">
                  <a:pos x="8" y="2"/>
                </a:cxn>
                <a:cxn ang="0">
                  <a:pos x="7" y="0"/>
                </a:cxn>
                <a:cxn ang="0">
                  <a:pos x="10" y="0"/>
                </a:cxn>
                <a:cxn ang="0">
                  <a:pos x="12" y="0"/>
                </a:cxn>
                <a:cxn ang="0">
                  <a:pos x="14" y="3"/>
                </a:cxn>
                <a:cxn ang="0">
                  <a:pos x="14" y="5"/>
                </a:cxn>
                <a:cxn ang="0">
                  <a:pos x="13" y="7"/>
                </a:cxn>
                <a:cxn ang="0">
                  <a:pos x="12" y="10"/>
                </a:cxn>
                <a:cxn ang="0">
                  <a:pos x="12" y="12"/>
                </a:cxn>
                <a:cxn ang="0">
                  <a:pos x="13" y="13"/>
                </a:cxn>
                <a:cxn ang="0">
                  <a:pos x="12" y="15"/>
                </a:cxn>
                <a:cxn ang="0">
                  <a:pos x="11" y="15"/>
                </a:cxn>
              </a:cxnLst>
              <a:rect l="0" t="0" r="r" b="b"/>
              <a:pathLst>
                <a:path w="15" h="18">
                  <a:moveTo>
                    <a:pt x="11" y="15"/>
                  </a:moveTo>
                  <a:cubicBezTo>
                    <a:pt x="11" y="15"/>
                    <a:pt x="11" y="16"/>
                    <a:pt x="11" y="16"/>
                  </a:cubicBezTo>
                  <a:cubicBezTo>
                    <a:pt x="10" y="17"/>
                    <a:pt x="10" y="18"/>
                    <a:pt x="9" y="18"/>
                  </a:cubicBezTo>
                  <a:cubicBezTo>
                    <a:pt x="9" y="18"/>
                    <a:pt x="7" y="18"/>
                    <a:pt x="7" y="18"/>
                  </a:cubicBezTo>
                  <a:cubicBezTo>
                    <a:pt x="6" y="17"/>
                    <a:pt x="4" y="17"/>
                    <a:pt x="3" y="16"/>
                  </a:cubicBezTo>
                  <a:cubicBezTo>
                    <a:pt x="3" y="16"/>
                    <a:pt x="2" y="14"/>
                    <a:pt x="1" y="14"/>
                  </a:cubicBezTo>
                  <a:cubicBezTo>
                    <a:pt x="1" y="13"/>
                    <a:pt x="0" y="12"/>
                    <a:pt x="0" y="12"/>
                  </a:cubicBezTo>
                  <a:cubicBezTo>
                    <a:pt x="0" y="11"/>
                    <a:pt x="0" y="9"/>
                    <a:pt x="0" y="9"/>
                  </a:cubicBezTo>
                  <a:cubicBezTo>
                    <a:pt x="0" y="8"/>
                    <a:pt x="2" y="7"/>
                    <a:pt x="3" y="7"/>
                  </a:cubicBezTo>
                  <a:cubicBezTo>
                    <a:pt x="3" y="7"/>
                    <a:pt x="3" y="6"/>
                    <a:pt x="4" y="6"/>
                  </a:cubicBezTo>
                  <a:cubicBezTo>
                    <a:pt x="4" y="6"/>
                    <a:pt x="5" y="6"/>
                    <a:pt x="5" y="6"/>
                  </a:cubicBezTo>
                  <a:cubicBezTo>
                    <a:pt x="5" y="6"/>
                    <a:pt x="6" y="7"/>
                    <a:pt x="6" y="7"/>
                  </a:cubicBezTo>
                  <a:cubicBezTo>
                    <a:pt x="6" y="7"/>
                    <a:pt x="7" y="7"/>
                    <a:pt x="7" y="7"/>
                  </a:cubicBezTo>
                  <a:cubicBezTo>
                    <a:pt x="8" y="6"/>
                    <a:pt x="8" y="5"/>
                    <a:pt x="8" y="5"/>
                  </a:cubicBezTo>
                  <a:cubicBezTo>
                    <a:pt x="8" y="5"/>
                    <a:pt x="7" y="5"/>
                    <a:pt x="7" y="5"/>
                  </a:cubicBezTo>
                  <a:cubicBezTo>
                    <a:pt x="7" y="4"/>
                    <a:pt x="7" y="3"/>
                    <a:pt x="7" y="3"/>
                  </a:cubicBezTo>
                  <a:cubicBezTo>
                    <a:pt x="7" y="3"/>
                    <a:pt x="8" y="2"/>
                    <a:pt x="8" y="2"/>
                  </a:cubicBezTo>
                  <a:cubicBezTo>
                    <a:pt x="8" y="1"/>
                    <a:pt x="7" y="1"/>
                    <a:pt x="7" y="0"/>
                  </a:cubicBezTo>
                  <a:cubicBezTo>
                    <a:pt x="8" y="0"/>
                    <a:pt x="9" y="0"/>
                    <a:pt x="10" y="0"/>
                  </a:cubicBezTo>
                  <a:cubicBezTo>
                    <a:pt x="11" y="0"/>
                    <a:pt x="12" y="0"/>
                    <a:pt x="12" y="0"/>
                  </a:cubicBezTo>
                  <a:cubicBezTo>
                    <a:pt x="13" y="1"/>
                    <a:pt x="14" y="2"/>
                    <a:pt x="14" y="3"/>
                  </a:cubicBezTo>
                  <a:cubicBezTo>
                    <a:pt x="15" y="4"/>
                    <a:pt x="14" y="5"/>
                    <a:pt x="14" y="5"/>
                  </a:cubicBezTo>
                  <a:cubicBezTo>
                    <a:pt x="14" y="6"/>
                    <a:pt x="13" y="7"/>
                    <a:pt x="13" y="7"/>
                  </a:cubicBezTo>
                  <a:cubicBezTo>
                    <a:pt x="12" y="8"/>
                    <a:pt x="12" y="9"/>
                    <a:pt x="12" y="10"/>
                  </a:cubicBezTo>
                  <a:cubicBezTo>
                    <a:pt x="12" y="10"/>
                    <a:pt x="12" y="11"/>
                    <a:pt x="12" y="12"/>
                  </a:cubicBezTo>
                  <a:cubicBezTo>
                    <a:pt x="12" y="12"/>
                    <a:pt x="13" y="13"/>
                    <a:pt x="13" y="13"/>
                  </a:cubicBezTo>
                  <a:cubicBezTo>
                    <a:pt x="13" y="13"/>
                    <a:pt x="12" y="14"/>
                    <a:pt x="12" y="15"/>
                  </a:cubicBezTo>
                  <a:cubicBezTo>
                    <a:pt x="12" y="15"/>
                    <a:pt x="11" y="15"/>
                    <a:pt x="11" y="1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6" name="Freeform 206"/>
            <p:cNvSpPr>
              <a:spLocks/>
            </p:cNvSpPr>
            <p:nvPr/>
          </p:nvSpPr>
          <p:spPr bwMode="auto">
            <a:xfrm>
              <a:off x="911226" y="1498600"/>
              <a:ext cx="55563" cy="60325"/>
            </a:xfrm>
            <a:custGeom>
              <a:avLst/>
              <a:gdLst/>
              <a:ahLst/>
              <a:cxnLst>
                <a:cxn ang="0">
                  <a:pos x="26" y="25"/>
                </a:cxn>
                <a:cxn ang="0">
                  <a:pos x="24" y="28"/>
                </a:cxn>
                <a:cxn ang="0">
                  <a:pos x="22" y="30"/>
                </a:cxn>
                <a:cxn ang="0">
                  <a:pos x="19" y="32"/>
                </a:cxn>
                <a:cxn ang="0">
                  <a:pos x="18" y="31"/>
                </a:cxn>
                <a:cxn ang="0">
                  <a:pos x="16" y="28"/>
                </a:cxn>
                <a:cxn ang="0">
                  <a:pos x="14" y="28"/>
                </a:cxn>
                <a:cxn ang="0">
                  <a:pos x="13" y="26"/>
                </a:cxn>
                <a:cxn ang="0">
                  <a:pos x="14" y="24"/>
                </a:cxn>
                <a:cxn ang="0">
                  <a:pos x="13" y="22"/>
                </a:cxn>
                <a:cxn ang="0">
                  <a:pos x="11" y="21"/>
                </a:cxn>
                <a:cxn ang="0">
                  <a:pos x="9" y="20"/>
                </a:cxn>
                <a:cxn ang="0">
                  <a:pos x="6" y="17"/>
                </a:cxn>
                <a:cxn ang="0">
                  <a:pos x="3" y="16"/>
                </a:cxn>
                <a:cxn ang="0">
                  <a:pos x="1" y="15"/>
                </a:cxn>
                <a:cxn ang="0">
                  <a:pos x="0" y="14"/>
                </a:cxn>
                <a:cxn ang="0">
                  <a:pos x="0" y="13"/>
                </a:cxn>
                <a:cxn ang="0">
                  <a:pos x="1" y="13"/>
                </a:cxn>
                <a:cxn ang="0">
                  <a:pos x="0" y="10"/>
                </a:cxn>
                <a:cxn ang="0">
                  <a:pos x="1" y="11"/>
                </a:cxn>
                <a:cxn ang="0">
                  <a:pos x="2" y="12"/>
                </a:cxn>
                <a:cxn ang="0">
                  <a:pos x="4" y="11"/>
                </a:cxn>
                <a:cxn ang="0">
                  <a:pos x="7" y="7"/>
                </a:cxn>
                <a:cxn ang="0">
                  <a:pos x="10" y="5"/>
                </a:cxn>
                <a:cxn ang="0">
                  <a:pos x="12" y="3"/>
                </a:cxn>
                <a:cxn ang="0">
                  <a:pos x="13" y="3"/>
                </a:cxn>
                <a:cxn ang="0">
                  <a:pos x="16" y="2"/>
                </a:cxn>
                <a:cxn ang="0">
                  <a:pos x="17" y="1"/>
                </a:cxn>
                <a:cxn ang="0">
                  <a:pos x="18" y="0"/>
                </a:cxn>
                <a:cxn ang="0">
                  <a:pos x="20" y="0"/>
                </a:cxn>
                <a:cxn ang="0">
                  <a:pos x="22" y="2"/>
                </a:cxn>
                <a:cxn ang="0">
                  <a:pos x="26" y="5"/>
                </a:cxn>
                <a:cxn ang="0">
                  <a:pos x="29" y="7"/>
                </a:cxn>
                <a:cxn ang="0">
                  <a:pos x="29" y="8"/>
                </a:cxn>
                <a:cxn ang="0">
                  <a:pos x="28" y="9"/>
                </a:cxn>
                <a:cxn ang="0">
                  <a:pos x="28" y="10"/>
                </a:cxn>
                <a:cxn ang="0">
                  <a:pos x="28" y="11"/>
                </a:cxn>
                <a:cxn ang="0">
                  <a:pos x="26" y="12"/>
                </a:cxn>
                <a:cxn ang="0">
                  <a:pos x="26" y="13"/>
                </a:cxn>
                <a:cxn ang="0">
                  <a:pos x="27" y="13"/>
                </a:cxn>
                <a:cxn ang="0">
                  <a:pos x="29" y="12"/>
                </a:cxn>
                <a:cxn ang="0">
                  <a:pos x="30" y="13"/>
                </a:cxn>
                <a:cxn ang="0">
                  <a:pos x="30" y="15"/>
                </a:cxn>
                <a:cxn ang="0">
                  <a:pos x="28" y="17"/>
                </a:cxn>
                <a:cxn ang="0">
                  <a:pos x="28" y="20"/>
                </a:cxn>
                <a:cxn ang="0">
                  <a:pos x="27" y="22"/>
                </a:cxn>
                <a:cxn ang="0">
                  <a:pos x="26" y="25"/>
                </a:cxn>
              </a:cxnLst>
              <a:rect l="0" t="0" r="r" b="b"/>
              <a:pathLst>
                <a:path w="30" h="32">
                  <a:moveTo>
                    <a:pt x="26" y="25"/>
                  </a:moveTo>
                  <a:cubicBezTo>
                    <a:pt x="25" y="26"/>
                    <a:pt x="24" y="27"/>
                    <a:pt x="24" y="28"/>
                  </a:cubicBezTo>
                  <a:cubicBezTo>
                    <a:pt x="23" y="28"/>
                    <a:pt x="23" y="30"/>
                    <a:pt x="22" y="30"/>
                  </a:cubicBezTo>
                  <a:cubicBezTo>
                    <a:pt x="22" y="31"/>
                    <a:pt x="20" y="32"/>
                    <a:pt x="19" y="32"/>
                  </a:cubicBezTo>
                  <a:cubicBezTo>
                    <a:pt x="19" y="32"/>
                    <a:pt x="18" y="31"/>
                    <a:pt x="18" y="31"/>
                  </a:cubicBezTo>
                  <a:cubicBezTo>
                    <a:pt x="17" y="30"/>
                    <a:pt x="17" y="29"/>
                    <a:pt x="16" y="28"/>
                  </a:cubicBezTo>
                  <a:cubicBezTo>
                    <a:pt x="16" y="28"/>
                    <a:pt x="15" y="28"/>
                    <a:pt x="14" y="28"/>
                  </a:cubicBezTo>
                  <a:cubicBezTo>
                    <a:pt x="14" y="27"/>
                    <a:pt x="13" y="27"/>
                    <a:pt x="13" y="26"/>
                  </a:cubicBezTo>
                  <a:cubicBezTo>
                    <a:pt x="13" y="26"/>
                    <a:pt x="14" y="25"/>
                    <a:pt x="14" y="24"/>
                  </a:cubicBezTo>
                  <a:cubicBezTo>
                    <a:pt x="14" y="24"/>
                    <a:pt x="13" y="22"/>
                    <a:pt x="13" y="22"/>
                  </a:cubicBezTo>
                  <a:cubicBezTo>
                    <a:pt x="12" y="21"/>
                    <a:pt x="12" y="21"/>
                    <a:pt x="11" y="21"/>
                  </a:cubicBezTo>
                  <a:cubicBezTo>
                    <a:pt x="11" y="21"/>
                    <a:pt x="10" y="20"/>
                    <a:pt x="9" y="20"/>
                  </a:cubicBezTo>
                  <a:cubicBezTo>
                    <a:pt x="8" y="19"/>
                    <a:pt x="7" y="18"/>
                    <a:pt x="6" y="17"/>
                  </a:cubicBezTo>
                  <a:cubicBezTo>
                    <a:pt x="5" y="17"/>
                    <a:pt x="4" y="16"/>
                    <a:pt x="3" y="16"/>
                  </a:cubicBezTo>
                  <a:cubicBezTo>
                    <a:pt x="3" y="15"/>
                    <a:pt x="2" y="15"/>
                    <a:pt x="1" y="15"/>
                  </a:cubicBezTo>
                  <a:cubicBezTo>
                    <a:pt x="1" y="14"/>
                    <a:pt x="0" y="14"/>
                    <a:pt x="0" y="14"/>
                  </a:cubicBezTo>
                  <a:cubicBezTo>
                    <a:pt x="0" y="13"/>
                    <a:pt x="0" y="13"/>
                    <a:pt x="0" y="13"/>
                  </a:cubicBezTo>
                  <a:cubicBezTo>
                    <a:pt x="0" y="12"/>
                    <a:pt x="1" y="13"/>
                    <a:pt x="1" y="13"/>
                  </a:cubicBezTo>
                  <a:cubicBezTo>
                    <a:pt x="1" y="12"/>
                    <a:pt x="0" y="11"/>
                    <a:pt x="0" y="10"/>
                  </a:cubicBezTo>
                  <a:cubicBezTo>
                    <a:pt x="0" y="10"/>
                    <a:pt x="1" y="11"/>
                    <a:pt x="1" y="11"/>
                  </a:cubicBezTo>
                  <a:cubicBezTo>
                    <a:pt x="2" y="11"/>
                    <a:pt x="2" y="12"/>
                    <a:pt x="2" y="12"/>
                  </a:cubicBezTo>
                  <a:cubicBezTo>
                    <a:pt x="3" y="13"/>
                    <a:pt x="4" y="11"/>
                    <a:pt x="4" y="11"/>
                  </a:cubicBezTo>
                  <a:cubicBezTo>
                    <a:pt x="5" y="10"/>
                    <a:pt x="6" y="8"/>
                    <a:pt x="7" y="7"/>
                  </a:cubicBezTo>
                  <a:cubicBezTo>
                    <a:pt x="7" y="6"/>
                    <a:pt x="9" y="6"/>
                    <a:pt x="10" y="5"/>
                  </a:cubicBezTo>
                  <a:cubicBezTo>
                    <a:pt x="10" y="5"/>
                    <a:pt x="11" y="4"/>
                    <a:pt x="12" y="3"/>
                  </a:cubicBezTo>
                  <a:cubicBezTo>
                    <a:pt x="12" y="3"/>
                    <a:pt x="12" y="3"/>
                    <a:pt x="13" y="3"/>
                  </a:cubicBezTo>
                  <a:cubicBezTo>
                    <a:pt x="13" y="3"/>
                    <a:pt x="15" y="3"/>
                    <a:pt x="16" y="2"/>
                  </a:cubicBezTo>
                  <a:cubicBezTo>
                    <a:pt x="16" y="2"/>
                    <a:pt x="16" y="1"/>
                    <a:pt x="17" y="1"/>
                  </a:cubicBezTo>
                  <a:cubicBezTo>
                    <a:pt x="17" y="0"/>
                    <a:pt x="18" y="0"/>
                    <a:pt x="18" y="0"/>
                  </a:cubicBezTo>
                  <a:cubicBezTo>
                    <a:pt x="19" y="0"/>
                    <a:pt x="20" y="0"/>
                    <a:pt x="20" y="0"/>
                  </a:cubicBezTo>
                  <a:cubicBezTo>
                    <a:pt x="21" y="1"/>
                    <a:pt x="22" y="2"/>
                    <a:pt x="22" y="2"/>
                  </a:cubicBezTo>
                  <a:cubicBezTo>
                    <a:pt x="23" y="3"/>
                    <a:pt x="25" y="4"/>
                    <a:pt x="26" y="5"/>
                  </a:cubicBezTo>
                  <a:cubicBezTo>
                    <a:pt x="27" y="6"/>
                    <a:pt x="29" y="6"/>
                    <a:pt x="29" y="7"/>
                  </a:cubicBezTo>
                  <a:cubicBezTo>
                    <a:pt x="29" y="7"/>
                    <a:pt x="29" y="8"/>
                    <a:pt x="29" y="8"/>
                  </a:cubicBezTo>
                  <a:cubicBezTo>
                    <a:pt x="29" y="8"/>
                    <a:pt x="28" y="9"/>
                    <a:pt x="28" y="9"/>
                  </a:cubicBezTo>
                  <a:cubicBezTo>
                    <a:pt x="28" y="9"/>
                    <a:pt x="28" y="10"/>
                    <a:pt x="28" y="10"/>
                  </a:cubicBezTo>
                  <a:cubicBezTo>
                    <a:pt x="28" y="10"/>
                    <a:pt x="28" y="11"/>
                    <a:pt x="28" y="11"/>
                  </a:cubicBezTo>
                  <a:cubicBezTo>
                    <a:pt x="27" y="11"/>
                    <a:pt x="26" y="11"/>
                    <a:pt x="26" y="12"/>
                  </a:cubicBezTo>
                  <a:cubicBezTo>
                    <a:pt x="26" y="12"/>
                    <a:pt x="26" y="13"/>
                    <a:pt x="26" y="13"/>
                  </a:cubicBezTo>
                  <a:cubicBezTo>
                    <a:pt x="26" y="13"/>
                    <a:pt x="27" y="13"/>
                    <a:pt x="27" y="13"/>
                  </a:cubicBezTo>
                  <a:cubicBezTo>
                    <a:pt x="28" y="13"/>
                    <a:pt x="29" y="12"/>
                    <a:pt x="29" y="12"/>
                  </a:cubicBezTo>
                  <a:cubicBezTo>
                    <a:pt x="30" y="12"/>
                    <a:pt x="30" y="13"/>
                    <a:pt x="30" y="13"/>
                  </a:cubicBezTo>
                  <a:cubicBezTo>
                    <a:pt x="30" y="14"/>
                    <a:pt x="30" y="15"/>
                    <a:pt x="30" y="15"/>
                  </a:cubicBezTo>
                  <a:cubicBezTo>
                    <a:pt x="29" y="15"/>
                    <a:pt x="28" y="17"/>
                    <a:pt x="28" y="17"/>
                  </a:cubicBezTo>
                  <a:cubicBezTo>
                    <a:pt x="28" y="18"/>
                    <a:pt x="28" y="19"/>
                    <a:pt x="28" y="20"/>
                  </a:cubicBezTo>
                  <a:cubicBezTo>
                    <a:pt x="28" y="21"/>
                    <a:pt x="27" y="22"/>
                    <a:pt x="27" y="22"/>
                  </a:cubicBezTo>
                  <a:cubicBezTo>
                    <a:pt x="27" y="23"/>
                    <a:pt x="26" y="24"/>
                    <a:pt x="26" y="2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7" name="Freeform 207"/>
            <p:cNvSpPr>
              <a:spLocks/>
            </p:cNvSpPr>
            <p:nvPr/>
          </p:nvSpPr>
          <p:spPr bwMode="auto">
            <a:xfrm>
              <a:off x="903288" y="1503363"/>
              <a:ext cx="11113" cy="4763"/>
            </a:xfrm>
            <a:custGeom>
              <a:avLst/>
              <a:gdLst/>
              <a:ahLst/>
              <a:cxnLst>
                <a:cxn ang="0">
                  <a:pos x="5" y="3"/>
                </a:cxn>
                <a:cxn ang="0">
                  <a:pos x="3" y="2"/>
                </a:cxn>
                <a:cxn ang="0">
                  <a:pos x="2" y="2"/>
                </a:cxn>
                <a:cxn ang="0">
                  <a:pos x="1" y="2"/>
                </a:cxn>
                <a:cxn ang="0">
                  <a:pos x="0" y="0"/>
                </a:cxn>
                <a:cxn ang="0">
                  <a:pos x="1" y="0"/>
                </a:cxn>
                <a:cxn ang="0">
                  <a:pos x="3" y="0"/>
                </a:cxn>
                <a:cxn ang="0">
                  <a:pos x="6" y="0"/>
                </a:cxn>
                <a:cxn ang="0">
                  <a:pos x="6" y="2"/>
                </a:cxn>
                <a:cxn ang="0">
                  <a:pos x="5" y="3"/>
                </a:cxn>
                <a:cxn ang="0">
                  <a:pos x="5" y="3"/>
                </a:cxn>
              </a:cxnLst>
              <a:rect l="0" t="0" r="r" b="b"/>
              <a:pathLst>
                <a:path w="6" h="3">
                  <a:moveTo>
                    <a:pt x="5" y="3"/>
                  </a:moveTo>
                  <a:cubicBezTo>
                    <a:pt x="4" y="3"/>
                    <a:pt x="4" y="2"/>
                    <a:pt x="3" y="2"/>
                  </a:cubicBezTo>
                  <a:cubicBezTo>
                    <a:pt x="3" y="2"/>
                    <a:pt x="3" y="2"/>
                    <a:pt x="2" y="2"/>
                  </a:cubicBezTo>
                  <a:cubicBezTo>
                    <a:pt x="2" y="2"/>
                    <a:pt x="1" y="2"/>
                    <a:pt x="1" y="2"/>
                  </a:cubicBezTo>
                  <a:cubicBezTo>
                    <a:pt x="0" y="2"/>
                    <a:pt x="0" y="1"/>
                    <a:pt x="0" y="0"/>
                  </a:cubicBezTo>
                  <a:cubicBezTo>
                    <a:pt x="0" y="0"/>
                    <a:pt x="1" y="0"/>
                    <a:pt x="1" y="0"/>
                  </a:cubicBezTo>
                  <a:cubicBezTo>
                    <a:pt x="2" y="0"/>
                    <a:pt x="3" y="0"/>
                    <a:pt x="3" y="0"/>
                  </a:cubicBezTo>
                  <a:cubicBezTo>
                    <a:pt x="4" y="0"/>
                    <a:pt x="5" y="0"/>
                    <a:pt x="6" y="0"/>
                  </a:cubicBezTo>
                  <a:cubicBezTo>
                    <a:pt x="6" y="1"/>
                    <a:pt x="6" y="1"/>
                    <a:pt x="6" y="2"/>
                  </a:cubicBezTo>
                  <a:cubicBezTo>
                    <a:pt x="6" y="2"/>
                    <a:pt x="6" y="2"/>
                    <a:pt x="5" y="3"/>
                  </a:cubicBezTo>
                  <a:cubicBezTo>
                    <a:pt x="5" y="3"/>
                    <a:pt x="5" y="3"/>
                    <a:pt x="5"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8" name="Freeform 208"/>
            <p:cNvSpPr>
              <a:spLocks/>
            </p:cNvSpPr>
            <p:nvPr/>
          </p:nvSpPr>
          <p:spPr bwMode="auto">
            <a:xfrm>
              <a:off x="877888" y="1489075"/>
              <a:ext cx="34925" cy="15875"/>
            </a:xfrm>
            <a:custGeom>
              <a:avLst/>
              <a:gdLst/>
              <a:ahLst/>
              <a:cxnLst>
                <a:cxn ang="0">
                  <a:pos x="18" y="4"/>
                </a:cxn>
                <a:cxn ang="0">
                  <a:pos x="16" y="2"/>
                </a:cxn>
                <a:cxn ang="0">
                  <a:pos x="14" y="2"/>
                </a:cxn>
                <a:cxn ang="0">
                  <a:pos x="13" y="1"/>
                </a:cxn>
                <a:cxn ang="0">
                  <a:pos x="11" y="0"/>
                </a:cxn>
                <a:cxn ang="0">
                  <a:pos x="9" y="0"/>
                </a:cxn>
                <a:cxn ang="0">
                  <a:pos x="8" y="2"/>
                </a:cxn>
                <a:cxn ang="0">
                  <a:pos x="5" y="3"/>
                </a:cxn>
                <a:cxn ang="0">
                  <a:pos x="2" y="4"/>
                </a:cxn>
                <a:cxn ang="0">
                  <a:pos x="0" y="4"/>
                </a:cxn>
                <a:cxn ang="0">
                  <a:pos x="1" y="6"/>
                </a:cxn>
                <a:cxn ang="0">
                  <a:pos x="2" y="7"/>
                </a:cxn>
                <a:cxn ang="0">
                  <a:pos x="3" y="8"/>
                </a:cxn>
                <a:cxn ang="0">
                  <a:pos x="5" y="7"/>
                </a:cxn>
                <a:cxn ang="0">
                  <a:pos x="7" y="6"/>
                </a:cxn>
                <a:cxn ang="0">
                  <a:pos x="8" y="4"/>
                </a:cxn>
                <a:cxn ang="0">
                  <a:pos x="9" y="4"/>
                </a:cxn>
                <a:cxn ang="0">
                  <a:pos x="11" y="5"/>
                </a:cxn>
                <a:cxn ang="0">
                  <a:pos x="12" y="5"/>
                </a:cxn>
                <a:cxn ang="0">
                  <a:pos x="15" y="5"/>
                </a:cxn>
                <a:cxn ang="0">
                  <a:pos x="17" y="5"/>
                </a:cxn>
                <a:cxn ang="0">
                  <a:pos x="18" y="4"/>
                </a:cxn>
              </a:cxnLst>
              <a:rect l="0" t="0" r="r" b="b"/>
              <a:pathLst>
                <a:path w="18" h="8">
                  <a:moveTo>
                    <a:pt x="18" y="4"/>
                  </a:moveTo>
                  <a:cubicBezTo>
                    <a:pt x="18" y="3"/>
                    <a:pt x="17" y="3"/>
                    <a:pt x="16" y="2"/>
                  </a:cubicBezTo>
                  <a:cubicBezTo>
                    <a:pt x="16" y="2"/>
                    <a:pt x="15" y="2"/>
                    <a:pt x="14" y="2"/>
                  </a:cubicBezTo>
                  <a:cubicBezTo>
                    <a:pt x="14" y="2"/>
                    <a:pt x="13" y="2"/>
                    <a:pt x="13" y="1"/>
                  </a:cubicBezTo>
                  <a:cubicBezTo>
                    <a:pt x="12" y="1"/>
                    <a:pt x="11" y="0"/>
                    <a:pt x="11" y="0"/>
                  </a:cubicBezTo>
                  <a:cubicBezTo>
                    <a:pt x="10" y="0"/>
                    <a:pt x="10" y="0"/>
                    <a:pt x="9" y="0"/>
                  </a:cubicBezTo>
                  <a:cubicBezTo>
                    <a:pt x="9" y="0"/>
                    <a:pt x="9" y="1"/>
                    <a:pt x="8" y="2"/>
                  </a:cubicBezTo>
                  <a:cubicBezTo>
                    <a:pt x="8" y="2"/>
                    <a:pt x="6" y="3"/>
                    <a:pt x="5" y="3"/>
                  </a:cubicBezTo>
                  <a:cubicBezTo>
                    <a:pt x="5" y="3"/>
                    <a:pt x="3" y="3"/>
                    <a:pt x="2" y="4"/>
                  </a:cubicBezTo>
                  <a:cubicBezTo>
                    <a:pt x="2" y="4"/>
                    <a:pt x="1" y="4"/>
                    <a:pt x="0" y="4"/>
                  </a:cubicBezTo>
                  <a:cubicBezTo>
                    <a:pt x="0" y="5"/>
                    <a:pt x="1" y="5"/>
                    <a:pt x="1" y="6"/>
                  </a:cubicBezTo>
                  <a:cubicBezTo>
                    <a:pt x="1" y="6"/>
                    <a:pt x="2" y="6"/>
                    <a:pt x="2" y="7"/>
                  </a:cubicBezTo>
                  <a:cubicBezTo>
                    <a:pt x="3" y="7"/>
                    <a:pt x="3" y="8"/>
                    <a:pt x="3" y="8"/>
                  </a:cubicBezTo>
                  <a:cubicBezTo>
                    <a:pt x="4" y="8"/>
                    <a:pt x="5" y="8"/>
                    <a:pt x="5" y="7"/>
                  </a:cubicBezTo>
                  <a:cubicBezTo>
                    <a:pt x="6" y="7"/>
                    <a:pt x="6" y="6"/>
                    <a:pt x="7" y="6"/>
                  </a:cubicBezTo>
                  <a:cubicBezTo>
                    <a:pt x="7" y="5"/>
                    <a:pt x="7" y="4"/>
                    <a:pt x="8" y="4"/>
                  </a:cubicBezTo>
                  <a:cubicBezTo>
                    <a:pt x="8" y="4"/>
                    <a:pt x="9" y="4"/>
                    <a:pt x="9" y="4"/>
                  </a:cubicBezTo>
                  <a:cubicBezTo>
                    <a:pt x="10" y="4"/>
                    <a:pt x="11" y="5"/>
                    <a:pt x="11" y="5"/>
                  </a:cubicBezTo>
                  <a:cubicBezTo>
                    <a:pt x="11" y="5"/>
                    <a:pt x="12" y="5"/>
                    <a:pt x="12" y="5"/>
                  </a:cubicBezTo>
                  <a:cubicBezTo>
                    <a:pt x="13" y="5"/>
                    <a:pt x="14" y="5"/>
                    <a:pt x="15" y="5"/>
                  </a:cubicBezTo>
                  <a:cubicBezTo>
                    <a:pt x="15" y="4"/>
                    <a:pt x="17" y="5"/>
                    <a:pt x="17" y="5"/>
                  </a:cubicBezTo>
                  <a:cubicBezTo>
                    <a:pt x="18" y="5"/>
                    <a:pt x="18" y="4"/>
                    <a:pt x="18"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9" name="Freeform 209"/>
            <p:cNvSpPr>
              <a:spLocks/>
            </p:cNvSpPr>
            <p:nvPr/>
          </p:nvSpPr>
          <p:spPr bwMode="auto">
            <a:xfrm>
              <a:off x="835026" y="963613"/>
              <a:ext cx="26988" cy="26988"/>
            </a:xfrm>
            <a:custGeom>
              <a:avLst/>
              <a:gdLst/>
              <a:ahLst/>
              <a:cxnLst>
                <a:cxn ang="0">
                  <a:pos x="13" y="13"/>
                </a:cxn>
                <a:cxn ang="0">
                  <a:pos x="11" y="12"/>
                </a:cxn>
                <a:cxn ang="0">
                  <a:pos x="9" y="12"/>
                </a:cxn>
                <a:cxn ang="0">
                  <a:pos x="5" y="12"/>
                </a:cxn>
                <a:cxn ang="0">
                  <a:pos x="4" y="11"/>
                </a:cxn>
                <a:cxn ang="0">
                  <a:pos x="3" y="9"/>
                </a:cxn>
                <a:cxn ang="0">
                  <a:pos x="3" y="9"/>
                </a:cxn>
                <a:cxn ang="0">
                  <a:pos x="5" y="8"/>
                </a:cxn>
                <a:cxn ang="0">
                  <a:pos x="4" y="7"/>
                </a:cxn>
                <a:cxn ang="0">
                  <a:pos x="3" y="7"/>
                </a:cxn>
                <a:cxn ang="0">
                  <a:pos x="2" y="6"/>
                </a:cxn>
                <a:cxn ang="0">
                  <a:pos x="3" y="6"/>
                </a:cxn>
                <a:cxn ang="0">
                  <a:pos x="4" y="5"/>
                </a:cxn>
                <a:cxn ang="0">
                  <a:pos x="2" y="4"/>
                </a:cxn>
                <a:cxn ang="0">
                  <a:pos x="1" y="2"/>
                </a:cxn>
                <a:cxn ang="0">
                  <a:pos x="1" y="1"/>
                </a:cxn>
                <a:cxn ang="0">
                  <a:pos x="1" y="0"/>
                </a:cxn>
                <a:cxn ang="0">
                  <a:pos x="4" y="1"/>
                </a:cxn>
                <a:cxn ang="0">
                  <a:pos x="6" y="1"/>
                </a:cxn>
                <a:cxn ang="0">
                  <a:pos x="7" y="2"/>
                </a:cxn>
                <a:cxn ang="0">
                  <a:pos x="7" y="4"/>
                </a:cxn>
                <a:cxn ang="0">
                  <a:pos x="9" y="6"/>
                </a:cxn>
                <a:cxn ang="0">
                  <a:pos x="11" y="7"/>
                </a:cxn>
                <a:cxn ang="0">
                  <a:pos x="11" y="8"/>
                </a:cxn>
                <a:cxn ang="0">
                  <a:pos x="14" y="8"/>
                </a:cxn>
                <a:cxn ang="0">
                  <a:pos x="14" y="9"/>
                </a:cxn>
                <a:cxn ang="0">
                  <a:pos x="14" y="11"/>
                </a:cxn>
                <a:cxn ang="0">
                  <a:pos x="14" y="12"/>
                </a:cxn>
                <a:cxn ang="0">
                  <a:pos x="13" y="13"/>
                </a:cxn>
              </a:cxnLst>
              <a:rect l="0" t="0" r="r" b="b"/>
              <a:pathLst>
                <a:path w="14" h="14">
                  <a:moveTo>
                    <a:pt x="13" y="13"/>
                  </a:moveTo>
                  <a:cubicBezTo>
                    <a:pt x="12" y="14"/>
                    <a:pt x="12" y="12"/>
                    <a:pt x="11" y="12"/>
                  </a:cubicBezTo>
                  <a:cubicBezTo>
                    <a:pt x="11" y="12"/>
                    <a:pt x="9" y="12"/>
                    <a:pt x="9" y="12"/>
                  </a:cubicBezTo>
                  <a:cubicBezTo>
                    <a:pt x="8" y="12"/>
                    <a:pt x="6" y="12"/>
                    <a:pt x="5" y="12"/>
                  </a:cubicBezTo>
                  <a:cubicBezTo>
                    <a:pt x="5" y="12"/>
                    <a:pt x="4" y="11"/>
                    <a:pt x="4" y="11"/>
                  </a:cubicBezTo>
                  <a:cubicBezTo>
                    <a:pt x="3" y="11"/>
                    <a:pt x="3" y="10"/>
                    <a:pt x="3" y="9"/>
                  </a:cubicBezTo>
                  <a:cubicBezTo>
                    <a:pt x="3" y="9"/>
                    <a:pt x="3" y="9"/>
                    <a:pt x="3" y="9"/>
                  </a:cubicBezTo>
                  <a:cubicBezTo>
                    <a:pt x="4" y="9"/>
                    <a:pt x="5" y="9"/>
                    <a:pt x="5" y="8"/>
                  </a:cubicBezTo>
                  <a:cubicBezTo>
                    <a:pt x="5" y="8"/>
                    <a:pt x="5" y="8"/>
                    <a:pt x="4" y="7"/>
                  </a:cubicBezTo>
                  <a:cubicBezTo>
                    <a:pt x="4" y="7"/>
                    <a:pt x="3" y="8"/>
                    <a:pt x="3" y="7"/>
                  </a:cubicBezTo>
                  <a:cubicBezTo>
                    <a:pt x="3" y="7"/>
                    <a:pt x="2" y="7"/>
                    <a:pt x="2" y="6"/>
                  </a:cubicBezTo>
                  <a:cubicBezTo>
                    <a:pt x="2" y="6"/>
                    <a:pt x="3" y="6"/>
                    <a:pt x="3" y="6"/>
                  </a:cubicBezTo>
                  <a:cubicBezTo>
                    <a:pt x="4" y="6"/>
                    <a:pt x="4" y="5"/>
                    <a:pt x="4" y="5"/>
                  </a:cubicBezTo>
                  <a:cubicBezTo>
                    <a:pt x="4" y="4"/>
                    <a:pt x="3" y="4"/>
                    <a:pt x="2" y="4"/>
                  </a:cubicBezTo>
                  <a:cubicBezTo>
                    <a:pt x="2" y="4"/>
                    <a:pt x="2" y="3"/>
                    <a:pt x="1" y="2"/>
                  </a:cubicBezTo>
                  <a:cubicBezTo>
                    <a:pt x="1" y="2"/>
                    <a:pt x="0" y="1"/>
                    <a:pt x="1" y="1"/>
                  </a:cubicBezTo>
                  <a:cubicBezTo>
                    <a:pt x="1" y="0"/>
                    <a:pt x="1" y="0"/>
                    <a:pt x="1" y="0"/>
                  </a:cubicBezTo>
                  <a:cubicBezTo>
                    <a:pt x="2" y="0"/>
                    <a:pt x="3" y="1"/>
                    <a:pt x="4" y="1"/>
                  </a:cubicBezTo>
                  <a:cubicBezTo>
                    <a:pt x="4" y="1"/>
                    <a:pt x="5" y="1"/>
                    <a:pt x="6" y="1"/>
                  </a:cubicBezTo>
                  <a:cubicBezTo>
                    <a:pt x="6" y="1"/>
                    <a:pt x="6" y="2"/>
                    <a:pt x="7" y="2"/>
                  </a:cubicBezTo>
                  <a:cubicBezTo>
                    <a:pt x="7" y="3"/>
                    <a:pt x="7" y="4"/>
                    <a:pt x="7" y="4"/>
                  </a:cubicBezTo>
                  <a:cubicBezTo>
                    <a:pt x="7" y="5"/>
                    <a:pt x="8" y="6"/>
                    <a:pt x="9" y="6"/>
                  </a:cubicBezTo>
                  <a:cubicBezTo>
                    <a:pt x="9" y="6"/>
                    <a:pt x="10" y="6"/>
                    <a:pt x="11" y="7"/>
                  </a:cubicBezTo>
                  <a:cubicBezTo>
                    <a:pt x="11" y="7"/>
                    <a:pt x="11" y="8"/>
                    <a:pt x="11" y="8"/>
                  </a:cubicBezTo>
                  <a:cubicBezTo>
                    <a:pt x="12" y="8"/>
                    <a:pt x="13" y="8"/>
                    <a:pt x="14" y="8"/>
                  </a:cubicBezTo>
                  <a:cubicBezTo>
                    <a:pt x="14" y="8"/>
                    <a:pt x="14" y="9"/>
                    <a:pt x="14" y="9"/>
                  </a:cubicBezTo>
                  <a:cubicBezTo>
                    <a:pt x="14" y="10"/>
                    <a:pt x="14" y="11"/>
                    <a:pt x="14" y="11"/>
                  </a:cubicBezTo>
                  <a:cubicBezTo>
                    <a:pt x="14" y="11"/>
                    <a:pt x="14" y="12"/>
                    <a:pt x="14" y="12"/>
                  </a:cubicBezTo>
                  <a:cubicBezTo>
                    <a:pt x="14" y="13"/>
                    <a:pt x="13" y="13"/>
                    <a:pt x="13" y="1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0" name="Freeform 210"/>
            <p:cNvSpPr>
              <a:spLocks/>
            </p:cNvSpPr>
            <p:nvPr/>
          </p:nvSpPr>
          <p:spPr bwMode="auto">
            <a:xfrm>
              <a:off x="836613" y="957263"/>
              <a:ext cx="7938" cy="4763"/>
            </a:xfrm>
            <a:custGeom>
              <a:avLst/>
              <a:gdLst/>
              <a:ahLst/>
              <a:cxnLst>
                <a:cxn ang="0">
                  <a:pos x="4" y="2"/>
                </a:cxn>
                <a:cxn ang="0">
                  <a:pos x="2" y="3"/>
                </a:cxn>
                <a:cxn ang="0">
                  <a:pos x="0" y="2"/>
                </a:cxn>
                <a:cxn ang="0">
                  <a:pos x="0" y="0"/>
                </a:cxn>
                <a:cxn ang="0">
                  <a:pos x="2" y="0"/>
                </a:cxn>
                <a:cxn ang="0">
                  <a:pos x="3" y="1"/>
                </a:cxn>
                <a:cxn ang="0">
                  <a:pos x="4" y="2"/>
                </a:cxn>
              </a:cxnLst>
              <a:rect l="0" t="0" r="r" b="b"/>
              <a:pathLst>
                <a:path w="4" h="3">
                  <a:moveTo>
                    <a:pt x="4" y="2"/>
                  </a:moveTo>
                  <a:cubicBezTo>
                    <a:pt x="4" y="3"/>
                    <a:pt x="2" y="3"/>
                    <a:pt x="2" y="3"/>
                  </a:cubicBezTo>
                  <a:cubicBezTo>
                    <a:pt x="1" y="3"/>
                    <a:pt x="1" y="3"/>
                    <a:pt x="0" y="2"/>
                  </a:cubicBezTo>
                  <a:cubicBezTo>
                    <a:pt x="0" y="2"/>
                    <a:pt x="0" y="0"/>
                    <a:pt x="0" y="0"/>
                  </a:cubicBezTo>
                  <a:cubicBezTo>
                    <a:pt x="1" y="0"/>
                    <a:pt x="2" y="0"/>
                    <a:pt x="2" y="0"/>
                  </a:cubicBezTo>
                  <a:cubicBezTo>
                    <a:pt x="2" y="0"/>
                    <a:pt x="3" y="1"/>
                    <a:pt x="3" y="1"/>
                  </a:cubicBezTo>
                  <a:cubicBezTo>
                    <a:pt x="3" y="1"/>
                    <a:pt x="4" y="2"/>
                    <a:pt x="4"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1" name="Freeform 211"/>
            <p:cNvSpPr>
              <a:spLocks/>
            </p:cNvSpPr>
            <p:nvPr/>
          </p:nvSpPr>
          <p:spPr bwMode="auto">
            <a:xfrm>
              <a:off x="835026" y="1738313"/>
              <a:ext cx="6350" cy="4763"/>
            </a:xfrm>
            <a:custGeom>
              <a:avLst/>
              <a:gdLst/>
              <a:ahLst/>
              <a:cxnLst>
                <a:cxn ang="0">
                  <a:pos x="2" y="2"/>
                </a:cxn>
                <a:cxn ang="0">
                  <a:pos x="3" y="1"/>
                </a:cxn>
                <a:cxn ang="0">
                  <a:pos x="2" y="0"/>
                </a:cxn>
                <a:cxn ang="0">
                  <a:pos x="0" y="0"/>
                </a:cxn>
                <a:cxn ang="0">
                  <a:pos x="0" y="2"/>
                </a:cxn>
                <a:cxn ang="0">
                  <a:pos x="1" y="3"/>
                </a:cxn>
                <a:cxn ang="0">
                  <a:pos x="2" y="2"/>
                </a:cxn>
              </a:cxnLst>
              <a:rect l="0" t="0" r="r" b="b"/>
              <a:pathLst>
                <a:path w="3" h="3">
                  <a:moveTo>
                    <a:pt x="2" y="2"/>
                  </a:moveTo>
                  <a:cubicBezTo>
                    <a:pt x="2" y="2"/>
                    <a:pt x="3" y="1"/>
                    <a:pt x="3" y="1"/>
                  </a:cubicBezTo>
                  <a:cubicBezTo>
                    <a:pt x="3" y="1"/>
                    <a:pt x="2" y="0"/>
                    <a:pt x="2" y="0"/>
                  </a:cubicBezTo>
                  <a:cubicBezTo>
                    <a:pt x="1" y="0"/>
                    <a:pt x="0" y="0"/>
                    <a:pt x="0" y="0"/>
                  </a:cubicBezTo>
                  <a:cubicBezTo>
                    <a:pt x="0" y="1"/>
                    <a:pt x="0" y="2"/>
                    <a:pt x="0" y="2"/>
                  </a:cubicBezTo>
                  <a:cubicBezTo>
                    <a:pt x="0" y="2"/>
                    <a:pt x="1" y="2"/>
                    <a:pt x="1" y="3"/>
                  </a:cubicBezTo>
                  <a:cubicBezTo>
                    <a:pt x="1" y="3"/>
                    <a:pt x="2" y="2"/>
                    <a:pt x="2"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2" name="Freeform 212"/>
            <p:cNvSpPr>
              <a:spLocks/>
            </p:cNvSpPr>
            <p:nvPr/>
          </p:nvSpPr>
          <p:spPr bwMode="auto">
            <a:xfrm>
              <a:off x="842963" y="1711325"/>
              <a:ext cx="7938" cy="7938"/>
            </a:xfrm>
            <a:custGeom>
              <a:avLst/>
              <a:gdLst/>
              <a:ahLst/>
              <a:cxnLst>
                <a:cxn ang="0">
                  <a:pos x="3" y="3"/>
                </a:cxn>
                <a:cxn ang="0">
                  <a:pos x="2" y="3"/>
                </a:cxn>
                <a:cxn ang="0">
                  <a:pos x="1" y="4"/>
                </a:cxn>
                <a:cxn ang="0">
                  <a:pos x="0" y="3"/>
                </a:cxn>
                <a:cxn ang="0">
                  <a:pos x="1" y="2"/>
                </a:cxn>
                <a:cxn ang="0">
                  <a:pos x="2" y="1"/>
                </a:cxn>
                <a:cxn ang="0">
                  <a:pos x="3" y="0"/>
                </a:cxn>
                <a:cxn ang="0">
                  <a:pos x="3" y="0"/>
                </a:cxn>
                <a:cxn ang="0">
                  <a:pos x="3" y="2"/>
                </a:cxn>
                <a:cxn ang="0">
                  <a:pos x="3" y="3"/>
                </a:cxn>
              </a:cxnLst>
              <a:rect l="0" t="0" r="r" b="b"/>
              <a:pathLst>
                <a:path w="4" h="4">
                  <a:moveTo>
                    <a:pt x="3" y="3"/>
                  </a:moveTo>
                  <a:cubicBezTo>
                    <a:pt x="3" y="3"/>
                    <a:pt x="2" y="3"/>
                    <a:pt x="2" y="3"/>
                  </a:cubicBezTo>
                  <a:cubicBezTo>
                    <a:pt x="2" y="3"/>
                    <a:pt x="1" y="4"/>
                    <a:pt x="1" y="4"/>
                  </a:cubicBezTo>
                  <a:cubicBezTo>
                    <a:pt x="1" y="4"/>
                    <a:pt x="0" y="3"/>
                    <a:pt x="0" y="3"/>
                  </a:cubicBezTo>
                  <a:cubicBezTo>
                    <a:pt x="0" y="3"/>
                    <a:pt x="1" y="2"/>
                    <a:pt x="1" y="2"/>
                  </a:cubicBezTo>
                  <a:cubicBezTo>
                    <a:pt x="1" y="2"/>
                    <a:pt x="2" y="1"/>
                    <a:pt x="2" y="1"/>
                  </a:cubicBezTo>
                  <a:cubicBezTo>
                    <a:pt x="2" y="1"/>
                    <a:pt x="2" y="0"/>
                    <a:pt x="3" y="0"/>
                  </a:cubicBezTo>
                  <a:cubicBezTo>
                    <a:pt x="3" y="0"/>
                    <a:pt x="3" y="0"/>
                    <a:pt x="3" y="0"/>
                  </a:cubicBezTo>
                  <a:cubicBezTo>
                    <a:pt x="4" y="1"/>
                    <a:pt x="3" y="1"/>
                    <a:pt x="3" y="2"/>
                  </a:cubicBezTo>
                  <a:cubicBezTo>
                    <a:pt x="3" y="2"/>
                    <a:pt x="3" y="2"/>
                    <a:pt x="3"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3" name="Freeform 213"/>
            <p:cNvSpPr>
              <a:spLocks/>
            </p:cNvSpPr>
            <p:nvPr/>
          </p:nvSpPr>
          <p:spPr bwMode="auto">
            <a:xfrm>
              <a:off x="777876" y="1717675"/>
              <a:ext cx="69850" cy="50800"/>
            </a:xfrm>
            <a:custGeom>
              <a:avLst/>
              <a:gdLst/>
              <a:ahLst/>
              <a:cxnLst>
                <a:cxn ang="0">
                  <a:pos x="12" y="23"/>
                </a:cxn>
                <a:cxn ang="0">
                  <a:pos x="11" y="26"/>
                </a:cxn>
                <a:cxn ang="0">
                  <a:pos x="8" y="27"/>
                </a:cxn>
                <a:cxn ang="0">
                  <a:pos x="7" y="23"/>
                </a:cxn>
                <a:cxn ang="0">
                  <a:pos x="4" y="22"/>
                </a:cxn>
                <a:cxn ang="0">
                  <a:pos x="1" y="23"/>
                </a:cxn>
                <a:cxn ang="0">
                  <a:pos x="1" y="22"/>
                </a:cxn>
                <a:cxn ang="0">
                  <a:pos x="3" y="19"/>
                </a:cxn>
                <a:cxn ang="0">
                  <a:pos x="2" y="16"/>
                </a:cxn>
                <a:cxn ang="0">
                  <a:pos x="1" y="13"/>
                </a:cxn>
                <a:cxn ang="0">
                  <a:pos x="3" y="11"/>
                </a:cxn>
                <a:cxn ang="0">
                  <a:pos x="5" y="8"/>
                </a:cxn>
                <a:cxn ang="0">
                  <a:pos x="7" y="5"/>
                </a:cxn>
                <a:cxn ang="0">
                  <a:pos x="11" y="5"/>
                </a:cxn>
                <a:cxn ang="0">
                  <a:pos x="13" y="8"/>
                </a:cxn>
                <a:cxn ang="0">
                  <a:pos x="16" y="8"/>
                </a:cxn>
                <a:cxn ang="0">
                  <a:pos x="18" y="6"/>
                </a:cxn>
                <a:cxn ang="0">
                  <a:pos x="22" y="4"/>
                </a:cxn>
                <a:cxn ang="0">
                  <a:pos x="26" y="4"/>
                </a:cxn>
                <a:cxn ang="0">
                  <a:pos x="30" y="3"/>
                </a:cxn>
                <a:cxn ang="0">
                  <a:pos x="31" y="0"/>
                </a:cxn>
                <a:cxn ang="0">
                  <a:pos x="33" y="2"/>
                </a:cxn>
                <a:cxn ang="0">
                  <a:pos x="37" y="3"/>
                </a:cxn>
                <a:cxn ang="0">
                  <a:pos x="36" y="8"/>
                </a:cxn>
                <a:cxn ang="0">
                  <a:pos x="31" y="9"/>
                </a:cxn>
                <a:cxn ang="0">
                  <a:pos x="28" y="7"/>
                </a:cxn>
                <a:cxn ang="0">
                  <a:pos x="25" y="9"/>
                </a:cxn>
                <a:cxn ang="0">
                  <a:pos x="26" y="12"/>
                </a:cxn>
                <a:cxn ang="0">
                  <a:pos x="24" y="15"/>
                </a:cxn>
                <a:cxn ang="0">
                  <a:pos x="22" y="17"/>
                </a:cxn>
                <a:cxn ang="0">
                  <a:pos x="19" y="16"/>
                </a:cxn>
                <a:cxn ang="0">
                  <a:pos x="17" y="14"/>
                </a:cxn>
                <a:cxn ang="0">
                  <a:pos x="14" y="18"/>
                </a:cxn>
              </a:cxnLst>
              <a:rect l="0" t="0" r="r" b="b"/>
              <a:pathLst>
                <a:path w="37" h="27">
                  <a:moveTo>
                    <a:pt x="13" y="21"/>
                  </a:moveTo>
                  <a:cubicBezTo>
                    <a:pt x="13" y="21"/>
                    <a:pt x="12" y="23"/>
                    <a:pt x="12" y="23"/>
                  </a:cubicBezTo>
                  <a:cubicBezTo>
                    <a:pt x="12" y="24"/>
                    <a:pt x="13" y="25"/>
                    <a:pt x="12" y="25"/>
                  </a:cubicBezTo>
                  <a:cubicBezTo>
                    <a:pt x="12" y="26"/>
                    <a:pt x="11" y="26"/>
                    <a:pt x="11" y="26"/>
                  </a:cubicBezTo>
                  <a:cubicBezTo>
                    <a:pt x="11" y="27"/>
                    <a:pt x="10" y="27"/>
                    <a:pt x="10" y="27"/>
                  </a:cubicBezTo>
                  <a:cubicBezTo>
                    <a:pt x="9" y="27"/>
                    <a:pt x="9" y="27"/>
                    <a:pt x="8" y="27"/>
                  </a:cubicBezTo>
                  <a:cubicBezTo>
                    <a:pt x="8" y="26"/>
                    <a:pt x="7" y="25"/>
                    <a:pt x="7" y="25"/>
                  </a:cubicBezTo>
                  <a:cubicBezTo>
                    <a:pt x="7" y="25"/>
                    <a:pt x="7" y="24"/>
                    <a:pt x="7" y="23"/>
                  </a:cubicBezTo>
                  <a:cubicBezTo>
                    <a:pt x="6" y="23"/>
                    <a:pt x="6" y="22"/>
                    <a:pt x="5" y="22"/>
                  </a:cubicBezTo>
                  <a:cubicBezTo>
                    <a:pt x="5" y="22"/>
                    <a:pt x="4" y="22"/>
                    <a:pt x="4" y="22"/>
                  </a:cubicBezTo>
                  <a:cubicBezTo>
                    <a:pt x="3" y="22"/>
                    <a:pt x="3" y="23"/>
                    <a:pt x="3" y="23"/>
                  </a:cubicBezTo>
                  <a:cubicBezTo>
                    <a:pt x="2" y="23"/>
                    <a:pt x="2" y="23"/>
                    <a:pt x="1" y="23"/>
                  </a:cubicBezTo>
                  <a:cubicBezTo>
                    <a:pt x="1" y="23"/>
                    <a:pt x="1" y="23"/>
                    <a:pt x="1" y="23"/>
                  </a:cubicBezTo>
                  <a:cubicBezTo>
                    <a:pt x="1" y="23"/>
                    <a:pt x="1" y="22"/>
                    <a:pt x="1" y="22"/>
                  </a:cubicBezTo>
                  <a:cubicBezTo>
                    <a:pt x="1" y="21"/>
                    <a:pt x="2" y="21"/>
                    <a:pt x="2" y="21"/>
                  </a:cubicBezTo>
                  <a:cubicBezTo>
                    <a:pt x="3" y="21"/>
                    <a:pt x="3" y="20"/>
                    <a:pt x="3" y="19"/>
                  </a:cubicBezTo>
                  <a:cubicBezTo>
                    <a:pt x="3" y="19"/>
                    <a:pt x="4" y="18"/>
                    <a:pt x="3" y="18"/>
                  </a:cubicBezTo>
                  <a:cubicBezTo>
                    <a:pt x="3" y="17"/>
                    <a:pt x="2" y="17"/>
                    <a:pt x="2" y="16"/>
                  </a:cubicBezTo>
                  <a:cubicBezTo>
                    <a:pt x="2" y="16"/>
                    <a:pt x="2" y="15"/>
                    <a:pt x="2" y="14"/>
                  </a:cubicBezTo>
                  <a:cubicBezTo>
                    <a:pt x="2" y="14"/>
                    <a:pt x="1" y="13"/>
                    <a:pt x="1" y="13"/>
                  </a:cubicBezTo>
                  <a:cubicBezTo>
                    <a:pt x="0" y="12"/>
                    <a:pt x="0" y="12"/>
                    <a:pt x="1" y="11"/>
                  </a:cubicBezTo>
                  <a:cubicBezTo>
                    <a:pt x="1" y="11"/>
                    <a:pt x="2" y="11"/>
                    <a:pt x="3" y="11"/>
                  </a:cubicBezTo>
                  <a:cubicBezTo>
                    <a:pt x="3" y="11"/>
                    <a:pt x="4" y="10"/>
                    <a:pt x="5" y="10"/>
                  </a:cubicBezTo>
                  <a:cubicBezTo>
                    <a:pt x="5" y="10"/>
                    <a:pt x="5" y="8"/>
                    <a:pt x="5" y="8"/>
                  </a:cubicBezTo>
                  <a:cubicBezTo>
                    <a:pt x="5" y="7"/>
                    <a:pt x="6" y="7"/>
                    <a:pt x="6" y="6"/>
                  </a:cubicBezTo>
                  <a:cubicBezTo>
                    <a:pt x="7" y="6"/>
                    <a:pt x="7" y="5"/>
                    <a:pt x="7" y="5"/>
                  </a:cubicBezTo>
                  <a:cubicBezTo>
                    <a:pt x="8" y="5"/>
                    <a:pt x="9" y="5"/>
                    <a:pt x="9" y="5"/>
                  </a:cubicBezTo>
                  <a:cubicBezTo>
                    <a:pt x="10" y="5"/>
                    <a:pt x="11" y="5"/>
                    <a:pt x="11" y="5"/>
                  </a:cubicBezTo>
                  <a:cubicBezTo>
                    <a:pt x="11" y="5"/>
                    <a:pt x="12" y="5"/>
                    <a:pt x="12" y="6"/>
                  </a:cubicBezTo>
                  <a:cubicBezTo>
                    <a:pt x="13" y="6"/>
                    <a:pt x="13" y="7"/>
                    <a:pt x="13" y="8"/>
                  </a:cubicBezTo>
                  <a:cubicBezTo>
                    <a:pt x="14" y="8"/>
                    <a:pt x="14" y="9"/>
                    <a:pt x="15" y="9"/>
                  </a:cubicBezTo>
                  <a:cubicBezTo>
                    <a:pt x="15" y="9"/>
                    <a:pt x="16" y="8"/>
                    <a:pt x="16" y="8"/>
                  </a:cubicBezTo>
                  <a:cubicBezTo>
                    <a:pt x="17" y="7"/>
                    <a:pt x="17" y="6"/>
                    <a:pt x="17" y="6"/>
                  </a:cubicBezTo>
                  <a:cubicBezTo>
                    <a:pt x="17" y="6"/>
                    <a:pt x="18" y="6"/>
                    <a:pt x="18" y="6"/>
                  </a:cubicBezTo>
                  <a:cubicBezTo>
                    <a:pt x="19" y="5"/>
                    <a:pt x="20" y="6"/>
                    <a:pt x="20" y="5"/>
                  </a:cubicBezTo>
                  <a:cubicBezTo>
                    <a:pt x="21" y="5"/>
                    <a:pt x="21" y="4"/>
                    <a:pt x="22" y="4"/>
                  </a:cubicBezTo>
                  <a:cubicBezTo>
                    <a:pt x="22" y="4"/>
                    <a:pt x="23" y="4"/>
                    <a:pt x="24" y="4"/>
                  </a:cubicBezTo>
                  <a:cubicBezTo>
                    <a:pt x="25" y="4"/>
                    <a:pt x="26" y="4"/>
                    <a:pt x="26" y="4"/>
                  </a:cubicBezTo>
                  <a:cubicBezTo>
                    <a:pt x="27" y="4"/>
                    <a:pt x="28" y="4"/>
                    <a:pt x="28" y="4"/>
                  </a:cubicBezTo>
                  <a:cubicBezTo>
                    <a:pt x="29" y="4"/>
                    <a:pt x="30" y="3"/>
                    <a:pt x="30" y="3"/>
                  </a:cubicBezTo>
                  <a:cubicBezTo>
                    <a:pt x="31" y="3"/>
                    <a:pt x="31" y="2"/>
                    <a:pt x="31" y="1"/>
                  </a:cubicBezTo>
                  <a:cubicBezTo>
                    <a:pt x="31" y="1"/>
                    <a:pt x="31" y="0"/>
                    <a:pt x="31" y="0"/>
                  </a:cubicBezTo>
                  <a:cubicBezTo>
                    <a:pt x="32" y="0"/>
                    <a:pt x="32" y="0"/>
                    <a:pt x="33" y="0"/>
                  </a:cubicBezTo>
                  <a:cubicBezTo>
                    <a:pt x="33" y="1"/>
                    <a:pt x="32" y="2"/>
                    <a:pt x="33" y="2"/>
                  </a:cubicBezTo>
                  <a:cubicBezTo>
                    <a:pt x="33" y="2"/>
                    <a:pt x="33" y="3"/>
                    <a:pt x="34" y="3"/>
                  </a:cubicBezTo>
                  <a:cubicBezTo>
                    <a:pt x="34" y="3"/>
                    <a:pt x="36" y="3"/>
                    <a:pt x="37" y="3"/>
                  </a:cubicBezTo>
                  <a:cubicBezTo>
                    <a:pt x="37" y="4"/>
                    <a:pt x="37" y="5"/>
                    <a:pt x="37" y="6"/>
                  </a:cubicBezTo>
                  <a:cubicBezTo>
                    <a:pt x="37" y="6"/>
                    <a:pt x="36" y="7"/>
                    <a:pt x="36" y="8"/>
                  </a:cubicBezTo>
                  <a:cubicBezTo>
                    <a:pt x="35" y="8"/>
                    <a:pt x="34" y="9"/>
                    <a:pt x="34" y="9"/>
                  </a:cubicBezTo>
                  <a:cubicBezTo>
                    <a:pt x="33" y="9"/>
                    <a:pt x="32" y="9"/>
                    <a:pt x="31" y="9"/>
                  </a:cubicBezTo>
                  <a:cubicBezTo>
                    <a:pt x="31" y="9"/>
                    <a:pt x="30" y="8"/>
                    <a:pt x="30" y="8"/>
                  </a:cubicBezTo>
                  <a:cubicBezTo>
                    <a:pt x="29" y="8"/>
                    <a:pt x="28" y="7"/>
                    <a:pt x="28" y="7"/>
                  </a:cubicBezTo>
                  <a:cubicBezTo>
                    <a:pt x="27" y="7"/>
                    <a:pt x="27" y="8"/>
                    <a:pt x="26" y="8"/>
                  </a:cubicBezTo>
                  <a:cubicBezTo>
                    <a:pt x="26" y="8"/>
                    <a:pt x="25" y="9"/>
                    <a:pt x="25" y="9"/>
                  </a:cubicBezTo>
                  <a:cubicBezTo>
                    <a:pt x="24" y="9"/>
                    <a:pt x="25" y="10"/>
                    <a:pt x="25" y="10"/>
                  </a:cubicBezTo>
                  <a:cubicBezTo>
                    <a:pt x="25" y="11"/>
                    <a:pt x="26" y="11"/>
                    <a:pt x="26" y="12"/>
                  </a:cubicBezTo>
                  <a:cubicBezTo>
                    <a:pt x="26" y="12"/>
                    <a:pt x="26" y="13"/>
                    <a:pt x="26" y="14"/>
                  </a:cubicBezTo>
                  <a:cubicBezTo>
                    <a:pt x="25" y="14"/>
                    <a:pt x="24" y="15"/>
                    <a:pt x="24" y="15"/>
                  </a:cubicBezTo>
                  <a:cubicBezTo>
                    <a:pt x="24" y="16"/>
                    <a:pt x="24" y="17"/>
                    <a:pt x="23" y="17"/>
                  </a:cubicBezTo>
                  <a:cubicBezTo>
                    <a:pt x="23" y="17"/>
                    <a:pt x="22" y="17"/>
                    <a:pt x="22" y="17"/>
                  </a:cubicBezTo>
                  <a:cubicBezTo>
                    <a:pt x="21" y="17"/>
                    <a:pt x="20" y="17"/>
                    <a:pt x="20" y="17"/>
                  </a:cubicBezTo>
                  <a:cubicBezTo>
                    <a:pt x="19" y="17"/>
                    <a:pt x="19" y="16"/>
                    <a:pt x="19" y="16"/>
                  </a:cubicBezTo>
                  <a:cubicBezTo>
                    <a:pt x="18" y="15"/>
                    <a:pt x="19" y="14"/>
                    <a:pt x="19" y="14"/>
                  </a:cubicBezTo>
                  <a:cubicBezTo>
                    <a:pt x="18" y="14"/>
                    <a:pt x="18" y="14"/>
                    <a:pt x="17" y="14"/>
                  </a:cubicBezTo>
                  <a:cubicBezTo>
                    <a:pt x="17" y="14"/>
                    <a:pt x="16" y="15"/>
                    <a:pt x="16" y="15"/>
                  </a:cubicBezTo>
                  <a:cubicBezTo>
                    <a:pt x="16" y="16"/>
                    <a:pt x="14" y="17"/>
                    <a:pt x="14" y="18"/>
                  </a:cubicBezTo>
                  <a:cubicBezTo>
                    <a:pt x="14" y="19"/>
                    <a:pt x="13" y="20"/>
                    <a:pt x="13" y="2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4" name="Freeform 214"/>
            <p:cNvSpPr>
              <a:spLocks/>
            </p:cNvSpPr>
            <p:nvPr/>
          </p:nvSpPr>
          <p:spPr bwMode="auto">
            <a:xfrm>
              <a:off x="854076" y="1662113"/>
              <a:ext cx="58738" cy="57150"/>
            </a:xfrm>
            <a:custGeom>
              <a:avLst/>
              <a:gdLst/>
              <a:ahLst/>
              <a:cxnLst>
                <a:cxn ang="0">
                  <a:pos x="15" y="26"/>
                </a:cxn>
                <a:cxn ang="0">
                  <a:pos x="13" y="26"/>
                </a:cxn>
                <a:cxn ang="0">
                  <a:pos x="11" y="25"/>
                </a:cxn>
                <a:cxn ang="0">
                  <a:pos x="9" y="23"/>
                </a:cxn>
                <a:cxn ang="0">
                  <a:pos x="9" y="23"/>
                </a:cxn>
                <a:cxn ang="0">
                  <a:pos x="8" y="24"/>
                </a:cxn>
                <a:cxn ang="0">
                  <a:pos x="8" y="25"/>
                </a:cxn>
                <a:cxn ang="0">
                  <a:pos x="7" y="27"/>
                </a:cxn>
                <a:cxn ang="0">
                  <a:pos x="5" y="25"/>
                </a:cxn>
                <a:cxn ang="0">
                  <a:pos x="4" y="24"/>
                </a:cxn>
                <a:cxn ang="0">
                  <a:pos x="3" y="25"/>
                </a:cxn>
                <a:cxn ang="0">
                  <a:pos x="3" y="27"/>
                </a:cxn>
                <a:cxn ang="0">
                  <a:pos x="2" y="29"/>
                </a:cxn>
                <a:cxn ang="0">
                  <a:pos x="1" y="30"/>
                </a:cxn>
                <a:cxn ang="0">
                  <a:pos x="0" y="29"/>
                </a:cxn>
                <a:cxn ang="0">
                  <a:pos x="0" y="27"/>
                </a:cxn>
                <a:cxn ang="0">
                  <a:pos x="0" y="25"/>
                </a:cxn>
                <a:cxn ang="0">
                  <a:pos x="1" y="23"/>
                </a:cxn>
                <a:cxn ang="0">
                  <a:pos x="4" y="22"/>
                </a:cxn>
                <a:cxn ang="0">
                  <a:pos x="6" y="21"/>
                </a:cxn>
                <a:cxn ang="0">
                  <a:pos x="8" y="18"/>
                </a:cxn>
                <a:cxn ang="0">
                  <a:pos x="11" y="13"/>
                </a:cxn>
                <a:cxn ang="0">
                  <a:pos x="14" y="9"/>
                </a:cxn>
                <a:cxn ang="0">
                  <a:pos x="19" y="7"/>
                </a:cxn>
                <a:cxn ang="0">
                  <a:pos x="22" y="4"/>
                </a:cxn>
                <a:cxn ang="0">
                  <a:pos x="25" y="2"/>
                </a:cxn>
                <a:cxn ang="0">
                  <a:pos x="28" y="1"/>
                </a:cxn>
                <a:cxn ang="0">
                  <a:pos x="31" y="1"/>
                </a:cxn>
                <a:cxn ang="0">
                  <a:pos x="31" y="2"/>
                </a:cxn>
                <a:cxn ang="0">
                  <a:pos x="31" y="5"/>
                </a:cxn>
                <a:cxn ang="0">
                  <a:pos x="29" y="8"/>
                </a:cxn>
                <a:cxn ang="0">
                  <a:pos x="27" y="11"/>
                </a:cxn>
                <a:cxn ang="0">
                  <a:pos x="26" y="13"/>
                </a:cxn>
                <a:cxn ang="0">
                  <a:pos x="26" y="14"/>
                </a:cxn>
                <a:cxn ang="0">
                  <a:pos x="25" y="16"/>
                </a:cxn>
                <a:cxn ang="0">
                  <a:pos x="24" y="14"/>
                </a:cxn>
                <a:cxn ang="0">
                  <a:pos x="23" y="12"/>
                </a:cxn>
                <a:cxn ang="0">
                  <a:pos x="22" y="13"/>
                </a:cxn>
                <a:cxn ang="0">
                  <a:pos x="22" y="15"/>
                </a:cxn>
                <a:cxn ang="0">
                  <a:pos x="22" y="17"/>
                </a:cxn>
                <a:cxn ang="0">
                  <a:pos x="20" y="21"/>
                </a:cxn>
                <a:cxn ang="0">
                  <a:pos x="17" y="24"/>
                </a:cxn>
                <a:cxn ang="0">
                  <a:pos x="16" y="25"/>
                </a:cxn>
                <a:cxn ang="0">
                  <a:pos x="15" y="26"/>
                </a:cxn>
              </a:cxnLst>
              <a:rect l="0" t="0" r="r" b="b"/>
              <a:pathLst>
                <a:path w="31" h="30">
                  <a:moveTo>
                    <a:pt x="15" y="26"/>
                  </a:moveTo>
                  <a:cubicBezTo>
                    <a:pt x="14" y="26"/>
                    <a:pt x="13" y="26"/>
                    <a:pt x="13" y="26"/>
                  </a:cubicBezTo>
                  <a:cubicBezTo>
                    <a:pt x="12" y="26"/>
                    <a:pt x="11" y="25"/>
                    <a:pt x="11" y="25"/>
                  </a:cubicBezTo>
                  <a:cubicBezTo>
                    <a:pt x="10" y="25"/>
                    <a:pt x="10" y="24"/>
                    <a:pt x="9" y="23"/>
                  </a:cubicBezTo>
                  <a:cubicBezTo>
                    <a:pt x="9" y="23"/>
                    <a:pt x="9" y="23"/>
                    <a:pt x="9" y="23"/>
                  </a:cubicBezTo>
                  <a:cubicBezTo>
                    <a:pt x="8" y="23"/>
                    <a:pt x="8" y="23"/>
                    <a:pt x="8" y="24"/>
                  </a:cubicBezTo>
                  <a:cubicBezTo>
                    <a:pt x="8" y="24"/>
                    <a:pt x="8" y="25"/>
                    <a:pt x="8" y="25"/>
                  </a:cubicBezTo>
                  <a:cubicBezTo>
                    <a:pt x="8" y="25"/>
                    <a:pt x="8" y="27"/>
                    <a:pt x="7" y="27"/>
                  </a:cubicBezTo>
                  <a:cubicBezTo>
                    <a:pt x="7" y="27"/>
                    <a:pt x="6" y="26"/>
                    <a:pt x="5" y="25"/>
                  </a:cubicBezTo>
                  <a:cubicBezTo>
                    <a:pt x="5" y="25"/>
                    <a:pt x="5" y="24"/>
                    <a:pt x="4" y="24"/>
                  </a:cubicBezTo>
                  <a:cubicBezTo>
                    <a:pt x="4" y="24"/>
                    <a:pt x="3" y="25"/>
                    <a:pt x="3" y="25"/>
                  </a:cubicBezTo>
                  <a:cubicBezTo>
                    <a:pt x="3" y="25"/>
                    <a:pt x="3" y="26"/>
                    <a:pt x="3" y="27"/>
                  </a:cubicBezTo>
                  <a:cubicBezTo>
                    <a:pt x="3" y="27"/>
                    <a:pt x="2" y="29"/>
                    <a:pt x="2" y="29"/>
                  </a:cubicBezTo>
                  <a:cubicBezTo>
                    <a:pt x="2" y="29"/>
                    <a:pt x="1" y="30"/>
                    <a:pt x="1" y="30"/>
                  </a:cubicBezTo>
                  <a:cubicBezTo>
                    <a:pt x="1" y="30"/>
                    <a:pt x="0" y="29"/>
                    <a:pt x="0" y="29"/>
                  </a:cubicBezTo>
                  <a:cubicBezTo>
                    <a:pt x="0" y="28"/>
                    <a:pt x="0" y="27"/>
                    <a:pt x="0" y="27"/>
                  </a:cubicBezTo>
                  <a:cubicBezTo>
                    <a:pt x="0" y="26"/>
                    <a:pt x="0" y="25"/>
                    <a:pt x="0" y="25"/>
                  </a:cubicBezTo>
                  <a:cubicBezTo>
                    <a:pt x="0" y="24"/>
                    <a:pt x="1" y="23"/>
                    <a:pt x="1" y="23"/>
                  </a:cubicBezTo>
                  <a:cubicBezTo>
                    <a:pt x="2" y="22"/>
                    <a:pt x="4" y="22"/>
                    <a:pt x="4" y="22"/>
                  </a:cubicBezTo>
                  <a:cubicBezTo>
                    <a:pt x="5" y="22"/>
                    <a:pt x="5" y="21"/>
                    <a:pt x="6" y="21"/>
                  </a:cubicBezTo>
                  <a:cubicBezTo>
                    <a:pt x="6" y="20"/>
                    <a:pt x="7" y="19"/>
                    <a:pt x="8" y="18"/>
                  </a:cubicBezTo>
                  <a:cubicBezTo>
                    <a:pt x="9" y="17"/>
                    <a:pt x="10" y="14"/>
                    <a:pt x="11" y="13"/>
                  </a:cubicBezTo>
                  <a:cubicBezTo>
                    <a:pt x="12" y="12"/>
                    <a:pt x="13" y="10"/>
                    <a:pt x="14" y="9"/>
                  </a:cubicBezTo>
                  <a:cubicBezTo>
                    <a:pt x="15" y="8"/>
                    <a:pt x="18" y="8"/>
                    <a:pt x="19" y="7"/>
                  </a:cubicBezTo>
                  <a:cubicBezTo>
                    <a:pt x="20" y="6"/>
                    <a:pt x="21" y="5"/>
                    <a:pt x="22" y="4"/>
                  </a:cubicBezTo>
                  <a:cubicBezTo>
                    <a:pt x="23" y="4"/>
                    <a:pt x="24" y="2"/>
                    <a:pt x="25" y="2"/>
                  </a:cubicBezTo>
                  <a:cubicBezTo>
                    <a:pt x="26" y="2"/>
                    <a:pt x="27" y="1"/>
                    <a:pt x="28" y="1"/>
                  </a:cubicBezTo>
                  <a:cubicBezTo>
                    <a:pt x="29" y="1"/>
                    <a:pt x="30" y="0"/>
                    <a:pt x="31" y="1"/>
                  </a:cubicBezTo>
                  <a:cubicBezTo>
                    <a:pt x="31" y="1"/>
                    <a:pt x="31" y="2"/>
                    <a:pt x="31" y="2"/>
                  </a:cubicBezTo>
                  <a:cubicBezTo>
                    <a:pt x="31" y="3"/>
                    <a:pt x="31" y="4"/>
                    <a:pt x="31" y="5"/>
                  </a:cubicBezTo>
                  <a:cubicBezTo>
                    <a:pt x="30" y="5"/>
                    <a:pt x="30" y="7"/>
                    <a:pt x="29" y="8"/>
                  </a:cubicBezTo>
                  <a:cubicBezTo>
                    <a:pt x="29" y="9"/>
                    <a:pt x="28" y="10"/>
                    <a:pt x="27" y="11"/>
                  </a:cubicBezTo>
                  <a:cubicBezTo>
                    <a:pt x="27" y="11"/>
                    <a:pt x="26" y="12"/>
                    <a:pt x="26" y="13"/>
                  </a:cubicBezTo>
                  <a:cubicBezTo>
                    <a:pt x="26" y="13"/>
                    <a:pt x="26" y="14"/>
                    <a:pt x="26" y="14"/>
                  </a:cubicBezTo>
                  <a:cubicBezTo>
                    <a:pt x="26" y="15"/>
                    <a:pt x="25" y="16"/>
                    <a:pt x="25" y="16"/>
                  </a:cubicBezTo>
                  <a:cubicBezTo>
                    <a:pt x="25" y="16"/>
                    <a:pt x="24" y="15"/>
                    <a:pt x="24" y="14"/>
                  </a:cubicBezTo>
                  <a:cubicBezTo>
                    <a:pt x="24" y="14"/>
                    <a:pt x="24" y="12"/>
                    <a:pt x="23" y="12"/>
                  </a:cubicBezTo>
                  <a:cubicBezTo>
                    <a:pt x="23" y="12"/>
                    <a:pt x="22" y="13"/>
                    <a:pt x="22" y="13"/>
                  </a:cubicBezTo>
                  <a:cubicBezTo>
                    <a:pt x="22" y="14"/>
                    <a:pt x="22" y="15"/>
                    <a:pt x="22" y="15"/>
                  </a:cubicBezTo>
                  <a:cubicBezTo>
                    <a:pt x="22" y="16"/>
                    <a:pt x="22" y="17"/>
                    <a:pt x="22" y="17"/>
                  </a:cubicBezTo>
                  <a:cubicBezTo>
                    <a:pt x="21" y="18"/>
                    <a:pt x="21" y="20"/>
                    <a:pt x="20" y="21"/>
                  </a:cubicBezTo>
                  <a:cubicBezTo>
                    <a:pt x="19" y="21"/>
                    <a:pt x="18" y="23"/>
                    <a:pt x="17" y="24"/>
                  </a:cubicBezTo>
                  <a:cubicBezTo>
                    <a:pt x="17" y="24"/>
                    <a:pt x="17" y="25"/>
                    <a:pt x="16" y="25"/>
                  </a:cubicBezTo>
                  <a:cubicBezTo>
                    <a:pt x="16" y="25"/>
                    <a:pt x="15" y="26"/>
                    <a:pt x="15" y="2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5" name="Freeform 215"/>
            <p:cNvSpPr>
              <a:spLocks/>
            </p:cNvSpPr>
            <p:nvPr/>
          </p:nvSpPr>
          <p:spPr bwMode="auto">
            <a:xfrm>
              <a:off x="965201" y="792163"/>
              <a:ext cx="766763" cy="966788"/>
            </a:xfrm>
            <a:custGeom>
              <a:avLst/>
              <a:gdLst/>
              <a:ahLst/>
              <a:cxnLst>
                <a:cxn ang="0">
                  <a:pos x="264" y="418"/>
                </a:cxn>
                <a:cxn ang="0">
                  <a:pos x="221" y="444"/>
                </a:cxn>
                <a:cxn ang="0">
                  <a:pos x="206" y="486"/>
                </a:cxn>
                <a:cxn ang="0">
                  <a:pos x="146" y="502"/>
                </a:cxn>
                <a:cxn ang="0">
                  <a:pos x="116" y="483"/>
                </a:cxn>
                <a:cxn ang="0">
                  <a:pos x="155" y="463"/>
                </a:cxn>
                <a:cxn ang="0">
                  <a:pos x="156" y="418"/>
                </a:cxn>
                <a:cxn ang="0">
                  <a:pos x="121" y="465"/>
                </a:cxn>
                <a:cxn ang="0">
                  <a:pos x="70" y="513"/>
                </a:cxn>
                <a:cxn ang="0">
                  <a:pos x="29" y="480"/>
                </a:cxn>
                <a:cxn ang="0">
                  <a:pos x="75" y="469"/>
                </a:cxn>
                <a:cxn ang="0">
                  <a:pos x="32" y="468"/>
                </a:cxn>
                <a:cxn ang="0">
                  <a:pos x="14" y="445"/>
                </a:cxn>
                <a:cxn ang="0">
                  <a:pos x="47" y="448"/>
                </a:cxn>
                <a:cxn ang="0">
                  <a:pos x="55" y="429"/>
                </a:cxn>
                <a:cxn ang="0">
                  <a:pos x="42" y="419"/>
                </a:cxn>
                <a:cxn ang="0">
                  <a:pos x="67" y="387"/>
                </a:cxn>
                <a:cxn ang="0">
                  <a:pos x="69" y="382"/>
                </a:cxn>
                <a:cxn ang="0">
                  <a:pos x="100" y="372"/>
                </a:cxn>
                <a:cxn ang="0">
                  <a:pos x="79" y="339"/>
                </a:cxn>
                <a:cxn ang="0">
                  <a:pos x="96" y="331"/>
                </a:cxn>
                <a:cxn ang="0">
                  <a:pos x="73" y="329"/>
                </a:cxn>
                <a:cxn ang="0">
                  <a:pos x="84" y="311"/>
                </a:cxn>
                <a:cxn ang="0">
                  <a:pos x="58" y="298"/>
                </a:cxn>
                <a:cxn ang="0">
                  <a:pos x="59" y="255"/>
                </a:cxn>
                <a:cxn ang="0">
                  <a:pos x="93" y="268"/>
                </a:cxn>
                <a:cxn ang="0">
                  <a:pos x="63" y="232"/>
                </a:cxn>
                <a:cxn ang="0">
                  <a:pos x="60" y="196"/>
                </a:cxn>
                <a:cxn ang="0">
                  <a:pos x="90" y="208"/>
                </a:cxn>
                <a:cxn ang="0">
                  <a:pos x="107" y="190"/>
                </a:cxn>
                <a:cxn ang="0">
                  <a:pos x="117" y="175"/>
                </a:cxn>
                <a:cxn ang="0">
                  <a:pos x="138" y="176"/>
                </a:cxn>
                <a:cxn ang="0">
                  <a:pos x="111" y="150"/>
                </a:cxn>
                <a:cxn ang="0">
                  <a:pos x="128" y="141"/>
                </a:cxn>
                <a:cxn ang="0">
                  <a:pos x="129" y="117"/>
                </a:cxn>
                <a:cxn ang="0">
                  <a:pos x="126" y="105"/>
                </a:cxn>
                <a:cxn ang="0">
                  <a:pos x="155" y="100"/>
                </a:cxn>
                <a:cxn ang="0">
                  <a:pos x="149" y="84"/>
                </a:cxn>
                <a:cxn ang="0">
                  <a:pos x="162" y="71"/>
                </a:cxn>
                <a:cxn ang="0">
                  <a:pos x="167" y="60"/>
                </a:cxn>
                <a:cxn ang="0">
                  <a:pos x="160" y="35"/>
                </a:cxn>
                <a:cxn ang="0">
                  <a:pos x="187" y="29"/>
                </a:cxn>
                <a:cxn ang="0">
                  <a:pos x="199" y="27"/>
                </a:cxn>
                <a:cxn ang="0">
                  <a:pos x="208" y="46"/>
                </a:cxn>
                <a:cxn ang="0">
                  <a:pos x="216" y="37"/>
                </a:cxn>
                <a:cxn ang="0">
                  <a:pos x="235" y="52"/>
                </a:cxn>
                <a:cxn ang="0">
                  <a:pos x="268" y="33"/>
                </a:cxn>
                <a:cxn ang="0">
                  <a:pos x="294" y="29"/>
                </a:cxn>
                <a:cxn ang="0">
                  <a:pos x="344" y="11"/>
                </a:cxn>
                <a:cxn ang="0">
                  <a:pos x="368" y="7"/>
                </a:cxn>
                <a:cxn ang="0">
                  <a:pos x="398" y="46"/>
                </a:cxn>
                <a:cxn ang="0">
                  <a:pos x="316" y="148"/>
                </a:cxn>
                <a:cxn ang="0">
                  <a:pos x="286" y="193"/>
                </a:cxn>
                <a:cxn ang="0">
                  <a:pos x="241" y="187"/>
                </a:cxn>
                <a:cxn ang="0">
                  <a:pos x="294" y="206"/>
                </a:cxn>
                <a:cxn ang="0">
                  <a:pos x="277" y="228"/>
                </a:cxn>
                <a:cxn ang="0">
                  <a:pos x="259" y="241"/>
                </a:cxn>
                <a:cxn ang="0">
                  <a:pos x="262" y="267"/>
                </a:cxn>
                <a:cxn ang="0">
                  <a:pos x="241" y="280"/>
                </a:cxn>
                <a:cxn ang="0">
                  <a:pos x="308" y="257"/>
                </a:cxn>
                <a:cxn ang="0">
                  <a:pos x="334" y="295"/>
                </a:cxn>
                <a:cxn ang="0">
                  <a:pos x="357" y="331"/>
                </a:cxn>
                <a:cxn ang="0">
                  <a:pos x="320" y="384"/>
                </a:cxn>
              </a:cxnLst>
              <a:rect l="0" t="0" r="r" b="b"/>
              <a:pathLst>
                <a:path w="407" h="513">
                  <a:moveTo>
                    <a:pt x="313" y="411"/>
                  </a:moveTo>
                  <a:cubicBezTo>
                    <a:pt x="313" y="411"/>
                    <a:pt x="311" y="411"/>
                    <a:pt x="311" y="411"/>
                  </a:cubicBezTo>
                  <a:cubicBezTo>
                    <a:pt x="310" y="411"/>
                    <a:pt x="309" y="412"/>
                    <a:pt x="308" y="412"/>
                  </a:cubicBezTo>
                  <a:cubicBezTo>
                    <a:pt x="308" y="413"/>
                    <a:pt x="307" y="414"/>
                    <a:pt x="307" y="414"/>
                  </a:cubicBezTo>
                  <a:cubicBezTo>
                    <a:pt x="306" y="415"/>
                    <a:pt x="304" y="414"/>
                    <a:pt x="304" y="414"/>
                  </a:cubicBezTo>
                  <a:cubicBezTo>
                    <a:pt x="303" y="414"/>
                    <a:pt x="302" y="415"/>
                    <a:pt x="302" y="414"/>
                  </a:cubicBezTo>
                  <a:cubicBezTo>
                    <a:pt x="301" y="414"/>
                    <a:pt x="300" y="413"/>
                    <a:pt x="300" y="413"/>
                  </a:cubicBezTo>
                  <a:cubicBezTo>
                    <a:pt x="300" y="413"/>
                    <a:pt x="299" y="412"/>
                    <a:pt x="299" y="412"/>
                  </a:cubicBezTo>
                  <a:cubicBezTo>
                    <a:pt x="298" y="411"/>
                    <a:pt x="297" y="411"/>
                    <a:pt x="297" y="410"/>
                  </a:cubicBezTo>
                  <a:cubicBezTo>
                    <a:pt x="296" y="410"/>
                    <a:pt x="297" y="409"/>
                    <a:pt x="297" y="408"/>
                  </a:cubicBezTo>
                  <a:cubicBezTo>
                    <a:pt x="296" y="408"/>
                    <a:pt x="296" y="408"/>
                    <a:pt x="296" y="408"/>
                  </a:cubicBezTo>
                  <a:cubicBezTo>
                    <a:pt x="296" y="408"/>
                    <a:pt x="295" y="408"/>
                    <a:pt x="294" y="408"/>
                  </a:cubicBezTo>
                  <a:cubicBezTo>
                    <a:pt x="294" y="408"/>
                    <a:pt x="293" y="409"/>
                    <a:pt x="292" y="409"/>
                  </a:cubicBezTo>
                  <a:cubicBezTo>
                    <a:pt x="292" y="410"/>
                    <a:pt x="291" y="411"/>
                    <a:pt x="290" y="412"/>
                  </a:cubicBezTo>
                  <a:cubicBezTo>
                    <a:pt x="290" y="413"/>
                    <a:pt x="291" y="414"/>
                    <a:pt x="291" y="414"/>
                  </a:cubicBezTo>
                  <a:cubicBezTo>
                    <a:pt x="291" y="415"/>
                    <a:pt x="291" y="417"/>
                    <a:pt x="290" y="418"/>
                  </a:cubicBezTo>
                  <a:cubicBezTo>
                    <a:pt x="290" y="419"/>
                    <a:pt x="291" y="421"/>
                    <a:pt x="290" y="422"/>
                  </a:cubicBezTo>
                  <a:cubicBezTo>
                    <a:pt x="290" y="423"/>
                    <a:pt x="288" y="424"/>
                    <a:pt x="287" y="424"/>
                  </a:cubicBezTo>
                  <a:cubicBezTo>
                    <a:pt x="286" y="424"/>
                    <a:pt x="285" y="424"/>
                    <a:pt x="285" y="423"/>
                  </a:cubicBezTo>
                  <a:cubicBezTo>
                    <a:pt x="285" y="423"/>
                    <a:pt x="285" y="422"/>
                    <a:pt x="284" y="422"/>
                  </a:cubicBezTo>
                  <a:cubicBezTo>
                    <a:pt x="284" y="422"/>
                    <a:pt x="283" y="422"/>
                    <a:pt x="282" y="422"/>
                  </a:cubicBezTo>
                  <a:cubicBezTo>
                    <a:pt x="282" y="422"/>
                    <a:pt x="281" y="423"/>
                    <a:pt x="280" y="423"/>
                  </a:cubicBezTo>
                  <a:cubicBezTo>
                    <a:pt x="279" y="423"/>
                    <a:pt x="277" y="423"/>
                    <a:pt x="277" y="423"/>
                  </a:cubicBezTo>
                  <a:cubicBezTo>
                    <a:pt x="275" y="423"/>
                    <a:pt x="273" y="424"/>
                    <a:pt x="272" y="423"/>
                  </a:cubicBezTo>
                  <a:cubicBezTo>
                    <a:pt x="271" y="423"/>
                    <a:pt x="270" y="422"/>
                    <a:pt x="270" y="422"/>
                  </a:cubicBezTo>
                  <a:cubicBezTo>
                    <a:pt x="269" y="422"/>
                    <a:pt x="268" y="421"/>
                    <a:pt x="268" y="421"/>
                  </a:cubicBezTo>
                  <a:cubicBezTo>
                    <a:pt x="268" y="420"/>
                    <a:pt x="267" y="419"/>
                    <a:pt x="267" y="419"/>
                  </a:cubicBezTo>
                  <a:cubicBezTo>
                    <a:pt x="266" y="419"/>
                    <a:pt x="265" y="418"/>
                    <a:pt x="264" y="418"/>
                  </a:cubicBezTo>
                  <a:cubicBezTo>
                    <a:pt x="263" y="418"/>
                    <a:pt x="262" y="419"/>
                    <a:pt x="261" y="420"/>
                  </a:cubicBezTo>
                  <a:cubicBezTo>
                    <a:pt x="261" y="421"/>
                    <a:pt x="260" y="422"/>
                    <a:pt x="261" y="423"/>
                  </a:cubicBezTo>
                  <a:cubicBezTo>
                    <a:pt x="261" y="423"/>
                    <a:pt x="262" y="423"/>
                    <a:pt x="262" y="423"/>
                  </a:cubicBezTo>
                  <a:cubicBezTo>
                    <a:pt x="262" y="424"/>
                    <a:pt x="262" y="425"/>
                    <a:pt x="262" y="425"/>
                  </a:cubicBezTo>
                  <a:cubicBezTo>
                    <a:pt x="262" y="426"/>
                    <a:pt x="262" y="427"/>
                    <a:pt x="261" y="428"/>
                  </a:cubicBezTo>
                  <a:cubicBezTo>
                    <a:pt x="261" y="428"/>
                    <a:pt x="260" y="429"/>
                    <a:pt x="260" y="429"/>
                  </a:cubicBezTo>
                  <a:cubicBezTo>
                    <a:pt x="260" y="429"/>
                    <a:pt x="259" y="429"/>
                    <a:pt x="259" y="430"/>
                  </a:cubicBezTo>
                  <a:cubicBezTo>
                    <a:pt x="258" y="430"/>
                    <a:pt x="258" y="431"/>
                    <a:pt x="257" y="431"/>
                  </a:cubicBezTo>
                  <a:cubicBezTo>
                    <a:pt x="257" y="432"/>
                    <a:pt x="256" y="432"/>
                    <a:pt x="255" y="432"/>
                  </a:cubicBezTo>
                  <a:cubicBezTo>
                    <a:pt x="255" y="432"/>
                    <a:pt x="254" y="431"/>
                    <a:pt x="254" y="431"/>
                  </a:cubicBezTo>
                  <a:cubicBezTo>
                    <a:pt x="254" y="431"/>
                    <a:pt x="253" y="432"/>
                    <a:pt x="253" y="432"/>
                  </a:cubicBezTo>
                  <a:cubicBezTo>
                    <a:pt x="252" y="432"/>
                    <a:pt x="251" y="433"/>
                    <a:pt x="250" y="433"/>
                  </a:cubicBezTo>
                  <a:cubicBezTo>
                    <a:pt x="249" y="433"/>
                    <a:pt x="248" y="435"/>
                    <a:pt x="247" y="435"/>
                  </a:cubicBezTo>
                  <a:cubicBezTo>
                    <a:pt x="247" y="436"/>
                    <a:pt x="246" y="437"/>
                    <a:pt x="246" y="438"/>
                  </a:cubicBezTo>
                  <a:cubicBezTo>
                    <a:pt x="245" y="438"/>
                    <a:pt x="245" y="439"/>
                    <a:pt x="244" y="440"/>
                  </a:cubicBezTo>
                  <a:cubicBezTo>
                    <a:pt x="243" y="440"/>
                    <a:pt x="242" y="439"/>
                    <a:pt x="242" y="439"/>
                  </a:cubicBezTo>
                  <a:cubicBezTo>
                    <a:pt x="242" y="439"/>
                    <a:pt x="241" y="439"/>
                    <a:pt x="240" y="439"/>
                  </a:cubicBezTo>
                  <a:cubicBezTo>
                    <a:pt x="240" y="439"/>
                    <a:pt x="239" y="440"/>
                    <a:pt x="238" y="441"/>
                  </a:cubicBezTo>
                  <a:cubicBezTo>
                    <a:pt x="238" y="441"/>
                    <a:pt x="237" y="443"/>
                    <a:pt x="237" y="443"/>
                  </a:cubicBezTo>
                  <a:cubicBezTo>
                    <a:pt x="237" y="444"/>
                    <a:pt x="236" y="446"/>
                    <a:pt x="235" y="447"/>
                  </a:cubicBezTo>
                  <a:cubicBezTo>
                    <a:pt x="234" y="447"/>
                    <a:pt x="233" y="448"/>
                    <a:pt x="233" y="449"/>
                  </a:cubicBezTo>
                  <a:cubicBezTo>
                    <a:pt x="232" y="449"/>
                    <a:pt x="231" y="449"/>
                    <a:pt x="231" y="449"/>
                  </a:cubicBezTo>
                  <a:cubicBezTo>
                    <a:pt x="231" y="449"/>
                    <a:pt x="230" y="448"/>
                    <a:pt x="230" y="447"/>
                  </a:cubicBezTo>
                  <a:cubicBezTo>
                    <a:pt x="230" y="447"/>
                    <a:pt x="230" y="446"/>
                    <a:pt x="230" y="446"/>
                  </a:cubicBezTo>
                  <a:cubicBezTo>
                    <a:pt x="229" y="445"/>
                    <a:pt x="228" y="446"/>
                    <a:pt x="227" y="445"/>
                  </a:cubicBezTo>
                  <a:cubicBezTo>
                    <a:pt x="227" y="445"/>
                    <a:pt x="226" y="444"/>
                    <a:pt x="226" y="443"/>
                  </a:cubicBezTo>
                  <a:cubicBezTo>
                    <a:pt x="225" y="443"/>
                    <a:pt x="224" y="442"/>
                    <a:pt x="223" y="442"/>
                  </a:cubicBezTo>
                  <a:cubicBezTo>
                    <a:pt x="223" y="442"/>
                    <a:pt x="222" y="443"/>
                    <a:pt x="221" y="444"/>
                  </a:cubicBezTo>
                  <a:cubicBezTo>
                    <a:pt x="221" y="444"/>
                    <a:pt x="220" y="444"/>
                    <a:pt x="219" y="445"/>
                  </a:cubicBezTo>
                  <a:cubicBezTo>
                    <a:pt x="219" y="445"/>
                    <a:pt x="219" y="447"/>
                    <a:pt x="219" y="447"/>
                  </a:cubicBezTo>
                  <a:cubicBezTo>
                    <a:pt x="218" y="448"/>
                    <a:pt x="217" y="448"/>
                    <a:pt x="216" y="449"/>
                  </a:cubicBezTo>
                  <a:cubicBezTo>
                    <a:pt x="215" y="449"/>
                    <a:pt x="214" y="450"/>
                    <a:pt x="213" y="451"/>
                  </a:cubicBezTo>
                  <a:cubicBezTo>
                    <a:pt x="213" y="452"/>
                    <a:pt x="212" y="453"/>
                    <a:pt x="212" y="454"/>
                  </a:cubicBezTo>
                  <a:cubicBezTo>
                    <a:pt x="212" y="454"/>
                    <a:pt x="213" y="455"/>
                    <a:pt x="213" y="456"/>
                  </a:cubicBezTo>
                  <a:cubicBezTo>
                    <a:pt x="213" y="456"/>
                    <a:pt x="213" y="458"/>
                    <a:pt x="213" y="458"/>
                  </a:cubicBezTo>
                  <a:cubicBezTo>
                    <a:pt x="212" y="459"/>
                    <a:pt x="211" y="461"/>
                    <a:pt x="210" y="461"/>
                  </a:cubicBezTo>
                  <a:cubicBezTo>
                    <a:pt x="210" y="462"/>
                    <a:pt x="209" y="462"/>
                    <a:pt x="209" y="463"/>
                  </a:cubicBezTo>
                  <a:cubicBezTo>
                    <a:pt x="209" y="464"/>
                    <a:pt x="210" y="465"/>
                    <a:pt x="210" y="465"/>
                  </a:cubicBezTo>
                  <a:cubicBezTo>
                    <a:pt x="210" y="466"/>
                    <a:pt x="210" y="467"/>
                    <a:pt x="209" y="467"/>
                  </a:cubicBezTo>
                  <a:cubicBezTo>
                    <a:pt x="209" y="468"/>
                    <a:pt x="208" y="468"/>
                    <a:pt x="207" y="468"/>
                  </a:cubicBezTo>
                  <a:cubicBezTo>
                    <a:pt x="207" y="468"/>
                    <a:pt x="205" y="469"/>
                    <a:pt x="205" y="469"/>
                  </a:cubicBezTo>
                  <a:cubicBezTo>
                    <a:pt x="204" y="470"/>
                    <a:pt x="203" y="471"/>
                    <a:pt x="203" y="471"/>
                  </a:cubicBezTo>
                  <a:cubicBezTo>
                    <a:pt x="202" y="472"/>
                    <a:pt x="201" y="473"/>
                    <a:pt x="200" y="473"/>
                  </a:cubicBezTo>
                  <a:cubicBezTo>
                    <a:pt x="200" y="473"/>
                    <a:pt x="198" y="472"/>
                    <a:pt x="198" y="472"/>
                  </a:cubicBezTo>
                  <a:cubicBezTo>
                    <a:pt x="197" y="472"/>
                    <a:pt x="196" y="472"/>
                    <a:pt x="195" y="472"/>
                  </a:cubicBezTo>
                  <a:cubicBezTo>
                    <a:pt x="195" y="473"/>
                    <a:pt x="195" y="475"/>
                    <a:pt x="194" y="476"/>
                  </a:cubicBezTo>
                  <a:cubicBezTo>
                    <a:pt x="194" y="476"/>
                    <a:pt x="194" y="477"/>
                    <a:pt x="194" y="478"/>
                  </a:cubicBezTo>
                  <a:cubicBezTo>
                    <a:pt x="195" y="478"/>
                    <a:pt x="196" y="479"/>
                    <a:pt x="196" y="479"/>
                  </a:cubicBezTo>
                  <a:cubicBezTo>
                    <a:pt x="197" y="480"/>
                    <a:pt x="198" y="481"/>
                    <a:pt x="199" y="481"/>
                  </a:cubicBezTo>
                  <a:cubicBezTo>
                    <a:pt x="199" y="482"/>
                    <a:pt x="200" y="483"/>
                    <a:pt x="201" y="483"/>
                  </a:cubicBezTo>
                  <a:cubicBezTo>
                    <a:pt x="201" y="483"/>
                    <a:pt x="203" y="482"/>
                    <a:pt x="203" y="482"/>
                  </a:cubicBezTo>
                  <a:cubicBezTo>
                    <a:pt x="204" y="481"/>
                    <a:pt x="203" y="480"/>
                    <a:pt x="203" y="480"/>
                  </a:cubicBezTo>
                  <a:cubicBezTo>
                    <a:pt x="204" y="479"/>
                    <a:pt x="206" y="480"/>
                    <a:pt x="207" y="481"/>
                  </a:cubicBezTo>
                  <a:cubicBezTo>
                    <a:pt x="207" y="481"/>
                    <a:pt x="207" y="482"/>
                    <a:pt x="207" y="483"/>
                  </a:cubicBezTo>
                  <a:cubicBezTo>
                    <a:pt x="207" y="483"/>
                    <a:pt x="206" y="484"/>
                    <a:pt x="205" y="485"/>
                  </a:cubicBezTo>
                  <a:cubicBezTo>
                    <a:pt x="205" y="485"/>
                    <a:pt x="206" y="486"/>
                    <a:pt x="206" y="486"/>
                  </a:cubicBezTo>
                  <a:cubicBezTo>
                    <a:pt x="206" y="486"/>
                    <a:pt x="205" y="486"/>
                    <a:pt x="205" y="486"/>
                  </a:cubicBezTo>
                  <a:cubicBezTo>
                    <a:pt x="205" y="487"/>
                    <a:pt x="203" y="487"/>
                    <a:pt x="203" y="487"/>
                  </a:cubicBezTo>
                  <a:cubicBezTo>
                    <a:pt x="202" y="487"/>
                    <a:pt x="202" y="488"/>
                    <a:pt x="201" y="489"/>
                  </a:cubicBezTo>
                  <a:cubicBezTo>
                    <a:pt x="201" y="489"/>
                    <a:pt x="199" y="489"/>
                    <a:pt x="199" y="489"/>
                  </a:cubicBezTo>
                  <a:cubicBezTo>
                    <a:pt x="198" y="489"/>
                    <a:pt x="197" y="489"/>
                    <a:pt x="196" y="489"/>
                  </a:cubicBezTo>
                  <a:cubicBezTo>
                    <a:pt x="195" y="490"/>
                    <a:pt x="195" y="491"/>
                    <a:pt x="194" y="491"/>
                  </a:cubicBezTo>
                  <a:cubicBezTo>
                    <a:pt x="193" y="492"/>
                    <a:pt x="192" y="492"/>
                    <a:pt x="191" y="493"/>
                  </a:cubicBezTo>
                  <a:cubicBezTo>
                    <a:pt x="190" y="493"/>
                    <a:pt x="189" y="493"/>
                    <a:pt x="188" y="493"/>
                  </a:cubicBezTo>
                  <a:cubicBezTo>
                    <a:pt x="187" y="494"/>
                    <a:pt x="187" y="494"/>
                    <a:pt x="186" y="495"/>
                  </a:cubicBezTo>
                  <a:cubicBezTo>
                    <a:pt x="186" y="495"/>
                    <a:pt x="185" y="495"/>
                    <a:pt x="184" y="496"/>
                  </a:cubicBezTo>
                  <a:cubicBezTo>
                    <a:pt x="183" y="496"/>
                    <a:pt x="181" y="497"/>
                    <a:pt x="180" y="497"/>
                  </a:cubicBezTo>
                  <a:cubicBezTo>
                    <a:pt x="179" y="497"/>
                    <a:pt x="177" y="497"/>
                    <a:pt x="177" y="497"/>
                  </a:cubicBezTo>
                  <a:cubicBezTo>
                    <a:pt x="176" y="497"/>
                    <a:pt x="175" y="498"/>
                    <a:pt x="174" y="498"/>
                  </a:cubicBezTo>
                  <a:cubicBezTo>
                    <a:pt x="173" y="498"/>
                    <a:pt x="172" y="497"/>
                    <a:pt x="171" y="497"/>
                  </a:cubicBezTo>
                  <a:cubicBezTo>
                    <a:pt x="170" y="497"/>
                    <a:pt x="168" y="497"/>
                    <a:pt x="167" y="496"/>
                  </a:cubicBezTo>
                  <a:cubicBezTo>
                    <a:pt x="166" y="496"/>
                    <a:pt x="165" y="495"/>
                    <a:pt x="165" y="495"/>
                  </a:cubicBezTo>
                  <a:cubicBezTo>
                    <a:pt x="164" y="494"/>
                    <a:pt x="163" y="494"/>
                    <a:pt x="162" y="494"/>
                  </a:cubicBezTo>
                  <a:cubicBezTo>
                    <a:pt x="161" y="494"/>
                    <a:pt x="160" y="495"/>
                    <a:pt x="159" y="495"/>
                  </a:cubicBezTo>
                  <a:cubicBezTo>
                    <a:pt x="159" y="496"/>
                    <a:pt x="158" y="497"/>
                    <a:pt x="157" y="498"/>
                  </a:cubicBezTo>
                  <a:cubicBezTo>
                    <a:pt x="157" y="499"/>
                    <a:pt x="155" y="500"/>
                    <a:pt x="155" y="501"/>
                  </a:cubicBezTo>
                  <a:cubicBezTo>
                    <a:pt x="154" y="501"/>
                    <a:pt x="152" y="502"/>
                    <a:pt x="151" y="502"/>
                  </a:cubicBezTo>
                  <a:cubicBezTo>
                    <a:pt x="150" y="502"/>
                    <a:pt x="149" y="502"/>
                    <a:pt x="148" y="502"/>
                  </a:cubicBezTo>
                  <a:cubicBezTo>
                    <a:pt x="149" y="501"/>
                    <a:pt x="149" y="501"/>
                    <a:pt x="149" y="500"/>
                  </a:cubicBezTo>
                  <a:cubicBezTo>
                    <a:pt x="149" y="500"/>
                    <a:pt x="150" y="499"/>
                    <a:pt x="150" y="499"/>
                  </a:cubicBezTo>
                  <a:cubicBezTo>
                    <a:pt x="150" y="498"/>
                    <a:pt x="150" y="498"/>
                    <a:pt x="149" y="498"/>
                  </a:cubicBezTo>
                  <a:cubicBezTo>
                    <a:pt x="149" y="498"/>
                    <a:pt x="148" y="499"/>
                    <a:pt x="148" y="499"/>
                  </a:cubicBezTo>
                  <a:cubicBezTo>
                    <a:pt x="148" y="499"/>
                    <a:pt x="147" y="500"/>
                    <a:pt x="147" y="501"/>
                  </a:cubicBezTo>
                  <a:cubicBezTo>
                    <a:pt x="146" y="501"/>
                    <a:pt x="146" y="502"/>
                    <a:pt x="146" y="502"/>
                  </a:cubicBezTo>
                  <a:cubicBezTo>
                    <a:pt x="145" y="502"/>
                    <a:pt x="145" y="502"/>
                    <a:pt x="145" y="502"/>
                  </a:cubicBezTo>
                  <a:cubicBezTo>
                    <a:pt x="144" y="501"/>
                    <a:pt x="145" y="500"/>
                    <a:pt x="145" y="500"/>
                  </a:cubicBezTo>
                  <a:cubicBezTo>
                    <a:pt x="145" y="499"/>
                    <a:pt x="145" y="498"/>
                    <a:pt x="146" y="498"/>
                  </a:cubicBezTo>
                  <a:cubicBezTo>
                    <a:pt x="146" y="497"/>
                    <a:pt x="146" y="496"/>
                    <a:pt x="146" y="496"/>
                  </a:cubicBezTo>
                  <a:cubicBezTo>
                    <a:pt x="146" y="495"/>
                    <a:pt x="146" y="494"/>
                    <a:pt x="146" y="494"/>
                  </a:cubicBezTo>
                  <a:cubicBezTo>
                    <a:pt x="146" y="493"/>
                    <a:pt x="147" y="492"/>
                    <a:pt x="147" y="492"/>
                  </a:cubicBezTo>
                  <a:cubicBezTo>
                    <a:pt x="147" y="491"/>
                    <a:pt x="147" y="490"/>
                    <a:pt x="147" y="489"/>
                  </a:cubicBezTo>
                  <a:cubicBezTo>
                    <a:pt x="147" y="489"/>
                    <a:pt x="148" y="489"/>
                    <a:pt x="148" y="488"/>
                  </a:cubicBezTo>
                  <a:cubicBezTo>
                    <a:pt x="149" y="488"/>
                    <a:pt x="149" y="487"/>
                    <a:pt x="148" y="486"/>
                  </a:cubicBezTo>
                  <a:cubicBezTo>
                    <a:pt x="148" y="486"/>
                    <a:pt x="147" y="486"/>
                    <a:pt x="147" y="486"/>
                  </a:cubicBezTo>
                  <a:cubicBezTo>
                    <a:pt x="146" y="486"/>
                    <a:pt x="144" y="486"/>
                    <a:pt x="144" y="485"/>
                  </a:cubicBezTo>
                  <a:cubicBezTo>
                    <a:pt x="143" y="485"/>
                    <a:pt x="142" y="484"/>
                    <a:pt x="142" y="483"/>
                  </a:cubicBezTo>
                  <a:cubicBezTo>
                    <a:pt x="141" y="482"/>
                    <a:pt x="141" y="481"/>
                    <a:pt x="140" y="480"/>
                  </a:cubicBezTo>
                  <a:cubicBezTo>
                    <a:pt x="140" y="480"/>
                    <a:pt x="139" y="480"/>
                    <a:pt x="138" y="480"/>
                  </a:cubicBezTo>
                  <a:cubicBezTo>
                    <a:pt x="138" y="480"/>
                    <a:pt x="138" y="478"/>
                    <a:pt x="137" y="478"/>
                  </a:cubicBezTo>
                  <a:cubicBezTo>
                    <a:pt x="137" y="478"/>
                    <a:pt x="135" y="478"/>
                    <a:pt x="135" y="478"/>
                  </a:cubicBezTo>
                  <a:cubicBezTo>
                    <a:pt x="134" y="478"/>
                    <a:pt x="134" y="479"/>
                    <a:pt x="134" y="480"/>
                  </a:cubicBezTo>
                  <a:cubicBezTo>
                    <a:pt x="133" y="480"/>
                    <a:pt x="133" y="481"/>
                    <a:pt x="133" y="482"/>
                  </a:cubicBezTo>
                  <a:cubicBezTo>
                    <a:pt x="133" y="483"/>
                    <a:pt x="133" y="484"/>
                    <a:pt x="133" y="485"/>
                  </a:cubicBezTo>
                  <a:cubicBezTo>
                    <a:pt x="132" y="485"/>
                    <a:pt x="132" y="486"/>
                    <a:pt x="132" y="486"/>
                  </a:cubicBezTo>
                  <a:cubicBezTo>
                    <a:pt x="132" y="487"/>
                    <a:pt x="132" y="488"/>
                    <a:pt x="131" y="488"/>
                  </a:cubicBezTo>
                  <a:cubicBezTo>
                    <a:pt x="131" y="488"/>
                    <a:pt x="131" y="489"/>
                    <a:pt x="131" y="489"/>
                  </a:cubicBezTo>
                  <a:cubicBezTo>
                    <a:pt x="130" y="490"/>
                    <a:pt x="128" y="490"/>
                    <a:pt x="128" y="489"/>
                  </a:cubicBezTo>
                  <a:cubicBezTo>
                    <a:pt x="127" y="489"/>
                    <a:pt x="126" y="488"/>
                    <a:pt x="125" y="488"/>
                  </a:cubicBezTo>
                  <a:cubicBezTo>
                    <a:pt x="124" y="487"/>
                    <a:pt x="123" y="487"/>
                    <a:pt x="123" y="487"/>
                  </a:cubicBezTo>
                  <a:cubicBezTo>
                    <a:pt x="122" y="487"/>
                    <a:pt x="121" y="486"/>
                    <a:pt x="121" y="485"/>
                  </a:cubicBezTo>
                  <a:cubicBezTo>
                    <a:pt x="120" y="485"/>
                    <a:pt x="119" y="484"/>
                    <a:pt x="118" y="484"/>
                  </a:cubicBezTo>
                  <a:cubicBezTo>
                    <a:pt x="118" y="484"/>
                    <a:pt x="116" y="483"/>
                    <a:pt x="116" y="483"/>
                  </a:cubicBezTo>
                  <a:cubicBezTo>
                    <a:pt x="116" y="482"/>
                    <a:pt x="117" y="482"/>
                    <a:pt x="118" y="481"/>
                  </a:cubicBezTo>
                  <a:cubicBezTo>
                    <a:pt x="118" y="481"/>
                    <a:pt x="118" y="479"/>
                    <a:pt x="118" y="479"/>
                  </a:cubicBezTo>
                  <a:cubicBezTo>
                    <a:pt x="118" y="479"/>
                    <a:pt x="117" y="479"/>
                    <a:pt x="116" y="479"/>
                  </a:cubicBezTo>
                  <a:cubicBezTo>
                    <a:pt x="116" y="479"/>
                    <a:pt x="116" y="478"/>
                    <a:pt x="116" y="478"/>
                  </a:cubicBezTo>
                  <a:cubicBezTo>
                    <a:pt x="116" y="478"/>
                    <a:pt x="116" y="477"/>
                    <a:pt x="116" y="476"/>
                  </a:cubicBezTo>
                  <a:cubicBezTo>
                    <a:pt x="116" y="476"/>
                    <a:pt x="116" y="476"/>
                    <a:pt x="116" y="476"/>
                  </a:cubicBezTo>
                  <a:cubicBezTo>
                    <a:pt x="116" y="475"/>
                    <a:pt x="117" y="474"/>
                    <a:pt x="117" y="474"/>
                  </a:cubicBezTo>
                  <a:cubicBezTo>
                    <a:pt x="118" y="474"/>
                    <a:pt x="119" y="473"/>
                    <a:pt x="119" y="473"/>
                  </a:cubicBezTo>
                  <a:cubicBezTo>
                    <a:pt x="120" y="473"/>
                    <a:pt x="121" y="472"/>
                    <a:pt x="122" y="472"/>
                  </a:cubicBezTo>
                  <a:cubicBezTo>
                    <a:pt x="123" y="472"/>
                    <a:pt x="124" y="472"/>
                    <a:pt x="125" y="472"/>
                  </a:cubicBezTo>
                  <a:cubicBezTo>
                    <a:pt x="125" y="472"/>
                    <a:pt x="126" y="470"/>
                    <a:pt x="127" y="470"/>
                  </a:cubicBezTo>
                  <a:cubicBezTo>
                    <a:pt x="127" y="470"/>
                    <a:pt x="128" y="469"/>
                    <a:pt x="129" y="469"/>
                  </a:cubicBezTo>
                  <a:cubicBezTo>
                    <a:pt x="129" y="468"/>
                    <a:pt x="131" y="468"/>
                    <a:pt x="131" y="468"/>
                  </a:cubicBezTo>
                  <a:cubicBezTo>
                    <a:pt x="131" y="468"/>
                    <a:pt x="132" y="468"/>
                    <a:pt x="133" y="468"/>
                  </a:cubicBezTo>
                  <a:cubicBezTo>
                    <a:pt x="133" y="469"/>
                    <a:pt x="134" y="469"/>
                    <a:pt x="134" y="470"/>
                  </a:cubicBezTo>
                  <a:cubicBezTo>
                    <a:pt x="135" y="470"/>
                    <a:pt x="136" y="470"/>
                    <a:pt x="137" y="471"/>
                  </a:cubicBezTo>
                  <a:cubicBezTo>
                    <a:pt x="138" y="471"/>
                    <a:pt x="139" y="471"/>
                    <a:pt x="140" y="471"/>
                  </a:cubicBezTo>
                  <a:cubicBezTo>
                    <a:pt x="141" y="471"/>
                    <a:pt x="142" y="471"/>
                    <a:pt x="143" y="471"/>
                  </a:cubicBezTo>
                  <a:cubicBezTo>
                    <a:pt x="143" y="471"/>
                    <a:pt x="144" y="470"/>
                    <a:pt x="144" y="470"/>
                  </a:cubicBezTo>
                  <a:cubicBezTo>
                    <a:pt x="145" y="470"/>
                    <a:pt x="145" y="468"/>
                    <a:pt x="145" y="468"/>
                  </a:cubicBezTo>
                  <a:cubicBezTo>
                    <a:pt x="146" y="467"/>
                    <a:pt x="147" y="467"/>
                    <a:pt x="148" y="466"/>
                  </a:cubicBezTo>
                  <a:cubicBezTo>
                    <a:pt x="148" y="466"/>
                    <a:pt x="150" y="466"/>
                    <a:pt x="150" y="466"/>
                  </a:cubicBezTo>
                  <a:cubicBezTo>
                    <a:pt x="151" y="466"/>
                    <a:pt x="153" y="466"/>
                    <a:pt x="154" y="466"/>
                  </a:cubicBezTo>
                  <a:cubicBezTo>
                    <a:pt x="155" y="466"/>
                    <a:pt x="157" y="465"/>
                    <a:pt x="158" y="465"/>
                  </a:cubicBezTo>
                  <a:cubicBezTo>
                    <a:pt x="159" y="464"/>
                    <a:pt x="160" y="464"/>
                    <a:pt x="160" y="464"/>
                  </a:cubicBezTo>
                  <a:cubicBezTo>
                    <a:pt x="161" y="463"/>
                    <a:pt x="161" y="463"/>
                    <a:pt x="161" y="462"/>
                  </a:cubicBezTo>
                  <a:cubicBezTo>
                    <a:pt x="161" y="462"/>
                    <a:pt x="159" y="462"/>
                    <a:pt x="159" y="462"/>
                  </a:cubicBezTo>
                  <a:cubicBezTo>
                    <a:pt x="158" y="463"/>
                    <a:pt x="156" y="463"/>
                    <a:pt x="155" y="463"/>
                  </a:cubicBezTo>
                  <a:cubicBezTo>
                    <a:pt x="155" y="463"/>
                    <a:pt x="153" y="463"/>
                    <a:pt x="152" y="464"/>
                  </a:cubicBezTo>
                  <a:cubicBezTo>
                    <a:pt x="151" y="464"/>
                    <a:pt x="148" y="465"/>
                    <a:pt x="147" y="465"/>
                  </a:cubicBezTo>
                  <a:cubicBezTo>
                    <a:pt x="146" y="465"/>
                    <a:pt x="145" y="466"/>
                    <a:pt x="144" y="466"/>
                  </a:cubicBezTo>
                  <a:cubicBezTo>
                    <a:pt x="143" y="467"/>
                    <a:pt x="142" y="468"/>
                    <a:pt x="142" y="468"/>
                  </a:cubicBezTo>
                  <a:cubicBezTo>
                    <a:pt x="141" y="469"/>
                    <a:pt x="139" y="469"/>
                    <a:pt x="139" y="469"/>
                  </a:cubicBezTo>
                  <a:cubicBezTo>
                    <a:pt x="138" y="469"/>
                    <a:pt x="137" y="469"/>
                    <a:pt x="137" y="469"/>
                  </a:cubicBezTo>
                  <a:cubicBezTo>
                    <a:pt x="136" y="469"/>
                    <a:pt x="136" y="468"/>
                    <a:pt x="135" y="468"/>
                  </a:cubicBezTo>
                  <a:cubicBezTo>
                    <a:pt x="135" y="468"/>
                    <a:pt x="134" y="468"/>
                    <a:pt x="133" y="468"/>
                  </a:cubicBezTo>
                  <a:cubicBezTo>
                    <a:pt x="133" y="467"/>
                    <a:pt x="132" y="467"/>
                    <a:pt x="131" y="467"/>
                  </a:cubicBezTo>
                  <a:cubicBezTo>
                    <a:pt x="131" y="466"/>
                    <a:pt x="130" y="466"/>
                    <a:pt x="129" y="466"/>
                  </a:cubicBezTo>
                  <a:cubicBezTo>
                    <a:pt x="129" y="465"/>
                    <a:pt x="129" y="464"/>
                    <a:pt x="128" y="464"/>
                  </a:cubicBezTo>
                  <a:cubicBezTo>
                    <a:pt x="128" y="463"/>
                    <a:pt x="128" y="462"/>
                    <a:pt x="129" y="461"/>
                  </a:cubicBezTo>
                  <a:cubicBezTo>
                    <a:pt x="129" y="460"/>
                    <a:pt x="129" y="459"/>
                    <a:pt x="130" y="458"/>
                  </a:cubicBezTo>
                  <a:cubicBezTo>
                    <a:pt x="130" y="457"/>
                    <a:pt x="131" y="455"/>
                    <a:pt x="131" y="454"/>
                  </a:cubicBezTo>
                  <a:cubicBezTo>
                    <a:pt x="132" y="453"/>
                    <a:pt x="134" y="450"/>
                    <a:pt x="134" y="449"/>
                  </a:cubicBezTo>
                  <a:cubicBezTo>
                    <a:pt x="135" y="448"/>
                    <a:pt x="138" y="446"/>
                    <a:pt x="139" y="445"/>
                  </a:cubicBezTo>
                  <a:cubicBezTo>
                    <a:pt x="140" y="444"/>
                    <a:pt x="141" y="442"/>
                    <a:pt x="142" y="441"/>
                  </a:cubicBezTo>
                  <a:cubicBezTo>
                    <a:pt x="143" y="440"/>
                    <a:pt x="144" y="437"/>
                    <a:pt x="145" y="436"/>
                  </a:cubicBezTo>
                  <a:cubicBezTo>
                    <a:pt x="145" y="435"/>
                    <a:pt x="147" y="434"/>
                    <a:pt x="147" y="433"/>
                  </a:cubicBezTo>
                  <a:cubicBezTo>
                    <a:pt x="148" y="432"/>
                    <a:pt x="149" y="430"/>
                    <a:pt x="149" y="430"/>
                  </a:cubicBezTo>
                  <a:cubicBezTo>
                    <a:pt x="150" y="429"/>
                    <a:pt x="151" y="427"/>
                    <a:pt x="152" y="426"/>
                  </a:cubicBezTo>
                  <a:cubicBezTo>
                    <a:pt x="153" y="425"/>
                    <a:pt x="154" y="423"/>
                    <a:pt x="155" y="422"/>
                  </a:cubicBezTo>
                  <a:cubicBezTo>
                    <a:pt x="156" y="422"/>
                    <a:pt x="158" y="420"/>
                    <a:pt x="158" y="419"/>
                  </a:cubicBezTo>
                  <a:cubicBezTo>
                    <a:pt x="159" y="419"/>
                    <a:pt x="161" y="418"/>
                    <a:pt x="161" y="417"/>
                  </a:cubicBezTo>
                  <a:cubicBezTo>
                    <a:pt x="161" y="416"/>
                    <a:pt x="162" y="416"/>
                    <a:pt x="161" y="415"/>
                  </a:cubicBezTo>
                  <a:cubicBezTo>
                    <a:pt x="161" y="415"/>
                    <a:pt x="161" y="414"/>
                    <a:pt x="160" y="414"/>
                  </a:cubicBezTo>
                  <a:cubicBezTo>
                    <a:pt x="160" y="414"/>
                    <a:pt x="159" y="415"/>
                    <a:pt x="159" y="416"/>
                  </a:cubicBezTo>
                  <a:cubicBezTo>
                    <a:pt x="158" y="416"/>
                    <a:pt x="157" y="417"/>
                    <a:pt x="156" y="418"/>
                  </a:cubicBezTo>
                  <a:cubicBezTo>
                    <a:pt x="155" y="419"/>
                    <a:pt x="154" y="420"/>
                    <a:pt x="153" y="421"/>
                  </a:cubicBezTo>
                  <a:cubicBezTo>
                    <a:pt x="152" y="423"/>
                    <a:pt x="150" y="425"/>
                    <a:pt x="150" y="426"/>
                  </a:cubicBezTo>
                  <a:cubicBezTo>
                    <a:pt x="149" y="427"/>
                    <a:pt x="148" y="429"/>
                    <a:pt x="147" y="431"/>
                  </a:cubicBezTo>
                  <a:cubicBezTo>
                    <a:pt x="146" y="431"/>
                    <a:pt x="146" y="433"/>
                    <a:pt x="145" y="434"/>
                  </a:cubicBezTo>
                  <a:cubicBezTo>
                    <a:pt x="145" y="434"/>
                    <a:pt x="144" y="435"/>
                    <a:pt x="143" y="435"/>
                  </a:cubicBezTo>
                  <a:cubicBezTo>
                    <a:pt x="143" y="434"/>
                    <a:pt x="143" y="433"/>
                    <a:pt x="142" y="433"/>
                  </a:cubicBezTo>
                  <a:cubicBezTo>
                    <a:pt x="142" y="432"/>
                    <a:pt x="140" y="431"/>
                    <a:pt x="139" y="431"/>
                  </a:cubicBezTo>
                  <a:cubicBezTo>
                    <a:pt x="138" y="430"/>
                    <a:pt x="137" y="430"/>
                    <a:pt x="136" y="430"/>
                  </a:cubicBezTo>
                  <a:cubicBezTo>
                    <a:pt x="135" y="430"/>
                    <a:pt x="134" y="429"/>
                    <a:pt x="133" y="430"/>
                  </a:cubicBezTo>
                  <a:cubicBezTo>
                    <a:pt x="133" y="430"/>
                    <a:pt x="132" y="430"/>
                    <a:pt x="132" y="430"/>
                  </a:cubicBezTo>
                  <a:cubicBezTo>
                    <a:pt x="132" y="431"/>
                    <a:pt x="134" y="431"/>
                    <a:pt x="134" y="431"/>
                  </a:cubicBezTo>
                  <a:cubicBezTo>
                    <a:pt x="135" y="431"/>
                    <a:pt x="135" y="432"/>
                    <a:pt x="135" y="432"/>
                  </a:cubicBezTo>
                  <a:cubicBezTo>
                    <a:pt x="136" y="432"/>
                    <a:pt x="137" y="432"/>
                    <a:pt x="137" y="432"/>
                  </a:cubicBezTo>
                  <a:cubicBezTo>
                    <a:pt x="138" y="433"/>
                    <a:pt x="139" y="433"/>
                    <a:pt x="140" y="433"/>
                  </a:cubicBezTo>
                  <a:cubicBezTo>
                    <a:pt x="140" y="433"/>
                    <a:pt x="141" y="434"/>
                    <a:pt x="141" y="434"/>
                  </a:cubicBezTo>
                  <a:cubicBezTo>
                    <a:pt x="141" y="434"/>
                    <a:pt x="142" y="435"/>
                    <a:pt x="142" y="436"/>
                  </a:cubicBezTo>
                  <a:cubicBezTo>
                    <a:pt x="142" y="436"/>
                    <a:pt x="141" y="438"/>
                    <a:pt x="141" y="438"/>
                  </a:cubicBezTo>
                  <a:cubicBezTo>
                    <a:pt x="140" y="439"/>
                    <a:pt x="139" y="442"/>
                    <a:pt x="138" y="443"/>
                  </a:cubicBezTo>
                  <a:cubicBezTo>
                    <a:pt x="137" y="444"/>
                    <a:pt x="135" y="446"/>
                    <a:pt x="133" y="448"/>
                  </a:cubicBezTo>
                  <a:cubicBezTo>
                    <a:pt x="132" y="449"/>
                    <a:pt x="130" y="452"/>
                    <a:pt x="129" y="453"/>
                  </a:cubicBezTo>
                  <a:cubicBezTo>
                    <a:pt x="128" y="454"/>
                    <a:pt x="127" y="455"/>
                    <a:pt x="127" y="456"/>
                  </a:cubicBezTo>
                  <a:cubicBezTo>
                    <a:pt x="126" y="456"/>
                    <a:pt x="126" y="458"/>
                    <a:pt x="126" y="458"/>
                  </a:cubicBezTo>
                  <a:cubicBezTo>
                    <a:pt x="125" y="459"/>
                    <a:pt x="125" y="460"/>
                    <a:pt x="126" y="461"/>
                  </a:cubicBezTo>
                  <a:cubicBezTo>
                    <a:pt x="126" y="461"/>
                    <a:pt x="126" y="461"/>
                    <a:pt x="126" y="461"/>
                  </a:cubicBezTo>
                  <a:cubicBezTo>
                    <a:pt x="127" y="461"/>
                    <a:pt x="127" y="462"/>
                    <a:pt x="126" y="462"/>
                  </a:cubicBezTo>
                  <a:cubicBezTo>
                    <a:pt x="126" y="463"/>
                    <a:pt x="125" y="463"/>
                    <a:pt x="125" y="463"/>
                  </a:cubicBezTo>
                  <a:cubicBezTo>
                    <a:pt x="124" y="463"/>
                    <a:pt x="123" y="464"/>
                    <a:pt x="122" y="464"/>
                  </a:cubicBezTo>
                  <a:cubicBezTo>
                    <a:pt x="122" y="464"/>
                    <a:pt x="122" y="465"/>
                    <a:pt x="121" y="465"/>
                  </a:cubicBezTo>
                  <a:cubicBezTo>
                    <a:pt x="121" y="465"/>
                    <a:pt x="121" y="465"/>
                    <a:pt x="120" y="465"/>
                  </a:cubicBezTo>
                  <a:cubicBezTo>
                    <a:pt x="120" y="465"/>
                    <a:pt x="121" y="464"/>
                    <a:pt x="120" y="464"/>
                  </a:cubicBezTo>
                  <a:cubicBezTo>
                    <a:pt x="120" y="463"/>
                    <a:pt x="119" y="464"/>
                    <a:pt x="119" y="464"/>
                  </a:cubicBezTo>
                  <a:cubicBezTo>
                    <a:pt x="118" y="465"/>
                    <a:pt x="117" y="466"/>
                    <a:pt x="117" y="467"/>
                  </a:cubicBezTo>
                  <a:cubicBezTo>
                    <a:pt x="116" y="468"/>
                    <a:pt x="114" y="469"/>
                    <a:pt x="114" y="470"/>
                  </a:cubicBezTo>
                  <a:cubicBezTo>
                    <a:pt x="112" y="472"/>
                    <a:pt x="110" y="475"/>
                    <a:pt x="108" y="477"/>
                  </a:cubicBezTo>
                  <a:cubicBezTo>
                    <a:pt x="108" y="477"/>
                    <a:pt x="107" y="479"/>
                    <a:pt x="107" y="479"/>
                  </a:cubicBezTo>
                  <a:cubicBezTo>
                    <a:pt x="106" y="479"/>
                    <a:pt x="106" y="478"/>
                    <a:pt x="105" y="478"/>
                  </a:cubicBezTo>
                  <a:cubicBezTo>
                    <a:pt x="105" y="478"/>
                    <a:pt x="104" y="477"/>
                    <a:pt x="104" y="477"/>
                  </a:cubicBezTo>
                  <a:cubicBezTo>
                    <a:pt x="104" y="477"/>
                    <a:pt x="103" y="477"/>
                    <a:pt x="103" y="477"/>
                  </a:cubicBezTo>
                  <a:cubicBezTo>
                    <a:pt x="102" y="478"/>
                    <a:pt x="102" y="479"/>
                    <a:pt x="101" y="480"/>
                  </a:cubicBezTo>
                  <a:cubicBezTo>
                    <a:pt x="101" y="480"/>
                    <a:pt x="99" y="482"/>
                    <a:pt x="99" y="483"/>
                  </a:cubicBezTo>
                  <a:cubicBezTo>
                    <a:pt x="98" y="483"/>
                    <a:pt x="97" y="484"/>
                    <a:pt x="97" y="484"/>
                  </a:cubicBezTo>
                  <a:cubicBezTo>
                    <a:pt x="96" y="485"/>
                    <a:pt x="95" y="484"/>
                    <a:pt x="95" y="484"/>
                  </a:cubicBezTo>
                  <a:cubicBezTo>
                    <a:pt x="94" y="484"/>
                    <a:pt x="94" y="484"/>
                    <a:pt x="94" y="483"/>
                  </a:cubicBezTo>
                  <a:cubicBezTo>
                    <a:pt x="93" y="483"/>
                    <a:pt x="92" y="483"/>
                    <a:pt x="92" y="483"/>
                  </a:cubicBezTo>
                  <a:cubicBezTo>
                    <a:pt x="91" y="484"/>
                    <a:pt x="91" y="484"/>
                    <a:pt x="91" y="484"/>
                  </a:cubicBezTo>
                  <a:cubicBezTo>
                    <a:pt x="91" y="485"/>
                    <a:pt x="91" y="485"/>
                    <a:pt x="91" y="485"/>
                  </a:cubicBezTo>
                  <a:cubicBezTo>
                    <a:pt x="92" y="486"/>
                    <a:pt x="92" y="486"/>
                    <a:pt x="93" y="486"/>
                  </a:cubicBezTo>
                  <a:cubicBezTo>
                    <a:pt x="93" y="486"/>
                    <a:pt x="94" y="486"/>
                    <a:pt x="94" y="487"/>
                  </a:cubicBezTo>
                  <a:cubicBezTo>
                    <a:pt x="94" y="487"/>
                    <a:pt x="95" y="488"/>
                    <a:pt x="94" y="488"/>
                  </a:cubicBezTo>
                  <a:cubicBezTo>
                    <a:pt x="94" y="489"/>
                    <a:pt x="94" y="489"/>
                    <a:pt x="93" y="490"/>
                  </a:cubicBezTo>
                  <a:cubicBezTo>
                    <a:pt x="92" y="491"/>
                    <a:pt x="90" y="494"/>
                    <a:pt x="89" y="495"/>
                  </a:cubicBezTo>
                  <a:cubicBezTo>
                    <a:pt x="88" y="497"/>
                    <a:pt x="85" y="500"/>
                    <a:pt x="83" y="502"/>
                  </a:cubicBezTo>
                  <a:cubicBezTo>
                    <a:pt x="82" y="503"/>
                    <a:pt x="79" y="506"/>
                    <a:pt x="77" y="507"/>
                  </a:cubicBezTo>
                  <a:cubicBezTo>
                    <a:pt x="76" y="508"/>
                    <a:pt x="74" y="509"/>
                    <a:pt x="73" y="510"/>
                  </a:cubicBezTo>
                  <a:cubicBezTo>
                    <a:pt x="73" y="511"/>
                    <a:pt x="72" y="512"/>
                    <a:pt x="71" y="513"/>
                  </a:cubicBezTo>
                  <a:cubicBezTo>
                    <a:pt x="71" y="513"/>
                    <a:pt x="70" y="513"/>
                    <a:pt x="70" y="513"/>
                  </a:cubicBezTo>
                  <a:cubicBezTo>
                    <a:pt x="69" y="513"/>
                    <a:pt x="69" y="512"/>
                    <a:pt x="69" y="511"/>
                  </a:cubicBezTo>
                  <a:cubicBezTo>
                    <a:pt x="69" y="511"/>
                    <a:pt x="69" y="510"/>
                    <a:pt x="68" y="509"/>
                  </a:cubicBezTo>
                  <a:cubicBezTo>
                    <a:pt x="68" y="509"/>
                    <a:pt x="66" y="508"/>
                    <a:pt x="66" y="508"/>
                  </a:cubicBezTo>
                  <a:cubicBezTo>
                    <a:pt x="65" y="508"/>
                    <a:pt x="64" y="507"/>
                    <a:pt x="64" y="506"/>
                  </a:cubicBezTo>
                  <a:cubicBezTo>
                    <a:pt x="63" y="506"/>
                    <a:pt x="63" y="505"/>
                    <a:pt x="63" y="505"/>
                  </a:cubicBezTo>
                  <a:cubicBezTo>
                    <a:pt x="62" y="505"/>
                    <a:pt x="61" y="505"/>
                    <a:pt x="61" y="505"/>
                  </a:cubicBezTo>
                  <a:cubicBezTo>
                    <a:pt x="60" y="505"/>
                    <a:pt x="60" y="506"/>
                    <a:pt x="60" y="506"/>
                  </a:cubicBezTo>
                  <a:cubicBezTo>
                    <a:pt x="59" y="506"/>
                    <a:pt x="59" y="505"/>
                    <a:pt x="59" y="504"/>
                  </a:cubicBezTo>
                  <a:cubicBezTo>
                    <a:pt x="59" y="504"/>
                    <a:pt x="59" y="502"/>
                    <a:pt x="60" y="502"/>
                  </a:cubicBezTo>
                  <a:cubicBezTo>
                    <a:pt x="60" y="501"/>
                    <a:pt x="61" y="500"/>
                    <a:pt x="61" y="500"/>
                  </a:cubicBezTo>
                  <a:cubicBezTo>
                    <a:pt x="61" y="499"/>
                    <a:pt x="62" y="499"/>
                    <a:pt x="62" y="498"/>
                  </a:cubicBezTo>
                  <a:cubicBezTo>
                    <a:pt x="62" y="498"/>
                    <a:pt x="63" y="497"/>
                    <a:pt x="62" y="497"/>
                  </a:cubicBezTo>
                  <a:cubicBezTo>
                    <a:pt x="62" y="497"/>
                    <a:pt x="61" y="497"/>
                    <a:pt x="61" y="497"/>
                  </a:cubicBezTo>
                  <a:cubicBezTo>
                    <a:pt x="61" y="497"/>
                    <a:pt x="60" y="497"/>
                    <a:pt x="60" y="498"/>
                  </a:cubicBezTo>
                  <a:cubicBezTo>
                    <a:pt x="60" y="498"/>
                    <a:pt x="59" y="499"/>
                    <a:pt x="59" y="499"/>
                  </a:cubicBezTo>
                  <a:cubicBezTo>
                    <a:pt x="59" y="500"/>
                    <a:pt x="58" y="500"/>
                    <a:pt x="58" y="501"/>
                  </a:cubicBezTo>
                  <a:cubicBezTo>
                    <a:pt x="58" y="501"/>
                    <a:pt x="58" y="502"/>
                    <a:pt x="57" y="502"/>
                  </a:cubicBezTo>
                  <a:cubicBezTo>
                    <a:pt x="57" y="503"/>
                    <a:pt x="56" y="503"/>
                    <a:pt x="55" y="503"/>
                  </a:cubicBezTo>
                  <a:cubicBezTo>
                    <a:pt x="55" y="503"/>
                    <a:pt x="54" y="503"/>
                    <a:pt x="54" y="503"/>
                  </a:cubicBezTo>
                  <a:cubicBezTo>
                    <a:pt x="54" y="503"/>
                    <a:pt x="52" y="502"/>
                    <a:pt x="52" y="502"/>
                  </a:cubicBezTo>
                  <a:cubicBezTo>
                    <a:pt x="51" y="501"/>
                    <a:pt x="50" y="500"/>
                    <a:pt x="49" y="500"/>
                  </a:cubicBezTo>
                  <a:cubicBezTo>
                    <a:pt x="49" y="500"/>
                    <a:pt x="47" y="499"/>
                    <a:pt x="46" y="499"/>
                  </a:cubicBezTo>
                  <a:cubicBezTo>
                    <a:pt x="45" y="498"/>
                    <a:pt x="43" y="499"/>
                    <a:pt x="42" y="498"/>
                  </a:cubicBezTo>
                  <a:cubicBezTo>
                    <a:pt x="41" y="498"/>
                    <a:pt x="39" y="497"/>
                    <a:pt x="38" y="496"/>
                  </a:cubicBezTo>
                  <a:cubicBezTo>
                    <a:pt x="37" y="495"/>
                    <a:pt x="35" y="493"/>
                    <a:pt x="35" y="492"/>
                  </a:cubicBezTo>
                  <a:cubicBezTo>
                    <a:pt x="34" y="491"/>
                    <a:pt x="34" y="488"/>
                    <a:pt x="34" y="487"/>
                  </a:cubicBezTo>
                  <a:cubicBezTo>
                    <a:pt x="34" y="486"/>
                    <a:pt x="33" y="485"/>
                    <a:pt x="33" y="484"/>
                  </a:cubicBezTo>
                  <a:cubicBezTo>
                    <a:pt x="32" y="483"/>
                    <a:pt x="30" y="481"/>
                    <a:pt x="29" y="480"/>
                  </a:cubicBezTo>
                  <a:cubicBezTo>
                    <a:pt x="29" y="480"/>
                    <a:pt x="28" y="479"/>
                    <a:pt x="28" y="478"/>
                  </a:cubicBezTo>
                  <a:cubicBezTo>
                    <a:pt x="28" y="478"/>
                    <a:pt x="28" y="476"/>
                    <a:pt x="28" y="476"/>
                  </a:cubicBezTo>
                  <a:cubicBezTo>
                    <a:pt x="28" y="475"/>
                    <a:pt x="28" y="473"/>
                    <a:pt x="29" y="473"/>
                  </a:cubicBezTo>
                  <a:cubicBezTo>
                    <a:pt x="29" y="472"/>
                    <a:pt x="30" y="472"/>
                    <a:pt x="31" y="473"/>
                  </a:cubicBezTo>
                  <a:cubicBezTo>
                    <a:pt x="32" y="473"/>
                    <a:pt x="33" y="473"/>
                    <a:pt x="33" y="474"/>
                  </a:cubicBezTo>
                  <a:cubicBezTo>
                    <a:pt x="34" y="474"/>
                    <a:pt x="36" y="474"/>
                    <a:pt x="37" y="474"/>
                  </a:cubicBezTo>
                  <a:cubicBezTo>
                    <a:pt x="37" y="473"/>
                    <a:pt x="39" y="473"/>
                    <a:pt x="39" y="473"/>
                  </a:cubicBezTo>
                  <a:cubicBezTo>
                    <a:pt x="40" y="473"/>
                    <a:pt x="41" y="473"/>
                    <a:pt x="41" y="473"/>
                  </a:cubicBezTo>
                  <a:cubicBezTo>
                    <a:pt x="42" y="473"/>
                    <a:pt x="43" y="474"/>
                    <a:pt x="43" y="474"/>
                  </a:cubicBezTo>
                  <a:cubicBezTo>
                    <a:pt x="44" y="475"/>
                    <a:pt x="44" y="476"/>
                    <a:pt x="45" y="476"/>
                  </a:cubicBezTo>
                  <a:cubicBezTo>
                    <a:pt x="46" y="477"/>
                    <a:pt x="47" y="479"/>
                    <a:pt x="48" y="479"/>
                  </a:cubicBezTo>
                  <a:cubicBezTo>
                    <a:pt x="49" y="480"/>
                    <a:pt x="50" y="481"/>
                    <a:pt x="51" y="482"/>
                  </a:cubicBezTo>
                  <a:cubicBezTo>
                    <a:pt x="51" y="482"/>
                    <a:pt x="53" y="482"/>
                    <a:pt x="53" y="481"/>
                  </a:cubicBezTo>
                  <a:cubicBezTo>
                    <a:pt x="53" y="481"/>
                    <a:pt x="52" y="480"/>
                    <a:pt x="52" y="480"/>
                  </a:cubicBezTo>
                  <a:cubicBezTo>
                    <a:pt x="51" y="479"/>
                    <a:pt x="51" y="478"/>
                    <a:pt x="50" y="478"/>
                  </a:cubicBezTo>
                  <a:cubicBezTo>
                    <a:pt x="50" y="477"/>
                    <a:pt x="49" y="477"/>
                    <a:pt x="49" y="476"/>
                  </a:cubicBezTo>
                  <a:cubicBezTo>
                    <a:pt x="48" y="476"/>
                    <a:pt x="47" y="475"/>
                    <a:pt x="46" y="475"/>
                  </a:cubicBezTo>
                  <a:cubicBezTo>
                    <a:pt x="46" y="474"/>
                    <a:pt x="46" y="473"/>
                    <a:pt x="46" y="473"/>
                  </a:cubicBezTo>
                  <a:cubicBezTo>
                    <a:pt x="46" y="473"/>
                    <a:pt x="46" y="472"/>
                    <a:pt x="46" y="472"/>
                  </a:cubicBezTo>
                  <a:cubicBezTo>
                    <a:pt x="47" y="471"/>
                    <a:pt x="48" y="471"/>
                    <a:pt x="48" y="471"/>
                  </a:cubicBezTo>
                  <a:cubicBezTo>
                    <a:pt x="49" y="470"/>
                    <a:pt x="51" y="470"/>
                    <a:pt x="52" y="470"/>
                  </a:cubicBezTo>
                  <a:cubicBezTo>
                    <a:pt x="53" y="469"/>
                    <a:pt x="55" y="469"/>
                    <a:pt x="55" y="468"/>
                  </a:cubicBezTo>
                  <a:cubicBezTo>
                    <a:pt x="56" y="468"/>
                    <a:pt x="58" y="467"/>
                    <a:pt x="59" y="466"/>
                  </a:cubicBezTo>
                  <a:cubicBezTo>
                    <a:pt x="59" y="466"/>
                    <a:pt x="60" y="465"/>
                    <a:pt x="60" y="465"/>
                  </a:cubicBezTo>
                  <a:cubicBezTo>
                    <a:pt x="61" y="464"/>
                    <a:pt x="62" y="465"/>
                    <a:pt x="63" y="465"/>
                  </a:cubicBezTo>
                  <a:cubicBezTo>
                    <a:pt x="63" y="465"/>
                    <a:pt x="65" y="465"/>
                    <a:pt x="65" y="465"/>
                  </a:cubicBezTo>
                  <a:cubicBezTo>
                    <a:pt x="66" y="466"/>
                    <a:pt x="68" y="467"/>
                    <a:pt x="69" y="468"/>
                  </a:cubicBezTo>
                  <a:cubicBezTo>
                    <a:pt x="71" y="468"/>
                    <a:pt x="74" y="469"/>
                    <a:pt x="75" y="469"/>
                  </a:cubicBezTo>
                  <a:cubicBezTo>
                    <a:pt x="77" y="469"/>
                    <a:pt x="80" y="469"/>
                    <a:pt x="81" y="469"/>
                  </a:cubicBezTo>
                  <a:cubicBezTo>
                    <a:pt x="82" y="469"/>
                    <a:pt x="84" y="469"/>
                    <a:pt x="85" y="468"/>
                  </a:cubicBezTo>
                  <a:cubicBezTo>
                    <a:pt x="85" y="468"/>
                    <a:pt x="87" y="468"/>
                    <a:pt x="87" y="468"/>
                  </a:cubicBezTo>
                  <a:cubicBezTo>
                    <a:pt x="87" y="468"/>
                    <a:pt x="88" y="467"/>
                    <a:pt x="87" y="467"/>
                  </a:cubicBezTo>
                  <a:cubicBezTo>
                    <a:pt x="87" y="466"/>
                    <a:pt x="85" y="466"/>
                    <a:pt x="85" y="466"/>
                  </a:cubicBezTo>
                  <a:cubicBezTo>
                    <a:pt x="84" y="466"/>
                    <a:pt x="83" y="467"/>
                    <a:pt x="82" y="467"/>
                  </a:cubicBezTo>
                  <a:cubicBezTo>
                    <a:pt x="81" y="467"/>
                    <a:pt x="78" y="467"/>
                    <a:pt x="76" y="467"/>
                  </a:cubicBezTo>
                  <a:cubicBezTo>
                    <a:pt x="76" y="467"/>
                    <a:pt x="74" y="466"/>
                    <a:pt x="73" y="466"/>
                  </a:cubicBezTo>
                  <a:cubicBezTo>
                    <a:pt x="72" y="466"/>
                    <a:pt x="70" y="465"/>
                    <a:pt x="70" y="465"/>
                  </a:cubicBezTo>
                  <a:cubicBezTo>
                    <a:pt x="69" y="464"/>
                    <a:pt x="67" y="463"/>
                    <a:pt x="66" y="463"/>
                  </a:cubicBezTo>
                  <a:cubicBezTo>
                    <a:pt x="66" y="463"/>
                    <a:pt x="65" y="462"/>
                    <a:pt x="65" y="462"/>
                  </a:cubicBezTo>
                  <a:cubicBezTo>
                    <a:pt x="64" y="462"/>
                    <a:pt x="63" y="463"/>
                    <a:pt x="62" y="462"/>
                  </a:cubicBezTo>
                  <a:cubicBezTo>
                    <a:pt x="61" y="462"/>
                    <a:pt x="61" y="461"/>
                    <a:pt x="60" y="461"/>
                  </a:cubicBezTo>
                  <a:cubicBezTo>
                    <a:pt x="60" y="461"/>
                    <a:pt x="59" y="460"/>
                    <a:pt x="59" y="461"/>
                  </a:cubicBezTo>
                  <a:cubicBezTo>
                    <a:pt x="59" y="461"/>
                    <a:pt x="58" y="461"/>
                    <a:pt x="58" y="461"/>
                  </a:cubicBezTo>
                  <a:cubicBezTo>
                    <a:pt x="58" y="461"/>
                    <a:pt x="59" y="462"/>
                    <a:pt x="59" y="462"/>
                  </a:cubicBezTo>
                  <a:cubicBezTo>
                    <a:pt x="59" y="463"/>
                    <a:pt x="58" y="464"/>
                    <a:pt x="58" y="464"/>
                  </a:cubicBezTo>
                  <a:cubicBezTo>
                    <a:pt x="57" y="465"/>
                    <a:pt x="55" y="466"/>
                    <a:pt x="54" y="467"/>
                  </a:cubicBezTo>
                  <a:cubicBezTo>
                    <a:pt x="54" y="467"/>
                    <a:pt x="53" y="468"/>
                    <a:pt x="52" y="468"/>
                  </a:cubicBezTo>
                  <a:cubicBezTo>
                    <a:pt x="51" y="468"/>
                    <a:pt x="50" y="468"/>
                    <a:pt x="49" y="468"/>
                  </a:cubicBezTo>
                  <a:cubicBezTo>
                    <a:pt x="49" y="468"/>
                    <a:pt x="48" y="466"/>
                    <a:pt x="48" y="466"/>
                  </a:cubicBezTo>
                  <a:cubicBezTo>
                    <a:pt x="47" y="466"/>
                    <a:pt x="46" y="466"/>
                    <a:pt x="45" y="466"/>
                  </a:cubicBezTo>
                  <a:cubicBezTo>
                    <a:pt x="45" y="466"/>
                    <a:pt x="44" y="467"/>
                    <a:pt x="43" y="467"/>
                  </a:cubicBezTo>
                  <a:cubicBezTo>
                    <a:pt x="43" y="467"/>
                    <a:pt x="41" y="467"/>
                    <a:pt x="40" y="467"/>
                  </a:cubicBezTo>
                  <a:cubicBezTo>
                    <a:pt x="40" y="467"/>
                    <a:pt x="39" y="466"/>
                    <a:pt x="39" y="466"/>
                  </a:cubicBezTo>
                  <a:cubicBezTo>
                    <a:pt x="38" y="466"/>
                    <a:pt x="38" y="466"/>
                    <a:pt x="37" y="466"/>
                  </a:cubicBezTo>
                  <a:cubicBezTo>
                    <a:pt x="36" y="466"/>
                    <a:pt x="35" y="467"/>
                    <a:pt x="34" y="467"/>
                  </a:cubicBezTo>
                  <a:cubicBezTo>
                    <a:pt x="34" y="467"/>
                    <a:pt x="33" y="468"/>
                    <a:pt x="32" y="468"/>
                  </a:cubicBezTo>
                  <a:cubicBezTo>
                    <a:pt x="32" y="468"/>
                    <a:pt x="31" y="468"/>
                    <a:pt x="30" y="467"/>
                  </a:cubicBezTo>
                  <a:cubicBezTo>
                    <a:pt x="29" y="467"/>
                    <a:pt x="27" y="466"/>
                    <a:pt x="25" y="465"/>
                  </a:cubicBezTo>
                  <a:cubicBezTo>
                    <a:pt x="25" y="465"/>
                    <a:pt x="23" y="464"/>
                    <a:pt x="23" y="463"/>
                  </a:cubicBezTo>
                  <a:cubicBezTo>
                    <a:pt x="22" y="463"/>
                    <a:pt x="21" y="463"/>
                    <a:pt x="20" y="463"/>
                  </a:cubicBezTo>
                  <a:cubicBezTo>
                    <a:pt x="20" y="463"/>
                    <a:pt x="19" y="464"/>
                    <a:pt x="19" y="464"/>
                  </a:cubicBezTo>
                  <a:cubicBezTo>
                    <a:pt x="19" y="464"/>
                    <a:pt x="18" y="464"/>
                    <a:pt x="17" y="464"/>
                  </a:cubicBezTo>
                  <a:cubicBezTo>
                    <a:pt x="17" y="464"/>
                    <a:pt x="16" y="464"/>
                    <a:pt x="16" y="463"/>
                  </a:cubicBezTo>
                  <a:cubicBezTo>
                    <a:pt x="15" y="463"/>
                    <a:pt x="15" y="462"/>
                    <a:pt x="15" y="462"/>
                  </a:cubicBezTo>
                  <a:cubicBezTo>
                    <a:pt x="15" y="462"/>
                    <a:pt x="14" y="462"/>
                    <a:pt x="14" y="462"/>
                  </a:cubicBezTo>
                  <a:cubicBezTo>
                    <a:pt x="14" y="462"/>
                    <a:pt x="13" y="462"/>
                    <a:pt x="12" y="462"/>
                  </a:cubicBezTo>
                  <a:cubicBezTo>
                    <a:pt x="12" y="463"/>
                    <a:pt x="12" y="464"/>
                    <a:pt x="11" y="464"/>
                  </a:cubicBezTo>
                  <a:cubicBezTo>
                    <a:pt x="10" y="464"/>
                    <a:pt x="8" y="464"/>
                    <a:pt x="7" y="464"/>
                  </a:cubicBezTo>
                  <a:cubicBezTo>
                    <a:pt x="7" y="464"/>
                    <a:pt x="5" y="463"/>
                    <a:pt x="4" y="463"/>
                  </a:cubicBezTo>
                  <a:cubicBezTo>
                    <a:pt x="4" y="462"/>
                    <a:pt x="2" y="461"/>
                    <a:pt x="2" y="460"/>
                  </a:cubicBezTo>
                  <a:cubicBezTo>
                    <a:pt x="1" y="459"/>
                    <a:pt x="0" y="457"/>
                    <a:pt x="0" y="455"/>
                  </a:cubicBezTo>
                  <a:cubicBezTo>
                    <a:pt x="0" y="454"/>
                    <a:pt x="1" y="452"/>
                    <a:pt x="1" y="452"/>
                  </a:cubicBezTo>
                  <a:cubicBezTo>
                    <a:pt x="1" y="451"/>
                    <a:pt x="2" y="451"/>
                    <a:pt x="2" y="451"/>
                  </a:cubicBezTo>
                  <a:cubicBezTo>
                    <a:pt x="3" y="451"/>
                    <a:pt x="3" y="451"/>
                    <a:pt x="4" y="452"/>
                  </a:cubicBezTo>
                  <a:cubicBezTo>
                    <a:pt x="4" y="452"/>
                    <a:pt x="5" y="452"/>
                    <a:pt x="5" y="452"/>
                  </a:cubicBezTo>
                  <a:cubicBezTo>
                    <a:pt x="5" y="452"/>
                    <a:pt x="6" y="452"/>
                    <a:pt x="6" y="451"/>
                  </a:cubicBezTo>
                  <a:cubicBezTo>
                    <a:pt x="6" y="451"/>
                    <a:pt x="6" y="450"/>
                    <a:pt x="6" y="450"/>
                  </a:cubicBezTo>
                  <a:cubicBezTo>
                    <a:pt x="6" y="449"/>
                    <a:pt x="5" y="449"/>
                    <a:pt x="5" y="449"/>
                  </a:cubicBezTo>
                  <a:cubicBezTo>
                    <a:pt x="5" y="448"/>
                    <a:pt x="6" y="447"/>
                    <a:pt x="6" y="447"/>
                  </a:cubicBezTo>
                  <a:cubicBezTo>
                    <a:pt x="7" y="447"/>
                    <a:pt x="7" y="447"/>
                    <a:pt x="8" y="448"/>
                  </a:cubicBezTo>
                  <a:cubicBezTo>
                    <a:pt x="8" y="448"/>
                    <a:pt x="9" y="449"/>
                    <a:pt x="9" y="449"/>
                  </a:cubicBezTo>
                  <a:cubicBezTo>
                    <a:pt x="9" y="449"/>
                    <a:pt x="10" y="449"/>
                    <a:pt x="11" y="448"/>
                  </a:cubicBezTo>
                  <a:cubicBezTo>
                    <a:pt x="11" y="448"/>
                    <a:pt x="12" y="447"/>
                    <a:pt x="12" y="447"/>
                  </a:cubicBezTo>
                  <a:cubicBezTo>
                    <a:pt x="12" y="446"/>
                    <a:pt x="13" y="446"/>
                    <a:pt x="14" y="445"/>
                  </a:cubicBezTo>
                  <a:cubicBezTo>
                    <a:pt x="14" y="445"/>
                    <a:pt x="16" y="444"/>
                    <a:pt x="16" y="444"/>
                  </a:cubicBezTo>
                  <a:cubicBezTo>
                    <a:pt x="17" y="444"/>
                    <a:pt x="18" y="443"/>
                    <a:pt x="18" y="444"/>
                  </a:cubicBezTo>
                  <a:cubicBezTo>
                    <a:pt x="19" y="444"/>
                    <a:pt x="20" y="445"/>
                    <a:pt x="20" y="445"/>
                  </a:cubicBezTo>
                  <a:cubicBezTo>
                    <a:pt x="21" y="446"/>
                    <a:pt x="22" y="447"/>
                    <a:pt x="22" y="447"/>
                  </a:cubicBezTo>
                  <a:cubicBezTo>
                    <a:pt x="23" y="447"/>
                    <a:pt x="25" y="447"/>
                    <a:pt x="26" y="447"/>
                  </a:cubicBezTo>
                  <a:cubicBezTo>
                    <a:pt x="26" y="447"/>
                    <a:pt x="27" y="446"/>
                    <a:pt x="27" y="446"/>
                  </a:cubicBezTo>
                  <a:cubicBezTo>
                    <a:pt x="28" y="445"/>
                    <a:pt x="30" y="445"/>
                    <a:pt x="31" y="444"/>
                  </a:cubicBezTo>
                  <a:cubicBezTo>
                    <a:pt x="32" y="444"/>
                    <a:pt x="33" y="443"/>
                    <a:pt x="34" y="443"/>
                  </a:cubicBezTo>
                  <a:cubicBezTo>
                    <a:pt x="34" y="442"/>
                    <a:pt x="34" y="441"/>
                    <a:pt x="34" y="441"/>
                  </a:cubicBezTo>
                  <a:cubicBezTo>
                    <a:pt x="34" y="441"/>
                    <a:pt x="34" y="440"/>
                    <a:pt x="35" y="440"/>
                  </a:cubicBezTo>
                  <a:cubicBezTo>
                    <a:pt x="35" y="439"/>
                    <a:pt x="36" y="440"/>
                    <a:pt x="36" y="440"/>
                  </a:cubicBezTo>
                  <a:cubicBezTo>
                    <a:pt x="37" y="440"/>
                    <a:pt x="38" y="442"/>
                    <a:pt x="38" y="442"/>
                  </a:cubicBezTo>
                  <a:cubicBezTo>
                    <a:pt x="39" y="443"/>
                    <a:pt x="40" y="446"/>
                    <a:pt x="41" y="447"/>
                  </a:cubicBezTo>
                  <a:cubicBezTo>
                    <a:pt x="41" y="447"/>
                    <a:pt x="41" y="449"/>
                    <a:pt x="42" y="450"/>
                  </a:cubicBezTo>
                  <a:cubicBezTo>
                    <a:pt x="42" y="450"/>
                    <a:pt x="43" y="450"/>
                    <a:pt x="43" y="450"/>
                  </a:cubicBezTo>
                  <a:cubicBezTo>
                    <a:pt x="43" y="450"/>
                    <a:pt x="43" y="449"/>
                    <a:pt x="43" y="449"/>
                  </a:cubicBezTo>
                  <a:cubicBezTo>
                    <a:pt x="43" y="448"/>
                    <a:pt x="44" y="448"/>
                    <a:pt x="44" y="448"/>
                  </a:cubicBezTo>
                  <a:cubicBezTo>
                    <a:pt x="45" y="448"/>
                    <a:pt x="45" y="449"/>
                    <a:pt x="45" y="449"/>
                  </a:cubicBezTo>
                  <a:cubicBezTo>
                    <a:pt x="46" y="449"/>
                    <a:pt x="46" y="449"/>
                    <a:pt x="46" y="450"/>
                  </a:cubicBezTo>
                  <a:cubicBezTo>
                    <a:pt x="46" y="450"/>
                    <a:pt x="46" y="451"/>
                    <a:pt x="46" y="451"/>
                  </a:cubicBezTo>
                  <a:cubicBezTo>
                    <a:pt x="46" y="452"/>
                    <a:pt x="45" y="452"/>
                    <a:pt x="45" y="452"/>
                  </a:cubicBezTo>
                  <a:cubicBezTo>
                    <a:pt x="45" y="452"/>
                    <a:pt x="45" y="453"/>
                    <a:pt x="46" y="453"/>
                  </a:cubicBezTo>
                  <a:cubicBezTo>
                    <a:pt x="46" y="453"/>
                    <a:pt x="47" y="453"/>
                    <a:pt x="47" y="453"/>
                  </a:cubicBezTo>
                  <a:cubicBezTo>
                    <a:pt x="48" y="453"/>
                    <a:pt x="48" y="453"/>
                    <a:pt x="49" y="452"/>
                  </a:cubicBezTo>
                  <a:cubicBezTo>
                    <a:pt x="49" y="452"/>
                    <a:pt x="49" y="450"/>
                    <a:pt x="49" y="450"/>
                  </a:cubicBezTo>
                  <a:cubicBezTo>
                    <a:pt x="49" y="449"/>
                    <a:pt x="49" y="448"/>
                    <a:pt x="49" y="448"/>
                  </a:cubicBezTo>
                  <a:cubicBezTo>
                    <a:pt x="48" y="448"/>
                    <a:pt x="48" y="448"/>
                    <a:pt x="47" y="448"/>
                  </a:cubicBezTo>
                  <a:cubicBezTo>
                    <a:pt x="47" y="448"/>
                    <a:pt x="47" y="448"/>
                    <a:pt x="47" y="448"/>
                  </a:cubicBezTo>
                  <a:cubicBezTo>
                    <a:pt x="46" y="447"/>
                    <a:pt x="46" y="446"/>
                    <a:pt x="45" y="445"/>
                  </a:cubicBezTo>
                  <a:cubicBezTo>
                    <a:pt x="45" y="445"/>
                    <a:pt x="45" y="445"/>
                    <a:pt x="45" y="444"/>
                  </a:cubicBezTo>
                  <a:cubicBezTo>
                    <a:pt x="45" y="444"/>
                    <a:pt x="45" y="443"/>
                    <a:pt x="45" y="442"/>
                  </a:cubicBezTo>
                  <a:cubicBezTo>
                    <a:pt x="45" y="442"/>
                    <a:pt x="46" y="441"/>
                    <a:pt x="46" y="441"/>
                  </a:cubicBezTo>
                  <a:cubicBezTo>
                    <a:pt x="47" y="441"/>
                    <a:pt x="47" y="442"/>
                    <a:pt x="48" y="442"/>
                  </a:cubicBezTo>
                  <a:cubicBezTo>
                    <a:pt x="48" y="442"/>
                    <a:pt x="48" y="443"/>
                    <a:pt x="48" y="444"/>
                  </a:cubicBezTo>
                  <a:cubicBezTo>
                    <a:pt x="49" y="444"/>
                    <a:pt x="49" y="444"/>
                    <a:pt x="50" y="444"/>
                  </a:cubicBezTo>
                  <a:cubicBezTo>
                    <a:pt x="50" y="444"/>
                    <a:pt x="50" y="443"/>
                    <a:pt x="50" y="443"/>
                  </a:cubicBezTo>
                  <a:cubicBezTo>
                    <a:pt x="51" y="442"/>
                    <a:pt x="51" y="443"/>
                    <a:pt x="52" y="443"/>
                  </a:cubicBezTo>
                  <a:cubicBezTo>
                    <a:pt x="52" y="443"/>
                    <a:pt x="53" y="444"/>
                    <a:pt x="53" y="444"/>
                  </a:cubicBezTo>
                  <a:cubicBezTo>
                    <a:pt x="53" y="444"/>
                    <a:pt x="54" y="443"/>
                    <a:pt x="54" y="443"/>
                  </a:cubicBezTo>
                  <a:cubicBezTo>
                    <a:pt x="54" y="442"/>
                    <a:pt x="54" y="441"/>
                    <a:pt x="54" y="441"/>
                  </a:cubicBezTo>
                  <a:cubicBezTo>
                    <a:pt x="55" y="440"/>
                    <a:pt x="56" y="440"/>
                    <a:pt x="57" y="440"/>
                  </a:cubicBezTo>
                  <a:cubicBezTo>
                    <a:pt x="58" y="441"/>
                    <a:pt x="59" y="441"/>
                    <a:pt x="59" y="441"/>
                  </a:cubicBezTo>
                  <a:cubicBezTo>
                    <a:pt x="60" y="442"/>
                    <a:pt x="61" y="442"/>
                    <a:pt x="61" y="442"/>
                  </a:cubicBezTo>
                  <a:cubicBezTo>
                    <a:pt x="61" y="442"/>
                    <a:pt x="62" y="441"/>
                    <a:pt x="62" y="441"/>
                  </a:cubicBezTo>
                  <a:cubicBezTo>
                    <a:pt x="62" y="441"/>
                    <a:pt x="62" y="440"/>
                    <a:pt x="61" y="440"/>
                  </a:cubicBezTo>
                  <a:cubicBezTo>
                    <a:pt x="61" y="439"/>
                    <a:pt x="60" y="439"/>
                    <a:pt x="59" y="439"/>
                  </a:cubicBezTo>
                  <a:cubicBezTo>
                    <a:pt x="58" y="438"/>
                    <a:pt x="56" y="437"/>
                    <a:pt x="55" y="437"/>
                  </a:cubicBezTo>
                  <a:cubicBezTo>
                    <a:pt x="54" y="436"/>
                    <a:pt x="53" y="436"/>
                    <a:pt x="53" y="435"/>
                  </a:cubicBezTo>
                  <a:cubicBezTo>
                    <a:pt x="52" y="435"/>
                    <a:pt x="51" y="435"/>
                    <a:pt x="51" y="435"/>
                  </a:cubicBezTo>
                  <a:cubicBezTo>
                    <a:pt x="50" y="435"/>
                    <a:pt x="49" y="434"/>
                    <a:pt x="49" y="434"/>
                  </a:cubicBezTo>
                  <a:cubicBezTo>
                    <a:pt x="48" y="433"/>
                    <a:pt x="48" y="433"/>
                    <a:pt x="48" y="432"/>
                  </a:cubicBezTo>
                  <a:cubicBezTo>
                    <a:pt x="47" y="432"/>
                    <a:pt x="47" y="431"/>
                    <a:pt x="48" y="431"/>
                  </a:cubicBezTo>
                  <a:cubicBezTo>
                    <a:pt x="48" y="430"/>
                    <a:pt x="49" y="430"/>
                    <a:pt x="49" y="430"/>
                  </a:cubicBezTo>
                  <a:cubicBezTo>
                    <a:pt x="50" y="430"/>
                    <a:pt x="52" y="430"/>
                    <a:pt x="52" y="430"/>
                  </a:cubicBezTo>
                  <a:cubicBezTo>
                    <a:pt x="53" y="430"/>
                    <a:pt x="53" y="430"/>
                    <a:pt x="54" y="430"/>
                  </a:cubicBezTo>
                  <a:cubicBezTo>
                    <a:pt x="54" y="430"/>
                    <a:pt x="55" y="429"/>
                    <a:pt x="55" y="429"/>
                  </a:cubicBezTo>
                  <a:cubicBezTo>
                    <a:pt x="56" y="429"/>
                    <a:pt x="57" y="429"/>
                    <a:pt x="58" y="429"/>
                  </a:cubicBezTo>
                  <a:cubicBezTo>
                    <a:pt x="59" y="428"/>
                    <a:pt x="60" y="428"/>
                    <a:pt x="61" y="428"/>
                  </a:cubicBezTo>
                  <a:cubicBezTo>
                    <a:pt x="62" y="428"/>
                    <a:pt x="63" y="429"/>
                    <a:pt x="64" y="429"/>
                  </a:cubicBezTo>
                  <a:cubicBezTo>
                    <a:pt x="65" y="429"/>
                    <a:pt x="67" y="429"/>
                    <a:pt x="68" y="429"/>
                  </a:cubicBezTo>
                  <a:cubicBezTo>
                    <a:pt x="68" y="428"/>
                    <a:pt x="69" y="427"/>
                    <a:pt x="69" y="426"/>
                  </a:cubicBezTo>
                  <a:cubicBezTo>
                    <a:pt x="70" y="426"/>
                    <a:pt x="70" y="425"/>
                    <a:pt x="70" y="424"/>
                  </a:cubicBezTo>
                  <a:cubicBezTo>
                    <a:pt x="71" y="424"/>
                    <a:pt x="72" y="423"/>
                    <a:pt x="72" y="423"/>
                  </a:cubicBezTo>
                  <a:cubicBezTo>
                    <a:pt x="72" y="423"/>
                    <a:pt x="73" y="422"/>
                    <a:pt x="73" y="422"/>
                  </a:cubicBezTo>
                  <a:cubicBezTo>
                    <a:pt x="74" y="421"/>
                    <a:pt x="74" y="421"/>
                    <a:pt x="74" y="421"/>
                  </a:cubicBezTo>
                  <a:cubicBezTo>
                    <a:pt x="74" y="420"/>
                    <a:pt x="73" y="420"/>
                    <a:pt x="73" y="420"/>
                  </a:cubicBezTo>
                  <a:cubicBezTo>
                    <a:pt x="72" y="420"/>
                    <a:pt x="71" y="421"/>
                    <a:pt x="70" y="422"/>
                  </a:cubicBezTo>
                  <a:cubicBezTo>
                    <a:pt x="69" y="422"/>
                    <a:pt x="68" y="424"/>
                    <a:pt x="68" y="424"/>
                  </a:cubicBezTo>
                  <a:cubicBezTo>
                    <a:pt x="68" y="425"/>
                    <a:pt x="67" y="426"/>
                    <a:pt x="67" y="426"/>
                  </a:cubicBezTo>
                  <a:cubicBezTo>
                    <a:pt x="66" y="427"/>
                    <a:pt x="65" y="427"/>
                    <a:pt x="65" y="427"/>
                  </a:cubicBezTo>
                  <a:cubicBezTo>
                    <a:pt x="64" y="427"/>
                    <a:pt x="62" y="426"/>
                    <a:pt x="61" y="426"/>
                  </a:cubicBezTo>
                  <a:cubicBezTo>
                    <a:pt x="60" y="425"/>
                    <a:pt x="59" y="425"/>
                    <a:pt x="59" y="425"/>
                  </a:cubicBezTo>
                  <a:cubicBezTo>
                    <a:pt x="59" y="424"/>
                    <a:pt x="58" y="423"/>
                    <a:pt x="59" y="423"/>
                  </a:cubicBezTo>
                  <a:cubicBezTo>
                    <a:pt x="59" y="423"/>
                    <a:pt x="60" y="422"/>
                    <a:pt x="60" y="422"/>
                  </a:cubicBezTo>
                  <a:cubicBezTo>
                    <a:pt x="60" y="422"/>
                    <a:pt x="62" y="422"/>
                    <a:pt x="62" y="421"/>
                  </a:cubicBezTo>
                  <a:cubicBezTo>
                    <a:pt x="63" y="421"/>
                    <a:pt x="63" y="420"/>
                    <a:pt x="63" y="420"/>
                  </a:cubicBezTo>
                  <a:cubicBezTo>
                    <a:pt x="63" y="419"/>
                    <a:pt x="63" y="419"/>
                    <a:pt x="63" y="418"/>
                  </a:cubicBezTo>
                  <a:cubicBezTo>
                    <a:pt x="62" y="418"/>
                    <a:pt x="61" y="418"/>
                    <a:pt x="61" y="417"/>
                  </a:cubicBezTo>
                  <a:cubicBezTo>
                    <a:pt x="60" y="417"/>
                    <a:pt x="59" y="417"/>
                    <a:pt x="58" y="417"/>
                  </a:cubicBezTo>
                  <a:cubicBezTo>
                    <a:pt x="58" y="417"/>
                    <a:pt x="56" y="418"/>
                    <a:pt x="56" y="418"/>
                  </a:cubicBezTo>
                  <a:cubicBezTo>
                    <a:pt x="55" y="418"/>
                    <a:pt x="53" y="419"/>
                    <a:pt x="52" y="420"/>
                  </a:cubicBezTo>
                  <a:cubicBezTo>
                    <a:pt x="51" y="420"/>
                    <a:pt x="50" y="421"/>
                    <a:pt x="49" y="421"/>
                  </a:cubicBezTo>
                  <a:cubicBezTo>
                    <a:pt x="48" y="421"/>
                    <a:pt x="45" y="421"/>
                    <a:pt x="44" y="421"/>
                  </a:cubicBezTo>
                  <a:cubicBezTo>
                    <a:pt x="44" y="421"/>
                    <a:pt x="42" y="420"/>
                    <a:pt x="42" y="419"/>
                  </a:cubicBezTo>
                  <a:cubicBezTo>
                    <a:pt x="41" y="419"/>
                    <a:pt x="40" y="418"/>
                    <a:pt x="40" y="417"/>
                  </a:cubicBezTo>
                  <a:cubicBezTo>
                    <a:pt x="40" y="417"/>
                    <a:pt x="41" y="417"/>
                    <a:pt x="41" y="417"/>
                  </a:cubicBezTo>
                  <a:cubicBezTo>
                    <a:pt x="42" y="416"/>
                    <a:pt x="43" y="417"/>
                    <a:pt x="43" y="417"/>
                  </a:cubicBezTo>
                  <a:cubicBezTo>
                    <a:pt x="43" y="417"/>
                    <a:pt x="44" y="416"/>
                    <a:pt x="44" y="415"/>
                  </a:cubicBezTo>
                  <a:cubicBezTo>
                    <a:pt x="44" y="415"/>
                    <a:pt x="44" y="414"/>
                    <a:pt x="44" y="414"/>
                  </a:cubicBezTo>
                  <a:cubicBezTo>
                    <a:pt x="45" y="414"/>
                    <a:pt x="45" y="415"/>
                    <a:pt x="46" y="415"/>
                  </a:cubicBezTo>
                  <a:cubicBezTo>
                    <a:pt x="46" y="416"/>
                    <a:pt x="47" y="416"/>
                    <a:pt x="47" y="416"/>
                  </a:cubicBezTo>
                  <a:cubicBezTo>
                    <a:pt x="48" y="416"/>
                    <a:pt x="49" y="417"/>
                    <a:pt x="49" y="416"/>
                  </a:cubicBezTo>
                  <a:cubicBezTo>
                    <a:pt x="49" y="416"/>
                    <a:pt x="49" y="416"/>
                    <a:pt x="49" y="415"/>
                  </a:cubicBezTo>
                  <a:cubicBezTo>
                    <a:pt x="49" y="415"/>
                    <a:pt x="49" y="414"/>
                    <a:pt x="49" y="414"/>
                  </a:cubicBezTo>
                  <a:cubicBezTo>
                    <a:pt x="48" y="414"/>
                    <a:pt x="48" y="414"/>
                    <a:pt x="47" y="414"/>
                  </a:cubicBezTo>
                  <a:cubicBezTo>
                    <a:pt x="47" y="413"/>
                    <a:pt x="46" y="412"/>
                    <a:pt x="46" y="412"/>
                  </a:cubicBezTo>
                  <a:cubicBezTo>
                    <a:pt x="46" y="411"/>
                    <a:pt x="46" y="410"/>
                    <a:pt x="47" y="410"/>
                  </a:cubicBezTo>
                  <a:cubicBezTo>
                    <a:pt x="47" y="409"/>
                    <a:pt x="48" y="409"/>
                    <a:pt x="48" y="409"/>
                  </a:cubicBezTo>
                  <a:cubicBezTo>
                    <a:pt x="49" y="408"/>
                    <a:pt x="49" y="407"/>
                    <a:pt x="49" y="406"/>
                  </a:cubicBezTo>
                  <a:cubicBezTo>
                    <a:pt x="50" y="405"/>
                    <a:pt x="50" y="403"/>
                    <a:pt x="50" y="403"/>
                  </a:cubicBezTo>
                  <a:cubicBezTo>
                    <a:pt x="50" y="402"/>
                    <a:pt x="51" y="401"/>
                    <a:pt x="51" y="401"/>
                  </a:cubicBezTo>
                  <a:cubicBezTo>
                    <a:pt x="52" y="401"/>
                    <a:pt x="53" y="400"/>
                    <a:pt x="53" y="400"/>
                  </a:cubicBezTo>
                  <a:cubicBezTo>
                    <a:pt x="54" y="400"/>
                    <a:pt x="54" y="399"/>
                    <a:pt x="54" y="399"/>
                  </a:cubicBezTo>
                  <a:cubicBezTo>
                    <a:pt x="54" y="398"/>
                    <a:pt x="53" y="398"/>
                    <a:pt x="52" y="398"/>
                  </a:cubicBezTo>
                  <a:cubicBezTo>
                    <a:pt x="52" y="398"/>
                    <a:pt x="52" y="398"/>
                    <a:pt x="52" y="397"/>
                  </a:cubicBezTo>
                  <a:cubicBezTo>
                    <a:pt x="52" y="397"/>
                    <a:pt x="52" y="395"/>
                    <a:pt x="52" y="395"/>
                  </a:cubicBezTo>
                  <a:cubicBezTo>
                    <a:pt x="52" y="394"/>
                    <a:pt x="52" y="393"/>
                    <a:pt x="52" y="393"/>
                  </a:cubicBezTo>
                  <a:cubicBezTo>
                    <a:pt x="52" y="392"/>
                    <a:pt x="53" y="391"/>
                    <a:pt x="54" y="390"/>
                  </a:cubicBezTo>
                  <a:cubicBezTo>
                    <a:pt x="54" y="390"/>
                    <a:pt x="56" y="389"/>
                    <a:pt x="57" y="388"/>
                  </a:cubicBezTo>
                  <a:cubicBezTo>
                    <a:pt x="58" y="388"/>
                    <a:pt x="59" y="388"/>
                    <a:pt x="60" y="387"/>
                  </a:cubicBezTo>
                  <a:cubicBezTo>
                    <a:pt x="61" y="387"/>
                    <a:pt x="63" y="387"/>
                    <a:pt x="64" y="387"/>
                  </a:cubicBezTo>
                  <a:cubicBezTo>
                    <a:pt x="65" y="387"/>
                    <a:pt x="66" y="387"/>
                    <a:pt x="67" y="387"/>
                  </a:cubicBezTo>
                  <a:cubicBezTo>
                    <a:pt x="67" y="387"/>
                    <a:pt x="68" y="388"/>
                    <a:pt x="68" y="388"/>
                  </a:cubicBezTo>
                  <a:cubicBezTo>
                    <a:pt x="69" y="389"/>
                    <a:pt x="69" y="391"/>
                    <a:pt x="70" y="391"/>
                  </a:cubicBezTo>
                  <a:cubicBezTo>
                    <a:pt x="70" y="392"/>
                    <a:pt x="71" y="394"/>
                    <a:pt x="71" y="394"/>
                  </a:cubicBezTo>
                  <a:cubicBezTo>
                    <a:pt x="72" y="395"/>
                    <a:pt x="73" y="396"/>
                    <a:pt x="74" y="397"/>
                  </a:cubicBezTo>
                  <a:cubicBezTo>
                    <a:pt x="75" y="397"/>
                    <a:pt x="77" y="398"/>
                    <a:pt x="78" y="398"/>
                  </a:cubicBezTo>
                  <a:cubicBezTo>
                    <a:pt x="79" y="398"/>
                    <a:pt x="80" y="398"/>
                    <a:pt x="81" y="398"/>
                  </a:cubicBezTo>
                  <a:cubicBezTo>
                    <a:pt x="82" y="398"/>
                    <a:pt x="84" y="397"/>
                    <a:pt x="84" y="397"/>
                  </a:cubicBezTo>
                  <a:cubicBezTo>
                    <a:pt x="85" y="396"/>
                    <a:pt x="87" y="396"/>
                    <a:pt x="87" y="396"/>
                  </a:cubicBezTo>
                  <a:cubicBezTo>
                    <a:pt x="88" y="396"/>
                    <a:pt x="90" y="396"/>
                    <a:pt x="90" y="396"/>
                  </a:cubicBezTo>
                  <a:cubicBezTo>
                    <a:pt x="91" y="395"/>
                    <a:pt x="92" y="395"/>
                    <a:pt x="93" y="394"/>
                  </a:cubicBezTo>
                  <a:cubicBezTo>
                    <a:pt x="93" y="394"/>
                    <a:pt x="94" y="393"/>
                    <a:pt x="94" y="393"/>
                  </a:cubicBezTo>
                  <a:cubicBezTo>
                    <a:pt x="94" y="392"/>
                    <a:pt x="94" y="391"/>
                    <a:pt x="94" y="391"/>
                  </a:cubicBezTo>
                  <a:cubicBezTo>
                    <a:pt x="94" y="391"/>
                    <a:pt x="93" y="391"/>
                    <a:pt x="93" y="391"/>
                  </a:cubicBezTo>
                  <a:cubicBezTo>
                    <a:pt x="92" y="391"/>
                    <a:pt x="92" y="392"/>
                    <a:pt x="91" y="393"/>
                  </a:cubicBezTo>
                  <a:cubicBezTo>
                    <a:pt x="91" y="393"/>
                    <a:pt x="89" y="393"/>
                    <a:pt x="89" y="393"/>
                  </a:cubicBezTo>
                  <a:cubicBezTo>
                    <a:pt x="87" y="394"/>
                    <a:pt x="85" y="395"/>
                    <a:pt x="84" y="395"/>
                  </a:cubicBezTo>
                  <a:cubicBezTo>
                    <a:pt x="83" y="395"/>
                    <a:pt x="81" y="396"/>
                    <a:pt x="80" y="396"/>
                  </a:cubicBezTo>
                  <a:cubicBezTo>
                    <a:pt x="79" y="396"/>
                    <a:pt x="77" y="395"/>
                    <a:pt x="77" y="395"/>
                  </a:cubicBezTo>
                  <a:cubicBezTo>
                    <a:pt x="76" y="394"/>
                    <a:pt x="74" y="393"/>
                    <a:pt x="74" y="392"/>
                  </a:cubicBezTo>
                  <a:cubicBezTo>
                    <a:pt x="73" y="391"/>
                    <a:pt x="72" y="390"/>
                    <a:pt x="72" y="389"/>
                  </a:cubicBezTo>
                  <a:cubicBezTo>
                    <a:pt x="72" y="389"/>
                    <a:pt x="71" y="388"/>
                    <a:pt x="72" y="387"/>
                  </a:cubicBezTo>
                  <a:cubicBezTo>
                    <a:pt x="72" y="387"/>
                    <a:pt x="73" y="387"/>
                    <a:pt x="73" y="387"/>
                  </a:cubicBezTo>
                  <a:cubicBezTo>
                    <a:pt x="73" y="387"/>
                    <a:pt x="74" y="387"/>
                    <a:pt x="75" y="387"/>
                  </a:cubicBezTo>
                  <a:cubicBezTo>
                    <a:pt x="75" y="386"/>
                    <a:pt x="75" y="385"/>
                    <a:pt x="74" y="385"/>
                  </a:cubicBezTo>
                  <a:cubicBezTo>
                    <a:pt x="74" y="384"/>
                    <a:pt x="74" y="384"/>
                    <a:pt x="74" y="384"/>
                  </a:cubicBezTo>
                  <a:cubicBezTo>
                    <a:pt x="74" y="384"/>
                    <a:pt x="73" y="383"/>
                    <a:pt x="73" y="383"/>
                  </a:cubicBezTo>
                  <a:cubicBezTo>
                    <a:pt x="73" y="382"/>
                    <a:pt x="72" y="383"/>
                    <a:pt x="71" y="383"/>
                  </a:cubicBezTo>
                  <a:cubicBezTo>
                    <a:pt x="71" y="383"/>
                    <a:pt x="70" y="382"/>
                    <a:pt x="69" y="382"/>
                  </a:cubicBezTo>
                  <a:cubicBezTo>
                    <a:pt x="69" y="382"/>
                    <a:pt x="67" y="382"/>
                    <a:pt x="67" y="382"/>
                  </a:cubicBezTo>
                  <a:cubicBezTo>
                    <a:pt x="67" y="383"/>
                    <a:pt x="67" y="383"/>
                    <a:pt x="67" y="384"/>
                  </a:cubicBezTo>
                  <a:cubicBezTo>
                    <a:pt x="67" y="384"/>
                    <a:pt x="67" y="384"/>
                    <a:pt x="66" y="384"/>
                  </a:cubicBezTo>
                  <a:cubicBezTo>
                    <a:pt x="66" y="384"/>
                    <a:pt x="65" y="383"/>
                    <a:pt x="64" y="383"/>
                  </a:cubicBezTo>
                  <a:cubicBezTo>
                    <a:pt x="64" y="383"/>
                    <a:pt x="63" y="382"/>
                    <a:pt x="63" y="381"/>
                  </a:cubicBezTo>
                  <a:cubicBezTo>
                    <a:pt x="63" y="381"/>
                    <a:pt x="63" y="380"/>
                    <a:pt x="63" y="379"/>
                  </a:cubicBezTo>
                  <a:cubicBezTo>
                    <a:pt x="62" y="379"/>
                    <a:pt x="62" y="379"/>
                    <a:pt x="62" y="379"/>
                  </a:cubicBezTo>
                  <a:cubicBezTo>
                    <a:pt x="62" y="379"/>
                    <a:pt x="62" y="380"/>
                    <a:pt x="62" y="380"/>
                  </a:cubicBezTo>
                  <a:cubicBezTo>
                    <a:pt x="61" y="381"/>
                    <a:pt x="61" y="381"/>
                    <a:pt x="61" y="381"/>
                  </a:cubicBezTo>
                  <a:cubicBezTo>
                    <a:pt x="60" y="381"/>
                    <a:pt x="60" y="380"/>
                    <a:pt x="60" y="379"/>
                  </a:cubicBezTo>
                  <a:cubicBezTo>
                    <a:pt x="60" y="379"/>
                    <a:pt x="59" y="378"/>
                    <a:pt x="59" y="377"/>
                  </a:cubicBezTo>
                  <a:cubicBezTo>
                    <a:pt x="59" y="377"/>
                    <a:pt x="60" y="375"/>
                    <a:pt x="60" y="375"/>
                  </a:cubicBezTo>
                  <a:cubicBezTo>
                    <a:pt x="60" y="374"/>
                    <a:pt x="62" y="373"/>
                    <a:pt x="62" y="372"/>
                  </a:cubicBezTo>
                  <a:cubicBezTo>
                    <a:pt x="63" y="372"/>
                    <a:pt x="64" y="372"/>
                    <a:pt x="64" y="372"/>
                  </a:cubicBezTo>
                  <a:cubicBezTo>
                    <a:pt x="65" y="372"/>
                    <a:pt x="66" y="371"/>
                    <a:pt x="66" y="371"/>
                  </a:cubicBezTo>
                  <a:cubicBezTo>
                    <a:pt x="66" y="370"/>
                    <a:pt x="67" y="369"/>
                    <a:pt x="67" y="369"/>
                  </a:cubicBezTo>
                  <a:cubicBezTo>
                    <a:pt x="67" y="368"/>
                    <a:pt x="67" y="367"/>
                    <a:pt x="67" y="367"/>
                  </a:cubicBezTo>
                  <a:cubicBezTo>
                    <a:pt x="68" y="366"/>
                    <a:pt x="70" y="366"/>
                    <a:pt x="71" y="366"/>
                  </a:cubicBezTo>
                  <a:cubicBezTo>
                    <a:pt x="72" y="366"/>
                    <a:pt x="73" y="366"/>
                    <a:pt x="74" y="366"/>
                  </a:cubicBezTo>
                  <a:cubicBezTo>
                    <a:pt x="75" y="366"/>
                    <a:pt x="76" y="365"/>
                    <a:pt x="77" y="365"/>
                  </a:cubicBezTo>
                  <a:cubicBezTo>
                    <a:pt x="78" y="365"/>
                    <a:pt x="81" y="365"/>
                    <a:pt x="82" y="365"/>
                  </a:cubicBezTo>
                  <a:cubicBezTo>
                    <a:pt x="82" y="365"/>
                    <a:pt x="84" y="367"/>
                    <a:pt x="84" y="367"/>
                  </a:cubicBezTo>
                  <a:cubicBezTo>
                    <a:pt x="85" y="368"/>
                    <a:pt x="86" y="369"/>
                    <a:pt x="86" y="370"/>
                  </a:cubicBezTo>
                  <a:cubicBezTo>
                    <a:pt x="87" y="370"/>
                    <a:pt x="88" y="372"/>
                    <a:pt x="89" y="372"/>
                  </a:cubicBezTo>
                  <a:cubicBezTo>
                    <a:pt x="89" y="373"/>
                    <a:pt x="90" y="374"/>
                    <a:pt x="91" y="374"/>
                  </a:cubicBezTo>
                  <a:cubicBezTo>
                    <a:pt x="92" y="374"/>
                    <a:pt x="93" y="374"/>
                    <a:pt x="94" y="374"/>
                  </a:cubicBezTo>
                  <a:cubicBezTo>
                    <a:pt x="94" y="374"/>
                    <a:pt x="96" y="373"/>
                    <a:pt x="96" y="373"/>
                  </a:cubicBezTo>
                  <a:cubicBezTo>
                    <a:pt x="97" y="373"/>
                    <a:pt x="99" y="372"/>
                    <a:pt x="100" y="372"/>
                  </a:cubicBezTo>
                  <a:cubicBezTo>
                    <a:pt x="101" y="371"/>
                    <a:pt x="103" y="370"/>
                    <a:pt x="105" y="370"/>
                  </a:cubicBezTo>
                  <a:cubicBezTo>
                    <a:pt x="105" y="370"/>
                    <a:pt x="106" y="370"/>
                    <a:pt x="107" y="370"/>
                  </a:cubicBezTo>
                  <a:cubicBezTo>
                    <a:pt x="107" y="370"/>
                    <a:pt x="108" y="370"/>
                    <a:pt x="109" y="370"/>
                  </a:cubicBezTo>
                  <a:cubicBezTo>
                    <a:pt x="109" y="370"/>
                    <a:pt x="109" y="371"/>
                    <a:pt x="110" y="371"/>
                  </a:cubicBezTo>
                  <a:cubicBezTo>
                    <a:pt x="110" y="371"/>
                    <a:pt x="111" y="371"/>
                    <a:pt x="111" y="370"/>
                  </a:cubicBezTo>
                  <a:cubicBezTo>
                    <a:pt x="111" y="370"/>
                    <a:pt x="111" y="370"/>
                    <a:pt x="111" y="369"/>
                  </a:cubicBezTo>
                  <a:cubicBezTo>
                    <a:pt x="111" y="369"/>
                    <a:pt x="110" y="368"/>
                    <a:pt x="109" y="368"/>
                  </a:cubicBezTo>
                  <a:cubicBezTo>
                    <a:pt x="109" y="367"/>
                    <a:pt x="107" y="367"/>
                    <a:pt x="107" y="367"/>
                  </a:cubicBezTo>
                  <a:cubicBezTo>
                    <a:pt x="106" y="367"/>
                    <a:pt x="105" y="368"/>
                    <a:pt x="104" y="368"/>
                  </a:cubicBezTo>
                  <a:cubicBezTo>
                    <a:pt x="103" y="368"/>
                    <a:pt x="101" y="369"/>
                    <a:pt x="100" y="370"/>
                  </a:cubicBezTo>
                  <a:cubicBezTo>
                    <a:pt x="99" y="370"/>
                    <a:pt x="97" y="370"/>
                    <a:pt x="96" y="370"/>
                  </a:cubicBezTo>
                  <a:cubicBezTo>
                    <a:pt x="95" y="371"/>
                    <a:pt x="93" y="371"/>
                    <a:pt x="93" y="370"/>
                  </a:cubicBezTo>
                  <a:cubicBezTo>
                    <a:pt x="92" y="370"/>
                    <a:pt x="90" y="369"/>
                    <a:pt x="90" y="369"/>
                  </a:cubicBezTo>
                  <a:cubicBezTo>
                    <a:pt x="89" y="368"/>
                    <a:pt x="89" y="367"/>
                    <a:pt x="88" y="366"/>
                  </a:cubicBezTo>
                  <a:cubicBezTo>
                    <a:pt x="88" y="366"/>
                    <a:pt x="88" y="364"/>
                    <a:pt x="87" y="364"/>
                  </a:cubicBezTo>
                  <a:cubicBezTo>
                    <a:pt x="87" y="363"/>
                    <a:pt x="85" y="362"/>
                    <a:pt x="84" y="361"/>
                  </a:cubicBezTo>
                  <a:cubicBezTo>
                    <a:pt x="83" y="361"/>
                    <a:pt x="82" y="361"/>
                    <a:pt x="81" y="361"/>
                  </a:cubicBezTo>
                  <a:cubicBezTo>
                    <a:pt x="80" y="361"/>
                    <a:pt x="78" y="361"/>
                    <a:pt x="77" y="361"/>
                  </a:cubicBezTo>
                  <a:cubicBezTo>
                    <a:pt x="76" y="360"/>
                    <a:pt x="75" y="360"/>
                    <a:pt x="75" y="359"/>
                  </a:cubicBezTo>
                  <a:cubicBezTo>
                    <a:pt x="74" y="359"/>
                    <a:pt x="73" y="357"/>
                    <a:pt x="73" y="356"/>
                  </a:cubicBezTo>
                  <a:cubicBezTo>
                    <a:pt x="73" y="355"/>
                    <a:pt x="73" y="353"/>
                    <a:pt x="73" y="353"/>
                  </a:cubicBezTo>
                  <a:cubicBezTo>
                    <a:pt x="73" y="352"/>
                    <a:pt x="73" y="351"/>
                    <a:pt x="74" y="351"/>
                  </a:cubicBezTo>
                  <a:cubicBezTo>
                    <a:pt x="74" y="351"/>
                    <a:pt x="75" y="350"/>
                    <a:pt x="75" y="350"/>
                  </a:cubicBezTo>
                  <a:cubicBezTo>
                    <a:pt x="76" y="349"/>
                    <a:pt x="78" y="349"/>
                    <a:pt x="78" y="348"/>
                  </a:cubicBezTo>
                  <a:cubicBezTo>
                    <a:pt x="79" y="348"/>
                    <a:pt x="79" y="346"/>
                    <a:pt x="79" y="345"/>
                  </a:cubicBezTo>
                  <a:cubicBezTo>
                    <a:pt x="80" y="345"/>
                    <a:pt x="80" y="343"/>
                    <a:pt x="80" y="343"/>
                  </a:cubicBezTo>
                  <a:cubicBezTo>
                    <a:pt x="80" y="342"/>
                    <a:pt x="79" y="341"/>
                    <a:pt x="79" y="341"/>
                  </a:cubicBezTo>
                  <a:cubicBezTo>
                    <a:pt x="79" y="341"/>
                    <a:pt x="79" y="340"/>
                    <a:pt x="79" y="339"/>
                  </a:cubicBezTo>
                  <a:cubicBezTo>
                    <a:pt x="79" y="339"/>
                    <a:pt x="79" y="338"/>
                    <a:pt x="79" y="338"/>
                  </a:cubicBezTo>
                  <a:cubicBezTo>
                    <a:pt x="79" y="338"/>
                    <a:pt x="79" y="336"/>
                    <a:pt x="80" y="336"/>
                  </a:cubicBezTo>
                  <a:cubicBezTo>
                    <a:pt x="80" y="336"/>
                    <a:pt x="81" y="335"/>
                    <a:pt x="82" y="335"/>
                  </a:cubicBezTo>
                  <a:cubicBezTo>
                    <a:pt x="82" y="335"/>
                    <a:pt x="84" y="335"/>
                    <a:pt x="84" y="335"/>
                  </a:cubicBezTo>
                  <a:cubicBezTo>
                    <a:pt x="85" y="335"/>
                    <a:pt x="86" y="335"/>
                    <a:pt x="87" y="335"/>
                  </a:cubicBezTo>
                  <a:cubicBezTo>
                    <a:pt x="88" y="335"/>
                    <a:pt x="89" y="334"/>
                    <a:pt x="90" y="334"/>
                  </a:cubicBezTo>
                  <a:cubicBezTo>
                    <a:pt x="90" y="334"/>
                    <a:pt x="91" y="333"/>
                    <a:pt x="91" y="333"/>
                  </a:cubicBezTo>
                  <a:cubicBezTo>
                    <a:pt x="92" y="333"/>
                    <a:pt x="93" y="333"/>
                    <a:pt x="94" y="333"/>
                  </a:cubicBezTo>
                  <a:cubicBezTo>
                    <a:pt x="95" y="334"/>
                    <a:pt x="96" y="335"/>
                    <a:pt x="97" y="336"/>
                  </a:cubicBezTo>
                  <a:cubicBezTo>
                    <a:pt x="98" y="337"/>
                    <a:pt x="99" y="339"/>
                    <a:pt x="100" y="340"/>
                  </a:cubicBezTo>
                  <a:cubicBezTo>
                    <a:pt x="101" y="340"/>
                    <a:pt x="102" y="343"/>
                    <a:pt x="103" y="343"/>
                  </a:cubicBezTo>
                  <a:cubicBezTo>
                    <a:pt x="104" y="343"/>
                    <a:pt x="105" y="344"/>
                    <a:pt x="105" y="344"/>
                  </a:cubicBezTo>
                  <a:cubicBezTo>
                    <a:pt x="106" y="344"/>
                    <a:pt x="106" y="343"/>
                    <a:pt x="106" y="343"/>
                  </a:cubicBezTo>
                  <a:cubicBezTo>
                    <a:pt x="107" y="343"/>
                    <a:pt x="107" y="343"/>
                    <a:pt x="108" y="343"/>
                  </a:cubicBezTo>
                  <a:cubicBezTo>
                    <a:pt x="108" y="343"/>
                    <a:pt x="109" y="343"/>
                    <a:pt x="109" y="343"/>
                  </a:cubicBezTo>
                  <a:cubicBezTo>
                    <a:pt x="110" y="343"/>
                    <a:pt x="110" y="343"/>
                    <a:pt x="111" y="343"/>
                  </a:cubicBezTo>
                  <a:cubicBezTo>
                    <a:pt x="111" y="343"/>
                    <a:pt x="112" y="343"/>
                    <a:pt x="112" y="343"/>
                  </a:cubicBezTo>
                  <a:cubicBezTo>
                    <a:pt x="112" y="343"/>
                    <a:pt x="113" y="342"/>
                    <a:pt x="113" y="342"/>
                  </a:cubicBezTo>
                  <a:cubicBezTo>
                    <a:pt x="113" y="342"/>
                    <a:pt x="112" y="341"/>
                    <a:pt x="112" y="341"/>
                  </a:cubicBezTo>
                  <a:cubicBezTo>
                    <a:pt x="112" y="341"/>
                    <a:pt x="111" y="341"/>
                    <a:pt x="110" y="341"/>
                  </a:cubicBezTo>
                  <a:cubicBezTo>
                    <a:pt x="110" y="341"/>
                    <a:pt x="109" y="340"/>
                    <a:pt x="109" y="340"/>
                  </a:cubicBezTo>
                  <a:cubicBezTo>
                    <a:pt x="109" y="340"/>
                    <a:pt x="108" y="340"/>
                    <a:pt x="108" y="340"/>
                  </a:cubicBezTo>
                  <a:cubicBezTo>
                    <a:pt x="107" y="340"/>
                    <a:pt x="106" y="340"/>
                    <a:pt x="105" y="340"/>
                  </a:cubicBezTo>
                  <a:cubicBezTo>
                    <a:pt x="104" y="340"/>
                    <a:pt x="103" y="339"/>
                    <a:pt x="103" y="339"/>
                  </a:cubicBezTo>
                  <a:cubicBezTo>
                    <a:pt x="102" y="339"/>
                    <a:pt x="102" y="338"/>
                    <a:pt x="101" y="337"/>
                  </a:cubicBezTo>
                  <a:cubicBezTo>
                    <a:pt x="101" y="337"/>
                    <a:pt x="100" y="336"/>
                    <a:pt x="99" y="335"/>
                  </a:cubicBezTo>
                  <a:cubicBezTo>
                    <a:pt x="98" y="334"/>
                    <a:pt x="97" y="333"/>
                    <a:pt x="97" y="333"/>
                  </a:cubicBezTo>
                  <a:cubicBezTo>
                    <a:pt x="96" y="332"/>
                    <a:pt x="96" y="331"/>
                    <a:pt x="96" y="331"/>
                  </a:cubicBezTo>
                  <a:cubicBezTo>
                    <a:pt x="96" y="330"/>
                    <a:pt x="96" y="330"/>
                    <a:pt x="96" y="329"/>
                  </a:cubicBezTo>
                  <a:cubicBezTo>
                    <a:pt x="96" y="329"/>
                    <a:pt x="96" y="328"/>
                    <a:pt x="96" y="328"/>
                  </a:cubicBezTo>
                  <a:cubicBezTo>
                    <a:pt x="97" y="327"/>
                    <a:pt x="98" y="327"/>
                    <a:pt x="98" y="326"/>
                  </a:cubicBezTo>
                  <a:cubicBezTo>
                    <a:pt x="98" y="326"/>
                    <a:pt x="99" y="325"/>
                    <a:pt x="99" y="325"/>
                  </a:cubicBezTo>
                  <a:cubicBezTo>
                    <a:pt x="99" y="325"/>
                    <a:pt x="100" y="324"/>
                    <a:pt x="100" y="324"/>
                  </a:cubicBezTo>
                  <a:cubicBezTo>
                    <a:pt x="100" y="323"/>
                    <a:pt x="100" y="323"/>
                    <a:pt x="101" y="322"/>
                  </a:cubicBezTo>
                  <a:cubicBezTo>
                    <a:pt x="101" y="322"/>
                    <a:pt x="101" y="321"/>
                    <a:pt x="101" y="321"/>
                  </a:cubicBezTo>
                  <a:cubicBezTo>
                    <a:pt x="102" y="321"/>
                    <a:pt x="101" y="320"/>
                    <a:pt x="101" y="320"/>
                  </a:cubicBezTo>
                  <a:cubicBezTo>
                    <a:pt x="101" y="320"/>
                    <a:pt x="100" y="321"/>
                    <a:pt x="99" y="321"/>
                  </a:cubicBezTo>
                  <a:cubicBezTo>
                    <a:pt x="99" y="322"/>
                    <a:pt x="98" y="323"/>
                    <a:pt x="98" y="323"/>
                  </a:cubicBezTo>
                  <a:cubicBezTo>
                    <a:pt x="97" y="324"/>
                    <a:pt x="96" y="326"/>
                    <a:pt x="96" y="326"/>
                  </a:cubicBezTo>
                  <a:cubicBezTo>
                    <a:pt x="95" y="327"/>
                    <a:pt x="94" y="329"/>
                    <a:pt x="93" y="330"/>
                  </a:cubicBezTo>
                  <a:cubicBezTo>
                    <a:pt x="93" y="330"/>
                    <a:pt x="92" y="331"/>
                    <a:pt x="91" y="331"/>
                  </a:cubicBezTo>
                  <a:cubicBezTo>
                    <a:pt x="91" y="331"/>
                    <a:pt x="90" y="331"/>
                    <a:pt x="89" y="331"/>
                  </a:cubicBezTo>
                  <a:cubicBezTo>
                    <a:pt x="89" y="331"/>
                    <a:pt x="88" y="332"/>
                    <a:pt x="88" y="332"/>
                  </a:cubicBezTo>
                  <a:cubicBezTo>
                    <a:pt x="87" y="333"/>
                    <a:pt x="87" y="333"/>
                    <a:pt x="86" y="333"/>
                  </a:cubicBezTo>
                  <a:cubicBezTo>
                    <a:pt x="86" y="333"/>
                    <a:pt x="85" y="333"/>
                    <a:pt x="85" y="332"/>
                  </a:cubicBezTo>
                  <a:cubicBezTo>
                    <a:pt x="85" y="332"/>
                    <a:pt x="85" y="331"/>
                    <a:pt x="86" y="331"/>
                  </a:cubicBezTo>
                  <a:cubicBezTo>
                    <a:pt x="86" y="331"/>
                    <a:pt x="86" y="331"/>
                    <a:pt x="86" y="330"/>
                  </a:cubicBezTo>
                  <a:cubicBezTo>
                    <a:pt x="86" y="330"/>
                    <a:pt x="85" y="330"/>
                    <a:pt x="84" y="330"/>
                  </a:cubicBezTo>
                  <a:cubicBezTo>
                    <a:pt x="84" y="330"/>
                    <a:pt x="84" y="330"/>
                    <a:pt x="84" y="331"/>
                  </a:cubicBezTo>
                  <a:cubicBezTo>
                    <a:pt x="83" y="331"/>
                    <a:pt x="82" y="331"/>
                    <a:pt x="82" y="331"/>
                  </a:cubicBezTo>
                  <a:cubicBezTo>
                    <a:pt x="82" y="331"/>
                    <a:pt x="81" y="330"/>
                    <a:pt x="81" y="330"/>
                  </a:cubicBezTo>
                  <a:cubicBezTo>
                    <a:pt x="81" y="330"/>
                    <a:pt x="81" y="329"/>
                    <a:pt x="81" y="328"/>
                  </a:cubicBezTo>
                  <a:cubicBezTo>
                    <a:pt x="81" y="328"/>
                    <a:pt x="80" y="328"/>
                    <a:pt x="80" y="328"/>
                  </a:cubicBezTo>
                  <a:cubicBezTo>
                    <a:pt x="79" y="327"/>
                    <a:pt x="78" y="327"/>
                    <a:pt x="78" y="328"/>
                  </a:cubicBezTo>
                  <a:cubicBezTo>
                    <a:pt x="77" y="328"/>
                    <a:pt x="76" y="328"/>
                    <a:pt x="76" y="328"/>
                  </a:cubicBezTo>
                  <a:cubicBezTo>
                    <a:pt x="75" y="329"/>
                    <a:pt x="74" y="329"/>
                    <a:pt x="73" y="329"/>
                  </a:cubicBezTo>
                  <a:cubicBezTo>
                    <a:pt x="72" y="329"/>
                    <a:pt x="70" y="330"/>
                    <a:pt x="69" y="329"/>
                  </a:cubicBezTo>
                  <a:cubicBezTo>
                    <a:pt x="69" y="329"/>
                    <a:pt x="68" y="328"/>
                    <a:pt x="68" y="328"/>
                  </a:cubicBezTo>
                  <a:cubicBezTo>
                    <a:pt x="68" y="327"/>
                    <a:pt x="68" y="326"/>
                    <a:pt x="68" y="326"/>
                  </a:cubicBezTo>
                  <a:cubicBezTo>
                    <a:pt x="68" y="325"/>
                    <a:pt x="68" y="325"/>
                    <a:pt x="68" y="325"/>
                  </a:cubicBezTo>
                  <a:cubicBezTo>
                    <a:pt x="69" y="324"/>
                    <a:pt x="69" y="323"/>
                    <a:pt x="69" y="322"/>
                  </a:cubicBezTo>
                  <a:cubicBezTo>
                    <a:pt x="69" y="321"/>
                    <a:pt x="69" y="320"/>
                    <a:pt x="70" y="319"/>
                  </a:cubicBezTo>
                  <a:cubicBezTo>
                    <a:pt x="70" y="319"/>
                    <a:pt x="70" y="319"/>
                    <a:pt x="70" y="318"/>
                  </a:cubicBezTo>
                  <a:cubicBezTo>
                    <a:pt x="71" y="318"/>
                    <a:pt x="72" y="318"/>
                    <a:pt x="73" y="318"/>
                  </a:cubicBezTo>
                  <a:cubicBezTo>
                    <a:pt x="73" y="317"/>
                    <a:pt x="74" y="317"/>
                    <a:pt x="74" y="317"/>
                  </a:cubicBezTo>
                  <a:cubicBezTo>
                    <a:pt x="74" y="317"/>
                    <a:pt x="74" y="316"/>
                    <a:pt x="74" y="315"/>
                  </a:cubicBezTo>
                  <a:cubicBezTo>
                    <a:pt x="74" y="315"/>
                    <a:pt x="75" y="314"/>
                    <a:pt x="75" y="314"/>
                  </a:cubicBezTo>
                  <a:cubicBezTo>
                    <a:pt x="76" y="314"/>
                    <a:pt x="77" y="314"/>
                    <a:pt x="78" y="314"/>
                  </a:cubicBezTo>
                  <a:cubicBezTo>
                    <a:pt x="78" y="314"/>
                    <a:pt x="79" y="314"/>
                    <a:pt x="79" y="314"/>
                  </a:cubicBezTo>
                  <a:cubicBezTo>
                    <a:pt x="80" y="314"/>
                    <a:pt x="81" y="314"/>
                    <a:pt x="81" y="314"/>
                  </a:cubicBezTo>
                  <a:cubicBezTo>
                    <a:pt x="82" y="314"/>
                    <a:pt x="83" y="314"/>
                    <a:pt x="84" y="313"/>
                  </a:cubicBezTo>
                  <a:cubicBezTo>
                    <a:pt x="84" y="313"/>
                    <a:pt x="85" y="312"/>
                    <a:pt x="86" y="312"/>
                  </a:cubicBezTo>
                  <a:cubicBezTo>
                    <a:pt x="87" y="312"/>
                    <a:pt x="89" y="312"/>
                    <a:pt x="90" y="311"/>
                  </a:cubicBezTo>
                  <a:cubicBezTo>
                    <a:pt x="92" y="311"/>
                    <a:pt x="94" y="309"/>
                    <a:pt x="95" y="308"/>
                  </a:cubicBezTo>
                  <a:cubicBezTo>
                    <a:pt x="97" y="307"/>
                    <a:pt x="99" y="305"/>
                    <a:pt x="100" y="304"/>
                  </a:cubicBezTo>
                  <a:cubicBezTo>
                    <a:pt x="101" y="303"/>
                    <a:pt x="102" y="302"/>
                    <a:pt x="103" y="301"/>
                  </a:cubicBezTo>
                  <a:cubicBezTo>
                    <a:pt x="103" y="300"/>
                    <a:pt x="104" y="298"/>
                    <a:pt x="104" y="298"/>
                  </a:cubicBezTo>
                  <a:cubicBezTo>
                    <a:pt x="104" y="297"/>
                    <a:pt x="104" y="297"/>
                    <a:pt x="103" y="297"/>
                  </a:cubicBezTo>
                  <a:cubicBezTo>
                    <a:pt x="103" y="297"/>
                    <a:pt x="102" y="298"/>
                    <a:pt x="102" y="299"/>
                  </a:cubicBezTo>
                  <a:cubicBezTo>
                    <a:pt x="101" y="299"/>
                    <a:pt x="99" y="301"/>
                    <a:pt x="98" y="301"/>
                  </a:cubicBezTo>
                  <a:cubicBezTo>
                    <a:pt x="97" y="302"/>
                    <a:pt x="96" y="304"/>
                    <a:pt x="95" y="305"/>
                  </a:cubicBezTo>
                  <a:cubicBezTo>
                    <a:pt x="94" y="306"/>
                    <a:pt x="92" y="307"/>
                    <a:pt x="92" y="308"/>
                  </a:cubicBezTo>
                  <a:cubicBezTo>
                    <a:pt x="90" y="308"/>
                    <a:pt x="88" y="310"/>
                    <a:pt x="87" y="310"/>
                  </a:cubicBezTo>
                  <a:cubicBezTo>
                    <a:pt x="86" y="311"/>
                    <a:pt x="85" y="311"/>
                    <a:pt x="84" y="311"/>
                  </a:cubicBezTo>
                  <a:cubicBezTo>
                    <a:pt x="84" y="311"/>
                    <a:pt x="83" y="312"/>
                    <a:pt x="83" y="312"/>
                  </a:cubicBezTo>
                  <a:cubicBezTo>
                    <a:pt x="82" y="311"/>
                    <a:pt x="82" y="310"/>
                    <a:pt x="82" y="310"/>
                  </a:cubicBezTo>
                  <a:cubicBezTo>
                    <a:pt x="82" y="310"/>
                    <a:pt x="83" y="310"/>
                    <a:pt x="83" y="310"/>
                  </a:cubicBezTo>
                  <a:cubicBezTo>
                    <a:pt x="83" y="310"/>
                    <a:pt x="84" y="309"/>
                    <a:pt x="83" y="309"/>
                  </a:cubicBezTo>
                  <a:cubicBezTo>
                    <a:pt x="83" y="309"/>
                    <a:pt x="83" y="308"/>
                    <a:pt x="82" y="308"/>
                  </a:cubicBezTo>
                  <a:cubicBezTo>
                    <a:pt x="82" y="308"/>
                    <a:pt x="81" y="308"/>
                    <a:pt x="80" y="308"/>
                  </a:cubicBezTo>
                  <a:cubicBezTo>
                    <a:pt x="80" y="307"/>
                    <a:pt x="80" y="307"/>
                    <a:pt x="80" y="307"/>
                  </a:cubicBezTo>
                  <a:cubicBezTo>
                    <a:pt x="80" y="306"/>
                    <a:pt x="80" y="305"/>
                    <a:pt x="80" y="305"/>
                  </a:cubicBezTo>
                  <a:cubicBezTo>
                    <a:pt x="81" y="305"/>
                    <a:pt x="82" y="304"/>
                    <a:pt x="83" y="304"/>
                  </a:cubicBezTo>
                  <a:cubicBezTo>
                    <a:pt x="83" y="304"/>
                    <a:pt x="84" y="303"/>
                    <a:pt x="84" y="303"/>
                  </a:cubicBezTo>
                  <a:cubicBezTo>
                    <a:pt x="85" y="303"/>
                    <a:pt x="84" y="301"/>
                    <a:pt x="84" y="301"/>
                  </a:cubicBezTo>
                  <a:cubicBezTo>
                    <a:pt x="84" y="300"/>
                    <a:pt x="84" y="299"/>
                    <a:pt x="84" y="299"/>
                  </a:cubicBezTo>
                  <a:cubicBezTo>
                    <a:pt x="83" y="299"/>
                    <a:pt x="82" y="300"/>
                    <a:pt x="82" y="300"/>
                  </a:cubicBezTo>
                  <a:cubicBezTo>
                    <a:pt x="81" y="301"/>
                    <a:pt x="80" y="302"/>
                    <a:pt x="79" y="303"/>
                  </a:cubicBezTo>
                  <a:cubicBezTo>
                    <a:pt x="79" y="303"/>
                    <a:pt x="77" y="304"/>
                    <a:pt x="77" y="305"/>
                  </a:cubicBezTo>
                  <a:cubicBezTo>
                    <a:pt x="75" y="306"/>
                    <a:pt x="71" y="308"/>
                    <a:pt x="70" y="309"/>
                  </a:cubicBezTo>
                  <a:cubicBezTo>
                    <a:pt x="68" y="310"/>
                    <a:pt x="66" y="312"/>
                    <a:pt x="65" y="312"/>
                  </a:cubicBezTo>
                  <a:cubicBezTo>
                    <a:pt x="64" y="312"/>
                    <a:pt x="62" y="312"/>
                    <a:pt x="62" y="312"/>
                  </a:cubicBezTo>
                  <a:cubicBezTo>
                    <a:pt x="61" y="312"/>
                    <a:pt x="60" y="311"/>
                    <a:pt x="60" y="311"/>
                  </a:cubicBezTo>
                  <a:cubicBezTo>
                    <a:pt x="60" y="310"/>
                    <a:pt x="60" y="309"/>
                    <a:pt x="60" y="309"/>
                  </a:cubicBezTo>
                  <a:cubicBezTo>
                    <a:pt x="59" y="308"/>
                    <a:pt x="58" y="308"/>
                    <a:pt x="58" y="308"/>
                  </a:cubicBezTo>
                  <a:cubicBezTo>
                    <a:pt x="57" y="307"/>
                    <a:pt x="56" y="305"/>
                    <a:pt x="56" y="303"/>
                  </a:cubicBezTo>
                  <a:cubicBezTo>
                    <a:pt x="56" y="303"/>
                    <a:pt x="55" y="302"/>
                    <a:pt x="56" y="302"/>
                  </a:cubicBezTo>
                  <a:cubicBezTo>
                    <a:pt x="56" y="301"/>
                    <a:pt x="56" y="301"/>
                    <a:pt x="57" y="301"/>
                  </a:cubicBezTo>
                  <a:cubicBezTo>
                    <a:pt x="57" y="301"/>
                    <a:pt x="58" y="302"/>
                    <a:pt x="58" y="302"/>
                  </a:cubicBezTo>
                  <a:cubicBezTo>
                    <a:pt x="58" y="302"/>
                    <a:pt x="58" y="301"/>
                    <a:pt x="58" y="301"/>
                  </a:cubicBezTo>
                  <a:cubicBezTo>
                    <a:pt x="58" y="300"/>
                    <a:pt x="58" y="300"/>
                    <a:pt x="58" y="299"/>
                  </a:cubicBezTo>
                  <a:cubicBezTo>
                    <a:pt x="58" y="299"/>
                    <a:pt x="58" y="298"/>
                    <a:pt x="58" y="298"/>
                  </a:cubicBezTo>
                  <a:cubicBezTo>
                    <a:pt x="58" y="298"/>
                    <a:pt x="59" y="299"/>
                    <a:pt x="59" y="299"/>
                  </a:cubicBezTo>
                  <a:cubicBezTo>
                    <a:pt x="59" y="299"/>
                    <a:pt x="60" y="300"/>
                    <a:pt x="60" y="300"/>
                  </a:cubicBezTo>
                  <a:cubicBezTo>
                    <a:pt x="60" y="300"/>
                    <a:pt x="60" y="299"/>
                    <a:pt x="60" y="299"/>
                  </a:cubicBezTo>
                  <a:cubicBezTo>
                    <a:pt x="61" y="298"/>
                    <a:pt x="61" y="297"/>
                    <a:pt x="61" y="297"/>
                  </a:cubicBezTo>
                  <a:cubicBezTo>
                    <a:pt x="60" y="296"/>
                    <a:pt x="60" y="295"/>
                    <a:pt x="59" y="295"/>
                  </a:cubicBezTo>
                  <a:cubicBezTo>
                    <a:pt x="59" y="295"/>
                    <a:pt x="59" y="294"/>
                    <a:pt x="59" y="294"/>
                  </a:cubicBezTo>
                  <a:cubicBezTo>
                    <a:pt x="58" y="294"/>
                    <a:pt x="58" y="294"/>
                    <a:pt x="57" y="293"/>
                  </a:cubicBezTo>
                  <a:cubicBezTo>
                    <a:pt x="57" y="293"/>
                    <a:pt x="57" y="292"/>
                    <a:pt x="57" y="292"/>
                  </a:cubicBezTo>
                  <a:cubicBezTo>
                    <a:pt x="57" y="291"/>
                    <a:pt x="58" y="291"/>
                    <a:pt x="58" y="291"/>
                  </a:cubicBezTo>
                  <a:cubicBezTo>
                    <a:pt x="58" y="290"/>
                    <a:pt x="59" y="290"/>
                    <a:pt x="58" y="289"/>
                  </a:cubicBezTo>
                  <a:cubicBezTo>
                    <a:pt x="58" y="289"/>
                    <a:pt x="57" y="289"/>
                    <a:pt x="57" y="289"/>
                  </a:cubicBezTo>
                  <a:cubicBezTo>
                    <a:pt x="56" y="288"/>
                    <a:pt x="55" y="289"/>
                    <a:pt x="55" y="289"/>
                  </a:cubicBezTo>
                  <a:cubicBezTo>
                    <a:pt x="54" y="288"/>
                    <a:pt x="53" y="287"/>
                    <a:pt x="53" y="287"/>
                  </a:cubicBezTo>
                  <a:cubicBezTo>
                    <a:pt x="53" y="286"/>
                    <a:pt x="52" y="285"/>
                    <a:pt x="52" y="284"/>
                  </a:cubicBezTo>
                  <a:cubicBezTo>
                    <a:pt x="52" y="283"/>
                    <a:pt x="51" y="282"/>
                    <a:pt x="51" y="281"/>
                  </a:cubicBezTo>
                  <a:cubicBezTo>
                    <a:pt x="51" y="280"/>
                    <a:pt x="51" y="279"/>
                    <a:pt x="51" y="278"/>
                  </a:cubicBezTo>
                  <a:cubicBezTo>
                    <a:pt x="51" y="277"/>
                    <a:pt x="51" y="274"/>
                    <a:pt x="52" y="273"/>
                  </a:cubicBezTo>
                  <a:cubicBezTo>
                    <a:pt x="52" y="272"/>
                    <a:pt x="53" y="270"/>
                    <a:pt x="53" y="269"/>
                  </a:cubicBezTo>
                  <a:cubicBezTo>
                    <a:pt x="54" y="268"/>
                    <a:pt x="54" y="267"/>
                    <a:pt x="54" y="266"/>
                  </a:cubicBezTo>
                  <a:cubicBezTo>
                    <a:pt x="54" y="266"/>
                    <a:pt x="54" y="265"/>
                    <a:pt x="54" y="264"/>
                  </a:cubicBezTo>
                  <a:cubicBezTo>
                    <a:pt x="54" y="264"/>
                    <a:pt x="53" y="263"/>
                    <a:pt x="53" y="262"/>
                  </a:cubicBezTo>
                  <a:cubicBezTo>
                    <a:pt x="53" y="262"/>
                    <a:pt x="53" y="260"/>
                    <a:pt x="53" y="260"/>
                  </a:cubicBezTo>
                  <a:cubicBezTo>
                    <a:pt x="54" y="259"/>
                    <a:pt x="56" y="260"/>
                    <a:pt x="56" y="260"/>
                  </a:cubicBezTo>
                  <a:cubicBezTo>
                    <a:pt x="57" y="260"/>
                    <a:pt x="56" y="258"/>
                    <a:pt x="56" y="258"/>
                  </a:cubicBezTo>
                  <a:cubicBezTo>
                    <a:pt x="56" y="257"/>
                    <a:pt x="56" y="257"/>
                    <a:pt x="56" y="256"/>
                  </a:cubicBezTo>
                  <a:cubicBezTo>
                    <a:pt x="56" y="256"/>
                    <a:pt x="57" y="256"/>
                    <a:pt x="57" y="256"/>
                  </a:cubicBezTo>
                  <a:cubicBezTo>
                    <a:pt x="58" y="256"/>
                    <a:pt x="58" y="256"/>
                    <a:pt x="59" y="256"/>
                  </a:cubicBezTo>
                  <a:cubicBezTo>
                    <a:pt x="59" y="256"/>
                    <a:pt x="59" y="255"/>
                    <a:pt x="59" y="255"/>
                  </a:cubicBezTo>
                  <a:cubicBezTo>
                    <a:pt x="60" y="255"/>
                    <a:pt x="61" y="255"/>
                    <a:pt x="61" y="255"/>
                  </a:cubicBezTo>
                  <a:cubicBezTo>
                    <a:pt x="61" y="255"/>
                    <a:pt x="62" y="256"/>
                    <a:pt x="62" y="256"/>
                  </a:cubicBezTo>
                  <a:cubicBezTo>
                    <a:pt x="63" y="256"/>
                    <a:pt x="64" y="256"/>
                    <a:pt x="64" y="257"/>
                  </a:cubicBezTo>
                  <a:cubicBezTo>
                    <a:pt x="64" y="257"/>
                    <a:pt x="65" y="257"/>
                    <a:pt x="65" y="258"/>
                  </a:cubicBezTo>
                  <a:cubicBezTo>
                    <a:pt x="65" y="258"/>
                    <a:pt x="65" y="260"/>
                    <a:pt x="65" y="260"/>
                  </a:cubicBezTo>
                  <a:cubicBezTo>
                    <a:pt x="65" y="260"/>
                    <a:pt x="66" y="261"/>
                    <a:pt x="66" y="261"/>
                  </a:cubicBezTo>
                  <a:cubicBezTo>
                    <a:pt x="67" y="261"/>
                    <a:pt x="67" y="262"/>
                    <a:pt x="67" y="263"/>
                  </a:cubicBezTo>
                  <a:cubicBezTo>
                    <a:pt x="68" y="263"/>
                    <a:pt x="68" y="264"/>
                    <a:pt x="69" y="264"/>
                  </a:cubicBezTo>
                  <a:cubicBezTo>
                    <a:pt x="69" y="265"/>
                    <a:pt x="70" y="266"/>
                    <a:pt x="71" y="265"/>
                  </a:cubicBezTo>
                  <a:cubicBezTo>
                    <a:pt x="71" y="265"/>
                    <a:pt x="70" y="264"/>
                    <a:pt x="70" y="263"/>
                  </a:cubicBezTo>
                  <a:cubicBezTo>
                    <a:pt x="70" y="263"/>
                    <a:pt x="71" y="262"/>
                    <a:pt x="71" y="262"/>
                  </a:cubicBezTo>
                  <a:cubicBezTo>
                    <a:pt x="71" y="262"/>
                    <a:pt x="72" y="262"/>
                    <a:pt x="72" y="262"/>
                  </a:cubicBezTo>
                  <a:cubicBezTo>
                    <a:pt x="72" y="262"/>
                    <a:pt x="73" y="262"/>
                    <a:pt x="73" y="263"/>
                  </a:cubicBezTo>
                  <a:cubicBezTo>
                    <a:pt x="73" y="263"/>
                    <a:pt x="73" y="265"/>
                    <a:pt x="74" y="266"/>
                  </a:cubicBezTo>
                  <a:cubicBezTo>
                    <a:pt x="74" y="266"/>
                    <a:pt x="75" y="268"/>
                    <a:pt x="75" y="269"/>
                  </a:cubicBezTo>
                  <a:cubicBezTo>
                    <a:pt x="76" y="269"/>
                    <a:pt x="76" y="270"/>
                    <a:pt x="77" y="271"/>
                  </a:cubicBezTo>
                  <a:cubicBezTo>
                    <a:pt x="77" y="271"/>
                    <a:pt x="78" y="272"/>
                    <a:pt x="78" y="272"/>
                  </a:cubicBezTo>
                  <a:cubicBezTo>
                    <a:pt x="79" y="271"/>
                    <a:pt x="79" y="270"/>
                    <a:pt x="79" y="270"/>
                  </a:cubicBezTo>
                  <a:cubicBezTo>
                    <a:pt x="79" y="270"/>
                    <a:pt x="78" y="269"/>
                    <a:pt x="78" y="269"/>
                  </a:cubicBezTo>
                  <a:cubicBezTo>
                    <a:pt x="79" y="268"/>
                    <a:pt x="79" y="268"/>
                    <a:pt x="79" y="268"/>
                  </a:cubicBezTo>
                  <a:cubicBezTo>
                    <a:pt x="80" y="268"/>
                    <a:pt x="81" y="267"/>
                    <a:pt x="81" y="268"/>
                  </a:cubicBezTo>
                  <a:cubicBezTo>
                    <a:pt x="82" y="268"/>
                    <a:pt x="82" y="269"/>
                    <a:pt x="82" y="269"/>
                  </a:cubicBezTo>
                  <a:cubicBezTo>
                    <a:pt x="82" y="270"/>
                    <a:pt x="83" y="270"/>
                    <a:pt x="83" y="270"/>
                  </a:cubicBezTo>
                  <a:cubicBezTo>
                    <a:pt x="83" y="270"/>
                    <a:pt x="84" y="269"/>
                    <a:pt x="84" y="269"/>
                  </a:cubicBezTo>
                  <a:cubicBezTo>
                    <a:pt x="84" y="269"/>
                    <a:pt x="85" y="268"/>
                    <a:pt x="86" y="268"/>
                  </a:cubicBezTo>
                  <a:cubicBezTo>
                    <a:pt x="86" y="268"/>
                    <a:pt x="88" y="269"/>
                    <a:pt x="89" y="269"/>
                  </a:cubicBezTo>
                  <a:cubicBezTo>
                    <a:pt x="89" y="269"/>
                    <a:pt x="90" y="268"/>
                    <a:pt x="90" y="268"/>
                  </a:cubicBezTo>
                  <a:cubicBezTo>
                    <a:pt x="91" y="268"/>
                    <a:pt x="92" y="268"/>
                    <a:pt x="93" y="268"/>
                  </a:cubicBezTo>
                  <a:cubicBezTo>
                    <a:pt x="93" y="268"/>
                    <a:pt x="94" y="268"/>
                    <a:pt x="95" y="268"/>
                  </a:cubicBezTo>
                  <a:cubicBezTo>
                    <a:pt x="95" y="268"/>
                    <a:pt x="96" y="268"/>
                    <a:pt x="97" y="267"/>
                  </a:cubicBezTo>
                  <a:cubicBezTo>
                    <a:pt x="97" y="267"/>
                    <a:pt x="98" y="266"/>
                    <a:pt x="97" y="266"/>
                  </a:cubicBezTo>
                  <a:cubicBezTo>
                    <a:pt x="97" y="265"/>
                    <a:pt x="96" y="265"/>
                    <a:pt x="95" y="265"/>
                  </a:cubicBezTo>
                  <a:cubicBezTo>
                    <a:pt x="95" y="265"/>
                    <a:pt x="93" y="264"/>
                    <a:pt x="92" y="264"/>
                  </a:cubicBezTo>
                  <a:cubicBezTo>
                    <a:pt x="91" y="264"/>
                    <a:pt x="90" y="263"/>
                    <a:pt x="89" y="263"/>
                  </a:cubicBezTo>
                  <a:cubicBezTo>
                    <a:pt x="88" y="263"/>
                    <a:pt x="86" y="262"/>
                    <a:pt x="85" y="262"/>
                  </a:cubicBezTo>
                  <a:cubicBezTo>
                    <a:pt x="84" y="262"/>
                    <a:pt x="83" y="262"/>
                    <a:pt x="82" y="263"/>
                  </a:cubicBezTo>
                  <a:cubicBezTo>
                    <a:pt x="81" y="263"/>
                    <a:pt x="81" y="264"/>
                    <a:pt x="80" y="265"/>
                  </a:cubicBezTo>
                  <a:cubicBezTo>
                    <a:pt x="79" y="265"/>
                    <a:pt x="78" y="264"/>
                    <a:pt x="78" y="264"/>
                  </a:cubicBezTo>
                  <a:cubicBezTo>
                    <a:pt x="78" y="264"/>
                    <a:pt x="77" y="263"/>
                    <a:pt x="77" y="262"/>
                  </a:cubicBezTo>
                  <a:cubicBezTo>
                    <a:pt x="77" y="262"/>
                    <a:pt x="76" y="261"/>
                    <a:pt x="76" y="261"/>
                  </a:cubicBezTo>
                  <a:cubicBezTo>
                    <a:pt x="75" y="260"/>
                    <a:pt x="74" y="260"/>
                    <a:pt x="74" y="259"/>
                  </a:cubicBezTo>
                  <a:cubicBezTo>
                    <a:pt x="74" y="259"/>
                    <a:pt x="73" y="258"/>
                    <a:pt x="73" y="258"/>
                  </a:cubicBezTo>
                  <a:cubicBezTo>
                    <a:pt x="74" y="258"/>
                    <a:pt x="74" y="258"/>
                    <a:pt x="75" y="258"/>
                  </a:cubicBezTo>
                  <a:cubicBezTo>
                    <a:pt x="75" y="258"/>
                    <a:pt x="75" y="259"/>
                    <a:pt x="76" y="258"/>
                  </a:cubicBezTo>
                  <a:cubicBezTo>
                    <a:pt x="76" y="258"/>
                    <a:pt x="76" y="257"/>
                    <a:pt x="76" y="257"/>
                  </a:cubicBezTo>
                  <a:cubicBezTo>
                    <a:pt x="76" y="257"/>
                    <a:pt x="74" y="256"/>
                    <a:pt x="74" y="256"/>
                  </a:cubicBezTo>
                  <a:cubicBezTo>
                    <a:pt x="73" y="256"/>
                    <a:pt x="72" y="256"/>
                    <a:pt x="72" y="255"/>
                  </a:cubicBezTo>
                  <a:cubicBezTo>
                    <a:pt x="71" y="255"/>
                    <a:pt x="70" y="254"/>
                    <a:pt x="70" y="253"/>
                  </a:cubicBezTo>
                  <a:cubicBezTo>
                    <a:pt x="70" y="253"/>
                    <a:pt x="70" y="252"/>
                    <a:pt x="69" y="251"/>
                  </a:cubicBezTo>
                  <a:cubicBezTo>
                    <a:pt x="69" y="250"/>
                    <a:pt x="69" y="248"/>
                    <a:pt x="69" y="248"/>
                  </a:cubicBezTo>
                  <a:cubicBezTo>
                    <a:pt x="68" y="246"/>
                    <a:pt x="66" y="244"/>
                    <a:pt x="65" y="243"/>
                  </a:cubicBezTo>
                  <a:cubicBezTo>
                    <a:pt x="65" y="243"/>
                    <a:pt x="64" y="241"/>
                    <a:pt x="63" y="241"/>
                  </a:cubicBezTo>
                  <a:cubicBezTo>
                    <a:pt x="62" y="241"/>
                    <a:pt x="61" y="241"/>
                    <a:pt x="61" y="241"/>
                  </a:cubicBezTo>
                  <a:cubicBezTo>
                    <a:pt x="60" y="241"/>
                    <a:pt x="61" y="240"/>
                    <a:pt x="61" y="240"/>
                  </a:cubicBezTo>
                  <a:cubicBezTo>
                    <a:pt x="61" y="239"/>
                    <a:pt x="61" y="238"/>
                    <a:pt x="62" y="237"/>
                  </a:cubicBezTo>
                  <a:cubicBezTo>
                    <a:pt x="62" y="236"/>
                    <a:pt x="63" y="233"/>
                    <a:pt x="63" y="232"/>
                  </a:cubicBezTo>
                  <a:cubicBezTo>
                    <a:pt x="63" y="231"/>
                    <a:pt x="64" y="230"/>
                    <a:pt x="64" y="229"/>
                  </a:cubicBezTo>
                  <a:cubicBezTo>
                    <a:pt x="64" y="228"/>
                    <a:pt x="64" y="227"/>
                    <a:pt x="64" y="227"/>
                  </a:cubicBezTo>
                  <a:cubicBezTo>
                    <a:pt x="64" y="226"/>
                    <a:pt x="65" y="226"/>
                    <a:pt x="65" y="226"/>
                  </a:cubicBezTo>
                  <a:cubicBezTo>
                    <a:pt x="66" y="225"/>
                    <a:pt x="67" y="225"/>
                    <a:pt x="68" y="224"/>
                  </a:cubicBezTo>
                  <a:cubicBezTo>
                    <a:pt x="69" y="224"/>
                    <a:pt x="70" y="224"/>
                    <a:pt x="71" y="225"/>
                  </a:cubicBezTo>
                  <a:cubicBezTo>
                    <a:pt x="72" y="225"/>
                    <a:pt x="72" y="225"/>
                    <a:pt x="72" y="226"/>
                  </a:cubicBezTo>
                  <a:cubicBezTo>
                    <a:pt x="72" y="226"/>
                    <a:pt x="72" y="226"/>
                    <a:pt x="72" y="227"/>
                  </a:cubicBezTo>
                  <a:cubicBezTo>
                    <a:pt x="71" y="227"/>
                    <a:pt x="71" y="228"/>
                    <a:pt x="72" y="228"/>
                  </a:cubicBezTo>
                  <a:cubicBezTo>
                    <a:pt x="72" y="228"/>
                    <a:pt x="73" y="228"/>
                    <a:pt x="74" y="228"/>
                  </a:cubicBezTo>
                  <a:cubicBezTo>
                    <a:pt x="74" y="228"/>
                    <a:pt x="75" y="229"/>
                    <a:pt x="75" y="229"/>
                  </a:cubicBezTo>
                  <a:cubicBezTo>
                    <a:pt x="75" y="229"/>
                    <a:pt x="76" y="229"/>
                    <a:pt x="77" y="229"/>
                  </a:cubicBezTo>
                  <a:cubicBezTo>
                    <a:pt x="77" y="229"/>
                    <a:pt x="76" y="228"/>
                    <a:pt x="77" y="228"/>
                  </a:cubicBezTo>
                  <a:cubicBezTo>
                    <a:pt x="77" y="228"/>
                    <a:pt x="77" y="228"/>
                    <a:pt x="77" y="228"/>
                  </a:cubicBezTo>
                  <a:cubicBezTo>
                    <a:pt x="78" y="227"/>
                    <a:pt x="77" y="226"/>
                    <a:pt x="77" y="225"/>
                  </a:cubicBezTo>
                  <a:cubicBezTo>
                    <a:pt x="77" y="225"/>
                    <a:pt x="76" y="223"/>
                    <a:pt x="76" y="223"/>
                  </a:cubicBezTo>
                  <a:cubicBezTo>
                    <a:pt x="76" y="223"/>
                    <a:pt x="75" y="222"/>
                    <a:pt x="75" y="222"/>
                  </a:cubicBezTo>
                  <a:cubicBezTo>
                    <a:pt x="75" y="222"/>
                    <a:pt x="74" y="221"/>
                    <a:pt x="74" y="221"/>
                  </a:cubicBezTo>
                  <a:cubicBezTo>
                    <a:pt x="73" y="220"/>
                    <a:pt x="72" y="220"/>
                    <a:pt x="72" y="220"/>
                  </a:cubicBezTo>
                  <a:cubicBezTo>
                    <a:pt x="72" y="220"/>
                    <a:pt x="71" y="219"/>
                    <a:pt x="70" y="219"/>
                  </a:cubicBezTo>
                  <a:cubicBezTo>
                    <a:pt x="70" y="219"/>
                    <a:pt x="68" y="219"/>
                    <a:pt x="68" y="219"/>
                  </a:cubicBezTo>
                  <a:cubicBezTo>
                    <a:pt x="67" y="219"/>
                    <a:pt x="67" y="218"/>
                    <a:pt x="66" y="218"/>
                  </a:cubicBezTo>
                  <a:cubicBezTo>
                    <a:pt x="66" y="218"/>
                    <a:pt x="65" y="218"/>
                    <a:pt x="65" y="218"/>
                  </a:cubicBezTo>
                  <a:cubicBezTo>
                    <a:pt x="64" y="217"/>
                    <a:pt x="63" y="217"/>
                    <a:pt x="62" y="216"/>
                  </a:cubicBezTo>
                  <a:cubicBezTo>
                    <a:pt x="62" y="216"/>
                    <a:pt x="61" y="214"/>
                    <a:pt x="61" y="213"/>
                  </a:cubicBezTo>
                  <a:cubicBezTo>
                    <a:pt x="61" y="212"/>
                    <a:pt x="61" y="210"/>
                    <a:pt x="61" y="209"/>
                  </a:cubicBezTo>
                  <a:cubicBezTo>
                    <a:pt x="61" y="208"/>
                    <a:pt x="62" y="205"/>
                    <a:pt x="62" y="204"/>
                  </a:cubicBezTo>
                  <a:cubicBezTo>
                    <a:pt x="62" y="203"/>
                    <a:pt x="61" y="200"/>
                    <a:pt x="61" y="198"/>
                  </a:cubicBezTo>
                  <a:cubicBezTo>
                    <a:pt x="61" y="198"/>
                    <a:pt x="60" y="196"/>
                    <a:pt x="60" y="196"/>
                  </a:cubicBezTo>
                  <a:cubicBezTo>
                    <a:pt x="61" y="195"/>
                    <a:pt x="61" y="194"/>
                    <a:pt x="62" y="193"/>
                  </a:cubicBezTo>
                  <a:cubicBezTo>
                    <a:pt x="62" y="193"/>
                    <a:pt x="62" y="191"/>
                    <a:pt x="62" y="191"/>
                  </a:cubicBezTo>
                  <a:cubicBezTo>
                    <a:pt x="62" y="190"/>
                    <a:pt x="62" y="190"/>
                    <a:pt x="63" y="189"/>
                  </a:cubicBezTo>
                  <a:cubicBezTo>
                    <a:pt x="63" y="189"/>
                    <a:pt x="64" y="189"/>
                    <a:pt x="64" y="189"/>
                  </a:cubicBezTo>
                  <a:cubicBezTo>
                    <a:pt x="65" y="189"/>
                    <a:pt x="66" y="189"/>
                    <a:pt x="66" y="189"/>
                  </a:cubicBezTo>
                  <a:cubicBezTo>
                    <a:pt x="66" y="189"/>
                    <a:pt x="67" y="188"/>
                    <a:pt x="67" y="188"/>
                  </a:cubicBezTo>
                  <a:cubicBezTo>
                    <a:pt x="68" y="188"/>
                    <a:pt x="69" y="187"/>
                    <a:pt x="69" y="187"/>
                  </a:cubicBezTo>
                  <a:cubicBezTo>
                    <a:pt x="70" y="187"/>
                    <a:pt x="71" y="188"/>
                    <a:pt x="71" y="188"/>
                  </a:cubicBezTo>
                  <a:cubicBezTo>
                    <a:pt x="72" y="188"/>
                    <a:pt x="73" y="188"/>
                    <a:pt x="74" y="188"/>
                  </a:cubicBezTo>
                  <a:cubicBezTo>
                    <a:pt x="74" y="188"/>
                    <a:pt x="75" y="188"/>
                    <a:pt x="76" y="189"/>
                  </a:cubicBezTo>
                  <a:cubicBezTo>
                    <a:pt x="76" y="189"/>
                    <a:pt x="77" y="190"/>
                    <a:pt x="77" y="190"/>
                  </a:cubicBezTo>
                  <a:cubicBezTo>
                    <a:pt x="77" y="191"/>
                    <a:pt x="77" y="192"/>
                    <a:pt x="78" y="193"/>
                  </a:cubicBezTo>
                  <a:cubicBezTo>
                    <a:pt x="78" y="193"/>
                    <a:pt x="78" y="195"/>
                    <a:pt x="78" y="195"/>
                  </a:cubicBezTo>
                  <a:cubicBezTo>
                    <a:pt x="78" y="196"/>
                    <a:pt x="79" y="196"/>
                    <a:pt x="80" y="196"/>
                  </a:cubicBezTo>
                  <a:cubicBezTo>
                    <a:pt x="80" y="197"/>
                    <a:pt x="81" y="197"/>
                    <a:pt x="81" y="198"/>
                  </a:cubicBezTo>
                  <a:cubicBezTo>
                    <a:pt x="81" y="198"/>
                    <a:pt x="80" y="200"/>
                    <a:pt x="80" y="200"/>
                  </a:cubicBezTo>
                  <a:cubicBezTo>
                    <a:pt x="80" y="201"/>
                    <a:pt x="80" y="203"/>
                    <a:pt x="80" y="203"/>
                  </a:cubicBezTo>
                  <a:cubicBezTo>
                    <a:pt x="80" y="204"/>
                    <a:pt x="80" y="206"/>
                    <a:pt x="81" y="206"/>
                  </a:cubicBezTo>
                  <a:cubicBezTo>
                    <a:pt x="81" y="207"/>
                    <a:pt x="83" y="209"/>
                    <a:pt x="84" y="210"/>
                  </a:cubicBezTo>
                  <a:cubicBezTo>
                    <a:pt x="84" y="211"/>
                    <a:pt x="86" y="212"/>
                    <a:pt x="86" y="212"/>
                  </a:cubicBezTo>
                  <a:cubicBezTo>
                    <a:pt x="87" y="212"/>
                    <a:pt x="87" y="212"/>
                    <a:pt x="88" y="211"/>
                  </a:cubicBezTo>
                  <a:cubicBezTo>
                    <a:pt x="88" y="211"/>
                    <a:pt x="87" y="211"/>
                    <a:pt x="87" y="210"/>
                  </a:cubicBezTo>
                  <a:cubicBezTo>
                    <a:pt x="87" y="210"/>
                    <a:pt x="86" y="209"/>
                    <a:pt x="86" y="208"/>
                  </a:cubicBezTo>
                  <a:cubicBezTo>
                    <a:pt x="86" y="208"/>
                    <a:pt x="86" y="207"/>
                    <a:pt x="86" y="207"/>
                  </a:cubicBezTo>
                  <a:cubicBezTo>
                    <a:pt x="86" y="206"/>
                    <a:pt x="87" y="206"/>
                    <a:pt x="87" y="206"/>
                  </a:cubicBezTo>
                  <a:cubicBezTo>
                    <a:pt x="87" y="206"/>
                    <a:pt x="88" y="206"/>
                    <a:pt x="88" y="207"/>
                  </a:cubicBezTo>
                  <a:cubicBezTo>
                    <a:pt x="88" y="207"/>
                    <a:pt x="88" y="208"/>
                    <a:pt x="88" y="208"/>
                  </a:cubicBezTo>
                  <a:cubicBezTo>
                    <a:pt x="89" y="208"/>
                    <a:pt x="89" y="208"/>
                    <a:pt x="90" y="208"/>
                  </a:cubicBezTo>
                  <a:cubicBezTo>
                    <a:pt x="90" y="208"/>
                    <a:pt x="90" y="207"/>
                    <a:pt x="90" y="206"/>
                  </a:cubicBezTo>
                  <a:cubicBezTo>
                    <a:pt x="90" y="206"/>
                    <a:pt x="90" y="205"/>
                    <a:pt x="90" y="204"/>
                  </a:cubicBezTo>
                  <a:cubicBezTo>
                    <a:pt x="89" y="204"/>
                    <a:pt x="89" y="204"/>
                    <a:pt x="88" y="204"/>
                  </a:cubicBezTo>
                  <a:cubicBezTo>
                    <a:pt x="88" y="203"/>
                    <a:pt x="88" y="203"/>
                    <a:pt x="89" y="202"/>
                  </a:cubicBezTo>
                  <a:cubicBezTo>
                    <a:pt x="89" y="202"/>
                    <a:pt x="89" y="201"/>
                    <a:pt x="89" y="201"/>
                  </a:cubicBezTo>
                  <a:cubicBezTo>
                    <a:pt x="89" y="201"/>
                    <a:pt x="90" y="200"/>
                    <a:pt x="90" y="199"/>
                  </a:cubicBezTo>
                  <a:cubicBezTo>
                    <a:pt x="90" y="198"/>
                    <a:pt x="89" y="197"/>
                    <a:pt x="89" y="196"/>
                  </a:cubicBezTo>
                  <a:cubicBezTo>
                    <a:pt x="89" y="196"/>
                    <a:pt x="89" y="195"/>
                    <a:pt x="88" y="194"/>
                  </a:cubicBezTo>
                  <a:cubicBezTo>
                    <a:pt x="88" y="194"/>
                    <a:pt x="86" y="193"/>
                    <a:pt x="85" y="192"/>
                  </a:cubicBezTo>
                  <a:cubicBezTo>
                    <a:pt x="85" y="191"/>
                    <a:pt x="84" y="190"/>
                    <a:pt x="83" y="189"/>
                  </a:cubicBezTo>
                  <a:cubicBezTo>
                    <a:pt x="83" y="188"/>
                    <a:pt x="82" y="186"/>
                    <a:pt x="82" y="185"/>
                  </a:cubicBezTo>
                  <a:cubicBezTo>
                    <a:pt x="82" y="184"/>
                    <a:pt x="82" y="182"/>
                    <a:pt x="82" y="181"/>
                  </a:cubicBezTo>
                  <a:cubicBezTo>
                    <a:pt x="82" y="181"/>
                    <a:pt x="82" y="180"/>
                    <a:pt x="83" y="179"/>
                  </a:cubicBezTo>
                  <a:cubicBezTo>
                    <a:pt x="83" y="179"/>
                    <a:pt x="84" y="178"/>
                    <a:pt x="84" y="177"/>
                  </a:cubicBezTo>
                  <a:cubicBezTo>
                    <a:pt x="84" y="177"/>
                    <a:pt x="84" y="175"/>
                    <a:pt x="84" y="175"/>
                  </a:cubicBezTo>
                  <a:cubicBezTo>
                    <a:pt x="84" y="175"/>
                    <a:pt x="85" y="175"/>
                    <a:pt x="86" y="175"/>
                  </a:cubicBezTo>
                  <a:cubicBezTo>
                    <a:pt x="86" y="175"/>
                    <a:pt x="87" y="176"/>
                    <a:pt x="87" y="176"/>
                  </a:cubicBezTo>
                  <a:cubicBezTo>
                    <a:pt x="87" y="176"/>
                    <a:pt x="88" y="176"/>
                    <a:pt x="89" y="177"/>
                  </a:cubicBezTo>
                  <a:cubicBezTo>
                    <a:pt x="89" y="177"/>
                    <a:pt x="91" y="177"/>
                    <a:pt x="92" y="177"/>
                  </a:cubicBezTo>
                  <a:cubicBezTo>
                    <a:pt x="92" y="178"/>
                    <a:pt x="93" y="179"/>
                    <a:pt x="93" y="180"/>
                  </a:cubicBezTo>
                  <a:cubicBezTo>
                    <a:pt x="93" y="181"/>
                    <a:pt x="93" y="183"/>
                    <a:pt x="94" y="184"/>
                  </a:cubicBezTo>
                  <a:cubicBezTo>
                    <a:pt x="94" y="185"/>
                    <a:pt x="94" y="187"/>
                    <a:pt x="95" y="188"/>
                  </a:cubicBezTo>
                  <a:cubicBezTo>
                    <a:pt x="95" y="189"/>
                    <a:pt x="96" y="190"/>
                    <a:pt x="97" y="190"/>
                  </a:cubicBezTo>
                  <a:cubicBezTo>
                    <a:pt x="98" y="191"/>
                    <a:pt x="100" y="192"/>
                    <a:pt x="101" y="193"/>
                  </a:cubicBezTo>
                  <a:cubicBezTo>
                    <a:pt x="101" y="193"/>
                    <a:pt x="102" y="194"/>
                    <a:pt x="103" y="194"/>
                  </a:cubicBezTo>
                  <a:cubicBezTo>
                    <a:pt x="104" y="194"/>
                    <a:pt x="105" y="194"/>
                    <a:pt x="106" y="193"/>
                  </a:cubicBezTo>
                  <a:cubicBezTo>
                    <a:pt x="106" y="193"/>
                    <a:pt x="106" y="192"/>
                    <a:pt x="106" y="192"/>
                  </a:cubicBezTo>
                  <a:cubicBezTo>
                    <a:pt x="106" y="191"/>
                    <a:pt x="106" y="190"/>
                    <a:pt x="107" y="190"/>
                  </a:cubicBezTo>
                  <a:cubicBezTo>
                    <a:pt x="107" y="190"/>
                    <a:pt x="107" y="190"/>
                    <a:pt x="108" y="190"/>
                  </a:cubicBezTo>
                  <a:cubicBezTo>
                    <a:pt x="108" y="190"/>
                    <a:pt x="108" y="189"/>
                    <a:pt x="108" y="189"/>
                  </a:cubicBezTo>
                  <a:cubicBezTo>
                    <a:pt x="108" y="188"/>
                    <a:pt x="108" y="187"/>
                    <a:pt x="109" y="187"/>
                  </a:cubicBezTo>
                  <a:cubicBezTo>
                    <a:pt x="109" y="187"/>
                    <a:pt x="109" y="186"/>
                    <a:pt x="110" y="186"/>
                  </a:cubicBezTo>
                  <a:cubicBezTo>
                    <a:pt x="110" y="185"/>
                    <a:pt x="109" y="184"/>
                    <a:pt x="110" y="183"/>
                  </a:cubicBezTo>
                  <a:cubicBezTo>
                    <a:pt x="110" y="183"/>
                    <a:pt x="110" y="182"/>
                    <a:pt x="110" y="182"/>
                  </a:cubicBezTo>
                  <a:cubicBezTo>
                    <a:pt x="111" y="181"/>
                    <a:pt x="112" y="181"/>
                    <a:pt x="112" y="181"/>
                  </a:cubicBezTo>
                  <a:cubicBezTo>
                    <a:pt x="113" y="181"/>
                    <a:pt x="114" y="182"/>
                    <a:pt x="115" y="182"/>
                  </a:cubicBezTo>
                  <a:cubicBezTo>
                    <a:pt x="116" y="183"/>
                    <a:pt x="117" y="183"/>
                    <a:pt x="117" y="184"/>
                  </a:cubicBezTo>
                  <a:cubicBezTo>
                    <a:pt x="118" y="184"/>
                    <a:pt x="119" y="186"/>
                    <a:pt x="120" y="187"/>
                  </a:cubicBezTo>
                  <a:cubicBezTo>
                    <a:pt x="120" y="188"/>
                    <a:pt x="121" y="190"/>
                    <a:pt x="122" y="191"/>
                  </a:cubicBezTo>
                  <a:cubicBezTo>
                    <a:pt x="122" y="191"/>
                    <a:pt x="123" y="192"/>
                    <a:pt x="124" y="192"/>
                  </a:cubicBezTo>
                  <a:cubicBezTo>
                    <a:pt x="124" y="193"/>
                    <a:pt x="126" y="193"/>
                    <a:pt x="127" y="193"/>
                  </a:cubicBezTo>
                  <a:cubicBezTo>
                    <a:pt x="128" y="194"/>
                    <a:pt x="130" y="195"/>
                    <a:pt x="131" y="195"/>
                  </a:cubicBezTo>
                  <a:cubicBezTo>
                    <a:pt x="132" y="195"/>
                    <a:pt x="133" y="196"/>
                    <a:pt x="133" y="196"/>
                  </a:cubicBezTo>
                  <a:cubicBezTo>
                    <a:pt x="133" y="195"/>
                    <a:pt x="133" y="194"/>
                    <a:pt x="132" y="194"/>
                  </a:cubicBezTo>
                  <a:cubicBezTo>
                    <a:pt x="132" y="193"/>
                    <a:pt x="131" y="192"/>
                    <a:pt x="131" y="192"/>
                  </a:cubicBezTo>
                  <a:cubicBezTo>
                    <a:pt x="130" y="191"/>
                    <a:pt x="128" y="191"/>
                    <a:pt x="127" y="190"/>
                  </a:cubicBezTo>
                  <a:cubicBezTo>
                    <a:pt x="126" y="190"/>
                    <a:pt x="125" y="189"/>
                    <a:pt x="124" y="188"/>
                  </a:cubicBezTo>
                  <a:cubicBezTo>
                    <a:pt x="124" y="187"/>
                    <a:pt x="123" y="185"/>
                    <a:pt x="123" y="184"/>
                  </a:cubicBezTo>
                  <a:cubicBezTo>
                    <a:pt x="123" y="183"/>
                    <a:pt x="122" y="182"/>
                    <a:pt x="121" y="182"/>
                  </a:cubicBezTo>
                  <a:cubicBezTo>
                    <a:pt x="120" y="181"/>
                    <a:pt x="118" y="181"/>
                    <a:pt x="117" y="181"/>
                  </a:cubicBezTo>
                  <a:cubicBezTo>
                    <a:pt x="116" y="180"/>
                    <a:pt x="115" y="179"/>
                    <a:pt x="115" y="179"/>
                  </a:cubicBezTo>
                  <a:cubicBezTo>
                    <a:pt x="114" y="178"/>
                    <a:pt x="114" y="177"/>
                    <a:pt x="114" y="176"/>
                  </a:cubicBezTo>
                  <a:cubicBezTo>
                    <a:pt x="114" y="176"/>
                    <a:pt x="114" y="175"/>
                    <a:pt x="114" y="175"/>
                  </a:cubicBezTo>
                  <a:cubicBezTo>
                    <a:pt x="114" y="175"/>
                    <a:pt x="115" y="176"/>
                    <a:pt x="115" y="176"/>
                  </a:cubicBezTo>
                  <a:cubicBezTo>
                    <a:pt x="116" y="176"/>
                    <a:pt x="117" y="176"/>
                    <a:pt x="117" y="176"/>
                  </a:cubicBezTo>
                  <a:cubicBezTo>
                    <a:pt x="117" y="176"/>
                    <a:pt x="117" y="175"/>
                    <a:pt x="117" y="175"/>
                  </a:cubicBezTo>
                  <a:cubicBezTo>
                    <a:pt x="117" y="175"/>
                    <a:pt x="117" y="174"/>
                    <a:pt x="118" y="173"/>
                  </a:cubicBezTo>
                  <a:cubicBezTo>
                    <a:pt x="118" y="173"/>
                    <a:pt x="118" y="173"/>
                    <a:pt x="119" y="173"/>
                  </a:cubicBezTo>
                  <a:cubicBezTo>
                    <a:pt x="119" y="173"/>
                    <a:pt x="120" y="174"/>
                    <a:pt x="120" y="174"/>
                  </a:cubicBezTo>
                  <a:cubicBezTo>
                    <a:pt x="121" y="175"/>
                    <a:pt x="121" y="176"/>
                    <a:pt x="122" y="177"/>
                  </a:cubicBezTo>
                  <a:cubicBezTo>
                    <a:pt x="122" y="178"/>
                    <a:pt x="122" y="179"/>
                    <a:pt x="123" y="180"/>
                  </a:cubicBezTo>
                  <a:cubicBezTo>
                    <a:pt x="123" y="180"/>
                    <a:pt x="125" y="181"/>
                    <a:pt x="125" y="181"/>
                  </a:cubicBezTo>
                  <a:cubicBezTo>
                    <a:pt x="126" y="181"/>
                    <a:pt x="128" y="180"/>
                    <a:pt x="129" y="180"/>
                  </a:cubicBezTo>
                  <a:cubicBezTo>
                    <a:pt x="129" y="180"/>
                    <a:pt x="131" y="180"/>
                    <a:pt x="131" y="180"/>
                  </a:cubicBezTo>
                  <a:cubicBezTo>
                    <a:pt x="132" y="180"/>
                    <a:pt x="133" y="180"/>
                    <a:pt x="133" y="180"/>
                  </a:cubicBezTo>
                  <a:cubicBezTo>
                    <a:pt x="134" y="181"/>
                    <a:pt x="135" y="181"/>
                    <a:pt x="135" y="181"/>
                  </a:cubicBezTo>
                  <a:cubicBezTo>
                    <a:pt x="136" y="182"/>
                    <a:pt x="137" y="185"/>
                    <a:pt x="138" y="186"/>
                  </a:cubicBezTo>
                  <a:cubicBezTo>
                    <a:pt x="139" y="187"/>
                    <a:pt x="141" y="188"/>
                    <a:pt x="142" y="189"/>
                  </a:cubicBezTo>
                  <a:cubicBezTo>
                    <a:pt x="143" y="189"/>
                    <a:pt x="144" y="190"/>
                    <a:pt x="145" y="190"/>
                  </a:cubicBezTo>
                  <a:cubicBezTo>
                    <a:pt x="146" y="190"/>
                    <a:pt x="146" y="190"/>
                    <a:pt x="147" y="190"/>
                  </a:cubicBezTo>
                  <a:cubicBezTo>
                    <a:pt x="147" y="191"/>
                    <a:pt x="148" y="192"/>
                    <a:pt x="148" y="193"/>
                  </a:cubicBezTo>
                  <a:cubicBezTo>
                    <a:pt x="149" y="194"/>
                    <a:pt x="149" y="196"/>
                    <a:pt x="150" y="196"/>
                  </a:cubicBezTo>
                  <a:cubicBezTo>
                    <a:pt x="150" y="197"/>
                    <a:pt x="152" y="198"/>
                    <a:pt x="152" y="199"/>
                  </a:cubicBezTo>
                  <a:cubicBezTo>
                    <a:pt x="152" y="199"/>
                    <a:pt x="153" y="201"/>
                    <a:pt x="153" y="200"/>
                  </a:cubicBezTo>
                  <a:cubicBezTo>
                    <a:pt x="154" y="200"/>
                    <a:pt x="153" y="198"/>
                    <a:pt x="153" y="198"/>
                  </a:cubicBezTo>
                  <a:cubicBezTo>
                    <a:pt x="153" y="197"/>
                    <a:pt x="152" y="196"/>
                    <a:pt x="152" y="195"/>
                  </a:cubicBezTo>
                  <a:cubicBezTo>
                    <a:pt x="152" y="195"/>
                    <a:pt x="151" y="195"/>
                    <a:pt x="151" y="194"/>
                  </a:cubicBezTo>
                  <a:cubicBezTo>
                    <a:pt x="150" y="194"/>
                    <a:pt x="151" y="193"/>
                    <a:pt x="151" y="192"/>
                  </a:cubicBezTo>
                  <a:cubicBezTo>
                    <a:pt x="150" y="192"/>
                    <a:pt x="150" y="190"/>
                    <a:pt x="149" y="190"/>
                  </a:cubicBezTo>
                  <a:cubicBezTo>
                    <a:pt x="149" y="189"/>
                    <a:pt x="146" y="188"/>
                    <a:pt x="145" y="187"/>
                  </a:cubicBezTo>
                  <a:cubicBezTo>
                    <a:pt x="144" y="187"/>
                    <a:pt x="142" y="184"/>
                    <a:pt x="141" y="183"/>
                  </a:cubicBezTo>
                  <a:cubicBezTo>
                    <a:pt x="140" y="182"/>
                    <a:pt x="138" y="180"/>
                    <a:pt x="137" y="179"/>
                  </a:cubicBezTo>
                  <a:cubicBezTo>
                    <a:pt x="137" y="179"/>
                    <a:pt x="137" y="178"/>
                    <a:pt x="137" y="177"/>
                  </a:cubicBezTo>
                  <a:cubicBezTo>
                    <a:pt x="137" y="177"/>
                    <a:pt x="138" y="176"/>
                    <a:pt x="138" y="176"/>
                  </a:cubicBezTo>
                  <a:cubicBezTo>
                    <a:pt x="138" y="176"/>
                    <a:pt x="140" y="175"/>
                    <a:pt x="140" y="175"/>
                  </a:cubicBezTo>
                  <a:cubicBezTo>
                    <a:pt x="141" y="174"/>
                    <a:pt x="141" y="174"/>
                    <a:pt x="142" y="173"/>
                  </a:cubicBezTo>
                  <a:cubicBezTo>
                    <a:pt x="142" y="173"/>
                    <a:pt x="143" y="172"/>
                    <a:pt x="143" y="172"/>
                  </a:cubicBezTo>
                  <a:cubicBezTo>
                    <a:pt x="143" y="171"/>
                    <a:pt x="143" y="170"/>
                    <a:pt x="143" y="170"/>
                  </a:cubicBezTo>
                  <a:cubicBezTo>
                    <a:pt x="143" y="169"/>
                    <a:pt x="143" y="169"/>
                    <a:pt x="142" y="169"/>
                  </a:cubicBezTo>
                  <a:cubicBezTo>
                    <a:pt x="142" y="169"/>
                    <a:pt x="142" y="170"/>
                    <a:pt x="141" y="171"/>
                  </a:cubicBezTo>
                  <a:cubicBezTo>
                    <a:pt x="141" y="171"/>
                    <a:pt x="141" y="172"/>
                    <a:pt x="141" y="172"/>
                  </a:cubicBezTo>
                  <a:cubicBezTo>
                    <a:pt x="140" y="173"/>
                    <a:pt x="139" y="173"/>
                    <a:pt x="139" y="172"/>
                  </a:cubicBezTo>
                  <a:cubicBezTo>
                    <a:pt x="139" y="172"/>
                    <a:pt x="139" y="170"/>
                    <a:pt x="139" y="170"/>
                  </a:cubicBezTo>
                  <a:cubicBezTo>
                    <a:pt x="139" y="170"/>
                    <a:pt x="138" y="169"/>
                    <a:pt x="138" y="169"/>
                  </a:cubicBezTo>
                  <a:cubicBezTo>
                    <a:pt x="137" y="169"/>
                    <a:pt x="135" y="169"/>
                    <a:pt x="134" y="169"/>
                  </a:cubicBezTo>
                  <a:cubicBezTo>
                    <a:pt x="134" y="169"/>
                    <a:pt x="133" y="168"/>
                    <a:pt x="132" y="168"/>
                  </a:cubicBezTo>
                  <a:cubicBezTo>
                    <a:pt x="131" y="167"/>
                    <a:pt x="130" y="166"/>
                    <a:pt x="129" y="165"/>
                  </a:cubicBezTo>
                  <a:cubicBezTo>
                    <a:pt x="129" y="165"/>
                    <a:pt x="127" y="165"/>
                    <a:pt x="126" y="165"/>
                  </a:cubicBezTo>
                  <a:cubicBezTo>
                    <a:pt x="126" y="165"/>
                    <a:pt x="125" y="164"/>
                    <a:pt x="125" y="164"/>
                  </a:cubicBezTo>
                  <a:cubicBezTo>
                    <a:pt x="124" y="164"/>
                    <a:pt x="124" y="162"/>
                    <a:pt x="124" y="162"/>
                  </a:cubicBezTo>
                  <a:cubicBezTo>
                    <a:pt x="124" y="161"/>
                    <a:pt x="124" y="160"/>
                    <a:pt x="124" y="160"/>
                  </a:cubicBezTo>
                  <a:cubicBezTo>
                    <a:pt x="123" y="159"/>
                    <a:pt x="122" y="159"/>
                    <a:pt x="122" y="159"/>
                  </a:cubicBezTo>
                  <a:cubicBezTo>
                    <a:pt x="122" y="159"/>
                    <a:pt x="121" y="159"/>
                    <a:pt x="120" y="159"/>
                  </a:cubicBezTo>
                  <a:cubicBezTo>
                    <a:pt x="120" y="159"/>
                    <a:pt x="120" y="159"/>
                    <a:pt x="119" y="158"/>
                  </a:cubicBezTo>
                  <a:cubicBezTo>
                    <a:pt x="119" y="158"/>
                    <a:pt x="119" y="158"/>
                    <a:pt x="119" y="158"/>
                  </a:cubicBezTo>
                  <a:cubicBezTo>
                    <a:pt x="119" y="157"/>
                    <a:pt x="119" y="157"/>
                    <a:pt x="119" y="156"/>
                  </a:cubicBezTo>
                  <a:cubicBezTo>
                    <a:pt x="119" y="156"/>
                    <a:pt x="120" y="156"/>
                    <a:pt x="120" y="155"/>
                  </a:cubicBezTo>
                  <a:cubicBezTo>
                    <a:pt x="120" y="155"/>
                    <a:pt x="119" y="154"/>
                    <a:pt x="119" y="153"/>
                  </a:cubicBezTo>
                  <a:cubicBezTo>
                    <a:pt x="118" y="153"/>
                    <a:pt x="118" y="152"/>
                    <a:pt x="117" y="152"/>
                  </a:cubicBezTo>
                  <a:cubicBezTo>
                    <a:pt x="117" y="151"/>
                    <a:pt x="116" y="151"/>
                    <a:pt x="115" y="151"/>
                  </a:cubicBezTo>
                  <a:cubicBezTo>
                    <a:pt x="115" y="151"/>
                    <a:pt x="113" y="151"/>
                    <a:pt x="112" y="151"/>
                  </a:cubicBezTo>
                  <a:cubicBezTo>
                    <a:pt x="112" y="151"/>
                    <a:pt x="111" y="150"/>
                    <a:pt x="111" y="150"/>
                  </a:cubicBezTo>
                  <a:cubicBezTo>
                    <a:pt x="111" y="150"/>
                    <a:pt x="112" y="149"/>
                    <a:pt x="112" y="148"/>
                  </a:cubicBezTo>
                  <a:cubicBezTo>
                    <a:pt x="112" y="148"/>
                    <a:pt x="112" y="147"/>
                    <a:pt x="112" y="146"/>
                  </a:cubicBezTo>
                  <a:cubicBezTo>
                    <a:pt x="112" y="146"/>
                    <a:pt x="112" y="145"/>
                    <a:pt x="112" y="145"/>
                  </a:cubicBezTo>
                  <a:cubicBezTo>
                    <a:pt x="111" y="145"/>
                    <a:pt x="110" y="145"/>
                    <a:pt x="110" y="145"/>
                  </a:cubicBezTo>
                  <a:cubicBezTo>
                    <a:pt x="110" y="144"/>
                    <a:pt x="110" y="143"/>
                    <a:pt x="109" y="143"/>
                  </a:cubicBezTo>
                  <a:cubicBezTo>
                    <a:pt x="109" y="143"/>
                    <a:pt x="108" y="142"/>
                    <a:pt x="108" y="142"/>
                  </a:cubicBezTo>
                  <a:cubicBezTo>
                    <a:pt x="107" y="141"/>
                    <a:pt x="107" y="140"/>
                    <a:pt x="107" y="140"/>
                  </a:cubicBezTo>
                  <a:cubicBezTo>
                    <a:pt x="107" y="139"/>
                    <a:pt x="109" y="139"/>
                    <a:pt x="109" y="139"/>
                  </a:cubicBezTo>
                  <a:cubicBezTo>
                    <a:pt x="109" y="138"/>
                    <a:pt x="109" y="138"/>
                    <a:pt x="109" y="137"/>
                  </a:cubicBezTo>
                  <a:cubicBezTo>
                    <a:pt x="109" y="136"/>
                    <a:pt x="109" y="135"/>
                    <a:pt x="109" y="134"/>
                  </a:cubicBezTo>
                  <a:cubicBezTo>
                    <a:pt x="110" y="134"/>
                    <a:pt x="110" y="134"/>
                    <a:pt x="111" y="134"/>
                  </a:cubicBezTo>
                  <a:cubicBezTo>
                    <a:pt x="111" y="134"/>
                    <a:pt x="112" y="134"/>
                    <a:pt x="113" y="134"/>
                  </a:cubicBezTo>
                  <a:cubicBezTo>
                    <a:pt x="113" y="134"/>
                    <a:pt x="114" y="135"/>
                    <a:pt x="114" y="135"/>
                  </a:cubicBezTo>
                  <a:cubicBezTo>
                    <a:pt x="115" y="136"/>
                    <a:pt x="116" y="137"/>
                    <a:pt x="116" y="138"/>
                  </a:cubicBezTo>
                  <a:cubicBezTo>
                    <a:pt x="117" y="139"/>
                    <a:pt x="117" y="141"/>
                    <a:pt x="118" y="142"/>
                  </a:cubicBezTo>
                  <a:cubicBezTo>
                    <a:pt x="118" y="142"/>
                    <a:pt x="118" y="143"/>
                    <a:pt x="119" y="144"/>
                  </a:cubicBezTo>
                  <a:cubicBezTo>
                    <a:pt x="119" y="145"/>
                    <a:pt x="119" y="146"/>
                    <a:pt x="120" y="146"/>
                  </a:cubicBezTo>
                  <a:cubicBezTo>
                    <a:pt x="120" y="146"/>
                    <a:pt x="120" y="146"/>
                    <a:pt x="120" y="145"/>
                  </a:cubicBezTo>
                  <a:cubicBezTo>
                    <a:pt x="120" y="145"/>
                    <a:pt x="120" y="143"/>
                    <a:pt x="120" y="143"/>
                  </a:cubicBezTo>
                  <a:cubicBezTo>
                    <a:pt x="120" y="142"/>
                    <a:pt x="120" y="142"/>
                    <a:pt x="120" y="141"/>
                  </a:cubicBezTo>
                  <a:cubicBezTo>
                    <a:pt x="120" y="141"/>
                    <a:pt x="120" y="140"/>
                    <a:pt x="121" y="140"/>
                  </a:cubicBezTo>
                  <a:cubicBezTo>
                    <a:pt x="121" y="140"/>
                    <a:pt x="122" y="140"/>
                    <a:pt x="122" y="141"/>
                  </a:cubicBezTo>
                  <a:cubicBezTo>
                    <a:pt x="123" y="141"/>
                    <a:pt x="123" y="141"/>
                    <a:pt x="123" y="142"/>
                  </a:cubicBezTo>
                  <a:cubicBezTo>
                    <a:pt x="124" y="142"/>
                    <a:pt x="124" y="143"/>
                    <a:pt x="124" y="143"/>
                  </a:cubicBezTo>
                  <a:cubicBezTo>
                    <a:pt x="124" y="144"/>
                    <a:pt x="125" y="144"/>
                    <a:pt x="125" y="144"/>
                  </a:cubicBezTo>
                  <a:cubicBezTo>
                    <a:pt x="125" y="144"/>
                    <a:pt x="125" y="144"/>
                    <a:pt x="126" y="144"/>
                  </a:cubicBezTo>
                  <a:cubicBezTo>
                    <a:pt x="126" y="144"/>
                    <a:pt x="126" y="143"/>
                    <a:pt x="127" y="143"/>
                  </a:cubicBezTo>
                  <a:cubicBezTo>
                    <a:pt x="127" y="142"/>
                    <a:pt x="128" y="141"/>
                    <a:pt x="128" y="141"/>
                  </a:cubicBezTo>
                  <a:cubicBezTo>
                    <a:pt x="129" y="140"/>
                    <a:pt x="129" y="139"/>
                    <a:pt x="130" y="138"/>
                  </a:cubicBezTo>
                  <a:cubicBezTo>
                    <a:pt x="130" y="138"/>
                    <a:pt x="131" y="137"/>
                    <a:pt x="131" y="136"/>
                  </a:cubicBezTo>
                  <a:cubicBezTo>
                    <a:pt x="131" y="136"/>
                    <a:pt x="131" y="134"/>
                    <a:pt x="131" y="134"/>
                  </a:cubicBezTo>
                  <a:cubicBezTo>
                    <a:pt x="131" y="134"/>
                    <a:pt x="129" y="133"/>
                    <a:pt x="129" y="133"/>
                  </a:cubicBezTo>
                  <a:cubicBezTo>
                    <a:pt x="129" y="133"/>
                    <a:pt x="128" y="132"/>
                    <a:pt x="128" y="131"/>
                  </a:cubicBezTo>
                  <a:cubicBezTo>
                    <a:pt x="128" y="131"/>
                    <a:pt x="127" y="130"/>
                    <a:pt x="127" y="129"/>
                  </a:cubicBezTo>
                  <a:cubicBezTo>
                    <a:pt x="127" y="129"/>
                    <a:pt x="128" y="129"/>
                    <a:pt x="128" y="129"/>
                  </a:cubicBezTo>
                  <a:cubicBezTo>
                    <a:pt x="128" y="129"/>
                    <a:pt x="129" y="130"/>
                    <a:pt x="129" y="130"/>
                  </a:cubicBezTo>
                  <a:cubicBezTo>
                    <a:pt x="129" y="130"/>
                    <a:pt x="130" y="129"/>
                    <a:pt x="130" y="129"/>
                  </a:cubicBezTo>
                  <a:cubicBezTo>
                    <a:pt x="130" y="129"/>
                    <a:pt x="130" y="128"/>
                    <a:pt x="130" y="128"/>
                  </a:cubicBezTo>
                  <a:cubicBezTo>
                    <a:pt x="130" y="128"/>
                    <a:pt x="129" y="128"/>
                    <a:pt x="128" y="128"/>
                  </a:cubicBezTo>
                  <a:cubicBezTo>
                    <a:pt x="128" y="128"/>
                    <a:pt x="127" y="127"/>
                    <a:pt x="127" y="127"/>
                  </a:cubicBezTo>
                  <a:cubicBezTo>
                    <a:pt x="127" y="127"/>
                    <a:pt x="127" y="126"/>
                    <a:pt x="127" y="126"/>
                  </a:cubicBezTo>
                  <a:cubicBezTo>
                    <a:pt x="127" y="126"/>
                    <a:pt x="128" y="126"/>
                    <a:pt x="128" y="126"/>
                  </a:cubicBezTo>
                  <a:cubicBezTo>
                    <a:pt x="129" y="126"/>
                    <a:pt x="130" y="126"/>
                    <a:pt x="130" y="126"/>
                  </a:cubicBezTo>
                  <a:cubicBezTo>
                    <a:pt x="130" y="126"/>
                    <a:pt x="131" y="126"/>
                    <a:pt x="132" y="126"/>
                  </a:cubicBezTo>
                  <a:cubicBezTo>
                    <a:pt x="132" y="126"/>
                    <a:pt x="132" y="125"/>
                    <a:pt x="132" y="125"/>
                  </a:cubicBezTo>
                  <a:cubicBezTo>
                    <a:pt x="132" y="124"/>
                    <a:pt x="132" y="124"/>
                    <a:pt x="132" y="123"/>
                  </a:cubicBezTo>
                  <a:cubicBezTo>
                    <a:pt x="132" y="123"/>
                    <a:pt x="131" y="123"/>
                    <a:pt x="131" y="123"/>
                  </a:cubicBezTo>
                  <a:cubicBezTo>
                    <a:pt x="131" y="123"/>
                    <a:pt x="130" y="124"/>
                    <a:pt x="130" y="124"/>
                  </a:cubicBezTo>
                  <a:cubicBezTo>
                    <a:pt x="129" y="124"/>
                    <a:pt x="129" y="123"/>
                    <a:pt x="128" y="123"/>
                  </a:cubicBezTo>
                  <a:cubicBezTo>
                    <a:pt x="128" y="123"/>
                    <a:pt x="126" y="122"/>
                    <a:pt x="126" y="122"/>
                  </a:cubicBezTo>
                  <a:cubicBezTo>
                    <a:pt x="126" y="121"/>
                    <a:pt x="127" y="121"/>
                    <a:pt x="127" y="121"/>
                  </a:cubicBezTo>
                  <a:cubicBezTo>
                    <a:pt x="128" y="120"/>
                    <a:pt x="128" y="120"/>
                    <a:pt x="129" y="119"/>
                  </a:cubicBezTo>
                  <a:cubicBezTo>
                    <a:pt x="129" y="119"/>
                    <a:pt x="131" y="120"/>
                    <a:pt x="131" y="119"/>
                  </a:cubicBezTo>
                  <a:cubicBezTo>
                    <a:pt x="132" y="119"/>
                    <a:pt x="132" y="118"/>
                    <a:pt x="131" y="118"/>
                  </a:cubicBezTo>
                  <a:cubicBezTo>
                    <a:pt x="131" y="118"/>
                    <a:pt x="131" y="117"/>
                    <a:pt x="130" y="117"/>
                  </a:cubicBezTo>
                  <a:cubicBezTo>
                    <a:pt x="130" y="117"/>
                    <a:pt x="129" y="117"/>
                    <a:pt x="129" y="117"/>
                  </a:cubicBezTo>
                  <a:cubicBezTo>
                    <a:pt x="128" y="118"/>
                    <a:pt x="128" y="119"/>
                    <a:pt x="128" y="119"/>
                  </a:cubicBezTo>
                  <a:cubicBezTo>
                    <a:pt x="127" y="119"/>
                    <a:pt x="126" y="119"/>
                    <a:pt x="126" y="119"/>
                  </a:cubicBezTo>
                  <a:cubicBezTo>
                    <a:pt x="126" y="119"/>
                    <a:pt x="125" y="119"/>
                    <a:pt x="125" y="119"/>
                  </a:cubicBezTo>
                  <a:cubicBezTo>
                    <a:pt x="125" y="118"/>
                    <a:pt x="126" y="118"/>
                    <a:pt x="126" y="117"/>
                  </a:cubicBezTo>
                  <a:cubicBezTo>
                    <a:pt x="126" y="117"/>
                    <a:pt x="126" y="116"/>
                    <a:pt x="126" y="116"/>
                  </a:cubicBezTo>
                  <a:cubicBezTo>
                    <a:pt x="126" y="115"/>
                    <a:pt x="125" y="115"/>
                    <a:pt x="125" y="115"/>
                  </a:cubicBezTo>
                  <a:cubicBezTo>
                    <a:pt x="125" y="115"/>
                    <a:pt x="124" y="115"/>
                    <a:pt x="124" y="115"/>
                  </a:cubicBezTo>
                  <a:cubicBezTo>
                    <a:pt x="123" y="115"/>
                    <a:pt x="123" y="115"/>
                    <a:pt x="123" y="114"/>
                  </a:cubicBezTo>
                  <a:cubicBezTo>
                    <a:pt x="123" y="114"/>
                    <a:pt x="122" y="113"/>
                    <a:pt x="122" y="113"/>
                  </a:cubicBezTo>
                  <a:cubicBezTo>
                    <a:pt x="122" y="113"/>
                    <a:pt x="122" y="112"/>
                    <a:pt x="122" y="111"/>
                  </a:cubicBezTo>
                  <a:cubicBezTo>
                    <a:pt x="122" y="111"/>
                    <a:pt x="121" y="111"/>
                    <a:pt x="121" y="111"/>
                  </a:cubicBezTo>
                  <a:cubicBezTo>
                    <a:pt x="121" y="111"/>
                    <a:pt x="121" y="110"/>
                    <a:pt x="121" y="110"/>
                  </a:cubicBezTo>
                  <a:cubicBezTo>
                    <a:pt x="120" y="109"/>
                    <a:pt x="120" y="107"/>
                    <a:pt x="120" y="107"/>
                  </a:cubicBezTo>
                  <a:cubicBezTo>
                    <a:pt x="119" y="106"/>
                    <a:pt x="118" y="104"/>
                    <a:pt x="117" y="103"/>
                  </a:cubicBezTo>
                  <a:cubicBezTo>
                    <a:pt x="117" y="103"/>
                    <a:pt x="115" y="103"/>
                    <a:pt x="115" y="103"/>
                  </a:cubicBezTo>
                  <a:cubicBezTo>
                    <a:pt x="114" y="102"/>
                    <a:pt x="115" y="101"/>
                    <a:pt x="115" y="100"/>
                  </a:cubicBezTo>
                  <a:cubicBezTo>
                    <a:pt x="115" y="99"/>
                    <a:pt x="116" y="99"/>
                    <a:pt x="116" y="98"/>
                  </a:cubicBezTo>
                  <a:cubicBezTo>
                    <a:pt x="117" y="98"/>
                    <a:pt x="117" y="97"/>
                    <a:pt x="117" y="96"/>
                  </a:cubicBezTo>
                  <a:cubicBezTo>
                    <a:pt x="117" y="96"/>
                    <a:pt x="118" y="95"/>
                    <a:pt x="118" y="95"/>
                  </a:cubicBezTo>
                  <a:cubicBezTo>
                    <a:pt x="118" y="95"/>
                    <a:pt x="119" y="96"/>
                    <a:pt x="119" y="96"/>
                  </a:cubicBezTo>
                  <a:cubicBezTo>
                    <a:pt x="119" y="97"/>
                    <a:pt x="119" y="98"/>
                    <a:pt x="119" y="98"/>
                  </a:cubicBezTo>
                  <a:cubicBezTo>
                    <a:pt x="119" y="98"/>
                    <a:pt x="119" y="99"/>
                    <a:pt x="119" y="99"/>
                  </a:cubicBezTo>
                  <a:cubicBezTo>
                    <a:pt x="120" y="99"/>
                    <a:pt x="121" y="98"/>
                    <a:pt x="121" y="98"/>
                  </a:cubicBezTo>
                  <a:cubicBezTo>
                    <a:pt x="121" y="98"/>
                    <a:pt x="122" y="99"/>
                    <a:pt x="122" y="99"/>
                  </a:cubicBezTo>
                  <a:cubicBezTo>
                    <a:pt x="122" y="99"/>
                    <a:pt x="122" y="100"/>
                    <a:pt x="123" y="101"/>
                  </a:cubicBezTo>
                  <a:cubicBezTo>
                    <a:pt x="123" y="101"/>
                    <a:pt x="124" y="101"/>
                    <a:pt x="124" y="102"/>
                  </a:cubicBezTo>
                  <a:cubicBezTo>
                    <a:pt x="124" y="102"/>
                    <a:pt x="124" y="103"/>
                    <a:pt x="124" y="103"/>
                  </a:cubicBezTo>
                  <a:cubicBezTo>
                    <a:pt x="125" y="104"/>
                    <a:pt x="125" y="105"/>
                    <a:pt x="126" y="105"/>
                  </a:cubicBezTo>
                  <a:cubicBezTo>
                    <a:pt x="126" y="105"/>
                    <a:pt x="127" y="105"/>
                    <a:pt x="127" y="105"/>
                  </a:cubicBezTo>
                  <a:cubicBezTo>
                    <a:pt x="128" y="105"/>
                    <a:pt x="128" y="104"/>
                    <a:pt x="128" y="103"/>
                  </a:cubicBezTo>
                  <a:cubicBezTo>
                    <a:pt x="128" y="103"/>
                    <a:pt x="129" y="101"/>
                    <a:pt x="129" y="101"/>
                  </a:cubicBezTo>
                  <a:cubicBezTo>
                    <a:pt x="130" y="100"/>
                    <a:pt x="132" y="101"/>
                    <a:pt x="133" y="101"/>
                  </a:cubicBezTo>
                  <a:cubicBezTo>
                    <a:pt x="133" y="101"/>
                    <a:pt x="134" y="100"/>
                    <a:pt x="135" y="100"/>
                  </a:cubicBezTo>
                  <a:cubicBezTo>
                    <a:pt x="135" y="100"/>
                    <a:pt x="136" y="98"/>
                    <a:pt x="137" y="98"/>
                  </a:cubicBezTo>
                  <a:cubicBezTo>
                    <a:pt x="137" y="98"/>
                    <a:pt x="137" y="98"/>
                    <a:pt x="137" y="98"/>
                  </a:cubicBezTo>
                  <a:cubicBezTo>
                    <a:pt x="138" y="98"/>
                    <a:pt x="138" y="99"/>
                    <a:pt x="138" y="100"/>
                  </a:cubicBezTo>
                  <a:cubicBezTo>
                    <a:pt x="138" y="100"/>
                    <a:pt x="138" y="100"/>
                    <a:pt x="139" y="101"/>
                  </a:cubicBezTo>
                  <a:cubicBezTo>
                    <a:pt x="139" y="101"/>
                    <a:pt x="140" y="101"/>
                    <a:pt x="140" y="100"/>
                  </a:cubicBezTo>
                  <a:cubicBezTo>
                    <a:pt x="140" y="100"/>
                    <a:pt x="140" y="99"/>
                    <a:pt x="140" y="99"/>
                  </a:cubicBezTo>
                  <a:cubicBezTo>
                    <a:pt x="140" y="99"/>
                    <a:pt x="141" y="99"/>
                    <a:pt x="141" y="100"/>
                  </a:cubicBezTo>
                  <a:cubicBezTo>
                    <a:pt x="142" y="100"/>
                    <a:pt x="142" y="102"/>
                    <a:pt x="142" y="102"/>
                  </a:cubicBezTo>
                  <a:cubicBezTo>
                    <a:pt x="142" y="103"/>
                    <a:pt x="142" y="104"/>
                    <a:pt x="143" y="104"/>
                  </a:cubicBezTo>
                  <a:cubicBezTo>
                    <a:pt x="143" y="104"/>
                    <a:pt x="144" y="103"/>
                    <a:pt x="144" y="102"/>
                  </a:cubicBezTo>
                  <a:cubicBezTo>
                    <a:pt x="144" y="102"/>
                    <a:pt x="144" y="101"/>
                    <a:pt x="144" y="100"/>
                  </a:cubicBezTo>
                  <a:cubicBezTo>
                    <a:pt x="144" y="100"/>
                    <a:pt x="145" y="99"/>
                    <a:pt x="145" y="99"/>
                  </a:cubicBezTo>
                  <a:cubicBezTo>
                    <a:pt x="145" y="99"/>
                    <a:pt x="146" y="100"/>
                    <a:pt x="146" y="100"/>
                  </a:cubicBezTo>
                  <a:cubicBezTo>
                    <a:pt x="146" y="99"/>
                    <a:pt x="147" y="98"/>
                    <a:pt x="147" y="98"/>
                  </a:cubicBezTo>
                  <a:cubicBezTo>
                    <a:pt x="147" y="98"/>
                    <a:pt x="148" y="98"/>
                    <a:pt x="148" y="98"/>
                  </a:cubicBezTo>
                  <a:cubicBezTo>
                    <a:pt x="149" y="99"/>
                    <a:pt x="149" y="100"/>
                    <a:pt x="149" y="100"/>
                  </a:cubicBezTo>
                  <a:cubicBezTo>
                    <a:pt x="149" y="100"/>
                    <a:pt x="150" y="100"/>
                    <a:pt x="150" y="100"/>
                  </a:cubicBezTo>
                  <a:cubicBezTo>
                    <a:pt x="151" y="100"/>
                    <a:pt x="150" y="99"/>
                    <a:pt x="150" y="98"/>
                  </a:cubicBezTo>
                  <a:cubicBezTo>
                    <a:pt x="150" y="98"/>
                    <a:pt x="150" y="97"/>
                    <a:pt x="150" y="96"/>
                  </a:cubicBezTo>
                  <a:cubicBezTo>
                    <a:pt x="150" y="96"/>
                    <a:pt x="151" y="95"/>
                    <a:pt x="151" y="95"/>
                  </a:cubicBezTo>
                  <a:cubicBezTo>
                    <a:pt x="151" y="96"/>
                    <a:pt x="152" y="96"/>
                    <a:pt x="152" y="96"/>
                  </a:cubicBezTo>
                  <a:cubicBezTo>
                    <a:pt x="152" y="97"/>
                    <a:pt x="153" y="98"/>
                    <a:pt x="153" y="98"/>
                  </a:cubicBezTo>
                  <a:cubicBezTo>
                    <a:pt x="153" y="99"/>
                    <a:pt x="154" y="100"/>
                    <a:pt x="155" y="100"/>
                  </a:cubicBezTo>
                  <a:cubicBezTo>
                    <a:pt x="155" y="101"/>
                    <a:pt x="157" y="101"/>
                    <a:pt x="158" y="101"/>
                  </a:cubicBezTo>
                  <a:cubicBezTo>
                    <a:pt x="159" y="101"/>
                    <a:pt x="160" y="102"/>
                    <a:pt x="160" y="101"/>
                  </a:cubicBezTo>
                  <a:cubicBezTo>
                    <a:pt x="160" y="101"/>
                    <a:pt x="161" y="101"/>
                    <a:pt x="161" y="101"/>
                  </a:cubicBezTo>
                  <a:cubicBezTo>
                    <a:pt x="162" y="101"/>
                    <a:pt x="163" y="101"/>
                    <a:pt x="163" y="101"/>
                  </a:cubicBezTo>
                  <a:cubicBezTo>
                    <a:pt x="164" y="101"/>
                    <a:pt x="164" y="102"/>
                    <a:pt x="164" y="103"/>
                  </a:cubicBezTo>
                  <a:cubicBezTo>
                    <a:pt x="164" y="103"/>
                    <a:pt x="166" y="105"/>
                    <a:pt x="166" y="105"/>
                  </a:cubicBezTo>
                  <a:cubicBezTo>
                    <a:pt x="166" y="105"/>
                    <a:pt x="168" y="107"/>
                    <a:pt x="169" y="107"/>
                  </a:cubicBezTo>
                  <a:cubicBezTo>
                    <a:pt x="170" y="108"/>
                    <a:pt x="170" y="109"/>
                    <a:pt x="171" y="109"/>
                  </a:cubicBezTo>
                  <a:cubicBezTo>
                    <a:pt x="171" y="108"/>
                    <a:pt x="171" y="107"/>
                    <a:pt x="171" y="106"/>
                  </a:cubicBezTo>
                  <a:cubicBezTo>
                    <a:pt x="171" y="106"/>
                    <a:pt x="170" y="104"/>
                    <a:pt x="169" y="104"/>
                  </a:cubicBezTo>
                  <a:cubicBezTo>
                    <a:pt x="169" y="103"/>
                    <a:pt x="168" y="102"/>
                    <a:pt x="168" y="102"/>
                  </a:cubicBezTo>
                  <a:cubicBezTo>
                    <a:pt x="167" y="102"/>
                    <a:pt x="166" y="101"/>
                    <a:pt x="166" y="101"/>
                  </a:cubicBezTo>
                  <a:cubicBezTo>
                    <a:pt x="167" y="100"/>
                    <a:pt x="168" y="100"/>
                    <a:pt x="169" y="100"/>
                  </a:cubicBezTo>
                  <a:cubicBezTo>
                    <a:pt x="169" y="100"/>
                    <a:pt x="170" y="100"/>
                    <a:pt x="170" y="100"/>
                  </a:cubicBezTo>
                  <a:cubicBezTo>
                    <a:pt x="171" y="100"/>
                    <a:pt x="172" y="100"/>
                    <a:pt x="173" y="99"/>
                  </a:cubicBezTo>
                  <a:cubicBezTo>
                    <a:pt x="173" y="99"/>
                    <a:pt x="173" y="98"/>
                    <a:pt x="173" y="98"/>
                  </a:cubicBezTo>
                  <a:cubicBezTo>
                    <a:pt x="172" y="97"/>
                    <a:pt x="170" y="98"/>
                    <a:pt x="169" y="98"/>
                  </a:cubicBezTo>
                  <a:cubicBezTo>
                    <a:pt x="168" y="98"/>
                    <a:pt x="167" y="98"/>
                    <a:pt x="166" y="98"/>
                  </a:cubicBezTo>
                  <a:cubicBezTo>
                    <a:pt x="165" y="98"/>
                    <a:pt x="164" y="98"/>
                    <a:pt x="163" y="98"/>
                  </a:cubicBezTo>
                  <a:cubicBezTo>
                    <a:pt x="162" y="98"/>
                    <a:pt x="160" y="99"/>
                    <a:pt x="159" y="99"/>
                  </a:cubicBezTo>
                  <a:cubicBezTo>
                    <a:pt x="158" y="99"/>
                    <a:pt x="157" y="97"/>
                    <a:pt x="156" y="97"/>
                  </a:cubicBezTo>
                  <a:cubicBezTo>
                    <a:pt x="156" y="96"/>
                    <a:pt x="154" y="96"/>
                    <a:pt x="154" y="95"/>
                  </a:cubicBezTo>
                  <a:cubicBezTo>
                    <a:pt x="153" y="94"/>
                    <a:pt x="152" y="92"/>
                    <a:pt x="151" y="92"/>
                  </a:cubicBezTo>
                  <a:cubicBezTo>
                    <a:pt x="151" y="91"/>
                    <a:pt x="149" y="90"/>
                    <a:pt x="149" y="90"/>
                  </a:cubicBezTo>
                  <a:cubicBezTo>
                    <a:pt x="149" y="90"/>
                    <a:pt x="148" y="89"/>
                    <a:pt x="148" y="88"/>
                  </a:cubicBezTo>
                  <a:cubicBezTo>
                    <a:pt x="148" y="88"/>
                    <a:pt x="148" y="87"/>
                    <a:pt x="148" y="87"/>
                  </a:cubicBezTo>
                  <a:cubicBezTo>
                    <a:pt x="148" y="86"/>
                    <a:pt x="149" y="86"/>
                    <a:pt x="149" y="85"/>
                  </a:cubicBezTo>
                  <a:cubicBezTo>
                    <a:pt x="149" y="85"/>
                    <a:pt x="149" y="84"/>
                    <a:pt x="149" y="84"/>
                  </a:cubicBezTo>
                  <a:cubicBezTo>
                    <a:pt x="149" y="84"/>
                    <a:pt x="148" y="84"/>
                    <a:pt x="148" y="84"/>
                  </a:cubicBezTo>
                  <a:cubicBezTo>
                    <a:pt x="147" y="84"/>
                    <a:pt x="147" y="85"/>
                    <a:pt x="147" y="85"/>
                  </a:cubicBezTo>
                  <a:cubicBezTo>
                    <a:pt x="146" y="85"/>
                    <a:pt x="146" y="84"/>
                    <a:pt x="146" y="84"/>
                  </a:cubicBezTo>
                  <a:cubicBezTo>
                    <a:pt x="146" y="83"/>
                    <a:pt x="146" y="82"/>
                    <a:pt x="146" y="82"/>
                  </a:cubicBezTo>
                  <a:cubicBezTo>
                    <a:pt x="146" y="82"/>
                    <a:pt x="146" y="82"/>
                    <a:pt x="146" y="82"/>
                  </a:cubicBezTo>
                  <a:cubicBezTo>
                    <a:pt x="145" y="81"/>
                    <a:pt x="144" y="81"/>
                    <a:pt x="144" y="81"/>
                  </a:cubicBezTo>
                  <a:cubicBezTo>
                    <a:pt x="144" y="80"/>
                    <a:pt x="146" y="80"/>
                    <a:pt x="145" y="79"/>
                  </a:cubicBezTo>
                  <a:cubicBezTo>
                    <a:pt x="145" y="79"/>
                    <a:pt x="144" y="78"/>
                    <a:pt x="144" y="78"/>
                  </a:cubicBezTo>
                  <a:cubicBezTo>
                    <a:pt x="143" y="78"/>
                    <a:pt x="143" y="78"/>
                    <a:pt x="142" y="78"/>
                  </a:cubicBezTo>
                  <a:cubicBezTo>
                    <a:pt x="142" y="77"/>
                    <a:pt x="143" y="77"/>
                    <a:pt x="143" y="77"/>
                  </a:cubicBezTo>
                  <a:cubicBezTo>
                    <a:pt x="143" y="76"/>
                    <a:pt x="144" y="76"/>
                    <a:pt x="144" y="76"/>
                  </a:cubicBezTo>
                  <a:cubicBezTo>
                    <a:pt x="145" y="75"/>
                    <a:pt x="145" y="75"/>
                    <a:pt x="145" y="74"/>
                  </a:cubicBezTo>
                  <a:cubicBezTo>
                    <a:pt x="145" y="74"/>
                    <a:pt x="145" y="73"/>
                    <a:pt x="145" y="72"/>
                  </a:cubicBezTo>
                  <a:cubicBezTo>
                    <a:pt x="145" y="72"/>
                    <a:pt x="146" y="70"/>
                    <a:pt x="146" y="70"/>
                  </a:cubicBezTo>
                  <a:cubicBezTo>
                    <a:pt x="146" y="69"/>
                    <a:pt x="148" y="69"/>
                    <a:pt x="148" y="69"/>
                  </a:cubicBezTo>
                  <a:cubicBezTo>
                    <a:pt x="148" y="68"/>
                    <a:pt x="148" y="67"/>
                    <a:pt x="148" y="67"/>
                  </a:cubicBezTo>
                  <a:cubicBezTo>
                    <a:pt x="148" y="66"/>
                    <a:pt x="148" y="65"/>
                    <a:pt x="147" y="65"/>
                  </a:cubicBezTo>
                  <a:cubicBezTo>
                    <a:pt x="147" y="64"/>
                    <a:pt x="147" y="63"/>
                    <a:pt x="148" y="63"/>
                  </a:cubicBezTo>
                  <a:cubicBezTo>
                    <a:pt x="148" y="62"/>
                    <a:pt x="149" y="62"/>
                    <a:pt x="149" y="62"/>
                  </a:cubicBezTo>
                  <a:cubicBezTo>
                    <a:pt x="150" y="62"/>
                    <a:pt x="150" y="63"/>
                    <a:pt x="150" y="64"/>
                  </a:cubicBezTo>
                  <a:cubicBezTo>
                    <a:pt x="151" y="64"/>
                    <a:pt x="151" y="65"/>
                    <a:pt x="151" y="66"/>
                  </a:cubicBezTo>
                  <a:cubicBezTo>
                    <a:pt x="152" y="66"/>
                    <a:pt x="153" y="67"/>
                    <a:pt x="154" y="67"/>
                  </a:cubicBezTo>
                  <a:cubicBezTo>
                    <a:pt x="154" y="67"/>
                    <a:pt x="155" y="67"/>
                    <a:pt x="156" y="67"/>
                  </a:cubicBezTo>
                  <a:cubicBezTo>
                    <a:pt x="156" y="67"/>
                    <a:pt x="157" y="67"/>
                    <a:pt x="157" y="68"/>
                  </a:cubicBezTo>
                  <a:cubicBezTo>
                    <a:pt x="158" y="68"/>
                    <a:pt x="157" y="69"/>
                    <a:pt x="158" y="69"/>
                  </a:cubicBezTo>
                  <a:cubicBezTo>
                    <a:pt x="158" y="70"/>
                    <a:pt x="159" y="70"/>
                    <a:pt x="159" y="70"/>
                  </a:cubicBezTo>
                  <a:cubicBezTo>
                    <a:pt x="159" y="70"/>
                    <a:pt x="160" y="70"/>
                    <a:pt x="160" y="70"/>
                  </a:cubicBezTo>
                  <a:cubicBezTo>
                    <a:pt x="161" y="70"/>
                    <a:pt x="161" y="71"/>
                    <a:pt x="162" y="71"/>
                  </a:cubicBezTo>
                  <a:cubicBezTo>
                    <a:pt x="162" y="71"/>
                    <a:pt x="162" y="69"/>
                    <a:pt x="162" y="69"/>
                  </a:cubicBezTo>
                  <a:cubicBezTo>
                    <a:pt x="161" y="68"/>
                    <a:pt x="161" y="68"/>
                    <a:pt x="161" y="67"/>
                  </a:cubicBezTo>
                  <a:cubicBezTo>
                    <a:pt x="160" y="67"/>
                    <a:pt x="159" y="67"/>
                    <a:pt x="159" y="66"/>
                  </a:cubicBezTo>
                  <a:cubicBezTo>
                    <a:pt x="159" y="66"/>
                    <a:pt x="159" y="65"/>
                    <a:pt x="159" y="64"/>
                  </a:cubicBezTo>
                  <a:cubicBezTo>
                    <a:pt x="159" y="64"/>
                    <a:pt x="159" y="63"/>
                    <a:pt x="159" y="62"/>
                  </a:cubicBezTo>
                  <a:cubicBezTo>
                    <a:pt x="159" y="62"/>
                    <a:pt x="159" y="62"/>
                    <a:pt x="158" y="62"/>
                  </a:cubicBezTo>
                  <a:cubicBezTo>
                    <a:pt x="158" y="62"/>
                    <a:pt x="158" y="63"/>
                    <a:pt x="157" y="64"/>
                  </a:cubicBezTo>
                  <a:cubicBezTo>
                    <a:pt x="157" y="64"/>
                    <a:pt x="156" y="65"/>
                    <a:pt x="155" y="65"/>
                  </a:cubicBezTo>
                  <a:cubicBezTo>
                    <a:pt x="155" y="65"/>
                    <a:pt x="154" y="64"/>
                    <a:pt x="154" y="64"/>
                  </a:cubicBezTo>
                  <a:cubicBezTo>
                    <a:pt x="153" y="64"/>
                    <a:pt x="153" y="63"/>
                    <a:pt x="153" y="62"/>
                  </a:cubicBezTo>
                  <a:cubicBezTo>
                    <a:pt x="153" y="62"/>
                    <a:pt x="154" y="62"/>
                    <a:pt x="154" y="62"/>
                  </a:cubicBezTo>
                  <a:cubicBezTo>
                    <a:pt x="154" y="62"/>
                    <a:pt x="155" y="62"/>
                    <a:pt x="155" y="62"/>
                  </a:cubicBezTo>
                  <a:cubicBezTo>
                    <a:pt x="155" y="62"/>
                    <a:pt x="155" y="61"/>
                    <a:pt x="155" y="61"/>
                  </a:cubicBezTo>
                  <a:cubicBezTo>
                    <a:pt x="155" y="61"/>
                    <a:pt x="154" y="61"/>
                    <a:pt x="154" y="60"/>
                  </a:cubicBezTo>
                  <a:cubicBezTo>
                    <a:pt x="153" y="60"/>
                    <a:pt x="153" y="59"/>
                    <a:pt x="153" y="58"/>
                  </a:cubicBezTo>
                  <a:cubicBezTo>
                    <a:pt x="153" y="58"/>
                    <a:pt x="154" y="57"/>
                    <a:pt x="154" y="57"/>
                  </a:cubicBezTo>
                  <a:cubicBezTo>
                    <a:pt x="154" y="57"/>
                    <a:pt x="155" y="57"/>
                    <a:pt x="156" y="57"/>
                  </a:cubicBezTo>
                  <a:cubicBezTo>
                    <a:pt x="156" y="57"/>
                    <a:pt x="156" y="56"/>
                    <a:pt x="156" y="56"/>
                  </a:cubicBezTo>
                  <a:cubicBezTo>
                    <a:pt x="156" y="55"/>
                    <a:pt x="155" y="55"/>
                    <a:pt x="155" y="55"/>
                  </a:cubicBezTo>
                  <a:cubicBezTo>
                    <a:pt x="155" y="54"/>
                    <a:pt x="156" y="54"/>
                    <a:pt x="157" y="54"/>
                  </a:cubicBezTo>
                  <a:cubicBezTo>
                    <a:pt x="157" y="54"/>
                    <a:pt x="158" y="54"/>
                    <a:pt x="158" y="54"/>
                  </a:cubicBezTo>
                  <a:cubicBezTo>
                    <a:pt x="159" y="54"/>
                    <a:pt x="160" y="54"/>
                    <a:pt x="160" y="54"/>
                  </a:cubicBezTo>
                  <a:cubicBezTo>
                    <a:pt x="160" y="54"/>
                    <a:pt x="161" y="54"/>
                    <a:pt x="162" y="55"/>
                  </a:cubicBezTo>
                  <a:cubicBezTo>
                    <a:pt x="162" y="55"/>
                    <a:pt x="163" y="56"/>
                    <a:pt x="163" y="56"/>
                  </a:cubicBezTo>
                  <a:cubicBezTo>
                    <a:pt x="163" y="56"/>
                    <a:pt x="164" y="57"/>
                    <a:pt x="164" y="57"/>
                  </a:cubicBezTo>
                  <a:cubicBezTo>
                    <a:pt x="164" y="57"/>
                    <a:pt x="164" y="58"/>
                    <a:pt x="165" y="59"/>
                  </a:cubicBezTo>
                  <a:cubicBezTo>
                    <a:pt x="165" y="59"/>
                    <a:pt x="165" y="59"/>
                    <a:pt x="166" y="60"/>
                  </a:cubicBezTo>
                  <a:cubicBezTo>
                    <a:pt x="166" y="60"/>
                    <a:pt x="166" y="60"/>
                    <a:pt x="167" y="60"/>
                  </a:cubicBezTo>
                  <a:cubicBezTo>
                    <a:pt x="167" y="60"/>
                    <a:pt x="167" y="59"/>
                    <a:pt x="167" y="59"/>
                  </a:cubicBezTo>
                  <a:cubicBezTo>
                    <a:pt x="167" y="58"/>
                    <a:pt x="167" y="57"/>
                    <a:pt x="166" y="57"/>
                  </a:cubicBezTo>
                  <a:cubicBezTo>
                    <a:pt x="166" y="56"/>
                    <a:pt x="166" y="56"/>
                    <a:pt x="165" y="56"/>
                  </a:cubicBezTo>
                  <a:cubicBezTo>
                    <a:pt x="165" y="56"/>
                    <a:pt x="165" y="55"/>
                    <a:pt x="165" y="54"/>
                  </a:cubicBezTo>
                  <a:cubicBezTo>
                    <a:pt x="165" y="54"/>
                    <a:pt x="165" y="54"/>
                    <a:pt x="165" y="54"/>
                  </a:cubicBezTo>
                  <a:cubicBezTo>
                    <a:pt x="165" y="53"/>
                    <a:pt x="165" y="53"/>
                    <a:pt x="164" y="53"/>
                  </a:cubicBezTo>
                  <a:cubicBezTo>
                    <a:pt x="164" y="53"/>
                    <a:pt x="163" y="53"/>
                    <a:pt x="162" y="53"/>
                  </a:cubicBezTo>
                  <a:cubicBezTo>
                    <a:pt x="162" y="53"/>
                    <a:pt x="162" y="53"/>
                    <a:pt x="161" y="52"/>
                  </a:cubicBezTo>
                  <a:cubicBezTo>
                    <a:pt x="161" y="52"/>
                    <a:pt x="161" y="52"/>
                    <a:pt x="160" y="52"/>
                  </a:cubicBezTo>
                  <a:cubicBezTo>
                    <a:pt x="160" y="52"/>
                    <a:pt x="159" y="52"/>
                    <a:pt x="159" y="52"/>
                  </a:cubicBezTo>
                  <a:cubicBezTo>
                    <a:pt x="159" y="52"/>
                    <a:pt x="158" y="53"/>
                    <a:pt x="157" y="52"/>
                  </a:cubicBezTo>
                  <a:cubicBezTo>
                    <a:pt x="157" y="52"/>
                    <a:pt x="157" y="51"/>
                    <a:pt x="157" y="51"/>
                  </a:cubicBezTo>
                  <a:cubicBezTo>
                    <a:pt x="157" y="51"/>
                    <a:pt x="158" y="51"/>
                    <a:pt x="158" y="50"/>
                  </a:cubicBezTo>
                  <a:cubicBezTo>
                    <a:pt x="158" y="50"/>
                    <a:pt x="159" y="50"/>
                    <a:pt x="159" y="50"/>
                  </a:cubicBezTo>
                  <a:cubicBezTo>
                    <a:pt x="159" y="50"/>
                    <a:pt x="159" y="49"/>
                    <a:pt x="158" y="49"/>
                  </a:cubicBezTo>
                  <a:cubicBezTo>
                    <a:pt x="158" y="49"/>
                    <a:pt x="157" y="49"/>
                    <a:pt x="156" y="49"/>
                  </a:cubicBezTo>
                  <a:cubicBezTo>
                    <a:pt x="155" y="48"/>
                    <a:pt x="153" y="48"/>
                    <a:pt x="153" y="47"/>
                  </a:cubicBezTo>
                  <a:cubicBezTo>
                    <a:pt x="152" y="47"/>
                    <a:pt x="152" y="46"/>
                    <a:pt x="152" y="45"/>
                  </a:cubicBezTo>
                  <a:cubicBezTo>
                    <a:pt x="152" y="45"/>
                    <a:pt x="152" y="43"/>
                    <a:pt x="152" y="43"/>
                  </a:cubicBezTo>
                  <a:cubicBezTo>
                    <a:pt x="152" y="42"/>
                    <a:pt x="152" y="41"/>
                    <a:pt x="152" y="40"/>
                  </a:cubicBezTo>
                  <a:cubicBezTo>
                    <a:pt x="153" y="39"/>
                    <a:pt x="153" y="37"/>
                    <a:pt x="153" y="36"/>
                  </a:cubicBezTo>
                  <a:cubicBezTo>
                    <a:pt x="154" y="35"/>
                    <a:pt x="155" y="35"/>
                    <a:pt x="155" y="34"/>
                  </a:cubicBezTo>
                  <a:cubicBezTo>
                    <a:pt x="155" y="34"/>
                    <a:pt x="155" y="33"/>
                    <a:pt x="155" y="33"/>
                  </a:cubicBezTo>
                  <a:cubicBezTo>
                    <a:pt x="156" y="33"/>
                    <a:pt x="156" y="32"/>
                    <a:pt x="156" y="32"/>
                  </a:cubicBezTo>
                  <a:cubicBezTo>
                    <a:pt x="157" y="32"/>
                    <a:pt x="157" y="33"/>
                    <a:pt x="158" y="33"/>
                  </a:cubicBezTo>
                  <a:cubicBezTo>
                    <a:pt x="158" y="33"/>
                    <a:pt x="158" y="32"/>
                    <a:pt x="159" y="32"/>
                  </a:cubicBezTo>
                  <a:cubicBezTo>
                    <a:pt x="159" y="32"/>
                    <a:pt x="159" y="33"/>
                    <a:pt x="160" y="33"/>
                  </a:cubicBezTo>
                  <a:cubicBezTo>
                    <a:pt x="160" y="33"/>
                    <a:pt x="160" y="34"/>
                    <a:pt x="160" y="35"/>
                  </a:cubicBezTo>
                  <a:cubicBezTo>
                    <a:pt x="161" y="35"/>
                    <a:pt x="161" y="35"/>
                    <a:pt x="162" y="36"/>
                  </a:cubicBezTo>
                  <a:cubicBezTo>
                    <a:pt x="162" y="36"/>
                    <a:pt x="162" y="37"/>
                    <a:pt x="162" y="37"/>
                  </a:cubicBezTo>
                  <a:cubicBezTo>
                    <a:pt x="163" y="37"/>
                    <a:pt x="162" y="35"/>
                    <a:pt x="162" y="34"/>
                  </a:cubicBezTo>
                  <a:cubicBezTo>
                    <a:pt x="162" y="34"/>
                    <a:pt x="162" y="33"/>
                    <a:pt x="162" y="33"/>
                  </a:cubicBezTo>
                  <a:cubicBezTo>
                    <a:pt x="162" y="32"/>
                    <a:pt x="162" y="31"/>
                    <a:pt x="162" y="31"/>
                  </a:cubicBezTo>
                  <a:cubicBezTo>
                    <a:pt x="162" y="30"/>
                    <a:pt x="162" y="29"/>
                    <a:pt x="162" y="29"/>
                  </a:cubicBezTo>
                  <a:cubicBezTo>
                    <a:pt x="162" y="28"/>
                    <a:pt x="163" y="28"/>
                    <a:pt x="163" y="27"/>
                  </a:cubicBezTo>
                  <a:cubicBezTo>
                    <a:pt x="164" y="27"/>
                    <a:pt x="164" y="26"/>
                    <a:pt x="165" y="25"/>
                  </a:cubicBezTo>
                  <a:cubicBezTo>
                    <a:pt x="165" y="23"/>
                    <a:pt x="165" y="20"/>
                    <a:pt x="165" y="18"/>
                  </a:cubicBezTo>
                  <a:cubicBezTo>
                    <a:pt x="165" y="17"/>
                    <a:pt x="164" y="15"/>
                    <a:pt x="164" y="14"/>
                  </a:cubicBezTo>
                  <a:cubicBezTo>
                    <a:pt x="164" y="13"/>
                    <a:pt x="165" y="12"/>
                    <a:pt x="166" y="12"/>
                  </a:cubicBezTo>
                  <a:cubicBezTo>
                    <a:pt x="166" y="12"/>
                    <a:pt x="168" y="12"/>
                    <a:pt x="168" y="12"/>
                  </a:cubicBezTo>
                  <a:cubicBezTo>
                    <a:pt x="169" y="12"/>
                    <a:pt x="170" y="13"/>
                    <a:pt x="171" y="13"/>
                  </a:cubicBezTo>
                  <a:cubicBezTo>
                    <a:pt x="171" y="14"/>
                    <a:pt x="172" y="15"/>
                    <a:pt x="172" y="15"/>
                  </a:cubicBezTo>
                  <a:cubicBezTo>
                    <a:pt x="172" y="15"/>
                    <a:pt x="173" y="16"/>
                    <a:pt x="173" y="16"/>
                  </a:cubicBezTo>
                  <a:cubicBezTo>
                    <a:pt x="174" y="16"/>
                    <a:pt x="175" y="15"/>
                    <a:pt x="175" y="15"/>
                  </a:cubicBezTo>
                  <a:cubicBezTo>
                    <a:pt x="175" y="15"/>
                    <a:pt x="176" y="14"/>
                    <a:pt x="176" y="14"/>
                  </a:cubicBezTo>
                  <a:cubicBezTo>
                    <a:pt x="177" y="14"/>
                    <a:pt x="177" y="15"/>
                    <a:pt x="178" y="15"/>
                  </a:cubicBezTo>
                  <a:cubicBezTo>
                    <a:pt x="178" y="15"/>
                    <a:pt x="179" y="15"/>
                    <a:pt x="179" y="15"/>
                  </a:cubicBezTo>
                  <a:cubicBezTo>
                    <a:pt x="180" y="15"/>
                    <a:pt x="180" y="14"/>
                    <a:pt x="180" y="15"/>
                  </a:cubicBezTo>
                  <a:cubicBezTo>
                    <a:pt x="181" y="15"/>
                    <a:pt x="182" y="16"/>
                    <a:pt x="182" y="16"/>
                  </a:cubicBezTo>
                  <a:cubicBezTo>
                    <a:pt x="182" y="17"/>
                    <a:pt x="183" y="18"/>
                    <a:pt x="183" y="18"/>
                  </a:cubicBezTo>
                  <a:cubicBezTo>
                    <a:pt x="184" y="19"/>
                    <a:pt x="185" y="19"/>
                    <a:pt x="185" y="20"/>
                  </a:cubicBezTo>
                  <a:cubicBezTo>
                    <a:pt x="186" y="20"/>
                    <a:pt x="187" y="21"/>
                    <a:pt x="187" y="21"/>
                  </a:cubicBezTo>
                  <a:cubicBezTo>
                    <a:pt x="187" y="22"/>
                    <a:pt x="188" y="24"/>
                    <a:pt x="189" y="25"/>
                  </a:cubicBezTo>
                  <a:cubicBezTo>
                    <a:pt x="189" y="25"/>
                    <a:pt x="189" y="26"/>
                    <a:pt x="189" y="27"/>
                  </a:cubicBezTo>
                  <a:cubicBezTo>
                    <a:pt x="189" y="27"/>
                    <a:pt x="188" y="28"/>
                    <a:pt x="188" y="28"/>
                  </a:cubicBezTo>
                  <a:cubicBezTo>
                    <a:pt x="188" y="28"/>
                    <a:pt x="187" y="29"/>
                    <a:pt x="187" y="29"/>
                  </a:cubicBezTo>
                  <a:cubicBezTo>
                    <a:pt x="187" y="29"/>
                    <a:pt x="187" y="31"/>
                    <a:pt x="187" y="31"/>
                  </a:cubicBezTo>
                  <a:cubicBezTo>
                    <a:pt x="187" y="31"/>
                    <a:pt x="188" y="31"/>
                    <a:pt x="189" y="31"/>
                  </a:cubicBezTo>
                  <a:cubicBezTo>
                    <a:pt x="189" y="31"/>
                    <a:pt x="189" y="30"/>
                    <a:pt x="189" y="30"/>
                  </a:cubicBezTo>
                  <a:cubicBezTo>
                    <a:pt x="190" y="30"/>
                    <a:pt x="191" y="30"/>
                    <a:pt x="191" y="31"/>
                  </a:cubicBezTo>
                  <a:cubicBezTo>
                    <a:pt x="191" y="31"/>
                    <a:pt x="191" y="32"/>
                    <a:pt x="190" y="33"/>
                  </a:cubicBezTo>
                  <a:cubicBezTo>
                    <a:pt x="190" y="33"/>
                    <a:pt x="190" y="34"/>
                    <a:pt x="189" y="35"/>
                  </a:cubicBezTo>
                  <a:cubicBezTo>
                    <a:pt x="189" y="35"/>
                    <a:pt x="188" y="36"/>
                    <a:pt x="188" y="36"/>
                  </a:cubicBezTo>
                  <a:cubicBezTo>
                    <a:pt x="188" y="37"/>
                    <a:pt x="187" y="37"/>
                    <a:pt x="187" y="38"/>
                  </a:cubicBezTo>
                  <a:cubicBezTo>
                    <a:pt x="187" y="38"/>
                    <a:pt x="187" y="39"/>
                    <a:pt x="187" y="39"/>
                  </a:cubicBezTo>
                  <a:cubicBezTo>
                    <a:pt x="188" y="39"/>
                    <a:pt x="189" y="39"/>
                    <a:pt x="189" y="39"/>
                  </a:cubicBezTo>
                  <a:cubicBezTo>
                    <a:pt x="189" y="38"/>
                    <a:pt x="190" y="37"/>
                    <a:pt x="191" y="36"/>
                  </a:cubicBezTo>
                  <a:cubicBezTo>
                    <a:pt x="191" y="36"/>
                    <a:pt x="192" y="35"/>
                    <a:pt x="192" y="35"/>
                  </a:cubicBezTo>
                  <a:cubicBezTo>
                    <a:pt x="192" y="34"/>
                    <a:pt x="193" y="32"/>
                    <a:pt x="193" y="31"/>
                  </a:cubicBezTo>
                  <a:cubicBezTo>
                    <a:pt x="193" y="31"/>
                    <a:pt x="192" y="30"/>
                    <a:pt x="192" y="29"/>
                  </a:cubicBezTo>
                  <a:cubicBezTo>
                    <a:pt x="191" y="29"/>
                    <a:pt x="190" y="29"/>
                    <a:pt x="190" y="28"/>
                  </a:cubicBezTo>
                  <a:cubicBezTo>
                    <a:pt x="190" y="28"/>
                    <a:pt x="190" y="26"/>
                    <a:pt x="190" y="25"/>
                  </a:cubicBezTo>
                  <a:cubicBezTo>
                    <a:pt x="190" y="25"/>
                    <a:pt x="191" y="24"/>
                    <a:pt x="191" y="24"/>
                  </a:cubicBezTo>
                  <a:cubicBezTo>
                    <a:pt x="192" y="24"/>
                    <a:pt x="193" y="24"/>
                    <a:pt x="193" y="24"/>
                  </a:cubicBezTo>
                  <a:cubicBezTo>
                    <a:pt x="193" y="24"/>
                    <a:pt x="193" y="23"/>
                    <a:pt x="193" y="23"/>
                  </a:cubicBezTo>
                  <a:cubicBezTo>
                    <a:pt x="193" y="22"/>
                    <a:pt x="192" y="22"/>
                    <a:pt x="192" y="22"/>
                  </a:cubicBezTo>
                  <a:cubicBezTo>
                    <a:pt x="192" y="22"/>
                    <a:pt x="191" y="21"/>
                    <a:pt x="191" y="20"/>
                  </a:cubicBezTo>
                  <a:cubicBezTo>
                    <a:pt x="191" y="20"/>
                    <a:pt x="191" y="19"/>
                    <a:pt x="192" y="19"/>
                  </a:cubicBezTo>
                  <a:cubicBezTo>
                    <a:pt x="192" y="19"/>
                    <a:pt x="193" y="19"/>
                    <a:pt x="193" y="19"/>
                  </a:cubicBezTo>
                  <a:cubicBezTo>
                    <a:pt x="194" y="19"/>
                    <a:pt x="194" y="20"/>
                    <a:pt x="194" y="21"/>
                  </a:cubicBezTo>
                  <a:cubicBezTo>
                    <a:pt x="194" y="21"/>
                    <a:pt x="195" y="22"/>
                    <a:pt x="195" y="22"/>
                  </a:cubicBezTo>
                  <a:cubicBezTo>
                    <a:pt x="196" y="23"/>
                    <a:pt x="196" y="23"/>
                    <a:pt x="197" y="23"/>
                  </a:cubicBezTo>
                  <a:cubicBezTo>
                    <a:pt x="197" y="24"/>
                    <a:pt x="197" y="26"/>
                    <a:pt x="198" y="27"/>
                  </a:cubicBezTo>
                  <a:cubicBezTo>
                    <a:pt x="198" y="27"/>
                    <a:pt x="199" y="27"/>
                    <a:pt x="199" y="27"/>
                  </a:cubicBezTo>
                  <a:cubicBezTo>
                    <a:pt x="199" y="27"/>
                    <a:pt x="200" y="27"/>
                    <a:pt x="200" y="27"/>
                  </a:cubicBezTo>
                  <a:cubicBezTo>
                    <a:pt x="201" y="27"/>
                    <a:pt x="201" y="27"/>
                    <a:pt x="202" y="28"/>
                  </a:cubicBezTo>
                  <a:cubicBezTo>
                    <a:pt x="202" y="28"/>
                    <a:pt x="202" y="29"/>
                    <a:pt x="203" y="29"/>
                  </a:cubicBezTo>
                  <a:cubicBezTo>
                    <a:pt x="203" y="30"/>
                    <a:pt x="204" y="30"/>
                    <a:pt x="204" y="30"/>
                  </a:cubicBezTo>
                  <a:cubicBezTo>
                    <a:pt x="205" y="30"/>
                    <a:pt x="206" y="31"/>
                    <a:pt x="206" y="31"/>
                  </a:cubicBezTo>
                  <a:cubicBezTo>
                    <a:pt x="207" y="31"/>
                    <a:pt x="208" y="31"/>
                    <a:pt x="208" y="31"/>
                  </a:cubicBezTo>
                  <a:cubicBezTo>
                    <a:pt x="208" y="31"/>
                    <a:pt x="209" y="31"/>
                    <a:pt x="209" y="31"/>
                  </a:cubicBezTo>
                  <a:cubicBezTo>
                    <a:pt x="209" y="32"/>
                    <a:pt x="209" y="33"/>
                    <a:pt x="209" y="33"/>
                  </a:cubicBezTo>
                  <a:cubicBezTo>
                    <a:pt x="209" y="33"/>
                    <a:pt x="209" y="34"/>
                    <a:pt x="209" y="35"/>
                  </a:cubicBezTo>
                  <a:cubicBezTo>
                    <a:pt x="209" y="35"/>
                    <a:pt x="209" y="36"/>
                    <a:pt x="208" y="36"/>
                  </a:cubicBezTo>
                  <a:cubicBezTo>
                    <a:pt x="208" y="37"/>
                    <a:pt x="207" y="38"/>
                    <a:pt x="207" y="38"/>
                  </a:cubicBezTo>
                  <a:cubicBezTo>
                    <a:pt x="206" y="39"/>
                    <a:pt x="204" y="41"/>
                    <a:pt x="203" y="42"/>
                  </a:cubicBezTo>
                  <a:cubicBezTo>
                    <a:pt x="203" y="43"/>
                    <a:pt x="201" y="44"/>
                    <a:pt x="200" y="45"/>
                  </a:cubicBezTo>
                  <a:cubicBezTo>
                    <a:pt x="200" y="46"/>
                    <a:pt x="200" y="47"/>
                    <a:pt x="200" y="47"/>
                  </a:cubicBezTo>
                  <a:cubicBezTo>
                    <a:pt x="199" y="48"/>
                    <a:pt x="199" y="49"/>
                    <a:pt x="199" y="50"/>
                  </a:cubicBezTo>
                  <a:cubicBezTo>
                    <a:pt x="198" y="50"/>
                    <a:pt x="197" y="51"/>
                    <a:pt x="197" y="52"/>
                  </a:cubicBezTo>
                  <a:cubicBezTo>
                    <a:pt x="197" y="52"/>
                    <a:pt x="195" y="53"/>
                    <a:pt x="195" y="53"/>
                  </a:cubicBezTo>
                  <a:cubicBezTo>
                    <a:pt x="195" y="54"/>
                    <a:pt x="195" y="55"/>
                    <a:pt x="195" y="55"/>
                  </a:cubicBezTo>
                  <a:cubicBezTo>
                    <a:pt x="195" y="55"/>
                    <a:pt x="195" y="56"/>
                    <a:pt x="196" y="56"/>
                  </a:cubicBezTo>
                  <a:cubicBezTo>
                    <a:pt x="196" y="56"/>
                    <a:pt x="197" y="56"/>
                    <a:pt x="197" y="55"/>
                  </a:cubicBezTo>
                  <a:cubicBezTo>
                    <a:pt x="198" y="55"/>
                    <a:pt x="198" y="54"/>
                    <a:pt x="198" y="54"/>
                  </a:cubicBezTo>
                  <a:cubicBezTo>
                    <a:pt x="199" y="53"/>
                    <a:pt x="200" y="52"/>
                    <a:pt x="200" y="52"/>
                  </a:cubicBezTo>
                  <a:cubicBezTo>
                    <a:pt x="200" y="52"/>
                    <a:pt x="201" y="52"/>
                    <a:pt x="201" y="52"/>
                  </a:cubicBezTo>
                  <a:cubicBezTo>
                    <a:pt x="202" y="51"/>
                    <a:pt x="202" y="50"/>
                    <a:pt x="203" y="50"/>
                  </a:cubicBezTo>
                  <a:cubicBezTo>
                    <a:pt x="203" y="49"/>
                    <a:pt x="203" y="48"/>
                    <a:pt x="203" y="48"/>
                  </a:cubicBezTo>
                  <a:cubicBezTo>
                    <a:pt x="204" y="48"/>
                    <a:pt x="205" y="47"/>
                    <a:pt x="206" y="47"/>
                  </a:cubicBezTo>
                  <a:cubicBezTo>
                    <a:pt x="206" y="47"/>
                    <a:pt x="207" y="48"/>
                    <a:pt x="207" y="47"/>
                  </a:cubicBezTo>
                  <a:cubicBezTo>
                    <a:pt x="208" y="47"/>
                    <a:pt x="208" y="46"/>
                    <a:pt x="208" y="46"/>
                  </a:cubicBezTo>
                  <a:cubicBezTo>
                    <a:pt x="209" y="45"/>
                    <a:pt x="209" y="43"/>
                    <a:pt x="209" y="43"/>
                  </a:cubicBezTo>
                  <a:cubicBezTo>
                    <a:pt x="210" y="42"/>
                    <a:pt x="210" y="41"/>
                    <a:pt x="211" y="40"/>
                  </a:cubicBezTo>
                  <a:cubicBezTo>
                    <a:pt x="211" y="40"/>
                    <a:pt x="212" y="38"/>
                    <a:pt x="213" y="38"/>
                  </a:cubicBezTo>
                  <a:cubicBezTo>
                    <a:pt x="213" y="38"/>
                    <a:pt x="213" y="39"/>
                    <a:pt x="213" y="40"/>
                  </a:cubicBezTo>
                  <a:cubicBezTo>
                    <a:pt x="214" y="40"/>
                    <a:pt x="213" y="41"/>
                    <a:pt x="213" y="42"/>
                  </a:cubicBezTo>
                  <a:cubicBezTo>
                    <a:pt x="213" y="43"/>
                    <a:pt x="213" y="44"/>
                    <a:pt x="213" y="45"/>
                  </a:cubicBezTo>
                  <a:cubicBezTo>
                    <a:pt x="213" y="45"/>
                    <a:pt x="213" y="46"/>
                    <a:pt x="212" y="47"/>
                  </a:cubicBezTo>
                  <a:cubicBezTo>
                    <a:pt x="212" y="47"/>
                    <a:pt x="212" y="49"/>
                    <a:pt x="212" y="50"/>
                  </a:cubicBezTo>
                  <a:cubicBezTo>
                    <a:pt x="212" y="50"/>
                    <a:pt x="211" y="52"/>
                    <a:pt x="210" y="52"/>
                  </a:cubicBezTo>
                  <a:cubicBezTo>
                    <a:pt x="210" y="53"/>
                    <a:pt x="209" y="53"/>
                    <a:pt x="209" y="54"/>
                  </a:cubicBezTo>
                  <a:cubicBezTo>
                    <a:pt x="209" y="54"/>
                    <a:pt x="209" y="55"/>
                    <a:pt x="209" y="56"/>
                  </a:cubicBezTo>
                  <a:cubicBezTo>
                    <a:pt x="209" y="56"/>
                    <a:pt x="209" y="57"/>
                    <a:pt x="210" y="58"/>
                  </a:cubicBezTo>
                  <a:cubicBezTo>
                    <a:pt x="210" y="58"/>
                    <a:pt x="210" y="59"/>
                    <a:pt x="210" y="59"/>
                  </a:cubicBezTo>
                  <a:cubicBezTo>
                    <a:pt x="209" y="60"/>
                    <a:pt x="209" y="61"/>
                    <a:pt x="209" y="61"/>
                  </a:cubicBezTo>
                  <a:cubicBezTo>
                    <a:pt x="209" y="62"/>
                    <a:pt x="209" y="63"/>
                    <a:pt x="209" y="63"/>
                  </a:cubicBezTo>
                  <a:cubicBezTo>
                    <a:pt x="209" y="64"/>
                    <a:pt x="209" y="64"/>
                    <a:pt x="210" y="64"/>
                  </a:cubicBezTo>
                  <a:cubicBezTo>
                    <a:pt x="210" y="65"/>
                    <a:pt x="210" y="64"/>
                    <a:pt x="210" y="64"/>
                  </a:cubicBezTo>
                  <a:cubicBezTo>
                    <a:pt x="211" y="63"/>
                    <a:pt x="211" y="62"/>
                    <a:pt x="212" y="61"/>
                  </a:cubicBezTo>
                  <a:cubicBezTo>
                    <a:pt x="212" y="61"/>
                    <a:pt x="212" y="59"/>
                    <a:pt x="212" y="58"/>
                  </a:cubicBezTo>
                  <a:cubicBezTo>
                    <a:pt x="212" y="58"/>
                    <a:pt x="212" y="57"/>
                    <a:pt x="212" y="57"/>
                  </a:cubicBezTo>
                  <a:cubicBezTo>
                    <a:pt x="212" y="56"/>
                    <a:pt x="213" y="55"/>
                    <a:pt x="213" y="55"/>
                  </a:cubicBezTo>
                  <a:cubicBezTo>
                    <a:pt x="213" y="54"/>
                    <a:pt x="214" y="53"/>
                    <a:pt x="214" y="52"/>
                  </a:cubicBezTo>
                  <a:cubicBezTo>
                    <a:pt x="214" y="52"/>
                    <a:pt x="215" y="50"/>
                    <a:pt x="215" y="49"/>
                  </a:cubicBezTo>
                  <a:cubicBezTo>
                    <a:pt x="215" y="48"/>
                    <a:pt x="214" y="47"/>
                    <a:pt x="214" y="46"/>
                  </a:cubicBezTo>
                  <a:cubicBezTo>
                    <a:pt x="214" y="45"/>
                    <a:pt x="214" y="44"/>
                    <a:pt x="214" y="43"/>
                  </a:cubicBezTo>
                  <a:cubicBezTo>
                    <a:pt x="214" y="42"/>
                    <a:pt x="214" y="41"/>
                    <a:pt x="215" y="40"/>
                  </a:cubicBezTo>
                  <a:cubicBezTo>
                    <a:pt x="215" y="40"/>
                    <a:pt x="216" y="39"/>
                    <a:pt x="216" y="39"/>
                  </a:cubicBezTo>
                  <a:cubicBezTo>
                    <a:pt x="216" y="38"/>
                    <a:pt x="216" y="38"/>
                    <a:pt x="216" y="37"/>
                  </a:cubicBezTo>
                  <a:cubicBezTo>
                    <a:pt x="216" y="37"/>
                    <a:pt x="217" y="36"/>
                    <a:pt x="217" y="35"/>
                  </a:cubicBezTo>
                  <a:cubicBezTo>
                    <a:pt x="217" y="35"/>
                    <a:pt x="217" y="34"/>
                    <a:pt x="217" y="33"/>
                  </a:cubicBezTo>
                  <a:cubicBezTo>
                    <a:pt x="216" y="33"/>
                    <a:pt x="216" y="32"/>
                    <a:pt x="216" y="32"/>
                  </a:cubicBezTo>
                  <a:cubicBezTo>
                    <a:pt x="216" y="31"/>
                    <a:pt x="216" y="30"/>
                    <a:pt x="216" y="30"/>
                  </a:cubicBezTo>
                  <a:cubicBezTo>
                    <a:pt x="216" y="29"/>
                    <a:pt x="216" y="28"/>
                    <a:pt x="216" y="28"/>
                  </a:cubicBezTo>
                  <a:cubicBezTo>
                    <a:pt x="216" y="28"/>
                    <a:pt x="216" y="27"/>
                    <a:pt x="216" y="26"/>
                  </a:cubicBezTo>
                  <a:cubicBezTo>
                    <a:pt x="216" y="26"/>
                    <a:pt x="217" y="25"/>
                    <a:pt x="218" y="25"/>
                  </a:cubicBezTo>
                  <a:cubicBezTo>
                    <a:pt x="218" y="25"/>
                    <a:pt x="219" y="25"/>
                    <a:pt x="219" y="25"/>
                  </a:cubicBezTo>
                  <a:cubicBezTo>
                    <a:pt x="220" y="25"/>
                    <a:pt x="221" y="25"/>
                    <a:pt x="222" y="25"/>
                  </a:cubicBezTo>
                  <a:cubicBezTo>
                    <a:pt x="223" y="25"/>
                    <a:pt x="224" y="25"/>
                    <a:pt x="225" y="26"/>
                  </a:cubicBezTo>
                  <a:cubicBezTo>
                    <a:pt x="226" y="26"/>
                    <a:pt x="228" y="27"/>
                    <a:pt x="228" y="27"/>
                  </a:cubicBezTo>
                  <a:cubicBezTo>
                    <a:pt x="229" y="27"/>
                    <a:pt x="231" y="28"/>
                    <a:pt x="232" y="28"/>
                  </a:cubicBezTo>
                  <a:cubicBezTo>
                    <a:pt x="232" y="29"/>
                    <a:pt x="232" y="30"/>
                    <a:pt x="233" y="30"/>
                  </a:cubicBezTo>
                  <a:cubicBezTo>
                    <a:pt x="233" y="31"/>
                    <a:pt x="233" y="32"/>
                    <a:pt x="233" y="32"/>
                  </a:cubicBezTo>
                  <a:cubicBezTo>
                    <a:pt x="234" y="32"/>
                    <a:pt x="235" y="31"/>
                    <a:pt x="235" y="31"/>
                  </a:cubicBezTo>
                  <a:cubicBezTo>
                    <a:pt x="235" y="31"/>
                    <a:pt x="236" y="31"/>
                    <a:pt x="236" y="31"/>
                  </a:cubicBezTo>
                  <a:cubicBezTo>
                    <a:pt x="236" y="32"/>
                    <a:pt x="236" y="34"/>
                    <a:pt x="236" y="34"/>
                  </a:cubicBezTo>
                  <a:cubicBezTo>
                    <a:pt x="237" y="35"/>
                    <a:pt x="237" y="36"/>
                    <a:pt x="238" y="36"/>
                  </a:cubicBezTo>
                  <a:cubicBezTo>
                    <a:pt x="238" y="37"/>
                    <a:pt x="239" y="38"/>
                    <a:pt x="239" y="39"/>
                  </a:cubicBezTo>
                  <a:cubicBezTo>
                    <a:pt x="239" y="40"/>
                    <a:pt x="238" y="41"/>
                    <a:pt x="238" y="41"/>
                  </a:cubicBezTo>
                  <a:cubicBezTo>
                    <a:pt x="237" y="42"/>
                    <a:pt x="235" y="43"/>
                    <a:pt x="235" y="44"/>
                  </a:cubicBezTo>
                  <a:cubicBezTo>
                    <a:pt x="234" y="44"/>
                    <a:pt x="234" y="46"/>
                    <a:pt x="234" y="47"/>
                  </a:cubicBezTo>
                  <a:cubicBezTo>
                    <a:pt x="233" y="48"/>
                    <a:pt x="233" y="49"/>
                    <a:pt x="233" y="50"/>
                  </a:cubicBezTo>
                  <a:cubicBezTo>
                    <a:pt x="233" y="51"/>
                    <a:pt x="232" y="52"/>
                    <a:pt x="231" y="52"/>
                  </a:cubicBezTo>
                  <a:cubicBezTo>
                    <a:pt x="231" y="53"/>
                    <a:pt x="230" y="53"/>
                    <a:pt x="230" y="54"/>
                  </a:cubicBezTo>
                  <a:cubicBezTo>
                    <a:pt x="230" y="54"/>
                    <a:pt x="230" y="55"/>
                    <a:pt x="231" y="55"/>
                  </a:cubicBezTo>
                  <a:cubicBezTo>
                    <a:pt x="231" y="56"/>
                    <a:pt x="232" y="55"/>
                    <a:pt x="233" y="55"/>
                  </a:cubicBezTo>
                  <a:cubicBezTo>
                    <a:pt x="233" y="54"/>
                    <a:pt x="234" y="53"/>
                    <a:pt x="235" y="52"/>
                  </a:cubicBezTo>
                  <a:cubicBezTo>
                    <a:pt x="235" y="52"/>
                    <a:pt x="236" y="51"/>
                    <a:pt x="236" y="50"/>
                  </a:cubicBezTo>
                  <a:cubicBezTo>
                    <a:pt x="236" y="50"/>
                    <a:pt x="236" y="49"/>
                    <a:pt x="236" y="49"/>
                  </a:cubicBezTo>
                  <a:cubicBezTo>
                    <a:pt x="236" y="48"/>
                    <a:pt x="237" y="48"/>
                    <a:pt x="237" y="47"/>
                  </a:cubicBezTo>
                  <a:cubicBezTo>
                    <a:pt x="238" y="47"/>
                    <a:pt x="238" y="46"/>
                    <a:pt x="238" y="46"/>
                  </a:cubicBezTo>
                  <a:cubicBezTo>
                    <a:pt x="238" y="45"/>
                    <a:pt x="239" y="44"/>
                    <a:pt x="239" y="43"/>
                  </a:cubicBezTo>
                  <a:cubicBezTo>
                    <a:pt x="239" y="43"/>
                    <a:pt x="240" y="41"/>
                    <a:pt x="241" y="41"/>
                  </a:cubicBezTo>
                  <a:cubicBezTo>
                    <a:pt x="241" y="40"/>
                    <a:pt x="243" y="39"/>
                    <a:pt x="243" y="39"/>
                  </a:cubicBezTo>
                  <a:cubicBezTo>
                    <a:pt x="243" y="38"/>
                    <a:pt x="244" y="37"/>
                    <a:pt x="244" y="37"/>
                  </a:cubicBezTo>
                  <a:cubicBezTo>
                    <a:pt x="244" y="36"/>
                    <a:pt x="245" y="35"/>
                    <a:pt x="245" y="35"/>
                  </a:cubicBezTo>
                  <a:cubicBezTo>
                    <a:pt x="246" y="35"/>
                    <a:pt x="248" y="35"/>
                    <a:pt x="249" y="34"/>
                  </a:cubicBezTo>
                  <a:cubicBezTo>
                    <a:pt x="250" y="34"/>
                    <a:pt x="251" y="34"/>
                    <a:pt x="252" y="34"/>
                  </a:cubicBezTo>
                  <a:cubicBezTo>
                    <a:pt x="253" y="34"/>
                    <a:pt x="254" y="35"/>
                    <a:pt x="254" y="35"/>
                  </a:cubicBezTo>
                  <a:cubicBezTo>
                    <a:pt x="255" y="35"/>
                    <a:pt x="256" y="36"/>
                    <a:pt x="256" y="36"/>
                  </a:cubicBezTo>
                  <a:cubicBezTo>
                    <a:pt x="256" y="37"/>
                    <a:pt x="255" y="38"/>
                    <a:pt x="256" y="39"/>
                  </a:cubicBezTo>
                  <a:cubicBezTo>
                    <a:pt x="256" y="39"/>
                    <a:pt x="258" y="38"/>
                    <a:pt x="258" y="38"/>
                  </a:cubicBezTo>
                  <a:cubicBezTo>
                    <a:pt x="258" y="38"/>
                    <a:pt x="259" y="37"/>
                    <a:pt x="259" y="37"/>
                  </a:cubicBezTo>
                  <a:cubicBezTo>
                    <a:pt x="259" y="37"/>
                    <a:pt x="259" y="35"/>
                    <a:pt x="259" y="35"/>
                  </a:cubicBezTo>
                  <a:cubicBezTo>
                    <a:pt x="259" y="35"/>
                    <a:pt x="260" y="35"/>
                    <a:pt x="261" y="35"/>
                  </a:cubicBezTo>
                  <a:cubicBezTo>
                    <a:pt x="261" y="35"/>
                    <a:pt x="261" y="36"/>
                    <a:pt x="261" y="37"/>
                  </a:cubicBezTo>
                  <a:cubicBezTo>
                    <a:pt x="262" y="37"/>
                    <a:pt x="262" y="37"/>
                    <a:pt x="263" y="37"/>
                  </a:cubicBezTo>
                  <a:cubicBezTo>
                    <a:pt x="263" y="37"/>
                    <a:pt x="263" y="36"/>
                    <a:pt x="264" y="36"/>
                  </a:cubicBezTo>
                  <a:cubicBezTo>
                    <a:pt x="264" y="36"/>
                    <a:pt x="263" y="35"/>
                    <a:pt x="263" y="35"/>
                  </a:cubicBezTo>
                  <a:cubicBezTo>
                    <a:pt x="263" y="34"/>
                    <a:pt x="262" y="34"/>
                    <a:pt x="262" y="33"/>
                  </a:cubicBezTo>
                  <a:cubicBezTo>
                    <a:pt x="262" y="33"/>
                    <a:pt x="262" y="31"/>
                    <a:pt x="262" y="31"/>
                  </a:cubicBezTo>
                  <a:cubicBezTo>
                    <a:pt x="262" y="31"/>
                    <a:pt x="263" y="30"/>
                    <a:pt x="263" y="30"/>
                  </a:cubicBezTo>
                  <a:cubicBezTo>
                    <a:pt x="264" y="30"/>
                    <a:pt x="265" y="30"/>
                    <a:pt x="265" y="30"/>
                  </a:cubicBezTo>
                  <a:cubicBezTo>
                    <a:pt x="266" y="31"/>
                    <a:pt x="266" y="32"/>
                    <a:pt x="267" y="33"/>
                  </a:cubicBezTo>
                  <a:cubicBezTo>
                    <a:pt x="267" y="33"/>
                    <a:pt x="268" y="33"/>
                    <a:pt x="268" y="33"/>
                  </a:cubicBezTo>
                  <a:cubicBezTo>
                    <a:pt x="268" y="33"/>
                    <a:pt x="269" y="32"/>
                    <a:pt x="269" y="32"/>
                  </a:cubicBezTo>
                  <a:cubicBezTo>
                    <a:pt x="270" y="31"/>
                    <a:pt x="269" y="30"/>
                    <a:pt x="270" y="29"/>
                  </a:cubicBezTo>
                  <a:cubicBezTo>
                    <a:pt x="270" y="29"/>
                    <a:pt x="270" y="28"/>
                    <a:pt x="271" y="28"/>
                  </a:cubicBezTo>
                  <a:cubicBezTo>
                    <a:pt x="271" y="27"/>
                    <a:pt x="273" y="27"/>
                    <a:pt x="274" y="27"/>
                  </a:cubicBezTo>
                  <a:cubicBezTo>
                    <a:pt x="274" y="27"/>
                    <a:pt x="275" y="28"/>
                    <a:pt x="275" y="29"/>
                  </a:cubicBezTo>
                  <a:cubicBezTo>
                    <a:pt x="275" y="29"/>
                    <a:pt x="276" y="29"/>
                    <a:pt x="276" y="29"/>
                  </a:cubicBezTo>
                  <a:cubicBezTo>
                    <a:pt x="277" y="29"/>
                    <a:pt x="278" y="30"/>
                    <a:pt x="278" y="31"/>
                  </a:cubicBezTo>
                  <a:cubicBezTo>
                    <a:pt x="278" y="31"/>
                    <a:pt x="279" y="31"/>
                    <a:pt x="279" y="31"/>
                  </a:cubicBezTo>
                  <a:cubicBezTo>
                    <a:pt x="280" y="31"/>
                    <a:pt x="280" y="30"/>
                    <a:pt x="280" y="30"/>
                  </a:cubicBezTo>
                  <a:cubicBezTo>
                    <a:pt x="280" y="29"/>
                    <a:pt x="280" y="28"/>
                    <a:pt x="280" y="28"/>
                  </a:cubicBezTo>
                  <a:cubicBezTo>
                    <a:pt x="280" y="28"/>
                    <a:pt x="281" y="27"/>
                    <a:pt x="281" y="27"/>
                  </a:cubicBezTo>
                  <a:cubicBezTo>
                    <a:pt x="281" y="26"/>
                    <a:pt x="281" y="25"/>
                    <a:pt x="281" y="24"/>
                  </a:cubicBezTo>
                  <a:cubicBezTo>
                    <a:pt x="281" y="24"/>
                    <a:pt x="282" y="23"/>
                    <a:pt x="282" y="23"/>
                  </a:cubicBezTo>
                  <a:cubicBezTo>
                    <a:pt x="283" y="23"/>
                    <a:pt x="284" y="23"/>
                    <a:pt x="284" y="22"/>
                  </a:cubicBezTo>
                  <a:cubicBezTo>
                    <a:pt x="284" y="22"/>
                    <a:pt x="284" y="21"/>
                    <a:pt x="284" y="21"/>
                  </a:cubicBezTo>
                  <a:cubicBezTo>
                    <a:pt x="284" y="21"/>
                    <a:pt x="284" y="20"/>
                    <a:pt x="284" y="20"/>
                  </a:cubicBezTo>
                  <a:cubicBezTo>
                    <a:pt x="284" y="20"/>
                    <a:pt x="285" y="19"/>
                    <a:pt x="285" y="19"/>
                  </a:cubicBezTo>
                  <a:cubicBezTo>
                    <a:pt x="285" y="19"/>
                    <a:pt x="286" y="19"/>
                    <a:pt x="286" y="20"/>
                  </a:cubicBezTo>
                  <a:cubicBezTo>
                    <a:pt x="287" y="20"/>
                    <a:pt x="287" y="21"/>
                    <a:pt x="287" y="21"/>
                  </a:cubicBezTo>
                  <a:cubicBezTo>
                    <a:pt x="287" y="21"/>
                    <a:pt x="286" y="22"/>
                    <a:pt x="286" y="22"/>
                  </a:cubicBezTo>
                  <a:cubicBezTo>
                    <a:pt x="286" y="22"/>
                    <a:pt x="286" y="23"/>
                    <a:pt x="287" y="24"/>
                  </a:cubicBezTo>
                  <a:cubicBezTo>
                    <a:pt x="287" y="24"/>
                    <a:pt x="287" y="26"/>
                    <a:pt x="287" y="26"/>
                  </a:cubicBezTo>
                  <a:cubicBezTo>
                    <a:pt x="287" y="27"/>
                    <a:pt x="287" y="28"/>
                    <a:pt x="287" y="28"/>
                  </a:cubicBezTo>
                  <a:cubicBezTo>
                    <a:pt x="287" y="29"/>
                    <a:pt x="288" y="29"/>
                    <a:pt x="288" y="29"/>
                  </a:cubicBezTo>
                  <a:cubicBezTo>
                    <a:pt x="289" y="29"/>
                    <a:pt x="290" y="29"/>
                    <a:pt x="291" y="28"/>
                  </a:cubicBezTo>
                  <a:cubicBezTo>
                    <a:pt x="291" y="28"/>
                    <a:pt x="291" y="27"/>
                    <a:pt x="291" y="27"/>
                  </a:cubicBezTo>
                  <a:cubicBezTo>
                    <a:pt x="292" y="27"/>
                    <a:pt x="292" y="27"/>
                    <a:pt x="293" y="27"/>
                  </a:cubicBezTo>
                  <a:cubicBezTo>
                    <a:pt x="293" y="27"/>
                    <a:pt x="294" y="28"/>
                    <a:pt x="294" y="29"/>
                  </a:cubicBezTo>
                  <a:cubicBezTo>
                    <a:pt x="295" y="29"/>
                    <a:pt x="296" y="29"/>
                    <a:pt x="296" y="29"/>
                  </a:cubicBezTo>
                  <a:cubicBezTo>
                    <a:pt x="297" y="30"/>
                    <a:pt x="298" y="30"/>
                    <a:pt x="299" y="30"/>
                  </a:cubicBezTo>
                  <a:cubicBezTo>
                    <a:pt x="299" y="31"/>
                    <a:pt x="300" y="33"/>
                    <a:pt x="301" y="33"/>
                  </a:cubicBezTo>
                  <a:cubicBezTo>
                    <a:pt x="301" y="33"/>
                    <a:pt x="301" y="32"/>
                    <a:pt x="301" y="32"/>
                  </a:cubicBezTo>
                  <a:cubicBezTo>
                    <a:pt x="302" y="32"/>
                    <a:pt x="302" y="31"/>
                    <a:pt x="302" y="30"/>
                  </a:cubicBezTo>
                  <a:cubicBezTo>
                    <a:pt x="302" y="30"/>
                    <a:pt x="302" y="29"/>
                    <a:pt x="302" y="29"/>
                  </a:cubicBezTo>
                  <a:cubicBezTo>
                    <a:pt x="302" y="28"/>
                    <a:pt x="303" y="27"/>
                    <a:pt x="304" y="27"/>
                  </a:cubicBezTo>
                  <a:cubicBezTo>
                    <a:pt x="304" y="27"/>
                    <a:pt x="306" y="28"/>
                    <a:pt x="306" y="28"/>
                  </a:cubicBezTo>
                  <a:cubicBezTo>
                    <a:pt x="307" y="28"/>
                    <a:pt x="309" y="28"/>
                    <a:pt x="309" y="28"/>
                  </a:cubicBezTo>
                  <a:cubicBezTo>
                    <a:pt x="310" y="28"/>
                    <a:pt x="311" y="27"/>
                    <a:pt x="311" y="27"/>
                  </a:cubicBezTo>
                  <a:cubicBezTo>
                    <a:pt x="312" y="27"/>
                    <a:pt x="313" y="28"/>
                    <a:pt x="313" y="28"/>
                  </a:cubicBezTo>
                  <a:cubicBezTo>
                    <a:pt x="314" y="28"/>
                    <a:pt x="314" y="29"/>
                    <a:pt x="314" y="29"/>
                  </a:cubicBezTo>
                  <a:cubicBezTo>
                    <a:pt x="315" y="29"/>
                    <a:pt x="316" y="29"/>
                    <a:pt x="316" y="29"/>
                  </a:cubicBezTo>
                  <a:cubicBezTo>
                    <a:pt x="317" y="28"/>
                    <a:pt x="316" y="27"/>
                    <a:pt x="316" y="26"/>
                  </a:cubicBezTo>
                  <a:cubicBezTo>
                    <a:pt x="317" y="26"/>
                    <a:pt x="317" y="25"/>
                    <a:pt x="318" y="25"/>
                  </a:cubicBezTo>
                  <a:cubicBezTo>
                    <a:pt x="319" y="24"/>
                    <a:pt x="321" y="24"/>
                    <a:pt x="321" y="24"/>
                  </a:cubicBezTo>
                  <a:cubicBezTo>
                    <a:pt x="322" y="23"/>
                    <a:pt x="322" y="22"/>
                    <a:pt x="322" y="22"/>
                  </a:cubicBezTo>
                  <a:cubicBezTo>
                    <a:pt x="322" y="21"/>
                    <a:pt x="323" y="20"/>
                    <a:pt x="324" y="19"/>
                  </a:cubicBezTo>
                  <a:cubicBezTo>
                    <a:pt x="324" y="19"/>
                    <a:pt x="325" y="19"/>
                    <a:pt x="326" y="18"/>
                  </a:cubicBezTo>
                  <a:cubicBezTo>
                    <a:pt x="326" y="18"/>
                    <a:pt x="327" y="18"/>
                    <a:pt x="328" y="17"/>
                  </a:cubicBezTo>
                  <a:cubicBezTo>
                    <a:pt x="328" y="17"/>
                    <a:pt x="329" y="16"/>
                    <a:pt x="329" y="16"/>
                  </a:cubicBezTo>
                  <a:cubicBezTo>
                    <a:pt x="330" y="16"/>
                    <a:pt x="330" y="14"/>
                    <a:pt x="330" y="14"/>
                  </a:cubicBezTo>
                  <a:cubicBezTo>
                    <a:pt x="330" y="13"/>
                    <a:pt x="331" y="13"/>
                    <a:pt x="332" y="13"/>
                  </a:cubicBezTo>
                  <a:cubicBezTo>
                    <a:pt x="332" y="13"/>
                    <a:pt x="333" y="14"/>
                    <a:pt x="333" y="14"/>
                  </a:cubicBezTo>
                  <a:cubicBezTo>
                    <a:pt x="333" y="14"/>
                    <a:pt x="334" y="15"/>
                    <a:pt x="335" y="15"/>
                  </a:cubicBezTo>
                  <a:cubicBezTo>
                    <a:pt x="335" y="15"/>
                    <a:pt x="337" y="14"/>
                    <a:pt x="338" y="13"/>
                  </a:cubicBezTo>
                  <a:cubicBezTo>
                    <a:pt x="338" y="13"/>
                    <a:pt x="339" y="12"/>
                    <a:pt x="340" y="12"/>
                  </a:cubicBezTo>
                  <a:cubicBezTo>
                    <a:pt x="341" y="11"/>
                    <a:pt x="343" y="11"/>
                    <a:pt x="344" y="11"/>
                  </a:cubicBezTo>
                  <a:cubicBezTo>
                    <a:pt x="344" y="11"/>
                    <a:pt x="345" y="12"/>
                    <a:pt x="345" y="12"/>
                  </a:cubicBezTo>
                  <a:cubicBezTo>
                    <a:pt x="345" y="12"/>
                    <a:pt x="345" y="13"/>
                    <a:pt x="345" y="14"/>
                  </a:cubicBezTo>
                  <a:cubicBezTo>
                    <a:pt x="345" y="14"/>
                    <a:pt x="344" y="15"/>
                    <a:pt x="344" y="16"/>
                  </a:cubicBezTo>
                  <a:cubicBezTo>
                    <a:pt x="344" y="16"/>
                    <a:pt x="345" y="17"/>
                    <a:pt x="346" y="18"/>
                  </a:cubicBezTo>
                  <a:cubicBezTo>
                    <a:pt x="346" y="18"/>
                    <a:pt x="347" y="19"/>
                    <a:pt x="347" y="19"/>
                  </a:cubicBezTo>
                  <a:cubicBezTo>
                    <a:pt x="347" y="19"/>
                    <a:pt x="348" y="19"/>
                    <a:pt x="349" y="19"/>
                  </a:cubicBezTo>
                  <a:cubicBezTo>
                    <a:pt x="349" y="18"/>
                    <a:pt x="350" y="17"/>
                    <a:pt x="351" y="17"/>
                  </a:cubicBezTo>
                  <a:cubicBezTo>
                    <a:pt x="351" y="16"/>
                    <a:pt x="353" y="16"/>
                    <a:pt x="353" y="16"/>
                  </a:cubicBezTo>
                  <a:cubicBezTo>
                    <a:pt x="354" y="15"/>
                    <a:pt x="355" y="14"/>
                    <a:pt x="356" y="15"/>
                  </a:cubicBezTo>
                  <a:cubicBezTo>
                    <a:pt x="357" y="15"/>
                    <a:pt x="358" y="16"/>
                    <a:pt x="358" y="16"/>
                  </a:cubicBezTo>
                  <a:cubicBezTo>
                    <a:pt x="359" y="16"/>
                    <a:pt x="360" y="17"/>
                    <a:pt x="360" y="17"/>
                  </a:cubicBezTo>
                  <a:cubicBezTo>
                    <a:pt x="360" y="17"/>
                    <a:pt x="361" y="17"/>
                    <a:pt x="362" y="17"/>
                  </a:cubicBezTo>
                  <a:cubicBezTo>
                    <a:pt x="362" y="18"/>
                    <a:pt x="362" y="19"/>
                    <a:pt x="363" y="19"/>
                  </a:cubicBezTo>
                  <a:cubicBezTo>
                    <a:pt x="363" y="19"/>
                    <a:pt x="364" y="20"/>
                    <a:pt x="365" y="20"/>
                  </a:cubicBezTo>
                  <a:cubicBezTo>
                    <a:pt x="365" y="20"/>
                    <a:pt x="366" y="19"/>
                    <a:pt x="366" y="19"/>
                  </a:cubicBezTo>
                  <a:cubicBezTo>
                    <a:pt x="367" y="19"/>
                    <a:pt x="367" y="17"/>
                    <a:pt x="367" y="17"/>
                  </a:cubicBezTo>
                  <a:cubicBezTo>
                    <a:pt x="367" y="16"/>
                    <a:pt x="368" y="15"/>
                    <a:pt x="368" y="15"/>
                  </a:cubicBezTo>
                  <a:cubicBezTo>
                    <a:pt x="368" y="14"/>
                    <a:pt x="368" y="14"/>
                    <a:pt x="367" y="14"/>
                  </a:cubicBezTo>
                  <a:cubicBezTo>
                    <a:pt x="367" y="13"/>
                    <a:pt x="366" y="12"/>
                    <a:pt x="365" y="12"/>
                  </a:cubicBezTo>
                  <a:cubicBezTo>
                    <a:pt x="365" y="11"/>
                    <a:pt x="363" y="10"/>
                    <a:pt x="363" y="10"/>
                  </a:cubicBezTo>
                  <a:cubicBezTo>
                    <a:pt x="362" y="9"/>
                    <a:pt x="361" y="8"/>
                    <a:pt x="361" y="7"/>
                  </a:cubicBezTo>
                  <a:cubicBezTo>
                    <a:pt x="361" y="7"/>
                    <a:pt x="360" y="5"/>
                    <a:pt x="360" y="4"/>
                  </a:cubicBezTo>
                  <a:cubicBezTo>
                    <a:pt x="361" y="4"/>
                    <a:pt x="361" y="3"/>
                    <a:pt x="362" y="2"/>
                  </a:cubicBezTo>
                  <a:cubicBezTo>
                    <a:pt x="362" y="2"/>
                    <a:pt x="363" y="1"/>
                    <a:pt x="363" y="1"/>
                  </a:cubicBezTo>
                  <a:cubicBezTo>
                    <a:pt x="363" y="1"/>
                    <a:pt x="364" y="0"/>
                    <a:pt x="365" y="1"/>
                  </a:cubicBezTo>
                  <a:cubicBezTo>
                    <a:pt x="365" y="1"/>
                    <a:pt x="366" y="2"/>
                    <a:pt x="366" y="3"/>
                  </a:cubicBezTo>
                  <a:cubicBezTo>
                    <a:pt x="367" y="3"/>
                    <a:pt x="367" y="5"/>
                    <a:pt x="367" y="6"/>
                  </a:cubicBezTo>
                  <a:cubicBezTo>
                    <a:pt x="367" y="6"/>
                    <a:pt x="368" y="7"/>
                    <a:pt x="368" y="7"/>
                  </a:cubicBezTo>
                  <a:cubicBezTo>
                    <a:pt x="369" y="7"/>
                    <a:pt x="370" y="7"/>
                    <a:pt x="371" y="7"/>
                  </a:cubicBezTo>
                  <a:cubicBezTo>
                    <a:pt x="372" y="7"/>
                    <a:pt x="374" y="7"/>
                    <a:pt x="374" y="6"/>
                  </a:cubicBezTo>
                  <a:cubicBezTo>
                    <a:pt x="375" y="6"/>
                    <a:pt x="376" y="5"/>
                    <a:pt x="377" y="4"/>
                  </a:cubicBezTo>
                  <a:cubicBezTo>
                    <a:pt x="378" y="4"/>
                    <a:pt x="379" y="3"/>
                    <a:pt x="380" y="3"/>
                  </a:cubicBezTo>
                  <a:cubicBezTo>
                    <a:pt x="380" y="2"/>
                    <a:pt x="382" y="3"/>
                    <a:pt x="383" y="2"/>
                  </a:cubicBezTo>
                  <a:cubicBezTo>
                    <a:pt x="383" y="2"/>
                    <a:pt x="385" y="2"/>
                    <a:pt x="386" y="1"/>
                  </a:cubicBezTo>
                  <a:cubicBezTo>
                    <a:pt x="387" y="1"/>
                    <a:pt x="388" y="0"/>
                    <a:pt x="389" y="1"/>
                  </a:cubicBezTo>
                  <a:cubicBezTo>
                    <a:pt x="390" y="1"/>
                    <a:pt x="391" y="1"/>
                    <a:pt x="391" y="2"/>
                  </a:cubicBezTo>
                  <a:cubicBezTo>
                    <a:pt x="391" y="2"/>
                    <a:pt x="390" y="3"/>
                    <a:pt x="390" y="3"/>
                  </a:cubicBezTo>
                  <a:cubicBezTo>
                    <a:pt x="390" y="4"/>
                    <a:pt x="390" y="5"/>
                    <a:pt x="390" y="5"/>
                  </a:cubicBezTo>
                  <a:cubicBezTo>
                    <a:pt x="390" y="6"/>
                    <a:pt x="392" y="6"/>
                    <a:pt x="393" y="7"/>
                  </a:cubicBezTo>
                  <a:cubicBezTo>
                    <a:pt x="393" y="7"/>
                    <a:pt x="395" y="7"/>
                    <a:pt x="396" y="7"/>
                  </a:cubicBezTo>
                  <a:cubicBezTo>
                    <a:pt x="397" y="7"/>
                    <a:pt x="398" y="5"/>
                    <a:pt x="399" y="5"/>
                  </a:cubicBezTo>
                  <a:cubicBezTo>
                    <a:pt x="400" y="5"/>
                    <a:pt x="402" y="5"/>
                    <a:pt x="403" y="5"/>
                  </a:cubicBezTo>
                  <a:cubicBezTo>
                    <a:pt x="404" y="5"/>
                    <a:pt x="405" y="5"/>
                    <a:pt x="405" y="5"/>
                  </a:cubicBezTo>
                  <a:cubicBezTo>
                    <a:pt x="406" y="5"/>
                    <a:pt x="407" y="6"/>
                    <a:pt x="407" y="7"/>
                  </a:cubicBezTo>
                  <a:cubicBezTo>
                    <a:pt x="407" y="7"/>
                    <a:pt x="406" y="9"/>
                    <a:pt x="406" y="10"/>
                  </a:cubicBezTo>
                  <a:cubicBezTo>
                    <a:pt x="406" y="11"/>
                    <a:pt x="406" y="12"/>
                    <a:pt x="406" y="13"/>
                  </a:cubicBezTo>
                  <a:cubicBezTo>
                    <a:pt x="406" y="14"/>
                    <a:pt x="406" y="15"/>
                    <a:pt x="405" y="16"/>
                  </a:cubicBezTo>
                  <a:cubicBezTo>
                    <a:pt x="405" y="17"/>
                    <a:pt x="404" y="18"/>
                    <a:pt x="404" y="18"/>
                  </a:cubicBezTo>
                  <a:cubicBezTo>
                    <a:pt x="403" y="19"/>
                    <a:pt x="403" y="20"/>
                    <a:pt x="403" y="21"/>
                  </a:cubicBezTo>
                  <a:cubicBezTo>
                    <a:pt x="403" y="22"/>
                    <a:pt x="403" y="24"/>
                    <a:pt x="403" y="24"/>
                  </a:cubicBezTo>
                  <a:cubicBezTo>
                    <a:pt x="403" y="25"/>
                    <a:pt x="403" y="27"/>
                    <a:pt x="402" y="28"/>
                  </a:cubicBezTo>
                  <a:cubicBezTo>
                    <a:pt x="402" y="29"/>
                    <a:pt x="401" y="30"/>
                    <a:pt x="400" y="31"/>
                  </a:cubicBezTo>
                  <a:cubicBezTo>
                    <a:pt x="400" y="33"/>
                    <a:pt x="397" y="36"/>
                    <a:pt x="397" y="37"/>
                  </a:cubicBezTo>
                  <a:cubicBezTo>
                    <a:pt x="396" y="38"/>
                    <a:pt x="396" y="40"/>
                    <a:pt x="396" y="41"/>
                  </a:cubicBezTo>
                  <a:cubicBezTo>
                    <a:pt x="396" y="41"/>
                    <a:pt x="396" y="43"/>
                    <a:pt x="396" y="44"/>
                  </a:cubicBezTo>
                  <a:cubicBezTo>
                    <a:pt x="396" y="45"/>
                    <a:pt x="397" y="46"/>
                    <a:pt x="398" y="46"/>
                  </a:cubicBezTo>
                  <a:cubicBezTo>
                    <a:pt x="398" y="47"/>
                    <a:pt x="400" y="47"/>
                    <a:pt x="400" y="47"/>
                  </a:cubicBezTo>
                  <a:cubicBezTo>
                    <a:pt x="401" y="47"/>
                    <a:pt x="402" y="47"/>
                    <a:pt x="403" y="46"/>
                  </a:cubicBezTo>
                  <a:cubicBezTo>
                    <a:pt x="403" y="46"/>
                    <a:pt x="404" y="46"/>
                    <a:pt x="404" y="46"/>
                  </a:cubicBezTo>
                  <a:cubicBezTo>
                    <a:pt x="405" y="46"/>
                    <a:pt x="405" y="46"/>
                    <a:pt x="405" y="47"/>
                  </a:cubicBezTo>
                  <a:cubicBezTo>
                    <a:pt x="405" y="47"/>
                    <a:pt x="405" y="49"/>
                    <a:pt x="405" y="49"/>
                  </a:cubicBezTo>
                  <a:cubicBezTo>
                    <a:pt x="405" y="50"/>
                    <a:pt x="405" y="53"/>
                    <a:pt x="405" y="54"/>
                  </a:cubicBezTo>
                  <a:cubicBezTo>
                    <a:pt x="404" y="54"/>
                    <a:pt x="402" y="55"/>
                    <a:pt x="402" y="56"/>
                  </a:cubicBezTo>
                  <a:cubicBezTo>
                    <a:pt x="402" y="56"/>
                    <a:pt x="403" y="57"/>
                    <a:pt x="404" y="57"/>
                  </a:cubicBezTo>
                  <a:cubicBezTo>
                    <a:pt x="404" y="58"/>
                    <a:pt x="404" y="59"/>
                    <a:pt x="404" y="60"/>
                  </a:cubicBezTo>
                  <a:cubicBezTo>
                    <a:pt x="404" y="60"/>
                    <a:pt x="403" y="61"/>
                    <a:pt x="403" y="62"/>
                  </a:cubicBezTo>
                  <a:cubicBezTo>
                    <a:pt x="402" y="63"/>
                    <a:pt x="402" y="66"/>
                    <a:pt x="402" y="67"/>
                  </a:cubicBezTo>
                  <a:cubicBezTo>
                    <a:pt x="401" y="68"/>
                    <a:pt x="400" y="70"/>
                    <a:pt x="400" y="71"/>
                  </a:cubicBezTo>
                  <a:cubicBezTo>
                    <a:pt x="398" y="74"/>
                    <a:pt x="395" y="78"/>
                    <a:pt x="393" y="80"/>
                  </a:cubicBezTo>
                  <a:cubicBezTo>
                    <a:pt x="392" y="82"/>
                    <a:pt x="389" y="86"/>
                    <a:pt x="388" y="87"/>
                  </a:cubicBezTo>
                  <a:cubicBezTo>
                    <a:pt x="387" y="88"/>
                    <a:pt x="385" y="89"/>
                    <a:pt x="384" y="90"/>
                  </a:cubicBezTo>
                  <a:cubicBezTo>
                    <a:pt x="383" y="90"/>
                    <a:pt x="380" y="90"/>
                    <a:pt x="379" y="91"/>
                  </a:cubicBezTo>
                  <a:cubicBezTo>
                    <a:pt x="377" y="91"/>
                    <a:pt x="375" y="93"/>
                    <a:pt x="374" y="94"/>
                  </a:cubicBezTo>
                  <a:cubicBezTo>
                    <a:pt x="373" y="95"/>
                    <a:pt x="370" y="95"/>
                    <a:pt x="368" y="96"/>
                  </a:cubicBezTo>
                  <a:cubicBezTo>
                    <a:pt x="367" y="97"/>
                    <a:pt x="365" y="99"/>
                    <a:pt x="364" y="100"/>
                  </a:cubicBezTo>
                  <a:cubicBezTo>
                    <a:pt x="363" y="101"/>
                    <a:pt x="361" y="103"/>
                    <a:pt x="361" y="104"/>
                  </a:cubicBezTo>
                  <a:cubicBezTo>
                    <a:pt x="359" y="106"/>
                    <a:pt x="358" y="110"/>
                    <a:pt x="357" y="112"/>
                  </a:cubicBezTo>
                  <a:cubicBezTo>
                    <a:pt x="355" y="114"/>
                    <a:pt x="352" y="119"/>
                    <a:pt x="350" y="121"/>
                  </a:cubicBezTo>
                  <a:cubicBezTo>
                    <a:pt x="349" y="123"/>
                    <a:pt x="345" y="126"/>
                    <a:pt x="343" y="127"/>
                  </a:cubicBezTo>
                  <a:cubicBezTo>
                    <a:pt x="340" y="129"/>
                    <a:pt x="335" y="133"/>
                    <a:pt x="333" y="135"/>
                  </a:cubicBezTo>
                  <a:cubicBezTo>
                    <a:pt x="331" y="137"/>
                    <a:pt x="327" y="141"/>
                    <a:pt x="325" y="143"/>
                  </a:cubicBezTo>
                  <a:cubicBezTo>
                    <a:pt x="325" y="143"/>
                    <a:pt x="323" y="145"/>
                    <a:pt x="322" y="145"/>
                  </a:cubicBezTo>
                  <a:cubicBezTo>
                    <a:pt x="321" y="146"/>
                    <a:pt x="320" y="147"/>
                    <a:pt x="319" y="148"/>
                  </a:cubicBezTo>
                  <a:cubicBezTo>
                    <a:pt x="318" y="148"/>
                    <a:pt x="317" y="148"/>
                    <a:pt x="316" y="148"/>
                  </a:cubicBezTo>
                  <a:cubicBezTo>
                    <a:pt x="316" y="149"/>
                    <a:pt x="315" y="150"/>
                    <a:pt x="314" y="150"/>
                  </a:cubicBezTo>
                  <a:cubicBezTo>
                    <a:pt x="314" y="151"/>
                    <a:pt x="313" y="153"/>
                    <a:pt x="312" y="153"/>
                  </a:cubicBezTo>
                  <a:cubicBezTo>
                    <a:pt x="312" y="155"/>
                    <a:pt x="312" y="157"/>
                    <a:pt x="312" y="158"/>
                  </a:cubicBezTo>
                  <a:cubicBezTo>
                    <a:pt x="311" y="159"/>
                    <a:pt x="310" y="162"/>
                    <a:pt x="309" y="163"/>
                  </a:cubicBezTo>
                  <a:cubicBezTo>
                    <a:pt x="309" y="164"/>
                    <a:pt x="308" y="166"/>
                    <a:pt x="307" y="166"/>
                  </a:cubicBezTo>
                  <a:cubicBezTo>
                    <a:pt x="306" y="167"/>
                    <a:pt x="304" y="168"/>
                    <a:pt x="303" y="168"/>
                  </a:cubicBezTo>
                  <a:cubicBezTo>
                    <a:pt x="302" y="169"/>
                    <a:pt x="300" y="168"/>
                    <a:pt x="299" y="168"/>
                  </a:cubicBezTo>
                  <a:cubicBezTo>
                    <a:pt x="298" y="168"/>
                    <a:pt x="295" y="168"/>
                    <a:pt x="294" y="169"/>
                  </a:cubicBezTo>
                  <a:cubicBezTo>
                    <a:pt x="293" y="169"/>
                    <a:pt x="291" y="170"/>
                    <a:pt x="290" y="171"/>
                  </a:cubicBezTo>
                  <a:cubicBezTo>
                    <a:pt x="289" y="172"/>
                    <a:pt x="289" y="175"/>
                    <a:pt x="289" y="176"/>
                  </a:cubicBezTo>
                  <a:cubicBezTo>
                    <a:pt x="288" y="177"/>
                    <a:pt x="288" y="178"/>
                    <a:pt x="287" y="179"/>
                  </a:cubicBezTo>
                  <a:cubicBezTo>
                    <a:pt x="287" y="179"/>
                    <a:pt x="286" y="180"/>
                    <a:pt x="286" y="180"/>
                  </a:cubicBezTo>
                  <a:cubicBezTo>
                    <a:pt x="286" y="180"/>
                    <a:pt x="285" y="180"/>
                    <a:pt x="285" y="180"/>
                  </a:cubicBezTo>
                  <a:cubicBezTo>
                    <a:pt x="284" y="179"/>
                    <a:pt x="284" y="178"/>
                    <a:pt x="284" y="178"/>
                  </a:cubicBezTo>
                  <a:cubicBezTo>
                    <a:pt x="284" y="177"/>
                    <a:pt x="285" y="176"/>
                    <a:pt x="285" y="176"/>
                  </a:cubicBezTo>
                  <a:cubicBezTo>
                    <a:pt x="285" y="176"/>
                    <a:pt x="285" y="175"/>
                    <a:pt x="285" y="175"/>
                  </a:cubicBezTo>
                  <a:cubicBezTo>
                    <a:pt x="284" y="175"/>
                    <a:pt x="283" y="176"/>
                    <a:pt x="283" y="176"/>
                  </a:cubicBezTo>
                  <a:cubicBezTo>
                    <a:pt x="282" y="176"/>
                    <a:pt x="282" y="175"/>
                    <a:pt x="282" y="175"/>
                  </a:cubicBezTo>
                  <a:cubicBezTo>
                    <a:pt x="281" y="175"/>
                    <a:pt x="281" y="174"/>
                    <a:pt x="280" y="175"/>
                  </a:cubicBezTo>
                  <a:cubicBezTo>
                    <a:pt x="280" y="175"/>
                    <a:pt x="280" y="176"/>
                    <a:pt x="280" y="176"/>
                  </a:cubicBezTo>
                  <a:cubicBezTo>
                    <a:pt x="280" y="177"/>
                    <a:pt x="281" y="178"/>
                    <a:pt x="281" y="178"/>
                  </a:cubicBezTo>
                  <a:cubicBezTo>
                    <a:pt x="281" y="179"/>
                    <a:pt x="282" y="180"/>
                    <a:pt x="283" y="180"/>
                  </a:cubicBezTo>
                  <a:cubicBezTo>
                    <a:pt x="283" y="181"/>
                    <a:pt x="285" y="181"/>
                    <a:pt x="285" y="182"/>
                  </a:cubicBezTo>
                  <a:cubicBezTo>
                    <a:pt x="286" y="182"/>
                    <a:pt x="287" y="183"/>
                    <a:pt x="287" y="183"/>
                  </a:cubicBezTo>
                  <a:cubicBezTo>
                    <a:pt x="288" y="184"/>
                    <a:pt x="288" y="185"/>
                    <a:pt x="289" y="185"/>
                  </a:cubicBezTo>
                  <a:cubicBezTo>
                    <a:pt x="289" y="186"/>
                    <a:pt x="289" y="187"/>
                    <a:pt x="288" y="188"/>
                  </a:cubicBezTo>
                  <a:cubicBezTo>
                    <a:pt x="288" y="188"/>
                    <a:pt x="287" y="189"/>
                    <a:pt x="287" y="189"/>
                  </a:cubicBezTo>
                  <a:cubicBezTo>
                    <a:pt x="286" y="190"/>
                    <a:pt x="286" y="192"/>
                    <a:pt x="286" y="193"/>
                  </a:cubicBezTo>
                  <a:cubicBezTo>
                    <a:pt x="285" y="194"/>
                    <a:pt x="285" y="195"/>
                    <a:pt x="285" y="195"/>
                  </a:cubicBezTo>
                  <a:cubicBezTo>
                    <a:pt x="284" y="196"/>
                    <a:pt x="283" y="196"/>
                    <a:pt x="283" y="196"/>
                  </a:cubicBezTo>
                  <a:cubicBezTo>
                    <a:pt x="282" y="196"/>
                    <a:pt x="281" y="195"/>
                    <a:pt x="280" y="195"/>
                  </a:cubicBezTo>
                  <a:cubicBezTo>
                    <a:pt x="280" y="195"/>
                    <a:pt x="278" y="195"/>
                    <a:pt x="277" y="196"/>
                  </a:cubicBezTo>
                  <a:cubicBezTo>
                    <a:pt x="276" y="196"/>
                    <a:pt x="275" y="197"/>
                    <a:pt x="275" y="198"/>
                  </a:cubicBezTo>
                  <a:cubicBezTo>
                    <a:pt x="274" y="198"/>
                    <a:pt x="272" y="198"/>
                    <a:pt x="271" y="197"/>
                  </a:cubicBezTo>
                  <a:cubicBezTo>
                    <a:pt x="271" y="197"/>
                    <a:pt x="271" y="197"/>
                    <a:pt x="271" y="196"/>
                  </a:cubicBezTo>
                  <a:cubicBezTo>
                    <a:pt x="271" y="196"/>
                    <a:pt x="271" y="196"/>
                    <a:pt x="272" y="196"/>
                  </a:cubicBezTo>
                  <a:cubicBezTo>
                    <a:pt x="272" y="195"/>
                    <a:pt x="272" y="195"/>
                    <a:pt x="272" y="195"/>
                  </a:cubicBezTo>
                  <a:cubicBezTo>
                    <a:pt x="272" y="194"/>
                    <a:pt x="272" y="194"/>
                    <a:pt x="271" y="194"/>
                  </a:cubicBezTo>
                  <a:cubicBezTo>
                    <a:pt x="271" y="194"/>
                    <a:pt x="270" y="194"/>
                    <a:pt x="270" y="194"/>
                  </a:cubicBezTo>
                  <a:cubicBezTo>
                    <a:pt x="269" y="195"/>
                    <a:pt x="268" y="195"/>
                    <a:pt x="267" y="195"/>
                  </a:cubicBezTo>
                  <a:cubicBezTo>
                    <a:pt x="266" y="195"/>
                    <a:pt x="265" y="194"/>
                    <a:pt x="265" y="193"/>
                  </a:cubicBezTo>
                  <a:cubicBezTo>
                    <a:pt x="264" y="193"/>
                    <a:pt x="263" y="193"/>
                    <a:pt x="262" y="193"/>
                  </a:cubicBezTo>
                  <a:cubicBezTo>
                    <a:pt x="261" y="193"/>
                    <a:pt x="259" y="193"/>
                    <a:pt x="258" y="193"/>
                  </a:cubicBezTo>
                  <a:cubicBezTo>
                    <a:pt x="257" y="194"/>
                    <a:pt x="256" y="195"/>
                    <a:pt x="255" y="195"/>
                  </a:cubicBezTo>
                  <a:cubicBezTo>
                    <a:pt x="255" y="195"/>
                    <a:pt x="254" y="195"/>
                    <a:pt x="253" y="195"/>
                  </a:cubicBezTo>
                  <a:cubicBezTo>
                    <a:pt x="253" y="195"/>
                    <a:pt x="251" y="195"/>
                    <a:pt x="251" y="194"/>
                  </a:cubicBezTo>
                  <a:cubicBezTo>
                    <a:pt x="251" y="194"/>
                    <a:pt x="250" y="193"/>
                    <a:pt x="250" y="193"/>
                  </a:cubicBezTo>
                  <a:cubicBezTo>
                    <a:pt x="249" y="192"/>
                    <a:pt x="248" y="192"/>
                    <a:pt x="248" y="192"/>
                  </a:cubicBezTo>
                  <a:cubicBezTo>
                    <a:pt x="248" y="191"/>
                    <a:pt x="247" y="190"/>
                    <a:pt x="246" y="189"/>
                  </a:cubicBezTo>
                  <a:cubicBezTo>
                    <a:pt x="246" y="189"/>
                    <a:pt x="245" y="188"/>
                    <a:pt x="245" y="188"/>
                  </a:cubicBezTo>
                  <a:cubicBezTo>
                    <a:pt x="244" y="188"/>
                    <a:pt x="243" y="187"/>
                    <a:pt x="243" y="186"/>
                  </a:cubicBezTo>
                  <a:cubicBezTo>
                    <a:pt x="242" y="186"/>
                    <a:pt x="242" y="185"/>
                    <a:pt x="241" y="184"/>
                  </a:cubicBezTo>
                  <a:cubicBezTo>
                    <a:pt x="241" y="184"/>
                    <a:pt x="240" y="183"/>
                    <a:pt x="240" y="183"/>
                  </a:cubicBezTo>
                  <a:cubicBezTo>
                    <a:pt x="239" y="183"/>
                    <a:pt x="239" y="184"/>
                    <a:pt x="239" y="184"/>
                  </a:cubicBezTo>
                  <a:cubicBezTo>
                    <a:pt x="239" y="184"/>
                    <a:pt x="239" y="185"/>
                    <a:pt x="240" y="186"/>
                  </a:cubicBezTo>
                  <a:cubicBezTo>
                    <a:pt x="240" y="186"/>
                    <a:pt x="241" y="187"/>
                    <a:pt x="241" y="187"/>
                  </a:cubicBezTo>
                  <a:cubicBezTo>
                    <a:pt x="242" y="188"/>
                    <a:pt x="243" y="189"/>
                    <a:pt x="243" y="189"/>
                  </a:cubicBezTo>
                  <a:cubicBezTo>
                    <a:pt x="244" y="189"/>
                    <a:pt x="245" y="190"/>
                    <a:pt x="245" y="190"/>
                  </a:cubicBezTo>
                  <a:cubicBezTo>
                    <a:pt x="245" y="191"/>
                    <a:pt x="246" y="192"/>
                    <a:pt x="246" y="192"/>
                  </a:cubicBezTo>
                  <a:cubicBezTo>
                    <a:pt x="247" y="193"/>
                    <a:pt x="248" y="194"/>
                    <a:pt x="248" y="194"/>
                  </a:cubicBezTo>
                  <a:cubicBezTo>
                    <a:pt x="249" y="195"/>
                    <a:pt x="250" y="196"/>
                    <a:pt x="250" y="196"/>
                  </a:cubicBezTo>
                  <a:cubicBezTo>
                    <a:pt x="250" y="197"/>
                    <a:pt x="252" y="197"/>
                    <a:pt x="252" y="197"/>
                  </a:cubicBezTo>
                  <a:cubicBezTo>
                    <a:pt x="253" y="198"/>
                    <a:pt x="255" y="198"/>
                    <a:pt x="255" y="197"/>
                  </a:cubicBezTo>
                  <a:cubicBezTo>
                    <a:pt x="256" y="197"/>
                    <a:pt x="257" y="196"/>
                    <a:pt x="257" y="196"/>
                  </a:cubicBezTo>
                  <a:cubicBezTo>
                    <a:pt x="258" y="196"/>
                    <a:pt x="260" y="196"/>
                    <a:pt x="261" y="196"/>
                  </a:cubicBezTo>
                  <a:cubicBezTo>
                    <a:pt x="262" y="196"/>
                    <a:pt x="263" y="196"/>
                    <a:pt x="264" y="196"/>
                  </a:cubicBezTo>
                  <a:cubicBezTo>
                    <a:pt x="265" y="197"/>
                    <a:pt x="266" y="198"/>
                    <a:pt x="266" y="199"/>
                  </a:cubicBezTo>
                  <a:cubicBezTo>
                    <a:pt x="267" y="199"/>
                    <a:pt x="267" y="200"/>
                    <a:pt x="268" y="200"/>
                  </a:cubicBezTo>
                  <a:cubicBezTo>
                    <a:pt x="268" y="200"/>
                    <a:pt x="269" y="199"/>
                    <a:pt x="269" y="199"/>
                  </a:cubicBezTo>
                  <a:cubicBezTo>
                    <a:pt x="270" y="199"/>
                    <a:pt x="270" y="198"/>
                    <a:pt x="271" y="198"/>
                  </a:cubicBezTo>
                  <a:cubicBezTo>
                    <a:pt x="271" y="198"/>
                    <a:pt x="272" y="199"/>
                    <a:pt x="273" y="199"/>
                  </a:cubicBezTo>
                  <a:cubicBezTo>
                    <a:pt x="274" y="199"/>
                    <a:pt x="276" y="200"/>
                    <a:pt x="276" y="201"/>
                  </a:cubicBezTo>
                  <a:cubicBezTo>
                    <a:pt x="277" y="202"/>
                    <a:pt x="278" y="204"/>
                    <a:pt x="279" y="205"/>
                  </a:cubicBezTo>
                  <a:cubicBezTo>
                    <a:pt x="280" y="205"/>
                    <a:pt x="281" y="205"/>
                    <a:pt x="282" y="205"/>
                  </a:cubicBezTo>
                  <a:cubicBezTo>
                    <a:pt x="282" y="205"/>
                    <a:pt x="283" y="204"/>
                    <a:pt x="284" y="204"/>
                  </a:cubicBezTo>
                  <a:cubicBezTo>
                    <a:pt x="284" y="204"/>
                    <a:pt x="285" y="202"/>
                    <a:pt x="285" y="202"/>
                  </a:cubicBezTo>
                  <a:cubicBezTo>
                    <a:pt x="286" y="201"/>
                    <a:pt x="289" y="200"/>
                    <a:pt x="290" y="199"/>
                  </a:cubicBezTo>
                  <a:cubicBezTo>
                    <a:pt x="290" y="199"/>
                    <a:pt x="291" y="199"/>
                    <a:pt x="292" y="199"/>
                  </a:cubicBezTo>
                  <a:cubicBezTo>
                    <a:pt x="292" y="199"/>
                    <a:pt x="293" y="200"/>
                    <a:pt x="294" y="201"/>
                  </a:cubicBezTo>
                  <a:cubicBezTo>
                    <a:pt x="294" y="201"/>
                    <a:pt x="295" y="201"/>
                    <a:pt x="295" y="202"/>
                  </a:cubicBezTo>
                  <a:cubicBezTo>
                    <a:pt x="296" y="202"/>
                    <a:pt x="295" y="203"/>
                    <a:pt x="295" y="203"/>
                  </a:cubicBezTo>
                  <a:cubicBezTo>
                    <a:pt x="295" y="203"/>
                    <a:pt x="294" y="204"/>
                    <a:pt x="294" y="204"/>
                  </a:cubicBezTo>
                  <a:cubicBezTo>
                    <a:pt x="293" y="204"/>
                    <a:pt x="293" y="205"/>
                    <a:pt x="293" y="206"/>
                  </a:cubicBezTo>
                  <a:cubicBezTo>
                    <a:pt x="293" y="206"/>
                    <a:pt x="294" y="206"/>
                    <a:pt x="294" y="206"/>
                  </a:cubicBezTo>
                  <a:cubicBezTo>
                    <a:pt x="294" y="206"/>
                    <a:pt x="295" y="205"/>
                    <a:pt x="296" y="205"/>
                  </a:cubicBezTo>
                  <a:cubicBezTo>
                    <a:pt x="296" y="204"/>
                    <a:pt x="298" y="204"/>
                    <a:pt x="298" y="203"/>
                  </a:cubicBezTo>
                  <a:cubicBezTo>
                    <a:pt x="299" y="203"/>
                    <a:pt x="300" y="203"/>
                    <a:pt x="301" y="203"/>
                  </a:cubicBezTo>
                  <a:cubicBezTo>
                    <a:pt x="302" y="203"/>
                    <a:pt x="304" y="203"/>
                    <a:pt x="305" y="203"/>
                  </a:cubicBezTo>
                  <a:cubicBezTo>
                    <a:pt x="306" y="202"/>
                    <a:pt x="308" y="201"/>
                    <a:pt x="309" y="200"/>
                  </a:cubicBezTo>
                  <a:cubicBezTo>
                    <a:pt x="310" y="199"/>
                    <a:pt x="311" y="198"/>
                    <a:pt x="312" y="197"/>
                  </a:cubicBezTo>
                  <a:cubicBezTo>
                    <a:pt x="312" y="197"/>
                    <a:pt x="313" y="195"/>
                    <a:pt x="314" y="194"/>
                  </a:cubicBezTo>
                  <a:cubicBezTo>
                    <a:pt x="314" y="194"/>
                    <a:pt x="315" y="194"/>
                    <a:pt x="316" y="194"/>
                  </a:cubicBezTo>
                  <a:cubicBezTo>
                    <a:pt x="316" y="195"/>
                    <a:pt x="317" y="195"/>
                    <a:pt x="317" y="195"/>
                  </a:cubicBezTo>
                  <a:cubicBezTo>
                    <a:pt x="317" y="196"/>
                    <a:pt x="316" y="197"/>
                    <a:pt x="316" y="197"/>
                  </a:cubicBezTo>
                  <a:cubicBezTo>
                    <a:pt x="315" y="199"/>
                    <a:pt x="314" y="201"/>
                    <a:pt x="313" y="202"/>
                  </a:cubicBezTo>
                  <a:cubicBezTo>
                    <a:pt x="313" y="203"/>
                    <a:pt x="312" y="205"/>
                    <a:pt x="311" y="207"/>
                  </a:cubicBezTo>
                  <a:cubicBezTo>
                    <a:pt x="310" y="208"/>
                    <a:pt x="309" y="212"/>
                    <a:pt x="309" y="213"/>
                  </a:cubicBezTo>
                  <a:cubicBezTo>
                    <a:pt x="308" y="215"/>
                    <a:pt x="307" y="217"/>
                    <a:pt x="306" y="218"/>
                  </a:cubicBezTo>
                  <a:cubicBezTo>
                    <a:pt x="304" y="220"/>
                    <a:pt x="301" y="222"/>
                    <a:pt x="300" y="223"/>
                  </a:cubicBezTo>
                  <a:cubicBezTo>
                    <a:pt x="299" y="224"/>
                    <a:pt x="297" y="224"/>
                    <a:pt x="296" y="225"/>
                  </a:cubicBezTo>
                  <a:cubicBezTo>
                    <a:pt x="295" y="226"/>
                    <a:pt x="295" y="229"/>
                    <a:pt x="294" y="230"/>
                  </a:cubicBezTo>
                  <a:cubicBezTo>
                    <a:pt x="293" y="231"/>
                    <a:pt x="292" y="234"/>
                    <a:pt x="291" y="234"/>
                  </a:cubicBezTo>
                  <a:cubicBezTo>
                    <a:pt x="291" y="235"/>
                    <a:pt x="289" y="235"/>
                    <a:pt x="288" y="235"/>
                  </a:cubicBezTo>
                  <a:cubicBezTo>
                    <a:pt x="288" y="235"/>
                    <a:pt x="287" y="235"/>
                    <a:pt x="287" y="234"/>
                  </a:cubicBezTo>
                  <a:cubicBezTo>
                    <a:pt x="286" y="234"/>
                    <a:pt x="285" y="234"/>
                    <a:pt x="285" y="233"/>
                  </a:cubicBezTo>
                  <a:cubicBezTo>
                    <a:pt x="284" y="233"/>
                    <a:pt x="284" y="231"/>
                    <a:pt x="284" y="231"/>
                  </a:cubicBezTo>
                  <a:cubicBezTo>
                    <a:pt x="284" y="230"/>
                    <a:pt x="284" y="229"/>
                    <a:pt x="285" y="228"/>
                  </a:cubicBezTo>
                  <a:cubicBezTo>
                    <a:pt x="285" y="228"/>
                    <a:pt x="285" y="227"/>
                    <a:pt x="285" y="227"/>
                  </a:cubicBezTo>
                  <a:cubicBezTo>
                    <a:pt x="285" y="226"/>
                    <a:pt x="284" y="225"/>
                    <a:pt x="284" y="225"/>
                  </a:cubicBezTo>
                  <a:cubicBezTo>
                    <a:pt x="283" y="225"/>
                    <a:pt x="283" y="226"/>
                    <a:pt x="282" y="226"/>
                  </a:cubicBezTo>
                  <a:cubicBezTo>
                    <a:pt x="282" y="227"/>
                    <a:pt x="281" y="227"/>
                    <a:pt x="280" y="228"/>
                  </a:cubicBezTo>
                  <a:cubicBezTo>
                    <a:pt x="279" y="228"/>
                    <a:pt x="278" y="228"/>
                    <a:pt x="277" y="228"/>
                  </a:cubicBezTo>
                  <a:cubicBezTo>
                    <a:pt x="277" y="229"/>
                    <a:pt x="276" y="230"/>
                    <a:pt x="275" y="230"/>
                  </a:cubicBezTo>
                  <a:cubicBezTo>
                    <a:pt x="274" y="231"/>
                    <a:pt x="273" y="233"/>
                    <a:pt x="272" y="233"/>
                  </a:cubicBezTo>
                  <a:cubicBezTo>
                    <a:pt x="271" y="234"/>
                    <a:pt x="269" y="235"/>
                    <a:pt x="269" y="235"/>
                  </a:cubicBezTo>
                  <a:cubicBezTo>
                    <a:pt x="268" y="235"/>
                    <a:pt x="266" y="235"/>
                    <a:pt x="265" y="235"/>
                  </a:cubicBezTo>
                  <a:cubicBezTo>
                    <a:pt x="265" y="235"/>
                    <a:pt x="264" y="234"/>
                    <a:pt x="263" y="234"/>
                  </a:cubicBezTo>
                  <a:cubicBezTo>
                    <a:pt x="263" y="234"/>
                    <a:pt x="262" y="235"/>
                    <a:pt x="262" y="235"/>
                  </a:cubicBezTo>
                  <a:cubicBezTo>
                    <a:pt x="261" y="235"/>
                    <a:pt x="259" y="236"/>
                    <a:pt x="258" y="236"/>
                  </a:cubicBezTo>
                  <a:cubicBezTo>
                    <a:pt x="257" y="236"/>
                    <a:pt x="256" y="236"/>
                    <a:pt x="255" y="236"/>
                  </a:cubicBezTo>
                  <a:cubicBezTo>
                    <a:pt x="254" y="236"/>
                    <a:pt x="253" y="237"/>
                    <a:pt x="253" y="238"/>
                  </a:cubicBezTo>
                  <a:cubicBezTo>
                    <a:pt x="252" y="239"/>
                    <a:pt x="251" y="241"/>
                    <a:pt x="251" y="242"/>
                  </a:cubicBezTo>
                  <a:cubicBezTo>
                    <a:pt x="250" y="242"/>
                    <a:pt x="250" y="243"/>
                    <a:pt x="249" y="244"/>
                  </a:cubicBezTo>
                  <a:cubicBezTo>
                    <a:pt x="249" y="244"/>
                    <a:pt x="247" y="244"/>
                    <a:pt x="247" y="245"/>
                  </a:cubicBezTo>
                  <a:cubicBezTo>
                    <a:pt x="246" y="245"/>
                    <a:pt x="246" y="246"/>
                    <a:pt x="246" y="247"/>
                  </a:cubicBezTo>
                  <a:cubicBezTo>
                    <a:pt x="246" y="247"/>
                    <a:pt x="245" y="248"/>
                    <a:pt x="245" y="248"/>
                  </a:cubicBezTo>
                  <a:cubicBezTo>
                    <a:pt x="244" y="249"/>
                    <a:pt x="243" y="250"/>
                    <a:pt x="242" y="250"/>
                  </a:cubicBezTo>
                  <a:cubicBezTo>
                    <a:pt x="241" y="251"/>
                    <a:pt x="240" y="252"/>
                    <a:pt x="240" y="253"/>
                  </a:cubicBezTo>
                  <a:cubicBezTo>
                    <a:pt x="239" y="253"/>
                    <a:pt x="239" y="255"/>
                    <a:pt x="239" y="256"/>
                  </a:cubicBezTo>
                  <a:cubicBezTo>
                    <a:pt x="239" y="257"/>
                    <a:pt x="238" y="258"/>
                    <a:pt x="238" y="259"/>
                  </a:cubicBezTo>
                  <a:cubicBezTo>
                    <a:pt x="238" y="259"/>
                    <a:pt x="236" y="261"/>
                    <a:pt x="236" y="261"/>
                  </a:cubicBezTo>
                  <a:cubicBezTo>
                    <a:pt x="236" y="262"/>
                    <a:pt x="236" y="262"/>
                    <a:pt x="236" y="262"/>
                  </a:cubicBezTo>
                  <a:cubicBezTo>
                    <a:pt x="237" y="262"/>
                    <a:pt x="237" y="262"/>
                    <a:pt x="238" y="262"/>
                  </a:cubicBezTo>
                  <a:cubicBezTo>
                    <a:pt x="238" y="261"/>
                    <a:pt x="240" y="260"/>
                    <a:pt x="240" y="260"/>
                  </a:cubicBezTo>
                  <a:cubicBezTo>
                    <a:pt x="241" y="259"/>
                    <a:pt x="242" y="258"/>
                    <a:pt x="242" y="257"/>
                  </a:cubicBezTo>
                  <a:cubicBezTo>
                    <a:pt x="242" y="257"/>
                    <a:pt x="243" y="255"/>
                    <a:pt x="243" y="255"/>
                  </a:cubicBezTo>
                  <a:cubicBezTo>
                    <a:pt x="243" y="255"/>
                    <a:pt x="244" y="254"/>
                    <a:pt x="245" y="254"/>
                  </a:cubicBezTo>
                  <a:cubicBezTo>
                    <a:pt x="245" y="253"/>
                    <a:pt x="246" y="252"/>
                    <a:pt x="246" y="251"/>
                  </a:cubicBezTo>
                  <a:cubicBezTo>
                    <a:pt x="248" y="250"/>
                    <a:pt x="252" y="247"/>
                    <a:pt x="253" y="246"/>
                  </a:cubicBezTo>
                  <a:cubicBezTo>
                    <a:pt x="255" y="244"/>
                    <a:pt x="257" y="242"/>
                    <a:pt x="259" y="241"/>
                  </a:cubicBezTo>
                  <a:cubicBezTo>
                    <a:pt x="259" y="240"/>
                    <a:pt x="261" y="239"/>
                    <a:pt x="262" y="239"/>
                  </a:cubicBezTo>
                  <a:cubicBezTo>
                    <a:pt x="262" y="239"/>
                    <a:pt x="263" y="239"/>
                    <a:pt x="264" y="240"/>
                  </a:cubicBezTo>
                  <a:cubicBezTo>
                    <a:pt x="264" y="240"/>
                    <a:pt x="264" y="241"/>
                    <a:pt x="264" y="241"/>
                  </a:cubicBezTo>
                  <a:cubicBezTo>
                    <a:pt x="264" y="242"/>
                    <a:pt x="264" y="243"/>
                    <a:pt x="264" y="243"/>
                  </a:cubicBezTo>
                  <a:cubicBezTo>
                    <a:pt x="265" y="244"/>
                    <a:pt x="266" y="244"/>
                    <a:pt x="266" y="244"/>
                  </a:cubicBezTo>
                  <a:cubicBezTo>
                    <a:pt x="267" y="244"/>
                    <a:pt x="268" y="244"/>
                    <a:pt x="269" y="244"/>
                  </a:cubicBezTo>
                  <a:cubicBezTo>
                    <a:pt x="269" y="243"/>
                    <a:pt x="271" y="243"/>
                    <a:pt x="272" y="243"/>
                  </a:cubicBezTo>
                  <a:cubicBezTo>
                    <a:pt x="272" y="243"/>
                    <a:pt x="274" y="243"/>
                    <a:pt x="274" y="243"/>
                  </a:cubicBezTo>
                  <a:cubicBezTo>
                    <a:pt x="275" y="242"/>
                    <a:pt x="277" y="242"/>
                    <a:pt x="277" y="241"/>
                  </a:cubicBezTo>
                  <a:cubicBezTo>
                    <a:pt x="278" y="241"/>
                    <a:pt x="280" y="239"/>
                    <a:pt x="281" y="239"/>
                  </a:cubicBezTo>
                  <a:cubicBezTo>
                    <a:pt x="282" y="238"/>
                    <a:pt x="283" y="238"/>
                    <a:pt x="284" y="237"/>
                  </a:cubicBezTo>
                  <a:cubicBezTo>
                    <a:pt x="284" y="237"/>
                    <a:pt x="285" y="237"/>
                    <a:pt x="286" y="237"/>
                  </a:cubicBezTo>
                  <a:cubicBezTo>
                    <a:pt x="286" y="236"/>
                    <a:pt x="287" y="236"/>
                    <a:pt x="288" y="237"/>
                  </a:cubicBezTo>
                  <a:cubicBezTo>
                    <a:pt x="288" y="237"/>
                    <a:pt x="289" y="237"/>
                    <a:pt x="289" y="238"/>
                  </a:cubicBezTo>
                  <a:cubicBezTo>
                    <a:pt x="289" y="238"/>
                    <a:pt x="289" y="239"/>
                    <a:pt x="289" y="240"/>
                  </a:cubicBezTo>
                  <a:cubicBezTo>
                    <a:pt x="288" y="241"/>
                    <a:pt x="287" y="242"/>
                    <a:pt x="287" y="242"/>
                  </a:cubicBezTo>
                  <a:cubicBezTo>
                    <a:pt x="286" y="243"/>
                    <a:pt x="285" y="245"/>
                    <a:pt x="284" y="245"/>
                  </a:cubicBezTo>
                  <a:cubicBezTo>
                    <a:pt x="283" y="246"/>
                    <a:pt x="282" y="248"/>
                    <a:pt x="281" y="249"/>
                  </a:cubicBezTo>
                  <a:cubicBezTo>
                    <a:pt x="280" y="251"/>
                    <a:pt x="278" y="253"/>
                    <a:pt x="277" y="254"/>
                  </a:cubicBezTo>
                  <a:cubicBezTo>
                    <a:pt x="277" y="256"/>
                    <a:pt x="275" y="258"/>
                    <a:pt x="275" y="260"/>
                  </a:cubicBezTo>
                  <a:cubicBezTo>
                    <a:pt x="275" y="260"/>
                    <a:pt x="275" y="262"/>
                    <a:pt x="275" y="262"/>
                  </a:cubicBezTo>
                  <a:cubicBezTo>
                    <a:pt x="276" y="263"/>
                    <a:pt x="276" y="264"/>
                    <a:pt x="276" y="265"/>
                  </a:cubicBezTo>
                  <a:cubicBezTo>
                    <a:pt x="275" y="265"/>
                    <a:pt x="274" y="265"/>
                    <a:pt x="274" y="265"/>
                  </a:cubicBezTo>
                  <a:cubicBezTo>
                    <a:pt x="273" y="265"/>
                    <a:pt x="273" y="264"/>
                    <a:pt x="273" y="264"/>
                  </a:cubicBezTo>
                  <a:cubicBezTo>
                    <a:pt x="272" y="264"/>
                    <a:pt x="271" y="264"/>
                    <a:pt x="270" y="264"/>
                  </a:cubicBezTo>
                  <a:cubicBezTo>
                    <a:pt x="269" y="264"/>
                    <a:pt x="268" y="265"/>
                    <a:pt x="268" y="266"/>
                  </a:cubicBezTo>
                  <a:cubicBezTo>
                    <a:pt x="267" y="266"/>
                    <a:pt x="267" y="267"/>
                    <a:pt x="266" y="267"/>
                  </a:cubicBezTo>
                  <a:cubicBezTo>
                    <a:pt x="265" y="268"/>
                    <a:pt x="263" y="267"/>
                    <a:pt x="262" y="267"/>
                  </a:cubicBezTo>
                  <a:cubicBezTo>
                    <a:pt x="262" y="267"/>
                    <a:pt x="261" y="266"/>
                    <a:pt x="261" y="266"/>
                  </a:cubicBezTo>
                  <a:cubicBezTo>
                    <a:pt x="260" y="266"/>
                    <a:pt x="260" y="266"/>
                    <a:pt x="259" y="266"/>
                  </a:cubicBezTo>
                  <a:cubicBezTo>
                    <a:pt x="259" y="266"/>
                    <a:pt x="258" y="267"/>
                    <a:pt x="258" y="267"/>
                  </a:cubicBezTo>
                  <a:cubicBezTo>
                    <a:pt x="258" y="267"/>
                    <a:pt x="258" y="268"/>
                    <a:pt x="258" y="268"/>
                  </a:cubicBezTo>
                  <a:cubicBezTo>
                    <a:pt x="259" y="268"/>
                    <a:pt x="260" y="268"/>
                    <a:pt x="260" y="269"/>
                  </a:cubicBezTo>
                  <a:cubicBezTo>
                    <a:pt x="260" y="269"/>
                    <a:pt x="261" y="269"/>
                    <a:pt x="261" y="269"/>
                  </a:cubicBezTo>
                  <a:cubicBezTo>
                    <a:pt x="262" y="270"/>
                    <a:pt x="263" y="271"/>
                    <a:pt x="263" y="271"/>
                  </a:cubicBezTo>
                  <a:cubicBezTo>
                    <a:pt x="263" y="272"/>
                    <a:pt x="263" y="273"/>
                    <a:pt x="263" y="273"/>
                  </a:cubicBezTo>
                  <a:cubicBezTo>
                    <a:pt x="263" y="274"/>
                    <a:pt x="262" y="274"/>
                    <a:pt x="262" y="275"/>
                  </a:cubicBezTo>
                  <a:cubicBezTo>
                    <a:pt x="261" y="275"/>
                    <a:pt x="260" y="276"/>
                    <a:pt x="260" y="277"/>
                  </a:cubicBezTo>
                  <a:cubicBezTo>
                    <a:pt x="259" y="277"/>
                    <a:pt x="258" y="277"/>
                    <a:pt x="257" y="277"/>
                  </a:cubicBezTo>
                  <a:cubicBezTo>
                    <a:pt x="256" y="277"/>
                    <a:pt x="254" y="277"/>
                    <a:pt x="253" y="277"/>
                  </a:cubicBezTo>
                  <a:cubicBezTo>
                    <a:pt x="252" y="278"/>
                    <a:pt x="250" y="278"/>
                    <a:pt x="249" y="278"/>
                  </a:cubicBezTo>
                  <a:cubicBezTo>
                    <a:pt x="248" y="278"/>
                    <a:pt x="247" y="278"/>
                    <a:pt x="246" y="277"/>
                  </a:cubicBezTo>
                  <a:cubicBezTo>
                    <a:pt x="246" y="277"/>
                    <a:pt x="244" y="277"/>
                    <a:pt x="244" y="277"/>
                  </a:cubicBezTo>
                  <a:cubicBezTo>
                    <a:pt x="243" y="276"/>
                    <a:pt x="242" y="275"/>
                    <a:pt x="242" y="275"/>
                  </a:cubicBezTo>
                  <a:cubicBezTo>
                    <a:pt x="241" y="275"/>
                    <a:pt x="240" y="275"/>
                    <a:pt x="240" y="275"/>
                  </a:cubicBezTo>
                  <a:cubicBezTo>
                    <a:pt x="239" y="275"/>
                    <a:pt x="238" y="276"/>
                    <a:pt x="237" y="276"/>
                  </a:cubicBezTo>
                  <a:cubicBezTo>
                    <a:pt x="237" y="276"/>
                    <a:pt x="235" y="277"/>
                    <a:pt x="235" y="278"/>
                  </a:cubicBezTo>
                  <a:cubicBezTo>
                    <a:pt x="234" y="278"/>
                    <a:pt x="232" y="279"/>
                    <a:pt x="232" y="280"/>
                  </a:cubicBezTo>
                  <a:cubicBezTo>
                    <a:pt x="231" y="280"/>
                    <a:pt x="231" y="281"/>
                    <a:pt x="231" y="282"/>
                  </a:cubicBezTo>
                  <a:cubicBezTo>
                    <a:pt x="231" y="282"/>
                    <a:pt x="230" y="283"/>
                    <a:pt x="231" y="283"/>
                  </a:cubicBezTo>
                  <a:cubicBezTo>
                    <a:pt x="231" y="284"/>
                    <a:pt x="232" y="282"/>
                    <a:pt x="232" y="282"/>
                  </a:cubicBezTo>
                  <a:cubicBezTo>
                    <a:pt x="232" y="282"/>
                    <a:pt x="233" y="281"/>
                    <a:pt x="233" y="281"/>
                  </a:cubicBezTo>
                  <a:cubicBezTo>
                    <a:pt x="234" y="280"/>
                    <a:pt x="235" y="280"/>
                    <a:pt x="235" y="279"/>
                  </a:cubicBezTo>
                  <a:cubicBezTo>
                    <a:pt x="236" y="279"/>
                    <a:pt x="237" y="278"/>
                    <a:pt x="238" y="278"/>
                  </a:cubicBezTo>
                  <a:cubicBezTo>
                    <a:pt x="238" y="278"/>
                    <a:pt x="239" y="279"/>
                    <a:pt x="239" y="279"/>
                  </a:cubicBezTo>
                  <a:cubicBezTo>
                    <a:pt x="239" y="279"/>
                    <a:pt x="240" y="280"/>
                    <a:pt x="241" y="280"/>
                  </a:cubicBezTo>
                  <a:cubicBezTo>
                    <a:pt x="241" y="281"/>
                    <a:pt x="242" y="281"/>
                    <a:pt x="243" y="281"/>
                  </a:cubicBezTo>
                  <a:cubicBezTo>
                    <a:pt x="244" y="281"/>
                    <a:pt x="245" y="280"/>
                    <a:pt x="246" y="280"/>
                  </a:cubicBezTo>
                  <a:cubicBezTo>
                    <a:pt x="246" y="280"/>
                    <a:pt x="248" y="280"/>
                    <a:pt x="248" y="280"/>
                  </a:cubicBezTo>
                  <a:cubicBezTo>
                    <a:pt x="249" y="280"/>
                    <a:pt x="250" y="281"/>
                    <a:pt x="251" y="281"/>
                  </a:cubicBezTo>
                  <a:cubicBezTo>
                    <a:pt x="252" y="281"/>
                    <a:pt x="254" y="281"/>
                    <a:pt x="255" y="281"/>
                  </a:cubicBezTo>
                  <a:cubicBezTo>
                    <a:pt x="256" y="281"/>
                    <a:pt x="257" y="279"/>
                    <a:pt x="258" y="279"/>
                  </a:cubicBezTo>
                  <a:cubicBezTo>
                    <a:pt x="259" y="279"/>
                    <a:pt x="261" y="279"/>
                    <a:pt x="261" y="279"/>
                  </a:cubicBezTo>
                  <a:cubicBezTo>
                    <a:pt x="262" y="279"/>
                    <a:pt x="264" y="279"/>
                    <a:pt x="264" y="279"/>
                  </a:cubicBezTo>
                  <a:cubicBezTo>
                    <a:pt x="265" y="279"/>
                    <a:pt x="266" y="279"/>
                    <a:pt x="266" y="278"/>
                  </a:cubicBezTo>
                  <a:cubicBezTo>
                    <a:pt x="267" y="278"/>
                    <a:pt x="268" y="277"/>
                    <a:pt x="268" y="276"/>
                  </a:cubicBezTo>
                  <a:cubicBezTo>
                    <a:pt x="269" y="276"/>
                    <a:pt x="270" y="276"/>
                    <a:pt x="271" y="276"/>
                  </a:cubicBezTo>
                  <a:cubicBezTo>
                    <a:pt x="271" y="276"/>
                    <a:pt x="272" y="275"/>
                    <a:pt x="273" y="275"/>
                  </a:cubicBezTo>
                  <a:cubicBezTo>
                    <a:pt x="273" y="275"/>
                    <a:pt x="274" y="273"/>
                    <a:pt x="275" y="273"/>
                  </a:cubicBezTo>
                  <a:cubicBezTo>
                    <a:pt x="275" y="272"/>
                    <a:pt x="276" y="271"/>
                    <a:pt x="276" y="270"/>
                  </a:cubicBezTo>
                  <a:cubicBezTo>
                    <a:pt x="277" y="270"/>
                    <a:pt x="278" y="268"/>
                    <a:pt x="279" y="268"/>
                  </a:cubicBezTo>
                  <a:cubicBezTo>
                    <a:pt x="279" y="267"/>
                    <a:pt x="280" y="265"/>
                    <a:pt x="281" y="264"/>
                  </a:cubicBezTo>
                  <a:cubicBezTo>
                    <a:pt x="281" y="264"/>
                    <a:pt x="281" y="263"/>
                    <a:pt x="281" y="263"/>
                  </a:cubicBezTo>
                  <a:cubicBezTo>
                    <a:pt x="281" y="263"/>
                    <a:pt x="280" y="262"/>
                    <a:pt x="280" y="262"/>
                  </a:cubicBezTo>
                  <a:cubicBezTo>
                    <a:pt x="279" y="261"/>
                    <a:pt x="278" y="260"/>
                    <a:pt x="278" y="260"/>
                  </a:cubicBezTo>
                  <a:cubicBezTo>
                    <a:pt x="278" y="259"/>
                    <a:pt x="278" y="259"/>
                    <a:pt x="278" y="258"/>
                  </a:cubicBezTo>
                  <a:cubicBezTo>
                    <a:pt x="278" y="258"/>
                    <a:pt x="279" y="258"/>
                    <a:pt x="279" y="258"/>
                  </a:cubicBezTo>
                  <a:cubicBezTo>
                    <a:pt x="280" y="257"/>
                    <a:pt x="281" y="258"/>
                    <a:pt x="282" y="257"/>
                  </a:cubicBezTo>
                  <a:cubicBezTo>
                    <a:pt x="283" y="257"/>
                    <a:pt x="284" y="256"/>
                    <a:pt x="285" y="256"/>
                  </a:cubicBezTo>
                  <a:cubicBezTo>
                    <a:pt x="286" y="255"/>
                    <a:pt x="287" y="255"/>
                    <a:pt x="288" y="255"/>
                  </a:cubicBezTo>
                  <a:cubicBezTo>
                    <a:pt x="289" y="256"/>
                    <a:pt x="290" y="257"/>
                    <a:pt x="291" y="257"/>
                  </a:cubicBezTo>
                  <a:cubicBezTo>
                    <a:pt x="292" y="258"/>
                    <a:pt x="294" y="259"/>
                    <a:pt x="295" y="259"/>
                  </a:cubicBezTo>
                  <a:cubicBezTo>
                    <a:pt x="297" y="260"/>
                    <a:pt x="301" y="260"/>
                    <a:pt x="302" y="260"/>
                  </a:cubicBezTo>
                  <a:cubicBezTo>
                    <a:pt x="304" y="259"/>
                    <a:pt x="306" y="258"/>
                    <a:pt x="308" y="257"/>
                  </a:cubicBezTo>
                  <a:cubicBezTo>
                    <a:pt x="308" y="257"/>
                    <a:pt x="310" y="255"/>
                    <a:pt x="310" y="255"/>
                  </a:cubicBezTo>
                  <a:cubicBezTo>
                    <a:pt x="311" y="254"/>
                    <a:pt x="313" y="252"/>
                    <a:pt x="314" y="251"/>
                  </a:cubicBezTo>
                  <a:cubicBezTo>
                    <a:pt x="315" y="250"/>
                    <a:pt x="317" y="249"/>
                    <a:pt x="319" y="248"/>
                  </a:cubicBezTo>
                  <a:cubicBezTo>
                    <a:pt x="319" y="248"/>
                    <a:pt x="319" y="249"/>
                    <a:pt x="320" y="250"/>
                  </a:cubicBezTo>
                  <a:cubicBezTo>
                    <a:pt x="320" y="251"/>
                    <a:pt x="320" y="253"/>
                    <a:pt x="320" y="255"/>
                  </a:cubicBezTo>
                  <a:cubicBezTo>
                    <a:pt x="320" y="255"/>
                    <a:pt x="319" y="257"/>
                    <a:pt x="320" y="258"/>
                  </a:cubicBezTo>
                  <a:cubicBezTo>
                    <a:pt x="320" y="258"/>
                    <a:pt x="321" y="259"/>
                    <a:pt x="322" y="259"/>
                  </a:cubicBezTo>
                  <a:cubicBezTo>
                    <a:pt x="322" y="260"/>
                    <a:pt x="324" y="260"/>
                    <a:pt x="324" y="261"/>
                  </a:cubicBezTo>
                  <a:cubicBezTo>
                    <a:pt x="324" y="261"/>
                    <a:pt x="325" y="263"/>
                    <a:pt x="324" y="264"/>
                  </a:cubicBezTo>
                  <a:cubicBezTo>
                    <a:pt x="324" y="265"/>
                    <a:pt x="323" y="265"/>
                    <a:pt x="323" y="266"/>
                  </a:cubicBezTo>
                  <a:cubicBezTo>
                    <a:pt x="323" y="267"/>
                    <a:pt x="325" y="268"/>
                    <a:pt x="325" y="268"/>
                  </a:cubicBezTo>
                  <a:cubicBezTo>
                    <a:pt x="326" y="269"/>
                    <a:pt x="327" y="270"/>
                    <a:pt x="328" y="271"/>
                  </a:cubicBezTo>
                  <a:cubicBezTo>
                    <a:pt x="328" y="272"/>
                    <a:pt x="326" y="273"/>
                    <a:pt x="326" y="274"/>
                  </a:cubicBezTo>
                  <a:cubicBezTo>
                    <a:pt x="326" y="275"/>
                    <a:pt x="327" y="275"/>
                    <a:pt x="328" y="276"/>
                  </a:cubicBezTo>
                  <a:cubicBezTo>
                    <a:pt x="328" y="277"/>
                    <a:pt x="327" y="279"/>
                    <a:pt x="327" y="280"/>
                  </a:cubicBezTo>
                  <a:cubicBezTo>
                    <a:pt x="327" y="282"/>
                    <a:pt x="327" y="285"/>
                    <a:pt x="327" y="286"/>
                  </a:cubicBezTo>
                  <a:cubicBezTo>
                    <a:pt x="327" y="287"/>
                    <a:pt x="327" y="290"/>
                    <a:pt x="327" y="291"/>
                  </a:cubicBezTo>
                  <a:cubicBezTo>
                    <a:pt x="327" y="291"/>
                    <a:pt x="327" y="293"/>
                    <a:pt x="326" y="294"/>
                  </a:cubicBezTo>
                  <a:cubicBezTo>
                    <a:pt x="326" y="294"/>
                    <a:pt x="325" y="294"/>
                    <a:pt x="325" y="295"/>
                  </a:cubicBezTo>
                  <a:cubicBezTo>
                    <a:pt x="324" y="295"/>
                    <a:pt x="323" y="296"/>
                    <a:pt x="323" y="296"/>
                  </a:cubicBezTo>
                  <a:cubicBezTo>
                    <a:pt x="322" y="297"/>
                    <a:pt x="322" y="298"/>
                    <a:pt x="322" y="299"/>
                  </a:cubicBezTo>
                  <a:cubicBezTo>
                    <a:pt x="322" y="300"/>
                    <a:pt x="321" y="301"/>
                    <a:pt x="322" y="301"/>
                  </a:cubicBezTo>
                  <a:cubicBezTo>
                    <a:pt x="322" y="302"/>
                    <a:pt x="323" y="302"/>
                    <a:pt x="324" y="301"/>
                  </a:cubicBezTo>
                  <a:cubicBezTo>
                    <a:pt x="324" y="301"/>
                    <a:pt x="325" y="301"/>
                    <a:pt x="325" y="300"/>
                  </a:cubicBezTo>
                  <a:cubicBezTo>
                    <a:pt x="325" y="300"/>
                    <a:pt x="326" y="299"/>
                    <a:pt x="327" y="298"/>
                  </a:cubicBezTo>
                  <a:cubicBezTo>
                    <a:pt x="327" y="298"/>
                    <a:pt x="329" y="297"/>
                    <a:pt x="329" y="297"/>
                  </a:cubicBezTo>
                  <a:cubicBezTo>
                    <a:pt x="330" y="297"/>
                    <a:pt x="331" y="296"/>
                    <a:pt x="331" y="296"/>
                  </a:cubicBezTo>
                  <a:cubicBezTo>
                    <a:pt x="332" y="296"/>
                    <a:pt x="333" y="295"/>
                    <a:pt x="334" y="295"/>
                  </a:cubicBezTo>
                  <a:cubicBezTo>
                    <a:pt x="335" y="295"/>
                    <a:pt x="336" y="295"/>
                    <a:pt x="336" y="294"/>
                  </a:cubicBezTo>
                  <a:cubicBezTo>
                    <a:pt x="337" y="294"/>
                    <a:pt x="337" y="293"/>
                    <a:pt x="338" y="292"/>
                  </a:cubicBezTo>
                  <a:cubicBezTo>
                    <a:pt x="338" y="292"/>
                    <a:pt x="339" y="292"/>
                    <a:pt x="340" y="292"/>
                  </a:cubicBezTo>
                  <a:cubicBezTo>
                    <a:pt x="340" y="292"/>
                    <a:pt x="342" y="292"/>
                    <a:pt x="342" y="292"/>
                  </a:cubicBezTo>
                  <a:cubicBezTo>
                    <a:pt x="343" y="292"/>
                    <a:pt x="345" y="291"/>
                    <a:pt x="345" y="291"/>
                  </a:cubicBezTo>
                  <a:cubicBezTo>
                    <a:pt x="346" y="291"/>
                    <a:pt x="346" y="290"/>
                    <a:pt x="346" y="290"/>
                  </a:cubicBezTo>
                  <a:cubicBezTo>
                    <a:pt x="347" y="289"/>
                    <a:pt x="347" y="289"/>
                    <a:pt x="347" y="288"/>
                  </a:cubicBezTo>
                  <a:cubicBezTo>
                    <a:pt x="347" y="288"/>
                    <a:pt x="348" y="288"/>
                    <a:pt x="348" y="288"/>
                  </a:cubicBezTo>
                  <a:cubicBezTo>
                    <a:pt x="349" y="288"/>
                    <a:pt x="350" y="288"/>
                    <a:pt x="351" y="288"/>
                  </a:cubicBezTo>
                  <a:cubicBezTo>
                    <a:pt x="351" y="289"/>
                    <a:pt x="352" y="289"/>
                    <a:pt x="352" y="290"/>
                  </a:cubicBezTo>
                  <a:cubicBezTo>
                    <a:pt x="352" y="290"/>
                    <a:pt x="353" y="292"/>
                    <a:pt x="353" y="292"/>
                  </a:cubicBezTo>
                  <a:cubicBezTo>
                    <a:pt x="353" y="292"/>
                    <a:pt x="355" y="293"/>
                    <a:pt x="355" y="293"/>
                  </a:cubicBezTo>
                  <a:cubicBezTo>
                    <a:pt x="356" y="293"/>
                    <a:pt x="358" y="294"/>
                    <a:pt x="358" y="295"/>
                  </a:cubicBezTo>
                  <a:cubicBezTo>
                    <a:pt x="359" y="296"/>
                    <a:pt x="360" y="297"/>
                    <a:pt x="361" y="298"/>
                  </a:cubicBezTo>
                  <a:cubicBezTo>
                    <a:pt x="361" y="299"/>
                    <a:pt x="362" y="301"/>
                    <a:pt x="362" y="301"/>
                  </a:cubicBezTo>
                  <a:cubicBezTo>
                    <a:pt x="363" y="302"/>
                    <a:pt x="363" y="303"/>
                    <a:pt x="364" y="304"/>
                  </a:cubicBezTo>
                  <a:cubicBezTo>
                    <a:pt x="364" y="305"/>
                    <a:pt x="364" y="305"/>
                    <a:pt x="364" y="306"/>
                  </a:cubicBezTo>
                  <a:cubicBezTo>
                    <a:pt x="364" y="306"/>
                    <a:pt x="364" y="307"/>
                    <a:pt x="364" y="308"/>
                  </a:cubicBezTo>
                  <a:cubicBezTo>
                    <a:pt x="364" y="308"/>
                    <a:pt x="365" y="309"/>
                    <a:pt x="365" y="309"/>
                  </a:cubicBezTo>
                  <a:cubicBezTo>
                    <a:pt x="365" y="310"/>
                    <a:pt x="365" y="311"/>
                    <a:pt x="364" y="312"/>
                  </a:cubicBezTo>
                  <a:cubicBezTo>
                    <a:pt x="364" y="312"/>
                    <a:pt x="362" y="313"/>
                    <a:pt x="362" y="313"/>
                  </a:cubicBezTo>
                  <a:cubicBezTo>
                    <a:pt x="362" y="314"/>
                    <a:pt x="361" y="315"/>
                    <a:pt x="360" y="316"/>
                  </a:cubicBezTo>
                  <a:cubicBezTo>
                    <a:pt x="360" y="316"/>
                    <a:pt x="358" y="316"/>
                    <a:pt x="358" y="316"/>
                  </a:cubicBezTo>
                  <a:cubicBezTo>
                    <a:pt x="357" y="317"/>
                    <a:pt x="356" y="318"/>
                    <a:pt x="355" y="319"/>
                  </a:cubicBezTo>
                  <a:cubicBezTo>
                    <a:pt x="355" y="319"/>
                    <a:pt x="354" y="321"/>
                    <a:pt x="354" y="322"/>
                  </a:cubicBezTo>
                  <a:cubicBezTo>
                    <a:pt x="354" y="323"/>
                    <a:pt x="356" y="324"/>
                    <a:pt x="356" y="324"/>
                  </a:cubicBezTo>
                  <a:cubicBezTo>
                    <a:pt x="356" y="325"/>
                    <a:pt x="357" y="327"/>
                    <a:pt x="357" y="328"/>
                  </a:cubicBezTo>
                  <a:cubicBezTo>
                    <a:pt x="357" y="329"/>
                    <a:pt x="357" y="330"/>
                    <a:pt x="357" y="331"/>
                  </a:cubicBezTo>
                  <a:cubicBezTo>
                    <a:pt x="357" y="332"/>
                    <a:pt x="358" y="333"/>
                    <a:pt x="358" y="334"/>
                  </a:cubicBezTo>
                  <a:cubicBezTo>
                    <a:pt x="358" y="335"/>
                    <a:pt x="358" y="336"/>
                    <a:pt x="358" y="337"/>
                  </a:cubicBezTo>
                  <a:cubicBezTo>
                    <a:pt x="358" y="338"/>
                    <a:pt x="357" y="340"/>
                    <a:pt x="357" y="340"/>
                  </a:cubicBezTo>
                  <a:cubicBezTo>
                    <a:pt x="357" y="341"/>
                    <a:pt x="358" y="342"/>
                    <a:pt x="359" y="343"/>
                  </a:cubicBezTo>
                  <a:cubicBezTo>
                    <a:pt x="359" y="343"/>
                    <a:pt x="361" y="344"/>
                    <a:pt x="361" y="345"/>
                  </a:cubicBezTo>
                  <a:cubicBezTo>
                    <a:pt x="361" y="346"/>
                    <a:pt x="361" y="347"/>
                    <a:pt x="361" y="348"/>
                  </a:cubicBezTo>
                  <a:cubicBezTo>
                    <a:pt x="360" y="349"/>
                    <a:pt x="360" y="350"/>
                    <a:pt x="359" y="351"/>
                  </a:cubicBezTo>
                  <a:cubicBezTo>
                    <a:pt x="359" y="352"/>
                    <a:pt x="357" y="353"/>
                    <a:pt x="357" y="353"/>
                  </a:cubicBezTo>
                  <a:cubicBezTo>
                    <a:pt x="357" y="353"/>
                    <a:pt x="354" y="354"/>
                    <a:pt x="353" y="354"/>
                  </a:cubicBezTo>
                  <a:cubicBezTo>
                    <a:pt x="352" y="354"/>
                    <a:pt x="351" y="354"/>
                    <a:pt x="351" y="355"/>
                  </a:cubicBezTo>
                  <a:cubicBezTo>
                    <a:pt x="350" y="355"/>
                    <a:pt x="349" y="357"/>
                    <a:pt x="349" y="357"/>
                  </a:cubicBezTo>
                  <a:cubicBezTo>
                    <a:pt x="348" y="358"/>
                    <a:pt x="347" y="359"/>
                    <a:pt x="347" y="360"/>
                  </a:cubicBezTo>
                  <a:cubicBezTo>
                    <a:pt x="346" y="360"/>
                    <a:pt x="344" y="361"/>
                    <a:pt x="343" y="362"/>
                  </a:cubicBezTo>
                  <a:cubicBezTo>
                    <a:pt x="343" y="362"/>
                    <a:pt x="342" y="363"/>
                    <a:pt x="341" y="363"/>
                  </a:cubicBezTo>
                  <a:cubicBezTo>
                    <a:pt x="341" y="363"/>
                    <a:pt x="340" y="365"/>
                    <a:pt x="340" y="366"/>
                  </a:cubicBezTo>
                  <a:cubicBezTo>
                    <a:pt x="339" y="366"/>
                    <a:pt x="339" y="368"/>
                    <a:pt x="338" y="368"/>
                  </a:cubicBezTo>
                  <a:cubicBezTo>
                    <a:pt x="338" y="369"/>
                    <a:pt x="336" y="369"/>
                    <a:pt x="336" y="369"/>
                  </a:cubicBezTo>
                  <a:cubicBezTo>
                    <a:pt x="336" y="369"/>
                    <a:pt x="335" y="368"/>
                    <a:pt x="335" y="368"/>
                  </a:cubicBezTo>
                  <a:cubicBezTo>
                    <a:pt x="334" y="367"/>
                    <a:pt x="333" y="367"/>
                    <a:pt x="333" y="368"/>
                  </a:cubicBezTo>
                  <a:cubicBezTo>
                    <a:pt x="332" y="368"/>
                    <a:pt x="332" y="370"/>
                    <a:pt x="332" y="371"/>
                  </a:cubicBezTo>
                  <a:cubicBezTo>
                    <a:pt x="331" y="372"/>
                    <a:pt x="330" y="373"/>
                    <a:pt x="329" y="374"/>
                  </a:cubicBezTo>
                  <a:cubicBezTo>
                    <a:pt x="329" y="374"/>
                    <a:pt x="329" y="374"/>
                    <a:pt x="328" y="374"/>
                  </a:cubicBezTo>
                  <a:cubicBezTo>
                    <a:pt x="327" y="375"/>
                    <a:pt x="327" y="375"/>
                    <a:pt x="326" y="375"/>
                  </a:cubicBezTo>
                  <a:cubicBezTo>
                    <a:pt x="326" y="375"/>
                    <a:pt x="324" y="377"/>
                    <a:pt x="324" y="378"/>
                  </a:cubicBezTo>
                  <a:cubicBezTo>
                    <a:pt x="323" y="378"/>
                    <a:pt x="321" y="378"/>
                    <a:pt x="321" y="379"/>
                  </a:cubicBezTo>
                  <a:cubicBezTo>
                    <a:pt x="320" y="379"/>
                    <a:pt x="320" y="380"/>
                    <a:pt x="319" y="380"/>
                  </a:cubicBezTo>
                  <a:cubicBezTo>
                    <a:pt x="319" y="380"/>
                    <a:pt x="319" y="381"/>
                    <a:pt x="319" y="382"/>
                  </a:cubicBezTo>
                  <a:cubicBezTo>
                    <a:pt x="319" y="382"/>
                    <a:pt x="320" y="384"/>
                    <a:pt x="320" y="384"/>
                  </a:cubicBezTo>
                  <a:cubicBezTo>
                    <a:pt x="320" y="385"/>
                    <a:pt x="321" y="386"/>
                    <a:pt x="321" y="386"/>
                  </a:cubicBezTo>
                  <a:cubicBezTo>
                    <a:pt x="321" y="387"/>
                    <a:pt x="320" y="389"/>
                    <a:pt x="320" y="390"/>
                  </a:cubicBezTo>
                  <a:cubicBezTo>
                    <a:pt x="320" y="390"/>
                    <a:pt x="320" y="392"/>
                    <a:pt x="320" y="393"/>
                  </a:cubicBezTo>
                  <a:cubicBezTo>
                    <a:pt x="320" y="394"/>
                    <a:pt x="320" y="396"/>
                    <a:pt x="320" y="397"/>
                  </a:cubicBezTo>
                  <a:cubicBezTo>
                    <a:pt x="320" y="397"/>
                    <a:pt x="320" y="399"/>
                    <a:pt x="319" y="400"/>
                  </a:cubicBezTo>
                  <a:cubicBezTo>
                    <a:pt x="319" y="400"/>
                    <a:pt x="319" y="402"/>
                    <a:pt x="318" y="403"/>
                  </a:cubicBezTo>
                  <a:cubicBezTo>
                    <a:pt x="318" y="403"/>
                    <a:pt x="317" y="404"/>
                    <a:pt x="316" y="405"/>
                  </a:cubicBezTo>
                  <a:cubicBezTo>
                    <a:pt x="316" y="405"/>
                    <a:pt x="315" y="406"/>
                    <a:pt x="314" y="407"/>
                  </a:cubicBezTo>
                  <a:cubicBezTo>
                    <a:pt x="314" y="408"/>
                    <a:pt x="314" y="409"/>
                    <a:pt x="314" y="410"/>
                  </a:cubicBezTo>
                  <a:cubicBezTo>
                    <a:pt x="313" y="410"/>
                    <a:pt x="313" y="411"/>
                    <a:pt x="314" y="411"/>
                  </a:cubicBezTo>
                  <a:cubicBezTo>
                    <a:pt x="314" y="411"/>
                    <a:pt x="313" y="411"/>
                    <a:pt x="313" y="41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6" name="Freeform 216"/>
            <p:cNvSpPr>
              <a:spLocks/>
            </p:cNvSpPr>
            <p:nvPr/>
          </p:nvSpPr>
          <p:spPr bwMode="auto">
            <a:xfrm>
              <a:off x="1439863" y="850900"/>
              <a:ext cx="6350" cy="6350"/>
            </a:xfrm>
            <a:custGeom>
              <a:avLst/>
              <a:gdLst/>
              <a:ahLst/>
              <a:cxnLst>
                <a:cxn ang="0">
                  <a:pos x="3" y="1"/>
                </a:cxn>
                <a:cxn ang="0">
                  <a:pos x="1" y="3"/>
                </a:cxn>
                <a:cxn ang="0">
                  <a:pos x="0" y="2"/>
                </a:cxn>
                <a:cxn ang="0">
                  <a:pos x="0" y="1"/>
                </a:cxn>
                <a:cxn ang="0">
                  <a:pos x="2" y="0"/>
                </a:cxn>
                <a:cxn ang="0">
                  <a:pos x="3" y="0"/>
                </a:cxn>
                <a:cxn ang="0">
                  <a:pos x="3" y="1"/>
                </a:cxn>
              </a:cxnLst>
              <a:rect l="0" t="0" r="r" b="b"/>
              <a:pathLst>
                <a:path w="3" h="3">
                  <a:moveTo>
                    <a:pt x="3" y="1"/>
                  </a:moveTo>
                  <a:cubicBezTo>
                    <a:pt x="3" y="2"/>
                    <a:pt x="2" y="3"/>
                    <a:pt x="1" y="3"/>
                  </a:cubicBezTo>
                  <a:cubicBezTo>
                    <a:pt x="1" y="3"/>
                    <a:pt x="0" y="2"/>
                    <a:pt x="0" y="2"/>
                  </a:cubicBezTo>
                  <a:cubicBezTo>
                    <a:pt x="0" y="2"/>
                    <a:pt x="0" y="1"/>
                    <a:pt x="0" y="1"/>
                  </a:cubicBezTo>
                  <a:cubicBezTo>
                    <a:pt x="0" y="0"/>
                    <a:pt x="1" y="0"/>
                    <a:pt x="2" y="0"/>
                  </a:cubicBezTo>
                  <a:cubicBezTo>
                    <a:pt x="2" y="0"/>
                    <a:pt x="3" y="0"/>
                    <a:pt x="3" y="0"/>
                  </a:cubicBezTo>
                  <a:cubicBezTo>
                    <a:pt x="3" y="1"/>
                    <a:pt x="3" y="1"/>
                    <a:pt x="3"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7" name="Freeform 217"/>
            <p:cNvSpPr>
              <a:spLocks/>
            </p:cNvSpPr>
            <p:nvPr/>
          </p:nvSpPr>
          <p:spPr bwMode="auto">
            <a:xfrm>
              <a:off x="1428751" y="849313"/>
              <a:ext cx="7938" cy="4763"/>
            </a:xfrm>
            <a:custGeom>
              <a:avLst/>
              <a:gdLst/>
              <a:ahLst/>
              <a:cxnLst>
                <a:cxn ang="0">
                  <a:pos x="3" y="3"/>
                </a:cxn>
                <a:cxn ang="0">
                  <a:pos x="2" y="3"/>
                </a:cxn>
                <a:cxn ang="0">
                  <a:pos x="1" y="3"/>
                </a:cxn>
                <a:cxn ang="0">
                  <a:pos x="1" y="1"/>
                </a:cxn>
                <a:cxn ang="0">
                  <a:pos x="1" y="0"/>
                </a:cxn>
                <a:cxn ang="0">
                  <a:pos x="2" y="0"/>
                </a:cxn>
                <a:cxn ang="0">
                  <a:pos x="3" y="0"/>
                </a:cxn>
                <a:cxn ang="0">
                  <a:pos x="4" y="2"/>
                </a:cxn>
                <a:cxn ang="0">
                  <a:pos x="3" y="3"/>
                </a:cxn>
              </a:cxnLst>
              <a:rect l="0" t="0" r="r" b="b"/>
              <a:pathLst>
                <a:path w="4" h="3">
                  <a:moveTo>
                    <a:pt x="3" y="3"/>
                  </a:moveTo>
                  <a:cubicBezTo>
                    <a:pt x="3" y="3"/>
                    <a:pt x="2" y="3"/>
                    <a:pt x="2" y="3"/>
                  </a:cubicBezTo>
                  <a:cubicBezTo>
                    <a:pt x="1" y="3"/>
                    <a:pt x="1" y="3"/>
                    <a:pt x="1" y="3"/>
                  </a:cubicBezTo>
                  <a:cubicBezTo>
                    <a:pt x="0" y="2"/>
                    <a:pt x="0" y="2"/>
                    <a:pt x="1" y="1"/>
                  </a:cubicBezTo>
                  <a:cubicBezTo>
                    <a:pt x="1" y="1"/>
                    <a:pt x="1" y="0"/>
                    <a:pt x="1" y="0"/>
                  </a:cubicBezTo>
                  <a:cubicBezTo>
                    <a:pt x="1" y="0"/>
                    <a:pt x="2" y="0"/>
                    <a:pt x="2" y="0"/>
                  </a:cubicBezTo>
                  <a:cubicBezTo>
                    <a:pt x="2" y="0"/>
                    <a:pt x="3" y="0"/>
                    <a:pt x="3" y="0"/>
                  </a:cubicBezTo>
                  <a:cubicBezTo>
                    <a:pt x="4" y="1"/>
                    <a:pt x="4" y="1"/>
                    <a:pt x="4" y="2"/>
                  </a:cubicBezTo>
                  <a:cubicBezTo>
                    <a:pt x="4" y="2"/>
                    <a:pt x="3" y="3"/>
                    <a:pt x="3"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8" name="Freeform 218"/>
            <p:cNvSpPr>
              <a:spLocks/>
            </p:cNvSpPr>
            <p:nvPr/>
          </p:nvSpPr>
          <p:spPr bwMode="auto">
            <a:xfrm>
              <a:off x="1417638" y="854075"/>
              <a:ext cx="6350" cy="7938"/>
            </a:xfrm>
            <a:custGeom>
              <a:avLst/>
              <a:gdLst/>
              <a:ahLst/>
              <a:cxnLst>
                <a:cxn ang="0">
                  <a:pos x="3" y="1"/>
                </a:cxn>
                <a:cxn ang="0">
                  <a:pos x="2" y="3"/>
                </a:cxn>
                <a:cxn ang="0">
                  <a:pos x="1" y="4"/>
                </a:cxn>
                <a:cxn ang="0">
                  <a:pos x="0" y="3"/>
                </a:cxn>
                <a:cxn ang="0">
                  <a:pos x="0" y="1"/>
                </a:cxn>
                <a:cxn ang="0">
                  <a:pos x="2" y="0"/>
                </a:cxn>
                <a:cxn ang="0">
                  <a:pos x="3" y="1"/>
                </a:cxn>
              </a:cxnLst>
              <a:rect l="0" t="0" r="r" b="b"/>
              <a:pathLst>
                <a:path w="3" h="4">
                  <a:moveTo>
                    <a:pt x="3" y="1"/>
                  </a:moveTo>
                  <a:cubicBezTo>
                    <a:pt x="3" y="1"/>
                    <a:pt x="2" y="3"/>
                    <a:pt x="2" y="3"/>
                  </a:cubicBezTo>
                  <a:cubicBezTo>
                    <a:pt x="2" y="3"/>
                    <a:pt x="1" y="4"/>
                    <a:pt x="1" y="4"/>
                  </a:cubicBezTo>
                  <a:cubicBezTo>
                    <a:pt x="1" y="4"/>
                    <a:pt x="0" y="3"/>
                    <a:pt x="0" y="3"/>
                  </a:cubicBezTo>
                  <a:cubicBezTo>
                    <a:pt x="0" y="2"/>
                    <a:pt x="0" y="1"/>
                    <a:pt x="0" y="1"/>
                  </a:cubicBezTo>
                  <a:cubicBezTo>
                    <a:pt x="1" y="1"/>
                    <a:pt x="2" y="0"/>
                    <a:pt x="2" y="0"/>
                  </a:cubicBezTo>
                  <a:cubicBezTo>
                    <a:pt x="2" y="0"/>
                    <a:pt x="3" y="1"/>
                    <a:pt x="3"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9" name="Freeform 219"/>
            <p:cNvSpPr>
              <a:spLocks/>
            </p:cNvSpPr>
            <p:nvPr/>
          </p:nvSpPr>
          <p:spPr bwMode="auto">
            <a:xfrm>
              <a:off x="1228726" y="919163"/>
              <a:ext cx="9525" cy="9525"/>
            </a:xfrm>
            <a:custGeom>
              <a:avLst/>
              <a:gdLst/>
              <a:ahLst/>
              <a:cxnLst>
                <a:cxn ang="0">
                  <a:pos x="5" y="2"/>
                </a:cxn>
                <a:cxn ang="0">
                  <a:pos x="4" y="0"/>
                </a:cxn>
                <a:cxn ang="0">
                  <a:pos x="2" y="0"/>
                </a:cxn>
                <a:cxn ang="0">
                  <a:pos x="1" y="0"/>
                </a:cxn>
                <a:cxn ang="0">
                  <a:pos x="0" y="2"/>
                </a:cxn>
                <a:cxn ang="0">
                  <a:pos x="1" y="4"/>
                </a:cxn>
                <a:cxn ang="0">
                  <a:pos x="2" y="4"/>
                </a:cxn>
                <a:cxn ang="0">
                  <a:pos x="3" y="4"/>
                </a:cxn>
                <a:cxn ang="0">
                  <a:pos x="4" y="4"/>
                </a:cxn>
                <a:cxn ang="0">
                  <a:pos x="5" y="3"/>
                </a:cxn>
                <a:cxn ang="0">
                  <a:pos x="5" y="2"/>
                </a:cxn>
              </a:cxnLst>
              <a:rect l="0" t="0" r="r" b="b"/>
              <a:pathLst>
                <a:path w="5" h="5">
                  <a:moveTo>
                    <a:pt x="5" y="2"/>
                  </a:moveTo>
                  <a:cubicBezTo>
                    <a:pt x="5" y="1"/>
                    <a:pt x="4" y="0"/>
                    <a:pt x="4" y="0"/>
                  </a:cubicBezTo>
                  <a:cubicBezTo>
                    <a:pt x="3" y="0"/>
                    <a:pt x="2" y="0"/>
                    <a:pt x="2" y="0"/>
                  </a:cubicBezTo>
                  <a:cubicBezTo>
                    <a:pt x="1" y="0"/>
                    <a:pt x="1" y="0"/>
                    <a:pt x="1" y="0"/>
                  </a:cubicBezTo>
                  <a:cubicBezTo>
                    <a:pt x="0" y="1"/>
                    <a:pt x="0" y="2"/>
                    <a:pt x="0" y="2"/>
                  </a:cubicBezTo>
                  <a:cubicBezTo>
                    <a:pt x="0" y="2"/>
                    <a:pt x="0" y="3"/>
                    <a:pt x="1" y="4"/>
                  </a:cubicBezTo>
                  <a:cubicBezTo>
                    <a:pt x="1" y="4"/>
                    <a:pt x="1" y="4"/>
                    <a:pt x="2" y="4"/>
                  </a:cubicBezTo>
                  <a:cubicBezTo>
                    <a:pt x="2" y="4"/>
                    <a:pt x="3" y="4"/>
                    <a:pt x="3" y="4"/>
                  </a:cubicBezTo>
                  <a:cubicBezTo>
                    <a:pt x="3" y="4"/>
                    <a:pt x="3" y="5"/>
                    <a:pt x="4" y="4"/>
                  </a:cubicBezTo>
                  <a:cubicBezTo>
                    <a:pt x="4" y="4"/>
                    <a:pt x="5" y="3"/>
                    <a:pt x="5" y="3"/>
                  </a:cubicBezTo>
                  <a:cubicBezTo>
                    <a:pt x="5" y="3"/>
                    <a:pt x="5" y="2"/>
                    <a:pt x="5"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0" name="Freeform 220"/>
            <p:cNvSpPr>
              <a:spLocks/>
            </p:cNvSpPr>
            <p:nvPr/>
          </p:nvSpPr>
          <p:spPr bwMode="auto">
            <a:xfrm>
              <a:off x="1209676" y="971550"/>
              <a:ext cx="7938" cy="7938"/>
            </a:xfrm>
            <a:custGeom>
              <a:avLst/>
              <a:gdLst/>
              <a:ahLst/>
              <a:cxnLst>
                <a:cxn ang="0">
                  <a:pos x="4" y="2"/>
                </a:cxn>
                <a:cxn ang="0">
                  <a:pos x="3" y="4"/>
                </a:cxn>
                <a:cxn ang="0">
                  <a:pos x="2" y="3"/>
                </a:cxn>
                <a:cxn ang="0">
                  <a:pos x="0" y="2"/>
                </a:cxn>
                <a:cxn ang="0">
                  <a:pos x="1" y="1"/>
                </a:cxn>
                <a:cxn ang="0">
                  <a:pos x="2" y="0"/>
                </a:cxn>
                <a:cxn ang="0">
                  <a:pos x="3" y="1"/>
                </a:cxn>
                <a:cxn ang="0">
                  <a:pos x="4" y="1"/>
                </a:cxn>
                <a:cxn ang="0">
                  <a:pos x="4" y="2"/>
                </a:cxn>
              </a:cxnLst>
              <a:rect l="0" t="0" r="r" b="b"/>
              <a:pathLst>
                <a:path w="4" h="4">
                  <a:moveTo>
                    <a:pt x="4" y="2"/>
                  </a:moveTo>
                  <a:cubicBezTo>
                    <a:pt x="4" y="2"/>
                    <a:pt x="4" y="4"/>
                    <a:pt x="3" y="4"/>
                  </a:cubicBezTo>
                  <a:cubicBezTo>
                    <a:pt x="3" y="4"/>
                    <a:pt x="2" y="3"/>
                    <a:pt x="2" y="3"/>
                  </a:cubicBezTo>
                  <a:cubicBezTo>
                    <a:pt x="1" y="3"/>
                    <a:pt x="0" y="2"/>
                    <a:pt x="0" y="2"/>
                  </a:cubicBezTo>
                  <a:cubicBezTo>
                    <a:pt x="0" y="2"/>
                    <a:pt x="1" y="1"/>
                    <a:pt x="1" y="1"/>
                  </a:cubicBezTo>
                  <a:cubicBezTo>
                    <a:pt x="1" y="0"/>
                    <a:pt x="2" y="0"/>
                    <a:pt x="2" y="0"/>
                  </a:cubicBezTo>
                  <a:cubicBezTo>
                    <a:pt x="3" y="0"/>
                    <a:pt x="2" y="1"/>
                    <a:pt x="3" y="1"/>
                  </a:cubicBezTo>
                  <a:cubicBezTo>
                    <a:pt x="3" y="1"/>
                    <a:pt x="4" y="1"/>
                    <a:pt x="4" y="1"/>
                  </a:cubicBezTo>
                  <a:cubicBezTo>
                    <a:pt x="4" y="1"/>
                    <a:pt x="4" y="2"/>
                    <a:pt x="4"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1" name="Freeform 221"/>
            <p:cNvSpPr>
              <a:spLocks/>
            </p:cNvSpPr>
            <p:nvPr/>
          </p:nvSpPr>
          <p:spPr bwMode="auto">
            <a:xfrm>
              <a:off x="1174751" y="1082675"/>
              <a:ext cx="9525" cy="11113"/>
            </a:xfrm>
            <a:custGeom>
              <a:avLst/>
              <a:gdLst/>
              <a:ahLst/>
              <a:cxnLst>
                <a:cxn ang="0">
                  <a:pos x="3" y="3"/>
                </a:cxn>
                <a:cxn ang="0">
                  <a:pos x="4" y="1"/>
                </a:cxn>
                <a:cxn ang="0">
                  <a:pos x="3" y="0"/>
                </a:cxn>
                <a:cxn ang="0">
                  <a:pos x="1" y="0"/>
                </a:cxn>
                <a:cxn ang="0">
                  <a:pos x="0" y="1"/>
                </a:cxn>
                <a:cxn ang="0">
                  <a:pos x="1" y="3"/>
                </a:cxn>
                <a:cxn ang="0">
                  <a:pos x="2" y="5"/>
                </a:cxn>
                <a:cxn ang="0">
                  <a:pos x="3" y="6"/>
                </a:cxn>
                <a:cxn ang="0">
                  <a:pos x="5" y="5"/>
                </a:cxn>
                <a:cxn ang="0">
                  <a:pos x="5" y="4"/>
                </a:cxn>
                <a:cxn ang="0">
                  <a:pos x="4" y="3"/>
                </a:cxn>
                <a:cxn ang="0">
                  <a:pos x="3" y="3"/>
                </a:cxn>
              </a:cxnLst>
              <a:rect l="0" t="0" r="r" b="b"/>
              <a:pathLst>
                <a:path w="5" h="6">
                  <a:moveTo>
                    <a:pt x="3" y="3"/>
                  </a:moveTo>
                  <a:cubicBezTo>
                    <a:pt x="3" y="2"/>
                    <a:pt x="4" y="2"/>
                    <a:pt x="4" y="1"/>
                  </a:cubicBezTo>
                  <a:cubicBezTo>
                    <a:pt x="4" y="1"/>
                    <a:pt x="3" y="0"/>
                    <a:pt x="3" y="0"/>
                  </a:cubicBezTo>
                  <a:cubicBezTo>
                    <a:pt x="2" y="0"/>
                    <a:pt x="2" y="0"/>
                    <a:pt x="1" y="0"/>
                  </a:cubicBezTo>
                  <a:cubicBezTo>
                    <a:pt x="1" y="0"/>
                    <a:pt x="1" y="1"/>
                    <a:pt x="0" y="1"/>
                  </a:cubicBezTo>
                  <a:cubicBezTo>
                    <a:pt x="0" y="2"/>
                    <a:pt x="0" y="3"/>
                    <a:pt x="1" y="3"/>
                  </a:cubicBezTo>
                  <a:cubicBezTo>
                    <a:pt x="1" y="4"/>
                    <a:pt x="1" y="4"/>
                    <a:pt x="2" y="5"/>
                  </a:cubicBezTo>
                  <a:cubicBezTo>
                    <a:pt x="2" y="5"/>
                    <a:pt x="3" y="6"/>
                    <a:pt x="3" y="6"/>
                  </a:cubicBezTo>
                  <a:cubicBezTo>
                    <a:pt x="4" y="6"/>
                    <a:pt x="5" y="6"/>
                    <a:pt x="5" y="5"/>
                  </a:cubicBezTo>
                  <a:cubicBezTo>
                    <a:pt x="5" y="5"/>
                    <a:pt x="5" y="4"/>
                    <a:pt x="5" y="4"/>
                  </a:cubicBezTo>
                  <a:cubicBezTo>
                    <a:pt x="5" y="4"/>
                    <a:pt x="5" y="3"/>
                    <a:pt x="4" y="3"/>
                  </a:cubicBezTo>
                  <a:cubicBezTo>
                    <a:pt x="4" y="3"/>
                    <a:pt x="3" y="3"/>
                    <a:pt x="3"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2" name="Freeform 222"/>
            <p:cNvSpPr>
              <a:spLocks/>
            </p:cNvSpPr>
            <p:nvPr/>
          </p:nvSpPr>
          <p:spPr bwMode="auto">
            <a:xfrm>
              <a:off x="1165226" y="1085850"/>
              <a:ext cx="4763" cy="6350"/>
            </a:xfrm>
            <a:custGeom>
              <a:avLst/>
              <a:gdLst/>
              <a:ahLst/>
              <a:cxnLst>
                <a:cxn ang="0">
                  <a:pos x="3" y="1"/>
                </a:cxn>
                <a:cxn ang="0">
                  <a:pos x="3" y="2"/>
                </a:cxn>
                <a:cxn ang="0">
                  <a:pos x="2" y="3"/>
                </a:cxn>
                <a:cxn ang="0">
                  <a:pos x="0" y="2"/>
                </a:cxn>
                <a:cxn ang="0">
                  <a:pos x="0" y="1"/>
                </a:cxn>
                <a:cxn ang="0">
                  <a:pos x="1" y="0"/>
                </a:cxn>
                <a:cxn ang="0">
                  <a:pos x="3" y="1"/>
                </a:cxn>
              </a:cxnLst>
              <a:rect l="0" t="0" r="r" b="b"/>
              <a:pathLst>
                <a:path w="3" h="3">
                  <a:moveTo>
                    <a:pt x="3" y="1"/>
                  </a:moveTo>
                  <a:cubicBezTo>
                    <a:pt x="3" y="1"/>
                    <a:pt x="3" y="2"/>
                    <a:pt x="3" y="2"/>
                  </a:cubicBezTo>
                  <a:cubicBezTo>
                    <a:pt x="3" y="3"/>
                    <a:pt x="2" y="3"/>
                    <a:pt x="2" y="3"/>
                  </a:cubicBezTo>
                  <a:cubicBezTo>
                    <a:pt x="1" y="3"/>
                    <a:pt x="0" y="2"/>
                    <a:pt x="0" y="2"/>
                  </a:cubicBezTo>
                  <a:cubicBezTo>
                    <a:pt x="0" y="2"/>
                    <a:pt x="0" y="1"/>
                    <a:pt x="0" y="1"/>
                  </a:cubicBezTo>
                  <a:cubicBezTo>
                    <a:pt x="0" y="0"/>
                    <a:pt x="1" y="0"/>
                    <a:pt x="1" y="0"/>
                  </a:cubicBezTo>
                  <a:cubicBezTo>
                    <a:pt x="2" y="0"/>
                    <a:pt x="3" y="0"/>
                    <a:pt x="3"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3" name="Freeform 223"/>
            <p:cNvSpPr>
              <a:spLocks/>
            </p:cNvSpPr>
            <p:nvPr/>
          </p:nvSpPr>
          <p:spPr bwMode="auto">
            <a:xfrm>
              <a:off x="1162051" y="1074738"/>
              <a:ext cx="3175" cy="6350"/>
            </a:xfrm>
            <a:custGeom>
              <a:avLst/>
              <a:gdLst/>
              <a:ahLst/>
              <a:cxnLst>
                <a:cxn ang="0">
                  <a:pos x="2" y="3"/>
                </a:cxn>
                <a:cxn ang="0">
                  <a:pos x="2" y="3"/>
                </a:cxn>
                <a:cxn ang="0">
                  <a:pos x="0" y="3"/>
                </a:cxn>
                <a:cxn ang="0">
                  <a:pos x="0" y="1"/>
                </a:cxn>
                <a:cxn ang="0">
                  <a:pos x="0" y="0"/>
                </a:cxn>
                <a:cxn ang="0">
                  <a:pos x="2" y="0"/>
                </a:cxn>
                <a:cxn ang="0">
                  <a:pos x="2" y="2"/>
                </a:cxn>
                <a:cxn ang="0">
                  <a:pos x="2" y="3"/>
                </a:cxn>
              </a:cxnLst>
              <a:rect l="0" t="0" r="r" b="b"/>
              <a:pathLst>
                <a:path w="2" h="3">
                  <a:moveTo>
                    <a:pt x="2" y="3"/>
                  </a:moveTo>
                  <a:cubicBezTo>
                    <a:pt x="2" y="3"/>
                    <a:pt x="2" y="3"/>
                    <a:pt x="2" y="3"/>
                  </a:cubicBezTo>
                  <a:cubicBezTo>
                    <a:pt x="1" y="3"/>
                    <a:pt x="0" y="3"/>
                    <a:pt x="0" y="3"/>
                  </a:cubicBezTo>
                  <a:cubicBezTo>
                    <a:pt x="0" y="2"/>
                    <a:pt x="0" y="1"/>
                    <a:pt x="0" y="1"/>
                  </a:cubicBezTo>
                  <a:cubicBezTo>
                    <a:pt x="0" y="1"/>
                    <a:pt x="0" y="0"/>
                    <a:pt x="0" y="0"/>
                  </a:cubicBezTo>
                  <a:cubicBezTo>
                    <a:pt x="1" y="0"/>
                    <a:pt x="1" y="0"/>
                    <a:pt x="2" y="0"/>
                  </a:cubicBezTo>
                  <a:cubicBezTo>
                    <a:pt x="2" y="1"/>
                    <a:pt x="2" y="1"/>
                    <a:pt x="2" y="2"/>
                  </a:cubicBezTo>
                  <a:cubicBezTo>
                    <a:pt x="2" y="2"/>
                    <a:pt x="2" y="3"/>
                    <a:pt x="2"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 name="Freeform 224"/>
            <p:cNvSpPr>
              <a:spLocks/>
            </p:cNvSpPr>
            <p:nvPr/>
          </p:nvSpPr>
          <p:spPr bwMode="auto">
            <a:xfrm>
              <a:off x="1163638" y="1065213"/>
              <a:ext cx="4763" cy="7938"/>
            </a:xfrm>
            <a:custGeom>
              <a:avLst/>
              <a:gdLst/>
              <a:ahLst/>
              <a:cxnLst>
                <a:cxn ang="0">
                  <a:pos x="2" y="2"/>
                </a:cxn>
                <a:cxn ang="0">
                  <a:pos x="1" y="4"/>
                </a:cxn>
                <a:cxn ang="0">
                  <a:pos x="0" y="2"/>
                </a:cxn>
                <a:cxn ang="0">
                  <a:pos x="0" y="1"/>
                </a:cxn>
                <a:cxn ang="0">
                  <a:pos x="2" y="0"/>
                </a:cxn>
                <a:cxn ang="0">
                  <a:pos x="2" y="1"/>
                </a:cxn>
                <a:cxn ang="0">
                  <a:pos x="2" y="2"/>
                </a:cxn>
                <a:cxn ang="0">
                  <a:pos x="2" y="2"/>
                </a:cxn>
              </a:cxnLst>
              <a:rect l="0" t="0" r="r" b="b"/>
              <a:pathLst>
                <a:path w="3" h="4">
                  <a:moveTo>
                    <a:pt x="2" y="2"/>
                  </a:moveTo>
                  <a:cubicBezTo>
                    <a:pt x="2" y="3"/>
                    <a:pt x="2" y="4"/>
                    <a:pt x="1" y="4"/>
                  </a:cubicBezTo>
                  <a:cubicBezTo>
                    <a:pt x="1" y="4"/>
                    <a:pt x="0" y="3"/>
                    <a:pt x="0" y="2"/>
                  </a:cubicBezTo>
                  <a:cubicBezTo>
                    <a:pt x="0" y="2"/>
                    <a:pt x="0" y="1"/>
                    <a:pt x="0" y="1"/>
                  </a:cubicBezTo>
                  <a:cubicBezTo>
                    <a:pt x="1" y="0"/>
                    <a:pt x="1" y="0"/>
                    <a:pt x="2" y="0"/>
                  </a:cubicBezTo>
                  <a:cubicBezTo>
                    <a:pt x="2" y="0"/>
                    <a:pt x="2" y="0"/>
                    <a:pt x="2" y="1"/>
                  </a:cubicBezTo>
                  <a:cubicBezTo>
                    <a:pt x="3" y="1"/>
                    <a:pt x="2" y="1"/>
                    <a:pt x="2" y="2"/>
                  </a:cubicBezTo>
                  <a:cubicBezTo>
                    <a:pt x="2" y="2"/>
                    <a:pt x="2" y="2"/>
                    <a:pt x="2"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5" name="Freeform 225"/>
            <p:cNvSpPr>
              <a:spLocks/>
            </p:cNvSpPr>
            <p:nvPr/>
          </p:nvSpPr>
          <p:spPr bwMode="auto">
            <a:xfrm>
              <a:off x="1189038" y="1095375"/>
              <a:ext cx="4763" cy="7938"/>
            </a:xfrm>
            <a:custGeom>
              <a:avLst/>
              <a:gdLst/>
              <a:ahLst/>
              <a:cxnLst>
                <a:cxn ang="0">
                  <a:pos x="2" y="1"/>
                </a:cxn>
                <a:cxn ang="0">
                  <a:pos x="2" y="2"/>
                </a:cxn>
                <a:cxn ang="0">
                  <a:pos x="2" y="4"/>
                </a:cxn>
                <a:cxn ang="0">
                  <a:pos x="1" y="4"/>
                </a:cxn>
                <a:cxn ang="0">
                  <a:pos x="0" y="2"/>
                </a:cxn>
                <a:cxn ang="0">
                  <a:pos x="0" y="0"/>
                </a:cxn>
                <a:cxn ang="0">
                  <a:pos x="2" y="0"/>
                </a:cxn>
                <a:cxn ang="0">
                  <a:pos x="2" y="1"/>
                </a:cxn>
              </a:cxnLst>
              <a:rect l="0" t="0" r="r" b="b"/>
              <a:pathLst>
                <a:path w="2" h="4">
                  <a:moveTo>
                    <a:pt x="2" y="1"/>
                  </a:moveTo>
                  <a:cubicBezTo>
                    <a:pt x="2" y="2"/>
                    <a:pt x="2" y="2"/>
                    <a:pt x="2" y="2"/>
                  </a:cubicBezTo>
                  <a:cubicBezTo>
                    <a:pt x="2" y="3"/>
                    <a:pt x="2" y="4"/>
                    <a:pt x="2" y="4"/>
                  </a:cubicBezTo>
                  <a:cubicBezTo>
                    <a:pt x="2" y="4"/>
                    <a:pt x="1" y="4"/>
                    <a:pt x="1" y="4"/>
                  </a:cubicBezTo>
                  <a:cubicBezTo>
                    <a:pt x="0" y="3"/>
                    <a:pt x="0" y="2"/>
                    <a:pt x="0" y="2"/>
                  </a:cubicBezTo>
                  <a:cubicBezTo>
                    <a:pt x="0" y="1"/>
                    <a:pt x="0" y="0"/>
                    <a:pt x="0" y="0"/>
                  </a:cubicBezTo>
                  <a:cubicBezTo>
                    <a:pt x="0" y="0"/>
                    <a:pt x="1" y="0"/>
                    <a:pt x="2" y="0"/>
                  </a:cubicBezTo>
                  <a:cubicBezTo>
                    <a:pt x="2" y="0"/>
                    <a:pt x="2" y="1"/>
                    <a:pt x="2"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6" name="Freeform 226"/>
            <p:cNvSpPr>
              <a:spLocks/>
            </p:cNvSpPr>
            <p:nvPr/>
          </p:nvSpPr>
          <p:spPr bwMode="auto">
            <a:xfrm>
              <a:off x="1216026" y="1114425"/>
              <a:ext cx="7938" cy="7938"/>
            </a:xfrm>
            <a:custGeom>
              <a:avLst/>
              <a:gdLst/>
              <a:ahLst/>
              <a:cxnLst>
                <a:cxn ang="0">
                  <a:pos x="4" y="3"/>
                </a:cxn>
                <a:cxn ang="0">
                  <a:pos x="3" y="4"/>
                </a:cxn>
                <a:cxn ang="0">
                  <a:pos x="2" y="3"/>
                </a:cxn>
                <a:cxn ang="0">
                  <a:pos x="0" y="2"/>
                </a:cxn>
                <a:cxn ang="0">
                  <a:pos x="2" y="1"/>
                </a:cxn>
                <a:cxn ang="0">
                  <a:pos x="3" y="1"/>
                </a:cxn>
                <a:cxn ang="0">
                  <a:pos x="4" y="1"/>
                </a:cxn>
                <a:cxn ang="0">
                  <a:pos x="4" y="2"/>
                </a:cxn>
                <a:cxn ang="0">
                  <a:pos x="4" y="3"/>
                </a:cxn>
              </a:cxnLst>
              <a:rect l="0" t="0" r="r" b="b"/>
              <a:pathLst>
                <a:path w="4" h="4">
                  <a:moveTo>
                    <a:pt x="4" y="3"/>
                  </a:moveTo>
                  <a:cubicBezTo>
                    <a:pt x="3" y="3"/>
                    <a:pt x="3" y="4"/>
                    <a:pt x="3" y="4"/>
                  </a:cubicBezTo>
                  <a:cubicBezTo>
                    <a:pt x="3" y="4"/>
                    <a:pt x="2" y="3"/>
                    <a:pt x="2" y="3"/>
                  </a:cubicBezTo>
                  <a:cubicBezTo>
                    <a:pt x="1" y="2"/>
                    <a:pt x="0" y="2"/>
                    <a:pt x="0" y="2"/>
                  </a:cubicBezTo>
                  <a:cubicBezTo>
                    <a:pt x="0" y="1"/>
                    <a:pt x="1" y="1"/>
                    <a:pt x="2" y="1"/>
                  </a:cubicBezTo>
                  <a:cubicBezTo>
                    <a:pt x="2" y="1"/>
                    <a:pt x="3" y="1"/>
                    <a:pt x="3" y="1"/>
                  </a:cubicBezTo>
                  <a:cubicBezTo>
                    <a:pt x="3" y="1"/>
                    <a:pt x="4" y="0"/>
                    <a:pt x="4" y="1"/>
                  </a:cubicBezTo>
                  <a:cubicBezTo>
                    <a:pt x="4" y="1"/>
                    <a:pt x="4" y="1"/>
                    <a:pt x="4" y="2"/>
                  </a:cubicBezTo>
                  <a:cubicBezTo>
                    <a:pt x="4" y="2"/>
                    <a:pt x="4" y="2"/>
                    <a:pt x="4"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7" name="Freeform 227"/>
            <p:cNvSpPr>
              <a:spLocks/>
            </p:cNvSpPr>
            <p:nvPr/>
          </p:nvSpPr>
          <p:spPr bwMode="auto">
            <a:xfrm>
              <a:off x="1158876" y="1136650"/>
              <a:ext cx="6350" cy="9525"/>
            </a:xfrm>
            <a:custGeom>
              <a:avLst/>
              <a:gdLst/>
              <a:ahLst/>
              <a:cxnLst>
                <a:cxn ang="0">
                  <a:pos x="3" y="2"/>
                </a:cxn>
                <a:cxn ang="0">
                  <a:pos x="2" y="0"/>
                </a:cxn>
                <a:cxn ang="0">
                  <a:pos x="1" y="0"/>
                </a:cxn>
                <a:cxn ang="0">
                  <a:pos x="0" y="1"/>
                </a:cxn>
                <a:cxn ang="0">
                  <a:pos x="0" y="2"/>
                </a:cxn>
                <a:cxn ang="0">
                  <a:pos x="0" y="4"/>
                </a:cxn>
                <a:cxn ang="0">
                  <a:pos x="1" y="5"/>
                </a:cxn>
                <a:cxn ang="0">
                  <a:pos x="3" y="4"/>
                </a:cxn>
                <a:cxn ang="0">
                  <a:pos x="3" y="2"/>
                </a:cxn>
              </a:cxnLst>
              <a:rect l="0" t="0" r="r" b="b"/>
              <a:pathLst>
                <a:path w="3" h="5">
                  <a:moveTo>
                    <a:pt x="3" y="2"/>
                  </a:moveTo>
                  <a:cubicBezTo>
                    <a:pt x="3" y="2"/>
                    <a:pt x="3" y="1"/>
                    <a:pt x="2" y="0"/>
                  </a:cubicBezTo>
                  <a:cubicBezTo>
                    <a:pt x="2" y="0"/>
                    <a:pt x="1" y="0"/>
                    <a:pt x="1" y="0"/>
                  </a:cubicBezTo>
                  <a:cubicBezTo>
                    <a:pt x="0" y="0"/>
                    <a:pt x="0" y="1"/>
                    <a:pt x="0" y="1"/>
                  </a:cubicBezTo>
                  <a:cubicBezTo>
                    <a:pt x="0" y="1"/>
                    <a:pt x="0" y="2"/>
                    <a:pt x="0" y="2"/>
                  </a:cubicBezTo>
                  <a:cubicBezTo>
                    <a:pt x="0" y="3"/>
                    <a:pt x="0" y="4"/>
                    <a:pt x="0" y="4"/>
                  </a:cubicBezTo>
                  <a:cubicBezTo>
                    <a:pt x="1" y="4"/>
                    <a:pt x="1" y="5"/>
                    <a:pt x="1" y="5"/>
                  </a:cubicBezTo>
                  <a:cubicBezTo>
                    <a:pt x="2" y="5"/>
                    <a:pt x="3" y="5"/>
                    <a:pt x="3" y="4"/>
                  </a:cubicBezTo>
                  <a:cubicBezTo>
                    <a:pt x="3" y="4"/>
                    <a:pt x="3" y="3"/>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8" name="Freeform 228"/>
            <p:cNvSpPr>
              <a:spLocks/>
            </p:cNvSpPr>
            <p:nvPr/>
          </p:nvSpPr>
          <p:spPr bwMode="auto">
            <a:xfrm>
              <a:off x="1119188" y="1158875"/>
              <a:ext cx="12700" cy="11113"/>
            </a:xfrm>
            <a:custGeom>
              <a:avLst/>
              <a:gdLst/>
              <a:ahLst/>
              <a:cxnLst>
                <a:cxn ang="0">
                  <a:pos x="5" y="6"/>
                </a:cxn>
                <a:cxn ang="0">
                  <a:pos x="6" y="4"/>
                </a:cxn>
                <a:cxn ang="0">
                  <a:pos x="5" y="3"/>
                </a:cxn>
                <a:cxn ang="0">
                  <a:pos x="4" y="2"/>
                </a:cxn>
                <a:cxn ang="0">
                  <a:pos x="2" y="0"/>
                </a:cxn>
                <a:cxn ang="0">
                  <a:pos x="1" y="0"/>
                </a:cxn>
                <a:cxn ang="0">
                  <a:pos x="0" y="1"/>
                </a:cxn>
                <a:cxn ang="0">
                  <a:pos x="0" y="3"/>
                </a:cxn>
                <a:cxn ang="0">
                  <a:pos x="1" y="3"/>
                </a:cxn>
                <a:cxn ang="0">
                  <a:pos x="2" y="5"/>
                </a:cxn>
                <a:cxn ang="0">
                  <a:pos x="4" y="6"/>
                </a:cxn>
                <a:cxn ang="0">
                  <a:pos x="5" y="6"/>
                </a:cxn>
              </a:cxnLst>
              <a:rect l="0" t="0" r="r" b="b"/>
              <a:pathLst>
                <a:path w="6" h="6">
                  <a:moveTo>
                    <a:pt x="5" y="6"/>
                  </a:moveTo>
                  <a:cubicBezTo>
                    <a:pt x="5" y="6"/>
                    <a:pt x="6" y="5"/>
                    <a:pt x="6" y="4"/>
                  </a:cubicBezTo>
                  <a:cubicBezTo>
                    <a:pt x="6" y="4"/>
                    <a:pt x="5" y="3"/>
                    <a:pt x="5" y="3"/>
                  </a:cubicBezTo>
                  <a:cubicBezTo>
                    <a:pt x="4" y="2"/>
                    <a:pt x="4" y="2"/>
                    <a:pt x="4" y="2"/>
                  </a:cubicBezTo>
                  <a:cubicBezTo>
                    <a:pt x="3" y="1"/>
                    <a:pt x="3" y="0"/>
                    <a:pt x="2" y="0"/>
                  </a:cubicBezTo>
                  <a:cubicBezTo>
                    <a:pt x="2" y="0"/>
                    <a:pt x="1" y="0"/>
                    <a:pt x="1" y="0"/>
                  </a:cubicBezTo>
                  <a:cubicBezTo>
                    <a:pt x="1" y="0"/>
                    <a:pt x="0" y="0"/>
                    <a:pt x="0" y="1"/>
                  </a:cubicBezTo>
                  <a:cubicBezTo>
                    <a:pt x="0" y="1"/>
                    <a:pt x="0" y="2"/>
                    <a:pt x="0" y="3"/>
                  </a:cubicBezTo>
                  <a:cubicBezTo>
                    <a:pt x="0" y="3"/>
                    <a:pt x="1" y="3"/>
                    <a:pt x="1" y="3"/>
                  </a:cubicBezTo>
                  <a:cubicBezTo>
                    <a:pt x="1" y="4"/>
                    <a:pt x="2" y="5"/>
                    <a:pt x="2" y="5"/>
                  </a:cubicBezTo>
                  <a:cubicBezTo>
                    <a:pt x="3" y="5"/>
                    <a:pt x="3" y="6"/>
                    <a:pt x="4" y="6"/>
                  </a:cubicBezTo>
                  <a:cubicBezTo>
                    <a:pt x="4" y="6"/>
                    <a:pt x="5" y="6"/>
                    <a:pt x="5"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9" name="Freeform 229"/>
            <p:cNvSpPr>
              <a:spLocks/>
            </p:cNvSpPr>
            <p:nvPr/>
          </p:nvSpPr>
          <p:spPr bwMode="auto">
            <a:xfrm>
              <a:off x="1066801" y="1376363"/>
              <a:ext cx="7938" cy="9525"/>
            </a:xfrm>
            <a:custGeom>
              <a:avLst/>
              <a:gdLst/>
              <a:ahLst/>
              <a:cxnLst>
                <a:cxn ang="0">
                  <a:pos x="4" y="3"/>
                </a:cxn>
                <a:cxn ang="0">
                  <a:pos x="3" y="2"/>
                </a:cxn>
                <a:cxn ang="0">
                  <a:pos x="3" y="1"/>
                </a:cxn>
                <a:cxn ang="0">
                  <a:pos x="1" y="1"/>
                </a:cxn>
                <a:cxn ang="0">
                  <a:pos x="1" y="3"/>
                </a:cxn>
                <a:cxn ang="0">
                  <a:pos x="0" y="5"/>
                </a:cxn>
                <a:cxn ang="0">
                  <a:pos x="1" y="5"/>
                </a:cxn>
                <a:cxn ang="0">
                  <a:pos x="3" y="5"/>
                </a:cxn>
                <a:cxn ang="0">
                  <a:pos x="4" y="5"/>
                </a:cxn>
                <a:cxn ang="0">
                  <a:pos x="4" y="3"/>
                </a:cxn>
              </a:cxnLst>
              <a:rect l="0" t="0" r="r" b="b"/>
              <a:pathLst>
                <a:path w="4" h="5">
                  <a:moveTo>
                    <a:pt x="4" y="3"/>
                  </a:moveTo>
                  <a:cubicBezTo>
                    <a:pt x="4" y="3"/>
                    <a:pt x="3" y="2"/>
                    <a:pt x="3" y="2"/>
                  </a:cubicBezTo>
                  <a:cubicBezTo>
                    <a:pt x="3" y="1"/>
                    <a:pt x="3" y="1"/>
                    <a:pt x="3" y="1"/>
                  </a:cubicBezTo>
                  <a:cubicBezTo>
                    <a:pt x="2" y="0"/>
                    <a:pt x="1" y="1"/>
                    <a:pt x="1" y="1"/>
                  </a:cubicBezTo>
                  <a:cubicBezTo>
                    <a:pt x="1" y="2"/>
                    <a:pt x="1" y="3"/>
                    <a:pt x="1" y="3"/>
                  </a:cubicBezTo>
                  <a:cubicBezTo>
                    <a:pt x="1" y="3"/>
                    <a:pt x="0" y="4"/>
                    <a:pt x="0" y="5"/>
                  </a:cubicBezTo>
                  <a:cubicBezTo>
                    <a:pt x="0" y="5"/>
                    <a:pt x="1" y="5"/>
                    <a:pt x="1" y="5"/>
                  </a:cubicBezTo>
                  <a:cubicBezTo>
                    <a:pt x="2" y="5"/>
                    <a:pt x="3" y="5"/>
                    <a:pt x="3" y="5"/>
                  </a:cubicBezTo>
                  <a:cubicBezTo>
                    <a:pt x="3" y="5"/>
                    <a:pt x="4" y="5"/>
                    <a:pt x="4" y="5"/>
                  </a:cubicBezTo>
                  <a:cubicBezTo>
                    <a:pt x="4" y="4"/>
                    <a:pt x="4" y="4"/>
                    <a:pt x="4"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0" name="Freeform 230"/>
            <p:cNvSpPr>
              <a:spLocks/>
            </p:cNvSpPr>
            <p:nvPr/>
          </p:nvSpPr>
          <p:spPr bwMode="auto">
            <a:xfrm>
              <a:off x="1706563" y="785813"/>
              <a:ext cx="4763" cy="9525"/>
            </a:xfrm>
            <a:custGeom>
              <a:avLst/>
              <a:gdLst/>
              <a:ahLst/>
              <a:cxnLst>
                <a:cxn ang="0">
                  <a:pos x="3" y="4"/>
                </a:cxn>
                <a:cxn ang="0">
                  <a:pos x="2" y="4"/>
                </a:cxn>
                <a:cxn ang="0">
                  <a:pos x="1" y="5"/>
                </a:cxn>
                <a:cxn ang="0">
                  <a:pos x="0" y="4"/>
                </a:cxn>
                <a:cxn ang="0">
                  <a:pos x="0" y="2"/>
                </a:cxn>
                <a:cxn ang="0">
                  <a:pos x="0" y="1"/>
                </a:cxn>
                <a:cxn ang="0">
                  <a:pos x="2" y="0"/>
                </a:cxn>
                <a:cxn ang="0">
                  <a:pos x="2" y="0"/>
                </a:cxn>
                <a:cxn ang="0">
                  <a:pos x="2" y="2"/>
                </a:cxn>
                <a:cxn ang="0">
                  <a:pos x="3" y="4"/>
                </a:cxn>
              </a:cxnLst>
              <a:rect l="0" t="0" r="r" b="b"/>
              <a:pathLst>
                <a:path w="3" h="5">
                  <a:moveTo>
                    <a:pt x="3" y="4"/>
                  </a:moveTo>
                  <a:cubicBezTo>
                    <a:pt x="3" y="4"/>
                    <a:pt x="2" y="4"/>
                    <a:pt x="2" y="4"/>
                  </a:cubicBezTo>
                  <a:cubicBezTo>
                    <a:pt x="1" y="4"/>
                    <a:pt x="1" y="5"/>
                    <a:pt x="1" y="5"/>
                  </a:cubicBezTo>
                  <a:cubicBezTo>
                    <a:pt x="0" y="5"/>
                    <a:pt x="0" y="4"/>
                    <a:pt x="0" y="4"/>
                  </a:cubicBezTo>
                  <a:cubicBezTo>
                    <a:pt x="0" y="3"/>
                    <a:pt x="0" y="3"/>
                    <a:pt x="0" y="2"/>
                  </a:cubicBezTo>
                  <a:cubicBezTo>
                    <a:pt x="0" y="2"/>
                    <a:pt x="0" y="1"/>
                    <a:pt x="0" y="1"/>
                  </a:cubicBezTo>
                  <a:cubicBezTo>
                    <a:pt x="1" y="0"/>
                    <a:pt x="1" y="0"/>
                    <a:pt x="2" y="0"/>
                  </a:cubicBezTo>
                  <a:cubicBezTo>
                    <a:pt x="2" y="0"/>
                    <a:pt x="2" y="0"/>
                    <a:pt x="2" y="0"/>
                  </a:cubicBezTo>
                  <a:cubicBezTo>
                    <a:pt x="2" y="1"/>
                    <a:pt x="2" y="1"/>
                    <a:pt x="2" y="2"/>
                  </a:cubicBezTo>
                  <a:cubicBezTo>
                    <a:pt x="2" y="2"/>
                    <a:pt x="3" y="3"/>
                    <a:pt x="3"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1" name="Freeform 231"/>
            <p:cNvSpPr>
              <a:spLocks/>
            </p:cNvSpPr>
            <p:nvPr/>
          </p:nvSpPr>
          <p:spPr bwMode="auto">
            <a:xfrm>
              <a:off x="1035051" y="1273175"/>
              <a:ext cx="9525" cy="30163"/>
            </a:xfrm>
            <a:custGeom>
              <a:avLst/>
              <a:gdLst/>
              <a:ahLst/>
              <a:cxnLst>
                <a:cxn ang="0">
                  <a:pos x="3" y="15"/>
                </a:cxn>
                <a:cxn ang="0">
                  <a:pos x="4" y="13"/>
                </a:cxn>
                <a:cxn ang="0">
                  <a:pos x="5" y="9"/>
                </a:cxn>
                <a:cxn ang="0">
                  <a:pos x="4" y="6"/>
                </a:cxn>
                <a:cxn ang="0">
                  <a:pos x="5" y="3"/>
                </a:cxn>
                <a:cxn ang="0">
                  <a:pos x="5" y="0"/>
                </a:cxn>
                <a:cxn ang="0">
                  <a:pos x="4" y="0"/>
                </a:cxn>
                <a:cxn ang="0">
                  <a:pos x="3" y="1"/>
                </a:cxn>
                <a:cxn ang="0">
                  <a:pos x="1" y="2"/>
                </a:cxn>
                <a:cxn ang="0">
                  <a:pos x="1" y="3"/>
                </a:cxn>
                <a:cxn ang="0">
                  <a:pos x="1" y="4"/>
                </a:cxn>
                <a:cxn ang="0">
                  <a:pos x="2" y="6"/>
                </a:cxn>
                <a:cxn ang="0">
                  <a:pos x="2" y="7"/>
                </a:cxn>
                <a:cxn ang="0">
                  <a:pos x="1" y="8"/>
                </a:cxn>
                <a:cxn ang="0">
                  <a:pos x="0" y="7"/>
                </a:cxn>
                <a:cxn ang="0">
                  <a:pos x="0" y="8"/>
                </a:cxn>
                <a:cxn ang="0">
                  <a:pos x="0" y="9"/>
                </a:cxn>
                <a:cxn ang="0">
                  <a:pos x="1" y="11"/>
                </a:cxn>
                <a:cxn ang="0">
                  <a:pos x="1" y="11"/>
                </a:cxn>
                <a:cxn ang="0">
                  <a:pos x="2" y="13"/>
                </a:cxn>
                <a:cxn ang="0">
                  <a:pos x="1" y="15"/>
                </a:cxn>
                <a:cxn ang="0">
                  <a:pos x="2" y="15"/>
                </a:cxn>
                <a:cxn ang="0">
                  <a:pos x="3" y="15"/>
                </a:cxn>
              </a:cxnLst>
              <a:rect l="0" t="0" r="r" b="b"/>
              <a:pathLst>
                <a:path w="5" h="16">
                  <a:moveTo>
                    <a:pt x="3" y="15"/>
                  </a:moveTo>
                  <a:cubicBezTo>
                    <a:pt x="4" y="15"/>
                    <a:pt x="4" y="13"/>
                    <a:pt x="4" y="13"/>
                  </a:cubicBezTo>
                  <a:cubicBezTo>
                    <a:pt x="4" y="12"/>
                    <a:pt x="4" y="10"/>
                    <a:pt x="5" y="9"/>
                  </a:cubicBezTo>
                  <a:cubicBezTo>
                    <a:pt x="5" y="8"/>
                    <a:pt x="4" y="6"/>
                    <a:pt x="4" y="6"/>
                  </a:cubicBezTo>
                  <a:cubicBezTo>
                    <a:pt x="4" y="5"/>
                    <a:pt x="5" y="4"/>
                    <a:pt x="5" y="3"/>
                  </a:cubicBezTo>
                  <a:cubicBezTo>
                    <a:pt x="5" y="2"/>
                    <a:pt x="5" y="1"/>
                    <a:pt x="5" y="0"/>
                  </a:cubicBezTo>
                  <a:cubicBezTo>
                    <a:pt x="5" y="0"/>
                    <a:pt x="4" y="0"/>
                    <a:pt x="4" y="0"/>
                  </a:cubicBezTo>
                  <a:cubicBezTo>
                    <a:pt x="3" y="0"/>
                    <a:pt x="3" y="1"/>
                    <a:pt x="3" y="1"/>
                  </a:cubicBezTo>
                  <a:cubicBezTo>
                    <a:pt x="2" y="1"/>
                    <a:pt x="2" y="2"/>
                    <a:pt x="1" y="2"/>
                  </a:cubicBezTo>
                  <a:cubicBezTo>
                    <a:pt x="1" y="2"/>
                    <a:pt x="1" y="3"/>
                    <a:pt x="1" y="3"/>
                  </a:cubicBezTo>
                  <a:cubicBezTo>
                    <a:pt x="1" y="3"/>
                    <a:pt x="1" y="4"/>
                    <a:pt x="1" y="4"/>
                  </a:cubicBezTo>
                  <a:cubicBezTo>
                    <a:pt x="2" y="5"/>
                    <a:pt x="2" y="5"/>
                    <a:pt x="2" y="6"/>
                  </a:cubicBezTo>
                  <a:cubicBezTo>
                    <a:pt x="2" y="6"/>
                    <a:pt x="2" y="7"/>
                    <a:pt x="2" y="7"/>
                  </a:cubicBezTo>
                  <a:cubicBezTo>
                    <a:pt x="2" y="8"/>
                    <a:pt x="1" y="8"/>
                    <a:pt x="1" y="8"/>
                  </a:cubicBezTo>
                  <a:cubicBezTo>
                    <a:pt x="1" y="8"/>
                    <a:pt x="1" y="6"/>
                    <a:pt x="0" y="7"/>
                  </a:cubicBezTo>
                  <a:cubicBezTo>
                    <a:pt x="0" y="7"/>
                    <a:pt x="0" y="7"/>
                    <a:pt x="0" y="8"/>
                  </a:cubicBezTo>
                  <a:cubicBezTo>
                    <a:pt x="0" y="8"/>
                    <a:pt x="0" y="9"/>
                    <a:pt x="0" y="9"/>
                  </a:cubicBezTo>
                  <a:cubicBezTo>
                    <a:pt x="0" y="10"/>
                    <a:pt x="0" y="11"/>
                    <a:pt x="1" y="11"/>
                  </a:cubicBezTo>
                  <a:cubicBezTo>
                    <a:pt x="1" y="11"/>
                    <a:pt x="1" y="11"/>
                    <a:pt x="1" y="11"/>
                  </a:cubicBezTo>
                  <a:cubicBezTo>
                    <a:pt x="2" y="12"/>
                    <a:pt x="2" y="13"/>
                    <a:pt x="2" y="13"/>
                  </a:cubicBezTo>
                  <a:cubicBezTo>
                    <a:pt x="2" y="13"/>
                    <a:pt x="1" y="14"/>
                    <a:pt x="1" y="15"/>
                  </a:cubicBezTo>
                  <a:cubicBezTo>
                    <a:pt x="2" y="15"/>
                    <a:pt x="2" y="15"/>
                    <a:pt x="2" y="15"/>
                  </a:cubicBezTo>
                  <a:cubicBezTo>
                    <a:pt x="2" y="15"/>
                    <a:pt x="3" y="16"/>
                    <a:pt x="3" y="1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2" name="Freeform 232"/>
            <p:cNvSpPr>
              <a:spLocks/>
            </p:cNvSpPr>
            <p:nvPr/>
          </p:nvSpPr>
          <p:spPr bwMode="auto">
            <a:xfrm>
              <a:off x="1031876" y="1300163"/>
              <a:ext cx="4763" cy="3175"/>
            </a:xfrm>
            <a:custGeom>
              <a:avLst/>
              <a:gdLst/>
              <a:ahLst/>
              <a:cxnLst>
                <a:cxn ang="0">
                  <a:pos x="3" y="2"/>
                </a:cxn>
                <a:cxn ang="0">
                  <a:pos x="1" y="2"/>
                </a:cxn>
                <a:cxn ang="0">
                  <a:pos x="0" y="1"/>
                </a:cxn>
                <a:cxn ang="0">
                  <a:pos x="1" y="0"/>
                </a:cxn>
                <a:cxn ang="0">
                  <a:pos x="2" y="0"/>
                </a:cxn>
                <a:cxn ang="0">
                  <a:pos x="3" y="1"/>
                </a:cxn>
                <a:cxn ang="0">
                  <a:pos x="3" y="2"/>
                </a:cxn>
              </a:cxnLst>
              <a:rect l="0" t="0" r="r" b="b"/>
              <a:pathLst>
                <a:path w="3" h="2">
                  <a:moveTo>
                    <a:pt x="3" y="2"/>
                  </a:moveTo>
                  <a:cubicBezTo>
                    <a:pt x="2" y="2"/>
                    <a:pt x="1" y="2"/>
                    <a:pt x="1" y="2"/>
                  </a:cubicBezTo>
                  <a:cubicBezTo>
                    <a:pt x="1" y="2"/>
                    <a:pt x="0" y="2"/>
                    <a:pt x="0" y="1"/>
                  </a:cubicBezTo>
                  <a:cubicBezTo>
                    <a:pt x="0" y="1"/>
                    <a:pt x="1" y="1"/>
                    <a:pt x="1" y="0"/>
                  </a:cubicBezTo>
                  <a:cubicBezTo>
                    <a:pt x="1" y="0"/>
                    <a:pt x="2" y="0"/>
                    <a:pt x="2" y="0"/>
                  </a:cubicBezTo>
                  <a:cubicBezTo>
                    <a:pt x="2" y="1"/>
                    <a:pt x="3" y="1"/>
                    <a:pt x="3" y="1"/>
                  </a:cubicBezTo>
                  <a:cubicBezTo>
                    <a:pt x="3" y="2"/>
                    <a:pt x="3"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3" name="Freeform 233"/>
            <p:cNvSpPr>
              <a:spLocks/>
            </p:cNvSpPr>
            <p:nvPr/>
          </p:nvSpPr>
          <p:spPr bwMode="auto">
            <a:xfrm>
              <a:off x="1025526" y="1311275"/>
              <a:ext cx="6350" cy="9525"/>
            </a:xfrm>
            <a:custGeom>
              <a:avLst/>
              <a:gdLst/>
              <a:ahLst/>
              <a:cxnLst>
                <a:cxn ang="0">
                  <a:pos x="3" y="1"/>
                </a:cxn>
                <a:cxn ang="0">
                  <a:pos x="1" y="0"/>
                </a:cxn>
                <a:cxn ang="0">
                  <a:pos x="0" y="1"/>
                </a:cxn>
                <a:cxn ang="0">
                  <a:pos x="0" y="3"/>
                </a:cxn>
                <a:cxn ang="0">
                  <a:pos x="0" y="4"/>
                </a:cxn>
                <a:cxn ang="0">
                  <a:pos x="2" y="4"/>
                </a:cxn>
                <a:cxn ang="0">
                  <a:pos x="2" y="2"/>
                </a:cxn>
                <a:cxn ang="0">
                  <a:pos x="3" y="1"/>
                </a:cxn>
              </a:cxnLst>
              <a:rect l="0" t="0" r="r" b="b"/>
              <a:pathLst>
                <a:path w="3" h="5">
                  <a:moveTo>
                    <a:pt x="3" y="1"/>
                  </a:moveTo>
                  <a:cubicBezTo>
                    <a:pt x="2" y="0"/>
                    <a:pt x="2" y="0"/>
                    <a:pt x="1" y="0"/>
                  </a:cubicBezTo>
                  <a:cubicBezTo>
                    <a:pt x="1" y="0"/>
                    <a:pt x="0" y="1"/>
                    <a:pt x="0" y="1"/>
                  </a:cubicBezTo>
                  <a:cubicBezTo>
                    <a:pt x="0" y="2"/>
                    <a:pt x="0" y="3"/>
                    <a:pt x="0" y="3"/>
                  </a:cubicBezTo>
                  <a:cubicBezTo>
                    <a:pt x="0" y="3"/>
                    <a:pt x="0" y="4"/>
                    <a:pt x="0" y="4"/>
                  </a:cubicBezTo>
                  <a:cubicBezTo>
                    <a:pt x="1" y="5"/>
                    <a:pt x="2" y="4"/>
                    <a:pt x="2" y="4"/>
                  </a:cubicBezTo>
                  <a:cubicBezTo>
                    <a:pt x="2" y="4"/>
                    <a:pt x="2" y="3"/>
                    <a:pt x="2" y="2"/>
                  </a:cubicBezTo>
                  <a:cubicBezTo>
                    <a:pt x="2" y="2"/>
                    <a:pt x="3" y="1"/>
                    <a:pt x="3"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4" name="Freeform 234"/>
            <p:cNvSpPr>
              <a:spLocks/>
            </p:cNvSpPr>
            <p:nvPr/>
          </p:nvSpPr>
          <p:spPr bwMode="auto">
            <a:xfrm>
              <a:off x="1012826" y="1304925"/>
              <a:ext cx="28575" cy="80963"/>
            </a:xfrm>
            <a:custGeom>
              <a:avLst/>
              <a:gdLst/>
              <a:ahLst/>
              <a:cxnLst>
                <a:cxn ang="0">
                  <a:pos x="14" y="0"/>
                </a:cxn>
                <a:cxn ang="0">
                  <a:pos x="13" y="2"/>
                </a:cxn>
                <a:cxn ang="0">
                  <a:pos x="13" y="4"/>
                </a:cxn>
                <a:cxn ang="0">
                  <a:pos x="11" y="7"/>
                </a:cxn>
                <a:cxn ang="0">
                  <a:pos x="10" y="8"/>
                </a:cxn>
                <a:cxn ang="0">
                  <a:pos x="9" y="9"/>
                </a:cxn>
                <a:cxn ang="0">
                  <a:pos x="8" y="10"/>
                </a:cxn>
                <a:cxn ang="0">
                  <a:pos x="9" y="11"/>
                </a:cxn>
                <a:cxn ang="0">
                  <a:pos x="9" y="12"/>
                </a:cxn>
                <a:cxn ang="0">
                  <a:pos x="8" y="13"/>
                </a:cxn>
                <a:cxn ang="0">
                  <a:pos x="6" y="12"/>
                </a:cxn>
                <a:cxn ang="0">
                  <a:pos x="4" y="12"/>
                </a:cxn>
                <a:cxn ang="0">
                  <a:pos x="3" y="14"/>
                </a:cxn>
                <a:cxn ang="0">
                  <a:pos x="2" y="17"/>
                </a:cxn>
                <a:cxn ang="0">
                  <a:pos x="1" y="22"/>
                </a:cxn>
                <a:cxn ang="0">
                  <a:pos x="1" y="28"/>
                </a:cxn>
                <a:cxn ang="0">
                  <a:pos x="1" y="32"/>
                </a:cxn>
                <a:cxn ang="0">
                  <a:pos x="1" y="35"/>
                </a:cxn>
                <a:cxn ang="0">
                  <a:pos x="1" y="37"/>
                </a:cxn>
                <a:cxn ang="0">
                  <a:pos x="2" y="39"/>
                </a:cxn>
                <a:cxn ang="0">
                  <a:pos x="2" y="41"/>
                </a:cxn>
                <a:cxn ang="0">
                  <a:pos x="3" y="42"/>
                </a:cxn>
                <a:cxn ang="0">
                  <a:pos x="5" y="43"/>
                </a:cxn>
                <a:cxn ang="0">
                  <a:pos x="8" y="41"/>
                </a:cxn>
                <a:cxn ang="0">
                  <a:pos x="9" y="39"/>
                </a:cxn>
                <a:cxn ang="0">
                  <a:pos x="11" y="38"/>
                </a:cxn>
                <a:cxn ang="0">
                  <a:pos x="11" y="35"/>
                </a:cxn>
                <a:cxn ang="0">
                  <a:pos x="11" y="33"/>
                </a:cxn>
                <a:cxn ang="0">
                  <a:pos x="10" y="30"/>
                </a:cxn>
                <a:cxn ang="0">
                  <a:pos x="9" y="26"/>
                </a:cxn>
                <a:cxn ang="0">
                  <a:pos x="8" y="23"/>
                </a:cxn>
                <a:cxn ang="0">
                  <a:pos x="7" y="20"/>
                </a:cxn>
                <a:cxn ang="0">
                  <a:pos x="7" y="17"/>
                </a:cxn>
                <a:cxn ang="0">
                  <a:pos x="8" y="15"/>
                </a:cxn>
                <a:cxn ang="0">
                  <a:pos x="10" y="13"/>
                </a:cxn>
                <a:cxn ang="0">
                  <a:pos x="12" y="11"/>
                </a:cxn>
                <a:cxn ang="0">
                  <a:pos x="14" y="9"/>
                </a:cxn>
                <a:cxn ang="0">
                  <a:pos x="14" y="6"/>
                </a:cxn>
                <a:cxn ang="0">
                  <a:pos x="15" y="3"/>
                </a:cxn>
                <a:cxn ang="0">
                  <a:pos x="15" y="1"/>
                </a:cxn>
                <a:cxn ang="0">
                  <a:pos x="14" y="0"/>
                </a:cxn>
              </a:cxnLst>
              <a:rect l="0" t="0" r="r" b="b"/>
              <a:pathLst>
                <a:path w="15" h="43">
                  <a:moveTo>
                    <a:pt x="14" y="0"/>
                  </a:moveTo>
                  <a:cubicBezTo>
                    <a:pt x="14" y="0"/>
                    <a:pt x="13" y="1"/>
                    <a:pt x="13" y="2"/>
                  </a:cubicBezTo>
                  <a:cubicBezTo>
                    <a:pt x="13" y="2"/>
                    <a:pt x="13" y="4"/>
                    <a:pt x="13" y="4"/>
                  </a:cubicBezTo>
                  <a:cubicBezTo>
                    <a:pt x="12" y="5"/>
                    <a:pt x="12" y="6"/>
                    <a:pt x="11" y="7"/>
                  </a:cubicBezTo>
                  <a:cubicBezTo>
                    <a:pt x="11" y="7"/>
                    <a:pt x="11" y="7"/>
                    <a:pt x="10" y="8"/>
                  </a:cubicBezTo>
                  <a:cubicBezTo>
                    <a:pt x="10" y="8"/>
                    <a:pt x="9" y="9"/>
                    <a:pt x="9" y="9"/>
                  </a:cubicBezTo>
                  <a:cubicBezTo>
                    <a:pt x="8" y="9"/>
                    <a:pt x="8" y="10"/>
                    <a:pt x="8" y="10"/>
                  </a:cubicBezTo>
                  <a:cubicBezTo>
                    <a:pt x="8" y="10"/>
                    <a:pt x="9" y="11"/>
                    <a:pt x="9" y="11"/>
                  </a:cubicBezTo>
                  <a:cubicBezTo>
                    <a:pt x="9" y="11"/>
                    <a:pt x="9" y="12"/>
                    <a:pt x="9" y="12"/>
                  </a:cubicBezTo>
                  <a:cubicBezTo>
                    <a:pt x="9" y="12"/>
                    <a:pt x="8" y="13"/>
                    <a:pt x="8" y="13"/>
                  </a:cubicBezTo>
                  <a:cubicBezTo>
                    <a:pt x="7" y="13"/>
                    <a:pt x="7" y="12"/>
                    <a:pt x="6" y="12"/>
                  </a:cubicBezTo>
                  <a:cubicBezTo>
                    <a:pt x="6" y="12"/>
                    <a:pt x="5" y="12"/>
                    <a:pt x="4" y="12"/>
                  </a:cubicBezTo>
                  <a:cubicBezTo>
                    <a:pt x="4" y="12"/>
                    <a:pt x="3" y="14"/>
                    <a:pt x="3" y="14"/>
                  </a:cubicBezTo>
                  <a:cubicBezTo>
                    <a:pt x="2" y="15"/>
                    <a:pt x="2" y="17"/>
                    <a:pt x="2" y="17"/>
                  </a:cubicBezTo>
                  <a:cubicBezTo>
                    <a:pt x="1" y="18"/>
                    <a:pt x="1" y="21"/>
                    <a:pt x="1" y="22"/>
                  </a:cubicBezTo>
                  <a:cubicBezTo>
                    <a:pt x="1" y="23"/>
                    <a:pt x="1" y="26"/>
                    <a:pt x="1" y="28"/>
                  </a:cubicBezTo>
                  <a:cubicBezTo>
                    <a:pt x="1" y="29"/>
                    <a:pt x="1" y="31"/>
                    <a:pt x="1" y="32"/>
                  </a:cubicBezTo>
                  <a:cubicBezTo>
                    <a:pt x="1" y="33"/>
                    <a:pt x="0" y="34"/>
                    <a:pt x="1" y="35"/>
                  </a:cubicBezTo>
                  <a:cubicBezTo>
                    <a:pt x="1" y="36"/>
                    <a:pt x="1" y="37"/>
                    <a:pt x="1" y="37"/>
                  </a:cubicBezTo>
                  <a:cubicBezTo>
                    <a:pt x="1" y="38"/>
                    <a:pt x="2" y="38"/>
                    <a:pt x="2" y="39"/>
                  </a:cubicBezTo>
                  <a:cubicBezTo>
                    <a:pt x="2" y="39"/>
                    <a:pt x="2" y="40"/>
                    <a:pt x="2" y="41"/>
                  </a:cubicBezTo>
                  <a:cubicBezTo>
                    <a:pt x="2" y="41"/>
                    <a:pt x="3" y="42"/>
                    <a:pt x="3" y="42"/>
                  </a:cubicBezTo>
                  <a:cubicBezTo>
                    <a:pt x="4" y="42"/>
                    <a:pt x="5" y="43"/>
                    <a:pt x="5" y="43"/>
                  </a:cubicBezTo>
                  <a:cubicBezTo>
                    <a:pt x="6" y="43"/>
                    <a:pt x="7" y="42"/>
                    <a:pt x="8" y="41"/>
                  </a:cubicBezTo>
                  <a:cubicBezTo>
                    <a:pt x="8" y="41"/>
                    <a:pt x="9" y="39"/>
                    <a:pt x="9" y="39"/>
                  </a:cubicBezTo>
                  <a:cubicBezTo>
                    <a:pt x="10" y="38"/>
                    <a:pt x="10" y="38"/>
                    <a:pt x="11" y="38"/>
                  </a:cubicBezTo>
                  <a:cubicBezTo>
                    <a:pt x="11" y="37"/>
                    <a:pt x="11" y="36"/>
                    <a:pt x="11" y="35"/>
                  </a:cubicBezTo>
                  <a:cubicBezTo>
                    <a:pt x="11" y="35"/>
                    <a:pt x="11" y="33"/>
                    <a:pt x="11" y="33"/>
                  </a:cubicBezTo>
                  <a:cubicBezTo>
                    <a:pt x="11" y="32"/>
                    <a:pt x="10" y="31"/>
                    <a:pt x="10" y="30"/>
                  </a:cubicBezTo>
                  <a:cubicBezTo>
                    <a:pt x="9" y="29"/>
                    <a:pt x="9" y="27"/>
                    <a:pt x="9" y="26"/>
                  </a:cubicBezTo>
                  <a:cubicBezTo>
                    <a:pt x="9" y="25"/>
                    <a:pt x="9" y="24"/>
                    <a:pt x="8" y="23"/>
                  </a:cubicBezTo>
                  <a:cubicBezTo>
                    <a:pt x="8" y="22"/>
                    <a:pt x="7" y="21"/>
                    <a:pt x="7" y="20"/>
                  </a:cubicBezTo>
                  <a:cubicBezTo>
                    <a:pt x="7" y="19"/>
                    <a:pt x="7" y="18"/>
                    <a:pt x="7" y="17"/>
                  </a:cubicBezTo>
                  <a:cubicBezTo>
                    <a:pt x="7" y="17"/>
                    <a:pt x="8" y="16"/>
                    <a:pt x="8" y="15"/>
                  </a:cubicBezTo>
                  <a:cubicBezTo>
                    <a:pt x="9" y="15"/>
                    <a:pt x="10" y="14"/>
                    <a:pt x="10" y="13"/>
                  </a:cubicBezTo>
                  <a:cubicBezTo>
                    <a:pt x="11" y="13"/>
                    <a:pt x="12" y="12"/>
                    <a:pt x="12" y="11"/>
                  </a:cubicBezTo>
                  <a:cubicBezTo>
                    <a:pt x="13" y="11"/>
                    <a:pt x="14" y="10"/>
                    <a:pt x="14" y="9"/>
                  </a:cubicBezTo>
                  <a:cubicBezTo>
                    <a:pt x="14" y="8"/>
                    <a:pt x="14" y="7"/>
                    <a:pt x="14" y="6"/>
                  </a:cubicBezTo>
                  <a:cubicBezTo>
                    <a:pt x="15" y="5"/>
                    <a:pt x="15" y="4"/>
                    <a:pt x="15" y="3"/>
                  </a:cubicBezTo>
                  <a:cubicBezTo>
                    <a:pt x="15" y="3"/>
                    <a:pt x="15" y="1"/>
                    <a:pt x="15" y="1"/>
                  </a:cubicBezTo>
                  <a:cubicBezTo>
                    <a:pt x="15" y="0"/>
                    <a:pt x="14" y="0"/>
                    <a:pt x="14"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5" name="Freeform 235"/>
            <p:cNvSpPr>
              <a:spLocks/>
            </p:cNvSpPr>
            <p:nvPr/>
          </p:nvSpPr>
          <p:spPr bwMode="auto">
            <a:xfrm>
              <a:off x="1025526" y="1387475"/>
              <a:ext cx="26988" cy="23813"/>
            </a:xfrm>
            <a:custGeom>
              <a:avLst/>
              <a:gdLst/>
              <a:ahLst/>
              <a:cxnLst>
                <a:cxn ang="0">
                  <a:pos x="12" y="8"/>
                </a:cxn>
                <a:cxn ang="0">
                  <a:pos x="13" y="9"/>
                </a:cxn>
                <a:cxn ang="0">
                  <a:pos x="14" y="8"/>
                </a:cxn>
                <a:cxn ang="0">
                  <a:pos x="13" y="6"/>
                </a:cxn>
                <a:cxn ang="0">
                  <a:pos x="11" y="3"/>
                </a:cxn>
                <a:cxn ang="0">
                  <a:pos x="8" y="1"/>
                </a:cxn>
                <a:cxn ang="0">
                  <a:pos x="6" y="0"/>
                </a:cxn>
                <a:cxn ang="0">
                  <a:pos x="4" y="0"/>
                </a:cxn>
                <a:cxn ang="0">
                  <a:pos x="2" y="1"/>
                </a:cxn>
                <a:cxn ang="0">
                  <a:pos x="1" y="2"/>
                </a:cxn>
                <a:cxn ang="0">
                  <a:pos x="0" y="4"/>
                </a:cxn>
                <a:cxn ang="0">
                  <a:pos x="1" y="6"/>
                </a:cxn>
                <a:cxn ang="0">
                  <a:pos x="2" y="7"/>
                </a:cxn>
                <a:cxn ang="0">
                  <a:pos x="3" y="9"/>
                </a:cxn>
                <a:cxn ang="0">
                  <a:pos x="5" y="11"/>
                </a:cxn>
                <a:cxn ang="0">
                  <a:pos x="6" y="12"/>
                </a:cxn>
                <a:cxn ang="0">
                  <a:pos x="8" y="12"/>
                </a:cxn>
                <a:cxn ang="0">
                  <a:pos x="10" y="12"/>
                </a:cxn>
                <a:cxn ang="0">
                  <a:pos x="11" y="11"/>
                </a:cxn>
                <a:cxn ang="0">
                  <a:pos x="11" y="9"/>
                </a:cxn>
                <a:cxn ang="0">
                  <a:pos x="12" y="8"/>
                </a:cxn>
              </a:cxnLst>
              <a:rect l="0" t="0" r="r" b="b"/>
              <a:pathLst>
                <a:path w="14" h="12">
                  <a:moveTo>
                    <a:pt x="12" y="8"/>
                  </a:moveTo>
                  <a:cubicBezTo>
                    <a:pt x="12" y="8"/>
                    <a:pt x="13" y="9"/>
                    <a:pt x="13" y="9"/>
                  </a:cubicBezTo>
                  <a:cubicBezTo>
                    <a:pt x="13" y="9"/>
                    <a:pt x="14" y="8"/>
                    <a:pt x="14" y="8"/>
                  </a:cubicBezTo>
                  <a:cubicBezTo>
                    <a:pt x="14" y="7"/>
                    <a:pt x="14" y="6"/>
                    <a:pt x="13" y="6"/>
                  </a:cubicBezTo>
                  <a:cubicBezTo>
                    <a:pt x="13" y="5"/>
                    <a:pt x="11" y="3"/>
                    <a:pt x="11" y="3"/>
                  </a:cubicBezTo>
                  <a:cubicBezTo>
                    <a:pt x="10" y="2"/>
                    <a:pt x="8" y="2"/>
                    <a:pt x="8" y="1"/>
                  </a:cubicBezTo>
                  <a:cubicBezTo>
                    <a:pt x="7" y="1"/>
                    <a:pt x="6" y="0"/>
                    <a:pt x="6" y="0"/>
                  </a:cubicBezTo>
                  <a:cubicBezTo>
                    <a:pt x="5" y="0"/>
                    <a:pt x="4" y="0"/>
                    <a:pt x="4" y="0"/>
                  </a:cubicBezTo>
                  <a:cubicBezTo>
                    <a:pt x="3" y="0"/>
                    <a:pt x="2" y="0"/>
                    <a:pt x="2" y="1"/>
                  </a:cubicBezTo>
                  <a:cubicBezTo>
                    <a:pt x="1" y="1"/>
                    <a:pt x="1" y="2"/>
                    <a:pt x="1" y="2"/>
                  </a:cubicBezTo>
                  <a:cubicBezTo>
                    <a:pt x="0" y="3"/>
                    <a:pt x="0" y="3"/>
                    <a:pt x="0" y="4"/>
                  </a:cubicBezTo>
                  <a:cubicBezTo>
                    <a:pt x="0" y="4"/>
                    <a:pt x="1" y="5"/>
                    <a:pt x="1" y="6"/>
                  </a:cubicBezTo>
                  <a:cubicBezTo>
                    <a:pt x="1" y="6"/>
                    <a:pt x="2" y="7"/>
                    <a:pt x="2" y="7"/>
                  </a:cubicBezTo>
                  <a:cubicBezTo>
                    <a:pt x="3" y="7"/>
                    <a:pt x="3" y="9"/>
                    <a:pt x="3" y="9"/>
                  </a:cubicBezTo>
                  <a:cubicBezTo>
                    <a:pt x="4" y="9"/>
                    <a:pt x="5" y="10"/>
                    <a:pt x="5" y="11"/>
                  </a:cubicBezTo>
                  <a:cubicBezTo>
                    <a:pt x="5" y="11"/>
                    <a:pt x="6" y="12"/>
                    <a:pt x="6" y="12"/>
                  </a:cubicBezTo>
                  <a:cubicBezTo>
                    <a:pt x="7" y="12"/>
                    <a:pt x="8" y="12"/>
                    <a:pt x="8" y="12"/>
                  </a:cubicBezTo>
                  <a:cubicBezTo>
                    <a:pt x="9" y="12"/>
                    <a:pt x="10" y="12"/>
                    <a:pt x="10" y="12"/>
                  </a:cubicBezTo>
                  <a:cubicBezTo>
                    <a:pt x="10" y="12"/>
                    <a:pt x="11" y="11"/>
                    <a:pt x="11" y="11"/>
                  </a:cubicBezTo>
                  <a:cubicBezTo>
                    <a:pt x="11" y="10"/>
                    <a:pt x="11" y="9"/>
                    <a:pt x="11" y="9"/>
                  </a:cubicBezTo>
                  <a:cubicBezTo>
                    <a:pt x="11" y="8"/>
                    <a:pt x="11" y="8"/>
                    <a:pt x="12"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6" name="Freeform 236"/>
            <p:cNvSpPr>
              <a:spLocks/>
            </p:cNvSpPr>
            <p:nvPr/>
          </p:nvSpPr>
          <p:spPr bwMode="auto">
            <a:xfrm>
              <a:off x="1049338" y="1611313"/>
              <a:ext cx="17463" cy="12700"/>
            </a:xfrm>
            <a:custGeom>
              <a:avLst/>
              <a:gdLst/>
              <a:ahLst/>
              <a:cxnLst>
                <a:cxn ang="0">
                  <a:pos x="7" y="5"/>
                </a:cxn>
                <a:cxn ang="0">
                  <a:pos x="6" y="5"/>
                </a:cxn>
                <a:cxn ang="0">
                  <a:pos x="4" y="5"/>
                </a:cxn>
                <a:cxn ang="0">
                  <a:pos x="2" y="4"/>
                </a:cxn>
                <a:cxn ang="0">
                  <a:pos x="1" y="3"/>
                </a:cxn>
                <a:cxn ang="0">
                  <a:pos x="1" y="1"/>
                </a:cxn>
                <a:cxn ang="0">
                  <a:pos x="3" y="0"/>
                </a:cxn>
                <a:cxn ang="0">
                  <a:pos x="4" y="1"/>
                </a:cxn>
                <a:cxn ang="0">
                  <a:pos x="5" y="2"/>
                </a:cxn>
                <a:cxn ang="0">
                  <a:pos x="7" y="2"/>
                </a:cxn>
                <a:cxn ang="0">
                  <a:pos x="9" y="3"/>
                </a:cxn>
                <a:cxn ang="0">
                  <a:pos x="9" y="4"/>
                </a:cxn>
                <a:cxn ang="0">
                  <a:pos x="8" y="5"/>
                </a:cxn>
                <a:cxn ang="0">
                  <a:pos x="7" y="5"/>
                </a:cxn>
              </a:cxnLst>
              <a:rect l="0" t="0" r="r" b="b"/>
              <a:pathLst>
                <a:path w="9" h="6">
                  <a:moveTo>
                    <a:pt x="7" y="5"/>
                  </a:moveTo>
                  <a:cubicBezTo>
                    <a:pt x="6" y="5"/>
                    <a:pt x="6" y="5"/>
                    <a:pt x="6" y="5"/>
                  </a:cubicBezTo>
                  <a:cubicBezTo>
                    <a:pt x="5" y="6"/>
                    <a:pt x="4" y="5"/>
                    <a:pt x="4" y="5"/>
                  </a:cubicBezTo>
                  <a:cubicBezTo>
                    <a:pt x="3" y="5"/>
                    <a:pt x="2" y="4"/>
                    <a:pt x="2" y="4"/>
                  </a:cubicBezTo>
                  <a:cubicBezTo>
                    <a:pt x="1" y="4"/>
                    <a:pt x="1" y="4"/>
                    <a:pt x="1" y="3"/>
                  </a:cubicBezTo>
                  <a:cubicBezTo>
                    <a:pt x="0" y="3"/>
                    <a:pt x="1" y="1"/>
                    <a:pt x="1" y="1"/>
                  </a:cubicBezTo>
                  <a:cubicBezTo>
                    <a:pt x="2" y="1"/>
                    <a:pt x="3" y="0"/>
                    <a:pt x="3" y="0"/>
                  </a:cubicBezTo>
                  <a:cubicBezTo>
                    <a:pt x="4" y="0"/>
                    <a:pt x="4" y="1"/>
                    <a:pt x="4" y="1"/>
                  </a:cubicBezTo>
                  <a:cubicBezTo>
                    <a:pt x="5" y="1"/>
                    <a:pt x="5" y="2"/>
                    <a:pt x="5" y="2"/>
                  </a:cubicBezTo>
                  <a:cubicBezTo>
                    <a:pt x="6" y="2"/>
                    <a:pt x="7" y="2"/>
                    <a:pt x="7" y="2"/>
                  </a:cubicBezTo>
                  <a:cubicBezTo>
                    <a:pt x="8" y="3"/>
                    <a:pt x="8" y="3"/>
                    <a:pt x="9" y="3"/>
                  </a:cubicBezTo>
                  <a:cubicBezTo>
                    <a:pt x="9" y="3"/>
                    <a:pt x="9" y="4"/>
                    <a:pt x="9" y="4"/>
                  </a:cubicBezTo>
                  <a:cubicBezTo>
                    <a:pt x="9" y="4"/>
                    <a:pt x="8" y="5"/>
                    <a:pt x="8" y="5"/>
                  </a:cubicBezTo>
                  <a:cubicBezTo>
                    <a:pt x="8" y="5"/>
                    <a:pt x="7" y="5"/>
                    <a:pt x="7"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7" name="Freeform 237"/>
            <p:cNvSpPr>
              <a:spLocks/>
            </p:cNvSpPr>
            <p:nvPr/>
          </p:nvSpPr>
          <p:spPr bwMode="auto">
            <a:xfrm>
              <a:off x="1031876" y="1674813"/>
              <a:ext cx="9525" cy="6350"/>
            </a:xfrm>
            <a:custGeom>
              <a:avLst/>
              <a:gdLst/>
              <a:ahLst/>
              <a:cxnLst>
                <a:cxn ang="0">
                  <a:pos x="5" y="3"/>
                </a:cxn>
                <a:cxn ang="0">
                  <a:pos x="3" y="4"/>
                </a:cxn>
                <a:cxn ang="0">
                  <a:pos x="1" y="3"/>
                </a:cxn>
                <a:cxn ang="0">
                  <a:pos x="1" y="2"/>
                </a:cxn>
                <a:cxn ang="0">
                  <a:pos x="1" y="1"/>
                </a:cxn>
                <a:cxn ang="0">
                  <a:pos x="2" y="0"/>
                </a:cxn>
                <a:cxn ang="0">
                  <a:pos x="3" y="1"/>
                </a:cxn>
                <a:cxn ang="0">
                  <a:pos x="4" y="1"/>
                </a:cxn>
                <a:cxn ang="0">
                  <a:pos x="5" y="2"/>
                </a:cxn>
                <a:cxn ang="0">
                  <a:pos x="5" y="3"/>
                </a:cxn>
              </a:cxnLst>
              <a:rect l="0" t="0" r="r" b="b"/>
              <a:pathLst>
                <a:path w="5" h="4">
                  <a:moveTo>
                    <a:pt x="5" y="3"/>
                  </a:moveTo>
                  <a:cubicBezTo>
                    <a:pt x="4" y="4"/>
                    <a:pt x="3" y="4"/>
                    <a:pt x="3" y="4"/>
                  </a:cubicBezTo>
                  <a:cubicBezTo>
                    <a:pt x="2" y="4"/>
                    <a:pt x="2" y="4"/>
                    <a:pt x="1" y="3"/>
                  </a:cubicBezTo>
                  <a:cubicBezTo>
                    <a:pt x="1" y="3"/>
                    <a:pt x="1" y="2"/>
                    <a:pt x="1" y="2"/>
                  </a:cubicBezTo>
                  <a:cubicBezTo>
                    <a:pt x="0" y="2"/>
                    <a:pt x="1" y="1"/>
                    <a:pt x="1" y="1"/>
                  </a:cubicBezTo>
                  <a:cubicBezTo>
                    <a:pt x="1" y="0"/>
                    <a:pt x="2" y="0"/>
                    <a:pt x="2" y="0"/>
                  </a:cubicBezTo>
                  <a:cubicBezTo>
                    <a:pt x="2" y="0"/>
                    <a:pt x="2" y="1"/>
                    <a:pt x="3" y="1"/>
                  </a:cubicBezTo>
                  <a:cubicBezTo>
                    <a:pt x="3" y="1"/>
                    <a:pt x="4" y="1"/>
                    <a:pt x="4" y="1"/>
                  </a:cubicBezTo>
                  <a:cubicBezTo>
                    <a:pt x="5" y="2"/>
                    <a:pt x="5" y="2"/>
                    <a:pt x="5" y="2"/>
                  </a:cubicBezTo>
                  <a:cubicBezTo>
                    <a:pt x="5" y="3"/>
                    <a:pt x="5" y="3"/>
                    <a:pt x="5"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8" name="Freeform 238"/>
            <p:cNvSpPr>
              <a:spLocks/>
            </p:cNvSpPr>
            <p:nvPr/>
          </p:nvSpPr>
          <p:spPr bwMode="auto">
            <a:xfrm>
              <a:off x="1754188" y="781050"/>
              <a:ext cx="4763" cy="6350"/>
            </a:xfrm>
            <a:custGeom>
              <a:avLst/>
              <a:gdLst/>
              <a:ahLst/>
              <a:cxnLst>
                <a:cxn ang="0">
                  <a:pos x="2" y="0"/>
                </a:cxn>
                <a:cxn ang="0">
                  <a:pos x="0" y="0"/>
                </a:cxn>
                <a:cxn ang="0">
                  <a:pos x="0" y="1"/>
                </a:cxn>
                <a:cxn ang="0">
                  <a:pos x="1" y="3"/>
                </a:cxn>
                <a:cxn ang="0">
                  <a:pos x="2" y="2"/>
                </a:cxn>
                <a:cxn ang="0">
                  <a:pos x="3" y="1"/>
                </a:cxn>
                <a:cxn ang="0">
                  <a:pos x="2" y="0"/>
                </a:cxn>
              </a:cxnLst>
              <a:rect l="0" t="0" r="r" b="b"/>
              <a:pathLst>
                <a:path w="3" h="3">
                  <a:moveTo>
                    <a:pt x="2" y="0"/>
                  </a:moveTo>
                  <a:cubicBezTo>
                    <a:pt x="2" y="0"/>
                    <a:pt x="1" y="0"/>
                    <a:pt x="0" y="0"/>
                  </a:cubicBezTo>
                  <a:cubicBezTo>
                    <a:pt x="0" y="0"/>
                    <a:pt x="0" y="1"/>
                    <a:pt x="0" y="1"/>
                  </a:cubicBezTo>
                  <a:cubicBezTo>
                    <a:pt x="0" y="2"/>
                    <a:pt x="1" y="3"/>
                    <a:pt x="1" y="3"/>
                  </a:cubicBezTo>
                  <a:cubicBezTo>
                    <a:pt x="2" y="3"/>
                    <a:pt x="2" y="3"/>
                    <a:pt x="2" y="2"/>
                  </a:cubicBezTo>
                  <a:cubicBezTo>
                    <a:pt x="3" y="2"/>
                    <a:pt x="3" y="1"/>
                    <a:pt x="3" y="1"/>
                  </a:cubicBezTo>
                  <a:cubicBezTo>
                    <a:pt x="3" y="0"/>
                    <a:pt x="2" y="0"/>
                    <a:pt x="2"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9" name="Freeform 239"/>
            <p:cNvSpPr>
              <a:spLocks/>
            </p:cNvSpPr>
            <p:nvPr/>
          </p:nvSpPr>
          <p:spPr bwMode="auto">
            <a:xfrm>
              <a:off x="1720851" y="757238"/>
              <a:ext cx="7938" cy="7938"/>
            </a:xfrm>
            <a:custGeom>
              <a:avLst/>
              <a:gdLst/>
              <a:ahLst/>
              <a:cxnLst>
                <a:cxn ang="0">
                  <a:pos x="4" y="3"/>
                </a:cxn>
                <a:cxn ang="0">
                  <a:pos x="3" y="3"/>
                </a:cxn>
                <a:cxn ang="0">
                  <a:pos x="2" y="4"/>
                </a:cxn>
                <a:cxn ang="0">
                  <a:pos x="1" y="4"/>
                </a:cxn>
                <a:cxn ang="0">
                  <a:pos x="1" y="3"/>
                </a:cxn>
                <a:cxn ang="0">
                  <a:pos x="1" y="2"/>
                </a:cxn>
                <a:cxn ang="0">
                  <a:pos x="2" y="1"/>
                </a:cxn>
                <a:cxn ang="0">
                  <a:pos x="3" y="1"/>
                </a:cxn>
                <a:cxn ang="0">
                  <a:pos x="4" y="3"/>
                </a:cxn>
              </a:cxnLst>
              <a:rect l="0" t="0" r="r" b="b"/>
              <a:pathLst>
                <a:path w="4" h="4">
                  <a:moveTo>
                    <a:pt x="4" y="3"/>
                  </a:moveTo>
                  <a:cubicBezTo>
                    <a:pt x="4" y="3"/>
                    <a:pt x="3" y="3"/>
                    <a:pt x="3" y="3"/>
                  </a:cubicBezTo>
                  <a:cubicBezTo>
                    <a:pt x="3" y="3"/>
                    <a:pt x="3" y="4"/>
                    <a:pt x="2" y="4"/>
                  </a:cubicBezTo>
                  <a:cubicBezTo>
                    <a:pt x="2" y="4"/>
                    <a:pt x="1" y="4"/>
                    <a:pt x="1" y="4"/>
                  </a:cubicBezTo>
                  <a:cubicBezTo>
                    <a:pt x="1" y="4"/>
                    <a:pt x="1" y="4"/>
                    <a:pt x="1" y="3"/>
                  </a:cubicBezTo>
                  <a:cubicBezTo>
                    <a:pt x="0" y="3"/>
                    <a:pt x="1" y="2"/>
                    <a:pt x="1" y="2"/>
                  </a:cubicBezTo>
                  <a:cubicBezTo>
                    <a:pt x="1" y="2"/>
                    <a:pt x="1" y="1"/>
                    <a:pt x="2" y="1"/>
                  </a:cubicBezTo>
                  <a:cubicBezTo>
                    <a:pt x="2" y="0"/>
                    <a:pt x="3" y="0"/>
                    <a:pt x="3" y="1"/>
                  </a:cubicBezTo>
                  <a:cubicBezTo>
                    <a:pt x="4" y="1"/>
                    <a:pt x="4" y="2"/>
                    <a:pt x="4"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0" name="Freeform 240"/>
            <p:cNvSpPr>
              <a:spLocks/>
            </p:cNvSpPr>
            <p:nvPr/>
          </p:nvSpPr>
          <p:spPr bwMode="auto">
            <a:xfrm>
              <a:off x="1698626" y="715963"/>
              <a:ext cx="7938" cy="9525"/>
            </a:xfrm>
            <a:custGeom>
              <a:avLst/>
              <a:gdLst/>
              <a:ahLst/>
              <a:cxnLst>
                <a:cxn ang="0">
                  <a:pos x="4" y="5"/>
                </a:cxn>
                <a:cxn ang="0">
                  <a:pos x="2" y="5"/>
                </a:cxn>
                <a:cxn ang="0">
                  <a:pos x="1" y="3"/>
                </a:cxn>
                <a:cxn ang="0">
                  <a:pos x="1" y="2"/>
                </a:cxn>
                <a:cxn ang="0">
                  <a:pos x="1" y="0"/>
                </a:cxn>
                <a:cxn ang="0">
                  <a:pos x="3" y="0"/>
                </a:cxn>
                <a:cxn ang="0">
                  <a:pos x="3" y="2"/>
                </a:cxn>
                <a:cxn ang="0">
                  <a:pos x="4" y="2"/>
                </a:cxn>
                <a:cxn ang="0">
                  <a:pos x="4" y="5"/>
                </a:cxn>
              </a:cxnLst>
              <a:rect l="0" t="0" r="r" b="b"/>
              <a:pathLst>
                <a:path w="4" h="5">
                  <a:moveTo>
                    <a:pt x="4" y="5"/>
                  </a:moveTo>
                  <a:cubicBezTo>
                    <a:pt x="4" y="5"/>
                    <a:pt x="2" y="5"/>
                    <a:pt x="2" y="5"/>
                  </a:cubicBezTo>
                  <a:cubicBezTo>
                    <a:pt x="1" y="5"/>
                    <a:pt x="1" y="4"/>
                    <a:pt x="1" y="3"/>
                  </a:cubicBezTo>
                  <a:cubicBezTo>
                    <a:pt x="0" y="3"/>
                    <a:pt x="1" y="2"/>
                    <a:pt x="1" y="2"/>
                  </a:cubicBezTo>
                  <a:cubicBezTo>
                    <a:pt x="1" y="1"/>
                    <a:pt x="1" y="0"/>
                    <a:pt x="1" y="0"/>
                  </a:cubicBezTo>
                  <a:cubicBezTo>
                    <a:pt x="2" y="0"/>
                    <a:pt x="2" y="0"/>
                    <a:pt x="3" y="0"/>
                  </a:cubicBezTo>
                  <a:cubicBezTo>
                    <a:pt x="3" y="1"/>
                    <a:pt x="3" y="1"/>
                    <a:pt x="3" y="2"/>
                  </a:cubicBezTo>
                  <a:cubicBezTo>
                    <a:pt x="3" y="2"/>
                    <a:pt x="4" y="2"/>
                    <a:pt x="4" y="2"/>
                  </a:cubicBezTo>
                  <a:cubicBezTo>
                    <a:pt x="4" y="3"/>
                    <a:pt x="4" y="4"/>
                    <a:pt x="4"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1" name="Freeform 241"/>
            <p:cNvSpPr>
              <a:spLocks/>
            </p:cNvSpPr>
            <p:nvPr/>
          </p:nvSpPr>
          <p:spPr bwMode="auto">
            <a:xfrm>
              <a:off x="1709738" y="717550"/>
              <a:ext cx="17463" cy="17463"/>
            </a:xfrm>
            <a:custGeom>
              <a:avLst/>
              <a:gdLst/>
              <a:ahLst/>
              <a:cxnLst>
                <a:cxn ang="0">
                  <a:pos x="1" y="8"/>
                </a:cxn>
                <a:cxn ang="0">
                  <a:pos x="0" y="7"/>
                </a:cxn>
                <a:cxn ang="0">
                  <a:pos x="0" y="5"/>
                </a:cxn>
                <a:cxn ang="0">
                  <a:pos x="1" y="2"/>
                </a:cxn>
                <a:cxn ang="0">
                  <a:pos x="3" y="1"/>
                </a:cxn>
                <a:cxn ang="0">
                  <a:pos x="6" y="0"/>
                </a:cxn>
                <a:cxn ang="0">
                  <a:pos x="8" y="0"/>
                </a:cxn>
                <a:cxn ang="0">
                  <a:pos x="9" y="1"/>
                </a:cxn>
                <a:cxn ang="0">
                  <a:pos x="7" y="2"/>
                </a:cxn>
                <a:cxn ang="0">
                  <a:pos x="5" y="2"/>
                </a:cxn>
                <a:cxn ang="0">
                  <a:pos x="4" y="3"/>
                </a:cxn>
                <a:cxn ang="0">
                  <a:pos x="4" y="5"/>
                </a:cxn>
                <a:cxn ang="0">
                  <a:pos x="5" y="5"/>
                </a:cxn>
                <a:cxn ang="0">
                  <a:pos x="7" y="5"/>
                </a:cxn>
                <a:cxn ang="0">
                  <a:pos x="7" y="6"/>
                </a:cxn>
                <a:cxn ang="0">
                  <a:pos x="6" y="7"/>
                </a:cxn>
                <a:cxn ang="0">
                  <a:pos x="4" y="8"/>
                </a:cxn>
                <a:cxn ang="0">
                  <a:pos x="3" y="9"/>
                </a:cxn>
                <a:cxn ang="0">
                  <a:pos x="1" y="8"/>
                </a:cxn>
              </a:cxnLst>
              <a:rect l="0" t="0" r="r" b="b"/>
              <a:pathLst>
                <a:path w="9" h="9">
                  <a:moveTo>
                    <a:pt x="1" y="8"/>
                  </a:moveTo>
                  <a:cubicBezTo>
                    <a:pt x="1" y="8"/>
                    <a:pt x="0" y="7"/>
                    <a:pt x="0" y="7"/>
                  </a:cubicBezTo>
                  <a:cubicBezTo>
                    <a:pt x="0" y="6"/>
                    <a:pt x="0" y="5"/>
                    <a:pt x="0" y="5"/>
                  </a:cubicBezTo>
                  <a:cubicBezTo>
                    <a:pt x="0" y="4"/>
                    <a:pt x="0" y="2"/>
                    <a:pt x="1" y="2"/>
                  </a:cubicBezTo>
                  <a:cubicBezTo>
                    <a:pt x="1" y="1"/>
                    <a:pt x="2" y="1"/>
                    <a:pt x="3" y="1"/>
                  </a:cubicBezTo>
                  <a:cubicBezTo>
                    <a:pt x="3" y="0"/>
                    <a:pt x="5" y="0"/>
                    <a:pt x="6" y="0"/>
                  </a:cubicBezTo>
                  <a:cubicBezTo>
                    <a:pt x="6" y="0"/>
                    <a:pt x="8" y="0"/>
                    <a:pt x="8" y="0"/>
                  </a:cubicBezTo>
                  <a:cubicBezTo>
                    <a:pt x="8" y="0"/>
                    <a:pt x="9" y="1"/>
                    <a:pt x="9" y="1"/>
                  </a:cubicBezTo>
                  <a:cubicBezTo>
                    <a:pt x="8" y="2"/>
                    <a:pt x="8" y="2"/>
                    <a:pt x="7" y="2"/>
                  </a:cubicBezTo>
                  <a:cubicBezTo>
                    <a:pt x="7" y="2"/>
                    <a:pt x="6" y="2"/>
                    <a:pt x="5" y="2"/>
                  </a:cubicBezTo>
                  <a:cubicBezTo>
                    <a:pt x="5" y="2"/>
                    <a:pt x="4" y="3"/>
                    <a:pt x="4" y="3"/>
                  </a:cubicBezTo>
                  <a:cubicBezTo>
                    <a:pt x="3" y="4"/>
                    <a:pt x="3" y="5"/>
                    <a:pt x="4" y="5"/>
                  </a:cubicBezTo>
                  <a:cubicBezTo>
                    <a:pt x="4" y="5"/>
                    <a:pt x="5" y="5"/>
                    <a:pt x="5" y="5"/>
                  </a:cubicBezTo>
                  <a:cubicBezTo>
                    <a:pt x="5" y="5"/>
                    <a:pt x="6" y="5"/>
                    <a:pt x="7" y="5"/>
                  </a:cubicBezTo>
                  <a:cubicBezTo>
                    <a:pt x="7" y="5"/>
                    <a:pt x="7" y="6"/>
                    <a:pt x="7" y="6"/>
                  </a:cubicBezTo>
                  <a:cubicBezTo>
                    <a:pt x="7" y="6"/>
                    <a:pt x="6" y="7"/>
                    <a:pt x="6" y="7"/>
                  </a:cubicBezTo>
                  <a:cubicBezTo>
                    <a:pt x="6" y="7"/>
                    <a:pt x="5" y="8"/>
                    <a:pt x="4" y="8"/>
                  </a:cubicBezTo>
                  <a:cubicBezTo>
                    <a:pt x="4" y="8"/>
                    <a:pt x="3" y="8"/>
                    <a:pt x="3" y="9"/>
                  </a:cubicBezTo>
                  <a:cubicBezTo>
                    <a:pt x="2" y="9"/>
                    <a:pt x="1" y="9"/>
                    <a:pt x="1"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2" name="Freeform 242"/>
            <p:cNvSpPr>
              <a:spLocks/>
            </p:cNvSpPr>
            <p:nvPr/>
          </p:nvSpPr>
          <p:spPr bwMode="auto">
            <a:xfrm>
              <a:off x="1668463" y="676275"/>
              <a:ext cx="11113" cy="7938"/>
            </a:xfrm>
            <a:custGeom>
              <a:avLst/>
              <a:gdLst/>
              <a:ahLst/>
              <a:cxnLst>
                <a:cxn ang="0">
                  <a:pos x="6" y="3"/>
                </a:cxn>
                <a:cxn ang="0">
                  <a:pos x="6" y="2"/>
                </a:cxn>
                <a:cxn ang="0">
                  <a:pos x="4" y="1"/>
                </a:cxn>
                <a:cxn ang="0">
                  <a:pos x="3" y="1"/>
                </a:cxn>
                <a:cxn ang="0">
                  <a:pos x="2" y="0"/>
                </a:cxn>
                <a:cxn ang="0">
                  <a:pos x="1" y="0"/>
                </a:cxn>
                <a:cxn ang="0">
                  <a:pos x="0" y="2"/>
                </a:cxn>
                <a:cxn ang="0">
                  <a:pos x="1" y="3"/>
                </a:cxn>
                <a:cxn ang="0">
                  <a:pos x="3" y="4"/>
                </a:cxn>
                <a:cxn ang="0">
                  <a:pos x="4" y="4"/>
                </a:cxn>
                <a:cxn ang="0">
                  <a:pos x="6" y="3"/>
                </a:cxn>
              </a:cxnLst>
              <a:rect l="0" t="0" r="r" b="b"/>
              <a:pathLst>
                <a:path w="6" h="4">
                  <a:moveTo>
                    <a:pt x="6" y="3"/>
                  </a:moveTo>
                  <a:cubicBezTo>
                    <a:pt x="6" y="3"/>
                    <a:pt x="6" y="2"/>
                    <a:pt x="6" y="2"/>
                  </a:cubicBezTo>
                  <a:cubicBezTo>
                    <a:pt x="5" y="1"/>
                    <a:pt x="5" y="1"/>
                    <a:pt x="4" y="1"/>
                  </a:cubicBezTo>
                  <a:cubicBezTo>
                    <a:pt x="4" y="1"/>
                    <a:pt x="3" y="2"/>
                    <a:pt x="3" y="1"/>
                  </a:cubicBezTo>
                  <a:cubicBezTo>
                    <a:pt x="3" y="1"/>
                    <a:pt x="2" y="0"/>
                    <a:pt x="2" y="0"/>
                  </a:cubicBezTo>
                  <a:cubicBezTo>
                    <a:pt x="1" y="0"/>
                    <a:pt x="1" y="0"/>
                    <a:pt x="1" y="0"/>
                  </a:cubicBezTo>
                  <a:cubicBezTo>
                    <a:pt x="0" y="0"/>
                    <a:pt x="0" y="1"/>
                    <a:pt x="0" y="2"/>
                  </a:cubicBezTo>
                  <a:cubicBezTo>
                    <a:pt x="0" y="2"/>
                    <a:pt x="1" y="3"/>
                    <a:pt x="1" y="3"/>
                  </a:cubicBezTo>
                  <a:cubicBezTo>
                    <a:pt x="2" y="4"/>
                    <a:pt x="2" y="4"/>
                    <a:pt x="3" y="4"/>
                  </a:cubicBezTo>
                  <a:cubicBezTo>
                    <a:pt x="3" y="4"/>
                    <a:pt x="4" y="4"/>
                    <a:pt x="4" y="4"/>
                  </a:cubicBezTo>
                  <a:cubicBezTo>
                    <a:pt x="5" y="4"/>
                    <a:pt x="5" y="3"/>
                    <a:pt x="6"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3" name="Freeform 243"/>
            <p:cNvSpPr>
              <a:spLocks/>
            </p:cNvSpPr>
            <p:nvPr/>
          </p:nvSpPr>
          <p:spPr bwMode="auto">
            <a:xfrm>
              <a:off x="1639888" y="681038"/>
              <a:ext cx="69850" cy="68263"/>
            </a:xfrm>
            <a:custGeom>
              <a:avLst/>
              <a:gdLst/>
              <a:ahLst/>
              <a:cxnLst>
                <a:cxn ang="0">
                  <a:pos x="35" y="34"/>
                </a:cxn>
                <a:cxn ang="0">
                  <a:pos x="28" y="33"/>
                </a:cxn>
                <a:cxn ang="0">
                  <a:pos x="26" y="35"/>
                </a:cxn>
                <a:cxn ang="0">
                  <a:pos x="22" y="35"/>
                </a:cxn>
                <a:cxn ang="0">
                  <a:pos x="20" y="35"/>
                </a:cxn>
                <a:cxn ang="0">
                  <a:pos x="17" y="33"/>
                </a:cxn>
                <a:cxn ang="0">
                  <a:pos x="14" y="33"/>
                </a:cxn>
                <a:cxn ang="0">
                  <a:pos x="12" y="34"/>
                </a:cxn>
                <a:cxn ang="0">
                  <a:pos x="14" y="30"/>
                </a:cxn>
                <a:cxn ang="0">
                  <a:pos x="12" y="26"/>
                </a:cxn>
                <a:cxn ang="0">
                  <a:pos x="7" y="19"/>
                </a:cxn>
                <a:cxn ang="0">
                  <a:pos x="5" y="15"/>
                </a:cxn>
                <a:cxn ang="0">
                  <a:pos x="1" y="14"/>
                </a:cxn>
                <a:cxn ang="0">
                  <a:pos x="1" y="9"/>
                </a:cxn>
                <a:cxn ang="0">
                  <a:pos x="3" y="4"/>
                </a:cxn>
                <a:cxn ang="0">
                  <a:pos x="6" y="1"/>
                </a:cxn>
                <a:cxn ang="0">
                  <a:pos x="10" y="0"/>
                </a:cxn>
                <a:cxn ang="0">
                  <a:pos x="12" y="0"/>
                </a:cxn>
                <a:cxn ang="0">
                  <a:pos x="18" y="6"/>
                </a:cxn>
                <a:cxn ang="0">
                  <a:pos x="23" y="10"/>
                </a:cxn>
                <a:cxn ang="0">
                  <a:pos x="28" y="13"/>
                </a:cxn>
                <a:cxn ang="0">
                  <a:pos x="28" y="16"/>
                </a:cxn>
                <a:cxn ang="0">
                  <a:pos x="29" y="19"/>
                </a:cxn>
                <a:cxn ang="0">
                  <a:pos x="28" y="22"/>
                </a:cxn>
                <a:cxn ang="0">
                  <a:pos x="29" y="25"/>
                </a:cxn>
                <a:cxn ang="0">
                  <a:pos x="32" y="25"/>
                </a:cxn>
                <a:cxn ang="0">
                  <a:pos x="30" y="28"/>
                </a:cxn>
                <a:cxn ang="0">
                  <a:pos x="25" y="28"/>
                </a:cxn>
                <a:cxn ang="0">
                  <a:pos x="23" y="31"/>
                </a:cxn>
                <a:cxn ang="0">
                  <a:pos x="24" y="33"/>
                </a:cxn>
                <a:cxn ang="0">
                  <a:pos x="27" y="30"/>
                </a:cxn>
                <a:cxn ang="0">
                  <a:pos x="32" y="30"/>
                </a:cxn>
                <a:cxn ang="0">
                  <a:pos x="35" y="28"/>
                </a:cxn>
                <a:cxn ang="0">
                  <a:pos x="36" y="30"/>
                </a:cxn>
                <a:cxn ang="0">
                  <a:pos x="35" y="32"/>
                </a:cxn>
                <a:cxn ang="0">
                  <a:pos x="37" y="33"/>
                </a:cxn>
              </a:cxnLst>
              <a:rect l="0" t="0" r="r" b="b"/>
              <a:pathLst>
                <a:path w="37" h="36">
                  <a:moveTo>
                    <a:pt x="37" y="33"/>
                  </a:moveTo>
                  <a:cubicBezTo>
                    <a:pt x="36" y="33"/>
                    <a:pt x="35" y="34"/>
                    <a:pt x="35" y="34"/>
                  </a:cubicBezTo>
                  <a:cubicBezTo>
                    <a:pt x="34" y="34"/>
                    <a:pt x="32" y="34"/>
                    <a:pt x="31" y="34"/>
                  </a:cubicBezTo>
                  <a:cubicBezTo>
                    <a:pt x="30" y="34"/>
                    <a:pt x="29" y="33"/>
                    <a:pt x="28" y="33"/>
                  </a:cubicBezTo>
                  <a:cubicBezTo>
                    <a:pt x="27" y="33"/>
                    <a:pt x="27" y="33"/>
                    <a:pt x="26" y="33"/>
                  </a:cubicBezTo>
                  <a:cubicBezTo>
                    <a:pt x="26" y="34"/>
                    <a:pt x="26" y="35"/>
                    <a:pt x="26" y="35"/>
                  </a:cubicBezTo>
                  <a:cubicBezTo>
                    <a:pt x="25" y="35"/>
                    <a:pt x="24" y="36"/>
                    <a:pt x="24" y="36"/>
                  </a:cubicBezTo>
                  <a:cubicBezTo>
                    <a:pt x="24" y="36"/>
                    <a:pt x="23" y="36"/>
                    <a:pt x="22" y="35"/>
                  </a:cubicBezTo>
                  <a:cubicBezTo>
                    <a:pt x="22" y="35"/>
                    <a:pt x="22" y="35"/>
                    <a:pt x="22" y="35"/>
                  </a:cubicBezTo>
                  <a:cubicBezTo>
                    <a:pt x="21" y="34"/>
                    <a:pt x="20" y="35"/>
                    <a:pt x="20" y="35"/>
                  </a:cubicBezTo>
                  <a:cubicBezTo>
                    <a:pt x="19" y="35"/>
                    <a:pt x="18" y="35"/>
                    <a:pt x="17" y="35"/>
                  </a:cubicBezTo>
                  <a:cubicBezTo>
                    <a:pt x="17" y="35"/>
                    <a:pt x="17" y="34"/>
                    <a:pt x="17" y="33"/>
                  </a:cubicBezTo>
                  <a:cubicBezTo>
                    <a:pt x="16" y="33"/>
                    <a:pt x="16" y="33"/>
                    <a:pt x="15" y="33"/>
                  </a:cubicBezTo>
                  <a:cubicBezTo>
                    <a:pt x="15" y="33"/>
                    <a:pt x="14" y="33"/>
                    <a:pt x="14" y="33"/>
                  </a:cubicBezTo>
                  <a:cubicBezTo>
                    <a:pt x="14" y="34"/>
                    <a:pt x="14" y="34"/>
                    <a:pt x="13" y="34"/>
                  </a:cubicBezTo>
                  <a:cubicBezTo>
                    <a:pt x="13" y="34"/>
                    <a:pt x="12" y="34"/>
                    <a:pt x="12" y="34"/>
                  </a:cubicBezTo>
                  <a:cubicBezTo>
                    <a:pt x="12" y="33"/>
                    <a:pt x="12" y="32"/>
                    <a:pt x="13" y="31"/>
                  </a:cubicBezTo>
                  <a:cubicBezTo>
                    <a:pt x="13" y="31"/>
                    <a:pt x="14" y="31"/>
                    <a:pt x="14" y="30"/>
                  </a:cubicBezTo>
                  <a:cubicBezTo>
                    <a:pt x="14" y="30"/>
                    <a:pt x="14" y="28"/>
                    <a:pt x="14" y="28"/>
                  </a:cubicBezTo>
                  <a:cubicBezTo>
                    <a:pt x="14" y="27"/>
                    <a:pt x="13" y="26"/>
                    <a:pt x="12" y="26"/>
                  </a:cubicBezTo>
                  <a:cubicBezTo>
                    <a:pt x="11" y="25"/>
                    <a:pt x="10" y="23"/>
                    <a:pt x="9" y="22"/>
                  </a:cubicBezTo>
                  <a:cubicBezTo>
                    <a:pt x="8" y="21"/>
                    <a:pt x="7" y="20"/>
                    <a:pt x="7" y="19"/>
                  </a:cubicBezTo>
                  <a:cubicBezTo>
                    <a:pt x="7" y="19"/>
                    <a:pt x="7" y="17"/>
                    <a:pt x="6" y="17"/>
                  </a:cubicBezTo>
                  <a:cubicBezTo>
                    <a:pt x="6" y="16"/>
                    <a:pt x="6" y="15"/>
                    <a:pt x="5" y="15"/>
                  </a:cubicBezTo>
                  <a:cubicBezTo>
                    <a:pt x="5" y="15"/>
                    <a:pt x="4" y="14"/>
                    <a:pt x="4" y="14"/>
                  </a:cubicBezTo>
                  <a:cubicBezTo>
                    <a:pt x="3" y="14"/>
                    <a:pt x="1" y="14"/>
                    <a:pt x="1" y="14"/>
                  </a:cubicBezTo>
                  <a:cubicBezTo>
                    <a:pt x="0" y="14"/>
                    <a:pt x="0" y="13"/>
                    <a:pt x="0" y="12"/>
                  </a:cubicBezTo>
                  <a:cubicBezTo>
                    <a:pt x="0" y="11"/>
                    <a:pt x="1" y="10"/>
                    <a:pt x="1" y="9"/>
                  </a:cubicBezTo>
                  <a:cubicBezTo>
                    <a:pt x="2" y="8"/>
                    <a:pt x="2" y="7"/>
                    <a:pt x="3" y="7"/>
                  </a:cubicBezTo>
                  <a:cubicBezTo>
                    <a:pt x="3" y="6"/>
                    <a:pt x="3" y="5"/>
                    <a:pt x="3" y="4"/>
                  </a:cubicBezTo>
                  <a:cubicBezTo>
                    <a:pt x="3" y="4"/>
                    <a:pt x="4" y="2"/>
                    <a:pt x="4" y="2"/>
                  </a:cubicBezTo>
                  <a:cubicBezTo>
                    <a:pt x="4" y="2"/>
                    <a:pt x="5" y="1"/>
                    <a:pt x="6" y="1"/>
                  </a:cubicBezTo>
                  <a:cubicBezTo>
                    <a:pt x="6" y="1"/>
                    <a:pt x="7" y="1"/>
                    <a:pt x="7" y="1"/>
                  </a:cubicBezTo>
                  <a:cubicBezTo>
                    <a:pt x="8" y="1"/>
                    <a:pt x="9" y="0"/>
                    <a:pt x="10" y="0"/>
                  </a:cubicBezTo>
                  <a:cubicBezTo>
                    <a:pt x="10" y="0"/>
                    <a:pt x="11" y="0"/>
                    <a:pt x="11" y="0"/>
                  </a:cubicBezTo>
                  <a:cubicBezTo>
                    <a:pt x="11" y="0"/>
                    <a:pt x="12" y="0"/>
                    <a:pt x="12" y="0"/>
                  </a:cubicBezTo>
                  <a:cubicBezTo>
                    <a:pt x="13" y="1"/>
                    <a:pt x="14" y="3"/>
                    <a:pt x="14" y="3"/>
                  </a:cubicBezTo>
                  <a:cubicBezTo>
                    <a:pt x="15" y="4"/>
                    <a:pt x="17" y="5"/>
                    <a:pt x="18" y="6"/>
                  </a:cubicBezTo>
                  <a:cubicBezTo>
                    <a:pt x="19" y="6"/>
                    <a:pt x="20" y="7"/>
                    <a:pt x="21" y="8"/>
                  </a:cubicBezTo>
                  <a:cubicBezTo>
                    <a:pt x="22" y="8"/>
                    <a:pt x="23" y="9"/>
                    <a:pt x="23" y="10"/>
                  </a:cubicBezTo>
                  <a:cubicBezTo>
                    <a:pt x="24" y="10"/>
                    <a:pt x="26" y="11"/>
                    <a:pt x="27" y="12"/>
                  </a:cubicBezTo>
                  <a:cubicBezTo>
                    <a:pt x="27" y="12"/>
                    <a:pt x="28" y="13"/>
                    <a:pt x="28" y="13"/>
                  </a:cubicBezTo>
                  <a:cubicBezTo>
                    <a:pt x="28" y="13"/>
                    <a:pt x="27" y="14"/>
                    <a:pt x="27" y="14"/>
                  </a:cubicBezTo>
                  <a:cubicBezTo>
                    <a:pt x="27" y="15"/>
                    <a:pt x="27" y="16"/>
                    <a:pt x="28" y="16"/>
                  </a:cubicBezTo>
                  <a:cubicBezTo>
                    <a:pt x="28" y="17"/>
                    <a:pt x="29" y="17"/>
                    <a:pt x="29" y="18"/>
                  </a:cubicBezTo>
                  <a:cubicBezTo>
                    <a:pt x="29" y="18"/>
                    <a:pt x="29" y="19"/>
                    <a:pt x="29" y="19"/>
                  </a:cubicBezTo>
                  <a:cubicBezTo>
                    <a:pt x="29" y="19"/>
                    <a:pt x="28" y="20"/>
                    <a:pt x="28" y="20"/>
                  </a:cubicBezTo>
                  <a:cubicBezTo>
                    <a:pt x="28" y="21"/>
                    <a:pt x="28" y="21"/>
                    <a:pt x="28" y="22"/>
                  </a:cubicBezTo>
                  <a:cubicBezTo>
                    <a:pt x="28" y="22"/>
                    <a:pt x="29" y="22"/>
                    <a:pt x="29" y="23"/>
                  </a:cubicBezTo>
                  <a:cubicBezTo>
                    <a:pt x="29" y="23"/>
                    <a:pt x="28" y="24"/>
                    <a:pt x="29" y="25"/>
                  </a:cubicBezTo>
                  <a:cubicBezTo>
                    <a:pt x="29" y="25"/>
                    <a:pt x="30" y="25"/>
                    <a:pt x="30" y="26"/>
                  </a:cubicBezTo>
                  <a:cubicBezTo>
                    <a:pt x="31" y="26"/>
                    <a:pt x="32" y="25"/>
                    <a:pt x="32" y="25"/>
                  </a:cubicBezTo>
                  <a:cubicBezTo>
                    <a:pt x="32" y="26"/>
                    <a:pt x="32" y="27"/>
                    <a:pt x="32" y="27"/>
                  </a:cubicBezTo>
                  <a:cubicBezTo>
                    <a:pt x="32" y="27"/>
                    <a:pt x="31" y="28"/>
                    <a:pt x="30" y="28"/>
                  </a:cubicBezTo>
                  <a:cubicBezTo>
                    <a:pt x="30" y="28"/>
                    <a:pt x="29" y="28"/>
                    <a:pt x="28" y="28"/>
                  </a:cubicBezTo>
                  <a:cubicBezTo>
                    <a:pt x="27" y="28"/>
                    <a:pt x="26" y="28"/>
                    <a:pt x="25" y="28"/>
                  </a:cubicBezTo>
                  <a:cubicBezTo>
                    <a:pt x="25" y="29"/>
                    <a:pt x="24" y="29"/>
                    <a:pt x="23" y="29"/>
                  </a:cubicBezTo>
                  <a:cubicBezTo>
                    <a:pt x="23" y="30"/>
                    <a:pt x="23" y="30"/>
                    <a:pt x="23" y="31"/>
                  </a:cubicBezTo>
                  <a:cubicBezTo>
                    <a:pt x="23" y="31"/>
                    <a:pt x="23" y="32"/>
                    <a:pt x="23" y="32"/>
                  </a:cubicBezTo>
                  <a:cubicBezTo>
                    <a:pt x="23" y="32"/>
                    <a:pt x="24" y="33"/>
                    <a:pt x="24" y="33"/>
                  </a:cubicBezTo>
                  <a:cubicBezTo>
                    <a:pt x="25" y="33"/>
                    <a:pt x="25" y="32"/>
                    <a:pt x="26" y="32"/>
                  </a:cubicBezTo>
                  <a:cubicBezTo>
                    <a:pt x="26" y="31"/>
                    <a:pt x="27" y="30"/>
                    <a:pt x="27" y="30"/>
                  </a:cubicBezTo>
                  <a:cubicBezTo>
                    <a:pt x="27" y="30"/>
                    <a:pt x="28" y="30"/>
                    <a:pt x="29" y="29"/>
                  </a:cubicBezTo>
                  <a:cubicBezTo>
                    <a:pt x="29" y="29"/>
                    <a:pt x="31" y="30"/>
                    <a:pt x="32" y="30"/>
                  </a:cubicBezTo>
                  <a:cubicBezTo>
                    <a:pt x="32" y="29"/>
                    <a:pt x="33" y="28"/>
                    <a:pt x="34" y="28"/>
                  </a:cubicBezTo>
                  <a:cubicBezTo>
                    <a:pt x="34" y="28"/>
                    <a:pt x="35" y="28"/>
                    <a:pt x="35" y="28"/>
                  </a:cubicBezTo>
                  <a:cubicBezTo>
                    <a:pt x="35" y="28"/>
                    <a:pt x="36" y="29"/>
                    <a:pt x="36" y="29"/>
                  </a:cubicBezTo>
                  <a:cubicBezTo>
                    <a:pt x="36" y="29"/>
                    <a:pt x="36" y="30"/>
                    <a:pt x="36" y="30"/>
                  </a:cubicBezTo>
                  <a:cubicBezTo>
                    <a:pt x="36" y="30"/>
                    <a:pt x="35" y="30"/>
                    <a:pt x="35" y="31"/>
                  </a:cubicBezTo>
                  <a:cubicBezTo>
                    <a:pt x="35" y="31"/>
                    <a:pt x="35" y="31"/>
                    <a:pt x="35" y="32"/>
                  </a:cubicBezTo>
                  <a:cubicBezTo>
                    <a:pt x="35" y="32"/>
                    <a:pt x="36" y="32"/>
                    <a:pt x="36" y="32"/>
                  </a:cubicBezTo>
                  <a:cubicBezTo>
                    <a:pt x="36" y="32"/>
                    <a:pt x="37" y="32"/>
                    <a:pt x="37" y="3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4" name="Freeform 244"/>
            <p:cNvSpPr>
              <a:spLocks/>
            </p:cNvSpPr>
            <p:nvPr/>
          </p:nvSpPr>
          <p:spPr bwMode="auto">
            <a:xfrm>
              <a:off x="1698626" y="700088"/>
              <a:ext cx="6350" cy="6350"/>
            </a:xfrm>
            <a:custGeom>
              <a:avLst/>
              <a:gdLst/>
              <a:ahLst/>
              <a:cxnLst>
                <a:cxn ang="0">
                  <a:pos x="3" y="2"/>
                </a:cxn>
                <a:cxn ang="0">
                  <a:pos x="2" y="2"/>
                </a:cxn>
                <a:cxn ang="0">
                  <a:pos x="0" y="2"/>
                </a:cxn>
                <a:cxn ang="0">
                  <a:pos x="0" y="0"/>
                </a:cxn>
                <a:cxn ang="0">
                  <a:pos x="1" y="0"/>
                </a:cxn>
                <a:cxn ang="0">
                  <a:pos x="2" y="0"/>
                </a:cxn>
                <a:cxn ang="0">
                  <a:pos x="3" y="2"/>
                </a:cxn>
              </a:cxnLst>
              <a:rect l="0" t="0" r="r" b="b"/>
              <a:pathLst>
                <a:path w="3" h="3">
                  <a:moveTo>
                    <a:pt x="3" y="2"/>
                  </a:moveTo>
                  <a:cubicBezTo>
                    <a:pt x="3" y="2"/>
                    <a:pt x="2" y="2"/>
                    <a:pt x="2" y="2"/>
                  </a:cubicBezTo>
                  <a:cubicBezTo>
                    <a:pt x="1" y="3"/>
                    <a:pt x="0" y="2"/>
                    <a:pt x="0" y="2"/>
                  </a:cubicBezTo>
                  <a:cubicBezTo>
                    <a:pt x="0" y="2"/>
                    <a:pt x="0" y="1"/>
                    <a:pt x="0" y="0"/>
                  </a:cubicBezTo>
                  <a:cubicBezTo>
                    <a:pt x="0" y="0"/>
                    <a:pt x="0" y="0"/>
                    <a:pt x="1" y="0"/>
                  </a:cubicBezTo>
                  <a:cubicBezTo>
                    <a:pt x="1" y="0"/>
                    <a:pt x="2" y="0"/>
                    <a:pt x="2" y="0"/>
                  </a:cubicBezTo>
                  <a:cubicBezTo>
                    <a:pt x="3" y="0"/>
                    <a:pt x="3" y="1"/>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5" name="Freeform 245"/>
            <p:cNvSpPr>
              <a:spLocks/>
            </p:cNvSpPr>
            <p:nvPr/>
          </p:nvSpPr>
          <p:spPr bwMode="auto">
            <a:xfrm>
              <a:off x="1730376" y="722313"/>
              <a:ext cx="36513" cy="46038"/>
            </a:xfrm>
            <a:custGeom>
              <a:avLst/>
              <a:gdLst/>
              <a:ahLst/>
              <a:cxnLst>
                <a:cxn ang="0">
                  <a:pos x="14" y="23"/>
                </a:cxn>
                <a:cxn ang="0">
                  <a:pos x="12" y="23"/>
                </a:cxn>
                <a:cxn ang="0">
                  <a:pos x="11" y="23"/>
                </a:cxn>
                <a:cxn ang="0">
                  <a:pos x="10" y="24"/>
                </a:cxn>
                <a:cxn ang="0">
                  <a:pos x="8" y="23"/>
                </a:cxn>
                <a:cxn ang="0">
                  <a:pos x="8" y="20"/>
                </a:cxn>
                <a:cxn ang="0">
                  <a:pos x="6" y="20"/>
                </a:cxn>
                <a:cxn ang="0">
                  <a:pos x="5" y="17"/>
                </a:cxn>
                <a:cxn ang="0">
                  <a:pos x="7" y="16"/>
                </a:cxn>
                <a:cxn ang="0">
                  <a:pos x="7" y="14"/>
                </a:cxn>
                <a:cxn ang="0">
                  <a:pos x="6" y="11"/>
                </a:cxn>
                <a:cxn ang="0">
                  <a:pos x="4" y="10"/>
                </a:cxn>
                <a:cxn ang="0">
                  <a:pos x="2" y="10"/>
                </a:cxn>
                <a:cxn ang="0">
                  <a:pos x="0" y="8"/>
                </a:cxn>
                <a:cxn ang="0">
                  <a:pos x="0" y="6"/>
                </a:cxn>
                <a:cxn ang="0">
                  <a:pos x="1" y="5"/>
                </a:cxn>
                <a:cxn ang="0">
                  <a:pos x="2" y="5"/>
                </a:cxn>
                <a:cxn ang="0">
                  <a:pos x="3" y="6"/>
                </a:cxn>
                <a:cxn ang="0">
                  <a:pos x="5" y="7"/>
                </a:cxn>
                <a:cxn ang="0">
                  <a:pos x="6" y="6"/>
                </a:cxn>
                <a:cxn ang="0">
                  <a:pos x="7" y="5"/>
                </a:cxn>
                <a:cxn ang="0">
                  <a:pos x="6" y="4"/>
                </a:cxn>
                <a:cxn ang="0">
                  <a:pos x="4" y="4"/>
                </a:cxn>
                <a:cxn ang="0">
                  <a:pos x="3" y="3"/>
                </a:cxn>
                <a:cxn ang="0">
                  <a:pos x="3" y="1"/>
                </a:cxn>
                <a:cxn ang="0">
                  <a:pos x="4" y="0"/>
                </a:cxn>
                <a:cxn ang="0">
                  <a:pos x="4" y="2"/>
                </a:cxn>
                <a:cxn ang="0">
                  <a:pos x="6" y="2"/>
                </a:cxn>
                <a:cxn ang="0">
                  <a:pos x="8" y="1"/>
                </a:cxn>
                <a:cxn ang="0">
                  <a:pos x="9" y="1"/>
                </a:cxn>
                <a:cxn ang="0">
                  <a:pos x="10" y="2"/>
                </a:cxn>
                <a:cxn ang="0">
                  <a:pos x="12" y="2"/>
                </a:cxn>
                <a:cxn ang="0">
                  <a:pos x="14" y="0"/>
                </a:cxn>
                <a:cxn ang="0">
                  <a:pos x="16" y="0"/>
                </a:cxn>
                <a:cxn ang="0">
                  <a:pos x="18" y="1"/>
                </a:cxn>
                <a:cxn ang="0">
                  <a:pos x="19" y="4"/>
                </a:cxn>
                <a:cxn ang="0">
                  <a:pos x="18" y="5"/>
                </a:cxn>
                <a:cxn ang="0">
                  <a:pos x="15" y="6"/>
                </a:cxn>
                <a:cxn ang="0">
                  <a:pos x="14" y="8"/>
                </a:cxn>
                <a:cxn ang="0">
                  <a:pos x="14" y="10"/>
                </a:cxn>
                <a:cxn ang="0">
                  <a:pos x="13" y="11"/>
                </a:cxn>
                <a:cxn ang="0">
                  <a:pos x="12" y="13"/>
                </a:cxn>
                <a:cxn ang="0">
                  <a:pos x="13" y="15"/>
                </a:cxn>
                <a:cxn ang="0">
                  <a:pos x="15" y="15"/>
                </a:cxn>
                <a:cxn ang="0">
                  <a:pos x="17" y="17"/>
                </a:cxn>
                <a:cxn ang="0">
                  <a:pos x="17" y="18"/>
                </a:cxn>
                <a:cxn ang="0">
                  <a:pos x="16" y="19"/>
                </a:cxn>
                <a:cxn ang="0">
                  <a:pos x="16" y="22"/>
                </a:cxn>
                <a:cxn ang="0">
                  <a:pos x="14" y="23"/>
                </a:cxn>
              </a:cxnLst>
              <a:rect l="0" t="0" r="r" b="b"/>
              <a:pathLst>
                <a:path w="19" h="24">
                  <a:moveTo>
                    <a:pt x="14" y="23"/>
                  </a:moveTo>
                  <a:cubicBezTo>
                    <a:pt x="14" y="23"/>
                    <a:pt x="13" y="23"/>
                    <a:pt x="12" y="23"/>
                  </a:cubicBezTo>
                  <a:cubicBezTo>
                    <a:pt x="12" y="23"/>
                    <a:pt x="11" y="23"/>
                    <a:pt x="11" y="23"/>
                  </a:cubicBezTo>
                  <a:cubicBezTo>
                    <a:pt x="11" y="23"/>
                    <a:pt x="10" y="24"/>
                    <a:pt x="10" y="24"/>
                  </a:cubicBezTo>
                  <a:cubicBezTo>
                    <a:pt x="9" y="24"/>
                    <a:pt x="9" y="23"/>
                    <a:pt x="8" y="23"/>
                  </a:cubicBezTo>
                  <a:cubicBezTo>
                    <a:pt x="8" y="22"/>
                    <a:pt x="8" y="21"/>
                    <a:pt x="8" y="20"/>
                  </a:cubicBezTo>
                  <a:cubicBezTo>
                    <a:pt x="7" y="20"/>
                    <a:pt x="6" y="20"/>
                    <a:pt x="6" y="20"/>
                  </a:cubicBezTo>
                  <a:cubicBezTo>
                    <a:pt x="5" y="19"/>
                    <a:pt x="5" y="18"/>
                    <a:pt x="5" y="17"/>
                  </a:cubicBezTo>
                  <a:cubicBezTo>
                    <a:pt x="5" y="17"/>
                    <a:pt x="6" y="17"/>
                    <a:pt x="7" y="16"/>
                  </a:cubicBezTo>
                  <a:cubicBezTo>
                    <a:pt x="7" y="16"/>
                    <a:pt x="7" y="15"/>
                    <a:pt x="7" y="14"/>
                  </a:cubicBezTo>
                  <a:cubicBezTo>
                    <a:pt x="7" y="13"/>
                    <a:pt x="6" y="11"/>
                    <a:pt x="6" y="11"/>
                  </a:cubicBezTo>
                  <a:cubicBezTo>
                    <a:pt x="6" y="10"/>
                    <a:pt x="4" y="10"/>
                    <a:pt x="4" y="10"/>
                  </a:cubicBezTo>
                  <a:cubicBezTo>
                    <a:pt x="4" y="10"/>
                    <a:pt x="3" y="10"/>
                    <a:pt x="2" y="10"/>
                  </a:cubicBezTo>
                  <a:cubicBezTo>
                    <a:pt x="2" y="9"/>
                    <a:pt x="1" y="8"/>
                    <a:pt x="0" y="8"/>
                  </a:cubicBezTo>
                  <a:cubicBezTo>
                    <a:pt x="0" y="8"/>
                    <a:pt x="0" y="7"/>
                    <a:pt x="0" y="6"/>
                  </a:cubicBezTo>
                  <a:cubicBezTo>
                    <a:pt x="0" y="6"/>
                    <a:pt x="0" y="5"/>
                    <a:pt x="1" y="5"/>
                  </a:cubicBezTo>
                  <a:cubicBezTo>
                    <a:pt x="1" y="5"/>
                    <a:pt x="2" y="5"/>
                    <a:pt x="2" y="5"/>
                  </a:cubicBezTo>
                  <a:cubicBezTo>
                    <a:pt x="3" y="5"/>
                    <a:pt x="3" y="6"/>
                    <a:pt x="3" y="6"/>
                  </a:cubicBezTo>
                  <a:cubicBezTo>
                    <a:pt x="3" y="7"/>
                    <a:pt x="4" y="7"/>
                    <a:pt x="5" y="7"/>
                  </a:cubicBezTo>
                  <a:cubicBezTo>
                    <a:pt x="5" y="7"/>
                    <a:pt x="5" y="6"/>
                    <a:pt x="6" y="6"/>
                  </a:cubicBezTo>
                  <a:cubicBezTo>
                    <a:pt x="6" y="6"/>
                    <a:pt x="7" y="5"/>
                    <a:pt x="7" y="5"/>
                  </a:cubicBezTo>
                  <a:cubicBezTo>
                    <a:pt x="7" y="4"/>
                    <a:pt x="6" y="4"/>
                    <a:pt x="6" y="4"/>
                  </a:cubicBezTo>
                  <a:cubicBezTo>
                    <a:pt x="6" y="4"/>
                    <a:pt x="5" y="4"/>
                    <a:pt x="4" y="4"/>
                  </a:cubicBezTo>
                  <a:cubicBezTo>
                    <a:pt x="4" y="4"/>
                    <a:pt x="4" y="3"/>
                    <a:pt x="3" y="3"/>
                  </a:cubicBezTo>
                  <a:cubicBezTo>
                    <a:pt x="3" y="3"/>
                    <a:pt x="3" y="2"/>
                    <a:pt x="3" y="1"/>
                  </a:cubicBezTo>
                  <a:cubicBezTo>
                    <a:pt x="3" y="1"/>
                    <a:pt x="3" y="0"/>
                    <a:pt x="4" y="0"/>
                  </a:cubicBezTo>
                  <a:cubicBezTo>
                    <a:pt x="4" y="0"/>
                    <a:pt x="4" y="1"/>
                    <a:pt x="4" y="2"/>
                  </a:cubicBezTo>
                  <a:cubicBezTo>
                    <a:pt x="5" y="2"/>
                    <a:pt x="6" y="2"/>
                    <a:pt x="6" y="2"/>
                  </a:cubicBezTo>
                  <a:cubicBezTo>
                    <a:pt x="6" y="2"/>
                    <a:pt x="7" y="1"/>
                    <a:pt x="8" y="1"/>
                  </a:cubicBezTo>
                  <a:cubicBezTo>
                    <a:pt x="8" y="1"/>
                    <a:pt x="9" y="1"/>
                    <a:pt x="9" y="1"/>
                  </a:cubicBezTo>
                  <a:cubicBezTo>
                    <a:pt x="10" y="1"/>
                    <a:pt x="10" y="2"/>
                    <a:pt x="10" y="2"/>
                  </a:cubicBezTo>
                  <a:cubicBezTo>
                    <a:pt x="11" y="2"/>
                    <a:pt x="12" y="2"/>
                    <a:pt x="12" y="2"/>
                  </a:cubicBezTo>
                  <a:cubicBezTo>
                    <a:pt x="12" y="1"/>
                    <a:pt x="13" y="1"/>
                    <a:pt x="14" y="0"/>
                  </a:cubicBezTo>
                  <a:cubicBezTo>
                    <a:pt x="14" y="0"/>
                    <a:pt x="15" y="0"/>
                    <a:pt x="16" y="0"/>
                  </a:cubicBezTo>
                  <a:cubicBezTo>
                    <a:pt x="17" y="0"/>
                    <a:pt x="18" y="1"/>
                    <a:pt x="18" y="1"/>
                  </a:cubicBezTo>
                  <a:cubicBezTo>
                    <a:pt x="19" y="2"/>
                    <a:pt x="19" y="3"/>
                    <a:pt x="19" y="4"/>
                  </a:cubicBezTo>
                  <a:cubicBezTo>
                    <a:pt x="19" y="4"/>
                    <a:pt x="18" y="4"/>
                    <a:pt x="18" y="5"/>
                  </a:cubicBezTo>
                  <a:cubicBezTo>
                    <a:pt x="17" y="5"/>
                    <a:pt x="16" y="6"/>
                    <a:pt x="15" y="6"/>
                  </a:cubicBezTo>
                  <a:cubicBezTo>
                    <a:pt x="15" y="7"/>
                    <a:pt x="14" y="7"/>
                    <a:pt x="14" y="8"/>
                  </a:cubicBezTo>
                  <a:cubicBezTo>
                    <a:pt x="14" y="8"/>
                    <a:pt x="14" y="9"/>
                    <a:pt x="14" y="10"/>
                  </a:cubicBezTo>
                  <a:cubicBezTo>
                    <a:pt x="14" y="10"/>
                    <a:pt x="13" y="11"/>
                    <a:pt x="13" y="11"/>
                  </a:cubicBezTo>
                  <a:cubicBezTo>
                    <a:pt x="13" y="11"/>
                    <a:pt x="12" y="12"/>
                    <a:pt x="12" y="13"/>
                  </a:cubicBezTo>
                  <a:cubicBezTo>
                    <a:pt x="12" y="14"/>
                    <a:pt x="13" y="15"/>
                    <a:pt x="13" y="15"/>
                  </a:cubicBezTo>
                  <a:cubicBezTo>
                    <a:pt x="13" y="15"/>
                    <a:pt x="14" y="15"/>
                    <a:pt x="15" y="15"/>
                  </a:cubicBezTo>
                  <a:cubicBezTo>
                    <a:pt x="15" y="16"/>
                    <a:pt x="17" y="16"/>
                    <a:pt x="17" y="17"/>
                  </a:cubicBezTo>
                  <a:cubicBezTo>
                    <a:pt x="17" y="17"/>
                    <a:pt x="17" y="18"/>
                    <a:pt x="17" y="18"/>
                  </a:cubicBezTo>
                  <a:cubicBezTo>
                    <a:pt x="17" y="18"/>
                    <a:pt x="16" y="19"/>
                    <a:pt x="16" y="19"/>
                  </a:cubicBezTo>
                  <a:cubicBezTo>
                    <a:pt x="16" y="20"/>
                    <a:pt x="16" y="21"/>
                    <a:pt x="16" y="22"/>
                  </a:cubicBezTo>
                  <a:cubicBezTo>
                    <a:pt x="16" y="22"/>
                    <a:pt x="15" y="23"/>
                    <a:pt x="14" y="2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6" name="Freeform 246"/>
            <p:cNvSpPr>
              <a:spLocks/>
            </p:cNvSpPr>
            <p:nvPr/>
          </p:nvSpPr>
          <p:spPr bwMode="auto">
            <a:xfrm>
              <a:off x="1751013" y="706438"/>
              <a:ext cx="23813" cy="14288"/>
            </a:xfrm>
            <a:custGeom>
              <a:avLst/>
              <a:gdLst/>
              <a:ahLst/>
              <a:cxnLst>
                <a:cxn ang="0">
                  <a:pos x="11" y="7"/>
                </a:cxn>
                <a:cxn ang="0">
                  <a:pos x="11" y="5"/>
                </a:cxn>
                <a:cxn ang="0">
                  <a:pos x="10" y="5"/>
                </a:cxn>
                <a:cxn ang="0">
                  <a:pos x="8" y="5"/>
                </a:cxn>
                <a:cxn ang="0">
                  <a:pos x="8" y="4"/>
                </a:cxn>
                <a:cxn ang="0">
                  <a:pos x="9" y="2"/>
                </a:cxn>
                <a:cxn ang="0">
                  <a:pos x="8" y="0"/>
                </a:cxn>
                <a:cxn ang="0">
                  <a:pos x="6" y="1"/>
                </a:cxn>
                <a:cxn ang="0">
                  <a:pos x="5" y="2"/>
                </a:cxn>
                <a:cxn ang="0">
                  <a:pos x="4" y="3"/>
                </a:cxn>
                <a:cxn ang="0">
                  <a:pos x="3" y="4"/>
                </a:cxn>
                <a:cxn ang="0">
                  <a:pos x="1" y="4"/>
                </a:cxn>
                <a:cxn ang="0">
                  <a:pos x="0" y="5"/>
                </a:cxn>
                <a:cxn ang="0">
                  <a:pos x="0" y="6"/>
                </a:cxn>
                <a:cxn ang="0">
                  <a:pos x="0" y="7"/>
                </a:cxn>
                <a:cxn ang="0">
                  <a:pos x="2" y="7"/>
                </a:cxn>
                <a:cxn ang="0">
                  <a:pos x="4" y="7"/>
                </a:cxn>
                <a:cxn ang="0">
                  <a:pos x="6" y="8"/>
                </a:cxn>
                <a:cxn ang="0">
                  <a:pos x="8" y="8"/>
                </a:cxn>
                <a:cxn ang="0">
                  <a:pos x="10" y="8"/>
                </a:cxn>
                <a:cxn ang="0">
                  <a:pos x="11" y="7"/>
                </a:cxn>
              </a:cxnLst>
              <a:rect l="0" t="0" r="r" b="b"/>
              <a:pathLst>
                <a:path w="12" h="8">
                  <a:moveTo>
                    <a:pt x="11" y="7"/>
                  </a:moveTo>
                  <a:cubicBezTo>
                    <a:pt x="11" y="7"/>
                    <a:pt x="12" y="5"/>
                    <a:pt x="11" y="5"/>
                  </a:cubicBezTo>
                  <a:cubicBezTo>
                    <a:pt x="11" y="5"/>
                    <a:pt x="10" y="5"/>
                    <a:pt x="10" y="5"/>
                  </a:cubicBezTo>
                  <a:cubicBezTo>
                    <a:pt x="9" y="5"/>
                    <a:pt x="9" y="6"/>
                    <a:pt x="8" y="5"/>
                  </a:cubicBezTo>
                  <a:cubicBezTo>
                    <a:pt x="8" y="5"/>
                    <a:pt x="8" y="4"/>
                    <a:pt x="8" y="4"/>
                  </a:cubicBezTo>
                  <a:cubicBezTo>
                    <a:pt x="8" y="3"/>
                    <a:pt x="9" y="2"/>
                    <a:pt x="9" y="2"/>
                  </a:cubicBezTo>
                  <a:cubicBezTo>
                    <a:pt x="9" y="1"/>
                    <a:pt x="9" y="0"/>
                    <a:pt x="8" y="0"/>
                  </a:cubicBezTo>
                  <a:cubicBezTo>
                    <a:pt x="8" y="0"/>
                    <a:pt x="7" y="1"/>
                    <a:pt x="6" y="1"/>
                  </a:cubicBezTo>
                  <a:cubicBezTo>
                    <a:pt x="6" y="1"/>
                    <a:pt x="6" y="2"/>
                    <a:pt x="5" y="2"/>
                  </a:cubicBezTo>
                  <a:cubicBezTo>
                    <a:pt x="5" y="2"/>
                    <a:pt x="4" y="2"/>
                    <a:pt x="4" y="3"/>
                  </a:cubicBezTo>
                  <a:cubicBezTo>
                    <a:pt x="4" y="3"/>
                    <a:pt x="4" y="4"/>
                    <a:pt x="3" y="4"/>
                  </a:cubicBezTo>
                  <a:cubicBezTo>
                    <a:pt x="3" y="4"/>
                    <a:pt x="2" y="4"/>
                    <a:pt x="1" y="4"/>
                  </a:cubicBezTo>
                  <a:cubicBezTo>
                    <a:pt x="1" y="4"/>
                    <a:pt x="0" y="4"/>
                    <a:pt x="0" y="5"/>
                  </a:cubicBezTo>
                  <a:cubicBezTo>
                    <a:pt x="0" y="5"/>
                    <a:pt x="0" y="6"/>
                    <a:pt x="0" y="6"/>
                  </a:cubicBezTo>
                  <a:cubicBezTo>
                    <a:pt x="0" y="6"/>
                    <a:pt x="0" y="7"/>
                    <a:pt x="0" y="7"/>
                  </a:cubicBezTo>
                  <a:cubicBezTo>
                    <a:pt x="1" y="7"/>
                    <a:pt x="2" y="7"/>
                    <a:pt x="2" y="7"/>
                  </a:cubicBezTo>
                  <a:cubicBezTo>
                    <a:pt x="3" y="7"/>
                    <a:pt x="4" y="7"/>
                    <a:pt x="4" y="7"/>
                  </a:cubicBezTo>
                  <a:cubicBezTo>
                    <a:pt x="5" y="7"/>
                    <a:pt x="6" y="8"/>
                    <a:pt x="6" y="8"/>
                  </a:cubicBezTo>
                  <a:cubicBezTo>
                    <a:pt x="7" y="8"/>
                    <a:pt x="8" y="8"/>
                    <a:pt x="8" y="8"/>
                  </a:cubicBezTo>
                  <a:cubicBezTo>
                    <a:pt x="9" y="8"/>
                    <a:pt x="10" y="8"/>
                    <a:pt x="10" y="8"/>
                  </a:cubicBezTo>
                  <a:cubicBezTo>
                    <a:pt x="10" y="7"/>
                    <a:pt x="11" y="7"/>
                    <a:pt x="11"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7" name="Freeform 247"/>
            <p:cNvSpPr>
              <a:spLocks/>
            </p:cNvSpPr>
            <p:nvPr/>
          </p:nvSpPr>
          <p:spPr bwMode="auto">
            <a:xfrm>
              <a:off x="1738313" y="711200"/>
              <a:ext cx="7938" cy="7938"/>
            </a:xfrm>
            <a:custGeom>
              <a:avLst/>
              <a:gdLst/>
              <a:ahLst/>
              <a:cxnLst>
                <a:cxn ang="0">
                  <a:pos x="3" y="2"/>
                </a:cxn>
                <a:cxn ang="0">
                  <a:pos x="1" y="4"/>
                </a:cxn>
                <a:cxn ang="0">
                  <a:pos x="0" y="3"/>
                </a:cxn>
                <a:cxn ang="0">
                  <a:pos x="0" y="2"/>
                </a:cxn>
                <a:cxn ang="0">
                  <a:pos x="1" y="2"/>
                </a:cxn>
                <a:cxn ang="0">
                  <a:pos x="2" y="1"/>
                </a:cxn>
                <a:cxn ang="0">
                  <a:pos x="3" y="1"/>
                </a:cxn>
                <a:cxn ang="0">
                  <a:pos x="4" y="1"/>
                </a:cxn>
                <a:cxn ang="0">
                  <a:pos x="3" y="2"/>
                </a:cxn>
              </a:cxnLst>
              <a:rect l="0" t="0" r="r" b="b"/>
              <a:pathLst>
                <a:path w="4" h="4">
                  <a:moveTo>
                    <a:pt x="3" y="2"/>
                  </a:moveTo>
                  <a:cubicBezTo>
                    <a:pt x="3" y="3"/>
                    <a:pt x="2" y="3"/>
                    <a:pt x="1" y="4"/>
                  </a:cubicBezTo>
                  <a:cubicBezTo>
                    <a:pt x="1" y="4"/>
                    <a:pt x="0" y="4"/>
                    <a:pt x="0" y="3"/>
                  </a:cubicBezTo>
                  <a:cubicBezTo>
                    <a:pt x="0" y="3"/>
                    <a:pt x="0" y="2"/>
                    <a:pt x="0" y="2"/>
                  </a:cubicBezTo>
                  <a:cubicBezTo>
                    <a:pt x="0" y="2"/>
                    <a:pt x="1" y="2"/>
                    <a:pt x="1" y="2"/>
                  </a:cubicBezTo>
                  <a:cubicBezTo>
                    <a:pt x="2" y="1"/>
                    <a:pt x="2" y="1"/>
                    <a:pt x="2" y="1"/>
                  </a:cubicBezTo>
                  <a:cubicBezTo>
                    <a:pt x="2" y="0"/>
                    <a:pt x="3" y="0"/>
                    <a:pt x="3" y="1"/>
                  </a:cubicBezTo>
                  <a:cubicBezTo>
                    <a:pt x="4" y="1"/>
                    <a:pt x="4" y="1"/>
                    <a:pt x="4" y="1"/>
                  </a:cubicBezTo>
                  <a:cubicBezTo>
                    <a:pt x="4" y="2"/>
                    <a:pt x="3"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8" name="Freeform 248"/>
            <p:cNvSpPr>
              <a:spLocks/>
            </p:cNvSpPr>
            <p:nvPr/>
          </p:nvSpPr>
          <p:spPr bwMode="auto">
            <a:xfrm>
              <a:off x="1808163" y="692150"/>
              <a:ext cx="7938" cy="7938"/>
            </a:xfrm>
            <a:custGeom>
              <a:avLst/>
              <a:gdLst/>
              <a:ahLst/>
              <a:cxnLst>
                <a:cxn ang="0">
                  <a:pos x="4" y="1"/>
                </a:cxn>
                <a:cxn ang="0">
                  <a:pos x="2" y="2"/>
                </a:cxn>
                <a:cxn ang="0">
                  <a:pos x="2" y="3"/>
                </a:cxn>
                <a:cxn ang="0">
                  <a:pos x="0" y="4"/>
                </a:cxn>
                <a:cxn ang="0">
                  <a:pos x="0" y="2"/>
                </a:cxn>
                <a:cxn ang="0">
                  <a:pos x="1" y="1"/>
                </a:cxn>
                <a:cxn ang="0">
                  <a:pos x="3" y="0"/>
                </a:cxn>
                <a:cxn ang="0">
                  <a:pos x="4" y="1"/>
                </a:cxn>
              </a:cxnLst>
              <a:rect l="0" t="0" r="r" b="b"/>
              <a:pathLst>
                <a:path w="4" h="4">
                  <a:moveTo>
                    <a:pt x="4" y="1"/>
                  </a:moveTo>
                  <a:cubicBezTo>
                    <a:pt x="4" y="2"/>
                    <a:pt x="3" y="2"/>
                    <a:pt x="2" y="2"/>
                  </a:cubicBezTo>
                  <a:cubicBezTo>
                    <a:pt x="2" y="2"/>
                    <a:pt x="2" y="3"/>
                    <a:pt x="2" y="3"/>
                  </a:cubicBezTo>
                  <a:cubicBezTo>
                    <a:pt x="2" y="4"/>
                    <a:pt x="1" y="4"/>
                    <a:pt x="0" y="4"/>
                  </a:cubicBezTo>
                  <a:cubicBezTo>
                    <a:pt x="0" y="4"/>
                    <a:pt x="0" y="3"/>
                    <a:pt x="0" y="2"/>
                  </a:cubicBezTo>
                  <a:cubicBezTo>
                    <a:pt x="0" y="2"/>
                    <a:pt x="1" y="1"/>
                    <a:pt x="1" y="1"/>
                  </a:cubicBezTo>
                  <a:cubicBezTo>
                    <a:pt x="1" y="1"/>
                    <a:pt x="2" y="0"/>
                    <a:pt x="3" y="0"/>
                  </a:cubicBezTo>
                  <a:cubicBezTo>
                    <a:pt x="3" y="0"/>
                    <a:pt x="4" y="1"/>
                    <a:pt x="4"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9" name="Freeform 249"/>
            <p:cNvSpPr>
              <a:spLocks/>
            </p:cNvSpPr>
            <p:nvPr/>
          </p:nvSpPr>
          <p:spPr bwMode="auto">
            <a:xfrm>
              <a:off x="1654176" y="579438"/>
              <a:ext cx="155575" cy="127000"/>
            </a:xfrm>
            <a:custGeom>
              <a:avLst/>
              <a:gdLst/>
              <a:ahLst/>
              <a:cxnLst>
                <a:cxn ang="0">
                  <a:pos x="82" y="45"/>
                </a:cxn>
                <a:cxn ang="0">
                  <a:pos x="75" y="46"/>
                </a:cxn>
                <a:cxn ang="0">
                  <a:pos x="69" y="49"/>
                </a:cxn>
                <a:cxn ang="0">
                  <a:pos x="71" y="52"/>
                </a:cxn>
                <a:cxn ang="0">
                  <a:pos x="68" y="54"/>
                </a:cxn>
                <a:cxn ang="0">
                  <a:pos x="64" y="49"/>
                </a:cxn>
                <a:cxn ang="0">
                  <a:pos x="69" y="45"/>
                </a:cxn>
                <a:cxn ang="0">
                  <a:pos x="67" y="42"/>
                </a:cxn>
                <a:cxn ang="0">
                  <a:pos x="62" y="43"/>
                </a:cxn>
                <a:cxn ang="0">
                  <a:pos x="56" y="44"/>
                </a:cxn>
                <a:cxn ang="0">
                  <a:pos x="56" y="38"/>
                </a:cxn>
                <a:cxn ang="0">
                  <a:pos x="56" y="34"/>
                </a:cxn>
                <a:cxn ang="0">
                  <a:pos x="51" y="37"/>
                </a:cxn>
                <a:cxn ang="0">
                  <a:pos x="46" y="36"/>
                </a:cxn>
                <a:cxn ang="0">
                  <a:pos x="38" y="37"/>
                </a:cxn>
                <a:cxn ang="0">
                  <a:pos x="33" y="34"/>
                </a:cxn>
                <a:cxn ang="0">
                  <a:pos x="38" y="28"/>
                </a:cxn>
                <a:cxn ang="0">
                  <a:pos x="40" y="27"/>
                </a:cxn>
                <a:cxn ang="0">
                  <a:pos x="44" y="25"/>
                </a:cxn>
                <a:cxn ang="0">
                  <a:pos x="45" y="20"/>
                </a:cxn>
                <a:cxn ang="0">
                  <a:pos x="38" y="15"/>
                </a:cxn>
                <a:cxn ang="0">
                  <a:pos x="36" y="7"/>
                </a:cxn>
                <a:cxn ang="0">
                  <a:pos x="28" y="5"/>
                </a:cxn>
                <a:cxn ang="0">
                  <a:pos x="17" y="0"/>
                </a:cxn>
                <a:cxn ang="0">
                  <a:pos x="7" y="3"/>
                </a:cxn>
                <a:cxn ang="0">
                  <a:pos x="3" y="11"/>
                </a:cxn>
                <a:cxn ang="0">
                  <a:pos x="2" y="20"/>
                </a:cxn>
                <a:cxn ang="0">
                  <a:pos x="2" y="25"/>
                </a:cxn>
                <a:cxn ang="0">
                  <a:pos x="1" y="40"/>
                </a:cxn>
                <a:cxn ang="0">
                  <a:pos x="6" y="47"/>
                </a:cxn>
                <a:cxn ang="0">
                  <a:pos x="9" y="46"/>
                </a:cxn>
                <a:cxn ang="0">
                  <a:pos x="12" y="46"/>
                </a:cxn>
                <a:cxn ang="0">
                  <a:pos x="14" y="39"/>
                </a:cxn>
                <a:cxn ang="0">
                  <a:pos x="11" y="35"/>
                </a:cxn>
                <a:cxn ang="0">
                  <a:pos x="13" y="33"/>
                </a:cxn>
                <a:cxn ang="0">
                  <a:pos x="16" y="36"/>
                </a:cxn>
                <a:cxn ang="0">
                  <a:pos x="15" y="32"/>
                </a:cxn>
                <a:cxn ang="0">
                  <a:pos x="12" y="28"/>
                </a:cxn>
                <a:cxn ang="0">
                  <a:pos x="16" y="25"/>
                </a:cxn>
                <a:cxn ang="0">
                  <a:pos x="18" y="28"/>
                </a:cxn>
                <a:cxn ang="0">
                  <a:pos x="21" y="38"/>
                </a:cxn>
                <a:cxn ang="0">
                  <a:pos x="16" y="42"/>
                </a:cxn>
                <a:cxn ang="0">
                  <a:pos x="17" y="50"/>
                </a:cxn>
                <a:cxn ang="0">
                  <a:pos x="20" y="58"/>
                </a:cxn>
                <a:cxn ang="0">
                  <a:pos x="23" y="57"/>
                </a:cxn>
                <a:cxn ang="0">
                  <a:pos x="26" y="57"/>
                </a:cxn>
                <a:cxn ang="0">
                  <a:pos x="31" y="55"/>
                </a:cxn>
                <a:cxn ang="0">
                  <a:pos x="36" y="53"/>
                </a:cxn>
                <a:cxn ang="0">
                  <a:pos x="46" y="49"/>
                </a:cxn>
                <a:cxn ang="0">
                  <a:pos x="48" y="51"/>
                </a:cxn>
                <a:cxn ang="0">
                  <a:pos x="57" y="62"/>
                </a:cxn>
                <a:cxn ang="0">
                  <a:pos x="64" y="65"/>
                </a:cxn>
                <a:cxn ang="0">
                  <a:pos x="70" y="61"/>
                </a:cxn>
                <a:cxn ang="0">
                  <a:pos x="76" y="56"/>
                </a:cxn>
              </a:cxnLst>
              <a:rect l="0" t="0" r="r" b="b"/>
              <a:pathLst>
                <a:path w="83" h="67">
                  <a:moveTo>
                    <a:pt x="81" y="55"/>
                  </a:moveTo>
                  <a:cubicBezTo>
                    <a:pt x="81" y="55"/>
                    <a:pt x="82" y="53"/>
                    <a:pt x="82" y="52"/>
                  </a:cubicBezTo>
                  <a:cubicBezTo>
                    <a:pt x="83" y="51"/>
                    <a:pt x="82" y="49"/>
                    <a:pt x="82" y="48"/>
                  </a:cubicBezTo>
                  <a:cubicBezTo>
                    <a:pt x="82" y="47"/>
                    <a:pt x="82" y="46"/>
                    <a:pt x="82" y="45"/>
                  </a:cubicBezTo>
                  <a:cubicBezTo>
                    <a:pt x="82" y="45"/>
                    <a:pt x="81" y="44"/>
                    <a:pt x="80" y="44"/>
                  </a:cubicBezTo>
                  <a:cubicBezTo>
                    <a:pt x="80" y="44"/>
                    <a:pt x="79" y="45"/>
                    <a:pt x="79" y="45"/>
                  </a:cubicBezTo>
                  <a:cubicBezTo>
                    <a:pt x="78" y="45"/>
                    <a:pt x="77" y="45"/>
                    <a:pt x="76" y="45"/>
                  </a:cubicBezTo>
                  <a:cubicBezTo>
                    <a:pt x="76" y="45"/>
                    <a:pt x="76" y="46"/>
                    <a:pt x="75" y="46"/>
                  </a:cubicBezTo>
                  <a:cubicBezTo>
                    <a:pt x="75" y="46"/>
                    <a:pt x="74" y="47"/>
                    <a:pt x="73" y="47"/>
                  </a:cubicBezTo>
                  <a:cubicBezTo>
                    <a:pt x="73" y="47"/>
                    <a:pt x="72" y="48"/>
                    <a:pt x="71" y="48"/>
                  </a:cubicBezTo>
                  <a:cubicBezTo>
                    <a:pt x="71" y="48"/>
                    <a:pt x="70" y="48"/>
                    <a:pt x="69" y="48"/>
                  </a:cubicBezTo>
                  <a:cubicBezTo>
                    <a:pt x="69" y="49"/>
                    <a:pt x="69" y="49"/>
                    <a:pt x="69" y="49"/>
                  </a:cubicBezTo>
                  <a:cubicBezTo>
                    <a:pt x="68" y="49"/>
                    <a:pt x="69" y="50"/>
                    <a:pt x="69" y="51"/>
                  </a:cubicBezTo>
                  <a:cubicBezTo>
                    <a:pt x="69" y="51"/>
                    <a:pt x="70" y="50"/>
                    <a:pt x="71" y="51"/>
                  </a:cubicBezTo>
                  <a:cubicBezTo>
                    <a:pt x="71" y="51"/>
                    <a:pt x="71" y="51"/>
                    <a:pt x="72" y="51"/>
                  </a:cubicBezTo>
                  <a:cubicBezTo>
                    <a:pt x="72" y="52"/>
                    <a:pt x="71" y="52"/>
                    <a:pt x="71" y="52"/>
                  </a:cubicBezTo>
                  <a:cubicBezTo>
                    <a:pt x="71" y="53"/>
                    <a:pt x="72" y="53"/>
                    <a:pt x="72" y="54"/>
                  </a:cubicBezTo>
                  <a:cubicBezTo>
                    <a:pt x="71" y="54"/>
                    <a:pt x="71" y="56"/>
                    <a:pt x="71" y="56"/>
                  </a:cubicBezTo>
                  <a:cubicBezTo>
                    <a:pt x="71" y="56"/>
                    <a:pt x="70" y="55"/>
                    <a:pt x="69" y="55"/>
                  </a:cubicBezTo>
                  <a:cubicBezTo>
                    <a:pt x="69" y="54"/>
                    <a:pt x="69" y="54"/>
                    <a:pt x="68" y="54"/>
                  </a:cubicBezTo>
                  <a:cubicBezTo>
                    <a:pt x="68" y="53"/>
                    <a:pt x="67" y="54"/>
                    <a:pt x="67" y="54"/>
                  </a:cubicBezTo>
                  <a:cubicBezTo>
                    <a:pt x="66" y="54"/>
                    <a:pt x="66" y="54"/>
                    <a:pt x="66" y="53"/>
                  </a:cubicBezTo>
                  <a:cubicBezTo>
                    <a:pt x="66" y="52"/>
                    <a:pt x="66" y="51"/>
                    <a:pt x="66" y="50"/>
                  </a:cubicBezTo>
                  <a:cubicBezTo>
                    <a:pt x="66" y="49"/>
                    <a:pt x="64" y="49"/>
                    <a:pt x="64" y="49"/>
                  </a:cubicBezTo>
                  <a:cubicBezTo>
                    <a:pt x="64" y="48"/>
                    <a:pt x="64" y="47"/>
                    <a:pt x="64" y="47"/>
                  </a:cubicBezTo>
                  <a:cubicBezTo>
                    <a:pt x="65" y="46"/>
                    <a:pt x="66" y="47"/>
                    <a:pt x="66" y="46"/>
                  </a:cubicBezTo>
                  <a:cubicBezTo>
                    <a:pt x="67" y="46"/>
                    <a:pt x="67" y="45"/>
                    <a:pt x="67" y="45"/>
                  </a:cubicBezTo>
                  <a:cubicBezTo>
                    <a:pt x="68" y="45"/>
                    <a:pt x="68" y="45"/>
                    <a:pt x="69" y="45"/>
                  </a:cubicBezTo>
                  <a:cubicBezTo>
                    <a:pt x="69" y="45"/>
                    <a:pt x="70" y="44"/>
                    <a:pt x="70" y="44"/>
                  </a:cubicBezTo>
                  <a:cubicBezTo>
                    <a:pt x="70" y="43"/>
                    <a:pt x="70" y="42"/>
                    <a:pt x="70" y="41"/>
                  </a:cubicBezTo>
                  <a:cubicBezTo>
                    <a:pt x="70" y="41"/>
                    <a:pt x="69" y="41"/>
                    <a:pt x="69" y="41"/>
                  </a:cubicBezTo>
                  <a:cubicBezTo>
                    <a:pt x="68" y="41"/>
                    <a:pt x="68" y="42"/>
                    <a:pt x="67" y="42"/>
                  </a:cubicBezTo>
                  <a:cubicBezTo>
                    <a:pt x="67" y="42"/>
                    <a:pt x="66" y="42"/>
                    <a:pt x="66" y="42"/>
                  </a:cubicBezTo>
                  <a:cubicBezTo>
                    <a:pt x="66" y="42"/>
                    <a:pt x="65" y="41"/>
                    <a:pt x="65" y="41"/>
                  </a:cubicBezTo>
                  <a:cubicBezTo>
                    <a:pt x="64" y="41"/>
                    <a:pt x="63" y="41"/>
                    <a:pt x="63" y="41"/>
                  </a:cubicBezTo>
                  <a:cubicBezTo>
                    <a:pt x="62" y="41"/>
                    <a:pt x="62" y="43"/>
                    <a:pt x="62" y="43"/>
                  </a:cubicBezTo>
                  <a:cubicBezTo>
                    <a:pt x="62" y="43"/>
                    <a:pt x="61" y="44"/>
                    <a:pt x="61" y="44"/>
                  </a:cubicBezTo>
                  <a:cubicBezTo>
                    <a:pt x="60" y="45"/>
                    <a:pt x="60" y="46"/>
                    <a:pt x="59" y="46"/>
                  </a:cubicBezTo>
                  <a:cubicBezTo>
                    <a:pt x="59" y="46"/>
                    <a:pt x="57" y="46"/>
                    <a:pt x="57" y="46"/>
                  </a:cubicBezTo>
                  <a:cubicBezTo>
                    <a:pt x="56" y="46"/>
                    <a:pt x="56" y="45"/>
                    <a:pt x="56" y="44"/>
                  </a:cubicBezTo>
                  <a:cubicBezTo>
                    <a:pt x="55" y="44"/>
                    <a:pt x="55" y="43"/>
                    <a:pt x="55" y="42"/>
                  </a:cubicBezTo>
                  <a:cubicBezTo>
                    <a:pt x="56" y="42"/>
                    <a:pt x="57" y="42"/>
                    <a:pt x="58" y="41"/>
                  </a:cubicBezTo>
                  <a:cubicBezTo>
                    <a:pt x="58" y="41"/>
                    <a:pt x="58" y="40"/>
                    <a:pt x="58" y="39"/>
                  </a:cubicBezTo>
                  <a:cubicBezTo>
                    <a:pt x="57" y="39"/>
                    <a:pt x="56" y="39"/>
                    <a:pt x="56" y="38"/>
                  </a:cubicBezTo>
                  <a:cubicBezTo>
                    <a:pt x="56" y="38"/>
                    <a:pt x="56" y="37"/>
                    <a:pt x="56" y="37"/>
                  </a:cubicBezTo>
                  <a:cubicBezTo>
                    <a:pt x="56" y="37"/>
                    <a:pt x="57" y="36"/>
                    <a:pt x="57" y="36"/>
                  </a:cubicBezTo>
                  <a:cubicBezTo>
                    <a:pt x="57" y="35"/>
                    <a:pt x="58" y="35"/>
                    <a:pt x="58" y="34"/>
                  </a:cubicBezTo>
                  <a:cubicBezTo>
                    <a:pt x="57" y="34"/>
                    <a:pt x="57" y="34"/>
                    <a:pt x="56" y="34"/>
                  </a:cubicBezTo>
                  <a:cubicBezTo>
                    <a:pt x="56" y="34"/>
                    <a:pt x="55" y="34"/>
                    <a:pt x="55" y="35"/>
                  </a:cubicBezTo>
                  <a:cubicBezTo>
                    <a:pt x="55" y="35"/>
                    <a:pt x="54" y="34"/>
                    <a:pt x="53" y="34"/>
                  </a:cubicBezTo>
                  <a:cubicBezTo>
                    <a:pt x="53" y="34"/>
                    <a:pt x="52" y="34"/>
                    <a:pt x="52" y="35"/>
                  </a:cubicBezTo>
                  <a:cubicBezTo>
                    <a:pt x="52" y="35"/>
                    <a:pt x="52" y="36"/>
                    <a:pt x="51" y="37"/>
                  </a:cubicBezTo>
                  <a:cubicBezTo>
                    <a:pt x="51" y="37"/>
                    <a:pt x="51" y="38"/>
                    <a:pt x="51" y="38"/>
                  </a:cubicBezTo>
                  <a:cubicBezTo>
                    <a:pt x="51" y="39"/>
                    <a:pt x="50" y="40"/>
                    <a:pt x="50" y="40"/>
                  </a:cubicBezTo>
                  <a:cubicBezTo>
                    <a:pt x="49" y="40"/>
                    <a:pt x="48" y="39"/>
                    <a:pt x="48" y="38"/>
                  </a:cubicBezTo>
                  <a:cubicBezTo>
                    <a:pt x="47" y="38"/>
                    <a:pt x="46" y="36"/>
                    <a:pt x="46" y="36"/>
                  </a:cubicBezTo>
                  <a:cubicBezTo>
                    <a:pt x="45" y="35"/>
                    <a:pt x="44" y="34"/>
                    <a:pt x="43" y="34"/>
                  </a:cubicBezTo>
                  <a:cubicBezTo>
                    <a:pt x="43" y="34"/>
                    <a:pt x="42" y="34"/>
                    <a:pt x="41" y="34"/>
                  </a:cubicBezTo>
                  <a:cubicBezTo>
                    <a:pt x="41" y="34"/>
                    <a:pt x="40" y="34"/>
                    <a:pt x="40" y="35"/>
                  </a:cubicBezTo>
                  <a:cubicBezTo>
                    <a:pt x="39" y="35"/>
                    <a:pt x="39" y="36"/>
                    <a:pt x="38" y="37"/>
                  </a:cubicBezTo>
                  <a:cubicBezTo>
                    <a:pt x="38" y="37"/>
                    <a:pt x="38" y="37"/>
                    <a:pt x="38" y="37"/>
                  </a:cubicBezTo>
                  <a:cubicBezTo>
                    <a:pt x="37" y="38"/>
                    <a:pt x="36" y="37"/>
                    <a:pt x="35" y="37"/>
                  </a:cubicBezTo>
                  <a:cubicBezTo>
                    <a:pt x="35" y="37"/>
                    <a:pt x="33" y="36"/>
                    <a:pt x="33" y="36"/>
                  </a:cubicBezTo>
                  <a:cubicBezTo>
                    <a:pt x="33" y="35"/>
                    <a:pt x="33" y="34"/>
                    <a:pt x="33" y="34"/>
                  </a:cubicBezTo>
                  <a:cubicBezTo>
                    <a:pt x="33" y="34"/>
                    <a:pt x="34" y="33"/>
                    <a:pt x="34" y="32"/>
                  </a:cubicBezTo>
                  <a:cubicBezTo>
                    <a:pt x="34" y="32"/>
                    <a:pt x="35" y="31"/>
                    <a:pt x="36" y="31"/>
                  </a:cubicBezTo>
                  <a:cubicBezTo>
                    <a:pt x="36" y="31"/>
                    <a:pt x="37" y="30"/>
                    <a:pt x="38" y="30"/>
                  </a:cubicBezTo>
                  <a:cubicBezTo>
                    <a:pt x="38" y="30"/>
                    <a:pt x="38" y="29"/>
                    <a:pt x="38" y="28"/>
                  </a:cubicBezTo>
                  <a:cubicBezTo>
                    <a:pt x="38" y="28"/>
                    <a:pt x="38" y="27"/>
                    <a:pt x="38" y="27"/>
                  </a:cubicBezTo>
                  <a:cubicBezTo>
                    <a:pt x="38" y="26"/>
                    <a:pt x="39" y="25"/>
                    <a:pt x="39" y="25"/>
                  </a:cubicBezTo>
                  <a:cubicBezTo>
                    <a:pt x="40" y="25"/>
                    <a:pt x="40" y="26"/>
                    <a:pt x="40" y="26"/>
                  </a:cubicBezTo>
                  <a:cubicBezTo>
                    <a:pt x="41" y="26"/>
                    <a:pt x="40" y="27"/>
                    <a:pt x="40" y="27"/>
                  </a:cubicBezTo>
                  <a:cubicBezTo>
                    <a:pt x="40" y="28"/>
                    <a:pt x="40" y="28"/>
                    <a:pt x="41" y="29"/>
                  </a:cubicBezTo>
                  <a:cubicBezTo>
                    <a:pt x="41" y="29"/>
                    <a:pt x="42" y="29"/>
                    <a:pt x="42" y="29"/>
                  </a:cubicBezTo>
                  <a:cubicBezTo>
                    <a:pt x="43" y="28"/>
                    <a:pt x="43" y="28"/>
                    <a:pt x="43" y="27"/>
                  </a:cubicBezTo>
                  <a:cubicBezTo>
                    <a:pt x="44" y="27"/>
                    <a:pt x="44" y="26"/>
                    <a:pt x="44" y="25"/>
                  </a:cubicBezTo>
                  <a:cubicBezTo>
                    <a:pt x="44" y="25"/>
                    <a:pt x="45" y="25"/>
                    <a:pt x="45" y="24"/>
                  </a:cubicBezTo>
                  <a:cubicBezTo>
                    <a:pt x="45" y="24"/>
                    <a:pt x="45" y="23"/>
                    <a:pt x="45" y="23"/>
                  </a:cubicBezTo>
                  <a:cubicBezTo>
                    <a:pt x="45" y="23"/>
                    <a:pt x="45" y="22"/>
                    <a:pt x="45" y="21"/>
                  </a:cubicBezTo>
                  <a:cubicBezTo>
                    <a:pt x="45" y="21"/>
                    <a:pt x="45" y="20"/>
                    <a:pt x="45" y="20"/>
                  </a:cubicBezTo>
                  <a:cubicBezTo>
                    <a:pt x="44" y="19"/>
                    <a:pt x="43" y="18"/>
                    <a:pt x="43" y="18"/>
                  </a:cubicBezTo>
                  <a:cubicBezTo>
                    <a:pt x="42" y="17"/>
                    <a:pt x="41" y="17"/>
                    <a:pt x="40" y="16"/>
                  </a:cubicBezTo>
                  <a:cubicBezTo>
                    <a:pt x="40" y="16"/>
                    <a:pt x="39" y="16"/>
                    <a:pt x="39" y="16"/>
                  </a:cubicBezTo>
                  <a:cubicBezTo>
                    <a:pt x="39" y="16"/>
                    <a:pt x="38" y="15"/>
                    <a:pt x="38" y="15"/>
                  </a:cubicBezTo>
                  <a:cubicBezTo>
                    <a:pt x="38" y="15"/>
                    <a:pt x="38" y="14"/>
                    <a:pt x="38" y="13"/>
                  </a:cubicBezTo>
                  <a:cubicBezTo>
                    <a:pt x="38" y="13"/>
                    <a:pt x="38" y="12"/>
                    <a:pt x="38" y="12"/>
                  </a:cubicBezTo>
                  <a:cubicBezTo>
                    <a:pt x="38" y="11"/>
                    <a:pt x="37" y="10"/>
                    <a:pt x="37" y="9"/>
                  </a:cubicBezTo>
                  <a:cubicBezTo>
                    <a:pt x="37" y="9"/>
                    <a:pt x="36" y="8"/>
                    <a:pt x="36" y="7"/>
                  </a:cubicBezTo>
                  <a:cubicBezTo>
                    <a:pt x="36" y="7"/>
                    <a:pt x="35" y="7"/>
                    <a:pt x="35" y="7"/>
                  </a:cubicBezTo>
                  <a:cubicBezTo>
                    <a:pt x="34" y="7"/>
                    <a:pt x="33" y="8"/>
                    <a:pt x="33" y="8"/>
                  </a:cubicBezTo>
                  <a:cubicBezTo>
                    <a:pt x="32" y="8"/>
                    <a:pt x="32" y="7"/>
                    <a:pt x="31" y="7"/>
                  </a:cubicBezTo>
                  <a:cubicBezTo>
                    <a:pt x="30" y="7"/>
                    <a:pt x="29" y="6"/>
                    <a:pt x="28" y="5"/>
                  </a:cubicBezTo>
                  <a:cubicBezTo>
                    <a:pt x="27" y="5"/>
                    <a:pt x="26" y="4"/>
                    <a:pt x="25" y="3"/>
                  </a:cubicBezTo>
                  <a:cubicBezTo>
                    <a:pt x="24" y="3"/>
                    <a:pt x="23" y="2"/>
                    <a:pt x="23" y="1"/>
                  </a:cubicBezTo>
                  <a:cubicBezTo>
                    <a:pt x="22" y="1"/>
                    <a:pt x="20" y="0"/>
                    <a:pt x="20" y="0"/>
                  </a:cubicBezTo>
                  <a:cubicBezTo>
                    <a:pt x="19" y="0"/>
                    <a:pt x="18" y="0"/>
                    <a:pt x="17" y="0"/>
                  </a:cubicBezTo>
                  <a:cubicBezTo>
                    <a:pt x="16" y="1"/>
                    <a:pt x="14" y="1"/>
                    <a:pt x="13" y="2"/>
                  </a:cubicBezTo>
                  <a:cubicBezTo>
                    <a:pt x="13" y="2"/>
                    <a:pt x="12" y="3"/>
                    <a:pt x="11" y="3"/>
                  </a:cubicBezTo>
                  <a:cubicBezTo>
                    <a:pt x="10" y="3"/>
                    <a:pt x="9" y="3"/>
                    <a:pt x="9" y="3"/>
                  </a:cubicBezTo>
                  <a:cubicBezTo>
                    <a:pt x="8" y="3"/>
                    <a:pt x="7" y="3"/>
                    <a:pt x="7" y="3"/>
                  </a:cubicBezTo>
                  <a:cubicBezTo>
                    <a:pt x="6" y="3"/>
                    <a:pt x="6" y="4"/>
                    <a:pt x="6" y="5"/>
                  </a:cubicBezTo>
                  <a:cubicBezTo>
                    <a:pt x="6" y="5"/>
                    <a:pt x="5" y="6"/>
                    <a:pt x="5" y="7"/>
                  </a:cubicBezTo>
                  <a:cubicBezTo>
                    <a:pt x="5" y="7"/>
                    <a:pt x="5" y="8"/>
                    <a:pt x="4" y="9"/>
                  </a:cubicBezTo>
                  <a:cubicBezTo>
                    <a:pt x="4" y="9"/>
                    <a:pt x="3" y="10"/>
                    <a:pt x="3" y="11"/>
                  </a:cubicBezTo>
                  <a:cubicBezTo>
                    <a:pt x="3" y="11"/>
                    <a:pt x="2" y="12"/>
                    <a:pt x="2" y="12"/>
                  </a:cubicBezTo>
                  <a:cubicBezTo>
                    <a:pt x="2" y="13"/>
                    <a:pt x="2" y="13"/>
                    <a:pt x="2" y="14"/>
                  </a:cubicBezTo>
                  <a:cubicBezTo>
                    <a:pt x="2" y="15"/>
                    <a:pt x="2" y="16"/>
                    <a:pt x="2" y="17"/>
                  </a:cubicBezTo>
                  <a:cubicBezTo>
                    <a:pt x="2" y="17"/>
                    <a:pt x="2" y="19"/>
                    <a:pt x="2" y="20"/>
                  </a:cubicBezTo>
                  <a:cubicBezTo>
                    <a:pt x="2" y="20"/>
                    <a:pt x="2" y="21"/>
                    <a:pt x="2" y="21"/>
                  </a:cubicBezTo>
                  <a:cubicBezTo>
                    <a:pt x="2" y="22"/>
                    <a:pt x="3" y="22"/>
                    <a:pt x="3" y="23"/>
                  </a:cubicBezTo>
                  <a:cubicBezTo>
                    <a:pt x="3" y="23"/>
                    <a:pt x="3" y="24"/>
                    <a:pt x="3" y="24"/>
                  </a:cubicBezTo>
                  <a:cubicBezTo>
                    <a:pt x="3" y="24"/>
                    <a:pt x="2" y="25"/>
                    <a:pt x="2" y="25"/>
                  </a:cubicBezTo>
                  <a:cubicBezTo>
                    <a:pt x="2" y="25"/>
                    <a:pt x="1" y="26"/>
                    <a:pt x="1" y="26"/>
                  </a:cubicBezTo>
                  <a:cubicBezTo>
                    <a:pt x="1" y="27"/>
                    <a:pt x="1" y="28"/>
                    <a:pt x="1" y="29"/>
                  </a:cubicBezTo>
                  <a:cubicBezTo>
                    <a:pt x="0" y="31"/>
                    <a:pt x="1" y="34"/>
                    <a:pt x="1" y="35"/>
                  </a:cubicBezTo>
                  <a:cubicBezTo>
                    <a:pt x="1" y="36"/>
                    <a:pt x="1" y="39"/>
                    <a:pt x="1" y="40"/>
                  </a:cubicBezTo>
                  <a:cubicBezTo>
                    <a:pt x="1" y="41"/>
                    <a:pt x="1" y="42"/>
                    <a:pt x="2" y="43"/>
                  </a:cubicBezTo>
                  <a:cubicBezTo>
                    <a:pt x="2" y="43"/>
                    <a:pt x="2" y="44"/>
                    <a:pt x="2" y="45"/>
                  </a:cubicBezTo>
                  <a:cubicBezTo>
                    <a:pt x="2" y="45"/>
                    <a:pt x="3" y="45"/>
                    <a:pt x="3" y="46"/>
                  </a:cubicBezTo>
                  <a:cubicBezTo>
                    <a:pt x="4" y="46"/>
                    <a:pt x="5" y="47"/>
                    <a:pt x="6" y="47"/>
                  </a:cubicBezTo>
                  <a:cubicBezTo>
                    <a:pt x="6" y="47"/>
                    <a:pt x="7" y="48"/>
                    <a:pt x="8" y="49"/>
                  </a:cubicBezTo>
                  <a:cubicBezTo>
                    <a:pt x="8" y="49"/>
                    <a:pt x="9" y="49"/>
                    <a:pt x="9" y="49"/>
                  </a:cubicBezTo>
                  <a:cubicBezTo>
                    <a:pt x="10" y="48"/>
                    <a:pt x="9" y="48"/>
                    <a:pt x="9" y="47"/>
                  </a:cubicBezTo>
                  <a:cubicBezTo>
                    <a:pt x="9" y="47"/>
                    <a:pt x="9" y="47"/>
                    <a:pt x="9" y="46"/>
                  </a:cubicBezTo>
                  <a:cubicBezTo>
                    <a:pt x="9" y="46"/>
                    <a:pt x="9" y="45"/>
                    <a:pt x="9" y="45"/>
                  </a:cubicBezTo>
                  <a:cubicBezTo>
                    <a:pt x="9" y="45"/>
                    <a:pt x="10" y="45"/>
                    <a:pt x="10" y="45"/>
                  </a:cubicBezTo>
                  <a:cubicBezTo>
                    <a:pt x="10" y="46"/>
                    <a:pt x="10" y="46"/>
                    <a:pt x="11" y="47"/>
                  </a:cubicBezTo>
                  <a:cubicBezTo>
                    <a:pt x="11" y="47"/>
                    <a:pt x="12" y="46"/>
                    <a:pt x="12" y="46"/>
                  </a:cubicBezTo>
                  <a:cubicBezTo>
                    <a:pt x="13" y="46"/>
                    <a:pt x="13" y="45"/>
                    <a:pt x="13" y="45"/>
                  </a:cubicBezTo>
                  <a:cubicBezTo>
                    <a:pt x="14" y="44"/>
                    <a:pt x="14" y="43"/>
                    <a:pt x="14" y="43"/>
                  </a:cubicBezTo>
                  <a:cubicBezTo>
                    <a:pt x="14" y="42"/>
                    <a:pt x="15" y="41"/>
                    <a:pt x="15" y="41"/>
                  </a:cubicBezTo>
                  <a:cubicBezTo>
                    <a:pt x="15" y="40"/>
                    <a:pt x="15" y="40"/>
                    <a:pt x="14" y="39"/>
                  </a:cubicBezTo>
                  <a:cubicBezTo>
                    <a:pt x="14" y="39"/>
                    <a:pt x="13" y="40"/>
                    <a:pt x="13" y="39"/>
                  </a:cubicBezTo>
                  <a:cubicBezTo>
                    <a:pt x="13" y="39"/>
                    <a:pt x="13" y="38"/>
                    <a:pt x="13" y="38"/>
                  </a:cubicBezTo>
                  <a:cubicBezTo>
                    <a:pt x="13" y="37"/>
                    <a:pt x="13" y="36"/>
                    <a:pt x="12" y="36"/>
                  </a:cubicBezTo>
                  <a:cubicBezTo>
                    <a:pt x="12" y="35"/>
                    <a:pt x="11" y="35"/>
                    <a:pt x="11" y="35"/>
                  </a:cubicBezTo>
                  <a:cubicBezTo>
                    <a:pt x="10" y="35"/>
                    <a:pt x="10" y="34"/>
                    <a:pt x="10" y="34"/>
                  </a:cubicBezTo>
                  <a:cubicBezTo>
                    <a:pt x="10" y="33"/>
                    <a:pt x="10" y="33"/>
                    <a:pt x="10" y="33"/>
                  </a:cubicBezTo>
                  <a:cubicBezTo>
                    <a:pt x="10" y="32"/>
                    <a:pt x="11" y="32"/>
                    <a:pt x="11" y="32"/>
                  </a:cubicBezTo>
                  <a:cubicBezTo>
                    <a:pt x="12" y="32"/>
                    <a:pt x="12" y="32"/>
                    <a:pt x="13" y="33"/>
                  </a:cubicBezTo>
                  <a:cubicBezTo>
                    <a:pt x="13" y="33"/>
                    <a:pt x="13" y="34"/>
                    <a:pt x="13" y="34"/>
                  </a:cubicBezTo>
                  <a:cubicBezTo>
                    <a:pt x="13" y="34"/>
                    <a:pt x="14" y="35"/>
                    <a:pt x="14" y="35"/>
                  </a:cubicBezTo>
                  <a:cubicBezTo>
                    <a:pt x="14" y="36"/>
                    <a:pt x="15" y="36"/>
                    <a:pt x="15" y="37"/>
                  </a:cubicBezTo>
                  <a:cubicBezTo>
                    <a:pt x="15" y="37"/>
                    <a:pt x="16" y="37"/>
                    <a:pt x="16" y="36"/>
                  </a:cubicBezTo>
                  <a:cubicBezTo>
                    <a:pt x="17" y="36"/>
                    <a:pt x="17" y="35"/>
                    <a:pt x="17" y="35"/>
                  </a:cubicBezTo>
                  <a:cubicBezTo>
                    <a:pt x="17" y="35"/>
                    <a:pt x="17" y="34"/>
                    <a:pt x="16" y="34"/>
                  </a:cubicBezTo>
                  <a:cubicBezTo>
                    <a:pt x="16" y="34"/>
                    <a:pt x="16" y="33"/>
                    <a:pt x="15" y="33"/>
                  </a:cubicBezTo>
                  <a:cubicBezTo>
                    <a:pt x="15" y="33"/>
                    <a:pt x="15" y="32"/>
                    <a:pt x="15" y="32"/>
                  </a:cubicBezTo>
                  <a:cubicBezTo>
                    <a:pt x="16" y="31"/>
                    <a:pt x="17" y="31"/>
                    <a:pt x="17" y="31"/>
                  </a:cubicBezTo>
                  <a:cubicBezTo>
                    <a:pt x="17" y="30"/>
                    <a:pt x="15" y="30"/>
                    <a:pt x="15" y="29"/>
                  </a:cubicBezTo>
                  <a:cubicBezTo>
                    <a:pt x="14" y="29"/>
                    <a:pt x="13" y="29"/>
                    <a:pt x="13" y="29"/>
                  </a:cubicBezTo>
                  <a:cubicBezTo>
                    <a:pt x="13" y="29"/>
                    <a:pt x="12" y="28"/>
                    <a:pt x="12" y="28"/>
                  </a:cubicBezTo>
                  <a:cubicBezTo>
                    <a:pt x="12" y="27"/>
                    <a:pt x="12" y="26"/>
                    <a:pt x="12" y="26"/>
                  </a:cubicBezTo>
                  <a:cubicBezTo>
                    <a:pt x="12" y="26"/>
                    <a:pt x="13" y="25"/>
                    <a:pt x="13" y="25"/>
                  </a:cubicBezTo>
                  <a:cubicBezTo>
                    <a:pt x="13" y="26"/>
                    <a:pt x="14" y="26"/>
                    <a:pt x="14" y="26"/>
                  </a:cubicBezTo>
                  <a:cubicBezTo>
                    <a:pt x="15" y="26"/>
                    <a:pt x="15" y="26"/>
                    <a:pt x="16" y="25"/>
                  </a:cubicBezTo>
                  <a:cubicBezTo>
                    <a:pt x="16" y="25"/>
                    <a:pt x="15" y="24"/>
                    <a:pt x="16" y="24"/>
                  </a:cubicBezTo>
                  <a:cubicBezTo>
                    <a:pt x="16" y="23"/>
                    <a:pt x="17" y="23"/>
                    <a:pt x="17" y="23"/>
                  </a:cubicBezTo>
                  <a:cubicBezTo>
                    <a:pt x="18" y="23"/>
                    <a:pt x="18" y="25"/>
                    <a:pt x="18" y="25"/>
                  </a:cubicBezTo>
                  <a:cubicBezTo>
                    <a:pt x="18" y="26"/>
                    <a:pt x="18" y="27"/>
                    <a:pt x="18" y="28"/>
                  </a:cubicBezTo>
                  <a:cubicBezTo>
                    <a:pt x="18" y="28"/>
                    <a:pt x="18" y="30"/>
                    <a:pt x="18" y="31"/>
                  </a:cubicBezTo>
                  <a:cubicBezTo>
                    <a:pt x="19" y="31"/>
                    <a:pt x="20" y="32"/>
                    <a:pt x="20" y="33"/>
                  </a:cubicBezTo>
                  <a:cubicBezTo>
                    <a:pt x="21" y="34"/>
                    <a:pt x="21" y="35"/>
                    <a:pt x="21" y="36"/>
                  </a:cubicBezTo>
                  <a:cubicBezTo>
                    <a:pt x="21" y="36"/>
                    <a:pt x="21" y="38"/>
                    <a:pt x="21" y="38"/>
                  </a:cubicBezTo>
                  <a:cubicBezTo>
                    <a:pt x="21" y="38"/>
                    <a:pt x="20" y="39"/>
                    <a:pt x="20" y="40"/>
                  </a:cubicBezTo>
                  <a:cubicBezTo>
                    <a:pt x="20" y="40"/>
                    <a:pt x="19" y="40"/>
                    <a:pt x="19" y="40"/>
                  </a:cubicBezTo>
                  <a:cubicBezTo>
                    <a:pt x="18" y="41"/>
                    <a:pt x="17" y="41"/>
                    <a:pt x="17" y="41"/>
                  </a:cubicBezTo>
                  <a:cubicBezTo>
                    <a:pt x="16" y="41"/>
                    <a:pt x="16" y="41"/>
                    <a:pt x="16" y="42"/>
                  </a:cubicBezTo>
                  <a:cubicBezTo>
                    <a:pt x="15" y="42"/>
                    <a:pt x="16" y="43"/>
                    <a:pt x="16" y="44"/>
                  </a:cubicBezTo>
                  <a:cubicBezTo>
                    <a:pt x="16" y="44"/>
                    <a:pt x="17" y="45"/>
                    <a:pt x="17" y="46"/>
                  </a:cubicBezTo>
                  <a:cubicBezTo>
                    <a:pt x="17" y="46"/>
                    <a:pt x="17" y="47"/>
                    <a:pt x="17" y="48"/>
                  </a:cubicBezTo>
                  <a:cubicBezTo>
                    <a:pt x="17" y="48"/>
                    <a:pt x="17" y="49"/>
                    <a:pt x="17" y="50"/>
                  </a:cubicBezTo>
                  <a:cubicBezTo>
                    <a:pt x="17" y="51"/>
                    <a:pt x="17" y="53"/>
                    <a:pt x="17" y="54"/>
                  </a:cubicBezTo>
                  <a:cubicBezTo>
                    <a:pt x="18" y="54"/>
                    <a:pt x="18" y="55"/>
                    <a:pt x="18" y="56"/>
                  </a:cubicBezTo>
                  <a:cubicBezTo>
                    <a:pt x="19" y="56"/>
                    <a:pt x="19" y="57"/>
                    <a:pt x="19" y="57"/>
                  </a:cubicBezTo>
                  <a:cubicBezTo>
                    <a:pt x="19" y="58"/>
                    <a:pt x="19" y="58"/>
                    <a:pt x="20" y="58"/>
                  </a:cubicBezTo>
                  <a:cubicBezTo>
                    <a:pt x="20" y="59"/>
                    <a:pt x="21" y="59"/>
                    <a:pt x="21" y="58"/>
                  </a:cubicBezTo>
                  <a:cubicBezTo>
                    <a:pt x="21" y="58"/>
                    <a:pt x="21" y="58"/>
                    <a:pt x="21" y="57"/>
                  </a:cubicBezTo>
                  <a:cubicBezTo>
                    <a:pt x="21" y="57"/>
                    <a:pt x="22" y="57"/>
                    <a:pt x="22" y="57"/>
                  </a:cubicBezTo>
                  <a:cubicBezTo>
                    <a:pt x="22" y="57"/>
                    <a:pt x="23" y="57"/>
                    <a:pt x="23" y="57"/>
                  </a:cubicBezTo>
                  <a:cubicBezTo>
                    <a:pt x="23" y="58"/>
                    <a:pt x="23" y="58"/>
                    <a:pt x="23" y="58"/>
                  </a:cubicBezTo>
                  <a:cubicBezTo>
                    <a:pt x="23" y="59"/>
                    <a:pt x="23" y="59"/>
                    <a:pt x="24" y="59"/>
                  </a:cubicBezTo>
                  <a:cubicBezTo>
                    <a:pt x="24" y="59"/>
                    <a:pt x="25" y="58"/>
                    <a:pt x="25" y="58"/>
                  </a:cubicBezTo>
                  <a:cubicBezTo>
                    <a:pt x="25" y="58"/>
                    <a:pt x="25" y="57"/>
                    <a:pt x="26" y="57"/>
                  </a:cubicBezTo>
                  <a:cubicBezTo>
                    <a:pt x="26" y="57"/>
                    <a:pt x="27" y="57"/>
                    <a:pt x="27" y="57"/>
                  </a:cubicBezTo>
                  <a:cubicBezTo>
                    <a:pt x="27" y="57"/>
                    <a:pt x="28" y="58"/>
                    <a:pt x="28" y="58"/>
                  </a:cubicBezTo>
                  <a:cubicBezTo>
                    <a:pt x="29" y="58"/>
                    <a:pt x="30" y="58"/>
                    <a:pt x="31" y="57"/>
                  </a:cubicBezTo>
                  <a:cubicBezTo>
                    <a:pt x="31" y="57"/>
                    <a:pt x="31" y="56"/>
                    <a:pt x="31" y="55"/>
                  </a:cubicBezTo>
                  <a:cubicBezTo>
                    <a:pt x="31" y="55"/>
                    <a:pt x="32" y="55"/>
                    <a:pt x="32" y="55"/>
                  </a:cubicBezTo>
                  <a:cubicBezTo>
                    <a:pt x="33" y="55"/>
                    <a:pt x="34" y="56"/>
                    <a:pt x="35" y="56"/>
                  </a:cubicBezTo>
                  <a:cubicBezTo>
                    <a:pt x="35" y="56"/>
                    <a:pt x="36" y="55"/>
                    <a:pt x="36" y="55"/>
                  </a:cubicBezTo>
                  <a:cubicBezTo>
                    <a:pt x="36" y="55"/>
                    <a:pt x="36" y="53"/>
                    <a:pt x="36" y="53"/>
                  </a:cubicBezTo>
                  <a:cubicBezTo>
                    <a:pt x="36" y="53"/>
                    <a:pt x="37" y="52"/>
                    <a:pt x="38" y="52"/>
                  </a:cubicBezTo>
                  <a:cubicBezTo>
                    <a:pt x="38" y="52"/>
                    <a:pt x="39" y="52"/>
                    <a:pt x="40" y="52"/>
                  </a:cubicBezTo>
                  <a:cubicBezTo>
                    <a:pt x="41" y="52"/>
                    <a:pt x="44" y="51"/>
                    <a:pt x="44" y="51"/>
                  </a:cubicBezTo>
                  <a:cubicBezTo>
                    <a:pt x="44" y="50"/>
                    <a:pt x="46" y="49"/>
                    <a:pt x="46" y="49"/>
                  </a:cubicBezTo>
                  <a:cubicBezTo>
                    <a:pt x="46" y="49"/>
                    <a:pt x="47" y="47"/>
                    <a:pt x="48" y="47"/>
                  </a:cubicBezTo>
                  <a:cubicBezTo>
                    <a:pt x="48" y="47"/>
                    <a:pt x="49" y="47"/>
                    <a:pt x="49" y="47"/>
                  </a:cubicBezTo>
                  <a:cubicBezTo>
                    <a:pt x="49" y="47"/>
                    <a:pt x="49" y="49"/>
                    <a:pt x="49" y="49"/>
                  </a:cubicBezTo>
                  <a:cubicBezTo>
                    <a:pt x="49" y="50"/>
                    <a:pt x="48" y="51"/>
                    <a:pt x="48" y="51"/>
                  </a:cubicBezTo>
                  <a:cubicBezTo>
                    <a:pt x="48" y="52"/>
                    <a:pt x="50" y="54"/>
                    <a:pt x="50" y="55"/>
                  </a:cubicBezTo>
                  <a:cubicBezTo>
                    <a:pt x="51" y="57"/>
                    <a:pt x="52" y="59"/>
                    <a:pt x="53" y="60"/>
                  </a:cubicBezTo>
                  <a:cubicBezTo>
                    <a:pt x="53" y="61"/>
                    <a:pt x="54" y="62"/>
                    <a:pt x="55" y="63"/>
                  </a:cubicBezTo>
                  <a:cubicBezTo>
                    <a:pt x="55" y="63"/>
                    <a:pt x="56" y="63"/>
                    <a:pt x="57" y="62"/>
                  </a:cubicBezTo>
                  <a:cubicBezTo>
                    <a:pt x="57" y="62"/>
                    <a:pt x="58" y="62"/>
                    <a:pt x="59" y="62"/>
                  </a:cubicBezTo>
                  <a:cubicBezTo>
                    <a:pt x="59" y="62"/>
                    <a:pt x="60" y="62"/>
                    <a:pt x="61" y="62"/>
                  </a:cubicBezTo>
                  <a:cubicBezTo>
                    <a:pt x="61" y="63"/>
                    <a:pt x="62" y="63"/>
                    <a:pt x="62" y="63"/>
                  </a:cubicBezTo>
                  <a:cubicBezTo>
                    <a:pt x="63" y="64"/>
                    <a:pt x="64" y="65"/>
                    <a:pt x="64" y="65"/>
                  </a:cubicBezTo>
                  <a:cubicBezTo>
                    <a:pt x="65" y="66"/>
                    <a:pt x="65" y="67"/>
                    <a:pt x="66" y="67"/>
                  </a:cubicBezTo>
                  <a:cubicBezTo>
                    <a:pt x="66" y="67"/>
                    <a:pt x="67" y="67"/>
                    <a:pt x="67" y="66"/>
                  </a:cubicBezTo>
                  <a:cubicBezTo>
                    <a:pt x="68" y="66"/>
                    <a:pt x="68" y="64"/>
                    <a:pt x="68" y="63"/>
                  </a:cubicBezTo>
                  <a:cubicBezTo>
                    <a:pt x="68" y="63"/>
                    <a:pt x="70" y="61"/>
                    <a:pt x="70" y="61"/>
                  </a:cubicBezTo>
                  <a:cubicBezTo>
                    <a:pt x="71" y="60"/>
                    <a:pt x="71" y="59"/>
                    <a:pt x="72" y="58"/>
                  </a:cubicBezTo>
                  <a:cubicBezTo>
                    <a:pt x="72" y="58"/>
                    <a:pt x="74" y="58"/>
                    <a:pt x="74" y="58"/>
                  </a:cubicBezTo>
                  <a:cubicBezTo>
                    <a:pt x="74" y="58"/>
                    <a:pt x="75" y="57"/>
                    <a:pt x="75" y="56"/>
                  </a:cubicBezTo>
                  <a:cubicBezTo>
                    <a:pt x="75" y="56"/>
                    <a:pt x="76" y="56"/>
                    <a:pt x="76" y="56"/>
                  </a:cubicBezTo>
                  <a:cubicBezTo>
                    <a:pt x="77" y="55"/>
                    <a:pt x="78" y="55"/>
                    <a:pt x="78" y="55"/>
                  </a:cubicBezTo>
                  <a:cubicBezTo>
                    <a:pt x="79" y="55"/>
                    <a:pt x="80" y="55"/>
                    <a:pt x="81" y="5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0" name="Freeform 250"/>
            <p:cNvSpPr>
              <a:spLocks/>
            </p:cNvSpPr>
            <p:nvPr/>
          </p:nvSpPr>
          <p:spPr bwMode="auto">
            <a:xfrm>
              <a:off x="1754188" y="609600"/>
              <a:ext cx="30163" cy="30163"/>
            </a:xfrm>
            <a:custGeom>
              <a:avLst/>
              <a:gdLst/>
              <a:ahLst/>
              <a:cxnLst>
                <a:cxn ang="0">
                  <a:pos x="12" y="16"/>
                </a:cxn>
                <a:cxn ang="0">
                  <a:pos x="10" y="14"/>
                </a:cxn>
                <a:cxn ang="0">
                  <a:pos x="8" y="13"/>
                </a:cxn>
                <a:cxn ang="0">
                  <a:pos x="5" y="13"/>
                </a:cxn>
                <a:cxn ang="0">
                  <a:pos x="2" y="13"/>
                </a:cxn>
                <a:cxn ang="0">
                  <a:pos x="1" y="13"/>
                </a:cxn>
                <a:cxn ang="0">
                  <a:pos x="1" y="11"/>
                </a:cxn>
                <a:cxn ang="0">
                  <a:pos x="2" y="8"/>
                </a:cxn>
                <a:cxn ang="0">
                  <a:pos x="2" y="6"/>
                </a:cxn>
                <a:cxn ang="0">
                  <a:pos x="3" y="3"/>
                </a:cxn>
                <a:cxn ang="0">
                  <a:pos x="4" y="2"/>
                </a:cxn>
                <a:cxn ang="0">
                  <a:pos x="5" y="4"/>
                </a:cxn>
                <a:cxn ang="0">
                  <a:pos x="5" y="5"/>
                </a:cxn>
                <a:cxn ang="0">
                  <a:pos x="8" y="7"/>
                </a:cxn>
                <a:cxn ang="0">
                  <a:pos x="9" y="6"/>
                </a:cxn>
                <a:cxn ang="0">
                  <a:pos x="11" y="4"/>
                </a:cxn>
                <a:cxn ang="0">
                  <a:pos x="11" y="2"/>
                </a:cxn>
                <a:cxn ang="0">
                  <a:pos x="14" y="1"/>
                </a:cxn>
                <a:cxn ang="0">
                  <a:pos x="15" y="0"/>
                </a:cxn>
                <a:cxn ang="0">
                  <a:pos x="16" y="2"/>
                </a:cxn>
                <a:cxn ang="0">
                  <a:pos x="15" y="3"/>
                </a:cxn>
                <a:cxn ang="0">
                  <a:pos x="14" y="6"/>
                </a:cxn>
                <a:cxn ang="0">
                  <a:pos x="14" y="8"/>
                </a:cxn>
                <a:cxn ang="0">
                  <a:pos x="15" y="11"/>
                </a:cxn>
                <a:cxn ang="0">
                  <a:pos x="16" y="12"/>
                </a:cxn>
                <a:cxn ang="0">
                  <a:pos x="15" y="14"/>
                </a:cxn>
                <a:cxn ang="0">
                  <a:pos x="14" y="14"/>
                </a:cxn>
                <a:cxn ang="0">
                  <a:pos x="13" y="15"/>
                </a:cxn>
                <a:cxn ang="0">
                  <a:pos x="12" y="16"/>
                </a:cxn>
              </a:cxnLst>
              <a:rect l="0" t="0" r="r" b="b"/>
              <a:pathLst>
                <a:path w="16" h="16">
                  <a:moveTo>
                    <a:pt x="12" y="16"/>
                  </a:moveTo>
                  <a:cubicBezTo>
                    <a:pt x="11" y="16"/>
                    <a:pt x="11" y="14"/>
                    <a:pt x="10" y="14"/>
                  </a:cubicBezTo>
                  <a:cubicBezTo>
                    <a:pt x="10" y="14"/>
                    <a:pt x="8" y="13"/>
                    <a:pt x="8" y="13"/>
                  </a:cubicBezTo>
                  <a:cubicBezTo>
                    <a:pt x="7" y="13"/>
                    <a:pt x="6" y="13"/>
                    <a:pt x="5" y="13"/>
                  </a:cubicBezTo>
                  <a:cubicBezTo>
                    <a:pt x="5" y="13"/>
                    <a:pt x="3" y="13"/>
                    <a:pt x="2" y="13"/>
                  </a:cubicBezTo>
                  <a:cubicBezTo>
                    <a:pt x="2" y="13"/>
                    <a:pt x="1" y="13"/>
                    <a:pt x="1" y="13"/>
                  </a:cubicBezTo>
                  <a:cubicBezTo>
                    <a:pt x="0" y="13"/>
                    <a:pt x="0" y="11"/>
                    <a:pt x="1" y="11"/>
                  </a:cubicBezTo>
                  <a:cubicBezTo>
                    <a:pt x="1" y="10"/>
                    <a:pt x="2" y="9"/>
                    <a:pt x="2" y="8"/>
                  </a:cubicBezTo>
                  <a:cubicBezTo>
                    <a:pt x="2" y="7"/>
                    <a:pt x="2" y="6"/>
                    <a:pt x="2" y="6"/>
                  </a:cubicBezTo>
                  <a:cubicBezTo>
                    <a:pt x="2" y="5"/>
                    <a:pt x="3" y="4"/>
                    <a:pt x="3" y="3"/>
                  </a:cubicBezTo>
                  <a:cubicBezTo>
                    <a:pt x="3" y="3"/>
                    <a:pt x="3" y="2"/>
                    <a:pt x="4" y="2"/>
                  </a:cubicBezTo>
                  <a:cubicBezTo>
                    <a:pt x="4" y="2"/>
                    <a:pt x="5" y="3"/>
                    <a:pt x="5" y="4"/>
                  </a:cubicBezTo>
                  <a:cubicBezTo>
                    <a:pt x="5" y="4"/>
                    <a:pt x="5" y="5"/>
                    <a:pt x="5" y="5"/>
                  </a:cubicBezTo>
                  <a:cubicBezTo>
                    <a:pt x="6" y="6"/>
                    <a:pt x="7" y="7"/>
                    <a:pt x="8" y="7"/>
                  </a:cubicBezTo>
                  <a:cubicBezTo>
                    <a:pt x="8" y="7"/>
                    <a:pt x="9" y="6"/>
                    <a:pt x="9" y="6"/>
                  </a:cubicBezTo>
                  <a:cubicBezTo>
                    <a:pt x="10" y="6"/>
                    <a:pt x="10" y="5"/>
                    <a:pt x="11" y="4"/>
                  </a:cubicBezTo>
                  <a:cubicBezTo>
                    <a:pt x="11" y="4"/>
                    <a:pt x="11" y="3"/>
                    <a:pt x="11" y="2"/>
                  </a:cubicBezTo>
                  <a:cubicBezTo>
                    <a:pt x="12" y="2"/>
                    <a:pt x="13" y="1"/>
                    <a:pt x="14" y="1"/>
                  </a:cubicBezTo>
                  <a:cubicBezTo>
                    <a:pt x="14" y="1"/>
                    <a:pt x="15" y="0"/>
                    <a:pt x="15" y="0"/>
                  </a:cubicBezTo>
                  <a:cubicBezTo>
                    <a:pt x="15" y="0"/>
                    <a:pt x="16" y="1"/>
                    <a:pt x="16" y="2"/>
                  </a:cubicBezTo>
                  <a:cubicBezTo>
                    <a:pt x="16" y="2"/>
                    <a:pt x="15" y="3"/>
                    <a:pt x="15" y="3"/>
                  </a:cubicBezTo>
                  <a:cubicBezTo>
                    <a:pt x="15" y="4"/>
                    <a:pt x="14" y="5"/>
                    <a:pt x="14" y="6"/>
                  </a:cubicBezTo>
                  <a:cubicBezTo>
                    <a:pt x="14" y="7"/>
                    <a:pt x="14" y="8"/>
                    <a:pt x="14" y="8"/>
                  </a:cubicBezTo>
                  <a:cubicBezTo>
                    <a:pt x="14" y="9"/>
                    <a:pt x="14" y="11"/>
                    <a:pt x="15" y="11"/>
                  </a:cubicBezTo>
                  <a:cubicBezTo>
                    <a:pt x="15" y="12"/>
                    <a:pt x="16" y="12"/>
                    <a:pt x="16" y="12"/>
                  </a:cubicBezTo>
                  <a:cubicBezTo>
                    <a:pt x="16" y="13"/>
                    <a:pt x="16" y="14"/>
                    <a:pt x="15" y="14"/>
                  </a:cubicBezTo>
                  <a:cubicBezTo>
                    <a:pt x="15" y="14"/>
                    <a:pt x="14" y="14"/>
                    <a:pt x="14" y="14"/>
                  </a:cubicBezTo>
                  <a:cubicBezTo>
                    <a:pt x="14" y="14"/>
                    <a:pt x="13" y="15"/>
                    <a:pt x="13" y="15"/>
                  </a:cubicBezTo>
                  <a:cubicBezTo>
                    <a:pt x="13" y="16"/>
                    <a:pt x="12" y="16"/>
                    <a:pt x="12" y="1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1" name="Freeform 251"/>
            <p:cNvSpPr>
              <a:spLocks/>
            </p:cNvSpPr>
            <p:nvPr/>
          </p:nvSpPr>
          <p:spPr bwMode="auto">
            <a:xfrm>
              <a:off x="1739901" y="609600"/>
              <a:ext cx="9525" cy="7938"/>
            </a:xfrm>
            <a:custGeom>
              <a:avLst/>
              <a:gdLst/>
              <a:ahLst/>
              <a:cxnLst>
                <a:cxn ang="0">
                  <a:pos x="4" y="4"/>
                </a:cxn>
                <a:cxn ang="0">
                  <a:pos x="3" y="3"/>
                </a:cxn>
                <a:cxn ang="0">
                  <a:pos x="2" y="3"/>
                </a:cxn>
                <a:cxn ang="0">
                  <a:pos x="0" y="3"/>
                </a:cxn>
                <a:cxn ang="0">
                  <a:pos x="0" y="1"/>
                </a:cxn>
                <a:cxn ang="0">
                  <a:pos x="1" y="0"/>
                </a:cxn>
                <a:cxn ang="0">
                  <a:pos x="2" y="0"/>
                </a:cxn>
                <a:cxn ang="0">
                  <a:pos x="3" y="1"/>
                </a:cxn>
                <a:cxn ang="0">
                  <a:pos x="4" y="1"/>
                </a:cxn>
                <a:cxn ang="0">
                  <a:pos x="5" y="3"/>
                </a:cxn>
                <a:cxn ang="0">
                  <a:pos x="4" y="4"/>
                </a:cxn>
              </a:cxnLst>
              <a:rect l="0" t="0" r="r" b="b"/>
              <a:pathLst>
                <a:path w="5" h="4">
                  <a:moveTo>
                    <a:pt x="4" y="4"/>
                  </a:moveTo>
                  <a:cubicBezTo>
                    <a:pt x="3" y="4"/>
                    <a:pt x="3" y="3"/>
                    <a:pt x="3" y="3"/>
                  </a:cubicBezTo>
                  <a:cubicBezTo>
                    <a:pt x="3" y="3"/>
                    <a:pt x="2" y="3"/>
                    <a:pt x="2" y="3"/>
                  </a:cubicBezTo>
                  <a:cubicBezTo>
                    <a:pt x="1" y="3"/>
                    <a:pt x="1" y="3"/>
                    <a:pt x="0" y="3"/>
                  </a:cubicBezTo>
                  <a:cubicBezTo>
                    <a:pt x="0" y="2"/>
                    <a:pt x="0" y="2"/>
                    <a:pt x="0" y="1"/>
                  </a:cubicBezTo>
                  <a:cubicBezTo>
                    <a:pt x="0" y="1"/>
                    <a:pt x="0" y="0"/>
                    <a:pt x="1" y="0"/>
                  </a:cubicBezTo>
                  <a:cubicBezTo>
                    <a:pt x="1" y="0"/>
                    <a:pt x="2" y="0"/>
                    <a:pt x="2" y="0"/>
                  </a:cubicBezTo>
                  <a:cubicBezTo>
                    <a:pt x="2" y="0"/>
                    <a:pt x="3" y="1"/>
                    <a:pt x="3" y="1"/>
                  </a:cubicBezTo>
                  <a:cubicBezTo>
                    <a:pt x="3" y="1"/>
                    <a:pt x="4" y="1"/>
                    <a:pt x="4" y="1"/>
                  </a:cubicBezTo>
                  <a:cubicBezTo>
                    <a:pt x="5" y="2"/>
                    <a:pt x="5" y="2"/>
                    <a:pt x="5" y="3"/>
                  </a:cubicBezTo>
                  <a:cubicBezTo>
                    <a:pt x="4" y="3"/>
                    <a:pt x="4" y="4"/>
                    <a:pt x="4"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2" name="Freeform 252"/>
            <p:cNvSpPr>
              <a:spLocks/>
            </p:cNvSpPr>
            <p:nvPr/>
          </p:nvSpPr>
          <p:spPr bwMode="auto">
            <a:xfrm>
              <a:off x="1731963" y="590550"/>
              <a:ext cx="15875" cy="9525"/>
            </a:xfrm>
            <a:custGeom>
              <a:avLst/>
              <a:gdLst/>
              <a:ahLst/>
              <a:cxnLst>
                <a:cxn ang="0">
                  <a:pos x="7" y="4"/>
                </a:cxn>
                <a:cxn ang="0">
                  <a:pos x="4" y="5"/>
                </a:cxn>
                <a:cxn ang="0">
                  <a:pos x="2" y="5"/>
                </a:cxn>
                <a:cxn ang="0">
                  <a:pos x="1" y="5"/>
                </a:cxn>
                <a:cxn ang="0">
                  <a:pos x="0" y="3"/>
                </a:cxn>
                <a:cxn ang="0">
                  <a:pos x="2" y="3"/>
                </a:cxn>
                <a:cxn ang="0">
                  <a:pos x="4" y="2"/>
                </a:cxn>
                <a:cxn ang="0">
                  <a:pos x="5" y="1"/>
                </a:cxn>
                <a:cxn ang="0">
                  <a:pos x="7" y="1"/>
                </a:cxn>
                <a:cxn ang="0">
                  <a:pos x="8" y="2"/>
                </a:cxn>
                <a:cxn ang="0">
                  <a:pos x="7" y="4"/>
                </a:cxn>
              </a:cxnLst>
              <a:rect l="0" t="0" r="r" b="b"/>
              <a:pathLst>
                <a:path w="8" h="5">
                  <a:moveTo>
                    <a:pt x="7" y="4"/>
                  </a:moveTo>
                  <a:cubicBezTo>
                    <a:pt x="6" y="4"/>
                    <a:pt x="4" y="4"/>
                    <a:pt x="4" y="5"/>
                  </a:cubicBezTo>
                  <a:cubicBezTo>
                    <a:pt x="3" y="5"/>
                    <a:pt x="2" y="5"/>
                    <a:pt x="2" y="5"/>
                  </a:cubicBezTo>
                  <a:cubicBezTo>
                    <a:pt x="2" y="5"/>
                    <a:pt x="1" y="5"/>
                    <a:pt x="1" y="5"/>
                  </a:cubicBezTo>
                  <a:cubicBezTo>
                    <a:pt x="0" y="5"/>
                    <a:pt x="0" y="4"/>
                    <a:pt x="0" y="3"/>
                  </a:cubicBezTo>
                  <a:cubicBezTo>
                    <a:pt x="1" y="3"/>
                    <a:pt x="2" y="3"/>
                    <a:pt x="2" y="3"/>
                  </a:cubicBezTo>
                  <a:cubicBezTo>
                    <a:pt x="3" y="3"/>
                    <a:pt x="4" y="3"/>
                    <a:pt x="4" y="2"/>
                  </a:cubicBezTo>
                  <a:cubicBezTo>
                    <a:pt x="4" y="2"/>
                    <a:pt x="5" y="1"/>
                    <a:pt x="5" y="1"/>
                  </a:cubicBezTo>
                  <a:cubicBezTo>
                    <a:pt x="6" y="1"/>
                    <a:pt x="7" y="0"/>
                    <a:pt x="7" y="1"/>
                  </a:cubicBezTo>
                  <a:cubicBezTo>
                    <a:pt x="8" y="1"/>
                    <a:pt x="8" y="2"/>
                    <a:pt x="8" y="2"/>
                  </a:cubicBezTo>
                  <a:cubicBezTo>
                    <a:pt x="8" y="3"/>
                    <a:pt x="7" y="4"/>
                    <a:pt x="7"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3" name="Freeform 253"/>
            <p:cNvSpPr>
              <a:spLocks/>
            </p:cNvSpPr>
            <p:nvPr/>
          </p:nvSpPr>
          <p:spPr bwMode="auto">
            <a:xfrm>
              <a:off x="1709738" y="558800"/>
              <a:ext cx="36513" cy="34925"/>
            </a:xfrm>
            <a:custGeom>
              <a:avLst/>
              <a:gdLst/>
              <a:ahLst/>
              <a:cxnLst>
                <a:cxn ang="0">
                  <a:pos x="10" y="18"/>
                </a:cxn>
                <a:cxn ang="0">
                  <a:pos x="6" y="15"/>
                </a:cxn>
                <a:cxn ang="0">
                  <a:pos x="2" y="11"/>
                </a:cxn>
                <a:cxn ang="0">
                  <a:pos x="1" y="9"/>
                </a:cxn>
                <a:cxn ang="0">
                  <a:pos x="1" y="6"/>
                </a:cxn>
                <a:cxn ang="0">
                  <a:pos x="2" y="4"/>
                </a:cxn>
                <a:cxn ang="0">
                  <a:pos x="4" y="1"/>
                </a:cxn>
                <a:cxn ang="0">
                  <a:pos x="7" y="1"/>
                </a:cxn>
                <a:cxn ang="0">
                  <a:pos x="8" y="3"/>
                </a:cxn>
                <a:cxn ang="0">
                  <a:pos x="9" y="5"/>
                </a:cxn>
                <a:cxn ang="0">
                  <a:pos x="11" y="6"/>
                </a:cxn>
                <a:cxn ang="0">
                  <a:pos x="13" y="5"/>
                </a:cxn>
                <a:cxn ang="0">
                  <a:pos x="15" y="4"/>
                </a:cxn>
                <a:cxn ang="0">
                  <a:pos x="16" y="4"/>
                </a:cxn>
                <a:cxn ang="0">
                  <a:pos x="18" y="5"/>
                </a:cxn>
                <a:cxn ang="0">
                  <a:pos x="19" y="6"/>
                </a:cxn>
                <a:cxn ang="0">
                  <a:pos x="18" y="7"/>
                </a:cxn>
                <a:cxn ang="0">
                  <a:pos x="16" y="8"/>
                </a:cxn>
                <a:cxn ang="0">
                  <a:pos x="16" y="10"/>
                </a:cxn>
                <a:cxn ang="0">
                  <a:pos x="17" y="12"/>
                </a:cxn>
                <a:cxn ang="0">
                  <a:pos x="17" y="14"/>
                </a:cxn>
                <a:cxn ang="0">
                  <a:pos x="16" y="16"/>
                </a:cxn>
                <a:cxn ang="0">
                  <a:pos x="13" y="18"/>
                </a:cxn>
                <a:cxn ang="0">
                  <a:pos x="12" y="18"/>
                </a:cxn>
                <a:cxn ang="0">
                  <a:pos x="10" y="18"/>
                </a:cxn>
              </a:cxnLst>
              <a:rect l="0" t="0" r="r" b="b"/>
              <a:pathLst>
                <a:path w="19" h="18">
                  <a:moveTo>
                    <a:pt x="10" y="18"/>
                  </a:moveTo>
                  <a:cubicBezTo>
                    <a:pt x="9" y="17"/>
                    <a:pt x="7" y="16"/>
                    <a:pt x="6" y="15"/>
                  </a:cubicBezTo>
                  <a:cubicBezTo>
                    <a:pt x="5" y="14"/>
                    <a:pt x="3" y="12"/>
                    <a:pt x="2" y="11"/>
                  </a:cubicBezTo>
                  <a:cubicBezTo>
                    <a:pt x="2" y="10"/>
                    <a:pt x="1" y="9"/>
                    <a:pt x="1" y="9"/>
                  </a:cubicBezTo>
                  <a:cubicBezTo>
                    <a:pt x="0" y="8"/>
                    <a:pt x="0" y="6"/>
                    <a:pt x="1" y="6"/>
                  </a:cubicBezTo>
                  <a:cubicBezTo>
                    <a:pt x="1" y="5"/>
                    <a:pt x="2" y="4"/>
                    <a:pt x="2" y="4"/>
                  </a:cubicBezTo>
                  <a:cubicBezTo>
                    <a:pt x="3" y="3"/>
                    <a:pt x="4" y="2"/>
                    <a:pt x="4" y="1"/>
                  </a:cubicBezTo>
                  <a:cubicBezTo>
                    <a:pt x="5" y="1"/>
                    <a:pt x="6" y="0"/>
                    <a:pt x="7" y="1"/>
                  </a:cubicBezTo>
                  <a:cubicBezTo>
                    <a:pt x="7" y="1"/>
                    <a:pt x="8" y="2"/>
                    <a:pt x="8" y="3"/>
                  </a:cubicBezTo>
                  <a:cubicBezTo>
                    <a:pt x="9" y="3"/>
                    <a:pt x="9" y="4"/>
                    <a:pt x="9" y="5"/>
                  </a:cubicBezTo>
                  <a:cubicBezTo>
                    <a:pt x="9" y="5"/>
                    <a:pt x="11" y="6"/>
                    <a:pt x="11" y="6"/>
                  </a:cubicBezTo>
                  <a:cubicBezTo>
                    <a:pt x="12" y="6"/>
                    <a:pt x="13" y="6"/>
                    <a:pt x="13" y="5"/>
                  </a:cubicBezTo>
                  <a:cubicBezTo>
                    <a:pt x="14" y="5"/>
                    <a:pt x="14" y="4"/>
                    <a:pt x="15" y="4"/>
                  </a:cubicBezTo>
                  <a:cubicBezTo>
                    <a:pt x="15" y="4"/>
                    <a:pt x="16" y="4"/>
                    <a:pt x="16" y="4"/>
                  </a:cubicBezTo>
                  <a:cubicBezTo>
                    <a:pt x="17" y="4"/>
                    <a:pt x="18" y="4"/>
                    <a:pt x="18" y="5"/>
                  </a:cubicBezTo>
                  <a:cubicBezTo>
                    <a:pt x="19" y="5"/>
                    <a:pt x="19" y="6"/>
                    <a:pt x="19" y="6"/>
                  </a:cubicBezTo>
                  <a:cubicBezTo>
                    <a:pt x="19" y="7"/>
                    <a:pt x="18" y="7"/>
                    <a:pt x="18" y="7"/>
                  </a:cubicBezTo>
                  <a:cubicBezTo>
                    <a:pt x="17" y="7"/>
                    <a:pt x="16" y="7"/>
                    <a:pt x="16" y="8"/>
                  </a:cubicBezTo>
                  <a:cubicBezTo>
                    <a:pt x="16" y="8"/>
                    <a:pt x="16" y="10"/>
                    <a:pt x="16" y="10"/>
                  </a:cubicBezTo>
                  <a:cubicBezTo>
                    <a:pt x="16" y="11"/>
                    <a:pt x="17" y="12"/>
                    <a:pt x="17" y="12"/>
                  </a:cubicBezTo>
                  <a:cubicBezTo>
                    <a:pt x="17" y="13"/>
                    <a:pt x="17" y="13"/>
                    <a:pt x="17" y="14"/>
                  </a:cubicBezTo>
                  <a:cubicBezTo>
                    <a:pt x="17" y="14"/>
                    <a:pt x="17" y="16"/>
                    <a:pt x="16" y="16"/>
                  </a:cubicBezTo>
                  <a:cubicBezTo>
                    <a:pt x="16" y="17"/>
                    <a:pt x="14" y="18"/>
                    <a:pt x="13" y="18"/>
                  </a:cubicBezTo>
                  <a:cubicBezTo>
                    <a:pt x="13" y="18"/>
                    <a:pt x="12" y="18"/>
                    <a:pt x="12" y="18"/>
                  </a:cubicBezTo>
                  <a:cubicBezTo>
                    <a:pt x="11" y="18"/>
                    <a:pt x="10" y="18"/>
                    <a:pt x="10" y="1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4" name="Freeform 254"/>
            <p:cNvSpPr>
              <a:spLocks/>
            </p:cNvSpPr>
            <p:nvPr/>
          </p:nvSpPr>
          <p:spPr bwMode="auto">
            <a:xfrm>
              <a:off x="1747838" y="574675"/>
              <a:ext cx="11113" cy="19050"/>
            </a:xfrm>
            <a:custGeom>
              <a:avLst/>
              <a:gdLst/>
              <a:ahLst/>
              <a:cxnLst>
                <a:cxn ang="0">
                  <a:pos x="4" y="10"/>
                </a:cxn>
                <a:cxn ang="0">
                  <a:pos x="4" y="8"/>
                </a:cxn>
                <a:cxn ang="0">
                  <a:pos x="5" y="5"/>
                </a:cxn>
                <a:cxn ang="0">
                  <a:pos x="6" y="3"/>
                </a:cxn>
                <a:cxn ang="0">
                  <a:pos x="6" y="1"/>
                </a:cxn>
                <a:cxn ang="0">
                  <a:pos x="4" y="0"/>
                </a:cxn>
                <a:cxn ang="0">
                  <a:pos x="2" y="0"/>
                </a:cxn>
                <a:cxn ang="0">
                  <a:pos x="1" y="3"/>
                </a:cxn>
                <a:cxn ang="0">
                  <a:pos x="1" y="6"/>
                </a:cxn>
                <a:cxn ang="0">
                  <a:pos x="2" y="8"/>
                </a:cxn>
                <a:cxn ang="0">
                  <a:pos x="3" y="10"/>
                </a:cxn>
                <a:cxn ang="0">
                  <a:pos x="4" y="10"/>
                </a:cxn>
              </a:cxnLst>
              <a:rect l="0" t="0" r="r" b="b"/>
              <a:pathLst>
                <a:path w="6" h="10">
                  <a:moveTo>
                    <a:pt x="4" y="10"/>
                  </a:moveTo>
                  <a:cubicBezTo>
                    <a:pt x="4" y="10"/>
                    <a:pt x="4" y="9"/>
                    <a:pt x="4" y="8"/>
                  </a:cubicBezTo>
                  <a:cubicBezTo>
                    <a:pt x="4" y="7"/>
                    <a:pt x="4" y="6"/>
                    <a:pt x="5" y="5"/>
                  </a:cubicBezTo>
                  <a:cubicBezTo>
                    <a:pt x="5" y="5"/>
                    <a:pt x="6" y="4"/>
                    <a:pt x="6" y="3"/>
                  </a:cubicBezTo>
                  <a:cubicBezTo>
                    <a:pt x="6" y="3"/>
                    <a:pt x="6" y="2"/>
                    <a:pt x="6" y="1"/>
                  </a:cubicBezTo>
                  <a:cubicBezTo>
                    <a:pt x="5" y="1"/>
                    <a:pt x="4" y="0"/>
                    <a:pt x="4" y="0"/>
                  </a:cubicBezTo>
                  <a:cubicBezTo>
                    <a:pt x="3" y="0"/>
                    <a:pt x="2" y="0"/>
                    <a:pt x="2" y="0"/>
                  </a:cubicBezTo>
                  <a:cubicBezTo>
                    <a:pt x="1" y="0"/>
                    <a:pt x="1" y="2"/>
                    <a:pt x="1" y="3"/>
                  </a:cubicBezTo>
                  <a:cubicBezTo>
                    <a:pt x="0" y="3"/>
                    <a:pt x="0" y="5"/>
                    <a:pt x="1" y="6"/>
                  </a:cubicBezTo>
                  <a:cubicBezTo>
                    <a:pt x="1" y="6"/>
                    <a:pt x="2" y="7"/>
                    <a:pt x="2" y="8"/>
                  </a:cubicBezTo>
                  <a:cubicBezTo>
                    <a:pt x="2" y="8"/>
                    <a:pt x="2" y="9"/>
                    <a:pt x="3" y="10"/>
                  </a:cubicBezTo>
                  <a:cubicBezTo>
                    <a:pt x="3" y="10"/>
                    <a:pt x="3" y="10"/>
                    <a:pt x="4" y="1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5" name="Freeform 255"/>
            <p:cNvSpPr>
              <a:spLocks/>
            </p:cNvSpPr>
            <p:nvPr/>
          </p:nvSpPr>
          <p:spPr bwMode="auto">
            <a:xfrm>
              <a:off x="1720851" y="485775"/>
              <a:ext cx="47625" cy="61913"/>
            </a:xfrm>
            <a:custGeom>
              <a:avLst/>
              <a:gdLst/>
              <a:ahLst/>
              <a:cxnLst>
                <a:cxn ang="0">
                  <a:pos x="23" y="32"/>
                </a:cxn>
                <a:cxn ang="0">
                  <a:pos x="24" y="31"/>
                </a:cxn>
                <a:cxn ang="0">
                  <a:pos x="24" y="30"/>
                </a:cxn>
                <a:cxn ang="0">
                  <a:pos x="25" y="28"/>
                </a:cxn>
                <a:cxn ang="0">
                  <a:pos x="25" y="26"/>
                </a:cxn>
                <a:cxn ang="0">
                  <a:pos x="23" y="24"/>
                </a:cxn>
                <a:cxn ang="0">
                  <a:pos x="21" y="22"/>
                </a:cxn>
                <a:cxn ang="0">
                  <a:pos x="21" y="18"/>
                </a:cxn>
                <a:cxn ang="0">
                  <a:pos x="19" y="15"/>
                </a:cxn>
                <a:cxn ang="0">
                  <a:pos x="17" y="14"/>
                </a:cxn>
                <a:cxn ang="0">
                  <a:pos x="16" y="15"/>
                </a:cxn>
                <a:cxn ang="0">
                  <a:pos x="15" y="14"/>
                </a:cxn>
                <a:cxn ang="0">
                  <a:pos x="13" y="12"/>
                </a:cxn>
                <a:cxn ang="0">
                  <a:pos x="11" y="11"/>
                </a:cxn>
                <a:cxn ang="0">
                  <a:pos x="10" y="10"/>
                </a:cxn>
                <a:cxn ang="0">
                  <a:pos x="11" y="9"/>
                </a:cxn>
                <a:cxn ang="0">
                  <a:pos x="13" y="7"/>
                </a:cxn>
                <a:cxn ang="0">
                  <a:pos x="12" y="5"/>
                </a:cxn>
                <a:cxn ang="0">
                  <a:pos x="11" y="5"/>
                </a:cxn>
                <a:cxn ang="0">
                  <a:pos x="11" y="4"/>
                </a:cxn>
                <a:cxn ang="0">
                  <a:pos x="13" y="4"/>
                </a:cxn>
                <a:cxn ang="0">
                  <a:pos x="14" y="3"/>
                </a:cxn>
                <a:cxn ang="0">
                  <a:pos x="13" y="1"/>
                </a:cxn>
                <a:cxn ang="0">
                  <a:pos x="11" y="0"/>
                </a:cxn>
                <a:cxn ang="0">
                  <a:pos x="9" y="2"/>
                </a:cxn>
                <a:cxn ang="0">
                  <a:pos x="8" y="5"/>
                </a:cxn>
                <a:cxn ang="0">
                  <a:pos x="7" y="6"/>
                </a:cxn>
                <a:cxn ang="0">
                  <a:pos x="5" y="7"/>
                </a:cxn>
                <a:cxn ang="0">
                  <a:pos x="4" y="8"/>
                </a:cxn>
                <a:cxn ang="0">
                  <a:pos x="2" y="9"/>
                </a:cxn>
                <a:cxn ang="0">
                  <a:pos x="1" y="8"/>
                </a:cxn>
                <a:cxn ang="0">
                  <a:pos x="0" y="8"/>
                </a:cxn>
                <a:cxn ang="0">
                  <a:pos x="0" y="9"/>
                </a:cxn>
                <a:cxn ang="0">
                  <a:pos x="2" y="12"/>
                </a:cxn>
                <a:cxn ang="0">
                  <a:pos x="3" y="14"/>
                </a:cxn>
                <a:cxn ang="0">
                  <a:pos x="4" y="17"/>
                </a:cxn>
                <a:cxn ang="0">
                  <a:pos x="4" y="20"/>
                </a:cxn>
                <a:cxn ang="0">
                  <a:pos x="6" y="22"/>
                </a:cxn>
                <a:cxn ang="0">
                  <a:pos x="7" y="24"/>
                </a:cxn>
                <a:cxn ang="0">
                  <a:pos x="8" y="25"/>
                </a:cxn>
                <a:cxn ang="0">
                  <a:pos x="10" y="24"/>
                </a:cxn>
                <a:cxn ang="0">
                  <a:pos x="10" y="23"/>
                </a:cxn>
                <a:cxn ang="0">
                  <a:pos x="11" y="23"/>
                </a:cxn>
                <a:cxn ang="0">
                  <a:pos x="13" y="23"/>
                </a:cxn>
                <a:cxn ang="0">
                  <a:pos x="14" y="23"/>
                </a:cxn>
                <a:cxn ang="0">
                  <a:pos x="13" y="21"/>
                </a:cxn>
                <a:cxn ang="0">
                  <a:pos x="12" y="20"/>
                </a:cxn>
                <a:cxn ang="0">
                  <a:pos x="11" y="19"/>
                </a:cxn>
                <a:cxn ang="0">
                  <a:pos x="12" y="18"/>
                </a:cxn>
                <a:cxn ang="0">
                  <a:pos x="14" y="19"/>
                </a:cxn>
                <a:cxn ang="0">
                  <a:pos x="15" y="20"/>
                </a:cxn>
                <a:cxn ang="0">
                  <a:pos x="17" y="22"/>
                </a:cxn>
                <a:cxn ang="0">
                  <a:pos x="18" y="24"/>
                </a:cxn>
                <a:cxn ang="0">
                  <a:pos x="20" y="26"/>
                </a:cxn>
                <a:cxn ang="0">
                  <a:pos x="20" y="28"/>
                </a:cxn>
                <a:cxn ang="0">
                  <a:pos x="19" y="30"/>
                </a:cxn>
                <a:cxn ang="0">
                  <a:pos x="19" y="32"/>
                </a:cxn>
                <a:cxn ang="0">
                  <a:pos x="21" y="33"/>
                </a:cxn>
                <a:cxn ang="0">
                  <a:pos x="23" y="32"/>
                </a:cxn>
              </a:cxnLst>
              <a:rect l="0" t="0" r="r" b="b"/>
              <a:pathLst>
                <a:path w="25" h="33">
                  <a:moveTo>
                    <a:pt x="23" y="32"/>
                  </a:moveTo>
                  <a:cubicBezTo>
                    <a:pt x="23" y="32"/>
                    <a:pt x="23" y="32"/>
                    <a:pt x="24" y="31"/>
                  </a:cubicBezTo>
                  <a:cubicBezTo>
                    <a:pt x="24" y="31"/>
                    <a:pt x="24" y="30"/>
                    <a:pt x="24" y="30"/>
                  </a:cubicBezTo>
                  <a:cubicBezTo>
                    <a:pt x="24" y="29"/>
                    <a:pt x="25" y="29"/>
                    <a:pt x="25" y="28"/>
                  </a:cubicBezTo>
                  <a:cubicBezTo>
                    <a:pt x="25" y="28"/>
                    <a:pt x="25" y="26"/>
                    <a:pt x="25" y="26"/>
                  </a:cubicBezTo>
                  <a:cubicBezTo>
                    <a:pt x="25" y="25"/>
                    <a:pt x="24" y="24"/>
                    <a:pt x="23" y="24"/>
                  </a:cubicBezTo>
                  <a:cubicBezTo>
                    <a:pt x="23" y="23"/>
                    <a:pt x="22" y="23"/>
                    <a:pt x="21" y="22"/>
                  </a:cubicBezTo>
                  <a:cubicBezTo>
                    <a:pt x="21" y="21"/>
                    <a:pt x="22" y="19"/>
                    <a:pt x="21" y="18"/>
                  </a:cubicBezTo>
                  <a:cubicBezTo>
                    <a:pt x="21" y="17"/>
                    <a:pt x="20" y="16"/>
                    <a:pt x="19" y="15"/>
                  </a:cubicBezTo>
                  <a:cubicBezTo>
                    <a:pt x="19" y="15"/>
                    <a:pt x="18" y="14"/>
                    <a:pt x="17" y="14"/>
                  </a:cubicBezTo>
                  <a:cubicBezTo>
                    <a:pt x="17" y="14"/>
                    <a:pt x="16" y="15"/>
                    <a:pt x="16" y="15"/>
                  </a:cubicBezTo>
                  <a:cubicBezTo>
                    <a:pt x="16" y="15"/>
                    <a:pt x="15" y="15"/>
                    <a:pt x="15" y="14"/>
                  </a:cubicBezTo>
                  <a:cubicBezTo>
                    <a:pt x="14" y="14"/>
                    <a:pt x="13" y="13"/>
                    <a:pt x="13" y="12"/>
                  </a:cubicBezTo>
                  <a:cubicBezTo>
                    <a:pt x="12" y="12"/>
                    <a:pt x="11" y="11"/>
                    <a:pt x="11" y="11"/>
                  </a:cubicBezTo>
                  <a:cubicBezTo>
                    <a:pt x="11" y="11"/>
                    <a:pt x="10" y="10"/>
                    <a:pt x="10" y="10"/>
                  </a:cubicBezTo>
                  <a:cubicBezTo>
                    <a:pt x="10" y="10"/>
                    <a:pt x="11" y="9"/>
                    <a:pt x="11" y="9"/>
                  </a:cubicBezTo>
                  <a:cubicBezTo>
                    <a:pt x="12" y="8"/>
                    <a:pt x="13" y="8"/>
                    <a:pt x="13" y="7"/>
                  </a:cubicBezTo>
                  <a:cubicBezTo>
                    <a:pt x="13" y="7"/>
                    <a:pt x="12" y="5"/>
                    <a:pt x="12" y="5"/>
                  </a:cubicBezTo>
                  <a:cubicBezTo>
                    <a:pt x="12" y="5"/>
                    <a:pt x="11" y="5"/>
                    <a:pt x="11" y="5"/>
                  </a:cubicBezTo>
                  <a:cubicBezTo>
                    <a:pt x="10" y="5"/>
                    <a:pt x="11" y="4"/>
                    <a:pt x="11" y="4"/>
                  </a:cubicBezTo>
                  <a:cubicBezTo>
                    <a:pt x="12" y="4"/>
                    <a:pt x="12" y="4"/>
                    <a:pt x="13" y="4"/>
                  </a:cubicBezTo>
                  <a:cubicBezTo>
                    <a:pt x="13" y="4"/>
                    <a:pt x="14" y="3"/>
                    <a:pt x="14" y="3"/>
                  </a:cubicBezTo>
                  <a:cubicBezTo>
                    <a:pt x="14" y="2"/>
                    <a:pt x="13" y="1"/>
                    <a:pt x="13" y="1"/>
                  </a:cubicBezTo>
                  <a:cubicBezTo>
                    <a:pt x="13" y="0"/>
                    <a:pt x="11" y="0"/>
                    <a:pt x="11" y="0"/>
                  </a:cubicBezTo>
                  <a:cubicBezTo>
                    <a:pt x="10" y="0"/>
                    <a:pt x="9" y="1"/>
                    <a:pt x="9" y="2"/>
                  </a:cubicBezTo>
                  <a:cubicBezTo>
                    <a:pt x="8" y="2"/>
                    <a:pt x="8" y="4"/>
                    <a:pt x="8" y="5"/>
                  </a:cubicBezTo>
                  <a:cubicBezTo>
                    <a:pt x="8" y="5"/>
                    <a:pt x="8" y="6"/>
                    <a:pt x="7" y="6"/>
                  </a:cubicBezTo>
                  <a:cubicBezTo>
                    <a:pt x="7" y="7"/>
                    <a:pt x="5" y="6"/>
                    <a:pt x="5" y="7"/>
                  </a:cubicBezTo>
                  <a:cubicBezTo>
                    <a:pt x="4" y="7"/>
                    <a:pt x="4" y="8"/>
                    <a:pt x="4" y="8"/>
                  </a:cubicBezTo>
                  <a:cubicBezTo>
                    <a:pt x="3" y="8"/>
                    <a:pt x="3" y="9"/>
                    <a:pt x="2" y="9"/>
                  </a:cubicBezTo>
                  <a:cubicBezTo>
                    <a:pt x="2" y="9"/>
                    <a:pt x="1" y="8"/>
                    <a:pt x="1" y="8"/>
                  </a:cubicBezTo>
                  <a:cubicBezTo>
                    <a:pt x="1" y="8"/>
                    <a:pt x="0" y="8"/>
                    <a:pt x="0" y="8"/>
                  </a:cubicBezTo>
                  <a:cubicBezTo>
                    <a:pt x="0" y="8"/>
                    <a:pt x="0" y="9"/>
                    <a:pt x="0" y="9"/>
                  </a:cubicBezTo>
                  <a:cubicBezTo>
                    <a:pt x="0" y="10"/>
                    <a:pt x="1" y="11"/>
                    <a:pt x="2" y="12"/>
                  </a:cubicBezTo>
                  <a:cubicBezTo>
                    <a:pt x="2" y="12"/>
                    <a:pt x="3" y="14"/>
                    <a:pt x="3" y="14"/>
                  </a:cubicBezTo>
                  <a:cubicBezTo>
                    <a:pt x="4" y="15"/>
                    <a:pt x="4" y="16"/>
                    <a:pt x="4" y="17"/>
                  </a:cubicBezTo>
                  <a:cubicBezTo>
                    <a:pt x="4" y="18"/>
                    <a:pt x="4" y="20"/>
                    <a:pt x="4" y="20"/>
                  </a:cubicBezTo>
                  <a:cubicBezTo>
                    <a:pt x="5" y="21"/>
                    <a:pt x="6" y="22"/>
                    <a:pt x="6" y="22"/>
                  </a:cubicBezTo>
                  <a:cubicBezTo>
                    <a:pt x="6" y="23"/>
                    <a:pt x="7" y="24"/>
                    <a:pt x="7" y="24"/>
                  </a:cubicBezTo>
                  <a:cubicBezTo>
                    <a:pt x="7" y="24"/>
                    <a:pt x="8" y="25"/>
                    <a:pt x="8" y="25"/>
                  </a:cubicBezTo>
                  <a:cubicBezTo>
                    <a:pt x="9" y="25"/>
                    <a:pt x="9" y="24"/>
                    <a:pt x="10" y="24"/>
                  </a:cubicBezTo>
                  <a:cubicBezTo>
                    <a:pt x="10" y="24"/>
                    <a:pt x="10" y="23"/>
                    <a:pt x="10" y="23"/>
                  </a:cubicBezTo>
                  <a:cubicBezTo>
                    <a:pt x="10" y="23"/>
                    <a:pt x="11" y="23"/>
                    <a:pt x="11" y="23"/>
                  </a:cubicBezTo>
                  <a:cubicBezTo>
                    <a:pt x="12" y="23"/>
                    <a:pt x="13" y="23"/>
                    <a:pt x="13" y="23"/>
                  </a:cubicBezTo>
                  <a:cubicBezTo>
                    <a:pt x="13" y="23"/>
                    <a:pt x="14" y="23"/>
                    <a:pt x="14" y="23"/>
                  </a:cubicBezTo>
                  <a:cubicBezTo>
                    <a:pt x="14" y="22"/>
                    <a:pt x="13" y="22"/>
                    <a:pt x="13" y="21"/>
                  </a:cubicBezTo>
                  <a:cubicBezTo>
                    <a:pt x="13" y="21"/>
                    <a:pt x="12" y="20"/>
                    <a:pt x="12" y="20"/>
                  </a:cubicBezTo>
                  <a:cubicBezTo>
                    <a:pt x="11" y="20"/>
                    <a:pt x="11" y="19"/>
                    <a:pt x="11" y="19"/>
                  </a:cubicBezTo>
                  <a:cubicBezTo>
                    <a:pt x="11" y="19"/>
                    <a:pt x="11" y="18"/>
                    <a:pt x="12" y="18"/>
                  </a:cubicBezTo>
                  <a:cubicBezTo>
                    <a:pt x="12" y="18"/>
                    <a:pt x="13" y="18"/>
                    <a:pt x="14" y="19"/>
                  </a:cubicBezTo>
                  <a:cubicBezTo>
                    <a:pt x="14" y="19"/>
                    <a:pt x="15" y="19"/>
                    <a:pt x="15" y="20"/>
                  </a:cubicBezTo>
                  <a:cubicBezTo>
                    <a:pt x="16" y="20"/>
                    <a:pt x="17" y="21"/>
                    <a:pt x="17" y="22"/>
                  </a:cubicBezTo>
                  <a:cubicBezTo>
                    <a:pt x="18" y="22"/>
                    <a:pt x="18" y="24"/>
                    <a:pt x="18" y="24"/>
                  </a:cubicBezTo>
                  <a:cubicBezTo>
                    <a:pt x="18" y="25"/>
                    <a:pt x="20" y="26"/>
                    <a:pt x="20" y="26"/>
                  </a:cubicBezTo>
                  <a:cubicBezTo>
                    <a:pt x="20" y="27"/>
                    <a:pt x="20" y="28"/>
                    <a:pt x="20" y="28"/>
                  </a:cubicBezTo>
                  <a:cubicBezTo>
                    <a:pt x="20" y="29"/>
                    <a:pt x="19" y="30"/>
                    <a:pt x="19" y="30"/>
                  </a:cubicBezTo>
                  <a:cubicBezTo>
                    <a:pt x="19" y="30"/>
                    <a:pt x="19" y="31"/>
                    <a:pt x="19" y="32"/>
                  </a:cubicBezTo>
                  <a:cubicBezTo>
                    <a:pt x="20" y="32"/>
                    <a:pt x="20" y="33"/>
                    <a:pt x="21" y="33"/>
                  </a:cubicBezTo>
                  <a:cubicBezTo>
                    <a:pt x="21" y="33"/>
                    <a:pt x="22" y="33"/>
                    <a:pt x="23" y="3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6" name="Freeform 256"/>
            <p:cNvSpPr>
              <a:spLocks/>
            </p:cNvSpPr>
            <p:nvPr/>
          </p:nvSpPr>
          <p:spPr bwMode="auto">
            <a:xfrm>
              <a:off x="1774826" y="536575"/>
              <a:ext cx="20638" cy="50800"/>
            </a:xfrm>
            <a:custGeom>
              <a:avLst/>
              <a:gdLst/>
              <a:ahLst/>
              <a:cxnLst>
                <a:cxn ang="0">
                  <a:pos x="11" y="25"/>
                </a:cxn>
                <a:cxn ang="0">
                  <a:pos x="8" y="25"/>
                </a:cxn>
                <a:cxn ang="0">
                  <a:pos x="8" y="27"/>
                </a:cxn>
                <a:cxn ang="0">
                  <a:pos x="6" y="27"/>
                </a:cxn>
                <a:cxn ang="0">
                  <a:pos x="5" y="24"/>
                </a:cxn>
                <a:cxn ang="0">
                  <a:pos x="4" y="20"/>
                </a:cxn>
                <a:cxn ang="0">
                  <a:pos x="3" y="19"/>
                </a:cxn>
                <a:cxn ang="0">
                  <a:pos x="2" y="19"/>
                </a:cxn>
                <a:cxn ang="0">
                  <a:pos x="0" y="18"/>
                </a:cxn>
                <a:cxn ang="0">
                  <a:pos x="0" y="15"/>
                </a:cxn>
                <a:cxn ang="0">
                  <a:pos x="2" y="14"/>
                </a:cxn>
                <a:cxn ang="0">
                  <a:pos x="3" y="16"/>
                </a:cxn>
                <a:cxn ang="0">
                  <a:pos x="4" y="16"/>
                </a:cxn>
                <a:cxn ang="0">
                  <a:pos x="6" y="13"/>
                </a:cxn>
                <a:cxn ang="0">
                  <a:pos x="5" y="11"/>
                </a:cxn>
                <a:cxn ang="0">
                  <a:pos x="4" y="8"/>
                </a:cxn>
                <a:cxn ang="0">
                  <a:pos x="5" y="4"/>
                </a:cxn>
                <a:cxn ang="0">
                  <a:pos x="7" y="1"/>
                </a:cxn>
                <a:cxn ang="0">
                  <a:pos x="8" y="1"/>
                </a:cxn>
                <a:cxn ang="0">
                  <a:pos x="8" y="3"/>
                </a:cxn>
                <a:cxn ang="0">
                  <a:pos x="9" y="5"/>
                </a:cxn>
                <a:cxn ang="0">
                  <a:pos x="11" y="6"/>
                </a:cxn>
                <a:cxn ang="0">
                  <a:pos x="11" y="8"/>
                </a:cxn>
                <a:cxn ang="0">
                  <a:pos x="9" y="9"/>
                </a:cxn>
                <a:cxn ang="0">
                  <a:pos x="8" y="12"/>
                </a:cxn>
                <a:cxn ang="0">
                  <a:pos x="8" y="16"/>
                </a:cxn>
                <a:cxn ang="0">
                  <a:pos x="10" y="20"/>
                </a:cxn>
                <a:cxn ang="0">
                  <a:pos x="11" y="22"/>
                </a:cxn>
                <a:cxn ang="0">
                  <a:pos x="11" y="24"/>
                </a:cxn>
                <a:cxn ang="0">
                  <a:pos x="11" y="25"/>
                </a:cxn>
              </a:cxnLst>
              <a:rect l="0" t="0" r="r" b="b"/>
              <a:pathLst>
                <a:path w="11" h="27">
                  <a:moveTo>
                    <a:pt x="11" y="25"/>
                  </a:moveTo>
                  <a:cubicBezTo>
                    <a:pt x="10" y="26"/>
                    <a:pt x="9" y="25"/>
                    <a:pt x="8" y="25"/>
                  </a:cubicBezTo>
                  <a:cubicBezTo>
                    <a:pt x="8" y="26"/>
                    <a:pt x="8" y="27"/>
                    <a:pt x="8" y="27"/>
                  </a:cubicBezTo>
                  <a:cubicBezTo>
                    <a:pt x="7" y="27"/>
                    <a:pt x="6" y="27"/>
                    <a:pt x="6" y="27"/>
                  </a:cubicBezTo>
                  <a:cubicBezTo>
                    <a:pt x="5" y="26"/>
                    <a:pt x="5" y="25"/>
                    <a:pt x="5" y="24"/>
                  </a:cubicBezTo>
                  <a:cubicBezTo>
                    <a:pt x="5" y="23"/>
                    <a:pt x="4" y="21"/>
                    <a:pt x="4" y="20"/>
                  </a:cubicBezTo>
                  <a:cubicBezTo>
                    <a:pt x="4" y="20"/>
                    <a:pt x="3" y="19"/>
                    <a:pt x="3" y="19"/>
                  </a:cubicBezTo>
                  <a:cubicBezTo>
                    <a:pt x="2" y="19"/>
                    <a:pt x="2" y="19"/>
                    <a:pt x="2" y="19"/>
                  </a:cubicBezTo>
                  <a:cubicBezTo>
                    <a:pt x="1" y="19"/>
                    <a:pt x="0" y="18"/>
                    <a:pt x="0" y="18"/>
                  </a:cubicBezTo>
                  <a:cubicBezTo>
                    <a:pt x="0" y="17"/>
                    <a:pt x="0" y="16"/>
                    <a:pt x="0" y="15"/>
                  </a:cubicBezTo>
                  <a:cubicBezTo>
                    <a:pt x="0" y="15"/>
                    <a:pt x="1" y="14"/>
                    <a:pt x="2" y="14"/>
                  </a:cubicBezTo>
                  <a:cubicBezTo>
                    <a:pt x="2" y="15"/>
                    <a:pt x="2" y="16"/>
                    <a:pt x="3" y="16"/>
                  </a:cubicBezTo>
                  <a:cubicBezTo>
                    <a:pt x="3" y="17"/>
                    <a:pt x="4" y="16"/>
                    <a:pt x="4" y="16"/>
                  </a:cubicBezTo>
                  <a:cubicBezTo>
                    <a:pt x="5" y="15"/>
                    <a:pt x="5" y="14"/>
                    <a:pt x="6" y="13"/>
                  </a:cubicBezTo>
                  <a:cubicBezTo>
                    <a:pt x="6" y="13"/>
                    <a:pt x="5" y="11"/>
                    <a:pt x="5" y="11"/>
                  </a:cubicBezTo>
                  <a:cubicBezTo>
                    <a:pt x="5" y="10"/>
                    <a:pt x="4" y="8"/>
                    <a:pt x="4" y="8"/>
                  </a:cubicBezTo>
                  <a:cubicBezTo>
                    <a:pt x="4" y="7"/>
                    <a:pt x="4" y="5"/>
                    <a:pt x="5" y="4"/>
                  </a:cubicBezTo>
                  <a:cubicBezTo>
                    <a:pt x="5" y="3"/>
                    <a:pt x="6" y="2"/>
                    <a:pt x="7" y="1"/>
                  </a:cubicBezTo>
                  <a:cubicBezTo>
                    <a:pt x="7" y="1"/>
                    <a:pt x="8" y="0"/>
                    <a:pt x="8" y="1"/>
                  </a:cubicBezTo>
                  <a:cubicBezTo>
                    <a:pt x="9" y="1"/>
                    <a:pt x="8" y="2"/>
                    <a:pt x="8" y="3"/>
                  </a:cubicBezTo>
                  <a:cubicBezTo>
                    <a:pt x="8" y="3"/>
                    <a:pt x="9" y="4"/>
                    <a:pt x="9" y="5"/>
                  </a:cubicBezTo>
                  <a:cubicBezTo>
                    <a:pt x="10" y="5"/>
                    <a:pt x="11" y="5"/>
                    <a:pt x="11" y="6"/>
                  </a:cubicBezTo>
                  <a:cubicBezTo>
                    <a:pt x="11" y="6"/>
                    <a:pt x="11" y="8"/>
                    <a:pt x="11" y="8"/>
                  </a:cubicBezTo>
                  <a:cubicBezTo>
                    <a:pt x="10" y="8"/>
                    <a:pt x="9" y="9"/>
                    <a:pt x="9" y="9"/>
                  </a:cubicBezTo>
                  <a:cubicBezTo>
                    <a:pt x="9" y="10"/>
                    <a:pt x="9" y="11"/>
                    <a:pt x="8" y="12"/>
                  </a:cubicBezTo>
                  <a:cubicBezTo>
                    <a:pt x="8" y="13"/>
                    <a:pt x="8" y="15"/>
                    <a:pt x="8" y="16"/>
                  </a:cubicBezTo>
                  <a:cubicBezTo>
                    <a:pt x="9" y="17"/>
                    <a:pt x="9" y="19"/>
                    <a:pt x="10" y="20"/>
                  </a:cubicBezTo>
                  <a:cubicBezTo>
                    <a:pt x="10" y="20"/>
                    <a:pt x="11" y="21"/>
                    <a:pt x="11" y="22"/>
                  </a:cubicBezTo>
                  <a:cubicBezTo>
                    <a:pt x="11" y="22"/>
                    <a:pt x="11" y="23"/>
                    <a:pt x="11" y="24"/>
                  </a:cubicBezTo>
                  <a:cubicBezTo>
                    <a:pt x="11" y="24"/>
                    <a:pt x="11" y="25"/>
                    <a:pt x="11" y="2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7" name="Freeform 257"/>
            <p:cNvSpPr>
              <a:spLocks/>
            </p:cNvSpPr>
            <p:nvPr/>
          </p:nvSpPr>
          <p:spPr bwMode="auto">
            <a:xfrm>
              <a:off x="1754188" y="476250"/>
              <a:ext cx="7938" cy="28575"/>
            </a:xfrm>
            <a:custGeom>
              <a:avLst/>
              <a:gdLst/>
              <a:ahLst/>
              <a:cxnLst>
                <a:cxn ang="0">
                  <a:pos x="3" y="15"/>
                </a:cxn>
                <a:cxn ang="0">
                  <a:pos x="1" y="13"/>
                </a:cxn>
                <a:cxn ang="0">
                  <a:pos x="0" y="10"/>
                </a:cxn>
                <a:cxn ang="0">
                  <a:pos x="1" y="7"/>
                </a:cxn>
                <a:cxn ang="0">
                  <a:pos x="1" y="3"/>
                </a:cxn>
                <a:cxn ang="0">
                  <a:pos x="2" y="1"/>
                </a:cxn>
                <a:cxn ang="0">
                  <a:pos x="4" y="1"/>
                </a:cxn>
                <a:cxn ang="0">
                  <a:pos x="5" y="2"/>
                </a:cxn>
                <a:cxn ang="0">
                  <a:pos x="4" y="4"/>
                </a:cxn>
                <a:cxn ang="0">
                  <a:pos x="3" y="6"/>
                </a:cxn>
                <a:cxn ang="0">
                  <a:pos x="4" y="8"/>
                </a:cxn>
                <a:cxn ang="0">
                  <a:pos x="4" y="11"/>
                </a:cxn>
                <a:cxn ang="0">
                  <a:pos x="4" y="13"/>
                </a:cxn>
                <a:cxn ang="0">
                  <a:pos x="3" y="15"/>
                </a:cxn>
              </a:cxnLst>
              <a:rect l="0" t="0" r="r" b="b"/>
              <a:pathLst>
                <a:path w="5" h="15">
                  <a:moveTo>
                    <a:pt x="3" y="15"/>
                  </a:moveTo>
                  <a:cubicBezTo>
                    <a:pt x="3" y="15"/>
                    <a:pt x="1" y="14"/>
                    <a:pt x="1" y="13"/>
                  </a:cubicBezTo>
                  <a:cubicBezTo>
                    <a:pt x="1" y="12"/>
                    <a:pt x="0" y="11"/>
                    <a:pt x="0" y="10"/>
                  </a:cubicBezTo>
                  <a:cubicBezTo>
                    <a:pt x="0" y="9"/>
                    <a:pt x="0" y="8"/>
                    <a:pt x="1" y="7"/>
                  </a:cubicBezTo>
                  <a:cubicBezTo>
                    <a:pt x="1" y="6"/>
                    <a:pt x="1" y="4"/>
                    <a:pt x="1" y="3"/>
                  </a:cubicBezTo>
                  <a:cubicBezTo>
                    <a:pt x="1" y="2"/>
                    <a:pt x="2" y="1"/>
                    <a:pt x="2" y="1"/>
                  </a:cubicBezTo>
                  <a:cubicBezTo>
                    <a:pt x="2" y="0"/>
                    <a:pt x="4" y="0"/>
                    <a:pt x="4" y="1"/>
                  </a:cubicBezTo>
                  <a:cubicBezTo>
                    <a:pt x="4" y="1"/>
                    <a:pt x="5" y="2"/>
                    <a:pt x="5" y="2"/>
                  </a:cubicBezTo>
                  <a:cubicBezTo>
                    <a:pt x="5" y="3"/>
                    <a:pt x="4" y="3"/>
                    <a:pt x="4" y="4"/>
                  </a:cubicBezTo>
                  <a:cubicBezTo>
                    <a:pt x="4" y="4"/>
                    <a:pt x="3" y="5"/>
                    <a:pt x="3" y="6"/>
                  </a:cubicBezTo>
                  <a:cubicBezTo>
                    <a:pt x="3" y="7"/>
                    <a:pt x="4" y="8"/>
                    <a:pt x="4" y="8"/>
                  </a:cubicBezTo>
                  <a:cubicBezTo>
                    <a:pt x="4" y="9"/>
                    <a:pt x="4" y="10"/>
                    <a:pt x="4" y="11"/>
                  </a:cubicBezTo>
                  <a:cubicBezTo>
                    <a:pt x="4" y="11"/>
                    <a:pt x="4" y="13"/>
                    <a:pt x="4" y="13"/>
                  </a:cubicBezTo>
                  <a:cubicBezTo>
                    <a:pt x="4" y="14"/>
                    <a:pt x="4" y="14"/>
                    <a:pt x="3" y="1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8" name="Freeform 258"/>
            <p:cNvSpPr>
              <a:spLocks/>
            </p:cNvSpPr>
            <p:nvPr/>
          </p:nvSpPr>
          <p:spPr bwMode="auto">
            <a:xfrm>
              <a:off x="1855788" y="469900"/>
              <a:ext cx="19050" cy="20638"/>
            </a:xfrm>
            <a:custGeom>
              <a:avLst/>
              <a:gdLst/>
              <a:ahLst/>
              <a:cxnLst>
                <a:cxn ang="0">
                  <a:pos x="7" y="3"/>
                </a:cxn>
                <a:cxn ang="0">
                  <a:pos x="9" y="3"/>
                </a:cxn>
                <a:cxn ang="0">
                  <a:pos x="9" y="1"/>
                </a:cxn>
                <a:cxn ang="0">
                  <a:pos x="7" y="0"/>
                </a:cxn>
                <a:cxn ang="0">
                  <a:pos x="6" y="1"/>
                </a:cxn>
                <a:cxn ang="0">
                  <a:pos x="4" y="0"/>
                </a:cxn>
                <a:cxn ang="0">
                  <a:pos x="3" y="1"/>
                </a:cxn>
                <a:cxn ang="0">
                  <a:pos x="2" y="3"/>
                </a:cxn>
                <a:cxn ang="0">
                  <a:pos x="2" y="6"/>
                </a:cxn>
                <a:cxn ang="0">
                  <a:pos x="1" y="7"/>
                </a:cxn>
                <a:cxn ang="0">
                  <a:pos x="1" y="9"/>
                </a:cxn>
                <a:cxn ang="0">
                  <a:pos x="3" y="9"/>
                </a:cxn>
                <a:cxn ang="0">
                  <a:pos x="4" y="10"/>
                </a:cxn>
                <a:cxn ang="0">
                  <a:pos x="6" y="10"/>
                </a:cxn>
                <a:cxn ang="0">
                  <a:pos x="7" y="9"/>
                </a:cxn>
                <a:cxn ang="0">
                  <a:pos x="7" y="7"/>
                </a:cxn>
                <a:cxn ang="0">
                  <a:pos x="7" y="5"/>
                </a:cxn>
                <a:cxn ang="0">
                  <a:pos x="7" y="3"/>
                </a:cxn>
              </a:cxnLst>
              <a:rect l="0" t="0" r="r" b="b"/>
              <a:pathLst>
                <a:path w="10" h="11">
                  <a:moveTo>
                    <a:pt x="7" y="3"/>
                  </a:moveTo>
                  <a:cubicBezTo>
                    <a:pt x="8" y="3"/>
                    <a:pt x="9" y="3"/>
                    <a:pt x="9" y="3"/>
                  </a:cubicBezTo>
                  <a:cubicBezTo>
                    <a:pt x="10" y="2"/>
                    <a:pt x="10" y="1"/>
                    <a:pt x="9" y="1"/>
                  </a:cubicBezTo>
                  <a:cubicBezTo>
                    <a:pt x="9" y="0"/>
                    <a:pt x="8" y="0"/>
                    <a:pt x="7" y="0"/>
                  </a:cubicBezTo>
                  <a:cubicBezTo>
                    <a:pt x="7" y="0"/>
                    <a:pt x="7" y="1"/>
                    <a:pt x="6" y="1"/>
                  </a:cubicBezTo>
                  <a:cubicBezTo>
                    <a:pt x="6" y="1"/>
                    <a:pt x="5" y="0"/>
                    <a:pt x="4" y="0"/>
                  </a:cubicBezTo>
                  <a:cubicBezTo>
                    <a:pt x="4" y="0"/>
                    <a:pt x="3" y="1"/>
                    <a:pt x="3" y="1"/>
                  </a:cubicBezTo>
                  <a:cubicBezTo>
                    <a:pt x="2" y="1"/>
                    <a:pt x="2" y="3"/>
                    <a:pt x="2" y="3"/>
                  </a:cubicBezTo>
                  <a:cubicBezTo>
                    <a:pt x="2" y="4"/>
                    <a:pt x="2" y="5"/>
                    <a:pt x="2" y="6"/>
                  </a:cubicBezTo>
                  <a:cubicBezTo>
                    <a:pt x="2" y="6"/>
                    <a:pt x="1" y="6"/>
                    <a:pt x="1" y="7"/>
                  </a:cubicBezTo>
                  <a:cubicBezTo>
                    <a:pt x="0" y="7"/>
                    <a:pt x="1" y="8"/>
                    <a:pt x="1" y="9"/>
                  </a:cubicBezTo>
                  <a:cubicBezTo>
                    <a:pt x="1" y="9"/>
                    <a:pt x="3" y="9"/>
                    <a:pt x="3" y="9"/>
                  </a:cubicBezTo>
                  <a:cubicBezTo>
                    <a:pt x="4" y="9"/>
                    <a:pt x="4" y="10"/>
                    <a:pt x="4" y="10"/>
                  </a:cubicBezTo>
                  <a:cubicBezTo>
                    <a:pt x="5" y="11"/>
                    <a:pt x="5" y="11"/>
                    <a:pt x="6" y="10"/>
                  </a:cubicBezTo>
                  <a:cubicBezTo>
                    <a:pt x="6" y="10"/>
                    <a:pt x="7" y="9"/>
                    <a:pt x="7" y="9"/>
                  </a:cubicBezTo>
                  <a:cubicBezTo>
                    <a:pt x="7" y="8"/>
                    <a:pt x="7" y="7"/>
                    <a:pt x="7" y="7"/>
                  </a:cubicBezTo>
                  <a:cubicBezTo>
                    <a:pt x="7" y="7"/>
                    <a:pt x="7" y="6"/>
                    <a:pt x="7" y="5"/>
                  </a:cubicBezTo>
                  <a:cubicBezTo>
                    <a:pt x="7" y="5"/>
                    <a:pt x="7" y="4"/>
                    <a:pt x="7"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9" name="Freeform 259"/>
            <p:cNvSpPr>
              <a:spLocks/>
            </p:cNvSpPr>
            <p:nvPr/>
          </p:nvSpPr>
          <p:spPr bwMode="auto">
            <a:xfrm>
              <a:off x="1800226" y="506413"/>
              <a:ext cx="71438" cy="61913"/>
            </a:xfrm>
            <a:custGeom>
              <a:avLst/>
              <a:gdLst/>
              <a:ahLst/>
              <a:cxnLst>
                <a:cxn ang="0">
                  <a:pos x="36" y="7"/>
                </a:cxn>
                <a:cxn ang="0">
                  <a:pos x="34" y="3"/>
                </a:cxn>
                <a:cxn ang="0">
                  <a:pos x="32" y="0"/>
                </a:cxn>
                <a:cxn ang="0">
                  <a:pos x="31" y="3"/>
                </a:cxn>
                <a:cxn ang="0">
                  <a:pos x="29" y="7"/>
                </a:cxn>
                <a:cxn ang="0">
                  <a:pos x="26" y="7"/>
                </a:cxn>
                <a:cxn ang="0">
                  <a:pos x="21" y="11"/>
                </a:cxn>
                <a:cxn ang="0">
                  <a:pos x="17" y="14"/>
                </a:cxn>
                <a:cxn ang="0">
                  <a:pos x="15" y="12"/>
                </a:cxn>
                <a:cxn ang="0">
                  <a:pos x="17" y="11"/>
                </a:cxn>
                <a:cxn ang="0">
                  <a:pos x="18" y="9"/>
                </a:cxn>
                <a:cxn ang="0">
                  <a:pos x="20" y="6"/>
                </a:cxn>
                <a:cxn ang="0">
                  <a:pos x="22" y="3"/>
                </a:cxn>
                <a:cxn ang="0">
                  <a:pos x="17" y="3"/>
                </a:cxn>
                <a:cxn ang="0">
                  <a:pos x="14" y="5"/>
                </a:cxn>
                <a:cxn ang="0">
                  <a:pos x="11" y="6"/>
                </a:cxn>
                <a:cxn ang="0">
                  <a:pos x="12" y="10"/>
                </a:cxn>
                <a:cxn ang="0">
                  <a:pos x="10" y="14"/>
                </a:cxn>
                <a:cxn ang="0">
                  <a:pos x="8" y="16"/>
                </a:cxn>
                <a:cxn ang="0">
                  <a:pos x="4" y="21"/>
                </a:cxn>
                <a:cxn ang="0">
                  <a:pos x="0" y="26"/>
                </a:cxn>
                <a:cxn ang="0">
                  <a:pos x="0" y="31"/>
                </a:cxn>
                <a:cxn ang="0">
                  <a:pos x="3" y="32"/>
                </a:cxn>
                <a:cxn ang="0">
                  <a:pos x="2" y="29"/>
                </a:cxn>
                <a:cxn ang="0">
                  <a:pos x="3" y="27"/>
                </a:cxn>
                <a:cxn ang="0">
                  <a:pos x="4" y="29"/>
                </a:cxn>
                <a:cxn ang="0">
                  <a:pos x="5" y="29"/>
                </a:cxn>
                <a:cxn ang="0">
                  <a:pos x="7" y="24"/>
                </a:cxn>
                <a:cxn ang="0">
                  <a:pos x="9" y="20"/>
                </a:cxn>
                <a:cxn ang="0">
                  <a:pos x="11" y="20"/>
                </a:cxn>
                <a:cxn ang="0">
                  <a:pos x="14" y="17"/>
                </a:cxn>
                <a:cxn ang="0">
                  <a:pos x="16" y="19"/>
                </a:cxn>
                <a:cxn ang="0">
                  <a:pos x="16" y="22"/>
                </a:cxn>
                <a:cxn ang="0">
                  <a:pos x="18" y="22"/>
                </a:cxn>
                <a:cxn ang="0">
                  <a:pos x="19" y="19"/>
                </a:cxn>
                <a:cxn ang="0">
                  <a:pos x="21" y="17"/>
                </a:cxn>
                <a:cxn ang="0">
                  <a:pos x="22" y="15"/>
                </a:cxn>
                <a:cxn ang="0">
                  <a:pos x="23" y="19"/>
                </a:cxn>
                <a:cxn ang="0">
                  <a:pos x="25" y="20"/>
                </a:cxn>
                <a:cxn ang="0">
                  <a:pos x="25" y="15"/>
                </a:cxn>
                <a:cxn ang="0">
                  <a:pos x="28" y="10"/>
                </a:cxn>
                <a:cxn ang="0">
                  <a:pos x="32" y="8"/>
                </a:cxn>
                <a:cxn ang="0">
                  <a:pos x="36" y="10"/>
                </a:cxn>
                <a:cxn ang="0">
                  <a:pos x="38" y="8"/>
                </a:cxn>
              </a:cxnLst>
              <a:rect l="0" t="0" r="r" b="b"/>
              <a:pathLst>
                <a:path w="38" h="33">
                  <a:moveTo>
                    <a:pt x="38" y="8"/>
                  </a:moveTo>
                  <a:cubicBezTo>
                    <a:pt x="38" y="8"/>
                    <a:pt x="37" y="7"/>
                    <a:pt x="36" y="7"/>
                  </a:cubicBezTo>
                  <a:cubicBezTo>
                    <a:pt x="36" y="7"/>
                    <a:pt x="35" y="6"/>
                    <a:pt x="35" y="5"/>
                  </a:cubicBezTo>
                  <a:cubicBezTo>
                    <a:pt x="34" y="5"/>
                    <a:pt x="34" y="3"/>
                    <a:pt x="34" y="3"/>
                  </a:cubicBezTo>
                  <a:cubicBezTo>
                    <a:pt x="34" y="2"/>
                    <a:pt x="34" y="1"/>
                    <a:pt x="33" y="1"/>
                  </a:cubicBezTo>
                  <a:cubicBezTo>
                    <a:pt x="33" y="1"/>
                    <a:pt x="33" y="0"/>
                    <a:pt x="32" y="0"/>
                  </a:cubicBezTo>
                  <a:cubicBezTo>
                    <a:pt x="32" y="1"/>
                    <a:pt x="31" y="1"/>
                    <a:pt x="31" y="1"/>
                  </a:cubicBezTo>
                  <a:cubicBezTo>
                    <a:pt x="30" y="2"/>
                    <a:pt x="31" y="3"/>
                    <a:pt x="31" y="3"/>
                  </a:cubicBezTo>
                  <a:cubicBezTo>
                    <a:pt x="31" y="4"/>
                    <a:pt x="30" y="5"/>
                    <a:pt x="30" y="6"/>
                  </a:cubicBezTo>
                  <a:cubicBezTo>
                    <a:pt x="30" y="6"/>
                    <a:pt x="29" y="7"/>
                    <a:pt x="29" y="7"/>
                  </a:cubicBezTo>
                  <a:cubicBezTo>
                    <a:pt x="28" y="7"/>
                    <a:pt x="28" y="6"/>
                    <a:pt x="27" y="6"/>
                  </a:cubicBezTo>
                  <a:cubicBezTo>
                    <a:pt x="27" y="6"/>
                    <a:pt x="26" y="6"/>
                    <a:pt x="26" y="7"/>
                  </a:cubicBezTo>
                  <a:cubicBezTo>
                    <a:pt x="25" y="7"/>
                    <a:pt x="25" y="8"/>
                    <a:pt x="25" y="9"/>
                  </a:cubicBezTo>
                  <a:cubicBezTo>
                    <a:pt x="24" y="9"/>
                    <a:pt x="22" y="10"/>
                    <a:pt x="21" y="11"/>
                  </a:cubicBezTo>
                  <a:cubicBezTo>
                    <a:pt x="21" y="11"/>
                    <a:pt x="20" y="12"/>
                    <a:pt x="19" y="12"/>
                  </a:cubicBezTo>
                  <a:cubicBezTo>
                    <a:pt x="19" y="13"/>
                    <a:pt x="18" y="14"/>
                    <a:pt x="17" y="14"/>
                  </a:cubicBezTo>
                  <a:cubicBezTo>
                    <a:pt x="17" y="14"/>
                    <a:pt x="16" y="14"/>
                    <a:pt x="16" y="13"/>
                  </a:cubicBezTo>
                  <a:cubicBezTo>
                    <a:pt x="15" y="13"/>
                    <a:pt x="15" y="12"/>
                    <a:pt x="15" y="12"/>
                  </a:cubicBezTo>
                  <a:cubicBezTo>
                    <a:pt x="15" y="12"/>
                    <a:pt x="16" y="11"/>
                    <a:pt x="16" y="11"/>
                  </a:cubicBezTo>
                  <a:cubicBezTo>
                    <a:pt x="16" y="11"/>
                    <a:pt x="16" y="11"/>
                    <a:pt x="17" y="11"/>
                  </a:cubicBezTo>
                  <a:cubicBezTo>
                    <a:pt x="17" y="11"/>
                    <a:pt x="18" y="12"/>
                    <a:pt x="18" y="12"/>
                  </a:cubicBezTo>
                  <a:cubicBezTo>
                    <a:pt x="19" y="11"/>
                    <a:pt x="18" y="10"/>
                    <a:pt x="18" y="9"/>
                  </a:cubicBezTo>
                  <a:cubicBezTo>
                    <a:pt x="18" y="9"/>
                    <a:pt x="18" y="8"/>
                    <a:pt x="18" y="7"/>
                  </a:cubicBezTo>
                  <a:cubicBezTo>
                    <a:pt x="19" y="7"/>
                    <a:pt x="20" y="6"/>
                    <a:pt x="20" y="6"/>
                  </a:cubicBezTo>
                  <a:cubicBezTo>
                    <a:pt x="21" y="5"/>
                    <a:pt x="21" y="5"/>
                    <a:pt x="22" y="4"/>
                  </a:cubicBezTo>
                  <a:cubicBezTo>
                    <a:pt x="22" y="4"/>
                    <a:pt x="22" y="3"/>
                    <a:pt x="22" y="3"/>
                  </a:cubicBezTo>
                  <a:cubicBezTo>
                    <a:pt x="21" y="3"/>
                    <a:pt x="20" y="2"/>
                    <a:pt x="20" y="2"/>
                  </a:cubicBezTo>
                  <a:cubicBezTo>
                    <a:pt x="19" y="2"/>
                    <a:pt x="18" y="3"/>
                    <a:pt x="17" y="3"/>
                  </a:cubicBezTo>
                  <a:cubicBezTo>
                    <a:pt x="17" y="4"/>
                    <a:pt x="17" y="5"/>
                    <a:pt x="16" y="5"/>
                  </a:cubicBezTo>
                  <a:cubicBezTo>
                    <a:pt x="16" y="5"/>
                    <a:pt x="14" y="5"/>
                    <a:pt x="14" y="5"/>
                  </a:cubicBezTo>
                  <a:cubicBezTo>
                    <a:pt x="13" y="5"/>
                    <a:pt x="13" y="6"/>
                    <a:pt x="13" y="6"/>
                  </a:cubicBezTo>
                  <a:cubicBezTo>
                    <a:pt x="13" y="6"/>
                    <a:pt x="12" y="5"/>
                    <a:pt x="11" y="6"/>
                  </a:cubicBezTo>
                  <a:cubicBezTo>
                    <a:pt x="11" y="6"/>
                    <a:pt x="11" y="7"/>
                    <a:pt x="11" y="7"/>
                  </a:cubicBezTo>
                  <a:cubicBezTo>
                    <a:pt x="11" y="8"/>
                    <a:pt x="12" y="9"/>
                    <a:pt x="12" y="10"/>
                  </a:cubicBezTo>
                  <a:cubicBezTo>
                    <a:pt x="12" y="10"/>
                    <a:pt x="12" y="11"/>
                    <a:pt x="12" y="12"/>
                  </a:cubicBezTo>
                  <a:cubicBezTo>
                    <a:pt x="12" y="12"/>
                    <a:pt x="11" y="13"/>
                    <a:pt x="10" y="14"/>
                  </a:cubicBezTo>
                  <a:cubicBezTo>
                    <a:pt x="10" y="14"/>
                    <a:pt x="9" y="14"/>
                    <a:pt x="9" y="14"/>
                  </a:cubicBezTo>
                  <a:cubicBezTo>
                    <a:pt x="9" y="15"/>
                    <a:pt x="8" y="15"/>
                    <a:pt x="8" y="16"/>
                  </a:cubicBezTo>
                  <a:cubicBezTo>
                    <a:pt x="7" y="16"/>
                    <a:pt x="7" y="17"/>
                    <a:pt x="7" y="18"/>
                  </a:cubicBezTo>
                  <a:cubicBezTo>
                    <a:pt x="6" y="18"/>
                    <a:pt x="5" y="20"/>
                    <a:pt x="4" y="21"/>
                  </a:cubicBezTo>
                  <a:cubicBezTo>
                    <a:pt x="4" y="21"/>
                    <a:pt x="2" y="22"/>
                    <a:pt x="2" y="23"/>
                  </a:cubicBezTo>
                  <a:cubicBezTo>
                    <a:pt x="1" y="23"/>
                    <a:pt x="0" y="25"/>
                    <a:pt x="0" y="26"/>
                  </a:cubicBezTo>
                  <a:cubicBezTo>
                    <a:pt x="0" y="26"/>
                    <a:pt x="0" y="28"/>
                    <a:pt x="0" y="29"/>
                  </a:cubicBezTo>
                  <a:cubicBezTo>
                    <a:pt x="0" y="29"/>
                    <a:pt x="0" y="31"/>
                    <a:pt x="0" y="31"/>
                  </a:cubicBezTo>
                  <a:cubicBezTo>
                    <a:pt x="0" y="32"/>
                    <a:pt x="1" y="33"/>
                    <a:pt x="1" y="33"/>
                  </a:cubicBezTo>
                  <a:cubicBezTo>
                    <a:pt x="2" y="33"/>
                    <a:pt x="2" y="33"/>
                    <a:pt x="3" y="32"/>
                  </a:cubicBezTo>
                  <a:cubicBezTo>
                    <a:pt x="3" y="32"/>
                    <a:pt x="3" y="31"/>
                    <a:pt x="3" y="30"/>
                  </a:cubicBezTo>
                  <a:cubicBezTo>
                    <a:pt x="3" y="30"/>
                    <a:pt x="2" y="29"/>
                    <a:pt x="2" y="29"/>
                  </a:cubicBezTo>
                  <a:cubicBezTo>
                    <a:pt x="2" y="28"/>
                    <a:pt x="2" y="27"/>
                    <a:pt x="2" y="27"/>
                  </a:cubicBezTo>
                  <a:cubicBezTo>
                    <a:pt x="3" y="27"/>
                    <a:pt x="3" y="27"/>
                    <a:pt x="3" y="27"/>
                  </a:cubicBezTo>
                  <a:cubicBezTo>
                    <a:pt x="4" y="27"/>
                    <a:pt x="4" y="28"/>
                    <a:pt x="4" y="28"/>
                  </a:cubicBezTo>
                  <a:cubicBezTo>
                    <a:pt x="4" y="28"/>
                    <a:pt x="4" y="29"/>
                    <a:pt x="4" y="29"/>
                  </a:cubicBezTo>
                  <a:cubicBezTo>
                    <a:pt x="4" y="29"/>
                    <a:pt x="4" y="30"/>
                    <a:pt x="4" y="30"/>
                  </a:cubicBezTo>
                  <a:cubicBezTo>
                    <a:pt x="5" y="30"/>
                    <a:pt x="5" y="29"/>
                    <a:pt x="5" y="29"/>
                  </a:cubicBezTo>
                  <a:cubicBezTo>
                    <a:pt x="6" y="28"/>
                    <a:pt x="6" y="27"/>
                    <a:pt x="6" y="26"/>
                  </a:cubicBezTo>
                  <a:cubicBezTo>
                    <a:pt x="6" y="25"/>
                    <a:pt x="7" y="25"/>
                    <a:pt x="7" y="24"/>
                  </a:cubicBezTo>
                  <a:cubicBezTo>
                    <a:pt x="7" y="24"/>
                    <a:pt x="7" y="22"/>
                    <a:pt x="7" y="22"/>
                  </a:cubicBezTo>
                  <a:cubicBezTo>
                    <a:pt x="8" y="21"/>
                    <a:pt x="8" y="20"/>
                    <a:pt x="9" y="20"/>
                  </a:cubicBezTo>
                  <a:cubicBezTo>
                    <a:pt x="9" y="20"/>
                    <a:pt x="10" y="19"/>
                    <a:pt x="10" y="19"/>
                  </a:cubicBezTo>
                  <a:cubicBezTo>
                    <a:pt x="11" y="19"/>
                    <a:pt x="11" y="20"/>
                    <a:pt x="11" y="20"/>
                  </a:cubicBezTo>
                  <a:cubicBezTo>
                    <a:pt x="12" y="20"/>
                    <a:pt x="13" y="20"/>
                    <a:pt x="13" y="19"/>
                  </a:cubicBezTo>
                  <a:cubicBezTo>
                    <a:pt x="14" y="19"/>
                    <a:pt x="14" y="18"/>
                    <a:pt x="14" y="17"/>
                  </a:cubicBezTo>
                  <a:cubicBezTo>
                    <a:pt x="15" y="17"/>
                    <a:pt x="15" y="17"/>
                    <a:pt x="16" y="17"/>
                  </a:cubicBezTo>
                  <a:cubicBezTo>
                    <a:pt x="16" y="17"/>
                    <a:pt x="16" y="18"/>
                    <a:pt x="16" y="19"/>
                  </a:cubicBezTo>
                  <a:cubicBezTo>
                    <a:pt x="16" y="19"/>
                    <a:pt x="15" y="20"/>
                    <a:pt x="15" y="20"/>
                  </a:cubicBezTo>
                  <a:cubicBezTo>
                    <a:pt x="15" y="21"/>
                    <a:pt x="15" y="21"/>
                    <a:pt x="16" y="22"/>
                  </a:cubicBezTo>
                  <a:cubicBezTo>
                    <a:pt x="16" y="22"/>
                    <a:pt x="16" y="23"/>
                    <a:pt x="17" y="23"/>
                  </a:cubicBezTo>
                  <a:cubicBezTo>
                    <a:pt x="17" y="23"/>
                    <a:pt x="18" y="22"/>
                    <a:pt x="18" y="22"/>
                  </a:cubicBezTo>
                  <a:cubicBezTo>
                    <a:pt x="19" y="21"/>
                    <a:pt x="19" y="20"/>
                    <a:pt x="19" y="20"/>
                  </a:cubicBezTo>
                  <a:cubicBezTo>
                    <a:pt x="19" y="19"/>
                    <a:pt x="19" y="19"/>
                    <a:pt x="19" y="19"/>
                  </a:cubicBezTo>
                  <a:cubicBezTo>
                    <a:pt x="19" y="18"/>
                    <a:pt x="20" y="19"/>
                    <a:pt x="21" y="18"/>
                  </a:cubicBezTo>
                  <a:cubicBezTo>
                    <a:pt x="21" y="18"/>
                    <a:pt x="21" y="17"/>
                    <a:pt x="21" y="17"/>
                  </a:cubicBezTo>
                  <a:cubicBezTo>
                    <a:pt x="21" y="16"/>
                    <a:pt x="20" y="16"/>
                    <a:pt x="20" y="15"/>
                  </a:cubicBezTo>
                  <a:cubicBezTo>
                    <a:pt x="21" y="15"/>
                    <a:pt x="22" y="14"/>
                    <a:pt x="22" y="15"/>
                  </a:cubicBezTo>
                  <a:cubicBezTo>
                    <a:pt x="23" y="15"/>
                    <a:pt x="23" y="16"/>
                    <a:pt x="23" y="17"/>
                  </a:cubicBezTo>
                  <a:cubicBezTo>
                    <a:pt x="23" y="17"/>
                    <a:pt x="23" y="18"/>
                    <a:pt x="23" y="19"/>
                  </a:cubicBezTo>
                  <a:cubicBezTo>
                    <a:pt x="23" y="19"/>
                    <a:pt x="23" y="21"/>
                    <a:pt x="24" y="21"/>
                  </a:cubicBezTo>
                  <a:cubicBezTo>
                    <a:pt x="24" y="21"/>
                    <a:pt x="25" y="21"/>
                    <a:pt x="25" y="20"/>
                  </a:cubicBezTo>
                  <a:cubicBezTo>
                    <a:pt x="26" y="20"/>
                    <a:pt x="26" y="19"/>
                    <a:pt x="26" y="18"/>
                  </a:cubicBezTo>
                  <a:cubicBezTo>
                    <a:pt x="26" y="17"/>
                    <a:pt x="25" y="16"/>
                    <a:pt x="25" y="15"/>
                  </a:cubicBezTo>
                  <a:cubicBezTo>
                    <a:pt x="25" y="14"/>
                    <a:pt x="25" y="12"/>
                    <a:pt x="26" y="11"/>
                  </a:cubicBezTo>
                  <a:cubicBezTo>
                    <a:pt x="26" y="11"/>
                    <a:pt x="28" y="10"/>
                    <a:pt x="28" y="10"/>
                  </a:cubicBezTo>
                  <a:cubicBezTo>
                    <a:pt x="29" y="9"/>
                    <a:pt x="29" y="8"/>
                    <a:pt x="30" y="8"/>
                  </a:cubicBezTo>
                  <a:cubicBezTo>
                    <a:pt x="30" y="8"/>
                    <a:pt x="32" y="8"/>
                    <a:pt x="32" y="8"/>
                  </a:cubicBezTo>
                  <a:cubicBezTo>
                    <a:pt x="33" y="8"/>
                    <a:pt x="33" y="9"/>
                    <a:pt x="34" y="10"/>
                  </a:cubicBezTo>
                  <a:cubicBezTo>
                    <a:pt x="34" y="10"/>
                    <a:pt x="35" y="10"/>
                    <a:pt x="36" y="10"/>
                  </a:cubicBezTo>
                  <a:cubicBezTo>
                    <a:pt x="36" y="10"/>
                    <a:pt x="38" y="10"/>
                    <a:pt x="38" y="10"/>
                  </a:cubicBezTo>
                  <a:cubicBezTo>
                    <a:pt x="38" y="9"/>
                    <a:pt x="38" y="8"/>
                    <a:pt x="38"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0" name="Freeform 260"/>
            <p:cNvSpPr>
              <a:spLocks/>
            </p:cNvSpPr>
            <p:nvPr/>
          </p:nvSpPr>
          <p:spPr bwMode="auto">
            <a:xfrm>
              <a:off x="1806576" y="576263"/>
              <a:ext cx="34925" cy="41275"/>
            </a:xfrm>
            <a:custGeom>
              <a:avLst/>
              <a:gdLst/>
              <a:ahLst/>
              <a:cxnLst>
                <a:cxn ang="0">
                  <a:pos x="8" y="10"/>
                </a:cxn>
                <a:cxn ang="0">
                  <a:pos x="8" y="8"/>
                </a:cxn>
                <a:cxn ang="0">
                  <a:pos x="5" y="5"/>
                </a:cxn>
                <a:cxn ang="0">
                  <a:pos x="4" y="4"/>
                </a:cxn>
                <a:cxn ang="0">
                  <a:pos x="2" y="3"/>
                </a:cxn>
                <a:cxn ang="0">
                  <a:pos x="3" y="2"/>
                </a:cxn>
                <a:cxn ang="0">
                  <a:pos x="6" y="1"/>
                </a:cxn>
                <a:cxn ang="0">
                  <a:pos x="8" y="0"/>
                </a:cxn>
                <a:cxn ang="0">
                  <a:pos x="9" y="1"/>
                </a:cxn>
                <a:cxn ang="0">
                  <a:pos x="9" y="2"/>
                </a:cxn>
                <a:cxn ang="0">
                  <a:pos x="10" y="4"/>
                </a:cxn>
                <a:cxn ang="0">
                  <a:pos x="12" y="4"/>
                </a:cxn>
                <a:cxn ang="0">
                  <a:pos x="14" y="5"/>
                </a:cxn>
                <a:cxn ang="0">
                  <a:pos x="14" y="5"/>
                </a:cxn>
                <a:cxn ang="0">
                  <a:pos x="13" y="6"/>
                </a:cxn>
                <a:cxn ang="0">
                  <a:pos x="12" y="7"/>
                </a:cxn>
                <a:cxn ang="0">
                  <a:pos x="12" y="9"/>
                </a:cxn>
                <a:cxn ang="0">
                  <a:pos x="13" y="11"/>
                </a:cxn>
                <a:cxn ang="0">
                  <a:pos x="14" y="9"/>
                </a:cxn>
                <a:cxn ang="0">
                  <a:pos x="17" y="9"/>
                </a:cxn>
                <a:cxn ang="0">
                  <a:pos x="18" y="11"/>
                </a:cxn>
                <a:cxn ang="0">
                  <a:pos x="17" y="12"/>
                </a:cxn>
                <a:cxn ang="0">
                  <a:pos x="18" y="15"/>
                </a:cxn>
                <a:cxn ang="0">
                  <a:pos x="19" y="17"/>
                </a:cxn>
                <a:cxn ang="0">
                  <a:pos x="19" y="19"/>
                </a:cxn>
                <a:cxn ang="0">
                  <a:pos x="19" y="20"/>
                </a:cxn>
                <a:cxn ang="0">
                  <a:pos x="19" y="22"/>
                </a:cxn>
                <a:cxn ang="0">
                  <a:pos x="17" y="21"/>
                </a:cxn>
                <a:cxn ang="0">
                  <a:pos x="16" y="19"/>
                </a:cxn>
                <a:cxn ang="0">
                  <a:pos x="15" y="19"/>
                </a:cxn>
                <a:cxn ang="0">
                  <a:pos x="14" y="21"/>
                </a:cxn>
                <a:cxn ang="0">
                  <a:pos x="12" y="22"/>
                </a:cxn>
                <a:cxn ang="0">
                  <a:pos x="11" y="20"/>
                </a:cxn>
                <a:cxn ang="0">
                  <a:pos x="11" y="17"/>
                </a:cxn>
                <a:cxn ang="0">
                  <a:pos x="9" y="15"/>
                </a:cxn>
                <a:cxn ang="0">
                  <a:pos x="8" y="14"/>
                </a:cxn>
                <a:cxn ang="0">
                  <a:pos x="7" y="13"/>
                </a:cxn>
                <a:cxn ang="0">
                  <a:pos x="5" y="13"/>
                </a:cxn>
                <a:cxn ang="0">
                  <a:pos x="5" y="15"/>
                </a:cxn>
                <a:cxn ang="0">
                  <a:pos x="6" y="18"/>
                </a:cxn>
                <a:cxn ang="0">
                  <a:pos x="5" y="19"/>
                </a:cxn>
                <a:cxn ang="0">
                  <a:pos x="5" y="21"/>
                </a:cxn>
                <a:cxn ang="0">
                  <a:pos x="2" y="22"/>
                </a:cxn>
                <a:cxn ang="0">
                  <a:pos x="0" y="20"/>
                </a:cxn>
                <a:cxn ang="0">
                  <a:pos x="1" y="17"/>
                </a:cxn>
                <a:cxn ang="0">
                  <a:pos x="2" y="13"/>
                </a:cxn>
                <a:cxn ang="0">
                  <a:pos x="4" y="12"/>
                </a:cxn>
                <a:cxn ang="0">
                  <a:pos x="6" y="11"/>
                </a:cxn>
                <a:cxn ang="0">
                  <a:pos x="8" y="10"/>
                </a:cxn>
              </a:cxnLst>
              <a:rect l="0" t="0" r="r" b="b"/>
              <a:pathLst>
                <a:path w="19" h="22">
                  <a:moveTo>
                    <a:pt x="8" y="10"/>
                  </a:moveTo>
                  <a:cubicBezTo>
                    <a:pt x="8" y="9"/>
                    <a:pt x="8" y="8"/>
                    <a:pt x="8" y="8"/>
                  </a:cubicBezTo>
                  <a:cubicBezTo>
                    <a:pt x="7" y="7"/>
                    <a:pt x="6" y="6"/>
                    <a:pt x="5" y="5"/>
                  </a:cubicBezTo>
                  <a:cubicBezTo>
                    <a:pt x="5" y="5"/>
                    <a:pt x="4" y="5"/>
                    <a:pt x="4" y="4"/>
                  </a:cubicBezTo>
                  <a:cubicBezTo>
                    <a:pt x="3" y="4"/>
                    <a:pt x="2" y="3"/>
                    <a:pt x="2" y="3"/>
                  </a:cubicBezTo>
                  <a:cubicBezTo>
                    <a:pt x="2" y="2"/>
                    <a:pt x="3" y="2"/>
                    <a:pt x="3" y="2"/>
                  </a:cubicBezTo>
                  <a:cubicBezTo>
                    <a:pt x="4" y="2"/>
                    <a:pt x="5" y="2"/>
                    <a:pt x="6" y="1"/>
                  </a:cubicBezTo>
                  <a:cubicBezTo>
                    <a:pt x="6" y="1"/>
                    <a:pt x="7" y="0"/>
                    <a:pt x="8" y="0"/>
                  </a:cubicBezTo>
                  <a:cubicBezTo>
                    <a:pt x="8" y="0"/>
                    <a:pt x="9" y="0"/>
                    <a:pt x="9" y="1"/>
                  </a:cubicBezTo>
                  <a:cubicBezTo>
                    <a:pt x="9" y="1"/>
                    <a:pt x="9" y="2"/>
                    <a:pt x="9" y="2"/>
                  </a:cubicBezTo>
                  <a:cubicBezTo>
                    <a:pt x="9" y="3"/>
                    <a:pt x="9" y="4"/>
                    <a:pt x="10" y="4"/>
                  </a:cubicBezTo>
                  <a:cubicBezTo>
                    <a:pt x="10" y="5"/>
                    <a:pt x="12" y="4"/>
                    <a:pt x="12" y="4"/>
                  </a:cubicBezTo>
                  <a:cubicBezTo>
                    <a:pt x="13" y="4"/>
                    <a:pt x="14" y="4"/>
                    <a:pt x="14" y="5"/>
                  </a:cubicBezTo>
                  <a:cubicBezTo>
                    <a:pt x="14" y="5"/>
                    <a:pt x="14" y="5"/>
                    <a:pt x="14" y="5"/>
                  </a:cubicBezTo>
                  <a:cubicBezTo>
                    <a:pt x="14" y="6"/>
                    <a:pt x="13" y="6"/>
                    <a:pt x="13" y="6"/>
                  </a:cubicBezTo>
                  <a:cubicBezTo>
                    <a:pt x="13" y="7"/>
                    <a:pt x="12" y="7"/>
                    <a:pt x="12" y="7"/>
                  </a:cubicBezTo>
                  <a:cubicBezTo>
                    <a:pt x="12" y="7"/>
                    <a:pt x="11" y="8"/>
                    <a:pt x="12" y="9"/>
                  </a:cubicBezTo>
                  <a:cubicBezTo>
                    <a:pt x="12" y="9"/>
                    <a:pt x="13" y="11"/>
                    <a:pt x="13" y="11"/>
                  </a:cubicBezTo>
                  <a:cubicBezTo>
                    <a:pt x="14" y="10"/>
                    <a:pt x="14" y="9"/>
                    <a:pt x="14" y="9"/>
                  </a:cubicBezTo>
                  <a:cubicBezTo>
                    <a:pt x="15" y="9"/>
                    <a:pt x="16" y="9"/>
                    <a:pt x="17" y="9"/>
                  </a:cubicBezTo>
                  <a:cubicBezTo>
                    <a:pt x="17" y="9"/>
                    <a:pt x="18" y="10"/>
                    <a:pt x="18" y="11"/>
                  </a:cubicBezTo>
                  <a:cubicBezTo>
                    <a:pt x="18" y="11"/>
                    <a:pt x="17" y="12"/>
                    <a:pt x="17" y="12"/>
                  </a:cubicBezTo>
                  <a:cubicBezTo>
                    <a:pt x="17" y="13"/>
                    <a:pt x="17" y="14"/>
                    <a:pt x="18" y="15"/>
                  </a:cubicBezTo>
                  <a:cubicBezTo>
                    <a:pt x="18" y="15"/>
                    <a:pt x="19" y="16"/>
                    <a:pt x="19" y="17"/>
                  </a:cubicBezTo>
                  <a:cubicBezTo>
                    <a:pt x="19" y="17"/>
                    <a:pt x="19" y="18"/>
                    <a:pt x="19" y="19"/>
                  </a:cubicBezTo>
                  <a:cubicBezTo>
                    <a:pt x="19" y="19"/>
                    <a:pt x="19" y="19"/>
                    <a:pt x="19" y="20"/>
                  </a:cubicBezTo>
                  <a:cubicBezTo>
                    <a:pt x="19" y="20"/>
                    <a:pt x="19" y="21"/>
                    <a:pt x="19" y="22"/>
                  </a:cubicBezTo>
                  <a:cubicBezTo>
                    <a:pt x="18" y="22"/>
                    <a:pt x="17" y="21"/>
                    <a:pt x="17" y="21"/>
                  </a:cubicBezTo>
                  <a:cubicBezTo>
                    <a:pt x="17" y="21"/>
                    <a:pt x="16" y="19"/>
                    <a:pt x="16" y="19"/>
                  </a:cubicBezTo>
                  <a:cubicBezTo>
                    <a:pt x="16" y="19"/>
                    <a:pt x="15" y="19"/>
                    <a:pt x="15" y="19"/>
                  </a:cubicBezTo>
                  <a:cubicBezTo>
                    <a:pt x="14" y="19"/>
                    <a:pt x="15" y="20"/>
                    <a:pt x="14" y="21"/>
                  </a:cubicBezTo>
                  <a:cubicBezTo>
                    <a:pt x="14" y="21"/>
                    <a:pt x="13" y="22"/>
                    <a:pt x="12" y="22"/>
                  </a:cubicBezTo>
                  <a:cubicBezTo>
                    <a:pt x="12" y="22"/>
                    <a:pt x="11" y="21"/>
                    <a:pt x="11" y="20"/>
                  </a:cubicBezTo>
                  <a:cubicBezTo>
                    <a:pt x="11" y="19"/>
                    <a:pt x="11" y="18"/>
                    <a:pt x="11" y="17"/>
                  </a:cubicBezTo>
                  <a:cubicBezTo>
                    <a:pt x="11" y="16"/>
                    <a:pt x="10" y="16"/>
                    <a:pt x="9" y="15"/>
                  </a:cubicBezTo>
                  <a:cubicBezTo>
                    <a:pt x="9" y="15"/>
                    <a:pt x="8" y="15"/>
                    <a:pt x="8" y="14"/>
                  </a:cubicBezTo>
                  <a:cubicBezTo>
                    <a:pt x="8" y="14"/>
                    <a:pt x="7" y="13"/>
                    <a:pt x="7" y="13"/>
                  </a:cubicBezTo>
                  <a:cubicBezTo>
                    <a:pt x="6" y="13"/>
                    <a:pt x="6" y="13"/>
                    <a:pt x="5" y="13"/>
                  </a:cubicBezTo>
                  <a:cubicBezTo>
                    <a:pt x="5" y="14"/>
                    <a:pt x="5" y="15"/>
                    <a:pt x="5" y="15"/>
                  </a:cubicBezTo>
                  <a:cubicBezTo>
                    <a:pt x="5" y="16"/>
                    <a:pt x="6" y="17"/>
                    <a:pt x="6" y="18"/>
                  </a:cubicBezTo>
                  <a:cubicBezTo>
                    <a:pt x="6" y="18"/>
                    <a:pt x="6" y="19"/>
                    <a:pt x="5" y="19"/>
                  </a:cubicBezTo>
                  <a:cubicBezTo>
                    <a:pt x="5" y="20"/>
                    <a:pt x="5" y="20"/>
                    <a:pt x="5" y="21"/>
                  </a:cubicBezTo>
                  <a:cubicBezTo>
                    <a:pt x="4" y="21"/>
                    <a:pt x="3" y="22"/>
                    <a:pt x="2" y="22"/>
                  </a:cubicBezTo>
                  <a:cubicBezTo>
                    <a:pt x="1" y="22"/>
                    <a:pt x="1" y="21"/>
                    <a:pt x="0" y="20"/>
                  </a:cubicBezTo>
                  <a:cubicBezTo>
                    <a:pt x="0" y="20"/>
                    <a:pt x="1" y="18"/>
                    <a:pt x="1" y="17"/>
                  </a:cubicBezTo>
                  <a:cubicBezTo>
                    <a:pt x="1" y="16"/>
                    <a:pt x="1" y="14"/>
                    <a:pt x="2" y="13"/>
                  </a:cubicBezTo>
                  <a:cubicBezTo>
                    <a:pt x="2" y="13"/>
                    <a:pt x="3" y="12"/>
                    <a:pt x="4" y="12"/>
                  </a:cubicBezTo>
                  <a:cubicBezTo>
                    <a:pt x="4" y="12"/>
                    <a:pt x="6" y="11"/>
                    <a:pt x="6" y="11"/>
                  </a:cubicBezTo>
                  <a:cubicBezTo>
                    <a:pt x="7" y="11"/>
                    <a:pt x="8" y="10"/>
                    <a:pt x="8" y="1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1" name="Freeform 261"/>
            <p:cNvSpPr>
              <a:spLocks/>
            </p:cNvSpPr>
            <p:nvPr/>
          </p:nvSpPr>
          <p:spPr bwMode="auto">
            <a:xfrm>
              <a:off x="1831976" y="631825"/>
              <a:ext cx="7938" cy="6350"/>
            </a:xfrm>
            <a:custGeom>
              <a:avLst/>
              <a:gdLst/>
              <a:ahLst/>
              <a:cxnLst>
                <a:cxn ang="0">
                  <a:pos x="3" y="2"/>
                </a:cxn>
                <a:cxn ang="0">
                  <a:pos x="2" y="3"/>
                </a:cxn>
                <a:cxn ang="0">
                  <a:pos x="0" y="1"/>
                </a:cxn>
                <a:cxn ang="0">
                  <a:pos x="1" y="0"/>
                </a:cxn>
                <a:cxn ang="0">
                  <a:pos x="3" y="0"/>
                </a:cxn>
                <a:cxn ang="0">
                  <a:pos x="3" y="2"/>
                </a:cxn>
              </a:cxnLst>
              <a:rect l="0" t="0" r="r" b="b"/>
              <a:pathLst>
                <a:path w="4" h="3">
                  <a:moveTo>
                    <a:pt x="3" y="2"/>
                  </a:moveTo>
                  <a:cubicBezTo>
                    <a:pt x="3" y="3"/>
                    <a:pt x="2" y="3"/>
                    <a:pt x="2" y="3"/>
                  </a:cubicBezTo>
                  <a:cubicBezTo>
                    <a:pt x="1" y="3"/>
                    <a:pt x="0" y="2"/>
                    <a:pt x="0" y="1"/>
                  </a:cubicBezTo>
                  <a:cubicBezTo>
                    <a:pt x="0" y="1"/>
                    <a:pt x="1" y="1"/>
                    <a:pt x="1" y="0"/>
                  </a:cubicBezTo>
                  <a:cubicBezTo>
                    <a:pt x="1" y="0"/>
                    <a:pt x="2" y="0"/>
                    <a:pt x="3" y="0"/>
                  </a:cubicBezTo>
                  <a:cubicBezTo>
                    <a:pt x="3" y="1"/>
                    <a:pt x="4"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2" name="Freeform 262"/>
            <p:cNvSpPr>
              <a:spLocks/>
            </p:cNvSpPr>
            <p:nvPr/>
          </p:nvSpPr>
          <p:spPr bwMode="auto">
            <a:xfrm>
              <a:off x="1277938" y="2028825"/>
              <a:ext cx="98425" cy="146050"/>
            </a:xfrm>
            <a:custGeom>
              <a:avLst/>
              <a:gdLst/>
              <a:ahLst/>
              <a:cxnLst>
                <a:cxn ang="0">
                  <a:pos x="43" y="23"/>
                </a:cxn>
                <a:cxn ang="0">
                  <a:pos x="45" y="28"/>
                </a:cxn>
                <a:cxn ang="0">
                  <a:pos x="49" y="30"/>
                </a:cxn>
                <a:cxn ang="0">
                  <a:pos x="49" y="32"/>
                </a:cxn>
                <a:cxn ang="0">
                  <a:pos x="46" y="36"/>
                </a:cxn>
                <a:cxn ang="0">
                  <a:pos x="42" y="43"/>
                </a:cxn>
                <a:cxn ang="0">
                  <a:pos x="39" y="48"/>
                </a:cxn>
                <a:cxn ang="0">
                  <a:pos x="36" y="53"/>
                </a:cxn>
                <a:cxn ang="0">
                  <a:pos x="40" y="58"/>
                </a:cxn>
                <a:cxn ang="0">
                  <a:pos x="44" y="56"/>
                </a:cxn>
                <a:cxn ang="0">
                  <a:pos x="47" y="52"/>
                </a:cxn>
                <a:cxn ang="0">
                  <a:pos x="51" y="53"/>
                </a:cxn>
                <a:cxn ang="0">
                  <a:pos x="50" y="58"/>
                </a:cxn>
                <a:cxn ang="0">
                  <a:pos x="44" y="62"/>
                </a:cxn>
                <a:cxn ang="0">
                  <a:pos x="42" y="69"/>
                </a:cxn>
                <a:cxn ang="0">
                  <a:pos x="43" y="72"/>
                </a:cxn>
                <a:cxn ang="0">
                  <a:pos x="39" y="77"/>
                </a:cxn>
                <a:cxn ang="0">
                  <a:pos x="34" y="78"/>
                </a:cxn>
                <a:cxn ang="0">
                  <a:pos x="32" y="76"/>
                </a:cxn>
                <a:cxn ang="0">
                  <a:pos x="30" y="71"/>
                </a:cxn>
                <a:cxn ang="0">
                  <a:pos x="28" y="66"/>
                </a:cxn>
                <a:cxn ang="0">
                  <a:pos x="26" y="64"/>
                </a:cxn>
                <a:cxn ang="0">
                  <a:pos x="27" y="67"/>
                </a:cxn>
                <a:cxn ang="0">
                  <a:pos x="24" y="66"/>
                </a:cxn>
                <a:cxn ang="0">
                  <a:pos x="19" y="62"/>
                </a:cxn>
                <a:cxn ang="0">
                  <a:pos x="15" y="62"/>
                </a:cxn>
                <a:cxn ang="0">
                  <a:pos x="10" y="59"/>
                </a:cxn>
                <a:cxn ang="0">
                  <a:pos x="10" y="54"/>
                </a:cxn>
                <a:cxn ang="0">
                  <a:pos x="5" y="51"/>
                </a:cxn>
                <a:cxn ang="0">
                  <a:pos x="4" y="47"/>
                </a:cxn>
                <a:cxn ang="0">
                  <a:pos x="1" y="45"/>
                </a:cxn>
                <a:cxn ang="0">
                  <a:pos x="1" y="43"/>
                </a:cxn>
                <a:cxn ang="0">
                  <a:pos x="2" y="38"/>
                </a:cxn>
                <a:cxn ang="0">
                  <a:pos x="6" y="34"/>
                </a:cxn>
                <a:cxn ang="0">
                  <a:pos x="7" y="27"/>
                </a:cxn>
                <a:cxn ang="0">
                  <a:pos x="4" y="15"/>
                </a:cxn>
                <a:cxn ang="0">
                  <a:pos x="2" y="3"/>
                </a:cxn>
                <a:cxn ang="0">
                  <a:pos x="4" y="2"/>
                </a:cxn>
                <a:cxn ang="0">
                  <a:pos x="7" y="2"/>
                </a:cxn>
                <a:cxn ang="0">
                  <a:pos x="11" y="0"/>
                </a:cxn>
                <a:cxn ang="0">
                  <a:pos x="13" y="4"/>
                </a:cxn>
                <a:cxn ang="0">
                  <a:pos x="16" y="8"/>
                </a:cxn>
                <a:cxn ang="0">
                  <a:pos x="15" y="11"/>
                </a:cxn>
                <a:cxn ang="0">
                  <a:pos x="19" y="15"/>
                </a:cxn>
                <a:cxn ang="0">
                  <a:pos x="21" y="19"/>
                </a:cxn>
                <a:cxn ang="0">
                  <a:pos x="26" y="20"/>
                </a:cxn>
                <a:cxn ang="0">
                  <a:pos x="28" y="25"/>
                </a:cxn>
                <a:cxn ang="0">
                  <a:pos x="30" y="27"/>
                </a:cxn>
                <a:cxn ang="0">
                  <a:pos x="34" y="30"/>
                </a:cxn>
                <a:cxn ang="0">
                  <a:pos x="38" y="28"/>
                </a:cxn>
                <a:cxn ang="0">
                  <a:pos x="42" y="24"/>
                </a:cxn>
              </a:cxnLst>
              <a:rect l="0" t="0" r="r" b="b"/>
              <a:pathLst>
                <a:path w="52" h="78">
                  <a:moveTo>
                    <a:pt x="42" y="24"/>
                  </a:moveTo>
                  <a:cubicBezTo>
                    <a:pt x="43" y="24"/>
                    <a:pt x="43" y="23"/>
                    <a:pt x="43" y="23"/>
                  </a:cubicBezTo>
                  <a:cubicBezTo>
                    <a:pt x="43" y="24"/>
                    <a:pt x="43" y="25"/>
                    <a:pt x="43" y="25"/>
                  </a:cubicBezTo>
                  <a:cubicBezTo>
                    <a:pt x="44" y="26"/>
                    <a:pt x="45" y="27"/>
                    <a:pt x="45" y="28"/>
                  </a:cubicBezTo>
                  <a:cubicBezTo>
                    <a:pt x="46" y="29"/>
                    <a:pt x="46" y="30"/>
                    <a:pt x="47" y="30"/>
                  </a:cubicBezTo>
                  <a:cubicBezTo>
                    <a:pt x="47" y="30"/>
                    <a:pt x="48" y="30"/>
                    <a:pt x="49" y="30"/>
                  </a:cubicBezTo>
                  <a:cubicBezTo>
                    <a:pt x="49" y="30"/>
                    <a:pt x="49" y="30"/>
                    <a:pt x="49" y="30"/>
                  </a:cubicBezTo>
                  <a:cubicBezTo>
                    <a:pt x="49" y="30"/>
                    <a:pt x="49" y="31"/>
                    <a:pt x="49" y="32"/>
                  </a:cubicBezTo>
                  <a:cubicBezTo>
                    <a:pt x="49" y="33"/>
                    <a:pt x="48" y="34"/>
                    <a:pt x="48" y="34"/>
                  </a:cubicBezTo>
                  <a:cubicBezTo>
                    <a:pt x="47" y="35"/>
                    <a:pt x="46" y="36"/>
                    <a:pt x="46" y="36"/>
                  </a:cubicBezTo>
                  <a:cubicBezTo>
                    <a:pt x="45" y="37"/>
                    <a:pt x="45" y="38"/>
                    <a:pt x="45" y="39"/>
                  </a:cubicBezTo>
                  <a:cubicBezTo>
                    <a:pt x="44" y="40"/>
                    <a:pt x="43" y="42"/>
                    <a:pt x="42" y="43"/>
                  </a:cubicBezTo>
                  <a:cubicBezTo>
                    <a:pt x="41" y="44"/>
                    <a:pt x="40" y="45"/>
                    <a:pt x="40" y="46"/>
                  </a:cubicBezTo>
                  <a:cubicBezTo>
                    <a:pt x="39" y="46"/>
                    <a:pt x="39" y="48"/>
                    <a:pt x="39" y="48"/>
                  </a:cubicBezTo>
                  <a:cubicBezTo>
                    <a:pt x="39" y="49"/>
                    <a:pt x="38" y="50"/>
                    <a:pt x="37" y="51"/>
                  </a:cubicBezTo>
                  <a:cubicBezTo>
                    <a:pt x="37" y="51"/>
                    <a:pt x="36" y="52"/>
                    <a:pt x="36" y="53"/>
                  </a:cubicBezTo>
                  <a:cubicBezTo>
                    <a:pt x="36" y="53"/>
                    <a:pt x="37" y="55"/>
                    <a:pt x="37" y="55"/>
                  </a:cubicBezTo>
                  <a:cubicBezTo>
                    <a:pt x="38" y="56"/>
                    <a:pt x="39" y="58"/>
                    <a:pt x="40" y="58"/>
                  </a:cubicBezTo>
                  <a:cubicBezTo>
                    <a:pt x="40" y="58"/>
                    <a:pt x="41" y="58"/>
                    <a:pt x="42" y="58"/>
                  </a:cubicBezTo>
                  <a:cubicBezTo>
                    <a:pt x="42" y="58"/>
                    <a:pt x="43" y="57"/>
                    <a:pt x="44" y="56"/>
                  </a:cubicBezTo>
                  <a:cubicBezTo>
                    <a:pt x="44" y="56"/>
                    <a:pt x="44" y="55"/>
                    <a:pt x="45" y="54"/>
                  </a:cubicBezTo>
                  <a:cubicBezTo>
                    <a:pt x="45" y="54"/>
                    <a:pt x="47" y="53"/>
                    <a:pt x="47" y="52"/>
                  </a:cubicBezTo>
                  <a:cubicBezTo>
                    <a:pt x="48" y="52"/>
                    <a:pt x="49" y="52"/>
                    <a:pt x="49" y="52"/>
                  </a:cubicBezTo>
                  <a:cubicBezTo>
                    <a:pt x="50" y="52"/>
                    <a:pt x="51" y="52"/>
                    <a:pt x="51" y="53"/>
                  </a:cubicBezTo>
                  <a:cubicBezTo>
                    <a:pt x="51" y="53"/>
                    <a:pt x="52" y="54"/>
                    <a:pt x="52" y="55"/>
                  </a:cubicBezTo>
                  <a:cubicBezTo>
                    <a:pt x="52" y="56"/>
                    <a:pt x="50" y="57"/>
                    <a:pt x="50" y="58"/>
                  </a:cubicBezTo>
                  <a:cubicBezTo>
                    <a:pt x="49" y="58"/>
                    <a:pt x="47" y="59"/>
                    <a:pt x="47" y="60"/>
                  </a:cubicBezTo>
                  <a:cubicBezTo>
                    <a:pt x="46" y="60"/>
                    <a:pt x="44" y="62"/>
                    <a:pt x="44" y="62"/>
                  </a:cubicBezTo>
                  <a:cubicBezTo>
                    <a:pt x="44" y="63"/>
                    <a:pt x="43" y="65"/>
                    <a:pt x="43" y="65"/>
                  </a:cubicBezTo>
                  <a:cubicBezTo>
                    <a:pt x="43" y="66"/>
                    <a:pt x="42" y="68"/>
                    <a:pt x="42" y="69"/>
                  </a:cubicBezTo>
                  <a:cubicBezTo>
                    <a:pt x="42" y="69"/>
                    <a:pt x="43" y="70"/>
                    <a:pt x="44" y="71"/>
                  </a:cubicBezTo>
                  <a:cubicBezTo>
                    <a:pt x="44" y="72"/>
                    <a:pt x="43" y="72"/>
                    <a:pt x="43" y="72"/>
                  </a:cubicBezTo>
                  <a:cubicBezTo>
                    <a:pt x="42" y="73"/>
                    <a:pt x="41" y="74"/>
                    <a:pt x="41" y="75"/>
                  </a:cubicBezTo>
                  <a:cubicBezTo>
                    <a:pt x="41" y="75"/>
                    <a:pt x="40" y="76"/>
                    <a:pt x="39" y="77"/>
                  </a:cubicBezTo>
                  <a:cubicBezTo>
                    <a:pt x="39" y="77"/>
                    <a:pt x="38" y="78"/>
                    <a:pt x="37" y="78"/>
                  </a:cubicBezTo>
                  <a:cubicBezTo>
                    <a:pt x="36" y="78"/>
                    <a:pt x="35" y="78"/>
                    <a:pt x="34" y="78"/>
                  </a:cubicBezTo>
                  <a:cubicBezTo>
                    <a:pt x="34" y="78"/>
                    <a:pt x="33" y="77"/>
                    <a:pt x="32" y="77"/>
                  </a:cubicBezTo>
                  <a:cubicBezTo>
                    <a:pt x="33" y="77"/>
                    <a:pt x="32" y="76"/>
                    <a:pt x="32" y="76"/>
                  </a:cubicBezTo>
                  <a:cubicBezTo>
                    <a:pt x="32" y="75"/>
                    <a:pt x="31" y="74"/>
                    <a:pt x="31" y="73"/>
                  </a:cubicBezTo>
                  <a:cubicBezTo>
                    <a:pt x="31" y="73"/>
                    <a:pt x="30" y="72"/>
                    <a:pt x="30" y="71"/>
                  </a:cubicBezTo>
                  <a:cubicBezTo>
                    <a:pt x="30" y="70"/>
                    <a:pt x="30" y="69"/>
                    <a:pt x="30" y="69"/>
                  </a:cubicBezTo>
                  <a:cubicBezTo>
                    <a:pt x="29" y="68"/>
                    <a:pt x="29" y="66"/>
                    <a:pt x="28" y="66"/>
                  </a:cubicBezTo>
                  <a:cubicBezTo>
                    <a:pt x="28" y="65"/>
                    <a:pt x="28" y="64"/>
                    <a:pt x="27" y="64"/>
                  </a:cubicBezTo>
                  <a:cubicBezTo>
                    <a:pt x="27" y="64"/>
                    <a:pt x="27" y="64"/>
                    <a:pt x="26" y="64"/>
                  </a:cubicBezTo>
                  <a:cubicBezTo>
                    <a:pt x="26" y="65"/>
                    <a:pt x="26" y="66"/>
                    <a:pt x="27" y="66"/>
                  </a:cubicBezTo>
                  <a:cubicBezTo>
                    <a:pt x="27" y="66"/>
                    <a:pt x="27" y="67"/>
                    <a:pt x="27" y="67"/>
                  </a:cubicBezTo>
                  <a:cubicBezTo>
                    <a:pt x="27" y="67"/>
                    <a:pt x="26" y="68"/>
                    <a:pt x="26" y="68"/>
                  </a:cubicBezTo>
                  <a:cubicBezTo>
                    <a:pt x="25" y="68"/>
                    <a:pt x="24" y="66"/>
                    <a:pt x="24" y="66"/>
                  </a:cubicBezTo>
                  <a:cubicBezTo>
                    <a:pt x="23" y="65"/>
                    <a:pt x="23" y="64"/>
                    <a:pt x="22" y="64"/>
                  </a:cubicBezTo>
                  <a:cubicBezTo>
                    <a:pt x="21" y="63"/>
                    <a:pt x="20" y="62"/>
                    <a:pt x="19" y="62"/>
                  </a:cubicBezTo>
                  <a:cubicBezTo>
                    <a:pt x="19" y="62"/>
                    <a:pt x="18" y="62"/>
                    <a:pt x="18" y="62"/>
                  </a:cubicBezTo>
                  <a:cubicBezTo>
                    <a:pt x="17" y="62"/>
                    <a:pt x="16" y="62"/>
                    <a:pt x="15" y="62"/>
                  </a:cubicBezTo>
                  <a:cubicBezTo>
                    <a:pt x="14" y="62"/>
                    <a:pt x="12" y="61"/>
                    <a:pt x="12" y="61"/>
                  </a:cubicBezTo>
                  <a:cubicBezTo>
                    <a:pt x="11" y="60"/>
                    <a:pt x="10" y="60"/>
                    <a:pt x="10" y="59"/>
                  </a:cubicBezTo>
                  <a:cubicBezTo>
                    <a:pt x="10" y="58"/>
                    <a:pt x="11" y="57"/>
                    <a:pt x="11" y="57"/>
                  </a:cubicBezTo>
                  <a:cubicBezTo>
                    <a:pt x="11" y="56"/>
                    <a:pt x="10" y="55"/>
                    <a:pt x="10" y="54"/>
                  </a:cubicBezTo>
                  <a:cubicBezTo>
                    <a:pt x="10" y="54"/>
                    <a:pt x="8" y="53"/>
                    <a:pt x="8" y="53"/>
                  </a:cubicBezTo>
                  <a:cubicBezTo>
                    <a:pt x="7" y="52"/>
                    <a:pt x="6" y="52"/>
                    <a:pt x="5" y="51"/>
                  </a:cubicBezTo>
                  <a:cubicBezTo>
                    <a:pt x="5" y="51"/>
                    <a:pt x="5" y="49"/>
                    <a:pt x="5" y="49"/>
                  </a:cubicBezTo>
                  <a:cubicBezTo>
                    <a:pt x="4" y="48"/>
                    <a:pt x="4" y="47"/>
                    <a:pt x="4" y="47"/>
                  </a:cubicBezTo>
                  <a:cubicBezTo>
                    <a:pt x="3" y="46"/>
                    <a:pt x="2" y="46"/>
                    <a:pt x="2" y="46"/>
                  </a:cubicBezTo>
                  <a:cubicBezTo>
                    <a:pt x="2" y="46"/>
                    <a:pt x="1" y="45"/>
                    <a:pt x="1" y="45"/>
                  </a:cubicBezTo>
                  <a:cubicBezTo>
                    <a:pt x="1" y="44"/>
                    <a:pt x="0" y="44"/>
                    <a:pt x="1" y="43"/>
                  </a:cubicBezTo>
                  <a:cubicBezTo>
                    <a:pt x="1" y="43"/>
                    <a:pt x="1" y="43"/>
                    <a:pt x="1" y="43"/>
                  </a:cubicBezTo>
                  <a:cubicBezTo>
                    <a:pt x="2" y="42"/>
                    <a:pt x="2" y="40"/>
                    <a:pt x="2" y="40"/>
                  </a:cubicBezTo>
                  <a:cubicBezTo>
                    <a:pt x="2" y="39"/>
                    <a:pt x="2" y="38"/>
                    <a:pt x="2" y="38"/>
                  </a:cubicBezTo>
                  <a:cubicBezTo>
                    <a:pt x="2" y="38"/>
                    <a:pt x="3" y="37"/>
                    <a:pt x="4" y="36"/>
                  </a:cubicBezTo>
                  <a:cubicBezTo>
                    <a:pt x="4" y="36"/>
                    <a:pt x="5" y="35"/>
                    <a:pt x="6" y="34"/>
                  </a:cubicBezTo>
                  <a:cubicBezTo>
                    <a:pt x="6" y="34"/>
                    <a:pt x="6" y="33"/>
                    <a:pt x="6" y="32"/>
                  </a:cubicBezTo>
                  <a:cubicBezTo>
                    <a:pt x="7" y="31"/>
                    <a:pt x="7" y="28"/>
                    <a:pt x="7" y="27"/>
                  </a:cubicBezTo>
                  <a:cubicBezTo>
                    <a:pt x="6" y="25"/>
                    <a:pt x="5" y="22"/>
                    <a:pt x="5" y="21"/>
                  </a:cubicBezTo>
                  <a:cubicBezTo>
                    <a:pt x="5" y="19"/>
                    <a:pt x="4" y="17"/>
                    <a:pt x="4" y="15"/>
                  </a:cubicBezTo>
                  <a:cubicBezTo>
                    <a:pt x="4" y="14"/>
                    <a:pt x="4" y="11"/>
                    <a:pt x="4" y="9"/>
                  </a:cubicBezTo>
                  <a:cubicBezTo>
                    <a:pt x="4" y="8"/>
                    <a:pt x="3" y="5"/>
                    <a:pt x="2" y="3"/>
                  </a:cubicBezTo>
                  <a:cubicBezTo>
                    <a:pt x="2" y="3"/>
                    <a:pt x="2" y="3"/>
                    <a:pt x="2" y="3"/>
                  </a:cubicBezTo>
                  <a:cubicBezTo>
                    <a:pt x="2" y="3"/>
                    <a:pt x="3" y="3"/>
                    <a:pt x="4" y="2"/>
                  </a:cubicBezTo>
                  <a:cubicBezTo>
                    <a:pt x="4" y="2"/>
                    <a:pt x="5" y="2"/>
                    <a:pt x="5" y="2"/>
                  </a:cubicBezTo>
                  <a:cubicBezTo>
                    <a:pt x="5" y="1"/>
                    <a:pt x="6" y="2"/>
                    <a:pt x="7" y="2"/>
                  </a:cubicBezTo>
                  <a:cubicBezTo>
                    <a:pt x="8" y="1"/>
                    <a:pt x="9" y="0"/>
                    <a:pt x="10" y="0"/>
                  </a:cubicBezTo>
                  <a:cubicBezTo>
                    <a:pt x="10" y="0"/>
                    <a:pt x="11" y="0"/>
                    <a:pt x="11" y="0"/>
                  </a:cubicBezTo>
                  <a:cubicBezTo>
                    <a:pt x="12" y="1"/>
                    <a:pt x="12" y="2"/>
                    <a:pt x="12" y="2"/>
                  </a:cubicBezTo>
                  <a:cubicBezTo>
                    <a:pt x="13" y="3"/>
                    <a:pt x="12" y="4"/>
                    <a:pt x="13" y="4"/>
                  </a:cubicBezTo>
                  <a:cubicBezTo>
                    <a:pt x="13" y="5"/>
                    <a:pt x="15" y="6"/>
                    <a:pt x="15" y="6"/>
                  </a:cubicBezTo>
                  <a:cubicBezTo>
                    <a:pt x="16" y="7"/>
                    <a:pt x="16" y="8"/>
                    <a:pt x="16" y="8"/>
                  </a:cubicBezTo>
                  <a:cubicBezTo>
                    <a:pt x="16" y="8"/>
                    <a:pt x="15" y="9"/>
                    <a:pt x="15" y="9"/>
                  </a:cubicBezTo>
                  <a:cubicBezTo>
                    <a:pt x="15" y="9"/>
                    <a:pt x="15" y="11"/>
                    <a:pt x="15" y="11"/>
                  </a:cubicBezTo>
                  <a:cubicBezTo>
                    <a:pt x="15" y="12"/>
                    <a:pt x="16" y="13"/>
                    <a:pt x="17" y="13"/>
                  </a:cubicBezTo>
                  <a:cubicBezTo>
                    <a:pt x="17" y="14"/>
                    <a:pt x="18" y="15"/>
                    <a:pt x="19" y="15"/>
                  </a:cubicBezTo>
                  <a:cubicBezTo>
                    <a:pt x="19" y="15"/>
                    <a:pt x="20" y="15"/>
                    <a:pt x="20" y="16"/>
                  </a:cubicBezTo>
                  <a:cubicBezTo>
                    <a:pt x="21" y="16"/>
                    <a:pt x="21" y="18"/>
                    <a:pt x="21" y="19"/>
                  </a:cubicBezTo>
                  <a:cubicBezTo>
                    <a:pt x="22" y="19"/>
                    <a:pt x="23" y="19"/>
                    <a:pt x="24" y="20"/>
                  </a:cubicBezTo>
                  <a:cubicBezTo>
                    <a:pt x="24" y="20"/>
                    <a:pt x="26" y="19"/>
                    <a:pt x="26" y="20"/>
                  </a:cubicBezTo>
                  <a:cubicBezTo>
                    <a:pt x="27" y="20"/>
                    <a:pt x="28" y="22"/>
                    <a:pt x="28" y="22"/>
                  </a:cubicBezTo>
                  <a:cubicBezTo>
                    <a:pt x="28" y="23"/>
                    <a:pt x="28" y="25"/>
                    <a:pt x="28" y="25"/>
                  </a:cubicBezTo>
                  <a:cubicBezTo>
                    <a:pt x="28" y="26"/>
                    <a:pt x="28" y="27"/>
                    <a:pt x="29" y="27"/>
                  </a:cubicBezTo>
                  <a:cubicBezTo>
                    <a:pt x="29" y="27"/>
                    <a:pt x="30" y="27"/>
                    <a:pt x="30" y="27"/>
                  </a:cubicBezTo>
                  <a:cubicBezTo>
                    <a:pt x="31" y="27"/>
                    <a:pt x="32" y="28"/>
                    <a:pt x="33" y="29"/>
                  </a:cubicBezTo>
                  <a:cubicBezTo>
                    <a:pt x="33" y="29"/>
                    <a:pt x="34" y="30"/>
                    <a:pt x="34" y="30"/>
                  </a:cubicBezTo>
                  <a:cubicBezTo>
                    <a:pt x="35" y="30"/>
                    <a:pt x="36" y="30"/>
                    <a:pt x="37" y="29"/>
                  </a:cubicBezTo>
                  <a:cubicBezTo>
                    <a:pt x="37" y="29"/>
                    <a:pt x="37" y="28"/>
                    <a:pt x="38" y="28"/>
                  </a:cubicBezTo>
                  <a:cubicBezTo>
                    <a:pt x="38" y="28"/>
                    <a:pt x="39" y="27"/>
                    <a:pt x="40" y="27"/>
                  </a:cubicBezTo>
                  <a:cubicBezTo>
                    <a:pt x="40" y="26"/>
                    <a:pt x="42" y="25"/>
                    <a:pt x="42" y="2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3" name="Freeform 263"/>
            <p:cNvSpPr>
              <a:spLocks/>
            </p:cNvSpPr>
            <p:nvPr/>
          </p:nvSpPr>
          <p:spPr bwMode="auto">
            <a:xfrm>
              <a:off x="1155701" y="2100263"/>
              <a:ext cx="79375" cy="130175"/>
            </a:xfrm>
            <a:custGeom>
              <a:avLst/>
              <a:gdLst/>
              <a:ahLst/>
              <a:cxnLst>
                <a:cxn ang="0">
                  <a:pos x="14" y="64"/>
                </a:cxn>
                <a:cxn ang="0">
                  <a:pos x="11" y="62"/>
                </a:cxn>
                <a:cxn ang="0">
                  <a:pos x="11" y="60"/>
                </a:cxn>
                <a:cxn ang="0">
                  <a:pos x="11" y="56"/>
                </a:cxn>
                <a:cxn ang="0">
                  <a:pos x="9" y="53"/>
                </a:cxn>
                <a:cxn ang="0">
                  <a:pos x="8" y="51"/>
                </a:cxn>
                <a:cxn ang="0">
                  <a:pos x="6" y="49"/>
                </a:cxn>
                <a:cxn ang="0">
                  <a:pos x="5" y="47"/>
                </a:cxn>
                <a:cxn ang="0">
                  <a:pos x="6" y="44"/>
                </a:cxn>
                <a:cxn ang="0">
                  <a:pos x="6" y="40"/>
                </a:cxn>
                <a:cxn ang="0">
                  <a:pos x="5" y="35"/>
                </a:cxn>
                <a:cxn ang="0">
                  <a:pos x="2" y="32"/>
                </a:cxn>
                <a:cxn ang="0">
                  <a:pos x="1" y="27"/>
                </a:cxn>
                <a:cxn ang="0">
                  <a:pos x="1" y="21"/>
                </a:cxn>
                <a:cxn ang="0">
                  <a:pos x="2" y="16"/>
                </a:cxn>
                <a:cxn ang="0">
                  <a:pos x="3" y="11"/>
                </a:cxn>
                <a:cxn ang="0">
                  <a:pos x="7" y="8"/>
                </a:cxn>
                <a:cxn ang="0">
                  <a:pos x="10" y="6"/>
                </a:cxn>
                <a:cxn ang="0">
                  <a:pos x="11" y="4"/>
                </a:cxn>
                <a:cxn ang="0">
                  <a:pos x="13" y="2"/>
                </a:cxn>
                <a:cxn ang="0">
                  <a:pos x="17" y="0"/>
                </a:cxn>
                <a:cxn ang="0">
                  <a:pos x="20" y="0"/>
                </a:cxn>
                <a:cxn ang="0">
                  <a:pos x="24" y="1"/>
                </a:cxn>
                <a:cxn ang="0">
                  <a:pos x="28" y="3"/>
                </a:cxn>
                <a:cxn ang="0">
                  <a:pos x="31" y="6"/>
                </a:cxn>
                <a:cxn ang="0">
                  <a:pos x="34" y="11"/>
                </a:cxn>
                <a:cxn ang="0">
                  <a:pos x="35" y="15"/>
                </a:cxn>
                <a:cxn ang="0">
                  <a:pos x="36" y="22"/>
                </a:cxn>
                <a:cxn ang="0">
                  <a:pos x="36" y="27"/>
                </a:cxn>
                <a:cxn ang="0">
                  <a:pos x="36" y="30"/>
                </a:cxn>
                <a:cxn ang="0">
                  <a:pos x="34" y="32"/>
                </a:cxn>
                <a:cxn ang="0">
                  <a:pos x="34" y="33"/>
                </a:cxn>
                <a:cxn ang="0">
                  <a:pos x="35" y="35"/>
                </a:cxn>
                <a:cxn ang="0">
                  <a:pos x="37" y="36"/>
                </a:cxn>
                <a:cxn ang="0">
                  <a:pos x="39" y="38"/>
                </a:cxn>
                <a:cxn ang="0">
                  <a:pos x="41" y="41"/>
                </a:cxn>
                <a:cxn ang="0">
                  <a:pos x="41" y="43"/>
                </a:cxn>
                <a:cxn ang="0">
                  <a:pos x="39" y="44"/>
                </a:cxn>
                <a:cxn ang="0">
                  <a:pos x="37" y="45"/>
                </a:cxn>
                <a:cxn ang="0">
                  <a:pos x="36" y="47"/>
                </a:cxn>
                <a:cxn ang="0">
                  <a:pos x="38" y="49"/>
                </a:cxn>
                <a:cxn ang="0">
                  <a:pos x="40" y="51"/>
                </a:cxn>
                <a:cxn ang="0">
                  <a:pos x="41" y="55"/>
                </a:cxn>
                <a:cxn ang="0">
                  <a:pos x="41" y="58"/>
                </a:cxn>
                <a:cxn ang="0">
                  <a:pos x="42" y="61"/>
                </a:cxn>
                <a:cxn ang="0">
                  <a:pos x="41" y="64"/>
                </a:cxn>
                <a:cxn ang="0">
                  <a:pos x="38" y="67"/>
                </a:cxn>
                <a:cxn ang="0">
                  <a:pos x="36" y="67"/>
                </a:cxn>
                <a:cxn ang="0">
                  <a:pos x="32" y="68"/>
                </a:cxn>
                <a:cxn ang="0">
                  <a:pos x="29" y="69"/>
                </a:cxn>
                <a:cxn ang="0">
                  <a:pos x="26" y="69"/>
                </a:cxn>
                <a:cxn ang="0">
                  <a:pos x="21" y="68"/>
                </a:cxn>
                <a:cxn ang="0">
                  <a:pos x="17" y="67"/>
                </a:cxn>
                <a:cxn ang="0">
                  <a:pos x="14" y="64"/>
                </a:cxn>
              </a:cxnLst>
              <a:rect l="0" t="0" r="r" b="b"/>
              <a:pathLst>
                <a:path w="42" h="69">
                  <a:moveTo>
                    <a:pt x="14" y="64"/>
                  </a:moveTo>
                  <a:cubicBezTo>
                    <a:pt x="13" y="64"/>
                    <a:pt x="12" y="63"/>
                    <a:pt x="11" y="62"/>
                  </a:cubicBezTo>
                  <a:cubicBezTo>
                    <a:pt x="11" y="62"/>
                    <a:pt x="11" y="60"/>
                    <a:pt x="11" y="60"/>
                  </a:cubicBezTo>
                  <a:cubicBezTo>
                    <a:pt x="10" y="59"/>
                    <a:pt x="11" y="57"/>
                    <a:pt x="11" y="56"/>
                  </a:cubicBezTo>
                  <a:cubicBezTo>
                    <a:pt x="10" y="55"/>
                    <a:pt x="10" y="54"/>
                    <a:pt x="9" y="53"/>
                  </a:cubicBezTo>
                  <a:cubicBezTo>
                    <a:pt x="9" y="52"/>
                    <a:pt x="8" y="51"/>
                    <a:pt x="8" y="51"/>
                  </a:cubicBezTo>
                  <a:cubicBezTo>
                    <a:pt x="7" y="51"/>
                    <a:pt x="6" y="49"/>
                    <a:pt x="6" y="49"/>
                  </a:cubicBezTo>
                  <a:cubicBezTo>
                    <a:pt x="6" y="49"/>
                    <a:pt x="5" y="48"/>
                    <a:pt x="5" y="47"/>
                  </a:cubicBezTo>
                  <a:cubicBezTo>
                    <a:pt x="5" y="47"/>
                    <a:pt x="6" y="45"/>
                    <a:pt x="6" y="44"/>
                  </a:cubicBezTo>
                  <a:cubicBezTo>
                    <a:pt x="6" y="43"/>
                    <a:pt x="6" y="41"/>
                    <a:pt x="6" y="40"/>
                  </a:cubicBezTo>
                  <a:cubicBezTo>
                    <a:pt x="6" y="39"/>
                    <a:pt x="5" y="36"/>
                    <a:pt x="5" y="35"/>
                  </a:cubicBezTo>
                  <a:cubicBezTo>
                    <a:pt x="4" y="34"/>
                    <a:pt x="3" y="33"/>
                    <a:pt x="2" y="32"/>
                  </a:cubicBezTo>
                  <a:cubicBezTo>
                    <a:pt x="2" y="31"/>
                    <a:pt x="1" y="29"/>
                    <a:pt x="1" y="27"/>
                  </a:cubicBezTo>
                  <a:cubicBezTo>
                    <a:pt x="0" y="26"/>
                    <a:pt x="1" y="22"/>
                    <a:pt x="1" y="21"/>
                  </a:cubicBezTo>
                  <a:cubicBezTo>
                    <a:pt x="1" y="19"/>
                    <a:pt x="2" y="17"/>
                    <a:pt x="2" y="16"/>
                  </a:cubicBezTo>
                  <a:cubicBezTo>
                    <a:pt x="2" y="15"/>
                    <a:pt x="3" y="12"/>
                    <a:pt x="3" y="11"/>
                  </a:cubicBezTo>
                  <a:cubicBezTo>
                    <a:pt x="4" y="10"/>
                    <a:pt x="6" y="9"/>
                    <a:pt x="7" y="8"/>
                  </a:cubicBezTo>
                  <a:cubicBezTo>
                    <a:pt x="7" y="7"/>
                    <a:pt x="9" y="7"/>
                    <a:pt x="10" y="6"/>
                  </a:cubicBezTo>
                  <a:cubicBezTo>
                    <a:pt x="10" y="6"/>
                    <a:pt x="11" y="4"/>
                    <a:pt x="11" y="4"/>
                  </a:cubicBezTo>
                  <a:cubicBezTo>
                    <a:pt x="12" y="3"/>
                    <a:pt x="13" y="2"/>
                    <a:pt x="13" y="2"/>
                  </a:cubicBezTo>
                  <a:cubicBezTo>
                    <a:pt x="14" y="1"/>
                    <a:pt x="16" y="0"/>
                    <a:pt x="17" y="0"/>
                  </a:cubicBezTo>
                  <a:cubicBezTo>
                    <a:pt x="18" y="0"/>
                    <a:pt x="19" y="0"/>
                    <a:pt x="20" y="0"/>
                  </a:cubicBezTo>
                  <a:cubicBezTo>
                    <a:pt x="21" y="0"/>
                    <a:pt x="23" y="1"/>
                    <a:pt x="24" y="1"/>
                  </a:cubicBezTo>
                  <a:cubicBezTo>
                    <a:pt x="25" y="2"/>
                    <a:pt x="27" y="2"/>
                    <a:pt x="28" y="3"/>
                  </a:cubicBezTo>
                  <a:cubicBezTo>
                    <a:pt x="29" y="4"/>
                    <a:pt x="30" y="5"/>
                    <a:pt x="31" y="6"/>
                  </a:cubicBezTo>
                  <a:cubicBezTo>
                    <a:pt x="32" y="7"/>
                    <a:pt x="33" y="10"/>
                    <a:pt x="34" y="11"/>
                  </a:cubicBezTo>
                  <a:cubicBezTo>
                    <a:pt x="34" y="12"/>
                    <a:pt x="35" y="14"/>
                    <a:pt x="35" y="15"/>
                  </a:cubicBezTo>
                  <a:cubicBezTo>
                    <a:pt x="35" y="17"/>
                    <a:pt x="36" y="20"/>
                    <a:pt x="36" y="22"/>
                  </a:cubicBezTo>
                  <a:cubicBezTo>
                    <a:pt x="36" y="23"/>
                    <a:pt x="36" y="26"/>
                    <a:pt x="36" y="27"/>
                  </a:cubicBezTo>
                  <a:cubicBezTo>
                    <a:pt x="36" y="28"/>
                    <a:pt x="36" y="29"/>
                    <a:pt x="36" y="30"/>
                  </a:cubicBezTo>
                  <a:cubicBezTo>
                    <a:pt x="35" y="30"/>
                    <a:pt x="35" y="31"/>
                    <a:pt x="34" y="32"/>
                  </a:cubicBezTo>
                  <a:cubicBezTo>
                    <a:pt x="34" y="32"/>
                    <a:pt x="34" y="33"/>
                    <a:pt x="34" y="33"/>
                  </a:cubicBezTo>
                  <a:cubicBezTo>
                    <a:pt x="34" y="34"/>
                    <a:pt x="34" y="35"/>
                    <a:pt x="35" y="35"/>
                  </a:cubicBezTo>
                  <a:cubicBezTo>
                    <a:pt x="35" y="35"/>
                    <a:pt x="36" y="36"/>
                    <a:pt x="37" y="36"/>
                  </a:cubicBezTo>
                  <a:cubicBezTo>
                    <a:pt x="37" y="37"/>
                    <a:pt x="38" y="37"/>
                    <a:pt x="39" y="38"/>
                  </a:cubicBezTo>
                  <a:cubicBezTo>
                    <a:pt x="40" y="39"/>
                    <a:pt x="41" y="40"/>
                    <a:pt x="41" y="41"/>
                  </a:cubicBezTo>
                  <a:cubicBezTo>
                    <a:pt x="41" y="41"/>
                    <a:pt x="41" y="43"/>
                    <a:pt x="41" y="43"/>
                  </a:cubicBezTo>
                  <a:cubicBezTo>
                    <a:pt x="41" y="44"/>
                    <a:pt x="39" y="44"/>
                    <a:pt x="39" y="44"/>
                  </a:cubicBezTo>
                  <a:cubicBezTo>
                    <a:pt x="38" y="45"/>
                    <a:pt x="37" y="45"/>
                    <a:pt x="37" y="45"/>
                  </a:cubicBezTo>
                  <a:cubicBezTo>
                    <a:pt x="36" y="45"/>
                    <a:pt x="36" y="46"/>
                    <a:pt x="36" y="47"/>
                  </a:cubicBezTo>
                  <a:cubicBezTo>
                    <a:pt x="36" y="47"/>
                    <a:pt x="38" y="48"/>
                    <a:pt x="38" y="49"/>
                  </a:cubicBezTo>
                  <a:cubicBezTo>
                    <a:pt x="39" y="49"/>
                    <a:pt x="40" y="50"/>
                    <a:pt x="40" y="51"/>
                  </a:cubicBezTo>
                  <a:cubicBezTo>
                    <a:pt x="40" y="52"/>
                    <a:pt x="41" y="54"/>
                    <a:pt x="41" y="55"/>
                  </a:cubicBezTo>
                  <a:cubicBezTo>
                    <a:pt x="41" y="55"/>
                    <a:pt x="41" y="57"/>
                    <a:pt x="41" y="58"/>
                  </a:cubicBezTo>
                  <a:cubicBezTo>
                    <a:pt x="41" y="59"/>
                    <a:pt x="42" y="60"/>
                    <a:pt x="42" y="61"/>
                  </a:cubicBezTo>
                  <a:cubicBezTo>
                    <a:pt x="42" y="62"/>
                    <a:pt x="42" y="64"/>
                    <a:pt x="41" y="64"/>
                  </a:cubicBezTo>
                  <a:cubicBezTo>
                    <a:pt x="41" y="65"/>
                    <a:pt x="39" y="66"/>
                    <a:pt x="38" y="67"/>
                  </a:cubicBezTo>
                  <a:cubicBezTo>
                    <a:pt x="38" y="67"/>
                    <a:pt x="36" y="67"/>
                    <a:pt x="36" y="67"/>
                  </a:cubicBezTo>
                  <a:cubicBezTo>
                    <a:pt x="35" y="67"/>
                    <a:pt x="33" y="68"/>
                    <a:pt x="32" y="68"/>
                  </a:cubicBezTo>
                  <a:cubicBezTo>
                    <a:pt x="32" y="69"/>
                    <a:pt x="30" y="69"/>
                    <a:pt x="29" y="69"/>
                  </a:cubicBezTo>
                  <a:cubicBezTo>
                    <a:pt x="28" y="69"/>
                    <a:pt x="27" y="69"/>
                    <a:pt x="26" y="69"/>
                  </a:cubicBezTo>
                  <a:cubicBezTo>
                    <a:pt x="25" y="69"/>
                    <a:pt x="22" y="69"/>
                    <a:pt x="21" y="68"/>
                  </a:cubicBezTo>
                  <a:cubicBezTo>
                    <a:pt x="20" y="68"/>
                    <a:pt x="18" y="67"/>
                    <a:pt x="17" y="67"/>
                  </a:cubicBezTo>
                  <a:cubicBezTo>
                    <a:pt x="16" y="66"/>
                    <a:pt x="14" y="65"/>
                    <a:pt x="14" y="6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4" name="Freeform 264"/>
            <p:cNvSpPr>
              <a:spLocks/>
            </p:cNvSpPr>
            <p:nvPr/>
          </p:nvSpPr>
          <p:spPr bwMode="auto">
            <a:xfrm>
              <a:off x="1233488" y="2184400"/>
              <a:ext cx="6350" cy="11113"/>
            </a:xfrm>
            <a:custGeom>
              <a:avLst/>
              <a:gdLst/>
              <a:ahLst/>
              <a:cxnLst>
                <a:cxn ang="0">
                  <a:pos x="4" y="5"/>
                </a:cxn>
                <a:cxn ang="0">
                  <a:pos x="4" y="3"/>
                </a:cxn>
                <a:cxn ang="0">
                  <a:pos x="2" y="2"/>
                </a:cxn>
                <a:cxn ang="0">
                  <a:pos x="1" y="0"/>
                </a:cxn>
                <a:cxn ang="0">
                  <a:pos x="0" y="0"/>
                </a:cxn>
                <a:cxn ang="0">
                  <a:pos x="0" y="2"/>
                </a:cxn>
                <a:cxn ang="0">
                  <a:pos x="0" y="4"/>
                </a:cxn>
                <a:cxn ang="0">
                  <a:pos x="2" y="5"/>
                </a:cxn>
                <a:cxn ang="0">
                  <a:pos x="3" y="6"/>
                </a:cxn>
                <a:cxn ang="0">
                  <a:pos x="4" y="5"/>
                </a:cxn>
              </a:cxnLst>
              <a:rect l="0" t="0" r="r" b="b"/>
              <a:pathLst>
                <a:path w="4" h="6">
                  <a:moveTo>
                    <a:pt x="4" y="5"/>
                  </a:moveTo>
                  <a:cubicBezTo>
                    <a:pt x="4" y="5"/>
                    <a:pt x="4" y="4"/>
                    <a:pt x="4" y="3"/>
                  </a:cubicBezTo>
                  <a:cubicBezTo>
                    <a:pt x="3" y="3"/>
                    <a:pt x="3" y="2"/>
                    <a:pt x="2" y="2"/>
                  </a:cubicBezTo>
                  <a:cubicBezTo>
                    <a:pt x="2" y="1"/>
                    <a:pt x="2" y="0"/>
                    <a:pt x="1" y="0"/>
                  </a:cubicBezTo>
                  <a:cubicBezTo>
                    <a:pt x="1" y="0"/>
                    <a:pt x="0" y="0"/>
                    <a:pt x="0" y="0"/>
                  </a:cubicBezTo>
                  <a:cubicBezTo>
                    <a:pt x="0" y="1"/>
                    <a:pt x="0" y="2"/>
                    <a:pt x="0" y="2"/>
                  </a:cubicBezTo>
                  <a:cubicBezTo>
                    <a:pt x="0" y="3"/>
                    <a:pt x="0" y="4"/>
                    <a:pt x="0" y="4"/>
                  </a:cubicBezTo>
                  <a:cubicBezTo>
                    <a:pt x="1" y="4"/>
                    <a:pt x="1" y="5"/>
                    <a:pt x="2" y="5"/>
                  </a:cubicBezTo>
                  <a:cubicBezTo>
                    <a:pt x="2" y="5"/>
                    <a:pt x="3" y="6"/>
                    <a:pt x="3" y="6"/>
                  </a:cubicBezTo>
                  <a:cubicBezTo>
                    <a:pt x="3" y="6"/>
                    <a:pt x="4" y="5"/>
                    <a:pt x="4"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5" name="Freeform 265"/>
            <p:cNvSpPr>
              <a:spLocks/>
            </p:cNvSpPr>
            <p:nvPr/>
          </p:nvSpPr>
          <p:spPr bwMode="auto">
            <a:xfrm>
              <a:off x="1139826" y="1692275"/>
              <a:ext cx="106363" cy="85725"/>
            </a:xfrm>
            <a:custGeom>
              <a:avLst/>
              <a:gdLst/>
              <a:ahLst/>
              <a:cxnLst>
                <a:cxn ang="0">
                  <a:pos x="55" y="10"/>
                </a:cxn>
                <a:cxn ang="0">
                  <a:pos x="54" y="14"/>
                </a:cxn>
                <a:cxn ang="0">
                  <a:pos x="53" y="18"/>
                </a:cxn>
                <a:cxn ang="0">
                  <a:pos x="52" y="22"/>
                </a:cxn>
                <a:cxn ang="0">
                  <a:pos x="53" y="24"/>
                </a:cxn>
                <a:cxn ang="0">
                  <a:pos x="51" y="28"/>
                </a:cxn>
                <a:cxn ang="0">
                  <a:pos x="47" y="33"/>
                </a:cxn>
                <a:cxn ang="0">
                  <a:pos x="43" y="39"/>
                </a:cxn>
                <a:cxn ang="0">
                  <a:pos x="37" y="44"/>
                </a:cxn>
                <a:cxn ang="0">
                  <a:pos x="33" y="44"/>
                </a:cxn>
                <a:cxn ang="0">
                  <a:pos x="30" y="42"/>
                </a:cxn>
                <a:cxn ang="0">
                  <a:pos x="26" y="42"/>
                </a:cxn>
                <a:cxn ang="0">
                  <a:pos x="21" y="40"/>
                </a:cxn>
                <a:cxn ang="0">
                  <a:pos x="17" y="40"/>
                </a:cxn>
                <a:cxn ang="0">
                  <a:pos x="16" y="43"/>
                </a:cxn>
                <a:cxn ang="0">
                  <a:pos x="11" y="43"/>
                </a:cxn>
                <a:cxn ang="0">
                  <a:pos x="10" y="39"/>
                </a:cxn>
                <a:cxn ang="0">
                  <a:pos x="9" y="36"/>
                </a:cxn>
                <a:cxn ang="0">
                  <a:pos x="7" y="39"/>
                </a:cxn>
                <a:cxn ang="0">
                  <a:pos x="4" y="41"/>
                </a:cxn>
                <a:cxn ang="0">
                  <a:pos x="5" y="38"/>
                </a:cxn>
                <a:cxn ang="0">
                  <a:pos x="2" y="39"/>
                </a:cxn>
                <a:cxn ang="0">
                  <a:pos x="0" y="39"/>
                </a:cxn>
                <a:cxn ang="0">
                  <a:pos x="2" y="36"/>
                </a:cxn>
                <a:cxn ang="0">
                  <a:pos x="5" y="33"/>
                </a:cxn>
                <a:cxn ang="0">
                  <a:pos x="9" y="28"/>
                </a:cxn>
                <a:cxn ang="0">
                  <a:pos x="13" y="30"/>
                </a:cxn>
                <a:cxn ang="0">
                  <a:pos x="16" y="32"/>
                </a:cxn>
                <a:cxn ang="0">
                  <a:pos x="19" y="30"/>
                </a:cxn>
                <a:cxn ang="0">
                  <a:pos x="24" y="26"/>
                </a:cxn>
                <a:cxn ang="0">
                  <a:pos x="29" y="23"/>
                </a:cxn>
                <a:cxn ang="0">
                  <a:pos x="32" y="21"/>
                </a:cxn>
                <a:cxn ang="0">
                  <a:pos x="29" y="21"/>
                </a:cxn>
                <a:cxn ang="0">
                  <a:pos x="24" y="24"/>
                </a:cxn>
                <a:cxn ang="0">
                  <a:pos x="18" y="27"/>
                </a:cxn>
                <a:cxn ang="0">
                  <a:pos x="16" y="27"/>
                </a:cxn>
                <a:cxn ang="0">
                  <a:pos x="13" y="26"/>
                </a:cxn>
                <a:cxn ang="0">
                  <a:pos x="11" y="22"/>
                </a:cxn>
                <a:cxn ang="0">
                  <a:pos x="13" y="19"/>
                </a:cxn>
                <a:cxn ang="0">
                  <a:pos x="15" y="20"/>
                </a:cxn>
                <a:cxn ang="0">
                  <a:pos x="16" y="18"/>
                </a:cxn>
                <a:cxn ang="0">
                  <a:pos x="16" y="14"/>
                </a:cxn>
                <a:cxn ang="0">
                  <a:pos x="18" y="9"/>
                </a:cxn>
                <a:cxn ang="0">
                  <a:pos x="23" y="5"/>
                </a:cxn>
                <a:cxn ang="0">
                  <a:pos x="28" y="7"/>
                </a:cxn>
                <a:cxn ang="0">
                  <a:pos x="32" y="10"/>
                </a:cxn>
                <a:cxn ang="0">
                  <a:pos x="38" y="11"/>
                </a:cxn>
                <a:cxn ang="0">
                  <a:pos x="39" y="8"/>
                </a:cxn>
                <a:cxn ang="0">
                  <a:pos x="40" y="4"/>
                </a:cxn>
                <a:cxn ang="0">
                  <a:pos x="42" y="0"/>
                </a:cxn>
                <a:cxn ang="0">
                  <a:pos x="45" y="2"/>
                </a:cxn>
                <a:cxn ang="0">
                  <a:pos x="49" y="5"/>
                </a:cxn>
                <a:cxn ang="0">
                  <a:pos x="54" y="8"/>
                </a:cxn>
              </a:cxnLst>
              <a:rect l="0" t="0" r="r" b="b"/>
              <a:pathLst>
                <a:path w="56" h="45">
                  <a:moveTo>
                    <a:pt x="55" y="8"/>
                  </a:moveTo>
                  <a:cubicBezTo>
                    <a:pt x="56" y="9"/>
                    <a:pt x="56" y="10"/>
                    <a:pt x="55" y="10"/>
                  </a:cubicBezTo>
                  <a:cubicBezTo>
                    <a:pt x="55" y="11"/>
                    <a:pt x="54" y="11"/>
                    <a:pt x="54" y="11"/>
                  </a:cubicBezTo>
                  <a:cubicBezTo>
                    <a:pt x="54" y="12"/>
                    <a:pt x="54" y="13"/>
                    <a:pt x="54" y="14"/>
                  </a:cubicBezTo>
                  <a:cubicBezTo>
                    <a:pt x="54" y="14"/>
                    <a:pt x="53" y="15"/>
                    <a:pt x="53" y="16"/>
                  </a:cubicBezTo>
                  <a:cubicBezTo>
                    <a:pt x="53" y="16"/>
                    <a:pt x="53" y="17"/>
                    <a:pt x="53" y="18"/>
                  </a:cubicBezTo>
                  <a:cubicBezTo>
                    <a:pt x="53" y="18"/>
                    <a:pt x="53" y="19"/>
                    <a:pt x="53" y="20"/>
                  </a:cubicBezTo>
                  <a:cubicBezTo>
                    <a:pt x="52" y="20"/>
                    <a:pt x="52" y="21"/>
                    <a:pt x="52" y="22"/>
                  </a:cubicBezTo>
                  <a:cubicBezTo>
                    <a:pt x="52" y="22"/>
                    <a:pt x="51" y="23"/>
                    <a:pt x="52" y="24"/>
                  </a:cubicBezTo>
                  <a:cubicBezTo>
                    <a:pt x="52" y="24"/>
                    <a:pt x="52" y="24"/>
                    <a:pt x="53" y="24"/>
                  </a:cubicBezTo>
                  <a:cubicBezTo>
                    <a:pt x="53" y="24"/>
                    <a:pt x="53" y="25"/>
                    <a:pt x="53" y="25"/>
                  </a:cubicBezTo>
                  <a:cubicBezTo>
                    <a:pt x="52" y="26"/>
                    <a:pt x="52" y="27"/>
                    <a:pt x="51" y="28"/>
                  </a:cubicBezTo>
                  <a:cubicBezTo>
                    <a:pt x="51" y="29"/>
                    <a:pt x="50" y="30"/>
                    <a:pt x="49" y="31"/>
                  </a:cubicBezTo>
                  <a:cubicBezTo>
                    <a:pt x="49" y="32"/>
                    <a:pt x="47" y="33"/>
                    <a:pt x="47" y="33"/>
                  </a:cubicBezTo>
                  <a:cubicBezTo>
                    <a:pt x="46" y="34"/>
                    <a:pt x="45" y="34"/>
                    <a:pt x="45" y="35"/>
                  </a:cubicBezTo>
                  <a:cubicBezTo>
                    <a:pt x="44" y="35"/>
                    <a:pt x="44" y="38"/>
                    <a:pt x="43" y="39"/>
                  </a:cubicBezTo>
                  <a:cubicBezTo>
                    <a:pt x="43" y="40"/>
                    <a:pt x="41" y="41"/>
                    <a:pt x="40" y="42"/>
                  </a:cubicBezTo>
                  <a:cubicBezTo>
                    <a:pt x="39" y="43"/>
                    <a:pt x="38" y="44"/>
                    <a:pt x="37" y="44"/>
                  </a:cubicBezTo>
                  <a:cubicBezTo>
                    <a:pt x="36" y="44"/>
                    <a:pt x="35" y="45"/>
                    <a:pt x="35" y="45"/>
                  </a:cubicBezTo>
                  <a:cubicBezTo>
                    <a:pt x="34" y="45"/>
                    <a:pt x="33" y="44"/>
                    <a:pt x="33" y="44"/>
                  </a:cubicBezTo>
                  <a:cubicBezTo>
                    <a:pt x="32" y="44"/>
                    <a:pt x="31" y="43"/>
                    <a:pt x="31" y="43"/>
                  </a:cubicBezTo>
                  <a:cubicBezTo>
                    <a:pt x="31" y="43"/>
                    <a:pt x="30" y="42"/>
                    <a:pt x="30" y="42"/>
                  </a:cubicBezTo>
                  <a:cubicBezTo>
                    <a:pt x="29" y="42"/>
                    <a:pt x="29" y="42"/>
                    <a:pt x="28" y="42"/>
                  </a:cubicBezTo>
                  <a:cubicBezTo>
                    <a:pt x="28" y="42"/>
                    <a:pt x="27" y="42"/>
                    <a:pt x="26" y="42"/>
                  </a:cubicBezTo>
                  <a:cubicBezTo>
                    <a:pt x="25" y="42"/>
                    <a:pt x="23" y="41"/>
                    <a:pt x="22" y="41"/>
                  </a:cubicBezTo>
                  <a:cubicBezTo>
                    <a:pt x="22" y="41"/>
                    <a:pt x="21" y="40"/>
                    <a:pt x="21" y="40"/>
                  </a:cubicBezTo>
                  <a:cubicBezTo>
                    <a:pt x="20" y="39"/>
                    <a:pt x="19" y="39"/>
                    <a:pt x="18" y="39"/>
                  </a:cubicBezTo>
                  <a:cubicBezTo>
                    <a:pt x="18" y="39"/>
                    <a:pt x="17" y="39"/>
                    <a:pt x="17" y="40"/>
                  </a:cubicBezTo>
                  <a:cubicBezTo>
                    <a:pt x="17" y="40"/>
                    <a:pt x="17" y="41"/>
                    <a:pt x="17" y="41"/>
                  </a:cubicBezTo>
                  <a:cubicBezTo>
                    <a:pt x="17" y="42"/>
                    <a:pt x="16" y="42"/>
                    <a:pt x="16" y="43"/>
                  </a:cubicBezTo>
                  <a:cubicBezTo>
                    <a:pt x="16" y="43"/>
                    <a:pt x="15" y="43"/>
                    <a:pt x="14" y="43"/>
                  </a:cubicBezTo>
                  <a:cubicBezTo>
                    <a:pt x="13" y="43"/>
                    <a:pt x="12" y="43"/>
                    <a:pt x="11" y="43"/>
                  </a:cubicBezTo>
                  <a:cubicBezTo>
                    <a:pt x="11" y="42"/>
                    <a:pt x="10" y="41"/>
                    <a:pt x="10" y="40"/>
                  </a:cubicBezTo>
                  <a:cubicBezTo>
                    <a:pt x="10" y="40"/>
                    <a:pt x="10" y="39"/>
                    <a:pt x="10" y="39"/>
                  </a:cubicBezTo>
                  <a:cubicBezTo>
                    <a:pt x="10" y="38"/>
                    <a:pt x="10" y="37"/>
                    <a:pt x="10" y="37"/>
                  </a:cubicBezTo>
                  <a:cubicBezTo>
                    <a:pt x="10" y="37"/>
                    <a:pt x="9" y="36"/>
                    <a:pt x="9" y="36"/>
                  </a:cubicBezTo>
                  <a:cubicBezTo>
                    <a:pt x="8" y="36"/>
                    <a:pt x="8" y="36"/>
                    <a:pt x="8" y="37"/>
                  </a:cubicBezTo>
                  <a:cubicBezTo>
                    <a:pt x="7" y="37"/>
                    <a:pt x="7" y="38"/>
                    <a:pt x="7" y="39"/>
                  </a:cubicBezTo>
                  <a:cubicBezTo>
                    <a:pt x="6" y="39"/>
                    <a:pt x="6" y="40"/>
                    <a:pt x="5" y="41"/>
                  </a:cubicBezTo>
                  <a:cubicBezTo>
                    <a:pt x="5" y="41"/>
                    <a:pt x="4" y="42"/>
                    <a:pt x="4" y="41"/>
                  </a:cubicBezTo>
                  <a:cubicBezTo>
                    <a:pt x="3" y="41"/>
                    <a:pt x="4" y="40"/>
                    <a:pt x="4" y="39"/>
                  </a:cubicBezTo>
                  <a:cubicBezTo>
                    <a:pt x="4" y="39"/>
                    <a:pt x="5" y="38"/>
                    <a:pt x="5" y="38"/>
                  </a:cubicBezTo>
                  <a:cubicBezTo>
                    <a:pt x="5" y="38"/>
                    <a:pt x="4" y="37"/>
                    <a:pt x="4" y="37"/>
                  </a:cubicBezTo>
                  <a:cubicBezTo>
                    <a:pt x="4" y="37"/>
                    <a:pt x="3" y="39"/>
                    <a:pt x="2" y="39"/>
                  </a:cubicBezTo>
                  <a:cubicBezTo>
                    <a:pt x="2" y="39"/>
                    <a:pt x="2" y="40"/>
                    <a:pt x="2" y="40"/>
                  </a:cubicBezTo>
                  <a:cubicBezTo>
                    <a:pt x="1" y="40"/>
                    <a:pt x="1" y="39"/>
                    <a:pt x="0" y="39"/>
                  </a:cubicBezTo>
                  <a:cubicBezTo>
                    <a:pt x="0" y="39"/>
                    <a:pt x="0" y="38"/>
                    <a:pt x="0" y="38"/>
                  </a:cubicBezTo>
                  <a:cubicBezTo>
                    <a:pt x="1" y="37"/>
                    <a:pt x="1" y="37"/>
                    <a:pt x="2" y="36"/>
                  </a:cubicBezTo>
                  <a:cubicBezTo>
                    <a:pt x="2" y="36"/>
                    <a:pt x="3" y="35"/>
                    <a:pt x="3" y="35"/>
                  </a:cubicBezTo>
                  <a:cubicBezTo>
                    <a:pt x="4" y="35"/>
                    <a:pt x="5" y="34"/>
                    <a:pt x="5" y="33"/>
                  </a:cubicBezTo>
                  <a:cubicBezTo>
                    <a:pt x="5" y="33"/>
                    <a:pt x="6" y="31"/>
                    <a:pt x="6" y="31"/>
                  </a:cubicBezTo>
                  <a:cubicBezTo>
                    <a:pt x="7" y="30"/>
                    <a:pt x="8" y="29"/>
                    <a:pt x="9" y="28"/>
                  </a:cubicBezTo>
                  <a:cubicBezTo>
                    <a:pt x="10" y="28"/>
                    <a:pt x="11" y="28"/>
                    <a:pt x="11" y="28"/>
                  </a:cubicBezTo>
                  <a:cubicBezTo>
                    <a:pt x="12" y="29"/>
                    <a:pt x="12" y="30"/>
                    <a:pt x="13" y="30"/>
                  </a:cubicBezTo>
                  <a:cubicBezTo>
                    <a:pt x="13" y="31"/>
                    <a:pt x="13" y="32"/>
                    <a:pt x="14" y="32"/>
                  </a:cubicBezTo>
                  <a:cubicBezTo>
                    <a:pt x="14" y="32"/>
                    <a:pt x="15" y="32"/>
                    <a:pt x="16" y="32"/>
                  </a:cubicBezTo>
                  <a:cubicBezTo>
                    <a:pt x="16" y="32"/>
                    <a:pt x="17" y="31"/>
                    <a:pt x="18" y="31"/>
                  </a:cubicBezTo>
                  <a:cubicBezTo>
                    <a:pt x="18" y="30"/>
                    <a:pt x="19" y="30"/>
                    <a:pt x="19" y="30"/>
                  </a:cubicBezTo>
                  <a:cubicBezTo>
                    <a:pt x="20" y="29"/>
                    <a:pt x="21" y="29"/>
                    <a:pt x="22" y="28"/>
                  </a:cubicBezTo>
                  <a:cubicBezTo>
                    <a:pt x="23" y="28"/>
                    <a:pt x="23" y="27"/>
                    <a:pt x="24" y="26"/>
                  </a:cubicBezTo>
                  <a:cubicBezTo>
                    <a:pt x="24" y="26"/>
                    <a:pt x="26" y="25"/>
                    <a:pt x="26" y="25"/>
                  </a:cubicBezTo>
                  <a:cubicBezTo>
                    <a:pt x="27" y="24"/>
                    <a:pt x="28" y="24"/>
                    <a:pt x="29" y="23"/>
                  </a:cubicBezTo>
                  <a:cubicBezTo>
                    <a:pt x="29" y="23"/>
                    <a:pt x="31" y="23"/>
                    <a:pt x="31" y="23"/>
                  </a:cubicBezTo>
                  <a:cubicBezTo>
                    <a:pt x="32" y="23"/>
                    <a:pt x="33" y="22"/>
                    <a:pt x="32" y="21"/>
                  </a:cubicBezTo>
                  <a:cubicBezTo>
                    <a:pt x="32" y="21"/>
                    <a:pt x="31" y="20"/>
                    <a:pt x="31" y="20"/>
                  </a:cubicBezTo>
                  <a:cubicBezTo>
                    <a:pt x="31" y="20"/>
                    <a:pt x="29" y="21"/>
                    <a:pt x="29" y="21"/>
                  </a:cubicBezTo>
                  <a:cubicBezTo>
                    <a:pt x="28" y="21"/>
                    <a:pt x="27" y="21"/>
                    <a:pt x="27" y="21"/>
                  </a:cubicBezTo>
                  <a:cubicBezTo>
                    <a:pt x="26" y="22"/>
                    <a:pt x="25" y="23"/>
                    <a:pt x="24" y="24"/>
                  </a:cubicBezTo>
                  <a:cubicBezTo>
                    <a:pt x="23" y="24"/>
                    <a:pt x="22" y="26"/>
                    <a:pt x="21" y="26"/>
                  </a:cubicBezTo>
                  <a:cubicBezTo>
                    <a:pt x="21" y="26"/>
                    <a:pt x="19" y="27"/>
                    <a:pt x="18" y="27"/>
                  </a:cubicBezTo>
                  <a:cubicBezTo>
                    <a:pt x="18" y="27"/>
                    <a:pt x="17" y="26"/>
                    <a:pt x="17" y="26"/>
                  </a:cubicBezTo>
                  <a:cubicBezTo>
                    <a:pt x="17" y="26"/>
                    <a:pt x="16" y="27"/>
                    <a:pt x="16" y="27"/>
                  </a:cubicBezTo>
                  <a:cubicBezTo>
                    <a:pt x="15" y="27"/>
                    <a:pt x="15" y="28"/>
                    <a:pt x="14" y="28"/>
                  </a:cubicBezTo>
                  <a:cubicBezTo>
                    <a:pt x="14" y="28"/>
                    <a:pt x="13" y="27"/>
                    <a:pt x="13" y="26"/>
                  </a:cubicBezTo>
                  <a:cubicBezTo>
                    <a:pt x="13" y="26"/>
                    <a:pt x="12" y="25"/>
                    <a:pt x="12" y="24"/>
                  </a:cubicBezTo>
                  <a:cubicBezTo>
                    <a:pt x="12" y="23"/>
                    <a:pt x="11" y="22"/>
                    <a:pt x="11" y="22"/>
                  </a:cubicBezTo>
                  <a:cubicBezTo>
                    <a:pt x="11" y="21"/>
                    <a:pt x="12" y="21"/>
                    <a:pt x="12" y="20"/>
                  </a:cubicBezTo>
                  <a:cubicBezTo>
                    <a:pt x="12" y="20"/>
                    <a:pt x="13" y="20"/>
                    <a:pt x="13" y="19"/>
                  </a:cubicBezTo>
                  <a:cubicBezTo>
                    <a:pt x="13" y="19"/>
                    <a:pt x="14" y="19"/>
                    <a:pt x="14" y="19"/>
                  </a:cubicBezTo>
                  <a:cubicBezTo>
                    <a:pt x="14" y="20"/>
                    <a:pt x="15" y="20"/>
                    <a:pt x="15" y="20"/>
                  </a:cubicBezTo>
                  <a:cubicBezTo>
                    <a:pt x="15" y="20"/>
                    <a:pt x="16" y="20"/>
                    <a:pt x="16" y="20"/>
                  </a:cubicBezTo>
                  <a:cubicBezTo>
                    <a:pt x="16" y="20"/>
                    <a:pt x="16" y="19"/>
                    <a:pt x="16" y="18"/>
                  </a:cubicBezTo>
                  <a:cubicBezTo>
                    <a:pt x="16" y="18"/>
                    <a:pt x="16" y="17"/>
                    <a:pt x="15" y="17"/>
                  </a:cubicBezTo>
                  <a:cubicBezTo>
                    <a:pt x="15" y="16"/>
                    <a:pt x="16" y="14"/>
                    <a:pt x="16" y="14"/>
                  </a:cubicBezTo>
                  <a:cubicBezTo>
                    <a:pt x="16" y="13"/>
                    <a:pt x="16" y="12"/>
                    <a:pt x="16" y="11"/>
                  </a:cubicBezTo>
                  <a:cubicBezTo>
                    <a:pt x="17" y="11"/>
                    <a:pt x="18" y="9"/>
                    <a:pt x="18" y="9"/>
                  </a:cubicBezTo>
                  <a:cubicBezTo>
                    <a:pt x="19" y="8"/>
                    <a:pt x="21" y="6"/>
                    <a:pt x="22" y="6"/>
                  </a:cubicBezTo>
                  <a:cubicBezTo>
                    <a:pt x="22" y="5"/>
                    <a:pt x="22" y="5"/>
                    <a:pt x="23" y="5"/>
                  </a:cubicBezTo>
                  <a:cubicBezTo>
                    <a:pt x="23" y="5"/>
                    <a:pt x="25" y="6"/>
                    <a:pt x="25" y="6"/>
                  </a:cubicBezTo>
                  <a:cubicBezTo>
                    <a:pt x="26" y="6"/>
                    <a:pt x="27" y="7"/>
                    <a:pt x="28" y="7"/>
                  </a:cubicBezTo>
                  <a:cubicBezTo>
                    <a:pt x="28" y="8"/>
                    <a:pt x="29" y="9"/>
                    <a:pt x="30" y="9"/>
                  </a:cubicBezTo>
                  <a:cubicBezTo>
                    <a:pt x="30" y="9"/>
                    <a:pt x="31" y="9"/>
                    <a:pt x="32" y="10"/>
                  </a:cubicBezTo>
                  <a:cubicBezTo>
                    <a:pt x="33" y="10"/>
                    <a:pt x="34" y="11"/>
                    <a:pt x="35" y="11"/>
                  </a:cubicBezTo>
                  <a:cubicBezTo>
                    <a:pt x="35" y="12"/>
                    <a:pt x="37" y="12"/>
                    <a:pt x="38" y="11"/>
                  </a:cubicBezTo>
                  <a:cubicBezTo>
                    <a:pt x="38" y="11"/>
                    <a:pt x="38" y="10"/>
                    <a:pt x="38" y="10"/>
                  </a:cubicBezTo>
                  <a:cubicBezTo>
                    <a:pt x="39" y="10"/>
                    <a:pt x="39" y="9"/>
                    <a:pt x="39" y="8"/>
                  </a:cubicBezTo>
                  <a:cubicBezTo>
                    <a:pt x="39" y="8"/>
                    <a:pt x="39" y="7"/>
                    <a:pt x="40" y="7"/>
                  </a:cubicBezTo>
                  <a:cubicBezTo>
                    <a:pt x="40" y="6"/>
                    <a:pt x="40" y="5"/>
                    <a:pt x="40" y="4"/>
                  </a:cubicBezTo>
                  <a:cubicBezTo>
                    <a:pt x="40" y="3"/>
                    <a:pt x="40" y="2"/>
                    <a:pt x="41" y="2"/>
                  </a:cubicBezTo>
                  <a:cubicBezTo>
                    <a:pt x="41" y="1"/>
                    <a:pt x="41" y="0"/>
                    <a:pt x="42" y="0"/>
                  </a:cubicBezTo>
                  <a:cubicBezTo>
                    <a:pt x="42" y="0"/>
                    <a:pt x="44" y="0"/>
                    <a:pt x="44" y="0"/>
                  </a:cubicBezTo>
                  <a:cubicBezTo>
                    <a:pt x="45" y="0"/>
                    <a:pt x="45" y="2"/>
                    <a:pt x="45" y="2"/>
                  </a:cubicBezTo>
                  <a:cubicBezTo>
                    <a:pt x="46" y="2"/>
                    <a:pt x="47" y="2"/>
                    <a:pt x="47" y="2"/>
                  </a:cubicBezTo>
                  <a:cubicBezTo>
                    <a:pt x="48" y="3"/>
                    <a:pt x="48" y="4"/>
                    <a:pt x="49" y="5"/>
                  </a:cubicBezTo>
                  <a:cubicBezTo>
                    <a:pt x="49" y="6"/>
                    <a:pt x="50" y="7"/>
                    <a:pt x="51" y="7"/>
                  </a:cubicBezTo>
                  <a:cubicBezTo>
                    <a:pt x="51" y="8"/>
                    <a:pt x="53" y="8"/>
                    <a:pt x="54" y="8"/>
                  </a:cubicBezTo>
                  <a:cubicBezTo>
                    <a:pt x="54" y="8"/>
                    <a:pt x="55" y="8"/>
                    <a:pt x="55"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6" name="Freeform 266"/>
            <p:cNvSpPr>
              <a:spLocks/>
            </p:cNvSpPr>
            <p:nvPr/>
          </p:nvSpPr>
          <p:spPr bwMode="auto">
            <a:xfrm>
              <a:off x="1055688" y="1708150"/>
              <a:ext cx="319088" cy="579438"/>
            </a:xfrm>
            <a:custGeom>
              <a:avLst/>
              <a:gdLst/>
              <a:ahLst/>
              <a:cxnLst>
                <a:cxn ang="0">
                  <a:pos x="25" y="139"/>
                </a:cxn>
                <a:cxn ang="0">
                  <a:pos x="20" y="148"/>
                </a:cxn>
                <a:cxn ang="0">
                  <a:pos x="13" y="152"/>
                </a:cxn>
                <a:cxn ang="0">
                  <a:pos x="23" y="132"/>
                </a:cxn>
                <a:cxn ang="0">
                  <a:pos x="37" y="126"/>
                </a:cxn>
                <a:cxn ang="0">
                  <a:pos x="34" y="110"/>
                </a:cxn>
                <a:cxn ang="0">
                  <a:pos x="31" y="108"/>
                </a:cxn>
                <a:cxn ang="0">
                  <a:pos x="37" y="86"/>
                </a:cxn>
                <a:cxn ang="0">
                  <a:pos x="44" y="76"/>
                </a:cxn>
                <a:cxn ang="0">
                  <a:pos x="33" y="77"/>
                </a:cxn>
                <a:cxn ang="0">
                  <a:pos x="41" y="61"/>
                </a:cxn>
                <a:cxn ang="0">
                  <a:pos x="40" y="55"/>
                </a:cxn>
                <a:cxn ang="0">
                  <a:pos x="52" y="35"/>
                </a:cxn>
                <a:cxn ang="0">
                  <a:pos x="76" y="37"/>
                </a:cxn>
                <a:cxn ang="0">
                  <a:pos x="91" y="33"/>
                </a:cxn>
                <a:cxn ang="0">
                  <a:pos x="109" y="12"/>
                </a:cxn>
                <a:cxn ang="0">
                  <a:pos x="140" y="7"/>
                </a:cxn>
                <a:cxn ang="0">
                  <a:pos x="163" y="3"/>
                </a:cxn>
                <a:cxn ang="0">
                  <a:pos x="156" y="14"/>
                </a:cxn>
                <a:cxn ang="0">
                  <a:pos x="151" y="30"/>
                </a:cxn>
                <a:cxn ang="0">
                  <a:pos x="140" y="40"/>
                </a:cxn>
                <a:cxn ang="0">
                  <a:pos x="130" y="57"/>
                </a:cxn>
                <a:cxn ang="0">
                  <a:pos x="142" y="68"/>
                </a:cxn>
                <a:cxn ang="0">
                  <a:pos x="152" y="80"/>
                </a:cxn>
                <a:cxn ang="0">
                  <a:pos x="157" y="112"/>
                </a:cxn>
                <a:cxn ang="0">
                  <a:pos x="159" y="133"/>
                </a:cxn>
                <a:cxn ang="0">
                  <a:pos x="139" y="140"/>
                </a:cxn>
                <a:cxn ang="0">
                  <a:pos x="133" y="137"/>
                </a:cxn>
                <a:cxn ang="0">
                  <a:pos x="124" y="129"/>
                </a:cxn>
                <a:cxn ang="0">
                  <a:pos x="133" y="104"/>
                </a:cxn>
                <a:cxn ang="0">
                  <a:pos x="121" y="108"/>
                </a:cxn>
                <a:cxn ang="0">
                  <a:pos x="120" y="144"/>
                </a:cxn>
                <a:cxn ang="0">
                  <a:pos x="120" y="154"/>
                </a:cxn>
                <a:cxn ang="0">
                  <a:pos x="101" y="166"/>
                </a:cxn>
                <a:cxn ang="0">
                  <a:pos x="93" y="151"/>
                </a:cxn>
                <a:cxn ang="0">
                  <a:pos x="84" y="151"/>
                </a:cxn>
                <a:cxn ang="0">
                  <a:pos x="79" y="173"/>
                </a:cxn>
                <a:cxn ang="0">
                  <a:pos x="66" y="174"/>
                </a:cxn>
                <a:cxn ang="0">
                  <a:pos x="64" y="150"/>
                </a:cxn>
                <a:cxn ang="0">
                  <a:pos x="82" y="111"/>
                </a:cxn>
                <a:cxn ang="0">
                  <a:pos x="113" y="84"/>
                </a:cxn>
                <a:cxn ang="0">
                  <a:pos x="98" y="92"/>
                </a:cxn>
                <a:cxn ang="0">
                  <a:pos x="74" y="119"/>
                </a:cxn>
                <a:cxn ang="0">
                  <a:pos x="56" y="140"/>
                </a:cxn>
                <a:cxn ang="0">
                  <a:pos x="51" y="151"/>
                </a:cxn>
                <a:cxn ang="0">
                  <a:pos x="64" y="198"/>
                </a:cxn>
                <a:cxn ang="0">
                  <a:pos x="42" y="226"/>
                </a:cxn>
                <a:cxn ang="0">
                  <a:pos x="42" y="245"/>
                </a:cxn>
                <a:cxn ang="0">
                  <a:pos x="33" y="273"/>
                </a:cxn>
                <a:cxn ang="0">
                  <a:pos x="35" y="293"/>
                </a:cxn>
                <a:cxn ang="0">
                  <a:pos x="9" y="307"/>
                </a:cxn>
                <a:cxn ang="0">
                  <a:pos x="7" y="276"/>
                </a:cxn>
                <a:cxn ang="0">
                  <a:pos x="14" y="252"/>
                </a:cxn>
                <a:cxn ang="0">
                  <a:pos x="21" y="220"/>
                </a:cxn>
                <a:cxn ang="0">
                  <a:pos x="33" y="197"/>
                </a:cxn>
                <a:cxn ang="0">
                  <a:pos x="35" y="192"/>
                </a:cxn>
                <a:cxn ang="0">
                  <a:pos x="19" y="185"/>
                </a:cxn>
                <a:cxn ang="0">
                  <a:pos x="26" y="157"/>
                </a:cxn>
                <a:cxn ang="0">
                  <a:pos x="19" y="155"/>
                </a:cxn>
                <a:cxn ang="0">
                  <a:pos x="32" y="133"/>
                </a:cxn>
              </a:cxnLst>
              <a:rect l="0" t="0" r="r" b="b"/>
              <a:pathLst>
                <a:path w="169" h="308">
                  <a:moveTo>
                    <a:pt x="31" y="131"/>
                  </a:moveTo>
                  <a:cubicBezTo>
                    <a:pt x="31" y="131"/>
                    <a:pt x="31" y="131"/>
                    <a:pt x="30" y="131"/>
                  </a:cubicBezTo>
                  <a:cubicBezTo>
                    <a:pt x="30" y="131"/>
                    <a:pt x="31" y="130"/>
                    <a:pt x="31" y="130"/>
                  </a:cubicBezTo>
                  <a:cubicBezTo>
                    <a:pt x="31" y="130"/>
                    <a:pt x="32" y="129"/>
                    <a:pt x="32" y="129"/>
                  </a:cubicBezTo>
                  <a:cubicBezTo>
                    <a:pt x="32" y="129"/>
                    <a:pt x="31" y="128"/>
                    <a:pt x="30" y="128"/>
                  </a:cubicBezTo>
                  <a:cubicBezTo>
                    <a:pt x="30" y="129"/>
                    <a:pt x="29" y="129"/>
                    <a:pt x="29" y="130"/>
                  </a:cubicBezTo>
                  <a:cubicBezTo>
                    <a:pt x="29" y="130"/>
                    <a:pt x="28" y="131"/>
                    <a:pt x="28" y="132"/>
                  </a:cubicBezTo>
                  <a:cubicBezTo>
                    <a:pt x="28" y="132"/>
                    <a:pt x="28" y="133"/>
                    <a:pt x="28" y="133"/>
                  </a:cubicBezTo>
                  <a:cubicBezTo>
                    <a:pt x="27" y="134"/>
                    <a:pt x="27" y="135"/>
                    <a:pt x="27" y="135"/>
                  </a:cubicBezTo>
                  <a:cubicBezTo>
                    <a:pt x="27" y="136"/>
                    <a:pt x="27" y="137"/>
                    <a:pt x="27" y="138"/>
                  </a:cubicBezTo>
                  <a:cubicBezTo>
                    <a:pt x="26" y="138"/>
                    <a:pt x="25" y="139"/>
                    <a:pt x="25" y="139"/>
                  </a:cubicBezTo>
                  <a:cubicBezTo>
                    <a:pt x="25" y="140"/>
                    <a:pt x="24" y="141"/>
                    <a:pt x="24" y="142"/>
                  </a:cubicBezTo>
                  <a:cubicBezTo>
                    <a:pt x="24" y="142"/>
                    <a:pt x="24" y="143"/>
                    <a:pt x="24" y="144"/>
                  </a:cubicBezTo>
                  <a:cubicBezTo>
                    <a:pt x="24" y="144"/>
                    <a:pt x="23" y="144"/>
                    <a:pt x="22" y="144"/>
                  </a:cubicBezTo>
                  <a:cubicBezTo>
                    <a:pt x="22" y="145"/>
                    <a:pt x="22" y="146"/>
                    <a:pt x="21" y="146"/>
                  </a:cubicBezTo>
                  <a:cubicBezTo>
                    <a:pt x="21" y="146"/>
                    <a:pt x="21" y="145"/>
                    <a:pt x="21" y="145"/>
                  </a:cubicBezTo>
                  <a:cubicBezTo>
                    <a:pt x="21" y="145"/>
                    <a:pt x="21" y="144"/>
                    <a:pt x="21" y="144"/>
                  </a:cubicBezTo>
                  <a:cubicBezTo>
                    <a:pt x="21" y="144"/>
                    <a:pt x="21" y="143"/>
                    <a:pt x="21" y="143"/>
                  </a:cubicBezTo>
                  <a:cubicBezTo>
                    <a:pt x="21" y="143"/>
                    <a:pt x="20" y="143"/>
                    <a:pt x="20" y="144"/>
                  </a:cubicBezTo>
                  <a:cubicBezTo>
                    <a:pt x="19" y="144"/>
                    <a:pt x="19" y="145"/>
                    <a:pt x="19" y="146"/>
                  </a:cubicBezTo>
                  <a:cubicBezTo>
                    <a:pt x="19" y="146"/>
                    <a:pt x="19" y="147"/>
                    <a:pt x="19" y="148"/>
                  </a:cubicBezTo>
                  <a:cubicBezTo>
                    <a:pt x="19" y="148"/>
                    <a:pt x="20" y="148"/>
                    <a:pt x="20" y="148"/>
                  </a:cubicBezTo>
                  <a:cubicBezTo>
                    <a:pt x="20" y="149"/>
                    <a:pt x="20" y="150"/>
                    <a:pt x="20" y="150"/>
                  </a:cubicBezTo>
                  <a:cubicBezTo>
                    <a:pt x="20" y="150"/>
                    <a:pt x="18" y="151"/>
                    <a:pt x="18" y="152"/>
                  </a:cubicBezTo>
                  <a:cubicBezTo>
                    <a:pt x="18" y="152"/>
                    <a:pt x="18" y="153"/>
                    <a:pt x="18" y="153"/>
                  </a:cubicBezTo>
                  <a:cubicBezTo>
                    <a:pt x="18" y="154"/>
                    <a:pt x="17" y="155"/>
                    <a:pt x="17" y="155"/>
                  </a:cubicBezTo>
                  <a:cubicBezTo>
                    <a:pt x="17" y="156"/>
                    <a:pt x="16" y="157"/>
                    <a:pt x="15" y="157"/>
                  </a:cubicBezTo>
                  <a:cubicBezTo>
                    <a:pt x="15" y="157"/>
                    <a:pt x="15" y="156"/>
                    <a:pt x="15" y="156"/>
                  </a:cubicBezTo>
                  <a:cubicBezTo>
                    <a:pt x="15" y="155"/>
                    <a:pt x="15" y="155"/>
                    <a:pt x="15" y="154"/>
                  </a:cubicBezTo>
                  <a:cubicBezTo>
                    <a:pt x="15" y="154"/>
                    <a:pt x="16" y="153"/>
                    <a:pt x="16" y="153"/>
                  </a:cubicBezTo>
                  <a:cubicBezTo>
                    <a:pt x="16" y="152"/>
                    <a:pt x="16" y="151"/>
                    <a:pt x="15" y="151"/>
                  </a:cubicBezTo>
                  <a:cubicBezTo>
                    <a:pt x="15" y="151"/>
                    <a:pt x="15" y="152"/>
                    <a:pt x="14" y="152"/>
                  </a:cubicBezTo>
                  <a:cubicBezTo>
                    <a:pt x="14" y="152"/>
                    <a:pt x="14" y="152"/>
                    <a:pt x="13" y="152"/>
                  </a:cubicBezTo>
                  <a:cubicBezTo>
                    <a:pt x="13" y="152"/>
                    <a:pt x="14" y="151"/>
                    <a:pt x="14" y="150"/>
                  </a:cubicBezTo>
                  <a:cubicBezTo>
                    <a:pt x="14" y="150"/>
                    <a:pt x="14" y="149"/>
                    <a:pt x="14" y="149"/>
                  </a:cubicBezTo>
                  <a:cubicBezTo>
                    <a:pt x="14" y="148"/>
                    <a:pt x="14" y="148"/>
                    <a:pt x="14" y="147"/>
                  </a:cubicBezTo>
                  <a:cubicBezTo>
                    <a:pt x="14" y="147"/>
                    <a:pt x="15" y="146"/>
                    <a:pt x="15" y="145"/>
                  </a:cubicBezTo>
                  <a:cubicBezTo>
                    <a:pt x="16" y="145"/>
                    <a:pt x="16" y="144"/>
                    <a:pt x="17" y="144"/>
                  </a:cubicBezTo>
                  <a:cubicBezTo>
                    <a:pt x="17" y="143"/>
                    <a:pt x="18" y="143"/>
                    <a:pt x="18" y="142"/>
                  </a:cubicBezTo>
                  <a:cubicBezTo>
                    <a:pt x="18" y="142"/>
                    <a:pt x="18" y="140"/>
                    <a:pt x="18" y="139"/>
                  </a:cubicBezTo>
                  <a:cubicBezTo>
                    <a:pt x="19" y="139"/>
                    <a:pt x="19" y="137"/>
                    <a:pt x="19" y="137"/>
                  </a:cubicBezTo>
                  <a:cubicBezTo>
                    <a:pt x="19" y="136"/>
                    <a:pt x="20" y="135"/>
                    <a:pt x="21" y="135"/>
                  </a:cubicBezTo>
                  <a:cubicBezTo>
                    <a:pt x="21" y="135"/>
                    <a:pt x="22" y="134"/>
                    <a:pt x="23" y="133"/>
                  </a:cubicBezTo>
                  <a:cubicBezTo>
                    <a:pt x="23" y="133"/>
                    <a:pt x="23" y="132"/>
                    <a:pt x="23" y="132"/>
                  </a:cubicBezTo>
                  <a:cubicBezTo>
                    <a:pt x="24" y="131"/>
                    <a:pt x="24" y="130"/>
                    <a:pt x="24" y="129"/>
                  </a:cubicBezTo>
                  <a:cubicBezTo>
                    <a:pt x="24" y="129"/>
                    <a:pt x="25" y="128"/>
                    <a:pt x="25" y="128"/>
                  </a:cubicBezTo>
                  <a:cubicBezTo>
                    <a:pt x="25" y="128"/>
                    <a:pt x="26" y="127"/>
                    <a:pt x="26" y="127"/>
                  </a:cubicBezTo>
                  <a:cubicBezTo>
                    <a:pt x="26" y="126"/>
                    <a:pt x="27" y="126"/>
                    <a:pt x="27" y="125"/>
                  </a:cubicBezTo>
                  <a:cubicBezTo>
                    <a:pt x="28" y="125"/>
                    <a:pt x="28" y="124"/>
                    <a:pt x="29" y="123"/>
                  </a:cubicBezTo>
                  <a:cubicBezTo>
                    <a:pt x="29" y="123"/>
                    <a:pt x="29" y="122"/>
                    <a:pt x="30" y="122"/>
                  </a:cubicBezTo>
                  <a:cubicBezTo>
                    <a:pt x="30" y="121"/>
                    <a:pt x="31" y="121"/>
                    <a:pt x="31" y="121"/>
                  </a:cubicBezTo>
                  <a:cubicBezTo>
                    <a:pt x="32" y="121"/>
                    <a:pt x="33" y="122"/>
                    <a:pt x="33" y="122"/>
                  </a:cubicBezTo>
                  <a:cubicBezTo>
                    <a:pt x="33" y="123"/>
                    <a:pt x="34" y="124"/>
                    <a:pt x="34" y="124"/>
                  </a:cubicBezTo>
                  <a:cubicBezTo>
                    <a:pt x="34" y="125"/>
                    <a:pt x="35" y="125"/>
                    <a:pt x="36" y="126"/>
                  </a:cubicBezTo>
                  <a:cubicBezTo>
                    <a:pt x="36" y="126"/>
                    <a:pt x="37" y="127"/>
                    <a:pt x="37" y="126"/>
                  </a:cubicBezTo>
                  <a:cubicBezTo>
                    <a:pt x="38" y="126"/>
                    <a:pt x="37" y="125"/>
                    <a:pt x="37" y="125"/>
                  </a:cubicBezTo>
                  <a:cubicBezTo>
                    <a:pt x="37" y="124"/>
                    <a:pt x="37" y="124"/>
                    <a:pt x="36" y="123"/>
                  </a:cubicBezTo>
                  <a:cubicBezTo>
                    <a:pt x="36" y="123"/>
                    <a:pt x="36" y="122"/>
                    <a:pt x="36" y="122"/>
                  </a:cubicBezTo>
                  <a:cubicBezTo>
                    <a:pt x="36" y="122"/>
                    <a:pt x="36" y="121"/>
                    <a:pt x="36" y="120"/>
                  </a:cubicBezTo>
                  <a:cubicBezTo>
                    <a:pt x="37" y="120"/>
                    <a:pt x="38" y="120"/>
                    <a:pt x="38" y="119"/>
                  </a:cubicBezTo>
                  <a:cubicBezTo>
                    <a:pt x="38" y="119"/>
                    <a:pt x="38" y="118"/>
                    <a:pt x="38" y="118"/>
                  </a:cubicBezTo>
                  <a:cubicBezTo>
                    <a:pt x="37" y="118"/>
                    <a:pt x="36" y="118"/>
                    <a:pt x="35" y="117"/>
                  </a:cubicBezTo>
                  <a:cubicBezTo>
                    <a:pt x="35" y="117"/>
                    <a:pt x="34" y="117"/>
                    <a:pt x="34" y="117"/>
                  </a:cubicBezTo>
                  <a:cubicBezTo>
                    <a:pt x="34" y="116"/>
                    <a:pt x="34" y="115"/>
                    <a:pt x="33" y="115"/>
                  </a:cubicBezTo>
                  <a:cubicBezTo>
                    <a:pt x="33" y="114"/>
                    <a:pt x="33" y="113"/>
                    <a:pt x="33" y="113"/>
                  </a:cubicBezTo>
                  <a:cubicBezTo>
                    <a:pt x="33" y="112"/>
                    <a:pt x="34" y="111"/>
                    <a:pt x="34" y="110"/>
                  </a:cubicBezTo>
                  <a:cubicBezTo>
                    <a:pt x="35" y="109"/>
                    <a:pt x="36" y="107"/>
                    <a:pt x="37" y="106"/>
                  </a:cubicBezTo>
                  <a:cubicBezTo>
                    <a:pt x="38" y="106"/>
                    <a:pt x="39" y="104"/>
                    <a:pt x="39" y="103"/>
                  </a:cubicBezTo>
                  <a:cubicBezTo>
                    <a:pt x="40" y="103"/>
                    <a:pt x="41" y="101"/>
                    <a:pt x="41" y="100"/>
                  </a:cubicBezTo>
                  <a:cubicBezTo>
                    <a:pt x="41" y="99"/>
                    <a:pt x="42" y="98"/>
                    <a:pt x="42" y="97"/>
                  </a:cubicBezTo>
                  <a:cubicBezTo>
                    <a:pt x="42" y="97"/>
                    <a:pt x="43" y="97"/>
                    <a:pt x="42" y="96"/>
                  </a:cubicBezTo>
                  <a:cubicBezTo>
                    <a:pt x="42" y="96"/>
                    <a:pt x="41" y="96"/>
                    <a:pt x="41" y="97"/>
                  </a:cubicBezTo>
                  <a:cubicBezTo>
                    <a:pt x="40" y="97"/>
                    <a:pt x="39" y="98"/>
                    <a:pt x="38" y="99"/>
                  </a:cubicBezTo>
                  <a:cubicBezTo>
                    <a:pt x="37" y="99"/>
                    <a:pt x="36" y="101"/>
                    <a:pt x="35" y="102"/>
                  </a:cubicBezTo>
                  <a:cubicBezTo>
                    <a:pt x="35" y="103"/>
                    <a:pt x="34" y="105"/>
                    <a:pt x="34" y="105"/>
                  </a:cubicBezTo>
                  <a:cubicBezTo>
                    <a:pt x="33" y="106"/>
                    <a:pt x="32" y="107"/>
                    <a:pt x="32" y="107"/>
                  </a:cubicBezTo>
                  <a:cubicBezTo>
                    <a:pt x="32" y="108"/>
                    <a:pt x="31" y="108"/>
                    <a:pt x="31" y="108"/>
                  </a:cubicBezTo>
                  <a:cubicBezTo>
                    <a:pt x="30" y="108"/>
                    <a:pt x="30" y="108"/>
                    <a:pt x="30" y="108"/>
                  </a:cubicBezTo>
                  <a:cubicBezTo>
                    <a:pt x="29" y="107"/>
                    <a:pt x="29" y="106"/>
                    <a:pt x="30" y="106"/>
                  </a:cubicBezTo>
                  <a:cubicBezTo>
                    <a:pt x="30" y="106"/>
                    <a:pt x="30" y="106"/>
                    <a:pt x="31" y="105"/>
                  </a:cubicBezTo>
                  <a:cubicBezTo>
                    <a:pt x="31" y="105"/>
                    <a:pt x="30" y="103"/>
                    <a:pt x="31" y="103"/>
                  </a:cubicBezTo>
                  <a:cubicBezTo>
                    <a:pt x="31" y="102"/>
                    <a:pt x="31" y="102"/>
                    <a:pt x="31" y="102"/>
                  </a:cubicBezTo>
                  <a:cubicBezTo>
                    <a:pt x="32" y="101"/>
                    <a:pt x="32" y="100"/>
                    <a:pt x="32" y="99"/>
                  </a:cubicBezTo>
                  <a:cubicBezTo>
                    <a:pt x="32" y="99"/>
                    <a:pt x="32" y="98"/>
                    <a:pt x="33" y="97"/>
                  </a:cubicBezTo>
                  <a:cubicBezTo>
                    <a:pt x="33" y="97"/>
                    <a:pt x="35" y="96"/>
                    <a:pt x="35" y="95"/>
                  </a:cubicBezTo>
                  <a:cubicBezTo>
                    <a:pt x="36" y="94"/>
                    <a:pt x="37" y="93"/>
                    <a:pt x="37" y="92"/>
                  </a:cubicBezTo>
                  <a:cubicBezTo>
                    <a:pt x="38" y="91"/>
                    <a:pt x="38" y="89"/>
                    <a:pt x="38" y="88"/>
                  </a:cubicBezTo>
                  <a:cubicBezTo>
                    <a:pt x="38" y="87"/>
                    <a:pt x="37" y="86"/>
                    <a:pt x="37" y="86"/>
                  </a:cubicBezTo>
                  <a:cubicBezTo>
                    <a:pt x="36" y="85"/>
                    <a:pt x="36" y="84"/>
                    <a:pt x="36" y="84"/>
                  </a:cubicBezTo>
                  <a:cubicBezTo>
                    <a:pt x="36" y="83"/>
                    <a:pt x="36" y="83"/>
                    <a:pt x="36" y="82"/>
                  </a:cubicBezTo>
                  <a:cubicBezTo>
                    <a:pt x="37" y="82"/>
                    <a:pt x="38" y="82"/>
                    <a:pt x="39" y="82"/>
                  </a:cubicBezTo>
                  <a:cubicBezTo>
                    <a:pt x="39" y="82"/>
                    <a:pt x="41" y="81"/>
                    <a:pt x="41" y="81"/>
                  </a:cubicBezTo>
                  <a:cubicBezTo>
                    <a:pt x="42" y="80"/>
                    <a:pt x="43" y="80"/>
                    <a:pt x="43" y="80"/>
                  </a:cubicBezTo>
                  <a:cubicBezTo>
                    <a:pt x="44" y="80"/>
                    <a:pt x="44" y="80"/>
                    <a:pt x="45" y="80"/>
                  </a:cubicBezTo>
                  <a:cubicBezTo>
                    <a:pt x="45" y="81"/>
                    <a:pt x="46" y="81"/>
                    <a:pt x="46" y="80"/>
                  </a:cubicBezTo>
                  <a:cubicBezTo>
                    <a:pt x="46" y="80"/>
                    <a:pt x="46" y="80"/>
                    <a:pt x="46" y="79"/>
                  </a:cubicBezTo>
                  <a:cubicBezTo>
                    <a:pt x="47" y="79"/>
                    <a:pt x="46" y="78"/>
                    <a:pt x="46" y="78"/>
                  </a:cubicBezTo>
                  <a:cubicBezTo>
                    <a:pt x="46" y="77"/>
                    <a:pt x="46" y="77"/>
                    <a:pt x="45" y="76"/>
                  </a:cubicBezTo>
                  <a:cubicBezTo>
                    <a:pt x="45" y="76"/>
                    <a:pt x="45" y="76"/>
                    <a:pt x="44" y="76"/>
                  </a:cubicBezTo>
                  <a:cubicBezTo>
                    <a:pt x="44" y="77"/>
                    <a:pt x="44" y="77"/>
                    <a:pt x="43" y="78"/>
                  </a:cubicBezTo>
                  <a:cubicBezTo>
                    <a:pt x="43" y="78"/>
                    <a:pt x="42" y="78"/>
                    <a:pt x="42" y="79"/>
                  </a:cubicBezTo>
                  <a:cubicBezTo>
                    <a:pt x="41" y="79"/>
                    <a:pt x="40" y="78"/>
                    <a:pt x="40" y="78"/>
                  </a:cubicBezTo>
                  <a:cubicBezTo>
                    <a:pt x="39" y="78"/>
                    <a:pt x="38" y="77"/>
                    <a:pt x="38" y="77"/>
                  </a:cubicBezTo>
                  <a:cubicBezTo>
                    <a:pt x="38" y="77"/>
                    <a:pt x="37" y="77"/>
                    <a:pt x="36" y="77"/>
                  </a:cubicBezTo>
                  <a:cubicBezTo>
                    <a:pt x="36" y="77"/>
                    <a:pt x="36" y="79"/>
                    <a:pt x="36" y="79"/>
                  </a:cubicBezTo>
                  <a:cubicBezTo>
                    <a:pt x="35" y="80"/>
                    <a:pt x="35" y="81"/>
                    <a:pt x="34" y="81"/>
                  </a:cubicBezTo>
                  <a:cubicBezTo>
                    <a:pt x="34" y="81"/>
                    <a:pt x="33" y="81"/>
                    <a:pt x="32" y="81"/>
                  </a:cubicBezTo>
                  <a:cubicBezTo>
                    <a:pt x="32" y="81"/>
                    <a:pt x="32" y="80"/>
                    <a:pt x="31" y="79"/>
                  </a:cubicBezTo>
                  <a:cubicBezTo>
                    <a:pt x="31" y="79"/>
                    <a:pt x="32" y="78"/>
                    <a:pt x="32" y="78"/>
                  </a:cubicBezTo>
                  <a:cubicBezTo>
                    <a:pt x="32" y="77"/>
                    <a:pt x="33" y="77"/>
                    <a:pt x="33" y="77"/>
                  </a:cubicBezTo>
                  <a:cubicBezTo>
                    <a:pt x="33" y="76"/>
                    <a:pt x="34" y="76"/>
                    <a:pt x="34" y="75"/>
                  </a:cubicBezTo>
                  <a:cubicBezTo>
                    <a:pt x="34" y="75"/>
                    <a:pt x="33" y="74"/>
                    <a:pt x="33" y="74"/>
                  </a:cubicBezTo>
                  <a:cubicBezTo>
                    <a:pt x="33" y="74"/>
                    <a:pt x="33" y="73"/>
                    <a:pt x="33" y="73"/>
                  </a:cubicBezTo>
                  <a:cubicBezTo>
                    <a:pt x="33" y="73"/>
                    <a:pt x="32" y="72"/>
                    <a:pt x="32" y="71"/>
                  </a:cubicBezTo>
                  <a:cubicBezTo>
                    <a:pt x="32" y="71"/>
                    <a:pt x="33" y="70"/>
                    <a:pt x="33" y="70"/>
                  </a:cubicBezTo>
                  <a:cubicBezTo>
                    <a:pt x="33" y="70"/>
                    <a:pt x="33" y="68"/>
                    <a:pt x="33" y="68"/>
                  </a:cubicBezTo>
                  <a:cubicBezTo>
                    <a:pt x="33" y="67"/>
                    <a:pt x="33" y="66"/>
                    <a:pt x="33" y="66"/>
                  </a:cubicBezTo>
                  <a:cubicBezTo>
                    <a:pt x="33" y="65"/>
                    <a:pt x="34" y="64"/>
                    <a:pt x="34" y="64"/>
                  </a:cubicBezTo>
                  <a:cubicBezTo>
                    <a:pt x="35" y="63"/>
                    <a:pt x="37" y="62"/>
                    <a:pt x="37" y="61"/>
                  </a:cubicBezTo>
                  <a:cubicBezTo>
                    <a:pt x="38" y="61"/>
                    <a:pt x="39" y="60"/>
                    <a:pt x="39" y="60"/>
                  </a:cubicBezTo>
                  <a:cubicBezTo>
                    <a:pt x="40" y="60"/>
                    <a:pt x="40" y="61"/>
                    <a:pt x="41" y="61"/>
                  </a:cubicBezTo>
                  <a:cubicBezTo>
                    <a:pt x="42" y="61"/>
                    <a:pt x="43" y="61"/>
                    <a:pt x="43" y="61"/>
                  </a:cubicBezTo>
                  <a:cubicBezTo>
                    <a:pt x="44" y="61"/>
                    <a:pt x="44" y="60"/>
                    <a:pt x="45" y="60"/>
                  </a:cubicBezTo>
                  <a:cubicBezTo>
                    <a:pt x="45" y="60"/>
                    <a:pt x="46" y="60"/>
                    <a:pt x="47" y="60"/>
                  </a:cubicBezTo>
                  <a:cubicBezTo>
                    <a:pt x="47" y="60"/>
                    <a:pt x="48" y="59"/>
                    <a:pt x="49" y="59"/>
                  </a:cubicBezTo>
                  <a:cubicBezTo>
                    <a:pt x="49" y="59"/>
                    <a:pt x="49" y="57"/>
                    <a:pt x="50" y="57"/>
                  </a:cubicBezTo>
                  <a:cubicBezTo>
                    <a:pt x="50" y="57"/>
                    <a:pt x="51" y="56"/>
                    <a:pt x="51" y="55"/>
                  </a:cubicBezTo>
                  <a:cubicBezTo>
                    <a:pt x="51" y="55"/>
                    <a:pt x="49" y="56"/>
                    <a:pt x="49" y="56"/>
                  </a:cubicBezTo>
                  <a:cubicBezTo>
                    <a:pt x="48" y="56"/>
                    <a:pt x="47" y="57"/>
                    <a:pt x="47" y="57"/>
                  </a:cubicBezTo>
                  <a:cubicBezTo>
                    <a:pt x="46" y="58"/>
                    <a:pt x="45" y="58"/>
                    <a:pt x="45" y="58"/>
                  </a:cubicBezTo>
                  <a:cubicBezTo>
                    <a:pt x="44" y="59"/>
                    <a:pt x="42" y="59"/>
                    <a:pt x="42" y="59"/>
                  </a:cubicBezTo>
                  <a:cubicBezTo>
                    <a:pt x="41" y="58"/>
                    <a:pt x="41" y="56"/>
                    <a:pt x="40" y="55"/>
                  </a:cubicBezTo>
                  <a:cubicBezTo>
                    <a:pt x="40" y="55"/>
                    <a:pt x="40" y="54"/>
                    <a:pt x="40" y="53"/>
                  </a:cubicBezTo>
                  <a:cubicBezTo>
                    <a:pt x="40" y="52"/>
                    <a:pt x="41" y="51"/>
                    <a:pt x="41" y="51"/>
                  </a:cubicBezTo>
                  <a:cubicBezTo>
                    <a:pt x="42" y="50"/>
                    <a:pt x="43" y="48"/>
                    <a:pt x="43" y="47"/>
                  </a:cubicBezTo>
                  <a:cubicBezTo>
                    <a:pt x="44" y="47"/>
                    <a:pt x="45" y="45"/>
                    <a:pt x="46" y="44"/>
                  </a:cubicBezTo>
                  <a:cubicBezTo>
                    <a:pt x="46" y="44"/>
                    <a:pt x="47" y="43"/>
                    <a:pt x="47" y="43"/>
                  </a:cubicBezTo>
                  <a:cubicBezTo>
                    <a:pt x="47" y="42"/>
                    <a:pt x="45" y="42"/>
                    <a:pt x="45" y="42"/>
                  </a:cubicBezTo>
                  <a:cubicBezTo>
                    <a:pt x="45" y="42"/>
                    <a:pt x="46" y="41"/>
                    <a:pt x="46" y="40"/>
                  </a:cubicBezTo>
                  <a:cubicBezTo>
                    <a:pt x="47" y="40"/>
                    <a:pt x="48" y="39"/>
                    <a:pt x="48" y="39"/>
                  </a:cubicBezTo>
                  <a:cubicBezTo>
                    <a:pt x="49" y="38"/>
                    <a:pt x="49" y="37"/>
                    <a:pt x="50" y="36"/>
                  </a:cubicBezTo>
                  <a:cubicBezTo>
                    <a:pt x="50" y="36"/>
                    <a:pt x="51" y="35"/>
                    <a:pt x="51" y="35"/>
                  </a:cubicBezTo>
                  <a:cubicBezTo>
                    <a:pt x="51" y="35"/>
                    <a:pt x="52" y="35"/>
                    <a:pt x="52" y="35"/>
                  </a:cubicBezTo>
                  <a:cubicBezTo>
                    <a:pt x="53" y="35"/>
                    <a:pt x="53" y="36"/>
                    <a:pt x="53" y="36"/>
                  </a:cubicBezTo>
                  <a:cubicBezTo>
                    <a:pt x="54" y="37"/>
                    <a:pt x="54" y="37"/>
                    <a:pt x="54" y="37"/>
                  </a:cubicBezTo>
                  <a:cubicBezTo>
                    <a:pt x="55" y="36"/>
                    <a:pt x="55" y="36"/>
                    <a:pt x="55" y="36"/>
                  </a:cubicBezTo>
                  <a:cubicBezTo>
                    <a:pt x="56" y="36"/>
                    <a:pt x="57" y="37"/>
                    <a:pt x="58" y="37"/>
                  </a:cubicBezTo>
                  <a:cubicBezTo>
                    <a:pt x="58" y="37"/>
                    <a:pt x="60" y="37"/>
                    <a:pt x="60" y="37"/>
                  </a:cubicBezTo>
                  <a:cubicBezTo>
                    <a:pt x="61" y="37"/>
                    <a:pt x="62" y="36"/>
                    <a:pt x="63" y="36"/>
                  </a:cubicBezTo>
                  <a:cubicBezTo>
                    <a:pt x="63" y="36"/>
                    <a:pt x="64" y="36"/>
                    <a:pt x="65" y="36"/>
                  </a:cubicBezTo>
                  <a:cubicBezTo>
                    <a:pt x="66" y="35"/>
                    <a:pt x="68" y="36"/>
                    <a:pt x="69" y="36"/>
                  </a:cubicBezTo>
                  <a:cubicBezTo>
                    <a:pt x="70" y="36"/>
                    <a:pt x="71" y="36"/>
                    <a:pt x="72" y="36"/>
                  </a:cubicBezTo>
                  <a:cubicBezTo>
                    <a:pt x="72" y="36"/>
                    <a:pt x="74" y="36"/>
                    <a:pt x="74" y="36"/>
                  </a:cubicBezTo>
                  <a:cubicBezTo>
                    <a:pt x="75" y="36"/>
                    <a:pt x="75" y="37"/>
                    <a:pt x="76" y="37"/>
                  </a:cubicBezTo>
                  <a:cubicBezTo>
                    <a:pt x="76" y="38"/>
                    <a:pt x="76" y="39"/>
                    <a:pt x="76" y="39"/>
                  </a:cubicBezTo>
                  <a:cubicBezTo>
                    <a:pt x="77" y="39"/>
                    <a:pt x="77" y="39"/>
                    <a:pt x="78" y="39"/>
                  </a:cubicBezTo>
                  <a:cubicBezTo>
                    <a:pt x="78" y="39"/>
                    <a:pt x="79" y="39"/>
                    <a:pt x="80" y="40"/>
                  </a:cubicBezTo>
                  <a:cubicBezTo>
                    <a:pt x="80" y="40"/>
                    <a:pt x="81" y="41"/>
                    <a:pt x="81" y="41"/>
                  </a:cubicBezTo>
                  <a:cubicBezTo>
                    <a:pt x="82" y="41"/>
                    <a:pt x="82" y="42"/>
                    <a:pt x="83" y="42"/>
                  </a:cubicBezTo>
                  <a:cubicBezTo>
                    <a:pt x="83" y="42"/>
                    <a:pt x="84" y="42"/>
                    <a:pt x="84" y="42"/>
                  </a:cubicBezTo>
                  <a:cubicBezTo>
                    <a:pt x="85" y="41"/>
                    <a:pt x="85" y="40"/>
                    <a:pt x="86" y="39"/>
                  </a:cubicBezTo>
                  <a:cubicBezTo>
                    <a:pt x="86" y="39"/>
                    <a:pt x="86" y="38"/>
                    <a:pt x="87" y="38"/>
                  </a:cubicBezTo>
                  <a:cubicBezTo>
                    <a:pt x="87" y="37"/>
                    <a:pt x="87" y="36"/>
                    <a:pt x="88" y="36"/>
                  </a:cubicBezTo>
                  <a:cubicBezTo>
                    <a:pt x="88" y="36"/>
                    <a:pt x="89" y="35"/>
                    <a:pt x="90" y="35"/>
                  </a:cubicBezTo>
                  <a:cubicBezTo>
                    <a:pt x="90" y="34"/>
                    <a:pt x="91" y="33"/>
                    <a:pt x="91" y="33"/>
                  </a:cubicBezTo>
                  <a:cubicBezTo>
                    <a:pt x="91" y="33"/>
                    <a:pt x="92" y="32"/>
                    <a:pt x="92" y="31"/>
                  </a:cubicBezTo>
                  <a:cubicBezTo>
                    <a:pt x="92" y="31"/>
                    <a:pt x="93" y="30"/>
                    <a:pt x="93" y="29"/>
                  </a:cubicBezTo>
                  <a:cubicBezTo>
                    <a:pt x="93" y="29"/>
                    <a:pt x="94" y="28"/>
                    <a:pt x="95" y="28"/>
                  </a:cubicBezTo>
                  <a:cubicBezTo>
                    <a:pt x="95" y="27"/>
                    <a:pt x="96" y="26"/>
                    <a:pt x="97" y="25"/>
                  </a:cubicBezTo>
                  <a:cubicBezTo>
                    <a:pt x="97" y="24"/>
                    <a:pt x="98" y="22"/>
                    <a:pt x="98" y="21"/>
                  </a:cubicBezTo>
                  <a:cubicBezTo>
                    <a:pt x="98" y="20"/>
                    <a:pt x="98" y="19"/>
                    <a:pt x="99" y="18"/>
                  </a:cubicBezTo>
                  <a:cubicBezTo>
                    <a:pt x="99" y="18"/>
                    <a:pt x="99" y="17"/>
                    <a:pt x="100" y="17"/>
                  </a:cubicBezTo>
                  <a:cubicBezTo>
                    <a:pt x="100" y="16"/>
                    <a:pt x="100" y="16"/>
                    <a:pt x="100" y="16"/>
                  </a:cubicBezTo>
                  <a:cubicBezTo>
                    <a:pt x="101" y="16"/>
                    <a:pt x="102" y="16"/>
                    <a:pt x="103" y="16"/>
                  </a:cubicBezTo>
                  <a:cubicBezTo>
                    <a:pt x="104" y="16"/>
                    <a:pt x="106" y="15"/>
                    <a:pt x="107" y="15"/>
                  </a:cubicBezTo>
                  <a:cubicBezTo>
                    <a:pt x="107" y="14"/>
                    <a:pt x="109" y="13"/>
                    <a:pt x="109" y="12"/>
                  </a:cubicBezTo>
                  <a:cubicBezTo>
                    <a:pt x="110" y="11"/>
                    <a:pt x="111" y="10"/>
                    <a:pt x="111" y="9"/>
                  </a:cubicBezTo>
                  <a:cubicBezTo>
                    <a:pt x="112" y="9"/>
                    <a:pt x="113" y="8"/>
                    <a:pt x="114" y="8"/>
                  </a:cubicBezTo>
                  <a:cubicBezTo>
                    <a:pt x="115" y="8"/>
                    <a:pt x="116" y="8"/>
                    <a:pt x="117" y="9"/>
                  </a:cubicBezTo>
                  <a:cubicBezTo>
                    <a:pt x="117" y="9"/>
                    <a:pt x="118" y="10"/>
                    <a:pt x="119" y="10"/>
                  </a:cubicBezTo>
                  <a:cubicBezTo>
                    <a:pt x="120" y="11"/>
                    <a:pt x="122" y="11"/>
                    <a:pt x="123" y="11"/>
                  </a:cubicBezTo>
                  <a:cubicBezTo>
                    <a:pt x="124" y="11"/>
                    <a:pt x="125" y="12"/>
                    <a:pt x="126" y="12"/>
                  </a:cubicBezTo>
                  <a:cubicBezTo>
                    <a:pt x="127" y="12"/>
                    <a:pt x="128" y="11"/>
                    <a:pt x="129" y="11"/>
                  </a:cubicBezTo>
                  <a:cubicBezTo>
                    <a:pt x="129" y="11"/>
                    <a:pt x="131" y="11"/>
                    <a:pt x="132" y="11"/>
                  </a:cubicBezTo>
                  <a:cubicBezTo>
                    <a:pt x="133" y="11"/>
                    <a:pt x="135" y="10"/>
                    <a:pt x="136" y="10"/>
                  </a:cubicBezTo>
                  <a:cubicBezTo>
                    <a:pt x="137" y="9"/>
                    <a:pt x="138" y="9"/>
                    <a:pt x="138" y="9"/>
                  </a:cubicBezTo>
                  <a:cubicBezTo>
                    <a:pt x="139" y="8"/>
                    <a:pt x="139" y="8"/>
                    <a:pt x="140" y="7"/>
                  </a:cubicBezTo>
                  <a:cubicBezTo>
                    <a:pt x="141" y="7"/>
                    <a:pt x="142" y="7"/>
                    <a:pt x="143" y="7"/>
                  </a:cubicBezTo>
                  <a:cubicBezTo>
                    <a:pt x="144" y="6"/>
                    <a:pt x="145" y="6"/>
                    <a:pt x="146" y="5"/>
                  </a:cubicBezTo>
                  <a:cubicBezTo>
                    <a:pt x="147" y="5"/>
                    <a:pt x="147" y="4"/>
                    <a:pt x="148" y="3"/>
                  </a:cubicBezTo>
                  <a:cubicBezTo>
                    <a:pt x="149" y="3"/>
                    <a:pt x="150" y="3"/>
                    <a:pt x="151" y="3"/>
                  </a:cubicBezTo>
                  <a:cubicBezTo>
                    <a:pt x="151" y="3"/>
                    <a:pt x="153" y="3"/>
                    <a:pt x="153" y="3"/>
                  </a:cubicBezTo>
                  <a:cubicBezTo>
                    <a:pt x="154" y="2"/>
                    <a:pt x="154" y="1"/>
                    <a:pt x="155" y="1"/>
                  </a:cubicBezTo>
                  <a:cubicBezTo>
                    <a:pt x="155" y="1"/>
                    <a:pt x="157" y="1"/>
                    <a:pt x="157" y="0"/>
                  </a:cubicBezTo>
                  <a:cubicBezTo>
                    <a:pt x="157" y="0"/>
                    <a:pt x="158" y="0"/>
                    <a:pt x="158" y="0"/>
                  </a:cubicBezTo>
                  <a:cubicBezTo>
                    <a:pt x="158" y="0"/>
                    <a:pt x="159" y="0"/>
                    <a:pt x="159" y="0"/>
                  </a:cubicBezTo>
                  <a:cubicBezTo>
                    <a:pt x="160" y="0"/>
                    <a:pt x="161" y="0"/>
                    <a:pt x="162" y="0"/>
                  </a:cubicBezTo>
                  <a:cubicBezTo>
                    <a:pt x="163" y="0"/>
                    <a:pt x="163" y="2"/>
                    <a:pt x="163" y="3"/>
                  </a:cubicBezTo>
                  <a:cubicBezTo>
                    <a:pt x="163" y="3"/>
                    <a:pt x="165" y="3"/>
                    <a:pt x="165" y="3"/>
                  </a:cubicBezTo>
                  <a:cubicBezTo>
                    <a:pt x="166" y="4"/>
                    <a:pt x="167" y="4"/>
                    <a:pt x="167" y="4"/>
                  </a:cubicBezTo>
                  <a:cubicBezTo>
                    <a:pt x="167" y="5"/>
                    <a:pt x="167" y="7"/>
                    <a:pt x="167" y="8"/>
                  </a:cubicBezTo>
                  <a:cubicBezTo>
                    <a:pt x="167" y="8"/>
                    <a:pt x="168" y="10"/>
                    <a:pt x="168" y="10"/>
                  </a:cubicBezTo>
                  <a:cubicBezTo>
                    <a:pt x="168" y="11"/>
                    <a:pt x="169" y="11"/>
                    <a:pt x="169" y="12"/>
                  </a:cubicBezTo>
                  <a:cubicBezTo>
                    <a:pt x="169" y="12"/>
                    <a:pt x="169" y="13"/>
                    <a:pt x="169" y="13"/>
                  </a:cubicBezTo>
                  <a:cubicBezTo>
                    <a:pt x="169" y="14"/>
                    <a:pt x="167" y="14"/>
                    <a:pt x="166" y="13"/>
                  </a:cubicBezTo>
                  <a:cubicBezTo>
                    <a:pt x="166" y="13"/>
                    <a:pt x="164" y="12"/>
                    <a:pt x="164" y="12"/>
                  </a:cubicBezTo>
                  <a:cubicBezTo>
                    <a:pt x="163" y="12"/>
                    <a:pt x="162" y="12"/>
                    <a:pt x="162" y="12"/>
                  </a:cubicBezTo>
                  <a:cubicBezTo>
                    <a:pt x="161" y="12"/>
                    <a:pt x="160" y="13"/>
                    <a:pt x="159" y="13"/>
                  </a:cubicBezTo>
                  <a:cubicBezTo>
                    <a:pt x="158" y="13"/>
                    <a:pt x="157" y="13"/>
                    <a:pt x="156" y="14"/>
                  </a:cubicBezTo>
                  <a:cubicBezTo>
                    <a:pt x="156" y="14"/>
                    <a:pt x="155" y="14"/>
                    <a:pt x="154" y="14"/>
                  </a:cubicBezTo>
                  <a:cubicBezTo>
                    <a:pt x="154" y="15"/>
                    <a:pt x="153" y="16"/>
                    <a:pt x="152" y="16"/>
                  </a:cubicBezTo>
                  <a:cubicBezTo>
                    <a:pt x="152" y="16"/>
                    <a:pt x="151" y="16"/>
                    <a:pt x="150" y="16"/>
                  </a:cubicBezTo>
                  <a:cubicBezTo>
                    <a:pt x="150" y="16"/>
                    <a:pt x="149" y="16"/>
                    <a:pt x="148" y="17"/>
                  </a:cubicBezTo>
                  <a:cubicBezTo>
                    <a:pt x="148" y="17"/>
                    <a:pt x="148" y="18"/>
                    <a:pt x="148" y="18"/>
                  </a:cubicBezTo>
                  <a:cubicBezTo>
                    <a:pt x="149" y="19"/>
                    <a:pt x="150" y="20"/>
                    <a:pt x="151" y="21"/>
                  </a:cubicBezTo>
                  <a:cubicBezTo>
                    <a:pt x="151" y="21"/>
                    <a:pt x="152" y="21"/>
                    <a:pt x="152" y="22"/>
                  </a:cubicBezTo>
                  <a:cubicBezTo>
                    <a:pt x="153" y="22"/>
                    <a:pt x="153" y="23"/>
                    <a:pt x="153" y="24"/>
                  </a:cubicBezTo>
                  <a:cubicBezTo>
                    <a:pt x="153" y="24"/>
                    <a:pt x="153" y="25"/>
                    <a:pt x="153" y="26"/>
                  </a:cubicBezTo>
                  <a:cubicBezTo>
                    <a:pt x="153" y="26"/>
                    <a:pt x="152" y="27"/>
                    <a:pt x="152" y="28"/>
                  </a:cubicBezTo>
                  <a:cubicBezTo>
                    <a:pt x="152" y="28"/>
                    <a:pt x="151" y="29"/>
                    <a:pt x="151" y="30"/>
                  </a:cubicBezTo>
                  <a:cubicBezTo>
                    <a:pt x="151" y="30"/>
                    <a:pt x="151" y="31"/>
                    <a:pt x="151" y="32"/>
                  </a:cubicBezTo>
                  <a:cubicBezTo>
                    <a:pt x="151" y="32"/>
                    <a:pt x="152" y="33"/>
                    <a:pt x="153" y="33"/>
                  </a:cubicBezTo>
                  <a:cubicBezTo>
                    <a:pt x="153" y="34"/>
                    <a:pt x="153" y="34"/>
                    <a:pt x="153" y="35"/>
                  </a:cubicBezTo>
                  <a:cubicBezTo>
                    <a:pt x="153" y="35"/>
                    <a:pt x="153" y="35"/>
                    <a:pt x="153" y="35"/>
                  </a:cubicBezTo>
                  <a:cubicBezTo>
                    <a:pt x="152" y="36"/>
                    <a:pt x="152" y="36"/>
                    <a:pt x="151" y="36"/>
                  </a:cubicBezTo>
                  <a:cubicBezTo>
                    <a:pt x="151" y="37"/>
                    <a:pt x="150" y="37"/>
                    <a:pt x="149" y="38"/>
                  </a:cubicBezTo>
                  <a:cubicBezTo>
                    <a:pt x="148" y="38"/>
                    <a:pt x="147" y="38"/>
                    <a:pt x="147" y="38"/>
                  </a:cubicBezTo>
                  <a:cubicBezTo>
                    <a:pt x="146" y="37"/>
                    <a:pt x="145" y="37"/>
                    <a:pt x="145" y="36"/>
                  </a:cubicBezTo>
                  <a:cubicBezTo>
                    <a:pt x="144" y="36"/>
                    <a:pt x="143" y="36"/>
                    <a:pt x="143" y="36"/>
                  </a:cubicBezTo>
                  <a:cubicBezTo>
                    <a:pt x="142" y="36"/>
                    <a:pt x="141" y="37"/>
                    <a:pt x="140" y="38"/>
                  </a:cubicBezTo>
                  <a:cubicBezTo>
                    <a:pt x="140" y="39"/>
                    <a:pt x="140" y="40"/>
                    <a:pt x="140" y="40"/>
                  </a:cubicBezTo>
                  <a:cubicBezTo>
                    <a:pt x="140" y="41"/>
                    <a:pt x="141" y="42"/>
                    <a:pt x="140" y="43"/>
                  </a:cubicBezTo>
                  <a:cubicBezTo>
                    <a:pt x="140" y="43"/>
                    <a:pt x="139" y="43"/>
                    <a:pt x="138" y="43"/>
                  </a:cubicBezTo>
                  <a:cubicBezTo>
                    <a:pt x="137" y="44"/>
                    <a:pt x="136" y="44"/>
                    <a:pt x="135" y="44"/>
                  </a:cubicBezTo>
                  <a:cubicBezTo>
                    <a:pt x="135" y="45"/>
                    <a:pt x="134" y="45"/>
                    <a:pt x="134" y="46"/>
                  </a:cubicBezTo>
                  <a:cubicBezTo>
                    <a:pt x="134" y="46"/>
                    <a:pt x="133" y="47"/>
                    <a:pt x="133" y="48"/>
                  </a:cubicBezTo>
                  <a:cubicBezTo>
                    <a:pt x="133" y="49"/>
                    <a:pt x="133" y="50"/>
                    <a:pt x="132" y="51"/>
                  </a:cubicBezTo>
                  <a:cubicBezTo>
                    <a:pt x="132" y="51"/>
                    <a:pt x="132" y="52"/>
                    <a:pt x="131" y="52"/>
                  </a:cubicBezTo>
                  <a:cubicBezTo>
                    <a:pt x="131" y="53"/>
                    <a:pt x="130" y="53"/>
                    <a:pt x="130" y="53"/>
                  </a:cubicBezTo>
                  <a:cubicBezTo>
                    <a:pt x="130" y="53"/>
                    <a:pt x="129" y="54"/>
                    <a:pt x="129" y="54"/>
                  </a:cubicBezTo>
                  <a:cubicBezTo>
                    <a:pt x="129" y="55"/>
                    <a:pt x="129" y="55"/>
                    <a:pt x="129" y="56"/>
                  </a:cubicBezTo>
                  <a:cubicBezTo>
                    <a:pt x="130" y="56"/>
                    <a:pt x="130" y="57"/>
                    <a:pt x="130" y="57"/>
                  </a:cubicBezTo>
                  <a:cubicBezTo>
                    <a:pt x="131" y="58"/>
                    <a:pt x="132" y="58"/>
                    <a:pt x="133" y="59"/>
                  </a:cubicBezTo>
                  <a:cubicBezTo>
                    <a:pt x="133" y="59"/>
                    <a:pt x="133" y="60"/>
                    <a:pt x="134" y="60"/>
                  </a:cubicBezTo>
                  <a:cubicBezTo>
                    <a:pt x="134" y="60"/>
                    <a:pt x="135" y="60"/>
                    <a:pt x="136" y="60"/>
                  </a:cubicBezTo>
                  <a:cubicBezTo>
                    <a:pt x="136" y="61"/>
                    <a:pt x="137" y="61"/>
                    <a:pt x="138" y="62"/>
                  </a:cubicBezTo>
                  <a:cubicBezTo>
                    <a:pt x="138" y="62"/>
                    <a:pt x="139" y="64"/>
                    <a:pt x="139" y="65"/>
                  </a:cubicBezTo>
                  <a:cubicBezTo>
                    <a:pt x="139" y="65"/>
                    <a:pt x="138" y="66"/>
                    <a:pt x="138" y="66"/>
                  </a:cubicBezTo>
                  <a:cubicBezTo>
                    <a:pt x="137" y="66"/>
                    <a:pt x="136" y="66"/>
                    <a:pt x="136" y="67"/>
                  </a:cubicBezTo>
                  <a:cubicBezTo>
                    <a:pt x="136" y="67"/>
                    <a:pt x="136" y="68"/>
                    <a:pt x="136" y="68"/>
                  </a:cubicBezTo>
                  <a:cubicBezTo>
                    <a:pt x="136" y="68"/>
                    <a:pt x="136" y="69"/>
                    <a:pt x="137" y="70"/>
                  </a:cubicBezTo>
                  <a:cubicBezTo>
                    <a:pt x="138" y="70"/>
                    <a:pt x="139" y="70"/>
                    <a:pt x="140" y="70"/>
                  </a:cubicBezTo>
                  <a:cubicBezTo>
                    <a:pt x="141" y="69"/>
                    <a:pt x="141" y="68"/>
                    <a:pt x="142" y="68"/>
                  </a:cubicBezTo>
                  <a:cubicBezTo>
                    <a:pt x="143" y="67"/>
                    <a:pt x="144" y="68"/>
                    <a:pt x="145" y="67"/>
                  </a:cubicBezTo>
                  <a:cubicBezTo>
                    <a:pt x="146" y="67"/>
                    <a:pt x="148" y="67"/>
                    <a:pt x="149" y="67"/>
                  </a:cubicBezTo>
                  <a:cubicBezTo>
                    <a:pt x="150" y="68"/>
                    <a:pt x="152" y="67"/>
                    <a:pt x="153" y="68"/>
                  </a:cubicBezTo>
                  <a:cubicBezTo>
                    <a:pt x="153" y="68"/>
                    <a:pt x="153" y="69"/>
                    <a:pt x="153" y="69"/>
                  </a:cubicBezTo>
                  <a:cubicBezTo>
                    <a:pt x="153" y="70"/>
                    <a:pt x="152" y="71"/>
                    <a:pt x="151" y="71"/>
                  </a:cubicBezTo>
                  <a:cubicBezTo>
                    <a:pt x="151" y="71"/>
                    <a:pt x="149" y="71"/>
                    <a:pt x="149" y="71"/>
                  </a:cubicBezTo>
                  <a:cubicBezTo>
                    <a:pt x="149" y="72"/>
                    <a:pt x="149" y="73"/>
                    <a:pt x="149" y="73"/>
                  </a:cubicBezTo>
                  <a:cubicBezTo>
                    <a:pt x="149" y="74"/>
                    <a:pt x="149" y="75"/>
                    <a:pt x="150" y="75"/>
                  </a:cubicBezTo>
                  <a:cubicBezTo>
                    <a:pt x="150" y="76"/>
                    <a:pt x="151" y="76"/>
                    <a:pt x="152" y="77"/>
                  </a:cubicBezTo>
                  <a:cubicBezTo>
                    <a:pt x="152" y="77"/>
                    <a:pt x="152" y="78"/>
                    <a:pt x="152" y="78"/>
                  </a:cubicBezTo>
                  <a:cubicBezTo>
                    <a:pt x="152" y="79"/>
                    <a:pt x="152" y="79"/>
                    <a:pt x="152" y="80"/>
                  </a:cubicBezTo>
                  <a:cubicBezTo>
                    <a:pt x="152" y="80"/>
                    <a:pt x="151" y="80"/>
                    <a:pt x="150" y="80"/>
                  </a:cubicBezTo>
                  <a:cubicBezTo>
                    <a:pt x="150" y="80"/>
                    <a:pt x="149" y="80"/>
                    <a:pt x="148" y="80"/>
                  </a:cubicBezTo>
                  <a:cubicBezTo>
                    <a:pt x="148" y="81"/>
                    <a:pt x="148" y="83"/>
                    <a:pt x="148" y="84"/>
                  </a:cubicBezTo>
                  <a:cubicBezTo>
                    <a:pt x="148" y="85"/>
                    <a:pt x="149" y="87"/>
                    <a:pt x="150" y="87"/>
                  </a:cubicBezTo>
                  <a:cubicBezTo>
                    <a:pt x="150" y="89"/>
                    <a:pt x="150" y="91"/>
                    <a:pt x="151" y="92"/>
                  </a:cubicBezTo>
                  <a:cubicBezTo>
                    <a:pt x="151" y="92"/>
                    <a:pt x="151" y="94"/>
                    <a:pt x="151" y="94"/>
                  </a:cubicBezTo>
                  <a:cubicBezTo>
                    <a:pt x="151" y="95"/>
                    <a:pt x="151" y="97"/>
                    <a:pt x="151" y="98"/>
                  </a:cubicBezTo>
                  <a:cubicBezTo>
                    <a:pt x="152" y="99"/>
                    <a:pt x="152" y="100"/>
                    <a:pt x="153" y="101"/>
                  </a:cubicBezTo>
                  <a:cubicBezTo>
                    <a:pt x="153" y="101"/>
                    <a:pt x="154" y="102"/>
                    <a:pt x="154" y="103"/>
                  </a:cubicBezTo>
                  <a:cubicBezTo>
                    <a:pt x="155" y="104"/>
                    <a:pt x="156" y="107"/>
                    <a:pt x="156" y="108"/>
                  </a:cubicBezTo>
                  <a:cubicBezTo>
                    <a:pt x="156" y="109"/>
                    <a:pt x="157" y="111"/>
                    <a:pt x="157" y="112"/>
                  </a:cubicBezTo>
                  <a:cubicBezTo>
                    <a:pt x="157" y="113"/>
                    <a:pt x="158" y="114"/>
                    <a:pt x="158" y="114"/>
                  </a:cubicBezTo>
                  <a:cubicBezTo>
                    <a:pt x="158" y="115"/>
                    <a:pt x="160" y="115"/>
                    <a:pt x="160" y="116"/>
                  </a:cubicBezTo>
                  <a:cubicBezTo>
                    <a:pt x="161" y="116"/>
                    <a:pt x="162" y="117"/>
                    <a:pt x="162" y="118"/>
                  </a:cubicBezTo>
                  <a:cubicBezTo>
                    <a:pt x="162" y="118"/>
                    <a:pt x="162" y="120"/>
                    <a:pt x="162" y="120"/>
                  </a:cubicBezTo>
                  <a:cubicBezTo>
                    <a:pt x="162" y="121"/>
                    <a:pt x="162" y="122"/>
                    <a:pt x="162" y="122"/>
                  </a:cubicBezTo>
                  <a:cubicBezTo>
                    <a:pt x="163" y="123"/>
                    <a:pt x="163" y="125"/>
                    <a:pt x="163" y="126"/>
                  </a:cubicBezTo>
                  <a:cubicBezTo>
                    <a:pt x="163" y="126"/>
                    <a:pt x="163" y="127"/>
                    <a:pt x="163" y="127"/>
                  </a:cubicBezTo>
                  <a:cubicBezTo>
                    <a:pt x="163" y="127"/>
                    <a:pt x="163" y="127"/>
                    <a:pt x="163" y="127"/>
                  </a:cubicBezTo>
                  <a:cubicBezTo>
                    <a:pt x="162" y="127"/>
                    <a:pt x="161" y="128"/>
                    <a:pt x="161" y="128"/>
                  </a:cubicBezTo>
                  <a:cubicBezTo>
                    <a:pt x="160" y="129"/>
                    <a:pt x="161" y="130"/>
                    <a:pt x="161" y="131"/>
                  </a:cubicBezTo>
                  <a:cubicBezTo>
                    <a:pt x="160" y="131"/>
                    <a:pt x="160" y="133"/>
                    <a:pt x="159" y="133"/>
                  </a:cubicBezTo>
                  <a:cubicBezTo>
                    <a:pt x="159" y="134"/>
                    <a:pt x="157" y="135"/>
                    <a:pt x="156" y="135"/>
                  </a:cubicBezTo>
                  <a:cubicBezTo>
                    <a:pt x="156" y="135"/>
                    <a:pt x="155" y="136"/>
                    <a:pt x="154" y="137"/>
                  </a:cubicBezTo>
                  <a:cubicBezTo>
                    <a:pt x="154" y="137"/>
                    <a:pt x="153" y="138"/>
                    <a:pt x="153" y="139"/>
                  </a:cubicBezTo>
                  <a:cubicBezTo>
                    <a:pt x="152" y="139"/>
                    <a:pt x="151" y="138"/>
                    <a:pt x="150" y="139"/>
                  </a:cubicBezTo>
                  <a:cubicBezTo>
                    <a:pt x="150" y="139"/>
                    <a:pt x="149" y="139"/>
                    <a:pt x="149" y="139"/>
                  </a:cubicBezTo>
                  <a:cubicBezTo>
                    <a:pt x="148" y="140"/>
                    <a:pt x="149" y="141"/>
                    <a:pt x="149" y="141"/>
                  </a:cubicBezTo>
                  <a:cubicBezTo>
                    <a:pt x="149" y="142"/>
                    <a:pt x="150" y="143"/>
                    <a:pt x="151" y="144"/>
                  </a:cubicBezTo>
                  <a:cubicBezTo>
                    <a:pt x="151" y="145"/>
                    <a:pt x="152" y="146"/>
                    <a:pt x="152" y="147"/>
                  </a:cubicBezTo>
                  <a:cubicBezTo>
                    <a:pt x="152" y="148"/>
                    <a:pt x="151" y="149"/>
                    <a:pt x="151" y="149"/>
                  </a:cubicBezTo>
                  <a:cubicBezTo>
                    <a:pt x="150" y="148"/>
                    <a:pt x="147" y="146"/>
                    <a:pt x="146" y="145"/>
                  </a:cubicBezTo>
                  <a:cubicBezTo>
                    <a:pt x="144" y="144"/>
                    <a:pt x="141" y="141"/>
                    <a:pt x="139" y="140"/>
                  </a:cubicBezTo>
                  <a:cubicBezTo>
                    <a:pt x="138" y="139"/>
                    <a:pt x="135" y="138"/>
                    <a:pt x="134" y="136"/>
                  </a:cubicBezTo>
                  <a:cubicBezTo>
                    <a:pt x="134" y="136"/>
                    <a:pt x="134" y="135"/>
                    <a:pt x="134" y="134"/>
                  </a:cubicBezTo>
                  <a:cubicBezTo>
                    <a:pt x="133" y="134"/>
                    <a:pt x="132" y="132"/>
                    <a:pt x="132" y="132"/>
                  </a:cubicBezTo>
                  <a:cubicBezTo>
                    <a:pt x="132" y="132"/>
                    <a:pt x="132" y="129"/>
                    <a:pt x="132" y="128"/>
                  </a:cubicBezTo>
                  <a:cubicBezTo>
                    <a:pt x="132" y="127"/>
                    <a:pt x="132" y="125"/>
                    <a:pt x="132" y="125"/>
                  </a:cubicBezTo>
                  <a:cubicBezTo>
                    <a:pt x="131" y="124"/>
                    <a:pt x="131" y="123"/>
                    <a:pt x="130" y="124"/>
                  </a:cubicBezTo>
                  <a:cubicBezTo>
                    <a:pt x="130" y="124"/>
                    <a:pt x="130" y="125"/>
                    <a:pt x="129" y="125"/>
                  </a:cubicBezTo>
                  <a:cubicBezTo>
                    <a:pt x="129" y="126"/>
                    <a:pt x="129" y="128"/>
                    <a:pt x="129" y="129"/>
                  </a:cubicBezTo>
                  <a:cubicBezTo>
                    <a:pt x="129" y="129"/>
                    <a:pt x="130" y="131"/>
                    <a:pt x="130" y="132"/>
                  </a:cubicBezTo>
                  <a:cubicBezTo>
                    <a:pt x="130" y="133"/>
                    <a:pt x="131" y="135"/>
                    <a:pt x="132" y="135"/>
                  </a:cubicBezTo>
                  <a:cubicBezTo>
                    <a:pt x="132" y="136"/>
                    <a:pt x="133" y="137"/>
                    <a:pt x="133" y="137"/>
                  </a:cubicBezTo>
                  <a:cubicBezTo>
                    <a:pt x="133" y="138"/>
                    <a:pt x="133" y="139"/>
                    <a:pt x="133" y="139"/>
                  </a:cubicBezTo>
                  <a:cubicBezTo>
                    <a:pt x="134" y="140"/>
                    <a:pt x="133" y="141"/>
                    <a:pt x="133" y="141"/>
                  </a:cubicBezTo>
                  <a:cubicBezTo>
                    <a:pt x="133" y="142"/>
                    <a:pt x="134" y="142"/>
                    <a:pt x="135" y="143"/>
                  </a:cubicBezTo>
                  <a:cubicBezTo>
                    <a:pt x="135" y="143"/>
                    <a:pt x="136" y="143"/>
                    <a:pt x="136" y="143"/>
                  </a:cubicBezTo>
                  <a:cubicBezTo>
                    <a:pt x="137" y="144"/>
                    <a:pt x="137" y="144"/>
                    <a:pt x="136" y="145"/>
                  </a:cubicBezTo>
                  <a:cubicBezTo>
                    <a:pt x="136" y="145"/>
                    <a:pt x="135" y="146"/>
                    <a:pt x="134" y="146"/>
                  </a:cubicBezTo>
                  <a:cubicBezTo>
                    <a:pt x="133" y="146"/>
                    <a:pt x="131" y="146"/>
                    <a:pt x="130" y="146"/>
                  </a:cubicBezTo>
                  <a:cubicBezTo>
                    <a:pt x="130" y="146"/>
                    <a:pt x="128" y="146"/>
                    <a:pt x="128" y="145"/>
                  </a:cubicBezTo>
                  <a:cubicBezTo>
                    <a:pt x="127" y="144"/>
                    <a:pt x="126" y="142"/>
                    <a:pt x="126" y="141"/>
                  </a:cubicBezTo>
                  <a:cubicBezTo>
                    <a:pt x="125" y="139"/>
                    <a:pt x="125" y="137"/>
                    <a:pt x="125" y="135"/>
                  </a:cubicBezTo>
                  <a:cubicBezTo>
                    <a:pt x="125" y="134"/>
                    <a:pt x="124" y="131"/>
                    <a:pt x="124" y="129"/>
                  </a:cubicBezTo>
                  <a:cubicBezTo>
                    <a:pt x="124" y="128"/>
                    <a:pt x="125" y="126"/>
                    <a:pt x="126" y="125"/>
                  </a:cubicBezTo>
                  <a:cubicBezTo>
                    <a:pt x="126" y="124"/>
                    <a:pt x="127" y="121"/>
                    <a:pt x="128" y="120"/>
                  </a:cubicBezTo>
                  <a:cubicBezTo>
                    <a:pt x="128" y="119"/>
                    <a:pt x="128" y="118"/>
                    <a:pt x="129" y="117"/>
                  </a:cubicBezTo>
                  <a:cubicBezTo>
                    <a:pt x="129" y="115"/>
                    <a:pt x="131" y="113"/>
                    <a:pt x="132" y="111"/>
                  </a:cubicBezTo>
                  <a:cubicBezTo>
                    <a:pt x="133" y="110"/>
                    <a:pt x="135" y="107"/>
                    <a:pt x="135" y="105"/>
                  </a:cubicBezTo>
                  <a:cubicBezTo>
                    <a:pt x="136" y="104"/>
                    <a:pt x="137" y="101"/>
                    <a:pt x="138" y="100"/>
                  </a:cubicBezTo>
                  <a:cubicBezTo>
                    <a:pt x="139" y="99"/>
                    <a:pt x="140" y="98"/>
                    <a:pt x="140" y="97"/>
                  </a:cubicBezTo>
                  <a:cubicBezTo>
                    <a:pt x="140" y="97"/>
                    <a:pt x="140" y="96"/>
                    <a:pt x="140" y="96"/>
                  </a:cubicBezTo>
                  <a:cubicBezTo>
                    <a:pt x="139" y="96"/>
                    <a:pt x="138" y="97"/>
                    <a:pt x="137" y="97"/>
                  </a:cubicBezTo>
                  <a:cubicBezTo>
                    <a:pt x="137" y="98"/>
                    <a:pt x="136" y="99"/>
                    <a:pt x="135" y="100"/>
                  </a:cubicBezTo>
                  <a:cubicBezTo>
                    <a:pt x="134" y="101"/>
                    <a:pt x="133" y="103"/>
                    <a:pt x="133" y="104"/>
                  </a:cubicBezTo>
                  <a:cubicBezTo>
                    <a:pt x="132" y="106"/>
                    <a:pt x="131" y="108"/>
                    <a:pt x="131" y="109"/>
                  </a:cubicBezTo>
                  <a:cubicBezTo>
                    <a:pt x="130" y="110"/>
                    <a:pt x="129" y="113"/>
                    <a:pt x="128" y="114"/>
                  </a:cubicBezTo>
                  <a:cubicBezTo>
                    <a:pt x="128" y="115"/>
                    <a:pt x="126" y="117"/>
                    <a:pt x="126" y="117"/>
                  </a:cubicBezTo>
                  <a:cubicBezTo>
                    <a:pt x="125" y="117"/>
                    <a:pt x="125" y="117"/>
                    <a:pt x="125" y="117"/>
                  </a:cubicBezTo>
                  <a:cubicBezTo>
                    <a:pt x="124" y="116"/>
                    <a:pt x="124" y="115"/>
                    <a:pt x="123" y="114"/>
                  </a:cubicBezTo>
                  <a:cubicBezTo>
                    <a:pt x="123" y="113"/>
                    <a:pt x="123" y="112"/>
                    <a:pt x="123" y="111"/>
                  </a:cubicBezTo>
                  <a:cubicBezTo>
                    <a:pt x="123" y="110"/>
                    <a:pt x="123" y="108"/>
                    <a:pt x="123" y="107"/>
                  </a:cubicBezTo>
                  <a:cubicBezTo>
                    <a:pt x="122" y="106"/>
                    <a:pt x="121" y="105"/>
                    <a:pt x="121" y="104"/>
                  </a:cubicBezTo>
                  <a:cubicBezTo>
                    <a:pt x="120" y="104"/>
                    <a:pt x="119" y="104"/>
                    <a:pt x="119" y="104"/>
                  </a:cubicBezTo>
                  <a:cubicBezTo>
                    <a:pt x="119" y="104"/>
                    <a:pt x="119" y="105"/>
                    <a:pt x="120" y="106"/>
                  </a:cubicBezTo>
                  <a:cubicBezTo>
                    <a:pt x="120" y="107"/>
                    <a:pt x="121" y="108"/>
                    <a:pt x="121" y="108"/>
                  </a:cubicBezTo>
                  <a:cubicBezTo>
                    <a:pt x="121" y="109"/>
                    <a:pt x="120" y="111"/>
                    <a:pt x="120" y="112"/>
                  </a:cubicBezTo>
                  <a:cubicBezTo>
                    <a:pt x="120" y="113"/>
                    <a:pt x="119" y="114"/>
                    <a:pt x="119" y="115"/>
                  </a:cubicBezTo>
                  <a:cubicBezTo>
                    <a:pt x="120" y="116"/>
                    <a:pt x="121" y="117"/>
                    <a:pt x="122" y="118"/>
                  </a:cubicBezTo>
                  <a:cubicBezTo>
                    <a:pt x="122" y="118"/>
                    <a:pt x="123" y="120"/>
                    <a:pt x="123" y="121"/>
                  </a:cubicBezTo>
                  <a:cubicBezTo>
                    <a:pt x="124" y="122"/>
                    <a:pt x="123" y="125"/>
                    <a:pt x="122" y="126"/>
                  </a:cubicBezTo>
                  <a:cubicBezTo>
                    <a:pt x="122" y="126"/>
                    <a:pt x="121" y="127"/>
                    <a:pt x="121" y="128"/>
                  </a:cubicBezTo>
                  <a:cubicBezTo>
                    <a:pt x="120" y="129"/>
                    <a:pt x="119" y="131"/>
                    <a:pt x="119" y="132"/>
                  </a:cubicBezTo>
                  <a:cubicBezTo>
                    <a:pt x="119" y="132"/>
                    <a:pt x="119" y="134"/>
                    <a:pt x="119" y="134"/>
                  </a:cubicBezTo>
                  <a:cubicBezTo>
                    <a:pt x="119" y="135"/>
                    <a:pt x="120" y="137"/>
                    <a:pt x="120" y="137"/>
                  </a:cubicBezTo>
                  <a:cubicBezTo>
                    <a:pt x="121" y="138"/>
                    <a:pt x="121" y="141"/>
                    <a:pt x="121" y="142"/>
                  </a:cubicBezTo>
                  <a:cubicBezTo>
                    <a:pt x="121" y="142"/>
                    <a:pt x="121" y="143"/>
                    <a:pt x="120" y="144"/>
                  </a:cubicBezTo>
                  <a:cubicBezTo>
                    <a:pt x="120" y="144"/>
                    <a:pt x="119" y="144"/>
                    <a:pt x="119" y="144"/>
                  </a:cubicBezTo>
                  <a:cubicBezTo>
                    <a:pt x="118" y="144"/>
                    <a:pt x="117" y="144"/>
                    <a:pt x="116" y="144"/>
                  </a:cubicBezTo>
                  <a:cubicBezTo>
                    <a:pt x="115" y="144"/>
                    <a:pt x="114" y="144"/>
                    <a:pt x="114" y="144"/>
                  </a:cubicBezTo>
                  <a:cubicBezTo>
                    <a:pt x="113" y="143"/>
                    <a:pt x="112" y="143"/>
                    <a:pt x="112" y="144"/>
                  </a:cubicBezTo>
                  <a:cubicBezTo>
                    <a:pt x="112" y="144"/>
                    <a:pt x="112" y="145"/>
                    <a:pt x="112" y="145"/>
                  </a:cubicBezTo>
                  <a:cubicBezTo>
                    <a:pt x="113" y="145"/>
                    <a:pt x="113" y="145"/>
                    <a:pt x="114" y="146"/>
                  </a:cubicBezTo>
                  <a:cubicBezTo>
                    <a:pt x="114" y="146"/>
                    <a:pt x="115" y="146"/>
                    <a:pt x="115" y="147"/>
                  </a:cubicBezTo>
                  <a:cubicBezTo>
                    <a:pt x="116" y="147"/>
                    <a:pt x="117" y="147"/>
                    <a:pt x="117" y="147"/>
                  </a:cubicBezTo>
                  <a:cubicBezTo>
                    <a:pt x="118" y="147"/>
                    <a:pt x="119" y="148"/>
                    <a:pt x="119" y="148"/>
                  </a:cubicBezTo>
                  <a:cubicBezTo>
                    <a:pt x="120" y="149"/>
                    <a:pt x="120" y="150"/>
                    <a:pt x="120" y="151"/>
                  </a:cubicBezTo>
                  <a:cubicBezTo>
                    <a:pt x="120" y="152"/>
                    <a:pt x="120" y="153"/>
                    <a:pt x="120" y="154"/>
                  </a:cubicBezTo>
                  <a:cubicBezTo>
                    <a:pt x="120" y="155"/>
                    <a:pt x="118" y="156"/>
                    <a:pt x="118" y="156"/>
                  </a:cubicBezTo>
                  <a:cubicBezTo>
                    <a:pt x="117" y="157"/>
                    <a:pt x="115" y="158"/>
                    <a:pt x="115" y="158"/>
                  </a:cubicBezTo>
                  <a:cubicBezTo>
                    <a:pt x="114" y="159"/>
                    <a:pt x="114" y="161"/>
                    <a:pt x="114" y="162"/>
                  </a:cubicBezTo>
                  <a:cubicBezTo>
                    <a:pt x="114" y="163"/>
                    <a:pt x="113" y="166"/>
                    <a:pt x="113" y="167"/>
                  </a:cubicBezTo>
                  <a:cubicBezTo>
                    <a:pt x="113" y="168"/>
                    <a:pt x="112" y="171"/>
                    <a:pt x="111" y="172"/>
                  </a:cubicBezTo>
                  <a:cubicBezTo>
                    <a:pt x="111" y="173"/>
                    <a:pt x="110" y="175"/>
                    <a:pt x="109" y="175"/>
                  </a:cubicBezTo>
                  <a:cubicBezTo>
                    <a:pt x="108" y="176"/>
                    <a:pt x="107" y="176"/>
                    <a:pt x="106" y="176"/>
                  </a:cubicBezTo>
                  <a:cubicBezTo>
                    <a:pt x="105" y="176"/>
                    <a:pt x="104" y="175"/>
                    <a:pt x="103" y="174"/>
                  </a:cubicBezTo>
                  <a:cubicBezTo>
                    <a:pt x="102" y="174"/>
                    <a:pt x="101" y="173"/>
                    <a:pt x="101" y="172"/>
                  </a:cubicBezTo>
                  <a:cubicBezTo>
                    <a:pt x="101" y="172"/>
                    <a:pt x="100" y="170"/>
                    <a:pt x="100" y="169"/>
                  </a:cubicBezTo>
                  <a:cubicBezTo>
                    <a:pt x="100" y="169"/>
                    <a:pt x="101" y="167"/>
                    <a:pt x="101" y="166"/>
                  </a:cubicBezTo>
                  <a:cubicBezTo>
                    <a:pt x="101" y="165"/>
                    <a:pt x="101" y="163"/>
                    <a:pt x="101" y="162"/>
                  </a:cubicBezTo>
                  <a:cubicBezTo>
                    <a:pt x="100" y="161"/>
                    <a:pt x="100" y="159"/>
                    <a:pt x="99" y="158"/>
                  </a:cubicBezTo>
                  <a:cubicBezTo>
                    <a:pt x="99" y="157"/>
                    <a:pt x="98" y="154"/>
                    <a:pt x="97" y="153"/>
                  </a:cubicBezTo>
                  <a:cubicBezTo>
                    <a:pt x="97" y="152"/>
                    <a:pt x="95" y="151"/>
                    <a:pt x="95" y="150"/>
                  </a:cubicBezTo>
                  <a:cubicBezTo>
                    <a:pt x="94" y="149"/>
                    <a:pt x="94" y="147"/>
                    <a:pt x="93" y="146"/>
                  </a:cubicBezTo>
                  <a:cubicBezTo>
                    <a:pt x="93" y="145"/>
                    <a:pt x="92" y="143"/>
                    <a:pt x="92" y="143"/>
                  </a:cubicBezTo>
                  <a:cubicBezTo>
                    <a:pt x="91" y="142"/>
                    <a:pt x="90" y="142"/>
                    <a:pt x="90" y="142"/>
                  </a:cubicBezTo>
                  <a:cubicBezTo>
                    <a:pt x="90" y="142"/>
                    <a:pt x="90" y="143"/>
                    <a:pt x="90" y="144"/>
                  </a:cubicBezTo>
                  <a:cubicBezTo>
                    <a:pt x="90" y="144"/>
                    <a:pt x="91" y="145"/>
                    <a:pt x="91" y="146"/>
                  </a:cubicBezTo>
                  <a:cubicBezTo>
                    <a:pt x="91" y="147"/>
                    <a:pt x="92" y="148"/>
                    <a:pt x="92" y="149"/>
                  </a:cubicBezTo>
                  <a:cubicBezTo>
                    <a:pt x="92" y="150"/>
                    <a:pt x="93" y="151"/>
                    <a:pt x="93" y="151"/>
                  </a:cubicBezTo>
                  <a:cubicBezTo>
                    <a:pt x="94" y="152"/>
                    <a:pt x="95" y="153"/>
                    <a:pt x="95" y="153"/>
                  </a:cubicBezTo>
                  <a:cubicBezTo>
                    <a:pt x="96" y="154"/>
                    <a:pt x="96" y="155"/>
                    <a:pt x="96" y="156"/>
                  </a:cubicBezTo>
                  <a:cubicBezTo>
                    <a:pt x="97" y="157"/>
                    <a:pt x="97" y="158"/>
                    <a:pt x="97" y="159"/>
                  </a:cubicBezTo>
                  <a:cubicBezTo>
                    <a:pt x="97" y="160"/>
                    <a:pt x="97" y="162"/>
                    <a:pt x="97" y="163"/>
                  </a:cubicBezTo>
                  <a:cubicBezTo>
                    <a:pt x="97" y="164"/>
                    <a:pt x="95" y="165"/>
                    <a:pt x="95" y="165"/>
                  </a:cubicBezTo>
                  <a:cubicBezTo>
                    <a:pt x="95" y="165"/>
                    <a:pt x="93" y="165"/>
                    <a:pt x="92" y="165"/>
                  </a:cubicBezTo>
                  <a:cubicBezTo>
                    <a:pt x="91" y="165"/>
                    <a:pt x="90" y="163"/>
                    <a:pt x="89" y="163"/>
                  </a:cubicBezTo>
                  <a:cubicBezTo>
                    <a:pt x="88" y="162"/>
                    <a:pt x="87" y="160"/>
                    <a:pt x="86" y="159"/>
                  </a:cubicBezTo>
                  <a:cubicBezTo>
                    <a:pt x="86" y="159"/>
                    <a:pt x="85" y="157"/>
                    <a:pt x="85" y="157"/>
                  </a:cubicBezTo>
                  <a:cubicBezTo>
                    <a:pt x="85" y="156"/>
                    <a:pt x="84" y="155"/>
                    <a:pt x="84" y="154"/>
                  </a:cubicBezTo>
                  <a:cubicBezTo>
                    <a:pt x="84" y="154"/>
                    <a:pt x="84" y="152"/>
                    <a:pt x="84" y="151"/>
                  </a:cubicBezTo>
                  <a:cubicBezTo>
                    <a:pt x="84" y="150"/>
                    <a:pt x="85" y="149"/>
                    <a:pt x="84" y="148"/>
                  </a:cubicBezTo>
                  <a:cubicBezTo>
                    <a:pt x="84" y="148"/>
                    <a:pt x="83" y="148"/>
                    <a:pt x="83" y="148"/>
                  </a:cubicBezTo>
                  <a:cubicBezTo>
                    <a:pt x="83" y="148"/>
                    <a:pt x="82" y="149"/>
                    <a:pt x="82" y="150"/>
                  </a:cubicBezTo>
                  <a:cubicBezTo>
                    <a:pt x="82" y="151"/>
                    <a:pt x="82" y="152"/>
                    <a:pt x="82" y="153"/>
                  </a:cubicBezTo>
                  <a:cubicBezTo>
                    <a:pt x="82" y="154"/>
                    <a:pt x="81" y="156"/>
                    <a:pt x="81" y="156"/>
                  </a:cubicBezTo>
                  <a:cubicBezTo>
                    <a:pt x="81" y="156"/>
                    <a:pt x="79" y="159"/>
                    <a:pt x="78" y="159"/>
                  </a:cubicBezTo>
                  <a:cubicBezTo>
                    <a:pt x="78" y="160"/>
                    <a:pt x="77" y="160"/>
                    <a:pt x="76" y="161"/>
                  </a:cubicBezTo>
                  <a:cubicBezTo>
                    <a:pt x="76" y="162"/>
                    <a:pt x="76" y="163"/>
                    <a:pt x="76" y="163"/>
                  </a:cubicBezTo>
                  <a:cubicBezTo>
                    <a:pt x="76" y="164"/>
                    <a:pt x="76" y="166"/>
                    <a:pt x="76" y="166"/>
                  </a:cubicBezTo>
                  <a:cubicBezTo>
                    <a:pt x="76" y="167"/>
                    <a:pt x="77" y="169"/>
                    <a:pt x="77" y="170"/>
                  </a:cubicBezTo>
                  <a:cubicBezTo>
                    <a:pt x="77" y="171"/>
                    <a:pt x="78" y="173"/>
                    <a:pt x="79" y="173"/>
                  </a:cubicBezTo>
                  <a:cubicBezTo>
                    <a:pt x="79" y="175"/>
                    <a:pt x="80" y="177"/>
                    <a:pt x="80" y="178"/>
                  </a:cubicBezTo>
                  <a:cubicBezTo>
                    <a:pt x="80" y="179"/>
                    <a:pt x="80" y="181"/>
                    <a:pt x="80" y="182"/>
                  </a:cubicBezTo>
                  <a:cubicBezTo>
                    <a:pt x="79" y="183"/>
                    <a:pt x="79" y="184"/>
                    <a:pt x="79" y="184"/>
                  </a:cubicBezTo>
                  <a:cubicBezTo>
                    <a:pt x="78" y="184"/>
                    <a:pt x="77" y="182"/>
                    <a:pt x="77" y="182"/>
                  </a:cubicBezTo>
                  <a:cubicBezTo>
                    <a:pt x="76" y="181"/>
                    <a:pt x="75" y="181"/>
                    <a:pt x="74" y="180"/>
                  </a:cubicBezTo>
                  <a:cubicBezTo>
                    <a:pt x="74" y="180"/>
                    <a:pt x="73" y="179"/>
                    <a:pt x="73" y="179"/>
                  </a:cubicBezTo>
                  <a:cubicBezTo>
                    <a:pt x="72" y="179"/>
                    <a:pt x="71" y="179"/>
                    <a:pt x="70" y="179"/>
                  </a:cubicBezTo>
                  <a:cubicBezTo>
                    <a:pt x="70" y="179"/>
                    <a:pt x="69" y="178"/>
                    <a:pt x="69" y="178"/>
                  </a:cubicBezTo>
                  <a:cubicBezTo>
                    <a:pt x="68" y="178"/>
                    <a:pt x="67" y="179"/>
                    <a:pt x="66" y="179"/>
                  </a:cubicBezTo>
                  <a:cubicBezTo>
                    <a:pt x="66" y="178"/>
                    <a:pt x="65" y="177"/>
                    <a:pt x="65" y="177"/>
                  </a:cubicBezTo>
                  <a:cubicBezTo>
                    <a:pt x="65" y="176"/>
                    <a:pt x="66" y="174"/>
                    <a:pt x="66" y="174"/>
                  </a:cubicBezTo>
                  <a:cubicBezTo>
                    <a:pt x="66" y="173"/>
                    <a:pt x="66" y="173"/>
                    <a:pt x="66" y="172"/>
                  </a:cubicBezTo>
                  <a:cubicBezTo>
                    <a:pt x="66" y="172"/>
                    <a:pt x="65" y="171"/>
                    <a:pt x="65" y="171"/>
                  </a:cubicBezTo>
                  <a:cubicBezTo>
                    <a:pt x="64" y="170"/>
                    <a:pt x="63" y="169"/>
                    <a:pt x="62" y="169"/>
                  </a:cubicBezTo>
                  <a:cubicBezTo>
                    <a:pt x="62" y="168"/>
                    <a:pt x="61" y="167"/>
                    <a:pt x="61" y="167"/>
                  </a:cubicBezTo>
                  <a:cubicBezTo>
                    <a:pt x="61" y="166"/>
                    <a:pt x="61" y="164"/>
                    <a:pt x="62" y="163"/>
                  </a:cubicBezTo>
                  <a:cubicBezTo>
                    <a:pt x="62" y="162"/>
                    <a:pt x="63" y="161"/>
                    <a:pt x="63" y="160"/>
                  </a:cubicBezTo>
                  <a:cubicBezTo>
                    <a:pt x="63" y="160"/>
                    <a:pt x="62" y="159"/>
                    <a:pt x="62" y="158"/>
                  </a:cubicBezTo>
                  <a:cubicBezTo>
                    <a:pt x="62" y="158"/>
                    <a:pt x="62" y="157"/>
                    <a:pt x="63" y="157"/>
                  </a:cubicBezTo>
                  <a:cubicBezTo>
                    <a:pt x="63" y="156"/>
                    <a:pt x="63" y="155"/>
                    <a:pt x="64" y="154"/>
                  </a:cubicBezTo>
                  <a:cubicBezTo>
                    <a:pt x="64" y="154"/>
                    <a:pt x="64" y="153"/>
                    <a:pt x="64" y="152"/>
                  </a:cubicBezTo>
                  <a:cubicBezTo>
                    <a:pt x="64" y="152"/>
                    <a:pt x="64" y="151"/>
                    <a:pt x="64" y="150"/>
                  </a:cubicBezTo>
                  <a:cubicBezTo>
                    <a:pt x="64" y="150"/>
                    <a:pt x="63" y="149"/>
                    <a:pt x="63" y="148"/>
                  </a:cubicBezTo>
                  <a:cubicBezTo>
                    <a:pt x="63" y="148"/>
                    <a:pt x="63" y="146"/>
                    <a:pt x="63" y="146"/>
                  </a:cubicBezTo>
                  <a:cubicBezTo>
                    <a:pt x="63" y="145"/>
                    <a:pt x="64" y="143"/>
                    <a:pt x="64" y="142"/>
                  </a:cubicBezTo>
                  <a:cubicBezTo>
                    <a:pt x="64" y="141"/>
                    <a:pt x="65" y="140"/>
                    <a:pt x="66" y="139"/>
                  </a:cubicBezTo>
                  <a:cubicBezTo>
                    <a:pt x="66" y="138"/>
                    <a:pt x="67" y="136"/>
                    <a:pt x="68" y="135"/>
                  </a:cubicBezTo>
                  <a:cubicBezTo>
                    <a:pt x="68" y="134"/>
                    <a:pt x="70" y="131"/>
                    <a:pt x="71" y="130"/>
                  </a:cubicBezTo>
                  <a:cubicBezTo>
                    <a:pt x="72" y="128"/>
                    <a:pt x="73" y="126"/>
                    <a:pt x="74" y="124"/>
                  </a:cubicBezTo>
                  <a:cubicBezTo>
                    <a:pt x="75" y="123"/>
                    <a:pt x="76" y="121"/>
                    <a:pt x="77" y="120"/>
                  </a:cubicBezTo>
                  <a:cubicBezTo>
                    <a:pt x="78" y="119"/>
                    <a:pt x="79" y="118"/>
                    <a:pt x="80" y="117"/>
                  </a:cubicBezTo>
                  <a:cubicBezTo>
                    <a:pt x="80" y="116"/>
                    <a:pt x="81" y="114"/>
                    <a:pt x="81" y="113"/>
                  </a:cubicBezTo>
                  <a:cubicBezTo>
                    <a:pt x="81" y="113"/>
                    <a:pt x="82" y="112"/>
                    <a:pt x="82" y="111"/>
                  </a:cubicBezTo>
                  <a:cubicBezTo>
                    <a:pt x="83" y="111"/>
                    <a:pt x="84" y="109"/>
                    <a:pt x="85" y="109"/>
                  </a:cubicBezTo>
                  <a:cubicBezTo>
                    <a:pt x="86" y="108"/>
                    <a:pt x="89" y="108"/>
                    <a:pt x="90" y="107"/>
                  </a:cubicBezTo>
                  <a:cubicBezTo>
                    <a:pt x="91" y="107"/>
                    <a:pt x="93" y="106"/>
                    <a:pt x="94" y="105"/>
                  </a:cubicBezTo>
                  <a:cubicBezTo>
                    <a:pt x="95" y="105"/>
                    <a:pt x="96" y="103"/>
                    <a:pt x="97" y="102"/>
                  </a:cubicBezTo>
                  <a:cubicBezTo>
                    <a:pt x="97" y="102"/>
                    <a:pt x="98" y="100"/>
                    <a:pt x="99" y="99"/>
                  </a:cubicBezTo>
                  <a:cubicBezTo>
                    <a:pt x="99" y="98"/>
                    <a:pt x="100" y="96"/>
                    <a:pt x="100" y="95"/>
                  </a:cubicBezTo>
                  <a:cubicBezTo>
                    <a:pt x="101" y="94"/>
                    <a:pt x="101" y="92"/>
                    <a:pt x="102" y="91"/>
                  </a:cubicBezTo>
                  <a:cubicBezTo>
                    <a:pt x="102" y="90"/>
                    <a:pt x="103" y="89"/>
                    <a:pt x="104" y="89"/>
                  </a:cubicBezTo>
                  <a:cubicBezTo>
                    <a:pt x="105" y="88"/>
                    <a:pt x="106" y="88"/>
                    <a:pt x="106" y="88"/>
                  </a:cubicBezTo>
                  <a:cubicBezTo>
                    <a:pt x="107" y="87"/>
                    <a:pt x="109" y="87"/>
                    <a:pt x="109" y="87"/>
                  </a:cubicBezTo>
                  <a:cubicBezTo>
                    <a:pt x="110" y="86"/>
                    <a:pt x="112" y="85"/>
                    <a:pt x="113" y="84"/>
                  </a:cubicBezTo>
                  <a:cubicBezTo>
                    <a:pt x="114" y="83"/>
                    <a:pt x="115" y="83"/>
                    <a:pt x="116" y="82"/>
                  </a:cubicBezTo>
                  <a:cubicBezTo>
                    <a:pt x="116" y="81"/>
                    <a:pt x="117" y="80"/>
                    <a:pt x="117" y="80"/>
                  </a:cubicBezTo>
                  <a:cubicBezTo>
                    <a:pt x="117" y="80"/>
                    <a:pt x="115" y="80"/>
                    <a:pt x="115" y="80"/>
                  </a:cubicBezTo>
                  <a:cubicBezTo>
                    <a:pt x="114" y="80"/>
                    <a:pt x="113" y="81"/>
                    <a:pt x="112" y="81"/>
                  </a:cubicBezTo>
                  <a:cubicBezTo>
                    <a:pt x="111" y="82"/>
                    <a:pt x="110" y="83"/>
                    <a:pt x="109" y="84"/>
                  </a:cubicBezTo>
                  <a:cubicBezTo>
                    <a:pt x="108" y="85"/>
                    <a:pt x="106" y="86"/>
                    <a:pt x="104" y="86"/>
                  </a:cubicBezTo>
                  <a:cubicBezTo>
                    <a:pt x="104" y="87"/>
                    <a:pt x="103" y="87"/>
                    <a:pt x="102" y="87"/>
                  </a:cubicBezTo>
                  <a:cubicBezTo>
                    <a:pt x="102" y="87"/>
                    <a:pt x="102" y="85"/>
                    <a:pt x="102" y="85"/>
                  </a:cubicBezTo>
                  <a:cubicBezTo>
                    <a:pt x="101" y="85"/>
                    <a:pt x="100" y="86"/>
                    <a:pt x="100" y="87"/>
                  </a:cubicBezTo>
                  <a:cubicBezTo>
                    <a:pt x="100" y="87"/>
                    <a:pt x="100" y="88"/>
                    <a:pt x="99" y="89"/>
                  </a:cubicBezTo>
                  <a:cubicBezTo>
                    <a:pt x="99" y="90"/>
                    <a:pt x="98" y="91"/>
                    <a:pt x="98" y="92"/>
                  </a:cubicBezTo>
                  <a:cubicBezTo>
                    <a:pt x="97" y="93"/>
                    <a:pt x="96" y="94"/>
                    <a:pt x="95" y="95"/>
                  </a:cubicBezTo>
                  <a:cubicBezTo>
                    <a:pt x="95" y="95"/>
                    <a:pt x="94" y="97"/>
                    <a:pt x="94" y="98"/>
                  </a:cubicBezTo>
                  <a:cubicBezTo>
                    <a:pt x="94" y="99"/>
                    <a:pt x="93" y="101"/>
                    <a:pt x="93" y="102"/>
                  </a:cubicBezTo>
                  <a:cubicBezTo>
                    <a:pt x="93" y="103"/>
                    <a:pt x="91" y="104"/>
                    <a:pt x="90" y="104"/>
                  </a:cubicBezTo>
                  <a:cubicBezTo>
                    <a:pt x="90" y="105"/>
                    <a:pt x="88" y="105"/>
                    <a:pt x="87" y="105"/>
                  </a:cubicBezTo>
                  <a:cubicBezTo>
                    <a:pt x="86" y="105"/>
                    <a:pt x="84" y="106"/>
                    <a:pt x="83" y="107"/>
                  </a:cubicBezTo>
                  <a:cubicBezTo>
                    <a:pt x="82" y="107"/>
                    <a:pt x="80" y="109"/>
                    <a:pt x="79" y="110"/>
                  </a:cubicBezTo>
                  <a:cubicBezTo>
                    <a:pt x="78" y="111"/>
                    <a:pt x="77" y="112"/>
                    <a:pt x="77" y="113"/>
                  </a:cubicBezTo>
                  <a:cubicBezTo>
                    <a:pt x="76" y="114"/>
                    <a:pt x="75" y="115"/>
                    <a:pt x="75" y="116"/>
                  </a:cubicBezTo>
                  <a:cubicBezTo>
                    <a:pt x="74" y="117"/>
                    <a:pt x="75" y="117"/>
                    <a:pt x="74" y="118"/>
                  </a:cubicBezTo>
                  <a:cubicBezTo>
                    <a:pt x="74" y="118"/>
                    <a:pt x="74" y="119"/>
                    <a:pt x="74" y="119"/>
                  </a:cubicBezTo>
                  <a:cubicBezTo>
                    <a:pt x="73" y="120"/>
                    <a:pt x="72" y="120"/>
                    <a:pt x="71" y="121"/>
                  </a:cubicBezTo>
                  <a:cubicBezTo>
                    <a:pt x="70" y="122"/>
                    <a:pt x="69" y="124"/>
                    <a:pt x="69" y="125"/>
                  </a:cubicBezTo>
                  <a:cubicBezTo>
                    <a:pt x="68" y="126"/>
                    <a:pt x="68" y="127"/>
                    <a:pt x="67" y="128"/>
                  </a:cubicBezTo>
                  <a:cubicBezTo>
                    <a:pt x="66" y="128"/>
                    <a:pt x="65" y="129"/>
                    <a:pt x="65" y="129"/>
                  </a:cubicBezTo>
                  <a:cubicBezTo>
                    <a:pt x="64" y="130"/>
                    <a:pt x="64" y="131"/>
                    <a:pt x="64" y="131"/>
                  </a:cubicBezTo>
                  <a:cubicBezTo>
                    <a:pt x="64" y="132"/>
                    <a:pt x="64" y="133"/>
                    <a:pt x="64" y="133"/>
                  </a:cubicBezTo>
                  <a:cubicBezTo>
                    <a:pt x="64" y="134"/>
                    <a:pt x="63" y="135"/>
                    <a:pt x="62" y="135"/>
                  </a:cubicBezTo>
                  <a:cubicBezTo>
                    <a:pt x="62" y="135"/>
                    <a:pt x="61" y="135"/>
                    <a:pt x="61" y="135"/>
                  </a:cubicBezTo>
                  <a:cubicBezTo>
                    <a:pt x="61" y="135"/>
                    <a:pt x="60" y="137"/>
                    <a:pt x="60" y="137"/>
                  </a:cubicBezTo>
                  <a:cubicBezTo>
                    <a:pt x="60" y="137"/>
                    <a:pt x="59" y="138"/>
                    <a:pt x="58" y="139"/>
                  </a:cubicBezTo>
                  <a:cubicBezTo>
                    <a:pt x="58" y="139"/>
                    <a:pt x="56" y="140"/>
                    <a:pt x="56" y="140"/>
                  </a:cubicBezTo>
                  <a:cubicBezTo>
                    <a:pt x="55" y="140"/>
                    <a:pt x="54" y="140"/>
                    <a:pt x="54" y="140"/>
                  </a:cubicBezTo>
                  <a:cubicBezTo>
                    <a:pt x="54" y="139"/>
                    <a:pt x="53" y="138"/>
                    <a:pt x="53" y="138"/>
                  </a:cubicBezTo>
                  <a:cubicBezTo>
                    <a:pt x="53" y="137"/>
                    <a:pt x="53" y="136"/>
                    <a:pt x="52" y="136"/>
                  </a:cubicBezTo>
                  <a:cubicBezTo>
                    <a:pt x="52" y="135"/>
                    <a:pt x="51" y="135"/>
                    <a:pt x="51" y="135"/>
                  </a:cubicBezTo>
                  <a:cubicBezTo>
                    <a:pt x="51" y="135"/>
                    <a:pt x="50" y="136"/>
                    <a:pt x="50" y="136"/>
                  </a:cubicBezTo>
                  <a:cubicBezTo>
                    <a:pt x="49" y="136"/>
                    <a:pt x="49" y="138"/>
                    <a:pt x="49" y="138"/>
                  </a:cubicBezTo>
                  <a:cubicBezTo>
                    <a:pt x="49" y="139"/>
                    <a:pt x="49" y="140"/>
                    <a:pt x="49" y="141"/>
                  </a:cubicBezTo>
                  <a:cubicBezTo>
                    <a:pt x="49" y="142"/>
                    <a:pt x="50" y="143"/>
                    <a:pt x="50" y="143"/>
                  </a:cubicBezTo>
                  <a:cubicBezTo>
                    <a:pt x="50" y="144"/>
                    <a:pt x="50" y="146"/>
                    <a:pt x="50" y="147"/>
                  </a:cubicBezTo>
                  <a:cubicBezTo>
                    <a:pt x="50" y="147"/>
                    <a:pt x="50" y="148"/>
                    <a:pt x="50" y="149"/>
                  </a:cubicBezTo>
                  <a:cubicBezTo>
                    <a:pt x="50" y="149"/>
                    <a:pt x="51" y="150"/>
                    <a:pt x="51" y="151"/>
                  </a:cubicBezTo>
                  <a:cubicBezTo>
                    <a:pt x="51" y="151"/>
                    <a:pt x="52" y="152"/>
                    <a:pt x="52" y="152"/>
                  </a:cubicBezTo>
                  <a:cubicBezTo>
                    <a:pt x="52" y="153"/>
                    <a:pt x="52" y="155"/>
                    <a:pt x="52" y="156"/>
                  </a:cubicBezTo>
                  <a:cubicBezTo>
                    <a:pt x="52" y="158"/>
                    <a:pt x="52" y="161"/>
                    <a:pt x="52" y="162"/>
                  </a:cubicBezTo>
                  <a:cubicBezTo>
                    <a:pt x="52" y="162"/>
                    <a:pt x="53" y="165"/>
                    <a:pt x="53" y="166"/>
                  </a:cubicBezTo>
                  <a:cubicBezTo>
                    <a:pt x="53" y="167"/>
                    <a:pt x="54" y="169"/>
                    <a:pt x="54" y="170"/>
                  </a:cubicBezTo>
                  <a:cubicBezTo>
                    <a:pt x="55" y="172"/>
                    <a:pt x="56" y="173"/>
                    <a:pt x="57" y="174"/>
                  </a:cubicBezTo>
                  <a:cubicBezTo>
                    <a:pt x="58" y="176"/>
                    <a:pt x="59" y="179"/>
                    <a:pt x="60" y="180"/>
                  </a:cubicBezTo>
                  <a:cubicBezTo>
                    <a:pt x="61" y="182"/>
                    <a:pt x="63" y="184"/>
                    <a:pt x="64" y="185"/>
                  </a:cubicBezTo>
                  <a:cubicBezTo>
                    <a:pt x="64" y="186"/>
                    <a:pt x="65" y="189"/>
                    <a:pt x="65" y="190"/>
                  </a:cubicBezTo>
                  <a:cubicBezTo>
                    <a:pt x="65" y="191"/>
                    <a:pt x="65" y="194"/>
                    <a:pt x="65" y="195"/>
                  </a:cubicBezTo>
                  <a:cubicBezTo>
                    <a:pt x="65" y="196"/>
                    <a:pt x="65" y="198"/>
                    <a:pt x="64" y="198"/>
                  </a:cubicBezTo>
                  <a:cubicBezTo>
                    <a:pt x="64" y="199"/>
                    <a:pt x="63" y="199"/>
                    <a:pt x="62" y="199"/>
                  </a:cubicBezTo>
                  <a:cubicBezTo>
                    <a:pt x="62" y="199"/>
                    <a:pt x="61" y="198"/>
                    <a:pt x="60" y="198"/>
                  </a:cubicBezTo>
                  <a:cubicBezTo>
                    <a:pt x="59" y="199"/>
                    <a:pt x="58" y="200"/>
                    <a:pt x="57" y="200"/>
                  </a:cubicBezTo>
                  <a:cubicBezTo>
                    <a:pt x="56" y="201"/>
                    <a:pt x="54" y="201"/>
                    <a:pt x="54" y="201"/>
                  </a:cubicBezTo>
                  <a:cubicBezTo>
                    <a:pt x="53" y="202"/>
                    <a:pt x="51" y="204"/>
                    <a:pt x="50" y="205"/>
                  </a:cubicBezTo>
                  <a:cubicBezTo>
                    <a:pt x="50" y="206"/>
                    <a:pt x="49" y="208"/>
                    <a:pt x="49" y="209"/>
                  </a:cubicBezTo>
                  <a:cubicBezTo>
                    <a:pt x="48" y="210"/>
                    <a:pt x="47" y="213"/>
                    <a:pt x="46" y="214"/>
                  </a:cubicBezTo>
                  <a:cubicBezTo>
                    <a:pt x="46" y="215"/>
                    <a:pt x="45" y="217"/>
                    <a:pt x="45" y="218"/>
                  </a:cubicBezTo>
                  <a:cubicBezTo>
                    <a:pt x="45" y="219"/>
                    <a:pt x="45" y="222"/>
                    <a:pt x="44" y="223"/>
                  </a:cubicBezTo>
                  <a:cubicBezTo>
                    <a:pt x="44" y="224"/>
                    <a:pt x="41" y="224"/>
                    <a:pt x="41" y="225"/>
                  </a:cubicBezTo>
                  <a:cubicBezTo>
                    <a:pt x="41" y="226"/>
                    <a:pt x="42" y="226"/>
                    <a:pt x="42" y="226"/>
                  </a:cubicBezTo>
                  <a:cubicBezTo>
                    <a:pt x="42" y="227"/>
                    <a:pt x="43" y="228"/>
                    <a:pt x="43" y="229"/>
                  </a:cubicBezTo>
                  <a:cubicBezTo>
                    <a:pt x="43" y="230"/>
                    <a:pt x="43" y="233"/>
                    <a:pt x="43" y="234"/>
                  </a:cubicBezTo>
                  <a:cubicBezTo>
                    <a:pt x="44" y="235"/>
                    <a:pt x="44" y="237"/>
                    <a:pt x="44" y="237"/>
                  </a:cubicBezTo>
                  <a:cubicBezTo>
                    <a:pt x="44" y="238"/>
                    <a:pt x="45" y="239"/>
                    <a:pt x="46" y="239"/>
                  </a:cubicBezTo>
                  <a:cubicBezTo>
                    <a:pt x="46" y="240"/>
                    <a:pt x="46" y="241"/>
                    <a:pt x="46" y="241"/>
                  </a:cubicBezTo>
                  <a:cubicBezTo>
                    <a:pt x="46" y="241"/>
                    <a:pt x="46" y="242"/>
                    <a:pt x="46" y="243"/>
                  </a:cubicBezTo>
                  <a:cubicBezTo>
                    <a:pt x="46" y="243"/>
                    <a:pt x="45" y="242"/>
                    <a:pt x="45" y="242"/>
                  </a:cubicBezTo>
                  <a:cubicBezTo>
                    <a:pt x="44" y="242"/>
                    <a:pt x="44" y="241"/>
                    <a:pt x="44" y="241"/>
                  </a:cubicBezTo>
                  <a:cubicBezTo>
                    <a:pt x="43" y="241"/>
                    <a:pt x="42" y="241"/>
                    <a:pt x="42" y="241"/>
                  </a:cubicBezTo>
                  <a:cubicBezTo>
                    <a:pt x="42" y="241"/>
                    <a:pt x="42" y="242"/>
                    <a:pt x="42" y="243"/>
                  </a:cubicBezTo>
                  <a:cubicBezTo>
                    <a:pt x="42" y="243"/>
                    <a:pt x="42" y="245"/>
                    <a:pt x="42" y="245"/>
                  </a:cubicBezTo>
                  <a:cubicBezTo>
                    <a:pt x="42" y="246"/>
                    <a:pt x="44" y="247"/>
                    <a:pt x="44" y="248"/>
                  </a:cubicBezTo>
                  <a:cubicBezTo>
                    <a:pt x="44" y="248"/>
                    <a:pt x="44" y="250"/>
                    <a:pt x="43" y="250"/>
                  </a:cubicBezTo>
                  <a:cubicBezTo>
                    <a:pt x="43" y="251"/>
                    <a:pt x="43" y="251"/>
                    <a:pt x="43" y="251"/>
                  </a:cubicBezTo>
                  <a:cubicBezTo>
                    <a:pt x="42" y="251"/>
                    <a:pt x="41" y="250"/>
                    <a:pt x="41" y="251"/>
                  </a:cubicBezTo>
                  <a:cubicBezTo>
                    <a:pt x="41" y="251"/>
                    <a:pt x="41" y="251"/>
                    <a:pt x="40" y="251"/>
                  </a:cubicBezTo>
                  <a:cubicBezTo>
                    <a:pt x="40" y="252"/>
                    <a:pt x="39" y="254"/>
                    <a:pt x="39" y="255"/>
                  </a:cubicBezTo>
                  <a:cubicBezTo>
                    <a:pt x="39" y="256"/>
                    <a:pt x="39" y="259"/>
                    <a:pt x="39" y="260"/>
                  </a:cubicBezTo>
                  <a:cubicBezTo>
                    <a:pt x="39" y="261"/>
                    <a:pt x="37" y="263"/>
                    <a:pt x="37" y="264"/>
                  </a:cubicBezTo>
                  <a:cubicBezTo>
                    <a:pt x="36" y="265"/>
                    <a:pt x="35" y="266"/>
                    <a:pt x="35" y="267"/>
                  </a:cubicBezTo>
                  <a:cubicBezTo>
                    <a:pt x="35" y="268"/>
                    <a:pt x="34" y="270"/>
                    <a:pt x="34" y="271"/>
                  </a:cubicBezTo>
                  <a:cubicBezTo>
                    <a:pt x="34" y="271"/>
                    <a:pt x="34" y="273"/>
                    <a:pt x="33" y="273"/>
                  </a:cubicBezTo>
                  <a:cubicBezTo>
                    <a:pt x="33" y="274"/>
                    <a:pt x="32" y="276"/>
                    <a:pt x="32" y="276"/>
                  </a:cubicBezTo>
                  <a:cubicBezTo>
                    <a:pt x="31" y="277"/>
                    <a:pt x="30" y="278"/>
                    <a:pt x="30" y="278"/>
                  </a:cubicBezTo>
                  <a:cubicBezTo>
                    <a:pt x="29" y="278"/>
                    <a:pt x="29" y="278"/>
                    <a:pt x="28" y="278"/>
                  </a:cubicBezTo>
                  <a:cubicBezTo>
                    <a:pt x="28" y="278"/>
                    <a:pt x="27" y="278"/>
                    <a:pt x="27" y="278"/>
                  </a:cubicBezTo>
                  <a:cubicBezTo>
                    <a:pt x="27" y="279"/>
                    <a:pt x="28" y="279"/>
                    <a:pt x="28" y="279"/>
                  </a:cubicBezTo>
                  <a:cubicBezTo>
                    <a:pt x="28" y="280"/>
                    <a:pt x="30" y="280"/>
                    <a:pt x="30" y="280"/>
                  </a:cubicBezTo>
                  <a:cubicBezTo>
                    <a:pt x="31" y="280"/>
                    <a:pt x="32" y="280"/>
                    <a:pt x="32" y="281"/>
                  </a:cubicBezTo>
                  <a:cubicBezTo>
                    <a:pt x="33" y="281"/>
                    <a:pt x="34" y="282"/>
                    <a:pt x="34" y="282"/>
                  </a:cubicBezTo>
                  <a:cubicBezTo>
                    <a:pt x="35" y="283"/>
                    <a:pt x="35" y="285"/>
                    <a:pt x="36" y="286"/>
                  </a:cubicBezTo>
                  <a:cubicBezTo>
                    <a:pt x="36" y="287"/>
                    <a:pt x="37" y="289"/>
                    <a:pt x="37" y="290"/>
                  </a:cubicBezTo>
                  <a:cubicBezTo>
                    <a:pt x="37" y="291"/>
                    <a:pt x="36" y="292"/>
                    <a:pt x="35" y="293"/>
                  </a:cubicBezTo>
                  <a:cubicBezTo>
                    <a:pt x="35" y="294"/>
                    <a:pt x="34" y="295"/>
                    <a:pt x="34" y="296"/>
                  </a:cubicBezTo>
                  <a:cubicBezTo>
                    <a:pt x="33" y="296"/>
                    <a:pt x="32" y="297"/>
                    <a:pt x="32" y="298"/>
                  </a:cubicBezTo>
                  <a:cubicBezTo>
                    <a:pt x="31" y="299"/>
                    <a:pt x="32" y="300"/>
                    <a:pt x="32" y="301"/>
                  </a:cubicBezTo>
                  <a:cubicBezTo>
                    <a:pt x="32" y="302"/>
                    <a:pt x="31" y="303"/>
                    <a:pt x="31" y="303"/>
                  </a:cubicBezTo>
                  <a:cubicBezTo>
                    <a:pt x="30" y="303"/>
                    <a:pt x="29" y="304"/>
                    <a:pt x="28" y="304"/>
                  </a:cubicBezTo>
                  <a:cubicBezTo>
                    <a:pt x="27" y="305"/>
                    <a:pt x="26" y="305"/>
                    <a:pt x="25" y="305"/>
                  </a:cubicBezTo>
                  <a:cubicBezTo>
                    <a:pt x="24" y="305"/>
                    <a:pt x="23" y="305"/>
                    <a:pt x="22" y="305"/>
                  </a:cubicBezTo>
                  <a:cubicBezTo>
                    <a:pt x="21" y="305"/>
                    <a:pt x="19" y="304"/>
                    <a:pt x="18" y="304"/>
                  </a:cubicBezTo>
                  <a:cubicBezTo>
                    <a:pt x="17" y="304"/>
                    <a:pt x="16" y="304"/>
                    <a:pt x="15" y="304"/>
                  </a:cubicBezTo>
                  <a:cubicBezTo>
                    <a:pt x="14" y="304"/>
                    <a:pt x="13" y="305"/>
                    <a:pt x="12" y="305"/>
                  </a:cubicBezTo>
                  <a:cubicBezTo>
                    <a:pt x="12" y="306"/>
                    <a:pt x="10" y="306"/>
                    <a:pt x="9" y="307"/>
                  </a:cubicBezTo>
                  <a:cubicBezTo>
                    <a:pt x="9" y="307"/>
                    <a:pt x="7" y="307"/>
                    <a:pt x="6" y="307"/>
                  </a:cubicBezTo>
                  <a:cubicBezTo>
                    <a:pt x="5" y="307"/>
                    <a:pt x="4" y="308"/>
                    <a:pt x="3" y="307"/>
                  </a:cubicBezTo>
                  <a:cubicBezTo>
                    <a:pt x="2" y="307"/>
                    <a:pt x="1" y="306"/>
                    <a:pt x="1" y="305"/>
                  </a:cubicBezTo>
                  <a:cubicBezTo>
                    <a:pt x="1" y="304"/>
                    <a:pt x="0" y="303"/>
                    <a:pt x="0" y="302"/>
                  </a:cubicBezTo>
                  <a:cubicBezTo>
                    <a:pt x="0" y="301"/>
                    <a:pt x="0" y="299"/>
                    <a:pt x="0" y="298"/>
                  </a:cubicBezTo>
                  <a:cubicBezTo>
                    <a:pt x="0" y="297"/>
                    <a:pt x="0" y="295"/>
                    <a:pt x="0" y="294"/>
                  </a:cubicBezTo>
                  <a:cubicBezTo>
                    <a:pt x="0" y="292"/>
                    <a:pt x="0" y="290"/>
                    <a:pt x="0" y="289"/>
                  </a:cubicBezTo>
                  <a:cubicBezTo>
                    <a:pt x="0" y="288"/>
                    <a:pt x="1" y="286"/>
                    <a:pt x="1" y="284"/>
                  </a:cubicBezTo>
                  <a:cubicBezTo>
                    <a:pt x="2" y="284"/>
                    <a:pt x="3" y="282"/>
                    <a:pt x="3" y="281"/>
                  </a:cubicBezTo>
                  <a:cubicBezTo>
                    <a:pt x="4" y="281"/>
                    <a:pt x="5" y="279"/>
                    <a:pt x="5" y="278"/>
                  </a:cubicBezTo>
                  <a:cubicBezTo>
                    <a:pt x="5" y="277"/>
                    <a:pt x="6" y="276"/>
                    <a:pt x="7" y="276"/>
                  </a:cubicBezTo>
                  <a:cubicBezTo>
                    <a:pt x="7" y="276"/>
                    <a:pt x="7" y="276"/>
                    <a:pt x="8" y="276"/>
                  </a:cubicBezTo>
                  <a:cubicBezTo>
                    <a:pt x="8" y="277"/>
                    <a:pt x="9" y="277"/>
                    <a:pt x="9" y="277"/>
                  </a:cubicBezTo>
                  <a:cubicBezTo>
                    <a:pt x="9" y="277"/>
                    <a:pt x="10" y="276"/>
                    <a:pt x="10" y="276"/>
                  </a:cubicBezTo>
                  <a:cubicBezTo>
                    <a:pt x="11" y="275"/>
                    <a:pt x="11" y="274"/>
                    <a:pt x="12" y="273"/>
                  </a:cubicBezTo>
                  <a:cubicBezTo>
                    <a:pt x="12" y="272"/>
                    <a:pt x="12" y="270"/>
                    <a:pt x="13" y="268"/>
                  </a:cubicBezTo>
                  <a:cubicBezTo>
                    <a:pt x="13" y="267"/>
                    <a:pt x="13" y="264"/>
                    <a:pt x="12" y="263"/>
                  </a:cubicBezTo>
                  <a:cubicBezTo>
                    <a:pt x="12" y="261"/>
                    <a:pt x="11" y="258"/>
                    <a:pt x="11" y="257"/>
                  </a:cubicBezTo>
                  <a:cubicBezTo>
                    <a:pt x="11" y="256"/>
                    <a:pt x="11" y="254"/>
                    <a:pt x="11" y="253"/>
                  </a:cubicBezTo>
                  <a:cubicBezTo>
                    <a:pt x="11" y="253"/>
                    <a:pt x="12" y="252"/>
                    <a:pt x="12" y="252"/>
                  </a:cubicBezTo>
                  <a:cubicBezTo>
                    <a:pt x="12" y="252"/>
                    <a:pt x="12" y="252"/>
                    <a:pt x="13" y="252"/>
                  </a:cubicBezTo>
                  <a:cubicBezTo>
                    <a:pt x="13" y="253"/>
                    <a:pt x="13" y="253"/>
                    <a:pt x="14" y="252"/>
                  </a:cubicBezTo>
                  <a:cubicBezTo>
                    <a:pt x="14" y="252"/>
                    <a:pt x="14" y="251"/>
                    <a:pt x="14" y="251"/>
                  </a:cubicBezTo>
                  <a:cubicBezTo>
                    <a:pt x="14" y="250"/>
                    <a:pt x="13" y="249"/>
                    <a:pt x="13" y="249"/>
                  </a:cubicBezTo>
                  <a:cubicBezTo>
                    <a:pt x="13" y="248"/>
                    <a:pt x="12" y="247"/>
                    <a:pt x="12" y="247"/>
                  </a:cubicBezTo>
                  <a:cubicBezTo>
                    <a:pt x="12" y="246"/>
                    <a:pt x="12" y="244"/>
                    <a:pt x="12" y="244"/>
                  </a:cubicBezTo>
                  <a:cubicBezTo>
                    <a:pt x="12" y="243"/>
                    <a:pt x="12" y="241"/>
                    <a:pt x="12" y="240"/>
                  </a:cubicBezTo>
                  <a:cubicBezTo>
                    <a:pt x="12" y="240"/>
                    <a:pt x="13" y="238"/>
                    <a:pt x="14" y="238"/>
                  </a:cubicBezTo>
                  <a:cubicBezTo>
                    <a:pt x="14" y="237"/>
                    <a:pt x="15" y="236"/>
                    <a:pt x="15" y="235"/>
                  </a:cubicBezTo>
                  <a:cubicBezTo>
                    <a:pt x="16" y="234"/>
                    <a:pt x="16" y="232"/>
                    <a:pt x="16" y="232"/>
                  </a:cubicBezTo>
                  <a:cubicBezTo>
                    <a:pt x="16" y="231"/>
                    <a:pt x="17" y="229"/>
                    <a:pt x="18" y="228"/>
                  </a:cubicBezTo>
                  <a:cubicBezTo>
                    <a:pt x="18" y="227"/>
                    <a:pt x="19" y="224"/>
                    <a:pt x="20" y="223"/>
                  </a:cubicBezTo>
                  <a:cubicBezTo>
                    <a:pt x="20" y="222"/>
                    <a:pt x="21" y="221"/>
                    <a:pt x="21" y="220"/>
                  </a:cubicBezTo>
                  <a:cubicBezTo>
                    <a:pt x="21" y="220"/>
                    <a:pt x="21" y="218"/>
                    <a:pt x="21" y="218"/>
                  </a:cubicBezTo>
                  <a:cubicBezTo>
                    <a:pt x="21" y="217"/>
                    <a:pt x="20" y="216"/>
                    <a:pt x="20" y="215"/>
                  </a:cubicBezTo>
                  <a:cubicBezTo>
                    <a:pt x="20" y="215"/>
                    <a:pt x="20" y="214"/>
                    <a:pt x="20" y="213"/>
                  </a:cubicBezTo>
                  <a:cubicBezTo>
                    <a:pt x="20" y="213"/>
                    <a:pt x="21" y="213"/>
                    <a:pt x="21" y="213"/>
                  </a:cubicBezTo>
                  <a:cubicBezTo>
                    <a:pt x="22" y="212"/>
                    <a:pt x="23" y="211"/>
                    <a:pt x="23" y="211"/>
                  </a:cubicBezTo>
                  <a:cubicBezTo>
                    <a:pt x="24" y="211"/>
                    <a:pt x="24" y="210"/>
                    <a:pt x="24" y="209"/>
                  </a:cubicBezTo>
                  <a:cubicBezTo>
                    <a:pt x="24" y="209"/>
                    <a:pt x="25" y="207"/>
                    <a:pt x="25" y="207"/>
                  </a:cubicBezTo>
                  <a:cubicBezTo>
                    <a:pt x="26" y="206"/>
                    <a:pt x="27" y="206"/>
                    <a:pt x="27" y="205"/>
                  </a:cubicBezTo>
                  <a:cubicBezTo>
                    <a:pt x="28" y="204"/>
                    <a:pt x="28" y="202"/>
                    <a:pt x="28" y="201"/>
                  </a:cubicBezTo>
                  <a:cubicBezTo>
                    <a:pt x="29" y="201"/>
                    <a:pt x="30" y="199"/>
                    <a:pt x="31" y="199"/>
                  </a:cubicBezTo>
                  <a:cubicBezTo>
                    <a:pt x="31" y="198"/>
                    <a:pt x="32" y="197"/>
                    <a:pt x="33" y="197"/>
                  </a:cubicBezTo>
                  <a:cubicBezTo>
                    <a:pt x="33" y="196"/>
                    <a:pt x="35" y="195"/>
                    <a:pt x="35" y="194"/>
                  </a:cubicBezTo>
                  <a:cubicBezTo>
                    <a:pt x="36" y="193"/>
                    <a:pt x="37" y="192"/>
                    <a:pt x="38" y="191"/>
                  </a:cubicBezTo>
                  <a:cubicBezTo>
                    <a:pt x="39" y="191"/>
                    <a:pt x="40" y="190"/>
                    <a:pt x="40" y="189"/>
                  </a:cubicBezTo>
                  <a:cubicBezTo>
                    <a:pt x="41" y="188"/>
                    <a:pt x="41" y="187"/>
                    <a:pt x="42" y="186"/>
                  </a:cubicBezTo>
                  <a:cubicBezTo>
                    <a:pt x="42" y="186"/>
                    <a:pt x="44" y="186"/>
                    <a:pt x="44" y="186"/>
                  </a:cubicBezTo>
                  <a:cubicBezTo>
                    <a:pt x="44" y="185"/>
                    <a:pt x="45" y="184"/>
                    <a:pt x="45" y="184"/>
                  </a:cubicBezTo>
                  <a:cubicBezTo>
                    <a:pt x="45" y="183"/>
                    <a:pt x="46" y="181"/>
                    <a:pt x="45" y="181"/>
                  </a:cubicBezTo>
                  <a:cubicBezTo>
                    <a:pt x="45" y="181"/>
                    <a:pt x="44" y="182"/>
                    <a:pt x="44" y="182"/>
                  </a:cubicBezTo>
                  <a:cubicBezTo>
                    <a:pt x="43" y="183"/>
                    <a:pt x="41" y="183"/>
                    <a:pt x="41" y="184"/>
                  </a:cubicBezTo>
                  <a:cubicBezTo>
                    <a:pt x="40" y="185"/>
                    <a:pt x="39" y="186"/>
                    <a:pt x="39" y="187"/>
                  </a:cubicBezTo>
                  <a:cubicBezTo>
                    <a:pt x="38" y="188"/>
                    <a:pt x="36" y="191"/>
                    <a:pt x="35" y="192"/>
                  </a:cubicBezTo>
                  <a:cubicBezTo>
                    <a:pt x="35" y="192"/>
                    <a:pt x="33" y="193"/>
                    <a:pt x="32" y="194"/>
                  </a:cubicBezTo>
                  <a:cubicBezTo>
                    <a:pt x="31" y="195"/>
                    <a:pt x="29" y="196"/>
                    <a:pt x="28" y="197"/>
                  </a:cubicBezTo>
                  <a:cubicBezTo>
                    <a:pt x="28" y="197"/>
                    <a:pt x="27" y="197"/>
                    <a:pt x="26" y="196"/>
                  </a:cubicBezTo>
                  <a:cubicBezTo>
                    <a:pt x="26" y="196"/>
                    <a:pt x="27" y="194"/>
                    <a:pt x="26" y="194"/>
                  </a:cubicBezTo>
                  <a:cubicBezTo>
                    <a:pt x="26" y="193"/>
                    <a:pt x="25" y="193"/>
                    <a:pt x="25" y="192"/>
                  </a:cubicBezTo>
                  <a:cubicBezTo>
                    <a:pt x="25" y="192"/>
                    <a:pt x="26" y="191"/>
                    <a:pt x="26" y="190"/>
                  </a:cubicBezTo>
                  <a:cubicBezTo>
                    <a:pt x="26" y="190"/>
                    <a:pt x="26" y="190"/>
                    <a:pt x="26" y="189"/>
                  </a:cubicBezTo>
                  <a:cubicBezTo>
                    <a:pt x="26" y="189"/>
                    <a:pt x="25" y="190"/>
                    <a:pt x="24" y="190"/>
                  </a:cubicBezTo>
                  <a:cubicBezTo>
                    <a:pt x="24" y="190"/>
                    <a:pt x="23" y="190"/>
                    <a:pt x="22" y="189"/>
                  </a:cubicBezTo>
                  <a:cubicBezTo>
                    <a:pt x="22" y="189"/>
                    <a:pt x="21" y="188"/>
                    <a:pt x="20" y="188"/>
                  </a:cubicBezTo>
                  <a:cubicBezTo>
                    <a:pt x="20" y="187"/>
                    <a:pt x="19" y="186"/>
                    <a:pt x="19" y="185"/>
                  </a:cubicBezTo>
                  <a:cubicBezTo>
                    <a:pt x="19" y="184"/>
                    <a:pt x="19" y="182"/>
                    <a:pt x="19" y="181"/>
                  </a:cubicBezTo>
                  <a:cubicBezTo>
                    <a:pt x="20" y="180"/>
                    <a:pt x="20" y="176"/>
                    <a:pt x="20" y="174"/>
                  </a:cubicBezTo>
                  <a:cubicBezTo>
                    <a:pt x="21" y="173"/>
                    <a:pt x="21" y="171"/>
                    <a:pt x="22" y="170"/>
                  </a:cubicBezTo>
                  <a:cubicBezTo>
                    <a:pt x="22" y="169"/>
                    <a:pt x="24" y="168"/>
                    <a:pt x="24" y="167"/>
                  </a:cubicBezTo>
                  <a:cubicBezTo>
                    <a:pt x="25" y="167"/>
                    <a:pt x="25" y="165"/>
                    <a:pt x="25" y="164"/>
                  </a:cubicBezTo>
                  <a:cubicBezTo>
                    <a:pt x="26" y="163"/>
                    <a:pt x="26" y="162"/>
                    <a:pt x="26" y="161"/>
                  </a:cubicBezTo>
                  <a:cubicBezTo>
                    <a:pt x="26" y="160"/>
                    <a:pt x="28" y="159"/>
                    <a:pt x="28" y="159"/>
                  </a:cubicBezTo>
                  <a:cubicBezTo>
                    <a:pt x="29" y="158"/>
                    <a:pt x="30" y="157"/>
                    <a:pt x="30" y="157"/>
                  </a:cubicBezTo>
                  <a:cubicBezTo>
                    <a:pt x="30" y="156"/>
                    <a:pt x="31" y="154"/>
                    <a:pt x="30" y="154"/>
                  </a:cubicBezTo>
                  <a:cubicBezTo>
                    <a:pt x="30" y="153"/>
                    <a:pt x="28" y="156"/>
                    <a:pt x="27" y="156"/>
                  </a:cubicBezTo>
                  <a:cubicBezTo>
                    <a:pt x="27" y="156"/>
                    <a:pt x="26" y="157"/>
                    <a:pt x="26" y="157"/>
                  </a:cubicBezTo>
                  <a:cubicBezTo>
                    <a:pt x="26" y="158"/>
                    <a:pt x="25" y="159"/>
                    <a:pt x="24" y="160"/>
                  </a:cubicBezTo>
                  <a:cubicBezTo>
                    <a:pt x="24" y="161"/>
                    <a:pt x="23" y="162"/>
                    <a:pt x="22" y="162"/>
                  </a:cubicBezTo>
                  <a:cubicBezTo>
                    <a:pt x="22" y="162"/>
                    <a:pt x="21" y="163"/>
                    <a:pt x="21" y="163"/>
                  </a:cubicBezTo>
                  <a:cubicBezTo>
                    <a:pt x="20" y="164"/>
                    <a:pt x="20" y="165"/>
                    <a:pt x="20" y="166"/>
                  </a:cubicBezTo>
                  <a:cubicBezTo>
                    <a:pt x="19" y="166"/>
                    <a:pt x="19" y="167"/>
                    <a:pt x="18" y="166"/>
                  </a:cubicBezTo>
                  <a:cubicBezTo>
                    <a:pt x="18" y="166"/>
                    <a:pt x="17" y="166"/>
                    <a:pt x="17" y="165"/>
                  </a:cubicBezTo>
                  <a:cubicBezTo>
                    <a:pt x="17" y="165"/>
                    <a:pt x="17" y="164"/>
                    <a:pt x="17" y="163"/>
                  </a:cubicBezTo>
                  <a:cubicBezTo>
                    <a:pt x="17" y="162"/>
                    <a:pt x="16" y="161"/>
                    <a:pt x="16" y="160"/>
                  </a:cubicBezTo>
                  <a:cubicBezTo>
                    <a:pt x="16" y="160"/>
                    <a:pt x="16" y="159"/>
                    <a:pt x="17" y="159"/>
                  </a:cubicBezTo>
                  <a:cubicBezTo>
                    <a:pt x="17" y="158"/>
                    <a:pt x="18" y="157"/>
                    <a:pt x="19" y="157"/>
                  </a:cubicBezTo>
                  <a:cubicBezTo>
                    <a:pt x="19" y="156"/>
                    <a:pt x="19" y="155"/>
                    <a:pt x="19" y="155"/>
                  </a:cubicBezTo>
                  <a:cubicBezTo>
                    <a:pt x="20" y="154"/>
                    <a:pt x="20" y="153"/>
                    <a:pt x="20" y="152"/>
                  </a:cubicBezTo>
                  <a:cubicBezTo>
                    <a:pt x="21" y="152"/>
                    <a:pt x="21" y="150"/>
                    <a:pt x="22" y="149"/>
                  </a:cubicBezTo>
                  <a:cubicBezTo>
                    <a:pt x="22" y="149"/>
                    <a:pt x="22" y="148"/>
                    <a:pt x="23" y="147"/>
                  </a:cubicBezTo>
                  <a:cubicBezTo>
                    <a:pt x="23" y="146"/>
                    <a:pt x="25" y="146"/>
                    <a:pt x="25" y="145"/>
                  </a:cubicBezTo>
                  <a:cubicBezTo>
                    <a:pt x="25" y="144"/>
                    <a:pt x="26" y="143"/>
                    <a:pt x="26" y="143"/>
                  </a:cubicBezTo>
                  <a:cubicBezTo>
                    <a:pt x="26" y="142"/>
                    <a:pt x="27" y="141"/>
                    <a:pt x="27" y="140"/>
                  </a:cubicBezTo>
                  <a:cubicBezTo>
                    <a:pt x="28" y="140"/>
                    <a:pt x="29" y="139"/>
                    <a:pt x="30" y="138"/>
                  </a:cubicBezTo>
                  <a:cubicBezTo>
                    <a:pt x="30" y="138"/>
                    <a:pt x="31" y="136"/>
                    <a:pt x="32" y="135"/>
                  </a:cubicBezTo>
                  <a:cubicBezTo>
                    <a:pt x="32" y="135"/>
                    <a:pt x="33" y="135"/>
                    <a:pt x="34" y="134"/>
                  </a:cubicBezTo>
                  <a:cubicBezTo>
                    <a:pt x="34" y="134"/>
                    <a:pt x="34" y="134"/>
                    <a:pt x="34" y="133"/>
                  </a:cubicBezTo>
                  <a:cubicBezTo>
                    <a:pt x="34" y="133"/>
                    <a:pt x="33" y="133"/>
                    <a:pt x="32" y="133"/>
                  </a:cubicBezTo>
                  <a:cubicBezTo>
                    <a:pt x="32" y="133"/>
                    <a:pt x="32" y="134"/>
                    <a:pt x="32" y="134"/>
                  </a:cubicBezTo>
                  <a:cubicBezTo>
                    <a:pt x="31" y="134"/>
                    <a:pt x="31" y="133"/>
                    <a:pt x="31" y="133"/>
                  </a:cubicBezTo>
                  <a:cubicBezTo>
                    <a:pt x="31" y="133"/>
                    <a:pt x="32" y="132"/>
                    <a:pt x="32" y="132"/>
                  </a:cubicBezTo>
                  <a:cubicBezTo>
                    <a:pt x="32" y="132"/>
                    <a:pt x="33" y="131"/>
                    <a:pt x="33" y="131"/>
                  </a:cubicBezTo>
                  <a:cubicBezTo>
                    <a:pt x="33" y="131"/>
                    <a:pt x="33" y="130"/>
                    <a:pt x="33" y="130"/>
                  </a:cubicBezTo>
                  <a:cubicBezTo>
                    <a:pt x="32" y="130"/>
                    <a:pt x="32" y="131"/>
                    <a:pt x="31" y="13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7" name="Freeform 267"/>
            <p:cNvSpPr>
              <a:spLocks/>
            </p:cNvSpPr>
            <p:nvPr/>
          </p:nvSpPr>
          <p:spPr bwMode="auto">
            <a:xfrm>
              <a:off x="1282701" y="1987550"/>
              <a:ext cx="63500" cy="60325"/>
            </a:xfrm>
            <a:custGeom>
              <a:avLst/>
              <a:gdLst/>
              <a:ahLst/>
              <a:cxnLst>
                <a:cxn ang="0">
                  <a:pos x="34" y="25"/>
                </a:cxn>
                <a:cxn ang="0">
                  <a:pos x="34" y="28"/>
                </a:cxn>
                <a:cxn ang="0">
                  <a:pos x="32" y="31"/>
                </a:cxn>
                <a:cxn ang="0">
                  <a:pos x="29" y="32"/>
                </a:cxn>
                <a:cxn ang="0">
                  <a:pos x="26" y="32"/>
                </a:cxn>
                <a:cxn ang="0">
                  <a:pos x="22" y="32"/>
                </a:cxn>
                <a:cxn ang="0">
                  <a:pos x="19" y="31"/>
                </a:cxn>
                <a:cxn ang="0">
                  <a:pos x="16" y="30"/>
                </a:cxn>
                <a:cxn ang="0">
                  <a:pos x="14" y="30"/>
                </a:cxn>
                <a:cxn ang="0">
                  <a:pos x="13" y="28"/>
                </a:cxn>
                <a:cxn ang="0">
                  <a:pos x="11" y="26"/>
                </a:cxn>
                <a:cxn ang="0">
                  <a:pos x="10" y="24"/>
                </a:cxn>
                <a:cxn ang="0">
                  <a:pos x="9" y="22"/>
                </a:cxn>
                <a:cxn ang="0">
                  <a:pos x="8" y="22"/>
                </a:cxn>
                <a:cxn ang="0">
                  <a:pos x="5" y="24"/>
                </a:cxn>
                <a:cxn ang="0">
                  <a:pos x="3" y="24"/>
                </a:cxn>
                <a:cxn ang="0">
                  <a:pos x="2" y="24"/>
                </a:cxn>
                <a:cxn ang="0">
                  <a:pos x="0" y="25"/>
                </a:cxn>
                <a:cxn ang="0">
                  <a:pos x="0" y="21"/>
                </a:cxn>
                <a:cxn ang="0">
                  <a:pos x="1" y="18"/>
                </a:cxn>
                <a:cxn ang="0">
                  <a:pos x="3" y="16"/>
                </a:cxn>
                <a:cxn ang="0">
                  <a:pos x="3" y="14"/>
                </a:cxn>
                <a:cxn ang="0">
                  <a:pos x="3" y="12"/>
                </a:cxn>
                <a:cxn ang="0">
                  <a:pos x="2" y="10"/>
                </a:cxn>
                <a:cxn ang="0">
                  <a:pos x="3" y="8"/>
                </a:cxn>
                <a:cxn ang="0">
                  <a:pos x="5" y="7"/>
                </a:cxn>
                <a:cxn ang="0">
                  <a:pos x="8" y="4"/>
                </a:cxn>
                <a:cxn ang="0">
                  <a:pos x="13" y="2"/>
                </a:cxn>
                <a:cxn ang="0">
                  <a:pos x="16" y="0"/>
                </a:cxn>
                <a:cxn ang="0">
                  <a:pos x="18" y="0"/>
                </a:cxn>
                <a:cxn ang="0">
                  <a:pos x="21" y="1"/>
                </a:cxn>
                <a:cxn ang="0">
                  <a:pos x="23" y="4"/>
                </a:cxn>
                <a:cxn ang="0">
                  <a:pos x="27" y="7"/>
                </a:cxn>
                <a:cxn ang="0">
                  <a:pos x="30" y="9"/>
                </a:cxn>
                <a:cxn ang="0">
                  <a:pos x="33" y="9"/>
                </a:cxn>
                <a:cxn ang="0">
                  <a:pos x="33" y="11"/>
                </a:cxn>
                <a:cxn ang="0">
                  <a:pos x="33" y="13"/>
                </a:cxn>
                <a:cxn ang="0">
                  <a:pos x="33" y="16"/>
                </a:cxn>
                <a:cxn ang="0">
                  <a:pos x="34" y="19"/>
                </a:cxn>
                <a:cxn ang="0">
                  <a:pos x="33" y="22"/>
                </a:cxn>
                <a:cxn ang="0">
                  <a:pos x="34" y="25"/>
                </a:cxn>
              </a:cxnLst>
              <a:rect l="0" t="0" r="r" b="b"/>
              <a:pathLst>
                <a:path w="34" h="32">
                  <a:moveTo>
                    <a:pt x="34" y="25"/>
                  </a:moveTo>
                  <a:cubicBezTo>
                    <a:pt x="34" y="26"/>
                    <a:pt x="34" y="28"/>
                    <a:pt x="34" y="28"/>
                  </a:cubicBezTo>
                  <a:cubicBezTo>
                    <a:pt x="34" y="29"/>
                    <a:pt x="33" y="30"/>
                    <a:pt x="32" y="31"/>
                  </a:cubicBezTo>
                  <a:cubicBezTo>
                    <a:pt x="32" y="31"/>
                    <a:pt x="30" y="32"/>
                    <a:pt x="29" y="32"/>
                  </a:cubicBezTo>
                  <a:cubicBezTo>
                    <a:pt x="29" y="32"/>
                    <a:pt x="27" y="32"/>
                    <a:pt x="26" y="32"/>
                  </a:cubicBezTo>
                  <a:cubicBezTo>
                    <a:pt x="25" y="32"/>
                    <a:pt x="23" y="32"/>
                    <a:pt x="22" y="32"/>
                  </a:cubicBezTo>
                  <a:cubicBezTo>
                    <a:pt x="21" y="32"/>
                    <a:pt x="20" y="31"/>
                    <a:pt x="19" y="31"/>
                  </a:cubicBezTo>
                  <a:cubicBezTo>
                    <a:pt x="18" y="30"/>
                    <a:pt x="16" y="30"/>
                    <a:pt x="16" y="30"/>
                  </a:cubicBezTo>
                  <a:cubicBezTo>
                    <a:pt x="15" y="30"/>
                    <a:pt x="15" y="30"/>
                    <a:pt x="14" y="30"/>
                  </a:cubicBezTo>
                  <a:cubicBezTo>
                    <a:pt x="14" y="30"/>
                    <a:pt x="14" y="29"/>
                    <a:pt x="13" y="28"/>
                  </a:cubicBezTo>
                  <a:cubicBezTo>
                    <a:pt x="13" y="28"/>
                    <a:pt x="11" y="27"/>
                    <a:pt x="11" y="26"/>
                  </a:cubicBezTo>
                  <a:cubicBezTo>
                    <a:pt x="10" y="26"/>
                    <a:pt x="11" y="25"/>
                    <a:pt x="10" y="24"/>
                  </a:cubicBezTo>
                  <a:cubicBezTo>
                    <a:pt x="10" y="24"/>
                    <a:pt x="10" y="23"/>
                    <a:pt x="9" y="22"/>
                  </a:cubicBezTo>
                  <a:cubicBezTo>
                    <a:pt x="9" y="22"/>
                    <a:pt x="8" y="22"/>
                    <a:pt x="8" y="22"/>
                  </a:cubicBezTo>
                  <a:cubicBezTo>
                    <a:pt x="7" y="22"/>
                    <a:pt x="6" y="23"/>
                    <a:pt x="5" y="24"/>
                  </a:cubicBezTo>
                  <a:cubicBezTo>
                    <a:pt x="4" y="24"/>
                    <a:pt x="3" y="23"/>
                    <a:pt x="3" y="24"/>
                  </a:cubicBezTo>
                  <a:cubicBezTo>
                    <a:pt x="3" y="24"/>
                    <a:pt x="2" y="24"/>
                    <a:pt x="2" y="24"/>
                  </a:cubicBezTo>
                  <a:cubicBezTo>
                    <a:pt x="1" y="25"/>
                    <a:pt x="0" y="25"/>
                    <a:pt x="0" y="25"/>
                  </a:cubicBezTo>
                  <a:cubicBezTo>
                    <a:pt x="0" y="24"/>
                    <a:pt x="0" y="22"/>
                    <a:pt x="0" y="21"/>
                  </a:cubicBezTo>
                  <a:cubicBezTo>
                    <a:pt x="0" y="20"/>
                    <a:pt x="1" y="19"/>
                    <a:pt x="1" y="18"/>
                  </a:cubicBezTo>
                  <a:cubicBezTo>
                    <a:pt x="1" y="17"/>
                    <a:pt x="2" y="16"/>
                    <a:pt x="3" y="16"/>
                  </a:cubicBezTo>
                  <a:cubicBezTo>
                    <a:pt x="3" y="15"/>
                    <a:pt x="3" y="14"/>
                    <a:pt x="3" y="14"/>
                  </a:cubicBezTo>
                  <a:cubicBezTo>
                    <a:pt x="3" y="13"/>
                    <a:pt x="3" y="12"/>
                    <a:pt x="3" y="12"/>
                  </a:cubicBezTo>
                  <a:cubicBezTo>
                    <a:pt x="3" y="11"/>
                    <a:pt x="2" y="10"/>
                    <a:pt x="2" y="10"/>
                  </a:cubicBezTo>
                  <a:cubicBezTo>
                    <a:pt x="2" y="9"/>
                    <a:pt x="3" y="8"/>
                    <a:pt x="3" y="8"/>
                  </a:cubicBezTo>
                  <a:cubicBezTo>
                    <a:pt x="3" y="8"/>
                    <a:pt x="4" y="7"/>
                    <a:pt x="5" y="7"/>
                  </a:cubicBezTo>
                  <a:cubicBezTo>
                    <a:pt x="5" y="6"/>
                    <a:pt x="7" y="5"/>
                    <a:pt x="8" y="4"/>
                  </a:cubicBezTo>
                  <a:cubicBezTo>
                    <a:pt x="10" y="4"/>
                    <a:pt x="12" y="3"/>
                    <a:pt x="13" y="2"/>
                  </a:cubicBezTo>
                  <a:cubicBezTo>
                    <a:pt x="14" y="2"/>
                    <a:pt x="16" y="1"/>
                    <a:pt x="16" y="0"/>
                  </a:cubicBezTo>
                  <a:cubicBezTo>
                    <a:pt x="17" y="0"/>
                    <a:pt x="18" y="0"/>
                    <a:pt x="18" y="0"/>
                  </a:cubicBezTo>
                  <a:cubicBezTo>
                    <a:pt x="19" y="0"/>
                    <a:pt x="21" y="1"/>
                    <a:pt x="21" y="1"/>
                  </a:cubicBezTo>
                  <a:cubicBezTo>
                    <a:pt x="22" y="2"/>
                    <a:pt x="23" y="3"/>
                    <a:pt x="23" y="4"/>
                  </a:cubicBezTo>
                  <a:cubicBezTo>
                    <a:pt x="24" y="5"/>
                    <a:pt x="26" y="6"/>
                    <a:pt x="27" y="7"/>
                  </a:cubicBezTo>
                  <a:cubicBezTo>
                    <a:pt x="28" y="7"/>
                    <a:pt x="29" y="8"/>
                    <a:pt x="30" y="9"/>
                  </a:cubicBezTo>
                  <a:cubicBezTo>
                    <a:pt x="30" y="9"/>
                    <a:pt x="32" y="9"/>
                    <a:pt x="33" y="9"/>
                  </a:cubicBezTo>
                  <a:cubicBezTo>
                    <a:pt x="33" y="10"/>
                    <a:pt x="33" y="11"/>
                    <a:pt x="33" y="11"/>
                  </a:cubicBezTo>
                  <a:cubicBezTo>
                    <a:pt x="33" y="12"/>
                    <a:pt x="33" y="13"/>
                    <a:pt x="33" y="13"/>
                  </a:cubicBezTo>
                  <a:cubicBezTo>
                    <a:pt x="33" y="14"/>
                    <a:pt x="33" y="15"/>
                    <a:pt x="33" y="16"/>
                  </a:cubicBezTo>
                  <a:cubicBezTo>
                    <a:pt x="33" y="17"/>
                    <a:pt x="34" y="18"/>
                    <a:pt x="34" y="19"/>
                  </a:cubicBezTo>
                  <a:cubicBezTo>
                    <a:pt x="34" y="20"/>
                    <a:pt x="33" y="21"/>
                    <a:pt x="33" y="22"/>
                  </a:cubicBezTo>
                  <a:cubicBezTo>
                    <a:pt x="33" y="23"/>
                    <a:pt x="34" y="24"/>
                    <a:pt x="34" y="2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8" name="Freeform 268"/>
            <p:cNvSpPr>
              <a:spLocks/>
            </p:cNvSpPr>
            <p:nvPr/>
          </p:nvSpPr>
          <p:spPr bwMode="auto">
            <a:xfrm>
              <a:off x="1162051" y="1714500"/>
              <a:ext cx="6350" cy="6350"/>
            </a:xfrm>
            <a:custGeom>
              <a:avLst/>
              <a:gdLst/>
              <a:ahLst/>
              <a:cxnLst>
                <a:cxn ang="0">
                  <a:pos x="3" y="0"/>
                </a:cxn>
                <a:cxn ang="0">
                  <a:pos x="2" y="0"/>
                </a:cxn>
                <a:cxn ang="0">
                  <a:pos x="1" y="1"/>
                </a:cxn>
                <a:cxn ang="0">
                  <a:pos x="1" y="3"/>
                </a:cxn>
                <a:cxn ang="0">
                  <a:pos x="2" y="4"/>
                </a:cxn>
                <a:cxn ang="0">
                  <a:pos x="3" y="3"/>
                </a:cxn>
                <a:cxn ang="0">
                  <a:pos x="3" y="1"/>
                </a:cxn>
                <a:cxn ang="0">
                  <a:pos x="3" y="0"/>
                </a:cxn>
              </a:cxnLst>
              <a:rect l="0" t="0" r="r" b="b"/>
              <a:pathLst>
                <a:path w="4" h="4">
                  <a:moveTo>
                    <a:pt x="3" y="0"/>
                  </a:moveTo>
                  <a:cubicBezTo>
                    <a:pt x="3" y="0"/>
                    <a:pt x="2" y="0"/>
                    <a:pt x="2" y="0"/>
                  </a:cubicBezTo>
                  <a:cubicBezTo>
                    <a:pt x="2" y="0"/>
                    <a:pt x="1" y="1"/>
                    <a:pt x="1" y="1"/>
                  </a:cubicBezTo>
                  <a:cubicBezTo>
                    <a:pt x="0" y="2"/>
                    <a:pt x="1" y="2"/>
                    <a:pt x="1" y="3"/>
                  </a:cubicBezTo>
                  <a:cubicBezTo>
                    <a:pt x="1" y="3"/>
                    <a:pt x="2" y="4"/>
                    <a:pt x="2" y="4"/>
                  </a:cubicBezTo>
                  <a:cubicBezTo>
                    <a:pt x="2" y="4"/>
                    <a:pt x="3" y="3"/>
                    <a:pt x="3" y="3"/>
                  </a:cubicBezTo>
                  <a:cubicBezTo>
                    <a:pt x="4" y="3"/>
                    <a:pt x="3" y="2"/>
                    <a:pt x="3" y="1"/>
                  </a:cubicBezTo>
                  <a:cubicBezTo>
                    <a:pt x="3" y="1"/>
                    <a:pt x="4" y="0"/>
                    <a:pt x="3"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9" name="Freeform 269"/>
            <p:cNvSpPr>
              <a:spLocks/>
            </p:cNvSpPr>
            <p:nvPr/>
          </p:nvSpPr>
          <p:spPr bwMode="auto">
            <a:xfrm>
              <a:off x="1062038" y="2090738"/>
              <a:ext cx="26988" cy="39688"/>
            </a:xfrm>
            <a:custGeom>
              <a:avLst/>
              <a:gdLst/>
              <a:ahLst/>
              <a:cxnLst>
                <a:cxn ang="0">
                  <a:pos x="13" y="8"/>
                </a:cxn>
                <a:cxn ang="0">
                  <a:pos x="13" y="7"/>
                </a:cxn>
                <a:cxn ang="0">
                  <a:pos x="11" y="7"/>
                </a:cxn>
                <a:cxn ang="0">
                  <a:pos x="13" y="4"/>
                </a:cxn>
                <a:cxn ang="0">
                  <a:pos x="14" y="3"/>
                </a:cxn>
                <a:cxn ang="0">
                  <a:pos x="14" y="0"/>
                </a:cxn>
                <a:cxn ang="0">
                  <a:pos x="12" y="0"/>
                </a:cxn>
                <a:cxn ang="0">
                  <a:pos x="10" y="0"/>
                </a:cxn>
                <a:cxn ang="0">
                  <a:pos x="8" y="1"/>
                </a:cxn>
                <a:cxn ang="0">
                  <a:pos x="8" y="2"/>
                </a:cxn>
                <a:cxn ang="0">
                  <a:pos x="10" y="3"/>
                </a:cxn>
                <a:cxn ang="0">
                  <a:pos x="8" y="4"/>
                </a:cxn>
                <a:cxn ang="0">
                  <a:pos x="8" y="5"/>
                </a:cxn>
                <a:cxn ang="0">
                  <a:pos x="7" y="5"/>
                </a:cxn>
                <a:cxn ang="0">
                  <a:pos x="6" y="4"/>
                </a:cxn>
                <a:cxn ang="0">
                  <a:pos x="5" y="5"/>
                </a:cxn>
                <a:cxn ang="0">
                  <a:pos x="5" y="7"/>
                </a:cxn>
                <a:cxn ang="0">
                  <a:pos x="4" y="8"/>
                </a:cxn>
                <a:cxn ang="0">
                  <a:pos x="2" y="11"/>
                </a:cxn>
                <a:cxn ang="0">
                  <a:pos x="0" y="12"/>
                </a:cxn>
                <a:cxn ang="0">
                  <a:pos x="1" y="13"/>
                </a:cxn>
                <a:cxn ang="0">
                  <a:pos x="2" y="14"/>
                </a:cxn>
                <a:cxn ang="0">
                  <a:pos x="2" y="16"/>
                </a:cxn>
                <a:cxn ang="0">
                  <a:pos x="1" y="17"/>
                </a:cxn>
                <a:cxn ang="0">
                  <a:pos x="0" y="19"/>
                </a:cxn>
                <a:cxn ang="0">
                  <a:pos x="1" y="20"/>
                </a:cxn>
                <a:cxn ang="0">
                  <a:pos x="2" y="21"/>
                </a:cxn>
                <a:cxn ang="0">
                  <a:pos x="4" y="20"/>
                </a:cxn>
                <a:cxn ang="0">
                  <a:pos x="6" y="20"/>
                </a:cxn>
                <a:cxn ang="0">
                  <a:pos x="8" y="19"/>
                </a:cxn>
                <a:cxn ang="0">
                  <a:pos x="8" y="18"/>
                </a:cxn>
                <a:cxn ang="0">
                  <a:pos x="7" y="17"/>
                </a:cxn>
                <a:cxn ang="0">
                  <a:pos x="8" y="16"/>
                </a:cxn>
                <a:cxn ang="0">
                  <a:pos x="9" y="15"/>
                </a:cxn>
                <a:cxn ang="0">
                  <a:pos x="9" y="14"/>
                </a:cxn>
                <a:cxn ang="0">
                  <a:pos x="8" y="14"/>
                </a:cxn>
                <a:cxn ang="0">
                  <a:pos x="9" y="12"/>
                </a:cxn>
                <a:cxn ang="0">
                  <a:pos x="9" y="11"/>
                </a:cxn>
                <a:cxn ang="0">
                  <a:pos x="10" y="9"/>
                </a:cxn>
                <a:cxn ang="0">
                  <a:pos x="12" y="9"/>
                </a:cxn>
                <a:cxn ang="0">
                  <a:pos x="13" y="8"/>
                </a:cxn>
              </a:cxnLst>
              <a:rect l="0" t="0" r="r" b="b"/>
              <a:pathLst>
                <a:path w="15" h="21">
                  <a:moveTo>
                    <a:pt x="13" y="8"/>
                  </a:moveTo>
                  <a:cubicBezTo>
                    <a:pt x="13" y="8"/>
                    <a:pt x="13" y="7"/>
                    <a:pt x="13" y="7"/>
                  </a:cubicBezTo>
                  <a:cubicBezTo>
                    <a:pt x="12" y="7"/>
                    <a:pt x="12" y="7"/>
                    <a:pt x="11" y="7"/>
                  </a:cubicBezTo>
                  <a:cubicBezTo>
                    <a:pt x="11" y="6"/>
                    <a:pt x="12" y="5"/>
                    <a:pt x="13" y="4"/>
                  </a:cubicBezTo>
                  <a:cubicBezTo>
                    <a:pt x="13" y="4"/>
                    <a:pt x="14" y="3"/>
                    <a:pt x="14" y="3"/>
                  </a:cubicBezTo>
                  <a:cubicBezTo>
                    <a:pt x="15" y="2"/>
                    <a:pt x="14" y="1"/>
                    <a:pt x="14" y="0"/>
                  </a:cubicBezTo>
                  <a:cubicBezTo>
                    <a:pt x="13" y="0"/>
                    <a:pt x="12" y="0"/>
                    <a:pt x="12" y="0"/>
                  </a:cubicBezTo>
                  <a:cubicBezTo>
                    <a:pt x="11" y="0"/>
                    <a:pt x="10" y="0"/>
                    <a:pt x="10" y="0"/>
                  </a:cubicBezTo>
                  <a:cubicBezTo>
                    <a:pt x="9" y="0"/>
                    <a:pt x="8" y="0"/>
                    <a:pt x="8" y="1"/>
                  </a:cubicBezTo>
                  <a:cubicBezTo>
                    <a:pt x="8" y="1"/>
                    <a:pt x="8" y="2"/>
                    <a:pt x="8" y="2"/>
                  </a:cubicBezTo>
                  <a:cubicBezTo>
                    <a:pt x="8" y="2"/>
                    <a:pt x="10" y="2"/>
                    <a:pt x="10" y="3"/>
                  </a:cubicBezTo>
                  <a:cubicBezTo>
                    <a:pt x="10" y="3"/>
                    <a:pt x="8" y="4"/>
                    <a:pt x="8" y="4"/>
                  </a:cubicBezTo>
                  <a:cubicBezTo>
                    <a:pt x="8" y="4"/>
                    <a:pt x="8" y="5"/>
                    <a:pt x="8" y="5"/>
                  </a:cubicBezTo>
                  <a:cubicBezTo>
                    <a:pt x="8" y="5"/>
                    <a:pt x="7" y="5"/>
                    <a:pt x="7" y="5"/>
                  </a:cubicBezTo>
                  <a:cubicBezTo>
                    <a:pt x="6" y="5"/>
                    <a:pt x="7" y="4"/>
                    <a:pt x="6" y="4"/>
                  </a:cubicBezTo>
                  <a:cubicBezTo>
                    <a:pt x="6" y="4"/>
                    <a:pt x="5" y="5"/>
                    <a:pt x="5" y="5"/>
                  </a:cubicBezTo>
                  <a:cubicBezTo>
                    <a:pt x="5" y="5"/>
                    <a:pt x="5" y="6"/>
                    <a:pt x="5" y="7"/>
                  </a:cubicBezTo>
                  <a:cubicBezTo>
                    <a:pt x="5" y="7"/>
                    <a:pt x="4" y="8"/>
                    <a:pt x="4" y="8"/>
                  </a:cubicBezTo>
                  <a:cubicBezTo>
                    <a:pt x="3" y="9"/>
                    <a:pt x="2" y="10"/>
                    <a:pt x="2" y="11"/>
                  </a:cubicBezTo>
                  <a:cubicBezTo>
                    <a:pt x="1" y="11"/>
                    <a:pt x="0" y="11"/>
                    <a:pt x="0" y="12"/>
                  </a:cubicBezTo>
                  <a:cubicBezTo>
                    <a:pt x="0" y="12"/>
                    <a:pt x="0" y="13"/>
                    <a:pt x="1" y="13"/>
                  </a:cubicBezTo>
                  <a:cubicBezTo>
                    <a:pt x="1" y="14"/>
                    <a:pt x="2" y="14"/>
                    <a:pt x="2" y="14"/>
                  </a:cubicBezTo>
                  <a:cubicBezTo>
                    <a:pt x="2" y="14"/>
                    <a:pt x="2" y="15"/>
                    <a:pt x="2" y="16"/>
                  </a:cubicBezTo>
                  <a:cubicBezTo>
                    <a:pt x="1" y="16"/>
                    <a:pt x="1" y="17"/>
                    <a:pt x="1" y="17"/>
                  </a:cubicBezTo>
                  <a:cubicBezTo>
                    <a:pt x="0" y="17"/>
                    <a:pt x="0" y="18"/>
                    <a:pt x="0" y="19"/>
                  </a:cubicBezTo>
                  <a:cubicBezTo>
                    <a:pt x="0" y="19"/>
                    <a:pt x="0" y="20"/>
                    <a:pt x="1" y="20"/>
                  </a:cubicBezTo>
                  <a:cubicBezTo>
                    <a:pt x="1" y="21"/>
                    <a:pt x="2" y="21"/>
                    <a:pt x="2" y="21"/>
                  </a:cubicBezTo>
                  <a:cubicBezTo>
                    <a:pt x="3" y="21"/>
                    <a:pt x="4" y="20"/>
                    <a:pt x="4" y="20"/>
                  </a:cubicBezTo>
                  <a:cubicBezTo>
                    <a:pt x="4" y="20"/>
                    <a:pt x="6" y="20"/>
                    <a:pt x="6" y="20"/>
                  </a:cubicBezTo>
                  <a:cubicBezTo>
                    <a:pt x="7" y="19"/>
                    <a:pt x="8" y="19"/>
                    <a:pt x="8" y="19"/>
                  </a:cubicBezTo>
                  <a:cubicBezTo>
                    <a:pt x="9" y="19"/>
                    <a:pt x="8" y="18"/>
                    <a:pt x="8" y="18"/>
                  </a:cubicBezTo>
                  <a:cubicBezTo>
                    <a:pt x="8" y="18"/>
                    <a:pt x="7" y="17"/>
                    <a:pt x="7" y="17"/>
                  </a:cubicBezTo>
                  <a:cubicBezTo>
                    <a:pt x="7" y="17"/>
                    <a:pt x="8" y="16"/>
                    <a:pt x="8" y="16"/>
                  </a:cubicBezTo>
                  <a:cubicBezTo>
                    <a:pt x="8" y="16"/>
                    <a:pt x="9" y="16"/>
                    <a:pt x="9" y="15"/>
                  </a:cubicBezTo>
                  <a:cubicBezTo>
                    <a:pt x="9" y="15"/>
                    <a:pt x="9" y="15"/>
                    <a:pt x="9" y="14"/>
                  </a:cubicBezTo>
                  <a:cubicBezTo>
                    <a:pt x="9" y="14"/>
                    <a:pt x="9" y="14"/>
                    <a:pt x="8" y="14"/>
                  </a:cubicBezTo>
                  <a:cubicBezTo>
                    <a:pt x="8" y="13"/>
                    <a:pt x="9" y="13"/>
                    <a:pt x="9" y="12"/>
                  </a:cubicBezTo>
                  <a:cubicBezTo>
                    <a:pt x="9" y="12"/>
                    <a:pt x="9" y="11"/>
                    <a:pt x="9" y="11"/>
                  </a:cubicBezTo>
                  <a:cubicBezTo>
                    <a:pt x="10" y="11"/>
                    <a:pt x="10" y="10"/>
                    <a:pt x="10" y="9"/>
                  </a:cubicBezTo>
                  <a:cubicBezTo>
                    <a:pt x="11" y="9"/>
                    <a:pt x="12" y="9"/>
                    <a:pt x="12" y="9"/>
                  </a:cubicBezTo>
                  <a:cubicBezTo>
                    <a:pt x="12" y="9"/>
                    <a:pt x="13" y="9"/>
                    <a:pt x="13"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0" name="Freeform 270"/>
            <p:cNvSpPr>
              <a:spLocks/>
            </p:cNvSpPr>
            <p:nvPr/>
          </p:nvSpPr>
          <p:spPr bwMode="auto">
            <a:xfrm>
              <a:off x="871538" y="1993900"/>
              <a:ext cx="133350" cy="165100"/>
            </a:xfrm>
            <a:custGeom>
              <a:avLst/>
              <a:gdLst/>
              <a:ahLst/>
              <a:cxnLst>
                <a:cxn ang="0">
                  <a:pos x="69" y="56"/>
                </a:cxn>
                <a:cxn ang="0">
                  <a:pos x="69" y="49"/>
                </a:cxn>
                <a:cxn ang="0">
                  <a:pos x="67" y="43"/>
                </a:cxn>
                <a:cxn ang="0">
                  <a:pos x="60" y="32"/>
                </a:cxn>
                <a:cxn ang="0">
                  <a:pos x="59" y="16"/>
                </a:cxn>
                <a:cxn ang="0">
                  <a:pos x="57" y="10"/>
                </a:cxn>
                <a:cxn ang="0">
                  <a:pos x="59" y="1"/>
                </a:cxn>
                <a:cxn ang="0">
                  <a:pos x="53" y="2"/>
                </a:cxn>
                <a:cxn ang="0">
                  <a:pos x="48" y="4"/>
                </a:cxn>
                <a:cxn ang="0">
                  <a:pos x="42" y="10"/>
                </a:cxn>
                <a:cxn ang="0">
                  <a:pos x="37" y="10"/>
                </a:cxn>
                <a:cxn ang="0">
                  <a:pos x="35" y="14"/>
                </a:cxn>
                <a:cxn ang="0">
                  <a:pos x="33" y="16"/>
                </a:cxn>
                <a:cxn ang="0">
                  <a:pos x="33" y="21"/>
                </a:cxn>
                <a:cxn ang="0">
                  <a:pos x="32" y="25"/>
                </a:cxn>
                <a:cxn ang="0">
                  <a:pos x="29" y="23"/>
                </a:cxn>
                <a:cxn ang="0">
                  <a:pos x="30" y="13"/>
                </a:cxn>
                <a:cxn ang="0">
                  <a:pos x="28" y="11"/>
                </a:cxn>
                <a:cxn ang="0">
                  <a:pos x="20" y="18"/>
                </a:cxn>
                <a:cxn ang="0">
                  <a:pos x="15" y="19"/>
                </a:cxn>
                <a:cxn ang="0">
                  <a:pos x="14" y="28"/>
                </a:cxn>
                <a:cxn ang="0">
                  <a:pos x="10" y="33"/>
                </a:cxn>
                <a:cxn ang="0">
                  <a:pos x="13" y="36"/>
                </a:cxn>
                <a:cxn ang="0">
                  <a:pos x="12" y="42"/>
                </a:cxn>
                <a:cxn ang="0">
                  <a:pos x="8" y="48"/>
                </a:cxn>
                <a:cxn ang="0">
                  <a:pos x="5" y="54"/>
                </a:cxn>
                <a:cxn ang="0">
                  <a:pos x="0" y="59"/>
                </a:cxn>
                <a:cxn ang="0">
                  <a:pos x="4" y="63"/>
                </a:cxn>
                <a:cxn ang="0">
                  <a:pos x="11" y="61"/>
                </a:cxn>
                <a:cxn ang="0">
                  <a:pos x="24" y="47"/>
                </a:cxn>
                <a:cxn ang="0">
                  <a:pos x="31" y="37"/>
                </a:cxn>
                <a:cxn ang="0">
                  <a:pos x="40" y="38"/>
                </a:cxn>
                <a:cxn ang="0">
                  <a:pos x="32" y="45"/>
                </a:cxn>
                <a:cxn ang="0">
                  <a:pos x="26" y="50"/>
                </a:cxn>
                <a:cxn ang="0">
                  <a:pos x="31" y="52"/>
                </a:cxn>
                <a:cxn ang="0">
                  <a:pos x="38" y="62"/>
                </a:cxn>
                <a:cxn ang="0">
                  <a:pos x="37" y="70"/>
                </a:cxn>
                <a:cxn ang="0">
                  <a:pos x="30" y="67"/>
                </a:cxn>
                <a:cxn ang="0">
                  <a:pos x="27" y="78"/>
                </a:cxn>
                <a:cxn ang="0">
                  <a:pos x="29" y="85"/>
                </a:cxn>
                <a:cxn ang="0">
                  <a:pos x="32" y="86"/>
                </a:cxn>
                <a:cxn ang="0">
                  <a:pos x="38" y="85"/>
                </a:cxn>
                <a:cxn ang="0">
                  <a:pos x="44" y="73"/>
                </a:cxn>
                <a:cxn ang="0">
                  <a:pos x="46" y="75"/>
                </a:cxn>
                <a:cxn ang="0">
                  <a:pos x="54" y="75"/>
                </a:cxn>
                <a:cxn ang="0">
                  <a:pos x="55" y="73"/>
                </a:cxn>
                <a:cxn ang="0">
                  <a:pos x="62" y="71"/>
                </a:cxn>
                <a:cxn ang="0">
                  <a:pos x="65" y="65"/>
                </a:cxn>
                <a:cxn ang="0">
                  <a:pos x="70" y="61"/>
                </a:cxn>
              </a:cxnLst>
              <a:rect l="0" t="0" r="r" b="b"/>
              <a:pathLst>
                <a:path w="71" h="87">
                  <a:moveTo>
                    <a:pt x="70" y="61"/>
                  </a:moveTo>
                  <a:cubicBezTo>
                    <a:pt x="70" y="61"/>
                    <a:pt x="70" y="59"/>
                    <a:pt x="70" y="59"/>
                  </a:cubicBezTo>
                  <a:cubicBezTo>
                    <a:pt x="70" y="58"/>
                    <a:pt x="69" y="57"/>
                    <a:pt x="69" y="56"/>
                  </a:cubicBezTo>
                  <a:cubicBezTo>
                    <a:pt x="69" y="56"/>
                    <a:pt x="70" y="55"/>
                    <a:pt x="70" y="55"/>
                  </a:cubicBezTo>
                  <a:cubicBezTo>
                    <a:pt x="71" y="54"/>
                    <a:pt x="71" y="53"/>
                    <a:pt x="70" y="52"/>
                  </a:cubicBezTo>
                  <a:cubicBezTo>
                    <a:pt x="70" y="51"/>
                    <a:pt x="70" y="50"/>
                    <a:pt x="69" y="49"/>
                  </a:cubicBezTo>
                  <a:cubicBezTo>
                    <a:pt x="69" y="49"/>
                    <a:pt x="68" y="48"/>
                    <a:pt x="68" y="48"/>
                  </a:cubicBezTo>
                  <a:cubicBezTo>
                    <a:pt x="67" y="47"/>
                    <a:pt x="67" y="46"/>
                    <a:pt x="67" y="45"/>
                  </a:cubicBezTo>
                  <a:cubicBezTo>
                    <a:pt x="67" y="44"/>
                    <a:pt x="67" y="43"/>
                    <a:pt x="67" y="43"/>
                  </a:cubicBezTo>
                  <a:cubicBezTo>
                    <a:pt x="67" y="42"/>
                    <a:pt x="66" y="41"/>
                    <a:pt x="66" y="40"/>
                  </a:cubicBezTo>
                  <a:cubicBezTo>
                    <a:pt x="65" y="39"/>
                    <a:pt x="63" y="38"/>
                    <a:pt x="62" y="37"/>
                  </a:cubicBezTo>
                  <a:cubicBezTo>
                    <a:pt x="62" y="36"/>
                    <a:pt x="61" y="33"/>
                    <a:pt x="60" y="32"/>
                  </a:cubicBezTo>
                  <a:cubicBezTo>
                    <a:pt x="60" y="30"/>
                    <a:pt x="59" y="27"/>
                    <a:pt x="59" y="25"/>
                  </a:cubicBezTo>
                  <a:cubicBezTo>
                    <a:pt x="59" y="23"/>
                    <a:pt x="60" y="21"/>
                    <a:pt x="60" y="20"/>
                  </a:cubicBezTo>
                  <a:cubicBezTo>
                    <a:pt x="60" y="19"/>
                    <a:pt x="60" y="17"/>
                    <a:pt x="59" y="16"/>
                  </a:cubicBezTo>
                  <a:cubicBezTo>
                    <a:pt x="59" y="15"/>
                    <a:pt x="59" y="15"/>
                    <a:pt x="59" y="14"/>
                  </a:cubicBezTo>
                  <a:cubicBezTo>
                    <a:pt x="58" y="14"/>
                    <a:pt x="57" y="13"/>
                    <a:pt x="57" y="13"/>
                  </a:cubicBezTo>
                  <a:cubicBezTo>
                    <a:pt x="56" y="12"/>
                    <a:pt x="57" y="11"/>
                    <a:pt x="57" y="10"/>
                  </a:cubicBezTo>
                  <a:cubicBezTo>
                    <a:pt x="57" y="9"/>
                    <a:pt x="58" y="7"/>
                    <a:pt x="58" y="6"/>
                  </a:cubicBezTo>
                  <a:cubicBezTo>
                    <a:pt x="58" y="6"/>
                    <a:pt x="59" y="4"/>
                    <a:pt x="59" y="4"/>
                  </a:cubicBezTo>
                  <a:cubicBezTo>
                    <a:pt x="59" y="3"/>
                    <a:pt x="59" y="2"/>
                    <a:pt x="59" y="1"/>
                  </a:cubicBezTo>
                  <a:cubicBezTo>
                    <a:pt x="59" y="1"/>
                    <a:pt x="58" y="0"/>
                    <a:pt x="57" y="0"/>
                  </a:cubicBezTo>
                  <a:cubicBezTo>
                    <a:pt x="57" y="0"/>
                    <a:pt x="55" y="1"/>
                    <a:pt x="55" y="1"/>
                  </a:cubicBezTo>
                  <a:cubicBezTo>
                    <a:pt x="54" y="1"/>
                    <a:pt x="54" y="2"/>
                    <a:pt x="53" y="2"/>
                  </a:cubicBezTo>
                  <a:cubicBezTo>
                    <a:pt x="53" y="3"/>
                    <a:pt x="52" y="3"/>
                    <a:pt x="52" y="3"/>
                  </a:cubicBezTo>
                  <a:cubicBezTo>
                    <a:pt x="51" y="3"/>
                    <a:pt x="50" y="3"/>
                    <a:pt x="49" y="3"/>
                  </a:cubicBezTo>
                  <a:cubicBezTo>
                    <a:pt x="49" y="3"/>
                    <a:pt x="48" y="4"/>
                    <a:pt x="48" y="4"/>
                  </a:cubicBezTo>
                  <a:cubicBezTo>
                    <a:pt x="47" y="4"/>
                    <a:pt x="47" y="5"/>
                    <a:pt x="46" y="5"/>
                  </a:cubicBezTo>
                  <a:cubicBezTo>
                    <a:pt x="46" y="6"/>
                    <a:pt x="45" y="7"/>
                    <a:pt x="44" y="7"/>
                  </a:cubicBezTo>
                  <a:cubicBezTo>
                    <a:pt x="44" y="8"/>
                    <a:pt x="42" y="9"/>
                    <a:pt x="42" y="10"/>
                  </a:cubicBezTo>
                  <a:cubicBezTo>
                    <a:pt x="41" y="10"/>
                    <a:pt x="40" y="9"/>
                    <a:pt x="39" y="9"/>
                  </a:cubicBezTo>
                  <a:cubicBezTo>
                    <a:pt x="38" y="9"/>
                    <a:pt x="37" y="9"/>
                    <a:pt x="37" y="9"/>
                  </a:cubicBezTo>
                  <a:cubicBezTo>
                    <a:pt x="37" y="10"/>
                    <a:pt x="37" y="10"/>
                    <a:pt x="37" y="10"/>
                  </a:cubicBezTo>
                  <a:cubicBezTo>
                    <a:pt x="37" y="11"/>
                    <a:pt x="37" y="11"/>
                    <a:pt x="37" y="11"/>
                  </a:cubicBezTo>
                  <a:cubicBezTo>
                    <a:pt x="37" y="12"/>
                    <a:pt x="37" y="13"/>
                    <a:pt x="37" y="13"/>
                  </a:cubicBezTo>
                  <a:cubicBezTo>
                    <a:pt x="37" y="14"/>
                    <a:pt x="36" y="14"/>
                    <a:pt x="35" y="14"/>
                  </a:cubicBezTo>
                  <a:cubicBezTo>
                    <a:pt x="35" y="15"/>
                    <a:pt x="35" y="14"/>
                    <a:pt x="34" y="14"/>
                  </a:cubicBezTo>
                  <a:cubicBezTo>
                    <a:pt x="34" y="14"/>
                    <a:pt x="33" y="14"/>
                    <a:pt x="33" y="14"/>
                  </a:cubicBezTo>
                  <a:cubicBezTo>
                    <a:pt x="33" y="15"/>
                    <a:pt x="33" y="15"/>
                    <a:pt x="33" y="16"/>
                  </a:cubicBezTo>
                  <a:cubicBezTo>
                    <a:pt x="33" y="16"/>
                    <a:pt x="34" y="17"/>
                    <a:pt x="34" y="17"/>
                  </a:cubicBezTo>
                  <a:cubicBezTo>
                    <a:pt x="34" y="18"/>
                    <a:pt x="34" y="19"/>
                    <a:pt x="33" y="19"/>
                  </a:cubicBezTo>
                  <a:cubicBezTo>
                    <a:pt x="33" y="20"/>
                    <a:pt x="33" y="21"/>
                    <a:pt x="33" y="21"/>
                  </a:cubicBezTo>
                  <a:cubicBezTo>
                    <a:pt x="32" y="21"/>
                    <a:pt x="32" y="22"/>
                    <a:pt x="32" y="22"/>
                  </a:cubicBezTo>
                  <a:cubicBezTo>
                    <a:pt x="32" y="23"/>
                    <a:pt x="33" y="24"/>
                    <a:pt x="33" y="24"/>
                  </a:cubicBezTo>
                  <a:cubicBezTo>
                    <a:pt x="33" y="24"/>
                    <a:pt x="33" y="25"/>
                    <a:pt x="32" y="25"/>
                  </a:cubicBezTo>
                  <a:cubicBezTo>
                    <a:pt x="32" y="26"/>
                    <a:pt x="31" y="26"/>
                    <a:pt x="31" y="26"/>
                  </a:cubicBezTo>
                  <a:cubicBezTo>
                    <a:pt x="30" y="26"/>
                    <a:pt x="30" y="25"/>
                    <a:pt x="29" y="25"/>
                  </a:cubicBezTo>
                  <a:cubicBezTo>
                    <a:pt x="29" y="25"/>
                    <a:pt x="29" y="24"/>
                    <a:pt x="29" y="23"/>
                  </a:cubicBezTo>
                  <a:cubicBezTo>
                    <a:pt x="29" y="23"/>
                    <a:pt x="29" y="21"/>
                    <a:pt x="29" y="20"/>
                  </a:cubicBezTo>
                  <a:cubicBezTo>
                    <a:pt x="29" y="19"/>
                    <a:pt x="29" y="16"/>
                    <a:pt x="29" y="15"/>
                  </a:cubicBezTo>
                  <a:cubicBezTo>
                    <a:pt x="30" y="15"/>
                    <a:pt x="30" y="13"/>
                    <a:pt x="30" y="13"/>
                  </a:cubicBezTo>
                  <a:cubicBezTo>
                    <a:pt x="31" y="12"/>
                    <a:pt x="31" y="11"/>
                    <a:pt x="31" y="11"/>
                  </a:cubicBezTo>
                  <a:cubicBezTo>
                    <a:pt x="31" y="11"/>
                    <a:pt x="31" y="10"/>
                    <a:pt x="30" y="10"/>
                  </a:cubicBezTo>
                  <a:cubicBezTo>
                    <a:pt x="30" y="10"/>
                    <a:pt x="28" y="10"/>
                    <a:pt x="28" y="11"/>
                  </a:cubicBezTo>
                  <a:cubicBezTo>
                    <a:pt x="27" y="11"/>
                    <a:pt x="26" y="12"/>
                    <a:pt x="25" y="12"/>
                  </a:cubicBezTo>
                  <a:cubicBezTo>
                    <a:pt x="25" y="13"/>
                    <a:pt x="23" y="14"/>
                    <a:pt x="23" y="15"/>
                  </a:cubicBezTo>
                  <a:cubicBezTo>
                    <a:pt x="22" y="16"/>
                    <a:pt x="21" y="17"/>
                    <a:pt x="20" y="18"/>
                  </a:cubicBezTo>
                  <a:cubicBezTo>
                    <a:pt x="20" y="18"/>
                    <a:pt x="19" y="19"/>
                    <a:pt x="19" y="19"/>
                  </a:cubicBezTo>
                  <a:cubicBezTo>
                    <a:pt x="18" y="19"/>
                    <a:pt x="17" y="19"/>
                    <a:pt x="17" y="19"/>
                  </a:cubicBezTo>
                  <a:cubicBezTo>
                    <a:pt x="16" y="19"/>
                    <a:pt x="15" y="19"/>
                    <a:pt x="15" y="19"/>
                  </a:cubicBezTo>
                  <a:cubicBezTo>
                    <a:pt x="14" y="20"/>
                    <a:pt x="14" y="21"/>
                    <a:pt x="14" y="21"/>
                  </a:cubicBezTo>
                  <a:cubicBezTo>
                    <a:pt x="14" y="22"/>
                    <a:pt x="14" y="23"/>
                    <a:pt x="14" y="23"/>
                  </a:cubicBezTo>
                  <a:cubicBezTo>
                    <a:pt x="13" y="25"/>
                    <a:pt x="14" y="27"/>
                    <a:pt x="14" y="28"/>
                  </a:cubicBezTo>
                  <a:cubicBezTo>
                    <a:pt x="14" y="29"/>
                    <a:pt x="14" y="30"/>
                    <a:pt x="13" y="30"/>
                  </a:cubicBezTo>
                  <a:cubicBezTo>
                    <a:pt x="13" y="31"/>
                    <a:pt x="11" y="31"/>
                    <a:pt x="10" y="31"/>
                  </a:cubicBezTo>
                  <a:cubicBezTo>
                    <a:pt x="10" y="31"/>
                    <a:pt x="10" y="32"/>
                    <a:pt x="10" y="33"/>
                  </a:cubicBezTo>
                  <a:cubicBezTo>
                    <a:pt x="9" y="33"/>
                    <a:pt x="10" y="34"/>
                    <a:pt x="10" y="34"/>
                  </a:cubicBezTo>
                  <a:cubicBezTo>
                    <a:pt x="10" y="35"/>
                    <a:pt x="11" y="35"/>
                    <a:pt x="11" y="36"/>
                  </a:cubicBezTo>
                  <a:cubicBezTo>
                    <a:pt x="12" y="36"/>
                    <a:pt x="13" y="36"/>
                    <a:pt x="13" y="36"/>
                  </a:cubicBezTo>
                  <a:cubicBezTo>
                    <a:pt x="13" y="37"/>
                    <a:pt x="13" y="38"/>
                    <a:pt x="13" y="38"/>
                  </a:cubicBezTo>
                  <a:cubicBezTo>
                    <a:pt x="13" y="39"/>
                    <a:pt x="12" y="40"/>
                    <a:pt x="12" y="40"/>
                  </a:cubicBezTo>
                  <a:cubicBezTo>
                    <a:pt x="11" y="41"/>
                    <a:pt x="12" y="42"/>
                    <a:pt x="12" y="42"/>
                  </a:cubicBezTo>
                  <a:cubicBezTo>
                    <a:pt x="12" y="43"/>
                    <a:pt x="11" y="44"/>
                    <a:pt x="11" y="44"/>
                  </a:cubicBezTo>
                  <a:cubicBezTo>
                    <a:pt x="11" y="45"/>
                    <a:pt x="9" y="45"/>
                    <a:pt x="9" y="46"/>
                  </a:cubicBezTo>
                  <a:cubicBezTo>
                    <a:pt x="8" y="46"/>
                    <a:pt x="8" y="47"/>
                    <a:pt x="8" y="48"/>
                  </a:cubicBezTo>
                  <a:cubicBezTo>
                    <a:pt x="8" y="48"/>
                    <a:pt x="8" y="50"/>
                    <a:pt x="7" y="50"/>
                  </a:cubicBezTo>
                  <a:cubicBezTo>
                    <a:pt x="7" y="51"/>
                    <a:pt x="7" y="52"/>
                    <a:pt x="7" y="53"/>
                  </a:cubicBezTo>
                  <a:cubicBezTo>
                    <a:pt x="7" y="53"/>
                    <a:pt x="5" y="54"/>
                    <a:pt x="5" y="54"/>
                  </a:cubicBezTo>
                  <a:cubicBezTo>
                    <a:pt x="5" y="55"/>
                    <a:pt x="4" y="56"/>
                    <a:pt x="4" y="56"/>
                  </a:cubicBezTo>
                  <a:cubicBezTo>
                    <a:pt x="4" y="56"/>
                    <a:pt x="3" y="57"/>
                    <a:pt x="2" y="58"/>
                  </a:cubicBezTo>
                  <a:cubicBezTo>
                    <a:pt x="2" y="58"/>
                    <a:pt x="0" y="58"/>
                    <a:pt x="0" y="59"/>
                  </a:cubicBezTo>
                  <a:cubicBezTo>
                    <a:pt x="0" y="59"/>
                    <a:pt x="1" y="60"/>
                    <a:pt x="1" y="60"/>
                  </a:cubicBezTo>
                  <a:cubicBezTo>
                    <a:pt x="2" y="61"/>
                    <a:pt x="2" y="61"/>
                    <a:pt x="3" y="61"/>
                  </a:cubicBezTo>
                  <a:cubicBezTo>
                    <a:pt x="3" y="62"/>
                    <a:pt x="3" y="63"/>
                    <a:pt x="4" y="63"/>
                  </a:cubicBezTo>
                  <a:cubicBezTo>
                    <a:pt x="4" y="63"/>
                    <a:pt x="5" y="64"/>
                    <a:pt x="5" y="64"/>
                  </a:cubicBezTo>
                  <a:cubicBezTo>
                    <a:pt x="6" y="64"/>
                    <a:pt x="7" y="64"/>
                    <a:pt x="8" y="64"/>
                  </a:cubicBezTo>
                  <a:cubicBezTo>
                    <a:pt x="9" y="63"/>
                    <a:pt x="10" y="62"/>
                    <a:pt x="11" y="61"/>
                  </a:cubicBezTo>
                  <a:cubicBezTo>
                    <a:pt x="12" y="60"/>
                    <a:pt x="15" y="57"/>
                    <a:pt x="16" y="56"/>
                  </a:cubicBezTo>
                  <a:cubicBezTo>
                    <a:pt x="17" y="55"/>
                    <a:pt x="20" y="53"/>
                    <a:pt x="21" y="52"/>
                  </a:cubicBezTo>
                  <a:cubicBezTo>
                    <a:pt x="22" y="51"/>
                    <a:pt x="23" y="48"/>
                    <a:pt x="24" y="47"/>
                  </a:cubicBezTo>
                  <a:cubicBezTo>
                    <a:pt x="24" y="46"/>
                    <a:pt x="25" y="43"/>
                    <a:pt x="26" y="42"/>
                  </a:cubicBezTo>
                  <a:cubicBezTo>
                    <a:pt x="26" y="41"/>
                    <a:pt x="27" y="39"/>
                    <a:pt x="28" y="38"/>
                  </a:cubicBezTo>
                  <a:cubicBezTo>
                    <a:pt x="29" y="38"/>
                    <a:pt x="30" y="37"/>
                    <a:pt x="31" y="37"/>
                  </a:cubicBezTo>
                  <a:cubicBezTo>
                    <a:pt x="31" y="37"/>
                    <a:pt x="33" y="37"/>
                    <a:pt x="34" y="37"/>
                  </a:cubicBezTo>
                  <a:cubicBezTo>
                    <a:pt x="34" y="37"/>
                    <a:pt x="35" y="38"/>
                    <a:pt x="36" y="38"/>
                  </a:cubicBezTo>
                  <a:cubicBezTo>
                    <a:pt x="37" y="38"/>
                    <a:pt x="39" y="37"/>
                    <a:pt x="40" y="38"/>
                  </a:cubicBezTo>
                  <a:cubicBezTo>
                    <a:pt x="40" y="39"/>
                    <a:pt x="39" y="40"/>
                    <a:pt x="38" y="40"/>
                  </a:cubicBezTo>
                  <a:cubicBezTo>
                    <a:pt x="38" y="41"/>
                    <a:pt x="36" y="43"/>
                    <a:pt x="35" y="44"/>
                  </a:cubicBezTo>
                  <a:cubicBezTo>
                    <a:pt x="34" y="44"/>
                    <a:pt x="33" y="45"/>
                    <a:pt x="32" y="45"/>
                  </a:cubicBezTo>
                  <a:cubicBezTo>
                    <a:pt x="31" y="46"/>
                    <a:pt x="29" y="46"/>
                    <a:pt x="28" y="47"/>
                  </a:cubicBezTo>
                  <a:cubicBezTo>
                    <a:pt x="28" y="47"/>
                    <a:pt x="28" y="48"/>
                    <a:pt x="28" y="48"/>
                  </a:cubicBezTo>
                  <a:cubicBezTo>
                    <a:pt x="27" y="49"/>
                    <a:pt x="26" y="49"/>
                    <a:pt x="26" y="50"/>
                  </a:cubicBezTo>
                  <a:cubicBezTo>
                    <a:pt x="26" y="50"/>
                    <a:pt x="27" y="51"/>
                    <a:pt x="27" y="51"/>
                  </a:cubicBezTo>
                  <a:cubicBezTo>
                    <a:pt x="27" y="52"/>
                    <a:pt x="28" y="52"/>
                    <a:pt x="29" y="52"/>
                  </a:cubicBezTo>
                  <a:cubicBezTo>
                    <a:pt x="29" y="52"/>
                    <a:pt x="30" y="52"/>
                    <a:pt x="31" y="52"/>
                  </a:cubicBezTo>
                  <a:cubicBezTo>
                    <a:pt x="32" y="53"/>
                    <a:pt x="33" y="54"/>
                    <a:pt x="34" y="55"/>
                  </a:cubicBezTo>
                  <a:cubicBezTo>
                    <a:pt x="35" y="56"/>
                    <a:pt x="35" y="57"/>
                    <a:pt x="36" y="58"/>
                  </a:cubicBezTo>
                  <a:cubicBezTo>
                    <a:pt x="36" y="59"/>
                    <a:pt x="37" y="61"/>
                    <a:pt x="38" y="62"/>
                  </a:cubicBezTo>
                  <a:cubicBezTo>
                    <a:pt x="38" y="63"/>
                    <a:pt x="38" y="64"/>
                    <a:pt x="38" y="65"/>
                  </a:cubicBezTo>
                  <a:cubicBezTo>
                    <a:pt x="39" y="66"/>
                    <a:pt x="39" y="67"/>
                    <a:pt x="39" y="68"/>
                  </a:cubicBezTo>
                  <a:cubicBezTo>
                    <a:pt x="38" y="69"/>
                    <a:pt x="38" y="69"/>
                    <a:pt x="37" y="70"/>
                  </a:cubicBezTo>
                  <a:cubicBezTo>
                    <a:pt x="37" y="70"/>
                    <a:pt x="35" y="69"/>
                    <a:pt x="35" y="69"/>
                  </a:cubicBezTo>
                  <a:cubicBezTo>
                    <a:pt x="34" y="69"/>
                    <a:pt x="33" y="68"/>
                    <a:pt x="33" y="68"/>
                  </a:cubicBezTo>
                  <a:cubicBezTo>
                    <a:pt x="32" y="67"/>
                    <a:pt x="31" y="67"/>
                    <a:pt x="30" y="67"/>
                  </a:cubicBezTo>
                  <a:cubicBezTo>
                    <a:pt x="29" y="68"/>
                    <a:pt x="30" y="70"/>
                    <a:pt x="29" y="71"/>
                  </a:cubicBezTo>
                  <a:cubicBezTo>
                    <a:pt x="29" y="72"/>
                    <a:pt x="28" y="74"/>
                    <a:pt x="28" y="75"/>
                  </a:cubicBezTo>
                  <a:cubicBezTo>
                    <a:pt x="28" y="76"/>
                    <a:pt x="27" y="78"/>
                    <a:pt x="27" y="78"/>
                  </a:cubicBezTo>
                  <a:cubicBezTo>
                    <a:pt x="27" y="79"/>
                    <a:pt x="27" y="81"/>
                    <a:pt x="27" y="81"/>
                  </a:cubicBezTo>
                  <a:cubicBezTo>
                    <a:pt x="27" y="82"/>
                    <a:pt x="27" y="83"/>
                    <a:pt x="28" y="84"/>
                  </a:cubicBezTo>
                  <a:cubicBezTo>
                    <a:pt x="28" y="84"/>
                    <a:pt x="29" y="85"/>
                    <a:pt x="29" y="85"/>
                  </a:cubicBezTo>
                  <a:cubicBezTo>
                    <a:pt x="30" y="85"/>
                    <a:pt x="31" y="84"/>
                    <a:pt x="31" y="84"/>
                  </a:cubicBezTo>
                  <a:cubicBezTo>
                    <a:pt x="31" y="84"/>
                    <a:pt x="32" y="84"/>
                    <a:pt x="32" y="84"/>
                  </a:cubicBezTo>
                  <a:cubicBezTo>
                    <a:pt x="32" y="85"/>
                    <a:pt x="32" y="86"/>
                    <a:pt x="32" y="86"/>
                  </a:cubicBezTo>
                  <a:cubicBezTo>
                    <a:pt x="33" y="86"/>
                    <a:pt x="34" y="87"/>
                    <a:pt x="34" y="87"/>
                  </a:cubicBezTo>
                  <a:cubicBezTo>
                    <a:pt x="35" y="87"/>
                    <a:pt x="36" y="87"/>
                    <a:pt x="36" y="87"/>
                  </a:cubicBezTo>
                  <a:cubicBezTo>
                    <a:pt x="37" y="86"/>
                    <a:pt x="38" y="85"/>
                    <a:pt x="38" y="85"/>
                  </a:cubicBezTo>
                  <a:cubicBezTo>
                    <a:pt x="39" y="84"/>
                    <a:pt x="40" y="81"/>
                    <a:pt x="41" y="80"/>
                  </a:cubicBezTo>
                  <a:cubicBezTo>
                    <a:pt x="41" y="79"/>
                    <a:pt x="42" y="77"/>
                    <a:pt x="42" y="77"/>
                  </a:cubicBezTo>
                  <a:cubicBezTo>
                    <a:pt x="42" y="76"/>
                    <a:pt x="43" y="74"/>
                    <a:pt x="44" y="73"/>
                  </a:cubicBezTo>
                  <a:cubicBezTo>
                    <a:pt x="44" y="73"/>
                    <a:pt x="45" y="72"/>
                    <a:pt x="45" y="72"/>
                  </a:cubicBezTo>
                  <a:cubicBezTo>
                    <a:pt x="46" y="72"/>
                    <a:pt x="46" y="73"/>
                    <a:pt x="46" y="73"/>
                  </a:cubicBezTo>
                  <a:cubicBezTo>
                    <a:pt x="46" y="74"/>
                    <a:pt x="46" y="75"/>
                    <a:pt x="46" y="75"/>
                  </a:cubicBezTo>
                  <a:cubicBezTo>
                    <a:pt x="46" y="76"/>
                    <a:pt x="48" y="76"/>
                    <a:pt x="48" y="76"/>
                  </a:cubicBezTo>
                  <a:cubicBezTo>
                    <a:pt x="49" y="76"/>
                    <a:pt x="50" y="76"/>
                    <a:pt x="51" y="75"/>
                  </a:cubicBezTo>
                  <a:cubicBezTo>
                    <a:pt x="52" y="75"/>
                    <a:pt x="53" y="76"/>
                    <a:pt x="54" y="75"/>
                  </a:cubicBezTo>
                  <a:cubicBezTo>
                    <a:pt x="54" y="75"/>
                    <a:pt x="54" y="75"/>
                    <a:pt x="55" y="75"/>
                  </a:cubicBezTo>
                  <a:cubicBezTo>
                    <a:pt x="55" y="75"/>
                    <a:pt x="54" y="75"/>
                    <a:pt x="54" y="74"/>
                  </a:cubicBezTo>
                  <a:cubicBezTo>
                    <a:pt x="54" y="74"/>
                    <a:pt x="54" y="73"/>
                    <a:pt x="55" y="73"/>
                  </a:cubicBezTo>
                  <a:cubicBezTo>
                    <a:pt x="55" y="73"/>
                    <a:pt x="56" y="73"/>
                    <a:pt x="57" y="72"/>
                  </a:cubicBezTo>
                  <a:cubicBezTo>
                    <a:pt x="57" y="72"/>
                    <a:pt x="59" y="71"/>
                    <a:pt x="59" y="71"/>
                  </a:cubicBezTo>
                  <a:cubicBezTo>
                    <a:pt x="60" y="71"/>
                    <a:pt x="61" y="72"/>
                    <a:pt x="62" y="71"/>
                  </a:cubicBezTo>
                  <a:cubicBezTo>
                    <a:pt x="62" y="71"/>
                    <a:pt x="62" y="70"/>
                    <a:pt x="62" y="69"/>
                  </a:cubicBezTo>
                  <a:cubicBezTo>
                    <a:pt x="63" y="69"/>
                    <a:pt x="62" y="67"/>
                    <a:pt x="63" y="66"/>
                  </a:cubicBezTo>
                  <a:cubicBezTo>
                    <a:pt x="63" y="66"/>
                    <a:pt x="64" y="65"/>
                    <a:pt x="65" y="65"/>
                  </a:cubicBezTo>
                  <a:cubicBezTo>
                    <a:pt x="66" y="65"/>
                    <a:pt x="67" y="64"/>
                    <a:pt x="67" y="64"/>
                  </a:cubicBezTo>
                  <a:cubicBezTo>
                    <a:pt x="68" y="64"/>
                    <a:pt x="69" y="63"/>
                    <a:pt x="70" y="63"/>
                  </a:cubicBezTo>
                  <a:cubicBezTo>
                    <a:pt x="70" y="62"/>
                    <a:pt x="70" y="62"/>
                    <a:pt x="70" y="6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1" name="Freeform 271"/>
            <p:cNvSpPr>
              <a:spLocks/>
            </p:cNvSpPr>
            <p:nvPr/>
          </p:nvSpPr>
          <p:spPr bwMode="auto">
            <a:xfrm>
              <a:off x="987426" y="1908175"/>
              <a:ext cx="106363" cy="153988"/>
            </a:xfrm>
            <a:custGeom>
              <a:avLst/>
              <a:gdLst/>
              <a:ahLst/>
              <a:cxnLst>
                <a:cxn ang="0">
                  <a:pos x="18" y="82"/>
                </a:cxn>
                <a:cxn ang="0">
                  <a:pos x="11" y="82"/>
                </a:cxn>
                <a:cxn ang="0">
                  <a:pos x="4" y="79"/>
                </a:cxn>
                <a:cxn ang="0">
                  <a:pos x="0" y="71"/>
                </a:cxn>
                <a:cxn ang="0">
                  <a:pos x="0" y="60"/>
                </a:cxn>
                <a:cxn ang="0">
                  <a:pos x="4" y="49"/>
                </a:cxn>
                <a:cxn ang="0">
                  <a:pos x="10" y="44"/>
                </a:cxn>
                <a:cxn ang="0">
                  <a:pos x="17" y="44"/>
                </a:cxn>
                <a:cxn ang="0">
                  <a:pos x="24" y="42"/>
                </a:cxn>
                <a:cxn ang="0">
                  <a:pos x="30" y="41"/>
                </a:cxn>
                <a:cxn ang="0">
                  <a:pos x="33" y="38"/>
                </a:cxn>
                <a:cxn ang="0">
                  <a:pos x="31" y="37"/>
                </a:cxn>
                <a:cxn ang="0">
                  <a:pos x="27" y="39"/>
                </a:cxn>
                <a:cxn ang="0">
                  <a:pos x="26" y="37"/>
                </a:cxn>
                <a:cxn ang="0">
                  <a:pos x="23" y="41"/>
                </a:cxn>
                <a:cxn ang="0">
                  <a:pos x="18" y="40"/>
                </a:cxn>
                <a:cxn ang="0">
                  <a:pos x="13" y="36"/>
                </a:cxn>
                <a:cxn ang="0">
                  <a:pos x="17" y="30"/>
                </a:cxn>
                <a:cxn ang="0">
                  <a:pos x="20" y="24"/>
                </a:cxn>
                <a:cxn ang="0">
                  <a:pos x="28" y="18"/>
                </a:cxn>
                <a:cxn ang="0">
                  <a:pos x="38" y="12"/>
                </a:cxn>
                <a:cxn ang="0">
                  <a:pos x="45" y="5"/>
                </a:cxn>
                <a:cxn ang="0">
                  <a:pos x="51" y="1"/>
                </a:cxn>
                <a:cxn ang="0">
                  <a:pos x="55" y="1"/>
                </a:cxn>
                <a:cxn ang="0">
                  <a:pos x="56" y="8"/>
                </a:cxn>
                <a:cxn ang="0">
                  <a:pos x="52" y="16"/>
                </a:cxn>
                <a:cxn ang="0">
                  <a:pos x="47" y="23"/>
                </a:cxn>
                <a:cxn ang="0">
                  <a:pos x="44" y="27"/>
                </a:cxn>
                <a:cxn ang="0">
                  <a:pos x="41" y="32"/>
                </a:cxn>
                <a:cxn ang="0">
                  <a:pos x="38" y="37"/>
                </a:cxn>
                <a:cxn ang="0">
                  <a:pos x="35" y="43"/>
                </a:cxn>
                <a:cxn ang="0">
                  <a:pos x="33" y="51"/>
                </a:cxn>
                <a:cxn ang="0">
                  <a:pos x="31" y="55"/>
                </a:cxn>
                <a:cxn ang="0">
                  <a:pos x="31" y="60"/>
                </a:cxn>
                <a:cxn ang="0">
                  <a:pos x="29" y="61"/>
                </a:cxn>
                <a:cxn ang="0">
                  <a:pos x="28" y="58"/>
                </a:cxn>
                <a:cxn ang="0">
                  <a:pos x="26" y="59"/>
                </a:cxn>
                <a:cxn ang="0">
                  <a:pos x="27" y="62"/>
                </a:cxn>
                <a:cxn ang="0">
                  <a:pos x="26" y="64"/>
                </a:cxn>
                <a:cxn ang="0">
                  <a:pos x="24" y="63"/>
                </a:cxn>
                <a:cxn ang="0">
                  <a:pos x="22" y="64"/>
                </a:cxn>
                <a:cxn ang="0">
                  <a:pos x="18" y="69"/>
                </a:cxn>
                <a:cxn ang="0">
                  <a:pos x="21" y="73"/>
                </a:cxn>
                <a:cxn ang="0">
                  <a:pos x="19" y="77"/>
                </a:cxn>
                <a:cxn ang="0">
                  <a:pos x="19" y="80"/>
                </a:cxn>
              </a:cxnLst>
              <a:rect l="0" t="0" r="r" b="b"/>
              <a:pathLst>
                <a:path w="56" h="82">
                  <a:moveTo>
                    <a:pt x="19" y="80"/>
                  </a:moveTo>
                  <a:cubicBezTo>
                    <a:pt x="19" y="80"/>
                    <a:pt x="19" y="81"/>
                    <a:pt x="18" y="82"/>
                  </a:cubicBezTo>
                  <a:cubicBezTo>
                    <a:pt x="18" y="82"/>
                    <a:pt x="16" y="82"/>
                    <a:pt x="15" y="82"/>
                  </a:cubicBezTo>
                  <a:cubicBezTo>
                    <a:pt x="14" y="82"/>
                    <a:pt x="12" y="82"/>
                    <a:pt x="11" y="82"/>
                  </a:cubicBezTo>
                  <a:cubicBezTo>
                    <a:pt x="10" y="81"/>
                    <a:pt x="8" y="81"/>
                    <a:pt x="8" y="81"/>
                  </a:cubicBezTo>
                  <a:cubicBezTo>
                    <a:pt x="7" y="81"/>
                    <a:pt x="5" y="80"/>
                    <a:pt x="4" y="79"/>
                  </a:cubicBezTo>
                  <a:cubicBezTo>
                    <a:pt x="3" y="78"/>
                    <a:pt x="2" y="76"/>
                    <a:pt x="1" y="75"/>
                  </a:cubicBezTo>
                  <a:cubicBezTo>
                    <a:pt x="1" y="75"/>
                    <a:pt x="0" y="72"/>
                    <a:pt x="0" y="71"/>
                  </a:cubicBezTo>
                  <a:cubicBezTo>
                    <a:pt x="0" y="70"/>
                    <a:pt x="0" y="68"/>
                    <a:pt x="0" y="66"/>
                  </a:cubicBezTo>
                  <a:cubicBezTo>
                    <a:pt x="0" y="65"/>
                    <a:pt x="0" y="61"/>
                    <a:pt x="0" y="60"/>
                  </a:cubicBezTo>
                  <a:cubicBezTo>
                    <a:pt x="0" y="58"/>
                    <a:pt x="1" y="55"/>
                    <a:pt x="2" y="54"/>
                  </a:cubicBezTo>
                  <a:cubicBezTo>
                    <a:pt x="2" y="53"/>
                    <a:pt x="3" y="50"/>
                    <a:pt x="4" y="49"/>
                  </a:cubicBezTo>
                  <a:cubicBezTo>
                    <a:pt x="5" y="48"/>
                    <a:pt x="6" y="46"/>
                    <a:pt x="7" y="46"/>
                  </a:cubicBezTo>
                  <a:cubicBezTo>
                    <a:pt x="8" y="45"/>
                    <a:pt x="9" y="44"/>
                    <a:pt x="10" y="44"/>
                  </a:cubicBezTo>
                  <a:cubicBezTo>
                    <a:pt x="11" y="44"/>
                    <a:pt x="12" y="44"/>
                    <a:pt x="13" y="44"/>
                  </a:cubicBezTo>
                  <a:cubicBezTo>
                    <a:pt x="14" y="44"/>
                    <a:pt x="16" y="44"/>
                    <a:pt x="17" y="44"/>
                  </a:cubicBezTo>
                  <a:cubicBezTo>
                    <a:pt x="18" y="44"/>
                    <a:pt x="21" y="44"/>
                    <a:pt x="22" y="44"/>
                  </a:cubicBezTo>
                  <a:cubicBezTo>
                    <a:pt x="23" y="44"/>
                    <a:pt x="24" y="43"/>
                    <a:pt x="24" y="42"/>
                  </a:cubicBezTo>
                  <a:cubicBezTo>
                    <a:pt x="25" y="42"/>
                    <a:pt x="27" y="42"/>
                    <a:pt x="27" y="42"/>
                  </a:cubicBezTo>
                  <a:cubicBezTo>
                    <a:pt x="28" y="42"/>
                    <a:pt x="29" y="41"/>
                    <a:pt x="30" y="41"/>
                  </a:cubicBezTo>
                  <a:cubicBezTo>
                    <a:pt x="30" y="41"/>
                    <a:pt x="31" y="40"/>
                    <a:pt x="31" y="39"/>
                  </a:cubicBezTo>
                  <a:cubicBezTo>
                    <a:pt x="32" y="39"/>
                    <a:pt x="33" y="38"/>
                    <a:pt x="33" y="38"/>
                  </a:cubicBezTo>
                  <a:cubicBezTo>
                    <a:pt x="33" y="38"/>
                    <a:pt x="33" y="37"/>
                    <a:pt x="33" y="37"/>
                  </a:cubicBezTo>
                  <a:cubicBezTo>
                    <a:pt x="32" y="37"/>
                    <a:pt x="31" y="37"/>
                    <a:pt x="31" y="37"/>
                  </a:cubicBezTo>
                  <a:cubicBezTo>
                    <a:pt x="30" y="37"/>
                    <a:pt x="30" y="38"/>
                    <a:pt x="30" y="38"/>
                  </a:cubicBezTo>
                  <a:cubicBezTo>
                    <a:pt x="29" y="38"/>
                    <a:pt x="28" y="39"/>
                    <a:pt x="27" y="39"/>
                  </a:cubicBezTo>
                  <a:cubicBezTo>
                    <a:pt x="27" y="38"/>
                    <a:pt x="28" y="37"/>
                    <a:pt x="28" y="37"/>
                  </a:cubicBezTo>
                  <a:cubicBezTo>
                    <a:pt x="28" y="36"/>
                    <a:pt x="27" y="37"/>
                    <a:pt x="26" y="37"/>
                  </a:cubicBezTo>
                  <a:cubicBezTo>
                    <a:pt x="26" y="37"/>
                    <a:pt x="25" y="38"/>
                    <a:pt x="25" y="39"/>
                  </a:cubicBezTo>
                  <a:cubicBezTo>
                    <a:pt x="24" y="39"/>
                    <a:pt x="23" y="40"/>
                    <a:pt x="23" y="41"/>
                  </a:cubicBezTo>
                  <a:cubicBezTo>
                    <a:pt x="22" y="41"/>
                    <a:pt x="21" y="41"/>
                    <a:pt x="20" y="41"/>
                  </a:cubicBezTo>
                  <a:cubicBezTo>
                    <a:pt x="20" y="41"/>
                    <a:pt x="18" y="41"/>
                    <a:pt x="18" y="40"/>
                  </a:cubicBezTo>
                  <a:cubicBezTo>
                    <a:pt x="17" y="40"/>
                    <a:pt x="15" y="40"/>
                    <a:pt x="14" y="39"/>
                  </a:cubicBezTo>
                  <a:cubicBezTo>
                    <a:pt x="14" y="38"/>
                    <a:pt x="13" y="37"/>
                    <a:pt x="13" y="36"/>
                  </a:cubicBezTo>
                  <a:cubicBezTo>
                    <a:pt x="13" y="35"/>
                    <a:pt x="13" y="34"/>
                    <a:pt x="14" y="33"/>
                  </a:cubicBezTo>
                  <a:cubicBezTo>
                    <a:pt x="14" y="32"/>
                    <a:pt x="16" y="31"/>
                    <a:pt x="17" y="30"/>
                  </a:cubicBezTo>
                  <a:cubicBezTo>
                    <a:pt x="17" y="29"/>
                    <a:pt x="18" y="27"/>
                    <a:pt x="19" y="26"/>
                  </a:cubicBezTo>
                  <a:cubicBezTo>
                    <a:pt x="19" y="26"/>
                    <a:pt x="19" y="24"/>
                    <a:pt x="20" y="24"/>
                  </a:cubicBezTo>
                  <a:cubicBezTo>
                    <a:pt x="21" y="23"/>
                    <a:pt x="23" y="21"/>
                    <a:pt x="24" y="21"/>
                  </a:cubicBezTo>
                  <a:cubicBezTo>
                    <a:pt x="25" y="20"/>
                    <a:pt x="27" y="19"/>
                    <a:pt x="28" y="18"/>
                  </a:cubicBezTo>
                  <a:cubicBezTo>
                    <a:pt x="29" y="17"/>
                    <a:pt x="32" y="15"/>
                    <a:pt x="33" y="14"/>
                  </a:cubicBezTo>
                  <a:cubicBezTo>
                    <a:pt x="34" y="13"/>
                    <a:pt x="37" y="12"/>
                    <a:pt x="38" y="12"/>
                  </a:cubicBezTo>
                  <a:cubicBezTo>
                    <a:pt x="39" y="11"/>
                    <a:pt x="41" y="8"/>
                    <a:pt x="42" y="7"/>
                  </a:cubicBezTo>
                  <a:cubicBezTo>
                    <a:pt x="43" y="7"/>
                    <a:pt x="45" y="6"/>
                    <a:pt x="45" y="5"/>
                  </a:cubicBezTo>
                  <a:cubicBezTo>
                    <a:pt x="46" y="5"/>
                    <a:pt x="48" y="4"/>
                    <a:pt x="49" y="3"/>
                  </a:cubicBezTo>
                  <a:cubicBezTo>
                    <a:pt x="50" y="3"/>
                    <a:pt x="50" y="2"/>
                    <a:pt x="51" y="1"/>
                  </a:cubicBezTo>
                  <a:cubicBezTo>
                    <a:pt x="51" y="1"/>
                    <a:pt x="53" y="0"/>
                    <a:pt x="54" y="0"/>
                  </a:cubicBezTo>
                  <a:cubicBezTo>
                    <a:pt x="54" y="0"/>
                    <a:pt x="55" y="0"/>
                    <a:pt x="55" y="1"/>
                  </a:cubicBezTo>
                  <a:cubicBezTo>
                    <a:pt x="56" y="1"/>
                    <a:pt x="56" y="3"/>
                    <a:pt x="56" y="4"/>
                  </a:cubicBezTo>
                  <a:cubicBezTo>
                    <a:pt x="56" y="5"/>
                    <a:pt x="56" y="7"/>
                    <a:pt x="56" y="8"/>
                  </a:cubicBezTo>
                  <a:cubicBezTo>
                    <a:pt x="56" y="9"/>
                    <a:pt x="55" y="11"/>
                    <a:pt x="55" y="12"/>
                  </a:cubicBezTo>
                  <a:cubicBezTo>
                    <a:pt x="54" y="13"/>
                    <a:pt x="52" y="15"/>
                    <a:pt x="52" y="16"/>
                  </a:cubicBezTo>
                  <a:cubicBezTo>
                    <a:pt x="51" y="17"/>
                    <a:pt x="50" y="18"/>
                    <a:pt x="49" y="19"/>
                  </a:cubicBezTo>
                  <a:cubicBezTo>
                    <a:pt x="49" y="20"/>
                    <a:pt x="48" y="22"/>
                    <a:pt x="47" y="23"/>
                  </a:cubicBezTo>
                  <a:cubicBezTo>
                    <a:pt x="47" y="23"/>
                    <a:pt x="47" y="25"/>
                    <a:pt x="46" y="26"/>
                  </a:cubicBezTo>
                  <a:cubicBezTo>
                    <a:pt x="46" y="26"/>
                    <a:pt x="44" y="27"/>
                    <a:pt x="44" y="27"/>
                  </a:cubicBezTo>
                  <a:cubicBezTo>
                    <a:pt x="43" y="28"/>
                    <a:pt x="42" y="29"/>
                    <a:pt x="42" y="29"/>
                  </a:cubicBezTo>
                  <a:cubicBezTo>
                    <a:pt x="41" y="30"/>
                    <a:pt x="41" y="31"/>
                    <a:pt x="41" y="32"/>
                  </a:cubicBezTo>
                  <a:cubicBezTo>
                    <a:pt x="40" y="33"/>
                    <a:pt x="40" y="34"/>
                    <a:pt x="40" y="35"/>
                  </a:cubicBezTo>
                  <a:cubicBezTo>
                    <a:pt x="40" y="36"/>
                    <a:pt x="39" y="36"/>
                    <a:pt x="38" y="37"/>
                  </a:cubicBezTo>
                  <a:cubicBezTo>
                    <a:pt x="38" y="38"/>
                    <a:pt x="37" y="39"/>
                    <a:pt x="37" y="40"/>
                  </a:cubicBezTo>
                  <a:cubicBezTo>
                    <a:pt x="36" y="40"/>
                    <a:pt x="35" y="42"/>
                    <a:pt x="35" y="43"/>
                  </a:cubicBezTo>
                  <a:cubicBezTo>
                    <a:pt x="35" y="44"/>
                    <a:pt x="35" y="47"/>
                    <a:pt x="35" y="48"/>
                  </a:cubicBezTo>
                  <a:cubicBezTo>
                    <a:pt x="34" y="49"/>
                    <a:pt x="33" y="50"/>
                    <a:pt x="33" y="51"/>
                  </a:cubicBezTo>
                  <a:cubicBezTo>
                    <a:pt x="33" y="51"/>
                    <a:pt x="32" y="52"/>
                    <a:pt x="31" y="53"/>
                  </a:cubicBezTo>
                  <a:cubicBezTo>
                    <a:pt x="31" y="53"/>
                    <a:pt x="31" y="54"/>
                    <a:pt x="31" y="55"/>
                  </a:cubicBezTo>
                  <a:cubicBezTo>
                    <a:pt x="31" y="55"/>
                    <a:pt x="31" y="56"/>
                    <a:pt x="31" y="57"/>
                  </a:cubicBezTo>
                  <a:cubicBezTo>
                    <a:pt x="31" y="57"/>
                    <a:pt x="31" y="59"/>
                    <a:pt x="31" y="60"/>
                  </a:cubicBezTo>
                  <a:cubicBezTo>
                    <a:pt x="31" y="60"/>
                    <a:pt x="30" y="61"/>
                    <a:pt x="30" y="61"/>
                  </a:cubicBezTo>
                  <a:cubicBezTo>
                    <a:pt x="30" y="61"/>
                    <a:pt x="29" y="61"/>
                    <a:pt x="29" y="61"/>
                  </a:cubicBezTo>
                  <a:cubicBezTo>
                    <a:pt x="28" y="61"/>
                    <a:pt x="28" y="60"/>
                    <a:pt x="28" y="59"/>
                  </a:cubicBezTo>
                  <a:cubicBezTo>
                    <a:pt x="28" y="59"/>
                    <a:pt x="28" y="58"/>
                    <a:pt x="28" y="58"/>
                  </a:cubicBezTo>
                  <a:cubicBezTo>
                    <a:pt x="28" y="58"/>
                    <a:pt x="27" y="58"/>
                    <a:pt x="27" y="58"/>
                  </a:cubicBezTo>
                  <a:cubicBezTo>
                    <a:pt x="27" y="58"/>
                    <a:pt x="26" y="59"/>
                    <a:pt x="26" y="59"/>
                  </a:cubicBezTo>
                  <a:cubicBezTo>
                    <a:pt x="26" y="59"/>
                    <a:pt x="26" y="60"/>
                    <a:pt x="26" y="60"/>
                  </a:cubicBezTo>
                  <a:cubicBezTo>
                    <a:pt x="26" y="61"/>
                    <a:pt x="27" y="62"/>
                    <a:pt x="27" y="62"/>
                  </a:cubicBezTo>
                  <a:cubicBezTo>
                    <a:pt x="27" y="62"/>
                    <a:pt x="27" y="63"/>
                    <a:pt x="27" y="63"/>
                  </a:cubicBezTo>
                  <a:cubicBezTo>
                    <a:pt x="27" y="63"/>
                    <a:pt x="27" y="64"/>
                    <a:pt x="26" y="64"/>
                  </a:cubicBezTo>
                  <a:cubicBezTo>
                    <a:pt x="26" y="64"/>
                    <a:pt x="26" y="64"/>
                    <a:pt x="25" y="64"/>
                  </a:cubicBezTo>
                  <a:cubicBezTo>
                    <a:pt x="25" y="64"/>
                    <a:pt x="25" y="64"/>
                    <a:pt x="24" y="63"/>
                  </a:cubicBezTo>
                  <a:cubicBezTo>
                    <a:pt x="24" y="63"/>
                    <a:pt x="23" y="63"/>
                    <a:pt x="23" y="63"/>
                  </a:cubicBezTo>
                  <a:cubicBezTo>
                    <a:pt x="22" y="64"/>
                    <a:pt x="22" y="64"/>
                    <a:pt x="22" y="64"/>
                  </a:cubicBezTo>
                  <a:cubicBezTo>
                    <a:pt x="21" y="65"/>
                    <a:pt x="20" y="66"/>
                    <a:pt x="20" y="66"/>
                  </a:cubicBezTo>
                  <a:cubicBezTo>
                    <a:pt x="19" y="67"/>
                    <a:pt x="19" y="68"/>
                    <a:pt x="18" y="69"/>
                  </a:cubicBezTo>
                  <a:cubicBezTo>
                    <a:pt x="18" y="70"/>
                    <a:pt x="19" y="71"/>
                    <a:pt x="19" y="71"/>
                  </a:cubicBezTo>
                  <a:cubicBezTo>
                    <a:pt x="19" y="72"/>
                    <a:pt x="21" y="72"/>
                    <a:pt x="21" y="73"/>
                  </a:cubicBezTo>
                  <a:cubicBezTo>
                    <a:pt x="21" y="74"/>
                    <a:pt x="21" y="75"/>
                    <a:pt x="20" y="75"/>
                  </a:cubicBezTo>
                  <a:cubicBezTo>
                    <a:pt x="20" y="76"/>
                    <a:pt x="19" y="76"/>
                    <a:pt x="19" y="77"/>
                  </a:cubicBezTo>
                  <a:cubicBezTo>
                    <a:pt x="19" y="77"/>
                    <a:pt x="19" y="78"/>
                    <a:pt x="19" y="78"/>
                  </a:cubicBezTo>
                  <a:cubicBezTo>
                    <a:pt x="19" y="79"/>
                    <a:pt x="19" y="79"/>
                    <a:pt x="19" y="8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2" name="Freeform 272"/>
            <p:cNvSpPr>
              <a:spLocks/>
            </p:cNvSpPr>
            <p:nvPr/>
          </p:nvSpPr>
          <p:spPr bwMode="auto">
            <a:xfrm>
              <a:off x="946151" y="1954213"/>
              <a:ext cx="17463" cy="12700"/>
            </a:xfrm>
            <a:custGeom>
              <a:avLst/>
              <a:gdLst/>
              <a:ahLst/>
              <a:cxnLst>
                <a:cxn ang="0">
                  <a:pos x="8" y="2"/>
                </a:cxn>
                <a:cxn ang="0">
                  <a:pos x="7" y="3"/>
                </a:cxn>
                <a:cxn ang="0">
                  <a:pos x="6" y="3"/>
                </a:cxn>
                <a:cxn ang="0">
                  <a:pos x="5" y="4"/>
                </a:cxn>
                <a:cxn ang="0">
                  <a:pos x="4" y="6"/>
                </a:cxn>
                <a:cxn ang="0">
                  <a:pos x="2" y="5"/>
                </a:cxn>
                <a:cxn ang="0">
                  <a:pos x="2" y="3"/>
                </a:cxn>
                <a:cxn ang="0">
                  <a:pos x="0" y="2"/>
                </a:cxn>
                <a:cxn ang="0">
                  <a:pos x="0" y="2"/>
                </a:cxn>
                <a:cxn ang="0">
                  <a:pos x="0" y="0"/>
                </a:cxn>
                <a:cxn ang="0">
                  <a:pos x="2" y="1"/>
                </a:cxn>
                <a:cxn ang="0">
                  <a:pos x="5" y="1"/>
                </a:cxn>
                <a:cxn ang="0">
                  <a:pos x="7" y="1"/>
                </a:cxn>
                <a:cxn ang="0">
                  <a:pos x="8" y="1"/>
                </a:cxn>
                <a:cxn ang="0">
                  <a:pos x="8" y="2"/>
                </a:cxn>
              </a:cxnLst>
              <a:rect l="0" t="0" r="r" b="b"/>
              <a:pathLst>
                <a:path w="9" h="6">
                  <a:moveTo>
                    <a:pt x="8" y="2"/>
                  </a:moveTo>
                  <a:cubicBezTo>
                    <a:pt x="8" y="2"/>
                    <a:pt x="8" y="3"/>
                    <a:pt x="7" y="3"/>
                  </a:cubicBezTo>
                  <a:cubicBezTo>
                    <a:pt x="7" y="3"/>
                    <a:pt x="6" y="3"/>
                    <a:pt x="6" y="3"/>
                  </a:cubicBezTo>
                  <a:cubicBezTo>
                    <a:pt x="6" y="3"/>
                    <a:pt x="5" y="4"/>
                    <a:pt x="5" y="4"/>
                  </a:cubicBezTo>
                  <a:cubicBezTo>
                    <a:pt x="5" y="5"/>
                    <a:pt x="4" y="6"/>
                    <a:pt x="4" y="6"/>
                  </a:cubicBezTo>
                  <a:cubicBezTo>
                    <a:pt x="3" y="6"/>
                    <a:pt x="2" y="5"/>
                    <a:pt x="2" y="5"/>
                  </a:cubicBezTo>
                  <a:cubicBezTo>
                    <a:pt x="2" y="4"/>
                    <a:pt x="2" y="3"/>
                    <a:pt x="2" y="3"/>
                  </a:cubicBezTo>
                  <a:cubicBezTo>
                    <a:pt x="2" y="3"/>
                    <a:pt x="1" y="3"/>
                    <a:pt x="0" y="2"/>
                  </a:cubicBezTo>
                  <a:cubicBezTo>
                    <a:pt x="0" y="2"/>
                    <a:pt x="0" y="2"/>
                    <a:pt x="0" y="2"/>
                  </a:cubicBezTo>
                  <a:cubicBezTo>
                    <a:pt x="0" y="1"/>
                    <a:pt x="0" y="1"/>
                    <a:pt x="0" y="0"/>
                  </a:cubicBezTo>
                  <a:cubicBezTo>
                    <a:pt x="0" y="0"/>
                    <a:pt x="2" y="1"/>
                    <a:pt x="2" y="1"/>
                  </a:cubicBezTo>
                  <a:cubicBezTo>
                    <a:pt x="3" y="1"/>
                    <a:pt x="4" y="1"/>
                    <a:pt x="5" y="1"/>
                  </a:cubicBezTo>
                  <a:cubicBezTo>
                    <a:pt x="6" y="1"/>
                    <a:pt x="7" y="1"/>
                    <a:pt x="7" y="1"/>
                  </a:cubicBezTo>
                  <a:cubicBezTo>
                    <a:pt x="8" y="1"/>
                    <a:pt x="8" y="1"/>
                    <a:pt x="8" y="1"/>
                  </a:cubicBezTo>
                  <a:cubicBezTo>
                    <a:pt x="9" y="1"/>
                    <a:pt x="9" y="2"/>
                    <a:pt x="8"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3" name="Freeform 273"/>
            <p:cNvSpPr>
              <a:spLocks/>
            </p:cNvSpPr>
            <p:nvPr/>
          </p:nvSpPr>
          <p:spPr bwMode="auto">
            <a:xfrm>
              <a:off x="941388" y="1909763"/>
              <a:ext cx="36513" cy="44450"/>
            </a:xfrm>
            <a:custGeom>
              <a:avLst/>
              <a:gdLst/>
              <a:ahLst/>
              <a:cxnLst>
                <a:cxn ang="0">
                  <a:pos x="14" y="21"/>
                </a:cxn>
                <a:cxn ang="0">
                  <a:pos x="12" y="22"/>
                </a:cxn>
                <a:cxn ang="0">
                  <a:pos x="12" y="23"/>
                </a:cxn>
                <a:cxn ang="0">
                  <a:pos x="10" y="23"/>
                </a:cxn>
                <a:cxn ang="0">
                  <a:pos x="10" y="22"/>
                </a:cxn>
                <a:cxn ang="0">
                  <a:pos x="8" y="22"/>
                </a:cxn>
                <a:cxn ang="0">
                  <a:pos x="7" y="23"/>
                </a:cxn>
                <a:cxn ang="0">
                  <a:pos x="6" y="23"/>
                </a:cxn>
                <a:cxn ang="0">
                  <a:pos x="6" y="22"/>
                </a:cxn>
                <a:cxn ang="0">
                  <a:pos x="6" y="21"/>
                </a:cxn>
                <a:cxn ang="0">
                  <a:pos x="6" y="20"/>
                </a:cxn>
                <a:cxn ang="0">
                  <a:pos x="4" y="21"/>
                </a:cxn>
                <a:cxn ang="0">
                  <a:pos x="2" y="22"/>
                </a:cxn>
                <a:cxn ang="0">
                  <a:pos x="0" y="22"/>
                </a:cxn>
                <a:cxn ang="0">
                  <a:pos x="1" y="21"/>
                </a:cxn>
                <a:cxn ang="0">
                  <a:pos x="2" y="19"/>
                </a:cxn>
                <a:cxn ang="0">
                  <a:pos x="4" y="16"/>
                </a:cxn>
                <a:cxn ang="0">
                  <a:pos x="5" y="14"/>
                </a:cxn>
                <a:cxn ang="0">
                  <a:pos x="5" y="11"/>
                </a:cxn>
                <a:cxn ang="0">
                  <a:pos x="6" y="9"/>
                </a:cxn>
                <a:cxn ang="0">
                  <a:pos x="9" y="9"/>
                </a:cxn>
                <a:cxn ang="0">
                  <a:pos x="10" y="8"/>
                </a:cxn>
                <a:cxn ang="0">
                  <a:pos x="11" y="6"/>
                </a:cxn>
                <a:cxn ang="0">
                  <a:pos x="13" y="7"/>
                </a:cxn>
                <a:cxn ang="0">
                  <a:pos x="14" y="7"/>
                </a:cxn>
                <a:cxn ang="0">
                  <a:pos x="14" y="5"/>
                </a:cxn>
                <a:cxn ang="0">
                  <a:pos x="14" y="3"/>
                </a:cxn>
                <a:cxn ang="0">
                  <a:pos x="15" y="2"/>
                </a:cxn>
                <a:cxn ang="0">
                  <a:pos x="17" y="1"/>
                </a:cxn>
                <a:cxn ang="0">
                  <a:pos x="18" y="0"/>
                </a:cxn>
                <a:cxn ang="0">
                  <a:pos x="20" y="2"/>
                </a:cxn>
                <a:cxn ang="0">
                  <a:pos x="20" y="5"/>
                </a:cxn>
                <a:cxn ang="0">
                  <a:pos x="18" y="8"/>
                </a:cxn>
                <a:cxn ang="0">
                  <a:pos x="17" y="10"/>
                </a:cxn>
                <a:cxn ang="0">
                  <a:pos x="16" y="13"/>
                </a:cxn>
                <a:cxn ang="0">
                  <a:pos x="15" y="15"/>
                </a:cxn>
                <a:cxn ang="0">
                  <a:pos x="13" y="17"/>
                </a:cxn>
                <a:cxn ang="0">
                  <a:pos x="13" y="18"/>
                </a:cxn>
                <a:cxn ang="0">
                  <a:pos x="14" y="21"/>
                </a:cxn>
              </a:cxnLst>
              <a:rect l="0" t="0" r="r" b="b"/>
              <a:pathLst>
                <a:path w="20" h="24">
                  <a:moveTo>
                    <a:pt x="14" y="21"/>
                  </a:moveTo>
                  <a:cubicBezTo>
                    <a:pt x="14" y="21"/>
                    <a:pt x="13" y="22"/>
                    <a:pt x="12" y="22"/>
                  </a:cubicBezTo>
                  <a:cubicBezTo>
                    <a:pt x="12" y="22"/>
                    <a:pt x="12" y="23"/>
                    <a:pt x="12" y="23"/>
                  </a:cubicBezTo>
                  <a:cubicBezTo>
                    <a:pt x="11" y="23"/>
                    <a:pt x="11" y="24"/>
                    <a:pt x="10" y="23"/>
                  </a:cubicBezTo>
                  <a:cubicBezTo>
                    <a:pt x="10" y="23"/>
                    <a:pt x="10" y="22"/>
                    <a:pt x="10" y="22"/>
                  </a:cubicBezTo>
                  <a:cubicBezTo>
                    <a:pt x="10" y="22"/>
                    <a:pt x="9" y="22"/>
                    <a:pt x="8" y="22"/>
                  </a:cubicBezTo>
                  <a:cubicBezTo>
                    <a:pt x="8" y="22"/>
                    <a:pt x="8" y="23"/>
                    <a:pt x="7" y="23"/>
                  </a:cubicBezTo>
                  <a:cubicBezTo>
                    <a:pt x="7" y="23"/>
                    <a:pt x="6" y="23"/>
                    <a:pt x="6" y="23"/>
                  </a:cubicBezTo>
                  <a:cubicBezTo>
                    <a:pt x="6" y="23"/>
                    <a:pt x="6" y="22"/>
                    <a:pt x="6" y="22"/>
                  </a:cubicBezTo>
                  <a:cubicBezTo>
                    <a:pt x="6" y="22"/>
                    <a:pt x="6" y="21"/>
                    <a:pt x="6" y="21"/>
                  </a:cubicBezTo>
                  <a:cubicBezTo>
                    <a:pt x="6" y="21"/>
                    <a:pt x="6" y="20"/>
                    <a:pt x="6" y="20"/>
                  </a:cubicBezTo>
                  <a:cubicBezTo>
                    <a:pt x="5" y="20"/>
                    <a:pt x="4" y="21"/>
                    <a:pt x="4" y="21"/>
                  </a:cubicBezTo>
                  <a:cubicBezTo>
                    <a:pt x="3" y="21"/>
                    <a:pt x="3" y="22"/>
                    <a:pt x="2" y="22"/>
                  </a:cubicBezTo>
                  <a:cubicBezTo>
                    <a:pt x="2" y="22"/>
                    <a:pt x="1" y="23"/>
                    <a:pt x="0" y="22"/>
                  </a:cubicBezTo>
                  <a:cubicBezTo>
                    <a:pt x="0" y="22"/>
                    <a:pt x="1" y="21"/>
                    <a:pt x="1" y="21"/>
                  </a:cubicBezTo>
                  <a:cubicBezTo>
                    <a:pt x="1" y="20"/>
                    <a:pt x="2" y="19"/>
                    <a:pt x="2" y="19"/>
                  </a:cubicBezTo>
                  <a:cubicBezTo>
                    <a:pt x="2" y="18"/>
                    <a:pt x="3" y="17"/>
                    <a:pt x="4" y="16"/>
                  </a:cubicBezTo>
                  <a:cubicBezTo>
                    <a:pt x="4" y="16"/>
                    <a:pt x="4" y="15"/>
                    <a:pt x="5" y="14"/>
                  </a:cubicBezTo>
                  <a:cubicBezTo>
                    <a:pt x="5" y="14"/>
                    <a:pt x="5" y="12"/>
                    <a:pt x="5" y="11"/>
                  </a:cubicBezTo>
                  <a:cubicBezTo>
                    <a:pt x="5" y="11"/>
                    <a:pt x="6" y="10"/>
                    <a:pt x="6" y="9"/>
                  </a:cubicBezTo>
                  <a:cubicBezTo>
                    <a:pt x="7" y="9"/>
                    <a:pt x="8" y="10"/>
                    <a:pt x="9" y="9"/>
                  </a:cubicBezTo>
                  <a:cubicBezTo>
                    <a:pt x="9" y="9"/>
                    <a:pt x="10" y="8"/>
                    <a:pt x="10" y="8"/>
                  </a:cubicBezTo>
                  <a:cubicBezTo>
                    <a:pt x="10" y="8"/>
                    <a:pt x="11" y="6"/>
                    <a:pt x="11" y="6"/>
                  </a:cubicBezTo>
                  <a:cubicBezTo>
                    <a:pt x="11" y="6"/>
                    <a:pt x="12" y="7"/>
                    <a:pt x="13" y="7"/>
                  </a:cubicBezTo>
                  <a:cubicBezTo>
                    <a:pt x="13" y="7"/>
                    <a:pt x="14" y="7"/>
                    <a:pt x="14" y="7"/>
                  </a:cubicBezTo>
                  <a:cubicBezTo>
                    <a:pt x="14" y="7"/>
                    <a:pt x="14" y="5"/>
                    <a:pt x="14" y="5"/>
                  </a:cubicBezTo>
                  <a:cubicBezTo>
                    <a:pt x="14" y="4"/>
                    <a:pt x="14" y="4"/>
                    <a:pt x="14" y="3"/>
                  </a:cubicBezTo>
                  <a:cubicBezTo>
                    <a:pt x="14" y="3"/>
                    <a:pt x="15" y="2"/>
                    <a:pt x="15" y="2"/>
                  </a:cubicBezTo>
                  <a:cubicBezTo>
                    <a:pt x="15" y="1"/>
                    <a:pt x="16" y="1"/>
                    <a:pt x="17" y="1"/>
                  </a:cubicBezTo>
                  <a:cubicBezTo>
                    <a:pt x="17" y="0"/>
                    <a:pt x="18" y="0"/>
                    <a:pt x="18" y="0"/>
                  </a:cubicBezTo>
                  <a:cubicBezTo>
                    <a:pt x="19" y="0"/>
                    <a:pt x="20" y="2"/>
                    <a:pt x="20" y="2"/>
                  </a:cubicBezTo>
                  <a:cubicBezTo>
                    <a:pt x="20" y="3"/>
                    <a:pt x="20" y="5"/>
                    <a:pt x="20" y="5"/>
                  </a:cubicBezTo>
                  <a:cubicBezTo>
                    <a:pt x="20" y="6"/>
                    <a:pt x="18" y="7"/>
                    <a:pt x="18" y="8"/>
                  </a:cubicBezTo>
                  <a:cubicBezTo>
                    <a:pt x="18" y="8"/>
                    <a:pt x="17" y="9"/>
                    <a:pt x="17" y="10"/>
                  </a:cubicBezTo>
                  <a:cubicBezTo>
                    <a:pt x="16" y="11"/>
                    <a:pt x="16" y="12"/>
                    <a:pt x="16" y="13"/>
                  </a:cubicBezTo>
                  <a:cubicBezTo>
                    <a:pt x="16" y="13"/>
                    <a:pt x="15" y="15"/>
                    <a:pt x="15" y="15"/>
                  </a:cubicBezTo>
                  <a:cubicBezTo>
                    <a:pt x="15" y="16"/>
                    <a:pt x="14" y="16"/>
                    <a:pt x="13" y="17"/>
                  </a:cubicBezTo>
                  <a:cubicBezTo>
                    <a:pt x="13" y="17"/>
                    <a:pt x="13" y="18"/>
                    <a:pt x="13" y="18"/>
                  </a:cubicBezTo>
                  <a:cubicBezTo>
                    <a:pt x="13" y="19"/>
                    <a:pt x="14" y="20"/>
                    <a:pt x="14" y="2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4" name="Freeform 274"/>
            <p:cNvSpPr>
              <a:spLocks/>
            </p:cNvSpPr>
            <p:nvPr/>
          </p:nvSpPr>
          <p:spPr bwMode="auto">
            <a:xfrm>
              <a:off x="1074738" y="1881188"/>
              <a:ext cx="22225" cy="20638"/>
            </a:xfrm>
            <a:custGeom>
              <a:avLst/>
              <a:gdLst/>
              <a:ahLst/>
              <a:cxnLst>
                <a:cxn ang="0">
                  <a:pos x="11" y="8"/>
                </a:cxn>
                <a:cxn ang="0">
                  <a:pos x="12" y="5"/>
                </a:cxn>
                <a:cxn ang="0">
                  <a:pos x="11" y="3"/>
                </a:cxn>
                <a:cxn ang="0">
                  <a:pos x="11" y="1"/>
                </a:cxn>
                <a:cxn ang="0">
                  <a:pos x="10" y="0"/>
                </a:cxn>
                <a:cxn ang="0">
                  <a:pos x="8" y="1"/>
                </a:cxn>
                <a:cxn ang="0">
                  <a:pos x="7" y="2"/>
                </a:cxn>
                <a:cxn ang="0">
                  <a:pos x="4" y="3"/>
                </a:cxn>
                <a:cxn ang="0">
                  <a:pos x="3" y="3"/>
                </a:cxn>
                <a:cxn ang="0">
                  <a:pos x="0" y="5"/>
                </a:cxn>
                <a:cxn ang="0">
                  <a:pos x="0" y="7"/>
                </a:cxn>
                <a:cxn ang="0">
                  <a:pos x="0" y="9"/>
                </a:cxn>
                <a:cxn ang="0">
                  <a:pos x="2" y="10"/>
                </a:cxn>
                <a:cxn ang="0">
                  <a:pos x="4" y="11"/>
                </a:cxn>
                <a:cxn ang="0">
                  <a:pos x="7" y="10"/>
                </a:cxn>
                <a:cxn ang="0">
                  <a:pos x="9" y="9"/>
                </a:cxn>
                <a:cxn ang="0">
                  <a:pos x="10" y="8"/>
                </a:cxn>
                <a:cxn ang="0">
                  <a:pos x="11" y="8"/>
                </a:cxn>
              </a:cxnLst>
              <a:rect l="0" t="0" r="r" b="b"/>
              <a:pathLst>
                <a:path w="12" h="11">
                  <a:moveTo>
                    <a:pt x="11" y="8"/>
                  </a:moveTo>
                  <a:cubicBezTo>
                    <a:pt x="12" y="7"/>
                    <a:pt x="12" y="6"/>
                    <a:pt x="12" y="5"/>
                  </a:cubicBezTo>
                  <a:cubicBezTo>
                    <a:pt x="12" y="5"/>
                    <a:pt x="11" y="4"/>
                    <a:pt x="11" y="3"/>
                  </a:cubicBezTo>
                  <a:cubicBezTo>
                    <a:pt x="11" y="3"/>
                    <a:pt x="11" y="1"/>
                    <a:pt x="11" y="1"/>
                  </a:cubicBezTo>
                  <a:cubicBezTo>
                    <a:pt x="11" y="0"/>
                    <a:pt x="10" y="0"/>
                    <a:pt x="10" y="0"/>
                  </a:cubicBezTo>
                  <a:cubicBezTo>
                    <a:pt x="10" y="0"/>
                    <a:pt x="8" y="0"/>
                    <a:pt x="8" y="1"/>
                  </a:cubicBezTo>
                  <a:cubicBezTo>
                    <a:pt x="8" y="1"/>
                    <a:pt x="8" y="2"/>
                    <a:pt x="7" y="2"/>
                  </a:cubicBezTo>
                  <a:cubicBezTo>
                    <a:pt x="7" y="3"/>
                    <a:pt x="5" y="3"/>
                    <a:pt x="4" y="3"/>
                  </a:cubicBezTo>
                  <a:cubicBezTo>
                    <a:pt x="4" y="3"/>
                    <a:pt x="3" y="3"/>
                    <a:pt x="3" y="3"/>
                  </a:cubicBezTo>
                  <a:cubicBezTo>
                    <a:pt x="2" y="4"/>
                    <a:pt x="1" y="4"/>
                    <a:pt x="0" y="5"/>
                  </a:cubicBezTo>
                  <a:cubicBezTo>
                    <a:pt x="0" y="5"/>
                    <a:pt x="0" y="6"/>
                    <a:pt x="0" y="7"/>
                  </a:cubicBezTo>
                  <a:cubicBezTo>
                    <a:pt x="0" y="7"/>
                    <a:pt x="0" y="8"/>
                    <a:pt x="0" y="9"/>
                  </a:cubicBezTo>
                  <a:cubicBezTo>
                    <a:pt x="0" y="9"/>
                    <a:pt x="1" y="10"/>
                    <a:pt x="2" y="10"/>
                  </a:cubicBezTo>
                  <a:cubicBezTo>
                    <a:pt x="2" y="10"/>
                    <a:pt x="4" y="11"/>
                    <a:pt x="4" y="11"/>
                  </a:cubicBezTo>
                  <a:cubicBezTo>
                    <a:pt x="5" y="11"/>
                    <a:pt x="6" y="10"/>
                    <a:pt x="7" y="10"/>
                  </a:cubicBezTo>
                  <a:cubicBezTo>
                    <a:pt x="8" y="10"/>
                    <a:pt x="8" y="9"/>
                    <a:pt x="9" y="9"/>
                  </a:cubicBezTo>
                  <a:cubicBezTo>
                    <a:pt x="9" y="9"/>
                    <a:pt x="10" y="9"/>
                    <a:pt x="10" y="8"/>
                  </a:cubicBezTo>
                  <a:cubicBezTo>
                    <a:pt x="10" y="8"/>
                    <a:pt x="11" y="8"/>
                    <a:pt x="11"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5" name="Freeform 275"/>
            <p:cNvSpPr>
              <a:spLocks/>
            </p:cNvSpPr>
            <p:nvPr/>
          </p:nvSpPr>
          <p:spPr bwMode="auto">
            <a:xfrm>
              <a:off x="1084263" y="1871663"/>
              <a:ext cx="7938" cy="7938"/>
            </a:xfrm>
            <a:custGeom>
              <a:avLst/>
              <a:gdLst/>
              <a:ahLst/>
              <a:cxnLst>
                <a:cxn ang="0">
                  <a:pos x="4" y="4"/>
                </a:cxn>
                <a:cxn ang="0">
                  <a:pos x="3" y="4"/>
                </a:cxn>
                <a:cxn ang="0">
                  <a:pos x="2" y="3"/>
                </a:cxn>
                <a:cxn ang="0">
                  <a:pos x="1" y="3"/>
                </a:cxn>
                <a:cxn ang="0">
                  <a:pos x="0" y="3"/>
                </a:cxn>
                <a:cxn ang="0">
                  <a:pos x="0" y="1"/>
                </a:cxn>
                <a:cxn ang="0">
                  <a:pos x="2" y="0"/>
                </a:cxn>
                <a:cxn ang="0">
                  <a:pos x="3" y="0"/>
                </a:cxn>
                <a:cxn ang="0">
                  <a:pos x="4" y="1"/>
                </a:cxn>
                <a:cxn ang="0">
                  <a:pos x="4" y="3"/>
                </a:cxn>
                <a:cxn ang="0">
                  <a:pos x="4" y="4"/>
                </a:cxn>
              </a:cxnLst>
              <a:rect l="0" t="0" r="r" b="b"/>
              <a:pathLst>
                <a:path w="4" h="4">
                  <a:moveTo>
                    <a:pt x="4" y="4"/>
                  </a:moveTo>
                  <a:cubicBezTo>
                    <a:pt x="4" y="4"/>
                    <a:pt x="3" y="4"/>
                    <a:pt x="3" y="4"/>
                  </a:cubicBezTo>
                  <a:cubicBezTo>
                    <a:pt x="3" y="4"/>
                    <a:pt x="2" y="3"/>
                    <a:pt x="2" y="3"/>
                  </a:cubicBezTo>
                  <a:cubicBezTo>
                    <a:pt x="2" y="3"/>
                    <a:pt x="1" y="3"/>
                    <a:pt x="1" y="3"/>
                  </a:cubicBezTo>
                  <a:cubicBezTo>
                    <a:pt x="1" y="3"/>
                    <a:pt x="0" y="3"/>
                    <a:pt x="0" y="3"/>
                  </a:cubicBezTo>
                  <a:cubicBezTo>
                    <a:pt x="0" y="3"/>
                    <a:pt x="0" y="2"/>
                    <a:pt x="0" y="1"/>
                  </a:cubicBezTo>
                  <a:cubicBezTo>
                    <a:pt x="1" y="1"/>
                    <a:pt x="1" y="0"/>
                    <a:pt x="2" y="0"/>
                  </a:cubicBezTo>
                  <a:cubicBezTo>
                    <a:pt x="2" y="0"/>
                    <a:pt x="3" y="0"/>
                    <a:pt x="3" y="0"/>
                  </a:cubicBezTo>
                  <a:cubicBezTo>
                    <a:pt x="3" y="0"/>
                    <a:pt x="4" y="1"/>
                    <a:pt x="4" y="1"/>
                  </a:cubicBezTo>
                  <a:cubicBezTo>
                    <a:pt x="4" y="2"/>
                    <a:pt x="4" y="2"/>
                    <a:pt x="4" y="3"/>
                  </a:cubicBezTo>
                  <a:cubicBezTo>
                    <a:pt x="4" y="3"/>
                    <a:pt x="4" y="3"/>
                    <a:pt x="4"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6" name="Freeform 276"/>
            <p:cNvSpPr>
              <a:spLocks/>
            </p:cNvSpPr>
            <p:nvPr/>
          </p:nvSpPr>
          <p:spPr bwMode="auto">
            <a:xfrm>
              <a:off x="1109663" y="1868488"/>
              <a:ext cx="7938" cy="14288"/>
            </a:xfrm>
            <a:custGeom>
              <a:avLst/>
              <a:gdLst/>
              <a:ahLst/>
              <a:cxnLst>
                <a:cxn ang="0">
                  <a:pos x="3" y="8"/>
                </a:cxn>
                <a:cxn ang="0">
                  <a:pos x="4" y="5"/>
                </a:cxn>
                <a:cxn ang="0">
                  <a:pos x="3" y="3"/>
                </a:cxn>
                <a:cxn ang="0">
                  <a:pos x="3" y="1"/>
                </a:cxn>
                <a:cxn ang="0">
                  <a:pos x="2" y="0"/>
                </a:cxn>
                <a:cxn ang="0">
                  <a:pos x="1" y="0"/>
                </a:cxn>
                <a:cxn ang="0">
                  <a:pos x="0" y="2"/>
                </a:cxn>
                <a:cxn ang="0">
                  <a:pos x="0" y="4"/>
                </a:cxn>
                <a:cxn ang="0">
                  <a:pos x="0" y="6"/>
                </a:cxn>
                <a:cxn ang="0">
                  <a:pos x="1" y="8"/>
                </a:cxn>
                <a:cxn ang="0">
                  <a:pos x="3" y="8"/>
                </a:cxn>
              </a:cxnLst>
              <a:rect l="0" t="0" r="r" b="b"/>
              <a:pathLst>
                <a:path w="4" h="8">
                  <a:moveTo>
                    <a:pt x="3" y="8"/>
                  </a:moveTo>
                  <a:cubicBezTo>
                    <a:pt x="4" y="7"/>
                    <a:pt x="4" y="6"/>
                    <a:pt x="4" y="5"/>
                  </a:cubicBezTo>
                  <a:cubicBezTo>
                    <a:pt x="4" y="5"/>
                    <a:pt x="3" y="4"/>
                    <a:pt x="3" y="3"/>
                  </a:cubicBezTo>
                  <a:cubicBezTo>
                    <a:pt x="3" y="3"/>
                    <a:pt x="4" y="1"/>
                    <a:pt x="3" y="1"/>
                  </a:cubicBezTo>
                  <a:cubicBezTo>
                    <a:pt x="3" y="0"/>
                    <a:pt x="2" y="0"/>
                    <a:pt x="2" y="0"/>
                  </a:cubicBezTo>
                  <a:cubicBezTo>
                    <a:pt x="1" y="0"/>
                    <a:pt x="1" y="0"/>
                    <a:pt x="1" y="0"/>
                  </a:cubicBezTo>
                  <a:cubicBezTo>
                    <a:pt x="0" y="1"/>
                    <a:pt x="0" y="2"/>
                    <a:pt x="0" y="2"/>
                  </a:cubicBezTo>
                  <a:cubicBezTo>
                    <a:pt x="0" y="3"/>
                    <a:pt x="0" y="4"/>
                    <a:pt x="0" y="4"/>
                  </a:cubicBezTo>
                  <a:cubicBezTo>
                    <a:pt x="0" y="5"/>
                    <a:pt x="0" y="6"/>
                    <a:pt x="0" y="6"/>
                  </a:cubicBezTo>
                  <a:cubicBezTo>
                    <a:pt x="0" y="7"/>
                    <a:pt x="1" y="7"/>
                    <a:pt x="1" y="8"/>
                  </a:cubicBezTo>
                  <a:cubicBezTo>
                    <a:pt x="2" y="8"/>
                    <a:pt x="3" y="8"/>
                    <a:pt x="3"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7" name="Freeform 277"/>
            <p:cNvSpPr>
              <a:spLocks/>
            </p:cNvSpPr>
            <p:nvPr/>
          </p:nvSpPr>
          <p:spPr bwMode="auto">
            <a:xfrm>
              <a:off x="1101726" y="1852613"/>
              <a:ext cx="6350" cy="36513"/>
            </a:xfrm>
            <a:custGeom>
              <a:avLst/>
              <a:gdLst/>
              <a:ahLst/>
              <a:cxnLst>
                <a:cxn ang="0">
                  <a:pos x="4" y="17"/>
                </a:cxn>
                <a:cxn ang="0">
                  <a:pos x="3" y="19"/>
                </a:cxn>
                <a:cxn ang="0">
                  <a:pos x="2" y="18"/>
                </a:cxn>
                <a:cxn ang="0">
                  <a:pos x="1" y="17"/>
                </a:cxn>
                <a:cxn ang="0">
                  <a:pos x="0" y="12"/>
                </a:cxn>
                <a:cxn ang="0">
                  <a:pos x="0" y="9"/>
                </a:cxn>
                <a:cxn ang="0">
                  <a:pos x="0" y="4"/>
                </a:cxn>
                <a:cxn ang="0">
                  <a:pos x="1" y="2"/>
                </a:cxn>
                <a:cxn ang="0">
                  <a:pos x="1" y="1"/>
                </a:cxn>
                <a:cxn ang="0">
                  <a:pos x="3" y="2"/>
                </a:cxn>
                <a:cxn ang="0">
                  <a:pos x="3" y="3"/>
                </a:cxn>
                <a:cxn ang="0">
                  <a:pos x="4" y="5"/>
                </a:cxn>
                <a:cxn ang="0">
                  <a:pos x="4" y="7"/>
                </a:cxn>
                <a:cxn ang="0">
                  <a:pos x="3" y="9"/>
                </a:cxn>
                <a:cxn ang="0">
                  <a:pos x="2" y="10"/>
                </a:cxn>
                <a:cxn ang="0">
                  <a:pos x="3" y="13"/>
                </a:cxn>
                <a:cxn ang="0">
                  <a:pos x="4" y="14"/>
                </a:cxn>
                <a:cxn ang="0">
                  <a:pos x="4" y="16"/>
                </a:cxn>
                <a:cxn ang="0">
                  <a:pos x="4" y="17"/>
                </a:cxn>
              </a:cxnLst>
              <a:rect l="0" t="0" r="r" b="b"/>
              <a:pathLst>
                <a:path w="4" h="19">
                  <a:moveTo>
                    <a:pt x="4" y="17"/>
                  </a:moveTo>
                  <a:cubicBezTo>
                    <a:pt x="4" y="18"/>
                    <a:pt x="4" y="18"/>
                    <a:pt x="3" y="19"/>
                  </a:cubicBezTo>
                  <a:cubicBezTo>
                    <a:pt x="3" y="19"/>
                    <a:pt x="3" y="19"/>
                    <a:pt x="2" y="18"/>
                  </a:cubicBezTo>
                  <a:cubicBezTo>
                    <a:pt x="2" y="18"/>
                    <a:pt x="1" y="17"/>
                    <a:pt x="1" y="17"/>
                  </a:cubicBezTo>
                  <a:cubicBezTo>
                    <a:pt x="0" y="16"/>
                    <a:pt x="0" y="13"/>
                    <a:pt x="0" y="12"/>
                  </a:cubicBezTo>
                  <a:cubicBezTo>
                    <a:pt x="0" y="11"/>
                    <a:pt x="0" y="10"/>
                    <a:pt x="0" y="9"/>
                  </a:cubicBezTo>
                  <a:cubicBezTo>
                    <a:pt x="0" y="8"/>
                    <a:pt x="0" y="5"/>
                    <a:pt x="0" y="4"/>
                  </a:cubicBezTo>
                  <a:cubicBezTo>
                    <a:pt x="0" y="4"/>
                    <a:pt x="0" y="2"/>
                    <a:pt x="1" y="2"/>
                  </a:cubicBezTo>
                  <a:cubicBezTo>
                    <a:pt x="1" y="1"/>
                    <a:pt x="1" y="1"/>
                    <a:pt x="1" y="1"/>
                  </a:cubicBezTo>
                  <a:cubicBezTo>
                    <a:pt x="2" y="0"/>
                    <a:pt x="2" y="1"/>
                    <a:pt x="3" y="2"/>
                  </a:cubicBezTo>
                  <a:cubicBezTo>
                    <a:pt x="3" y="2"/>
                    <a:pt x="3" y="3"/>
                    <a:pt x="3" y="3"/>
                  </a:cubicBezTo>
                  <a:cubicBezTo>
                    <a:pt x="3" y="4"/>
                    <a:pt x="4" y="4"/>
                    <a:pt x="4" y="5"/>
                  </a:cubicBezTo>
                  <a:cubicBezTo>
                    <a:pt x="4" y="5"/>
                    <a:pt x="4" y="6"/>
                    <a:pt x="4" y="7"/>
                  </a:cubicBezTo>
                  <a:cubicBezTo>
                    <a:pt x="4" y="7"/>
                    <a:pt x="4" y="8"/>
                    <a:pt x="3" y="9"/>
                  </a:cubicBezTo>
                  <a:cubicBezTo>
                    <a:pt x="3" y="9"/>
                    <a:pt x="2" y="10"/>
                    <a:pt x="2" y="10"/>
                  </a:cubicBezTo>
                  <a:cubicBezTo>
                    <a:pt x="2" y="11"/>
                    <a:pt x="2" y="12"/>
                    <a:pt x="3" y="13"/>
                  </a:cubicBezTo>
                  <a:cubicBezTo>
                    <a:pt x="3" y="13"/>
                    <a:pt x="3" y="14"/>
                    <a:pt x="4" y="14"/>
                  </a:cubicBezTo>
                  <a:cubicBezTo>
                    <a:pt x="4" y="15"/>
                    <a:pt x="4" y="16"/>
                    <a:pt x="4" y="16"/>
                  </a:cubicBezTo>
                  <a:cubicBezTo>
                    <a:pt x="4" y="16"/>
                    <a:pt x="4" y="17"/>
                    <a:pt x="4" y="1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8" name="Freeform 278"/>
            <p:cNvSpPr>
              <a:spLocks/>
            </p:cNvSpPr>
            <p:nvPr/>
          </p:nvSpPr>
          <p:spPr bwMode="auto">
            <a:xfrm>
              <a:off x="1101726" y="1830388"/>
              <a:ext cx="12700" cy="26988"/>
            </a:xfrm>
            <a:custGeom>
              <a:avLst/>
              <a:gdLst/>
              <a:ahLst/>
              <a:cxnLst>
                <a:cxn ang="0">
                  <a:pos x="6" y="12"/>
                </a:cxn>
                <a:cxn ang="0">
                  <a:pos x="6" y="14"/>
                </a:cxn>
                <a:cxn ang="0">
                  <a:pos x="4" y="13"/>
                </a:cxn>
                <a:cxn ang="0">
                  <a:pos x="4" y="10"/>
                </a:cxn>
                <a:cxn ang="0">
                  <a:pos x="1" y="9"/>
                </a:cxn>
                <a:cxn ang="0">
                  <a:pos x="0" y="6"/>
                </a:cxn>
                <a:cxn ang="0">
                  <a:pos x="1" y="3"/>
                </a:cxn>
                <a:cxn ang="0">
                  <a:pos x="2" y="1"/>
                </a:cxn>
                <a:cxn ang="0">
                  <a:pos x="4" y="0"/>
                </a:cxn>
                <a:cxn ang="0">
                  <a:pos x="4" y="2"/>
                </a:cxn>
                <a:cxn ang="0">
                  <a:pos x="4" y="3"/>
                </a:cxn>
                <a:cxn ang="0">
                  <a:pos x="6" y="3"/>
                </a:cxn>
                <a:cxn ang="0">
                  <a:pos x="7" y="3"/>
                </a:cxn>
                <a:cxn ang="0">
                  <a:pos x="7" y="5"/>
                </a:cxn>
                <a:cxn ang="0">
                  <a:pos x="6" y="6"/>
                </a:cxn>
                <a:cxn ang="0">
                  <a:pos x="6" y="8"/>
                </a:cxn>
                <a:cxn ang="0">
                  <a:pos x="6" y="10"/>
                </a:cxn>
                <a:cxn ang="0">
                  <a:pos x="6" y="11"/>
                </a:cxn>
                <a:cxn ang="0">
                  <a:pos x="6" y="12"/>
                </a:cxn>
              </a:cxnLst>
              <a:rect l="0" t="0" r="r" b="b"/>
              <a:pathLst>
                <a:path w="7" h="14">
                  <a:moveTo>
                    <a:pt x="6" y="12"/>
                  </a:moveTo>
                  <a:cubicBezTo>
                    <a:pt x="6" y="13"/>
                    <a:pt x="6" y="14"/>
                    <a:pt x="6" y="14"/>
                  </a:cubicBezTo>
                  <a:cubicBezTo>
                    <a:pt x="5" y="14"/>
                    <a:pt x="4" y="13"/>
                    <a:pt x="4" y="13"/>
                  </a:cubicBezTo>
                  <a:cubicBezTo>
                    <a:pt x="4" y="12"/>
                    <a:pt x="4" y="10"/>
                    <a:pt x="4" y="10"/>
                  </a:cubicBezTo>
                  <a:cubicBezTo>
                    <a:pt x="3" y="9"/>
                    <a:pt x="2" y="9"/>
                    <a:pt x="1" y="9"/>
                  </a:cubicBezTo>
                  <a:cubicBezTo>
                    <a:pt x="1" y="8"/>
                    <a:pt x="0" y="7"/>
                    <a:pt x="0" y="6"/>
                  </a:cubicBezTo>
                  <a:cubicBezTo>
                    <a:pt x="0" y="6"/>
                    <a:pt x="1" y="4"/>
                    <a:pt x="1" y="3"/>
                  </a:cubicBezTo>
                  <a:cubicBezTo>
                    <a:pt x="1" y="3"/>
                    <a:pt x="2" y="2"/>
                    <a:pt x="2" y="1"/>
                  </a:cubicBezTo>
                  <a:cubicBezTo>
                    <a:pt x="3" y="1"/>
                    <a:pt x="3" y="0"/>
                    <a:pt x="4" y="0"/>
                  </a:cubicBezTo>
                  <a:cubicBezTo>
                    <a:pt x="4" y="0"/>
                    <a:pt x="4" y="1"/>
                    <a:pt x="4" y="2"/>
                  </a:cubicBezTo>
                  <a:cubicBezTo>
                    <a:pt x="4" y="2"/>
                    <a:pt x="4" y="3"/>
                    <a:pt x="4" y="3"/>
                  </a:cubicBezTo>
                  <a:cubicBezTo>
                    <a:pt x="5" y="4"/>
                    <a:pt x="5" y="3"/>
                    <a:pt x="6" y="3"/>
                  </a:cubicBezTo>
                  <a:cubicBezTo>
                    <a:pt x="6" y="3"/>
                    <a:pt x="7" y="3"/>
                    <a:pt x="7" y="3"/>
                  </a:cubicBezTo>
                  <a:cubicBezTo>
                    <a:pt x="7" y="4"/>
                    <a:pt x="7" y="4"/>
                    <a:pt x="7" y="5"/>
                  </a:cubicBezTo>
                  <a:cubicBezTo>
                    <a:pt x="7" y="5"/>
                    <a:pt x="7" y="6"/>
                    <a:pt x="6" y="6"/>
                  </a:cubicBezTo>
                  <a:cubicBezTo>
                    <a:pt x="6" y="7"/>
                    <a:pt x="6" y="8"/>
                    <a:pt x="6" y="8"/>
                  </a:cubicBezTo>
                  <a:cubicBezTo>
                    <a:pt x="6" y="9"/>
                    <a:pt x="6" y="9"/>
                    <a:pt x="6" y="10"/>
                  </a:cubicBezTo>
                  <a:cubicBezTo>
                    <a:pt x="6" y="10"/>
                    <a:pt x="6" y="11"/>
                    <a:pt x="6" y="11"/>
                  </a:cubicBezTo>
                  <a:cubicBezTo>
                    <a:pt x="6" y="12"/>
                    <a:pt x="6" y="12"/>
                    <a:pt x="6"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9" name="Freeform 279"/>
            <p:cNvSpPr>
              <a:spLocks/>
            </p:cNvSpPr>
            <p:nvPr/>
          </p:nvSpPr>
          <p:spPr bwMode="auto">
            <a:xfrm>
              <a:off x="1071563" y="1857375"/>
              <a:ext cx="6350" cy="6350"/>
            </a:xfrm>
            <a:custGeom>
              <a:avLst/>
              <a:gdLst/>
              <a:ahLst/>
              <a:cxnLst>
                <a:cxn ang="0">
                  <a:pos x="4" y="2"/>
                </a:cxn>
                <a:cxn ang="0">
                  <a:pos x="2" y="2"/>
                </a:cxn>
                <a:cxn ang="0">
                  <a:pos x="2" y="4"/>
                </a:cxn>
                <a:cxn ang="0">
                  <a:pos x="0" y="4"/>
                </a:cxn>
                <a:cxn ang="0">
                  <a:pos x="0" y="2"/>
                </a:cxn>
                <a:cxn ang="0">
                  <a:pos x="1" y="1"/>
                </a:cxn>
                <a:cxn ang="0">
                  <a:pos x="3" y="0"/>
                </a:cxn>
                <a:cxn ang="0">
                  <a:pos x="4" y="0"/>
                </a:cxn>
                <a:cxn ang="0">
                  <a:pos x="4" y="2"/>
                </a:cxn>
              </a:cxnLst>
              <a:rect l="0" t="0" r="r" b="b"/>
              <a:pathLst>
                <a:path w="4" h="4">
                  <a:moveTo>
                    <a:pt x="4" y="2"/>
                  </a:moveTo>
                  <a:cubicBezTo>
                    <a:pt x="3" y="2"/>
                    <a:pt x="2" y="2"/>
                    <a:pt x="2" y="2"/>
                  </a:cubicBezTo>
                  <a:cubicBezTo>
                    <a:pt x="2" y="3"/>
                    <a:pt x="2" y="4"/>
                    <a:pt x="2" y="4"/>
                  </a:cubicBezTo>
                  <a:cubicBezTo>
                    <a:pt x="1" y="4"/>
                    <a:pt x="1" y="4"/>
                    <a:pt x="0" y="4"/>
                  </a:cubicBezTo>
                  <a:cubicBezTo>
                    <a:pt x="0" y="3"/>
                    <a:pt x="0" y="3"/>
                    <a:pt x="0" y="2"/>
                  </a:cubicBezTo>
                  <a:cubicBezTo>
                    <a:pt x="0" y="2"/>
                    <a:pt x="1" y="1"/>
                    <a:pt x="1" y="1"/>
                  </a:cubicBezTo>
                  <a:cubicBezTo>
                    <a:pt x="1" y="0"/>
                    <a:pt x="2" y="0"/>
                    <a:pt x="3" y="0"/>
                  </a:cubicBezTo>
                  <a:cubicBezTo>
                    <a:pt x="3" y="0"/>
                    <a:pt x="4" y="0"/>
                    <a:pt x="4" y="0"/>
                  </a:cubicBezTo>
                  <a:cubicBezTo>
                    <a:pt x="4" y="1"/>
                    <a:pt x="4" y="1"/>
                    <a:pt x="4"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0" name="Freeform 280"/>
            <p:cNvSpPr>
              <a:spLocks/>
            </p:cNvSpPr>
            <p:nvPr/>
          </p:nvSpPr>
          <p:spPr bwMode="auto">
            <a:xfrm>
              <a:off x="1079501" y="1863725"/>
              <a:ext cx="7938" cy="7938"/>
            </a:xfrm>
            <a:custGeom>
              <a:avLst/>
              <a:gdLst/>
              <a:ahLst/>
              <a:cxnLst>
                <a:cxn ang="0">
                  <a:pos x="4" y="1"/>
                </a:cxn>
                <a:cxn ang="0">
                  <a:pos x="3" y="2"/>
                </a:cxn>
                <a:cxn ang="0">
                  <a:pos x="2" y="3"/>
                </a:cxn>
                <a:cxn ang="0">
                  <a:pos x="1" y="3"/>
                </a:cxn>
                <a:cxn ang="0">
                  <a:pos x="0" y="3"/>
                </a:cxn>
                <a:cxn ang="0">
                  <a:pos x="0" y="2"/>
                </a:cxn>
                <a:cxn ang="0">
                  <a:pos x="1" y="1"/>
                </a:cxn>
                <a:cxn ang="0">
                  <a:pos x="2" y="1"/>
                </a:cxn>
                <a:cxn ang="0">
                  <a:pos x="3" y="0"/>
                </a:cxn>
                <a:cxn ang="0">
                  <a:pos x="4" y="1"/>
                </a:cxn>
              </a:cxnLst>
              <a:rect l="0" t="0" r="r" b="b"/>
              <a:pathLst>
                <a:path w="4" h="4">
                  <a:moveTo>
                    <a:pt x="4" y="1"/>
                  </a:moveTo>
                  <a:cubicBezTo>
                    <a:pt x="4" y="1"/>
                    <a:pt x="3" y="2"/>
                    <a:pt x="3" y="2"/>
                  </a:cubicBezTo>
                  <a:cubicBezTo>
                    <a:pt x="3" y="2"/>
                    <a:pt x="2" y="3"/>
                    <a:pt x="2" y="3"/>
                  </a:cubicBezTo>
                  <a:cubicBezTo>
                    <a:pt x="2" y="3"/>
                    <a:pt x="1" y="4"/>
                    <a:pt x="1" y="3"/>
                  </a:cubicBezTo>
                  <a:cubicBezTo>
                    <a:pt x="1" y="3"/>
                    <a:pt x="0" y="3"/>
                    <a:pt x="0" y="3"/>
                  </a:cubicBezTo>
                  <a:cubicBezTo>
                    <a:pt x="0" y="3"/>
                    <a:pt x="0" y="2"/>
                    <a:pt x="0" y="2"/>
                  </a:cubicBezTo>
                  <a:cubicBezTo>
                    <a:pt x="0" y="1"/>
                    <a:pt x="1" y="1"/>
                    <a:pt x="1" y="1"/>
                  </a:cubicBezTo>
                  <a:cubicBezTo>
                    <a:pt x="1" y="1"/>
                    <a:pt x="2" y="1"/>
                    <a:pt x="2" y="1"/>
                  </a:cubicBezTo>
                  <a:cubicBezTo>
                    <a:pt x="2" y="1"/>
                    <a:pt x="3" y="0"/>
                    <a:pt x="3" y="0"/>
                  </a:cubicBezTo>
                  <a:cubicBezTo>
                    <a:pt x="3" y="0"/>
                    <a:pt x="4" y="1"/>
                    <a:pt x="4"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1" name="Freeform 281"/>
            <p:cNvSpPr>
              <a:spLocks/>
            </p:cNvSpPr>
            <p:nvPr/>
          </p:nvSpPr>
          <p:spPr bwMode="auto">
            <a:xfrm>
              <a:off x="1093788" y="1830388"/>
              <a:ext cx="7938" cy="9525"/>
            </a:xfrm>
            <a:custGeom>
              <a:avLst/>
              <a:gdLst/>
              <a:ahLst/>
              <a:cxnLst>
                <a:cxn ang="0">
                  <a:pos x="4" y="1"/>
                </a:cxn>
                <a:cxn ang="0">
                  <a:pos x="3" y="3"/>
                </a:cxn>
                <a:cxn ang="0">
                  <a:pos x="2" y="4"/>
                </a:cxn>
                <a:cxn ang="0">
                  <a:pos x="1" y="5"/>
                </a:cxn>
                <a:cxn ang="0">
                  <a:pos x="0" y="4"/>
                </a:cxn>
                <a:cxn ang="0">
                  <a:pos x="0" y="3"/>
                </a:cxn>
                <a:cxn ang="0">
                  <a:pos x="2" y="1"/>
                </a:cxn>
                <a:cxn ang="0">
                  <a:pos x="2" y="0"/>
                </a:cxn>
                <a:cxn ang="0">
                  <a:pos x="4" y="0"/>
                </a:cxn>
                <a:cxn ang="0">
                  <a:pos x="4" y="1"/>
                </a:cxn>
              </a:cxnLst>
              <a:rect l="0" t="0" r="r" b="b"/>
              <a:pathLst>
                <a:path w="4" h="5">
                  <a:moveTo>
                    <a:pt x="4" y="1"/>
                  </a:moveTo>
                  <a:cubicBezTo>
                    <a:pt x="4" y="2"/>
                    <a:pt x="3" y="3"/>
                    <a:pt x="3" y="3"/>
                  </a:cubicBezTo>
                  <a:cubicBezTo>
                    <a:pt x="3" y="3"/>
                    <a:pt x="2" y="4"/>
                    <a:pt x="2" y="4"/>
                  </a:cubicBezTo>
                  <a:cubicBezTo>
                    <a:pt x="2" y="4"/>
                    <a:pt x="1" y="5"/>
                    <a:pt x="1" y="5"/>
                  </a:cubicBezTo>
                  <a:cubicBezTo>
                    <a:pt x="0" y="5"/>
                    <a:pt x="0" y="4"/>
                    <a:pt x="0" y="4"/>
                  </a:cubicBezTo>
                  <a:cubicBezTo>
                    <a:pt x="0" y="4"/>
                    <a:pt x="0" y="3"/>
                    <a:pt x="0" y="3"/>
                  </a:cubicBezTo>
                  <a:cubicBezTo>
                    <a:pt x="0" y="2"/>
                    <a:pt x="1" y="2"/>
                    <a:pt x="2" y="1"/>
                  </a:cubicBezTo>
                  <a:cubicBezTo>
                    <a:pt x="2" y="1"/>
                    <a:pt x="2" y="0"/>
                    <a:pt x="2" y="0"/>
                  </a:cubicBezTo>
                  <a:cubicBezTo>
                    <a:pt x="3" y="0"/>
                    <a:pt x="3" y="0"/>
                    <a:pt x="4" y="0"/>
                  </a:cubicBezTo>
                  <a:cubicBezTo>
                    <a:pt x="4" y="0"/>
                    <a:pt x="4" y="1"/>
                    <a:pt x="4"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2" name="Freeform 282"/>
            <p:cNvSpPr>
              <a:spLocks/>
            </p:cNvSpPr>
            <p:nvPr/>
          </p:nvSpPr>
          <p:spPr bwMode="auto">
            <a:xfrm>
              <a:off x="1117601" y="1789113"/>
              <a:ext cx="19050" cy="22225"/>
            </a:xfrm>
            <a:custGeom>
              <a:avLst/>
              <a:gdLst/>
              <a:ahLst/>
              <a:cxnLst>
                <a:cxn ang="0">
                  <a:pos x="7" y="5"/>
                </a:cxn>
                <a:cxn ang="0">
                  <a:pos x="5" y="6"/>
                </a:cxn>
                <a:cxn ang="0">
                  <a:pos x="5" y="9"/>
                </a:cxn>
                <a:cxn ang="0">
                  <a:pos x="4" y="11"/>
                </a:cxn>
                <a:cxn ang="0">
                  <a:pos x="3" y="12"/>
                </a:cxn>
                <a:cxn ang="0">
                  <a:pos x="2" y="12"/>
                </a:cxn>
                <a:cxn ang="0">
                  <a:pos x="2" y="11"/>
                </a:cxn>
                <a:cxn ang="0">
                  <a:pos x="2" y="9"/>
                </a:cxn>
                <a:cxn ang="0">
                  <a:pos x="0" y="9"/>
                </a:cxn>
                <a:cxn ang="0">
                  <a:pos x="0" y="9"/>
                </a:cxn>
                <a:cxn ang="0">
                  <a:pos x="1" y="6"/>
                </a:cxn>
                <a:cxn ang="0">
                  <a:pos x="3" y="4"/>
                </a:cxn>
                <a:cxn ang="0">
                  <a:pos x="6" y="2"/>
                </a:cxn>
                <a:cxn ang="0">
                  <a:pos x="8" y="1"/>
                </a:cxn>
                <a:cxn ang="0">
                  <a:pos x="9" y="0"/>
                </a:cxn>
                <a:cxn ang="0">
                  <a:pos x="10" y="1"/>
                </a:cxn>
                <a:cxn ang="0">
                  <a:pos x="9" y="3"/>
                </a:cxn>
                <a:cxn ang="0">
                  <a:pos x="7" y="4"/>
                </a:cxn>
                <a:cxn ang="0">
                  <a:pos x="7" y="5"/>
                </a:cxn>
              </a:cxnLst>
              <a:rect l="0" t="0" r="r" b="b"/>
              <a:pathLst>
                <a:path w="10" h="12">
                  <a:moveTo>
                    <a:pt x="7" y="5"/>
                  </a:moveTo>
                  <a:cubicBezTo>
                    <a:pt x="6" y="5"/>
                    <a:pt x="6" y="6"/>
                    <a:pt x="5" y="6"/>
                  </a:cubicBezTo>
                  <a:cubicBezTo>
                    <a:pt x="5" y="7"/>
                    <a:pt x="5" y="8"/>
                    <a:pt x="5" y="9"/>
                  </a:cubicBezTo>
                  <a:cubicBezTo>
                    <a:pt x="5" y="10"/>
                    <a:pt x="4" y="10"/>
                    <a:pt x="4" y="11"/>
                  </a:cubicBezTo>
                  <a:cubicBezTo>
                    <a:pt x="3" y="11"/>
                    <a:pt x="3" y="12"/>
                    <a:pt x="3" y="12"/>
                  </a:cubicBezTo>
                  <a:cubicBezTo>
                    <a:pt x="3" y="12"/>
                    <a:pt x="2" y="12"/>
                    <a:pt x="2" y="12"/>
                  </a:cubicBezTo>
                  <a:cubicBezTo>
                    <a:pt x="2" y="12"/>
                    <a:pt x="2" y="11"/>
                    <a:pt x="2" y="11"/>
                  </a:cubicBezTo>
                  <a:cubicBezTo>
                    <a:pt x="2" y="10"/>
                    <a:pt x="2" y="10"/>
                    <a:pt x="2" y="9"/>
                  </a:cubicBezTo>
                  <a:cubicBezTo>
                    <a:pt x="2" y="9"/>
                    <a:pt x="1" y="9"/>
                    <a:pt x="0" y="9"/>
                  </a:cubicBezTo>
                  <a:cubicBezTo>
                    <a:pt x="0" y="9"/>
                    <a:pt x="0" y="9"/>
                    <a:pt x="0" y="9"/>
                  </a:cubicBezTo>
                  <a:cubicBezTo>
                    <a:pt x="0" y="8"/>
                    <a:pt x="0" y="7"/>
                    <a:pt x="1" y="6"/>
                  </a:cubicBezTo>
                  <a:cubicBezTo>
                    <a:pt x="1" y="6"/>
                    <a:pt x="2" y="5"/>
                    <a:pt x="3" y="4"/>
                  </a:cubicBezTo>
                  <a:cubicBezTo>
                    <a:pt x="3" y="4"/>
                    <a:pt x="5" y="3"/>
                    <a:pt x="6" y="2"/>
                  </a:cubicBezTo>
                  <a:cubicBezTo>
                    <a:pt x="6" y="2"/>
                    <a:pt x="7" y="2"/>
                    <a:pt x="8" y="1"/>
                  </a:cubicBezTo>
                  <a:cubicBezTo>
                    <a:pt x="8" y="1"/>
                    <a:pt x="9" y="0"/>
                    <a:pt x="9" y="0"/>
                  </a:cubicBezTo>
                  <a:cubicBezTo>
                    <a:pt x="10" y="0"/>
                    <a:pt x="10" y="1"/>
                    <a:pt x="10" y="1"/>
                  </a:cubicBezTo>
                  <a:cubicBezTo>
                    <a:pt x="10" y="1"/>
                    <a:pt x="9" y="2"/>
                    <a:pt x="9" y="3"/>
                  </a:cubicBezTo>
                  <a:cubicBezTo>
                    <a:pt x="8" y="3"/>
                    <a:pt x="8" y="3"/>
                    <a:pt x="7" y="4"/>
                  </a:cubicBezTo>
                  <a:cubicBezTo>
                    <a:pt x="7" y="4"/>
                    <a:pt x="7" y="5"/>
                    <a:pt x="7"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3" name="Freeform 283"/>
            <p:cNvSpPr>
              <a:spLocks/>
            </p:cNvSpPr>
            <p:nvPr/>
          </p:nvSpPr>
          <p:spPr bwMode="auto">
            <a:xfrm>
              <a:off x="1112838" y="1728788"/>
              <a:ext cx="44450" cy="44450"/>
            </a:xfrm>
            <a:custGeom>
              <a:avLst/>
              <a:gdLst/>
              <a:ahLst/>
              <a:cxnLst>
                <a:cxn ang="0">
                  <a:pos x="17" y="12"/>
                </a:cxn>
                <a:cxn ang="0">
                  <a:pos x="13" y="15"/>
                </a:cxn>
                <a:cxn ang="0">
                  <a:pos x="8" y="19"/>
                </a:cxn>
                <a:cxn ang="0">
                  <a:pos x="6" y="20"/>
                </a:cxn>
                <a:cxn ang="0">
                  <a:pos x="3" y="22"/>
                </a:cxn>
                <a:cxn ang="0">
                  <a:pos x="1" y="24"/>
                </a:cxn>
                <a:cxn ang="0">
                  <a:pos x="0" y="23"/>
                </a:cxn>
                <a:cxn ang="0">
                  <a:pos x="1" y="22"/>
                </a:cxn>
                <a:cxn ang="0">
                  <a:pos x="2" y="20"/>
                </a:cxn>
                <a:cxn ang="0">
                  <a:pos x="5" y="18"/>
                </a:cxn>
                <a:cxn ang="0">
                  <a:pos x="5" y="16"/>
                </a:cxn>
                <a:cxn ang="0">
                  <a:pos x="4" y="14"/>
                </a:cxn>
                <a:cxn ang="0">
                  <a:pos x="4" y="14"/>
                </a:cxn>
                <a:cxn ang="0">
                  <a:pos x="6" y="14"/>
                </a:cxn>
                <a:cxn ang="0">
                  <a:pos x="7" y="14"/>
                </a:cxn>
                <a:cxn ang="0">
                  <a:pos x="11" y="14"/>
                </a:cxn>
                <a:cxn ang="0">
                  <a:pos x="15" y="11"/>
                </a:cxn>
                <a:cxn ang="0">
                  <a:pos x="16" y="7"/>
                </a:cxn>
                <a:cxn ang="0">
                  <a:pos x="18" y="5"/>
                </a:cxn>
                <a:cxn ang="0">
                  <a:pos x="19" y="4"/>
                </a:cxn>
                <a:cxn ang="0">
                  <a:pos x="19" y="2"/>
                </a:cxn>
                <a:cxn ang="0">
                  <a:pos x="18" y="2"/>
                </a:cxn>
                <a:cxn ang="0">
                  <a:pos x="18" y="0"/>
                </a:cxn>
                <a:cxn ang="0">
                  <a:pos x="20" y="0"/>
                </a:cxn>
                <a:cxn ang="0">
                  <a:pos x="21" y="1"/>
                </a:cxn>
                <a:cxn ang="0">
                  <a:pos x="22" y="1"/>
                </a:cxn>
                <a:cxn ang="0">
                  <a:pos x="23" y="0"/>
                </a:cxn>
                <a:cxn ang="0">
                  <a:pos x="24" y="1"/>
                </a:cxn>
                <a:cxn ang="0">
                  <a:pos x="24" y="3"/>
                </a:cxn>
                <a:cxn ang="0">
                  <a:pos x="22" y="6"/>
                </a:cxn>
                <a:cxn ang="0">
                  <a:pos x="19" y="9"/>
                </a:cxn>
                <a:cxn ang="0">
                  <a:pos x="17" y="12"/>
                </a:cxn>
              </a:cxnLst>
              <a:rect l="0" t="0" r="r" b="b"/>
              <a:pathLst>
                <a:path w="24" h="24">
                  <a:moveTo>
                    <a:pt x="17" y="12"/>
                  </a:moveTo>
                  <a:cubicBezTo>
                    <a:pt x="16" y="13"/>
                    <a:pt x="14" y="15"/>
                    <a:pt x="13" y="15"/>
                  </a:cubicBezTo>
                  <a:cubicBezTo>
                    <a:pt x="12" y="16"/>
                    <a:pt x="10" y="18"/>
                    <a:pt x="8" y="19"/>
                  </a:cubicBezTo>
                  <a:cubicBezTo>
                    <a:pt x="8" y="20"/>
                    <a:pt x="6" y="20"/>
                    <a:pt x="6" y="20"/>
                  </a:cubicBezTo>
                  <a:cubicBezTo>
                    <a:pt x="5" y="21"/>
                    <a:pt x="4" y="22"/>
                    <a:pt x="3" y="22"/>
                  </a:cubicBezTo>
                  <a:cubicBezTo>
                    <a:pt x="3" y="22"/>
                    <a:pt x="2" y="24"/>
                    <a:pt x="1" y="24"/>
                  </a:cubicBezTo>
                  <a:cubicBezTo>
                    <a:pt x="1" y="24"/>
                    <a:pt x="0" y="24"/>
                    <a:pt x="0" y="23"/>
                  </a:cubicBezTo>
                  <a:cubicBezTo>
                    <a:pt x="0" y="23"/>
                    <a:pt x="0" y="22"/>
                    <a:pt x="1" y="22"/>
                  </a:cubicBezTo>
                  <a:cubicBezTo>
                    <a:pt x="1" y="21"/>
                    <a:pt x="2" y="21"/>
                    <a:pt x="2" y="20"/>
                  </a:cubicBezTo>
                  <a:cubicBezTo>
                    <a:pt x="3" y="20"/>
                    <a:pt x="4" y="19"/>
                    <a:pt x="5" y="18"/>
                  </a:cubicBezTo>
                  <a:cubicBezTo>
                    <a:pt x="5" y="18"/>
                    <a:pt x="5" y="16"/>
                    <a:pt x="5" y="16"/>
                  </a:cubicBezTo>
                  <a:cubicBezTo>
                    <a:pt x="5" y="15"/>
                    <a:pt x="4" y="15"/>
                    <a:pt x="4" y="14"/>
                  </a:cubicBezTo>
                  <a:cubicBezTo>
                    <a:pt x="4" y="14"/>
                    <a:pt x="4" y="14"/>
                    <a:pt x="4" y="14"/>
                  </a:cubicBezTo>
                  <a:cubicBezTo>
                    <a:pt x="5" y="13"/>
                    <a:pt x="6" y="13"/>
                    <a:pt x="6" y="14"/>
                  </a:cubicBezTo>
                  <a:cubicBezTo>
                    <a:pt x="6" y="14"/>
                    <a:pt x="7" y="14"/>
                    <a:pt x="7" y="14"/>
                  </a:cubicBezTo>
                  <a:cubicBezTo>
                    <a:pt x="8" y="15"/>
                    <a:pt x="10" y="14"/>
                    <a:pt x="11" y="14"/>
                  </a:cubicBezTo>
                  <a:cubicBezTo>
                    <a:pt x="12" y="13"/>
                    <a:pt x="14" y="12"/>
                    <a:pt x="15" y="11"/>
                  </a:cubicBezTo>
                  <a:cubicBezTo>
                    <a:pt x="15" y="10"/>
                    <a:pt x="16" y="8"/>
                    <a:pt x="16" y="7"/>
                  </a:cubicBezTo>
                  <a:cubicBezTo>
                    <a:pt x="17" y="7"/>
                    <a:pt x="17" y="5"/>
                    <a:pt x="18" y="5"/>
                  </a:cubicBezTo>
                  <a:cubicBezTo>
                    <a:pt x="18" y="4"/>
                    <a:pt x="19" y="4"/>
                    <a:pt x="19" y="4"/>
                  </a:cubicBezTo>
                  <a:cubicBezTo>
                    <a:pt x="20" y="3"/>
                    <a:pt x="20" y="3"/>
                    <a:pt x="19" y="2"/>
                  </a:cubicBezTo>
                  <a:cubicBezTo>
                    <a:pt x="19" y="2"/>
                    <a:pt x="18" y="2"/>
                    <a:pt x="18" y="2"/>
                  </a:cubicBezTo>
                  <a:cubicBezTo>
                    <a:pt x="18" y="1"/>
                    <a:pt x="18" y="1"/>
                    <a:pt x="18" y="0"/>
                  </a:cubicBezTo>
                  <a:cubicBezTo>
                    <a:pt x="18" y="0"/>
                    <a:pt x="19" y="0"/>
                    <a:pt x="20" y="0"/>
                  </a:cubicBezTo>
                  <a:cubicBezTo>
                    <a:pt x="20" y="0"/>
                    <a:pt x="21" y="1"/>
                    <a:pt x="21" y="1"/>
                  </a:cubicBezTo>
                  <a:cubicBezTo>
                    <a:pt x="21" y="1"/>
                    <a:pt x="22" y="1"/>
                    <a:pt x="22" y="1"/>
                  </a:cubicBezTo>
                  <a:cubicBezTo>
                    <a:pt x="22" y="1"/>
                    <a:pt x="23" y="0"/>
                    <a:pt x="23" y="0"/>
                  </a:cubicBezTo>
                  <a:cubicBezTo>
                    <a:pt x="24" y="0"/>
                    <a:pt x="24" y="1"/>
                    <a:pt x="24" y="1"/>
                  </a:cubicBezTo>
                  <a:cubicBezTo>
                    <a:pt x="24" y="1"/>
                    <a:pt x="24" y="3"/>
                    <a:pt x="24" y="3"/>
                  </a:cubicBezTo>
                  <a:cubicBezTo>
                    <a:pt x="23" y="4"/>
                    <a:pt x="22" y="5"/>
                    <a:pt x="22" y="6"/>
                  </a:cubicBezTo>
                  <a:cubicBezTo>
                    <a:pt x="21" y="7"/>
                    <a:pt x="20" y="8"/>
                    <a:pt x="19" y="9"/>
                  </a:cubicBezTo>
                  <a:cubicBezTo>
                    <a:pt x="18" y="10"/>
                    <a:pt x="18" y="11"/>
                    <a:pt x="17" y="1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4" name="Freeform 284"/>
            <p:cNvSpPr>
              <a:spLocks/>
            </p:cNvSpPr>
            <p:nvPr/>
          </p:nvSpPr>
          <p:spPr bwMode="auto">
            <a:xfrm>
              <a:off x="1155701" y="1738313"/>
              <a:ext cx="6350" cy="4763"/>
            </a:xfrm>
            <a:custGeom>
              <a:avLst/>
              <a:gdLst/>
              <a:ahLst/>
              <a:cxnLst>
                <a:cxn ang="0">
                  <a:pos x="3" y="2"/>
                </a:cxn>
                <a:cxn ang="0">
                  <a:pos x="2" y="3"/>
                </a:cxn>
                <a:cxn ang="0">
                  <a:pos x="1" y="3"/>
                </a:cxn>
                <a:cxn ang="0">
                  <a:pos x="0" y="3"/>
                </a:cxn>
                <a:cxn ang="0">
                  <a:pos x="1" y="1"/>
                </a:cxn>
                <a:cxn ang="0">
                  <a:pos x="2" y="0"/>
                </a:cxn>
                <a:cxn ang="0">
                  <a:pos x="3" y="1"/>
                </a:cxn>
                <a:cxn ang="0">
                  <a:pos x="3" y="2"/>
                </a:cxn>
              </a:cxnLst>
              <a:rect l="0" t="0" r="r" b="b"/>
              <a:pathLst>
                <a:path w="3" h="3">
                  <a:moveTo>
                    <a:pt x="3" y="2"/>
                  </a:moveTo>
                  <a:cubicBezTo>
                    <a:pt x="3" y="2"/>
                    <a:pt x="2" y="2"/>
                    <a:pt x="2" y="3"/>
                  </a:cubicBezTo>
                  <a:cubicBezTo>
                    <a:pt x="2" y="3"/>
                    <a:pt x="1" y="3"/>
                    <a:pt x="1" y="3"/>
                  </a:cubicBezTo>
                  <a:cubicBezTo>
                    <a:pt x="1" y="3"/>
                    <a:pt x="0" y="3"/>
                    <a:pt x="0" y="3"/>
                  </a:cubicBezTo>
                  <a:cubicBezTo>
                    <a:pt x="0" y="2"/>
                    <a:pt x="0" y="1"/>
                    <a:pt x="1" y="1"/>
                  </a:cubicBezTo>
                  <a:cubicBezTo>
                    <a:pt x="1" y="1"/>
                    <a:pt x="2" y="0"/>
                    <a:pt x="2" y="0"/>
                  </a:cubicBezTo>
                  <a:cubicBezTo>
                    <a:pt x="2" y="0"/>
                    <a:pt x="3" y="1"/>
                    <a:pt x="3" y="1"/>
                  </a:cubicBezTo>
                  <a:cubicBezTo>
                    <a:pt x="3" y="1"/>
                    <a:pt x="3" y="2"/>
                    <a:pt x="3"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5" name="Freeform 285"/>
            <p:cNvSpPr>
              <a:spLocks/>
            </p:cNvSpPr>
            <p:nvPr/>
          </p:nvSpPr>
          <p:spPr bwMode="auto">
            <a:xfrm>
              <a:off x="922338" y="1684338"/>
              <a:ext cx="184150" cy="168275"/>
            </a:xfrm>
            <a:custGeom>
              <a:avLst/>
              <a:gdLst/>
              <a:ahLst/>
              <a:cxnLst>
                <a:cxn ang="0">
                  <a:pos x="94" y="51"/>
                </a:cxn>
                <a:cxn ang="0">
                  <a:pos x="86" y="44"/>
                </a:cxn>
                <a:cxn ang="0">
                  <a:pos x="80" y="36"/>
                </a:cxn>
                <a:cxn ang="0">
                  <a:pos x="76" y="35"/>
                </a:cxn>
                <a:cxn ang="0">
                  <a:pos x="71" y="32"/>
                </a:cxn>
                <a:cxn ang="0">
                  <a:pos x="63" y="31"/>
                </a:cxn>
                <a:cxn ang="0">
                  <a:pos x="56" y="27"/>
                </a:cxn>
                <a:cxn ang="0">
                  <a:pos x="47" y="11"/>
                </a:cxn>
                <a:cxn ang="0">
                  <a:pos x="41" y="3"/>
                </a:cxn>
                <a:cxn ang="0">
                  <a:pos x="35" y="0"/>
                </a:cxn>
                <a:cxn ang="0">
                  <a:pos x="27" y="3"/>
                </a:cxn>
                <a:cxn ang="0">
                  <a:pos x="24" y="9"/>
                </a:cxn>
                <a:cxn ang="0">
                  <a:pos x="27" y="16"/>
                </a:cxn>
                <a:cxn ang="0">
                  <a:pos x="19" y="8"/>
                </a:cxn>
                <a:cxn ang="0">
                  <a:pos x="13" y="11"/>
                </a:cxn>
                <a:cxn ang="0">
                  <a:pos x="10" y="15"/>
                </a:cxn>
                <a:cxn ang="0">
                  <a:pos x="16" y="17"/>
                </a:cxn>
                <a:cxn ang="0">
                  <a:pos x="12" y="22"/>
                </a:cxn>
                <a:cxn ang="0">
                  <a:pos x="9" y="28"/>
                </a:cxn>
                <a:cxn ang="0">
                  <a:pos x="27" y="30"/>
                </a:cxn>
                <a:cxn ang="0">
                  <a:pos x="36" y="39"/>
                </a:cxn>
                <a:cxn ang="0">
                  <a:pos x="45" y="42"/>
                </a:cxn>
                <a:cxn ang="0">
                  <a:pos x="50" y="40"/>
                </a:cxn>
                <a:cxn ang="0">
                  <a:pos x="43" y="46"/>
                </a:cxn>
                <a:cxn ang="0">
                  <a:pos x="32" y="50"/>
                </a:cxn>
                <a:cxn ang="0">
                  <a:pos x="28" y="57"/>
                </a:cxn>
                <a:cxn ang="0">
                  <a:pos x="24" y="67"/>
                </a:cxn>
                <a:cxn ang="0">
                  <a:pos x="38" y="66"/>
                </a:cxn>
                <a:cxn ang="0">
                  <a:pos x="48" y="62"/>
                </a:cxn>
                <a:cxn ang="0">
                  <a:pos x="46" y="67"/>
                </a:cxn>
                <a:cxn ang="0">
                  <a:pos x="36" y="71"/>
                </a:cxn>
                <a:cxn ang="0">
                  <a:pos x="24" y="74"/>
                </a:cxn>
                <a:cxn ang="0">
                  <a:pos x="16" y="72"/>
                </a:cxn>
                <a:cxn ang="0">
                  <a:pos x="18" y="79"/>
                </a:cxn>
                <a:cxn ang="0">
                  <a:pos x="12" y="78"/>
                </a:cxn>
                <a:cxn ang="0">
                  <a:pos x="14" y="74"/>
                </a:cxn>
                <a:cxn ang="0">
                  <a:pos x="1" y="73"/>
                </a:cxn>
                <a:cxn ang="0">
                  <a:pos x="4" y="85"/>
                </a:cxn>
                <a:cxn ang="0">
                  <a:pos x="11" y="88"/>
                </a:cxn>
                <a:cxn ang="0">
                  <a:pos x="16" y="89"/>
                </a:cxn>
                <a:cxn ang="0">
                  <a:pos x="19" y="86"/>
                </a:cxn>
                <a:cxn ang="0">
                  <a:pos x="30" y="85"/>
                </a:cxn>
                <a:cxn ang="0">
                  <a:pos x="44" y="84"/>
                </a:cxn>
                <a:cxn ang="0">
                  <a:pos x="53" y="80"/>
                </a:cxn>
                <a:cxn ang="0">
                  <a:pos x="63" y="73"/>
                </a:cxn>
                <a:cxn ang="0">
                  <a:pos x="66" y="77"/>
                </a:cxn>
                <a:cxn ang="0">
                  <a:pos x="68" y="81"/>
                </a:cxn>
                <a:cxn ang="0">
                  <a:pos x="74" y="80"/>
                </a:cxn>
                <a:cxn ang="0">
                  <a:pos x="89" y="69"/>
                </a:cxn>
                <a:cxn ang="0">
                  <a:pos x="84" y="67"/>
                </a:cxn>
                <a:cxn ang="0">
                  <a:pos x="77" y="68"/>
                </a:cxn>
                <a:cxn ang="0">
                  <a:pos x="82" y="63"/>
                </a:cxn>
                <a:cxn ang="0">
                  <a:pos x="87" y="61"/>
                </a:cxn>
                <a:cxn ang="0">
                  <a:pos x="90" y="61"/>
                </a:cxn>
                <a:cxn ang="0">
                  <a:pos x="94" y="65"/>
                </a:cxn>
                <a:cxn ang="0">
                  <a:pos x="94" y="56"/>
                </a:cxn>
                <a:cxn ang="0">
                  <a:pos x="96" y="56"/>
                </a:cxn>
                <a:cxn ang="0">
                  <a:pos x="96" y="49"/>
                </a:cxn>
              </a:cxnLst>
              <a:rect l="0" t="0" r="r" b="b"/>
              <a:pathLst>
                <a:path w="98" h="90">
                  <a:moveTo>
                    <a:pt x="96" y="49"/>
                  </a:moveTo>
                  <a:cubicBezTo>
                    <a:pt x="96" y="49"/>
                    <a:pt x="95" y="49"/>
                    <a:pt x="95" y="49"/>
                  </a:cubicBezTo>
                  <a:cubicBezTo>
                    <a:pt x="95" y="50"/>
                    <a:pt x="95" y="51"/>
                    <a:pt x="95" y="51"/>
                  </a:cubicBezTo>
                  <a:cubicBezTo>
                    <a:pt x="94" y="51"/>
                    <a:pt x="94" y="51"/>
                    <a:pt x="94" y="51"/>
                  </a:cubicBezTo>
                  <a:cubicBezTo>
                    <a:pt x="93" y="51"/>
                    <a:pt x="93" y="49"/>
                    <a:pt x="93" y="49"/>
                  </a:cubicBezTo>
                  <a:cubicBezTo>
                    <a:pt x="93" y="48"/>
                    <a:pt x="92" y="47"/>
                    <a:pt x="92" y="47"/>
                  </a:cubicBezTo>
                  <a:cubicBezTo>
                    <a:pt x="91" y="46"/>
                    <a:pt x="90" y="44"/>
                    <a:pt x="89" y="44"/>
                  </a:cubicBezTo>
                  <a:cubicBezTo>
                    <a:pt x="88" y="44"/>
                    <a:pt x="87" y="44"/>
                    <a:pt x="86" y="44"/>
                  </a:cubicBezTo>
                  <a:cubicBezTo>
                    <a:pt x="86" y="44"/>
                    <a:pt x="84" y="44"/>
                    <a:pt x="83" y="44"/>
                  </a:cubicBezTo>
                  <a:cubicBezTo>
                    <a:pt x="83" y="43"/>
                    <a:pt x="82" y="42"/>
                    <a:pt x="82" y="42"/>
                  </a:cubicBezTo>
                  <a:cubicBezTo>
                    <a:pt x="82" y="41"/>
                    <a:pt x="81" y="39"/>
                    <a:pt x="81" y="39"/>
                  </a:cubicBezTo>
                  <a:cubicBezTo>
                    <a:pt x="81" y="38"/>
                    <a:pt x="81" y="37"/>
                    <a:pt x="80" y="36"/>
                  </a:cubicBezTo>
                  <a:cubicBezTo>
                    <a:pt x="80" y="36"/>
                    <a:pt x="80" y="35"/>
                    <a:pt x="80" y="34"/>
                  </a:cubicBezTo>
                  <a:cubicBezTo>
                    <a:pt x="79" y="34"/>
                    <a:pt x="78" y="33"/>
                    <a:pt x="77" y="33"/>
                  </a:cubicBezTo>
                  <a:cubicBezTo>
                    <a:pt x="76" y="33"/>
                    <a:pt x="76" y="33"/>
                    <a:pt x="76" y="34"/>
                  </a:cubicBezTo>
                  <a:cubicBezTo>
                    <a:pt x="76" y="34"/>
                    <a:pt x="76" y="35"/>
                    <a:pt x="76" y="35"/>
                  </a:cubicBezTo>
                  <a:cubicBezTo>
                    <a:pt x="76" y="35"/>
                    <a:pt x="75" y="36"/>
                    <a:pt x="75" y="36"/>
                  </a:cubicBezTo>
                  <a:cubicBezTo>
                    <a:pt x="74" y="36"/>
                    <a:pt x="74" y="35"/>
                    <a:pt x="73" y="35"/>
                  </a:cubicBezTo>
                  <a:cubicBezTo>
                    <a:pt x="73" y="35"/>
                    <a:pt x="73" y="33"/>
                    <a:pt x="73" y="33"/>
                  </a:cubicBezTo>
                  <a:cubicBezTo>
                    <a:pt x="72" y="32"/>
                    <a:pt x="71" y="32"/>
                    <a:pt x="71" y="32"/>
                  </a:cubicBezTo>
                  <a:cubicBezTo>
                    <a:pt x="70" y="32"/>
                    <a:pt x="69" y="32"/>
                    <a:pt x="69" y="32"/>
                  </a:cubicBezTo>
                  <a:cubicBezTo>
                    <a:pt x="68" y="32"/>
                    <a:pt x="67" y="31"/>
                    <a:pt x="66" y="31"/>
                  </a:cubicBezTo>
                  <a:cubicBezTo>
                    <a:pt x="65" y="31"/>
                    <a:pt x="64" y="30"/>
                    <a:pt x="63" y="30"/>
                  </a:cubicBezTo>
                  <a:cubicBezTo>
                    <a:pt x="63" y="30"/>
                    <a:pt x="63" y="31"/>
                    <a:pt x="63" y="31"/>
                  </a:cubicBezTo>
                  <a:cubicBezTo>
                    <a:pt x="63" y="31"/>
                    <a:pt x="62" y="32"/>
                    <a:pt x="62" y="32"/>
                  </a:cubicBezTo>
                  <a:cubicBezTo>
                    <a:pt x="62" y="32"/>
                    <a:pt x="61" y="33"/>
                    <a:pt x="60" y="33"/>
                  </a:cubicBezTo>
                  <a:cubicBezTo>
                    <a:pt x="59" y="33"/>
                    <a:pt x="58" y="31"/>
                    <a:pt x="58" y="30"/>
                  </a:cubicBezTo>
                  <a:cubicBezTo>
                    <a:pt x="57" y="29"/>
                    <a:pt x="57" y="28"/>
                    <a:pt x="56" y="27"/>
                  </a:cubicBezTo>
                  <a:cubicBezTo>
                    <a:pt x="56" y="26"/>
                    <a:pt x="55" y="23"/>
                    <a:pt x="54" y="22"/>
                  </a:cubicBezTo>
                  <a:cubicBezTo>
                    <a:pt x="54" y="21"/>
                    <a:pt x="53" y="19"/>
                    <a:pt x="52" y="18"/>
                  </a:cubicBezTo>
                  <a:cubicBezTo>
                    <a:pt x="52" y="17"/>
                    <a:pt x="50" y="15"/>
                    <a:pt x="50" y="14"/>
                  </a:cubicBezTo>
                  <a:cubicBezTo>
                    <a:pt x="49" y="13"/>
                    <a:pt x="47" y="12"/>
                    <a:pt x="47" y="11"/>
                  </a:cubicBezTo>
                  <a:cubicBezTo>
                    <a:pt x="46" y="11"/>
                    <a:pt x="45" y="10"/>
                    <a:pt x="45" y="10"/>
                  </a:cubicBezTo>
                  <a:cubicBezTo>
                    <a:pt x="44" y="9"/>
                    <a:pt x="44" y="8"/>
                    <a:pt x="44" y="7"/>
                  </a:cubicBezTo>
                  <a:cubicBezTo>
                    <a:pt x="44" y="6"/>
                    <a:pt x="44" y="5"/>
                    <a:pt x="44" y="5"/>
                  </a:cubicBezTo>
                  <a:cubicBezTo>
                    <a:pt x="43" y="4"/>
                    <a:pt x="42" y="4"/>
                    <a:pt x="41" y="3"/>
                  </a:cubicBezTo>
                  <a:cubicBezTo>
                    <a:pt x="41" y="3"/>
                    <a:pt x="39" y="4"/>
                    <a:pt x="39" y="4"/>
                  </a:cubicBezTo>
                  <a:cubicBezTo>
                    <a:pt x="38" y="4"/>
                    <a:pt x="38" y="3"/>
                    <a:pt x="37" y="3"/>
                  </a:cubicBezTo>
                  <a:cubicBezTo>
                    <a:pt x="37" y="2"/>
                    <a:pt x="38" y="1"/>
                    <a:pt x="37" y="0"/>
                  </a:cubicBezTo>
                  <a:cubicBezTo>
                    <a:pt x="37" y="0"/>
                    <a:pt x="36" y="0"/>
                    <a:pt x="35" y="0"/>
                  </a:cubicBezTo>
                  <a:cubicBezTo>
                    <a:pt x="35" y="0"/>
                    <a:pt x="33" y="1"/>
                    <a:pt x="32" y="1"/>
                  </a:cubicBezTo>
                  <a:cubicBezTo>
                    <a:pt x="32" y="1"/>
                    <a:pt x="31" y="2"/>
                    <a:pt x="30" y="2"/>
                  </a:cubicBezTo>
                  <a:cubicBezTo>
                    <a:pt x="30" y="2"/>
                    <a:pt x="29" y="3"/>
                    <a:pt x="29" y="3"/>
                  </a:cubicBezTo>
                  <a:cubicBezTo>
                    <a:pt x="28" y="3"/>
                    <a:pt x="27" y="3"/>
                    <a:pt x="27" y="3"/>
                  </a:cubicBezTo>
                  <a:cubicBezTo>
                    <a:pt x="26" y="3"/>
                    <a:pt x="25" y="3"/>
                    <a:pt x="25" y="3"/>
                  </a:cubicBezTo>
                  <a:cubicBezTo>
                    <a:pt x="24" y="3"/>
                    <a:pt x="24" y="4"/>
                    <a:pt x="23" y="4"/>
                  </a:cubicBezTo>
                  <a:cubicBezTo>
                    <a:pt x="23" y="5"/>
                    <a:pt x="23" y="6"/>
                    <a:pt x="23" y="7"/>
                  </a:cubicBezTo>
                  <a:cubicBezTo>
                    <a:pt x="23" y="8"/>
                    <a:pt x="24" y="9"/>
                    <a:pt x="24" y="9"/>
                  </a:cubicBezTo>
                  <a:cubicBezTo>
                    <a:pt x="24" y="10"/>
                    <a:pt x="24" y="11"/>
                    <a:pt x="25" y="12"/>
                  </a:cubicBezTo>
                  <a:cubicBezTo>
                    <a:pt x="25" y="12"/>
                    <a:pt x="26" y="13"/>
                    <a:pt x="26" y="14"/>
                  </a:cubicBezTo>
                  <a:cubicBezTo>
                    <a:pt x="27" y="14"/>
                    <a:pt x="27" y="15"/>
                    <a:pt x="27" y="15"/>
                  </a:cubicBezTo>
                  <a:cubicBezTo>
                    <a:pt x="27" y="15"/>
                    <a:pt x="27" y="16"/>
                    <a:pt x="27" y="16"/>
                  </a:cubicBezTo>
                  <a:cubicBezTo>
                    <a:pt x="26" y="16"/>
                    <a:pt x="25" y="15"/>
                    <a:pt x="24" y="14"/>
                  </a:cubicBezTo>
                  <a:cubicBezTo>
                    <a:pt x="24" y="14"/>
                    <a:pt x="23" y="13"/>
                    <a:pt x="23" y="12"/>
                  </a:cubicBezTo>
                  <a:cubicBezTo>
                    <a:pt x="22" y="11"/>
                    <a:pt x="22" y="10"/>
                    <a:pt x="21" y="10"/>
                  </a:cubicBezTo>
                  <a:cubicBezTo>
                    <a:pt x="21" y="9"/>
                    <a:pt x="20" y="8"/>
                    <a:pt x="19" y="8"/>
                  </a:cubicBezTo>
                  <a:cubicBezTo>
                    <a:pt x="19" y="8"/>
                    <a:pt x="18" y="8"/>
                    <a:pt x="18" y="8"/>
                  </a:cubicBezTo>
                  <a:cubicBezTo>
                    <a:pt x="18" y="8"/>
                    <a:pt x="17" y="9"/>
                    <a:pt x="17" y="10"/>
                  </a:cubicBezTo>
                  <a:cubicBezTo>
                    <a:pt x="17" y="10"/>
                    <a:pt x="16" y="11"/>
                    <a:pt x="15" y="11"/>
                  </a:cubicBezTo>
                  <a:cubicBezTo>
                    <a:pt x="15" y="11"/>
                    <a:pt x="13" y="11"/>
                    <a:pt x="13" y="11"/>
                  </a:cubicBezTo>
                  <a:cubicBezTo>
                    <a:pt x="12" y="11"/>
                    <a:pt x="12" y="10"/>
                    <a:pt x="12" y="10"/>
                  </a:cubicBezTo>
                  <a:cubicBezTo>
                    <a:pt x="11" y="9"/>
                    <a:pt x="11" y="9"/>
                    <a:pt x="10" y="9"/>
                  </a:cubicBezTo>
                  <a:cubicBezTo>
                    <a:pt x="10" y="10"/>
                    <a:pt x="9" y="11"/>
                    <a:pt x="9" y="11"/>
                  </a:cubicBezTo>
                  <a:cubicBezTo>
                    <a:pt x="9" y="12"/>
                    <a:pt x="10" y="14"/>
                    <a:pt x="10" y="15"/>
                  </a:cubicBezTo>
                  <a:cubicBezTo>
                    <a:pt x="10" y="15"/>
                    <a:pt x="11" y="17"/>
                    <a:pt x="11" y="18"/>
                  </a:cubicBezTo>
                  <a:cubicBezTo>
                    <a:pt x="12" y="18"/>
                    <a:pt x="12" y="18"/>
                    <a:pt x="13" y="18"/>
                  </a:cubicBezTo>
                  <a:cubicBezTo>
                    <a:pt x="13" y="18"/>
                    <a:pt x="14" y="18"/>
                    <a:pt x="14" y="17"/>
                  </a:cubicBezTo>
                  <a:cubicBezTo>
                    <a:pt x="15" y="17"/>
                    <a:pt x="16" y="17"/>
                    <a:pt x="16" y="17"/>
                  </a:cubicBezTo>
                  <a:cubicBezTo>
                    <a:pt x="16" y="18"/>
                    <a:pt x="16" y="18"/>
                    <a:pt x="15" y="18"/>
                  </a:cubicBezTo>
                  <a:cubicBezTo>
                    <a:pt x="15" y="19"/>
                    <a:pt x="14" y="19"/>
                    <a:pt x="14" y="19"/>
                  </a:cubicBezTo>
                  <a:cubicBezTo>
                    <a:pt x="13" y="19"/>
                    <a:pt x="13" y="20"/>
                    <a:pt x="13" y="21"/>
                  </a:cubicBezTo>
                  <a:cubicBezTo>
                    <a:pt x="13" y="21"/>
                    <a:pt x="12" y="22"/>
                    <a:pt x="12" y="22"/>
                  </a:cubicBezTo>
                  <a:cubicBezTo>
                    <a:pt x="11" y="23"/>
                    <a:pt x="10" y="23"/>
                    <a:pt x="9" y="23"/>
                  </a:cubicBezTo>
                  <a:cubicBezTo>
                    <a:pt x="9" y="24"/>
                    <a:pt x="8" y="24"/>
                    <a:pt x="8" y="24"/>
                  </a:cubicBezTo>
                  <a:cubicBezTo>
                    <a:pt x="8" y="25"/>
                    <a:pt x="7" y="25"/>
                    <a:pt x="7" y="26"/>
                  </a:cubicBezTo>
                  <a:cubicBezTo>
                    <a:pt x="7" y="26"/>
                    <a:pt x="8" y="28"/>
                    <a:pt x="9" y="28"/>
                  </a:cubicBezTo>
                  <a:cubicBezTo>
                    <a:pt x="10" y="29"/>
                    <a:pt x="12" y="30"/>
                    <a:pt x="13" y="30"/>
                  </a:cubicBezTo>
                  <a:cubicBezTo>
                    <a:pt x="15" y="31"/>
                    <a:pt x="18" y="31"/>
                    <a:pt x="18" y="31"/>
                  </a:cubicBezTo>
                  <a:cubicBezTo>
                    <a:pt x="18" y="31"/>
                    <a:pt x="22" y="30"/>
                    <a:pt x="23" y="30"/>
                  </a:cubicBezTo>
                  <a:cubicBezTo>
                    <a:pt x="24" y="29"/>
                    <a:pt x="26" y="29"/>
                    <a:pt x="27" y="30"/>
                  </a:cubicBezTo>
                  <a:cubicBezTo>
                    <a:pt x="28" y="30"/>
                    <a:pt x="29" y="31"/>
                    <a:pt x="30" y="32"/>
                  </a:cubicBezTo>
                  <a:cubicBezTo>
                    <a:pt x="31" y="32"/>
                    <a:pt x="32" y="34"/>
                    <a:pt x="33" y="34"/>
                  </a:cubicBezTo>
                  <a:cubicBezTo>
                    <a:pt x="33" y="35"/>
                    <a:pt x="35" y="36"/>
                    <a:pt x="35" y="37"/>
                  </a:cubicBezTo>
                  <a:cubicBezTo>
                    <a:pt x="35" y="38"/>
                    <a:pt x="36" y="39"/>
                    <a:pt x="36" y="39"/>
                  </a:cubicBezTo>
                  <a:cubicBezTo>
                    <a:pt x="36" y="40"/>
                    <a:pt x="36" y="42"/>
                    <a:pt x="37" y="42"/>
                  </a:cubicBezTo>
                  <a:cubicBezTo>
                    <a:pt x="37" y="43"/>
                    <a:pt x="38" y="43"/>
                    <a:pt x="39" y="44"/>
                  </a:cubicBezTo>
                  <a:cubicBezTo>
                    <a:pt x="40" y="44"/>
                    <a:pt x="41" y="44"/>
                    <a:pt x="42" y="44"/>
                  </a:cubicBezTo>
                  <a:cubicBezTo>
                    <a:pt x="43" y="43"/>
                    <a:pt x="45" y="42"/>
                    <a:pt x="45" y="42"/>
                  </a:cubicBezTo>
                  <a:cubicBezTo>
                    <a:pt x="46" y="41"/>
                    <a:pt x="47" y="40"/>
                    <a:pt x="48" y="40"/>
                  </a:cubicBezTo>
                  <a:cubicBezTo>
                    <a:pt x="48" y="39"/>
                    <a:pt x="49" y="39"/>
                    <a:pt x="49" y="39"/>
                  </a:cubicBezTo>
                  <a:cubicBezTo>
                    <a:pt x="50" y="39"/>
                    <a:pt x="51" y="39"/>
                    <a:pt x="51" y="39"/>
                  </a:cubicBezTo>
                  <a:cubicBezTo>
                    <a:pt x="51" y="40"/>
                    <a:pt x="50" y="40"/>
                    <a:pt x="50" y="40"/>
                  </a:cubicBezTo>
                  <a:cubicBezTo>
                    <a:pt x="50" y="41"/>
                    <a:pt x="49" y="42"/>
                    <a:pt x="49" y="42"/>
                  </a:cubicBezTo>
                  <a:cubicBezTo>
                    <a:pt x="49" y="43"/>
                    <a:pt x="48" y="43"/>
                    <a:pt x="47" y="44"/>
                  </a:cubicBezTo>
                  <a:cubicBezTo>
                    <a:pt x="47" y="44"/>
                    <a:pt x="46" y="45"/>
                    <a:pt x="46" y="45"/>
                  </a:cubicBezTo>
                  <a:cubicBezTo>
                    <a:pt x="45" y="45"/>
                    <a:pt x="44" y="46"/>
                    <a:pt x="43" y="46"/>
                  </a:cubicBezTo>
                  <a:cubicBezTo>
                    <a:pt x="43" y="46"/>
                    <a:pt x="41" y="46"/>
                    <a:pt x="40" y="46"/>
                  </a:cubicBezTo>
                  <a:cubicBezTo>
                    <a:pt x="39" y="46"/>
                    <a:pt x="37" y="46"/>
                    <a:pt x="36" y="46"/>
                  </a:cubicBezTo>
                  <a:cubicBezTo>
                    <a:pt x="36" y="46"/>
                    <a:pt x="35" y="47"/>
                    <a:pt x="34" y="48"/>
                  </a:cubicBezTo>
                  <a:cubicBezTo>
                    <a:pt x="34" y="48"/>
                    <a:pt x="32" y="49"/>
                    <a:pt x="32" y="50"/>
                  </a:cubicBezTo>
                  <a:cubicBezTo>
                    <a:pt x="32" y="50"/>
                    <a:pt x="32" y="51"/>
                    <a:pt x="32" y="52"/>
                  </a:cubicBezTo>
                  <a:cubicBezTo>
                    <a:pt x="31" y="52"/>
                    <a:pt x="31" y="54"/>
                    <a:pt x="31" y="54"/>
                  </a:cubicBezTo>
                  <a:cubicBezTo>
                    <a:pt x="31" y="55"/>
                    <a:pt x="30" y="55"/>
                    <a:pt x="30" y="55"/>
                  </a:cubicBezTo>
                  <a:cubicBezTo>
                    <a:pt x="29" y="56"/>
                    <a:pt x="28" y="57"/>
                    <a:pt x="28" y="57"/>
                  </a:cubicBezTo>
                  <a:cubicBezTo>
                    <a:pt x="27" y="58"/>
                    <a:pt x="25" y="59"/>
                    <a:pt x="24" y="60"/>
                  </a:cubicBezTo>
                  <a:cubicBezTo>
                    <a:pt x="24" y="61"/>
                    <a:pt x="23" y="62"/>
                    <a:pt x="23" y="63"/>
                  </a:cubicBezTo>
                  <a:cubicBezTo>
                    <a:pt x="23" y="63"/>
                    <a:pt x="23" y="64"/>
                    <a:pt x="23" y="65"/>
                  </a:cubicBezTo>
                  <a:cubicBezTo>
                    <a:pt x="23" y="65"/>
                    <a:pt x="23" y="67"/>
                    <a:pt x="24" y="67"/>
                  </a:cubicBezTo>
                  <a:cubicBezTo>
                    <a:pt x="24" y="68"/>
                    <a:pt x="26" y="68"/>
                    <a:pt x="26" y="68"/>
                  </a:cubicBezTo>
                  <a:cubicBezTo>
                    <a:pt x="27" y="69"/>
                    <a:pt x="29" y="68"/>
                    <a:pt x="30" y="68"/>
                  </a:cubicBezTo>
                  <a:cubicBezTo>
                    <a:pt x="31" y="68"/>
                    <a:pt x="33" y="67"/>
                    <a:pt x="35" y="67"/>
                  </a:cubicBezTo>
                  <a:cubicBezTo>
                    <a:pt x="35" y="66"/>
                    <a:pt x="37" y="67"/>
                    <a:pt x="38" y="66"/>
                  </a:cubicBezTo>
                  <a:cubicBezTo>
                    <a:pt x="39" y="66"/>
                    <a:pt x="40" y="65"/>
                    <a:pt x="41" y="64"/>
                  </a:cubicBezTo>
                  <a:cubicBezTo>
                    <a:pt x="41" y="64"/>
                    <a:pt x="43" y="63"/>
                    <a:pt x="43" y="63"/>
                  </a:cubicBezTo>
                  <a:cubicBezTo>
                    <a:pt x="44" y="63"/>
                    <a:pt x="45" y="62"/>
                    <a:pt x="46" y="62"/>
                  </a:cubicBezTo>
                  <a:cubicBezTo>
                    <a:pt x="46" y="62"/>
                    <a:pt x="47" y="62"/>
                    <a:pt x="48" y="62"/>
                  </a:cubicBezTo>
                  <a:cubicBezTo>
                    <a:pt x="49" y="62"/>
                    <a:pt x="51" y="62"/>
                    <a:pt x="51" y="62"/>
                  </a:cubicBezTo>
                  <a:cubicBezTo>
                    <a:pt x="51" y="63"/>
                    <a:pt x="50" y="63"/>
                    <a:pt x="50" y="64"/>
                  </a:cubicBezTo>
                  <a:cubicBezTo>
                    <a:pt x="49" y="64"/>
                    <a:pt x="48" y="65"/>
                    <a:pt x="47" y="66"/>
                  </a:cubicBezTo>
                  <a:cubicBezTo>
                    <a:pt x="47" y="66"/>
                    <a:pt x="46" y="67"/>
                    <a:pt x="46" y="67"/>
                  </a:cubicBezTo>
                  <a:cubicBezTo>
                    <a:pt x="46" y="68"/>
                    <a:pt x="45" y="68"/>
                    <a:pt x="44" y="68"/>
                  </a:cubicBezTo>
                  <a:cubicBezTo>
                    <a:pt x="43" y="68"/>
                    <a:pt x="41" y="69"/>
                    <a:pt x="40" y="69"/>
                  </a:cubicBezTo>
                  <a:cubicBezTo>
                    <a:pt x="39" y="69"/>
                    <a:pt x="38" y="70"/>
                    <a:pt x="38" y="71"/>
                  </a:cubicBezTo>
                  <a:cubicBezTo>
                    <a:pt x="37" y="71"/>
                    <a:pt x="36" y="70"/>
                    <a:pt x="36" y="71"/>
                  </a:cubicBezTo>
                  <a:cubicBezTo>
                    <a:pt x="35" y="71"/>
                    <a:pt x="33" y="71"/>
                    <a:pt x="32" y="71"/>
                  </a:cubicBezTo>
                  <a:cubicBezTo>
                    <a:pt x="31" y="71"/>
                    <a:pt x="30" y="72"/>
                    <a:pt x="29" y="73"/>
                  </a:cubicBezTo>
                  <a:cubicBezTo>
                    <a:pt x="29" y="73"/>
                    <a:pt x="27" y="72"/>
                    <a:pt x="26" y="73"/>
                  </a:cubicBezTo>
                  <a:cubicBezTo>
                    <a:pt x="26" y="73"/>
                    <a:pt x="25" y="73"/>
                    <a:pt x="24" y="74"/>
                  </a:cubicBezTo>
                  <a:cubicBezTo>
                    <a:pt x="24" y="74"/>
                    <a:pt x="23" y="74"/>
                    <a:pt x="22" y="74"/>
                  </a:cubicBezTo>
                  <a:cubicBezTo>
                    <a:pt x="21" y="74"/>
                    <a:pt x="20" y="73"/>
                    <a:pt x="20" y="73"/>
                  </a:cubicBezTo>
                  <a:cubicBezTo>
                    <a:pt x="19" y="73"/>
                    <a:pt x="19" y="72"/>
                    <a:pt x="18" y="72"/>
                  </a:cubicBezTo>
                  <a:cubicBezTo>
                    <a:pt x="18" y="72"/>
                    <a:pt x="16" y="71"/>
                    <a:pt x="16" y="72"/>
                  </a:cubicBezTo>
                  <a:cubicBezTo>
                    <a:pt x="16" y="72"/>
                    <a:pt x="16" y="73"/>
                    <a:pt x="16" y="74"/>
                  </a:cubicBezTo>
                  <a:cubicBezTo>
                    <a:pt x="16" y="74"/>
                    <a:pt x="17" y="75"/>
                    <a:pt x="17" y="76"/>
                  </a:cubicBezTo>
                  <a:cubicBezTo>
                    <a:pt x="17" y="76"/>
                    <a:pt x="18" y="77"/>
                    <a:pt x="18" y="78"/>
                  </a:cubicBezTo>
                  <a:cubicBezTo>
                    <a:pt x="19" y="78"/>
                    <a:pt x="19" y="79"/>
                    <a:pt x="18" y="79"/>
                  </a:cubicBezTo>
                  <a:cubicBezTo>
                    <a:pt x="18" y="79"/>
                    <a:pt x="18" y="80"/>
                    <a:pt x="18" y="80"/>
                  </a:cubicBezTo>
                  <a:cubicBezTo>
                    <a:pt x="17" y="80"/>
                    <a:pt x="16" y="79"/>
                    <a:pt x="16" y="79"/>
                  </a:cubicBezTo>
                  <a:cubicBezTo>
                    <a:pt x="15" y="79"/>
                    <a:pt x="14" y="79"/>
                    <a:pt x="14" y="79"/>
                  </a:cubicBezTo>
                  <a:cubicBezTo>
                    <a:pt x="13" y="79"/>
                    <a:pt x="12" y="78"/>
                    <a:pt x="12" y="78"/>
                  </a:cubicBezTo>
                  <a:cubicBezTo>
                    <a:pt x="12" y="78"/>
                    <a:pt x="11" y="77"/>
                    <a:pt x="11" y="77"/>
                  </a:cubicBezTo>
                  <a:cubicBezTo>
                    <a:pt x="12" y="76"/>
                    <a:pt x="13" y="77"/>
                    <a:pt x="13" y="77"/>
                  </a:cubicBezTo>
                  <a:cubicBezTo>
                    <a:pt x="13" y="77"/>
                    <a:pt x="14" y="76"/>
                    <a:pt x="14" y="76"/>
                  </a:cubicBezTo>
                  <a:cubicBezTo>
                    <a:pt x="14" y="76"/>
                    <a:pt x="14" y="75"/>
                    <a:pt x="14" y="74"/>
                  </a:cubicBezTo>
                  <a:cubicBezTo>
                    <a:pt x="14" y="73"/>
                    <a:pt x="13" y="72"/>
                    <a:pt x="13" y="71"/>
                  </a:cubicBezTo>
                  <a:cubicBezTo>
                    <a:pt x="12" y="71"/>
                    <a:pt x="10" y="70"/>
                    <a:pt x="9" y="70"/>
                  </a:cubicBezTo>
                  <a:cubicBezTo>
                    <a:pt x="8" y="70"/>
                    <a:pt x="6" y="71"/>
                    <a:pt x="5" y="71"/>
                  </a:cubicBezTo>
                  <a:cubicBezTo>
                    <a:pt x="4" y="71"/>
                    <a:pt x="2" y="72"/>
                    <a:pt x="1" y="73"/>
                  </a:cubicBezTo>
                  <a:cubicBezTo>
                    <a:pt x="1" y="74"/>
                    <a:pt x="0" y="76"/>
                    <a:pt x="0" y="77"/>
                  </a:cubicBezTo>
                  <a:cubicBezTo>
                    <a:pt x="0" y="77"/>
                    <a:pt x="1" y="79"/>
                    <a:pt x="1" y="79"/>
                  </a:cubicBezTo>
                  <a:cubicBezTo>
                    <a:pt x="2" y="80"/>
                    <a:pt x="3" y="82"/>
                    <a:pt x="3" y="82"/>
                  </a:cubicBezTo>
                  <a:cubicBezTo>
                    <a:pt x="4" y="83"/>
                    <a:pt x="3" y="85"/>
                    <a:pt x="4" y="85"/>
                  </a:cubicBezTo>
                  <a:cubicBezTo>
                    <a:pt x="4" y="86"/>
                    <a:pt x="5" y="85"/>
                    <a:pt x="6" y="86"/>
                  </a:cubicBezTo>
                  <a:cubicBezTo>
                    <a:pt x="6" y="86"/>
                    <a:pt x="6" y="87"/>
                    <a:pt x="6" y="87"/>
                  </a:cubicBezTo>
                  <a:cubicBezTo>
                    <a:pt x="7" y="88"/>
                    <a:pt x="8" y="88"/>
                    <a:pt x="8" y="88"/>
                  </a:cubicBezTo>
                  <a:cubicBezTo>
                    <a:pt x="9" y="88"/>
                    <a:pt x="10" y="88"/>
                    <a:pt x="11" y="88"/>
                  </a:cubicBezTo>
                  <a:cubicBezTo>
                    <a:pt x="12" y="88"/>
                    <a:pt x="13" y="87"/>
                    <a:pt x="13" y="88"/>
                  </a:cubicBezTo>
                  <a:cubicBezTo>
                    <a:pt x="13" y="88"/>
                    <a:pt x="13" y="89"/>
                    <a:pt x="13" y="89"/>
                  </a:cubicBezTo>
                  <a:cubicBezTo>
                    <a:pt x="13" y="90"/>
                    <a:pt x="14" y="90"/>
                    <a:pt x="14" y="90"/>
                  </a:cubicBezTo>
                  <a:cubicBezTo>
                    <a:pt x="15" y="90"/>
                    <a:pt x="16" y="89"/>
                    <a:pt x="16" y="89"/>
                  </a:cubicBezTo>
                  <a:cubicBezTo>
                    <a:pt x="17" y="88"/>
                    <a:pt x="17" y="87"/>
                    <a:pt x="17" y="87"/>
                  </a:cubicBezTo>
                  <a:cubicBezTo>
                    <a:pt x="17" y="86"/>
                    <a:pt x="17" y="85"/>
                    <a:pt x="17" y="85"/>
                  </a:cubicBezTo>
                  <a:cubicBezTo>
                    <a:pt x="18" y="85"/>
                    <a:pt x="18" y="85"/>
                    <a:pt x="19" y="85"/>
                  </a:cubicBezTo>
                  <a:cubicBezTo>
                    <a:pt x="19" y="85"/>
                    <a:pt x="19" y="86"/>
                    <a:pt x="19" y="86"/>
                  </a:cubicBezTo>
                  <a:cubicBezTo>
                    <a:pt x="20" y="86"/>
                    <a:pt x="21" y="86"/>
                    <a:pt x="22" y="85"/>
                  </a:cubicBezTo>
                  <a:cubicBezTo>
                    <a:pt x="22" y="85"/>
                    <a:pt x="23" y="84"/>
                    <a:pt x="24" y="84"/>
                  </a:cubicBezTo>
                  <a:cubicBezTo>
                    <a:pt x="24" y="84"/>
                    <a:pt x="25" y="84"/>
                    <a:pt x="26" y="84"/>
                  </a:cubicBezTo>
                  <a:cubicBezTo>
                    <a:pt x="27" y="84"/>
                    <a:pt x="29" y="85"/>
                    <a:pt x="30" y="85"/>
                  </a:cubicBezTo>
                  <a:cubicBezTo>
                    <a:pt x="30" y="85"/>
                    <a:pt x="32" y="85"/>
                    <a:pt x="32" y="85"/>
                  </a:cubicBezTo>
                  <a:cubicBezTo>
                    <a:pt x="32" y="85"/>
                    <a:pt x="34" y="83"/>
                    <a:pt x="35" y="83"/>
                  </a:cubicBezTo>
                  <a:cubicBezTo>
                    <a:pt x="36" y="83"/>
                    <a:pt x="38" y="83"/>
                    <a:pt x="39" y="83"/>
                  </a:cubicBezTo>
                  <a:cubicBezTo>
                    <a:pt x="40" y="83"/>
                    <a:pt x="42" y="84"/>
                    <a:pt x="44" y="84"/>
                  </a:cubicBezTo>
                  <a:cubicBezTo>
                    <a:pt x="45" y="84"/>
                    <a:pt x="46" y="83"/>
                    <a:pt x="47" y="83"/>
                  </a:cubicBezTo>
                  <a:cubicBezTo>
                    <a:pt x="48" y="83"/>
                    <a:pt x="49" y="82"/>
                    <a:pt x="50" y="81"/>
                  </a:cubicBezTo>
                  <a:cubicBezTo>
                    <a:pt x="50" y="81"/>
                    <a:pt x="51" y="79"/>
                    <a:pt x="52" y="79"/>
                  </a:cubicBezTo>
                  <a:cubicBezTo>
                    <a:pt x="52" y="79"/>
                    <a:pt x="53" y="80"/>
                    <a:pt x="53" y="80"/>
                  </a:cubicBezTo>
                  <a:cubicBezTo>
                    <a:pt x="54" y="81"/>
                    <a:pt x="55" y="80"/>
                    <a:pt x="56" y="80"/>
                  </a:cubicBezTo>
                  <a:cubicBezTo>
                    <a:pt x="56" y="80"/>
                    <a:pt x="58" y="79"/>
                    <a:pt x="58" y="78"/>
                  </a:cubicBezTo>
                  <a:cubicBezTo>
                    <a:pt x="59" y="78"/>
                    <a:pt x="60" y="76"/>
                    <a:pt x="60" y="75"/>
                  </a:cubicBezTo>
                  <a:cubicBezTo>
                    <a:pt x="61" y="74"/>
                    <a:pt x="62" y="73"/>
                    <a:pt x="63" y="73"/>
                  </a:cubicBezTo>
                  <a:cubicBezTo>
                    <a:pt x="64" y="72"/>
                    <a:pt x="65" y="72"/>
                    <a:pt x="65" y="72"/>
                  </a:cubicBezTo>
                  <a:cubicBezTo>
                    <a:pt x="66" y="72"/>
                    <a:pt x="68" y="73"/>
                    <a:pt x="68" y="74"/>
                  </a:cubicBezTo>
                  <a:cubicBezTo>
                    <a:pt x="68" y="74"/>
                    <a:pt x="67" y="75"/>
                    <a:pt x="67" y="76"/>
                  </a:cubicBezTo>
                  <a:cubicBezTo>
                    <a:pt x="67" y="76"/>
                    <a:pt x="66" y="77"/>
                    <a:pt x="66" y="77"/>
                  </a:cubicBezTo>
                  <a:cubicBezTo>
                    <a:pt x="65" y="78"/>
                    <a:pt x="64" y="78"/>
                    <a:pt x="64" y="78"/>
                  </a:cubicBezTo>
                  <a:cubicBezTo>
                    <a:pt x="64" y="79"/>
                    <a:pt x="64" y="80"/>
                    <a:pt x="64" y="80"/>
                  </a:cubicBezTo>
                  <a:cubicBezTo>
                    <a:pt x="64" y="80"/>
                    <a:pt x="65" y="81"/>
                    <a:pt x="66" y="81"/>
                  </a:cubicBezTo>
                  <a:cubicBezTo>
                    <a:pt x="66" y="81"/>
                    <a:pt x="67" y="81"/>
                    <a:pt x="68" y="81"/>
                  </a:cubicBezTo>
                  <a:cubicBezTo>
                    <a:pt x="68" y="82"/>
                    <a:pt x="69" y="82"/>
                    <a:pt x="70" y="82"/>
                  </a:cubicBezTo>
                  <a:cubicBezTo>
                    <a:pt x="70" y="82"/>
                    <a:pt x="70" y="84"/>
                    <a:pt x="71" y="84"/>
                  </a:cubicBezTo>
                  <a:cubicBezTo>
                    <a:pt x="71" y="84"/>
                    <a:pt x="72" y="83"/>
                    <a:pt x="72" y="83"/>
                  </a:cubicBezTo>
                  <a:cubicBezTo>
                    <a:pt x="73" y="82"/>
                    <a:pt x="73" y="81"/>
                    <a:pt x="74" y="80"/>
                  </a:cubicBezTo>
                  <a:cubicBezTo>
                    <a:pt x="75" y="79"/>
                    <a:pt x="77" y="79"/>
                    <a:pt x="78" y="78"/>
                  </a:cubicBezTo>
                  <a:cubicBezTo>
                    <a:pt x="79" y="77"/>
                    <a:pt x="82" y="76"/>
                    <a:pt x="83" y="75"/>
                  </a:cubicBezTo>
                  <a:cubicBezTo>
                    <a:pt x="84" y="74"/>
                    <a:pt x="85" y="73"/>
                    <a:pt x="86" y="72"/>
                  </a:cubicBezTo>
                  <a:cubicBezTo>
                    <a:pt x="87" y="72"/>
                    <a:pt x="89" y="70"/>
                    <a:pt x="89" y="69"/>
                  </a:cubicBezTo>
                  <a:cubicBezTo>
                    <a:pt x="90" y="69"/>
                    <a:pt x="91" y="69"/>
                    <a:pt x="91" y="68"/>
                  </a:cubicBezTo>
                  <a:cubicBezTo>
                    <a:pt x="91" y="68"/>
                    <a:pt x="90" y="67"/>
                    <a:pt x="90" y="67"/>
                  </a:cubicBezTo>
                  <a:cubicBezTo>
                    <a:pt x="89" y="67"/>
                    <a:pt x="88" y="67"/>
                    <a:pt x="88" y="67"/>
                  </a:cubicBezTo>
                  <a:cubicBezTo>
                    <a:pt x="87" y="67"/>
                    <a:pt x="85" y="67"/>
                    <a:pt x="84" y="67"/>
                  </a:cubicBezTo>
                  <a:cubicBezTo>
                    <a:pt x="83" y="67"/>
                    <a:pt x="81" y="68"/>
                    <a:pt x="81" y="69"/>
                  </a:cubicBezTo>
                  <a:cubicBezTo>
                    <a:pt x="80" y="69"/>
                    <a:pt x="79" y="69"/>
                    <a:pt x="79" y="70"/>
                  </a:cubicBezTo>
                  <a:cubicBezTo>
                    <a:pt x="78" y="70"/>
                    <a:pt x="77" y="70"/>
                    <a:pt x="76" y="70"/>
                  </a:cubicBezTo>
                  <a:cubicBezTo>
                    <a:pt x="76" y="69"/>
                    <a:pt x="76" y="68"/>
                    <a:pt x="77" y="68"/>
                  </a:cubicBezTo>
                  <a:cubicBezTo>
                    <a:pt x="77" y="68"/>
                    <a:pt x="78" y="67"/>
                    <a:pt x="79" y="67"/>
                  </a:cubicBezTo>
                  <a:cubicBezTo>
                    <a:pt x="80" y="67"/>
                    <a:pt x="81" y="66"/>
                    <a:pt x="81" y="66"/>
                  </a:cubicBezTo>
                  <a:cubicBezTo>
                    <a:pt x="81" y="66"/>
                    <a:pt x="82" y="65"/>
                    <a:pt x="82" y="65"/>
                  </a:cubicBezTo>
                  <a:cubicBezTo>
                    <a:pt x="82" y="65"/>
                    <a:pt x="82" y="64"/>
                    <a:pt x="82" y="63"/>
                  </a:cubicBezTo>
                  <a:cubicBezTo>
                    <a:pt x="82" y="63"/>
                    <a:pt x="83" y="62"/>
                    <a:pt x="84" y="62"/>
                  </a:cubicBezTo>
                  <a:cubicBezTo>
                    <a:pt x="84" y="62"/>
                    <a:pt x="84" y="63"/>
                    <a:pt x="85" y="63"/>
                  </a:cubicBezTo>
                  <a:cubicBezTo>
                    <a:pt x="85" y="63"/>
                    <a:pt x="86" y="63"/>
                    <a:pt x="86" y="63"/>
                  </a:cubicBezTo>
                  <a:cubicBezTo>
                    <a:pt x="86" y="62"/>
                    <a:pt x="87" y="62"/>
                    <a:pt x="87" y="61"/>
                  </a:cubicBezTo>
                  <a:cubicBezTo>
                    <a:pt x="87" y="61"/>
                    <a:pt x="86" y="60"/>
                    <a:pt x="87" y="59"/>
                  </a:cubicBezTo>
                  <a:cubicBezTo>
                    <a:pt x="87" y="59"/>
                    <a:pt x="88" y="58"/>
                    <a:pt x="88" y="58"/>
                  </a:cubicBezTo>
                  <a:cubicBezTo>
                    <a:pt x="89" y="58"/>
                    <a:pt x="89" y="58"/>
                    <a:pt x="90" y="59"/>
                  </a:cubicBezTo>
                  <a:cubicBezTo>
                    <a:pt x="90" y="59"/>
                    <a:pt x="90" y="61"/>
                    <a:pt x="90" y="61"/>
                  </a:cubicBezTo>
                  <a:cubicBezTo>
                    <a:pt x="89" y="62"/>
                    <a:pt x="89" y="62"/>
                    <a:pt x="88" y="63"/>
                  </a:cubicBezTo>
                  <a:cubicBezTo>
                    <a:pt x="88" y="63"/>
                    <a:pt x="89" y="64"/>
                    <a:pt x="89" y="65"/>
                  </a:cubicBezTo>
                  <a:cubicBezTo>
                    <a:pt x="90" y="65"/>
                    <a:pt x="91" y="65"/>
                    <a:pt x="91" y="65"/>
                  </a:cubicBezTo>
                  <a:cubicBezTo>
                    <a:pt x="92" y="65"/>
                    <a:pt x="94" y="65"/>
                    <a:pt x="94" y="65"/>
                  </a:cubicBezTo>
                  <a:cubicBezTo>
                    <a:pt x="94" y="65"/>
                    <a:pt x="95" y="63"/>
                    <a:pt x="96" y="62"/>
                  </a:cubicBezTo>
                  <a:cubicBezTo>
                    <a:pt x="96" y="61"/>
                    <a:pt x="96" y="60"/>
                    <a:pt x="96" y="59"/>
                  </a:cubicBezTo>
                  <a:cubicBezTo>
                    <a:pt x="96" y="59"/>
                    <a:pt x="96" y="58"/>
                    <a:pt x="96" y="57"/>
                  </a:cubicBezTo>
                  <a:cubicBezTo>
                    <a:pt x="96" y="57"/>
                    <a:pt x="94" y="56"/>
                    <a:pt x="94" y="56"/>
                  </a:cubicBezTo>
                  <a:cubicBezTo>
                    <a:pt x="93" y="56"/>
                    <a:pt x="93" y="56"/>
                    <a:pt x="93" y="55"/>
                  </a:cubicBezTo>
                  <a:cubicBezTo>
                    <a:pt x="93" y="55"/>
                    <a:pt x="93" y="54"/>
                    <a:pt x="94" y="54"/>
                  </a:cubicBezTo>
                  <a:cubicBezTo>
                    <a:pt x="94" y="54"/>
                    <a:pt x="95" y="54"/>
                    <a:pt x="95" y="55"/>
                  </a:cubicBezTo>
                  <a:cubicBezTo>
                    <a:pt x="95" y="55"/>
                    <a:pt x="96" y="56"/>
                    <a:pt x="96" y="56"/>
                  </a:cubicBezTo>
                  <a:cubicBezTo>
                    <a:pt x="96" y="56"/>
                    <a:pt x="98" y="55"/>
                    <a:pt x="98" y="55"/>
                  </a:cubicBezTo>
                  <a:cubicBezTo>
                    <a:pt x="98" y="55"/>
                    <a:pt x="98" y="53"/>
                    <a:pt x="98" y="52"/>
                  </a:cubicBezTo>
                  <a:cubicBezTo>
                    <a:pt x="98" y="52"/>
                    <a:pt x="98" y="50"/>
                    <a:pt x="98" y="50"/>
                  </a:cubicBezTo>
                  <a:cubicBezTo>
                    <a:pt x="97" y="49"/>
                    <a:pt x="96" y="49"/>
                    <a:pt x="96" y="4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6" name="Freeform 286"/>
            <p:cNvSpPr>
              <a:spLocks/>
            </p:cNvSpPr>
            <p:nvPr/>
          </p:nvSpPr>
          <p:spPr bwMode="auto">
            <a:xfrm>
              <a:off x="915988" y="1836738"/>
              <a:ext cx="7938" cy="4763"/>
            </a:xfrm>
            <a:custGeom>
              <a:avLst/>
              <a:gdLst/>
              <a:ahLst/>
              <a:cxnLst>
                <a:cxn ang="0">
                  <a:pos x="4" y="2"/>
                </a:cxn>
                <a:cxn ang="0">
                  <a:pos x="3" y="0"/>
                </a:cxn>
                <a:cxn ang="0">
                  <a:pos x="2" y="0"/>
                </a:cxn>
                <a:cxn ang="0">
                  <a:pos x="1" y="1"/>
                </a:cxn>
                <a:cxn ang="0">
                  <a:pos x="0" y="2"/>
                </a:cxn>
                <a:cxn ang="0">
                  <a:pos x="0" y="3"/>
                </a:cxn>
                <a:cxn ang="0">
                  <a:pos x="2" y="3"/>
                </a:cxn>
                <a:cxn ang="0">
                  <a:pos x="3" y="3"/>
                </a:cxn>
                <a:cxn ang="0">
                  <a:pos x="4" y="2"/>
                </a:cxn>
              </a:cxnLst>
              <a:rect l="0" t="0" r="r" b="b"/>
              <a:pathLst>
                <a:path w="4" h="3">
                  <a:moveTo>
                    <a:pt x="4" y="2"/>
                  </a:moveTo>
                  <a:cubicBezTo>
                    <a:pt x="4" y="2"/>
                    <a:pt x="4" y="1"/>
                    <a:pt x="3" y="0"/>
                  </a:cubicBezTo>
                  <a:cubicBezTo>
                    <a:pt x="3" y="0"/>
                    <a:pt x="2" y="0"/>
                    <a:pt x="2" y="0"/>
                  </a:cubicBezTo>
                  <a:cubicBezTo>
                    <a:pt x="1" y="0"/>
                    <a:pt x="1" y="1"/>
                    <a:pt x="1" y="1"/>
                  </a:cubicBezTo>
                  <a:cubicBezTo>
                    <a:pt x="0" y="1"/>
                    <a:pt x="0" y="2"/>
                    <a:pt x="0" y="2"/>
                  </a:cubicBezTo>
                  <a:cubicBezTo>
                    <a:pt x="0" y="2"/>
                    <a:pt x="0" y="3"/>
                    <a:pt x="0" y="3"/>
                  </a:cubicBezTo>
                  <a:cubicBezTo>
                    <a:pt x="1" y="3"/>
                    <a:pt x="1" y="3"/>
                    <a:pt x="2" y="3"/>
                  </a:cubicBezTo>
                  <a:cubicBezTo>
                    <a:pt x="2" y="3"/>
                    <a:pt x="2" y="3"/>
                    <a:pt x="3" y="3"/>
                  </a:cubicBezTo>
                  <a:cubicBezTo>
                    <a:pt x="3" y="3"/>
                    <a:pt x="4" y="3"/>
                    <a:pt x="4" y="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7" name="Freeform 287"/>
            <p:cNvSpPr>
              <a:spLocks/>
            </p:cNvSpPr>
            <p:nvPr/>
          </p:nvSpPr>
          <p:spPr bwMode="auto">
            <a:xfrm>
              <a:off x="906463" y="1811338"/>
              <a:ext cx="14288" cy="20638"/>
            </a:xfrm>
            <a:custGeom>
              <a:avLst/>
              <a:gdLst/>
              <a:ahLst/>
              <a:cxnLst>
                <a:cxn ang="0">
                  <a:pos x="6" y="8"/>
                </a:cxn>
                <a:cxn ang="0">
                  <a:pos x="7" y="6"/>
                </a:cxn>
                <a:cxn ang="0">
                  <a:pos x="7" y="4"/>
                </a:cxn>
                <a:cxn ang="0">
                  <a:pos x="7" y="2"/>
                </a:cxn>
                <a:cxn ang="0">
                  <a:pos x="7" y="0"/>
                </a:cxn>
                <a:cxn ang="0">
                  <a:pos x="5" y="1"/>
                </a:cxn>
                <a:cxn ang="0">
                  <a:pos x="4" y="3"/>
                </a:cxn>
                <a:cxn ang="0">
                  <a:pos x="2" y="3"/>
                </a:cxn>
                <a:cxn ang="0">
                  <a:pos x="2" y="4"/>
                </a:cxn>
                <a:cxn ang="0">
                  <a:pos x="2" y="7"/>
                </a:cxn>
                <a:cxn ang="0">
                  <a:pos x="2" y="7"/>
                </a:cxn>
                <a:cxn ang="0">
                  <a:pos x="0" y="8"/>
                </a:cxn>
                <a:cxn ang="0">
                  <a:pos x="0" y="9"/>
                </a:cxn>
                <a:cxn ang="0">
                  <a:pos x="0" y="10"/>
                </a:cxn>
                <a:cxn ang="0">
                  <a:pos x="3" y="11"/>
                </a:cxn>
                <a:cxn ang="0">
                  <a:pos x="5" y="10"/>
                </a:cxn>
                <a:cxn ang="0">
                  <a:pos x="6" y="8"/>
                </a:cxn>
              </a:cxnLst>
              <a:rect l="0" t="0" r="r" b="b"/>
              <a:pathLst>
                <a:path w="7" h="11">
                  <a:moveTo>
                    <a:pt x="6" y="8"/>
                  </a:moveTo>
                  <a:cubicBezTo>
                    <a:pt x="6" y="7"/>
                    <a:pt x="7" y="6"/>
                    <a:pt x="7" y="6"/>
                  </a:cubicBezTo>
                  <a:cubicBezTo>
                    <a:pt x="7" y="5"/>
                    <a:pt x="7" y="4"/>
                    <a:pt x="7" y="4"/>
                  </a:cubicBezTo>
                  <a:cubicBezTo>
                    <a:pt x="7" y="3"/>
                    <a:pt x="7" y="2"/>
                    <a:pt x="7" y="2"/>
                  </a:cubicBezTo>
                  <a:cubicBezTo>
                    <a:pt x="7" y="1"/>
                    <a:pt x="7" y="0"/>
                    <a:pt x="7" y="0"/>
                  </a:cubicBezTo>
                  <a:cubicBezTo>
                    <a:pt x="6" y="0"/>
                    <a:pt x="6" y="1"/>
                    <a:pt x="5" y="1"/>
                  </a:cubicBezTo>
                  <a:cubicBezTo>
                    <a:pt x="5" y="2"/>
                    <a:pt x="5" y="2"/>
                    <a:pt x="4" y="3"/>
                  </a:cubicBezTo>
                  <a:cubicBezTo>
                    <a:pt x="4" y="3"/>
                    <a:pt x="3" y="3"/>
                    <a:pt x="2" y="3"/>
                  </a:cubicBezTo>
                  <a:cubicBezTo>
                    <a:pt x="2" y="3"/>
                    <a:pt x="2" y="4"/>
                    <a:pt x="2" y="4"/>
                  </a:cubicBezTo>
                  <a:cubicBezTo>
                    <a:pt x="2" y="5"/>
                    <a:pt x="2" y="6"/>
                    <a:pt x="2" y="7"/>
                  </a:cubicBezTo>
                  <a:cubicBezTo>
                    <a:pt x="2" y="7"/>
                    <a:pt x="2" y="7"/>
                    <a:pt x="2" y="7"/>
                  </a:cubicBezTo>
                  <a:cubicBezTo>
                    <a:pt x="1" y="8"/>
                    <a:pt x="1" y="8"/>
                    <a:pt x="0" y="8"/>
                  </a:cubicBezTo>
                  <a:cubicBezTo>
                    <a:pt x="0" y="8"/>
                    <a:pt x="0" y="9"/>
                    <a:pt x="0" y="9"/>
                  </a:cubicBezTo>
                  <a:cubicBezTo>
                    <a:pt x="0" y="9"/>
                    <a:pt x="0" y="10"/>
                    <a:pt x="0" y="10"/>
                  </a:cubicBezTo>
                  <a:cubicBezTo>
                    <a:pt x="1" y="11"/>
                    <a:pt x="2" y="11"/>
                    <a:pt x="3" y="11"/>
                  </a:cubicBezTo>
                  <a:cubicBezTo>
                    <a:pt x="3" y="11"/>
                    <a:pt x="4" y="10"/>
                    <a:pt x="5" y="10"/>
                  </a:cubicBezTo>
                  <a:cubicBezTo>
                    <a:pt x="5" y="9"/>
                    <a:pt x="6" y="8"/>
                    <a:pt x="6"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8" name="Freeform 288"/>
            <p:cNvSpPr>
              <a:spLocks/>
            </p:cNvSpPr>
            <p:nvPr/>
          </p:nvSpPr>
          <p:spPr bwMode="auto">
            <a:xfrm>
              <a:off x="954088" y="1751013"/>
              <a:ext cx="30163" cy="19050"/>
            </a:xfrm>
            <a:custGeom>
              <a:avLst/>
              <a:gdLst/>
              <a:ahLst/>
              <a:cxnLst>
                <a:cxn ang="0">
                  <a:pos x="15" y="9"/>
                </a:cxn>
                <a:cxn ang="0">
                  <a:pos x="16" y="8"/>
                </a:cxn>
                <a:cxn ang="0">
                  <a:pos x="14" y="6"/>
                </a:cxn>
                <a:cxn ang="0">
                  <a:pos x="12" y="5"/>
                </a:cxn>
                <a:cxn ang="0">
                  <a:pos x="10" y="3"/>
                </a:cxn>
                <a:cxn ang="0">
                  <a:pos x="8" y="1"/>
                </a:cxn>
                <a:cxn ang="0">
                  <a:pos x="6" y="1"/>
                </a:cxn>
                <a:cxn ang="0">
                  <a:pos x="3" y="1"/>
                </a:cxn>
                <a:cxn ang="0">
                  <a:pos x="0" y="3"/>
                </a:cxn>
                <a:cxn ang="0">
                  <a:pos x="0" y="5"/>
                </a:cxn>
                <a:cxn ang="0">
                  <a:pos x="1" y="6"/>
                </a:cxn>
                <a:cxn ang="0">
                  <a:pos x="3" y="7"/>
                </a:cxn>
                <a:cxn ang="0">
                  <a:pos x="4" y="8"/>
                </a:cxn>
                <a:cxn ang="0">
                  <a:pos x="6" y="7"/>
                </a:cxn>
                <a:cxn ang="0">
                  <a:pos x="6" y="8"/>
                </a:cxn>
                <a:cxn ang="0">
                  <a:pos x="6" y="10"/>
                </a:cxn>
                <a:cxn ang="0">
                  <a:pos x="7" y="10"/>
                </a:cxn>
                <a:cxn ang="0">
                  <a:pos x="9" y="9"/>
                </a:cxn>
                <a:cxn ang="0">
                  <a:pos x="9" y="8"/>
                </a:cxn>
                <a:cxn ang="0">
                  <a:pos x="11" y="8"/>
                </a:cxn>
                <a:cxn ang="0">
                  <a:pos x="12" y="8"/>
                </a:cxn>
                <a:cxn ang="0">
                  <a:pos x="15" y="9"/>
                </a:cxn>
              </a:cxnLst>
              <a:rect l="0" t="0" r="r" b="b"/>
              <a:pathLst>
                <a:path w="16" h="10">
                  <a:moveTo>
                    <a:pt x="15" y="9"/>
                  </a:moveTo>
                  <a:cubicBezTo>
                    <a:pt x="15" y="9"/>
                    <a:pt x="16" y="8"/>
                    <a:pt x="16" y="8"/>
                  </a:cubicBezTo>
                  <a:cubicBezTo>
                    <a:pt x="16" y="7"/>
                    <a:pt x="15" y="6"/>
                    <a:pt x="14" y="6"/>
                  </a:cubicBezTo>
                  <a:cubicBezTo>
                    <a:pt x="14" y="6"/>
                    <a:pt x="12" y="5"/>
                    <a:pt x="12" y="5"/>
                  </a:cubicBezTo>
                  <a:cubicBezTo>
                    <a:pt x="11" y="4"/>
                    <a:pt x="10" y="4"/>
                    <a:pt x="10" y="3"/>
                  </a:cubicBezTo>
                  <a:cubicBezTo>
                    <a:pt x="9" y="3"/>
                    <a:pt x="8" y="2"/>
                    <a:pt x="8" y="1"/>
                  </a:cubicBezTo>
                  <a:cubicBezTo>
                    <a:pt x="7" y="1"/>
                    <a:pt x="7" y="1"/>
                    <a:pt x="6" y="1"/>
                  </a:cubicBezTo>
                  <a:cubicBezTo>
                    <a:pt x="5" y="0"/>
                    <a:pt x="4" y="1"/>
                    <a:pt x="3" y="1"/>
                  </a:cubicBezTo>
                  <a:cubicBezTo>
                    <a:pt x="2" y="2"/>
                    <a:pt x="1" y="3"/>
                    <a:pt x="0" y="3"/>
                  </a:cubicBezTo>
                  <a:cubicBezTo>
                    <a:pt x="0" y="4"/>
                    <a:pt x="0" y="4"/>
                    <a:pt x="0" y="5"/>
                  </a:cubicBezTo>
                  <a:cubicBezTo>
                    <a:pt x="0" y="5"/>
                    <a:pt x="1" y="6"/>
                    <a:pt x="1" y="6"/>
                  </a:cubicBezTo>
                  <a:cubicBezTo>
                    <a:pt x="1" y="7"/>
                    <a:pt x="2" y="6"/>
                    <a:pt x="3" y="7"/>
                  </a:cubicBezTo>
                  <a:cubicBezTo>
                    <a:pt x="3" y="7"/>
                    <a:pt x="4" y="8"/>
                    <a:pt x="4" y="8"/>
                  </a:cubicBezTo>
                  <a:cubicBezTo>
                    <a:pt x="5" y="8"/>
                    <a:pt x="5" y="7"/>
                    <a:pt x="6" y="7"/>
                  </a:cubicBezTo>
                  <a:cubicBezTo>
                    <a:pt x="6" y="7"/>
                    <a:pt x="6" y="8"/>
                    <a:pt x="6" y="8"/>
                  </a:cubicBezTo>
                  <a:cubicBezTo>
                    <a:pt x="6" y="9"/>
                    <a:pt x="6" y="10"/>
                    <a:pt x="6" y="10"/>
                  </a:cubicBezTo>
                  <a:cubicBezTo>
                    <a:pt x="6" y="10"/>
                    <a:pt x="7" y="10"/>
                    <a:pt x="7" y="10"/>
                  </a:cubicBezTo>
                  <a:cubicBezTo>
                    <a:pt x="7" y="10"/>
                    <a:pt x="8" y="9"/>
                    <a:pt x="9" y="9"/>
                  </a:cubicBezTo>
                  <a:cubicBezTo>
                    <a:pt x="9" y="9"/>
                    <a:pt x="9" y="8"/>
                    <a:pt x="9" y="8"/>
                  </a:cubicBezTo>
                  <a:cubicBezTo>
                    <a:pt x="10" y="8"/>
                    <a:pt x="10" y="8"/>
                    <a:pt x="11" y="8"/>
                  </a:cubicBezTo>
                  <a:cubicBezTo>
                    <a:pt x="11" y="8"/>
                    <a:pt x="11" y="8"/>
                    <a:pt x="12" y="8"/>
                  </a:cubicBezTo>
                  <a:cubicBezTo>
                    <a:pt x="13" y="9"/>
                    <a:pt x="14" y="9"/>
                    <a:pt x="15" y="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9" name="Freeform 289"/>
            <p:cNvSpPr>
              <a:spLocks/>
            </p:cNvSpPr>
            <p:nvPr/>
          </p:nvSpPr>
          <p:spPr bwMode="auto">
            <a:xfrm>
              <a:off x="950913" y="1768475"/>
              <a:ext cx="6350" cy="7938"/>
            </a:xfrm>
            <a:custGeom>
              <a:avLst/>
              <a:gdLst/>
              <a:ahLst/>
              <a:cxnLst>
                <a:cxn ang="0">
                  <a:pos x="3" y="1"/>
                </a:cxn>
                <a:cxn ang="0">
                  <a:pos x="2" y="0"/>
                </a:cxn>
                <a:cxn ang="0">
                  <a:pos x="0" y="0"/>
                </a:cxn>
                <a:cxn ang="0">
                  <a:pos x="0" y="2"/>
                </a:cxn>
                <a:cxn ang="0">
                  <a:pos x="1" y="3"/>
                </a:cxn>
                <a:cxn ang="0">
                  <a:pos x="2" y="4"/>
                </a:cxn>
                <a:cxn ang="0">
                  <a:pos x="4" y="4"/>
                </a:cxn>
                <a:cxn ang="0">
                  <a:pos x="4" y="3"/>
                </a:cxn>
                <a:cxn ang="0">
                  <a:pos x="3" y="1"/>
                </a:cxn>
              </a:cxnLst>
              <a:rect l="0" t="0" r="r" b="b"/>
              <a:pathLst>
                <a:path w="4" h="4">
                  <a:moveTo>
                    <a:pt x="3" y="1"/>
                  </a:moveTo>
                  <a:cubicBezTo>
                    <a:pt x="3" y="1"/>
                    <a:pt x="2" y="0"/>
                    <a:pt x="2" y="0"/>
                  </a:cubicBezTo>
                  <a:cubicBezTo>
                    <a:pt x="1" y="0"/>
                    <a:pt x="0" y="0"/>
                    <a:pt x="0" y="0"/>
                  </a:cubicBezTo>
                  <a:cubicBezTo>
                    <a:pt x="0" y="1"/>
                    <a:pt x="0" y="1"/>
                    <a:pt x="0" y="2"/>
                  </a:cubicBezTo>
                  <a:cubicBezTo>
                    <a:pt x="0" y="2"/>
                    <a:pt x="1" y="3"/>
                    <a:pt x="1" y="3"/>
                  </a:cubicBezTo>
                  <a:cubicBezTo>
                    <a:pt x="1" y="4"/>
                    <a:pt x="2" y="4"/>
                    <a:pt x="2" y="4"/>
                  </a:cubicBezTo>
                  <a:cubicBezTo>
                    <a:pt x="3" y="4"/>
                    <a:pt x="4" y="4"/>
                    <a:pt x="4" y="4"/>
                  </a:cubicBezTo>
                  <a:cubicBezTo>
                    <a:pt x="4" y="3"/>
                    <a:pt x="4" y="3"/>
                    <a:pt x="4" y="3"/>
                  </a:cubicBezTo>
                  <a:cubicBezTo>
                    <a:pt x="3" y="2"/>
                    <a:pt x="3" y="2"/>
                    <a:pt x="3"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0" name="Freeform 290"/>
            <p:cNvSpPr>
              <a:spLocks/>
            </p:cNvSpPr>
            <p:nvPr/>
          </p:nvSpPr>
          <p:spPr bwMode="auto">
            <a:xfrm>
              <a:off x="942976" y="1751013"/>
              <a:ext cx="9525" cy="9525"/>
            </a:xfrm>
            <a:custGeom>
              <a:avLst/>
              <a:gdLst/>
              <a:ahLst/>
              <a:cxnLst>
                <a:cxn ang="0">
                  <a:pos x="4" y="5"/>
                </a:cxn>
                <a:cxn ang="0">
                  <a:pos x="2" y="4"/>
                </a:cxn>
                <a:cxn ang="0">
                  <a:pos x="0" y="3"/>
                </a:cxn>
                <a:cxn ang="0">
                  <a:pos x="0" y="1"/>
                </a:cxn>
                <a:cxn ang="0">
                  <a:pos x="1" y="1"/>
                </a:cxn>
                <a:cxn ang="0">
                  <a:pos x="3" y="1"/>
                </a:cxn>
                <a:cxn ang="0">
                  <a:pos x="5" y="2"/>
                </a:cxn>
                <a:cxn ang="0">
                  <a:pos x="5" y="4"/>
                </a:cxn>
                <a:cxn ang="0">
                  <a:pos x="4" y="5"/>
                </a:cxn>
              </a:cxnLst>
              <a:rect l="0" t="0" r="r" b="b"/>
              <a:pathLst>
                <a:path w="5" h="5">
                  <a:moveTo>
                    <a:pt x="4" y="5"/>
                  </a:moveTo>
                  <a:cubicBezTo>
                    <a:pt x="3" y="5"/>
                    <a:pt x="2" y="5"/>
                    <a:pt x="2" y="4"/>
                  </a:cubicBezTo>
                  <a:cubicBezTo>
                    <a:pt x="2" y="4"/>
                    <a:pt x="1" y="3"/>
                    <a:pt x="0" y="3"/>
                  </a:cubicBezTo>
                  <a:cubicBezTo>
                    <a:pt x="0" y="3"/>
                    <a:pt x="0" y="2"/>
                    <a:pt x="0" y="1"/>
                  </a:cubicBezTo>
                  <a:cubicBezTo>
                    <a:pt x="1" y="1"/>
                    <a:pt x="1" y="1"/>
                    <a:pt x="1" y="1"/>
                  </a:cubicBezTo>
                  <a:cubicBezTo>
                    <a:pt x="2" y="0"/>
                    <a:pt x="3" y="1"/>
                    <a:pt x="3" y="1"/>
                  </a:cubicBezTo>
                  <a:cubicBezTo>
                    <a:pt x="4" y="1"/>
                    <a:pt x="5" y="2"/>
                    <a:pt x="5" y="2"/>
                  </a:cubicBezTo>
                  <a:cubicBezTo>
                    <a:pt x="5" y="3"/>
                    <a:pt x="5" y="3"/>
                    <a:pt x="5" y="4"/>
                  </a:cubicBezTo>
                  <a:cubicBezTo>
                    <a:pt x="5" y="4"/>
                    <a:pt x="4" y="5"/>
                    <a:pt x="4"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1" name="Freeform 291"/>
            <p:cNvSpPr>
              <a:spLocks/>
            </p:cNvSpPr>
            <p:nvPr/>
          </p:nvSpPr>
          <p:spPr bwMode="auto">
            <a:xfrm>
              <a:off x="1266826" y="2070100"/>
              <a:ext cx="17463" cy="22225"/>
            </a:xfrm>
            <a:custGeom>
              <a:avLst/>
              <a:gdLst/>
              <a:ahLst/>
              <a:cxnLst>
                <a:cxn ang="0">
                  <a:pos x="9" y="8"/>
                </a:cxn>
                <a:cxn ang="0">
                  <a:pos x="8" y="6"/>
                </a:cxn>
                <a:cxn ang="0">
                  <a:pos x="8" y="4"/>
                </a:cxn>
                <a:cxn ang="0">
                  <a:pos x="9" y="3"/>
                </a:cxn>
                <a:cxn ang="0">
                  <a:pos x="8" y="1"/>
                </a:cxn>
                <a:cxn ang="0">
                  <a:pos x="6" y="0"/>
                </a:cxn>
                <a:cxn ang="0">
                  <a:pos x="4" y="1"/>
                </a:cxn>
                <a:cxn ang="0">
                  <a:pos x="4" y="3"/>
                </a:cxn>
                <a:cxn ang="0">
                  <a:pos x="2" y="4"/>
                </a:cxn>
                <a:cxn ang="0">
                  <a:pos x="1" y="5"/>
                </a:cxn>
                <a:cxn ang="0">
                  <a:pos x="1" y="7"/>
                </a:cxn>
                <a:cxn ang="0">
                  <a:pos x="0" y="10"/>
                </a:cxn>
                <a:cxn ang="0">
                  <a:pos x="1" y="12"/>
                </a:cxn>
                <a:cxn ang="0">
                  <a:pos x="2" y="12"/>
                </a:cxn>
                <a:cxn ang="0">
                  <a:pos x="3" y="10"/>
                </a:cxn>
                <a:cxn ang="0">
                  <a:pos x="4" y="9"/>
                </a:cxn>
                <a:cxn ang="0">
                  <a:pos x="5" y="9"/>
                </a:cxn>
                <a:cxn ang="0">
                  <a:pos x="6" y="11"/>
                </a:cxn>
                <a:cxn ang="0">
                  <a:pos x="7" y="11"/>
                </a:cxn>
                <a:cxn ang="0">
                  <a:pos x="8" y="10"/>
                </a:cxn>
                <a:cxn ang="0">
                  <a:pos x="9" y="8"/>
                </a:cxn>
              </a:cxnLst>
              <a:rect l="0" t="0" r="r" b="b"/>
              <a:pathLst>
                <a:path w="9" h="12">
                  <a:moveTo>
                    <a:pt x="9" y="8"/>
                  </a:moveTo>
                  <a:cubicBezTo>
                    <a:pt x="9" y="8"/>
                    <a:pt x="9" y="7"/>
                    <a:pt x="8" y="6"/>
                  </a:cubicBezTo>
                  <a:cubicBezTo>
                    <a:pt x="8" y="6"/>
                    <a:pt x="8" y="5"/>
                    <a:pt x="8" y="4"/>
                  </a:cubicBezTo>
                  <a:cubicBezTo>
                    <a:pt x="8" y="4"/>
                    <a:pt x="8" y="3"/>
                    <a:pt x="9" y="3"/>
                  </a:cubicBezTo>
                  <a:cubicBezTo>
                    <a:pt x="9" y="2"/>
                    <a:pt x="8" y="1"/>
                    <a:pt x="8" y="1"/>
                  </a:cubicBezTo>
                  <a:cubicBezTo>
                    <a:pt x="8" y="0"/>
                    <a:pt x="6" y="0"/>
                    <a:pt x="6" y="0"/>
                  </a:cubicBezTo>
                  <a:cubicBezTo>
                    <a:pt x="5" y="0"/>
                    <a:pt x="5" y="1"/>
                    <a:pt x="4" y="1"/>
                  </a:cubicBezTo>
                  <a:cubicBezTo>
                    <a:pt x="4" y="2"/>
                    <a:pt x="4" y="3"/>
                    <a:pt x="4" y="3"/>
                  </a:cubicBezTo>
                  <a:cubicBezTo>
                    <a:pt x="3" y="3"/>
                    <a:pt x="2" y="4"/>
                    <a:pt x="2" y="4"/>
                  </a:cubicBezTo>
                  <a:cubicBezTo>
                    <a:pt x="2" y="5"/>
                    <a:pt x="1" y="5"/>
                    <a:pt x="1" y="5"/>
                  </a:cubicBezTo>
                  <a:cubicBezTo>
                    <a:pt x="1" y="6"/>
                    <a:pt x="1" y="7"/>
                    <a:pt x="1" y="7"/>
                  </a:cubicBezTo>
                  <a:cubicBezTo>
                    <a:pt x="0" y="8"/>
                    <a:pt x="0" y="9"/>
                    <a:pt x="0" y="10"/>
                  </a:cubicBezTo>
                  <a:cubicBezTo>
                    <a:pt x="0" y="10"/>
                    <a:pt x="0" y="11"/>
                    <a:pt x="1" y="12"/>
                  </a:cubicBezTo>
                  <a:cubicBezTo>
                    <a:pt x="1" y="12"/>
                    <a:pt x="2" y="12"/>
                    <a:pt x="2" y="12"/>
                  </a:cubicBezTo>
                  <a:cubicBezTo>
                    <a:pt x="3" y="12"/>
                    <a:pt x="3" y="11"/>
                    <a:pt x="3" y="10"/>
                  </a:cubicBezTo>
                  <a:cubicBezTo>
                    <a:pt x="4" y="10"/>
                    <a:pt x="4" y="9"/>
                    <a:pt x="4" y="9"/>
                  </a:cubicBezTo>
                  <a:cubicBezTo>
                    <a:pt x="4" y="9"/>
                    <a:pt x="5" y="9"/>
                    <a:pt x="5" y="9"/>
                  </a:cubicBezTo>
                  <a:cubicBezTo>
                    <a:pt x="6" y="10"/>
                    <a:pt x="6" y="11"/>
                    <a:pt x="6" y="11"/>
                  </a:cubicBezTo>
                  <a:cubicBezTo>
                    <a:pt x="6" y="11"/>
                    <a:pt x="7" y="11"/>
                    <a:pt x="7" y="11"/>
                  </a:cubicBezTo>
                  <a:cubicBezTo>
                    <a:pt x="8" y="11"/>
                    <a:pt x="8" y="10"/>
                    <a:pt x="8" y="10"/>
                  </a:cubicBezTo>
                  <a:cubicBezTo>
                    <a:pt x="8" y="9"/>
                    <a:pt x="9" y="9"/>
                    <a:pt x="9" y="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2" name="Freeform 292"/>
            <p:cNvSpPr>
              <a:spLocks/>
            </p:cNvSpPr>
            <p:nvPr/>
          </p:nvSpPr>
          <p:spPr bwMode="auto">
            <a:xfrm>
              <a:off x="1262063" y="2095500"/>
              <a:ext cx="7938" cy="9525"/>
            </a:xfrm>
            <a:custGeom>
              <a:avLst/>
              <a:gdLst/>
              <a:ahLst/>
              <a:cxnLst>
                <a:cxn ang="0">
                  <a:pos x="3" y="5"/>
                </a:cxn>
                <a:cxn ang="0">
                  <a:pos x="4" y="3"/>
                </a:cxn>
                <a:cxn ang="0">
                  <a:pos x="5" y="2"/>
                </a:cxn>
                <a:cxn ang="0">
                  <a:pos x="5" y="1"/>
                </a:cxn>
                <a:cxn ang="0">
                  <a:pos x="3" y="0"/>
                </a:cxn>
                <a:cxn ang="0">
                  <a:pos x="1" y="1"/>
                </a:cxn>
                <a:cxn ang="0">
                  <a:pos x="1" y="3"/>
                </a:cxn>
                <a:cxn ang="0">
                  <a:pos x="1" y="5"/>
                </a:cxn>
                <a:cxn ang="0">
                  <a:pos x="3" y="5"/>
                </a:cxn>
              </a:cxnLst>
              <a:rect l="0" t="0" r="r" b="b"/>
              <a:pathLst>
                <a:path w="5" h="5">
                  <a:moveTo>
                    <a:pt x="3" y="5"/>
                  </a:moveTo>
                  <a:cubicBezTo>
                    <a:pt x="3" y="5"/>
                    <a:pt x="3" y="4"/>
                    <a:pt x="4" y="3"/>
                  </a:cubicBezTo>
                  <a:cubicBezTo>
                    <a:pt x="4" y="3"/>
                    <a:pt x="5" y="2"/>
                    <a:pt x="5" y="2"/>
                  </a:cubicBezTo>
                  <a:cubicBezTo>
                    <a:pt x="5" y="2"/>
                    <a:pt x="5" y="1"/>
                    <a:pt x="5" y="1"/>
                  </a:cubicBezTo>
                  <a:cubicBezTo>
                    <a:pt x="4" y="0"/>
                    <a:pt x="3" y="0"/>
                    <a:pt x="3" y="0"/>
                  </a:cubicBezTo>
                  <a:cubicBezTo>
                    <a:pt x="2" y="0"/>
                    <a:pt x="2" y="1"/>
                    <a:pt x="1" y="1"/>
                  </a:cubicBezTo>
                  <a:cubicBezTo>
                    <a:pt x="1" y="2"/>
                    <a:pt x="1" y="2"/>
                    <a:pt x="1" y="3"/>
                  </a:cubicBezTo>
                  <a:cubicBezTo>
                    <a:pt x="0" y="3"/>
                    <a:pt x="1" y="4"/>
                    <a:pt x="1" y="5"/>
                  </a:cubicBezTo>
                  <a:cubicBezTo>
                    <a:pt x="2" y="5"/>
                    <a:pt x="3" y="5"/>
                    <a:pt x="3" y="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3" name="Freeform 293"/>
            <p:cNvSpPr>
              <a:spLocks/>
            </p:cNvSpPr>
            <p:nvPr/>
          </p:nvSpPr>
          <p:spPr bwMode="auto">
            <a:xfrm>
              <a:off x="1214438" y="2062163"/>
              <a:ext cx="7938" cy="12700"/>
            </a:xfrm>
            <a:custGeom>
              <a:avLst/>
              <a:gdLst/>
              <a:ahLst/>
              <a:cxnLst>
                <a:cxn ang="0">
                  <a:pos x="3" y="6"/>
                </a:cxn>
                <a:cxn ang="0">
                  <a:pos x="3" y="4"/>
                </a:cxn>
                <a:cxn ang="0">
                  <a:pos x="3" y="1"/>
                </a:cxn>
                <a:cxn ang="0">
                  <a:pos x="2" y="0"/>
                </a:cxn>
                <a:cxn ang="0">
                  <a:pos x="0" y="2"/>
                </a:cxn>
                <a:cxn ang="0">
                  <a:pos x="0" y="3"/>
                </a:cxn>
                <a:cxn ang="0">
                  <a:pos x="1" y="5"/>
                </a:cxn>
                <a:cxn ang="0">
                  <a:pos x="2" y="7"/>
                </a:cxn>
                <a:cxn ang="0">
                  <a:pos x="3" y="6"/>
                </a:cxn>
              </a:cxnLst>
              <a:rect l="0" t="0" r="r" b="b"/>
              <a:pathLst>
                <a:path w="4" h="7">
                  <a:moveTo>
                    <a:pt x="3" y="6"/>
                  </a:moveTo>
                  <a:cubicBezTo>
                    <a:pt x="4" y="5"/>
                    <a:pt x="3" y="4"/>
                    <a:pt x="3" y="4"/>
                  </a:cubicBezTo>
                  <a:cubicBezTo>
                    <a:pt x="3" y="3"/>
                    <a:pt x="4" y="2"/>
                    <a:pt x="3" y="1"/>
                  </a:cubicBezTo>
                  <a:cubicBezTo>
                    <a:pt x="3" y="1"/>
                    <a:pt x="2" y="0"/>
                    <a:pt x="2" y="0"/>
                  </a:cubicBezTo>
                  <a:cubicBezTo>
                    <a:pt x="1" y="0"/>
                    <a:pt x="1" y="1"/>
                    <a:pt x="0" y="2"/>
                  </a:cubicBezTo>
                  <a:cubicBezTo>
                    <a:pt x="0" y="2"/>
                    <a:pt x="0" y="3"/>
                    <a:pt x="0" y="3"/>
                  </a:cubicBezTo>
                  <a:cubicBezTo>
                    <a:pt x="0" y="4"/>
                    <a:pt x="0" y="5"/>
                    <a:pt x="1" y="5"/>
                  </a:cubicBezTo>
                  <a:cubicBezTo>
                    <a:pt x="1" y="6"/>
                    <a:pt x="2" y="7"/>
                    <a:pt x="2" y="7"/>
                  </a:cubicBezTo>
                  <a:cubicBezTo>
                    <a:pt x="3" y="7"/>
                    <a:pt x="3" y="6"/>
                    <a:pt x="3" y="6"/>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4" name="Freeform 294"/>
            <p:cNvSpPr>
              <a:spLocks/>
            </p:cNvSpPr>
            <p:nvPr/>
          </p:nvSpPr>
          <p:spPr bwMode="auto">
            <a:xfrm>
              <a:off x="1203326" y="2009775"/>
              <a:ext cx="52388" cy="93663"/>
            </a:xfrm>
            <a:custGeom>
              <a:avLst/>
              <a:gdLst/>
              <a:ahLst/>
              <a:cxnLst>
                <a:cxn ang="0">
                  <a:pos x="28" y="48"/>
                </a:cxn>
                <a:cxn ang="0">
                  <a:pos x="28" y="46"/>
                </a:cxn>
                <a:cxn ang="0">
                  <a:pos x="27" y="44"/>
                </a:cxn>
                <a:cxn ang="0">
                  <a:pos x="25" y="42"/>
                </a:cxn>
                <a:cxn ang="0">
                  <a:pos x="26" y="40"/>
                </a:cxn>
                <a:cxn ang="0">
                  <a:pos x="27" y="40"/>
                </a:cxn>
                <a:cxn ang="0">
                  <a:pos x="28" y="39"/>
                </a:cxn>
                <a:cxn ang="0">
                  <a:pos x="28" y="36"/>
                </a:cxn>
                <a:cxn ang="0">
                  <a:pos x="27" y="35"/>
                </a:cxn>
                <a:cxn ang="0">
                  <a:pos x="28" y="32"/>
                </a:cxn>
                <a:cxn ang="0">
                  <a:pos x="28" y="28"/>
                </a:cxn>
                <a:cxn ang="0">
                  <a:pos x="27" y="24"/>
                </a:cxn>
                <a:cxn ang="0">
                  <a:pos x="26" y="20"/>
                </a:cxn>
                <a:cxn ang="0">
                  <a:pos x="24" y="19"/>
                </a:cxn>
                <a:cxn ang="0">
                  <a:pos x="22" y="17"/>
                </a:cxn>
                <a:cxn ang="0">
                  <a:pos x="21" y="15"/>
                </a:cxn>
                <a:cxn ang="0">
                  <a:pos x="19" y="14"/>
                </a:cxn>
                <a:cxn ang="0">
                  <a:pos x="18" y="12"/>
                </a:cxn>
                <a:cxn ang="0">
                  <a:pos x="17" y="10"/>
                </a:cxn>
                <a:cxn ang="0">
                  <a:pos x="16" y="9"/>
                </a:cxn>
                <a:cxn ang="0">
                  <a:pos x="13" y="6"/>
                </a:cxn>
                <a:cxn ang="0">
                  <a:pos x="10" y="4"/>
                </a:cxn>
                <a:cxn ang="0">
                  <a:pos x="8" y="2"/>
                </a:cxn>
                <a:cxn ang="0">
                  <a:pos x="6" y="0"/>
                </a:cxn>
                <a:cxn ang="0">
                  <a:pos x="5" y="0"/>
                </a:cxn>
                <a:cxn ang="0">
                  <a:pos x="3" y="1"/>
                </a:cxn>
                <a:cxn ang="0">
                  <a:pos x="1" y="3"/>
                </a:cxn>
                <a:cxn ang="0">
                  <a:pos x="0" y="4"/>
                </a:cxn>
                <a:cxn ang="0">
                  <a:pos x="0" y="6"/>
                </a:cxn>
                <a:cxn ang="0">
                  <a:pos x="1" y="9"/>
                </a:cxn>
                <a:cxn ang="0">
                  <a:pos x="3" y="13"/>
                </a:cxn>
                <a:cxn ang="0">
                  <a:pos x="5" y="18"/>
                </a:cxn>
                <a:cxn ang="0">
                  <a:pos x="6" y="19"/>
                </a:cxn>
                <a:cxn ang="0">
                  <a:pos x="8" y="20"/>
                </a:cxn>
                <a:cxn ang="0">
                  <a:pos x="10" y="20"/>
                </a:cxn>
                <a:cxn ang="0">
                  <a:pos x="10" y="22"/>
                </a:cxn>
                <a:cxn ang="0">
                  <a:pos x="9" y="23"/>
                </a:cxn>
                <a:cxn ang="0">
                  <a:pos x="9" y="25"/>
                </a:cxn>
                <a:cxn ang="0">
                  <a:pos x="10" y="27"/>
                </a:cxn>
                <a:cxn ang="0">
                  <a:pos x="11" y="29"/>
                </a:cxn>
                <a:cxn ang="0">
                  <a:pos x="11" y="32"/>
                </a:cxn>
                <a:cxn ang="0">
                  <a:pos x="11" y="34"/>
                </a:cxn>
                <a:cxn ang="0">
                  <a:pos x="12" y="36"/>
                </a:cxn>
                <a:cxn ang="0">
                  <a:pos x="13" y="36"/>
                </a:cxn>
                <a:cxn ang="0">
                  <a:pos x="14" y="35"/>
                </a:cxn>
                <a:cxn ang="0">
                  <a:pos x="15" y="35"/>
                </a:cxn>
                <a:cxn ang="0">
                  <a:pos x="17" y="38"/>
                </a:cxn>
                <a:cxn ang="0">
                  <a:pos x="20" y="41"/>
                </a:cxn>
                <a:cxn ang="0">
                  <a:pos x="21" y="42"/>
                </a:cxn>
                <a:cxn ang="0">
                  <a:pos x="21" y="44"/>
                </a:cxn>
                <a:cxn ang="0">
                  <a:pos x="21" y="47"/>
                </a:cxn>
                <a:cxn ang="0">
                  <a:pos x="23" y="49"/>
                </a:cxn>
                <a:cxn ang="0">
                  <a:pos x="25" y="50"/>
                </a:cxn>
                <a:cxn ang="0">
                  <a:pos x="27" y="49"/>
                </a:cxn>
                <a:cxn ang="0">
                  <a:pos x="28" y="48"/>
                </a:cxn>
              </a:cxnLst>
              <a:rect l="0" t="0" r="r" b="b"/>
              <a:pathLst>
                <a:path w="28" h="50">
                  <a:moveTo>
                    <a:pt x="28" y="48"/>
                  </a:moveTo>
                  <a:cubicBezTo>
                    <a:pt x="28" y="47"/>
                    <a:pt x="28" y="46"/>
                    <a:pt x="28" y="46"/>
                  </a:cubicBezTo>
                  <a:cubicBezTo>
                    <a:pt x="28" y="45"/>
                    <a:pt x="27" y="44"/>
                    <a:pt x="27" y="44"/>
                  </a:cubicBezTo>
                  <a:cubicBezTo>
                    <a:pt x="26" y="43"/>
                    <a:pt x="26" y="43"/>
                    <a:pt x="25" y="42"/>
                  </a:cubicBezTo>
                  <a:cubicBezTo>
                    <a:pt x="25" y="42"/>
                    <a:pt x="25" y="41"/>
                    <a:pt x="26" y="40"/>
                  </a:cubicBezTo>
                  <a:cubicBezTo>
                    <a:pt x="26" y="40"/>
                    <a:pt x="27" y="40"/>
                    <a:pt x="27" y="40"/>
                  </a:cubicBezTo>
                  <a:cubicBezTo>
                    <a:pt x="27" y="40"/>
                    <a:pt x="28" y="39"/>
                    <a:pt x="28" y="39"/>
                  </a:cubicBezTo>
                  <a:cubicBezTo>
                    <a:pt x="28" y="38"/>
                    <a:pt x="28" y="37"/>
                    <a:pt x="28" y="36"/>
                  </a:cubicBezTo>
                  <a:cubicBezTo>
                    <a:pt x="27" y="36"/>
                    <a:pt x="27" y="35"/>
                    <a:pt x="27" y="35"/>
                  </a:cubicBezTo>
                  <a:cubicBezTo>
                    <a:pt x="27" y="34"/>
                    <a:pt x="28" y="33"/>
                    <a:pt x="28" y="32"/>
                  </a:cubicBezTo>
                  <a:cubicBezTo>
                    <a:pt x="28" y="31"/>
                    <a:pt x="28" y="29"/>
                    <a:pt x="28" y="28"/>
                  </a:cubicBezTo>
                  <a:cubicBezTo>
                    <a:pt x="28" y="27"/>
                    <a:pt x="27" y="25"/>
                    <a:pt x="27" y="24"/>
                  </a:cubicBezTo>
                  <a:cubicBezTo>
                    <a:pt x="27" y="23"/>
                    <a:pt x="26" y="21"/>
                    <a:pt x="26" y="20"/>
                  </a:cubicBezTo>
                  <a:cubicBezTo>
                    <a:pt x="25" y="20"/>
                    <a:pt x="24" y="19"/>
                    <a:pt x="24" y="19"/>
                  </a:cubicBezTo>
                  <a:cubicBezTo>
                    <a:pt x="23" y="18"/>
                    <a:pt x="23" y="17"/>
                    <a:pt x="22" y="17"/>
                  </a:cubicBezTo>
                  <a:cubicBezTo>
                    <a:pt x="22" y="16"/>
                    <a:pt x="21" y="15"/>
                    <a:pt x="21" y="15"/>
                  </a:cubicBezTo>
                  <a:cubicBezTo>
                    <a:pt x="21" y="15"/>
                    <a:pt x="20" y="14"/>
                    <a:pt x="19" y="14"/>
                  </a:cubicBezTo>
                  <a:cubicBezTo>
                    <a:pt x="19" y="14"/>
                    <a:pt x="19" y="13"/>
                    <a:pt x="18" y="12"/>
                  </a:cubicBezTo>
                  <a:cubicBezTo>
                    <a:pt x="18" y="12"/>
                    <a:pt x="18" y="11"/>
                    <a:pt x="17" y="10"/>
                  </a:cubicBezTo>
                  <a:cubicBezTo>
                    <a:pt x="17" y="10"/>
                    <a:pt x="16" y="9"/>
                    <a:pt x="16" y="9"/>
                  </a:cubicBezTo>
                  <a:cubicBezTo>
                    <a:pt x="15" y="8"/>
                    <a:pt x="13" y="7"/>
                    <a:pt x="13" y="6"/>
                  </a:cubicBezTo>
                  <a:cubicBezTo>
                    <a:pt x="12" y="6"/>
                    <a:pt x="11" y="5"/>
                    <a:pt x="10" y="4"/>
                  </a:cubicBezTo>
                  <a:cubicBezTo>
                    <a:pt x="10" y="4"/>
                    <a:pt x="8" y="3"/>
                    <a:pt x="8" y="2"/>
                  </a:cubicBezTo>
                  <a:cubicBezTo>
                    <a:pt x="7" y="2"/>
                    <a:pt x="6" y="1"/>
                    <a:pt x="6" y="0"/>
                  </a:cubicBezTo>
                  <a:cubicBezTo>
                    <a:pt x="6" y="0"/>
                    <a:pt x="5" y="0"/>
                    <a:pt x="5" y="0"/>
                  </a:cubicBezTo>
                  <a:cubicBezTo>
                    <a:pt x="4" y="0"/>
                    <a:pt x="4" y="0"/>
                    <a:pt x="3" y="1"/>
                  </a:cubicBezTo>
                  <a:cubicBezTo>
                    <a:pt x="3" y="1"/>
                    <a:pt x="2" y="2"/>
                    <a:pt x="1" y="3"/>
                  </a:cubicBezTo>
                  <a:cubicBezTo>
                    <a:pt x="1" y="3"/>
                    <a:pt x="1" y="3"/>
                    <a:pt x="0" y="4"/>
                  </a:cubicBezTo>
                  <a:cubicBezTo>
                    <a:pt x="0" y="4"/>
                    <a:pt x="0" y="5"/>
                    <a:pt x="0" y="6"/>
                  </a:cubicBezTo>
                  <a:cubicBezTo>
                    <a:pt x="1" y="7"/>
                    <a:pt x="1" y="8"/>
                    <a:pt x="1" y="9"/>
                  </a:cubicBezTo>
                  <a:cubicBezTo>
                    <a:pt x="2" y="10"/>
                    <a:pt x="2" y="12"/>
                    <a:pt x="3" y="13"/>
                  </a:cubicBezTo>
                  <a:cubicBezTo>
                    <a:pt x="3" y="14"/>
                    <a:pt x="4" y="16"/>
                    <a:pt x="5" y="18"/>
                  </a:cubicBezTo>
                  <a:cubicBezTo>
                    <a:pt x="5" y="18"/>
                    <a:pt x="6" y="19"/>
                    <a:pt x="6" y="19"/>
                  </a:cubicBezTo>
                  <a:cubicBezTo>
                    <a:pt x="7" y="20"/>
                    <a:pt x="8" y="20"/>
                    <a:pt x="8" y="20"/>
                  </a:cubicBezTo>
                  <a:cubicBezTo>
                    <a:pt x="9" y="20"/>
                    <a:pt x="10" y="20"/>
                    <a:pt x="10" y="20"/>
                  </a:cubicBezTo>
                  <a:cubicBezTo>
                    <a:pt x="10" y="21"/>
                    <a:pt x="10" y="22"/>
                    <a:pt x="10" y="22"/>
                  </a:cubicBezTo>
                  <a:cubicBezTo>
                    <a:pt x="10" y="22"/>
                    <a:pt x="9" y="23"/>
                    <a:pt x="9" y="23"/>
                  </a:cubicBezTo>
                  <a:cubicBezTo>
                    <a:pt x="9" y="23"/>
                    <a:pt x="9" y="24"/>
                    <a:pt x="9" y="25"/>
                  </a:cubicBezTo>
                  <a:cubicBezTo>
                    <a:pt x="9" y="25"/>
                    <a:pt x="10" y="26"/>
                    <a:pt x="10" y="27"/>
                  </a:cubicBezTo>
                  <a:cubicBezTo>
                    <a:pt x="10" y="27"/>
                    <a:pt x="11" y="28"/>
                    <a:pt x="11" y="29"/>
                  </a:cubicBezTo>
                  <a:cubicBezTo>
                    <a:pt x="12" y="30"/>
                    <a:pt x="11" y="31"/>
                    <a:pt x="11" y="32"/>
                  </a:cubicBezTo>
                  <a:cubicBezTo>
                    <a:pt x="11" y="32"/>
                    <a:pt x="11" y="33"/>
                    <a:pt x="11" y="34"/>
                  </a:cubicBezTo>
                  <a:cubicBezTo>
                    <a:pt x="11" y="34"/>
                    <a:pt x="11" y="35"/>
                    <a:pt x="12" y="36"/>
                  </a:cubicBezTo>
                  <a:cubicBezTo>
                    <a:pt x="12" y="36"/>
                    <a:pt x="12" y="36"/>
                    <a:pt x="13" y="36"/>
                  </a:cubicBezTo>
                  <a:cubicBezTo>
                    <a:pt x="13" y="36"/>
                    <a:pt x="13" y="35"/>
                    <a:pt x="14" y="35"/>
                  </a:cubicBezTo>
                  <a:cubicBezTo>
                    <a:pt x="14" y="35"/>
                    <a:pt x="15" y="35"/>
                    <a:pt x="15" y="35"/>
                  </a:cubicBezTo>
                  <a:cubicBezTo>
                    <a:pt x="16" y="36"/>
                    <a:pt x="16" y="37"/>
                    <a:pt x="17" y="38"/>
                  </a:cubicBezTo>
                  <a:cubicBezTo>
                    <a:pt x="17" y="39"/>
                    <a:pt x="19" y="40"/>
                    <a:pt x="20" y="41"/>
                  </a:cubicBezTo>
                  <a:cubicBezTo>
                    <a:pt x="20" y="41"/>
                    <a:pt x="21" y="42"/>
                    <a:pt x="21" y="42"/>
                  </a:cubicBezTo>
                  <a:cubicBezTo>
                    <a:pt x="21" y="43"/>
                    <a:pt x="21" y="44"/>
                    <a:pt x="21" y="44"/>
                  </a:cubicBezTo>
                  <a:cubicBezTo>
                    <a:pt x="21" y="45"/>
                    <a:pt x="21" y="46"/>
                    <a:pt x="21" y="47"/>
                  </a:cubicBezTo>
                  <a:cubicBezTo>
                    <a:pt x="22" y="48"/>
                    <a:pt x="23" y="49"/>
                    <a:pt x="23" y="49"/>
                  </a:cubicBezTo>
                  <a:cubicBezTo>
                    <a:pt x="24" y="50"/>
                    <a:pt x="25" y="50"/>
                    <a:pt x="25" y="50"/>
                  </a:cubicBezTo>
                  <a:cubicBezTo>
                    <a:pt x="26" y="50"/>
                    <a:pt x="27" y="49"/>
                    <a:pt x="27" y="49"/>
                  </a:cubicBezTo>
                  <a:cubicBezTo>
                    <a:pt x="28" y="49"/>
                    <a:pt x="28" y="48"/>
                    <a:pt x="28" y="4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5" name="Freeform 295"/>
            <p:cNvSpPr>
              <a:spLocks/>
            </p:cNvSpPr>
            <p:nvPr/>
          </p:nvSpPr>
          <p:spPr bwMode="auto">
            <a:xfrm>
              <a:off x="1104901" y="2290763"/>
              <a:ext cx="7938" cy="4763"/>
            </a:xfrm>
            <a:custGeom>
              <a:avLst/>
              <a:gdLst/>
              <a:ahLst/>
              <a:cxnLst>
                <a:cxn ang="0">
                  <a:pos x="1" y="0"/>
                </a:cxn>
                <a:cxn ang="0">
                  <a:pos x="0" y="1"/>
                </a:cxn>
                <a:cxn ang="0">
                  <a:pos x="0" y="2"/>
                </a:cxn>
                <a:cxn ang="0">
                  <a:pos x="0" y="3"/>
                </a:cxn>
                <a:cxn ang="0">
                  <a:pos x="2" y="3"/>
                </a:cxn>
                <a:cxn ang="0">
                  <a:pos x="4" y="1"/>
                </a:cxn>
                <a:cxn ang="0">
                  <a:pos x="4" y="0"/>
                </a:cxn>
                <a:cxn ang="0">
                  <a:pos x="1" y="0"/>
                </a:cxn>
              </a:cxnLst>
              <a:rect l="0" t="0" r="r" b="b"/>
              <a:pathLst>
                <a:path w="4" h="3">
                  <a:moveTo>
                    <a:pt x="1" y="0"/>
                  </a:moveTo>
                  <a:cubicBezTo>
                    <a:pt x="1" y="0"/>
                    <a:pt x="0" y="1"/>
                    <a:pt x="0" y="1"/>
                  </a:cubicBezTo>
                  <a:cubicBezTo>
                    <a:pt x="0" y="1"/>
                    <a:pt x="0" y="1"/>
                    <a:pt x="0" y="2"/>
                  </a:cubicBezTo>
                  <a:cubicBezTo>
                    <a:pt x="0" y="2"/>
                    <a:pt x="0" y="3"/>
                    <a:pt x="0" y="3"/>
                  </a:cubicBezTo>
                  <a:cubicBezTo>
                    <a:pt x="1" y="3"/>
                    <a:pt x="2" y="3"/>
                    <a:pt x="2" y="3"/>
                  </a:cubicBezTo>
                  <a:cubicBezTo>
                    <a:pt x="3" y="2"/>
                    <a:pt x="4" y="2"/>
                    <a:pt x="4" y="1"/>
                  </a:cubicBezTo>
                  <a:cubicBezTo>
                    <a:pt x="4" y="1"/>
                    <a:pt x="4" y="0"/>
                    <a:pt x="4" y="0"/>
                  </a:cubicBezTo>
                  <a:cubicBezTo>
                    <a:pt x="3" y="0"/>
                    <a:pt x="2" y="0"/>
                    <a:pt x="1"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6" name="Freeform 296"/>
            <p:cNvSpPr>
              <a:spLocks/>
            </p:cNvSpPr>
            <p:nvPr/>
          </p:nvSpPr>
          <p:spPr bwMode="auto">
            <a:xfrm>
              <a:off x="504826" y="2422525"/>
              <a:ext cx="266700" cy="141288"/>
            </a:xfrm>
            <a:custGeom>
              <a:avLst/>
              <a:gdLst/>
              <a:ahLst/>
              <a:cxnLst>
                <a:cxn ang="0">
                  <a:pos x="130" y="32"/>
                </a:cxn>
                <a:cxn ang="0">
                  <a:pos x="138" y="32"/>
                </a:cxn>
                <a:cxn ang="0">
                  <a:pos x="139" y="35"/>
                </a:cxn>
                <a:cxn ang="0">
                  <a:pos x="141" y="40"/>
                </a:cxn>
                <a:cxn ang="0">
                  <a:pos x="140" y="42"/>
                </a:cxn>
                <a:cxn ang="0">
                  <a:pos x="133" y="40"/>
                </a:cxn>
                <a:cxn ang="0">
                  <a:pos x="125" y="41"/>
                </a:cxn>
                <a:cxn ang="0">
                  <a:pos x="114" y="43"/>
                </a:cxn>
                <a:cxn ang="0">
                  <a:pos x="104" y="44"/>
                </a:cxn>
                <a:cxn ang="0">
                  <a:pos x="95" y="45"/>
                </a:cxn>
                <a:cxn ang="0">
                  <a:pos x="92" y="49"/>
                </a:cxn>
                <a:cxn ang="0">
                  <a:pos x="90" y="44"/>
                </a:cxn>
                <a:cxn ang="0">
                  <a:pos x="85" y="45"/>
                </a:cxn>
                <a:cxn ang="0">
                  <a:pos x="83" y="52"/>
                </a:cxn>
                <a:cxn ang="0">
                  <a:pos x="76" y="53"/>
                </a:cxn>
                <a:cxn ang="0">
                  <a:pos x="69" y="61"/>
                </a:cxn>
                <a:cxn ang="0">
                  <a:pos x="62" y="69"/>
                </a:cxn>
                <a:cxn ang="0">
                  <a:pos x="55" y="67"/>
                </a:cxn>
                <a:cxn ang="0">
                  <a:pos x="50" y="67"/>
                </a:cxn>
                <a:cxn ang="0">
                  <a:pos x="46" y="68"/>
                </a:cxn>
                <a:cxn ang="0">
                  <a:pos x="40" y="69"/>
                </a:cxn>
                <a:cxn ang="0">
                  <a:pos x="34" y="73"/>
                </a:cxn>
                <a:cxn ang="0">
                  <a:pos x="31" y="74"/>
                </a:cxn>
                <a:cxn ang="0">
                  <a:pos x="29" y="69"/>
                </a:cxn>
                <a:cxn ang="0">
                  <a:pos x="21" y="74"/>
                </a:cxn>
                <a:cxn ang="0">
                  <a:pos x="17" y="71"/>
                </a:cxn>
                <a:cxn ang="0">
                  <a:pos x="10" y="70"/>
                </a:cxn>
                <a:cxn ang="0">
                  <a:pos x="6" y="64"/>
                </a:cxn>
                <a:cxn ang="0">
                  <a:pos x="3" y="58"/>
                </a:cxn>
                <a:cxn ang="0">
                  <a:pos x="1" y="54"/>
                </a:cxn>
                <a:cxn ang="0">
                  <a:pos x="10" y="50"/>
                </a:cxn>
                <a:cxn ang="0">
                  <a:pos x="15" y="49"/>
                </a:cxn>
                <a:cxn ang="0">
                  <a:pos x="24" y="53"/>
                </a:cxn>
                <a:cxn ang="0">
                  <a:pos x="34" y="50"/>
                </a:cxn>
                <a:cxn ang="0">
                  <a:pos x="43" y="46"/>
                </a:cxn>
                <a:cxn ang="0">
                  <a:pos x="48" y="46"/>
                </a:cxn>
                <a:cxn ang="0">
                  <a:pos x="55" y="43"/>
                </a:cxn>
                <a:cxn ang="0">
                  <a:pos x="54" y="33"/>
                </a:cxn>
                <a:cxn ang="0">
                  <a:pos x="61" y="28"/>
                </a:cxn>
                <a:cxn ang="0">
                  <a:pos x="65" y="16"/>
                </a:cxn>
                <a:cxn ang="0">
                  <a:pos x="68" y="7"/>
                </a:cxn>
                <a:cxn ang="0">
                  <a:pos x="75" y="2"/>
                </a:cxn>
                <a:cxn ang="0">
                  <a:pos x="79" y="3"/>
                </a:cxn>
                <a:cxn ang="0">
                  <a:pos x="88" y="7"/>
                </a:cxn>
                <a:cxn ang="0">
                  <a:pos x="95" y="5"/>
                </a:cxn>
                <a:cxn ang="0">
                  <a:pos x="94" y="11"/>
                </a:cxn>
                <a:cxn ang="0">
                  <a:pos x="94" y="16"/>
                </a:cxn>
                <a:cxn ang="0">
                  <a:pos x="103" y="15"/>
                </a:cxn>
                <a:cxn ang="0">
                  <a:pos x="102" y="18"/>
                </a:cxn>
                <a:cxn ang="0">
                  <a:pos x="104" y="24"/>
                </a:cxn>
                <a:cxn ang="0">
                  <a:pos x="109" y="23"/>
                </a:cxn>
                <a:cxn ang="0">
                  <a:pos x="112" y="29"/>
                </a:cxn>
                <a:cxn ang="0">
                  <a:pos x="119" y="33"/>
                </a:cxn>
              </a:cxnLst>
              <a:rect l="0" t="0" r="r" b="b"/>
              <a:pathLst>
                <a:path w="141" h="75">
                  <a:moveTo>
                    <a:pt x="125" y="32"/>
                  </a:moveTo>
                  <a:cubicBezTo>
                    <a:pt x="125" y="32"/>
                    <a:pt x="125" y="32"/>
                    <a:pt x="125" y="32"/>
                  </a:cubicBezTo>
                  <a:cubicBezTo>
                    <a:pt x="126" y="32"/>
                    <a:pt x="129" y="32"/>
                    <a:pt x="130" y="32"/>
                  </a:cubicBezTo>
                  <a:cubicBezTo>
                    <a:pt x="131" y="32"/>
                    <a:pt x="132" y="31"/>
                    <a:pt x="133" y="31"/>
                  </a:cubicBezTo>
                  <a:cubicBezTo>
                    <a:pt x="134" y="31"/>
                    <a:pt x="135" y="30"/>
                    <a:pt x="136" y="30"/>
                  </a:cubicBezTo>
                  <a:cubicBezTo>
                    <a:pt x="137" y="30"/>
                    <a:pt x="137" y="32"/>
                    <a:pt x="138" y="32"/>
                  </a:cubicBezTo>
                  <a:cubicBezTo>
                    <a:pt x="138" y="32"/>
                    <a:pt x="139" y="33"/>
                    <a:pt x="140" y="33"/>
                  </a:cubicBezTo>
                  <a:cubicBezTo>
                    <a:pt x="140" y="33"/>
                    <a:pt x="140" y="33"/>
                    <a:pt x="140" y="33"/>
                  </a:cubicBezTo>
                  <a:cubicBezTo>
                    <a:pt x="140" y="34"/>
                    <a:pt x="139" y="34"/>
                    <a:pt x="139" y="35"/>
                  </a:cubicBezTo>
                  <a:cubicBezTo>
                    <a:pt x="138" y="35"/>
                    <a:pt x="138" y="36"/>
                    <a:pt x="139" y="36"/>
                  </a:cubicBezTo>
                  <a:cubicBezTo>
                    <a:pt x="139" y="37"/>
                    <a:pt x="140" y="38"/>
                    <a:pt x="140" y="38"/>
                  </a:cubicBezTo>
                  <a:cubicBezTo>
                    <a:pt x="140" y="39"/>
                    <a:pt x="141" y="40"/>
                    <a:pt x="141" y="40"/>
                  </a:cubicBezTo>
                  <a:cubicBezTo>
                    <a:pt x="141" y="41"/>
                    <a:pt x="141" y="41"/>
                    <a:pt x="141" y="42"/>
                  </a:cubicBezTo>
                  <a:cubicBezTo>
                    <a:pt x="141" y="42"/>
                    <a:pt x="140" y="42"/>
                    <a:pt x="140" y="42"/>
                  </a:cubicBezTo>
                  <a:cubicBezTo>
                    <a:pt x="140" y="42"/>
                    <a:pt x="140" y="42"/>
                    <a:pt x="140" y="42"/>
                  </a:cubicBezTo>
                  <a:cubicBezTo>
                    <a:pt x="139" y="42"/>
                    <a:pt x="139" y="41"/>
                    <a:pt x="138" y="41"/>
                  </a:cubicBezTo>
                  <a:cubicBezTo>
                    <a:pt x="138" y="41"/>
                    <a:pt x="136" y="41"/>
                    <a:pt x="136" y="41"/>
                  </a:cubicBezTo>
                  <a:cubicBezTo>
                    <a:pt x="135" y="41"/>
                    <a:pt x="134" y="41"/>
                    <a:pt x="133" y="40"/>
                  </a:cubicBezTo>
                  <a:cubicBezTo>
                    <a:pt x="133" y="40"/>
                    <a:pt x="131" y="40"/>
                    <a:pt x="131" y="40"/>
                  </a:cubicBezTo>
                  <a:cubicBezTo>
                    <a:pt x="130" y="39"/>
                    <a:pt x="128" y="40"/>
                    <a:pt x="128" y="40"/>
                  </a:cubicBezTo>
                  <a:cubicBezTo>
                    <a:pt x="127" y="40"/>
                    <a:pt x="126" y="41"/>
                    <a:pt x="125" y="41"/>
                  </a:cubicBezTo>
                  <a:cubicBezTo>
                    <a:pt x="124" y="41"/>
                    <a:pt x="122" y="41"/>
                    <a:pt x="121" y="41"/>
                  </a:cubicBezTo>
                  <a:cubicBezTo>
                    <a:pt x="120" y="41"/>
                    <a:pt x="119" y="41"/>
                    <a:pt x="119" y="41"/>
                  </a:cubicBezTo>
                  <a:cubicBezTo>
                    <a:pt x="118" y="42"/>
                    <a:pt x="115" y="43"/>
                    <a:pt x="114" y="43"/>
                  </a:cubicBezTo>
                  <a:cubicBezTo>
                    <a:pt x="113" y="44"/>
                    <a:pt x="111" y="44"/>
                    <a:pt x="110" y="45"/>
                  </a:cubicBezTo>
                  <a:cubicBezTo>
                    <a:pt x="110" y="45"/>
                    <a:pt x="108" y="45"/>
                    <a:pt x="107" y="45"/>
                  </a:cubicBezTo>
                  <a:cubicBezTo>
                    <a:pt x="106" y="45"/>
                    <a:pt x="105" y="44"/>
                    <a:pt x="104" y="44"/>
                  </a:cubicBezTo>
                  <a:cubicBezTo>
                    <a:pt x="103" y="44"/>
                    <a:pt x="101" y="45"/>
                    <a:pt x="101" y="45"/>
                  </a:cubicBezTo>
                  <a:cubicBezTo>
                    <a:pt x="100" y="45"/>
                    <a:pt x="98" y="45"/>
                    <a:pt x="97" y="45"/>
                  </a:cubicBezTo>
                  <a:cubicBezTo>
                    <a:pt x="97" y="45"/>
                    <a:pt x="96" y="45"/>
                    <a:pt x="95" y="45"/>
                  </a:cubicBezTo>
                  <a:cubicBezTo>
                    <a:pt x="95" y="45"/>
                    <a:pt x="94" y="45"/>
                    <a:pt x="94" y="45"/>
                  </a:cubicBezTo>
                  <a:cubicBezTo>
                    <a:pt x="94" y="46"/>
                    <a:pt x="94" y="47"/>
                    <a:pt x="94" y="48"/>
                  </a:cubicBezTo>
                  <a:cubicBezTo>
                    <a:pt x="93" y="48"/>
                    <a:pt x="92" y="49"/>
                    <a:pt x="92" y="49"/>
                  </a:cubicBezTo>
                  <a:cubicBezTo>
                    <a:pt x="91" y="49"/>
                    <a:pt x="90" y="49"/>
                    <a:pt x="90" y="48"/>
                  </a:cubicBezTo>
                  <a:cubicBezTo>
                    <a:pt x="90" y="48"/>
                    <a:pt x="90" y="47"/>
                    <a:pt x="90" y="46"/>
                  </a:cubicBezTo>
                  <a:cubicBezTo>
                    <a:pt x="90" y="46"/>
                    <a:pt x="90" y="45"/>
                    <a:pt x="90" y="44"/>
                  </a:cubicBezTo>
                  <a:cubicBezTo>
                    <a:pt x="90" y="44"/>
                    <a:pt x="89" y="43"/>
                    <a:pt x="89" y="43"/>
                  </a:cubicBezTo>
                  <a:cubicBezTo>
                    <a:pt x="89" y="43"/>
                    <a:pt x="88" y="44"/>
                    <a:pt x="88" y="44"/>
                  </a:cubicBezTo>
                  <a:cubicBezTo>
                    <a:pt x="87" y="44"/>
                    <a:pt x="86" y="45"/>
                    <a:pt x="85" y="45"/>
                  </a:cubicBezTo>
                  <a:cubicBezTo>
                    <a:pt x="85" y="46"/>
                    <a:pt x="85" y="47"/>
                    <a:pt x="85" y="48"/>
                  </a:cubicBezTo>
                  <a:cubicBezTo>
                    <a:pt x="84" y="49"/>
                    <a:pt x="85" y="50"/>
                    <a:pt x="85" y="50"/>
                  </a:cubicBezTo>
                  <a:cubicBezTo>
                    <a:pt x="84" y="51"/>
                    <a:pt x="84" y="51"/>
                    <a:pt x="83" y="52"/>
                  </a:cubicBezTo>
                  <a:cubicBezTo>
                    <a:pt x="83" y="52"/>
                    <a:pt x="82" y="53"/>
                    <a:pt x="82" y="53"/>
                  </a:cubicBezTo>
                  <a:cubicBezTo>
                    <a:pt x="81" y="54"/>
                    <a:pt x="80" y="54"/>
                    <a:pt x="79" y="54"/>
                  </a:cubicBezTo>
                  <a:cubicBezTo>
                    <a:pt x="78" y="54"/>
                    <a:pt x="77" y="53"/>
                    <a:pt x="76" y="53"/>
                  </a:cubicBezTo>
                  <a:cubicBezTo>
                    <a:pt x="75" y="53"/>
                    <a:pt x="74" y="55"/>
                    <a:pt x="74" y="56"/>
                  </a:cubicBezTo>
                  <a:cubicBezTo>
                    <a:pt x="73" y="56"/>
                    <a:pt x="72" y="57"/>
                    <a:pt x="72" y="58"/>
                  </a:cubicBezTo>
                  <a:cubicBezTo>
                    <a:pt x="71" y="59"/>
                    <a:pt x="70" y="60"/>
                    <a:pt x="69" y="61"/>
                  </a:cubicBezTo>
                  <a:cubicBezTo>
                    <a:pt x="69" y="62"/>
                    <a:pt x="67" y="63"/>
                    <a:pt x="66" y="64"/>
                  </a:cubicBezTo>
                  <a:cubicBezTo>
                    <a:pt x="66" y="65"/>
                    <a:pt x="65" y="66"/>
                    <a:pt x="64" y="67"/>
                  </a:cubicBezTo>
                  <a:cubicBezTo>
                    <a:pt x="64" y="68"/>
                    <a:pt x="63" y="69"/>
                    <a:pt x="62" y="69"/>
                  </a:cubicBezTo>
                  <a:cubicBezTo>
                    <a:pt x="62" y="69"/>
                    <a:pt x="60" y="70"/>
                    <a:pt x="60" y="69"/>
                  </a:cubicBezTo>
                  <a:cubicBezTo>
                    <a:pt x="59" y="69"/>
                    <a:pt x="58" y="68"/>
                    <a:pt x="57" y="68"/>
                  </a:cubicBezTo>
                  <a:cubicBezTo>
                    <a:pt x="57" y="68"/>
                    <a:pt x="56" y="67"/>
                    <a:pt x="55" y="67"/>
                  </a:cubicBezTo>
                  <a:cubicBezTo>
                    <a:pt x="55" y="67"/>
                    <a:pt x="54" y="68"/>
                    <a:pt x="54" y="68"/>
                  </a:cubicBezTo>
                  <a:cubicBezTo>
                    <a:pt x="53" y="68"/>
                    <a:pt x="52" y="68"/>
                    <a:pt x="51" y="68"/>
                  </a:cubicBezTo>
                  <a:cubicBezTo>
                    <a:pt x="51" y="68"/>
                    <a:pt x="51" y="67"/>
                    <a:pt x="50" y="67"/>
                  </a:cubicBezTo>
                  <a:cubicBezTo>
                    <a:pt x="50" y="67"/>
                    <a:pt x="50" y="66"/>
                    <a:pt x="49" y="65"/>
                  </a:cubicBezTo>
                  <a:cubicBezTo>
                    <a:pt x="48" y="65"/>
                    <a:pt x="47" y="65"/>
                    <a:pt x="46" y="65"/>
                  </a:cubicBezTo>
                  <a:cubicBezTo>
                    <a:pt x="46" y="66"/>
                    <a:pt x="46" y="67"/>
                    <a:pt x="46" y="68"/>
                  </a:cubicBezTo>
                  <a:cubicBezTo>
                    <a:pt x="45" y="68"/>
                    <a:pt x="44" y="68"/>
                    <a:pt x="43" y="68"/>
                  </a:cubicBezTo>
                  <a:cubicBezTo>
                    <a:pt x="42" y="68"/>
                    <a:pt x="40" y="67"/>
                    <a:pt x="40" y="68"/>
                  </a:cubicBezTo>
                  <a:cubicBezTo>
                    <a:pt x="40" y="68"/>
                    <a:pt x="40" y="69"/>
                    <a:pt x="40" y="69"/>
                  </a:cubicBezTo>
                  <a:cubicBezTo>
                    <a:pt x="40" y="70"/>
                    <a:pt x="38" y="70"/>
                    <a:pt x="38" y="70"/>
                  </a:cubicBezTo>
                  <a:cubicBezTo>
                    <a:pt x="37" y="71"/>
                    <a:pt x="36" y="71"/>
                    <a:pt x="36" y="71"/>
                  </a:cubicBezTo>
                  <a:cubicBezTo>
                    <a:pt x="36" y="71"/>
                    <a:pt x="35" y="72"/>
                    <a:pt x="34" y="73"/>
                  </a:cubicBezTo>
                  <a:cubicBezTo>
                    <a:pt x="34" y="73"/>
                    <a:pt x="33" y="74"/>
                    <a:pt x="32" y="74"/>
                  </a:cubicBezTo>
                  <a:cubicBezTo>
                    <a:pt x="32" y="75"/>
                    <a:pt x="31" y="75"/>
                    <a:pt x="31" y="75"/>
                  </a:cubicBezTo>
                  <a:cubicBezTo>
                    <a:pt x="31" y="75"/>
                    <a:pt x="31" y="74"/>
                    <a:pt x="31" y="74"/>
                  </a:cubicBezTo>
                  <a:cubicBezTo>
                    <a:pt x="31" y="73"/>
                    <a:pt x="31" y="72"/>
                    <a:pt x="31" y="72"/>
                  </a:cubicBezTo>
                  <a:cubicBezTo>
                    <a:pt x="31" y="71"/>
                    <a:pt x="32" y="70"/>
                    <a:pt x="31" y="69"/>
                  </a:cubicBezTo>
                  <a:cubicBezTo>
                    <a:pt x="31" y="69"/>
                    <a:pt x="29" y="69"/>
                    <a:pt x="29" y="69"/>
                  </a:cubicBezTo>
                  <a:cubicBezTo>
                    <a:pt x="28" y="70"/>
                    <a:pt x="27" y="71"/>
                    <a:pt x="27" y="71"/>
                  </a:cubicBezTo>
                  <a:cubicBezTo>
                    <a:pt x="26" y="72"/>
                    <a:pt x="25" y="73"/>
                    <a:pt x="24" y="73"/>
                  </a:cubicBezTo>
                  <a:cubicBezTo>
                    <a:pt x="23" y="73"/>
                    <a:pt x="22" y="74"/>
                    <a:pt x="21" y="74"/>
                  </a:cubicBezTo>
                  <a:cubicBezTo>
                    <a:pt x="21" y="74"/>
                    <a:pt x="21" y="72"/>
                    <a:pt x="20" y="72"/>
                  </a:cubicBezTo>
                  <a:cubicBezTo>
                    <a:pt x="20" y="72"/>
                    <a:pt x="20" y="71"/>
                    <a:pt x="19" y="71"/>
                  </a:cubicBezTo>
                  <a:cubicBezTo>
                    <a:pt x="19" y="71"/>
                    <a:pt x="18" y="71"/>
                    <a:pt x="17" y="71"/>
                  </a:cubicBezTo>
                  <a:cubicBezTo>
                    <a:pt x="17" y="71"/>
                    <a:pt x="17" y="70"/>
                    <a:pt x="16" y="70"/>
                  </a:cubicBezTo>
                  <a:cubicBezTo>
                    <a:pt x="16" y="69"/>
                    <a:pt x="14" y="70"/>
                    <a:pt x="13" y="70"/>
                  </a:cubicBezTo>
                  <a:cubicBezTo>
                    <a:pt x="12" y="70"/>
                    <a:pt x="11" y="70"/>
                    <a:pt x="10" y="70"/>
                  </a:cubicBezTo>
                  <a:cubicBezTo>
                    <a:pt x="10" y="69"/>
                    <a:pt x="10" y="68"/>
                    <a:pt x="9" y="67"/>
                  </a:cubicBezTo>
                  <a:cubicBezTo>
                    <a:pt x="9" y="67"/>
                    <a:pt x="9" y="65"/>
                    <a:pt x="8" y="65"/>
                  </a:cubicBezTo>
                  <a:cubicBezTo>
                    <a:pt x="8" y="64"/>
                    <a:pt x="6" y="64"/>
                    <a:pt x="6" y="64"/>
                  </a:cubicBezTo>
                  <a:cubicBezTo>
                    <a:pt x="5" y="63"/>
                    <a:pt x="4" y="63"/>
                    <a:pt x="3" y="63"/>
                  </a:cubicBezTo>
                  <a:cubicBezTo>
                    <a:pt x="3" y="62"/>
                    <a:pt x="2" y="61"/>
                    <a:pt x="2" y="60"/>
                  </a:cubicBezTo>
                  <a:cubicBezTo>
                    <a:pt x="2" y="60"/>
                    <a:pt x="3" y="59"/>
                    <a:pt x="3" y="58"/>
                  </a:cubicBezTo>
                  <a:cubicBezTo>
                    <a:pt x="4" y="58"/>
                    <a:pt x="3" y="57"/>
                    <a:pt x="3" y="57"/>
                  </a:cubicBezTo>
                  <a:cubicBezTo>
                    <a:pt x="2" y="57"/>
                    <a:pt x="1" y="57"/>
                    <a:pt x="0" y="57"/>
                  </a:cubicBezTo>
                  <a:cubicBezTo>
                    <a:pt x="0" y="56"/>
                    <a:pt x="0" y="55"/>
                    <a:pt x="1" y="54"/>
                  </a:cubicBezTo>
                  <a:cubicBezTo>
                    <a:pt x="1" y="54"/>
                    <a:pt x="3" y="53"/>
                    <a:pt x="3" y="53"/>
                  </a:cubicBezTo>
                  <a:cubicBezTo>
                    <a:pt x="4" y="53"/>
                    <a:pt x="5" y="53"/>
                    <a:pt x="6" y="52"/>
                  </a:cubicBezTo>
                  <a:cubicBezTo>
                    <a:pt x="7" y="52"/>
                    <a:pt x="9" y="51"/>
                    <a:pt x="10" y="50"/>
                  </a:cubicBezTo>
                  <a:cubicBezTo>
                    <a:pt x="10" y="50"/>
                    <a:pt x="11" y="49"/>
                    <a:pt x="11" y="49"/>
                  </a:cubicBezTo>
                  <a:cubicBezTo>
                    <a:pt x="12" y="49"/>
                    <a:pt x="13" y="48"/>
                    <a:pt x="14" y="48"/>
                  </a:cubicBezTo>
                  <a:cubicBezTo>
                    <a:pt x="14" y="48"/>
                    <a:pt x="15" y="49"/>
                    <a:pt x="15" y="49"/>
                  </a:cubicBezTo>
                  <a:cubicBezTo>
                    <a:pt x="16" y="49"/>
                    <a:pt x="18" y="49"/>
                    <a:pt x="18" y="50"/>
                  </a:cubicBezTo>
                  <a:cubicBezTo>
                    <a:pt x="19" y="50"/>
                    <a:pt x="21" y="52"/>
                    <a:pt x="22" y="53"/>
                  </a:cubicBezTo>
                  <a:cubicBezTo>
                    <a:pt x="22" y="53"/>
                    <a:pt x="23" y="53"/>
                    <a:pt x="24" y="53"/>
                  </a:cubicBezTo>
                  <a:cubicBezTo>
                    <a:pt x="25" y="53"/>
                    <a:pt x="26" y="52"/>
                    <a:pt x="27" y="52"/>
                  </a:cubicBezTo>
                  <a:cubicBezTo>
                    <a:pt x="28" y="51"/>
                    <a:pt x="30" y="50"/>
                    <a:pt x="30" y="50"/>
                  </a:cubicBezTo>
                  <a:cubicBezTo>
                    <a:pt x="31" y="50"/>
                    <a:pt x="33" y="50"/>
                    <a:pt x="34" y="50"/>
                  </a:cubicBezTo>
                  <a:cubicBezTo>
                    <a:pt x="35" y="50"/>
                    <a:pt x="36" y="48"/>
                    <a:pt x="37" y="47"/>
                  </a:cubicBezTo>
                  <a:cubicBezTo>
                    <a:pt x="38" y="47"/>
                    <a:pt x="39" y="46"/>
                    <a:pt x="40" y="46"/>
                  </a:cubicBezTo>
                  <a:cubicBezTo>
                    <a:pt x="40" y="45"/>
                    <a:pt x="42" y="46"/>
                    <a:pt x="43" y="46"/>
                  </a:cubicBezTo>
                  <a:cubicBezTo>
                    <a:pt x="44" y="46"/>
                    <a:pt x="45" y="46"/>
                    <a:pt x="46" y="46"/>
                  </a:cubicBezTo>
                  <a:cubicBezTo>
                    <a:pt x="46" y="45"/>
                    <a:pt x="47" y="44"/>
                    <a:pt x="47" y="44"/>
                  </a:cubicBezTo>
                  <a:cubicBezTo>
                    <a:pt x="48" y="44"/>
                    <a:pt x="48" y="46"/>
                    <a:pt x="48" y="46"/>
                  </a:cubicBezTo>
                  <a:cubicBezTo>
                    <a:pt x="49" y="47"/>
                    <a:pt x="50" y="47"/>
                    <a:pt x="51" y="47"/>
                  </a:cubicBezTo>
                  <a:cubicBezTo>
                    <a:pt x="52" y="47"/>
                    <a:pt x="53" y="47"/>
                    <a:pt x="54" y="46"/>
                  </a:cubicBezTo>
                  <a:cubicBezTo>
                    <a:pt x="54" y="46"/>
                    <a:pt x="55" y="44"/>
                    <a:pt x="55" y="43"/>
                  </a:cubicBezTo>
                  <a:cubicBezTo>
                    <a:pt x="55" y="42"/>
                    <a:pt x="55" y="40"/>
                    <a:pt x="55" y="38"/>
                  </a:cubicBezTo>
                  <a:cubicBezTo>
                    <a:pt x="55" y="37"/>
                    <a:pt x="54" y="36"/>
                    <a:pt x="54" y="35"/>
                  </a:cubicBezTo>
                  <a:cubicBezTo>
                    <a:pt x="54" y="34"/>
                    <a:pt x="54" y="33"/>
                    <a:pt x="54" y="33"/>
                  </a:cubicBezTo>
                  <a:cubicBezTo>
                    <a:pt x="55" y="32"/>
                    <a:pt x="56" y="32"/>
                    <a:pt x="56" y="31"/>
                  </a:cubicBezTo>
                  <a:cubicBezTo>
                    <a:pt x="57" y="31"/>
                    <a:pt x="58" y="30"/>
                    <a:pt x="58" y="30"/>
                  </a:cubicBezTo>
                  <a:cubicBezTo>
                    <a:pt x="59" y="30"/>
                    <a:pt x="61" y="29"/>
                    <a:pt x="61" y="28"/>
                  </a:cubicBezTo>
                  <a:cubicBezTo>
                    <a:pt x="62" y="27"/>
                    <a:pt x="63" y="25"/>
                    <a:pt x="63" y="25"/>
                  </a:cubicBezTo>
                  <a:cubicBezTo>
                    <a:pt x="63" y="23"/>
                    <a:pt x="63" y="21"/>
                    <a:pt x="64" y="19"/>
                  </a:cubicBezTo>
                  <a:cubicBezTo>
                    <a:pt x="64" y="18"/>
                    <a:pt x="65" y="16"/>
                    <a:pt x="65" y="16"/>
                  </a:cubicBezTo>
                  <a:cubicBezTo>
                    <a:pt x="65" y="15"/>
                    <a:pt x="66" y="13"/>
                    <a:pt x="67" y="13"/>
                  </a:cubicBezTo>
                  <a:cubicBezTo>
                    <a:pt x="67" y="12"/>
                    <a:pt x="67" y="11"/>
                    <a:pt x="67" y="10"/>
                  </a:cubicBezTo>
                  <a:cubicBezTo>
                    <a:pt x="68" y="9"/>
                    <a:pt x="68" y="7"/>
                    <a:pt x="68" y="7"/>
                  </a:cubicBezTo>
                  <a:cubicBezTo>
                    <a:pt x="69" y="6"/>
                    <a:pt x="69" y="5"/>
                    <a:pt x="69" y="5"/>
                  </a:cubicBezTo>
                  <a:cubicBezTo>
                    <a:pt x="70" y="4"/>
                    <a:pt x="71" y="3"/>
                    <a:pt x="72" y="3"/>
                  </a:cubicBezTo>
                  <a:cubicBezTo>
                    <a:pt x="73" y="2"/>
                    <a:pt x="75" y="2"/>
                    <a:pt x="75" y="2"/>
                  </a:cubicBezTo>
                  <a:cubicBezTo>
                    <a:pt x="76" y="2"/>
                    <a:pt x="77" y="1"/>
                    <a:pt x="78" y="0"/>
                  </a:cubicBezTo>
                  <a:cubicBezTo>
                    <a:pt x="78" y="1"/>
                    <a:pt x="78" y="1"/>
                    <a:pt x="78" y="1"/>
                  </a:cubicBezTo>
                  <a:cubicBezTo>
                    <a:pt x="79" y="1"/>
                    <a:pt x="79" y="3"/>
                    <a:pt x="79" y="3"/>
                  </a:cubicBezTo>
                  <a:cubicBezTo>
                    <a:pt x="80" y="4"/>
                    <a:pt x="81" y="5"/>
                    <a:pt x="82" y="5"/>
                  </a:cubicBezTo>
                  <a:cubicBezTo>
                    <a:pt x="83" y="6"/>
                    <a:pt x="84" y="6"/>
                    <a:pt x="85" y="7"/>
                  </a:cubicBezTo>
                  <a:cubicBezTo>
                    <a:pt x="86" y="7"/>
                    <a:pt x="87" y="7"/>
                    <a:pt x="88" y="7"/>
                  </a:cubicBezTo>
                  <a:cubicBezTo>
                    <a:pt x="88" y="6"/>
                    <a:pt x="90" y="5"/>
                    <a:pt x="91" y="5"/>
                  </a:cubicBezTo>
                  <a:cubicBezTo>
                    <a:pt x="91" y="5"/>
                    <a:pt x="92" y="5"/>
                    <a:pt x="93" y="5"/>
                  </a:cubicBezTo>
                  <a:cubicBezTo>
                    <a:pt x="94" y="5"/>
                    <a:pt x="95" y="5"/>
                    <a:pt x="95" y="5"/>
                  </a:cubicBezTo>
                  <a:cubicBezTo>
                    <a:pt x="95" y="6"/>
                    <a:pt x="96" y="6"/>
                    <a:pt x="96" y="7"/>
                  </a:cubicBezTo>
                  <a:cubicBezTo>
                    <a:pt x="96" y="7"/>
                    <a:pt x="96" y="8"/>
                    <a:pt x="95" y="9"/>
                  </a:cubicBezTo>
                  <a:cubicBezTo>
                    <a:pt x="95" y="9"/>
                    <a:pt x="95" y="10"/>
                    <a:pt x="94" y="11"/>
                  </a:cubicBezTo>
                  <a:cubicBezTo>
                    <a:pt x="94" y="11"/>
                    <a:pt x="93" y="12"/>
                    <a:pt x="93" y="12"/>
                  </a:cubicBezTo>
                  <a:cubicBezTo>
                    <a:pt x="93" y="13"/>
                    <a:pt x="93" y="14"/>
                    <a:pt x="93" y="15"/>
                  </a:cubicBezTo>
                  <a:cubicBezTo>
                    <a:pt x="93" y="15"/>
                    <a:pt x="94" y="16"/>
                    <a:pt x="94" y="16"/>
                  </a:cubicBezTo>
                  <a:cubicBezTo>
                    <a:pt x="95" y="16"/>
                    <a:pt x="97" y="16"/>
                    <a:pt x="98" y="16"/>
                  </a:cubicBezTo>
                  <a:cubicBezTo>
                    <a:pt x="99" y="16"/>
                    <a:pt x="100" y="15"/>
                    <a:pt x="101" y="15"/>
                  </a:cubicBezTo>
                  <a:cubicBezTo>
                    <a:pt x="101" y="15"/>
                    <a:pt x="102" y="15"/>
                    <a:pt x="103" y="15"/>
                  </a:cubicBezTo>
                  <a:cubicBezTo>
                    <a:pt x="104" y="15"/>
                    <a:pt x="105" y="16"/>
                    <a:pt x="105" y="16"/>
                  </a:cubicBezTo>
                  <a:cubicBezTo>
                    <a:pt x="105" y="17"/>
                    <a:pt x="105" y="17"/>
                    <a:pt x="104" y="18"/>
                  </a:cubicBezTo>
                  <a:cubicBezTo>
                    <a:pt x="104" y="18"/>
                    <a:pt x="103" y="18"/>
                    <a:pt x="102" y="18"/>
                  </a:cubicBezTo>
                  <a:cubicBezTo>
                    <a:pt x="102" y="18"/>
                    <a:pt x="101" y="19"/>
                    <a:pt x="101" y="20"/>
                  </a:cubicBezTo>
                  <a:cubicBezTo>
                    <a:pt x="101" y="21"/>
                    <a:pt x="102" y="22"/>
                    <a:pt x="102" y="22"/>
                  </a:cubicBezTo>
                  <a:cubicBezTo>
                    <a:pt x="102" y="22"/>
                    <a:pt x="103" y="23"/>
                    <a:pt x="104" y="24"/>
                  </a:cubicBezTo>
                  <a:cubicBezTo>
                    <a:pt x="104" y="24"/>
                    <a:pt x="105" y="24"/>
                    <a:pt x="106" y="25"/>
                  </a:cubicBezTo>
                  <a:cubicBezTo>
                    <a:pt x="106" y="25"/>
                    <a:pt x="107" y="25"/>
                    <a:pt x="108" y="24"/>
                  </a:cubicBezTo>
                  <a:cubicBezTo>
                    <a:pt x="108" y="24"/>
                    <a:pt x="109" y="23"/>
                    <a:pt x="109" y="23"/>
                  </a:cubicBezTo>
                  <a:cubicBezTo>
                    <a:pt x="110" y="23"/>
                    <a:pt x="111" y="23"/>
                    <a:pt x="111" y="23"/>
                  </a:cubicBezTo>
                  <a:cubicBezTo>
                    <a:pt x="112" y="24"/>
                    <a:pt x="112" y="25"/>
                    <a:pt x="112" y="26"/>
                  </a:cubicBezTo>
                  <a:cubicBezTo>
                    <a:pt x="112" y="27"/>
                    <a:pt x="112" y="28"/>
                    <a:pt x="112" y="29"/>
                  </a:cubicBezTo>
                  <a:cubicBezTo>
                    <a:pt x="112" y="30"/>
                    <a:pt x="113" y="30"/>
                    <a:pt x="114" y="31"/>
                  </a:cubicBezTo>
                  <a:cubicBezTo>
                    <a:pt x="114" y="31"/>
                    <a:pt x="115" y="32"/>
                    <a:pt x="116" y="32"/>
                  </a:cubicBezTo>
                  <a:cubicBezTo>
                    <a:pt x="116" y="33"/>
                    <a:pt x="118" y="33"/>
                    <a:pt x="119" y="33"/>
                  </a:cubicBezTo>
                  <a:cubicBezTo>
                    <a:pt x="120" y="33"/>
                    <a:pt x="121" y="32"/>
                    <a:pt x="122" y="32"/>
                  </a:cubicBezTo>
                  <a:cubicBezTo>
                    <a:pt x="122" y="32"/>
                    <a:pt x="124" y="32"/>
                    <a:pt x="125" y="3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7" name="Freeform 297"/>
            <p:cNvSpPr>
              <a:spLocks/>
            </p:cNvSpPr>
            <p:nvPr/>
          </p:nvSpPr>
          <p:spPr bwMode="auto">
            <a:xfrm>
              <a:off x="935038" y="2274888"/>
              <a:ext cx="31750" cy="20638"/>
            </a:xfrm>
            <a:custGeom>
              <a:avLst/>
              <a:gdLst/>
              <a:ahLst/>
              <a:cxnLst>
                <a:cxn ang="0">
                  <a:pos x="17" y="3"/>
                </a:cxn>
                <a:cxn ang="0">
                  <a:pos x="16" y="4"/>
                </a:cxn>
                <a:cxn ang="0">
                  <a:pos x="15" y="5"/>
                </a:cxn>
                <a:cxn ang="0">
                  <a:pos x="15" y="8"/>
                </a:cxn>
                <a:cxn ang="0">
                  <a:pos x="15" y="10"/>
                </a:cxn>
                <a:cxn ang="0">
                  <a:pos x="15" y="11"/>
                </a:cxn>
                <a:cxn ang="0">
                  <a:pos x="14" y="11"/>
                </a:cxn>
                <a:cxn ang="0">
                  <a:pos x="12" y="9"/>
                </a:cxn>
                <a:cxn ang="0">
                  <a:pos x="11" y="7"/>
                </a:cxn>
                <a:cxn ang="0">
                  <a:pos x="11" y="5"/>
                </a:cxn>
                <a:cxn ang="0">
                  <a:pos x="11" y="3"/>
                </a:cxn>
                <a:cxn ang="0">
                  <a:pos x="8" y="3"/>
                </a:cxn>
                <a:cxn ang="0">
                  <a:pos x="4" y="4"/>
                </a:cxn>
                <a:cxn ang="0">
                  <a:pos x="2" y="5"/>
                </a:cxn>
                <a:cxn ang="0">
                  <a:pos x="1" y="4"/>
                </a:cxn>
                <a:cxn ang="0">
                  <a:pos x="1" y="2"/>
                </a:cxn>
                <a:cxn ang="0">
                  <a:pos x="3" y="0"/>
                </a:cxn>
                <a:cxn ang="0">
                  <a:pos x="5" y="0"/>
                </a:cxn>
                <a:cxn ang="0">
                  <a:pos x="6" y="0"/>
                </a:cxn>
                <a:cxn ang="0">
                  <a:pos x="9" y="1"/>
                </a:cxn>
                <a:cxn ang="0">
                  <a:pos x="11" y="0"/>
                </a:cxn>
                <a:cxn ang="0">
                  <a:pos x="14" y="0"/>
                </a:cxn>
                <a:cxn ang="0">
                  <a:pos x="16" y="1"/>
                </a:cxn>
                <a:cxn ang="0">
                  <a:pos x="17" y="3"/>
                </a:cxn>
              </a:cxnLst>
              <a:rect l="0" t="0" r="r" b="b"/>
              <a:pathLst>
                <a:path w="17" h="11">
                  <a:moveTo>
                    <a:pt x="17" y="3"/>
                  </a:moveTo>
                  <a:cubicBezTo>
                    <a:pt x="17" y="3"/>
                    <a:pt x="16" y="4"/>
                    <a:pt x="16" y="4"/>
                  </a:cubicBezTo>
                  <a:cubicBezTo>
                    <a:pt x="16" y="4"/>
                    <a:pt x="15" y="5"/>
                    <a:pt x="15" y="5"/>
                  </a:cubicBezTo>
                  <a:cubicBezTo>
                    <a:pt x="15" y="6"/>
                    <a:pt x="15" y="7"/>
                    <a:pt x="15" y="8"/>
                  </a:cubicBezTo>
                  <a:cubicBezTo>
                    <a:pt x="16" y="8"/>
                    <a:pt x="15" y="9"/>
                    <a:pt x="15" y="10"/>
                  </a:cubicBezTo>
                  <a:cubicBezTo>
                    <a:pt x="15" y="10"/>
                    <a:pt x="15" y="11"/>
                    <a:pt x="15" y="11"/>
                  </a:cubicBezTo>
                  <a:cubicBezTo>
                    <a:pt x="15" y="11"/>
                    <a:pt x="14" y="11"/>
                    <a:pt x="14" y="11"/>
                  </a:cubicBezTo>
                  <a:cubicBezTo>
                    <a:pt x="13" y="11"/>
                    <a:pt x="13" y="10"/>
                    <a:pt x="12" y="9"/>
                  </a:cubicBezTo>
                  <a:cubicBezTo>
                    <a:pt x="12" y="9"/>
                    <a:pt x="12" y="8"/>
                    <a:pt x="11" y="7"/>
                  </a:cubicBezTo>
                  <a:cubicBezTo>
                    <a:pt x="11" y="6"/>
                    <a:pt x="12" y="5"/>
                    <a:pt x="11" y="5"/>
                  </a:cubicBezTo>
                  <a:cubicBezTo>
                    <a:pt x="11" y="4"/>
                    <a:pt x="11" y="3"/>
                    <a:pt x="11" y="3"/>
                  </a:cubicBezTo>
                  <a:cubicBezTo>
                    <a:pt x="10" y="3"/>
                    <a:pt x="9" y="3"/>
                    <a:pt x="8" y="3"/>
                  </a:cubicBezTo>
                  <a:cubicBezTo>
                    <a:pt x="7" y="3"/>
                    <a:pt x="5" y="4"/>
                    <a:pt x="4" y="4"/>
                  </a:cubicBezTo>
                  <a:cubicBezTo>
                    <a:pt x="4" y="4"/>
                    <a:pt x="3" y="5"/>
                    <a:pt x="2" y="5"/>
                  </a:cubicBezTo>
                  <a:cubicBezTo>
                    <a:pt x="2" y="5"/>
                    <a:pt x="1" y="4"/>
                    <a:pt x="1" y="4"/>
                  </a:cubicBezTo>
                  <a:cubicBezTo>
                    <a:pt x="0" y="3"/>
                    <a:pt x="1" y="2"/>
                    <a:pt x="1" y="2"/>
                  </a:cubicBezTo>
                  <a:cubicBezTo>
                    <a:pt x="2" y="1"/>
                    <a:pt x="3" y="1"/>
                    <a:pt x="3" y="0"/>
                  </a:cubicBezTo>
                  <a:cubicBezTo>
                    <a:pt x="4" y="0"/>
                    <a:pt x="5" y="0"/>
                    <a:pt x="5" y="0"/>
                  </a:cubicBezTo>
                  <a:cubicBezTo>
                    <a:pt x="6" y="0"/>
                    <a:pt x="6" y="0"/>
                    <a:pt x="6" y="0"/>
                  </a:cubicBezTo>
                  <a:cubicBezTo>
                    <a:pt x="7" y="0"/>
                    <a:pt x="8" y="1"/>
                    <a:pt x="9" y="1"/>
                  </a:cubicBezTo>
                  <a:cubicBezTo>
                    <a:pt x="9" y="1"/>
                    <a:pt x="11" y="0"/>
                    <a:pt x="11" y="0"/>
                  </a:cubicBezTo>
                  <a:cubicBezTo>
                    <a:pt x="12" y="0"/>
                    <a:pt x="13" y="0"/>
                    <a:pt x="14" y="0"/>
                  </a:cubicBezTo>
                  <a:cubicBezTo>
                    <a:pt x="14" y="0"/>
                    <a:pt x="16" y="1"/>
                    <a:pt x="16" y="1"/>
                  </a:cubicBezTo>
                  <a:cubicBezTo>
                    <a:pt x="16" y="1"/>
                    <a:pt x="17" y="2"/>
                    <a:pt x="17" y="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8" name="Freeform 298"/>
            <p:cNvSpPr>
              <a:spLocks/>
            </p:cNvSpPr>
            <p:nvPr/>
          </p:nvSpPr>
          <p:spPr bwMode="auto">
            <a:xfrm>
              <a:off x="868363" y="2297113"/>
              <a:ext cx="138113" cy="120650"/>
            </a:xfrm>
            <a:custGeom>
              <a:avLst/>
              <a:gdLst/>
              <a:ahLst/>
              <a:cxnLst>
                <a:cxn ang="0">
                  <a:pos x="49" y="52"/>
                </a:cxn>
                <a:cxn ang="0">
                  <a:pos x="42" y="46"/>
                </a:cxn>
                <a:cxn ang="0">
                  <a:pos x="40" y="41"/>
                </a:cxn>
                <a:cxn ang="0">
                  <a:pos x="41" y="34"/>
                </a:cxn>
                <a:cxn ang="0">
                  <a:pos x="36" y="32"/>
                </a:cxn>
                <a:cxn ang="0">
                  <a:pos x="29" y="35"/>
                </a:cxn>
                <a:cxn ang="0">
                  <a:pos x="25" y="33"/>
                </a:cxn>
                <a:cxn ang="0">
                  <a:pos x="22" y="28"/>
                </a:cxn>
                <a:cxn ang="0">
                  <a:pos x="16" y="30"/>
                </a:cxn>
                <a:cxn ang="0">
                  <a:pos x="13" y="26"/>
                </a:cxn>
                <a:cxn ang="0">
                  <a:pos x="8" y="24"/>
                </a:cxn>
                <a:cxn ang="0">
                  <a:pos x="4" y="24"/>
                </a:cxn>
                <a:cxn ang="0">
                  <a:pos x="2" y="20"/>
                </a:cxn>
                <a:cxn ang="0">
                  <a:pos x="3" y="14"/>
                </a:cxn>
                <a:cxn ang="0">
                  <a:pos x="2" y="9"/>
                </a:cxn>
                <a:cxn ang="0">
                  <a:pos x="2" y="4"/>
                </a:cxn>
                <a:cxn ang="0">
                  <a:pos x="6" y="1"/>
                </a:cxn>
                <a:cxn ang="0">
                  <a:pos x="10" y="1"/>
                </a:cxn>
                <a:cxn ang="0">
                  <a:pos x="17" y="3"/>
                </a:cxn>
                <a:cxn ang="0">
                  <a:pos x="24" y="3"/>
                </a:cxn>
                <a:cxn ang="0">
                  <a:pos x="34" y="7"/>
                </a:cxn>
                <a:cxn ang="0">
                  <a:pos x="41" y="9"/>
                </a:cxn>
                <a:cxn ang="0">
                  <a:pos x="48" y="8"/>
                </a:cxn>
                <a:cxn ang="0">
                  <a:pos x="54" y="8"/>
                </a:cxn>
                <a:cxn ang="0">
                  <a:pos x="59" y="13"/>
                </a:cxn>
                <a:cxn ang="0">
                  <a:pos x="62" y="18"/>
                </a:cxn>
                <a:cxn ang="0">
                  <a:pos x="65" y="23"/>
                </a:cxn>
                <a:cxn ang="0">
                  <a:pos x="66" y="28"/>
                </a:cxn>
                <a:cxn ang="0">
                  <a:pos x="65" y="32"/>
                </a:cxn>
                <a:cxn ang="0">
                  <a:pos x="64" y="38"/>
                </a:cxn>
                <a:cxn ang="0">
                  <a:pos x="62" y="46"/>
                </a:cxn>
                <a:cxn ang="0">
                  <a:pos x="65" y="48"/>
                </a:cxn>
                <a:cxn ang="0">
                  <a:pos x="68" y="47"/>
                </a:cxn>
                <a:cxn ang="0">
                  <a:pos x="72" y="49"/>
                </a:cxn>
                <a:cxn ang="0">
                  <a:pos x="70" y="53"/>
                </a:cxn>
                <a:cxn ang="0">
                  <a:pos x="63" y="61"/>
                </a:cxn>
                <a:cxn ang="0">
                  <a:pos x="59" y="64"/>
                </a:cxn>
                <a:cxn ang="0">
                  <a:pos x="54" y="62"/>
                </a:cxn>
                <a:cxn ang="0">
                  <a:pos x="50" y="55"/>
                </a:cxn>
              </a:cxnLst>
              <a:rect l="0" t="0" r="r" b="b"/>
              <a:pathLst>
                <a:path w="73" h="64">
                  <a:moveTo>
                    <a:pt x="50" y="52"/>
                  </a:moveTo>
                  <a:cubicBezTo>
                    <a:pt x="50" y="52"/>
                    <a:pt x="50" y="52"/>
                    <a:pt x="49" y="52"/>
                  </a:cubicBezTo>
                  <a:cubicBezTo>
                    <a:pt x="49" y="51"/>
                    <a:pt x="47" y="50"/>
                    <a:pt x="47" y="49"/>
                  </a:cubicBezTo>
                  <a:cubicBezTo>
                    <a:pt x="46" y="48"/>
                    <a:pt x="43" y="47"/>
                    <a:pt x="42" y="46"/>
                  </a:cubicBezTo>
                  <a:cubicBezTo>
                    <a:pt x="42" y="46"/>
                    <a:pt x="41" y="45"/>
                    <a:pt x="41" y="44"/>
                  </a:cubicBezTo>
                  <a:cubicBezTo>
                    <a:pt x="40" y="43"/>
                    <a:pt x="40" y="42"/>
                    <a:pt x="40" y="41"/>
                  </a:cubicBezTo>
                  <a:cubicBezTo>
                    <a:pt x="40" y="40"/>
                    <a:pt x="40" y="38"/>
                    <a:pt x="40" y="37"/>
                  </a:cubicBezTo>
                  <a:cubicBezTo>
                    <a:pt x="40" y="36"/>
                    <a:pt x="41" y="35"/>
                    <a:pt x="41" y="34"/>
                  </a:cubicBezTo>
                  <a:cubicBezTo>
                    <a:pt x="41" y="33"/>
                    <a:pt x="40" y="33"/>
                    <a:pt x="40" y="32"/>
                  </a:cubicBezTo>
                  <a:cubicBezTo>
                    <a:pt x="39" y="32"/>
                    <a:pt x="37" y="32"/>
                    <a:pt x="36" y="32"/>
                  </a:cubicBezTo>
                  <a:cubicBezTo>
                    <a:pt x="35" y="33"/>
                    <a:pt x="34" y="33"/>
                    <a:pt x="33" y="33"/>
                  </a:cubicBezTo>
                  <a:cubicBezTo>
                    <a:pt x="32" y="34"/>
                    <a:pt x="30" y="35"/>
                    <a:pt x="29" y="35"/>
                  </a:cubicBezTo>
                  <a:cubicBezTo>
                    <a:pt x="29" y="36"/>
                    <a:pt x="27" y="36"/>
                    <a:pt x="27" y="35"/>
                  </a:cubicBezTo>
                  <a:cubicBezTo>
                    <a:pt x="26" y="35"/>
                    <a:pt x="25" y="34"/>
                    <a:pt x="25" y="33"/>
                  </a:cubicBezTo>
                  <a:cubicBezTo>
                    <a:pt x="25" y="32"/>
                    <a:pt x="26" y="30"/>
                    <a:pt x="25" y="30"/>
                  </a:cubicBezTo>
                  <a:cubicBezTo>
                    <a:pt x="25" y="29"/>
                    <a:pt x="23" y="28"/>
                    <a:pt x="22" y="28"/>
                  </a:cubicBezTo>
                  <a:cubicBezTo>
                    <a:pt x="21" y="28"/>
                    <a:pt x="20" y="29"/>
                    <a:pt x="19" y="29"/>
                  </a:cubicBezTo>
                  <a:cubicBezTo>
                    <a:pt x="18" y="29"/>
                    <a:pt x="17" y="30"/>
                    <a:pt x="16" y="30"/>
                  </a:cubicBezTo>
                  <a:cubicBezTo>
                    <a:pt x="15" y="30"/>
                    <a:pt x="15" y="27"/>
                    <a:pt x="15" y="27"/>
                  </a:cubicBezTo>
                  <a:cubicBezTo>
                    <a:pt x="14" y="26"/>
                    <a:pt x="14" y="26"/>
                    <a:pt x="13" y="26"/>
                  </a:cubicBezTo>
                  <a:cubicBezTo>
                    <a:pt x="13" y="25"/>
                    <a:pt x="12" y="27"/>
                    <a:pt x="11" y="27"/>
                  </a:cubicBezTo>
                  <a:cubicBezTo>
                    <a:pt x="10" y="26"/>
                    <a:pt x="9" y="25"/>
                    <a:pt x="8" y="24"/>
                  </a:cubicBezTo>
                  <a:cubicBezTo>
                    <a:pt x="8" y="24"/>
                    <a:pt x="7" y="23"/>
                    <a:pt x="6" y="23"/>
                  </a:cubicBezTo>
                  <a:cubicBezTo>
                    <a:pt x="6" y="23"/>
                    <a:pt x="5" y="24"/>
                    <a:pt x="4" y="24"/>
                  </a:cubicBezTo>
                  <a:cubicBezTo>
                    <a:pt x="4" y="23"/>
                    <a:pt x="4" y="23"/>
                    <a:pt x="4" y="23"/>
                  </a:cubicBezTo>
                  <a:cubicBezTo>
                    <a:pt x="4" y="22"/>
                    <a:pt x="2" y="21"/>
                    <a:pt x="2" y="20"/>
                  </a:cubicBezTo>
                  <a:cubicBezTo>
                    <a:pt x="2" y="19"/>
                    <a:pt x="2" y="18"/>
                    <a:pt x="2" y="17"/>
                  </a:cubicBezTo>
                  <a:cubicBezTo>
                    <a:pt x="2" y="16"/>
                    <a:pt x="3" y="15"/>
                    <a:pt x="3" y="14"/>
                  </a:cubicBezTo>
                  <a:cubicBezTo>
                    <a:pt x="3" y="13"/>
                    <a:pt x="3" y="12"/>
                    <a:pt x="3" y="11"/>
                  </a:cubicBezTo>
                  <a:cubicBezTo>
                    <a:pt x="3" y="10"/>
                    <a:pt x="2" y="10"/>
                    <a:pt x="2" y="9"/>
                  </a:cubicBezTo>
                  <a:cubicBezTo>
                    <a:pt x="1" y="9"/>
                    <a:pt x="1" y="8"/>
                    <a:pt x="0" y="7"/>
                  </a:cubicBezTo>
                  <a:cubicBezTo>
                    <a:pt x="1" y="7"/>
                    <a:pt x="2" y="5"/>
                    <a:pt x="2" y="4"/>
                  </a:cubicBezTo>
                  <a:cubicBezTo>
                    <a:pt x="3" y="4"/>
                    <a:pt x="4" y="3"/>
                    <a:pt x="4" y="2"/>
                  </a:cubicBezTo>
                  <a:cubicBezTo>
                    <a:pt x="5" y="2"/>
                    <a:pt x="6" y="1"/>
                    <a:pt x="6" y="1"/>
                  </a:cubicBezTo>
                  <a:cubicBezTo>
                    <a:pt x="7" y="1"/>
                    <a:pt x="7" y="0"/>
                    <a:pt x="8" y="0"/>
                  </a:cubicBezTo>
                  <a:cubicBezTo>
                    <a:pt x="8" y="0"/>
                    <a:pt x="9" y="0"/>
                    <a:pt x="10" y="1"/>
                  </a:cubicBezTo>
                  <a:cubicBezTo>
                    <a:pt x="10" y="1"/>
                    <a:pt x="11" y="2"/>
                    <a:pt x="12" y="3"/>
                  </a:cubicBezTo>
                  <a:cubicBezTo>
                    <a:pt x="13" y="3"/>
                    <a:pt x="15" y="3"/>
                    <a:pt x="17" y="3"/>
                  </a:cubicBezTo>
                  <a:cubicBezTo>
                    <a:pt x="18" y="3"/>
                    <a:pt x="20" y="3"/>
                    <a:pt x="21" y="3"/>
                  </a:cubicBezTo>
                  <a:cubicBezTo>
                    <a:pt x="21" y="2"/>
                    <a:pt x="23" y="2"/>
                    <a:pt x="24" y="3"/>
                  </a:cubicBezTo>
                  <a:cubicBezTo>
                    <a:pt x="25" y="3"/>
                    <a:pt x="28" y="4"/>
                    <a:pt x="29" y="5"/>
                  </a:cubicBezTo>
                  <a:cubicBezTo>
                    <a:pt x="30" y="5"/>
                    <a:pt x="33" y="6"/>
                    <a:pt x="34" y="7"/>
                  </a:cubicBezTo>
                  <a:cubicBezTo>
                    <a:pt x="35" y="7"/>
                    <a:pt x="36" y="8"/>
                    <a:pt x="37" y="9"/>
                  </a:cubicBezTo>
                  <a:cubicBezTo>
                    <a:pt x="38" y="9"/>
                    <a:pt x="40" y="9"/>
                    <a:pt x="41" y="9"/>
                  </a:cubicBezTo>
                  <a:cubicBezTo>
                    <a:pt x="42" y="9"/>
                    <a:pt x="44" y="10"/>
                    <a:pt x="45" y="9"/>
                  </a:cubicBezTo>
                  <a:cubicBezTo>
                    <a:pt x="46" y="9"/>
                    <a:pt x="47" y="9"/>
                    <a:pt x="48" y="8"/>
                  </a:cubicBezTo>
                  <a:cubicBezTo>
                    <a:pt x="49" y="8"/>
                    <a:pt x="50" y="7"/>
                    <a:pt x="51" y="7"/>
                  </a:cubicBezTo>
                  <a:cubicBezTo>
                    <a:pt x="52" y="7"/>
                    <a:pt x="53" y="7"/>
                    <a:pt x="54" y="8"/>
                  </a:cubicBezTo>
                  <a:cubicBezTo>
                    <a:pt x="55" y="8"/>
                    <a:pt x="56" y="9"/>
                    <a:pt x="56" y="10"/>
                  </a:cubicBezTo>
                  <a:cubicBezTo>
                    <a:pt x="57" y="11"/>
                    <a:pt x="59" y="12"/>
                    <a:pt x="59" y="13"/>
                  </a:cubicBezTo>
                  <a:cubicBezTo>
                    <a:pt x="60" y="13"/>
                    <a:pt x="60" y="14"/>
                    <a:pt x="61" y="15"/>
                  </a:cubicBezTo>
                  <a:cubicBezTo>
                    <a:pt x="61" y="15"/>
                    <a:pt x="62" y="17"/>
                    <a:pt x="62" y="18"/>
                  </a:cubicBezTo>
                  <a:cubicBezTo>
                    <a:pt x="62" y="18"/>
                    <a:pt x="63" y="20"/>
                    <a:pt x="63" y="21"/>
                  </a:cubicBezTo>
                  <a:cubicBezTo>
                    <a:pt x="64" y="21"/>
                    <a:pt x="65" y="22"/>
                    <a:pt x="65" y="23"/>
                  </a:cubicBezTo>
                  <a:cubicBezTo>
                    <a:pt x="65" y="24"/>
                    <a:pt x="66" y="25"/>
                    <a:pt x="66" y="26"/>
                  </a:cubicBezTo>
                  <a:cubicBezTo>
                    <a:pt x="66" y="26"/>
                    <a:pt x="66" y="28"/>
                    <a:pt x="66" y="28"/>
                  </a:cubicBezTo>
                  <a:cubicBezTo>
                    <a:pt x="66" y="29"/>
                    <a:pt x="65" y="30"/>
                    <a:pt x="65" y="30"/>
                  </a:cubicBezTo>
                  <a:cubicBezTo>
                    <a:pt x="65" y="31"/>
                    <a:pt x="65" y="32"/>
                    <a:pt x="65" y="32"/>
                  </a:cubicBezTo>
                  <a:cubicBezTo>
                    <a:pt x="65" y="33"/>
                    <a:pt x="66" y="34"/>
                    <a:pt x="65" y="35"/>
                  </a:cubicBezTo>
                  <a:cubicBezTo>
                    <a:pt x="65" y="36"/>
                    <a:pt x="64" y="37"/>
                    <a:pt x="64" y="38"/>
                  </a:cubicBezTo>
                  <a:cubicBezTo>
                    <a:pt x="64" y="39"/>
                    <a:pt x="63" y="41"/>
                    <a:pt x="63" y="42"/>
                  </a:cubicBezTo>
                  <a:cubicBezTo>
                    <a:pt x="62" y="43"/>
                    <a:pt x="62" y="45"/>
                    <a:pt x="62" y="46"/>
                  </a:cubicBezTo>
                  <a:cubicBezTo>
                    <a:pt x="62" y="46"/>
                    <a:pt x="63" y="47"/>
                    <a:pt x="63" y="48"/>
                  </a:cubicBezTo>
                  <a:cubicBezTo>
                    <a:pt x="63" y="48"/>
                    <a:pt x="64" y="48"/>
                    <a:pt x="65" y="48"/>
                  </a:cubicBezTo>
                  <a:cubicBezTo>
                    <a:pt x="65" y="48"/>
                    <a:pt x="66" y="47"/>
                    <a:pt x="66" y="47"/>
                  </a:cubicBezTo>
                  <a:cubicBezTo>
                    <a:pt x="67" y="47"/>
                    <a:pt x="68" y="47"/>
                    <a:pt x="68" y="47"/>
                  </a:cubicBezTo>
                  <a:cubicBezTo>
                    <a:pt x="69" y="47"/>
                    <a:pt x="70" y="47"/>
                    <a:pt x="70" y="47"/>
                  </a:cubicBezTo>
                  <a:cubicBezTo>
                    <a:pt x="71" y="47"/>
                    <a:pt x="72" y="48"/>
                    <a:pt x="72" y="49"/>
                  </a:cubicBezTo>
                  <a:cubicBezTo>
                    <a:pt x="73" y="49"/>
                    <a:pt x="73" y="49"/>
                    <a:pt x="73" y="50"/>
                  </a:cubicBezTo>
                  <a:cubicBezTo>
                    <a:pt x="72" y="51"/>
                    <a:pt x="70" y="52"/>
                    <a:pt x="70" y="53"/>
                  </a:cubicBezTo>
                  <a:cubicBezTo>
                    <a:pt x="69" y="54"/>
                    <a:pt x="67" y="56"/>
                    <a:pt x="66" y="57"/>
                  </a:cubicBezTo>
                  <a:cubicBezTo>
                    <a:pt x="65" y="58"/>
                    <a:pt x="64" y="60"/>
                    <a:pt x="63" y="61"/>
                  </a:cubicBezTo>
                  <a:cubicBezTo>
                    <a:pt x="62" y="62"/>
                    <a:pt x="61" y="63"/>
                    <a:pt x="60" y="64"/>
                  </a:cubicBezTo>
                  <a:cubicBezTo>
                    <a:pt x="59" y="64"/>
                    <a:pt x="59" y="64"/>
                    <a:pt x="59" y="64"/>
                  </a:cubicBezTo>
                  <a:cubicBezTo>
                    <a:pt x="58" y="64"/>
                    <a:pt x="58" y="64"/>
                    <a:pt x="57" y="64"/>
                  </a:cubicBezTo>
                  <a:cubicBezTo>
                    <a:pt x="57" y="64"/>
                    <a:pt x="55" y="63"/>
                    <a:pt x="54" y="62"/>
                  </a:cubicBezTo>
                  <a:cubicBezTo>
                    <a:pt x="53" y="61"/>
                    <a:pt x="51" y="60"/>
                    <a:pt x="51" y="59"/>
                  </a:cubicBezTo>
                  <a:cubicBezTo>
                    <a:pt x="50" y="58"/>
                    <a:pt x="50" y="56"/>
                    <a:pt x="50" y="55"/>
                  </a:cubicBezTo>
                  <a:cubicBezTo>
                    <a:pt x="50" y="54"/>
                    <a:pt x="50" y="53"/>
                    <a:pt x="50" y="5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9" name="Freeform 299"/>
            <p:cNvSpPr>
              <a:spLocks/>
            </p:cNvSpPr>
            <p:nvPr/>
          </p:nvSpPr>
          <p:spPr bwMode="auto">
            <a:xfrm>
              <a:off x="852488" y="2341563"/>
              <a:ext cx="111125" cy="111125"/>
            </a:xfrm>
            <a:custGeom>
              <a:avLst/>
              <a:gdLst/>
              <a:ahLst/>
              <a:cxnLst>
                <a:cxn ang="0">
                  <a:pos x="15" y="0"/>
                </a:cxn>
                <a:cxn ang="0">
                  <a:pos x="20" y="4"/>
                </a:cxn>
                <a:cxn ang="0">
                  <a:pos x="24" y="4"/>
                </a:cxn>
                <a:cxn ang="0">
                  <a:pos x="28" y="6"/>
                </a:cxn>
                <a:cxn ang="0">
                  <a:pos x="34" y="7"/>
                </a:cxn>
                <a:cxn ang="0">
                  <a:pos x="36" y="12"/>
                </a:cxn>
                <a:cxn ang="0">
                  <a:pos x="42" y="10"/>
                </a:cxn>
                <a:cxn ang="0">
                  <a:pos x="49" y="9"/>
                </a:cxn>
                <a:cxn ang="0">
                  <a:pos x="49" y="14"/>
                </a:cxn>
                <a:cxn ang="0">
                  <a:pos x="50" y="21"/>
                </a:cxn>
                <a:cxn ang="0">
                  <a:pos x="56" y="26"/>
                </a:cxn>
                <a:cxn ang="0">
                  <a:pos x="59" y="29"/>
                </a:cxn>
                <a:cxn ang="0">
                  <a:pos x="55" y="31"/>
                </a:cxn>
                <a:cxn ang="0">
                  <a:pos x="47" y="35"/>
                </a:cxn>
                <a:cxn ang="0">
                  <a:pos x="43" y="39"/>
                </a:cxn>
                <a:cxn ang="0">
                  <a:pos x="38" y="38"/>
                </a:cxn>
                <a:cxn ang="0">
                  <a:pos x="34" y="38"/>
                </a:cxn>
                <a:cxn ang="0">
                  <a:pos x="34" y="40"/>
                </a:cxn>
                <a:cxn ang="0">
                  <a:pos x="31" y="42"/>
                </a:cxn>
                <a:cxn ang="0">
                  <a:pos x="28" y="44"/>
                </a:cxn>
                <a:cxn ang="0">
                  <a:pos x="23" y="46"/>
                </a:cxn>
                <a:cxn ang="0">
                  <a:pos x="19" y="48"/>
                </a:cxn>
                <a:cxn ang="0">
                  <a:pos x="22" y="51"/>
                </a:cxn>
                <a:cxn ang="0">
                  <a:pos x="20" y="53"/>
                </a:cxn>
                <a:cxn ang="0">
                  <a:pos x="21" y="57"/>
                </a:cxn>
                <a:cxn ang="0">
                  <a:pos x="18" y="57"/>
                </a:cxn>
                <a:cxn ang="0">
                  <a:pos x="14" y="56"/>
                </a:cxn>
                <a:cxn ang="0">
                  <a:pos x="11" y="53"/>
                </a:cxn>
                <a:cxn ang="0">
                  <a:pos x="9" y="49"/>
                </a:cxn>
                <a:cxn ang="0">
                  <a:pos x="5" y="39"/>
                </a:cxn>
                <a:cxn ang="0">
                  <a:pos x="3" y="30"/>
                </a:cxn>
                <a:cxn ang="0">
                  <a:pos x="2" y="22"/>
                </a:cxn>
                <a:cxn ang="0">
                  <a:pos x="2" y="17"/>
                </a:cxn>
                <a:cxn ang="0">
                  <a:pos x="5" y="10"/>
                </a:cxn>
                <a:cxn ang="0">
                  <a:pos x="7" y="4"/>
                </a:cxn>
                <a:cxn ang="0">
                  <a:pos x="13" y="1"/>
                </a:cxn>
              </a:cxnLst>
              <a:rect l="0" t="0" r="r" b="b"/>
              <a:pathLst>
                <a:path w="59" h="59">
                  <a:moveTo>
                    <a:pt x="13" y="1"/>
                  </a:moveTo>
                  <a:cubicBezTo>
                    <a:pt x="14" y="1"/>
                    <a:pt x="15" y="0"/>
                    <a:pt x="15" y="0"/>
                  </a:cubicBezTo>
                  <a:cubicBezTo>
                    <a:pt x="16" y="0"/>
                    <a:pt x="17" y="1"/>
                    <a:pt x="17" y="1"/>
                  </a:cubicBezTo>
                  <a:cubicBezTo>
                    <a:pt x="18" y="2"/>
                    <a:pt x="19" y="3"/>
                    <a:pt x="20" y="4"/>
                  </a:cubicBezTo>
                  <a:cubicBezTo>
                    <a:pt x="21" y="4"/>
                    <a:pt x="22" y="2"/>
                    <a:pt x="22" y="3"/>
                  </a:cubicBezTo>
                  <a:cubicBezTo>
                    <a:pt x="23" y="3"/>
                    <a:pt x="23" y="3"/>
                    <a:pt x="24" y="4"/>
                  </a:cubicBezTo>
                  <a:cubicBezTo>
                    <a:pt x="24" y="4"/>
                    <a:pt x="24" y="7"/>
                    <a:pt x="25" y="7"/>
                  </a:cubicBezTo>
                  <a:cubicBezTo>
                    <a:pt x="26" y="7"/>
                    <a:pt x="27" y="6"/>
                    <a:pt x="28" y="6"/>
                  </a:cubicBezTo>
                  <a:cubicBezTo>
                    <a:pt x="29" y="6"/>
                    <a:pt x="30" y="5"/>
                    <a:pt x="31" y="5"/>
                  </a:cubicBezTo>
                  <a:cubicBezTo>
                    <a:pt x="32" y="5"/>
                    <a:pt x="34" y="6"/>
                    <a:pt x="34" y="7"/>
                  </a:cubicBezTo>
                  <a:cubicBezTo>
                    <a:pt x="35" y="7"/>
                    <a:pt x="34" y="9"/>
                    <a:pt x="34" y="10"/>
                  </a:cubicBezTo>
                  <a:cubicBezTo>
                    <a:pt x="34" y="11"/>
                    <a:pt x="35" y="12"/>
                    <a:pt x="36" y="12"/>
                  </a:cubicBezTo>
                  <a:cubicBezTo>
                    <a:pt x="36" y="13"/>
                    <a:pt x="38" y="13"/>
                    <a:pt x="38" y="12"/>
                  </a:cubicBezTo>
                  <a:cubicBezTo>
                    <a:pt x="39" y="12"/>
                    <a:pt x="41" y="11"/>
                    <a:pt x="42" y="10"/>
                  </a:cubicBezTo>
                  <a:cubicBezTo>
                    <a:pt x="43" y="10"/>
                    <a:pt x="44" y="10"/>
                    <a:pt x="45" y="9"/>
                  </a:cubicBezTo>
                  <a:cubicBezTo>
                    <a:pt x="46" y="9"/>
                    <a:pt x="48" y="9"/>
                    <a:pt x="49" y="9"/>
                  </a:cubicBezTo>
                  <a:cubicBezTo>
                    <a:pt x="49" y="10"/>
                    <a:pt x="50" y="10"/>
                    <a:pt x="50" y="11"/>
                  </a:cubicBezTo>
                  <a:cubicBezTo>
                    <a:pt x="50" y="12"/>
                    <a:pt x="49" y="13"/>
                    <a:pt x="49" y="14"/>
                  </a:cubicBezTo>
                  <a:cubicBezTo>
                    <a:pt x="49" y="15"/>
                    <a:pt x="49" y="17"/>
                    <a:pt x="49" y="18"/>
                  </a:cubicBezTo>
                  <a:cubicBezTo>
                    <a:pt x="49" y="19"/>
                    <a:pt x="49" y="20"/>
                    <a:pt x="50" y="21"/>
                  </a:cubicBezTo>
                  <a:cubicBezTo>
                    <a:pt x="50" y="22"/>
                    <a:pt x="51" y="23"/>
                    <a:pt x="51" y="23"/>
                  </a:cubicBezTo>
                  <a:cubicBezTo>
                    <a:pt x="52" y="24"/>
                    <a:pt x="55" y="25"/>
                    <a:pt x="56" y="26"/>
                  </a:cubicBezTo>
                  <a:cubicBezTo>
                    <a:pt x="56" y="27"/>
                    <a:pt x="58" y="28"/>
                    <a:pt x="58" y="29"/>
                  </a:cubicBezTo>
                  <a:cubicBezTo>
                    <a:pt x="59" y="29"/>
                    <a:pt x="59" y="29"/>
                    <a:pt x="59" y="29"/>
                  </a:cubicBezTo>
                  <a:cubicBezTo>
                    <a:pt x="58" y="29"/>
                    <a:pt x="58" y="29"/>
                    <a:pt x="57" y="30"/>
                  </a:cubicBezTo>
                  <a:cubicBezTo>
                    <a:pt x="57" y="30"/>
                    <a:pt x="56" y="30"/>
                    <a:pt x="55" y="31"/>
                  </a:cubicBezTo>
                  <a:cubicBezTo>
                    <a:pt x="54" y="31"/>
                    <a:pt x="53" y="33"/>
                    <a:pt x="52" y="33"/>
                  </a:cubicBezTo>
                  <a:cubicBezTo>
                    <a:pt x="51" y="34"/>
                    <a:pt x="49" y="34"/>
                    <a:pt x="47" y="35"/>
                  </a:cubicBezTo>
                  <a:cubicBezTo>
                    <a:pt x="47" y="35"/>
                    <a:pt x="46" y="35"/>
                    <a:pt x="46" y="36"/>
                  </a:cubicBezTo>
                  <a:cubicBezTo>
                    <a:pt x="45" y="36"/>
                    <a:pt x="44" y="38"/>
                    <a:pt x="43" y="39"/>
                  </a:cubicBezTo>
                  <a:cubicBezTo>
                    <a:pt x="43" y="39"/>
                    <a:pt x="41" y="39"/>
                    <a:pt x="40" y="39"/>
                  </a:cubicBezTo>
                  <a:cubicBezTo>
                    <a:pt x="40" y="39"/>
                    <a:pt x="39" y="39"/>
                    <a:pt x="38" y="38"/>
                  </a:cubicBezTo>
                  <a:cubicBezTo>
                    <a:pt x="38" y="38"/>
                    <a:pt x="37" y="38"/>
                    <a:pt x="36" y="38"/>
                  </a:cubicBezTo>
                  <a:cubicBezTo>
                    <a:pt x="36" y="37"/>
                    <a:pt x="35" y="37"/>
                    <a:pt x="34" y="38"/>
                  </a:cubicBezTo>
                  <a:cubicBezTo>
                    <a:pt x="34" y="38"/>
                    <a:pt x="33" y="38"/>
                    <a:pt x="33" y="38"/>
                  </a:cubicBezTo>
                  <a:cubicBezTo>
                    <a:pt x="33" y="39"/>
                    <a:pt x="34" y="40"/>
                    <a:pt x="34" y="40"/>
                  </a:cubicBezTo>
                  <a:cubicBezTo>
                    <a:pt x="34" y="41"/>
                    <a:pt x="34" y="41"/>
                    <a:pt x="33" y="42"/>
                  </a:cubicBezTo>
                  <a:cubicBezTo>
                    <a:pt x="33" y="42"/>
                    <a:pt x="32" y="42"/>
                    <a:pt x="31" y="42"/>
                  </a:cubicBezTo>
                  <a:cubicBezTo>
                    <a:pt x="31" y="43"/>
                    <a:pt x="31" y="44"/>
                    <a:pt x="31" y="44"/>
                  </a:cubicBezTo>
                  <a:cubicBezTo>
                    <a:pt x="30" y="45"/>
                    <a:pt x="29" y="44"/>
                    <a:pt x="28" y="44"/>
                  </a:cubicBezTo>
                  <a:cubicBezTo>
                    <a:pt x="27" y="44"/>
                    <a:pt x="26" y="45"/>
                    <a:pt x="26" y="45"/>
                  </a:cubicBezTo>
                  <a:cubicBezTo>
                    <a:pt x="25" y="45"/>
                    <a:pt x="24" y="46"/>
                    <a:pt x="23" y="46"/>
                  </a:cubicBezTo>
                  <a:cubicBezTo>
                    <a:pt x="22" y="47"/>
                    <a:pt x="21" y="45"/>
                    <a:pt x="20" y="46"/>
                  </a:cubicBezTo>
                  <a:cubicBezTo>
                    <a:pt x="19" y="46"/>
                    <a:pt x="19" y="48"/>
                    <a:pt x="19" y="48"/>
                  </a:cubicBezTo>
                  <a:cubicBezTo>
                    <a:pt x="19" y="49"/>
                    <a:pt x="19" y="49"/>
                    <a:pt x="20" y="50"/>
                  </a:cubicBezTo>
                  <a:cubicBezTo>
                    <a:pt x="20" y="50"/>
                    <a:pt x="21" y="50"/>
                    <a:pt x="22" y="51"/>
                  </a:cubicBezTo>
                  <a:cubicBezTo>
                    <a:pt x="22" y="51"/>
                    <a:pt x="22" y="52"/>
                    <a:pt x="22" y="53"/>
                  </a:cubicBezTo>
                  <a:cubicBezTo>
                    <a:pt x="21" y="53"/>
                    <a:pt x="20" y="53"/>
                    <a:pt x="20" y="53"/>
                  </a:cubicBezTo>
                  <a:cubicBezTo>
                    <a:pt x="20" y="53"/>
                    <a:pt x="20" y="55"/>
                    <a:pt x="20" y="55"/>
                  </a:cubicBezTo>
                  <a:cubicBezTo>
                    <a:pt x="20" y="56"/>
                    <a:pt x="21" y="57"/>
                    <a:pt x="21" y="57"/>
                  </a:cubicBezTo>
                  <a:cubicBezTo>
                    <a:pt x="21" y="58"/>
                    <a:pt x="20" y="59"/>
                    <a:pt x="20" y="59"/>
                  </a:cubicBezTo>
                  <a:cubicBezTo>
                    <a:pt x="19" y="59"/>
                    <a:pt x="18" y="57"/>
                    <a:pt x="18" y="57"/>
                  </a:cubicBezTo>
                  <a:cubicBezTo>
                    <a:pt x="17" y="57"/>
                    <a:pt x="17" y="56"/>
                    <a:pt x="16" y="56"/>
                  </a:cubicBezTo>
                  <a:cubicBezTo>
                    <a:pt x="16" y="56"/>
                    <a:pt x="15" y="56"/>
                    <a:pt x="14" y="56"/>
                  </a:cubicBezTo>
                  <a:cubicBezTo>
                    <a:pt x="14" y="56"/>
                    <a:pt x="12" y="56"/>
                    <a:pt x="12" y="56"/>
                  </a:cubicBezTo>
                  <a:cubicBezTo>
                    <a:pt x="12" y="55"/>
                    <a:pt x="11" y="54"/>
                    <a:pt x="11" y="53"/>
                  </a:cubicBezTo>
                  <a:cubicBezTo>
                    <a:pt x="11" y="52"/>
                    <a:pt x="10" y="51"/>
                    <a:pt x="9" y="50"/>
                  </a:cubicBezTo>
                  <a:cubicBezTo>
                    <a:pt x="9" y="49"/>
                    <a:pt x="9" y="49"/>
                    <a:pt x="9" y="49"/>
                  </a:cubicBezTo>
                  <a:cubicBezTo>
                    <a:pt x="8" y="47"/>
                    <a:pt x="7" y="46"/>
                    <a:pt x="7" y="45"/>
                  </a:cubicBezTo>
                  <a:cubicBezTo>
                    <a:pt x="6" y="43"/>
                    <a:pt x="6" y="41"/>
                    <a:pt x="5" y="39"/>
                  </a:cubicBezTo>
                  <a:cubicBezTo>
                    <a:pt x="5" y="38"/>
                    <a:pt x="4" y="37"/>
                    <a:pt x="4" y="36"/>
                  </a:cubicBezTo>
                  <a:cubicBezTo>
                    <a:pt x="3" y="34"/>
                    <a:pt x="3" y="32"/>
                    <a:pt x="3" y="30"/>
                  </a:cubicBezTo>
                  <a:cubicBezTo>
                    <a:pt x="3" y="29"/>
                    <a:pt x="4" y="26"/>
                    <a:pt x="3" y="25"/>
                  </a:cubicBezTo>
                  <a:cubicBezTo>
                    <a:pt x="3" y="24"/>
                    <a:pt x="2" y="23"/>
                    <a:pt x="2" y="22"/>
                  </a:cubicBezTo>
                  <a:cubicBezTo>
                    <a:pt x="1" y="22"/>
                    <a:pt x="0" y="21"/>
                    <a:pt x="0" y="20"/>
                  </a:cubicBezTo>
                  <a:cubicBezTo>
                    <a:pt x="0" y="19"/>
                    <a:pt x="2" y="18"/>
                    <a:pt x="2" y="17"/>
                  </a:cubicBezTo>
                  <a:cubicBezTo>
                    <a:pt x="3" y="16"/>
                    <a:pt x="3" y="15"/>
                    <a:pt x="3" y="14"/>
                  </a:cubicBezTo>
                  <a:cubicBezTo>
                    <a:pt x="4" y="13"/>
                    <a:pt x="5" y="11"/>
                    <a:pt x="5" y="10"/>
                  </a:cubicBezTo>
                  <a:cubicBezTo>
                    <a:pt x="5" y="9"/>
                    <a:pt x="5" y="7"/>
                    <a:pt x="5" y="6"/>
                  </a:cubicBezTo>
                  <a:cubicBezTo>
                    <a:pt x="5" y="5"/>
                    <a:pt x="6" y="4"/>
                    <a:pt x="7" y="4"/>
                  </a:cubicBezTo>
                  <a:cubicBezTo>
                    <a:pt x="7" y="3"/>
                    <a:pt x="10" y="3"/>
                    <a:pt x="11" y="3"/>
                  </a:cubicBezTo>
                  <a:cubicBezTo>
                    <a:pt x="11" y="2"/>
                    <a:pt x="12" y="1"/>
                    <a:pt x="13" y="1"/>
                  </a:cubicBezTo>
                  <a:cubicBezTo>
                    <a:pt x="13" y="1"/>
                    <a:pt x="13" y="1"/>
                    <a:pt x="13" y="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0" name="Freeform 300"/>
            <p:cNvSpPr>
              <a:spLocks/>
            </p:cNvSpPr>
            <p:nvPr/>
          </p:nvSpPr>
          <p:spPr bwMode="auto">
            <a:xfrm>
              <a:off x="873126" y="2395538"/>
              <a:ext cx="138113" cy="114300"/>
            </a:xfrm>
            <a:custGeom>
              <a:avLst/>
              <a:gdLst/>
              <a:ahLst/>
              <a:cxnLst>
                <a:cxn ang="0">
                  <a:pos x="73" y="48"/>
                </a:cxn>
                <a:cxn ang="0">
                  <a:pos x="70" y="51"/>
                </a:cxn>
                <a:cxn ang="0">
                  <a:pos x="64" y="51"/>
                </a:cxn>
                <a:cxn ang="0">
                  <a:pos x="64" y="54"/>
                </a:cxn>
                <a:cxn ang="0">
                  <a:pos x="65" y="59"/>
                </a:cxn>
                <a:cxn ang="0">
                  <a:pos x="61" y="59"/>
                </a:cxn>
                <a:cxn ang="0">
                  <a:pos x="56" y="59"/>
                </a:cxn>
                <a:cxn ang="0">
                  <a:pos x="53" y="60"/>
                </a:cxn>
                <a:cxn ang="0">
                  <a:pos x="51" y="56"/>
                </a:cxn>
                <a:cxn ang="0">
                  <a:pos x="47" y="55"/>
                </a:cxn>
                <a:cxn ang="0">
                  <a:pos x="40" y="56"/>
                </a:cxn>
                <a:cxn ang="0">
                  <a:pos x="37" y="59"/>
                </a:cxn>
                <a:cxn ang="0">
                  <a:pos x="34" y="58"/>
                </a:cxn>
                <a:cxn ang="0">
                  <a:pos x="30" y="58"/>
                </a:cxn>
                <a:cxn ang="0">
                  <a:pos x="24" y="59"/>
                </a:cxn>
                <a:cxn ang="0">
                  <a:pos x="20" y="57"/>
                </a:cxn>
                <a:cxn ang="0">
                  <a:pos x="15" y="61"/>
                </a:cxn>
                <a:cxn ang="0">
                  <a:pos x="11" y="60"/>
                </a:cxn>
                <a:cxn ang="0">
                  <a:pos x="5" y="59"/>
                </a:cxn>
                <a:cxn ang="0">
                  <a:pos x="3" y="59"/>
                </a:cxn>
                <a:cxn ang="0">
                  <a:pos x="4" y="56"/>
                </a:cxn>
                <a:cxn ang="0">
                  <a:pos x="5" y="51"/>
                </a:cxn>
                <a:cxn ang="0">
                  <a:pos x="4" y="44"/>
                </a:cxn>
                <a:cxn ang="0">
                  <a:pos x="1" y="34"/>
                </a:cxn>
                <a:cxn ang="0">
                  <a:pos x="1" y="27"/>
                </a:cxn>
                <a:cxn ang="0">
                  <a:pos x="5" y="27"/>
                </a:cxn>
                <a:cxn ang="0">
                  <a:pos x="9" y="30"/>
                </a:cxn>
                <a:cxn ang="0">
                  <a:pos x="9" y="26"/>
                </a:cxn>
                <a:cxn ang="0">
                  <a:pos x="11" y="24"/>
                </a:cxn>
                <a:cxn ang="0">
                  <a:pos x="9" y="21"/>
                </a:cxn>
                <a:cxn ang="0">
                  <a:pos x="9" y="17"/>
                </a:cxn>
                <a:cxn ang="0">
                  <a:pos x="15" y="16"/>
                </a:cxn>
                <a:cxn ang="0">
                  <a:pos x="20" y="15"/>
                </a:cxn>
                <a:cxn ang="0">
                  <a:pos x="22" y="13"/>
                </a:cxn>
                <a:cxn ang="0">
                  <a:pos x="22" y="9"/>
                </a:cxn>
                <a:cxn ang="0">
                  <a:pos x="25" y="9"/>
                </a:cxn>
                <a:cxn ang="0">
                  <a:pos x="29" y="10"/>
                </a:cxn>
                <a:cxn ang="0">
                  <a:pos x="35" y="7"/>
                </a:cxn>
                <a:cxn ang="0">
                  <a:pos x="41" y="4"/>
                </a:cxn>
                <a:cxn ang="0">
                  <a:pos x="46" y="1"/>
                </a:cxn>
                <a:cxn ang="0">
                  <a:pos x="48" y="3"/>
                </a:cxn>
                <a:cxn ang="0">
                  <a:pos x="52" y="10"/>
                </a:cxn>
                <a:cxn ang="0">
                  <a:pos x="57" y="12"/>
                </a:cxn>
                <a:cxn ang="0">
                  <a:pos x="57" y="17"/>
                </a:cxn>
                <a:cxn ang="0">
                  <a:pos x="61" y="21"/>
                </a:cxn>
                <a:cxn ang="0">
                  <a:pos x="63" y="27"/>
                </a:cxn>
                <a:cxn ang="0">
                  <a:pos x="61" y="38"/>
                </a:cxn>
                <a:cxn ang="0">
                  <a:pos x="65" y="42"/>
                </a:cxn>
                <a:cxn ang="0">
                  <a:pos x="71" y="44"/>
                </a:cxn>
              </a:cxnLst>
              <a:rect l="0" t="0" r="r" b="b"/>
              <a:pathLst>
                <a:path w="73" h="61">
                  <a:moveTo>
                    <a:pt x="73" y="45"/>
                  </a:moveTo>
                  <a:cubicBezTo>
                    <a:pt x="73" y="46"/>
                    <a:pt x="73" y="47"/>
                    <a:pt x="73" y="48"/>
                  </a:cubicBezTo>
                  <a:cubicBezTo>
                    <a:pt x="73" y="49"/>
                    <a:pt x="73" y="50"/>
                    <a:pt x="73" y="51"/>
                  </a:cubicBezTo>
                  <a:cubicBezTo>
                    <a:pt x="72" y="51"/>
                    <a:pt x="71" y="52"/>
                    <a:pt x="70" y="51"/>
                  </a:cubicBezTo>
                  <a:cubicBezTo>
                    <a:pt x="70" y="51"/>
                    <a:pt x="69" y="50"/>
                    <a:pt x="68" y="50"/>
                  </a:cubicBezTo>
                  <a:cubicBezTo>
                    <a:pt x="67" y="50"/>
                    <a:pt x="65" y="50"/>
                    <a:pt x="64" y="51"/>
                  </a:cubicBezTo>
                  <a:cubicBezTo>
                    <a:pt x="64" y="51"/>
                    <a:pt x="64" y="51"/>
                    <a:pt x="64" y="51"/>
                  </a:cubicBezTo>
                  <a:cubicBezTo>
                    <a:pt x="63" y="52"/>
                    <a:pt x="64" y="54"/>
                    <a:pt x="64" y="54"/>
                  </a:cubicBezTo>
                  <a:cubicBezTo>
                    <a:pt x="64" y="55"/>
                    <a:pt x="65" y="56"/>
                    <a:pt x="65" y="57"/>
                  </a:cubicBezTo>
                  <a:cubicBezTo>
                    <a:pt x="65" y="58"/>
                    <a:pt x="65" y="58"/>
                    <a:pt x="65" y="59"/>
                  </a:cubicBezTo>
                  <a:cubicBezTo>
                    <a:pt x="64" y="59"/>
                    <a:pt x="63" y="59"/>
                    <a:pt x="63" y="59"/>
                  </a:cubicBezTo>
                  <a:cubicBezTo>
                    <a:pt x="62" y="59"/>
                    <a:pt x="61" y="59"/>
                    <a:pt x="61" y="59"/>
                  </a:cubicBezTo>
                  <a:cubicBezTo>
                    <a:pt x="60" y="59"/>
                    <a:pt x="59" y="59"/>
                    <a:pt x="58" y="59"/>
                  </a:cubicBezTo>
                  <a:cubicBezTo>
                    <a:pt x="57" y="59"/>
                    <a:pt x="56" y="59"/>
                    <a:pt x="56" y="59"/>
                  </a:cubicBezTo>
                  <a:cubicBezTo>
                    <a:pt x="56" y="59"/>
                    <a:pt x="56" y="59"/>
                    <a:pt x="56" y="59"/>
                  </a:cubicBezTo>
                  <a:cubicBezTo>
                    <a:pt x="55" y="59"/>
                    <a:pt x="54" y="60"/>
                    <a:pt x="53" y="60"/>
                  </a:cubicBezTo>
                  <a:cubicBezTo>
                    <a:pt x="53" y="59"/>
                    <a:pt x="52" y="59"/>
                    <a:pt x="52" y="58"/>
                  </a:cubicBezTo>
                  <a:cubicBezTo>
                    <a:pt x="52" y="58"/>
                    <a:pt x="52" y="57"/>
                    <a:pt x="51" y="56"/>
                  </a:cubicBezTo>
                  <a:cubicBezTo>
                    <a:pt x="51" y="56"/>
                    <a:pt x="50" y="56"/>
                    <a:pt x="50" y="56"/>
                  </a:cubicBezTo>
                  <a:cubicBezTo>
                    <a:pt x="49" y="56"/>
                    <a:pt x="48" y="55"/>
                    <a:pt x="47" y="55"/>
                  </a:cubicBezTo>
                  <a:cubicBezTo>
                    <a:pt x="46" y="55"/>
                    <a:pt x="45" y="55"/>
                    <a:pt x="44" y="55"/>
                  </a:cubicBezTo>
                  <a:cubicBezTo>
                    <a:pt x="43" y="55"/>
                    <a:pt x="41" y="55"/>
                    <a:pt x="40" y="56"/>
                  </a:cubicBezTo>
                  <a:cubicBezTo>
                    <a:pt x="39" y="56"/>
                    <a:pt x="39" y="57"/>
                    <a:pt x="38" y="58"/>
                  </a:cubicBezTo>
                  <a:cubicBezTo>
                    <a:pt x="38" y="58"/>
                    <a:pt x="37" y="59"/>
                    <a:pt x="37" y="59"/>
                  </a:cubicBezTo>
                  <a:cubicBezTo>
                    <a:pt x="37" y="59"/>
                    <a:pt x="36" y="60"/>
                    <a:pt x="35" y="60"/>
                  </a:cubicBezTo>
                  <a:cubicBezTo>
                    <a:pt x="35" y="60"/>
                    <a:pt x="34" y="59"/>
                    <a:pt x="34" y="58"/>
                  </a:cubicBezTo>
                  <a:cubicBezTo>
                    <a:pt x="33" y="58"/>
                    <a:pt x="32" y="58"/>
                    <a:pt x="32" y="58"/>
                  </a:cubicBezTo>
                  <a:cubicBezTo>
                    <a:pt x="31" y="58"/>
                    <a:pt x="31" y="58"/>
                    <a:pt x="30" y="58"/>
                  </a:cubicBezTo>
                  <a:cubicBezTo>
                    <a:pt x="30" y="59"/>
                    <a:pt x="28" y="59"/>
                    <a:pt x="28" y="59"/>
                  </a:cubicBezTo>
                  <a:cubicBezTo>
                    <a:pt x="27" y="59"/>
                    <a:pt x="25" y="59"/>
                    <a:pt x="24" y="59"/>
                  </a:cubicBezTo>
                  <a:cubicBezTo>
                    <a:pt x="23" y="59"/>
                    <a:pt x="23" y="58"/>
                    <a:pt x="22" y="58"/>
                  </a:cubicBezTo>
                  <a:cubicBezTo>
                    <a:pt x="22" y="58"/>
                    <a:pt x="21" y="57"/>
                    <a:pt x="20" y="57"/>
                  </a:cubicBezTo>
                  <a:cubicBezTo>
                    <a:pt x="19" y="57"/>
                    <a:pt x="17" y="58"/>
                    <a:pt x="17" y="59"/>
                  </a:cubicBezTo>
                  <a:cubicBezTo>
                    <a:pt x="16" y="59"/>
                    <a:pt x="16" y="60"/>
                    <a:pt x="15" y="61"/>
                  </a:cubicBezTo>
                  <a:cubicBezTo>
                    <a:pt x="15" y="61"/>
                    <a:pt x="14" y="61"/>
                    <a:pt x="13" y="61"/>
                  </a:cubicBezTo>
                  <a:cubicBezTo>
                    <a:pt x="12" y="61"/>
                    <a:pt x="11" y="60"/>
                    <a:pt x="11" y="60"/>
                  </a:cubicBezTo>
                  <a:cubicBezTo>
                    <a:pt x="10" y="60"/>
                    <a:pt x="8" y="59"/>
                    <a:pt x="7" y="59"/>
                  </a:cubicBezTo>
                  <a:cubicBezTo>
                    <a:pt x="7" y="59"/>
                    <a:pt x="6" y="59"/>
                    <a:pt x="5" y="59"/>
                  </a:cubicBezTo>
                  <a:cubicBezTo>
                    <a:pt x="5" y="59"/>
                    <a:pt x="4" y="59"/>
                    <a:pt x="4" y="59"/>
                  </a:cubicBezTo>
                  <a:cubicBezTo>
                    <a:pt x="3" y="59"/>
                    <a:pt x="3" y="59"/>
                    <a:pt x="3" y="59"/>
                  </a:cubicBezTo>
                  <a:cubicBezTo>
                    <a:pt x="3" y="59"/>
                    <a:pt x="3" y="59"/>
                    <a:pt x="3" y="59"/>
                  </a:cubicBezTo>
                  <a:cubicBezTo>
                    <a:pt x="3" y="58"/>
                    <a:pt x="4" y="56"/>
                    <a:pt x="4" y="56"/>
                  </a:cubicBezTo>
                  <a:cubicBezTo>
                    <a:pt x="4" y="55"/>
                    <a:pt x="4" y="53"/>
                    <a:pt x="5" y="52"/>
                  </a:cubicBezTo>
                  <a:cubicBezTo>
                    <a:pt x="5" y="52"/>
                    <a:pt x="5" y="51"/>
                    <a:pt x="5" y="51"/>
                  </a:cubicBezTo>
                  <a:cubicBezTo>
                    <a:pt x="6" y="50"/>
                    <a:pt x="6" y="48"/>
                    <a:pt x="5" y="48"/>
                  </a:cubicBezTo>
                  <a:cubicBezTo>
                    <a:pt x="5" y="47"/>
                    <a:pt x="5" y="45"/>
                    <a:pt x="4" y="44"/>
                  </a:cubicBezTo>
                  <a:cubicBezTo>
                    <a:pt x="4" y="43"/>
                    <a:pt x="3" y="41"/>
                    <a:pt x="2" y="40"/>
                  </a:cubicBezTo>
                  <a:cubicBezTo>
                    <a:pt x="2" y="38"/>
                    <a:pt x="1" y="36"/>
                    <a:pt x="1" y="34"/>
                  </a:cubicBezTo>
                  <a:cubicBezTo>
                    <a:pt x="0" y="33"/>
                    <a:pt x="1" y="31"/>
                    <a:pt x="1" y="30"/>
                  </a:cubicBezTo>
                  <a:cubicBezTo>
                    <a:pt x="1" y="29"/>
                    <a:pt x="1" y="28"/>
                    <a:pt x="1" y="27"/>
                  </a:cubicBezTo>
                  <a:cubicBezTo>
                    <a:pt x="1" y="27"/>
                    <a:pt x="3" y="27"/>
                    <a:pt x="3" y="27"/>
                  </a:cubicBezTo>
                  <a:cubicBezTo>
                    <a:pt x="4" y="27"/>
                    <a:pt x="5" y="27"/>
                    <a:pt x="5" y="27"/>
                  </a:cubicBezTo>
                  <a:cubicBezTo>
                    <a:pt x="6" y="27"/>
                    <a:pt x="6" y="28"/>
                    <a:pt x="7" y="28"/>
                  </a:cubicBezTo>
                  <a:cubicBezTo>
                    <a:pt x="7" y="28"/>
                    <a:pt x="8" y="30"/>
                    <a:pt x="9" y="30"/>
                  </a:cubicBezTo>
                  <a:cubicBezTo>
                    <a:pt x="9" y="30"/>
                    <a:pt x="10" y="29"/>
                    <a:pt x="10" y="28"/>
                  </a:cubicBezTo>
                  <a:cubicBezTo>
                    <a:pt x="10" y="28"/>
                    <a:pt x="9" y="27"/>
                    <a:pt x="9" y="26"/>
                  </a:cubicBezTo>
                  <a:cubicBezTo>
                    <a:pt x="9" y="26"/>
                    <a:pt x="9" y="24"/>
                    <a:pt x="9" y="24"/>
                  </a:cubicBezTo>
                  <a:cubicBezTo>
                    <a:pt x="9" y="24"/>
                    <a:pt x="10" y="24"/>
                    <a:pt x="11" y="24"/>
                  </a:cubicBezTo>
                  <a:cubicBezTo>
                    <a:pt x="11" y="23"/>
                    <a:pt x="11" y="22"/>
                    <a:pt x="11" y="22"/>
                  </a:cubicBezTo>
                  <a:cubicBezTo>
                    <a:pt x="10" y="21"/>
                    <a:pt x="9" y="21"/>
                    <a:pt x="9" y="21"/>
                  </a:cubicBezTo>
                  <a:cubicBezTo>
                    <a:pt x="8" y="20"/>
                    <a:pt x="8" y="20"/>
                    <a:pt x="8" y="19"/>
                  </a:cubicBezTo>
                  <a:cubicBezTo>
                    <a:pt x="8" y="19"/>
                    <a:pt x="8" y="17"/>
                    <a:pt x="9" y="17"/>
                  </a:cubicBezTo>
                  <a:cubicBezTo>
                    <a:pt x="10" y="16"/>
                    <a:pt x="11" y="18"/>
                    <a:pt x="12" y="17"/>
                  </a:cubicBezTo>
                  <a:cubicBezTo>
                    <a:pt x="13" y="17"/>
                    <a:pt x="14" y="16"/>
                    <a:pt x="15" y="16"/>
                  </a:cubicBezTo>
                  <a:cubicBezTo>
                    <a:pt x="15" y="16"/>
                    <a:pt x="16" y="15"/>
                    <a:pt x="17" y="15"/>
                  </a:cubicBezTo>
                  <a:cubicBezTo>
                    <a:pt x="18" y="15"/>
                    <a:pt x="19" y="16"/>
                    <a:pt x="20" y="15"/>
                  </a:cubicBezTo>
                  <a:cubicBezTo>
                    <a:pt x="20" y="15"/>
                    <a:pt x="20" y="14"/>
                    <a:pt x="20" y="13"/>
                  </a:cubicBezTo>
                  <a:cubicBezTo>
                    <a:pt x="21" y="13"/>
                    <a:pt x="22" y="13"/>
                    <a:pt x="22" y="13"/>
                  </a:cubicBezTo>
                  <a:cubicBezTo>
                    <a:pt x="23" y="12"/>
                    <a:pt x="23" y="12"/>
                    <a:pt x="23" y="11"/>
                  </a:cubicBezTo>
                  <a:cubicBezTo>
                    <a:pt x="23" y="11"/>
                    <a:pt x="22" y="10"/>
                    <a:pt x="22" y="9"/>
                  </a:cubicBezTo>
                  <a:cubicBezTo>
                    <a:pt x="22" y="9"/>
                    <a:pt x="23" y="9"/>
                    <a:pt x="23" y="9"/>
                  </a:cubicBezTo>
                  <a:cubicBezTo>
                    <a:pt x="24" y="8"/>
                    <a:pt x="25" y="8"/>
                    <a:pt x="25" y="9"/>
                  </a:cubicBezTo>
                  <a:cubicBezTo>
                    <a:pt x="26" y="9"/>
                    <a:pt x="27" y="9"/>
                    <a:pt x="27" y="9"/>
                  </a:cubicBezTo>
                  <a:cubicBezTo>
                    <a:pt x="28" y="10"/>
                    <a:pt x="29" y="10"/>
                    <a:pt x="29" y="10"/>
                  </a:cubicBezTo>
                  <a:cubicBezTo>
                    <a:pt x="30" y="10"/>
                    <a:pt x="32" y="10"/>
                    <a:pt x="32" y="10"/>
                  </a:cubicBezTo>
                  <a:cubicBezTo>
                    <a:pt x="33" y="9"/>
                    <a:pt x="34" y="7"/>
                    <a:pt x="35" y="7"/>
                  </a:cubicBezTo>
                  <a:cubicBezTo>
                    <a:pt x="35" y="6"/>
                    <a:pt x="36" y="6"/>
                    <a:pt x="36" y="6"/>
                  </a:cubicBezTo>
                  <a:cubicBezTo>
                    <a:pt x="38" y="5"/>
                    <a:pt x="40" y="5"/>
                    <a:pt x="41" y="4"/>
                  </a:cubicBezTo>
                  <a:cubicBezTo>
                    <a:pt x="42" y="4"/>
                    <a:pt x="43" y="2"/>
                    <a:pt x="44" y="2"/>
                  </a:cubicBezTo>
                  <a:cubicBezTo>
                    <a:pt x="45" y="1"/>
                    <a:pt x="46" y="1"/>
                    <a:pt x="46" y="1"/>
                  </a:cubicBezTo>
                  <a:cubicBezTo>
                    <a:pt x="47" y="0"/>
                    <a:pt x="47" y="0"/>
                    <a:pt x="48" y="0"/>
                  </a:cubicBezTo>
                  <a:cubicBezTo>
                    <a:pt x="48" y="1"/>
                    <a:pt x="48" y="2"/>
                    <a:pt x="48" y="3"/>
                  </a:cubicBezTo>
                  <a:cubicBezTo>
                    <a:pt x="48" y="4"/>
                    <a:pt x="48" y="6"/>
                    <a:pt x="49" y="7"/>
                  </a:cubicBezTo>
                  <a:cubicBezTo>
                    <a:pt x="49" y="8"/>
                    <a:pt x="51" y="9"/>
                    <a:pt x="52" y="10"/>
                  </a:cubicBezTo>
                  <a:cubicBezTo>
                    <a:pt x="53" y="11"/>
                    <a:pt x="55" y="12"/>
                    <a:pt x="55" y="12"/>
                  </a:cubicBezTo>
                  <a:cubicBezTo>
                    <a:pt x="56" y="12"/>
                    <a:pt x="56" y="12"/>
                    <a:pt x="57" y="12"/>
                  </a:cubicBezTo>
                  <a:cubicBezTo>
                    <a:pt x="57" y="13"/>
                    <a:pt x="57" y="14"/>
                    <a:pt x="57" y="14"/>
                  </a:cubicBezTo>
                  <a:cubicBezTo>
                    <a:pt x="57" y="15"/>
                    <a:pt x="57" y="16"/>
                    <a:pt x="57" y="17"/>
                  </a:cubicBezTo>
                  <a:cubicBezTo>
                    <a:pt x="57" y="17"/>
                    <a:pt x="58" y="19"/>
                    <a:pt x="59" y="19"/>
                  </a:cubicBezTo>
                  <a:cubicBezTo>
                    <a:pt x="59" y="20"/>
                    <a:pt x="61" y="21"/>
                    <a:pt x="61" y="21"/>
                  </a:cubicBezTo>
                  <a:cubicBezTo>
                    <a:pt x="62" y="22"/>
                    <a:pt x="63" y="23"/>
                    <a:pt x="63" y="24"/>
                  </a:cubicBezTo>
                  <a:cubicBezTo>
                    <a:pt x="63" y="24"/>
                    <a:pt x="63" y="26"/>
                    <a:pt x="63" y="27"/>
                  </a:cubicBezTo>
                  <a:cubicBezTo>
                    <a:pt x="63" y="29"/>
                    <a:pt x="62" y="32"/>
                    <a:pt x="62" y="34"/>
                  </a:cubicBezTo>
                  <a:cubicBezTo>
                    <a:pt x="62" y="35"/>
                    <a:pt x="61" y="37"/>
                    <a:pt x="61" y="38"/>
                  </a:cubicBezTo>
                  <a:cubicBezTo>
                    <a:pt x="61" y="39"/>
                    <a:pt x="62" y="40"/>
                    <a:pt x="62" y="40"/>
                  </a:cubicBezTo>
                  <a:cubicBezTo>
                    <a:pt x="63" y="41"/>
                    <a:pt x="64" y="42"/>
                    <a:pt x="65" y="42"/>
                  </a:cubicBezTo>
                  <a:cubicBezTo>
                    <a:pt x="65" y="42"/>
                    <a:pt x="67" y="42"/>
                    <a:pt x="68" y="42"/>
                  </a:cubicBezTo>
                  <a:cubicBezTo>
                    <a:pt x="69" y="42"/>
                    <a:pt x="70" y="43"/>
                    <a:pt x="71" y="44"/>
                  </a:cubicBezTo>
                  <a:cubicBezTo>
                    <a:pt x="71" y="44"/>
                    <a:pt x="73" y="45"/>
                    <a:pt x="73" y="4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1" name="Freeform 301"/>
            <p:cNvSpPr>
              <a:spLocks/>
            </p:cNvSpPr>
            <p:nvPr/>
          </p:nvSpPr>
          <p:spPr bwMode="auto">
            <a:xfrm>
              <a:off x="981076" y="2392363"/>
              <a:ext cx="85725" cy="131763"/>
            </a:xfrm>
            <a:custGeom>
              <a:avLst/>
              <a:gdLst/>
              <a:ahLst/>
              <a:cxnLst>
                <a:cxn ang="0">
                  <a:pos x="8" y="59"/>
                </a:cxn>
                <a:cxn ang="0">
                  <a:pos x="7" y="53"/>
                </a:cxn>
                <a:cxn ang="0">
                  <a:pos x="11" y="52"/>
                </a:cxn>
                <a:cxn ang="0">
                  <a:pos x="16" y="53"/>
                </a:cxn>
                <a:cxn ang="0">
                  <a:pos x="16" y="47"/>
                </a:cxn>
                <a:cxn ang="0">
                  <a:pos x="11" y="44"/>
                </a:cxn>
                <a:cxn ang="0">
                  <a:pos x="5" y="42"/>
                </a:cxn>
                <a:cxn ang="0">
                  <a:pos x="5" y="36"/>
                </a:cxn>
                <a:cxn ang="0">
                  <a:pos x="6" y="26"/>
                </a:cxn>
                <a:cxn ang="0">
                  <a:pos x="2" y="21"/>
                </a:cxn>
                <a:cxn ang="0">
                  <a:pos x="0" y="16"/>
                </a:cxn>
                <a:cxn ang="0">
                  <a:pos x="1" y="14"/>
                </a:cxn>
                <a:cxn ang="0">
                  <a:pos x="7" y="7"/>
                </a:cxn>
                <a:cxn ang="0">
                  <a:pos x="14" y="0"/>
                </a:cxn>
                <a:cxn ang="0">
                  <a:pos x="14" y="5"/>
                </a:cxn>
                <a:cxn ang="0">
                  <a:pos x="12" y="12"/>
                </a:cxn>
                <a:cxn ang="0">
                  <a:pos x="11" y="17"/>
                </a:cxn>
                <a:cxn ang="0">
                  <a:pos x="16" y="17"/>
                </a:cxn>
                <a:cxn ang="0">
                  <a:pos x="22" y="24"/>
                </a:cxn>
                <a:cxn ang="0">
                  <a:pos x="25" y="31"/>
                </a:cxn>
                <a:cxn ang="0">
                  <a:pos x="29" y="36"/>
                </a:cxn>
                <a:cxn ang="0">
                  <a:pos x="32" y="38"/>
                </a:cxn>
                <a:cxn ang="0">
                  <a:pos x="34" y="42"/>
                </a:cxn>
                <a:cxn ang="0">
                  <a:pos x="35" y="48"/>
                </a:cxn>
                <a:cxn ang="0">
                  <a:pos x="35" y="52"/>
                </a:cxn>
                <a:cxn ang="0">
                  <a:pos x="39" y="55"/>
                </a:cxn>
                <a:cxn ang="0">
                  <a:pos x="43" y="57"/>
                </a:cxn>
                <a:cxn ang="0">
                  <a:pos x="45" y="62"/>
                </a:cxn>
                <a:cxn ang="0">
                  <a:pos x="46" y="66"/>
                </a:cxn>
                <a:cxn ang="0">
                  <a:pos x="43" y="68"/>
                </a:cxn>
                <a:cxn ang="0">
                  <a:pos x="40" y="70"/>
                </a:cxn>
                <a:cxn ang="0">
                  <a:pos x="38" y="66"/>
                </a:cxn>
                <a:cxn ang="0">
                  <a:pos x="36" y="65"/>
                </a:cxn>
                <a:cxn ang="0">
                  <a:pos x="31" y="66"/>
                </a:cxn>
                <a:cxn ang="0">
                  <a:pos x="26" y="66"/>
                </a:cxn>
                <a:cxn ang="0">
                  <a:pos x="23" y="66"/>
                </a:cxn>
                <a:cxn ang="0">
                  <a:pos x="16" y="66"/>
                </a:cxn>
                <a:cxn ang="0">
                  <a:pos x="12" y="64"/>
                </a:cxn>
                <a:cxn ang="0">
                  <a:pos x="8" y="62"/>
                </a:cxn>
              </a:cxnLst>
              <a:rect l="0" t="0" r="r" b="b"/>
              <a:pathLst>
                <a:path w="46" h="70">
                  <a:moveTo>
                    <a:pt x="8" y="61"/>
                  </a:moveTo>
                  <a:cubicBezTo>
                    <a:pt x="8" y="60"/>
                    <a:pt x="8" y="60"/>
                    <a:pt x="8" y="59"/>
                  </a:cubicBezTo>
                  <a:cubicBezTo>
                    <a:pt x="8" y="58"/>
                    <a:pt x="7" y="57"/>
                    <a:pt x="7" y="56"/>
                  </a:cubicBezTo>
                  <a:cubicBezTo>
                    <a:pt x="7" y="56"/>
                    <a:pt x="6" y="54"/>
                    <a:pt x="7" y="53"/>
                  </a:cubicBezTo>
                  <a:cubicBezTo>
                    <a:pt x="7" y="53"/>
                    <a:pt x="7" y="53"/>
                    <a:pt x="7" y="53"/>
                  </a:cubicBezTo>
                  <a:cubicBezTo>
                    <a:pt x="8" y="52"/>
                    <a:pt x="10" y="52"/>
                    <a:pt x="11" y="52"/>
                  </a:cubicBezTo>
                  <a:cubicBezTo>
                    <a:pt x="12" y="52"/>
                    <a:pt x="13" y="53"/>
                    <a:pt x="13" y="53"/>
                  </a:cubicBezTo>
                  <a:cubicBezTo>
                    <a:pt x="14" y="54"/>
                    <a:pt x="15" y="53"/>
                    <a:pt x="16" y="53"/>
                  </a:cubicBezTo>
                  <a:cubicBezTo>
                    <a:pt x="16" y="52"/>
                    <a:pt x="16" y="51"/>
                    <a:pt x="16" y="50"/>
                  </a:cubicBezTo>
                  <a:cubicBezTo>
                    <a:pt x="16" y="49"/>
                    <a:pt x="16" y="48"/>
                    <a:pt x="16" y="47"/>
                  </a:cubicBezTo>
                  <a:cubicBezTo>
                    <a:pt x="16" y="47"/>
                    <a:pt x="14" y="46"/>
                    <a:pt x="14" y="46"/>
                  </a:cubicBezTo>
                  <a:cubicBezTo>
                    <a:pt x="13" y="45"/>
                    <a:pt x="12" y="44"/>
                    <a:pt x="11" y="44"/>
                  </a:cubicBezTo>
                  <a:cubicBezTo>
                    <a:pt x="10" y="44"/>
                    <a:pt x="8" y="44"/>
                    <a:pt x="8" y="44"/>
                  </a:cubicBezTo>
                  <a:cubicBezTo>
                    <a:pt x="7" y="44"/>
                    <a:pt x="6" y="43"/>
                    <a:pt x="5" y="42"/>
                  </a:cubicBezTo>
                  <a:cubicBezTo>
                    <a:pt x="5" y="42"/>
                    <a:pt x="4" y="41"/>
                    <a:pt x="4" y="40"/>
                  </a:cubicBezTo>
                  <a:cubicBezTo>
                    <a:pt x="4" y="39"/>
                    <a:pt x="5" y="37"/>
                    <a:pt x="5" y="36"/>
                  </a:cubicBezTo>
                  <a:cubicBezTo>
                    <a:pt x="5" y="34"/>
                    <a:pt x="6" y="31"/>
                    <a:pt x="6" y="29"/>
                  </a:cubicBezTo>
                  <a:cubicBezTo>
                    <a:pt x="6" y="28"/>
                    <a:pt x="6" y="26"/>
                    <a:pt x="6" y="26"/>
                  </a:cubicBezTo>
                  <a:cubicBezTo>
                    <a:pt x="6" y="25"/>
                    <a:pt x="5" y="24"/>
                    <a:pt x="4" y="23"/>
                  </a:cubicBezTo>
                  <a:cubicBezTo>
                    <a:pt x="4" y="23"/>
                    <a:pt x="2" y="22"/>
                    <a:pt x="2" y="21"/>
                  </a:cubicBezTo>
                  <a:cubicBezTo>
                    <a:pt x="1" y="21"/>
                    <a:pt x="0" y="19"/>
                    <a:pt x="0" y="19"/>
                  </a:cubicBezTo>
                  <a:cubicBezTo>
                    <a:pt x="0" y="18"/>
                    <a:pt x="0" y="17"/>
                    <a:pt x="0" y="16"/>
                  </a:cubicBezTo>
                  <a:cubicBezTo>
                    <a:pt x="0" y="16"/>
                    <a:pt x="0" y="15"/>
                    <a:pt x="0" y="14"/>
                  </a:cubicBezTo>
                  <a:cubicBezTo>
                    <a:pt x="0" y="14"/>
                    <a:pt x="0" y="14"/>
                    <a:pt x="1" y="14"/>
                  </a:cubicBezTo>
                  <a:cubicBezTo>
                    <a:pt x="2" y="13"/>
                    <a:pt x="3" y="12"/>
                    <a:pt x="4" y="11"/>
                  </a:cubicBezTo>
                  <a:cubicBezTo>
                    <a:pt x="5" y="10"/>
                    <a:pt x="6" y="8"/>
                    <a:pt x="7" y="7"/>
                  </a:cubicBezTo>
                  <a:cubicBezTo>
                    <a:pt x="8" y="6"/>
                    <a:pt x="10" y="4"/>
                    <a:pt x="11" y="3"/>
                  </a:cubicBezTo>
                  <a:cubicBezTo>
                    <a:pt x="11" y="2"/>
                    <a:pt x="13" y="1"/>
                    <a:pt x="14" y="0"/>
                  </a:cubicBezTo>
                  <a:cubicBezTo>
                    <a:pt x="14" y="0"/>
                    <a:pt x="14" y="1"/>
                    <a:pt x="14" y="1"/>
                  </a:cubicBezTo>
                  <a:cubicBezTo>
                    <a:pt x="14" y="2"/>
                    <a:pt x="14" y="4"/>
                    <a:pt x="14" y="5"/>
                  </a:cubicBezTo>
                  <a:cubicBezTo>
                    <a:pt x="14" y="6"/>
                    <a:pt x="14" y="8"/>
                    <a:pt x="13" y="9"/>
                  </a:cubicBezTo>
                  <a:cubicBezTo>
                    <a:pt x="13" y="10"/>
                    <a:pt x="13" y="11"/>
                    <a:pt x="12" y="12"/>
                  </a:cubicBezTo>
                  <a:cubicBezTo>
                    <a:pt x="12" y="12"/>
                    <a:pt x="11" y="14"/>
                    <a:pt x="11" y="15"/>
                  </a:cubicBezTo>
                  <a:cubicBezTo>
                    <a:pt x="11" y="15"/>
                    <a:pt x="11" y="17"/>
                    <a:pt x="11" y="17"/>
                  </a:cubicBezTo>
                  <a:cubicBezTo>
                    <a:pt x="12" y="17"/>
                    <a:pt x="13" y="17"/>
                    <a:pt x="14" y="17"/>
                  </a:cubicBezTo>
                  <a:cubicBezTo>
                    <a:pt x="14" y="17"/>
                    <a:pt x="15" y="17"/>
                    <a:pt x="16" y="17"/>
                  </a:cubicBezTo>
                  <a:cubicBezTo>
                    <a:pt x="17" y="18"/>
                    <a:pt x="19" y="20"/>
                    <a:pt x="20" y="21"/>
                  </a:cubicBezTo>
                  <a:cubicBezTo>
                    <a:pt x="21" y="21"/>
                    <a:pt x="22" y="23"/>
                    <a:pt x="22" y="24"/>
                  </a:cubicBezTo>
                  <a:cubicBezTo>
                    <a:pt x="22" y="25"/>
                    <a:pt x="23" y="27"/>
                    <a:pt x="23" y="28"/>
                  </a:cubicBezTo>
                  <a:cubicBezTo>
                    <a:pt x="24" y="28"/>
                    <a:pt x="24" y="30"/>
                    <a:pt x="25" y="31"/>
                  </a:cubicBezTo>
                  <a:cubicBezTo>
                    <a:pt x="25" y="32"/>
                    <a:pt x="26" y="34"/>
                    <a:pt x="27" y="35"/>
                  </a:cubicBezTo>
                  <a:cubicBezTo>
                    <a:pt x="27" y="35"/>
                    <a:pt x="28" y="36"/>
                    <a:pt x="29" y="36"/>
                  </a:cubicBezTo>
                  <a:cubicBezTo>
                    <a:pt x="29" y="36"/>
                    <a:pt x="30" y="36"/>
                    <a:pt x="31" y="37"/>
                  </a:cubicBezTo>
                  <a:cubicBezTo>
                    <a:pt x="31" y="37"/>
                    <a:pt x="32" y="37"/>
                    <a:pt x="32" y="38"/>
                  </a:cubicBezTo>
                  <a:cubicBezTo>
                    <a:pt x="32" y="38"/>
                    <a:pt x="32" y="40"/>
                    <a:pt x="33" y="40"/>
                  </a:cubicBezTo>
                  <a:cubicBezTo>
                    <a:pt x="33" y="41"/>
                    <a:pt x="34" y="42"/>
                    <a:pt x="34" y="42"/>
                  </a:cubicBezTo>
                  <a:cubicBezTo>
                    <a:pt x="34" y="43"/>
                    <a:pt x="35" y="45"/>
                    <a:pt x="35" y="46"/>
                  </a:cubicBezTo>
                  <a:cubicBezTo>
                    <a:pt x="35" y="46"/>
                    <a:pt x="36" y="48"/>
                    <a:pt x="35" y="48"/>
                  </a:cubicBezTo>
                  <a:cubicBezTo>
                    <a:pt x="35" y="49"/>
                    <a:pt x="35" y="49"/>
                    <a:pt x="35" y="50"/>
                  </a:cubicBezTo>
                  <a:cubicBezTo>
                    <a:pt x="34" y="50"/>
                    <a:pt x="34" y="52"/>
                    <a:pt x="35" y="52"/>
                  </a:cubicBezTo>
                  <a:cubicBezTo>
                    <a:pt x="35" y="53"/>
                    <a:pt x="36" y="54"/>
                    <a:pt x="37" y="54"/>
                  </a:cubicBezTo>
                  <a:cubicBezTo>
                    <a:pt x="38" y="55"/>
                    <a:pt x="39" y="55"/>
                    <a:pt x="39" y="55"/>
                  </a:cubicBezTo>
                  <a:cubicBezTo>
                    <a:pt x="40" y="56"/>
                    <a:pt x="41" y="56"/>
                    <a:pt x="41" y="56"/>
                  </a:cubicBezTo>
                  <a:cubicBezTo>
                    <a:pt x="42" y="56"/>
                    <a:pt x="42" y="57"/>
                    <a:pt x="43" y="57"/>
                  </a:cubicBezTo>
                  <a:cubicBezTo>
                    <a:pt x="43" y="57"/>
                    <a:pt x="43" y="59"/>
                    <a:pt x="44" y="59"/>
                  </a:cubicBezTo>
                  <a:cubicBezTo>
                    <a:pt x="44" y="60"/>
                    <a:pt x="44" y="61"/>
                    <a:pt x="45" y="62"/>
                  </a:cubicBezTo>
                  <a:cubicBezTo>
                    <a:pt x="45" y="62"/>
                    <a:pt x="46" y="64"/>
                    <a:pt x="46" y="64"/>
                  </a:cubicBezTo>
                  <a:cubicBezTo>
                    <a:pt x="46" y="65"/>
                    <a:pt x="46" y="65"/>
                    <a:pt x="46" y="66"/>
                  </a:cubicBezTo>
                  <a:cubicBezTo>
                    <a:pt x="45" y="66"/>
                    <a:pt x="44" y="66"/>
                    <a:pt x="44" y="66"/>
                  </a:cubicBezTo>
                  <a:cubicBezTo>
                    <a:pt x="44" y="67"/>
                    <a:pt x="43" y="68"/>
                    <a:pt x="43" y="68"/>
                  </a:cubicBezTo>
                  <a:cubicBezTo>
                    <a:pt x="43" y="69"/>
                    <a:pt x="42" y="70"/>
                    <a:pt x="41" y="70"/>
                  </a:cubicBezTo>
                  <a:cubicBezTo>
                    <a:pt x="41" y="70"/>
                    <a:pt x="40" y="70"/>
                    <a:pt x="40" y="70"/>
                  </a:cubicBezTo>
                  <a:cubicBezTo>
                    <a:pt x="39" y="69"/>
                    <a:pt x="40" y="68"/>
                    <a:pt x="40" y="68"/>
                  </a:cubicBezTo>
                  <a:cubicBezTo>
                    <a:pt x="40" y="67"/>
                    <a:pt x="39" y="67"/>
                    <a:pt x="38" y="66"/>
                  </a:cubicBezTo>
                  <a:cubicBezTo>
                    <a:pt x="38" y="66"/>
                    <a:pt x="38" y="65"/>
                    <a:pt x="37" y="65"/>
                  </a:cubicBezTo>
                  <a:cubicBezTo>
                    <a:pt x="37" y="65"/>
                    <a:pt x="36" y="65"/>
                    <a:pt x="36" y="65"/>
                  </a:cubicBezTo>
                  <a:cubicBezTo>
                    <a:pt x="35" y="65"/>
                    <a:pt x="34" y="66"/>
                    <a:pt x="34" y="66"/>
                  </a:cubicBezTo>
                  <a:cubicBezTo>
                    <a:pt x="33" y="66"/>
                    <a:pt x="32" y="66"/>
                    <a:pt x="31" y="66"/>
                  </a:cubicBezTo>
                  <a:cubicBezTo>
                    <a:pt x="30" y="66"/>
                    <a:pt x="29" y="66"/>
                    <a:pt x="29" y="66"/>
                  </a:cubicBezTo>
                  <a:cubicBezTo>
                    <a:pt x="28" y="66"/>
                    <a:pt x="26" y="66"/>
                    <a:pt x="26" y="66"/>
                  </a:cubicBezTo>
                  <a:cubicBezTo>
                    <a:pt x="25" y="66"/>
                    <a:pt x="24" y="66"/>
                    <a:pt x="24" y="66"/>
                  </a:cubicBezTo>
                  <a:cubicBezTo>
                    <a:pt x="24" y="66"/>
                    <a:pt x="23" y="66"/>
                    <a:pt x="23" y="66"/>
                  </a:cubicBezTo>
                  <a:cubicBezTo>
                    <a:pt x="22" y="66"/>
                    <a:pt x="21" y="66"/>
                    <a:pt x="20" y="66"/>
                  </a:cubicBezTo>
                  <a:cubicBezTo>
                    <a:pt x="19" y="66"/>
                    <a:pt x="17" y="66"/>
                    <a:pt x="16" y="66"/>
                  </a:cubicBezTo>
                  <a:cubicBezTo>
                    <a:pt x="15" y="66"/>
                    <a:pt x="14" y="65"/>
                    <a:pt x="13" y="65"/>
                  </a:cubicBezTo>
                  <a:cubicBezTo>
                    <a:pt x="13" y="65"/>
                    <a:pt x="12" y="64"/>
                    <a:pt x="12" y="64"/>
                  </a:cubicBezTo>
                  <a:cubicBezTo>
                    <a:pt x="11" y="64"/>
                    <a:pt x="10" y="63"/>
                    <a:pt x="9" y="63"/>
                  </a:cubicBezTo>
                  <a:cubicBezTo>
                    <a:pt x="9" y="63"/>
                    <a:pt x="8" y="62"/>
                    <a:pt x="8" y="62"/>
                  </a:cubicBezTo>
                  <a:cubicBezTo>
                    <a:pt x="8" y="61"/>
                    <a:pt x="8" y="61"/>
                    <a:pt x="8" y="6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2" name="Freeform 302"/>
            <p:cNvSpPr>
              <a:spLocks/>
            </p:cNvSpPr>
            <p:nvPr/>
          </p:nvSpPr>
          <p:spPr bwMode="auto">
            <a:xfrm>
              <a:off x="1017588" y="2478088"/>
              <a:ext cx="58738" cy="77788"/>
            </a:xfrm>
            <a:custGeom>
              <a:avLst/>
              <a:gdLst/>
              <a:ahLst/>
              <a:cxnLst>
                <a:cxn ang="0">
                  <a:pos x="26" y="18"/>
                </a:cxn>
                <a:cxn ang="0">
                  <a:pos x="26" y="18"/>
                </a:cxn>
                <a:cxn ang="0">
                  <a:pos x="26" y="15"/>
                </a:cxn>
                <a:cxn ang="0">
                  <a:pos x="26" y="14"/>
                </a:cxn>
                <a:cxn ang="0">
                  <a:pos x="26" y="11"/>
                </a:cxn>
                <a:cxn ang="0">
                  <a:pos x="24" y="9"/>
                </a:cxn>
                <a:cxn ang="0">
                  <a:pos x="21" y="7"/>
                </a:cxn>
                <a:cxn ang="0">
                  <a:pos x="18" y="5"/>
                </a:cxn>
                <a:cxn ang="0">
                  <a:pos x="18" y="3"/>
                </a:cxn>
                <a:cxn ang="0">
                  <a:pos x="20" y="1"/>
                </a:cxn>
                <a:cxn ang="0">
                  <a:pos x="22" y="0"/>
                </a:cxn>
                <a:cxn ang="0">
                  <a:pos x="25" y="2"/>
                </a:cxn>
                <a:cxn ang="0">
                  <a:pos x="27" y="3"/>
                </a:cxn>
                <a:cxn ang="0">
                  <a:pos x="29" y="8"/>
                </a:cxn>
                <a:cxn ang="0">
                  <a:pos x="31" y="14"/>
                </a:cxn>
                <a:cxn ang="0">
                  <a:pos x="30" y="18"/>
                </a:cxn>
                <a:cxn ang="0">
                  <a:pos x="30" y="22"/>
                </a:cxn>
                <a:cxn ang="0">
                  <a:pos x="31" y="24"/>
                </a:cxn>
                <a:cxn ang="0">
                  <a:pos x="30" y="25"/>
                </a:cxn>
                <a:cxn ang="0">
                  <a:pos x="29" y="25"/>
                </a:cxn>
                <a:cxn ang="0">
                  <a:pos x="28" y="26"/>
                </a:cxn>
                <a:cxn ang="0">
                  <a:pos x="28" y="28"/>
                </a:cxn>
                <a:cxn ang="0">
                  <a:pos x="24" y="31"/>
                </a:cxn>
                <a:cxn ang="0">
                  <a:pos x="21" y="34"/>
                </a:cxn>
                <a:cxn ang="0">
                  <a:pos x="18" y="34"/>
                </a:cxn>
                <a:cxn ang="0">
                  <a:pos x="14" y="35"/>
                </a:cxn>
                <a:cxn ang="0">
                  <a:pos x="9" y="37"/>
                </a:cxn>
                <a:cxn ang="0">
                  <a:pos x="6" y="41"/>
                </a:cxn>
                <a:cxn ang="0">
                  <a:pos x="5" y="38"/>
                </a:cxn>
                <a:cxn ang="0">
                  <a:pos x="5" y="35"/>
                </a:cxn>
                <a:cxn ang="0">
                  <a:pos x="3" y="34"/>
                </a:cxn>
                <a:cxn ang="0">
                  <a:pos x="1" y="33"/>
                </a:cxn>
                <a:cxn ang="0">
                  <a:pos x="0" y="31"/>
                </a:cxn>
                <a:cxn ang="0">
                  <a:pos x="1" y="29"/>
                </a:cxn>
                <a:cxn ang="0">
                  <a:pos x="2" y="27"/>
                </a:cxn>
                <a:cxn ang="0">
                  <a:pos x="1" y="26"/>
                </a:cxn>
                <a:cxn ang="0">
                  <a:pos x="0" y="25"/>
                </a:cxn>
                <a:cxn ang="0">
                  <a:pos x="0" y="23"/>
                </a:cxn>
                <a:cxn ang="0">
                  <a:pos x="2" y="22"/>
                </a:cxn>
                <a:cxn ang="0">
                  <a:pos x="3" y="21"/>
                </a:cxn>
                <a:cxn ang="0">
                  <a:pos x="3" y="20"/>
                </a:cxn>
                <a:cxn ang="0">
                  <a:pos x="4" y="20"/>
                </a:cxn>
                <a:cxn ang="0">
                  <a:pos x="6" y="20"/>
                </a:cxn>
                <a:cxn ang="0">
                  <a:pos x="9" y="20"/>
                </a:cxn>
                <a:cxn ang="0">
                  <a:pos x="11" y="20"/>
                </a:cxn>
                <a:cxn ang="0">
                  <a:pos x="14" y="20"/>
                </a:cxn>
                <a:cxn ang="0">
                  <a:pos x="16" y="19"/>
                </a:cxn>
                <a:cxn ang="0">
                  <a:pos x="17" y="19"/>
                </a:cxn>
                <a:cxn ang="0">
                  <a:pos x="18" y="20"/>
                </a:cxn>
                <a:cxn ang="0">
                  <a:pos x="20" y="22"/>
                </a:cxn>
                <a:cxn ang="0">
                  <a:pos x="20" y="24"/>
                </a:cxn>
                <a:cxn ang="0">
                  <a:pos x="21" y="24"/>
                </a:cxn>
                <a:cxn ang="0">
                  <a:pos x="23" y="22"/>
                </a:cxn>
                <a:cxn ang="0">
                  <a:pos x="24" y="20"/>
                </a:cxn>
                <a:cxn ang="0">
                  <a:pos x="26" y="20"/>
                </a:cxn>
                <a:cxn ang="0">
                  <a:pos x="26" y="18"/>
                </a:cxn>
              </a:cxnLst>
              <a:rect l="0" t="0" r="r" b="b"/>
              <a:pathLst>
                <a:path w="31" h="41">
                  <a:moveTo>
                    <a:pt x="26" y="18"/>
                  </a:moveTo>
                  <a:cubicBezTo>
                    <a:pt x="26" y="18"/>
                    <a:pt x="26" y="18"/>
                    <a:pt x="26" y="18"/>
                  </a:cubicBezTo>
                  <a:cubicBezTo>
                    <a:pt x="27" y="18"/>
                    <a:pt x="26" y="16"/>
                    <a:pt x="26" y="15"/>
                  </a:cubicBezTo>
                  <a:cubicBezTo>
                    <a:pt x="26" y="15"/>
                    <a:pt x="26" y="14"/>
                    <a:pt x="26" y="14"/>
                  </a:cubicBezTo>
                  <a:cubicBezTo>
                    <a:pt x="26" y="13"/>
                    <a:pt x="26" y="12"/>
                    <a:pt x="26" y="11"/>
                  </a:cubicBezTo>
                  <a:cubicBezTo>
                    <a:pt x="25" y="10"/>
                    <a:pt x="24" y="10"/>
                    <a:pt x="24" y="9"/>
                  </a:cubicBezTo>
                  <a:cubicBezTo>
                    <a:pt x="23" y="9"/>
                    <a:pt x="22" y="8"/>
                    <a:pt x="21" y="7"/>
                  </a:cubicBezTo>
                  <a:cubicBezTo>
                    <a:pt x="20" y="6"/>
                    <a:pt x="19" y="5"/>
                    <a:pt x="18" y="5"/>
                  </a:cubicBezTo>
                  <a:cubicBezTo>
                    <a:pt x="18" y="4"/>
                    <a:pt x="18" y="3"/>
                    <a:pt x="18" y="3"/>
                  </a:cubicBezTo>
                  <a:cubicBezTo>
                    <a:pt x="18" y="2"/>
                    <a:pt x="19" y="1"/>
                    <a:pt x="20" y="1"/>
                  </a:cubicBezTo>
                  <a:cubicBezTo>
                    <a:pt x="20" y="1"/>
                    <a:pt x="21" y="0"/>
                    <a:pt x="22" y="0"/>
                  </a:cubicBezTo>
                  <a:cubicBezTo>
                    <a:pt x="23" y="0"/>
                    <a:pt x="24" y="1"/>
                    <a:pt x="25" y="2"/>
                  </a:cubicBezTo>
                  <a:cubicBezTo>
                    <a:pt x="26" y="2"/>
                    <a:pt x="27" y="3"/>
                    <a:pt x="27" y="3"/>
                  </a:cubicBezTo>
                  <a:cubicBezTo>
                    <a:pt x="28" y="4"/>
                    <a:pt x="29" y="7"/>
                    <a:pt x="29" y="8"/>
                  </a:cubicBezTo>
                  <a:cubicBezTo>
                    <a:pt x="30" y="9"/>
                    <a:pt x="31" y="12"/>
                    <a:pt x="31" y="14"/>
                  </a:cubicBezTo>
                  <a:cubicBezTo>
                    <a:pt x="31" y="15"/>
                    <a:pt x="30" y="17"/>
                    <a:pt x="30" y="18"/>
                  </a:cubicBezTo>
                  <a:cubicBezTo>
                    <a:pt x="30" y="19"/>
                    <a:pt x="30" y="21"/>
                    <a:pt x="30" y="22"/>
                  </a:cubicBezTo>
                  <a:cubicBezTo>
                    <a:pt x="30" y="22"/>
                    <a:pt x="31" y="23"/>
                    <a:pt x="31" y="24"/>
                  </a:cubicBezTo>
                  <a:cubicBezTo>
                    <a:pt x="31" y="24"/>
                    <a:pt x="30" y="25"/>
                    <a:pt x="30" y="25"/>
                  </a:cubicBezTo>
                  <a:cubicBezTo>
                    <a:pt x="30" y="25"/>
                    <a:pt x="29" y="25"/>
                    <a:pt x="29" y="25"/>
                  </a:cubicBezTo>
                  <a:cubicBezTo>
                    <a:pt x="28" y="25"/>
                    <a:pt x="28" y="26"/>
                    <a:pt x="28" y="26"/>
                  </a:cubicBezTo>
                  <a:cubicBezTo>
                    <a:pt x="28" y="27"/>
                    <a:pt x="28" y="28"/>
                    <a:pt x="28" y="28"/>
                  </a:cubicBezTo>
                  <a:cubicBezTo>
                    <a:pt x="27" y="29"/>
                    <a:pt x="25" y="31"/>
                    <a:pt x="24" y="31"/>
                  </a:cubicBezTo>
                  <a:cubicBezTo>
                    <a:pt x="23" y="32"/>
                    <a:pt x="22" y="33"/>
                    <a:pt x="21" y="34"/>
                  </a:cubicBezTo>
                  <a:cubicBezTo>
                    <a:pt x="21" y="34"/>
                    <a:pt x="19" y="34"/>
                    <a:pt x="18" y="34"/>
                  </a:cubicBezTo>
                  <a:cubicBezTo>
                    <a:pt x="17" y="34"/>
                    <a:pt x="15" y="35"/>
                    <a:pt x="14" y="35"/>
                  </a:cubicBezTo>
                  <a:cubicBezTo>
                    <a:pt x="12" y="35"/>
                    <a:pt x="10" y="37"/>
                    <a:pt x="9" y="37"/>
                  </a:cubicBezTo>
                  <a:cubicBezTo>
                    <a:pt x="8" y="38"/>
                    <a:pt x="7" y="39"/>
                    <a:pt x="6" y="41"/>
                  </a:cubicBezTo>
                  <a:cubicBezTo>
                    <a:pt x="6" y="40"/>
                    <a:pt x="5" y="39"/>
                    <a:pt x="5" y="38"/>
                  </a:cubicBezTo>
                  <a:cubicBezTo>
                    <a:pt x="5" y="37"/>
                    <a:pt x="6" y="36"/>
                    <a:pt x="5" y="35"/>
                  </a:cubicBezTo>
                  <a:cubicBezTo>
                    <a:pt x="5" y="35"/>
                    <a:pt x="3" y="34"/>
                    <a:pt x="3" y="34"/>
                  </a:cubicBezTo>
                  <a:cubicBezTo>
                    <a:pt x="2" y="34"/>
                    <a:pt x="1" y="33"/>
                    <a:pt x="1" y="33"/>
                  </a:cubicBezTo>
                  <a:cubicBezTo>
                    <a:pt x="0" y="33"/>
                    <a:pt x="0" y="32"/>
                    <a:pt x="0" y="31"/>
                  </a:cubicBezTo>
                  <a:cubicBezTo>
                    <a:pt x="0" y="31"/>
                    <a:pt x="1" y="29"/>
                    <a:pt x="1" y="29"/>
                  </a:cubicBezTo>
                  <a:cubicBezTo>
                    <a:pt x="1" y="29"/>
                    <a:pt x="2" y="28"/>
                    <a:pt x="2" y="27"/>
                  </a:cubicBezTo>
                  <a:cubicBezTo>
                    <a:pt x="2" y="27"/>
                    <a:pt x="2" y="26"/>
                    <a:pt x="1" y="26"/>
                  </a:cubicBezTo>
                  <a:cubicBezTo>
                    <a:pt x="1" y="25"/>
                    <a:pt x="0" y="25"/>
                    <a:pt x="0" y="25"/>
                  </a:cubicBezTo>
                  <a:cubicBezTo>
                    <a:pt x="0" y="25"/>
                    <a:pt x="0" y="23"/>
                    <a:pt x="0" y="23"/>
                  </a:cubicBezTo>
                  <a:cubicBezTo>
                    <a:pt x="0" y="22"/>
                    <a:pt x="2" y="23"/>
                    <a:pt x="2" y="22"/>
                  </a:cubicBezTo>
                  <a:cubicBezTo>
                    <a:pt x="2" y="22"/>
                    <a:pt x="3" y="21"/>
                    <a:pt x="3" y="21"/>
                  </a:cubicBezTo>
                  <a:cubicBezTo>
                    <a:pt x="3" y="20"/>
                    <a:pt x="3" y="20"/>
                    <a:pt x="3" y="20"/>
                  </a:cubicBezTo>
                  <a:cubicBezTo>
                    <a:pt x="3" y="20"/>
                    <a:pt x="4" y="20"/>
                    <a:pt x="4" y="20"/>
                  </a:cubicBezTo>
                  <a:cubicBezTo>
                    <a:pt x="4" y="20"/>
                    <a:pt x="5" y="20"/>
                    <a:pt x="6" y="20"/>
                  </a:cubicBezTo>
                  <a:cubicBezTo>
                    <a:pt x="6" y="20"/>
                    <a:pt x="8" y="20"/>
                    <a:pt x="9" y="20"/>
                  </a:cubicBezTo>
                  <a:cubicBezTo>
                    <a:pt x="9" y="20"/>
                    <a:pt x="10" y="20"/>
                    <a:pt x="11" y="20"/>
                  </a:cubicBezTo>
                  <a:cubicBezTo>
                    <a:pt x="12" y="20"/>
                    <a:pt x="13" y="20"/>
                    <a:pt x="14" y="20"/>
                  </a:cubicBezTo>
                  <a:cubicBezTo>
                    <a:pt x="14" y="20"/>
                    <a:pt x="15" y="19"/>
                    <a:pt x="16" y="19"/>
                  </a:cubicBezTo>
                  <a:cubicBezTo>
                    <a:pt x="16" y="19"/>
                    <a:pt x="17" y="19"/>
                    <a:pt x="17" y="19"/>
                  </a:cubicBezTo>
                  <a:cubicBezTo>
                    <a:pt x="18" y="19"/>
                    <a:pt x="18" y="20"/>
                    <a:pt x="18" y="20"/>
                  </a:cubicBezTo>
                  <a:cubicBezTo>
                    <a:pt x="19" y="21"/>
                    <a:pt x="20" y="21"/>
                    <a:pt x="20" y="22"/>
                  </a:cubicBezTo>
                  <a:cubicBezTo>
                    <a:pt x="20" y="22"/>
                    <a:pt x="19" y="23"/>
                    <a:pt x="20" y="24"/>
                  </a:cubicBezTo>
                  <a:cubicBezTo>
                    <a:pt x="20" y="24"/>
                    <a:pt x="21" y="24"/>
                    <a:pt x="21" y="24"/>
                  </a:cubicBezTo>
                  <a:cubicBezTo>
                    <a:pt x="22" y="24"/>
                    <a:pt x="23" y="23"/>
                    <a:pt x="23" y="22"/>
                  </a:cubicBezTo>
                  <a:cubicBezTo>
                    <a:pt x="23" y="22"/>
                    <a:pt x="24" y="21"/>
                    <a:pt x="24" y="20"/>
                  </a:cubicBezTo>
                  <a:cubicBezTo>
                    <a:pt x="24" y="20"/>
                    <a:pt x="25" y="20"/>
                    <a:pt x="26" y="20"/>
                  </a:cubicBezTo>
                  <a:cubicBezTo>
                    <a:pt x="26" y="19"/>
                    <a:pt x="26" y="19"/>
                    <a:pt x="26" y="1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3" name="Freeform 303"/>
            <p:cNvSpPr>
              <a:spLocks/>
            </p:cNvSpPr>
            <p:nvPr/>
          </p:nvSpPr>
          <p:spPr bwMode="auto">
            <a:xfrm>
              <a:off x="877888" y="2498725"/>
              <a:ext cx="109538" cy="90488"/>
            </a:xfrm>
            <a:custGeom>
              <a:avLst/>
              <a:gdLst/>
              <a:ahLst/>
              <a:cxnLst>
                <a:cxn ang="0">
                  <a:pos x="53" y="4"/>
                </a:cxn>
                <a:cxn ang="0">
                  <a:pos x="54" y="5"/>
                </a:cxn>
                <a:cxn ang="0">
                  <a:pos x="56" y="10"/>
                </a:cxn>
                <a:cxn ang="0">
                  <a:pos x="53" y="13"/>
                </a:cxn>
                <a:cxn ang="0">
                  <a:pos x="54" y="16"/>
                </a:cxn>
                <a:cxn ang="0">
                  <a:pos x="57" y="19"/>
                </a:cxn>
                <a:cxn ang="0">
                  <a:pos x="56" y="25"/>
                </a:cxn>
                <a:cxn ang="0">
                  <a:pos x="56" y="33"/>
                </a:cxn>
                <a:cxn ang="0">
                  <a:pos x="58" y="35"/>
                </a:cxn>
                <a:cxn ang="0">
                  <a:pos x="55" y="38"/>
                </a:cxn>
                <a:cxn ang="0">
                  <a:pos x="56" y="41"/>
                </a:cxn>
                <a:cxn ang="0">
                  <a:pos x="53" y="41"/>
                </a:cxn>
                <a:cxn ang="0">
                  <a:pos x="52" y="41"/>
                </a:cxn>
                <a:cxn ang="0">
                  <a:pos x="47" y="40"/>
                </a:cxn>
                <a:cxn ang="0">
                  <a:pos x="42" y="43"/>
                </a:cxn>
                <a:cxn ang="0">
                  <a:pos x="35" y="46"/>
                </a:cxn>
                <a:cxn ang="0">
                  <a:pos x="29" y="47"/>
                </a:cxn>
                <a:cxn ang="0">
                  <a:pos x="26" y="47"/>
                </a:cxn>
                <a:cxn ang="0">
                  <a:pos x="22" y="46"/>
                </a:cxn>
                <a:cxn ang="0">
                  <a:pos x="19" y="45"/>
                </a:cxn>
                <a:cxn ang="0">
                  <a:pos x="20" y="42"/>
                </a:cxn>
                <a:cxn ang="0">
                  <a:pos x="22" y="39"/>
                </a:cxn>
                <a:cxn ang="0">
                  <a:pos x="23" y="35"/>
                </a:cxn>
                <a:cxn ang="0">
                  <a:pos x="25" y="32"/>
                </a:cxn>
                <a:cxn ang="0">
                  <a:pos x="28" y="29"/>
                </a:cxn>
                <a:cxn ang="0">
                  <a:pos x="30" y="25"/>
                </a:cxn>
                <a:cxn ang="0">
                  <a:pos x="31" y="22"/>
                </a:cxn>
                <a:cxn ang="0">
                  <a:pos x="29" y="19"/>
                </a:cxn>
                <a:cxn ang="0">
                  <a:pos x="23" y="20"/>
                </a:cxn>
                <a:cxn ang="0">
                  <a:pos x="18" y="21"/>
                </a:cxn>
                <a:cxn ang="0">
                  <a:pos x="11" y="22"/>
                </a:cxn>
                <a:cxn ang="0">
                  <a:pos x="7" y="21"/>
                </a:cxn>
                <a:cxn ang="0">
                  <a:pos x="1" y="18"/>
                </a:cxn>
                <a:cxn ang="0">
                  <a:pos x="1" y="14"/>
                </a:cxn>
                <a:cxn ang="0">
                  <a:pos x="0" y="11"/>
                </a:cxn>
                <a:cxn ang="0">
                  <a:pos x="0" y="6"/>
                </a:cxn>
                <a:cxn ang="0">
                  <a:pos x="1" y="4"/>
                </a:cxn>
                <a:cxn ang="0">
                  <a:pos x="4" y="4"/>
                </a:cxn>
                <a:cxn ang="0">
                  <a:pos x="10" y="6"/>
                </a:cxn>
                <a:cxn ang="0">
                  <a:pos x="14" y="4"/>
                </a:cxn>
                <a:cxn ang="0">
                  <a:pos x="19" y="3"/>
                </a:cxn>
                <a:cxn ang="0">
                  <a:pos x="25" y="4"/>
                </a:cxn>
                <a:cxn ang="0">
                  <a:pos x="29" y="3"/>
                </a:cxn>
                <a:cxn ang="0">
                  <a:pos x="32" y="5"/>
                </a:cxn>
                <a:cxn ang="0">
                  <a:pos x="35" y="3"/>
                </a:cxn>
                <a:cxn ang="0">
                  <a:pos x="41" y="0"/>
                </a:cxn>
                <a:cxn ang="0">
                  <a:pos x="47" y="1"/>
                </a:cxn>
                <a:cxn ang="0">
                  <a:pos x="49" y="3"/>
                </a:cxn>
                <a:cxn ang="0">
                  <a:pos x="53" y="4"/>
                </a:cxn>
              </a:cxnLst>
              <a:rect l="0" t="0" r="r" b="b"/>
              <a:pathLst>
                <a:path w="58" h="48">
                  <a:moveTo>
                    <a:pt x="53" y="4"/>
                  </a:moveTo>
                  <a:cubicBezTo>
                    <a:pt x="53" y="4"/>
                    <a:pt x="53" y="4"/>
                    <a:pt x="53" y="4"/>
                  </a:cubicBezTo>
                  <a:cubicBezTo>
                    <a:pt x="53" y="4"/>
                    <a:pt x="53" y="4"/>
                    <a:pt x="53" y="4"/>
                  </a:cubicBezTo>
                  <a:cubicBezTo>
                    <a:pt x="53" y="4"/>
                    <a:pt x="54" y="5"/>
                    <a:pt x="54" y="5"/>
                  </a:cubicBezTo>
                  <a:cubicBezTo>
                    <a:pt x="55" y="5"/>
                    <a:pt x="56" y="7"/>
                    <a:pt x="56" y="7"/>
                  </a:cubicBezTo>
                  <a:cubicBezTo>
                    <a:pt x="56" y="8"/>
                    <a:pt x="56" y="10"/>
                    <a:pt x="56" y="10"/>
                  </a:cubicBezTo>
                  <a:cubicBezTo>
                    <a:pt x="56" y="11"/>
                    <a:pt x="55" y="12"/>
                    <a:pt x="55" y="12"/>
                  </a:cubicBezTo>
                  <a:cubicBezTo>
                    <a:pt x="54" y="13"/>
                    <a:pt x="54" y="13"/>
                    <a:pt x="53" y="13"/>
                  </a:cubicBezTo>
                  <a:cubicBezTo>
                    <a:pt x="53" y="13"/>
                    <a:pt x="53" y="14"/>
                    <a:pt x="53" y="14"/>
                  </a:cubicBezTo>
                  <a:cubicBezTo>
                    <a:pt x="53" y="15"/>
                    <a:pt x="53" y="16"/>
                    <a:pt x="54" y="16"/>
                  </a:cubicBezTo>
                  <a:cubicBezTo>
                    <a:pt x="54" y="17"/>
                    <a:pt x="55" y="17"/>
                    <a:pt x="55" y="18"/>
                  </a:cubicBezTo>
                  <a:cubicBezTo>
                    <a:pt x="56" y="18"/>
                    <a:pt x="56" y="19"/>
                    <a:pt x="57" y="19"/>
                  </a:cubicBezTo>
                  <a:cubicBezTo>
                    <a:pt x="57" y="20"/>
                    <a:pt x="57" y="21"/>
                    <a:pt x="57" y="22"/>
                  </a:cubicBezTo>
                  <a:cubicBezTo>
                    <a:pt x="57" y="23"/>
                    <a:pt x="57" y="24"/>
                    <a:pt x="56" y="25"/>
                  </a:cubicBezTo>
                  <a:cubicBezTo>
                    <a:pt x="56" y="26"/>
                    <a:pt x="55" y="28"/>
                    <a:pt x="55" y="30"/>
                  </a:cubicBezTo>
                  <a:cubicBezTo>
                    <a:pt x="55" y="30"/>
                    <a:pt x="56" y="32"/>
                    <a:pt x="56" y="33"/>
                  </a:cubicBezTo>
                  <a:cubicBezTo>
                    <a:pt x="56" y="33"/>
                    <a:pt x="57" y="34"/>
                    <a:pt x="57" y="35"/>
                  </a:cubicBezTo>
                  <a:cubicBezTo>
                    <a:pt x="58" y="35"/>
                    <a:pt x="58" y="35"/>
                    <a:pt x="58" y="35"/>
                  </a:cubicBezTo>
                  <a:cubicBezTo>
                    <a:pt x="58" y="35"/>
                    <a:pt x="57" y="36"/>
                    <a:pt x="57" y="36"/>
                  </a:cubicBezTo>
                  <a:cubicBezTo>
                    <a:pt x="56" y="37"/>
                    <a:pt x="55" y="37"/>
                    <a:pt x="55" y="38"/>
                  </a:cubicBezTo>
                  <a:cubicBezTo>
                    <a:pt x="55" y="38"/>
                    <a:pt x="55" y="39"/>
                    <a:pt x="55" y="39"/>
                  </a:cubicBezTo>
                  <a:cubicBezTo>
                    <a:pt x="55" y="39"/>
                    <a:pt x="56" y="40"/>
                    <a:pt x="56" y="41"/>
                  </a:cubicBezTo>
                  <a:cubicBezTo>
                    <a:pt x="56" y="41"/>
                    <a:pt x="55" y="41"/>
                    <a:pt x="55" y="42"/>
                  </a:cubicBezTo>
                  <a:cubicBezTo>
                    <a:pt x="54" y="42"/>
                    <a:pt x="53" y="41"/>
                    <a:pt x="53" y="41"/>
                  </a:cubicBezTo>
                  <a:cubicBezTo>
                    <a:pt x="53" y="41"/>
                    <a:pt x="53" y="41"/>
                    <a:pt x="53" y="41"/>
                  </a:cubicBezTo>
                  <a:cubicBezTo>
                    <a:pt x="52" y="41"/>
                    <a:pt x="52" y="41"/>
                    <a:pt x="52" y="41"/>
                  </a:cubicBezTo>
                  <a:cubicBezTo>
                    <a:pt x="52" y="41"/>
                    <a:pt x="51" y="41"/>
                    <a:pt x="50" y="40"/>
                  </a:cubicBezTo>
                  <a:cubicBezTo>
                    <a:pt x="49" y="40"/>
                    <a:pt x="48" y="40"/>
                    <a:pt x="47" y="40"/>
                  </a:cubicBezTo>
                  <a:cubicBezTo>
                    <a:pt x="46" y="41"/>
                    <a:pt x="44" y="41"/>
                    <a:pt x="43" y="41"/>
                  </a:cubicBezTo>
                  <a:cubicBezTo>
                    <a:pt x="43" y="42"/>
                    <a:pt x="42" y="43"/>
                    <a:pt x="42" y="43"/>
                  </a:cubicBezTo>
                  <a:cubicBezTo>
                    <a:pt x="41" y="44"/>
                    <a:pt x="40" y="45"/>
                    <a:pt x="39" y="45"/>
                  </a:cubicBezTo>
                  <a:cubicBezTo>
                    <a:pt x="38" y="45"/>
                    <a:pt x="36" y="45"/>
                    <a:pt x="35" y="46"/>
                  </a:cubicBezTo>
                  <a:cubicBezTo>
                    <a:pt x="34" y="46"/>
                    <a:pt x="33" y="47"/>
                    <a:pt x="32" y="47"/>
                  </a:cubicBezTo>
                  <a:cubicBezTo>
                    <a:pt x="31" y="47"/>
                    <a:pt x="29" y="47"/>
                    <a:pt x="29" y="47"/>
                  </a:cubicBezTo>
                  <a:cubicBezTo>
                    <a:pt x="28" y="47"/>
                    <a:pt x="27" y="47"/>
                    <a:pt x="26" y="48"/>
                  </a:cubicBezTo>
                  <a:cubicBezTo>
                    <a:pt x="26" y="47"/>
                    <a:pt x="26" y="47"/>
                    <a:pt x="26" y="47"/>
                  </a:cubicBezTo>
                  <a:cubicBezTo>
                    <a:pt x="26" y="46"/>
                    <a:pt x="25" y="46"/>
                    <a:pt x="25" y="46"/>
                  </a:cubicBezTo>
                  <a:cubicBezTo>
                    <a:pt x="24" y="45"/>
                    <a:pt x="23" y="46"/>
                    <a:pt x="22" y="46"/>
                  </a:cubicBezTo>
                  <a:cubicBezTo>
                    <a:pt x="22" y="46"/>
                    <a:pt x="21" y="46"/>
                    <a:pt x="21" y="46"/>
                  </a:cubicBezTo>
                  <a:cubicBezTo>
                    <a:pt x="20" y="45"/>
                    <a:pt x="19" y="45"/>
                    <a:pt x="19" y="45"/>
                  </a:cubicBezTo>
                  <a:cubicBezTo>
                    <a:pt x="19" y="44"/>
                    <a:pt x="19" y="43"/>
                    <a:pt x="19" y="43"/>
                  </a:cubicBezTo>
                  <a:cubicBezTo>
                    <a:pt x="19" y="42"/>
                    <a:pt x="20" y="42"/>
                    <a:pt x="20" y="42"/>
                  </a:cubicBezTo>
                  <a:cubicBezTo>
                    <a:pt x="20" y="41"/>
                    <a:pt x="21" y="41"/>
                    <a:pt x="21" y="41"/>
                  </a:cubicBezTo>
                  <a:cubicBezTo>
                    <a:pt x="21" y="40"/>
                    <a:pt x="22" y="40"/>
                    <a:pt x="22" y="39"/>
                  </a:cubicBezTo>
                  <a:cubicBezTo>
                    <a:pt x="22" y="39"/>
                    <a:pt x="23" y="38"/>
                    <a:pt x="23" y="37"/>
                  </a:cubicBezTo>
                  <a:cubicBezTo>
                    <a:pt x="23" y="37"/>
                    <a:pt x="23" y="36"/>
                    <a:pt x="23" y="35"/>
                  </a:cubicBezTo>
                  <a:cubicBezTo>
                    <a:pt x="23" y="35"/>
                    <a:pt x="23" y="34"/>
                    <a:pt x="23" y="33"/>
                  </a:cubicBezTo>
                  <a:cubicBezTo>
                    <a:pt x="24" y="33"/>
                    <a:pt x="24" y="32"/>
                    <a:pt x="25" y="32"/>
                  </a:cubicBezTo>
                  <a:cubicBezTo>
                    <a:pt x="25" y="31"/>
                    <a:pt x="27" y="31"/>
                    <a:pt x="27" y="30"/>
                  </a:cubicBezTo>
                  <a:cubicBezTo>
                    <a:pt x="27" y="30"/>
                    <a:pt x="28" y="29"/>
                    <a:pt x="28" y="29"/>
                  </a:cubicBezTo>
                  <a:cubicBezTo>
                    <a:pt x="28" y="28"/>
                    <a:pt x="28" y="27"/>
                    <a:pt x="29" y="27"/>
                  </a:cubicBezTo>
                  <a:cubicBezTo>
                    <a:pt x="29" y="26"/>
                    <a:pt x="30" y="26"/>
                    <a:pt x="30" y="25"/>
                  </a:cubicBezTo>
                  <a:cubicBezTo>
                    <a:pt x="30" y="25"/>
                    <a:pt x="31" y="24"/>
                    <a:pt x="31" y="23"/>
                  </a:cubicBezTo>
                  <a:cubicBezTo>
                    <a:pt x="31" y="23"/>
                    <a:pt x="31" y="22"/>
                    <a:pt x="31" y="22"/>
                  </a:cubicBezTo>
                  <a:cubicBezTo>
                    <a:pt x="31" y="21"/>
                    <a:pt x="31" y="20"/>
                    <a:pt x="30" y="20"/>
                  </a:cubicBezTo>
                  <a:cubicBezTo>
                    <a:pt x="30" y="19"/>
                    <a:pt x="29" y="19"/>
                    <a:pt x="29" y="19"/>
                  </a:cubicBezTo>
                  <a:cubicBezTo>
                    <a:pt x="28" y="19"/>
                    <a:pt x="26" y="19"/>
                    <a:pt x="25" y="19"/>
                  </a:cubicBezTo>
                  <a:cubicBezTo>
                    <a:pt x="25" y="19"/>
                    <a:pt x="24" y="19"/>
                    <a:pt x="23" y="20"/>
                  </a:cubicBezTo>
                  <a:cubicBezTo>
                    <a:pt x="23" y="20"/>
                    <a:pt x="21" y="19"/>
                    <a:pt x="21" y="19"/>
                  </a:cubicBezTo>
                  <a:cubicBezTo>
                    <a:pt x="20" y="19"/>
                    <a:pt x="18" y="21"/>
                    <a:pt x="18" y="21"/>
                  </a:cubicBezTo>
                  <a:cubicBezTo>
                    <a:pt x="17" y="21"/>
                    <a:pt x="15" y="22"/>
                    <a:pt x="14" y="22"/>
                  </a:cubicBezTo>
                  <a:cubicBezTo>
                    <a:pt x="14" y="22"/>
                    <a:pt x="12" y="22"/>
                    <a:pt x="11" y="22"/>
                  </a:cubicBezTo>
                  <a:cubicBezTo>
                    <a:pt x="11" y="22"/>
                    <a:pt x="9" y="22"/>
                    <a:pt x="8" y="22"/>
                  </a:cubicBezTo>
                  <a:cubicBezTo>
                    <a:pt x="8" y="22"/>
                    <a:pt x="7" y="21"/>
                    <a:pt x="7" y="21"/>
                  </a:cubicBezTo>
                  <a:cubicBezTo>
                    <a:pt x="6" y="21"/>
                    <a:pt x="4" y="22"/>
                    <a:pt x="3" y="21"/>
                  </a:cubicBezTo>
                  <a:cubicBezTo>
                    <a:pt x="2" y="21"/>
                    <a:pt x="1" y="19"/>
                    <a:pt x="1" y="18"/>
                  </a:cubicBezTo>
                  <a:cubicBezTo>
                    <a:pt x="1" y="17"/>
                    <a:pt x="1" y="16"/>
                    <a:pt x="1" y="15"/>
                  </a:cubicBezTo>
                  <a:cubicBezTo>
                    <a:pt x="1" y="15"/>
                    <a:pt x="1" y="14"/>
                    <a:pt x="1" y="14"/>
                  </a:cubicBezTo>
                  <a:cubicBezTo>
                    <a:pt x="1" y="13"/>
                    <a:pt x="1" y="12"/>
                    <a:pt x="1" y="12"/>
                  </a:cubicBezTo>
                  <a:cubicBezTo>
                    <a:pt x="0" y="11"/>
                    <a:pt x="0" y="11"/>
                    <a:pt x="0" y="11"/>
                  </a:cubicBezTo>
                  <a:cubicBezTo>
                    <a:pt x="0" y="11"/>
                    <a:pt x="0" y="10"/>
                    <a:pt x="0" y="10"/>
                  </a:cubicBezTo>
                  <a:cubicBezTo>
                    <a:pt x="0" y="9"/>
                    <a:pt x="0" y="7"/>
                    <a:pt x="0" y="6"/>
                  </a:cubicBezTo>
                  <a:cubicBezTo>
                    <a:pt x="0" y="5"/>
                    <a:pt x="0" y="5"/>
                    <a:pt x="0" y="4"/>
                  </a:cubicBezTo>
                  <a:cubicBezTo>
                    <a:pt x="0" y="4"/>
                    <a:pt x="0" y="4"/>
                    <a:pt x="1" y="4"/>
                  </a:cubicBezTo>
                  <a:cubicBezTo>
                    <a:pt x="1" y="4"/>
                    <a:pt x="2" y="4"/>
                    <a:pt x="2" y="4"/>
                  </a:cubicBezTo>
                  <a:cubicBezTo>
                    <a:pt x="3" y="4"/>
                    <a:pt x="4" y="4"/>
                    <a:pt x="4" y="4"/>
                  </a:cubicBezTo>
                  <a:cubicBezTo>
                    <a:pt x="5" y="4"/>
                    <a:pt x="7" y="5"/>
                    <a:pt x="8" y="5"/>
                  </a:cubicBezTo>
                  <a:cubicBezTo>
                    <a:pt x="8" y="5"/>
                    <a:pt x="9" y="6"/>
                    <a:pt x="10" y="6"/>
                  </a:cubicBezTo>
                  <a:cubicBezTo>
                    <a:pt x="11" y="6"/>
                    <a:pt x="12" y="6"/>
                    <a:pt x="12" y="6"/>
                  </a:cubicBezTo>
                  <a:cubicBezTo>
                    <a:pt x="13" y="5"/>
                    <a:pt x="13" y="4"/>
                    <a:pt x="14" y="4"/>
                  </a:cubicBezTo>
                  <a:cubicBezTo>
                    <a:pt x="14" y="3"/>
                    <a:pt x="16" y="2"/>
                    <a:pt x="17" y="2"/>
                  </a:cubicBezTo>
                  <a:cubicBezTo>
                    <a:pt x="18" y="2"/>
                    <a:pt x="19" y="3"/>
                    <a:pt x="19" y="3"/>
                  </a:cubicBezTo>
                  <a:cubicBezTo>
                    <a:pt x="20" y="3"/>
                    <a:pt x="20" y="4"/>
                    <a:pt x="21" y="4"/>
                  </a:cubicBezTo>
                  <a:cubicBezTo>
                    <a:pt x="22" y="4"/>
                    <a:pt x="24" y="4"/>
                    <a:pt x="25" y="4"/>
                  </a:cubicBezTo>
                  <a:cubicBezTo>
                    <a:pt x="25" y="4"/>
                    <a:pt x="27" y="4"/>
                    <a:pt x="27" y="3"/>
                  </a:cubicBezTo>
                  <a:cubicBezTo>
                    <a:pt x="28" y="3"/>
                    <a:pt x="28" y="3"/>
                    <a:pt x="29" y="3"/>
                  </a:cubicBezTo>
                  <a:cubicBezTo>
                    <a:pt x="29" y="3"/>
                    <a:pt x="30" y="3"/>
                    <a:pt x="31" y="3"/>
                  </a:cubicBezTo>
                  <a:cubicBezTo>
                    <a:pt x="31" y="4"/>
                    <a:pt x="32" y="5"/>
                    <a:pt x="32" y="5"/>
                  </a:cubicBezTo>
                  <a:cubicBezTo>
                    <a:pt x="33" y="5"/>
                    <a:pt x="34" y="4"/>
                    <a:pt x="34" y="4"/>
                  </a:cubicBezTo>
                  <a:cubicBezTo>
                    <a:pt x="34" y="4"/>
                    <a:pt x="35" y="3"/>
                    <a:pt x="35" y="3"/>
                  </a:cubicBezTo>
                  <a:cubicBezTo>
                    <a:pt x="36" y="2"/>
                    <a:pt x="36" y="1"/>
                    <a:pt x="37" y="1"/>
                  </a:cubicBezTo>
                  <a:cubicBezTo>
                    <a:pt x="38" y="0"/>
                    <a:pt x="40" y="0"/>
                    <a:pt x="41" y="0"/>
                  </a:cubicBezTo>
                  <a:cubicBezTo>
                    <a:pt x="42" y="0"/>
                    <a:pt x="43" y="0"/>
                    <a:pt x="44" y="0"/>
                  </a:cubicBezTo>
                  <a:cubicBezTo>
                    <a:pt x="45" y="0"/>
                    <a:pt x="46" y="1"/>
                    <a:pt x="47" y="1"/>
                  </a:cubicBezTo>
                  <a:cubicBezTo>
                    <a:pt x="47" y="1"/>
                    <a:pt x="48" y="1"/>
                    <a:pt x="48" y="1"/>
                  </a:cubicBezTo>
                  <a:cubicBezTo>
                    <a:pt x="49" y="2"/>
                    <a:pt x="49" y="3"/>
                    <a:pt x="49" y="3"/>
                  </a:cubicBezTo>
                  <a:cubicBezTo>
                    <a:pt x="49" y="4"/>
                    <a:pt x="50" y="4"/>
                    <a:pt x="50" y="5"/>
                  </a:cubicBezTo>
                  <a:cubicBezTo>
                    <a:pt x="51" y="5"/>
                    <a:pt x="52" y="4"/>
                    <a:pt x="53" y="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4" name="Freeform 304"/>
            <p:cNvSpPr>
              <a:spLocks/>
            </p:cNvSpPr>
            <p:nvPr/>
          </p:nvSpPr>
          <p:spPr bwMode="auto">
            <a:xfrm>
              <a:off x="977901" y="2506663"/>
              <a:ext cx="50800" cy="63500"/>
            </a:xfrm>
            <a:custGeom>
              <a:avLst/>
              <a:gdLst/>
              <a:ahLst/>
              <a:cxnLst>
                <a:cxn ang="0">
                  <a:pos x="5" y="31"/>
                </a:cxn>
                <a:cxn ang="0">
                  <a:pos x="4" y="31"/>
                </a:cxn>
                <a:cxn ang="0">
                  <a:pos x="3" y="29"/>
                </a:cxn>
                <a:cxn ang="0">
                  <a:pos x="2" y="26"/>
                </a:cxn>
                <a:cxn ang="0">
                  <a:pos x="3" y="21"/>
                </a:cxn>
                <a:cxn ang="0">
                  <a:pos x="4" y="18"/>
                </a:cxn>
                <a:cxn ang="0">
                  <a:pos x="4" y="15"/>
                </a:cxn>
                <a:cxn ang="0">
                  <a:pos x="2" y="14"/>
                </a:cxn>
                <a:cxn ang="0">
                  <a:pos x="1" y="12"/>
                </a:cxn>
                <a:cxn ang="0">
                  <a:pos x="0" y="10"/>
                </a:cxn>
                <a:cxn ang="0">
                  <a:pos x="0" y="9"/>
                </a:cxn>
                <a:cxn ang="0">
                  <a:pos x="2" y="8"/>
                </a:cxn>
                <a:cxn ang="0">
                  <a:pos x="3" y="6"/>
                </a:cxn>
                <a:cxn ang="0">
                  <a:pos x="3" y="3"/>
                </a:cxn>
                <a:cxn ang="0">
                  <a:pos x="1" y="1"/>
                </a:cxn>
                <a:cxn ang="0">
                  <a:pos x="0" y="0"/>
                </a:cxn>
                <a:cxn ang="0">
                  <a:pos x="0" y="0"/>
                </a:cxn>
                <a:cxn ang="0">
                  <a:pos x="2" y="0"/>
                </a:cxn>
                <a:cxn ang="0">
                  <a:pos x="5" y="0"/>
                </a:cxn>
                <a:cxn ang="0">
                  <a:pos x="7" y="0"/>
                </a:cxn>
                <a:cxn ang="0">
                  <a:pos x="9" y="0"/>
                </a:cxn>
                <a:cxn ang="0">
                  <a:pos x="9" y="1"/>
                </a:cxn>
                <a:cxn ang="0">
                  <a:pos x="10" y="2"/>
                </a:cxn>
                <a:cxn ang="0">
                  <a:pos x="13" y="3"/>
                </a:cxn>
                <a:cxn ang="0">
                  <a:pos x="14" y="4"/>
                </a:cxn>
                <a:cxn ang="0">
                  <a:pos x="17" y="5"/>
                </a:cxn>
                <a:cxn ang="0">
                  <a:pos x="21" y="5"/>
                </a:cxn>
                <a:cxn ang="0">
                  <a:pos x="24" y="5"/>
                </a:cxn>
                <a:cxn ang="0">
                  <a:pos x="24" y="6"/>
                </a:cxn>
                <a:cxn ang="0">
                  <a:pos x="23" y="7"/>
                </a:cxn>
                <a:cxn ang="0">
                  <a:pos x="21" y="8"/>
                </a:cxn>
                <a:cxn ang="0">
                  <a:pos x="21" y="10"/>
                </a:cxn>
                <a:cxn ang="0">
                  <a:pos x="22" y="11"/>
                </a:cxn>
                <a:cxn ang="0">
                  <a:pos x="23" y="12"/>
                </a:cxn>
                <a:cxn ang="0">
                  <a:pos x="22" y="14"/>
                </a:cxn>
                <a:cxn ang="0">
                  <a:pos x="21" y="16"/>
                </a:cxn>
                <a:cxn ang="0">
                  <a:pos x="22" y="18"/>
                </a:cxn>
                <a:cxn ang="0">
                  <a:pos x="24" y="19"/>
                </a:cxn>
                <a:cxn ang="0">
                  <a:pos x="26" y="20"/>
                </a:cxn>
                <a:cxn ang="0">
                  <a:pos x="26" y="23"/>
                </a:cxn>
                <a:cxn ang="0">
                  <a:pos x="27" y="26"/>
                </a:cxn>
                <a:cxn ang="0">
                  <a:pos x="26" y="27"/>
                </a:cxn>
                <a:cxn ang="0">
                  <a:pos x="22" y="30"/>
                </a:cxn>
                <a:cxn ang="0">
                  <a:pos x="20" y="33"/>
                </a:cxn>
                <a:cxn ang="0">
                  <a:pos x="20" y="34"/>
                </a:cxn>
                <a:cxn ang="0">
                  <a:pos x="20" y="33"/>
                </a:cxn>
                <a:cxn ang="0">
                  <a:pos x="18" y="32"/>
                </a:cxn>
                <a:cxn ang="0">
                  <a:pos x="16" y="31"/>
                </a:cxn>
                <a:cxn ang="0">
                  <a:pos x="15" y="32"/>
                </a:cxn>
                <a:cxn ang="0">
                  <a:pos x="14" y="33"/>
                </a:cxn>
                <a:cxn ang="0">
                  <a:pos x="13" y="33"/>
                </a:cxn>
                <a:cxn ang="0">
                  <a:pos x="12" y="31"/>
                </a:cxn>
                <a:cxn ang="0">
                  <a:pos x="10" y="30"/>
                </a:cxn>
                <a:cxn ang="0">
                  <a:pos x="8" y="30"/>
                </a:cxn>
                <a:cxn ang="0">
                  <a:pos x="7" y="31"/>
                </a:cxn>
                <a:cxn ang="0">
                  <a:pos x="5" y="31"/>
                </a:cxn>
              </a:cxnLst>
              <a:rect l="0" t="0" r="r" b="b"/>
              <a:pathLst>
                <a:path w="27" h="34">
                  <a:moveTo>
                    <a:pt x="5" y="31"/>
                  </a:moveTo>
                  <a:cubicBezTo>
                    <a:pt x="5" y="31"/>
                    <a:pt x="5" y="31"/>
                    <a:pt x="4" y="31"/>
                  </a:cubicBezTo>
                  <a:cubicBezTo>
                    <a:pt x="4" y="30"/>
                    <a:pt x="3" y="29"/>
                    <a:pt x="3" y="29"/>
                  </a:cubicBezTo>
                  <a:cubicBezTo>
                    <a:pt x="3" y="28"/>
                    <a:pt x="2" y="26"/>
                    <a:pt x="2" y="26"/>
                  </a:cubicBezTo>
                  <a:cubicBezTo>
                    <a:pt x="2" y="24"/>
                    <a:pt x="3" y="22"/>
                    <a:pt x="3" y="21"/>
                  </a:cubicBezTo>
                  <a:cubicBezTo>
                    <a:pt x="4" y="20"/>
                    <a:pt x="4" y="19"/>
                    <a:pt x="4" y="18"/>
                  </a:cubicBezTo>
                  <a:cubicBezTo>
                    <a:pt x="4" y="17"/>
                    <a:pt x="4" y="16"/>
                    <a:pt x="4" y="15"/>
                  </a:cubicBezTo>
                  <a:cubicBezTo>
                    <a:pt x="3" y="15"/>
                    <a:pt x="3" y="14"/>
                    <a:pt x="2" y="14"/>
                  </a:cubicBezTo>
                  <a:cubicBezTo>
                    <a:pt x="2" y="13"/>
                    <a:pt x="1" y="13"/>
                    <a:pt x="1" y="12"/>
                  </a:cubicBezTo>
                  <a:cubicBezTo>
                    <a:pt x="0" y="12"/>
                    <a:pt x="0" y="11"/>
                    <a:pt x="0" y="10"/>
                  </a:cubicBezTo>
                  <a:cubicBezTo>
                    <a:pt x="0" y="10"/>
                    <a:pt x="0" y="9"/>
                    <a:pt x="0" y="9"/>
                  </a:cubicBezTo>
                  <a:cubicBezTo>
                    <a:pt x="1" y="9"/>
                    <a:pt x="1" y="9"/>
                    <a:pt x="2" y="8"/>
                  </a:cubicBezTo>
                  <a:cubicBezTo>
                    <a:pt x="2" y="8"/>
                    <a:pt x="3" y="7"/>
                    <a:pt x="3" y="6"/>
                  </a:cubicBezTo>
                  <a:cubicBezTo>
                    <a:pt x="3" y="6"/>
                    <a:pt x="3" y="4"/>
                    <a:pt x="3" y="3"/>
                  </a:cubicBezTo>
                  <a:cubicBezTo>
                    <a:pt x="3" y="3"/>
                    <a:pt x="2" y="1"/>
                    <a:pt x="1" y="1"/>
                  </a:cubicBezTo>
                  <a:cubicBezTo>
                    <a:pt x="1" y="1"/>
                    <a:pt x="0" y="0"/>
                    <a:pt x="0" y="0"/>
                  </a:cubicBezTo>
                  <a:cubicBezTo>
                    <a:pt x="0" y="0"/>
                    <a:pt x="0" y="0"/>
                    <a:pt x="0" y="0"/>
                  </a:cubicBezTo>
                  <a:cubicBezTo>
                    <a:pt x="0" y="0"/>
                    <a:pt x="1" y="0"/>
                    <a:pt x="2" y="0"/>
                  </a:cubicBezTo>
                  <a:cubicBezTo>
                    <a:pt x="3" y="0"/>
                    <a:pt x="4" y="0"/>
                    <a:pt x="5" y="0"/>
                  </a:cubicBezTo>
                  <a:cubicBezTo>
                    <a:pt x="5" y="0"/>
                    <a:pt x="6" y="0"/>
                    <a:pt x="7" y="0"/>
                  </a:cubicBezTo>
                  <a:cubicBezTo>
                    <a:pt x="7" y="0"/>
                    <a:pt x="8" y="0"/>
                    <a:pt x="9" y="0"/>
                  </a:cubicBezTo>
                  <a:cubicBezTo>
                    <a:pt x="9" y="0"/>
                    <a:pt x="9" y="0"/>
                    <a:pt x="9" y="1"/>
                  </a:cubicBezTo>
                  <a:cubicBezTo>
                    <a:pt x="9" y="1"/>
                    <a:pt x="10" y="2"/>
                    <a:pt x="10" y="2"/>
                  </a:cubicBezTo>
                  <a:cubicBezTo>
                    <a:pt x="11" y="2"/>
                    <a:pt x="12" y="3"/>
                    <a:pt x="13" y="3"/>
                  </a:cubicBezTo>
                  <a:cubicBezTo>
                    <a:pt x="13" y="3"/>
                    <a:pt x="14" y="4"/>
                    <a:pt x="14" y="4"/>
                  </a:cubicBezTo>
                  <a:cubicBezTo>
                    <a:pt x="15" y="4"/>
                    <a:pt x="16" y="5"/>
                    <a:pt x="17" y="5"/>
                  </a:cubicBezTo>
                  <a:cubicBezTo>
                    <a:pt x="18" y="5"/>
                    <a:pt x="20" y="5"/>
                    <a:pt x="21" y="5"/>
                  </a:cubicBezTo>
                  <a:cubicBezTo>
                    <a:pt x="22" y="5"/>
                    <a:pt x="23" y="5"/>
                    <a:pt x="24" y="5"/>
                  </a:cubicBezTo>
                  <a:cubicBezTo>
                    <a:pt x="24" y="5"/>
                    <a:pt x="24" y="5"/>
                    <a:pt x="24" y="6"/>
                  </a:cubicBezTo>
                  <a:cubicBezTo>
                    <a:pt x="24" y="6"/>
                    <a:pt x="23" y="7"/>
                    <a:pt x="23" y="7"/>
                  </a:cubicBezTo>
                  <a:cubicBezTo>
                    <a:pt x="23" y="8"/>
                    <a:pt x="21" y="7"/>
                    <a:pt x="21" y="8"/>
                  </a:cubicBezTo>
                  <a:cubicBezTo>
                    <a:pt x="21" y="8"/>
                    <a:pt x="21" y="10"/>
                    <a:pt x="21" y="10"/>
                  </a:cubicBezTo>
                  <a:cubicBezTo>
                    <a:pt x="21" y="10"/>
                    <a:pt x="22" y="10"/>
                    <a:pt x="22" y="11"/>
                  </a:cubicBezTo>
                  <a:cubicBezTo>
                    <a:pt x="23" y="11"/>
                    <a:pt x="23" y="12"/>
                    <a:pt x="23" y="12"/>
                  </a:cubicBezTo>
                  <a:cubicBezTo>
                    <a:pt x="23" y="13"/>
                    <a:pt x="22" y="14"/>
                    <a:pt x="22" y="14"/>
                  </a:cubicBezTo>
                  <a:cubicBezTo>
                    <a:pt x="22" y="14"/>
                    <a:pt x="21" y="16"/>
                    <a:pt x="21" y="16"/>
                  </a:cubicBezTo>
                  <a:cubicBezTo>
                    <a:pt x="21" y="17"/>
                    <a:pt x="21" y="18"/>
                    <a:pt x="22" y="18"/>
                  </a:cubicBezTo>
                  <a:cubicBezTo>
                    <a:pt x="22" y="18"/>
                    <a:pt x="23" y="19"/>
                    <a:pt x="24" y="19"/>
                  </a:cubicBezTo>
                  <a:cubicBezTo>
                    <a:pt x="24" y="19"/>
                    <a:pt x="26" y="20"/>
                    <a:pt x="26" y="20"/>
                  </a:cubicBezTo>
                  <a:cubicBezTo>
                    <a:pt x="27" y="21"/>
                    <a:pt x="26" y="22"/>
                    <a:pt x="26" y="23"/>
                  </a:cubicBezTo>
                  <a:cubicBezTo>
                    <a:pt x="26" y="24"/>
                    <a:pt x="27" y="25"/>
                    <a:pt x="27" y="26"/>
                  </a:cubicBezTo>
                  <a:cubicBezTo>
                    <a:pt x="26" y="26"/>
                    <a:pt x="26" y="27"/>
                    <a:pt x="26" y="27"/>
                  </a:cubicBezTo>
                  <a:cubicBezTo>
                    <a:pt x="25" y="28"/>
                    <a:pt x="23" y="29"/>
                    <a:pt x="22" y="30"/>
                  </a:cubicBezTo>
                  <a:cubicBezTo>
                    <a:pt x="22" y="31"/>
                    <a:pt x="21" y="32"/>
                    <a:pt x="20" y="33"/>
                  </a:cubicBezTo>
                  <a:cubicBezTo>
                    <a:pt x="20" y="34"/>
                    <a:pt x="20" y="34"/>
                    <a:pt x="20" y="34"/>
                  </a:cubicBezTo>
                  <a:cubicBezTo>
                    <a:pt x="20" y="34"/>
                    <a:pt x="20" y="33"/>
                    <a:pt x="20" y="33"/>
                  </a:cubicBezTo>
                  <a:cubicBezTo>
                    <a:pt x="19" y="33"/>
                    <a:pt x="18" y="33"/>
                    <a:pt x="18" y="32"/>
                  </a:cubicBezTo>
                  <a:cubicBezTo>
                    <a:pt x="17" y="32"/>
                    <a:pt x="17" y="31"/>
                    <a:pt x="16" y="31"/>
                  </a:cubicBezTo>
                  <a:cubicBezTo>
                    <a:pt x="16" y="31"/>
                    <a:pt x="15" y="32"/>
                    <a:pt x="15" y="32"/>
                  </a:cubicBezTo>
                  <a:cubicBezTo>
                    <a:pt x="15" y="33"/>
                    <a:pt x="14" y="33"/>
                    <a:pt x="14" y="33"/>
                  </a:cubicBezTo>
                  <a:cubicBezTo>
                    <a:pt x="13" y="33"/>
                    <a:pt x="13" y="33"/>
                    <a:pt x="13" y="33"/>
                  </a:cubicBezTo>
                  <a:cubicBezTo>
                    <a:pt x="12" y="32"/>
                    <a:pt x="12" y="31"/>
                    <a:pt x="12" y="31"/>
                  </a:cubicBezTo>
                  <a:cubicBezTo>
                    <a:pt x="12" y="31"/>
                    <a:pt x="11" y="30"/>
                    <a:pt x="10" y="30"/>
                  </a:cubicBezTo>
                  <a:cubicBezTo>
                    <a:pt x="10" y="30"/>
                    <a:pt x="9" y="30"/>
                    <a:pt x="8" y="30"/>
                  </a:cubicBezTo>
                  <a:cubicBezTo>
                    <a:pt x="8" y="30"/>
                    <a:pt x="7" y="31"/>
                    <a:pt x="7" y="31"/>
                  </a:cubicBezTo>
                  <a:cubicBezTo>
                    <a:pt x="6" y="31"/>
                    <a:pt x="6" y="31"/>
                    <a:pt x="5" y="3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5" name="Freeform 305"/>
            <p:cNvSpPr>
              <a:spLocks/>
            </p:cNvSpPr>
            <p:nvPr/>
          </p:nvSpPr>
          <p:spPr bwMode="auto">
            <a:xfrm>
              <a:off x="977901" y="2563813"/>
              <a:ext cx="71438" cy="61913"/>
            </a:xfrm>
            <a:custGeom>
              <a:avLst/>
              <a:gdLst/>
              <a:ahLst/>
              <a:cxnLst>
                <a:cxn ang="0">
                  <a:pos x="0" y="7"/>
                </a:cxn>
                <a:cxn ang="0">
                  <a:pos x="2" y="8"/>
                </a:cxn>
                <a:cxn ang="0">
                  <a:pos x="3" y="7"/>
                </a:cxn>
                <a:cxn ang="0">
                  <a:pos x="2" y="5"/>
                </a:cxn>
                <a:cxn ang="0">
                  <a:pos x="2" y="4"/>
                </a:cxn>
                <a:cxn ang="0">
                  <a:pos x="4" y="2"/>
                </a:cxn>
                <a:cxn ang="0">
                  <a:pos x="5" y="1"/>
                </a:cxn>
                <a:cxn ang="0">
                  <a:pos x="7" y="1"/>
                </a:cxn>
                <a:cxn ang="0">
                  <a:pos x="8" y="0"/>
                </a:cxn>
                <a:cxn ang="0">
                  <a:pos x="10" y="0"/>
                </a:cxn>
                <a:cxn ang="0">
                  <a:pos x="12" y="1"/>
                </a:cxn>
                <a:cxn ang="0">
                  <a:pos x="13" y="3"/>
                </a:cxn>
                <a:cxn ang="0">
                  <a:pos x="14" y="3"/>
                </a:cxn>
                <a:cxn ang="0">
                  <a:pos x="15" y="2"/>
                </a:cxn>
                <a:cxn ang="0">
                  <a:pos x="16" y="1"/>
                </a:cxn>
                <a:cxn ang="0">
                  <a:pos x="18" y="2"/>
                </a:cxn>
                <a:cxn ang="0">
                  <a:pos x="20" y="3"/>
                </a:cxn>
                <a:cxn ang="0">
                  <a:pos x="20" y="4"/>
                </a:cxn>
                <a:cxn ang="0">
                  <a:pos x="19" y="7"/>
                </a:cxn>
                <a:cxn ang="0">
                  <a:pos x="19" y="10"/>
                </a:cxn>
                <a:cxn ang="0">
                  <a:pos x="21" y="11"/>
                </a:cxn>
                <a:cxn ang="0">
                  <a:pos x="23" y="12"/>
                </a:cxn>
                <a:cxn ang="0">
                  <a:pos x="24" y="12"/>
                </a:cxn>
                <a:cxn ang="0">
                  <a:pos x="26" y="11"/>
                </a:cxn>
                <a:cxn ang="0">
                  <a:pos x="28" y="10"/>
                </a:cxn>
                <a:cxn ang="0">
                  <a:pos x="29" y="8"/>
                </a:cxn>
                <a:cxn ang="0">
                  <a:pos x="30" y="6"/>
                </a:cxn>
                <a:cxn ang="0">
                  <a:pos x="31" y="4"/>
                </a:cxn>
                <a:cxn ang="0">
                  <a:pos x="33" y="3"/>
                </a:cxn>
                <a:cxn ang="0">
                  <a:pos x="33" y="5"/>
                </a:cxn>
                <a:cxn ang="0">
                  <a:pos x="36" y="7"/>
                </a:cxn>
                <a:cxn ang="0">
                  <a:pos x="38" y="8"/>
                </a:cxn>
                <a:cxn ang="0">
                  <a:pos x="38" y="10"/>
                </a:cxn>
                <a:cxn ang="0">
                  <a:pos x="36" y="12"/>
                </a:cxn>
                <a:cxn ang="0">
                  <a:pos x="35" y="14"/>
                </a:cxn>
                <a:cxn ang="0">
                  <a:pos x="34" y="16"/>
                </a:cxn>
                <a:cxn ang="0">
                  <a:pos x="33" y="19"/>
                </a:cxn>
                <a:cxn ang="0">
                  <a:pos x="32" y="21"/>
                </a:cxn>
                <a:cxn ang="0">
                  <a:pos x="29" y="24"/>
                </a:cxn>
                <a:cxn ang="0">
                  <a:pos x="27" y="26"/>
                </a:cxn>
                <a:cxn ang="0">
                  <a:pos x="23" y="27"/>
                </a:cxn>
                <a:cxn ang="0">
                  <a:pos x="21" y="28"/>
                </a:cxn>
                <a:cxn ang="0">
                  <a:pos x="18" y="29"/>
                </a:cxn>
                <a:cxn ang="0">
                  <a:pos x="18" y="30"/>
                </a:cxn>
                <a:cxn ang="0">
                  <a:pos x="17" y="31"/>
                </a:cxn>
                <a:cxn ang="0">
                  <a:pos x="17" y="33"/>
                </a:cxn>
                <a:cxn ang="0">
                  <a:pos x="15" y="33"/>
                </a:cxn>
                <a:cxn ang="0">
                  <a:pos x="13" y="32"/>
                </a:cxn>
                <a:cxn ang="0">
                  <a:pos x="11" y="29"/>
                </a:cxn>
                <a:cxn ang="0">
                  <a:pos x="9" y="28"/>
                </a:cxn>
                <a:cxn ang="0">
                  <a:pos x="8" y="24"/>
                </a:cxn>
                <a:cxn ang="0">
                  <a:pos x="8" y="21"/>
                </a:cxn>
                <a:cxn ang="0">
                  <a:pos x="7" y="18"/>
                </a:cxn>
                <a:cxn ang="0">
                  <a:pos x="5" y="15"/>
                </a:cxn>
                <a:cxn ang="0">
                  <a:pos x="3" y="13"/>
                </a:cxn>
                <a:cxn ang="0">
                  <a:pos x="2" y="11"/>
                </a:cxn>
                <a:cxn ang="0">
                  <a:pos x="1" y="10"/>
                </a:cxn>
                <a:cxn ang="0">
                  <a:pos x="0" y="8"/>
                </a:cxn>
                <a:cxn ang="0">
                  <a:pos x="0" y="7"/>
                </a:cxn>
              </a:cxnLst>
              <a:rect l="0" t="0" r="r" b="b"/>
              <a:pathLst>
                <a:path w="38" h="33">
                  <a:moveTo>
                    <a:pt x="0" y="7"/>
                  </a:moveTo>
                  <a:cubicBezTo>
                    <a:pt x="0" y="7"/>
                    <a:pt x="1" y="8"/>
                    <a:pt x="2" y="8"/>
                  </a:cubicBezTo>
                  <a:cubicBezTo>
                    <a:pt x="2" y="7"/>
                    <a:pt x="3" y="7"/>
                    <a:pt x="3" y="7"/>
                  </a:cubicBezTo>
                  <a:cubicBezTo>
                    <a:pt x="3" y="6"/>
                    <a:pt x="2" y="5"/>
                    <a:pt x="2" y="5"/>
                  </a:cubicBezTo>
                  <a:cubicBezTo>
                    <a:pt x="2" y="5"/>
                    <a:pt x="2" y="4"/>
                    <a:pt x="2" y="4"/>
                  </a:cubicBezTo>
                  <a:cubicBezTo>
                    <a:pt x="2" y="3"/>
                    <a:pt x="3" y="3"/>
                    <a:pt x="4" y="2"/>
                  </a:cubicBezTo>
                  <a:cubicBezTo>
                    <a:pt x="4" y="2"/>
                    <a:pt x="5" y="1"/>
                    <a:pt x="5" y="1"/>
                  </a:cubicBezTo>
                  <a:cubicBezTo>
                    <a:pt x="6" y="1"/>
                    <a:pt x="6" y="1"/>
                    <a:pt x="7" y="1"/>
                  </a:cubicBezTo>
                  <a:cubicBezTo>
                    <a:pt x="7" y="1"/>
                    <a:pt x="8" y="0"/>
                    <a:pt x="8" y="0"/>
                  </a:cubicBezTo>
                  <a:cubicBezTo>
                    <a:pt x="9" y="0"/>
                    <a:pt x="10" y="0"/>
                    <a:pt x="10" y="0"/>
                  </a:cubicBezTo>
                  <a:cubicBezTo>
                    <a:pt x="11" y="0"/>
                    <a:pt x="12" y="1"/>
                    <a:pt x="12" y="1"/>
                  </a:cubicBezTo>
                  <a:cubicBezTo>
                    <a:pt x="12" y="1"/>
                    <a:pt x="12" y="2"/>
                    <a:pt x="13" y="3"/>
                  </a:cubicBezTo>
                  <a:cubicBezTo>
                    <a:pt x="13" y="3"/>
                    <a:pt x="13" y="3"/>
                    <a:pt x="14" y="3"/>
                  </a:cubicBezTo>
                  <a:cubicBezTo>
                    <a:pt x="14" y="3"/>
                    <a:pt x="15" y="3"/>
                    <a:pt x="15" y="2"/>
                  </a:cubicBezTo>
                  <a:cubicBezTo>
                    <a:pt x="15" y="2"/>
                    <a:pt x="16" y="1"/>
                    <a:pt x="16" y="1"/>
                  </a:cubicBezTo>
                  <a:cubicBezTo>
                    <a:pt x="17" y="1"/>
                    <a:pt x="17" y="2"/>
                    <a:pt x="18" y="2"/>
                  </a:cubicBezTo>
                  <a:cubicBezTo>
                    <a:pt x="18" y="3"/>
                    <a:pt x="19" y="3"/>
                    <a:pt x="20" y="3"/>
                  </a:cubicBezTo>
                  <a:cubicBezTo>
                    <a:pt x="20" y="3"/>
                    <a:pt x="20" y="4"/>
                    <a:pt x="20" y="4"/>
                  </a:cubicBezTo>
                  <a:cubicBezTo>
                    <a:pt x="20" y="5"/>
                    <a:pt x="19" y="6"/>
                    <a:pt x="19" y="7"/>
                  </a:cubicBezTo>
                  <a:cubicBezTo>
                    <a:pt x="19" y="8"/>
                    <a:pt x="19" y="9"/>
                    <a:pt x="19" y="10"/>
                  </a:cubicBezTo>
                  <a:cubicBezTo>
                    <a:pt x="20" y="10"/>
                    <a:pt x="21" y="11"/>
                    <a:pt x="21" y="11"/>
                  </a:cubicBezTo>
                  <a:cubicBezTo>
                    <a:pt x="21" y="11"/>
                    <a:pt x="22" y="12"/>
                    <a:pt x="23" y="12"/>
                  </a:cubicBezTo>
                  <a:cubicBezTo>
                    <a:pt x="23" y="12"/>
                    <a:pt x="24" y="12"/>
                    <a:pt x="24" y="12"/>
                  </a:cubicBezTo>
                  <a:cubicBezTo>
                    <a:pt x="25" y="12"/>
                    <a:pt x="26" y="11"/>
                    <a:pt x="26" y="11"/>
                  </a:cubicBezTo>
                  <a:cubicBezTo>
                    <a:pt x="27" y="11"/>
                    <a:pt x="27" y="10"/>
                    <a:pt x="28" y="10"/>
                  </a:cubicBezTo>
                  <a:cubicBezTo>
                    <a:pt x="28" y="9"/>
                    <a:pt x="28" y="8"/>
                    <a:pt x="29" y="8"/>
                  </a:cubicBezTo>
                  <a:cubicBezTo>
                    <a:pt x="29" y="7"/>
                    <a:pt x="30" y="6"/>
                    <a:pt x="30" y="6"/>
                  </a:cubicBezTo>
                  <a:cubicBezTo>
                    <a:pt x="30" y="5"/>
                    <a:pt x="31" y="4"/>
                    <a:pt x="31" y="4"/>
                  </a:cubicBezTo>
                  <a:cubicBezTo>
                    <a:pt x="32" y="4"/>
                    <a:pt x="32" y="3"/>
                    <a:pt x="33" y="3"/>
                  </a:cubicBezTo>
                  <a:cubicBezTo>
                    <a:pt x="33" y="4"/>
                    <a:pt x="33" y="4"/>
                    <a:pt x="33" y="5"/>
                  </a:cubicBezTo>
                  <a:cubicBezTo>
                    <a:pt x="34" y="5"/>
                    <a:pt x="36" y="7"/>
                    <a:pt x="36" y="7"/>
                  </a:cubicBezTo>
                  <a:cubicBezTo>
                    <a:pt x="37" y="7"/>
                    <a:pt x="38" y="8"/>
                    <a:pt x="38" y="8"/>
                  </a:cubicBezTo>
                  <a:cubicBezTo>
                    <a:pt x="38" y="9"/>
                    <a:pt x="38" y="10"/>
                    <a:pt x="38" y="10"/>
                  </a:cubicBezTo>
                  <a:cubicBezTo>
                    <a:pt x="37" y="11"/>
                    <a:pt x="37" y="12"/>
                    <a:pt x="36" y="12"/>
                  </a:cubicBezTo>
                  <a:cubicBezTo>
                    <a:pt x="36" y="13"/>
                    <a:pt x="35" y="13"/>
                    <a:pt x="35" y="14"/>
                  </a:cubicBezTo>
                  <a:cubicBezTo>
                    <a:pt x="34" y="14"/>
                    <a:pt x="34" y="15"/>
                    <a:pt x="34" y="16"/>
                  </a:cubicBezTo>
                  <a:cubicBezTo>
                    <a:pt x="34" y="16"/>
                    <a:pt x="34" y="18"/>
                    <a:pt x="33" y="19"/>
                  </a:cubicBezTo>
                  <a:cubicBezTo>
                    <a:pt x="33" y="19"/>
                    <a:pt x="33" y="20"/>
                    <a:pt x="32" y="21"/>
                  </a:cubicBezTo>
                  <a:cubicBezTo>
                    <a:pt x="32" y="22"/>
                    <a:pt x="30" y="23"/>
                    <a:pt x="29" y="24"/>
                  </a:cubicBezTo>
                  <a:cubicBezTo>
                    <a:pt x="29" y="25"/>
                    <a:pt x="27" y="25"/>
                    <a:pt x="27" y="26"/>
                  </a:cubicBezTo>
                  <a:cubicBezTo>
                    <a:pt x="26" y="26"/>
                    <a:pt x="24" y="27"/>
                    <a:pt x="23" y="27"/>
                  </a:cubicBezTo>
                  <a:cubicBezTo>
                    <a:pt x="23" y="27"/>
                    <a:pt x="21" y="28"/>
                    <a:pt x="21" y="28"/>
                  </a:cubicBezTo>
                  <a:cubicBezTo>
                    <a:pt x="20" y="29"/>
                    <a:pt x="19" y="29"/>
                    <a:pt x="18" y="29"/>
                  </a:cubicBezTo>
                  <a:cubicBezTo>
                    <a:pt x="18" y="29"/>
                    <a:pt x="18" y="30"/>
                    <a:pt x="18" y="30"/>
                  </a:cubicBezTo>
                  <a:cubicBezTo>
                    <a:pt x="18" y="30"/>
                    <a:pt x="17" y="31"/>
                    <a:pt x="17" y="31"/>
                  </a:cubicBezTo>
                  <a:cubicBezTo>
                    <a:pt x="17" y="31"/>
                    <a:pt x="17" y="32"/>
                    <a:pt x="17" y="33"/>
                  </a:cubicBezTo>
                  <a:cubicBezTo>
                    <a:pt x="16" y="33"/>
                    <a:pt x="15" y="33"/>
                    <a:pt x="15" y="33"/>
                  </a:cubicBezTo>
                  <a:cubicBezTo>
                    <a:pt x="14" y="33"/>
                    <a:pt x="13" y="32"/>
                    <a:pt x="13" y="32"/>
                  </a:cubicBezTo>
                  <a:cubicBezTo>
                    <a:pt x="12" y="31"/>
                    <a:pt x="12" y="30"/>
                    <a:pt x="11" y="29"/>
                  </a:cubicBezTo>
                  <a:cubicBezTo>
                    <a:pt x="10" y="29"/>
                    <a:pt x="9" y="28"/>
                    <a:pt x="9" y="28"/>
                  </a:cubicBezTo>
                  <a:cubicBezTo>
                    <a:pt x="8" y="27"/>
                    <a:pt x="8" y="25"/>
                    <a:pt x="8" y="24"/>
                  </a:cubicBezTo>
                  <a:cubicBezTo>
                    <a:pt x="8" y="24"/>
                    <a:pt x="8" y="22"/>
                    <a:pt x="8" y="21"/>
                  </a:cubicBezTo>
                  <a:cubicBezTo>
                    <a:pt x="8" y="20"/>
                    <a:pt x="7" y="19"/>
                    <a:pt x="7" y="18"/>
                  </a:cubicBezTo>
                  <a:cubicBezTo>
                    <a:pt x="7" y="17"/>
                    <a:pt x="6" y="16"/>
                    <a:pt x="5" y="15"/>
                  </a:cubicBezTo>
                  <a:cubicBezTo>
                    <a:pt x="5" y="15"/>
                    <a:pt x="4" y="14"/>
                    <a:pt x="3" y="13"/>
                  </a:cubicBezTo>
                  <a:cubicBezTo>
                    <a:pt x="3" y="12"/>
                    <a:pt x="2" y="11"/>
                    <a:pt x="2" y="11"/>
                  </a:cubicBezTo>
                  <a:cubicBezTo>
                    <a:pt x="2" y="10"/>
                    <a:pt x="1" y="10"/>
                    <a:pt x="1" y="10"/>
                  </a:cubicBezTo>
                  <a:cubicBezTo>
                    <a:pt x="1" y="9"/>
                    <a:pt x="1" y="8"/>
                    <a:pt x="0" y="8"/>
                  </a:cubicBezTo>
                  <a:cubicBezTo>
                    <a:pt x="0" y="8"/>
                    <a:pt x="0" y="7"/>
                    <a:pt x="0" y="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6" name="Freeform 306"/>
            <p:cNvSpPr>
              <a:spLocks/>
            </p:cNvSpPr>
            <p:nvPr/>
          </p:nvSpPr>
          <p:spPr bwMode="auto">
            <a:xfrm>
              <a:off x="1012826" y="2578100"/>
              <a:ext cx="52388" cy="68263"/>
            </a:xfrm>
            <a:custGeom>
              <a:avLst/>
              <a:gdLst/>
              <a:ahLst/>
              <a:cxnLst>
                <a:cxn ang="0">
                  <a:pos x="28" y="0"/>
                </a:cxn>
                <a:cxn ang="0">
                  <a:pos x="27" y="0"/>
                </a:cxn>
                <a:cxn ang="0">
                  <a:pos x="26" y="4"/>
                </a:cxn>
                <a:cxn ang="0">
                  <a:pos x="25" y="8"/>
                </a:cxn>
                <a:cxn ang="0">
                  <a:pos x="25" y="12"/>
                </a:cxn>
                <a:cxn ang="0">
                  <a:pos x="24" y="15"/>
                </a:cxn>
                <a:cxn ang="0">
                  <a:pos x="22" y="18"/>
                </a:cxn>
                <a:cxn ang="0">
                  <a:pos x="19" y="21"/>
                </a:cxn>
                <a:cxn ang="0">
                  <a:pos x="17" y="23"/>
                </a:cxn>
                <a:cxn ang="0">
                  <a:pos x="16" y="26"/>
                </a:cxn>
                <a:cxn ang="0">
                  <a:pos x="15" y="32"/>
                </a:cxn>
                <a:cxn ang="0">
                  <a:pos x="15" y="33"/>
                </a:cxn>
                <a:cxn ang="0">
                  <a:pos x="12" y="34"/>
                </a:cxn>
                <a:cxn ang="0">
                  <a:pos x="9" y="35"/>
                </a:cxn>
                <a:cxn ang="0">
                  <a:pos x="8" y="36"/>
                </a:cxn>
                <a:cxn ang="0">
                  <a:pos x="7" y="35"/>
                </a:cxn>
                <a:cxn ang="0">
                  <a:pos x="5" y="34"/>
                </a:cxn>
                <a:cxn ang="0">
                  <a:pos x="4" y="33"/>
                </a:cxn>
                <a:cxn ang="0">
                  <a:pos x="5" y="32"/>
                </a:cxn>
                <a:cxn ang="0">
                  <a:pos x="5" y="30"/>
                </a:cxn>
                <a:cxn ang="0">
                  <a:pos x="4" y="28"/>
                </a:cxn>
                <a:cxn ang="0">
                  <a:pos x="3" y="26"/>
                </a:cxn>
                <a:cxn ang="0">
                  <a:pos x="1" y="24"/>
                </a:cxn>
                <a:cxn ang="0">
                  <a:pos x="0" y="22"/>
                </a:cxn>
                <a:cxn ang="0">
                  <a:pos x="0" y="21"/>
                </a:cxn>
                <a:cxn ang="0">
                  <a:pos x="3" y="20"/>
                </a:cxn>
                <a:cxn ang="0">
                  <a:pos x="5" y="19"/>
                </a:cxn>
                <a:cxn ang="0">
                  <a:pos x="9" y="18"/>
                </a:cxn>
                <a:cxn ang="0">
                  <a:pos x="11" y="16"/>
                </a:cxn>
                <a:cxn ang="0">
                  <a:pos x="14" y="13"/>
                </a:cxn>
                <a:cxn ang="0">
                  <a:pos x="15" y="11"/>
                </a:cxn>
                <a:cxn ang="0">
                  <a:pos x="16" y="8"/>
                </a:cxn>
                <a:cxn ang="0">
                  <a:pos x="17" y="6"/>
                </a:cxn>
                <a:cxn ang="0">
                  <a:pos x="18" y="4"/>
                </a:cxn>
                <a:cxn ang="0">
                  <a:pos x="20" y="2"/>
                </a:cxn>
                <a:cxn ang="0">
                  <a:pos x="20" y="0"/>
                </a:cxn>
                <a:cxn ang="0">
                  <a:pos x="22" y="1"/>
                </a:cxn>
                <a:cxn ang="0">
                  <a:pos x="25" y="1"/>
                </a:cxn>
                <a:cxn ang="0">
                  <a:pos x="28" y="0"/>
                </a:cxn>
              </a:cxnLst>
              <a:rect l="0" t="0" r="r" b="b"/>
              <a:pathLst>
                <a:path w="28" h="36">
                  <a:moveTo>
                    <a:pt x="28" y="0"/>
                  </a:moveTo>
                  <a:cubicBezTo>
                    <a:pt x="27" y="0"/>
                    <a:pt x="27" y="0"/>
                    <a:pt x="27" y="0"/>
                  </a:cubicBezTo>
                  <a:cubicBezTo>
                    <a:pt x="27" y="1"/>
                    <a:pt x="26" y="3"/>
                    <a:pt x="26" y="4"/>
                  </a:cubicBezTo>
                  <a:cubicBezTo>
                    <a:pt x="26" y="5"/>
                    <a:pt x="26" y="7"/>
                    <a:pt x="25" y="8"/>
                  </a:cubicBezTo>
                  <a:cubicBezTo>
                    <a:pt x="25" y="9"/>
                    <a:pt x="25" y="11"/>
                    <a:pt x="25" y="12"/>
                  </a:cubicBezTo>
                  <a:cubicBezTo>
                    <a:pt x="25" y="13"/>
                    <a:pt x="24" y="15"/>
                    <a:pt x="24" y="15"/>
                  </a:cubicBezTo>
                  <a:cubicBezTo>
                    <a:pt x="24" y="16"/>
                    <a:pt x="23" y="18"/>
                    <a:pt x="22" y="18"/>
                  </a:cubicBezTo>
                  <a:cubicBezTo>
                    <a:pt x="22" y="19"/>
                    <a:pt x="20" y="20"/>
                    <a:pt x="19" y="21"/>
                  </a:cubicBezTo>
                  <a:cubicBezTo>
                    <a:pt x="19" y="22"/>
                    <a:pt x="18" y="23"/>
                    <a:pt x="17" y="23"/>
                  </a:cubicBezTo>
                  <a:cubicBezTo>
                    <a:pt x="17" y="24"/>
                    <a:pt x="16" y="25"/>
                    <a:pt x="16" y="26"/>
                  </a:cubicBezTo>
                  <a:cubicBezTo>
                    <a:pt x="16" y="27"/>
                    <a:pt x="15" y="30"/>
                    <a:pt x="15" y="32"/>
                  </a:cubicBezTo>
                  <a:cubicBezTo>
                    <a:pt x="15" y="32"/>
                    <a:pt x="15" y="33"/>
                    <a:pt x="15" y="33"/>
                  </a:cubicBezTo>
                  <a:cubicBezTo>
                    <a:pt x="14" y="34"/>
                    <a:pt x="12" y="34"/>
                    <a:pt x="12" y="34"/>
                  </a:cubicBezTo>
                  <a:cubicBezTo>
                    <a:pt x="11" y="34"/>
                    <a:pt x="10" y="35"/>
                    <a:pt x="9" y="35"/>
                  </a:cubicBezTo>
                  <a:cubicBezTo>
                    <a:pt x="9" y="36"/>
                    <a:pt x="8" y="36"/>
                    <a:pt x="8" y="36"/>
                  </a:cubicBezTo>
                  <a:cubicBezTo>
                    <a:pt x="7" y="36"/>
                    <a:pt x="7" y="35"/>
                    <a:pt x="7" y="35"/>
                  </a:cubicBezTo>
                  <a:cubicBezTo>
                    <a:pt x="7" y="35"/>
                    <a:pt x="5" y="35"/>
                    <a:pt x="5" y="34"/>
                  </a:cubicBezTo>
                  <a:cubicBezTo>
                    <a:pt x="5" y="34"/>
                    <a:pt x="4" y="33"/>
                    <a:pt x="4" y="33"/>
                  </a:cubicBezTo>
                  <a:cubicBezTo>
                    <a:pt x="4" y="32"/>
                    <a:pt x="5" y="32"/>
                    <a:pt x="5" y="32"/>
                  </a:cubicBezTo>
                  <a:cubicBezTo>
                    <a:pt x="5" y="31"/>
                    <a:pt x="5" y="30"/>
                    <a:pt x="5" y="30"/>
                  </a:cubicBezTo>
                  <a:cubicBezTo>
                    <a:pt x="5" y="29"/>
                    <a:pt x="4" y="29"/>
                    <a:pt x="4" y="28"/>
                  </a:cubicBezTo>
                  <a:cubicBezTo>
                    <a:pt x="4" y="28"/>
                    <a:pt x="4" y="26"/>
                    <a:pt x="3" y="26"/>
                  </a:cubicBezTo>
                  <a:cubicBezTo>
                    <a:pt x="3" y="25"/>
                    <a:pt x="2" y="25"/>
                    <a:pt x="1" y="24"/>
                  </a:cubicBezTo>
                  <a:cubicBezTo>
                    <a:pt x="1" y="24"/>
                    <a:pt x="0" y="23"/>
                    <a:pt x="0" y="22"/>
                  </a:cubicBezTo>
                  <a:cubicBezTo>
                    <a:pt x="0" y="22"/>
                    <a:pt x="0" y="21"/>
                    <a:pt x="0" y="21"/>
                  </a:cubicBezTo>
                  <a:cubicBezTo>
                    <a:pt x="1" y="21"/>
                    <a:pt x="2" y="21"/>
                    <a:pt x="3" y="20"/>
                  </a:cubicBezTo>
                  <a:cubicBezTo>
                    <a:pt x="3" y="20"/>
                    <a:pt x="5" y="19"/>
                    <a:pt x="5" y="19"/>
                  </a:cubicBezTo>
                  <a:cubicBezTo>
                    <a:pt x="6" y="19"/>
                    <a:pt x="8" y="18"/>
                    <a:pt x="9" y="18"/>
                  </a:cubicBezTo>
                  <a:cubicBezTo>
                    <a:pt x="9" y="17"/>
                    <a:pt x="11" y="17"/>
                    <a:pt x="11" y="16"/>
                  </a:cubicBezTo>
                  <a:cubicBezTo>
                    <a:pt x="12" y="15"/>
                    <a:pt x="14" y="14"/>
                    <a:pt x="14" y="13"/>
                  </a:cubicBezTo>
                  <a:cubicBezTo>
                    <a:pt x="15" y="12"/>
                    <a:pt x="15" y="11"/>
                    <a:pt x="15" y="11"/>
                  </a:cubicBezTo>
                  <a:cubicBezTo>
                    <a:pt x="16" y="10"/>
                    <a:pt x="16" y="8"/>
                    <a:pt x="16" y="8"/>
                  </a:cubicBezTo>
                  <a:cubicBezTo>
                    <a:pt x="16" y="7"/>
                    <a:pt x="16" y="6"/>
                    <a:pt x="17" y="6"/>
                  </a:cubicBezTo>
                  <a:cubicBezTo>
                    <a:pt x="17" y="5"/>
                    <a:pt x="18" y="5"/>
                    <a:pt x="18" y="4"/>
                  </a:cubicBezTo>
                  <a:cubicBezTo>
                    <a:pt x="19" y="4"/>
                    <a:pt x="19" y="3"/>
                    <a:pt x="20" y="2"/>
                  </a:cubicBezTo>
                  <a:cubicBezTo>
                    <a:pt x="20" y="2"/>
                    <a:pt x="20" y="1"/>
                    <a:pt x="20" y="0"/>
                  </a:cubicBezTo>
                  <a:cubicBezTo>
                    <a:pt x="21" y="0"/>
                    <a:pt x="21" y="1"/>
                    <a:pt x="22" y="1"/>
                  </a:cubicBezTo>
                  <a:cubicBezTo>
                    <a:pt x="23" y="1"/>
                    <a:pt x="24" y="1"/>
                    <a:pt x="25" y="1"/>
                  </a:cubicBezTo>
                  <a:cubicBezTo>
                    <a:pt x="26" y="1"/>
                    <a:pt x="27" y="0"/>
                    <a:pt x="28"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7" name="Freeform 307"/>
            <p:cNvSpPr>
              <a:spLocks/>
            </p:cNvSpPr>
            <p:nvPr/>
          </p:nvSpPr>
          <p:spPr bwMode="auto">
            <a:xfrm>
              <a:off x="1041401" y="2557463"/>
              <a:ext cx="61913" cy="22225"/>
            </a:xfrm>
            <a:custGeom>
              <a:avLst/>
              <a:gdLst/>
              <a:ahLst/>
              <a:cxnLst>
                <a:cxn ang="0">
                  <a:pos x="13" y="11"/>
                </a:cxn>
                <a:cxn ang="0">
                  <a:pos x="10" y="12"/>
                </a:cxn>
                <a:cxn ang="0">
                  <a:pos x="7" y="12"/>
                </a:cxn>
                <a:cxn ang="0">
                  <a:pos x="5" y="11"/>
                </a:cxn>
                <a:cxn ang="0">
                  <a:pos x="3" y="10"/>
                </a:cxn>
                <a:cxn ang="0">
                  <a:pos x="0" y="8"/>
                </a:cxn>
                <a:cxn ang="0">
                  <a:pos x="0" y="6"/>
                </a:cxn>
                <a:cxn ang="0">
                  <a:pos x="1" y="6"/>
                </a:cxn>
                <a:cxn ang="0">
                  <a:pos x="3" y="4"/>
                </a:cxn>
                <a:cxn ang="0">
                  <a:pos x="4" y="3"/>
                </a:cxn>
                <a:cxn ang="0">
                  <a:pos x="6" y="3"/>
                </a:cxn>
                <a:cxn ang="0">
                  <a:pos x="7" y="2"/>
                </a:cxn>
                <a:cxn ang="0">
                  <a:pos x="9" y="1"/>
                </a:cxn>
                <a:cxn ang="0">
                  <a:pos x="10" y="1"/>
                </a:cxn>
                <a:cxn ang="0">
                  <a:pos x="12" y="2"/>
                </a:cxn>
                <a:cxn ang="0">
                  <a:pos x="15" y="2"/>
                </a:cxn>
                <a:cxn ang="0">
                  <a:pos x="17" y="2"/>
                </a:cxn>
                <a:cxn ang="0">
                  <a:pos x="19" y="3"/>
                </a:cxn>
                <a:cxn ang="0">
                  <a:pos x="23" y="3"/>
                </a:cxn>
                <a:cxn ang="0">
                  <a:pos x="24" y="2"/>
                </a:cxn>
                <a:cxn ang="0">
                  <a:pos x="25" y="0"/>
                </a:cxn>
                <a:cxn ang="0">
                  <a:pos x="27" y="0"/>
                </a:cxn>
                <a:cxn ang="0">
                  <a:pos x="28" y="0"/>
                </a:cxn>
                <a:cxn ang="0">
                  <a:pos x="30" y="2"/>
                </a:cxn>
                <a:cxn ang="0">
                  <a:pos x="32" y="2"/>
                </a:cxn>
                <a:cxn ang="0">
                  <a:pos x="32" y="1"/>
                </a:cxn>
                <a:cxn ang="0">
                  <a:pos x="33" y="3"/>
                </a:cxn>
                <a:cxn ang="0">
                  <a:pos x="32" y="5"/>
                </a:cxn>
                <a:cxn ang="0">
                  <a:pos x="31" y="6"/>
                </a:cxn>
                <a:cxn ang="0">
                  <a:pos x="30" y="8"/>
                </a:cxn>
                <a:cxn ang="0">
                  <a:pos x="28" y="9"/>
                </a:cxn>
                <a:cxn ang="0">
                  <a:pos x="25" y="9"/>
                </a:cxn>
                <a:cxn ang="0">
                  <a:pos x="23" y="10"/>
                </a:cxn>
                <a:cxn ang="0">
                  <a:pos x="21" y="10"/>
                </a:cxn>
                <a:cxn ang="0">
                  <a:pos x="18" y="10"/>
                </a:cxn>
                <a:cxn ang="0">
                  <a:pos x="13" y="10"/>
                </a:cxn>
                <a:cxn ang="0">
                  <a:pos x="13" y="11"/>
                </a:cxn>
              </a:cxnLst>
              <a:rect l="0" t="0" r="r" b="b"/>
              <a:pathLst>
                <a:path w="33" h="12">
                  <a:moveTo>
                    <a:pt x="13" y="11"/>
                  </a:moveTo>
                  <a:cubicBezTo>
                    <a:pt x="12" y="11"/>
                    <a:pt x="11" y="12"/>
                    <a:pt x="10" y="12"/>
                  </a:cubicBezTo>
                  <a:cubicBezTo>
                    <a:pt x="9" y="12"/>
                    <a:pt x="8" y="12"/>
                    <a:pt x="7" y="12"/>
                  </a:cubicBezTo>
                  <a:cubicBezTo>
                    <a:pt x="6" y="12"/>
                    <a:pt x="6" y="11"/>
                    <a:pt x="5" y="11"/>
                  </a:cubicBezTo>
                  <a:cubicBezTo>
                    <a:pt x="5" y="11"/>
                    <a:pt x="4" y="10"/>
                    <a:pt x="3" y="10"/>
                  </a:cubicBezTo>
                  <a:cubicBezTo>
                    <a:pt x="3" y="10"/>
                    <a:pt x="1" y="8"/>
                    <a:pt x="0" y="8"/>
                  </a:cubicBezTo>
                  <a:cubicBezTo>
                    <a:pt x="0" y="7"/>
                    <a:pt x="0" y="7"/>
                    <a:pt x="0" y="6"/>
                  </a:cubicBezTo>
                  <a:cubicBezTo>
                    <a:pt x="0" y="6"/>
                    <a:pt x="0" y="6"/>
                    <a:pt x="1" y="6"/>
                  </a:cubicBezTo>
                  <a:cubicBezTo>
                    <a:pt x="1" y="5"/>
                    <a:pt x="2" y="5"/>
                    <a:pt x="3" y="4"/>
                  </a:cubicBezTo>
                  <a:cubicBezTo>
                    <a:pt x="3" y="4"/>
                    <a:pt x="4" y="4"/>
                    <a:pt x="4" y="3"/>
                  </a:cubicBezTo>
                  <a:cubicBezTo>
                    <a:pt x="5" y="3"/>
                    <a:pt x="6" y="3"/>
                    <a:pt x="6" y="3"/>
                  </a:cubicBezTo>
                  <a:cubicBezTo>
                    <a:pt x="6" y="3"/>
                    <a:pt x="7" y="2"/>
                    <a:pt x="7" y="2"/>
                  </a:cubicBezTo>
                  <a:cubicBezTo>
                    <a:pt x="8" y="2"/>
                    <a:pt x="9" y="1"/>
                    <a:pt x="9" y="1"/>
                  </a:cubicBezTo>
                  <a:cubicBezTo>
                    <a:pt x="9" y="1"/>
                    <a:pt x="10" y="1"/>
                    <a:pt x="10" y="1"/>
                  </a:cubicBezTo>
                  <a:cubicBezTo>
                    <a:pt x="11" y="1"/>
                    <a:pt x="12" y="2"/>
                    <a:pt x="12" y="2"/>
                  </a:cubicBezTo>
                  <a:cubicBezTo>
                    <a:pt x="13" y="2"/>
                    <a:pt x="14" y="2"/>
                    <a:pt x="15" y="2"/>
                  </a:cubicBezTo>
                  <a:cubicBezTo>
                    <a:pt x="15" y="2"/>
                    <a:pt x="16" y="2"/>
                    <a:pt x="17" y="2"/>
                  </a:cubicBezTo>
                  <a:cubicBezTo>
                    <a:pt x="17" y="3"/>
                    <a:pt x="19" y="3"/>
                    <a:pt x="19" y="3"/>
                  </a:cubicBezTo>
                  <a:cubicBezTo>
                    <a:pt x="20" y="3"/>
                    <a:pt x="22" y="4"/>
                    <a:pt x="23" y="3"/>
                  </a:cubicBezTo>
                  <a:cubicBezTo>
                    <a:pt x="23" y="3"/>
                    <a:pt x="24" y="2"/>
                    <a:pt x="24" y="2"/>
                  </a:cubicBezTo>
                  <a:cubicBezTo>
                    <a:pt x="25" y="1"/>
                    <a:pt x="25" y="1"/>
                    <a:pt x="25" y="0"/>
                  </a:cubicBezTo>
                  <a:cubicBezTo>
                    <a:pt x="26" y="0"/>
                    <a:pt x="27" y="0"/>
                    <a:pt x="27" y="0"/>
                  </a:cubicBezTo>
                  <a:cubicBezTo>
                    <a:pt x="27" y="0"/>
                    <a:pt x="28" y="0"/>
                    <a:pt x="28" y="0"/>
                  </a:cubicBezTo>
                  <a:cubicBezTo>
                    <a:pt x="29" y="1"/>
                    <a:pt x="29" y="1"/>
                    <a:pt x="30" y="2"/>
                  </a:cubicBezTo>
                  <a:cubicBezTo>
                    <a:pt x="30" y="2"/>
                    <a:pt x="31" y="2"/>
                    <a:pt x="32" y="2"/>
                  </a:cubicBezTo>
                  <a:cubicBezTo>
                    <a:pt x="32" y="2"/>
                    <a:pt x="32" y="2"/>
                    <a:pt x="32" y="1"/>
                  </a:cubicBezTo>
                  <a:cubicBezTo>
                    <a:pt x="32" y="2"/>
                    <a:pt x="33" y="3"/>
                    <a:pt x="33" y="3"/>
                  </a:cubicBezTo>
                  <a:cubicBezTo>
                    <a:pt x="33" y="4"/>
                    <a:pt x="32" y="5"/>
                    <a:pt x="32" y="5"/>
                  </a:cubicBezTo>
                  <a:cubicBezTo>
                    <a:pt x="32" y="6"/>
                    <a:pt x="31" y="6"/>
                    <a:pt x="31" y="6"/>
                  </a:cubicBezTo>
                  <a:cubicBezTo>
                    <a:pt x="31" y="7"/>
                    <a:pt x="31" y="8"/>
                    <a:pt x="30" y="8"/>
                  </a:cubicBezTo>
                  <a:cubicBezTo>
                    <a:pt x="30" y="8"/>
                    <a:pt x="29" y="9"/>
                    <a:pt x="28" y="9"/>
                  </a:cubicBezTo>
                  <a:cubicBezTo>
                    <a:pt x="28" y="9"/>
                    <a:pt x="26" y="9"/>
                    <a:pt x="25" y="9"/>
                  </a:cubicBezTo>
                  <a:cubicBezTo>
                    <a:pt x="25" y="9"/>
                    <a:pt x="24" y="10"/>
                    <a:pt x="23" y="10"/>
                  </a:cubicBezTo>
                  <a:cubicBezTo>
                    <a:pt x="22" y="11"/>
                    <a:pt x="21" y="10"/>
                    <a:pt x="21" y="10"/>
                  </a:cubicBezTo>
                  <a:cubicBezTo>
                    <a:pt x="20" y="10"/>
                    <a:pt x="18" y="10"/>
                    <a:pt x="18" y="10"/>
                  </a:cubicBezTo>
                  <a:cubicBezTo>
                    <a:pt x="16" y="10"/>
                    <a:pt x="14" y="10"/>
                    <a:pt x="13" y="10"/>
                  </a:cubicBezTo>
                  <a:cubicBezTo>
                    <a:pt x="13" y="10"/>
                    <a:pt x="13" y="10"/>
                    <a:pt x="13" y="1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8" name="Freeform 308"/>
            <p:cNvSpPr>
              <a:spLocks/>
            </p:cNvSpPr>
            <p:nvPr/>
          </p:nvSpPr>
          <p:spPr bwMode="auto">
            <a:xfrm>
              <a:off x="1041401" y="2559050"/>
              <a:ext cx="98425" cy="152400"/>
            </a:xfrm>
            <a:custGeom>
              <a:avLst/>
              <a:gdLst/>
              <a:ahLst/>
              <a:cxnLst>
                <a:cxn ang="0">
                  <a:pos x="1" y="36"/>
                </a:cxn>
                <a:cxn ang="0">
                  <a:pos x="7" y="28"/>
                </a:cxn>
                <a:cxn ang="0">
                  <a:pos x="10" y="18"/>
                </a:cxn>
                <a:cxn ang="0">
                  <a:pos x="13" y="10"/>
                </a:cxn>
                <a:cxn ang="0">
                  <a:pos x="21" y="9"/>
                </a:cxn>
                <a:cxn ang="0">
                  <a:pos x="28" y="8"/>
                </a:cxn>
                <a:cxn ang="0">
                  <a:pos x="32" y="4"/>
                </a:cxn>
                <a:cxn ang="0">
                  <a:pos x="33" y="0"/>
                </a:cxn>
                <a:cxn ang="0">
                  <a:pos x="39" y="5"/>
                </a:cxn>
                <a:cxn ang="0">
                  <a:pos x="42" y="11"/>
                </a:cxn>
                <a:cxn ang="0">
                  <a:pos x="41" y="18"/>
                </a:cxn>
                <a:cxn ang="0">
                  <a:pos x="44" y="23"/>
                </a:cxn>
                <a:cxn ang="0">
                  <a:pos x="47" y="27"/>
                </a:cxn>
                <a:cxn ang="0">
                  <a:pos x="48" y="37"/>
                </a:cxn>
                <a:cxn ang="0">
                  <a:pos x="51" y="43"/>
                </a:cxn>
                <a:cxn ang="0">
                  <a:pos x="51" y="55"/>
                </a:cxn>
                <a:cxn ang="0">
                  <a:pos x="48" y="61"/>
                </a:cxn>
                <a:cxn ang="0">
                  <a:pos x="49" y="70"/>
                </a:cxn>
                <a:cxn ang="0">
                  <a:pos x="45" y="74"/>
                </a:cxn>
                <a:cxn ang="0">
                  <a:pos x="44" y="79"/>
                </a:cxn>
                <a:cxn ang="0">
                  <a:pos x="41" y="79"/>
                </a:cxn>
                <a:cxn ang="0">
                  <a:pos x="38" y="74"/>
                </a:cxn>
                <a:cxn ang="0">
                  <a:pos x="33" y="66"/>
                </a:cxn>
                <a:cxn ang="0">
                  <a:pos x="34" y="59"/>
                </a:cxn>
                <a:cxn ang="0">
                  <a:pos x="38" y="58"/>
                </a:cxn>
                <a:cxn ang="0">
                  <a:pos x="38" y="51"/>
                </a:cxn>
                <a:cxn ang="0">
                  <a:pos x="38" y="44"/>
                </a:cxn>
                <a:cxn ang="0">
                  <a:pos x="36" y="35"/>
                </a:cxn>
                <a:cxn ang="0">
                  <a:pos x="32" y="34"/>
                </a:cxn>
                <a:cxn ang="0">
                  <a:pos x="30" y="30"/>
                </a:cxn>
                <a:cxn ang="0">
                  <a:pos x="23" y="26"/>
                </a:cxn>
                <a:cxn ang="0">
                  <a:pos x="17" y="24"/>
                </a:cxn>
                <a:cxn ang="0">
                  <a:pos x="17" y="29"/>
                </a:cxn>
                <a:cxn ang="0">
                  <a:pos x="14" y="32"/>
                </a:cxn>
                <a:cxn ang="0">
                  <a:pos x="17" y="33"/>
                </a:cxn>
                <a:cxn ang="0">
                  <a:pos x="23" y="35"/>
                </a:cxn>
                <a:cxn ang="0">
                  <a:pos x="22" y="39"/>
                </a:cxn>
                <a:cxn ang="0">
                  <a:pos x="20" y="39"/>
                </a:cxn>
                <a:cxn ang="0">
                  <a:pos x="19" y="44"/>
                </a:cxn>
                <a:cxn ang="0">
                  <a:pos x="23" y="43"/>
                </a:cxn>
                <a:cxn ang="0">
                  <a:pos x="23" y="47"/>
                </a:cxn>
                <a:cxn ang="0">
                  <a:pos x="26" y="51"/>
                </a:cxn>
                <a:cxn ang="0">
                  <a:pos x="21" y="51"/>
                </a:cxn>
                <a:cxn ang="0">
                  <a:pos x="17" y="55"/>
                </a:cxn>
                <a:cxn ang="0">
                  <a:pos x="12" y="51"/>
                </a:cxn>
                <a:cxn ang="0">
                  <a:pos x="5" y="48"/>
                </a:cxn>
                <a:cxn ang="0">
                  <a:pos x="0" y="43"/>
                </a:cxn>
              </a:cxnLst>
              <a:rect l="0" t="0" r="r" b="b"/>
              <a:pathLst>
                <a:path w="53" h="81">
                  <a:moveTo>
                    <a:pt x="0" y="43"/>
                  </a:moveTo>
                  <a:cubicBezTo>
                    <a:pt x="0" y="43"/>
                    <a:pt x="0" y="42"/>
                    <a:pt x="0" y="42"/>
                  </a:cubicBezTo>
                  <a:cubicBezTo>
                    <a:pt x="0" y="40"/>
                    <a:pt x="1" y="37"/>
                    <a:pt x="1" y="36"/>
                  </a:cubicBezTo>
                  <a:cubicBezTo>
                    <a:pt x="1" y="35"/>
                    <a:pt x="2" y="34"/>
                    <a:pt x="2" y="33"/>
                  </a:cubicBezTo>
                  <a:cubicBezTo>
                    <a:pt x="3" y="33"/>
                    <a:pt x="4" y="32"/>
                    <a:pt x="4" y="31"/>
                  </a:cubicBezTo>
                  <a:cubicBezTo>
                    <a:pt x="5" y="30"/>
                    <a:pt x="7" y="29"/>
                    <a:pt x="7" y="28"/>
                  </a:cubicBezTo>
                  <a:cubicBezTo>
                    <a:pt x="8" y="28"/>
                    <a:pt x="9" y="26"/>
                    <a:pt x="9" y="25"/>
                  </a:cubicBezTo>
                  <a:cubicBezTo>
                    <a:pt x="9" y="25"/>
                    <a:pt x="10" y="23"/>
                    <a:pt x="10" y="22"/>
                  </a:cubicBezTo>
                  <a:cubicBezTo>
                    <a:pt x="10" y="21"/>
                    <a:pt x="10" y="19"/>
                    <a:pt x="10" y="18"/>
                  </a:cubicBezTo>
                  <a:cubicBezTo>
                    <a:pt x="11" y="17"/>
                    <a:pt x="11" y="15"/>
                    <a:pt x="11" y="14"/>
                  </a:cubicBezTo>
                  <a:cubicBezTo>
                    <a:pt x="11" y="13"/>
                    <a:pt x="12" y="11"/>
                    <a:pt x="12" y="10"/>
                  </a:cubicBezTo>
                  <a:cubicBezTo>
                    <a:pt x="12" y="10"/>
                    <a:pt x="12" y="10"/>
                    <a:pt x="13" y="10"/>
                  </a:cubicBezTo>
                  <a:cubicBezTo>
                    <a:pt x="13" y="9"/>
                    <a:pt x="13" y="9"/>
                    <a:pt x="13" y="9"/>
                  </a:cubicBezTo>
                  <a:cubicBezTo>
                    <a:pt x="14" y="9"/>
                    <a:pt x="16" y="9"/>
                    <a:pt x="18" y="9"/>
                  </a:cubicBezTo>
                  <a:cubicBezTo>
                    <a:pt x="18" y="9"/>
                    <a:pt x="20" y="9"/>
                    <a:pt x="21" y="9"/>
                  </a:cubicBezTo>
                  <a:cubicBezTo>
                    <a:pt x="21" y="9"/>
                    <a:pt x="22" y="10"/>
                    <a:pt x="23" y="9"/>
                  </a:cubicBezTo>
                  <a:cubicBezTo>
                    <a:pt x="24" y="9"/>
                    <a:pt x="25" y="8"/>
                    <a:pt x="25" y="8"/>
                  </a:cubicBezTo>
                  <a:cubicBezTo>
                    <a:pt x="26" y="8"/>
                    <a:pt x="28" y="8"/>
                    <a:pt x="28" y="8"/>
                  </a:cubicBezTo>
                  <a:cubicBezTo>
                    <a:pt x="29" y="8"/>
                    <a:pt x="30" y="7"/>
                    <a:pt x="30" y="7"/>
                  </a:cubicBezTo>
                  <a:cubicBezTo>
                    <a:pt x="31" y="7"/>
                    <a:pt x="31" y="6"/>
                    <a:pt x="31" y="5"/>
                  </a:cubicBezTo>
                  <a:cubicBezTo>
                    <a:pt x="31" y="5"/>
                    <a:pt x="32" y="5"/>
                    <a:pt x="32" y="4"/>
                  </a:cubicBezTo>
                  <a:cubicBezTo>
                    <a:pt x="32" y="4"/>
                    <a:pt x="33" y="3"/>
                    <a:pt x="33" y="2"/>
                  </a:cubicBezTo>
                  <a:cubicBezTo>
                    <a:pt x="33" y="2"/>
                    <a:pt x="32" y="1"/>
                    <a:pt x="32" y="0"/>
                  </a:cubicBezTo>
                  <a:cubicBezTo>
                    <a:pt x="33" y="0"/>
                    <a:pt x="33" y="0"/>
                    <a:pt x="33" y="0"/>
                  </a:cubicBezTo>
                  <a:cubicBezTo>
                    <a:pt x="33" y="0"/>
                    <a:pt x="34" y="1"/>
                    <a:pt x="34" y="1"/>
                  </a:cubicBezTo>
                  <a:cubicBezTo>
                    <a:pt x="35" y="1"/>
                    <a:pt x="36" y="2"/>
                    <a:pt x="37" y="3"/>
                  </a:cubicBezTo>
                  <a:cubicBezTo>
                    <a:pt x="37" y="4"/>
                    <a:pt x="38" y="5"/>
                    <a:pt x="39" y="5"/>
                  </a:cubicBezTo>
                  <a:cubicBezTo>
                    <a:pt x="39" y="6"/>
                    <a:pt x="40" y="7"/>
                    <a:pt x="40" y="8"/>
                  </a:cubicBezTo>
                  <a:cubicBezTo>
                    <a:pt x="40" y="8"/>
                    <a:pt x="41" y="9"/>
                    <a:pt x="41" y="9"/>
                  </a:cubicBezTo>
                  <a:cubicBezTo>
                    <a:pt x="41" y="9"/>
                    <a:pt x="42" y="10"/>
                    <a:pt x="42" y="11"/>
                  </a:cubicBezTo>
                  <a:cubicBezTo>
                    <a:pt x="42" y="11"/>
                    <a:pt x="42" y="13"/>
                    <a:pt x="42" y="13"/>
                  </a:cubicBezTo>
                  <a:cubicBezTo>
                    <a:pt x="42" y="14"/>
                    <a:pt x="41" y="15"/>
                    <a:pt x="41" y="16"/>
                  </a:cubicBezTo>
                  <a:cubicBezTo>
                    <a:pt x="41" y="16"/>
                    <a:pt x="41" y="18"/>
                    <a:pt x="41" y="18"/>
                  </a:cubicBezTo>
                  <a:cubicBezTo>
                    <a:pt x="41" y="19"/>
                    <a:pt x="42" y="20"/>
                    <a:pt x="42" y="20"/>
                  </a:cubicBezTo>
                  <a:cubicBezTo>
                    <a:pt x="42" y="20"/>
                    <a:pt x="43" y="20"/>
                    <a:pt x="43" y="20"/>
                  </a:cubicBezTo>
                  <a:cubicBezTo>
                    <a:pt x="44" y="21"/>
                    <a:pt x="44" y="22"/>
                    <a:pt x="44" y="23"/>
                  </a:cubicBezTo>
                  <a:cubicBezTo>
                    <a:pt x="44" y="23"/>
                    <a:pt x="45" y="24"/>
                    <a:pt x="45" y="24"/>
                  </a:cubicBezTo>
                  <a:cubicBezTo>
                    <a:pt x="46" y="25"/>
                    <a:pt x="46" y="25"/>
                    <a:pt x="47" y="26"/>
                  </a:cubicBezTo>
                  <a:cubicBezTo>
                    <a:pt x="47" y="26"/>
                    <a:pt x="47" y="27"/>
                    <a:pt x="47" y="27"/>
                  </a:cubicBezTo>
                  <a:cubicBezTo>
                    <a:pt x="47" y="28"/>
                    <a:pt x="47" y="29"/>
                    <a:pt x="47" y="30"/>
                  </a:cubicBezTo>
                  <a:cubicBezTo>
                    <a:pt x="47" y="31"/>
                    <a:pt x="47" y="33"/>
                    <a:pt x="47" y="34"/>
                  </a:cubicBezTo>
                  <a:cubicBezTo>
                    <a:pt x="47" y="34"/>
                    <a:pt x="47" y="36"/>
                    <a:pt x="48" y="37"/>
                  </a:cubicBezTo>
                  <a:cubicBezTo>
                    <a:pt x="48" y="38"/>
                    <a:pt x="47" y="40"/>
                    <a:pt x="48" y="41"/>
                  </a:cubicBezTo>
                  <a:cubicBezTo>
                    <a:pt x="48" y="41"/>
                    <a:pt x="49" y="42"/>
                    <a:pt x="49" y="43"/>
                  </a:cubicBezTo>
                  <a:cubicBezTo>
                    <a:pt x="50" y="43"/>
                    <a:pt x="50" y="43"/>
                    <a:pt x="51" y="43"/>
                  </a:cubicBezTo>
                  <a:cubicBezTo>
                    <a:pt x="51" y="44"/>
                    <a:pt x="53" y="45"/>
                    <a:pt x="53" y="46"/>
                  </a:cubicBezTo>
                  <a:cubicBezTo>
                    <a:pt x="53" y="47"/>
                    <a:pt x="53" y="50"/>
                    <a:pt x="53" y="51"/>
                  </a:cubicBezTo>
                  <a:cubicBezTo>
                    <a:pt x="52" y="52"/>
                    <a:pt x="52" y="54"/>
                    <a:pt x="51" y="55"/>
                  </a:cubicBezTo>
                  <a:cubicBezTo>
                    <a:pt x="51" y="56"/>
                    <a:pt x="50" y="57"/>
                    <a:pt x="49" y="57"/>
                  </a:cubicBezTo>
                  <a:cubicBezTo>
                    <a:pt x="49" y="58"/>
                    <a:pt x="48" y="59"/>
                    <a:pt x="48" y="59"/>
                  </a:cubicBezTo>
                  <a:cubicBezTo>
                    <a:pt x="48" y="60"/>
                    <a:pt x="48" y="61"/>
                    <a:pt x="48" y="61"/>
                  </a:cubicBezTo>
                  <a:cubicBezTo>
                    <a:pt x="48" y="62"/>
                    <a:pt x="49" y="63"/>
                    <a:pt x="49" y="64"/>
                  </a:cubicBezTo>
                  <a:cubicBezTo>
                    <a:pt x="49" y="64"/>
                    <a:pt x="49" y="66"/>
                    <a:pt x="49" y="67"/>
                  </a:cubicBezTo>
                  <a:cubicBezTo>
                    <a:pt x="49" y="67"/>
                    <a:pt x="49" y="69"/>
                    <a:pt x="49" y="70"/>
                  </a:cubicBezTo>
                  <a:cubicBezTo>
                    <a:pt x="48" y="70"/>
                    <a:pt x="47" y="71"/>
                    <a:pt x="47" y="71"/>
                  </a:cubicBezTo>
                  <a:cubicBezTo>
                    <a:pt x="47" y="72"/>
                    <a:pt x="45" y="72"/>
                    <a:pt x="45" y="73"/>
                  </a:cubicBezTo>
                  <a:cubicBezTo>
                    <a:pt x="45" y="73"/>
                    <a:pt x="45" y="74"/>
                    <a:pt x="45" y="74"/>
                  </a:cubicBezTo>
                  <a:cubicBezTo>
                    <a:pt x="45" y="75"/>
                    <a:pt x="46" y="76"/>
                    <a:pt x="46" y="76"/>
                  </a:cubicBezTo>
                  <a:cubicBezTo>
                    <a:pt x="46" y="77"/>
                    <a:pt x="46" y="78"/>
                    <a:pt x="46" y="78"/>
                  </a:cubicBezTo>
                  <a:cubicBezTo>
                    <a:pt x="46" y="78"/>
                    <a:pt x="45" y="79"/>
                    <a:pt x="44" y="79"/>
                  </a:cubicBezTo>
                  <a:cubicBezTo>
                    <a:pt x="44" y="80"/>
                    <a:pt x="43" y="81"/>
                    <a:pt x="43" y="81"/>
                  </a:cubicBezTo>
                  <a:cubicBezTo>
                    <a:pt x="42" y="81"/>
                    <a:pt x="42" y="80"/>
                    <a:pt x="42" y="80"/>
                  </a:cubicBezTo>
                  <a:cubicBezTo>
                    <a:pt x="41" y="80"/>
                    <a:pt x="41" y="79"/>
                    <a:pt x="41" y="79"/>
                  </a:cubicBezTo>
                  <a:cubicBezTo>
                    <a:pt x="40" y="79"/>
                    <a:pt x="39" y="80"/>
                    <a:pt x="39" y="79"/>
                  </a:cubicBezTo>
                  <a:cubicBezTo>
                    <a:pt x="38" y="79"/>
                    <a:pt x="38" y="77"/>
                    <a:pt x="38" y="76"/>
                  </a:cubicBezTo>
                  <a:cubicBezTo>
                    <a:pt x="38" y="75"/>
                    <a:pt x="38" y="74"/>
                    <a:pt x="38" y="74"/>
                  </a:cubicBezTo>
                  <a:cubicBezTo>
                    <a:pt x="38" y="73"/>
                    <a:pt x="37" y="72"/>
                    <a:pt x="36" y="71"/>
                  </a:cubicBezTo>
                  <a:cubicBezTo>
                    <a:pt x="36" y="70"/>
                    <a:pt x="35" y="69"/>
                    <a:pt x="34" y="68"/>
                  </a:cubicBezTo>
                  <a:cubicBezTo>
                    <a:pt x="34" y="68"/>
                    <a:pt x="33" y="67"/>
                    <a:pt x="33" y="66"/>
                  </a:cubicBezTo>
                  <a:cubicBezTo>
                    <a:pt x="33" y="65"/>
                    <a:pt x="33" y="64"/>
                    <a:pt x="33" y="64"/>
                  </a:cubicBezTo>
                  <a:cubicBezTo>
                    <a:pt x="33" y="63"/>
                    <a:pt x="33" y="62"/>
                    <a:pt x="33" y="61"/>
                  </a:cubicBezTo>
                  <a:cubicBezTo>
                    <a:pt x="33" y="60"/>
                    <a:pt x="34" y="59"/>
                    <a:pt x="34" y="59"/>
                  </a:cubicBezTo>
                  <a:cubicBezTo>
                    <a:pt x="34" y="59"/>
                    <a:pt x="35" y="58"/>
                    <a:pt x="36" y="58"/>
                  </a:cubicBezTo>
                  <a:cubicBezTo>
                    <a:pt x="36" y="59"/>
                    <a:pt x="37" y="60"/>
                    <a:pt x="38" y="60"/>
                  </a:cubicBezTo>
                  <a:cubicBezTo>
                    <a:pt x="38" y="59"/>
                    <a:pt x="38" y="58"/>
                    <a:pt x="38" y="58"/>
                  </a:cubicBezTo>
                  <a:cubicBezTo>
                    <a:pt x="38" y="57"/>
                    <a:pt x="38" y="56"/>
                    <a:pt x="38" y="56"/>
                  </a:cubicBezTo>
                  <a:cubicBezTo>
                    <a:pt x="38" y="55"/>
                    <a:pt x="39" y="54"/>
                    <a:pt x="39" y="54"/>
                  </a:cubicBezTo>
                  <a:cubicBezTo>
                    <a:pt x="39" y="53"/>
                    <a:pt x="38" y="52"/>
                    <a:pt x="38" y="51"/>
                  </a:cubicBezTo>
                  <a:cubicBezTo>
                    <a:pt x="38" y="51"/>
                    <a:pt x="39" y="50"/>
                    <a:pt x="39" y="50"/>
                  </a:cubicBezTo>
                  <a:cubicBezTo>
                    <a:pt x="39" y="49"/>
                    <a:pt x="38" y="48"/>
                    <a:pt x="38" y="47"/>
                  </a:cubicBezTo>
                  <a:cubicBezTo>
                    <a:pt x="38" y="46"/>
                    <a:pt x="38" y="45"/>
                    <a:pt x="38" y="44"/>
                  </a:cubicBezTo>
                  <a:cubicBezTo>
                    <a:pt x="38" y="43"/>
                    <a:pt x="36" y="42"/>
                    <a:pt x="36" y="41"/>
                  </a:cubicBezTo>
                  <a:cubicBezTo>
                    <a:pt x="35" y="40"/>
                    <a:pt x="36" y="39"/>
                    <a:pt x="35" y="38"/>
                  </a:cubicBezTo>
                  <a:cubicBezTo>
                    <a:pt x="35" y="37"/>
                    <a:pt x="36" y="36"/>
                    <a:pt x="36" y="35"/>
                  </a:cubicBezTo>
                  <a:cubicBezTo>
                    <a:pt x="35" y="35"/>
                    <a:pt x="35" y="34"/>
                    <a:pt x="35" y="33"/>
                  </a:cubicBezTo>
                  <a:cubicBezTo>
                    <a:pt x="35" y="33"/>
                    <a:pt x="34" y="33"/>
                    <a:pt x="34" y="33"/>
                  </a:cubicBezTo>
                  <a:cubicBezTo>
                    <a:pt x="33" y="33"/>
                    <a:pt x="33" y="34"/>
                    <a:pt x="32" y="34"/>
                  </a:cubicBezTo>
                  <a:cubicBezTo>
                    <a:pt x="32" y="35"/>
                    <a:pt x="31" y="34"/>
                    <a:pt x="31" y="34"/>
                  </a:cubicBezTo>
                  <a:cubicBezTo>
                    <a:pt x="31" y="34"/>
                    <a:pt x="31" y="32"/>
                    <a:pt x="31" y="32"/>
                  </a:cubicBezTo>
                  <a:cubicBezTo>
                    <a:pt x="30" y="31"/>
                    <a:pt x="30" y="31"/>
                    <a:pt x="30" y="30"/>
                  </a:cubicBezTo>
                  <a:cubicBezTo>
                    <a:pt x="30" y="30"/>
                    <a:pt x="29" y="29"/>
                    <a:pt x="29" y="29"/>
                  </a:cubicBezTo>
                  <a:cubicBezTo>
                    <a:pt x="28" y="28"/>
                    <a:pt x="26" y="28"/>
                    <a:pt x="26" y="28"/>
                  </a:cubicBezTo>
                  <a:cubicBezTo>
                    <a:pt x="25" y="27"/>
                    <a:pt x="24" y="26"/>
                    <a:pt x="23" y="26"/>
                  </a:cubicBezTo>
                  <a:cubicBezTo>
                    <a:pt x="23" y="25"/>
                    <a:pt x="23" y="24"/>
                    <a:pt x="22" y="24"/>
                  </a:cubicBezTo>
                  <a:cubicBezTo>
                    <a:pt x="22" y="24"/>
                    <a:pt x="21" y="23"/>
                    <a:pt x="20" y="23"/>
                  </a:cubicBezTo>
                  <a:cubicBezTo>
                    <a:pt x="19" y="23"/>
                    <a:pt x="18" y="24"/>
                    <a:pt x="17" y="24"/>
                  </a:cubicBezTo>
                  <a:cubicBezTo>
                    <a:pt x="17" y="25"/>
                    <a:pt x="16" y="25"/>
                    <a:pt x="16" y="26"/>
                  </a:cubicBezTo>
                  <a:cubicBezTo>
                    <a:pt x="16" y="26"/>
                    <a:pt x="17" y="27"/>
                    <a:pt x="17" y="27"/>
                  </a:cubicBezTo>
                  <a:cubicBezTo>
                    <a:pt x="17" y="27"/>
                    <a:pt x="17" y="28"/>
                    <a:pt x="17" y="29"/>
                  </a:cubicBezTo>
                  <a:cubicBezTo>
                    <a:pt x="17" y="29"/>
                    <a:pt x="17" y="30"/>
                    <a:pt x="17" y="30"/>
                  </a:cubicBezTo>
                  <a:cubicBezTo>
                    <a:pt x="16" y="30"/>
                    <a:pt x="16" y="30"/>
                    <a:pt x="15" y="31"/>
                  </a:cubicBezTo>
                  <a:cubicBezTo>
                    <a:pt x="15" y="31"/>
                    <a:pt x="14" y="31"/>
                    <a:pt x="14" y="32"/>
                  </a:cubicBezTo>
                  <a:cubicBezTo>
                    <a:pt x="14" y="32"/>
                    <a:pt x="14" y="33"/>
                    <a:pt x="14" y="33"/>
                  </a:cubicBezTo>
                  <a:cubicBezTo>
                    <a:pt x="15" y="33"/>
                    <a:pt x="15" y="33"/>
                    <a:pt x="16" y="33"/>
                  </a:cubicBezTo>
                  <a:cubicBezTo>
                    <a:pt x="16" y="33"/>
                    <a:pt x="17" y="33"/>
                    <a:pt x="17" y="33"/>
                  </a:cubicBezTo>
                  <a:cubicBezTo>
                    <a:pt x="18" y="32"/>
                    <a:pt x="19" y="33"/>
                    <a:pt x="19" y="33"/>
                  </a:cubicBezTo>
                  <a:cubicBezTo>
                    <a:pt x="20" y="33"/>
                    <a:pt x="20" y="34"/>
                    <a:pt x="21" y="34"/>
                  </a:cubicBezTo>
                  <a:cubicBezTo>
                    <a:pt x="21" y="34"/>
                    <a:pt x="23" y="35"/>
                    <a:pt x="23" y="35"/>
                  </a:cubicBezTo>
                  <a:cubicBezTo>
                    <a:pt x="23" y="36"/>
                    <a:pt x="24" y="36"/>
                    <a:pt x="24" y="37"/>
                  </a:cubicBezTo>
                  <a:cubicBezTo>
                    <a:pt x="24" y="37"/>
                    <a:pt x="24" y="38"/>
                    <a:pt x="23" y="39"/>
                  </a:cubicBezTo>
                  <a:cubicBezTo>
                    <a:pt x="23" y="39"/>
                    <a:pt x="22" y="39"/>
                    <a:pt x="22" y="39"/>
                  </a:cubicBezTo>
                  <a:cubicBezTo>
                    <a:pt x="22" y="39"/>
                    <a:pt x="22" y="38"/>
                    <a:pt x="21" y="38"/>
                  </a:cubicBezTo>
                  <a:cubicBezTo>
                    <a:pt x="21" y="38"/>
                    <a:pt x="21" y="38"/>
                    <a:pt x="20" y="38"/>
                  </a:cubicBezTo>
                  <a:cubicBezTo>
                    <a:pt x="20" y="38"/>
                    <a:pt x="20" y="39"/>
                    <a:pt x="20" y="39"/>
                  </a:cubicBezTo>
                  <a:cubicBezTo>
                    <a:pt x="20" y="39"/>
                    <a:pt x="19" y="40"/>
                    <a:pt x="19" y="40"/>
                  </a:cubicBezTo>
                  <a:cubicBezTo>
                    <a:pt x="19" y="41"/>
                    <a:pt x="19" y="42"/>
                    <a:pt x="19" y="42"/>
                  </a:cubicBezTo>
                  <a:cubicBezTo>
                    <a:pt x="19" y="42"/>
                    <a:pt x="18" y="43"/>
                    <a:pt x="19" y="44"/>
                  </a:cubicBezTo>
                  <a:cubicBezTo>
                    <a:pt x="19" y="44"/>
                    <a:pt x="20" y="45"/>
                    <a:pt x="20" y="45"/>
                  </a:cubicBezTo>
                  <a:cubicBezTo>
                    <a:pt x="21" y="45"/>
                    <a:pt x="22" y="44"/>
                    <a:pt x="22" y="44"/>
                  </a:cubicBezTo>
                  <a:cubicBezTo>
                    <a:pt x="22" y="44"/>
                    <a:pt x="23" y="43"/>
                    <a:pt x="23" y="43"/>
                  </a:cubicBezTo>
                  <a:cubicBezTo>
                    <a:pt x="23" y="43"/>
                    <a:pt x="24" y="43"/>
                    <a:pt x="24" y="43"/>
                  </a:cubicBezTo>
                  <a:cubicBezTo>
                    <a:pt x="24" y="43"/>
                    <a:pt x="24" y="45"/>
                    <a:pt x="24" y="45"/>
                  </a:cubicBezTo>
                  <a:cubicBezTo>
                    <a:pt x="24" y="46"/>
                    <a:pt x="23" y="47"/>
                    <a:pt x="23" y="47"/>
                  </a:cubicBezTo>
                  <a:cubicBezTo>
                    <a:pt x="23" y="48"/>
                    <a:pt x="24" y="48"/>
                    <a:pt x="24" y="49"/>
                  </a:cubicBezTo>
                  <a:cubicBezTo>
                    <a:pt x="24" y="49"/>
                    <a:pt x="25" y="50"/>
                    <a:pt x="25" y="50"/>
                  </a:cubicBezTo>
                  <a:cubicBezTo>
                    <a:pt x="25" y="50"/>
                    <a:pt x="25" y="51"/>
                    <a:pt x="26" y="51"/>
                  </a:cubicBezTo>
                  <a:cubicBezTo>
                    <a:pt x="25" y="51"/>
                    <a:pt x="24" y="51"/>
                    <a:pt x="24" y="51"/>
                  </a:cubicBezTo>
                  <a:cubicBezTo>
                    <a:pt x="24" y="51"/>
                    <a:pt x="23" y="51"/>
                    <a:pt x="23" y="51"/>
                  </a:cubicBezTo>
                  <a:cubicBezTo>
                    <a:pt x="22" y="51"/>
                    <a:pt x="22" y="51"/>
                    <a:pt x="21" y="51"/>
                  </a:cubicBezTo>
                  <a:cubicBezTo>
                    <a:pt x="21" y="52"/>
                    <a:pt x="21" y="52"/>
                    <a:pt x="20" y="52"/>
                  </a:cubicBezTo>
                  <a:cubicBezTo>
                    <a:pt x="20" y="52"/>
                    <a:pt x="19" y="52"/>
                    <a:pt x="19" y="52"/>
                  </a:cubicBezTo>
                  <a:cubicBezTo>
                    <a:pt x="18" y="52"/>
                    <a:pt x="18" y="55"/>
                    <a:pt x="17" y="55"/>
                  </a:cubicBezTo>
                  <a:cubicBezTo>
                    <a:pt x="17" y="55"/>
                    <a:pt x="16" y="55"/>
                    <a:pt x="15" y="55"/>
                  </a:cubicBezTo>
                  <a:cubicBezTo>
                    <a:pt x="15" y="55"/>
                    <a:pt x="14" y="54"/>
                    <a:pt x="13" y="54"/>
                  </a:cubicBezTo>
                  <a:cubicBezTo>
                    <a:pt x="13" y="53"/>
                    <a:pt x="13" y="51"/>
                    <a:pt x="12" y="51"/>
                  </a:cubicBezTo>
                  <a:cubicBezTo>
                    <a:pt x="12" y="50"/>
                    <a:pt x="11" y="49"/>
                    <a:pt x="10" y="49"/>
                  </a:cubicBezTo>
                  <a:cubicBezTo>
                    <a:pt x="10" y="49"/>
                    <a:pt x="9" y="49"/>
                    <a:pt x="8" y="49"/>
                  </a:cubicBezTo>
                  <a:cubicBezTo>
                    <a:pt x="7" y="49"/>
                    <a:pt x="6" y="49"/>
                    <a:pt x="5" y="48"/>
                  </a:cubicBezTo>
                  <a:cubicBezTo>
                    <a:pt x="4" y="48"/>
                    <a:pt x="2" y="47"/>
                    <a:pt x="2" y="46"/>
                  </a:cubicBezTo>
                  <a:cubicBezTo>
                    <a:pt x="1" y="46"/>
                    <a:pt x="1" y="45"/>
                    <a:pt x="0" y="45"/>
                  </a:cubicBezTo>
                  <a:cubicBezTo>
                    <a:pt x="0" y="44"/>
                    <a:pt x="0" y="44"/>
                    <a:pt x="0" y="43"/>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9" name="Freeform 309"/>
            <p:cNvSpPr>
              <a:spLocks/>
            </p:cNvSpPr>
            <p:nvPr/>
          </p:nvSpPr>
          <p:spPr bwMode="auto">
            <a:xfrm>
              <a:off x="976313" y="2640013"/>
              <a:ext cx="138113" cy="136525"/>
            </a:xfrm>
            <a:custGeom>
              <a:avLst/>
              <a:gdLst/>
              <a:ahLst/>
              <a:cxnLst>
                <a:cxn ang="0">
                  <a:pos x="2" y="56"/>
                </a:cxn>
                <a:cxn ang="0">
                  <a:pos x="5" y="53"/>
                </a:cxn>
                <a:cxn ang="0">
                  <a:pos x="9" y="54"/>
                </a:cxn>
                <a:cxn ang="0">
                  <a:pos x="13" y="53"/>
                </a:cxn>
                <a:cxn ang="0">
                  <a:pos x="15" y="46"/>
                </a:cxn>
                <a:cxn ang="0">
                  <a:pos x="14" y="37"/>
                </a:cxn>
                <a:cxn ang="0">
                  <a:pos x="16" y="28"/>
                </a:cxn>
                <a:cxn ang="0">
                  <a:pos x="18" y="23"/>
                </a:cxn>
                <a:cxn ang="0">
                  <a:pos x="19" y="15"/>
                </a:cxn>
                <a:cxn ang="0">
                  <a:pos x="25" y="6"/>
                </a:cxn>
                <a:cxn ang="0">
                  <a:pos x="28" y="2"/>
                </a:cxn>
                <a:cxn ang="0">
                  <a:pos x="34" y="2"/>
                </a:cxn>
                <a:cxn ang="0">
                  <a:pos x="42" y="6"/>
                </a:cxn>
                <a:cxn ang="0">
                  <a:pos x="47" y="11"/>
                </a:cxn>
                <a:cxn ang="0">
                  <a:pos x="53" y="9"/>
                </a:cxn>
                <a:cxn ang="0">
                  <a:pos x="57" y="8"/>
                </a:cxn>
                <a:cxn ang="0">
                  <a:pos x="61" y="9"/>
                </a:cxn>
                <a:cxn ang="0">
                  <a:pos x="59" y="15"/>
                </a:cxn>
                <a:cxn ang="0">
                  <a:pos x="58" y="21"/>
                </a:cxn>
                <a:cxn ang="0">
                  <a:pos x="56" y="27"/>
                </a:cxn>
                <a:cxn ang="0">
                  <a:pos x="50" y="29"/>
                </a:cxn>
                <a:cxn ang="0">
                  <a:pos x="50" y="32"/>
                </a:cxn>
                <a:cxn ang="0">
                  <a:pos x="49" y="35"/>
                </a:cxn>
                <a:cxn ang="0">
                  <a:pos x="53" y="33"/>
                </a:cxn>
                <a:cxn ang="0">
                  <a:pos x="61" y="29"/>
                </a:cxn>
                <a:cxn ang="0">
                  <a:pos x="67" y="28"/>
                </a:cxn>
                <a:cxn ang="0">
                  <a:pos x="70" y="31"/>
                </a:cxn>
                <a:cxn ang="0">
                  <a:pos x="71" y="38"/>
                </a:cxn>
                <a:cxn ang="0">
                  <a:pos x="73" y="42"/>
                </a:cxn>
                <a:cxn ang="0">
                  <a:pos x="68" y="48"/>
                </a:cxn>
                <a:cxn ang="0">
                  <a:pos x="62" y="54"/>
                </a:cxn>
                <a:cxn ang="0">
                  <a:pos x="58" y="55"/>
                </a:cxn>
                <a:cxn ang="0">
                  <a:pos x="56" y="58"/>
                </a:cxn>
                <a:cxn ang="0">
                  <a:pos x="53" y="61"/>
                </a:cxn>
                <a:cxn ang="0">
                  <a:pos x="47" y="58"/>
                </a:cxn>
                <a:cxn ang="0">
                  <a:pos x="38" y="59"/>
                </a:cxn>
                <a:cxn ang="0">
                  <a:pos x="32" y="55"/>
                </a:cxn>
                <a:cxn ang="0">
                  <a:pos x="32" y="50"/>
                </a:cxn>
                <a:cxn ang="0">
                  <a:pos x="29" y="55"/>
                </a:cxn>
                <a:cxn ang="0">
                  <a:pos x="29" y="57"/>
                </a:cxn>
                <a:cxn ang="0">
                  <a:pos x="29" y="60"/>
                </a:cxn>
                <a:cxn ang="0">
                  <a:pos x="23" y="66"/>
                </a:cxn>
                <a:cxn ang="0">
                  <a:pos x="21" y="72"/>
                </a:cxn>
                <a:cxn ang="0">
                  <a:pos x="12" y="69"/>
                </a:cxn>
                <a:cxn ang="0">
                  <a:pos x="7" y="72"/>
                </a:cxn>
                <a:cxn ang="0">
                  <a:pos x="5" y="65"/>
                </a:cxn>
                <a:cxn ang="0">
                  <a:pos x="0" y="60"/>
                </a:cxn>
              </a:cxnLst>
              <a:rect l="0" t="0" r="r" b="b"/>
              <a:pathLst>
                <a:path w="73" h="72">
                  <a:moveTo>
                    <a:pt x="2" y="58"/>
                  </a:moveTo>
                  <a:cubicBezTo>
                    <a:pt x="2" y="58"/>
                    <a:pt x="1" y="56"/>
                    <a:pt x="2" y="56"/>
                  </a:cubicBezTo>
                  <a:cubicBezTo>
                    <a:pt x="2" y="56"/>
                    <a:pt x="2" y="56"/>
                    <a:pt x="2" y="56"/>
                  </a:cubicBezTo>
                  <a:cubicBezTo>
                    <a:pt x="2" y="56"/>
                    <a:pt x="2" y="56"/>
                    <a:pt x="2" y="56"/>
                  </a:cubicBezTo>
                  <a:cubicBezTo>
                    <a:pt x="2" y="55"/>
                    <a:pt x="3" y="55"/>
                    <a:pt x="4" y="55"/>
                  </a:cubicBezTo>
                  <a:cubicBezTo>
                    <a:pt x="4" y="54"/>
                    <a:pt x="4" y="53"/>
                    <a:pt x="5" y="53"/>
                  </a:cubicBezTo>
                  <a:cubicBezTo>
                    <a:pt x="5" y="52"/>
                    <a:pt x="6" y="52"/>
                    <a:pt x="7" y="52"/>
                  </a:cubicBezTo>
                  <a:cubicBezTo>
                    <a:pt x="7" y="52"/>
                    <a:pt x="8" y="52"/>
                    <a:pt x="8" y="52"/>
                  </a:cubicBezTo>
                  <a:cubicBezTo>
                    <a:pt x="8" y="53"/>
                    <a:pt x="9" y="54"/>
                    <a:pt x="9" y="54"/>
                  </a:cubicBezTo>
                  <a:cubicBezTo>
                    <a:pt x="10" y="55"/>
                    <a:pt x="11" y="55"/>
                    <a:pt x="12" y="55"/>
                  </a:cubicBezTo>
                  <a:cubicBezTo>
                    <a:pt x="12" y="55"/>
                    <a:pt x="13" y="55"/>
                    <a:pt x="13" y="54"/>
                  </a:cubicBezTo>
                  <a:cubicBezTo>
                    <a:pt x="13" y="54"/>
                    <a:pt x="13" y="53"/>
                    <a:pt x="13" y="53"/>
                  </a:cubicBezTo>
                  <a:cubicBezTo>
                    <a:pt x="13" y="52"/>
                    <a:pt x="14" y="52"/>
                    <a:pt x="14" y="52"/>
                  </a:cubicBezTo>
                  <a:cubicBezTo>
                    <a:pt x="14" y="51"/>
                    <a:pt x="13" y="49"/>
                    <a:pt x="14" y="48"/>
                  </a:cubicBezTo>
                  <a:cubicBezTo>
                    <a:pt x="14" y="47"/>
                    <a:pt x="15" y="46"/>
                    <a:pt x="15" y="46"/>
                  </a:cubicBezTo>
                  <a:cubicBezTo>
                    <a:pt x="16" y="45"/>
                    <a:pt x="16" y="43"/>
                    <a:pt x="16" y="43"/>
                  </a:cubicBezTo>
                  <a:cubicBezTo>
                    <a:pt x="16" y="42"/>
                    <a:pt x="14" y="41"/>
                    <a:pt x="14" y="41"/>
                  </a:cubicBezTo>
                  <a:cubicBezTo>
                    <a:pt x="14" y="40"/>
                    <a:pt x="14" y="38"/>
                    <a:pt x="14" y="37"/>
                  </a:cubicBezTo>
                  <a:cubicBezTo>
                    <a:pt x="14" y="36"/>
                    <a:pt x="14" y="33"/>
                    <a:pt x="15" y="32"/>
                  </a:cubicBezTo>
                  <a:cubicBezTo>
                    <a:pt x="15" y="32"/>
                    <a:pt x="17" y="31"/>
                    <a:pt x="17" y="30"/>
                  </a:cubicBezTo>
                  <a:cubicBezTo>
                    <a:pt x="17" y="29"/>
                    <a:pt x="16" y="29"/>
                    <a:pt x="16" y="28"/>
                  </a:cubicBezTo>
                  <a:cubicBezTo>
                    <a:pt x="16" y="28"/>
                    <a:pt x="16" y="27"/>
                    <a:pt x="16" y="27"/>
                  </a:cubicBezTo>
                  <a:cubicBezTo>
                    <a:pt x="16" y="27"/>
                    <a:pt x="17" y="26"/>
                    <a:pt x="17" y="26"/>
                  </a:cubicBezTo>
                  <a:cubicBezTo>
                    <a:pt x="17" y="26"/>
                    <a:pt x="18" y="24"/>
                    <a:pt x="18" y="23"/>
                  </a:cubicBezTo>
                  <a:cubicBezTo>
                    <a:pt x="19" y="23"/>
                    <a:pt x="18" y="22"/>
                    <a:pt x="18" y="21"/>
                  </a:cubicBezTo>
                  <a:cubicBezTo>
                    <a:pt x="18" y="20"/>
                    <a:pt x="18" y="19"/>
                    <a:pt x="18" y="18"/>
                  </a:cubicBezTo>
                  <a:cubicBezTo>
                    <a:pt x="18" y="17"/>
                    <a:pt x="19" y="16"/>
                    <a:pt x="19" y="15"/>
                  </a:cubicBezTo>
                  <a:cubicBezTo>
                    <a:pt x="20" y="15"/>
                    <a:pt x="20" y="13"/>
                    <a:pt x="20" y="12"/>
                  </a:cubicBezTo>
                  <a:cubicBezTo>
                    <a:pt x="21" y="11"/>
                    <a:pt x="22" y="9"/>
                    <a:pt x="23" y="8"/>
                  </a:cubicBezTo>
                  <a:cubicBezTo>
                    <a:pt x="23" y="7"/>
                    <a:pt x="25" y="6"/>
                    <a:pt x="25" y="6"/>
                  </a:cubicBezTo>
                  <a:cubicBezTo>
                    <a:pt x="25" y="5"/>
                    <a:pt x="26" y="4"/>
                    <a:pt x="26" y="4"/>
                  </a:cubicBezTo>
                  <a:cubicBezTo>
                    <a:pt x="26" y="4"/>
                    <a:pt x="26" y="3"/>
                    <a:pt x="27" y="3"/>
                  </a:cubicBezTo>
                  <a:cubicBezTo>
                    <a:pt x="27" y="3"/>
                    <a:pt x="28" y="3"/>
                    <a:pt x="28" y="2"/>
                  </a:cubicBezTo>
                  <a:cubicBezTo>
                    <a:pt x="29" y="2"/>
                    <a:pt x="30" y="1"/>
                    <a:pt x="31" y="1"/>
                  </a:cubicBezTo>
                  <a:cubicBezTo>
                    <a:pt x="31" y="1"/>
                    <a:pt x="33" y="1"/>
                    <a:pt x="34" y="0"/>
                  </a:cubicBezTo>
                  <a:cubicBezTo>
                    <a:pt x="34" y="1"/>
                    <a:pt x="34" y="1"/>
                    <a:pt x="34" y="2"/>
                  </a:cubicBezTo>
                  <a:cubicBezTo>
                    <a:pt x="35" y="2"/>
                    <a:pt x="35" y="3"/>
                    <a:pt x="36" y="3"/>
                  </a:cubicBezTo>
                  <a:cubicBezTo>
                    <a:pt x="36" y="4"/>
                    <a:pt x="38" y="5"/>
                    <a:pt x="39" y="5"/>
                  </a:cubicBezTo>
                  <a:cubicBezTo>
                    <a:pt x="40" y="6"/>
                    <a:pt x="41" y="6"/>
                    <a:pt x="42" y="6"/>
                  </a:cubicBezTo>
                  <a:cubicBezTo>
                    <a:pt x="43" y="6"/>
                    <a:pt x="44" y="6"/>
                    <a:pt x="44" y="6"/>
                  </a:cubicBezTo>
                  <a:cubicBezTo>
                    <a:pt x="45" y="6"/>
                    <a:pt x="46" y="7"/>
                    <a:pt x="46" y="8"/>
                  </a:cubicBezTo>
                  <a:cubicBezTo>
                    <a:pt x="47" y="8"/>
                    <a:pt x="47" y="10"/>
                    <a:pt x="47" y="11"/>
                  </a:cubicBezTo>
                  <a:cubicBezTo>
                    <a:pt x="48" y="11"/>
                    <a:pt x="49" y="12"/>
                    <a:pt x="49" y="12"/>
                  </a:cubicBezTo>
                  <a:cubicBezTo>
                    <a:pt x="50" y="12"/>
                    <a:pt x="51" y="12"/>
                    <a:pt x="51" y="12"/>
                  </a:cubicBezTo>
                  <a:cubicBezTo>
                    <a:pt x="52" y="12"/>
                    <a:pt x="52" y="9"/>
                    <a:pt x="53" y="9"/>
                  </a:cubicBezTo>
                  <a:cubicBezTo>
                    <a:pt x="53" y="9"/>
                    <a:pt x="54" y="9"/>
                    <a:pt x="54" y="9"/>
                  </a:cubicBezTo>
                  <a:cubicBezTo>
                    <a:pt x="55" y="9"/>
                    <a:pt x="55" y="9"/>
                    <a:pt x="55" y="8"/>
                  </a:cubicBezTo>
                  <a:cubicBezTo>
                    <a:pt x="56" y="8"/>
                    <a:pt x="56" y="8"/>
                    <a:pt x="57" y="8"/>
                  </a:cubicBezTo>
                  <a:cubicBezTo>
                    <a:pt x="57" y="8"/>
                    <a:pt x="58" y="8"/>
                    <a:pt x="58" y="8"/>
                  </a:cubicBezTo>
                  <a:cubicBezTo>
                    <a:pt x="58" y="8"/>
                    <a:pt x="59" y="8"/>
                    <a:pt x="60" y="8"/>
                  </a:cubicBezTo>
                  <a:cubicBezTo>
                    <a:pt x="60" y="8"/>
                    <a:pt x="61" y="9"/>
                    <a:pt x="61" y="9"/>
                  </a:cubicBezTo>
                  <a:cubicBezTo>
                    <a:pt x="61" y="10"/>
                    <a:pt x="59" y="11"/>
                    <a:pt x="59" y="11"/>
                  </a:cubicBezTo>
                  <a:cubicBezTo>
                    <a:pt x="59" y="12"/>
                    <a:pt x="60" y="13"/>
                    <a:pt x="60" y="14"/>
                  </a:cubicBezTo>
                  <a:cubicBezTo>
                    <a:pt x="60" y="14"/>
                    <a:pt x="59" y="15"/>
                    <a:pt x="59" y="15"/>
                  </a:cubicBezTo>
                  <a:cubicBezTo>
                    <a:pt x="59" y="15"/>
                    <a:pt x="58" y="16"/>
                    <a:pt x="58" y="17"/>
                  </a:cubicBezTo>
                  <a:cubicBezTo>
                    <a:pt x="57" y="17"/>
                    <a:pt x="57" y="19"/>
                    <a:pt x="57" y="19"/>
                  </a:cubicBezTo>
                  <a:cubicBezTo>
                    <a:pt x="57" y="20"/>
                    <a:pt x="58" y="20"/>
                    <a:pt x="58" y="21"/>
                  </a:cubicBezTo>
                  <a:cubicBezTo>
                    <a:pt x="58" y="21"/>
                    <a:pt x="57" y="22"/>
                    <a:pt x="57" y="23"/>
                  </a:cubicBezTo>
                  <a:cubicBezTo>
                    <a:pt x="57" y="24"/>
                    <a:pt x="58" y="25"/>
                    <a:pt x="57" y="26"/>
                  </a:cubicBezTo>
                  <a:cubicBezTo>
                    <a:pt x="57" y="26"/>
                    <a:pt x="56" y="27"/>
                    <a:pt x="56" y="27"/>
                  </a:cubicBezTo>
                  <a:cubicBezTo>
                    <a:pt x="56" y="27"/>
                    <a:pt x="55" y="27"/>
                    <a:pt x="54" y="27"/>
                  </a:cubicBezTo>
                  <a:cubicBezTo>
                    <a:pt x="54" y="28"/>
                    <a:pt x="53" y="28"/>
                    <a:pt x="52" y="29"/>
                  </a:cubicBezTo>
                  <a:cubicBezTo>
                    <a:pt x="52" y="29"/>
                    <a:pt x="51" y="29"/>
                    <a:pt x="50" y="29"/>
                  </a:cubicBezTo>
                  <a:cubicBezTo>
                    <a:pt x="50" y="29"/>
                    <a:pt x="49" y="30"/>
                    <a:pt x="49" y="30"/>
                  </a:cubicBezTo>
                  <a:cubicBezTo>
                    <a:pt x="49" y="30"/>
                    <a:pt x="50" y="31"/>
                    <a:pt x="50" y="31"/>
                  </a:cubicBezTo>
                  <a:cubicBezTo>
                    <a:pt x="50" y="31"/>
                    <a:pt x="50" y="32"/>
                    <a:pt x="50" y="32"/>
                  </a:cubicBezTo>
                  <a:cubicBezTo>
                    <a:pt x="49" y="33"/>
                    <a:pt x="48" y="33"/>
                    <a:pt x="48" y="33"/>
                  </a:cubicBezTo>
                  <a:cubicBezTo>
                    <a:pt x="48" y="34"/>
                    <a:pt x="48" y="34"/>
                    <a:pt x="48" y="35"/>
                  </a:cubicBezTo>
                  <a:cubicBezTo>
                    <a:pt x="48" y="35"/>
                    <a:pt x="49" y="35"/>
                    <a:pt x="49" y="35"/>
                  </a:cubicBezTo>
                  <a:cubicBezTo>
                    <a:pt x="49" y="35"/>
                    <a:pt x="50" y="35"/>
                    <a:pt x="50" y="34"/>
                  </a:cubicBezTo>
                  <a:cubicBezTo>
                    <a:pt x="50" y="34"/>
                    <a:pt x="51" y="34"/>
                    <a:pt x="51" y="33"/>
                  </a:cubicBezTo>
                  <a:cubicBezTo>
                    <a:pt x="52" y="33"/>
                    <a:pt x="52" y="33"/>
                    <a:pt x="53" y="33"/>
                  </a:cubicBezTo>
                  <a:cubicBezTo>
                    <a:pt x="53" y="33"/>
                    <a:pt x="54" y="33"/>
                    <a:pt x="55" y="32"/>
                  </a:cubicBezTo>
                  <a:cubicBezTo>
                    <a:pt x="56" y="32"/>
                    <a:pt x="57" y="31"/>
                    <a:pt x="58" y="30"/>
                  </a:cubicBezTo>
                  <a:cubicBezTo>
                    <a:pt x="59" y="30"/>
                    <a:pt x="60" y="29"/>
                    <a:pt x="61" y="29"/>
                  </a:cubicBezTo>
                  <a:cubicBezTo>
                    <a:pt x="61" y="28"/>
                    <a:pt x="63" y="27"/>
                    <a:pt x="64" y="27"/>
                  </a:cubicBezTo>
                  <a:cubicBezTo>
                    <a:pt x="64" y="27"/>
                    <a:pt x="65" y="27"/>
                    <a:pt x="66" y="27"/>
                  </a:cubicBezTo>
                  <a:cubicBezTo>
                    <a:pt x="66" y="27"/>
                    <a:pt x="66" y="28"/>
                    <a:pt x="67" y="28"/>
                  </a:cubicBezTo>
                  <a:cubicBezTo>
                    <a:pt x="67" y="29"/>
                    <a:pt x="67" y="30"/>
                    <a:pt x="68" y="30"/>
                  </a:cubicBezTo>
                  <a:cubicBezTo>
                    <a:pt x="68" y="30"/>
                    <a:pt x="69" y="30"/>
                    <a:pt x="69" y="30"/>
                  </a:cubicBezTo>
                  <a:cubicBezTo>
                    <a:pt x="70" y="30"/>
                    <a:pt x="70" y="31"/>
                    <a:pt x="70" y="31"/>
                  </a:cubicBezTo>
                  <a:cubicBezTo>
                    <a:pt x="71" y="31"/>
                    <a:pt x="71" y="33"/>
                    <a:pt x="71" y="33"/>
                  </a:cubicBezTo>
                  <a:cubicBezTo>
                    <a:pt x="71" y="34"/>
                    <a:pt x="71" y="36"/>
                    <a:pt x="71" y="36"/>
                  </a:cubicBezTo>
                  <a:cubicBezTo>
                    <a:pt x="71" y="37"/>
                    <a:pt x="71" y="38"/>
                    <a:pt x="71" y="38"/>
                  </a:cubicBezTo>
                  <a:cubicBezTo>
                    <a:pt x="71" y="38"/>
                    <a:pt x="71" y="39"/>
                    <a:pt x="72" y="39"/>
                  </a:cubicBezTo>
                  <a:cubicBezTo>
                    <a:pt x="72" y="40"/>
                    <a:pt x="73" y="41"/>
                    <a:pt x="73" y="41"/>
                  </a:cubicBezTo>
                  <a:cubicBezTo>
                    <a:pt x="73" y="42"/>
                    <a:pt x="73" y="42"/>
                    <a:pt x="73" y="42"/>
                  </a:cubicBezTo>
                  <a:cubicBezTo>
                    <a:pt x="73" y="43"/>
                    <a:pt x="71" y="43"/>
                    <a:pt x="70" y="44"/>
                  </a:cubicBezTo>
                  <a:cubicBezTo>
                    <a:pt x="70" y="44"/>
                    <a:pt x="69" y="45"/>
                    <a:pt x="69" y="46"/>
                  </a:cubicBezTo>
                  <a:cubicBezTo>
                    <a:pt x="68" y="46"/>
                    <a:pt x="68" y="48"/>
                    <a:pt x="68" y="48"/>
                  </a:cubicBezTo>
                  <a:cubicBezTo>
                    <a:pt x="67" y="49"/>
                    <a:pt x="66" y="51"/>
                    <a:pt x="66" y="51"/>
                  </a:cubicBezTo>
                  <a:cubicBezTo>
                    <a:pt x="65" y="52"/>
                    <a:pt x="65" y="53"/>
                    <a:pt x="64" y="53"/>
                  </a:cubicBezTo>
                  <a:cubicBezTo>
                    <a:pt x="64" y="53"/>
                    <a:pt x="62" y="53"/>
                    <a:pt x="62" y="54"/>
                  </a:cubicBezTo>
                  <a:cubicBezTo>
                    <a:pt x="61" y="54"/>
                    <a:pt x="62" y="56"/>
                    <a:pt x="61" y="57"/>
                  </a:cubicBezTo>
                  <a:cubicBezTo>
                    <a:pt x="61" y="57"/>
                    <a:pt x="59" y="57"/>
                    <a:pt x="59" y="57"/>
                  </a:cubicBezTo>
                  <a:cubicBezTo>
                    <a:pt x="58" y="56"/>
                    <a:pt x="58" y="55"/>
                    <a:pt x="58" y="55"/>
                  </a:cubicBezTo>
                  <a:cubicBezTo>
                    <a:pt x="58" y="54"/>
                    <a:pt x="57" y="54"/>
                    <a:pt x="57" y="54"/>
                  </a:cubicBezTo>
                  <a:cubicBezTo>
                    <a:pt x="56" y="54"/>
                    <a:pt x="57" y="56"/>
                    <a:pt x="57" y="56"/>
                  </a:cubicBezTo>
                  <a:cubicBezTo>
                    <a:pt x="57" y="57"/>
                    <a:pt x="57" y="57"/>
                    <a:pt x="56" y="58"/>
                  </a:cubicBezTo>
                  <a:cubicBezTo>
                    <a:pt x="56" y="58"/>
                    <a:pt x="56" y="60"/>
                    <a:pt x="55" y="60"/>
                  </a:cubicBezTo>
                  <a:cubicBezTo>
                    <a:pt x="55" y="60"/>
                    <a:pt x="55" y="61"/>
                    <a:pt x="54" y="61"/>
                  </a:cubicBezTo>
                  <a:cubicBezTo>
                    <a:pt x="54" y="61"/>
                    <a:pt x="53" y="61"/>
                    <a:pt x="53" y="61"/>
                  </a:cubicBezTo>
                  <a:cubicBezTo>
                    <a:pt x="52" y="60"/>
                    <a:pt x="52" y="59"/>
                    <a:pt x="52" y="59"/>
                  </a:cubicBezTo>
                  <a:cubicBezTo>
                    <a:pt x="52" y="59"/>
                    <a:pt x="50" y="58"/>
                    <a:pt x="50" y="58"/>
                  </a:cubicBezTo>
                  <a:cubicBezTo>
                    <a:pt x="49" y="58"/>
                    <a:pt x="48" y="58"/>
                    <a:pt x="47" y="58"/>
                  </a:cubicBezTo>
                  <a:cubicBezTo>
                    <a:pt x="46" y="58"/>
                    <a:pt x="45" y="57"/>
                    <a:pt x="45" y="57"/>
                  </a:cubicBezTo>
                  <a:cubicBezTo>
                    <a:pt x="44" y="57"/>
                    <a:pt x="42" y="57"/>
                    <a:pt x="41" y="57"/>
                  </a:cubicBezTo>
                  <a:cubicBezTo>
                    <a:pt x="41" y="57"/>
                    <a:pt x="39" y="58"/>
                    <a:pt x="38" y="59"/>
                  </a:cubicBezTo>
                  <a:cubicBezTo>
                    <a:pt x="37" y="59"/>
                    <a:pt x="35" y="59"/>
                    <a:pt x="34" y="58"/>
                  </a:cubicBezTo>
                  <a:cubicBezTo>
                    <a:pt x="33" y="58"/>
                    <a:pt x="32" y="58"/>
                    <a:pt x="32" y="57"/>
                  </a:cubicBezTo>
                  <a:cubicBezTo>
                    <a:pt x="32" y="57"/>
                    <a:pt x="32" y="55"/>
                    <a:pt x="32" y="55"/>
                  </a:cubicBezTo>
                  <a:cubicBezTo>
                    <a:pt x="32" y="55"/>
                    <a:pt x="32" y="54"/>
                    <a:pt x="32" y="54"/>
                  </a:cubicBezTo>
                  <a:cubicBezTo>
                    <a:pt x="32" y="53"/>
                    <a:pt x="33" y="52"/>
                    <a:pt x="32" y="52"/>
                  </a:cubicBezTo>
                  <a:cubicBezTo>
                    <a:pt x="32" y="51"/>
                    <a:pt x="32" y="50"/>
                    <a:pt x="32" y="50"/>
                  </a:cubicBezTo>
                  <a:cubicBezTo>
                    <a:pt x="31" y="50"/>
                    <a:pt x="31" y="51"/>
                    <a:pt x="31" y="51"/>
                  </a:cubicBezTo>
                  <a:cubicBezTo>
                    <a:pt x="30" y="52"/>
                    <a:pt x="30" y="53"/>
                    <a:pt x="30" y="53"/>
                  </a:cubicBezTo>
                  <a:cubicBezTo>
                    <a:pt x="29" y="54"/>
                    <a:pt x="29" y="55"/>
                    <a:pt x="29" y="55"/>
                  </a:cubicBezTo>
                  <a:cubicBezTo>
                    <a:pt x="28" y="56"/>
                    <a:pt x="27" y="56"/>
                    <a:pt x="27" y="56"/>
                  </a:cubicBezTo>
                  <a:cubicBezTo>
                    <a:pt x="27" y="57"/>
                    <a:pt x="27" y="57"/>
                    <a:pt x="27" y="57"/>
                  </a:cubicBezTo>
                  <a:cubicBezTo>
                    <a:pt x="28" y="58"/>
                    <a:pt x="28" y="57"/>
                    <a:pt x="29" y="57"/>
                  </a:cubicBezTo>
                  <a:cubicBezTo>
                    <a:pt x="29" y="57"/>
                    <a:pt x="30" y="57"/>
                    <a:pt x="30" y="57"/>
                  </a:cubicBezTo>
                  <a:cubicBezTo>
                    <a:pt x="30" y="58"/>
                    <a:pt x="30" y="58"/>
                    <a:pt x="30" y="58"/>
                  </a:cubicBezTo>
                  <a:cubicBezTo>
                    <a:pt x="30" y="59"/>
                    <a:pt x="29" y="60"/>
                    <a:pt x="29" y="60"/>
                  </a:cubicBezTo>
                  <a:cubicBezTo>
                    <a:pt x="28" y="60"/>
                    <a:pt x="27" y="61"/>
                    <a:pt x="27" y="61"/>
                  </a:cubicBezTo>
                  <a:cubicBezTo>
                    <a:pt x="26" y="62"/>
                    <a:pt x="25" y="62"/>
                    <a:pt x="24" y="63"/>
                  </a:cubicBezTo>
                  <a:cubicBezTo>
                    <a:pt x="24" y="63"/>
                    <a:pt x="23" y="65"/>
                    <a:pt x="23" y="66"/>
                  </a:cubicBezTo>
                  <a:cubicBezTo>
                    <a:pt x="23" y="67"/>
                    <a:pt x="23" y="69"/>
                    <a:pt x="23" y="70"/>
                  </a:cubicBezTo>
                  <a:cubicBezTo>
                    <a:pt x="23" y="70"/>
                    <a:pt x="24" y="71"/>
                    <a:pt x="24" y="72"/>
                  </a:cubicBezTo>
                  <a:cubicBezTo>
                    <a:pt x="23" y="72"/>
                    <a:pt x="21" y="72"/>
                    <a:pt x="21" y="72"/>
                  </a:cubicBezTo>
                  <a:cubicBezTo>
                    <a:pt x="20" y="72"/>
                    <a:pt x="19" y="71"/>
                    <a:pt x="18" y="70"/>
                  </a:cubicBezTo>
                  <a:cubicBezTo>
                    <a:pt x="17" y="70"/>
                    <a:pt x="16" y="69"/>
                    <a:pt x="15" y="69"/>
                  </a:cubicBezTo>
                  <a:cubicBezTo>
                    <a:pt x="14" y="68"/>
                    <a:pt x="13" y="68"/>
                    <a:pt x="12" y="69"/>
                  </a:cubicBezTo>
                  <a:cubicBezTo>
                    <a:pt x="12" y="69"/>
                    <a:pt x="11" y="69"/>
                    <a:pt x="10" y="70"/>
                  </a:cubicBezTo>
                  <a:cubicBezTo>
                    <a:pt x="10" y="70"/>
                    <a:pt x="9" y="71"/>
                    <a:pt x="9" y="71"/>
                  </a:cubicBezTo>
                  <a:cubicBezTo>
                    <a:pt x="8" y="71"/>
                    <a:pt x="7" y="72"/>
                    <a:pt x="7" y="72"/>
                  </a:cubicBezTo>
                  <a:cubicBezTo>
                    <a:pt x="6" y="72"/>
                    <a:pt x="5" y="71"/>
                    <a:pt x="5" y="71"/>
                  </a:cubicBezTo>
                  <a:cubicBezTo>
                    <a:pt x="4" y="71"/>
                    <a:pt x="4" y="69"/>
                    <a:pt x="4" y="69"/>
                  </a:cubicBezTo>
                  <a:cubicBezTo>
                    <a:pt x="4" y="68"/>
                    <a:pt x="5" y="66"/>
                    <a:pt x="5" y="65"/>
                  </a:cubicBezTo>
                  <a:cubicBezTo>
                    <a:pt x="5" y="64"/>
                    <a:pt x="3" y="64"/>
                    <a:pt x="3" y="63"/>
                  </a:cubicBezTo>
                  <a:cubicBezTo>
                    <a:pt x="2" y="63"/>
                    <a:pt x="1" y="62"/>
                    <a:pt x="0" y="62"/>
                  </a:cubicBezTo>
                  <a:cubicBezTo>
                    <a:pt x="0" y="61"/>
                    <a:pt x="0" y="60"/>
                    <a:pt x="0" y="60"/>
                  </a:cubicBezTo>
                  <a:cubicBezTo>
                    <a:pt x="1" y="59"/>
                    <a:pt x="2" y="59"/>
                    <a:pt x="2" y="5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0" name="Freeform 310"/>
            <p:cNvSpPr>
              <a:spLocks/>
            </p:cNvSpPr>
            <p:nvPr/>
          </p:nvSpPr>
          <p:spPr bwMode="auto">
            <a:xfrm>
              <a:off x="917576" y="2574925"/>
              <a:ext cx="109538" cy="119063"/>
            </a:xfrm>
            <a:custGeom>
              <a:avLst/>
              <a:gdLst/>
              <a:ahLst/>
              <a:cxnLst>
                <a:cxn ang="0">
                  <a:pos x="57" y="39"/>
                </a:cxn>
                <a:cxn ang="0">
                  <a:pos x="54" y="43"/>
                </a:cxn>
                <a:cxn ang="0">
                  <a:pos x="50" y="50"/>
                </a:cxn>
                <a:cxn ang="0">
                  <a:pos x="49" y="56"/>
                </a:cxn>
                <a:cxn ang="0">
                  <a:pos x="48" y="61"/>
                </a:cxn>
                <a:cxn ang="0">
                  <a:pos x="46" y="60"/>
                </a:cxn>
                <a:cxn ang="0">
                  <a:pos x="43" y="59"/>
                </a:cxn>
                <a:cxn ang="0">
                  <a:pos x="42" y="61"/>
                </a:cxn>
                <a:cxn ang="0">
                  <a:pos x="38" y="60"/>
                </a:cxn>
                <a:cxn ang="0">
                  <a:pos x="35" y="59"/>
                </a:cxn>
                <a:cxn ang="0">
                  <a:pos x="35" y="55"/>
                </a:cxn>
                <a:cxn ang="0">
                  <a:pos x="31" y="53"/>
                </a:cxn>
                <a:cxn ang="0">
                  <a:pos x="26" y="48"/>
                </a:cxn>
                <a:cxn ang="0">
                  <a:pos x="22" y="46"/>
                </a:cxn>
                <a:cxn ang="0">
                  <a:pos x="18" y="45"/>
                </a:cxn>
                <a:cxn ang="0">
                  <a:pos x="14" y="46"/>
                </a:cxn>
                <a:cxn ang="0">
                  <a:pos x="11" y="48"/>
                </a:cxn>
                <a:cxn ang="0">
                  <a:pos x="10" y="47"/>
                </a:cxn>
                <a:cxn ang="0">
                  <a:pos x="6" y="41"/>
                </a:cxn>
                <a:cxn ang="0">
                  <a:pos x="6" y="32"/>
                </a:cxn>
                <a:cxn ang="0">
                  <a:pos x="6" y="25"/>
                </a:cxn>
                <a:cxn ang="0">
                  <a:pos x="4" y="20"/>
                </a:cxn>
                <a:cxn ang="0">
                  <a:pos x="0" y="15"/>
                </a:cxn>
                <a:cxn ang="0">
                  <a:pos x="2" y="13"/>
                </a:cxn>
                <a:cxn ang="0">
                  <a:pos x="5" y="13"/>
                </a:cxn>
                <a:cxn ang="0">
                  <a:pos x="5" y="9"/>
                </a:cxn>
                <a:cxn ang="0">
                  <a:pos x="8" y="7"/>
                </a:cxn>
                <a:cxn ang="0">
                  <a:pos x="14" y="6"/>
                </a:cxn>
                <a:cxn ang="0">
                  <a:pos x="21" y="3"/>
                </a:cxn>
                <a:cxn ang="0">
                  <a:pos x="26" y="0"/>
                </a:cxn>
                <a:cxn ang="0">
                  <a:pos x="31" y="1"/>
                </a:cxn>
                <a:cxn ang="0">
                  <a:pos x="32" y="2"/>
                </a:cxn>
                <a:cxn ang="0">
                  <a:pos x="34" y="5"/>
                </a:cxn>
                <a:cxn ang="0">
                  <a:pos x="37" y="9"/>
                </a:cxn>
                <a:cxn ang="0">
                  <a:pos x="40" y="15"/>
                </a:cxn>
                <a:cxn ang="0">
                  <a:pos x="41" y="22"/>
                </a:cxn>
                <a:cxn ang="0">
                  <a:pos x="45" y="26"/>
                </a:cxn>
                <a:cxn ang="0">
                  <a:pos x="49" y="27"/>
                </a:cxn>
                <a:cxn ang="0">
                  <a:pos x="50" y="24"/>
                </a:cxn>
                <a:cxn ang="0">
                  <a:pos x="53" y="28"/>
                </a:cxn>
                <a:cxn ang="0">
                  <a:pos x="55" y="32"/>
                </a:cxn>
                <a:cxn ang="0">
                  <a:pos x="54" y="35"/>
                </a:cxn>
                <a:cxn ang="0">
                  <a:pos x="57" y="37"/>
                </a:cxn>
              </a:cxnLst>
              <a:rect l="0" t="0" r="r" b="b"/>
              <a:pathLst>
                <a:path w="58" h="63">
                  <a:moveTo>
                    <a:pt x="58" y="38"/>
                  </a:moveTo>
                  <a:cubicBezTo>
                    <a:pt x="57" y="38"/>
                    <a:pt x="57" y="39"/>
                    <a:pt x="57" y="39"/>
                  </a:cubicBezTo>
                  <a:cubicBezTo>
                    <a:pt x="57" y="39"/>
                    <a:pt x="56" y="40"/>
                    <a:pt x="56" y="41"/>
                  </a:cubicBezTo>
                  <a:cubicBezTo>
                    <a:pt x="56" y="41"/>
                    <a:pt x="54" y="42"/>
                    <a:pt x="54" y="43"/>
                  </a:cubicBezTo>
                  <a:cubicBezTo>
                    <a:pt x="53" y="44"/>
                    <a:pt x="52" y="46"/>
                    <a:pt x="51" y="47"/>
                  </a:cubicBezTo>
                  <a:cubicBezTo>
                    <a:pt x="51" y="48"/>
                    <a:pt x="51" y="50"/>
                    <a:pt x="50" y="50"/>
                  </a:cubicBezTo>
                  <a:cubicBezTo>
                    <a:pt x="50" y="51"/>
                    <a:pt x="49" y="52"/>
                    <a:pt x="49" y="53"/>
                  </a:cubicBezTo>
                  <a:cubicBezTo>
                    <a:pt x="49" y="54"/>
                    <a:pt x="49" y="55"/>
                    <a:pt x="49" y="56"/>
                  </a:cubicBezTo>
                  <a:cubicBezTo>
                    <a:pt x="49" y="57"/>
                    <a:pt x="50" y="58"/>
                    <a:pt x="49" y="58"/>
                  </a:cubicBezTo>
                  <a:cubicBezTo>
                    <a:pt x="49" y="59"/>
                    <a:pt x="48" y="61"/>
                    <a:pt x="48" y="61"/>
                  </a:cubicBezTo>
                  <a:cubicBezTo>
                    <a:pt x="48" y="61"/>
                    <a:pt x="47" y="62"/>
                    <a:pt x="47" y="62"/>
                  </a:cubicBezTo>
                  <a:cubicBezTo>
                    <a:pt x="47" y="61"/>
                    <a:pt x="47" y="60"/>
                    <a:pt x="46" y="60"/>
                  </a:cubicBezTo>
                  <a:cubicBezTo>
                    <a:pt x="46" y="59"/>
                    <a:pt x="46" y="58"/>
                    <a:pt x="45" y="58"/>
                  </a:cubicBezTo>
                  <a:cubicBezTo>
                    <a:pt x="45" y="58"/>
                    <a:pt x="44" y="58"/>
                    <a:pt x="43" y="59"/>
                  </a:cubicBezTo>
                  <a:cubicBezTo>
                    <a:pt x="43" y="59"/>
                    <a:pt x="43" y="59"/>
                    <a:pt x="43" y="60"/>
                  </a:cubicBezTo>
                  <a:cubicBezTo>
                    <a:pt x="43" y="60"/>
                    <a:pt x="42" y="61"/>
                    <a:pt x="42" y="61"/>
                  </a:cubicBezTo>
                  <a:cubicBezTo>
                    <a:pt x="41" y="62"/>
                    <a:pt x="40" y="63"/>
                    <a:pt x="40" y="62"/>
                  </a:cubicBezTo>
                  <a:cubicBezTo>
                    <a:pt x="39" y="62"/>
                    <a:pt x="39" y="61"/>
                    <a:pt x="38" y="60"/>
                  </a:cubicBezTo>
                  <a:cubicBezTo>
                    <a:pt x="38" y="60"/>
                    <a:pt x="37" y="60"/>
                    <a:pt x="36" y="60"/>
                  </a:cubicBezTo>
                  <a:cubicBezTo>
                    <a:pt x="36" y="59"/>
                    <a:pt x="35" y="59"/>
                    <a:pt x="35" y="59"/>
                  </a:cubicBezTo>
                  <a:cubicBezTo>
                    <a:pt x="34" y="59"/>
                    <a:pt x="34" y="58"/>
                    <a:pt x="34" y="57"/>
                  </a:cubicBezTo>
                  <a:cubicBezTo>
                    <a:pt x="34" y="57"/>
                    <a:pt x="35" y="55"/>
                    <a:pt x="35" y="55"/>
                  </a:cubicBezTo>
                  <a:cubicBezTo>
                    <a:pt x="35" y="55"/>
                    <a:pt x="34" y="54"/>
                    <a:pt x="34" y="54"/>
                  </a:cubicBezTo>
                  <a:cubicBezTo>
                    <a:pt x="34" y="54"/>
                    <a:pt x="32" y="53"/>
                    <a:pt x="31" y="53"/>
                  </a:cubicBezTo>
                  <a:cubicBezTo>
                    <a:pt x="31" y="52"/>
                    <a:pt x="29" y="51"/>
                    <a:pt x="28" y="50"/>
                  </a:cubicBezTo>
                  <a:cubicBezTo>
                    <a:pt x="28" y="50"/>
                    <a:pt x="26" y="49"/>
                    <a:pt x="26" y="48"/>
                  </a:cubicBezTo>
                  <a:cubicBezTo>
                    <a:pt x="25" y="48"/>
                    <a:pt x="24" y="48"/>
                    <a:pt x="23" y="48"/>
                  </a:cubicBezTo>
                  <a:cubicBezTo>
                    <a:pt x="23" y="48"/>
                    <a:pt x="22" y="46"/>
                    <a:pt x="22" y="46"/>
                  </a:cubicBezTo>
                  <a:cubicBezTo>
                    <a:pt x="21" y="45"/>
                    <a:pt x="21" y="44"/>
                    <a:pt x="20" y="44"/>
                  </a:cubicBezTo>
                  <a:cubicBezTo>
                    <a:pt x="20" y="44"/>
                    <a:pt x="19" y="45"/>
                    <a:pt x="18" y="45"/>
                  </a:cubicBezTo>
                  <a:cubicBezTo>
                    <a:pt x="18" y="45"/>
                    <a:pt x="16" y="45"/>
                    <a:pt x="15" y="45"/>
                  </a:cubicBezTo>
                  <a:cubicBezTo>
                    <a:pt x="15" y="45"/>
                    <a:pt x="15" y="46"/>
                    <a:pt x="14" y="46"/>
                  </a:cubicBezTo>
                  <a:cubicBezTo>
                    <a:pt x="14" y="46"/>
                    <a:pt x="13" y="46"/>
                    <a:pt x="13" y="47"/>
                  </a:cubicBezTo>
                  <a:cubicBezTo>
                    <a:pt x="12" y="47"/>
                    <a:pt x="11" y="47"/>
                    <a:pt x="11" y="48"/>
                  </a:cubicBezTo>
                  <a:cubicBezTo>
                    <a:pt x="11" y="48"/>
                    <a:pt x="10" y="48"/>
                    <a:pt x="10" y="48"/>
                  </a:cubicBezTo>
                  <a:cubicBezTo>
                    <a:pt x="10" y="48"/>
                    <a:pt x="10" y="47"/>
                    <a:pt x="10" y="47"/>
                  </a:cubicBezTo>
                  <a:cubicBezTo>
                    <a:pt x="9" y="46"/>
                    <a:pt x="8" y="45"/>
                    <a:pt x="8" y="44"/>
                  </a:cubicBezTo>
                  <a:cubicBezTo>
                    <a:pt x="7" y="43"/>
                    <a:pt x="6" y="42"/>
                    <a:pt x="6" y="41"/>
                  </a:cubicBezTo>
                  <a:cubicBezTo>
                    <a:pt x="6" y="40"/>
                    <a:pt x="6" y="38"/>
                    <a:pt x="6" y="37"/>
                  </a:cubicBezTo>
                  <a:cubicBezTo>
                    <a:pt x="6" y="36"/>
                    <a:pt x="6" y="33"/>
                    <a:pt x="6" y="32"/>
                  </a:cubicBezTo>
                  <a:cubicBezTo>
                    <a:pt x="5" y="31"/>
                    <a:pt x="5" y="30"/>
                    <a:pt x="6" y="29"/>
                  </a:cubicBezTo>
                  <a:cubicBezTo>
                    <a:pt x="6" y="28"/>
                    <a:pt x="6" y="26"/>
                    <a:pt x="6" y="25"/>
                  </a:cubicBezTo>
                  <a:cubicBezTo>
                    <a:pt x="6" y="24"/>
                    <a:pt x="6" y="23"/>
                    <a:pt x="5" y="22"/>
                  </a:cubicBezTo>
                  <a:cubicBezTo>
                    <a:pt x="5" y="21"/>
                    <a:pt x="4" y="20"/>
                    <a:pt x="4" y="20"/>
                  </a:cubicBezTo>
                  <a:cubicBezTo>
                    <a:pt x="3" y="19"/>
                    <a:pt x="2" y="18"/>
                    <a:pt x="1" y="17"/>
                  </a:cubicBezTo>
                  <a:cubicBezTo>
                    <a:pt x="1" y="17"/>
                    <a:pt x="0" y="16"/>
                    <a:pt x="0" y="15"/>
                  </a:cubicBezTo>
                  <a:cubicBezTo>
                    <a:pt x="0" y="15"/>
                    <a:pt x="0" y="15"/>
                    <a:pt x="1" y="14"/>
                  </a:cubicBezTo>
                  <a:cubicBezTo>
                    <a:pt x="1" y="14"/>
                    <a:pt x="1" y="13"/>
                    <a:pt x="2" y="13"/>
                  </a:cubicBezTo>
                  <a:cubicBezTo>
                    <a:pt x="2" y="13"/>
                    <a:pt x="3" y="13"/>
                    <a:pt x="3" y="13"/>
                  </a:cubicBezTo>
                  <a:cubicBezTo>
                    <a:pt x="3" y="13"/>
                    <a:pt x="4" y="14"/>
                    <a:pt x="5" y="13"/>
                  </a:cubicBezTo>
                  <a:cubicBezTo>
                    <a:pt x="5" y="13"/>
                    <a:pt x="5" y="12"/>
                    <a:pt x="5" y="12"/>
                  </a:cubicBezTo>
                  <a:cubicBezTo>
                    <a:pt x="5" y="11"/>
                    <a:pt x="5" y="10"/>
                    <a:pt x="5" y="9"/>
                  </a:cubicBezTo>
                  <a:cubicBezTo>
                    <a:pt x="5" y="9"/>
                    <a:pt x="5" y="8"/>
                    <a:pt x="5" y="8"/>
                  </a:cubicBezTo>
                  <a:cubicBezTo>
                    <a:pt x="6" y="7"/>
                    <a:pt x="7" y="7"/>
                    <a:pt x="8" y="7"/>
                  </a:cubicBezTo>
                  <a:cubicBezTo>
                    <a:pt x="8" y="7"/>
                    <a:pt x="10" y="7"/>
                    <a:pt x="11" y="7"/>
                  </a:cubicBezTo>
                  <a:cubicBezTo>
                    <a:pt x="12" y="7"/>
                    <a:pt x="13" y="6"/>
                    <a:pt x="14" y="6"/>
                  </a:cubicBezTo>
                  <a:cubicBezTo>
                    <a:pt x="15" y="5"/>
                    <a:pt x="17" y="5"/>
                    <a:pt x="18" y="5"/>
                  </a:cubicBezTo>
                  <a:cubicBezTo>
                    <a:pt x="19" y="5"/>
                    <a:pt x="20" y="4"/>
                    <a:pt x="21" y="3"/>
                  </a:cubicBezTo>
                  <a:cubicBezTo>
                    <a:pt x="21" y="3"/>
                    <a:pt x="22" y="2"/>
                    <a:pt x="22" y="1"/>
                  </a:cubicBezTo>
                  <a:cubicBezTo>
                    <a:pt x="23" y="1"/>
                    <a:pt x="25" y="1"/>
                    <a:pt x="26" y="0"/>
                  </a:cubicBezTo>
                  <a:cubicBezTo>
                    <a:pt x="27" y="0"/>
                    <a:pt x="28" y="0"/>
                    <a:pt x="29" y="0"/>
                  </a:cubicBezTo>
                  <a:cubicBezTo>
                    <a:pt x="30" y="1"/>
                    <a:pt x="31" y="1"/>
                    <a:pt x="31" y="1"/>
                  </a:cubicBezTo>
                  <a:cubicBezTo>
                    <a:pt x="31" y="1"/>
                    <a:pt x="31" y="1"/>
                    <a:pt x="32" y="1"/>
                  </a:cubicBezTo>
                  <a:cubicBezTo>
                    <a:pt x="32" y="1"/>
                    <a:pt x="32" y="2"/>
                    <a:pt x="32" y="2"/>
                  </a:cubicBezTo>
                  <a:cubicBezTo>
                    <a:pt x="33" y="2"/>
                    <a:pt x="33" y="3"/>
                    <a:pt x="33" y="4"/>
                  </a:cubicBezTo>
                  <a:cubicBezTo>
                    <a:pt x="33" y="4"/>
                    <a:pt x="34" y="4"/>
                    <a:pt x="34" y="5"/>
                  </a:cubicBezTo>
                  <a:cubicBezTo>
                    <a:pt x="34" y="5"/>
                    <a:pt x="35" y="6"/>
                    <a:pt x="35" y="7"/>
                  </a:cubicBezTo>
                  <a:cubicBezTo>
                    <a:pt x="36" y="8"/>
                    <a:pt x="37" y="9"/>
                    <a:pt x="37" y="9"/>
                  </a:cubicBezTo>
                  <a:cubicBezTo>
                    <a:pt x="38" y="10"/>
                    <a:pt x="39" y="11"/>
                    <a:pt x="39" y="12"/>
                  </a:cubicBezTo>
                  <a:cubicBezTo>
                    <a:pt x="39" y="13"/>
                    <a:pt x="40" y="14"/>
                    <a:pt x="40" y="15"/>
                  </a:cubicBezTo>
                  <a:cubicBezTo>
                    <a:pt x="40" y="16"/>
                    <a:pt x="40" y="18"/>
                    <a:pt x="40" y="18"/>
                  </a:cubicBezTo>
                  <a:cubicBezTo>
                    <a:pt x="40" y="19"/>
                    <a:pt x="40" y="21"/>
                    <a:pt x="41" y="22"/>
                  </a:cubicBezTo>
                  <a:cubicBezTo>
                    <a:pt x="41" y="22"/>
                    <a:pt x="42" y="23"/>
                    <a:pt x="43" y="23"/>
                  </a:cubicBezTo>
                  <a:cubicBezTo>
                    <a:pt x="44" y="24"/>
                    <a:pt x="44" y="25"/>
                    <a:pt x="45" y="26"/>
                  </a:cubicBezTo>
                  <a:cubicBezTo>
                    <a:pt x="45" y="26"/>
                    <a:pt x="46" y="27"/>
                    <a:pt x="47" y="27"/>
                  </a:cubicBezTo>
                  <a:cubicBezTo>
                    <a:pt x="47" y="27"/>
                    <a:pt x="48" y="27"/>
                    <a:pt x="49" y="27"/>
                  </a:cubicBezTo>
                  <a:cubicBezTo>
                    <a:pt x="49" y="26"/>
                    <a:pt x="49" y="25"/>
                    <a:pt x="49" y="25"/>
                  </a:cubicBezTo>
                  <a:cubicBezTo>
                    <a:pt x="49" y="25"/>
                    <a:pt x="50" y="24"/>
                    <a:pt x="50" y="24"/>
                  </a:cubicBezTo>
                  <a:cubicBezTo>
                    <a:pt x="50" y="25"/>
                    <a:pt x="51" y="26"/>
                    <a:pt x="51" y="26"/>
                  </a:cubicBezTo>
                  <a:cubicBezTo>
                    <a:pt x="52" y="27"/>
                    <a:pt x="53" y="27"/>
                    <a:pt x="53" y="28"/>
                  </a:cubicBezTo>
                  <a:cubicBezTo>
                    <a:pt x="54" y="28"/>
                    <a:pt x="54" y="30"/>
                    <a:pt x="54" y="30"/>
                  </a:cubicBezTo>
                  <a:cubicBezTo>
                    <a:pt x="54" y="31"/>
                    <a:pt x="55" y="31"/>
                    <a:pt x="55" y="32"/>
                  </a:cubicBezTo>
                  <a:cubicBezTo>
                    <a:pt x="55" y="32"/>
                    <a:pt x="55" y="33"/>
                    <a:pt x="55" y="34"/>
                  </a:cubicBezTo>
                  <a:cubicBezTo>
                    <a:pt x="55" y="34"/>
                    <a:pt x="54" y="34"/>
                    <a:pt x="54" y="35"/>
                  </a:cubicBezTo>
                  <a:cubicBezTo>
                    <a:pt x="54" y="35"/>
                    <a:pt x="55" y="36"/>
                    <a:pt x="55" y="36"/>
                  </a:cubicBezTo>
                  <a:cubicBezTo>
                    <a:pt x="55" y="37"/>
                    <a:pt x="57" y="37"/>
                    <a:pt x="57" y="37"/>
                  </a:cubicBezTo>
                  <a:cubicBezTo>
                    <a:pt x="57" y="37"/>
                    <a:pt x="57" y="38"/>
                    <a:pt x="58" y="3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1" name="Freeform 311"/>
            <p:cNvSpPr>
              <a:spLocks/>
            </p:cNvSpPr>
            <p:nvPr/>
          </p:nvSpPr>
          <p:spPr bwMode="auto">
            <a:xfrm>
              <a:off x="841376" y="2603500"/>
              <a:ext cx="96838" cy="82550"/>
            </a:xfrm>
            <a:custGeom>
              <a:avLst/>
              <a:gdLst/>
              <a:ahLst/>
              <a:cxnLst>
                <a:cxn ang="0">
                  <a:pos x="24" y="42"/>
                </a:cxn>
                <a:cxn ang="0">
                  <a:pos x="18" y="44"/>
                </a:cxn>
                <a:cxn ang="0">
                  <a:pos x="16" y="40"/>
                </a:cxn>
                <a:cxn ang="0">
                  <a:pos x="14" y="33"/>
                </a:cxn>
                <a:cxn ang="0">
                  <a:pos x="8" y="28"/>
                </a:cxn>
                <a:cxn ang="0">
                  <a:pos x="5" y="23"/>
                </a:cxn>
                <a:cxn ang="0">
                  <a:pos x="2" y="21"/>
                </a:cxn>
                <a:cxn ang="0">
                  <a:pos x="1" y="12"/>
                </a:cxn>
                <a:cxn ang="0">
                  <a:pos x="4" y="10"/>
                </a:cxn>
                <a:cxn ang="0">
                  <a:pos x="6" y="12"/>
                </a:cxn>
                <a:cxn ang="0">
                  <a:pos x="12" y="12"/>
                </a:cxn>
                <a:cxn ang="0">
                  <a:pos x="16" y="11"/>
                </a:cxn>
                <a:cxn ang="0">
                  <a:pos x="21" y="13"/>
                </a:cxn>
                <a:cxn ang="0">
                  <a:pos x="24" y="12"/>
                </a:cxn>
                <a:cxn ang="0">
                  <a:pos x="25" y="17"/>
                </a:cxn>
                <a:cxn ang="0">
                  <a:pos x="28" y="17"/>
                </a:cxn>
                <a:cxn ang="0">
                  <a:pos x="32" y="16"/>
                </a:cxn>
                <a:cxn ang="0">
                  <a:pos x="35" y="14"/>
                </a:cxn>
                <a:cxn ang="0">
                  <a:pos x="34" y="11"/>
                </a:cxn>
                <a:cxn ang="0">
                  <a:pos x="36" y="7"/>
                </a:cxn>
                <a:cxn ang="0">
                  <a:pos x="38" y="5"/>
                </a:cxn>
                <a:cxn ang="0">
                  <a:pos x="36" y="2"/>
                </a:cxn>
                <a:cxn ang="0">
                  <a:pos x="41" y="0"/>
                </a:cxn>
                <a:cxn ang="0">
                  <a:pos x="45" y="5"/>
                </a:cxn>
                <a:cxn ang="0">
                  <a:pos x="47" y="10"/>
                </a:cxn>
                <a:cxn ang="0">
                  <a:pos x="47" y="17"/>
                </a:cxn>
                <a:cxn ang="0">
                  <a:pos x="47" y="26"/>
                </a:cxn>
                <a:cxn ang="0">
                  <a:pos x="51" y="32"/>
                </a:cxn>
                <a:cxn ang="0">
                  <a:pos x="51" y="35"/>
                </a:cxn>
                <a:cxn ang="0">
                  <a:pos x="49" y="40"/>
                </a:cxn>
                <a:cxn ang="0">
                  <a:pos x="43" y="42"/>
                </a:cxn>
                <a:cxn ang="0">
                  <a:pos x="39" y="39"/>
                </a:cxn>
                <a:cxn ang="0">
                  <a:pos x="34" y="40"/>
                </a:cxn>
                <a:cxn ang="0">
                  <a:pos x="27" y="41"/>
                </a:cxn>
              </a:cxnLst>
              <a:rect l="0" t="0" r="r" b="b"/>
              <a:pathLst>
                <a:path w="52" h="44">
                  <a:moveTo>
                    <a:pt x="27" y="41"/>
                  </a:moveTo>
                  <a:cubicBezTo>
                    <a:pt x="26" y="41"/>
                    <a:pt x="24" y="41"/>
                    <a:pt x="24" y="42"/>
                  </a:cubicBezTo>
                  <a:cubicBezTo>
                    <a:pt x="23" y="42"/>
                    <a:pt x="22" y="43"/>
                    <a:pt x="21" y="43"/>
                  </a:cubicBezTo>
                  <a:cubicBezTo>
                    <a:pt x="20" y="44"/>
                    <a:pt x="19" y="44"/>
                    <a:pt x="18" y="44"/>
                  </a:cubicBezTo>
                  <a:cubicBezTo>
                    <a:pt x="18" y="44"/>
                    <a:pt x="16" y="43"/>
                    <a:pt x="16" y="42"/>
                  </a:cubicBezTo>
                  <a:cubicBezTo>
                    <a:pt x="16" y="42"/>
                    <a:pt x="16" y="41"/>
                    <a:pt x="16" y="40"/>
                  </a:cubicBezTo>
                  <a:cubicBezTo>
                    <a:pt x="16" y="39"/>
                    <a:pt x="16" y="37"/>
                    <a:pt x="16" y="36"/>
                  </a:cubicBezTo>
                  <a:cubicBezTo>
                    <a:pt x="16" y="35"/>
                    <a:pt x="15" y="34"/>
                    <a:pt x="14" y="33"/>
                  </a:cubicBezTo>
                  <a:cubicBezTo>
                    <a:pt x="13" y="32"/>
                    <a:pt x="11" y="32"/>
                    <a:pt x="10" y="31"/>
                  </a:cubicBezTo>
                  <a:cubicBezTo>
                    <a:pt x="9" y="30"/>
                    <a:pt x="9" y="29"/>
                    <a:pt x="8" y="28"/>
                  </a:cubicBezTo>
                  <a:cubicBezTo>
                    <a:pt x="8" y="27"/>
                    <a:pt x="7" y="25"/>
                    <a:pt x="6" y="24"/>
                  </a:cubicBezTo>
                  <a:cubicBezTo>
                    <a:pt x="6" y="24"/>
                    <a:pt x="5" y="24"/>
                    <a:pt x="5" y="23"/>
                  </a:cubicBezTo>
                  <a:cubicBezTo>
                    <a:pt x="4" y="23"/>
                    <a:pt x="4" y="23"/>
                    <a:pt x="4" y="23"/>
                  </a:cubicBezTo>
                  <a:cubicBezTo>
                    <a:pt x="3" y="22"/>
                    <a:pt x="2" y="22"/>
                    <a:pt x="2" y="21"/>
                  </a:cubicBezTo>
                  <a:cubicBezTo>
                    <a:pt x="1" y="20"/>
                    <a:pt x="1" y="18"/>
                    <a:pt x="1" y="16"/>
                  </a:cubicBezTo>
                  <a:cubicBezTo>
                    <a:pt x="1" y="15"/>
                    <a:pt x="0" y="13"/>
                    <a:pt x="1" y="12"/>
                  </a:cubicBezTo>
                  <a:cubicBezTo>
                    <a:pt x="1" y="11"/>
                    <a:pt x="2" y="10"/>
                    <a:pt x="3" y="9"/>
                  </a:cubicBezTo>
                  <a:cubicBezTo>
                    <a:pt x="3" y="9"/>
                    <a:pt x="3" y="10"/>
                    <a:pt x="4" y="10"/>
                  </a:cubicBezTo>
                  <a:cubicBezTo>
                    <a:pt x="4" y="10"/>
                    <a:pt x="4" y="12"/>
                    <a:pt x="5" y="12"/>
                  </a:cubicBezTo>
                  <a:cubicBezTo>
                    <a:pt x="5" y="12"/>
                    <a:pt x="6" y="12"/>
                    <a:pt x="6" y="12"/>
                  </a:cubicBezTo>
                  <a:cubicBezTo>
                    <a:pt x="7" y="12"/>
                    <a:pt x="8" y="12"/>
                    <a:pt x="9" y="13"/>
                  </a:cubicBezTo>
                  <a:cubicBezTo>
                    <a:pt x="9" y="13"/>
                    <a:pt x="11" y="13"/>
                    <a:pt x="12" y="12"/>
                  </a:cubicBezTo>
                  <a:cubicBezTo>
                    <a:pt x="12" y="12"/>
                    <a:pt x="13" y="12"/>
                    <a:pt x="13" y="12"/>
                  </a:cubicBezTo>
                  <a:cubicBezTo>
                    <a:pt x="14" y="11"/>
                    <a:pt x="15" y="11"/>
                    <a:pt x="16" y="11"/>
                  </a:cubicBezTo>
                  <a:cubicBezTo>
                    <a:pt x="16" y="11"/>
                    <a:pt x="18" y="11"/>
                    <a:pt x="18" y="12"/>
                  </a:cubicBezTo>
                  <a:cubicBezTo>
                    <a:pt x="19" y="12"/>
                    <a:pt x="20" y="12"/>
                    <a:pt x="21" y="13"/>
                  </a:cubicBezTo>
                  <a:cubicBezTo>
                    <a:pt x="21" y="13"/>
                    <a:pt x="22" y="13"/>
                    <a:pt x="23" y="13"/>
                  </a:cubicBezTo>
                  <a:cubicBezTo>
                    <a:pt x="23" y="13"/>
                    <a:pt x="24" y="12"/>
                    <a:pt x="24" y="12"/>
                  </a:cubicBezTo>
                  <a:cubicBezTo>
                    <a:pt x="25" y="12"/>
                    <a:pt x="26" y="13"/>
                    <a:pt x="26" y="14"/>
                  </a:cubicBezTo>
                  <a:cubicBezTo>
                    <a:pt x="26" y="15"/>
                    <a:pt x="25" y="16"/>
                    <a:pt x="25" y="17"/>
                  </a:cubicBezTo>
                  <a:cubicBezTo>
                    <a:pt x="26" y="17"/>
                    <a:pt x="26" y="18"/>
                    <a:pt x="26" y="18"/>
                  </a:cubicBezTo>
                  <a:cubicBezTo>
                    <a:pt x="27" y="18"/>
                    <a:pt x="28" y="17"/>
                    <a:pt x="28" y="17"/>
                  </a:cubicBezTo>
                  <a:cubicBezTo>
                    <a:pt x="29" y="17"/>
                    <a:pt x="30" y="16"/>
                    <a:pt x="30" y="16"/>
                  </a:cubicBezTo>
                  <a:cubicBezTo>
                    <a:pt x="31" y="16"/>
                    <a:pt x="32" y="16"/>
                    <a:pt x="32" y="16"/>
                  </a:cubicBezTo>
                  <a:cubicBezTo>
                    <a:pt x="33" y="16"/>
                    <a:pt x="34" y="16"/>
                    <a:pt x="34" y="16"/>
                  </a:cubicBezTo>
                  <a:cubicBezTo>
                    <a:pt x="34" y="15"/>
                    <a:pt x="34" y="15"/>
                    <a:pt x="35" y="14"/>
                  </a:cubicBezTo>
                  <a:cubicBezTo>
                    <a:pt x="35" y="14"/>
                    <a:pt x="35" y="13"/>
                    <a:pt x="35" y="13"/>
                  </a:cubicBezTo>
                  <a:cubicBezTo>
                    <a:pt x="35" y="12"/>
                    <a:pt x="34" y="11"/>
                    <a:pt x="34" y="11"/>
                  </a:cubicBezTo>
                  <a:cubicBezTo>
                    <a:pt x="34" y="10"/>
                    <a:pt x="34" y="9"/>
                    <a:pt x="34" y="8"/>
                  </a:cubicBezTo>
                  <a:cubicBezTo>
                    <a:pt x="35" y="8"/>
                    <a:pt x="35" y="7"/>
                    <a:pt x="36" y="7"/>
                  </a:cubicBezTo>
                  <a:cubicBezTo>
                    <a:pt x="36" y="7"/>
                    <a:pt x="37" y="7"/>
                    <a:pt x="38" y="7"/>
                  </a:cubicBezTo>
                  <a:cubicBezTo>
                    <a:pt x="38" y="6"/>
                    <a:pt x="38" y="5"/>
                    <a:pt x="38" y="5"/>
                  </a:cubicBezTo>
                  <a:cubicBezTo>
                    <a:pt x="38" y="4"/>
                    <a:pt x="36" y="4"/>
                    <a:pt x="36" y="3"/>
                  </a:cubicBezTo>
                  <a:cubicBezTo>
                    <a:pt x="36" y="3"/>
                    <a:pt x="36" y="2"/>
                    <a:pt x="36" y="2"/>
                  </a:cubicBezTo>
                  <a:cubicBezTo>
                    <a:pt x="36" y="1"/>
                    <a:pt x="39" y="1"/>
                    <a:pt x="39" y="1"/>
                  </a:cubicBezTo>
                  <a:cubicBezTo>
                    <a:pt x="40" y="1"/>
                    <a:pt x="40" y="0"/>
                    <a:pt x="41" y="0"/>
                  </a:cubicBezTo>
                  <a:cubicBezTo>
                    <a:pt x="41" y="1"/>
                    <a:pt x="42" y="2"/>
                    <a:pt x="42" y="2"/>
                  </a:cubicBezTo>
                  <a:cubicBezTo>
                    <a:pt x="43" y="3"/>
                    <a:pt x="44" y="4"/>
                    <a:pt x="45" y="5"/>
                  </a:cubicBezTo>
                  <a:cubicBezTo>
                    <a:pt x="45" y="5"/>
                    <a:pt x="46" y="6"/>
                    <a:pt x="46" y="7"/>
                  </a:cubicBezTo>
                  <a:cubicBezTo>
                    <a:pt x="47" y="8"/>
                    <a:pt x="47" y="9"/>
                    <a:pt x="47" y="10"/>
                  </a:cubicBezTo>
                  <a:cubicBezTo>
                    <a:pt x="47" y="11"/>
                    <a:pt x="47" y="13"/>
                    <a:pt x="47" y="14"/>
                  </a:cubicBezTo>
                  <a:cubicBezTo>
                    <a:pt x="46" y="15"/>
                    <a:pt x="46" y="16"/>
                    <a:pt x="47" y="17"/>
                  </a:cubicBezTo>
                  <a:cubicBezTo>
                    <a:pt x="47" y="18"/>
                    <a:pt x="47" y="21"/>
                    <a:pt x="47" y="22"/>
                  </a:cubicBezTo>
                  <a:cubicBezTo>
                    <a:pt x="47" y="23"/>
                    <a:pt x="47" y="25"/>
                    <a:pt x="47" y="26"/>
                  </a:cubicBezTo>
                  <a:cubicBezTo>
                    <a:pt x="47" y="27"/>
                    <a:pt x="48" y="28"/>
                    <a:pt x="49" y="29"/>
                  </a:cubicBezTo>
                  <a:cubicBezTo>
                    <a:pt x="49" y="30"/>
                    <a:pt x="50" y="31"/>
                    <a:pt x="51" y="32"/>
                  </a:cubicBezTo>
                  <a:cubicBezTo>
                    <a:pt x="51" y="32"/>
                    <a:pt x="51" y="33"/>
                    <a:pt x="51" y="33"/>
                  </a:cubicBezTo>
                  <a:cubicBezTo>
                    <a:pt x="51" y="34"/>
                    <a:pt x="51" y="34"/>
                    <a:pt x="51" y="35"/>
                  </a:cubicBezTo>
                  <a:cubicBezTo>
                    <a:pt x="52" y="36"/>
                    <a:pt x="52" y="37"/>
                    <a:pt x="51" y="38"/>
                  </a:cubicBezTo>
                  <a:cubicBezTo>
                    <a:pt x="51" y="39"/>
                    <a:pt x="50" y="40"/>
                    <a:pt x="49" y="40"/>
                  </a:cubicBezTo>
                  <a:cubicBezTo>
                    <a:pt x="49" y="41"/>
                    <a:pt x="47" y="42"/>
                    <a:pt x="47" y="42"/>
                  </a:cubicBezTo>
                  <a:cubicBezTo>
                    <a:pt x="46" y="42"/>
                    <a:pt x="44" y="42"/>
                    <a:pt x="43" y="42"/>
                  </a:cubicBezTo>
                  <a:cubicBezTo>
                    <a:pt x="43" y="42"/>
                    <a:pt x="42" y="40"/>
                    <a:pt x="41" y="40"/>
                  </a:cubicBezTo>
                  <a:cubicBezTo>
                    <a:pt x="41" y="40"/>
                    <a:pt x="40" y="39"/>
                    <a:pt x="39" y="39"/>
                  </a:cubicBezTo>
                  <a:cubicBezTo>
                    <a:pt x="38" y="39"/>
                    <a:pt x="38" y="40"/>
                    <a:pt x="37" y="40"/>
                  </a:cubicBezTo>
                  <a:cubicBezTo>
                    <a:pt x="36" y="40"/>
                    <a:pt x="35" y="40"/>
                    <a:pt x="34" y="40"/>
                  </a:cubicBezTo>
                  <a:cubicBezTo>
                    <a:pt x="33" y="40"/>
                    <a:pt x="32" y="41"/>
                    <a:pt x="31" y="41"/>
                  </a:cubicBezTo>
                  <a:cubicBezTo>
                    <a:pt x="30" y="41"/>
                    <a:pt x="28" y="41"/>
                    <a:pt x="27" y="41"/>
                  </a:cubicBezTo>
                  <a:cubicBezTo>
                    <a:pt x="27" y="41"/>
                    <a:pt x="27" y="41"/>
                    <a:pt x="27" y="41"/>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2" name="Freeform 312"/>
            <p:cNvSpPr>
              <a:spLocks/>
            </p:cNvSpPr>
            <p:nvPr/>
          </p:nvSpPr>
          <p:spPr bwMode="auto">
            <a:xfrm>
              <a:off x="892176" y="2657475"/>
              <a:ext cx="115888" cy="92075"/>
            </a:xfrm>
            <a:custGeom>
              <a:avLst/>
              <a:gdLst/>
              <a:ahLst/>
              <a:cxnLst>
                <a:cxn ang="0">
                  <a:pos x="61" y="19"/>
                </a:cxn>
                <a:cxn ang="0">
                  <a:pos x="60" y="23"/>
                </a:cxn>
                <a:cxn ang="0">
                  <a:pos x="59" y="32"/>
                </a:cxn>
                <a:cxn ang="0">
                  <a:pos x="60" y="37"/>
                </a:cxn>
                <a:cxn ang="0">
                  <a:pos x="59" y="43"/>
                </a:cxn>
                <a:cxn ang="0">
                  <a:pos x="58" y="45"/>
                </a:cxn>
                <a:cxn ang="0">
                  <a:pos x="54" y="45"/>
                </a:cxn>
                <a:cxn ang="0">
                  <a:pos x="52" y="43"/>
                </a:cxn>
                <a:cxn ang="0">
                  <a:pos x="49" y="46"/>
                </a:cxn>
                <a:cxn ang="0">
                  <a:pos x="46" y="46"/>
                </a:cxn>
                <a:cxn ang="0">
                  <a:pos x="41" y="47"/>
                </a:cxn>
                <a:cxn ang="0">
                  <a:pos x="37" y="49"/>
                </a:cxn>
                <a:cxn ang="0">
                  <a:pos x="29" y="46"/>
                </a:cxn>
                <a:cxn ang="0">
                  <a:pos x="23" y="42"/>
                </a:cxn>
                <a:cxn ang="0">
                  <a:pos x="19" y="42"/>
                </a:cxn>
                <a:cxn ang="0">
                  <a:pos x="14" y="41"/>
                </a:cxn>
                <a:cxn ang="0">
                  <a:pos x="6" y="39"/>
                </a:cxn>
                <a:cxn ang="0">
                  <a:pos x="4" y="36"/>
                </a:cxn>
                <a:cxn ang="0">
                  <a:pos x="5" y="27"/>
                </a:cxn>
                <a:cxn ang="0">
                  <a:pos x="4" y="21"/>
                </a:cxn>
                <a:cxn ang="0">
                  <a:pos x="1" y="16"/>
                </a:cxn>
                <a:cxn ang="0">
                  <a:pos x="0" y="12"/>
                </a:cxn>
                <a:cxn ang="0">
                  <a:pos x="4" y="12"/>
                </a:cxn>
                <a:cxn ang="0">
                  <a:pos x="10" y="11"/>
                </a:cxn>
                <a:cxn ang="0">
                  <a:pos x="14" y="11"/>
                </a:cxn>
                <a:cxn ang="0">
                  <a:pos x="20" y="13"/>
                </a:cxn>
                <a:cxn ang="0">
                  <a:pos x="24" y="9"/>
                </a:cxn>
                <a:cxn ang="0">
                  <a:pos x="24" y="4"/>
                </a:cxn>
                <a:cxn ang="0">
                  <a:pos x="27" y="3"/>
                </a:cxn>
                <a:cxn ang="0">
                  <a:pos x="29" y="1"/>
                </a:cxn>
                <a:cxn ang="0">
                  <a:pos x="34" y="0"/>
                </a:cxn>
                <a:cxn ang="0">
                  <a:pos x="37" y="4"/>
                </a:cxn>
                <a:cxn ang="0">
                  <a:pos x="42" y="6"/>
                </a:cxn>
                <a:cxn ang="0">
                  <a:pos x="48" y="10"/>
                </a:cxn>
                <a:cxn ang="0">
                  <a:pos x="48" y="13"/>
                </a:cxn>
                <a:cxn ang="0">
                  <a:pos x="50" y="16"/>
                </a:cxn>
                <a:cxn ang="0">
                  <a:pos x="54" y="18"/>
                </a:cxn>
                <a:cxn ang="0">
                  <a:pos x="57" y="16"/>
                </a:cxn>
                <a:cxn ang="0">
                  <a:pos x="59" y="14"/>
                </a:cxn>
                <a:cxn ang="0">
                  <a:pos x="61" y="18"/>
                </a:cxn>
              </a:cxnLst>
              <a:rect l="0" t="0" r="r" b="b"/>
              <a:pathLst>
                <a:path w="62" h="49">
                  <a:moveTo>
                    <a:pt x="61" y="18"/>
                  </a:moveTo>
                  <a:cubicBezTo>
                    <a:pt x="61" y="18"/>
                    <a:pt x="61" y="19"/>
                    <a:pt x="61" y="19"/>
                  </a:cubicBezTo>
                  <a:cubicBezTo>
                    <a:pt x="61" y="20"/>
                    <a:pt x="62" y="20"/>
                    <a:pt x="62" y="21"/>
                  </a:cubicBezTo>
                  <a:cubicBezTo>
                    <a:pt x="62" y="22"/>
                    <a:pt x="60" y="23"/>
                    <a:pt x="60" y="23"/>
                  </a:cubicBezTo>
                  <a:cubicBezTo>
                    <a:pt x="59" y="24"/>
                    <a:pt x="59" y="27"/>
                    <a:pt x="59" y="28"/>
                  </a:cubicBezTo>
                  <a:cubicBezTo>
                    <a:pt x="59" y="29"/>
                    <a:pt x="59" y="31"/>
                    <a:pt x="59" y="32"/>
                  </a:cubicBezTo>
                  <a:cubicBezTo>
                    <a:pt x="59" y="32"/>
                    <a:pt x="61" y="33"/>
                    <a:pt x="61" y="34"/>
                  </a:cubicBezTo>
                  <a:cubicBezTo>
                    <a:pt x="61" y="34"/>
                    <a:pt x="61" y="36"/>
                    <a:pt x="60" y="37"/>
                  </a:cubicBezTo>
                  <a:cubicBezTo>
                    <a:pt x="60" y="37"/>
                    <a:pt x="59" y="38"/>
                    <a:pt x="59" y="39"/>
                  </a:cubicBezTo>
                  <a:cubicBezTo>
                    <a:pt x="58" y="40"/>
                    <a:pt x="59" y="42"/>
                    <a:pt x="59" y="43"/>
                  </a:cubicBezTo>
                  <a:cubicBezTo>
                    <a:pt x="59" y="43"/>
                    <a:pt x="58" y="43"/>
                    <a:pt x="58" y="44"/>
                  </a:cubicBezTo>
                  <a:cubicBezTo>
                    <a:pt x="58" y="44"/>
                    <a:pt x="58" y="45"/>
                    <a:pt x="58" y="45"/>
                  </a:cubicBezTo>
                  <a:cubicBezTo>
                    <a:pt x="58" y="46"/>
                    <a:pt x="57" y="46"/>
                    <a:pt x="57" y="46"/>
                  </a:cubicBezTo>
                  <a:cubicBezTo>
                    <a:pt x="56" y="46"/>
                    <a:pt x="55" y="46"/>
                    <a:pt x="54" y="45"/>
                  </a:cubicBezTo>
                  <a:cubicBezTo>
                    <a:pt x="54" y="45"/>
                    <a:pt x="53" y="44"/>
                    <a:pt x="53" y="43"/>
                  </a:cubicBezTo>
                  <a:cubicBezTo>
                    <a:pt x="53" y="43"/>
                    <a:pt x="52" y="43"/>
                    <a:pt x="52" y="43"/>
                  </a:cubicBezTo>
                  <a:cubicBezTo>
                    <a:pt x="51" y="43"/>
                    <a:pt x="50" y="43"/>
                    <a:pt x="50" y="44"/>
                  </a:cubicBezTo>
                  <a:cubicBezTo>
                    <a:pt x="49" y="44"/>
                    <a:pt x="49" y="45"/>
                    <a:pt x="49" y="46"/>
                  </a:cubicBezTo>
                  <a:cubicBezTo>
                    <a:pt x="48" y="46"/>
                    <a:pt x="47" y="46"/>
                    <a:pt x="47" y="47"/>
                  </a:cubicBezTo>
                  <a:cubicBezTo>
                    <a:pt x="47" y="46"/>
                    <a:pt x="46" y="46"/>
                    <a:pt x="46" y="46"/>
                  </a:cubicBezTo>
                  <a:cubicBezTo>
                    <a:pt x="45" y="45"/>
                    <a:pt x="44" y="45"/>
                    <a:pt x="43" y="45"/>
                  </a:cubicBezTo>
                  <a:cubicBezTo>
                    <a:pt x="42" y="46"/>
                    <a:pt x="41" y="47"/>
                    <a:pt x="41" y="47"/>
                  </a:cubicBezTo>
                  <a:cubicBezTo>
                    <a:pt x="41" y="48"/>
                    <a:pt x="40" y="49"/>
                    <a:pt x="39" y="49"/>
                  </a:cubicBezTo>
                  <a:cubicBezTo>
                    <a:pt x="39" y="49"/>
                    <a:pt x="37" y="49"/>
                    <a:pt x="37" y="49"/>
                  </a:cubicBezTo>
                  <a:cubicBezTo>
                    <a:pt x="36" y="48"/>
                    <a:pt x="35" y="48"/>
                    <a:pt x="34" y="48"/>
                  </a:cubicBezTo>
                  <a:cubicBezTo>
                    <a:pt x="33" y="47"/>
                    <a:pt x="31" y="46"/>
                    <a:pt x="29" y="46"/>
                  </a:cubicBezTo>
                  <a:cubicBezTo>
                    <a:pt x="28" y="45"/>
                    <a:pt x="26" y="44"/>
                    <a:pt x="25" y="44"/>
                  </a:cubicBezTo>
                  <a:cubicBezTo>
                    <a:pt x="24" y="43"/>
                    <a:pt x="24" y="42"/>
                    <a:pt x="23" y="42"/>
                  </a:cubicBezTo>
                  <a:cubicBezTo>
                    <a:pt x="23" y="42"/>
                    <a:pt x="22" y="43"/>
                    <a:pt x="21" y="42"/>
                  </a:cubicBezTo>
                  <a:cubicBezTo>
                    <a:pt x="21" y="42"/>
                    <a:pt x="20" y="42"/>
                    <a:pt x="19" y="42"/>
                  </a:cubicBezTo>
                  <a:cubicBezTo>
                    <a:pt x="19" y="42"/>
                    <a:pt x="17" y="42"/>
                    <a:pt x="17" y="42"/>
                  </a:cubicBezTo>
                  <a:cubicBezTo>
                    <a:pt x="16" y="42"/>
                    <a:pt x="15" y="42"/>
                    <a:pt x="14" y="41"/>
                  </a:cubicBezTo>
                  <a:cubicBezTo>
                    <a:pt x="13" y="41"/>
                    <a:pt x="11" y="40"/>
                    <a:pt x="10" y="40"/>
                  </a:cubicBezTo>
                  <a:cubicBezTo>
                    <a:pt x="9" y="40"/>
                    <a:pt x="7" y="39"/>
                    <a:pt x="6" y="39"/>
                  </a:cubicBezTo>
                  <a:cubicBezTo>
                    <a:pt x="6" y="39"/>
                    <a:pt x="5" y="39"/>
                    <a:pt x="5" y="39"/>
                  </a:cubicBezTo>
                  <a:cubicBezTo>
                    <a:pt x="4" y="38"/>
                    <a:pt x="4" y="37"/>
                    <a:pt x="4" y="36"/>
                  </a:cubicBezTo>
                  <a:cubicBezTo>
                    <a:pt x="4" y="35"/>
                    <a:pt x="4" y="32"/>
                    <a:pt x="4" y="31"/>
                  </a:cubicBezTo>
                  <a:cubicBezTo>
                    <a:pt x="4" y="30"/>
                    <a:pt x="5" y="28"/>
                    <a:pt x="5" y="27"/>
                  </a:cubicBezTo>
                  <a:cubicBezTo>
                    <a:pt x="5" y="26"/>
                    <a:pt x="5" y="25"/>
                    <a:pt x="5" y="24"/>
                  </a:cubicBezTo>
                  <a:cubicBezTo>
                    <a:pt x="5" y="23"/>
                    <a:pt x="4" y="21"/>
                    <a:pt x="4" y="21"/>
                  </a:cubicBezTo>
                  <a:cubicBezTo>
                    <a:pt x="4" y="20"/>
                    <a:pt x="2" y="20"/>
                    <a:pt x="2" y="19"/>
                  </a:cubicBezTo>
                  <a:cubicBezTo>
                    <a:pt x="1" y="18"/>
                    <a:pt x="1" y="17"/>
                    <a:pt x="1" y="16"/>
                  </a:cubicBezTo>
                  <a:cubicBezTo>
                    <a:pt x="1" y="16"/>
                    <a:pt x="1" y="15"/>
                    <a:pt x="1" y="14"/>
                  </a:cubicBezTo>
                  <a:cubicBezTo>
                    <a:pt x="1" y="14"/>
                    <a:pt x="1" y="13"/>
                    <a:pt x="0" y="12"/>
                  </a:cubicBezTo>
                  <a:cubicBezTo>
                    <a:pt x="0" y="12"/>
                    <a:pt x="0" y="12"/>
                    <a:pt x="0" y="12"/>
                  </a:cubicBezTo>
                  <a:cubicBezTo>
                    <a:pt x="1" y="12"/>
                    <a:pt x="3" y="12"/>
                    <a:pt x="4" y="12"/>
                  </a:cubicBezTo>
                  <a:cubicBezTo>
                    <a:pt x="5" y="12"/>
                    <a:pt x="6" y="11"/>
                    <a:pt x="7" y="11"/>
                  </a:cubicBezTo>
                  <a:cubicBezTo>
                    <a:pt x="8" y="11"/>
                    <a:pt x="9" y="11"/>
                    <a:pt x="10" y="11"/>
                  </a:cubicBezTo>
                  <a:cubicBezTo>
                    <a:pt x="11" y="11"/>
                    <a:pt x="11" y="10"/>
                    <a:pt x="12" y="10"/>
                  </a:cubicBezTo>
                  <a:cubicBezTo>
                    <a:pt x="13" y="10"/>
                    <a:pt x="14" y="11"/>
                    <a:pt x="14" y="11"/>
                  </a:cubicBezTo>
                  <a:cubicBezTo>
                    <a:pt x="15" y="11"/>
                    <a:pt x="16" y="13"/>
                    <a:pt x="16" y="13"/>
                  </a:cubicBezTo>
                  <a:cubicBezTo>
                    <a:pt x="17" y="13"/>
                    <a:pt x="19" y="13"/>
                    <a:pt x="20" y="13"/>
                  </a:cubicBezTo>
                  <a:cubicBezTo>
                    <a:pt x="20" y="13"/>
                    <a:pt x="22" y="12"/>
                    <a:pt x="22" y="11"/>
                  </a:cubicBezTo>
                  <a:cubicBezTo>
                    <a:pt x="23" y="11"/>
                    <a:pt x="24" y="10"/>
                    <a:pt x="24" y="9"/>
                  </a:cubicBezTo>
                  <a:cubicBezTo>
                    <a:pt x="25" y="8"/>
                    <a:pt x="25" y="7"/>
                    <a:pt x="24" y="6"/>
                  </a:cubicBezTo>
                  <a:cubicBezTo>
                    <a:pt x="24" y="5"/>
                    <a:pt x="24" y="5"/>
                    <a:pt x="24" y="4"/>
                  </a:cubicBezTo>
                  <a:cubicBezTo>
                    <a:pt x="24" y="4"/>
                    <a:pt x="25" y="4"/>
                    <a:pt x="25" y="4"/>
                  </a:cubicBezTo>
                  <a:cubicBezTo>
                    <a:pt x="25" y="3"/>
                    <a:pt x="26" y="3"/>
                    <a:pt x="27" y="3"/>
                  </a:cubicBezTo>
                  <a:cubicBezTo>
                    <a:pt x="27" y="2"/>
                    <a:pt x="28" y="2"/>
                    <a:pt x="28" y="2"/>
                  </a:cubicBezTo>
                  <a:cubicBezTo>
                    <a:pt x="29" y="2"/>
                    <a:pt x="29" y="1"/>
                    <a:pt x="29" y="1"/>
                  </a:cubicBezTo>
                  <a:cubicBezTo>
                    <a:pt x="30" y="1"/>
                    <a:pt x="32" y="1"/>
                    <a:pt x="32" y="1"/>
                  </a:cubicBezTo>
                  <a:cubicBezTo>
                    <a:pt x="33" y="1"/>
                    <a:pt x="34" y="0"/>
                    <a:pt x="34" y="0"/>
                  </a:cubicBezTo>
                  <a:cubicBezTo>
                    <a:pt x="35" y="0"/>
                    <a:pt x="35" y="1"/>
                    <a:pt x="36" y="2"/>
                  </a:cubicBezTo>
                  <a:cubicBezTo>
                    <a:pt x="36" y="2"/>
                    <a:pt x="37" y="4"/>
                    <a:pt x="37" y="4"/>
                  </a:cubicBezTo>
                  <a:cubicBezTo>
                    <a:pt x="38" y="4"/>
                    <a:pt x="39" y="4"/>
                    <a:pt x="40" y="4"/>
                  </a:cubicBezTo>
                  <a:cubicBezTo>
                    <a:pt x="40" y="5"/>
                    <a:pt x="42" y="6"/>
                    <a:pt x="42" y="6"/>
                  </a:cubicBezTo>
                  <a:cubicBezTo>
                    <a:pt x="43" y="7"/>
                    <a:pt x="45" y="8"/>
                    <a:pt x="45" y="9"/>
                  </a:cubicBezTo>
                  <a:cubicBezTo>
                    <a:pt x="46" y="9"/>
                    <a:pt x="48" y="10"/>
                    <a:pt x="48" y="10"/>
                  </a:cubicBezTo>
                  <a:cubicBezTo>
                    <a:pt x="48" y="10"/>
                    <a:pt x="49" y="11"/>
                    <a:pt x="49" y="11"/>
                  </a:cubicBezTo>
                  <a:cubicBezTo>
                    <a:pt x="49" y="11"/>
                    <a:pt x="48" y="13"/>
                    <a:pt x="48" y="13"/>
                  </a:cubicBezTo>
                  <a:cubicBezTo>
                    <a:pt x="48" y="14"/>
                    <a:pt x="48" y="15"/>
                    <a:pt x="49" y="15"/>
                  </a:cubicBezTo>
                  <a:cubicBezTo>
                    <a:pt x="49" y="15"/>
                    <a:pt x="50" y="15"/>
                    <a:pt x="50" y="16"/>
                  </a:cubicBezTo>
                  <a:cubicBezTo>
                    <a:pt x="51" y="16"/>
                    <a:pt x="52" y="16"/>
                    <a:pt x="52" y="16"/>
                  </a:cubicBezTo>
                  <a:cubicBezTo>
                    <a:pt x="53" y="17"/>
                    <a:pt x="53" y="18"/>
                    <a:pt x="54" y="18"/>
                  </a:cubicBezTo>
                  <a:cubicBezTo>
                    <a:pt x="54" y="19"/>
                    <a:pt x="55" y="18"/>
                    <a:pt x="56" y="17"/>
                  </a:cubicBezTo>
                  <a:cubicBezTo>
                    <a:pt x="56" y="17"/>
                    <a:pt x="57" y="16"/>
                    <a:pt x="57" y="16"/>
                  </a:cubicBezTo>
                  <a:cubicBezTo>
                    <a:pt x="57" y="15"/>
                    <a:pt x="57" y="15"/>
                    <a:pt x="57" y="15"/>
                  </a:cubicBezTo>
                  <a:cubicBezTo>
                    <a:pt x="58" y="14"/>
                    <a:pt x="59" y="14"/>
                    <a:pt x="59" y="14"/>
                  </a:cubicBezTo>
                  <a:cubicBezTo>
                    <a:pt x="60" y="14"/>
                    <a:pt x="60" y="15"/>
                    <a:pt x="60" y="16"/>
                  </a:cubicBezTo>
                  <a:cubicBezTo>
                    <a:pt x="61" y="16"/>
                    <a:pt x="61" y="17"/>
                    <a:pt x="61" y="1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3" name="Freeform 313"/>
            <p:cNvSpPr>
              <a:spLocks/>
            </p:cNvSpPr>
            <p:nvPr/>
          </p:nvSpPr>
          <p:spPr bwMode="auto">
            <a:xfrm>
              <a:off x="817563" y="2730500"/>
              <a:ext cx="204788" cy="112713"/>
            </a:xfrm>
            <a:custGeom>
              <a:avLst/>
              <a:gdLst/>
              <a:ahLst/>
              <a:cxnLst>
                <a:cxn ang="0">
                  <a:pos x="45" y="0"/>
                </a:cxn>
                <a:cxn ang="0">
                  <a:pos x="53" y="2"/>
                </a:cxn>
                <a:cxn ang="0">
                  <a:pos x="58" y="3"/>
                </a:cxn>
                <a:cxn ang="0">
                  <a:pos x="62" y="3"/>
                </a:cxn>
                <a:cxn ang="0">
                  <a:pos x="68" y="7"/>
                </a:cxn>
                <a:cxn ang="0">
                  <a:pos x="76" y="10"/>
                </a:cxn>
                <a:cxn ang="0">
                  <a:pos x="80" y="8"/>
                </a:cxn>
                <a:cxn ang="0">
                  <a:pos x="85" y="7"/>
                </a:cxn>
                <a:cxn ang="0">
                  <a:pos x="86" y="8"/>
                </a:cxn>
                <a:cxn ang="0">
                  <a:pos x="86" y="10"/>
                </a:cxn>
                <a:cxn ang="0">
                  <a:pos x="84" y="14"/>
                </a:cxn>
                <a:cxn ang="0">
                  <a:pos x="89" y="17"/>
                </a:cxn>
                <a:cxn ang="0">
                  <a:pos x="89" y="23"/>
                </a:cxn>
                <a:cxn ang="0">
                  <a:pos x="93" y="23"/>
                </a:cxn>
                <a:cxn ang="0">
                  <a:pos x="96" y="21"/>
                </a:cxn>
                <a:cxn ang="0">
                  <a:pos x="102" y="22"/>
                </a:cxn>
                <a:cxn ang="0">
                  <a:pos x="108" y="24"/>
                </a:cxn>
                <a:cxn ang="0">
                  <a:pos x="108" y="28"/>
                </a:cxn>
                <a:cxn ang="0">
                  <a:pos x="106" y="37"/>
                </a:cxn>
                <a:cxn ang="0">
                  <a:pos x="105" y="41"/>
                </a:cxn>
                <a:cxn ang="0">
                  <a:pos x="100" y="47"/>
                </a:cxn>
                <a:cxn ang="0">
                  <a:pos x="96" y="52"/>
                </a:cxn>
                <a:cxn ang="0">
                  <a:pos x="90" y="55"/>
                </a:cxn>
                <a:cxn ang="0">
                  <a:pos x="85" y="60"/>
                </a:cxn>
                <a:cxn ang="0">
                  <a:pos x="79" y="57"/>
                </a:cxn>
                <a:cxn ang="0">
                  <a:pos x="79" y="55"/>
                </a:cxn>
                <a:cxn ang="0">
                  <a:pos x="81" y="54"/>
                </a:cxn>
                <a:cxn ang="0">
                  <a:pos x="77" y="51"/>
                </a:cxn>
                <a:cxn ang="0">
                  <a:pos x="70" y="50"/>
                </a:cxn>
                <a:cxn ang="0">
                  <a:pos x="66" y="45"/>
                </a:cxn>
                <a:cxn ang="0">
                  <a:pos x="61" y="43"/>
                </a:cxn>
                <a:cxn ang="0">
                  <a:pos x="56" y="42"/>
                </a:cxn>
                <a:cxn ang="0">
                  <a:pos x="53" y="39"/>
                </a:cxn>
                <a:cxn ang="0">
                  <a:pos x="49" y="40"/>
                </a:cxn>
                <a:cxn ang="0">
                  <a:pos x="49" y="44"/>
                </a:cxn>
                <a:cxn ang="0">
                  <a:pos x="46" y="43"/>
                </a:cxn>
                <a:cxn ang="0">
                  <a:pos x="46" y="39"/>
                </a:cxn>
                <a:cxn ang="0">
                  <a:pos x="42" y="38"/>
                </a:cxn>
                <a:cxn ang="0">
                  <a:pos x="41" y="43"/>
                </a:cxn>
                <a:cxn ang="0">
                  <a:pos x="40" y="49"/>
                </a:cxn>
                <a:cxn ang="0">
                  <a:pos x="34" y="50"/>
                </a:cxn>
                <a:cxn ang="0">
                  <a:pos x="29" y="49"/>
                </a:cxn>
                <a:cxn ang="0">
                  <a:pos x="24" y="47"/>
                </a:cxn>
                <a:cxn ang="0">
                  <a:pos x="21" y="49"/>
                </a:cxn>
                <a:cxn ang="0">
                  <a:pos x="19" y="51"/>
                </a:cxn>
                <a:cxn ang="0">
                  <a:pos x="14" y="54"/>
                </a:cxn>
                <a:cxn ang="0">
                  <a:pos x="7" y="56"/>
                </a:cxn>
                <a:cxn ang="0">
                  <a:pos x="4" y="52"/>
                </a:cxn>
                <a:cxn ang="0">
                  <a:pos x="1" y="46"/>
                </a:cxn>
                <a:cxn ang="0">
                  <a:pos x="1" y="41"/>
                </a:cxn>
                <a:cxn ang="0">
                  <a:pos x="0" y="34"/>
                </a:cxn>
                <a:cxn ang="0">
                  <a:pos x="4" y="28"/>
                </a:cxn>
                <a:cxn ang="0">
                  <a:pos x="3" y="22"/>
                </a:cxn>
                <a:cxn ang="0">
                  <a:pos x="4" y="20"/>
                </a:cxn>
                <a:cxn ang="0">
                  <a:pos x="8" y="18"/>
                </a:cxn>
                <a:cxn ang="0">
                  <a:pos x="10" y="14"/>
                </a:cxn>
                <a:cxn ang="0">
                  <a:pos x="17" y="10"/>
                </a:cxn>
                <a:cxn ang="0">
                  <a:pos x="21" y="9"/>
                </a:cxn>
                <a:cxn ang="0">
                  <a:pos x="23" y="12"/>
                </a:cxn>
                <a:cxn ang="0">
                  <a:pos x="26" y="9"/>
                </a:cxn>
                <a:cxn ang="0">
                  <a:pos x="29" y="5"/>
                </a:cxn>
                <a:cxn ang="0">
                  <a:pos x="37" y="2"/>
                </a:cxn>
                <a:cxn ang="0">
                  <a:pos x="44" y="0"/>
                </a:cxn>
              </a:cxnLst>
              <a:rect l="0" t="0" r="r" b="b"/>
              <a:pathLst>
                <a:path w="108" h="60">
                  <a:moveTo>
                    <a:pt x="44" y="0"/>
                  </a:moveTo>
                  <a:cubicBezTo>
                    <a:pt x="44" y="0"/>
                    <a:pt x="45" y="0"/>
                    <a:pt x="45" y="0"/>
                  </a:cubicBezTo>
                  <a:cubicBezTo>
                    <a:pt x="46" y="0"/>
                    <a:pt x="48" y="1"/>
                    <a:pt x="49" y="1"/>
                  </a:cubicBezTo>
                  <a:cubicBezTo>
                    <a:pt x="50" y="1"/>
                    <a:pt x="52" y="2"/>
                    <a:pt x="53" y="2"/>
                  </a:cubicBezTo>
                  <a:cubicBezTo>
                    <a:pt x="54" y="3"/>
                    <a:pt x="55" y="3"/>
                    <a:pt x="56" y="3"/>
                  </a:cubicBezTo>
                  <a:cubicBezTo>
                    <a:pt x="56" y="3"/>
                    <a:pt x="58" y="3"/>
                    <a:pt x="58" y="3"/>
                  </a:cubicBezTo>
                  <a:cubicBezTo>
                    <a:pt x="59" y="3"/>
                    <a:pt x="60" y="3"/>
                    <a:pt x="60" y="3"/>
                  </a:cubicBezTo>
                  <a:cubicBezTo>
                    <a:pt x="61" y="4"/>
                    <a:pt x="62" y="3"/>
                    <a:pt x="62" y="3"/>
                  </a:cubicBezTo>
                  <a:cubicBezTo>
                    <a:pt x="63" y="3"/>
                    <a:pt x="63" y="4"/>
                    <a:pt x="64" y="5"/>
                  </a:cubicBezTo>
                  <a:cubicBezTo>
                    <a:pt x="65" y="5"/>
                    <a:pt x="67" y="6"/>
                    <a:pt x="68" y="7"/>
                  </a:cubicBezTo>
                  <a:cubicBezTo>
                    <a:pt x="70" y="7"/>
                    <a:pt x="72" y="8"/>
                    <a:pt x="73" y="9"/>
                  </a:cubicBezTo>
                  <a:cubicBezTo>
                    <a:pt x="74" y="9"/>
                    <a:pt x="75" y="9"/>
                    <a:pt x="76" y="10"/>
                  </a:cubicBezTo>
                  <a:cubicBezTo>
                    <a:pt x="76" y="10"/>
                    <a:pt x="78" y="10"/>
                    <a:pt x="78" y="10"/>
                  </a:cubicBezTo>
                  <a:cubicBezTo>
                    <a:pt x="79" y="10"/>
                    <a:pt x="80" y="9"/>
                    <a:pt x="80" y="8"/>
                  </a:cubicBezTo>
                  <a:cubicBezTo>
                    <a:pt x="80" y="8"/>
                    <a:pt x="81" y="7"/>
                    <a:pt x="82" y="6"/>
                  </a:cubicBezTo>
                  <a:cubicBezTo>
                    <a:pt x="83" y="6"/>
                    <a:pt x="84" y="6"/>
                    <a:pt x="85" y="7"/>
                  </a:cubicBezTo>
                  <a:cubicBezTo>
                    <a:pt x="85" y="7"/>
                    <a:pt x="86" y="7"/>
                    <a:pt x="86" y="8"/>
                  </a:cubicBezTo>
                  <a:cubicBezTo>
                    <a:pt x="86" y="8"/>
                    <a:pt x="86" y="8"/>
                    <a:pt x="86" y="8"/>
                  </a:cubicBezTo>
                  <a:cubicBezTo>
                    <a:pt x="86" y="8"/>
                    <a:pt x="86" y="8"/>
                    <a:pt x="86" y="8"/>
                  </a:cubicBezTo>
                  <a:cubicBezTo>
                    <a:pt x="85" y="8"/>
                    <a:pt x="86" y="10"/>
                    <a:pt x="86" y="10"/>
                  </a:cubicBezTo>
                  <a:cubicBezTo>
                    <a:pt x="86" y="11"/>
                    <a:pt x="85" y="11"/>
                    <a:pt x="84" y="12"/>
                  </a:cubicBezTo>
                  <a:cubicBezTo>
                    <a:pt x="84" y="12"/>
                    <a:pt x="84" y="13"/>
                    <a:pt x="84" y="14"/>
                  </a:cubicBezTo>
                  <a:cubicBezTo>
                    <a:pt x="85" y="14"/>
                    <a:pt x="86" y="15"/>
                    <a:pt x="87" y="15"/>
                  </a:cubicBezTo>
                  <a:cubicBezTo>
                    <a:pt x="87" y="16"/>
                    <a:pt x="89" y="16"/>
                    <a:pt x="89" y="17"/>
                  </a:cubicBezTo>
                  <a:cubicBezTo>
                    <a:pt x="89" y="18"/>
                    <a:pt x="88" y="20"/>
                    <a:pt x="88" y="21"/>
                  </a:cubicBezTo>
                  <a:cubicBezTo>
                    <a:pt x="88" y="21"/>
                    <a:pt x="88" y="23"/>
                    <a:pt x="89" y="23"/>
                  </a:cubicBezTo>
                  <a:cubicBezTo>
                    <a:pt x="89" y="23"/>
                    <a:pt x="90" y="24"/>
                    <a:pt x="91" y="24"/>
                  </a:cubicBezTo>
                  <a:cubicBezTo>
                    <a:pt x="91" y="24"/>
                    <a:pt x="92" y="23"/>
                    <a:pt x="93" y="23"/>
                  </a:cubicBezTo>
                  <a:cubicBezTo>
                    <a:pt x="93" y="23"/>
                    <a:pt x="94" y="22"/>
                    <a:pt x="94" y="22"/>
                  </a:cubicBezTo>
                  <a:cubicBezTo>
                    <a:pt x="95" y="21"/>
                    <a:pt x="96" y="21"/>
                    <a:pt x="96" y="21"/>
                  </a:cubicBezTo>
                  <a:cubicBezTo>
                    <a:pt x="97" y="20"/>
                    <a:pt x="98" y="20"/>
                    <a:pt x="99" y="21"/>
                  </a:cubicBezTo>
                  <a:cubicBezTo>
                    <a:pt x="100" y="21"/>
                    <a:pt x="101" y="22"/>
                    <a:pt x="102" y="22"/>
                  </a:cubicBezTo>
                  <a:cubicBezTo>
                    <a:pt x="103" y="23"/>
                    <a:pt x="104" y="24"/>
                    <a:pt x="105" y="24"/>
                  </a:cubicBezTo>
                  <a:cubicBezTo>
                    <a:pt x="105" y="24"/>
                    <a:pt x="107" y="24"/>
                    <a:pt x="108" y="24"/>
                  </a:cubicBezTo>
                  <a:cubicBezTo>
                    <a:pt x="108" y="24"/>
                    <a:pt x="108" y="24"/>
                    <a:pt x="108" y="24"/>
                  </a:cubicBezTo>
                  <a:cubicBezTo>
                    <a:pt x="108" y="25"/>
                    <a:pt x="108" y="27"/>
                    <a:pt x="108" y="28"/>
                  </a:cubicBezTo>
                  <a:cubicBezTo>
                    <a:pt x="108" y="30"/>
                    <a:pt x="107" y="32"/>
                    <a:pt x="107" y="33"/>
                  </a:cubicBezTo>
                  <a:cubicBezTo>
                    <a:pt x="106" y="34"/>
                    <a:pt x="106" y="36"/>
                    <a:pt x="106" y="37"/>
                  </a:cubicBezTo>
                  <a:cubicBezTo>
                    <a:pt x="106" y="38"/>
                    <a:pt x="106" y="39"/>
                    <a:pt x="106" y="39"/>
                  </a:cubicBezTo>
                  <a:cubicBezTo>
                    <a:pt x="106" y="40"/>
                    <a:pt x="105" y="41"/>
                    <a:pt x="105" y="41"/>
                  </a:cubicBezTo>
                  <a:cubicBezTo>
                    <a:pt x="104" y="42"/>
                    <a:pt x="103" y="44"/>
                    <a:pt x="103" y="44"/>
                  </a:cubicBezTo>
                  <a:cubicBezTo>
                    <a:pt x="102" y="45"/>
                    <a:pt x="101" y="46"/>
                    <a:pt x="100" y="47"/>
                  </a:cubicBezTo>
                  <a:cubicBezTo>
                    <a:pt x="100" y="47"/>
                    <a:pt x="98" y="49"/>
                    <a:pt x="98" y="49"/>
                  </a:cubicBezTo>
                  <a:cubicBezTo>
                    <a:pt x="97" y="50"/>
                    <a:pt x="96" y="52"/>
                    <a:pt x="96" y="52"/>
                  </a:cubicBezTo>
                  <a:cubicBezTo>
                    <a:pt x="95" y="53"/>
                    <a:pt x="93" y="53"/>
                    <a:pt x="93" y="53"/>
                  </a:cubicBezTo>
                  <a:cubicBezTo>
                    <a:pt x="92" y="54"/>
                    <a:pt x="91" y="55"/>
                    <a:pt x="90" y="55"/>
                  </a:cubicBezTo>
                  <a:cubicBezTo>
                    <a:pt x="90" y="56"/>
                    <a:pt x="89" y="57"/>
                    <a:pt x="88" y="58"/>
                  </a:cubicBezTo>
                  <a:cubicBezTo>
                    <a:pt x="87" y="59"/>
                    <a:pt x="86" y="59"/>
                    <a:pt x="85" y="60"/>
                  </a:cubicBezTo>
                  <a:cubicBezTo>
                    <a:pt x="85" y="60"/>
                    <a:pt x="84" y="60"/>
                    <a:pt x="83" y="60"/>
                  </a:cubicBezTo>
                  <a:cubicBezTo>
                    <a:pt x="82" y="60"/>
                    <a:pt x="80" y="58"/>
                    <a:pt x="79" y="57"/>
                  </a:cubicBezTo>
                  <a:cubicBezTo>
                    <a:pt x="79" y="57"/>
                    <a:pt x="79" y="57"/>
                    <a:pt x="79" y="56"/>
                  </a:cubicBezTo>
                  <a:cubicBezTo>
                    <a:pt x="79" y="56"/>
                    <a:pt x="79" y="55"/>
                    <a:pt x="79" y="55"/>
                  </a:cubicBezTo>
                  <a:cubicBezTo>
                    <a:pt x="80" y="55"/>
                    <a:pt x="81" y="55"/>
                    <a:pt x="81" y="55"/>
                  </a:cubicBezTo>
                  <a:cubicBezTo>
                    <a:pt x="81" y="55"/>
                    <a:pt x="81" y="54"/>
                    <a:pt x="81" y="54"/>
                  </a:cubicBezTo>
                  <a:cubicBezTo>
                    <a:pt x="81" y="54"/>
                    <a:pt x="80" y="53"/>
                    <a:pt x="80" y="52"/>
                  </a:cubicBezTo>
                  <a:cubicBezTo>
                    <a:pt x="79" y="52"/>
                    <a:pt x="78" y="51"/>
                    <a:pt x="77" y="51"/>
                  </a:cubicBezTo>
                  <a:cubicBezTo>
                    <a:pt x="76" y="50"/>
                    <a:pt x="74" y="50"/>
                    <a:pt x="73" y="50"/>
                  </a:cubicBezTo>
                  <a:cubicBezTo>
                    <a:pt x="72" y="50"/>
                    <a:pt x="70" y="50"/>
                    <a:pt x="70" y="50"/>
                  </a:cubicBezTo>
                  <a:cubicBezTo>
                    <a:pt x="69" y="49"/>
                    <a:pt x="68" y="49"/>
                    <a:pt x="68" y="49"/>
                  </a:cubicBezTo>
                  <a:cubicBezTo>
                    <a:pt x="67" y="48"/>
                    <a:pt x="67" y="46"/>
                    <a:pt x="66" y="45"/>
                  </a:cubicBezTo>
                  <a:cubicBezTo>
                    <a:pt x="66" y="45"/>
                    <a:pt x="64" y="43"/>
                    <a:pt x="64" y="43"/>
                  </a:cubicBezTo>
                  <a:cubicBezTo>
                    <a:pt x="63" y="43"/>
                    <a:pt x="62" y="43"/>
                    <a:pt x="61" y="43"/>
                  </a:cubicBezTo>
                  <a:cubicBezTo>
                    <a:pt x="60" y="43"/>
                    <a:pt x="59" y="43"/>
                    <a:pt x="58" y="43"/>
                  </a:cubicBezTo>
                  <a:cubicBezTo>
                    <a:pt x="58" y="43"/>
                    <a:pt x="56" y="42"/>
                    <a:pt x="56" y="42"/>
                  </a:cubicBezTo>
                  <a:cubicBezTo>
                    <a:pt x="55" y="41"/>
                    <a:pt x="55" y="41"/>
                    <a:pt x="55" y="40"/>
                  </a:cubicBezTo>
                  <a:cubicBezTo>
                    <a:pt x="54" y="40"/>
                    <a:pt x="53" y="39"/>
                    <a:pt x="53" y="39"/>
                  </a:cubicBezTo>
                  <a:cubicBezTo>
                    <a:pt x="52" y="39"/>
                    <a:pt x="51" y="38"/>
                    <a:pt x="50" y="38"/>
                  </a:cubicBezTo>
                  <a:cubicBezTo>
                    <a:pt x="50" y="39"/>
                    <a:pt x="49" y="39"/>
                    <a:pt x="49" y="40"/>
                  </a:cubicBezTo>
                  <a:cubicBezTo>
                    <a:pt x="49" y="40"/>
                    <a:pt x="50" y="41"/>
                    <a:pt x="50" y="42"/>
                  </a:cubicBezTo>
                  <a:cubicBezTo>
                    <a:pt x="50" y="42"/>
                    <a:pt x="50" y="43"/>
                    <a:pt x="49" y="44"/>
                  </a:cubicBezTo>
                  <a:cubicBezTo>
                    <a:pt x="49" y="44"/>
                    <a:pt x="47" y="44"/>
                    <a:pt x="47" y="44"/>
                  </a:cubicBezTo>
                  <a:cubicBezTo>
                    <a:pt x="47" y="44"/>
                    <a:pt x="46" y="43"/>
                    <a:pt x="46" y="43"/>
                  </a:cubicBezTo>
                  <a:cubicBezTo>
                    <a:pt x="46" y="42"/>
                    <a:pt x="46" y="41"/>
                    <a:pt x="46" y="41"/>
                  </a:cubicBezTo>
                  <a:cubicBezTo>
                    <a:pt x="46" y="40"/>
                    <a:pt x="47" y="39"/>
                    <a:pt x="46" y="39"/>
                  </a:cubicBezTo>
                  <a:cubicBezTo>
                    <a:pt x="46" y="38"/>
                    <a:pt x="44" y="38"/>
                    <a:pt x="43" y="38"/>
                  </a:cubicBezTo>
                  <a:cubicBezTo>
                    <a:pt x="43" y="38"/>
                    <a:pt x="42" y="38"/>
                    <a:pt x="42" y="38"/>
                  </a:cubicBezTo>
                  <a:cubicBezTo>
                    <a:pt x="41" y="39"/>
                    <a:pt x="40" y="40"/>
                    <a:pt x="40" y="40"/>
                  </a:cubicBezTo>
                  <a:cubicBezTo>
                    <a:pt x="40" y="41"/>
                    <a:pt x="41" y="42"/>
                    <a:pt x="41" y="43"/>
                  </a:cubicBezTo>
                  <a:cubicBezTo>
                    <a:pt x="41" y="44"/>
                    <a:pt x="41" y="46"/>
                    <a:pt x="41" y="47"/>
                  </a:cubicBezTo>
                  <a:cubicBezTo>
                    <a:pt x="41" y="47"/>
                    <a:pt x="40" y="49"/>
                    <a:pt x="40" y="49"/>
                  </a:cubicBezTo>
                  <a:cubicBezTo>
                    <a:pt x="40" y="50"/>
                    <a:pt x="38" y="50"/>
                    <a:pt x="38" y="50"/>
                  </a:cubicBezTo>
                  <a:cubicBezTo>
                    <a:pt x="37" y="50"/>
                    <a:pt x="35" y="50"/>
                    <a:pt x="34" y="50"/>
                  </a:cubicBezTo>
                  <a:cubicBezTo>
                    <a:pt x="34" y="50"/>
                    <a:pt x="33" y="50"/>
                    <a:pt x="32" y="49"/>
                  </a:cubicBezTo>
                  <a:cubicBezTo>
                    <a:pt x="31" y="49"/>
                    <a:pt x="30" y="49"/>
                    <a:pt x="29" y="49"/>
                  </a:cubicBezTo>
                  <a:cubicBezTo>
                    <a:pt x="28" y="49"/>
                    <a:pt x="28" y="48"/>
                    <a:pt x="27" y="48"/>
                  </a:cubicBezTo>
                  <a:cubicBezTo>
                    <a:pt x="27" y="47"/>
                    <a:pt x="25" y="47"/>
                    <a:pt x="24" y="47"/>
                  </a:cubicBezTo>
                  <a:cubicBezTo>
                    <a:pt x="24" y="47"/>
                    <a:pt x="23" y="47"/>
                    <a:pt x="22" y="47"/>
                  </a:cubicBezTo>
                  <a:cubicBezTo>
                    <a:pt x="22" y="47"/>
                    <a:pt x="21" y="48"/>
                    <a:pt x="21" y="49"/>
                  </a:cubicBezTo>
                  <a:cubicBezTo>
                    <a:pt x="21" y="49"/>
                    <a:pt x="21" y="51"/>
                    <a:pt x="21" y="51"/>
                  </a:cubicBezTo>
                  <a:cubicBezTo>
                    <a:pt x="20" y="51"/>
                    <a:pt x="19" y="51"/>
                    <a:pt x="19" y="51"/>
                  </a:cubicBezTo>
                  <a:cubicBezTo>
                    <a:pt x="18" y="51"/>
                    <a:pt x="17" y="53"/>
                    <a:pt x="16" y="53"/>
                  </a:cubicBezTo>
                  <a:cubicBezTo>
                    <a:pt x="15" y="54"/>
                    <a:pt x="14" y="53"/>
                    <a:pt x="14" y="54"/>
                  </a:cubicBezTo>
                  <a:cubicBezTo>
                    <a:pt x="13" y="54"/>
                    <a:pt x="11" y="54"/>
                    <a:pt x="10" y="54"/>
                  </a:cubicBezTo>
                  <a:cubicBezTo>
                    <a:pt x="10" y="55"/>
                    <a:pt x="8" y="56"/>
                    <a:pt x="7" y="56"/>
                  </a:cubicBezTo>
                  <a:cubicBezTo>
                    <a:pt x="7" y="56"/>
                    <a:pt x="6" y="55"/>
                    <a:pt x="5" y="55"/>
                  </a:cubicBezTo>
                  <a:cubicBezTo>
                    <a:pt x="5" y="54"/>
                    <a:pt x="4" y="53"/>
                    <a:pt x="4" y="52"/>
                  </a:cubicBezTo>
                  <a:cubicBezTo>
                    <a:pt x="4" y="51"/>
                    <a:pt x="3" y="51"/>
                    <a:pt x="3" y="50"/>
                  </a:cubicBezTo>
                  <a:cubicBezTo>
                    <a:pt x="2" y="49"/>
                    <a:pt x="1" y="47"/>
                    <a:pt x="1" y="46"/>
                  </a:cubicBezTo>
                  <a:cubicBezTo>
                    <a:pt x="1" y="46"/>
                    <a:pt x="0" y="44"/>
                    <a:pt x="0" y="43"/>
                  </a:cubicBezTo>
                  <a:cubicBezTo>
                    <a:pt x="0" y="43"/>
                    <a:pt x="1" y="42"/>
                    <a:pt x="1" y="41"/>
                  </a:cubicBezTo>
                  <a:cubicBezTo>
                    <a:pt x="1" y="40"/>
                    <a:pt x="1" y="38"/>
                    <a:pt x="1" y="37"/>
                  </a:cubicBezTo>
                  <a:cubicBezTo>
                    <a:pt x="1" y="36"/>
                    <a:pt x="0" y="35"/>
                    <a:pt x="0" y="34"/>
                  </a:cubicBezTo>
                  <a:cubicBezTo>
                    <a:pt x="1" y="33"/>
                    <a:pt x="2" y="33"/>
                    <a:pt x="3" y="32"/>
                  </a:cubicBezTo>
                  <a:cubicBezTo>
                    <a:pt x="3" y="31"/>
                    <a:pt x="4" y="29"/>
                    <a:pt x="4" y="28"/>
                  </a:cubicBezTo>
                  <a:cubicBezTo>
                    <a:pt x="4" y="27"/>
                    <a:pt x="4" y="26"/>
                    <a:pt x="4" y="25"/>
                  </a:cubicBezTo>
                  <a:cubicBezTo>
                    <a:pt x="3" y="24"/>
                    <a:pt x="4" y="22"/>
                    <a:pt x="3" y="22"/>
                  </a:cubicBezTo>
                  <a:cubicBezTo>
                    <a:pt x="3" y="21"/>
                    <a:pt x="3" y="21"/>
                    <a:pt x="2" y="20"/>
                  </a:cubicBezTo>
                  <a:cubicBezTo>
                    <a:pt x="3" y="20"/>
                    <a:pt x="4" y="20"/>
                    <a:pt x="4" y="20"/>
                  </a:cubicBezTo>
                  <a:cubicBezTo>
                    <a:pt x="5" y="20"/>
                    <a:pt x="6" y="20"/>
                    <a:pt x="6" y="19"/>
                  </a:cubicBezTo>
                  <a:cubicBezTo>
                    <a:pt x="7" y="19"/>
                    <a:pt x="8" y="19"/>
                    <a:pt x="8" y="18"/>
                  </a:cubicBezTo>
                  <a:cubicBezTo>
                    <a:pt x="8" y="17"/>
                    <a:pt x="9" y="16"/>
                    <a:pt x="9" y="15"/>
                  </a:cubicBezTo>
                  <a:cubicBezTo>
                    <a:pt x="9" y="15"/>
                    <a:pt x="10" y="14"/>
                    <a:pt x="10" y="14"/>
                  </a:cubicBezTo>
                  <a:cubicBezTo>
                    <a:pt x="11" y="13"/>
                    <a:pt x="12" y="13"/>
                    <a:pt x="13" y="12"/>
                  </a:cubicBezTo>
                  <a:cubicBezTo>
                    <a:pt x="14" y="12"/>
                    <a:pt x="16" y="10"/>
                    <a:pt x="17" y="10"/>
                  </a:cubicBezTo>
                  <a:cubicBezTo>
                    <a:pt x="18" y="9"/>
                    <a:pt x="19" y="9"/>
                    <a:pt x="19" y="9"/>
                  </a:cubicBezTo>
                  <a:cubicBezTo>
                    <a:pt x="20" y="9"/>
                    <a:pt x="21" y="8"/>
                    <a:pt x="21" y="9"/>
                  </a:cubicBezTo>
                  <a:cubicBezTo>
                    <a:pt x="22" y="9"/>
                    <a:pt x="22" y="10"/>
                    <a:pt x="22" y="10"/>
                  </a:cubicBezTo>
                  <a:cubicBezTo>
                    <a:pt x="23" y="11"/>
                    <a:pt x="23" y="11"/>
                    <a:pt x="23" y="12"/>
                  </a:cubicBezTo>
                  <a:cubicBezTo>
                    <a:pt x="24" y="12"/>
                    <a:pt x="25" y="12"/>
                    <a:pt x="25" y="11"/>
                  </a:cubicBezTo>
                  <a:cubicBezTo>
                    <a:pt x="26" y="11"/>
                    <a:pt x="26" y="10"/>
                    <a:pt x="26" y="9"/>
                  </a:cubicBezTo>
                  <a:cubicBezTo>
                    <a:pt x="26" y="8"/>
                    <a:pt x="27" y="7"/>
                    <a:pt x="27" y="7"/>
                  </a:cubicBezTo>
                  <a:cubicBezTo>
                    <a:pt x="27" y="6"/>
                    <a:pt x="28" y="5"/>
                    <a:pt x="29" y="5"/>
                  </a:cubicBezTo>
                  <a:cubicBezTo>
                    <a:pt x="30" y="4"/>
                    <a:pt x="31" y="3"/>
                    <a:pt x="32" y="3"/>
                  </a:cubicBezTo>
                  <a:cubicBezTo>
                    <a:pt x="33" y="3"/>
                    <a:pt x="35" y="2"/>
                    <a:pt x="37" y="2"/>
                  </a:cubicBezTo>
                  <a:cubicBezTo>
                    <a:pt x="38" y="2"/>
                    <a:pt x="41" y="0"/>
                    <a:pt x="43" y="0"/>
                  </a:cubicBezTo>
                  <a:cubicBezTo>
                    <a:pt x="43" y="0"/>
                    <a:pt x="43" y="0"/>
                    <a:pt x="44"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4" name="Freeform 314"/>
            <p:cNvSpPr>
              <a:spLocks/>
            </p:cNvSpPr>
            <p:nvPr/>
          </p:nvSpPr>
          <p:spPr bwMode="auto">
            <a:xfrm>
              <a:off x="766763" y="2646363"/>
              <a:ext cx="134938" cy="123825"/>
            </a:xfrm>
            <a:custGeom>
              <a:avLst/>
              <a:gdLst/>
              <a:ahLst/>
              <a:cxnLst>
                <a:cxn ang="0">
                  <a:pos x="71" y="33"/>
                </a:cxn>
                <a:cxn ang="0">
                  <a:pos x="70" y="42"/>
                </a:cxn>
                <a:cxn ang="0">
                  <a:pos x="70" y="45"/>
                </a:cxn>
                <a:cxn ang="0">
                  <a:pos x="59" y="48"/>
                </a:cxn>
                <a:cxn ang="0">
                  <a:pos x="54" y="52"/>
                </a:cxn>
                <a:cxn ang="0">
                  <a:pos x="52" y="56"/>
                </a:cxn>
                <a:cxn ang="0">
                  <a:pos x="49" y="55"/>
                </a:cxn>
                <a:cxn ang="0">
                  <a:pos x="46" y="54"/>
                </a:cxn>
                <a:cxn ang="0">
                  <a:pos x="40" y="57"/>
                </a:cxn>
                <a:cxn ang="0">
                  <a:pos x="36" y="60"/>
                </a:cxn>
                <a:cxn ang="0">
                  <a:pos x="33" y="64"/>
                </a:cxn>
                <a:cxn ang="0">
                  <a:pos x="29" y="65"/>
                </a:cxn>
                <a:cxn ang="0">
                  <a:pos x="27" y="62"/>
                </a:cxn>
                <a:cxn ang="0">
                  <a:pos x="22" y="62"/>
                </a:cxn>
                <a:cxn ang="0">
                  <a:pos x="20" y="66"/>
                </a:cxn>
                <a:cxn ang="0">
                  <a:pos x="17" y="64"/>
                </a:cxn>
                <a:cxn ang="0">
                  <a:pos x="16" y="59"/>
                </a:cxn>
                <a:cxn ang="0">
                  <a:pos x="13" y="58"/>
                </a:cxn>
                <a:cxn ang="0">
                  <a:pos x="8" y="54"/>
                </a:cxn>
                <a:cxn ang="0">
                  <a:pos x="7" y="49"/>
                </a:cxn>
                <a:cxn ang="0">
                  <a:pos x="2" y="47"/>
                </a:cxn>
                <a:cxn ang="0">
                  <a:pos x="0" y="43"/>
                </a:cxn>
                <a:cxn ang="0">
                  <a:pos x="2" y="39"/>
                </a:cxn>
                <a:cxn ang="0">
                  <a:pos x="1" y="30"/>
                </a:cxn>
                <a:cxn ang="0">
                  <a:pos x="2" y="29"/>
                </a:cxn>
                <a:cxn ang="0">
                  <a:pos x="5" y="28"/>
                </a:cxn>
                <a:cxn ang="0">
                  <a:pos x="8" y="22"/>
                </a:cxn>
                <a:cxn ang="0">
                  <a:pos x="9" y="16"/>
                </a:cxn>
                <a:cxn ang="0">
                  <a:pos x="12" y="11"/>
                </a:cxn>
                <a:cxn ang="0">
                  <a:pos x="18" y="13"/>
                </a:cxn>
                <a:cxn ang="0">
                  <a:pos x="21" y="13"/>
                </a:cxn>
                <a:cxn ang="0">
                  <a:pos x="26" y="8"/>
                </a:cxn>
                <a:cxn ang="0">
                  <a:pos x="29" y="2"/>
                </a:cxn>
                <a:cxn ang="0">
                  <a:pos x="33" y="4"/>
                </a:cxn>
                <a:cxn ang="0">
                  <a:pos x="36" y="4"/>
                </a:cxn>
                <a:cxn ang="0">
                  <a:pos x="38" y="1"/>
                </a:cxn>
                <a:cxn ang="0">
                  <a:pos x="42" y="1"/>
                </a:cxn>
                <a:cxn ang="0">
                  <a:pos x="44" y="0"/>
                </a:cxn>
                <a:cxn ang="0">
                  <a:pos x="47" y="5"/>
                </a:cxn>
                <a:cxn ang="0">
                  <a:pos x="53" y="10"/>
                </a:cxn>
                <a:cxn ang="0">
                  <a:pos x="55" y="17"/>
                </a:cxn>
                <a:cxn ang="0">
                  <a:pos x="57" y="21"/>
                </a:cxn>
                <a:cxn ang="0">
                  <a:pos x="63" y="19"/>
                </a:cxn>
                <a:cxn ang="0">
                  <a:pos x="67" y="20"/>
                </a:cxn>
                <a:cxn ang="0">
                  <a:pos x="68" y="25"/>
                </a:cxn>
                <a:cxn ang="0">
                  <a:pos x="71" y="30"/>
                </a:cxn>
              </a:cxnLst>
              <a:rect l="0" t="0" r="r" b="b"/>
              <a:pathLst>
                <a:path w="71" h="66">
                  <a:moveTo>
                    <a:pt x="71" y="30"/>
                  </a:moveTo>
                  <a:cubicBezTo>
                    <a:pt x="71" y="31"/>
                    <a:pt x="71" y="32"/>
                    <a:pt x="71" y="33"/>
                  </a:cubicBezTo>
                  <a:cubicBezTo>
                    <a:pt x="71" y="34"/>
                    <a:pt x="70" y="36"/>
                    <a:pt x="70" y="37"/>
                  </a:cubicBezTo>
                  <a:cubicBezTo>
                    <a:pt x="70" y="38"/>
                    <a:pt x="70" y="41"/>
                    <a:pt x="70" y="42"/>
                  </a:cubicBezTo>
                  <a:cubicBezTo>
                    <a:pt x="70" y="43"/>
                    <a:pt x="70" y="44"/>
                    <a:pt x="71" y="45"/>
                  </a:cubicBezTo>
                  <a:cubicBezTo>
                    <a:pt x="70" y="45"/>
                    <a:pt x="70" y="45"/>
                    <a:pt x="70" y="45"/>
                  </a:cubicBezTo>
                  <a:cubicBezTo>
                    <a:pt x="68" y="45"/>
                    <a:pt x="65" y="47"/>
                    <a:pt x="64" y="47"/>
                  </a:cubicBezTo>
                  <a:cubicBezTo>
                    <a:pt x="62" y="47"/>
                    <a:pt x="60" y="48"/>
                    <a:pt x="59" y="48"/>
                  </a:cubicBezTo>
                  <a:cubicBezTo>
                    <a:pt x="58" y="48"/>
                    <a:pt x="57" y="49"/>
                    <a:pt x="56" y="50"/>
                  </a:cubicBezTo>
                  <a:cubicBezTo>
                    <a:pt x="55" y="50"/>
                    <a:pt x="54" y="51"/>
                    <a:pt x="54" y="52"/>
                  </a:cubicBezTo>
                  <a:cubicBezTo>
                    <a:pt x="54" y="52"/>
                    <a:pt x="53" y="53"/>
                    <a:pt x="53" y="54"/>
                  </a:cubicBezTo>
                  <a:cubicBezTo>
                    <a:pt x="53" y="55"/>
                    <a:pt x="53" y="56"/>
                    <a:pt x="52" y="56"/>
                  </a:cubicBezTo>
                  <a:cubicBezTo>
                    <a:pt x="52" y="57"/>
                    <a:pt x="51" y="57"/>
                    <a:pt x="50" y="57"/>
                  </a:cubicBezTo>
                  <a:cubicBezTo>
                    <a:pt x="50" y="56"/>
                    <a:pt x="50" y="56"/>
                    <a:pt x="49" y="55"/>
                  </a:cubicBezTo>
                  <a:cubicBezTo>
                    <a:pt x="49" y="55"/>
                    <a:pt x="49" y="54"/>
                    <a:pt x="48" y="54"/>
                  </a:cubicBezTo>
                  <a:cubicBezTo>
                    <a:pt x="48" y="53"/>
                    <a:pt x="47" y="54"/>
                    <a:pt x="46" y="54"/>
                  </a:cubicBezTo>
                  <a:cubicBezTo>
                    <a:pt x="46" y="54"/>
                    <a:pt x="45" y="54"/>
                    <a:pt x="44" y="55"/>
                  </a:cubicBezTo>
                  <a:cubicBezTo>
                    <a:pt x="43" y="55"/>
                    <a:pt x="41" y="57"/>
                    <a:pt x="40" y="57"/>
                  </a:cubicBezTo>
                  <a:cubicBezTo>
                    <a:pt x="39" y="58"/>
                    <a:pt x="38" y="58"/>
                    <a:pt x="37" y="59"/>
                  </a:cubicBezTo>
                  <a:cubicBezTo>
                    <a:pt x="37" y="59"/>
                    <a:pt x="36" y="60"/>
                    <a:pt x="36" y="60"/>
                  </a:cubicBezTo>
                  <a:cubicBezTo>
                    <a:pt x="36" y="61"/>
                    <a:pt x="35" y="62"/>
                    <a:pt x="35" y="63"/>
                  </a:cubicBezTo>
                  <a:cubicBezTo>
                    <a:pt x="35" y="64"/>
                    <a:pt x="34" y="64"/>
                    <a:pt x="33" y="64"/>
                  </a:cubicBezTo>
                  <a:cubicBezTo>
                    <a:pt x="33" y="65"/>
                    <a:pt x="32" y="65"/>
                    <a:pt x="31" y="65"/>
                  </a:cubicBezTo>
                  <a:cubicBezTo>
                    <a:pt x="31" y="65"/>
                    <a:pt x="30" y="65"/>
                    <a:pt x="29" y="65"/>
                  </a:cubicBezTo>
                  <a:cubicBezTo>
                    <a:pt x="29" y="65"/>
                    <a:pt x="29" y="65"/>
                    <a:pt x="28" y="64"/>
                  </a:cubicBezTo>
                  <a:cubicBezTo>
                    <a:pt x="28" y="64"/>
                    <a:pt x="27" y="63"/>
                    <a:pt x="27" y="62"/>
                  </a:cubicBezTo>
                  <a:cubicBezTo>
                    <a:pt x="27" y="62"/>
                    <a:pt x="26" y="62"/>
                    <a:pt x="26" y="61"/>
                  </a:cubicBezTo>
                  <a:cubicBezTo>
                    <a:pt x="25" y="61"/>
                    <a:pt x="23" y="61"/>
                    <a:pt x="22" y="62"/>
                  </a:cubicBezTo>
                  <a:cubicBezTo>
                    <a:pt x="22" y="62"/>
                    <a:pt x="21" y="63"/>
                    <a:pt x="21" y="64"/>
                  </a:cubicBezTo>
                  <a:cubicBezTo>
                    <a:pt x="21" y="64"/>
                    <a:pt x="20" y="65"/>
                    <a:pt x="20" y="66"/>
                  </a:cubicBezTo>
                  <a:cubicBezTo>
                    <a:pt x="19" y="66"/>
                    <a:pt x="19" y="66"/>
                    <a:pt x="18" y="66"/>
                  </a:cubicBezTo>
                  <a:cubicBezTo>
                    <a:pt x="18" y="66"/>
                    <a:pt x="17" y="65"/>
                    <a:pt x="17" y="64"/>
                  </a:cubicBezTo>
                  <a:cubicBezTo>
                    <a:pt x="17" y="64"/>
                    <a:pt x="17" y="63"/>
                    <a:pt x="17" y="62"/>
                  </a:cubicBezTo>
                  <a:cubicBezTo>
                    <a:pt x="17" y="61"/>
                    <a:pt x="16" y="60"/>
                    <a:pt x="16" y="59"/>
                  </a:cubicBezTo>
                  <a:cubicBezTo>
                    <a:pt x="16" y="59"/>
                    <a:pt x="15" y="58"/>
                    <a:pt x="15" y="58"/>
                  </a:cubicBezTo>
                  <a:cubicBezTo>
                    <a:pt x="15" y="58"/>
                    <a:pt x="13" y="58"/>
                    <a:pt x="13" y="58"/>
                  </a:cubicBezTo>
                  <a:cubicBezTo>
                    <a:pt x="12" y="58"/>
                    <a:pt x="11" y="57"/>
                    <a:pt x="10" y="57"/>
                  </a:cubicBezTo>
                  <a:cubicBezTo>
                    <a:pt x="10" y="56"/>
                    <a:pt x="9" y="55"/>
                    <a:pt x="8" y="54"/>
                  </a:cubicBezTo>
                  <a:cubicBezTo>
                    <a:pt x="8" y="54"/>
                    <a:pt x="7" y="53"/>
                    <a:pt x="7" y="52"/>
                  </a:cubicBezTo>
                  <a:cubicBezTo>
                    <a:pt x="7" y="51"/>
                    <a:pt x="7" y="50"/>
                    <a:pt x="7" y="49"/>
                  </a:cubicBezTo>
                  <a:cubicBezTo>
                    <a:pt x="7" y="49"/>
                    <a:pt x="7" y="48"/>
                    <a:pt x="6" y="47"/>
                  </a:cubicBezTo>
                  <a:cubicBezTo>
                    <a:pt x="5" y="47"/>
                    <a:pt x="3" y="48"/>
                    <a:pt x="2" y="47"/>
                  </a:cubicBezTo>
                  <a:cubicBezTo>
                    <a:pt x="2" y="47"/>
                    <a:pt x="1" y="46"/>
                    <a:pt x="1" y="46"/>
                  </a:cubicBezTo>
                  <a:cubicBezTo>
                    <a:pt x="0" y="45"/>
                    <a:pt x="0" y="44"/>
                    <a:pt x="0" y="43"/>
                  </a:cubicBezTo>
                  <a:cubicBezTo>
                    <a:pt x="1" y="42"/>
                    <a:pt x="2" y="42"/>
                    <a:pt x="2" y="42"/>
                  </a:cubicBezTo>
                  <a:cubicBezTo>
                    <a:pt x="2" y="41"/>
                    <a:pt x="2" y="39"/>
                    <a:pt x="2" y="39"/>
                  </a:cubicBezTo>
                  <a:cubicBezTo>
                    <a:pt x="2" y="37"/>
                    <a:pt x="2" y="35"/>
                    <a:pt x="2" y="34"/>
                  </a:cubicBezTo>
                  <a:cubicBezTo>
                    <a:pt x="2" y="33"/>
                    <a:pt x="1" y="31"/>
                    <a:pt x="1" y="30"/>
                  </a:cubicBezTo>
                  <a:cubicBezTo>
                    <a:pt x="1" y="30"/>
                    <a:pt x="1" y="29"/>
                    <a:pt x="1" y="29"/>
                  </a:cubicBezTo>
                  <a:cubicBezTo>
                    <a:pt x="2" y="29"/>
                    <a:pt x="2" y="29"/>
                    <a:pt x="2" y="29"/>
                  </a:cubicBezTo>
                  <a:cubicBezTo>
                    <a:pt x="3" y="29"/>
                    <a:pt x="3" y="30"/>
                    <a:pt x="4" y="30"/>
                  </a:cubicBezTo>
                  <a:cubicBezTo>
                    <a:pt x="4" y="30"/>
                    <a:pt x="5" y="29"/>
                    <a:pt x="5" y="28"/>
                  </a:cubicBezTo>
                  <a:cubicBezTo>
                    <a:pt x="5" y="28"/>
                    <a:pt x="5" y="26"/>
                    <a:pt x="6" y="25"/>
                  </a:cubicBezTo>
                  <a:cubicBezTo>
                    <a:pt x="6" y="24"/>
                    <a:pt x="8" y="23"/>
                    <a:pt x="8" y="22"/>
                  </a:cubicBezTo>
                  <a:cubicBezTo>
                    <a:pt x="8" y="21"/>
                    <a:pt x="9" y="20"/>
                    <a:pt x="9" y="19"/>
                  </a:cubicBezTo>
                  <a:cubicBezTo>
                    <a:pt x="10" y="18"/>
                    <a:pt x="9" y="16"/>
                    <a:pt x="9" y="16"/>
                  </a:cubicBezTo>
                  <a:cubicBezTo>
                    <a:pt x="9" y="15"/>
                    <a:pt x="10" y="13"/>
                    <a:pt x="10" y="12"/>
                  </a:cubicBezTo>
                  <a:cubicBezTo>
                    <a:pt x="10" y="12"/>
                    <a:pt x="11" y="11"/>
                    <a:pt x="12" y="11"/>
                  </a:cubicBezTo>
                  <a:cubicBezTo>
                    <a:pt x="13" y="11"/>
                    <a:pt x="14" y="11"/>
                    <a:pt x="15" y="12"/>
                  </a:cubicBezTo>
                  <a:cubicBezTo>
                    <a:pt x="15" y="12"/>
                    <a:pt x="17" y="13"/>
                    <a:pt x="18" y="13"/>
                  </a:cubicBezTo>
                  <a:cubicBezTo>
                    <a:pt x="18" y="13"/>
                    <a:pt x="19" y="12"/>
                    <a:pt x="19" y="12"/>
                  </a:cubicBezTo>
                  <a:cubicBezTo>
                    <a:pt x="20" y="12"/>
                    <a:pt x="21" y="13"/>
                    <a:pt x="21" y="13"/>
                  </a:cubicBezTo>
                  <a:cubicBezTo>
                    <a:pt x="22" y="13"/>
                    <a:pt x="23" y="13"/>
                    <a:pt x="24" y="12"/>
                  </a:cubicBezTo>
                  <a:cubicBezTo>
                    <a:pt x="25" y="12"/>
                    <a:pt x="26" y="9"/>
                    <a:pt x="26" y="8"/>
                  </a:cubicBezTo>
                  <a:cubicBezTo>
                    <a:pt x="26" y="7"/>
                    <a:pt x="27" y="5"/>
                    <a:pt x="27" y="4"/>
                  </a:cubicBezTo>
                  <a:cubicBezTo>
                    <a:pt x="27" y="4"/>
                    <a:pt x="28" y="3"/>
                    <a:pt x="29" y="2"/>
                  </a:cubicBezTo>
                  <a:cubicBezTo>
                    <a:pt x="30" y="2"/>
                    <a:pt x="31" y="2"/>
                    <a:pt x="31" y="2"/>
                  </a:cubicBezTo>
                  <a:cubicBezTo>
                    <a:pt x="32" y="3"/>
                    <a:pt x="32" y="3"/>
                    <a:pt x="33" y="4"/>
                  </a:cubicBezTo>
                  <a:cubicBezTo>
                    <a:pt x="33" y="4"/>
                    <a:pt x="34" y="5"/>
                    <a:pt x="34" y="5"/>
                  </a:cubicBezTo>
                  <a:cubicBezTo>
                    <a:pt x="35" y="5"/>
                    <a:pt x="36" y="4"/>
                    <a:pt x="36" y="4"/>
                  </a:cubicBezTo>
                  <a:cubicBezTo>
                    <a:pt x="36" y="3"/>
                    <a:pt x="36" y="2"/>
                    <a:pt x="36" y="2"/>
                  </a:cubicBezTo>
                  <a:cubicBezTo>
                    <a:pt x="36" y="1"/>
                    <a:pt x="37" y="1"/>
                    <a:pt x="38" y="1"/>
                  </a:cubicBezTo>
                  <a:cubicBezTo>
                    <a:pt x="38" y="1"/>
                    <a:pt x="40" y="2"/>
                    <a:pt x="40" y="2"/>
                  </a:cubicBezTo>
                  <a:cubicBezTo>
                    <a:pt x="41" y="1"/>
                    <a:pt x="42" y="1"/>
                    <a:pt x="42" y="1"/>
                  </a:cubicBezTo>
                  <a:cubicBezTo>
                    <a:pt x="42" y="0"/>
                    <a:pt x="42" y="0"/>
                    <a:pt x="43" y="0"/>
                  </a:cubicBezTo>
                  <a:cubicBezTo>
                    <a:pt x="43" y="0"/>
                    <a:pt x="43" y="0"/>
                    <a:pt x="44" y="0"/>
                  </a:cubicBezTo>
                  <a:cubicBezTo>
                    <a:pt x="44" y="1"/>
                    <a:pt x="45" y="1"/>
                    <a:pt x="45" y="1"/>
                  </a:cubicBezTo>
                  <a:cubicBezTo>
                    <a:pt x="46" y="2"/>
                    <a:pt x="47" y="4"/>
                    <a:pt x="47" y="5"/>
                  </a:cubicBezTo>
                  <a:cubicBezTo>
                    <a:pt x="48" y="6"/>
                    <a:pt x="48" y="7"/>
                    <a:pt x="49" y="8"/>
                  </a:cubicBezTo>
                  <a:cubicBezTo>
                    <a:pt x="50" y="9"/>
                    <a:pt x="52" y="9"/>
                    <a:pt x="53" y="10"/>
                  </a:cubicBezTo>
                  <a:cubicBezTo>
                    <a:pt x="54" y="11"/>
                    <a:pt x="55" y="12"/>
                    <a:pt x="55" y="13"/>
                  </a:cubicBezTo>
                  <a:cubicBezTo>
                    <a:pt x="55" y="14"/>
                    <a:pt x="55" y="16"/>
                    <a:pt x="55" y="17"/>
                  </a:cubicBezTo>
                  <a:cubicBezTo>
                    <a:pt x="55" y="18"/>
                    <a:pt x="55" y="19"/>
                    <a:pt x="55" y="19"/>
                  </a:cubicBezTo>
                  <a:cubicBezTo>
                    <a:pt x="55" y="20"/>
                    <a:pt x="57" y="21"/>
                    <a:pt x="57" y="21"/>
                  </a:cubicBezTo>
                  <a:cubicBezTo>
                    <a:pt x="58" y="21"/>
                    <a:pt x="59" y="21"/>
                    <a:pt x="60" y="20"/>
                  </a:cubicBezTo>
                  <a:cubicBezTo>
                    <a:pt x="61" y="20"/>
                    <a:pt x="62" y="19"/>
                    <a:pt x="63" y="19"/>
                  </a:cubicBezTo>
                  <a:cubicBezTo>
                    <a:pt x="63" y="18"/>
                    <a:pt x="65" y="18"/>
                    <a:pt x="66" y="18"/>
                  </a:cubicBezTo>
                  <a:cubicBezTo>
                    <a:pt x="67" y="19"/>
                    <a:pt x="67" y="20"/>
                    <a:pt x="67" y="20"/>
                  </a:cubicBezTo>
                  <a:cubicBezTo>
                    <a:pt x="67" y="21"/>
                    <a:pt x="67" y="22"/>
                    <a:pt x="67" y="22"/>
                  </a:cubicBezTo>
                  <a:cubicBezTo>
                    <a:pt x="67" y="23"/>
                    <a:pt x="67" y="24"/>
                    <a:pt x="68" y="25"/>
                  </a:cubicBezTo>
                  <a:cubicBezTo>
                    <a:pt x="68" y="26"/>
                    <a:pt x="70" y="26"/>
                    <a:pt x="70" y="27"/>
                  </a:cubicBezTo>
                  <a:cubicBezTo>
                    <a:pt x="70" y="27"/>
                    <a:pt x="71" y="29"/>
                    <a:pt x="71" y="3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5" name="Freeform 315"/>
            <p:cNvSpPr>
              <a:spLocks/>
            </p:cNvSpPr>
            <p:nvPr/>
          </p:nvSpPr>
          <p:spPr bwMode="auto">
            <a:xfrm>
              <a:off x="644526" y="2582863"/>
              <a:ext cx="203200" cy="119063"/>
            </a:xfrm>
            <a:custGeom>
              <a:avLst/>
              <a:gdLst/>
              <a:ahLst/>
              <a:cxnLst>
                <a:cxn ang="0">
                  <a:pos x="108" y="34"/>
                </a:cxn>
                <a:cxn ang="0">
                  <a:pos x="105" y="36"/>
                </a:cxn>
                <a:cxn ang="0">
                  <a:pos x="101" y="36"/>
                </a:cxn>
                <a:cxn ang="0">
                  <a:pos x="99" y="39"/>
                </a:cxn>
                <a:cxn ang="0">
                  <a:pos x="96" y="36"/>
                </a:cxn>
                <a:cxn ang="0">
                  <a:pos x="92" y="38"/>
                </a:cxn>
                <a:cxn ang="0">
                  <a:pos x="89" y="46"/>
                </a:cxn>
                <a:cxn ang="0">
                  <a:pos x="84" y="46"/>
                </a:cxn>
                <a:cxn ang="0">
                  <a:pos x="80" y="46"/>
                </a:cxn>
                <a:cxn ang="0">
                  <a:pos x="75" y="46"/>
                </a:cxn>
                <a:cxn ang="0">
                  <a:pos x="74" y="53"/>
                </a:cxn>
                <a:cxn ang="0">
                  <a:pos x="71" y="59"/>
                </a:cxn>
                <a:cxn ang="0">
                  <a:pos x="69" y="64"/>
                </a:cxn>
                <a:cxn ang="0">
                  <a:pos x="66" y="63"/>
                </a:cxn>
                <a:cxn ang="0">
                  <a:pos x="64" y="59"/>
                </a:cxn>
                <a:cxn ang="0">
                  <a:pos x="61" y="54"/>
                </a:cxn>
                <a:cxn ang="0">
                  <a:pos x="58" y="49"/>
                </a:cxn>
                <a:cxn ang="0">
                  <a:pos x="50" y="44"/>
                </a:cxn>
                <a:cxn ang="0">
                  <a:pos x="43" y="44"/>
                </a:cxn>
                <a:cxn ang="0">
                  <a:pos x="39" y="49"/>
                </a:cxn>
                <a:cxn ang="0">
                  <a:pos x="35" y="51"/>
                </a:cxn>
                <a:cxn ang="0">
                  <a:pos x="33" y="54"/>
                </a:cxn>
                <a:cxn ang="0">
                  <a:pos x="29" y="57"/>
                </a:cxn>
                <a:cxn ang="0">
                  <a:pos x="23" y="59"/>
                </a:cxn>
                <a:cxn ang="0">
                  <a:pos x="21" y="59"/>
                </a:cxn>
                <a:cxn ang="0">
                  <a:pos x="17" y="61"/>
                </a:cxn>
                <a:cxn ang="0">
                  <a:pos x="12" y="61"/>
                </a:cxn>
                <a:cxn ang="0">
                  <a:pos x="12" y="54"/>
                </a:cxn>
                <a:cxn ang="0">
                  <a:pos x="8" y="51"/>
                </a:cxn>
                <a:cxn ang="0">
                  <a:pos x="3" y="47"/>
                </a:cxn>
                <a:cxn ang="0">
                  <a:pos x="4" y="41"/>
                </a:cxn>
                <a:cxn ang="0">
                  <a:pos x="4" y="37"/>
                </a:cxn>
                <a:cxn ang="0">
                  <a:pos x="0" y="33"/>
                </a:cxn>
                <a:cxn ang="0">
                  <a:pos x="0" y="32"/>
                </a:cxn>
                <a:cxn ang="0">
                  <a:pos x="12" y="32"/>
                </a:cxn>
                <a:cxn ang="0">
                  <a:pos x="26" y="29"/>
                </a:cxn>
                <a:cxn ang="0">
                  <a:pos x="32" y="25"/>
                </a:cxn>
                <a:cxn ang="0">
                  <a:pos x="37" y="22"/>
                </a:cxn>
                <a:cxn ang="0">
                  <a:pos x="40" y="23"/>
                </a:cxn>
                <a:cxn ang="0">
                  <a:pos x="44" y="22"/>
                </a:cxn>
                <a:cxn ang="0">
                  <a:pos x="45" y="17"/>
                </a:cxn>
                <a:cxn ang="0">
                  <a:pos x="47" y="14"/>
                </a:cxn>
                <a:cxn ang="0">
                  <a:pos x="51" y="10"/>
                </a:cxn>
                <a:cxn ang="0">
                  <a:pos x="53" y="6"/>
                </a:cxn>
                <a:cxn ang="0">
                  <a:pos x="53" y="1"/>
                </a:cxn>
                <a:cxn ang="0">
                  <a:pos x="55" y="0"/>
                </a:cxn>
                <a:cxn ang="0">
                  <a:pos x="57" y="2"/>
                </a:cxn>
                <a:cxn ang="0">
                  <a:pos x="67" y="4"/>
                </a:cxn>
                <a:cxn ang="0">
                  <a:pos x="74" y="3"/>
                </a:cxn>
                <a:cxn ang="0">
                  <a:pos x="80" y="5"/>
                </a:cxn>
                <a:cxn ang="0">
                  <a:pos x="84" y="5"/>
                </a:cxn>
                <a:cxn ang="0">
                  <a:pos x="86" y="8"/>
                </a:cxn>
                <a:cxn ang="0">
                  <a:pos x="89" y="9"/>
                </a:cxn>
                <a:cxn ang="0">
                  <a:pos x="93" y="5"/>
                </a:cxn>
                <a:cxn ang="0">
                  <a:pos x="100" y="6"/>
                </a:cxn>
                <a:cxn ang="0">
                  <a:pos x="103" y="11"/>
                </a:cxn>
                <a:cxn ang="0">
                  <a:pos x="104" y="15"/>
                </a:cxn>
                <a:cxn ang="0">
                  <a:pos x="106" y="18"/>
                </a:cxn>
                <a:cxn ang="0">
                  <a:pos x="105" y="23"/>
                </a:cxn>
                <a:cxn ang="0">
                  <a:pos x="106" y="32"/>
                </a:cxn>
              </a:cxnLst>
              <a:rect l="0" t="0" r="r" b="b"/>
              <a:pathLst>
                <a:path w="108" h="64">
                  <a:moveTo>
                    <a:pt x="106" y="32"/>
                  </a:moveTo>
                  <a:cubicBezTo>
                    <a:pt x="106" y="33"/>
                    <a:pt x="107" y="33"/>
                    <a:pt x="108" y="34"/>
                  </a:cubicBezTo>
                  <a:cubicBezTo>
                    <a:pt x="107" y="34"/>
                    <a:pt x="107" y="34"/>
                    <a:pt x="107" y="35"/>
                  </a:cubicBezTo>
                  <a:cubicBezTo>
                    <a:pt x="107" y="35"/>
                    <a:pt x="106" y="35"/>
                    <a:pt x="105" y="36"/>
                  </a:cubicBezTo>
                  <a:cubicBezTo>
                    <a:pt x="105" y="36"/>
                    <a:pt x="103" y="35"/>
                    <a:pt x="103" y="35"/>
                  </a:cubicBezTo>
                  <a:cubicBezTo>
                    <a:pt x="102" y="35"/>
                    <a:pt x="101" y="35"/>
                    <a:pt x="101" y="36"/>
                  </a:cubicBezTo>
                  <a:cubicBezTo>
                    <a:pt x="101" y="36"/>
                    <a:pt x="101" y="37"/>
                    <a:pt x="101" y="38"/>
                  </a:cubicBezTo>
                  <a:cubicBezTo>
                    <a:pt x="101" y="38"/>
                    <a:pt x="100" y="39"/>
                    <a:pt x="99" y="39"/>
                  </a:cubicBezTo>
                  <a:cubicBezTo>
                    <a:pt x="99" y="39"/>
                    <a:pt x="98" y="38"/>
                    <a:pt x="98" y="38"/>
                  </a:cubicBezTo>
                  <a:cubicBezTo>
                    <a:pt x="97" y="37"/>
                    <a:pt x="97" y="37"/>
                    <a:pt x="96" y="36"/>
                  </a:cubicBezTo>
                  <a:cubicBezTo>
                    <a:pt x="96" y="36"/>
                    <a:pt x="95" y="36"/>
                    <a:pt x="94" y="36"/>
                  </a:cubicBezTo>
                  <a:cubicBezTo>
                    <a:pt x="93" y="37"/>
                    <a:pt x="92" y="38"/>
                    <a:pt x="92" y="38"/>
                  </a:cubicBezTo>
                  <a:cubicBezTo>
                    <a:pt x="92" y="39"/>
                    <a:pt x="91" y="41"/>
                    <a:pt x="91" y="42"/>
                  </a:cubicBezTo>
                  <a:cubicBezTo>
                    <a:pt x="91" y="43"/>
                    <a:pt x="90" y="46"/>
                    <a:pt x="89" y="46"/>
                  </a:cubicBezTo>
                  <a:cubicBezTo>
                    <a:pt x="88" y="47"/>
                    <a:pt x="87" y="47"/>
                    <a:pt x="86" y="47"/>
                  </a:cubicBezTo>
                  <a:cubicBezTo>
                    <a:pt x="86" y="47"/>
                    <a:pt x="85" y="46"/>
                    <a:pt x="84" y="46"/>
                  </a:cubicBezTo>
                  <a:cubicBezTo>
                    <a:pt x="84" y="46"/>
                    <a:pt x="83" y="47"/>
                    <a:pt x="83" y="47"/>
                  </a:cubicBezTo>
                  <a:cubicBezTo>
                    <a:pt x="82" y="47"/>
                    <a:pt x="80" y="46"/>
                    <a:pt x="80" y="46"/>
                  </a:cubicBezTo>
                  <a:cubicBezTo>
                    <a:pt x="79" y="45"/>
                    <a:pt x="78" y="45"/>
                    <a:pt x="77" y="45"/>
                  </a:cubicBezTo>
                  <a:cubicBezTo>
                    <a:pt x="76" y="45"/>
                    <a:pt x="75" y="46"/>
                    <a:pt x="75" y="46"/>
                  </a:cubicBezTo>
                  <a:cubicBezTo>
                    <a:pt x="75" y="47"/>
                    <a:pt x="74" y="49"/>
                    <a:pt x="74" y="50"/>
                  </a:cubicBezTo>
                  <a:cubicBezTo>
                    <a:pt x="74" y="50"/>
                    <a:pt x="75" y="52"/>
                    <a:pt x="74" y="53"/>
                  </a:cubicBezTo>
                  <a:cubicBezTo>
                    <a:pt x="74" y="54"/>
                    <a:pt x="73" y="55"/>
                    <a:pt x="73" y="56"/>
                  </a:cubicBezTo>
                  <a:cubicBezTo>
                    <a:pt x="73" y="57"/>
                    <a:pt x="71" y="58"/>
                    <a:pt x="71" y="59"/>
                  </a:cubicBezTo>
                  <a:cubicBezTo>
                    <a:pt x="70" y="60"/>
                    <a:pt x="70" y="62"/>
                    <a:pt x="70" y="62"/>
                  </a:cubicBezTo>
                  <a:cubicBezTo>
                    <a:pt x="70" y="63"/>
                    <a:pt x="69" y="64"/>
                    <a:pt x="69" y="64"/>
                  </a:cubicBezTo>
                  <a:cubicBezTo>
                    <a:pt x="68" y="64"/>
                    <a:pt x="68" y="63"/>
                    <a:pt x="67" y="63"/>
                  </a:cubicBezTo>
                  <a:cubicBezTo>
                    <a:pt x="67" y="63"/>
                    <a:pt x="67" y="63"/>
                    <a:pt x="66" y="63"/>
                  </a:cubicBezTo>
                  <a:cubicBezTo>
                    <a:pt x="66" y="62"/>
                    <a:pt x="66" y="62"/>
                    <a:pt x="66" y="62"/>
                  </a:cubicBezTo>
                  <a:cubicBezTo>
                    <a:pt x="65" y="61"/>
                    <a:pt x="65" y="59"/>
                    <a:pt x="64" y="59"/>
                  </a:cubicBezTo>
                  <a:cubicBezTo>
                    <a:pt x="64" y="58"/>
                    <a:pt x="62" y="57"/>
                    <a:pt x="62" y="57"/>
                  </a:cubicBezTo>
                  <a:cubicBezTo>
                    <a:pt x="62" y="56"/>
                    <a:pt x="62" y="55"/>
                    <a:pt x="61" y="54"/>
                  </a:cubicBezTo>
                  <a:cubicBezTo>
                    <a:pt x="61" y="54"/>
                    <a:pt x="60" y="53"/>
                    <a:pt x="59" y="52"/>
                  </a:cubicBezTo>
                  <a:cubicBezTo>
                    <a:pt x="59" y="52"/>
                    <a:pt x="58" y="50"/>
                    <a:pt x="58" y="49"/>
                  </a:cubicBezTo>
                  <a:cubicBezTo>
                    <a:pt x="57" y="48"/>
                    <a:pt x="56" y="47"/>
                    <a:pt x="55" y="47"/>
                  </a:cubicBezTo>
                  <a:cubicBezTo>
                    <a:pt x="54" y="46"/>
                    <a:pt x="51" y="44"/>
                    <a:pt x="50" y="44"/>
                  </a:cubicBezTo>
                  <a:cubicBezTo>
                    <a:pt x="49" y="43"/>
                    <a:pt x="47" y="43"/>
                    <a:pt x="46" y="43"/>
                  </a:cubicBezTo>
                  <a:cubicBezTo>
                    <a:pt x="45" y="43"/>
                    <a:pt x="44" y="43"/>
                    <a:pt x="43" y="44"/>
                  </a:cubicBezTo>
                  <a:cubicBezTo>
                    <a:pt x="42" y="44"/>
                    <a:pt x="41" y="46"/>
                    <a:pt x="40" y="47"/>
                  </a:cubicBezTo>
                  <a:cubicBezTo>
                    <a:pt x="40" y="47"/>
                    <a:pt x="39" y="49"/>
                    <a:pt x="39" y="49"/>
                  </a:cubicBezTo>
                  <a:cubicBezTo>
                    <a:pt x="38" y="50"/>
                    <a:pt x="38" y="51"/>
                    <a:pt x="37" y="51"/>
                  </a:cubicBezTo>
                  <a:cubicBezTo>
                    <a:pt x="37" y="51"/>
                    <a:pt x="36" y="51"/>
                    <a:pt x="35" y="51"/>
                  </a:cubicBezTo>
                  <a:cubicBezTo>
                    <a:pt x="35" y="51"/>
                    <a:pt x="34" y="52"/>
                    <a:pt x="33" y="52"/>
                  </a:cubicBezTo>
                  <a:cubicBezTo>
                    <a:pt x="33" y="52"/>
                    <a:pt x="34" y="54"/>
                    <a:pt x="33" y="54"/>
                  </a:cubicBezTo>
                  <a:cubicBezTo>
                    <a:pt x="33" y="55"/>
                    <a:pt x="32" y="56"/>
                    <a:pt x="32" y="56"/>
                  </a:cubicBezTo>
                  <a:cubicBezTo>
                    <a:pt x="31" y="56"/>
                    <a:pt x="30" y="57"/>
                    <a:pt x="29" y="57"/>
                  </a:cubicBezTo>
                  <a:cubicBezTo>
                    <a:pt x="29" y="57"/>
                    <a:pt x="28" y="59"/>
                    <a:pt x="27" y="59"/>
                  </a:cubicBezTo>
                  <a:cubicBezTo>
                    <a:pt x="26" y="59"/>
                    <a:pt x="24" y="58"/>
                    <a:pt x="23" y="59"/>
                  </a:cubicBezTo>
                  <a:cubicBezTo>
                    <a:pt x="23" y="59"/>
                    <a:pt x="22" y="59"/>
                    <a:pt x="22" y="59"/>
                  </a:cubicBezTo>
                  <a:cubicBezTo>
                    <a:pt x="22" y="59"/>
                    <a:pt x="21" y="59"/>
                    <a:pt x="21" y="59"/>
                  </a:cubicBezTo>
                  <a:cubicBezTo>
                    <a:pt x="21" y="59"/>
                    <a:pt x="19" y="59"/>
                    <a:pt x="19" y="59"/>
                  </a:cubicBezTo>
                  <a:cubicBezTo>
                    <a:pt x="18" y="59"/>
                    <a:pt x="18" y="61"/>
                    <a:pt x="17" y="61"/>
                  </a:cubicBezTo>
                  <a:cubicBezTo>
                    <a:pt x="17" y="62"/>
                    <a:pt x="16" y="62"/>
                    <a:pt x="15" y="62"/>
                  </a:cubicBezTo>
                  <a:cubicBezTo>
                    <a:pt x="14" y="62"/>
                    <a:pt x="13" y="61"/>
                    <a:pt x="12" y="61"/>
                  </a:cubicBezTo>
                  <a:cubicBezTo>
                    <a:pt x="12" y="60"/>
                    <a:pt x="12" y="58"/>
                    <a:pt x="12" y="57"/>
                  </a:cubicBezTo>
                  <a:cubicBezTo>
                    <a:pt x="12" y="56"/>
                    <a:pt x="12" y="54"/>
                    <a:pt x="12" y="54"/>
                  </a:cubicBezTo>
                  <a:cubicBezTo>
                    <a:pt x="12" y="53"/>
                    <a:pt x="10" y="51"/>
                    <a:pt x="10" y="51"/>
                  </a:cubicBezTo>
                  <a:cubicBezTo>
                    <a:pt x="9" y="51"/>
                    <a:pt x="8" y="51"/>
                    <a:pt x="8" y="51"/>
                  </a:cubicBezTo>
                  <a:cubicBezTo>
                    <a:pt x="7" y="51"/>
                    <a:pt x="4" y="51"/>
                    <a:pt x="4" y="50"/>
                  </a:cubicBezTo>
                  <a:cubicBezTo>
                    <a:pt x="3" y="49"/>
                    <a:pt x="3" y="48"/>
                    <a:pt x="3" y="47"/>
                  </a:cubicBezTo>
                  <a:cubicBezTo>
                    <a:pt x="2" y="46"/>
                    <a:pt x="2" y="44"/>
                    <a:pt x="3" y="43"/>
                  </a:cubicBezTo>
                  <a:cubicBezTo>
                    <a:pt x="3" y="42"/>
                    <a:pt x="3" y="41"/>
                    <a:pt x="4" y="41"/>
                  </a:cubicBezTo>
                  <a:cubicBezTo>
                    <a:pt x="4" y="40"/>
                    <a:pt x="5" y="39"/>
                    <a:pt x="5" y="39"/>
                  </a:cubicBezTo>
                  <a:cubicBezTo>
                    <a:pt x="5" y="38"/>
                    <a:pt x="5" y="37"/>
                    <a:pt x="4" y="37"/>
                  </a:cubicBezTo>
                  <a:cubicBezTo>
                    <a:pt x="4" y="37"/>
                    <a:pt x="3" y="36"/>
                    <a:pt x="2" y="36"/>
                  </a:cubicBezTo>
                  <a:cubicBezTo>
                    <a:pt x="2" y="35"/>
                    <a:pt x="1" y="34"/>
                    <a:pt x="0" y="33"/>
                  </a:cubicBezTo>
                  <a:cubicBezTo>
                    <a:pt x="0" y="33"/>
                    <a:pt x="0" y="32"/>
                    <a:pt x="0" y="32"/>
                  </a:cubicBezTo>
                  <a:cubicBezTo>
                    <a:pt x="0" y="32"/>
                    <a:pt x="0" y="32"/>
                    <a:pt x="0" y="32"/>
                  </a:cubicBezTo>
                  <a:cubicBezTo>
                    <a:pt x="2" y="32"/>
                    <a:pt x="4" y="32"/>
                    <a:pt x="6" y="32"/>
                  </a:cubicBezTo>
                  <a:cubicBezTo>
                    <a:pt x="7" y="32"/>
                    <a:pt x="10" y="32"/>
                    <a:pt x="12" y="32"/>
                  </a:cubicBezTo>
                  <a:cubicBezTo>
                    <a:pt x="13" y="32"/>
                    <a:pt x="17" y="32"/>
                    <a:pt x="18" y="31"/>
                  </a:cubicBezTo>
                  <a:cubicBezTo>
                    <a:pt x="20" y="31"/>
                    <a:pt x="24" y="30"/>
                    <a:pt x="26" y="29"/>
                  </a:cubicBezTo>
                  <a:cubicBezTo>
                    <a:pt x="27" y="28"/>
                    <a:pt x="29" y="27"/>
                    <a:pt x="30" y="26"/>
                  </a:cubicBezTo>
                  <a:cubicBezTo>
                    <a:pt x="31" y="26"/>
                    <a:pt x="31" y="25"/>
                    <a:pt x="32" y="25"/>
                  </a:cubicBezTo>
                  <a:cubicBezTo>
                    <a:pt x="32" y="24"/>
                    <a:pt x="34" y="24"/>
                    <a:pt x="34" y="23"/>
                  </a:cubicBezTo>
                  <a:cubicBezTo>
                    <a:pt x="35" y="23"/>
                    <a:pt x="36" y="22"/>
                    <a:pt x="37" y="22"/>
                  </a:cubicBezTo>
                  <a:cubicBezTo>
                    <a:pt x="37" y="22"/>
                    <a:pt x="38" y="22"/>
                    <a:pt x="39" y="22"/>
                  </a:cubicBezTo>
                  <a:cubicBezTo>
                    <a:pt x="39" y="22"/>
                    <a:pt x="40" y="23"/>
                    <a:pt x="40" y="23"/>
                  </a:cubicBezTo>
                  <a:cubicBezTo>
                    <a:pt x="41" y="23"/>
                    <a:pt x="42" y="23"/>
                    <a:pt x="42" y="23"/>
                  </a:cubicBezTo>
                  <a:cubicBezTo>
                    <a:pt x="43" y="23"/>
                    <a:pt x="43" y="22"/>
                    <a:pt x="44" y="22"/>
                  </a:cubicBezTo>
                  <a:cubicBezTo>
                    <a:pt x="44" y="21"/>
                    <a:pt x="44" y="20"/>
                    <a:pt x="44" y="19"/>
                  </a:cubicBezTo>
                  <a:cubicBezTo>
                    <a:pt x="44" y="19"/>
                    <a:pt x="45" y="18"/>
                    <a:pt x="45" y="17"/>
                  </a:cubicBezTo>
                  <a:cubicBezTo>
                    <a:pt x="45" y="17"/>
                    <a:pt x="45" y="16"/>
                    <a:pt x="46" y="15"/>
                  </a:cubicBezTo>
                  <a:cubicBezTo>
                    <a:pt x="46" y="15"/>
                    <a:pt x="47" y="14"/>
                    <a:pt x="47" y="14"/>
                  </a:cubicBezTo>
                  <a:cubicBezTo>
                    <a:pt x="48" y="13"/>
                    <a:pt x="49" y="13"/>
                    <a:pt x="49" y="13"/>
                  </a:cubicBezTo>
                  <a:cubicBezTo>
                    <a:pt x="50" y="12"/>
                    <a:pt x="51" y="10"/>
                    <a:pt x="51" y="10"/>
                  </a:cubicBezTo>
                  <a:cubicBezTo>
                    <a:pt x="51" y="9"/>
                    <a:pt x="52" y="9"/>
                    <a:pt x="53" y="8"/>
                  </a:cubicBezTo>
                  <a:cubicBezTo>
                    <a:pt x="53" y="8"/>
                    <a:pt x="53" y="6"/>
                    <a:pt x="53" y="6"/>
                  </a:cubicBezTo>
                  <a:cubicBezTo>
                    <a:pt x="53" y="5"/>
                    <a:pt x="52" y="4"/>
                    <a:pt x="52" y="3"/>
                  </a:cubicBezTo>
                  <a:cubicBezTo>
                    <a:pt x="52" y="3"/>
                    <a:pt x="53" y="2"/>
                    <a:pt x="53" y="1"/>
                  </a:cubicBezTo>
                  <a:cubicBezTo>
                    <a:pt x="54" y="1"/>
                    <a:pt x="54" y="0"/>
                    <a:pt x="55" y="0"/>
                  </a:cubicBezTo>
                  <a:cubicBezTo>
                    <a:pt x="55" y="0"/>
                    <a:pt x="55" y="0"/>
                    <a:pt x="55" y="0"/>
                  </a:cubicBezTo>
                  <a:cubicBezTo>
                    <a:pt x="55" y="0"/>
                    <a:pt x="56" y="1"/>
                    <a:pt x="56" y="1"/>
                  </a:cubicBezTo>
                  <a:cubicBezTo>
                    <a:pt x="56" y="1"/>
                    <a:pt x="57" y="2"/>
                    <a:pt x="57" y="2"/>
                  </a:cubicBezTo>
                  <a:cubicBezTo>
                    <a:pt x="58" y="3"/>
                    <a:pt x="60" y="3"/>
                    <a:pt x="62" y="4"/>
                  </a:cubicBezTo>
                  <a:cubicBezTo>
                    <a:pt x="63" y="4"/>
                    <a:pt x="65" y="4"/>
                    <a:pt x="67" y="4"/>
                  </a:cubicBezTo>
                  <a:cubicBezTo>
                    <a:pt x="68" y="5"/>
                    <a:pt x="70" y="5"/>
                    <a:pt x="71" y="4"/>
                  </a:cubicBezTo>
                  <a:cubicBezTo>
                    <a:pt x="72" y="4"/>
                    <a:pt x="73" y="3"/>
                    <a:pt x="74" y="3"/>
                  </a:cubicBezTo>
                  <a:cubicBezTo>
                    <a:pt x="75" y="3"/>
                    <a:pt x="77" y="3"/>
                    <a:pt x="78" y="4"/>
                  </a:cubicBezTo>
                  <a:cubicBezTo>
                    <a:pt x="79" y="4"/>
                    <a:pt x="79" y="5"/>
                    <a:pt x="80" y="5"/>
                  </a:cubicBezTo>
                  <a:cubicBezTo>
                    <a:pt x="81" y="5"/>
                    <a:pt x="82" y="6"/>
                    <a:pt x="82" y="6"/>
                  </a:cubicBezTo>
                  <a:cubicBezTo>
                    <a:pt x="83" y="6"/>
                    <a:pt x="84" y="5"/>
                    <a:pt x="84" y="5"/>
                  </a:cubicBezTo>
                  <a:cubicBezTo>
                    <a:pt x="85" y="6"/>
                    <a:pt x="85" y="6"/>
                    <a:pt x="86" y="6"/>
                  </a:cubicBezTo>
                  <a:cubicBezTo>
                    <a:pt x="86" y="7"/>
                    <a:pt x="86" y="8"/>
                    <a:pt x="86" y="8"/>
                  </a:cubicBezTo>
                  <a:cubicBezTo>
                    <a:pt x="86" y="9"/>
                    <a:pt x="87" y="10"/>
                    <a:pt x="88" y="10"/>
                  </a:cubicBezTo>
                  <a:cubicBezTo>
                    <a:pt x="88" y="10"/>
                    <a:pt x="89" y="9"/>
                    <a:pt x="89" y="9"/>
                  </a:cubicBezTo>
                  <a:cubicBezTo>
                    <a:pt x="90" y="9"/>
                    <a:pt x="91" y="8"/>
                    <a:pt x="91" y="7"/>
                  </a:cubicBezTo>
                  <a:cubicBezTo>
                    <a:pt x="92" y="7"/>
                    <a:pt x="92" y="6"/>
                    <a:pt x="93" y="5"/>
                  </a:cubicBezTo>
                  <a:cubicBezTo>
                    <a:pt x="94" y="5"/>
                    <a:pt x="96" y="5"/>
                    <a:pt x="97" y="5"/>
                  </a:cubicBezTo>
                  <a:cubicBezTo>
                    <a:pt x="97" y="6"/>
                    <a:pt x="99" y="6"/>
                    <a:pt x="100" y="6"/>
                  </a:cubicBezTo>
                  <a:cubicBezTo>
                    <a:pt x="100" y="6"/>
                    <a:pt x="102" y="7"/>
                    <a:pt x="102" y="8"/>
                  </a:cubicBezTo>
                  <a:cubicBezTo>
                    <a:pt x="103" y="8"/>
                    <a:pt x="103" y="10"/>
                    <a:pt x="103" y="11"/>
                  </a:cubicBezTo>
                  <a:cubicBezTo>
                    <a:pt x="104" y="11"/>
                    <a:pt x="104" y="11"/>
                    <a:pt x="105" y="12"/>
                  </a:cubicBezTo>
                  <a:cubicBezTo>
                    <a:pt x="105" y="13"/>
                    <a:pt x="104" y="14"/>
                    <a:pt x="104" y="15"/>
                  </a:cubicBezTo>
                  <a:cubicBezTo>
                    <a:pt x="104" y="16"/>
                    <a:pt x="104" y="17"/>
                    <a:pt x="104" y="17"/>
                  </a:cubicBezTo>
                  <a:cubicBezTo>
                    <a:pt x="105" y="17"/>
                    <a:pt x="106" y="18"/>
                    <a:pt x="106" y="18"/>
                  </a:cubicBezTo>
                  <a:cubicBezTo>
                    <a:pt x="106" y="19"/>
                    <a:pt x="107" y="19"/>
                    <a:pt x="107" y="20"/>
                  </a:cubicBezTo>
                  <a:cubicBezTo>
                    <a:pt x="106" y="21"/>
                    <a:pt x="105" y="22"/>
                    <a:pt x="105" y="23"/>
                  </a:cubicBezTo>
                  <a:cubicBezTo>
                    <a:pt x="104" y="24"/>
                    <a:pt x="105" y="26"/>
                    <a:pt x="105" y="27"/>
                  </a:cubicBezTo>
                  <a:cubicBezTo>
                    <a:pt x="105" y="29"/>
                    <a:pt x="105" y="31"/>
                    <a:pt x="106" y="32"/>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6" name="Freeform 316"/>
            <p:cNvSpPr>
              <a:spLocks/>
            </p:cNvSpPr>
            <p:nvPr/>
          </p:nvSpPr>
          <p:spPr bwMode="auto">
            <a:xfrm>
              <a:off x="744538" y="2517775"/>
              <a:ext cx="123825" cy="87313"/>
            </a:xfrm>
            <a:custGeom>
              <a:avLst/>
              <a:gdLst/>
              <a:ahLst/>
              <a:cxnLst>
                <a:cxn ang="0">
                  <a:pos x="66" y="30"/>
                </a:cxn>
                <a:cxn ang="0">
                  <a:pos x="64" y="35"/>
                </a:cxn>
                <a:cxn ang="0">
                  <a:pos x="61" y="38"/>
                </a:cxn>
                <a:cxn ang="0">
                  <a:pos x="58" y="41"/>
                </a:cxn>
                <a:cxn ang="0">
                  <a:pos x="54" y="44"/>
                </a:cxn>
                <a:cxn ang="0">
                  <a:pos x="52" y="46"/>
                </a:cxn>
                <a:cxn ang="0">
                  <a:pos x="49" y="42"/>
                </a:cxn>
                <a:cxn ang="0">
                  <a:pos x="44" y="39"/>
                </a:cxn>
                <a:cxn ang="0">
                  <a:pos x="38" y="41"/>
                </a:cxn>
                <a:cxn ang="0">
                  <a:pos x="35" y="44"/>
                </a:cxn>
                <a:cxn ang="0">
                  <a:pos x="33" y="40"/>
                </a:cxn>
                <a:cxn ang="0">
                  <a:pos x="29" y="40"/>
                </a:cxn>
                <a:cxn ang="0">
                  <a:pos x="25" y="38"/>
                </a:cxn>
                <a:cxn ang="0">
                  <a:pos x="18" y="38"/>
                </a:cxn>
                <a:cxn ang="0">
                  <a:pos x="9" y="38"/>
                </a:cxn>
                <a:cxn ang="0">
                  <a:pos x="3" y="35"/>
                </a:cxn>
                <a:cxn ang="0">
                  <a:pos x="3" y="32"/>
                </a:cxn>
                <a:cxn ang="0">
                  <a:pos x="4" y="27"/>
                </a:cxn>
                <a:cxn ang="0">
                  <a:pos x="3" y="22"/>
                </a:cxn>
                <a:cxn ang="0">
                  <a:pos x="1" y="17"/>
                </a:cxn>
                <a:cxn ang="0">
                  <a:pos x="1" y="15"/>
                </a:cxn>
                <a:cxn ang="0">
                  <a:pos x="3" y="13"/>
                </a:cxn>
                <a:cxn ang="0">
                  <a:pos x="0" y="11"/>
                </a:cxn>
                <a:cxn ang="0">
                  <a:pos x="1" y="8"/>
                </a:cxn>
                <a:cxn ang="0">
                  <a:pos x="1" y="3"/>
                </a:cxn>
                <a:cxn ang="0">
                  <a:pos x="4" y="0"/>
                </a:cxn>
                <a:cxn ang="0">
                  <a:pos x="5" y="1"/>
                </a:cxn>
                <a:cxn ang="0">
                  <a:pos x="8" y="2"/>
                </a:cxn>
                <a:cxn ang="0">
                  <a:pos x="12" y="3"/>
                </a:cxn>
                <a:cxn ang="0">
                  <a:pos x="14" y="2"/>
                </a:cxn>
                <a:cxn ang="0">
                  <a:pos x="17" y="3"/>
                </a:cxn>
                <a:cxn ang="0">
                  <a:pos x="21" y="2"/>
                </a:cxn>
                <a:cxn ang="0">
                  <a:pos x="24" y="2"/>
                </a:cxn>
                <a:cxn ang="0">
                  <a:pos x="26" y="5"/>
                </a:cxn>
                <a:cxn ang="0">
                  <a:pos x="29" y="2"/>
                </a:cxn>
                <a:cxn ang="0">
                  <a:pos x="33" y="6"/>
                </a:cxn>
                <a:cxn ang="0">
                  <a:pos x="38" y="11"/>
                </a:cxn>
                <a:cxn ang="0">
                  <a:pos x="44" y="12"/>
                </a:cxn>
                <a:cxn ang="0">
                  <a:pos x="50" y="9"/>
                </a:cxn>
                <a:cxn ang="0">
                  <a:pos x="55" y="11"/>
                </a:cxn>
                <a:cxn ang="0">
                  <a:pos x="58" y="8"/>
                </a:cxn>
                <a:cxn ang="0">
                  <a:pos x="63" y="9"/>
                </a:cxn>
                <a:cxn ang="0">
                  <a:pos x="64" y="13"/>
                </a:cxn>
                <a:cxn ang="0">
                  <a:pos x="66" y="24"/>
                </a:cxn>
              </a:cxnLst>
              <a:rect l="0" t="0" r="r" b="b"/>
              <a:pathLst>
                <a:path w="66" h="46">
                  <a:moveTo>
                    <a:pt x="66" y="24"/>
                  </a:moveTo>
                  <a:cubicBezTo>
                    <a:pt x="66" y="25"/>
                    <a:pt x="66" y="28"/>
                    <a:pt x="66" y="30"/>
                  </a:cubicBezTo>
                  <a:cubicBezTo>
                    <a:pt x="66" y="31"/>
                    <a:pt x="66" y="32"/>
                    <a:pt x="65" y="33"/>
                  </a:cubicBezTo>
                  <a:cubicBezTo>
                    <a:pt x="65" y="34"/>
                    <a:pt x="65" y="35"/>
                    <a:pt x="64" y="35"/>
                  </a:cubicBezTo>
                  <a:cubicBezTo>
                    <a:pt x="64" y="36"/>
                    <a:pt x="63" y="37"/>
                    <a:pt x="62" y="37"/>
                  </a:cubicBezTo>
                  <a:cubicBezTo>
                    <a:pt x="62" y="37"/>
                    <a:pt x="61" y="38"/>
                    <a:pt x="61" y="38"/>
                  </a:cubicBezTo>
                  <a:cubicBezTo>
                    <a:pt x="60" y="38"/>
                    <a:pt x="59" y="38"/>
                    <a:pt x="59" y="39"/>
                  </a:cubicBezTo>
                  <a:cubicBezTo>
                    <a:pt x="59" y="39"/>
                    <a:pt x="58" y="40"/>
                    <a:pt x="58" y="41"/>
                  </a:cubicBezTo>
                  <a:cubicBezTo>
                    <a:pt x="58" y="41"/>
                    <a:pt x="57" y="42"/>
                    <a:pt x="57" y="42"/>
                  </a:cubicBezTo>
                  <a:cubicBezTo>
                    <a:pt x="56" y="43"/>
                    <a:pt x="55" y="43"/>
                    <a:pt x="54" y="44"/>
                  </a:cubicBezTo>
                  <a:cubicBezTo>
                    <a:pt x="53" y="44"/>
                    <a:pt x="53" y="45"/>
                    <a:pt x="52" y="45"/>
                  </a:cubicBezTo>
                  <a:cubicBezTo>
                    <a:pt x="52" y="45"/>
                    <a:pt x="52" y="46"/>
                    <a:pt x="52" y="46"/>
                  </a:cubicBezTo>
                  <a:cubicBezTo>
                    <a:pt x="51" y="45"/>
                    <a:pt x="51" y="45"/>
                    <a:pt x="50" y="45"/>
                  </a:cubicBezTo>
                  <a:cubicBezTo>
                    <a:pt x="50" y="44"/>
                    <a:pt x="50" y="42"/>
                    <a:pt x="49" y="42"/>
                  </a:cubicBezTo>
                  <a:cubicBezTo>
                    <a:pt x="49" y="41"/>
                    <a:pt x="47" y="40"/>
                    <a:pt x="47" y="40"/>
                  </a:cubicBezTo>
                  <a:cubicBezTo>
                    <a:pt x="46" y="40"/>
                    <a:pt x="44" y="40"/>
                    <a:pt x="44" y="39"/>
                  </a:cubicBezTo>
                  <a:cubicBezTo>
                    <a:pt x="43" y="39"/>
                    <a:pt x="41" y="39"/>
                    <a:pt x="40" y="39"/>
                  </a:cubicBezTo>
                  <a:cubicBezTo>
                    <a:pt x="39" y="40"/>
                    <a:pt x="39" y="41"/>
                    <a:pt x="38" y="41"/>
                  </a:cubicBezTo>
                  <a:cubicBezTo>
                    <a:pt x="38" y="42"/>
                    <a:pt x="37" y="43"/>
                    <a:pt x="36" y="43"/>
                  </a:cubicBezTo>
                  <a:cubicBezTo>
                    <a:pt x="36" y="43"/>
                    <a:pt x="35" y="44"/>
                    <a:pt x="35" y="44"/>
                  </a:cubicBezTo>
                  <a:cubicBezTo>
                    <a:pt x="34" y="44"/>
                    <a:pt x="33" y="43"/>
                    <a:pt x="33" y="42"/>
                  </a:cubicBezTo>
                  <a:cubicBezTo>
                    <a:pt x="33" y="42"/>
                    <a:pt x="33" y="41"/>
                    <a:pt x="33" y="40"/>
                  </a:cubicBezTo>
                  <a:cubicBezTo>
                    <a:pt x="32" y="40"/>
                    <a:pt x="32" y="40"/>
                    <a:pt x="31" y="39"/>
                  </a:cubicBezTo>
                  <a:cubicBezTo>
                    <a:pt x="31" y="39"/>
                    <a:pt x="30" y="40"/>
                    <a:pt x="29" y="40"/>
                  </a:cubicBezTo>
                  <a:cubicBezTo>
                    <a:pt x="29" y="40"/>
                    <a:pt x="28" y="39"/>
                    <a:pt x="27" y="39"/>
                  </a:cubicBezTo>
                  <a:cubicBezTo>
                    <a:pt x="26" y="39"/>
                    <a:pt x="26" y="38"/>
                    <a:pt x="25" y="38"/>
                  </a:cubicBezTo>
                  <a:cubicBezTo>
                    <a:pt x="24" y="37"/>
                    <a:pt x="22" y="37"/>
                    <a:pt x="21" y="37"/>
                  </a:cubicBezTo>
                  <a:cubicBezTo>
                    <a:pt x="20" y="37"/>
                    <a:pt x="19" y="38"/>
                    <a:pt x="18" y="38"/>
                  </a:cubicBezTo>
                  <a:cubicBezTo>
                    <a:pt x="17" y="39"/>
                    <a:pt x="15" y="39"/>
                    <a:pt x="14" y="38"/>
                  </a:cubicBezTo>
                  <a:cubicBezTo>
                    <a:pt x="12" y="38"/>
                    <a:pt x="10" y="38"/>
                    <a:pt x="9" y="38"/>
                  </a:cubicBezTo>
                  <a:cubicBezTo>
                    <a:pt x="7" y="37"/>
                    <a:pt x="5" y="37"/>
                    <a:pt x="4" y="36"/>
                  </a:cubicBezTo>
                  <a:cubicBezTo>
                    <a:pt x="4" y="36"/>
                    <a:pt x="3" y="35"/>
                    <a:pt x="3" y="35"/>
                  </a:cubicBezTo>
                  <a:cubicBezTo>
                    <a:pt x="3" y="35"/>
                    <a:pt x="2" y="34"/>
                    <a:pt x="2" y="34"/>
                  </a:cubicBezTo>
                  <a:cubicBezTo>
                    <a:pt x="2" y="33"/>
                    <a:pt x="3" y="32"/>
                    <a:pt x="3" y="32"/>
                  </a:cubicBezTo>
                  <a:cubicBezTo>
                    <a:pt x="3" y="31"/>
                    <a:pt x="3" y="30"/>
                    <a:pt x="3" y="30"/>
                  </a:cubicBezTo>
                  <a:cubicBezTo>
                    <a:pt x="3" y="29"/>
                    <a:pt x="4" y="28"/>
                    <a:pt x="4" y="27"/>
                  </a:cubicBezTo>
                  <a:cubicBezTo>
                    <a:pt x="4" y="26"/>
                    <a:pt x="4" y="25"/>
                    <a:pt x="4" y="24"/>
                  </a:cubicBezTo>
                  <a:cubicBezTo>
                    <a:pt x="4" y="23"/>
                    <a:pt x="3" y="22"/>
                    <a:pt x="3" y="22"/>
                  </a:cubicBezTo>
                  <a:cubicBezTo>
                    <a:pt x="3" y="21"/>
                    <a:pt x="2" y="19"/>
                    <a:pt x="2" y="19"/>
                  </a:cubicBezTo>
                  <a:cubicBezTo>
                    <a:pt x="2" y="18"/>
                    <a:pt x="1" y="18"/>
                    <a:pt x="1" y="17"/>
                  </a:cubicBezTo>
                  <a:cubicBezTo>
                    <a:pt x="1" y="17"/>
                    <a:pt x="1" y="16"/>
                    <a:pt x="1" y="16"/>
                  </a:cubicBezTo>
                  <a:cubicBezTo>
                    <a:pt x="1" y="16"/>
                    <a:pt x="1" y="15"/>
                    <a:pt x="1" y="15"/>
                  </a:cubicBezTo>
                  <a:cubicBezTo>
                    <a:pt x="1" y="15"/>
                    <a:pt x="2" y="15"/>
                    <a:pt x="3" y="14"/>
                  </a:cubicBezTo>
                  <a:cubicBezTo>
                    <a:pt x="3" y="14"/>
                    <a:pt x="3" y="14"/>
                    <a:pt x="3" y="13"/>
                  </a:cubicBezTo>
                  <a:cubicBezTo>
                    <a:pt x="3" y="13"/>
                    <a:pt x="3" y="12"/>
                    <a:pt x="2" y="12"/>
                  </a:cubicBezTo>
                  <a:cubicBezTo>
                    <a:pt x="2" y="12"/>
                    <a:pt x="1" y="11"/>
                    <a:pt x="0" y="11"/>
                  </a:cubicBezTo>
                  <a:cubicBezTo>
                    <a:pt x="0" y="11"/>
                    <a:pt x="0" y="10"/>
                    <a:pt x="0" y="9"/>
                  </a:cubicBezTo>
                  <a:cubicBezTo>
                    <a:pt x="0" y="9"/>
                    <a:pt x="0" y="8"/>
                    <a:pt x="1" y="8"/>
                  </a:cubicBezTo>
                  <a:cubicBezTo>
                    <a:pt x="1" y="7"/>
                    <a:pt x="1" y="6"/>
                    <a:pt x="1" y="5"/>
                  </a:cubicBezTo>
                  <a:cubicBezTo>
                    <a:pt x="1" y="5"/>
                    <a:pt x="1" y="3"/>
                    <a:pt x="1" y="3"/>
                  </a:cubicBezTo>
                  <a:cubicBezTo>
                    <a:pt x="1" y="2"/>
                    <a:pt x="1" y="1"/>
                    <a:pt x="1" y="0"/>
                  </a:cubicBezTo>
                  <a:cubicBezTo>
                    <a:pt x="2" y="0"/>
                    <a:pt x="3" y="1"/>
                    <a:pt x="4" y="0"/>
                  </a:cubicBezTo>
                  <a:cubicBezTo>
                    <a:pt x="4" y="0"/>
                    <a:pt x="4" y="0"/>
                    <a:pt x="4" y="0"/>
                  </a:cubicBezTo>
                  <a:cubicBezTo>
                    <a:pt x="5" y="0"/>
                    <a:pt x="5" y="1"/>
                    <a:pt x="5" y="1"/>
                  </a:cubicBezTo>
                  <a:cubicBezTo>
                    <a:pt x="5" y="1"/>
                    <a:pt x="6" y="2"/>
                    <a:pt x="6" y="3"/>
                  </a:cubicBezTo>
                  <a:cubicBezTo>
                    <a:pt x="7" y="3"/>
                    <a:pt x="8" y="2"/>
                    <a:pt x="8" y="2"/>
                  </a:cubicBezTo>
                  <a:cubicBezTo>
                    <a:pt x="9" y="2"/>
                    <a:pt x="10" y="4"/>
                    <a:pt x="11" y="4"/>
                  </a:cubicBezTo>
                  <a:cubicBezTo>
                    <a:pt x="11" y="3"/>
                    <a:pt x="11" y="3"/>
                    <a:pt x="12" y="3"/>
                  </a:cubicBezTo>
                  <a:cubicBezTo>
                    <a:pt x="12" y="2"/>
                    <a:pt x="13" y="2"/>
                    <a:pt x="13" y="2"/>
                  </a:cubicBezTo>
                  <a:cubicBezTo>
                    <a:pt x="13" y="2"/>
                    <a:pt x="14" y="2"/>
                    <a:pt x="14" y="2"/>
                  </a:cubicBezTo>
                  <a:cubicBezTo>
                    <a:pt x="15" y="2"/>
                    <a:pt x="15" y="3"/>
                    <a:pt x="15" y="4"/>
                  </a:cubicBezTo>
                  <a:cubicBezTo>
                    <a:pt x="16" y="4"/>
                    <a:pt x="17" y="3"/>
                    <a:pt x="17" y="3"/>
                  </a:cubicBezTo>
                  <a:cubicBezTo>
                    <a:pt x="18" y="3"/>
                    <a:pt x="19" y="2"/>
                    <a:pt x="19" y="2"/>
                  </a:cubicBezTo>
                  <a:cubicBezTo>
                    <a:pt x="20" y="2"/>
                    <a:pt x="20" y="2"/>
                    <a:pt x="21" y="2"/>
                  </a:cubicBezTo>
                  <a:cubicBezTo>
                    <a:pt x="21" y="2"/>
                    <a:pt x="22" y="1"/>
                    <a:pt x="22" y="1"/>
                  </a:cubicBezTo>
                  <a:cubicBezTo>
                    <a:pt x="23" y="1"/>
                    <a:pt x="23" y="2"/>
                    <a:pt x="24" y="2"/>
                  </a:cubicBezTo>
                  <a:cubicBezTo>
                    <a:pt x="24" y="3"/>
                    <a:pt x="25" y="3"/>
                    <a:pt x="25" y="3"/>
                  </a:cubicBezTo>
                  <a:cubicBezTo>
                    <a:pt x="25" y="4"/>
                    <a:pt x="26" y="5"/>
                    <a:pt x="26" y="5"/>
                  </a:cubicBezTo>
                  <a:cubicBezTo>
                    <a:pt x="27" y="5"/>
                    <a:pt x="28" y="4"/>
                    <a:pt x="28" y="4"/>
                  </a:cubicBezTo>
                  <a:cubicBezTo>
                    <a:pt x="28" y="4"/>
                    <a:pt x="29" y="3"/>
                    <a:pt x="29" y="2"/>
                  </a:cubicBezTo>
                  <a:cubicBezTo>
                    <a:pt x="30" y="2"/>
                    <a:pt x="31" y="3"/>
                    <a:pt x="32" y="3"/>
                  </a:cubicBezTo>
                  <a:cubicBezTo>
                    <a:pt x="33" y="4"/>
                    <a:pt x="33" y="5"/>
                    <a:pt x="33" y="6"/>
                  </a:cubicBezTo>
                  <a:cubicBezTo>
                    <a:pt x="33" y="7"/>
                    <a:pt x="34" y="9"/>
                    <a:pt x="35" y="9"/>
                  </a:cubicBezTo>
                  <a:cubicBezTo>
                    <a:pt x="36" y="10"/>
                    <a:pt x="38" y="11"/>
                    <a:pt x="38" y="11"/>
                  </a:cubicBezTo>
                  <a:cubicBezTo>
                    <a:pt x="39" y="12"/>
                    <a:pt x="40" y="13"/>
                    <a:pt x="41" y="13"/>
                  </a:cubicBezTo>
                  <a:cubicBezTo>
                    <a:pt x="42" y="13"/>
                    <a:pt x="43" y="12"/>
                    <a:pt x="44" y="12"/>
                  </a:cubicBezTo>
                  <a:cubicBezTo>
                    <a:pt x="45" y="12"/>
                    <a:pt x="46" y="11"/>
                    <a:pt x="46" y="11"/>
                  </a:cubicBezTo>
                  <a:cubicBezTo>
                    <a:pt x="47" y="11"/>
                    <a:pt x="49" y="10"/>
                    <a:pt x="50" y="9"/>
                  </a:cubicBezTo>
                  <a:cubicBezTo>
                    <a:pt x="51" y="9"/>
                    <a:pt x="52" y="9"/>
                    <a:pt x="52" y="9"/>
                  </a:cubicBezTo>
                  <a:cubicBezTo>
                    <a:pt x="53" y="10"/>
                    <a:pt x="54" y="10"/>
                    <a:pt x="55" y="11"/>
                  </a:cubicBezTo>
                  <a:cubicBezTo>
                    <a:pt x="56" y="11"/>
                    <a:pt x="57" y="11"/>
                    <a:pt x="57" y="10"/>
                  </a:cubicBezTo>
                  <a:cubicBezTo>
                    <a:pt x="58" y="10"/>
                    <a:pt x="58" y="9"/>
                    <a:pt x="58" y="8"/>
                  </a:cubicBezTo>
                  <a:cubicBezTo>
                    <a:pt x="58" y="8"/>
                    <a:pt x="60" y="8"/>
                    <a:pt x="60" y="8"/>
                  </a:cubicBezTo>
                  <a:cubicBezTo>
                    <a:pt x="61" y="8"/>
                    <a:pt x="62" y="8"/>
                    <a:pt x="63" y="9"/>
                  </a:cubicBezTo>
                  <a:cubicBezTo>
                    <a:pt x="63" y="9"/>
                    <a:pt x="64" y="10"/>
                    <a:pt x="65" y="10"/>
                  </a:cubicBezTo>
                  <a:cubicBezTo>
                    <a:pt x="65" y="11"/>
                    <a:pt x="64" y="12"/>
                    <a:pt x="64" y="13"/>
                  </a:cubicBezTo>
                  <a:cubicBezTo>
                    <a:pt x="64" y="15"/>
                    <a:pt x="64" y="18"/>
                    <a:pt x="64" y="20"/>
                  </a:cubicBezTo>
                  <a:cubicBezTo>
                    <a:pt x="64" y="21"/>
                    <a:pt x="65" y="23"/>
                    <a:pt x="66" y="24"/>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7" name="Freeform 317"/>
            <p:cNvSpPr>
              <a:spLocks/>
            </p:cNvSpPr>
            <p:nvPr/>
          </p:nvSpPr>
          <p:spPr bwMode="auto">
            <a:xfrm>
              <a:off x="752476" y="2433638"/>
              <a:ext cx="131763" cy="109538"/>
            </a:xfrm>
            <a:custGeom>
              <a:avLst/>
              <a:gdLst/>
              <a:ahLst/>
              <a:cxnLst>
                <a:cxn ang="0">
                  <a:pos x="67" y="41"/>
                </a:cxn>
                <a:cxn ang="0">
                  <a:pos x="67" y="46"/>
                </a:cxn>
                <a:cxn ang="0">
                  <a:pos x="63" y="46"/>
                </a:cxn>
                <a:cxn ang="0">
                  <a:pos x="62" y="49"/>
                </a:cxn>
                <a:cxn ang="0">
                  <a:pos x="61" y="53"/>
                </a:cxn>
                <a:cxn ang="0">
                  <a:pos x="59" y="54"/>
                </a:cxn>
                <a:cxn ang="0">
                  <a:pos x="54" y="53"/>
                </a:cxn>
                <a:cxn ang="0">
                  <a:pos x="51" y="56"/>
                </a:cxn>
                <a:cxn ang="0">
                  <a:pos x="46" y="54"/>
                </a:cxn>
                <a:cxn ang="0">
                  <a:pos x="40" y="57"/>
                </a:cxn>
                <a:cxn ang="0">
                  <a:pos x="34" y="56"/>
                </a:cxn>
                <a:cxn ang="0">
                  <a:pos x="29" y="51"/>
                </a:cxn>
                <a:cxn ang="0">
                  <a:pos x="25" y="47"/>
                </a:cxn>
                <a:cxn ang="0">
                  <a:pos x="22" y="50"/>
                </a:cxn>
                <a:cxn ang="0">
                  <a:pos x="20" y="47"/>
                </a:cxn>
                <a:cxn ang="0">
                  <a:pos x="17" y="47"/>
                </a:cxn>
                <a:cxn ang="0">
                  <a:pos x="13" y="48"/>
                </a:cxn>
                <a:cxn ang="0">
                  <a:pos x="10" y="47"/>
                </a:cxn>
                <a:cxn ang="0">
                  <a:pos x="8" y="48"/>
                </a:cxn>
                <a:cxn ang="0">
                  <a:pos x="4" y="47"/>
                </a:cxn>
                <a:cxn ang="0">
                  <a:pos x="1" y="46"/>
                </a:cxn>
                <a:cxn ang="0">
                  <a:pos x="1" y="45"/>
                </a:cxn>
                <a:cxn ang="0">
                  <a:pos x="3" y="43"/>
                </a:cxn>
                <a:cxn ang="0">
                  <a:pos x="5" y="39"/>
                </a:cxn>
                <a:cxn ang="0">
                  <a:pos x="9" y="36"/>
                </a:cxn>
                <a:cxn ang="0">
                  <a:pos x="10" y="36"/>
                </a:cxn>
                <a:cxn ang="0">
                  <a:pos x="9" y="32"/>
                </a:cxn>
                <a:cxn ang="0">
                  <a:pos x="8" y="29"/>
                </a:cxn>
                <a:cxn ang="0">
                  <a:pos x="9" y="27"/>
                </a:cxn>
                <a:cxn ang="0">
                  <a:pos x="11" y="25"/>
                </a:cxn>
                <a:cxn ang="0">
                  <a:pos x="14" y="19"/>
                </a:cxn>
                <a:cxn ang="0">
                  <a:pos x="17" y="19"/>
                </a:cxn>
                <a:cxn ang="0">
                  <a:pos x="21" y="22"/>
                </a:cxn>
                <a:cxn ang="0">
                  <a:pos x="25" y="18"/>
                </a:cxn>
                <a:cxn ang="0">
                  <a:pos x="27" y="13"/>
                </a:cxn>
                <a:cxn ang="0">
                  <a:pos x="28" y="8"/>
                </a:cxn>
                <a:cxn ang="0">
                  <a:pos x="29" y="7"/>
                </a:cxn>
                <a:cxn ang="0">
                  <a:pos x="36" y="5"/>
                </a:cxn>
                <a:cxn ang="0">
                  <a:pos x="39" y="7"/>
                </a:cxn>
                <a:cxn ang="0">
                  <a:pos x="43" y="5"/>
                </a:cxn>
                <a:cxn ang="0">
                  <a:pos x="48" y="2"/>
                </a:cxn>
                <a:cxn ang="0">
                  <a:pos x="53" y="7"/>
                </a:cxn>
                <a:cxn ang="0">
                  <a:pos x="58" y="3"/>
                </a:cxn>
                <a:cxn ang="0">
                  <a:pos x="62" y="0"/>
                </a:cxn>
                <a:cxn ang="0">
                  <a:pos x="64" y="4"/>
                </a:cxn>
                <a:cxn ang="0">
                  <a:pos x="65" y="10"/>
                </a:cxn>
                <a:cxn ang="0">
                  <a:pos x="66" y="20"/>
                </a:cxn>
                <a:cxn ang="0">
                  <a:pos x="69" y="28"/>
                </a:cxn>
                <a:cxn ang="0">
                  <a:pos x="69" y="32"/>
                </a:cxn>
                <a:cxn ang="0">
                  <a:pos x="67" y="39"/>
                </a:cxn>
              </a:cxnLst>
              <a:rect l="0" t="0" r="r" b="b"/>
              <a:pathLst>
                <a:path w="70" h="58">
                  <a:moveTo>
                    <a:pt x="67" y="39"/>
                  </a:moveTo>
                  <a:cubicBezTo>
                    <a:pt x="67" y="40"/>
                    <a:pt x="67" y="40"/>
                    <a:pt x="67" y="41"/>
                  </a:cubicBezTo>
                  <a:cubicBezTo>
                    <a:pt x="67" y="42"/>
                    <a:pt x="67" y="44"/>
                    <a:pt x="67" y="45"/>
                  </a:cubicBezTo>
                  <a:cubicBezTo>
                    <a:pt x="67" y="45"/>
                    <a:pt x="67" y="46"/>
                    <a:pt x="67" y="46"/>
                  </a:cubicBezTo>
                  <a:cubicBezTo>
                    <a:pt x="67" y="46"/>
                    <a:pt x="66" y="46"/>
                    <a:pt x="66" y="46"/>
                  </a:cubicBezTo>
                  <a:cubicBezTo>
                    <a:pt x="65" y="46"/>
                    <a:pt x="64" y="46"/>
                    <a:pt x="63" y="46"/>
                  </a:cubicBezTo>
                  <a:cubicBezTo>
                    <a:pt x="63" y="46"/>
                    <a:pt x="62" y="47"/>
                    <a:pt x="62" y="47"/>
                  </a:cubicBezTo>
                  <a:cubicBezTo>
                    <a:pt x="62" y="48"/>
                    <a:pt x="62" y="49"/>
                    <a:pt x="62" y="49"/>
                  </a:cubicBezTo>
                  <a:cubicBezTo>
                    <a:pt x="62" y="50"/>
                    <a:pt x="61" y="50"/>
                    <a:pt x="61" y="51"/>
                  </a:cubicBezTo>
                  <a:cubicBezTo>
                    <a:pt x="61" y="51"/>
                    <a:pt x="61" y="53"/>
                    <a:pt x="61" y="53"/>
                  </a:cubicBezTo>
                  <a:cubicBezTo>
                    <a:pt x="61" y="54"/>
                    <a:pt x="61" y="54"/>
                    <a:pt x="61" y="55"/>
                  </a:cubicBezTo>
                  <a:cubicBezTo>
                    <a:pt x="60" y="55"/>
                    <a:pt x="59" y="54"/>
                    <a:pt x="59" y="54"/>
                  </a:cubicBezTo>
                  <a:cubicBezTo>
                    <a:pt x="58" y="53"/>
                    <a:pt x="57" y="53"/>
                    <a:pt x="56" y="53"/>
                  </a:cubicBezTo>
                  <a:cubicBezTo>
                    <a:pt x="56" y="53"/>
                    <a:pt x="54" y="53"/>
                    <a:pt x="54" y="53"/>
                  </a:cubicBezTo>
                  <a:cubicBezTo>
                    <a:pt x="54" y="54"/>
                    <a:pt x="54" y="55"/>
                    <a:pt x="53" y="55"/>
                  </a:cubicBezTo>
                  <a:cubicBezTo>
                    <a:pt x="53" y="56"/>
                    <a:pt x="52" y="56"/>
                    <a:pt x="51" y="56"/>
                  </a:cubicBezTo>
                  <a:cubicBezTo>
                    <a:pt x="50" y="55"/>
                    <a:pt x="49" y="55"/>
                    <a:pt x="48" y="54"/>
                  </a:cubicBezTo>
                  <a:cubicBezTo>
                    <a:pt x="48" y="54"/>
                    <a:pt x="47" y="54"/>
                    <a:pt x="46" y="54"/>
                  </a:cubicBezTo>
                  <a:cubicBezTo>
                    <a:pt x="45" y="55"/>
                    <a:pt x="43" y="56"/>
                    <a:pt x="42" y="56"/>
                  </a:cubicBezTo>
                  <a:cubicBezTo>
                    <a:pt x="42" y="56"/>
                    <a:pt x="41" y="57"/>
                    <a:pt x="40" y="57"/>
                  </a:cubicBezTo>
                  <a:cubicBezTo>
                    <a:pt x="39" y="57"/>
                    <a:pt x="38" y="58"/>
                    <a:pt x="37" y="58"/>
                  </a:cubicBezTo>
                  <a:cubicBezTo>
                    <a:pt x="36" y="58"/>
                    <a:pt x="35" y="57"/>
                    <a:pt x="34" y="56"/>
                  </a:cubicBezTo>
                  <a:cubicBezTo>
                    <a:pt x="34" y="56"/>
                    <a:pt x="32" y="55"/>
                    <a:pt x="31" y="54"/>
                  </a:cubicBezTo>
                  <a:cubicBezTo>
                    <a:pt x="30" y="54"/>
                    <a:pt x="29" y="52"/>
                    <a:pt x="29" y="51"/>
                  </a:cubicBezTo>
                  <a:cubicBezTo>
                    <a:pt x="29" y="50"/>
                    <a:pt x="29" y="49"/>
                    <a:pt x="28" y="48"/>
                  </a:cubicBezTo>
                  <a:cubicBezTo>
                    <a:pt x="27" y="48"/>
                    <a:pt x="26" y="47"/>
                    <a:pt x="25" y="47"/>
                  </a:cubicBezTo>
                  <a:cubicBezTo>
                    <a:pt x="25" y="48"/>
                    <a:pt x="24" y="49"/>
                    <a:pt x="24" y="49"/>
                  </a:cubicBezTo>
                  <a:cubicBezTo>
                    <a:pt x="24" y="49"/>
                    <a:pt x="23" y="50"/>
                    <a:pt x="22" y="50"/>
                  </a:cubicBezTo>
                  <a:cubicBezTo>
                    <a:pt x="22" y="50"/>
                    <a:pt x="21" y="49"/>
                    <a:pt x="21" y="48"/>
                  </a:cubicBezTo>
                  <a:cubicBezTo>
                    <a:pt x="21" y="48"/>
                    <a:pt x="20" y="48"/>
                    <a:pt x="20" y="47"/>
                  </a:cubicBezTo>
                  <a:cubicBezTo>
                    <a:pt x="19" y="47"/>
                    <a:pt x="19" y="46"/>
                    <a:pt x="18" y="46"/>
                  </a:cubicBezTo>
                  <a:cubicBezTo>
                    <a:pt x="18" y="46"/>
                    <a:pt x="17" y="47"/>
                    <a:pt x="17" y="47"/>
                  </a:cubicBezTo>
                  <a:cubicBezTo>
                    <a:pt x="16" y="47"/>
                    <a:pt x="16" y="47"/>
                    <a:pt x="15" y="47"/>
                  </a:cubicBezTo>
                  <a:cubicBezTo>
                    <a:pt x="15" y="47"/>
                    <a:pt x="14" y="48"/>
                    <a:pt x="13" y="48"/>
                  </a:cubicBezTo>
                  <a:cubicBezTo>
                    <a:pt x="13" y="48"/>
                    <a:pt x="12" y="49"/>
                    <a:pt x="11" y="49"/>
                  </a:cubicBezTo>
                  <a:cubicBezTo>
                    <a:pt x="11" y="48"/>
                    <a:pt x="11" y="47"/>
                    <a:pt x="10" y="47"/>
                  </a:cubicBezTo>
                  <a:cubicBezTo>
                    <a:pt x="10" y="47"/>
                    <a:pt x="9" y="47"/>
                    <a:pt x="9" y="47"/>
                  </a:cubicBezTo>
                  <a:cubicBezTo>
                    <a:pt x="9" y="47"/>
                    <a:pt x="8" y="47"/>
                    <a:pt x="8" y="48"/>
                  </a:cubicBezTo>
                  <a:cubicBezTo>
                    <a:pt x="7" y="48"/>
                    <a:pt x="7" y="48"/>
                    <a:pt x="7" y="49"/>
                  </a:cubicBezTo>
                  <a:cubicBezTo>
                    <a:pt x="6" y="49"/>
                    <a:pt x="5" y="47"/>
                    <a:pt x="4" y="47"/>
                  </a:cubicBezTo>
                  <a:cubicBezTo>
                    <a:pt x="4" y="47"/>
                    <a:pt x="3" y="48"/>
                    <a:pt x="2" y="48"/>
                  </a:cubicBezTo>
                  <a:cubicBezTo>
                    <a:pt x="2" y="47"/>
                    <a:pt x="1" y="46"/>
                    <a:pt x="1" y="46"/>
                  </a:cubicBezTo>
                  <a:cubicBezTo>
                    <a:pt x="1" y="46"/>
                    <a:pt x="1" y="45"/>
                    <a:pt x="0" y="45"/>
                  </a:cubicBezTo>
                  <a:cubicBezTo>
                    <a:pt x="0" y="45"/>
                    <a:pt x="1" y="45"/>
                    <a:pt x="1" y="45"/>
                  </a:cubicBezTo>
                  <a:cubicBezTo>
                    <a:pt x="1" y="45"/>
                    <a:pt x="1" y="44"/>
                    <a:pt x="1" y="44"/>
                  </a:cubicBezTo>
                  <a:cubicBezTo>
                    <a:pt x="2" y="43"/>
                    <a:pt x="3" y="43"/>
                    <a:pt x="3" y="43"/>
                  </a:cubicBezTo>
                  <a:cubicBezTo>
                    <a:pt x="4" y="43"/>
                    <a:pt x="5" y="42"/>
                    <a:pt x="5" y="42"/>
                  </a:cubicBezTo>
                  <a:cubicBezTo>
                    <a:pt x="5" y="41"/>
                    <a:pt x="5" y="40"/>
                    <a:pt x="5" y="39"/>
                  </a:cubicBezTo>
                  <a:cubicBezTo>
                    <a:pt x="6" y="39"/>
                    <a:pt x="6" y="38"/>
                    <a:pt x="7" y="38"/>
                  </a:cubicBezTo>
                  <a:cubicBezTo>
                    <a:pt x="7" y="37"/>
                    <a:pt x="8" y="37"/>
                    <a:pt x="9" y="36"/>
                  </a:cubicBezTo>
                  <a:cubicBezTo>
                    <a:pt x="9" y="36"/>
                    <a:pt x="9" y="36"/>
                    <a:pt x="9" y="36"/>
                  </a:cubicBezTo>
                  <a:cubicBezTo>
                    <a:pt x="9" y="36"/>
                    <a:pt x="10" y="36"/>
                    <a:pt x="10" y="36"/>
                  </a:cubicBezTo>
                  <a:cubicBezTo>
                    <a:pt x="10" y="35"/>
                    <a:pt x="10" y="35"/>
                    <a:pt x="10" y="34"/>
                  </a:cubicBezTo>
                  <a:cubicBezTo>
                    <a:pt x="10" y="34"/>
                    <a:pt x="9" y="33"/>
                    <a:pt x="9" y="32"/>
                  </a:cubicBezTo>
                  <a:cubicBezTo>
                    <a:pt x="9" y="32"/>
                    <a:pt x="8" y="31"/>
                    <a:pt x="8" y="30"/>
                  </a:cubicBezTo>
                  <a:cubicBezTo>
                    <a:pt x="7" y="30"/>
                    <a:pt x="7" y="29"/>
                    <a:pt x="8" y="29"/>
                  </a:cubicBezTo>
                  <a:cubicBezTo>
                    <a:pt x="8" y="28"/>
                    <a:pt x="9" y="28"/>
                    <a:pt x="9" y="27"/>
                  </a:cubicBezTo>
                  <a:cubicBezTo>
                    <a:pt x="9" y="27"/>
                    <a:pt x="9" y="27"/>
                    <a:pt x="9" y="27"/>
                  </a:cubicBezTo>
                  <a:cubicBezTo>
                    <a:pt x="9" y="27"/>
                    <a:pt x="9" y="27"/>
                    <a:pt x="9" y="27"/>
                  </a:cubicBezTo>
                  <a:cubicBezTo>
                    <a:pt x="10" y="26"/>
                    <a:pt x="10" y="25"/>
                    <a:pt x="11" y="25"/>
                  </a:cubicBezTo>
                  <a:cubicBezTo>
                    <a:pt x="11" y="24"/>
                    <a:pt x="12" y="22"/>
                    <a:pt x="12" y="22"/>
                  </a:cubicBezTo>
                  <a:cubicBezTo>
                    <a:pt x="13" y="21"/>
                    <a:pt x="13" y="19"/>
                    <a:pt x="14" y="19"/>
                  </a:cubicBezTo>
                  <a:cubicBezTo>
                    <a:pt x="14" y="18"/>
                    <a:pt x="15" y="19"/>
                    <a:pt x="16" y="19"/>
                  </a:cubicBezTo>
                  <a:cubicBezTo>
                    <a:pt x="16" y="19"/>
                    <a:pt x="17" y="19"/>
                    <a:pt x="17" y="19"/>
                  </a:cubicBezTo>
                  <a:cubicBezTo>
                    <a:pt x="18" y="20"/>
                    <a:pt x="19" y="21"/>
                    <a:pt x="19" y="21"/>
                  </a:cubicBezTo>
                  <a:cubicBezTo>
                    <a:pt x="20" y="22"/>
                    <a:pt x="20" y="22"/>
                    <a:pt x="21" y="22"/>
                  </a:cubicBezTo>
                  <a:cubicBezTo>
                    <a:pt x="21" y="22"/>
                    <a:pt x="22" y="21"/>
                    <a:pt x="23" y="21"/>
                  </a:cubicBezTo>
                  <a:cubicBezTo>
                    <a:pt x="23" y="20"/>
                    <a:pt x="24" y="19"/>
                    <a:pt x="25" y="18"/>
                  </a:cubicBezTo>
                  <a:cubicBezTo>
                    <a:pt x="25" y="17"/>
                    <a:pt x="26" y="16"/>
                    <a:pt x="26" y="15"/>
                  </a:cubicBezTo>
                  <a:cubicBezTo>
                    <a:pt x="27" y="14"/>
                    <a:pt x="27" y="13"/>
                    <a:pt x="27" y="13"/>
                  </a:cubicBezTo>
                  <a:cubicBezTo>
                    <a:pt x="28" y="12"/>
                    <a:pt x="28" y="11"/>
                    <a:pt x="28" y="11"/>
                  </a:cubicBezTo>
                  <a:cubicBezTo>
                    <a:pt x="28" y="10"/>
                    <a:pt x="28" y="9"/>
                    <a:pt x="28" y="8"/>
                  </a:cubicBezTo>
                  <a:cubicBezTo>
                    <a:pt x="28" y="8"/>
                    <a:pt x="28" y="8"/>
                    <a:pt x="27" y="7"/>
                  </a:cubicBezTo>
                  <a:cubicBezTo>
                    <a:pt x="29" y="7"/>
                    <a:pt x="29" y="7"/>
                    <a:pt x="29" y="7"/>
                  </a:cubicBezTo>
                  <a:cubicBezTo>
                    <a:pt x="29" y="7"/>
                    <a:pt x="32" y="5"/>
                    <a:pt x="33" y="5"/>
                  </a:cubicBezTo>
                  <a:cubicBezTo>
                    <a:pt x="33" y="5"/>
                    <a:pt x="35" y="5"/>
                    <a:pt x="36" y="5"/>
                  </a:cubicBezTo>
                  <a:cubicBezTo>
                    <a:pt x="36" y="5"/>
                    <a:pt x="37" y="5"/>
                    <a:pt x="38" y="5"/>
                  </a:cubicBezTo>
                  <a:cubicBezTo>
                    <a:pt x="38" y="6"/>
                    <a:pt x="38" y="7"/>
                    <a:pt x="39" y="7"/>
                  </a:cubicBezTo>
                  <a:cubicBezTo>
                    <a:pt x="40" y="7"/>
                    <a:pt x="41" y="6"/>
                    <a:pt x="41" y="6"/>
                  </a:cubicBezTo>
                  <a:cubicBezTo>
                    <a:pt x="42" y="6"/>
                    <a:pt x="43" y="5"/>
                    <a:pt x="43" y="5"/>
                  </a:cubicBezTo>
                  <a:cubicBezTo>
                    <a:pt x="44" y="4"/>
                    <a:pt x="45" y="3"/>
                    <a:pt x="46" y="3"/>
                  </a:cubicBezTo>
                  <a:cubicBezTo>
                    <a:pt x="46" y="2"/>
                    <a:pt x="48" y="2"/>
                    <a:pt x="48" y="2"/>
                  </a:cubicBezTo>
                  <a:cubicBezTo>
                    <a:pt x="49" y="3"/>
                    <a:pt x="50" y="4"/>
                    <a:pt x="50" y="5"/>
                  </a:cubicBezTo>
                  <a:cubicBezTo>
                    <a:pt x="51" y="5"/>
                    <a:pt x="52" y="7"/>
                    <a:pt x="53" y="7"/>
                  </a:cubicBezTo>
                  <a:cubicBezTo>
                    <a:pt x="54" y="7"/>
                    <a:pt x="55" y="6"/>
                    <a:pt x="56" y="5"/>
                  </a:cubicBezTo>
                  <a:cubicBezTo>
                    <a:pt x="57" y="5"/>
                    <a:pt x="57" y="3"/>
                    <a:pt x="58" y="3"/>
                  </a:cubicBezTo>
                  <a:cubicBezTo>
                    <a:pt x="58" y="2"/>
                    <a:pt x="60" y="1"/>
                    <a:pt x="61" y="0"/>
                  </a:cubicBezTo>
                  <a:cubicBezTo>
                    <a:pt x="61" y="0"/>
                    <a:pt x="61" y="0"/>
                    <a:pt x="62" y="0"/>
                  </a:cubicBezTo>
                  <a:cubicBezTo>
                    <a:pt x="62" y="0"/>
                    <a:pt x="62" y="0"/>
                    <a:pt x="62" y="1"/>
                  </a:cubicBezTo>
                  <a:cubicBezTo>
                    <a:pt x="63" y="2"/>
                    <a:pt x="64" y="3"/>
                    <a:pt x="64" y="4"/>
                  </a:cubicBezTo>
                  <a:cubicBezTo>
                    <a:pt x="64" y="5"/>
                    <a:pt x="65" y="6"/>
                    <a:pt x="65" y="7"/>
                  </a:cubicBezTo>
                  <a:cubicBezTo>
                    <a:pt x="65" y="8"/>
                    <a:pt x="65" y="9"/>
                    <a:pt x="65" y="10"/>
                  </a:cubicBezTo>
                  <a:cubicBezTo>
                    <a:pt x="65" y="11"/>
                    <a:pt x="64" y="13"/>
                    <a:pt x="65" y="14"/>
                  </a:cubicBezTo>
                  <a:cubicBezTo>
                    <a:pt x="65" y="16"/>
                    <a:pt x="66" y="18"/>
                    <a:pt x="66" y="20"/>
                  </a:cubicBezTo>
                  <a:cubicBezTo>
                    <a:pt x="67" y="21"/>
                    <a:pt x="68" y="23"/>
                    <a:pt x="68" y="24"/>
                  </a:cubicBezTo>
                  <a:cubicBezTo>
                    <a:pt x="69" y="25"/>
                    <a:pt x="69" y="27"/>
                    <a:pt x="69" y="28"/>
                  </a:cubicBezTo>
                  <a:cubicBezTo>
                    <a:pt x="70" y="28"/>
                    <a:pt x="70" y="30"/>
                    <a:pt x="69" y="31"/>
                  </a:cubicBezTo>
                  <a:cubicBezTo>
                    <a:pt x="69" y="31"/>
                    <a:pt x="69" y="32"/>
                    <a:pt x="69" y="32"/>
                  </a:cubicBezTo>
                  <a:cubicBezTo>
                    <a:pt x="68" y="33"/>
                    <a:pt x="68" y="35"/>
                    <a:pt x="68" y="36"/>
                  </a:cubicBezTo>
                  <a:cubicBezTo>
                    <a:pt x="68" y="36"/>
                    <a:pt x="67" y="38"/>
                    <a:pt x="67" y="39"/>
                  </a:cubicBezTo>
                  <a:cubicBezTo>
                    <a:pt x="67" y="39"/>
                    <a:pt x="67" y="39"/>
                    <a:pt x="67" y="3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8" name="Freeform 318"/>
            <p:cNvSpPr>
              <a:spLocks/>
            </p:cNvSpPr>
            <p:nvPr/>
          </p:nvSpPr>
          <p:spPr bwMode="auto">
            <a:xfrm>
              <a:off x="784226" y="2311400"/>
              <a:ext cx="92075" cy="134938"/>
            </a:xfrm>
            <a:custGeom>
              <a:avLst/>
              <a:gdLst/>
              <a:ahLst/>
              <a:cxnLst>
                <a:cxn ang="0">
                  <a:pos x="49" y="17"/>
                </a:cxn>
                <a:cxn ang="0">
                  <a:pos x="43" y="20"/>
                </a:cxn>
                <a:cxn ang="0">
                  <a:pos x="41" y="26"/>
                </a:cxn>
                <a:cxn ang="0">
                  <a:pos x="38" y="33"/>
                </a:cxn>
                <a:cxn ang="0">
                  <a:pos x="38" y="38"/>
                </a:cxn>
                <a:cxn ang="0">
                  <a:pos x="39" y="46"/>
                </a:cxn>
                <a:cxn ang="0">
                  <a:pos x="41" y="55"/>
                </a:cxn>
                <a:cxn ang="0">
                  <a:pos x="45" y="65"/>
                </a:cxn>
                <a:cxn ang="0">
                  <a:pos x="41" y="68"/>
                </a:cxn>
                <a:cxn ang="0">
                  <a:pos x="36" y="72"/>
                </a:cxn>
                <a:cxn ang="0">
                  <a:pos x="31" y="67"/>
                </a:cxn>
                <a:cxn ang="0">
                  <a:pos x="26" y="70"/>
                </a:cxn>
                <a:cxn ang="0">
                  <a:pos x="22" y="72"/>
                </a:cxn>
                <a:cxn ang="0">
                  <a:pos x="19" y="70"/>
                </a:cxn>
                <a:cxn ang="0">
                  <a:pos x="12" y="72"/>
                </a:cxn>
                <a:cxn ang="0">
                  <a:pos x="10" y="71"/>
                </a:cxn>
                <a:cxn ang="0">
                  <a:pos x="9" y="64"/>
                </a:cxn>
                <a:cxn ang="0">
                  <a:pos x="7" y="59"/>
                </a:cxn>
                <a:cxn ang="0">
                  <a:pos x="8" y="54"/>
                </a:cxn>
                <a:cxn ang="0">
                  <a:pos x="5" y="47"/>
                </a:cxn>
                <a:cxn ang="0">
                  <a:pos x="5" y="39"/>
                </a:cxn>
                <a:cxn ang="0">
                  <a:pos x="5" y="35"/>
                </a:cxn>
                <a:cxn ang="0">
                  <a:pos x="4" y="29"/>
                </a:cxn>
                <a:cxn ang="0">
                  <a:pos x="1" y="25"/>
                </a:cxn>
                <a:cxn ang="0">
                  <a:pos x="2" y="22"/>
                </a:cxn>
                <a:cxn ang="0">
                  <a:pos x="1" y="15"/>
                </a:cxn>
                <a:cxn ang="0">
                  <a:pos x="3" y="10"/>
                </a:cxn>
                <a:cxn ang="0">
                  <a:pos x="8" y="10"/>
                </a:cxn>
                <a:cxn ang="0">
                  <a:pos x="14" y="12"/>
                </a:cxn>
                <a:cxn ang="0">
                  <a:pos x="14" y="10"/>
                </a:cxn>
                <a:cxn ang="0">
                  <a:pos x="18" y="10"/>
                </a:cxn>
                <a:cxn ang="0">
                  <a:pos x="21" y="8"/>
                </a:cxn>
                <a:cxn ang="0">
                  <a:pos x="26" y="5"/>
                </a:cxn>
                <a:cxn ang="0">
                  <a:pos x="28" y="1"/>
                </a:cxn>
                <a:cxn ang="0">
                  <a:pos x="33" y="2"/>
                </a:cxn>
                <a:cxn ang="0">
                  <a:pos x="40" y="1"/>
                </a:cxn>
                <a:cxn ang="0">
                  <a:pos x="45" y="0"/>
                </a:cxn>
                <a:cxn ang="0">
                  <a:pos x="47" y="2"/>
                </a:cxn>
                <a:cxn ang="0">
                  <a:pos x="48" y="7"/>
                </a:cxn>
                <a:cxn ang="0">
                  <a:pos x="47" y="13"/>
                </a:cxn>
                <a:cxn ang="0">
                  <a:pos x="49" y="17"/>
                </a:cxn>
              </a:cxnLst>
              <a:rect l="0" t="0" r="r" b="b"/>
              <a:pathLst>
                <a:path w="49" h="72">
                  <a:moveTo>
                    <a:pt x="49" y="17"/>
                  </a:moveTo>
                  <a:cubicBezTo>
                    <a:pt x="49" y="17"/>
                    <a:pt x="49" y="17"/>
                    <a:pt x="49" y="17"/>
                  </a:cubicBezTo>
                  <a:cubicBezTo>
                    <a:pt x="48" y="17"/>
                    <a:pt x="47" y="18"/>
                    <a:pt x="47" y="19"/>
                  </a:cubicBezTo>
                  <a:cubicBezTo>
                    <a:pt x="46" y="19"/>
                    <a:pt x="43" y="19"/>
                    <a:pt x="43" y="20"/>
                  </a:cubicBezTo>
                  <a:cubicBezTo>
                    <a:pt x="42" y="20"/>
                    <a:pt x="41" y="21"/>
                    <a:pt x="41" y="22"/>
                  </a:cubicBezTo>
                  <a:cubicBezTo>
                    <a:pt x="41" y="23"/>
                    <a:pt x="41" y="25"/>
                    <a:pt x="41" y="26"/>
                  </a:cubicBezTo>
                  <a:cubicBezTo>
                    <a:pt x="41" y="27"/>
                    <a:pt x="40" y="29"/>
                    <a:pt x="39" y="30"/>
                  </a:cubicBezTo>
                  <a:cubicBezTo>
                    <a:pt x="39" y="31"/>
                    <a:pt x="39" y="32"/>
                    <a:pt x="38" y="33"/>
                  </a:cubicBezTo>
                  <a:cubicBezTo>
                    <a:pt x="38" y="34"/>
                    <a:pt x="36" y="35"/>
                    <a:pt x="36" y="36"/>
                  </a:cubicBezTo>
                  <a:cubicBezTo>
                    <a:pt x="36" y="37"/>
                    <a:pt x="37" y="38"/>
                    <a:pt x="38" y="38"/>
                  </a:cubicBezTo>
                  <a:cubicBezTo>
                    <a:pt x="38" y="39"/>
                    <a:pt x="39" y="40"/>
                    <a:pt x="39" y="41"/>
                  </a:cubicBezTo>
                  <a:cubicBezTo>
                    <a:pt x="40" y="42"/>
                    <a:pt x="39" y="45"/>
                    <a:pt x="39" y="46"/>
                  </a:cubicBezTo>
                  <a:cubicBezTo>
                    <a:pt x="39" y="48"/>
                    <a:pt x="39" y="50"/>
                    <a:pt x="40" y="52"/>
                  </a:cubicBezTo>
                  <a:cubicBezTo>
                    <a:pt x="40" y="53"/>
                    <a:pt x="41" y="54"/>
                    <a:pt x="41" y="55"/>
                  </a:cubicBezTo>
                  <a:cubicBezTo>
                    <a:pt x="42" y="57"/>
                    <a:pt x="42" y="59"/>
                    <a:pt x="43" y="61"/>
                  </a:cubicBezTo>
                  <a:cubicBezTo>
                    <a:pt x="43" y="62"/>
                    <a:pt x="44" y="63"/>
                    <a:pt x="45" y="65"/>
                  </a:cubicBezTo>
                  <a:cubicBezTo>
                    <a:pt x="44" y="65"/>
                    <a:pt x="44" y="65"/>
                    <a:pt x="44" y="65"/>
                  </a:cubicBezTo>
                  <a:cubicBezTo>
                    <a:pt x="43" y="66"/>
                    <a:pt x="41" y="67"/>
                    <a:pt x="41" y="68"/>
                  </a:cubicBezTo>
                  <a:cubicBezTo>
                    <a:pt x="40" y="68"/>
                    <a:pt x="40" y="70"/>
                    <a:pt x="39" y="70"/>
                  </a:cubicBezTo>
                  <a:cubicBezTo>
                    <a:pt x="38" y="71"/>
                    <a:pt x="37" y="72"/>
                    <a:pt x="36" y="72"/>
                  </a:cubicBezTo>
                  <a:cubicBezTo>
                    <a:pt x="35" y="72"/>
                    <a:pt x="34" y="70"/>
                    <a:pt x="33" y="70"/>
                  </a:cubicBezTo>
                  <a:cubicBezTo>
                    <a:pt x="33" y="69"/>
                    <a:pt x="32" y="68"/>
                    <a:pt x="31" y="67"/>
                  </a:cubicBezTo>
                  <a:cubicBezTo>
                    <a:pt x="31" y="67"/>
                    <a:pt x="29" y="67"/>
                    <a:pt x="29" y="68"/>
                  </a:cubicBezTo>
                  <a:cubicBezTo>
                    <a:pt x="28" y="68"/>
                    <a:pt x="27" y="69"/>
                    <a:pt x="26" y="70"/>
                  </a:cubicBezTo>
                  <a:cubicBezTo>
                    <a:pt x="26" y="70"/>
                    <a:pt x="25" y="71"/>
                    <a:pt x="24" y="71"/>
                  </a:cubicBezTo>
                  <a:cubicBezTo>
                    <a:pt x="24" y="71"/>
                    <a:pt x="23" y="72"/>
                    <a:pt x="22" y="72"/>
                  </a:cubicBezTo>
                  <a:cubicBezTo>
                    <a:pt x="21" y="72"/>
                    <a:pt x="21" y="71"/>
                    <a:pt x="21" y="70"/>
                  </a:cubicBezTo>
                  <a:cubicBezTo>
                    <a:pt x="20" y="70"/>
                    <a:pt x="19" y="70"/>
                    <a:pt x="19" y="70"/>
                  </a:cubicBezTo>
                  <a:cubicBezTo>
                    <a:pt x="18" y="70"/>
                    <a:pt x="16" y="70"/>
                    <a:pt x="16" y="70"/>
                  </a:cubicBezTo>
                  <a:cubicBezTo>
                    <a:pt x="15" y="70"/>
                    <a:pt x="12" y="72"/>
                    <a:pt x="12" y="72"/>
                  </a:cubicBezTo>
                  <a:cubicBezTo>
                    <a:pt x="10" y="72"/>
                    <a:pt x="10" y="72"/>
                    <a:pt x="10" y="72"/>
                  </a:cubicBezTo>
                  <a:cubicBezTo>
                    <a:pt x="10" y="72"/>
                    <a:pt x="10" y="72"/>
                    <a:pt x="10" y="71"/>
                  </a:cubicBezTo>
                  <a:cubicBezTo>
                    <a:pt x="10" y="70"/>
                    <a:pt x="9" y="68"/>
                    <a:pt x="9" y="67"/>
                  </a:cubicBezTo>
                  <a:cubicBezTo>
                    <a:pt x="9" y="66"/>
                    <a:pt x="9" y="65"/>
                    <a:pt x="9" y="64"/>
                  </a:cubicBezTo>
                  <a:cubicBezTo>
                    <a:pt x="9" y="63"/>
                    <a:pt x="8" y="61"/>
                    <a:pt x="8" y="61"/>
                  </a:cubicBezTo>
                  <a:cubicBezTo>
                    <a:pt x="8" y="60"/>
                    <a:pt x="7" y="59"/>
                    <a:pt x="7" y="59"/>
                  </a:cubicBezTo>
                  <a:cubicBezTo>
                    <a:pt x="6" y="58"/>
                    <a:pt x="6" y="57"/>
                    <a:pt x="7" y="56"/>
                  </a:cubicBezTo>
                  <a:cubicBezTo>
                    <a:pt x="7" y="56"/>
                    <a:pt x="8" y="54"/>
                    <a:pt x="8" y="54"/>
                  </a:cubicBezTo>
                  <a:cubicBezTo>
                    <a:pt x="7" y="53"/>
                    <a:pt x="6" y="51"/>
                    <a:pt x="6" y="50"/>
                  </a:cubicBezTo>
                  <a:cubicBezTo>
                    <a:pt x="6" y="50"/>
                    <a:pt x="5" y="48"/>
                    <a:pt x="5" y="47"/>
                  </a:cubicBezTo>
                  <a:cubicBezTo>
                    <a:pt x="5" y="46"/>
                    <a:pt x="5" y="45"/>
                    <a:pt x="5" y="44"/>
                  </a:cubicBezTo>
                  <a:cubicBezTo>
                    <a:pt x="5" y="43"/>
                    <a:pt x="5" y="40"/>
                    <a:pt x="5" y="39"/>
                  </a:cubicBezTo>
                  <a:cubicBezTo>
                    <a:pt x="5" y="38"/>
                    <a:pt x="5" y="37"/>
                    <a:pt x="5" y="36"/>
                  </a:cubicBezTo>
                  <a:cubicBezTo>
                    <a:pt x="5" y="36"/>
                    <a:pt x="5" y="35"/>
                    <a:pt x="5" y="35"/>
                  </a:cubicBezTo>
                  <a:cubicBezTo>
                    <a:pt x="5" y="34"/>
                    <a:pt x="4" y="33"/>
                    <a:pt x="4" y="32"/>
                  </a:cubicBezTo>
                  <a:cubicBezTo>
                    <a:pt x="4" y="31"/>
                    <a:pt x="4" y="30"/>
                    <a:pt x="4" y="29"/>
                  </a:cubicBezTo>
                  <a:cubicBezTo>
                    <a:pt x="4" y="28"/>
                    <a:pt x="3" y="28"/>
                    <a:pt x="2" y="27"/>
                  </a:cubicBezTo>
                  <a:cubicBezTo>
                    <a:pt x="2" y="27"/>
                    <a:pt x="1" y="26"/>
                    <a:pt x="1" y="25"/>
                  </a:cubicBezTo>
                  <a:cubicBezTo>
                    <a:pt x="0" y="25"/>
                    <a:pt x="0" y="24"/>
                    <a:pt x="0" y="24"/>
                  </a:cubicBezTo>
                  <a:cubicBezTo>
                    <a:pt x="0" y="23"/>
                    <a:pt x="1" y="23"/>
                    <a:pt x="2" y="22"/>
                  </a:cubicBezTo>
                  <a:cubicBezTo>
                    <a:pt x="2" y="22"/>
                    <a:pt x="2" y="20"/>
                    <a:pt x="2" y="20"/>
                  </a:cubicBezTo>
                  <a:cubicBezTo>
                    <a:pt x="2" y="19"/>
                    <a:pt x="1" y="16"/>
                    <a:pt x="1" y="15"/>
                  </a:cubicBezTo>
                  <a:cubicBezTo>
                    <a:pt x="1" y="14"/>
                    <a:pt x="1" y="13"/>
                    <a:pt x="2" y="12"/>
                  </a:cubicBezTo>
                  <a:cubicBezTo>
                    <a:pt x="2" y="11"/>
                    <a:pt x="2" y="10"/>
                    <a:pt x="3" y="10"/>
                  </a:cubicBezTo>
                  <a:cubicBezTo>
                    <a:pt x="3" y="10"/>
                    <a:pt x="3" y="10"/>
                    <a:pt x="4" y="10"/>
                  </a:cubicBezTo>
                  <a:cubicBezTo>
                    <a:pt x="5" y="10"/>
                    <a:pt x="7" y="10"/>
                    <a:pt x="8" y="10"/>
                  </a:cubicBezTo>
                  <a:cubicBezTo>
                    <a:pt x="9" y="10"/>
                    <a:pt x="10" y="11"/>
                    <a:pt x="11" y="11"/>
                  </a:cubicBezTo>
                  <a:cubicBezTo>
                    <a:pt x="12" y="11"/>
                    <a:pt x="13" y="12"/>
                    <a:pt x="14" y="12"/>
                  </a:cubicBezTo>
                  <a:cubicBezTo>
                    <a:pt x="14" y="12"/>
                    <a:pt x="15" y="11"/>
                    <a:pt x="15" y="11"/>
                  </a:cubicBezTo>
                  <a:cubicBezTo>
                    <a:pt x="15" y="11"/>
                    <a:pt x="14" y="10"/>
                    <a:pt x="14" y="10"/>
                  </a:cubicBezTo>
                  <a:cubicBezTo>
                    <a:pt x="14" y="9"/>
                    <a:pt x="16" y="10"/>
                    <a:pt x="17" y="10"/>
                  </a:cubicBezTo>
                  <a:cubicBezTo>
                    <a:pt x="17" y="10"/>
                    <a:pt x="18" y="10"/>
                    <a:pt x="18" y="10"/>
                  </a:cubicBezTo>
                  <a:cubicBezTo>
                    <a:pt x="19" y="10"/>
                    <a:pt x="20" y="10"/>
                    <a:pt x="20" y="9"/>
                  </a:cubicBezTo>
                  <a:cubicBezTo>
                    <a:pt x="21" y="9"/>
                    <a:pt x="21" y="8"/>
                    <a:pt x="21" y="8"/>
                  </a:cubicBezTo>
                  <a:cubicBezTo>
                    <a:pt x="21" y="7"/>
                    <a:pt x="22" y="6"/>
                    <a:pt x="23" y="6"/>
                  </a:cubicBezTo>
                  <a:cubicBezTo>
                    <a:pt x="24" y="5"/>
                    <a:pt x="26" y="5"/>
                    <a:pt x="26" y="5"/>
                  </a:cubicBezTo>
                  <a:cubicBezTo>
                    <a:pt x="27" y="4"/>
                    <a:pt x="28" y="4"/>
                    <a:pt x="28" y="3"/>
                  </a:cubicBezTo>
                  <a:cubicBezTo>
                    <a:pt x="28" y="3"/>
                    <a:pt x="28" y="2"/>
                    <a:pt x="28" y="1"/>
                  </a:cubicBezTo>
                  <a:cubicBezTo>
                    <a:pt x="29" y="1"/>
                    <a:pt x="30" y="1"/>
                    <a:pt x="31" y="1"/>
                  </a:cubicBezTo>
                  <a:cubicBezTo>
                    <a:pt x="31" y="2"/>
                    <a:pt x="32" y="2"/>
                    <a:pt x="33" y="2"/>
                  </a:cubicBezTo>
                  <a:cubicBezTo>
                    <a:pt x="34" y="2"/>
                    <a:pt x="35" y="2"/>
                    <a:pt x="36" y="2"/>
                  </a:cubicBezTo>
                  <a:cubicBezTo>
                    <a:pt x="37" y="2"/>
                    <a:pt x="39" y="1"/>
                    <a:pt x="40" y="1"/>
                  </a:cubicBezTo>
                  <a:cubicBezTo>
                    <a:pt x="41" y="1"/>
                    <a:pt x="43" y="1"/>
                    <a:pt x="44" y="1"/>
                  </a:cubicBezTo>
                  <a:cubicBezTo>
                    <a:pt x="44" y="1"/>
                    <a:pt x="45" y="0"/>
                    <a:pt x="45" y="0"/>
                  </a:cubicBezTo>
                  <a:cubicBezTo>
                    <a:pt x="45" y="0"/>
                    <a:pt x="45" y="0"/>
                    <a:pt x="45" y="0"/>
                  </a:cubicBezTo>
                  <a:cubicBezTo>
                    <a:pt x="46" y="1"/>
                    <a:pt x="46" y="2"/>
                    <a:pt x="47" y="2"/>
                  </a:cubicBezTo>
                  <a:cubicBezTo>
                    <a:pt x="47" y="3"/>
                    <a:pt x="48" y="3"/>
                    <a:pt x="48" y="4"/>
                  </a:cubicBezTo>
                  <a:cubicBezTo>
                    <a:pt x="48" y="5"/>
                    <a:pt x="48" y="6"/>
                    <a:pt x="48" y="7"/>
                  </a:cubicBezTo>
                  <a:cubicBezTo>
                    <a:pt x="48" y="8"/>
                    <a:pt x="47" y="9"/>
                    <a:pt x="47" y="10"/>
                  </a:cubicBezTo>
                  <a:cubicBezTo>
                    <a:pt x="47" y="11"/>
                    <a:pt x="47" y="12"/>
                    <a:pt x="47" y="13"/>
                  </a:cubicBezTo>
                  <a:cubicBezTo>
                    <a:pt x="47" y="14"/>
                    <a:pt x="49" y="15"/>
                    <a:pt x="49" y="16"/>
                  </a:cubicBezTo>
                  <a:cubicBezTo>
                    <a:pt x="49" y="16"/>
                    <a:pt x="49" y="16"/>
                    <a:pt x="49" y="1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9" name="Freeform 319"/>
            <p:cNvSpPr>
              <a:spLocks/>
            </p:cNvSpPr>
            <p:nvPr/>
          </p:nvSpPr>
          <p:spPr bwMode="auto">
            <a:xfrm>
              <a:off x="704851" y="2316163"/>
              <a:ext cx="100013" cy="168275"/>
            </a:xfrm>
            <a:custGeom>
              <a:avLst/>
              <a:gdLst/>
              <a:ahLst/>
              <a:cxnLst>
                <a:cxn ang="0">
                  <a:pos x="32" y="88"/>
                </a:cxn>
                <a:cxn ang="0">
                  <a:pos x="27" y="87"/>
                </a:cxn>
                <a:cxn ang="0">
                  <a:pos x="19" y="88"/>
                </a:cxn>
                <a:cxn ang="0">
                  <a:pos x="18" y="86"/>
                </a:cxn>
                <a:cxn ang="0">
                  <a:pos x="14" y="82"/>
                </a:cxn>
                <a:cxn ang="0">
                  <a:pos x="15" y="75"/>
                </a:cxn>
                <a:cxn ang="0">
                  <a:pos x="16" y="69"/>
                </a:cxn>
                <a:cxn ang="0">
                  <a:pos x="12" y="67"/>
                </a:cxn>
                <a:cxn ang="0">
                  <a:pos x="9" y="64"/>
                </a:cxn>
                <a:cxn ang="0">
                  <a:pos x="8" y="57"/>
                </a:cxn>
                <a:cxn ang="0">
                  <a:pos x="10" y="53"/>
                </a:cxn>
                <a:cxn ang="0">
                  <a:pos x="11" y="50"/>
                </a:cxn>
                <a:cxn ang="0">
                  <a:pos x="7" y="50"/>
                </a:cxn>
                <a:cxn ang="0">
                  <a:pos x="3" y="50"/>
                </a:cxn>
                <a:cxn ang="0">
                  <a:pos x="3" y="46"/>
                </a:cxn>
                <a:cxn ang="0">
                  <a:pos x="0" y="42"/>
                </a:cxn>
                <a:cxn ang="0">
                  <a:pos x="2" y="37"/>
                </a:cxn>
                <a:cxn ang="0">
                  <a:pos x="0" y="33"/>
                </a:cxn>
                <a:cxn ang="0">
                  <a:pos x="2" y="32"/>
                </a:cxn>
                <a:cxn ang="0">
                  <a:pos x="8" y="35"/>
                </a:cxn>
                <a:cxn ang="0">
                  <a:pos x="16" y="34"/>
                </a:cxn>
                <a:cxn ang="0">
                  <a:pos x="22" y="29"/>
                </a:cxn>
                <a:cxn ang="0">
                  <a:pos x="22" y="24"/>
                </a:cxn>
                <a:cxn ang="0">
                  <a:pos x="25" y="22"/>
                </a:cxn>
                <a:cxn ang="0">
                  <a:pos x="28" y="19"/>
                </a:cxn>
                <a:cxn ang="0">
                  <a:pos x="28" y="14"/>
                </a:cxn>
                <a:cxn ang="0">
                  <a:pos x="30" y="4"/>
                </a:cxn>
                <a:cxn ang="0">
                  <a:pos x="30" y="0"/>
                </a:cxn>
                <a:cxn ang="0">
                  <a:pos x="34" y="3"/>
                </a:cxn>
                <a:cxn ang="0">
                  <a:pos x="41" y="6"/>
                </a:cxn>
                <a:cxn ang="0">
                  <a:pos x="45" y="7"/>
                </a:cxn>
                <a:cxn ang="0">
                  <a:pos x="43" y="12"/>
                </a:cxn>
                <a:cxn ang="0">
                  <a:pos x="44" y="19"/>
                </a:cxn>
                <a:cxn ang="0">
                  <a:pos x="43" y="22"/>
                </a:cxn>
                <a:cxn ang="0">
                  <a:pos x="46" y="26"/>
                </a:cxn>
                <a:cxn ang="0">
                  <a:pos x="47" y="32"/>
                </a:cxn>
                <a:cxn ang="0">
                  <a:pos x="47" y="36"/>
                </a:cxn>
                <a:cxn ang="0">
                  <a:pos x="47" y="44"/>
                </a:cxn>
                <a:cxn ang="0">
                  <a:pos x="50" y="51"/>
                </a:cxn>
                <a:cxn ang="0">
                  <a:pos x="49" y="56"/>
                </a:cxn>
                <a:cxn ang="0">
                  <a:pos x="51" y="61"/>
                </a:cxn>
                <a:cxn ang="0">
                  <a:pos x="52" y="68"/>
                </a:cxn>
                <a:cxn ang="0">
                  <a:pos x="53" y="70"/>
                </a:cxn>
                <a:cxn ang="0">
                  <a:pos x="52" y="75"/>
                </a:cxn>
                <a:cxn ang="0">
                  <a:pos x="50" y="80"/>
                </a:cxn>
                <a:cxn ang="0">
                  <a:pos x="46" y="84"/>
                </a:cxn>
                <a:cxn ang="0">
                  <a:pos x="42" y="81"/>
                </a:cxn>
                <a:cxn ang="0">
                  <a:pos x="39" y="81"/>
                </a:cxn>
                <a:cxn ang="0">
                  <a:pos x="36" y="87"/>
                </a:cxn>
                <a:cxn ang="0">
                  <a:pos x="34" y="89"/>
                </a:cxn>
              </a:cxnLst>
              <a:rect l="0" t="0" r="r" b="b"/>
              <a:pathLst>
                <a:path w="53" h="89">
                  <a:moveTo>
                    <a:pt x="34" y="89"/>
                  </a:moveTo>
                  <a:cubicBezTo>
                    <a:pt x="33" y="89"/>
                    <a:pt x="32" y="88"/>
                    <a:pt x="32" y="88"/>
                  </a:cubicBezTo>
                  <a:cubicBezTo>
                    <a:pt x="31" y="88"/>
                    <a:pt x="31" y="86"/>
                    <a:pt x="30" y="86"/>
                  </a:cubicBezTo>
                  <a:cubicBezTo>
                    <a:pt x="29" y="86"/>
                    <a:pt x="28" y="87"/>
                    <a:pt x="27" y="87"/>
                  </a:cubicBezTo>
                  <a:cubicBezTo>
                    <a:pt x="26" y="87"/>
                    <a:pt x="25" y="88"/>
                    <a:pt x="24" y="88"/>
                  </a:cubicBezTo>
                  <a:cubicBezTo>
                    <a:pt x="23" y="88"/>
                    <a:pt x="20" y="88"/>
                    <a:pt x="19" y="88"/>
                  </a:cubicBezTo>
                  <a:cubicBezTo>
                    <a:pt x="19" y="88"/>
                    <a:pt x="19" y="88"/>
                    <a:pt x="19" y="88"/>
                  </a:cubicBezTo>
                  <a:cubicBezTo>
                    <a:pt x="18" y="87"/>
                    <a:pt x="18" y="86"/>
                    <a:pt x="18" y="86"/>
                  </a:cubicBezTo>
                  <a:cubicBezTo>
                    <a:pt x="17" y="85"/>
                    <a:pt x="16" y="85"/>
                    <a:pt x="16" y="85"/>
                  </a:cubicBezTo>
                  <a:cubicBezTo>
                    <a:pt x="15" y="84"/>
                    <a:pt x="14" y="82"/>
                    <a:pt x="14" y="82"/>
                  </a:cubicBezTo>
                  <a:cubicBezTo>
                    <a:pt x="14" y="81"/>
                    <a:pt x="15" y="79"/>
                    <a:pt x="15" y="78"/>
                  </a:cubicBezTo>
                  <a:cubicBezTo>
                    <a:pt x="15" y="78"/>
                    <a:pt x="15" y="76"/>
                    <a:pt x="15" y="75"/>
                  </a:cubicBezTo>
                  <a:cubicBezTo>
                    <a:pt x="15" y="74"/>
                    <a:pt x="16" y="73"/>
                    <a:pt x="16" y="72"/>
                  </a:cubicBezTo>
                  <a:cubicBezTo>
                    <a:pt x="16" y="71"/>
                    <a:pt x="16" y="70"/>
                    <a:pt x="16" y="69"/>
                  </a:cubicBezTo>
                  <a:cubicBezTo>
                    <a:pt x="15" y="69"/>
                    <a:pt x="14" y="68"/>
                    <a:pt x="14" y="68"/>
                  </a:cubicBezTo>
                  <a:cubicBezTo>
                    <a:pt x="13" y="68"/>
                    <a:pt x="13" y="67"/>
                    <a:pt x="12" y="67"/>
                  </a:cubicBezTo>
                  <a:cubicBezTo>
                    <a:pt x="12" y="66"/>
                    <a:pt x="11" y="66"/>
                    <a:pt x="10" y="66"/>
                  </a:cubicBezTo>
                  <a:cubicBezTo>
                    <a:pt x="10" y="65"/>
                    <a:pt x="9" y="65"/>
                    <a:pt x="9" y="64"/>
                  </a:cubicBezTo>
                  <a:cubicBezTo>
                    <a:pt x="8" y="64"/>
                    <a:pt x="8" y="62"/>
                    <a:pt x="8" y="61"/>
                  </a:cubicBezTo>
                  <a:cubicBezTo>
                    <a:pt x="8" y="60"/>
                    <a:pt x="8" y="58"/>
                    <a:pt x="8" y="57"/>
                  </a:cubicBezTo>
                  <a:cubicBezTo>
                    <a:pt x="8" y="56"/>
                    <a:pt x="8" y="55"/>
                    <a:pt x="8" y="54"/>
                  </a:cubicBezTo>
                  <a:cubicBezTo>
                    <a:pt x="9" y="54"/>
                    <a:pt x="10" y="53"/>
                    <a:pt x="10" y="53"/>
                  </a:cubicBezTo>
                  <a:cubicBezTo>
                    <a:pt x="10" y="53"/>
                    <a:pt x="11" y="52"/>
                    <a:pt x="11" y="52"/>
                  </a:cubicBezTo>
                  <a:cubicBezTo>
                    <a:pt x="11" y="51"/>
                    <a:pt x="11" y="51"/>
                    <a:pt x="11" y="50"/>
                  </a:cubicBezTo>
                  <a:cubicBezTo>
                    <a:pt x="10" y="50"/>
                    <a:pt x="9" y="49"/>
                    <a:pt x="9" y="49"/>
                  </a:cubicBezTo>
                  <a:cubicBezTo>
                    <a:pt x="8" y="49"/>
                    <a:pt x="7" y="50"/>
                    <a:pt x="7" y="50"/>
                  </a:cubicBezTo>
                  <a:cubicBezTo>
                    <a:pt x="6" y="50"/>
                    <a:pt x="6" y="51"/>
                    <a:pt x="5" y="51"/>
                  </a:cubicBezTo>
                  <a:cubicBezTo>
                    <a:pt x="5" y="51"/>
                    <a:pt x="3" y="51"/>
                    <a:pt x="3" y="50"/>
                  </a:cubicBezTo>
                  <a:cubicBezTo>
                    <a:pt x="2" y="50"/>
                    <a:pt x="2" y="49"/>
                    <a:pt x="2" y="48"/>
                  </a:cubicBezTo>
                  <a:cubicBezTo>
                    <a:pt x="2" y="47"/>
                    <a:pt x="3" y="46"/>
                    <a:pt x="3" y="46"/>
                  </a:cubicBezTo>
                  <a:cubicBezTo>
                    <a:pt x="3" y="45"/>
                    <a:pt x="2" y="44"/>
                    <a:pt x="2" y="43"/>
                  </a:cubicBezTo>
                  <a:cubicBezTo>
                    <a:pt x="2" y="43"/>
                    <a:pt x="1" y="42"/>
                    <a:pt x="0" y="42"/>
                  </a:cubicBezTo>
                  <a:cubicBezTo>
                    <a:pt x="0" y="41"/>
                    <a:pt x="1" y="40"/>
                    <a:pt x="1" y="40"/>
                  </a:cubicBezTo>
                  <a:cubicBezTo>
                    <a:pt x="1" y="39"/>
                    <a:pt x="2" y="38"/>
                    <a:pt x="2" y="37"/>
                  </a:cubicBezTo>
                  <a:cubicBezTo>
                    <a:pt x="2" y="37"/>
                    <a:pt x="2" y="36"/>
                    <a:pt x="2" y="35"/>
                  </a:cubicBezTo>
                  <a:cubicBezTo>
                    <a:pt x="1" y="34"/>
                    <a:pt x="1" y="33"/>
                    <a:pt x="0" y="33"/>
                  </a:cubicBezTo>
                  <a:cubicBezTo>
                    <a:pt x="0" y="32"/>
                    <a:pt x="0" y="32"/>
                    <a:pt x="0" y="31"/>
                  </a:cubicBezTo>
                  <a:cubicBezTo>
                    <a:pt x="1" y="31"/>
                    <a:pt x="2" y="32"/>
                    <a:pt x="2" y="32"/>
                  </a:cubicBezTo>
                  <a:cubicBezTo>
                    <a:pt x="3" y="33"/>
                    <a:pt x="5" y="34"/>
                    <a:pt x="6" y="34"/>
                  </a:cubicBezTo>
                  <a:cubicBezTo>
                    <a:pt x="6" y="35"/>
                    <a:pt x="8" y="35"/>
                    <a:pt x="8" y="35"/>
                  </a:cubicBezTo>
                  <a:cubicBezTo>
                    <a:pt x="10" y="35"/>
                    <a:pt x="12" y="35"/>
                    <a:pt x="13" y="35"/>
                  </a:cubicBezTo>
                  <a:cubicBezTo>
                    <a:pt x="14" y="35"/>
                    <a:pt x="15" y="34"/>
                    <a:pt x="16" y="34"/>
                  </a:cubicBezTo>
                  <a:cubicBezTo>
                    <a:pt x="17" y="33"/>
                    <a:pt x="19" y="32"/>
                    <a:pt x="20" y="31"/>
                  </a:cubicBezTo>
                  <a:cubicBezTo>
                    <a:pt x="21" y="31"/>
                    <a:pt x="22" y="30"/>
                    <a:pt x="22" y="29"/>
                  </a:cubicBezTo>
                  <a:cubicBezTo>
                    <a:pt x="23" y="28"/>
                    <a:pt x="22" y="27"/>
                    <a:pt x="22" y="27"/>
                  </a:cubicBezTo>
                  <a:cubicBezTo>
                    <a:pt x="22" y="26"/>
                    <a:pt x="22" y="25"/>
                    <a:pt x="22" y="24"/>
                  </a:cubicBezTo>
                  <a:cubicBezTo>
                    <a:pt x="22" y="24"/>
                    <a:pt x="23" y="23"/>
                    <a:pt x="23" y="22"/>
                  </a:cubicBezTo>
                  <a:cubicBezTo>
                    <a:pt x="23" y="22"/>
                    <a:pt x="25" y="22"/>
                    <a:pt x="25" y="22"/>
                  </a:cubicBezTo>
                  <a:cubicBezTo>
                    <a:pt x="26" y="22"/>
                    <a:pt x="27" y="22"/>
                    <a:pt x="28" y="22"/>
                  </a:cubicBezTo>
                  <a:cubicBezTo>
                    <a:pt x="28" y="21"/>
                    <a:pt x="28" y="20"/>
                    <a:pt x="28" y="19"/>
                  </a:cubicBezTo>
                  <a:cubicBezTo>
                    <a:pt x="28" y="19"/>
                    <a:pt x="27" y="17"/>
                    <a:pt x="27" y="17"/>
                  </a:cubicBezTo>
                  <a:cubicBezTo>
                    <a:pt x="27" y="16"/>
                    <a:pt x="28" y="15"/>
                    <a:pt x="28" y="14"/>
                  </a:cubicBezTo>
                  <a:cubicBezTo>
                    <a:pt x="29" y="13"/>
                    <a:pt x="29" y="11"/>
                    <a:pt x="29" y="11"/>
                  </a:cubicBezTo>
                  <a:cubicBezTo>
                    <a:pt x="30" y="9"/>
                    <a:pt x="30" y="6"/>
                    <a:pt x="30" y="4"/>
                  </a:cubicBezTo>
                  <a:cubicBezTo>
                    <a:pt x="30" y="3"/>
                    <a:pt x="30" y="2"/>
                    <a:pt x="30" y="1"/>
                  </a:cubicBezTo>
                  <a:cubicBezTo>
                    <a:pt x="30" y="1"/>
                    <a:pt x="30" y="0"/>
                    <a:pt x="30" y="0"/>
                  </a:cubicBezTo>
                  <a:cubicBezTo>
                    <a:pt x="31" y="0"/>
                    <a:pt x="32" y="1"/>
                    <a:pt x="32" y="1"/>
                  </a:cubicBezTo>
                  <a:cubicBezTo>
                    <a:pt x="33" y="2"/>
                    <a:pt x="34" y="3"/>
                    <a:pt x="34" y="3"/>
                  </a:cubicBezTo>
                  <a:cubicBezTo>
                    <a:pt x="35" y="4"/>
                    <a:pt x="36" y="5"/>
                    <a:pt x="37" y="5"/>
                  </a:cubicBezTo>
                  <a:cubicBezTo>
                    <a:pt x="38" y="6"/>
                    <a:pt x="40" y="6"/>
                    <a:pt x="41" y="6"/>
                  </a:cubicBezTo>
                  <a:cubicBezTo>
                    <a:pt x="41" y="7"/>
                    <a:pt x="43" y="7"/>
                    <a:pt x="44" y="7"/>
                  </a:cubicBezTo>
                  <a:cubicBezTo>
                    <a:pt x="44" y="7"/>
                    <a:pt x="44" y="7"/>
                    <a:pt x="45" y="7"/>
                  </a:cubicBezTo>
                  <a:cubicBezTo>
                    <a:pt x="44" y="7"/>
                    <a:pt x="44" y="8"/>
                    <a:pt x="44" y="9"/>
                  </a:cubicBezTo>
                  <a:cubicBezTo>
                    <a:pt x="43" y="10"/>
                    <a:pt x="43" y="11"/>
                    <a:pt x="43" y="12"/>
                  </a:cubicBezTo>
                  <a:cubicBezTo>
                    <a:pt x="43" y="13"/>
                    <a:pt x="44" y="16"/>
                    <a:pt x="44" y="17"/>
                  </a:cubicBezTo>
                  <a:cubicBezTo>
                    <a:pt x="44" y="17"/>
                    <a:pt x="44" y="19"/>
                    <a:pt x="44" y="19"/>
                  </a:cubicBezTo>
                  <a:cubicBezTo>
                    <a:pt x="43" y="20"/>
                    <a:pt x="42" y="20"/>
                    <a:pt x="42" y="21"/>
                  </a:cubicBezTo>
                  <a:cubicBezTo>
                    <a:pt x="42" y="21"/>
                    <a:pt x="42" y="22"/>
                    <a:pt x="43" y="22"/>
                  </a:cubicBezTo>
                  <a:cubicBezTo>
                    <a:pt x="43" y="23"/>
                    <a:pt x="44" y="24"/>
                    <a:pt x="44" y="24"/>
                  </a:cubicBezTo>
                  <a:cubicBezTo>
                    <a:pt x="45" y="25"/>
                    <a:pt x="46" y="25"/>
                    <a:pt x="46" y="26"/>
                  </a:cubicBezTo>
                  <a:cubicBezTo>
                    <a:pt x="46" y="27"/>
                    <a:pt x="46" y="28"/>
                    <a:pt x="46" y="29"/>
                  </a:cubicBezTo>
                  <a:cubicBezTo>
                    <a:pt x="46" y="30"/>
                    <a:pt x="47" y="31"/>
                    <a:pt x="47" y="32"/>
                  </a:cubicBezTo>
                  <a:cubicBezTo>
                    <a:pt x="47" y="32"/>
                    <a:pt x="47" y="33"/>
                    <a:pt x="47" y="33"/>
                  </a:cubicBezTo>
                  <a:cubicBezTo>
                    <a:pt x="47" y="34"/>
                    <a:pt x="47" y="35"/>
                    <a:pt x="47" y="36"/>
                  </a:cubicBezTo>
                  <a:cubicBezTo>
                    <a:pt x="47" y="37"/>
                    <a:pt x="47" y="40"/>
                    <a:pt x="47" y="41"/>
                  </a:cubicBezTo>
                  <a:cubicBezTo>
                    <a:pt x="47" y="42"/>
                    <a:pt x="47" y="43"/>
                    <a:pt x="47" y="44"/>
                  </a:cubicBezTo>
                  <a:cubicBezTo>
                    <a:pt x="47" y="45"/>
                    <a:pt x="48" y="47"/>
                    <a:pt x="48" y="47"/>
                  </a:cubicBezTo>
                  <a:cubicBezTo>
                    <a:pt x="48" y="48"/>
                    <a:pt x="49" y="50"/>
                    <a:pt x="50" y="51"/>
                  </a:cubicBezTo>
                  <a:cubicBezTo>
                    <a:pt x="50" y="51"/>
                    <a:pt x="49" y="53"/>
                    <a:pt x="49" y="53"/>
                  </a:cubicBezTo>
                  <a:cubicBezTo>
                    <a:pt x="48" y="54"/>
                    <a:pt x="48" y="55"/>
                    <a:pt x="49" y="56"/>
                  </a:cubicBezTo>
                  <a:cubicBezTo>
                    <a:pt x="49" y="56"/>
                    <a:pt x="50" y="57"/>
                    <a:pt x="50" y="58"/>
                  </a:cubicBezTo>
                  <a:cubicBezTo>
                    <a:pt x="50" y="58"/>
                    <a:pt x="51" y="60"/>
                    <a:pt x="51" y="61"/>
                  </a:cubicBezTo>
                  <a:cubicBezTo>
                    <a:pt x="51" y="62"/>
                    <a:pt x="51" y="63"/>
                    <a:pt x="51" y="64"/>
                  </a:cubicBezTo>
                  <a:cubicBezTo>
                    <a:pt x="51" y="65"/>
                    <a:pt x="52" y="67"/>
                    <a:pt x="52" y="68"/>
                  </a:cubicBezTo>
                  <a:cubicBezTo>
                    <a:pt x="52" y="69"/>
                    <a:pt x="52" y="69"/>
                    <a:pt x="52" y="69"/>
                  </a:cubicBezTo>
                  <a:cubicBezTo>
                    <a:pt x="53" y="70"/>
                    <a:pt x="53" y="70"/>
                    <a:pt x="53" y="70"/>
                  </a:cubicBezTo>
                  <a:cubicBezTo>
                    <a:pt x="53" y="71"/>
                    <a:pt x="53" y="72"/>
                    <a:pt x="53" y="73"/>
                  </a:cubicBezTo>
                  <a:cubicBezTo>
                    <a:pt x="53" y="73"/>
                    <a:pt x="53" y="74"/>
                    <a:pt x="52" y="75"/>
                  </a:cubicBezTo>
                  <a:cubicBezTo>
                    <a:pt x="52" y="75"/>
                    <a:pt x="52" y="76"/>
                    <a:pt x="51" y="77"/>
                  </a:cubicBezTo>
                  <a:cubicBezTo>
                    <a:pt x="51" y="78"/>
                    <a:pt x="50" y="79"/>
                    <a:pt x="50" y="80"/>
                  </a:cubicBezTo>
                  <a:cubicBezTo>
                    <a:pt x="49" y="81"/>
                    <a:pt x="48" y="82"/>
                    <a:pt x="48" y="83"/>
                  </a:cubicBezTo>
                  <a:cubicBezTo>
                    <a:pt x="47" y="83"/>
                    <a:pt x="46" y="84"/>
                    <a:pt x="46" y="84"/>
                  </a:cubicBezTo>
                  <a:cubicBezTo>
                    <a:pt x="45" y="84"/>
                    <a:pt x="45" y="84"/>
                    <a:pt x="44" y="83"/>
                  </a:cubicBezTo>
                  <a:cubicBezTo>
                    <a:pt x="44" y="83"/>
                    <a:pt x="43" y="82"/>
                    <a:pt x="42" y="81"/>
                  </a:cubicBezTo>
                  <a:cubicBezTo>
                    <a:pt x="42" y="81"/>
                    <a:pt x="41" y="81"/>
                    <a:pt x="41" y="81"/>
                  </a:cubicBezTo>
                  <a:cubicBezTo>
                    <a:pt x="40" y="81"/>
                    <a:pt x="39" y="80"/>
                    <a:pt x="39" y="81"/>
                  </a:cubicBezTo>
                  <a:cubicBezTo>
                    <a:pt x="38" y="81"/>
                    <a:pt x="38" y="83"/>
                    <a:pt x="37" y="84"/>
                  </a:cubicBezTo>
                  <a:cubicBezTo>
                    <a:pt x="37" y="84"/>
                    <a:pt x="36" y="86"/>
                    <a:pt x="36" y="87"/>
                  </a:cubicBezTo>
                  <a:cubicBezTo>
                    <a:pt x="35" y="87"/>
                    <a:pt x="35" y="88"/>
                    <a:pt x="34" y="89"/>
                  </a:cubicBezTo>
                  <a:cubicBezTo>
                    <a:pt x="34" y="89"/>
                    <a:pt x="34" y="89"/>
                    <a:pt x="34" y="89"/>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0" name="Freeform 320"/>
            <p:cNvSpPr>
              <a:spLocks/>
            </p:cNvSpPr>
            <p:nvPr/>
          </p:nvSpPr>
          <p:spPr bwMode="auto">
            <a:xfrm>
              <a:off x="644526" y="2368550"/>
              <a:ext cx="42863" cy="50800"/>
            </a:xfrm>
            <a:custGeom>
              <a:avLst/>
              <a:gdLst/>
              <a:ahLst/>
              <a:cxnLst>
                <a:cxn ang="0">
                  <a:pos x="0" y="27"/>
                </a:cxn>
                <a:cxn ang="0">
                  <a:pos x="1" y="25"/>
                </a:cxn>
                <a:cxn ang="0">
                  <a:pos x="1" y="23"/>
                </a:cxn>
                <a:cxn ang="0">
                  <a:pos x="2" y="20"/>
                </a:cxn>
                <a:cxn ang="0">
                  <a:pos x="2" y="18"/>
                </a:cxn>
                <a:cxn ang="0">
                  <a:pos x="2" y="17"/>
                </a:cxn>
                <a:cxn ang="0">
                  <a:pos x="1" y="16"/>
                </a:cxn>
                <a:cxn ang="0">
                  <a:pos x="1" y="15"/>
                </a:cxn>
                <a:cxn ang="0">
                  <a:pos x="3" y="14"/>
                </a:cxn>
                <a:cxn ang="0">
                  <a:pos x="3" y="12"/>
                </a:cxn>
                <a:cxn ang="0">
                  <a:pos x="3" y="11"/>
                </a:cxn>
                <a:cxn ang="0">
                  <a:pos x="6" y="9"/>
                </a:cxn>
                <a:cxn ang="0">
                  <a:pos x="7" y="8"/>
                </a:cxn>
                <a:cxn ang="0">
                  <a:pos x="9" y="7"/>
                </a:cxn>
                <a:cxn ang="0">
                  <a:pos x="9" y="6"/>
                </a:cxn>
                <a:cxn ang="0">
                  <a:pos x="11" y="6"/>
                </a:cxn>
                <a:cxn ang="0">
                  <a:pos x="13" y="7"/>
                </a:cxn>
                <a:cxn ang="0">
                  <a:pos x="14" y="6"/>
                </a:cxn>
                <a:cxn ang="0">
                  <a:pos x="16" y="5"/>
                </a:cxn>
                <a:cxn ang="0">
                  <a:pos x="18" y="5"/>
                </a:cxn>
                <a:cxn ang="0">
                  <a:pos x="19" y="4"/>
                </a:cxn>
                <a:cxn ang="0">
                  <a:pos x="20" y="3"/>
                </a:cxn>
                <a:cxn ang="0">
                  <a:pos x="22" y="0"/>
                </a:cxn>
                <a:cxn ang="0">
                  <a:pos x="23" y="0"/>
                </a:cxn>
                <a:cxn ang="0">
                  <a:pos x="23" y="1"/>
                </a:cxn>
                <a:cxn ang="0">
                  <a:pos x="22" y="3"/>
                </a:cxn>
                <a:cxn ang="0">
                  <a:pos x="21" y="5"/>
                </a:cxn>
                <a:cxn ang="0">
                  <a:pos x="20" y="7"/>
                </a:cxn>
                <a:cxn ang="0">
                  <a:pos x="18" y="9"/>
                </a:cxn>
                <a:cxn ang="0">
                  <a:pos x="17" y="11"/>
                </a:cxn>
                <a:cxn ang="0">
                  <a:pos x="14" y="13"/>
                </a:cxn>
                <a:cxn ang="0">
                  <a:pos x="11" y="16"/>
                </a:cxn>
                <a:cxn ang="0">
                  <a:pos x="10" y="18"/>
                </a:cxn>
                <a:cxn ang="0">
                  <a:pos x="8" y="20"/>
                </a:cxn>
                <a:cxn ang="0">
                  <a:pos x="6" y="22"/>
                </a:cxn>
                <a:cxn ang="0">
                  <a:pos x="4" y="25"/>
                </a:cxn>
                <a:cxn ang="0">
                  <a:pos x="2" y="26"/>
                </a:cxn>
                <a:cxn ang="0">
                  <a:pos x="0" y="27"/>
                </a:cxn>
                <a:cxn ang="0">
                  <a:pos x="0" y="27"/>
                </a:cxn>
                <a:cxn ang="0">
                  <a:pos x="0" y="27"/>
                </a:cxn>
              </a:cxnLst>
              <a:rect l="0" t="0" r="r" b="b"/>
              <a:pathLst>
                <a:path w="23" h="27">
                  <a:moveTo>
                    <a:pt x="0" y="27"/>
                  </a:moveTo>
                  <a:cubicBezTo>
                    <a:pt x="0" y="27"/>
                    <a:pt x="1" y="26"/>
                    <a:pt x="1" y="25"/>
                  </a:cubicBezTo>
                  <a:cubicBezTo>
                    <a:pt x="1" y="25"/>
                    <a:pt x="1" y="23"/>
                    <a:pt x="1" y="23"/>
                  </a:cubicBezTo>
                  <a:cubicBezTo>
                    <a:pt x="1" y="22"/>
                    <a:pt x="1" y="20"/>
                    <a:pt x="2" y="20"/>
                  </a:cubicBezTo>
                  <a:cubicBezTo>
                    <a:pt x="2" y="19"/>
                    <a:pt x="2" y="19"/>
                    <a:pt x="2" y="18"/>
                  </a:cubicBezTo>
                  <a:cubicBezTo>
                    <a:pt x="2" y="18"/>
                    <a:pt x="2" y="17"/>
                    <a:pt x="2" y="17"/>
                  </a:cubicBezTo>
                  <a:cubicBezTo>
                    <a:pt x="2" y="17"/>
                    <a:pt x="1" y="16"/>
                    <a:pt x="1" y="16"/>
                  </a:cubicBezTo>
                  <a:cubicBezTo>
                    <a:pt x="1" y="16"/>
                    <a:pt x="1" y="15"/>
                    <a:pt x="1" y="15"/>
                  </a:cubicBezTo>
                  <a:cubicBezTo>
                    <a:pt x="1" y="15"/>
                    <a:pt x="2" y="14"/>
                    <a:pt x="3" y="14"/>
                  </a:cubicBezTo>
                  <a:cubicBezTo>
                    <a:pt x="3" y="14"/>
                    <a:pt x="3" y="12"/>
                    <a:pt x="3" y="12"/>
                  </a:cubicBezTo>
                  <a:cubicBezTo>
                    <a:pt x="3" y="11"/>
                    <a:pt x="3" y="11"/>
                    <a:pt x="3" y="11"/>
                  </a:cubicBezTo>
                  <a:cubicBezTo>
                    <a:pt x="4" y="10"/>
                    <a:pt x="6" y="10"/>
                    <a:pt x="6" y="9"/>
                  </a:cubicBezTo>
                  <a:cubicBezTo>
                    <a:pt x="6" y="9"/>
                    <a:pt x="7" y="8"/>
                    <a:pt x="7" y="8"/>
                  </a:cubicBezTo>
                  <a:cubicBezTo>
                    <a:pt x="7" y="8"/>
                    <a:pt x="9" y="8"/>
                    <a:pt x="9" y="7"/>
                  </a:cubicBezTo>
                  <a:cubicBezTo>
                    <a:pt x="9" y="7"/>
                    <a:pt x="9" y="6"/>
                    <a:pt x="9" y="6"/>
                  </a:cubicBezTo>
                  <a:cubicBezTo>
                    <a:pt x="9" y="5"/>
                    <a:pt x="10" y="6"/>
                    <a:pt x="11" y="6"/>
                  </a:cubicBezTo>
                  <a:cubicBezTo>
                    <a:pt x="11" y="6"/>
                    <a:pt x="12" y="7"/>
                    <a:pt x="13" y="7"/>
                  </a:cubicBezTo>
                  <a:cubicBezTo>
                    <a:pt x="13" y="7"/>
                    <a:pt x="14" y="7"/>
                    <a:pt x="14" y="6"/>
                  </a:cubicBezTo>
                  <a:cubicBezTo>
                    <a:pt x="15" y="6"/>
                    <a:pt x="15" y="5"/>
                    <a:pt x="16" y="5"/>
                  </a:cubicBezTo>
                  <a:cubicBezTo>
                    <a:pt x="16" y="5"/>
                    <a:pt x="17" y="5"/>
                    <a:pt x="18" y="5"/>
                  </a:cubicBezTo>
                  <a:cubicBezTo>
                    <a:pt x="18" y="5"/>
                    <a:pt x="18" y="4"/>
                    <a:pt x="19" y="4"/>
                  </a:cubicBezTo>
                  <a:cubicBezTo>
                    <a:pt x="19" y="4"/>
                    <a:pt x="20" y="3"/>
                    <a:pt x="20" y="3"/>
                  </a:cubicBezTo>
                  <a:cubicBezTo>
                    <a:pt x="21" y="2"/>
                    <a:pt x="21" y="1"/>
                    <a:pt x="22" y="0"/>
                  </a:cubicBezTo>
                  <a:cubicBezTo>
                    <a:pt x="22" y="0"/>
                    <a:pt x="23" y="0"/>
                    <a:pt x="23" y="0"/>
                  </a:cubicBezTo>
                  <a:cubicBezTo>
                    <a:pt x="23" y="0"/>
                    <a:pt x="23" y="1"/>
                    <a:pt x="23" y="1"/>
                  </a:cubicBezTo>
                  <a:cubicBezTo>
                    <a:pt x="23" y="2"/>
                    <a:pt x="22" y="3"/>
                    <a:pt x="22" y="3"/>
                  </a:cubicBezTo>
                  <a:cubicBezTo>
                    <a:pt x="22" y="4"/>
                    <a:pt x="21" y="5"/>
                    <a:pt x="21" y="5"/>
                  </a:cubicBezTo>
                  <a:cubicBezTo>
                    <a:pt x="21" y="6"/>
                    <a:pt x="20" y="7"/>
                    <a:pt x="20" y="7"/>
                  </a:cubicBezTo>
                  <a:cubicBezTo>
                    <a:pt x="19" y="8"/>
                    <a:pt x="18" y="9"/>
                    <a:pt x="18" y="9"/>
                  </a:cubicBezTo>
                  <a:cubicBezTo>
                    <a:pt x="17" y="10"/>
                    <a:pt x="17" y="11"/>
                    <a:pt x="17" y="11"/>
                  </a:cubicBezTo>
                  <a:cubicBezTo>
                    <a:pt x="16" y="12"/>
                    <a:pt x="15" y="13"/>
                    <a:pt x="14" y="13"/>
                  </a:cubicBezTo>
                  <a:cubicBezTo>
                    <a:pt x="13" y="14"/>
                    <a:pt x="12" y="15"/>
                    <a:pt x="11" y="16"/>
                  </a:cubicBezTo>
                  <a:cubicBezTo>
                    <a:pt x="11" y="17"/>
                    <a:pt x="10" y="18"/>
                    <a:pt x="10" y="18"/>
                  </a:cubicBezTo>
                  <a:cubicBezTo>
                    <a:pt x="10" y="19"/>
                    <a:pt x="9" y="20"/>
                    <a:pt x="8" y="20"/>
                  </a:cubicBezTo>
                  <a:cubicBezTo>
                    <a:pt x="7" y="21"/>
                    <a:pt x="6" y="22"/>
                    <a:pt x="6" y="22"/>
                  </a:cubicBezTo>
                  <a:cubicBezTo>
                    <a:pt x="5" y="23"/>
                    <a:pt x="5" y="24"/>
                    <a:pt x="4" y="25"/>
                  </a:cubicBezTo>
                  <a:cubicBezTo>
                    <a:pt x="4" y="25"/>
                    <a:pt x="3" y="26"/>
                    <a:pt x="2" y="26"/>
                  </a:cubicBezTo>
                  <a:cubicBezTo>
                    <a:pt x="1" y="26"/>
                    <a:pt x="0" y="27"/>
                    <a:pt x="0" y="27"/>
                  </a:cubicBezTo>
                  <a:cubicBezTo>
                    <a:pt x="0" y="27"/>
                    <a:pt x="0" y="27"/>
                    <a:pt x="0" y="27"/>
                  </a:cubicBezTo>
                  <a:cubicBezTo>
                    <a:pt x="0" y="27"/>
                    <a:pt x="0" y="27"/>
                    <a:pt x="0" y="27"/>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1" name="Freeform 321"/>
            <p:cNvSpPr>
              <a:spLocks/>
            </p:cNvSpPr>
            <p:nvPr/>
          </p:nvSpPr>
          <p:spPr bwMode="auto">
            <a:xfrm>
              <a:off x="652463" y="2374900"/>
              <a:ext cx="88900" cy="109538"/>
            </a:xfrm>
            <a:custGeom>
              <a:avLst/>
              <a:gdLst/>
              <a:ahLst/>
              <a:cxnLst>
                <a:cxn ang="0">
                  <a:pos x="47" y="57"/>
                </a:cxn>
                <a:cxn ang="0">
                  <a:pos x="41" y="58"/>
                </a:cxn>
                <a:cxn ang="0">
                  <a:pos x="36" y="56"/>
                </a:cxn>
                <a:cxn ang="0">
                  <a:pos x="34" y="51"/>
                </a:cxn>
                <a:cxn ang="0">
                  <a:pos x="31" y="48"/>
                </a:cxn>
                <a:cxn ang="0">
                  <a:pos x="28" y="50"/>
                </a:cxn>
                <a:cxn ang="0">
                  <a:pos x="24" y="47"/>
                </a:cxn>
                <a:cxn ang="0">
                  <a:pos x="24" y="43"/>
                </a:cxn>
                <a:cxn ang="0">
                  <a:pos x="27" y="41"/>
                </a:cxn>
                <a:cxn ang="0">
                  <a:pos x="23" y="40"/>
                </a:cxn>
                <a:cxn ang="0">
                  <a:pos x="16" y="41"/>
                </a:cxn>
                <a:cxn ang="0">
                  <a:pos x="15" y="37"/>
                </a:cxn>
                <a:cxn ang="0">
                  <a:pos x="17" y="34"/>
                </a:cxn>
                <a:cxn ang="0">
                  <a:pos x="17" y="30"/>
                </a:cxn>
                <a:cxn ang="0">
                  <a:pos x="13" y="30"/>
                </a:cxn>
                <a:cxn ang="0">
                  <a:pos x="7" y="32"/>
                </a:cxn>
                <a:cxn ang="0">
                  <a:pos x="1" y="28"/>
                </a:cxn>
                <a:cxn ang="0">
                  <a:pos x="0" y="25"/>
                </a:cxn>
                <a:cxn ang="0">
                  <a:pos x="1" y="23"/>
                </a:cxn>
                <a:cxn ang="0">
                  <a:pos x="4" y="19"/>
                </a:cxn>
                <a:cxn ang="0">
                  <a:pos x="8" y="16"/>
                </a:cxn>
                <a:cxn ang="0">
                  <a:pos x="12" y="11"/>
                </a:cxn>
                <a:cxn ang="0">
                  <a:pos x="16" y="6"/>
                </a:cxn>
                <a:cxn ang="0">
                  <a:pos x="21" y="2"/>
                </a:cxn>
                <a:cxn ang="0">
                  <a:pos x="28" y="0"/>
                </a:cxn>
                <a:cxn ang="0">
                  <a:pos x="28" y="2"/>
                </a:cxn>
                <a:cxn ang="0">
                  <a:pos x="30" y="6"/>
                </a:cxn>
                <a:cxn ang="0">
                  <a:pos x="28" y="11"/>
                </a:cxn>
                <a:cxn ang="0">
                  <a:pos x="31" y="15"/>
                </a:cxn>
                <a:cxn ang="0">
                  <a:pos x="31" y="19"/>
                </a:cxn>
                <a:cxn ang="0">
                  <a:pos x="35" y="19"/>
                </a:cxn>
                <a:cxn ang="0">
                  <a:pos x="39" y="19"/>
                </a:cxn>
                <a:cxn ang="0">
                  <a:pos x="38" y="22"/>
                </a:cxn>
                <a:cxn ang="0">
                  <a:pos x="36" y="26"/>
                </a:cxn>
                <a:cxn ang="0">
                  <a:pos x="37" y="33"/>
                </a:cxn>
                <a:cxn ang="0">
                  <a:pos x="40" y="36"/>
                </a:cxn>
                <a:cxn ang="0">
                  <a:pos x="44" y="38"/>
                </a:cxn>
                <a:cxn ang="0">
                  <a:pos x="43" y="44"/>
                </a:cxn>
                <a:cxn ang="0">
                  <a:pos x="42" y="51"/>
                </a:cxn>
                <a:cxn ang="0">
                  <a:pos x="46" y="55"/>
                </a:cxn>
              </a:cxnLst>
              <a:rect l="0" t="0" r="r" b="b"/>
              <a:pathLst>
                <a:path w="47" h="58">
                  <a:moveTo>
                    <a:pt x="46" y="55"/>
                  </a:moveTo>
                  <a:cubicBezTo>
                    <a:pt x="46" y="55"/>
                    <a:pt x="46" y="56"/>
                    <a:pt x="47" y="57"/>
                  </a:cubicBezTo>
                  <a:cubicBezTo>
                    <a:pt x="46" y="57"/>
                    <a:pt x="44" y="57"/>
                    <a:pt x="44" y="57"/>
                  </a:cubicBezTo>
                  <a:cubicBezTo>
                    <a:pt x="43" y="57"/>
                    <a:pt x="42" y="58"/>
                    <a:pt x="41" y="58"/>
                  </a:cubicBezTo>
                  <a:cubicBezTo>
                    <a:pt x="40" y="58"/>
                    <a:pt x="38" y="58"/>
                    <a:pt x="38" y="57"/>
                  </a:cubicBezTo>
                  <a:cubicBezTo>
                    <a:pt x="37" y="57"/>
                    <a:pt x="36" y="56"/>
                    <a:pt x="36" y="56"/>
                  </a:cubicBezTo>
                  <a:cubicBezTo>
                    <a:pt x="35" y="55"/>
                    <a:pt x="34" y="55"/>
                    <a:pt x="34" y="54"/>
                  </a:cubicBezTo>
                  <a:cubicBezTo>
                    <a:pt x="34" y="53"/>
                    <a:pt x="34" y="52"/>
                    <a:pt x="34" y="51"/>
                  </a:cubicBezTo>
                  <a:cubicBezTo>
                    <a:pt x="34" y="50"/>
                    <a:pt x="34" y="49"/>
                    <a:pt x="33" y="48"/>
                  </a:cubicBezTo>
                  <a:cubicBezTo>
                    <a:pt x="33" y="48"/>
                    <a:pt x="32" y="48"/>
                    <a:pt x="31" y="48"/>
                  </a:cubicBezTo>
                  <a:cubicBezTo>
                    <a:pt x="31" y="48"/>
                    <a:pt x="30" y="49"/>
                    <a:pt x="30" y="49"/>
                  </a:cubicBezTo>
                  <a:cubicBezTo>
                    <a:pt x="29" y="50"/>
                    <a:pt x="28" y="50"/>
                    <a:pt x="28" y="50"/>
                  </a:cubicBezTo>
                  <a:cubicBezTo>
                    <a:pt x="27" y="49"/>
                    <a:pt x="26" y="49"/>
                    <a:pt x="26" y="49"/>
                  </a:cubicBezTo>
                  <a:cubicBezTo>
                    <a:pt x="25" y="48"/>
                    <a:pt x="24" y="47"/>
                    <a:pt x="24" y="47"/>
                  </a:cubicBezTo>
                  <a:cubicBezTo>
                    <a:pt x="24" y="47"/>
                    <a:pt x="23" y="46"/>
                    <a:pt x="23" y="45"/>
                  </a:cubicBezTo>
                  <a:cubicBezTo>
                    <a:pt x="23" y="44"/>
                    <a:pt x="24" y="43"/>
                    <a:pt x="24" y="43"/>
                  </a:cubicBezTo>
                  <a:cubicBezTo>
                    <a:pt x="25" y="43"/>
                    <a:pt x="26" y="43"/>
                    <a:pt x="26" y="43"/>
                  </a:cubicBezTo>
                  <a:cubicBezTo>
                    <a:pt x="27" y="42"/>
                    <a:pt x="27" y="42"/>
                    <a:pt x="27" y="41"/>
                  </a:cubicBezTo>
                  <a:cubicBezTo>
                    <a:pt x="27" y="41"/>
                    <a:pt x="26" y="40"/>
                    <a:pt x="25" y="40"/>
                  </a:cubicBezTo>
                  <a:cubicBezTo>
                    <a:pt x="24" y="40"/>
                    <a:pt x="23" y="40"/>
                    <a:pt x="23" y="40"/>
                  </a:cubicBezTo>
                  <a:cubicBezTo>
                    <a:pt x="22" y="40"/>
                    <a:pt x="21" y="41"/>
                    <a:pt x="20" y="41"/>
                  </a:cubicBezTo>
                  <a:cubicBezTo>
                    <a:pt x="19" y="41"/>
                    <a:pt x="17" y="41"/>
                    <a:pt x="16" y="41"/>
                  </a:cubicBezTo>
                  <a:cubicBezTo>
                    <a:pt x="16" y="41"/>
                    <a:pt x="15" y="40"/>
                    <a:pt x="15" y="40"/>
                  </a:cubicBezTo>
                  <a:cubicBezTo>
                    <a:pt x="15" y="39"/>
                    <a:pt x="15" y="38"/>
                    <a:pt x="15" y="37"/>
                  </a:cubicBezTo>
                  <a:cubicBezTo>
                    <a:pt x="15" y="37"/>
                    <a:pt x="16" y="36"/>
                    <a:pt x="16" y="36"/>
                  </a:cubicBezTo>
                  <a:cubicBezTo>
                    <a:pt x="17" y="35"/>
                    <a:pt x="17" y="34"/>
                    <a:pt x="17" y="34"/>
                  </a:cubicBezTo>
                  <a:cubicBezTo>
                    <a:pt x="18" y="33"/>
                    <a:pt x="18" y="32"/>
                    <a:pt x="18" y="32"/>
                  </a:cubicBezTo>
                  <a:cubicBezTo>
                    <a:pt x="18" y="31"/>
                    <a:pt x="17" y="31"/>
                    <a:pt x="17" y="30"/>
                  </a:cubicBezTo>
                  <a:cubicBezTo>
                    <a:pt x="17" y="30"/>
                    <a:pt x="16" y="30"/>
                    <a:pt x="15" y="30"/>
                  </a:cubicBezTo>
                  <a:cubicBezTo>
                    <a:pt x="14" y="30"/>
                    <a:pt x="13" y="30"/>
                    <a:pt x="13" y="30"/>
                  </a:cubicBezTo>
                  <a:cubicBezTo>
                    <a:pt x="12" y="30"/>
                    <a:pt x="10" y="31"/>
                    <a:pt x="10" y="32"/>
                  </a:cubicBezTo>
                  <a:cubicBezTo>
                    <a:pt x="9" y="32"/>
                    <a:pt x="8" y="32"/>
                    <a:pt x="7" y="32"/>
                  </a:cubicBezTo>
                  <a:cubicBezTo>
                    <a:pt x="6" y="31"/>
                    <a:pt x="5" y="31"/>
                    <a:pt x="4" y="30"/>
                  </a:cubicBezTo>
                  <a:cubicBezTo>
                    <a:pt x="3" y="30"/>
                    <a:pt x="2" y="29"/>
                    <a:pt x="1" y="28"/>
                  </a:cubicBezTo>
                  <a:cubicBezTo>
                    <a:pt x="1" y="28"/>
                    <a:pt x="1" y="26"/>
                    <a:pt x="0" y="26"/>
                  </a:cubicBezTo>
                  <a:cubicBezTo>
                    <a:pt x="0" y="26"/>
                    <a:pt x="0" y="26"/>
                    <a:pt x="0" y="25"/>
                  </a:cubicBezTo>
                  <a:cubicBezTo>
                    <a:pt x="0" y="25"/>
                    <a:pt x="0" y="25"/>
                    <a:pt x="0" y="25"/>
                  </a:cubicBezTo>
                  <a:cubicBezTo>
                    <a:pt x="1" y="24"/>
                    <a:pt x="1" y="23"/>
                    <a:pt x="1" y="23"/>
                  </a:cubicBezTo>
                  <a:cubicBezTo>
                    <a:pt x="2" y="23"/>
                    <a:pt x="3" y="22"/>
                    <a:pt x="3" y="21"/>
                  </a:cubicBezTo>
                  <a:cubicBezTo>
                    <a:pt x="3" y="21"/>
                    <a:pt x="4" y="20"/>
                    <a:pt x="4" y="19"/>
                  </a:cubicBezTo>
                  <a:cubicBezTo>
                    <a:pt x="5" y="19"/>
                    <a:pt x="6" y="18"/>
                    <a:pt x="7" y="18"/>
                  </a:cubicBezTo>
                  <a:cubicBezTo>
                    <a:pt x="7" y="17"/>
                    <a:pt x="8" y="16"/>
                    <a:pt x="8" y="16"/>
                  </a:cubicBezTo>
                  <a:cubicBezTo>
                    <a:pt x="8" y="15"/>
                    <a:pt x="9" y="14"/>
                    <a:pt x="9" y="14"/>
                  </a:cubicBezTo>
                  <a:cubicBezTo>
                    <a:pt x="10" y="13"/>
                    <a:pt x="11" y="12"/>
                    <a:pt x="12" y="11"/>
                  </a:cubicBezTo>
                  <a:cubicBezTo>
                    <a:pt x="12" y="10"/>
                    <a:pt x="13" y="9"/>
                    <a:pt x="14" y="8"/>
                  </a:cubicBezTo>
                  <a:cubicBezTo>
                    <a:pt x="14" y="8"/>
                    <a:pt x="15" y="7"/>
                    <a:pt x="16" y="6"/>
                  </a:cubicBezTo>
                  <a:cubicBezTo>
                    <a:pt x="16" y="6"/>
                    <a:pt x="17" y="5"/>
                    <a:pt x="18" y="4"/>
                  </a:cubicBezTo>
                  <a:cubicBezTo>
                    <a:pt x="19" y="4"/>
                    <a:pt x="20" y="3"/>
                    <a:pt x="21" y="2"/>
                  </a:cubicBezTo>
                  <a:cubicBezTo>
                    <a:pt x="22" y="2"/>
                    <a:pt x="23" y="1"/>
                    <a:pt x="24" y="1"/>
                  </a:cubicBezTo>
                  <a:cubicBezTo>
                    <a:pt x="25" y="1"/>
                    <a:pt x="27" y="0"/>
                    <a:pt x="28" y="0"/>
                  </a:cubicBezTo>
                  <a:cubicBezTo>
                    <a:pt x="28" y="0"/>
                    <a:pt x="28" y="0"/>
                    <a:pt x="28" y="0"/>
                  </a:cubicBezTo>
                  <a:cubicBezTo>
                    <a:pt x="28" y="1"/>
                    <a:pt x="28" y="1"/>
                    <a:pt x="28" y="2"/>
                  </a:cubicBezTo>
                  <a:cubicBezTo>
                    <a:pt x="29" y="2"/>
                    <a:pt x="29" y="3"/>
                    <a:pt x="30" y="4"/>
                  </a:cubicBezTo>
                  <a:cubicBezTo>
                    <a:pt x="30" y="5"/>
                    <a:pt x="30" y="6"/>
                    <a:pt x="30" y="6"/>
                  </a:cubicBezTo>
                  <a:cubicBezTo>
                    <a:pt x="30" y="7"/>
                    <a:pt x="29" y="8"/>
                    <a:pt x="29" y="9"/>
                  </a:cubicBezTo>
                  <a:cubicBezTo>
                    <a:pt x="29" y="9"/>
                    <a:pt x="28" y="10"/>
                    <a:pt x="28" y="11"/>
                  </a:cubicBezTo>
                  <a:cubicBezTo>
                    <a:pt x="29" y="11"/>
                    <a:pt x="30" y="12"/>
                    <a:pt x="30" y="12"/>
                  </a:cubicBezTo>
                  <a:cubicBezTo>
                    <a:pt x="30" y="13"/>
                    <a:pt x="31" y="14"/>
                    <a:pt x="31" y="15"/>
                  </a:cubicBezTo>
                  <a:cubicBezTo>
                    <a:pt x="31" y="15"/>
                    <a:pt x="30" y="16"/>
                    <a:pt x="30" y="17"/>
                  </a:cubicBezTo>
                  <a:cubicBezTo>
                    <a:pt x="30" y="18"/>
                    <a:pt x="30" y="19"/>
                    <a:pt x="31" y="19"/>
                  </a:cubicBezTo>
                  <a:cubicBezTo>
                    <a:pt x="31" y="20"/>
                    <a:pt x="33" y="20"/>
                    <a:pt x="33" y="20"/>
                  </a:cubicBezTo>
                  <a:cubicBezTo>
                    <a:pt x="34" y="20"/>
                    <a:pt x="34" y="19"/>
                    <a:pt x="35" y="19"/>
                  </a:cubicBezTo>
                  <a:cubicBezTo>
                    <a:pt x="35" y="19"/>
                    <a:pt x="36" y="18"/>
                    <a:pt x="37" y="18"/>
                  </a:cubicBezTo>
                  <a:cubicBezTo>
                    <a:pt x="37" y="18"/>
                    <a:pt x="38" y="19"/>
                    <a:pt x="39" y="19"/>
                  </a:cubicBezTo>
                  <a:cubicBezTo>
                    <a:pt x="39" y="20"/>
                    <a:pt x="39" y="20"/>
                    <a:pt x="39" y="21"/>
                  </a:cubicBezTo>
                  <a:cubicBezTo>
                    <a:pt x="39" y="21"/>
                    <a:pt x="38" y="22"/>
                    <a:pt x="38" y="22"/>
                  </a:cubicBezTo>
                  <a:cubicBezTo>
                    <a:pt x="38" y="22"/>
                    <a:pt x="37" y="23"/>
                    <a:pt x="36" y="23"/>
                  </a:cubicBezTo>
                  <a:cubicBezTo>
                    <a:pt x="36" y="24"/>
                    <a:pt x="36" y="25"/>
                    <a:pt x="36" y="26"/>
                  </a:cubicBezTo>
                  <a:cubicBezTo>
                    <a:pt x="36" y="27"/>
                    <a:pt x="36" y="29"/>
                    <a:pt x="36" y="30"/>
                  </a:cubicBezTo>
                  <a:cubicBezTo>
                    <a:pt x="36" y="31"/>
                    <a:pt x="36" y="33"/>
                    <a:pt x="37" y="33"/>
                  </a:cubicBezTo>
                  <a:cubicBezTo>
                    <a:pt x="37" y="34"/>
                    <a:pt x="38" y="34"/>
                    <a:pt x="38" y="35"/>
                  </a:cubicBezTo>
                  <a:cubicBezTo>
                    <a:pt x="39" y="35"/>
                    <a:pt x="40" y="35"/>
                    <a:pt x="40" y="36"/>
                  </a:cubicBezTo>
                  <a:cubicBezTo>
                    <a:pt x="41" y="36"/>
                    <a:pt x="41" y="37"/>
                    <a:pt x="42" y="37"/>
                  </a:cubicBezTo>
                  <a:cubicBezTo>
                    <a:pt x="42" y="37"/>
                    <a:pt x="43" y="38"/>
                    <a:pt x="44" y="38"/>
                  </a:cubicBezTo>
                  <a:cubicBezTo>
                    <a:pt x="44" y="39"/>
                    <a:pt x="44" y="40"/>
                    <a:pt x="44" y="41"/>
                  </a:cubicBezTo>
                  <a:cubicBezTo>
                    <a:pt x="44" y="42"/>
                    <a:pt x="43" y="43"/>
                    <a:pt x="43" y="44"/>
                  </a:cubicBezTo>
                  <a:cubicBezTo>
                    <a:pt x="43" y="45"/>
                    <a:pt x="43" y="47"/>
                    <a:pt x="43" y="47"/>
                  </a:cubicBezTo>
                  <a:cubicBezTo>
                    <a:pt x="43" y="48"/>
                    <a:pt x="42" y="50"/>
                    <a:pt x="42" y="51"/>
                  </a:cubicBezTo>
                  <a:cubicBezTo>
                    <a:pt x="42" y="51"/>
                    <a:pt x="43" y="53"/>
                    <a:pt x="44" y="54"/>
                  </a:cubicBezTo>
                  <a:cubicBezTo>
                    <a:pt x="44" y="54"/>
                    <a:pt x="45" y="54"/>
                    <a:pt x="46" y="55"/>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2" name="Freeform 322"/>
            <p:cNvSpPr>
              <a:spLocks/>
            </p:cNvSpPr>
            <p:nvPr/>
          </p:nvSpPr>
          <p:spPr bwMode="auto">
            <a:xfrm>
              <a:off x="563563" y="2495550"/>
              <a:ext cx="204788" cy="161925"/>
            </a:xfrm>
            <a:custGeom>
              <a:avLst/>
              <a:gdLst/>
              <a:ahLst/>
              <a:cxnLst>
                <a:cxn ang="0">
                  <a:pos x="38" y="76"/>
                </a:cxn>
                <a:cxn ang="0">
                  <a:pos x="35" y="79"/>
                </a:cxn>
                <a:cxn ang="0">
                  <a:pos x="25" y="84"/>
                </a:cxn>
                <a:cxn ang="0">
                  <a:pos x="16" y="83"/>
                </a:cxn>
                <a:cxn ang="0">
                  <a:pos x="9" y="74"/>
                </a:cxn>
                <a:cxn ang="0">
                  <a:pos x="13" y="63"/>
                </a:cxn>
                <a:cxn ang="0">
                  <a:pos x="16" y="54"/>
                </a:cxn>
                <a:cxn ang="0">
                  <a:pos x="21" y="51"/>
                </a:cxn>
                <a:cxn ang="0">
                  <a:pos x="17" y="48"/>
                </a:cxn>
                <a:cxn ang="0">
                  <a:pos x="10" y="45"/>
                </a:cxn>
                <a:cxn ang="0">
                  <a:pos x="4" y="44"/>
                </a:cxn>
                <a:cxn ang="0">
                  <a:pos x="0" y="37"/>
                </a:cxn>
                <a:cxn ang="0">
                  <a:pos x="1" y="35"/>
                </a:cxn>
                <a:cxn ang="0">
                  <a:pos x="7" y="31"/>
                </a:cxn>
                <a:cxn ang="0">
                  <a:pos x="12" y="29"/>
                </a:cxn>
                <a:cxn ang="0">
                  <a:pos x="18" y="26"/>
                </a:cxn>
                <a:cxn ang="0">
                  <a:pos x="23" y="29"/>
                </a:cxn>
                <a:cxn ang="0">
                  <a:pos x="29" y="30"/>
                </a:cxn>
                <a:cxn ang="0">
                  <a:pos x="35" y="25"/>
                </a:cxn>
                <a:cxn ang="0">
                  <a:pos x="43" y="17"/>
                </a:cxn>
                <a:cxn ang="0">
                  <a:pos x="51" y="14"/>
                </a:cxn>
                <a:cxn ang="0">
                  <a:pos x="54" y="9"/>
                </a:cxn>
                <a:cxn ang="0">
                  <a:pos x="58" y="4"/>
                </a:cxn>
                <a:cxn ang="0">
                  <a:pos x="59" y="9"/>
                </a:cxn>
                <a:cxn ang="0">
                  <a:pos x="63" y="6"/>
                </a:cxn>
                <a:cxn ang="0">
                  <a:pos x="70" y="6"/>
                </a:cxn>
                <a:cxn ang="0">
                  <a:pos x="79" y="6"/>
                </a:cxn>
                <a:cxn ang="0">
                  <a:pos x="90" y="2"/>
                </a:cxn>
                <a:cxn ang="0">
                  <a:pos x="100" y="1"/>
                </a:cxn>
                <a:cxn ang="0">
                  <a:pos x="107" y="2"/>
                </a:cxn>
                <a:cxn ang="0">
                  <a:pos x="105" y="6"/>
                </a:cxn>
                <a:cxn ang="0">
                  <a:pos x="101" y="11"/>
                </a:cxn>
                <a:cxn ang="0">
                  <a:pos x="100" y="12"/>
                </a:cxn>
                <a:cxn ang="0">
                  <a:pos x="97" y="17"/>
                </a:cxn>
                <a:cxn ang="0">
                  <a:pos x="96" y="23"/>
                </a:cxn>
                <a:cxn ang="0">
                  <a:pos x="99" y="26"/>
                </a:cxn>
                <a:cxn ang="0">
                  <a:pos x="97" y="29"/>
                </a:cxn>
                <a:cxn ang="0">
                  <a:pos x="100" y="36"/>
                </a:cxn>
                <a:cxn ang="0">
                  <a:pos x="99" y="44"/>
                </a:cxn>
                <a:cxn ang="0">
                  <a:pos x="96" y="47"/>
                </a:cxn>
                <a:cxn ang="0">
                  <a:pos x="96" y="54"/>
                </a:cxn>
                <a:cxn ang="0">
                  <a:pos x="90" y="60"/>
                </a:cxn>
                <a:cxn ang="0">
                  <a:pos x="87" y="65"/>
                </a:cxn>
                <a:cxn ang="0">
                  <a:pos x="83" y="69"/>
                </a:cxn>
                <a:cxn ang="0">
                  <a:pos x="77" y="69"/>
                </a:cxn>
                <a:cxn ang="0">
                  <a:pos x="69" y="75"/>
                </a:cxn>
                <a:cxn ang="0">
                  <a:pos x="49" y="78"/>
                </a:cxn>
              </a:cxnLst>
              <a:rect l="0" t="0" r="r" b="b"/>
              <a:pathLst>
                <a:path w="109" h="86">
                  <a:moveTo>
                    <a:pt x="43" y="78"/>
                  </a:moveTo>
                  <a:cubicBezTo>
                    <a:pt x="42" y="78"/>
                    <a:pt x="41" y="77"/>
                    <a:pt x="40" y="77"/>
                  </a:cubicBezTo>
                  <a:cubicBezTo>
                    <a:pt x="40" y="77"/>
                    <a:pt x="39" y="76"/>
                    <a:pt x="38" y="76"/>
                  </a:cubicBezTo>
                  <a:cubicBezTo>
                    <a:pt x="38" y="76"/>
                    <a:pt x="37" y="76"/>
                    <a:pt x="37" y="77"/>
                  </a:cubicBezTo>
                  <a:cubicBezTo>
                    <a:pt x="36" y="77"/>
                    <a:pt x="37" y="78"/>
                    <a:pt x="37" y="78"/>
                  </a:cubicBezTo>
                  <a:cubicBezTo>
                    <a:pt x="36" y="78"/>
                    <a:pt x="36" y="79"/>
                    <a:pt x="35" y="79"/>
                  </a:cubicBezTo>
                  <a:cubicBezTo>
                    <a:pt x="34" y="80"/>
                    <a:pt x="32" y="81"/>
                    <a:pt x="31" y="82"/>
                  </a:cubicBezTo>
                  <a:cubicBezTo>
                    <a:pt x="30" y="82"/>
                    <a:pt x="27" y="83"/>
                    <a:pt x="26" y="84"/>
                  </a:cubicBezTo>
                  <a:cubicBezTo>
                    <a:pt x="26" y="84"/>
                    <a:pt x="25" y="84"/>
                    <a:pt x="25" y="84"/>
                  </a:cubicBezTo>
                  <a:cubicBezTo>
                    <a:pt x="24" y="85"/>
                    <a:pt x="22" y="86"/>
                    <a:pt x="22" y="86"/>
                  </a:cubicBezTo>
                  <a:cubicBezTo>
                    <a:pt x="21" y="86"/>
                    <a:pt x="20" y="86"/>
                    <a:pt x="19" y="85"/>
                  </a:cubicBezTo>
                  <a:cubicBezTo>
                    <a:pt x="18" y="85"/>
                    <a:pt x="17" y="84"/>
                    <a:pt x="16" y="83"/>
                  </a:cubicBezTo>
                  <a:cubicBezTo>
                    <a:pt x="15" y="83"/>
                    <a:pt x="14" y="81"/>
                    <a:pt x="13" y="80"/>
                  </a:cubicBezTo>
                  <a:cubicBezTo>
                    <a:pt x="12" y="79"/>
                    <a:pt x="11" y="78"/>
                    <a:pt x="11" y="77"/>
                  </a:cubicBezTo>
                  <a:cubicBezTo>
                    <a:pt x="10" y="76"/>
                    <a:pt x="9" y="74"/>
                    <a:pt x="9" y="74"/>
                  </a:cubicBezTo>
                  <a:cubicBezTo>
                    <a:pt x="9" y="73"/>
                    <a:pt x="9" y="71"/>
                    <a:pt x="9" y="70"/>
                  </a:cubicBezTo>
                  <a:cubicBezTo>
                    <a:pt x="9" y="69"/>
                    <a:pt x="11" y="68"/>
                    <a:pt x="11" y="67"/>
                  </a:cubicBezTo>
                  <a:cubicBezTo>
                    <a:pt x="12" y="66"/>
                    <a:pt x="13" y="64"/>
                    <a:pt x="13" y="63"/>
                  </a:cubicBezTo>
                  <a:cubicBezTo>
                    <a:pt x="14" y="62"/>
                    <a:pt x="14" y="60"/>
                    <a:pt x="15" y="59"/>
                  </a:cubicBezTo>
                  <a:cubicBezTo>
                    <a:pt x="15" y="58"/>
                    <a:pt x="16" y="57"/>
                    <a:pt x="16" y="57"/>
                  </a:cubicBezTo>
                  <a:cubicBezTo>
                    <a:pt x="16" y="56"/>
                    <a:pt x="16" y="55"/>
                    <a:pt x="16" y="54"/>
                  </a:cubicBezTo>
                  <a:cubicBezTo>
                    <a:pt x="16" y="54"/>
                    <a:pt x="17" y="54"/>
                    <a:pt x="18" y="54"/>
                  </a:cubicBezTo>
                  <a:cubicBezTo>
                    <a:pt x="18" y="54"/>
                    <a:pt x="20" y="54"/>
                    <a:pt x="20" y="53"/>
                  </a:cubicBezTo>
                  <a:cubicBezTo>
                    <a:pt x="21" y="53"/>
                    <a:pt x="21" y="52"/>
                    <a:pt x="21" y="51"/>
                  </a:cubicBezTo>
                  <a:cubicBezTo>
                    <a:pt x="22" y="51"/>
                    <a:pt x="21" y="50"/>
                    <a:pt x="21" y="49"/>
                  </a:cubicBezTo>
                  <a:cubicBezTo>
                    <a:pt x="21" y="49"/>
                    <a:pt x="20" y="48"/>
                    <a:pt x="20" y="48"/>
                  </a:cubicBezTo>
                  <a:cubicBezTo>
                    <a:pt x="19" y="48"/>
                    <a:pt x="18" y="48"/>
                    <a:pt x="17" y="48"/>
                  </a:cubicBezTo>
                  <a:cubicBezTo>
                    <a:pt x="16" y="48"/>
                    <a:pt x="15" y="48"/>
                    <a:pt x="14" y="48"/>
                  </a:cubicBezTo>
                  <a:cubicBezTo>
                    <a:pt x="14" y="48"/>
                    <a:pt x="12" y="48"/>
                    <a:pt x="12" y="48"/>
                  </a:cubicBezTo>
                  <a:cubicBezTo>
                    <a:pt x="11" y="47"/>
                    <a:pt x="11" y="46"/>
                    <a:pt x="10" y="45"/>
                  </a:cubicBezTo>
                  <a:cubicBezTo>
                    <a:pt x="10" y="45"/>
                    <a:pt x="9" y="45"/>
                    <a:pt x="9" y="45"/>
                  </a:cubicBezTo>
                  <a:cubicBezTo>
                    <a:pt x="8" y="45"/>
                    <a:pt x="6" y="45"/>
                    <a:pt x="6" y="45"/>
                  </a:cubicBezTo>
                  <a:cubicBezTo>
                    <a:pt x="5" y="44"/>
                    <a:pt x="4" y="44"/>
                    <a:pt x="4" y="44"/>
                  </a:cubicBezTo>
                  <a:cubicBezTo>
                    <a:pt x="3" y="43"/>
                    <a:pt x="3" y="42"/>
                    <a:pt x="3" y="41"/>
                  </a:cubicBezTo>
                  <a:cubicBezTo>
                    <a:pt x="2" y="40"/>
                    <a:pt x="2" y="39"/>
                    <a:pt x="1" y="38"/>
                  </a:cubicBezTo>
                  <a:cubicBezTo>
                    <a:pt x="1" y="38"/>
                    <a:pt x="1" y="38"/>
                    <a:pt x="0" y="37"/>
                  </a:cubicBezTo>
                  <a:cubicBezTo>
                    <a:pt x="0" y="37"/>
                    <a:pt x="0" y="37"/>
                    <a:pt x="0" y="37"/>
                  </a:cubicBezTo>
                  <a:cubicBezTo>
                    <a:pt x="0" y="37"/>
                    <a:pt x="0" y="36"/>
                    <a:pt x="0" y="36"/>
                  </a:cubicBezTo>
                  <a:cubicBezTo>
                    <a:pt x="0" y="36"/>
                    <a:pt x="1" y="36"/>
                    <a:pt x="1" y="35"/>
                  </a:cubicBezTo>
                  <a:cubicBezTo>
                    <a:pt x="2" y="35"/>
                    <a:pt x="3" y="34"/>
                    <a:pt x="3" y="34"/>
                  </a:cubicBezTo>
                  <a:cubicBezTo>
                    <a:pt x="4" y="33"/>
                    <a:pt x="5" y="32"/>
                    <a:pt x="5" y="32"/>
                  </a:cubicBezTo>
                  <a:cubicBezTo>
                    <a:pt x="5" y="32"/>
                    <a:pt x="6" y="32"/>
                    <a:pt x="7" y="31"/>
                  </a:cubicBezTo>
                  <a:cubicBezTo>
                    <a:pt x="7" y="31"/>
                    <a:pt x="9" y="31"/>
                    <a:pt x="9" y="30"/>
                  </a:cubicBezTo>
                  <a:cubicBezTo>
                    <a:pt x="9" y="30"/>
                    <a:pt x="9" y="29"/>
                    <a:pt x="9" y="29"/>
                  </a:cubicBezTo>
                  <a:cubicBezTo>
                    <a:pt x="9" y="28"/>
                    <a:pt x="11" y="29"/>
                    <a:pt x="12" y="29"/>
                  </a:cubicBezTo>
                  <a:cubicBezTo>
                    <a:pt x="13" y="29"/>
                    <a:pt x="14" y="29"/>
                    <a:pt x="15" y="29"/>
                  </a:cubicBezTo>
                  <a:cubicBezTo>
                    <a:pt x="15" y="28"/>
                    <a:pt x="15" y="27"/>
                    <a:pt x="15" y="26"/>
                  </a:cubicBezTo>
                  <a:cubicBezTo>
                    <a:pt x="16" y="26"/>
                    <a:pt x="17" y="26"/>
                    <a:pt x="18" y="26"/>
                  </a:cubicBezTo>
                  <a:cubicBezTo>
                    <a:pt x="19" y="27"/>
                    <a:pt x="19" y="28"/>
                    <a:pt x="19" y="28"/>
                  </a:cubicBezTo>
                  <a:cubicBezTo>
                    <a:pt x="20" y="28"/>
                    <a:pt x="20" y="29"/>
                    <a:pt x="20" y="29"/>
                  </a:cubicBezTo>
                  <a:cubicBezTo>
                    <a:pt x="21" y="29"/>
                    <a:pt x="22" y="29"/>
                    <a:pt x="23" y="29"/>
                  </a:cubicBezTo>
                  <a:cubicBezTo>
                    <a:pt x="23" y="29"/>
                    <a:pt x="24" y="28"/>
                    <a:pt x="24" y="28"/>
                  </a:cubicBezTo>
                  <a:cubicBezTo>
                    <a:pt x="25" y="28"/>
                    <a:pt x="26" y="29"/>
                    <a:pt x="26" y="29"/>
                  </a:cubicBezTo>
                  <a:cubicBezTo>
                    <a:pt x="27" y="29"/>
                    <a:pt x="28" y="30"/>
                    <a:pt x="29" y="30"/>
                  </a:cubicBezTo>
                  <a:cubicBezTo>
                    <a:pt x="29" y="31"/>
                    <a:pt x="31" y="30"/>
                    <a:pt x="31" y="30"/>
                  </a:cubicBezTo>
                  <a:cubicBezTo>
                    <a:pt x="32" y="30"/>
                    <a:pt x="33" y="29"/>
                    <a:pt x="33" y="28"/>
                  </a:cubicBezTo>
                  <a:cubicBezTo>
                    <a:pt x="34" y="27"/>
                    <a:pt x="35" y="26"/>
                    <a:pt x="35" y="25"/>
                  </a:cubicBezTo>
                  <a:cubicBezTo>
                    <a:pt x="36" y="24"/>
                    <a:pt x="38" y="23"/>
                    <a:pt x="38" y="22"/>
                  </a:cubicBezTo>
                  <a:cubicBezTo>
                    <a:pt x="39" y="21"/>
                    <a:pt x="40" y="20"/>
                    <a:pt x="41" y="19"/>
                  </a:cubicBezTo>
                  <a:cubicBezTo>
                    <a:pt x="41" y="18"/>
                    <a:pt x="42" y="17"/>
                    <a:pt x="43" y="17"/>
                  </a:cubicBezTo>
                  <a:cubicBezTo>
                    <a:pt x="43" y="16"/>
                    <a:pt x="44" y="14"/>
                    <a:pt x="45" y="14"/>
                  </a:cubicBezTo>
                  <a:cubicBezTo>
                    <a:pt x="46" y="14"/>
                    <a:pt x="47" y="15"/>
                    <a:pt x="48" y="15"/>
                  </a:cubicBezTo>
                  <a:cubicBezTo>
                    <a:pt x="49" y="15"/>
                    <a:pt x="50" y="15"/>
                    <a:pt x="51" y="14"/>
                  </a:cubicBezTo>
                  <a:cubicBezTo>
                    <a:pt x="51" y="14"/>
                    <a:pt x="52" y="13"/>
                    <a:pt x="52" y="13"/>
                  </a:cubicBezTo>
                  <a:cubicBezTo>
                    <a:pt x="53" y="12"/>
                    <a:pt x="53" y="12"/>
                    <a:pt x="54" y="11"/>
                  </a:cubicBezTo>
                  <a:cubicBezTo>
                    <a:pt x="54" y="11"/>
                    <a:pt x="53" y="10"/>
                    <a:pt x="54" y="9"/>
                  </a:cubicBezTo>
                  <a:cubicBezTo>
                    <a:pt x="54" y="8"/>
                    <a:pt x="54" y="7"/>
                    <a:pt x="54" y="6"/>
                  </a:cubicBezTo>
                  <a:cubicBezTo>
                    <a:pt x="55" y="6"/>
                    <a:pt x="56" y="5"/>
                    <a:pt x="57" y="5"/>
                  </a:cubicBezTo>
                  <a:cubicBezTo>
                    <a:pt x="57" y="5"/>
                    <a:pt x="58" y="4"/>
                    <a:pt x="58" y="4"/>
                  </a:cubicBezTo>
                  <a:cubicBezTo>
                    <a:pt x="58" y="4"/>
                    <a:pt x="59" y="5"/>
                    <a:pt x="59" y="5"/>
                  </a:cubicBezTo>
                  <a:cubicBezTo>
                    <a:pt x="59" y="6"/>
                    <a:pt x="59" y="7"/>
                    <a:pt x="59" y="7"/>
                  </a:cubicBezTo>
                  <a:cubicBezTo>
                    <a:pt x="59" y="8"/>
                    <a:pt x="59" y="9"/>
                    <a:pt x="59" y="9"/>
                  </a:cubicBezTo>
                  <a:cubicBezTo>
                    <a:pt x="59" y="10"/>
                    <a:pt x="60" y="10"/>
                    <a:pt x="61" y="10"/>
                  </a:cubicBezTo>
                  <a:cubicBezTo>
                    <a:pt x="61" y="10"/>
                    <a:pt x="62" y="9"/>
                    <a:pt x="63" y="9"/>
                  </a:cubicBezTo>
                  <a:cubicBezTo>
                    <a:pt x="63" y="8"/>
                    <a:pt x="63" y="7"/>
                    <a:pt x="63" y="6"/>
                  </a:cubicBezTo>
                  <a:cubicBezTo>
                    <a:pt x="63" y="6"/>
                    <a:pt x="64" y="6"/>
                    <a:pt x="64" y="6"/>
                  </a:cubicBezTo>
                  <a:cubicBezTo>
                    <a:pt x="65" y="6"/>
                    <a:pt x="66" y="6"/>
                    <a:pt x="66" y="6"/>
                  </a:cubicBezTo>
                  <a:cubicBezTo>
                    <a:pt x="67" y="6"/>
                    <a:pt x="69" y="6"/>
                    <a:pt x="70" y="6"/>
                  </a:cubicBezTo>
                  <a:cubicBezTo>
                    <a:pt x="70" y="6"/>
                    <a:pt x="72" y="5"/>
                    <a:pt x="73" y="5"/>
                  </a:cubicBezTo>
                  <a:cubicBezTo>
                    <a:pt x="74" y="5"/>
                    <a:pt x="75" y="6"/>
                    <a:pt x="76" y="6"/>
                  </a:cubicBezTo>
                  <a:cubicBezTo>
                    <a:pt x="77" y="6"/>
                    <a:pt x="79" y="6"/>
                    <a:pt x="79" y="6"/>
                  </a:cubicBezTo>
                  <a:cubicBezTo>
                    <a:pt x="80" y="5"/>
                    <a:pt x="82" y="5"/>
                    <a:pt x="83" y="4"/>
                  </a:cubicBezTo>
                  <a:cubicBezTo>
                    <a:pt x="84" y="4"/>
                    <a:pt x="87" y="3"/>
                    <a:pt x="88" y="2"/>
                  </a:cubicBezTo>
                  <a:cubicBezTo>
                    <a:pt x="88" y="2"/>
                    <a:pt x="89" y="2"/>
                    <a:pt x="90" y="2"/>
                  </a:cubicBezTo>
                  <a:cubicBezTo>
                    <a:pt x="91" y="2"/>
                    <a:pt x="93" y="2"/>
                    <a:pt x="94" y="2"/>
                  </a:cubicBezTo>
                  <a:cubicBezTo>
                    <a:pt x="95" y="2"/>
                    <a:pt x="96" y="1"/>
                    <a:pt x="97" y="1"/>
                  </a:cubicBezTo>
                  <a:cubicBezTo>
                    <a:pt x="97" y="1"/>
                    <a:pt x="99" y="0"/>
                    <a:pt x="100" y="1"/>
                  </a:cubicBezTo>
                  <a:cubicBezTo>
                    <a:pt x="100" y="1"/>
                    <a:pt x="102" y="1"/>
                    <a:pt x="102" y="1"/>
                  </a:cubicBezTo>
                  <a:cubicBezTo>
                    <a:pt x="103" y="2"/>
                    <a:pt x="104" y="2"/>
                    <a:pt x="105" y="2"/>
                  </a:cubicBezTo>
                  <a:cubicBezTo>
                    <a:pt x="105" y="2"/>
                    <a:pt x="107" y="2"/>
                    <a:pt x="107" y="2"/>
                  </a:cubicBezTo>
                  <a:cubicBezTo>
                    <a:pt x="108" y="2"/>
                    <a:pt x="108" y="3"/>
                    <a:pt x="109" y="3"/>
                  </a:cubicBezTo>
                  <a:cubicBezTo>
                    <a:pt x="108" y="4"/>
                    <a:pt x="107" y="4"/>
                    <a:pt x="107" y="5"/>
                  </a:cubicBezTo>
                  <a:cubicBezTo>
                    <a:pt x="106" y="5"/>
                    <a:pt x="106" y="6"/>
                    <a:pt x="105" y="6"/>
                  </a:cubicBezTo>
                  <a:cubicBezTo>
                    <a:pt x="105" y="7"/>
                    <a:pt x="105" y="8"/>
                    <a:pt x="105" y="9"/>
                  </a:cubicBezTo>
                  <a:cubicBezTo>
                    <a:pt x="105" y="9"/>
                    <a:pt x="104" y="10"/>
                    <a:pt x="103" y="10"/>
                  </a:cubicBezTo>
                  <a:cubicBezTo>
                    <a:pt x="103" y="10"/>
                    <a:pt x="102" y="10"/>
                    <a:pt x="101" y="11"/>
                  </a:cubicBezTo>
                  <a:cubicBezTo>
                    <a:pt x="101" y="11"/>
                    <a:pt x="101" y="12"/>
                    <a:pt x="101" y="12"/>
                  </a:cubicBezTo>
                  <a:cubicBezTo>
                    <a:pt x="101" y="12"/>
                    <a:pt x="100" y="12"/>
                    <a:pt x="100" y="12"/>
                  </a:cubicBezTo>
                  <a:cubicBezTo>
                    <a:pt x="100" y="12"/>
                    <a:pt x="100" y="12"/>
                    <a:pt x="100" y="12"/>
                  </a:cubicBezTo>
                  <a:cubicBezTo>
                    <a:pt x="99" y="13"/>
                    <a:pt x="98" y="12"/>
                    <a:pt x="97" y="12"/>
                  </a:cubicBezTo>
                  <a:cubicBezTo>
                    <a:pt x="97" y="13"/>
                    <a:pt x="97" y="14"/>
                    <a:pt x="97" y="15"/>
                  </a:cubicBezTo>
                  <a:cubicBezTo>
                    <a:pt x="97" y="15"/>
                    <a:pt x="97" y="17"/>
                    <a:pt x="97" y="17"/>
                  </a:cubicBezTo>
                  <a:cubicBezTo>
                    <a:pt x="97" y="18"/>
                    <a:pt x="97" y="19"/>
                    <a:pt x="97" y="20"/>
                  </a:cubicBezTo>
                  <a:cubicBezTo>
                    <a:pt x="96" y="20"/>
                    <a:pt x="96" y="21"/>
                    <a:pt x="96" y="21"/>
                  </a:cubicBezTo>
                  <a:cubicBezTo>
                    <a:pt x="96" y="22"/>
                    <a:pt x="96" y="23"/>
                    <a:pt x="96" y="23"/>
                  </a:cubicBezTo>
                  <a:cubicBezTo>
                    <a:pt x="97" y="23"/>
                    <a:pt x="98" y="24"/>
                    <a:pt x="98" y="24"/>
                  </a:cubicBezTo>
                  <a:cubicBezTo>
                    <a:pt x="99" y="24"/>
                    <a:pt x="99" y="25"/>
                    <a:pt x="99" y="25"/>
                  </a:cubicBezTo>
                  <a:cubicBezTo>
                    <a:pt x="99" y="26"/>
                    <a:pt x="99" y="26"/>
                    <a:pt x="99" y="26"/>
                  </a:cubicBezTo>
                  <a:cubicBezTo>
                    <a:pt x="98" y="27"/>
                    <a:pt x="97" y="27"/>
                    <a:pt x="97" y="27"/>
                  </a:cubicBezTo>
                  <a:cubicBezTo>
                    <a:pt x="97" y="27"/>
                    <a:pt x="97" y="28"/>
                    <a:pt x="97" y="28"/>
                  </a:cubicBezTo>
                  <a:cubicBezTo>
                    <a:pt x="97" y="28"/>
                    <a:pt x="97" y="29"/>
                    <a:pt x="97" y="29"/>
                  </a:cubicBezTo>
                  <a:cubicBezTo>
                    <a:pt x="97" y="30"/>
                    <a:pt x="98" y="30"/>
                    <a:pt x="98" y="31"/>
                  </a:cubicBezTo>
                  <a:cubicBezTo>
                    <a:pt x="98" y="31"/>
                    <a:pt x="99" y="33"/>
                    <a:pt x="99" y="34"/>
                  </a:cubicBezTo>
                  <a:cubicBezTo>
                    <a:pt x="99" y="34"/>
                    <a:pt x="100" y="35"/>
                    <a:pt x="100" y="36"/>
                  </a:cubicBezTo>
                  <a:cubicBezTo>
                    <a:pt x="100" y="37"/>
                    <a:pt x="100" y="38"/>
                    <a:pt x="100" y="39"/>
                  </a:cubicBezTo>
                  <a:cubicBezTo>
                    <a:pt x="100" y="40"/>
                    <a:pt x="99" y="41"/>
                    <a:pt x="99" y="42"/>
                  </a:cubicBezTo>
                  <a:cubicBezTo>
                    <a:pt x="99" y="42"/>
                    <a:pt x="99" y="43"/>
                    <a:pt x="99" y="44"/>
                  </a:cubicBezTo>
                  <a:cubicBezTo>
                    <a:pt x="99" y="44"/>
                    <a:pt x="98" y="45"/>
                    <a:pt x="98" y="46"/>
                  </a:cubicBezTo>
                  <a:cubicBezTo>
                    <a:pt x="98" y="46"/>
                    <a:pt x="98" y="46"/>
                    <a:pt x="98" y="46"/>
                  </a:cubicBezTo>
                  <a:cubicBezTo>
                    <a:pt x="97" y="46"/>
                    <a:pt x="97" y="47"/>
                    <a:pt x="96" y="47"/>
                  </a:cubicBezTo>
                  <a:cubicBezTo>
                    <a:pt x="96" y="48"/>
                    <a:pt x="95" y="49"/>
                    <a:pt x="95" y="49"/>
                  </a:cubicBezTo>
                  <a:cubicBezTo>
                    <a:pt x="95" y="50"/>
                    <a:pt x="96" y="51"/>
                    <a:pt x="96" y="52"/>
                  </a:cubicBezTo>
                  <a:cubicBezTo>
                    <a:pt x="96" y="52"/>
                    <a:pt x="96" y="54"/>
                    <a:pt x="96" y="54"/>
                  </a:cubicBezTo>
                  <a:cubicBezTo>
                    <a:pt x="95" y="55"/>
                    <a:pt x="94" y="55"/>
                    <a:pt x="94" y="56"/>
                  </a:cubicBezTo>
                  <a:cubicBezTo>
                    <a:pt x="94" y="56"/>
                    <a:pt x="93" y="58"/>
                    <a:pt x="92" y="59"/>
                  </a:cubicBezTo>
                  <a:cubicBezTo>
                    <a:pt x="92" y="59"/>
                    <a:pt x="91" y="59"/>
                    <a:pt x="90" y="60"/>
                  </a:cubicBezTo>
                  <a:cubicBezTo>
                    <a:pt x="90" y="60"/>
                    <a:pt x="89" y="61"/>
                    <a:pt x="89" y="61"/>
                  </a:cubicBezTo>
                  <a:cubicBezTo>
                    <a:pt x="88" y="62"/>
                    <a:pt x="88" y="63"/>
                    <a:pt x="88" y="63"/>
                  </a:cubicBezTo>
                  <a:cubicBezTo>
                    <a:pt x="88" y="64"/>
                    <a:pt x="87" y="65"/>
                    <a:pt x="87" y="65"/>
                  </a:cubicBezTo>
                  <a:cubicBezTo>
                    <a:pt x="87" y="66"/>
                    <a:pt x="87" y="67"/>
                    <a:pt x="87" y="68"/>
                  </a:cubicBezTo>
                  <a:cubicBezTo>
                    <a:pt x="86" y="68"/>
                    <a:pt x="86" y="69"/>
                    <a:pt x="85" y="69"/>
                  </a:cubicBezTo>
                  <a:cubicBezTo>
                    <a:pt x="85" y="69"/>
                    <a:pt x="84" y="69"/>
                    <a:pt x="83" y="69"/>
                  </a:cubicBezTo>
                  <a:cubicBezTo>
                    <a:pt x="83" y="69"/>
                    <a:pt x="82" y="68"/>
                    <a:pt x="82" y="68"/>
                  </a:cubicBezTo>
                  <a:cubicBezTo>
                    <a:pt x="81" y="68"/>
                    <a:pt x="80" y="68"/>
                    <a:pt x="80" y="68"/>
                  </a:cubicBezTo>
                  <a:cubicBezTo>
                    <a:pt x="79" y="68"/>
                    <a:pt x="78" y="69"/>
                    <a:pt x="77" y="69"/>
                  </a:cubicBezTo>
                  <a:cubicBezTo>
                    <a:pt x="77" y="70"/>
                    <a:pt x="75" y="70"/>
                    <a:pt x="75" y="71"/>
                  </a:cubicBezTo>
                  <a:cubicBezTo>
                    <a:pt x="74" y="71"/>
                    <a:pt x="74" y="72"/>
                    <a:pt x="73" y="72"/>
                  </a:cubicBezTo>
                  <a:cubicBezTo>
                    <a:pt x="72" y="73"/>
                    <a:pt x="70" y="74"/>
                    <a:pt x="69" y="75"/>
                  </a:cubicBezTo>
                  <a:cubicBezTo>
                    <a:pt x="67" y="76"/>
                    <a:pt x="63" y="77"/>
                    <a:pt x="61" y="77"/>
                  </a:cubicBezTo>
                  <a:cubicBezTo>
                    <a:pt x="60" y="78"/>
                    <a:pt x="56" y="78"/>
                    <a:pt x="55" y="78"/>
                  </a:cubicBezTo>
                  <a:cubicBezTo>
                    <a:pt x="53" y="78"/>
                    <a:pt x="50" y="78"/>
                    <a:pt x="49" y="78"/>
                  </a:cubicBezTo>
                  <a:cubicBezTo>
                    <a:pt x="47" y="78"/>
                    <a:pt x="45" y="78"/>
                    <a:pt x="43" y="78"/>
                  </a:cubicBezTo>
                  <a:cubicBezTo>
                    <a:pt x="43" y="78"/>
                    <a:pt x="43" y="78"/>
                    <a:pt x="43" y="78"/>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3" name="Freeform 323"/>
            <p:cNvSpPr>
              <a:spLocks/>
            </p:cNvSpPr>
            <p:nvPr/>
          </p:nvSpPr>
          <p:spPr bwMode="auto">
            <a:xfrm>
              <a:off x="512763" y="2605088"/>
              <a:ext cx="20638" cy="9525"/>
            </a:xfrm>
            <a:custGeom>
              <a:avLst/>
              <a:gdLst/>
              <a:ahLst/>
              <a:cxnLst>
                <a:cxn ang="0">
                  <a:pos x="11" y="0"/>
                </a:cxn>
                <a:cxn ang="0">
                  <a:pos x="11" y="1"/>
                </a:cxn>
                <a:cxn ang="0">
                  <a:pos x="9" y="2"/>
                </a:cxn>
                <a:cxn ang="0">
                  <a:pos x="7" y="3"/>
                </a:cxn>
                <a:cxn ang="0">
                  <a:pos x="5" y="3"/>
                </a:cxn>
                <a:cxn ang="0">
                  <a:pos x="3" y="5"/>
                </a:cxn>
                <a:cxn ang="0">
                  <a:pos x="1" y="5"/>
                </a:cxn>
                <a:cxn ang="0">
                  <a:pos x="0" y="3"/>
                </a:cxn>
                <a:cxn ang="0">
                  <a:pos x="2" y="2"/>
                </a:cxn>
                <a:cxn ang="0">
                  <a:pos x="4" y="2"/>
                </a:cxn>
                <a:cxn ang="0">
                  <a:pos x="5" y="1"/>
                </a:cxn>
                <a:cxn ang="0">
                  <a:pos x="6" y="1"/>
                </a:cxn>
                <a:cxn ang="0">
                  <a:pos x="8" y="0"/>
                </a:cxn>
                <a:cxn ang="0">
                  <a:pos x="10" y="0"/>
                </a:cxn>
                <a:cxn ang="0">
                  <a:pos x="11" y="0"/>
                </a:cxn>
              </a:cxnLst>
              <a:rect l="0" t="0" r="r" b="b"/>
              <a:pathLst>
                <a:path w="11" h="5">
                  <a:moveTo>
                    <a:pt x="11" y="0"/>
                  </a:moveTo>
                  <a:cubicBezTo>
                    <a:pt x="11" y="0"/>
                    <a:pt x="11" y="1"/>
                    <a:pt x="11" y="1"/>
                  </a:cubicBezTo>
                  <a:cubicBezTo>
                    <a:pt x="11" y="1"/>
                    <a:pt x="10" y="2"/>
                    <a:pt x="9" y="2"/>
                  </a:cubicBezTo>
                  <a:cubicBezTo>
                    <a:pt x="9" y="2"/>
                    <a:pt x="8" y="2"/>
                    <a:pt x="7" y="3"/>
                  </a:cubicBezTo>
                  <a:cubicBezTo>
                    <a:pt x="7" y="3"/>
                    <a:pt x="5" y="3"/>
                    <a:pt x="5" y="3"/>
                  </a:cubicBezTo>
                  <a:cubicBezTo>
                    <a:pt x="4" y="4"/>
                    <a:pt x="3" y="5"/>
                    <a:pt x="3" y="5"/>
                  </a:cubicBezTo>
                  <a:cubicBezTo>
                    <a:pt x="2" y="5"/>
                    <a:pt x="1" y="5"/>
                    <a:pt x="1" y="5"/>
                  </a:cubicBezTo>
                  <a:cubicBezTo>
                    <a:pt x="1" y="4"/>
                    <a:pt x="0" y="4"/>
                    <a:pt x="0" y="3"/>
                  </a:cubicBezTo>
                  <a:cubicBezTo>
                    <a:pt x="1" y="3"/>
                    <a:pt x="1" y="2"/>
                    <a:pt x="2" y="2"/>
                  </a:cubicBezTo>
                  <a:cubicBezTo>
                    <a:pt x="2" y="2"/>
                    <a:pt x="3" y="2"/>
                    <a:pt x="4" y="2"/>
                  </a:cubicBezTo>
                  <a:cubicBezTo>
                    <a:pt x="4" y="2"/>
                    <a:pt x="5" y="1"/>
                    <a:pt x="5" y="1"/>
                  </a:cubicBezTo>
                  <a:cubicBezTo>
                    <a:pt x="6" y="1"/>
                    <a:pt x="6" y="1"/>
                    <a:pt x="6" y="1"/>
                  </a:cubicBezTo>
                  <a:cubicBezTo>
                    <a:pt x="7" y="1"/>
                    <a:pt x="8" y="0"/>
                    <a:pt x="8" y="0"/>
                  </a:cubicBezTo>
                  <a:cubicBezTo>
                    <a:pt x="8" y="0"/>
                    <a:pt x="9" y="0"/>
                    <a:pt x="10" y="0"/>
                  </a:cubicBezTo>
                  <a:cubicBezTo>
                    <a:pt x="10" y="0"/>
                    <a:pt x="11" y="0"/>
                    <a:pt x="11" y="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4" name="Freeform 324"/>
            <p:cNvSpPr>
              <a:spLocks noEditPoints="1"/>
            </p:cNvSpPr>
            <p:nvPr/>
          </p:nvSpPr>
          <p:spPr bwMode="auto">
            <a:xfrm>
              <a:off x="442913" y="2565400"/>
              <a:ext cx="252413" cy="217488"/>
            </a:xfrm>
            <a:custGeom>
              <a:avLst/>
              <a:gdLst/>
              <a:ahLst/>
              <a:cxnLst>
                <a:cxn ang="0">
                  <a:pos x="133" y="94"/>
                </a:cxn>
                <a:cxn ang="0">
                  <a:pos x="123" y="99"/>
                </a:cxn>
                <a:cxn ang="0">
                  <a:pos x="118" y="107"/>
                </a:cxn>
                <a:cxn ang="0">
                  <a:pos x="108" y="114"/>
                </a:cxn>
                <a:cxn ang="0">
                  <a:pos x="112" y="107"/>
                </a:cxn>
                <a:cxn ang="0">
                  <a:pos x="104" y="111"/>
                </a:cxn>
                <a:cxn ang="0">
                  <a:pos x="97" y="114"/>
                </a:cxn>
                <a:cxn ang="0">
                  <a:pos x="91" y="110"/>
                </a:cxn>
                <a:cxn ang="0">
                  <a:pos x="83" y="116"/>
                </a:cxn>
                <a:cxn ang="0">
                  <a:pos x="75" y="114"/>
                </a:cxn>
                <a:cxn ang="0">
                  <a:pos x="69" y="110"/>
                </a:cxn>
                <a:cxn ang="0">
                  <a:pos x="64" y="103"/>
                </a:cxn>
                <a:cxn ang="0">
                  <a:pos x="57" y="96"/>
                </a:cxn>
                <a:cxn ang="0">
                  <a:pos x="49" y="92"/>
                </a:cxn>
                <a:cxn ang="0">
                  <a:pos x="35" y="84"/>
                </a:cxn>
                <a:cxn ang="0">
                  <a:pos x="29" y="70"/>
                </a:cxn>
                <a:cxn ang="0">
                  <a:pos x="19" y="57"/>
                </a:cxn>
                <a:cxn ang="0">
                  <a:pos x="9" y="48"/>
                </a:cxn>
                <a:cxn ang="0">
                  <a:pos x="1" y="35"/>
                </a:cxn>
                <a:cxn ang="0">
                  <a:pos x="6" y="30"/>
                </a:cxn>
                <a:cxn ang="0">
                  <a:pos x="13" y="26"/>
                </a:cxn>
                <a:cxn ang="0">
                  <a:pos x="17" y="22"/>
                </a:cxn>
                <a:cxn ang="0">
                  <a:pos x="20" y="14"/>
                </a:cxn>
                <a:cxn ang="0">
                  <a:pos x="31" y="17"/>
                </a:cxn>
                <a:cxn ang="0">
                  <a:pos x="44" y="16"/>
                </a:cxn>
                <a:cxn ang="0">
                  <a:pos x="53" y="8"/>
                </a:cxn>
                <a:cxn ang="0">
                  <a:pos x="65" y="1"/>
                </a:cxn>
                <a:cxn ang="0">
                  <a:pos x="73" y="8"/>
                </a:cxn>
                <a:cxn ang="0">
                  <a:pos x="81" y="11"/>
                </a:cxn>
                <a:cxn ang="0">
                  <a:pos x="84" y="16"/>
                </a:cxn>
                <a:cxn ang="0">
                  <a:pos x="79" y="22"/>
                </a:cxn>
                <a:cxn ang="0">
                  <a:pos x="73" y="37"/>
                </a:cxn>
                <a:cxn ang="0">
                  <a:pos x="83" y="48"/>
                </a:cxn>
                <a:cxn ang="0">
                  <a:pos x="95" y="45"/>
                </a:cxn>
                <a:cxn ang="0">
                  <a:pos x="102" y="39"/>
                </a:cxn>
                <a:cxn ang="0">
                  <a:pos x="109" y="45"/>
                </a:cxn>
                <a:cxn ang="0">
                  <a:pos x="110" y="52"/>
                </a:cxn>
                <a:cxn ang="0">
                  <a:pos x="117" y="60"/>
                </a:cxn>
                <a:cxn ang="0">
                  <a:pos x="122" y="71"/>
                </a:cxn>
                <a:cxn ang="0">
                  <a:pos x="129" y="68"/>
                </a:cxn>
                <a:cxn ang="0">
                  <a:pos x="127" y="73"/>
                </a:cxn>
                <a:cxn ang="0">
                  <a:pos x="129" y="78"/>
                </a:cxn>
                <a:cxn ang="0">
                  <a:pos x="134" y="82"/>
                </a:cxn>
                <a:cxn ang="0">
                  <a:pos x="65" y="51"/>
                </a:cxn>
                <a:cxn ang="0">
                  <a:pos x="63" y="44"/>
                </a:cxn>
                <a:cxn ang="0">
                  <a:pos x="58" y="38"/>
                </a:cxn>
                <a:cxn ang="0">
                  <a:pos x="57" y="33"/>
                </a:cxn>
                <a:cxn ang="0">
                  <a:pos x="55" y="29"/>
                </a:cxn>
                <a:cxn ang="0">
                  <a:pos x="56" y="22"/>
                </a:cxn>
                <a:cxn ang="0">
                  <a:pos x="45" y="19"/>
                </a:cxn>
                <a:cxn ang="0">
                  <a:pos x="35" y="21"/>
                </a:cxn>
                <a:cxn ang="0">
                  <a:pos x="26" y="26"/>
                </a:cxn>
                <a:cxn ang="0">
                  <a:pos x="28" y="27"/>
                </a:cxn>
                <a:cxn ang="0">
                  <a:pos x="22" y="29"/>
                </a:cxn>
                <a:cxn ang="0">
                  <a:pos x="24" y="31"/>
                </a:cxn>
                <a:cxn ang="0">
                  <a:pos x="36" y="31"/>
                </a:cxn>
                <a:cxn ang="0">
                  <a:pos x="45" y="35"/>
                </a:cxn>
                <a:cxn ang="0">
                  <a:pos x="48" y="39"/>
                </a:cxn>
                <a:cxn ang="0">
                  <a:pos x="53" y="44"/>
                </a:cxn>
                <a:cxn ang="0">
                  <a:pos x="59" y="47"/>
                </a:cxn>
                <a:cxn ang="0">
                  <a:pos x="62" y="51"/>
                </a:cxn>
                <a:cxn ang="0">
                  <a:pos x="63" y="56"/>
                </a:cxn>
              </a:cxnLst>
              <a:rect l="0" t="0" r="r" b="b"/>
              <a:pathLst>
                <a:path w="134" h="116">
                  <a:moveTo>
                    <a:pt x="134" y="82"/>
                  </a:moveTo>
                  <a:cubicBezTo>
                    <a:pt x="134" y="83"/>
                    <a:pt x="133" y="85"/>
                    <a:pt x="133" y="86"/>
                  </a:cubicBezTo>
                  <a:cubicBezTo>
                    <a:pt x="133" y="87"/>
                    <a:pt x="133" y="89"/>
                    <a:pt x="133" y="91"/>
                  </a:cubicBezTo>
                  <a:cubicBezTo>
                    <a:pt x="133" y="91"/>
                    <a:pt x="133" y="93"/>
                    <a:pt x="133" y="94"/>
                  </a:cubicBezTo>
                  <a:cubicBezTo>
                    <a:pt x="133" y="95"/>
                    <a:pt x="133" y="97"/>
                    <a:pt x="132" y="97"/>
                  </a:cubicBezTo>
                  <a:cubicBezTo>
                    <a:pt x="132" y="98"/>
                    <a:pt x="130" y="97"/>
                    <a:pt x="129" y="97"/>
                  </a:cubicBezTo>
                  <a:cubicBezTo>
                    <a:pt x="128" y="97"/>
                    <a:pt x="126" y="97"/>
                    <a:pt x="125" y="97"/>
                  </a:cubicBezTo>
                  <a:cubicBezTo>
                    <a:pt x="125" y="97"/>
                    <a:pt x="124" y="99"/>
                    <a:pt x="123" y="99"/>
                  </a:cubicBezTo>
                  <a:cubicBezTo>
                    <a:pt x="123" y="99"/>
                    <a:pt x="121" y="98"/>
                    <a:pt x="121" y="99"/>
                  </a:cubicBezTo>
                  <a:cubicBezTo>
                    <a:pt x="120" y="99"/>
                    <a:pt x="119" y="100"/>
                    <a:pt x="118" y="101"/>
                  </a:cubicBezTo>
                  <a:cubicBezTo>
                    <a:pt x="118" y="102"/>
                    <a:pt x="118" y="104"/>
                    <a:pt x="117" y="104"/>
                  </a:cubicBezTo>
                  <a:cubicBezTo>
                    <a:pt x="117" y="105"/>
                    <a:pt x="117" y="106"/>
                    <a:pt x="118" y="107"/>
                  </a:cubicBezTo>
                  <a:cubicBezTo>
                    <a:pt x="118" y="108"/>
                    <a:pt x="118" y="109"/>
                    <a:pt x="118" y="110"/>
                  </a:cubicBezTo>
                  <a:cubicBezTo>
                    <a:pt x="117" y="111"/>
                    <a:pt x="115" y="112"/>
                    <a:pt x="114" y="113"/>
                  </a:cubicBezTo>
                  <a:cubicBezTo>
                    <a:pt x="113" y="114"/>
                    <a:pt x="111" y="116"/>
                    <a:pt x="110" y="116"/>
                  </a:cubicBezTo>
                  <a:cubicBezTo>
                    <a:pt x="109" y="116"/>
                    <a:pt x="108" y="115"/>
                    <a:pt x="108" y="114"/>
                  </a:cubicBezTo>
                  <a:cubicBezTo>
                    <a:pt x="108" y="113"/>
                    <a:pt x="108" y="112"/>
                    <a:pt x="108" y="111"/>
                  </a:cubicBezTo>
                  <a:cubicBezTo>
                    <a:pt x="108" y="111"/>
                    <a:pt x="109" y="110"/>
                    <a:pt x="109" y="110"/>
                  </a:cubicBezTo>
                  <a:cubicBezTo>
                    <a:pt x="110" y="109"/>
                    <a:pt x="111" y="109"/>
                    <a:pt x="111" y="109"/>
                  </a:cubicBezTo>
                  <a:cubicBezTo>
                    <a:pt x="111" y="109"/>
                    <a:pt x="112" y="107"/>
                    <a:pt x="112" y="107"/>
                  </a:cubicBezTo>
                  <a:cubicBezTo>
                    <a:pt x="111" y="106"/>
                    <a:pt x="111" y="106"/>
                    <a:pt x="110" y="106"/>
                  </a:cubicBezTo>
                  <a:cubicBezTo>
                    <a:pt x="109" y="105"/>
                    <a:pt x="108" y="106"/>
                    <a:pt x="107" y="107"/>
                  </a:cubicBezTo>
                  <a:cubicBezTo>
                    <a:pt x="107" y="107"/>
                    <a:pt x="105" y="108"/>
                    <a:pt x="105" y="109"/>
                  </a:cubicBezTo>
                  <a:cubicBezTo>
                    <a:pt x="105" y="109"/>
                    <a:pt x="104" y="110"/>
                    <a:pt x="104" y="111"/>
                  </a:cubicBezTo>
                  <a:cubicBezTo>
                    <a:pt x="104" y="112"/>
                    <a:pt x="105" y="113"/>
                    <a:pt x="105" y="114"/>
                  </a:cubicBezTo>
                  <a:cubicBezTo>
                    <a:pt x="105" y="115"/>
                    <a:pt x="104" y="116"/>
                    <a:pt x="103" y="116"/>
                  </a:cubicBezTo>
                  <a:cubicBezTo>
                    <a:pt x="102" y="116"/>
                    <a:pt x="101" y="116"/>
                    <a:pt x="100" y="116"/>
                  </a:cubicBezTo>
                  <a:cubicBezTo>
                    <a:pt x="99" y="115"/>
                    <a:pt x="97" y="115"/>
                    <a:pt x="97" y="114"/>
                  </a:cubicBezTo>
                  <a:cubicBezTo>
                    <a:pt x="97" y="114"/>
                    <a:pt x="96" y="113"/>
                    <a:pt x="96" y="112"/>
                  </a:cubicBezTo>
                  <a:cubicBezTo>
                    <a:pt x="96" y="111"/>
                    <a:pt x="97" y="110"/>
                    <a:pt x="97" y="109"/>
                  </a:cubicBezTo>
                  <a:cubicBezTo>
                    <a:pt x="97" y="108"/>
                    <a:pt x="95" y="108"/>
                    <a:pt x="94" y="108"/>
                  </a:cubicBezTo>
                  <a:cubicBezTo>
                    <a:pt x="93" y="108"/>
                    <a:pt x="92" y="109"/>
                    <a:pt x="91" y="110"/>
                  </a:cubicBezTo>
                  <a:cubicBezTo>
                    <a:pt x="90" y="110"/>
                    <a:pt x="89" y="111"/>
                    <a:pt x="89" y="111"/>
                  </a:cubicBezTo>
                  <a:cubicBezTo>
                    <a:pt x="88" y="112"/>
                    <a:pt x="87" y="113"/>
                    <a:pt x="87" y="114"/>
                  </a:cubicBezTo>
                  <a:cubicBezTo>
                    <a:pt x="86" y="114"/>
                    <a:pt x="85" y="115"/>
                    <a:pt x="85" y="115"/>
                  </a:cubicBezTo>
                  <a:cubicBezTo>
                    <a:pt x="85" y="116"/>
                    <a:pt x="83" y="116"/>
                    <a:pt x="83" y="116"/>
                  </a:cubicBezTo>
                  <a:cubicBezTo>
                    <a:pt x="82" y="116"/>
                    <a:pt x="81" y="115"/>
                    <a:pt x="81" y="115"/>
                  </a:cubicBezTo>
                  <a:cubicBezTo>
                    <a:pt x="80" y="114"/>
                    <a:pt x="80" y="114"/>
                    <a:pt x="79" y="113"/>
                  </a:cubicBezTo>
                  <a:cubicBezTo>
                    <a:pt x="79" y="113"/>
                    <a:pt x="78" y="113"/>
                    <a:pt x="77" y="113"/>
                  </a:cubicBezTo>
                  <a:cubicBezTo>
                    <a:pt x="76" y="113"/>
                    <a:pt x="75" y="114"/>
                    <a:pt x="75" y="114"/>
                  </a:cubicBezTo>
                  <a:cubicBezTo>
                    <a:pt x="74" y="114"/>
                    <a:pt x="73" y="113"/>
                    <a:pt x="73" y="113"/>
                  </a:cubicBezTo>
                  <a:cubicBezTo>
                    <a:pt x="73" y="113"/>
                    <a:pt x="73" y="112"/>
                    <a:pt x="73" y="111"/>
                  </a:cubicBezTo>
                  <a:cubicBezTo>
                    <a:pt x="72" y="111"/>
                    <a:pt x="71" y="110"/>
                    <a:pt x="71" y="110"/>
                  </a:cubicBezTo>
                  <a:cubicBezTo>
                    <a:pt x="70" y="110"/>
                    <a:pt x="70" y="110"/>
                    <a:pt x="69" y="110"/>
                  </a:cubicBezTo>
                  <a:cubicBezTo>
                    <a:pt x="68" y="110"/>
                    <a:pt x="67" y="111"/>
                    <a:pt x="66" y="111"/>
                  </a:cubicBezTo>
                  <a:cubicBezTo>
                    <a:pt x="65" y="110"/>
                    <a:pt x="65" y="109"/>
                    <a:pt x="65" y="109"/>
                  </a:cubicBezTo>
                  <a:cubicBezTo>
                    <a:pt x="65" y="108"/>
                    <a:pt x="65" y="107"/>
                    <a:pt x="65" y="106"/>
                  </a:cubicBezTo>
                  <a:cubicBezTo>
                    <a:pt x="64" y="106"/>
                    <a:pt x="65" y="104"/>
                    <a:pt x="64" y="103"/>
                  </a:cubicBezTo>
                  <a:cubicBezTo>
                    <a:pt x="64" y="103"/>
                    <a:pt x="63" y="102"/>
                    <a:pt x="62" y="101"/>
                  </a:cubicBezTo>
                  <a:cubicBezTo>
                    <a:pt x="61" y="101"/>
                    <a:pt x="59" y="102"/>
                    <a:pt x="58" y="101"/>
                  </a:cubicBezTo>
                  <a:cubicBezTo>
                    <a:pt x="58" y="101"/>
                    <a:pt x="57" y="100"/>
                    <a:pt x="57" y="99"/>
                  </a:cubicBezTo>
                  <a:cubicBezTo>
                    <a:pt x="57" y="98"/>
                    <a:pt x="57" y="97"/>
                    <a:pt x="57" y="96"/>
                  </a:cubicBezTo>
                  <a:cubicBezTo>
                    <a:pt x="57" y="95"/>
                    <a:pt x="56" y="94"/>
                    <a:pt x="56" y="94"/>
                  </a:cubicBezTo>
                  <a:cubicBezTo>
                    <a:pt x="55" y="93"/>
                    <a:pt x="54" y="93"/>
                    <a:pt x="54" y="93"/>
                  </a:cubicBezTo>
                  <a:cubicBezTo>
                    <a:pt x="53" y="93"/>
                    <a:pt x="51" y="93"/>
                    <a:pt x="51" y="93"/>
                  </a:cubicBezTo>
                  <a:cubicBezTo>
                    <a:pt x="50" y="93"/>
                    <a:pt x="49" y="92"/>
                    <a:pt x="49" y="92"/>
                  </a:cubicBezTo>
                  <a:cubicBezTo>
                    <a:pt x="47" y="92"/>
                    <a:pt x="45" y="92"/>
                    <a:pt x="43" y="92"/>
                  </a:cubicBezTo>
                  <a:cubicBezTo>
                    <a:pt x="42" y="92"/>
                    <a:pt x="41" y="91"/>
                    <a:pt x="40" y="91"/>
                  </a:cubicBezTo>
                  <a:cubicBezTo>
                    <a:pt x="39" y="90"/>
                    <a:pt x="37" y="89"/>
                    <a:pt x="36" y="88"/>
                  </a:cubicBezTo>
                  <a:cubicBezTo>
                    <a:pt x="35" y="87"/>
                    <a:pt x="35" y="85"/>
                    <a:pt x="35" y="84"/>
                  </a:cubicBezTo>
                  <a:cubicBezTo>
                    <a:pt x="34" y="82"/>
                    <a:pt x="35" y="80"/>
                    <a:pt x="35" y="78"/>
                  </a:cubicBezTo>
                  <a:cubicBezTo>
                    <a:pt x="34" y="78"/>
                    <a:pt x="33" y="77"/>
                    <a:pt x="33" y="76"/>
                  </a:cubicBezTo>
                  <a:cubicBezTo>
                    <a:pt x="32" y="75"/>
                    <a:pt x="31" y="73"/>
                    <a:pt x="31" y="72"/>
                  </a:cubicBezTo>
                  <a:cubicBezTo>
                    <a:pt x="30" y="72"/>
                    <a:pt x="29" y="71"/>
                    <a:pt x="29" y="70"/>
                  </a:cubicBezTo>
                  <a:cubicBezTo>
                    <a:pt x="28" y="70"/>
                    <a:pt x="26" y="69"/>
                    <a:pt x="25" y="68"/>
                  </a:cubicBezTo>
                  <a:cubicBezTo>
                    <a:pt x="25" y="67"/>
                    <a:pt x="25" y="65"/>
                    <a:pt x="24" y="64"/>
                  </a:cubicBezTo>
                  <a:cubicBezTo>
                    <a:pt x="24" y="64"/>
                    <a:pt x="22" y="62"/>
                    <a:pt x="21" y="61"/>
                  </a:cubicBezTo>
                  <a:cubicBezTo>
                    <a:pt x="20" y="60"/>
                    <a:pt x="20" y="58"/>
                    <a:pt x="19" y="57"/>
                  </a:cubicBezTo>
                  <a:cubicBezTo>
                    <a:pt x="19" y="57"/>
                    <a:pt x="16" y="57"/>
                    <a:pt x="15" y="57"/>
                  </a:cubicBezTo>
                  <a:cubicBezTo>
                    <a:pt x="14" y="56"/>
                    <a:pt x="13" y="56"/>
                    <a:pt x="12" y="56"/>
                  </a:cubicBezTo>
                  <a:cubicBezTo>
                    <a:pt x="12" y="55"/>
                    <a:pt x="11" y="54"/>
                    <a:pt x="11" y="53"/>
                  </a:cubicBezTo>
                  <a:cubicBezTo>
                    <a:pt x="10" y="52"/>
                    <a:pt x="10" y="49"/>
                    <a:pt x="9" y="48"/>
                  </a:cubicBezTo>
                  <a:cubicBezTo>
                    <a:pt x="9" y="47"/>
                    <a:pt x="7" y="45"/>
                    <a:pt x="6" y="44"/>
                  </a:cubicBezTo>
                  <a:cubicBezTo>
                    <a:pt x="6" y="43"/>
                    <a:pt x="5" y="41"/>
                    <a:pt x="5" y="41"/>
                  </a:cubicBezTo>
                  <a:cubicBezTo>
                    <a:pt x="4" y="40"/>
                    <a:pt x="2" y="39"/>
                    <a:pt x="2" y="39"/>
                  </a:cubicBezTo>
                  <a:cubicBezTo>
                    <a:pt x="1" y="38"/>
                    <a:pt x="1" y="36"/>
                    <a:pt x="1" y="35"/>
                  </a:cubicBezTo>
                  <a:cubicBezTo>
                    <a:pt x="1" y="34"/>
                    <a:pt x="0" y="32"/>
                    <a:pt x="1" y="31"/>
                  </a:cubicBezTo>
                  <a:cubicBezTo>
                    <a:pt x="2" y="31"/>
                    <a:pt x="3" y="32"/>
                    <a:pt x="4" y="32"/>
                  </a:cubicBezTo>
                  <a:cubicBezTo>
                    <a:pt x="4" y="32"/>
                    <a:pt x="5" y="32"/>
                    <a:pt x="5" y="32"/>
                  </a:cubicBezTo>
                  <a:cubicBezTo>
                    <a:pt x="6" y="32"/>
                    <a:pt x="6" y="31"/>
                    <a:pt x="6" y="30"/>
                  </a:cubicBezTo>
                  <a:cubicBezTo>
                    <a:pt x="7" y="30"/>
                    <a:pt x="8" y="30"/>
                    <a:pt x="8" y="30"/>
                  </a:cubicBezTo>
                  <a:cubicBezTo>
                    <a:pt x="9" y="29"/>
                    <a:pt x="10" y="29"/>
                    <a:pt x="11" y="29"/>
                  </a:cubicBezTo>
                  <a:cubicBezTo>
                    <a:pt x="11" y="28"/>
                    <a:pt x="11" y="27"/>
                    <a:pt x="12" y="26"/>
                  </a:cubicBezTo>
                  <a:cubicBezTo>
                    <a:pt x="12" y="26"/>
                    <a:pt x="13" y="25"/>
                    <a:pt x="13" y="26"/>
                  </a:cubicBezTo>
                  <a:cubicBezTo>
                    <a:pt x="14" y="26"/>
                    <a:pt x="15" y="27"/>
                    <a:pt x="15" y="27"/>
                  </a:cubicBezTo>
                  <a:cubicBezTo>
                    <a:pt x="16" y="27"/>
                    <a:pt x="18" y="26"/>
                    <a:pt x="18" y="26"/>
                  </a:cubicBezTo>
                  <a:cubicBezTo>
                    <a:pt x="18" y="25"/>
                    <a:pt x="18" y="24"/>
                    <a:pt x="18" y="24"/>
                  </a:cubicBezTo>
                  <a:cubicBezTo>
                    <a:pt x="17" y="23"/>
                    <a:pt x="17" y="22"/>
                    <a:pt x="17" y="22"/>
                  </a:cubicBezTo>
                  <a:cubicBezTo>
                    <a:pt x="17" y="21"/>
                    <a:pt x="16" y="20"/>
                    <a:pt x="16" y="20"/>
                  </a:cubicBezTo>
                  <a:cubicBezTo>
                    <a:pt x="16" y="19"/>
                    <a:pt x="17" y="18"/>
                    <a:pt x="17" y="18"/>
                  </a:cubicBezTo>
                  <a:cubicBezTo>
                    <a:pt x="17" y="17"/>
                    <a:pt x="18" y="16"/>
                    <a:pt x="18" y="15"/>
                  </a:cubicBezTo>
                  <a:cubicBezTo>
                    <a:pt x="19" y="15"/>
                    <a:pt x="20" y="14"/>
                    <a:pt x="20" y="14"/>
                  </a:cubicBezTo>
                  <a:cubicBezTo>
                    <a:pt x="21" y="13"/>
                    <a:pt x="22" y="13"/>
                    <a:pt x="23" y="14"/>
                  </a:cubicBezTo>
                  <a:cubicBezTo>
                    <a:pt x="24" y="14"/>
                    <a:pt x="25" y="15"/>
                    <a:pt x="26" y="15"/>
                  </a:cubicBezTo>
                  <a:cubicBezTo>
                    <a:pt x="26" y="16"/>
                    <a:pt x="28" y="16"/>
                    <a:pt x="28" y="17"/>
                  </a:cubicBezTo>
                  <a:cubicBezTo>
                    <a:pt x="29" y="17"/>
                    <a:pt x="30" y="17"/>
                    <a:pt x="31" y="17"/>
                  </a:cubicBezTo>
                  <a:cubicBezTo>
                    <a:pt x="31" y="17"/>
                    <a:pt x="33" y="16"/>
                    <a:pt x="34" y="16"/>
                  </a:cubicBezTo>
                  <a:cubicBezTo>
                    <a:pt x="35" y="16"/>
                    <a:pt x="37" y="17"/>
                    <a:pt x="38" y="17"/>
                  </a:cubicBezTo>
                  <a:cubicBezTo>
                    <a:pt x="39" y="17"/>
                    <a:pt x="40" y="17"/>
                    <a:pt x="41" y="17"/>
                  </a:cubicBezTo>
                  <a:cubicBezTo>
                    <a:pt x="42" y="17"/>
                    <a:pt x="43" y="16"/>
                    <a:pt x="44" y="16"/>
                  </a:cubicBezTo>
                  <a:cubicBezTo>
                    <a:pt x="44" y="16"/>
                    <a:pt x="46" y="16"/>
                    <a:pt x="46" y="16"/>
                  </a:cubicBezTo>
                  <a:cubicBezTo>
                    <a:pt x="47" y="16"/>
                    <a:pt x="48" y="14"/>
                    <a:pt x="48" y="14"/>
                  </a:cubicBezTo>
                  <a:cubicBezTo>
                    <a:pt x="49" y="13"/>
                    <a:pt x="49" y="12"/>
                    <a:pt x="49" y="11"/>
                  </a:cubicBezTo>
                  <a:cubicBezTo>
                    <a:pt x="50" y="10"/>
                    <a:pt x="52" y="9"/>
                    <a:pt x="53" y="8"/>
                  </a:cubicBezTo>
                  <a:cubicBezTo>
                    <a:pt x="53" y="7"/>
                    <a:pt x="55" y="5"/>
                    <a:pt x="56" y="5"/>
                  </a:cubicBezTo>
                  <a:cubicBezTo>
                    <a:pt x="57" y="4"/>
                    <a:pt x="59" y="3"/>
                    <a:pt x="61" y="2"/>
                  </a:cubicBezTo>
                  <a:cubicBezTo>
                    <a:pt x="61" y="2"/>
                    <a:pt x="63" y="1"/>
                    <a:pt x="64" y="0"/>
                  </a:cubicBezTo>
                  <a:cubicBezTo>
                    <a:pt x="65" y="1"/>
                    <a:pt x="65" y="1"/>
                    <a:pt x="65" y="1"/>
                  </a:cubicBezTo>
                  <a:cubicBezTo>
                    <a:pt x="66" y="2"/>
                    <a:pt x="66" y="3"/>
                    <a:pt x="67" y="4"/>
                  </a:cubicBezTo>
                  <a:cubicBezTo>
                    <a:pt x="67" y="5"/>
                    <a:pt x="67" y="6"/>
                    <a:pt x="68" y="7"/>
                  </a:cubicBezTo>
                  <a:cubicBezTo>
                    <a:pt x="68" y="7"/>
                    <a:pt x="69" y="7"/>
                    <a:pt x="70" y="8"/>
                  </a:cubicBezTo>
                  <a:cubicBezTo>
                    <a:pt x="70" y="8"/>
                    <a:pt x="72" y="8"/>
                    <a:pt x="73" y="8"/>
                  </a:cubicBezTo>
                  <a:cubicBezTo>
                    <a:pt x="73" y="8"/>
                    <a:pt x="74" y="8"/>
                    <a:pt x="74" y="8"/>
                  </a:cubicBezTo>
                  <a:cubicBezTo>
                    <a:pt x="75" y="9"/>
                    <a:pt x="75" y="10"/>
                    <a:pt x="76" y="11"/>
                  </a:cubicBezTo>
                  <a:cubicBezTo>
                    <a:pt x="76" y="11"/>
                    <a:pt x="78" y="11"/>
                    <a:pt x="78" y="11"/>
                  </a:cubicBezTo>
                  <a:cubicBezTo>
                    <a:pt x="79" y="11"/>
                    <a:pt x="80" y="11"/>
                    <a:pt x="81" y="11"/>
                  </a:cubicBezTo>
                  <a:cubicBezTo>
                    <a:pt x="82" y="11"/>
                    <a:pt x="83" y="11"/>
                    <a:pt x="84" y="11"/>
                  </a:cubicBezTo>
                  <a:cubicBezTo>
                    <a:pt x="84" y="11"/>
                    <a:pt x="85" y="12"/>
                    <a:pt x="85" y="12"/>
                  </a:cubicBezTo>
                  <a:cubicBezTo>
                    <a:pt x="85" y="13"/>
                    <a:pt x="86" y="14"/>
                    <a:pt x="85" y="14"/>
                  </a:cubicBezTo>
                  <a:cubicBezTo>
                    <a:pt x="85" y="15"/>
                    <a:pt x="85" y="16"/>
                    <a:pt x="84" y="16"/>
                  </a:cubicBezTo>
                  <a:cubicBezTo>
                    <a:pt x="84" y="17"/>
                    <a:pt x="82" y="17"/>
                    <a:pt x="82" y="17"/>
                  </a:cubicBezTo>
                  <a:cubicBezTo>
                    <a:pt x="81" y="17"/>
                    <a:pt x="80" y="17"/>
                    <a:pt x="80" y="17"/>
                  </a:cubicBezTo>
                  <a:cubicBezTo>
                    <a:pt x="80" y="18"/>
                    <a:pt x="80" y="19"/>
                    <a:pt x="80" y="20"/>
                  </a:cubicBezTo>
                  <a:cubicBezTo>
                    <a:pt x="80" y="20"/>
                    <a:pt x="79" y="21"/>
                    <a:pt x="79" y="22"/>
                  </a:cubicBezTo>
                  <a:cubicBezTo>
                    <a:pt x="78" y="23"/>
                    <a:pt x="78" y="25"/>
                    <a:pt x="77" y="26"/>
                  </a:cubicBezTo>
                  <a:cubicBezTo>
                    <a:pt x="77" y="27"/>
                    <a:pt x="76" y="29"/>
                    <a:pt x="75" y="30"/>
                  </a:cubicBezTo>
                  <a:cubicBezTo>
                    <a:pt x="75" y="31"/>
                    <a:pt x="73" y="32"/>
                    <a:pt x="73" y="33"/>
                  </a:cubicBezTo>
                  <a:cubicBezTo>
                    <a:pt x="73" y="34"/>
                    <a:pt x="73" y="36"/>
                    <a:pt x="73" y="37"/>
                  </a:cubicBezTo>
                  <a:cubicBezTo>
                    <a:pt x="73" y="37"/>
                    <a:pt x="74" y="39"/>
                    <a:pt x="75" y="40"/>
                  </a:cubicBezTo>
                  <a:cubicBezTo>
                    <a:pt x="75" y="41"/>
                    <a:pt x="76" y="42"/>
                    <a:pt x="77" y="43"/>
                  </a:cubicBezTo>
                  <a:cubicBezTo>
                    <a:pt x="78" y="44"/>
                    <a:pt x="79" y="46"/>
                    <a:pt x="80" y="46"/>
                  </a:cubicBezTo>
                  <a:cubicBezTo>
                    <a:pt x="81" y="47"/>
                    <a:pt x="82" y="48"/>
                    <a:pt x="83" y="48"/>
                  </a:cubicBezTo>
                  <a:cubicBezTo>
                    <a:pt x="84" y="49"/>
                    <a:pt x="85" y="49"/>
                    <a:pt x="86" y="49"/>
                  </a:cubicBezTo>
                  <a:cubicBezTo>
                    <a:pt x="86" y="49"/>
                    <a:pt x="88" y="48"/>
                    <a:pt x="89" y="47"/>
                  </a:cubicBezTo>
                  <a:cubicBezTo>
                    <a:pt x="89" y="47"/>
                    <a:pt x="90" y="47"/>
                    <a:pt x="90" y="47"/>
                  </a:cubicBezTo>
                  <a:cubicBezTo>
                    <a:pt x="91" y="46"/>
                    <a:pt x="94" y="45"/>
                    <a:pt x="95" y="45"/>
                  </a:cubicBezTo>
                  <a:cubicBezTo>
                    <a:pt x="96" y="44"/>
                    <a:pt x="98" y="43"/>
                    <a:pt x="99" y="42"/>
                  </a:cubicBezTo>
                  <a:cubicBezTo>
                    <a:pt x="100" y="42"/>
                    <a:pt x="100" y="41"/>
                    <a:pt x="101" y="41"/>
                  </a:cubicBezTo>
                  <a:cubicBezTo>
                    <a:pt x="101" y="41"/>
                    <a:pt x="100" y="40"/>
                    <a:pt x="101" y="40"/>
                  </a:cubicBezTo>
                  <a:cubicBezTo>
                    <a:pt x="101" y="39"/>
                    <a:pt x="102" y="39"/>
                    <a:pt x="102" y="39"/>
                  </a:cubicBezTo>
                  <a:cubicBezTo>
                    <a:pt x="103" y="39"/>
                    <a:pt x="104" y="40"/>
                    <a:pt x="104" y="40"/>
                  </a:cubicBezTo>
                  <a:cubicBezTo>
                    <a:pt x="105" y="40"/>
                    <a:pt x="106" y="41"/>
                    <a:pt x="107" y="41"/>
                  </a:cubicBezTo>
                  <a:cubicBezTo>
                    <a:pt x="107" y="41"/>
                    <a:pt x="107" y="42"/>
                    <a:pt x="107" y="42"/>
                  </a:cubicBezTo>
                  <a:cubicBezTo>
                    <a:pt x="108" y="43"/>
                    <a:pt x="109" y="44"/>
                    <a:pt x="109" y="45"/>
                  </a:cubicBezTo>
                  <a:cubicBezTo>
                    <a:pt x="110" y="45"/>
                    <a:pt x="111" y="46"/>
                    <a:pt x="111" y="46"/>
                  </a:cubicBezTo>
                  <a:cubicBezTo>
                    <a:pt x="112" y="46"/>
                    <a:pt x="112" y="47"/>
                    <a:pt x="112" y="48"/>
                  </a:cubicBezTo>
                  <a:cubicBezTo>
                    <a:pt x="112" y="48"/>
                    <a:pt x="111" y="49"/>
                    <a:pt x="111" y="50"/>
                  </a:cubicBezTo>
                  <a:cubicBezTo>
                    <a:pt x="110" y="50"/>
                    <a:pt x="110" y="51"/>
                    <a:pt x="110" y="52"/>
                  </a:cubicBezTo>
                  <a:cubicBezTo>
                    <a:pt x="109" y="53"/>
                    <a:pt x="109" y="55"/>
                    <a:pt x="110" y="56"/>
                  </a:cubicBezTo>
                  <a:cubicBezTo>
                    <a:pt x="110" y="57"/>
                    <a:pt x="110" y="58"/>
                    <a:pt x="111" y="59"/>
                  </a:cubicBezTo>
                  <a:cubicBezTo>
                    <a:pt x="111" y="60"/>
                    <a:pt x="114" y="60"/>
                    <a:pt x="115" y="60"/>
                  </a:cubicBezTo>
                  <a:cubicBezTo>
                    <a:pt x="115" y="60"/>
                    <a:pt x="116" y="60"/>
                    <a:pt x="117" y="60"/>
                  </a:cubicBezTo>
                  <a:cubicBezTo>
                    <a:pt x="117" y="60"/>
                    <a:pt x="119" y="62"/>
                    <a:pt x="119" y="63"/>
                  </a:cubicBezTo>
                  <a:cubicBezTo>
                    <a:pt x="119" y="63"/>
                    <a:pt x="119" y="65"/>
                    <a:pt x="119" y="66"/>
                  </a:cubicBezTo>
                  <a:cubicBezTo>
                    <a:pt x="119" y="67"/>
                    <a:pt x="119" y="69"/>
                    <a:pt x="119" y="70"/>
                  </a:cubicBezTo>
                  <a:cubicBezTo>
                    <a:pt x="120" y="70"/>
                    <a:pt x="121" y="71"/>
                    <a:pt x="122" y="71"/>
                  </a:cubicBezTo>
                  <a:cubicBezTo>
                    <a:pt x="123" y="71"/>
                    <a:pt x="124" y="71"/>
                    <a:pt x="124" y="70"/>
                  </a:cubicBezTo>
                  <a:cubicBezTo>
                    <a:pt x="125" y="70"/>
                    <a:pt x="125" y="68"/>
                    <a:pt x="126" y="68"/>
                  </a:cubicBezTo>
                  <a:cubicBezTo>
                    <a:pt x="126" y="68"/>
                    <a:pt x="128" y="68"/>
                    <a:pt x="128" y="68"/>
                  </a:cubicBezTo>
                  <a:cubicBezTo>
                    <a:pt x="128" y="68"/>
                    <a:pt x="129" y="68"/>
                    <a:pt x="129" y="68"/>
                  </a:cubicBezTo>
                  <a:cubicBezTo>
                    <a:pt x="129" y="69"/>
                    <a:pt x="129" y="69"/>
                    <a:pt x="129" y="69"/>
                  </a:cubicBezTo>
                  <a:cubicBezTo>
                    <a:pt x="129" y="70"/>
                    <a:pt x="129" y="71"/>
                    <a:pt x="129" y="71"/>
                  </a:cubicBezTo>
                  <a:cubicBezTo>
                    <a:pt x="130" y="71"/>
                    <a:pt x="129" y="73"/>
                    <a:pt x="129" y="73"/>
                  </a:cubicBezTo>
                  <a:cubicBezTo>
                    <a:pt x="129" y="73"/>
                    <a:pt x="127" y="73"/>
                    <a:pt x="127" y="73"/>
                  </a:cubicBezTo>
                  <a:cubicBezTo>
                    <a:pt x="126" y="73"/>
                    <a:pt x="125" y="73"/>
                    <a:pt x="125" y="74"/>
                  </a:cubicBezTo>
                  <a:cubicBezTo>
                    <a:pt x="125" y="74"/>
                    <a:pt x="125" y="75"/>
                    <a:pt x="125" y="76"/>
                  </a:cubicBezTo>
                  <a:cubicBezTo>
                    <a:pt x="126" y="76"/>
                    <a:pt x="127" y="76"/>
                    <a:pt x="127" y="77"/>
                  </a:cubicBezTo>
                  <a:cubicBezTo>
                    <a:pt x="128" y="77"/>
                    <a:pt x="129" y="77"/>
                    <a:pt x="129" y="78"/>
                  </a:cubicBezTo>
                  <a:cubicBezTo>
                    <a:pt x="130" y="79"/>
                    <a:pt x="129" y="80"/>
                    <a:pt x="129" y="81"/>
                  </a:cubicBezTo>
                  <a:cubicBezTo>
                    <a:pt x="129" y="81"/>
                    <a:pt x="130" y="82"/>
                    <a:pt x="131" y="82"/>
                  </a:cubicBezTo>
                  <a:cubicBezTo>
                    <a:pt x="131" y="82"/>
                    <a:pt x="131" y="81"/>
                    <a:pt x="132" y="81"/>
                  </a:cubicBezTo>
                  <a:cubicBezTo>
                    <a:pt x="132" y="81"/>
                    <a:pt x="133" y="82"/>
                    <a:pt x="134" y="82"/>
                  </a:cubicBezTo>
                  <a:close/>
                  <a:moveTo>
                    <a:pt x="66" y="60"/>
                  </a:moveTo>
                  <a:cubicBezTo>
                    <a:pt x="67" y="60"/>
                    <a:pt x="66" y="58"/>
                    <a:pt x="66" y="57"/>
                  </a:cubicBezTo>
                  <a:cubicBezTo>
                    <a:pt x="66" y="56"/>
                    <a:pt x="66" y="54"/>
                    <a:pt x="66" y="53"/>
                  </a:cubicBezTo>
                  <a:cubicBezTo>
                    <a:pt x="66" y="53"/>
                    <a:pt x="65" y="52"/>
                    <a:pt x="65" y="51"/>
                  </a:cubicBezTo>
                  <a:cubicBezTo>
                    <a:pt x="65" y="51"/>
                    <a:pt x="65" y="50"/>
                    <a:pt x="65" y="49"/>
                  </a:cubicBezTo>
                  <a:cubicBezTo>
                    <a:pt x="65" y="49"/>
                    <a:pt x="65" y="48"/>
                    <a:pt x="65" y="48"/>
                  </a:cubicBezTo>
                  <a:cubicBezTo>
                    <a:pt x="65" y="47"/>
                    <a:pt x="64" y="47"/>
                    <a:pt x="63" y="46"/>
                  </a:cubicBezTo>
                  <a:cubicBezTo>
                    <a:pt x="63" y="46"/>
                    <a:pt x="63" y="44"/>
                    <a:pt x="63" y="44"/>
                  </a:cubicBezTo>
                  <a:cubicBezTo>
                    <a:pt x="63" y="43"/>
                    <a:pt x="63" y="43"/>
                    <a:pt x="62" y="43"/>
                  </a:cubicBezTo>
                  <a:cubicBezTo>
                    <a:pt x="62" y="42"/>
                    <a:pt x="61" y="42"/>
                    <a:pt x="60" y="42"/>
                  </a:cubicBezTo>
                  <a:cubicBezTo>
                    <a:pt x="60" y="41"/>
                    <a:pt x="60" y="41"/>
                    <a:pt x="59" y="41"/>
                  </a:cubicBezTo>
                  <a:cubicBezTo>
                    <a:pt x="59" y="40"/>
                    <a:pt x="59" y="38"/>
                    <a:pt x="58" y="38"/>
                  </a:cubicBezTo>
                  <a:cubicBezTo>
                    <a:pt x="58" y="37"/>
                    <a:pt x="57" y="37"/>
                    <a:pt x="56" y="37"/>
                  </a:cubicBezTo>
                  <a:cubicBezTo>
                    <a:pt x="56" y="36"/>
                    <a:pt x="55" y="35"/>
                    <a:pt x="55" y="35"/>
                  </a:cubicBezTo>
                  <a:cubicBezTo>
                    <a:pt x="55" y="35"/>
                    <a:pt x="55" y="34"/>
                    <a:pt x="55" y="34"/>
                  </a:cubicBezTo>
                  <a:cubicBezTo>
                    <a:pt x="56" y="33"/>
                    <a:pt x="57" y="33"/>
                    <a:pt x="57" y="33"/>
                  </a:cubicBezTo>
                  <a:cubicBezTo>
                    <a:pt x="58" y="32"/>
                    <a:pt x="58" y="32"/>
                    <a:pt x="58" y="31"/>
                  </a:cubicBezTo>
                  <a:cubicBezTo>
                    <a:pt x="58" y="31"/>
                    <a:pt x="58" y="29"/>
                    <a:pt x="57" y="29"/>
                  </a:cubicBezTo>
                  <a:cubicBezTo>
                    <a:pt x="57" y="29"/>
                    <a:pt x="56" y="28"/>
                    <a:pt x="56" y="28"/>
                  </a:cubicBezTo>
                  <a:cubicBezTo>
                    <a:pt x="55" y="28"/>
                    <a:pt x="55" y="29"/>
                    <a:pt x="55" y="29"/>
                  </a:cubicBezTo>
                  <a:cubicBezTo>
                    <a:pt x="54" y="29"/>
                    <a:pt x="52" y="29"/>
                    <a:pt x="52" y="28"/>
                  </a:cubicBezTo>
                  <a:cubicBezTo>
                    <a:pt x="52" y="28"/>
                    <a:pt x="53" y="27"/>
                    <a:pt x="54" y="26"/>
                  </a:cubicBezTo>
                  <a:cubicBezTo>
                    <a:pt x="54" y="26"/>
                    <a:pt x="55" y="25"/>
                    <a:pt x="55" y="24"/>
                  </a:cubicBezTo>
                  <a:cubicBezTo>
                    <a:pt x="55" y="24"/>
                    <a:pt x="56" y="23"/>
                    <a:pt x="56" y="22"/>
                  </a:cubicBezTo>
                  <a:cubicBezTo>
                    <a:pt x="56" y="22"/>
                    <a:pt x="55" y="20"/>
                    <a:pt x="54" y="20"/>
                  </a:cubicBezTo>
                  <a:cubicBezTo>
                    <a:pt x="54" y="20"/>
                    <a:pt x="52" y="21"/>
                    <a:pt x="52" y="21"/>
                  </a:cubicBezTo>
                  <a:cubicBezTo>
                    <a:pt x="51" y="20"/>
                    <a:pt x="49" y="19"/>
                    <a:pt x="49" y="19"/>
                  </a:cubicBezTo>
                  <a:cubicBezTo>
                    <a:pt x="48" y="19"/>
                    <a:pt x="46" y="19"/>
                    <a:pt x="45" y="19"/>
                  </a:cubicBezTo>
                  <a:cubicBezTo>
                    <a:pt x="45" y="19"/>
                    <a:pt x="44" y="18"/>
                    <a:pt x="43" y="18"/>
                  </a:cubicBezTo>
                  <a:cubicBezTo>
                    <a:pt x="43" y="19"/>
                    <a:pt x="42" y="19"/>
                    <a:pt x="41" y="19"/>
                  </a:cubicBezTo>
                  <a:cubicBezTo>
                    <a:pt x="40" y="20"/>
                    <a:pt x="39" y="19"/>
                    <a:pt x="38" y="20"/>
                  </a:cubicBezTo>
                  <a:cubicBezTo>
                    <a:pt x="37" y="20"/>
                    <a:pt x="36" y="21"/>
                    <a:pt x="35" y="21"/>
                  </a:cubicBezTo>
                  <a:cubicBezTo>
                    <a:pt x="35" y="22"/>
                    <a:pt x="34" y="23"/>
                    <a:pt x="33" y="23"/>
                  </a:cubicBezTo>
                  <a:cubicBezTo>
                    <a:pt x="33" y="24"/>
                    <a:pt x="32" y="24"/>
                    <a:pt x="31" y="24"/>
                  </a:cubicBezTo>
                  <a:cubicBezTo>
                    <a:pt x="30" y="25"/>
                    <a:pt x="29" y="24"/>
                    <a:pt x="28" y="25"/>
                  </a:cubicBezTo>
                  <a:cubicBezTo>
                    <a:pt x="27" y="25"/>
                    <a:pt x="26" y="25"/>
                    <a:pt x="26" y="26"/>
                  </a:cubicBezTo>
                  <a:cubicBezTo>
                    <a:pt x="25" y="26"/>
                    <a:pt x="25" y="26"/>
                    <a:pt x="25" y="27"/>
                  </a:cubicBezTo>
                  <a:cubicBezTo>
                    <a:pt x="25" y="27"/>
                    <a:pt x="26" y="27"/>
                    <a:pt x="26" y="27"/>
                  </a:cubicBezTo>
                  <a:cubicBezTo>
                    <a:pt x="27" y="27"/>
                    <a:pt x="28" y="26"/>
                    <a:pt x="28" y="27"/>
                  </a:cubicBezTo>
                  <a:cubicBezTo>
                    <a:pt x="28" y="27"/>
                    <a:pt x="28" y="27"/>
                    <a:pt x="28" y="27"/>
                  </a:cubicBezTo>
                  <a:cubicBezTo>
                    <a:pt x="28" y="28"/>
                    <a:pt x="27" y="28"/>
                    <a:pt x="27" y="28"/>
                  </a:cubicBezTo>
                  <a:cubicBezTo>
                    <a:pt x="26" y="29"/>
                    <a:pt x="25" y="28"/>
                    <a:pt x="25" y="29"/>
                  </a:cubicBezTo>
                  <a:cubicBezTo>
                    <a:pt x="25" y="29"/>
                    <a:pt x="24" y="30"/>
                    <a:pt x="23" y="30"/>
                  </a:cubicBezTo>
                  <a:cubicBezTo>
                    <a:pt x="23" y="30"/>
                    <a:pt x="22" y="29"/>
                    <a:pt x="22" y="29"/>
                  </a:cubicBezTo>
                  <a:cubicBezTo>
                    <a:pt x="21" y="29"/>
                    <a:pt x="20" y="29"/>
                    <a:pt x="20" y="30"/>
                  </a:cubicBezTo>
                  <a:cubicBezTo>
                    <a:pt x="20" y="30"/>
                    <a:pt x="20" y="31"/>
                    <a:pt x="20" y="31"/>
                  </a:cubicBezTo>
                  <a:cubicBezTo>
                    <a:pt x="20" y="31"/>
                    <a:pt x="21" y="31"/>
                    <a:pt x="21" y="32"/>
                  </a:cubicBezTo>
                  <a:cubicBezTo>
                    <a:pt x="22" y="32"/>
                    <a:pt x="23" y="31"/>
                    <a:pt x="24" y="31"/>
                  </a:cubicBezTo>
                  <a:cubicBezTo>
                    <a:pt x="24" y="31"/>
                    <a:pt x="25" y="31"/>
                    <a:pt x="26" y="31"/>
                  </a:cubicBezTo>
                  <a:cubicBezTo>
                    <a:pt x="26" y="31"/>
                    <a:pt x="28" y="31"/>
                    <a:pt x="28" y="31"/>
                  </a:cubicBezTo>
                  <a:cubicBezTo>
                    <a:pt x="29" y="31"/>
                    <a:pt x="31" y="31"/>
                    <a:pt x="32" y="31"/>
                  </a:cubicBezTo>
                  <a:cubicBezTo>
                    <a:pt x="33" y="31"/>
                    <a:pt x="35" y="31"/>
                    <a:pt x="36" y="31"/>
                  </a:cubicBezTo>
                  <a:cubicBezTo>
                    <a:pt x="36" y="31"/>
                    <a:pt x="38" y="32"/>
                    <a:pt x="38" y="32"/>
                  </a:cubicBezTo>
                  <a:cubicBezTo>
                    <a:pt x="39" y="32"/>
                    <a:pt x="41" y="32"/>
                    <a:pt x="42" y="32"/>
                  </a:cubicBezTo>
                  <a:cubicBezTo>
                    <a:pt x="42" y="32"/>
                    <a:pt x="43" y="33"/>
                    <a:pt x="43" y="34"/>
                  </a:cubicBezTo>
                  <a:cubicBezTo>
                    <a:pt x="44" y="34"/>
                    <a:pt x="44" y="35"/>
                    <a:pt x="45" y="35"/>
                  </a:cubicBezTo>
                  <a:cubicBezTo>
                    <a:pt x="45" y="35"/>
                    <a:pt x="46" y="35"/>
                    <a:pt x="47" y="36"/>
                  </a:cubicBezTo>
                  <a:cubicBezTo>
                    <a:pt x="47" y="36"/>
                    <a:pt x="48" y="37"/>
                    <a:pt x="48" y="37"/>
                  </a:cubicBezTo>
                  <a:cubicBezTo>
                    <a:pt x="48" y="37"/>
                    <a:pt x="48" y="38"/>
                    <a:pt x="48" y="38"/>
                  </a:cubicBezTo>
                  <a:cubicBezTo>
                    <a:pt x="48" y="39"/>
                    <a:pt x="48" y="39"/>
                    <a:pt x="48" y="39"/>
                  </a:cubicBezTo>
                  <a:cubicBezTo>
                    <a:pt x="48" y="40"/>
                    <a:pt x="50" y="40"/>
                    <a:pt x="50" y="40"/>
                  </a:cubicBezTo>
                  <a:cubicBezTo>
                    <a:pt x="51" y="40"/>
                    <a:pt x="51" y="41"/>
                    <a:pt x="52" y="41"/>
                  </a:cubicBezTo>
                  <a:cubicBezTo>
                    <a:pt x="52" y="41"/>
                    <a:pt x="52" y="43"/>
                    <a:pt x="52" y="43"/>
                  </a:cubicBezTo>
                  <a:cubicBezTo>
                    <a:pt x="52" y="43"/>
                    <a:pt x="53" y="44"/>
                    <a:pt x="53" y="44"/>
                  </a:cubicBezTo>
                  <a:cubicBezTo>
                    <a:pt x="54" y="44"/>
                    <a:pt x="55" y="44"/>
                    <a:pt x="56" y="44"/>
                  </a:cubicBezTo>
                  <a:cubicBezTo>
                    <a:pt x="56" y="44"/>
                    <a:pt x="56" y="45"/>
                    <a:pt x="56" y="45"/>
                  </a:cubicBezTo>
                  <a:cubicBezTo>
                    <a:pt x="56" y="46"/>
                    <a:pt x="57" y="47"/>
                    <a:pt x="57" y="47"/>
                  </a:cubicBezTo>
                  <a:cubicBezTo>
                    <a:pt x="58" y="47"/>
                    <a:pt x="59" y="47"/>
                    <a:pt x="59" y="47"/>
                  </a:cubicBezTo>
                  <a:cubicBezTo>
                    <a:pt x="59" y="47"/>
                    <a:pt x="60" y="48"/>
                    <a:pt x="60" y="48"/>
                  </a:cubicBezTo>
                  <a:cubicBezTo>
                    <a:pt x="61" y="48"/>
                    <a:pt x="60" y="49"/>
                    <a:pt x="60" y="50"/>
                  </a:cubicBezTo>
                  <a:cubicBezTo>
                    <a:pt x="60" y="50"/>
                    <a:pt x="60" y="51"/>
                    <a:pt x="60" y="51"/>
                  </a:cubicBezTo>
                  <a:cubicBezTo>
                    <a:pt x="60" y="51"/>
                    <a:pt x="61" y="51"/>
                    <a:pt x="62" y="51"/>
                  </a:cubicBezTo>
                  <a:cubicBezTo>
                    <a:pt x="62" y="51"/>
                    <a:pt x="62" y="51"/>
                    <a:pt x="63" y="51"/>
                  </a:cubicBezTo>
                  <a:cubicBezTo>
                    <a:pt x="63" y="51"/>
                    <a:pt x="63" y="52"/>
                    <a:pt x="63" y="53"/>
                  </a:cubicBezTo>
                  <a:cubicBezTo>
                    <a:pt x="63" y="53"/>
                    <a:pt x="63" y="54"/>
                    <a:pt x="63" y="55"/>
                  </a:cubicBezTo>
                  <a:cubicBezTo>
                    <a:pt x="63" y="55"/>
                    <a:pt x="63" y="56"/>
                    <a:pt x="63" y="56"/>
                  </a:cubicBezTo>
                  <a:cubicBezTo>
                    <a:pt x="63" y="57"/>
                    <a:pt x="64" y="58"/>
                    <a:pt x="64" y="58"/>
                  </a:cubicBezTo>
                  <a:cubicBezTo>
                    <a:pt x="64" y="59"/>
                    <a:pt x="64" y="60"/>
                    <a:pt x="65" y="60"/>
                  </a:cubicBezTo>
                  <a:cubicBezTo>
                    <a:pt x="65" y="60"/>
                    <a:pt x="66" y="61"/>
                    <a:pt x="66" y="60"/>
                  </a:cubicBezTo>
                  <a:close/>
                </a:path>
              </a:pathLst>
            </a:custGeom>
            <a:grp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685" name="Oval 684"/>
          <p:cNvSpPr/>
          <p:nvPr/>
        </p:nvSpPr>
        <p:spPr>
          <a:xfrm>
            <a:off x="6984152" y="2517775"/>
            <a:ext cx="261854" cy="261854"/>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6" name="Oval 685"/>
          <p:cNvSpPr/>
          <p:nvPr/>
        </p:nvSpPr>
        <p:spPr>
          <a:xfrm>
            <a:off x="6984152" y="3106821"/>
            <a:ext cx="261854" cy="261854"/>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7" name="Oval 686"/>
          <p:cNvSpPr/>
          <p:nvPr/>
        </p:nvSpPr>
        <p:spPr>
          <a:xfrm>
            <a:off x="7549301" y="3758449"/>
            <a:ext cx="261854" cy="261854"/>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Oval 687"/>
          <p:cNvSpPr/>
          <p:nvPr/>
        </p:nvSpPr>
        <p:spPr>
          <a:xfrm>
            <a:off x="6548424" y="3943434"/>
            <a:ext cx="261854" cy="261854"/>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Oval 688"/>
          <p:cNvSpPr/>
          <p:nvPr/>
        </p:nvSpPr>
        <p:spPr>
          <a:xfrm>
            <a:off x="7686662" y="4421272"/>
            <a:ext cx="261854" cy="261854"/>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Oval 689"/>
          <p:cNvSpPr/>
          <p:nvPr/>
        </p:nvSpPr>
        <p:spPr>
          <a:xfrm>
            <a:off x="7472350" y="5139574"/>
            <a:ext cx="261854" cy="261854"/>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ounded Rectangle 690"/>
          <p:cNvSpPr/>
          <p:nvPr/>
        </p:nvSpPr>
        <p:spPr bwMode="auto">
          <a:xfrm>
            <a:off x="4152688" y="2611723"/>
            <a:ext cx="905504" cy="304800"/>
          </a:xfrm>
          <a:prstGeom prst="roundRect">
            <a:avLst>
              <a:gd name="adj" fmla="val 47917"/>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solidFill>
              </a:rPr>
              <a:t>50%</a:t>
            </a:r>
          </a:p>
        </p:txBody>
      </p:sp>
      <p:sp>
        <p:nvSpPr>
          <p:cNvPr id="692" name="Rounded Rectangle 691"/>
          <p:cNvSpPr/>
          <p:nvPr/>
        </p:nvSpPr>
        <p:spPr bwMode="auto">
          <a:xfrm>
            <a:off x="4760064" y="3198162"/>
            <a:ext cx="905504" cy="304800"/>
          </a:xfrm>
          <a:prstGeom prst="roundRect">
            <a:avLst>
              <a:gd name="adj" fmla="val 47917"/>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solidFill>
              </a:rPr>
              <a:t>50%</a:t>
            </a:r>
          </a:p>
        </p:txBody>
      </p:sp>
      <p:sp>
        <p:nvSpPr>
          <p:cNvPr id="693" name="Rounded Rectangle 692"/>
          <p:cNvSpPr/>
          <p:nvPr/>
        </p:nvSpPr>
        <p:spPr bwMode="auto">
          <a:xfrm>
            <a:off x="4152688" y="3784601"/>
            <a:ext cx="905504" cy="304800"/>
          </a:xfrm>
          <a:prstGeom prst="roundRect">
            <a:avLst>
              <a:gd name="adj" fmla="val 47917"/>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solidFill>
              </a:rPr>
              <a:t>50%</a:t>
            </a:r>
          </a:p>
        </p:txBody>
      </p:sp>
      <p:sp>
        <p:nvSpPr>
          <p:cNvPr id="694" name="Rounded Rectangle 693"/>
          <p:cNvSpPr/>
          <p:nvPr/>
        </p:nvSpPr>
        <p:spPr bwMode="auto">
          <a:xfrm>
            <a:off x="4760064" y="4371040"/>
            <a:ext cx="905504" cy="304800"/>
          </a:xfrm>
          <a:prstGeom prst="roundRect">
            <a:avLst>
              <a:gd name="adj" fmla="val 47917"/>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solidFill>
              </a:rPr>
              <a:t>50%</a:t>
            </a:r>
          </a:p>
        </p:txBody>
      </p:sp>
      <p:sp>
        <p:nvSpPr>
          <p:cNvPr id="695" name="Rounded Rectangle 694"/>
          <p:cNvSpPr/>
          <p:nvPr/>
        </p:nvSpPr>
        <p:spPr bwMode="auto">
          <a:xfrm>
            <a:off x="4152688" y="4957479"/>
            <a:ext cx="905504" cy="304800"/>
          </a:xfrm>
          <a:prstGeom prst="roundRect">
            <a:avLst>
              <a:gd name="adj" fmla="val 47917"/>
            </a:avLst>
          </a:pr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solidFill>
              </a:rPr>
              <a:t>50%</a:t>
            </a:r>
          </a:p>
        </p:txBody>
      </p:sp>
      <p:sp>
        <p:nvSpPr>
          <p:cNvPr id="696" name="Rounded Rectangle 695"/>
          <p:cNvSpPr/>
          <p:nvPr/>
        </p:nvSpPr>
        <p:spPr bwMode="auto">
          <a:xfrm>
            <a:off x="4760064" y="5543920"/>
            <a:ext cx="905504" cy="304800"/>
          </a:xfrm>
          <a:prstGeom prst="roundRect">
            <a:avLst>
              <a:gd name="adj" fmla="val 47917"/>
            </a:avLst>
          </a:prstGeom>
          <a:solidFill>
            <a:schemeClr val="accent6"/>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b="1" dirty="0">
                <a:solidFill>
                  <a:schemeClr val="bg1"/>
                </a:solidFill>
              </a:rPr>
              <a:t>50%</a:t>
            </a:r>
          </a:p>
        </p:txBody>
      </p:sp>
      <p:cxnSp>
        <p:nvCxnSpPr>
          <p:cNvPr id="697" name="Elbow Connector 696"/>
          <p:cNvCxnSpPr>
            <a:stCxn id="685" idx="2"/>
            <a:endCxn id="691" idx="3"/>
          </p:cNvCxnSpPr>
          <p:nvPr/>
        </p:nvCxnSpPr>
        <p:spPr>
          <a:xfrm rot="10800000" flipV="1">
            <a:off x="5058192" y="2648701"/>
            <a:ext cx="1925960" cy="115421"/>
          </a:xfrm>
          <a:prstGeom prst="bentConnector3">
            <a:avLst>
              <a:gd name="adj1" fmla="val 50000"/>
            </a:avLst>
          </a:prstGeom>
          <a:ln>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8" name="Elbow Connector 697"/>
          <p:cNvCxnSpPr>
            <a:stCxn id="686" idx="2"/>
            <a:endCxn id="692" idx="3"/>
          </p:cNvCxnSpPr>
          <p:nvPr/>
        </p:nvCxnSpPr>
        <p:spPr>
          <a:xfrm rot="10800000" flipV="1">
            <a:off x="5665568" y="3237748"/>
            <a:ext cx="1318584" cy="112814"/>
          </a:xfrm>
          <a:prstGeom prst="bentConnector3">
            <a:avLst>
              <a:gd name="adj1" fmla="val 50000"/>
            </a:avLst>
          </a:prstGeom>
          <a:ln>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9" name="Elbow Connector 698"/>
          <p:cNvCxnSpPr>
            <a:stCxn id="687" idx="2"/>
            <a:endCxn id="693" idx="3"/>
          </p:cNvCxnSpPr>
          <p:nvPr/>
        </p:nvCxnSpPr>
        <p:spPr>
          <a:xfrm rot="10800000" flipV="1">
            <a:off x="5058193" y="3889375"/>
            <a:ext cx="2491109" cy="47625"/>
          </a:xfrm>
          <a:prstGeom prst="bentConnector3">
            <a:avLst>
              <a:gd name="adj1" fmla="val 50000"/>
            </a:avLst>
          </a:prstGeom>
          <a:ln>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0" name="Elbow Connector 699"/>
          <p:cNvCxnSpPr>
            <a:stCxn id="688" idx="2"/>
            <a:endCxn id="694" idx="3"/>
          </p:cNvCxnSpPr>
          <p:nvPr/>
        </p:nvCxnSpPr>
        <p:spPr>
          <a:xfrm rot="10800000" flipV="1">
            <a:off x="5665568" y="4074360"/>
            <a:ext cx="882856" cy="449079"/>
          </a:xfrm>
          <a:prstGeom prst="bentConnector3">
            <a:avLst>
              <a:gd name="adj1" fmla="val 50000"/>
            </a:avLst>
          </a:prstGeom>
          <a:ln>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1" name="Elbow Connector 700"/>
          <p:cNvCxnSpPr>
            <a:endCxn id="695" idx="3"/>
          </p:cNvCxnSpPr>
          <p:nvPr/>
        </p:nvCxnSpPr>
        <p:spPr>
          <a:xfrm rot="10800000" flipV="1">
            <a:off x="5058192" y="4562475"/>
            <a:ext cx="2608584" cy="547403"/>
          </a:xfrm>
          <a:prstGeom prst="bentConnector3">
            <a:avLst>
              <a:gd name="adj1" fmla="val 50000"/>
            </a:avLst>
          </a:prstGeom>
          <a:ln>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2" name="Elbow Connector 701"/>
          <p:cNvCxnSpPr>
            <a:stCxn id="690" idx="2"/>
            <a:endCxn id="696" idx="3"/>
          </p:cNvCxnSpPr>
          <p:nvPr/>
        </p:nvCxnSpPr>
        <p:spPr>
          <a:xfrm rot="10800000" flipV="1">
            <a:off x="5665568" y="5270500"/>
            <a:ext cx="1806782" cy="425819"/>
          </a:xfrm>
          <a:prstGeom prst="bentConnector3">
            <a:avLst>
              <a:gd name="adj1" fmla="val 50000"/>
            </a:avLst>
          </a:prstGeom>
          <a:ln>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3" name="Footer Text"/>
          <p:cNvSpPr txBox="1"/>
          <p:nvPr/>
        </p:nvSpPr>
        <p:spPr>
          <a:xfrm>
            <a:off x="674448" y="2342716"/>
            <a:ext cx="3124200" cy="984885"/>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aphicFrame>
        <p:nvGraphicFramePr>
          <p:cNvPr id="704" name="Chart 703"/>
          <p:cNvGraphicFramePr/>
          <p:nvPr/>
        </p:nvGraphicFramePr>
        <p:xfrm>
          <a:off x="304800" y="3288627"/>
          <a:ext cx="3683536" cy="2890598"/>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344"/>
                                        </p:tgtEl>
                                        <p:attrNameLst>
                                          <p:attrName>style.visibility</p:attrName>
                                        </p:attrNameLst>
                                      </p:cBhvr>
                                      <p:to>
                                        <p:strVal val="visible"/>
                                      </p:to>
                                    </p:set>
                                    <p:anim calcmode="lin" valueType="num">
                                      <p:cBhvr>
                                        <p:cTn id="7" dur="500" fill="hold"/>
                                        <p:tgtEl>
                                          <p:spTgt spid="344"/>
                                        </p:tgtEl>
                                        <p:attrNameLst>
                                          <p:attrName>ppt_w</p:attrName>
                                        </p:attrNameLst>
                                      </p:cBhvr>
                                      <p:tavLst>
                                        <p:tav tm="0">
                                          <p:val>
                                            <p:fltVal val="0"/>
                                          </p:val>
                                        </p:tav>
                                        <p:tav tm="100000">
                                          <p:val>
                                            <p:strVal val="#ppt_w"/>
                                          </p:val>
                                        </p:tav>
                                      </p:tavLst>
                                    </p:anim>
                                    <p:anim calcmode="lin" valueType="num">
                                      <p:cBhvr>
                                        <p:cTn id="8" dur="500" fill="hold"/>
                                        <p:tgtEl>
                                          <p:spTgt spid="344"/>
                                        </p:tgtEl>
                                        <p:attrNameLst>
                                          <p:attrName>ppt_h</p:attrName>
                                        </p:attrNameLst>
                                      </p:cBhvr>
                                      <p:tavLst>
                                        <p:tav tm="0">
                                          <p:val>
                                            <p:fltVal val="0"/>
                                          </p:val>
                                        </p:tav>
                                        <p:tav tm="100000">
                                          <p:val>
                                            <p:strVal val="#ppt_h"/>
                                          </p:val>
                                        </p:tav>
                                      </p:tavLst>
                                    </p:anim>
                                    <p:animEffect transition="in" filter="fade">
                                      <p:cBhvr>
                                        <p:cTn id="9" dur="500"/>
                                        <p:tgtEl>
                                          <p:spTgt spid="344"/>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85"/>
                                        </p:tgtEl>
                                        <p:attrNameLst>
                                          <p:attrName>style.visibility</p:attrName>
                                        </p:attrNameLst>
                                      </p:cBhvr>
                                      <p:to>
                                        <p:strVal val="visible"/>
                                      </p:to>
                                    </p:set>
                                    <p:anim calcmode="lin" valueType="num">
                                      <p:cBhvr>
                                        <p:cTn id="13" dur="500" fill="hold"/>
                                        <p:tgtEl>
                                          <p:spTgt spid="685"/>
                                        </p:tgtEl>
                                        <p:attrNameLst>
                                          <p:attrName>ppt_w</p:attrName>
                                        </p:attrNameLst>
                                      </p:cBhvr>
                                      <p:tavLst>
                                        <p:tav tm="0">
                                          <p:val>
                                            <p:fltVal val="0"/>
                                          </p:val>
                                        </p:tav>
                                        <p:tav tm="100000">
                                          <p:val>
                                            <p:strVal val="#ppt_w"/>
                                          </p:val>
                                        </p:tav>
                                      </p:tavLst>
                                    </p:anim>
                                    <p:anim calcmode="lin" valueType="num">
                                      <p:cBhvr>
                                        <p:cTn id="14" dur="500" fill="hold"/>
                                        <p:tgtEl>
                                          <p:spTgt spid="685"/>
                                        </p:tgtEl>
                                        <p:attrNameLst>
                                          <p:attrName>ppt_h</p:attrName>
                                        </p:attrNameLst>
                                      </p:cBhvr>
                                      <p:tavLst>
                                        <p:tav tm="0">
                                          <p:val>
                                            <p:fltVal val="0"/>
                                          </p:val>
                                        </p:tav>
                                        <p:tav tm="100000">
                                          <p:val>
                                            <p:strVal val="#ppt_h"/>
                                          </p:val>
                                        </p:tav>
                                      </p:tavLst>
                                    </p:anim>
                                    <p:animEffect transition="in" filter="fade">
                                      <p:cBhvr>
                                        <p:cTn id="15" dur="500"/>
                                        <p:tgtEl>
                                          <p:spTgt spid="685"/>
                                        </p:tgtEl>
                                      </p:cBhvr>
                                    </p:animEffect>
                                  </p:childTnLst>
                                </p:cTn>
                              </p:par>
                            </p:childTnLst>
                          </p:cTn>
                        </p:par>
                        <p:par>
                          <p:cTn id="16" fill="hold">
                            <p:stCondLst>
                              <p:cond delay="1000"/>
                            </p:stCondLst>
                            <p:childTnLst>
                              <p:par>
                                <p:cTn id="17" presetID="18" presetClass="entr" presetSubtype="12" fill="hold" nodeType="afterEffect">
                                  <p:stCondLst>
                                    <p:cond delay="0"/>
                                  </p:stCondLst>
                                  <p:childTnLst>
                                    <p:set>
                                      <p:cBhvr>
                                        <p:cTn id="18" dur="1" fill="hold">
                                          <p:stCondLst>
                                            <p:cond delay="0"/>
                                          </p:stCondLst>
                                        </p:cTn>
                                        <p:tgtEl>
                                          <p:spTgt spid="697"/>
                                        </p:tgtEl>
                                        <p:attrNameLst>
                                          <p:attrName>style.visibility</p:attrName>
                                        </p:attrNameLst>
                                      </p:cBhvr>
                                      <p:to>
                                        <p:strVal val="visible"/>
                                      </p:to>
                                    </p:set>
                                    <p:animEffect transition="in" filter="strips(downLeft)">
                                      <p:cBhvr>
                                        <p:cTn id="19" dur="500"/>
                                        <p:tgtEl>
                                          <p:spTgt spid="697"/>
                                        </p:tgtEl>
                                      </p:cBhvr>
                                    </p:animEffect>
                                  </p:childTnLst>
                                </p:cTn>
                              </p:par>
                              <p:par>
                                <p:cTn id="20" presetID="53" presetClass="entr" presetSubtype="0" fill="hold" grpId="0" nodeType="withEffect">
                                  <p:stCondLst>
                                    <p:cond delay="0"/>
                                  </p:stCondLst>
                                  <p:childTnLst>
                                    <p:set>
                                      <p:cBhvr>
                                        <p:cTn id="21" dur="1" fill="hold">
                                          <p:stCondLst>
                                            <p:cond delay="0"/>
                                          </p:stCondLst>
                                        </p:cTn>
                                        <p:tgtEl>
                                          <p:spTgt spid="691"/>
                                        </p:tgtEl>
                                        <p:attrNameLst>
                                          <p:attrName>style.visibility</p:attrName>
                                        </p:attrNameLst>
                                      </p:cBhvr>
                                      <p:to>
                                        <p:strVal val="visible"/>
                                      </p:to>
                                    </p:set>
                                    <p:anim calcmode="lin" valueType="num">
                                      <p:cBhvr>
                                        <p:cTn id="22" dur="500" fill="hold"/>
                                        <p:tgtEl>
                                          <p:spTgt spid="691"/>
                                        </p:tgtEl>
                                        <p:attrNameLst>
                                          <p:attrName>ppt_w</p:attrName>
                                        </p:attrNameLst>
                                      </p:cBhvr>
                                      <p:tavLst>
                                        <p:tav tm="0">
                                          <p:val>
                                            <p:fltVal val="0"/>
                                          </p:val>
                                        </p:tav>
                                        <p:tav tm="100000">
                                          <p:val>
                                            <p:strVal val="#ppt_w"/>
                                          </p:val>
                                        </p:tav>
                                      </p:tavLst>
                                    </p:anim>
                                    <p:anim calcmode="lin" valueType="num">
                                      <p:cBhvr>
                                        <p:cTn id="23" dur="500" fill="hold"/>
                                        <p:tgtEl>
                                          <p:spTgt spid="691"/>
                                        </p:tgtEl>
                                        <p:attrNameLst>
                                          <p:attrName>ppt_h</p:attrName>
                                        </p:attrNameLst>
                                      </p:cBhvr>
                                      <p:tavLst>
                                        <p:tav tm="0">
                                          <p:val>
                                            <p:fltVal val="0"/>
                                          </p:val>
                                        </p:tav>
                                        <p:tav tm="100000">
                                          <p:val>
                                            <p:strVal val="#ppt_h"/>
                                          </p:val>
                                        </p:tav>
                                      </p:tavLst>
                                    </p:anim>
                                    <p:animEffect transition="in" filter="fade">
                                      <p:cBhvr>
                                        <p:cTn id="24" dur="500"/>
                                        <p:tgtEl>
                                          <p:spTgt spid="691"/>
                                        </p:tgtEl>
                                      </p:cBhvr>
                                    </p:animEffect>
                                  </p:childTnLst>
                                </p:cTn>
                              </p:par>
                            </p:childTnLst>
                          </p:cTn>
                        </p:par>
                        <p:par>
                          <p:cTn id="25" fill="hold">
                            <p:stCondLst>
                              <p:cond delay="1500"/>
                            </p:stCondLst>
                            <p:childTnLst>
                              <p:par>
                                <p:cTn id="26" presetID="53" presetClass="entr" presetSubtype="0" fill="hold" grpId="0" nodeType="afterEffect">
                                  <p:stCondLst>
                                    <p:cond delay="0"/>
                                  </p:stCondLst>
                                  <p:childTnLst>
                                    <p:set>
                                      <p:cBhvr>
                                        <p:cTn id="27" dur="1" fill="hold">
                                          <p:stCondLst>
                                            <p:cond delay="0"/>
                                          </p:stCondLst>
                                        </p:cTn>
                                        <p:tgtEl>
                                          <p:spTgt spid="686"/>
                                        </p:tgtEl>
                                        <p:attrNameLst>
                                          <p:attrName>style.visibility</p:attrName>
                                        </p:attrNameLst>
                                      </p:cBhvr>
                                      <p:to>
                                        <p:strVal val="visible"/>
                                      </p:to>
                                    </p:set>
                                    <p:anim calcmode="lin" valueType="num">
                                      <p:cBhvr>
                                        <p:cTn id="28" dur="500" fill="hold"/>
                                        <p:tgtEl>
                                          <p:spTgt spid="686"/>
                                        </p:tgtEl>
                                        <p:attrNameLst>
                                          <p:attrName>ppt_w</p:attrName>
                                        </p:attrNameLst>
                                      </p:cBhvr>
                                      <p:tavLst>
                                        <p:tav tm="0">
                                          <p:val>
                                            <p:fltVal val="0"/>
                                          </p:val>
                                        </p:tav>
                                        <p:tav tm="100000">
                                          <p:val>
                                            <p:strVal val="#ppt_w"/>
                                          </p:val>
                                        </p:tav>
                                      </p:tavLst>
                                    </p:anim>
                                    <p:anim calcmode="lin" valueType="num">
                                      <p:cBhvr>
                                        <p:cTn id="29" dur="500" fill="hold"/>
                                        <p:tgtEl>
                                          <p:spTgt spid="686"/>
                                        </p:tgtEl>
                                        <p:attrNameLst>
                                          <p:attrName>ppt_h</p:attrName>
                                        </p:attrNameLst>
                                      </p:cBhvr>
                                      <p:tavLst>
                                        <p:tav tm="0">
                                          <p:val>
                                            <p:fltVal val="0"/>
                                          </p:val>
                                        </p:tav>
                                        <p:tav tm="100000">
                                          <p:val>
                                            <p:strVal val="#ppt_h"/>
                                          </p:val>
                                        </p:tav>
                                      </p:tavLst>
                                    </p:anim>
                                    <p:animEffect transition="in" filter="fade">
                                      <p:cBhvr>
                                        <p:cTn id="30" dur="500"/>
                                        <p:tgtEl>
                                          <p:spTgt spid="686"/>
                                        </p:tgtEl>
                                      </p:cBhvr>
                                    </p:animEffect>
                                  </p:childTnLst>
                                </p:cTn>
                              </p:par>
                            </p:childTnLst>
                          </p:cTn>
                        </p:par>
                        <p:par>
                          <p:cTn id="31" fill="hold">
                            <p:stCondLst>
                              <p:cond delay="2000"/>
                            </p:stCondLst>
                            <p:childTnLst>
                              <p:par>
                                <p:cTn id="32" presetID="18" presetClass="entr" presetSubtype="12" fill="hold" nodeType="afterEffect">
                                  <p:stCondLst>
                                    <p:cond delay="0"/>
                                  </p:stCondLst>
                                  <p:childTnLst>
                                    <p:set>
                                      <p:cBhvr>
                                        <p:cTn id="33" dur="1" fill="hold">
                                          <p:stCondLst>
                                            <p:cond delay="0"/>
                                          </p:stCondLst>
                                        </p:cTn>
                                        <p:tgtEl>
                                          <p:spTgt spid="698"/>
                                        </p:tgtEl>
                                        <p:attrNameLst>
                                          <p:attrName>style.visibility</p:attrName>
                                        </p:attrNameLst>
                                      </p:cBhvr>
                                      <p:to>
                                        <p:strVal val="visible"/>
                                      </p:to>
                                    </p:set>
                                    <p:animEffect transition="in" filter="strips(downLeft)">
                                      <p:cBhvr>
                                        <p:cTn id="34" dur="500"/>
                                        <p:tgtEl>
                                          <p:spTgt spid="698"/>
                                        </p:tgtEl>
                                      </p:cBhvr>
                                    </p:animEffect>
                                  </p:childTnLst>
                                </p:cTn>
                              </p:par>
                              <p:par>
                                <p:cTn id="35" presetID="53" presetClass="entr" presetSubtype="0" fill="hold" grpId="0" nodeType="withEffect">
                                  <p:stCondLst>
                                    <p:cond delay="0"/>
                                  </p:stCondLst>
                                  <p:childTnLst>
                                    <p:set>
                                      <p:cBhvr>
                                        <p:cTn id="36" dur="1" fill="hold">
                                          <p:stCondLst>
                                            <p:cond delay="0"/>
                                          </p:stCondLst>
                                        </p:cTn>
                                        <p:tgtEl>
                                          <p:spTgt spid="692"/>
                                        </p:tgtEl>
                                        <p:attrNameLst>
                                          <p:attrName>style.visibility</p:attrName>
                                        </p:attrNameLst>
                                      </p:cBhvr>
                                      <p:to>
                                        <p:strVal val="visible"/>
                                      </p:to>
                                    </p:set>
                                    <p:anim calcmode="lin" valueType="num">
                                      <p:cBhvr>
                                        <p:cTn id="37" dur="500" fill="hold"/>
                                        <p:tgtEl>
                                          <p:spTgt spid="692"/>
                                        </p:tgtEl>
                                        <p:attrNameLst>
                                          <p:attrName>ppt_w</p:attrName>
                                        </p:attrNameLst>
                                      </p:cBhvr>
                                      <p:tavLst>
                                        <p:tav tm="0">
                                          <p:val>
                                            <p:fltVal val="0"/>
                                          </p:val>
                                        </p:tav>
                                        <p:tav tm="100000">
                                          <p:val>
                                            <p:strVal val="#ppt_w"/>
                                          </p:val>
                                        </p:tav>
                                      </p:tavLst>
                                    </p:anim>
                                    <p:anim calcmode="lin" valueType="num">
                                      <p:cBhvr>
                                        <p:cTn id="38" dur="500" fill="hold"/>
                                        <p:tgtEl>
                                          <p:spTgt spid="692"/>
                                        </p:tgtEl>
                                        <p:attrNameLst>
                                          <p:attrName>ppt_h</p:attrName>
                                        </p:attrNameLst>
                                      </p:cBhvr>
                                      <p:tavLst>
                                        <p:tav tm="0">
                                          <p:val>
                                            <p:fltVal val="0"/>
                                          </p:val>
                                        </p:tav>
                                        <p:tav tm="100000">
                                          <p:val>
                                            <p:strVal val="#ppt_h"/>
                                          </p:val>
                                        </p:tav>
                                      </p:tavLst>
                                    </p:anim>
                                    <p:animEffect transition="in" filter="fade">
                                      <p:cBhvr>
                                        <p:cTn id="39" dur="500"/>
                                        <p:tgtEl>
                                          <p:spTgt spid="692"/>
                                        </p:tgtEl>
                                      </p:cBhvr>
                                    </p:animEffect>
                                  </p:childTnLst>
                                </p:cTn>
                              </p:par>
                            </p:childTnLst>
                          </p:cTn>
                        </p:par>
                        <p:par>
                          <p:cTn id="40" fill="hold">
                            <p:stCondLst>
                              <p:cond delay="2500"/>
                            </p:stCondLst>
                            <p:childTnLst>
                              <p:par>
                                <p:cTn id="41" presetID="53" presetClass="entr" presetSubtype="0" fill="hold" grpId="0" nodeType="afterEffect">
                                  <p:stCondLst>
                                    <p:cond delay="0"/>
                                  </p:stCondLst>
                                  <p:childTnLst>
                                    <p:set>
                                      <p:cBhvr>
                                        <p:cTn id="42" dur="1" fill="hold">
                                          <p:stCondLst>
                                            <p:cond delay="0"/>
                                          </p:stCondLst>
                                        </p:cTn>
                                        <p:tgtEl>
                                          <p:spTgt spid="687"/>
                                        </p:tgtEl>
                                        <p:attrNameLst>
                                          <p:attrName>style.visibility</p:attrName>
                                        </p:attrNameLst>
                                      </p:cBhvr>
                                      <p:to>
                                        <p:strVal val="visible"/>
                                      </p:to>
                                    </p:set>
                                    <p:anim calcmode="lin" valueType="num">
                                      <p:cBhvr>
                                        <p:cTn id="43" dur="500" fill="hold"/>
                                        <p:tgtEl>
                                          <p:spTgt spid="687"/>
                                        </p:tgtEl>
                                        <p:attrNameLst>
                                          <p:attrName>ppt_w</p:attrName>
                                        </p:attrNameLst>
                                      </p:cBhvr>
                                      <p:tavLst>
                                        <p:tav tm="0">
                                          <p:val>
                                            <p:fltVal val="0"/>
                                          </p:val>
                                        </p:tav>
                                        <p:tav tm="100000">
                                          <p:val>
                                            <p:strVal val="#ppt_w"/>
                                          </p:val>
                                        </p:tav>
                                      </p:tavLst>
                                    </p:anim>
                                    <p:anim calcmode="lin" valueType="num">
                                      <p:cBhvr>
                                        <p:cTn id="44" dur="500" fill="hold"/>
                                        <p:tgtEl>
                                          <p:spTgt spid="687"/>
                                        </p:tgtEl>
                                        <p:attrNameLst>
                                          <p:attrName>ppt_h</p:attrName>
                                        </p:attrNameLst>
                                      </p:cBhvr>
                                      <p:tavLst>
                                        <p:tav tm="0">
                                          <p:val>
                                            <p:fltVal val="0"/>
                                          </p:val>
                                        </p:tav>
                                        <p:tav tm="100000">
                                          <p:val>
                                            <p:strVal val="#ppt_h"/>
                                          </p:val>
                                        </p:tav>
                                      </p:tavLst>
                                    </p:anim>
                                    <p:animEffect transition="in" filter="fade">
                                      <p:cBhvr>
                                        <p:cTn id="45" dur="500"/>
                                        <p:tgtEl>
                                          <p:spTgt spid="687"/>
                                        </p:tgtEl>
                                      </p:cBhvr>
                                    </p:animEffect>
                                  </p:childTnLst>
                                </p:cTn>
                              </p:par>
                            </p:childTnLst>
                          </p:cTn>
                        </p:par>
                        <p:par>
                          <p:cTn id="46" fill="hold">
                            <p:stCondLst>
                              <p:cond delay="3000"/>
                            </p:stCondLst>
                            <p:childTnLst>
                              <p:par>
                                <p:cTn id="47" presetID="18" presetClass="entr" presetSubtype="12" fill="hold" nodeType="afterEffect">
                                  <p:stCondLst>
                                    <p:cond delay="0"/>
                                  </p:stCondLst>
                                  <p:childTnLst>
                                    <p:set>
                                      <p:cBhvr>
                                        <p:cTn id="48" dur="1" fill="hold">
                                          <p:stCondLst>
                                            <p:cond delay="0"/>
                                          </p:stCondLst>
                                        </p:cTn>
                                        <p:tgtEl>
                                          <p:spTgt spid="699"/>
                                        </p:tgtEl>
                                        <p:attrNameLst>
                                          <p:attrName>style.visibility</p:attrName>
                                        </p:attrNameLst>
                                      </p:cBhvr>
                                      <p:to>
                                        <p:strVal val="visible"/>
                                      </p:to>
                                    </p:set>
                                    <p:animEffect transition="in" filter="strips(downLeft)">
                                      <p:cBhvr>
                                        <p:cTn id="49" dur="500"/>
                                        <p:tgtEl>
                                          <p:spTgt spid="699"/>
                                        </p:tgtEl>
                                      </p:cBhvr>
                                    </p:animEffect>
                                  </p:childTnLst>
                                </p:cTn>
                              </p:par>
                              <p:par>
                                <p:cTn id="50" presetID="53" presetClass="entr" presetSubtype="0" fill="hold" grpId="0" nodeType="withEffect">
                                  <p:stCondLst>
                                    <p:cond delay="0"/>
                                  </p:stCondLst>
                                  <p:childTnLst>
                                    <p:set>
                                      <p:cBhvr>
                                        <p:cTn id="51" dur="1" fill="hold">
                                          <p:stCondLst>
                                            <p:cond delay="0"/>
                                          </p:stCondLst>
                                        </p:cTn>
                                        <p:tgtEl>
                                          <p:spTgt spid="693"/>
                                        </p:tgtEl>
                                        <p:attrNameLst>
                                          <p:attrName>style.visibility</p:attrName>
                                        </p:attrNameLst>
                                      </p:cBhvr>
                                      <p:to>
                                        <p:strVal val="visible"/>
                                      </p:to>
                                    </p:set>
                                    <p:anim calcmode="lin" valueType="num">
                                      <p:cBhvr>
                                        <p:cTn id="52" dur="500" fill="hold"/>
                                        <p:tgtEl>
                                          <p:spTgt spid="693"/>
                                        </p:tgtEl>
                                        <p:attrNameLst>
                                          <p:attrName>ppt_w</p:attrName>
                                        </p:attrNameLst>
                                      </p:cBhvr>
                                      <p:tavLst>
                                        <p:tav tm="0">
                                          <p:val>
                                            <p:fltVal val="0"/>
                                          </p:val>
                                        </p:tav>
                                        <p:tav tm="100000">
                                          <p:val>
                                            <p:strVal val="#ppt_w"/>
                                          </p:val>
                                        </p:tav>
                                      </p:tavLst>
                                    </p:anim>
                                    <p:anim calcmode="lin" valueType="num">
                                      <p:cBhvr>
                                        <p:cTn id="53" dur="500" fill="hold"/>
                                        <p:tgtEl>
                                          <p:spTgt spid="693"/>
                                        </p:tgtEl>
                                        <p:attrNameLst>
                                          <p:attrName>ppt_h</p:attrName>
                                        </p:attrNameLst>
                                      </p:cBhvr>
                                      <p:tavLst>
                                        <p:tav tm="0">
                                          <p:val>
                                            <p:fltVal val="0"/>
                                          </p:val>
                                        </p:tav>
                                        <p:tav tm="100000">
                                          <p:val>
                                            <p:strVal val="#ppt_h"/>
                                          </p:val>
                                        </p:tav>
                                      </p:tavLst>
                                    </p:anim>
                                    <p:animEffect transition="in" filter="fade">
                                      <p:cBhvr>
                                        <p:cTn id="54" dur="500"/>
                                        <p:tgtEl>
                                          <p:spTgt spid="693"/>
                                        </p:tgtEl>
                                      </p:cBhvr>
                                    </p:animEffect>
                                  </p:childTnLst>
                                </p:cTn>
                              </p:par>
                            </p:childTnLst>
                          </p:cTn>
                        </p:par>
                        <p:par>
                          <p:cTn id="55" fill="hold">
                            <p:stCondLst>
                              <p:cond delay="3500"/>
                            </p:stCondLst>
                            <p:childTnLst>
                              <p:par>
                                <p:cTn id="56" presetID="53" presetClass="entr" presetSubtype="0" fill="hold" grpId="0" nodeType="afterEffect">
                                  <p:stCondLst>
                                    <p:cond delay="0"/>
                                  </p:stCondLst>
                                  <p:childTnLst>
                                    <p:set>
                                      <p:cBhvr>
                                        <p:cTn id="57" dur="1" fill="hold">
                                          <p:stCondLst>
                                            <p:cond delay="0"/>
                                          </p:stCondLst>
                                        </p:cTn>
                                        <p:tgtEl>
                                          <p:spTgt spid="688"/>
                                        </p:tgtEl>
                                        <p:attrNameLst>
                                          <p:attrName>style.visibility</p:attrName>
                                        </p:attrNameLst>
                                      </p:cBhvr>
                                      <p:to>
                                        <p:strVal val="visible"/>
                                      </p:to>
                                    </p:set>
                                    <p:anim calcmode="lin" valueType="num">
                                      <p:cBhvr>
                                        <p:cTn id="58" dur="500" fill="hold"/>
                                        <p:tgtEl>
                                          <p:spTgt spid="688"/>
                                        </p:tgtEl>
                                        <p:attrNameLst>
                                          <p:attrName>ppt_w</p:attrName>
                                        </p:attrNameLst>
                                      </p:cBhvr>
                                      <p:tavLst>
                                        <p:tav tm="0">
                                          <p:val>
                                            <p:fltVal val="0"/>
                                          </p:val>
                                        </p:tav>
                                        <p:tav tm="100000">
                                          <p:val>
                                            <p:strVal val="#ppt_w"/>
                                          </p:val>
                                        </p:tav>
                                      </p:tavLst>
                                    </p:anim>
                                    <p:anim calcmode="lin" valueType="num">
                                      <p:cBhvr>
                                        <p:cTn id="59" dur="500" fill="hold"/>
                                        <p:tgtEl>
                                          <p:spTgt spid="688"/>
                                        </p:tgtEl>
                                        <p:attrNameLst>
                                          <p:attrName>ppt_h</p:attrName>
                                        </p:attrNameLst>
                                      </p:cBhvr>
                                      <p:tavLst>
                                        <p:tav tm="0">
                                          <p:val>
                                            <p:fltVal val="0"/>
                                          </p:val>
                                        </p:tav>
                                        <p:tav tm="100000">
                                          <p:val>
                                            <p:strVal val="#ppt_h"/>
                                          </p:val>
                                        </p:tav>
                                      </p:tavLst>
                                    </p:anim>
                                    <p:animEffect transition="in" filter="fade">
                                      <p:cBhvr>
                                        <p:cTn id="60" dur="500"/>
                                        <p:tgtEl>
                                          <p:spTgt spid="688"/>
                                        </p:tgtEl>
                                      </p:cBhvr>
                                    </p:animEffect>
                                  </p:childTnLst>
                                </p:cTn>
                              </p:par>
                            </p:childTnLst>
                          </p:cTn>
                        </p:par>
                        <p:par>
                          <p:cTn id="61" fill="hold">
                            <p:stCondLst>
                              <p:cond delay="4000"/>
                            </p:stCondLst>
                            <p:childTnLst>
                              <p:par>
                                <p:cTn id="62" presetID="18" presetClass="entr" presetSubtype="12" fill="hold" nodeType="afterEffect">
                                  <p:stCondLst>
                                    <p:cond delay="0"/>
                                  </p:stCondLst>
                                  <p:childTnLst>
                                    <p:set>
                                      <p:cBhvr>
                                        <p:cTn id="63" dur="1" fill="hold">
                                          <p:stCondLst>
                                            <p:cond delay="0"/>
                                          </p:stCondLst>
                                        </p:cTn>
                                        <p:tgtEl>
                                          <p:spTgt spid="700"/>
                                        </p:tgtEl>
                                        <p:attrNameLst>
                                          <p:attrName>style.visibility</p:attrName>
                                        </p:attrNameLst>
                                      </p:cBhvr>
                                      <p:to>
                                        <p:strVal val="visible"/>
                                      </p:to>
                                    </p:set>
                                    <p:animEffect transition="in" filter="strips(downLeft)">
                                      <p:cBhvr>
                                        <p:cTn id="64" dur="500"/>
                                        <p:tgtEl>
                                          <p:spTgt spid="700"/>
                                        </p:tgtEl>
                                      </p:cBhvr>
                                    </p:animEffect>
                                  </p:childTnLst>
                                </p:cTn>
                              </p:par>
                              <p:par>
                                <p:cTn id="65" presetID="53" presetClass="entr" presetSubtype="0" fill="hold" grpId="0" nodeType="withEffect">
                                  <p:stCondLst>
                                    <p:cond delay="0"/>
                                  </p:stCondLst>
                                  <p:childTnLst>
                                    <p:set>
                                      <p:cBhvr>
                                        <p:cTn id="66" dur="1" fill="hold">
                                          <p:stCondLst>
                                            <p:cond delay="0"/>
                                          </p:stCondLst>
                                        </p:cTn>
                                        <p:tgtEl>
                                          <p:spTgt spid="694"/>
                                        </p:tgtEl>
                                        <p:attrNameLst>
                                          <p:attrName>style.visibility</p:attrName>
                                        </p:attrNameLst>
                                      </p:cBhvr>
                                      <p:to>
                                        <p:strVal val="visible"/>
                                      </p:to>
                                    </p:set>
                                    <p:anim calcmode="lin" valueType="num">
                                      <p:cBhvr>
                                        <p:cTn id="67" dur="500" fill="hold"/>
                                        <p:tgtEl>
                                          <p:spTgt spid="694"/>
                                        </p:tgtEl>
                                        <p:attrNameLst>
                                          <p:attrName>ppt_w</p:attrName>
                                        </p:attrNameLst>
                                      </p:cBhvr>
                                      <p:tavLst>
                                        <p:tav tm="0">
                                          <p:val>
                                            <p:fltVal val="0"/>
                                          </p:val>
                                        </p:tav>
                                        <p:tav tm="100000">
                                          <p:val>
                                            <p:strVal val="#ppt_w"/>
                                          </p:val>
                                        </p:tav>
                                      </p:tavLst>
                                    </p:anim>
                                    <p:anim calcmode="lin" valueType="num">
                                      <p:cBhvr>
                                        <p:cTn id="68" dur="500" fill="hold"/>
                                        <p:tgtEl>
                                          <p:spTgt spid="694"/>
                                        </p:tgtEl>
                                        <p:attrNameLst>
                                          <p:attrName>ppt_h</p:attrName>
                                        </p:attrNameLst>
                                      </p:cBhvr>
                                      <p:tavLst>
                                        <p:tav tm="0">
                                          <p:val>
                                            <p:fltVal val="0"/>
                                          </p:val>
                                        </p:tav>
                                        <p:tav tm="100000">
                                          <p:val>
                                            <p:strVal val="#ppt_h"/>
                                          </p:val>
                                        </p:tav>
                                      </p:tavLst>
                                    </p:anim>
                                    <p:animEffect transition="in" filter="fade">
                                      <p:cBhvr>
                                        <p:cTn id="69" dur="500"/>
                                        <p:tgtEl>
                                          <p:spTgt spid="694"/>
                                        </p:tgtEl>
                                      </p:cBhvr>
                                    </p:animEffect>
                                  </p:childTnLst>
                                </p:cTn>
                              </p:par>
                            </p:childTnLst>
                          </p:cTn>
                        </p:par>
                        <p:par>
                          <p:cTn id="70" fill="hold">
                            <p:stCondLst>
                              <p:cond delay="4500"/>
                            </p:stCondLst>
                            <p:childTnLst>
                              <p:par>
                                <p:cTn id="71" presetID="53" presetClass="entr" presetSubtype="0" fill="hold" grpId="0" nodeType="afterEffect">
                                  <p:stCondLst>
                                    <p:cond delay="0"/>
                                  </p:stCondLst>
                                  <p:childTnLst>
                                    <p:set>
                                      <p:cBhvr>
                                        <p:cTn id="72" dur="1" fill="hold">
                                          <p:stCondLst>
                                            <p:cond delay="0"/>
                                          </p:stCondLst>
                                        </p:cTn>
                                        <p:tgtEl>
                                          <p:spTgt spid="689"/>
                                        </p:tgtEl>
                                        <p:attrNameLst>
                                          <p:attrName>style.visibility</p:attrName>
                                        </p:attrNameLst>
                                      </p:cBhvr>
                                      <p:to>
                                        <p:strVal val="visible"/>
                                      </p:to>
                                    </p:set>
                                    <p:anim calcmode="lin" valueType="num">
                                      <p:cBhvr>
                                        <p:cTn id="73" dur="500" fill="hold"/>
                                        <p:tgtEl>
                                          <p:spTgt spid="689"/>
                                        </p:tgtEl>
                                        <p:attrNameLst>
                                          <p:attrName>ppt_w</p:attrName>
                                        </p:attrNameLst>
                                      </p:cBhvr>
                                      <p:tavLst>
                                        <p:tav tm="0">
                                          <p:val>
                                            <p:fltVal val="0"/>
                                          </p:val>
                                        </p:tav>
                                        <p:tav tm="100000">
                                          <p:val>
                                            <p:strVal val="#ppt_w"/>
                                          </p:val>
                                        </p:tav>
                                      </p:tavLst>
                                    </p:anim>
                                    <p:anim calcmode="lin" valueType="num">
                                      <p:cBhvr>
                                        <p:cTn id="74" dur="500" fill="hold"/>
                                        <p:tgtEl>
                                          <p:spTgt spid="689"/>
                                        </p:tgtEl>
                                        <p:attrNameLst>
                                          <p:attrName>ppt_h</p:attrName>
                                        </p:attrNameLst>
                                      </p:cBhvr>
                                      <p:tavLst>
                                        <p:tav tm="0">
                                          <p:val>
                                            <p:fltVal val="0"/>
                                          </p:val>
                                        </p:tav>
                                        <p:tav tm="100000">
                                          <p:val>
                                            <p:strVal val="#ppt_h"/>
                                          </p:val>
                                        </p:tav>
                                      </p:tavLst>
                                    </p:anim>
                                    <p:animEffect transition="in" filter="fade">
                                      <p:cBhvr>
                                        <p:cTn id="75" dur="500"/>
                                        <p:tgtEl>
                                          <p:spTgt spid="689"/>
                                        </p:tgtEl>
                                      </p:cBhvr>
                                    </p:animEffect>
                                  </p:childTnLst>
                                </p:cTn>
                              </p:par>
                            </p:childTnLst>
                          </p:cTn>
                        </p:par>
                        <p:par>
                          <p:cTn id="76" fill="hold">
                            <p:stCondLst>
                              <p:cond delay="5000"/>
                            </p:stCondLst>
                            <p:childTnLst>
                              <p:par>
                                <p:cTn id="77" presetID="18" presetClass="entr" presetSubtype="12" fill="hold" nodeType="afterEffect">
                                  <p:stCondLst>
                                    <p:cond delay="0"/>
                                  </p:stCondLst>
                                  <p:childTnLst>
                                    <p:set>
                                      <p:cBhvr>
                                        <p:cTn id="78" dur="1" fill="hold">
                                          <p:stCondLst>
                                            <p:cond delay="0"/>
                                          </p:stCondLst>
                                        </p:cTn>
                                        <p:tgtEl>
                                          <p:spTgt spid="701"/>
                                        </p:tgtEl>
                                        <p:attrNameLst>
                                          <p:attrName>style.visibility</p:attrName>
                                        </p:attrNameLst>
                                      </p:cBhvr>
                                      <p:to>
                                        <p:strVal val="visible"/>
                                      </p:to>
                                    </p:set>
                                    <p:animEffect transition="in" filter="strips(downLeft)">
                                      <p:cBhvr>
                                        <p:cTn id="79" dur="500"/>
                                        <p:tgtEl>
                                          <p:spTgt spid="701"/>
                                        </p:tgtEl>
                                      </p:cBhvr>
                                    </p:animEffect>
                                  </p:childTnLst>
                                </p:cTn>
                              </p:par>
                              <p:par>
                                <p:cTn id="80" presetID="53" presetClass="entr" presetSubtype="0" fill="hold" grpId="0" nodeType="withEffect">
                                  <p:stCondLst>
                                    <p:cond delay="0"/>
                                  </p:stCondLst>
                                  <p:childTnLst>
                                    <p:set>
                                      <p:cBhvr>
                                        <p:cTn id="81" dur="1" fill="hold">
                                          <p:stCondLst>
                                            <p:cond delay="0"/>
                                          </p:stCondLst>
                                        </p:cTn>
                                        <p:tgtEl>
                                          <p:spTgt spid="695"/>
                                        </p:tgtEl>
                                        <p:attrNameLst>
                                          <p:attrName>style.visibility</p:attrName>
                                        </p:attrNameLst>
                                      </p:cBhvr>
                                      <p:to>
                                        <p:strVal val="visible"/>
                                      </p:to>
                                    </p:set>
                                    <p:anim calcmode="lin" valueType="num">
                                      <p:cBhvr>
                                        <p:cTn id="82" dur="500" fill="hold"/>
                                        <p:tgtEl>
                                          <p:spTgt spid="695"/>
                                        </p:tgtEl>
                                        <p:attrNameLst>
                                          <p:attrName>ppt_w</p:attrName>
                                        </p:attrNameLst>
                                      </p:cBhvr>
                                      <p:tavLst>
                                        <p:tav tm="0">
                                          <p:val>
                                            <p:fltVal val="0"/>
                                          </p:val>
                                        </p:tav>
                                        <p:tav tm="100000">
                                          <p:val>
                                            <p:strVal val="#ppt_w"/>
                                          </p:val>
                                        </p:tav>
                                      </p:tavLst>
                                    </p:anim>
                                    <p:anim calcmode="lin" valueType="num">
                                      <p:cBhvr>
                                        <p:cTn id="83" dur="500" fill="hold"/>
                                        <p:tgtEl>
                                          <p:spTgt spid="695"/>
                                        </p:tgtEl>
                                        <p:attrNameLst>
                                          <p:attrName>ppt_h</p:attrName>
                                        </p:attrNameLst>
                                      </p:cBhvr>
                                      <p:tavLst>
                                        <p:tav tm="0">
                                          <p:val>
                                            <p:fltVal val="0"/>
                                          </p:val>
                                        </p:tav>
                                        <p:tav tm="100000">
                                          <p:val>
                                            <p:strVal val="#ppt_h"/>
                                          </p:val>
                                        </p:tav>
                                      </p:tavLst>
                                    </p:anim>
                                    <p:animEffect transition="in" filter="fade">
                                      <p:cBhvr>
                                        <p:cTn id="84" dur="500"/>
                                        <p:tgtEl>
                                          <p:spTgt spid="695"/>
                                        </p:tgtEl>
                                      </p:cBhvr>
                                    </p:animEffect>
                                  </p:childTnLst>
                                </p:cTn>
                              </p:par>
                            </p:childTnLst>
                          </p:cTn>
                        </p:par>
                        <p:par>
                          <p:cTn id="85" fill="hold">
                            <p:stCondLst>
                              <p:cond delay="5500"/>
                            </p:stCondLst>
                            <p:childTnLst>
                              <p:par>
                                <p:cTn id="86" presetID="53" presetClass="entr" presetSubtype="0" fill="hold" grpId="0" nodeType="afterEffect">
                                  <p:stCondLst>
                                    <p:cond delay="0"/>
                                  </p:stCondLst>
                                  <p:childTnLst>
                                    <p:set>
                                      <p:cBhvr>
                                        <p:cTn id="87" dur="1" fill="hold">
                                          <p:stCondLst>
                                            <p:cond delay="0"/>
                                          </p:stCondLst>
                                        </p:cTn>
                                        <p:tgtEl>
                                          <p:spTgt spid="690"/>
                                        </p:tgtEl>
                                        <p:attrNameLst>
                                          <p:attrName>style.visibility</p:attrName>
                                        </p:attrNameLst>
                                      </p:cBhvr>
                                      <p:to>
                                        <p:strVal val="visible"/>
                                      </p:to>
                                    </p:set>
                                    <p:anim calcmode="lin" valueType="num">
                                      <p:cBhvr>
                                        <p:cTn id="88" dur="500" fill="hold"/>
                                        <p:tgtEl>
                                          <p:spTgt spid="690"/>
                                        </p:tgtEl>
                                        <p:attrNameLst>
                                          <p:attrName>ppt_w</p:attrName>
                                        </p:attrNameLst>
                                      </p:cBhvr>
                                      <p:tavLst>
                                        <p:tav tm="0">
                                          <p:val>
                                            <p:fltVal val="0"/>
                                          </p:val>
                                        </p:tav>
                                        <p:tav tm="100000">
                                          <p:val>
                                            <p:strVal val="#ppt_w"/>
                                          </p:val>
                                        </p:tav>
                                      </p:tavLst>
                                    </p:anim>
                                    <p:anim calcmode="lin" valueType="num">
                                      <p:cBhvr>
                                        <p:cTn id="89" dur="500" fill="hold"/>
                                        <p:tgtEl>
                                          <p:spTgt spid="690"/>
                                        </p:tgtEl>
                                        <p:attrNameLst>
                                          <p:attrName>ppt_h</p:attrName>
                                        </p:attrNameLst>
                                      </p:cBhvr>
                                      <p:tavLst>
                                        <p:tav tm="0">
                                          <p:val>
                                            <p:fltVal val="0"/>
                                          </p:val>
                                        </p:tav>
                                        <p:tav tm="100000">
                                          <p:val>
                                            <p:strVal val="#ppt_h"/>
                                          </p:val>
                                        </p:tav>
                                      </p:tavLst>
                                    </p:anim>
                                    <p:animEffect transition="in" filter="fade">
                                      <p:cBhvr>
                                        <p:cTn id="90" dur="500"/>
                                        <p:tgtEl>
                                          <p:spTgt spid="690"/>
                                        </p:tgtEl>
                                      </p:cBhvr>
                                    </p:animEffect>
                                  </p:childTnLst>
                                </p:cTn>
                              </p:par>
                            </p:childTnLst>
                          </p:cTn>
                        </p:par>
                        <p:par>
                          <p:cTn id="91" fill="hold">
                            <p:stCondLst>
                              <p:cond delay="6000"/>
                            </p:stCondLst>
                            <p:childTnLst>
                              <p:par>
                                <p:cTn id="92" presetID="18" presetClass="entr" presetSubtype="12" fill="hold" nodeType="afterEffect">
                                  <p:stCondLst>
                                    <p:cond delay="0"/>
                                  </p:stCondLst>
                                  <p:childTnLst>
                                    <p:set>
                                      <p:cBhvr>
                                        <p:cTn id="93" dur="1" fill="hold">
                                          <p:stCondLst>
                                            <p:cond delay="0"/>
                                          </p:stCondLst>
                                        </p:cTn>
                                        <p:tgtEl>
                                          <p:spTgt spid="702"/>
                                        </p:tgtEl>
                                        <p:attrNameLst>
                                          <p:attrName>style.visibility</p:attrName>
                                        </p:attrNameLst>
                                      </p:cBhvr>
                                      <p:to>
                                        <p:strVal val="visible"/>
                                      </p:to>
                                    </p:set>
                                    <p:animEffect transition="in" filter="strips(downLeft)">
                                      <p:cBhvr>
                                        <p:cTn id="94" dur="500"/>
                                        <p:tgtEl>
                                          <p:spTgt spid="702"/>
                                        </p:tgtEl>
                                      </p:cBhvr>
                                    </p:animEffect>
                                  </p:childTnLst>
                                </p:cTn>
                              </p:par>
                              <p:par>
                                <p:cTn id="95" presetID="53" presetClass="entr" presetSubtype="0" fill="hold" grpId="0" nodeType="withEffect">
                                  <p:stCondLst>
                                    <p:cond delay="0"/>
                                  </p:stCondLst>
                                  <p:childTnLst>
                                    <p:set>
                                      <p:cBhvr>
                                        <p:cTn id="96" dur="1" fill="hold">
                                          <p:stCondLst>
                                            <p:cond delay="0"/>
                                          </p:stCondLst>
                                        </p:cTn>
                                        <p:tgtEl>
                                          <p:spTgt spid="696"/>
                                        </p:tgtEl>
                                        <p:attrNameLst>
                                          <p:attrName>style.visibility</p:attrName>
                                        </p:attrNameLst>
                                      </p:cBhvr>
                                      <p:to>
                                        <p:strVal val="visible"/>
                                      </p:to>
                                    </p:set>
                                    <p:anim calcmode="lin" valueType="num">
                                      <p:cBhvr>
                                        <p:cTn id="97" dur="500" fill="hold"/>
                                        <p:tgtEl>
                                          <p:spTgt spid="696"/>
                                        </p:tgtEl>
                                        <p:attrNameLst>
                                          <p:attrName>ppt_w</p:attrName>
                                        </p:attrNameLst>
                                      </p:cBhvr>
                                      <p:tavLst>
                                        <p:tav tm="0">
                                          <p:val>
                                            <p:fltVal val="0"/>
                                          </p:val>
                                        </p:tav>
                                        <p:tav tm="100000">
                                          <p:val>
                                            <p:strVal val="#ppt_w"/>
                                          </p:val>
                                        </p:tav>
                                      </p:tavLst>
                                    </p:anim>
                                    <p:anim calcmode="lin" valueType="num">
                                      <p:cBhvr>
                                        <p:cTn id="98" dur="500" fill="hold"/>
                                        <p:tgtEl>
                                          <p:spTgt spid="696"/>
                                        </p:tgtEl>
                                        <p:attrNameLst>
                                          <p:attrName>ppt_h</p:attrName>
                                        </p:attrNameLst>
                                      </p:cBhvr>
                                      <p:tavLst>
                                        <p:tav tm="0">
                                          <p:val>
                                            <p:fltVal val="0"/>
                                          </p:val>
                                        </p:tav>
                                        <p:tav tm="100000">
                                          <p:val>
                                            <p:strVal val="#ppt_h"/>
                                          </p:val>
                                        </p:tav>
                                      </p:tavLst>
                                    </p:anim>
                                    <p:animEffect transition="in" filter="fade">
                                      <p:cBhvr>
                                        <p:cTn id="99" dur="500"/>
                                        <p:tgtEl>
                                          <p:spTgt spid="696"/>
                                        </p:tgtEl>
                                      </p:cBhvr>
                                    </p:animEffect>
                                  </p:childTnLst>
                                </p:cTn>
                              </p:par>
                            </p:childTnLst>
                          </p:cTn>
                        </p:par>
                        <p:par>
                          <p:cTn id="100" fill="hold">
                            <p:stCondLst>
                              <p:cond delay="6500"/>
                            </p:stCondLst>
                            <p:childTnLst>
                              <p:par>
                                <p:cTn id="101" presetID="22" presetClass="entr" presetSubtype="8" fill="hold" grpId="0" nodeType="afterEffect">
                                  <p:stCondLst>
                                    <p:cond delay="0"/>
                                  </p:stCondLst>
                                  <p:childTnLst>
                                    <p:set>
                                      <p:cBhvr>
                                        <p:cTn id="102" dur="1" fill="hold">
                                          <p:stCondLst>
                                            <p:cond delay="0"/>
                                          </p:stCondLst>
                                        </p:cTn>
                                        <p:tgtEl>
                                          <p:spTgt spid="703"/>
                                        </p:tgtEl>
                                        <p:attrNameLst>
                                          <p:attrName>style.visibility</p:attrName>
                                        </p:attrNameLst>
                                      </p:cBhvr>
                                      <p:to>
                                        <p:strVal val="visible"/>
                                      </p:to>
                                    </p:set>
                                    <p:animEffect transition="in" filter="wipe(left)">
                                      <p:cBhvr>
                                        <p:cTn id="103" dur="500"/>
                                        <p:tgtEl>
                                          <p:spTgt spid="703"/>
                                        </p:tgtEl>
                                      </p:cBhvr>
                                    </p:animEffect>
                                  </p:childTnLst>
                                </p:cTn>
                              </p:par>
                            </p:childTnLst>
                          </p:cTn>
                        </p:par>
                        <p:par>
                          <p:cTn id="104" fill="hold">
                            <p:stCondLst>
                              <p:cond delay="7000"/>
                            </p:stCondLst>
                            <p:childTnLst>
                              <p:par>
                                <p:cTn id="105" presetID="22" presetClass="entr" presetSubtype="4" fill="hold" grpId="0" nodeType="afterEffect">
                                  <p:stCondLst>
                                    <p:cond delay="0"/>
                                  </p:stCondLst>
                                  <p:childTnLst>
                                    <p:set>
                                      <p:cBhvr>
                                        <p:cTn id="106" dur="1" fill="hold">
                                          <p:stCondLst>
                                            <p:cond delay="0"/>
                                          </p:stCondLst>
                                        </p:cTn>
                                        <p:tgtEl>
                                          <p:spTgt spid="704">
                                            <p:graphicEl>
                                              <a:chart seriesIdx="-3" categoryIdx="-3" bldStep="gridLegend"/>
                                            </p:graphicEl>
                                          </p:spTgt>
                                        </p:tgtEl>
                                        <p:attrNameLst>
                                          <p:attrName>style.visibility</p:attrName>
                                        </p:attrNameLst>
                                      </p:cBhvr>
                                      <p:to>
                                        <p:strVal val="visible"/>
                                      </p:to>
                                    </p:set>
                                    <p:animEffect transition="in" filter="wipe(down)">
                                      <p:cBhvr>
                                        <p:cTn id="107" dur="500"/>
                                        <p:tgtEl>
                                          <p:spTgt spid="704">
                                            <p:graphicEl>
                                              <a:chart seriesIdx="-3" categoryIdx="-3" bldStep="gridLegend"/>
                                            </p:graphicEl>
                                          </p:spTgt>
                                        </p:tgtEl>
                                      </p:cBhvr>
                                    </p:animEffect>
                                  </p:childTnLst>
                                </p:cTn>
                              </p:par>
                            </p:childTnLst>
                          </p:cTn>
                        </p:par>
                        <p:par>
                          <p:cTn id="108" fill="hold">
                            <p:stCondLst>
                              <p:cond delay="7500"/>
                            </p:stCondLst>
                            <p:childTnLst>
                              <p:par>
                                <p:cTn id="109" presetID="22" presetClass="entr" presetSubtype="4" fill="hold" grpId="0" nodeType="afterEffect">
                                  <p:stCondLst>
                                    <p:cond delay="0"/>
                                  </p:stCondLst>
                                  <p:childTnLst>
                                    <p:set>
                                      <p:cBhvr>
                                        <p:cTn id="110" dur="1" fill="hold">
                                          <p:stCondLst>
                                            <p:cond delay="0"/>
                                          </p:stCondLst>
                                        </p:cTn>
                                        <p:tgtEl>
                                          <p:spTgt spid="704">
                                            <p:graphicEl>
                                              <a:chart seriesIdx="-4" categoryIdx="0" bldStep="category"/>
                                            </p:graphicEl>
                                          </p:spTgt>
                                        </p:tgtEl>
                                        <p:attrNameLst>
                                          <p:attrName>style.visibility</p:attrName>
                                        </p:attrNameLst>
                                      </p:cBhvr>
                                      <p:to>
                                        <p:strVal val="visible"/>
                                      </p:to>
                                    </p:set>
                                    <p:animEffect transition="in" filter="wipe(down)">
                                      <p:cBhvr>
                                        <p:cTn id="111" dur="500"/>
                                        <p:tgtEl>
                                          <p:spTgt spid="704">
                                            <p:graphicEl>
                                              <a:chart seriesIdx="-4" categoryIdx="0" bldStep="category"/>
                                            </p:graphicEl>
                                          </p:spTgt>
                                        </p:tgtEl>
                                      </p:cBhvr>
                                    </p:animEffect>
                                  </p:childTnLst>
                                </p:cTn>
                              </p:par>
                            </p:childTnLst>
                          </p:cTn>
                        </p:par>
                        <p:par>
                          <p:cTn id="112" fill="hold">
                            <p:stCondLst>
                              <p:cond delay="8000"/>
                            </p:stCondLst>
                            <p:childTnLst>
                              <p:par>
                                <p:cTn id="113" presetID="22" presetClass="entr" presetSubtype="4" fill="hold" grpId="0" nodeType="afterEffect">
                                  <p:stCondLst>
                                    <p:cond delay="0"/>
                                  </p:stCondLst>
                                  <p:childTnLst>
                                    <p:set>
                                      <p:cBhvr>
                                        <p:cTn id="114" dur="1" fill="hold">
                                          <p:stCondLst>
                                            <p:cond delay="0"/>
                                          </p:stCondLst>
                                        </p:cTn>
                                        <p:tgtEl>
                                          <p:spTgt spid="704">
                                            <p:graphicEl>
                                              <a:chart seriesIdx="-4" categoryIdx="1" bldStep="category"/>
                                            </p:graphicEl>
                                          </p:spTgt>
                                        </p:tgtEl>
                                        <p:attrNameLst>
                                          <p:attrName>style.visibility</p:attrName>
                                        </p:attrNameLst>
                                      </p:cBhvr>
                                      <p:to>
                                        <p:strVal val="visible"/>
                                      </p:to>
                                    </p:set>
                                    <p:animEffect transition="in" filter="wipe(down)">
                                      <p:cBhvr>
                                        <p:cTn id="115" dur="500"/>
                                        <p:tgtEl>
                                          <p:spTgt spid="704">
                                            <p:graphicEl>
                                              <a:chart seriesIdx="-4" categoryIdx="1" bldStep="category"/>
                                            </p:graphicEl>
                                          </p:spTgt>
                                        </p:tgtEl>
                                      </p:cBhvr>
                                    </p:animEffect>
                                  </p:childTnLst>
                                </p:cTn>
                              </p:par>
                            </p:childTnLst>
                          </p:cTn>
                        </p:par>
                        <p:par>
                          <p:cTn id="116" fill="hold">
                            <p:stCondLst>
                              <p:cond delay="8500"/>
                            </p:stCondLst>
                            <p:childTnLst>
                              <p:par>
                                <p:cTn id="117" presetID="22" presetClass="entr" presetSubtype="4" fill="hold" grpId="0" nodeType="afterEffect">
                                  <p:stCondLst>
                                    <p:cond delay="0"/>
                                  </p:stCondLst>
                                  <p:childTnLst>
                                    <p:set>
                                      <p:cBhvr>
                                        <p:cTn id="118" dur="1" fill="hold">
                                          <p:stCondLst>
                                            <p:cond delay="0"/>
                                          </p:stCondLst>
                                        </p:cTn>
                                        <p:tgtEl>
                                          <p:spTgt spid="704">
                                            <p:graphicEl>
                                              <a:chart seriesIdx="-4" categoryIdx="2" bldStep="category"/>
                                            </p:graphicEl>
                                          </p:spTgt>
                                        </p:tgtEl>
                                        <p:attrNameLst>
                                          <p:attrName>style.visibility</p:attrName>
                                        </p:attrNameLst>
                                      </p:cBhvr>
                                      <p:to>
                                        <p:strVal val="visible"/>
                                      </p:to>
                                    </p:set>
                                    <p:animEffect transition="in" filter="wipe(down)">
                                      <p:cBhvr>
                                        <p:cTn id="119" dur="500"/>
                                        <p:tgtEl>
                                          <p:spTgt spid="704">
                                            <p:graphicEl>
                                              <a:chart seriesIdx="-4" categoryIdx="2" bldStep="category"/>
                                            </p:graphicEl>
                                          </p:spTgt>
                                        </p:tgtEl>
                                      </p:cBhvr>
                                    </p:animEffect>
                                  </p:childTnLst>
                                </p:cTn>
                              </p:par>
                            </p:childTnLst>
                          </p:cTn>
                        </p:par>
                        <p:par>
                          <p:cTn id="120" fill="hold">
                            <p:stCondLst>
                              <p:cond delay="9000"/>
                            </p:stCondLst>
                            <p:childTnLst>
                              <p:par>
                                <p:cTn id="121" presetID="22" presetClass="entr" presetSubtype="4" fill="hold" grpId="0" nodeType="afterEffect">
                                  <p:stCondLst>
                                    <p:cond delay="0"/>
                                  </p:stCondLst>
                                  <p:childTnLst>
                                    <p:set>
                                      <p:cBhvr>
                                        <p:cTn id="122" dur="1" fill="hold">
                                          <p:stCondLst>
                                            <p:cond delay="0"/>
                                          </p:stCondLst>
                                        </p:cTn>
                                        <p:tgtEl>
                                          <p:spTgt spid="704">
                                            <p:graphicEl>
                                              <a:chart seriesIdx="-4" categoryIdx="3" bldStep="category"/>
                                            </p:graphicEl>
                                          </p:spTgt>
                                        </p:tgtEl>
                                        <p:attrNameLst>
                                          <p:attrName>style.visibility</p:attrName>
                                        </p:attrNameLst>
                                      </p:cBhvr>
                                      <p:to>
                                        <p:strVal val="visible"/>
                                      </p:to>
                                    </p:set>
                                    <p:animEffect transition="in" filter="wipe(down)">
                                      <p:cBhvr>
                                        <p:cTn id="123" dur="500"/>
                                        <p:tgtEl>
                                          <p:spTgt spid="704">
                                            <p:graphicEl>
                                              <a:chart seriesIdx="-4" categoryIdx="3" bldStep="category"/>
                                            </p:graphicEl>
                                          </p:spTgt>
                                        </p:tgtEl>
                                      </p:cBhvr>
                                    </p:animEffect>
                                  </p:childTnLst>
                                </p:cTn>
                              </p:par>
                            </p:childTnLst>
                          </p:cTn>
                        </p:par>
                        <p:par>
                          <p:cTn id="124" fill="hold">
                            <p:stCondLst>
                              <p:cond delay="9500"/>
                            </p:stCondLst>
                            <p:childTnLst>
                              <p:par>
                                <p:cTn id="125" presetID="22" presetClass="entr" presetSubtype="4" fill="hold" grpId="0" nodeType="afterEffect">
                                  <p:stCondLst>
                                    <p:cond delay="0"/>
                                  </p:stCondLst>
                                  <p:childTnLst>
                                    <p:set>
                                      <p:cBhvr>
                                        <p:cTn id="126" dur="1" fill="hold">
                                          <p:stCondLst>
                                            <p:cond delay="0"/>
                                          </p:stCondLst>
                                        </p:cTn>
                                        <p:tgtEl>
                                          <p:spTgt spid="704">
                                            <p:graphicEl>
                                              <a:chart seriesIdx="-4" categoryIdx="4" bldStep="category"/>
                                            </p:graphicEl>
                                          </p:spTgt>
                                        </p:tgtEl>
                                        <p:attrNameLst>
                                          <p:attrName>style.visibility</p:attrName>
                                        </p:attrNameLst>
                                      </p:cBhvr>
                                      <p:to>
                                        <p:strVal val="visible"/>
                                      </p:to>
                                    </p:set>
                                    <p:animEffect transition="in" filter="wipe(down)">
                                      <p:cBhvr>
                                        <p:cTn id="127" dur="500"/>
                                        <p:tgtEl>
                                          <p:spTgt spid="704">
                                            <p:graphicEl>
                                              <a:chart seriesIdx="-4" categoryIdx="4" bldStep="category"/>
                                            </p:graphicEl>
                                          </p:spTgt>
                                        </p:tgtEl>
                                      </p:cBhvr>
                                    </p:animEffect>
                                  </p:childTnLst>
                                </p:cTn>
                              </p:par>
                            </p:childTnLst>
                          </p:cTn>
                        </p:par>
                        <p:par>
                          <p:cTn id="128" fill="hold">
                            <p:stCondLst>
                              <p:cond delay="10000"/>
                            </p:stCondLst>
                            <p:childTnLst>
                              <p:par>
                                <p:cTn id="129" presetID="22" presetClass="entr" presetSubtype="4" fill="hold" grpId="0" nodeType="afterEffect">
                                  <p:stCondLst>
                                    <p:cond delay="0"/>
                                  </p:stCondLst>
                                  <p:childTnLst>
                                    <p:set>
                                      <p:cBhvr>
                                        <p:cTn id="130" dur="1" fill="hold">
                                          <p:stCondLst>
                                            <p:cond delay="0"/>
                                          </p:stCondLst>
                                        </p:cTn>
                                        <p:tgtEl>
                                          <p:spTgt spid="704">
                                            <p:graphicEl>
                                              <a:chart seriesIdx="-4" categoryIdx="5" bldStep="category"/>
                                            </p:graphicEl>
                                          </p:spTgt>
                                        </p:tgtEl>
                                        <p:attrNameLst>
                                          <p:attrName>style.visibility</p:attrName>
                                        </p:attrNameLst>
                                      </p:cBhvr>
                                      <p:to>
                                        <p:strVal val="visible"/>
                                      </p:to>
                                    </p:set>
                                    <p:animEffect transition="in" filter="wipe(down)">
                                      <p:cBhvr>
                                        <p:cTn id="131" dur="500"/>
                                        <p:tgtEl>
                                          <p:spTgt spid="704">
                                            <p:graphicEl>
                                              <a:chart seriesIdx="-4" categoryIdx="5"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5" grpId="0" animBg="1"/>
      <p:bldP spid="686" grpId="0" animBg="1"/>
      <p:bldP spid="687" grpId="0" animBg="1"/>
      <p:bldP spid="688" grpId="0" animBg="1"/>
      <p:bldP spid="689" grpId="0" animBg="1"/>
      <p:bldP spid="690" grpId="0" animBg="1"/>
      <p:bldP spid="691" grpId="0" animBg="1"/>
      <p:bldP spid="692" grpId="0" animBg="1"/>
      <p:bldP spid="693" grpId="0" animBg="1"/>
      <p:bldP spid="694" grpId="0" animBg="1"/>
      <p:bldP spid="695" grpId="0" animBg="1"/>
      <p:bldP spid="696" grpId="0" animBg="1"/>
      <p:bldP spid="703" grpId="0"/>
      <p:bldGraphic spid="704" grpId="0">
        <p:bldSub>
          <a:bldChart bld="category"/>
        </p:bldSub>
      </p:bldGraphic>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Ireland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Ireland Map Slide</a:t>
            </a:r>
            <a:endParaRPr lang="en-US" dirty="0"/>
          </a:p>
        </p:txBody>
      </p:sp>
      <p:grpSp>
        <p:nvGrpSpPr>
          <p:cNvPr id="143" name="Group 142"/>
          <p:cNvGrpSpPr/>
          <p:nvPr/>
        </p:nvGrpSpPr>
        <p:grpSpPr>
          <a:xfrm>
            <a:off x="381000" y="1981200"/>
            <a:ext cx="3109913" cy="3857626"/>
            <a:chOff x="1752600" y="1123950"/>
            <a:chExt cx="3109913" cy="3857626"/>
          </a:xfrm>
          <a:solidFill>
            <a:schemeClr val="bg1">
              <a:lumMod val="85000"/>
            </a:schemeClr>
          </a:solidFill>
        </p:grpSpPr>
        <p:sp>
          <p:nvSpPr>
            <p:cNvPr id="144" name="Freeform 5"/>
            <p:cNvSpPr>
              <a:spLocks/>
            </p:cNvSpPr>
            <p:nvPr/>
          </p:nvSpPr>
          <p:spPr bwMode="auto">
            <a:xfrm>
              <a:off x="3724275" y="2189163"/>
              <a:ext cx="717550" cy="661988"/>
            </a:xfrm>
            <a:custGeom>
              <a:avLst/>
              <a:gdLst/>
              <a:ahLst/>
              <a:cxnLst>
                <a:cxn ang="0">
                  <a:pos x="1" y="34"/>
                </a:cxn>
                <a:cxn ang="0">
                  <a:pos x="3" y="58"/>
                </a:cxn>
                <a:cxn ang="0">
                  <a:pos x="19" y="74"/>
                </a:cxn>
                <a:cxn ang="0">
                  <a:pos x="44" y="98"/>
                </a:cxn>
                <a:cxn ang="0">
                  <a:pos x="61" y="128"/>
                </a:cxn>
                <a:cxn ang="0">
                  <a:pos x="79" y="124"/>
                </a:cxn>
                <a:cxn ang="0">
                  <a:pos x="95" y="146"/>
                </a:cxn>
                <a:cxn ang="0">
                  <a:pos x="118" y="180"/>
                </a:cxn>
                <a:cxn ang="0">
                  <a:pos x="136" y="205"/>
                </a:cxn>
                <a:cxn ang="0">
                  <a:pos x="135" y="226"/>
                </a:cxn>
                <a:cxn ang="0">
                  <a:pos x="129" y="260"/>
                </a:cxn>
                <a:cxn ang="0">
                  <a:pos x="131" y="281"/>
                </a:cxn>
                <a:cxn ang="0">
                  <a:pos x="125" y="309"/>
                </a:cxn>
                <a:cxn ang="0">
                  <a:pos x="155" y="316"/>
                </a:cxn>
                <a:cxn ang="0">
                  <a:pos x="162" y="345"/>
                </a:cxn>
                <a:cxn ang="0">
                  <a:pos x="201" y="354"/>
                </a:cxn>
                <a:cxn ang="0">
                  <a:pos x="220" y="363"/>
                </a:cxn>
                <a:cxn ang="0">
                  <a:pos x="244" y="369"/>
                </a:cxn>
                <a:cxn ang="0">
                  <a:pos x="252" y="363"/>
                </a:cxn>
                <a:cxn ang="0">
                  <a:pos x="272" y="357"/>
                </a:cxn>
                <a:cxn ang="0">
                  <a:pos x="283" y="376"/>
                </a:cxn>
                <a:cxn ang="0">
                  <a:pos x="308" y="382"/>
                </a:cxn>
                <a:cxn ang="0">
                  <a:pos x="334" y="382"/>
                </a:cxn>
                <a:cxn ang="0">
                  <a:pos x="349" y="383"/>
                </a:cxn>
                <a:cxn ang="0">
                  <a:pos x="351" y="368"/>
                </a:cxn>
                <a:cxn ang="0">
                  <a:pos x="342" y="335"/>
                </a:cxn>
                <a:cxn ang="0">
                  <a:pos x="356" y="323"/>
                </a:cxn>
                <a:cxn ang="0">
                  <a:pos x="390" y="329"/>
                </a:cxn>
                <a:cxn ang="0">
                  <a:pos x="406" y="328"/>
                </a:cxn>
                <a:cxn ang="0">
                  <a:pos x="422" y="311"/>
                </a:cxn>
                <a:cxn ang="0">
                  <a:pos x="390" y="271"/>
                </a:cxn>
                <a:cxn ang="0">
                  <a:pos x="380" y="239"/>
                </a:cxn>
                <a:cxn ang="0">
                  <a:pos x="366" y="223"/>
                </a:cxn>
                <a:cxn ang="0">
                  <a:pos x="356" y="206"/>
                </a:cxn>
                <a:cxn ang="0">
                  <a:pos x="344" y="185"/>
                </a:cxn>
                <a:cxn ang="0">
                  <a:pos x="299" y="188"/>
                </a:cxn>
                <a:cxn ang="0">
                  <a:pos x="279" y="178"/>
                </a:cxn>
                <a:cxn ang="0">
                  <a:pos x="263" y="175"/>
                </a:cxn>
                <a:cxn ang="0">
                  <a:pos x="243" y="155"/>
                </a:cxn>
                <a:cxn ang="0">
                  <a:pos x="224" y="152"/>
                </a:cxn>
                <a:cxn ang="0">
                  <a:pos x="219" y="144"/>
                </a:cxn>
                <a:cxn ang="0">
                  <a:pos x="198" y="130"/>
                </a:cxn>
                <a:cxn ang="0">
                  <a:pos x="177" y="135"/>
                </a:cxn>
                <a:cxn ang="0">
                  <a:pos x="153" y="124"/>
                </a:cxn>
                <a:cxn ang="0">
                  <a:pos x="133" y="93"/>
                </a:cxn>
                <a:cxn ang="0">
                  <a:pos x="121" y="73"/>
                </a:cxn>
                <a:cxn ang="0">
                  <a:pos x="67" y="56"/>
                </a:cxn>
                <a:cxn ang="0">
                  <a:pos x="70" y="17"/>
                </a:cxn>
                <a:cxn ang="0">
                  <a:pos x="29" y="26"/>
                </a:cxn>
              </a:cxnLst>
              <a:rect l="0" t="0" r="r" b="b"/>
              <a:pathLst>
                <a:path w="422" h="390">
                  <a:moveTo>
                    <a:pt x="29" y="26"/>
                  </a:moveTo>
                  <a:cubicBezTo>
                    <a:pt x="27" y="28"/>
                    <a:pt x="22" y="34"/>
                    <a:pt x="19" y="35"/>
                  </a:cubicBezTo>
                  <a:cubicBezTo>
                    <a:pt x="15" y="36"/>
                    <a:pt x="8" y="31"/>
                    <a:pt x="4" y="32"/>
                  </a:cubicBezTo>
                  <a:cubicBezTo>
                    <a:pt x="3" y="32"/>
                    <a:pt x="2" y="33"/>
                    <a:pt x="1" y="34"/>
                  </a:cubicBezTo>
                  <a:cubicBezTo>
                    <a:pt x="1" y="35"/>
                    <a:pt x="0" y="38"/>
                    <a:pt x="1" y="39"/>
                  </a:cubicBezTo>
                  <a:cubicBezTo>
                    <a:pt x="2" y="42"/>
                    <a:pt x="8" y="46"/>
                    <a:pt x="9" y="49"/>
                  </a:cubicBezTo>
                  <a:cubicBezTo>
                    <a:pt x="9" y="50"/>
                    <a:pt x="9" y="52"/>
                    <a:pt x="8" y="53"/>
                  </a:cubicBezTo>
                  <a:cubicBezTo>
                    <a:pt x="7" y="54"/>
                    <a:pt x="4" y="56"/>
                    <a:pt x="3" y="58"/>
                  </a:cubicBezTo>
                  <a:cubicBezTo>
                    <a:pt x="2" y="59"/>
                    <a:pt x="0" y="62"/>
                    <a:pt x="0" y="63"/>
                  </a:cubicBezTo>
                  <a:cubicBezTo>
                    <a:pt x="1" y="64"/>
                    <a:pt x="2" y="66"/>
                    <a:pt x="3" y="66"/>
                  </a:cubicBezTo>
                  <a:cubicBezTo>
                    <a:pt x="5" y="67"/>
                    <a:pt x="10" y="64"/>
                    <a:pt x="12" y="65"/>
                  </a:cubicBezTo>
                  <a:cubicBezTo>
                    <a:pt x="15" y="66"/>
                    <a:pt x="16" y="72"/>
                    <a:pt x="19" y="74"/>
                  </a:cubicBezTo>
                  <a:cubicBezTo>
                    <a:pt x="20" y="75"/>
                    <a:pt x="26" y="75"/>
                    <a:pt x="28" y="76"/>
                  </a:cubicBezTo>
                  <a:cubicBezTo>
                    <a:pt x="30" y="77"/>
                    <a:pt x="34" y="79"/>
                    <a:pt x="36" y="81"/>
                  </a:cubicBezTo>
                  <a:cubicBezTo>
                    <a:pt x="37" y="83"/>
                    <a:pt x="34" y="88"/>
                    <a:pt x="35" y="90"/>
                  </a:cubicBezTo>
                  <a:cubicBezTo>
                    <a:pt x="36" y="93"/>
                    <a:pt x="43" y="96"/>
                    <a:pt x="44" y="98"/>
                  </a:cubicBezTo>
                  <a:cubicBezTo>
                    <a:pt x="47" y="102"/>
                    <a:pt x="48" y="113"/>
                    <a:pt x="52" y="116"/>
                  </a:cubicBezTo>
                  <a:cubicBezTo>
                    <a:pt x="53" y="117"/>
                    <a:pt x="56" y="116"/>
                    <a:pt x="57" y="117"/>
                  </a:cubicBezTo>
                  <a:cubicBezTo>
                    <a:pt x="59" y="118"/>
                    <a:pt x="62" y="121"/>
                    <a:pt x="62" y="122"/>
                  </a:cubicBezTo>
                  <a:cubicBezTo>
                    <a:pt x="62" y="124"/>
                    <a:pt x="61" y="127"/>
                    <a:pt x="61" y="128"/>
                  </a:cubicBezTo>
                  <a:cubicBezTo>
                    <a:pt x="62" y="131"/>
                    <a:pt x="65" y="135"/>
                    <a:pt x="67" y="136"/>
                  </a:cubicBezTo>
                  <a:cubicBezTo>
                    <a:pt x="68" y="136"/>
                    <a:pt x="70" y="135"/>
                    <a:pt x="71" y="134"/>
                  </a:cubicBezTo>
                  <a:cubicBezTo>
                    <a:pt x="72" y="132"/>
                    <a:pt x="70" y="126"/>
                    <a:pt x="72" y="124"/>
                  </a:cubicBezTo>
                  <a:cubicBezTo>
                    <a:pt x="73" y="123"/>
                    <a:pt x="78" y="124"/>
                    <a:pt x="79" y="124"/>
                  </a:cubicBezTo>
                  <a:cubicBezTo>
                    <a:pt x="82" y="126"/>
                    <a:pt x="86" y="133"/>
                    <a:pt x="88" y="135"/>
                  </a:cubicBezTo>
                  <a:cubicBezTo>
                    <a:pt x="90" y="136"/>
                    <a:pt x="94" y="137"/>
                    <a:pt x="95" y="138"/>
                  </a:cubicBezTo>
                  <a:cubicBezTo>
                    <a:pt x="96" y="139"/>
                    <a:pt x="97" y="141"/>
                    <a:pt x="97" y="142"/>
                  </a:cubicBezTo>
                  <a:cubicBezTo>
                    <a:pt x="97" y="143"/>
                    <a:pt x="95" y="145"/>
                    <a:pt x="95" y="146"/>
                  </a:cubicBezTo>
                  <a:cubicBezTo>
                    <a:pt x="95" y="147"/>
                    <a:pt x="95" y="149"/>
                    <a:pt x="96" y="150"/>
                  </a:cubicBezTo>
                  <a:cubicBezTo>
                    <a:pt x="98" y="152"/>
                    <a:pt x="105" y="150"/>
                    <a:pt x="108" y="152"/>
                  </a:cubicBezTo>
                  <a:cubicBezTo>
                    <a:pt x="112" y="155"/>
                    <a:pt x="117" y="166"/>
                    <a:pt x="118" y="171"/>
                  </a:cubicBezTo>
                  <a:cubicBezTo>
                    <a:pt x="119" y="173"/>
                    <a:pt x="118" y="178"/>
                    <a:pt x="118" y="180"/>
                  </a:cubicBezTo>
                  <a:cubicBezTo>
                    <a:pt x="119" y="183"/>
                    <a:pt x="123" y="193"/>
                    <a:pt x="127" y="193"/>
                  </a:cubicBezTo>
                  <a:cubicBezTo>
                    <a:pt x="128" y="193"/>
                    <a:pt x="128" y="189"/>
                    <a:pt x="130" y="189"/>
                  </a:cubicBezTo>
                  <a:cubicBezTo>
                    <a:pt x="132" y="188"/>
                    <a:pt x="137" y="192"/>
                    <a:pt x="138" y="194"/>
                  </a:cubicBezTo>
                  <a:cubicBezTo>
                    <a:pt x="140" y="197"/>
                    <a:pt x="137" y="203"/>
                    <a:pt x="136" y="205"/>
                  </a:cubicBezTo>
                  <a:cubicBezTo>
                    <a:pt x="136" y="207"/>
                    <a:pt x="133" y="210"/>
                    <a:pt x="133" y="212"/>
                  </a:cubicBezTo>
                  <a:cubicBezTo>
                    <a:pt x="134" y="214"/>
                    <a:pt x="138" y="216"/>
                    <a:pt x="139" y="217"/>
                  </a:cubicBezTo>
                  <a:cubicBezTo>
                    <a:pt x="139" y="219"/>
                    <a:pt x="139" y="222"/>
                    <a:pt x="139" y="223"/>
                  </a:cubicBezTo>
                  <a:cubicBezTo>
                    <a:pt x="138" y="224"/>
                    <a:pt x="136" y="225"/>
                    <a:pt x="135" y="226"/>
                  </a:cubicBezTo>
                  <a:cubicBezTo>
                    <a:pt x="134" y="228"/>
                    <a:pt x="133" y="233"/>
                    <a:pt x="131" y="235"/>
                  </a:cubicBezTo>
                  <a:cubicBezTo>
                    <a:pt x="129" y="237"/>
                    <a:pt x="122" y="242"/>
                    <a:pt x="122" y="242"/>
                  </a:cubicBezTo>
                  <a:cubicBezTo>
                    <a:pt x="122" y="242"/>
                    <a:pt x="126" y="247"/>
                    <a:pt x="127" y="249"/>
                  </a:cubicBezTo>
                  <a:cubicBezTo>
                    <a:pt x="128" y="251"/>
                    <a:pt x="127" y="258"/>
                    <a:pt x="129" y="260"/>
                  </a:cubicBezTo>
                  <a:cubicBezTo>
                    <a:pt x="130" y="261"/>
                    <a:pt x="134" y="259"/>
                    <a:pt x="135" y="260"/>
                  </a:cubicBezTo>
                  <a:cubicBezTo>
                    <a:pt x="137" y="261"/>
                    <a:pt x="138" y="266"/>
                    <a:pt x="139" y="268"/>
                  </a:cubicBezTo>
                  <a:cubicBezTo>
                    <a:pt x="139" y="270"/>
                    <a:pt x="140" y="273"/>
                    <a:pt x="139" y="275"/>
                  </a:cubicBezTo>
                  <a:cubicBezTo>
                    <a:pt x="138" y="277"/>
                    <a:pt x="132" y="278"/>
                    <a:pt x="131" y="281"/>
                  </a:cubicBezTo>
                  <a:cubicBezTo>
                    <a:pt x="130" y="282"/>
                    <a:pt x="133" y="285"/>
                    <a:pt x="133" y="287"/>
                  </a:cubicBezTo>
                  <a:cubicBezTo>
                    <a:pt x="133" y="289"/>
                    <a:pt x="132" y="295"/>
                    <a:pt x="131" y="298"/>
                  </a:cubicBezTo>
                  <a:cubicBezTo>
                    <a:pt x="130" y="300"/>
                    <a:pt x="125" y="303"/>
                    <a:pt x="124" y="305"/>
                  </a:cubicBezTo>
                  <a:cubicBezTo>
                    <a:pt x="124" y="306"/>
                    <a:pt x="125" y="308"/>
                    <a:pt x="125" y="309"/>
                  </a:cubicBezTo>
                  <a:cubicBezTo>
                    <a:pt x="127" y="310"/>
                    <a:pt x="131" y="309"/>
                    <a:pt x="133" y="308"/>
                  </a:cubicBezTo>
                  <a:cubicBezTo>
                    <a:pt x="136" y="307"/>
                    <a:pt x="139" y="304"/>
                    <a:pt x="142" y="304"/>
                  </a:cubicBezTo>
                  <a:cubicBezTo>
                    <a:pt x="146" y="304"/>
                    <a:pt x="154" y="307"/>
                    <a:pt x="156" y="310"/>
                  </a:cubicBezTo>
                  <a:cubicBezTo>
                    <a:pt x="156" y="311"/>
                    <a:pt x="155" y="315"/>
                    <a:pt x="155" y="316"/>
                  </a:cubicBezTo>
                  <a:cubicBezTo>
                    <a:pt x="156" y="318"/>
                    <a:pt x="160" y="322"/>
                    <a:pt x="160" y="325"/>
                  </a:cubicBezTo>
                  <a:cubicBezTo>
                    <a:pt x="160" y="328"/>
                    <a:pt x="155" y="332"/>
                    <a:pt x="155" y="334"/>
                  </a:cubicBezTo>
                  <a:cubicBezTo>
                    <a:pt x="154" y="335"/>
                    <a:pt x="154" y="337"/>
                    <a:pt x="155" y="338"/>
                  </a:cubicBezTo>
                  <a:cubicBezTo>
                    <a:pt x="156" y="341"/>
                    <a:pt x="160" y="344"/>
                    <a:pt x="162" y="345"/>
                  </a:cubicBezTo>
                  <a:cubicBezTo>
                    <a:pt x="164" y="347"/>
                    <a:pt x="169" y="347"/>
                    <a:pt x="171" y="348"/>
                  </a:cubicBezTo>
                  <a:cubicBezTo>
                    <a:pt x="173" y="350"/>
                    <a:pt x="176" y="358"/>
                    <a:pt x="179" y="359"/>
                  </a:cubicBezTo>
                  <a:cubicBezTo>
                    <a:pt x="180" y="360"/>
                    <a:pt x="186" y="360"/>
                    <a:pt x="186" y="360"/>
                  </a:cubicBezTo>
                  <a:cubicBezTo>
                    <a:pt x="186" y="360"/>
                    <a:pt x="198" y="357"/>
                    <a:pt x="201" y="354"/>
                  </a:cubicBezTo>
                  <a:cubicBezTo>
                    <a:pt x="202" y="353"/>
                    <a:pt x="202" y="348"/>
                    <a:pt x="204" y="347"/>
                  </a:cubicBezTo>
                  <a:cubicBezTo>
                    <a:pt x="206" y="345"/>
                    <a:pt x="212" y="345"/>
                    <a:pt x="214" y="346"/>
                  </a:cubicBezTo>
                  <a:cubicBezTo>
                    <a:pt x="217" y="347"/>
                    <a:pt x="220" y="351"/>
                    <a:pt x="221" y="354"/>
                  </a:cubicBezTo>
                  <a:cubicBezTo>
                    <a:pt x="221" y="356"/>
                    <a:pt x="220" y="360"/>
                    <a:pt x="220" y="363"/>
                  </a:cubicBezTo>
                  <a:cubicBezTo>
                    <a:pt x="220" y="364"/>
                    <a:pt x="223" y="369"/>
                    <a:pt x="223" y="369"/>
                  </a:cubicBezTo>
                  <a:cubicBezTo>
                    <a:pt x="223" y="369"/>
                    <a:pt x="229" y="367"/>
                    <a:pt x="231" y="367"/>
                  </a:cubicBezTo>
                  <a:cubicBezTo>
                    <a:pt x="233" y="368"/>
                    <a:pt x="236" y="373"/>
                    <a:pt x="238" y="373"/>
                  </a:cubicBezTo>
                  <a:cubicBezTo>
                    <a:pt x="240" y="373"/>
                    <a:pt x="244" y="370"/>
                    <a:pt x="244" y="369"/>
                  </a:cubicBezTo>
                  <a:cubicBezTo>
                    <a:pt x="244" y="368"/>
                    <a:pt x="243" y="366"/>
                    <a:pt x="243" y="365"/>
                  </a:cubicBezTo>
                  <a:cubicBezTo>
                    <a:pt x="243" y="363"/>
                    <a:pt x="244" y="360"/>
                    <a:pt x="245" y="359"/>
                  </a:cubicBezTo>
                  <a:cubicBezTo>
                    <a:pt x="246" y="359"/>
                    <a:pt x="248" y="358"/>
                    <a:pt x="249" y="358"/>
                  </a:cubicBezTo>
                  <a:cubicBezTo>
                    <a:pt x="251" y="358"/>
                    <a:pt x="251" y="362"/>
                    <a:pt x="252" y="363"/>
                  </a:cubicBezTo>
                  <a:cubicBezTo>
                    <a:pt x="254" y="363"/>
                    <a:pt x="256" y="360"/>
                    <a:pt x="258" y="360"/>
                  </a:cubicBezTo>
                  <a:cubicBezTo>
                    <a:pt x="260" y="359"/>
                    <a:pt x="265" y="363"/>
                    <a:pt x="267" y="362"/>
                  </a:cubicBezTo>
                  <a:cubicBezTo>
                    <a:pt x="268" y="362"/>
                    <a:pt x="268" y="359"/>
                    <a:pt x="268" y="358"/>
                  </a:cubicBezTo>
                  <a:cubicBezTo>
                    <a:pt x="269" y="358"/>
                    <a:pt x="271" y="357"/>
                    <a:pt x="272" y="357"/>
                  </a:cubicBezTo>
                  <a:cubicBezTo>
                    <a:pt x="273" y="357"/>
                    <a:pt x="274" y="361"/>
                    <a:pt x="276" y="362"/>
                  </a:cubicBezTo>
                  <a:cubicBezTo>
                    <a:pt x="277" y="363"/>
                    <a:pt x="282" y="365"/>
                    <a:pt x="283" y="367"/>
                  </a:cubicBezTo>
                  <a:cubicBezTo>
                    <a:pt x="284" y="368"/>
                    <a:pt x="283" y="371"/>
                    <a:pt x="283" y="373"/>
                  </a:cubicBezTo>
                  <a:cubicBezTo>
                    <a:pt x="283" y="373"/>
                    <a:pt x="283" y="375"/>
                    <a:pt x="283" y="376"/>
                  </a:cubicBezTo>
                  <a:cubicBezTo>
                    <a:pt x="286" y="378"/>
                    <a:pt x="294" y="376"/>
                    <a:pt x="297" y="377"/>
                  </a:cubicBezTo>
                  <a:cubicBezTo>
                    <a:pt x="298" y="378"/>
                    <a:pt x="299" y="382"/>
                    <a:pt x="300" y="382"/>
                  </a:cubicBezTo>
                  <a:cubicBezTo>
                    <a:pt x="300" y="383"/>
                    <a:pt x="302" y="384"/>
                    <a:pt x="303" y="384"/>
                  </a:cubicBezTo>
                  <a:cubicBezTo>
                    <a:pt x="304" y="384"/>
                    <a:pt x="306" y="381"/>
                    <a:pt x="308" y="382"/>
                  </a:cubicBezTo>
                  <a:cubicBezTo>
                    <a:pt x="311" y="382"/>
                    <a:pt x="315" y="390"/>
                    <a:pt x="318" y="390"/>
                  </a:cubicBezTo>
                  <a:cubicBezTo>
                    <a:pt x="320" y="389"/>
                    <a:pt x="321" y="384"/>
                    <a:pt x="323" y="383"/>
                  </a:cubicBezTo>
                  <a:cubicBezTo>
                    <a:pt x="324" y="383"/>
                    <a:pt x="325" y="384"/>
                    <a:pt x="326" y="384"/>
                  </a:cubicBezTo>
                  <a:cubicBezTo>
                    <a:pt x="328" y="384"/>
                    <a:pt x="333" y="383"/>
                    <a:pt x="334" y="382"/>
                  </a:cubicBezTo>
                  <a:cubicBezTo>
                    <a:pt x="335" y="381"/>
                    <a:pt x="334" y="378"/>
                    <a:pt x="335" y="377"/>
                  </a:cubicBezTo>
                  <a:cubicBezTo>
                    <a:pt x="335" y="377"/>
                    <a:pt x="337" y="376"/>
                    <a:pt x="338" y="376"/>
                  </a:cubicBezTo>
                  <a:cubicBezTo>
                    <a:pt x="340" y="377"/>
                    <a:pt x="341" y="382"/>
                    <a:pt x="343" y="383"/>
                  </a:cubicBezTo>
                  <a:cubicBezTo>
                    <a:pt x="344" y="384"/>
                    <a:pt x="348" y="383"/>
                    <a:pt x="349" y="383"/>
                  </a:cubicBezTo>
                  <a:cubicBezTo>
                    <a:pt x="350" y="382"/>
                    <a:pt x="351" y="380"/>
                    <a:pt x="351" y="380"/>
                  </a:cubicBezTo>
                  <a:cubicBezTo>
                    <a:pt x="351" y="378"/>
                    <a:pt x="348" y="376"/>
                    <a:pt x="348" y="375"/>
                  </a:cubicBezTo>
                  <a:cubicBezTo>
                    <a:pt x="348" y="374"/>
                    <a:pt x="349" y="371"/>
                    <a:pt x="349" y="370"/>
                  </a:cubicBezTo>
                  <a:cubicBezTo>
                    <a:pt x="349" y="369"/>
                    <a:pt x="350" y="368"/>
                    <a:pt x="351" y="368"/>
                  </a:cubicBezTo>
                  <a:cubicBezTo>
                    <a:pt x="352" y="367"/>
                    <a:pt x="356" y="367"/>
                    <a:pt x="357" y="366"/>
                  </a:cubicBezTo>
                  <a:cubicBezTo>
                    <a:pt x="358" y="365"/>
                    <a:pt x="358" y="363"/>
                    <a:pt x="358" y="362"/>
                  </a:cubicBezTo>
                  <a:cubicBezTo>
                    <a:pt x="356" y="356"/>
                    <a:pt x="346" y="348"/>
                    <a:pt x="344" y="342"/>
                  </a:cubicBezTo>
                  <a:cubicBezTo>
                    <a:pt x="343" y="340"/>
                    <a:pt x="342" y="337"/>
                    <a:pt x="342" y="335"/>
                  </a:cubicBezTo>
                  <a:cubicBezTo>
                    <a:pt x="343" y="334"/>
                    <a:pt x="343" y="332"/>
                    <a:pt x="344" y="332"/>
                  </a:cubicBezTo>
                  <a:cubicBezTo>
                    <a:pt x="346" y="331"/>
                    <a:pt x="351" y="334"/>
                    <a:pt x="353" y="334"/>
                  </a:cubicBezTo>
                  <a:cubicBezTo>
                    <a:pt x="355" y="333"/>
                    <a:pt x="359" y="331"/>
                    <a:pt x="360" y="330"/>
                  </a:cubicBezTo>
                  <a:cubicBezTo>
                    <a:pt x="360" y="328"/>
                    <a:pt x="357" y="325"/>
                    <a:pt x="356" y="323"/>
                  </a:cubicBezTo>
                  <a:cubicBezTo>
                    <a:pt x="356" y="322"/>
                    <a:pt x="357" y="318"/>
                    <a:pt x="359" y="317"/>
                  </a:cubicBezTo>
                  <a:cubicBezTo>
                    <a:pt x="361" y="317"/>
                    <a:pt x="364" y="322"/>
                    <a:pt x="366" y="323"/>
                  </a:cubicBezTo>
                  <a:cubicBezTo>
                    <a:pt x="370" y="325"/>
                    <a:pt x="379" y="328"/>
                    <a:pt x="384" y="329"/>
                  </a:cubicBezTo>
                  <a:cubicBezTo>
                    <a:pt x="385" y="329"/>
                    <a:pt x="389" y="330"/>
                    <a:pt x="390" y="329"/>
                  </a:cubicBezTo>
                  <a:cubicBezTo>
                    <a:pt x="392" y="328"/>
                    <a:pt x="391" y="323"/>
                    <a:pt x="392" y="321"/>
                  </a:cubicBezTo>
                  <a:cubicBezTo>
                    <a:pt x="393" y="320"/>
                    <a:pt x="396" y="318"/>
                    <a:pt x="398" y="319"/>
                  </a:cubicBezTo>
                  <a:cubicBezTo>
                    <a:pt x="399" y="319"/>
                    <a:pt x="398" y="324"/>
                    <a:pt x="399" y="325"/>
                  </a:cubicBezTo>
                  <a:cubicBezTo>
                    <a:pt x="401" y="326"/>
                    <a:pt x="404" y="328"/>
                    <a:pt x="406" y="328"/>
                  </a:cubicBezTo>
                  <a:cubicBezTo>
                    <a:pt x="409" y="327"/>
                    <a:pt x="413" y="323"/>
                    <a:pt x="414" y="321"/>
                  </a:cubicBezTo>
                  <a:cubicBezTo>
                    <a:pt x="415" y="319"/>
                    <a:pt x="414" y="313"/>
                    <a:pt x="416" y="312"/>
                  </a:cubicBezTo>
                  <a:cubicBezTo>
                    <a:pt x="417" y="312"/>
                    <a:pt x="418" y="315"/>
                    <a:pt x="420" y="314"/>
                  </a:cubicBezTo>
                  <a:cubicBezTo>
                    <a:pt x="421" y="314"/>
                    <a:pt x="422" y="311"/>
                    <a:pt x="422" y="311"/>
                  </a:cubicBezTo>
                  <a:cubicBezTo>
                    <a:pt x="422" y="311"/>
                    <a:pt x="419" y="306"/>
                    <a:pt x="417" y="305"/>
                  </a:cubicBezTo>
                  <a:cubicBezTo>
                    <a:pt x="413" y="303"/>
                    <a:pt x="403" y="305"/>
                    <a:pt x="399" y="303"/>
                  </a:cubicBezTo>
                  <a:cubicBezTo>
                    <a:pt x="397" y="301"/>
                    <a:pt x="395" y="295"/>
                    <a:pt x="394" y="293"/>
                  </a:cubicBezTo>
                  <a:cubicBezTo>
                    <a:pt x="392" y="288"/>
                    <a:pt x="392" y="277"/>
                    <a:pt x="390" y="271"/>
                  </a:cubicBezTo>
                  <a:cubicBezTo>
                    <a:pt x="389" y="267"/>
                    <a:pt x="383" y="260"/>
                    <a:pt x="382" y="255"/>
                  </a:cubicBezTo>
                  <a:cubicBezTo>
                    <a:pt x="382" y="253"/>
                    <a:pt x="385" y="249"/>
                    <a:pt x="385" y="247"/>
                  </a:cubicBezTo>
                  <a:cubicBezTo>
                    <a:pt x="384" y="246"/>
                    <a:pt x="381" y="245"/>
                    <a:pt x="380" y="243"/>
                  </a:cubicBezTo>
                  <a:cubicBezTo>
                    <a:pt x="380" y="242"/>
                    <a:pt x="381" y="240"/>
                    <a:pt x="380" y="239"/>
                  </a:cubicBezTo>
                  <a:cubicBezTo>
                    <a:pt x="378" y="238"/>
                    <a:pt x="376" y="242"/>
                    <a:pt x="374" y="242"/>
                  </a:cubicBezTo>
                  <a:cubicBezTo>
                    <a:pt x="371" y="241"/>
                    <a:pt x="368" y="234"/>
                    <a:pt x="367" y="230"/>
                  </a:cubicBezTo>
                  <a:cubicBezTo>
                    <a:pt x="367" y="229"/>
                    <a:pt x="368" y="226"/>
                    <a:pt x="368" y="225"/>
                  </a:cubicBezTo>
                  <a:cubicBezTo>
                    <a:pt x="368" y="224"/>
                    <a:pt x="367" y="223"/>
                    <a:pt x="366" y="223"/>
                  </a:cubicBezTo>
                  <a:cubicBezTo>
                    <a:pt x="365" y="222"/>
                    <a:pt x="364" y="223"/>
                    <a:pt x="363" y="223"/>
                  </a:cubicBezTo>
                  <a:cubicBezTo>
                    <a:pt x="361" y="222"/>
                    <a:pt x="358" y="217"/>
                    <a:pt x="358" y="215"/>
                  </a:cubicBezTo>
                  <a:cubicBezTo>
                    <a:pt x="358" y="213"/>
                    <a:pt x="359" y="211"/>
                    <a:pt x="359" y="210"/>
                  </a:cubicBezTo>
                  <a:cubicBezTo>
                    <a:pt x="359" y="209"/>
                    <a:pt x="357" y="207"/>
                    <a:pt x="356" y="206"/>
                  </a:cubicBezTo>
                  <a:cubicBezTo>
                    <a:pt x="354" y="205"/>
                    <a:pt x="350" y="205"/>
                    <a:pt x="348" y="204"/>
                  </a:cubicBezTo>
                  <a:cubicBezTo>
                    <a:pt x="346" y="202"/>
                    <a:pt x="341" y="198"/>
                    <a:pt x="341" y="195"/>
                  </a:cubicBezTo>
                  <a:cubicBezTo>
                    <a:pt x="341" y="193"/>
                    <a:pt x="344" y="191"/>
                    <a:pt x="344" y="190"/>
                  </a:cubicBezTo>
                  <a:cubicBezTo>
                    <a:pt x="344" y="189"/>
                    <a:pt x="345" y="186"/>
                    <a:pt x="344" y="185"/>
                  </a:cubicBezTo>
                  <a:cubicBezTo>
                    <a:pt x="343" y="184"/>
                    <a:pt x="339" y="183"/>
                    <a:pt x="337" y="183"/>
                  </a:cubicBezTo>
                  <a:cubicBezTo>
                    <a:pt x="333" y="183"/>
                    <a:pt x="327" y="190"/>
                    <a:pt x="323" y="189"/>
                  </a:cubicBezTo>
                  <a:cubicBezTo>
                    <a:pt x="321" y="189"/>
                    <a:pt x="319" y="185"/>
                    <a:pt x="317" y="184"/>
                  </a:cubicBezTo>
                  <a:cubicBezTo>
                    <a:pt x="313" y="183"/>
                    <a:pt x="303" y="190"/>
                    <a:pt x="299" y="188"/>
                  </a:cubicBezTo>
                  <a:cubicBezTo>
                    <a:pt x="298" y="188"/>
                    <a:pt x="298" y="184"/>
                    <a:pt x="296" y="183"/>
                  </a:cubicBezTo>
                  <a:cubicBezTo>
                    <a:pt x="295" y="182"/>
                    <a:pt x="292" y="184"/>
                    <a:pt x="291" y="184"/>
                  </a:cubicBezTo>
                  <a:cubicBezTo>
                    <a:pt x="289" y="183"/>
                    <a:pt x="289" y="180"/>
                    <a:pt x="288" y="179"/>
                  </a:cubicBezTo>
                  <a:cubicBezTo>
                    <a:pt x="286" y="178"/>
                    <a:pt x="281" y="180"/>
                    <a:pt x="279" y="178"/>
                  </a:cubicBezTo>
                  <a:cubicBezTo>
                    <a:pt x="278" y="178"/>
                    <a:pt x="279" y="175"/>
                    <a:pt x="278" y="175"/>
                  </a:cubicBezTo>
                  <a:cubicBezTo>
                    <a:pt x="278" y="174"/>
                    <a:pt x="276" y="173"/>
                    <a:pt x="275" y="173"/>
                  </a:cubicBezTo>
                  <a:cubicBezTo>
                    <a:pt x="274" y="173"/>
                    <a:pt x="272" y="175"/>
                    <a:pt x="270" y="176"/>
                  </a:cubicBezTo>
                  <a:cubicBezTo>
                    <a:pt x="268" y="176"/>
                    <a:pt x="265" y="176"/>
                    <a:pt x="263" y="175"/>
                  </a:cubicBezTo>
                  <a:cubicBezTo>
                    <a:pt x="262" y="174"/>
                    <a:pt x="261" y="171"/>
                    <a:pt x="260" y="171"/>
                  </a:cubicBezTo>
                  <a:cubicBezTo>
                    <a:pt x="259" y="169"/>
                    <a:pt x="254" y="166"/>
                    <a:pt x="252" y="165"/>
                  </a:cubicBezTo>
                  <a:cubicBezTo>
                    <a:pt x="250" y="165"/>
                    <a:pt x="246" y="167"/>
                    <a:pt x="244" y="166"/>
                  </a:cubicBezTo>
                  <a:cubicBezTo>
                    <a:pt x="242" y="164"/>
                    <a:pt x="243" y="155"/>
                    <a:pt x="243" y="155"/>
                  </a:cubicBezTo>
                  <a:cubicBezTo>
                    <a:pt x="243" y="155"/>
                    <a:pt x="239" y="159"/>
                    <a:pt x="237" y="159"/>
                  </a:cubicBezTo>
                  <a:cubicBezTo>
                    <a:pt x="235" y="160"/>
                    <a:pt x="232" y="156"/>
                    <a:pt x="230" y="155"/>
                  </a:cubicBezTo>
                  <a:cubicBezTo>
                    <a:pt x="229" y="155"/>
                    <a:pt x="226" y="155"/>
                    <a:pt x="225" y="154"/>
                  </a:cubicBezTo>
                  <a:cubicBezTo>
                    <a:pt x="225" y="153"/>
                    <a:pt x="224" y="152"/>
                    <a:pt x="224" y="152"/>
                  </a:cubicBezTo>
                  <a:cubicBezTo>
                    <a:pt x="225" y="151"/>
                    <a:pt x="227" y="151"/>
                    <a:pt x="227" y="150"/>
                  </a:cubicBezTo>
                  <a:cubicBezTo>
                    <a:pt x="227" y="149"/>
                    <a:pt x="225" y="148"/>
                    <a:pt x="224" y="147"/>
                  </a:cubicBezTo>
                  <a:cubicBezTo>
                    <a:pt x="223" y="147"/>
                    <a:pt x="221" y="148"/>
                    <a:pt x="220" y="148"/>
                  </a:cubicBezTo>
                  <a:cubicBezTo>
                    <a:pt x="220" y="147"/>
                    <a:pt x="219" y="145"/>
                    <a:pt x="219" y="144"/>
                  </a:cubicBezTo>
                  <a:cubicBezTo>
                    <a:pt x="219" y="144"/>
                    <a:pt x="221" y="142"/>
                    <a:pt x="221" y="141"/>
                  </a:cubicBezTo>
                  <a:cubicBezTo>
                    <a:pt x="221" y="141"/>
                    <a:pt x="220" y="140"/>
                    <a:pt x="220" y="140"/>
                  </a:cubicBezTo>
                  <a:cubicBezTo>
                    <a:pt x="217" y="138"/>
                    <a:pt x="210" y="140"/>
                    <a:pt x="207" y="139"/>
                  </a:cubicBezTo>
                  <a:cubicBezTo>
                    <a:pt x="204" y="138"/>
                    <a:pt x="201" y="131"/>
                    <a:pt x="198" y="130"/>
                  </a:cubicBezTo>
                  <a:cubicBezTo>
                    <a:pt x="196" y="130"/>
                    <a:pt x="192" y="132"/>
                    <a:pt x="191" y="133"/>
                  </a:cubicBezTo>
                  <a:cubicBezTo>
                    <a:pt x="190" y="135"/>
                    <a:pt x="191" y="141"/>
                    <a:pt x="189" y="143"/>
                  </a:cubicBezTo>
                  <a:cubicBezTo>
                    <a:pt x="188" y="144"/>
                    <a:pt x="185" y="145"/>
                    <a:pt x="184" y="145"/>
                  </a:cubicBezTo>
                  <a:cubicBezTo>
                    <a:pt x="181" y="144"/>
                    <a:pt x="180" y="137"/>
                    <a:pt x="177" y="135"/>
                  </a:cubicBezTo>
                  <a:cubicBezTo>
                    <a:pt x="176" y="134"/>
                    <a:pt x="173" y="134"/>
                    <a:pt x="172" y="134"/>
                  </a:cubicBezTo>
                  <a:cubicBezTo>
                    <a:pt x="171" y="135"/>
                    <a:pt x="169" y="137"/>
                    <a:pt x="168" y="138"/>
                  </a:cubicBezTo>
                  <a:cubicBezTo>
                    <a:pt x="167" y="138"/>
                    <a:pt x="164" y="138"/>
                    <a:pt x="162" y="137"/>
                  </a:cubicBezTo>
                  <a:cubicBezTo>
                    <a:pt x="159" y="135"/>
                    <a:pt x="157" y="126"/>
                    <a:pt x="153" y="124"/>
                  </a:cubicBezTo>
                  <a:cubicBezTo>
                    <a:pt x="152" y="123"/>
                    <a:pt x="149" y="124"/>
                    <a:pt x="148" y="124"/>
                  </a:cubicBezTo>
                  <a:cubicBezTo>
                    <a:pt x="146" y="123"/>
                    <a:pt x="144" y="121"/>
                    <a:pt x="143" y="119"/>
                  </a:cubicBezTo>
                  <a:cubicBezTo>
                    <a:pt x="141" y="116"/>
                    <a:pt x="141" y="109"/>
                    <a:pt x="140" y="106"/>
                  </a:cubicBezTo>
                  <a:cubicBezTo>
                    <a:pt x="138" y="102"/>
                    <a:pt x="136" y="95"/>
                    <a:pt x="133" y="93"/>
                  </a:cubicBezTo>
                  <a:cubicBezTo>
                    <a:pt x="131" y="92"/>
                    <a:pt x="128" y="93"/>
                    <a:pt x="126" y="92"/>
                  </a:cubicBezTo>
                  <a:cubicBezTo>
                    <a:pt x="125" y="92"/>
                    <a:pt x="123" y="90"/>
                    <a:pt x="123" y="88"/>
                  </a:cubicBezTo>
                  <a:cubicBezTo>
                    <a:pt x="122" y="86"/>
                    <a:pt x="125" y="80"/>
                    <a:pt x="124" y="77"/>
                  </a:cubicBezTo>
                  <a:cubicBezTo>
                    <a:pt x="124" y="76"/>
                    <a:pt x="122" y="73"/>
                    <a:pt x="121" y="73"/>
                  </a:cubicBezTo>
                  <a:cubicBezTo>
                    <a:pt x="119" y="72"/>
                    <a:pt x="116" y="76"/>
                    <a:pt x="114" y="76"/>
                  </a:cubicBezTo>
                  <a:cubicBezTo>
                    <a:pt x="108" y="77"/>
                    <a:pt x="96" y="73"/>
                    <a:pt x="90" y="72"/>
                  </a:cubicBezTo>
                  <a:cubicBezTo>
                    <a:pt x="85" y="70"/>
                    <a:pt x="74" y="67"/>
                    <a:pt x="70" y="63"/>
                  </a:cubicBezTo>
                  <a:cubicBezTo>
                    <a:pt x="69" y="61"/>
                    <a:pt x="68" y="58"/>
                    <a:pt x="67" y="56"/>
                  </a:cubicBezTo>
                  <a:cubicBezTo>
                    <a:pt x="67" y="53"/>
                    <a:pt x="69" y="48"/>
                    <a:pt x="69" y="45"/>
                  </a:cubicBezTo>
                  <a:cubicBezTo>
                    <a:pt x="69" y="42"/>
                    <a:pt x="67" y="37"/>
                    <a:pt x="67" y="34"/>
                  </a:cubicBezTo>
                  <a:cubicBezTo>
                    <a:pt x="67" y="32"/>
                    <a:pt x="67" y="28"/>
                    <a:pt x="67" y="26"/>
                  </a:cubicBezTo>
                  <a:cubicBezTo>
                    <a:pt x="67" y="24"/>
                    <a:pt x="70" y="19"/>
                    <a:pt x="70" y="17"/>
                  </a:cubicBezTo>
                  <a:cubicBezTo>
                    <a:pt x="69" y="14"/>
                    <a:pt x="66" y="9"/>
                    <a:pt x="64" y="8"/>
                  </a:cubicBezTo>
                  <a:cubicBezTo>
                    <a:pt x="60" y="4"/>
                    <a:pt x="45" y="0"/>
                    <a:pt x="45" y="0"/>
                  </a:cubicBezTo>
                  <a:cubicBezTo>
                    <a:pt x="45" y="0"/>
                    <a:pt x="41" y="6"/>
                    <a:pt x="40" y="8"/>
                  </a:cubicBezTo>
                  <a:cubicBezTo>
                    <a:pt x="37" y="13"/>
                    <a:pt x="32" y="22"/>
                    <a:pt x="29"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6"/>
            <p:cNvSpPr>
              <a:spLocks/>
            </p:cNvSpPr>
            <p:nvPr/>
          </p:nvSpPr>
          <p:spPr bwMode="auto">
            <a:xfrm>
              <a:off x="4135438" y="2170113"/>
              <a:ext cx="446088" cy="565150"/>
            </a:xfrm>
            <a:custGeom>
              <a:avLst/>
              <a:gdLst/>
              <a:ahLst/>
              <a:cxnLst>
                <a:cxn ang="0">
                  <a:pos x="18" y="182"/>
                </a:cxn>
                <a:cxn ang="0">
                  <a:pos x="28" y="187"/>
                </a:cxn>
                <a:cxn ang="0">
                  <a:pos x="36" y="186"/>
                </a:cxn>
                <a:cxn ang="0">
                  <a:pos x="46" y="190"/>
                </a:cxn>
                <a:cxn ang="0">
                  <a:pos x="54" y="194"/>
                </a:cxn>
                <a:cxn ang="0">
                  <a:pos x="75" y="195"/>
                </a:cxn>
                <a:cxn ang="0">
                  <a:pos x="95" y="194"/>
                </a:cxn>
                <a:cxn ang="0">
                  <a:pos x="102" y="201"/>
                </a:cxn>
                <a:cxn ang="0">
                  <a:pos x="106" y="215"/>
                </a:cxn>
                <a:cxn ang="0">
                  <a:pos x="117" y="221"/>
                </a:cxn>
                <a:cxn ang="0">
                  <a:pos x="121" y="234"/>
                </a:cxn>
                <a:cxn ang="0">
                  <a:pos x="126" y="236"/>
                </a:cxn>
                <a:cxn ang="0">
                  <a:pos x="132" y="253"/>
                </a:cxn>
                <a:cxn ang="0">
                  <a:pos x="138" y="254"/>
                </a:cxn>
                <a:cxn ang="0">
                  <a:pos x="140" y="266"/>
                </a:cxn>
                <a:cxn ang="0">
                  <a:pos x="152" y="304"/>
                </a:cxn>
                <a:cxn ang="0">
                  <a:pos x="175" y="316"/>
                </a:cxn>
                <a:cxn ang="0">
                  <a:pos x="200" y="333"/>
                </a:cxn>
                <a:cxn ang="0">
                  <a:pos x="209" y="331"/>
                </a:cxn>
                <a:cxn ang="0">
                  <a:pos x="228" y="321"/>
                </a:cxn>
                <a:cxn ang="0">
                  <a:pos x="222" y="314"/>
                </a:cxn>
                <a:cxn ang="0">
                  <a:pos x="226" y="302"/>
                </a:cxn>
                <a:cxn ang="0">
                  <a:pos x="235" y="290"/>
                </a:cxn>
                <a:cxn ang="0">
                  <a:pos x="245" y="301"/>
                </a:cxn>
                <a:cxn ang="0">
                  <a:pos x="257" y="300"/>
                </a:cxn>
                <a:cxn ang="0">
                  <a:pos x="262" y="282"/>
                </a:cxn>
                <a:cxn ang="0">
                  <a:pos x="256" y="262"/>
                </a:cxn>
                <a:cxn ang="0">
                  <a:pos x="253" y="248"/>
                </a:cxn>
                <a:cxn ang="0">
                  <a:pos x="244" y="252"/>
                </a:cxn>
                <a:cxn ang="0">
                  <a:pos x="235" y="235"/>
                </a:cxn>
                <a:cxn ang="0">
                  <a:pos x="242" y="225"/>
                </a:cxn>
                <a:cxn ang="0">
                  <a:pos x="240" y="204"/>
                </a:cxn>
                <a:cxn ang="0">
                  <a:pos x="248" y="189"/>
                </a:cxn>
                <a:cxn ang="0">
                  <a:pos x="254" y="173"/>
                </a:cxn>
                <a:cxn ang="0">
                  <a:pos x="235" y="151"/>
                </a:cxn>
                <a:cxn ang="0">
                  <a:pos x="226" y="158"/>
                </a:cxn>
                <a:cxn ang="0">
                  <a:pos x="218" y="153"/>
                </a:cxn>
                <a:cxn ang="0">
                  <a:pos x="196" y="128"/>
                </a:cxn>
                <a:cxn ang="0">
                  <a:pos x="182" y="97"/>
                </a:cxn>
                <a:cxn ang="0">
                  <a:pos x="180" y="89"/>
                </a:cxn>
                <a:cxn ang="0">
                  <a:pos x="187" y="83"/>
                </a:cxn>
                <a:cxn ang="0">
                  <a:pos x="164" y="21"/>
                </a:cxn>
                <a:cxn ang="0">
                  <a:pos x="143" y="2"/>
                </a:cxn>
                <a:cxn ang="0">
                  <a:pos x="115" y="15"/>
                </a:cxn>
                <a:cxn ang="0">
                  <a:pos x="91" y="39"/>
                </a:cxn>
                <a:cxn ang="0">
                  <a:pos x="73" y="54"/>
                </a:cxn>
                <a:cxn ang="0">
                  <a:pos x="63" y="55"/>
                </a:cxn>
                <a:cxn ang="0">
                  <a:pos x="63" y="73"/>
                </a:cxn>
                <a:cxn ang="0">
                  <a:pos x="81" y="86"/>
                </a:cxn>
                <a:cxn ang="0">
                  <a:pos x="77" y="98"/>
                </a:cxn>
                <a:cxn ang="0">
                  <a:pos x="65" y="109"/>
                </a:cxn>
                <a:cxn ang="0">
                  <a:pos x="44" y="112"/>
                </a:cxn>
                <a:cxn ang="0">
                  <a:pos x="34" y="125"/>
                </a:cxn>
                <a:cxn ang="0">
                  <a:pos x="38" y="133"/>
                </a:cxn>
                <a:cxn ang="0">
                  <a:pos x="28" y="146"/>
                </a:cxn>
                <a:cxn ang="0">
                  <a:pos x="18" y="163"/>
                </a:cxn>
                <a:cxn ang="0">
                  <a:pos x="15" y="152"/>
                </a:cxn>
                <a:cxn ang="0">
                  <a:pos x="24" y="141"/>
                </a:cxn>
                <a:cxn ang="0">
                  <a:pos x="19" y="133"/>
                </a:cxn>
                <a:cxn ang="0">
                  <a:pos x="6" y="147"/>
                </a:cxn>
                <a:cxn ang="0">
                  <a:pos x="8" y="163"/>
                </a:cxn>
                <a:cxn ang="0">
                  <a:pos x="2" y="177"/>
                </a:cxn>
              </a:cxnLst>
              <a:rect l="0" t="0" r="r" b="b"/>
              <a:pathLst>
                <a:path w="263" h="333">
                  <a:moveTo>
                    <a:pt x="10" y="176"/>
                  </a:moveTo>
                  <a:cubicBezTo>
                    <a:pt x="12" y="177"/>
                    <a:pt x="17" y="180"/>
                    <a:pt x="18" y="182"/>
                  </a:cubicBezTo>
                  <a:cubicBezTo>
                    <a:pt x="19" y="182"/>
                    <a:pt x="20" y="185"/>
                    <a:pt x="21" y="186"/>
                  </a:cubicBezTo>
                  <a:cubicBezTo>
                    <a:pt x="23" y="187"/>
                    <a:pt x="26" y="187"/>
                    <a:pt x="28" y="187"/>
                  </a:cubicBezTo>
                  <a:cubicBezTo>
                    <a:pt x="30" y="186"/>
                    <a:pt x="32" y="184"/>
                    <a:pt x="33" y="184"/>
                  </a:cubicBezTo>
                  <a:cubicBezTo>
                    <a:pt x="34" y="184"/>
                    <a:pt x="36" y="185"/>
                    <a:pt x="36" y="186"/>
                  </a:cubicBezTo>
                  <a:cubicBezTo>
                    <a:pt x="37" y="186"/>
                    <a:pt x="36" y="189"/>
                    <a:pt x="37" y="189"/>
                  </a:cubicBezTo>
                  <a:cubicBezTo>
                    <a:pt x="39" y="191"/>
                    <a:pt x="44" y="189"/>
                    <a:pt x="46" y="190"/>
                  </a:cubicBezTo>
                  <a:cubicBezTo>
                    <a:pt x="47" y="191"/>
                    <a:pt x="47" y="194"/>
                    <a:pt x="49" y="195"/>
                  </a:cubicBezTo>
                  <a:cubicBezTo>
                    <a:pt x="50" y="195"/>
                    <a:pt x="53" y="193"/>
                    <a:pt x="54" y="194"/>
                  </a:cubicBezTo>
                  <a:cubicBezTo>
                    <a:pt x="56" y="195"/>
                    <a:pt x="56" y="199"/>
                    <a:pt x="57" y="199"/>
                  </a:cubicBezTo>
                  <a:cubicBezTo>
                    <a:pt x="61" y="201"/>
                    <a:pt x="71" y="194"/>
                    <a:pt x="75" y="195"/>
                  </a:cubicBezTo>
                  <a:cubicBezTo>
                    <a:pt x="77" y="196"/>
                    <a:pt x="79" y="200"/>
                    <a:pt x="81" y="200"/>
                  </a:cubicBezTo>
                  <a:cubicBezTo>
                    <a:pt x="85" y="201"/>
                    <a:pt x="91" y="194"/>
                    <a:pt x="95" y="194"/>
                  </a:cubicBezTo>
                  <a:cubicBezTo>
                    <a:pt x="97" y="194"/>
                    <a:pt x="101" y="195"/>
                    <a:pt x="102" y="196"/>
                  </a:cubicBezTo>
                  <a:cubicBezTo>
                    <a:pt x="103" y="197"/>
                    <a:pt x="102" y="200"/>
                    <a:pt x="102" y="201"/>
                  </a:cubicBezTo>
                  <a:cubicBezTo>
                    <a:pt x="102" y="202"/>
                    <a:pt x="99" y="204"/>
                    <a:pt x="99" y="206"/>
                  </a:cubicBezTo>
                  <a:cubicBezTo>
                    <a:pt x="99" y="209"/>
                    <a:pt x="104" y="213"/>
                    <a:pt x="106" y="215"/>
                  </a:cubicBezTo>
                  <a:cubicBezTo>
                    <a:pt x="108" y="216"/>
                    <a:pt x="112" y="216"/>
                    <a:pt x="114" y="217"/>
                  </a:cubicBezTo>
                  <a:cubicBezTo>
                    <a:pt x="115" y="218"/>
                    <a:pt x="117" y="220"/>
                    <a:pt x="117" y="221"/>
                  </a:cubicBezTo>
                  <a:cubicBezTo>
                    <a:pt x="117" y="222"/>
                    <a:pt x="116" y="224"/>
                    <a:pt x="116" y="226"/>
                  </a:cubicBezTo>
                  <a:cubicBezTo>
                    <a:pt x="116" y="228"/>
                    <a:pt x="119" y="233"/>
                    <a:pt x="121" y="234"/>
                  </a:cubicBezTo>
                  <a:cubicBezTo>
                    <a:pt x="122" y="234"/>
                    <a:pt x="123" y="233"/>
                    <a:pt x="124" y="234"/>
                  </a:cubicBezTo>
                  <a:cubicBezTo>
                    <a:pt x="125" y="234"/>
                    <a:pt x="126" y="235"/>
                    <a:pt x="126" y="236"/>
                  </a:cubicBezTo>
                  <a:cubicBezTo>
                    <a:pt x="126" y="237"/>
                    <a:pt x="125" y="240"/>
                    <a:pt x="125" y="241"/>
                  </a:cubicBezTo>
                  <a:cubicBezTo>
                    <a:pt x="126" y="245"/>
                    <a:pt x="129" y="252"/>
                    <a:pt x="132" y="253"/>
                  </a:cubicBezTo>
                  <a:cubicBezTo>
                    <a:pt x="134" y="253"/>
                    <a:pt x="136" y="249"/>
                    <a:pt x="138" y="250"/>
                  </a:cubicBezTo>
                  <a:cubicBezTo>
                    <a:pt x="139" y="251"/>
                    <a:pt x="138" y="253"/>
                    <a:pt x="138" y="254"/>
                  </a:cubicBezTo>
                  <a:cubicBezTo>
                    <a:pt x="139" y="256"/>
                    <a:pt x="142" y="257"/>
                    <a:pt x="143" y="258"/>
                  </a:cubicBezTo>
                  <a:cubicBezTo>
                    <a:pt x="143" y="260"/>
                    <a:pt x="140" y="264"/>
                    <a:pt x="140" y="266"/>
                  </a:cubicBezTo>
                  <a:cubicBezTo>
                    <a:pt x="141" y="271"/>
                    <a:pt x="147" y="278"/>
                    <a:pt x="148" y="282"/>
                  </a:cubicBezTo>
                  <a:cubicBezTo>
                    <a:pt x="150" y="288"/>
                    <a:pt x="150" y="299"/>
                    <a:pt x="152" y="304"/>
                  </a:cubicBezTo>
                  <a:cubicBezTo>
                    <a:pt x="153" y="306"/>
                    <a:pt x="155" y="312"/>
                    <a:pt x="157" y="314"/>
                  </a:cubicBezTo>
                  <a:cubicBezTo>
                    <a:pt x="161" y="316"/>
                    <a:pt x="171" y="314"/>
                    <a:pt x="175" y="316"/>
                  </a:cubicBezTo>
                  <a:cubicBezTo>
                    <a:pt x="177" y="317"/>
                    <a:pt x="180" y="322"/>
                    <a:pt x="180" y="322"/>
                  </a:cubicBezTo>
                  <a:cubicBezTo>
                    <a:pt x="200" y="333"/>
                    <a:pt x="200" y="333"/>
                    <a:pt x="200" y="333"/>
                  </a:cubicBezTo>
                  <a:cubicBezTo>
                    <a:pt x="200" y="333"/>
                    <a:pt x="203" y="330"/>
                    <a:pt x="204" y="330"/>
                  </a:cubicBezTo>
                  <a:cubicBezTo>
                    <a:pt x="205" y="330"/>
                    <a:pt x="208" y="331"/>
                    <a:pt x="209" y="331"/>
                  </a:cubicBezTo>
                  <a:cubicBezTo>
                    <a:pt x="211" y="331"/>
                    <a:pt x="216" y="331"/>
                    <a:pt x="218" y="330"/>
                  </a:cubicBezTo>
                  <a:cubicBezTo>
                    <a:pt x="221" y="329"/>
                    <a:pt x="227" y="324"/>
                    <a:pt x="228" y="321"/>
                  </a:cubicBezTo>
                  <a:cubicBezTo>
                    <a:pt x="228" y="320"/>
                    <a:pt x="227" y="319"/>
                    <a:pt x="227" y="318"/>
                  </a:cubicBezTo>
                  <a:cubicBezTo>
                    <a:pt x="226" y="317"/>
                    <a:pt x="223" y="315"/>
                    <a:pt x="222" y="314"/>
                  </a:cubicBezTo>
                  <a:cubicBezTo>
                    <a:pt x="221" y="312"/>
                    <a:pt x="221" y="309"/>
                    <a:pt x="221" y="308"/>
                  </a:cubicBezTo>
                  <a:cubicBezTo>
                    <a:pt x="221" y="306"/>
                    <a:pt x="225" y="303"/>
                    <a:pt x="226" y="302"/>
                  </a:cubicBezTo>
                  <a:cubicBezTo>
                    <a:pt x="227" y="300"/>
                    <a:pt x="229" y="294"/>
                    <a:pt x="231" y="292"/>
                  </a:cubicBezTo>
                  <a:cubicBezTo>
                    <a:pt x="232" y="291"/>
                    <a:pt x="234" y="291"/>
                    <a:pt x="235" y="290"/>
                  </a:cubicBezTo>
                  <a:cubicBezTo>
                    <a:pt x="236" y="290"/>
                    <a:pt x="238" y="291"/>
                    <a:pt x="239" y="291"/>
                  </a:cubicBezTo>
                  <a:cubicBezTo>
                    <a:pt x="241" y="293"/>
                    <a:pt x="243" y="299"/>
                    <a:pt x="245" y="301"/>
                  </a:cubicBezTo>
                  <a:cubicBezTo>
                    <a:pt x="246" y="302"/>
                    <a:pt x="250" y="302"/>
                    <a:pt x="252" y="302"/>
                  </a:cubicBezTo>
                  <a:cubicBezTo>
                    <a:pt x="253" y="302"/>
                    <a:pt x="256" y="301"/>
                    <a:pt x="257" y="300"/>
                  </a:cubicBezTo>
                  <a:cubicBezTo>
                    <a:pt x="258" y="298"/>
                    <a:pt x="256" y="294"/>
                    <a:pt x="256" y="293"/>
                  </a:cubicBezTo>
                  <a:cubicBezTo>
                    <a:pt x="257" y="290"/>
                    <a:pt x="261" y="285"/>
                    <a:pt x="262" y="282"/>
                  </a:cubicBezTo>
                  <a:cubicBezTo>
                    <a:pt x="263" y="278"/>
                    <a:pt x="262" y="271"/>
                    <a:pt x="261" y="268"/>
                  </a:cubicBezTo>
                  <a:cubicBezTo>
                    <a:pt x="260" y="266"/>
                    <a:pt x="256" y="264"/>
                    <a:pt x="256" y="262"/>
                  </a:cubicBezTo>
                  <a:cubicBezTo>
                    <a:pt x="255" y="260"/>
                    <a:pt x="257" y="256"/>
                    <a:pt x="257" y="254"/>
                  </a:cubicBezTo>
                  <a:cubicBezTo>
                    <a:pt x="256" y="252"/>
                    <a:pt x="253" y="248"/>
                    <a:pt x="253" y="248"/>
                  </a:cubicBezTo>
                  <a:cubicBezTo>
                    <a:pt x="253" y="248"/>
                    <a:pt x="250" y="251"/>
                    <a:pt x="248" y="251"/>
                  </a:cubicBezTo>
                  <a:cubicBezTo>
                    <a:pt x="247" y="252"/>
                    <a:pt x="245" y="252"/>
                    <a:pt x="244" y="252"/>
                  </a:cubicBezTo>
                  <a:cubicBezTo>
                    <a:pt x="243" y="251"/>
                    <a:pt x="241" y="250"/>
                    <a:pt x="241" y="249"/>
                  </a:cubicBezTo>
                  <a:cubicBezTo>
                    <a:pt x="238" y="246"/>
                    <a:pt x="236" y="238"/>
                    <a:pt x="235" y="235"/>
                  </a:cubicBezTo>
                  <a:cubicBezTo>
                    <a:pt x="235" y="233"/>
                    <a:pt x="234" y="229"/>
                    <a:pt x="235" y="228"/>
                  </a:cubicBezTo>
                  <a:cubicBezTo>
                    <a:pt x="236" y="226"/>
                    <a:pt x="240" y="226"/>
                    <a:pt x="242" y="225"/>
                  </a:cubicBezTo>
                  <a:cubicBezTo>
                    <a:pt x="244" y="222"/>
                    <a:pt x="244" y="215"/>
                    <a:pt x="243" y="212"/>
                  </a:cubicBezTo>
                  <a:cubicBezTo>
                    <a:pt x="243" y="210"/>
                    <a:pt x="240" y="206"/>
                    <a:pt x="240" y="204"/>
                  </a:cubicBezTo>
                  <a:cubicBezTo>
                    <a:pt x="239" y="203"/>
                    <a:pt x="239" y="199"/>
                    <a:pt x="239" y="198"/>
                  </a:cubicBezTo>
                  <a:cubicBezTo>
                    <a:pt x="241" y="195"/>
                    <a:pt x="247" y="192"/>
                    <a:pt x="248" y="189"/>
                  </a:cubicBezTo>
                  <a:cubicBezTo>
                    <a:pt x="250" y="186"/>
                    <a:pt x="253" y="179"/>
                    <a:pt x="254" y="175"/>
                  </a:cubicBezTo>
                  <a:cubicBezTo>
                    <a:pt x="254" y="175"/>
                    <a:pt x="254" y="173"/>
                    <a:pt x="254" y="173"/>
                  </a:cubicBezTo>
                  <a:cubicBezTo>
                    <a:pt x="253" y="168"/>
                    <a:pt x="247" y="159"/>
                    <a:pt x="243" y="156"/>
                  </a:cubicBezTo>
                  <a:cubicBezTo>
                    <a:pt x="241" y="154"/>
                    <a:pt x="237" y="151"/>
                    <a:pt x="235" y="151"/>
                  </a:cubicBezTo>
                  <a:cubicBezTo>
                    <a:pt x="234" y="150"/>
                    <a:pt x="230" y="152"/>
                    <a:pt x="229" y="153"/>
                  </a:cubicBezTo>
                  <a:cubicBezTo>
                    <a:pt x="228" y="154"/>
                    <a:pt x="228" y="157"/>
                    <a:pt x="226" y="158"/>
                  </a:cubicBezTo>
                  <a:cubicBezTo>
                    <a:pt x="226" y="159"/>
                    <a:pt x="224" y="159"/>
                    <a:pt x="224" y="158"/>
                  </a:cubicBezTo>
                  <a:cubicBezTo>
                    <a:pt x="222" y="158"/>
                    <a:pt x="220" y="154"/>
                    <a:pt x="218" y="153"/>
                  </a:cubicBezTo>
                  <a:cubicBezTo>
                    <a:pt x="216" y="152"/>
                    <a:pt x="211" y="151"/>
                    <a:pt x="209" y="149"/>
                  </a:cubicBezTo>
                  <a:cubicBezTo>
                    <a:pt x="204" y="145"/>
                    <a:pt x="198" y="134"/>
                    <a:pt x="196" y="128"/>
                  </a:cubicBezTo>
                  <a:cubicBezTo>
                    <a:pt x="193" y="122"/>
                    <a:pt x="193" y="105"/>
                    <a:pt x="189" y="100"/>
                  </a:cubicBezTo>
                  <a:cubicBezTo>
                    <a:pt x="188" y="98"/>
                    <a:pt x="184" y="98"/>
                    <a:pt x="182" y="97"/>
                  </a:cubicBezTo>
                  <a:cubicBezTo>
                    <a:pt x="181" y="96"/>
                    <a:pt x="179" y="95"/>
                    <a:pt x="179" y="93"/>
                  </a:cubicBezTo>
                  <a:cubicBezTo>
                    <a:pt x="179" y="92"/>
                    <a:pt x="179" y="90"/>
                    <a:pt x="180" y="89"/>
                  </a:cubicBezTo>
                  <a:cubicBezTo>
                    <a:pt x="181" y="88"/>
                    <a:pt x="184" y="88"/>
                    <a:pt x="185" y="87"/>
                  </a:cubicBezTo>
                  <a:cubicBezTo>
                    <a:pt x="186" y="86"/>
                    <a:pt x="187" y="84"/>
                    <a:pt x="187" y="83"/>
                  </a:cubicBezTo>
                  <a:cubicBezTo>
                    <a:pt x="188" y="77"/>
                    <a:pt x="185" y="66"/>
                    <a:pt x="183" y="61"/>
                  </a:cubicBezTo>
                  <a:cubicBezTo>
                    <a:pt x="180" y="50"/>
                    <a:pt x="169" y="31"/>
                    <a:pt x="164" y="21"/>
                  </a:cubicBezTo>
                  <a:cubicBezTo>
                    <a:pt x="161" y="17"/>
                    <a:pt x="157" y="9"/>
                    <a:pt x="153" y="6"/>
                  </a:cubicBezTo>
                  <a:cubicBezTo>
                    <a:pt x="151" y="4"/>
                    <a:pt x="146" y="3"/>
                    <a:pt x="143" y="2"/>
                  </a:cubicBezTo>
                  <a:cubicBezTo>
                    <a:pt x="140" y="1"/>
                    <a:pt x="135" y="0"/>
                    <a:pt x="132" y="1"/>
                  </a:cubicBezTo>
                  <a:cubicBezTo>
                    <a:pt x="127" y="3"/>
                    <a:pt x="119" y="11"/>
                    <a:pt x="115" y="15"/>
                  </a:cubicBezTo>
                  <a:cubicBezTo>
                    <a:pt x="113" y="16"/>
                    <a:pt x="112" y="21"/>
                    <a:pt x="110" y="22"/>
                  </a:cubicBezTo>
                  <a:cubicBezTo>
                    <a:pt x="106" y="27"/>
                    <a:pt x="97" y="36"/>
                    <a:pt x="91" y="39"/>
                  </a:cubicBezTo>
                  <a:cubicBezTo>
                    <a:pt x="87" y="40"/>
                    <a:pt x="76" y="36"/>
                    <a:pt x="73" y="39"/>
                  </a:cubicBezTo>
                  <a:cubicBezTo>
                    <a:pt x="71" y="42"/>
                    <a:pt x="75" y="51"/>
                    <a:pt x="73" y="54"/>
                  </a:cubicBezTo>
                  <a:cubicBezTo>
                    <a:pt x="73" y="55"/>
                    <a:pt x="71" y="56"/>
                    <a:pt x="70" y="57"/>
                  </a:cubicBezTo>
                  <a:cubicBezTo>
                    <a:pt x="69" y="57"/>
                    <a:pt x="65" y="54"/>
                    <a:pt x="63" y="55"/>
                  </a:cubicBezTo>
                  <a:cubicBezTo>
                    <a:pt x="60" y="57"/>
                    <a:pt x="59" y="65"/>
                    <a:pt x="60" y="69"/>
                  </a:cubicBezTo>
                  <a:cubicBezTo>
                    <a:pt x="60" y="70"/>
                    <a:pt x="62" y="72"/>
                    <a:pt x="63" y="73"/>
                  </a:cubicBezTo>
                  <a:cubicBezTo>
                    <a:pt x="65" y="76"/>
                    <a:pt x="73" y="77"/>
                    <a:pt x="76" y="79"/>
                  </a:cubicBezTo>
                  <a:cubicBezTo>
                    <a:pt x="78" y="80"/>
                    <a:pt x="81" y="84"/>
                    <a:pt x="81" y="86"/>
                  </a:cubicBezTo>
                  <a:cubicBezTo>
                    <a:pt x="80" y="88"/>
                    <a:pt x="76" y="91"/>
                    <a:pt x="76" y="93"/>
                  </a:cubicBezTo>
                  <a:cubicBezTo>
                    <a:pt x="76" y="94"/>
                    <a:pt x="77" y="97"/>
                    <a:pt x="77" y="98"/>
                  </a:cubicBezTo>
                  <a:cubicBezTo>
                    <a:pt x="76" y="100"/>
                    <a:pt x="74" y="104"/>
                    <a:pt x="73" y="106"/>
                  </a:cubicBezTo>
                  <a:cubicBezTo>
                    <a:pt x="71" y="107"/>
                    <a:pt x="67" y="109"/>
                    <a:pt x="65" y="109"/>
                  </a:cubicBezTo>
                  <a:cubicBezTo>
                    <a:pt x="62" y="109"/>
                    <a:pt x="56" y="106"/>
                    <a:pt x="53" y="107"/>
                  </a:cubicBezTo>
                  <a:cubicBezTo>
                    <a:pt x="50" y="107"/>
                    <a:pt x="45" y="110"/>
                    <a:pt x="44" y="112"/>
                  </a:cubicBezTo>
                  <a:cubicBezTo>
                    <a:pt x="42" y="114"/>
                    <a:pt x="43" y="120"/>
                    <a:pt x="42" y="122"/>
                  </a:cubicBezTo>
                  <a:cubicBezTo>
                    <a:pt x="40" y="123"/>
                    <a:pt x="35" y="123"/>
                    <a:pt x="34" y="125"/>
                  </a:cubicBezTo>
                  <a:cubicBezTo>
                    <a:pt x="33" y="126"/>
                    <a:pt x="33" y="130"/>
                    <a:pt x="34" y="132"/>
                  </a:cubicBezTo>
                  <a:cubicBezTo>
                    <a:pt x="35" y="133"/>
                    <a:pt x="37" y="132"/>
                    <a:pt x="38" y="133"/>
                  </a:cubicBezTo>
                  <a:cubicBezTo>
                    <a:pt x="39" y="134"/>
                    <a:pt x="41" y="138"/>
                    <a:pt x="40" y="140"/>
                  </a:cubicBezTo>
                  <a:cubicBezTo>
                    <a:pt x="39" y="143"/>
                    <a:pt x="31" y="143"/>
                    <a:pt x="28" y="146"/>
                  </a:cubicBezTo>
                  <a:cubicBezTo>
                    <a:pt x="26" y="149"/>
                    <a:pt x="25" y="159"/>
                    <a:pt x="22" y="162"/>
                  </a:cubicBezTo>
                  <a:cubicBezTo>
                    <a:pt x="21" y="163"/>
                    <a:pt x="19" y="163"/>
                    <a:pt x="18" y="163"/>
                  </a:cubicBezTo>
                  <a:cubicBezTo>
                    <a:pt x="16" y="162"/>
                    <a:pt x="14" y="160"/>
                    <a:pt x="13" y="158"/>
                  </a:cubicBezTo>
                  <a:cubicBezTo>
                    <a:pt x="13" y="156"/>
                    <a:pt x="14" y="153"/>
                    <a:pt x="15" y="152"/>
                  </a:cubicBezTo>
                  <a:cubicBezTo>
                    <a:pt x="16" y="150"/>
                    <a:pt x="19" y="149"/>
                    <a:pt x="21" y="148"/>
                  </a:cubicBezTo>
                  <a:cubicBezTo>
                    <a:pt x="22" y="147"/>
                    <a:pt x="24" y="143"/>
                    <a:pt x="24" y="141"/>
                  </a:cubicBezTo>
                  <a:cubicBezTo>
                    <a:pt x="25" y="140"/>
                    <a:pt x="25" y="136"/>
                    <a:pt x="24" y="135"/>
                  </a:cubicBezTo>
                  <a:cubicBezTo>
                    <a:pt x="23" y="134"/>
                    <a:pt x="20" y="133"/>
                    <a:pt x="19" y="133"/>
                  </a:cubicBezTo>
                  <a:cubicBezTo>
                    <a:pt x="15" y="133"/>
                    <a:pt x="7" y="137"/>
                    <a:pt x="6" y="141"/>
                  </a:cubicBezTo>
                  <a:cubicBezTo>
                    <a:pt x="5" y="142"/>
                    <a:pt x="6" y="145"/>
                    <a:pt x="6" y="147"/>
                  </a:cubicBezTo>
                  <a:cubicBezTo>
                    <a:pt x="6" y="150"/>
                    <a:pt x="10" y="155"/>
                    <a:pt x="10" y="158"/>
                  </a:cubicBezTo>
                  <a:cubicBezTo>
                    <a:pt x="10" y="159"/>
                    <a:pt x="9" y="162"/>
                    <a:pt x="8" y="163"/>
                  </a:cubicBezTo>
                  <a:cubicBezTo>
                    <a:pt x="7" y="165"/>
                    <a:pt x="1" y="166"/>
                    <a:pt x="1" y="166"/>
                  </a:cubicBezTo>
                  <a:cubicBezTo>
                    <a:pt x="1" y="166"/>
                    <a:pt x="0" y="175"/>
                    <a:pt x="2" y="177"/>
                  </a:cubicBezTo>
                  <a:cubicBezTo>
                    <a:pt x="4" y="178"/>
                    <a:pt x="8" y="176"/>
                    <a:pt x="10" y="17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7"/>
            <p:cNvSpPr>
              <a:spLocks/>
            </p:cNvSpPr>
            <p:nvPr/>
          </p:nvSpPr>
          <p:spPr bwMode="auto">
            <a:xfrm>
              <a:off x="3629025" y="2774950"/>
              <a:ext cx="649288" cy="490538"/>
            </a:xfrm>
            <a:custGeom>
              <a:avLst/>
              <a:gdLst/>
              <a:ahLst/>
              <a:cxnLst>
                <a:cxn ang="0">
                  <a:pos x="260" y="2"/>
                </a:cxn>
                <a:cxn ang="0">
                  <a:pos x="244" y="23"/>
                </a:cxn>
                <a:cxn ang="0">
                  <a:pos x="235" y="41"/>
                </a:cxn>
                <a:cxn ang="0">
                  <a:pos x="219" y="43"/>
                </a:cxn>
                <a:cxn ang="0">
                  <a:pos x="210" y="43"/>
                </a:cxn>
                <a:cxn ang="0">
                  <a:pos x="200" y="48"/>
                </a:cxn>
                <a:cxn ang="0">
                  <a:pos x="194" y="58"/>
                </a:cxn>
                <a:cxn ang="0">
                  <a:pos x="186" y="57"/>
                </a:cxn>
                <a:cxn ang="0">
                  <a:pos x="171" y="70"/>
                </a:cxn>
                <a:cxn ang="0">
                  <a:pos x="169" y="76"/>
                </a:cxn>
                <a:cxn ang="0">
                  <a:pos x="155" y="72"/>
                </a:cxn>
                <a:cxn ang="0">
                  <a:pos x="161" y="88"/>
                </a:cxn>
                <a:cxn ang="0">
                  <a:pos x="165" y="99"/>
                </a:cxn>
                <a:cxn ang="0">
                  <a:pos x="152" y="104"/>
                </a:cxn>
                <a:cxn ang="0">
                  <a:pos x="148" y="111"/>
                </a:cxn>
                <a:cxn ang="0">
                  <a:pos x="132" y="125"/>
                </a:cxn>
                <a:cxn ang="0">
                  <a:pos x="125" y="135"/>
                </a:cxn>
                <a:cxn ang="0">
                  <a:pos x="100" y="139"/>
                </a:cxn>
                <a:cxn ang="0">
                  <a:pos x="72" y="134"/>
                </a:cxn>
                <a:cxn ang="0">
                  <a:pos x="27" y="123"/>
                </a:cxn>
                <a:cxn ang="0">
                  <a:pos x="6" y="152"/>
                </a:cxn>
                <a:cxn ang="0">
                  <a:pos x="7" y="196"/>
                </a:cxn>
                <a:cxn ang="0">
                  <a:pos x="13" y="216"/>
                </a:cxn>
                <a:cxn ang="0">
                  <a:pos x="13" y="235"/>
                </a:cxn>
                <a:cxn ang="0">
                  <a:pos x="41" y="243"/>
                </a:cxn>
                <a:cxn ang="0">
                  <a:pos x="85" y="244"/>
                </a:cxn>
                <a:cxn ang="0">
                  <a:pos x="111" y="227"/>
                </a:cxn>
                <a:cxn ang="0">
                  <a:pos x="123" y="232"/>
                </a:cxn>
                <a:cxn ang="0">
                  <a:pos x="142" y="278"/>
                </a:cxn>
                <a:cxn ang="0">
                  <a:pos x="150" y="271"/>
                </a:cxn>
                <a:cxn ang="0">
                  <a:pos x="164" y="284"/>
                </a:cxn>
                <a:cxn ang="0">
                  <a:pos x="180" y="283"/>
                </a:cxn>
                <a:cxn ang="0">
                  <a:pos x="244" y="256"/>
                </a:cxn>
                <a:cxn ang="0">
                  <a:pos x="269" y="249"/>
                </a:cxn>
                <a:cxn ang="0">
                  <a:pos x="275" y="237"/>
                </a:cxn>
                <a:cxn ang="0">
                  <a:pos x="288" y="231"/>
                </a:cxn>
                <a:cxn ang="0">
                  <a:pos x="303" y="229"/>
                </a:cxn>
                <a:cxn ang="0">
                  <a:pos x="324" y="208"/>
                </a:cxn>
                <a:cxn ang="0">
                  <a:pos x="339" y="193"/>
                </a:cxn>
                <a:cxn ang="0">
                  <a:pos x="348" y="157"/>
                </a:cxn>
                <a:cxn ang="0">
                  <a:pos x="361" y="154"/>
                </a:cxn>
                <a:cxn ang="0">
                  <a:pos x="367" y="146"/>
                </a:cxn>
                <a:cxn ang="0">
                  <a:pos x="375" y="127"/>
                </a:cxn>
                <a:cxn ang="0">
                  <a:pos x="381" y="112"/>
                </a:cxn>
                <a:cxn ang="0">
                  <a:pos x="370" y="97"/>
                </a:cxn>
                <a:cxn ang="0">
                  <a:pos x="357" y="104"/>
                </a:cxn>
                <a:cxn ang="0">
                  <a:pos x="336" y="104"/>
                </a:cxn>
                <a:cxn ang="0">
                  <a:pos x="322" y="92"/>
                </a:cxn>
                <a:cxn ang="0">
                  <a:pos x="302" y="78"/>
                </a:cxn>
                <a:cxn ang="0">
                  <a:pos x="293" y="66"/>
                </a:cxn>
                <a:cxn ang="0">
                  <a:pos x="290" y="44"/>
                </a:cxn>
                <a:cxn ang="0">
                  <a:pos x="279" y="24"/>
                </a:cxn>
              </a:cxnLst>
              <a:rect l="0" t="0" r="r" b="b"/>
              <a:pathLst>
                <a:path w="382" h="289">
                  <a:moveTo>
                    <a:pt x="277" y="9"/>
                  </a:moveTo>
                  <a:cubicBezTo>
                    <a:pt x="276" y="6"/>
                    <a:pt x="273" y="2"/>
                    <a:pt x="270" y="1"/>
                  </a:cubicBezTo>
                  <a:cubicBezTo>
                    <a:pt x="268" y="0"/>
                    <a:pt x="262" y="0"/>
                    <a:pt x="260" y="2"/>
                  </a:cubicBezTo>
                  <a:cubicBezTo>
                    <a:pt x="258" y="3"/>
                    <a:pt x="258" y="8"/>
                    <a:pt x="257" y="9"/>
                  </a:cubicBezTo>
                  <a:cubicBezTo>
                    <a:pt x="254" y="12"/>
                    <a:pt x="242" y="15"/>
                    <a:pt x="242" y="15"/>
                  </a:cubicBezTo>
                  <a:cubicBezTo>
                    <a:pt x="242" y="15"/>
                    <a:pt x="244" y="21"/>
                    <a:pt x="244" y="23"/>
                  </a:cubicBezTo>
                  <a:cubicBezTo>
                    <a:pt x="244" y="26"/>
                    <a:pt x="243" y="31"/>
                    <a:pt x="241" y="34"/>
                  </a:cubicBezTo>
                  <a:cubicBezTo>
                    <a:pt x="240" y="35"/>
                    <a:pt x="237" y="35"/>
                    <a:pt x="236" y="36"/>
                  </a:cubicBezTo>
                  <a:cubicBezTo>
                    <a:pt x="235" y="37"/>
                    <a:pt x="236" y="41"/>
                    <a:pt x="235" y="41"/>
                  </a:cubicBezTo>
                  <a:cubicBezTo>
                    <a:pt x="233" y="42"/>
                    <a:pt x="230" y="40"/>
                    <a:pt x="229" y="41"/>
                  </a:cubicBezTo>
                  <a:cubicBezTo>
                    <a:pt x="227" y="41"/>
                    <a:pt x="227" y="46"/>
                    <a:pt x="225" y="46"/>
                  </a:cubicBezTo>
                  <a:cubicBezTo>
                    <a:pt x="224" y="46"/>
                    <a:pt x="220" y="44"/>
                    <a:pt x="219" y="43"/>
                  </a:cubicBezTo>
                  <a:cubicBezTo>
                    <a:pt x="219" y="42"/>
                    <a:pt x="218" y="40"/>
                    <a:pt x="217" y="39"/>
                  </a:cubicBezTo>
                  <a:cubicBezTo>
                    <a:pt x="216" y="39"/>
                    <a:pt x="213" y="39"/>
                    <a:pt x="212" y="40"/>
                  </a:cubicBezTo>
                  <a:cubicBezTo>
                    <a:pt x="211" y="40"/>
                    <a:pt x="211" y="42"/>
                    <a:pt x="210" y="43"/>
                  </a:cubicBezTo>
                  <a:cubicBezTo>
                    <a:pt x="210" y="44"/>
                    <a:pt x="210" y="46"/>
                    <a:pt x="210" y="47"/>
                  </a:cubicBezTo>
                  <a:cubicBezTo>
                    <a:pt x="209" y="48"/>
                    <a:pt x="207" y="49"/>
                    <a:pt x="205" y="49"/>
                  </a:cubicBezTo>
                  <a:cubicBezTo>
                    <a:pt x="204" y="49"/>
                    <a:pt x="202" y="48"/>
                    <a:pt x="200" y="48"/>
                  </a:cubicBezTo>
                  <a:cubicBezTo>
                    <a:pt x="199" y="48"/>
                    <a:pt x="198" y="50"/>
                    <a:pt x="197" y="50"/>
                  </a:cubicBezTo>
                  <a:cubicBezTo>
                    <a:pt x="197" y="52"/>
                    <a:pt x="197" y="55"/>
                    <a:pt x="197" y="56"/>
                  </a:cubicBezTo>
                  <a:cubicBezTo>
                    <a:pt x="196" y="57"/>
                    <a:pt x="195" y="58"/>
                    <a:pt x="194" y="58"/>
                  </a:cubicBezTo>
                  <a:cubicBezTo>
                    <a:pt x="193" y="58"/>
                    <a:pt x="192" y="56"/>
                    <a:pt x="191" y="56"/>
                  </a:cubicBezTo>
                  <a:cubicBezTo>
                    <a:pt x="190" y="55"/>
                    <a:pt x="189" y="52"/>
                    <a:pt x="188" y="53"/>
                  </a:cubicBezTo>
                  <a:cubicBezTo>
                    <a:pt x="187" y="53"/>
                    <a:pt x="187" y="56"/>
                    <a:pt x="186" y="57"/>
                  </a:cubicBezTo>
                  <a:cubicBezTo>
                    <a:pt x="185" y="57"/>
                    <a:pt x="182" y="57"/>
                    <a:pt x="181" y="57"/>
                  </a:cubicBezTo>
                  <a:cubicBezTo>
                    <a:pt x="179" y="59"/>
                    <a:pt x="180" y="64"/>
                    <a:pt x="179" y="65"/>
                  </a:cubicBezTo>
                  <a:cubicBezTo>
                    <a:pt x="177" y="67"/>
                    <a:pt x="173" y="70"/>
                    <a:pt x="171" y="70"/>
                  </a:cubicBezTo>
                  <a:cubicBezTo>
                    <a:pt x="170" y="70"/>
                    <a:pt x="168" y="68"/>
                    <a:pt x="167" y="69"/>
                  </a:cubicBezTo>
                  <a:cubicBezTo>
                    <a:pt x="167" y="69"/>
                    <a:pt x="165" y="70"/>
                    <a:pt x="165" y="70"/>
                  </a:cubicBezTo>
                  <a:cubicBezTo>
                    <a:pt x="165" y="72"/>
                    <a:pt x="169" y="75"/>
                    <a:pt x="169" y="76"/>
                  </a:cubicBezTo>
                  <a:cubicBezTo>
                    <a:pt x="169" y="78"/>
                    <a:pt x="167" y="81"/>
                    <a:pt x="166" y="82"/>
                  </a:cubicBezTo>
                  <a:cubicBezTo>
                    <a:pt x="164" y="82"/>
                    <a:pt x="161" y="80"/>
                    <a:pt x="160" y="79"/>
                  </a:cubicBezTo>
                  <a:cubicBezTo>
                    <a:pt x="158" y="78"/>
                    <a:pt x="157" y="73"/>
                    <a:pt x="155" y="72"/>
                  </a:cubicBezTo>
                  <a:cubicBezTo>
                    <a:pt x="153" y="72"/>
                    <a:pt x="150" y="72"/>
                    <a:pt x="149" y="73"/>
                  </a:cubicBezTo>
                  <a:cubicBezTo>
                    <a:pt x="148" y="75"/>
                    <a:pt x="151" y="78"/>
                    <a:pt x="152" y="80"/>
                  </a:cubicBezTo>
                  <a:cubicBezTo>
                    <a:pt x="154" y="82"/>
                    <a:pt x="159" y="86"/>
                    <a:pt x="161" y="88"/>
                  </a:cubicBezTo>
                  <a:cubicBezTo>
                    <a:pt x="162" y="89"/>
                    <a:pt x="163" y="90"/>
                    <a:pt x="163" y="91"/>
                  </a:cubicBezTo>
                  <a:cubicBezTo>
                    <a:pt x="163" y="92"/>
                    <a:pt x="160" y="93"/>
                    <a:pt x="160" y="94"/>
                  </a:cubicBezTo>
                  <a:cubicBezTo>
                    <a:pt x="160" y="96"/>
                    <a:pt x="165" y="97"/>
                    <a:pt x="165" y="99"/>
                  </a:cubicBezTo>
                  <a:cubicBezTo>
                    <a:pt x="166" y="100"/>
                    <a:pt x="164" y="103"/>
                    <a:pt x="164" y="104"/>
                  </a:cubicBezTo>
                  <a:cubicBezTo>
                    <a:pt x="163" y="105"/>
                    <a:pt x="162" y="106"/>
                    <a:pt x="161" y="106"/>
                  </a:cubicBezTo>
                  <a:cubicBezTo>
                    <a:pt x="159" y="106"/>
                    <a:pt x="154" y="104"/>
                    <a:pt x="152" y="104"/>
                  </a:cubicBezTo>
                  <a:cubicBezTo>
                    <a:pt x="151" y="103"/>
                    <a:pt x="148" y="103"/>
                    <a:pt x="147" y="104"/>
                  </a:cubicBezTo>
                  <a:cubicBezTo>
                    <a:pt x="147" y="104"/>
                    <a:pt x="146" y="106"/>
                    <a:pt x="145" y="106"/>
                  </a:cubicBezTo>
                  <a:cubicBezTo>
                    <a:pt x="145" y="108"/>
                    <a:pt x="148" y="110"/>
                    <a:pt x="148" y="111"/>
                  </a:cubicBezTo>
                  <a:cubicBezTo>
                    <a:pt x="148" y="113"/>
                    <a:pt x="144" y="114"/>
                    <a:pt x="143" y="115"/>
                  </a:cubicBezTo>
                  <a:cubicBezTo>
                    <a:pt x="142" y="115"/>
                    <a:pt x="139" y="114"/>
                    <a:pt x="138" y="114"/>
                  </a:cubicBezTo>
                  <a:cubicBezTo>
                    <a:pt x="135" y="116"/>
                    <a:pt x="134" y="123"/>
                    <a:pt x="132" y="125"/>
                  </a:cubicBezTo>
                  <a:cubicBezTo>
                    <a:pt x="131" y="126"/>
                    <a:pt x="127" y="127"/>
                    <a:pt x="126" y="127"/>
                  </a:cubicBezTo>
                  <a:cubicBezTo>
                    <a:pt x="125" y="128"/>
                    <a:pt x="124" y="128"/>
                    <a:pt x="123" y="129"/>
                  </a:cubicBezTo>
                  <a:cubicBezTo>
                    <a:pt x="123" y="130"/>
                    <a:pt x="125" y="134"/>
                    <a:pt x="125" y="135"/>
                  </a:cubicBezTo>
                  <a:cubicBezTo>
                    <a:pt x="125" y="136"/>
                    <a:pt x="125" y="139"/>
                    <a:pt x="124" y="140"/>
                  </a:cubicBezTo>
                  <a:cubicBezTo>
                    <a:pt x="123" y="141"/>
                    <a:pt x="118" y="142"/>
                    <a:pt x="116" y="142"/>
                  </a:cubicBezTo>
                  <a:cubicBezTo>
                    <a:pt x="112" y="142"/>
                    <a:pt x="104" y="138"/>
                    <a:pt x="100" y="139"/>
                  </a:cubicBezTo>
                  <a:cubicBezTo>
                    <a:pt x="97" y="139"/>
                    <a:pt x="92" y="144"/>
                    <a:pt x="89" y="145"/>
                  </a:cubicBezTo>
                  <a:cubicBezTo>
                    <a:pt x="87" y="145"/>
                    <a:pt x="83" y="142"/>
                    <a:pt x="82" y="141"/>
                  </a:cubicBezTo>
                  <a:cubicBezTo>
                    <a:pt x="79" y="140"/>
                    <a:pt x="74" y="135"/>
                    <a:pt x="72" y="134"/>
                  </a:cubicBezTo>
                  <a:cubicBezTo>
                    <a:pt x="66" y="130"/>
                    <a:pt x="52" y="124"/>
                    <a:pt x="45" y="124"/>
                  </a:cubicBezTo>
                  <a:cubicBezTo>
                    <a:pt x="42" y="123"/>
                    <a:pt x="37" y="126"/>
                    <a:pt x="34" y="126"/>
                  </a:cubicBezTo>
                  <a:cubicBezTo>
                    <a:pt x="32" y="126"/>
                    <a:pt x="29" y="123"/>
                    <a:pt x="27" y="123"/>
                  </a:cubicBezTo>
                  <a:cubicBezTo>
                    <a:pt x="23" y="124"/>
                    <a:pt x="13" y="133"/>
                    <a:pt x="13" y="133"/>
                  </a:cubicBezTo>
                  <a:cubicBezTo>
                    <a:pt x="6" y="133"/>
                    <a:pt x="6" y="133"/>
                    <a:pt x="6" y="133"/>
                  </a:cubicBezTo>
                  <a:cubicBezTo>
                    <a:pt x="6" y="133"/>
                    <a:pt x="6" y="147"/>
                    <a:pt x="6" y="152"/>
                  </a:cubicBezTo>
                  <a:cubicBezTo>
                    <a:pt x="5" y="158"/>
                    <a:pt x="0" y="170"/>
                    <a:pt x="1" y="176"/>
                  </a:cubicBezTo>
                  <a:cubicBezTo>
                    <a:pt x="2" y="179"/>
                    <a:pt x="5" y="184"/>
                    <a:pt x="6" y="187"/>
                  </a:cubicBezTo>
                  <a:cubicBezTo>
                    <a:pt x="7" y="189"/>
                    <a:pt x="7" y="194"/>
                    <a:pt x="7" y="196"/>
                  </a:cubicBezTo>
                  <a:cubicBezTo>
                    <a:pt x="8" y="198"/>
                    <a:pt x="10" y="202"/>
                    <a:pt x="10" y="204"/>
                  </a:cubicBezTo>
                  <a:cubicBezTo>
                    <a:pt x="10" y="206"/>
                    <a:pt x="8" y="209"/>
                    <a:pt x="8" y="211"/>
                  </a:cubicBezTo>
                  <a:cubicBezTo>
                    <a:pt x="8" y="213"/>
                    <a:pt x="12" y="214"/>
                    <a:pt x="13" y="216"/>
                  </a:cubicBezTo>
                  <a:cubicBezTo>
                    <a:pt x="13" y="218"/>
                    <a:pt x="12" y="222"/>
                    <a:pt x="11" y="223"/>
                  </a:cubicBezTo>
                  <a:cubicBezTo>
                    <a:pt x="10" y="226"/>
                    <a:pt x="4" y="230"/>
                    <a:pt x="4" y="230"/>
                  </a:cubicBezTo>
                  <a:cubicBezTo>
                    <a:pt x="4" y="230"/>
                    <a:pt x="11" y="233"/>
                    <a:pt x="13" y="235"/>
                  </a:cubicBezTo>
                  <a:cubicBezTo>
                    <a:pt x="16" y="237"/>
                    <a:pt x="17" y="244"/>
                    <a:pt x="20" y="246"/>
                  </a:cubicBezTo>
                  <a:cubicBezTo>
                    <a:pt x="23" y="248"/>
                    <a:pt x="29" y="248"/>
                    <a:pt x="32" y="248"/>
                  </a:cubicBezTo>
                  <a:cubicBezTo>
                    <a:pt x="34" y="248"/>
                    <a:pt x="38" y="243"/>
                    <a:pt x="41" y="243"/>
                  </a:cubicBezTo>
                  <a:cubicBezTo>
                    <a:pt x="46" y="242"/>
                    <a:pt x="56" y="248"/>
                    <a:pt x="61" y="249"/>
                  </a:cubicBezTo>
                  <a:cubicBezTo>
                    <a:pt x="65" y="249"/>
                    <a:pt x="74" y="250"/>
                    <a:pt x="78" y="249"/>
                  </a:cubicBezTo>
                  <a:cubicBezTo>
                    <a:pt x="80" y="248"/>
                    <a:pt x="83" y="246"/>
                    <a:pt x="85" y="244"/>
                  </a:cubicBezTo>
                  <a:cubicBezTo>
                    <a:pt x="88" y="241"/>
                    <a:pt x="90" y="232"/>
                    <a:pt x="93" y="230"/>
                  </a:cubicBezTo>
                  <a:cubicBezTo>
                    <a:pt x="96" y="228"/>
                    <a:pt x="103" y="225"/>
                    <a:pt x="106" y="225"/>
                  </a:cubicBezTo>
                  <a:cubicBezTo>
                    <a:pt x="107" y="225"/>
                    <a:pt x="110" y="227"/>
                    <a:pt x="111" y="227"/>
                  </a:cubicBezTo>
                  <a:cubicBezTo>
                    <a:pt x="113" y="227"/>
                    <a:pt x="114" y="224"/>
                    <a:pt x="115" y="223"/>
                  </a:cubicBezTo>
                  <a:cubicBezTo>
                    <a:pt x="117" y="223"/>
                    <a:pt x="121" y="223"/>
                    <a:pt x="123" y="224"/>
                  </a:cubicBezTo>
                  <a:cubicBezTo>
                    <a:pt x="124" y="225"/>
                    <a:pt x="122" y="230"/>
                    <a:pt x="123" y="232"/>
                  </a:cubicBezTo>
                  <a:cubicBezTo>
                    <a:pt x="124" y="234"/>
                    <a:pt x="129" y="236"/>
                    <a:pt x="130" y="238"/>
                  </a:cubicBezTo>
                  <a:cubicBezTo>
                    <a:pt x="134" y="244"/>
                    <a:pt x="132" y="260"/>
                    <a:pt x="135" y="267"/>
                  </a:cubicBezTo>
                  <a:cubicBezTo>
                    <a:pt x="136" y="270"/>
                    <a:pt x="139" y="277"/>
                    <a:pt x="142" y="278"/>
                  </a:cubicBezTo>
                  <a:cubicBezTo>
                    <a:pt x="143" y="278"/>
                    <a:pt x="145" y="276"/>
                    <a:pt x="145" y="275"/>
                  </a:cubicBezTo>
                  <a:cubicBezTo>
                    <a:pt x="146" y="273"/>
                    <a:pt x="145" y="270"/>
                    <a:pt x="146" y="270"/>
                  </a:cubicBezTo>
                  <a:cubicBezTo>
                    <a:pt x="147" y="269"/>
                    <a:pt x="149" y="270"/>
                    <a:pt x="150" y="271"/>
                  </a:cubicBezTo>
                  <a:cubicBezTo>
                    <a:pt x="152" y="272"/>
                    <a:pt x="154" y="275"/>
                    <a:pt x="155" y="277"/>
                  </a:cubicBezTo>
                  <a:cubicBezTo>
                    <a:pt x="155" y="278"/>
                    <a:pt x="154" y="281"/>
                    <a:pt x="155" y="282"/>
                  </a:cubicBezTo>
                  <a:cubicBezTo>
                    <a:pt x="157" y="284"/>
                    <a:pt x="162" y="283"/>
                    <a:pt x="164" y="284"/>
                  </a:cubicBezTo>
                  <a:cubicBezTo>
                    <a:pt x="166" y="285"/>
                    <a:pt x="168" y="289"/>
                    <a:pt x="170" y="289"/>
                  </a:cubicBezTo>
                  <a:cubicBezTo>
                    <a:pt x="172" y="289"/>
                    <a:pt x="173" y="284"/>
                    <a:pt x="175" y="283"/>
                  </a:cubicBezTo>
                  <a:cubicBezTo>
                    <a:pt x="176" y="282"/>
                    <a:pt x="179" y="283"/>
                    <a:pt x="180" y="283"/>
                  </a:cubicBezTo>
                  <a:cubicBezTo>
                    <a:pt x="182" y="283"/>
                    <a:pt x="186" y="285"/>
                    <a:pt x="187" y="285"/>
                  </a:cubicBezTo>
                  <a:cubicBezTo>
                    <a:pt x="202" y="282"/>
                    <a:pt x="225" y="260"/>
                    <a:pt x="239" y="256"/>
                  </a:cubicBezTo>
                  <a:cubicBezTo>
                    <a:pt x="240" y="256"/>
                    <a:pt x="243" y="256"/>
                    <a:pt x="244" y="256"/>
                  </a:cubicBezTo>
                  <a:cubicBezTo>
                    <a:pt x="246" y="255"/>
                    <a:pt x="248" y="253"/>
                    <a:pt x="250" y="252"/>
                  </a:cubicBezTo>
                  <a:cubicBezTo>
                    <a:pt x="252" y="252"/>
                    <a:pt x="256" y="253"/>
                    <a:pt x="258" y="253"/>
                  </a:cubicBezTo>
                  <a:cubicBezTo>
                    <a:pt x="261" y="252"/>
                    <a:pt x="266" y="251"/>
                    <a:pt x="269" y="249"/>
                  </a:cubicBezTo>
                  <a:cubicBezTo>
                    <a:pt x="270" y="248"/>
                    <a:pt x="270" y="245"/>
                    <a:pt x="271" y="245"/>
                  </a:cubicBezTo>
                  <a:cubicBezTo>
                    <a:pt x="271" y="244"/>
                    <a:pt x="273" y="244"/>
                    <a:pt x="273" y="244"/>
                  </a:cubicBezTo>
                  <a:cubicBezTo>
                    <a:pt x="273" y="244"/>
                    <a:pt x="274" y="238"/>
                    <a:pt x="275" y="237"/>
                  </a:cubicBezTo>
                  <a:cubicBezTo>
                    <a:pt x="275" y="236"/>
                    <a:pt x="276" y="235"/>
                    <a:pt x="277" y="234"/>
                  </a:cubicBezTo>
                  <a:cubicBezTo>
                    <a:pt x="278" y="234"/>
                    <a:pt x="282" y="233"/>
                    <a:pt x="284" y="233"/>
                  </a:cubicBezTo>
                  <a:cubicBezTo>
                    <a:pt x="285" y="232"/>
                    <a:pt x="287" y="232"/>
                    <a:pt x="288" y="231"/>
                  </a:cubicBezTo>
                  <a:cubicBezTo>
                    <a:pt x="288" y="230"/>
                    <a:pt x="286" y="227"/>
                    <a:pt x="286" y="226"/>
                  </a:cubicBezTo>
                  <a:cubicBezTo>
                    <a:pt x="288" y="224"/>
                    <a:pt x="292" y="224"/>
                    <a:pt x="294" y="225"/>
                  </a:cubicBezTo>
                  <a:cubicBezTo>
                    <a:pt x="297" y="225"/>
                    <a:pt x="301" y="229"/>
                    <a:pt x="303" y="229"/>
                  </a:cubicBezTo>
                  <a:cubicBezTo>
                    <a:pt x="308" y="229"/>
                    <a:pt x="316" y="225"/>
                    <a:pt x="320" y="222"/>
                  </a:cubicBezTo>
                  <a:cubicBezTo>
                    <a:pt x="321" y="222"/>
                    <a:pt x="323" y="219"/>
                    <a:pt x="323" y="218"/>
                  </a:cubicBezTo>
                  <a:cubicBezTo>
                    <a:pt x="324" y="216"/>
                    <a:pt x="323" y="210"/>
                    <a:pt x="324" y="208"/>
                  </a:cubicBezTo>
                  <a:cubicBezTo>
                    <a:pt x="325" y="206"/>
                    <a:pt x="326" y="202"/>
                    <a:pt x="327" y="201"/>
                  </a:cubicBezTo>
                  <a:cubicBezTo>
                    <a:pt x="330" y="199"/>
                    <a:pt x="337" y="200"/>
                    <a:pt x="339" y="198"/>
                  </a:cubicBezTo>
                  <a:cubicBezTo>
                    <a:pt x="340" y="197"/>
                    <a:pt x="339" y="194"/>
                    <a:pt x="339" y="193"/>
                  </a:cubicBezTo>
                  <a:cubicBezTo>
                    <a:pt x="340" y="189"/>
                    <a:pt x="347" y="184"/>
                    <a:pt x="348" y="180"/>
                  </a:cubicBezTo>
                  <a:cubicBezTo>
                    <a:pt x="349" y="176"/>
                    <a:pt x="344" y="169"/>
                    <a:pt x="345" y="165"/>
                  </a:cubicBezTo>
                  <a:cubicBezTo>
                    <a:pt x="345" y="163"/>
                    <a:pt x="347" y="159"/>
                    <a:pt x="348" y="157"/>
                  </a:cubicBezTo>
                  <a:cubicBezTo>
                    <a:pt x="349" y="156"/>
                    <a:pt x="352" y="154"/>
                    <a:pt x="353" y="154"/>
                  </a:cubicBezTo>
                  <a:cubicBezTo>
                    <a:pt x="355" y="154"/>
                    <a:pt x="357" y="156"/>
                    <a:pt x="359" y="156"/>
                  </a:cubicBezTo>
                  <a:cubicBezTo>
                    <a:pt x="360" y="156"/>
                    <a:pt x="361" y="154"/>
                    <a:pt x="361" y="154"/>
                  </a:cubicBezTo>
                  <a:cubicBezTo>
                    <a:pt x="362" y="152"/>
                    <a:pt x="360" y="149"/>
                    <a:pt x="360" y="147"/>
                  </a:cubicBezTo>
                  <a:cubicBezTo>
                    <a:pt x="361" y="146"/>
                    <a:pt x="362" y="146"/>
                    <a:pt x="362" y="146"/>
                  </a:cubicBezTo>
                  <a:cubicBezTo>
                    <a:pt x="364" y="145"/>
                    <a:pt x="366" y="146"/>
                    <a:pt x="367" y="146"/>
                  </a:cubicBezTo>
                  <a:cubicBezTo>
                    <a:pt x="368" y="145"/>
                    <a:pt x="369" y="144"/>
                    <a:pt x="369" y="144"/>
                  </a:cubicBezTo>
                  <a:cubicBezTo>
                    <a:pt x="370" y="141"/>
                    <a:pt x="365" y="135"/>
                    <a:pt x="367" y="132"/>
                  </a:cubicBezTo>
                  <a:cubicBezTo>
                    <a:pt x="368" y="130"/>
                    <a:pt x="374" y="129"/>
                    <a:pt x="375" y="127"/>
                  </a:cubicBezTo>
                  <a:cubicBezTo>
                    <a:pt x="377" y="125"/>
                    <a:pt x="376" y="120"/>
                    <a:pt x="377" y="118"/>
                  </a:cubicBezTo>
                  <a:cubicBezTo>
                    <a:pt x="378" y="117"/>
                    <a:pt x="381" y="116"/>
                    <a:pt x="382" y="114"/>
                  </a:cubicBezTo>
                  <a:cubicBezTo>
                    <a:pt x="382" y="114"/>
                    <a:pt x="382" y="112"/>
                    <a:pt x="381" y="112"/>
                  </a:cubicBezTo>
                  <a:cubicBezTo>
                    <a:pt x="380" y="110"/>
                    <a:pt x="377" y="110"/>
                    <a:pt x="376" y="109"/>
                  </a:cubicBezTo>
                  <a:cubicBezTo>
                    <a:pt x="375" y="107"/>
                    <a:pt x="375" y="103"/>
                    <a:pt x="373" y="101"/>
                  </a:cubicBezTo>
                  <a:cubicBezTo>
                    <a:pt x="373" y="100"/>
                    <a:pt x="371" y="97"/>
                    <a:pt x="370" y="97"/>
                  </a:cubicBezTo>
                  <a:cubicBezTo>
                    <a:pt x="369" y="97"/>
                    <a:pt x="368" y="99"/>
                    <a:pt x="367" y="100"/>
                  </a:cubicBezTo>
                  <a:cubicBezTo>
                    <a:pt x="365" y="100"/>
                    <a:pt x="362" y="96"/>
                    <a:pt x="361" y="97"/>
                  </a:cubicBezTo>
                  <a:cubicBezTo>
                    <a:pt x="359" y="98"/>
                    <a:pt x="359" y="103"/>
                    <a:pt x="357" y="104"/>
                  </a:cubicBezTo>
                  <a:cubicBezTo>
                    <a:pt x="355" y="105"/>
                    <a:pt x="350" y="101"/>
                    <a:pt x="347" y="102"/>
                  </a:cubicBezTo>
                  <a:cubicBezTo>
                    <a:pt x="345" y="103"/>
                    <a:pt x="344" y="108"/>
                    <a:pt x="342" y="108"/>
                  </a:cubicBezTo>
                  <a:cubicBezTo>
                    <a:pt x="340" y="108"/>
                    <a:pt x="337" y="106"/>
                    <a:pt x="336" y="104"/>
                  </a:cubicBezTo>
                  <a:cubicBezTo>
                    <a:pt x="333" y="101"/>
                    <a:pt x="332" y="92"/>
                    <a:pt x="329" y="89"/>
                  </a:cubicBezTo>
                  <a:cubicBezTo>
                    <a:pt x="328" y="88"/>
                    <a:pt x="326" y="86"/>
                    <a:pt x="325" y="86"/>
                  </a:cubicBezTo>
                  <a:cubicBezTo>
                    <a:pt x="324" y="87"/>
                    <a:pt x="323" y="92"/>
                    <a:pt x="322" y="92"/>
                  </a:cubicBezTo>
                  <a:cubicBezTo>
                    <a:pt x="321" y="92"/>
                    <a:pt x="320" y="91"/>
                    <a:pt x="319" y="91"/>
                  </a:cubicBezTo>
                  <a:cubicBezTo>
                    <a:pt x="317" y="89"/>
                    <a:pt x="316" y="85"/>
                    <a:pt x="314" y="83"/>
                  </a:cubicBezTo>
                  <a:cubicBezTo>
                    <a:pt x="312" y="81"/>
                    <a:pt x="305" y="80"/>
                    <a:pt x="302" y="78"/>
                  </a:cubicBezTo>
                  <a:cubicBezTo>
                    <a:pt x="301" y="76"/>
                    <a:pt x="301" y="72"/>
                    <a:pt x="299" y="71"/>
                  </a:cubicBezTo>
                  <a:cubicBezTo>
                    <a:pt x="298" y="70"/>
                    <a:pt x="295" y="70"/>
                    <a:pt x="294" y="69"/>
                  </a:cubicBezTo>
                  <a:cubicBezTo>
                    <a:pt x="294" y="68"/>
                    <a:pt x="293" y="67"/>
                    <a:pt x="293" y="66"/>
                  </a:cubicBezTo>
                  <a:cubicBezTo>
                    <a:pt x="292" y="64"/>
                    <a:pt x="287" y="61"/>
                    <a:pt x="286" y="58"/>
                  </a:cubicBezTo>
                  <a:cubicBezTo>
                    <a:pt x="285" y="57"/>
                    <a:pt x="286" y="55"/>
                    <a:pt x="286" y="54"/>
                  </a:cubicBezTo>
                  <a:cubicBezTo>
                    <a:pt x="286" y="51"/>
                    <a:pt x="291" y="47"/>
                    <a:pt x="290" y="44"/>
                  </a:cubicBezTo>
                  <a:cubicBezTo>
                    <a:pt x="289" y="41"/>
                    <a:pt x="283" y="41"/>
                    <a:pt x="281" y="38"/>
                  </a:cubicBezTo>
                  <a:cubicBezTo>
                    <a:pt x="280" y="36"/>
                    <a:pt x="278" y="31"/>
                    <a:pt x="278" y="29"/>
                  </a:cubicBezTo>
                  <a:cubicBezTo>
                    <a:pt x="278" y="27"/>
                    <a:pt x="279" y="24"/>
                    <a:pt x="279" y="24"/>
                  </a:cubicBezTo>
                  <a:cubicBezTo>
                    <a:pt x="279" y="24"/>
                    <a:pt x="276" y="19"/>
                    <a:pt x="276" y="18"/>
                  </a:cubicBezTo>
                  <a:cubicBezTo>
                    <a:pt x="276" y="15"/>
                    <a:pt x="277" y="11"/>
                    <a:pt x="277"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8"/>
            <p:cNvSpPr>
              <a:spLocks/>
            </p:cNvSpPr>
            <p:nvPr/>
          </p:nvSpPr>
          <p:spPr bwMode="auto">
            <a:xfrm>
              <a:off x="4092575" y="2717800"/>
              <a:ext cx="630238" cy="565150"/>
            </a:xfrm>
            <a:custGeom>
              <a:avLst/>
              <a:gdLst/>
              <a:ahLst/>
              <a:cxnLst>
                <a:cxn ang="0">
                  <a:pos x="319" y="152"/>
                </a:cxn>
                <a:cxn ang="0">
                  <a:pos x="293" y="148"/>
                </a:cxn>
                <a:cxn ang="0">
                  <a:pos x="289" y="121"/>
                </a:cxn>
                <a:cxn ang="0">
                  <a:pos x="293" y="104"/>
                </a:cxn>
                <a:cxn ang="0">
                  <a:pos x="263" y="90"/>
                </a:cxn>
                <a:cxn ang="0">
                  <a:pos x="260" y="66"/>
                </a:cxn>
                <a:cxn ang="0">
                  <a:pos x="225" y="11"/>
                </a:cxn>
                <a:cxn ang="0">
                  <a:pos x="199" y="1"/>
                </a:cxn>
                <a:cxn ang="0">
                  <a:pos x="182" y="14"/>
                </a:cxn>
                <a:cxn ang="0">
                  <a:pos x="173" y="18"/>
                </a:cxn>
                <a:cxn ang="0">
                  <a:pos x="142" y="6"/>
                </a:cxn>
                <a:cxn ang="0">
                  <a:pos x="136" y="23"/>
                </a:cxn>
                <a:cxn ang="0">
                  <a:pos x="127" y="31"/>
                </a:cxn>
                <a:cxn ang="0">
                  <a:pos x="134" y="57"/>
                </a:cxn>
                <a:cxn ang="0">
                  <a:pos x="134" y="69"/>
                </a:cxn>
                <a:cxn ang="0">
                  <a:pos x="121" y="65"/>
                </a:cxn>
                <a:cxn ang="0">
                  <a:pos x="109" y="73"/>
                </a:cxn>
                <a:cxn ang="0">
                  <a:pos x="91" y="71"/>
                </a:cxn>
                <a:cxn ang="0">
                  <a:pos x="80" y="66"/>
                </a:cxn>
                <a:cxn ang="0">
                  <a:pos x="66" y="56"/>
                </a:cxn>
                <a:cxn ang="0">
                  <a:pos x="51" y="47"/>
                </a:cxn>
                <a:cxn ang="0">
                  <a:pos x="35" y="52"/>
                </a:cxn>
                <a:cxn ang="0">
                  <a:pos x="26" y="54"/>
                </a:cxn>
                <a:cxn ang="0">
                  <a:pos x="14" y="56"/>
                </a:cxn>
                <a:cxn ang="0">
                  <a:pos x="8" y="72"/>
                </a:cxn>
                <a:cxn ang="0">
                  <a:pos x="13" y="92"/>
                </a:cxn>
                <a:cxn ang="0">
                  <a:pos x="26" y="105"/>
                </a:cxn>
                <a:cxn ang="0">
                  <a:pos x="46" y="125"/>
                </a:cxn>
                <a:cxn ang="0">
                  <a:pos x="56" y="123"/>
                </a:cxn>
                <a:cxn ang="0">
                  <a:pos x="74" y="136"/>
                </a:cxn>
                <a:cxn ang="0">
                  <a:pos x="94" y="134"/>
                </a:cxn>
                <a:cxn ang="0">
                  <a:pos x="103" y="143"/>
                </a:cxn>
                <a:cxn ang="0">
                  <a:pos x="104" y="152"/>
                </a:cxn>
                <a:cxn ang="0">
                  <a:pos x="96" y="178"/>
                </a:cxn>
                <a:cxn ang="0">
                  <a:pos x="87" y="181"/>
                </a:cxn>
                <a:cxn ang="0">
                  <a:pos x="80" y="188"/>
                </a:cxn>
                <a:cxn ang="0">
                  <a:pos x="75" y="214"/>
                </a:cxn>
                <a:cxn ang="0">
                  <a:pos x="54" y="235"/>
                </a:cxn>
                <a:cxn ang="0">
                  <a:pos x="47" y="256"/>
                </a:cxn>
                <a:cxn ang="0">
                  <a:pos x="13" y="260"/>
                </a:cxn>
                <a:cxn ang="0">
                  <a:pos x="4" y="268"/>
                </a:cxn>
                <a:cxn ang="0">
                  <a:pos x="18" y="291"/>
                </a:cxn>
                <a:cxn ang="0">
                  <a:pos x="44" y="303"/>
                </a:cxn>
                <a:cxn ang="0">
                  <a:pos x="64" y="283"/>
                </a:cxn>
                <a:cxn ang="0">
                  <a:pos x="104" y="283"/>
                </a:cxn>
                <a:cxn ang="0">
                  <a:pos x="140" y="308"/>
                </a:cxn>
                <a:cxn ang="0">
                  <a:pos x="176" y="309"/>
                </a:cxn>
                <a:cxn ang="0">
                  <a:pos x="210" y="325"/>
                </a:cxn>
                <a:cxn ang="0">
                  <a:pos x="232" y="322"/>
                </a:cxn>
                <a:cxn ang="0">
                  <a:pos x="259" y="331"/>
                </a:cxn>
                <a:cxn ang="0">
                  <a:pos x="277" y="301"/>
                </a:cxn>
                <a:cxn ang="0">
                  <a:pos x="307" y="288"/>
                </a:cxn>
                <a:cxn ang="0">
                  <a:pos x="310" y="275"/>
                </a:cxn>
                <a:cxn ang="0">
                  <a:pos x="296" y="251"/>
                </a:cxn>
                <a:cxn ang="0">
                  <a:pos x="304" y="229"/>
                </a:cxn>
                <a:cxn ang="0">
                  <a:pos x="325" y="227"/>
                </a:cxn>
                <a:cxn ang="0">
                  <a:pos x="358" y="204"/>
                </a:cxn>
                <a:cxn ang="0">
                  <a:pos x="357" y="155"/>
                </a:cxn>
              </a:cxnLst>
              <a:rect l="0" t="0" r="r" b="b"/>
              <a:pathLst>
                <a:path w="371" h="333">
                  <a:moveTo>
                    <a:pt x="344" y="160"/>
                  </a:moveTo>
                  <a:cubicBezTo>
                    <a:pt x="342" y="160"/>
                    <a:pt x="337" y="161"/>
                    <a:pt x="335" y="161"/>
                  </a:cubicBezTo>
                  <a:cubicBezTo>
                    <a:pt x="331" y="160"/>
                    <a:pt x="323" y="154"/>
                    <a:pt x="319" y="152"/>
                  </a:cubicBezTo>
                  <a:cubicBezTo>
                    <a:pt x="317" y="151"/>
                    <a:pt x="313" y="149"/>
                    <a:pt x="311" y="148"/>
                  </a:cubicBezTo>
                  <a:cubicBezTo>
                    <a:pt x="308" y="148"/>
                    <a:pt x="302" y="150"/>
                    <a:pt x="299" y="150"/>
                  </a:cubicBezTo>
                  <a:cubicBezTo>
                    <a:pt x="297" y="149"/>
                    <a:pt x="294" y="149"/>
                    <a:pt x="293" y="148"/>
                  </a:cubicBezTo>
                  <a:cubicBezTo>
                    <a:pt x="290" y="146"/>
                    <a:pt x="285" y="140"/>
                    <a:pt x="284" y="137"/>
                  </a:cubicBezTo>
                  <a:cubicBezTo>
                    <a:pt x="283" y="134"/>
                    <a:pt x="284" y="128"/>
                    <a:pt x="285" y="126"/>
                  </a:cubicBezTo>
                  <a:cubicBezTo>
                    <a:pt x="285" y="124"/>
                    <a:pt x="288" y="122"/>
                    <a:pt x="289" y="121"/>
                  </a:cubicBezTo>
                  <a:cubicBezTo>
                    <a:pt x="291" y="119"/>
                    <a:pt x="297" y="118"/>
                    <a:pt x="298" y="116"/>
                  </a:cubicBezTo>
                  <a:cubicBezTo>
                    <a:pt x="299" y="115"/>
                    <a:pt x="298" y="112"/>
                    <a:pt x="298" y="111"/>
                  </a:cubicBezTo>
                  <a:cubicBezTo>
                    <a:pt x="297" y="109"/>
                    <a:pt x="295" y="105"/>
                    <a:pt x="293" y="104"/>
                  </a:cubicBezTo>
                  <a:cubicBezTo>
                    <a:pt x="290" y="103"/>
                    <a:pt x="281" y="106"/>
                    <a:pt x="278" y="105"/>
                  </a:cubicBezTo>
                  <a:cubicBezTo>
                    <a:pt x="275" y="104"/>
                    <a:pt x="271" y="101"/>
                    <a:pt x="270" y="100"/>
                  </a:cubicBezTo>
                  <a:cubicBezTo>
                    <a:pt x="268" y="98"/>
                    <a:pt x="264" y="93"/>
                    <a:pt x="263" y="90"/>
                  </a:cubicBezTo>
                  <a:cubicBezTo>
                    <a:pt x="263" y="89"/>
                    <a:pt x="264" y="86"/>
                    <a:pt x="264" y="85"/>
                  </a:cubicBezTo>
                  <a:cubicBezTo>
                    <a:pt x="264" y="82"/>
                    <a:pt x="258" y="78"/>
                    <a:pt x="258" y="75"/>
                  </a:cubicBezTo>
                  <a:cubicBezTo>
                    <a:pt x="258" y="73"/>
                    <a:pt x="261" y="68"/>
                    <a:pt x="260" y="66"/>
                  </a:cubicBezTo>
                  <a:cubicBezTo>
                    <a:pt x="260" y="64"/>
                    <a:pt x="256" y="63"/>
                    <a:pt x="255" y="61"/>
                  </a:cubicBezTo>
                  <a:cubicBezTo>
                    <a:pt x="253" y="56"/>
                    <a:pt x="258" y="44"/>
                    <a:pt x="256" y="39"/>
                  </a:cubicBezTo>
                  <a:cubicBezTo>
                    <a:pt x="252" y="30"/>
                    <a:pt x="225" y="11"/>
                    <a:pt x="225" y="11"/>
                  </a:cubicBezTo>
                  <a:cubicBezTo>
                    <a:pt x="205" y="0"/>
                    <a:pt x="205" y="0"/>
                    <a:pt x="205" y="0"/>
                  </a:cubicBezTo>
                  <a:cubicBezTo>
                    <a:pt x="205" y="0"/>
                    <a:pt x="204" y="3"/>
                    <a:pt x="203" y="3"/>
                  </a:cubicBezTo>
                  <a:cubicBezTo>
                    <a:pt x="201" y="4"/>
                    <a:pt x="200" y="1"/>
                    <a:pt x="199" y="1"/>
                  </a:cubicBezTo>
                  <a:cubicBezTo>
                    <a:pt x="197" y="2"/>
                    <a:pt x="198" y="8"/>
                    <a:pt x="197" y="10"/>
                  </a:cubicBezTo>
                  <a:cubicBezTo>
                    <a:pt x="196" y="12"/>
                    <a:pt x="192" y="16"/>
                    <a:pt x="189" y="17"/>
                  </a:cubicBezTo>
                  <a:cubicBezTo>
                    <a:pt x="187" y="17"/>
                    <a:pt x="184" y="15"/>
                    <a:pt x="182" y="14"/>
                  </a:cubicBezTo>
                  <a:cubicBezTo>
                    <a:pt x="181" y="13"/>
                    <a:pt x="182" y="8"/>
                    <a:pt x="181" y="8"/>
                  </a:cubicBezTo>
                  <a:cubicBezTo>
                    <a:pt x="179" y="7"/>
                    <a:pt x="176" y="9"/>
                    <a:pt x="175" y="10"/>
                  </a:cubicBezTo>
                  <a:cubicBezTo>
                    <a:pt x="174" y="12"/>
                    <a:pt x="175" y="17"/>
                    <a:pt x="173" y="18"/>
                  </a:cubicBezTo>
                  <a:cubicBezTo>
                    <a:pt x="172" y="19"/>
                    <a:pt x="168" y="18"/>
                    <a:pt x="167" y="18"/>
                  </a:cubicBezTo>
                  <a:cubicBezTo>
                    <a:pt x="162" y="17"/>
                    <a:pt x="153" y="14"/>
                    <a:pt x="149" y="12"/>
                  </a:cubicBezTo>
                  <a:cubicBezTo>
                    <a:pt x="147" y="11"/>
                    <a:pt x="144" y="6"/>
                    <a:pt x="142" y="6"/>
                  </a:cubicBezTo>
                  <a:cubicBezTo>
                    <a:pt x="140" y="7"/>
                    <a:pt x="139" y="11"/>
                    <a:pt x="139" y="12"/>
                  </a:cubicBezTo>
                  <a:cubicBezTo>
                    <a:pt x="140" y="14"/>
                    <a:pt x="143" y="17"/>
                    <a:pt x="143" y="19"/>
                  </a:cubicBezTo>
                  <a:cubicBezTo>
                    <a:pt x="142" y="20"/>
                    <a:pt x="138" y="22"/>
                    <a:pt x="136" y="23"/>
                  </a:cubicBezTo>
                  <a:cubicBezTo>
                    <a:pt x="134" y="23"/>
                    <a:pt x="129" y="20"/>
                    <a:pt x="127" y="21"/>
                  </a:cubicBezTo>
                  <a:cubicBezTo>
                    <a:pt x="126" y="21"/>
                    <a:pt x="126" y="23"/>
                    <a:pt x="125" y="24"/>
                  </a:cubicBezTo>
                  <a:cubicBezTo>
                    <a:pt x="125" y="26"/>
                    <a:pt x="126" y="29"/>
                    <a:pt x="127" y="31"/>
                  </a:cubicBezTo>
                  <a:cubicBezTo>
                    <a:pt x="129" y="37"/>
                    <a:pt x="139" y="45"/>
                    <a:pt x="141" y="51"/>
                  </a:cubicBezTo>
                  <a:cubicBezTo>
                    <a:pt x="141" y="52"/>
                    <a:pt x="141" y="54"/>
                    <a:pt x="140" y="55"/>
                  </a:cubicBezTo>
                  <a:cubicBezTo>
                    <a:pt x="139" y="56"/>
                    <a:pt x="135" y="56"/>
                    <a:pt x="134" y="57"/>
                  </a:cubicBezTo>
                  <a:cubicBezTo>
                    <a:pt x="133" y="57"/>
                    <a:pt x="132" y="58"/>
                    <a:pt x="132" y="59"/>
                  </a:cubicBezTo>
                  <a:cubicBezTo>
                    <a:pt x="132" y="60"/>
                    <a:pt x="131" y="63"/>
                    <a:pt x="131" y="64"/>
                  </a:cubicBezTo>
                  <a:cubicBezTo>
                    <a:pt x="131" y="65"/>
                    <a:pt x="134" y="67"/>
                    <a:pt x="134" y="69"/>
                  </a:cubicBezTo>
                  <a:cubicBezTo>
                    <a:pt x="134" y="69"/>
                    <a:pt x="133" y="71"/>
                    <a:pt x="132" y="72"/>
                  </a:cubicBezTo>
                  <a:cubicBezTo>
                    <a:pt x="131" y="72"/>
                    <a:pt x="127" y="73"/>
                    <a:pt x="126" y="72"/>
                  </a:cubicBezTo>
                  <a:cubicBezTo>
                    <a:pt x="124" y="71"/>
                    <a:pt x="123" y="66"/>
                    <a:pt x="121" y="65"/>
                  </a:cubicBezTo>
                  <a:cubicBezTo>
                    <a:pt x="120" y="65"/>
                    <a:pt x="118" y="66"/>
                    <a:pt x="118" y="66"/>
                  </a:cubicBezTo>
                  <a:cubicBezTo>
                    <a:pt x="117" y="67"/>
                    <a:pt x="118" y="70"/>
                    <a:pt x="117" y="71"/>
                  </a:cubicBezTo>
                  <a:cubicBezTo>
                    <a:pt x="116" y="72"/>
                    <a:pt x="111" y="73"/>
                    <a:pt x="109" y="73"/>
                  </a:cubicBezTo>
                  <a:cubicBezTo>
                    <a:pt x="108" y="73"/>
                    <a:pt x="107" y="72"/>
                    <a:pt x="106" y="72"/>
                  </a:cubicBezTo>
                  <a:cubicBezTo>
                    <a:pt x="104" y="73"/>
                    <a:pt x="103" y="78"/>
                    <a:pt x="101" y="79"/>
                  </a:cubicBezTo>
                  <a:cubicBezTo>
                    <a:pt x="98" y="79"/>
                    <a:pt x="94" y="71"/>
                    <a:pt x="91" y="71"/>
                  </a:cubicBezTo>
                  <a:cubicBezTo>
                    <a:pt x="89" y="70"/>
                    <a:pt x="87" y="73"/>
                    <a:pt x="86" y="73"/>
                  </a:cubicBezTo>
                  <a:cubicBezTo>
                    <a:pt x="85" y="73"/>
                    <a:pt x="83" y="72"/>
                    <a:pt x="83" y="71"/>
                  </a:cubicBezTo>
                  <a:cubicBezTo>
                    <a:pt x="82" y="71"/>
                    <a:pt x="81" y="67"/>
                    <a:pt x="80" y="66"/>
                  </a:cubicBezTo>
                  <a:cubicBezTo>
                    <a:pt x="77" y="65"/>
                    <a:pt x="69" y="67"/>
                    <a:pt x="66" y="65"/>
                  </a:cubicBezTo>
                  <a:cubicBezTo>
                    <a:pt x="66" y="64"/>
                    <a:pt x="66" y="62"/>
                    <a:pt x="66" y="62"/>
                  </a:cubicBezTo>
                  <a:cubicBezTo>
                    <a:pt x="66" y="60"/>
                    <a:pt x="67" y="57"/>
                    <a:pt x="66" y="56"/>
                  </a:cubicBezTo>
                  <a:cubicBezTo>
                    <a:pt x="65" y="54"/>
                    <a:pt x="60" y="52"/>
                    <a:pt x="59" y="51"/>
                  </a:cubicBezTo>
                  <a:cubicBezTo>
                    <a:pt x="57" y="50"/>
                    <a:pt x="56" y="46"/>
                    <a:pt x="55" y="46"/>
                  </a:cubicBezTo>
                  <a:cubicBezTo>
                    <a:pt x="54" y="46"/>
                    <a:pt x="52" y="47"/>
                    <a:pt x="51" y="47"/>
                  </a:cubicBezTo>
                  <a:cubicBezTo>
                    <a:pt x="51" y="48"/>
                    <a:pt x="51" y="51"/>
                    <a:pt x="50" y="51"/>
                  </a:cubicBezTo>
                  <a:cubicBezTo>
                    <a:pt x="48" y="52"/>
                    <a:pt x="43" y="48"/>
                    <a:pt x="41" y="49"/>
                  </a:cubicBezTo>
                  <a:cubicBezTo>
                    <a:pt x="39" y="49"/>
                    <a:pt x="37" y="52"/>
                    <a:pt x="35" y="52"/>
                  </a:cubicBezTo>
                  <a:cubicBezTo>
                    <a:pt x="34" y="51"/>
                    <a:pt x="34" y="47"/>
                    <a:pt x="32" y="47"/>
                  </a:cubicBezTo>
                  <a:cubicBezTo>
                    <a:pt x="31" y="47"/>
                    <a:pt x="29" y="48"/>
                    <a:pt x="28" y="48"/>
                  </a:cubicBezTo>
                  <a:cubicBezTo>
                    <a:pt x="27" y="49"/>
                    <a:pt x="26" y="52"/>
                    <a:pt x="26" y="54"/>
                  </a:cubicBezTo>
                  <a:cubicBezTo>
                    <a:pt x="26" y="55"/>
                    <a:pt x="27" y="57"/>
                    <a:pt x="27" y="58"/>
                  </a:cubicBezTo>
                  <a:cubicBezTo>
                    <a:pt x="27" y="59"/>
                    <a:pt x="23" y="62"/>
                    <a:pt x="21" y="62"/>
                  </a:cubicBezTo>
                  <a:cubicBezTo>
                    <a:pt x="19" y="62"/>
                    <a:pt x="16" y="57"/>
                    <a:pt x="14" y="56"/>
                  </a:cubicBezTo>
                  <a:cubicBezTo>
                    <a:pt x="12" y="56"/>
                    <a:pt x="6" y="58"/>
                    <a:pt x="6" y="58"/>
                  </a:cubicBezTo>
                  <a:cubicBezTo>
                    <a:pt x="6" y="58"/>
                    <a:pt x="5" y="61"/>
                    <a:pt x="5" y="63"/>
                  </a:cubicBezTo>
                  <a:cubicBezTo>
                    <a:pt x="5" y="65"/>
                    <a:pt x="7" y="70"/>
                    <a:pt x="8" y="72"/>
                  </a:cubicBezTo>
                  <a:cubicBezTo>
                    <a:pt x="10" y="75"/>
                    <a:pt x="16" y="75"/>
                    <a:pt x="17" y="78"/>
                  </a:cubicBezTo>
                  <a:cubicBezTo>
                    <a:pt x="18" y="81"/>
                    <a:pt x="13" y="85"/>
                    <a:pt x="13" y="88"/>
                  </a:cubicBezTo>
                  <a:cubicBezTo>
                    <a:pt x="13" y="89"/>
                    <a:pt x="12" y="91"/>
                    <a:pt x="13" y="92"/>
                  </a:cubicBezTo>
                  <a:cubicBezTo>
                    <a:pt x="14" y="95"/>
                    <a:pt x="19" y="98"/>
                    <a:pt x="20" y="100"/>
                  </a:cubicBezTo>
                  <a:cubicBezTo>
                    <a:pt x="20" y="101"/>
                    <a:pt x="21" y="102"/>
                    <a:pt x="21" y="103"/>
                  </a:cubicBezTo>
                  <a:cubicBezTo>
                    <a:pt x="22" y="104"/>
                    <a:pt x="25" y="104"/>
                    <a:pt x="26" y="105"/>
                  </a:cubicBezTo>
                  <a:cubicBezTo>
                    <a:pt x="28" y="106"/>
                    <a:pt x="28" y="110"/>
                    <a:pt x="29" y="112"/>
                  </a:cubicBezTo>
                  <a:cubicBezTo>
                    <a:pt x="32" y="114"/>
                    <a:pt x="39" y="115"/>
                    <a:pt x="41" y="117"/>
                  </a:cubicBezTo>
                  <a:cubicBezTo>
                    <a:pt x="43" y="119"/>
                    <a:pt x="44" y="123"/>
                    <a:pt x="46" y="125"/>
                  </a:cubicBezTo>
                  <a:cubicBezTo>
                    <a:pt x="47" y="125"/>
                    <a:pt x="48" y="126"/>
                    <a:pt x="49" y="126"/>
                  </a:cubicBezTo>
                  <a:cubicBezTo>
                    <a:pt x="50" y="126"/>
                    <a:pt x="51" y="121"/>
                    <a:pt x="52" y="120"/>
                  </a:cubicBezTo>
                  <a:cubicBezTo>
                    <a:pt x="53" y="120"/>
                    <a:pt x="55" y="122"/>
                    <a:pt x="56" y="123"/>
                  </a:cubicBezTo>
                  <a:cubicBezTo>
                    <a:pt x="59" y="126"/>
                    <a:pt x="60" y="135"/>
                    <a:pt x="63" y="138"/>
                  </a:cubicBezTo>
                  <a:cubicBezTo>
                    <a:pt x="64" y="140"/>
                    <a:pt x="67" y="142"/>
                    <a:pt x="69" y="142"/>
                  </a:cubicBezTo>
                  <a:cubicBezTo>
                    <a:pt x="71" y="142"/>
                    <a:pt x="72" y="137"/>
                    <a:pt x="74" y="136"/>
                  </a:cubicBezTo>
                  <a:cubicBezTo>
                    <a:pt x="77" y="135"/>
                    <a:pt x="82" y="139"/>
                    <a:pt x="84" y="138"/>
                  </a:cubicBezTo>
                  <a:cubicBezTo>
                    <a:pt x="86" y="137"/>
                    <a:pt x="86" y="132"/>
                    <a:pt x="88" y="131"/>
                  </a:cubicBezTo>
                  <a:cubicBezTo>
                    <a:pt x="89" y="130"/>
                    <a:pt x="92" y="134"/>
                    <a:pt x="94" y="134"/>
                  </a:cubicBezTo>
                  <a:cubicBezTo>
                    <a:pt x="95" y="133"/>
                    <a:pt x="96" y="131"/>
                    <a:pt x="97" y="131"/>
                  </a:cubicBezTo>
                  <a:cubicBezTo>
                    <a:pt x="98" y="131"/>
                    <a:pt x="100" y="134"/>
                    <a:pt x="100" y="135"/>
                  </a:cubicBezTo>
                  <a:cubicBezTo>
                    <a:pt x="102" y="137"/>
                    <a:pt x="102" y="141"/>
                    <a:pt x="103" y="143"/>
                  </a:cubicBezTo>
                  <a:cubicBezTo>
                    <a:pt x="104" y="144"/>
                    <a:pt x="107" y="144"/>
                    <a:pt x="108" y="146"/>
                  </a:cubicBezTo>
                  <a:cubicBezTo>
                    <a:pt x="109" y="146"/>
                    <a:pt x="109" y="148"/>
                    <a:pt x="109" y="148"/>
                  </a:cubicBezTo>
                  <a:cubicBezTo>
                    <a:pt x="108" y="150"/>
                    <a:pt x="105" y="151"/>
                    <a:pt x="104" y="152"/>
                  </a:cubicBezTo>
                  <a:cubicBezTo>
                    <a:pt x="103" y="154"/>
                    <a:pt x="104" y="159"/>
                    <a:pt x="102" y="161"/>
                  </a:cubicBezTo>
                  <a:cubicBezTo>
                    <a:pt x="101" y="163"/>
                    <a:pt x="95" y="164"/>
                    <a:pt x="94" y="166"/>
                  </a:cubicBezTo>
                  <a:cubicBezTo>
                    <a:pt x="92" y="169"/>
                    <a:pt x="97" y="175"/>
                    <a:pt x="96" y="178"/>
                  </a:cubicBezTo>
                  <a:cubicBezTo>
                    <a:pt x="96" y="178"/>
                    <a:pt x="95" y="179"/>
                    <a:pt x="94" y="180"/>
                  </a:cubicBezTo>
                  <a:cubicBezTo>
                    <a:pt x="93" y="180"/>
                    <a:pt x="91" y="179"/>
                    <a:pt x="89" y="180"/>
                  </a:cubicBezTo>
                  <a:cubicBezTo>
                    <a:pt x="89" y="180"/>
                    <a:pt x="88" y="180"/>
                    <a:pt x="87" y="181"/>
                  </a:cubicBezTo>
                  <a:cubicBezTo>
                    <a:pt x="87" y="183"/>
                    <a:pt x="89" y="186"/>
                    <a:pt x="88" y="188"/>
                  </a:cubicBezTo>
                  <a:cubicBezTo>
                    <a:pt x="88" y="188"/>
                    <a:pt x="87" y="190"/>
                    <a:pt x="86" y="190"/>
                  </a:cubicBezTo>
                  <a:cubicBezTo>
                    <a:pt x="84" y="190"/>
                    <a:pt x="82" y="188"/>
                    <a:pt x="80" y="188"/>
                  </a:cubicBezTo>
                  <a:cubicBezTo>
                    <a:pt x="79" y="188"/>
                    <a:pt x="76" y="190"/>
                    <a:pt x="75" y="191"/>
                  </a:cubicBezTo>
                  <a:cubicBezTo>
                    <a:pt x="74" y="193"/>
                    <a:pt x="72" y="197"/>
                    <a:pt x="72" y="199"/>
                  </a:cubicBezTo>
                  <a:cubicBezTo>
                    <a:pt x="71" y="203"/>
                    <a:pt x="76" y="210"/>
                    <a:pt x="75" y="214"/>
                  </a:cubicBezTo>
                  <a:cubicBezTo>
                    <a:pt x="74" y="218"/>
                    <a:pt x="67" y="223"/>
                    <a:pt x="66" y="227"/>
                  </a:cubicBezTo>
                  <a:cubicBezTo>
                    <a:pt x="66" y="228"/>
                    <a:pt x="67" y="231"/>
                    <a:pt x="66" y="232"/>
                  </a:cubicBezTo>
                  <a:cubicBezTo>
                    <a:pt x="64" y="234"/>
                    <a:pt x="57" y="233"/>
                    <a:pt x="54" y="235"/>
                  </a:cubicBezTo>
                  <a:cubicBezTo>
                    <a:pt x="53" y="236"/>
                    <a:pt x="52" y="240"/>
                    <a:pt x="51" y="242"/>
                  </a:cubicBezTo>
                  <a:cubicBezTo>
                    <a:pt x="50" y="244"/>
                    <a:pt x="51" y="250"/>
                    <a:pt x="50" y="252"/>
                  </a:cubicBezTo>
                  <a:cubicBezTo>
                    <a:pt x="50" y="253"/>
                    <a:pt x="48" y="256"/>
                    <a:pt x="47" y="256"/>
                  </a:cubicBezTo>
                  <a:cubicBezTo>
                    <a:pt x="43" y="259"/>
                    <a:pt x="35" y="263"/>
                    <a:pt x="30" y="263"/>
                  </a:cubicBezTo>
                  <a:cubicBezTo>
                    <a:pt x="28" y="263"/>
                    <a:pt x="24" y="259"/>
                    <a:pt x="21" y="259"/>
                  </a:cubicBezTo>
                  <a:cubicBezTo>
                    <a:pt x="19" y="258"/>
                    <a:pt x="15" y="258"/>
                    <a:pt x="13" y="260"/>
                  </a:cubicBezTo>
                  <a:cubicBezTo>
                    <a:pt x="13" y="261"/>
                    <a:pt x="15" y="264"/>
                    <a:pt x="15" y="265"/>
                  </a:cubicBezTo>
                  <a:cubicBezTo>
                    <a:pt x="14" y="266"/>
                    <a:pt x="12" y="266"/>
                    <a:pt x="11" y="267"/>
                  </a:cubicBezTo>
                  <a:cubicBezTo>
                    <a:pt x="9" y="267"/>
                    <a:pt x="5" y="268"/>
                    <a:pt x="4" y="268"/>
                  </a:cubicBezTo>
                  <a:cubicBezTo>
                    <a:pt x="3" y="269"/>
                    <a:pt x="2" y="270"/>
                    <a:pt x="2" y="271"/>
                  </a:cubicBezTo>
                  <a:cubicBezTo>
                    <a:pt x="1" y="272"/>
                    <a:pt x="0" y="278"/>
                    <a:pt x="0" y="278"/>
                  </a:cubicBezTo>
                  <a:cubicBezTo>
                    <a:pt x="0" y="278"/>
                    <a:pt x="14" y="287"/>
                    <a:pt x="18" y="291"/>
                  </a:cubicBezTo>
                  <a:cubicBezTo>
                    <a:pt x="20" y="293"/>
                    <a:pt x="24" y="299"/>
                    <a:pt x="26" y="301"/>
                  </a:cubicBezTo>
                  <a:cubicBezTo>
                    <a:pt x="30" y="304"/>
                    <a:pt x="43" y="308"/>
                    <a:pt x="43" y="308"/>
                  </a:cubicBezTo>
                  <a:cubicBezTo>
                    <a:pt x="44" y="303"/>
                    <a:pt x="44" y="303"/>
                    <a:pt x="44" y="303"/>
                  </a:cubicBezTo>
                  <a:cubicBezTo>
                    <a:pt x="44" y="303"/>
                    <a:pt x="49" y="301"/>
                    <a:pt x="50" y="300"/>
                  </a:cubicBezTo>
                  <a:cubicBezTo>
                    <a:pt x="52" y="297"/>
                    <a:pt x="55" y="292"/>
                    <a:pt x="57" y="289"/>
                  </a:cubicBezTo>
                  <a:cubicBezTo>
                    <a:pt x="59" y="287"/>
                    <a:pt x="62" y="284"/>
                    <a:pt x="64" y="283"/>
                  </a:cubicBezTo>
                  <a:cubicBezTo>
                    <a:pt x="67" y="281"/>
                    <a:pt x="73" y="279"/>
                    <a:pt x="76" y="278"/>
                  </a:cubicBezTo>
                  <a:cubicBezTo>
                    <a:pt x="78" y="277"/>
                    <a:pt x="81" y="275"/>
                    <a:pt x="83" y="275"/>
                  </a:cubicBezTo>
                  <a:cubicBezTo>
                    <a:pt x="88" y="274"/>
                    <a:pt x="99" y="279"/>
                    <a:pt x="104" y="283"/>
                  </a:cubicBezTo>
                  <a:cubicBezTo>
                    <a:pt x="108" y="286"/>
                    <a:pt x="112" y="296"/>
                    <a:pt x="115" y="300"/>
                  </a:cubicBezTo>
                  <a:cubicBezTo>
                    <a:pt x="118" y="302"/>
                    <a:pt x="123" y="305"/>
                    <a:pt x="126" y="306"/>
                  </a:cubicBezTo>
                  <a:cubicBezTo>
                    <a:pt x="129" y="307"/>
                    <a:pt x="136" y="309"/>
                    <a:pt x="140" y="308"/>
                  </a:cubicBezTo>
                  <a:cubicBezTo>
                    <a:pt x="143" y="306"/>
                    <a:pt x="146" y="296"/>
                    <a:pt x="150" y="295"/>
                  </a:cubicBezTo>
                  <a:cubicBezTo>
                    <a:pt x="154" y="294"/>
                    <a:pt x="162" y="296"/>
                    <a:pt x="165" y="297"/>
                  </a:cubicBezTo>
                  <a:cubicBezTo>
                    <a:pt x="169" y="299"/>
                    <a:pt x="173" y="307"/>
                    <a:pt x="176" y="309"/>
                  </a:cubicBezTo>
                  <a:cubicBezTo>
                    <a:pt x="181" y="313"/>
                    <a:pt x="192" y="319"/>
                    <a:pt x="198" y="320"/>
                  </a:cubicBezTo>
                  <a:cubicBezTo>
                    <a:pt x="200" y="320"/>
                    <a:pt x="203" y="318"/>
                    <a:pt x="204" y="319"/>
                  </a:cubicBezTo>
                  <a:cubicBezTo>
                    <a:pt x="206" y="319"/>
                    <a:pt x="208" y="324"/>
                    <a:pt x="210" y="325"/>
                  </a:cubicBezTo>
                  <a:cubicBezTo>
                    <a:pt x="212" y="326"/>
                    <a:pt x="219" y="329"/>
                    <a:pt x="223" y="327"/>
                  </a:cubicBezTo>
                  <a:cubicBezTo>
                    <a:pt x="224" y="327"/>
                    <a:pt x="225" y="324"/>
                    <a:pt x="226" y="323"/>
                  </a:cubicBezTo>
                  <a:cubicBezTo>
                    <a:pt x="227" y="322"/>
                    <a:pt x="231" y="321"/>
                    <a:pt x="232" y="322"/>
                  </a:cubicBezTo>
                  <a:cubicBezTo>
                    <a:pt x="234" y="323"/>
                    <a:pt x="234" y="329"/>
                    <a:pt x="236" y="330"/>
                  </a:cubicBezTo>
                  <a:cubicBezTo>
                    <a:pt x="239" y="332"/>
                    <a:pt x="250" y="333"/>
                    <a:pt x="250" y="333"/>
                  </a:cubicBezTo>
                  <a:cubicBezTo>
                    <a:pt x="250" y="333"/>
                    <a:pt x="257" y="332"/>
                    <a:pt x="259" y="331"/>
                  </a:cubicBezTo>
                  <a:cubicBezTo>
                    <a:pt x="261" y="329"/>
                    <a:pt x="262" y="323"/>
                    <a:pt x="263" y="321"/>
                  </a:cubicBezTo>
                  <a:cubicBezTo>
                    <a:pt x="265" y="320"/>
                    <a:pt x="269" y="318"/>
                    <a:pt x="270" y="317"/>
                  </a:cubicBezTo>
                  <a:cubicBezTo>
                    <a:pt x="273" y="313"/>
                    <a:pt x="273" y="303"/>
                    <a:pt x="277" y="301"/>
                  </a:cubicBezTo>
                  <a:cubicBezTo>
                    <a:pt x="280" y="298"/>
                    <a:pt x="289" y="301"/>
                    <a:pt x="292" y="300"/>
                  </a:cubicBezTo>
                  <a:cubicBezTo>
                    <a:pt x="294" y="299"/>
                    <a:pt x="298" y="298"/>
                    <a:pt x="300" y="297"/>
                  </a:cubicBezTo>
                  <a:cubicBezTo>
                    <a:pt x="302" y="295"/>
                    <a:pt x="305" y="290"/>
                    <a:pt x="307" y="288"/>
                  </a:cubicBezTo>
                  <a:cubicBezTo>
                    <a:pt x="309" y="286"/>
                    <a:pt x="314" y="285"/>
                    <a:pt x="316" y="283"/>
                  </a:cubicBezTo>
                  <a:cubicBezTo>
                    <a:pt x="317" y="282"/>
                    <a:pt x="318" y="279"/>
                    <a:pt x="317" y="278"/>
                  </a:cubicBezTo>
                  <a:cubicBezTo>
                    <a:pt x="317" y="276"/>
                    <a:pt x="311" y="276"/>
                    <a:pt x="310" y="275"/>
                  </a:cubicBezTo>
                  <a:cubicBezTo>
                    <a:pt x="308" y="274"/>
                    <a:pt x="307" y="271"/>
                    <a:pt x="307" y="270"/>
                  </a:cubicBezTo>
                  <a:cubicBezTo>
                    <a:pt x="306" y="266"/>
                    <a:pt x="308" y="260"/>
                    <a:pt x="307" y="257"/>
                  </a:cubicBezTo>
                  <a:cubicBezTo>
                    <a:pt x="305" y="255"/>
                    <a:pt x="298" y="253"/>
                    <a:pt x="296" y="251"/>
                  </a:cubicBezTo>
                  <a:cubicBezTo>
                    <a:pt x="294" y="250"/>
                    <a:pt x="292" y="245"/>
                    <a:pt x="291" y="243"/>
                  </a:cubicBezTo>
                  <a:cubicBezTo>
                    <a:pt x="290" y="240"/>
                    <a:pt x="287" y="233"/>
                    <a:pt x="289" y="230"/>
                  </a:cubicBezTo>
                  <a:cubicBezTo>
                    <a:pt x="291" y="227"/>
                    <a:pt x="301" y="231"/>
                    <a:pt x="304" y="229"/>
                  </a:cubicBezTo>
                  <a:cubicBezTo>
                    <a:pt x="306" y="227"/>
                    <a:pt x="305" y="219"/>
                    <a:pt x="308" y="217"/>
                  </a:cubicBezTo>
                  <a:cubicBezTo>
                    <a:pt x="310" y="216"/>
                    <a:pt x="317" y="217"/>
                    <a:pt x="319" y="218"/>
                  </a:cubicBezTo>
                  <a:cubicBezTo>
                    <a:pt x="321" y="220"/>
                    <a:pt x="323" y="226"/>
                    <a:pt x="325" y="227"/>
                  </a:cubicBezTo>
                  <a:cubicBezTo>
                    <a:pt x="331" y="229"/>
                    <a:pt x="346" y="225"/>
                    <a:pt x="350" y="220"/>
                  </a:cubicBezTo>
                  <a:cubicBezTo>
                    <a:pt x="352" y="218"/>
                    <a:pt x="351" y="211"/>
                    <a:pt x="352" y="209"/>
                  </a:cubicBezTo>
                  <a:cubicBezTo>
                    <a:pt x="353" y="207"/>
                    <a:pt x="356" y="204"/>
                    <a:pt x="358" y="204"/>
                  </a:cubicBezTo>
                  <a:cubicBezTo>
                    <a:pt x="361" y="203"/>
                    <a:pt x="370" y="207"/>
                    <a:pt x="370" y="207"/>
                  </a:cubicBezTo>
                  <a:cubicBezTo>
                    <a:pt x="370" y="207"/>
                    <a:pt x="371" y="168"/>
                    <a:pt x="364" y="158"/>
                  </a:cubicBezTo>
                  <a:cubicBezTo>
                    <a:pt x="363" y="157"/>
                    <a:pt x="357" y="155"/>
                    <a:pt x="357" y="155"/>
                  </a:cubicBezTo>
                  <a:cubicBezTo>
                    <a:pt x="357" y="155"/>
                    <a:pt x="354" y="155"/>
                    <a:pt x="353" y="155"/>
                  </a:cubicBezTo>
                  <a:cubicBezTo>
                    <a:pt x="351" y="156"/>
                    <a:pt x="346" y="159"/>
                    <a:pt x="344" y="16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9"/>
            <p:cNvSpPr>
              <a:spLocks/>
            </p:cNvSpPr>
            <p:nvPr/>
          </p:nvSpPr>
          <p:spPr bwMode="auto">
            <a:xfrm>
              <a:off x="3248025" y="4222750"/>
              <a:ext cx="776288" cy="425450"/>
            </a:xfrm>
            <a:custGeom>
              <a:avLst/>
              <a:gdLst/>
              <a:ahLst/>
              <a:cxnLst>
                <a:cxn ang="0">
                  <a:pos x="405" y="83"/>
                </a:cxn>
                <a:cxn ang="0">
                  <a:pos x="382" y="94"/>
                </a:cxn>
                <a:cxn ang="0">
                  <a:pos x="369" y="75"/>
                </a:cxn>
                <a:cxn ang="0">
                  <a:pos x="350" y="66"/>
                </a:cxn>
                <a:cxn ang="0">
                  <a:pos x="335" y="36"/>
                </a:cxn>
                <a:cxn ang="0">
                  <a:pos x="315" y="27"/>
                </a:cxn>
                <a:cxn ang="0">
                  <a:pos x="259" y="8"/>
                </a:cxn>
                <a:cxn ang="0">
                  <a:pos x="230" y="4"/>
                </a:cxn>
                <a:cxn ang="0">
                  <a:pos x="209" y="2"/>
                </a:cxn>
                <a:cxn ang="0">
                  <a:pos x="190" y="5"/>
                </a:cxn>
                <a:cxn ang="0">
                  <a:pos x="168" y="11"/>
                </a:cxn>
                <a:cxn ang="0">
                  <a:pos x="163" y="35"/>
                </a:cxn>
                <a:cxn ang="0">
                  <a:pos x="172" y="61"/>
                </a:cxn>
                <a:cxn ang="0">
                  <a:pos x="165" y="72"/>
                </a:cxn>
                <a:cxn ang="0">
                  <a:pos x="158" y="82"/>
                </a:cxn>
                <a:cxn ang="0">
                  <a:pos x="121" y="69"/>
                </a:cxn>
                <a:cxn ang="0">
                  <a:pos x="97" y="64"/>
                </a:cxn>
                <a:cxn ang="0">
                  <a:pos x="73" y="63"/>
                </a:cxn>
                <a:cxn ang="0">
                  <a:pos x="66" y="76"/>
                </a:cxn>
                <a:cxn ang="0">
                  <a:pos x="24" y="61"/>
                </a:cxn>
                <a:cxn ang="0">
                  <a:pos x="5" y="86"/>
                </a:cxn>
                <a:cxn ang="0">
                  <a:pos x="2" y="95"/>
                </a:cxn>
                <a:cxn ang="0">
                  <a:pos x="33" y="103"/>
                </a:cxn>
                <a:cxn ang="0">
                  <a:pos x="41" y="124"/>
                </a:cxn>
                <a:cxn ang="0">
                  <a:pos x="43" y="153"/>
                </a:cxn>
                <a:cxn ang="0">
                  <a:pos x="60" y="173"/>
                </a:cxn>
                <a:cxn ang="0">
                  <a:pos x="69" y="188"/>
                </a:cxn>
                <a:cxn ang="0">
                  <a:pos x="85" y="210"/>
                </a:cxn>
                <a:cxn ang="0">
                  <a:pos x="105" y="219"/>
                </a:cxn>
                <a:cxn ang="0">
                  <a:pos x="108" y="233"/>
                </a:cxn>
                <a:cxn ang="0">
                  <a:pos x="124" y="249"/>
                </a:cxn>
                <a:cxn ang="0">
                  <a:pos x="150" y="244"/>
                </a:cxn>
                <a:cxn ang="0">
                  <a:pos x="167" y="237"/>
                </a:cxn>
                <a:cxn ang="0">
                  <a:pos x="197" y="222"/>
                </a:cxn>
                <a:cxn ang="0">
                  <a:pos x="208" y="205"/>
                </a:cxn>
                <a:cxn ang="0">
                  <a:pos x="218" y="194"/>
                </a:cxn>
                <a:cxn ang="0">
                  <a:pos x="201" y="194"/>
                </a:cxn>
                <a:cxn ang="0">
                  <a:pos x="201" y="183"/>
                </a:cxn>
                <a:cxn ang="0">
                  <a:pos x="193" y="176"/>
                </a:cxn>
                <a:cxn ang="0">
                  <a:pos x="213" y="176"/>
                </a:cxn>
                <a:cxn ang="0">
                  <a:pos x="227" y="179"/>
                </a:cxn>
                <a:cxn ang="0">
                  <a:pos x="268" y="158"/>
                </a:cxn>
                <a:cxn ang="0">
                  <a:pos x="316" y="156"/>
                </a:cxn>
                <a:cxn ang="0">
                  <a:pos x="364" y="167"/>
                </a:cxn>
                <a:cxn ang="0">
                  <a:pos x="384" y="163"/>
                </a:cxn>
                <a:cxn ang="0">
                  <a:pos x="387" y="158"/>
                </a:cxn>
                <a:cxn ang="0">
                  <a:pos x="403" y="157"/>
                </a:cxn>
                <a:cxn ang="0">
                  <a:pos x="392" y="179"/>
                </a:cxn>
                <a:cxn ang="0">
                  <a:pos x="412" y="175"/>
                </a:cxn>
                <a:cxn ang="0">
                  <a:pos x="439" y="172"/>
                </a:cxn>
                <a:cxn ang="0">
                  <a:pos x="456" y="155"/>
                </a:cxn>
                <a:cxn ang="0">
                  <a:pos x="448" y="143"/>
                </a:cxn>
                <a:cxn ang="0">
                  <a:pos x="455" y="122"/>
                </a:cxn>
                <a:cxn ang="0">
                  <a:pos x="448" y="105"/>
                </a:cxn>
                <a:cxn ang="0">
                  <a:pos x="429" y="113"/>
                </a:cxn>
                <a:cxn ang="0">
                  <a:pos x="413" y="98"/>
                </a:cxn>
              </a:cxnLst>
              <a:rect l="0" t="0" r="r" b="b"/>
              <a:pathLst>
                <a:path w="457" h="251">
                  <a:moveTo>
                    <a:pt x="413" y="98"/>
                  </a:moveTo>
                  <a:cubicBezTo>
                    <a:pt x="411" y="96"/>
                    <a:pt x="410" y="91"/>
                    <a:pt x="409" y="89"/>
                  </a:cubicBezTo>
                  <a:cubicBezTo>
                    <a:pt x="408" y="87"/>
                    <a:pt x="407" y="84"/>
                    <a:pt x="405" y="83"/>
                  </a:cubicBezTo>
                  <a:cubicBezTo>
                    <a:pt x="404" y="82"/>
                    <a:pt x="401" y="82"/>
                    <a:pt x="400" y="82"/>
                  </a:cubicBezTo>
                  <a:cubicBezTo>
                    <a:pt x="397" y="83"/>
                    <a:pt x="393" y="90"/>
                    <a:pt x="391" y="91"/>
                  </a:cubicBezTo>
                  <a:cubicBezTo>
                    <a:pt x="389" y="93"/>
                    <a:pt x="384" y="94"/>
                    <a:pt x="382" y="94"/>
                  </a:cubicBezTo>
                  <a:cubicBezTo>
                    <a:pt x="380" y="94"/>
                    <a:pt x="378" y="93"/>
                    <a:pt x="377" y="92"/>
                  </a:cubicBezTo>
                  <a:cubicBezTo>
                    <a:pt x="376" y="91"/>
                    <a:pt x="374" y="89"/>
                    <a:pt x="373" y="88"/>
                  </a:cubicBezTo>
                  <a:cubicBezTo>
                    <a:pt x="371" y="85"/>
                    <a:pt x="372" y="78"/>
                    <a:pt x="369" y="75"/>
                  </a:cubicBezTo>
                  <a:cubicBezTo>
                    <a:pt x="368" y="74"/>
                    <a:pt x="364" y="73"/>
                    <a:pt x="362" y="72"/>
                  </a:cubicBezTo>
                  <a:cubicBezTo>
                    <a:pt x="360" y="72"/>
                    <a:pt x="355" y="73"/>
                    <a:pt x="353" y="72"/>
                  </a:cubicBezTo>
                  <a:cubicBezTo>
                    <a:pt x="352" y="71"/>
                    <a:pt x="350" y="68"/>
                    <a:pt x="350" y="66"/>
                  </a:cubicBezTo>
                  <a:cubicBezTo>
                    <a:pt x="349" y="64"/>
                    <a:pt x="349" y="60"/>
                    <a:pt x="348" y="58"/>
                  </a:cubicBezTo>
                  <a:cubicBezTo>
                    <a:pt x="347" y="53"/>
                    <a:pt x="343" y="45"/>
                    <a:pt x="340" y="41"/>
                  </a:cubicBezTo>
                  <a:cubicBezTo>
                    <a:pt x="339" y="40"/>
                    <a:pt x="337" y="37"/>
                    <a:pt x="335" y="36"/>
                  </a:cubicBezTo>
                  <a:cubicBezTo>
                    <a:pt x="334" y="35"/>
                    <a:pt x="331" y="32"/>
                    <a:pt x="329" y="31"/>
                  </a:cubicBezTo>
                  <a:cubicBezTo>
                    <a:pt x="328" y="31"/>
                    <a:pt x="324" y="30"/>
                    <a:pt x="323" y="29"/>
                  </a:cubicBezTo>
                  <a:cubicBezTo>
                    <a:pt x="321" y="29"/>
                    <a:pt x="317" y="27"/>
                    <a:pt x="315" y="27"/>
                  </a:cubicBezTo>
                  <a:cubicBezTo>
                    <a:pt x="311" y="25"/>
                    <a:pt x="303" y="19"/>
                    <a:pt x="299" y="17"/>
                  </a:cubicBezTo>
                  <a:cubicBezTo>
                    <a:pt x="294" y="14"/>
                    <a:pt x="283" y="10"/>
                    <a:pt x="278" y="9"/>
                  </a:cubicBezTo>
                  <a:cubicBezTo>
                    <a:pt x="273" y="8"/>
                    <a:pt x="263" y="9"/>
                    <a:pt x="259" y="8"/>
                  </a:cubicBezTo>
                  <a:cubicBezTo>
                    <a:pt x="257" y="7"/>
                    <a:pt x="254" y="4"/>
                    <a:pt x="252" y="4"/>
                  </a:cubicBezTo>
                  <a:cubicBezTo>
                    <a:pt x="248" y="3"/>
                    <a:pt x="240" y="4"/>
                    <a:pt x="236" y="4"/>
                  </a:cubicBezTo>
                  <a:cubicBezTo>
                    <a:pt x="235" y="4"/>
                    <a:pt x="232" y="4"/>
                    <a:pt x="230" y="4"/>
                  </a:cubicBezTo>
                  <a:cubicBezTo>
                    <a:pt x="228" y="3"/>
                    <a:pt x="224" y="1"/>
                    <a:pt x="221" y="0"/>
                  </a:cubicBezTo>
                  <a:cubicBezTo>
                    <a:pt x="220" y="0"/>
                    <a:pt x="217" y="0"/>
                    <a:pt x="215" y="0"/>
                  </a:cubicBezTo>
                  <a:cubicBezTo>
                    <a:pt x="214" y="1"/>
                    <a:pt x="211" y="2"/>
                    <a:pt x="209" y="2"/>
                  </a:cubicBezTo>
                  <a:cubicBezTo>
                    <a:pt x="208" y="2"/>
                    <a:pt x="205" y="1"/>
                    <a:pt x="203" y="1"/>
                  </a:cubicBezTo>
                  <a:cubicBezTo>
                    <a:pt x="201" y="1"/>
                    <a:pt x="197" y="1"/>
                    <a:pt x="195" y="2"/>
                  </a:cubicBezTo>
                  <a:cubicBezTo>
                    <a:pt x="194" y="2"/>
                    <a:pt x="191" y="4"/>
                    <a:pt x="190" y="5"/>
                  </a:cubicBezTo>
                  <a:cubicBezTo>
                    <a:pt x="188" y="6"/>
                    <a:pt x="184" y="7"/>
                    <a:pt x="181" y="7"/>
                  </a:cubicBezTo>
                  <a:cubicBezTo>
                    <a:pt x="180" y="8"/>
                    <a:pt x="177" y="8"/>
                    <a:pt x="176" y="8"/>
                  </a:cubicBezTo>
                  <a:cubicBezTo>
                    <a:pt x="174" y="9"/>
                    <a:pt x="170" y="10"/>
                    <a:pt x="168" y="11"/>
                  </a:cubicBezTo>
                  <a:cubicBezTo>
                    <a:pt x="166" y="12"/>
                    <a:pt x="162" y="17"/>
                    <a:pt x="161" y="20"/>
                  </a:cubicBezTo>
                  <a:cubicBezTo>
                    <a:pt x="161" y="21"/>
                    <a:pt x="161" y="23"/>
                    <a:pt x="161" y="24"/>
                  </a:cubicBezTo>
                  <a:cubicBezTo>
                    <a:pt x="161" y="27"/>
                    <a:pt x="162" y="32"/>
                    <a:pt x="163" y="35"/>
                  </a:cubicBezTo>
                  <a:cubicBezTo>
                    <a:pt x="164" y="37"/>
                    <a:pt x="168" y="42"/>
                    <a:pt x="169" y="44"/>
                  </a:cubicBezTo>
                  <a:cubicBezTo>
                    <a:pt x="170" y="47"/>
                    <a:pt x="169" y="54"/>
                    <a:pt x="170" y="57"/>
                  </a:cubicBezTo>
                  <a:cubicBezTo>
                    <a:pt x="170" y="58"/>
                    <a:pt x="172" y="60"/>
                    <a:pt x="172" y="61"/>
                  </a:cubicBezTo>
                  <a:cubicBezTo>
                    <a:pt x="172" y="62"/>
                    <a:pt x="173" y="64"/>
                    <a:pt x="172" y="65"/>
                  </a:cubicBezTo>
                  <a:cubicBezTo>
                    <a:pt x="171" y="66"/>
                    <a:pt x="168" y="65"/>
                    <a:pt x="167" y="66"/>
                  </a:cubicBezTo>
                  <a:cubicBezTo>
                    <a:pt x="166" y="67"/>
                    <a:pt x="165" y="71"/>
                    <a:pt x="165" y="72"/>
                  </a:cubicBezTo>
                  <a:cubicBezTo>
                    <a:pt x="166" y="74"/>
                    <a:pt x="170" y="76"/>
                    <a:pt x="170" y="77"/>
                  </a:cubicBezTo>
                  <a:cubicBezTo>
                    <a:pt x="170" y="79"/>
                    <a:pt x="169" y="83"/>
                    <a:pt x="168" y="84"/>
                  </a:cubicBezTo>
                  <a:cubicBezTo>
                    <a:pt x="165" y="85"/>
                    <a:pt x="160" y="83"/>
                    <a:pt x="158" y="82"/>
                  </a:cubicBezTo>
                  <a:cubicBezTo>
                    <a:pt x="155" y="81"/>
                    <a:pt x="150" y="75"/>
                    <a:pt x="147" y="75"/>
                  </a:cubicBezTo>
                  <a:cubicBezTo>
                    <a:pt x="145" y="75"/>
                    <a:pt x="141" y="78"/>
                    <a:pt x="139" y="78"/>
                  </a:cubicBezTo>
                  <a:cubicBezTo>
                    <a:pt x="134" y="77"/>
                    <a:pt x="126" y="70"/>
                    <a:pt x="121" y="69"/>
                  </a:cubicBezTo>
                  <a:cubicBezTo>
                    <a:pt x="120" y="68"/>
                    <a:pt x="116" y="70"/>
                    <a:pt x="115" y="69"/>
                  </a:cubicBezTo>
                  <a:cubicBezTo>
                    <a:pt x="112" y="69"/>
                    <a:pt x="108" y="65"/>
                    <a:pt x="106" y="64"/>
                  </a:cubicBezTo>
                  <a:cubicBezTo>
                    <a:pt x="104" y="64"/>
                    <a:pt x="99" y="65"/>
                    <a:pt x="97" y="64"/>
                  </a:cubicBezTo>
                  <a:cubicBezTo>
                    <a:pt x="95" y="62"/>
                    <a:pt x="95" y="57"/>
                    <a:pt x="93" y="55"/>
                  </a:cubicBezTo>
                  <a:cubicBezTo>
                    <a:pt x="92" y="54"/>
                    <a:pt x="89" y="53"/>
                    <a:pt x="87" y="53"/>
                  </a:cubicBezTo>
                  <a:cubicBezTo>
                    <a:pt x="83" y="54"/>
                    <a:pt x="74" y="59"/>
                    <a:pt x="73" y="63"/>
                  </a:cubicBezTo>
                  <a:cubicBezTo>
                    <a:pt x="72" y="65"/>
                    <a:pt x="75" y="69"/>
                    <a:pt x="75" y="71"/>
                  </a:cubicBezTo>
                  <a:cubicBezTo>
                    <a:pt x="75" y="72"/>
                    <a:pt x="73" y="75"/>
                    <a:pt x="71" y="75"/>
                  </a:cubicBezTo>
                  <a:cubicBezTo>
                    <a:pt x="70" y="76"/>
                    <a:pt x="67" y="76"/>
                    <a:pt x="66" y="76"/>
                  </a:cubicBezTo>
                  <a:cubicBezTo>
                    <a:pt x="63" y="75"/>
                    <a:pt x="59" y="70"/>
                    <a:pt x="56" y="69"/>
                  </a:cubicBezTo>
                  <a:cubicBezTo>
                    <a:pt x="52" y="68"/>
                    <a:pt x="44" y="71"/>
                    <a:pt x="40" y="70"/>
                  </a:cubicBezTo>
                  <a:cubicBezTo>
                    <a:pt x="36" y="69"/>
                    <a:pt x="24" y="61"/>
                    <a:pt x="24" y="61"/>
                  </a:cubicBezTo>
                  <a:cubicBezTo>
                    <a:pt x="24" y="61"/>
                    <a:pt x="18" y="65"/>
                    <a:pt x="16" y="67"/>
                  </a:cubicBezTo>
                  <a:cubicBezTo>
                    <a:pt x="14" y="71"/>
                    <a:pt x="13" y="80"/>
                    <a:pt x="11" y="84"/>
                  </a:cubicBezTo>
                  <a:cubicBezTo>
                    <a:pt x="10" y="85"/>
                    <a:pt x="7" y="86"/>
                    <a:pt x="5" y="86"/>
                  </a:cubicBezTo>
                  <a:cubicBezTo>
                    <a:pt x="4" y="86"/>
                    <a:pt x="2" y="83"/>
                    <a:pt x="1" y="84"/>
                  </a:cubicBezTo>
                  <a:cubicBezTo>
                    <a:pt x="0" y="84"/>
                    <a:pt x="0" y="88"/>
                    <a:pt x="0" y="89"/>
                  </a:cubicBezTo>
                  <a:cubicBezTo>
                    <a:pt x="0" y="91"/>
                    <a:pt x="1" y="94"/>
                    <a:pt x="2" y="95"/>
                  </a:cubicBezTo>
                  <a:cubicBezTo>
                    <a:pt x="5" y="97"/>
                    <a:pt x="15" y="95"/>
                    <a:pt x="19" y="97"/>
                  </a:cubicBezTo>
                  <a:cubicBezTo>
                    <a:pt x="20" y="97"/>
                    <a:pt x="21" y="99"/>
                    <a:pt x="22" y="99"/>
                  </a:cubicBezTo>
                  <a:cubicBezTo>
                    <a:pt x="24" y="101"/>
                    <a:pt x="31" y="101"/>
                    <a:pt x="33" y="103"/>
                  </a:cubicBezTo>
                  <a:cubicBezTo>
                    <a:pt x="34" y="104"/>
                    <a:pt x="34" y="109"/>
                    <a:pt x="33" y="111"/>
                  </a:cubicBezTo>
                  <a:cubicBezTo>
                    <a:pt x="33" y="113"/>
                    <a:pt x="28" y="114"/>
                    <a:pt x="28" y="116"/>
                  </a:cubicBezTo>
                  <a:cubicBezTo>
                    <a:pt x="29" y="119"/>
                    <a:pt x="39" y="121"/>
                    <a:pt x="41" y="124"/>
                  </a:cubicBezTo>
                  <a:cubicBezTo>
                    <a:pt x="43" y="127"/>
                    <a:pt x="45" y="136"/>
                    <a:pt x="45" y="140"/>
                  </a:cubicBezTo>
                  <a:cubicBezTo>
                    <a:pt x="45" y="141"/>
                    <a:pt x="45" y="145"/>
                    <a:pt x="45" y="147"/>
                  </a:cubicBezTo>
                  <a:cubicBezTo>
                    <a:pt x="45" y="149"/>
                    <a:pt x="43" y="151"/>
                    <a:pt x="43" y="153"/>
                  </a:cubicBezTo>
                  <a:cubicBezTo>
                    <a:pt x="42" y="155"/>
                    <a:pt x="44" y="160"/>
                    <a:pt x="45" y="162"/>
                  </a:cubicBezTo>
                  <a:cubicBezTo>
                    <a:pt x="46" y="165"/>
                    <a:pt x="51" y="170"/>
                    <a:pt x="53" y="171"/>
                  </a:cubicBezTo>
                  <a:cubicBezTo>
                    <a:pt x="55" y="172"/>
                    <a:pt x="59" y="172"/>
                    <a:pt x="60" y="173"/>
                  </a:cubicBezTo>
                  <a:cubicBezTo>
                    <a:pt x="61" y="174"/>
                    <a:pt x="62" y="176"/>
                    <a:pt x="62" y="178"/>
                  </a:cubicBezTo>
                  <a:cubicBezTo>
                    <a:pt x="63" y="178"/>
                    <a:pt x="62" y="180"/>
                    <a:pt x="62" y="181"/>
                  </a:cubicBezTo>
                  <a:cubicBezTo>
                    <a:pt x="63" y="183"/>
                    <a:pt x="68" y="186"/>
                    <a:pt x="69" y="188"/>
                  </a:cubicBezTo>
                  <a:cubicBezTo>
                    <a:pt x="71" y="192"/>
                    <a:pt x="69" y="201"/>
                    <a:pt x="71" y="205"/>
                  </a:cubicBezTo>
                  <a:cubicBezTo>
                    <a:pt x="72" y="207"/>
                    <a:pt x="75" y="209"/>
                    <a:pt x="76" y="209"/>
                  </a:cubicBezTo>
                  <a:cubicBezTo>
                    <a:pt x="78" y="210"/>
                    <a:pt x="83" y="209"/>
                    <a:pt x="85" y="210"/>
                  </a:cubicBezTo>
                  <a:cubicBezTo>
                    <a:pt x="88" y="212"/>
                    <a:pt x="94" y="223"/>
                    <a:pt x="94" y="223"/>
                  </a:cubicBezTo>
                  <a:cubicBezTo>
                    <a:pt x="94" y="223"/>
                    <a:pt x="96" y="219"/>
                    <a:pt x="97" y="219"/>
                  </a:cubicBezTo>
                  <a:cubicBezTo>
                    <a:pt x="99" y="218"/>
                    <a:pt x="103" y="219"/>
                    <a:pt x="105" y="219"/>
                  </a:cubicBezTo>
                  <a:cubicBezTo>
                    <a:pt x="107" y="220"/>
                    <a:pt x="112" y="222"/>
                    <a:pt x="113" y="224"/>
                  </a:cubicBezTo>
                  <a:cubicBezTo>
                    <a:pt x="114" y="225"/>
                    <a:pt x="114" y="227"/>
                    <a:pt x="114" y="228"/>
                  </a:cubicBezTo>
                  <a:cubicBezTo>
                    <a:pt x="113" y="230"/>
                    <a:pt x="109" y="232"/>
                    <a:pt x="108" y="233"/>
                  </a:cubicBezTo>
                  <a:cubicBezTo>
                    <a:pt x="107" y="235"/>
                    <a:pt x="106" y="237"/>
                    <a:pt x="107" y="238"/>
                  </a:cubicBezTo>
                  <a:cubicBezTo>
                    <a:pt x="107" y="240"/>
                    <a:pt x="111" y="243"/>
                    <a:pt x="112" y="245"/>
                  </a:cubicBezTo>
                  <a:cubicBezTo>
                    <a:pt x="115" y="246"/>
                    <a:pt x="121" y="248"/>
                    <a:pt x="124" y="249"/>
                  </a:cubicBezTo>
                  <a:cubicBezTo>
                    <a:pt x="128" y="250"/>
                    <a:pt x="137" y="251"/>
                    <a:pt x="142" y="251"/>
                  </a:cubicBezTo>
                  <a:cubicBezTo>
                    <a:pt x="144" y="250"/>
                    <a:pt x="148" y="249"/>
                    <a:pt x="149" y="247"/>
                  </a:cubicBezTo>
                  <a:cubicBezTo>
                    <a:pt x="150" y="246"/>
                    <a:pt x="150" y="245"/>
                    <a:pt x="150" y="244"/>
                  </a:cubicBezTo>
                  <a:cubicBezTo>
                    <a:pt x="150" y="243"/>
                    <a:pt x="146" y="242"/>
                    <a:pt x="146" y="240"/>
                  </a:cubicBezTo>
                  <a:cubicBezTo>
                    <a:pt x="146" y="240"/>
                    <a:pt x="146" y="238"/>
                    <a:pt x="147" y="238"/>
                  </a:cubicBezTo>
                  <a:cubicBezTo>
                    <a:pt x="151" y="234"/>
                    <a:pt x="162" y="238"/>
                    <a:pt x="167" y="237"/>
                  </a:cubicBezTo>
                  <a:cubicBezTo>
                    <a:pt x="172" y="237"/>
                    <a:pt x="184" y="237"/>
                    <a:pt x="189" y="234"/>
                  </a:cubicBezTo>
                  <a:cubicBezTo>
                    <a:pt x="191" y="233"/>
                    <a:pt x="195" y="230"/>
                    <a:pt x="196" y="227"/>
                  </a:cubicBezTo>
                  <a:cubicBezTo>
                    <a:pt x="197" y="226"/>
                    <a:pt x="196" y="223"/>
                    <a:pt x="197" y="222"/>
                  </a:cubicBezTo>
                  <a:cubicBezTo>
                    <a:pt x="197" y="221"/>
                    <a:pt x="201" y="219"/>
                    <a:pt x="201" y="218"/>
                  </a:cubicBezTo>
                  <a:cubicBezTo>
                    <a:pt x="202" y="216"/>
                    <a:pt x="200" y="212"/>
                    <a:pt x="201" y="211"/>
                  </a:cubicBezTo>
                  <a:cubicBezTo>
                    <a:pt x="202" y="209"/>
                    <a:pt x="206" y="205"/>
                    <a:pt x="208" y="205"/>
                  </a:cubicBezTo>
                  <a:cubicBezTo>
                    <a:pt x="210" y="203"/>
                    <a:pt x="216" y="205"/>
                    <a:pt x="218" y="203"/>
                  </a:cubicBezTo>
                  <a:cubicBezTo>
                    <a:pt x="219" y="202"/>
                    <a:pt x="220" y="199"/>
                    <a:pt x="220" y="197"/>
                  </a:cubicBezTo>
                  <a:cubicBezTo>
                    <a:pt x="219" y="196"/>
                    <a:pt x="219" y="194"/>
                    <a:pt x="218" y="194"/>
                  </a:cubicBezTo>
                  <a:cubicBezTo>
                    <a:pt x="216" y="193"/>
                    <a:pt x="214" y="197"/>
                    <a:pt x="212" y="197"/>
                  </a:cubicBezTo>
                  <a:cubicBezTo>
                    <a:pt x="211" y="198"/>
                    <a:pt x="208" y="197"/>
                    <a:pt x="206" y="196"/>
                  </a:cubicBezTo>
                  <a:cubicBezTo>
                    <a:pt x="205" y="196"/>
                    <a:pt x="202" y="195"/>
                    <a:pt x="201" y="194"/>
                  </a:cubicBezTo>
                  <a:cubicBezTo>
                    <a:pt x="200" y="193"/>
                    <a:pt x="200" y="190"/>
                    <a:pt x="200" y="189"/>
                  </a:cubicBezTo>
                  <a:cubicBezTo>
                    <a:pt x="201" y="187"/>
                    <a:pt x="206" y="183"/>
                    <a:pt x="204" y="181"/>
                  </a:cubicBezTo>
                  <a:cubicBezTo>
                    <a:pt x="203" y="181"/>
                    <a:pt x="202" y="183"/>
                    <a:pt x="201" y="183"/>
                  </a:cubicBezTo>
                  <a:cubicBezTo>
                    <a:pt x="198" y="184"/>
                    <a:pt x="192" y="184"/>
                    <a:pt x="190" y="182"/>
                  </a:cubicBezTo>
                  <a:cubicBezTo>
                    <a:pt x="190" y="182"/>
                    <a:pt x="189" y="179"/>
                    <a:pt x="189" y="178"/>
                  </a:cubicBezTo>
                  <a:cubicBezTo>
                    <a:pt x="190" y="177"/>
                    <a:pt x="192" y="176"/>
                    <a:pt x="193" y="176"/>
                  </a:cubicBezTo>
                  <a:cubicBezTo>
                    <a:pt x="195" y="176"/>
                    <a:pt x="197" y="178"/>
                    <a:pt x="199" y="178"/>
                  </a:cubicBezTo>
                  <a:cubicBezTo>
                    <a:pt x="201" y="178"/>
                    <a:pt x="204" y="176"/>
                    <a:pt x="206" y="175"/>
                  </a:cubicBezTo>
                  <a:cubicBezTo>
                    <a:pt x="208" y="175"/>
                    <a:pt x="212" y="174"/>
                    <a:pt x="213" y="176"/>
                  </a:cubicBezTo>
                  <a:cubicBezTo>
                    <a:pt x="214" y="177"/>
                    <a:pt x="213" y="181"/>
                    <a:pt x="215" y="182"/>
                  </a:cubicBezTo>
                  <a:cubicBezTo>
                    <a:pt x="216" y="183"/>
                    <a:pt x="219" y="184"/>
                    <a:pt x="220" y="183"/>
                  </a:cubicBezTo>
                  <a:cubicBezTo>
                    <a:pt x="222" y="183"/>
                    <a:pt x="225" y="180"/>
                    <a:pt x="227" y="179"/>
                  </a:cubicBezTo>
                  <a:cubicBezTo>
                    <a:pt x="229" y="178"/>
                    <a:pt x="232" y="175"/>
                    <a:pt x="234" y="175"/>
                  </a:cubicBezTo>
                  <a:cubicBezTo>
                    <a:pt x="240" y="172"/>
                    <a:pt x="252" y="171"/>
                    <a:pt x="257" y="168"/>
                  </a:cubicBezTo>
                  <a:cubicBezTo>
                    <a:pt x="260" y="166"/>
                    <a:pt x="265" y="160"/>
                    <a:pt x="268" y="158"/>
                  </a:cubicBezTo>
                  <a:cubicBezTo>
                    <a:pt x="270" y="156"/>
                    <a:pt x="275" y="154"/>
                    <a:pt x="278" y="153"/>
                  </a:cubicBezTo>
                  <a:cubicBezTo>
                    <a:pt x="284" y="152"/>
                    <a:pt x="297" y="157"/>
                    <a:pt x="304" y="157"/>
                  </a:cubicBezTo>
                  <a:cubicBezTo>
                    <a:pt x="307" y="157"/>
                    <a:pt x="313" y="156"/>
                    <a:pt x="316" y="156"/>
                  </a:cubicBezTo>
                  <a:cubicBezTo>
                    <a:pt x="320" y="156"/>
                    <a:pt x="327" y="157"/>
                    <a:pt x="331" y="158"/>
                  </a:cubicBezTo>
                  <a:cubicBezTo>
                    <a:pt x="337" y="160"/>
                    <a:pt x="346" y="167"/>
                    <a:pt x="352" y="168"/>
                  </a:cubicBezTo>
                  <a:cubicBezTo>
                    <a:pt x="355" y="169"/>
                    <a:pt x="362" y="169"/>
                    <a:pt x="364" y="167"/>
                  </a:cubicBezTo>
                  <a:cubicBezTo>
                    <a:pt x="366" y="166"/>
                    <a:pt x="367" y="162"/>
                    <a:pt x="369" y="161"/>
                  </a:cubicBezTo>
                  <a:cubicBezTo>
                    <a:pt x="371" y="160"/>
                    <a:pt x="375" y="158"/>
                    <a:pt x="377" y="159"/>
                  </a:cubicBezTo>
                  <a:cubicBezTo>
                    <a:pt x="379" y="159"/>
                    <a:pt x="382" y="163"/>
                    <a:pt x="384" y="163"/>
                  </a:cubicBezTo>
                  <a:cubicBezTo>
                    <a:pt x="387" y="163"/>
                    <a:pt x="392" y="163"/>
                    <a:pt x="394" y="161"/>
                  </a:cubicBezTo>
                  <a:cubicBezTo>
                    <a:pt x="395" y="161"/>
                    <a:pt x="395" y="160"/>
                    <a:pt x="395" y="160"/>
                  </a:cubicBezTo>
                  <a:cubicBezTo>
                    <a:pt x="394" y="158"/>
                    <a:pt x="388" y="159"/>
                    <a:pt x="387" y="158"/>
                  </a:cubicBezTo>
                  <a:cubicBezTo>
                    <a:pt x="385" y="157"/>
                    <a:pt x="384" y="153"/>
                    <a:pt x="385" y="151"/>
                  </a:cubicBezTo>
                  <a:cubicBezTo>
                    <a:pt x="386" y="149"/>
                    <a:pt x="390" y="148"/>
                    <a:pt x="392" y="149"/>
                  </a:cubicBezTo>
                  <a:cubicBezTo>
                    <a:pt x="396" y="149"/>
                    <a:pt x="402" y="154"/>
                    <a:pt x="403" y="157"/>
                  </a:cubicBezTo>
                  <a:cubicBezTo>
                    <a:pt x="405" y="158"/>
                    <a:pt x="405" y="163"/>
                    <a:pt x="404" y="165"/>
                  </a:cubicBezTo>
                  <a:cubicBezTo>
                    <a:pt x="403" y="168"/>
                    <a:pt x="396" y="169"/>
                    <a:pt x="394" y="171"/>
                  </a:cubicBezTo>
                  <a:cubicBezTo>
                    <a:pt x="393" y="173"/>
                    <a:pt x="391" y="177"/>
                    <a:pt x="392" y="179"/>
                  </a:cubicBezTo>
                  <a:cubicBezTo>
                    <a:pt x="392" y="180"/>
                    <a:pt x="394" y="181"/>
                    <a:pt x="395" y="181"/>
                  </a:cubicBezTo>
                  <a:cubicBezTo>
                    <a:pt x="399" y="181"/>
                    <a:pt x="403" y="176"/>
                    <a:pt x="406" y="175"/>
                  </a:cubicBezTo>
                  <a:cubicBezTo>
                    <a:pt x="408" y="175"/>
                    <a:pt x="411" y="175"/>
                    <a:pt x="412" y="175"/>
                  </a:cubicBezTo>
                  <a:cubicBezTo>
                    <a:pt x="415" y="176"/>
                    <a:pt x="418" y="181"/>
                    <a:pt x="420" y="181"/>
                  </a:cubicBezTo>
                  <a:cubicBezTo>
                    <a:pt x="423" y="182"/>
                    <a:pt x="430" y="179"/>
                    <a:pt x="433" y="177"/>
                  </a:cubicBezTo>
                  <a:cubicBezTo>
                    <a:pt x="435" y="176"/>
                    <a:pt x="438" y="173"/>
                    <a:pt x="439" y="172"/>
                  </a:cubicBezTo>
                  <a:cubicBezTo>
                    <a:pt x="441" y="170"/>
                    <a:pt x="441" y="164"/>
                    <a:pt x="443" y="162"/>
                  </a:cubicBezTo>
                  <a:cubicBezTo>
                    <a:pt x="444" y="161"/>
                    <a:pt x="448" y="161"/>
                    <a:pt x="449" y="160"/>
                  </a:cubicBezTo>
                  <a:cubicBezTo>
                    <a:pt x="451" y="159"/>
                    <a:pt x="455" y="157"/>
                    <a:pt x="456" y="155"/>
                  </a:cubicBezTo>
                  <a:cubicBezTo>
                    <a:pt x="457" y="154"/>
                    <a:pt x="457" y="151"/>
                    <a:pt x="456" y="150"/>
                  </a:cubicBezTo>
                  <a:cubicBezTo>
                    <a:pt x="456" y="149"/>
                    <a:pt x="453" y="148"/>
                    <a:pt x="452" y="147"/>
                  </a:cubicBezTo>
                  <a:cubicBezTo>
                    <a:pt x="451" y="146"/>
                    <a:pt x="449" y="144"/>
                    <a:pt x="448" y="143"/>
                  </a:cubicBezTo>
                  <a:cubicBezTo>
                    <a:pt x="447" y="140"/>
                    <a:pt x="448" y="136"/>
                    <a:pt x="449" y="134"/>
                  </a:cubicBezTo>
                  <a:cubicBezTo>
                    <a:pt x="449" y="131"/>
                    <a:pt x="454" y="128"/>
                    <a:pt x="455" y="125"/>
                  </a:cubicBezTo>
                  <a:cubicBezTo>
                    <a:pt x="455" y="125"/>
                    <a:pt x="455" y="123"/>
                    <a:pt x="455" y="122"/>
                  </a:cubicBezTo>
                  <a:cubicBezTo>
                    <a:pt x="455" y="121"/>
                    <a:pt x="452" y="120"/>
                    <a:pt x="452" y="118"/>
                  </a:cubicBezTo>
                  <a:cubicBezTo>
                    <a:pt x="451" y="117"/>
                    <a:pt x="453" y="115"/>
                    <a:pt x="453" y="114"/>
                  </a:cubicBezTo>
                  <a:cubicBezTo>
                    <a:pt x="453" y="111"/>
                    <a:pt x="450" y="105"/>
                    <a:pt x="448" y="105"/>
                  </a:cubicBezTo>
                  <a:cubicBezTo>
                    <a:pt x="445" y="104"/>
                    <a:pt x="441" y="108"/>
                    <a:pt x="440" y="110"/>
                  </a:cubicBezTo>
                  <a:cubicBezTo>
                    <a:pt x="438" y="112"/>
                    <a:pt x="438" y="116"/>
                    <a:pt x="436" y="117"/>
                  </a:cubicBezTo>
                  <a:cubicBezTo>
                    <a:pt x="435" y="117"/>
                    <a:pt x="431" y="114"/>
                    <a:pt x="429" y="113"/>
                  </a:cubicBezTo>
                  <a:cubicBezTo>
                    <a:pt x="427" y="112"/>
                    <a:pt x="423" y="108"/>
                    <a:pt x="421" y="106"/>
                  </a:cubicBezTo>
                  <a:cubicBezTo>
                    <a:pt x="420" y="105"/>
                    <a:pt x="418" y="105"/>
                    <a:pt x="418" y="104"/>
                  </a:cubicBezTo>
                  <a:cubicBezTo>
                    <a:pt x="416" y="103"/>
                    <a:pt x="414" y="100"/>
                    <a:pt x="413" y="9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0"/>
            <p:cNvSpPr>
              <a:spLocks/>
            </p:cNvSpPr>
            <p:nvPr/>
          </p:nvSpPr>
          <p:spPr bwMode="auto">
            <a:xfrm>
              <a:off x="3163888" y="3346450"/>
              <a:ext cx="635000" cy="1020763"/>
            </a:xfrm>
            <a:custGeom>
              <a:avLst/>
              <a:gdLst/>
              <a:ahLst/>
              <a:cxnLst>
                <a:cxn ang="0">
                  <a:pos x="292" y="217"/>
                </a:cxn>
                <a:cxn ang="0">
                  <a:pos x="307" y="194"/>
                </a:cxn>
                <a:cxn ang="0">
                  <a:pos x="310" y="167"/>
                </a:cxn>
                <a:cxn ang="0">
                  <a:pos x="283" y="134"/>
                </a:cxn>
                <a:cxn ang="0">
                  <a:pos x="261" y="156"/>
                </a:cxn>
                <a:cxn ang="0">
                  <a:pos x="232" y="175"/>
                </a:cxn>
                <a:cxn ang="0">
                  <a:pos x="216" y="180"/>
                </a:cxn>
                <a:cxn ang="0">
                  <a:pos x="200" y="187"/>
                </a:cxn>
                <a:cxn ang="0">
                  <a:pos x="191" y="159"/>
                </a:cxn>
                <a:cxn ang="0">
                  <a:pos x="212" y="145"/>
                </a:cxn>
                <a:cxn ang="0">
                  <a:pos x="209" y="119"/>
                </a:cxn>
                <a:cxn ang="0">
                  <a:pos x="229" y="113"/>
                </a:cxn>
                <a:cxn ang="0">
                  <a:pos x="239" y="86"/>
                </a:cxn>
                <a:cxn ang="0">
                  <a:pos x="244" y="42"/>
                </a:cxn>
                <a:cxn ang="0">
                  <a:pos x="184" y="5"/>
                </a:cxn>
                <a:cxn ang="0">
                  <a:pos x="113" y="78"/>
                </a:cxn>
                <a:cxn ang="0">
                  <a:pos x="102" y="112"/>
                </a:cxn>
                <a:cxn ang="0">
                  <a:pos x="52" y="136"/>
                </a:cxn>
                <a:cxn ang="0">
                  <a:pos x="28" y="201"/>
                </a:cxn>
                <a:cxn ang="0">
                  <a:pos x="14" y="265"/>
                </a:cxn>
                <a:cxn ang="0">
                  <a:pos x="34" y="270"/>
                </a:cxn>
                <a:cxn ang="0">
                  <a:pos x="75" y="274"/>
                </a:cxn>
                <a:cxn ang="0">
                  <a:pos x="95" y="303"/>
                </a:cxn>
                <a:cxn ang="0">
                  <a:pos x="86" y="332"/>
                </a:cxn>
                <a:cxn ang="0">
                  <a:pos x="75" y="348"/>
                </a:cxn>
                <a:cxn ang="0">
                  <a:pos x="61" y="381"/>
                </a:cxn>
                <a:cxn ang="0">
                  <a:pos x="42" y="380"/>
                </a:cxn>
                <a:cxn ang="0">
                  <a:pos x="26" y="390"/>
                </a:cxn>
                <a:cxn ang="0">
                  <a:pos x="16" y="375"/>
                </a:cxn>
                <a:cxn ang="0">
                  <a:pos x="12" y="410"/>
                </a:cxn>
                <a:cxn ang="0">
                  <a:pos x="28" y="420"/>
                </a:cxn>
                <a:cxn ang="0">
                  <a:pos x="38" y="444"/>
                </a:cxn>
                <a:cxn ang="0">
                  <a:pos x="59" y="468"/>
                </a:cxn>
                <a:cxn ang="0">
                  <a:pos x="76" y="475"/>
                </a:cxn>
                <a:cxn ang="0">
                  <a:pos x="72" y="516"/>
                </a:cxn>
                <a:cxn ang="0">
                  <a:pos x="61" y="553"/>
                </a:cxn>
                <a:cxn ang="0">
                  <a:pos x="106" y="585"/>
                </a:cxn>
                <a:cxn ang="0">
                  <a:pos x="137" y="569"/>
                </a:cxn>
                <a:cxn ang="0">
                  <a:pos x="171" y="585"/>
                </a:cxn>
                <a:cxn ang="0">
                  <a:pos x="220" y="593"/>
                </a:cxn>
                <a:cxn ang="0">
                  <a:pos x="220" y="573"/>
                </a:cxn>
                <a:cxn ang="0">
                  <a:pos x="218" y="527"/>
                </a:cxn>
                <a:cxn ang="0">
                  <a:pos x="253" y="517"/>
                </a:cxn>
                <a:cxn ang="0">
                  <a:pos x="286" y="520"/>
                </a:cxn>
                <a:cxn ang="0">
                  <a:pos x="365" y="543"/>
                </a:cxn>
                <a:cxn ang="0">
                  <a:pos x="370" y="505"/>
                </a:cxn>
                <a:cxn ang="0">
                  <a:pos x="348" y="464"/>
                </a:cxn>
                <a:cxn ang="0">
                  <a:pos x="366" y="437"/>
                </a:cxn>
                <a:cxn ang="0">
                  <a:pos x="361" y="404"/>
                </a:cxn>
                <a:cxn ang="0">
                  <a:pos x="342" y="320"/>
                </a:cxn>
                <a:cxn ang="0">
                  <a:pos x="307" y="265"/>
                </a:cxn>
              </a:cxnLst>
              <a:rect l="0" t="0" r="r" b="b"/>
              <a:pathLst>
                <a:path w="374" h="601">
                  <a:moveTo>
                    <a:pt x="305" y="250"/>
                  </a:moveTo>
                  <a:cubicBezTo>
                    <a:pt x="304" y="246"/>
                    <a:pt x="308" y="237"/>
                    <a:pt x="306" y="233"/>
                  </a:cubicBezTo>
                  <a:cubicBezTo>
                    <a:pt x="305" y="231"/>
                    <a:pt x="301" y="231"/>
                    <a:pt x="300" y="229"/>
                  </a:cubicBezTo>
                  <a:cubicBezTo>
                    <a:pt x="299" y="227"/>
                    <a:pt x="300" y="221"/>
                    <a:pt x="299" y="219"/>
                  </a:cubicBezTo>
                  <a:cubicBezTo>
                    <a:pt x="297" y="218"/>
                    <a:pt x="293" y="219"/>
                    <a:pt x="292" y="217"/>
                  </a:cubicBezTo>
                  <a:cubicBezTo>
                    <a:pt x="291" y="217"/>
                    <a:pt x="290" y="214"/>
                    <a:pt x="290" y="213"/>
                  </a:cubicBezTo>
                  <a:cubicBezTo>
                    <a:pt x="291" y="211"/>
                    <a:pt x="297" y="210"/>
                    <a:pt x="298" y="208"/>
                  </a:cubicBezTo>
                  <a:cubicBezTo>
                    <a:pt x="299" y="206"/>
                    <a:pt x="296" y="199"/>
                    <a:pt x="297" y="196"/>
                  </a:cubicBezTo>
                  <a:cubicBezTo>
                    <a:pt x="298" y="195"/>
                    <a:pt x="300" y="193"/>
                    <a:pt x="301" y="193"/>
                  </a:cubicBezTo>
                  <a:cubicBezTo>
                    <a:pt x="303" y="193"/>
                    <a:pt x="306" y="194"/>
                    <a:pt x="307" y="194"/>
                  </a:cubicBezTo>
                  <a:cubicBezTo>
                    <a:pt x="309" y="193"/>
                    <a:pt x="310" y="188"/>
                    <a:pt x="311" y="186"/>
                  </a:cubicBezTo>
                  <a:cubicBezTo>
                    <a:pt x="314" y="184"/>
                    <a:pt x="321" y="182"/>
                    <a:pt x="323" y="180"/>
                  </a:cubicBezTo>
                  <a:cubicBezTo>
                    <a:pt x="325" y="179"/>
                    <a:pt x="327" y="174"/>
                    <a:pt x="327" y="172"/>
                  </a:cubicBezTo>
                  <a:cubicBezTo>
                    <a:pt x="327" y="171"/>
                    <a:pt x="327" y="170"/>
                    <a:pt x="326" y="169"/>
                  </a:cubicBezTo>
                  <a:cubicBezTo>
                    <a:pt x="323" y="167"/>
                    <a:pt x="314" y="169"/>
                    <a:pt x="310" y="167"/>
                  </a:cubicBezTo>
                  <a:cubicBezTo>
                    <a:pt x="307" y="165"/>
                    <a:pt x="303" y="154"/>
                    <a:pt x="303" y="154"/>
                  </a:cubicBezTo>
                  <a:cubicBezTo>
                    <a:pt x="304" y="152"/>
                    <a:pt x="304" y="152"/>
                    <a:pt x="304" y="152"/>
                  </a:cubicBezTo>
                  <a:cubicBezTo>
                    <a:pt x="304" y="152"/>
                    <a:pt x="290" y="146"/>
                    <a:pt x="287" y="142"/>
                  </a:cubicBezTo>
                  <a:cubicBezTo>
                    <a:pt x="287" y="140"/>
                    <a:pt x="288" y="137"/>
                    <a:pt x="287" y="136"/>
                  </a:cubicBezTo>
                  <a:cubicBezTo>
                    <a:pt x="287" y="135"/>
                    <a:pt x="284" y="134"/>
                    <a:pt x="283" y="134"/>
                  </a:cubicBezTo>
                  <a:cubicBezTo>
                    <a:pt x="279" y="135"/>
                    <a:pt x="272" y="141"/>
                    <a:pt x="268" y="142"/>
                  </a:cubicBezTo>
                  <a:cubicBezTo>
                    <a:pt x="266" y="142"/>
                    <a:pt x="261" y="140"/>
                    <a:pt x="259" y="141"/>
                  </a:cubicBezTo>
                  <a:cubicBezTo>
                    <a:pt x="258" y="141"/>
                    <a:pt x="256" y="143"/>
                    <a:pt x="255" y="144"/>
                  </a:cubicBezTo>
                  <a:cubicBezTo>
                    <a:pt x="255" y="146"/>
                    <a:pt x="252" y="149"/>
                    <a:pt x="253" y="150"/>
                  </a:cubicBezTo>
                  <a:cubicBezTo>
                    <a:pt x="253" y="153"/>
                    <a:pt x="261" y="154"/>
                    <a:pt x="261" y="156"/>
                  </a:cubicBezTo>
                  <a:cubicBezTo>
                    <a:pt x="261" y="159"/>
                    <a:pt x="253" y="159"/>
                    <a:pt x="251" y="161"/>
                  </a:cubicBezTo>
                  <a:cubicBezTo>
                    <a:pt x="250" y="162"/>
                    <a:pt x="251" y="166"/>
                    <a:pt x="250" y="167"/>
                  </a:cubicBezTo>
                  <a:cubicBezTo>
                    <a:pt x="249" y="168"/>
                    <a:pt x="244" y="168"/>
                    <a:pt x="243" y="169"/>
                  </a:cubicBezTo>
                  <a:cubicBezTo>
                    <a:pt x="242" y="170"/>
                    <a:pt x="243" y="175"/>
                    <a:pt x="242" y="176"/>
                  </a:cubicBezTo>
                  <a:cubicBezTo>
                    <a:pt x="240" y="178"/>
                    <a:pt x="233" y="173"/>
                    <a:pt x="232" y="175"/>
                  </a:cubicBezTo>
                  <a:cubicBezTo>
                    <a:pt x="230" y="176"/>
                    <a:pt x="233" y="181"/>
                    <a:pt x="232" y="182"/>
                  </a:cubicBezTo>
                  <a:cubicBezTo>
                    <a:pt x="232" y="183"/>
                    <a:pt x="230" y="185"/>
                    <a:pt x="229" y="185"/>
                  </a:cubicBezTo>
                  <a:cubicBezTo>
                    <a:pt x="227" y="185"/>
                    <a:pt x="226" y="179"/>
                    <a:pt x="224" y="177"/>
                  </a:cubicBezTo>
                  <a:cubicBezTo>
                    <a:pt x="223" y="177"/>
                    <a:pt x="220" y="176"/>
                    <a:pt x="219" y="176"/>
                  </a:cubicBezTo>
                  <a:cubicBezTo>
                    <a:pt x="218" y="176"/>
                    <a:pt x="216" y="178"/>
                    <a:pt x="216" y="180"/>
                  </a:cubicBezTo>
                  <a:cubicBezTo>
                    <a:pt x="216" y="181"/>
                    <a:pt x="219" y="184"/>
                    <a:pt x="219" y="186"/>
                  </a:cubicBezTo>
                  <a:cubicBezTo>
                    <a:pt x="219" y="188"/>
                    <a:pt x="217" y="191"/>
                    <a:pt x="216" y="192"/>
                  </a:cubicBezTo>
                  <a:cubicBezTo>
                    <a:pt x="215" y="193"/>
                    <a:pt x="213" y="193"/>
                    <a:pt x="212" y="193"/>
                  </a:cubicBezTo>
                  <a:cubicBezTo>
                    <a:pt x="210" y="194"/>
                    <a:pt x="205" y="198"/>
                    <a:pt x="205" y="199"/>
                  </a:cubicBezTo>
                  <a:cubicBezTo>
                    <a:pt x="205" y="200"/>
                    <a:pt x="201" y="190"/>
                    <a:pt x="200" y="187"/>
                  </a:cubicBezTo>
                  <a:cubicBezTo>
                    <a:pt x="200" y="185"/>
                    <a:pt x="202" y="182"/>
                    <a:pt x="202" y="181"/>
                  </a:cubicBezTo>
                  <a:cubicBezTo>
                    <a:pt x="202" y="180"/>
                    <a:pt x="201" y="178"/>
                    <a:pt x="200" y="177"/>
                  </a:cubicBezTo>
                  <a:cubicBezTo>
                    <a:pt x="197" y="176"/>
                    <a:pt x="192" y="176"/>
                    <a:pt x="189" y="174"/>
                  </a:cubicBezTo>
                  <a:cubicBezTo>
                    <a:pt x="188" y="174"/>
                    <a:pt x="187" y="172"/>
                    <a:pt x="187" y="171"/>
                  </a:cubicBezTo>
                  <a:cubicBezTo>
                    <a:pt x="186" y="168"/>
                    <a:pt x="191" y="162"/>
                    <a:pt x="191" y="159"/>
                  </a:cubicBezTo>
                  <a:cubicBezTo>
                    <a:pt x="190" y="157"/>
                    <a:pt x="187" y="154"/>
                    <a:pt x="187" y="152"/>
                  </a:cubicBezTo>
                  <a:cubicBezTo>
                    <a:pt x="187" y="151"/>
                    <a:pt x="189" y="148"/>
                    <a:pt x="190" y="148"/>
                  </a:cubicBezTo>
                  <a:cubicBezTo>
                    <a:pt x="193" y="147"/>
                    <a:pt x="199" y="153"/>
                    <a:pt x="202" y="154"/>
                  </a:cubicBezTo>
                  <a:cubicBezTo>
                    <a:pt x="204" y="154"/>
                    <a:pt x="207" y="155"/>
                    <a:pt x="208" y="154"/>
                  </a:cubicBezTo>
                  <a:cubicBezTo>
                    <a:pt x="210" y="152"/>
                    <a:pt x="211" y="147"/>
                    <a:pt x="212" y="145"/>
                  </a:cubicBezTo>
                  <a:cubicBezTo>
                    <a:pt x="213" y="144"/>
                    <a:pt x="215" y="144"/>
                    <a:pt x="216" y="143"/>
                  </a:cubicBezTo>
                  <a:cubicBezTo>
                    <a:pt x="217" y="142"/>
                    <a:pt x="218" y="139"/>
                    <a:pt x="217" y="137"/>
                  </a:cubicBezTo>
                  <a:cubicBezTo>
                    <a:pt x="217" y="136"/>
                    <a:pt x="213" y="134"/>
                    <a:pt x="213" y="133"/>
                  </a:cubicBezTo>
                  <a:cubicBezTo>
                    <a:pt x="212" y="131"/>
                    <a:pt x="214" y="128"/>
                    <a:pt x="214" y="126"/>
                  </a:cubicBezTo>
                  <a:cubicBezTo>
                    <a:pt x="214" y="124"/>
                    <a:pt x="209" y="121"/>
                    <a:pt x="209" y="119"/>
                  </a:cubicBezTo>
                  <a:cubicBezTo>
                    <a:pt x="209" y="118"/>
                    <a:pt x="210" y="117"/>
                    <a:pt x="211" y="116"/>
                  </a:cubicBezTo>
                  <a:cubicBezTo>
                    <a:pt x="212" y="115"/>
                    <a:pt x="216" y="114"/>
                    <a:pt x="218" y="114"/>
                  </a:cubicBezTo>
                  <a:cubicBezTo>
                    <a:pt x="220" y="114"/>
                    <a:pt x="223" y="118"/>
                    <a:pt x="225" y="118"/>
                  </a:cubicBezTo>
                  <a:cubicBezTo>
                    <a:pt x="226" y="118"/>
                    <a:pt x="227" y="118"/>
                    <a:pt x="228" y="117"/>
                  </a:cubicBezTo>
                  <a:cubicBezTo>
                    <a:pt x="229" y="117"/>
                    <a:pt x="229" y="114"/>
                    <a:pt x="229" y="113"/>
                  </a:cubicBezTo>
                  <a:cubicBezTo>
                    <a:pt x="229" y="109"/>
                    <a:pt x="225" y="103"/>
                    <a:pt x="225" y="99"/>
                  </a:cubicBezTo>
                  <a:cubicBezTo>
                    <a:pt x="226" y="97"/>
                    <a:pt x="230" y="94"/>
                    <a:pt x="230" y="92"/>
                  </a:cubicBezTo>
                  <a:cubicBezTo>
                    <a:pt x="230" y="90"/>
                    <a:pt x="229" y="88"/>
                    <a:pt x="229" y="86"/>
                  </a:cubicBezTo>
                  <a:cubicBezTo>
                    <a:pt x="229" y="85"/>
                    <a:pt x="231" y="83"/>
                    <a:pt x="232" y="83"/>
                  </a:cubicBezTo>
                  <a:cubicBezTo>
                    <a:pt x="234" y="82"/>
                    <a:pt x="237" y="87"/>
                    <a:pt x="239" y="86"/>
                  </a:cubicBezTo>
                  <a:cubicBezTo>
                    <a:pt x="240" y="85"/>
                    <a:pt x="239" y="83"/>
                    <a:pt x="240" y="82"/>
                  </a:cubicBezTo>
                  <a:cubicBezTo>
                    <a:pt x="241" y="79"/>
                    <a:pt x="248" y="74"/>
                    <a:pt x="249" y="71"/>
                  </a:cubicBezTo>
                  <a:cubicBezTo>
                    <a:pt x="249" y="68"/>
                    <a:pt x="246" y="64"/>
                    <a:pt x="246" y="61"/>
                  </a:cubicBezTo>
                  <a:cubicBezTo>
                    <a:pt x="246" y="59"/>
                    <a:pt x="250" y="56"/>
                    <a:pt x="250" y="54"/>
                  </a:cubicBezTo>
                  <a:cubicBezTo>
                    <a:pt x="250" y="51"/>
                    <a:pt x="245" y="45"/>
                    <a:pt x="244" y="42"/>
                  </a:cubicBezTo>
                  <a:cubicBezTo>
                    <a:pt x="243" y="41"/>
                    <a:pt x="241" y="37"/>
                    <a:pt x="239" y="36"/>
                  </a:cubicBezTo>
                  <a:cubicBezTo>
                    <a:pt x="237" y="34"/>
                    <a:pt x="231" y="30"/>
                    <a:pt x="228" y="28"/>
                  </a:cubicBezTo>
                  <a:cubicBezTo>
                    <a:pt x="222" y="24"/>
                    <a:pt x="208" y="19"/>
                    <a:pt x="204" y="13"/>
                  </a:cubicBezTo>
                  <a:cubicBezTo>
                    <a:pt x="202" y="10"/>
                    <a:pt x="200" y="0"/>
                    <a:pt x="200" y="0"/>
                  </a:cubicBezTo>
                  <a:cubicBezTo>
                    <a:pt x="200" y="0"/>
                    <a:pt x="188" y="4"/>
                    <a:pt x="184" y="5"/>
                  </a:cubicBezTo>
                  <a:cubicBezTo>
                    <a:pt x="181" y="6"/>
                    <a:pt x="176" y="6"/>
                    <a:pt x="174" y="7"/>
                  </a:cubicBezTo>
                  <a:cubicBezTo>
                    <a:pt x="166" y="11"/>
                    <a:pt x="154" y="21"/>
                    <a:pt x="148" y="28"/>
                  </a:cubicBezTo>
                  <a:cubicBezTo>
                    <a:pt x="145" y="32"/>
                    <a:pt x="141" y="42"/>
                    <a:pt x="137" y="46"/>
                  </a:cubicBezTo>
                  <a:cubicBezTo>
                    <a:pt x="133" y="51"/>
                    <a:pt x="121" y="56"/>
                    <a:pt x="118" y="61"/>
                  </a:cubicBezTo>
                  <a:cubicBezTo>
                    <a:pt x="116" y="64"/>
                    <a:pt x="116" y="74"/>
                    <a:pt x="113" y="78"/>
                  </a:cubicBezTo>
                  <a:cubicBezTo>
                    <a:pt x="111" y="81"/>
                    <a:pt x="102" y="83"/>
                    <a:pt x="100" y="87"/>
                  </a:cubicBezTo>
                  <a:cubicBezTo>
                    <a:pt x="98" y="89"/>
                    <a:pt x="95" y="96"/>
                    <a:pt x="95" y="96"/>
                  </a:cubicBezTo>
                  <a:cubicBezTo>
                    <a:pt x="95" y="96"/>
                    <a:pt x="96" y="100"/>
                    <a:pt x="96" y="101"/>
                  </a:cubicBezTo>
                  <a:cubicBezTo>
                    <a:pt x="97" y="103"/>
                    <a:pt x="101" y="104"/>
                    <a:pt x="102" y="106"/>
                  </a:cubicBezTo>
                  <a:cubicBezTo>
                    <a:pt x="103" y="107"/>
                    <a:pt x="103" y="110"/>
                    <a:pt x="102" y="112"/>
                  </a:cubicBezTo>
                  <a:cubicBezTo>
                    <a:pt x="101" y="115"/>
                    <a:pt x="93" y="118"/>
                    <a:pt x="91" y="121"/>
                  </a:cubicBezTo>
                  <a:cubicBezTo>
                    <a:pt x="89" y="123"/>
                    <a:pt x="90" y="130"/>
                    <a:pt x="88" y="132"/>
                  </a:cubicBezTo>
                  <a:cubicBezTo>
                    <a:pt x="87" y="133"/>
                    <a:pt x="83" y="135"/>
                    <a:pt x="81" y="135"/>
                  </a:cubicBezTo>
                  <a:cubicBezTo>
                    <a:pt x="75" y="136"/>
                    <a:pt x="65" y="133"/>
                    <a:pt x="60" y="133"/>
                  </a:cubicBezTo>
                  <a:cubicBezTo>
                    <a:pt x="58" y="134"/>
                    <a:pt x="53" y="134"/>
                    <a:pt x="52" y="136"/>
                  </a:cubicBezTo>
                  <a:cubicBezTo>
                    <a:pt x="48" y="140"/>
                    <a:pt x="49" y="152"/>
                    <a:pt x="47" y="156"/>
                  </a:cubicBezTo>
                  <a:cubicBezTo>
                    <a:pt x="45" y="159"/>
                    <a:pt x="38" y="162"/>
                    <a:pt x="36" y="165"/>
                  </a:cubicBezTo>
                  <a:cubicBezTo>
                    <a:pt x="34" y="167"/>
                    <a:pt x="32" y="175"/>
                    <a:pt x="32" y="178"/>
                  </a:cubicBezTo>
                  <a:cubicBezTo>
                    <a:pt x="31" y="181"/>
                    <a:pt x="33" y="188"/>
                    <a:pt x="32" y="192"/>
                  </a:cubicBezTo>
                  <a:cubicBezTo>
                    <a:pt x="32" y="194"/>
                    <a:pt x="29" y="199"/>
                    <a:pt x="28" y="201"/>
                  </a:cubicBezTo>
                  <a:cubicBezTo>
                    <a:pt x="28" y="202"/>
                    <a:pt x="27" y="206"/>
                    <a:pt x="25" y="207"/>
                  </a:cubicBezTo>
                  <a:cubicBezTo>
                    <a:pt x="24" y="209"/>
                    <a:pt x="19" y="210"/>
                    <a:pt x="17" y="211"/>
                  </a:cubicBezTo>
                  <a:cubicBezTo>
                    <a:pt x="15" y="212"/>
                    <a:pt x="8" y="219"/>
                    <a:pt x="8" y="219"/>
                  </a:cubicBezTo>
                  <a:cubicBezTo>
                    <a:pt x="8" y="219"/>
                    <a:pt x="5" y="252"/>
                    <a:pt x="10" y="261"/>
                  </a:cubicBezTo>
                  <a:cubicBezTo>
                    <a:pt x="10" y="262"/>
                    <a:pt x="13" y="264"/>
                    <a:pt x="14" y="265"/>
                  </a:cubicBezTo>
                  <a:cubicBezTo>
                    <a:pt x="15" y="266"/>
                    <a:pt x="16" y="269"/>
                    <a:pt x="17" y="270"/>
                  </a:cubicBezTo>
                  <a:cubicBezTo>
                    <a:pt x="18" y="270"/>
                    <a:pt x="20" y="270"/>
                    <a:pt x="21" y="269"/>
                  </a:cubicBezTo>
                  <a:cubicBezTo>
                    <a:pt x="22" y="268"/>
                    <a:pt x="21" y="265"/>
                    <a:pt x="22" y="264"/>
                  </a:cubicBezTo>
                  <a:cubicBezTo>
                    <a:pt x="23" y="263"/>
                    <a:pt x="25" y="262"/>
                    <a:pt x="25" y="263"/>
                  </a:cubicBezTo>
                  <a:cubicBezTo>
                    <a:pt x="28" y="263"/>
                    <a:pt x="32" y="269"/>
                    <a:pt x="34" y="270"/>
                  </a:cubicBezTo>
                  <a:cubicBezTo>
                    <a:pt x="36" y="270"/>
                    <a:pt x="38" y="268"/>
                    <a:pt x="39" y="269"/>
                  </a:cubicBezTo>
                  <a:cubicBezTo>
                    <a:pt x="40" y="269"/>
                    <a:pt x="40" y="270"/>
                    <a:pt x="41" y="271"/>
                  </a:cubicBezTo>
                  <a:cubicBezTo>
                    <a:pt x="46" y="273"/>
                    <a:pt x="58" y="270"/>
                    <a:pt x="64" y="271"/>
                  </a:cubicBezTo>
                  <a:cubicBezTo>
                    <a:pt x="66" y="271"/>
                    <a:pt x="68" y="271"/>
                    <a:pt x="69" y="271"/>
                  </a:cubicBezTo>
                  <a:cubicBezTo>
                    <a:pt x="71" y="272"/>
                    <a:pt x="74" y="273"/>
                    <a:pt x="75" y="274"/>
                  </a:cubicBezTo>
                  <a:cubicBezTo>
                    <a:pt x="76" y="276"/>
                    <a:pt x="79" y="279"/>
                    <a:pt x="80" y="281"/>
                  </a:cubicBezTo>
                  <a:cubicBezTo>
                    <a:pt x="81" y="282"/>
                    <a:pt x="79" y="286"/>
                    <a:pt x="80" y="288"/>
                  </a:cubicBezTo>
                  <a:cubicBezTo>
                    <a:pt x="82" y="290"/>
                    <a:pt x="87" y="291"/>
                    <a:pt x="90" y="291"/>
                  </a:cubicBezTo>
                  <a:cubicBezTo>
                    <a:pt x="92" y="292"/>
                    <a:pt x="98" y="289"/>
                    <a:pt x="100" y="292"/>
                  </a:cubicBezTo>
                  <a:cubicBezTo>
                    <a:pt x="102" y="294"/>
                    <a:pt x="96" y="300"/>
                    <a:pt x="95" y="303"/>
                  </a:cubicBezTo>
                  <a:cubicBezTo>
                    <a:pt x="95" y="305"/>
                    <a:pt x="95" y="308"/>
                    <a:pt x="94" y="310"/>
                  </a:cubicBezTo>
                  <a:cubicBezTo>
                    <a:pt x="92" y="311"/>
                    <a:pt x="89" y="310"/>
                    <a:pt x="87" y="311"/>
                  </a:cubicBezTo>
                  <a:cubicBezTo>
                    <a:pt x="86" y="313"/>
                    <a:pt x="85" y="316"/>
                    <a:pt x="84" y="318"/>
                  </a:cubicBezTo>
                  <a:cubicBezTo>
                    <a:pt x="84" y="320"/>
                    <a:pt x="84" y="326"/>
                    <a:pt x="84" y="328"/>
                  </a:cubicBezTo>
                  <a:cubicBezTo>
                    <a:pt x="84" y="329"/>
                    <a:pt x="86" y="331"/>
                    <a:pt x="86" y="332"/>
                  </a:cubicBezTo>
                  <a:cubicBezTo>
                    <a:pt x="86" y="333"/>
                    <a:pt x="85" y="335"/>
                    <a:pt x="84" y="336"/>
                  </a:cubicBezTo>
                  <a:cubicBezTo>
                    <a:pt x="82" y="338"/>
                    <a:pt x="75" y="338"/>
                    <a:pt x="73" y="341"/>
                  </a:cubicBezTo>
                  <a:cubicBezTo>
                    <a:pt x="73" y="342"/>
                    <a:pt x="74" y="344"/>
                    <a:pt x="74" y="344"/>
                  </a:cubicBezTo>
                  <a:cubicBezTo>
                    <a:pt x="75" y="345"/>
                    <a:pt x="76" y="345"/>
                    <a:pt x="76" y="345"/>
                  </a:cubicBezTo>
                  <a:cubicBezTo>
                    <a:pt x="76" y="346"/>
                    <a:pt x="76" y="348"/>
                    <a:pt x="75" y="348"/>
                  </a:cubicBezTo>
                  <a:cubicBezTo>
                    <a:pt x="75" y="350"/>
                    <a:pt x="72" y="351"/>
                    <a:pt x="72" y="352"/>
                  </a:cubicBezTo>
                  <a:cubicBezTo>
                    <a:pt x="72" y="354"/>
                    <a:pt x="72" y="356"/>
                    <a:pt x="73" y="357"/>
                  </a:cubicBezTo>
                  <a:cubicBezTo>
                    <a:pt x="73" y="358"/>
                    <a:pt x="76" y="359"/>
                    <a:pt x="76" y="361"/>
                  </a:cubicBezTo>
                  <a:cubicBezTo>
                    <a:pt x="77" y="365"/>
                    <a:pt x="71" y="375"/>
                    <a:pt x="68" y="378"/>
                  </a:cubicBezTo>
                  <a:cubicBezTo>
                    <a:pt x="67" y="379"/>
                    <a:pt x="63" y="382"/>
                    <a:pt x="61" y="381"/>
                  </a:cubicBezTo>
                  <a:cubicBezTo>
                    <a:pt x="60" y="380"/>
                    <a:pt x="61" y="376"/>
                    <a:pt x="60" y="375"/>
                  </a:cubicBezTo>
                  <a:cubicBezTo>
                    <a:pt x="59" y="374"/>
                    <a:pt x="55" y="375"/>
                    <a:pt x="53" y="374"/>
                  </a:cubicBezTo>
                  <a:cubicBezTo>
                    <a:pt x="52" y="373"/>
                    <a:pt x="53" y="369"/>
                    <a:pt x="51" y="369"/>
                  </a:cubicBezTo>
                  <a:cubicBezTo>
                    <a:pt x="49" y="369"/>
                    <a:pt x="47" y="372"/>
                    <a:pt x="45" y="374"/>
                  </a:cubicBezTo>
                  <a:cubicBezTo>
                    <a:pt x="44" y="375"/>
                    <a:pt x="44" y="379"/>
                    <a:pt x="42" y="380"/>
                  </a:cubicBezTo>
                  <a:cubicBezTo>
                    <a:pt x="40" y="381"/>
                    <a:pt x="36" y="377"/>
                    <a:pt x="34" y="378"/>
                  </a:cubicBezTo>
                  <a:cubicBezTo>
                    <a:pt x="33" y="379"/>
                    <a:pt x="33" y="382"/>
                    <a:pt x="33" y="384"/>
                  </a:cubicBezTo>
                  <a:cubicBezTo>
                    <a:pt x="33" y="385"/>
                    <a:pt x="34" y="387"/>
                    <a:pt x="34" y="387"/>
                  </a:cubicBezTo>
                  <a:cubicBezTo>
                    <a:pt x="34" y="388"/>
                    <a:pt x="32" y="390"/>
                    <a:pt x="31" y="390"/>
                  </a:cubicBezTo>
                  <a:cubicBezTo>
                    <a:pt x="30" y="391"/>
                    <a:pt x="27" y="391"/>
                    <a:pt x="26" y="390"/>
                  </a:cubicBezTo>
                  <a:cubicBezTo>
                    <a:pt x="25" y="390"/>
                    <a:pt x="25" y="387"/>
                    <a:pt x="25" y="386"/>
                  </a:cubicBezTo>
                  <a:cubicBezTo>
                    <a:pt x="24" y="383"/>
                    <a:pt x="30" y="376"/>
                    <a:pt x="29" y="373"/>
                  </a:cubicBezTo>
                  <a:cubicBezTo>
                    <a:pt x="28" y="372"/>
                    <a:pt x="26" y="371"/>
                    <a:pt x="25" y="371"/>
                  </a:cubicBezTo>
                  <a:cubicBezTo>
                    <a:pt x="24" y="371"/>
                    <a:pt x="21" y="372"/>
                    <a:pt x="20" y="373"/>
                  </a:cubicBezTo>
                  <a:cubicBezTo>
                    <a:pt x="19" y="373"/>
                    <a:pt x="17" y="374"/>
                    <a:pt x="16" y="375"/>
                  </a:cubicBezTo>
                  <a:cubicBezTo>
                    <a:pt x="15" y="376"/>
                    <a:pt x="16" y="380"/>
                    <a:pt x="15" y="382"/>
                  </a:cubicBezTo>
                  <a:cubicBezTo>
                    <a:pt x="14" y="383"/>
                    <a:pt x="8" y="383"/>
                    <a:pt x="7" y="385"/>
                  </a:cubicBezTo>
                  <a:cubicBezTo>
                    <a:pt x="3" y="389"/>
                    <a:pt x="0" y="401"/>
                    <a:pt x="0" y="406"/>
                  </a:cubicBezTo>
                  <a:cubicBezTo>
                    <a:pt x="0" y="408"/>
                    <a:pt x="0" y="413"/>
                    <a:pt x="2" y="414"/>
                  </a:cubicBezTo>
                  <a:cubicBezTo>
                    <a:pt x="4" y="415"/>
                    <a:pt x="9" y="409"/>
                    <a:pt x="12" y="410"/>
                  </a:cubicBezTo>
                  <a:cubicBezTo>
                    <a:pt x="14" y="410"/>
                    <a:pt x="15" y="415"/>
                    <a:pt x="16" y="415"/>
                  </a:cubicBezTo>
                  <a:cubicBezTo>
                    <a:pt x="17" y="416"/>
                    <a:pt x="20" y="416"/>
                    <a:pt x="21" y="415"/>
                  </a:cubicBezTo>
                  <a:cubicBezTo>
                    <a:pt x="22" y="415"/>
                    <a:pt x="23" y="414"/>
                    <a:pt x="23" y="414"/>
                  </a:cubicBezTo>
                  <a:cubicBezTo>
                    <a:pt x="24" y="414"/>
                    <a:pt x="26" y="414"/>
                    <a:pt x="26" y="415"/>
                  </a:cubicBezTo>
                  <a:cubicBezTo>
                    <a:pt x="27" y="416"/>
                    <a:pt x="28" y="418"/>
                    <a:pt x="28" y="420"/>
                  </a:cubicBezTo>
                  <a:cubicBezTo>
                    <a:pt x="28" y="421"/>
                    <a:pt x="27" y="423"/>
                    <a:pt x="27" y="425"/>
                  </a:cubicBezTo>
                  <a:cubicBezTo>
                    <a:pt x="27" y="426"/>
                    <a:pt x="28" y="429"/>
                    <a:pt x="29" y="429"/>
                  </a:cubicBezTo>
                  <a:cubicBezTo>
                    <a:pt x="30" y="431"/>
                    <a:pt x="34" y="430"/>
                    <a:pt x="36" y="431"/>
                  </a:cubicBezTo>
                  <a:cubicBezTo>
                    <a:pt x="37" y="432"/>
                    <a:pt x="39" y="434"/>
                    <a:pt x="39" y="435"/>
                  </a:cubicBezTo>
                  <a:cubicBezTo>
                    <a:pt x="40" y="438"/>
                    <a:pt x="37" y="442"/>
                    <a:pt x="38" y="444"/>
                  </a:cubicBezTo>
                  <a:cubicBezTo>
                    <a:pt x="38" y="445"/>
                    <a:pt x="40" y="445"/>
                    <a:pt x="41" y="445"/>
                  </a:cubicBezTo>
                  <a:cubicBezTo>
                    <a:pt x="44" y="445"/>
                    <a:pt x="50" y="442"/>
                    <a:pt x="53" y="443"/>
                  </a:cubicBezTo>
                  <a:cubicBezTo>
                    <a:pt x="54" y="443"/>
                    <a:pt x="55" y="446"/>
                    <a:pt x="56" y="447"/>
                  </a:cubicBezTo>
                  <a:cubicBezTo>
                    <a:pt x="57" y="450"/>
                    <a:pt x="53" y="459"/>
                    <a:pt x="54" y="462"/>
                  </a:cubicBezTo>
                  <a:cubicBezTo>
                    <a:pt x="55" y="464"/>
                    <a:pt x="57" y="467"/>
                    <a:pt x="59" y="468"/>
                  </a:cubicBezTo>
                  <a:cubicBezTo>
                    <a:pt x="60" y="468"/>
                    <a:pt x="62" y="467"/>
                    <a:pt x="63" y="467"/>
                  </a:cubicBezTo>
                  <a:cubicBezTo>
                    <a:pt x="64" y="467"/>
                    <a:pt x="66" y="468"/>
                    <a:pt x="67" y="469"/>
                  </a:cubicBezTo>
                  <a:cubicBezTo>
                    <a:pt x="68" y="470"/>
                    <a:pt x="69" y="472"/>
                    <a:pt x="70" y="473"/>
                  </a:cubicBezTo>
                  <a:cubicBezTo>
                    <a:pt x="71" y="473"/>
                    <a:pt x="74" y="472"/>
                    <a:pt x="75" y="472"/>
                  </a:cubicBezTo>
                  <a:cubicBezTo>
                    <a:pt x="75" y="472"/>
                    <a:pt x="76" y="474"/>
                    <a:pt x="76" y="475"/>
                  </a:cubicBezTo>
                  <a:cubicBezTo>
                    <a:pt x="77" y="479"/>
                    <a:pt x="76" y="489"/>
                    <a:pt x="74" y="493"/>
                  </a:cubicBezTo>
                  <a:cubicBezTo>
                    <a:pt x="73" y="496"/>
                    <a:pt x="65" y="499"/>
                    <a:pt x="65" y="502"/>
                  </a:cubicBezTo>
                  <a:cubicBezTo>
                    <a:pt x="65" y="504"/>
                    <a:pt x="69" y="505"/>
                    <a:pt x="70" y="507"/>
                  </a:cubicBezTo>
                  <a:cubicBezTo>
                    <a:pt x="70" y="508"/>
                    <a:pt x="68" y="512"/>
                    <a:pt x="69" y="513"/>
                  </a:cubicBezTo>
                  <a:cubicBezTo>
                    <a:pt x="69" y="514"/>
                    <a:pt x="72" y="515"/>
                    <a:pt x="72" y="516"/>
                  </a:cubicBezTo>
                  <a:cubicBezTo>
                    <a:pt x="73" y="517"/>
                    <a:pt x="72" y="519"/>
                    <a:pt x="71" y="520"/>
                  </a:cubicBezTo>
                  <a:cubicBezTo>
                    <a:pt x="68" y="524"/>
                    <a:pt x="53" y="526"/>
                    <a:pt x="53" y="526"/>
                  </a:cubicBezTo>
                  <a:cubicBezTo>
                    <a:pt x="54" y="529"/>
                    <a:pt x="54" y="529"/>
                    <a:pt x="54" y="529"/>
                  </a:cubicBezTo>
                  <a:cubicBezTo>
                    <a:pt x="54" y="529"/>
                    <a:pt x="59" y="531"/>
                    <a:pt x="60" y="533"/>
                  </a:cubicBezTo>
                  <a:cubicBezTo>
                    <a:pt x="62" y="537"/>
                    <a:pt x="59" y="549"/>
                    <a:pt x="61" y="553"/>
                  </a:cubicBezTo>
                  <a:cubicBezTo>
                    <a:pt x="61" y="555"/>
                    <a:pt x="63" y="558"/>
                    <a:pt x="64" y="559"/>
                  </a:cubicBezTo>
                  <a:cubicBezTo>
                    <a:pt x="67" y="561"/>
                    <a:pt x="75" y="561"/>
                    <a:pt x="76" y="564"/>
                  </a:cubicBezTo>
                  <a:cubicBezTo>
                    <a:pt x="78" y="567"/>
                    <a:pt x="74" y="577"/>
                    <a:pt x="74" y="577"/>
                  </a:cubicBezTo>
                  <a:cubicBezTo>
                    <a:pt x="74" y="577"/>
                    <a:pt x="86" y="585"/>
                    <a:pt x="90" y="586"/>
                  </a:cubicBezTo>
                  <a:cubicBezTo>
                    <a:pt x="94" y="587"/>
                    <a:pt x="102" y="584"/>
                    <a:pt x="106" y="585"/>
                  </a:cubicBezTo>
                  <a:cubicBezTo>
                    <a:pt x="109" y="586"/>
                    <a:pt x="113" y="591"/>
                    <a:pt x="116" y="592"/>
                  </a:cubicBezTo>
                  <a:cubicBezTo>
                    <a:pt x="117" y="592"/>
                    <a:pt x="120" y="592"/>
                    <a:pt x="121" y="591"/>
                  </a:cubicBezTo>
                  <a:cubicBezTo>
                    <a:pt x="123" y="591"/>
                    <a:pt x="125" y="588"/>
                    <a:pt x="125" y="587"/>
                  </a:cubicBezTo>
                  <a:cubicBezTo>
                    <a:pt x="125" y="585"/>
                    <a:pt x="122" y="581"/>
                    <a:pt x="123" y="579"/>
                  </a:cubicBezTo>
                  <a:cubicBezTo>
                    <a:pt x="124" y="575"/>
                    <a:pt x="133" y="570"/>
                    <a:pt x="137" y="569"/>
                  </a:cubicBezTo>
                  <a:cubicBezTo>
                    <a:pt x="139" y="569"/>
                    <a:pt x="142" y="570"/>
                    <a:pt x="143" y="571"/>
                  </a:cubicBezTo>
                  <a:cubicBezTo>
                    <a:pt x="145" y="573"/>
                    <a:pt x="145" y="578"/>
                    <a:pt x="147" y="580"/>
                  </a:cubicBezTo>
                  <a:cubicBezTo>
                    <a:pt x="149" y="581"/>
                    <a:pt x="154" y="580"/>
                    <a:pt x="156" y="580"/>
                  </a:cubicBezTo>
                  <a:cubicBezTo>
                    <a:pt x="158" y="581"/>
                    <a:pt x="162" y="585"/>
                    <a:pt x="165" y="585"/>
                  </a:cubicBezTo>
                  <a:cubicBezTo>
                    <a:pt x="166" y="586"/>
                    <a:pt x="170" y="584"/>
                    <a:pt x="171" y="585"/>
                  </a:cubicBezTo>
                  <a:cubicBezTo>
                    <a:pt x="176" y="586"/>
                    <a:pt x="184" y="593"/>
                    <a:pt x="189" y="594"/>
                  </a:cubicBezTo>
                  <a:cubicBezTo>
                    <a:pt x="191" y="594"/>
                    <a:pt x="195" y="591"/>
                    <a:pt x="197" y="591"/>
                  </a:cubicBezTo>
                  <a:cubicBezTo>
                    <a:pt x="200" y="591"/>
                    <a:pt x="205" y="597"/>
                    <a:pt x="208" y="598"/>
                  </a:cubicBezTo>
                  <a:cubicBezTo>
                    <a:pt x="210" y="599"/>
                    <a:pt x="215" y="601"/>
                    <a:pt x="218" y="600"/>
                  </a:cubicBezTo>
                  <a:cubicBezTo>
                    <a:pt x="219" y="599"/>
                    <a:pt x="220" y="595"/>
                    <a:pt x="220" y="593"/>
                  </a:cubicBezTo>
                  <a:cubicBezTo>
                    <a:pt x="220" y="592"/>
                    <a:pt x="216" y="590"/>
                    <a:pt x="215" y="588"/>
                  </a:cubicBezTo>
                  <a:cubicBezTo>
                    <a:pt x="215" y="587"/>
                    <a:pt x="216" y="583"/>
                    <a:pt x="217" y="582"/>
                  </a:cubicBezTo>
                  <a:cubicBezTo>
                    <a:pt x="218" y="581"/>
                    <a:pt x="221" y="582"/>
                    <a:pt x="222" y="581"/>
                  </a:cubicBezTo>
                  <a:cubicBezTo>
                    <a:pt x="223" y="580"/>
                    <a:pt x="222" y="578"/>
                    <a:pt x="222" y="577"/>
                  </a:cubicBezTo>
                  <a:cubicBezTo>
                    <a:pt x="222" y="576"/>
                    <a:pt x="220" y="574"/>
                    <a:pt x="220" y="573"/>
                  </a:cubicBezTo>
                  <a:cubicBezTo>
                    <a:pt x="219" y="570"/>
                    <a:pt x="220" y="563"/>
                    <a:pt x="219" y="560"/>
                  </a:cubicBezTo>
                  <a:cubicBezTo>
                    <a:pt x="218" y="558"/>
                    <a:pt x="214" y="553"/>
                    <a:pt x="213" y="551"/>
                  </a:cubicBezTo>
                  <a:cubicBezTo>
                    <a:pt x="212" y="548"/>
                    <a:pt x="211" y="543"/>
                    <a:pt x="211" y="540"/>
                  </a:cubicBezTo>
                  <a:cubicBezTo>
                    <a:pt x="211" y="539"/>
                    <a:pt x="211" y="537"/>
                    <a:pt x="211" y="536"/>
                  </a:cubicBezTo>
                  <a:cubicBezTo>
                    <a:pt x="212" y="533"/>
                    <a:pt x="216" y="528"/>
                    <a:pt x="218" y="527"/>
                  </a:cubicBezTo>
                  <a:cubicBezTo>
                    <a:pt x="220" y="526"/>
                    <a:pt x="224" y="525"/>
                    <a:pt x="226" y="524"/>
                  </a:cubicBezTo>
                  <a:cubicBezTo>
                    <a:pt x="227" y="524"/>
                    <a:pt x="230" y="524"/>
                    <a:pt x="231" y="523"/>
                  </a:cubicBezTo>
                  <a:cubicBezTo>
                    <a:pt x="234" y="523"/>
                    <a:pt x="238" y="522"/>
                    <a:pt x="240" y="521"/>
                  </a:cubicBezTo>
                  <a:cubicBezTo>
                    <a:pt x="241" y="520"/>
                    <a:pt x="244" y="518"/>
                    <a:pt x="245" y="518"/>
                  </a:cubicBezTo>
                  <a:cubicBezTo>
                    <a:pt x="247" y="517"/>
                    <a:pt x="251" y="517"/>
                    <a:pt x="253" y="517"/>
                  </a:cubicBezTo>
                  <a:cubicBezTo>
                    <a:pt x="255" y="517"/>
                    <a:pt x="258" y="518"/>
                    <a:pt x="259" y="518"/>
                  </a:cubicBezTo>
                  <a:cubicBezTo>
                    <a:pt x="261" y="518"/>
                    <a:pt x="264" y="517"/>
                    <a:pt x="265" y="516"/>
                  </a:cubicBezTo>
                  <a:cubicBezTo>
                    <a:pt x="267" y="516"/>
                    <a:pt x="270" y="516"/>
                    <a:pt x="271" y="516"/>
                  </a:cubicBezTo>
                  <a:cubicBezTo>
                    <a:pt x="274" y="517"/>
                    <a:pt x="278" y="519"/>
                    <a:pt x="280" y="520"/>
                  </a:cubicBezTo>
                  <a:cubicBezTo>
                    <a:pt x="282" y="520"/>
                    <a:pt x="285" y="520"/>
                    <a:pt x="286" y="520"/>
                  </a:cubicBezTo>
                  <a:cubicBezTo>
                    <a:pt x="290" y="520"/>
                    <a:pt x="298" y="519"/>
                    <a:pt x="302" y="520"/>
                  </a:cubicBezTo>
                  <a:cubicBezTo>
                    <a:pt x="304" y="520"/>
                    <a:pt x="307" y="523"/>
                    <a:pt x="309" y="524"/>
                  </a:cubicBezTo>
                  <a:cubicBezTo>
                    <a:pt x="313" y="525"/>
                    <a:pt x="323" y="524"/>
                    <a:pt x="328" y="525"/>
                  </a:cubicBezTo>
                  <a:cubicBezTo>
                    <a:pt x="333" y="526"/>
                    <a:pt x="344" y="530"/>
                    <a:pt x="349" y="533"/>
                  </a:cubicBezTo>
                  <a:cubicBezTo>
                    <a:pt x="353" y="535"/>
                    <a:pt x="361" y="541"/>
                    <a:pt x="365" y="543"/>
                  </a:cubicBezTo>
                  <a:cubicBezTo>
                    <a:pt x="367" y="543"/>
                    <a:pt x="371" y="547"/>
                    <a:pt x="373" y="545"/>
                  </a:cubicBezTo>
                  <a:cubicBezTo>
                    <a:pt x="374" y="544"/>
                    <a:pt x="371" y="539"/>
                    <a:pt x="371" y="537"/>
                  </a:cubicBezTo>
                  <a:cubicBezTo>
                    <a:pt x="369" y="534"/>
                    <a:pt x="366" y="528"/>
                    <a:pt x="366" y="524"/>
                  </a:cubicBezTo>
                  <a:cubicBezTo>
                    <a:pt x="365" y="520"/>
                    <a:pt x="366" y="512"/>
                    <a:pt x="367" y="509"/>
                  </a:cubicBezTo>
                  <a:cubicBezTo>
                    <a:pt x="368" y="508"/>
                    <a:pt x="370" y="506"/>
                    <a:pt x="370" y="505"/>
                  </a:cubicBezTo>
                  <a:cubicBezTo>
                    <a:pt x="371" y="503"/>
                    <a:pt x="373" y="499"/>
                    <a:pt x="372" y="497"/>
                  </a:cubicBezTo>
                  <a:cubicBezTo>
                    <a:pt x="371" y="495"/>
                    <a:pt x="367" y="495"/>
                    <a:pt x="366" y="494"/>
                  </a:cubicBezTo>
                  <a:cubicBezTo>
                    <a:pt x="364" y="492"/>
                    <a:pt x="361" y="489"/>
                    <a:pt x="361" y="487"/>
                  </a:cubicBezTo>
                  <a:cubicBezTo>
                    <a:pt x="359" y="482"/>
                    <a:pt x="361" y="473"/>
                    <a:pt x="358" y="469"/>
                  </a:cubicBezTo>
                  <a:cubicBezTo>
                    <a:pt x="356" y="467"/>
                    <a:pt x="349" y="467"/>
                    <a:pt x="348" y="464"/>
                  </a:cubicBezTo>
                  <a:cubicBezTo>
                    <a:pt x="347" y="462"/>
                    <a:pt x="352" y="458"/>
                    <a:pt x="354" y="456"/>
                  </a:cubicBezTo>
                  <a:cubicBezTo>
                    <a:pt x="356" y="454"/>
                    <a:pt x="362" y="454"/>
                    <a:pt x="365" y="452"/>
                  </a:cubicBezTo>
                  <a:cubicBezTo>
                    <a:pt x="366" y="451"/>
                    <a:pt x="369" y="447"/>
                    <a:pt x="369" y="445"/>
                  </a:cubicBezTo>
                  <a:cubicBezTo>
                    <a:pt x="370" y="443"/>
                    <a:pt x="370" y="440"/>
                    <a:pt x="369" y="439"/>
                  </a:cubicBezTo>
                  <a:cubicBezTo>
                    <a:pt x="369" y="438"/>
                    <a:pt x="367" y="437"/>
                    <a:pt x="366" y="437"/>
                  </a:cubicBezTo>
                  <a:cubicBezTo>
                    <a:pt x="365" y="437"/>
                    <a:pt x="363" y="439"/>
                    <a:pt x="362" y="440"/>
                  </a:cubicBezTo>
                  <a:cubicBezTo>
                    <a:pt x="361" y="440"/>
                    <a:pt x="358" y="440"/>
                    <a:pt x="357" y="439"/>
                  </a:cubicBezTo>
                  <a:cubicBezTo>
                    <a:pt x="354" y="436"/>
                    <a:pt x="356" y="425"/>
                    <a:pt x="357" y="421"/>
                  </a:cubicBezTo>
                  <a:cubicBezTo>
                    <a:pt x="358" y="419"/>
                    <a:pt x="362" y="415"/>
                    <a:pt x="362" y="413"/>
                  </a:cubicBezTo>
                  <a:cubicBezTo>
                    <a:pt x="363" y="411"/>
                    <a:pt x="361" y="406"/>
                    <a:pt x="361" y="404"/>
                  </a:cubicBezTo>
                  <a:cubicBezTo>
                    <a:pt x="361" y="403"/>
                    <a:pt x="363" y="400"/>
                    <a:pt x="363" y="398"/>
                  </a:cubicBezTo>
                  <a:cubicBezTo>
                    <a:pt x="363" y="394"/>
                    <a:pt x="356" y="389"/>
                    <a:pt x="355" y="385"/>
                  </a:cubicBezTo>
                  <a:cubicBezTo>
                    <a:pt x="355" y="383"/>
                    <a:pt x="360" y="378"/>
                    <a:pt x="359" y="375"/>
                  </a:cubicBezTo>
                  <a:cubicBezTo>
                    <a:pt x="359" y="373"/>
                    <a:pt x="354" y="371"/>
                    <a:pt x="353" y="369"/>
                  </a:cubicBezTo>
                  <a:cubicBezTo>
                    <a:pt x="347" y="358"/>
                    <a:pt x="349" y="330"/>
                    <a:pt x="342" y="320"/>
                  </a:cubicBezTo>
                  <a:cubicBezTo>
                    <a:pt x="340" y="315"/>
                    <a:pt x="330" y="311"/>
                    <a:pt x="327" y="307"/>
                  </a:cubicBezTo>
                  <a:cubicBezTo>
                    <a:pt x="324" y="304"/>
                    <a:pt x="321" y="298"/>
                    <a:pt x="318" y="296"/>
                  </a:cubicBezTo>
                  <a:cubicBezTo>
                    <a:pt x="317" y="295"/>
                    <a:pt x="312" y="296"/>
                    <a:pt x="310" y="294"/>
                  </a:cubicBezTo>
                  <a:cubicBezTo>
                    <a:pt x="308" y="293"/>
                    <a:pt x="306" y="287"/>
                    <a:pt x="306" y="284"/>
                  </a:cubicBezTo>
                  <a:cubicBezTo>
                    <a:pt x="305" y="280"/>
                    <a:pt x="307" y="265"/>
                    <a:pt x="307" y="265"/>
                  </a:cubicBezTo>
                  <a:cubicBezTo>
                    <a:pt x="307" y="265"/>
                    <a:pt x="308" y="259"/>
                    <a:pt x="308" y="257"/>
                  </a:cubicBezTo>
                  <a:cubicBezTo>
                    <a:pt x="307" y="255"/>
                    <a:pt x="305" y="252"/>
                    <a:pt x="305" y="2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1"/>
            <p:cNvSpPr>
              <a:spLocks/>
            </p:cNvSpPr>
            <p:nvPr/>
          </p:nvSpPr>
          <p:spPr bwMode="auto">
            <a:xfrm>
              <a:off x="1849438" y="4673600"/>
              <a:ext cx="46038" cy="34925"/>
            </a:xfrm>
            <a:custGeom>
              <a:avLst/>
              <a:gdLst/>
              <a:ahLst/>
              <a:cxnLst>
                <a:cxn ang="0">
                  <a:pos x="26" y="8"/>
                </a:cxn>
                <a:cxn ang="0">
                  <a:pos x="27" y="3"/>
                </a:cxn>
                <a:cxn ang="0">
                  <a:pos x="24" y="1"/>
                </a:cxn>
                <a:cxn ang="0">
                  <a:pos x="17" y="3"/>
                </a:cxn>
                <a:cxn ang="0">
                  <a:pos x="5" y="10"/>
                </a:cxn>
                <a:cxn ang="0">
                  <a:pos x="0" y="19"/>
                </a:cxn>
                <a:cxn ang="0">
                  <a:pos x="2" y="20"/>
                </a:cxn>
                <a:cxn ang="0">
                  <a:pos x="7" y="14"/>
                </a:cxn>
                <a:cxn ang="0">
                  <a:pos x="13" y="14"/>
                </a:cxn>
                <a:cxn ang="0">
                  <a:pos x="17" y="10"/>
                </a:cxn>
                <a:cxn ang="0">
                  <a:pos x="22" y="9"/>
                </a:cxn>
                <a:cxn ang="0">
                  <a:pos x="26" y="8"/>
                </a:cxn>
              </a:cxnLst>
              <a:rect l="0" t="0" r="r" b="b"/>
              <a:pathLst>
                <a:path w="27" h="20">
                  <a:moveTo>
                    <a:pt x="26" y="8"/>
                  </a:moveTo>
                  <a:cubicBezTo>
                    <a:pt x="27" y="7"/>
                    <a:pt x="27" y="4"/>
                    <a:pt x="27" y="3"/>
                  </a:cubicBezTo>
                  <a:cubicBezTo>
                    <a:pt x="26" y="2"/>
                    <a:pt x="25" y="1"/>
                    <a:pt x="24" y="1"/>
                  </a:cubicBezTo>
                  <a:cubicBezTo>
                    <a:pt x="22" y="0"/>
                    <a:pt x="18" y="2"/>
                    <a:pt x="17" y="3"/>
                  </a:cubicBezTo>
                  <a:cubicBezTo>
                    <a:pt x="14" y="4"/>
                    <a:pt x="8" y="8"/>
                    <a:pt x="5" y="10"/>
                  </a:cubicBezTo>
                  <a:cubicBezTo>
                    <a:pt x="4" y="12"/>
                    <a:pt x="0" y="16"/>
                    <a:pt x="0" y="19"/>
                  </a:cubicBezTo>
                  <a:cubicBezTo>
                    <a:pt x="0" y="19"/>
                    <a:pt x="1" y="20"/>
                    <a:pt x="2" y="20"/>
                  </a:cubicBezTo>
                  <a:cubicBezTo>
                    <a:pt x="4" y="20"/>
                    <a:pt x="5" y="15"/>
                    <a:pt x="7" y="14"/>
                  </a:cubicBezTo>
                  <a:cubicBezTo>
                    <a:pt x="8" y="14"/>
                    <a:pt x="11" y="14"/>
                    <a:pt x="13" y="14"/>
                  </a:cubicBezTo>
                  <a:cubicBezTo>
                    <a:pt x="14" y="13"/>
                    <a:pt x="16" y="11"/>
                    <a:pt x="17" y="10"/>
                  </a:cubicBezTo>
                  <a:cubicBezTo>
                    <a:pt x="18" y="9"/>
                    <a:pt x="21" y="10"/>
                    <a:pt x="22" y="9"/>
                  </a:cubicBezTo>
                  <a:cubicBezTo>
                    <a:pt x="23" y="9"/>
                    <a:pt x="26" y="9"/>
                    <a:pt x="26"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2"/>
            <p:cNvSpPr>
              <a:spLocks/>
            </p:cNvSpPr>
            <p:nvPr/>
          </p:nvSpPr>
          <p:spPr bwMode="auto">
            <a:xfrm>
              <a:off x="3095625" y="4633913"/>
              <a:ext cx="58738" cy="36513"/>
            </a:xfrm>
            <a:custGeom>
              <a:avLst/>
              <a:gdLst/>
              <a:ahLst/>
              <a:cxnLst>
                <a:cxn ang="0">
                  <a:pos x="12" y="22"/>
                </a:cxn>
                <a:cxn ang="0">
                  <a:pos x="19" y="19"/>
                </a:cxn>
                <a:cxn ang="0">
                  <a:pos x="23" y="15"/>
                </a:cxn>
                <a:cxn ang="0">
                  <a:pos x="31" y="14"/>
                </a:cxn>
                <a:cxn ang="0">
                  <a:pos x="34" y="12"/>
                </a:cxn>
                <a:cxn ang="0">
                  <a:pos x="33" y="8"/>
                </a:cxn>
                <a:cxn ang="0">
                  <a:pos x="30" y="8"/>
                </a:cxn>
                <a:cxn ang="0">
                  <a:pos x="19" y="6"/>
                </a:cxn>
                <a:cxn ang="0">
                  <a:pos x="13" y="1"/>
                </a:cxn>
                <a:cxn ang="0">
                  <a:pos x="7" y="1"/>
                </a:cxn>
                <a:cxn ang="0">
                  <a:pos x="1" y="5"/>
                </a:cxn>
                <a:cxn ang="0">
                  <a:pos x="2" y="11"/>
                </a:cxn>
                <a:cxn ang="0">
                  <a:pos x="6" y="17"/>
                </a:cxn>
                <a:cxn ang="0">
                  <a:pos x="5" y="20"/>
                </a:cxn>
                <a:cxn ang="0">
                  <a:pos x="12" y="22"/>
                </a:cxn>
              </a:cxnLst>
              <a:rect l="0" t="0" r="r" b="b"/>
              <a:pathLst>
                <a:path w="35" h="22">
                  <a:moveTo>
                    <a:pt x="12" y="22"/>
                  </a:moveTo>
                  <a:cubicBezTo>
                    <a:pt x="14" y="22"/>
                    <a:pt x="18" y="20"/>
                    <a:pt x="19" y="19"/>
                  </a:cubicBezTo>
                  <a:cubicBezTo>
                    <a:pt x="20" y="19"/>
                    <a:pt x="22" y="16"/>
                    <a:pt x="23" y="15"/>
                  </a:cubicBezTo>
                  <a:cubicBezTo>
                    <a:pt x="25" y="14"/>
                    <a:pt x="29" y="15"/>
                    <a:pt x="31" y="14"/>
                  </a:cubicBezTo>
                  <a:cubicBezTo>
                    <a:pt x="32" y="13"/>
                    <a:pt x="34" y="13"/>
                    <a:pt x="34" y="12"/>
                  </a:cubicBezTo>
                  <a:cubicBezTo>
                    <a:pt x="35" y="11"/>
                    <a:pt x="34" y="9"/>
                    <a:pt x="33" y="8"/>
                  </a:cubicBezTo>
                  <a:cubicBezTo>
                    <a:pt x="33" y="8"/>
                    <a:pt x="31" y="8"/>
                    <a:pt x="30" y="8"/>
                  </a:cubicBezTo>
                  <a:cubicBezTo>
                    <a:pt x="27" y="8"/>
                    <a:pt x="21" y="7"/>
                    <a:pt x="19" y="6"/>
                  </a:cubicBezTo>
                  <a:cubicBezTo>
                    <a:pt x="17" y="5"/>
                    <a:pt x="15" y="2"/>
                    <a:pt x="13" y="1"/>
                  </a:cubicBezTo>
                  <a:cubicBezTo>
                    <a:pt x="11" y="1"/>
                    <a:pt x="8" y="0"/>
                    <a:pt x="7" y="1"/>
                  </a:cubicBezTo>
                  <a:cubicBezTo>
                    <a:pt x="5" y="1"/>
                    <a:pt x="2" y="3"/>
                    <a:pt x="1" y="5"/>
                  </a:cubicBezTo>
                  <a:cubicBezTo>
                    <a:pt x="0" y="6"/>
                    <a:pt x="1" y="10"/>
                    <a:pt x="2" y="11"/>
                  </a:cubicBezTo>
                  <a:cubicBezTo>
                    <a:pt x="2" y="13"/>
                    <a:pt x="5" y="15"/>
                    <a:pt x="6" y="17"/>
                  </a:cubicBezTo>
                  <a:cubicBezTo>
                    <a:pt x="6" y="18"/>
                    <a:pt x="5" y="19"/>
                    <a:pt x="5" y="20"/>
                  </a:cubicBezTo>
                  <a:cubicBezTo>
                    <a:pt x="6" y="21"/>
                    <a:pt x="10" y="22"/>
                    <a:pt x="12"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3"/>
            <p:cNvSpPr>
              <a:spLocks/>
            </p:cNvSpPr>
            <p:nvPr/>
          </p:nvSpPr>
          <p:spPr bwMode="auto">
            <a:xfrm>
              <a:off x="2305050" y="4651375"/>
              <a:ext cx="41275" cy="30163"/>
            </a:xfrm>
            <a:custGeom>
              <a:avLst/>
              <a:gdLst/>
              <a:ahLst/>
              <a:cxnLst>
                <a:cxn ang="0">
                  <a:pos x="11" y="16"/>
                </a:cxn>
                <a:cxn ang="0">
                  <a:pos x="17" y="14"/>
                </a:cxn>
                <a:cxn ang="0">
                  <a:pos x="18" y="11"/>
                </a:cxn>
                <a:cxn ang="0">
                  <a:pos x="21" y="9"/>
                </a:cxn>
                <a:cxn ang="0">
                  <a:pos x="23" y="3"/>
                </a:cxn>
                <a:cxn ang="0">
                  <a:pos x="22" y="0"/>
                </a:cxn>
                <a:cxn ang="0">
                  <a:pos x="20" y="4"/>
                </a:cxn>
                <a:cxn ang="0">
                  <a:pos x="15" y="4"/>
                </a:cxn>
                <a:cxn ang="0">
                  <a:pos x="7" y="8"/>
                </a:cxn>
                <a:cxn ang="0">
                  <a:pos x="0" y="15"/>
                </a:cxn>
                <a:cxn ang="0">
                  <a:pos x="0" y="16"/>
                </a:cxn>
                <a:cxn ang="0">
                  <a:pos x="6" y="15"/>
                </a:cxn>
                <a:cxn ang="0">
                  <a:pos x="11" y="16"/>
                </a:cxn>
              </a:cxnLst>
              <a:rect l="0" t="0" r="r" b="b"/>
              <a:pathLst>
                <a:path w="24" h="17">
                  <a:moveTo>
                    <a:pt x="11" y="16"/>
                  </a:moveTo>
                  <a:cubicBezTo>
                    <a:pt x="12" y="16"/>
                    <a:pt x="16" y="15"/>
                    <a:pt x="17" y="14"/>
                  </a:cubicBezTo>
                  <a:cubicBezTo>
                    <a:pt x="17" y="13"/>
                    <a:pt x="18" y="12"/>
                    <a:pt x="18" y="11"/>
                  </a:cubicBezTo>
                  <a:cubicBezTo>
                    <a:pt x="19" y="11"/>
                    <a:pt x="21" y="10"/>
                    <a:pt x="21" y="9"/>
                  </a:cubicBezTo>
                  <a:cubicBezTo>
                    <a:pt x="22" y="8"/>
                    <a:pt x="24" y="5"/>
                    <a:pt x="23" y="3"/>
                  </a:cubicBezTo>
                  <a:cubicBezTo>
                    <a:pt x="23" y="2"/>
                    <a:pt x="23" y="0"/>
                    <a:pt x="22" y="0"/>
                  </a:cubicBezTo>
                  <a:cubicBezTo>
                    <a:pt x="21" y="0"/>
                    <a:pt x="20" y="3"/>
                    <a:pt x="20" y="4"/>
                  </a:cubicBezTo>
                  <a:cubicBezTo>
                    <a:pt x="19" y="5"/>
                    <a:pt x="16" y="4"/>
                    <a:pt x="15" y="4"/>
                  </a:cubicBezTo>
                  <a:cubicBezTo>
                    <a:pt x="13" y="5"/>
                    <a:pt x="9" y="6"/>
                    <a:pt x="7" y="8"/>
                  </a:cubicBezTo>
                  <a:cubicBezTo>
                    <a:pt x="5" y="9"/>
                    <a:pt x="1" y="12"/>
                    <a:pt x="0" y="15"/>
                  </a:cubicBezTo>
                  <a:cubicBezTo>
                    <a:pt x="0" y="15"/>
                    <a:pt x="0" y="16"/>
                    <a:pt x="0" y="16"/>
                  </a:cubicBezTo>
                  <a:cubicBezTo>
                    <a:pt x="1" y="17"/>
                    <a:pt x="5" y="15"/>
                    <a:pt x="6" y="15"/>
                  </a:cubicBezTo>
                  <a:cubicBezTo>
                    <a:pt x="7" y="15"/>
                    <a:pt x="10" y="16"/>
                    <a:pt x="11"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4"/>
            <p:cNvSpPr>
              <a:spLocks/>
            </p:cNvSpPr>
            <p:nvPr/>
          </p:nvSpPr>
          <p:spPr bwMode="auto">
            <a:xfrm>
              <a:off x="2051050" y="4681538"/>
              <a:ext cx="85725" cy="34925"/>
            </a:xfrm>
            <a:custGeom>
              <a:avLst/>
              <a:gdLst/>
              <a:ahLst/>
              <a:cxnLst>
                <a:cxn ang="0">
                  <a:pos x="15" y="14"/>
                </a:cxn>
                <a:cxn ang="0">
                  <a:pos x="28" y="12"/>
                </a:cxn>
                <a:cxn ang="0">
                  <a:pos x="33" y="8"/>
                </a:cxn>
                <a:cxn ang="0">
                  <a:pos x="40" y="9"/>
                </a:cxn>
                <a:cxn ang="0">
                  <a:pos x="44" y="8"/>
                </a:cxn>
                <a:cxn ang="0">
                  <a:pos x="43" y="4"/>
                </a:cxn>
                <a:cxn ang="0">
                  <a:pos x="50" y="3"/>
                </a:cxn>
                <a:cxn ang="0">
                  <a:pos x="46" y="1"/>
                </a:cxn>
                <a:cxn ang="0">
                  <a:pos x="38" y="3"/>
                </a:cxn>
                <a:cxn ang="0">
                  <a:pos x="30" y="7"/>
                </a:cxn>
                <a:cxn ang="0">
                  <a:pos x="20" y="1"/>
                </a:cxn>
                <a:cxn ang="0">
                  <a:pos x="6" y="2"/>
                </a:cxn>
                <a:cxn ang="0">
                  <a:pos x="1" y="9"/>
                </a:cxn>
                <a:cxn ang="0">
                  <a:pos x="1" y="14"/>
                </a:cxn>
                <a:cxn ang="0">
                  <a:pos x="5" y="17"/>
                </a:cxn>
                <a:cxn ang="0">
                  <a:pos x="8" y="21"/>
                </a:cxn>
                <a:cxn ang="0">
                  <a:pos x="11" y="21"/>
                </a:cxn>
                <a:cxn ang="0">
                  <a:pos x="15" y="14"/>
                </a:cxn>
              </a:cxnLst>
              <a:rect l="0" t="0" r="r" b="b"/>
              <a:pathLst>
                <a:path w="50" h="21">
                  <a:moveTo>
                    <a:pt x="15" y="14"/>
                  </a:moveTo>
                  <a:cubicBezTo>
                    <a:pt x="18" y="12"/>
                    <a:pt x="25" y="13"/>
                    <a:pt x="28" y="12"/>
                  </a:cubicBezTo>
                  <a:cubicBezTo>
                    <a:pt x="29" y="11"/>
                    <a:pt x="32" y="9"/>
                    <a:pt x="33" y="8"/>
                  </a:cubicBezTo>
                  <a:cubicBezTo>
                    <a:pt x="35" y="8"/>
                    <a:pt x="38" y="9"/>
                    <a:pt x="40" y="9"/>
                  </a:cubicBezTo>
                  <a:cubicBezTo>
                    <a:pt x="41" y="8"/>
                    <a:pt x="43" y="8"/>
                    <a:pt x="44" y="8"/>
                  </a:cubicBezTo>
                  <a:cubicBezTo>
                    <a:pt x="44" y="7"/>
                    <a:pt x="43" y="5"/>
                    <a:pt x="43" y="4"/>
                  </a:cubicBezTo>
                  <a:cubicBezTo>
                    <a:pt x="45" y="3"/>
                    <a:pt x="50" y="5"/>
                    <a:pt x="50" y="3"/>
                  </a:cubicBezTo>
                  <a:cubicBezTo>
                    <a:pt x="50" y="2"/>
                    <a:pt x="47" y="2"/>
                    <a:pt x="46" y="1"/>
                  </a:cubicBezTo>
                  <a:cubicBezTo>
                    <a:pt x="44" y="1"/>
                    <a:pt x="40" y="2"/>
                    <a:pt x="38" y="3"/>
                  </a:cubicBezTo>
                  <a:cubicBezTo>
                    <a:pt x="36" y="3"/>
                    <a:pt x="32" y="7"/>
                    <a:pt x="30" y="7"/>
                  </a:cubicBezTo>
                  <a:cubicBezTo>
                    <a:pt x="27" y="7"/>
                    <a:pt x="23" y="2"/>
                    <a:pt x="20" y="1"/>
                  </a:cubicBezTo>
                  <a:cubicBezTo>
                    <a:pt x="17" y="0"/>
                    <a:pt x="9" y="0"/>
                    <a:pt x="6" y="2"/>
                  </a:cubicBezTo>
                  <a:cubicBezTo>
                    <a:pt x="4" y="3"/>
                    <a:pt x="1" y="7"/>
                    <a:pt x="1" y="9"/>
                  </a:cubicBezTo>
                  <a:cubicBezTo>
                    <a:pt x="0" y="11"/>
                    <a:pt x="1" y="13"/>
                    <a:pt x="1" y="14"/>
                  </a:cubicBezTo>
                  <a:cubicBezTo>
                    <a:pt x="2" y="16"/>
                    <a:pt x="4" y="16"/>
                    <a:pt x="5" y="17"/>
                  </a:cubicBezTo>
                  <a:cubicBezTo>
                    <a:pt x="6" y="18"/>
                    <a:pt x="7" y="20"/>
                    <a:pt x="8" y="21"/>
                  </a:cubicBezTo>
                  <a:cubicBezTo>
                    <a:pt x="9" y="21"/>
                    <a:pt x="11" y="21"/>
                    <a:pt x="11" y="21"/>
                  </a:cubicBezTo>
                  <a:cubicBezTo>
                    <a:pt x="13" y="19"/>
                    <a:pt x="13" y="15"/>
                    <a:pt x="15"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5"/>
            <p:cNvSpPr>
              <a:spLocks/>
            </p:cNvSpPr>
            <p:nvPr/>
          </p:nvSpPr>
          <p:spPr bwMode="auto">
            <a:xfrm>
              <a:off x="2265363" y="4948238"/>
              <a:ext cx="38100" cy="33338"/>
            </a:xfrm>
            <a:custGeom>
              <a:avLst/>
              <a:gdLst/>
              <a:ahLst/>
              <a:cxnLst>
                <a:cxn ang="0">
                  <a:pos x="10" y="8"/>
                </a:cxn>
                <a:cxn ang="0">
                  <a:pos x="6" y="6"/>
                </a:cxn>
                <a:cxn ang="0">
                  <a:pos x="4" y="10"/>
                </a:cxn>
                <a:cxn ang="0">
                  <a:pos x="0" y="14"/>
                </a:cxn>
                <a:cxn ang="0">
                  <a:pos x="1" y="18"/>
                </a:cxn>
                <a:cxn ang="0">
                  <a:pos x="6" y="19"/>
                </a:cxn>
                <a:cxn ang="0">
                  <a:pos x="7" y="15"/>
                </a:cxn>
                <a:cxn ang="0">
                  <a:pos x="10" y="16"/>
                </a:cxn>
                <a:cxn ang="0">
                  <a:pos x="14" y="15"/>
                </a:cxn>
                <a:cxn ang="0">
                  <a:pos x="17" y="11"/>
                </a:cxn>
                <a:cxn ang="0">
                  <a:pos x="22" y="4"/>
                </a:cxn>
                <a:cxn ang="0">
                  <a:pos x="22" y="1"/>
                </a:cxn>
                <a:cxn ang="0">
                  <a:pos x="16" y="3"/>
                </a:cxn>
                <a:cxn ang="0">
                  <a:pos x="10" y="8"/>
                </a:cxn>
              </a:cxnLst>
              <a:rect l="0" t="0" r="r" b="b"/>
              <a:pathLst>
                <a:path w="22" h="20">
                  <a:moveTo>
                    <a:pt x="10" y="8"/>
                  </a:moveTo>
                  <a:cubicBezTo>
                    <a:pt x="9" y="8"/>
                    <a:pt x="7" y="6"/>
                    <a:pt x="6" y="6"/>
                  </a:cubicBezTo>
                  <a:cubicBezTo>
                    <a:pt x="5" y="7"/>
                    <a:pt x="5" y="9"/>
                    <a:pt x="4" y="10"/>
                  </a:cubicBezTo>
                  <a:cubicBezTo>
                    <a:pt x="3" y="11"/>
                    <a:pt x="0" y="12"/>
                    <a:pt x="0" y="14"/>
                  </a:cubicBezTo>
                  <a:cubicBezTo>
                    <a:pt x="0" y="15"/>
                    <a:pt x="0" y="17"/>
                    <a:pt x="1" y="18"/>
                  </a:cubicBezTo>
                  <a:cubicBezTo>
                    <a:pt x="2" y="19"/>
                    <a:pt x="5" y="20"/>
                    <a:pt x="6" y="19"/>
                  </a:cubicBezTo>
                  <a:cubicBezTo>
                    <a:pt x="7" y="19"/>
                    <a:pt x="6" y="16"/>
                    <a:pt x="7" y="15"/>
                  </a:cubicBezTo>
                  <a:cubicBezTo>
                    <a:pt x="7" y="15"/>
                    <a:pt x="9" y="16"/>
                    <a:pt x="10" y="16"/>
                  </a:cubicBezTo>
                  <a:cubicBezTo>
                    <a:pt x="11" y="16"/>
                    <a:pt x="13" y="16"/>
                    <a:pt x="14" y="15"/>
                  </a:cubicBezTo>
                  <a:cubicBezTo>
                    <a:pt x="15" y="14"/>
                    <a:pt x="16" y="12"/>
                    <a:pt x="17" y="11"/>
                  </a:cubicBezTo>
                  <a:cubicBezTo>
                    <a:pt x="18" y="9"/>
                    <a:pt x="21" y="6"/>
                    <a:pt x="22" y="4"/>
                  </a:cubicBezTo>
                  <a:cubicBezTo>
                    <a:pt x="22" y="3"/>
                    <a:pt x="22" y="2"/>
                    <a:pt x="22" y="1"/>
                  </a:cubicBezTo>
                  <a:cubicBezTo>
                    <a:pt x="21" y="0"/>
                    <a:pt x="17" y="3"/>
                    <a:pt x="16" y="3"/>
                  </a:cubicBezTo>
                  <a:cubicBezTo>
                    <a:pt x="14" y="4"/>
                    <a:pt x="12" y="8"/>
                    <a:pt x="1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6"/>
            <p:cNvSpPr>
              <a:spLocks/>
            </p:cNvSpPr>
            <p:nvPr/>
          </p:nvSpPr>
          <p:spPr bwMode="auto">
            <a:xfrm>
              <a:off x="2316163" y="4906963"/>
              <a:ext cx="30163" cy="36513"/>
            </a:xfrm>
            <a:custGeom>
              <a:avLst/>
              <a:gdLst/>
              <a:ahLst/>
              <a:cxnLst>
                <a:cxn ang="0">
                  <a:pos x="16" y="8"/>
                </a:cxn>
                <a:cxn ang="0">
                  <a:pos x="15" y="6"/>
                </a:cxn>
                <a:cxn ang="0">
                  <a:pos x="14" y="2"/>
                </a:cxn>
                <a:cxn ang="0">
                  <a:pos x="11" y="1"/>
                </a:cxn>
                <a:cxn ang="0">
                  <a:pos x="11" y="7"/>
                </a:cxn>
                <a:cxn ang="0">
                  <a:pos x="9" y="10"/>
                </a:cxn>
                <a:cxn ang="0">
                  <a:pos x="6" y="8"/>
                </a:cxn>
                <a:cxn ang="0">
                  <a:pos x="4" y="9"/>
                </a:cxn>
                <a:cxn ang="0">
                  <a:pos x="5" y="12"/>
                </a:cxn>
                <a:cxn ang="0">
                  <a:pos x="1" y="21"/>
                </a:cxn>
                <a:cxn ang="0">
                  <a:pos x="3" y="22"/>
                </a:cxn>
                <a:cxn ang="0">
                  <a:pos x="8" y="15"/>
                </a:cxn>
                <a:cxn ang="0">
                  <a:pos x="14" y="13"/>
                </a:cxn>
                <a:cxn ang="0">
                  <a:pos x="16" y="8"/>
                </a:cxn>
              </a:cxnLst>
              <a:rect l="0" t="0" r="r" b="b"/>
              <a:pathLst>
                <a:path w="17" h="22">
                  <a:moveTo>
                    <a:pt x="16" y="8"/>
                  </a:moveTo>
                  <a:cubicBezTo>
                    <a:pt x="16" y="7"/>
                    <a:pt x="15" y="7"/>
                    <a:pt x="15" y="6"/>
                  </a:cubicBezTo>
                  <a:cubicBezTo>
                    <a:pt x="14" y="5"/>
                    <a:pt x="15" y="2"/>
                    <a:pt x="14" y="2"/>
                  </a:cubicBezTo>
                  <a:cubicBezTo>
                    <a:pt x="13" y="1"/>
                    <a:pt x="11" y="0"/>
                    <a:pt x="11" y="1"/>
                  </a:cubicBezTo>
                  <a:cubicBezTo>
                    <a:pt x="9" y="2"/>
                    <a:pt x="12" y="6"/>
                    <a:pt x="11" y="7"/>
                  </a:cubicBezTo>
                  <a:cubicBezTo>
                    <a:pt x="11" y="8"/>
                    <a:pt x="9" y="10"/>
                    <a:pt x="9" y="10"/>
                  </a:cubicBezTo>
                  <a:cubicBezTo>
                    <a:pt x="8" y="10"/>
                    <a:pt x="7" y="8"/>
                    <a:pt x="6" y="8"/>
                  </a:cubicBezTo>
                  <a:cubicBezTo>
                    <a:pt x="5" y="8"/>
                    <a:pt x="4" y="8"/>
                    <a:pt x="4" y="9"/>
                  </a:cubicBezTo>
                  <a:cubicBezTo>
                    <a:pt x="4" y="10"/>
                    <a:pt x="5" y="11"/>
                    <a:pt x="5" y="12"/>
                  </a:cubicBezTo>
                  <a:cubicBezTo>
                    <a:pt x="5" y="15"/>
                    <a:pt x="0" y="18"/>
                    <a:pt x="1" y="21"/>
                  </a:cubicBezTo>
                  <a:cubicBezTo>
                    <a:pt x="1" y="21"/>
                    <a:pt x="2" y="22"/>
                    <a:pt x="3" y="22"/>
                  </a:cubicBezTo>
                  <a:cubicBezTo>
                    <a:pt x="5" y="22"/>
                    <a:pt x="6" y="16"/>
                    <a:pt x="8" y="15"/>
                  </a:cubicBezTo>
                  <a:cubicBezTo>
                    <a:pt x="9" y="14"/>
                    <a:pt x="13" y="14"/>
                    <a:pt x="14" y="13"/>
                  </a:cubicBezTo>
                  <a:cubicBezTo>
                    <a:pt x="15" y="12"/>
                    <a:pt x="17" y="9"/>
                    <a:pt x="16"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7"/>
            <p:cNvSpPr>
              <a:spLocks/>
            </p:cNvSpPr>
            <p:nvPr/>
          </p:nvSpPr>
          <p:spPr bwMode="auto">
            <a:xfrm>
              <a:off x="2359025" y="4875213"/>
              <a:ext cx="20638" cy="25400"/>
            </a:xfrm>
            <a:custGeom>
              <a:avLst/>
              <a:gdLst/>
              <a:ahLst/>
              <a:cxnLst>
                <a:cxn ang="0">
                  <a:pos x="11" y="1"/>
                </a:cxn>
                <a:cxn ang="0">
                  <a:pos x="5" y="4"/>
                </a:cxn>
                <a:cxn ang="0">
                  <a:pos x="1" y="6"/>
                </a:cxn>
                <a:cxn ang="0">
                  <a:pos x="1" y="10"/>
                </a:cxn>
                <a:cxn ang="0">
                  <a:pos x="1" y="14"/>
                </a:cxn>
                <a:cxn ang="0">
                  <a:pos x="3" y="15"/>
                </a:cxn>
                <a:cxn ang="0">
                  <a:pos x="6" y="11"/>
                </a:cxn>
                <a:cxn ang="0">
                  <a:pos x="9" y="8"/>
                </a:cxn>
                <a:cxn ang="0">
                  <a:pos x="9" y="6"/>
                </a:cxn>
                <a:cxn ang="0">
                  <a:pos x="11" y="3"/>
                </a:cxn>
                <a:cxn ang="0">
                  <a:pos x="11" y="1"/>
                </a:cxn>
              </a:cxnLst>
              <a:rect l="0" t="0" r="r" b="b"/>
              <a:pathLst>
                <a:path w="12" h="15">
                  <a:moveTo>
                    <a:pt x="11" y="1"/>
                  </a:moveTo>
                  <a:cubicBezTo>
                    <a:pt x="9" y="0"/>
                    <a:pt x="6" y="3"/>
                    <a:pt x="5" y="4"/>
                  </a:cubicBezTo>
                  <a:cubicBezTo>
                    <a:pt x="4" y="4"/>
                    <a:pt x="1" y="5"/>
                    <a:pt x="1" y="6"/>
                  </a:cubicBezTo>
                  <a:cubicBezTo>
                    <a:pt x="0" y="7"/>
                    <a:pt x="1" y="9"/>
                    <a:pt x="1" y="10"/>
                  </a:cubicBezTo>
                  <a:cubicBezTo>
                    <a:pt x="1" y="11"/>
                    <a:pt x="0" y="13"/>
                    <a:pt x="1" y="14"/>
                  </a:cubicBezTo>
                  <a:cubicBezTo>
                    <a:pt x="1" y="14"/>
                    <a:pt x="2" y="15"/>
                    <a:pt x="3" y="15"/>
                  </a:cubicBezTo>
                  <a:cubicBezTo>
                    <a:pt x="4" y="15"/>
                    <a:pt x="6" y="12"/>
                    <a:pt x="6" y="11"/>
                  </a:cubicBezTo>
                  <a:cubicBezTo>
                    <a:pt x="7" y="11"/>
                    <a:pt x="9" y="9"/>
                    <a:pt x="9" y="8"/>
                  </a:cubicBezTo>
                  <a:cubicBezTo>
                    <a:pt x="9" y="7"/>
                    <a:pt x="9" y="6"/>
                    <a:pt x="9" y="6"/>
                  </a:cubicBezTo>
                  <a:cubicBezTo>
                    <a:pt x="9" y="5"/>
                    <a:pt x="11" y="4"/>
                    <a:pt x="11" y="3"/>
                  </a:cubicBezTo>
                  <a:cubicBezTo>
                    <a:pt x="12" y="3"/>
                    <a:pt x="11" y="1"/>
                    <a:pt x="11"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8"/>
            <p:cNvSpPr>
              <a:spLocks/>
            </p:cNvSpPr>
            <p:nvPr/>
          </p:nvSpPr>
          <p:spPr bwMode="auto">
            <a:xfrm>
              <a:off x="1882775" y="4046538"/>
              <a:ext cx="1533525" cy="903288"/>
            </a:xfrm>
            <a:custGeom>
              <a:avLst/>
              <a:gdLst/>
              <a:ahLst/>
              <a:cxnLst>
                <a:cxn ang="0">
                  <a:pos x="848" y="250"/>
                </a:cxn>
                <a:cxn ang="0">
                  <a:pos x="804" y="187"/>
                </a:cxn>
                <a:cxn ang="0">
                  <a:pos x="806" y="113"/>
                </a:cxn>
                <a:cxn ang="0">
                  <a:pos x="728" y="97"/>
                </a:cxn>
                <a:cxn ang="0">
                  <a:pos x="642" y="49"/>
                </a:cxn>
                <a:cxn ang="0">
                  <a:pos x="590" y="9"/>
                </a:cxn>
                <a:cxn ang="0">
                  <a:pos x="534" y="45"/>
                </a:cxn>
                <a:cxn ang="0">
                  <a:pos x="458" y="18"/>
                </a:cxn>
                <a:cxn ang="0">
                  <a:pos x="411" y="56"/>
                </a:cxn>
                <a:cxn ang="0">
                  <a:pos x="401" y="133"/>
                </a:cxn>
                <a:cxn ang="0">
                  <a:pos x="422" y="213"/>
                </a:cxn>
                <a:cxn ang="0">
                  <a:pos x="359" y="276"/>
                </a:cxn>
                <a:cxn ang="0">
                  <a:pos x="276" y="321"/>
                </a:cxn>
                <a:cxn ang="0">
                  <a:pos x="197" y="336"/>
                </a:cxn>
                <a:cxn ang="0">
                  <a:pos x="124" y="357"/>
                </a:cxn>
                <a:cxn ang="0">
                  <a:pos x="116" y="316"/>
                </a:cxn>
                <a:cxn ang="0">
                  <a:pos x="79" y="321"/>
                </a:cxn>
                <a:cxn ang="0">
                  <a:pos x="33" y="334"/>
                </a:cxn>
                <a:cxn ang="0">
                  <a:pos x="20" y="374"/>
                </a:cxn>
                <a:cxn ang="0">
                  <a:pos x="31" y="387"/>
                </a:cxn>
                <a:cxn ang="0">
                  <a:pos x="82" y="385"/>
                </a:cxn>
                <a:cxn ang="0">
                  <a:pos x="172" y="355"/>
                </a:cxn>
                <a:cxn ang="0">
                  <a:pos x="228" y="357"/>
                </a:cxn>
                <a:cxn ang="0">
                  <a:pos x="270" y="355"/>
                </a:cxn>
                <a:cxn ang="0">
                  <a:pos x="273" y="377"/>
                </a:cxn>
                <a:cxn ang="0">
                  <a:pos x="151" y="416"/>
                </a:cxn>
                <a:cxn ang="0">
                  <a:pos x="192" y="434"/>
                </a:cxn>
                <a:cxn ang="0">
                  <a:pos x="215" y="433"/>
                </a:cxn>
                <a:cxn ang="0">
                  <a:pos x="136" y="462"/>
                </a:cxn>
                <a:cxn ang="0">
                  <a:pos x="117" y="496"/>
                </a:cxn>
                <a:cxn ang="0">
                  <a:pos x="140" y="497"/>
                </a:cxn>
                <a:cxn ang="0">
                  <a:pos x="157" y="506"/>
                </a:cxn>
                <a:cxn ang="0">
                  <a:pos x="181" y="477"/>
                </a:cxn>
                <a:cxn ang="0">
                  <a:pos x="196" y="482"/>
                </a:cxn>
                <a:cxn ang="0">
                  <a:pos x="232" y="480"/>
                </a:cxn>
                <a:cxn ang="0">
                  <a:pos x="261" y="453"/>
                </a:cxn>
                <a:cxn ang="0">
                  <a:pos x="268" y="479"/>
                </a:cxn>
                <a:cxn ang="0">
                  <a:pos x="289" y="481"/>
                </a:cxn>
                <a:cxn ang="0">
                  <a:pos x="275" y="519"/>
                </a:cxn>
                <a:cxn ang="0">
                  <a:pos x="317" y="506"/>
                </a:cxn>
                <a:cxn ang="0">
                  <a:pos x="361" y="487"/>
                </a:cxn>
                <a:cxn ang="0">
                  <a:pos x="370" y="472"/>
                </a:cxn>
                <a:cxn ang="0">
                  <a:pos x="412" y="490"/>
                </a:cxn>
                <a:cxn ang="0">
                  <a:pos x="439" y="507"/>
                </a:cxn>
                <a:cxn ang="0">
                  <a:pos x="476" y="490"/>
                </a:cxn>
                <a:cxn ang="0">
                  <a:pos x="514" y="503"/>
                </a:cxn>
                <a:cxn ang="0">
                  <a:pos x="550" y="480"/>
                </a:cxn>
                <a:cxn ang="0">
                  <a:pos x="562" y="478"/>
                </a:cxn>
                <a:cxn ang="0">
                  <a:pos x="608" y="475"/>
                </a:cxn>
                <a:cxn ang="0">
                  <a:pos x="619" y="443"/>
                </a:cxn>
                <a:cxn ang="0">
                  <a:pos x="632" y="448"/>
                </a:cxn>
                <a:cxn ang="0">
                  <a:pos x="656" y="450"/>
                </a:cxn>
                <a:cxn ang="0">
                  <a:pos x="701" y="414"/>
                </a:cxn>
                <a:cxn ang="0">
                  <a:pos x="702" y="389"/>
                </a:cxn>
                <a:cxn ang="0">
                  <a:pos x="701" y="342"/>
                </a:cxn>
                <a:cxn ang="0">
                  <a:pos x="714" y="335"/>
                </a:cxn>
                <a:cxn ang="0">
                  <a:pos x="766" y="351"/>
                </a:cxn>
                <a:cxn ang="0">
                  <a:pos x="738" y="385"/>
                </a:cxn>
                <a:cxn ang="0">
                  <a:pos x="761" y="421"/>
                </a:cxn>
                <a:cxn ang="0">
                  <a:pos x="826" y="392"/>
                </a:cxn>
                <a:cxn ang="0">
                  <a:pos x="868" y="356"/>
                </a:cxn>
                <a:cxn ang="0">
                  <a:pos x="888" y="313"/>
                </a:cxn>
              </a:cxnLst>
              <a:rect l="0" t="0" r="r" b="b"/>
              <a:pathLst>
                <a:path w="902" h="531">
                  <a:moveTo>
                    <a:pt x="879" y="312"/>
                  </a:moveTo>
                  <a:cubicBezTo>
                    <a:pt x="878" y="312"/>
                    <a:pt x="875" y="310"/>
                    <a:pt x="874" y="308"/>
                  </a:cubicBezTo>
                  <a:cubicBezTo>
                    <a:pt x="872" y="304"/>
                    <a:pt x="874" y="295"/>
                    <a:pt x="872" y="291"/>
                  </a:cubicBezTo>
                  <a:cubicBezTo>
                    <a:pt x="871" y="289"/>
                    <a:pt x="866" y="286"/>
                    <a:pt x="865" y="284"/>
                  </a:cubicBezTo>
                  <a:cubicBezTo>
                    <a:pt x="865" y="283"/>
                    <a:pt x="866" y="281"/>
                    <a:pt x="865" y="281"/>
                  </a:cubicBezTo>
                  <a:cubicBezTo>
                    <a:pt x="865" y="279"/>
                    <a:pt x="864" y="277"/>
                    <a:pt x="863" y="276"/>
                  </a:cubicBezTo>
                  <a:cubicBezTo>
                    <a:pt x="862" y="275"/>
                    <a:pt x="858" y="275"/>
                    <a:pt x="856" y="274"/>
                  </a:cubicBezTo>
                  <a:cubicBezTo>
                    <a:pt x="854" y="273"/>
                    <a:pt x="849" y="268"/>
                    <a:pt x="848" y="265"/>
                  </a:cubicBezTo>
                  <a:cubicBezTo>
                    <a:pt x="847" y="263"/>
                    <a:pt x="845" y="258"/>
                    <a:pt x="846" y="256"/>
                  </a:cubicBezTo>
                  <a:cubicBezTo>
                    <a:pt x="846" y="254"/>
                    <a:pt x="848" y="252"/>
                    <a:pt x="848" y="250"/>
                  </a:cubicBezTo>
                  <a:cubicBezTo>
                    <a:pt x="848" y="248"/>
                    <a:pt x="848" y="244"/>
                    <a:pt x="848" y="243"/>
                  </a:cubicBezTo>
                  <a:cubicBezTo>
                    <a:pt x="848" y="239"/>
                    <a:pt x="846" y="230"/>
                    <a:pt x="844" y="227"/>
                  </a:cubicBezTo>
                  <a:cubicBezTo>
                    <a:pt x="842" y="224"/>
                    <a:pt x="832" y="222"/>
                    <a:pt x="831" y="219"/>
                  </a:cubicBezTo>
                  <a:cubicBezTo>
                    <a:pt x="831" y="217"/>
                    <a:pt x="836" y="216"/>
                    <a:pt x="836" y="214"/>
                  </a:cubicBezTo>
                  <a:cubicBezTo>
                    <a:pt x="837" y="212"/>
                    <a:pt x="837" y="207"/>
                    <a:pt x="836" y="206"/>
                  </a:cubicBezTo>
                  <a:cubicBezTo>
                    <a:pt x="834" y="204"/>
                    <a:pt x="827" y="204"/>
                    <a:pt x="825" y="202"/>
                  </a:cubicBezTo>
                  <a:cubicBezTo>
                    <a:pt x="824" y="202"/>
                    <a:pt x="823" y="200"/>
                    <a:pt x="822" y="200"/>
                  </a:cubicBezTo>
                  <a:cubicBezTo>
                    <a:pt x="818" y="198"/>
                    <a:pt x="808" y="200"/>
                    <a:pt x="805" y="198"/>
                  </a:cubicBezTo>
                  <a:cubicBezTo>
                    <a:pt x="804" y="197"/>
                    <a:pt x="803" y="194"/>
                    <a:pt x="803" y="192"/>
                  </a:cubicBezTo>
                  <a:cubicBezTo>
                    <a:pt x="803" y="191"/>
                    <a:pt x="803" y="187"/>
                    <a:pt x="804" y="187"/>
                  </a:cubicBezTo>
                  <a:cubicBezTo>
                    <a:pt x="805" y="186"/>
                    <a:pt x="807" y="189"/>
                    <a:pt x="808" y="189"/>
                  </a:cubicBezTo>
                  <a:cubicBezTo>
                    <a:pt x="810" y="189"/>
                    <a:pt x="813" y="188"/>
                    <a:pt x="814" y="187"/>
                  </a:cubicBezTo>
                  <a:cubicBezTo>
                    <a:pt x="816" y="183"/>
                    <a:pt x="817" y="174"/>
                    <a:pt x="819" y="170"/>
                  </a:cubicBezTo>
                  <a:cubicBezTo>
                    <a:pt x="821" y="168"/>
                    <a:pt x="827" y="164"/>
                    <a:pt x="827" y="164"/>
                  </a:cubicBezTo>
                  <a:cubicBezTo>
                    <a:pt x="827" y="164"/>
                    <a:pt x="831" y="154"/>
                    <a:pt x="829" y="151"/>
                  </a:cubicBezTo>
                  <a:cubicBezTo>
                    <a:pt x="828" y="148"/>
                    <a:pt x="820" y="148"/>
                    <a:pt x="817" y="146"/>
                  </a:cubicBezTo>
                  <a:cubicBezTo>
                    <a:pt x="816" y="145"/>
                    <a:pt x="814" y="142"/>
                    <a:pt x="814" y="140"/>
                  </a:cubicBezTo>
                  <a:cubicBezTo>
                    <a:pt x="812" y="136"/>
                    <a:pt x="815" y="124"/>
                    <a:pt x="813" y="120"/>
                  </a:cubicBezTo>
                  <a:cubicBezTo>
                    <a:pt x="812" y="118"/>
                    <a:pt x="807" y="116"/>
                    <a:pt x="807" y="116"/>
                  </a:cubicBezTo>
                  <a:cubicBezTo>
                    <a:pt x="806" y="113"/>
                    <a:pt x="806" y="113"/>
                    <a:pt x="806" y="113"/>
                  </a:cubicBezTo>
                  <a:cubicBezTo>
                    <a:pt x="806" y="113"/>
                    <a:pt x="804" y="113"/>
                    <a:pt x="803" y="112"/>
                  </a:cubicBezTo>
                  <a:cubicBezTo>
                    <a:pt x="800" y="110"/>
                    <a:pt x="795" y="104"/>
                    <a:pt x="791" y="103"/>
                  </a:cubicBezTo>
                  <a:cubicBezTo>
                    <a:pt x="786" y="102"/>
                    <a:pt x="775" y="108"/>
                    <a:pt x="769" y="107"/>
                  </a:cubicBezTo>
                  <a:cubicBezTo>
                    <a:pt x="768" y="107"/>
                    <a:pt x="766" y="106"/>
                    <a:pt x="765" y="105"/>
                  </a:cubicBezTo>
                  <a:cubicBezTo>
                    <a:pt x="762" y="100"/>
                    <a:pt x="765" y="86"/>
                    <a:pt x="761" y="82"/>
                  </a:cubicBezTo>
                  <a:cubicBezTo>
                    <a:pt x="760" y="80"/>
                    <a:pt x="754" y="81"/>
                    <a:pt x="752" y="80"/>
                  </a:cubicBezTo>
                  <a:cubicBezTo>
                    <a:pt x="751" y="79"/>
                    <a:pt x="751" y="77"/>
                    <a:pt x="750" y="77"/>
                  </a:cubicBezTo>
                  <a:cubicBezTo>
                    <a:pt x="747" y="76"/>
                    <a:pt x="743" y="80"/>
                    <a:pt x="741" y="82"/>
                  </a:cubicBezTo>
                  <a:cubicBezTo>
                    <a:pt x="741" y="84"/>
                    <a:pt x="742" y="87"/>
                    <a:pt x="741" y="88"/>
                  </a:cubicBezTo>
                  <a:cubicBezTo>
                    <a:pt x="739" y="92"/>
                    <a:pt x="732" y="96"/>
                    <a:pt x="728" y="97"/>
                  </a:cubicBezTo>
                  <a:cubicBezTo>
                    <a:pt x="722" y="99"/>
                    <a:pt x="708" y="95"/>
                    <a:pt x="701" y="95"/>
                  </a:cubicBezTo>
                  <a:cubicBezTo>
                    <a:pt x="697" y="95"/>
                    <a:pt x="688" y="96"/>
                    <a:pt x="684" y="95"/>
                  </a:cubicBezTo>
                  <a:cubicBezTo>
                    <a:pt x="680" y="94"/>
                    <a:pt x="674" y="90"/>
                    <a:pt x="672" y="88"/>
                  </a:cubicBezTo>
                  <a:cubicBezTo>
                    <a:pt x="670" y="85"/>
                    <a:pt x="670" y="77"/>
                    <a:pt x="668" y="75"/>
                  </a:cubicBezTo>
                  <a:cubicBezTo>
                    <a:pt x="665" y="73"/>
                    <a:pt x="658" y="77"/>
                    <a:pt x="655" y="75"/>
                  </a:cubicBezTo>
                  <a:cubicBezTo>
                    <a:pt x="652" y="73"/>
                    <a:pt x="649" y="65"/>
                    <a:pt x="649" y="62"/>
                  </a:cubicBezTo>
                  <a:cubicBezTo>
                    <a:pt x="649" y="60"/>
                    <a:pt x="652" y="59"/>
                    <a:pt x="652" y="58"/>
                  </a:cubicBezTo>
                  <a:cubicBezTo>
                    <a:pt x="652" y="57"/>
                    <a:pt x="650" y="55"/>
                    <a:pt x="649" y="55"/>
                  </a:cubicBezTo>
                  <a:cubicBezTo>
                    <a:pt x="648" y="54"/>
                    <a:pt x="645" y="56"/>
                    <a:pt x="644" y="55"/>
                  </a:cubicBezTo>
                  <a:cubicBezTo>
                    <a:pt x="643" y="54"/>
                    <a:pt x="643" y="51"/>
                    <a:pt x="642" y="49"/>
                  </a:cubicBezTo>
                  <a:cubicBezTo>
                    <a:pt x="642" y="48"/>
                    <a:pt x="639" y="47"/>
                    <a:pt x="639" y="46"/>
                  </a:cubicBezTo>
                  <a:cubicBezTo>
                    <a:pt x="637" y="43"/>
                    <a:pt x="638" y="36"/>
                    <a:pt x="636" y="33"/>
                  </a:cubicBezTo>
                  <a:cubicBezTo>
                    <a:pt x="636" y="31"/>
                    <a:pt x="632" y="28"/>
                    <a:pt x="631" y="26"/>
                  </a:cubicBezTo>
                  <a:cubicBezTo>
                    <a:pt x="630" y="24"/>
                    <a:pt x="632" y="19"/>
                    <a:pt x="631" y="16"/>
                  </a:cubicBezTo>
                  <a:cubicBezTo>
                    <a:pt x="630" y="16"/>
                    <a:pt x="629" y="15"/>
                    <a:pt x="629" y="15"/>
                  </a:cubicBezTo>
                  <a:cubicBezTo>
                    <a:pt x="626" y="13"/>
                    <a:pt x="619" y="17"/>
                    <a:pt x="616" y="16"/>
                  </a:cubicBezTo>
                  <a:cubicBezTo>
                    <a:pt x="613" y="16"/>
                    <a:pt x="608" y="14"/>
                    <a:pt x="606" y="13"/>
                  </a:cubicBezTo>
                  <a:cubicBezTo>
                    <a:pt x="603" y="12"/>
                    <a:pt x="600" y="8"/>
                    <a:pt x="597" y="8"/>
                  </a:cubicBezTo>
                  <a:cubicBezTo>
                    <a:pt x="596" y="8"/>
                    <a:pt x="594" y="10"/>
                    <a:pt x="593" y="10"/>
                  </a:cubicBezTo>
                  <a:cubicBezTo>
                    <a:pt x="592" y="10"/>
                    <a:pt x="590" y="10"/>
                    <a:pt x="590" y="9"/>
                  </a:cubicBezTo>
                  <a:cubicBezTo>
                    <a:pt x="588" y="8"/>
                    <a:pt x="588" y="1"/>
                    <a:pt x="586" y="0"/>
                  </a:cubicBezTo>
                  <a:cubicBezTo>
                    <a:pt x="583" y="0"/>
                    <a:pt x="579" y="6"/>
                    <a:pt x="576" y="7"/>
                  </a:cubicBezTo>
                  <a:cubicBezTo>
                    <a:pt x="575" y="8"/>
                    <a:pt x="572" y="7"/>
                    <a:pt x="571" y="8"/>
                  </a:cubicBezTo>
                  <a:cubicBezTo>
                    <a:pt x="569" y="9"/>
                    <a:pt x="568" y="16"/>
                    <a:pt x="566" y="18"/>
                  </a:cubicBezTo>
                  <a:cubicBezTo>
                    <a:pt x="564" y="20"/>
                    <a:pt x="561" y="22"/>
                    <a:pt x="559" y="23"/>
                  </a:cubicBezTo>
                  <a:cubicBezTo>
                    <a:pt x="557" y="23"/>
                    <a:pt x="555" y="22"/>
                    <a:pt x="553" y="23"/>
                  </a:cubicBezTo>
                  <a:cubicBezTo>
                    <a:pt x="551" y="24"/>
                    <a:pt x="545" y="27"/>
                    <a:pt x="543" y="30"/>
                  </a:cubicBezTo>
                  <a:cubicBezTo>
                    <a:pt x="543" y="30"/>
                    <a:pt x="543" y="32"/>
                    <a:pt x="544" y="32"/>
                  </a:cubicBezTo>
                  <a:cubicBezTo>
                    <a:pt x="545" y="34"/>
                    <a:pt x="551" y="36"/>
                    <a:pt x="551" y="39"/>
                  </a:cubicBezTo>
                  <a:cubicBezTo>
                    <a:pt x="550" y="43"/>
                    <a:pt x="539" y="44"/>
                    <a:pt x="534" y="45"/>
                  </a:cubicBezTo>
                  <a:cubicBezTo>
                    <a:pt x="530" y="45"/>
                    <a:pt x="522" y="43"/>
                    <a:pt x="518" y="44"/>
                  </a:cubicBezTo>
                  <a:cubicBezTo>
                    <a:pt x="516" y="44"/>
                    <a:pt x="511" y="46"/>
                    <a:pt x="510" y="48"/>
                  </a:cubicBezTo>
                  <a:cubicBezTo>
                    <a:pt x="510" y="50"/>
                    <a:pt x="516" y="53"/>
                    <a:pt x="516" y="56"/>
                  </a:cubicBezTo>
                  <a:cubicBezTo>
                    <a:pt x="515" y="56"/>
                    <a:pt x="514" y="58"/>
                    <a:pt x="514" y="58"/>
                  </a:cubicBezTo>
                  <a:cubicBezTo>
                    <a:pt x="513" y="59"/>
                    <a:pt x="510" y="58"/>
                    <a:pt x="509" y="57"/>
                  </a:cubicBezTo>
                  <a:cubicBezTo>
                    <a:pt x="504" y="54"/>
                    <a:pt x="500" y="42"/>
                    <a:pt x="495" y="39"/>
                  </a:cubicBezTo>
                  <a:cubicBezTo>
                    <a:pt x="492" y="37"/>
                    <a:pt x="485" y="37"/>
                    <a:pt x="483" y="35"/>
                  </a:cubicBezTo>
                  <a:cubicBezTo>
                    <a:pt x="480" y="33"/>
                    <a:pt x="478" y="27"/>
                    <a:pt x="476" y="26"/>
                  </a:cubicBezTo>
                  <a:cubicBezTo>
                    <a:pt x="474" y="24"/>
                    <a:pt x="468" y="25"/>
                    <a:pt x="465" y="24"/>
                  </a:cubicBezTo>
                  <a:cubicBezTo>
                    <a:pt x="463" y="23"/>
                    <a:pt x="461" y="18"/>
                    <a:pt x="458" y="18"/>
                  </a:cubicBezTo>
                  <a:cubicBezTo>
                    <a:pt x="455" y="18"/>
                    <a:pt x="450" y="25"/>
                    <a:pt x="448" y="28"/>
                  </a:cubicBezTo>
                  <a:cubicBezTo>
                    <a:pt x="447" y="28"/>
                    <a:pt x="446" y="31"/>
                    <a:pt x="445" y="31"/>
                  </a:cubicBezTo>
                  <a:cubicBezTo>
                    <a:pt x="443" y="33"/>
                    <a:pt x="437" y="33"/>
                    <a:pt x="435" y="34"/>
                  </a:cubicBezTo>
                  <a:cubicBezTo>
                    <a:pt x="433" y="35"/>
                    <a:pt x="431" y="37"/>
                    <a:pt x="430" y="37"/>
                  </a:cubicBezTo>
                  <a:cubicBezTo>
                    <a:pt x="429" y="38"/>
                    <a:pt x="427" y="36"/>
                    <a:pt x="426" y="36"/>
                  </a:cubicBezTo>
                  <a:cubicBezTo>
                    <a:pt x="424" y="38"/>
                    <a:pt x="428" y="49"/>
                    <a:pt x="428" y="49"/>
                  </a:cubicBezTo>
                  <a:cubicBezTo>
                    <a:pt x="428" y="49"/>
                    <a:pt x="423" y="49"/>
                    <a:pt x="421" y="49"/>
                  </a:cubicBezTo>
                  <a:cubicBezTo>
                    <a:pt x="420" y="49"/>
                    <a:pt x="417" y="46"/>
                    <a:pt x="416" y="46"/>
                  </a:cubicBezTo>
                  <a:cubicBezTo>
                    <a:pt x="415" y="47"/>
                    <a:pt x="412" y="49"/>
                    <a:pt x="411" y="50"/>
                  </a:cubicBezTo>
                  <a:cubicBezTo>
                    <a:pt x="411" y="51"/>
                    <a:pt x="411" y="54"/>
                    <a:pt x="411" y="56"/>
                  </a:cubicBezTo>
                  <a:cubicBezTo>
                    <a:pt x="410" y="57"/>
                    <a:pt x="408" y="59"/>
                    <a:pt x="407" y="60"/>
                  </a:cubicBezTo>
                  <a:cubicBezTo>
                    <a:pt x="406" y="60"/>
                    <a:pt x="403" y="59"/>
                    <a:pt x="402" y="60"/>
                  </a:cubicBezTo>
                  <a:cubicBezTo>
                    <a:pt x="401" y="61"/>
                    <a:pt x="400" y="64"/>
                    <a:pt x="399" y="65"/>
                  </a:cubicBezTo>
                  <a:cubicBezTo>
                    <a:pt x="398" y="68"/>
                    <a:pt x="397" y="73"/>
                    <a:pt x="397" y="76"/>
                  </a:cubicBezTo>
                  <a:cubicBezTo>
                    <a:pt x="398" y="80"/>
                    <a:pt x="403" y="86"/>
                    <a:pt x="403" y="90"/>
                  </a:cubicBezTo>
                  <a:cubicBezTo>
                    <a:pt x="404" y="92"/>
                    <a:pt x="402" y="97"/>
                    <a:pt x="402" y="99"/>
                  </a:cubicBezTo>
                  <a:cubicBezTo>
                    <a:pt x="402" y="101"/>
                    <a:pt x="402" y="106"/>
                    <a:pt x="404" y="108"/>
                  </a:cubicBezTo>
                  <a:cubicBezTo>
                    <a:pt x="404" y="109"/>
                    <a:pt x="408" y="109"/>
                    <a:pt x="408" y="110"/>
                  </a:cubicBezTo>
                  <a:cubicBezTo>
                    <a:pt x="409" y="113"/>
                    <a:pt x="404" y="119"/>
                    <a:pt x="403" y="123"/>
                  </a:cubicBezTo>
                  <a:cubicBezTo>
                    <a:pt x="402" y="125"/>
                    <a:pt x="401" y="130"/>
                    <a:pt x="401" y="133"/>
                  </a:cubicBezTo>
                  <a:cubicBezTo>
                    <a:pt x="402" y="136"/>
                    <a:pt x="406" y="143"/>
                    <a:pt x="407" y="147"/>
                  </a:cubicBezTo>
                  <a:cubicBezTo>
                    <a:pt x="408" y="151"/>
                    <a:pt x="407" y="160"/>
                    <a:pt x="408" y="164"/>
                  </a:cubicBezTo>
                  <a:cubicBezTo>
                    <a:pt x="409" y="165"/>
                    <a:pt x="411" y="166"/>
                    <a:pt x="411" y="167"/>
                  </a:cubicBezTo>
                  <a:cubicBezTo>
                    <a:pt x="411" y="168"/>
                    <a:pt x="409" y="171"/>
                    <a:pt x="408" y="172"/>
                  </a:cubicBezTo>
                  <a:cubicBezTo>
                    <a:pt x="407" y="173"/>
                    <a:pt x="404" y="172"/>
                    <a:pt x="403" y="173"/>
                  </a:cubicBezTo>
                  <a:cubicBezTo>
                    <a:pt x="400" y="175"/>
                    <a:pt x="397" y="184"/>
                    <a:pt x="397" y="188"/>
                  </a:cubicBezTo>
                  <a:cubicBezTo>
                    <a:pt x="397" y="191"/>
                    <a:pt x="398" y="196"/>
                    <a:pt x="400" y="198"/>
                  </a:cubicBezTo>
                  <a:cubicBezTo>
                    <a:pt x="401" y="199"/>
                    <a:pt x="406" y="198"/>
                    <a:pt x="408" y="199"/>
                  </a:cubicBezTo>
                  <a:cubicBezTo>
                    <a:pt x="409" y="201"/>
                    <a:pt x="408" y="205"/>
                    <a:pt x="410" y="207"/>
                  </a:cubicBezTo>
                  <a:cubicBezTo>
                    <a:pt x="412" y="210"/>
                    <a:pt x="419" y="211"/>
                    <a:pt x="422" y="213"/>
                  </a:cubicBezTo>
                  <a:cubicBezTo>
                    <a:pt x="424" y="214"/>
                    <a:pt x="427" y="216"/>
                    <a:pt x="428" y="218"/>
                  </a:cubicBezTo>
                  <a:cubicBezTo>
                    <a:pt x="428" y="220"/>
                    <a:pt x="425" y="224"/>
                    <a:pt x="424" y="226"/>
                  </a:cubicBezTo>
                  <a:cubicBezTo>
                    <a:pt x="423" y="228"/>
                    <a:pt x="421" y="232"/>
                    <a:pt x="419" y="233"/>
                  </a:cubicBezTo>
                  <a:cubicBezTo>
                    <a:pt x="413" y="235"/>
                    <a:pt x="402" y="230"/>
                    <a:pt x="396" y="230"/>
                  </a:cubicBezTo>
                  <a:cubicBezTo>
                    <a:pt x="388" y="230"/>
                    <a:pt x="372" y="232"/>
                    <a:pt x="364" y="235"/>
                  </a:cubicBezTo>
                  <a:cubicBezTo>
                    <a:pt x="361" y="236"/>
                    <a:pt x="354" y="238"/>
                    <a:pt x="352" y="241"/>
                  </a:cubicBezTo>
                  <a:cubicBezTo>
                    <a:pt x="350" y="244"/>
                    <a:pt x="350" y="251"/>
                    <a:pt x="352" y="255"/>
                  </a:cubicBezTo>
                  <a:cubicBezTo>
                    <a:pt x="352" y="256"/>
                    <a:pt x="358" y="258"/>
                    <a:pt x="358" y="260"/>
                  </a:cubicBezTo>
                  <a:cubicBezTo>
                    <a:pt x="358" y="261"/>
                    <a:pt x="355" y="263"/>
                    <a:pt x="355" y="265"/>
                  </a:cubicBezTo>
                  <a:cubicBezTo>
                    <a:pt x="355" y="268"/>
                    <a:pt x="361" y="273"/>
                    <a:pt x="359" y="276"/>
                  </a:cubicBezTo>
                  <a:cubicBezTo>
                    <a:pt x="359" y="277"/>
                    <a:pt x="354" y="277"/>
                    <a:pt x="353" y="278"/>
                  </a:cubicBezTo>
                  <a:cubicBezTo>
                    <a:pt x="351" y="279"/>
                    <a:pt x="349" y="285"/>
                    <a:pt x="347" y="287"/>
                  </a:cubicBezTo>
                  <a:cubicBezTo>
                    <a:pt x="344" y="290"/>
                    <a:pt x="338" y="295"/>
                    <a:pt x="335" y="297"/>
                  </a:cubicBezTo>
                  <a:cubicBezTo>
                    <a:pt x="331" y="299"/>
                    <a:pt x="322" y="305"/>
                    <a:pt x="317" y="305"/>
                  </a:cubicBezTo>
                  <a:cubicBezTo>
                    <a:pt x="315" y="305"/>
                    <a:pt x="311" y="300"/>
                    <a:pt x="309" y="300"/>
                  </a:cubicBezTo>
                  <a:cubicBezTo>
                    <a:pt x="306" y="300"/>
                    <a:pt x="303" y="306"/>
                    <a:pt x="301" y="306"/>
                  </a:cubicBezTo>
                  <a:cubicBezTo>
                    <a:pt x="298" y="307"/>
                    <a:pt x="292" y="304"/>
                    <a:pt x="289" y="304"/>
                  </a:cubicBezTo>
                  <a:cubicBezTo>
                    <a:pt x="288" y="305"/>
                    <a:pt x="286" y="308"/>
                    <a:pt x="285" y="309"/>
                  </a:cubicBezTo>
                  <a:cubicBezTo>
                    <a:pt x="284" y="311"/>
                    <a:pt x="283" y="316"/>
                    <a:pt x="282" y="318"/>
                  </a:cubicBezTo>
                  <a:cubicBezTo>
                    <a:pt x="281" y="319"/>
                    <a:pt x="278" y="320"/>
                    <a:pt x="276" y="321"/>
                  </a:cubicBezTo>
                  <a:cubicBezTo>
                    <a:pt x="276" y="321"/>
                    <a:pt x="274" y="320"/>
                    <a:pt x="273" y="320"/>
                  </a:cubicBezTo>
                  <a:cubicBezTo>
                    <a:pt x="272" y="321"/>
                    <a:pt x="272" y="323"/>
                    <a:pt x="271" y="323"/>
                  </a:cubicBezTo>
                  <a:cubicBezTo>
                    <a:pt x="269" y="325"/>
                    <a:pt x="264" y="325"/>
                    <a:pt x="261" y="325"/>
                  </a:cubicBezTo>
                  <a:cubicBezTo>
                    <a:pt x="258" y="325"/>
                    <a:pt x="251" y="324"/>
                    <a:pt x="247" y="323"/>
                  </a:cubicBezTo>
                  <a:cubicBezTo>
                    <a:pt x="245" y="322"/>
                    <a:pt x="241" y="319"/>
                    <a:pt x="239" y="319"/>
                  </a:cubicBezTo>
                  <a:cubicBezTo>
                    <a:pt x="238" y="318"/>
                    <a:pt x="236" y="318"/>
                    <a:pt x="235" y="318"/>
                  </a:cubicBezTo>
                  <a:cubicBezTo>
                    <a:pt x="234" y="318"/>
                    <a:pt x="233" y="320"/>
                    <a:pt x="232" y="320"/>
                  </a:cubicBezTo>
                  <a:cubicBezTo>
                    <a:pt x="227" y="322"/>
                    <a:pt x="217" y="314"/>
                    <a:pt x="212" y="315"/>
                  </a:cubicBezTo>
                  <a:cubicBezTo>
                    <a:pt x="207" y="317"/>
                    <a:pt x="200" y="326"/>
                    <a:pt x="198" y="331"/>
                  </a:cubicBezTo>
                  <a:cubicBezTo>
                    <a:pt x="197" y="332"/>
                    <a:pt x="198" y="335"/>
                    <a:pt x="197" y="336"/>
                  </a:cubicBezTo>
                  <a:cubicBezTo>
                    <a:pt x="197" y="337"/>
                    <a:pt x="194" y="338"/>
                    <a:pt x="193" y="339"/>
                  </a:cubicBezTo>
                  <a:cubicBezTo>
                    <a:pt x="192" y="339"/>
                    <a:pt x="189" y="339"/>
                    <a:pt x="188" y="338"/>
                  </a:cubicBezTo>
                  <a:cubicBezTo>
                    <a:pt x="185" y="338"/>
                    <a:pt x="180" y="333"/>
                    <a:pt x="177" y="333"/>
                  </a:cubicBezTo>
                  <a:cubicBezTo>
                    <a:pt x="174" y="333"/>
                    <a:pt x="169" y="341"/>
                    <a:pt x="165" y="342"/>
                  </a:cubicBezTo>
                  <a:cubicBezTo>
                    <a:pt x="164" y="342"/>
                    <a:pt x="161" y="341"/>
                    <a:pt x="160" y="341"/>
                  </a:cubicBezTo>
                  <a:cubicBezTo>
                    <a:pt x="156" y="342"/>
                    <a:pt x="152" y="351"/>
                    <a:pt x="149" y="353"/>
                  </a:cubicBezTo>
                  <a:cubicBezTo>
                    <a:pt x="146" y="355"/>
                    <a:pt x="141" y="359"/>
                    <a:pt x="139" y="359"/>
                  </a:cubicBezTo>
                  <a:cubicBezTo>
                    <a:pt x="137" y="359"/>
                    <a:pt x="134" y="356"/>
                    <a:pt x="132" y="356"/>
                  </a:cubicBezTo>
                  <a:cubicBezTo>
                    <a:pt x="131" y="356"/>
                    <a:pt x="129" y="359"/>
                    <a:pt x="127" y="359"/>
                  </a:cubicBezTo>
                  <a:cubicBezTo>
                    <a:pt x="126" y="359"/>
                    <a:pt x="124" y="358"/>
                    <a:pt x="124" y="357"/>
                  </a:cubicBezTo>
                  <a:cubicBezTo>
                    <a:pt x="124" y="357"/>
                    <a:pt x="124" y="355"/>
                    <a:pt x="124" y="355"/>
                  </a:cubicBezTo>
                  <a:cubicBezTo>
                    <a:pt x="125" y="352"/>
                    <a:pt x="131" y="348"/>
                    <a:pt x="132" y="344"/>
                  </a:cubicBezTo>
                  <a:cubicBezTo>
                    <a:pt x="132" y="344"/>
                    <a:pt x="133" y="342"/>
                    <a:pt x="132" y="342"/>
                  </a:cubicBezTo>
                  <a:cubicBezTo>
                    <a:pt x="131" y="340"/>
                    <a:pt x="127" y="339"/>
                    <a:pt x="127" y="338"/>
                  </a:cubicBezTo>
                  <a:cubicBezTo>
                    <a:pt x="126" y="336"/>
                    <a:pt x="126" y="333"/>
                    <a:pt x="126" y="332"/>
                  </a:cubicBezTo>
                  <a:cubicBezTo>
                    <a:pt x="127" y="331"/>
                    <a:pt x="129" y="331"/>
                    <a:pt x="129" y="330"/>
                  </a:cubicBezTo>
                  <a:cubicBezTo>
                    <a:pt x="130" y="330"/>
                    <a:pt x="130" y="328"/>
                    <a:pt x="130" y="327"/>
                  </a:cubicBezTo>
                  <a:cubicBezTo>
                    <a:pt x="129" y="326"/>
                    <a:pt x="126" y="323"/>
                    <a:pt x="125" y="322"/>
                  </a:cubicBezTo>
                  <a:cubicBezTo>
                    <a:pt x="124" y="320"/>
                    <a:pt x="123" y="316"/>
                    <a:pt x="123" y="316"/>
                  </a:cubicBezTo>
                  <a:cubicBezTo>
                    <a:pt x="123" y="316"/>
                    <a:pt x="117" y="318"/>
                    <a:pt x="116" y="316"/>
                  </a:cubicBezTo>
                  <a:cubicBezTo>
                    <a:pt x="115" y="314"/>
                    <a:pt x="119" y="310"/>
                    <a:pt x="121" y="308"/>
                  </a:cubicBezTo>
                  <a:cubicBezTo>
                    <a:pt x="122" y="307"/>
                    <a:pt x="125" y="305"/>
                    <a:pt x="125" y="303"/>
                  </a:cubicBezTo>
                  <a:cubicBezTo>
                    <a:pt x="125" y="302"/>
                    <a:pt x="125" y="301"/>
                    <a:pt x="125" y="301"/>
                  </a:cubicBezTo>
                  <a:cubicBezTo>
                    <a:pt x="124" y="300"/>
                    <a:pt x="122" y="300"/>
                    <a:pt x="121" y="300"/>
                  </a:cubicBezTo>
                  <a:cubicBezTo>
                    <a:pt x="119" y="300"/>
                    <a:pt x="116" y="304"/>
                    <a:pt x="114" y="306"/>
                  </a:cubicBezTo>
                  <a:cubicBezTo>
                    <a:pt x="112" y="307"/>
                    <a:pt x="107" y="308"/>
                    <a:pt x="106" y="309"/>
                  </a:cubicBezTo>
                  <a:cubicBezTo>
                    <a:pt x="105" y="310"/>
                    <a:pt x="104" y="312"/>
                    <a:pt x="103" y="312"/>
                  </a:cubicBezTo>
                  <a:cubicBezTo>
                    <a:pt x="99" y="314"/>
                    <a:pt x="91" y="312"/>
                    <a:pt x="87" y="313"/>
                  </a:cubicBezTo>
                  <a:cubicBezTo>
                    <a:pt x="85" y="313"/>
                    <a:pt x="81" y="316"/>
                    <a:pt x="79" y="317"/>
                  </a:cubicBezTo>
                  <a:cubicBezTo>
                    <a:pt x="79" y="318"/>
                    <a:pt x="78" y="320"/>
                    <a:pt x="79" y="321"/>
                  </a:cubicBezTo>
                  <a:cubicBezTo>
                    <a:pt x="80" y="323"/>
                    <a:pt x="83" y="325"/>
                    <a:pt x="85" y="325"/>
                  </a:cubicBezTo>
                  <a:cubicBezTo>
                    <a:pt x="87" y="325"/>
                    <a:pt x="90" y="321"/>
                    <a:pt x="92" y="321"/>
                  </a:cubicBezTo>
                  <a:cubicBezTo>
                    <a:pt x="94" y="320"/>
                    <a:pt x="98" y="319"/>
                    <a:pt x="99" y="320"/>
                  </a:cubicBezTo>
                  <a:cubicBezTo>
                    <a:pt x="99" y="321"/>
                    <a:pt x="98" y="322"/>
                    <a:pt x="98" y="323"/>
                  </a:cubicBezTo>
                  <a:cubicBezTo>
                    <a:pt x="96" y="324"/>
                    <a:pt x="92" y="324"/>
                    <a:pt x="90" y="325"/>
                  </a:cubicBezTo>
                  <a:cubicBezTo>
                    <a:pt x="87" y="327"/>
                    <a:pt x="86" y="335"/>
                    <a:pt x="83" y="336"/>
                  </a:cubicBezTo>
                  <a:cubicBezTo>
                    <a:pt x="80" y="338"/>
                    <a:pt x="74" y="335"/>
                    <a:pt x="71" y="335"/>
                  </a:cubicBezTo>
                  <a:cubicBezTo>
                    <a:pt x="69" y="335"/>
                    <a:pt x="65" y="337"/>
                    <a:pt x="62" y="337"/>
                  </a:cubicBezTo>
                  <a:cubicBezTo>
                    <a:pt x="58" y="337"/>
                    <a:pt x="50" y="333"/>
                    <a:pt x="46" y="333"/>
                  </a:cubicBezTo>
                  <a:cubicBezTo>
                    <a:pt x="43" y="332"/>
                    <a:pt x="36" y="332"/>
                    <a:pt x="33" y="334"/>
                  </a:cubicBezTo>
                  <a:cubicBezTo>
                    <a:pt x="32" y="334"/>
                    <a:pt x="29" y="337"/>
                    <a:pt x="29" y="338"/>
                  </a:cubicBezTo>
                  <a:cubicBezTo>
                    <a:pt x="30" y="340"/>
                    <a:pt x="34" y="339"/>
                    <a:pt x="34" y="340"/>
                  </a:cubicBezTo>
                  <a:cubicBezTo>
                    <a:pt x="35" y="341"/>
                    <a:pt x="34" y="345"/>
                    <a:pt x="35" y="346"/>
                  </a:cubicBezTo>
                  <a:cubicBezTo>
                    <a:pt x="36" y="348"/>
                    <a:pt x="40" y="348"/>
                    <a:pt x="41" y="350"/>
                  </a:cubicBezTo>
                  <a:cubicBezTo>
                    <a:pt x="43" y="351"/>
                    <a:pt x="44" y="355"/>
                    <a:pt x="44" y="357"/>
                  </a:cubicBezTo>
                  <a:cubicBezTo>
                    <a:pt x="44" y="358"/>
                    <a:pt x="42" y="359"/>
                    <a:pt x="42" y="361"/>
                  </a:cubicBezTo>
                  <a:cubicBezTo>
                    <a:pt x="42" y="363"/>
                    <a:pt x="44" y="366"/>
                    <a:pt x="44" y="368"/>
                  </a:cubicBezTo>
                  <a:cubicBezTo>
                    <a:pt x="43" y="370"/>
                    <a:pt x="38" y="373"/>
                    <a:pt x="36" y="374"/>
                  </a:cubicBezTo>
                  <a:cubicBezTo>
                    <a:pt x="34" y="374"/>
                    <a:pt x="30" y="371"/>
                    <a:pt x="28" y="371"/>
                  </a:cubicBezTo>
                  <a:cubicBezTo>
                    <a:pt x="26" y="371"/>
                    <a:pt x="22" y="375"/>
                    <a:pt x="20" y="374"/>
                  </a:cubicBezTo>
                  <a:cubicBezTo>
                    <a:pt x="17" y="374"/>
                    <a:pt x="14" y="370"/>
                    <a:pt x="12" y="370"/>
                  </a:cubicBezTo>
                  <a:cubicBezTo>
                    <a:pt x="11" y="370"/>
                    <a:pt x="8" y="373"/>
                    <a:pt x="8" y="375"/>
                  </a:cubicBezTo>
                  <a:cubicBezTo>
                    <a:pt x="7" y="376"/>
                    <a:pt x="9" y="379"/>
                    <a:pt x="9" y="381"/>
                  </a:cubicBezTo>
                  <a:cubicBezTo>
                    <a:pt x="9" y="383"/>
                    <a:pt x="7" y="387"/>
                    <a:pt x="6" y="389"/>
                  </a:cubicBezTo>
                  <a:cubicBezTo>
                    <a:pt x="5" y="390"/>
                    <a:pt x="2" y="392"/>
                    <a:pt x="1" y="393"/>
                  </a:cubicBezTo>
                  <a:cubicBezTo>
                    <a:pt x="1" y="394"/>
                    <a:pt x="0" y="396"/>
                    <a:pt x="1" y="396"/>
                  </a:cubicBezTo>
                  <a:cubicBezTo>
                    <a:pt x="3" y="398"/>
                    <a:pt x="9" y="393"/>
                    <a:pt x="12" y="392"/>
                  </a:cubicBezTo>
                  <a:cubicBezTo>
                    <a:pt x="14" y="391"/>
                    <a:pt x="19" y="388"/>
                    <a:pt x="21" y="387"/>
                  </a:cubicBezTo>
                  <a:cubicBezTo>
                    <a:pt x="23" y="386"/>
                    <a:pt x="26" y="384"/>
                    <a:pt x="28" y="384"/>
                  </a:cubicBezTo>
                  <a:cubicBezTo>
                    <a:pt x="29" y="385"/>
                    <a:pt x="30" y="387"/>
                    <a:pt x="31" y="387"/>
                  </a:cubicBezTo>
                  <a:cubicBezTo>
                    <a:pt x="33" y="387"/>
                    <a:pt x="37" y="384"/>
                    <a:pt x="39" y="385"/>
                  </a:cubicBezTo>
                  <a:cubicBezTo>
                    <a:pt x="39" y="386"/>
                    <a:pt x="37" y="388"/>
                    <a:pt x="38" y="389"/>
                  </a:cubicBezTo>
                  <a:cubicBezTo>
                    <a:pt x="39" y="390"/>
                    <a:pt x="43" y="387"/>
                    <a:pt x="44" y="388"/>
                  </a:cubicBezTo>
                  <a:cubicBezTo>
                    <a:pt x="45" y="389"/>
                    <a:pt x="42" y="391"/>
                    <a:pt x="42" y="392"/>
                  </a:cubicBezTo>
                  <a:cubicBezTo>
                    <a:pt x="43" y="393"/>
                    <a:pt x="46" y="394"/>
                    <a:pt x="48" y="394"/>
                  </a:cubicBezTo>
                  <a:cubicBezTo>
                    <a:pt x="51" y="395"/>
                    <a:pt x="56" y="392"/>
                    <a:pt x="59" y="390"/>
                  </a:cubicBezTo>
                  <a:cubicBezTo>
                    <a:pt x="60" y="389"/>
                    <a:pt x="63" y="386"/>
                    <a:pt x="64" y="386"/>
                  </a:cubicBezTo>
                  <a:cubicBezTo>
                    <a:pt x="66" y="385"/>
                    <a:pt x="69" y="383"/>
                    <a:pt x="70" y="383"/>
                  </a:cubicBezTo>
                  <a:cubicBezTo>
                    <a:pt x="72" y="383"/>
                    <a:pt x="74" y="386"/>
                    <a:pt x="75" y="386"/>
                  </a:cubicBezTo>
                  <a:cubicBezTo>
                    <a:pt x="77" y="386"/>
                    <a:pt x="81" y="386"/>
                    <a:pt x="82" y="385"/>
                  </a:cubicBezTo>
                  <a:cubicBezTo>
                    <a:pt x="85" y="384"/>
                    <a:pt x="89" y="377"/>
                    <a:pt x="91" y="375"/>
                  </a:cubicBezTo>
                  <a:cubicBezTo>
                    <a:pt x="94" y="373"/>
                    <a:pt x="100" y="369"/>
                    <a:pt x="103" y="368"/>
                  </a:cubicBezTo>
                  <a:cubicBezTo>
                    <a:pt x="106" y="367"/>
                    <a:pt x="113" y="367"/>
                    <a:pt x="116" y="366"/>
                  </a:cubicBezTo>
                  <a:cubicBezTo>
                    <a:pt x="119" y="366"/>
                    <a:pt x="125" y="362"/>
                    <a:pt x="129" y="362"/>
                  </a:cubicBezTo>
                  <a:cubicBezTo>
                    <a:pt x="132" y="362"/>
                    <a:pt x="137" y="367"/>
                    <a:pt x="140" y="368"/>
                  </a:cubicBezTo>
                  <a:cubicBezTo>
                    <a:pt x="141" y="369"/>
                    <a:pt x="145" y="368"/>
                    <a:pt x="146" y="368"/>
                  </a:cubicBezTo>
                  <a:cubicBezTo>
                    <a:pt x="148" y="368"/>
                    <a:pt x="152" y="371"/>
                    <a:pt x="155" y="370"/>
                  </a:cubicBezTo>
                  <a:cubicBezTo>
                    <a:pt x="158" y="370"/>
                    <a:pt x="163" y="366"/>
                    <a:pt x="165" y="364"/>
                  </a:cubicBezTo>
                  <a:cubicBezTo>
                    <a:pt x="166" y="362"/>
                    <a:pt x="164" y="358"/>
                    <a:pt x="166" y="357"/>
                  </a:cubicBezTo>
                  <a:cubicBezTo>
                    <a:pt x="167" y="355"/>
                    <a:pt x="170" y="354"/>
                    <a:pt x="172" y="355"/>
                  </a:cubicBezTo>
                  <a:cubicBezTo>
                    <a:pt x="174" y="355"/>
                    <a:pt x="175" y="361"/>
                    <a:pt x="177" y="363"/>
                  </a:cubicBezTo>
                  <a:cubicBezTo>
                    <a:pt x="179" y="364"/>
                    <a:pt x="183" y="366"/>
                    <a:pt x="186" y="367"/>
                  </a:cubicBezTo>
                  <a:cubicBezTo>
                    <a:pt x="188" y="367"/>
                    <a:pt x="195" y="364"/>
                    <a:pt x="197" y="366"/>
                  </a:cubicBezTo>
                  <a:cubicBezTo>
                    <a:pt x="197" y="367"/>
                    <a:pt x="195" y="368"/>
                    <a:pt x="194" y="369"/>
                  </a:cubicBezTo>
                  <a:cubicBezTo>
                    <a:pt x="194" y="370"/>
                    <a:pt x="193" y="371"/>
                    <a:pt x="193" y="371"/>
                  </a:cubicBezTo>
                  <a:cubicBezTo>
                    <a:pt x="194" y="372"/>
                    <a:pt x="197" y="372"/>
                    <a:pt x="198" y="371"/>
                  </a:cubicBezTo>
                  <a:cubicBezTo>
                    <a:pt x="200" y="371"/>
                    <a:pt x="203" y="370"/>
                    <a:pt x="204" y="370"/>
                  </a:cubicBezTo>
                  <a:cubicBezTo>
                    <a:pt x="207" y="369"/>
                    <a:pt x="212" y="371"/>
                    <a:pt x="214" y="371"/>
                  </a:cubicBezTo>
                  <a:cubicBezTo>
                    <a:pt x="217" y="370"/>
                    <a:pt x="221" y="366"/>
                    <a:pt x="223" y="364"/>
                  </a:cubicBezTo>
                  <a:cubicBezTo>
                    <a:pt x="224" y="363"/>
                    <a:pt x="226" y="358"/>
                    <a:pt x="228" y="357"/>
                  </a:cubicBezTo>
                  <a:cubicBezTo>
                    <a:pt x="230" y="356"/>
                    <a:pt x="235" y="355"/>
                    <a:pt x="237" y="355"/>
                  </a:cubicBezTo>
                  <a:cubicBezTo>
                    <a:pt x="239" y="354"/>
                    <a:pt x="242" y="354"/>
                    <a:pt x="244" y="354"/>
                  </a:cubicBezTo>
                  <a:cubicBezTo>
                    <a:pt x="245" y="353"/>
                    <a:pt x="248" y="351"/>
                    <a:pt x="249" y="350"/>
                  </a:cubicBezTo>
                  <a:cubicBezTo>
                    <a:pt x="250" y="348"/>
                    <a:pt x="249" y="344"/>
                    <a:pt x="249" y="343"/>
                  </a:cubicBezTo>
                  <a:cubicBezTo>
                    <a:pt x="250" y="341"/>
                    <a:pt x="251" y="337"/>
                    <a:pt x="253" y="336"/>
                  </a:cubicBezTo>
                  <a:cubicBezTo>
                    <a:pt x="254" y="335"/>
                    <a:pt x="258" y="334"/>
                    <a:pt x="259" y="334"/>
                  </a:cubicBezTo>
                  <a:cubicBezTo>
                    <a:pt x="261" y="335"/>
                    <a:pt x="263" y="340"/>
                    <a:pt x="263" y="342"/>
                  </a:cubicBezTo>
                  <a:cubicBezTo>
                    <a:pt x="263" y="343"/>
                    <a:pt x="263" y="346"/>
                    <a:pt x="263" y="347"/>
                  </a:cubicBezTo>
                  <a:cubicBezTo>
                    <a:pt x="263" y="348"/>
                    <a:pt x="264" y="352"/>
                    <a:pt x="265" y="353"/>
                  </a:cubicBezTo>
                  <a:cubicBezTo>
                    <a:pt x="266" y="354"/>
                    <a:pt x="269" y="355"/>
                    <a:pt x="270" y="355"/>
                  </a:cubicBezTo>
                  <a:cubicBezTo>
                    <a:pt x="271" y="355"/>
                    <a:pt x="273" y="353"/>
                    <a:pt x="274" y="353"/>
                  </a:cubicBezTo>
                  <a:cubicBezTo>
                    <a:pt x="275" y="353"/>
                    <a:pt x="276" y="354"/>
                    <a:pt x="277" y="355"/>
                  </a:cubicBezTo>
                  <a:cubicBezTo>
                    <a:pt x="277" y="355"/>
                    <a:pt x="277" y="357"/>
                    <a:pt x="276" y="358"/>
                  </a:cubicBezTo>
                  <a:cubicBezTo>
                    <a:pt x="276" y="359"/>
                    <a:pt x="272" y="360"/>
                    <a:pt x="271" y="362"/>
                  </a:cubicBezTo>
                  <a:cubicBezTo>
                    <a:pt x="271" y="362"/>
                    <a:pt x="271" y="363"/>
                    <a:pt x="271" y="364"/>
                  </a:cubicBezTo>
                  <a:cubicBezTo>
                    <a:pt x="271" y="365"/>
                    <a:pt x="272" y="366"/>
                    <a:pt x="273" y="367"/>
                  </a:cubicBezTo>
                  <a:cubicBezTo>
                    <a:pt x="274" y="368"/>
                    <a:pt x="276" y="368"/>
                    <a:pt x="277" y="369"/>
                  </a:cubicBezTo>
                  <a:cubicBezTo>
                    <a:pt x="278" y="369"/>
                    <a:pt x="278" y="372"/>
                    <a:pt x="278" y="373"/>
                  </a:cubicBezTo>
                  <a:cubicBezTo>
                    <a:pt x="277" y="373"/>
                    <a:pt x="275" y="373"/>
                    <a:pt x="274" y="373"/>
                  </a:cubicBezTo>
                  <a:cubicBezTo>
                    <a:pt x="274" y="374"/>
                    <a:pt x="273" y="376"/>
                    <a:pt x="273" y="377"/>
                  </a:cubicBezTo>
                  <a:cubicBezTo>
                    <a:pt x="273" y="379"/>
                    <a:pt x="273" y="381"/>
                    <a:pt x="272" y="382"/>
                  </a:cubicBezTo>
                  <a:cubicBezTo>
                    <a:pt x="270" y="385"/>
                    <a:pt x="262" y="383"/>
                    <a:pt x="259" y="384"/>
                  </a:cubicBezTo>
                  <a:cubicBezTo>
                    <a:pt x="256" y="385"/>
                    <a:pt x="250" y="387"/>
                    <a:pt x="248" y="389"/>
                  </a:cubicBezTo>
                  <a:cubicBezTo>
                    <a:pt x="247" y="390"/>
                    <a:pt x="246" y="395"/>
                    <a:pt x="244" y="396"/>
                  </a:cubicBezTo>
                  <a:cubicBezTo>
                    <a:pt x="240" y="399"/>
                    <a:pt x="230" y="400"/>
                    <a:pt x="225" y="400"/>
                  </a:cubicBezTo>
                  <a:cubicBezTo>
                    <a:pt x="217" y="401"/>
                    <a:pt x="203" y="401"/>
                    <a:pt x="195" y="402"/>
                  </a:cubicBezTo>
                  <a:cubicBezTo>
                    <a:pt x="190" y="403"/>
                    <a:pt x="179" y="406"/>
                    <a:pt x="174" y="408"/>
                  </a:cubicBezTo>
                  <a:cubicBezTo>
                    <a:pt x="171" y="410"/>
                    <a:pt x="166" y="415"/>
                    <a:pt x="162" y="416"/>
                  </a:cubicBezTo>
                  <a:cubicBezTo>
                    <a:pt x="160" y="416"/>
                    <a:pt x="156" y="414"/>
                    <a:pt x="154" y="415"/>
                  </a:cubicBezTo>
                  <a:cubicBezTo>
                    <a:pt x="153" y="415"/>
                    <a:pt x="152" y="416"/>
                    <a:pt x="151" y="416"/>
                  </a:cubicBezTo>
                  <a:cubicBezTo>
                    <a:pt x="149" y="418"/>
                    <a:pt x="147" y="422"/>
                    <a:pt x="145" y="424"/>
                  </a:cubicBezTo>
                  <a:cubicBezTo>
                    <a:pt x="141" y="428"/>
                    <a:pt x="127" y="432"/>
                    <a:pt x="123" y="437"/>
                  </a:cubicBezTo>
                  <a:cubicBezTo>
                    <a:pt x="122" y="438"/>
                    <a:pt x="121" y="440"/>
                    <a:pt x="122" y="441"/>
                  </a:cubicBezTo>
                  <a:cubicBezTo>
                    <a:pt x="122" y="443"/>
                    <a:pt x="124" y="445"/>
                    <a:pt x="126" y="445"/>
                  </a:cubicBezTo>
                  <a:cubicBezTo>
                    <a:pt x="130" y="447"/>
                    <a:pt x="140" y="446"/>
                    <a:pt x="144" y="445"/>
                  </a:cubicBezTo>
                  <a:cubicBezTo>
                    <a:pt x="147" y="445"/>
                    <a:pt x="151" y="442"/>
                    <a:pt x="153" y="441"/>
                  </a:cubicBezTo>
                  <a:cubicBezTo>
                    <a:pt x="157" y="440"/>
                    <a:pt x="164" y="438"/>
                    <a:pt x="168" y="438"/>
                  </a:cubicBezTo>
                  <a:cubicBezTo>
                    <a:pt x="170" y="438"/>
                    <a:pt x="176" y="440"/>
                    <a:pt x="178" y="439"/>
                  </a:cubicBezTo>
                  <a:cubicBezTo>
                    <a:pt x="179" y="438"/>
                    <a:pt x="181" y="436"/>
                    <a:pt x="182" y="435"/>
                  </a:cubicBezTo>
                  <a:cubicBezTo>
                    <a:pt x="184" y="434"/>
                    <a:pt x="190" y="435"/>
                    <a:pt x="192" y="434"/>
                  </a:cubicBezTo>
                  <a:cubicBezTo>
                    <a:pt x="194" y="433"/>
                    <a:pt x="196" y="430"/>
                    <a:pt x="198" y="429"/>
                  </a:cubicBezTo>
                  <a:cubicBezTo>
                    <a:pt x="199" y="428"/>
                    <a:pt x="202" y="429"/>
                    <a:pt x="204" y="428"/>
                  </a:cubicBezTo>
                  <a:cubicBezTo>
                    <a:pt x="206" y="428"/>
                    <a:pt x="211" y="427"/>
                    <a:pt x="214" y="426"/>
                  </a:cubicBezTo>
                  <a:cubicBezTo>
                    <a:pt x="215" y="426"/>
                    <a:pt x="215" y="423"/>
                    <a:pt x="216" y="423"/>
                  </a:cubicBezTo>
                  <a:cubicBezTo>
                    <a:pt x="218" y="422"/>
                    <a:pt x="223" y="422"/>
                    <a:pt x="225" y="422"/>
                  </a:cubicBezTo>
                  <a:cubicBezTo>
                    <a:pt x="227" y="422"/>
                    <a:pt x="232" y="421"/>
                    <a:pt x="234" y="423"/>
                  </a:cubicBezTo>
                  <a:cubicBezTo>
                    <a:pt x="234" y="423"/>
                    <a:pt x="234" y="425"/>
                    <a:pt x="234" y="425"/>
                  </a:cubicBezTo>
                  <a:cubicBezTo>
                    <a:pt x="233" y="426"/>
                    <a:pt x="230" y="426"/>
                    <a:pt x="229" y="426"/>
                  </a:cubicBezTo>
                  <a:cubicBezTo>
                    <a:pt x="228" y="427"/>
                    <a:pt x="226" y="428"/>
                    <a:pt x="224" y="429"/>
                  </a:cubicBezTo>
                  <a:cubicBezTo>
                    <a:pt x="222" y="430"/>
                    <a:pt x="217" y="432"/>
                    <a:pt x="215" y="433"/>
                  </a:cubicBezTo>
                  <a:cubicBezTo>
                    <a:pt x="213" y="435"/>
                    <a:pt x="211" y="440"/>
                    <a:pt x="209" y="441"/>
                  </a:cubicBezTo>
                  <a:cubicBezTo>
                    <a:pt x="208" y="442"/>
                    <a:pt x="205" y="442"/>
                    <a:pt x="204" y="443"/>
                  </a:cubicBezTo>
                  <a:cubicBezTo>
                    <a:pt x="203" y="444"/>
                    <a:pt x="201" y="446"/>
                    <a:pt x="200" y="447"/>
                  </a:cubicBezTo>
                  <a:cubicBezTo>
                    <a:pt x="199" y="449"/>
                    <a:pt x="197" y="452"/>
                    <a:pt x="196" y="453"/>
                  </a:cubicBezTo>
                  <a:cubicBezTo>
                    <a:pt x="194" y="454"/>
                    <a:pt x="191" y="457"/>
                    <a:pt x="189" y="457"/>
                  </a:cubicBezTo>
                  <a:cubicBezTo>
                    <a:pt x="186" y="458"/>
                    <a:pt x="179" y="457"/>
                    <a:pt x="176" y="458"/>
                  </a:cubicBezTo>
                  <a:cubicBezTo>
                    <a:pt x="172" y="459"/>
                    <a:pt x="164" y="463"/>
                    <a:pt x="160" y="464"/>
                  </a:cubicBezTo>
                  <a:cubicBezTo>
                    <a:pt x="157" y="464"/>
                    <a:pt x="150" y="462"/>
                    <a:pt x="147" y="462"/>
                  </a:cubicBezTo>
                  <a:cubicBezTo>
                    <a:pt x="146" y="462"/>
                    <a:pt x="143" y="463"/>
                    <a:pt x="141" y="463"/>
                  </a:cubicBezTo>
                  <a:cubicBezTo>
                    <a:pt x="140" y="463"/>
                    <a:pt x="138" y="462"/>
                    <a:pt x="136" y="462"/>
                  </a:cubicBezTo>
                  <a:cubicBezTo>
                    <a:pt x="135" y="462"/>
                    <a:pt x="133" y="464"/>
                    <a:pt x="132" y="465"/>
                  </a:cubicBezTo>
                  <a:cubicBezTo>
                    <a:pt x="131" y="466"/>
                    <a:pt x="130" y="470"/>
                    <a:pt x="128" y="471"/>
                  </a:cubicBezTo>
                  <a:cubicBezTo>
                    <a:pt x="126" y="474"/>
                    <a:pt x="120" y="477"/>
                    <a:pt x="117" y="478"/>
                  </a:cubicBezTo>
                  <a:cubicBezTo>
                    <a:pt x="115" y="479"/>
                    <a:pt x="112" y="479"/>
                    <a:pt x="111" y="480"/>
                  </a:cubicBezTo>
                  <a:cubicBezTo>
                    <a:pt x="110" y="481"/>
                    <a:pt x="110" y="482"/>
                    <a:pt x="110" y="483"/>
                  </a:cubicBezTo>
                  <a:cubicBezTo>
                    <a:pt x="110" y="484"/>
                    <a:pt x="110" y="485"/>
                    <a:pt x="111" y="486"/>
                  </a:cubicBezTo>
                  <a:cubicBezTo>
                    <a:pt x="111" y="487"/>
                    <a:pt x="112" y="487"/>
                    <a:pt x="112" y="487"/>
                  </a:cubicBezTo>
                  <a:cubicBezTo>
                    <a:pt x="113" y="488"/>
                    <a:pt x="116" y="487"/>
                    <a:pt x="117" y="487"/>
                  </a:cubicBezTo>
                  <a:cubicBezTo>
                    <a:pt x="118" y="487"/>
                    <a:pt x="119" y="488"/>
                    <a:pt x="119" y="489"/>
                  </a:cubicBezTo>
                  <a:cubicBezTo>
                    <a:pt x="119" y="491"/>
                    <a:pt x="118" y="495"/>
                    <a:pt x="117" y="496"/>
                  </a:cubicBezTo>
                  <a:cubicBezTo>
                    <a:pt x="116" y="497"/>
                    <a:pt x="113" y="498"/>
                    <a:pt x="112" y="499"/>
                  </a:cubicBezTo>
                  <a:cubicBezTo>
                    <a:pt x="112" y="500"/>
                    <a:pt x="112" y="502"/>
                    <a:pt x="112" y="502"/>
                  </a:cubicBezTo>
                  <a:cubicBezTo>
                    <a:pt x="112" y="504"/>
                    <a:pt x="112" y="508"/>
                    <a:pt x="111" y="509"/>
                  </a:cubicBezTo>
                  <a:cubicBezTo>
                    <a:pt x="111" y="510"/>
                    <a:pt x="110" y="510"/>
                    <a:pt x="110" y="511"/>
                  </a:cubicBezTo>
                  <a:cubicBezTo>
                    <a:pt x="110" y="512"/>
                    <a:pt x="111" y="513"/>
                    <a:pt x="112" y="513"/>
                  </a:cubicBezTo>
                  <a:cubicBezTo>
                    <a:pt x="113" y="514"/>
                    <a:pt x="117" y="513"/>
                    <a:pt x="119" y="513"/>
                  </a:cubicBezTo>
                  <a:cubicBezTo>
                    <a:pt x="121" y="512"/>
                    <a:pt x="124" y="510"/>
                    <a:pt x="125" y="508"/>
                  </a:cubicBezTo>
                  <a:cubicBezTo>
                    <a:pt x="127" y="507"/>
                    <a:pt x="128" y="502"/>
                    <a:pt x="129" y="501"/>
                  </a:cubicBezTo>
                  <a:cubicBezTo>
                    <a:pt x="131" y="498"/>
                    <a:pt x="135" y="493"/>
                    <a:pt x="138" y="494"/>
                  </a:cubicBezTo>
                  <a:cubicBezTo>
                    <a:pt x="139" y="494"/>
                    <a:pt x="140" y="496"/>
                    <a:pt x="140" y="497"/>
                  </a:cubicBezTo>
                  <a:cubicBezTo>
                    <a:pt x="140" y="499"/>
                    <a:pt x="135" y="501"/>
                    <a:pt x="134" y="503"/>
                  </a:cubicBezTo>
                  <a:cubicBezTo>
                    <a:pt x="134" y="505"/>
                    <a:pt x="133" y="508"/>
                    <a:pt x="134" y="509"/>
                  </a:cubicBezTo>
                  <a:cubicBezTo>
                    <a:pt x="134" y="510"/>
                    <a:pt x="137" y="511"/>
                    <a:pt x="137" y="511"/>
                  </a:cubicBezTo>
                  <a:cubicBezTo>
                    <a:pt x="136" y="512"/>
                    <a:pt x="134" y="512"/>
                    <a:pt x="133" y="513"/>
                  </a:cubicBezTo>
                  <a:cubicBezTo>
                    <a:pt x="132" y="514"/>
                    <a:pt x="130" y="516"/>
                    <a:pt x="131" y="517"/>
                  </a:cubicBezTo>
                  <a:cubicBezTo>
                    <a:pt x="131" y="518"/>
                    <a:pt x="135" y="519"/>
                    <a:pt x="136" y="519"/>
                  </a:cubicBezTo>
                  <a:cubicBezTo>
                    <a:pt x="137" y="518"/>
                    <a:pt x="138" y="515"/>
                    <a:pt x="139" y="514"/>
                  </a:cubicBezTo>
                  <a:cubicBezTo>
                    <a:pt x="140" y="513"/>
                    <a:pt x="145" y="514"/>
                    <a:pt x="147" y="513"/>
                  </a:cubicBezTo>
                  <a:cubicBezTo>
                    <a:pt x="148" y="512"/>
                    <a:pt x="147" y="509"/>
                    <a:pt x="148" y="508"/>
                  </a:cubicBezTo>
                  <a:cubicBezTo>
                    <a:pt x="149" y="507"/>
                    <a:pt x="155" y="508"/>
                    <a:pt x="157" y="506"/>
                  </a:cubicBezTo>
                  <a:cubicBezTo>
                    <a:pt x="157" y="506"/>
                    <a:pt x="156" y="505"/>
                    <a:pt x="156" y="505"/>
                  </a:cubicBezTo>
                  <a:cubicBezTo>
                    <a:pt x="153" y="503"/>
                    <a:pt x="146" y="509"/>
                    <a:pt x="144" y="506"/>
                  </a:cubicBezTo>
                  <a:cubicBezTo>
                    <a:pt x="143" y="506"/>
                    <a:pt x="145" y="503"/>
                    <a:pt x="145" y="502"/>
                  </a:cubicBezTo>
                  <a:cubicBezTo>
                    <a:pt x="146" y="501"/>
                    <a:pt x="150" y="498"/>
                    <a:pt x="152" y="497"/>
                  </a:cubicBezTo>
                  <a:cubicBezTo>
                    <a:pt x="153" y="497"/>
                    <a:pt x="156" y="499"/>
                    <a:pt x="158" y="498"/>
                  </a:cubicBezTo>
                  <a:cubicBezTo>
                    <a:pt x="159" y="498"/>
                    <a:pt x="161" y="495"/>
                    <a:pt x="162" y="494"/>
                  </a:cubicBezTo>
                  <a:cubicBezTo>
                    <a:pt x="163" y="492"/>
                    <a:pt x="161" y="488"/>
                    <a:pt x="162" y="486"/>
                  </a:cubicBezTo>
                  <a:cubicBezTo>
                    <a:pt x="163" y="485"/>
                    <a:pt x="167" y="483"/>
                    <a:pt x="168" y="483"/>
                  </a:cubicBezTo>
                  <a:cubicBezTo>
                    <a:pt x="170" y="482"/>
                    <a:pt x="174" y="481"/>
                    <a:pt x="176" y="481"/>
                  </a:cubicBezTo>
                  <a:cubicBezTo>
                    <a:pt x="178" y="480"/>
                    <a:pt x="181" y="478"/>
                    <a:pt x="181" y="477"/>
                  </a:cubicBezTo>
                  <a:cubicBezTo>
                    <a:pt x="181" y="476"/>
                    <a:pt x="180" y="474"/>
                    <a:pt x="180" y="473"/>
                  </a:cubicBezTo>
                  <a:cubicBezTo>
                    <a:pt x="181" y="473"/>
                    <a:pt x="183" y="474"/>
                    <a:pt x="184" y="474"/>
                  </a:cubicBezTo>
                  <a:cubicBezTo>
                    <a:pt x="186" y="475"/>
                    <a:pt x="188" y="480"/>
                    <a:pt x="188" y="482"/>
                  </a:cubicBezTo>
                  <a:cubicBezTo>
                    <a:pt x="188" y="483"/>
                    <a:pt x="187" y="485"/>
                    <a:pt x="187" y="486"/>
                  </a:cubicBezTo>
                  <a:cubicBezTo>
                    <a:pt x="187" y="487"/>
                    <a:pt x="187" y="488"/>
                    <a:pt x="188" y="489"/>
                  </a:cubicBezTo>
                  <a:cubicBezTo>
                    <a:pt x="188" y="490"/>
                    <a:pt x="190" y="490"/>
                    <a:pt x="191" y="490"/>
                  </a:cubicBezTo>
                  <a:cubicBezTo>
                    <a:pt x="193" y="490"/>
                    <a:pt x="197" y="489"/>
                    <a:pt x="197" y="488"/>
                  </a:cubicBezTo>
                  <a:cubicBezTo>
                    <a:pt x="197" y="487"/>
                    <a:pt x="196" y="487"/>
                    <a:pt x="196" y="486"/>
                  </a:cubicBezTo>
                  <a:cubicBezTo>
                    <a:pt x="195" y="486"/>
                    <a:pt x="193" y="487"/>
                    <a:pt x="193" y="486"/>
                  </a:cubicBezTo>
                  <a:cubicBezTo>
                    <a:pt x="192" y="485"/>
                    <a:pt x="195" y="482"/>
                    <a:pt x="196" y="482"/>
                  </a:cubicBezTo>
                  <a:cubicBezTo>
                    <a:pt x="198" y="481"/>
                    <a:pt x="201" y="483"/>
                    <a:pt x="202" y="482"/>
                  </a:cubicBezTo>
                  <a:cubicBezTo>
                    <a:pt x="203" y="482"/>
                    <a:pt x="204" y="479"/>
                    <a:pt x="206" y="478"/>
                  </a:cubicBezTo>
                  <a:cubicBezTo>
                    <a:pt x="207" y="478"/>
                    <a:pt x="209" y="479"/>
                    <a:pt x="209" y="480"/>
                  </a:cubicBezTo>
                  <a:cubicBezTo>
                    <a:pt x="209" y="481"/>
                    <a:pt x="205" y="483"/>
                    <a:pt x="206" y="484"/>
                  </a:cubicBezTo>
                  <a:cubicBezTo>
                    <a:pt x="206" y="485"/>
                    <a:pt x="208" y="485"/>
                    <a:pt x="208" y="485"/>
                  </a:cubicBezTo>
                  <a:cubicBezTo>
                    <a:pt x="210" y="486"/>
                    <a:pt x="215" y="485"/>
                    <a:pt x="216" y="484"/>
                  </a:cubicBezTo>
                  <a:cubicBezTo>
                    <a:pt x="218" y="484"/>
                    <a:pt x="220" y="482"/>
                    <a:pt x="221" y="481"/>
                  </a:cubicBezTo>
                  <a:cubicBezTo>
                    <a:pt x="222" y="480"/>
                    <a:pt x="225" y="476"/>
                    <a:pt x="226" y="475"/>
                  </a:cubicBezTo>
                  <a:cubicBezTo>
                    <a:pt x="228" y="475"/>
                    <a:pt x="230" y="475"/>
                    <a:pt x="231" y="476"/>
                  </a:cubicBezTo>
                  <a:cubicBezTo>
                    <a:pt x="232" y="477"/>
                    <a:pt x="232" y="479"/>
                    <a:pt x="232" y="480"/>
                  </a:cubicBezTo>
                  <a:cubicBezTo>
                    <a:pt x="233" y="480"/>
                    <a:pt x="234" y="481"/>
                    <a:pt x="235" y="481"/>
                  </a:cubicBezTo>
                  <a:cubicBezTo>
                    <a:pt x="237" y="481"/>
                    <a:pt x="239" y="477"/>
                    <a:pt x="240" y="476"/>
                  </a:cubicBezTo>
                  <a:cubicBezTo>
                    <a:pt x="241" y="475"/>
                    <a:pt x="244" y="474"/>
                    <a:pt x="245" y="474"/>
                  </a:cubicBezTo>
                  <a:cubicBezTo>
                    <a:pt x="248" y="474"/>
                    <a:pt x="253" y="476"/>
                    <a:pt x="255" y="475"/>
                  </a:cubicBezTo>
                  <a:cubicBezTo>
                    <a:pt x="257" y="475"/>
                    <a:pt x="259" y="473"/>
                    <a:pt x="261" y="472"/>
                  </a:cubicBezTo>
                  <a:cubicBezTo>
                    <a:pt x="261" y="472"/>
                    <a:pt x="264" y="473"/>
                    <a:pt x="264" y="472"/>
                  </a:cubicBezTo>
                  <a:cubicBezTo>
                    <a:pt x="265" y="471"/>
                    <a:pt x="266" y="468"/>
                    <a:pt x="265" y="467"/>
                  </a:cubicBezTo>
                  <a:cubicBezTo>
                    <a:pt x="265" y="466"/>
                    <a:pt x="262" y="466"/>
                    <a:pt x="262" y="466"/>
                  </a:cubicBezTo>
                  <a:cubicBezTo>
                    <a:pt x="261" y="464"/>
                    <a:pt x="264" y="462"/>
                    <a:pt x="264" y="460"/>
                  </a:cubicBezTo>
                  <a:cubicBezTo>
                    <a:pt x="264" y="458"/>
                    <a:pt x="260" y="454"/>
                    <a:pt x="261" y="453"/>
                  </a:cubicBezTo>
                  <a:cubicBezTo>
                    <a:pt x="262" y="452"/>
                    <a:pt x="263" y="452"/>
                    <a:pt x="263" y="452"/>
                  </a:cubicBezTo>
                  <a:cubicBezTo>
                    <a:pt x="266" y="453"/>
                    <a:pt x="268" y="458"/>
                    <a:pt x="269" y="460"/>
                  </a:cubicBezTo>
                  <a:cubicBezTo>
                    <a:pt x="269" y="461"/>
                    <a:pt x="268" y="463"/>
                    <a:pt x="268" y="464"/>
                  </a:cubicBezTo>
                  <a:cubicBezTo>
                    <a:pt x="269" y="465"/>
                    <a:pt x="269" y="467"/>
                    <a:pt x="270" y="467"/>
                  </a:cubicBezTo>
                  <a:cubicBezTo>
                    <a:pt x="271" y="467"/>
                    <a:pt x="273" y="462"/>
                    <a:pt x="274" y="463"/>
                  </a:cubicBezTo>
                  <a:cubicBezTo>
                    <a:pt x="275" y="463"/>
                    <a:pt x="273" y="468"/>
                    <a:pt x="274" y="469"/>
                  </a:cubicBezTo>
                  <a:cubicBezTo>
                    <a:pt x="276" y="470"/>
                    <a:pt x="279" y="466"/>
                    <a:pt x="280" y="466"/>
                  </a:cubicBezTo>
                  <a:cubicBezTo>
                    <a:pt x="281" y="467"/>
                    <a:pt x="281" y="469"/>
                    <a:pt x="281" y="470"/>
                  </a:cubicBezTo>
                  <a:cubicBezTo>
                    <a:pt x="281" y="471"/>
                    <a:pt x="281" y="474"/>
                    <a:pt x="280" y="474"/>
                  </a:cubicBezTo>
                  <a:cubicBezTo>
                    <a:pt x="278" y="477"/>
                    <a:pt x="271" y="477"/>
                    <a:pt x="268" y="479"/>
                  </a:cubicBezTo>
                  <a:cubicBezTo>
                    <a:pt x="267" y="480"/>
                    <a:pt x="265" y="483"/>
                    <a:pt x="264" y="484"/>
                  </a:cubicBezTo>
                  <a:cubicBezTo>
                    <a:pt x="264" y="485"/>
                    <a:pt x="262" y="485"/>
                    <a:pt x="261" y="486"/>
                  </a:cubicBezTo>
                  <a:cubicBezTo>
                    <a:pt x="261" y="487"/>
                    <a:pt x="261" y="488"/>
                    <a:pt x="262" y="489"/>
                  </a:cubicBezTo>
                  <a:cubicBezTo>
                    <a:pt x="263" y="490"/>
                    <a:pt x="267" y="489"/>
                    <a:pt x="268" y="490"/>
                  </a:cubicBezTo>
                  <a:cubicBezTo>
                    <a:pt x="268" y="491"/>
                    <a:pt x="267" y="493"/>
                    <a:pt x="268" y="494"/>
                  </a:cubicBezTo>
                  <a:cubicBezTo>
                    <a:pt x="268" y="495"/>
                    <a:pt x="270" y="495"/>
                    <a:pt x="271" y="495"/>
                  </a:cubicBezTo>
                  <a:cubicBezTo>
                    <a:pt x="272" y="495"/>
                    <a:pt x="273" y="491"/>
                    <a:pt x="274" y="491"/>
                  </a:cubicBezTo>
                  <a:cubicBezTo>
                    <a:pt x="275" y="489"/>
                    <a:pt x="280" y="489"/>
                    <a:pt x="281" y="487"/>
                  </a:cubicBezTo>
                  <a:cubicBezTo>
                    <a:pt x="282" y="487"/>
                    <a:pt x="282" y="485"/>
                    <a:pt x="282" y="484"/>
                  </a:cubicBezTo>
                  <a:cubicBezTo>
                    <a:pt x="283" y="483"/>
                    <a:pt x="287" y="481"/>
                    <a:pt x="289" y="481"/>
                  </a:cubicBezTo>
                  <a:cubicBezTo>
                    <a:pt x="290" y="481"/>
                    <a:pt x="292" y="484"/>
                    <a:pt x="293" y="484"/>
                  </a:cubicBezTo>
                  <a:cubicBezTo>
                    <a:pt x="294" y="485"/>
                    <a:pt x="298" y="485"/>
                    <a:pt x="300" y="485"/>
                  </a:cubicBezTo>
                  <a:cubicBezTo>
                    <a:pt x="301" y="484"/>
                    <a:pt x="301" y="482"/>
                    <a:pt x="302" y="482"/>
                  </a:cubicBezTo>
                  <a:cubicBezTo>
                    <a:pt x="303" y="482"/>
                    <a:pt x="304" y="483"/>
                    <a:pt x="305" y="483"/>
                  </a:cubicBezTo>
                  <a:cubicBezTo>
                    <a:pt x="305" y="484"/>
                    <a:pt x="304" y="487"/>
                    <a:pt x="304" y="488"/>
                  </a:cubicBezTo>
                  <a:cubicBezTo>
                    <a:pt x="302" y="490"/>
                    <a:pt x="296" y="490"/>
                    <a:pt x="294" y="492"/>
                  </a:cubicBezTo>
                  <a:cubicBezTo>
                    <a:pt x="293" y="493"/>
                    <a:pt x="294" y="497"/>
                    <a:pt x="293" y="499"/>
                  </a:cubicBezTo>
                  <a:cubicBezTo>
                    <a:pt x="291" y="502"/>
                    <a:pt x="283" y="505"/>
                    <a:pt x="280" y="508"/>
                  </a:cubicBezTo>
                  <a:cubicBezTo>
                    <a:pt x="279" y="510"/>
                    <a:pt x="279" y="515"/>
                    <a:pt x="278" y="517"/>
                  </a:cubicBezTo>
                  <a:cubicBezTo>
                    <a:pt x="277" y="518"/>
                    <a:pt x="276" y="518"/>
                    <a:pt x="275" y="519"/>
                  </a:cubicBezTo>
                  <a:cubicBezTo>
                    <a:pt x="275" y="519"/>
                    <a:pt x="275" y="521"/>
                    <a:pt x="275" y="522"/>
                  </a:cubicBezTo>
                  <a:cubicBezTo>
                    <a:pt x="274" y="523"/>
                    <a:pt x="272" y="524"/>
                    <a:pt x="272" y="525"/>
                  </a:cubicBezTo>
                  <a:cubicBezTo>
                    <a:pt x="271" y="526"/>
                    <a:pt x="271" y="528"/>
                    <a:pt x="272" y="528"/>
                  </a:cubicBezTo>
                  <a:cubicBezTo>
                    <a:pt x="273" y="530"/>
                    <a:pt x="277" y="531"/>
                    <a:pt x="278" y="531"/>
                  </a:cubicBezTo>
                  <a:cubicBezTo>
                    <a:pt x="281" y="531"/>
                    <a:pt x="288" y="529"/>
                    <a:pt x="290" y="528"/>
                  </a:cubicBezTo>
                  <a:cubicBezTo>
                    <a:pt x="293" y="526"/>
                    <a:pt x="299" y="523"/>
                    <a:pt x="302" y="521"/>
                  </a:cubicBezTo>
                  <a:cubicBezTo>
                    <a:pt x="304" y="519"/>
                    <a:pt x="308" y="515"/>
                    <a:pt x="310" y="512"/>
                  </a:cubicBezTo>
                  <a:cubicBezTo>
                    <a:pt x="310" y="511"/>
                    <a:pt x="309" y="507"/>
                    <a:pt x="311" y="506"/>
                  </a:cubicBezTo>
                  <a:cubicBezTo>
                    <a:pt x="311" y="506"/>
                    <a:pt x="313" y="508"/>
                    <a:pt x="313" y="508"/>
                  </a:cubicBezTo>
                  <a:cubicBezTo>
                    <a:pt x="314" y="508"/>
                    <a:pt x="316" y="506"/>
                    <a:pt x="317" y="506"/>
                  </a:cubicBezTo>
                  <a:cubicBezTo>
                    <a:pt x="319" y="507"/>
                    <a:pt x="317" y="512"/>
                    <a:pt x="319" y="513"/>
                  </a:cubicBezTo>
                  <a:cubicBezTo>
                    <a:pt x="320" y="514"/>
                    <a:pt x="325" y="513"/>
                    <a:pt x="328" y="513"/>
                  </a:cubicBezTo>
                  <a:cubicBezTo>
                    <a:pt x="328" y="513"/>
                    <a:pt x="331" y="514"/>
                    <a:pt x="331" y="515"/>
                  </a:cubicBezTo>
                  <a:cubicBezTo>
                    <a:pt x="331" y="516"/>
                    <a:pt x="329" y="517"/>
                    <a:pt x="329" y="518"/>
                  </a:cubicBezTo>
                  <a:cubicBezTo>
                    <a:pt x="329" y="518"/>
                    <a:pt x="330" y="520"/>
                    <a:pt x="330" y="520"/>
                  </a:cubicBezTo>
                  <a:cubicBezTo>
                    <a:pt x="332" y="521"/>
                    <a:pt x="337" y="518"/>
                    <a:pt x="339" y="517"/>
                  </a:cubicBezTo>
                  <a:cubicBezTo>
                    <a:pt x="342" y="515"/>
                    <a:pt x="348" y="510"/>
                    <a:pt x="350" y="507"/>
                  </a:cubicBezTo>
                  <a:cubicBezTo>
                    <a:pt x="351" y="505"/>
                    <a:pt x="351" y="501"/>
                    <a:pt x="351" y="500"/>
                  </a:cubicBezTo>
                  <a:cubicBezTo>
                    <a:pt x="351" y="498"/>
                    <a:pt x="352" y="495"/>
                    <a:pt x="352" y="493"/>
                  </a:cubicBezTo>
                  <a:cubicBezTo>
                    <a:pt x="354" y="491"/>
                    <a:pt x="358" y="486"/>
                    <a:pt x="361" y="487"/>
                  </a:cubicBezTo>
                  <a:cubicBezTo>
                    <a:pt x="361" y="487"/>
                    <a:pt x="362" y="488"/>
                    <a:pt x="362" y="488"/>
                  </a:cubicBezTo>
                  <a:cubicBezTo>
                    <a:pt x="363" y="490"/>
                    <a:pt x="361" y="495"/>
                    <a:pt x="362" y="497"/>
                  </a:cubicBezTo>
                  <a:cubicBezTo>
                    <a:pt x="362" y="498"/>
                    <a:pt x="362" y="501"/>
                    <a:pt x="364" y="502"/>
                  </a:cubicBezTo>
                  <a:cubicBezTo>
                    <a:pt x="365" y="503"/>
                    <a:pt x="368" y="503"/>
                    <a:pt x="369" y="502"/>
                  </a:cubicBezTo>
                  <a:cubicBezTo>
                    <a:pt x="370" y="501"/>
                    <a:pt x="371" y="498"/>
                    <a:pt x="372" y="497"/>
                  </a:cubicBezTo>
                  <a:cubicBezTo>
                    <a:pt x="372" y="497"/>
                    <a:pt x="374" y="496"/>
                    <a:pt x="374" y="495"/>
                  </a:cubicBezTo>
                  <a:cubicBezTo>
                    <a:pt x="375" y="494"/>
                    <a:pt x="376" y="492"/>
                    <a:pt x="375" y="491"/>
                  </a:cubicBezTo>
                  <a:cubicBezTo>
                    <a:pt x="375" y="489"/>
                    <a:pt x="371" y="486"/>
                    <a:pt x="370" y="484"/>
                  </a:cubicBezTo>
                  <a:cubicBezTo>
                    <a:pt x="369" y="483"/>
                    <a:pt x="367" y="481"/>
                    <a:pt x="367" y="479"/>
                  </a:cubicBezTo>
                  <a:cubicBezTo>
                    <a:pt x="366" y="477"/>
                    <a:pt x="368" y="473"/>
                    <a:pt x="370" y="472"/>
                  </a:cubicBezTo>
                  <a:cubicBezTo>
                    <a:pt x="370" y="472"/>
                    <a:pt x="371" y="472"/>
                    <a:pt x="371" y="473"/>
                  </a:cubicBezTo>
                  <a:cubicBezTo>
                    <a:pt x="372" y="474"/>
                    <a:pt x="372" y="477"/>
                    <a:pt x="372" y="478"/>
                  </a:cubicBezTo>
                  <a:cubicBezTo>
                    <a:pt x="374" y="480"/>
                    <a:pt x="379" y="480"/>
                    <a:pt x="380" y="482"/>
                  </a:cubicBezTo>
                  <a:cubicBezTo>
                    <a:pt x="381" y="484"/>
                    <a:pt x="380" y="489"/>
                    <a:pt x="380" y="491"/>
                  </a:cubicBezTo>
                  <a:cubicBezTo>
                    <a:pt x="381" y="493"/>
                    <a:pt x="384" y="496"/>
                    <a:pt x="386" y="497"/>
                  </a:cubicBezTo>
                  <a:cubicBezTo>
                    <a:pt x="387" y="498"/>
                    <a:pt x="390" y="499"/>
                    <a:pt x="391" y="499"/>
                  </a:cubicBezTo>
                  <a:cubicBezTo>
                    <a:pt x="393" y="499"/>
                    <a:pt x="397" y="498"/>
                    <a:pt x="399" y="497"/>
                  </a:cubicBezTo>
                  <a:cubicBezTo>
                    <a:pt x="399" y="497"/>
                    <a:pt x="400" y="495"/>
                    <a:pt x="401" y="495"/>
                  </a:cubicBezTo>
                  <a:cubicBezTo>
                    <a:pt x="402" y="495"/>
                    <a:pt x="403" y="498"/>
                    <a:pt x="403" y="498"/>
                  </a:cubicBezTo>
                  <a:cubicBezTo>
                    <a:pt x="406" y="498"/>
                    <a:pt x="411" y="493"/>
                    <a:pt x="412" y="490"/>
                  </a:cubicBezTo>
                  <a:cubicBezTo>
                    <a:pt x="413" y="489"/>
                    <a:pt x="409" y="485"/>
                    <a:pt x="410" y="483"/>
                  </a:cubicBezTo>
                  <a:cubicBezTo>
                    <a:pt x="410" y="482"/>
                    <a:pt x="411" y="480"/>
                    <a:pt x="412" y="479"/>
                  </a:cubicBezTo>
                  <a:cubicBezTo>
                    <a:pt x="414" y="479"/>
                    <a:pt x="418" y="481"/>
                    <a:pt x="419" y="482"/>
                  </a:cubicBezTo>
                  <a:cubicBezTo>
                    <a:pt x="421" y="484"/>
                    <a:pt x="422" y="491"/>
                    <a:pt x="423" y="494"/>
                  </a:cubicBezTo>
                  <a:cubicBezTo>
                    <a:pt x="423" y="495"/>
                    <a:pt x="422" y="497"/>
                    <a:pt x="422" y="498"/>
                  </a:cubicBezTo>
                  <a:cubicBezTo>
                    <a:pt x="423" y="500"/>
                    <a:pt x="425" y="502"/>
                    <a:pt x="426" y="502"/>
                  </a:cubicBezTo>
                  <a:cubicBezTo>
                    <a:pt x="428" y="502"/>
                    <a:pt x="431" y="499"/>
                    <a:pt x="432" y="498"/>
                  </a:cubicBezTo>
                  <a:cubicBezTo>
                    <a:pt x="434" y="498"/>
                    <a:pt x="438" y="499"/>
                    <a:pt x="439" y="500"/>
                  </a:cubicBezTo>
                  <a:cubicBezTo>
                    <a:pt x="441" y="501"/>
                    <a:pt x="442" y="503"/>
                    <a:pt x="442" y="505"/>
                  </a:cubicBezTo>
                  <a:cubicBezTo>
                    <a:pt x="442" y="506"/>
                    <a:pt x="439" y="506"/>
                    <a:pt x="439" y="507"/>
                  </a:cubicBezTo>
                  <a:cubicBezTo>
                    <a:pt x="439" y="510"/>
                    <a:pt x="442" y="515"/>
                    <a:pt x="444" y="517"/>
                  </a:cubicBezTo>
                  <a:cubicBezTo>
                    <a:pt x="445" y="518"/>
                    <a:pt x="449" y="520"/>
                    <a:pt x="450" y="520"/>
                  </a:cubicBezTo>
                  <a:cubicBezTo>
                    <a:pt x="452" y="520"/>
                    <a:pt x="454" y="518"/>
                    <a:pt x="455" y="517"/>
                  </a:cubicBezTo>
                  <a:cubicBezTo>
                    <a:pt x="456" y="516"/>
                    <a:pt x="458" y="513"/>
                    <a:pt x="459" y="512"/>
                  </a:cubicBezTo>
                  <a:cubicBezTo>
                    <a:pt x="461" y="511"/>
                    <a:pt x="465" y="511"/>
                    <a:pt x="466" y="510"/>
                  </a:cubicBezTo>
                  <a:cubicBezTo>
                    <a:pt x="469" y="508"/>
                    <a:pt x="473" y="503"/>
                    <a:pt x="474" y="500"/>
                  </a:cubicBezTo>
                  <a:cubicBezTo>
                    <a:pt x="474" y="499"/>
                    <a:pt x="474" y="497"/>
                    <a:pt x="474" y="496"/>
                  </a:cubicBezTo>
                  <a:cubicBezTo>
                    <a:pt x="473" y="495"/>
                    <a:pt x="471" y="494"/>
                    <a:pt x="471" y="493"/>
                  </a:cubicBezTo>
                  <a:cubicBezTo>
                    <a:pt x="470" y="493"/>
                    <a:pt x="470" y="491"/>
                    <a:pt x="471" y="490"/>
                  </a:cubicBezTo>
                  <a:cubicBezTo>
                    <a:pt x="472" y="489"/>
                    <a:pt x="475" y="490"/>
                    <a:pt x="476" y="490"/>
                  </a:cubicBezTo>
                  <a:cubicBezTo>
                    <a:pt x="477" y="490"/>
                    <a:pt x="479" y="489"/>
                    <a:pt x="480" y="488"/>
                  </a:cubicBezTo>
                  <a:cubicBezTo>
                    <a:pt x="481" y="487"/>
                    <a:pt x="481" y="484"/>
                    <a:pt x="481" y="482"/>
                  </a:cubicBezTo>
                  <a:cubicBezTo>
                    <a:pt x="480" y="481"/>
                    <a:pt x="476" y="480"/>
                    <a:pt x="475" y="478"/>
                  </a:cubicBezTo>
                  <a:cubicBezTo>
                    <a:pt x="475" y="478"/>
                    <a:pt x="474" y="476"/>
                    <a:pt x="475" y="475"/>
                  </a:cubicBezTo>
                  <a:cubicBezTo>
                    <a:pt x="476" y="474"/>
                    <a:pt x="481" y="475"/>
                    <a:pt x="482" y="476"/>
                  </a:cubicBezTo>
                  <a:cubicBezTo>
                    <a:pt x="484" y="477"/>
                    <a:pt x="487" y="482"/>
                    <a:pt x="488" y="485"/>
                  </a:cubicBezTo>
                  <a:cubicBezTo>
                    <a:pt x="489" y="488"/>
                    <a:pt x="489" y="495"/>
                    <a:pt x="491" y="497"/>
                  </a:cubicBezTo>
                  <a:cubicBezTo>
                    <a:pt x="492" y="499"/>
                    <a:pt x="495" y="503"/>
                    <a:pt x="498" y="504"/>
                  </a:cubicBezTo>
                  <a:cubicBezTo>
                    <a:pt x="500" y="504"/>
                    <a:pt x="504" y="501"/>
                    <a:pt x="506" y="500"/>
                  </a:cubicBezTo>
                  <a:cubicBezTo>
                    <a:pt x="508" y="500"/>
                    <a:pt x="512" y="501"/>
                    <a:pt x="514" y="503"/>
                  </a:cubicBezTo>
                  <a:cubicBezTo>
                    <a:pt x="515" y="504"/>
                    <a:pt x="515" y="508"/>
                    <a:pt x="516" y="510"/>
                  </a:cubicBezTo>
                  <a:cubicBezTo>
                    <a:pt x="518" y="511"/>
                    <a:pt x="521" y="514"/>
                    <a:pt x="522" y="514"/>
                  </a:cubicBezTo>
                  <a:cubicBezTo>
                    <a:pt x="524" y="515"/>
                    <a:pt x="527" y="515"/>
                    <a:pt x="528" y="515"/>
                  </a:cubicBezTo>
                  <a:cubicBezTo>
                    <a:pt x="530" y="514"/>
                    <a:pt x="533" y="511"/>
                    <a:pt x="534" y="509"/>
                  </a:cubicBezTo>
                  <a:cubicBezTo>
                    <a:pt x="535" y="507"/>
                    <a:pt x="535" y="502"/>
                    <a:pt x="537" y="500"/>
                  </a:cubicBezTo>
                  <a:cubicBezTo>
                    <a:pt x="539" y="498"/>
                    <a:pt x="548" y="499"/>
                    <a:pt x="550" y="496"/>
                  </a:cubicBezTo>
                  <a:cubicBezTo>
                    <a:pt x="550" y="495"/>
                    <a:pt x="551" y="493"/>
                    <a:pt x="550" y="492"/>
                  </a:cubicBezTo>
                  <a:cubicBezTo>
                    <a:pt x="550" y="491"/>
                    <a:pt x="547" y="490"/>
                    <a:pt x="546" y="489"/>
                  </a:cubicBezTo>
                  <a:cubicBezTo>
                    <a:pt x="545" y="487"/>
                    <a:pt x="543" y="485"/>
                    <a:pt x="544" y="483"/>
                  </a:cubicBezTo>
                  <a:cubicBezTo>
                    <a:pt x="544" y="482"/>
                    <a:pt x="549" y="482"/>
                    <a:pt x="550" y="480"/>
                  </a:cubicBezTo>
                  <a:cubicBezTo>
                    <a:pt x="550" y="479"/>
                    <a:pt x="550" y="477"/>
                    <a:pt x="550" y="476"/>
                  </a:cubicBezTo>
                  <a:cubicBezTo>
                    <a:pt x="547" y="474"/>
                    <a:pt x="538" y="479"/>
                    <a:pt x="535" y="477"/>
                  </a:cubicBezTo>
                  <a:cubicBezTo>
                    <a:pt x="534" y="477"/>
                    <a:pt x="532" y="476"/>
                    <a:pt x="531" y="474"/>
                  </a:cubicBezTo>
                  <a:cubicBezTo>
                    <a:pt x="531" y="473"/>
                    <a:pt x="532" y="470"/>
                    <a:pt x="533" y="470"/>
                  </a:cubicBezTo>
                  <a:cubicBezTo>
                    <a:pt x="535" y="468"/>
                    <a:pt x="542" y="471"/>
                    <a:pt x="545" y="470"/>
                  </a:cubicBezTo>
                  <a:cubicBezTo>
                    <a:pt x="547" y="469"/>
                    <a:pt x="550" y="463"/>
                    <a:pt x="552" y="461"/>
                  </a:cubicBezTo>
                  <a:cubicBezTo>
                    <a:pt x="555" y="460"/>
                    <a:pt x="560" y="460"/>
                    <a:pt x="562" y="461"/>
                  </a:cubicBezTo>
                  <a:cubicBezTo>
                    <a:pt x="564" y="462"/>
                    <a:pt x="567" y="468"/>
                    <a:pt x="566" y="470"/>
                  </a:cubicBezTo>
                  <a:cubicBezTo>
                    <a:pt x="566" y="471"/>
                    <a:pt x="562" y="471"/>
                    <a:pt x="561" y="472"/>
                  </a:cubicBezTo>
                  <a:cubicBezTo>
                    <a:pt x="561" y="473"/>
                    <a:pt x="561" y="477"/>
                    <a:pt x="562" y="478"/>
                  </a:cubicBezTo>
                  <a:cubicBezTo>
                    <a:pt x="564" y="480"/>
                    <a:pt x="568" y="481"/>
                    <a:pt x="570" y="481"/>
                  </a:cubicBezTo>
                  <a:cubicBezTo>
                    <a:pt x="572" y="480"/>
                    <a:pt x="577" y="476"/>
                    <a:pt x="580" y="476"/>
                  </a:cubicBezTo>
                  <a:cubicBezTo>
                    <a:pt x="583" y="476"/>
                    <a:pt x="589" y="478"/>
                    <a:pt x="591" y="480"/>
                  </a:cubicBezTo>
                  <a:cubicBezTo>
                    <a:pt x="594" y="483"/>
                    <a:pt x="594" y="490"/>
                    <a:pt x="596" y="493"/>
                  </a:cubicBezTo>
                  <a:cubicBezTo>
                    <a:pt x="597" y="495"/>
                    <a:pt x="601" y="497"/>
                    <a:pt x="603" y="499"/>
                  </a:cubicBezTo>
                  <a:cubicBezTo>
                    <a:pt x="604" y="500"/>
                    <a:pt x="606" y="505"/>
                    <a:pt x="608" y="505"/>
                  </a:cubicBezTo>
                  <a:cubicBezTo>
                    <a:pt x="610" y="505"/>
                    <a:pt x="612" y="504"/>
                    <a:pt x="613" y="503"/>
                  </a:cubicBezTo>
                  <a:cubicBezTo>
                    <a:pt x="614" y="501"/>
                    <a:pt x="614" y="497"/>
                    <a:pt x="614" y="495"/>
                  </a:cubicBezTo>
                  <a:cubicBezTo>
                    <a:pt x="613" y="492"/>
                    <a:pt x="609" y="488"/>
                    <a:pt x="608" y="486"/>
                  </a:cubicBezTo>
                  <a:cubicBezTo>
                    <a:pt x="607" y="483"/>
                    <a:pt x="607" y="477"/>
                    <a:pt x="608" y="475"/>
                  </a:cubicBezTo>
                  <a:cubicBezTo>
                    <a:pt x="609" y="473"/>
                    <a:pt x="613" y="471"/>
                    <a:pt x="613" y="469"/>
                  </a:cubicBezTo>
                  <a:cubicBezTo>
                    <a:pt x="614" y="468"/>
                    <a:pt x="614" y="465"/>
                    <a:pt x="613" y="464"/>
                  </a:cubicBezTo>
                  <a:cubicBezTo>
                    <a:pt x="612" y="463"/>
                    <a:pt x="607" y="463"/>
                    <a:pt x="606" y="463"/>
                  </a:cubicBezTo>
                  <a:cubicBezTo>
                    <a:pt x="605" y="462"/>
                    <a:pt x="603" y="461"/>
                    <a:pt x="603" y="460"/>
                  </a:cubicBezTo>
                  <a:cubicBezTo>
                    <a:pt x="603" y="458"/>
                    <a:pt x="605" y="455"/>
                    <a:pt x="607" y="454"/>
                  </a:cubicBezTo>
                  <a:cubicBezTo>
                    <a:pt x="609" y="454"/>
                    <a:pt x="612" y="458"/>
                    <a:pt x="614" y="458"/>
                  </a:cubicBezTo>
                  <a:cubicBezTo>
                    <a:pt x="616" y="458"/>
                    <a:pt x="622" y="457"/>
                    <a:pt x="624" y="455"/>
                  </a:cubicBezTo>
                  <a:cubicBezTo>
                    <a:pt x="626" y="453"/>
                    <a:pt x="628" y="449"/>
                    <a:pt x="628" y="447"/>
                  </a:cubicBezTo>
                  <a:cubicBezTo>
                    <a:pt x="628" y="446"/>
                    <a:pt x="627" y="444"/>
                    <a:pt x="626" y="443"/>
                  </a:cubicBezTo>
                  <a:cubicBezTo>
                    <a:pt x="625" y="442"/>
                    <a:pt x="621" y="443"/>
                    <a:pt x="619" y="443"/>
                  </a:cubicBezTo>
                  <a:cubicBezTo>
                    <a:pt x="616" y="443"/>
                    <a:pt x="612" y="445"/>
                    <a:pt x="609" y="445"/>
                  </a:cubicBezTo>
                  <a:cubicBezTo>
                    <a:pt x="604" y="445"/>
                    <a:pt x="595" y="442"/>
                    <a:pt x="592" y="438"/>
                  </a:cubicBezTo>
                  <a:cubicBezTo>
                    <a:pt x="592" y="438"/>
                    <a:pt x="591" y="436"/>
                    <a:pt x="591" y="436"/>
                  </a:cubicBezTo>
                  <a:cubicBezTo>
                    <a:pt x="593" y="434"/>
                    <a:pt x="600" y="435"/>
                    <a:pt x="602" y="436"/>
                  </a:cubicBezTo>
                  <a:cubicBezTo>
                    <a:pt x="605" y="436"/>
                    <a:pt x="610" y="438"/>
                    <a:pt x="612" y="438"/>
                  </a:cubicBezTo>
                  <a:cubicBezTo>
                    <a:pt x="614" y="438"/>
                    <a:pt x="617" y="438"/>
                    <a:pt x="619" y="437"/>
                  </a:cubicBezTo>
                  <a:cubicBezTo>
                    <a:pt x="620" y="436"/>
                    <a:pt x="622" y="433"/>
                    <a:pt x="623" y="433"/>
                  </a:cubicBezTo>
                  <a:cubicBezTo>
                    <a:pt x="625" y="432"/>
                    <a:pt x="630" y="431"/>
                    <a:pt x="632" y="432"/>
                  </a:cubicBezTo>
                  <a:cubicBezTo>
                    <a:pt x="634" y="434"/>
                    <a:pt x="634" y="439"/>
                    <a:pt x="634" y="442"/>
                  </a:cubicBezTo>
                  <a:cubicBezTo>
                    <a:pt x="634" y="443"/>
                    <a:pt x="632" y="447"/>
                    <a:pt x="632" y="448"/>
                  </a:cubicBezTo>
                  <a:cubicBezTo>
                    <a:pt x="632" y="450"/>
                    <a:pt x="634" y="455"/>
                    <a:pt x="635" y="455"/>
                  </a:cubicBezTo>
                  <a:cubicBezTo>
                    <a:pt x="638" y="456"/>
                    <a:pt x="643" y="454"/>
                    <a:pt x="645" y="453"/>
                  </a:cubicBezTo>
                  <a:cubicBezTo>
                    <a:pt x="646" y="452"/>
                    <a:pt x="648" y="448"/>
                    <a:pt x="648" y="446"/>
                  </a:cubicBezTo>
                  <a:cubicBezTo>
                    <a:pt x="648" y="445"/>
                    <a:pt x="648" y="443"/>
                    <a:pt x="647" y="442"/>
                  </a:cubicBezTo>
                  <a:cubicBezTo>
                    <a:pt x="646" y="441"/>
                    <a:pt x="641" y="440"/>
                    <a:pt x="640" y="438"/>
                  </a:cubicBezTo>
                  <a:cubicBezTo>
                    <a:pt x="639" y="437"/>
                    <a:pt x="639" y="434"/>
                    <a:pt x="640" y="434"/>
                  </a:cubicBezTo>
                  <a:cubicBezTo>
                    <a:pt x="642" y="432"/>
                    <a:pt x="649" y="433"/>
                    <a:pt x="651" y="434"/>
                  </a:cubicBezTo>
                  <a:cubicBezTo>
                    <a:pt x="653" y="434"/>
                    <a:pt x="656" y="436"/>
                    <a:pt x="656" y="437"/>
                  </a:cubicBezTo>
                  <a:cubicBezTo>
                    <a:pt x="657" y="439"/>
                    <a:pt x="654" y="441"/>
                    <a:pt x="654" y="443"/>
                  </a:cubicBezTo>
                  <a:cubicBezTo>
                    <a:pt x="654" y="445"/>
                    <a:pt x="654" y="450"/>
                    <a:pt x="656" y="450"/>
                  </a:cubicBezTo>
                  <a:cubicBezTo>
                    <a:pt x="658" y="451"/>
                    <a:pt x="660" y="445"/>
                    <a:pt x="661" y="444"/>
                  </a:cubicBezTo>
                  <a:cubicBezTo>
                    <a:pt x="662" y="443"/>
                    <a:pt x="665" y="442"/>
                    <a:pt x="667" y="442"/>
                  </a:cubicBezTo>
                  <a:cubicBezTo>
                    <a:pt x="671" y="441"/>
                    <a:pt x="679" y="442"/>
                    <a:pt x="683" y="440"/>
                  </a:cubicBezTo>
                  <a:cubicBezTo>
                    <a:pt x="685" y="440"/>
                    <a:pt x="689" y="437"/>
                    <a:pt x="691" y="436"/>
                  </a:cubicBezTo>
                  <a:cubicBezTo>
                    <a:pt x="693" y="436"/>
                    <a:pt x="698" y="435"/>
                    <a:pt x="700" y="434"/>
                  </a:cubicBezTo>
                  <a:cubicBezTo>
                    <a:pt x="702" y="433"/>
                    <a:pt x="706" y="430"/>
                    <a:pt x="707" y="427"/>
                  </a:cubicBezTo>
                  <a:cubicBezTo>
                    <a:pt x="708" y="426"/>
                    <a:pt x="709" y="423"/>
                    <a:pt x="709" y="421"/>
                  </a:cubicBezTo>
                  <a:cubicBezTo>
                    <a:pt x="709" y="420"/>
                    <a:pt x="707" y="418"/>
                    <a:pt x="706" y="417"/>
                  </a:cubicBezTo>
                  <a:cubicBezTo>
                    <a:pt x="705" y="416"/>
                    <a:pt x="702" y="417"/>
                    <a:pt x="701" y="416"/>
                  </a:cubicBezTo>
                  <a:cubicBezTo>
                    <a:pt x="701" y="416"/>
                    <a:pt x="701" y="414"/>
                    <a:pt x="701" y="414"/>
                  </a:cubicBezTo>
                  <a:cubicBezTo>
                    <a:pt x="703" y="409"/>
                    <a:pt x="714" y="408"/>
                    <a:pt x="717" y="404"/>
                  </a:cubicBezTo>
                  <a:cubicBezTo>
                    <a:pt x="718" y="403"/>
                    <a:pt x="719" y="400"/>
                    <a:pt x="720" y="398"/>
                  </a:cubicBezTo>
                  <a:cubicBezTo>
                    <a:pt x="720" y="397"/>
                    <a:pt x="719" y="394"/>
                    <a:pt x="718" y="393"/>
                  </a:cubicBezTo>
                  <a:cubicBezTo>
                    <a:pt x="717" y="392"/>
                    <a:pt x="716" y="390"/>
                    <a:pt x="715" y="390"/>
                  </a:cubicBezTo>
                  <a:cubicBezTo>
                    <a:pt x="713" y="390"/>
                    <a:pt x="711" y="393"/>
                    <a:pt x="709" y="394"/>
                  </a:cubicBezTo>
                  <a:cubicBezTo>
                    <a:pt x="706" y="394"/>
                    <a:pt x="701" y="394"/>
                    <a:pt x="699" y="393"/>
                  </a:cubicBezTo>
                  <a:cubicBezTo>
                    <a:pt x="696" y="393"/>
                    <a:pt x="692" y="392"/>
                    <a:pt x="691" y="391"/>
                  </a:cubicBezTo>
                  <a:cubicBezTo>
                    <a:pt x="690" y="390"/>
                    <a:pt x="689" y="388"/>
                    <a:pt x="689" y="386"/>
                  </a:cubicBezTo>
                  <a:cubicBezTo>
                    <a:pt x="689" y="386"/>
                    <a:pt x="690" y="384"/>
                    <a:pt x="690" y="384"/>
                  </a:cubicBezTo>
                  <a:cubicBezTo>
                    <a:pt x="694" y="383"/>
                    <a:pt x="699" y="389"/>
                    <a:pt x="702" y="389"/>
                  </a:cubicBezTo>
                  <a:cubicBezTo>
                    <a:pt x="705" y="389"/>
                    <a:pt x="710" y="388"/>
                    <a:pt x="712" y="386"/>
                  </a:cubicBezTo>
                  <a:cubicBezTo>
                    <a:pt x="713" y="386"/>
                    <a:pt x="713" y="383"/>
                    <a:pt x="713" y="382"/>
                  </a:cubicBezTo>
                  <a:cubicBezTo>
                    <a:pt x="712" y="380"/>
                    <a:pt x="708" y="381"/>
                    <a:pt x="707" y="380"/>
                  </a:cubicBezTo>
                  <a:cubicBezTo>
                    <a:pt x="706" y="379"/>
                    <a:pt x="702" y="377"/>
                    <a:pt x="702" y="376"/>
                  </a:cubicBezTo>
                  <a:cubicBezTo>
                    <a:pt x="702" y="375"/>
                    <a:pt x="705" y="374"/>
                    <a:pt x="706" y="373"/>
                  </a:cubicBezTo>
                  <a:cubicBezTo>
                    <a:pt x="706" y="372"/>
                    <a:pt x="704" y="371"/>
                    <a:pt x="704" y="370"/>
                  </a:cubicBezTo>
                  <a:cubicBezTo>
                    <a:pt x="703" y="369"/>
                    <a:pt x="699" y="368"/>
                    <a:pt x="699" y="366"/>
                  </a:cubicBezTo>
                  <a:cubicBezTo>
                    <a:pt x="699" y="364"/>
                    <a:pt x="704" y="362"/>
                    <a:pt x="705" y="360"/>
                  </a:cubicBezTo>
                  <a:cubicBezTo>
                    <a:pt x="705" y="357"/>
                    <a:pt x="706" y="352"/>
                    <a:pt x="705" y="350"/>
                  </a:cubicBezTo>
                  <a:cubicBezTo>
                    <a:pt x="705" y="348"/>
                    <a:pt x="703" y="343"/>
                    <a:pt x="701" y="342"/>
                  </a:cubicBezTo>
                  <a:cubicBezTo>
                    <a:pt x="699" y="340"/>
                    <a:pt x="692" y="339"/>
                    <a:pt x="690" y="338"/>
                  </a:cubicBezTo>
                  <a:cubicBezTo>
                    <a:pt x="687" y="337"/>
                    <a:pt x="683" y="335"/>
                    <a:pt x="681" y="333"/>
                  </a:cubicBezTo>
                  <a:cubicBezTo>
                    <a:pt x="681" y="332"/>
                    <a:pt x="680" y="328"/>
                    <a:pt x="681" y="327"/>
                  </a:cubicBezTo>
                  <a:cubicBezTo>
                    <a:pt x="682" y="325"/>
                    <a:pt x="686" y="324"/>
                    <a:pt x="687" y="325"/>
                  </a:cubicBezTo>
                  <a:cubicBezTo>
                    <a:pt x="688" y="325"/>
                    <a:pt x="689" y="329"/>
                    <a:pt x="690" y="330"/>
                  </a:cubicBezTo>
                  <a:cubicBezTo>
                    <a:pt x="691" y="331"/>
                    <a:pt x="695" y="332"/>
                    <a:pt x="697" y="332"/>
                  </a:cubicBezTo>
                  <a:cubicBezTo>
                    <a:pt x="703" y="332"/>
                    <a:pt x="715" y="327"/>
                    <a:pt x="721" y="327"/>
                  </a:cubicBezTo>
                  <a:cubicBezTo>
                    <a:pt x="723" y="327"/>
                    <a:pt x="728" y="328"/>
                    <a:pt x="729" y="329"/>
                  </a:cubicBezTo>
                  <a:cubicBezTo>
                    <a:pt x="729" y="331"/>
                    <a:pt x="728" y="333"/>
                    <a:pt x="726" y="334"/>
                  </a:cubicBezTo>
                  <a:cubicBezTo>
                    <a:pt x="724" y="336"/>
                    <a:pt x="716" y="333"/>
                    <a:pt x="714" y="335"/>
                  </a:cubicBezTo>
                  <a:cubicBezTo>
                    <a:pt x="713" y="336"/>
                    <a:pt x="713" y="337"/>
                    <a:pt x="713" y="338"/>
                  </a:cubicBezTo>
                  <a:cubicBezTo>
                    <a:pt x="714" y="339"/>
                    <a:pt x="716" y="342"/>
                    <a:pt x="717" y="342"/>
                  </a:cubicBezTo>
                  <a:cubicBezTo>
                    <a:pt x="720" y="344"/>
                    <a:pt x="727" y="342"/>
                    <a:pt x="730" y="343"/>
                  </a:cubicBezTo>
                  <a:cubicBezTo>
                    <a:pt x="733" y="344"/>
                    <a:pt x="738" y="350"/>
                    <a:pt x="741" y="351"/>
                  </a:cubicBezTo>
                  <a:cubicBezTo>
                    <a:pt x="744" y="351"/>
                    <a:pt x="750" y="350"/>
                    <a:pt x="753" y="348"/>
                  </a:cubicBezTo>
                  <a:cubicBezTo>
                    <a:pt x="755" y="347"/>
                    <a:pt x="759" y="343"/>
                    <a:pt x="761" y="342"/>
                  </a:cubicBezTo>
                  <a:cubicBezTo>
                    <a:pt x="763" y="341"/>
                    <a:pt x="768" y="340"/>
                    <a:pt x="770" y="341"/>
                  </a:cubicBezTo>
                  <a:cubicBezTo>
                    <a:pt x="771" y="341"/>
                    <a:pt x="772" y="343"/>
                    <a:pt x="771" y="344"/>
                  </a:cubicBezTo>
                  <a:cubicBezTo>
                    <a:pt x="771" y="345"/>
                    <a:pt x="768" y="345"/>
                    <a:pt x="767" y="345"/>
                  </a:cubicBezTo>
                  <a:cubicBezTo>
                    <a:pt x="766" y="347"/>
                    <a:pt x="767" y="350"/>
                    <a:pt x="766" y="351"/>
                  </a:cubicBezTo>
                  <a:cubicBezTo>
                    <a:pt x="764" y="354"/>
                    <a:pt x="756" y="353"/>
                    <a:pt x="753" y="355"/>
                  </a:cubicBezTo>
                  <a:cubicBezTo>
                    <a:pt x="752" y="356"/>
                    <a:pt x="751" y="360"/>
                    <a:pt x="752" y="361"/>
                  </a:cubicBezTo>
                  <a:cubicBezTo>
                    <a:pt x="752" y="363"/>
                    <a:pt x="753" y="366"/>
                    <a:pt x="754" y="367"/>
                  </a:cubicBezTo>
                  <a:cubicBezTo>
                    <a:pt x="756" y="369"/>
                    <a:pt x="764" y="370"/>
                    <a:pt x="765" y="373"/>
                  </a:cubicBezTo>
                  <a:cubicBezTo>
                    <a:pt x="766" y="374"/>
                    <a:pt x="765" y="378"/>
                    <a:pt x="763" y="379"/>
                  </a:cubicBezTo>
                  <a:cubicBezTo>
                    <a:pt x="762" y="380"/>
                    <a:pt x="758" y="380"/>
                    <a:pt x="757" y="379"/>
                  </a:cubicBezTo>
                  <a:cubicBezTo>
                    <a:pt x="756" y="379"/>
                    <a:pt x="756" y="377"/>
                    <a:pt x="756" y="376"/>
                  </a:cubicBezTo>
                  <a:cubicBezTo>
                    <a:pt x="754" y="375"/>
                    <a:pt x="751" y="376"/>
                    <a:pt x="749" y="377"/>
                  </a:cubicBezTo>
                  <a:cubicBezTo>
                    <a:pt x="748" y="378"/>
                    <a:pt x="747" y="381"/>
                    <a:pt x="746" y="382"/>
                  </a:cubicBezTo>
                  <a:cubicBezTo>
                    <a:pt x="744" y="384"/>
                    <a:pt x="740" y="384"/>
                    <a:pt x="738" y="385"/>
                  </a:cubicBezTo>
                  <a:cubicBezTo>
                    <a:pt x="736" y="385"/>
                    <a:pt x="734" y="387"/>
                    <a:pt x="733" y="388"/>
                  </a:cubicBezTo>
                  <a:cubicBezTo>
                    <a:pt x="732" y="389"/>
                    <a:pt x="732" y="392"/>
                    <a:pt x="732" y="393"/>
                  </a:cubicBezTo>
                  <a:cubicBezTo>
                    <a:pt x="732" y="395"/>
                    <a:pt x="731" y="398"/>
                    <a:pt x="732" y="399"/>
                  </a:cubicBezTo>
                  <a:cubicBezTo>
                    <a:pt x="733" y="401"/>
                    <a:pt x="736" y="402"/>
                    <a:pt x="737" y="404"/>
                  </a:cubicBezTo>
                  <a:cubicBezTo>
                    <a:pt x="737" y="405"/>
                    <a:pt x="736" y="408"/>
                    <a:pt x="737" y="409"/>
                  </a:cubicBezTo>
                  <a:cubicBezTo>
                    <a:pt x="739" y="411"/>
                    <a:pt x="745" y="408"/>
                    <a:pt x="747" y="410"/>
                  </a:cubicBezTo>
                  <a:cubicBezTo>
                    <a:pt x="748" y="411"/>
                    <a:pt x="747" y="413"/>
                    <a:pt x="748" y="414"/>
                  </a:cubicBezTo>
                  <a:cubicBezTo>
                    <a:pt x="749" y="414"/>
                    <a:pt x="751" y="413"/>
                    <a:pt x="752" y="412"/>
                  </a:cubicBezTo>
                  <a:cubicBezTo>
                    <a:pt x="753" y="412"/>
                    <a:pt x="756" y="412"/>
                    <a:pt x="758" y="413"/>
                  </a:cubicBezTo>
                  <a:cubicBezTo>
                    <a:pt x="759" y="414"/>
                    <a:pt x="759" y="420"/>
                    <a:pt x="761" y="421"/>
                  </a:cubicBezTo>
                  <a:cubicBezTo>
                    <a:pt x="762" y="422"/>
                    <a:pt x="764" y="421"/>
                    <a:pt x="765" y="421"/>
                  </a:cubicBezTo>
                  <a:cubicBezTo>
                    <a:pt x="766" y="421"/>
                    <a:pt x="768" y="419"/>
                    <a:pt x="770" y="418"/>
                  </a:cubicBezTo>
                  <a:cubicBezTo>
                    <a:pt x="773" y="416"/>
                    <a:pt x="778" y="411"/>
                    <a:pt x="782" y="409"/>
                  </a:cubicBezTo>
                  <a:cubicBezTo>
                    <a:pt x="783" y="409"/>
                    <a:pt x="786" y="409"/>
                    <a:pt x="787" y="409"/>
                  </a:cubicBezTo>
                  <a:cubicBezTo>
                    <a:pt x="789" y="409"/>
                    <a:pt x="792" y="411"/>
                    <a:pt x="794" y="411"/>
                  </a:cubicBezTo>
                  <a:cubicBezTo>
                    <a:pt x="797" y="412"/>
                    <a:pt x="804" y="411"/>
                    <a:pt x="807" y="410"/>
                  </a:cubicBezTo>
                  <a:cubicBezTo>
                    <a:pt x="809" y="409"/>
                    <a:pt x="812" y="404"/>
                    <a:pt x="814" y="403"/>
                  </a:cubicBezTo>
                  <a:cubicBezTo>
                    <a:pt x="816" y="401"/>
                    <a:pt x="820" y="401"/>
                    <a:pt x="822" y="400"/>
                  </a:cubicBezTo>
                  <a:cubicBezTo>
                    <a:pt x="824" y="400"/>
                    <a:pt x="826" y="399"/>
                    <a:pt x="827" y="398"/>
                  </a:cubicBezTo>
                  <a:cubicBezTo>
                    <a:pt x="827" y="396"/>
                    <a:pt x="826" y="394"/>
                    <a:pt x="826" y="392"/>
                  </a:cubicBezTo>
                  <a:cubicBezTo>
                    <a:pt x="826" y="391"/>
                    <a:pt x="828" y="389"/>
                    <a:pt x="829" y="389"/>
                  </a:cubicBezTo>
                  <a:cubicBezTo>
                    <a:pt x="830" y="388"/>
                    <a:pt x="835" y="388"/>
                    <a:pt x="837" y="388"/>
                  </a:cubicBezTo>
                  <a:cubicBezTo>
                    <a:pt x="838" y="387"/>
                    <a:pt x="840" y="384"/>
                    <a:pt x="842" y="384"/>
                  </a:cubicBezTo>
                  <a:cubicBezTo>
                    <a:pt x="846" y="381"/>
                    <a:pt x="854" y="377"/>
                    <a:pt x="859" y="377"/>
                  </a:cubicBezTo>
                  <a:cubicBezTo>
                    <a:pt x="862" y="377"/>
                    <a:pt x="868" y="379"/>
                    <a:pt x="871" y="379"/>
                  </a:cubicBezTo>
                  <a:cubicBezTo>
                    <a:pt x="875" y="379"/>
                    <a:pt x="884" y="381"/>
                    <a:pt x="887" y="378"/>
                  </a:cubicBezTo>
                  <a:cubicBezTo>
                    <a:pt x="888" y="378"/>
                    <a:pt x="889" y="376"/>
                    <a:pt x="888" y="375"/>
                  </a:cubicBezTo>
                  <a:cubicBezTo>
                    <a:pt x="888" y="372"/>
                    <a:pt x="881" y="368"/>
                    <a:pt x="879" y="366"/>
                  </a:cubicBezTo>
                  <a:cubicBezTo>
                    <a:pt x="878" y="364"/>
                    <a:pt x="877" y="361"/>
                    <a:pt x="875" y="359"/>
                  </a:cubicBezTo>
                  <a:cubicBezTo>
                    <a:pt x="874" y="358"/>
                    <a:pt x="868" y="358"/>
                    <a:pt x="868" y="356"/>
                  </a:cubicBezTo>
                  <a:cubicBezTo>
                    <a:pt x="867" y="355"/>
                    <a:pt x="869" y="351"/>
                    <a:pt x="870" y="350"/>
                  </a:cubicBezTo>
                  <a:cubicBezTo>
                    <a:pt x="872" y="349"/>
                    <a:pt x="875" y="350"/>
                    <a:pt x="877" y="350"/>
                  </a:cubicBezTo>
                  <a:cubicBezTo>
                    <a:pt x="878" y="351"/>
                    <a:pt x="881" y="352"/>
                    <a:pt x="882" y="351"/>
                  </a:cubicBezTo>
                  <a:cubicBezTo>
                    <a:pt x="884" y="351"/>
                    <a:pt x="887" y="350"/>
                    <a:pt x="889" y="348"/>
                  </a:cubicBezTo>
                  <a:cubicBezTo>
                    <a:pt x="890" y="347"/>
                    <a:pt x="891" y="344"/>
                    <a:pt x="893" y="342"/>
                  </a:cubicBezTo>
                  <a:cubicBezTo>
                    <a:pt x="894" y="341"/>
                    <a:pt x="900" y="340"/>
                    <a:pt x="901" y="338"/>
                  </a:cubicBezTo>
                  <a:cubicBezTo>
                    <a:pt x="902" y="337"/>
                    <a:pt x="902" y="334"/>
                    <a:pt x="901" y="333"/>
                  </a:cubicBezTo>
                  <a:cubicBezTo>
                    <a:pt x="901" y="332"/>
                    <a:pt x="899" y="331"/>
                    <a:pt x="899" y="330"/>
                  </a:cubicBezTo>
                  <a:cubicBezTo>
                    <a:pt x="898" y="329"/>
                    <a:pt x="897" y="326"/>
                    <a:pt x="897" y="326"/>
                  </a:cubicBezTo>
                  <a:cubicBezTo>
                    <a:pt x="897" y="326"/>
                    <a:pt x="891" y="315"/>
                    <a:pt x="888" y="313"/>
                  </a:cubicBezTo>
                  <a:cubicBezTo>
                    <a:pt x="886" y="312"/>
                    <a:pt x="881" y="313"/>
                    <a:pt x="879" y="3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9"/>
            <p:cNvSpPr>
              <a:spLocks/>
            </p:cNvSpPr>
            <p:nvPr/>
          </p:nvSpPr>
          <p:spPr bwMode="auto">
            <a:xfrm>
              <a:off x="3681413" y="3730625"/>
              <a:ext cx="439738" cy="674688"/>
            </a:xfrm>
            <a:custGeom>
              <a:avLst/>
              <a:gdLst/>
              <a:ahLst/>
              <a:cxnLst>
                <a:cxn ang="0">
                  <a:pos x="224" y="321"/>
                </a:cxn>
                <a:cxn ang="0">
                  <a:pos x="230" y="307"/>
                </a:cxn>
                <a:cxn ang="0">
                  <a:pos x="229" y="298"/>
                </a:cxn>
                <a:cxn ang="0">
                  <a:pos x="241" y="293"/>
                </a:cxn>
                <a:cxn ang="0">
                  <a:pos x="246" y="270"/>
                </a:cxn>
                <a:cxn ang="0">
                  <a:pos x="256" y="249"/>
                </a:cxn>
                <a:cxn ang="0">
                  <a:pos x="259" y="218"/>
                </a:cxn>
                <a:cxn ang="0">
                  <a:pos x="240" y="189"/>
                </a:cxn>
                <a:cxn ang="0">
                  <a:pos x="244" y="159"/>
                </a:cxn>
                <a:cxn ang="0">
                  <a:pos x="228" y="111"/>
                </a:cxn>
                <a:cxn ang="0">
                  <a:pos x="211" y="96"/>
                </a:cxn>
                <a:cxn ang="0">
                  <a:pos x="214" y="73"/>
                </a:cxn>
                <a:cxn ang="0">
                  <a:pos x="216" y="54"/>
                </a:cxn>
                <a:cxn ang="0">
                  <a:pos x="207" y="48"/>
                </a:cxn>
                <a:cxn ang="0">
                  <a:pos x="200" y="26"/>
                </a:cxn>
                <a:cxn ang="0">
                  <a:pos x="194" y="9"/>
                </a:cxn>
                <a:cxn ang="0">
                  <a:pos x="176" y="7"/>
                </a:cxn>
                <a:cxn ang="0">
                  <a:pos x="161" y="20"/>
                </a:cxn>
                <a:cxn ang="0">
                  <a:pos x="142" y="12"/>
                </a:cxn>
                <a:cxn ang="0">
                  <a:pos x="127" y="31"/>
                </a:cxn>
                <a:cxn ang="0">
                  <a:pos x="117" y="24"/>
                </a:cxn>
                <a:cxn ang="0">
                  <a:pos x="102" y="46"/>
                </a:cxn>
                <a:cxn ang="0">
                  <a:pos x="87" y="48"/>
                </a:cxn>
                <a:cxn ang="0">
                  <a:pos x="71" y="39"/>
                </a:cxn>
                <a:cxn ang="0">
                  <a:pos x="60" y="36"/>
                </a:cxn>
                <a:cxn ang="0">
                  <a:pos x="54" y="33"/>
                </a:cxn>
                <a:cxn ang="0">
                  <a:pos x="43" y="17"/>
                </a:cxn>
                <a:cxn ang="0">
                  <a:pos x="11" y="33"/>
                </a:cxn>
                <a:cxn ang="0">
                  <a:pos x="1" y="57"/>
                </a:cxn>
                <a:cxn ang="0">
                  <a:pos x="22" y="80"/>
                </a:cxn>
                <a:cxn ang="0">
                  <a:pos x="54" y="148"/>
                </a:cxn>
                <a:cxn ang="0">
                  <a:pos x="56" y="177"/>
                </a:cxn>
                <a:cxn ang="0">
                  <a:pos x="52" y="212"/>
                </a:cxn>
                <a:cxn ang="0">
                  <a:pos x="64" y="212"/>
                </a:cxn>
                <a:cxn ang="0">
                  <a:pos x="49" y="229"/>
                </a:cxn>
                <a:cxn ang="0">
                  <a:pos x="56" y="260"/>
                </a:cxn>
                <a:cxn ang="0">
                  <a:pos x="65" y="278"/>
                </a:cxn>
                <a:cxn ang="0">
                  <a:pos x="66" y="310"/>
                </a:cxn>
                <a:cxn ang="0">
                  <a:pos x="80" y="325"/>
                </a:cxn>
                <a:cxn ang="0">
                  <a:pos x="95" y="355"/>
                </a:cxn>
                <a:cxn ang="0">
                  <a:pos x="114" y="364"/>
                </a:cxn>
                <a:cxn ang="0">
                  <a:pos x="127" y="383"/>
                </a:cxn>
                <a:cxn ang="0">
                  <a:pos x="150" y="372"/>
                </a:cxn>
                <a:cxn ang="0">
                  <a:pos x="163" y="393"/>
                </a:cxn>
                <a:cxn ang="0">
                  <a:pos x="184" y="394"/>
                </a:cxn>
                <a:cxn ang="0">
                  <a:pos x="190" y="370"/>
                </a:cxn>
                <a:cxn ang="0">
                  <a:pos x="205" y="347"/>
                </a:cxn>
              </a:cxnLst>
              <a:rect l="0" t="0" r="r" b="b"/>
              <a:pathLst>
                <a:path w="259" h="397">
                  <a:moveTo>
                    <a:pt x="207" y="334"/>
                  </a:moveTo>
                  <a:cubicBezTo>
                    <a:pt x="208" y="332"/>
                    <a:pt x="210" y="330"/>
                    <a:pt x="210" y="329"/>
                  </a:cubicBezTo>
                  <a:cubicBezTo>
                    <a:pt x="213" y="326"/>
                    <a:pt x="221" y="323"/>
                    <a:pt x="224" y="321"/>
                  </a:cubicBezTo>
                  <a:cubicBezTo>
                    <a:pt x="224" y="320"/>
                    <a:pt x="225" y="319"/>
                    <a:pt x="226" y="319"/>
                  </a:cubicBezTo>
                  <a:cubicBezTo>
                    <a:pt x="226" y="318"/>
                    <a:pt x="226" y="317"/>
                    <a:pt x="226" y="316"/>
                  </a:cubicBezTo>
                  <a:cubicBezTo>
                    <a:pt x="227" y="314"/>
                    <a:pt x="229" y="310"/>
                    <a:pt x="230" y="307"/>
                  </a:cubicBezTo>
                  <a:cubicBezTo>
                    <a:pt x="230" y="307"/>
                    <a:pt x="230" y="305"/>
                    <a:pt x="230" y="305"/>
                  </a:cubicBezTo>
                  <a:cubicBezTo>
                    <a:pt x="229" y="304"/>
                    <a:pt x="228" y="301"/>
                    <a:pt x="228" y="300"/>
                  </a:cubicBezTo>
                  <a:cubicBezTo>
                    <a:pt x="228" y="299"/>
                    <a:pt x="228" y="298"/>
                    <a:pt x="229" y="298"/>
                  </a:cubicBezTo>
                  <a:cubicBezTo>
                    <a:pt x="229" y="297"/>
                    <a:pt x="230" y="297"/>
                    <a:pt x="231" y="296"/>
                  </a:cubicBezTo>
                  <a:cubicBezTo>
                    <a:pt x="232" y="296"/>
                    <a:pt x="235" y="297"/>
                    <a:pt x="237" y="297"/>
                  </a:cubicBezTo>
                  <a:cubicBezTo>
                    <a:pt x="238" y="296"/>
                    <a:pt x="240" y="294"/>
                    <a:pt x="241" y="293"/>
                  </a:cubicBezTo>
                  <a:cubicBezTo>
                    <a:pt x="242" y="291"/>
                    <a:pt x="244" y="290"/>
                    <a:pt x="245" y="288"/>
                  </a:cubicBezTo>
                  <a:cubicBezTo>
                    <a:pt x="245" y="287"/>
                    <a:pt x="244" y="285"/>
                    <a:pt x="244" y="283"/>
                  </a:cubicBezTo>
                  <a:cubicBezTo>
                    <a:pt x="244" y="280"/>
                    <a:pt x="246" y="270"/>
                    <a:pt x="246" y="270"/>
                  </a:cubicBezTo>
                  <a:cubicBezTo>
                    <a:pt x="246" y="270"/>
                    <a:pt x="245" y="267"/>
                    <a:pt x="245" y="266"/>
                  </a:cubicBezTo>
                  <a:cubicBezTo>
                    <a:pt x="245" y="265"/>
                    <a:pt x="245" y="262"/>
                    <a:pt x="246" y="261"/>
                  </a:cubicBezTo>
                  <a:cubicBezTo>
                    <a:pt x="248" y="258"/>
                    <a:pt x="254" y="253"/>
                    <a:pt x="256" y="249"/>
                  </a:cubicBezTo>
                  <a:cubicBezTo>
                    <a:pt x="257" y="248"/>
                    <a:pt x="257" y="246"/>
                    <a:pt x="257" y="245"/>
                  </a:cubicBezTo>
                  <a:cubicBezTo>
                    <a:pt x="258" y="241"/>
                    <a:pt x="257" y="233"/>
                    <a:pt x="257" y="229"/>
                  </a:cubicBezTo>
                  <a:cubicBezTo>
                    <a:pt x="257" y="226"/>
                    <a:pt x="259" y="221"/>
                    <a:pt x="259" y="218"/>
                  </a:cubicBezTo>
                  <a:cubicBezTo>
                    <a:pt x="259" y="216"/>
                    <a:pt x="258" y="213"/>
                    <a:pt x="258" y="212"/>
                  </a:cubicBezTo>
                  <a:cubicBezTo>
                    <a:pt x="257" y="210"/>
                    <a:pt x="256" y="208"/>
                    <a:pt x="255" y="207"/>
                  </a:cubicBezTo>
                  <a:cubicBezTo>
                    <a:pt x="252" y="202"/>
                    <a:pt x="243" y="194"/>
                    <a:pt x="240" y="189"/>
                  </a:cubicBezTo>
                  <a:cubicBezTo>
                    <a:pt x="239" y="187"/>
                    <a:pt x="235" y="182"/>
                    <a:pt x="235" y="179"/>
                  </a:cubicBezTo>
                  <a:cubicBezTo>
                    <a:pt x="235" y="177"/>
                    <a:pt x="235" y="171"/>
                    <a:pt x="236" y="169"/>
                  </a:cubicBezTo>
                  <a:cubicBezTo>
                    <a:pt x="238" y="166"/>
                    <a:pt x="243" y="162"/>
                    <a:pt x="244" y="159"/>
                  </a:cubicBezTo>
                  <a:cubicBezTo>
                    <a:pt x="245" y="155"/>
                    <a:pt x="246" y="148"/>
                    <a:pt x="246" y="144"/>
                  </a:cubicBezTo>
                  <a:cubicBezTo>
                    <a:pt x="246" y="140"/>
                    <a:pt x="243" y="131"/>
                    <a:pt x="241" y="127"/>
                  </a:cubicBezTo>
                  <a:cubicBezTo>
                    <a:pt x="239" y="122"/>
                    <a:pt x="233" y="112"/>
                    <a:pt x="228" y="111"/>
                  </a:cubicBezTo>
                  <a:cubicBezTo>
                    <a:pt x="226" y="110"/>
                    <a:pt x="222" y="114"/>
                    <a:pt x="219" y="114"/>
                  </a:cubicBezTo>
                  <a:cubicBezTo>
                    <a:pt x="217" y="113"/>
                    <a:pt x="214" y="111"/>
                    <a:pt x="213" y="110"/>
                  </a:cubicBezTo>
                  <a:cubicBezTo>
                    <a:pt x="211" y="107"/>
                    <a:pt x="212" y="100"/>
                    <a:pt x="211" y="96"/>
                  </a:cubicBezTo>
                  <a:cubicBezTo>
                    <a:pt x="210" y="93"/>
                    <a:pt x="203" y="89"/>
                    <a:pt x="204" y="86"/>
                  </a:cubicBezTo>
                  <a:cubicBezTo>
                    <a:pt x="205" y="83"/>
                    <a:pt x="212" y="83"/>
                    <a:pt x="213" y="81"/>
                  </a:cubicBezTo>
                  <a:cubicBezTo>
                    <a:pt x="214" y="79"/>
                    <a:pt x="213" y="75"/>
                    <a:pt x="214" y="73"/>
                  </a:cubicBezTo>
                  <a:cubicBezTo>
                    <a:pt x="215" y="71"/>
                    <a:pt x="222" y="67"/>
                    <a:pt x="222" y="67"/>
                  </a:cubicBezTo>
                  <a:cubicBezTo>
                    <a:pt x="222" y="67"/>
                    <a:pt x="224" y="62"/>
                    <a:pt x="223" y="60"/>
                  </a:cubicBezTo>
                  <a:cubicBezTo>
                    <a:pt x="222" y="58"/>
                    <a:pt x="217" y="56"/>
                    <a:pt x="216" y="54"/>
                  </a:cubicBezTo>
                  <a:cubicBezTo>
                    <a:pt x="216" y="53"/>
                    <a:pt x="217" y="52"/>
                    <a:pt x="217" y="51"/>
                  </a:cubicBezTo>
                  <a:cubicBezTo>
                    <a:pt x="217" y="49"/>
                    <a:pt x="215" y="47"/>
                    <a:pt x="214" y="47"/>
                  </a:cubicBezTo>
                  <a:cubicBezTo>
                    <a:pt x="212" y="46"/>
                    <a:pt x="208" y="49"/>
                    <a:pt x="207" y="48"/>
                  </a:cubicBezTo>
                  <a:cubicBezTo>
                    <a:pt x="206" y="48"/>
                    <a:pt x="206" y="46"/>
                    <a:pt x="206" y="46"/>
                  </a:cubicBezTo>
                  <a:cubicBezTo>
                    <a:pt x="205" y="44"/>
                    <a:pt x="208" y="40"/>
                    <a:pt x="208" y="38"/>
                  </a:cubicBezTo>
                  <a:cubicBezTo>
                    <a:pt x="207" y="35"/>
                    <a:pt x="201" y="29"/>
                    <a:pt x="200" y="26"/>
                  </a:cubicBezTo>
                  <a:cubicBezTo>
                    <a:pt x="200" y="23"/>
                    <a:pt x="204" y="17"/>
                    <a:pt x="203" y="14"/>
                  </a:cubicBezTo>
                  <a:cubicBezTo>
                    <a:pt x="202" y="13"/>
                    <a:pt x="198" y="12"/>
                    <a:pt x="197" y="12"/>
                  </a:cubicBezTo>
                  <a:cubicBezTo>
                    <a:pt x="196" y="11"/>
                    <a:pt x="194" y="10"/>
                    <a:pt x="194" y="9"/>
                  </a:cubicBezTo>
                  <a:cubicBezTo>
                    <a:pt x="192" y="7"/>
                    <a:pt x="191" y="3"/>
                    <a:pt x="190" y="2"/>
                  </a:cubicBezTo>
                  <a:cubicBezTo>
                    <a:pt x="188" y="0"/>
                    <a:pt x="184" y="0"/>
                    <a:pt x="183" y="1"/>
                  </a:cubicBezTo>
                  <a:cubicBezTo>
                    <a:pt x="180" y="1"/>
                    <a:pt x="178" y="6"/>
                    <a:pt x="176" y="7"/>
                  </a:cubicBezTo>
                  <a:cubicBezTo>
                    <a:pt x="174" y="8"/>
                    <a:pt x="169" y="6"/>
                    <a:pt x="167" y="7"/>
                  </a:cubicBezTo>
                  <a:cubicBezTo>
                    <a:pt x="166" y="8"/>
                    <a:pt x="168" y="13"/>
                    <a:pt x="167" y="14"/>
                  </a:cubicBezTo>
                  <a:cubicBezTo>
                    <a:pt x="166" y="16"/>
                    <a:pt x="163" y="19"/>
                    <a:pt x="161" y="20"/>
                  </a:cubicBezTo>
                  <a:cubicBezTo>
                    <a:pt x="160" y="20"/>
                    <a:pt x="156" y="19"/>
                    <a:pt x="155" y="19"/>
                  </a:cubicBezTo>
                  <a:cubicBezTo>
                    <a:pt x="152" y="17"/>
                    <a:pt x="149" y="10"/>
                    <a:pt x="146" y="10"/>
                  </a:cubicBezTo>
                  <a:cubicBezTo>
                    <a:pt x="145" y="10"/>
                    <a:pt x="143" y="12"/>
                    <a:pt x="142" y="12"/>
                  </a:cubicBezTo>
                  <a:cubicBezTo>
                    <a:pt x="140" y="12"/>
                    <a:pt x="137" y="9"/>
                    <a:pt x="135" y="10"/>
                  </a:cubicBezTo>
                  <a:cubicBezTo>
                    <a:pt x="133" y="11"/>
                    <a:pt x="129" y="15"/>
                    <a:pt x="128" y="17"/>
                  </a:cubicBezTo>
                  <a:cubicBezTo>
                    <a:pt x="127" y="20"/>
                    <a:pt x="128" y="28"/>
                    <a:pt x="127" y="31"/>
                  </a:cubicBezTo>
                  <a:cubicBezTo>
                    <a:pt x="127" y="32"/>
                    <a:pt x="126" y="36"/>
                    <a:pt x="125" y="37"/>
                  </a:cubicBezTo>
                  <a:cubicBezTo>
                    <a:pt x="123" y="38"/>
                    <a:pt x="120" y="39"/>
                    <a:pt x="119" y="38"/>
                  </a:cubicBezTo>
                  <a:cubicBezTo>
                    <a:pt x="116" y="36"/>
                    <a:pt x="120" y="25"/>
                    <a:pt x="117" y="24"/>
                  </a:cubicBezTo>
                  <a:cubicBezTo>
                    <a:pt x="114" y="23"/>
                    <a:pt x="109" y="31"/>
                    <a:pt x="108" y="34"/>
                  </a:cubicBezTo>
                  <a:cubicBezTo>
                    <a:pt x="107" y="36"/>
                    <a:pt x="110" y="41"/>
                    <a:pt x="109" y="43"/>
                  </a:cubicBezTo>
                  <a:cubicBezTo>
                    <a:pt x="108" y="45"/>
                    <a:pt x="104" y="46"/>
                    <a:pt x="102" y="46"/>
                  </a:cubicBezTo>
                  <a:cubicBezTo>
                    <a:pt x="99" y="46"/>
                    <a:pt x="95" y="40"/>
                    <a:pt x="92" y="40"/>
                  </a:cubicBezTo>
                  <a:cubicBezTo>
                    <a:pt x="91" y="40"/>
                    <a:pt x="90" y="42"/>
                    <a:pt x="89" y="42"/>
                  </a:cubicBezTo>
                  <a:cubicBezTo>
                    <a:pt x="88" y="44"/>
                    <a:pt x="88" y="47"/>
                    <a:pt x="87" y="48"/>
                  </a:cubicBezTo>
                  <a:cubicBezTo>
                    <a:pt x="86" y="49"/>
                    <a:pt x="83" y="48"/>
                    <a:pt x="81" y="48"/>
                  </a:cubicBezTo>
                  <a:cubicBezTo>
                    <a:pt x="79" y="48"/>
                    <a:pt x="76" y="47"/>
                    <a:pt x="74" y="46"/>
                  </a:cubicBezTo>
                  <a:cubicBezTo>
                    <a:pt x="73" y="45"/>
                    <a:pt x="73" y="40"/>
                    <a:pt x="71" y="39"/>
                  </a:cubicBezTo>
                  <a:cubicBezTo>
                    <a:pt x="71" y="38"/>
                    <a:pt x="70" y="37"/>
                    <a:pt x="69" y="37"/>
                  </a:cubicBezTo>
                  <a:cubicBezTo>
                    <a:pt x="67" y="37"/>
                    <a:pt x="65" y="39"/>
                    <a:pt x="63" y="39"/>
                  </a:cubicBezTo>
                  <a:cubicBezTo>
                    <a:pt x="62" y="39"/>
                    <a:pt x="60" y="37"/>
                    <a:pt x="60" y="36"/>
                  </a:cubicBezTo>
                  <a:cubicBezTo>
                    <a:pt x="59" y="35"/>
                    <a:pt x="62" y="30"/>
                    <a:pt x="61" y="29"/>
                  </a:cubicBezTo>
                  <a:cubicBezTo>
                    <a:pt x="60" y="28"/>
                    <a:pt x="59" y="28"/>
                    <a:pt x="58" y="28"/>
                  </a:cubicBezTo>
                  <a:cubicBezTo>
                    <a:pt x="57" y="29"/>
                    <a:pt x="56" y="33"/>
                    <a:pt x="54" y="33"/>
                  </a:cubicBezTo>
                  <a:cubicBezTo>
                    <a:pt x="53" y="34"/>
                    <a:pt x="50" y="33"/>
                    <a:pt x="49" y="32"/>
                  </a:cubicBezTo>
                  <a:cubicBezTo>
                    <a:pt x="47" y="29"/>
                    <a:pt x="50" y="21"/>
                    <a:pt x="48" y="19"/>
                  </a:cubicBezTo>
                  <a:cubicBezTo>
                    <a:pt x="47" y="18"/>
                    <a:pt x="44" y="17"/>
                    <a:pt x="43" y="17"/>
                  </a:cubicBezTo>
                  <a:cubicBezTo>
                    <a:pt x="38" y="17"/>
                    <a:pt x="27" y="21"/>
                    <a:pt x="24" y="26"/>
                  </a:cubicBezTo>
                  <a:cubicBezTo>
                    <a:pt x="23" y="28"/>
                    <a:pt x="26" y="35"/>
                    <a:pt x="24" y="36"/>
                  </a:cubicBezTo>
                  <a:cubicBezTo>
                    <a:pt x="21" y="38"/>
                    <a:pt x="12" y="33"/>
                    <a:pt x="11" y="33"/>
                  </a:cubicBezTo>
                  <a:cubicBezTo>
                    <a:pt x="10" y="33"/>
                    <a:pt x="9" y="37"/>
                    <a:pt x="7" y="37"/>
                  </a:cubicBezTo>
                  <a:cubicBezTo>
                    <a:pt x="6" y="38"/>
                    <a:pt x="2" y="38"/>
                    <a:pt x="2" y="38"/>
                  </a:cubicBezTo>
                  <a:cubicBezTo>
                    <a:pt x="2" y="38"/>
                    <a:pt x="0" y="53"/>
                    <a:pt x="1" y="57"/>
                  </a:cubicBezTo>
                  <a:cubicBezTo>
                    <a:pt x="1" y="60"/>
                    <a:pt x="3" y="66"/>
                    <a:pt x="5" y="67"/>
                  </a:cubicBezTo>
                  <a:cubicBezTo>
                    <a:pt x="7" y="69"/>
                    <a:pt x="12" y="68"/>
                    <a:pt x="13" y="69"/>
                  </a:cubicBezTo>
                  <a:cubicBezTo>
                    <a:pt x="16" y="71"/>
                    <a:pt x="19" y="77"/>
                    <a:pt x="22" y="80"/>
                  </a:cubicBezTo>
                  <a:cubicBezTo>
                    <a:pt x="25" y="84"/>
                    <a:pt x="35" y="88"/>
                    <a:pt x="37" y="93"/>
                  </a:cubicBezTo>
                  <a:cubicBezTo>
                    <a:pt x="44" y="103"/>
                    <a:pt x="42" y="131"/>
                    <a:pt x="48" y="142"/>
                  </a:cubicBezTo>
                  <a:cubicBezTo>
                    <a:pt x="49" y="144"/>
                    <a:pt x="54" y="146"/>
                    <a:pt x="54" y="148"/>
                  </a:cubicBezTo>
                  <a:cubicBezTo>
                    <a:pt x="55" y="151"/>
                    <a:pt x="50" y="156"/>
                    <a:pt x="50" y="158"/>
                  </a:cubicBezTo>
                  <a:cubicBezTo>
                    <a:pt x="51" y="162"/>
                    <a:pt x="58" y="167"/>
                    <a:pt x="58" y="171"/>
                  </a:cubicBezTo>
                  <a:cubicBezTo>
                    <a:pt x="58" y="173"/>
                    <a:pt x="56" y="176"/>
                    <a:pt x="56" y="177"/>
                  </a:cubicBezTo>
                  <a:cubicBezTo>
                    <a:pt x="56" y="179"/>
                    <a:pt x="58" y="184"/>
                    <a:pt x="57" y="186"/>
                  </a:cubicBezTo>
                  <a:cubicBezTo>
                    <a:pt x="57" y="188"/>
                    <a:pt x="53" y="192"/>
                    <a:pt x="52" y="194"/>
                  </a:cubicBezTo>
                  <a:cubicBezTo>
                    <a:pt x="51" y="198"/>
                    <a:pt x="49" y="209"/>
                    <a:pt x="52" y="212"/>
                  </a:cubicBezTo>
                  <a:cubicBezTo>
                    <a:pt x="53" y="213"/>
                    <a:pt x="56" y="213"/>
                    <a:pt x="57" y="213"/>
                  </a:cubicBezTo>
                  <a:cubicBezTo>
                    <a:pt x="58" y="212"/>
                    <a:pt x="60" y="210"/>
                    <a:pt x="61" y="210"/>
                  </a:cubicBezTo>
                  <a:cubicBezTo>
                    <a:pt x="62" y="210"/>
                    <a:pt x="64" y="211"/>
                    <a:pt x="64" y="212"/>
                  </a:cubicBezTo>
                  <a:cubicBezTo>
                    <a:pt x="65" y="213"/>
                    <a:pt x="65" y="216"/>
                    <a:pt x="64" y="218"/>
                  </a:cubicBezTo>
                  <a:cubicBezTo>
                    <a:pt x="64" y="220"/>
                    <a:pt x="61" y="224"/>
                    <a:pt x="60" y="225"/>
                  </a:cubicBezTo>
                  <a:cubicBezTo>
                    <a:pt x="57" y="227"/>
                    <a:pt x="51" y="227"/>
                    <a:pt x="49" y="229"/>
                  </a:cubicBezTo>
                  <a:cubicBezTo>
                    <a:pt x="47" y="231"/>
                    <a:pt x="42" y="235"/>
                    <a:pt x="43" y="237"/>
                  </a:cubicBezTo>
                  <a:cubicBezTo>
                    <a:pt x="44" y="240"/>
                    <a:pt x="51" y="240"/>
                    <a:pt x="53" y="242"/>
                  </a:cubicBezTo>
                  <a:cubicBezTo>
                    <a:pt x="56" y="246"/>
                    <a:pt x="54" y="255"/>
                    <a:pt x="56" y="260"/>
                  </a:cubicBezTo>
                  <a:cubicBezTo>
                    <a:pt x="56" y="262"/>
                    <a:pt x="59" y="265"/>
                    <a:pt x="61" y="267"/>
                  </a:cubicBezTo>
                  <a:cubicBezTo>
                    <a:pt x="62" y="268"/>
                    <a:pt x="66" y="268"/>
                    <a:pt x="67" y="270"/>
                  </a:cubicBezTo>
                  <a:cubicBezTo>
                    <a:pt x="68" y="272"/>
                    <a:pt x="66" y="276"/>
                    <a:pt x="65" y="278"/>
                  </a:cubicBezTo>
                  <a:cubicBezTo>
                    <a:pt x="65" y="279"/>
                    <a:pt x="63" y="281"/>
                    <a:pt x="62" y="282"/>
                  </a:cubicBezTo>
                  <a:cubicBezTo>
                    <a:pt x="61" y="285"/>
                    <a:pt x="60" y="293"/>
                    <a:pt x="61" y="297"/>
                  </a:cubicBezTo>
                  <a:cubicBezTo>
                    <a:pt x="61" y="301"/>
                    <a:pt x="64" y="307"/>
                    <a:pt x="66" y="310"/>
                  </a:cubicBezTo>
                  <a:cubicBezTo>
                    <a:pt x="66" y="312"/>
                    <a:pt x="66" y="317"/>
                    <a:pt x="68" y="318"/>
                  </a:cubicBezTo>
                  <a:cubicBezTo>
                    <a:pt x="69" y="319"/>
                    <a:pt x="73" y="320"/>
                    <a:pt x="74" y="320"/>
                  </a:cubicBezTo>
                  <a:cubicBezTo>
                    <a:pt x="76" y="321"/>
                    <a:pt x="79" y="324"/>
                    <a:pt x="80" y="325"/>
                  </a:cubicBezTo>
                  <a:cubicBezTo>
                    <a:pt x="82" y="326"/>
                    <a:pt x="84" y="329"/>
                    <a:pt x="85" y="330"/>
                  </a:cubicBezTo>
                  <a:cubicBezTo>
                    <a:pt x="88" y="334"/>
                    <a:pt x="92" y="342"/>
                    <a:pt x="93" y="347"/>
                  </a:cubicBezTo>
                  <a:cubicBezTo>
                    <a:pt x="94" y="349"/>
                    <a:pt x="94" y="353"/>
                    <a:pt x="95" y="355"/>
                  </a:cubicBezTo>
                  <a:cubicBezTo>
                    <a:pt x="95" y="357"/>
                    <a:pt x="97" y="360"/>
                    <a:pt x="98" y="361"/>
                  </a:cubicBezTo>
                  <a:cubicBezTo>
                    <a:pt x="100" y="362"/>
                    <a:pt x="105" y="361"/>
                    <a:pt x="107" y="361"/>
                  </a:cubicBezTo>
                  <a:cubicBezTo>
                    <a:pt x="109" y="362"/>
                    <a:pt x="113" y="363"/>
                    <a:pt x="114" y="364"/>
                  </a:cubicBezTo>
                  <a:cubicBezTo>
                    <a:pt x="117" y="367"/>
                    <a:pt x="116" y="374"/>
                    <a:pt x="118" y="377"/>
                  </a:cubicBezTo>
                  <a:cubicBezTo>
                    <a:pt x="119" y="378"/>
                    <a:pt x="121" y="380"/>
                    <a:pt x="122" y="381"/>
                  </a:cubicBezTo>
                  <a:cubicBezTo>
                    <a:pt x="123" y="382"/>
                    <a:pt x="125" y="383"/>
                    <a:pt x="127" y="383"/>
                  </a:cubicBezTo>
                  <a:cubicBezTo>
                    <a:pt x="129" y="383"/>
                    <a:pt x="134" y="382"/>
                    <a:pt x="136" y="380"/>
                  </a:cubicBezTo>
                  <a:cubicBezTo>
                    <a:pt x="138" y="379"/>
                    <a:pt x="142" y="372"/>
                    <a:pt x="145" y="371"/>
                  </a:cubicBezTo>
                  <a:cubicBezTo>
                    <a:pt x="146" y="371"/>
                    <a:pt x="149" y="371"/>
                    <a:pt x="150" y="372"/>
                  </a:cubicBezTo>
                  <a:cubicBezTo>
                    <a:pt x="152" y="373"/>
                    <a:pt x="153" y="376"/>
                    <a:pt x="154" y="378"/>
                  </a:cubicBezTo>
                  <a:cubicBezTo>
                    <a:pt x="155" y="380"/>
                    <a:pt x="156" y="385"/>
                    <a:pt x="158" y="387"/>
                  </a:cubicBezTo>
                  <a:cubicBezTo>
                    <a:pt x="159" y="389"/>
                    <a:pt x="161" y="392"/>
                    <a:pt x="163" y="393"/>
                  </a:cubicBezTo>
                  <a:cubicBezTo>
                    <a:pt x="163" y="394"/>
                    <a:pt x="166" y="395"/>
                    <a:pt x="166" y="395"/>
                  </a:cubicBezTo>
                  <a:cubicBezTo>
                    <a:pt x="166" y="395"/>
                    <a:pt x="175" y="397"/>
                    <a:pt x="179" y="396"/>
                  </a:cubicBezTo>
                  <a:cubicBezTo>
                    <a:pt x="180" y="396"/>
                    <a:pt x="183" y="395"/>
                    <a:pt x="184" y="394"/>
                  </a:cubicBezTo>
                  <a:cubicBezTo>
                    <a:pt x="186" y="392"/>
                    <a:pt x="185" y="386"/>
                    <a:pt x="186" y="383"/>
                  </a:cubicBezTo>
                  <a:cubicBezTo>
                    <a:pt x="187" y="381"/>
                    <a:pt x="191" y="379"/>
                    <a:pt x="191" y="377"/>
                  </a:cubicBezTo>
                  <a:cubicBezTo>
                    <a:pt x="192" y="375"/>
                    <a:pt x="190" y="371"/>
                    <a:pt x="190" y="370"/>
                  </a:cubicBezTo>
                  <a:cubicBezTo>
                    <a:pt x="191" y="366"/>
                    <a:pt x="200" y="363"/>
                    <a:pt x="202" y="360"/>
                  </a:cubicBezTo>
                  <a:cubicBezTo>
                    <a:pt x="203" y="357"/>
                    <a:pt x="201" y="351"/>
                    <a:pt x="202" y="349"/>
                  </a:cubicBezTo>
                  <a:cubicBezTo>
                    <a:pt x="203" y="348"/>
                    <a:pt x="205" y="347"/>
                    <a:pt x="205" y="347"/>
                  </a:cubicBezTo>
                  <a:cubicBezTo>
                    <a:pt x="205" y="347"/>
                    <a:pt x="206" y="340"/>
                    <a:pt x="206" y="338"/>
                  </a:cubicBezTo>
                  <a:cubicBezTo>
                    <a:pt x="206" y="337"/>
                    <a:pt x="207" y="335"/>
                    <a:pt x="207" y="3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20"/>
            <p:cNvSpPr>
              <a:spLocks/>
            </p:cNvSpPr>
            <p:nvPr/>
          </p:nvSpPr>
          <p:spPr bwMode="auto">
            <a:xfrm>
              <a:off x="4005263" y="3906838"/>
              <a:ext cx="615950" cy="641350"/>
            </a:xfrm>
            <a:custGeom>
              <a:avLst/>
              <a:gdLst/>
              <a:ahLst/>
              <a:cxnLst>
                <a:cxn ang="0">
                  <a:pos x="343" y="21"/>
                </a:cxn>
                <a:cxn ang="0">
                  <a:pos x="329" y="8"/>
                </a:cxn>
                <a:cxn ang="0">
                  <a:pos x="304" y="2"/>
                </a:cxn>
                <a:cxn ang="0">
                  <a:pos x="274" y="3"/>
                </a:cxn>
                <a:cxn ang="0">
                  <a:pos x="248" y="40"/>
                </a:cxn>
                <a:cxn ang="0">
                  <a:pos x="225" y="56"/>
                </a:cxn>
                <a:cxn ang="0">
                  <a:pos x="202" y="55"/>
                </a:cxn>
                <a:cxn ang="0">
                  <a:pos x="186" y="35"/>
                </a:cxn>
                <a:cxn ang="0">
                  <a:pos x="166" y="56"/>
                </a:cxn>
                <a:cxn ang="0">
                  <a:pos x="149" y="75"/>
                </a:cxn>
                <a:cxn ang="0">
                  <a:pos x="115" y="100"/>
                </a:cxn>
                <a:cxn ang="0">
                  <a:pos x="88" y="132"/>
                </a:cxn>
                <a:cxn ang="0">
                  <a:pos x="55" y="167"/>
                </a:cxn>
                <a:cxn ang="0">
                  <a:pos x="46" y="194"/>
                </a:cxn>
                <a:cxn ang="0">
                  <a:pos x="39" y="202"/>
                </a:cxn>
                <a:cxn ang="0">
                  <a:pos x="33" y="218"/>
                </a:cxn>
                <a:cxn ang="0">
                  <a:pos x="14" y="244"/>
                </a:cxn>
                <a:cxn ang="0">
                  <a:pos x="1" y="282"/>
                </a:cxn>
                <a:cxn ang="0">
                  <a:pos x="13" y="300"/>
                </a:cxn>
                <a:cxn ang="0">
                  <a:pos x="29" y="330"/>
                </a:cxn>
                <a:cxn ang="0">
                  <a:pos x="8" y="370"/>
                </a:cxn>
                <a:cxn ang="0">
                  <a:pos x="24" y="361"/>
                </a:cxn>
                <a:cxn ang="0">
                  <a:pos x="53" y="350"/>
                </a:cxn>
                <a:cxn ang="0">
                  <a:pos x="55" y="329"/>
                </a:cxn>
                <a:cxn ang="0">
                  <a:pos x="63" y="312"/>
                </a:cxn>
                <a:cxn ang="0">
                  <a:pos x="83" y="308"/>
                </a:cxn>
                <a:cxn ang="0">
                  <a:pos x="71" y="333"/>
                </a:cxn>
                <a:cxn ang="0">
                  <a:pos x="134" y="340"/>
                </a:cxn>
                <a:cxn ang="0">
                  <a:pos x="111" y="343"/>
                </a:cxn>
                <a:cxn ang="0">
                  <a:pos x="134" y="357"/>
                </a:cxn>
                <a:cxn ang="0">
                  <a:pos x="177" y="360"/>
                </a:cxn>
                <a:cxn ang="0">
                  <a:pos x="187" y="354"/>
                </a:cxn>
                <a:cxn ang="0">
                  <a:pos x="202" y="355"/>
                </a:cxn>
                <a:cxn ang="0">
                  <a:pos x="194" y="363"/>
                </a:cxn>
                <a:cxn ang="0">
                  <a:pos x="224" y="371"/>
                </a:cxn>
                <a:cxn ang="0">
                  <a:pos x="239" y="341"/>
                </a:cxn>
                <a:cxn ang="0">
                  <a:pos x="228" y="314"/>
                </a:cxn>
                <a:cxn ang="0">
                  <a:pos x="231" y="296"/>
                </a:cxn>
                <a:cxn ang="0">
                  <a:pos x="210" y="297"/>
                </a:cxn>
                <a:cxn ang="0">
                  <a:pos x="193" y="271"/>
                </a:cxn>
                <a:cxn ang="0">
                  <a:pos x="209" y="267"/>
                </a:cxn>
                <a:cxn ang="0">
                  <a:pos x="221" y="265"/>
                </a:cxn>
                <a:cxn ang="0">
                  <a:pos x="234" y="280"/>
                </a:cxn>
                <a:cxn ang="0">
                  <a:pos x="252" y="243"/>
                </a:cxn>
                <a:cxn ang="0">
                  <a:pos x="308" y="175"/>
                </a:cxn>
                <a:cxn ang="0">
                  <a:pos x="314" y="114"/>
                </a:cxn>
                <a:cxn ang="0">
                  <a:pos x="355" y="66"/>
                </a:cxn>
                <a:cxn ang="0">
                  <a:pos x="351" y="34"/>
                </a:cxn>
              </a:cxnLst>
              <a:rect l="0" t="0" r="r" b="b"/>
              <a:pathLst>
                <a:path w="362" h="378">
                  <a:moveTo>
                    <a:pt x="351" y="34"/>
                  </a:moveTo>
                  <a:cubicBezTo>
                    <a:pt x="352" y="33"/>
                    <a:pt x="357" y="33"/>
                    <a:pt x="358" y="31"/>
                  </a:cubicBezTo>
                  <a:cubicBezTo>
                    <a:pt x="358" y="30"/>
                    <a:pt x="358" y="27"/>
                    <a:pt x="357" y="26"/>
                  </a:cubicBezTo>
                  <a:cubicBezTo>
                    <a:pt x="355" y="23"/>
                    <a:pt x="346" y="23"/>
                    <a:pt x="343" y="21"/>
                  </a:cubicBezTo>
                  <a:cubicBezTo>
                    <a:pt x="342" y="20"/>
                    <a:pt x="342" y="16"/>
                    <a:pt x="341" y="15"/>
                  </a:cubicBezTo>
                  <a:cubicBezTo>
                    <a:pt x="339" y="14"/>
                    <a:pt x="335" y="16"/>
                    <a:pt x="333" y="15"/>
                  </a:cubicBezTo>
                  <a:cubicBezTo>
                    <a:pt x="331" y="15"/>
                    <a:pt x="329" y="13"/>
                    <a:pt x="328" y="12"/>
                  </a:cubicBezTo>
                  <a:cubicBezTo>
                    <a:pt x="328" y="11"/>
                    <a:pt x="329" y="9"/>
                    <a:pt x="329" y="8"/>
                  </a:cubicBezTo>
                  <a:cubicBezTo>
                    <a:pt x="329" y="7"/>
                    <a:pt x="328" y="4"/>
                    <a:pt x="327" y="4"/>
                  </a:cubicBezTo>
                  <a:cubicBezTo>
                    <a:pt x="324" y="3"/>
                    <a:pt x="320" y="7"/>
                    <a:pt x="318" y="7"/>
                  </a:cubicBezTo>
                  <a:cubicBezTo>
                    <a:pt x="316" y="8"/>
                    <a:pt x="312" y="7"/>
                    <a:pt x="310" y="6"/>
                  </a:cubicBezTo>
                  <a:cubicBezTo>
                    <a:pt x="309" y="5"/>
                    <a:pt x="306" y="2"/>
                    <a:pt x="304" y="2"/>
                  </a:cubicBezTo>
                  <a:cubicBezTo>
                    <a:pt x="301" y="2"/>
                    <a:pt x="297" y="5"/>
                    <a:pt x="294" y="4"/>
                  </a:cubicBezTo>
                  <a:cubicBezTo>
                    <a:pt x="292" y="4"/>
                    <a:pt x="289" y="0"/>
                    <a:pt x="287" y="0"/>
                  </a:cubicBezTo>
                  <a:cubicBezTo>
                    <a:pt x="285" y="0"/>
                    <a:pt x="282" y="4"/>
                    <a:pt x="280" y="5"/>
                  </a:cubicBezTo>
                  <a:cubicBezTo>
                    <a:pt x="278" y="5"/>
                    <a:pt x="275" y="2"/>
                    <a:pt x="274" y="3"/>
                  </a:cubicBezTo>
                  <a:cubicBezTo>
                    <a:pt x="270" y="5"/>
                    <a:pt x="270" y="15"/>
                    <a:pt x="267" y="18"/>
                  </a:cubicBezTo>
                  <a:cubicBezTo>
                    <a:pt x="266" y="19"/>
                    <a:pt x="262" y="19"/>
                    <a:pt x="261" y="20"/>
                  </a:cubicBezTo>
                  <a:cubicBezTo>
                    <a:pt x="259" y="22"/>
                    <a:pt x="259" y="27"/>
                    <a:pt x="258" y="30"/>
                  </a:cubicBezTo>
                  <a:cubicBezTo>
                    <a:pt x="256" y="33"/>
                    <a:pt x="251" y="39"/>
                    <a:pt x="248" y="40"/>
                  </a:cubicBezTo>
                  <a:cubicBezTo>
                    <a:pt x="247" y="41"/>
                    <a:pt x="244" y="40"/>
                    <a:pt x="242" y="40"/>
                  </a:cubicBezTo>
                  <a:cubicBezTo>
                    <a:pt x="241" y="40"/>
                    <a:pt x="237" y="41"/>
                    <a:pt x="236" y="42"/>
                  </a:cubicBezTo>
                  <a:cubicBezTo>
                    <a:pt x="235" y="43"/>
                    <a:pt x="234" y="47"/>
                    <a:pt x="233" y="48"/>
                  </a:cubicBezTo>
                  <a:cubicBezTo>
                    <a:pt x="231" y="51"/>
                    <a:pt x="227" y="55"/>
                    <a:pt x="225" y="56"/>
                  </a:cubicBezTo>
                  <a:cubicBezTo>
                    <a:pt x="223" y="57"/>
                    <a:pt x="220" y="58"/>
                    <a:pt x="218" y="57"/>
                  </a:cubicBezTo>
                  <a:cubicBezTo>
                    <a:pt x="217" y="57"/>
                    <a:pt x="215" y="56"/>
                    <a:pt x="214" y="56"/>
                  </a:cubicBezTo>
                  <a:cubicBezTo>
                    <a:pt x="212" y="55"/>
                    <a:pt x="207" y="58"/>
                    <a:pt x="205" y="58"/>
                  </a:cubicBezTo>
                  <a:cubicBezTo>
                    <a:pt x="204" y="57"/>
                    <a:pt x="202" y="56"/>
                    <a:pt x="202" y="55"/>
                  </a:cubicBezTo>
                  <a:cubicBezTo>
                    <a:pt x="201" y="53"/>
                    <a:pt x="202" y="48"/>
                    <a:pt x="201" y="46"/>
                  </a:cubicBezTo>
                  <a:cubicBezTo>
                    <a:pt x="201" y="45"/>
                    <a:pt x="199" y="44"/>
                    <a:pt x="199" y="43"/>
                  </a:cubicBezTo>
                  <a:cubicBezTo>
                    <a:pt x="197" y="43"/>
                    <a:pt x="193" y="43"/>
                    <a:pt x="192" y="42"/>
                  </a:cubicBezTo>
                  <a:cubicBezTo>
                    <a:pt x="190" y="41"/>
                    <a:pt x="186" y="35"/>
                    <a:pt x="186" y="35"/>
                  </a:cubicBezTo>
                  <a:cubicBezTo>
                    <a:pt x="186" y="35"/>
                    <a:pt x="178" y="45"/>
                    <a:pt x="174" y="47"/>
                  </a:cubicBezTo>
                  <a:cubicBezTo>
                    <a:pt x="172" y="47"/>
                    <a:pt x="167" y="46"/>
                    <a:pt x="165" y="47"/>
                  </a:cubicBezTo>
                  <a:cubicBezTo>
                    <a:pt x="163" y="48"/>
                    <a:pt x="159" y="52"/>
                    <a:pt x="160" y="54"/>
                  </a:cubicBezTo>
                  <a:cubicBezTo>
                    <a:pt x="161" y="56"/>
                    <a:pt x="165" y="55"/>
                    <a:pt x="166" y="56"/>
                  </a:cubicBezTo>
                  <a:cubicBezTo>
                    <a:pt x="167" y="56"/>
                    <a:pt x="168" y="57"/>
                    <a:pt x="168" y="58"/>
                  </a:cubicBezTo>
                  <a:cubicBezTo>
                    <a:pt x="168" y="59"/>
                    <a:pt x="168" y="63"/>
                    <a:pt x="167" y="65"/>
                  </a:cubicBezTo>
                  <a:cubicBezTo>
                    <a:pt x="166" y="67"/>
                    <a:pt x="162" y="69"/>
                    <a:pt x="160" y="71"/>
                  </a:cubicBezTo>
                  <a:cubicBezTo>
                    <a:pt x="158" y="72"/>
                    <a:pt x="152" y="75"/>
                    <a:pt x="149" y="75"/>
                  </a:cubicBezTo>
                  <a:cubicBezTo>
                    <a:pt x="145" y="76"/>
                    <a:pt x="138" y="72"/>
                    <a:pt x="134" y="72"/>
                  </a:cubicBezTo>
                  <a:cubicBezTo>
                    <a:pt x="133" y="72"/>
                    <a:pt x="130" y="73"/>
                    <a:pt x="129" y="73"/>
                  </a:cubicBezTo>
                  <a:cubicBezTo>
                    <a:pt x="127" y="74"/>
                    <a:pt x="123" y="75"/>
                    <a:pt x="122" y="77"/>
                  </a:cubicBezTo>
                  <a:cubicBezTo>
                    <a:pt x="118" y="82"/>
                    <a:pt x="117" y="95"/>
                    <a:pt x="115" y="100"/>
                  </a:cubicBezTo>
                  <a:cubicBezTo>
                    <a:pt x="114" y="103"/>
                    <a:pt x="112" y="109"/>
                    <a:pt x="110" y="111"/>
                  </a:cubicBezTo>
                  <a:cubicBezTo>
                    <a:pt x="109" y="113"/>
                    <a:pt x="104" y="114"/>
                    <a:pt x="103" y="115"/>
                  </a:cubicBezTo>
                  <a:cubicBezTo>
                    <a:pt x="102" y="116"/>
                    <a:pt x="102" y="120"/>
                    <a:pt x="101" y="121"/>
                  </a:cubicBezTo>
                  <a:cubicBezTo>
                    <a:pt x="99" y="125"/>
                    <a:pt x="90" y="128"/>
                    <a:pt x="88" y="132"/>
                  </a:cubicBezTo>
                  <a:cubicBezTo>
                    <a:pt x="87" y="134"/>
                    <a:pt x="88" y="137"/>
                    <a:pt x="88" y="139"/>
                  </a:cubicBezTo>
                  <a:cubicBezTo>
                    <a:pt x="86" y="145"/>
                    <a:pt x="78" y="156"/>
                    <a:pt x="73" y="161"/>
                  </a:cubicBezTo>
                  <a:cubicBezTo>
                    <a:pt x="72" y="162"/>
                    <a:pt x="68" y="165"/>
                    <a:pt x="65" y="165"/>
                  </a:cubicBezTo>
                  <a:cubicBezTo>
                    <a:pt x="63" y="166"/>
                    <a:pt x="55" y="167"/>
                    <a:pt x="55" y="167"/>
                  </a:cubicBezTo>
                  <a:cubicBezTo>
                    <a:pt x="55" y="167"/>
                    <a:pt x="53" y="177"/>
                    <a:pt x="53" y="180"/>
                  </a:cubicBezTo>
                  <a:cubicBezTo>
                    <a:pt x="53" y="182"/>
                    <a:pt x="54" y="184"/>
                    <a:pt x="54" y="185"/>
                  </a:cubicBezTo>
                  <a:cubicBezTo>
                    <a:pt x="53" y="187"/>
                    <a:pt x="51" y="188"/>
                    <a:pt x="50" y="190"/>
                  </a:cubicBezTo>
                  <a:cubicBezTo>
                    <a:pt x="49" y="191"/>
                    <a:pt x="47" y="193"/>
                    <a:pt x="46" y="194"/>
                  </a:cubicBezTo>
                  <a:cubicBezTo>
                    <a:pt x="44" y="194"/>
                    <a:pt x="41" y="193"/>
                    <a:pt x="40" y="193"/>
                  </a:cubicBezTo>
                  <a:cubicBezTo>
                    <a:pt x="39" y="194"/>
                    <a:pt x="38" y="194"/>
                    <a:pt x="38" y="195"/>
                  </a:cubicBezTo>
                  <a:cubicBezTo>
                    <a:pt x="37" y="195"/>
                    <a:pt x="37" y="196"/>
                    <a:pt x="37" y="197"/>
                  </a:cubicBezTo>
                  <a:cubicBezTo>
                    <a:pt x="37" y="198"/>
                    <a:pt x="38" y="201"/>
                    <a:pt x="39" y="202"/>
                  </a:cubicBezTo>
                  <a:cubicBezTo>
                    <a:pt x="39" y="202"/>
                    <a:pt x="39" y="204"/>
                    <a:pt x="39" y="204"/>
                  </a:cubicBezTo>
                  <a:cubicBezTo>
                    <a:pt x="38" y="207"/>
                    <a:pt x="36" y="211"/>
                    <a:pt x="35" y="213"/>
                  </a:cubicBezTo>
                  <a:cubicBezTo>
                    <a:pt x="35" y="214"/>
                    <a:pt x="35" y="215"/>
                    <a:pt x="35" y="216"/>
                  </a:cubicBezTo>
                  <a:cubicBezTo>
                    <a:pt x="34" y="216"/>
                    <a:pt x="33" y="217"/>
                    <a:pt x="33" y="218"/>
                  </a:cubicBezTo>
                  <a:cubicBezTo>
                    <a:pt x="30" y="220"/>
                    <a:pt x="22" y="223"/>
                    <a:pt x="19" y="226"/>
                  </a:cubicBezTo>
                  <a:cubicBezTo>
                    <a:pt x="19" y="227"/>
                    <a:pt x="17" y="229"/>
                    <a:pt x="16" y="231"/>
                  </a:cubicBezTo>
                  <a:cubicBezTo>
                    <a:pt x="16" y="232"/>
                    <a:pt x="15" y="234"/>
                    <a:pt x="15" y="235"/>
                  </a:cubicBezTo>
                  <a:cubicBezTo>
                    <a:pt x="15" y="237"/>
                    <a:pt x="14" y="244"/>
                    <a:pt x="14" y="244"/>
                  </a:cubicBezTo>
                  <a:cubicBezTo>
                    <a:pt x="14" y="244"/>
                    <a:pt x="18" y="256"/>
                    <a:pt x="17" y="260"/>
                  </a:cubicBezTo>
                  <a:cubicBezTo>
                    <a:pt x="16" y="263"/>
                    <a:pt x="13" y="268"/>
                    <a:pt x="11" y="270"/>
                  </a:cubicBezTo>
                  <a:cubicBezTo>
                    <a:pt x="9" y="271"/>
                    <a:pt x="4" y="272"/>
                    <a:pt x="3" y="274"/>
                  </a:cubicBezTo>
                  <a:cubicBezTo>
                    <a:pt x="2" y="276"/>
                    <a:pt x="0" y="280"/>
                    <a:pt x="1" y="282"/>
                  </a:cubicBezTo>
                  <a:cubicBezTo>
                    <a:pt x="1" y="284"/>
                    <a:pt x="3" y="286"/>
                    <a:pt x="4" y="287"/>
                  </a:cubicBezTo>
                  <a:cubicBezTo>
                    <a:pt x="7" y="288"/>
                    <a:pt x="12" y="284"/>
                    <a:pt x="14" y="285"/>
                  </a:cubicBezTo>
                  <a:cubicBezTo>
                    <a:pt x="16" y="286"/>
                    <a:pt x="17" y="291"/>
                    <a:pt x="17" y="293"/>
                  </a:cubicBezTo>
                  <a:cubicBezTo>
                    <a:pt x="16" y="295"/>
                    <a:pt x="13" y="298"/>
                    <a:pt x="13" y="300"/>
                  </a:cubicBezTo>
                  <a:cubicBezTo>
                    <a:pt x="13" y="302"/>
                    <a:pt x="13" y="306"/>
                    <a:pt x="14" y="307"/>
                  </a:cubicBezTo>
                  <a:cubicBezTo>
                    <a:pt x="15" y="309"/>
                    <a:pt x="20" y="311"/>
                    <a:pt x="21" y="313"/>
                  </a:cubicBezTo>
                  <a:cubicBezTo>
                    <a:pt x="21" y="315"/>
                    <a:pt x="21" y="318"/>
                    <a:pt x="21" y="320"/>
                  </a:cubicBezTo>
                  <a:cubicBezTo>
                    <a:pt x="23" y="323"/>
                    <a:pt x="28" y="327"/>
                    <a:pt x="29" y="330"/>
                  </a:cubicBezTo>
                  <a:cubicBezTo>
                    <a:pt x="29" y="332"/>
                    <a:pt x="29" y="336"/>
                    <a:pt x="29" y="338"/>
                  </a:cubicBezTo>
                  <a:cubicBezTo>
                    <a:pt x="28" y="341"/>
                    <a:pt x="24" y="345"/>
                    <a:pt x="23" y="347"/>
                  </a:cubicBezTo>
                  <a:cubicBezTo>
                    <a:pt x="22" y="350"/>
                    <a:pt x="22" y="355"/>
                    <a:pt x="21" y="357"/>
                  </a:cubicBezTo>
                  <a:cubicBezTo>
                    <a:pt x="19" y="361"/>
                    <a:pt x="10" y="366"/>
                    <a:pt x="8" y="370"/>
                  </a:cubicBezTo>
                  <a:cubicBezTo>
                    <a:pt x="8" y="371"/>
                    <a:pt x="7" y="373"/>
                    <a:pt x="8" y="374"/>
                  </a:cubicBezTo>
                  <a:cubicBezTo>
                    <a:pt x="8" y="375"/>
                    <a:pt x="9" y="377"/>
                    <a:pt x="11" y="377"/>
                  </a:cubicBezTo>
                  <a:cubicBezTo>
                    <a:pt x="13" y="378"/>
                    <a:pt x="18" y="374"/>
                    <a:pt x="19" y="372"/>
                  </a:cubicBezTo>
                  <a:cubicBezTo>
                    <a:pt x="21" y="370"/>
                    <a:pt x="22" y="363"/>
                    <a:pt x="24" y="361"/>
                  </a:cubicBezTo>
                  <a:cubicBezTo>
                    <a:pt x="26" y="359"/>
                    <a:pt x="30" y="359"/>
                    <a:pt x="32" y="358"/>
                  </a:cubicBezTo>
                  <a:cubicBezTo>
                    <a:pt x="34" y="356"/>
                    <a:pt x="37" y="352"/>
                    <a:pt x="40" y="351"/>
                  </a:cubicBezTo>
                  <a:cubicBezTo>
                    <a:pt x="42" y="350"/>
                    <a:pt x="46" y="352"/>
                    <a:pt x="48" y="352"/>
                  </a:cubicBezTo>
                  <a:cubicBezTo>
                    <a:pt x="49" y="352"/>
                    <a:pt x="52" y="351"/>
                    <a:pt x="53" y="350"/>
                  </a:cubicBezTo>
                  <a:cubicBezTo>
                    <a:pt x="54" y="349"/>
                    <a:pt x="55" y="345"/>
                    <a:pt x="55" y="344"/>
                  </a:cubicBezTo>
                  <a:cubicBezTo>
                    <a:pt x="56" y="342"/>
                    <a:pt x="53" y="338"/>
                    <a:pt x="53" y="336"/>
                  </a:cubicBezTo>
                  <a:cubicBezTo>
                    <a:pt x="53" y="334"/>
                    <a:pt x="56" y="333"/>
                    <a:pt x="56" y="332"/>
                  </a:cubicBezTo>
                  <a:cubicBezTo>
                    <a:pt x="56" y="331"/>
                    <a:pt x="56" y="330"/>
                    <a:pt x="55" y="329"/>
                  </a:cubicBezTo>
                  <a:cubicBezTo>
                    <a:pt x="54" y="329"/>
                    <a:pt x="51" y="331"/>
                    <a:pt x="50" y="330"/>
                  </a:cubicBezTo>
                  <a:cubicBezTo>
                    <a:pt x="50" y="330"/>
                    <a:pt x="49" y="329"/>
                    <a:pt x="49" y="328"/>
                  </a:cubicBezTo>
                  <a:cubicBezTo>
                    <a:pt x="50" y="325"/>
                    <a:pt x="58" y="322"/>
                    <a:pt x="60" y="319"/>
                  </a:cubicBezTo>
                  <a:cubicBezTo>
                    <a:pt x="61" y="318"/>
                    <a:pt x="62" y="313"/>
                    <a:pt x="63" y="312"/>
                  </a:cubicBezTo>
                  <a:cubicBezTo>
                    <a:pt x="66" y="310"/>
                    <a:pt x="73" y="310"/>
                    <a:pt x="75" y="308"/>
                  </a:cubicBezTo>
                  <a:cubicBezTo>
                    <a:pt x="77" y="307"/>
                    <a:pt x="79" y="302"/>
                    <a:pt x="81" y="300"/>
                  </a:cubicBezTo>
                  <a:cubicBezTo>
                    <a:pt x="81" y="299"/>
                    <a:pt x="83" y="297"/>
                    <a:pt x="84" y="298"/>
                  </a:cubicBezTo>
                  <a:cubicBezTo>
                    <a:pt x="86" y="299"/>
                    <a:pt x="84" y="306"/>
                    <a:pt x="83" y="308"/>
                  </a:cubicBezTo>
                  <a:cubicBezTo>
                    <a:pt x="82" y="311"/>
                    <a:pt x="78" y="314"/>
                    <a:pt x="76" y="316"/>
                  </a:cubicBezTo>
                  <a:cubicBezTo>
                    <a:pt x="74" y="318"/>
                    <a:pt x="70" y="321"/>
                    <a:pt x="69" y="323"/>
                  </a:cubicBezTo>
                  <a:cubicBezTo>
                    <a:pt x="68" y="324"/>
                    <a:pt x="67" y="327"/>
                    <a:pt x="67" y="328"/>
                  </a:cubicBezTo>
                  <a:cubicBezTo>
                    <a:pt x="67" y="330"/>
                    <a:pt x="70" y="332"/>
                    <a:pt x="71" y="333"/>
                  </a:cubicBezTo>
                  <a:cubicBezTo>
                    <a:pt x="73" y="334"/>
                    <a:pt x="78" y="332"/>
                    <a:pt x="80" y="331"/>
                  </a:cubicBezTo>
                  <a:cubicBezTo>
                    <a:pt x="85" y="330"/>
                    <a:pt x="97" y="329"/>
                    <a:pt x="102" y="329"/>
                  </a:cubicBezTo>
                  <a:cubicBezTo>
                    <a:pt x="107" y="329"/>
                    <a:pt x="117" y="331"/>
                    <a:pt x="122" y="332"/>
                  </a:cubicBezTo>
                  <a:cubicBezTo>
                    <a:pt x="125" y="334"/>
                    <a:pt x="132" y="337"/>
                    <a:pt x="134" y="340"/>
                  </a:cubicBezTo>
                  <a:cubicBezTo>
                    <a:pt x="135" y="341"/>
                    <a:pt x="136" y="344"/>
                    <a:pt x="135" y="345"/>
                  </a:cubicBezTo>
                  <a:cubicBezTo>
                    <a:pt x="134" y="346"/>
                    <a:pt x="131" y="345"/>
                    <a:pt x="130" y="344"/>
                  </a:cubicBezTo>
                  <a:cubicBezTo>
                    <a:pt x="127" y="344"/>
                    <a:pt x="123" y="342"/>
                    <a:pt x="120" y="342"/>
                  </a:cubicBezTo>
                  <a:cubicBezTo>
                    <a:pt x="118" y="342"/>
                    <a:pt x="113" y="341"/>
                    <a:pt x="111" y="343"/>
                  </a:cubicBezTo>
                  <a:cubicBezTo>
                    <a:pt x="111" y="343"/>
                    <a:pt x="111" y="345"/>
                    <a:pt x="111" y="345"/>
                  </a:cubicBezTo>
                  <a:cubicBezTo>
                    <a:pt x="112" y="347"/>
                    <a:pt x="117" y="347"/>
                    <a:pt x="119" y="347"/>
                  </a:cubicBezTo>
                  <a:cubicBezTo>
                    <a:pt x="120" y="348"/>
                    <a:pt x="124" y="349"/>
                    <a:pt x="125" y="350"/>
                  </a:cubicBezTo>
                  <a:cubicBezTo>
                    <a:pt x="128" y="351"/>
                    <a:pt x="132" y="355"/>
                    <a:pt x="134" y="357"/>
                  </a:cubicBezTo>
                  <a:cubicBezTo>
                    <a:pt x="137" y="359"/>
                    <a:pt x="141" y="366"/>
                    <a:pt x="145" y="367"/>
                  </a:cubicBezTo>
                  <a:cubicBezTo>
                    <a:pt x="147" y="368"/>
                    <a:pt x="151" y="368"/>
                    <a:pt x="153" y="368"/>
                  </a:cubicBezTo>
                  <a:cubicBezTo>
                    <a:pt x="155" y="367"/>
                    <a:pt x="158" y="365"/>
                    <a:pt x="160" y="365"/>
                  </a:cubicBezTo>
                  <a:cubicBezTo>
                    <a:pt x="164" y="363"/>
                    <a:pt x="173" y="361"/>
                    <a:pt x="177" y="360"/>
                  </a:cubicBezTo>
                  <a:cubicBezTo>
                    <a:pt x="179" y="359"/>
                    <a:pt x="183" y="359"/>
                    <a:pt x="185" y="359"/>
                  </a:cubicBezTo>
                  <a:cubicBezTo>
                    <a:pt x="187" y="358"/>
                    <a:pt x="191" y="358"/>
                    <a:pt x="192" y="357"/>
                  </a:cubicBezTo>
                  <a:cubicBezTo>
                    <a:pt x="192" y="356"/>
                    <a:pt x="191" y="355"/>
                    <a:pt x="191" y="354"/>
                  </a:cubicBezTo>
                  <a:cubicBezTo>
                    <a:pt x="190" y="354"/>
                    <a:pt x="188" y="354"/>
                    <a:pt x="187" y="354"/>
                  </a:cubicBezTo>
                  <a:cubicBezTo>
                    <a:pt x="187" y="352"/>
                    <a:pt x="188" y="349"/>
                    <a:pt x="189" y="348"/>
                  </a:cubicBezTo>
                  <a:cubicBezTo>
                    <a:pt x="190" y="348"/>
                    <a:pt x="192" y="348"/>
                    <a:pt x="192" y="348"/>
                  </a:cubicBezTo>
                  <a:cubicBezTo>
                    <a:pt x="194" y="349"/>
                    <a:pt x="195" y="352"/>
                    <a:pt x="196" y="353"/>
                  </a:cubicBezTo>
                  <a:cubicBezTo>
                    <a:pt x="197" y="354"/>
                    <a:pt x="200" y="354"/>
                    <a:pt x="202" y="355"/>
                  </a:cubicBezTo>
                  <a:cubicBezTo>
                    <a:pt x="203" y="356"/>
                    <a:pt x="206" y="357"/>
                    <a:pt x="206" y="359"/>
                  </a:cubicBezTo>
                  <a:cubicBezTo>
                    <a:pt x="206" y="360"/>
                    <a:pt x="206" y="361"/>
                    <a:pt x="205" y="362"/>
                  </a:cubicBezTo>
                  <a:cubicBezTo>
                    <a:pt x="203" y="363"/>
                    <a:pt x="200" y="361"/>
                    <a:pt x="199" y="361"/>
                  </a:cubicBezTo>
                  <a:cubicBezTo>
                    <a:pt x="197" y="361"/>
                    <a:pt x="194" y="362"/>
                    <a:pt x="194" y="363"/>
                  </a:cubicBezTo>
                  <a:cubicBezTo>
                    <a:pt x="193" y="363"/>
                    <a:pt x="194" y="365"/>
                    <a:pt x="194" y="365"/>
                  </a:cubicBezTo>
                  <a:cubicBezTo>
                    <a:pt x="197" y="367"/>
                    <a:pt x="205" y="366"/>
                    <a:pt x="209" y="367"/>
                  </a:cubicBezTo>
                  <a:cubicBezTo>
                    <a:pt x="212" y="368"/>
                    <a:pt x="216" y="373"/>
                    <a:pt x="219" y="373"/>
                  </a:cubicBezTo>
                  <a:cubicBezTo>
                    <a:pt x="221" y="373"/>
                    <a:pt x="223" y="372"/>
                    <a:pt x="224" y="371"/>
                  </a:cubicBezTo>
                  <a:cubicBezTo>
                    <a:pt x="225" y="369"/>
                    <a:pt x="226" y="365"/>
                    <a:pt x="227" y="364"/>
                  </a:cubicBezTo>
                  <a:cubicBezTo>
                    <a:pt x="229" y="361"/>
                    <a:pt x="234" y="357"/>
                    <a:pt x="236" y="354"/>
                  </a:cubicBezTo>
                  <a:cubicBezTo>
                    <a:pt x="237" y="353"/>
                    <a:pt x="239" y="351"/>
                    <a:pt x="240" y="350"/>
                  </a:cubicBezTo>
                  <a:cubicBezTo>
                    <a:pt x="240" y="348"/>
                    <a:pt x="240" y="343"/>
                    <a:pt x="239" y="341"/>
                  </a:cubicBezTo>
                  <a:cubicBezTo>
                    <a:pt x="239" y="339"/>
                    <a:pt x="237" y="337"/>
                    <a:pt x="235" y="336"/>
                  </a:cubicBezTo>
                  <a:cubicBezTo>
                    <a:pt x="234" y="335"/>
                    <a:pt x="230" y="335"/>
                    <a:pt x="229" y="333"/>
                  </a:cubicBezTo>
                  <a:cubicBezTo>
                    <a:pt x="228" y="332"/>
                    <a:pt x="228" y="328"/>
                    <a:pt x="228" y="327"/>
                  </a:cubicBezTo>
                  <a:cubicBezTo>
                    <a:pt x="228" y="323"/>
                    <a:pt x="227" y="317"/>
                    <a:pt x="228" y="314"/>
                  </a:cubicBezTo>
                  <a:cubicBezTo>
                    <a:pt x="229" y="312"/>
                    <a:pt x="232" y="307"/>
                    <a:pt x="233" y="305"/>
                  </a:cubicBezTo>
                  <a:cubicBezTo>
                    <a:pt x="234" y="301"/>
                    <a:pt x="237" y="295"/>
                    <a:pt x="236" y="292"/>
                  </a:cubicBezTo>
                  <a:cubicBezTo>
                    <a:pt x="236" y="291"/>
                    <a:pt x="235" y="290"/>
                    <a:pt x="234" y="290"/>
                  </a:cubicBezTo>
                  <a:cubicBezTo>
                    <a:pt x="232" y="291"/>
                    <a:pt x="232" y="295"/>
                    <a:pt x="231" y="296"/>
                  </a:cubicBezTo>
                  <a:cubicBezTo>
                    <a:pt x="229" y="298"/>
                    <a:pt x="225" y="299"/>
                    <a:pt x="223" y="300"/>
                  </a:cubicBezTo>
                  <a:cubicBezTo>
                    <a:pt x="222" y="301"/>
                    <a:pt x="220" y="306"/>
                    <a:pt x="218" y="307"/>
                  </a:cubicBezTo>
                  <a:cubicBezTo>
                    <a:pt x="217" y="307"/>
                    <a:pt x="215" y="308"/>
                    <a:pt x="214" y="307"/>
                  </a:cubicBezTo>
                  <a:cubicBezTo>
                    <a:pt x="212" y="306"/>
                    <a:pt x="210" y="299"/>
                    <a:pt x="210" y="297"/>
                  </a:cubicBezTo>
                  <a:cubicBezTo>
                    <a:pt x="210" y="295"/>
                    <a:pt x="212" y="292"/>
                    <a:pt x="212" y="291"/>
                  </a:cubicBezTo>
                  <a:cubicBezTo>
                    <a:pt x="213" y="289"/>
                    <a:pt x="212" y="285"/>
                    <a:pt x="211" y="283"/>
                  </a:cubicBezTo>
                  <a:cubicBezTo>
                    <a:pt x="210" y="281"/>
                    <a:pt x="204" y="279"/>
                    <a:pt x="201" y="278"/>
                  </a:cubicBezTo>
                  <a:cubicBezTo>
                    <a:pt x="199" y="276"/>
                    <a:pt x="194" y="273"/>
                    <a:pt x="193" y="271"/>
                  </a:cubicBezTo>
                  <a:cubicBezTo>
                    <a:pt x="192" y="269"/>
                    <a:pt x="193" y="266"/>
                    <a:pt x="194" y="265"/>
                  </a:cubicBezTo>
                  <a:cubicBezTo>
                    <a:pt x="196" y="263"/>
                    <a:pt x="201" y="261"/>
                    <a:pt x="203" y="261"/>
                  </a:cubicBezTo>
                  <a:cubicBezTo>
                    <a:pt x="205" y="260"/>
                    <a:pt x="209" y="260"/>
                    <a:pt x="210" y="262"/>
                  </a:cubicBezTo>
                  <a:cubicBezTo>
                    <a:pt x="211" y="263"/>
                    <a:pt x="210" y="266"/>
                    <a:pt x="209" y="267"/>
                  </a:cubicBezTo>
                  <a:cubicBezTo>
                    <a:pt x="209" y="267"/>
                    <a:pt x="207" y="268"/>
                    <a:pt x="207" y="269"/>
                  </a:cubicBezTo>
                  <a:cubicBezTo>
                    <a:pt x="207" y="270"/>
                    <a:pt x="209" y="273"/>
                    <a:pt x="210" y="274"/>
                  </a:cubicBezTo>
                  <a:cubicBezTo>
                    <a:pt x="212" y="274"/>
                    <a:pt x="215" y="271"/>
                    <a:pt x="216" y="271"/>
                  </a:cubicBezTo>
                  <a:cubicBezTo>
                    <a:pt x="217" y="269"/>
                    <a:pt x="220" y="266"/>
                    <a:pt x="221" y="265"/>
                  </a:cubicBezTo>
                  <a:cubicBezTo>
                    <a:pt x="222" y="265"/>
                    <a:pt x="224" y="265"/>
                    <a:pt x="225" y="266"/>
                  </a:cubicBezTo>
                  <a:cubicBezTo>
                    <a:pt x="226" y="267"/>
                    <a:pt x="227" y="270"/>
                    <a:pt x="227" y="271"/>
                  </a:cubicBezTo>
                  <a:cubicBezTo>
                    <a:pt x="227" y="272"/>
                    <a:pt x="226" y="275"/>
                    <a:pt x="227" y="276"/>
                  </a:cubicBezTo>
                  <a:cubicBezTo>
                    <a:pt x="228" y="278"/>
                    <a:pt x="232" y="280"/>
                    <a:pt x="234" y="280"/>
                  </a:cubicBezTo>
                  <a:cubicBezTo>
                    <a:pt x="237" y="280"/>
                    <a:pt x="241" y="278"/>
                    <a:pt x="242" y="276"/>
                  </a:cubicBezTo>
                  <a:cubicBezTo>
                    <a:pt x="244" y="274"/>
                    <a:pt x="242" y="267"/>
                    <a:pt x="242" y="264"/>
                  </a:cubicBezTo>
                  <a:cubicBezTo>
                    <a:pt x="243" y="261"/>
                    <a:pt x="248" y="256"/>
                    <a:pt x="249" y="253"/>
                  </a:cubicBezTo>
                  <a:cubicBezTo>
                    <a:pt x="250" y="250"/>
                    <a:pt x="250" y="245"/>
                    <a:pt x="252" y="243"/>
                  </a:cubicBezTo>
                  <a:cubicBezTo>
                    <a:pt x="253" y="239"/>
                    <a:pt x="259" y="232"/>
                    <a:pt x="262" y="229"/>
                  </a:cubicBezTo>
                  <a:cubicBezTo>
                    <a:pt x="271" y="219"/>
                    <a:pt x="294" y="204"/>
                    <a:pt x="300" y="192"/>
                  </a:cubicBezTo>
                  <a:cubicBezTo>
                    <a:pt x="301" y="191"/>
                    <a:pt x="300" y="187"/>
                    <a:pt x="301" y="186"/>
                  </a:cubicBezTo>
                  <a:cubicBezTo>
                    <a:pt x="302" y="183"/>
                    <a:pt x="306" y="178"/>
                    <a:pt x="308" y="175"/>
                  </a:cubicBezTo>
                  <a:cubicBezTo>
                    <a:pt x="311" y="172"/>
                    <a:pt x="319" y="166"/>
                    <a:pt x="321" y="161"/>
                  </a:cubicBezTo>
                  <a:cubicBezTo>
                    <a:pt x="322" y="159"/>
                    <a:pt x="323" y="153"/>
                    <a:pt x="324" y="150"/>
                  </a:cubicBezTo>
                  <a:cubicBezTo>
                    <a:pt x="324" y="146"/>
                    <a:pt x="323" y="139"/>
                    <a:pt x="322" y="135"/>
                  </a:cubicBezTo>
                  <a:cubicBezTo>
                    <a:pt x="321" y="130"/>
                    <a:pt x="314" y="120"/>
                    <a:pt x="314" y="114"/>
                  </a:cubicBezTo>
                  <a:cubicBezTo>
                    <a:pt x="315" y="109"/>
                    <a:pt x="324" y="102"/>
                    <a:pt x="325" y="97"/>
                  </a:cubicBezTo>
                  <a:cubicBezTo>
                    <a:pt x="325" y="95"/>
                    <a:pt x="325" y="92"/>
                    <a:pt x="325" y="90"/>
                  </a:cubicBezTo>
                  <a:cubicBezTo>
                    <a:pt x="327" y="86"/>
                    <a:pt x="333" y="79"/>
                    <a:pt x="337" y="76"/>
                  </a:cubicBezTo>
                  <a:cubicBezTo>
                    <a:pt x="341" y="73"/>
                    <a:pt x="351" y="69"/>
                    <a:pt x="355" y="66"/>
                  </a:cubicBezTo>
                  <a:cubicBezTo>
                    <a:pt x="356" y="65"/>
                    <a:pt x="359" y="62"/>
                    <a:pt x="360" y="60"/>
                  </a:cubicBezTo>
                  <a:cubicBezTo>
                    <a:pt x="361" y="57"/>
                    <a:pt x="362" y="47"/>
                    <a:pt x="362" y="47"/>
                  </a:cubicBezTo>
                  <a:cubicBezTo>
                    <a:pt x="362" y="47"/>
                    <a:pt x="349" y="41"/>
                    <a:pt x="348" y="37"/>
                  </a:cubicBezTo>
                  <a:cubicBezTo>
                    <a:pt x="348" y="36"/>
                    <a:pt x="350" y="35"/>
                    <a:pt x="351" y="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21"/>
            <p:cNvSpPr>
              <a:spLocks/>
            </p:cNvSpPr>
            <p:nvPr/>
          </p:nvSpPr>
          <p:spPr bwMode="auto">
            <a:xfrm>
              <a:off x="4251325" y="3444875"/>
              <a:ext cx="488950" cy="560388"/>
            </a:xfrm>
            <a:custGeom>
              <a:avLst/>
              <a:gdLst/>
              <a:ahLst/>
              <a:cxnLst>
                <a:cxn ang="0">
                  <a:pos x="245" y="21"/>
                </a:cxn>
                <a:cxn ang="0">
                  <a:pos x="232" y="27"/>
                </a:cxn>
                <a:cxn ang="0">
                  <a:pos x="203" y="13"/>
                </a:cxn>
                <a:cxn ang="0">
                  <a:pos x="192" y="35"/>
                </a:cxn>
                <a:cxn ang="0">
                  <a:pos x="176" y="30"/>
                </a:cxn>
                <a:cxn ang="0">
                  <a:pos x="168" y="17"/>
                </a:cxn>
                <a:cxn ang="0">
                  <a:pos x="147" y="4"/>
                </a:cxn>
                <a:cxn ang="0">
                  <a:pos x="130" y="8"/>
                </a:cxn>
                <a:cxn ang="0">
                  <a:pos x="114" y="19"/>
                </a:cxn>
                <a:cxn ang="0">
                  <a:pos x="102" y="41"/>
                </a:cxn>
                <a:cxn ang="0">
                  <a:pos x="95" y="60"/>
                </a:cxn>
                <a:cxn ang="0">
                  <a:pos x="76" y="68"/>
                </a:cxn>
                <a:cxn ang="0">
                  <a:pos x="51" y="81"/>
                </a:cxn>
                <a:cxn ang="0">
                  <a:pos x="31" y="99"/>
                </a:cxn>
                <a:cxn ang="0">
                  <a:pos x="13" y="110"/>
                </a:cxn>
                <a:cxn ang="0">
                  <a:pos x="1" y="132"/>
                </a:cxn>
                <a:cxn ang="0">
                  <a:pos x="21" y="173"/>
                </a:cxn>
                <a:cxn ang="0">
                  <a:pos x="47" y="190"/>
                </a:cxn>
                <a:cxn ang="0">
                  <a:pos x="71" y="193"/>
                </a:cxn>
                <a:cxn ang="0">
                  <a:pos x="84" y="202"/>
                </a:cxn>
                <a:cxn ang="0">
                  <a:pos x="100" y="214"/>
                </a:cxn>
                <a:cxn ang="0">
                  <a:pos x="89" y="220"/>
                </a:cxn>
                <a:cxn ang="0">
                  <a:pos x="88" y="244"/>
                </a:cxn>
                <a:cxn ang="0">
                  <a:pos x="73" y="253"/>
                </a:cxn>
                <a:cxn ang="0">
                  <a:pos x="49" y="247"/>
                </a:cxn>
                <a:cxn ang="0">
                  <a:pos x="44" y="235"/>
                </a:cxn>
                <a:cxn ang="0">
                  <a:pos x="33" y="231"/>
                </a:cxn>
                <a:cxn ang="0">
                  <a:pos x="29" y="238"/>
                </a:cxn>
                <a:cxn ang="0">
                  <a:pos x="15" y="253"/>
                </a:cxn>
                <a:cxn ang="0">
                  <a:pos x="26" y="263"/>
                </a:cxn>
                <a:cxn ang="0">
                  <a:pos x="36" y="273"/>
                </a:cxn>
                <a:cxn ang="0">
                  <a:pos x="33" y="285"/>
                </a:cxn>
                <a:cxn ang="0">
                  <a:pos x="55" y="315"/>
                </a:cxn>
                <a:cxn ang="0">
                  <a:pos x="61" y="330"/>
                </a:cxn>
                <a:cxn ang="0">
                  <a:pos x="81" y="328"/>
                </a:cxn>
                <a:cxn ang="0">
                  <a:pos x="98" y="312"/>
                </a:cxn>
                <a:cxn ang="0">
                  <a:pos x="117" y="292"/>
                </a:cxn>
                <a:cxn ang="0">
                  <a:pos x="136" y="277"/>
                </a:cxn>
                <a:cxn ang="0">
                  <a:pos x="160" y="274"/>
                </a:cxn>
                <a:cxn ang="0">
                  <a:pos x="183" y="276"/>
                </a:cxn>
                <a:cxn ang="0">
                  <a:pos x="189" y="287"/>
                </a:cxn>
                <a:cxn ang="0">
                  <a:pos x="213" y="298"/>
                </a:cxn>
                <a:cxn ang="0">
                  <a:pos x="204" y="309"/>
                </a:cxn>
                <a:cxn ang="0">
                  <a:pos x="224" y="292"/>
                </a:cxn>
                <a:cxn ang="0">
                  <a:pos x="253" y="266"/>
                </a:cxn>
                <a:cxn ang="0">
                  <a:pos x="267" y="236"/>
                </a:cxn>
                <a:cxn ang="0">
                  <a:pos x="277" y="207"/>
                </a:cxn>
                <a:cxn ang="0">
                  <a:pos x="282" y="187"/>
                </a:cxn>
                <a:cxn ang="0">
                  <a:pos x="267" y="178"/>
                </a:cxn>
                <a:cxn ang="0">
                  <a:pos x="267" y="171"/>
                </a:cxn>
                <a:cxn ang="0">
                  <a:pos x="268" y="150"/>
                </a:cxn>
                <a:cxn ang="0">
                  <a:pos x="286" y="113"/>
                </a:cxn>
                <a:cxn ang="0">
                  <a:pos x="282" y="83"/>
                </a:cxn>
                <a:cxn ang="0">
                  <a:pos x="277" y="58"/>
                </a:cxn>
                <a:cxn ang="0">
                  <a:pos x="267" y="35"/>
                </a:cxn>
              </a:cxnLst>
              <a:rect l="0" t="0" r="r" b="b"/>
              <a:pathLst>
                <a:path w="288" h="330">
                  <a:moveTo>
                    <a:pt x="250" y="31"/>
                  </a:moveTo>
                  <a:cubicBezTo>
                    <a:pt x="249" y="30"/>
                    <a:pt x="249" y="26"/>
                    <a:pt x="248" y="24"/>
                  </a:cubicBezTo>
                  <a:cubicBezTo>
                    <a:pt x="248" y="23"/>
                    <a:pt x="246" y="21"/>
                    <a:pt x="245" y="21"/>
                  </a:cubicBezTo>
                  <a:cubicBezTo>
                    <a:pt x="243" y="21"/>
                    <a:pt x="241" y="23"/>
                    <a:pt x="240" y="23"/>
                  </a:cubicBezTo>
                  <a:cubicBezTo>
                    <a:pt x="239" y="24"/>
                    <a:pt x="235" y="23"/>
                    <a:pt x="234" y="23"/>
                  </a:cubicBezTo>
                  <a:cubicBezTo>
                    <a:pt x="233" y="24"/>
                    <a:pt x="233" y="27"/>
                    <a:pt x="232" y="27"/>
                  </a:cubicBezTo>
                  <a:cubicBezTo>
                    <a:pt x="230" y="29"/>
                    <a:pt x="225" y="29"/>
                    <a:pt x="223" y="29"/>
                  </a:cubicBezTo>
                  <a:cubicBezTo>
                    <a:pt x="220" y="29"/>
                    <a:pt x="215" y="28"/>
                    <a:pt x="213" y="26"/>
                  </a:cubicBezTo>
                  <a:cubicBezTo>
                    <a:pt x="210" y="24"/>
                    <a:pt x="207" y="15"/>
                    <a:pt x="203" y="13"/>
                  </a:cubicBezTo>
                  <a:cubicBezTo>
                    <a:pt x="202" y="13"/>
                    <a:pt x="200" y="13"/>
                    <a:pt x="199" y="14"/>
                  </a:cubicBezTo>
                  <a:cubicBezTo>
                    <a:pt x="196" y="17"/>
                    <a:pt x="197" y="25"/>
                    <a:pt x="195" y="29"/>
                  </a:cubicBezTo>
                  <a:cubicBezTo>
                    <a:pt x="195" y="31"/>
                    <a:pt x="194" y="34"/>
                    <a:pt x="192" y="35"/>
                  </a:cubicBezTo>
                  <a:cubicBezTo>
                    <a:pt x="192" y="36"/>
                    <a:pt x="190" y="37"/>
                    <a:pt x="189" y="37"/>
                  </a:cubicBezTo>
                  <a:cubicBezTo>
                    <a:pt x="188" y="37"/>
                    <a:pt x="184" y="35"/>
                    <a:pt x="183" y="34"/>
                  </a:cubicBezTo>
                  <a:cubicBezTo>
                    <a:pt x="181" y="33"/>
                    <a:pt x="177" y="31"/>
                    <a:pt x="176" y="30"/>
                  </a:cubicBezTo>
                  <a:cubicBezTo>
                    <a:pt x="175" y="27"/>
                    <a:pt x="178" y="20"/>
                    <a:pt x="177" y="17"/>
                  </a:cubicBezTo>
                  <a:cubicBezTo>
                    <a:pt x="176" y="16"/>
                    <a:pt x="175" y="15"/>
                    <a:pt x="175" y="15"/>
                  </a:cubicBezTo>
                  <a:cubicBezTo>
                    <a:pt x="173" y="15"/>
                    <a:pt x="170" y="18"/>
                    <a:pt x="168" y="17"/>
                  </a:cubicBezTo>
                  <a:cubicBezTo>
                    <a:pt x="165" y="16"/>
                    <a:pt x="164" y="9"/>
                    <a:pt x="162" y="6"/>
                  </a:cubicBezTo>
                  <a:cubicBezTo>
                    <a:pt x="161" y="5"/>
                    <a:pt x="159" y="2"/>
                    <a:pt x="158" y="2"/>
                  </a:cubicBezTo>
                  <a:cubicBezTo>
                    <a:pt x="155" y="1"/>
                    <a:pt x="149" y="4"/>
                    <a:pt x="147" y="4"/>
                  </a:cubicBezTo>
                  <a:cubicBezTo>
                    <a:pt x="145" y="3"/>
                    <a:pt x="141" y="0"/>
                    <a:pt x="141" y="0"/>
                  </a:cubicBezTo>
                  <a:cubicBezTo>
                    <a:pt x="141" y="0"/>
                    <a:pt x="134" y="3"/>
                    <a:pt x="132" y="5"/>
                  </a:cubicBezTo>
                  <a:cubicBezTo>
                    <a:pt x="131" y="5"/>
                    <a:pt x="130" y="7"/>
                    <a:pt x="130" y="8"/>
                  </a:cubicBezTo>
                  <a:cubicBezTo>
                    <a:pt x="130" y="9"/>
                    <a:pt x="132" y="12"/>
                    <a:pt x="132" y="14"/>
                  </a:cubicBezTo>
                  <a:cubicBezTo>
                    <a:pt x="132" y="16"/>
                    <a:pt x="127" y="22"/>
                    <a:pt x="124" y="22"/>
                  </a:cubicBezTo>
                  <a:cubicBezTo>
                    <a:pt x="122" y="23"/>
                    <a:pt x="117" y="18"/>
                    <a:pt x="114" y="19"/>
                  </a:cubicBezTo>
                  <a:cubicBezTo>
                    <a:pt x="112" y="20"/>
                    <a:pt x="110" y="23"/>
                    <a:pt x="110" y="25"/>
                  </a:cubicBezTo>
                  <a:cubicBezTo>
                    <a:pt x="110" y="27"/>
                    <a:pt x="115" y="32"/>
                    <a:pt x="114" y="35"/>
                  </a:cubicBezTo>
                  <a:cubicBezTo>
                    <a:pt x="113" y="38"/>
                    <a:pt x="104" y="38"/>
                    <a:pt x="102" y="41"/>
                  </a:cubicBezTo>
                  <a:cubicBezTo>
                    <a:pt x="101" y="42"/>
                    <a:pt x="98" y="45"/>
                    <a:pt x="98" y="46"/>
                  </a:cubicBezTo>
                  <a:cubicBezTo>
                    <a:pt x="98" y="49"/>
                    <a:pt x="104" y="53"/>
                    <a:pt x="103" y="55"/>
                  </a:cubicBezTo>
                  <a:cubicBezTo>
                    <a:pt x="103" y="57"/>
                    <a:pt x="96" y="58"/>
                    <a:pt x="95" y="60"/>
                  </a:cubicBezTo>
                  <a:cubicBezTo>
                    <a:pt x="93" y="62"/>
                    <a:pt x="94" y="67"/>
                    <a:pt x="92" y="69"/>
                  </a:cubicBezTo>
                  <a:cubicBezTo>
                    <a:pt x="90" y="71"/>
                    <a:pt x="85" y="72"/>
                    <a:pt x="83" y="72"/>
                  </a:cubicBezTo>
                  <a:cubicBezTo>
                    <a:pt x="81" y="72"/>
                    <a:pt x="78" y="67"/>
                    <a:pt x="76" y="68"/>
                  </a:cubicBezTo>
                  <a:cubicBezTo>
                    <a:pt x="73" y="68"/>
                    <a:pt x="70" y="74"/>
                    <a:pt x="68" y="75"/>
                  </a:cubicBezTo>
                  <a:cubicBezTo>
                    <a:pt x="65" y="77"/>
                    <a:pt x="60" y="75"/>
                    <a:pt x="57" y="76"/>
                  </a:cubicBezTo>
                  <a:cubicBezTo>
                    <a:pt x="55" y="77"/>
                    <a:pt x="53" y="80"/>
                    <a:pt x="51" y="81"/>
                  </a:cubicBezTo>
                  <a:cubicBezTo>
                    <a:pt x="49" y="82"/>
                    <a:pt x="44" y="81"/>
                    <a:pt x="41" y="81"/>
                  </a:cubicBezTo>
                  <a:cubicBezTo>
                    <a:pt x="39" y="82"/>
                    <a:pt x="35" y="85"/>
                    <a:pt x="34" y="87"/>
                  </a:cubicBezTo>
                  <a:cubicBezTo>
                    <a:pt x="32" y="89"/>
                    <a:pt x="33" y="96"/>
                    <a:pt x="31" y="99"/>
                  </a:cubicBezTo>
                  <a:cubicBezTo>
                    <a:pt x="30" y="101"/>
                    <a:pt x="26" y="105"/>
                    <a:pt x="24" y="106"/>
                  </a:cubicBezTo>
                  <a:cubicBezTo>
                    <a:pt x="23" y="107"/>
                    <a:pt x="19" y="106"/>
                    <a:pt x="18" y="107"/>
                  </a:cubicBezTo>
                  <a:cubicBezTo>
                    <a:pt x="16" y="107"/>
                    <a:pt x="14" y="109"/>
                    <a:pt x="13" y="110"/>
                  </a:cubicBezTo>
                  <a:cubicBezTo>
                    <a:pt x="12" y="112"/>
                    <a:pt x="14" y="115"/>
                    <a:pt x="13" y="116"/>
                  </a:cubicBezTo>
                  <a:cubicBezTo>
                    <a:pt x="12" y="118"/>
                    <a:pt x="8" y="118"/>
                    <a:pt x="6" y="120"/>
                  </a:cubicBezTo>
                  <a:cubicBezTo>
                    <a:pt x="4" y="122"/>
                    <a:pt x="0" y="129"/>
                    <a:pt x="1" y="132"/>
                  </a:cubicBezTo>
                  <a:cubicBezTo>
                    <a:pt x="2" y="136"/>
                    <a:pt x="10" y="139"/>
                    <a:pt x="12" y="142"/>
                  </a:cubicBezTo>
                  <a:cubicBezTo>
                    <a:pt x="15" y="145"/>
                    <a:pt x="18" y="154"/>
                    <a:pt x="19" y="159"/>
                  </a:cubicBezTo>
                  <a:cubicBezTo>
                    <a:pt x="20" y="163"/>
                    <a:pt x="21" y="173"/>
                    <a:pt x="21" y="173"/>
                  </a:cubicBezTo>
                  <a:cubicBezTo>
                    <a:pt x="21" y="173"/>
                    <a:pt x="22" y="176"/>
                    <a:pt x="23" y="176"/>
                  </a:cubicBezTo>
                  <a:cubicBezTo>
                    <a:pt x="27" y="179"/>
                    <a:pt x="36" y="178"/>
                    <a:pt x="40" y="180"/>
                  </a:cubicBezTo>
                  <a:cubicBezTo>
                    <a:pt x="42" y="182"/>
                    <a:pt x="44" y="189"/>
                    <a:pt x="47" y="190"/>
                  </a:cubicBezTo>
                  <a:cubicBezTo>
                    <a:pt x="48" y="190"/>
                    <a:pt x="51" y="187"/>
                    <a:pt x="52" y="187"/>
                  </a:cubicBezTo>
                  <a:cubicBezTo>
                    <a:pt x="56" y="187"/>
                    <a:pt x="65" y="188"/>
                    <a:pt x="69" y="191"/>
                  </a:cubicBezTo>
                  <a:cubicBezTo>
                    <a:pt x="69" y="191"/>
                    <a:pt x="71" y="192"/>
                    <a:pt x="71" y="193"/>
                  </a:cubicBezTo>
                  <a:cubicBezTo>
                    <a:pt x="71" y="195"/>
                    <a:pt x="67" y="199"/>
                    <a:pt x="68" y="201"/>
                  </a:cubicBezTo>
                  <a:cubicBezTo>
                    <a:pt x="70" y="205"/>
                    <a:pt x="80" y="208"/>
                    <a:pt x="84" y="206"/>
                  </a:cubicBezTo>
                  <a:cubicBezTo>
                    <a:pt x="84" y="205"/>
                    <a:pt x="84" y="203"/>
                    <a:pt x="84" y="202"/>
                  </a:cubicBezTo>
                  <a:cubicBezTo>
                    <a:pt x="85" y="201"/>
                    <a:pt x="86" y="199"/>
                    <a:pt x="87" y="199"/>
                  </a:cubicBezTo>
                  <a:cubicBezTo>
                    <a:pt x="90" y="199"/>
                    <a:pt x="97" y="203"/>
                    <a:pt x="99" y="206"/>
                  </a:cubicBezTo>
                  <a:cubicBezTo>
                    <a:pt x="100" y="208"/>
                    <a:pt x="100" y="212"/>
                    <a:pt x="100" y="214"/>
                  </a:cubicBezTo>
                  <a:cubicBezTo>
                    <a:pt x="99" y="215"/>
                    <a:pt x="97" y="217"/>
                    <a:pt x="96" y="218"/>
                  </a:cubicBezTo>
                  <a:cubicBezTo>
                    <a:pt x="95" y="218"/>
                    <a:pt x="93" y="217"/>
                    <a:pt x="92" y="217"/>
                  </a:cubicBezTo>
                  <a:cubicBezTo>
                    <a:pt x="91" y="218"/>
                    <a:pt x="89" y="219"/>
                    <a:pt x="89" y="220"/>
                  </a:cubicBezTo>
                  <a:cubicBezTo>
                    <a:pt x="86" y="224"/>
                    <a:pt x="83" y="233"/>
                    <a:pt x="84" y="237"/>
                  </a:cubicBezTo>
                  <a:cubicBezTo>
                    <a:pt x="84" y="238"/>
                    <a:pt x="86" y="240"/>
                    <a:pt x="87" y="241"/>
                  </a:cubicBezTo>
                  <a:cubicBezTo>
                    <a:pt x="87" y="242"/>
                    <a:pt x="88" y="243"/>
                    <a:pt x="88" y="244"/>
                  </a:cubicBezTo>
                  <a:cubicBezTo>
                    <a:pt x="88" y="244"/>
                    <a:pt x="88" y="246"/>
                    <a:pt x="87" y="246"/>
                  </a:cubicBezTo>
                  <a:cubicBezTo>
                    <a:pt x="84" y="248"/>
                    <a:pt x="77" y="243"/>
                    <a:pt x="75" y="245"/>
                  </a:cubicBezTo>
                  <a:cubicBezTo>
                    <a:pt x="73" y="246"/>
                    <a:pt x="74" y="251"/>
                    <a:pt x="73" y="253"/>
                  </a:cubicBezTo>
                  <a:cubicBezTo>
                    <a:pt x="72" y="254"/>
                    <a:pt x="69" y="255"/>
                    <a:pt x="68" y="255"/>
                  </a:cubicBezTo>
                  <a:cubicBezTo>
                    <a:pt x="64" y="255"/>
                    <a:pt x="57" y="254"/>
                    <a:pt x="53" y="252"/>
                  </a:cubicBezTo>
                  <a:cubicBezTo>
                    <a:pt x="52" y="251"/>
                    <a:pt x="49" y="249"/>
                    <a:pt x="49" y="247"/>
                  </a:cubicBezTo>
                  <a:cubicBezTo>
                    <a:pt x="49" y="246"/>
                    <a:pt x="50" y="243"/>
                    <a:pt x="50" y="242"/>
                  </a:cubicBezTo>
                  <a:cubicBezTo>
                    <a:pt x="50" y="241"/>
                    <a:pt x="50" y="238"/>
                    <a:pt x="49" y="237"/>
                  </a:cubicBezTo>
                  <a:cubicBezTo>
                    <a:pt x="48" y="236"/>
                    <a:pt x="45" y="236"/>
                    <a:pt x="44" y="235"/>
                  </a:cubicBezTo>
                  <a:cubicBezTo>
                    <a:pt x="43" y="234"/>
                    <a:pt x="43" y="231"/>
                    <a:pt x="42" y="230"/>
                  </a:cubicBezTo>
                  <a:cubicBezTo>
                    <a:pt x="41" y="229"/>
                    <a:pt x="39" y="229"/>
                    <a:pt x="38" y="229"/>
                  </a:cubicBezTo>
                  <a:cubicBezTo>
                    <a:pt x="37" y="229"/>
                    <a:pt x="34" y="230"/>
                    <a:pt x="33" y="231"/>
                  </a:cubicBezTo>
                  <a:cubicBezTo>
                    <a:pt x="32" y="233"/>
                    <a:pt x="35" y="237"/>
                    <a:pt x="34" y="238"/>
                  </a:cubicBezTo>
                  <a:cubicBezTo>
                    <a:pt x="34" y="239"/>
                    <a:pt x="33" y="240"/>
                    <a:pt x="32" y="240"/>
                  </a:cubicBezTo>
                  <a:cubicBezTo>
                    <a:pt x="31" y="240"/>
                    <a:pt x="30" y="238"/>
                    <a:pt x="29" y="238"/>
                  </a:cubicBezTo>
                  <a:cubicBezTo>
                    <a:pt x="28" y="238"/>
                    <a:pt x="26" y="239"/>
                    <a:pt x="26" y="239"/>
                  </a:cubicBezTo>
                  <a:cubicBezTo>
                    <a:pt x="24" y="241"/>
                    <a:pt x="23" y="248"/>
                    <a:pt x="21" y="250"/>
                  </a:cubicBezTo>
                  <a:cubicBezTo>
                    <a:pt x="20" y="251"/>
                    <a:pt x="16" y="251"/>
                    <a:pt x="15" y="253"/>
                  </a:cubicBezTo>
                  <a:cubicBezTo>
                    <a:pt x="14" y="254"/>
                    <a:pt x="14" y="258"/>
                    <a:pt x="14" y="259"/>
                  </a:cubicBezTo>
                  <a:cubicBezTo>
                    <a:pt x="14" y="260"/>
                    <a:pt x="16" y="262"/>
                    <a:pt x="17" y="263"/>
                  </a:cubicBezTo>
                  <a:cubicBezTo>
                    <a:pt x="19" y="264"/>
                    <a:pt x="24" y="262"/>
                    <a:pt x="26" y="263"/>
                  </a:cubicBezTo>
                  <a:cubicBezTo>
                    <a:pt x="27" y="264"/>
                    <a:pt x="26" y="267"/>
                    <a:pt x="28" y="268"/>
                  </a:cubicBezTo>
                  <a:cubicBezTo>
                    <a:pt x="28" y="269"/>
                    <a:pt x="31" y="268"/>
                    <a:pt x="32" y="268"/>
                  </a:cubicBezTo>
                  <a:cubicBezTo>
                    <a:pt x="34" y="269"/>
                    <a:pt x="36" y="271"/>
                    <a:pt x="36" y="273"/>
                  </a:cubicBezTo>
                  <a:cubicBezTo>
                    <a:pt x="37" y="274"/>
                    <a:pt x="38" y="277"/>
                    <a:pt x="37" y="278"/>
                  </a:cubicBezTo>
                  <a:cubicBezTo>
                    <a:pt x="37" y="279"/>
                    <a:pt x="35" y="279"/>
                    <a:pt x="34" y="280"/>
                  </a:cubicBezTo>
                  <a:cubicBezTo>
                    <a:pt x="33" y="281"/>
                    <a:pt x="33" y="284"/>
                    <a:pt x="33" y="285"/>
                  </a:cubicBezTo>
                  <a:cubicBezTo>
                    <a:pt x="34" y="291"/>
                    <a:pt x="42" y="307"/>
                    <a:pt x="42" y="307"/>
                  </a:cubicBezTo>
                  <a:cubicBezTo>
                    <a:pt x="42" y="307"/>
                    <a:pt x="46" y="313"/>
                    <a:pt x="48" y="314"/>
                  </a:cubicBezTo>
                  <a:cubicBezTo>
                    <a:pt x="49" y="315"/>
                    <a:pt x="53" y="315"/>
                    <a:pt x="55" y="315"/>
                  </a:cubicBezTo>
                  <a:cubicBezTo>
                    <a:pt x="55" y="316"/>
                    <a:pt x="57" y="317"/>
                    <a:pt x="57" y="318"/>
                  </a:cubicBezTo>
                  <a:cubicBezTo>
                    <a:pt x="58" y="320"/>
                    <a:pt x="57" y="325"/>
                    <a:pt x="58" y="327"/>
                  </a:cubicBezTo>
                  <a:cubicBezTo>
                    <a:pt x="58" y="328"/>
                    <a:pt x="60" y="329"/>
                    <a:pt x="61" y="330"/>
                  </a:cubicBezTo>
                  <a:cubicBezTo>
                    <a:pt x="63" y="330"/>
                    <a:pt x="68" y="327"/>
                    <a:pt x="70" y="328"/>
                  </a:cubicBezTo>
                  <a:cubicBezTo>
                    <a:pt x="71" y="328"/>
                    <a:pt x="73" y="329"/>
                    <a:pt x="74" y="329"/>
                  </a:cubicBezTo>
                  <a:cubicBezTo>
                    <a:pt x="76" y="330"/>
                    <a:pt x="79" y="329"/>
                    <a:pt x="81" y="328"/>
                  </a:cubicBezTo>
                  <a:cubicBezTo>
                    <a:pt x="83" y="327"/>
                    <a:pt x="87" y="323"/>
                    <a:pt x="89" y="320"/>
                  </a:cubicBezTo>
                  <a:cubicBezTo>
                    <a:pt x="90" y="319"/>
                    <a:pt x="91" y="315"/>
                    <a:pt x="92" y="314"/>
                  </a:cubicBezTo>
                  <a:cubicBezTo>
                    <a:pt x="93" y="313"/>
                    <a:pt x="97" y="312"/>
                    <a:pt x="98" y="312"/>
                  </a:cubicBezTo>
                  <a:cubicBezTo>
                    <a:pt x="100" y="312"/>
                    <a:pt x="103" y="313"/>
                    <a:pt x="104" y="312"/>
                  </a:cubicBezTo>
                  <a:cubicBezTo>
                    <a:pt x="107" y="311"/>
                    <a:pt x="112" y="305"/>
                    <a:pt x="114" y="302"/>
                  </a:cubicBezTo>
                  <a:cubicBezTo>
                    <a:pt x="115" y="299"/>
                    <a:pt x="115" y="294"/>
                    <a:pt x="117" y="292"/>
                  </a:cubicBezTo>
                  <a:cubicBezTo>
                    <a:pt x="118" y="291"/>
                    <a:pt x="122" y="291"/>
                    <a:pt x="123" y="290"/>
                  </a:cubicBezTo>
                  <a:cubicBezTo>
                    <a:pt x="126" y="287"/>
                    <a:pt x="126" y="277"/>
                    <a:pt x="130" y="275"/>
                  </a:cubicBezTo>
                  <a:cubicBezTo>
                    <a:pt x="131" y="274"/>
                    <a:pt x="134" y="277"/>
                    <a:pt x="136" y="277"/>
                  </a:cubicBezTo>
                  <a:cubicBezTo>
                    <a:pt x="138" y="276"/>
                    <a:pt x="141" y="272"/>
                    <a:pt x="143" y="272"/>
                  </a:cubicBezTo>
                  <a:cubicBezTo>
                    <a:pt x="145" y="272"/>
                    <a:pt x="148" y="276"/>
                    <a:pt x="150" y="276"/>
                  </a:cubicBezTo>
                  <a:cubicBezTo>
                    <a:pt x="153" y="277"/>
                    <a:pt x="157" y="274"/>
                    <a:pt x="160" y="274"/>
                  </a:cubicBezTo>
                  <a:cubicBezTo>
                    <a:pt x="162" y="274"/>
                    <a:pt x="165" y="277"/>
                    <a:pt x="166" y="278"/>
                  </a:cubicBezTo>
                  <a:cubicBezTo>
                    <a:pt x="168" y="279"/>
                    <a:pt x="172" y="280"/>
                    <a:pt x="174" y="279"/>
                  </a:cubicBezTo>
                  <a:cubicBezTo>
                    <a:pt x="176" y="279"/>
                    <a:pt x="180" y="275"/>
                    <a:pt x="183" y="276"/>
                  </a:cubicBezTo>
                  <a:cubicBezTo>
                    <a:pt x="184" y="276"/>
                    <a:pt x="185" y="279"/>
                    <a:pt x="185" y="280"/>
                  </a:cubicBezTo>
                  <a:cubicBezTo>
                    <a:pt x="185" y="281"/>
                    <a:pt x="184" y="283"/>
                    <a:pt x="184" y="284"/>
                  </a:cubicBezTo>
                  <a:cubicBezTo>
                    <a:pt x="185" y="285"/>
                    <a:pt x="187" y="287"/>
                    <a:pt x="189" y="287"/>
                  </a:cubicBezTo>
                  <a:cubicBezTo>
                    <a:pt x="191" y="288"/>
                    <a:pt x="195" y="286"/>
                    <a:pt x="197" y="287"/>
                  </a:cubicBezTo>
                  <a:cubicBezTo>
                    <a:pt x="198" y="288"/>
                    <a:pt x="198" y="292"/>
                    <a:pt x="199" y="293"/>
                  </a:cubicBezTo>
                  <a:cubicBezTo>
                    <a:pt x="202" y="295"/>
                    <a:pt x="211" y="295"/>
                    <a:pt x="213" y="298"/>
                  </a:cubicBezTo>
                  <a:cubicBezTo>
                    <a:pt x="214" y="299"/>
                    <a:pt x="214" y="302"/>
                    <a:pt x="214" y="303"/>
                  </a:cubicBezTo>
                  <a:cubicBezTo>
                    <a:pt x="213" y="305"/>
                    <a:pt x="208" y="305"/>
                    <a:pt x="207" y="306"/>
                  </a:cubicBezTo>
                  <a:cubicBezTo>
                    <a:pt x="206" y="307"/>
                    <a:pt x="204" y="308"/>
                    <a:pt x="204" y="309"/>
                  </a:cubicBezTo>
                  <a:cubicBezTo>
                    <a:pt x="205" y="313"/>
                    <a:pt x="218" y="319"/>
                    <a:pt x="218" y="319"/>
                  </a:cubicBezTo>
                  <a:cubicBezTo>
                    <a:pt x="218" y="319"/>
                    <a:pt x="217" y="311"/>
                    <a:pt x="217" y="309"/>
                  </a:cubicBezTo>
                  <a:cubicBezTo>
                    <a:pt x="218" y="304"/>
                    <a:pt x="221" y="296"/>
                    <a:pt x="224" y="292"/>
                  </a:cubicBezTo>
                  <a:cubicBezTo>
                    <a:pt x="227" y="288"/>
                    <a:pt x="237" y="280"/>
                    <a:pt x="242" y="277"/>
                  </a:cubicBezTo>
                  <a:cubicBezTo>
                    <a:pt x="244" y="275"/>
                    <a:pt x="251" y="274"/>
                    <a:pt x="252" y="272"/>
                  </a:cubicBezTo>
                  <a:cubicBezTo>
                    <a:pt x="253" y="271"/>
                    <a:pt x="253" y="268"/>
                    <a:pt x="253" y="266"/>
                  </a:cubicBezTo>
                  <a:cubicBezTo>
                    <a:pt x="253" y="265"/>
                    <a:pt x="252" y="261"/>
                    <a:pt x="252" y="260"/>
                  </a:cubicBezTo>
                  <a:cubicBezTo>
                    <a:pt x="252" y="258"/>
                    <a:pt x="252" y="253"/>
                    <a:pt x="253" y="251"/>
                  </a:cubicBezTo>
                  <a:cubicBezTo>
                    <a:pt x="255" y="246"/>
                    <a:pt x="264" y="240"/>
                    <a:pt x="267" y="236"/>
                  </a:cubicBezTo>
                  <a:cubicBezTo>
                    <a:pt x="267" y="236"/>
                    <a:pt x="269" y="234"/>
                    <a:pt x="269" y="233"/>
                  </a:cubicBezTo>
                  <a:cubicBezTo>
                    <a:pt x="270" y="230"/>
                    <a:pt x="266" y="223"/>
                    <a:pt x="267" y="220"/>
                  </a:cubicBezTo>
                  <a:cubicBezTo>
                    <a:pt x="268" y="216"/>
                    <a:pt x="276" y="211"/>
                    <a:pt x="277" y="207"/>
                  </a:cubicBezTo>
                  <a:cubicBezTo>
                    <a:pt x="278" y="205"/>
                    <a:pt x="278" y="201"/>
                    <a:pt x="278" y="199"/>
                  </a:cubicBezTo>
                  <a:cubicBezTo>
                    <a:pt x="279" y="197"/>
                    <a:pt x="283" y="194"/>
                    <a:pt x="283" y="192"/>
                  </a:cubicBezTo>
                  <a:cubicBezTo>
                    <a:pt x="284" y="191"/>
                    <a:pt x="283" y="188"/>
                    <a:pt x="282" y="187"/>
                  </a:cubicBezTo>
                  <a:cubicBezTo>
                    <a:pt x="280" y="185"/>
                    <a:pt x="275" y="186"/>
                    <a:pt x="273" y="184"/>
                  </a:cubicBezTo>
                  <a:cubicBezTo>
                    <a:pt x="271" y="183"/>
                    <a:pt x="271" y="175"/>
                    <a:pt x="269" y="175"/>
                  </a:cubicBezTo>
                  <a:cubicBezTo>
                    <a:pt x="268" y="175"/>
                    <a:pt x="268" y="178"/>
                    <a:pt x="267" y="178"/>
                  </a:cubicBezTo>
                  <a:cubicBezTo>
                    <a:pt x="266" y="178"/>
                    <a:pt x="265" y="178"/>
                    <a:pt x="264" y="177"/>
                  </a:cubicBezTo>
                  <a:cubicBezTo>
                    <a:pt x="263" y="176"/>
                    <a:pt x="263" y="173"/>
                    <a:pt x="263" y="172"/>
                  </a:cubicBezTo>
                  <a:cubicBezTo>
                    <a:pt x="264" y="171"/>
                    <a:pt x="266" y="170"/>
                    <a:pt x="267" y="171"/>
                  </a:cubicBezTo>
                  <a:cubicBezTo>
                    <a:pt x="268" y="171"/>
                    <a:pt x="269" y="174"/>
                    <a:pt x="270" y="174"/>
                  </a:cubicBezTo>
                  <a:cubicBezTo>
                    <a:pt x="271" y="173"/>
                    <a:pt x="268" y="170"/>
                    <a:pt x="268" y="169"/>
                  </a:cubicBezTo>
                  <a:cubicBezTo>
                    <a:pt x="268" y="165"/>
                    <a:pt x="267" y="155"/>
                    <a:pt x="268" y="150"/>
                  </a:cubicBezTo>
                  <a:cubicBezTo>
                    <a:pt x="269" y="147"/>
                    <a:pt x="275" y="142"/>
                    <a:pt x="276" y="139"/>
                  </a:cubicBezTo>
                  <a:cubicBezTo>
                    <a:pt x="278" y="135"/>
                    <a:pt x="277" y="126"/>
                    <a:pt x="279" y="123"/>
                  </a:cubicBezTo>
                  <a:cubicBezTo>
                    <a:pt x="280" y="120"/>
                    <a:pt x="285" y="116"/>
                    <a:pt x="286" y="113"/>
                  </a:cubicBezTo>
                  <a:cubicBezTo>
                    <a:pt x="287" y="110"/>
                    <a:pt x="288" y="103"/>
                    <a:pt x="287" y="100"/>
                  </a:cubicBezTo>
                  <a:cubicBezTo>
                    <a:pt x="287" y="98"/>
                    <a:pt x="285" y="94"/>
                    <a:pt x="284" y="92"/>
                  </a:cubicBezTo>
                  <a:cubicBezTo>
                    <a:pt x="283" y="89"/>
                    <a:pt x="282" y="85"/>
                    <a:pt x="282" y="83"/>
                  </a:cubicBezTo>
                  <a:cubicBezTo>
                    <a:pt x="283" y="80"/>
                    <a:pt x="286" y="75"/>
                    <a:pt x="286" y="72"/>
                  </a:cubicBezTo>
                  <a:cubicBezTo>
                    <a:pt x="286" y="70"/>
                    <a:pt x="286" y="66"/>
                    <a:pt x="285" y="64"/>
                  </a:cubicBezTo>
                  <a:cubicBezTo>
                    <a:pt x="283" y="62"/>
                    <a:pt x="278" y="60"/>
                    <a:pt x="277" y="58"/>
                  </a:cubicBezTo>
                  <a:cubicBezTo>
                    <a:pt x="275" y="54"/>
                    <a:pt x="275" y="45"/>
                    <a:pt x="275" y="41"/>
                  </a:cubicBezTo>
                  <a:cubicBezTo>
                    <a:pt x="276" y="38"/>
                    <a:pt x="280" y="28"/>
                    <a:pt x="280" y="28"/>
                  </a:cubicBezTo>
                  <a:cubicBezTo>
                    <a:pt x="280" y="28"/>
                    <a:pt x="270" y="34"/>
                    <a:pt x="267" y="35"/>
                  </a:cubicBezTo>
                  <a:cubicBezTo>
                    <a:pt x="263" y="35"/>
                    <a:pt x="253" y="34"/>
                    <a:pt x="250" y="3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22"/>
            <p:cNvSpPr>
              <a:spLocks/>
            </p:cNvSpPr>
            <p:nvPr/>
          </p:nvSpPr>
          <p:spPr bwMode="auto">
            <a:xfrm>
              <a:off x="4806950" y="3221038"/>
              <a:ext cx="22225" cy="19050"/>
            </a:xfrm>
            <a:custGeom>
              <a:avLst/>
              <a:gdLst/>
              <a:ahLst/>
              <a:cxnLst>
                <a:cxn ang="0">
                  <a:pos x="9" y="0"/>
                </a:cxn>
                <a:cxn ang="0">
                  <a:pos x="6" y="6"/>
                </a:cxn>
                <a:cxn ang="0">
                  <a:pos x="3" y="3"/>
                </a:cxn>
                <a:cxn ang="0">
                  <a:pos x="0" y="6"/>
                </a:cxn>
                <a:cxn ang="0">
                  <a:pos x="3" y="11"/>
                </a:cxn>
                <a:cxn ang="0">
                  <a:pos x="8" y="11"/>
                </a:cxn>
                <a:cxn ang="0">
                  <a:pos x="12" y="9"/>
                </a:cxn>
                <a:cxn ang="0">
                  <a:pos x="10" y="7"/>
                </a:cxn>
                <a:cxn ang="0">
                  <a:pos x="12" y="3"/>
                </a:cxn>
                <a:cxn ang="0">
                  <a:pos x="9" y="0"/>
                </a:cxn>
              </a:cxnLst>
              <a:rect l="0" t="0" r="r" b="b"/>
              <a:pathLst>
                <a:path w="13" h="11">
                  <a:moveTo>
                    <a:pt x="9" y="0"/>
                  </a:moveTo>
                  <a:cubicBezTo>
                    <a:pt x="7" y="1"/>
                    <a:pt x="8" y="5"/>
                    <a:pt x="6" y="6"/>
                  </a:cubicBezTo>
                  <a:cubicBezTo>
                    <a:pt x="5" y="6"/>
                    <a:pt x="4" y="3"/>
                    <a:pt x="3" y="3"/>
                  </a:cubicBezTo>
                  <a:cubicBezTo>
                    <a:pt x="2" y="3"/>
                    <a:pt x="0" y="5"/>
                    <a:pt x="0" y="6"/>
                  </a:cubicBezTo>
                  <a:cubicBezTo>
                    <a:pt x="0" y="8"/>
                    <a:pt x="2" y="10"/>
                    <a:pt x="3" y="11"/>
                  </a:cubicBezTo>
                  <a:cubicBezTo>
                    <a:pt x="4" y="11"/>
                    <a:pt x="7" y="11"/>
                    <a:pt x="8" y="11"/>
                  </a:cubicBezTo>
                  <a:cubicBezTo>
                    <a:pt x="9" y="10"/>
                    <a:pt x="11" y="10"/>
                    <a:pt x="12" y="9"/>
                  </a:cubicBezTo>
                  <a:cubicBezTo>
                    <a:pt x="12" y="8"/>
                    <a:pt x="10" y="7"/>
                    <a:pt x="10" y="7"/>
                  </a:cubicBezTo>
                  <a:cubicBezTo>
                    <a:pt x="10" y="5"/>
                    <a:pt x="13" y="4"/>
                    <a:pt x="12" y="3"/>
                  </a:cubicBezTo>
                  <a:cubicBezTo>
                    <a:pt x="12" y="2"/>
                    <a:pt x="10" y="0"/>
                    <a:pt x="9"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23"/>
            <p:cNvSpPr>
              <a:spLocks/>
            </p:cNvSpPr>
            <p:nvPr/>
          </p:nvSpPr>
          <p:spPr bwMode="auto">
            <a:xfrm>
              <a:off x="4457700" y="3062288"/>
              <a:ext cx="336550" cy="444500"/>
            </a:xfrm>
            <a:custGeom>
              <a:avLst/>
              <a:gdLst/>
              <a:ahLst/>
              <a:cxnLst>
                <a:cxn ang="0">
                  <a:pos x="110" y="24"/>
                </a:cxn>
                <a:cxn ang="0">
                  <a:pos x="89" y="26"/>
                </a:cxn>
                <a:cxn ang="0">
                  <a:pos x="81" y="48"/>
                </a:cxn>
                <a:cxn ang="0">
                  <a:pos x="95" y="72"/>
                </a:cxn>
                <a:cxn ang="0">
                  <a:pos x="92" y="85"/>
                </a:cxn>
                <a:cxn ang="0">
                  <a:pos x="62" y="98"/>
                </a:cxn>
                <a:cxn ang="0">
                  <a:pos x="44" y="128"/>
                </a:cxn>
                <a:cxn ang="0">
                  <a:pos x="26" y="144"/>
                </a:cxn>
                <a:cxn ang="0">
                  <a:pos x="23" y="166"/>
                </a:cxn>
                <a:cxn ang="0">
                  <a:pos x="6" y="173"/>
                </a:cxn>
                <a:cxn ang="0">
                  <a:pos x="8" y="184"/>
                </a:cxn>
                <a:cxn ang="0">
                  <a:pos x="13" y="202"/>
                </a:cxn>
                <a:cxn ang="0">
                  <a:pos x="22" y="220"/>
                </a:cxn>
                <a:cxn ang="0">
                  <a:pos x="36" y="227"/>
                </a:cxn>
                <a:cxn ang="0">
                  <a:pos x="53" y="240"/>
                </a:cxn>
                <a:cxn ang="0">
                  <a:pos x="61" y="259"/>
                </a:cxn>
                <a:cxn ang="0">
                  <a:pos x="73" y="254"/>
                </a:cxn>
                <a:cxn ang="0">
                  <a:pos x="91" y="251"/>
                </a:cxn>
                <a:cxn ang="0">
                  <a:pos x="112" y="248"/>
                </a:cxn>
                <a:cxn ang="0">
                  <a:pos x="126" y="249"/>
                </a:cxn>
                <a:cxn ang="0">
                  <a:pos x="158" y="253"/>
                </a:cxn>
                <a:cxn ang="0">
                  <a:pos x="151" y="219"/>
                </a:cxn>
                <a:cxn ang="0">
                  <a:pos x="148" y="197"/>
                </a:cxn>
                <a:cxn ang="0">
                  <a:pos x="145" y="192"/>
                </a:cxn>
                <a:cxn ang="0">
                  <a:pos x="132" y="185"/>
                </a:cxn>
                <a:cxn ang="0">
                  <a:pos x="144" y="180"/>
                </a:cxn>
                <a:cxn ang="0">
                  <a:pos x="126" y="179"/>
                </a:cxn>
                <a:cxn ang="0">
                  <a:pos x="130" y="176"/>
                </a:cxn>
                <a:cxn ang="0">
                  <a:pos x="124" y="170"/>
                </a:cxn>
                <a:cxn ang="0">
                  <a:pos x="141" y="168"/>
                </a:cxn>
                <a:cxn ang="0">
                  <a:pos x="157" y="166"/>
                </a:cxn>
                <a:cxn ang="0">
                  <a:pos x="155" y="164"/>
                </a:cxn>
                <a:cxn ang="0">
                  <a:pos x="153" y="161"/>
                </a:cxn>
                <a:cxn ang="0">
                  <a:pos x="168" y="167"/>
                </a:cxn>
                <a:cxn ang="0">
                  <a:pos x="183" y="179"/>
                </a:cxn>
                <a:cxn ang="0">
                  <a:pos x="191" y="174"/>
                </a:cxn>
                <a:cxn ang="0">
                  <a:pos x="180" y="155"/>
                </a:cxn>
                <a:cxn ang="0">
                  <a:pos x="166" y="144"/>
                </a:cxn>
                <a:cxn ang="0">
                  <a:pos x="173" y="146"/>
                </a:cxn>
                <a:cxn ang="0">
                  <a:pos x="170" y="127"/>
                </a:cxn>
                <a:cxn ang="0">
                  <a:pos x="143" y="109"/>
                </a:cxn>
                <a:cxn ang="0">
                  <a:pos x="162" y="108"/>
                </a:cxn>
                <a:cxn ang="0">
                  <a:pos x="168" y="104"/>
                </a:cxn>
                <a:cxn ang="0">
                  <a:pos x="167" y="118"/>
                </a:cxn>
                <a:cxn ang="0">
                  <a:pos x="180" y="102"/>
                </a:cxn>
                <a:cxn ang="0">
                  <a:pos x="180" y="94"/>
                </a:cxn>
                <a:cxn ang="0">
                  <a:pos x="177" y="87"/>
                </a:cxn>
                <a:cxn ang="0">
                  <a:pos x="154" y="86"/>
                </a:cxn>
                <a:cxn ang="0">
                  <a:pos x="174" y="77"/>
                </a:cxn>
                <a:cxn ang="0">
                  <a:pos x="193" y="76"/>
                </a:cxn>
                <a:cxn ang="0">
                  <a:pos x="197" y="70"/>
                </a:cxn>
                <a:cxn ang="0">
                  <a:pos x="195" y="54"/>
                </a:cxn>
                <a:cxn ang="0">
                  <a:pos x="179" y="37"/>
                </a:cxn>
                <a:cxn ang="0">
                  <a:pos x="167" y="24"/>
                </a:cxn>
                <a:cxn ang="0">
                  <a:pos x="155" y="4"/>
                </a:cxn>
              </a:cxnLst>
              <a:rect l="0" t="0" r="r" b="b"/>
              <a:pathLst>
                <a:path w="198" h="262">
                  <a:moveTo>
                    <a:pt x="137" y="6"/>
                  </a:moveTo>
                  <a:cubicBezTo>
                    <a:pt x="136" y="8"/>
                    <a:pt x="137" y="15"/>
                    <a:pt x="135" y="17"/>
                  </a:cubicBezTo>
                  <a:cubicBezTo>
                    <a:pt x="131" y="22"/>
                    <a:pt x="116" y="26"/>
                    <a:pt x="110" y="24"/>
                  </a:cubicBezTo>
                  <a:cubicBezTo>
                    <a:pt x="108" y="23"/>
                    <a:pt x="106" y="17"/>
                    <a:pt x="104" y="15"/>
                  </a:cubicBezTo>
                  <a:cubicBezTo>
                    <a:pt x="102" y="14"/>
                    <a:pt x="95" y="13"/>
                    <a:pt x="93" y="14"/>
                  </a:cubicBezTo>
                  <a:cubicBezTo>
                    <a:pt x="90" y="16"/>
                    <a:pt x="91" y="24"/>
                    <a:pt x="89" y="26"/>
                  </a:cubicBezTo>
                  <a:cubicBezTo>
                    <a:pt x="86" y="28"/>
                    <a:pt x="76" y="24"/>
                    <a:pt x="74" y="27"/>
                  </a:cubicBezTo>
                  <a:cubicBezTo>
                    <a:pt x="72" y="30"/>
                    <a:pt x="75" y="37"/>
                    <a:pt x="76" y="40"/>
                  </a:cubicBezTo>
                  <a:cubicBezTo>
                    <a:pt x="77" y="42"/>
                    <a:pt x="79" y="47"/>
                    <a:pt x="81" y="48"/>
                  </a:cubicBezTo>
                  <a:cubicBezTo>
                    <a:pt x="83" y="50"/>
                    <a:pt x="90" y="52"/>
                    <a:pt x="92" y="54"/>
                  </a:cubicBezTo>
                  <a:cubicBezTo>
                    <a:pt x="93" y="57"/>
                    <a:pt x="91" y="63"/>
                    <a:pt x="92" y="67"/>
                  </a:cubicBezTo>
                  <a:cubicBezTo>
                    <a:pt x="92" y="68"/>
                    <a:pt x="93" y="71"/>
                    <a:pt x="95" y="72"/>
                  </a:cubicBezTo>
                  <a:cubicBezTo>
                    <a:pt x="96" y="73"/>
                    <a:pt x="102" y="73"/>
                    <a:pt x="102" y="75"/>
                  </a:cubicBezTo>
                  <a:cubicBezTo>
                    <a:pt x="103" y="76"/>
                    <a:pt x="102" y="79"/>
                    <a:pt x="101" y="80"/>
                  </a:cubicBezTo>
                  <a:cubicBezTo>
                    <a:pt x="99" y="82"/>
                    <a:pt x="94" y="83"/>
                    <a:pt x="92" y="85"/>
                  </a:cubicBezTo>
                  <a:cubicBezTo>
                    <a:pt x="90" y="87"/>
                    <a:pt x="87" y="92"/>
                    <a:pt x="85" y="94"/>
                  </a:cubicBezTo>
                  <a:cubicBezTo>
                    <a:pt x="83" y="95"/>
                    <a:pt x="79" y="96"/>
                    <a:pt x="77" y="97"/>
                  </a:cubicBezTo>
                  <a:cubicBezTo>
                    <a:pt x="74" y="98"/>
                    <a:pt x="65" y="95"/>
                    <a:pt x="62" y="98"/>
                  </a:cubicBezTo>
                  <a:cubicBezTo>
                    <a:pt x="58" y="100"/>
                    <a:pt x="58" y="110"/>
                    <a:pt x="55" y="114"/>
                  </a:cubicBezTo>
                  <a:cubicBezTo>
                    <a:pt x="54" y="115"/>
                    <a:pt x="50" y="117"/>
                    <a:pt x="48" y="118"/>
                  </a:cubicBezTo>
                  <a:cubicBezTo>
                    <a:pt x="47" y="120"/>
                    <a:pt x="46" y="126"/>
                    <a:pt x="44" y="128"/>
                  </a:cubicBezTo>
                  <a:cubicBezTo>
                    <a:pt x="42" y="129"/>
                    <a:pt x="35" y="130"/>
                    <a:pt x="35" y="130"/>
                  </a:cubicBezTo>
                  <a:cubicBezTo>
                    <a:pt x="35" y="130"/>
                    <a:pt x="33" y="141"/>
                    <a:pt x="31" y="143"/>
                  </a:cubicBezTo>
                  <a:cubicBezTo>
                    <a:pt x="30" y="144"/>
                    <a:pt x="27" y="143"/>
                    <a:pt x="26" y="144"/>
                  </a:cubicBezTo>
                  <a:cubicBezTo>
                    <a:pt x="23" y="147"/>
                    <a:pt x="22" y="156"/>
                    <a:pt x="22" y="160"/>
                  </a:cubicBezTo>
                  <a:cubicBezTo>
                    <a:pt x="22" y="161"/>
                    <a:pt x="25" y="162"/>
                    <a:pt x="25" y="163"/>
                  </a:cubicBezTo>
                  <a:cubicBezTo>
                    <a:pt x="25" y="164"/>
                    <a:pt x="24" y="165"/>
                    <a:pt x="23" y="166"/>
                  </a:cubicBezTo>
                  <a:cubicBezTo>
                    <a:pt x="22" y="167"/>
                    <a:pt x="18" y="169"/>
                    <a:pt x="17" y="169"/>
                  </a:cubicBezTo>
                  <a:cubicBezTo>
                    <a:pt x="15" y="170"/>
                    <a:pt x="12" y="169"/>
                    <a:pt x="11" y="170"/>
                  </a:cubicBezTo>
                  <a:cubicBezTo>
                    <a:pt x="9" y="170"/>
                    <a:pt x="7" y="172"/>
                    <a:pt x="6" y="173"/>
                  </a:cubicBezTo>
                  <a:cubicBezTo>
                    <a:pt x="5" y="175"/>
                    <a:pt x="2" y="180"/>
                    <a:pt x="3" y="182"/>
                  </a:cubicBezTo>
                  <a:cubicBezTo>
                    <a:pt x="4" y="182"/>
                    <a:pt x="6" y="182"/>
                    <a:pt x="7" y="182"/>
                  </a:cubicBezTo>
                  <a:cubicBezTo>
                    <a:pt x="7" y="182"/>
                    <a:pt x="8" y="183"/>
                    <a:pt x="8" y="184"/>
                  </a:cubicBezTo>
                  <a:cubicBezTo>
                    <a:pt x="8" y="187"/>
                    <a:pt x="0" y="191"/>
                    <a:pt x="1" y="194"/>
                  </a:cubicBezTo>
                  <a:cubicBezTo>
                    <a:pt x="2" y="197"/>
                    <a:pt x="9" y="197"/>
                    <a:pt x="11" y="199"/>
                  </a:cubicBezTo>
                  <a:cubicBezTo>
                    <a:pt x="12" y="199"/>
                    <a:pt x="13" y="201"/>
                    <a:pt x="13" y="202"/>
                  </a:cubicBezTo>
                  <a:cubicBezTo>
                    <a:pt x="12" y="205"/>
                    <a:pt x="5" y="205"/>
                    <a:pt x="5" y="208"/>
                  </a:cubicBezTo>
                  <a:cubicBezTo>
                    <a:pt x="5" y="212"/>
                    <a:pt x="17" y="214"/>
                    <a:pt x="20" y="217"/>
                  </a:cubicBezTo>
                  <a:cubicBezTo>
                    <a:pt x="21" y="218"/>
                    <a:pt x="22" y="220"/>
                    <a:pt x="22" y="220"/>
                  </a:cubicBezTo>
                  <a:cubicBezTo>
                    <a:pt x="22" y="222"/>
                    <a:pt x="19" y="225"/>
                    <a:pt x="19" y="225"/>
                  </a:cubicBezTo>
                  <a:cubicBezTo>
                    <a:pt x="19" y="225"/>
                    <a:pt x="23" y="228"/>
                    <a:pt x="25" y="229"/>
                  </a:cubicBezTo>
                  <a:cubicBezTo>
                    <a:pt x="27" y="229"/>
                    <a:pt x="33" y="226"/>
                    <a:pt x="36" y="227"/>
                  </a:cubicBezTo>
                  <a:cubicBezTo>
                    <a:pt x="37" y="227"/>
                    <a:pt x="39" y="230"/>
                    <a:pt x="40" y="231"/>
                  </a:cubicBezTo>
                  <a:cubicBezTo>
                    <a:pt x="42" y="234"/>
                    <a:pt x="43" y="241"/>
                    <a:pt x="46" y="242"/>
                  </a:cubicBezTo>
                  <a:cubicBezTo>
                    <a:pt x="48" y="243"/>
                    <a:pt x="51" y="240"/>
                    <a:pt x="53" y="240"/>
                  </a:cubicBezTo>
                  <a:cubicBezTo>
                    <a:pt x="53" y="240"/>
                    <a:pt x="54" y="241"/>
                    <a:pt x="55" y="242"/>
                  </a:cubicBezTo>
                  <a:cubicBezTo>
                    <a:pt x="56" y="245"/>
                    <a:pt x="53" y="252"/>
                    <a:pt x="54" y="255"/>
                  </a:cubicBezTo>
                  <a:cubicBezTo>
                    <a:pt x="55" y="256"/>
                    <a:pt x="59" y="258"/>
                    <a:pt x="61" y="259"/>
                  </a:cubicBezTo>
                  <a:cubicBezTo>
                    <a:pt x="62" y="260"/>
                    <a:pt x="66" y="262"/>
                    <a:pt x="67" y="262"/>
                  </a:cubicBezTo>
                  <a:cubicBezTo>
                    <a:pt x="68" y="262"/>
                    <a:pt x="70" y="261"/>
                    <a:pt x="70" y="260"/>
                  </a:cubicBezTo>
                  <a:cubicBezTo>
                    <a:pt x="72" y="259"/>
                    <a:pt x="73" y="256"/>
                    <a:pt x="73" y="254"/>
                  </a:cubicBezTo>
                  <a:cubicBezTo>
                    <a:pt x="75" y="250"/>
                    <a:pt x="74" y="242"/>
                    <a:pt x="77" y="239"/>
                  </a:cubicBezTo>
                  <a:cubicBezTo>
                    <a:pt x="78" y="238"/>
                    <a:pt x="80" y="238"/>
                    <a:pt x="81" y="238"/>
                  </a:cubicBezTo>
                  <a:cubicBezTo>
                    <a:pt x="85" y="240"/>
                    <a:pt x="88" y="249"/>
                    <a:pt x="91" y="251"/>
                  </a:cubicBezTo>
                  <a:cubicBezTo>
                    <a:pt x="93" y="253"/>
                    <a:pt x="98" y="254"/>
                    <a:pt x="101" y="254"/>
                  </a:cubicBezTo>
                  <a:cubicBezTo>
                    <a:pt x="103" y="254"/>
                    <a:pt x="108" y="254"/>
                    <a:pt x="110" y="252"/>
                  </a:cubicBezTo>
                  <a:cubicBezTo>
                    <a:pt x="111" y="252"/>
                    <a:pt x="111" y="249"/>
                    <a:pt x="112" y="248"/>
                  </a:cubicBezTo>
                  <a:cubicBezTo>
                    <a:pt x="113" y="248"/>
                    <a:pt x="117" y="249"/>
                    <a:pt x="118" y="248"/>
                  </a:cubicBezTo>
                  <a:cubicBezTo>
                    <a:pt x="119" y="248"/>
                    <a:pt x="121" y="246"/>
                    <a:pt x="123" y="246"/>
                  </a:cubicBezTo>
                  <a:cubicBezTo>
                    <a:pt x="124" y="246"/>
                    <a:pt x="126" y="248"/>
                    <a:pt x="126" y="249"/>
                  </a:cubicBezTo>
                  <a:cubicBezTo>
                    <a:pt x="127" y="251"/>
                    <a:pt x="127" y="255"/>
                    <a:pt x="128" y="256"/>
                  </a:cubicBezTo>
                  <a:cubicBezTo>
                    <a:pt x="131" y="259"/>
                    <a:pt x="141" y="260"/>
                    <a:pt x="145" y="260"/>
                  </a:cubicBezTo>
                  <a:cubicBezTo>
                    <a:pt x="148" y="259"/>
                    <a:pt x="155" y="255"/>
                    <a:pt x="158" y="253"/>
                  </a:cubicBezTo>
                  <a:cubicBezTo>
                    <a:pt x="160" y="251"/>
                    <a:pt x="163" y="248"/>
                    <a:pt x="164" y="245"/>
                  </a:cubicBezTo>
                  <a:cubicBezTo>
                    <a:pt x="165" y="243"/>
                    <a:pt x="164" y="239"/>
                    <a:pt x="163" y="237"/>
                  </a:cubicBezTo>
                  <a:cubicBezTo>
                    <a:pt x="161" y="232"/>
                    <a:pt x="153" y="224"/>
                    <a:pt x="151" y="219"/>
                  </a:cubicBezTo>
                  <a:cubicBezTo>
                    <a:pt x="149" y="216"/>
                    <a:pt x="144" y="209"/>
                    <a:pt x="146" y="205"/>
                  </a:cubicBezTo>
                  <a:cubicBezTo>
                    <a:pt x="146" y="204"/>
                    <a:pt x="149" y="204"/>
                    <a:pt x="150" y="203"/>
                  </a:cubicBezTo>
                  <a:cubicBezTo>
                    <a:pt x="150" y="201"/>
                    <a:pt x="149" y="198"/>
                    <a:pt x="148" y="197"/>
                  </a:cubicBezTo>
                  <a:cubicBezTo>
                    <a:pt x="147" y="197"/>
                    <a:pt x="145" y="197"/>
                    <a:pt x="144" y="196"/>
                  </a:cubicBezTo>
                  <a:cubicBezTo>
                    <a:pt x="144" y="196"/>
                    <a:pt x="143" y="194"/>
                    <a:pt x="143" y="193"/>
                  </a:cubicBezTo>
                  <a:cubicBezTo>
                    <a:pt x="143" y="193"/>
                    <a:pt x="145" y="192"/>
                    <a:pt x="145" y="192"/>
                  </a:cubicBezTo>
                  <a:cubicBezTo>
                    <a:pt x="144" y="190"/>
                    <a:pt x="139" y="192"/>
                    <a:pt x="137" y="190"/>
                  </a:cubicBezTo>
                  <a:cubicBezTo>
                    <a:pt x="136" y="190"/>
                    <a:pt x="135" y="186"/>
                    <a:pt x="134" y="185"/>
                  </a:cubicBezTo>
                  <a:cubicBezTo>
                    <a:pt x="133" y="185"/>
                    <a:pt x="132" y="185"/>
                    <a:pt x="132" y="185"/>
                  </a:cubicBezTo>
                  <a:cubicBezTo>
                    <a:pt x="131" y="185"/>
                    <a:pt x="130" y="184"/>
                    <a:pt x="130" y="183"/>
                  </a:cubicBezTo>
                  <a:cubicBezTo>
                    <a:pt x="130" y="182"/>
                    <a:pt x="132" y="181"/>
                    <a:pt x="133" y="180"/>
                  </a:cubicBezTo>
                  <a:cubicBezTo>
                    <a:pt x="135" y="179"/>
                    <a:pt x="142" y="181"/>
                    <a:pt x="144" y="180"/>
                  </a:cubicBezTo>
                  <a:cubicBezTo>
                    <a:pt x="144" y="180"/>
                    <a:pt x="145" y="179"/>
                    <a:pt x="145" y="179"/>
                  </a:cubicBezTo>
                  <a:cubicBezTo>
                    <a:pt x="144" y="176"/>
                    <a:pt x="137" y="178"/>
                    <a:pt x="134" y="178"/>
                  </a:cubicBezTo>
                  <a:cubicBezTo>
                    <a:pt x="132" y="178"/>
                    <a:pt x="128" y="179"/>
                    <a:pt x="126" y="179"/>
                  </a:cubicBezTo>
                  <a:cubicBezTo>
                    <a:pt x="125" y="178"/>
                    <a:pt x="122" y="177"/>
                    <a:pt x="122" y="176"/>
                  </a:cubicBezTo>
                  <a:cubicBezTo>
                    <a:pt x="122" y="175"/>
                    <a:pt x="127" y="174"/>
                    <a:pt x="128" y="174"/>
                  </a:cubicBezTo>
                  <a:cubicBezTo>
                    <a:pt x="129" y="175"/>
                    <a:pt x="130" y="176"/>
                    <a:pt x="130" y="176"/>
                  </a:cubicBezTo>
                  <a:cubicBezTo>
                    <a:pt x="131" y="176"/>
                    <a:pt x="133" y="174"/>
                    <a:pt x="133" y="173"/>
                  </a:cubicBezTo>
                  <a:cubicBezTo>
                    <a:pt x="133" y="172"/>
                    <a:pt x="131" y="170"/>
                    <a:pt x="130" y="170"/>
                  </a:cubicBezTo>
                  <a:cubicBezTo>
                    <a:pt x="129" y="169"/>
                    <a:pt x="125" y="171"/>
                    <a:pt x="124" y="170"/>
                  </a:cubicBezTo>
                  <a:cubicBezTo>
                    <a:pt x="124" y="169"/>
                    <a:pt x="124" y="167"/>
                    <a:pt x="125" y="167"/>
                  </a:cubicBezTo>
                  <a:cubicBezTo>
                    <a:pt x="126" y="165"/>
                    <a:pt x="131" y="163"/>
                    <a:pt x="133" y="164"/>
                  </a:cubicBezTo>
                  <a:cubicBezTo>
                    <a:pt x="135" y="164"/>
                    <a:pt x="140" y="166"/>
                    <a:pt x="141" y="168"/>
                  </a:cubicBezTo>
                  <a:cubicBezTo>
                    <a:pt x="142" y="168"/>
                    <a:pt x="141" y="170"/>
                    <a:pt x="142" y="170"/>
                  </a:cubicBezTo>
                  <a:cubicBezTo>
                    <a:pt x="142" y="172"/>
                    <a:pt x="145" y="175"/>
                    <a:pt x="147" y="175"/>
                  </a:cubicBezTo>
                  <a:cubicBezTo>
                    <a:pt x="151" y="175"/>
                    <a:pt x="154" y="168"/>
                    <a:pt x="157" y="166"/>
                  </a:cubicBezTo>
                  <a:cubicBezTo>
                    <a:pt x="158" y="166"/>
                    <a:pt x="162" y="167"/>
                    <a:pt x="163" y="166"/>
                  </a:cubicBezTo>
                  <a:cubicBezTo>
                    <a:pt x="163" y="165"/>
                    <a:pt x="163" y="164"/>
                    <a:pt x="162" y="164"/>
                  </a:cubicBezTo>
                  <a:cubicBezTo>
                    <a:pt x="161" y="163"/>
                    <a:pt x="157" y="163"/>
                    <a:pt x="155" y="164"/>
                  </a:cubicBezTo>
                  <a:cubicBezTo>
                    <a:pt x="152" y="166"/>
                    <a:pt x="150" y="173"/>
                    <a:pt x="147" y="173"/>
                  </a:cubicBezTo>
                  <a:cubicBezTo>
                    <a:pt x="146" y="173"/>
                    <a:pt x="145" y="172"/>
                    <a:pt x="145" y="172"/>
                  </a:cubicBezTo>
                  <a:cubicBezTo>
                    <a:pt x="144" y="168"/>
                    <a:pt x="150" y="163"/>
                    <a:pt x="153" y="161"/>
                  </a:cubicBezTo>
                  <a:cubicBezTo>
                    <a:pt x="154" y="160"/>
                    <a:pt x="158" y="161"/>
                    <a:pt x="159" y="161"/>
                  </a:cubicBezTo>
                  <a:cubicBezTo>
                    <a:pt x="162" y="161"/>
                    <a:pt x="167" y="161"/>
                    <a:pt x="169" y="163"/>
                  </a:cubicBezTo>
                  <a:cubicBezTo>
                    <a:pt x="169" y="164"/>
                    <a:pt x="168" y="166"/>
                    <a:pt x="168" y="167"/>
                  </a:cubicBezTo>
                  <a:cubicBezTo>
                    <a:pt x="169" y="169"/>
                    <a:pt x="171" y="174"/>
                    <a:pt x="173" y="175"/>
                  </a:cubicBezTo>
                  <a:cubicBezTo>
                    <a:pt x="175" y="175"/>
                    <a:pt x="178" y="174"/>
                    <a:pt x="179" y="175"/>
                  </a:cubicBezTo>
                  <a:cubicBezTo>
                    <a:pt x="181" y="175"/>
                    <a:pt x="182" y="178"/>
                    <a:pt x="183" y="179"/>
                  </a:cubicBezTo>
                  <a:cubicBezTo>
                    <a:pt x="185" y="179"/>
                    <a:pt x="187" y="177"/>
                    <a:pt x="188" y="177"/>
                  </a:cubicBezTo>
                  <a:cubicBezTo>
                    <a:pt x="189" y="177"/>
                    <a:pt x="191" y="179"/>
                    <a:pt x="192" y="178"/>
                  </a:cubicBezTo>
                  <a:cubicBezTo>
                    <a:pt x="193" y="177"/>
                    <a:pt x="191" y="175"/>
                    <a:pt x="191" y="174"/>
                  </a:cubicBezTo>
                  <a:cubicBezTo>
                    <a:pt x="192" y="172"/>
                    <a:pt x="196" y="169"/>
                    <a:pt x="196" y="167"/>
                  </a:cubicBezTo>
                  <a:cubicBezTo>
                    <a:pt x="196" y="165"/>
                    <a:pt x="193" y="162"/>
                    <a:pt x="192" y="161"/>
                  </a:cubicBezTo>
                  <a:cubicBezTo>
                    <a:pt x="189" y="159"/>
                    <a:pt x="183" y="155"/>
                    <a:pt x="180" y="155"/>
                  </a:cubicBezTo>
                  <a:cubicBezTo>
                    <a:pt x="178" y="154"/>
                    <a:pt x="174" y="157"/>
                    <a:pt x="172" y="156"/>
                  </a:cubicBezTo>
                  <a:cubicBezTo>
                    <a:pt x="171" y="156"/>
                    <a:pt x="169" y="153"/>
                    <a:pt x="168" y="152"/>
                  </a:cubicBezTo>
                  <a:cubicBezTo>
                    <a:pt x="167" y="150"/>
                    <a:pt x="168" y="145"/>
                    <a:pt x="166" y="144"/>
                  </a:cubicBezTo>
                  <a:cubicBezTo>
                    <a:pt x="166" y="143"/>
                    <a:pt x="164" y="144"/>
                    <a:pt x="164" y="143"/>
                  </a:cubicBezTo>
                  <a:cubicBezTo>
                    <a:pt x="163" y="142"/>
                    <a:pt x="165" y="140"/>
                    <a:pt x="166" y="140"/>
                  </a:cubicBezTo>
                  <a:cubicBezTo>
                    <a:pt x="169" y="140"/>
                    <a:pt x="171" y="146"/>
                    <a:pt x="173" y="146"/>
                  </a:cubicBezTo>
                  <a:cubicBezTo>
                    <a:pt x="174" y="147"/>
                    <a:pt x="175" y="145"/>
                    <a:pt x="175" y="145"/>
                  </a:cubicBezTo>
                  <a:cubicBezTo>
                    <a:pt x="175" y="142"/>
                    <a:pt x="170" y="138"/>
                    <a:pt x="169" y="135"/>
                  </a:cubicBezTo>
                  <a:cubicBezTo>
                    <a:pt x="169" y="133"/>
                    <a:pt x="171" y="129"/>
                    <a:pt x="170" y="127"/>
                  </a:cubicBezTo>
                  <a:cubicBezTo>
                    <a:pt x="170" y="125"/>
                    <a:pt x="168" y="122"/>
                    <a:pt x="166" y="122"/>
                  </a:cubicBezTo>
                  <a:cubicBezTo>
                    <a:pt x="164" y="121"/>
                    <a:pt x="160" y="122"/>
                    <a:pt x="158" y="121"/>
                  </a:cubicBezTo>
                  <a:cubicBezTo>
                    <a:pt x="153" y="120"/>
                    <a:pt x="142" y="114"/>
                    <a:pt x="143" y="109"/>
                  </a:cubicBezTo>
                  <a:cubicBezTo>
                    <a:pt x="143" y="108"/>
                    <a:pt x="147" y="108"/>
                    <a:pt x="149" y="108"/>
                  </a:cubicBezTo>
                  <a:cubicBezTo>
                    <a:pt x="150" y="108"/>
                    <a:pt x="154" y="109"/>
                    <a:pt x="156" y="109"/>
                  </a:cubicBezTo>
                  <a:cubicBezTo>
                    <a:pt x="157" y="109"/>
                    <a:pt x="162" y="110"/>
                    <a:pt x="162" y="108"/>
                  </a:cubicBezTo>
                  <a:cubicBezTo>
                    <a:pt x="163" y="107"/>
                    <a:pt x="157" y="105"/>
                    <a:pt x="158" y="103"/>
                  </a:cubicBezTo>
                  <a:cubicBezTo>
                    <a:pt x="159" y="102"/>
                    <a:pt x="163" y="107"/>
                    <a:pt x="165" y="106"/>
                  </a:cubicBezTo>
                  <a:cubicBezTo>
                    <a:pt x="166" y="106"/>
                    <a:pt x="167" y="104"/>
                    <a:pt x="168" y="104"/>
                  </a:cubicBezTo>
                  <a:cubicBezTo>
                    <a:pt x="169" y="103"/>
                    <a:pt x="171" y="105"/>
                    <a:pt x="171" y="106"/>
                  </a:cubicBezTo>
                  <a:cubicBezTo>
                    <a:pt x="171" y="108"/>
                    <a:pt x="168" y="109"/>
                    <a:pt x="168" y="110"/>
                  </a:cubicBezTo>
                  <a:cubicBezTo>
                    <a:pt x="167" y="112"/>
                    <a:pt x="166" y="116"/>
                    <a:pt x="167" y="118"/>
                  </a:cubicBezTo>
                  <a:cubicBezTo>
                    <a:pt x="167" y="118"/>
                    <a:pt x="169" y="119"/>
                    <a:pt x="170" y="119"/>
                  </a:cubicBezTo>
                  <a:cubicBezTo>
                    <a:pt x="171" y="118"/>
                    <a:pt x="170" y="113"/>
                    <a:pt x="171" y="112"/>
                  </a:cubicBezTo>
                  <a:cubicBezTo>
                    <a:pt x="172" y="109"/>
                    <a:pt x="177" y="104"/>
                    <a:pt x="180" y="102"/>
                  </a:cubicBezTo>
                  <a:cubicBezTo>
                    <a:pt x="181" y="101"/>
                    <a:pt x="184" y="101"/>
                    <a:pt x="185" y="100"/>
                  </a:cubicBezTo>
                  <a:cubicBezTo>
                    <a:pt x="185" y="99"/>
                    <a:pt x="186" y="97"/>
                    <a:pt x="186" y="96"/>
                  </a:cubicBezTo>
                  <a:cubicBezTo>
                    <a:pt x="185" y="95"/>
                    <a:pt x="181" y="95"/>
                    <a:pt x="180" y="94"/>
                  </a:cubicBezTo>
                  <a:cubicBezTo>
                    <a:pt x="179" y="92"/>
                    <a:pt x="182" y="88"/>
                    <a:pt x="181" y="86"/>
                  </a:cubicBezTo>
                  <a:cubicBezTo>
                    <a:pt x="181" y="85"/>
                    <a:pt x="180" y="84"/>
                    <a:pt x="179" y="84"/>
                  </a:cubicBezTo>
                  <a:cubicBezTo>
                    <a:pt x="178" y="84"/>
                    <a:pt x="178" y="86"/>
                    <a:pt x="177" y="87"/>
                  </a:cubicBezTo>
                  <a:cubicBezTo>
                    <a:pt x="175" y="87"/>
                    <a:pt x="173" y="84"/>
                    <a:pt x="171" y="84"/>
                  </a:cubicBezTo>
                  <a:cubicBezTo>
                    <a:pt x="169" y="84"/>
                    <a:pt x="165" y="87"/>
                    <a:pt x="163" y="88"/>
                  </a:cubicBezTo>
                  <a:cubicBezTo>
                    <a:pt x="161" y="88"/>
                    <a:pt x="155" y="88"/>
                    <a:pt x="154" y="86"/>
                  </a:cubicBezTo>
                  <a:cubicBezTo>
                    <a:pt x="154" y="83"/>
                    <a:pt x="161" y="82"/>
                    <a:pt x="164" y="81"/>
                  </a:cubicBezTo>
                  <a:cubicBezTo>
                    <a:pt x="165" y="81"/>
                    <a:pt x="168" y="83"/>
                    <a:pt x="170" y="82"/>
                  </a:cubicBezTo>
                  <a:cubicBezTo>
                    <a:pt x="171" y="82"/>
                    <a:pt x="172" y="77"/>
                    <a:pt x="174" y="77"/>
                  </a:cubicBezTo>
                  <a:cubicBezTo>
                    <a:pt x="176" y="76"/>
                    <a:pt x="179" y="80"/>
                    <a:pt x="182" y="80"/>
                  </a:cubicBezTo>
                  <a:cubicBezTo>
                    <a:pt x="184" y="81"/>
                    <a:pt x="188" y="78"/>
                    <a:pt x="190" y="77"/>
                  </a:cubicBezTo>
                  <a:cubicBezTo>
                    <a:pt x="191" y="77"/>
                    <a:pt x="192" y="76"/>
                    <a:pt x="193" y="76"/>
                  </a:cubicBezTo>
                  <a:cubicBezTo>
                    <a:pt x="194" y="76"/>
                    <a:pt x="196" y="77"/>
                    <a:pt x="197" y="76"/>
                  </a:cubicBezTo>
                  <a:cubicBezTo>
                    <a:pt x="198" y="75"/>
                    <a:pt x="195" y="72"/>
                    <a:pt x="195" y="71"/>
                  </a:cubicBezTo>
                  <a:cubicBezTo>
                    <a:pt x="195" y="70"/>
                    <a:pt x="197" y="70"/>
                    <a:pt x="197" y="70"/>
                  </a:cubicBezTo>
                  <a:cubicBezTo>
                    <a:pt x="197" y="69"/>
                    <a:pt x="195" y="68"/>
                    <a:pt x="195" y="67"/>
                  </a:cubicBezTo>
                  <a:cubicBezTo>
                    <a:pt x="195" y="66"/>
                    <a:pt x="196" y="64"/>
                    <a:pt x="196" y="63"/>
                  </a:cubicBezTo>
                  <a:cubicBezTo>
                    <a:pt x="196" y="60"/>
                    <a:pt x="196" y="56"/>
                    <a:pt x="195" y="54"/>
                  </a:cubicBezTo>
                  <a:cubicBezTo>
                    <a:pt x="194" y="51"/>
                    <a:pt x="189" y="46"/>
                    <a:pt x="188" y="42"/>
                  </a:cubicBezTo>
                  <a:cubicBezTo>
                    <a:pt x="187" y="42"/>
                    <a:pt x="188" y="40"/>
                    <a:pt x="187" y="39"/>
                  </a:cubicBezTo>
                  <a:cubicBezTo>
                    <a:pt x="186" y="37"/>
                    <a:pt x="181" y="38"/>
                    <a:pt x="179" y="37"/>
                  </a:cubicBezTo>
                  <a:cubicBezTo>
                    <a:pt x="178" y="36"/>
                    <a:pt x="175" y="35"/>
                    <a:pt x="174" y="34"/>
                  </a:cubicBezTo>
                  <a:cubicBezTo>
                    <a:pt x="173" y="33"/>
                    <a:pt x="173" y="29"/>
                    <a:pt x="172" y="28"/>
                  </a:cubicBezTo>
                  <a:cubicBezTo>
                    <a:pt x="171" y="27"/>
                    <a:pt x="167" y="25"/>
                    <a:pt x="167" y="24"/>
                  </a:cubicBezTo>
                  <a:cubicBezTo>
                    <a:pt x="166" y="22"/>
                    <a:pt x="169" y="18"/>
                    <a:pt x="168" y="16"/>
                  </a:cubicBezTo>
                  <a:cubicBezTo>
                    <a:pt x="168" y="14"/>
                    <a:pt x="163" y="11"/>
                    <a:pt x="162" y="10"/>
                  </a:cubicBezTo>
                  <a:cubicBezTo>
                    <a:pt x="160" y="8"/>
                    <a:pt x="157" y="5"/>
                    <a:pt x="155" y="4"/>
                  </a:cubicBezTo>
                  <a:cubicBezTo>
                    <a:pt x="152" y="3"/>
                    <a:pt x="146" y="0"/>
                    <a:pt x="143" y="1"/>
                  </a:cubicBezTo>
                  <a:cubicBezTo>
                    <a:pt x="141" y="1"/>
                    <a:pt x="138" y="4"/>
                    <a:pt x="137"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24"/>
            <p:cNvSpPr>
              <a:spLocks/>
            </p:cNvSpPr>
            <p:nvPr/>
          </p:nvSpPr>
          <p:spPr bwMode="auto">
            <a:xfrm>
              <a:off x="4475163" y="2552700"/>
              <a:ext cx="387350" cy="438150"/>
            </a:xfrm>
            <a:custGeom>
              <a:avLst/>
              <a:gdLst/>
              <a:ahLst/>
              <a:cxnLst>
                <a:cxn ang="0">
                  <a:pos x="221" y="78"/>
                </a:cxn>
                <a:cxn ang="0">
                  <a:pos x="219" y="74"/>
                </a:cxn>
                <a:cxn ang="0">
                  <a:pos x="213" y="67"/>
                </a:cxn>
                <a:cxn ang="0">
                  <a:pos x="197" y="58"/>
                </a:cxn>
                <a:cxn ang="0">
                  <a:pos x="194" y="45"/>
                </a:cxn>
                <a:cxn ang="0">
                  <a:pos x="181" y="34"/>
                </a:cxn>
                <a:cxn ang="0">
                  <a:pos x="173" y="15"/>
                </a:cxn>
                <a:cxn ang="0">
                  <a:pos x="154" y="9"/>
                </a:cxn>
                <a:cxn ang="0">
                  <a:pos x="141" y="0"/>
                </a:cxn>
                <a:cxn ang="0">
                  <a:pos x="133" y="15"/>
                </a:cxn>
                <a:cxn ang="0">
                  <a:pos x="134" y="26"/>
                </a:cxn>
                <a:cxn ang="0">
                  <a:pos x="115" y="28"/>
                </a:cxn>
                <a:cxn ang="0">
                  <a:pos x="96" y="18"/>
                </a:cxn>
                <a:cxn ang="0">
                  <a:pos x="75" y="25"/>
                </a:cxn>
                <a:cxn ang="0">
                  <a:pos x="54" y="20"/>
                </a:cxn>
                <a:cxn ang="0">
                  <a:pos x="57" y="29"/>
                </a:cxn>
                <a:cxn ang="0">
                  <a:pos x="61" y="43"/>
                </a:cxn>
                <a:cxn ang="0">
                  <a:pos x="56" y="68"/>
                </a:cxn>
                <a:cxn ang="0">
                  <a:pos x="52" y="77"/>
                </a:cxn>
                <a:cxn ang="0">
                  <a:pos x="39" y="66"/>
                </a:cxn>
                <a:cxn ang="0">
                  <a:pos x="31" y="67"/>
                </a:cxn>
                <a:cxn ang="0">
                  <a:pos x="21" y="83"/>
                </a:cxn>
                <a:cxn ang="0">
                  <a:pos x="27" y="93"/>
                </a:cxn>
                <a:cxn ang="0">
                  <a:pos x="18" y="105"/>
                </a:cxn>
                <a:cxn ang="0">
                  <a:pos x="4" y="105"/>
                </a:cxn>
                <a:cxn ang="0">
                  <a:pos x="31" y="136"/>
                </a:cxn>
                <a:cxn ang="0">
                  <a:pos x="35" y="163"/>
                </a:cxn>
                <a:cxn ang="0">
                  <a:pos x="39" y="182"/>
                </a:cxn>
                <a:cxn ang="0">
                  <a:pos x="45" y="197"/>
                </a:cxn>
                <a:cxn ang="0">
                  <a:pos x="68" y="201"/>
                </a:cxn>
                <a:cxn ang="0">
                  <a:pos x="73" y="213"/>
                </a:cxn>
                <a:cxn ang="0">
                  <a:pos x="60" y="223"/>
                </a:cxn>
                <a:cxn ang="0">
                  <a:pos x="68" y="245"/>
                </a:cxn>
                <a:cxn ang="0">
                  <a:pos x="86" y="245"/>
                </a:cxn>
                <a:cxn ang="0">
                  <a:pos x="110" y="258"/>
                </a:cxn>
                <a:cxn ang="0">
                  <a:pos x="128" y="252"/>
                </a:cxn>
                <a:cxn ang="0">
                  <a:pos x="139" y="249"/>
                </a:cxn>
                <a:cxn ang="0">
                  <a:pos x="151" y="219"/>
                </a:cxn>
                <a:cxn ang="0">
                  <a:pos x="156" y="204"/>
                </a:cxn>
                <a:cxn ang="0">
                  <a:pos x="142" y="196"/>
                </a:cxn>
                <a:cxn ang="0">
                  <a:pos x="154" y="177"/>
                </a:cxn>
                <a:cxn ang="0">
                  <a:pos x="162" y="161"/>
                </a:cxn>
                <a:cxn ang="0">
                  <a:pos x="144" y="153"/>
                </a:cxn>
                <a:cxn ang="0">
                  <a:pos x="126" y="148"/>
                </a:cxn>
                <a:cxn ang="0">
                  <a:pos x="123" y="139"/>
                </a:cxn>
                <a:cxn ang="0">
                  <a:pos x="113" y="118"/>
                </a:cxn>
                <a:cxn ang="0">
                  <a:pos x="122" y="99"/>
                </a:cxn>
                <a:cxn ang="0">
                  <a:pos x="132" y="84"/>
                </a:cxn>
                <a:cxn ang="0">
                  <a:pos x="134" y="68"/>
                </a:cxn>
                <a:cxn ang="0">
                  <a:pos x="128" y="62"/>
                </a:cxn>
                <a:cxn ang="0">
                  <a:pos x="123" y="56"/>
                </a:cxn>
                <a:cxn ang="0">
                  <a:pos x="131" y="58"/>
                </a:cxn>
                <a:cxn ang="0">
                  <a:pos x="135" y="59"/>
                </a:cxn>
                <a:cxn ang="0">
                  <a:pos x="137" y="64"/>
                </a:cxn>
                <a:cxn ang="0">
                  <a:pos x="156" y="75"/>
                </a:cxn>
                <a:cxn ang="0">
                  <a:pos x="181" y="92"/>
                </a:cxn>
                <a:cxn ang="0">
                  <a:pos x="213" y="96"/>
                </a:cxn>
                <a:cxn ang="0">
                  <a:pos x="227" y="84"/>
                </a:cxn>
              </a:cxnLst>
              <a:rect l="0" t="0" r="r" b="b"/>
              <a:pathLst>
                <a:path w="228" h="258">
                  <a:moveTo>
                    <a:pt x="222" y="80"/>
                  </a:moveTo>
                  <a:cubicBezTo>
                    <a:pt x="222" y="79"/>
                    <a:pt x="221" y="78"/>
                    <a:pt x="221" y="78"/>
                  </a:cubicBezTo>
                  <a:cubicBezTo>
                    <a:pt x="221" y="76"/>
                    <a:pt x="223" y="72"/>
                    <a:pt x="221" y="71"/>
                  </a:cubicBezTo>
                  <a:cubicBezTo>
                    <a:pt x="220" y="71"/>
                    <a:pt x="220" y="74"/>
                    <a:pt x="219" y="74"/>
                  </a:cubicBezTo>
                  <a:cubicBezTo>
                    <a:pt x="217" y="75"/>
                    <a:pt x="214" y="72"/>
                    <a:pt x="214" y="70"/>
                  </a:cubicBezTo>
                  <a:cubicBezTo>
                    <a:pt x="213" y="70"/>
                    <a:pt x="213" y="67"/>
                    <a:pt x="213" y="67"/>
                  </a:cubicBezTo>
                  <a:cubicBezTo>
                    <a:pt x="212" y="65"/>
                    <a:pt x="209" y="63"/>
                    <a:pt x="208" y="62"/>
                  </a:cubicBezTo>
                  <a:cubicBezTo>
                    <a:pt x="205" y="61"/>
                    <a:pt x="199" y="60"/>
                    <a:pt x="197" y="58"/>
                  </a:cubicBezTo>
                  <a:cubicBezTo>
                    <a:pt x="195" y="57"/>
                    <a:pt x="193" y="53"/>
                    <a:pt x="193" y="51"/>
                  </a:cubicBezTo>
                  <a:cubicBezTo>
                    <a:pt x="192" y="49"/>
                    <a:pt x="194" y="46"/>
                    <a:pt x="194" y="45"/>
                  </a:cubicBezTo>
                  <a:cubicBezTo>
                    <a:pt x="193" y="43"/>
                    <a:pt x="192" y="42"/>
                    <a:pt x="191" y="41"/>
                  </a:cubicBezTo>
                  <a:cubicBezTo>
                    <a:pt x="189" y="39"/>
                    <a:pt x="183" y="36"/>
                    <a:pt x="181" y="34"/>
                  </a:cubicBezTo>
                  <a:cubicBezTo>
                    <a:pt x="179" y="32"/>
                    <a:pt x="177" y="28"/>
                    <a:pt x="176" y="26"/>
                  </a:cubicBezTo>
                  <a:cubicBezTo>
                    <a:pt x="175" y="23"/>
                    <a:pt x="175" y="17"/>
                    <a:pt x="173" y="15"/>
                  </a:cubicBezTo>
                  <a:cubicBezTo>
                    <a:pt x="171" y="13"/>
                    <a:pt x="162" y="16"/>
                    <a:pt x="159" y="15"/>
                  </a:cubicBezTo>
                  <a:cubicBezTo>
                    <a:pt x="157" y="14"/>
                    <a:pt x="155" y="11"/>
                    <a:pt x="154" y="9"/>
                  </a:cubicBezTo>
                  <a:cubicBezTo>
                    <a:pt x="153" y="8"/>
                    <a:pt x="152" y="4"/>
                    <a:pt x="151" y="2"/>
                  </a:cubicBezTo>
                  <a:cubicBezTo>
                    <a:pt x="149" y="1"/>
                    <a:pt x="144" y="0"/>
                    <a:pt x="141" y="0"/>
                  </a:cubicBezTo>
                  <a:cubicBezTo>
                    <a:pt x="139" y="1"/>
                    <a:pt x="136" y="3"/>
                    <a:pt x="135" y="5"/>
                  </a:cubicBezTo>
                  <a:cubicBezTo>
                    <a:pt x="134" y="7"/>
                    <a:pt x="132" y="12"/>
                    <a:pt x="133" y="15"/>
                  </a:cubicBezTo>
                  <a:cubicBezTo>
                    <a:pt x="133" y="17"/>
                    <a:pt x="137" y="20"/>
                    <a:pt x="137" y="22"/>
                  </a:cubicBezTo>
                  <a:cubicBezTo>
                    <a:pt x="137" y="23"/>
                    <a:pt x="135" y="26"/>
                    <a:pt x="134" y="26"/>
                  </a:cubicBezTo>
                  <a:cubicBezTo>
                    <a:pt x="132" y="28"/>
                    <a:pt x="127" y="28"/>
                    <a:pt x="124" y="29"/>
                  </a:cubicBezTo>
                  <a:cubicBezTo>
                    <a:pt x="122" y="29"/>
                    <a:pt x="117" y="29"/>
                    <a:pt x="115" y="28"/>
                  </a:cubicBezTo>
                  <a:cubicBezTo>
                    <a:pt x="113" y="27"/>
                    <a:pt x="109" y="22"/>
                    <a:pt x="107" y="21"/>
                  </a:cubicBezTo>
                  <a:cubicBezTo>
                    <a:pt x="104" y="20"/>
                    <a:pt x="99" y="17"/>
                    <a:pt x="96" y="18"/>
                  </a:cubicBezTo>
                  <a:cubicBezTo>
                    <a:pt x="93" y="18"/>
                    <a:pt x="89" y="23"/>
                    <a:pt x="86" y="24"/>
                  </a:cubicBezTo>
                  <a:cubicBezTo>
                    <a:pt x="84" y="25"/>
                    <a:pt x="78" y="25"/>
                    <a:pt x="75" y="25"/>
                  </a:cubicBezTo>
                  <a:cubicBezTo>
                    <a:pt x="72" y="24"/>
                    <a:pt x="65" y="20"/>
                    <a:pt x="61" y="19"/>
                  </a:cubicBezTo>
                  <a:cubicBezTo>
                    <a:pt x="60" y="19"/>
                    <a:pt x="56" y="18"/>
                    <a:pt x="54" y="20"/>
                  </a:cubicBezTo>
                  <a:cubicBezTo>
                    <a:pt x="54" y="20"/>
                    <a:pt x="53" y="23"/>
                    <a:pt x="53" y="23"/>
                  </a:cubicBezTo>
                  <a:cubicBezTo>
                    <a:pt x="53" y="23"/>
                    <a:pt x="56" y="27"/>
                    <a:pt x="57" y="29"/>
                  </a:cubicBezTo>
                  <a:cubicBezTo>
                    <a:pt x="57" y="31"/>
                    <a:pt x="55" y="35"/>
                    <a:pt x="56" y="37"/>
                  </a:cubicBezTo>
                  <a:cubicBezTo>
                    <a:pt x="56" y="39"/>
                    <a:pt x="60" y="41"/>
                    <a:pt x="61" y="43"/>
                  </a:cubicBezTo>
                  <a:cubicBezTo>
                    <a:pt x="62" y="46"/>
                    <a:pt x="63" y="53"/>
                    <a:pt x="62" y="57"/>
                  </a:cubicBezTo>
                  <a:cubicBezTo>
                    <a:pt x="61" y="60"/>
                    <a:pt x="57" y="65"/>
                    <a:pt x="56" y="68"/>
                  </a:cubicBezTo>
                  <a:cubicBezTo>
                    <a:pt x="56" y="69"/>
                    <a:pt x="58" y="73"/>
                    <a:pt x="57" y="75"/>
                  </a:cubicBezTo>
                  <a:cubicBezTo>
                    <a:pt x="56" y="76"/>
                    <a:pt x="53" y="77"/>
                    <a:pt x="52" y="77"/>
                  </a:cubicBezTo>
                  <a:cubicBezTo>
                    <a:pt x="50" y="77"/>
                    <a:pt x="46" y="77"/>
                    <a:pt x="45" y="76"/>
                  </a:cubicBezTo>
                  <a:cubicBezTo>
                    <a:pt x="43" y="74"/>
                    <a:pt x="41" y="68"/>
                    <a:pt x="39" y="66"/>
                  </a:cubicBezTo>
                  <a:cubicBezTo>
                    <a:pt x="38" y="66"/>
                    <a:pt x="36" y="65"/>
                    <a:pt x="35" y="65"/>
                  </a:cubicBezTo>
                  <a:cubicBezTo>
                    <a:pt x="34" y="66"/>
                    <a:pt x="32" y="66"/>
                    <a:pt x="31" y="67"/>
                  </a:cubicBezTo>
                  <a:cubicBezTo>
                    <a:pt x="29" y="69"/>
                    <a:pt x="27" y="75"/>
                    <a:pt x="26" y="77"/>
                  </a:cubicBezTo>
                  <a:cubicBezTo>
                    <a:pt x="25" y="78"/>
                    <a:pt x="21" y="81"/>
                    <a:pt x="21" y="83"/>
                  </a:cubicBezTo>
                  <a:cubicBezTo>
                    <a:pt x="21" y="84"/>
                    <a:pt x="21" y="87"/>
                    <a:pt x="22" y="89"/>
                  </a:cubicBezTo>
                  <a:cubicBezTo>
                    <a:pt x="23" y="90"/>
                    <a:pt x="26" y="92"/>
                    <a:pt x="27" y="93"/>
                  </a:cubicBezTo>
                  <a:cubicBezTo>
                    <a:pt x="27" y="94"/>
                    <a:pt x="28" y="95"/>
                    <a:pt x="28" y="96"/>
                  </a:cubicBezTo>
                  <a:cubicBezTo>
                    <a:pt x="27" y="99"/>
                    <a:pt x="21" y="104"/>
                    <a:pt x="18" y="105"/>
                  </a:cubicBezTo>
                  <a:cubicBezTo>
                    <a:pt x="16" y="106"/>
                    <a:pt x="11" y="106"/>
                    <a:pt x="9" y="106"/>
                  </a:cubicBezTo>
                  <a:cubicBezTo>
                    <a:pt x="8" y="106"/>
                    <a:pt x="5" y="105"/>
                    <a:pt x="4" y="105"/>
                  </a:cubicBezTo>
                  <a:cubicBezTo>
                    <a:pt x="3" y="105"/>
                    <a:pt x="0" y="108"/>
                    <a:pt x="0" y="108"/>
                  </a:cubicBezTo>
                  <a:cubicBezTo>
                    <a:pt x="0" y="108"/>
                    <a:pt x="27" y="127"/>
                    <a:pt x="31" y="136"/>
                  </a:cubicBezTo>
                  <a:cubicBezTo>
                    <a:pt x="33" y="141"/>
                    <a:pt x="28" y="153"/>
                    <a:pt x="30" y="158"/>
                  </a:cubicBezTo>
                  <a:cubicBezTo>
                    <a:pt x="31" y="160"/>
                    <a:pt x="35" y="161"/>
                    <a:pt x="35" y="163"/>
                  </a:cubicBezTo>
                  <a:cubicBezTo>
                    <a:pt x="36" y="165"/>
                    <a:pt x="33" y="170"/>
                    <a:pt x="33" y="172"/>
                  </a:cubicBezTo>
                  <a:cubicBezTo>
                    <a:pt x="33" y="175"/>
                    <a:pt x="39" y="179"/>
                    <a:pt x="39" y="182"/>
                  </a:cubicBezTo>
                  <a:cubicBezTo>
                    <a:pt x="39" y="183"/>
                    <a:pt x="38" y="186"/>
                    <a:pt x="38" y="187"/>
                  </a:cubicBezTo>
                  <a:cubicBezTo>
                    <a:pt x="39" y="190"/>
                    <a:pt x="43" y="195"/>
                    <a:pt x="45" y="197"/>
                  </a:cubicBezTo>
                  <a:cubicBezTo>
                    <a:pt x="46" y="198"/>
                    <a:pt x="50" y="201"/>
                    <a:pt x="53" y="202"/>
                  </a:cubicBezTo>
                  <a:cubicBezTo>
                    <a:pt x="56" y="203"/>
                    <a:pt x="65" y="200"/>
                    <a:pt x="68" y="201"/>
                  </a:cubicBezTo>
                  <a:cubicBezTo>
                    <a:pt x="70" y="202"/>
                    <a:pt x="72" y="206"/>
                    <a:pt x="73" y="208"/>
                  </a:cubicBezTo>
                  <a:cubicBezTo>
                    <a:pt x="73" y="209"/>
                    <a:pt x="74" y="212"/>
                    <a:pt x="73" y="213"/>
                  </a:cubicBezTo>
                  <a:cubicBezTo>
                    <a:pt x="72" y="215"/>
                    <a:pt x="66" y="216"/>
                    <a:pt x="64" y="218"/>
                  </a:cubicBezTo>
                  <a:cubicBezTo>
                    <a:pt x="63" y="219"/>
                    <a:pt x="60" y="221"/>
                    <a:pt x="60" y="223"/>
                  </a:cubicBezTo>
                  <a:cubicBezTo>
                    <a:pt x="59" y="225"/>
                    <a:pt x="58" y="231"/>
                    <a:pt x="59" y="234"/>
                  </a:cubicBezTo>
                  <a:cubicBezTo>
                    <a:pt x="60" y="237"/>
                    <a:pt x="65" y="243"/>
                    <a:pt x="68" y="245"/>
                  </a:cubicBezTo>
                  <a:cubicBezTo>
                    <a:pt x="69" y="246"/>
                    <a:pt x="72" y="246"/>
                    <a:pt x="74" y="247"/>
                  </a:cubicBezTo>
                  <a:cubicBezTo>
                    <a:pt x="77" y="247"/>
                    <a:pt x="83" y="245"/>
                    <a:pt x="86" y="245"/>
                  </a:cubicBezTo>
                  <a:cubicBezTo>
                    <a:pt x="88" y="246"/>
                    <a:pt x="92" y="248"/>
                    <a:pt x="94" y="249"/>
                  </a:cubicBezTo>
                  <a:cubicBezTo>
                    <a:pt x="98" y="251"/>
                    <a:pt x="106" y="257"/>
                    <a:pt x="110" y="258"/>
                  </a:cubicBezTo>
                  <a:cubicBezTo>
                    <a:pt x="112" y="258"/>
                    <a:pt x="117" y="257"/>
                    <a:pt x="119" y="257"/>
                  </a:cubicBezTo>
                  <a:cubicBezTo>
                    <a:pt x="121" y="256"/>
                    <a:pt x="126" y="253"/>
                    <a:pt x="128" y="252"/>
                  </a:cubicBezTo>
                  <a:cubicBezTo>
                    <a:pt x="129" y="252"/>
                    <a:pt x="132" y="252"/>
                    <a:pt x="132" y="252"/>
                  </a:cubicBezTo>
                  <a:cubicBezTo>
                    <a:pt x="132" y="252"/>
                    <a:pt x="138" y="251"/>
                    <a:pt x="139" y="249"/>
                  </a:cubicBezTo>
                  <a:cubicBezTo>
                    <a:pt x="140" y="247"/>
                    <a:pt x="138" y="241"/>
                    <a:pt x="139" y="238"/>
                  </a:cubicBezTo>
                  <a:cubicBezTo>
                    <a:pt x="141" y="233"/>
                    <a:pt x="148" y="224"/>
                    <a:pt x="151" y="219"/>
                  </a:cubicBezTo>
                  <a:cubicBezTo>
                    <a:pt x="153" y="216"/>
                    <a:pt x="158" y="210"/>
                    <a:pt x="158" y="207"/>
                  </a:cubicBezTo>
                  <a:cubicBezTo>
                    <a:pt x="158" y="206"/>
                    <a:pt x="157" y="204"/>
                    <a:pt x="156" y="204"/>
                  </a:cubicBezTo>
                  <a:cubicBezTo>
                    <a:pt x="154" y="202"/>
                    <a:pt x="147" y="204"/>
                    <a:pt x="144" y="202"/>
                  </a:cubicBezTo>
                  <a:cubicBezTo>
                    <a:pt x="143" y="201"/>
                    <a:pt x="142" y="198"/>
                    <a:pt x="142" y="196"/>
                  </a:cubicBezTo>
                  <a:cubicBezTo>
                    <a:pt x="141" y="194"/>
                    <a:pt x="141" y="190"/>
                    <a:pt x="142" y="188"/>
                  </a:cubicBezTo>
                  <a:cubicBezTo>
                    <a:pt x="144" y="184"/>
                    <a:pt x="152" y="180"/>
                    <a:pt x="154" y="177"/>
                  </a:cubicBezTo>
                  <a:cubicBezTo>
                    <a:pt x="157" y="175"/>
                    <a:pt x="162" y="168"/>
                    <a:pt x="162" y="165"/>
                  </a:cubicBezTo>
                  <a:cubicBezTo>
                    <a:pt x="163" y="164"/>
                    <a:pt x="162" y="162"/>
                    <a:pt x="162" y="161"/>
                  </a:cubicBezTo>
                  <a:cubicBezTo>
                    <a:pt x="160" y="159"/>
                    <a:pt x="155" y="156"/>
                    <a:pt x="153" y="155"/>
                  </a:cubicBezTo>
                  <a:cubicBezTo>
                    <a:pt x="151" y="154"/>
                    <a:pt x="146" y="154"/>
                    <a:pt x="144" y="153"/>
                  </a:cubicBezTo>
                  <a:cubicBezTo>
                    <a:pt x="142" y="152"/>
                    <a:pt x="139" y="149"/>
                    <a:pt x="137" y="148"/>
                  </a:cubicBezTo>
                  <a:cubicBezTo>
                    <a:pt x="135" y="147"/>
                    <a:pt x="128" y="149"/>
                    <a:pt x="126" y="148"/>
                  </a:cubicBezTo>
                  <a:cubicBezTo>
                    <a:pt x="125" y="147"/>
                    <a:pt x="123" y="145"/>
                    <a:pt x="123" y="144"/>
                  </a:cubicBezTo>
                  <a:cubicBezTo>
                    <a:pt x="122" y="143"/>
                    <a:pt x="124" y="140"/>
                    <a:pt x="123" y="139"/>
                  </a:cubicBezTo>
                  <a:cubicBezTo>
                    <a:pt x="123" y="136"/>
                    <a:pt x="121" y="131"/>
                    <a:pt x="120" y="129"/>
                  </a:cubicBezTo>
                  <a:cubicBezTo>
                    <a:pt x="118" y="126"/>
                    <a:pt x="114" y="121"/>
                    <a:pt x="113" y="118"/>
                  </a:cubicBezTo>
                  <a:cubicBezTo>
                    <a:pt x="113" y="116"/>
                    <a:pt x="112" y="111"/>
                    <a:pt x="113" y="109"/>
                  </a:cubicBezTo>
                  <a:cubicBezTo>
                    <a:pt x="114" y="106"/>
                    <a:pt x="120" y="102"/>
                    <a:pt x="122" y="99"/>
                  </a:cubicBezTo>
                  <a:cubicBezTo>
                    <a:pt x="123" y="97"/>
                    <a:pt x="124" y="92"/>
                    <a:pt x="126" y="90"/>
                  </a:cubicBezTo>
                  <a:cubicBezTo>
                    <a:pt x="127" y="88"/>
                    <a:pt x="131" y="86"/>
                    <a:pt x="132" y="84"/>
                  </a:cubicBezTo>
                  <a:cubicBezTo>
                    <a:pt x="134" y="82"/>
                    <a:pt x="135" y="77"/>
                    <a:pt x="135" y="75"/>
                  </a:cubicBezTo>
                  <a:cubicBezTo>
                    <a:pt x="136" y="73"/>
                    <a:pt x="135" y="69"/>
                    <a:pt x="134" y="68"/>
                  </a:cubicBezTo>
                  <a:cubicBezTo>
                    <a:pt x="133" y="67"/>
                    <a:pt x="130" y="69"/>
                    <a:pt x="129" y="68"/>
                  </a:cubicBezTo>
                  <a:cubicBezTo>
                    <a:pt x="127" y="67"/>
                    <a:pt x="129" y="63"/>
                    <a:pt x="128" y="62"/>
                  </a:cubicBezTo>
                  <a:cubicBezTo>
                    <a:pt x="127" y="62"/>
                    <a:pt x="125" y="62"/>
                    <a:pt x="125" y="61"/>
                  </a:cubicBezTo>
                  <a:cubicBezTo>
                    <a:pt x="124" y="60"/>
                    <a:pt x="122" y="57"/>
                    <a:pt x="123" y="56"/>
                  </a:cubicBezTo>
                  <a:cubicBezTo>
                    <a:pt x="124" y="55"/>
                    <a:pt x="126" y="59"/>
                    <a:pt x="127" y="59"/>
                  </a:cubicBezTo>
                  <a:cubicBezTo>
                    <a:pt x="128" y="59"/>
                    <a:pt x="130" y="59"/>
                    <a:pt x="131" y="58"/>
                  </a:cubicBezTo>
                  <a:cubicBezTo>
                    <a:pt x="132" y="56"/>
                    <a:pt x="129" y="52"/>
                    <a:pt x="131" y="52"/>
                  </a:cubicBezTo>
                  <a:cubicBezTo>
                    <a:pt x="133" y="51"/>
                    <a:pt x="135" y="57"/>
                    <a:pt x="135" y="59"/>
                  </a:cubicBezTo>
                  <a:cubicBezTo>
                    <a:pt x="135" y="59"/>
                    <a:pt x="133" y="61"/>
                    <a:pt x="134" y="62"/>
                  </a:cubicBezTo>
                  <a:cubicBezTo>
                    <a:pt x="134" y="63"/>
                    <a:pt x="136" y="64"/>
                    <a:pt x="137" y="64"/>
                  </a:cubicBezTo>
                  <a:cubicBezTo>
                    <a:pt x="139" y="64"/>
                    <a:pt x="142" y="63"/>
                    <a:pt x="143" y="64"/>
                  </a:cubicBezTo>
                  <a:cubicBezTo>
                    <a:pt x="147" y="65"/>
                    <a:pt x="153" y="72"/>
                    <a:pt x="156" y="75"/>
                  </a:cubicBezTo>
                  <a:cubicBezTo>
                    <a:pt x="160" y="79"/>
                    <a:pt x="167" y="87"/>
                    <a:pt x="172" y="89"/>
                  </a:cubicBezTo>
                  <a:cubicBezTo>
                    <a:pt x="174" y="90"/>
                    <a:pt x="179" y="91"/>
                    <a:pt x="181" y="92"/>
                  </a:cubicBezTo>
                  <a:cubicBezTo>
                    <a:pt x="184" y="93"/>
                    <a:pt x="191" y="97"/>
                    <a:pt x="194" y="98"/>
                  </a:cubicBezTo>
                  <a:cubicBezTo>
                    <a:pt x="199" y="99"/>
                    <a:pt x="209" y="98"/>
                    <a:pt x="213" y="96"/>
                  </a:cubicBezTo>
                  <a:cubicBezTo>
                    <a:pt x="217" y="95"/>
                    <a:pt x="225" y="91"/>
                    <a:pt x="227" y="88"/>
                  </a:cubicBezTo>
                  <a:cubicBezTo>
                    <a:pt x="228" y="87"/>
                    <a:pt x="228" y="85"/>
                    <a:pt x="227" y="84"/>
                  </a:cubicBezTo>
                  <a:cubicBezTo>
                    <a:pt x="227" y="82"/>
                    <a:pt x="224" y="81"/>
                    <a:pt x="222" y="8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25"/>
            <p:cNvSpPr>
              <a:spLocks/>
            </p:cNvSpPr>
            <p:nvPr/>
          </p:nvSpPr>
          <p:spPr bwMode="auto">
            <a:xfrm>
              <a:off x="1789113" y="4397375"/>
              <a:ext cx="14288" cy="19050"/>
            </a:xfrm>
            <a:custGeom>
              <a:avLst/>
              <a:gdLst/>
              <a:ahLst/>
              <a:cxnLst>
                <a:cxn ang="0">
                  <a:pos x="6" y="0"/>
                </a:cxn>
                <a:cxn ang="0">
                  <a:pos x="3" y="2"/>
                </a:cxn>
                <a:cxn ang="0">
                  <a:pos x="0" y="8"/>
                </a:cxn>
                <a:cxn ang="0">
                  <a:pos x="1" y="11"/>
                </a:cxn>
                <a:cxn ang="0">
                  <a:pos x="5" y="7"/>
                </a:cxn>
                <a:cxn ang="0">
                  <a:pos x="9" y="5"/>
                </a:cxn>
                <a:cxn ang="0">
                  <a:pos x="8" y="1"/>
                </a:cxn>
                <a:cxn ang="0">
                  <a:pos x="6" y="0"/>
                </a:cxn>
              </a:cxnLst>
              <a:rect l="0" t="0" r="r" b="b"/>
              <a:pathLst>
                <a:path w="9" h="11">
                  <a:moveTo>
                    <a:pt x="6" y="0"/>
                  </a:moveTo>
                  <a:cubicBezTo>
                    <a:pt x="5" y="0"/>
                    <a:pt x="3" y="2"/>
                    <a:pt x="3" y="2"/>
                  </a:cubicBezTo>
                  <a:cubicBezTo>
                    <a:pt x="2" y="4"/>
                    <a:pt x="1" y="6"/>
                    <a:pt x="0" y="8"/>
                  </a:cubicBezTo>
                  <a:cubicBezTo>
                    <a:pt x="0" y="9"/>
                    <a:pt x="1" y="10"/>
                    <a:pt x="1" y="11"/>
                  </a:cubicBezTo>
                  <a:cubicBezTo>
                    <a:pt x="3" y="11"/>
                    <a:pt x="4" y="8"/>
                    <a:pt x="5" y="7"/>
                  </a:cubicBezTo>
                  <a:cubicBezTo>
                    <a:pt x="5" y="6"/>
                    <a:pt x="8" y="6"/>
                    <a:pt x="9" y="5"/>
                  </a:cubicBezTo>
                  <a:cubicBezTo>
                    <a:pt x="9" y="4"/>
                    <a:pt x="9" y="2"/>
                    <a:pt x="8" y="1"/>
                  </a:cubicBezTo>
                  <a:cubicBezTo>
                    <a:pt x="8" y="0"/>
                    <a:pt x="6" y="0"/>
                    <a:pt x="6"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26"/>
            <p:cNvSpPr>
              <a:spLocks/>
            </p:cNvSpPr>
            <p:nvPr/>
          </p:nvSpPr>
          <p:spPr bwMode="auto">
            <a:xfrm>
              <a:off x="1792288" y="4305300"/>
              <a:ext cx="82550" cy="44450"/>
            </a:xfrm>
            <a:custGeom>
              <a:avLst/>
              <a:gdLst/>
              <a:ahLst/>
              <a:cxnLst>
                <a:cxn ang="0">
                  <a:pos x="25" y="21"/>
                </a:cxn>
                <a:cxn ang="0">
                  <a:pos x="37" y="21"/>
                </a:cxn>
                <a:cxn ang="0">
                  <a:pos x="48" y="12"/>
                </a:cxn>
                <a:cxn ang="0">
                  <a:pos x="48" y="9"/>
                </a:cxn>
                <a:cxn ang="0">
                  <a:pos x="44" y="6"/>
                </a:cxn>
                <a:cxn ang="0">
                  <a:pos x="40" y="0"/>
                </a:cxn>
                <a:cxn ang="0">
                  <a:pos x="35" y="1"/>
                </a:cxn>
                <a:cxn ang="0">
                  <a:pos x="31" y="6"/>
                </a:cxn>
                <a:cxn ang="0">
                  <a:pos x="22" y="11"/>
                </a:cxn>
                <a:cxn ang="0">
                  <a:pos x="13" y="8"/>
                </a:cxn>
                <a:cxn ang="0">
                  <a:pos x="9" y="13"/>
                </a:cxn>
                <a:cxn ang="0">
                  <a:pos x="2" y="16"/>
                </a:cxn>
                <a:cxn ang="0">
                  <a:pos x="1" y="24"/>
                </a:cxn>
                <a:cxn ang="0">
                  <a:pos x="3" y="26"/>
                </a:cxn>
                <a:cxn ang="0">
                  <a:pos x="11" y="22"/>
                </a:cxn>
                <a:cxn ang="0">
                  <a:pos x="19" y="23"/>
                </a:cxn>
                <a:cxn ang="0">
                  <a:pos x="25" y="21"/>
                </a:cxn>
              </a:cxnLst>
              <a:rect l="0" t="0" r="r" b="b"/>
              <a:pathLst>
                <a:path w="49" h="26">
                  <a:moveTo>
                    <a:pt x="25" y="21"/>
                  </a:moveTo>
                  <a:cubicBezTo>
                    <a:pt x="28" y="20"/>
                    <a:pt x="34" y="22"/>
                    <a:pt x="37" y="21"/>
                  </a:cubicBezTo>
                  <a:cubicBezTo>
                    <a:pt x="40" y="20"/>
                    <a:pt x="47" y="16"/>
                    <a:pt x="48" y="12"/>
                  </a:cubicBezTo>
                  <a:cubicBezTo>
                    <a:pt x="49" y="12"/>
                    <a:pt x="48" y="9"/>
                    <a:pt x="48" y="9"/>
                  </a:cubicBezTo>
                  <a:cubicBezTo>
                    <a:pt x="47" y="8"/>
                    <a:pt x="45" y="7"/>
                    <a:pt x="44" y="6"/>
                  </a:cubicBezTo>
                  <a:cubicBezTo>
                    <a:pt x="43" y="5"/>
                    <a:pt x="42" y="1"/>
                    <a:pt x="40" y="0"/>
                  </a:cubicBezTo>
                  <a:cubicBezTo>
                    <a:pt x="39" y="0"/>
                    <a:pt x="36" y="0"/>
                    <a:pt x="35" y="1"/>
                  </a:cubicBezTo>
                  <a:cubicBezTo>
                    <a:pt x="33" y="2"/>
                    <a:pt x="32" y="5"/>
                    <a:pt x="31" y="6"/>
                  </a:cubicBezTo>
                  <a:cubicBezTo>
                    <a:pt x="29" y="8"/>
                    <a:pt x="25" y="11"/>
                    <a:pt x="22" y="11"/>
                  </a:cubicBezTo>
                  <a:cubicBezTo>
                    <a:pt x="20" y="11"/>
                    <a:pt x="16" y="8"/>
                    <a:pt x="13" y="8"/>
                  </a:cubicBezTo>
                  <a:cubicBezTo>
                    <a:pt x="12" y="9"/>
                    <a:pt x="10" y="12"/>
                    <a:pt x="9" y="13"/>
                  </a:cubicBezTo>
                  <a:cubicBezTo>
                    <a:pt x="8" y="14"/>
                    <a:pt x="3" y="15"/>
                    <a:pt x="2" y="16"/>
                  </a:cubicBezTo>
                  <a:cubicBezTo>
                    <a:pt x="1" y="18"/>
                    <a:pt x="0" y="22"/>
                    <a:pt x="1" y="24"/>
                  </a:cubicBezTo>
                  <a:cubicBezTo>
                    <a:pt x="1" y="25"/>
                    <a:pt x="2" y="26"/>
                    <a:pt x="3" y="26"/>
                  </a:cubicBezTo>
                  <a:cubicBezTo>
                    <a:pt x="5" y="26"/>
                    <a:pt x="9" y="22"/>
                    <a:pt x="11" y="22"/>
                  </a:cubicBezTo>
                  <a:cubicBezTo>
                    <a:pt x="13" y="21"/>
                    <a:pt x="17" y="23"/>
                    <a:pt x="19" y="23"/>
                  </a:cubicBezTo>
                  <a:cubicBezTo>
                    <a:pt x="21" y="23"/>
                    <a:pt x="23" y="21"/>
                    <a:pt x="25"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27"/>
            <p:cNvSpPr>
              <a:spLocks/>
            </p:cNvSpPr>
            <p:nvPr/>
          </p:nvSpPr>
          <p:spPr bwMode="auto">
            <a:xfrm>
              <a:off x="1752600" y="4100513"/>
              <a:ext cx="49213" cy="26988"/>
            </a:xfrm>
            <a:custGeom>
              <a:avLst/>
              <a:gdLst/>
              <a:ahLst/>
              <a:cxnLst>
                <a:cxn ang="0">
                  <a:pos x="29" y="5"/>
                </a:cxn>
                <a:cxn ang="0">
                  <a:pos x="28" y="1"/>
                </a:cxn>
                <a:cxn ang="0">
                  <a:pos x="22" y="4"/>
                </a:cxn>
                <a:cxn ang="0">
                  <a:pos x="12" y="6"/>
                </a:cxn>
                <a:cxn ang="0">
                  <a:pos x="6" y="9"/>
                </a:cxn>
                <a:cxn ang="0">
                  <a:pos x="1" y="14"/>
                </a:cxn>
                <a:cxn ang="0">
                  <a:pos x="8" y="13"/>
                </a:cxn>
                <a:cxn ang="0">
                  <a:pos x="12" y="10"/>
                </a:cxn>
                <a:cxn ang="0">
                  <a:pos x="23" y="9"/>
                </a:cxn>
                <a:cxn ang="0">
                  <a:pos x="29" y="5"/>
                </a:cxn>
              </a:cxnLst>
              <a:rect l="0" t="0" r="r" b="b"/>
              <a:pathLst>
                <a:path w="29" h="16">
                  <a:moveTo>
                    <a:pt x="29" y="5"/>
                  </a:moveTo>
                  <a:cubicBezTo>
                    <a:pt x="29" y="4"/>
                    <a:pt x="29" y="1"/>
                    <a:pt x="28" y="1"/>
                  </a:cubicBezTo>
                  <a:cubicBezTo>
                    <a:pt x="27" y="0"/>
                    <a:pt x="24" y="3"/>
                    <a:pt x="22" y="4"/>
                  </a:cubicBezTo>
                  <a:cubicBezTo>
                    <a:pt x="20" y="5"/>
                    <a:pt x="14" y="6"/>
                    <a:pt x="12" y="6"/>
                  </a:cubicBezTo>
                  <a:cubicBezTo>
                    <a:pt x="10" y="7"/>
                    <a:pt x="7" y="8"/>
                    <a:pt x="6" y="9"/>
                  </a:cubicBezTo>
                  <a:cubicBezTo>
                    <a:pt x="4" y="10"/>
                    <a:pt x="0" y="13"/>
                    <a:pt x="1" y="14"/>
                  </a:cubicBezTo>
                  <a:cubicBezTo>
                    <a:pt x="2" y="16"/>
                    <a:pt x="6" y="14"/>
                    <a:pt x="8" y="13"/>
                  </a:cubicBezTo>
                  <a:cubicBezTo>
                    <a:pt x="9" y="13"/>
                    <a:pt x="11" y="11"/>
                    <a:pt x="12" y="10"/>
                  </a:cubicBezTo>
                  <a:cubicBezTo>
                    <a:pt x="15" y="9"/>
                    <a:pt x="20" y="10"/>
                    <a:pt x="23" y="9"/>
                  </a:cubicBezTo>
                  <a:cubicBezTo>
                    <a:pt x="25" y="8"/>
                    <a:pt x="28" y="6"/>
                    <a:pt x="29"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28"/>
            <p:cNvSpPr>
              <a:spLocks/>
            </p:cNvSpPr>
            <p:nvPr/>
          </p:nvSpPr>
          <p:spPr bwMode="auto">
            <a:xfrm>
              <a:off x="1809750" y="3776663"/>
              <a:ext cx="801688" cy="881063"/>
            </a:xfrm>
            <a:custGeom>
              <a:avLst/>
              <a:gdLst/>
              <a:ahLst/>
              <a:cxnLst>
                <a:cxn ang="0">
                  <a:pos x="167" y="516"/>
                </a:cxn>
                <a:cxn ang="0">
                  <a:pos x="231" y="497"/>
                </a:cxn>
                <a:cxn ang="0">
                  <a:pos x="290" y="482"/>
                </a:cxn>
                <a:cxn ang="0">
                  <a:pos x="344" y="465"/>
                </a:cxn>
                <a:cxn ang="0">
                  <a:pos x="401" y="419"/>
                </a:cxn>
                <a:cxn ang="0">
                  <a:pos x="465" y="372"/>
                </a:cxn>
                <a:cxn ang="0">
                  <a:pos x="451" y="323"/>
                </a:cxn>
                <a:cxn ang="0">
                  <a:pos x="440" y="235"/>
                </a:cxn>
                <a:cxn ang="0">
                  <a:pos x="471" y="208"/>
                </a:cxn>
                <a:cxn ang="0">
                  <a:pos x="447" y="147"/>
                </a:cxn>
                <a:cxn ang="0">
                  <a:pos x="456" y="81"/>
                </a:cxn>
                <a:cxn ang="0">
                  <a:pos x="451" y="23"/>
                </a:cxn>
                <a:cxn ang="0">
                  <a:pos x="416" y="25"/>
                </a:cxn>
                <a:cxn ang="0">
                  <a:pos x="345" y="11"/>
                </a:cxn>
                <a:cxn ang="0">
                  <a:pos x="350" y="59"/>
                </a:cxn>
                <a:cxn ang="0">
                  <a:pos x="251" y="49"/>
                </a:cxn>
                <a:cxn ang="0">
                  <a:pos x="265" y="80"/>
                </a:cxn>
                <a:cxn ang="0">
                  <a:pos x="264" y="126"/>
                </a:cxn>
                <a:cxn ang="0">
                  <a:pos x="254" y="134"/>
                </a:cxn>
                <a:cxn ang="0">
                  <a:pos x="245" y="143"/>
                </a:cxn>
                <a:cxn ang="0">
                  <a:pos x="273" y="164"/>
                </a:cxn>
                <a:cxn ang="0">
                  <a:pos x="251" y="152"/>
                </a:cxn>
                <a:cxn ang="0">
                  <a:pos x="185" y="130"/>
                </a:cxn>
                <a:cxn ang="0">
                  <a:pos x="168" y="116"/>
                </a:cxn>
                <a:cxn ang="0">
                  <a:pos x="133" y="152"/>
                </a:cxn>
                <a:cxn ang="0">
                  <a:pos x="120" y="136"/>
                </a:cxn>
                <a:cxn ang="0">
                  <a:pos x="97" y="119"/>
                </a:cxn>
                <a:cxn ang="0">
                  <a:pos x="47" y="137"/>
                </a:cxn>
                <a:cxn ang="0">
                  <a:pos x="36" y="148"/>
                </a:cxn>
                <a:cxn ang="0">
                  <a:pos x="12" y="159"/>
                </a:cxn>
                <a:cxn ang="0">
                  <a:pos x="4" y="189"/>
                </a:cxn>
                <a:cxn ang="0">
                  <a:pos x="46" y="201"/>
                </a:cxn>
                <a:cxn ang="0">
                  <a:pos x="68" y="208"/>
                </a:cxn>
                <a:cxn ang="0">
                  <a:pos x="81" y="201"/>
                </a:cxn>
                <a:cxn ang="0">
                  <a:pos x="106" y="221"/>
                </a:cxn>
                <a:cxn ang="0">
                  <a:pos x="181" y="225"/>
                </a:cxn>
                <a:cxn ang="0">
                  <a:pos x="199" y="229"/>
                </a:cxn>
                <a:cxn ang="0">
                  <a:pos x="271" y="228"/>
                </a:cxn>
                <a:cxn ang="0">
                  <a:pos x="254" y="251"/>
                </a:cxn>
                <a:cxn ang="0">
                  <a:pos x="217" y="242"/>
                </a:cxn>
                <a:cxn ang="0">
                  <a:pos x="199" y="275"/>
                </a:cxn>
                <a:cxn ang="0">
                  <a:pos x="186" y="264"/>
                </a:cxn>
                <a:cxn ang="0">
                  <a:pos x="168" y="275"/>
                </a:cxn>
                <a:cxn ang="0">
                  <a:pos x="80" y="289"/>
                </a:cxn>
                <a:cxn ang="0">
                  <a:pos x="35" y="305"/>
                </a:cxn>
                <a:cxn ang="0">
                  <a:pos x="59" y="316"/>
                </a:cxn>
                <a:cxn ang="0">
                  <a:pos x="52" y="330"/>
                </a:cxn>
                <a:cxn ang="0">
                  <a:pos x="4" y="337"/>
                </a:cxn>
                <a:cxn ang="0">
                  <a:pos x="15" y="368"/>
                </a:cxn>
                <a:cxn ang="0">
                  <a:pos x="33" y="398"/>
                </a:cxn>
                <a:cxn ang="0">
                  <a:pos x="68" y="398"/>
                </a:cxn>
                <a:cxn ang="0">
                  <a:pos x="60" y="424"/>
                </a:cxn>
                <a:cxn ang="0">
                  <a:pos x="85" y="448"/>
                </a:cxn>
                <a:cxn ang="0">
                  <a:pos x="149" y="432"/>
                </a:cxn>
                <a:cxn ang="0">
                  <a:pos x="176" y="429"/>
                </a:cxn>
                <a:cxn ang="0">
                  <a:pos x="190" y="428"/>
                </a:cxn>
                <a:cxn ang="0">
                  <a:pos x="244" y="414"/>
                </a:cxn>
                <a:cxn ang="0">
                  <a:pos x="243" y="423"/>
                </a:cxn>
                <a:cxn ang="0">
                  <a:pos x="202" y="469"/>
                </a:cxn>
                <a:cxn ang="0">
                  <a:pos x="176" y="469"/>
                </a:cxn>
              </a:cxnLst>
              <a:rect l="0" t="0" r="r" b="b"/>
              <a:pathLst>
                <a:path w="471" h="518">
                  <a:moveTo>
                    <a:pt x="173" y="486"/>
                  </a:moveTo>
                  <a:cubicBezTo>
                    <a:pt x="173" y="487"/>
                    <a:pt x="173" y="489"/>
                    <a:pt x="172" y="489"/>
                  </a:cubicBezTo>
                  <a:cubicBezTo>
                    <a:pt x="172" y="490"/>
                    <a:pt x="170" y="490"/>
                    <a:pt x="169" y="491"/>
                  </a:cubicBezTo>
                  <a:cubicBezTo>
                    <a:pt x="169" y="492"/>
                    <a:pt x="169" y="495"/>
                    <a:pt x="170" y="497"/>
                  </a:cubicBezTo>
                  <a:cubicBezTo>
                    <a:pt x="170" y="498"/>
                    <a:pt x="174" y="499"/>
                    <a:pt x="175" y="501"/>
                  </a:cubicBezTo>
                  <a:cubicBezTo>
                    <a:pt x="176" y="501"/>
                    <a:pt x="175" y="503"/>
                    <a:pt x="175" y="503"/>
                  </a:cubicBezTo>
                  <a:cubicBezTo>
                    <a:pt x="174" y="507"/>
                    <a:pt x="168" y="511"/>
                    <a:pt x="167" y="514"/>
                  </a:cubicBezTo>
                  <a:cubicBezTo>
                    <a:pt x="167" y="514"/>
                    <a:pt x="167" y="516"/>
                    <a:pt x="167" y="516"/>
                  </a:cubicBezTo>
                  <a:cubicBezTo>
                    <a:pt x="167" y="517"/>
                    <a:pt x="169" y="518"/>
                    <a:pt x="170" y="518"/>
                  </a:cubicBezTo>
                  <a:cubicBezTo>
                    <a:pt x="172" y="518"/>
                    <a:pt x="174" y="515"/>
                    <a:pt x="175" y="515"/>
                  </a:cubicBezTo>
                  <a:cubicBezTo>
                    <a:pt x="177" y="515"/>
                    <a:pt x="180" y="518"/>
                    <a:pt x="182" y="518"/>
                  </a:cubicBezTo>
                  <a:cubicBezTo>
                    <a:pt x="184" y="518"/>
                    <a:pt x="189" y="514"/>
                    <a:pt x="192" y="512"/>
                  </a:cubicBezTo>
                  <a:cubicBezTo>
                    <a:pt x="195" y="510"/>
                    <a:pt x="199" y="501"/>
                    <a:pt x="203" y="500"/>
                  </a:cubicBezTo>
                  <a:cubicBezTo>
                    <a:pt x="204" y="500"/>
                    <a:pt x="207" y="501"/>
                    <a:pt x="208" y="501"/>
                  </a:cubicBezTo>
                  <a:cubicBezTo>
                    <a:pt x="212" y="500"/>
                    <a:pt x="217" y="492"/>
                    <a:pt x="220" y="492"/>
                  </a:cubicBezTo>
                  <a:cubicBezTo>
                    <a:pt x="223" y="492"/>
                    <a:pt x="228" y="497"/>
                    <a:pt x="231" y="497"/>
                  </a:cubicBezTo>
                  <a:cubicBezTo>
                    <a:pt x="232" y="498"/>
                    <a:pt x="235" y="498"/>
                    <a:pt x="236" y="498"/>
                  </a:cubicBezTo>
                  <a:cubicBezTo>
                    <a:pt x="237" y="497"/>
                    <a:pt x="240" y="496"/>
                    <a:pt x="240" y="495"/>
                  </a:cubicBezTo>
                  <a:cubicBezTo>
                    <a:pt x="241" y="494"/>
                    <a:pt x="240" y="491"/>
                    <a:pt x="241" y="490"/>
                  </a:cubicBezTo>
                  <a:cubicBezTo>
                    <a:pt x="243" y="485"/>
                    <a:pt x="250" y="476"/>
                    <a:pt x="255" y="474"/>
                  </a:cubicBezTo>
                  <a:cubicBezTo>
                    <a:pt x="260" y="473"/>
                    <a:pt x="270" y="481"/>
                    <a:pt x="275" y="479"/>
                  </a:cubicBezTo>
                  <a:cubicBezTo>
                    <a:pt x="276" y="479"/>
                    <a:pt x="277" y="477"/>
                    <a:pt x="278" y="477"/>
                  </a:cubicBezTo>
                  <a:cubicBezTo>
                    <a:pt x="279" y="477"/>
                    <a:pt x="281" y="477"/>
                    <a:pt x="282" y="478"/>
                  </a:cubicBezTo>
                  <a:cubicBezTo>
                    <a:pt x="284" y="478"/>
                    <a:pt x="288" y="481"/>
                    <a:pt x="290" y="482"/>
                  </a:cubicBezTo>
                  <a:cubicBezTo>
                    <a:pt x="294" y="483"/>
                    <a:pt x="301" y="484"/>
                    <a:pt x="304" y="484"/>
                  </a:cubicBezTo>
                  <a:cubicBezTo>
                    <a:pt x="307" y="484"/>
                    <a:pt x="312" y="484"/>
                    <a:pt x="314" y="482"/>
                  </a:cubicBezTo>
                  <a:cubicBezTo>
                    <a:pt x="315" y="482"/>
                    <a:pt x="315" y="480"/>
                    <a:pt x="316" y="479"/>
                  </a:cubicBezTo>
                  <a:cubicBezTo>
                    <a:pt x="317" y="479"/>
                    <a:pt x="319" y="480"/>
                    <a:pt x="319" y="480"/>
                  </a:cubicBezTo>
                  <a:cubicBezTo>
                    <a:pt x="321" y="479"/>
                    <a:pt x="324" y="478"/>
                    <a:pt x="325" y="477"/>
                  </a:cubicBezTo>
                  <a:cubicBezTo>
                    <a:pt x="326" y="475"/>
                    <a:pt x="327" y="470"/>
                    <a:pt x="328" y="468"/>
                  </a:cubicBezTo>
                  <a:cubicBezTo>
                    <a:pt x="329" y="467"/>
                    <a:pt x="331" y="464"/>
                    <a:pt x="332" y="463"/>
                  </a:cubicBezTo>
                  <a:cubicBezTo>
                    <a:pt x="335" y="463"/>
                    <a:pt x="341" y="466"/>
                    <a:pt x="344" y="465"/>
                  </a:cubicBezTo>
                  <a:cubicBezTo>
                    <a:pt x="346" y="465"/>
                    <a:pt x="349" y="459"/>
                    <a:pt x="352" y="459"/>
                  </a:cubicBezTo>
                  <a:cubicBezTo>
                    <a:pt x="354" y="459"/>
                    <a:pt x="358" y="464"/>
                    <a:pt x="360" y="464"/>
                  </a:cubicBezTo>
                  <a:cubicBezTo>
                    <a:pt x="365" y="464"/>
                    <a:pt x="374" y="458"/>
                    <a:pt x="378" y="456"/>
                  </a:cubicBezTo>
                  <a:cubicBezTo>
                    <a:pt x="381" y="454"/>
                    <a:pt x="387" y="449"/>
                    <a:pt x="390" y="446"/>
                  </a:cubicBezTo>
                  <a:cubicBezTo>
                    <a:pt x="392" y="444"/>
                    <a:pt x="394" y="438"/>
                    <a:pt x="396" y="437"/>
                  </a:cubicBezTo>
                  <a:cubicBezTo>
                    <a:pt x="397" y="436"/>
                    <a:pt x="402" y="436"/>
                    <a:pt x="402" y="435"/>
                  </a:cubicBezTo>
                  <a:cubicBezTo>
                    <a:pt x="404" y="432"/>
                    <a:pt x="398" y="427"/>
                    <a:pt x="398" y="424"/>
                  </a:cubicBezTo>
                  <a:cubicBezTo>
                    <a:pt x="398" y="422"/>
                    <a:pt x="401" y="420"/>
                    <a:pt x="401" y="419"/>
                  </a:cubicBezTo>
                  <a:cubicBezTo>
                    <a:pt x="401" y="417"/>
                    <a:pt x="395" y="415"/>
                    <a:pt x="395" y="414"/>
                  </a:cubicBezTo>
                  <a:cubicBezTo>
                    <a:pt x="393" y="410"/>
                    <a:pt x="393" y="403"/>
                    <a:pt x="395" y="400"/>
                  </a:cubicBezTo>
                  <a:cubicBezTo>
                    <a:pt x="397" y="397"/>
                    <a:pt x="404" y="395"/>
                    <a:pt x="407" y="394"/>
                  </a:cubicBezTo>
                  <a:cubicBezTo>
                    <a:pt x="415" y="391"/>
                    <a:pt x="431" y="389"/>
                    <a:pt x="439" y="389"/>
                  </a:cubicBezTo>
                  <a:cubicBezTo>
                    <a:pt x="445" y="389"/>
                    <a:pt x="456" y="394"/>
                    <a:pt x="462" y="392"/>
                  </a:cubicBezTo>
                  <a:cubicBezTo>
                    <a:pt x="464" y="391"/>
                    <a:pt x="466" y="387"/>
                    <a:pt x="467" y="385"/>
                  </a:cubicBezTo>
                  <a:cubicBezTo>
                    <a:pt x="468" y="383"/>
                    <a:pt x="471" y="379"/>
                    <a:pt x="471" y="377"/>
                  </a:cubicBezTo>
                  <a:cubicBezTo>
                    <a:pt x="470" y="375"/>
                    <a:pt x="467" y="373"/>
                    <a:pt x="465" y="372"/>
                  </a:cubicBezTo>
                  <a:cubicBezTo>
                    <a:pt x="462" y="370"/>
                    <a:pt x="455" y="369"/>
                    <a:pt x="453" y="366"/>
                  </a:cubicBezTo>
                  <a:cubicBezTo>
                    <a:pt x="451" y="364"/>
                    <a:pt x="452" y="360"/>
                    <a:pt x="451" y="358"/>
                  </a:cubicBezTo>
                  <a:cubicBezTo>
                    <a:pt x="449" y="357"/>
                    <a:pt x="444" y="358"/>
                    <a:pt x="443" y="357"/>
                  </a:cubicBezTo>
                  <a:cubicBezTo>
                    <a:pt x="441" y="355"/>
                    <a:pt x="440" y="350"/>
                    <a:pt x="440" y="347"/>
                  </a:cubicBezTo>
                  <a:cubicBezTo>
                    <a:pt x="440" y="343"/>
                    <a:pt x="443" y="334"/>
                    <a:pt x="446" y="332"/>
                  </a:cubicBezTo>
                  <a:cubicBezTo>
                    <a:pt x="447" y="331"/>
                    <a:pt x="450" y="332"/>
                    <a:pt x="451" y="331"/>
                  </a:cubicBezTo>
                  <a:cubicBezTo>
                    <a:pt x="452" y="330"/>
                    <a:pt x="454" y="327"/>
                    <a:pt x="454" y="326"/>
                  </a:cubicBezTo>
                  <a:cubicBezTo>
                    <a:pt x="454" y="325"/>
                    <a:pt x="452" y="324"/>
                    <a:pt x="451" y="323"/>
                  </a:cubicBezTo>
                  <a:cubicBezTo>
                    <a:pt x="450" y="319"/>
                    <a:pt x="451" y="310"/>
                    <a:pt x="450" y="306"/>
                  </a:cubicBezTo>
                  <a:cubicBezTo>
                    <a:pt x="449" y="302"/>
                    <a:pt x="445" y="295"/>
                    <a:pt x="444" y="292"/>
                  </a:cubicBezTo>
                  <a:cubicBezTo>
                    <a:pt x="444" y="289"/>
                    <a:pt x="445" y="284"/>
                    <a:pt x="446" y="282"/>
                  </a:cubicBezTo>
                  <a:cubicBezTo>
                    <a:pt x="447" y="278"/>
                    <a:pt x="452" y="272"/>
                    <a:pt x="451" y="269"/>
                  </a:cubicBezTo>
                  <a:cubicBezTo>
                    <a:pt x="451" y="268"/>
                    <a:pt x="447" y="268"/>
                    <a:pt x="447" y="267"/>
                  </a:cubicBezTo>
                  <a:cubicBezTo>
                    <a:pt x="445" y="265"/>
                    <a:pt x="445" y="260"/>
                    <a:pt x="445" y="258"/>
                  </a:cubicBezTo>
                  <a:cubicBezTo>
                    <a:pt x="445" y="256"/>
                    <a:pt x="447" y="251"/>
                    <a:pt x="446" y="249"/>
                  </a:cubicBezTo>
                  <a:cubicBezTo>
                    <a:pt x="446" y="245"/>
                    <a:pt x="441" y="239"/>
                    <a:pt x="440" y="235"/>
                  </a:cubicBezTo>
                  <a:cubicBezTo>
                    <a:pt x="440" y="232"/>
                    <a:pt x="441" y="227"/>
                    <a:pt x="442" y="224"/>
                  </a:cubicBezTo>
                  <a:cubicBezTo>
                    <a:pt x="443" y="223"/>
                    <a:pt x="444" y="220"/>
                    <a:pt x="445" y="219"/>
                  </a:cubicBezTo>
                  <a:cubicBezTo>
                    <a:pt x="446" y="218"/>
                    <a:pt x="449" y="219"/>
                    <a:pt x="450" y="219"/>
                  </a:cubicBezTo>
                  <a:cubicBezTo>
                    <a:pt x="451" y="218"/>
                    <a:pt x="453" y="216"/>
                    <a:pt x="454" y="215"/>
                  </a:cubicBezTo>
                  <a:cubicBezTo>
                    <a:pt x="454" y="213"/>
                    <a:pt x="454" y="210"/>
                    <a:pt x="454" y="209"/>
                  </a:cubicBezTo>
                  <a:cubicBezTo>
                    <a:pt x="455" y="208"/>
                    <a:pt x="458" y="206"/>
                    <a:pt x="459" y="205"/>
                  </a:cubicBezTo>
                  <a:cubicBezTo>
                    <a:pt x="460" y="205"/>
                    <a:pt x="463" y="208"/>
                    <a:pt x="464" y="208"/>
                  </a:cubicBezTo>
                  <a:cubicBezTo>
                    <a:pt x="466" y="208"/>
                    <a:pt x="471" y="208"/>
                    <a:pt x="471" y="208"/>
                  </a:cubicBezTo>
                  <a:cubicBezTo>
                    <a:pt x="471" y="208"/>
                    <a:pt x="466" y="204"/>
                    <a:pt x="466" y="202"/>
                  </a:cubicBezTo>
                  <a:cubicBezTo>
                    <a:pt x="465" y="200"/>
                    <a:pt x="467" y="197"/>
                    <a:pt x="467" y="196"/>
                  </a:cubicBezTo>
                  <a:cubicBezTo>
                    <a:pt x="466" y="194"/>
                    <a:pt x="464" y="190"/>
                    <a:pt x="462" y="189"/>
                  </a:cubicBezTo>
                  <a:cubicBezTo>
                    <a:pt x="459" y="186"/>
                    <a:pt x="449" y="186"/>
                    <a:pt x="446" y="183"/>
                  </a:cubicBezTo>
                  <a:cubicBezTo>
                    <a:pt x="441" y="179"/>
                    <a:pt x="432" y="168"/>
                    <a:pt x="431" y="161"/>
                  </a:cubicBezTo>
                  <a:cubicBezTo>
                    <a:pt x="430" y="160"/>
                    <a:pt x="431" y="158"/>
                    <a:pt x="432" y="157"/>
                  </a:cubicBezTo>
                  <a:cubicBezTo>
                    <a:pt x="434" y="155"/>
                    <a:pt x="439" y="153"/>
                    <a:pt x="441" y="152"/>
                  </a:cubicBezTo>
                  <a:cubicBezTo>
                    <a:pt x="443" y="151"/>
                    <a:pt x="446" y="149"/>
                    <a:pt x="447" y="147"/>
                  </a:cubicBezTo>
                  <a:cubicBezTo>
                    <a:pt x="448" y="146"/>
                    <a:pt x="448" y="142"/>
                    <a:pt x="448" y="140"/>
                  </a:cubicBezTo>
                  <a:cubicBezTo>
                    <a:pt x="447" y="136"/>
                    <a:pt x="441" y="128"/>
                    <a:pt x="442" y="124"/>
                  </a:cubicBezTo>
                  <a:cubicBezTo>
                    <a:pt x="444" y="120"/>
                    <a:pt x="454" y="117"/>
                    <a:pt x="455" y="113"/>
                  </a:cubicBezTo>
                  <a:cubicBezTo>
                    <a:pt x="456" y="112"/>
                    <a:pt x="455" y="109"/>
                    <a:pt x="454" y="108"/>
                  </a:cubicBezTo>
                  <a:cubicBezTo>
                    <a:pt x="453" y="106"/>
                    <a:pt x="450" y="106"/>
                    <a:pt x="449" y="105"/>
                  </a:cubicBezTo>
                  <a:cubicBezTo>
                    <a:pt x="447" y="101"/>
                    <a:pt x="445" y="91"/>
                    <a:pt x="447" y="87"/>
                  </a:cubicBezTo>
                  <a:cubicBezTo>
                    <a:pt x="448" y="86"/>
                    <a:pt x="451" y="87"/>
                    <a:pt x="452" y="86"/>
                  </a:cubicBezTo>
                  <a:cubicBezTo>
                    <a:pt x="453" y="85"/>
                    <a:pt x="455" y="82"/>
                    <a:pt x="456" y="81"/>
                  </a:cubicBezTo>
                  <a:cubicBezTo>
                    <a:pt x="457" y="79"/>
                    <a:pt x="462" y="75"/>
                    <a:pt x="463" y="73"/>
                  </a:cubicBezTo>
                  <a:cubicBezTo>
                    <a:pt x="464" y="71"/>
                    <a:pt x="466" y="65"/>
                    <a:pt x="465" y="63"/>
                  </a:cubicBezTo>
                  <a:cubicBezTo>
                    <a:pt x="465" y="61"/>
                    <a:pt x="463" y="57"/>
                    <a:pt x="461" y="56"/>
                  </a:cubicBezTo>
                  <a:cubicBezTo>
                    <a:pt x="460" y="55"/>
                    <a:pt x="456" y="56"/>
                    <a:pt x="455" y="55"/>
                  </a:cubicBezTo>
                  <a:cubicBezTo>
                    <a:pt x="453" y="54"/>
                    <a:pt x="451" y="49"/>
                    <a:pt x="452" y="47"/>
                  </a:cubicBezTo>
                  <a:cubicBezTo>
                    <a:pt x="452" y="45"/>
                    <a:pt x="456" y="41"/>
                    <a:pt x="457" y="39"/>
                  </a:cubicBezTo>
                  <a:cubicBezTo>
                    <a:pt x="457" y="38"/>
                    <a:pt x="456" y="34"/>
                    <a:pt x="456" y="33"/>
                  </a:cubicBezTo>
                  <a:cubicBezTo>
                    <a:pt x="455" y="30"/>
                    <a:pt x="453" y="25"/>
                    <a:pt x="451" y="23"/>
                  </a:cubicBezTo>
                  <a:cubicBezTo>
                    <a:pt x="449" y="21"/>
                    <a:pt x="445" y="20"/>
                    <a:pt x="443" y="19"/>
                  </a:cubicBezTo>
                  <a:cubicBezTo>
                    <a:pt x="438" y="18"/>
                    <a:pt x="425" y="16"/>
                    <a:pt x="421" y="19"/>
                  </a:cubicBezTo>
                  <a:cubicBezTo>
                    <a:pt x="420" y="20"/>
                    <a:pt x="420" y="22"/>
                    <a:pt x="420" y="22"/>
                  </a:cubicBezTo>
                  <a:cubicBezTo>
                    <a:pt x="421" y="23"/>
                    <a:pt x="423" y="24"/>
                    <a:pt x="424" y="25"/>
                  </a:cubicBezTo>
                  <a:cubicBezTo>
                    <a:pt x="424" y="28"/>
                    <a:pt x="422" y="33"/>
                    <a:pt x="419" y="34"/>
                  </a:cubicBezTo>
                  <a:cubicBezTo>
                    <a:pt x="419" y="35"/>
                    <a:pt x="417" y="35"/>
                    <a:pt x="416" y="34"/>
                  </a:cubicBezTo>
                  <a:cubicBezTo>
                    <a:pt x="415" y="33"/>
                    <a:pt x="414" y="30"/>
                    <a:pt x="414" y="28"/>
                  </a:cubicBezTo>
                  <a:cubicBezTo>
                    <a:pt x="414" y="27"/>
                    <a:pt x="416" y="26"/>
                    <a:pt x="416" y="25"/>
                  </a:cubicBezTo>
                  <a:cubicBezTo>
                    <a:pt x="415" y="22"/>
                    <a:pt x="410" y="18"/>
                    <a:pt x="407" y="16"/>
                  </a:cubicBezTo>
                  <a:cubicBezTo>
                    <a:pt x="405" y="15"/>
                    <a:pt x="401" y="13"/>
                    <a:pt x="398" y="13"/>
                  </a:cubicBezTo>
                  <a:cubicBezTo>
                    <a:pt x="395" y="12"/>
                    <a:pt x="387" y="14"/>
                    <a:pt x="384" y="12"/>
                  </a:cubicBezTo>
                  <a:cubicBezTo>
                    <a:pt x="382" y="11"/>
                    <a:pt x="380" y="7"/>
                    <a:pt x="378" y="5"/>
                  </a:cubicBezTo>
                  <a:cubicBezTo>
                    <a:pt x="376" y="4"/>
                    <a:pt x="373" y="2"/>
                    <a:pt x="371" y="1"/>
                  </a:cubicBezTo>
                  <a:cubicBezTo>
                    <a:pt x="369" y="1"/>
                    <a:pt x="364" y="0"/>
                    <a:pt x="362" y="1"/>
                  </a:cubicBezTo>
                  <a:cubicBezTo>
                    <a:pt x="360" y="2"/>
                    <a:pt x="357" y="8"/>
                    <a:pt x="354" y="9"/>
                  </a:cubicBezTo>
                  <a:cubicBezTo>
                    <a:pt x="352" y="10"/>
                    <a:pt x="347" y="10"/>
                    <a:pt x="345" y="11"/>
                  </a:cubicBezTo>
                  <a:cubicBezTo>
                    <a:pt x="344" y="12"/>
                    <a:pt x="341" y="16"/>
                    <a:pt x="341" y="17"/>
                  </a:cubicBezTo>
                  <a:cubicBezTo>
                    <a:pt x="340" y="20"/>
                    <a:pt x="341" y="27"/>
                    <a:pt x="340" y="30"/>
                  </a:cubicBezTo>
                  <a:cubicBezTo>
                    <a:pt x="340" y="32"/>
                    <a:pt x="337" y="35"/>
                    <a:pt x="336" y="37"/>
                  </a:cubicBezTo>
                  <a:cubicBezTo>
                    <a:pt x="335" y="38"/>
                    <a:pt x="334" y="40"/>
                    <a:pt x="334" y="41"/>
                  </a:cubicBezTo>
                  <a:cubicBezTo>
                    <a:pt x="335" y="43"/>
                    <a:pt x="342" y="42"/>
                    <a:pt x="343" y="44"/>
                  </a:cubicBezTo>
                  <a:cubicBezTo>
                    <a:pt x="345" y="45"/>
                    <a:pt x="344" y="50"/>
                    <a:pt x="345" y="51"/>
                  </a:cubicBezTo>
                  <a:cubicBezTo>
                    <a:pt x="346" y="52"/>
                    <a:pt x="348" y="52"/>
                    <a:pt x="348" y="52"/>
                  </a:cubicBezTo>
                  <a:cubicBezTo>
                    <a:pt x="349" y="54"/>
                    <a:pt x="351" y="58"/>
                    <a:pt x="350" y="59"/>
                  </a:cubicBezTo>
                  <a:cubicBezTo>
                    <a:pt x="347" y="61"/>
                    <a:pt x="343" y="54"/>
                    <a:pt x="340" y="53"/>
                  </a:cubicBezTo>
                  <a:cubicBezTo>
                    <a:pt x="339" y="52"/>
                    <a:pt x="335" y="50"/>
                    <a:pt x="333" y="50"/>
                  </a:cubicBezTo>
                  <a:cubicBezTo>
                    <a:pt x="330" y="50"/>
                    <a:pt x="325" y="50"/>
                    <a:pt x="322" y="51"/>
                  </a:cubicBezTo>
                  <a:cubicBezTo>
                    <a:pt x="320" y="51"/>
                    <a:pt x="315" y="53"/>
                    <a:pt x="313" y="55"/>
                  </a:cubicBezTo>
                  <a:cubicBezTo>
                    <a:pt x="311" y="56"/>
                    <a:pt x="306" y="60"/>
                    <a:pt x="303" y="61"/>
                  </a:cubicBezTo>
                  <a:cubicBezTo>
                    <a:pt x="296" y="63"/>
                    <a:pt x="281" y="65"/>
                    <a:pt x="273" y="63"/>
                  </a:cubicBezTo>
                  <a:cubicBezTo>
                    <a:pt x="269" y="62"/>
                    <a:pt x="262" y="57"/>
                    <a:pt x="259" y="55"/>
                  </a:cubicBezTo>
                  <a:cubicBezTo>
                    <a:pt x="257" y="54"/>
                    <a:pt x="253" y="50"/>
                    <a:pt x="251" y="49"/>
                  </a:cubicBezTo>
                  <a:cubicBezTo>
                    <a:pt x="248" y="48"/>
                    <a:pt x="242" y="51"/>
                    <a:pt x="239" y="50"/>
                  </a:cubicBezTo>
                  <a:cubicBezTo>
                    <a:pt x="238" y="50"/>
                    <a:pt x="237" y="47"/>
                    <a:pt x="235" y="48"/>
                  </a:cubicBezTo>
                  <a:cubicBezTo>
                    <a:pt x="234" y="48"/>
                    <a:pt x="232" y="51"/>
                    <a:pt x="232" y="52"/>
                  </a:cubicBezTo>
                  <a:cubicBezTo>
                    <a:pt x="231" y="54"/>
                    <a:pt x="230" y="58"/>
                    <a:pt x="230" y="59"/>
                  </a:cubicBezTo>
                  <a:cubicBezTo>
                    <a:pt x="231" y="62"/>
                    <a:pt x="235" y="66"/>
                    <a:pt x="237" y="68"/>
                  </a:cubicBezTo>
                  <a:cubicBezTo>
                    <a:pt x="239" y="68"/>
                    <a:pt x="242" y="68"/>
                    <a:pt x="243" y="68"/>
                  </a:cubicBezTo>
                  <a:cubicBezTo>
                    <a:pt x="247" y="70"/>
                    <a:pt x="252" y="76"/>
                    <a:pt x="256" y="78"/>
                  </a:cubicBezTo>
                  <a:cubicBezTo>
                    <a:pt x="258" y="79"/>
                    <a:pt x="263" y="78"/>
                    <a:pt x="265" y="80"/>
                  </a:cubicBezTo>
                  <a:cubicBezTo>
                    <a:pt x="266" y="81"/>
                    <a:pt x="267" y="84"/>
                    <a:pt x="267" y="85"/>
                  </a:cubicBezTo>
                  <a:cubicBezTo>
                    <a:pt x="267" y="88"/>
                    <a:pt x="267" y="95"/>
                    <a:pt x="266" y="98"/>
                  </a:cubicBezTo>
                  <a:cubicBezTo>
                    <a:pt x="265" y="102"/>
                    <a:pt x="260" y="107"/>
                    <a:pt x="259" y="111"/>
                  </a:cubicBezTo>
                  <a:cubicBezTo>
                    <a:pt x="258" y="113"/>
                    <a:pt x="257" y="117"/>
                    <a:pt x="257" y="120"/>
                  </a:cubicBezTo>
                  <a:cubicBezTo>
                    <a:pt x="257" y="120"/>
                    <a:pt x="258" y="121"/>
                    <a:pt x="259" y="122"/>
                  </a:cubicBezTo>
                  <a:cubicBezTo>
                    <a:pt x="260" y="122"/>
                    <a:pt x="262" y="118"/>
                    <a:pt x="263" y="118"/>
                  </a:cubicBezTo>
                  <a:cubicBezTo>
                    <a:pt x="264" y="119"/>
                    <a:pt x="264" y="120"/>
                    <a:pt x="265" y="121"/>
                  </a:cubicBezTo>
                  <a:cubicBezTo>
                    <a:pt x="265" y="122"/>
                    <a:pt x="265" y="125"/>
                    <a:pt x="264" y="126"/>
                  </a:cubicBezTo>
                  <a:cubicBezTo>
                    <a:pt x="263" y="126"/>
                    <a:pt x="260" y="123"/>
                    <a:pt x="259" y="124"/>
                  </a:cubicBezTo>
                  <a:cubicBezTo>
                    <a:pt x="258" y="124"/>
                    <a:pt x="256" y="126"/>
                    <a:pt x="255" y="126"/>
                  </a:cubicBezTo>
                  <a:cubicBezTo>
                    <a:pt x="254" y="126"/>
                    <a:pt x="254" y="124"/>
                    <a:pt x="253" y="124"/>
                  </a:cubicBezTo>
                  <a:cubicBezTo>
                    <a:pt x="252" y="124"/>
                    <a:pt x="251" y="126"/>
                    <a:pt x="251" y="127"/>
                  </a:cubicBezTo>
                  <a:cubicBezTo>
                    <a:pt x="252" y="128"/>
                    <a:pt x="254" y="130"/>
                    <a:pt x="256" y="131"/>
                  </a:cubicBezTo>
                  <a:cubicBezTo>
                    <a:pt x="257" y="131"/>
                    <a:pt x="262" y="131"/>
                    <a:pt x="262" y="132"/>
                  </a:cubicBezTo>
                  <a:cubicBezTo>
                    <a:pt x="263" y="133"/>
                    <a:pt x="262" y="135"/>
                    <a:pt x="261" y="135"/>
                  </a:cubicBezTo>
                  <a:cubicBezTo>
                    <a:pt x="259" y="136"/>
                    <a:pt x="255" y="133"/>
                    <a:pt x="254" y="134"/>
                  </a:cubicBezTo>
                  <a:cubicBezTo>
                    <a:pt x="252" y="134"/>
                    <a:pt x="253" y="139"/>
                    <a:pt x="252" y="139"/>
                  </a:cubicBezTo>
                  <a:cubicBezTo>
                    <a:pt x="250" y="140"/>
                    <a:pt x="245" y="136"/>
                    <a:pt x="244" y="134"/>
                  </a:cubicBezTo>
                  <a:cubicBezTo>
                    <a:pt x="244" y="133"/>
                    <a:pt x="245" y="131"/>
                    <a:pt x="244" y="130"/>
                  </a:cubicBezTo>
                  <a:cubicBezTo>
                    <a:pt x="244" y="129"/>
                    <a:pt x="242" y="126"/>
                    <a:pt x="240" y="126"/>
                  </a:cubicBezTo>
                  <a:cubicBezTo>
                    <a:pt x="239" y="126"/>
                    <a:pt x="238" y="128"/>
                    <a:pt x="238" y="129"/>
                  </a:cubicBezTo>
                  <a:cubicBezTo>
                    <a:pt x="238" y="131"/>
                    <a:pt x="241" y="134"/>
                    <a:pt x="241" y="136"/>
                  </a:cubicBezTo>
                  <a:cubicBezTo>
                    <a:pt x="242" y="137"/>
                    <a:pt x="239" y="141"/>
                    <a:pt x="240" y="142"/>
                  </a:cubicBezTo>
                  <a:cubicBezTo>
                    <a:pt x="241" y="143"/>
                    <a:pt x="244" y="142"/>
                    <a:pt x="245" y="143"/>
                  </a:cubicBezTo>
                  <a:cubicBezTo>
                    <a:pt x="246" y="143"/>
                    <a:pt x="248" y="146"/>
                    <a:pt x="249" y="147"/>
                  </a:cubicBezTo>
                  <a:cubicBezTo>
                    <a:pt x="252" y="148"/>
                    <a:pt x="257" y="146"/>
                    <a:pt x="260" y="147"/>
                  </a:cubicBezTo>
                  <a:cubicBezTo>
                    <a:pt x="262" y="148"/>
                    <a:pt x="266" y="150"/>
                    <a:pt x="268" y="151"/>
                  </a:cubicBezTo>
                  <a:cubicBezTo>
                    <a:pt x="270" y="152"/>
                    <a:pt x="272" y="155"/>
                    <a:pt x="274" y="156"/>
                  </a:cubicBezTo>
                  <a:cubicBezTo>
                    <a:pt x="276" y="158"/>
                    <a:pt x="281" y="158"/>
                    <a:pt x="282" y="160"/>
                  </a:cubicBezTo>
                  <a:cubicBezTo>
                    <a:pt x="282" y="161"/>
                    <a:pt x="282" y="161"/>
                    <a:pt x="282" y="161"/>
                  </a:cubicBezTo>
                  <a:cubicBezTo>
                    <a:pt x="281" y="162"/>
                    <a:pt x="279" y="161"/>
                    <a:pt x="279" y="161"/>
                  </a:cubicBezTo>
                  <a:cubicBezTo>
                    <a:pt x="277" y="161"/>
                    <a:pt x="275" y="164"/>
                    <a:pt x="273" y="164"/>
                  </a:cubicBezTo>
                  <a:cubicBezTo>
                    <a:pt x="272" y="164"/>
                    <a:pt x="271" y="162"/>
                    <a:pt x="271" y="161"/>
                  </a:cubicBezTo>
                  <a:cubicBezTo>
                    <a:pt x="270" y="161"/>
                    <a:pt x="268" y="160"/>
                    <a:pt x="267" y="160"/>
                  </a:cubicBezTo>
                  <a:cubicBezTo>
                    <a:pt x="265" y="160"/>
                    <a:pt x="262" y="162"/>
                    <a:pt x="260" y="162"/>
                  </a:cubicBezTo>
                  <a:cubicBezTo>
                    <a:pt x="258" y="161"/>
                    <a:pt x="255" y="160"/>
                    <a:pt x="254" y="159"/>
                  </a:cubicBezTo>
                  <a:cubicBezTo>
                    <a:pt x="254" y="158"/>
                    <a:pt x="255" y="156"/>
                    <a:pt x="255" y="156"/>
                  </a:cubicBezTo>
                  <a:cubicBezTo>
                    <a:pt x="257" y="155"/>
                    <a:pt x="262" y="156"/>
                    <a:pt x="263" y="154"/>
                  </a:cubicBezTo>
                  <a:cubicBezTo>
                    <a:pt x="263" y="153"/>
                    <a:pt x="260" y="151"/>
                    <a:pt x="258" y="151"/>
                  </a:cubicBezTo>
                  <a:cubicBezTo>
                    <a:pt x="257" y="151"/>
                    <a:pt x="253" y="151"/>
                    <a:pt x="251" y="152"/>
                  </a:cubicBezTo>
                  <a:cubicBezTo>
                    <a:pt x="250" y="153"/>
                    <a:pt x="249" y="156"/>
                    <a:pt x="248" y="157"/>
                  </a:cubicBezTo>
                  <a:cubicBezTo>
                    <a:pt x="246" y="159"/>
                    <a:pt x="242" y="162"/>
                    <a:pt x="240" y="164"/>
                  </a:cubicBezTo>
                  <a:cubicBezTo>
                    <a:pt x="236" y="165"/>
                    <a:pt x="229" y="167"/>
                    <a:pt x="225" y="166"/>
                  </a:cubicBezTo>
                  <a:cubicBezTo>
                    <a:pt x="222" y="166"/>
                    <a:pt x="216" y="162"/>
                    <a:pt x="213" y="162"/>
                  </a:cubicBezTo>
                  <a:cubicBezTo>
                    <a:pt x="208" y="161"/>
                    <a:pt x="199" y="163"/>
                    <a:pt x="194" y="161"/>
                  </a:cubicBezTo>
                  <a:cubicBezTo>
                    <a:pt x="191" y="160"/>
                    <a:pt x="187" y="156"/>
                    <a:pt x="185" y="153"/>
                  </a:cubicBezTo>
                  <a:cubicBezTo>
                    <a:pt x="183" y="150"/>
                    <a:pt x="180" y="143"/>
                    <a:pt x="180" y="140"/>
                  </a:cubicBezTo>
                  <a:cubicBezTo>
                    <a:pt x="181" y="137"/>
                    <a:pt x="184" y="132"/>
                    <a:pt x="185" y="130"/>
                  </a:cubicBezTo>
                  <a:cubicBezTo>
                    <a:pt x="186" y="126"/>
                    <a:pt x="187" y="120"/>
                    <a:pt x="187" y="116"/>
                  </a:cubicBezTo>
                  <a:cubicBezTo>
                    <a:pt x="186" y="115"/>
                    <a:pt x="186" y="111"/>
                    <a:pt x="185" y="111"/>
                  </a:cubicBezTo>
                  <a:cubicBezTo>
                    <a:pt x="183" y="111"/>
                    <a:pt x="184" y="114"/>
                    <a:pt x="183" y="115"/>
                  </a:cubicBezTo>
                  <a:cubicBezTo>
                    <a:pt x="182" y="116"/>
                    <a:pt x="180" y="117"/>
                    <a:pt x="179" y="117"/>
                  </a:cubicBezTo>
                  <a:cubicBezTo>
                    <a:pt x="178" y="117"/>
                    <a:pt x="175" y="116"/>
                    <a:pt x="174" y="115"/>
                  </a:cubicBezTo>
                  <a:cubicBezTo>
                    <a:pt x="173" y="115"/>
                    <a:pt x="171" y="113"/>
                    <a:pt x="170" y="113"/>
                  </a:cubicBezTo>
                  <a:cubicBezTo>
                    <a:pt x="169" y="113"/>
                    <a:pt x="166" y="113"/>
                    <a:pt x="165" y="114"/>
                  </a:cubicBezTo>
                  <a:cubicBezTo>
                    <a:pt x="165" y="115"/>
                    <a:pt x="168" y="116"/>
                    <a:pt x="168" y="116"/>
                  </a:cubicBezTo>
                  <a:cubicBezTo>
                    <a:pt x="169" y="118"/>
                    <a:pt x="171" y="121"/>
                    <a:pt x="171" y="123"/>
                  </a:cubicBezTo>
                  <a:cubicBezTo>
                    <a:pt x="171" y="125"/>
                    <a:pt x="171" y="129"/>
                    <a:pt x="169" y="131"/>
                  </a:cubicBezTo>
                  <a:cubicBezTo>
                    <a:pt x="168" y="133"/>
                    <a:pt x="162" y="135"/>
                    <a:pt x="160" y="137"/>
                  </a:cubicBezTo>
                  <a:cubicBezTo>
                    <a:pt x="158" y="139"/>
                    <a:pt x="155" y="143"/>
                    <a:pt x="153" y="144"/>
                  </a:cubicBezTo>
                  <a:cubicBezTo>
                    <a:pt x="151" y="145"/>
                    <a:pt x="146" y="147"/>
                    <a:pt x="144" y="147"/>
                  </a:cubicBezTo>
                  <a:cubicBezTo>
                    <a:pt x="142" y="148"/>
                    <a:pt x="139" y="147"/>
                    <a:pt x="137" y="147"/>
                  </a:cubicBezTo>
                  <a:cubicBezTo>
                    <a:pt x="136" y="147"/>
                    <a:pt x="132" y="148"/>
                    <a:pt x="132" y="149"/>
                  </a:cubicBezTo>
                  <a:cubicBezTo>
                    <a:pt x="131" y="150"/>
                    <a:pt x="133" y="151"/>
                    <a:pt x="133" y="152"/>
                  </a:cubicBezTo>
                  <a:cubicBezTo>
                    <a:pt x="130" y="155"/>
                    <a:pt x="122" y="149"/>
                    <a:pt x="118" y="150"/>
                  </a:cubicBezTo>
                  <a:cubicBezTo>
                    <a:pt x="117" y="150"/>
                    <a:pt x="115" y="153"/>
                    <a:pt x="114" y="153"/>
                  </a:cubicBezTo>
                  <a:cubicBezTo>
                    <a:pt x="113" y="153"/>
                    <a:pt x="112" y="153"/>
                    <a:pt x="112" y="152"/>
                  </a:cubicBezTo>
                  <a:cubicBezTo>
                    <a:pt x="111" y="151"/>
                    <a:pt x="113" y="148"/>
                    <a:pt x="114" y="147"/>
                  </a:cubicBezTo>
                  <a:cubicBezTo>
                    <a:pt x="115" y="146"/>
                    <a:pt x="118" y="146"/>
                    <a:pt x="119" y="145"/>
                  </a:cubicBezTo>
                  <a:cubicBezTo>
                    <a:pt x="121" y="144"/>
                    <a:pt x="123" y="141"/>
                    <a:pt x="124" y="139"/>
                  </a:cubicBezTo>
                  <a:cubicBezTo>
                    <a:pt x="124" y="139"/>
                    <a:pt x="124" y="138"/>
                    <a:pt x="124" y="137"/>
                  </a:cubicBezTo>
                  <a:cubicBezTo>
                    <a:pt x="123" y="136"/>
                    <a:pt x="121" y="137"/>
                    <a:pt x="120" y="136"/>
                  </a:cubicBezTo>
                  <a:cubicBezTo>
                    <a:pt x="120" y="135"/>
                    <a:pt x="120" y="132"/>
                    <a:pt x="120" y="131"/>
                  </a:cubicBezTo>
                  <a:cubicBezTo>
                    <a:pt x="121" y="128"/>
                    <a:pt x="126" y="123"/>
                    <a:pt x="126" y="119"/>
                  </a:cubicBezTo>
                  <a:cubicBezTo>
                    <a:pt x="127" y="119"/>
                    <a:pt x="126" y="118"/>
                    <a:pt x="126" y="117"/>
                  </a:cubicBezTo>
                  <a:cubicBezTo>
                    <a:pt x="125" y="116"/>
                    <a:pt x="123" y="115"/>
                    <a:pt x="123" y="115"/>
                  </a:cubicBezTo>
                  <a:cubicBezTo>
                    <a:pt x="121" y="114"/>
                    <a:pt x="118" y="113"/>
                    <a:pt x="117" y="114"/>
                  </a:cubicBezTo>
                  <a:cubicBezTo>
                    <a:pt x="114" y="114"/>
                    <a:pt x="110" y="116"/>
                    <a:pt x="108" y="117"/>
                  </a:cubicBezTo>
                  <a:cubicBezTo>
                    <a:pt x="106" y="118"/>
                    <a:pt x="103" y="123"/>
                    <a:pt x="101" y="122"/>
                  </a:cubicBezTo>
                  <a:cubicBezTo>
                    <a:pt x="100" y="122"/>
                    <a:pt x="98" y="119"/>
                    <a:pt x="97" y="119"/>
                  </a:cubicBezTo>
                  <a:cubicBezTo>
                    <a:pt x="96" y="118"/>
                    <a:pt x="93" y="116"/>
                    <a:pt x="91" y="116"/>
                  </a:cubicBezTo>
                  <a:cubicBezTo>
                    <a:pt x="90" y="116"/>
                    <a:pt x="86" y="117"/>
                    <a:pt x="85" y="118"/>
                  </a:cubicBezTo>
                  <a:cubicBezTo>
                    <a:pt x="84" y="120"/>
                    <a:pt x="83" y="124"/>
                    <a:pt x="81" y="125"/>
                  </a:cubicBezTo>
                  <a:cubicBezTo>
                    <a:pt x="80" y="127"/>
                    <a:pt x="77" y="129"/>
                    <a:pt x="75" y="130"/>
                  </a:cubicBezTo>
                  <a:cubicBezTo>
                    <a:pt x="72" y="131"/>
                    <a:pt x="67" y="133"/>
                    <a:pt x="65" y="133"/>
                  </a:cubicBezTo>
                  <a:cubicBezTo>
                    <a:pt x="63" y="133"/>
                    <a:pt x="59" y="130"/>
                    <a:pt x="57" y="130"/>
                  </a:cubicBezTo>
                  <a:cubicBezTo>
                    <a:pt x="55" y="130"/>
                    <a:pt x="52" y="130"/>
                    <a:pt x="51" y="131"/>
                  </a:cubicBezTo>
                  <a:cubicBezTo>
                    <a:pt x="49" y="132"/>
                    <a:pt x="47" y="135"/>
                    <a:pt x="47" y="137"/>
                  </a:cubicBezTo>
                  <a:cubicBezTo>
                    <a:pt x="48" y="138"/>
                    <a:pt x="51" y="139"/>
                    <a:pt x="51" y="140"/>
                  </a:cubicBezTo>
                  <a:cubicBezTo>
                    <a:pt x="52" y="142"/>
                    <a:pt x="48" y="147"/>
                    <a:pt x="48" y="149"/>
                  </a:cubicBezTo>
                  <a:cubicBezTo>
                    <a:pt x="48" y="152"/>
                    <a:pt x="51" y="156"/>
                    <a:pt x="51" y="158"/>
                  </a:cubicBezTo>
                  <a:cubicBezTo>
                    <a:pt x="51" y="160"/>
                    <a:pt x="48" y="162"/>
                    <a:pt x="47" y="163"/>
                  </a:cubicBezTo>
                  <a:cubicBezTo>
                    <a:pt x="46" y="163"/>
                    <a:pt x="42" y="163"/>
                    <a:pt x="40" y="162"/>
                  </a:cubicBezTo>
                  <a:cubicBezTo>
                    <a:pt x="38" y="161"/>
                    <a:pt x="36" y="159"/>
                    <a:pt x="35" y="157"/>
                  </a:cubicBezTo>
                  <a:cubicBezTo>
                    <a:pt x="35" y="156"/>
                    <a:pt x="37" y="154"/>
                    <a:pt x="37" y="152"/>
                  </a:cubicBezTo>
                  <a:cubicBezTo>
                    <a:pt x="37" y="151"/>
                    <a:pt x="36" y="149"/>
                    <a:pt x="36" y="148"/>
                  </a:cubicBezTo>
                  <a:cubicBezTo>
                    <a:pt x="37" y="147"/>
                    <a:pt x="40" y="146"/>
                    <a:pt x="41" y="145"/>
                  </a:cubicBezTo>
                  <a:cubicBezTo>
                    <a:pt x="41" y="144"/>
                    <a:pt x="41" y="142"/>
                    <a:pt x="40" y="142"/>
                  </a:cubicBezTo>
                  <a:cubicBezTo>
                    <a:pt x="40" y="141"/>
                    <a:pt x="38" y="139"/>
                    <a:pt x="37" y="139"/>
                  </a:cubicBezTo>
                  <a:cubicBezTo>
                    <a:pt x="34" y="139"/>
                    <a:pt x="29" y="140"/>
                    <a:pt x="27" y="142"/>
                  </a:cubicBezTo>
                  <a:cubicBezTo>
                    <a:pt x="26" y="143"/>
                    <a:pt x="25" y="146"/>
                    <a:pt x="24" y="146"/>
                  </a:cubicBezTo>
                  <a:cubicBezTo>
                    <a:pt x="21" y="149"/>
                    <a:pt x="11" y="149"/>
                    <a:pt x="8" y="151"/>
                  </a:cubicBezTo>
                  <a:cubicBezTo>
                    <a:pt x="7" y="152"/>
                    <a:pt x="6" y="154"/>
                    <a:pt x="6" y="155"/>
                  </a:cubicBezTo>
                  <a:cubicBezTo>
                    <a:pt x="7" y="157"/>
                    <a:pt x="11" y="157"/>
                    <a:pt x="12" y="159"/>
                  </a:cubicBezTo>
                  <a:cubicBezTo>
                    <a:pt x="12" y="159"/>
                    <a:pt x="11" y="160"/>
                    <a:pt x="11" y="160"/>
                  </a:cubicBezTo>
                  <a:cubicBezTo>
                    <a:pt x="11" y="160"/>
                    <a:pt x="11" y="162"/>
                    <a:pt x="12" y="162"/>
                  </a:cubicBezTo>
                  <a:cubicBezTo>
                    <a:pt x="13" y="163"/>
                    <a:pt x="14" y="161"/>
                    <a:pt x="15" y="161"/>
                  </a:cubicBezTo>
                  <a:cubicBezTo>
                    <a:pt x="16" y="161"/>
                    <a:pt x="17" y="160"/>
                    <a:pt x="17" y="161"/>
                  </a:cubicBezTo>
                  <a:cubicBezTo>
                    <a:pt x="18" y="162"/>
                    <a:pt x="18" y="164"/>
                    <a:pt x="17" y="165"/>
                  </a:cubicBezTo>
                  <a:cubicBezTo>
                    <a:pt x="17" y="167"/>
                    <a:pt x="13" y="167"/>
                    <a:pt x="11" y="169"/>
                  </a:cubicBezTo>
                  <a:cubicBezTo>
                    <a:pt x="10" y="170"/>
                    <a:pt x="7" y="174"/>
                    <a:pt x="6" y="176"/>
                  </a:cubicBezTo>
                  <a:cubicBezTo>
                    <a:pt x="5" y="179"/>
                    <a:pt x="6" y="186"/>
                    <a:pt x="4" y="189"/>
                  </a:cubicBezTo>
                  <a:cubicBezTo>
                    <a:pt x="4" y="189"/>
                    <a:pt x="1" y="189"/>
                    <a:pt x="1" y="189"/>
                  </a:cubicBezTo>
                  <a:cubicBezTo>
                    <a:pt x="0" y="190"/>
                    <a:pt x="0" y="191"/>
                    <a:pt x="0" y="191"/>
                  </a:cubicBezTo>
                  <a:cubicBezTo>
                    <a:pt x="1" y="192"/>
                    <a:pt x="4" y="193"/>
                    <a:pt x="5" y="194"/>
                  </a:cubicBezTo>
                  <a:cubicBezTo>
                    <a:pt x="6" y="195"/>
                    <a:pt x="7" y="198"/>
                    <a:pt x="8" y="199"/>
                  </a:cubicBezTo>
                  <a:cubicBezTo>
                    <a:pt x="9" y="200"/>
                    <a:pt x="12" y="202"/>
                    <a:pt x="13" y="202"/>
                  </a:cubicBezTo>
                  <a:cubicBezTo>
                    <a:pt x="19" y="204"/>
                    <a:pt x="32" y="204"/>
                    <a:pt x="38" y="204"/>
                  </a:cubicBezTo>
                  <a:cubicBezTo>
                    <a:pt x="40" y="204"/>
                    <a:pt x="43" y="205"/>
                    <a:pt x="45" y="204"/>
                  </a:cubicBezTo>
                  <a:cubicBezTo>
                    <a:pt x="45" y="203"/>
                    <a:pt x="46" y="202"/>
                    <a:pt x="46" y="201"/>
                  </a:cubicBezTo>
                  <a:cubicBezTo>
                    <a:pt x="46" y="200"/>
                    <a:pt x="44" y="200"/>
                    <a:pt x="44" y="199"/>
                  </a:cubicBezTo>
                  <a:cubicBezTo>
                    <a:pt x="43" y="198"/>
                    <a:pt x="43" y="195"/>
                    <a:pt x="42" y="194"/>
                  </a:cubicBezTo>
                  <a:cubicBezTo>
                    <a:pt x="42" y="193"/>
                    <a:pt x="40" y="192"/>
                    <a:pt x="40" y="192"/>
                  </a:cubicBezTo>
                  <a:cubicBezTo>
                    <a:pt x="40" y="190"/>
                    <a:pt x="41" y="187"/>
                    <a:pt x="42" y="187"/>
                  </a:cubicBezTo>
                  <a:cubicBezTo>
                    <a:pt x="43" y="186"/>
                    <a:pt x="46" y="186"/>
                    <a:pt x="48" y="186"/>
                  </a:cubicBezTo>
                  <a:cubicBezTo>
                    <a:pt x="50" y="187"/>
                    <a:pt x="54" y="190"/>
                    <a:pt x="55" y="192"/>
                  </a:cubicBezTo>
                  <a:cubicBezTo>
                    <a:pt x="57" y="193"/>
                    <a:pt x="57" y="198"/>
                    <a:pt x="58" y="200"/>
                  </a:cubicBezTo>
                  <a:cubicBezTo>
                    <a:pt x="60" y="202"/>
                    <a:pt x="65" y="207"/>
                    <a:pt x="68" y="208"/>
                  </a:cubicBezTo>
                  <a:cubicBezTo>
                    <a:pt x="69" y="208"/>
                    <a:pt x="72" y="208"/>
                    <a:pt x="74" y="207"/>
                  </a:cubicBezTo>
                  <a:cubicBezTo>
                    <a:pt x="74" y="207"/>
                    <a:pt x="76" y="205"/>
                    <a:pt x="76" y="204"/>
                  </a:cubicBezTo>
                  <a:cubicBezTo>
                    <a:pt x="76" y="202"/>
                    <a:pt x="73" y="199"/>
                    <a:pt x="72" y="197"/>
                  </a:cubicBezTo>
                  <a:cubicBezTo>
                    <a:pt x="71" y="196"/>
                    <a:pt x="68" y="196"/>
                    <a:pt x="67" y="195"/>
                  </a:cubicBezTo>
                  <a:cubicBezTo>
                    <a:pt x="66" y="194"/>
                    <a:pt x="66" y="192"/>
                    <a:pt x="67" y="192"/>
                  </a:cubicBezTo>
                  <a:cubicBezTo>
                    <a:pt x="68" y="191"/>
                    <a:pt x="71" y="191"/>
                    <a:pt x="73" y="191"/>
                  </a:cubicBezTo>
                  <a:cubicBezTo>
                    <a:pt x="74" y="191"/>
                    <a:pt x="77" y="193"/>
                    <a:pt x="79" y="194"/>
                  </a:cubicBezTo>
                  <a:cubicBezTo>
                    <a:pt x="80" y="195"/>
                    <a:pt x="80" y="200"/>
                    <a:pt x="81" y="201"/>
                  </a:cubicBezTo>
                  <a:cubicBezTo>
                    <a:pt x="82" y="202"/>
                    <a:pt x="85" y="205"/>
                    <a:pt x="86" y="205"/>
                  </a:cubicBezTo>
                  <a:cubicBezTo>
                    <a:pt x="88" y="205"/>
                    <a:pt x="90" y="204"/>
                    <a:pt x="91" y="203"/>
                  </a:cubicBezTo>
                  <a:cubicBezTo>
                    <a:pt x="92" y="202"/>
                    <a:pt x="92" y="198"/>
                    <a:pt x="93" y="198"/>
                  </a:cubicBezTo>
                  <a:cubicBezTo>
                    <a:pt x="94" y="197"/>
                    <a:pt x="97" y="197"/>
                    <a:pt x="98" y="198"/>
                  </a:cubicBezTo>
                  <a:cubicBezTo>
                    <a:pt x="99" y="198"/>
                    <a:pt x="99" y="201"/>
                    <a:pt x="99" y="201"/>
                  </a:cubicBezTo>
                  <a:cubicBezTo>
                    <a:pt x="99" y="203"/>
                    <a:pt x="97" y="205"/>
                    <a:pt x="97" y="206"/>
                  </a:cubicBezTo>
                  <a:cubicBezTo>
                    <a:pt x="97" y="208"/>
                    <a:pt x="98" y="213"/>
                    <a:pt x="99" y="216"/>
                  </a:cubicBezTo>
                  <a:cubicBezTo>
                    <a:pt x="100" y="217"/>
                    <a:pt x="104" y="221"/>
                    <a:pt x="106" y="221"/>
                  </a:cubicBezTo>
                  <a:cubicBezTo>
                    <a:pt x="109" y="221"/>
                    <a:pt x="112" y="216"/>
                    <a:pt x="114" y="216"/>
                  </a:cubicBezTo>
                  <a:cubicBezTo>
                    <a:pt x="115" y="216"/>
                    <a:pt x="117" y="217"/>
                    <a:pt x="118" y="218"/>
                  </a:cubicBezTo>
                  <a:cubicBezTo>
                    <a:pt x="120" y="219"/>
                    <a:pt x="121" y="223"/>
                    <a:pt x="123" y="224"/>
                  </a:cubicBezTo>
                  <a:cubicBezTo>
                    <a:pt x="126" y="225"/>
                    <a:pt x="133" y="224"/>
                    <a:pt x="137" y="223"/>
                  </a:cubicBezTo>
                  <a:cubicBezTo>
                    <a:pt x="138" y="222"/>
                    <a:pt x="140" y="220"/>
                    <a:pt x="141" y="220"/>
                  </a:cubicBezTo>
                  <a:cubicBezTo>
                    <a:pt x="146" y="218"/>
                    <a:pt x="156" y="217"/>
                    <a:pt x="161" y="217"/>
                  </a:cubicBezTo>
                  <a:cubicBezTo>
                    <a:pt x="164" y="217"/>
                    <a:pt x="170" y="218"/>
                    <a:pt x="173" y="219"/>
                  </a:cubicBezTo>
                  <a:cubicBezTo>
                    <a:pt x="175" y="220"/>
                    <a:pt x="179" y="223"/>
                    <a:pt x="181" y="225"/>
                  </a:cubicBezTo>
                  <a:cubicBezTo>
                    <a:pt x="183" y="227"/>
                    <a:pt x="184" y="232"/>
                    <a:pt x="185" y="235"/>
                  </a:cubicBezTo>
                  <a:cubicBezTo>
                    <a:pt x="187" y="237"/>
                    <a:pt x="190" y="241"/>
                    <a:pt x="192" y="243"/>
                  </a:cubicBezTo>
                  <a:cubicBezTo>
                    <a:pt x="195" y="244"/>
                    <a:pt x="200" y="246"/>
                    <a:pt x="203" y="246"/>
                  </a:cubicBezTo>
                  <a:cubicBezTo>
                    <a:pt x="204" y="246"/>
                    <a:pt x="206" y="245"/>
                    <a:pt x="206" y="244"/>
                  </a:cubicBezTo>
                  <a:cubicBezTo>
                    <a:pt x="206" y="243"/>
                    <a:pt x="202" y="241"/>
                    <a:pt x="202" y="240"/>
                  </a:cubicBezTo>
                  <a:cubicBezTo>
                    <a:pt x="202" y="239"/>
                    <a:pt x="203" y="238"/>
                    <a:pt x="202" y="237"/>
                  </a:cubicBezTo>
                  <a:cubicBezTo>
                    <a:pt x="202" y="235"/>
                    <a:pt x="199" y="234"/>
                    <a:pt x="198" y="232"/>
                  </a:cubicBezTo>
                  <a:cubicBezTo>
                    <a:pt x="198" y="231"/>
                    <a:pt x="199" y="230"/>
                    <a:pt x="199" y="229"/>
                  </a:cubicBezTo>
                  <a:cubicBezTo>
                    <a:pt x="198" y="227"/>
                    <a:pt x="192" y="228"/>
                    <a:pt x="191" y="226"/>
                  </a:cubicBezTo>
                  <a:cubicBezTo>
                    <a:pt x="190" y="225"/>
                    <a:pt x="190" y="224"/>
                    <a:pt x="190" y="224"/>
                  </a:cubicBezTo>
                  <a:cubicBezTo>
                    <a:pt x="193" y="221"/>
                    <a:pt x="202" y="222"/>
                    <a:pt x="205" y="221"/>
                  </a:cubicBezTo>
                  <a:cubicBezTo>
                    <a:pt x="210" y="221"/>
                    <a:pt x="219" y="221"/>
                    <a:pt x="223" y="222"/>
                  </a:cubicBezTo>
                  <a:cubicBezTo>
                    <a:pt x="228" y="222"/>
                    <a:pt x="238" y="225"/>
                    <a:pt x="243" y="225"/>
                  </a:cubicBezTo>
                  <a:cubicBezTo>
                    <a:pt x="247" y="226"/>
                    <a:pt x="254" y="222"/>
                    <a:pt x="258" y="223"/>
                  </a:cubicBezTo>
                  <a:cubicBezTo>
                    <a:pt x="260" y="224"/>
                    <a:pt x="261" y="228"/>
                    <a:pt x="263" y="229"/>
                  </a:cubicBezTo>
                  <a:cubicBezTo>
                    <a:pt x="265" y="230"/>
                    <a:pt x="270" y="226"/>
                    <a:pt x="271" y="228"/>
                  </a:cubicBezTo>
                  <a:cubicBezTo>
                    <a:pt x="271" y="228"/>
                    <a:pt x="269" y="230"/>
                    <a:pt x="268" y="231"/>
                  </a:cubicBezTo>
                  <a:cubicBezTo>
                    <a:pt x="267" y="232"/>
                    <a:pt x="263" y="233"/>
                    <a:pt x="261" y="233"/>
                  </a:cubicBezTo>
                  <a:cubicBezTo>
                    <a:pt x="260" y="232"/>
                    <a:pt x="260" y="230"/>
                    <a:pt x="259" y="229"/>
                  </a:cubicBezTo>
                  <a:cubicBezTo>
                    <a:pt x="257" y="229"/>
                    <a:pt x="254" y="232"/>
                    <a:pt x="253" y="233"/>
                  </a:cubicBezTo>
                  <a:cubicBezTo>
                    <a:pt x="252" y="234"/>
                    <a:pt x="249" y="236"/>
                    <a:pt x="249" y="238"/>
                  </a:cubicBezTo>
                  <a:cubicBezTo>
                    <a:pt x="249" y="239"/>
                    <a:pt x="249" y="242"/>
                    <a:pt x="250" y="243"/>
                  </a:cubicBezTo>
                  <a:cubicBezTo>
                    <a:pt x="251" y="244"/>
                    <a:pt x="255" y="243"/>
                    <a:pt x="255" y="245"/>
                  </a:cubicBezTo>
                  <a:cubicBezTo>
                    <a:pt x="256" y="246"/>
                    <a:pt x="255" y="250"/>
                    <a:pt x="254" y="251"/>
                  </a:cubicBezTo>
                  <a:cubicBezTo>
                    <a:pt x="253" y="252"/>
                    <a:pt x="250" y="255"/>
                    <a:pt x="248" y="254"/>
                  </a:cubicBezTo>
                  <a:cubicBezTo>
                    <a:pt x="248" y="253"/>
                    <a:pt x="250" y="252"/>
                    <a:pt x="250" y="251"/>
                  </a:cubicBezTo>
                  <a:cubicBezTo>
                    <a:pt x="250" y="250"/>
                    <a:pt x="250" y="247"/>
                    <a:pt x="249" y="246"/>
                  </a:cubicBezTo>
                  <a:cubicBezTo>
                    <a:pt x="247" y="245"/>
                    <a:pt x="242" y="245"/>
                    <a:pt x="240" y="245"/>
                  </a:cubicBezTo>
                  <a:cubicBezTo>
                    <a:pt x="237" y="245"/>
                    <a:pt x="231" y="246"/>
                    <a:pt x="229" y="247"/>
                  </a:cubicBezTo>
                  <a:cubicBezTo>
                    <a:pt x="226" y="248"/>
                    <a:pt x="223" y="252"/>
                    <a:pt x="221" y="252"/>
                  </a:cubicBezTo>
                  <a:cubicBezTo>
                    <a:pt x="219" y="253"/>
                    <a:pt x="216" y="253"/>
                    <a:pt x="215" y="252"/>
                  </a:cubicBezTo>
                  <a:cubicBezTo>
                    <a:pt x="213" y="250"/>
                    <a:pt x="217" y="245"/>
                    <a:pt x="217" y="242"/>
                  </a:cubicBezTo>
                  <a:cubicBezTo>
                    <a:pt x="217" y="241"/>
                    <a:pt x="217" y="237"/>
                    <a:pt x="216" y="236"/>
                  </a:cubicBezTo>
                  <a:cubicBezTo>
                    <a:pt x="216" y="235"/>
                    <a:pt x="213" y="233"/>
                    <a:pt x="212" y="234"/>
                  </a:cubicBezTo>
                  <a:cubicBezTo>
                    <a:pt x="210" y="235"/>
                    <a:pt x="213" y="240"/>
                    <a:pt x="212" y="242"/>
                  </a:cubicBezTo>
                  <a:cubicBezTo>
                    <a:pt x="212" y="244"/>
                    <a:pt x="210" y="248"/>
                    <a:pt x="209" y="250"/>
                  </a:cubicBezTo>
                  <a:cubicBezTo>
                    <a:pt x="208" y="252"/>
                    <a:pt x="205" y="256"/>
                    <a:pt x="204" y="258"/>
                  </a:cubicBezTo>
                  <a:cubicBezTo>
                    <a:pt x="203" y="259"/>
                    <a:pt x="199" y="261"/>
                    <a:pt x="198" y="262"/>
                  </a:cubicBezTo>
                  <a:cubicBezTo>
                    <a:pt x="197" y="264"/>
                    <a:pt x="196" y="267"/>
                    <a:pt x="196" y="269"/>
                  </a:cubicBezTo>
                  <a:cubicBezTo>
                    <a:pt x="196" y="270"/>
                    <a:pt x="199" y="274"/>
                    <a:pt x="199" y="275"/>
                  </a:cubicBezTo>
                  <a:cubicBezTo>
                    <a:pt x="198" y="276"/>
                    <a:pt x="195" y="277"/>
                    <a:pt x="194" y="276"/>
                  </a:cubicBezTo>
                  <a:cubicBezTo>
                    <a:pt x="193" y="276"/>
                    <a:pt x="195" y="273"/>
                    <a:pt x="195" y="272"/>
                  </a:cubicBezTo>
                  <a:cubicBezTo>
                    <a:pt x="195" y="271"/>
                    <a:pt x="194" y="270"/>
                    <a:pt x="194" y="270"/>
                  </a:cubicBezTo>
                  <a:cubicBezTo>
                    <a:pt x="193" y="270"/>
                    <a:pt x="191" y="271"/>
                    <a:pt x="190" y="272"/>
                  </a:cubicBezTo>
                  <a:cubicBezTo>
                    <a:pt x="188" y="273"/>
                    <a:pt x="187" y="277"/>
                    <a:pt x="185" y="279"/>
                  </a:cubicBezTo>
                  <a:cubicBezTo>
                    <a:pt x="184" y="279"/>
                    <a:pt x="182" y="281"/>
                    <a:pt x="181" y="280"/>
                  </a:cubicBezTo>
                  <a:cubicBezTo>
                    <a:pt x="179" y="278"/>
                    <a:pt x="182" y="273"/>
                    <a:pt x="183" y="271"/>
                  </a:cubicBezTo>
                  <a:cubicBezTo>
                    <a:pt x="183" y="269"/>
                    <a:pt x="185" y="265"/>
                    <a:pt x="186" y="264"/>
                  </a:cubicBezTo>
                  <a:cubicBezTo>
                    <a:pt x="187" y="263"/>
                    <a:pt x="189" y="264"/>
                    <a:pt x="190" y="263"/>
                  </a:cubicBezTo>
                  <a:cubicBezTo>
                    <a:pt x="190" y="263"/>
                    <a:pt x="191" y="262"/>
                    <a:pt x="191" y="261"/>
                  </a:cubicBezTo>
                  <a:cubicBezTo>
                    <a:pt x="192" y="260"/>
                    <a:pt x="189" y="258"/>
                    <a:pt x="190" y="257"/>
                  </a:cubicBezTo>
                  <a:cubicBezTo>
                    <a:pt x="190" y="256"/>
                    <a:pt x="193" y="255"/>
                    <a:pt x="193" y="254"/>
                  </a:cubicBezTo>
                  <a:cubicBezTo>
                    <a:pt x="193" y="254"/>
                    <a:pt x="192" y="254"/>
                    <a:pt x="191" y="254"/>
                  </a:cubicBezTo>
                  <a:cubicBezTo>
                    <a:pt x="189" y="254"/>
                    <a:pt x="185" y="256"/>
                    <a:pt x="183" y="258"/>
                  </a:cubicBezTo>
                  <a:cubicBezTo>
                    <a:pt x="181" y="259"/>
                    <a:pt x="179" y="265"/>
                    <a:pt x="177" y="267"/>
                  </a:cubicBezTo>
                  <a:cubicBezTo>
                    <a:pt x="175" y="269"/>
                    <a:pt x="171" y="273"/>
                    <a:pt x="168" y="275"/>
                  </a:cubicBezTo>
                  <a:cubicBezTo>
                    <a:pt x="165" y="276"/>
                    <a:pt x="158" y="278"/>
                    <a:pt x="154" y="278"/>
                  </a:cubicBezTo>
                  <a:cubicBezTo>
                    <a:pt x="151" y="279"/>
                    <a:pt x="145" y="278"/>
                    <a:pt x="142" y="277"/>
                  </a:cubicBezTo>
                  <a:cubicBezTo>
                    <a:pt x="139" y="276"/>
                    <a:pt x="134" y="273"/>
                    <a:pt x="131" y="272"/>
                  </a:cubicBezTo>
                  <a:cubicBezTo>
                    <a:pt x="128" y="272"/>
                    <a:pt x="124" y="272"/>
                    <a:pt x="121" y="272"/>
                  </a:cubicBezTo>
                  <a:cubicBezTo>
                    <a:pt x="117" y="272"/>
                    <a:pt x="109" y="277"/>
                    <a:pt x="105" y="276"/>
                  </a:cubicBezTo>
                  <a:cubicBezTo>
                    <a:pt x="104" y="276"/>
                    <a:pt x="103" y="273"/>
                    <a:pt x="102" y="273"/>
                  </a:cubicBezTo>
                  <a:cubicBezTo>
                    <a:pt x="100" y="272"/>
                    <a:pt x="96" y="274"/>
                    <a:pt x="94" y="275"/>
                  </a:cubicBezTo>
                  <a:cubicBezTo>
                    <a:pt x="90" y="278"/>
                    <a:pt x="85" y="289"/>
                    <a:pt x="80" y="289"/>
                  </a:cubicBezTo>
                  <a:cubicBezTo>
                    <a:pt x="79" y="289"/>
                    <a:pt x="78" y="286"/>
                    <a:pt x="77" y="286"/>
                  </a:cubicBezTo>
                  <a:cubicBezTo>
                    <a:pt x="75" y="285"/>
                    <a:pt x="71" y="288"/>
                    <a:pt x="69" y="289"/>
                  </a:cubicBezTo>
                  <a:cubicBezTo>
                    <a:pt x="67" y="290"/>
                    <a:pt x="63" y="292"/>
                    <a:pt x="62" y="294"/>
                  </a:cubicBezTo>
                  <a:cubicBezTo>
                    <a:pt x="61" y="295"/>
                    <a:pt x="63" y="299"/>
                    <a:pt x="61" y="300"/>
                  </a:cubicBezTo>
                  <a:cubicBezTo>
                    <a:pt x="61" y="301"/>
                    <a:pt x="58" y="302"/>
                    <a:pt x="57" y="301"/>
                  </a:cubicBezTo>
                  <a:cubicBezTo>
                    <a:pt x="56" y="301"/>
                    <a:pt x="55" y="298"/>
                    <a:pt x="54" y="298"/>
                  </a:cubicBezTo>
                  <a:cubicBezTo>
                    <a:pt x="52" y="297"/>
                    <a:pt x="46" y="298"/>
                    <a:pt x="43" y="299"/>
                  </a:cubicBezTo>
                  <a:cubicBezTo>
                    <a:pt x="41" y="300"/>
                    <a:pt x="37" y="303"/>
                    <a:pt x="35" y="305"/>
                  </a:cubicBezTo>
                  <a:cubicBezTo>
                    <a:pt x="35" y="305"/>
                    <a:pt x="35" y="306"/>
                    <a:pt x="35" y="306"/>
                  </a:cubicBezTo>
                  <a:cubicBezTo>
                    <a:pt x="35" y="307"/>
                    <a:pt x="37" y="308"/>
                    <a:pt x="37" y="308"/>
                  </a:cubicBezTo>
                  <a:cubicBezTo>
                    <a:pt x="39" y="309"/>
                    <a:pt x="42" y="307"/>
                    <a:pt x="43" y="308"/>
                  </a:cubicBezTo>
                  <a:cubicBezTo>
                    <a:pt x="44" y="309"/>
                    <a:pt x="42" y="312"/>
                    <a:pt x="42" y="314"/>
                  </a:cubicBezTo>
                  <a:cubicBezTo>
                    <a:pt x="43" y="315"/>
                    <a:pt x="44" y="317"/>
                    <a:pt x="45" y="317"/>
                  </a:cubicBezTo>
                  <a:cubicBezTo>
                    <a:pt x="46" y="317"/>
                    <a:pt x="46" y="315"/>
                    <a:pt x="47" y="315"/>
                  </a:cubicBezTo>
                  <a:cubicBezTo>
                    <a:pt x="48" y="315"/>
                    <a:pt x="50" y="314"/>
                    <a:pt x="51" y="314"/>
                  </a:cubicBezTo>
                  <a:cubicBezTo>
                    <a:pt x="53" y="314"/>
                    <a:pt x="57" y="316"/>
                    <a:pt x="59" y="316"/>
                  </a:cubicBezTo>
                  <a:cubicBezTo>
                    <a:pt x="63" y="315"/>
                    <a:pt x="71" y="312"/>
                    <a:pt x="75" y="312"/>
                  </a:cubicBezTo>
                  <a:cubicBezTo>
                    <a:pt x="77" y="312"/>
                    <a:pt x="83" y="312"/>
                    <a:pt x="84" y="315"/>
                  </a:cubicBezTo>
                  <a:cubicBezTo>
                    <a:pt x="84" y="315"/>
                    <a:pt x="83" y="317"/>
                    <a:pt x="82" y="317"/>
                  </a:cubicBezTo>
                  <a:cubicBezTo>
                    <a:pt x="80" y="318"/>
                    <a:pt x="76" y="315"/>
                    <a:pt x="73" y="315"/>
                  </a:cubicBezTo>
                  <a:cubicBezTo>
                    <a:pt x="69" y="315"/>
                    <a:pt x="61" y="316"/>
                    <a:pt x="56" y="318"/>
                  </a:cubicBezTo>
                  <a:cubicBezTo>
                    <a:pt x="54" y="318"/>
                    <a:pt x="49" y="320"/>
                    <a:pt x="48" y="322"/>
                  </a:cubicBezTo>
                  <a:cubicBezTo>
                    <a:pt x="47" y="322"/>
                    <a:pt x="47" y="324"/>
                    <a:pt x="47" y="324"/>
                  </a:cubicBezTo>
                  <a:cubicBezTo>
                    <a:pt x="47" y="326"/>
                    <a:pt x="51" y="328"/>
                    <a:pt x="52" y="330"/>
                  </a:cubicBezTo>
                  <a:cubicBezTo>
                    <a:pt x="52" y="333"/>
                    <a:pt x="52" y="338"/>
                    <a:pt x="50" y="339"/>
                  </a:cubicBezTo>
                  <a:cubicBezTo>
                    <a:pt x="50" y="340"/>
                    <a:pt x="48" y="340"/>
                    <a:pt x="47" y="340"/>
                  </a:cubicBezTo>
                  <a:cubicBezTo>
                    <a:pt x="46" y="339"/>
                    <a:pt x="47" y="336"/>
                    <a:pt x="47" y="335"/>
                  </a:cubicBezTo>
                  <a:cubicBezTo>
                    <a:pt x="46" y="334"/>
                    <a:pt x="45" y="331"/>
                    <a:pt x="43" y="330"/>
                  </a:cubicBezTo>
                  <a:cubicBezTo>
                    <a:pt x="43" y="329"/>
                    <a:pt x="42" y="329"/>
                    <a:pt x="41" y="329"/>
                  </a:cubicBezTo>
                  <a:cubicBezTo>
                    <a:pt x="38" y="330"/>
                    <a:pt x="34" y="334"/>
                    <a:pt x="32" y="336"/>
                  </a:cubicBezTo>
                  <a:cubicBezTo>
                    <a:pt x="28" y="337"/>
                    <a:pt x="19" y="340"/>
                    <a:pt x="15" y="340"/>
                  </a:cubicBezTo>
                  <a:cubicBezTo>
                    <a:pt x="12" y="340"/>
                    <a:pt x="6" y="336"/>
                    <a:pt x="4" y="337"/>
                  </a:cubicBezTo>
                  <a:cubicBezTo>
                    <a:pt x="3" y="338"/>
                    <a:pt x="2" y="339"/>
                    <a:pt x="2" y="340"/>
                  </a:cubicBezTo>
                  <a:cubicBezTo>
                    <a:pt x="2" y="341"/>
                    <a:pt x="4" y="342"/>
                    <a:pt x="4" y="343"/>
                  </a:cubicBezTo>
                  <a:cubicBezTo>
                    <a:pt x="4" y="345"/>
                    <a:pt x="1" y="348"/>
                    <a:pt x="1" y="350"/>
                  </a:cubicBezTo>
                  <a:cubicBezTo>
                    <a:pt x="1" y="352"/>
                    <a:pt x="3" y="355"/>
                    <a:pt x="3" y="357"/>
                  </a:cubicBezTo>
                  <a:cubicBezTo>
                    <a:pt x="3" y="359"/>
                    <a:pt x="1" y="362"/>
                    <a:pt x="2" y="364"/>
                  </a:cubicBezTo>
                  <a:cubicBezTo>
                    <a:pt x="2" y="365"/>
                    <a:pt x="4" y="368"/>
                    <a:pt x="5" y="368"/>
                  </a:cubicBezTo>
                  <a:cubicBezTo>
                    <a:pt x="6" y="368"/>
                    <a:pt x="8" y="366"/>
                    <a:pt x="9" y="366"/>
                  </a:cubicBezTo>
                  <a:cubicBezTo>
                    <a:pt x="11" y="366"/>
                    <a:pt x="14" y="367"/>
                    <a:pt x="15" y="368"/>
                  </a:cubicBezTo>
                  <a:cubicBezTo>
                    <a:pt x="16" y="369"/>
                    <a:pt x="18" y="372"/>
                    <a:pt x="18" y="373"/>
                  </a:cubicBezTo>
                  <a:cubicBezTo>
                    <a:pt x="19" y="375"/>
                    <a:pt x="17" y="378"/>
                    <a:pt x="16" y="380"/>
                  </a:cubicBezTo>
                  <a:cubicBezTo>
                    <a:pt x="16" y="381"/>
                    <a:pt x="16" y="384"/>
                    <a:pt x="16" y="386"/>
                  </a:cubicBezTo>
                  <a:cubicBezTo>
                    <a:pt x="14" y="388"/>
                    <a:pt x="7" y="390"/>
                    <a:pt x="6" y="393"/>
                  </a:cubicBezTo>
                  <a:cubicBezTo>
                    <a:pt x="6" y="395"/>
                    <a:pt x="8" y="400"/>
                    <a:pt x="9" y="401"/>
                  </a:cubicBezTo>
                  <a:cubicBezTo>
                    <a:pt x="11" y="403"/>
                    <a:pt x="14" y="405"/>
                    <a:pt x="16" y="405"/>
                  </a:cubicBezTo>
                  <a:cubicBezTo>
                    <a:pt x="20" y="405"/>
                    <a:pt x="26" y="398"/>
                    <a:pt x="30" y="397"/>
                  </a:cubicBezTo>
                  <a:cubicBezTo>
                    <a:pt x="30" y="397"/>
                    <a:pt x="32" y="399"/>
                    <a:pt x="33" y="398"/>
                  </a:cubicBezTo>
                  <a:cubicBezTo>
                    <a:pt x="34" y="398"/>
                    <a:pt x="34" y="394"/>
                    <a:pt x="34" y="393"/>
                  </a:cubicBezTo>
                  <a:cubicBezTo>
                    <a:pt x="36" y="390"/>
                    <a:pt x="42" y="386"/>
                    <a:pt x="45" y="385"/>
                  </a:cubicBezTo>
                  <a:cubicBezTo>
                    <a:pt x="48" y="384"/>
                    <a:pt x="54" y="384"/>
                    <a:pt x="56" y="383"/>
                  </a:cubicBezTo>
                  <a:cubicBezTo>
                    <a:pt x="60" y="381"/>
                    <a:pt x="64" y="372"/>
                    <a:pt x="68" y="372"/>
                  </a:cubicBezTo>
                  <a:cubicBezTo>
                    <a:pt x="68" y="372"/>
                    <a:pt x="70" y="374"/>
                    <a:pt x="70" y="375"/>
                  </a:cubicBezTo>
                  <a:cubicBezTo>
                    <a:pt x="70" y="377"/>
                    <a:pt x="63" y="380"/>
                    <a:pt x="62" y="382"/>
                  </a:cubicBezTo>
                  <a:cubicBezTo>
                    <a:pt x="62" y="383"/>
                    <a:pt x="62" y="386"/>
                    <a:pt x="62" y="387"/>
                  </a:cubicBezTo>
                  <a:cubicBezTo>
                    <a:pt x="63" y="390"/>
                    <a:pt x="68" y="395"/>
                    <a:pt x="68" y="398"/>
                  </a:cubicBezTo>
                  <a:cubicBezTo>
                    <a:pt x="69" y="399"/>
                    <a:pt x="67" y="402"/>
                    <a:pt x="67" y="404"/>
                  </a:cubicBezTo>
                  <a:cubicBezTo>
                    <a:pt x="65" y="405"/>
                    <a:pt x="60" y="407"/>
                    <a:pt x="58" y="408"/>
                  </a:cubicBezTo>
                  <a:cubicBezTo>
                    <a:pt x="57" y="409"/>
                    <a:pt x="56" y="413"/>
                    <a:pt x="55" y="413"/>
                  </a:cubicBezTo>
                  <a:cubicBezTo>
                    <a:pt x="53" y="414"/>
                    <a:pt x="50" y="410"/>
                    <a:pt x="48" y="411"/>
                  </a:cubicBezTo>
                  <a:cubicBezTo>
                    <a:pt x="47" y="411"/>
                    <a:pt x="47" y="412"/>
                    <a:pt x="47" y="412"/>
                  </a:cubicBezTo>
                  <a:cubicBezTo>
                    <a:pt x="47" y="414"/>
                    <a:pt x="49" y="418"/>
                    <a:pt x="51" y="419"/>
                  </a:cubicBezTo>
                  <a:cubicBezTo>
                    <a:pt x="52" y="420"/>
                    <a:pt x="57" y="419"/>
                    <a:pt x="59" y="420"/>
                  </a:cubicBezTo>
                  <a:cubicBezTo>
                    <a:pt x="60" y="421"/>
                    <a:pt x="60" y="423"/>
                    <a:pt x="60" y="424"/>
                  </a:cubicBezTo>
                  <a:cubicBezTo>
                    <a:pt x="62" y="425"/>
                    <a:pt x="66" y="424"/>
                    <a:pt x="67" y="425"/>
                  </a:cubicBezTo>
                  <a:cubicBezTo>
                    <a:pt x="69" y="425"/>
                    <a:pt x="71" y="429"/>
                    <a:pt x="73" y="430"/>
                  </a:cubicBezTo>
                  <a:cubicBezTo>
                    <a:pt x="77" y="431"/>
                    <a:pt x="85" y="427"/>
                    <a:pt x="88" y="429"/>
                  </a:cubicBezTo>
                  <a:cubicBezTo>
                    <a:pt x="89" y="429"/>
                    <a:pt x="91" y="432"/>
                    <a:pt x="91" y="433"/>
                  </a:cubicBezTo>
                  <a:cubicBezTo>
                    <a:pt x="90" y="437"/>
                    <a:pt x="82" y="439"/>
                    <a:pt x="80" y="442"/>
                  </a:cubicBezTo>
                  <a:cubicBezTo>
                    <a:pt x="79" y="444"/>
                    <a:pt x="78" y="449"/>
                    <a:pt x="79" y="452"/>
                  </a:cubicBezTo>
                  <a:cubicBezTo>
                    <a:pt x="79" y="452"/>
                    <a:pt x="80" y="453"/>
                    <a:pt x="80" y="453"/>
                  </a:cubicBezTo>
                  <a:cubicBezTo>
                    <a:pt x="82" y="453"/>
                    <a:pt x="84" y="449"/>
                    <a:pt x="85" y="448"/>
                  </a:cubicBezTo>
                  <a:cubicBezTo>
                    <a:pt x="86" y="448"/>
                    <a:pt x="88" y="448"/>
                    <a:pt x="90" y="447"/>
                  </a:cubicBezTo>
                  <a:cubicBezTo>
                    <a:pt x="91" y="447"/>
                    <a:pt x="93" y="447"/>
                    <a:pt x="94" y="446"/>
                  </a:cubicBezTo>
                  <a:cubicBezTo>
                    <a:pt x="95" y="446"/>
                    <a:pt x="98" y="445"/>
                    <a:pt x="99" y="443"/>
                  </a:cubicBezTo>
                  <a:cubicBezTo>
                    <a:pt x="99" y="443"/>
                    <a:pt x="98" y="441"/>
                    <a:pt x="99" y="440"/>
                  </a:cubicBezTo>
                  <a:cubicBezTo>
                    <a:pt x="100" y="439"/>
                    <a:pt x="104" y="438"/>
                    <a:pt x="106" y="438"/>
                  </a:cubicBezTo>
                  <a:cubicBezTo>
                    <a:pt x="109" y="438"/>
                    <a:pt x="113" y="441"/>
                    <a:pt x="115" y="441"/>
                  </a:cubicBezTo>
                  <a:cubicBezTo>
                    <a:pt x="119" y="442"/>
                    <a:pt x="128" y="441"/>
                    <a:pt x="132" y="440"/>
                  </a:cubicBezTo>
                  <a:cubicBezTo>
                    <a:pt x="136" y="439"/>
                    <a:pt x="145" y="434"/>
                    <a:pt x="149" y="432"/>
                  </a:cubicBezTo>
                  <a:cubicBezTo>
                    <a:pt x="152" y="431"/>
                    <a:pt x="158" y="430"/>
                    <a:pt x="160" y="428"/>
                  </a:cubicBezTo>
                  <a:cubicBezTo>
                    <a:pt x="161" y="426"/>
                    <a:pt x="160" y="422"/>
                    <a:pt x="160" y="420"/>
                  </a:cubicBezTo>
                  <a:cubicBezTo>
                    <a:pt x="161" y="419"/>
                    <a:pt x="162" y="417"/>
                    <a:pt x="164" y="416"/>
                  </a:cubicBezTo>
                  <a:cubicBezTo>
                    <a:pt x="165" y="416"/>
                    <a:pt x="167" y="415"/>
                    <a:pt x="168" y="416"/>
                  </a:cubicBezTo>
                  <a:cubicBezTo>
                    <a:pt x="169" y="418"/>
                    <a:pt x="163" y="423"/>
                    <a:pt x="163" y="425"/>
                  </a:cubicBezTo>
                  <a:cubicBezTo>
                    <a:pt x="164" y="427"/>
                    <a:pt x="168" y="429"/>
                    <a:pt x="170" y="429"/>
                  </a:cubicBezTo>
                  <a:cubicBezTo>
                    <a:pt x="171" y="429"/>
                    <a:pt x="172" y="424"/>
                    <a:pt x="173" y="424"/>
                  </a:cubicBezTo>
                  <a:cubicBezTo>
                    <a:pt x="174" y="424"/>
                    <a:pt x="176" y="427"/>
                    <a:pt x="176" y="429"/>
                  </a:cubicBezTo>
                  <a:cubicBezTo>
                    <a:pt x="176" y="431"/>
                    <a:pt x="175" y="436"/>
                    <a:pt x="174" y="438"/>
                  </a:cubicBezTo>
                  <a:cubicBezTo>
                    <a:pt x="173" y="439"/>
                    <a:pt x="169" y="440"/>
                    <a:pt x="168" y="442"/>
                  </a:cubicBezTo>
                  <a:cubicBezTo>
                    <a:pt x="168" y="443"/>
                    <a:pt x="167" y="446"/>
                    <a:pt x="168" y="446"/>
                  </a:cubicBezTo>
                  <a:cubicBezTo>
                    <a:pt x="169" y="448"/>
                    <a:pt x="174" y="448"/>
                    <a:pt x="176" y="448"/>
                  </a:cubicBezTo>
                  <a:cubicBezTo>
                    <a:pt x="178" y="447"/>
                    <a:pt x="181" y="443"/>
                    <a:pt x="184" y="442"/>
                  </a:cubicBezTo>
                  <a:cubicBezTo>
                    <a:pt x="185" y="441"/>
                    <a:pt x="189" y="442"/>
                    <a:pt x="190" y="441"/>
                  </a:cubicBezTo>
                  <a:cubicBezTo>
                    <a:pt x="191" y="440"/>
                    <a:pt x="193" y="437"/>
                    <a:pt x="193" y="435"/>
                  </a:cubicBezTo>
                  <a:cubicBezTo>
                    <a:pt x="193" y="433"/>
                    <a:pt x="191" y="430"/>
                    <a:pt x="190" y="428"/>
                  </a:cubicBezTo>
                  <a:cubicBezTo>
                    <a:pt x="190" y="428"/>
                    <a:pt x="190" y="426"/>
                    <a:pt x="190" y="425"/>
                  </a:cubicBezTo>
                  <a:cubicBezTo>
                    <a:pt x="192" y="422"/>
                    <a:pt x="198" y="420"/>
                    <a:pt x="201" y="419"/>
                  </a:cubicBezTo>
                  <a:cubicBezTo>
                    <a:pt x="203" y="419"/>
                    <a:pt x="206" y="418"/>
                    <a:pt x="206" y="419"/>
                  </a:cubicBezTo>
                  <a:cubicBezTo>
                    <a:pt x="207" y="421"/>
                    <a:pt x="202" y="426"/>
                    <a:pt x="204" y="427"/>
                  </a:cubicBezTo>
                  <a:cubicBezTo>
                    <a:pt x="204" y="428"/>
                    <a:pt x="206" y="427"/>
                    <a:pt x="207" y="427"/>
                  </a:cubicBezTo>
                  <a:cubicBezTo>
                    <a:pt x="209" y="426"/>
                    <a:pt x="212" y="425"/>
                    <a:pt x="214" y="424"/>
                  </a:cubicBezTo>
                  <a:cubicBezTo>
                    <a:pt x="216" y="423"/>
                    <a:pt x="220" y="422"/>
                    <a:pt x="222" y="421"/>
                  </a:cubicBezTo>
                  <a:cubicBezTo>
                    <a:pt x="228" y="419"/>
                    <a:pt x="238" y="415"/>
                    <a:pt x="244" y="414"/>
                  </a:cubicBezTo>
                  <a:cubicBezTo>
                    <a:pt x="247" y="413"/>
                    <a:pt x="253" y="414"/>
                    <a:pt x="257" y="414"/>
                  </a:cubicBezTo>
                  <a:cubicBezTo>
                    <a:pt x="259" y="413"/>
                    <a:pt x="265" y="410"/>
                    <a:pt x="268" y="410"/>
                  </a:cubicBezTo>
                  <a:cubicBezTo>
                    <a:pt x="270" y="410"/>
                    <a:pt x="273" y="412"/>
                    <a:pt x="274" y="412"/>
                  </a:cubicBezTo>
                  <a:cubicBezTo>
                    <a:pt x="276" y="412"/>
                    <a:pt x="279" y="410"/>
                    <a:pt x="280" y="411"/>
                  </a:cubicBezTo>
                  <a:cubicBezTo>
                    <a:pt x="281" y="412"/>
                    <a:pt x="280" y="414"/>
                    <a:pt x="279" y="415"/>
                  </a:cubicBezTo>
                  <a:cubicBezTo>
                    <a:pt x="276" y="418"/>
                    <a:pt x="266" y="419"/>
                    <a:pt x="262" y="421"/>
                  </a:cubicBezTo>
                  <a:cubicBezTo>
                    <a:pt x="260" y="421"/>
                    <a:pt x="258" y="423"/>
                    <a:pt x="257" y="423"/>
                  </a:cubicBezTo>
                  <a:cubicBezTo>
                    <a:pt x="254" y="424"/>
                    <a:pt x="246" y="422"/>
                    <a:pt x="243" y="423"/>
                  </a:cubicBezTo>
                  <a:cubicBezTo>
                    <a:pt x="240" y="424"/>
                    <a:pt x="237" y="430"/>
                    <a:pt x="235" y="432"/>
                  </a:cubicBezTo>
                  <a:cubicBezTo>
                    <a:pt x="232" y="434"/>
                    <a:pt x="226" y="436"/>
                    <a:pt x="224" y="437"/>
                  </a:cubicBezTo>
                  <a:cubicBezTo>
                    <a:pt x="221" y="439"/>
                    <a:pt x="217" y="443"/>
                    <a:pt x="216" y="444"/>
                  </a:cubicBezTo>
                  <a:cubicBezTo>
                    <a:pt x="214" y="446"/>
                    <a:pt x="211" y="452"/>
                    <a:pt x="208" y="453"/>
                  </a:cubicBezTo>
                  <a:cubicBezTo>
                    <a:pt x="205" y="455"/>
                    <a:pt x="199" y="453"/>
                    <a:pt x="196" y="455"/>
                  </a:cubicBezTo>
                  <a:cubicBezTo>
                    <a:pt x="195" y="456"/>
                    <a:pt x="194" y="460"/>
                    <a:pt x="195" y="461"/>
                  </a:cubicBezTo>
                  <a:cubicBezTo>
                    <a:pt x="195" y="462"/>
                    <a:pt x="197" y="462"/>
                    <a:pt x="198" y="463"/>
                  </a:cubicBezTo>
                  <a:cubicBezTo>
                    <a:pt x="199" y="464"/>
                    <a:pt x="201" y="468"/>
                    <a:pt x="202" y="469"/>
                  </a:cubicBezTo>
                  <a:cubicBezTo>
                    <a:pt x="203" y="469"/>
                    <a:pt x="204" y="469"/>
                    <a:pt x="205" y="470"/>
                  </a:cubicBezTo>
                  <a:cubicBezTo>
                    <a:pt x="205" y="471"/>
                    <a:pt x="204" y="473"/>
                    <a:pt x="203" y="474"/>
                  </a:cubicBezTo>
                  <a:cubicBezTo>
                    <a:pt x="201" y="475"/>
                    <a:pt x="196" y="476"/>
                    <a:pt x="194" y="475"/>
                  </a:cubicBezTo>
                  <a:cubicBezTo>
                    <a:pt x="193" y="474"/>
                    <a:pt x="194" y="469"/>
                    <a:pt x="193" y="468"/>
                  </a:cubicBezTo>
                  <a:cubicBezTo>
                    <a:pt x="192" y="467"/>
                    <a:pt x="189" y="467"/>
                    <a:pt x="188" y="467"/>
                  </a:cubicBezTo>
                  <a:cubicBezTo>
                    <a:pt x="186" y="465"/>
                    <a:pt x="186" y="458"/>
                    <a:pt x="183" y="458"/>
                  </a:cubicBezTo>
                  <a:cubicBezTo>
                    <a:pt x="181" y="457"/>
                    <a:pt x="179" y="461"/>
                    <a:pt x="178" y="463"/>
                  </a:cubicBezTo>
                  <a:cubicBezTo>
                    <a:pt x="177" y="464"/>
                    <a:pt x="177" y="468"/>
                    <a:pt x="176" y="469"/>
                  </a:cubicBezTo>
                  <a:cubicBezTo>
                    <a:pt x="174" y="471"/>
                    <a:pt x="166" y="475"/>
                    <a:pt x="166" y="475"/>
                  </a:cubicBezTo>
                  <a:cubicBezTo>
                    <a:pt x="166" y="475"/>
                    <a:pt x="167" y="479"/>
                    <a:pt x="168" y="481"/>
                  </a:cubicBezTo>
                  <a:cubicBezTo>
                    <a:pt x="169" y="482"/>
                    <a:pt x="172" y="485"/>
                    <a:pt x="173" y="48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29"/>
            <p:cNvSpPr>
              <a:spLocks/>
            </p:cNvSpPr>
            <p:nvPr/>
          </p:nvSpPr>
          <p:spPr bwMode="auto">
            <a:xfrm>
              <a:off x="2770188" y="3798888"/>
              <a:ext cx="14288" cy="23813"/>
            </a:xfrm>
            <a:custGeom>
              <a:avLst/>
              <a:gdLst/>
              <a:ahLst/>
              <a:cxnLst>
                <a:cxn ang="0">
                  <a:pos x="8" y="3"/>
                </a:cxn>
                <a:cxn ang="0">
                  <a:pos x="4" y="0"/>
                </a:cxn>
                <a:cxn ang="0">
                  <a:pos x="4" y="4"/>
                </a:cxn>
                <a:cxn ang="0">
                  <a:pos x="0" y="9"/>
                </a:cxn>
                <a:cxn ang="0">
                  <a:pos x="1" y="13"/>
                </a:cxn>
                <a:cxn ang="0">
                  <a:pos x="7" y="8"/>
                </a:cxn>
                <a:cxn ang="0">
                  <a:pos x="8" y="3"/>
                </a:cxn>
              </a:cxnLst>
              <a:rect l="0" t="0" r="r" b="b"/>
              <a:pathLst>
                <a:path w="8" h="14">
                  <a:moveTo>
                    <a:pt x="8" y="3"/>
                  </a:moveTo>
                  <a:cubicBezTo>
                    <a:pt x="7" y="2"/>
                    <a:pt x="5" y="0"/>
                    <a:pt x="4" y="0"/>
                  </a:cubicBezTo>
                  <a:cubicBezTo>
                    <a:pt x="4" y="1"/>
                    <a:pt x="4" y="3"/>
                    <a:pt x="4" y="4"/>
                  </a:cubicBezTo>
                  <a:cubicBezTo>
                    <a:pt x="3" y="5"/>
                    <a:pt x="1" y="7"/>
                    <a:pt x="0" y="9"/>
                  </a:cubicBezTo>
                  <a:cubicBezTo>
                    <a:pt x="0" y="10"/>
                    <a:pt x="0" y="12"/>
                    <a:pt x="1" y="13"/>
                  </a:cubicBezTo>
                  <a:cubicBezTo>
                    <a:pt x="2" y="14"/>
                    <a:pt x="6" y="10"/>
                    <a:pt x="7" y="8"/>
                  </a:cubicBezTo>
                  <a:cubicBezTo>
                    <a:pt x="7" y="7"/>
                    <a:pt x="8" y="5"/>
                    <a:pt x="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30"/>
            <p:cNvSpPr>
              <a:spLocks/>
            </p:cNvSpPr>
            <p:nvPr/>
          </p:nvSpPr>
          <p:spPr bwMode="auto">
            <a:xfrm>
              <a:off x="2541588" y="3717925"/>
              <a:ext cx="795338" cy="520700"/>
            </a:xfrm>
            <a:custGeom>
              <a:avLst/>
              <a:gdLst/>
              <a:ahLst/>
              <a:cxnLst>
                <a:cxn ang="0">
                  <a:pos x="35" y="98"/>
                </a:cxn>
                <a:cxn ang="0">
                  <a:pos x="17" y="122"/>
                </a:cxn>
                <a:cxn ang="0">
                  <a:pos x="12" y="159"/>
                </a:cxn>
                <a:cxn ang="0">
                  <a:pos x="2" y="192"/>
                </a:cxn>
                <a:cxn ang="0">
                  <a:pos x="37" y="231"/>
                </a:cxn>
                <a:cxn ang="0">
                  <a:pos x="43" y="231"/>
                </a:cxn>
                <a:cxn ang="0">
                  <a:pos x="71" y="212"/>
                </a:cxn>
                <a:cxn ang="0">
                  <a:pos x="108" y="233"/>
                </a:cxn>
                <a:cxn ang="0">
                  <a:pos x="123" y="242"/>
                </a:cxn>
                <a:cxn ang="0">
                  <a:pos x="157" y="226"/>
                </a:cxn>
                <a:cxn ang="0">
                  <a:pos x="179" y="212"/>
                </a:cxn>
                <a:cxn ang="0">
                  <a:pos x="203" y="203"/>
                </a:cxn>
                <a:cxn ang="0">
                  <a:pos x="229" y="210"/>
                </a:cxn>
                <a:cxn ang="0">
                  <a:pos x="249" y="227"/>
                </a:cxn>
                <a:cxn ang="0">
                  <a:pos x="262" y="249"/>
                </a:cxn>
                <a:cxn ang="0">
                  <a:pos x="281" y="269"/>
                </a:cxn>
                <a:cxn ang="0">
                  <a:pos x="341" y="291"/>
                </a:cxn>
                <a:cxn ang="0">
                  <a:pos x="365" y="274"/>
                </a:cxn>
                <a:cxn ang="0">
                  <a:pos x="404" y="297"/>
                </a:cxn>
                <a:cxn ang="0">
                  <a:pos x="438" y="297"/>
                </a:cxn>
                <a:cxn ang="0">
                  <a:pos x="440" y="274"/>
                </a:cxn>
                <a:cxn ang="0">
                  <a:pos x="433" y="250"/>
                </a:cxn>
                <a:cxn ang="0">
                  <a:pos x="422" y="228"/>
                </a:cxn>
                <a:cxn ang="0">
                  <a:pos x="405" y="216"/>
                </a:cxn>
                <a:cxn ang="0">
                  <a:pos x="394" y="201"/>
                </a:cxn>
                <a:cxn ang="0">
                  <a:pos x="382" y="196"/>
                </a:cxn>
                <a:cxn ang="0">
                  <a:pos x="373" y="166"/>
                </a:cxn>
                <a:cxn ang="0">
                  <a:pos x="391" y="152"/>
                </a:cxn>
                <a:cxn ang="0">
                  <a:pos x="397" y="171"/>
                </a:cxn>
                <a:cxn ang="0">
                  <a:pos x="408" y="161"/>
                </a:cxn>
                <a:cxn ang="0">
                  <a:pos x="426" y="156"/>
                </a:cxn>
                <a:cxn ang="0">
                  <a:pos x="439" y="138"/>
                </a:cxn>
                <a:cxn ang="0">
                  <a:pos x="440" y="125"/>
                </a:cxn>
                <a:cxn ang="0">
                  <a:pos x="450" y="109"/>
                </a:cxn>
                <a:cxn ang="0">
                  <a:pos x="461" y="84"/>
                </a:cxn>
                <a:cxn ang="0">
                  <a:pos x="446" y="62"/>
                </a:cxn>
                <a:cxn ang="0">
                  <a:pos x="407" y="52"/>
                </a:cxn>
                <a:cxn ang="0">
                  <a:pos x="388" y="45"/>
                </a:cxn>
                <a:cxn ang="0">
                  <a:pos x="376" y="42"/>
                </a:cxn>
                <a:cxn ang="0">
                  <a:pos x="361" y="13"/>
                </a:cxn>
                <a:cxn ang="0">
                  <a:pos x="345" y="43"/>
                </a:cxn>
                <a:cxn ang="0">
                  <a:pos x="326" y="44"/>
                </a:cxn>
                <a:cxn ang="0">
                  <a:pos x="286" y="54"/>
                </a:cxn>
                <a:cxn ang="0">
                  <a:pos x="238" y="39"/>
                </a:cxn>
                <a:cxn ang="0">
                  <a:pos x="235" y="53"/>
                </a:cxn>
                <a:cxn ang="0">
                  <a:pos x="211" y="33"/>
                </a:cxn>
                <a:cxn ang="0">
                  <a:pos x="179" y="51"/>
                </a:cxn>
                <a:cxn ang="0">
                  <a:pos x="162" y="52"/>
                </a:cxn>
                <a:cxn ang="0">
                  <a:pos x="149" y="51"/>
                </a:cxn>
                <a:cxn ang="0">
                  <a:pos x="128" y="70"/>
                </a:cxn>
                <a:cxn ang="0">
                  <a:pos x="97" y="69"/>
                </a:cxn>
                <a:cxn ang="0">
                  <a:pos x="33" y="70"/>
                </a:cxn>
              </a:cxnLst>
              <a:rect l="0" t="0" r="r" b="b"/>
              <a:pathLst>
                <a:path w="468" h="307">
                  <a:moveTo>
                    <a:pt x="22" y="82"/>
                  </a:moveTo>
                  <a:cubicBezTo>
                    <a:pt x="21" y="84"/>
                    <a:pt x="23" y="89"/>
                    <a:pt x="25" y="90"/>
                  </a:cubicBezTo>
                  <a:cubicBezTo>
                    <a:pt x="26" y="91"/>
                    <a:pt x="30" y="90"/>
                    <a:pt x="31" y="91"/>
                  </a:cubicBezTo>
                  <a:cubicBezTo>
                    <a:pt x="33" y="92"/>
                    <a:pt x="35" y="96"/>
                    <a:pt x="35" y="98"/>
                  </a:cubicBezTo>
                  <a:cubicBezTo>
                    <a:pt x="36" y="100"/>
                    <a:pt x="34" y="106"/>
                    <a:pt x="33" y="108"/>
                  </a:cubicBezTo>
                  <a:cubicBezTo>
                    <a:pt x="32" y="110"/>
                    <a:pt x="27" y="114"/>
                    <a:pt x="26" y="116"/>
                  </a:cubicBezTo>
                  <a:cubicBezTo>
                    <a:pt x="25" y="117"/>
                    <a:pt x="23" y="120"/>
                    <a:pt x="22" y="121"/>
                  </a:cubicBezTo>
                  <a:cubicBezTo>
                    <a:pt x="21" y="122"/>
                    <a:pt x="18" y="121"/>
                    <a:pt x="17" y="122"/>
                  </a:cubicBezTo>
                  <a:cubicBezTo>
                    <a:pt x="15" y="126"/>
                    <a:pt x="17" y="136"/>
                    <a:pt x="19" y="140"/>
                  </a:cubicBezTo>
                  <a:cubicBezTo>
                    <a:pt x="20" y="141"/>
                    <a:pt x="23" y="141"/>
                    <a:pt x="24" y="143"/>
                  </a:cubicBezTo>
                  <a:cubicBezTo>
                    <a:pt x="25" y="144"/>
                    <a:pt x="26" y="147"/>
                    <a:pt x="25" y="148"/>
                  </a:cubicBezTo>
                  <a:cubicBezTo>
                    <a:pt x="24" y="152"/>
                    <a:pt x="14" y="155"/>
                    <a:pt x="12" y="159"/>
                  </a:cubicBezTo>
                  <a:cubicBezTo>
                    <a:pt x="11" y="163"/>
                    <a:pt x="17" y="171"/>
                    <a:pt x="18" y="175"/>
                  </a:cubicBezTo>
                  <a:cubicBezTo>
                    <a:pt x="18" y="177"/>
                    <a:pt x="18" y="181"/>
                    <a:pt x="17" y="182"/>
                  </a:cubicBezTo>
                  <a:cubicBezTo>
                    <a:pt x="16" y="184"/>
                    <a:pt x="13" y="186"/>
                    <a:pt x="11" y="187"/>
                  </a:cubicBezTo>
                  <a:cubicBezTo>
                    <a:pt x="9" y="188"/>
                    <a:pt x="4" y="190"/>
                    <a:pt x="2" y="192"/>
                  </a:cubicBezTo>
                  <a:cubicBezTo>
                    <a:pt x="1" y="193"/>
                    <a:pt x="0" y="195"/>
                    <a:pt x="1" y="196"/>
                  </a:cubicBezTo>
                  <a:cubicBezTo>
                    <a:pt x="2" y="203"/>
                    <a:pt x="11" y="214"/>
                    <a:pt x="16" y="218"/>
                  </a:cubicBezTo>
                  <a:cubicBezTo>
                    <a:pt x="19" y="221"/>
                    <a:pt x="29" y="221"/>
                    <a:pt x="32" y="224"/>
                  </a:cubicBezTo>
                  <a:cubicBezTo>
                    <a:pt x="34" y="225"/>
                    <a:pt x="36" y="229"/>
                    <a:pt x="37" y="231"/>
                  </a:cubicBezTo>
                  <a:cubicBezTo>
                    <a:pt x="37" y="232"/>
                    <a:pt x="35" y="235"/>
                    <a:pt x="36" y="237"/>
                  </a:cubicBezTo>
                  <a:cubicBezTo>
                    <a:pt x="36" y="239"/>
                    <a:pt x="41" y="243"/>
                    <a:pt x="41" y="243"/>
                  </a:cubicBezTo>
                  <a:cubicBezTo>
                    <a:pt x="41" y="243"/>
                    <a:pt x="37" y="232"/>
                    <a:pt x="39" y="230"/>
                  </a:cubicBezTo>
                  <a:cubicBezTo>
                    <a:pt x="40" y="230"/>
                    <a:pt x="42" y="232"/>
                    <a:pt x="43" y="231"/>
                  </a:cubicBezTo>
                  <a:cubicBezTo>
                    <a:pt x="44" y="231"/>
                    <a:pt x="46" y="229"/>
                    <a:pt x="48" y="228"/>
                  </a:cubicBezTo>
                  <a:cubicBezTo>
                    <a:pt x="50" y="227"/>
                    <a:pt x="56" y="227"/>
                    <a:pt x="58" y="225"/>
                  </a:cubicBezTo>
                  <a:cubicBezTo>
                    <a:pt x="59" y="225"/>
                    <a:pt x="60" y="222"/>
                    <a:pt x="61" y="222"/>
                  </a:cubicBezTo>
                  <a:cubicBezTo>
                    <a:pt x="63" y="219"/>
                    <a:pt x="68" y="212"/>
                    <a:pt x="71" y="212"/>
                  </a:cubicBezTo>
                  <a:cubicBezTo>
                    <a:pt x="74" y="212"/>
                    <a:pt x="76" y="217"/>
                    <a:pt x="78" y="218"/>
                  </a:cubicBezTo>
                  <a:cubicBezTo>
                    <a:pt x="81" y="219"/>
                    <a:pt x="87" y="218"/>
                    <a:pt x="89" y="220"/>
                  </a:cubicBezTo>
                  <a:cubicBezTo>
                    <a:pt x="91" y="221"/>
                    <a:pt x="93" y="227"/>
                    <a:pt x="96" y="229"/>
                  </a:cubicBezTo>
                  <a:cubicBezTo>
                    <a:pt x="98" y="231"/>
                    <a:pt x="105" y="231"/>
                    <a:pt x="108" y="233"/>
                  </a:cubicBezTo>
                  <a:cubicBezTo>
                    <a:pt x="113" y="236"/>
                    <a:pt x="117" y="248"/>
                    <a:pt x="122" y="251"/>
                  </a:cubicBezTo>
                  <a:cubicBezTo>
                    <a:pt x="123" y="252"/>
                    <a:pt x="126" y="253"/>
                    <a:pt x="127" y="252"/>
                  </a:cubicBezTo>
                  <a:cubicBezTo>
                    <a:pt x="127" y="252"/>
                    <a:pt x="128" y="250"/>
                    <a:pt x="129" y="250"/>
                  </a:cubicBezTo>
                  <a:cubicBezTo>
                    <a:pt x="129" y="247"/>
                    <a:pt x="123" y="244"/>
                    <a:pt x="123" y="242"/>
                  </a:cubicBezTo>
                  <a:cubicBezTo>
                    <a:pt x="124" y="240"/>
                    <a:pt x="129" y="238"/>
                    <a:pt x="131" y="238"/>
                  </a:cubicBezTo>
                  <a:cubicBezTo>
                    <a:pt x="135" y="237"/>
                    <a:pt x="143" y="239"/>
                    <a:pt x="147" y="239"/>
                  </a:cubicBezTo>
                  <a:cubicBezTo>
                    <a:pt x="152" y="238"/>
                    <a:pt x="163" y="237"/>
                    <a:pt x="164" y="233"/>
                  </a:cubicBezTo>
                  <a:cubicBezTo>
                    <a:pt x="164" y="230"/>
                    <a:pt x="158" y="228"/>
                    <a:pt x="157" y="226"/>
                  </a:cubicBezTo>
                  <a:cubicBezTo>
                    <a:pt x="156" y="226"/>
                    <a:pt x="156" y="224"/>
                    <a:pt x="156" y="224"/>
                  </a:cubicBezTo>
                  <a:cubicBezTo>
                    <a:pt x="158" y="221"/>
                    <a:pt x="164" y="218"/>
                    <a:pt x="166" y="217"/>
                  </a:cubicBezTo>
                  <a:cubicBezTo>
                    <a:pt x="168" y="216"/>
                    <a:pt x="170" y="217"/>
                    <a:pt x="172" y="217"/>
                  </a:cubicBezTo>
                  <a:cubicBezTo>
                    <a:pt x="174" y="216"/>
                    <a:pt x="177" y="214"/>
                    <a:pt x="179" y="212"/>
                  </a:cubicBezTo>
                  <a:cubicBezTo>
                    <a:pt x="181" y="210"/>
                    <a:pt x="182" y="203"/>
                    <a:pt x="184" y="202"/>
                  </a:cubicBezTo>
                  <a:cubicBezTo>
                    <a:pt x="185" y="201"/>
                    <a:pt x="188" y="202"/>
                    <a:pt x="189" y="201"/>
                  </a:cubicBezTo>
                  <a:cubicBezTo>
                    <a:pt x="192" y="200"/>
                    <a:pt x="196" y="194"/>
                    <a:pt x="199" y="194"/>
                  </a:cubicBezTo>
                  <a:cubicBezTo>
                    <a:pt x="201" y="195"/>
                    <a:pt x="201" y="202"/>
                    <a:pt x="203" y="203"/>
                  </a:cubicBezTo>
                  <a:cubicBezTo>
                    <a:pt x="203" y="204"/>
                    <a:pt x="205" y="204"/>
                    <a:pt x="206" y="204"/>
                  </a:cubicBezTo>
                  <a:cubicBezTo>
                    <a:pt x="207" y="204"/>
                    <a:pt x="209" y="202"/>
                    <a:pt x="210" y="202"/>
                  </a:cubicBezTo>
                  <a:cubicBezTo>
                    <a:pt x="213" y="202"/>
                    <a:pt x="216" y="206"/>
                    <a:pt x="219" y="207"/>
                  </a:cubicBezTo>
                  <a:cubicBezTo>
                    <a:pt x="221" y="208"/>
                    <a:pt x="226" y="210"/>
                    <a:pt x="229" y="210"/>
                  </a:cubicBezTo>
                  <a:cubicBezTo>
                    <a:pt x="232" y="211"/>
                    <a:pt x="239" y="207"/>
                    <a:pt x="242" y="209"/>
                  </a:cubicBezTo>
                  <a:cubicBezTo>
                    <a:pt x="242" y="209"/>
                    <a:pt x="243" y="210"/>
                    <a:pt x="244" y="210"/>
                  </a:cubicBezTo>
                  <a:cubicBezTo>
                    <a:pt x="245" y="213"/>
                    <a:pt x="243" y="218"/>
                    <a:pt x="244" y="220"/>
                  </a:cubicBezTo>
                  <a:cubicBezTo>
                    <a:pt x="245" y="222"/>
                    <a:pt x="249" y="225"/>
                    <a:pt x="249" y="227"/>
                  </a:cubicBezTo>
                  <a:cubicBezTo>
                    <a:pt x="251" y="230"/>
                    <a:pt x="250" y="237"/>
                    <a:pt x="252" y="240"/>
                  </a:cubicBezTo>
                  <a:cubicBezTo>
                    <a:pt x="252" y="241"/>
                    <a:pt x="255" y="242"/>
                    <a:pt x="255" y="243"/>
                  </a:cubicBezTo>
                  <a:cubicBezTo>
                    <a:pt x="256" y="245"/>
                    <a:pt x="256" y="248"/>
                    <a:pt x="257" y="249"/>
                  </a:cubicBezTo>
                  <a:cubicBezTo>
                    <a:pt x="258" y="250"/>
                    <a:pt x="261" y="248"/>
                    <a:pt x="262" y="249"/>
                  </a:cubicBezTo>
                  <a:cubicBezTo>
                    <a:pt x="263" y="249"/>
                    <a:pt x="265" y="251"/>
                    <a:pt x="265" y="252"/>
                  </a:cubicBezTo>
                  <a:cubicBezTo>
                    <a:pt x="265" y="253"/>
                    <a:pt x="262" y="254"/>
                    <a:pt x="262" y="256"/>
                  </a:cubicBezTo>
                  <a:cubicBezTo>
                    <a:pt x="262" y="259"/>
                    <a:pt x="265" y="267"/>
                    <a:pt x="268" y="269"/>
                  </a:cubicBezTo>
                  <a:cubicBezTo>
                    <a:pt x="271" y="271"/>
                    <a:pt x="278" y="267"/>
                    <a:pt x="281" y="269"/>
                  </a:cubicBezTo>
                  <a:cubicBezTo>
                    <a:pt x="283" y="271"/>
                    <a:pt x="283" y="279"/>
                    <a:pt x="285" y="282"/>
                  </a:cubicBezTo>
                  <a:cubicBezTo>
                    <a:pt x="287" y="284"/>
                    <a:pt x="293" y="288"/>
                    <a:pt x="297" y="289"/>
                  </a:cubicBezTo>
                  <a:cubicBezTo>
                    <a:pt x="301" y="290"/>
                    <a:pt x="310" y="289"/>
                    <a:pt x="314" y="289"/>
                  </a:cubicBezTo>
                  <a:cubicBezTo>
                    <a:pt x="321" y="289"/>
                    <a:pt x="335" y="293"/>
                    <a:pt x="341" y="291"/>
                  </a:cubicBezTo>
                  <a:cubicBezTo>
                    <a:pt x="345" y="290"/>
                    <a:pt x="352" y="286"/>
                    <a:pt x="354" y="282"/>
                  </a:cubicBezTo>
                  <a:cubicBezTo>
                    <a:pt x="355" y="281"/>
                    <a:pt x="354" y="278"/>
                    <a:pt x="354" y="276"/>
                  </a:cubicBezTo>
                  <a:cubicBezTo>
                    <a:pt x="356" y="274"/>
                    <a:pt x="360" y="270"/>
                    <a:pt x="363" y="271"/>
                  </a:cubicBezTo>
                  <a:cubicBezTo>
                    <a:pt x="364" y="271"/>
                    <a:pt x="364" y="273"/>
                    <a:pt x="365" y="274"/>
                  </a:cubicBezTo>
                  <a:cubicBezTo>
                    <a:pt x="367" y="275"/>
                    <a:pt x="373" y="274"/>
                    <a:pt x="374" y="276"/>
                  </a:cubicBezTo>
                  <a:cubicBezTo>
                    <a:pt x="378" y="280"/>
                    <a:pt x="375" y="294"/>
                    <a:pt x="378" y="299"/>
                  </a:cubicBezTo>
                  <a:cubicBezTo>
                    <a:pt x="379" y="300"/>
                    <a:pt x="381" y="301"/>
                    <a:pt x="382" y="301"/>
                  </a:cubicBezTo>
                  <a:cubicBezTo>
                    <a:pt x="388" y="302"/>
                    <a:pt x="399" y="296"/>
                    <a:pt x="404" y="297"/>
                  </a:cubicBezTo>
                  <a:cubicBezTo>
                    <a:pt x="408" y="298"/>
                    <a:pt x="413" y="304"/>
                    <a:pt x="416" y="306"/>
                  </a:cubicBezTo>
                  <a:cubicBezTo>
                    <a:pt x="417" y="307"/>
                    <a:pt x="419" y="307"/>
                    <a:pt x="419" y="307"/>
                  </a:cubicBezTo>
                  <a:cubicBezTo>
                    <a:pt x="419" y="307"/>
                    <a:pt x="434" y="305"/>
                    <a:pt x="437" y="301"/>
                  </a:cubicBezTo>
                  <a:cubicBezTo>
                    <a:pt x="438" y="300"/>
                    <a:pt x="439" y="298"/>
                    <a:pt x="438" y="297"/>
                  </a:cubicBezTo>
                  <a:cubicBezTo>
                    <a:pt x="438" y="296"/>
                    <a:pt x="435" y="295"/>
                    <a:pt x="435" y="294"/>
                  </a:cubicBezTo>
                  <a:cubicBezTo>
                    <a:pt x="434" y="293"/>
                    <a:pt x="436" y="289"/>
                    <a:pt x="436" y="288"/>
                  </a:cubicBezTo>
                  <a:cubicBezTo>
                    <a:pt x="435" y="286"/>
                    <a:pt x="431" y="285"/>
                    <a:pt x="431" y="283"/>
                  </a:cubicBezTo>
                  <a:cubicBezTo>
                    <a:pt x="431" y="280"/>
                    <a:pt x="439" y="277"/>
                    <a:pt x="440" y="274"/>
                  </a:cubicBezTo>
                  <a:cubicBezTo>
                    <a:pt x="442" y="270"/>
                    <a:pt x="443" y="260"/>
                    <a:pt x="442" y="256"/>
                  </a:cubicBezTo>
                  <a:cubicBezTo>
                    <a:pt x="442" y="255"/>
                    <a:pt x="441" y="253"/>
                    <a:pt x="441" y="253"/>
                  </a:cubicBezTo>
                  <a:cubicBezTo>
                    <a:pt x="440" y="253"/>
                    <a:pt x="437" y="254"/>
                    <a:pt x="436" y="254"/>
                  </a:cubicBezTo>
                  <a:cubicBezTo>
                    <a:pt x="435" y="253"/>
                    <a:pt x="434" y="251"/>
                    <a:pt x="433" y="250"/>
                  </a:cubicBezTo>
                  <a:cubicBezTo>
                    <a:pt x="432" y="249"/>
                    <a:pt x="430" y="248"/>
                    <a:pt x="429" y="248"/>
                  </a:cubicBezTo>
                  <a:cubicBezTo>
                    <a:pt x="428" y="248"/>
                    <a:pt x="426" y="249"/>
                    <a:pt x="425" y="249"/>
                  </a:cubicBezTo>
                  <a:cubicBezTo>
                    <a:pt x="423" y="248"/>
                    <a:pt x="421" y="245"/>
                    <a:pt x="420" y="243"/>
                  </a:cubicBezTo>
                  <a:cubicBezTo>
                    <a:pt x="419" y="240"/>
                    <a:pt x="423" y="231"/>
                    <a:pt x="422" y="228"/>
                  </a:cubicBezTo>
                  <a:cubicBezTo>
                    <a:pt x="421" y="227"/>
                    <a:pt x="420" y="224"/>
                    <a:pt x="419" y="224"/>
                  </a:cubicBezTo>
                  <a:cubicBezTo>
                    <a:pt x="416" y="223"/>
                    <a:pt x="410" y="226"/>
                    <a:pt x="407" y="226"/>
                  </a:cubicBezTo>
                  <a:cubicBezTo>
                    <a:pt x="406" y="226"/>
                    <a:pt x="404" y="226"/>
                    <a:pt x="404" y="225"/>
                  </a:cubicBezTo>
                  <a:cubicBezTo>
                    <a:pt x="403" y="223"/>
                    <a:pt x="406" y="219"/>
                    <a:pt x="405" y="216"/>
                  </a:cubicBezTo>
                  <a:cubicBezTo>
                    <a:pt x="405" y="215"/>
                    <a:pt x="403" y="213"/>
                    <a:pt x="402" y="212"/>
                  </a:cubicBezTo>
                  <a:cubicBezTo>
                    <a:pt x="400" y="211"/>
                    <a:pt x="396" y="212"/>
                    <a:pt x="395" y="210"/>
                  </a:cubicBezTo>
                  <a:cubicBezTo>
                    <a:pt x="394" y="210"/>
                    <a:pt x="393" y="207"/>
                    <a:pt x="393" y="206"/>
                  </a:cubicBezTo>
                  <a:cubicBezTo>
                    <a:pt x="393" y="204"/>
                    <a:pt x="394" y="202"/>
                    <a:pt x="394" y="201"/>
                  </a:cubicBezTo>
                  <a:cubicBezTo>
                    <a:pt x="394" y="199"/>
                    <a:pt x="393" y="197"/>
                    <a:pt x="392" y="196"/>
                  </a:cubicBezTo>
                  <a:cubicBezTo>
                    <a:pt x="392" y="195"/>
                    <a:pt x="390" y="195"/>
                    <a:pt x="389" y="195"/>
                  </a:cubicBezTo>
                  <a:cubicBezTo>
                    <a:pt x="389" y="195"/>
                    <a:pt x="388" y="196"/>
                    <a:pt x="387" y="196"/>
                  </a:cubicBezTo>
                  <a:cubicBezTo>
                    <a:pt x="386" y="197"/>
                    <a:pt x="383" y="197"/>
                    <a:pt x="382" y="196"/>
                  </a:cubicBezTo>
                  <a:cubicBezTo>
                    <a:pt x="381" y="196"/>
                    <a:pt x="380" y="191"/>
                    <a:pt x="378" y="191"/>
                  </a:cubicBezTo>
                  <a:cubicBezTo>
                    <a:pt x="375" y="190"/>
                    <a:pt x="370" y="196"/>
                    <a:pt x="368" y="195"/>
                  </a:cubicBezTo>
                  <a:cubicBezTo>
                    <a:pt x="366" y="194"/>
                    <a:pt x="366" y="189"/>
                    <a:pt x="366" y="187"/>
                  </a:cubicBezTo>
                  <a:cubicBezTo>
                    <a:pt x="366" y="182"/>
                    <a:pt x="369" y="170"/>
                    <a:pt x="373" y="166"/>
                  </a:cubicBezTo>
                  <a:cubicBezTo>
                    <a:pt x="374" y="164"/>
                    <a:pt x="380" y="164"/>
                    <a:pt x="381" y="163"/>
                  </a:cubicBezTo>
                  <a:cubicBezTo>
                    <a:pt x="382" y="161"/>
                    <a:pt x="381" y="157"/>
                    <a:pt x="382" y="156"/>
                  </a:cubicBezTo>
                  <a:cubicBezTo>
                    <a:pt x="383" y="155"/>
                    <a:pt x="385" y="154"/>
                    <a:pt x="386" y="154"/>
                  </a:cubicBezTo>
                  <a:cubicBezTo>
                    <a:pt x="387" y="153"/>
                    <a:pt x="390" y="152"/>
                    <a:pt x="391" y="152"/>
                  </a:cubicBezTo>
                  <a:cubicBezTo>
                    <a:pt x="392" y="152"/>
                    <a:pt x="394" y="153"/>
                    <a:pt x="395" y="154"/>
                  </a:cubicBezTo>
                  <a:cubicBezTo>
                    <a:pt x="396" y="157"/>
                    <a:pt x="390" y="164"/>
                    <a:pt x="391" y="167"/>
                  </a:cubicBezTo>
                  <a:cubicBezTo>
                    <a:pt x="391" y="168"/>
                    <a:pt x="391" y="171"/>
                    <a:pt x="392" y="171"/>
                  </a:cubicBezTo>
                  <a:cubicBezTo>
                    <a:pt x="393" y="172"/>
                    <a:pt x="396" y="172"/>
                    <a:pt x="397" y="171"/>
                  </a:cubicBezTo>
                  <a:cubicBezTo>
                    <a:pt x="398" y="171"/>
                    <a:pt x="400" y="169"/>
                    <a:pt x="400" y="168"/>
                  </a:cubicBezTo>
                  <a:cubicBezTo>
                    <a:pt x="400" y="168"/>
                    <a:pt x="399" y="166"/>
                    <a:pt x="399" y="165"/>
                  </a:cubicBezTo>
                  <a:cubicBezTo>
                    <a:pt x="399" y="163"/>
                    <a:pt x="399" y="160"/>
                    <a:pt x="400" y="159"/>
                  </a:cubicBezTo>
                  <a:cubicBezTo>
                    <a:pt x="402" y="158"/>
                    <a:pt x="406" y="162"/>
                    <a:pt x="408" y="161"/>
                  </a:cubicBezTo>
                  <a:cubicBezTo>
                    <a:pt x="410" y="160"/>
                    <a:pt x="410" y="156"/>
                    <a:pt x="411" y="155"/>
                  </a:cubicBezTo>
                  <a:cubicBezTo>
                    <a:pt x="413" y="153"/>
                    <a:pt x="415" y="150"/>
                    <a:pt x="417" y="150"/>
                  </a:cubicBezTo>
                  <a:cubicBezTo>
                    <a:pt x="419" y="150"/>
                    <a:pt x="418" y="154"/>
                    <a:pt x="419" y="155"/>
                  </a:cubicBezTo>
                  <a:cubicBezTo>
                    <a:pt x="421" y="156"/>
                    <a:pt x="425" y="155"/>
                    <a:pt x="426" y="156"/>
                  </a:cubicBezTo>
                  <a:cubicBezTo>
                    <a:pt x="427" y="157"/>
                    <a:pt x="426" y="161"/>
                    <a:pt x="427" y="162"/>
                  </a:cubicBezTo>
                  <a:cubicBezTo>
                    <a:pt x="429" y="163"/>
                    <a:pt x="433" y="160"/>
                    <a:pt x="434" y="159"/>
                  </a:cubicBezTo>
                  <a:cubicBezTo>
                    <a:pt x="437" y="156"/>
                    <a:pt x="443" y="146"/>
                    <a:pt x="442" y="142"/>
                  </a:cubicBezTo>
                  <a:cubicBezTo>
                    <a:pt x="442" y="140"/>
                    <a:pt x="439" y="139"/>
                    <a:pt x="439" y="138"/>
                  </a:cubicBezTo>
                  <a:cubicBezTo>
                    <a:pt x="438" y="137"/>
                    <a:pt x="438" y="135"/>
                    <a:pt x="438" y="133"/>
                  </a:cubicBezTo>
                  <a:cubicBezTo>
                    <a:pt x="438" y="132"/>
                    <a:pt x="441" y="131"/>
                    <a:pt x="441" y="129"/>
                  </a:cubicBezTo>
                  <a:cubicBezTo>
                    <a:pt x="442" y="129"/>
                    <a:pt x="442" y="127"/>
                    <a:pt x="442" y="126"/>
                  </a:cubicBezTo>
                  <a:cubicBezTo>
                    <a:pt x="442" y="126"/>
                    <a:pt x="441" y="126"/>
                    <a:pt x="440" y="125"/>
                  </a:cubicBezTo>
                  <a:cubicBezTo>
                    <a:pt x="440" y="125"/>
                    <a:pt x="439" y="123"/>
                    <a:pt x="439" y="122"/>
                  </a:cubicBezTo>
                  <a:cubicBezTo>
                    <a:pt x="441" y="119"/>
                    <a:pt x="448" y="119"/>
                    <a:pt x="450" y="117"/>
                  </a:cubicBezTo>
                  <a:cubicBezTo>
                    <a:pt x="451" y="116"/>
                    <a:pt x="452" y="114"/>
                    <a:pt x="452" y="113"/>
                  </a:cubicBezTo>
                  <a:cubicBezTo>
                    <a:pt x="452" y="112"/>
                    <a:pt x="450" y="110"/>
                    <a:pt x="450" y="109"/>
                  </a:cubicBezTo>
                  <a:cubicBezTo>
                    <a:pt x="450" y="107"/>
                    <a:pt x="450" y="101"/>
                    <a:pt x="450" y="99"/>
                  </a:cubicBezTo>
                  <a:cubicBezTo>
                    <a:pt x="451" y="97"/>
                    <a:pt x="452" y="94"/>
                    <a:pt x="453" y="92"/>
                  </a:cubicBezTo>
                  <a:cubicBezTo>
                    <a:pt x="455" y="91"/>
                    <a:pt x="458" y="92"/>
                    <a:pt x="460" y="91"/>
                  </a:cubicBezTo>
                  <a:cubicBezTo>
                    <a:pt x="461" y="89"/>
                    <a:pt x="461" y="86"/>
                    <a:pt x="461" y="84"/>
                  </a:cubicBezTo>
                  <a:cubicBezTo>
                    <a:pt x="462" y="81"/>
                    <a:pt x="468" y="75"/>
                    <a:pt x="466" y="73"/>
                  </a:cubicBezTo>
                  <a:cubicBezTo>
                    <a:pt x="464" y="70"/>
                    <a:pt x="458" y="73"/>
                    <a:pt x="456" y="72"/>
                  </a:cubicBezTo>
                  <a:cubicBezTo>
                    <a:pt x="453" y="72"/>
                    <a:pt x="448" y="71"/>
                    <a:pt x="446" y="69"/>
                  </a:cubicBezTo>
                  <a:cubicBezTo>
                    <a:pt x="445" y="67"/>
                    <a:pt x="447" y="63"/>
                    <a:pt x="446" y="62"/>
                  </a:cubicBezTo>
                  <a:cubicBezTo>
                    <a:pt x="445" y="60"/>
                    <a:pt x="442" y="57"/>
                    <a:pt x="441" y="55"/>
                  </a:cubicBezTo>
                  <a:cubicBezTo>
                    <a:pt x="440" y="54"/>
                    <a:pt x="437" y="53"/>
                    <a:pt x="435" y="52"/>
                  </a:cubicBezTo>
                  <a:cubicBezTo>
                    <a:pt x="434" y="52"/>
                    <a:pt x="432" y="52"/>
                    <a:pt x="430" y="52"/>
                  </a:cubicBezTo>
                  <a:cubicBezTo>
                    <a:pt x="424" y="51"/>
                    <a:pt x="412" y="54"/>
                    <a:pt x="407" y="52"/>
                  </a:cubicBezTo>
                  <a:cubicBezTo>
                    <a:pt x="406" y="51"/>
                    <a:pt x="406" y="50"/>
                    <a:pt x="405" y="50"/>
                  </a:cubicBezTo>
                  <a:cubicBezTo>
                    <a:pt x="404" y="49"/>
                    <a:pt x="402" y="51"/>
                    <a:pt x="400" y="51"/>
                  </a:cubicBezTo>
                  <a:cubicBezTo>
                    <a:pt x="398" y="50"/>
                    <a:pt x="394" y="44"/>
                    <a:pt x="391" y="44"/>
                  </a:cubicBezTo>
                  <a:cubicBezTo>
                    <a:pt x="391" y="43"/>
                    <a:pt x="389" y="44"/>
                    <a:pt x="388" y="45"/>
                  </a:cubicBezTo>
                  <a:cubicBezTo>
                    <a:pt x="387" y="46"/>
                    <a:pt x="388" y="49"/>
                    <a:pt x="387" y="50"/>
                  </a:cubicBezTo>
                  <a:cubicBezTo>
                    <a:pt x="386" y="51"/>
                    <a:pt x="384" y="51"/>
                    <a:pt x="383" y="51"/>
                  </a:cubicBezTo>
                  <a:cubicBezTo>
                    <a:pt x="382" y="50"/>
                    <a:pt x="381" y="47"/>
                    <a:pt x="380" y="46"/>
                  </a:cubicBezTo>
                  <a:cubicBezTo>
                    <a:pt x="379" y="45"/>
                    <a:pt x="376" y="43"/>
                    <a:pt x="376" y="42"/>
                  </a:cubicBezTo>
                  <a:cubicBezTo>
                    <a:pt x="371" y="33"/>
                    <a:pt x="374" y="0"/>
                    <a:pt x="374" y="0"/>
                  </a:cubicBezTo>
                  <a:cubicBezTo>
                    <a:pt x="374" y="0"/>
                    <a:pt x="368" y="0"/>
                    <a:pt x="367" y="1"/>
                  </a:cubicBezTo>
                  <a:cubicBezTo>
                    <a:pt x="365" y="3"/>
                    <a:pt x="365" y="8"/>
                    <a:pt x="364" y="10"/>
                  </a:cubicBezTo>
                  <a:cubicBezTo>
                    <a:pt x="363" y="11"/>
                    <a:pt x="361" y="12"/>
                    <a:pt x="361" y="13"/>
                  </a:cubicBezTo>
                  <a:cubicBezTo>
                    <a:pt x="360" y="16"/>
                    <a:pt x="362" y="22"/>
                    <a:pt x="361" y="25"/>
                  </a:cubicBezTo>
                  <a:cubicBezTo>
                    <a:pt x="360" y="26"/>
                    <a:pt x="358" y="29"/>
                    <a:pt x="357" y="30"/>
                  </a:cubicBezTo>
                  <a:cubicBezTo>
                    <a:pt x="355" y="31"/>
                    <a:pt x="350" y="32"/>
                    <a:pt x="348" y="34"/>
                  </a:cubicBezTo>
                  <a:cubicBezTo>
                    <a:pt x="347" y="36"/>
                    <a:pt x="347" y="41"/>
                    <a:pt x="345" y="43"/>
                  </a:cubicBezTo>
                  <a:cubicBezTo>
                    <a:pt x="343" y="44"/>
                    <a:pt x="337" y="45"/>
                    <a:pt x="335" y="45"/>
                  </a:cubicBezTo>
                  <a:cubicBezTo>
                    <a:pt x="334" y="45"/>
                    <a:pt x="332" y="43"/>
                    <a:pt x="332" y="44"/>
                  </a:cubicBezTo>
                  <a:cubicBezTo>
                    <a:pt x="332" y="44"/>
                    <a:pt x="332" y="44"/>
                    <a:pt x="332" y="44"/>
                  </a:cubicBezTo>
                  <a:cubicBezTo>
                    <a:pt x="332" y="45"/>
                    <a:pt x="327" y="45"/>
                    <a:pt x="326" y="44"/>
                  </a:cubicBezTo>
                  <a:cubicBezTo>
                    <a:pt x="324" y="43"/>
                    <a:pt x="322" y="39"/>
                    <a:pt x="320" y="38"/>
                  </a:cubicBezTo>
                  <a:cubicBezTo>
                    <a:pt x="319" y="38"/>
                    <a:pt x="317" y="38"/>
                    <a:pt x="316" y="39"/>
                  </a:cubicBezTo>
                  <a:cubicBezTo>
                    <a:pt x="314" y="41"/>
                    <a:pt x="312" y="48"/>
                    <a:pt x="310" y="49"/>
                  </a:cubicBezTo>
                  <a:cubicBezTo>
                    <a:pt x="305" y="53"/>
                    <a:pt x="292" y="55"/>
                    <a:pt x="286" y="54"/>
                  </a:cubicBezTo>
                  <a:cubicBezTo>
                    <a:pt x="285" y="53"/>
                    <a:pt x="282" y="51"/>
                    <a:pt x="281" y="50"/>
                  </a:cubicBezTo>
                  <a:cubicBezTo>
                    <a:pt x="279" y="48"/>
                    <a:pt x="276" y="42"/>
                    <a:pt x="274" y="40"/>
                  </a:cubicBezTo>
                  <a:cubicBezTo>
                    <a:pt x="272" y="39"/>
                    <a:pt x="267" y="38"/>
                    <a:pt x="265" y="38"/>
                  </a:cubicBezTo>
                  <a:cubicBezTo>
                    <a:pt x="258" y="37"/>
                    <a:pt x="244" y="36"/>
                    <a:pt x="238" y="39"/>
                  </a:cubicBezTo>
                  <a:cubicBezTo>
                    <a:pt x="237" y="39"/>
                    <a:pt x="236" y="41"/>
                    <a:pt x="236" y="42"/>
                  </a:cubicBezTo>
                  <a:cubicBezTo>
                    <a:pt x="236" y="42"/>
                    <a:pt x="238" y="42"/>
                    <a:pt x="239" y="43"/>
                  </a:cubicBezTo>
                  <a:cubicBezTo>
                    <a:pt x="239" y="44"/>
                    <a:pt x="239" y="47"/>
                    <a:pt x="238" y="48"/>
                  </a:cubicBezTo>
                  <a:cubicBezTo>
                    <a:pt x="238" y="50"/>
                    <a:pt x="237" y="53"/>
                    <a:pt x="235" y="53"/>
                  </a:cubicBezTo>
                  <a:cubicBezTo>
                    <a:pt x="234" y="53"/>
                    <a:pt x="235" y="49"/>
                    <a:pt x="235" y="48"/>
                  </a:cubicBezTo>
                  <a:cubicBezTo>
                    <a:pt x="235" y="46"/>
                    <a:pt x="233" y="42"/>
                    <a:pt x="232" y="40"/>
                  </a:cubicBezTo>
                  <a:cubicBezTo>
                    <a:pt x="230" y="37"/>
                    <a:pt x="223" y="34"/>
                    <a:pt x="220" y="33"/>
                  </a:cubicBezTo>
                  <a:cubicBezTo>
                    <a:pt x="218" y="33"/>
                    <a:pt x="213" y="33"/>
                    <a:pt x="211" y="33"/>
                  </a:cubicBezTo>
                  <a:cubicBezTo>
                    <a:pt x="207" y="33"/>
                    <a:pt x="201" y="33"/>
                    <a:pt x="198" y="34"/>
                  </a:cubicBezTo>
                  <a:cubicBezTo>
                    <a:pt x="195" y="35"/>
                    <a:pt x="189" y="36"/>
                    <a:pt x="186" y="38"/>
                  </a:cubicBezTo>
                  <a:cubicBezTo>
                    <a:pt x="184" y="39"/>
                    <a:pt x="180" y="42"/>
                    <a:pt x="179" y="44"/>
                  </a:cubicBezTo>
                  <a:cubicBezTo>
                    <a:pt x="178" y="46"/>
                    <a:pt x="179" y="49"/>
                    <a:pt x="179" y="51"/>
                  </a:cubicBezTo>
                  <a:cubicBezTo>
                    <a:pt x="178" y="52"/>
                    <a:pt x="177" y="53"/>
                    <a:pt x="176" y="53"/>
                  </a:cubicBezTo>
                  <a:cubicBezTo>
                    <a:pt x="175" y="54"/>
                    <a:pt x="173" y="53"/>
                    <a:pt x="172" y="54"/>
                  </a:cubicBezTo>
                  <a:cubicBezTo>
                    <a:pt x="171" y="54"/>
                    <a:pt x="169" y="58"/>
                    <a:pt x="167" y="58"/>
                  </a:cubicBezTo>
                  <a:cubicBezTo>
                    <a:pt x="165" y="58"/>
                    <a:pt x="163" y="54"/>
                    <a:pt x="162" y="52"/>
                  </a:cubicBezTo>
                  <a:cubicBezTo>
                    <a:pt x="161" y="51"/>
                    <a:pt x="162" y="49"/>
                    <a:pt x="161" y="48"/>
                  </a:cubicBezTo>
                  <a:cubicBezTo>
                    <a:pt x="161" y="48"/>
                    <a:pt x="159" y="46"/>
                    <a:pt x="158" y="46"/>
                  </a:cubicBezTo>
                  <a:cubicBezTo>
                    <a:pt x="157" y="46"/>
                    <a:pt x="156" y="49"/>
                    <a:pt x="155" y="49"/>
                  </a:cubicBezTo>
                  <a:cubicBezTo>
                    <a:pt x="154" y="50"/>
                    <a:pt x="150" y="50"/>
                    <a:pt x="149" y="51"/>
                  </a:cubicBezTo>
                  <a:cubicBezTo>
                    <a:pt x="147" y="53"/>
                    <a:pt x="146" y="59"/>
                    <a:pt x="144" y="60"/>
                  </a:cubicBezTo>
                  <a:cubicBezTo>
                    <a:pt x="143" y="61"/>
                    <a:pt x="141" y="60"/>
                    <a:pt x="140" y="61"/>
                  </a:cubicBezTo>
                  <a:cubicBezTo>
                    <a:pt x="138" y="62"/>
                    <a:pt x="138" y="66"/>
                    <a:pt x="136" y="68"/>
                  </a:cubicBezTo>
                  <a:cubicBezTo>
                    <a:pt x="135" y="69"/>
                    <a:pt x="130" y="71"/>
                    <a:pt x="128" y="70"/>
                  </a:cubicBezTo>
                  <a:cubicBezTo>
                    <a:pt x="125" y="70"/>
                    <a:pt x="122" y="67"/>
                    <a:pt x="120" y="66"/>
                  </a:cubicBezTo>
                  <a:cubicBezTo>
                    <a:pt x="118" y="65"/>
                    <a:pt x="115" y="65"/>
                    <a:pt x="113" y="65"/>
                  </a:cubicBezTo>
                  <a:cubicBezTo>
                    <a:pt x="110" y="65"/>
                    <a:pt x="105" y="71"/>
                    <a:pt x="101" y="71"/>
                  </a:cubicBezTo>
                  <a:cubicBezTo>
                    <a:pt x="100" y="71"/>
                    <a:pt x="98" y="69"/>
                    <a:pt x="97" y="69"/>
                  </a:cubicBezTo>
                  <a:cubicBezTo>
                    <a:pt x="88" y="68"/>
                    <a:pt x="71" y="72"/>
                    <a:pt x="63" y="74"/>
                  </a:cubicBezTo>
                  <a:cubicBezTo>
                    <a:pt x="59" y="75"/>
                    <a:pt x="52" y="78"/>
                    <a:pt x="49" y="78"/>
                  </a:cubicBezTo>
                  <a:cubicBezTo>
                    <a:pt x="45" y="78"/>
                    <a:pt x="39" y="77"/>
                    <a:pt x="36" y="75"/>
                  </a:cubicBezTo>
                  <a:cubicBezTo>
                    <a:pt x="35" y="74"/>
                    <a:pt x="35" y="71"/>
                    <a:pt x="33" y="70"/>
                  </a:cubicBezTo>
                  <a:cubicBezTo>
                    <a:pt x="32" y="68"/>
                    <a:pt x="26" y="68"/>
                    <a:pt x="26" y="68"/>
                  </a:cubicBezTo>
                  <a:cubicBezTo>
                    <a:pt x="26" y="68"/>
                    <a:pt x="27" y="73"/>
                    <a:pt x="27" y="74"/>
                  </a:cubicBezTo>
                  <a:cubicBezTo>
                    <a:pt x="26" y="76"/>
                    <a:pt x="22" y="80"/>
                    <a:pt x="22" y="8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31"/>
            <p:cNvSpPr>
              <a:spLocks/>
            </p:cNvSpPr>
            <p:nvPr/>
          </p:nvSpPr>
          <p:spPr bwMode="auto">
            <a:xfrm>
              <a:off x="2360613" y="2208213"/>
              <a:ext cx="196850" cy="184150"/>
            </a:xfrm>
            <a:custGeom>
              <a:avLst/>
              <a:gdLst/>
              <a:ahLst/>
              <a:cxnLst>
                <a:cxn ang="0">
                  <a:pos x="11" y="27"/>
                </a:cxn>
                <a:cxn ang="0">
                  <a:pos x="15" y="30"/>
                </a:cxn>
                <a:cxn ang="0">
                  <a:pos x="17" y="34"/>
                </a:cxn>
                <a:cxn ang="0">
                  <a:pos x="22" y="34"/>
                </a:cxn>
                <a:cxn ang="0">
                  <a:pos x="25" y="29"/>
                </a:cxn>
                <a:cxn ang="0">
                  <a:pos x="31" y="27"/>
                </a:cxn>
                <a:cxn ang="0">
                  <a:pos x="43" y="35"/>
                </a:cxn>
                <a:cxn ang="0">
                  <a:pos x="50" y="34"/>
                </a:cxn>
                <a:cxn ang="0">
                  <a:pos x="56" y="30"/>
                </a:cxn>
                <a:cxn ang="0">
                  <a:pos x="65" y="33"/>
                </a:cxn>
                <a:cxn ang="0">
                  <a:pos x="66" y="38"/>
                </a:cxn>
                <a:cxn ang="0">
                  <a:pos x="62" y="48"/>
                </a:cxn>
                <a:cxn ang="0">
                  <a:pos x="62" y="55"/>
                </a:cxn>
                <a:cxn ang="0">
                  <a:pos x="58" y="60"/>
                </a:cxn>
                <a:cxn ang="0">
                  <a:pos x="59" y="66"/>
                </a:cxn>
                <a:cxn ang="0">
                  <a:pos x="63" y="69"/>
                </a:cxn>
                <a:cxn ang="0">
                  <a:pos x="70" y="67"/>
                </a:cxn>
                <a:cxn ang="0">
                  <a:pos x="75" y="70"/>
                </a:cxn>
                <a:cxn ang="0">
                  <a:pos x="76" y="79"/>
                </a:cxn>
                <a:cxn ang="0">
                  <a:pos x="74" y="87"/>
                </a:cxn>
                <a:cxn ang="0">
                  <a:pos x="79" y="92"/>
                </a:cxn>
                <a:cxn ang="0">
                  <a:pos x="86" y="96"/>
                </a:cxn>
                <a:cxn ang="0">
                  <a:pos x="87" y="101"/>
                </a:cxn>
                <a:cxn ang="0">
                  <a:pos x="88" y="105"/>
                </a:cxn>
                <a:cxn ang="0">
                  <a:pos x="94" y="109"/>
                </a:cxn>
                <a:cxn ang="0">
                  <a:pos x="98" y="108"/>
                </a:cxn>
                <a:cxn ang="0">
                  <a:pos x="100" y="97"/>
                </a:cxn>
                <a:cxn ang="0">
                  <a:pos x="105" y="88"/>
                </a:cxn>
                <a:cxn ang="0">
                  <a:pos x="108" y="80"/>
                </a:cxn>
                <a:cxn ang="0">
                  <a:pos x="115" y="66"/>
                </a:cxn>
                <a:cxn ang="0">
                  <a:pos x="116" y="60"/>
                </a:cxn>
                <a:cxn ang="0">
                  <a:pos x="114" y="51"/>
                </a:cxn>
                <a:cxn ang="0">
                  <a:pos x="110" y="52"/>
                </a:cxn>
                <a:cxn ang="0">
                  <a:pos x="105" y="60"/>
                </a:cxn>
                <a:cxn ang="0">
                  <a:pos x="100" y="62"/>
                </a:cxn>
                <a:cxn ang="0">
                  <a:pos x="96" y="54"/>
                </a:cxn>
                <a:cxn ang="0">
                  <a:pos x="102" y="45"/>
                </a:cxn>
                <a:cxn ang="0">
                  <a:pos x="103" y="38"/>
                </a:cxn>
                <a:cxn ang="0">
                  <a:pos x="111" y="32"/>
                </a:cxn>
                <a:cxn ang="0">
                  <a:pos x="112" y="22"/>
                </a:cxn>
                <a:cxn ang="0">
                  <a:pos x="108" y="18"/>
                </a:cxn>
                <a:cxn ang="0">
                  <a:pos x="104" y="16"/>
                </a:cxn>
                <a:cxn ang="0">
                  <a:pos x="104" y="11"/>
                </a:cxn>
                <a:cxn ang="0">
                  <a:pos x="102" y="7"/>
                </a:cxn>
                <a:cxn ang="0">
                  <a:pos x="99" y="7"/>
                </a:cxn>
                <a:cxn ang="0">
                  <a:pos x="92" y="15"/>
                </a:cxn>
                <a:cxn ang="0">
                  <a:pos x="87" y="14"/>
                </a:cxn>
                <a:cxn ang="0">
                  <a:pos x="82" y="5"/>
                </a:cxn>
                <a:cxn ang="0">
                  <a:pos x="77" y="0"/>
                </a:cxn>
                <a:cxn ang="0">
                  <a:pos x="72" y="1"/>
                </a:cxn>
                <a:cxn ang="0">
                  <a:pos x="59" y="9"/>
                </a:cxn>
                <a:cxn ang="0">
                  <a:pos x="46" y="10"/>
                </a:cxn>
                <a:cxn ang="0">
                  <a:pos x="39" y="3"/>
                </a:cxn>
                <a:cxn ang="0">
                  <a:pos x="34" y="0"/>
                </a:cxn>
                <a:cxn ang="0">
                  <a:pos x="29" y="2"/>
                </a:cxn>
                <a:cxn ang="0">
                  <a:pos x="28" y="5"/>
                </a:cxn>
                <a:cxn ang="0">
                  <a:pos x="28" y="7"/>
                </a:cxn>
                <a:cxn ang="0">
                  <a:pos x="24" y="12"/>
                </a:cxn>
                <a:cxn ang="0">
                  <a:pos x="14" y="14"/>
                </a:cxn>
                <a:cxn ang="0">
                  <a:pos x="4" y="17"/>
                </a:cxn>
                <a:cxn ang="0">
                  <a:pos x="0" y="24"/>
                </a:cxn>
                <a:cxn ang="0">
                  <a:pos x="2" y="27"/>
                </a:cxn>
                <a:cxn ang="0">
                  <a:pos x="11" y="27"/>
                </a:cxn>
              </a:cxnLst>
              <a:rect l="0" t="0" r="r" b="b"/>
              <a:pathLst>
                <a:path w="116" h="109">
                  <a:moveTo>
                    <a:pt x="11" y="27"/>
                  </a:moveTo>
                  <a:cubicBezTo>
                    <a:pt x="13" y="27"/>
                    <a:pt x="15" y="29"/>
                    <a:pt x="15" y="30"/>
                  </a:cubicBezTo>
                  <a:cubicBezTo>
                    <a:pt x="16" y="31"/>
                    <a:pt x="16" y="33"/>
                    <a:pt x="17" y="34"/>
                  </a:cubicBezTo>
                  <a:cubicBezTo>
                    <a:pt x="18" y="34"/>
                    <a:pt x="21" y="35"/>
                    <a:pt x="22" y="34"/>
                  </a:cubicBezTo>
                  <a:cubicBezTo>
                    <a:pt x="24" y="34"/>
                    <a:pt x="24" y="30"/>
                    <a:pt x="25" y="29"/>
                  </a:cubicBezTo>
                  <a:cubicBezTo>
                    <a:pt x="27" y="28"/>
                    <a:pt x="30" y="27"/>
                    <a:pt x="31" y="27"/>
                  </a:cubicBezTo>
                  <a:cubicBezTo>
                    <a:pt x="35" y="27"/>
                    <a:pt x="40" y="34"/>
                    <a:pt x="43" y="35"/>
                  </a:cubicBezTo>
                  <a:cubicBezTo>
                    <a:pt x="45" y="35"/>
                    <a:pt x="48" y="35"/>
                    <a:pt x="50" y="34"/>
                  </a:cubicBezTo>
                  <a:cubicBezTo>
                    <a:pt x="52" y="34"/>
                    <a:pt x="54" y="31"/>
                    <a:pt x="56" y="30"/>
                  </a:cubicBezTo>
                  <a:cubicBezTo>
                    <a:pt x="58" y="30"/>
                    <a:pt x="63" y="31"/>
                    <a:pt x="65" y="33"/>
                  </a:cubicBezTo>
                  <a:cubicBezTo>
                    <a:pt x="66" y="34"/>
                    <a:pt x="66" y="37"/>
                    <a:pt x="66" y="38"/>
                  </a:cubicBezTo>
                  <a:cubicBezTo>
                    <a:pt x="65" y="41"/>
                    <a:pt x="63" y="45"/>
                    <a:pt x="62" y="48"/>
                  </a:cubicBezTo>
                  <a:cubicBezTo>
                    <a:pt x="62" y="50"/>
                    <a:pt x="63" y="54"/>
                    <a:pt x="62" y="55"/>
                  </a:cubicBezTo>
                  <a:cubicBezTo>
                    <a:pt x="62" y="57"/>
                    <a:pt x="59" y="59"/>
                    <a:pt x="58" y="60"/>
                  </a:cubicBezTo>
                  <a:cubicBezTo>
                    <a:pt x="58" y="62"/>
                    <a:pt x="58" y="65"/>
                    <a:pt x="59" y="66"/>
                  </a:cubicBezTo>
                  <a:cubicBezTo>
                    <a:pt x="59" y="67"/>
                    <a:pt x="62" y="69"/>
                    <a:pt x="63" y="69"/>
                  </a:cubicBezTo>
                  <a:cubicBezTo>
                    <a:pt x="65" y="70"/>
                    <a:pt x="68" y="67"/>
                    <a:pt x="70" y="67"/>
                  </a:cubicBezTo>
                  <a:cubicBezTo>
                    <a:pt x="71" y="68"/>
                    <a:pt x="74" y="69"/>
                    <a:pt x="75" y="70"/>
                  </a:cubicBezTo>
                  <a:cubicBezTo>
                    <a:pt x="76" y="72"/>
                    <a:pt x="76" y="77"/>
                    <a:pt x="76" y="79"/>
                  </a:cubicBezTo>
                  <a:cubicBezTo>
                    <a:pt x="75" y="81"/>
                    <a:pt x="74" y="85"/>
                    <a:pt x="74" y="87"/>
                  </a:cubicBezTo>
                  <a:cubicBezTo>
                    <a:pt x="75" y="89"/>
                    <a:pt x="77" y="91"/>
                    <a:pt x="79" y="92"/>
                  </a:cubicBezTo>
                  <a:cubicBezTo>
                    <a:pt x="80" y="94"/>
                    <a:pt x="85" y="94"/>
                    <a:pt x="86" y="96"/>
                  </a:cubicBezTo>
                  <a:cubicBezTo>
                    <a:pt x="87" y="97"/>
                    <a:pt x="87" y="100"/>
                    <a:pt x="87" y="101"/>
                  </a:cubicBezTo>
                  <a:cubicBezTo>
                    <a:pt x="87" y="102"/>
                    <a:pt x="88" y="104"/>
                    <a:pt x="88" y="105"/>
                  </a:cubicBezTo>
                  <a:cubicBezTo>
                    <a:pt x="89" y="106"/>
                    <a:pt x="92" y="109"/>
                    <a:pt x="94" y="109"/>
                  </a:cubicBezTo>
                  <a:cubicBezTo>
                    <a:pt x="95" y="109"/>
                    <a:pt x="97" y="109"/>
                    <a:pt x="98" y="108"/>
                  </a:cubicBezTo>
                  <a:cubicBezTo>
                    <a:pt x="100" y="106"/>
                    <a:pt x="99" y="99"/>
                    <a:pt x="100" y="97"/>
                  </a:cubicBezTo>
                  <a:cubicBezTo>
                    <a:pt x="101" y="94"/>
                    <a:pt x="104" y="90"/>
                    <a:pt x="105" y="88"/>
                  </a:cubicBezTo>
                  <a:cubicBezTo>
                    <a:pt x="106" y="86"/>
                    <a:pt x="107" y="82"/>
                    <a:pt x="108" y="80"/>
                  </a:cubicBezTo>
                  <a:cubicBezTo>
                    <a:pt x="109" y="76"/>
                    <a:pt x="114" y="70"/>
                    <a:pt x="115" y="66"/>
                  </a:cubicBezTo>
                  <a:cubicBezTo>
                    <a:pt x="116" y="65"/>
                    <a:pt x="116" y="62"/>
                    <a:pt x="116" y="60"/>
                  </a:cubicBezTo>
                  <a:cubicBezTo>
                    <a:pt x="116" y="58"/>
                    <a:pt x="116" y="53"/>
                    <a:pt x="114" y="51"/>
                  </a:cubicBezTo>
                  <a:cubicBezTo>
                    <a:pt x="113" y="51"/>
                    <a:pt x="111" y="52"/>
                    <a:pt x="110" y="52"/>
                  </a:cubicBezTo>
                  <a:cubicBezTo>
                    <a:pt x="109" y="54"/>
                    <a:pt x="107" y="58"/>
                    <a:pt x="105" y="60"/>
                  </a:cubicBezTo>
                  <a:cubicBezTo>
                    <a:pt x="104" y="60"/>
                    <a:pt x="101" y="63"/>
                    <a:pt x="100" y="62"/>
                  </a:cubicBezTo>
                  <a:cubicBezTo>
                    <a:pt x="98" y="61"/>
                    <a:pt x="96" y="56"/>
                    <a:pt x="96" y="54"/>
                  </a:cubicBezTo>
                  <a:cubicBezTo>
                    <a:pt x="96" y="52"/>
                    <a:pt x="101" y="48"/>
                    <a:pt x="102" y="45"/>
                  </a:cubicBezTo>
                  <a:cubicBezTo>
                    <a:pt x="103" y="44"/>
                    <a:pt x="102" y="40"/>
                    <a:pt x="103" y="38"/>
                  </a:cubicBezTo>
                  <a:cubicBezTo>
                    <a:pt x="104" y="36"/>
                    <a:pt x="110" y="34"/>
                    <a:pt x="111" y="32"/>
                  </a:cubicBezTo>
                  <a:cubicBezTo>
                    <a:pt x="113" y="30"/>
                    <a:pt x="112" y="25"/>
                    <a:pt x="112" y="22"/>
                  </a:cubicBezTo>
                  <a:cubicBezTo>
                    <a:pt x="111" y="21"/>
                    <a:pt x="109" y="19"/>
                    <a:pt x="108" y="18"/>
                  </a:cubicBezTo>
                  <a:cubicBezTo>
                    <a:pt x="107" y="17"/>
                    <a:pt x="105" y="17"/>
                    <a:pt x="104" y="16"/>
                  </a:cubicBezTo>
                  <a:cubicBezTo>
                    <a:pt x="103" y="15"/>
                    <a:pt x="104" y="12"/>
                    <a:pt x="104" y="11"/>
                  </a:cubicBezTo>
                  <a:cubicBezTo>
                    <a:pt x="103" y="10"/>
                    <a:pt x="102" y="8"/>
                    <a:pt x="102" y="7"/>
                  </a:cubicBezTo>
                  <a:cubicBezTo>
                    <a:pt x="101" y="7"/>
                    <a:pt x="100" y="7"/>
                    <a:pt x="99" y="7"/>
                  </a:cubicBezTo>
                  <a:cubicBezTo>
                    <a:pt x="97" y="8"/>
                    <a:pt x="94" y="14"/>
                    <a:pt x="92" y="15"/>
                  </a:cubicBezTo>
                  <a:cubicBezTo>
                    <a:pt x="91" y="15"/>
                    <a:pt x="88" y="15"/>
                    <a:pt x="87" y="14"/>
                  </a:cubicBezTo>
                  <a:cubicBezTo>
                    <a:pt x="85" y="13"/>
                    <a:pt x="84" y="7"/>
                    <a:pt x="82" y="5"/>
                  </a:cubicBezTo>
                  <a:cubicBezTo>
                    <a:pt x="81" y="3"/>
                    <a:pt x="79" y="1"/>
                    <a:pt x="77" y="0"/>
                  </a:cubicBezTo>
                  <a:cubicBezTo>
                    <a:pt x="76" y="0"/>
                    <a:pt x="73" y="0"/>
                    <a:pt x="72" y="1"/>
                  </a:cubicBezTo>
                  <a:cubicBezTo>
                    <a:pt x="68" y="2"/>
                    <a:pt x="63" y="7"/>
                    <a:pt x="59" y="9"/>
                  </a:cubicBezTo>
                  <a:cubicBezTo>
                    <a:pt x="56" y="10"/>
                    <a:pt x="49" y="11"/>
                    <a:pt x="46" y="10"/>
                  </a:cubicBezTo>
                  <a:cubicBezTo>
                    <a:pt x="44" y="9"/>
                    <a:pt x="41" y="4"/>
                    <a:pt x="39" y="3"/>
                  </a:cubicBezTo>
                  <a:cubicBezTo>
                    <a:pt x="38" y="2"/>
                    <a:pt x="35" y="1"/>
                    <a:pt x="34" y="0"/>
                  </a:cubicBezTo>
                  <a:cubicBezTo>
                    <a:pt x="32" y="0"/>
                    <a:pt x="30" y="1"/>
                    <a:pt x="29" y="2"/>
                  </a:cubicBezTo>
                  <a:cubicBezTo>
                    <a:pt x="28" y="2"/>
                    <a:pt x="28" y="4"/>
                    <a:pt x="28" y="5"/>
                  </a:cubicBezTo>
                  <a:cubicBezTo>
                    <a:pt x="28" y="5"/>
                    <a:pt x="28" y="7"/>
                    <a:pt x="28" y="7"/>
                  </a:cubicBezTo>
                  <a:cubicBezTo>
                    <a:pt x="28" y="9"/>
                    <a:pt x="25" y="12"/>
                    <a:pt x="24" y="12"/>
                  </a:cubicBezTo>
                  <a:cubicBezTo>
                    <a:pt x="22" y="14"/>
                    <a:pt x="17" y="13"/>
                    <a:pt x="14" y="14"/>
                  </a:cubicBezTo>
                  <a:cubicBezTo>
                    <a:pt x="12" y="15"/>
                    <a:pt x="6" y="16"/>
                    <a:pt x="4" y="17"/>
                  </a:cubicBezTo>
                  <a:cubicBezTo>
                    <a:pt x="3" y="19"/>
                    <a:pt x="0" y="22"/>
                    <a:pt x="0" y="24"/>
                  </a:cubicBezTo>
                  <a:cubicBezTo>
                    <a:pt x="0" y="25"/>
                    <a:pt x="1" y="27"/>
                    <a:pt x="2" y="27"/>
                  </a:cubicBezTo>
                  <a:cubicBezTo>
                    <a:pt x="4" y="28"/>
                    <a:pt x="9" y="26"/>
                    <a:pt x="11" y="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32"/>
            <p:cNvSpPr>
              <a:spLocks/>
            </p:cNvSpPr>
            <p:nvPr/>
          </p:nvSpPr>
          <p:spPr bwMode="auto">
            <a:xfrm>
              <a:off x="2520950" y="2395538"/>
              <a:ext cx="9525" cy="12700"/>
            </a:xfrm>
            <a:custGeom>
              <a:avLst/>
              <a:gdLst/>
              <a:ahLst/>
              <a:cxnLst>
                <a:cxn ang="0">
                  <a:pos x="1" y="1"/>
                </a:cxn>
                <a:cxn ang="0">
                  <a:pos x="1" y="6"/>
                </a:cxn>
                <a:cxn ang="0">
                  <a:pos x="4" y="7"/>
                </a:cxn>
                <a:cxn ang="0">
                  <a:pos x="5" y="5"/>
                </a:cxn>
                <a:cxn ang="0">
                  <a:pos x="5" y="2"/>
                </a:cxn>
                <a:cxn ang="0">
                  <a:pos x="3" y="0"/>
                </a:cxn>
                <a:cxn ang="0">
                  <a:pos x="1" y="1"/>
                </a:cxn>
              </a:cxnLst>
              <a:rect l="0" t="0" r="r" b="b"/>
              <a:pathLst>
                <a:path w="6" h="7">
                  <a:moveTo>
                    <a:pt x="1" y="1"/>
                  </a:moveTo>
                  <a:cubicBezTo>
                    <a:pt x="0" y="2"/>
                    <a:pt x="0" y="5"/>
                    <a:pt x="1" y="6"/>
                  </a:cubicBezTo>
                  <a:cubicBezTo>
                    <a:pt x="1" y="6"/>
                    <a:pt x="3" y="7"/>
                    <a:pt x="4" y="7"/>
                  </a:cubicBezTo>
                  <a:cubicBezTo>
                    <a:pt x="4" y="7"/>
                    <a:pt x="5" y="6"/>
                    <a:pt x="5" y="5"/>
                  </a:cubicBezTo>
                  <a:cubicBezTo>
                    <a:pt x="6" y="5"/>
                    <a:pt x="6" y="3"/>
                    <a:pt x="5" y="2"/>
                  </a:cubicBezTo>
                  <a:cubicBezTo>
                    <a:pt x="5" y="1"/>
                    <a:pt x="4" y="0"/>
                    <a:pt x="3" y="0"/>
                  </a:cubicBezTo>
                  <a:cubicBezTo>
                    <a:pt x="3" y="0"/>
                    <a:pt x="1" y="1"/>
                    <a:pt x="1"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33"/>
            <p:cNvSpPr>
              <a:spLocks/>
            </p:cNvSpPr>
            <p:nvPr/>
          </p:nvSpPr>
          <p:spPr bwMode="auto">
            <a:xfrm>
              <a:off x="2443163" y="2430463"/>
              <a:ext cx="63500" cy="41275"/>
            </a:xfrm>
            <a:custGeom>
              <a:avLst/>
              <a:gdLst/>
              <a:ahLst/>
              <a:cxnLst>
                <a:cxn ang="0">
                  <a:pos x="23" y="8"/>
                </a:cxn>
                <a:cxn ang="0">
                  <a:pos x="14" y="9"/>
                </a:cxn>
                <a:cxn ang="0">
                  <a:pos x="11" y="6"/>
                </a:cxn>
                <a:cxn ang="0">
                  <a:pos x="5" y="8"/>
                </a:cxn>
                <a:cxn ang="0">
                  <a:pos x="0" y="16"/>
                </a:cxn>
                <a:cxn ang="0">
                  <a:pos x="1" y="20"/>
                </a:cxn>
                <a:cxn ang="0">
                  <a:pos x="10" y="18"/>
                </a:cxn>
                <a:cxn ang="0">
                  <a:pos x="20" y="19"/>
                </a:cxn>
                <a:cxn ang="0">
                  <a:pos x="25" y="23"/>
                </a:cxn>
                <a:cxn ang="0">
                  <a:pos x="31" y="24"/>
                </a:cxn>
                <a:cxn ang="0">
                  <a:pos x="34" y="19"/>
                </a:cxn>
                <a:cxn ang="0">
                  <a:pos x="38" y="9"/>
                </a:cxn>
                <a:cxn ang="0">
                  <a:pos x="35" y="0"/>
                </a:cxn>
                <a:cxn ang="0">
                  <a:pos x="30" y="1"/>
                </a:cxn>
                <a:cxn ang="0">
                  <a:pos x="23" y="8"/>
                </a:cxn>
              </a:cxnLst>
              <a:rect l="0" t="0" r="r" b="b"/>
              <a:pathLst>
                <a:path w="38" h="24">
                  <a:moveTo>
                    <a:pt x="23" y="8"/>
                  </a:moveTo>
                  <a:cubicBezTo>
                    <a:pt x="21" y="9"/>
                    <a:pt x="16" y="10"/>
                    <a:pt x="14" y="9"/>
                  </a:cubicBezTo>
                  <a:cubicBezTo>
                    <a:pt x="13" y="8"/>
                    <a:pt x="12" y="6"/>
                    <a:pt x="11" y="6"/>
                  </a:cubicBezTo>
                  <a:cubicBezTo>
                    <a:pt x="10" y="5"/>
                    <a:pt x="7" y="7"/>
                    <a:pt x="5" y="8"/>
                  </a:cubicBezTo>
                  <a:cubicBezTo>
                    <a:pt x="4" y="9"/>
                    <a:pt x="0" y="14"/>
                    <a:pt x="0" y="16"/>
                  </a:cubicBezTo>
                  <a:cubicBezTo>
                    <a:pt x="0" y="17"/>
                    <a:pt x="0" y="20"/>
                    <a:pt x="1" y="20"/>
                  </a:cubicBezTo>
                  <a:cubicBezTo>
                    <a:pt x="3" y="22"/>
                    <a:pt x="8" y="18"/>
                    <a:pt x="10" y="18"/>
                  </a:cubicBezTo>
                  <a:cubicBezTo>
                    <a:pt x="12" y="17"/>
                    <a:pt x="18" y="18"/>
                    <a:pt x="20" y="19"/>
                  </a:cubicBezTo>
                  <a:cubicBezTo>
                    <a:pt x="22" y="19"/>
                    <a:pt x="24" y="22"/>
                    <a:pt x="25" y="23"/>
                  </a:cubicBezTo>
                  <a:cubicBezTo>
                    <a:pt x="27" y="23"/>
                    <a:pt x="29" y="24"/>
                    <a:pt x="31" y="24"/>
                  </a:cubicBezTo>
                  <a:cubicBezTo>
                    <a:pt x="32" y="23"/>
                    <a:pt x="33" y="20"/>
                    <a:pt x="34" y="19"/>
                  </a:cubicBezTo>
                  <a:cubicBezTo>
                    <a:pt x="35" y="17"/>
                    <a:pt x="38" y="12"/>
                    <a:pt x="38" y="9"/>
                  </a:cubicBezTo>
                  <a:cubicBezTo>
                    <a:pt x="38" y="7"/>
                    <a:pt x="37" y="2"/>
                    <a:pt x="35" y="0"/>
                  </a:cubicBezTo>
                  <a:cubicBezTo>
                    <a:pt x="34" y="0"/>
                    <a:pt x="31" y="1"/>
                    <a:pt x="30" y="1"/>
                  </a:cubicBezTo>
                  <a:cubicBezTo>
                    <a:pt x="28" y="2"/>
                    <a:pt x="25" y="7"/>
                    <a:pt x="23"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34"/>
            <p:cNvSpPr>
              <a:spLocks/>
            </p:cNvSpPr>
            <p:nvPr/>
          </p:nvSpPr>
          <p:spPr bwMode="auto">
            <a:xfrm>
              <a:off x="2600325" y="2274888"/>
              <a:ext cx="11113" cy="17463"/>
            </a:xfrm>
            <a:custGeom>
              <a:avLst/>
              <a:gdLst/>
              <a:ahLst/>
              <a:cxnLst>
                <a:cxn ang="0">
                  <a:pos x="2" y="10"/>
                </a:cxn>
                <a:cxn ang="0">
                  <a:pos x="5" y="8"/>
                </a:cxn>
                <a:cxn ang="0">
                  <a:pos x="5" y="2"/>
                </a:cxn>
                <a:cxn ang="0">
                  <a:pos x="2" y="0"/>
                </a:cxn>
                <a:cxn ang="0">
                  <a:pos x="0" y="3"/>
                </a:cxn>
                <a:cxn ang="0">
                  <a:pos x="2" y="6"/>
                </a:cxn>
                <a:cxn ang="0">
                  <a:pos x="1" y="7"/>
                </a:cxn>
                <a:cxn ang="0">
                  <a:pos x="2" y="10"/>
                </a:cxn>
              </a:cxnLst>
              <a:rect l="0" t="0" r="r" b="b"/>
              <a:pathLst>
                <a:path w="6" h="10">
                  <a:moveTo>
                    <a:pt x="2" y="10"/>
                  </a:moveTo>
                  <a:cubicBezTo>
                    <a:pt x="3" y="10"/>
                    <a:pt x="5" y="9"/>
                    <a:pt x="5" y="8"/>
                  </a:cubicBezTo>
                  <a:cubicBezTo>
                    <a:pt x="6" y="7"/>
                    <a:pt x="6" y="4"/>
                    <a:pt x="5" y="2"/>
                  </a:cubicBezTo>
                  <a:cubicBezTo>
                    <a:pt x="5" y="1"/>
                    <a:pt x="3" y="0"/>
                    <a:pt x="2" y="0"/>
                  </a:cubicBezTo>
                  <a:cubicBezTo>
                    <a:pt x="1" y="0"/>
                    <a:pt x="0" y="2"/>
                    <a:pt x="0" y="3"/>
                  </a:cubicBezTo>
                  <a:cubicBezTo>
                    <a:pt x="0" y="4"/>
                    <a:pt x="2" y="5"/>
                    <a:pt x="2" y="6"/>
                  </a:cubicBezTo>
                  <a:cubicBezTo>
                    <a:pt x="2" y="6"/>
                    <a:pt x="1" y="7"/>
                    <a:pt x="1" y="7"/>
                  </a:cubicBezTo>
                  <a:cubicBezTo>
                    <a:pt x="1" y="8"/>
                    <a:pt x="1" y="10"/>
                    <a:pt x="2"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35"/>
            <p:cNvSpPr>
              <a:spLocks/>
            </p:cNvSpPr>
            <p:nvPr/>
          </p:nvSpPr>
          <p:spPr bwMode="auto">
            <a:xfrm>
              <a:off x="2562225" y="2263775"/>
              <a:ext cx="23813" cy="11113"/>
            </a:xfrm>
            <a:custGeom>
              <a:avLst/>
              <a:gdLst/>
              <a:ahLst/>
              <a:cxnLst>
                <a:cxn ang="0">
                  <a:pos x="6" y="6"/>
                </a:cxn>
                <a:cxn ang="0">
                  <a:pos x="13" y="6"/>
                </a:cxn>
                <a:cxn ang="0">
                  <a:pos x="14" y="2"/>
                </a:cxn>
                <a:cxn ang="0">
                  <a:pos x="10" y="0"/>
                </a:cxn>
                <a:cxn ang="0">
                  <a:pos x="6" y="0"/>
                </a:cxn>
                <a:cxn ang="0">
                  <a:pos x="0" y="5"/>
                </a:cxn>
                <a:cxn ang="0">
                  <a:pos x="2" y="7"/>
                </a:cxn>
                <a:cxn ang="0">
                  <a:pos x="6" y="6"/>
                </a:cxn>
              </a:cxnLst>
              <a:rect l="0" t="0" r="r" b="b"/>
              <a:pathLst>
                <a:path w="14" h="7">
                  <a:moveTo>
                    <a:pt x="6" y="6"/>
                  </a:moveTo>
                  <a:cubicBezTo>
                    <a:pt x="8" y="6"/>
                    <a:pt x="11" y="7"/>
                    <a:pt x="13" y="6"/>
                  </a:cubicBezTo>
                  <a:cubicBezTo>
                    <a:pt x="14" y="6"/>
                    <a:pt x="14" y="3"/>
                    <a:pt x="14" y="2"/>
                  </a:cubicBezTo>
                  <a:cubicBezTo>
                    <a:pt x="14" y="1"/>
                    <a:pt x="11" y="0"/>
                    <a:pt x="10" y="0"/>
                  </a:cubicBezTo>
                  <a:cubicBezTo>
                    <a:pt x="9" y="0"/>
                    <a:pt x="7" y="0"/>
                    <a:pt x="6" y="0"/>
                  </a:cubicBezTo>
                  <a:cubicBezTo>
                    <a:pt x="5" y="1"/>
                    <a:pt x="0" y="3"/>
                    <a:pt x="0" y="5"/>
                  </a:cubicBezTo>
                  <a:cubicBezTo>
                    <a:pt x="0" y="6"/>
                    <a:pt x="1" y="7"/>
                    <a:pt x="2" y="7"/>
                  </a:cubicBezTo>
                  <a:cubicBezTo>
                    <a:pt x="3" y="7"/>
                    <a:pt x="5" y="6"/>
                    <a:pt x="6"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36"/>
            <p:cNvSpPr>
              <a:spLocks/>
            </p:cNvSpPr>
            <p:nvPr/>
          </p:nvSpPr>
          <p:spPr bwMode="auto">
            <a:xfrm>
              <a:off x="2689225" y="2454275"/>
              <a:ext cx="12700" cy="14288"/>
            </a:xfrm>
            <a:custGeom>
              <a:avLst/>
              <a:gdLst/>
              <a:ahLst/>
              <a:cxnLst>
                <a:cxn ang="0">
                  <a:pos x="1" y="9"/>
                </a:cxn>
                <a:cxn ang="0">
                  <a:pos x="8" y="4"/>
                </a:cxn>
                <a:cxn ang="0">
                  <a:pos x="5" y="1"/>
                </a:cxn>
                <a:cxn ang="0">
                  <a:pos x="2" y="3"/>
                </a:cxn>
                <a:cxn ang="0">
                  <a:pos x="2" y="5"/>
                </a:cxn>
                <a:cxn ang="0">
                  <a:pos x="0" y="8"/>
                </a:cxn>
                <a:cxn ang="0">
                  <a:pos x="1" y="9"/>
                </a:cxn>
              </a:cxnLst>
              <a:rect l="0" t="0" r="r" b="b"/>
              <a:pathLst>
                <a:path w="8" h="9">
                  <a:moveTo>
                    <a:pt x="1" y="9"/>
                  </a:moveTo>
                  <a:cubicBezTo>
                    <a:pt x="3" y="9"/>
                    <a:pt x="8" y="6"/>
                    <a:pt x="8" y="4"/>
                  </a:cubicBezTo>
                  <a:cubicBezTo>
                    <a:pt x="8" y="3"/>
                    <a:pt x="6" y="1"/>
                    <a:pt x="5" y="1"/>
                  </a:cubicBezTo>
                  <a:cubicBezTo>
                    <a:pt x="4" y="0"/>
                    <a:pt x="2" y="2"/>
                    <a:pt x="2" y="3"/>
                  </a:cubicBezTo>
                  <a:cubicBezTo>
                    <a:pt x="2" y="3"/>
                    <a:pt x="2" y="5"/>
                    <a:pt x="2" y="5"/>
                  </a:cubicBezTo>
                  <a:cubicBezTo>
                    <a:pt x="2" y="6"/>
                    <a:pt x="0" y="7"/>
                    <a:pt x="0" y="8"/>
                  </a:cubicBezTo>
                  <a:cubicBezTo>
                    <a:pt x="0" y="8"/>
                    <a:pt x="1" y="9"/>
                    <a:pt x="1"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37"/>
            <p:cNvSpPr>
              <a:spLocks/>
            </p:cNvSpPr>
            <p:nvPr/>
          </p:nvSpPr>
          <p:spPr bwMode="auto">
            <a:xfrm>
              <a:off x="2362200" y="2533650"/>
              <a:ext cx="31750" cy="26988"/>
            </a:xfrm>
            <a:custGeom>
              <a:avLst/>
              <a:gdLst/>
              <a:ahLst/>
              <a:cxnLst>
                <a:cxn ang="0">
                  <a:pos x="17" y="5"/>
                </a:cxn>
                <a:cxn ang="0">
                  <a:pos x="12" y="4"/>
                </a:cxn>
                <a:cxn ang="0">
                  <a:pos x="10" y="1"/>
                </a:cxn>
                <a:cxn ang="0">
                  <a:pos x="8" y="1"/>
                </a:cxn>
                <a:cxn ang="0">
                  <a:pos x="7" y="4"/>
                </a:cxn>
                <a:cxn ang="0">
                  <a:pos x="4" y="6"/>
                </a:cxn>
                <a:cxn ang="0">
                  <a:pos x="3" y="12"/>
                </a:cxn>
                <a:cxn ang="0">
                  <a:pos x="0" y="15"/>
                </a:cxn>
                <a:cxn ang="0">
                  <a:pos x="2" y="16"/>
                </a:cxn>
                <a:cxn ang="0">
                  <a:pos x="7" y="14"/>
                </a:cxn>
                <a:cxn ang="0">
                  <a:pos x="15" y="15"/>
                </a:cxn>
                <a:cxn ang="0">
                  <a:pos x="16" y="12"/>
                </a:cxn>
                <a:cxn ang="0">
                  <a:pos x="15" y="9"/>
                </a:cxn>
                <a:cxn ang="0">
                  <a:pos x="18" y="8"/>
                </a:cxn>
                <a:cxn ang="0">
                  <a:pos x="17" y="5"/>
                </a:cxn>
              </a:cxnLst>
              <a:rect l="0" t="0" r="r" b="b"/>
              <a:pathLst>
                <a:path w="18" h="16">
                  <a:moveTo>
                    <a:pt x="17" y="5"/>
                  </a:moveTo>
                  <a:cubicBezTo>
                    <a:pt x="16" y="4"/>
                    <a:pt x="13" y="5"/>
                    <a:pt x="12" y="4"/>
                  </a:cubicBezTo>
                  <a:cubicBezTo>
                    <a:pt x="11" y="4"/>
                    <a:pt x="11" y="1"/>
                    <a:pt x="10" y="1"/>
                  </a:cubicBezTo>
                  <a:cubicBezTo>
                    <a:pt x="9" y="0"/>
                    <a:pt x="8" y="1"/>
                    <a:pt x="8" y="1"/>
                  </a:cubicBezTo>
                  <a:cubicBezTo>
                    <a:pt x="7" y="2"/>
                    <a:pt x="7" y="4"/>
                    <a:pt x="7" y="4"/>
                  </a:cubicBezTo>
                  <a:cubicBezTo>
                    <a:pt x="6" y="5"/>
                    <a:pt x="4" y="5"/>
                    <a:pt x="4" y="6"/>
                  </a:cubicBezTo>
                  <a:cubicBezTo>
                    <a:pt x="3" y="7"/>
                    <a:pt x="4" y="10"/>
                    <a:pt x="3" y="12"/>
                  </a:cubicBezTo>
                  <a:cubicBezTo>
                    <a:pt x="3" y="13"/>
                    <a:pt x="0" y="14"/>
                    <a:pt x="0" y="15"/>
                  </a:cubicBezTo>
                  <a:cubicBezTo>
                    <a:pt x="0" y="15"/>
                    <a:pt x="1" y="16"/>
                    <a:pt x="2" y="16"/>
                  </a:cubicBezTo>
                  <a:cubicBezTo>
                    <a:pt x="3" y="16"/>
                    <a:pt x="6" y="15"/>
                    <a:pt x="7" y="14"/>
                  </a:cubicBezTo>
                  <a:cubicBezTo>
                    <a:pt x="9" y="14"/>
                    <a:pt x="13" y="16"/>
                    <a:pt x="15" y="15"/>
                  </a:cubicBezTo>
                  <a:cubicBezTo>
                    <a:pt x="15" y="14"/>
                    <a:pt x="16" y="13"/>
                    <a:pt x="16" y="12"/>
                  </a:cubicBezTo>
                  <a:cubicBezTo>
                    <a:pt x="16" y="11"/>
                    <a:pt x="15" y="10"/>
                    <a:pt x="15" y="9"/>
                  </a:cubicBezTo>
                  <a:cubicBezTo>
                    <a:pt x="15" y="9"/>
                    <a:pt x="17" y="9"/>
                    <a:pt x="18" y="8"/>
                  </a:cubicBezTo>
                  <a:cubicBezTo>
                    <a:pt x="18" y="7"/>
                    <a:pt x="18" y="5"/>
                    <a:pt x="17"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38"/>
            <p:cNvSpPr>
              <a:spLocks/>
            </p:cNvSpPr>
            <p:nvPr/>
          </p:nvSpPr>
          <p:spPr bwMode="auto">
            <a:xfrm>
              <a:off x="2459038" y="1936750"/>
              <a:ext cx="900113" cy="984250"/>
            </a:xfrm>
            <a:custGeom>
              <a:avLst/>
              <a:gdLst/>
              <a:ahLst/>
              <a:cxnLst>
                <a:cxn ang="0">
                  <a:pos x="131" y="465"/>
                </a:cxn>
                <a:cxn ang="0">
                  <a:pos x="209" y="508"/>
                </a:cxn>
                <a:cxn ang="0">
                  <a:pos x="226" y="531"/>
                </a:cxn>
                <a:cxn ang="0">
                  <a:pos x="278" y="578"/>
                </a:cxn>
                <a:cxn ang="0">
                  <a:pos x="312" y="550"/>
                </a:cxn>
                <a:cxn ang="0">
                  <a:pos x="332" y="525"/>
                </a:cxn>
                <a:cxn ang="0">
                  <a:pos x="352" y="488"/>
                </a:cxn>
                <a:cxn ang="0">
                  <a:pos x="414" y="484"/>
                </a:cxn>
                <a:cxn ang="0">
                  <a:pos x="463" y="461"/>
                </a:cxn>
                <a:cxn ang="0">
                  <a:pos x="478" y="431"/>
                </a:cxn>
                <a:cxn ang="0">
                  <a:pos x="459" y="406"/>
                </a:cxn>
                <a:cxn ang="0">
                  <a:pos x="478" y="382"/>
                </a:cxn>
                <a:cxn ang="0">
                  <a:pos x="496" y="378"/>
                </a:cxn>
                <a:cxn ang="0">
                  <a:pos x="490" y="336"/>
                </a:cxn>
                <a:cxn ang="0">
                  <a:pos x="521" y="327"/>
                </a:cxn>
                <a:cxn ang="0">
                  <a:pos x="502" y="271"/>
                </a:cxn>
                <a:cxn ang="0">
                  <a:pos x="464" y="297"/>
                </a:cxn>
                <a:cxn ang="0">
                  <a:pos x="420" y="273"/>
                </a:cxn>
                <a:cxn ang="0">
                  <a:pos x="411" y="268"/>
                </a:cxn>
                <a:cxn ang="0">
                  <a:pos x="401" y="213"/>
                </a:cxn>
                <a:cxn ang="0">
                  <a:pos x="412" y="181"/>
                </a:cxn>
                <a:cxn ang="0">
                  <a:pos x="368" y="182"/>
                </a:cxn>
                <a:cxn ang="0">
                  <a:pos x="343" y="125"/>
                </a:cxn>
                <a:cxn ang="0">
                  <a:pos x="327" y="115"/>
                </a:cxn>
                <a:cxn ang="0">
                  <a:pos x="341" y="82"/>
                </a:cxn>
                <a:cxn ang="0">
                  <a:pos x="299" y="44"/>
                </a:cxn>
                <a:cxn ang="0">
                  <a:pos x="234" y="38"/>
                </a:cxn>
                <a:cxn ang="0">
                  <a:pos x="171" y="14"/>
                </a:cxn>
                <a:cxn ang="0">
                  <a:pos x="118" y="10"/>
                </a:cxn>
                <a:cxn ang="0">
                  <a:pos x="145" y="39"/>
                </a:cxn>
                <a:cxn ang="0">
                  <a:pos x="139" y="52"/>
                </a:cxn>
                <a:cxn ang="0">
                  <a:pos x="108" y="71"/>
                </a:cxn>
                <a:cxn ang="0">
                  <a:pos x="83" y="81"/>
                </a:cxn>
                <a:cxn ang="0">
                  <a:pos x="93" y="59"/>
                </a:cxn>
                <a:cxn ang="0">
                  <a:pos x="87" y="38"/>
                </a:cxn>
                <a:cxn ang="0">
                  <a:pos x="80" y="31"/>
                </a:cxn>
                <a:cxn ang="0">
                  <a:pos x="53" y="20"/>
                </a:cxn>
                <a:cxn ang="0">
                  <a:pos x="26" y="65"/>
                </a:cxn>
                <a:cxn ang="0">
                  <a:pos x="14" y="103"/>
                </a:cxn>
                <a:cxn ang="0">
                  <a:pos x="16" y="136"/>
                </a:cxn>
                <a:cxn ang="0">
                  <a:pos x="28" y="114"/>
                </a:cxn>
                <a:cxn ang="0">
                  <a:pos x="33" y="88"/>
                </a:cxn>
                <a:cxn ang="0">
                  <a:pos x="54" y="68"/>
                </a:cxn>
                <a:cxn ang="0">
                  <a:pos x="87" y="103"/>
                </a:cxn>
                <a:cxn ang="0">
                  <a:pos x="79" y="118"/>
                </a:cxn>
                <a:cxn ang="0">
                  <a:pos x="83" y="138"/>
                </a:cxn>
                <a:cxn ang="0">
                  <a:pos x="56" y="159"/>
                </a:cxn>
                <a:cxn ang="0">
                  <a:pos x="98" y="149"/>
                </a:cxn>
                <a:cxn ang="0">
                  <a:pos x="88" y="172"/>
                </a:cxn>
                <a:cxn ang="0">
                  <a:pos x="92" y="204"/>
                </a:cxn>
                <a:cxn ang="0">
                  <a:pos x="103" y="218"/>
                </a:cxn>
                <a:cxn ang="0">
                  <a:pos x="100" y="253"/>
                </a:cxn>
                <a:cxn ang="0">
                  <a:pos x="64" y="226"/>
                </a:cxn>
                <a:cxn ang="0">
                  <a:pos x="60" y="274"/>
                </a:cxn>
                <a:cxn ang="0">
                  <a:pos x="130" y="279"/>
                </a:cxn>
                <a:cxn ang="0">
                  <a:pos x="171" y="287"/>
                </a:cxn>
                <a:cxn ang="0">
                  <a:pos x="177" y="314"/>
                </a:cxn>
                <a:cxn ang="0">
                  <a:pos x="165" y="340"/>
                </a:cxn>
                <a:cxn ang="0">
                  <a:pos x="146" y="346"/>
                </a:cxn>
                <a:cxn ang="0">
                  <a:pos x="75" y="339"/>
                </a:cxn>
                <a:cxn ang="0">
                  <a:pos x="36" y="346"/>
                </a:cxn>
                <a:cxn ang="0">
                  <a:pos x="37" y="422"/>
                </a:cxn>
                <a:cxn ang="0">
                  <a:pos x="97" y="459"/>
                </a:cxn>
              </a:cxnLst>
              <a:rect l="0" t="0" r="r" b="b"/>
              <a:pathLst>
                <a:path w="529" h="580">
                  <a:moveTo>
                    <a:pt x="97" y="459"/>
                  </a:moveTo>
                  <a:cubicBezTo>
                    <a:pt x="99" y="458"/>
                    <a:pt x="100" y="454"/>
                    <a:pt x="101" y="455"/>
                  </a:cubicBezTo>
                  <a:cubicBezTo>
                    <a:pt x="103" y="455"/>
                    <a:pt x="100" y="461"/>
                    <a:pt x="101" y="463"/>
                  </a:cubicBezTo>
                  <a:cubicBezTo>
                    <a:pt x="103" y="464"/>
                    <a:pt x="108" y="464"/>
                    <a:pt x="111" y="464"/>
                  </a:cubicBezTo>
                  <a:cubicBezTo>
                    <a:pt x="112" y="464"/>
                    <a:pt x="115" y="461"/>
                    <a:pt x="117" y="461"/>
                  </a:cubicBezTo>
                  <a:cubicBezTo>
                    <a:pt x="119" y="462"/>
                    <a:pt x="121" y="469"/>
                    <a:pt x="124" y="469"/>
                  </a:cubicBezTo>
                  <a:cubicBezTo>
                    <a:pt x="126" y="469"/>
                    <a:pt x="129" y="465"/>
                    <a:pt x="131" y="465"/>
                  </a:cubicBezTo>
                  <a:cubicBezTo>
                    <a:pt x="133" y="465"/>
                    <a:pt x="137" y="467"/>
                    <a:pt x="138" y="468"/>
                  </a:cubicBezTo>
                  <a:cubicBezTo>
                    <a:pt x="140" y="470"/>
                    <a:pt x="139" y="474"/>
                    <a:pt x="140" y="476"/>
                  </a:cubicBezTo>
                  <a:cubicBezTo>
                    <a:pt x="144" y="482"/>
                    <a:pt x="154" y="492"/>
                    <a:pt x="160" y="495"/>
                  </a:cubicBezTo>
                  <a:cubicBezTo>
                    <a:pt x="164" y="498"/>
                    <a:pt x="174" y="501"/>
                    <a:pt x="179" y="501"/>
                  </a:cubicBezTo>
                  <a:cubicBezTo>
                    <a:pt x="182" y="501"/>
                    <a:pt x="189" y="499"/>
                    <a:pt x="192" y="500"/>
                  </a:cubicBezTo>
                  <a:cubicBezTo>
                    <a:pt x="196" y="500"/>
                    <a:pt x="203" y="500"/>
                    <a:pt x="206" y="502"/>
                  </a:cubicBezTo>
                  <a:cubicBezTo>
                    <a:pt x="207" y="503"/>
                    <a:pt x="209" y="506"/>
                    <a:pt x="209" y="508"/>
                  </a:cubicBezTo>
                  <a:cubicBezTo>
                    <a:pt x="209" y="511"/>
                    <a:pt x="204" y="515"/>
                    <a:pt x="203" y="518"/>
                  </a:cubicBezTo>
                  <a:cubicBezTo>
                    <a:pt x="203" y="519"/>
                    <a:pt x="203" y="521"/>
                    <a:pt x="204" y="522"/>
                  </a:cubicBezTo>
                  <a:cubicBezTo>
                    <a:pt x="205" y="524"/>
                    <a:pt x="208" y="525"/>
                    <a:pt x="210" y="524"/>
                  </a:cubicBezTo>
                  <a:cubicBezTo>
                    <a:pt x="212" y="524"/>
                    <a:pt x="214" y="516"/>
                    <a:pt x="217" y="516"/>
                  </a:cubicBezTo>
                  <a:cubicBezTo>
                    <a:pt x="219" y="516"/>
                    <a:pt x="222" y="518"/>
                    <a:pt x="223" y="520"/>
                  </a:cubicBezTo>
                  <a:cubicBezTo>
                    <a:pt x="223" y="522"/>
                    <a:pt x="219" y="525"/>
                    <a:pt x="220" y="527"/>
                  </a:cubicBezTo>
                  <a:cubicBezTo>
                    <a:pt x="220" y="529"/>
                    <a:pt x="225" y="530"/>
                    <a:pt x="226" y="531"/>
                  </a:cubicBezTo>
                  <a:cubicBezTo>
                    <a:pt x="228" y="535"/>
                    <a:pt x="223" y="543"/>
                    <a:pt x="225" y="547"/>
                  </a:cubicBezTo>
                  <a:cubicBezTo>
                    <a:pt x="227" y="550"/>
                    <a:pt x="235" y="552"/>
                    <a:pt x="237" y="555"/>
                  </a:cubicBezTo>
                  <a:cubicBezTo>
                    <a:pt x="238" y="558"/>
                    <a:pt x="235" y="564"/>
                    <a:pt x="236" y="566"/>
                  </a:cubicBezTo>
                  <a:cubicBezTo>
                    <a:pt x="237" y="569"/>
                    <a:pt x="240" y="575"/>
                    <a:pt x="242" y="577"/>
                  </a:cubicBezTo>
                  <a:cubicBezTo>
                    <a:pt x="248" y="579"/>
                    <a:pt x="260" y="573"/>
                    <a:pt x="266" y="575"/>
                  </a:cubicBezTo>
                  <a:cubicBezTo>
                    <a:pt x="268" y="576"/>
                    <a:pt x="271" y="580"/>
                    <a:pt x="273" y="580"/>
                  </a:cubicBezTo>
                  <a:cubicBezTo>
                    <a:pt x="274" y="580"/>
                    <a:pt x="277" y="579"/>
                    <a:pt x="278" y="578"/>
                  </a:cubicBezTo>
                  <a:cubicBezTo>
                    <a:pt x="279" y="577"/>
                    <a:pt x="278" y="574"/>
                    <a:pt x="279" y="573"/>
                  </a:cubicBezTo>
                  <a:cubicBezTo>
                    <a:pt x="281" y="572"/>
                    <a:pt x="286" y="573"/>
                    <a:pt x="287" y="572"/>
                  </a:cubicBezTo>
                  <a:cubicBezTo>
                    <a:pt x="288" y="570"/>
                    <a:pt x="288" y="567"/>
                    <a:pt x="288" y="565"/>
                  </a:cubicBezTo>
                  <a:cubicBezTo>
                    <a:pt x="289" y="563"/>
                    <a:pt x="290" y="559"/>
                    <a:pt x="292" y="558"/>
                  </a:cubicBezTo>
                  <a:cubicBezTo>
                    <a:pt x="293" y="557"/>
                    <a:pt x="298" y="557"/>
                    <a:pt x="299" y="557"/>
                  </a:cubicBezTo>
                  <a:cubicBezTo>
                    <a:pt x="300" y="557"/>
                    <a:pt x="305" y="551"/>
                    <a:pt x="307" y="550"/>
                  </a:cubicBezTo>
                  <a:cubicBezTo>
                    <a:pt x="308" y="549"/>
                    <a:pt x="311" y="550"/>
                    <a:pt x="312" y="550"/>
                  </a:cubicBezTo>
                  <a:cubicBezTo>
                    <a:pt x="313" y="549"/>
                    <a:pt x="314" y="547"/>
                    <a:pt x="314" y="546"/>
                  </a:cubicBezTo>
                  <a:cubicBezTo>
                    <a:pt x="316" y="544"/>
                    <a:pt x="320" y="542"/>
                    <a:pt x="321" y="540"/>
                  </a:cubicBezTo>
                  <a:cubicBezTo>
                    <a:pt x="322" y="539"/>
                    <a:pt x="322" y="536"/>
                    <a:pt x="321" y="535"/>
                  </a:cubicBezTo>
                  <a:cubicBezTo>
                    <a:pt x="321" y="533"/>
                    <a:pt x="318" y="532"/>
                    <a:pt x="318" y="530"/>
                  </a:cubicBezTo>
                  <a:cubicBezTo>
                    <a:pt x="317" y="529"/>
                    <a:pt x="316" y="525"/>
                    <a:pt x="317" y="525"/>
                  </a:cubicBezTo>
                  <a:cubicBezTo>
                    <a:pt x="318" y="524"/>
                    <a:pt x="321" y="527"/>
                    <a:pt x="323" y="527"/>
                  </a:cubicBezTo>
                  <a:cubicBezTo>
                    <a:pt x="325" y="527"/>
                    <a:pt x="331" y="527"/>
                    <a:pt x="332" y="525"/>
                  </a:cubicBezTo>
                  <a:cubicBezTo>
                    <a:pt x="334" y="523"/>
                    <a:pt x="332" y="518"/>
                    <a:pt x="333" y="517"/>
                  </a:cubicBezTo>
                  <a:cubicBezTo>
                    <a:pt x="335" y="516"/>
                    <a:pt x="338" y="519"/>
                    <a:pt x="339" y="519"/>
                  </a:cubicBezTo>
                  <a:cubicBezTo>
                    <a:pt x="341" y="519"/>
                    <a:pt x="343" y="517"/>
                    <a:pt x="344" y="515"/>
                  </a:cubicBezTo>
                  <a:cubicBezTo>
                    <a:pt x="345" y="515"/>
                    <a:pt x="346" y="513"/>
                    <a:pt x="346" y="512"/>
                  </a:cubicBezTo>
                  <a:cubicBezTo>
                    <a:pt x="345" y="509"/>
                    <a:pt x="339" y="508"/>
                    <a:pt x="339" y="505"/>
                  </a:cubicBezTo>
                  <a:cubicBezTo>
                    <a:pt x="340" y="503"/>
                    <a:pt x="348" y="503"/>
                    <a:pt x="349" y="501"/>
                  </a:cubicBezTo>
                  <a:cubicBezTo>
                    <a:pt x="351" y="498"/>
                    <a:pt x="350" y="491"/>
                    <a:pt x="352" y="488"/>
                  </a:cubicBezTo>
                  <a:cubicBezTo>
                    <a:pt x="353" y="486"/>
                    <a:pt x="359" y="485"/>
                    <a:pt x="361" y="486"/>
                  </a:cubicBezTo>
                  <a:cubicBezTo>
                    <a:pt x="365" y="487"/>
                    <a:pt x="368" y="497"/>
                    <a:pt x="371" y="499"/>
                  </a:cubicBezTo>
                  <a:cubicBezTo>
                    <a:pt x="373" y="499"/>
                    <a:pt x="376" y="500"/>
                    <a:pt x="377" y="499"/>
                  </a:cubicBezTo>
                  <a:cubicBezTo>
                    <a:pt x="378" y="499"/>
                    <a:pt x="378" y="495"/>
                    <a:pt x="379" y="494"/>
                  </a:cubicBezTo>
                  <a:cubicBezTo>
                    <a:pt x="381" y="493"/>
                    <a:pt x="385" y="494"/>
                    <a:pt x="386" y="494"/>
                  </a:cubicBezTo>
                  <a:cubicBezTo>
                    <a:pt x="392" y="494"/>
                    <a:pt x="404" y="494"/>
                    <a:pt x="409" y="492"/>
                  </a:cubicBezTo>
                  <a:cubicBezTo>
                    <a:pt x="411" y="490"/>
                    <a:pt x="414" y="484"/>
                    <a:pt x="414" y="484"/>
                  </a:cubicBezTo>
                  <a:cubicBezTo>
                    <a:pt x="414" y="484"/>
                    <a:pt x="421" y="477"/>
                    <a:pt x="424" y="476"/>
                  </a:cubicBezTo>
                  <a:cubicBezTo>
                    <a:pt x="426" y="476"/>
                    <a:pt x="431" y="480"/>
                    <a:pt x="434" y="479"/>
                  </a:cubicBezTo>
                  <a:cubicBezTo>
                    <a:pt x="436" y="478"/>
                    <a:pt x="437" y="471"/>
                    <a:pt x="439" y="469"/>
                  </a:cubicBezTo>
                  <a:cubicBezTo>
                    <a:pt x="441" y="468"/>
                    <a:pt x="447" y="469"/>
                    <a:pt x="449" y="467"/>
                  </a:cubicBezTo>
                  <a:cubicBezTo>
                    <a:pt x="450" y="466"/>
                    <a:pt x="450" y="462"/>
                    <a:pt x="451" y="461"/>
                  </a:cubicBezTo>
                  <a:cubicBezTo>
                    <a:pt x="453" y="460"/>
                    <a:pt x="459" y="463"/>
                    <a:pt x="461" y="462"/>
                  </a:cubicBezTo>
                  <a:cubicBezTo>
                    <a:pt x="462" y="462"/>
                    <a:pt x="463" y="461"/>
                    <a:pt x="463" y="461"/>
                  </a:cubicBezTo>
                  <a:cubicBezTo>
                    <a:pt x="463" y="459"/>
                    <a:pt x="461" y="458"/>
                    <a:pt x="461" y="457"/>
                  </a:cubicBezTo>
                  <a:cubicBezTo>
                    <a:pt x="461" y="455"/>
                    <a:pt x="465" y="453"/>
                    <a:pt x="466" y="451"/>
                  </a:cubicBezTo>
                  <a:cubicBezTo>
                    <a:pt x="467" y="448"/>
                    <a:pt x="467" y="443"/>
                    <a:pt x="468" y="441"/>
                  </a:cubicBezTo>
                  <a:cubicBezTo>
                    <a:pt x="468" y="439"/>
                    <a:pt x="470" y="437"/>
                    <a:pt x="472" y="436"/>
                  </a:cubicBezTo>
                  <a:cubicBezTo>
                    <a:pt x="473" y="436"/>
                    <a:pt x="475" y="437"/>
                    <a:pt x="476" y="436"/>
                  </a:cubicBezTo>
                  <a:cubicBezTo>
                    <a:pt x="477" y="436"/>
                    <a:pt x="478" y="436"/>
                    <a:pt x="479" y="435"/>
                  </a:cubicBezTo>
                  <a:cubicBezTo>
                    <a:pt x="479" y="434"/>
                    <a:pt x="479" y="432"/>
                    <a:pt x="478" y="431"/>
                  </a:cubicBezTo>
                  <a:cubicBezTo>
                    <a:pt x="477" y="430"/>
                    <a:pt x="474" y="429"/>
                    <a:pt x="473" y="427"/>
                  </a:cubicBezTo>
                  <a:cubicBezTo>
                    <a:pt x="472" y="426"/>
                    <a:pt x="471" y="424"/>
                    <a:pt x="471" y="422"/>
                  </a:cubicBezTo>
                  <a:cubicBezTo>
                    <a:pt x="471" y="421"/>
                    <a:pt x="473" y="420"/>
                    <a:pt x="473" y="419"/>
                  </a:cubicBezTo>
                  <a:cubicBezTo>
                    <a:pt x="473" y="418"/>
                    <a:pt x="472" y="416"/>
                    <a:pt x="472" y="415"/>
                  </a:cubicBezTo>
                  <a:cubicBezTo>
                    <a:pt x="469" y="413"/>
                    <a:pt x="461" y="413"/>
                    <a:pt x="459" y="411"/>
                  </a:cubicBezTo>
                  <a:cubicBezTo>
                    <a:pt x="458" y="410"/>
                    <a:pt x="456" y="408"/>
                    <a:pt x="457" y="407"/>
                  </a:cubicBezTo>
                  <a:cubicBezTo>
                    <a:pt x="457" y="407"/>
                    <a:pt x="459" y="407"/>
                    <a:pt x="459" y="406"/>
                  </a:cubicBezTo>
                  <a:cubicBezTo>
                    <a:pt x="460" y="405"/>
                    <a:pt x="459" y="403"/>
                    <a:pt x="460" y="402"/>
                  </a:cubicBezTo>
                  <a:cubicBezTo>
                    <a:pt x="461" y="399"/>
                    <a:pt x="467" y="397"/>
                    <a:pt x="469" y="395"/>
                  </a:cubicBezTo>
                  <a:cubicBezTo>
                    <a:pt x="470" y="395"/>
                    <a:pt x="471" y="392"/>
                    <a:pt x="471" y="391"/>
                  </a:cubicBezTo>
                  <a:cubicBezTo>
                    <a:pt x="470" y="390"/>
                    <a:pt x="466" y="390"/>
                    <a:pt x="465" y="388"/>
                  </a:cubicBezTo>
                  <a:cubicBezTo>
                    <a:pt x="465" y="387"/>
                    <a:pt x="467" y="386"/>
                    <a:pt x="468" y="385"/>
                  </a:cubicBezTo>
                  <a:cubicBezTo>
                    <a:pt x="469" y="385"/>
                    <a:pt x="470" y="386"/>
                    <a:pt x="471" y="386"/>
                  </a:cubicBezTo>
                  <a:cubicBezTo>
                    <a:pt x="473" y="386"/>
                    <a:pt x="476" y="384"/>
                    <a:pt x="478" y="382"/>
                  </a:cubicBezTo>
                  <a:cubicBezTo>
                    <a:pt x="478" y="382"/>
                    <a:pt x="478" y="381"/>
                    <a:pt x="478" y="380"/>
                  </a:cubicBezTo>
                  <a:cubicBezTo>
                    <a:pt x="478" y="378"/>
                    <a:pt x="475" y="377"/>
                    <a:pt x="474" y="375"/>
                  </a:cubicBezTo>
                  <a:cubicBezTo>
                    <a:pt x="474" y="374"/>
                    <a:pt x="475" y="372"/>
                    <a:pt x="476" y="372"/>
                  </a:cubicBezTo>
                  <a:cubicBezTo>
                    <a:pt x="477" y="371"/>
                    <a:pt x="479" y="371"/>
                    <a:pt x="480" y="372"/>
                  </a:cubicBezTo>
                  <a:cubicBezTo>
                    <a:pt x="483" y="373"/>
                    <a:pt x="485" y="379"/>
                    <a:pt x="487" y="381"/>
                  </a:cubicBezTo>
                  <a:cubicBezTo>
                    <a:pt x="489" y="382"/>
                    <a:pt x="494" y="385"/>
                    <a:pt x="496" y="383"/>
                  </a:cubicBezTo>
                  <a:cubicBezTo>
                    <a:pt x="497" y="383"/>
                    <a:pt x="496" y="379"/>
                    <a:pt x="496" y="378"/>
                  </a:cubicBezTo>
                  <a:cubicBezTo>
                    <a:pt x="497" y="377"/>
                    <a:pt x="501" y="377"/>
                    <a:pt x="501" y="376"/>
                  </a:cubicBezTo>
                  <a:cubicBezTo>
                    <a:pt x="502" y="375"/>
                    <a:pt x="503" y="372"/>
                    <a:pt x="502" y="371"/>
                  </a:cubicBezTo>
                  <a:cubicBezTo>
                    <a:pt x="502" y="370"/>
                    <a:pt x="498" y="369"/>
                    <a:pt x="498" y="368"/>
                  </a:cubicBezTo>
                  <a:cubicBezTo>
                    <a:pt x="497" y="365"/>
                    <a:pt x="501" y="361"/>
                    <a:pt x="501" y="358"/>
                  </a:cubicBezTo>
                  <a:cubicBezTo>
                    <a:pt x="501" y="356"/>
                    <a:pt x="500" y="351"/>
                    <a:pt x="498" y="349"/>
                  </a:cubicBezTo>
                  <a:cubicBezTo>
                    <a:pt x="497" y="347"/>
                    <a:pt x="491" y="344"/>
                    <a:pt x="490" y="342"/>
                  </a:cubicBezTo>
                  <a:cubicBezTo>
                    <a:pt x="489" y="340"/>
                    <a:pt x="490" y="337"/>
                    <a:pt x="490" y="336"/>
                  </a:cubicBezTo>
                  <a:cubicBezTo>
                    <a:pt x="491" y="334"/>
                    <a:pt x="496" y="332"/>
                    <a:pt x="497" y="330"/>
                  </a:cubicBezTo>
                  <a:cubicBezTo>
                    <a:pt x="498" y="329"/>
                    <a:pt x="499" y="327"/>
                    <a:pt x="498" y="326"/>
                  </a:cubicBezTo>
                  <a:cubicBezTo>
                    <a:pt x="497" y="325"/>
                    <a:pt x="494" y="325"/>
                    <a:pt x="493" y="325"/>
                  </a:cubicBezTo>
                  <a:cubicBezTo>
                    <a:pt x="492" y="324"/>
                    <a:pt x="491" y="323"/>
                    <a:pt x="491" y="322"/>
                  </a:cubicBezTo>
                  <a:cubicBezTo>
                    <a:pt x="491" y="320"/>
                    <a:pt x="494" y="316"/>
                    <a:pt x="495" y="316"/>
                  </a:cubicBezTo>
                  <a:cubicBezTo>
                    <a:pt x="500" y="315"/>
                    <a:pt x="505" y="324"/>
                    <a:pt x="509" y="326"/>
                  </a:cubicBezTo>
                  <a:cubicBezTo>
                    <a:pt x="512" y="327"/>
                    <a:pt x="521" y="327"/>
                    <a:pt x="521" y="327"/>
                  </a:cubicBezTo>
                  <a:cubicBezTo>
                    <a:pt x="521" y="327"/>
                    <a:pt x="524" y="316"/>
                    <a:pt x="525" y="312"/>
                  </a:cubicBezTo>
                  <a:cubicBezTo>
                    <a:pt x="525" y="308"/>
                    <a:pt x="522" y="302"/>
                    <a:pt x="522" y="298"/>
                  </a:cubicBezTo>
                  <a:cubicBezTo>
                    <a:pt x="523" y="295"/>
                    <a:pt x="529" y="291"/>
                    <a:pt x="528" y="288"/>
                  </a:cubicBezTo>
                  <a:cubicBezTo>
                    <a:pt x="527" y="284"/>
                    <a:pt x="519" y="282"/>
                    <a:pt x="516" y="280"/>
                  </a:cubicBezTo>
                  <a:cubicBezTo>
                    <a:pt x="513" y="279"/>
                    <a:pt x="509" y="276"/>
                    <a:pt x="507" y="274"/>
                  </a:cubicBezTo>
                  <a:cubicBezTo>
                    <a:pt x="507" y="273"/>
                    <a:pt x="507" y="270"/>
                    <a:pt x="506" y="270"/>
                  </a:cubicBezTo>
                  <a:cubicBezTo>
                    <a:pt x="505" y="269"/>
                    <a:pt x="502" y="270"/>
                    <a:pt x="502" y="271"/>
                  </a:cubicBezTo>
                  <a:cubicBezTo>
                    <a:pt x="500" y="273"/>
                    <a:pt x="501" y="278"/>
                    <a:pt x="501" y="280"/>
                  </a:cubicBezTo>
                  <a:cubicBezTo>
                    <a:pt x="500" y="282"/>
                    <a:pt x="499" y="284"/>
                    <a:pt x="498" y="284"/>
                  </a:cubicBezTo>
                  <a:cubicBezTo>
                    <a:pt x="496" y="285"/>
                    <a:pt x="493" y="284"/>
                    <a:pt x="491" y="285"/>
                  </a:cubicBezTo>
                  <a:cubicBezTo>
                    <a:pt x="488" y="287"/>
                    <a:pt x="484" y="295"/>
                    <a:pt x="481" y="296"/>
                  </a:cubicBezTo>
                  <a:cubicBezTo>
                    <a:pt x="479" y="296"/>
                    <a:pt x="477" y="296"/>
                    <a:pt x="476" y="295"/>
                  </a:cubicBezTo>
                  <a:cubicBezTo>
                    <a:pt x="474" y="294"/>
                    <a:pt x="473" y="290"/>
                    <a:pt x="472" y="290"/>
                  </a:cubicBezTo>
                  <a:cubicBezTo>
                    <a:pt x="469" y="289"/>
                    <a:pt x="467" y="296"/>
                    <a:pt x="464" y="297"/>
                  </a:cubicBezTo>
                  <a:cubicBezTo>
                    <a:pt x="463" y="298"/>
                    <a:pt x="460" y="296"/>
                    <a:pt x="458" y="297"/>
                  </a:cubicBezTo>
                  <a:cubicBezTo>
                    <a:pt x="456" y="298"/>
                    <a:pt x="453" y="304"/>
                    <a:pt x="451" y="304"/>
                  </a:cubicBezTo>
                  <a:cubicBezTo>
                    <a:pt x="445" y="306"/>
                    <a:pt x="432" y="301"/>
                    <a:pt x="428" y="296"/>
                  </a:cubicBezTo>
                  <a:cubicBezTo>
                    <a:pt x="427" y="294"/>
                    <a:pt x="430" y="289"/>
                    <a:pt x="429" y="287"/>
                  </a:cubicBezTo>
                  <a:cubicBezTo>
                    <a:pt x="429" y="287"/>
                    <a:pt x="427" y="285"/>
                    <a:pt x="426" y="285"/>
                  </a:cubicBezTo>
                  <a:cubicBezTo>
                    <a:pt x="425" y="284"/>
                    <a:pt x="421" y="285"/>
                    <a:pt x="420" y="283"/>
                  </a:cubicBezTo>
                  <a:cubicBezTo>
                    <a:pt x="418" y="281"/>
                    <a:pt x="421" y="275"/>
                    <a:pt x="420" y="273"/>
                  </a:cubicBezTo>
                  <a:cubicBezTo>
                    <a:pt x="420" y="272"/>
                    <a:pt x="418" y="270"/>
                    <a:pt x="418" y="269"/>
                  </a:cubicBezTo>
                  <a:cubicBezTo>
                    <a:pt x="417" y="267"/>
                    <a:pt x="418" y="265"/>
                    <a:pt x="418" y="264"/>
                  </a:cubicBezTo>
                  <a:cubicBezTo>
                    <a:pt x="419" y="262"/>
                    <a:pt x="424" y="262"/>
                    <a:pt x="424" y="260"/>
                  </a:cubicBezTo>
                  <a:cubicBezTo>
                    <a:pt x="424" y="259"/>
                    <a:pt x="422" y="258"/>
                    <a:pt x="421" y="258"/>
                  </a:cubicBezTo>
                  <a:cubicBezTo>
                    <a:pt x="419" y="258"/>
                    <a:pt x="417" y="259"/>
                    <a:pt x="416" y="260"/>
                  </a:cubicBezTo>
                  <a:cubicBezTo>
                    <a:pt x="415" y="262"/>
                    <a:pt x="415" y="266"/>
                    <a:pt x="414" y="267"/>
                  </a:cubicBezTo>
                  <a:cubicBezTo>
                    <a:pt x="413" y="267"/>
                    <a:pt x="412" y="268"/>
                    <a:pt x="411" y="268"/>
                  </a:cubicBezTo>
                  <a:cubicBezTo>
                    <a:pt x="407" y="267"/>
                    <a:pt x="399" y="263"/>
                    <a:pt x="397" y="260"/>
                  </a:cubicBezTo>
                  <a:cubicBezTo>
                    <a:pt x="396" y="258"/>
                    <a:pt x="398" y="253"/>
                    <a:pt x="396" y="251"/>
                  </a:cubicBezTo>
                  <a:cubicBezTo>
                    <a:pt x="393" y="247"/>
                    <a:pt x="381" y="251"/>
                    <a:pt x="378" y="248"/>
                  </a:cubicBezTo>
                  <a:cubicBezTo>
                    <a:pt x="376" y="246"/>
                    <a:pt x="376" y="242"/>
                    <a:pt x="376" y="240"/>
                  </a:cubicBezTo>
                  <a:cubicBezTo>
                    <a:pt x="377" y="235"/>
                    <a:pt x="381" y="228"/>
                    <a:pt x="384" y="225"/>
                  </a:cubicBezTo>
                  <a:cubicBezTo>
                    <a:pt x="387" y="222"/>
                    <a:pt x="395" y="220"/>
                    <a:pt x="398" y="217"/>
                  </a:cubicBezTo>
                  <a:cubicBezTo>
                    <a:pt x="399" y="216"/>
                    <a:pt x="401" y="214"/>
                    <a:pt x="401" y="213"/>
                  </a:cubicBezTo>
                  <a:cubicBezTo>
                    <a:pt x="402" y="211"/>
                    <a:pt x="402" y="207"/>
                    <a:pt x="403" y="205"/>
                  </a:cubicBezTo>
                  <a:cubicBezTo>
                    <a:pt x="405" y="203"/>
                    <a:pt x="408" y="200"/>
                    <a:pt x="410" y="199"/>
                  </a:cubicBezTo>
                  <a:cubicBezTo>
                    <a:pt x="412" y="199"/>
                    <a:pt x="415" y="200"/>
                    <a:pt x="417" y="199"/>
                  </a:cubicBezTo>
                  <a:cubicBezTo>
                    <a:pt x="418" y="199"/>
                    <a:pt x="421" y="196"/>
                    <a:pt x="421" y="194"/>
                  </a:cubicBezTo>
                  <a:cubicBezTo>
                    <a:pt x="420" y="192"/>
                    <a:pt x="415" y="191"/>
                    <a:pt x="414" y="190"/>
                  </a:cubicBezTo>
                  <a:cubicBezTo>
                    <a:pt x="413" y="188"/>
                    <a:pt x="415" y="185"/>
                    <a:pt x="415" y="184"/>
                  </a:cubicBezTo>
                  <a:cubicBezTo>
                    <a:pt x="414" y="183"/>
                    <a:pt x="413" y="181"/>
                    <a:pt x="412" y="181"/>
                  </a:cubicBezTo>
                  <a:cubicBezTo>
                    <a:pt x="410" y="180"/>
                    <a:pt x="405" y="181"/>
                    <a:pt x="403" y="181"/>
                  </a:cubicBezTo>
                  <a:cubicBezTo>
                    <a:pt x="400" y="179"/>
                    <a:pt x="398" y="172"/>
                    <a:pt x="394" y="171"/>
                  </a:cubicBezTo>
                  <a:cubicBezTo>
                    <a:pt x="393" y="170"/>
                    <a:pt x="391" y="171"/>
                    <a:pt x="390" y="172"/>
                  </a:cubicBezTo>
                  <a:cubicBezTo>
                    <a:pt x="388" y="174"/>
                    <a:pt x="390" y="181"/>
                    <a:pt x="389" y="183"/>
                  </a:cubicBezTo>
                  <a:cubicBezTo>
                    <a:pt x="388" y="185"/>
                    <a:pt x="384" y="187"/>
                    <a:pt x="382" y="187"/>
                  </a:cubicBezTo>
                  <a:cubicBezTo>
                    <a:pt x="380" y="187"/>
                    <a:pt x="379" y="182"/>
                    <a:pt x="377" y="181"/>
                  </a:cubicBezTo>
                  <a:cubicBezTo>
                    <a:pt x="375" y="180"/>
                    <a:pt x="370" y="183"/>
                    <a:pt x="368" y="182"/>
                  </a:cubicBezTo>
                  <a:cubicBezTo>
                    <a:pt x="365" y="182"/>
                    <a:pt x="358" y="177"/>
                    <a:pt x="358" y="177"/>
                  </a:cubicBezTo>
                  <a:cubicBezTo>
                    <a:pt x="358" y="177"/>
                    <a:pt x="355" y="176"/>
                    <a:pt x="354" y="175"/>
                  </a:cubicBezTo>
                  <a:cubicBezTo>
                    <a:pt x="351" y="172"/>
                    <a:pt x="352" y="162"/>
                    <a:pt x="353" y="157"/>
                  </a:cubicBezTo>
                  <a:cubicBezTo>
                    <a:pt x="354" y="154"/>
                    <a:pt x="359" y="148"/>
                    <a:pt x="359" y="144"/>
                  </a:cubicBezTo>
                  <a:cubicBezTo>
                    <a:pt x="360" y="142"/>
                    <a:pt x="359" y="138"/>
                    <a:pt x="358" y="136"/>
                  </a:cubicBezTo>
                  <a:cubicBezTo>
                    <a:pt x="357" y="133"/>
                    <a:pt x="353" y="129"/>
                    <a:pt x="351" y="127"/>
                  </a:cubicBezTo>
                  <a:cubicBezTo>
                    <a:pt x="349" y="126"/>
                    <a:pt x="344" y="126"/>
                    <a:pt x="343" y="125"/>
                  </a:cubicBezTo>
                  <a:cubicBezTo>
                    <a:pt x="342" y="124"/>
                    <a:pt x="340" y="121"/>
                    <a:pt x="340" y="119"/>
                  </a:cubicBezTo>
                  <a:cubicBezTo>
                    <a:pt x="340" y="118"/>
                    <a:pt x="342" y="116"/>
                    <a:pt x="343" y="115"/>
                  </a:cubicBezTo>
                  <a:cubicBezTo>
                    <a:pt x="345" y="115"/>
                    <a:pt x="348" y="117"/>
                    <a:pt x="350" y="116"/>
                  </a:cubicBezTo>
                  <a:cubicBezTo>
                    <a:pt x="351" y="116"/>
                    <a:pt x="353" y="113"/>
                    <a:pt x="353" y="112"/>
                  </a:cubicBezTo>
                  <a:cubicBezTo>
                    <a:pt x="354" y="110"/>
                    <a:pt x="354" y="106"/>
                    <a:pt x="353" y="105"/>
                  </a:cubicBezTo>
                  <a:cubicBezTo>
                    <a:pt x="352" y="104"/>
                    <a:pt x="350" y="104"/>
                    <a:pt x="349" y="104"/>
                  </a:cubicBezTo>
                  <a:cubicBezTo>
                    <a:pt x="343" y="105"/>
                    <a:pt x="333" y="114"/>
                    <a:pt x="327" y="115"/>
                  </a:cubicBezTo>
                  <a:cubicBezTo>
                    <a:pt x="326" y="115"/>
                    <a:pt x="323" y="114"/>
                    <a:pt x="323" y="113"/>
                  </a:cubicBezTo>
                  <a:cubicBezTo>
                    <a:pt x="322" y="110"/>
                    <a:pt x="328" y="107"/>
                    <a:pt x="330" y="106"/>
                  </a:cubicBezTo>
                  <a:cubicBezTo>
                    <a:pt x="334" y="103"/>
                    <a:pt x="343" y="99"/>
                    <a:pt x="346" y="96"/>
                  </a:cubicBezTo>
                  <a:cubicBezTo>
                    <a:pt x="348" y="94"/>
                    <a:pt x="349" y="90"/>
                    <a:pt x="350" y="87"/>
                  </a:cubicBezTo>
                  <a:cubicBezTo>
                    <a:pt x="350" y="86"/>
                    <a:pt x="350" y="82"/>
                    <a:pt x="348" y="80"/>
                  </a:cubicBezTo>
                  <a:cubicBezTo>
                    <a:pt x="348" y="80"/>
                    <a:pt x="345" y="79"/>
                    <a:pt x="344" y="79"/>
                  </a:cubicBezTo>
                  <a:cubicBezTo>
                    <a:pt x="343" y="80"/>
                    <a:pt x="342" y="82"/>
                    <a:pt x="341" y="82"/>
                  </a:cubicBezTo>
                  <a:cubicBezTo>
                    <a:pt x="339" y="83"/>
                    <a:pt x="334" y="81"/>
                    <a:pt x="333" y="79"/>
                  </a:cubicBezTo>
                  <a:cubicBezTo>
                    <a:pt x="333" y="77"/>
                    <a:pt x="336" y="72"/>
                    <a:pt x="336" y="70"/>
                  </a:cubicBezTo>
                  <a:cubicBezTo>
                    <a:pt x="336" y="68"/>
                    <a:pt x="333" y="63"/>
                    <a:pt x="331" y="62"/>
                  </a:cubicBezTo>
                  <a:cubicBezTo>
                    <a:pt x="328" y="61"/>
                    <a:pt x="323" y="62"/>
                    <a:pt x="320" y="61"/>
                  </a:cubicBezTo>
                  <a:cubicBezTo>
                    <a:pt x="318" y="60"/>
                    <a:pt x="315" y="54"/>
                    <a:pt x="313" y="52"/>
                  </a:cubicBezTo>
                  <a:cubicBezTo>
                    <a:pt x="312" y="50"/>
                    <a:pt x="311" y="46"/>
                    <a:pt x="309" y="45"/>
                  </a:cubicBezTo>
                  <a:cubicBezTo>
                    <a:pt x="307" y="44"/>
                    <a:pt x="302" y="44"/>
                    <a:pt x="299" y="44"/>
                  </a:cubicBezTo>
                  <a:cubicBezTo>
                    <a:pt x="298" y="45"/>
                    <a:pt x="295" y="46"/>
                    <a:pt x="293" y="47"/>
                  </a:cubicBezTo>
                  <a:cubicBezTo>
                    <a:pt x="292" y="48"/>
                    <a:pt x="291" y="51"/>
                    <a:pt x="290" y="52"/>
                  </a:cubicBezTo>
                  <a:cubicBezTo>
                    <a:pt x="288" y="53"/>
                    <a:pt x="283" y="52"/>
                    <a:pt x="280" y="51"/>
                  </a:cubicBezTo>
                  <a:cubicBezTo>
                    <a:pt x="277" y="51"/>
                    <a:pt x="270" y="49"/>
                    <a:pt x="268" y="47"/>
                  </a:cubicBezTo>
                  <a:cubicBezTo>
                    <a:pt x="265" y="46"/>
                    <a:pt x="262" y="40"/>
                    <a:pt x="260" y="39"/>
                  </a:cubicBezTo>
                  <a:cubicBezTo>
                    <a:pt x="258" y="37"/>
                    <a:pt x="254" y="36"/>
                    <a:pt x="252" y="36"/>
                  </a:cubicBezTo>
                  <a:cubicBezTo>
                    <a:pt x="248" y="35"/>
                    <a:pt x="239" y="39"/>
                    <a:pt x="234" y="38"/>
                  </a:cubicBezTo>
                  <a:cubicBezTo>
                    <a:pt x="233" y="38"/>
                    <a:pt x="229" y="37"/>
                    <a:pt x="228" y="36"/>
                  </a:cubicBezTo>
                  <a:cubicBezTo>
                    <a:pt x="226" y="34"/>
                    <a:pt x="223" y="28"/>
                    <a:pt x="220" y="27"/>
                  </a:cubicBezTo>
                  <a:cubicBezTo>
                    <a:pt x="219" y="26"/>
                    <a:pt x="214" y="27"/>
                    <a:pt x="212" y="27"/>
                  </a:cubicBezTo>
                  <a:cubicBezTo>
                    <a:pt x="207" y="27"/>
                    <a:pt x="197" y="31"/>
                    <a:pt x="192" y="29"/>
                  </a:cubicBezTo>
                  <a:cubicBezTo>
                    <a:pt x="190" y="28"/>
                    <a:pt x="187" y="23"/>
                    <a:pt x="184" y="22"/>
                  </a:cubicBezTo>
                  <a:cubicBezTo>
                    <a:pt x="183" y="21"/>
                    <a:pt x="179" y="23"/>
                    <a:pt x="178" y="22"/>
                  </a:cubicBezTo>
                  <a:cubicBezTo>
                    <a:pt x="175" y="21"/>
                    <a:pt x="173" y="15"/>
                    <a:pt x="171" y="14"/>
                  </a:cubicBezTo>
                  <a:cubicBezTo>
                    <a:pt x="169" y="13"/>
                    <a:pt x="164" y="12"/>
                    <a:pt x="162" y="12"/>
                  </a:cubicBezTo>
                  <a:cubicBezTo>
                    <a:pt x="160" y="12"/>
                    <a:pt x="157" y="13"/>
                    <a:pt x="155" y="13"/>
                  </a:cubicBezTo>
                  <a:cubicBezTo>
                    <a:pt x="152" y="12"/>
                    <a:pt x="148" y="6"/>
                    <a:pt x="146" y="4"/>
                  </a:cubicBezTo>
                  <a:cubicBezTo>
                    <a:pt x="144" y="3"/>
                    <a:pt x="141" y="1"/>
                    <a:pt x="139" y="1"/>
                  </a:cubicBezTo>
                  <a:cubicBezTo>
                    <a:pt x="138" y="0"/>
                    <a:pt x="135" y="1"/>
                    <a:pt x="133" y="2"/>
                  </a:cubicBezTo>
                  <a:cubicBezTo>
                    <a:pt x="132" y="3"/>
                    <a:pt x="129" y="7"/>
                    <a:pt x="128" y="8"/>
                  </a:cubicBezTo>
                  <a:cubicBezTo>
                    <a:pt x="126" y="9"/>
                    <a:pt x="120" y="8"/>
                    <a:pt x="118" y="10"/>
                  </a:cubicBezTo>
                  <a:cubicBezTo>
                    <a:pt x="117" y="11"/>
                    <a:pt x="116" y="14"/>
                    <a:pt x="116" y="15"/>
                  </a:cubicBezTo>
                  <a:cubicBezTo>
                    <a:pt x="116" y="17"/>
                    <a:pt x="116" y="20"/>
                    <a:pt x="117" y="21"/>
                  </a:cubicBezTo>
                  <a:cubicBezTo>
                    <a:pt x="118" y="23"/>
                    <a:pt x="123" y="26"/>
                    <a:pt x="125" y="27"/>
                  </a:cubicBezTo>
                  <a:cubicBezTo>
                    <a:pt x="128" y="27"/>
                    <a:pt x="134" y="27"/>
                    <a:pt x="137" y="27"/>
                  </a:cubicBezTo>
                  <a:cubicBezTo>
                    <a:pt x="140" y="28"/>
                    <a:pt x="145" y="29"/>
                    <a:pt x="147" y="31"/>
                  </a:cubicBezTo>
                  <a:cubicBezTo>
                    <a:pt x="148" y="32"/>
                    <a:pt x="149" y="35"/>
                    <a:pt x="149" y="37"/>
                  </a:cubicBezTo>
                  <a:cubicBezTo>
                    <a:pt x="148" y="38"/>
                    <a:pt x="146" y="38"/>
                    <a:pt x="145" y="39"/>
                  </a:cubicBezTo>
                  <a:cubicBezTo>
                    <a:pt x="144" y="39"/>
                    <a:pt x="141" y="38"/>
                    <a:pt x="140" y="38"/>
                  </a:cubicBezTo>
                  <a:cubicBezTo>
                    <a:pt x="139" y="39"/>
                    <a:pt x="138" y="40"/>
                    <a:pt x="138" y="41"/>
                  </a:cubicBezTo>
                  <a:cubicBezTo>
                    <a:pt x="139" y="44"/>
                    <a:pt x="142" y="47"/>
                    <a:pt x="143" y="49"/>
                  </a:cubicBezTo>
                  <a:cubicBezTo>
                    <a:pt x="145" y="51"/>
                    <a:pt x="151" y="52"/>
                    <a:pt x="152" y="54"/>
                  </a:cubicBezTo>
                  <a:cubicBezTo>
                    <a:pt x="153" y="56"/>
                    <a:pt x="154" y="60"/>
                    <a:pt x="152" y="62"/>
                  </a:cubicBezTo>
                  <a:cubicBezTo>
                    <a:pt x="151" y="63"/>
                    <a:pt x="146" y="61"/>
                    <a:pt x="145" y="60"/>
                  </a:cubicBezTo>
                  <a:cubicBezTo>
                    <a:pt x="142" y="59"/>
                    <a:pt x="140" y="54"/>
                    <a:pt x="139" y="52"/>
                  </a:cubicBezTo>
                  <a:cubicBezTo>
                    <a:pt x="136" y="49"/>
                    <a:pt x="133" y="41"/>
                    <a:pt x="130" y="40"/>
                  </a:cubicBezTo>
                  <a:cubicBezTo>
                    <a:pt x="128" y="39"/>
                    <a:pt x="125" y="39"/>
                    <a:pt x="124" y="39"/>
                  </a:cubicBezTo>
                  <a:cubicBezTo>
                    <a:pt x="122" y="40"/>
                    <a:pt x="117" y="41"/>
                    <a:pt x="115" y="42"/>
                  </a:cubicBezTo>
                  <a:cubicBezTo>
                    <a:pt x="114" y="44"/>
                    <a:pt x="113" y="48"/>
                    <a:pt x="111" y="49"/>
                  </a:cubicBezTo>
                  <a:cubicBezTo>
                    <a:pt x="110" y="50"/>
                    <a:pt x="106" y="49"/>
                    <a:pt x="105" y="50"/>
                  </a:cubicBezTo>
                  <a:cubicBezTo>
                    <a:pt x="104" y="50"/>
                    <a:pt x="103" y="53"/>
                    <a:pt x="103" y="54"/>
                  </a:cubicBezTo>
                  <a:cubicBezTo>
                    <a:pt x="103" y="58"/>
                    <a:pt x="108" y="67"/>
                    <a:pt x="108" y="71"/>
                  </a:cubicBezTo>
                  <a:cubicBezTo>
                    <a:pt x="108" y="72"/>
                    <a:pt x="108" y="75"/>
                    <a:pt x="107" y="75"/>
                  </a:cubicBezTo>
                  <a:cubicBezTo>
                    <a:pt x="106" y="76"/>
                    <a:pt x="104" y="73"/>
                    <a:pt x="103" y="73"/>
                  </a:cubicBezTo>
                  <a:cubicBezTo>
                    <a:pt x="102" y="73"/>
                    <a:pt x="99" y="73"/>
                    <a:pt x="98" y="74"/>
                  </a:cubicBezTo>
                  <a:cubicBezTo>
                    <a:pt x="97" y="75"/>
                    <a:pt x="97" y="78"/>
                    <a:pt x="96" y="79"/>
                  </a:cubicBezTo>
                  <a:cubicBezTo>
                    <a:pt x="95" y="80"/>
                    <a:pt x="92" y="80"/>
                    <a:pt x="91" y="81"/>
                  </a:cubicBezTo>
                  <a:cubicBezTo>
                    <a:pt x="90" y="82"/>
                    <a:pt x="90" y="83"/>
                    <a:pt x="89" y="83"/>
                  </a:cubicBezTo>
                  <a:cubicBezTo>
                    <a:pt x="87" y="84"/>
                    <a:pt x="84" y="82"/>
                    <a:pt x="83" y="81"/>
                  </a:cubicBezTo>
                  <a:cubicBezTo>
                    <a:pt x="82" y="79"/>
                    <a:pt x="84" y="77"/>
                    <a:pt x="83" y="76"/>
                  </a:cubicBezTo>
                  <a:cubicBezTo>
                    <a:pt x="82" y="73"/>
                    <a:pt x="77" y="72"/>
                    <a:pt x="76" y="70"/>
                  </a:cubicBezTo>
                  <a:cubicBezTo>
                    <a:pt x="74" y="68"/>
                    <a:pt x="72" y="63"/>
                    <a:pt x="73" y="61"/>
                  </a:cubicBezTo>
                  <a:cubicBezTo>
                    <a:pt x="74" y="60"/>
                    <a:pt x="75" y="60"/>
                    <a:pt x="76" y="60"/>
                  </a:cubicBezTo>
                  <a:cubicBezTo>
                    <a:pt x="78" y="60"/>
                    <a:pt x="81" y="64"/>
                    <a:pt x="83" y="65"/>
                  </a:cubicBezTo>
                  <a:cubicBezTo>
                    <a:pt x="84" y="65"/>
                    <a:pt x="87" y="64"/>
                    <a:pt x="89" y="63"/>
                  </a:cubicBezTo>
                  <a:cubicBezTo>
                    <a:pt x="90" y="63"/>
                    <a:pt x="92" y="60"/>
                    <a:pt x="93" y="59"/>
                  </a:cubicBezTo>
                  <a:cubicBezTo>
                    <a:pt x="94" y="57"/>
                    <a:pt x="92" y="54"/>
                    <a:pt x="93" y="53"/>
                  </a:cubicBezTo>
                  <a:cubicBezTo>
                    <a:pt x="94" y="52"/>
                    <a:pt x="99" y="53"/>
                    <a:pt x="100" y="52"/>
                  </a:cubicBezTo>
                  <a:cubicBezTo>
                    <a:pt x="101" y="51"/>
                    <a:pt x="102" y="47"/>
                    <a:pt x="102" y="46"/>
                  </a:cubicBezTo>
                  <a:cubicBezTo>
                    <a:pt x="102" y="44"/>
                    <a:pt x="100" y="39"/>
                    <a:pt x="98" y="38"/>
                  </a:cubicBezTo>
                  <a:cubicBezTo>
                    <a:pt x="98" y="38"/>
                    <a:pt x="95" y="38"/>
                    <a:pt x="94" y="38"/>
                  </a:cubicBezTo>
                  <a:cubicBezTo>
                    <a:pt x="93" y="38"/>
                    <a:pt x="91" y="39"/>
                    <a:pt x="89" y="39"/>
                  </a:cubicBezTo>
                  <a:cubicBezTo>
                    <a:pt x="89" y="39"/>
                    <a:pt x="88" y="38"/>
                    <a:pt x="87" y="38"/>
                  </a:cubicBezTo>
                  <a:cubicBezTo>
                    <a:pt x="86" y="37"/>
                    <a:pt x="85" y="34"/>
                    <a:pt x="83" y="34"/>
                  </a:cubicBezTo>
                  <a:cubicBezTo>
                    <a:pt x="82" y="33"/>
                    <a:pt x="80" y="34"/>
                    <a:pt x="79" y="34"/>
                  </a:cubicBezTo>
                  <a:cubicBezTo>
                    <a:pt x="78" y="35"/>
                    <a:pt x="77" y="37"/>
                    <a:pt x="77" y="38"/>
                  </a:cubicBezTo>
                  <a:cubicBezTo>
                    <a:pt x="76" y="39"/>
                    <a:pt x="77" y="42"/>
                    <a:pt x="77" y="43"/>
                  </a:cubicBezTo>
                  <a:cubicBezTo>
                    <a:pt x="76" y="44"/>
                    <a:pt x="74" y="45"/>
                    <a:pt x="73" y="44"/>
                  </a:cubicBezTo>
                  <a:cubicBezTo>
                    <a:pt x="72" y="43"/>
                    <a:pt x="72" y="38"/>
                    <a:pt x="73" y="36"/>
                  </a:cubicBezTo>
                  <a:cubicBezTo>
                    <a:pt x="74" y="34"/>
                    <a:pt x="79" y="33"/>
                    <a:pt x="80" y="31"/>
                  </a:cubicBezTo>
                  <a:cubicBezTo>
                    <a:pt x="81" y="30"/>
                    <a:pt x="81" y="27"/>
                    <a:pt x="81" y="25"/>
                  </a:cubicBezTo>
                  <a:cubicBezTo>
                    <a:pt x="81" y="24"/>
                    <a:pt x="81" y="20"/>
                    <a:pt x="80" y="19"/>
                  </a:cubicBezTo>
                  <a:cubicBezTo>
                    <a:pt x="79" y="18"/>
                    <a:pt x="77" y="18"/>
                    <a:pt x="76" y="17"/>
                  </a:cubicBezTo>
                  <a:cubicBezTo>
                    <a:pt x="75" y="16"/>
                    <a:pt x="75" y="13"/>
                    <a:pt x="74" y="12"/>
                  </a:cubicBezTo>
                  <a:cubicBezTo>
                    <a:pt x="72" y="11"/>
                    <a:pt x="69" y="10"/>
                    <a:pt x="67" y="10"/>
                  </a:cubicBezTo>
                  <a:cubicBezTo>
                    <a:pt x="66" y="10"/>
                    <a:pt x="63" y="11"/>
                    <a:pt x="62" y="12"/>
                  </a:cubicBezTo>
                  <a:cubicBezTo>
                    <a:pt x="59" y="14"/>
                    <a:pt x="56" y="19"/>
                    <a:pt x="53" y="20"/>
                  </a:cubicBezTo>
                  <a:cubicBezTo>
                    <a:pt x="50" y="22"/>
                    <a:pt x="42" y="22"/>
                    <a:pt x="39" y="24"/>
                  </a:cubicBezTo>
                  <a:cubicBezTo>
                    <a:pt x="38" y="25"/>
                    <a:pt x="35" y="27"/>
                    <a:pt x="34" y="29"/>
                  </a:cubicBezTo>
                  <a:cubicBezTo>
                    <a:pt x="32" y="30"/>
                    <a:pt x="30" y="34"/>
                    <a:pt x="29" y="37"/>
                  </a:cubicBezTo>
                  <a:cubicBezTo>
                    <a:pt x="28" y="40"/>
                    <a:pt x="28" y="47"/>
                    <a:pt x="29" y="50"/>
                  </a:cubicBezTo>
                  <a:cubicBezTo>
                    <a:pt x="29" y="52"/>
                    <a:pt x="32" y="56"/>
                    <a:pt x="32" y="58"/>
                  </a:cubicBezTo>
                  <a:cubicBezTo>
                    <a:pt x="31" y="59"/>
                    <a:pt x="27" y="60"/>
                    <a:pt x="27" y="61"/>
                  </a:cubicBezTo>
                  <a:cubicBezTo>
                    <a:pt x="26" y="62"/>
                    <a:pt x="26" y="64"/>
                    <a:pt x="26" y="65"/>
                  </a:cubicBezTo>
                  <a:cubicBezTo>
                    <a:pt x="27" y="65"/>
                    <a:pt x="28" y="65"/>
                    <a:pt x="29" y="66"/>
                  </a:cubicBezTo>
                  <a:cubicBezTo>
                    <a:pt x="29" y="66"/>
                    <a:pt x="30" y="68"/>
                    <a:pt x="30" y="69"/>
                  </a:cubicBezTo>
                  <a:cubicBezTo>
                    <a:pt x="29" y="72"/>
                    <a:pt x="20" y="72"/>
                    <a:pt x="18" y="74"/>
                  </a:cubicBezTo>
                  <a:cubicBezTo>
                    <a:pt x="16" y="76"/>
                    <a:pt x="14" y="80"/>
                    <a:pt x="14" y="82"/>
                  </a:cubicBezTo>
                  <a:cubicBezTo>
                    <a:pt x="13" y="85"/>
                    <a:pt x="13" y="91"/>
                    <a:pt x="14" y="93"/>
                  </a:cubicBezTo>
                  <a:cubicBezTo>
                    <a:pt x="14" y="95"/>
                    <a:pt x="16" y="97"/>
                    <a:pt x="16" y="98"/>
                  </a:cubicBezTo>
                  <a:cubicBezTo>
                    <a:pt x="16" y="99"/>
                    <a:pt x="15" y="102"/>
                    <a:pt x="14" y="103"/>
                  </a:cubicBezTo>
                  <a:cubicBezTo>
                    <a:pt x="14" y="104"/>
                    <a:pt x="11" y="104"/>
                    <a:pt x="10" y="105"/>
                  </a:cubicBezTo>
                  <a:cubicBezTo>
                    <a:pt x="8" y="107"/>
                    <a:pt x="6" y="112"/>
                    <a:pt x="5" y="115"/>
                  </a:cubicBezTo>
                  <a:cubicBezTo>
                    <a:pt x="3" y="117"/>
                    <a:pt x="1" y="122"/>
                    <a:pt x="0" y="125"/>
                  </a:cubicBezTo>
                  <a:cubicBezTo>
                    <a:pt x="0" y="127"/>
                    <a:pt x="1" y="131"/>
                    <a:pt x="3" y="132"/>
                  </a:cubicBezTo>
                  <a:cubicBezTo>
                    <a:pt x="3" y="133"/>
                    <a:pt x="6" y="134"/>
                    <a:pt x="8" y="134"/>
                  </a:cubicBezTo>
                  <a:cubicBezTo>
                    <a:pt x="9" y="135"/>
                    <a:pt x="11" y="133"/>
                    <a:pt x="12" y="134"/>
                  </a:cubicBezTo>
                  <a:cubicBezTo>
                    <a:pt x="13" y="134"/>
                    <a:pt x="14" y="136"/>
                    <a:pt x="16" y="136"/>
                  </a:cubicBezTo>
                  <a:cubicBezTo>
                    <a:pt x="17" y="136"/>
                    <a:pt x="20" y="135"/>
                    <a:pt x="20" y="134"/>
                  </a:cubicBezTo>
                  <a:cubicBezTo>
                    <a:pt x="20" y="132"/>
                    <a:pt x="16" y="131"/>
                    <a:pt x="16" y="129"/>
                  </a:cubicBezTo>
                  <a:cubicBezTo>
                    <a:pt x="15" y="128"/>
                    <a:pt x="17" y="126"/>
                    <a:pt x="17" y="125"/>
                  </a:cubicBezTo>
                  <a:cubicBezTo>
                    <a:pt x="16" y="124"/>
                    <a:pt x="14" y="123"/>
                    <a:pt x="14" y="121"/>
                  </a:cubicBezTo>
                  <a:cubicBezTo>
                    <a:pt x="14" y="120"/>
                    <a:pt x="16" y="119"/>
                    <a:pt x="17" y="118"/>
                  </a:cubicBezTo>
                  <a:cubicBezTo>
                    <a:pt x="18" y="118"/>
                    <a:pt x="20" y="120"/>
                    <a:pt x="20" y="119"/>
                  </a:cubicBezTo>
                  <a:cubicBezTo>
                    <a:pt x="23" y="119"/>
                    <a:pt x="27" y="116"/>
                    <a:pt x="28" y="114"/>
                  </a:cubicBezTo>
                  <a:cubicBezTo>
                    <a:pt x="29" y="113"/>
                    <a:pt x="29" y="109"/>
                    <a:pt x="28" y="107"/>
                  </a:cubicBezTo>
                  <a:cubicBezTo>
                    <a:pt x="27" y="106"/>
                    <a:pt x="22" y="105"/>
                    <a:pt x="21" y="103"/>
                  </a:cubicBezTo>
                  <a:cubicBezTo>
                    <a:pt x="20" y="102"/>
                    <a:pt x="19" y="99"/>
                    <a:pt x="20" y="97"/>
                  </a:cubicBezTo>
                  <a:cubicBezTo>
                    <a:pt x="20" y="96"/>
                    <a:pt x="24" y="94"/>
                    <a:pt x="25" y="94"/>
                  </a:cubicBezTo>
                  <a:cubicBezTo>
                    <a:pt x="27" y="94"/>
                    <a:pt x="29" y="97"/>
                    <a:pt x="30" y="97"/>
                  </a:cubicBezTo>
                  <a:cubicBezTo>
                    <a:pt x="31" y="97"/>
                    <a:pt x="32" y="96"/>
                    <a:pt x="33" y="95"/>
                  </a:cubicBezTo>
                  <a:cubicBezTo>
                    <a:pt x="34" y="94"/>
                    <a:pt x="33" y="90"/>
                    <a:pt x="33" y="88"/>
                  </a:cubicBezTo>
                  <a:cubicBezTo>
                    <a:pt x="34" y="87"/>
                    <a:pt x="36" y="85"/>
                    <a:pt x="37" y="85"/>
                  </a:cubicBezTo>
                  <a:cubicBezTo>
                    <a:pt x="39" y="85"/>
                    <a:pt x="40" y="88"/>
                    <a:pt x="42" y="89"/>
                  </a:cubicBezTo>
                  <a:cubicBezTo>
                    <a:pt x="42" y="89"/>
                    <a:pt x="45" y="89"/>
                    <a:pt x="45" y="88"/>
                  </a:cubicBezTo>
                  <a:cubicBezTo>
                    <a:pt x="46" y="88"/>
                    <a:pt x="46" y="85"/>
                    <a:pt x="46" y="84"/>
                  </a:cubicBezTo>
                  <a:cubicBezTo>
                    <a:pt x="47" y="83"/>
                    <a:pt x="49" y="81"/>
                    <a:pt x="50" y="80"/>
                  </a:cubicBezTo>
                  <a:cubicBezTo>
                    <a:pt x="50" y="79"/>
                    <a:pt x="48" y="76"/>
                    <a:pt x="48" y="75"/>
                  </a:cubicBezTo>
                  <a:cubicBezTo>
                    <a:pt x="48" y="72"/>
                    <a:pt x="52" y="69"/>
                    <a:pt x="54" y="68"/>
                  </a:cubicBezTo>
                  <a:cubicBezTo>
                    <a:pt x="56" y="68"/>
                    <a:pt x="60" y="70"/>
                    <a:pt x="62" y="71"/>
                  </a:cubicBezTo>
                  <a:cubicBezTo>
                    <a:pt x="63" y="73"/>
                    <a:pt x="65" y="76"/>
                    <a:pt x="66" y="78"/>
                  </a:cubicBezTo>
                  <a:cubicBezTo>
                    <a:pt x="67" y="80"/>
                    <a:pt x="70" y="86"/>
                    <a:pt x="72" y="88"/>
                  </a:cubicBezTo>
                  <a:cubicBezTo>
                    <a:pt x="74" y="89"/>
                    <a:pt x="79" y="91"/>
                    <a:pt x="82" y="93"/>
                  </a:cubicBezTo>
                  <a:cubicBezTo>
                    <a:pt x="84" y="93"/>
                    <a:pt x="88" y="94"/>
                    <a:pt x="89" y="96"/>
                  </a:cubicBezTo>
                  <a:cubicBezTo>
                    <a:pt x="89" y="96"/>
                    <a:pt x="89" y="98"/>
                    <a:pt x="89" y="98"/>
                  </a:cubicBezTo>
                  <a:cubicBezTo>
                    <a:pt x="89" y="100"/>
                    <a:pt x="89" y="102"/>
                    <a:pt x="87" y="103"/>
                  </a:cubicBezTo>
                  <a:cubicBezTo>
                    <a:pt x="86" y="104"/>
                    <a:pt x="83" y="104"/>
                    <a:pt x="81" y="103"/>
                  </a:cubicBezTo>
                  <a:cubicBezTo>
                    <a:pt x="79" y="102"/>
                    <a:pt x="77" y="99"/>
                    <a:pt x="76" y="98"/>
                  </a:cubicBezTo>
                  <a:cubicBezTo>
                    <a:pt x="75" y="98"/>
                    <a:pt x="73" y="98"/>
                    <a:pt x="72" y="98"/>
                  </a:cubicBezTo>
                  <a:cubicBezTo>
                    <a:pt x="71" y="98"/>
                    <a:pt x="68" y="99"/>
                    <a:pt x="68" y="101"/>
                  </a:cubicBezTo>
                  <a:cubicBezTo>
                    <a:pt x="67" y="102"/>
                    <a:pt x="69" y="105"/>
                    <a:pt x="70" y="106"/>
                  </a:cubicBezTo>
                  <a:cubicBezTo>
                    <a:pt x="72" y="109"/>
                    <a:pt x="79" y="112"/>
                    <a:pt x="80" y="116"/>
                  </a:cubicBezTo>
                  <a:cubicBezTo>
                    <a:pt x="80" y="116"/>
                    <a:pt x="80" y="117"/>
                    <a:pt x="79" y="118"/>
                  </a:cubicBezTo>
                  <a:cubicBezTo>
                    <a:pt x="78" y="118"/>
                    <a:pt x="76" y="117"/>
                    <a:pt x="75" y="117"/>
                  </a:cubicBezTo>
                  <a:cubicBezTo>
                    <a:pt x="74" y="117"/>
                    <a:pt x="73" y="119"/>
                    <a:pt x="72" y="120"/>
                  </a:cubicBezTo>
                  <a:cubicBezTo>
                    <a:pt x="72" y="121"/>
                    <a:pt x="72" y="125"/>
                    <a:pt x="73" y="126"/>
                  </a:cubicBezTo>
                  <a:cubicBezTo>
                    <a:pt x="74" y="127"/>
                    <a:pt x="77" y="129"/>
                    <a:pt x="78" y="130"/>
                  </a:cubicBezTo>
                  <a:cubicBezTo>
                    <a:pt x="80" y="130"/>
                    <a:pt x="82" y="129"/>
                    <a:pt x="83" y="130"/>
                  </a:cubicBezTo>
                  <a:cubicBezTo>
                    <a:pt x="85" y="131"/>
                    <a:pt x="87" y="134"/>
                    <a:pt x="86" y="136"/>
                  </a:cubicBezTo>
                  <a:cubicBezTo>
                    <a:pt x="86" y="137"/>
                    <a:pt x="84" y="138"/>
                    <a:pt x="83" y="138"/>
                  </a:cubicBezTo>
                  <a:cubicBezTo>
                    <a:pt x="81" y="138"/>
                    <a:pt x="77" y="133"/>
                    <a:pt x="75" y="132"/>
                  </a:cubicBezTo>
                  <a:cubicBezTo>
                    <a:pt x="72" y="131"/>
                    <a:pt x="67" y="132"/>
                    <a:pt x="64" y="133"/>
                  </a:cubicBezTo>
                  <a:cubicBezTo>
                    <a:pt x="63" y="134"/>
                    <a:pt x="61" y="139"/>
                    <a:pt x="59" y="139"/>
                  </a:cubicBezTo>
                  <a:cubicBezTo>
                    <a:pt x="58" y="140"/>
                    <a:pt x="55" y="137"/>
                    <a:pt x="53" y="138"/>
                  </a:cubicBezTo>
                  <a:cubicBezTo>
                    <a:pt x="52" y="138"/>
                    <a:pt x="50" y="140"/>
                    <a:pt x="50" y="141"/>
                  </a:cubicBezTo>
                  <a:cubicBezTo>
                    <a:pt x="49" y="143"/>
                    <a:pt x="49" y="146"/>
                    <a:pt x="50" y="148"/>
                  </a:cubicBezTo>
                  <a:cubicBezTo>
                    <a:pt x="51" y="151"/>
                    <a:pt x="55" y="156"/>
                    <a:pt x="56" y="159"/>
                  </a:cubicBezTo>
                  <a:cubicBezTo>
                    <a:pt x="56" y="160"/>
                    <a:pt x="55" y="162"/>
                    <a:pt x="56" y="163"/>
                  </a:cubicBezTo>
                  <a:cubicBezTo>
                    <a:pt x="57" y="164"/>
                    <a:pt x="61" y="166"/>
                    <a:pt x="63" y="166"/>
                  </a:cubicBezTo>
                  <a:cubicBezTo>
                    <a:pt x="66" y="165"/>
                    <a:pt x="73" y="161"/>
                    <a:pt x="75" y="158"/>
                  </a:cubicBezTo>
                  <a:cubicBezTo>
                    <a:pt x="77" y="156"/>
                    <a:pt x="76" y="152"/>
                    <a:pt x="77" y="150"/>
                  </a:cubicBezTo>
                  <a:cubicBezTo>
                    <a:pt x="79" y="148"/>
                    <a:pt x="85" y="145"/>
                    <a:pt x="88" y="145"/>
                  </a:cubicBezTo>
                  <a:cubicBezTo>
                    <a:pt x="90" y="144"/>
                    <a:pt x="97" y="143"/>
                    <a:pt x="99" y="145"/>
                  </a:cubicBezTo>
                  <a:cubicBezTo>
                    <a:pt x="99" y="145"/>
                    <a:pt x="99" y="148"/>
                    <a:pt x="98" y="149"/>
                  </a:cubicBezTo>
                  <a:cubicBezTo>
                    <a:pt x="97" y="150"/>
                    <a:pt x="93" y="150"/>
                    <a:pt x="92" y="151"/>
                  </a:cubicBezTo>
                  <a:cubicBezTo>
                    <a:pt x="90" y="152"/>
                    <a:pt x="89" y="155"/>
                    <a:pt x="89" y="156"/>
                  </a:cubicBezTo>
                  <a:cubicBezTo>
                    <a:pt x="88" y="158"/>
                    <a:pt x="87" y="161"/>
                    <a:pt x="87" y="163"/>
                  </a:cubicBezTo>
                  <a:cubicBezTo>
                    <a:pt x="87" y="164"/>
                    <a:pt x="88" y="166"/>
                    <a:pt x="89" y="166"/>
                  </a:cubicBezTo>
                  <a:cubicBezTo>
                    <a:pt x="90" y="167"/>
                    <a:pt x="93" y="165"/>
                    <a:pt x="94" y="166"/>
                  </a:cubicBezTo>
                  <a:cubicBezTo>
                    <a:pt x="95" y="167"/>
                    <a:pt x="94" y="169"/>
                    <a:pt x="94" y="169"/>
                  </a:cubicBezTo>
                  <a:cubicBezTo>
                    <a:pt x="93" y="171"/>
                    <a:pt x="90" y="172"/>
                    <a:pt x="88" y="172"/>
                  </a:cubicBezTo>
                  <a:cubicBezTo>
                    <a:pt x="87" y="172"/>
                    <a:pt x="84" y="169"/>
                    <a:pt x="82" y="169"/>
                  </a:cubicBezTo>
                  <a:cubicBezTo>
                    <a:pt x="81" y="169"/>
                    <a:pt x="78" y="169"/>
                    <a:pt x="77" y="170"/>
                  </a:cubicBezTo>
                  <a:cubicBezTo>
                    <a:pt x="75" y="171"/>
                    <a:pt x="72" y="176"/>
                    <a:pt x="71" y="178"/>
                  </a:cubicBezTo>
                  <a:cubicBezTo>
                    <a:pt x="70" y="180"/>
                    <a:pt x="70" y="185"/>
                    <a:pt x="71" y="187"/>
                  </a:cubicBezTo>
                  <a:cubicBezTo>
                    <a:pt x="72" y="189"/>
                    <a:pt x="75" y="193"/>
                    <a:pt x="77" y="194"/>
                  </a:cubicBezTo>
                  <a:cubicBezTo>
                    <a:pt x="80" y="196"/>
                    <a:pt x="87" y="194"/>
                    <a:pt x="90" y="196"/>
                  </a:cubicBezTo>
                  <a:cubicBezTo>
                    <a:pt x="91" y="197"/>
                    <a:pt x="92" y="202"/>
                    <a:pt x="92" y="204"/>
                  </a:cubicBezTo>
                  <a:cubicBezTo>
                    <a:pt x="92" y="206"/>
                    <a:pt x="88" y="211"/>
                    <a:pt x="89" y="213"/>
                  </a:cubicBezTo>
                  <a:cubicBezTo>
                    <a:pt x="89" y="214"/>
                    <a:pt x="91" y="214"/>
                    <a:pt x="91" y="214"/>
                  </a:cubicBezTo>
                  <a:cubicBezTo>
                    <a:pt x="91" y="215"/>
                    <a:pt x="90" y="218"/>
                    <a:pt x="91" y="219"/>
                  </a:cubicBezTo>
                  <a:cubicBezTo>
                    <a:pt x="91" y="220"/>
                    <a:pt x="91" y="223"/>
                    <a:pt x="92" y="223"/>
                  </a:cubicBezTo>
                  <a:cubicBezTo>
                    <a:pt x="93" y="224"/>
                    <a:pt x="96" y="224"/>
                    <a:pt x="97" y="224"/>
                  </a:cubicBezTo>
                  <a:cubicBezTo>
                    <a:pt x="98" y="224"/>
                    <a:pt x="99" y="224"/>
                    <a:pt x="100" y="224"/>
                  </a:cubicBezTo>
                  <a:cubicBezTo>
                    <a:pt x="101" y="223"/>
                    <a:pt x="101" y="219"/>
                    <a:pt x="103" y="218"/>
                  </a:cubicBezTo>
                  <a:cubicBezTo>
                    <a:pt x="104" y="218"/>
                    <a:pt x="106" y="218"/>
                    <a:pt x="106" y="219"/>
                  </a:cubicBezTo>
                  <a:cubicBezTo>
                    <a:pt x="108" y="220"/>
                    <a:pt x="109" y="225"/>
                    <a:pt x="108" y="227"/>
                  </a:cubicBezTo>
                  <a:cubicBezTo>
                    <a:pt x="108" y="229"/>
                    <a:pt x="105" y="233"/>
                    <a:pt x="105" y="235"/>
                  </a:cubicBezTo>
                  <a:cubicBezTo>
                    <a:pt x="105" y="236"/>
                    <a:pt x="108" y="239"/>
                    <a:pt x="108" y="241"/>
                  </a:cubicBezTo>
                  <a:cubicBezTo>
                    <a:pt x="108" y="242"/>
                    <a:pt x="105" y="243"/>
                    <a:pt x="104" y="244"/>
                  </a:cubicBezTo>
                  <a:cubicBezTo>
                    <a:pt x="103" y="246"/>
                    <a:pt x="105" y="251"/>
                    <a:pt x="103" y="253"/>
                  </a:cubicBezTo>
                  <a:cubicBezTo>
                    <a:pt x="103" y="253"/>
                    <a:pt x="101" y="254"/>
                    <a:pt x="100" y="253"/>
                  </a:cubicBezTo>
                  <a:cubicBezTo>
                    <a:pt x="98" y="252"/>
                    <a:pt x="96" y="247"/>
                    <a:pt x="96" y="245"/>
                  </a:cubicBezTo>
                  <a:cubicBezTo>
                    <a:pt x="96" y="243"/>
                    <a:pt x="99" y="240"/>
                    <a:pt x="99" y="238"/>
                  </a:cubicBezTo>
                  <a:cubicBezTo>
                    <a:pt x="99" y="237"/>
                    <a:pt x="98" y="234"/>
                    <a:pt x="97" y="233"/>
                  </a:cubicBezTo>
                  <a:cubicBezTo>
                    <a:pt x="95" y="231"/>
                    <a:pt x="89" y="230"/>
                    <a:pt x="88" y="228"/>
                  </a:cubicBezTo>
                  <a:cubicBezTo>
                    <a:pt x="86" y="227"/>
                    <a:pt x="86" y="223"/>
                    <a:pt x="85" y="222"/>
                  </a:cubicBezTo>
                  <a:cubicBezTo>
                    <a:pt x="83" y="220"/>
                    <a:pt x="77" y="217"/>
                    <a:pt x="75" y="217"/>
                  </a:cubicBezTo>
                  <a:cubicBezTo>
                    <a:pt x="71" y="218"/>
                    <a:pt x="66" y="223"/>
                    <a:pt x="64" y="226"/>
                  </a:cubicBezTo>
                  <a:cubicBezTo>
                    <a:pt x="62" y="229"/>
                    <a:pt x="62" y="236"/>
                    <a:pt x="61" y="240"/>
                  </a:cubicBezTo>
                  <a:cubicBezTo>
                    <a:pt x="60" y="244"/>
                    <a:pt x="54" y="252"/>
                    <a:pt x="53" y="256"/>
                  </a:cubicBezTo>
                  <a:cubicBezTo>
                    <a:pt x="52" y="258"/>
                    <a:pt x="51" y="263"/>
                    <a:pt x="51" y="265"/>
                  </a:cubicBezTo>
                  <a:cubicBezTo>
                    <a:pt x="51" y="266"/>
                    <a:pt x="53" y="269"/>
                    <a:pt x="53" y="271"/>
                  </a:cubicBezTo>
                  <a:cubicBezTo>
                    <a:pt x="53" y="272"/>
                    <a:pt x="51" y="274"/>
                    <a:pt x="51" y="275"/>
                  </a:cubicBezTo>
                  <a:cubicBezTo>
                    <a:pt x="52" y="275"/>
                    <a:pt x="53" y="275"/>
                    <a:pt x="54" y="275"/>
                  </a:cubicBezTo>
                  <a:cubicBezTo>
                    <a:pt x="55" y="275"/>
                    <a:pt x="58" y="274"/>
                    <a:pt x="60" y="274"/>
                  </a:cubicBezTo>
                  <a:cubicBezTo>
                    <a:pt x="63" y="273"/>
                    <a:pt x="68" y="276"/>
                    <a:pt x="71" y="276"/>
                  </a:cubicBezTo>
                  <a:cubicBezTo>
                    <a:pt x="74" y="276"/>
                    <a:pt x="80" y="275"/>
                    <a:pt x="82" y="275"/>
                  </a:cubicBezTo>
                  <a:cubicBezTo>
                    <a:pt x="85" y="274"/>
                    <a:pt x="90" y="269"/>
                    <a:pt x="93" y="269"/>
                  </a:cubicBezTo>
                  <a:cubicBezTo>
                    <a:pt x="97" y="268"/>
                    <a:pt x="105" y="272"/>
                    <a:pt x="109" y="272"/>
                  </a:cubicBezTo>
                  <a:cubicBezTo>
                    <a:pt x="112" y="272"/>
                    <a:pt x="118" y="269"/>
                    <a:pt x="121" y="271"/>
                  </a:cubicBezTo>
                  <a:cubicBezTo>
                    <a:pt x="122" y="272"/>
                    <a:pt x="121" y="275"/>
                    <a:pt x="122" y="276"/>
                  </a:cubicBezTo>
                  <a:cubicBezTo>
                    <a:pt x="123" y="278"/>
                    <a:pt x="128" y="279"/>
                    <a:pt x="130" y="279"/>
                  </a:cubicBezTo>
                  <a:cubicBezTo>
                    <a:pt x="132" y="278"/>
                    <a:pt x="136" y="274"/>
                    <a:pt x="138" y="275"/>
                  </a:cubicBezTo>
                  <a:cubicBezTo>
                    <a:pt x="140" y="275"/>
                    <a:pt x="143" y="277"/>
                    <a:pt x="144" y="279"/>
                  </a:cubicBezTo>
                  <a:cubicBezTo>
                    <a:pt x="145" y="280"/>
                    <a:pt x="145" y="282"/>
                    <a:pt x="146" y="283"/>
                  </a:cubicBezTo>
                  <a:cubicBezTo>
                    <a:pt x="147" y="284"/>
                    <a:pt x="151" y="282"/>
                    <a:pt x="153" y="282"/>
                  </a:cubicBezTo>
                  <a:cubicBezTo>
                    <a:pt x="154" y="283"/>
                    <a:pt x="155" y="287"/>
                    <a:pt x="156" y="288"/>
                  </a:cubicBezTo>
                  <a:cubicBezTo>
                    <a:pt x="158" y="289"/>
                    <a:pt x="163" y="289"/>
                    <a:pt x="165" y="288"/>
                  </a:cubicBezTo>
                  <a:cubicBezTo>
                    <a:pt x="166" y="288"/>
                    <a:pt x="169" y="286"/>
                    <a:pt x="171" y="287"/>
                  </a:cubicBezTo>
                  <a:cubicBezTo>
                    <a:pt x="173" y="287"/>
                    <a:pt x="174" y="291"/>
                    <a:pt x="175" y="292"/>
                  </a:cubicBezTo>
                  <a:cubicBezTo>
                    <a:pt x="177" y="293"/>
                    <a:pt x="182" y="290"/>
                    <a:pt x="183" y="291"/>
                  </a:cubicBezTo>
                  <a:cubicBezTo>
                    <a:pt x="185" y="292"/>
                    <a:pt x="185" y="297"/>
                    <a:pt x="184" y="298"/>
                  </a:cubicBezTo>
                  <a:cubicBezTo>
                    <a:pt x="182" y="300"/>
                    <a:pt x="175" y="299"/>
                    <a:pt x="173" y="301"/>
                  </a:cubicBezTo>
                  <a:cubicBezTo>
                    <a:pt x="173" y="302"/>
                    <a:pt x="172" y="304"/>
                    <a:pt x="172" y="305"/>
                  </a:cubicBezTo>
                  <a:cubicBezTo>
                    <a:pt x="173" y="307"/>
                    <a:pt x="177" y="307"/>
                    <a:pt x="178" y="309"/>
                  </a:cubicBezTo>
                  <a:cubicBezTo>
                    <a:pt x="178" y="310"/>
                    <a:pt x="178" y="313"/>
                    <a:pt x="177" y="314"/>
                  </a:cubicBezTo>
                  <a:cubicBezTo>
                    <a:pt x="174" y="317"/>
                    <a:pt x="164" y="315"/>
                    <a:pt x="161" y="317"/>
                  </a:cubicBezTo>
                  <a:cubicBezTo>
                    <a:pt x="160" y="317"/>
                    <a:pt x="158" y="320"/>
                    <a:pt x="157" y="322"/>
                  </a:cubicBezTo>
                  <a:cubicBezTo>
                    <a:pt x="157" y="323"/>
                    <a:pt x="158" y="326"/>
                    <a:pt x="158" y="328"/>
                  </a:cubicBezTo>
                  <a:cubicBezTo>
                    <a:pt x="158" y="330"/>
                    <a:pt x="156" y="334"/>
                    <a:pt x="156" y="336"/>
                  </a:cubicBezTo>
                  <a:cubicBezTo>
                    <a:pt x="156" y="338"/>
                    <a:pt x="157" y="341"/>
                    <a:pt x="159" y="341"/>
                  </a:cubicBezTo>
                  <a:cubicBezTo>
                    <a:pt x="160" y="342"/>
                    <a:pt x="162" y="342"/>
                    <a:pt x="164" y="342"/>
                  </a:cubicBezTo>
                  <a:cubicBezTo>
                    <a:pt x="164" y="342"/>
                    <a:pt x="165" y="341"/>
                    <a:pt x="165" y="340"/>
                  </a:cubicBezTo>
                  <a:cubicBezTo>
                    <a:pt x="166" y="340"/>
                    <a:pt x="170" y="341"/>
                    <a:pt x="170" y="342"/>
                  </a:cubicBezTo>
                  <a:cubicBezTo>
                    <a:pt x="171" y="343"/>
                    <a:pt x="171" y="346"/>
                    <a:pt x="170" y="346"/>
                  </a:cubicBezTo>
                  <a:cubicBezTo>
                    <a:pt x="170" y="347"/>
                    <a:pt x="166" y="346"/>
                    <a:pt x="165" y="347"/>
                  </a:cubicBezTo>
                  <a:cubicBezTo>
                    <a:pt x="164" y="348"/>
                    <a:pt x="163" y="352"/>
                    <a:pt x="161" y="353"/>
                  </a:cubicBezTo>
                  <a:cubicBezTo>
                    <a:pt x="159" y="354"/>
                    <a:pt x="154" y="354"/>
                    <a:pt x="152" y="353"/>
                  </a:cubicBezTo>
                  <a:cubicBezTo>
                    <a:pt x="151" y="352"/>
                    <a:pt x="151" y="349"/>
                    <a:pt x="150" y="348"/>
                  </a:cubicBezTo>
                  <a:cubicBezTo>
                    <a:pt x="149" y="347"/>
                    <a:pt x="147" y="347"/>
                    <a:pt x="146" y="346"/>
                  </a:cubicBezTo>
                  <a:cubicBezTo>
                    <a:pt x="144" y="346"/>
                    <a:pt x="139" y="346"/>
                    <a:pt x="138" y="344"/>
                  </a:cubicBezTo>
                  <a:cubicBezTo>
                    <a:pt x="136" y="343"/>
                    <a:pt x="138" y="338"/>
                    <a:pt x="136" y="337"/>
                  </a:cubicBezTo>
                  <a:cubicBezTo>
                    <a:pt x="136" y="336"/>
                    <a:pt x="134" y="336"/>
                    <a:pt x="133" y="336"/>
                  </a:cubicBezTo>
                  <a:cubicBezTo>
                    <a:pt x="129" y="337"/>
                    <a:pt x="124" y="341"/>
                    <a:pt x="121" y="342"/>
                  </a:cubicBezTo>
                  <a:cubicBezTo>
                    <a:pt x="119" y="344"/>
                    <a:pt x="115" y="346"/>
                    <a:pt x="113" y="346"/>
                  </a:cubicBezTo>
                  <a:cubicBezTo>
                    <a:pt x="107" y="347"/>
                    <a:pt x="96" y="346"/>
                    <a:pt x="91" y="345"/>
                  </a:cubicBezTo>
                  <a:cubicBezTo>
                    <a:pt x="87" y="344"/>
                    <a:pt x="78" y="342"/>
                    <a:pt x="75" y="339"/>
                  </a:cubicBezTo>
                  <a:cubicBezTo>
                    <a:pt x="74" y="339"/>
                    <a:pt x="74" y="336"/>
                    <a:pt x="73" y="335"/>
                  </a:cubicBezTo>
                  <a:cubicBezTo>
                    <a:pt x="73" y="334"/>
                    <a:pt x="71" y="333"/>
                    <a:pt x="71" y="333"/>
                  </a:cubicBezTo>
                  <a:cubicBezTo>
                    <a:pt x="69" y="332"/>
                    <a:pt x="65" y="334"/>
                    <a:pt x="63" y="334"/>
                  </a:cubicBezTo>
                  <a:cubicBezTo>
                    <a:pt x="60" y="335"/>
                    <a:pt x="56" y="338"/>
                    <a:pt x="53" y="338"/>
                  </a:cubicBezTo>
                  <a:cubicBezTo>
                    <a:pt x="52" y="338"/>
                    <a:pt x="49" y="337"/>
                    <a:pt x="48" y="337"/>
                  </a:cubicBezTo>
                  <a:cubicBezTo>
                    <a:pt x="47" y="337"/>
                    <a:pt x="44" y="337"/>
                    <a:pt x="42" y="338"/>
                  </a:cubicBezTo>
                  <a:cubicBezTo>
                    <a:pt x="40" y="340"/>
                    <a:pt x="37" y="344"/>
                    <a:pt x="36" y="346"/>
                  </a:cubicBezTo>
                  <a:cubicBezTo>
                    <a:pt x="35" y="348"/>
                    <a:pt x="37" y="353"/>
                    <a:pt x="37" y="355"/>
                  </a:cubicBezTo>
                  <a:cubicBezTo>
                    <a:pt x="36" y="357"/>
                    <a:pt x="32" y="361"/>
                    <a:pt x="31" y="363"/>
                  </a:cubicBezTo>
                  <a:cubicBezTo>
                    <a:pt x="30" y="366"/>
                    <a:pt x="29" y="370"/>
                    <a:pt x="28" y="373"/>
                  </a:cubicBezTo>
                  <a:cubicBezTo>
                    <a:pt x="28" y="376"/>
                    <a:pt x="28" y="383"/>
                    <a:pt x="28" y="387"/>
                  </a:cubicBezTo>
                  <a:cubicBezTo>
                    <a:pt x="28" y="391"/>
                    <a:pt x="25" y="398"/>
                    <a:pt x="25" y="402"/>
                  </a:cubicBezTo>
                  <a:cubicBezTo>
                    <a:pt x="25" y="404"/>
                    <a:pt x="26" y="409"/>
                    <a:pt x="27" y="411"/>
                  </a:cubicBezTo>
                  <a:cubicBezTo>
                    <a:pt x="29" y="414"/>
                    <a:pt x="34" y="419"/>
                    <a:pt x="37" y="422"/>
                  </a:cubicBezTo>
                  <a:cubicBezTo>
                    <a:pt x="39" y="424"/>
                    <a:pt x="46" y="428"/>
                    <a:pt x="49" y="431"/>
                  </a:cubicBezTo>
                  <a:cubicBezTo>
                    <a:pt x="52" y="435"/>
                    <a:pt x="54" y="445"/>
                    <a:pt x="58" y="448"/>
                  </a:cubicBezTo>
                  <a:cubicBezTo>
                    <a:pt x="60" y="449"/>
                    <a:pt x="65" y="450"/>
                    <a:pt x="68" y="450"/>
                  </a:cubicBezTo>
                  <a:cubicBezTo>
                    <a:pt x="70" y="450"/>
                    <a:pt x="74" y="449"/>
                    <a:pt x="76" y="449"/>
                  </a:cubicBezTo>
                  <a:cubicBezTo>
                    <a:pt x="77" y="450"/>
                    <a:pt x="80" y="452"/>
                    <a:pt x="80" y="452"/>
                  </a:cubicBezTo>
                  <a:cubicBezTo>
                    <a:pt x="80" y="452"/>
                    <a:pt x="85" y="458"/>
                    <a:pt x="88" y="459"/>
                  </a:cubicBezTo>
                  <a:cubicBezTo>
                    <a:pt x="90" y="460"/>
                    <a:pt x="95" y="460"/>
                    <a:pt x="97" y="45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39"/>
            <p:cNvSpPr>
              <a:spLocks/>
            </p:cNvSpPr>
            <p:nvPr/>
          </p:nvSpPr>
          <p:spPr bwMode="auto">
            <a:xfrm>
              <a:off x="2817813" y="3700463"/>
              <a:ext cx="30163" cy="19050"/>
            </a:xfrm>
            <a:custGeom>
              <a:avLst/>
              <a:gdLst/>
              <a:ahLst/>
              <a:cxnLst>
                <a:cxn ang="0">
                  <a:pos x="10" y="8"/>
                </a:cxn>
                <a:cxn ang="0">
                  <a:pos x="17" y="5"/>
                </a:cxn>
                <a:cxn ang="0">
                  <a:pos x="17" y="2"/>
                </a:cxn>
                <a:cxn ang="0">
                  <a:pos x="10" y="1"/>
                </a:cxn>
                <a:cxn ang="0">
                  <a:pos x="6" y="4"/>
                </a:cxn>
                <a:cxn ang="0">
                  <a:pos x="0" y="6"/>
                </a:cxn>
                <a:cxn ang="0">
                  <a:pos x="1" y="10"/>
                </a:cxn>
                <a:cxn ang="0">
                  <a:pos x="6" y="7"/>
                </a:cxn>
                <a:cxn ang="0">
                  <a:pos x="10" y="8"/>
                </a:cxn>
              </a:cxnLst>
              <a:rect l="0" t="0" r="r" b="b"/>
              <a:pathLst>
                <a:path w="18" h="11">
                  <a:moveTo>
                    <a:pt x="10" y="8"/>
                  </a:moveTo>
                  <a:cubicBezTo>
                    <a:pt x="12" y="8"/>
                    <a:pt x="16" y="7"/>
                    <a:pt x="17" y="5"/>
                  </a:cubicBezTo>
                  <a:cubicBezTo>
                    <a:pt x="17" y="5"/>
                    <a:pt x="18" y="3"/>
                    <a:pt x="17" y="2"/>
                  </a:cubicBezTo>
                  <a:cubicBezTo>
                    <a:pt x="16" y="1"/>
                    <a:pt x="12" y="0"/>
                    <a:pt x="10" y="1"/>
                  </a:cubicBezTo>
                  <a:cubicBezTo>
                    <a:pt x="9" y="1"/>
                    <a:pt x="7" y="3"/>
                    <a:pt x="6" y="4"/>
                  </a:cubicBezTo>
                  <a:cubicBezTo>
                    <a:pt x="5" y="4"/>
                    <a:pt x="1" y="5"/>
                    <a:pt x="0" y="6"/>
                  </a:cubicBezTo>
                  <a:cubicBezTo>
                    <a:pt x="0" y="7"/>
                    <a:pt x="0" y="10"/>
                    <a:pt x="1" y="10"/>
                  </a:cubicBezTo>
                  <a:cubicBezTo>
                    <a:pt x="2" y="11"/>
                    <a:pt x="4" y="8"/>
                    <a:pt x="6" y="7"/>
                  </a:cubicBezTo>
                  <a:cubicBezTo>
                    <a:pt x="7" y="7"/>
                    <a:pt x="9" y="8"/>
                    <a:pt x="1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40"/>
            <p:cNvSpPr>
              <a:spLocks/>
            </p:cNvSpPr>
            <p:nvPr/>
          </p:nvSpPr>
          <p:spPr bwMode="auto">
            <a:xfrm>
              <a:off x="2500313" y="3748088"/>
              <a:ext cx="17463" cy="20638"/>
            </a:xfrm>
            <a:custGeom>
              <a:avLst/>
              <a:gdLst/>
              <a:ahLst/>
              <a:cxnLst>
                <a:cxn ang="0">
                  <a:pos x="9" y="7"/>
                </a:cxn>
                <a:cxn ang="0">
                  <a:pos x="9" y="3"/>
                </a:cxn>
                <a:cxn ang="0">
                  <a:pos x="8" y="1"/>
                </a:cxn>
                <a:cxn ang="0">
                  <a:pos x="5" y="1"/>
                </a:cxn>
                <a:cxn ang="0">
                  <a:pos x="2" y="5"/>
                </a:cxn>
                <a:cxn ang="0">
                  <a:pos x="1" y="11"/>
                </a:cxn>
                <a:cxn ang="0">
                  <a:pos x="4" y="12"/>
                </a:cxn>
                <a:cxn ang="0">
                  <a:pos x="9" y="7"/>
                </a:cxn>
              </a:cxnLst>
              <a:rect l="0" t="0" r="r" b="b"/>
              <a:pathLst>
                <a:path w="10" h="12">
                  <a:moveTo>
                    <a:pt x="9" y="7"/>
                  </a:moveTo>
                  <a:cubicBezTo>
                    <a:pt x="9" y="6"/>
                    <a:pt x="10" y="4"/>
                    <a:pt x="9" y="3"/>
                  </a:cubicBezTo>
                  <a:cubicBezTo>
                    <a:pt x="9" y="2"/>
                    <a:pt x="9" y="1"/>
                    <a:pt x="8" y="1"/>
                  </a:cubicBezTo>
                  <a:cubicBezTo>
                    <a:pt x="7" y="0"/>
                    <a:pt x="5" y="1"/>
                    <a:pt x="5" y="1"/>
                  </a:cubicBezTo>
                  <a:cubicBezTo>
                    <a:pt x="4" y="2"/>
                    <a:pt x="2" y="4"/>
                    <a:pt x="2" y="5"/>
                  </a:cubicBezTo>
                  <a:cubicBezTo>
                    <a:pt x="1" y="7"/>
                    <a:pt x="0" y="10"/>
                    <a:pt x="1" y="11"/>
                  </a:cubicBezTo>
                  <a:cubicBezTo>
                    <a:pt x="1" y="12"/>
                    <a:pt x="3" y="12"/>
                    <a:pt x="4" y="12"/>
                  </a:cubicBezTo>
                  <a:cubicBezTo>
                    <a:pt x="6" y="11"/>
                    <a:pt x="8" y="9"/>
                    <a:pt x="9"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41"/>
            <p:cNvSpPr>
              <a:spLocks/>
            </p:cNvSpPr>
            <p:nvPr/>
          </p:nvSpPr>
          <p:spPr bwMode="auto">
            <a:xfrm>
              <a:off x="2552700" y="3556000"/>
              <a:ext cx="11113" cy="11113"/>
            </a:xfrm>
            <a:custGeom>
              <a:avLst/>
              <a:gdLst/>
              <a:ahLst/>
              <a:cxnLst>
                <a:cxn ang="0">
                  <a:pos x="0" y="3"/>
                </a:cxn>
                <a:cxn ang="0">
                  <a:pos x="0" y="5"/>
                </a:cxn>
                <a:cxn ang="0">
                  <a:pos x="4" y="4"/>
                </a:cxn>
                <a:cxn ang="0">
                  <a:pos x="6" y="2"/>
                </a:cxn>
                <a:cxn ang="0">
                  <a:pos x="5" y="1"/>
                </a:cxn>
                <a:cxn ang="0">
                  <a:pos x="2" y="1"/>
                </a:cxn>
                <a:cxn ang="0">
                  <a:pos x="0" y="3"/>
                </a:cxn>
              </a:cxnLst>
              <a:rect l="0" t="0" r="r" b="b"/>
              <a:pathLst>
                <a:path w="6" h="6">
                  <a:moveTo>
                    <a:pt x="0" y="3"/>
                  </a:moveTo>
                  <a:cubicBezTo>
                    <a:pt x="0" y="4"/>
                    <a:pt x="0" y="5"/>
                    <a:pt x="0" y="5"/>
                  </a:cubicBezTo>
                  <a:cubicBezTo>
                    <a:pt x="1" y="6"/>
                    <a:pt x="3" y="4"/>
                    <a:pt x="4" y="4"/>
                  </a:cubicBezTo>
                  <a:cubicBezTo>
                    <a:pt x="5" y="3"/>
                    <a:pt x="6" y="3"/>
                    <a:pt x="6" y="2"/>
                  </a:cubicBezTo>
                  <a:cubicBezTo>
                    <a:pt x="6" y="2"/>
                    <a:pt x="5" y="1"/>
                    <a:pt x="5" y="1"/>
                  </a:cubicBezTo>
                  <a:cubicBezTo>
                    <a:pt x="4" y="0"/>
                    <a:pt x="3" y="0"/>
                    <a:pt x="2" y="1"/>
                  </a:cubicBezTo>
                  <a:cubicBezTo>
                    <a:pt x="1" y="1"/>
                    <a:pt x="0" y="2"/>
                    <a:pt x="0"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42"/>
            <p:cNvSpPr>
              <a:spLocks/>
            </p:cNvSpPr>
            <p:nvPr/>
          </p:nvSpPr>
          <p:spPr bwMode="auto">
            <a:xfrm>
              <a:off x="2230438" y="3230563"/>
              <a:ext cx="1108075" cy="596900"/>
            </a:xfrm>
            <a:custGeom>
              <a:avLst/>
              <a:gdLst/>
              <a:ahLst/>
              <a:cxnLst>
                <a:cxn ang="0">
                  <a:pos x="595" y="163"/>
                </a:cxn>
                <a:cxn ang="0">
                  <a:pos x="571" y="150"/>
                </a:cxn>
                <a:cxn ang="0">
                  <a:pos x="558" y="115"/>
                </a:cxn>
                <a:cxn ang="0">
                  <a:pos x="501" y="111"/>
                </a:cxn>
                <a:cxn ang="0">
                  <a:pos x="473" y="138"/>
                </a:cxn>
                <a:cxn ang="0">
                  <a:pos x="444" y="134"/>
                </a:cxn>
                <a:cxn ang="0">
                  <a:pos x="435" y="102"/>
                </a:cxn>
                <a:cxn ang="0">
                  <a:pos x="432" y="68"/>
                </a:cxn>
                <a:cxn ang="0">
                  <a:pos x="400" y="39"/>
                </a:cxn>
                <a:cxn ang="0">
                  <a:pos x="386" y="12"/>
                </a:cxn>
                <a:cxn ang="0">
                  <a:pos x="387" y="20"/>
                </a:cxn>
                <a:cxn ang="0">
                  <a:pos x="387" y="27"/>
                </a:cxn>
                <a:cxn ang="0">
                  <a:pos x="359" y="27"/>
                </a:cxn>
                <a:cxn ang="0">
                  <a:pos x="320" y="0"/>
                </a:cxn>
                <a:cxn ang="0">
                  <a:pos x="299" y="26"/>
                </a:cxn>
                <a:cxn ang="0">
                  <a:pos x="267" y="56"/>
                </a:cxn>
                <a:cxn ang="0">
                  <a:pos x="237" y="93"/>
                </a:cxn>
                <a:cxn ang="0">
                  <a:pos x="215" y="119"/>
                </a:cxn>
                <a:cxn ang="0">
                  <a:pos x="264" y="116"/>
                </a:cxn>
                <a:cxn ang="0">
                  <a:pos x="234" y="142"/>
                </a:cxn>
                <a:cxn ang="0">
                  <a:pos x="222" y="164"/>
                </a:cxn>
                <a:cxn ang="0">
                  <a:pos x="210" y="189"/>
                </a:cxn>
                <a:cxn ang="0">
                  <a:pos x="189" y="209"/>
                </a:cxn>
                <a:cxn ang="0">
                  <a:pos x="161" y="216"/>
                </a:cxn>
                <a:cxn ang="0">
                  <a:pos x="117" y="250"/>
                </a:cxn>
                <a:cxn ang="0">
                  <a:pos x="60" y="278"/>
                </a:cxn>
                <a:cxn ang="0">
                  <a:pos x="15" y="303"/>
                </a:cxn>
                <a:cxn ang="0">
                  <a:pos x="39" y="309"/>
                </a:cxn>
                <a:cxn ang="0">
                  <a:pos x="85" y="315"/>
                </a:cxn>
                <a:cxn ang="0">
                  <a:pos x="109" y="296"/>
                </a:cxn>
                <a:cxn ang="0">
                  <a:pos x="146" y="278"/>
                </a:cxn>
                <a:cxn ang="0">
                  <a:pos x="141" y="258"/>
                </a:cxn>
                <a:cxn ang="0">
                  <a:pos x="163" y="273"/>
                </a:cxn>
                <a:cxn ang="0">
                  <a:pos x="176" y="312"/>
                </a:cxn>
                <a:cxn ang="0">
                  <a:pos x="223" y="318"/>
                </a:cxn>
                <a:cxn ang="0">
                  <a:pos x="240" y="327"/>
                </a:cxn>
                <a:cxn ang="0">
                  <a:pos x="219" y="350"/>
                </a:cxn>
                <a:cxn ang="0">
                  <a:pos x="268" y="334"/>
                </a:cxn>
                <a:cxn ang="0">
                  <a:pos x="321" y="302"/>
                </a:cxn>
                <a:cxn ang="0">
                  <a:pos x="349" y="255"/>
                </a:cxn>
                <a:cxn ang="0">
                  <a:pos x="387" y="229"/>
                </a:cxn>
                <a:cxn ang="0">
                  <a:pos x="382" y="259"/>
                </a:cxn>
                <a:cxn ang="0">
                  <a:pos x="385" y="286"/>
                </a:cxn>
                <a:cxn ang="0">
                  <a:pos x="383" y="303"/>
                </a:cxn>
                <a:cxn ang="0">
                  <a:pos x="417" y="306"/>
                </a:cxn>
                <a:cxn ang="0">
                  <a:pos x="466" y="324"/>
                </a:cxn>
                <a:cxn ang="0">
                  <a:pos x="492" y="333"/>
                </a:cxn>
                <a:cxn ang="0">
                  <a:pos x="515" y="331"/>
                </a:cxn>
                <a:cxn ang="0">
                  <a:pos x="544" y="312"/>
                </a:cxn>
                <a:cxn ang="0">
                  <a:pos x="566" y="279"/>
                </a:cxn>
                <a:cxn ang="0">
                  <a:pos x="585" y="233"/>
                </a:cxn>
                <a:cxn ang="0">
                  <a:pos x="637" y="200"/>
                </a:cxn>
                <a:cxn ang="0">
                  <a:pos x="644" y="164"/>
                </a:cxn>
              </a:cxnLst>
              <a:rect l="0" t="0" r="r" b="b"/>
              <a:pathLst>
                <a:path w="652" h="352">
                  <a:moveTo>
                    <a:pt x="624" y="170"/>
                  </a:moveTo>
                  <a:cubicBezTo>
                    <a:pt x="621" y="170"/>
                    <a:pt x="620" y="164"/>
                    <a:pt x="618" y="163"/>
                  </a:cubicBezTo>
                  <a:cubicBezTo>
                    <a:pt x="617" y="162"/>
                    <a:pt x="614" y="164"/>
                    <a:pt x="612" y="163"/>
                  </a:cubicBezTo>
                  <a:cubicBezTo>
                    <a:pt x="610" y="162"/>
                    <a:pt x="610" y="155"/>
                    <a:pt x="607" y="155"/>
                  </a:cubicBezTo>
                  <a:cubicBezTo>
                    <a:pt x="604" y="154"/>
                    <a:pt x="598" y="163"/>
                    <a:pt x="595" y="163"/>
                  </a:cubicBezTo>
                  <a:cubicBezTo>
                    <a:pt x="593" y="164"/>
                    <a:pt x="588" y="163"/>
                    <a:pt x="587" y="162"/>
                  </a:cubicBezTo>
                  <a:cubicBezTo>
                    <a:pt x="585" y="160"/>
                    <a:pt x="587" y="153"/>
                    <a:pt x="585" y="151"/>
                  </a:cubicBezTo>
                  <a:cubicBezTo>
                    <a:pt x="584" y="150"/>
                    <a:pt x="581" y="149"/>
                    <a:pt x="580" y="149"/>
                  </a:cubicBezTo>
                  <a:cubicBezTo>
                    <a:pt x="579" y="149"/>
                    <a:pt x="578" y="151"/>
                    <a:pt x="577" y="151"/>
                  </a:cubicBezTo>
                  <a:cubicBezTo>
                    <a:pt x="575" y="151"/>
                    <a:pt x="572" y="151"/>
                    <a:pt x="571" y="150"/>
                  </a:cubicBezTo>
                  <a:cubicBezTo>
                    <a:pt x="567" y="146"/>
                    <a:pt x="570" y="133"/>
                    <a:pt x="568" y="128"/>
                  </a:cubicBezTo>
                  <a:cubicBezTo>
                    <a:pt x="567" y="127"/>
                    <a:pt x="564" y="124"/>
                    <a:pt x="562" y="123"/>
                  </a:cubicBezTo>
                  <a:cubicBezTo>
                    <a:pt x="561" y="122"/>
                    <a:pt x="559" y="123"/>
                    <a:pt x="558" y="122"/>
                  </a:cubicBezTo>
                  <a:cubicBezTo>
                    <a:pt x="557" y="122"/>
                    <a:pt x="557" y="120"/>
                    <a:pt x="557" y="119"/>
                  </a:cubicBezTo>
                  <a:cubicBezTo>
                    <a:pt x="557" y="118"/>
                    <a:pt x="558" y="116"/>
                    <a:pt x="558" y="115"/>
                  </a:cubicBezTo>
                  <a:cubicBezTo>
                    <a:pt x="558" y="114"/>
                    <a:pt x="556" y="113"/>
                    <a:pt x="555" y="113"/>
                  </a:cubicBezTo>
                  <a:cubicBezTo>
                    <a:pt x="550" y="112"/>
                    <a:pt x="539" y="116"/>
                    <a:pt x="535" y="114"/>
                  </a:cubicBezTo>
                  <a:cubicBezTo>
                    <a:pt x="532" y="113"/>
                    <a:pt x="530" y="108"/>
                    <a:pt x="528" y="107"/>
                  </a:cubicBezTo>
                  <a:cubicBezTo>
                    <a:pt x="524" y="106"/>
                    <a:pt x="515" y="113"/>
                    <a:pt x="511" y="113"/>
                  </a:cubicBezTo>
                  <a:cubicBezTo>
                    <a:pt x="508" y="113"/>
                    <a:pt x="504" y="111"/>
                    <a:pt x="501" y="111"/>
                  </a:cubicBezTo>
                  <a:cubicBezTo>
                    <a:pt x="500" y="111"/>
                    <a:pt x="497" y="112"/>
                    <a:pt x="496" y="113"/>
                  </a:cubicBezTo>
                  <a:cubicBezTo>
                    <a:pt x="493" y="116"/>
                    <a:pt x="494" y="125"/>
                    <a:pt x="491" y="127"/>
                  </a:cubicBezTo>
                  <a:cubicBezTo>
                    <a:pt x="489" y="128"/>
                    <a:pt x="484" y="126"/>
                    <a:pt x="482" y="126"/>
                  </a:cubicBezTo>
                  <a:cubicBezTo>
                    <a:pt x="479" y="126"/>
                    <a:pt x="474" y="127"/>
                    <a:pt x="472" y="130"/>
                  </a:cubicBezTo>
                  <a:cubicBezTo>
                    <a:pt x="471" y="131"/>
                    <a:pt x="475" y="137"/>
                    <a:pt x="473" y="138"/>
                  </a:cubicBezTo>
                  <a:cubicBezTo>
                    <a:pt x="470" y="140"/>
                    <a:pt x="464" y="134"/>
                    <a:pt x="461" y="134"/>
                  </a:cubicBezTo>
                  <a:cubicBezTo>
                    <a:pt x="460" y="134"/>
                    <a:pt x="458" y="137"/>
                    <a:pt x="457" y="137"/>
                  </a:cubicBezTo>
                  <a:cubicBezTo>
                    <a:pt x="454" y="136"/>
                    <a:pt x="452" y="128"/>
                    <a:pt x="449" y="127"/>
                  </a:cubicBezTo>
                  <a:cubicBezTo>
                    <a:pt x="448" y="127"/>
                    <a:pt x="445" y="129"/>
                    <a:pt x="444" y="131"/>
                  </a:cubicBezTo>
                  <a:cubicBezTo>
                    <a:pt x="444" y="131"/>
                    <a:pt x="445" y="133"/>
                    <a:pt x="444" y="134"/>
                  </a:cubicBezTo>
                  <a:cubicBezTo>
                    <a:pt x="443" y="135"/>
                    <a:pt x="439" y="134"/>
                    <a:pt x="438" y="133"/>
                  </a:cubicBezTo>
                  <a:cubicBezTo>
                    <a:pt x="437" y="132"/>
                    <a:pt x="440" y="128"/>
                    <a:pt x="439" y="126"/>
                  </a:cubicBezTo>
                  <a:cubicBezTo>
                    <a:pt x="437" y="125"/>
                    <a:pt x="432" y="127"/>
                    <a:pt x="431" y="126"/>
                  </a:cubicBezTo>
                  <a:cubicBezTo>
                    <a:pt x="427" y="122"/>
                    <a:pt x="426" y="109"/>
                    <a:pt x="429" y="104"/>
                  </a:cubicBezTo>
                  <a:cubicBezTo>
                    <a:pt x="430" y="103"/>
                    <a:pt x="434" y="104"/>
                    <a:pt x="435" y="102"/>
                  </a:cubicBezTo>
                  <a:cubicBezTo>
                    <a:pt x="437" y="98"/>
                    <a:pt x="429" y="90"/>
                    <a:pt x="430" y="85"/>
                  </a:cubicBezTo>
                  <a:cubicBezTo>
                    <a:pt x="430" y="83"/>
                    <a:pt x="433" y="80"/>
                    <a:pt x="435" y="79"/>
                  </a:cubicBezTo>
                  <a:cubicBezTo>
                    <a:pt x="436" y="78"/>
                    <a:pt x="439" y="79"/>
                    <a:pt x="439" y="78"/>
                  </a:cubicBezTo>
                  <a:cubicBezTo>
                    <a:pt x="440" y="77"/>
                    <a:pt x="437" y="75"/>
                    <a:pt x="437" y="74"/>
                  </a:cubicBezTo>
                  <a:cubicBezTo>
                    <a:pt x="436" y="72"/>
                    <a:pt x="434" y="69"/>
                    <a:pt x="432" y="68"/>
                  </a:cubicBezTo>
                  <a:cubicBezTo>
                    <a:pt x="430" y="68"/>
                    <a:pt x="427" y="70"/>
                    <a:pt x="425" y="69"/>
                  </a:cubicBezTo>
                  <a:cubicBezTo>
                    <a:pt x="422" y="68"/>
                    <a:pt x="423" y="59"/>
                    <a:pt x="421" y="57"/>
                  </a:cubicBezTo>
                  <a:cubicBezTo>
                    <a:pt x="419" y="55"/>
                    <a:pt x="414" y="56"/>
                    <a:pt x="411" y="56"/>
                  </a:cubicBezTo>
                  <a:cubicBezTo>
                    <a:pt x="409" y="55"/>
                    <a:pt x="404" y="51"/>
                    <a:pt x="403" y="49"/>
                  </a:cubicBezTo>
                  <a:cubicBezTo>
                    <a:pt x="401" y="47"/>
                    <a:pt x="399" y="41"/>
                    <a:pt x="400" y="39"/>
                  </a:cubicBezTo>
                  <a:cubicBezTo>
                    <a:pt x="400" y="35"/>
                    <a:pt x="408" y="25"/>
                    <a:pt x="408" y="25"/>
                  </a:cubicBezTo>
                  <a:cubicBezTo>
                    <a:pt x="408" y="25"/>
                    <a:pt x="407" y="23"/>
                    <a:pt x="406" y="22"/>
                  </a:cubicBezTo>
                  <a:cubicBezTo>
                    <a:pt x="405" y="20"/>
                    <a:pt x="401" y="17"/>
                    <a:pt x="399" y="16"/>
                  </a:cubicBezTo>
                  <a:cubicBezTo>
                    <a:pt x="398" y="15"/>
                    <a:pt x="394" y="15"/>
                    <a:pt x="393" y="15"/>
                  </a:cubicBezTo>
                  <a:cubicBezTo>
                    <a:pt x="391" y="14"/>
                    <a:pt x="388" y="13"/>
                    <a:pt x="386" y="12"/>
                  </a:cubicBezTo>
                  <a:cubicBezTo>
                    <a:pt x="384" y="12"/>
                    <a:pt x="379" y="13"/>
                    <a:pt x="377" y="14"/>
                  </a:cubicBezTo>
                  <a:cubicBezTo>
                    <a:pt x="377" y="15"/>
                    <a:pt x="376" y="16"/>
                    <a:pt x="376" y="17"/>
                  </a:cubicBezTo>
                  <a:cubicBezTo>
                    <a:pt x="377" y="18"/>
                    <a:pt x="380" y="19"/>
                    <a:pt x="381" y="20"/>
                  </a:cubicBezTo>
                  <a:cubicBezTo>
                    <a:pt x="382" y="20"/>
                    <a:pt x="383" y="21"/>
                    <a:pt x="384" y="21"/>
                  </a:cubicBezTo>
                  <a:cubicBezTo>
                    <a:pt x="385" y="21"/>
                    <a:pt x="387" y="20"/>
                    <a:pt x="387" y="20"/>
                  </a:cubicBezTo>
                  <a:cubicBezTo>
                    <a:pt x="389" y="20"/>
                    <a:pt x="392" y="23"/>
                    <a:pt x="393" y="25"/>
                  </a:cubicBezTo>
                  <a:cubicBezTo>
                    <a:pt x="393" y="26"/>
                    <a:pt x="393" y="29"/>
                    <a:pt x="392" y="30"/>
                  </a:cubicBezTo>
                  <a:cubicBezTo>
                    <a:pt x="392" y="31"/>
                    <a:pt x="391" y="33"/>
                    <a:pt x="390" y="33"/>
                  </a:cubicBezTo>
                  <a:cubicBezTo>
                    <a:pt x="389" y="34"/>
                    <a:pt x="386" y="31"/>
                    <a:pt x="386" y="30"/>
                  </a:cubicBezTo>
                  <a:cubicBezTo>
                    <a:pt x="386" y="29"/>
                    <a:pt x="387" y="28"/>
                    <a:pt x="387" y="27"/>
                  </a:cubicBezTo>
                  <a:cubicBezTo>
                    <a:pt x="385" y="25"/>
                    <a:pt x="380" y="27"/>
                    <a:pt x="378" y="27"/>
                  </a:cubicBezTo>
                  <a:cubicBezTo>
                    <a:pt x="377" y="27"/>
                    <a:pt x="375" y="28"/>
                    <a:pt x="374" y="29"/>
                  </a:cubicBezTo>
                  <a:cubicBezTo>
                    <a:pt x="373" y="30"/>
                    <a:pt x="372" y="32"/>
                    <a:pt x="371" y="33"/>
                  </a:cubicBezTo>
                  <a:cubicBezTo>
                    <a:pt x="369" y="33"/>
                    <a:pt x="366" y="34"/>
                    <a:pt x="364" y="33"/>
                  </a:cubicBezTo>
                  <a:cubicBezTo>
                    <a:pt x="362" y="33"/>
                    <a:pt x="359" y="29"/>
                    <a:pt x="359" y="27"/>
                  </a:cubicBezTo>
                  <a:cubicBezTo>
                    <a:pt x="358" y="26"/>
                    <a:pt x="360" y="23"/>
                    <a:pt x="360" y="21"/>
                  </a:cubicBezTo>
                  <a:cubicBezTo>
                    <a:pt x="360" y="19"/>
                    <a:pt x="359" y="16"/>
                    <a:pt x="358" y="14"/>
                  </a:cubicBezTo>
                  <a:cubicBezTo>
                    <a:pt x="356" y="12"/>
                    <a:pt x="349" y="11"/>
                    <a:pt x="347" y="10"/>
                  </a:cubicBezTo>
                  <a:cubicBezTo>
                    <a:pt x="342" y="8"/>
                    <a:pt x="331" y="8"/>
                    <a:pt x="327" y="6"/>
                  </a:cubicBezTo>
                  <a:cubicBezTo>
                    <a:pt x="325" y="5"/>
                    <a:pt x="322" y="1"/>
                    <a:pt x="320" y="0"/>
                  </a:cubicBezTo>
                  <a:cubicBezTo>
                    <a:pt x="318" y="0"/>
                    <a:pt x="315" y="1"/>
                    <a:pt x="313" y="1"/>
                  </a:cubicBezTo>
                  <a:cubicBezTo>
                    <a:pt x="312" y="2"/>
                    <a:pt x="310" y="5"/>
                    <a:pt x="309" y="6"/>
                  </a:cubicBezTo>
                  <a:cubicBezTo>
                    <a:pt x="308" y="7"/>
                    <a:pt x="303" y="8"/>
                    <a:pt x="302" y="9"/>
                  </a:cubicBezTo>
                  <a:cubicBezTo>
                    <a:pt x="302" y="11"/>
                    <a:pt x="303" y="13"/>
                    <a:pt x="303" y="15"/>
                  </a:cubicBezTo>
                  <a:cubicBezTo>
                    <a:pt x="302" y="18"/>
                    <a:pt x="301" y="24"/>
                    <a:pt x="299" y="26"/>
                  </a:cubicBezTo>
                  <a:cubicBezTo>
                    <a:pt x="298" y="28"/>
                    <a:pt x="293" y="29"/>
                    <a:pt x="291" y="30"/>
                  </a:cubicBezTo>
                  <a:cubicBezTo>
                    <a:pt x="289" y="31"/>
                    <a:pt x="284" y="32"/>
                    <a:pt x="282" y="33"/>
                  </a:cubicBezTo>
                  <a:cubicBezTo>
                    <a:pt x="280" y="34"/>
                    <a:pt x="277" y="37"/>
                    <a:pt x="275" y="39"/>
                  </a:cubicBezTo>
                  <a:cubicBezTo>
                    <a:pt x="274" y="41"/>
                    <a:pt x="273" y="46"/>
                    <a:pt x="272" y="48"/>
                  </a:cubicBezTo>
                  <a:cubicBezTo>
                    <a:pt x="271" y="51"/>
                    <a:pt x="269" y="55"/>
                    <a:pt x="267" y="56"/>
                  </a:cubicBezTo>
                  <a:cubicBezTo>
                    <a:pt x="265" y="58"/>
                    <a:pt x="259" y="59"/>
                    <a:pt x="257" y="61"/>
                  </a:cubicBezTo>
                  <a:cubicBezTo>
                    <a:pt x="256" y="62"/>
                    <a:pt x="254" y="66"/>
                    <a:pt x="254" y="68"/>
                  </a:cubicBezTo>
                  <a:cubicBezTo>
                    <a:pt x="253" y="71"/>
                    <a:pt x="256" y="75"/>
                    <a:pt x="255" y="77"/>
                  </a:cubicBezTo>
                  <a:cubicBezTo>
                    <a:pt x="254" y="80"/>
                    <a:pt x="249" y="82"/>
                    <a:pt x="247" y="84"/>
                  </a:cubicBezTo>
                  <a:cubicBezTo>
                    <a:pt x="244" y="86"/>
                    <a:pt x="239" y="90"/>
                    <a:pt x="237" y="93"/>
                  </a:cubicBezTo>
                  <a:cubicBezTo>
                    <a:pt x="235" y="95"/>
                    <a:pt x="234" y="100"/>
                    <a:pt x="232" y="102"/>
                  </a:cubicBezTo>
                  <a:cubicBezTo>
                    <a:pt x="230" y="104"/>
                    <a:pt x="225" y="106"/>
                    <a:pt x="223" y="108"/>
                  </a:cubicBezTo>
                  <a:cubicBezTo>
                    <a:pt x="222" y="109"/>
                    <a:pt x="220" y="113"/>
                    <a:pt x="218" y="114"/>
                  </a:cubicBezTo>
                  <a:cubicBezTo>
                    <a:pt x="217" y="115"/>
                    <a:pt x="214" y="115"/>
                    <a:pt x="214" y="116"/>
                  </a:cubicBezTo>
                  <a:cubicBezTo>
                    <a:pt x="214" y="117"/>
                    <a:pt x="214" y="118"/>
                    <a:pt x="215" y="119"/>
                  </a:cubicBezTo>
                  <a:cubicBezTo>
                    <a:pt x="217" y="120"/>
                    <a:pt x="223" y="119"/>
                    <a:pt x="225" y="119"/>
                  </a:cubicBezTo>
                  <a:cubicBezTo>
                    <a:pt x="227" y="120"/>
                    <a:pt x="229" y="122"/>
                    <a:pt x="230" y="122"/>
                  </a:cubicBezTo>
                  <a:cubicBezTo>
                    <a:pt x="234" y="122"/>
                    <a:pt x="240" y="118"/>
                    <a:pt x="243" y="117"/>
                  </a:cubicBezTo>
                  <a:cubicBezTo>
                    <a:pt x="245" y="117"/>
                    <a:pt x="250" y="119"/>
                    <a:pt x="252" y="119"/>
                  </a:cubicBezTo>
                  <a:cubicBezTo>
                    <a:pt x="255" y="119"/>
                    <a:pt x="261" y="115"/>
                    <a:pt x="264" y="116"/>
                  </a:cubicBezTo>
                  <a:cubicBezTo>
                    <a:pt x="264" y="116"/>
                    <a:pt x="265" y="117"/>
                    <a:pt x="265" y="118"/>
                  </a:cubicBezTo>
                  <a:cubicBezTo>
                    <a:pt x="265" y="120"/>
                    <a:pt x="261" y="122"/>
                    <a:pt x="260" y="124"/>
                  </a:cubicBezTo>
                  <a:cubicBezTo>
                    <a:pt x="258" y="127"/>
                    <a:pt x="256" y="134"/>
                    <a:pt x="253" y="137"/>
                  </a:cubicBezTo>
                  <a:cubicBezTo>
                    <a:pt x="252" y="138"/>
                    <a:pt x="246" y="137"/>
                    <a:pt x="244" y="138"/>
                  </a:cubicBezTo>
                  <a:cubicBezTo>
                    <a:pt x="241" y="139"/>
                    <a:pt x="236" y="141"/>
                    <a:pt x="234" y="142"/>
                  </a:cubicBezTo>
                  <a:cubicBezTo>
                    <a:pt x="232" y="143"/>
                    <a:pt x="228" y="144"/>
                    <a:pt x="227" y="146"/>
                  </a:cubicBezTo>
                  <a:cubicBezTo>
                    <a:pt x="226" y="148"/>
                    <a:pt x="224" y="152"/>
                    <a:pt x="226" y="154"/>
                  </a:cubicBezTo>
                  <a:cubicBezTo>
                    <a:pt x="226" y="154"/>
                    <a:pt x="228" y="152"/>
                    <a:pt x="229" y="153"/>
                  </a:cubicBezTo>
                  <a:cubicBezTo>
                    <a:pt x="230" y="154"/>
                    <a:pt x="231" y="157"/>
                    <a:pt x="230" y="159"/>
                  </a:cubicBezTo>
                  <a:cubicBezTo>
                    <a:pt x="229" y="161"/>
                    <a:pt x="224" y="162"/>
                    <a:pt x="222" y="164"/>
                  </a:cubicBezTo>
                  <a:cubicBezTo>
                    <a:pt x="221" y="165"/>
                    <a:pt x="220" y="168"/>
                    <a:pt x="221" y="170"/>
                  </a:cubicBezTo>
                  <a:cubicBezTo>
                    <a:pt x="221" y="171"/>
                    <a:pt x="223" y="172"/>
                    <a:pt x="223" y="173"/>
                  </a:cubicBezTo>
                  <a:cubicBezTo>
                    <a:pt x="223" y="174"/>
                    <a:pt x="221" y="178"/>
                    <a:pt x="220" y="179"/>
                  </a:cubicBezTo>
                  <a:cubicBezTo>
                    <a:pt x="218" y="180"/>
                    <a:pt x="213" y="180"/>
                    <a:pt x="211" y="182"/>
                  </a:cubicBezTo>
                  <a:cubicBezTo>
                    <a:pt x="210" y="183"/>
                    <a:pt x="211" y="188"/>
                    <a:pt x="210" y="189"/>
                  </a:cubicBezTo>
                  <a:cubicBezTo>
                    <a:pt x="209" y="190"/>
                    <a:pt x="206" y="191"/>
                    <a:pt x="205" y="191"/>
                  </a:cubicBezTo>
                  <a:cubicBezTo>
                    <a:pt x="204" y="192"/>
                    <a:pt x="200" y="192"/>
                    <a:pt x="199" y="193"/>
                  </a:cubicBezTo>
                  <a:cubicBezTo>
                    <a:pt x="198" y="194"/>
                    <a:pt x="196" y="196"/>
                    <a:pt x="196" y="198"/>
                  </a:cubicBezTo>
                  <a:cubicBezTo>
                    <a:pt x="195" y="199"/>
                    <a:pt x="197" y="202"/>
                    <a:pt x="196" y="203"/>
                  </a:cubicBezTo>
                  <a:cubicBezTo>
                    <a:pt x="195" y="205"/>
                    <a:pt x="190" y="207"/>
                    <a:pt x="189" y="209"/>
                  </a:cubicBezTo>
                  <a:cubicBezTo>
                    <a:pt x="188" y="211"/>
                    <a:pt x="188" y="215"/>
                    <a:pt x="187" y="217"/>
                  </a:cubicBezTo>
                  <a:cubicBezTo>
                    <a:pt x="186" y="219"/>
                    <a:pt x="184" y="222"/>
                    <a:pt x="182" y="223"/>
                  </a:cubicBezTo>
                  <a:cubicBezTo>
                    <a:pt x="180" y="224"/>
                    <a:pt x="176" y="223"/>
                    <a:pt x="174" y="222"/>
                  </a:cubicBezTo>
                  <a:cubicBezTo>
                    <a:pt x="173" y="222"/>
                    <a:pt x="172" y="219"/>
                    <a:pt x="171" y="219"/>
                  </a:cubicBezTo>
                  <a:cubicBezTo>
                    <a:pt x="169" y="217"/>
                    <a:pt x="163" y="216"/>
                    <a:pt x="161" y="216"/>
                  </a:cubicBezTo>
                  <a:cubicBezTo>
                    <a:pt x="156" y="216"/>
                    <a:pt x="145" y="219"/>
                    <a:pt x="141" y="221"/>
                  </a:cubicBezTo>
                  <a:cubicBezTo>
                    <a:pt x="138" y="222"/>
                    <a:pt x="133" y="224"/>
                    <a:pt x="132" y="226"/>
                  </a:cubicBezTo>
                  <a:cubicBezTo>
                    <a:pt x="130" y="229"/>
                    <a:pt x="132" y="235"/>
                    <a:pt x="130" y="238"/>
                  </a:cubicBezTo>
                  <a:cubicBezTo>
                    <a:pt x="129" y="240"/>
                    <a:pt x="123" y="242"/>
                    <a:pt x="121" y="244"/>
                  </a:cubicBezTo>
                  <a:cubicBezTo>
                    <a:pt x="120" y="245"/>
                    <a:pt x="118" y="249"/>
                    <a:pt x="117" y="250"/>
                  </a:cubicBezTo>
                  <a:cubicBezTo>
                    <a:pt x="114" y="251"/>
                    <a:pt x="109" y="249"/>
                    <a:pt x="106" y="249"/>
                  </a:cubicBezTo>
                  <a:cubicBezTo>
                    <a:pt x="105" y="249"/>
                    <a:pt x="101" y="250"/>
                    <a:pt x="100" y="250"/>
                  </a:cubicBezTo>
                  <a:cubicBezTo>
                    <a:pt x="95" y="253"/>
                    <a:pt x="90" y="262"/>
                    <a:pt x="86" y="265"/>
                  </a:cubicBezTo>
                  <a:cubicBezTo>
                    <a:pt x="83" y="267"/>
                    <a:pt x="76" y="268"/>
                    <a:pt x="72" y="270"/>
                  </a:cubicBezTo>
                  <a:cubicBezTo>
                    <a:pt x="69" y="271"/>
                    <a:pt x="62" y="275"/>
                    <a:pt x="60" y="278"/>
                  </a:cubicBezTo>
                  <a:cubicBezTo>
                    <a:pt x="57" y="280"/>
                    <a:pt x="55" y="289"/>
                    <a:pt x="51" y="290"/>
                  </a:cubicBezTo>
                  <a:cubicBezTo>
                    <a:pt x="50" y="291"/>
                    <a:pt x="47" y="290"/>
                    <a:pt x="46" y="290"/>
                  </a:cubicBezTo>
                  <a:cubicBezTo>
                    <a:pt x="42" y="290"/>
                    <a:pt x="35" y="290"/>
                    <a:pt x="32" y="291"/>
                  </a:cubicBezTo>
                  <a:cubicBezTo>
                    <a:pt x="29" y="293"/>
                    <a:pt x="25" y="300"/>
                    <a:pt x="22" y="301"/>
                  </a:cubicBezTo>
                  <a:cubicBezTo>
                    <a:pt x="20" y="302"/>
                    <a:pt x="16" y="302"/>
                    <a:pt x="15" y="303"/>
                  </a:cubicBezTo>
                  <a:cubicBezTo>
                    <a:pt x="11" y="304"/>
                    <a:pt x="3" y="308"/>
                    <a:pt x="1" y="312"/>
                  </a:cubicBezTo>
                  <a:cubicBezTo>
                    <a:pt x="0" y="313"/>
                    <a:pt x="0" y="316"/>
                    <a:pt x="1" y="317"/>
                  </a:cubicBezTo>
                  <a:cubicBezTo>
                    <a:pt x="3" y="319"/>
                    <a:pt x="10" y="319"/>
                    <a:pt x="13" y="319"/>
                  </a:cubicBezTo>
                  <a:cubicBezTo>
                    <a:pt x="17" y="318"/>
                    <a:pt x="23" y="313"/>
                    <a:pt x="27" y="312"/>
                  </a:cubicBezTo>
                  <a:cubicBezTo>
                    <a:pt x="30" y="311"/>
                    <a:pt x="36" y="309"/>
                    <a:pt x="39" y="309"/>
                  </a:cubicBezTo>
                  <a:cubicBezTo>
                    <a:pt x="42" y="309"/>
                    <a:pt x="48" y="312"/>
                    <a:pt x="50" y="312"/>
                  </a:cubicBezTo>
                  <a:cubicBezTo>
                    <a:pt x="53" y="312"/>
                    <a:pt x="58" y="310"/>
                    <a:pt x="61" y="309"/>
                  </a:cubicBezTo>
                  <a:cubicBezTo>
                    <a:pt x="63" y="309"/>
                    <a:pt x="66" y="307"/>
                    <a:pt x="67" y="307"/>
                  </a:cubicBezTo>
                  <a:cubicBezTo>
                    <a:pt x="70" y="307"/>
                    <a:pt x="74" y="310"/>
                    <a:pt x="77" y="311"/>
                  </a:cubicBezTo>
                  <a:cubicBezTo>
                    <a:pt x="79" y="312"/>
                    <a:pt x="82" y="315"/>
                    <a:pt x="85" y="315"/>
                  </a:cubicBezTo>
                  <a:cubicBezTo>
                    <a:pt x="86" y="315"/>
                    <a:pt x="89" y="312"/>
                    <a:pt x="90" y="310"/>
                  </a:cubicBezTo>
                  <a:cubicBezTo>
                    <a:pt x="91" y="309"/>
                    <a:pt x="90" y="305"/>
                    <a:pt x="91" y="303"/>
                  </a:cubicBezTo>
                  <a:cubicBezTo>
                    <a:pt x="91" y="300"/>
                    <a:pt x="93" y="295"/>
                    <a:pt x="95" y="294"/>
                  </a:cubicBezTo>
                  <a:cubicBezTo>
                    <a:pt x="97" y="293"/>
                    <a:pt x="100" y="293"/>
                    <a:pt x="102" y="293"/>
                  </a:cubicBezTo>
                  <a:cubicBezTo>
                    <a:pt x="104" y="293"/>
                    <a:pt x="107" y="296"/>
                    <a:pt x="109" y="296"/>
                  </a:cubicBezTo>
                  <a:cubicBezTo>
                    <a:pt x="113" y="297"/>
                    <a:pt x="122" y="298"/>
                    <a:pt x="125" y="296"/>
                  </a:cubicBezTo>
                  <a:cubicBezTo>
                    <a:pt x="127" y="295"/>
                    <a:pt x="129" y="291"/>
                    <a:pt x="130" y="290"/>
                  </a:cubicBezTo>
                  <a:cubicBezTo>
                    <a:pt x="134" y="287"/>
                    <a:pt x="145" y="289"/>
                    <a:pt x="146" y="285"/>
                  </a:cubicBezTo>
                  <a:cubicBezTo>
                    <a:pt x="147" y="284"/>
                    <a:pt x="145" y="283"/>
                    <a:pt x="145" y="282"/>
                  </a:cubicBezTo>
                  <a:cubicBezTo>
                    <a:pt x="145" y="281"/>
                    <a:pt x="146" y="279"/>
                    <a:pt x="146" y="278"/>
                  </a:cubicBezTo>
                  <a:cubicBezTo>
                    <a:pt x="145" y="276"/>
                    <a:pt x="144" y="273"/>
                    <a:pt x="142" y="272"/>
                  </a:cubicBezTo>
                  <a:cubicBezTo>
                    <a:pt x="141" y="271"/>
                    <a:pt x="138" y="271"/>
                    <a:pt x="137" y="270"/>
                  </a:cubicBezTo>
                  <a:cubicBezTo>
                    <a:pt x="136" y="268"/>
                    <a:pt x="133" y="264"/>
                    <a:pt x="133" y="262"/>
                  </a:cubicBezTo>
                  <a:cubicBezTo>
                    <a:pt x="133" y="261"/>
                    <a:pt x="132" y="259"/>
                    <a:pt x="133" y="258"/>
                  </a:cubicBezTo>
                  <a:cubicBezTo>
                    <a:pt x="135" y="257"/>
                    <a:pt x="139" y="257"/>
                    <a:pt x="141" y="258"/>
                  </a:cubicBezTo>
                  <a:cubicBezTo>
                    <a:pt x="142" y="258"/>
                    <a:pt x="143" y="261"/>
                    <a:pt x="144" y="262"/>
                  </a:cubicBezTo>
                  <a:cubicBezTo>
                    <a:pt x="146" y="263"/>
                    <a:pt x="149" y="264"/>
                    <a:pt x="151" y="264"/>
                  </a:cubicBezTo>
                  <a:cubicBezTo>
                    <a:pt x="153" y="264"/>
                    <a:pt x="157" y="263"/>
                    <a:pt x="159" y="263"/>
                  </a:cubicBezTo>
                  <a:cubicBezTo>
                    <a:pt x="160" y="264"/>
                    <a:pt x="162" y="265"/>
                    <a:pt x="162" y="266"/>
                  </a:cubicBezTo>
                  <a:cubicBezTo>
                    <a:pt x="163" y="267"/>
                    <a:pt x="164" y="271"/>
                    <a:pt x="163" y="273"/>
                  </a:cubicBezTo>
                  <a:cubicBezTo>
                    <a:pt x="163" y="275"/>
                    <a:pt x="160" y="279"/>
                    <a:pt x="159" y="282"/>
                  </a:cubicBezTo>
                  <a:cubicBezTo>
                    <a:pt x="159" y="286"/>
                    <a:pt x="160" y="294"/>
                    <a:pt x="161" y="298"/>
                  </a:cubicBezTo>
                  <a:cubicBezTo>
                    <a:pt x="161" y="300"/>
                    <a:pt x="162" y="303"/>
                    <a:pt x="163" y="303"/>
                  </a:cubicBezTo>
                  <a:cubicBezTo>
                    <a:pt x="166" y="305"/>
                    <a:pt x="172" y="299"/>
                    <a:pt x="175" y="300"/>
                  </a:cubicBezTo>
                  <a:cubicBezTo>
                    <a:pt x="177" y="302"/>
                    <a:pt x="175" y="310"/>
                    <a:pt x="176" y="312"/>
                  </a:cubicBezTo>
                  <a:cubicBezTo>
                    <a:pt x="177" y="314"/>
                    <a:pt x="181" y="317"/>
                    <a:pt x="183" y="317"/>
                  </a:cubicBezTo>
                  <a:cubicBezTo>
                    <a:pt x="188" y="320"/>
                    <a:pt x="198" y="323"/>
                    <a:pt x="204" y="323"/>
                  </a:cubicBezTo>
                  <a:cubicBezTo>
                    <a:pt x="206" y="322"/>
                    <a:pt x="210" y="321"/>
                    <a:pt x="212" y="320"/>
                  </a:cubicBezTo>
                  <a:cubicBezTo>
                    <a:pt x="212" y="319"/>
                    <a:pt x="213" y="317"/>
                    <a:pt x="214" y="316"/>
                  </a:cubicBezTo>
                  <a:cubicBezTo>
                    <a:pt x="216" y="315"/>
                    <a:pt x="221" y="318"/>
                    <a:pt x="223" y="318"/>
                  </a:cubicBezTo>
                  <a:cubicBezTo>
                    <a:pt x="229" y="318"/>
                    <a:pt x="242" y="313"/>
                    <a:pt x="249" y="313"/>
                  </a:cubicBezTo>
                  <a:cubicBezTo>
                    <a:pt x="251" y="313"/>
                    <a:pt x="257" y="312"/>
                    <a:pt x="259" y="314"/>
                  </a:cubicBezTo>
                  <a:cubicBezTo>
                    <a:pt x="260" y="315"/>
                    <a:pt x="258" y="319"/>
                    <a:pt x="257" y="320"/>
                  </a:cubicBezTo>
                  <a:cubicBezTo>
                    <a:pt x="256" y="322"/>
                    <a:pt x="251" y="325"/>
                    <a:pt x="249" y="326"/>
                  </a:cubicBezTo>
                  <a:cubicBezTo>
                    <a:pt x="246" y="326"/>
                    <a:pt x="242" y="326"/>
                    <a:pt x="240" y="327"/>
                  </a:cubicBezTo>
                  <a:cubicBezTo>
                    <a:pt x="238" y="327"/>
                    <a:pt x="234" y="330"/>
                    <a:pt x="232" y="331"/>
                  </a:cubicBezTo>
                  <a:cubicBezTo>
                    <a:pt x="230" y="331"/>
                    <a:pt x="226" y="332"/>
                    <a:pt x="224" y="333"/>
                  </a:cubicBezTo>
                  <a:cubicBezTo>
                    <a:pt x="222" y="334"/>
                    <a:pt x="219" y="337"/>
                    <a:pt x="217" y="339"/>
                  </a:cubicBezTo>
                  <a:cubicBezTo>
                    <a:pt x="216" y="340"/>
                    <a:pt x="216" y="343"/>
                    <a:pt x="216" y="345"/>
                  </a:cubicBezTo>
                  <a:cubicBezTo>
                    <a:pt x="216" y="346"/>
                    <a:pt x="218" y="349"/>
                    <a:pt x="219" y="350"/>
                  </a:cubicBezTo>
                  <a:cubicBezTo>
                    <a:pt x="222" y="351"/>
                    <a:pt x="228" y="352"/>
                    <a:pt x="231" y="352"/>
                  </a:cubicBezTo>
                  <a:cubicBezTo>
                    <a:pt x="235" y="352"/>
                    <a:pt x="242" y="350"/>
                    <a:pt x="246" y="347"/>
                  </a:cubicBezTo>
                  <a:cubicBezTo>
                    <a:pt x="248" y="345"/>
                    <a:pt x="251" y="339"/>
                    <a:pt x="253" y="337"/>
                  </a:cubicBezTo>
                  <a:cubicBezTo>
                    <a:pt x="254" y="335"/>
                    <a:pt x="257" y="334"/>
                    <a:pt x="259" y="333"/>
                  </a:cubicBezTo>
                  <a:cubicBezTo>
                    <a:pt x="261" y="333"/>
                    <a:pt x="266" y="334"/>
                    <a:pt x="268" y="334"/>
                  </a:cubicBezTo>
                  <a:cubicBezTo>
                    <a:pt x="271" y="334"/>
                    <a:pt x="277" y="337"/>
                    <a:pt x="281" y="337"/>
                  </a:cubicBezTo>
                  <a:cubicBezTo>
                    <a:pt x="284" y="337"/>
                    <a:pt x="291" y="335"/>
                    <a:pt x="294" y="334"/>
                  </a:cubicBezTo>
                  <a:cubicBezTo>
                    <a:pt x="299" y="331"/>
                    <a:pt x="306" y="323"/>
                    <a:pt x="309" y="319"/>
                  </a:cubicBezTo>
                  <a:cubicBezTo>
                    <a:pt x="311" y="316"/>
                    <a:pt x="312" y="309"/>
                    <a:pt x="315" y="307"/>
                  </a:cubicBezTo>
                  <a:cubicBezTo>
                    <a:pt x="316" y="305"/>
                    <a:pt x="320" y="303"/>
                    <a:pt x="321" y="302"/>
                  </a:cubicBezTo>
                  <a:cubicBezTo>
                    <a:pt x="324" y="299"/>
                    <a:pt x="326" y="291"/>
                    <a:pt x="328" y="288"/>
                  </a:cubicBezTo>
                  <a:cubicBezTo>
                    <a:pt x="331" y="285"/>
                    <a:pt x="339" y="282"/>
                    <a:pt x="342" y="279"/>
                  </a:cubicBezTo>
                  <a:cubicBezTo>
                    <a:pt x="342" y="278"/>
                    <a:pt x="343" y="276"/>
                    <a:pt x="344" y="274"/>
                  </a:cubicBezTo>
                  <a:cubicBezTo>
                    <a:pt x="344" y="271"/>
                    <a:pt x="340" y="264"/>
                    <a:pt x="341" y="261"/>
                  </a:cubicBezTo>
                  <a:cubicBezTo>
                    <a:pt x="342" y="259"/>
                    <a:pt x="347" y="256"/>
                    <a:pt x="349" y="255"/>
                  </a:cubicBezTo>
                  <a:cubicBezTo>
                    <a:pt x="354" y="253"/>
                    <a:pt x="365" y="254"/>
                    <a:pt x="371" y="252"/>
                  </a:cubicBezTo>
                  <a:cubicBezTo>
                    <a:pt x="373" y="252"/>
                    <a:pt x="379" y="249"/>
                    <a:pt x="381" y="247"/>
                  </a:cubicBezTo>
                  <a:cubicBezTo>
                    <a:pt x="381" y="246"/>
                    <a:pt x="381" y="243"/>
                    <a:pt x="381" y="242"/>
                  </a:cubicBezTo>
                  <a:cubicBezTo>
                    <a:pt x="382" y="241"/>
                    <a:pt x="387" y="240"/>
                    <a:pt x="388" y="239"/>
                  </a:cubicBezTo>
                  <a:cubicBezTo>
                    <a:pt x="389" y="237"/>
                    <a:pt x="385" y="230"/>
                    <a:pt x="387" y="229"/>
                  </a:cubicBezTo>
                  <a:cubicBezTo>
                    <a:pt x="391" y="229"/>
                    <a:pt x="392" y="239"/>
                    <a:pt x="392" y="243"/>
                  </a:cubicBezTo>
                  <a:cubicBezTo>
                    <a:pt x="391" y="245"/>
                    <a:pt x="388" y="250"/>
                    <a:pt x="386" y="252"/>
                  </a:cubicBezTo>
                  <a:cubicBezTo>
                    <a:pt x="385" y="253"/>
                    <a:pt x="381" y="253"/>
                    <a:pt x="380" y="254"/>
                  </a:cubicBezTo>
                  <a:cubicBezTo>
                    <a:pt x="379" y="255"/>
                    <a:pt x="378" y="256"/>
                    <a:pt x="379" y="256"/>
                  </a:cubicBezTo>
                  <a:cubicBezTo>
                    <a:pt x="379" y="257"/>
                    <a:pt x="381" y="258"/>
                    <a:pt x="382" y="259"/>
                  </a:cubicBezTo>
                  <a:cubicBezTo>
                    <a:pt x="382" y="261"/>
                    <a:pt x="381" y="263"/>
                    <a:pt x="382" y="264"/>
                  </a:cubicBezTo>
                  <a:cubicBezTo>
                    <a:pt x="383" y="267"/>
                    <a:pt x="388" y="269"/>
                    <a:pt x="389" y="271"/>
                  </a:cubicBezTo>
                  <a:cubicBezTo>
                    <a:pt x="390" y="272"/>
                    <a:pt x="390" y="276"/>
                    <a:pt x="390" y="277"/>
                  </a:cubicBezTo>
                  <a:cubicBezTo>
                    <a:pt x="389" y="278"/>
                    <a:pt x="387" y="280"/>
                    <a:pt x="386" y="281"/>
                  </a:cubicBezTo>
                  <a:cubicBezTo>
                    <a:pt x="385" y="282"/>
                    <a:pt x="385" y="285"/>
                    <a:pt x="385" y="286"/>
                  </a:cubicBezTo>
                  <a:cubicBezTo>
                    <a:pt x="383" y="288"/>
                    <a:pt x="379" y="289"/>
                    <a:pt x="378" y="290"/>
                  </a:cubicBezTo>
                  <a:cubicBezTo>
                    <a:pt x="376" y="292"/>
                    <a:pt x="374" y="295"/>
                    <a:pt x="374" y="297"/>
                  </a:cubicBezTo>
                  <a:cubicBezTo>
                    <a:pt x="373" y="298"/>
                    <a:pt x="373" y="300"/>
                    <a:pt x="373" y="301"/>
                  </a:cubicBezTo>
                  <a:cubicBezTo>
                    <a:pt x="374" y="302"/>
                    <a:pt x="376" y="304"/>
                    <a:pt x="377" y="304"/>
                  </a:cubicBezTo>
                  <a:cubicBezTo>
                    <a:pt x="378" y="305"/>
                    <a:pt x="382" y="304"/>
                    <a:pt x="383" y="303"/>
                  </a:cubicBezTo>
                  <a:cubicBezTo>
                    <a:pt x="385" y="303"/>
                    <a:pt x="387" y="299"/>
                    <a:pt x="389" y="298"/>
                  </a:cubicBezTo>
                  <a:cubicBezTo>
                    <a:pt x="391" y="297"/>
                    <a:pt x="396" y="297"/>
                    <a:pt x="399" y="297"/>
                  </a:cubicBezTo>
                  <a:cubicBezTo>
                    <a:pt x="400" y="297"/>
                    <a:pt x="404" y="298"/>
                    <a:pt x="405" y="299"/>
                  </a:cubicBezTo>
                  <a:cubicBezTo>
                    <a:pt x="406" y="300"/>
                    <a:pt x="407" y="303"/>
                    <a:pt x="408" y="304"/>
                  </a:cubicBezTo>
                  <a:cubicBezTo>
                    <a:pt x="410" y="305"/>
                    <a:pt x="415" y="305"/>
                    <a:pt x="417" y="306"/>
                  </a:cubicBezTo>
                  <a:cubicBezTo>
                    <a:pt x="419" y="307"/>
                    <a:pt x="421" y="310"/>
                    <a:pt x="422" y="310"/>
                  </a:cubicBezTo>
                  <a:cubicBezTo>
                    <a:pt x="424" y="311"/>
                    <a:pt x="428" y="311"/>
                    <a:pt x="430" y="312"/>
                  </a:cubicBezTo>
                  <a:cubicBezTo>
                    <a:pt x="435" y="313"/>
                    <a:pt x="444" y="320"/>
                    <a:pt x="449" y="320"/>
                  </a:cubicBezTo>
                  <a:cubicBezTo>
                    <a:pt x="452" y="321"/>
                    <a:pt x="456" y="318"/>
                    <a:pt x="458" y="319"/>
                  </a:cubicBezTo>
                  <a:cubicBezTo>
                    <a:pt x="461" y="319"/>
                    <a:pt x="464" y="323"/>
                    <a:pt x="466" y="324"/>
                  </a:cubicBezTo>
                  <a:cubicBezTo>
                    <a:pt x="466" y="324"/>
                    <a:pt x="466" y="324"/>
                    <a:pt x="466" y="324"/>
                  </a:cubicBezTo>
                  <a:cubicBezTo>
                    <a:pt x="466" y="325"/>
                    <a:pt x="464" y="326"/>
                    <a:pt x="464" y="326"/>
                  </a:cubicBezTo>
                  <a:cubicBezTo>
                    <a:pt x="464" y="328"/>
                    <a:pt x="466" y="331"/>
                    <a:pt x="467" y="333"/>
                  </a:cubicBezTo>
                  <a:cubicBezTo>
                    <a:pt x="468" y="334"/>
                    <a:pt x="471" y="336"/>
                    <a:pt x="472" y="336"/>
                  </a:cubicBezTo>
                  <a:cubicBezTo>
                    <a:pt x="477" y="337"/>
                    <a:pt x="488" y="336"/>
                    <a:pt x="492" y="333"/>
                  </a:cubicBezTo>
                  <a:cubicBezTo>
                    <a:pt x="494" y="332"/>
                    <a:pt x="496" y="327"/>
                    <a:pt x="497" y="325"/>
                  </a:cubicBezTo>
                  <a:cubicBezTo>
                    <a:pt x="498" y="324"/>
                    <a:pt x="499" y="322"/>
                    <a:pt x="500" y="322"/>
                  </a:cubicBezTo>
                  <a:cubicBezTo>
                    <a:pt x="501" y="322"/>
                    <a:pt x="504" y="322"/>
                    <a:pt x="505" y="323"/>
                  </a:cubicBezTo>
                  <a:cubicBezTo>
                    <a:pt x="507" y="324"/>
                    <a:pt x="509" y="327"/>
                    <a:pt x="510" y="329"/>
                  </a:cubicBezTo>
                  <a:cubicBezTo>
                    <a:pt x="511" y="329"/>
                    <a:pt x="514" y="330"/>
                    <a:pt x="515" y="331"/>
                  </a:cubicBezTo>
                  <a:cubicBezTo>
                    <a:pt x="516" y="331"/>
                    <a:pt x="517" y="332"/>
                    <a:pt x="518" y="332"/>
                  </a:cubicBezTo>
                  <a:cubicBezTo>
                    <a:pt x="520" y="332"/>
                    <a:pt x="526" y="331"/>
                    <a:pt x="528" y="330"/>
                  </a:cubicBezTo>
                  <a:cubicBezTo>
                    <a:pt x="530" y="328"/>
                    <a:pt x="530" y="323"/>
                    <a:pt x="531" y="321"/>
                  </a:cubicBezTo>
                  <a:cubicBezTo>
                    <a:pt x="533" y="319"/>
                    <a:pt x="538" y="318"/>
                    <a:pt x="540" y="317"/>
                  </a:cubicBezTo>
                  <a:cubicBezTo>
                    <a:pt x="541" y="316"/>
                    <a:pt x="543" y="313"/>
                    <a:pt x="544" y="312"/>
                  </a:cubicBezTo>
                  <a:cubicBezTo>
                    <a:pt x="545" y="309"/>
                    <a:pt x="543" y="303"/>
                    <a:pt x="544" y="300"/>
                  </a:cubicBezTo>
                  <a:cubicBezTo>
                    <a:pt x="544" y="299"/>
                    <a:pt x="546" y="298"/>
                    <a:pt x="547" y="297"/>
                  </a:cubicBezTo>
                  <a:cubicBezTo>
                    <a:pt x="548" y="295"/>
                    <a:pt x="548" y="290"/>
                    <a:pt x="550" y="288"/>
                  </a:cubicBezTo>
                  <a:cubicBezTo>
                    <a:pt x="551" y="287"/>
                    <a:pt x="557" y="287"/>
                    <a:pt x="557" y="287"/>
                  </a:cubicBezTo>
                  <a:cubicBezTo>
                    <a:pt x="557" y="287"/>
                    <a:pt x="564" y="280"/>
                    <a:pt x="566" y="279"/>
                  </a:cubicBezTo>
                  <a:cubicBezTo>
                    <a:pt x="568" y="278"/>
                    <a:pt x="573" y="277"/>
                    <a:pt x="574" y="275"/>
                  </a:cubicBezTo>
                  <a:cubicBezTo>
                    <a:pt x="576" y="274"/>
                    <a:pt x="577" y="270"/>
                    <a:pt x="577" y="269"/>
                  </a:cubicBezTo>
                  <a:cubicBezTo>
                    <a:pt x="578" y="267"/>
                    <a:pt x="581" y="262"/>
                    <a:pt x="581" y="260"/>
                  </a:cubicBezTo>
                  <a:cubicBezTo>
                    <a:pt x="582" y="256"/>
                    <a:pt x="580" y="249"/>
                    <a:pt x="581" y="246"/>
                  </a:cubicBezTo>
                  <a:cubicBezTo>
                    <a:pt x="581" y="243"/>
                    <a:pt x="583" y="235"/>
                    <a:pt x="585" y="233"/>
                  </a:cubicBezTo>
                  <a:cubicBezTo>
                    <a:pt x="587" y="230"/>
                    <a:pt x="594" y="227"/>
                    <a:pt x="596" y="224"/>
                  </a:cubicBezTo>
                  <a:cubicBezTo>
                    <a:pt x="598" y="220"/>
                    <a:pt x="597" y="208"/>
                    <a:pt x="601" y="204"/>
                  </a:cubicBezTo>
                  <a:cubicBezTo>
                    <a:pt x="602" y="202"/>
                    <a:pt x="607" y="202"/>
                    <a:pt x="609" y="201"/>
                  </a:cubicBezTo>
                  <a:cubicBezTo>
                    <a:pt x="614" y="201"/>
                    <a:pt x="624" y="204"/>
                    <a:pt x="630" y="203"/>
                  </a:cubicBezTo>
                  <a:cubicBezTo>
                    <a:pt x="632" y="203"/>
                    <a:pt x="636" y="201"/>
                    <a:pt x="637" y="200"/>
                  </a:cubicBezTo>
                  <a:cubicBezTo>
                    <a:pt x="639" y="198"/>
                    <a:pt x="638" y="191"/>
                    <a:pt x="640" y="189"/>
                  </a:cubicBezTo>
                  <a:cubicBezTo>
                    <a:pt x="642" y="186"/>
                    <a:pt x="650" y="183"/>
                    <a:pt x="651" y="180"/>
                  </a:cubicBezTo>
                  <a:cubicBezTo>
                    <a:pt x="652" y="178"/>
                    <a:pt x="652" y="175"/>
                    <a:pt x="651" y="174"/>
                  </a:cubicBezTo>
                  <a:cubicBezTo>
                    <a:pt x="650" y="172"/>
                    <a:pt x="646" y="171"/>
                    <a:pt x="645" y="169"/>
                  </a:cubicBezTo>
                  <a:cubicBezTo>
                    <a:pt x="645" y="168"/>
                    <a:pt x="644" y="164"/>
                    <a:pt x="644" y="164"/>
                  </a:cubicBezTo>
                  <a:cubicBezTo>
                    <a:pt x="644" y="164"/>
                    <a:pt x="640" y="160"/>
                    <a:pt x="638" y="160"/>
                  </a:cubicBezTo>
                  <a:cubicBezTo>
                    <a:pt x="634" y="160"/>
                    <a:pt x="628" y="171"/>
                    <a:pt x="624" y="17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43"/>
            <p:cNvSpPr>
              <a:spLocks/>
            </p:cNvSpPr>
            <p:nvPr/>
          </p:nvSpPr>
          <p:spPr bwMode="auto">
            <a:xfrm>
              <a:off x="2446338" y="3160713"/>
              <a:ext cx="107950" cy="95250"/>
            </a:xfrm>
            <a:custGeom>
              <a:avLst/>
              <a:gdLst/>
              <a:ahLst/>
              <a:cxnLst>
                <a:cxn ang="0">
                  <a:pos x="24" y="8"/>
                </a:cxn>
                <a:cxn ang="0">
                  <a:pos x="17" y="2"/>
                </a:cxn>
                <a:cxn ang="0">
                  <a:pos x="10" y="0"/>
                </a:cxn>
                <a:cxn ang="0">
                  <a:pos x="2" y="3"/>
                </a:cxn>
                <a:cxn ang="0">
                  <a:pos x="1" y="7"/>
                </a:cxn>
                <a:cxn ang="0">
                  <a:pos x="7" y="10"/>
                </a:cxn>
                <a:cxn ang="0">
                  <a:pos x="17" y="19"/>
                </a:cxn>
                <a:cxn ang="0">
                  <a:pos x="33" y="38"/>
                </a:cxn>
                <a:cxn ang="0">
                  <a:pos x="41" y="42"/>
                </a:cxn>
                <a:cxn ang="0">
                  <a:pos x="47" y="53"/>
                </a:cxn>
                <a:cxn ang="0">
                  <a:pos x="55" y="55"/>
                </a:cxn>
                <a:cxn ang="0">
                  <a:pos x="63" y="48"/>
                </a:cxn>
                <a:cxn ang="0">
                  <a:pos x="63" y="42"/>
                </a:cxn>
                <a:cxn ang="0">
                  <a:pos x="58" y="41"/>
                </a:cxn>
                <a:cxn ang="0">
                  <a:pos x="57" y="46"/>
                </a:cxn>
                <a:cxn ang="0">
                  <a:pos x="55" y="46"/>
                </a:cxn>
                <a:cxn ang="0">
                  <a:pos x="56" y="42"/>
                </a:cxn>
                <a:cxn ang="0">
                  <a:pos x="55" y="39"/>
                </a:cxn>
                <a:cxn ang="0">
                  <a:pos x="50" y="39"/>
                </a:cxn>
                <a:cxn ang="0">
                  <a:pos x="49" y="37"/>
                </a:cxn>
                <a:cxn ang="0">
                  <a:pos x="51" y="33"/>
                </a:cxn>
                <a:cxn ang="0">
                  <a:pos x="55" y="28"/>
                </a:cxn>
                <a:cxn ang="0">
                  <a:pos x="55" y="25"/>
                </a:cxn>
                <a:cxn ang="0">
                  <a:pos x="53" y="23"/>
                </a:cxn>
                <a:cxn ang="0">
                  <a:pos x="47" y="23"/>
                </a:cxn>
                <a:cxn ang="0">
                  <a:pos x="43" y="20"/>
                </a:cxn>
                <a:cxn ang="0">
                  <a:pos x="36" y="19"/>
                </a:cxn>
                <a:cxn ang="0">
                  <a:pos x="29" y="20"/>
                </a:cxn>
                <a:cxn ang="0">
                  <a:pos x="23" y="14"/>
                </a:cxn>
                <a:cxn ang="0">
                  <a:pos x="25" y="10"/>
                </a:cxn>
                <a:cxn ang="0">
                  <a:pos x="24" y="8"/>
                </a:cxn>
              </a:cxnLst>
              <a:rect l="0" t="0" r="r" b="b"/>
              <a:pathLst>
                <a:path w="64" h="56">
                  <a:moveTo>
                    <a:pt x="24" y="8"/>
                  </a:moveTo>
                  <a:cubicBezTo>
                    <a:pt x="23" y="6"/>
                    <a:pt x="19" y="3"/>
                    <a:pt x="17" y="2"/>
                  </a:cubicBezTo>
                  <a:cubicBezTo>
                    <a:pt x="15" y="1"/>
                    <a:pt x="12" y="0"/>
                    <a:pt x="10" y="0"/>
                  </a:cubicBezTo>
                  <a:cubicBezTo>
                    <a:pt x="8" y="0"/>
                    <a:pt x="3" y="1"/>
                    <a:pt x="2" y="3"/>
                  </a:cubicBezTo>
                  <a:cubicBezTo>
                    <a:pt x="1" y="4"/>
                    <a:pt x="0" y="6"/>
                    <a:pt x="1" y="7"/>
                  </a:cubicBezTo>
                  <a:cubicBezTo>
                    <a:pt x="1" y="8"/>
                    <a:pt x="5" y="9"/>
                    <a:pt x="7" y="10"/>
                  </a:cubicBezTo>
                  <a:cubicBezTo>
                    <a:pt x="9" y="12"/>
                    <a:pt x="14" y="17"/>
                    <a:pt x="17" y="19"/>
                  </a:cubicBezTo>
                  <a:cubicBezTo>
                    <a:pt x="21" y="24"/>
                    <a:pt x="28" y="34"/>
                    <a:pt x="33" y="38"/>
                  </a:cubicBezTo>
                  <a:cubicBezTo>
                    <a:pt x="35" y="40"/>
                    <a:pt x="40" y="41"/>
                    <a:pt x="41" y="42"/>
                  </a:cubicBezTo>
                  <a:cubicBezTo>
                    <a:pt x="44" y="44"/>
                    <a:pt x="45" y="51"/>
                    <a:pt x="47" y="53"/>
                  </a:cubicBezTo>
                  <a:cubicBezTo>
                    <a:pt x="49" y="55"/>
                    <a:pt x="53" y="56"/>
                    <a:pt x="55" y="55"/>
                  </a:cubicBezTo>
                  <a:cubicBezTo>
                    <a:pt x="58" y="54"/>
                    <a:pt x="62" y="50"/>
                    <a:pt x="63" y="48"/>
                  </a:cubicBezTo>
                  <a:cubicBezTo>
                    <a:pt x="63" y="46"/>
                    <a:pt x="64" y="43"/>
                    <a:pt x="63" y="42"/>
                  </a:cubicBezTo>
                  <a:cubicBezTo>
                    <a:pt x="62" y="41"/>
                    <a:pt x="59" y="41"/>
                    <a:pt x="58" y="41"/>
                  </a:cubicBezTo>
                  <a:cubicBezTo>
                    <a:pt x="57" y="42"/>
                    <a:pt x="58" y="46"/>
                    <a:pt x="57" y="46"/>
                  </a:cubicBezTo>
                  <a:cubicBezTo>
                    <a:pt x="57" y="47"/>
                    <a:pt x="56" y="46"/>
                    <a:pt x="55" y="46"/>
                  </a:cubicBezTo>
                  <a:cubicBezTo>
                    <a:pt x="55" y="45"/>
                    <a:pt x="56" y="43"/>
                    <a:pt x="56" y="42"/>
                  </a:cubicBezTo>
                  <a:cubicBezTo>
                    <a:pt x="56" y="41"/>
                    <a:pt x="56" y="40"/>
                    <a:pt x="55" y="39"/>
                  </a:cubicBezTo>
                  <a:cubicBezTo>
                    <a:pt x="54" y="39"/>
                    <a:pt x="51" y="40"/>
                    <a:pt x="50" y="39"/>
                  </a:cubicBezTo>
                  <a:cubicBezTo>
                    <a:pt x="50" y="39"/>
                    <a:pt x="49" y="38"/>
                    <a:pt x="49" y="37"/>
                  </a:cubicBezTo>
                  <a:cubicBezTo>
                    <a:pt x="49" y="36"/>
                    <a:pt x="50" y="34"/>
                    <a:pt x="51" y="33"/>
                  </a:cubicBezTo>
                  <a:cubicBezTo>
                    <a:pt x="52" y="31"/>
                    <a:pt x="55" y="30"/>
                    <a:pt x="55" y="28"/>
                  </a:cubicBezTo>
                  <a:cubicBezTo>
                    <a:pt x="55" y="28"/>
                    <a:pt x="55" y="26"/>
                    <a:pt x="55" y="25"/>
                  </a:cubicBezTo>
                  <a:cubicBezTo>
                    <a:pt x="54" y="24"/>
                    <a:pt x="54" y="23"/>
                    <a:pt x="53" y="23"/>
                  </a:cubicBezTo>
                  <a:cubicBezTo>
                    <a:pt x="52" y="22"/>
                    <a:pt x="49" y="24"/>
                    <a:pt x="47" y="23"/>
                  </a:cubicBezTo>
                  <a:cubicBezTo>
                    <a:pt x="46" y="23"/>
                    <a:pt x="45" y="21"/>
                    <a:pt x="43" y="20"/>
                  </a:cubicBezTo>
                  <a:cubicBezTo>
                    <a:pt x="42" y="20"/>
                    <a:pt x="38" y="19"/>
                    <a:pt x="36" y="19"/>
                  </a:cubicBezTo>
                  <a:cubicBezTo>
                    <a:pt x="34" y="19"/>
                    <a:pt x="30" y="20"/>
                    <a:pt x="29" y="20"/>
                  </a:cubicBezTo>
                  <a:cubicBezTo>
                    <a:pt x="27" y="19"/>
                    <a:pt x="24" y="16"/>
                    <a:pt x="23" y="14"/>
                  </a:cubicBezTo>
                  <a:cubicBezTo>
                    <a:pt x="23" y="13"/>
                    <a:pt x="25" y="11"/>
                    <a:pt x="25" y="10"/>
                  </a:cubicBezTo>
                  <a:cubicBezTo>
                    <a:pt x="25" y="10"/>
                    <a:pt x="24" y="8"/>
                    <a:pt x="24"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44"/>
            <p:cNvSpPr>
              <a:spLocks/>
            </p:cNvSpPr>
            <p:nvPr/>
          </p:nvSpPr>
          <p:spPr bwMode="auto">
            <a:xfrm>
              <a:off x="2544763" y="3255963"/>
              <a:ext cx="41275" cy="38100"/>
            </a:xfrm>
            <a:custGeom>
              <a:avLst/>
              <a:gdLst/>
              <a:ahLst/>
              <a:cxnLst>
                <a:cxn ang="0">
                  <a:pos x="16" y="17"/>
                </a:cxn>
                <a:cxn ang="0">
                  <a:pos x="23" y="12"/>
                </a:cxn>
                <a:cxn ang="0">
                  <a:pos x="20" y="0"/>
                </a:cxn>
                <a:cxn ang="0">
                  <a:pos x="17" y="2"/>
                </a:cxn>
                <a:cxn ang="0">
                  <a:pos x="11" y="2"/>
                </a:cxn>
                <a:cxn ang="0">
                  <a:pos x="7" y="5"/>
                </a:cxn>
                <a:cxn ang="0">
                  <a:pos x="6" y="10"/>
                </a:cxn>
                <a:cxn ang="0">
                  <a:pos x="1" y="14"/>
                </a:cxn>
                <a:cxn ang="0">
                  <a:pos x="1" y="20"/>
                </a:cxn>
                <a:cxn ang="0">
                  <a:pos x="3" y="23"/>
                </a:cxn>
                <a:cxn ang="0">
                  <a:pos x="10" y="19"/>
                </a:cxn>
                <a:cxn ang="0">
                  <a:pos x="15" y="19"/>
                </a:cxn>
                <a:cxn ang="0">
                  <a:pos x="16" y="17"/>
                </a:cxn>
              </a:cxnLst>
              <a:rect l="0" t="0" r="r" b="b"/>
              <a:pathLst>
                <a:path w="24" h="23">
                  <a:moveTo>
                    <a:pt x="16" y="17"/>
                  </a:moveTo>
                  <a:cubicBezTo>
                    <a:pt x="17" y="15"/>
                    <a:pt x="22" y="14"/>
                    <a:pt x="23" y="12"/>
                  </a:cubicBezTo>
                  <a:cubicBezTo>
                    <a:pt x="24" y="9"/>
                    <a:pt x="23" y="1"/>
                    <a:pt x="20" y="0"/>
                  </a:cubicBezTo>
                  <a:cubicBezTo>
                    <a:pt x="19" y="0"/>
                    <a:pt x="18" y="2"/>
                    <a:pt x="17" y="2"/>
                  </a:cubicBezTo>
                  <a:cubicBezTo>
                    <a:pt x="16" y="3"/>
                    <a:pt x="13" y="2"/>
                    <a:pt x="11" y="2"/>
                  </a:cubicBezTo>
                  <a:cubicBezTo>
                    <a:pt x="10" y="3"/>
                    <a:pt x="7" y="4"/>
                    <a:pt x="7" y="5"/>
                  </a:cubicBezTo>
                  <a:cubicBezTo>
                    <a:pt x="6" y="6"/>
                    <a:pt x="6" y="9"/>
                    <a:pt x="6" y="10"/>
                  </a:cubicBezTo>
                  <a:cubicBezTo>
                    <a:pt x="5" y="11"/>
                    <a:pt x="2" y="12"/>
                    <a:pt x="1" y="14"/>
                  </a:cubicBezTo>
                  <a:cubicBezTo>
                    <a:pt x="0" y="15"/>
                    <a:pt x="0" y="18"/>
                    <a:pt x="1" y="20"/>
                  </a:cubicBezTo>
                  <a:cubicBezTo>
                    <a:pt x="1" y="21"/>
                    <a:pt x="2" y="23"/>
                    <a:pt x="3" y="23"/>
                  </a:cubicBezTo>
                  <a:cubicBezTo>
                    <a:pt x="5" y="23"/>
                    <a:pt x="8" y="20"/>
                    <a:pt x="10" y="19"/>
                  </a:cubicBezTo>
                  <a:cubicBezTo>
                    <a:pt x="11" y="19"/>
                    <a:pt x="14" y="19"/>
                    <a:pt x="15" y="19"/>
                  </a:cubicBezTo>
                  <a:cubicBezTo>
                    <a:pt x="16" y="18"/>
                    <a:pt x="16" y="18"/>
                    <a:pt x="16"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45"/>
            <p:cNvSpPr>
              <a:spLocks/>
            </p:cNvSpPr>
            <p:nvPr/>
          </p:nvSpPr>
          <p:spPr bwMode="auto">
            <a:xfrm>
              <a:off x="2592388" y="3282950"/>
              <a:ext cx="28575" cy="19050"/>
            </a:xfrm>
            <a:custGeom>
              <a:avLst/>
              <a:gdLst/>
              <a:ahLst/>
              <a:cxnLst>
                <a:cxn ang="0">
                  <a:pos x="7" y="11"/>
                </a:cxn>
                <a:cxn ang="0">
                  <a:pos x="16" y="8"/>
                </a:cxn>
                <a:cxn ang="0">
                  <a:pos x="17" y="4"/>
                </a:cxn>
                <a:cxn ang="0">
                  <a:pos x="15" y="1"/>
                </a:cxn>
                <a:cxn ang="0">
                  <a:pos x="11" y="0"/>
                </a:cxn>
                <a:cxn ang="0">
                  <a:pos x="4" y="2"/>
                </a:cxn>
                <a:cxn ang="0">
                  <a:pos x="0" y="8"/>
                </a:cxn>
                <a:cxn ang="0">
                  <a:pos x="2" y="9"/>
                </a:cxn>
                <a:cxn ang="0">
                  <a:pos x="7" y="11"/>
                </a:cxn>
              </a:cxnLst>
              <a:rect l="0" t="0" r="r" b="b"/>
              <a:pathLst>
                <a:path w="17" h="11">
                  <a:moveTo>
                    <a:pt x="7" y="11"/>
                  </a:moveTo>
                  <a:cubicBezTo>
                    <a:pt x="9" y="11"/>
                    <a:pt x="14" y="10"/>
                    <a:pt x="16" y="8"/>
                  </a:cubicBezTo>
                  <a:cubicBezTo>
                    <a:pt x="17" y="8"/>
                    <a:pt x="17" y="5"/>
                    <a:pt x="17" y="4"/>
                  </a:cubicBezTo>
                  <a:cubicBezTo>
                    <a:pt x="17" y="3"/>
                    <a:pt x="16" y="1"/>
                    <a:pt x="15" y="1"/>
                  </a:cubicBezTo>
                  <a:cubicBezTo>
                    <a:pt x="14" y="0"/>
                    <a:pt x="12" y="0"/>
                    <a:pt x="11" y="0"/>
                  </a:cubicBezTo>
                  <a:cubicBezTo>
                    <a:pt x="9" y="0"/>
                    <a:pt x="6" y="1"/>
                    <a:pt x="4" y="2"/>
                  </a:cubicBezTo>
                  <a:cubicBezTo>
                    <a:pt x="3" y="3"/>
                    <a:pt x="0" y="6"/>
                    <a:pt x="0" y="8"/>
                  </a:cubicBezTo>
                  <a:cubicBezTo>
                    <a:pt x="0" y="8"/>
                    <a:pt x="2" y="8"/>
                    <a:pt x="2" y="9"/>
                  </a:cubicBezTo>
                  <a:cubicBezTo>
                    <a:pt x="4" y="9"/>
                    <a:pt x="6" y="11"/>
                    <a:pt x="7"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46"/>
            <p:cNvSpPr>
              <a:spLocks/>
            </p:cNvSpPr>
            <p:nvPr/>
          </p:nvSpPr>
          <p:spPr bwMode="auto">
            <a:xfrm>
              <a:off x="2489200" y="3057525"/>
              <a:ext cx="31750" cy="47625"/>
            </a:xfrm>
            <a:custGeom>
              <a:avLst/>
              <a:gdLst/>
              <a:ahLst/>
              <a:cxnLst>
                <a:cxn ang="0">
                  <a:pos x="1" y="22"/>
                </a:cxn>
                <a:cxn ang="0">
                  <a:pos x="2" y="25"/>
                </a:cxn>
                <a:cxn ang="0">
                  <a:pos x="8" y="24"/>
                </a:cxn>
                <a:cxn ang="0">
                  <a:pos x="10" y="27"/>
                </a:cxn>
                <a:cxn ang="0">
                  <a:pos x="18" y="26"/>
                </a:cxn>
                <a:cxn ang="0">
                  <a:pos x="19" y="22"/>
                </a:cxn>
                <a:cxn ang="0">
                  <a:pos x="17" y="18"/>
                </a:cxn>
                <a:cxn ang="0">
                  <a:pos x="16" y="9"/>
                </a:cxn>
                <a:cxn ang="0">
                  <a:pos x="11" y="7"/>
                </a:cxn>
                <a:cxn ang="0">
                  <a:pos x="8" y="0"/>
                </a:cxn>
                <a:cxn ang="0">
                  <a:pos x="7" y="3"/>
                </a:cxn>
                <a:cxn ang="0">
                  <a:pos x="9" y="9"/>
                </a:cxn>
                <a:cxn ang="0">
                  <a:pos x="7" y="16"/>
                </a:cxn>
                <a:cxn ang="0">
                  <a:pos x="1" y="22"/>
                </a:cxn>
              </a:cxnLst>
              <a:rect l="0" t="0" r="r" b="b"/>
              <a:pathLst>
                <a:path w="19" h="28">
                  <a:moveTo>
                    <a:pt x="1" y="22"/>
                  </a:moveTo>
                  <a:cubicBezTo>
                    <a:pt x="0" y="23"/>
                    <a:pt x="1" y="24"/>
                    <a:pt x="2" y="25"/>
                  </a:cubicBezTo>
                  <a:cubicBezTo>
                    <a:pt x="3" y="26"/>
                    <a:pt x="7" y="23"/>
                    <a:pt x="8" y="24"/>
                  </a:cubicBezTo>
                  <a:cubicBezTo>
                    <a:pt x="9" y="24"/>
                    <a:pt x="9" y="27"/>
                    <a:pt x="10" y="27"/>
                  </a:cubicBezTo>
                  <a:cubicBezTo>
                    <a:pt x="12" y="28"/>
                    <a:pt x="17" y="27"/>
                    <a:pt x="18" y="26"/>
                  </a:cubicBezTo>
                  <a:cubicBezTo>
                    <a:pt x="19" y="25"/>
                    <a:pt x="19" y="23"/>
                    <a:pt x="19" y="22"/>
                  </a:cubicBezTo>
                  <a:cubicBezTo>
                    <a:pt x="19" y="21"/>
                    <a:pt x="17" y="19"/>
                    <a:pt x="17" y="18"/>
                  </a:cubicBezTo>
                  <a:cubicBezTo>
                    <a:pt x="16" y="16"/>
                    <a:pt x="17" y="11"/>
                    <a:pt x="16" y="9"/>
                  </a:cubicBezTo>
                  <a:cubicBezTo>
                    <a:pt x="15" y="8"/>
                    <a:pt x="12" y="8"/>
                    <a:pt x="11" y="7"/>
                  </a:cubicBezTo>
                  <a:cubicBezTo>
                    <a:pt x="10" y="6"/>
                    <a:pt x="10" y="0"/>
                    <a:pt x="8" y="0"/>
                  </a:cubicBezTo>
                  <a:cubicBezTo>
                    <a:pt x="8" y="0"/>
                    <a:pt x="7" y="2"/>
                    <a:pt x="7" y="3"/>
                  </a:cubicBezTo>
                  <a:cubicBezTo>
                    <a:pt x="7" y="5"/>
                    <a:pt x="9" y="8"/>
                    <a:pt x="9" y="9"/>
                  </a:cubicBezTo>
                  <a:cubicBezTo>
                    <a:pt x="9" y="11"/>
                    <a:pt x="8" y="14"/>
                    <a:pt x="7" y="16"/>
                  </a:cubicBezTo>
                  <a:cubicBezTo>
                    <a:pt x="6" y="18"/>
                    <a:pt x="1" y="20"/>
                    <a:pt x="1"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47"/>
            <p:cNvSpPr>
              <a:spLocks/>
            </p:cNvSpPr>
            <p:nvPr/>
          </p:nvSpPr>
          <p:spPr bwMode="auto">
            <a:xfrm>
              <a:off x="2528888" y="3046413"/>
              <a:ext cx="53975" cy="61913"/>
            </a:xfrm>
            <a:custGeom>
              <a:avLst/>
              <a:gdLst/>
              <a:ahLst/>
              <a:cxnLst>
                <a:cxn ang="0">
                  <a:pos x="0" y="20"/>
                </a:cxn>
                <a:cxn ang="0">
                  <a:pos x="1" y="23"/>
                </a:cxn>
                <a:cxn ang="0">
                  <a:pos x="3" y="24"/>
                </a:cxn>
                <a:cxn ang="0">
                  <a:pos x="3" y="29"/>
                </a:cxn>
                <a:cxn ang="0">
                  <a:pos x="6" y="35"/>
                </a:cxn>
                <a:cxn ang="0">
                  <a:pos x="7" y="35"/>
                </a:cxn>
                <a:cxn ang="0">
                  <a:pos x="11" y="34"/>
                </a:cxn>
                <a:cxn ang="0">
                  <a:pos x="17" y="36"/>
                </a:cxn>
                <a:cxn ang="0">
                  <a:pos x="22" y="33"/>
                </a:cxn>
                <a:cxn ang="0">
                  <a:pos x="26" y="22"/>
                </a:cxn>
                <a:cxn ang="0">
                  <a:pos x="25" y="16"/>
                </a:cxn>
                <a:cxn ang="0">
                  <a:pos x="30" y="11"/>
                </a:cxn>
                <a:cxn ang="0">
                  <a:pos x="30" y="2"/>
                </a:cxn>
                <a:cxn ang="0">
                  <a:pos x="16" y="5"/>
                </a:cxn>
                <a:cxn ang="0">
                  <a:pos x="14" y="12"/>
                </a:cxn>
                <a:cxn ang="0">
                  <a:pos x="11" y="15"/>
                </a:cxn>
                <a:cxn ang="0">
                  <a:pos x="7" y="13"/>
                </a:cxn>
                <a:cxn ang="0">
                  <a:pos x="2" y="15"/>
                </a:cxn>
                <a:cxn ang="0">
                  <a:pos x="0" y="20"/>
                </a:cxn>
              </a:cxnLst>
              <a:rect l="0" t="0" r="r" b="b"/>
              <a:pathLst>
                <a:path w="32" h="36">
                  <a:moveTo>
                    <a:pt x="0" y="20"/>
                  </a:moveTo>
                  <a:cubicBezTo>
                    <a:pt x="0" y="21"/>
                    <a:pt x="0" y="22"/>
                    <a:pt x="1" y="23"/>
                  </a:cubicBezTo>
                  <a:cubicBezTo>
                    <a:pt x="1" y="23"/>
                    <a:pt x="3" y="23"/>
                    <a:pt x="3" y="24"/>
                  </a:cubicBezTo>
                  <a:cubicBezTo>
                    <a:pt x="4" y="25"/>
                    <a:pt x="3" y="28"/>
                    <a:pt x="3" y="29"/>
                  </a:cubicBezTo>
                  <a:cubicBezTo>
                    <a:pt x="4" y="31"/>
                    <a:pt x="5" y="33"/>
                    <a:pt x="6" y="35"/>
                  </a:cubicBezTo>
                  <a:cubicBezTo>
                    <a:pt x="6" y="35"/>
                    <a:pt x="7" y="35"/>
                    <a:pt x="7" y="35"/>
                  </a:cubicBezTo>
                  <a:cubicBezTo>
                    <a:pt x="8" y="36"/>
                    <a:pt x="10" y="34"/>
                    <a:pt x="11" y="34"/>
                  </a:cubicBezTo>
                  <a:cubicBezTo>
                    <a:pt x="13" y="34"/>
                    <a:pt x="16" y="36"/>
                    <a:pt x="17" y="36"/>
                  </a:cubicBezTo>
                  <a:cubicBezTo>
                    <a:pt x="19" y="36"/>
                    <a:pt x="21" y="34"/>
                    <a:pt x="22" y="33"/>
                  </a:cubicBezTo>
                  <a:cubicBezTo>
                    <a:pt x="24" y="31"/>
                    <a:pt x="26" y="25"/>
                    <a:pt x="26" y="22"/>
                  </a:cubicBezTo>
                  <a:cubicBezTo>
                    <a:pt x="26" y="21"/>
                    <a:pt x="24" y="18"/>
                    <a:pt x="25" y="16"/>
                  </a:cubicBezTo>
                  <a:cubicBezTo>
                    <a:pt x="25" y="14"/>
                    <a:pt x="29" y="13"/>
                    <a:pt x="30" y="11"/>
                  </a:cubicBezTo>
                  <a:cubicBezTo>
                    <a:pt x="31" y="9"/>
                    <a:pt x="32" y="3"/>
                    <a:pt x="30" y="2"/>
                  </a:cubicBezTo>
                  <a:cubicBezTo>
                    <a:pt x="28" y="0"/>
                    <a:pt x="19" y="3"/>
                    <a:pt x="16" y="5"/>
                  </a:cubicBezTo>
                  <a:cubicBezTo>
                    <a:pt x="15" y="7"/>
                    <a:pt x="15" y="11"/>
                    <a:pt x="14" y="12"/>
                  </a:cubicBezTo>
                  <a:cubicBezTo>
                    <a:pt x="13" y="13"/>
                    <a:pt x="12" y="15"/>
                    <a:pt x="11" y="15"/>
                  </a:cubicBezTo>
                  <a:cubicBezTo>
                    <a:pt x="10" y="15"/>
                    <a:pt x="8" y="13"/>
                    <a:pt x="7" y="13"/>
                  </a:cubicBezTo>
                  <a:cubicBezTo>
                    <a:pt x="6" y="13"/>
                    <a:pt x="3" y="14"/>
                    <a:pt x="2" y="15"/>
                  </a:cubicBezTo>
                  <a:cubicBezTo>
                    <a:pt x="1" y="16"/>
                    <a:pt x="0" y="19"/>
                    <a:pt x="0"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48"/>
            <p:cNvSpPr>
              <a:spLocks/>
            </p:cNvSpPr>
            <p:nvPr/>
          </p:nvSpPr>
          <p:spPr bwMode="auto">
            <a:xfrm>
              <a:off x="2540000" y="3017838"/>
              <a:ext cx="42863" cy="31750"/>
            </a:xfrm>
            <a:custGeom>
              <a:avLst/>
              <a:gdLst/>
              <a:ahLst/>
              <a:cxnLst>
                <a:cxn ang="0">
                  <a:pos x="2" y="11"/>
                </a:cxn>
                <a:cxn ang="0">
                  <a:pos x="0" y="12"/>
                </a:cxn>
                <a:cxn ang="0">
                  <a:pos x="6" y="19"/>
                </a:cxn>
                <a:cxn ang="0">
                  <a:pos x="9" y="16"/>
                </a:cxn>
                <a:cxn ang="0">
                  <a:pos x="9" y="14"/>
                </a:cxn>
                <a:cxn ang="0">
                  <a:pos x="14" y="13"/>
                </a:cxn>
                <a:cxn ang="0">
                  <a:pos x="17" y="14"/>
                </a:cxn>
                <a:cxn ang="0">
                  <a:pos x="24" y="13"/>
                </a:cxn>
                <a:cxn ang="0">
                  <a:pos x="26" y="8"/>
                </a:cxn>
                <a:cxn ang="0">
                  <a:pos x="23" y="3"/>
                </a:cxn>
                <a:cxn ang="0">
                  <a:pos x="14" y="3"/>
                </a:cxn>
                <a:cxn ang="0">
                  <a:pos x="11" y="0"/>
                </a:cxn>
                <a:cxn ang="0">
                  <a:pos x="5" y="1"/>
                </a:cxn>
                <a:cxn ang="0">
                  <a:pos x="3" y="6"/>
                </a:cxn>
                <a:cxn ang="0">
                  <a:pos x="7" y="10"/>
                </a:cxn>
                <a:cxn ang="0">
                  <a:pos x="7" y="12"/>
                </a:cxn>
                <a:cxn ang="0">
                  <a:pos x="2" y="11"/>
                </a:cxn>
              </a:cxnLst>
              <a:rect l="0" t="0" r="r" b="b"/>
              <a:pathLst>
                <a:path w="26" h="19">
                  <a:moveTo>
                    <a:pt x="2" y="11"/>
                  </a:moveTo>
                  <a:cubicBezTo>
                    <a:pt x="1" y="11"/>
                    <a:pt x="0" y="12"/>
                    <a:pt x="0" y="12"/>
                  </a:cubicBezTo>
                  <a:cubicBezTo>
                    <a:pt x="0" y="14"/>
                    <a:pt x="4" y="18"/>
                    <a:pt x="6" y="19"/>
                  </a:cubicBezTo>
                  <a:cubicBezTo>
                    <a:pt x="7" y="19"/>
                    <a:pt x="9" y="17"/>
                    <a:pt x="9" y="16"/>
                  </a:cubicBezTo>
                  <a:cubicBezTo>
                    <a:pt x="9" y="16"/>
                    <a:pt x="9" y="14"/>
                    <a:pt x="9" y="14"/>
                  </a:cubicBezTo>
                  <a:cubicBezTo>
                    <a:pt x="10" y="13"/>
                    <a:pt x="13" y="13"/>
                    <a:pt x="14" y="13"/>
                  </a:cubicBezTo>
                  <a:cubicBezTo>
                    <a:pt x="15" y="13"/>
                    <a:pt x="16" y="14"/>
                    <a:pt x="17" y="14"/>
                  </a:cubicBezTo>
                  <a:cubicBezTo>
                    <a:pt x="19" y="14"/>
                    <a:pt x="23" y="14"/>
                    <a:pt x="24" y="13"/>
                  </a:cubicBezTo>
                  <a:cubicBezTo>
                    <a:pt x="25" y="12"/>
                    <a:pt x="26" y="9"/>
                    <a:pt x="26" y="8"/>
                  </a:cubicBezTo>
                  <a:cubicBezTo>
                    <a:pt x="26" y="7"/>
                    <a:pt x="24" y="4"/>
                    <a:pt x="23" y="3"/>
                  </a:cubicBezTo>
                  <a:cubicBezTo>
                    <a:pt x="21" y="2"/>
                    <a:pt x="16" y="4"/>
                    <a:pt x="14" y="3"/>
                  </a:cubicBezTo>
                  <a:cubicBezTo>
                    <a:pt x="13" y="3"/>
                    <a:pt x="12" y="1"/>
                    <a:pt x="11" y="0"/>
                  </a:cubicBezTo>
                  <a:cubicBezTo>
                    <a:pt x="10" y="0"/>
                    <a:pt x="7" y="0"/>
                    <a:pt x="5" y="1"/>
                  </a:cubicBezTo>
                  <a:cubicBezTo>
                    <a:pt x="4" y="2"/>
                    <a:pt x="2" y="4"/>
                    <a:pt x="3" y="6"/>
                  </a:cubicBezTo>
                  <a:cubicBezTo>
                    <a:pt x="3" y="7"/>
                    <a:pt x="7" y="8"/>
                    <a:pt x="7" y="10"/>
                  </a:cubicBezTo>
                  <a:cubicBezTo>
                    <a:pt x="7" y="10"/>
                    <a:pt x="7" y="12"/>
                    <a:pt x="7" y="12"/>
                  </a:cubicBezTo>
                  <a:cubicBezTo>
                    <a:pt x="6" y="13"/>
                    <a:pt x="3" y="11"/>
                    <a:pt x="2"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49"/>
            <p:cNvSpPr>
              <a:spLocks/>
            </p:cNvSpPr>
            <p:nvPr/>
          </p:nvSpPr>
          <p:spPr bwMode="auto">
            <a:xfrm>
              <a:off x="2330450" y="3016250"/>
              <a:ext cx="14288" cy="14288"/>
            </a:xfrm>
            <a:custGeom>
              <a:avLst/>
              <a:gdLst/>
              <a:ahLst/>
              <a:cxnLst>
                <a:cxn ang="0">
                  <a:pos x="8" y="4"/>
                </a:cxn>
                <a:cxn ang="0">
                  <a:pos x="5" y="1"/>
                </a:cxn>
                <a:cxn ang="0">
                  <a:pos x="2" y="1"/>
                </a:cxn>
                <a:cxn ang="0">
                  <a:pos x="0" y="5"/>
                </a:cxn>
                <a:cxn ang="0">
                  <a:pos x="5" y="8"/>
                </a:cxn>
                <a:cxn ang="0">
                  <a:pos x="8" y="4"/>
                </a:cxn>
              </a:cxnLst>
              <a:rect l="0" t="0" r="r" b="b"/>
              <a:pathLst>
                <a:path w="8" h="8">
                  <a:moveTo>
                    <a:pt x="8" y="4"/>
                  </a:moveTo>
                  <a:cubicBezTo>
                    <a:pt x="8" y="3"/>
                    <a:pt x="6" y="1"/>
                    <a:pt x="5" y="1"/>
                  </a:cubicBezTo>
                  <a:cubicBezTo>
                    <a:pt x="4" y="0"/>
                    <a:pt x="2" y="1"/>
                    <a:pt x="2" y="1"/>
                  </a:cubicBezTo>
                  <a:cubicBezTo>
                    <a:pt x="1" y="2"/>
                    <a:pt x="0" y="4"/>
                    <a:pt x="0" y="5"/>
                  </a:cubicBezTo>
                  <a:cubicBezTo>
                    <a:pt x="1" y="6"/>
                    <a:pt x="4" y="8"/>
                    <a:pt x="5" y="8"/>
                  </a:cubicBezTo>
                  <a:cubicBezTo>
                    <a:pt x="6" y="7"/>
                    <a:pt x="8" y="5"/>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50"/>
            <p:cNvSpPr>
              <a:spLocks/>
            </p:cNvSpPr>
            <p:nvPr/>
          </p:nvSpPr>
          <p:spPr bwMode="auto">
            <a:xfrm>
              <a:off x="2432050" y="2895600"/>
              <a:ext cx="9525" cy="23813"/>
            </a:xfrm>
            <a:custGeom>
              <a:avLst/>
              <a:gdLst/>
              <a:ahLst/>
              <a:cxnLst>
                <a:cxn ang="0">
                  <a:pos x="3" y="2"/>
                </a:cxn>
                <a:cxn ang="0">
                  <a:pos x="2" y="0"/>
                </a:cxn>
                <a:cxn ang="0">
                  <a:pos x="0" y="1"/>
                </a:cxn>
                <a:cxn ang="0">
                  <a:pos x="0" y="6"/>
                </a:cxn>
                <a:cxn ang="0">
                  <a:pos x="1" y="13"/>
                </a:cxn>
                <a:cxn ang="0">
                  <a:pos x="4" y="14"/>
                </a:cxn>
                <a:cxn ang="0">
                  <a:pos x="5" y="12"/>
                </a:cxn>
                <a:cxn ang="0">
                  <a:pos x="4" y="8"/>
                </a:cxn>
                <a:cxn ang="0">
                  <a:pos x="5" y="5"/>
                </a:cxn>
                <a:cxn ang="0">
                  <a:pos x="3" y="2"/>
                </a:cxn>
              </a:cxnLst>
              <a:rect l="0" t="0" r="r" b="b"/>
              <a:pathLst>
                <a:path w="5" h="14">
                  <a:moveTo>
                    <a:pt x="3" y="2"/>
                  </a:moveTo>
                  <a:cubicBezTo>
                    <a:pt x="3" y="2"/>
                    <a:pt x="3" y="0"/>
                    <a:pt x="2" y="0"/>
                  </a:cubicBezTo>
                  <a:cubicBezTo>
                    <a:pt x="2" y="0"/>
                    <a:pt x="0" y="1"/>
                    <a:pt x="0" y="1"/>
                  </a:cubicBezTo>
                  <a:cubicBezTo>
                    <a:pt x="0" y="2"/>
                    <a:pt x="0" y="5"/>
                    <a:pt x="0" y="6"/>
                  </a:cubicBezTo>
                  <a:cubicBezTo>
                    <a:pt x="0" y="8"/>
                    <a:pt x="0" y="12"/>
                    <a:pt x="1" y="13"/>
                  </a:cubicBezTo>
                  <a:cubicBezTo>
                    <a:pt x="1" y="14"/>
                    <a:pt x="3" y="14"/>
                    <a:pt x="4" y="14"/>
                  </a:cubicBezTo>
                  <a:cubicBezTo>
                    <a:pt x="4" y="14"/>
                    <a:pt x="5" y="13"/>
                    <a:pt x="5" y="12"/>
                  </a:cubicBezTo>
                  <a:cubicBezTo>
                    <a:pt x="5" y="11"/>
                    <a:pt x="3" y="9"/>
                    <a:pt x="4" y="8"/>
                  </a:cubicBezTo>
                  <a:cubicBezTo>
                    <a:pt x="4" y="7"/>
                    <a:pt x="5" y="6"/>
                    <a:pt x="5" y="5"/>
                  </a:cubicBezTo>
                  <a:cubicBezTo>
                    <a:pt x="5" y="4"/>
                    <a:pt x="3" y="3"/>
                    <a:pt x="3"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51"/>
            <p:cNvSpPr>
              <a:spLocks/>
            </p:cNvSpPr>
            <p:nvPr/>
          </p:nvSpPr>
          <p:spPr bwMode="auto">
            <a:xfrm>
              <a:off x="2290763" y="2724150"/>
              <a:ext cx="17463" cy="15875"/>
            </a:xfrm>
            <a:custGeom>
              <a:avLst/>
              <a:gdLst/>
              <a:ahLst/>
              <a:cxnLst>
                <a:cxn ang="0">
                  <a:pos x="3" y="0"/>
                </a:cxn>
                <a:cxn ang="0">
                  <a:pos x="3" y="0"/>
                </a:cxn>
                <a:cxn ang="0">
                  <a:pos x="2" y="3"/>
                </a:cxn>
                <a:cxn ang="0">
                  <a:pos x="0" y="5"/>
                </a:cxn>
                <a:cxn ang="0">
                  <a:pos x="2" y="8"/>
                </a:cxn>
                <a:cxn ang="0">
                  <a:pos x="6" y="8"/>
                </a:cxn>
                <a:cxn ang="0">
                  <a:pos x="8" y="8"/>
                </a:cxn>
                <a:cxn ang="0">
                  <a:pos x="9" y="4"/>
                </a:cxn>
                <a:cxn ang="0">
                  <a:pos x="8" y="4"/>
                </a:cxn>
                <a:cxn ang="0">
                  <a:pos x="3" y="0"/>
                </a:cxn>
              </a:cxnLst>
              <a:rect l="0" t="0" r="r" b="b"/>
              <a:pathLst>
                <a:path w="10" h="9">
                  <a:moveTo>
                    <a:pt x="3" y="0"/>
                  </a:moveTo>
                  <a:cubicBezTo>
                    <a:pt x="3" y="0"/>
                    <a:pt x="3" y="0"/>
                    <a:pt x="3" y="0"/>
                  </a:cubicBezTo>
                  <a:cubicBezTo>
                    <a:pt x="2" y="0"/>
                    <a:pt x="3" y="2"/>
                    <a:pt x="2" y="3"/>
                  </a:cubicBezTo>
                  <a:cubicBezTo>
                    <a:pt x="2" y="4"/>
                    <a:pt x="0" y="5"/>
                    <a:pt x="0" y="5"/>
                  </a:cubicBezTo>
                  <a:cubicBezTo>
                    <a:pt x="0" y="6"/>
                    <a:pt x="1" y="8"/>
                    <a:pt x="2" y="8"/>
                  </a:cubicBezTo>
                  <a:cubicBezTo>
                    <a:pt x="3" y="9"/>
                    <a:pt x="5" y="8"/>
                    <a:pt x="6" y="8"/>
                  </a:cubicBezTo>
                  <a:cubicBezTo>
                    <a:pt x="6" y="8"/>
                    <a:pt x="8" y="8"/>
                    <a:pt x="8" y="8"/>
                  </a:cubicBezTo>
                  <a:cubicBezTo>
                    <a:pt x="9" y="7"/>
                    <a:pt x="10" y="5"/>
                    <a:pt x="9" y="4"/>
                  </a:cubicBezTo>
                  <a:cubicBezTo>
                    <a:pt x="9" y="4"/>
                    <a:pt x="8" y="4"/>
                    <a:pt x="8" y="4"/>
                  </a:cubicBezTo>
                  <a:cubicBezTo>
                    <a:pt x="6" y="4"/>
                    <a:pt x="5"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52"/>
            <p:cNvSpPr>
              <a:spLocks/>
            </p:cNvSpPr>
            <p:nvPr/>
          </p:nvSpPr>
          <p:spPr bwMode="auto">
            <a:xfrm>
              <a:off x="2225675" y="2613025"/>
              <a:ext cx="31750" cy="20638"/>
            </a:xfrm>
            <a:custGeom>
              <a:avLst/>
              <a:gdLst/>
              <a:ahLst/>
              <a:cxnLst>
                <a:cxn ang="0">
                  <a:pos x="8" y="9"/>
                </a:cxn>
                <a:cxn ang="0">
                  <a:pos x="13" y="11"/>
                </a:cxn>
                <a:cxn ang="0">
                  <a:pos x="18" y="8"/>
                </a:cxn>
                <a:cxn ang="0">
                  <a:pos x="15" y="4"/>
                </a:cxn>
                <a:cxn ang="0">
                  <a:pos x="10" y="3"/>
                </a:cxn>
                <a:cxn ang="0">
                  <a:pos x="5" y="0"/>
                </a:cxn>
                <a:cxn ang="0">
                  <a:pos x="3" y="1"/>
                </a:cxn>
                <a:cxn ang="0">
                  <a:pos x="3" y="4"/>
                </a:cxn>
                <a:cxn ang="0">
                  <a:pos x="1" y="8"/>
                </a:cxn>
                <a:cxn ang="0">
                  <a:pos x="3" y="11"/>
                </a:cxn>
                <a:cxn ang="0">
                  <a:pos x="8" y="9"/>
                </a:cxn>
              </a:cxnLst>
              <a:rect l="0" t="0" r="r" b="b"/>
              <a:pathLst>
                <a:path w="19" h="12">
                  <a:moveTo>
                    <a:pt x="8" y="9"/>
                  </a:moveTo>
                  <a:cubicBezTo>
                    <a:pt x="10" y="9"/>
                    <a:pt x="11" y="11"/>
                    <a:pt x="13" y="11"/>
                  </a:cubicBezTo>
                  <a:cubicBezTo>
                    <a:pt x="14" y="11"/>
                    <a:pt x="18" y="9"/>
                    <a:pt x="18" y="8"/>
                  </a:cubicBezTo>
                  <a:cubicBezTo>
                    <a:pt x="19" y="7"/>
                    <a:pt x="16" y="5"/>
                    <a:pt x="15" y="4"/>
                  </a:cubicBezTo>
                  <a:cubicBezTo>
                    <a:pt x="14" y="4"/>
                    <a:pt x="11" y="4"/>
                    <a:pt x="10" y="3"/>
                  </a:cubicBezTo>
                  <a:cubicBezTo>
                    <a:pt x="9" y="3"/>
                    <a:pt x="7" y="0"/>
                    <a:pt x="5" y="0"/>
                  </a:cubicBezTo>
                  <a:cubicBezTo>
                    <a:pt x="5" y="0"/>
                    <a:pt x="3" y="1"/>
                    <a:pt x="3" y="1"/>
                  </a:cubicBezTo>
                  <a:cubicBezTo>
                    <a:pt x="3" y="2"/>
                    <a:pt x="3" y="3"/>
                    <a:pt x="3" y="4"/>
                  </a:cubicBezTo>
                  <a:cubicBezTo>
                    <a:pt x="2" y="5"/>
                    <a:pt x="0" y="7"/>
                    <a:pt x="1" y="8"/>
                  </a:cubicBezTo>
                  <a:cubicBezTo>
                    <a:pt x="1" y="9"/>
                    <a:pt x="2" y="11"/>
                    <a:pt x="3" y="11"/>
                  </a:cubicBezTo>
                  <a:cubicBezTo>
                    <a:pt x="4" y="12"/>
                    <a:pt x="7" y="9"/>
                    <a:pt x="8"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53"/>
            <p:cNvSpPr>
              <a:spLocks/>
            </p:cNvSpPr>
            <p:nvPr/>
          </p:nvSpPr>
          <p:spPr bwMode="auto">
            <a:xfrm>
              <a:off x="2263775" y="2589213"/>
              <a:ext cx="52388" cy="36513"/>
            </a:xfrm>
            <a:custGeom>
              <a:avLst/>
              <a:gdLst/>
              <a:ahLst/>
              <a:cxnLst>
                <a:cxn ang="0">
                  <a:pos x="3" y="16"/>
                </a:cxn>
                <a:cxn ang="0">
                  <a:pos x="14" y="17"/>
                </a:cxn>
                <a:cxn ang="0">
                  <a:pos x="15" y="20"/>
                </a:cxn>
                <a:cxn ang="0">
                  <a:pos x="21" y="20"/>
                </a:cxn>
                <a:cxn ang="0">
                  <a:pos x="25" y="14"/>
                </a:cxn>
                <a:cxn ang="0">
                  <a:pos x="25" y="9"/>
                </a:cxn>
                <a:cxn ang="0">
                  <a:pos x="31" y="4"/>
                </a:cxn>
                <a:cxn ang="0">
                  <a:pos x="29" y="2"/>
                </a:cxn>
                <a:cxn ang="0">
                  <a:pos x="26" y="3"/>
                </a:cxn>
                <a:cxn ang="0">
                  <a:pos x="23" y="1"/>
                </a:cxn>
                <a:cxn ang="0">
                  <a:pos x="20" y="1"/>
                </a:cxn>
                <a:cxn ang="0">
                  <a:pos x="20" y="5"/>
                </a:cxn>
                <a:cxn ang="0">
                  <a:pos x="16" y="2"/>
                </a:cxn>
                <a:cxn ang="0">
                  <a:pos x="9" y="4"/>
                </a:cxn>
                <a:cxn ang="0">
                  <a:pos x="9" y="9"/>
                </a:cxn>
                <a:cxn ang="0">
                  <a:pos x="6" y="9"/>
                </a:cxn>
                <a:cxn ang="0">
                  <a:pos x="4" y="7"/>
                </a:cxn>
                <a:cxn ang="0">
                  <a:pos x="5" y="3"/>
                </a:cxn>
                <a:cxn ang="0">
                  <a:pos x="1" y="2"/>
                </a:cxn>
                <a:cxn ang="0">
                  <a:pos x="1" y="10"/>
                </a:cxn>
                <a:cxn ang="0">
                  <a:pos x="3" y="16"/>
                </a:cxn>
              </a:cxnLst>
              <a:rect l="0" t="0" r="r" b="b"/>
              <a:pathLst>
                <a:path w="31" h="21">
                  <a:moveTo>
                    <a:pt x="3" y="16"/>
                  </a:moveTo>
                  <a:cubicBezTo>
                    <a:pt x="5" y="17"/>
                    <a:pt x="12" y="15"/>
                    <a:pt x="14" y="17"/>
                  </a:cubicBezTo>
                  <a:cubicBezTo>
                    <a:pt x="15" y="18"/>
                    <a:pt x="14" y="20"/>
                    <a:pt x="15" y="20"/>
                  </a:cubicBezTo>
                  <a:cubicBezTo>
                    <a:pt x="16" y="21"/>
                    <a:pt x="20" y="21"/>
                    <a:pt x="21" y="20"/>
                  </a:cubicBezTo>
                  <a:cubicBezTo>
                    <a:pt x="23" y="20"/>
                    <a:pt x="25" y="16"/>
                    <a:pt x="25" y="14"/>
                  </a:cubicBezTo>
                  <a:cubicBezTo>
                    <a:pt x="26" y="13"/>
                    <a:pt x="24" y="11"/>
                    <a:pt x="25" y="9"/>
                  </a:cubicBezTo>
                  <a:cubicBezTo>
                    <a:pt x="25" y="7"/>
                    <a:pt x="31" y="6"/>
                    <a:pt x="31" y="4"/>
                  </a:cubicBezTo>
                  <a:cubicBezTo>
                    <a:pt x="31" y="3"/>
                    <a:pt x="30" y="2"/>
                    <a:pt x="29" y="2"/>
                  </a:cubicBezTo>
                  <a:cubicBezTo>
                    <a:pt x="28" y="2"/>
                    <a:pt x="27" y="3"/>
                    <a:pt x="26" y="3"/>
                  </a:cubicBezTo>
                  <a:cubicBezTo>
                    <a:pt x="25" y="3"/>
                    <a:pt x="24" y="1"/>
                    <a:pt x="23" y="1"/>
                  </a:cubicBezTo>
                  <a:cubicBezTo>
                    <a:pt x="22" y="0"/>
                    <a:pt x="21" y="0"/>
                    <a:pt x="20" y="1"/>
                  </a:cubicBezTo>
                  <a:cubicBezTo>
                    <a:pt x="19" y="2"/>
                    <a:pt x="21" y="5"/>
                    <a:pt x="20" y="5"/>
                  </a:cubicBezTo>
                  <a:cubicBezTo>
                    <a:pt x="19" y="6"/>
                    <a:pt x="17" y="2"/>
                    <a:pt x="16" y="2"/>
                  </a:cubicBezTo>
                  <a:cubicBezTo>
                    <a:pt x="14" y="2"/>
                    <a:pt x="11" y="3"/>
                    <a:pt x="9" y="4"/>
                  </a:cubicBezTo>
                  <a:cubicBezTo>
                    <a:pt x="9" y="5"/>
                    <a:pt x="10" y="8"/>
                    <a:pt x="9" y="9"/>
                  </a:cubicBezTo>
                  <a:cubicBezTo>
                    <a:pt x="8" y="9"/>
                    <a:pt x="7" y="10"/>
                    <a:pt x="6" y="9"/>
                  </a:cubicBezTo>
                  <a:cubicBezTo>
                    <a:pt x="5" y="9"/>
                    <a:pt x="4" y="8"/>
                    <a:pt x="4" y="7"/>
                  </a:cubicBezTo>
                  <a:cubicBezTo>
                    <a:pt x="4" y="6"/>
                    <a:pt x="5" y="4"/>
                    <a:pt x="5" y="3"/>
                  </a:cubicBezTo>
                  <a:cubicBezTo>
                    <a:pt x="4" y="2"/>
                    <a:pt x="2" y="2"/>
                    <a:pt x="1" y="2"/>
                  </a:cubicBezTo>
                  <a:cubicBezTo>
                    <a:pt x="0" y="4"/>
                    <a:pt x="1" y="8"/>
                    <a:pt x="1" y="10"/>
                  </a:cubicBezTo>
                  <a:cubicBezTo>
                    <a:pt x="1" y="11"/>
                    <a:pt x="2" y="15"/>
                    <a:pt x="3"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54"/>
            <p:cNvSpPr>
              <a:spLocks/>
            </p:cNvSpPr>
            <p:nvPr/>
          </p:nvSpPr>
          <p:spPr bwMode="auto">
            <a:xfrm>
              <a:off x="2252663" y="2647950"/>
              <a:ext cx="1323975" cy="873125"/>
            </a:xfrm>
            <a:custGeom>
              <a:avLst/>
              <a:gdLst/>
              <a:ahLst/>
              <a:cxnLst>
                <a:cxn ang="0">
                  <a:pos x="714" y="330"/>
                </a:cxn>
                <a:cxn ang="0">
                  <a:pos x="699" y="290"/>
                </a:cxn>
                <a:cxn ang="0">
                  <a:pos x="706" y="238"/>
                </a:cxn>
                <a:cxn ang="0">
                  <a:pos x="704" y="184"/>
                </a:cxn>
                <a:cxn ang="0">
                  <a:pos x="693" y="146"/>
                </a:cxn>
                <a:cxn ang="0">
                  <a:pos x="678" y="102"/>
                </a:cxn>
                <a:cxn ang="0">
                  <a:pos x="667" y="60"/>
                </a:cxn>
                <a:cxn ang="0">
                  <a:pos x="599" y="63"/>
                </a:cxn>
                <a:cxn ang="0">
                  <a:pos x="508" y="75"/>
                </a:cxn>
                <a:cxn ang="0">
                  <a:pos x="466" y="96"/>
                </a:cxn>
                <a:cxn ang="0">
                  <a:pos x="436" y="127"/>
                </a:cxn>
                <a:cxn ang="0">
                  <a:pos x="395" y="161"/>
                </a:cxn>
                <a:cxn ang="0">
                  <a:pos x="339" y="97"/>
                </a:cxn>
                <a:cxn ang="0">
                  <a:pos x="262" y="57"/>
                </a:cxn>
                <a:cxn ang="0">
                  <a:pos x="210" y="40"/>
                </a:cxn>
                <a:cxn ang="0">
                  <a:pos x="143" y="21"/>
                </a:cxn>
                <a:cxn ang="0">
                  <a:pos x="89" y="0"/>
                </a:cxn>
                <a:cxn ang="0">
                  <a:pos x="108" y="41"/>
                </a:cxn>
                <a:cxn ang="0">
                  <a:pos x="79" y="31"/>
                </a:cxn>
                <a:cxn ang="0">
                  <a:pos x="50" y="34"/>
                </a:cxn>
                <a:cxn ang="0">
                  <a:pos x="14" y="32"/>
                </a:cxn>
                <a:cxn ang="0">
                  <a:pos x="63" y="55"/>
                </a:cxn>
                <a:cxn ang="0">
                  <a:pos x="39" y="60"/>
                </a:cxn>
                <a:cxn ang="0">
                  <a:pos x="75" y="76"/>
                </a:cxn>
                <a:cxn ang="0">
                  <a:pos x="41" y="81"/>
                </a:cxn>
                <a:cxn ang="0">
                  <a:pos x="52" y="103"/>
                </a:cxn>
                <a:cxn ang="0">
                  <a:pos x="26" y="95"/>
                </a:cxn>
                <a:cxn ang="0">
                  <a:pos x="18" y="123"/>
                </a:cxn>
                <a:cxn ang="0">
                  <a:pos x="55" y="136"/>
                </a:cxn>
                <a:cxn ang="0">
                  <a:pos x="84" y="163"/>
                </a:cxn>
                <a:cxn ang="0">
                  <a:pos x="111" y="131"/>
                </a:cxn>
                <a:cxn ang="0">
                  <a:pos x="130" y="136"/>
                </a:cxn>
                <a:cxn ang="0">
                  <a:pos x="139" y="143"/>
                </a:cxn>
                <a:cxn ang="0">
                  <a:pos x="141" y="163"/>
                </a:cxn>
                <a:cxn ang="0">
                  <a:pos x="98" y="191"/>
                </a:cxn>
                <a:cxn ang="0">
                  <a:pos x="132" y="211"/>
                </a:cxn>
                <a:cxn ang="0">
                  <a:pos x="176" y="191"/>
                </a:cxn>
                <a:cxn ang="0">
                  <a:pos x="198" y="194"/>
                </a:cxn>
                <a:cxn ang="0">
                  <a:pos x="216" y="199"/>
                </a:cxn>
                <a:cxn ang="0">
                  <a:pos x="219" y="195"/>
                </a:cxn>
                <a:cxn ang="0">
                  <a:pos x="216" y="211"/>
                </a:cxn>
                <a:cxn ang="0">
                  <a:pos x="194" y="272"/>
                </a:cxn>
                <a:cxn ang="0">
                  <a:pos x="223" y="246"/>
                </a:cxn>
                <a:cxn ang="0">
                  <a:pos x="238" y="287"/>
                </a:cxn>
                <a:cxn ang="0">
                  <a:pos x="358" y="292"/>
                </a:cxn>
                <a:cxn ang="0">
                  <a:pos x="439" y="297"/>
                </a:cxn>
                <a:cxn ang="0">
                  <a:pos x="409" y="321"/>
                </a:cxn>
                <a:cxn ang="0">
                  <a:pos x="421" y="335"/>
                </a:cxn>
                <a:cxn ang="0">
                  <a:pos x="433" y="343"/>
                </a:cxn>
                <a:cxn ang="0">
                  <a:pos x="415" y="351"/>
                </a:cxn>
                <a:cxn ang="0">
                  <a:pos x="396" y="357"/>
                </a:cxn>
                <a:cxn ang="0">
                  <a:pos x="408" y="400"/>
                </a:cxn>
                <a:cxn ang="0">
                  <a:pos x="418" y="469"/>
                </a:cxn>
                <a:cxn ang="0">
                  <a:pos x="459" y="473"/>
                </a:cxn>
                <a:cxn ang="0">
                  <a:pos x="545" y="458"/>
                </a:cxn>
                <a:cxn ang="0">
                  <a:pos x="574" y="505"/>
                </a:cxn>
                <a:cxn ang="0">
                  <a:pos x="649" y="489"/>
                </a:cxn>
                <a:cxn ang="0">
                  <a:pos x="766" y="406"/>
                </a:cxn>
              </a:cxnLst>
              <a:rect l="0" t="0" r="r" b="b"/>
              <a:pathLst>
                <a:path w="779" h="514">
                  <a:moveTo>
                    <a:pt x="772" y="375"/>
                  </a:moveTo>
                  <a:cubicBezTo>
                    <a:pt x="769" y="371"/>
                    <a:pt x="760" y="364"/>
                    <a:pt x="758" y="358"/>
                  </a:cubicBezTo>
                  <a:cubicBezTo>
                    <a:pt x="757" y="356"/>
                    <a:pt x="758" y="349"/>
                    <a:pt x="758" y="349"/>
                  </a:cubicBezTo>
                  <a:cubicBezTo>
                    <a:pt x="758" y="349"/>
                    <a:pt x="753" y="349"/>
                    <a:pt x="752" y="348"/>
                  </a:cubicBezTo>
                  <a:cubicBezTo>
                    <a:pt x="748" y="347"/>
                    <a:pt x="740" y="342"/>
                    <a:pt x="736" y="341"/>
                  </a:cubicBezTo>
                  <a:cubicBezTo>
                    <a:pt x="734" y="341"/>
                    <a:pt x="728" y="343"/>
                    <a:pt x="726" y="341"/>
                  </a:cubicBezTo>
                  <a:cubicBezTo>
                    <a:pt x="725" y="341"/>
                    <a:pt x="725" y="338"/>
                    <a:pt x="724" y="337"/>
                  </a:cubicBezTo>
                  <a:cubicBezTo>
                    <a:pt x="723" y="336"/>
                    <a:pt x="720" y="336"/>
                    <a:pt x="719" y="335"/>
                  </a:cubicBezTo>
                  <a:cubicBezTo>
                    <a:pt x="717" y="334"/>
                    <a:pt x="715" y="332"/>
                    <a:pt x="714" y="330"/>
                  </a:cubicBezTo>
                  <a:cubicBezTo>
                    <a:pt x="713" y="328"/>
                    <a:pt x="710" y="324"/>
                    <a:pt x="710" y="322"/>
                  </a:cubicBezTo>
                  <a:cubicBezTo>
                    <a:pt x="710" y="320"/>
                    <a:pt x="713" y="318"/>
                    <a:pt x="713" y="316"/>
                  </a:cubicBezTo>
                  <a:cubicBezTo>
                    <a:pt x="712" y="314"/>
                    <a:pt x="706" y="313"/>
                    <a:pt x="705" y="311"/>
                  </a:cubicBezTo>
                  <a:cubicBezTo>
                    <a:pt x="705" y="309"/>
                    <a:pt x="707" y="305"/>
                    <a:pt x="705" y="303"/>
                  </a:cubicBezTo>
                  <a:cubicBezTo>
                    <a:pt x="705" y="302"/>
                    <a:pt x="702" y="303"/>
                    <a:pt x="702" y="302"/>
                  </a:cubicBezTo>
                  <a:cubicBezTo>
                    <a:pt x="700" y="301"/>
                    <a:pt x="698" y="298"/>
                    <a:pt x="697" y="297"/>
                  </a:cubicBezTo>
                  <a:cubicBezTo>
                    <a:pt x="696" y="296"/>
                    <a:pt x="695" y="294"/>
                    <a:pt x="695" y="293"/>
                  </a:cubicBezTo>
                  <a:cubicBezTo>
                    <a:pt x="695" y="292"/>
                    <a:pt x="695" y="291"/>
                    <a:pt x="696" y="291"/>
                  </a:cubicBezTo>
                  <a:cubicBezTo>
                    <a:pt x="697" y="290"/>
                    <a:pt x="699" y="291"/>
                    <a:pt x="699" y="290"/>
                  </a:cubicBezTo>
                  <a:cubicBezTo>
                    <a:pt x="700" y="290"/>
                    <a:pt x="701" y="288"/>
                    <a:pt x="701" y="287"/>
                  </a:cubicBezTo>
                  <a:cubicBezTo>
                    <a:pt x="701" y="285"/>
                    <a:pt x="698" y="282"/>
                    <a:pt x="697" y="280"/>
                  </a:cubicBezTo>
                  <a:cubicBezTo>
                    <a:pt x="697" y="278"/>
                    <a:pt x="697" y="276"/>
                    <a:pt x="698" y="275"/>
                  </a:cubicBezTo>
                  <a:cubicBezTo>
                    <a:pt x="699" y="273"/>
                    <a:pt x="704" y="273"/>
                    <a:pt x="705" y="271"/>
                  </a:cubicBezTo>
                  <a:cubicBezTo>
                    <a:pt x="707" y="269"/>
                    <a:pt x="706" y="263"/>
                    <a:pt x="706" y="260"/>
                  </a:cubicBezTo>
                  <a:cubicBezTo>
                    <a:pt x="705" y="259"/>
                    <a:pt x="704" y="257"/>
                    <a:pt x="704" y="257"/>
                  </a:cubicBezTo>
                  <a:cubicBezTo>
                    <a:pt x="702" y="256"/>
                    <a:pt x="698" y="257"/>
                    <a:pt x="697" y="256"/>
                  </a:cubicBezTo>
                  <a:cubicBezTo>
                    <a:pt x="694" y="252"/>
                    <a:pt x="696" y="243"/>
                    <a:pt x="699" y="240"/>
                  </a:cubicBezTo>
                  <a:cubicBezTo>
                    <a:pt x="700" y="239"/>
                    <a:pt x="705" y="240"/>
                    <a:pt x="706" y="238"/>
                  </a:cubicBezTo>
                  <a:cubicBezTo>
                    <a:pt x="707" y="237"/>
                    <a:pt x="706" y="235"/>
                    <a:pt x="706" y="234"/>
                  </a:cubicBezTo>
                  <a:cubicBezTo>
                    <a:pt x="705" y="231"/>
                    <a:pt x="700" y="228"/>
                    <a:pt x="699" y="226"/>
                  </a:cubicBezTo>
                  <a:cubicBezTo>
                    <a:pt x="699" y="225"/>
                    <a:pt x="700" y="223"/>
                    <a:pt x="700" y="222"/>
                  </a:cubicBezTo>
                  <a:cubicBezTo>
                    <a:pt x="699" y="220"/>
                    <a:pt x="697" y="215"/>
                    <a:pt x="697" y="213"/>
                  </a:cubicBezTo>
                  <a:cubicBezTo>
                    <a:pt x="697" y="212"/>
                    <a:pt x="697" y="209"/>
                    <a:pt x="697" y="207"/>
                  </a:cubicBezTo>
                  <a:cubicBezTo>
                    <a:pt x="697" y="206"/>
                    <a:pt x="700" y="202"/>
                    <a:pt x="700" y="200"/>
                  </a:cubicBezTo>
                  <a:cubicBezTo>
                    <a:pt x="700" y="198"/>
                    <a:pt x="697" y="194"/>
                    <a:pt x="697" y="192"/>
                  </a:cubicBezTo>
                  <a:cubicBezTo>
                    <a:pt x="697" y="190"/>
                    <a:pt x="697" y="186"/>
                    <a:pt x="698" y="185"/>
                  </a:cubicBezTo>
                  <a:cubicBezTo>
                    <a:pt x="699" y="184"/>
                    <a:pt x="703" y="185"/>
                    <a:pt x="704" y="184"/>
                  </a:cubicBezTo>
                  <a:cubicBezTo>
                    <a:pt x="704" y="184"/>
                    <a:pt x="704" y="182"/>
                    <a:pt x="704" y="181"/>
                  </a:cubicBezTo>
                  <a:cubicBezTo>
                    <a:pt x="704" y="180"/>
                    <a:pt x="701" y="179"/>
                    <a:pt x="700" y="177"/>
                  </a:cubicBezTo>
                  <a:cubicBezTo>
                    <a:pt x="700" y="176"/>
                    <a:pt x="700" y="172"/>
                    <a:pt x="701" y="170"/>
                  </a:cubicBezTo>
                  <a:cubicBezTo>
                    <a:pt x="701" y="168"/>
                    <a:pt x="703" y="166"/>
                    <a:pt x="703" y="164"/>
                  </a:cubicBezTo>
                  <a:cubicBezTo>
                    <a:pt x="703" y="162"/>
                    <a:pt x="698" y="158"/>
                    <a:pt x="700" y="156"/>
                  </a:cubicBezTo>
                  <a:cubicBezTo>
                    <a:pt x="700" y="155"/>
                    <a:pt x="704" y="157"/>
                    <a:pt x="705" y="156"/>
                  </a:cubicBezTo>
                  <a:cubicBezTo>
                    <a:pt x="706" y="155"/>
                    <a:pt x="708" y="154"/>
                    <a:pt x="708" y="152"/>
                  </a:cubicBezTo>
                  <a:cubicBezTo>
                    <a:pt x="708" y="149"/>
                    <a:pt x="703" y="144"/>
                    <a:pt x="700" y="143"/>
                  </a:cubicBezTo>
                  <a:cubicBezTo>
                    <a:pt x="698" y="143"/>
                    <a:pt x="695" y="146"/>
                    <a:pt x="693" y="146"/>
                  </a:cubicBezTo>
                  <a:cubicBezTo>
                    <a:pt x="691" y="145"/>
                    <a:pt x="687" y="144"/>
                    <a:pt x="687" y="142"/>
                  </a:cubicBezTo>
                  <a:cubicBezTo>
                    <a:pt x="687" y="141"/>
                    <a:pt x="690" y="139"/>
                    <a:pt x="690" y="137"/>
                  </a:cubicBezTo>
                  <a:cubicBezTo>
                    <a:pt x="690" y="135"/>
                    <a:pt x="687" y="133"/>
                    <a:pt x="686" y="132"/>
                  </a:cubicBezTo>
                  <a:cubicBezTo>
                    <a:pt x="684" y="132"/>
                    <a:pt x="680" y="132"/>
                    <a:pt x="679" y="131"/>
                  </a:cubicBezTo>
                  <a:cubicBezTo>
                    <a:pt x="678" y="131"/>
                    <a:pt x="675" y="129"/>
                    <a:pt x="675" y="127"/>
                  </a:cubicBezTo>
                  <a:cubicBezTo>
                    <a:pt x="674" y="125"/>
                    <a:pt x="678" y="120"/>
                    <a:pt x="677" y="117"/>
                  </a:cubicBezTo>
                  <a:cubicBezTo>
                    <a:pt x="676" y="115"/>
                    <a:pt x="670" y="115"/>
                    <a:pt x="669" y="113"/>
                  </a:cubicBezTo>
                  <a:cubicBezTo>
                    <a:pt x="669" y="112"/>
                    <a:pt x="670" y="109"/>
                    <a:pt x="671" y="108"/>
                  </a:cubicBezTo>
                  <a:cubicBezTo>
                    <a:pt x="672" y="106"/>
                    <a:pt x="676" y="102"/>
                    <a:pt x="678" y="102"/>
                  </a:cubicBezTo>
                  <a:cubicBezTo>
                    <a:pt x="680" y="102"/>
                    <a:pt x="683" y="105"/>
                    <a:pt x="684" y="104"/>
                  </a:cubicBezTo>
                  <a:cubicBezTo>
                    <a:pt x="685" y="104"/>
                    <a:pt x="686" y="102"/>
                    <a:pt x="686" y="101"/>
                  </a:cubicBezTo>
                  <a:cubicBezTo>
                    <a:pt x="686" y="100"/>
                    <a:pt x="685" y="98"/>
                    <a:pt x="684" y="97"/>
                  </a:cubicBezTo>
                  <a:cubicBezTo>
                    <a:pt x="680" y="92"/>
                    <a:pt x="667" y="87"/>
                    <a:pt x="665" y="81"/>
                  </a:cubicBezTo>
                  <a:cubicBezTo>
                    <a:pt x="665" y="80"/>
                    <a:pt x="666" y="78"/>
                    <a:pt x="666" y="77"/>
                  </a:cubicBezTo>
                  <a:cubicBezTo>
                    <a:pt x="666" y="74"/>
                    <a:pt x="661" y="70"/>
                    <a:pt x="660" y="68"/>
                  </a:cubicBezTo>
                  <a:cubicBezTo>
                    <a:pt x="660" y="67"/>
                    <a:pt x="660" y="64"/>
                    <a:pt x="660" y="63"/>
                  </a:cubicBezTo>
                  <a:cubicBezTo>
                    <a:pt x="661" y="62"/>
                    <a:pt x="666" y="64"/>
                    <a:pt x="667" y="63"/>
                  </a:cubicBezTo>
                  <a:cubicBezTo>
                    <a:pt x="668" y="62"/>
                    <a:pt x="667" y="60"/>
                    <a:pt x="667" y="60"/>
                  </a:cubicBezTo>
                  <a:cubicBezTo>
                    <a:pt x="665" y="57"/>
                    <a:pt x="660" y="54"/>
                    <a:pt x="657" y="53"/>
                  </a:cubicBezTo>
                  <a:cubicBezTo>
                    <a:pt x="654" y="52"/>
                    <a:pt x="648" y="54"/>
                    <a:pt x="645" y="52"/>
                  </a:cubicBezTo>
                  <a:cubicBezTo>
                    <a:pt x="643" y="52"/>
                    <a:pt x="641" y="48"/>
                    <a:pt x="639" y="47"/>
                  </a:cubicBezTo>
                  <a:cubicBezTo>
                    <a:pt x="636" y="45"/>
                    <a:pt x="628" y="40"/>
                    <a:pt x="625" y="42"/>
                  </a:cubicBezTo>
                  <a:cubicBezTo>
                    <a:pt x="622" y="43"/>
                    <a:pt x="623" y="49"/>
                    <a:pt x="621" y="51"/>
                  </a:cubicBezTo>
                  <a:cubicBezTo>
                    <a:pt x="620" y="52"/>
                    <a:pt x="616" y="52"/>
                    <a:pt x="614" y="52"/>
                  </a:cubicBezTo>
                  <a:cubicBezTo>
                    <a:pt x="611" y="52"/>
                    <a:pt x="605" y="48"/>
                    <a:pt x="602" y="49"/>
                  </a:cubicBezTo>
                  <a:cubicBezTo>
                    <a:pt x="601" y="49"/>
                    <a:pt x="599" y="51"/>
                    <a:pt x="599" y="52"/>
                  </a:cubicBezTo>
                  <a:cubicBezTo>
                    <a:pt x="598" y="54"/>
                    <a:pt x="600" y="60"/>
                    <a:pt x="599" y="63"/>
                  </a:cubicBezTo>
                  <a:cubicBezTo>
                    <a:pt x="598" y="64"/>
                    <a:pt x="596" y="66"/>
                    <a:pt x="594" y="66"/>
                  </a:cubicBezTo>
                  <a:cubicBezTo>
                    <a:pt x="592" y="67"/>
                    <a:pt x="587" y="68"/>
                    <a:pt x="584" y="69"/>
                  </a:cubicBezTo>
                  <a:cubicBezTo>
                    <a:pt x="581" y="69"/>
                    <a:pt x="574" y="71"/>
                    <a:pt x="571" y="70"/>
                  </a:cubicBezTo>
                  <a:cubicBezTo>
                    <a:pt x="569" y="69"/>
                    <a:pt x="569" y="65"/>
                    <a:pt x="568" y="65"/>
                  </a:cubicBezTo>
                  <a:cubicBezTo>
                    <a:pt x="566" y="65"/>
                    <a:pt x="565" y="71"/>
                    <a:pt x="563" y="71"/>
                  </a:cubicBezTo>
                  <a:cubicBezTo>
                    <a:pt x="560" y="72"/>
                    <a:pt x="555" y="66"/>
                    <a:pt x="552" y="65"/>
                  </a:cubicBezTo>
                  <a:cubicBezTo>
                    <a:pt x="548" y="64"/>
                    <a:pt x="536" y="65"/>
                    <a:pt x="536" y="65"/>
                  </a:cubicBezTo>
                  <a:cubicBezTo>
                    <a:pt x="536" y="65"/>
                    <a:pt x="533" y="71"/>
                    <a:pt x="531" y="73"/>
                  </a:cubicBezTo>
                  <a:cubicBezTo>
                    <a:pt x="526" y="75"/>
                    <a:pt x="514" y="75"/>
                    <a:pt x="508" y="75"/>
                  </a:cubicBezTo>
                  <a:cubicBezTo>
                    <a:pt x="507" y="75"/>
                    <a:pt x="503" y="74"/>
                    <a:pt x="501" y="75"/>
                  </a:cubicBezTo>
                  <a:cubicBezTo>
                    <a:pt x="500" y="76"/>
                    <a:pt x="500" y="80"/>
                    <a:pt x="499" y="80"/>
                  </a:cubicBezTo>
                  <a:cubicBezTo>
                    <a:pt x="498" y="81"/>
                    <a:pt x="495" y="80"/>
                    <a:pt x="493" y="80"/>
                  </a:cubicBezTo>
                  <a:cubicBezTo>
                    <a:pt x="490" y="78"/>
                    <a:pt x="487" y="68"/>
                    <a:pt x="483" y="67"/>
                  </a:cubicBezTo>
                  <a:cubicBezTo>
                    <a:pt x="481" y="66"/>
                    <a:pt x="475" y="67"/>
                    <a:pt x="474" y="69"/>
                  </a:cubicBezTo>
                  <a:cubicBezTo>
                    <a:pt x="472" y="72"/>
                    <a:pt x="473" y="79"/>
                    <a:pt x="471" y="82"/>
                  </a:cubicBezTo>
                  <a:cubicBezTo>
                    <a:pt x="470" y="84"/>
                    <a:pt x="462" y="84"/>
                    <a:pt x="461" y="86"/>
                  </a:cubicBezTo>
                  <a:cubicBezTo>
                    <a:pt x="461" y="89"/>
                    <a:pt x="467" y="90"/>
                    <a:pt x="468" y="93"/>
                  </a:cubicBezTo>
                  <a:cubicBezTo>
                    <a:pt x="468" y="94"/>
                    <a:pt x="467" y="96"/>
                    <a:pt x="466" y="96"/>
                  </a:cubicBezTo>
                  <a:cubicBezTo>
                    <a:pt x="465" y="98"/>
                    <a:pt x="463" y="100"/>
                    <a:pt x="461" y="100"/>
                  </a:cubicBezTo>
                  <a:cubicBezTo>
                    <a:pt x="460" y="100"/>
                    <a:pt x="457" y="97"/>
                    <a:pt x="455" y="98"/>
                  </a:cubicBezTo>
                  <a:cubicBezTo>
                    <a:pt x="454" y="99"/>
                    <a:pt x="456" y="104"/>
                    <a:pt x="454" y="106"/>
                  </a:cubicBezTo>
                  <a:cubicBezTo>
                    <a:pt x="453" y="108"/>
                    <a:pt x="447" y="108"/>
                    <a:pt x="445" y="108"/>
                  </a:cubicBezTo>
                  <a:cubicBezTo>
                    <a:pt x="443" y="108"/>
                    <a:pt x="440" y="105"/>
                    <a:pt x="439" y="106"/>
                  </a:cubicBezTo>
                  <a:cubicBezTo>
                    <a:pt x="438" y="106"/>
                    <a:pt x="439" y="110"/>
                    <a:pt x="440" y="111"/>
                  </a:cubicBezTo>
                  <a:cubicBezTo>
                    <a:pt x="440" y="113"/>
                    <a:pt x="443" y="114"/>
                    <a:pt x="443" y="116"/>
                  </a:cubicBezTo>
                  <a:cubicBezTo>
                    <a:pt x="444" y="117"/>
                    <a:pt x="444" y="120"/>
                    <a:pt x="443" y="121"/>
                  </a:cubicBezTo>
                  <a:cubicBezTo>
                    <a:pt x="442" y="123"/>
                    <a:pt x="438" y="125"/>
                    <a:pt x="436" y="127"/>
                  </a:cubicBezTo>
                  <a:cubicBezTo>
                    <a:pt x="436" y="128"/>
                    <a:pt x="435" y="130"/>
                    <a:pt x="434" y="131"/>
                  </a:cubicBezTo>
                  <a:cubicBezTo>
                    <a:pt x="433" y="131"/>
                    <a:pt x="430" y="130"/>
                    <a:pt x="429" y="131"/>
                  </a:cubicBezTo>
                  <a:cubicBezTo>
                    <a:pt x="427" y="132"/>
                    <a:pt x="422" y="138"/>
                    <a:pt x="421" y="138"/>
                  </a:cubicBezTo>
                  <a:cubicBezTo>
                    <a:pt x="420" y="138"/>
                    <a:pt x="415" y="138"/>
                    <a:pt x="414" y="139"/>
                  </a:cubicBezTo>
                  <a:cubicBezTo>
                    <a:pt x="412" y="140"/>
                    <a:pt x="411" y="144"/>
                    <a:pt x="410" y="146"/>
                  </a:cubicBezTo>
                  <a:cubicBezTo>
                    <a:pt x="410" y="148"/>
                    <a:pt x="410" y="151"/>
                    <a:pt x="409" y="153"/>
                  </a:cubicBezTo>
                  <a:cubicBezTo>
                    <a:pt x="408" y="154"/>
                    <a:pt x="403" y="153"/>
                    <a:pt x="401" y="154"/>
                  </a:cubicBezTo>
                  <a:cubicBezTo>
                    <a:pt x="400" y="155"/>
                    <a:pt x="401" y="158"/>
                    <a:pt x="400" y="159"/>
                  </a:cubicBezTo>
                  <a:cubicBezTo>
                    <a:pt x="399" y="160"/>
                    <a:pt x="396" y="161"/>
                    <a:pt x="395" y="161"/>
                  </a:cubicBezTo>
                  <a:cubicBezTo>
                    <a:pt x="393" y="161"/>
                    <a:pt x="390" y="157"/>
                    <a:pt x="388" y="156"/>
                  </a:cubicBezTo>
                  <a:cubicBezTo>
                    <a:pt x="382" y="154"/>
                    <a:pt x="370" y="160"/>
                    <a:pt x="364" y="158"/>
                  </a:cubicBezTo>
                  <a:cubicBezTo>
                    <a:pt x="362" y="156"/>
                    <a:pt x="359" y="150"/>
                    <a:pt x="358" y="147"/>
                  </a:cubicBezTo>
                  <a:cubicBezTo>
                    <a:pt x="357" y="145"/>
                    <a:pt x="360" y="139"/>
                    <a:pt x="359" y="136"/>
                  </a:cubicBezTo>
                  <a:cubicBezTo>
                    <a:pt x="357" y="133"/>
                    <a:pt x="349" y="131"/>
                    <a:pt x="347" y="128"/>
                  </a:cubicBezTo>
                  <a:cubicBezTo>
                    <a:pt x="345" y="124"/>
                    <a:pt x="350" y="116"/>
                    <a:pt x="348" y="112"/>
                  </a:cubicBezTo>
                  <a:cubicBezTo>
                    <a:pt x="347" y="111"/>
                    <a:pt x="342" y="110"/>
                    <a:pt x="342" y="108"/>
                  </a:cubicBezTo>
                  <a:cubicBezTo>
                    <a:pt x="341" y="106"/>
                    <a:pt x="345" y="103"/>
                    <a:pt x="345" y="101"/>
                  </a:cubicBezTo>
                  <a:cubicBezTo>
                    <a:pt x="344" y="99"/>
                    <a:pt x="341" y="97"/>
                    <a:pt x="339" y="97"/>
                  </a:cubicBezTo>
                  <a:cubicBezTo>
                    <a:pt x="336" y="97"/>
                    <a:pt x="334" y="105"/>
                    <a:pt x="332" y="105"/>
                  </a:cubicBezTo>
                  <a:cubicBezTo>
                    <a:pt x="330" y="106"/>
                    <a:pt x="327" y="105"/>
                    <a:pt x="326" y="103"/>
                  </a:cubicBezTo>
                  <a:cubicBezTo>
                    <a:pt x="325" y="102"/>
                    <a:pt x="325" y="100"/>
                    <a:pt x="325" y="99"/>
                  </a:cubicBezTo>
                  <a:cubicBezTo>
                    <a:pt x="326" y="96"/>
                    <a:pt x="331" y="92"/>
                    <a:pt x="331" y="89"/>
                  </a:cubicBezTo>
                  <a:cubicBezTo>
                    <a:pt x="331" y="87"/>
                    <a:pt x="329" y="84"/>
                    <a:pt x="328" y="83"/>
                  </a:cubicBezTo>
                  <a:cubicBezTo>
                    <a:pt x="325" y="81"/>
                    <a:pt x="318" y="81"/>
                    <a:pt x="314" y="81"/>
                  </a:cubicBezTo>
                  <a:cubicBezTo>
                    <a:pt x="311" y="80"/>
                    <a:pt x="304" y="82"/>
                    <a:pt x="301" y="82"/>
                  </a:cubicBezTo>
                  <a:cubicBezTo>
                    <a:pt x="296" y="82"/>
                    <a:pt x="286" y="79"/>
                    <a:pt x="282" y="76"/>
                  </a:cubicBezTo>
                  <a:cubicBezTo>
                    <a:pt x="276" y="73"/>
                    <a:pt x="266" y="63"/>
                    <a:pt x="262" y="57"/>
                  </a:cubicBezTo>
                  <a:cubicBezTo>
                    <a:pt x="261" y="55"/>
                    <a:pt x="262" y="51"/>
                    <a:pt x="260" y="49"/>
                  </a:cubicBezTo>
                  <a:cubicBezTo>
                    <a:pt x="259" y="48"/>
                    <a:pt x="255" y="46"/>
                    <a:pt x="253" y="46"/>
                  </a:cubicBezTo>
                  <a:cubicBezTo>
                    <a:pt x="251" y="46"/>
                    <a:pt x="248" y="50"/>
                    <a:pt x="246" y="50"/>
                  </a:cubicBezTo>
                  <a:cubicBezTo>
                    <a:pt x="243" y="50"/>
                    <a:pt x="241" y="43"/>
                    <a:pt x="239" y="42"/>
                  </a:cubicBezTo>
                  <a:cubicBezTo>
                    <a:pt x="237" y="42"/>
                    <a:pt x="234" y="45"/>
                    <a:pt x="233" y="45"/>
                  </a:cubicBezTo>
                  <a:cubicBezTo>
                    <a:pt x="230" y="45"/>
                    <a:pt x="225" y="45"/>
                    <a:pt x="223" y="44"/>
                  </a:cubicBezTo>
                  <a:cubicBezTo>
                    <a:pt x="222" y="42"/>
                    <a:pt x="225" y="36"/>
                    <a:pt x="223" y="36"/>
                  </a:cubicBezTo>
                  <a:cubicBezTo>
                    <a:pt x="222" y="35"/>
                    <a:pt x="221" y="39"/>
                    <a:pt x="219" y="40"/>
                  </a:cubicBezTo>
                  <a:cubicBezTo>
                    <a:pt x="217" y="41"/>
                    <a:pt x="212" y="41"/>
                    <a:pt x="210" y="40"/>
                  </a:cubicBezTo>
                  <a:cubicBezTo>
                    <a:pt x="207" y="39"/>
                    <a:pt x="202" y="33"/>
                    <a:pt x="202" y="33"/>
                  </a:cubicBezTo>
                  <a:cubicBezTo>
                    <a:pt x="202" y="33"/>
                    <a:pt x="195" y="36"/>
                    <a:pt x="192" y="36"/>
                  </a:cubicBezTo>
                  <a:cubicBezTo>
                    <a:pt x="189" y="36"/>
                    <a:pt x="182" y="35"/>
                    <a:pt x="179" y="34"/>
                  </a:cubicBezTo>
                  <a:cubicBezTo>
                    <a:pt x="177" y="33"/>
                    <a:pt x="175" y="30"/>
                    <a:pt x="173" y="28"/>
                  </a:cubicBezTo>
                  <a:cubicBezTo>
                    <a:pt x="172" y="26"/>
                    <a:pt x="171" y="21"/>
                    <a:pt x="169" y="19"/>
                  </a:cubicBezTo>
                  <a:cubicBezTo>
                    <a:pt x="167" y="17"/>
                    <a:pt x="164" y="15"/>
                    <a:pt x="162" y="14"/>
                  </a:cubicBezTo>
                  <a:cubicBezTo>
                    <a:pt x="160" y="13"/>
                    <a:pt x="155" y="9"/>
                    <a:pt x="153" y="10"/>
                  </a:cubicBezTo>
                  <a:cubicBezTo>
                    <a:pt x="151" y="11"/>
                    <a:pt x="152" y="17"/>
                    <a:pt x="151" y="19"/>
                  </a:cubicBezTo>
                  <a:cubicBezTo>
                    <a:pt x="149" y="20"/>
                    <a:pt x="145" y="22"/>
                    <a:pt x="143" y="21"/>
                  </a:cubicBezTo>
                  <a:cubicBezTo>
                    <a:pt x="142" y="21"/>
                    <a:pt x="141" y="18"/>
                    <a:pt x="139" y="18"/>
                  </a:cubicBezTo>
                  <a:cubicBezTo>
                    <a:pt x="138" y="17"/>
                    <a:pt x="136" y="17"/>
                    <a:pt x="134" y="17"/>
                  </a:cubicBezTo>
                  <a:cubicBezTo>
                    <a:pt x="131" y="16"/>
                    <a:pt x="126" y="18"/>
                    <a:pt x="123" y="18"/>
                  </a:cubicBezTo>
                  <a:cubicBezTo>
                    <a:pt x="121" y="18"/>
                    <a:pt x="116" y="18"/>
                    <a:pt x="114" y="16"/>
                  </a:cubicBezTo>
                  <a:cubicBezTo>
                    <a:pt x="112" y="15"/>
                    <a:pt x="110" y="8"/>
                    <a:pt x="108" y="6"/>
                  </a:cubicBezTo>
                  <a:cubicBezTo>
                    <a:pt x="107" y="5"/>
                    <a:pt x="103" y="3"/>
                    <a:pt x="102" y="3"/>
                  </a:cubicBezTo>
                  <a:cubicBezTo>
                    <a:pt x="100" y="2"/>
                    <a:pt x="96" y="4"/>
                    <a:pt x="94" y="4"/>
                  </a:cubicBezTo>
                  <a:cubicBezTo>
                    <a:pt x="93" y="3"/>
                    <a:pt x="91" y="0"/>
                    <a:pt x="90" y="0"/>
                  </a:cubicBezTo>
                  <a:cubicBezTo>
                    <a:pt x="90" y="0"/>
                    <a:pt x="89" y="0"/>
                    <a:pt x="89" y="0"/>
                  </a:cubicBezTo>
                  <a:cubicBezTo>
                    <a:pt x="87" y="2"/>
                    <a:pt x="88" y="6"/>
                    <a:pt x="88" y="8"/>
                  </a:cubicBezTo>
                  <a:cubicBezTo>
                    <a:pt x="88" y="10"/>
                    <a:pt x="91" y="15"/>
                    <a:pt x="92" y="17"/>
                  </a:cubicBezTo>
                  <a:cubicBezTo>
                    <a:pt x="94" y="19"/>
                    <a:pt x="98" y="22"/>
                    <a:pt x="100" y="23"/>
                  </a:cubicBezTo>
                  <a:cubicBezTo>
                    <a:pt x="103" y="24"/>
                    <a:pt x="109" y="25"/>
                    <a:pt x="111" y="27"/>
                  </a:cubicBezTo>
                  <a:cubicBezTo>
                    <a:pt x="112" y="28"/>
                    <a:pt x="114" y="34"/>
                    <a:pt x="113" y="35"/>
                  </a:cubicBezTo>
                  <a:cubicBezTo>
                    <a:pt x="112" y="36"/>
                    <a:pt x="109" y="35"/>
                    <a:pt x="108" y="35"/>
                  </a:cubicBezTo>
                  <a:cubicBezTo>
                    <a:pt x="107" y="35"/>
                    <a:pt x="105" y="36"/>
                    <a:pt x="104" y="37"/>
                  </a:cubicBezTo>
                  <a:cubicBezTo>
                    <a:pt x="104" y="38"/>
                    <a:pt x="103" y="40"/>
                    <a:pt x="104" y="41"/>
                  </a:cubicBezTo>
                  <a:cubicBezTo>
                    <a:pt x="104" y="42"/>
                    <a:pt x="107" y="41"/>
                    <a:pt x="108" y="41"/>
                  </a:cubicBezTo>
                  <a:cubicBezTo>
                    <a:pt x="110" y="42"/>
                    <a:pt x="113" y="44"/>
                    <a:pt x="113" y="45"/>
                  </a:cubicBezTo>
                  <a:cubicBezTo>
                    <a:pt x="113" y="47"/>
                    <a:pt x="111" y="48"/>
                    <a:pt x="110" y="48"/>
                  </a:cubicBezTo>
                  <a:cubicBezTo>
                    <a:pt x="108" y="49"/>
                    <a:pt x="104" y="45"/>
                    <a:pt x="101" y="46"/>
                  </a:cubicBezTo>
                  <a:cubicBezTo>
                    <a:pt x="100" y="46"/>
                    <a:pt x="97" y="48"/>
                    <a:pt x="95" y="48"/>
                  </a:cubicBezTo>
                  <a:cubicBezTo>
                    <a:pt x="94" y="48"/>
                    <a:pt x="91" y="46"/>
                    <a:pt x="90" y="44"/>
                  </a:cubicBezTo>
                  <a:cubicBezTo>
                    <a:pt x="89" y="43"/>
                    <a:pt x="89" y="40"/>
                    <a:pt x="89" y="38"/>
                  </a:cubicBezTo>
                  <a:cubicBezTo>
                    <a:pt x="89" y="37"/>
                    <a:pt x="93" y="34"/>
                    <a:pt x="92" y="32"/>
                  </a:cubicBezTo>
                  <a:cubicBezTo>
                    <a:pt x="92" y="31"/>
                    <a:pt x="89" y="30"/>
                    <a:pt x="88" y="30"/>
                  </a:cubicBezTo>
                  <a:cubicBezTo>
                    <a:pt x="86" y="29"/>
                    <a:pt x="81" y="31"/>
                    <a:pt x="79" y="31"/>
                  </a:cubicBezTo>
                  <a:cubicBezTo>
                    <a:pt x="77" y="31"/>
                    <a:pt x="74" y="33"/>
                    <a:pt x="72" y="32"/>
                  </a:cubicBezTo>
                  <a:cubicBezTo>
                    <a:pt x="70" y="31"/>
                    <a:pt x="68" y="26"/>
                    <a:pt x="66" y="24"/>
                  </a:cubicBezTo>
                  <a:cubicBezTo>
                    <a:pt x="65" y="23"/>
                    <a:pt x="60" y="21"/>
                    <a:pt x="58" y="20"/>
                  </a:cubicBezTo>
                  <a:cubicBezTo>
                    <a:pt x="57" y="19"/>
                    <a:pt x="55" y="15"/>
                    <a:pt x="53" y="14"/>
                  </a:cubicBezTo>
                  <a:cubicBezTo>
                    <a:pt x="52" y="14"/>
                    <a:pt x="50" y="13"/>
                    <a:pt x="49" y="14"/>
                  </a:cubicBezTo>
                  <a:cubicBezTo>
                    <a:pt x="48" y="15"/>
                    <a:pt x="47" y="18"/>
                    <a:pt x="47" y="19"/>
                  </a:cubicBezTo>
                  <a:cubicBezTo>
                    <a:pt x="48" y="20"/>
                    <a:pt x="50" y="22"/>
                    <a:pt x="50" y="24"/>
                  </a:cubicBezTo>
                  <a:cubicBezTo>
                    <a:pt x="51" y="25"/>
                    <a:pt x="53" y="29"/>
                    <a:pt x="53" y="31"/>
                  </a:cubicBezTo>
                  <a:cubicBezTo>
                    <a:pt x="53" y="32"/>
                    <a:pt x="51" y="34"/>
                    <a:pt x="50" y="34"/>
                  </a:cubicBezTo>
                  <a:cubicBezTo>
                    <a:pt x="48" y="34"/>
                    <a:pt x="47" y="33"/>
                    <a:pt x="46" y="32"/>
                  </a:cubicBezTo>
                  <a:cubicBezTo>
                    <a:pt x="45" y="31"/>
                    <a:pt x="44" y="27"/>
                    <a:pt x="42" y="26"/>
                  </a:cubicBezTo>
                  <a:cubicBezTo>
                    <a:pt x="41" y="25"/>
                    <a:pt x="39" y="25"/>
                    <a:pt x="38" y="24"/>
                  </a:cubicBezTo>
                  <a:cubicBezTo>
                    <a:pt x="37" y="24"/>
                    <a:pt x="37" y="22"/>
                    <a:pt x="37" y="22"/>
                  </a:cubicBezTo>
                  <a:cubicBezTo>
                    <a:pt x="36" y="21"/>
                    <a:pt x="34" y="22"/>
                    <a:pt x="34" y="22"/>
                  </a:cubicBezTo>
                  <a:cubicBezTo>
                    <a:pt x="33" y="23"/>
                    <a:pt x="32" y="26"/>
                    <a:pt x="31" y="26"/>
                  </a:cubicBezTo>
                  <a:cubicBezTo>
                    <a:pt x="30" y="26"/>
                    <a:pt x="28" y="23"/>
                    <a:pt x="26" y="23"/>
                  </a:cubicBezTo>
                  <a:cubicBezTo>
                    <a:pt x="23" y="22"/>
                    <a:pt x="18" y="26"/>
                    <a:pt x="16" y="28"/>
                  </a:cubicBezTo>
                  <a:cubicBezTo>
                    <a:pt x="15" y="29"/>
                    <a:pt x="14" y="31"/>
                    <a:pt x="14" y="32"/>
                  </a:cubicBezTo>
                  <a:cubicBezTo>
                    <a:pt x="15" y="35"/>
                    <a:pt x="17" y="39"/>
                    <a:pt x="19" y="40"/>
                  </a:cubicBezTo>
                  <a:cubicBezTo>
                    <a:pt x="21" y="41"/>
                    <a:pt x="25" y="41"/>
                    <a:pt x="27" y="41"/>
                  </a:cubicBezTo>
                  <a:cubicBezTo>
                    <a:pt x="27" y="42"/>
                    <a:pt x="28" y="42"/>
                    <a:pt x="28" y="42"/>
                  </a:cubicBezTo>
                  <a:cubicBezTo>
                    <a:pt x="29" y="42"/>
                    <a:pt x="31" y="42"/>
                    <a:pt x="32" y="42"/>
                  </a:cubicBezTo>
                  <a:cubicBezTo>
                    <a:pt x="33" y="43"/>
                    <a:pt x="34" y="45"/>
                    <a:pt x="34" y="46"/>
                  </a:cubicBezTo>
                  <a:cubicBezTo>
                    <a:pt x="34" y="46"/>
                    <a:pt x="34" y="46"/>
                    <a:pt x="34" y="46"/>
                  </a:cubicBezTo>
                  <a:cubicBezTo>
                    <a:pt x="35" y="48"/>
                    <a:pt x="41" y="44"/>
                    <a:pt x="44" y="45"/>
                  </a:cubicBezTo>
                  <a:cubicBezTo>
                    <a:pt x="47" y="46"/>
                    <a:pt x="51" y="52"/>
                    <a:pt x="54" y="53"/>
                  </a:cubicBezTo>
                  <a:cubicBezTo>
                    <a:pt x="56" y="54"/>
                    <a:pt x="61" y="54"/>
                    <a:pt x="63" y="55"/>
                  </a:cubicBezTo>
                  <a:cubicBezTo>
                    <a:pt x="65" y="56"/>
                    <a:pt x="69" y="57"/>
                    <a:pt x="69" y="59"/>
                  </a:cubicBezTo>
                  <a:cubicBezTo>
                    <a:pt x="69" y="60"/>
                    <a:pt x="65" y="62"/>
                    <a:pt x="64" y="62"/>
                  </a:cubicBezTo>
                  <a:cubicBezTo>
                    <a:pt x="62" y="63"/>
                    <a:pt x="58" y="63"/>
                    <a:pt x="56" y="61"/>
                  </a:cubicBezTo>
                  <a:cubicBezTo>
                    <a:pt x="56" y="61"/>
                    <a:pt x="56" y="59"/>
                    <a:pt x="56" y="59"/>
                  </a:cubicBezTo>
                  <a:cubicBezTo>
                    <a:pt x="54" y="57"/>
                    <a:pt x="48" y="54"/>
                    <a:pt x="45" y="54"/>
                  </a:cubicBezTo>
                  <a:cubicBezTo>
                    <a:pt x="44" y="54"/>
                    <a:pt x="43" y="56"/>
                    <a:pt x="42" y="57"/>
                  </a:cubicBezTo>
                  <a:cubicBezTo>
                    <a:pt x="42" y="58"/>
                    <a:pt x="44" y="59"/>
                    <a:pt x="44" y="59"/>
                  </a:cubicBezTo>
                  <a:cubicBezTo>
                    <a:pt x="44" y="60"/>
                    <a:pt x="43" y="62"/>
                    <a:pt x="42" y="62"/>
                  </a:cubicBezTo>
                  <a:cubicBezTo>
                    <a:pt x="41" y="62"/>
                    <a:pt x="40" y="60"/>
                    <a:pt x="39" y="60"/>
                  </a:cubicBezTo>
                  <a:cubicBezTo>
                    <a:pt x="38" y="61"/>
                    <a:pt x="38" y="62"/>
                    <a:pt x="39" y="63"/>
                  </a:cubicBezTo>
                  <a:cubicBezTo>
                    <a:pt x="39" y="64"/>
                    <a:pt x="41" y="64"/>
                    <a:pt x="42" y="64"/>
                  </a:cubicBezTo>
                  <a:cubicBezTo>
                    <a:pt x="42" y="65"/>
                    <a:pt x="41" y="67"/>
                    <a:pt x="42" y="68"/>
                  </a:cubicBezTo>
                  <a:cubicBezTo>
                    <a:pt x="42" y="69"/>
                    <a:pt x="44" y="71"/>
                    <a:pt x="45" y="71"/>
                  </a:cubicBezTo>
                  <a:cubicBezTo>
                    <a:pt x="45" y="71"/>
                    <a:pt x="47" y="71"/>
                    <a:pt x="48" y="71"/>
                  </a:cubicBezTo>
                  <a:cubicBezTo>
                    <a:pt x="50" y="71"/>
                    <a:pt x="54" y="70"/>
                    <a:pt x="55" y="70"/>
                  </a:cubicBezTo>
                  <a:cubicBezTo>
                    <a:pt x="57" y="71"/>
                    <a:pt x="57" y="75"/>
                    <a:pt x="59" y="76"/>
                  </a:cubicBezTo>
                  <a:cubicBezTo>
                    <a:pt x="60" y="77"/>
                    <a:pt x="64" y="78"/>
                    <a:pt x="66" y="78"/>
                  </a:cubicBezTo>
                  <a:cubicBezTo>
                    <a:pt x="68" y="78"/>
                    <a:pt x="73" y="75"/>
                    <a:pt x="75" y="76"/>
                  </a:cubicBezTo>
                  <a:cubicBezTo>
                    <a:pt x="76" y="76"/>
                    <a:pt x="77" y="78"/>
                    <a:pt x="77" y="79"/>
                  </a:cubicBezTo>
                  <a:cubicBezTo>
                    <a:pt x="76" y="81"/>
                    <a:pt x="70" y="80"/>
                    <a:pt x="69" y="81"/>
                  </a:cubicBezTo>
                  <a:cubicBezTo>
                    <a:pt x="68" y="82"/>
                    <a:pt x="66" y="83"/>
                    <a:pt x="66" y="84"/>
                  </a:cubicBezTo>
                  <a:cubicBezTo>
                    <a:pt x="66" y="85"/>
                    <a:pt x="66" y="87"/>
                    <a:pt x="67" y="87"/>
                  </a:cubicBezTo>
                  <a:cubicBezTo>
                    <a:pt x="67" y="88"/>
                    <a:pt x="70" y="88"/>
                    <a:pt x="71" y="89"/>
                  </a:cubicBezTo>
                  <a:cubicBezTo>
                    <a:pt x="71" y="90"/>
                    <a:pt x="70" y="92"/>
                    <a:pt x="69" y="93"/>
                  </a:cubicBezTo>
                  <a:cubicBezTo>
                    <a:pt x="66" y="94"/>
                    <a:pt x="61" y="91"/>
                    <a:pt x="59" y="90"/>
                  </a:cubicBezTo>
                  <a:cubicBezTo>
                    <a:pt x="56" y="88"/>
                    <a:pt x="52" y="78"/>
                    <a:pt x="47" y="78"/>
                  </a:cubicBezTo>
                  <a:cubicBezTo>
                    <a:pt x="46" y="77"/>
                    <a:pt x="42" y="79"/>
                    <a:pt x="41" y="81"/>
                  </a:cubicBezTo>
                  <a:cubicBezTo>
                    <a:pt x="40" y="82"/>
                    <a:pt x="42" y="85"/>
                    <a:pt x="42" y="86"/>
                  </a:cubicBezTo>
                  <a:cubicBezTo>
                    <a:pt x="42" y="88"/>
                    <a:pt x="39" y="91"/>
                    <a:pt x="40" y="92"/>
                  </a:cubicBezTo>
                  <a:cubicBezTo>
                    <a:pt x="40" y="93"/>
                    <a:pt x="41" y="94"/>
                    <a:pt x="41" y="94"/>
                  </a:cubicBezTo>
                  <a:cubicBezTo>
                    <a:pt x="43" y="94"/>
                    <a:pt x="45" y="92"/>
                    <a:pt x="46" y="92"/>
                  </a:cubicBezTo>
                  <a:cubicBezTo>
                    <a:pt x="47" y="93"/>
                    <a:pt x="46" y="97"/>
                    <a:pt x="47" y="98"/>
                  </a:cubicBezTo>
                  <a:cubicBezTo>
                    <a:pt x="48" y="100"/>
                    <a:pt x="52" y="99"/>
                    <a:pt x="53" y="99"/>
                  </a:cubicBezTo>
                  <a:cubicBezTo>
                    <a:pt x="55" y="100"/>
                    <a:pt x="58" y="100"/>
                    <a:pt x="59" y="101"/>
                  </a:cubicBezTo>
                  <a:cubicBezTo>
                    <a:pt x="59" y="101"/>
                    <a:pt x="59" y="102"/>
                    <a:pt x="59" y="102"/>
                  </a:cubicBezTo>
                  <a:cubicBezTo>
                    <a:pt x="58" y="104"/>
                    <a:pt x="54" y="103"/>
                    <a:pt x="52" y="103"/>
                  </a:cubicBezTo>
                  <a:cubicBezTo>
                    <a:pt x="51" y="103"/>
                    <a:pt x="50" y="104"/>
                    <a:pt x="49" y="105"/>
                  </a:cubicBezTo>
                  <a:cubicBezTo>
                    <a:pt x="48" y="106"/>
                    <a:pt x="48" y="110"/>
                    <a:pt x="46" y="110"/>
                  </a:cubicBezTo>
                  <a:cubicBezTo>
                    <a:pt x="44" y="110"/>
                    <a:pt x="44" y="106"/>
                    <a:pt x="43" y="105"/>
                  </a:cubicBezTo>
                  <a:cubicBezTo>
                    <a:pt x="42" y="104"/>
                    <a:pt x="40" y="104"/>
                    <a:pt x="40" y="104"/>
                  </a:cubicBezTo>
                  <a:cubicBezTo>
                    <a:pt x="39" y="105"/>
                    <a:pt x="39" y="108"/>
                    <a:pt x="39" y="108"/>
                  </a:cubicBezTo>
                  <a:cubicBezTo>
                    <a:pt x="37" y="108"/>
                    <a:pt x="35" y="106"/>
                    <a:pt x="35" y="105"/>
                  </a:cubicBezTo>
                  <a:cubicBezTo>
                    <a:pt x="34" y="104"/>
                    <a:pt x="35" y="102"/>
                    <a:pt x="34" y="101"/>
                  </a:cubicBezTo>
                  <a:cubicBezTo>
                    <a:pt x="33" y="99"/>
                    <a:pt x="29" y="96"/>
                    <a:pt x="27" y="95"/>
                  </a:cubicBezTo>
                  <a:cubicBezTo>
                    <a:pt x="27" y="95"/>
                    <a:pt x="26" y="95"/>
                    <a:pt x="26" y="95"/>
                  </a:cubicBezTo>
                  <a:cubicBezTo>
                    <a:pt x="25" y="96"/>
                    <a:pt x="23" y="98"/>
                    <a:pt x="23" y="98"/>
                  </a:cubicBezTo>
                  <a:cubicBezTo>
                    <a:pt x="22" y="100"/>
                    <a:pt x="21" y="104"/>
                    <a:pt x="20" y="105"/>
                  </a:cubicBezTo>
                  <a:cubicBezTo>
                    <a:pt x="18" y="105"/>
                    <a:pt x="16" y="105"/>
                    <a:pt x="14" y="105"/>
                  </a:cubicBezTo>
                  <a:cubicBezTo>
                    <a:pt x="13" y="106"/>
                    <a:pt x="10" y="107"/>
                    <a:pt x="8" y="108"/>
                  </a:cubicBezTo>
                  <a:cubicBezTo>
                    <a:pt x="6" y="111"/>
                    <a:pt x="0" y="118"/>
                    <a:pt x="0" y="122"/>
                  </a:cubicBezTo>
                  <a:cubicBezTo>
                    <a:pt x="0" y="122"/>
                    <a:pt x="1" y="124"/>
                    <a:pt x="2" y="124"/>
                  </a:cubicBezTo>
                  <a:cubicBezTo>
                    <a:pt x="4" y="124"/>
                    <a:pt x="8" y="120"/>
                    <a:pt x="10" y="120"/>
                  </a:cubicBezTo>
                  <a:cubicBezTo>
                    <a:pt x="11" y="120"/>
                    <a:pt x="14" y="120"/>
                    <a:pt x="15" y="120"/>
                  </a:cubicBezTo>
                  <a:cubicBezTo>
                    <a:pt x="16" y="121"/>
                    <a:pt x="18" y="122"/>
                    <a:pt x="18" y="123"/>
                  </a:cubicBezTo>
                  <a:cubicBezTo>
                    <a:pt x="20" y="126"/>
                    <a:pt x="21" y="134"/>
                    <a:pt x="24" y="136"/>
                  </a:cubicBezTo>
                  <a:cubicBezTo>
                    <a:pt x="25" y="137"/>
                    <a:pt x="28" y="136"/>
                    <a:pt x="30" y="135"/>
                  </a:cubicBezTo>
                  <a:cubicBezTo>
                    <a:pt x="30" y="135"/>
                    <a:pt x="31" y="132"/>
                    <a:pt x="32" y="131"/>
                  </a:cubicBezTo>
                  <a:cubicBezTo>
                    <a:pt x="33" y="130"/>
                    <a:pt x="37" y="128"/>
                    <a:pt x="39" y="128"/>
                  </a:cubicBezTo>
                  <a:cubicBezTo>
                    <a:pt x="40" y="128"/>
                    <a:pt x="40" y="130"/>
                    <a:pt x="41" y="130"/>
                  </a:cubicBezTo>
                  <a:cubicBezTo>
                    <a:pt x="42" y="130"/>
                    <a:pt x="42" y="126"/>
                    <a:pt x="43" y="125"/>
                  </a:cubicBezTo>
                  <a:cubicBezTo>
                    <a:pt x="44" y="124"/>
                    <a:pt x="48" y="123"/>
                    <a:pt x="50" y="124"/>
                  </a:cubicBezTo>
                  <a:cubicBezTo>
                    <a:pt x="51" y="125"/>
                    <a:pt x="53" y="129"/>
                    <a:pt x="53" y="130"/>
                  </a:cubicBezTo>
                  <a:cubicBezTo>
                    <a:pt x="54" y="131"/>
                    <a:pt x="55" y="134"/>
                    <a:pt x="55" y="136"/>
                  </a:cubicBezTo>
                  <a:cubicBezTo>
                    <a:pt x="54" y="137"/>
                    <a:pt x="52" y="140"/>
                    <a:pt x="52" y="142"/>
                  </a:cubicBezTo>
                  <a:cubicBezTo>
                    <a:pt x="52" y="145"/>
                    <a:pt x="55" y="149"/>
                    <a:pt x="57" y="151"/>
                  </a:cubicBezTo>
                  <a:cubicBezTo>
                    <a:pt x="59" y="152"/>
                    <a:pt x="63" y="154"/>
                    <a:pt x="65" y="154"/>
                  </a:cubicBezTo>
                  <a:cubicBezTo>
                    <a:pt x="68" y="155"/>
                    <a:pt x="75" y="153"/>
                    <a:pt x="78" y="154"/>
                  </a:cubicBezTo>
                  <a:cubicBezTo>
                    <a:pt x="78" y="155"/>
                    <a:pt x="80" y="156"/>
                    <a:pt x="80" y="156"/>
                  </a:cubicBezTo>
                  <a:cubicBezTo>
                    <a:pt x="80" y="158"/>
                    <a:pt x="77" y="160"/>
                    <a:pt x="77" y="161"/>
                  </a:cubicBezTo>
                  <a:cubicBezTo>
                    <a:pt x="78" y="163"/>
                    <a:pt x="80" y="166"/>
                    <a:pt x="82" y="166"/>
                  </a:cubicBezTo>
                  <a:cubicBezTo>
                    <a:pt x="83" y="166"/>
                    <a:pt x="86" y="166"/>
                    <a:pt x="86" y="165"/>
                  </a:cubicBezTo>
                  <a:cubicBezTo>
                    <a:pt x="86" y="164"/>
                    <a:pt x="84" y="164"/>
                    <a:pt x="84" y="163"/>
                  </a:cubicBezTo>
                  <a:cubicBezTo>
                    <a:pt x="84" y="163"/>
                    <a:pt x="84" y="162"/>
                    <a:pt x="85" y="161"/>
                  </a:cubicBezTo>
                  <a:cubicBezTo>
                    <a:pt x="86" y="161"/>
                    <a:pt x="88" y="162"/>
                    <a:pt x="90" y="161"/>
                  </a:cubicBezTo>
                  <a:cubicBezTo>
                    <a:pt x="91" y="161"/>
                    <a:pt x="94" y="162"/>
                    <a:pt x="96" y="161"/>
                  </a:cubicBezTo>
                  <a:cubicBezTo>
                    <a:pt x="97" y="159"/>
                    <a:pt x="98" y="155"/>
                    <a:pt x="98" y="152"/>
                  </a:cubicBezTo>
                  <a:cubicBezTo>
                    <a:pt x="98" y="150"/>
                    <a:pt x="96" y="146"/>
                    <a:pt x="96" y="144"/>
                  </a:cubicBezTo>
                  <a:cubicBezTo>
                    <a:pt x="96" y="141"/>
                    <a:pt x="98" y="135"/>
                    <a:pt x="100" y="133"/>
                  </a:cubicBezTo>
                  <a:cubicBezTo>
                    <a:pt x="102" y="130"/>
                    <a:pt x="108" y="124"/>
                    <a:pt x="111" y="124"/>
                  </a:cubicBezTo>
                  <a:cubicBezTo>
                    <a:pt x="112" y="124"/>
                    <a:pt x="113" y="126"/>
                    <a:pt x="113" y="126"/>
                  </a:cubicBezTo>
                  <a:cubicBezTo>
                    <a:pt x="113" y="127"/>
                    <a:pt x="111" y="130"/>
                    <a:pt x="111" y="131"/>
                  </a:cubicBezTo>
                  <a:cubicBezTo>
                    <a:pt x="111" y="132"/>
                    <a:pt x="113" y="135"/>
                    <a:pt x="114" y="135"/>
                  </a:cubicBezTo>
                  <a:cubicBezTo>
                    <a:pt x="116" y="137"/>
                    <a:pt x="123" y="135"/>
                    <a:pt x="125" y="134"/>
                  </a:cubicBezTo>
                  <a:cubicBezTo>
                    <a:pt x="126" y="134"/>
                    <a:pt x="128" y="133"/>
                    <a:pt x="128" y="132"/>
                  </a:cubicBezTo>
                  <a:cubicBezTo>
                    <a:pt x="129" y="131"/>
                    <a:pt x="127" y="129"/>
                    <a:pt x="128" y="128"/>
                  </a:cubicBezTo>
                  <a:cubicBezTo>
                    <a:pt x="128" y="127"/>
                    <a:pt x="130" y="127"/>
                    <a:pt x="130" y="127"/>
                  </a:cubicBezTo>
                  <a:cubicBezTo>
                    <a:pt x="133" y="127"/>
                    <a:pt x="137" y="132"/>
                    <a:pt x="138" y="134"/>
                  </a:cubicBezTo>
                  <a:cubicBezTo>
                    <a:pt x="138" y="135"/>
                    <a:pt x="139" y="137"/>
                    <a:pt x="138" y="137"/>
                  </a:cubicBezTo>
                  <a:cubicBezTo>
                    <a:pt x="137" y="139"/>
                    <a:pt x="132" y="139"/>
                    <a:pt x="131" y="138"/>
                  </a:cubicBezTo>
                  <a:cubicBezTo>
                    <a:pt x="130" y="138"/>
                    <a:pt x="130" y="137"/>
                    <a:pt x="130" y="136"/>
                  </a:cubicBezTo>
                  <a:cubicBezTo>
                    <a:pt x="127" y="135"/>
                    <a:pt x="120" y="137"/>
                    <a:pt x="118" y="139"/>
                  </a:cubicBezTo>
                  <a:cubicBezTo>
                    <a:pt x="116" y="140"/>
                    <a:pt x="114" y="143"/>
                    <a:pt x="114" y="145"/>
                  </a:cubicBezTo>
                  <a:cubicBezTo>
                    <a:pt x="114" y="147"/>
                    <a:pt x="115" y="153"/>
                    <a:pt x="116" y="155"/>
                  </a:cubicBezTo>
                  <a:cubicBezTo>
                    <a:pt x="117" y="157"/>
                    <a:pt x="119" y="160"/>
                    <a:pt x="121" y="160"/>
                  </a:cubicBezTo>
                  <a:cubicBezTo>
                    <a:pt x="122" y="161"/>
                    <a:pt x="126" y="160"/>
                    <a:pt x="126" y="159"/>
                  </a:cubicBezTo>
                  <a:cubicBezTo>
                    <a:pt x="127" y="158"/>
                    <a:pt x="126" y="156"/>
                    <a:pt x="126" y="156"/>
                  </a:cubicBezTo>
                  <a:cubicBezTo>
                    <a:pt x="127" y="155"/>
                    <a:pt x="128" y="156"/>
                    <a:pt x="128" y="155"/>
                  </a:cubicBezTo>
                  <a:cubicBezTo>
                    <a:pt x="130" y="154"/>
                    <a:pt x="131" y="150"/>
                    <a:pt x="132" y="148"/>
                  </a:cubicBezTo>
                  <a:cubicBezTo>
                    <a:pt x="134" y="147"/>
                    <a:pt x="137" y="144"/>
                    <a:pt x="139" y="143"/>
                  </a:cubicBezTo>
                  <a:cubicBezTo>
                    <a:pt x="140" y="143"/>
                    <a:pt x="142" y="142"/>
                    <a:pt x="143" y="143"/>
                  </a:cubicBezTo>
                  <a:cubicBezTo>
                    <a:pt x="143" y="143"/>
                    <a:pt x="143" y="144"/>
                    <a:pt x="143" y="145"/>
                  </a:cubicBezTo>
                  <a:cubicBezTo>
                    <a:pt x="143" y="146"/>
                    <a:pt x="140" y="147"/>
                    <a:pt x="140" y="148"/>
                  </a:cubicBezTo>
                  <a:cubicBezTo>
                    <a:pt x="139" y="149"/>
                    <a:pt x="138" y="153"/>
                    <a:pt x="138" y="154"/>
                  </a:cubicBezTo>
                  <a:cubicBezTo>
                    <a:pt x="138" y="155"/>
                    <a:pt x="140" y="156"/>
                    <a:pt x="141" y="156"/>
                  </a:cubicBezTo>
                  <a:cubicBezTo>
                    <a:pt x="142" y="156"/>
                    <a:pt x="144" y="154"/>
                    <a:pt x="145" y="155"/>
                  </a:cubicBezTo>
                  <a:cubicBezTo>
                    <a:pt x="146" y="155"/>
                    <a:pt x="147" y="157"/>
                    <a:pt x="147" y="158"/>
                  </a:cubicBezTo>
                  <a:cubicBezTo>
                    <a:pt x="147" y="159"/>
                    <a:pt x="146" y="162"/>
                    <a:pt x="145" y="163"/>
                  </a:cubicBezTo>
                  <a:cubicBezTo>
                    <a:pt x="144" y="164"/>
                    <a:pt x="142" y="163"/>
                    <a:pt x="141" y="163"/>
                  </a:cubicBezTo>
                  <a:cubicBezTo>
                    <a:pt x="139" y="164"/>
                    <a:pt x="138" y="167"/>
                    <a:pt x="136" y="167"/>
                  </a:cubicBezTo>
                  <a:cubicBezTo>
                    <a:pt x="135" y="167"/>
                    <a:pt x="133" y="165"/>
                    <a:pt x="132" y="165"/>
                  </a:cubicBezTo>
                  <a:cubicBezTo>
                    <a:pt x="129" y="164"/>
                    <a:pt x="123" y="168"/>
                    <a:pt x="120" y="169"/>
                  </a:cubicBezTo>
                  <a:cubicBezTo>
                    <a:pt x="118" y="169"/>
                    <a:pt x="115" y="169"/>
                    <a:pt x="113" y="170"/>
                  </a:cubicBezTo>
                  <a:cubicBezTo>
                    <a:pt x="112" y="170"/>
                    <a:pt x="109" y="171"/>
                    <a:pt x="108" y="172"/>
                  </a:cubicBezTo>
                  <a:cubicBezTo>
                    <a:pt x="108" y="173"/>
                    <a:pt x="108" y="176"/>
                    <a:pt x="108" y="177"/>
                  </a:cubicBezTo>
                  <a:cubicBezTo>
                    <a:pt x="109" y="178"/>
                    <a:pt x="111" y="180"/>
                    <a:pt x="110" y="182"/>
                  </a:cubicBezTo>
                  <a:cubicBezTo>
                    <a:pt x="110" y="183"/>
                    <a:pt x="107" y="186"/>
                    <a:pt x="106" y="187"/>
                  </a:cubicBezTo>
                  <a:cubicBezTo>
                    <a:pt x="104" y="188"/>
                    <a:pt x="99" y="189"/>
                    <a:pt x="98" y="191"/>
                  </a:cubicBezTo>
                  <a:cubicBezTo>
                    <a:pt x="97" y="194"/>
                    <a:pt x="98" y="200"/>
                    <a:pt x="99" y="202"/>
                  </a:cubicBezTo>
                  <a:cubicBezTo>
                    <a:pt x="100" y="204"/>
                    <a:pt x="102" y="206"/>
                    <a:pt x="103" y="206"/>
                  </a:cubicBezTo>
                  <a:cubicBezTo>
                    <a:pt x="106" y="206"/>
                    <a:pt x="110" y="201"/>
                    <a:pt x="113" y="200"/>
                  </a:cubicBezTo>
                  <a:cubicBezTo>
                    <a:pt x="114" y="198"/>
                    <a:pt x="116" y="195"/>
                    <a:pt x="118" y="195"/>
                  </a:cubicBezTo>
                  <a:cubicBezTo>
                    <a:pt x="120" y="195"/>
                    <a:pt x="122" y="196"/>
                    <a:pt x="122" y="198"/>
                  </a:cubicBezTo>
                  <a:cubicBezTo>
                    <a:pt x="123" y="199"/>
                    <a:pt x="120" y="203"/>
                    <a:pt x="121" y="205"/>
                  </a:cubicBezTo>
                  <a:cubicBezTo>
                    <a:pt x="122" y="205"/>
                    <a:pt x="123" y="204"/>
                    <a:pt x="123" y="205"/>
                  </a:cubicBezTo>
                  <a:cubicBezTo>
                    <a:pt x="124" y="205"/>
                    <a:pt x="125" y="209"/>
                    <a:pt x="126" y="210"/>
                  </a:cubicBezTo>
                  <a:cubicBezTo>
                    <a:pt x="127" y="210"/>
                    <a:pt x="131" y="210"/>
                    <a:pt x="132" y="211"/>
                  </a:cubicBezTo>
                  <a:cubicBezTo>
                    <a:pt x="132" y="211"/>
                    <a:pt x="132" y="211"/>
                    <a:pt x="132" y="212"/>
                  </a:cubicBezTo>
                  <a:cubicBezTo>
                    <a:pt x="132" y="212"/>
                    <a:pt x="132" y="212"/>
                    <a:pt x="132" y="212"/>
                  </a:cubicBezTo>
                  <a:cubicBezTo>
                    <a:pt x="134" y="214"/>
                    <a:pt x="134" y="220"/>
                    <a:pt x="135" y="222"/>
                  </a:cubicBezTo>
                  <a:cubicBezTo>
                    <a:pt x="136" y="224"/>
                    <a:pt x="140" y="226"/>
                    <a:pt x="143" y="227"/>
                  </a:cubicBezTo>
                  <a:cubicBezTo>
                    <a:pt x="143" y="228"/>
                    <a:pt x="145" y="228"/>
                    <a:pt x="145" y="228"/>
                  </a:cubicBezTo>
                  <a:cubicBezTo>
                    <a:pt x="148" y="227"/>
                    <a:pt x="151" y="220"/>
                    <a:pt x="153" y="219"/>
                  </a:cubicBezTo>
                  <a:cubicBezTo>
                    <a:pt x="155" y="218"/>
                    <a:pt x="159" y="218"/>
                    <a:pt x="161" y="217"/>
                  </a:cubicBezTo>
                  <a:cubicBezTo>
                    <a:pt x="163" y="215"/>
                    <a:pt x="168" y="210"/>
                    <a:pt x="170" y="207"/>
                  </a:cubicBezTo>
                  <a:cubicBezTo>
                    <a:pt x="172" y="203"/>
                    <a:pt x="173" y="194"/>
                    <a:pt x="176" y="191"/>
                  </a:cubicBezTo>
                  <a:cubicBezTo>
                    <a:pt x="178" y="188"/>
                    <a:pt x="186" y="186"/>
                    <a:pt x="188" y="184"/>
                  </a:cubicBezTo>
                  <a:cubicBezTo>
                    <a:pt x="190" y="182"/>
                    <a:pt x="192" y="177"/>
                    <a:pt x="194" y="175"/>
                  </a:cubicBezTo>
                  <a:cubicBezTo>
                    <a:pt x="195" y="173"/>
                    <a:pt x="198" y="169"/>
                    <a:pt x="200" y="170"/>
                  </a:cubicBezTo>
                  <a:cubicBezTo>
                    <a:pt x="201" y="170"/>
                    <a:pt x="202" y="173"/>
                    <a:pt x="202" y="174"/>
                  </a:cubicBezTo>
                  <a:cubicBezTo>
                    <a:pt x="202" y="176"/>
                    <a:pt x="198" y="178"/>
                    <a:pt x="198" y="180"/>
                  </a:cubicBezTo>
                  <a:cubicBezTo>
                    <a:pt x="198" y="182"/>
                    <a:pt x="202" y="183"/>
                    <a:pt x="203" y="185"/>
                  </a:cubicBezTo>
                  <a:cubicBezTo>
                    <a:pt x="203" y="186"/>
                    <a:pt x="203" y="189"/>
                    <a:pt x="202" y="190"/>
                  </a:cubicBezTo>
                  <a:cubicBezTo>
                    <a:pt x="202" y="191"/>
                    <a:pt x="200" y="192"/>
                    <a:pt x="199" y="192"/>
                  </a:cubicBezTo>
                  <a:cubicBezTo>
                    <a:pt x="199" y="193"/>
                    <a:pt x="198" y="193"/>
                    <a:pt x="198" y="194"/>
                  </a:cubicBezTo>
                  <a:cubicBezTo>
                    <a:pt x="198" y="195"/>
                    <a:pt x="201" y="195"/>
                    <a:pt x="201" y="196"/>
                  </a:cubicBezTo>
                  <a:cubicBezTo>
                    <a:pt x="202" y="197"/>
                    <a:pt x="199" y="201"/>
                    <a:pt x="198" y="201"/>
                  </a:cubicBezTo>
                  <a:cubicBezTo>
                    <a:pt x="197" y="201"/>
                    <a:pt x="196" y="199"/>
                    <a:pt x="195" y="198"/>
                  </a:cubicBezTo>
                  <a:cubicBezTo>
                    <a:pt x="193" y="197"/>
                    <a:pt x="190" y="195"/>
                    <a:pt x="188" y="196"/>
                  </a:cubicBezTo>
                  <a:cubicBezTo>
                    <a:pt x="187" y="196"/>
                    <a:pt x="186" y="199"/>
                    <a:pt x="187" y="200"/>
                  </a:cubicBezTo>
                  <a:cubicBezTo>
                    <a:pt x="188" y="202"/>
                    <a:pt x="193" y="205"/>
                    <a:pt x="195" y="205"/>
                  </a:cubicBezTo>
                  <a:cubicBezTo>
                    <a:pt x="198" y="206"/>
                    <a:pt x="202" y="204"/>
                    <a:pt x="204" y="203"/>
                  </a:cubicBezTo>
                  <a:cubicBezTo>
                    <a:pt x="206" y="203"/>
                    <a:pt x="210" y="203"/>
                    <a:pt x="212" y="202"/>
                  </a:cubicBezTo>
                  <a:cubicBezTo>
                    <a:pt x="213" y="202"/>
                    <a:pt x="215" y="200"/>
                    <a:pt x="216" y="199"/>
                  </a:cubicBezTo>
                  <a:cubicBezTo>
                    <a:pt x="216" y="197"/>
                    <a:pt x="212" y="195"/>
                    <a:pt x="212" y="193"/>
                  </a:cubicBezTo>
                  <a:cubicBezTo>
                    <a:pt x="211" y="190"/>
                    <a:pt x="213" y="184"/>
                    <a:pt x="215" y="181"/>
                  </a:cubicBezTo>
                  <a:cubicBezTo>
                    <a:pt x="215" y="180"/>
                    <a:pt x="217" y="178"/>
                    <a:pt x="218" y="177"/>
                  </a:cubicBezTo>
                  <a:cubicBezTo>
                    <a:pt x="222" y="175"/>
                    <a:pt x="231" y="174"/>
                    <a:pt x="234" y="176"/>
                  </a:cubicBezTo>
                  <a:cubicBezTo>
                    <a:pt x="234" y="176"/>
                    <a:pt x="235" y="177"/>
                    <a:pt x="235" y="178"/>
                  </a:cubicBezTo>
                  <a:cubicBezTo>
                    <a:pt x="234" y="180"/>
                    <a:pt x="232" y="182"/>
                    <a:pt x="230" y="183"/>
                  </a:cubicBezTo>
                  <a:cubicBezTo>
                    <a:pt x="228" y="184"/>
                    <a:pt x="223" y="183"/>
                    <a:pt x="222" y="184"/>
                  </a:cubicBezTo>
                  <a:cubicBezTo>
                    <a:pt x="220" y="184"/>
                    <a:pt x="219" y="187"/>
                    <a:pt x="218" y="188"/>
                  </a:cubicBezTo>
                  <a:cubicBezTo>
                    <a:pt x="218" y="190"/>
                    <a:pt x="218" y="193"/>
                    <a:pt x="219" y="195"/>
                  </a:cubicBezTo>
                  <a:cubicBezTo>
                    <a:pt x="219" y="195"/>
                    <a:pt x="222" y="196"/>
                    <a:pt x="222" y="196"/>
                  </a:cubicBezTo>
                  <a:cubicBezTo>
                    <a:pt x="224" y="198"/>
                    <a:pt x="225" y="202"/>
                    <a:pt x="226" y="203"/>
                  </a:cubicBezTo>
                  <a:cubicBezTo>
                    <a:pt x="227" y="204"/>
                    <a:pt x="230" y="206"/>
                    <a:pt x="231" y="207"/>
                  </a:cubicBezTo>
                  <a:cubicBezTo>
                    <a:pt x="232" y="210"/>
                    <a:pt x="227" y="217"/>
                    <a:pt x="227" y="220"/>
                  </a:cubicBezTo>
                  <a:cubicBezTo>
                    <a:pt x="227" y="223"/>
                    <a:pt x="231" y="228"/>
                    <a:pt x="229" y="230"/>
                  </a:cubicBezTo>
                  <a:cubicBezTo>
                    <a:pt x="229" y="231"/>
                    <a:pt x="226" y="231"/>
                    <a:pt x="225" y="230"/>
                  </a:cubicBezTo>
                  <a:cubicBezTo>
                    <a:pt x="220" y="227"/>
                    <a:pt x="226" y="209"/>
                    <a:pt x="220" y="205"/>
                  </a:cubicBezTo>
                  <a:cubicBezTo>
                    <a:pt x="220" y="205"/>
                    <a:pt x="219" y="205"/>
                    <a:pt x="218" y="206"/>
                  </a:cubicBezTo>
                  <a:cubicBezTo>
                    <a:pt x="217" y="207"/>
                    <a:pt x="217" y="210"/>
                    <a:pt x="216" y="211"/>
                  </a:cubicBezTo>
                  <a:cubicBezTo>
                    <a:pt x="214" y="213"/>
                    <a:pt x="210" y="213"/>
                    <a:pt x="208" y="213"/>
                  </a:cubicBezTo>
                  <a:cubicBezTo>
                    <a:pt x="207" y="213"/>
                    <a:pt x="204" y="212"/>
                    <a:pt x="203" y="213"/>
                  </a:cubicBezTo>
                  <a:cubicBezTo>
                    <a:pt x="202" y="213"/>
                    <a:pt x="199" y="213"/>
                    <a:pt x="199" y="214"/>
                  </a:cubicBezTo>
                  <a:cubicBezTo>
                    <a:pt x="197" y="218"/>
                    <a:pt x="200" y="225"/>
                    <a:pt x="201" y="229"/>
                  </a:cubicBezTo>
                  <a:cubicBezTo>
                    <a:pt x="201" y="231"/>
                    <a:pt x="204" y="234"/>
                    <a:pt x="205" y="236"/>
                  </a:cubicBezTo>
                  <a:cubicBezTo>
                    <a:pt x="205" y="238"/>
                    <a:pt x="204" y="243"/>
                    <a:pt x="203" y="245"/>
                  </a:cubicBezTo>
                  <a:cubicBezTo>
                    <a:pt x="202" y="247"/>
                    <a:pt x="198" y="250"/>
                    <a:pt x="196" y="252"/>
                  </a:cubicBezTo>
                  <a:cubicBezTo>
                    <a:pt x="195" y="253"/>
                    <a:pt x="193" y="257"/>
                    <a:pt x="193" y="259"/>
                  </a:cubicBezTo>
                  <a:cubicBezTo>
                    <a:pt x="192" y="262"/>
                    <a:pt x="193" y="269"/>
                    <a:pt x="194" y="272"/>
                  </a:cubicBezTo>
                  <a:cubicBezTo>
                    <a:pt x="195" y="274"/>
                    <a:pt x="196" y="278"/>
                    <a:pt x="197" y="278"/>
                  </a:cubicBezTo>
                  <a:cubicBezTo>
                    <a:pt x="199" y="279"/>
                    <a:pt x="201" y="278"/>
                    <a:pt x="203" y="278"/>
                  </a:cubicBezTo>
                  <a:cubicBezTo>
                    <a:pt x="203" y="278"/>
                    <a:pt x="204" y="278"/>
                    <a:pt x="204" y="278"/>
                  </a:cubicBezTo>
                  <a:cubicBezTo>
                    <a:pt x="206" y="277"/>
                    <a:pt x="207" y="274"/>
                    <a:pt x="207" y="272"/>
                  </a:cubicBezTo>
                  <a:cubicBezTo>
                    <a:pt x="208" y="270"/>
                    <a:pt x="209" y="265"/>
                    <a:pt x="209" y="262"/>
                  </a:cubicBezTo>
                  <a:cubicBezTo>
                    <a:pt x="209" y="261"/>
                    <a:pt x="208" y="259"/>
                    <a:pt x="208" y="258"/>
                  </a:cubicBezTo>
                  <a:cubicBezTo>
                    <a:pt x="208" y="257"/>
                    <a:pt x="210" y="255"/>
                    <a:pt x="212" y="254"/>
                  </a:cubicBezTo>
                  <a:cubicBezTo>
                    <a:pt x="213" y="253"/>
                    <a:pt x="217" y="254"/>
                    <a:pt x="219" y="254"/>
                  </a:cubicBezTo>
                  <a:cubicBezTo>
                    <a:pt x="221" y="253"/>
                    <a:pt x="223" y="248"/>
                    <a:pt x="223" y="246"/>
                  </a:cubicBezTo>
                  <a:cubicBezTo>
                    <a:pt x="224" y="245"/>
                    <a:pt x="221" y="243"/>
                    <a:pt x="222" y="242"/>
                  </a:cubicBezTo>
                  <a:cubicBezTo>
                    <a:pt x="223" y="242"/>
                    <a:pt x="226" y="244"/>
                    <a:pt x="227" y="245"/>
                  </a:cubicBezTo>
                  <a:cubicBezTo>
                    <a:pt x="228" y="246"/>
                    <a:pt x="228" y="247"/>
                    <a:pt x="228" y="248"/>
                  </a:cubicBezTo>
                  <a:cubicBezTo>
                    <a:pt x="228" y="250"/>
                    <a:pt x="225" y="253"/>
                    <a:pt x="224" y="255"/>
                  </a:cubicBezTo>
                  <a:cubicBezTo>
                    <a:pt x="223" y="257"/>
                    <a:pt x="221" y="260"/>
                    <a:pt x="221" y="261"/>
                  </a:cubicBezTo>
                  <a:cubicBezTo>
                    <a:pt x="220" y="263"/>
                    <a:pt x="220" y="267"/>
                    <a:pt x="221" y="268"/>
                  </a:cubicBezTo>
                  <a:cubicBezTo>
                    <a:pt x="222" y="270"/>
                    <a:pt x="226" y="272"/>
                    <a:pt x="227" y="274"/>
                  </a:cubicBezTo>
                  <a:cubicBezTo>
                    <a:pt x="228" y="276"/>
                    <a:pt x="230" y="281"/>
                    <a:pt x="231" y="282"/>
                  </a:cubicBezTo>
                  <a:cubicBezTo>
                    <a:pt x="232" y="284"/>
                    <a:pt x="236" y="286"/>
                    <a:pt x="238" y="287"/>
                  </a:cubicBezTo>
                  <a:cubicBezTo>
                    <a:pt x="242" y="288"/>
                    <a:pt x="250" y="288"/>
                    <a:pt x="253" y="287"/>
                  </a:cubicBezTo>
                  <a:cubicBezTo>
                    <a:pt x="257" y="287"/>
                    <a:pt x="265" y="286"/>
                    <a:pt x="269" y="286"/>
                  </a:cubicBezTo>
                  <a:cubicBezTo>
                    <a:pt x="276" y="286"/>
                    <a:pt x="290" y="284"/>
                    <a:pt x="297" y="286"/>
                  </a:cubicBezTo>
                  <a:cubicBezTo>
                    <a:pt x="299" y="286"/>
                    <a:pt x="302" y="289"/>
                    <a:pt x="304" y="290"/>
                  </a:cubicBezTo>
                  <a:cubicBezTo>
                    <a:pt x="308" y="291"/>
                    <a:pt x="316" y="292"/>
                    <a:pt x="320" y="292"/>
                  </a:cubicBezTo>
                  <a:cubicBezTo>
                    <a:pt x="323" y="292"/>
                    <a:pt x="327" y="290"/>
                    <a:pt x="330" y="290"/>
                  </a:cubicBezTo>
                  <a:cubicBezTo>
                    <a:pt x="333" y="290"/>
                    <a:pt x="337" y="293"/>
                    <a:pt x="340" y="294"/>
                  </a:cubicBezTo>
                  <a:cubicBezTo>
                    <a:pt x="343" y="295"/>
                    <a:pt x="350" y="298"/>
                    <a:pt x="353" y="297"/>
                  </a:cubicBezTo>
                  <a:cubicBezTo>
                    <a:pt x="355" y="296"/>
                    <a:pt x="357" y="293"/>
                    <a:pt x="358" y="292"/>
                  </a:cubicBezTo>
                  <a:cubicBezTo>
                    <a:pt x="360" y="291"/>
                    <a:pt x="365" y="290"/>
                    <a:pt x="368" y="290"/>
                  </a:cubicBezTo>
                  <a:cubicBezTo>
                    <a:pt x="369" y="291"/>
                    <a:pt x="372" y="295"/>
                    <a:pt x="373" y="296"/>
                  </a:cubicBezTo>
                  <a:cubicBezTo>
                    <a:pt x="374" y="296"/>
                    <a:pt x="376" y="298"/>
                    <a:pt x="377" y="298"/>
                  </a:cubicBezTo>
                  <a:cubicBezTo>
                    <a:pt x="380" y="299"/>
                    <a:pt x="388" y="298"/>
                    <a:pt x="392" y="298"/>
                  </a:cubicBezTo>
                  <a:cubicBezTo>
                    <a:pt x="396" y="297"/>
                    <a:pt x="403" y="293"/>
                    <a:pt x="407" y="292"/>
                  </a:cubicBezTo>
                  <a:cubicBezTo>
                    <a:pt x="412" y="292"/>
                    <a:pt x="424" y="294"/>
                    <a:pt x="430" y="293"/>
                  </a:cubicBezTo>
                  <a:cubicBezTo>
                    <a:pt x="432" y="293"/>
                    <a:pt x="436" y="289"/>
                    <a:pt x="439" y="289"/>
                  </a:cubicBezTo>
                  <a:cubicBezTo>
                    <a:pt x="440" y="290"/>
                    <a:pt x="442" y="292"/>
                    <a:pt x="442" y="293"/>
                  </a:cubicBezTo>
                  <a:cubicBezTo>
                    <a:pt x="442" y="294"/>
                    <a:pt x="440" y="296"/>
                    <a:pt x="439" y="297"/>
                  </a:cubicBezTo>
                  <a:cubicBezTo>
                    <a:pt x="437" y="298"/>
                    <a:pt x="430" y="297"/>
                    <a:pt x="427" y="298"/>
                  </a:cubicBezTo>
                  <a:cubicBezTo>
                    <a:pt x="426" y="298"/>
                    <a:pt x="423" y="300"/>
                    <a:pt x="422" y="301"/>
                  </a:cubicBezTo>
                  <a:cubicBezTo>
                    <a:pt x="420" y="302"/>
                    <a:pt x="414" y="304"/>
                    <a:pt x="414" y="307"/>
                  </a:cubicBezTo>
                  <a:cubicBezTo>
                    <a:pt x="414" y="308"/>
                    <a:pt x="416" y="310"/>
                    <a:pt x="417" y="310"/>
                  </a:cubicBezTo>
                  <a:cubicBezTo>
                    <a:pt x="419" y="311"/>
                    <a:pt x="422" y="307"/>
                    <a:pt x="424" y="307"/>
                  </a:cubicBezTo>
                  <a:cubicBezTo>
                    <a:pt x="426" y="307"/>
                    <a:pt x="432" y="307"/>
                    <a:pt x="433" y="309"/>
                  </a:cubicBezTo>
                  <a:cubicBezTo>
                    <a:pt x="433" y="310"/>
                    <a:pt x="430" y="314"/>
                    <a:pt x="429" y="314"/>
                  </a:cubicBezTo>
                  <a:cubicBezTo>
                    <a:pt x="425" y="317"/>
                    <a:pt x="416" y="315"/>
                    <a:pt x="413" y="317"/>
                  </a:cubicBezTo>
                  <a:cubicBezTo>
                    <a:pt x="411" y="318"/>
                    <a:pt x="409" y="320"/>
                    <a:pt x="409" y="321"/>
                  </a:cubicBezTo>
                  <a:cubicBezTo>
                    <a:pt x="409" y="322"/>
                    <a:pt x="411" y="324"/>
                    <a:pt x="412" y="324"/>
                  </a:cubicBezTo>
                  <a:cubicBezTo>
                    <a:pt x="414" y="325"/>
                    <a:pt x="420" y="323"/>
                    <a:pt x="422" y="323"/>
                  </a:cubicBezTo>
                  <a:cubicBezTo>
                    <a:pt x="423" y="323"/>
                    <a:pt x="426" y="323"/>
                    <a:pt x="426" y="324"/>
                  </a:cubicBezTo>
                  <a:cubicBezTo>
                    <a:pt x="426" y="326"/>
                    <a:pt x="419" y="325"/>
                    <a:pt x="418" y="327"/>
                  </a:cubicBezTo>
                  <a:cubicBezTo>
                    <a:pt x="417" y="328"/>
                    <a:pt x="419" y="332"/>
                    <a:pt x="417" y="333"/>
                  </a:cubicBezTo>
                  <a:cubicBezTo>
                    <a:pt x="416" y="334"/>
                    <a:pt x="414" y="330"/>
                    <a:pt x="413" y="330"/>
                  </a:cubicBezTo>
                  <a:cubicBezTo>
                    <a:pt x="412" y="331"/>
                    <a:pt x="412" y="334"/>
                    <a:pt x="413" y="335"/>
                  </a:cubicBezTo>
                  <a:cubicBezTo>
                    <a:pt x="414" y="336"/>
                    <a:pt x="418" y="339"/>
                    <a:pt x="420" y="339"/>
                  </a:cubicBezTo>
                  <a:cubicBezTo>
                    <a:pt x="421" y="338"/>
                    <a:pt x="421" y="336"/>
                    <a:pt x="421" y="335"/>
                  </a:cubicBezTo>
                  <a:cubicBezTo>
                    <a:pt x="422" y="334"/>
                    <a:pt x="422" y="332"/>
                    <a:pt x="423" y="332"/>
                  </a:cubicBezTo>
                  <a:cubicBezTo>
                    <a:pt x="425" y="331"/>
                    <a:pt x="430" y="334"/>
                    <a:pt x="433" y="334"/>
                  </a:cubicBezTo>
                  <a:cubicBezTo>
                    <a:pt x="436" y="333"/>
                    <a:pt x="444" y="332"/>
                    <a:pt x="448" y="331"/>
                  </a:cubicBezTo>
                  <a:cubicBezTo>
                    <a:pt x="449" y="330"/>
                    <a:pt x="451" y="325"/>
                    <a:pt x="453" y="326"/>
                  </a:cubicBezTo>
                  <a:cubicBezTo>
                    <a:pt x="454" y="327"/>
                    <a:pt x="451" y="331"/>
                    <a:pt x="452" y="332"/>
                  </a:cubicBezTo>
                  <a:cubicBezTo>
                    <a:pt x="452" y="333"/>
                    <a:pt x="454" y="334"/>
                    <a:pt x="454" y="335"/>
                  </a:cubicBezTo>
                  <a:cubicBezTo>
                    <a:pt x="452" y="340"/>
                    <a:pt x="439" y="334"/>
                    <a:pt x="434" y="337"/>
                  </a:cubicBezTo>
                  <a:cubicBezTo>
                    <a:pt x="432" y="338"/>
                    <a:pt x="427" y="341"/>
                    <a:pt x="428" y="343"/>
                  </a:cubicBezTo>
                  <a:cubicBezTo>
                    <a:pt x="429" y="344"/>
                    <a:pt x="433" y="342"/>
                    <a:pt x="433" y="343"/>
                  </a:cubicBezTo>
                  <a:cubicBezTo>
                    <a:pt x="433" y="344"/>
                    <a:pt x="429" y="345"/>
                    <a:pt x="429" y="346"/>
                  </a:cubicBezTo>
                  <a:cubicBezTo>
                    <a:pt x="428" y="348"/>
                    <a:pt x="428" y="351"/>
                    <a:pt x="428" y="352"/>
                  </a:cubicBezTo>
                  <a:cubicBezTo>
                    <a:pt x="428" y="357"/>
                    <a:pt x="429" y="366"/>
                    <a:pt x="433" y="368"/>
                  </a:cubicBezTo>
                  <a:cubicBezTo>
                    <a:pt x="433" y="369"/>
                    <a:pt x="436" y="368"/>
                    <a:pt x="436" y="369"/>
                  </a:cubicBezTo>
                  <a:cubicBezTo>
                    <a:pt x="436" y="369"/>
                    <a:pt x="436" y="371"/>
                    <a:pt x="435" y="371"/>
                  </a:cubicBezTo>
                  <a:cubicBezTo>
                    <a:pt x="433" y="373"/>
                    <a:pt x="427" y="370"/>
                    <a:pt x="425" y="368"/>
                  </a:cubicBezTo>
                  <a:cubicBezTo>
                    <a:pt x="423" y="366"/>
                    <a:pt x="421" y="360"/>
                    <a:pt x="418" y="359"/>
                  </a:cubicBezTo>
                  <a:cubicBezTo>
                    <a:pt x="418" y="359"/>
                    <a:pt x="417" y="360"/>
                    <a:pt x="417" y="359"/>
                  </a:cubicBezTo>
                  <a:cubicBezTo>
                    <a:pt x="415" y="358"/>
                    <a:pt x="415" y="353"/>
                    <a:pt x="415" y="351"/>
                  </a:cubicBezTo>
                  <a:cubicBezTo>
                    <a:pt x="416" y="350"/>
                    <a:pt x="419" y="349"/>
                    <a:pt x="419" y="347"/>
                  </a:cubicBezTo>
                  <a:cubicBezTo>
                    <a:pt x="419" y="346"/>
                    <a:pt x="418" y="344"/>
                    <a:pt x="417" y="344"/>
                  </a:cubicBezTo>
                  <a:cubicBezTo>
                    <a:pt x="416" y="343"/>
                    <a:pt x="411" y="345"/>
                    <a:pt x="409" y="345"/>
                  </a:cubicBezTo>
                  <a:cubicBezTo>
                    <a:pt x="408" y="346"/>
                    <a:pt x="405" y="348"/>
                    <a:pt x="404" y="348"/>
                  </a:cubicBezTo>
                  <a:cubicBezTo>
                    <a:pt x="399" y="348"/>
                    <a:pt x="390" y="343"/>
                    <a:pt x="385" y="343"/>
                  </a:cubicBezTo>
                  <a:cubicBezTo>
                    <a:pt x="384" y="343"/>
                    <a:pt x="379" y="343"/>
                    <a:pt x="379" y="345"/>
                  </a:cubicBezTo>
                  <a:cubicBezTo>
                    <a:pt x="378" y="346"/>
                    <a:pt x="380" y="349"/>
                    <a:pt x="381" y="350"/>
                  </a:cubicBezTo>
                  <a:cubicBezTo>
                    <a:pt x="382" y="351"/>
                    <a:pt x="385" y="350"/>
                    <a:pt x="386" y="351"/>
                  </a:cubicBezTo>
                  <a:cubicBezTo>
                    <a:pt x="388" y="352"/>
                    <a:pt x="393" y="356"/>
                    <a:pt x="396" y="357"/>
                  </a:cubicBezTo>
                  <a:cubicBezTo>
                    <a:pt x="398" y="357"/>
                    <a:pt x="400" y="355"/>
                    <a:pt x="402" y="356"/>
                  </a:cubicBezTo>
                  <a:cubicBezTo>
                    <a:pt x="403" y="356"/>
                    <a:pt x="405" y="359"/>
                    <a:pt x="405" y="360"/>
                  </a:cubicBezTo>
                  <a:cubicBezTo>
                    <a:pt x="405" y="362"/>
                    <a:pt x="404" y="364"/>
                    <a:pt x="403" y="365"/>
                  </a:cubicBezTo>
                  <a:cubicBezTo>
                    <a:pt x="401" y="365"/>
                    <a:pt x="398" y="365"/>
                    <a:pt x="397" y="366"/>
                  </a:cubicBezTo>
                  <a:cubicBezTo>
                    <a:pt x="396" y="366"/>
                    <a:pt x="395" y="368"/>
                    <a:pt x="395" y="368"/>
                  </a:cubicBezTo>
                  <a:cubicBezTo>
                    <a:pt x="395" y="368"/>
                    <a:pt x="387" y="378"/>
                    <a:pt x="387" y="382"/>
                  </a:cubicBezTo>
                  <a:cubicBezTo>
                    <a:pt x="386" y="384"/>
                    <a:pt x="388" y="390"/>
                    <a:pt x="390" y="392"/>
                  </a:cubicBezTo>
                  <a:cubicBezTo>
                    <a:pt x="391" y="394"/>
                    <a:pt x="396" y="398"/>
                    <a:pt x="398" y="399"/>
                  </a:cubicBezTo>
                  <a:cubicBezTo>
                    <a:pt x="401" y="399"/>
                    <a:pt x="406" y="398"/>
                    <a:pt x="408" y="400"/>
                  </a:cubicBezTo>
                  <a:cubicBezTo>
                    <a:pt x="410" y="402"/>
                    <a:pt x="409" y="411"/>
                    <a:pt x="412" y="412"/>
                  </a:cubicBezTo>
                  <a:cubicBezTo>
                    <a:pt x="414" y="413"/>
                    <a:pt x="417" y="411"/>
                    <a:pt x="419" y="411"/>
                  </a:cubicBezTo>
                  <a:cubicBezTo>
                    <a:pt x="421" y="412"/>
                    <a:pt x="423" y="415"/>
                    <a:pt x="424" y="417"/>
                  </a:cubicBezTo>
                  <a:cubicBezTo>
                    <a:pt x="424" y="418"/>
                    <a:pt x="427" y="420"/>
                    <a:pt x="426" y="421"/>
                  </a:cubicBezTo>
                  <a:cubicBezTo>
                    <a:pt x="426" y="422"/>
                    <a:pt x="423" y="421"/>
                    <a:pt x="422" y="422"/>
                  </a:cubicBezTo>
                  <a:cubicBezTo>
                    <a:pt x="420" y="423"/>
                    <a:pt x="417" y="426"/>
                    <a:pt x="417" y="428"/>
                  </a:cubicBezTo>
                  <a:cubicBezTo>
                    <a:pt x="416" y="433"/>
                    <a:pt x="424" y="441"/>
                    <a:pt x="422" y="445"/>
                  </a:cubicBezTo>
                  <a:cubicBezTo>
                    <a:pt x="421" y="447"/>
                    <a:pt x="417" y="446"/>
                    <a:pt x="416" y="447"/>
                  </a:cubicBezTo>
                  <a:cubicBezTo>
                    <a:pt x="413" y="452"/>
                    <a:pt x="414" y="465"/>
                    <a:pt x="418" y="469"/>
                  </a:cubicBezTo>
                  <a:cubicBezTo>
                    <a:pt x="419" y="470"/>
                    <a:pt x="424" y="468"/>
                    <a:pt x="426" y="469"/>
                  </a:cubicBezTo>
                  <a:cubicBezTo>
                    <a:pt x="427" y="471"/>
                    <a:pt x="424" y="475"/>
                    <a:pt x="425" y="476"/>
                  </a:cubicBezTo>
                  <a:cubicBezTo>
                    <a:pt x="426" y="477"/>
                    <a:pt x="430" y="478"/>
                    <a:pt x="431" y="477"/>
                  </a:cubicBezTo>
                  <a:cubicBezTo>
                    <a:pt x="432" y="476"/>
                    <a:pt x="431" y="474"/>
                    <a:pt x="431" y="474"/>
                  </a:cubicBezTo>
                  <a:cubicBezTo>
                    <a:pt x="432" y="472"/>
                    <a:pt x="435" y="470"/>
                    <a:pt x="436" y="470"/>
                  </a:cubicBezTo>
                  <a:cubicBezTo>
                    <a:pt x="439" y="471"/>
                    <a:pt x="441" y="479"/>
                    <a:pt x="444" y="480"/>
                  </a:cubicBezTo>
                  <a:cubicBezTo>
                    <a:pt x="445" y="480"/>
                    <a:pt x="447" y="477"/>
                    <a:pt x="448" y="477"/>
                  </a:cubicBezTo>
                  <a:cubicBezTo>
                    <a:pt x="451" y="477"/>
                    <a:pt x="457" y="483"/>
                    <a:pt x="460" y="481"/>
                  </a:cubicBezTo>
                  <a:cubicBezTo>
                    <a:pt x="462" y="480"/>
                    <a:pt x="458" y="474"/>
                    <a:pt x="459" y="473"/>
                  </a:cubicBezTo>
                  <a:cubicBezTo>
                    <a:pt x="461" y="470"/>
                    <a:pt x="466" y="469"/>
                    <a:pt x="469" y="469"/>
                  </a:cubicBezTo>
                  <a:cubicBezTo>
                    <a:pt x="471" y="469"/>
                    <a:pt x="476" y="471"/>
                    <a:pt x="478" y="470"/>
                  </a:cubicBezTo>
                  <a:cubicBezTo>
                    <a:pt x="481" y="468"/>
                    <a:pt x="480" y="459"/>
                    <a:pt x="483" y="456"/>
                  </a:cubicBezTo>
                  <a:cubicBezTo>
                    <a:pt x="484" y="455"/>
                    <a:pt x="487" y="454"/>
                    <a:pt x="488" y="454"/>
                  </a:cubicBezTo>
                  <a:cubicBezTo>
                    <a:pt x="491" y="454"/>
                    <a:pt x="495" y="456"/>
                    <a:pt x="498" y="456"/>
                  </a:cubicBezTo>
                  <a:cubicBezTo>
                    <a:pt x="502" y="456"/>
                    <a:pt x="511" y="449"/>
                    <a:pt x="515" y="450"/>
                  </a:cubicBezTo>
                  <a:cubicBezTo>
                    <a:pt x="517" y="451"/>
                    <a:pt x="519" y="456"/>
                    <a:pt x="522" y="457"/>
                  </a:cubicBezTo>
                  <a:cubicBezTo>
                    <a:pt x="526" y="459"/>
                    <a:pt x="537" y="455"/>
                    <a:pt x="542" y="456"/>
                  </a:cubicBezTo>
                  <a:cubicBezTo>
                    <a:pt x="543" y="456"/>
                    <a:pt x="545" y="457"/>
                    <a:pt x="545" y="458"/>
                  </a:cubicBezTo>
                  <a:cubicBezTo>
                    <a:pt x="545" y="459"/>
                    <a:pt x="544" y="461"/>
                    <a:pt x="544" y="462"/>
                  </a:cubicBezTo>
                  <a:cubicBezTo>
                    <a:pt x="544" y="463"/>
                    <a:pt x="544" y="465"/>
                    <a:pt x="545" y="465"/>
                  </a:cubicBezTo>
                  <a:cubicBezTo>
                    <a:pt x="546" y="466"/>
                    <a:pt x="548" y="465"/>
                    <a:pt x="549" y="466"/>
                  </a:cubicBezTo>
                  <a:cubicBezTo>
                    <a:pt x="551" y="467"/>
                    <a:pt x="554" y="470"/>
                    <a:pt x="555" y="471"/>
                  </a:cubicBezTo>
                  <a:cubicBezTo>
                    <a:pt x="557" y="476"/>
                    <a:pt x="554" y="489"/>
                    <a:pt x="558" y="493"/>
                  </a:cubicBezTo>
                  <a:cubicBezTo>
                    <a:pt x="559" y="494"/>
                    <a:pt x="562" y="494"/>
                    <a:pt x="564" y="494"/>
                  </a:cubicBezTo>
                  <a:cubicBezTo>
                    <a:pt x="565" y="494"/>
                    <a:pt x="566" y="492"/>
                    <a:pt x="567" y="492"/>
                  </a:cubicBezTo>
                  <a:cubicBezTo>
                    <a:pt x="568" y="492"/>
                    <a:pt x="571" y="493"/>
                    <a:pt x="572" y="494"/>
                  </a:cubicBezTo>
                  <a:cubicBezTo>
                    <a:pt x="574" y="496"/>
                    <a:pt x="572" y="503"/>
                    <a:pt x="574" y="505"/>
                  </a:cubicBezTo>
                  <a:cubicBezTo>
                    <a:pt x="575" y="506"/>
                    <a:pt x="580" y="507"/>
                    <a:pt x="582" y="506"/>
                  </a:cubicBezTo>
                  <a:cubicBezTo>
                    <a:pt x="585" y="506"/>
                    <a:pt x="591" y="497"/>
                    <a:pt x="594" y="498"/>
                  </a:cubicBezTo>
                  <a:cubicBezTo>
                    <a:pt x="597" y="498"/>
                    <a:pt x="597" y="505"/>
                    <a:pt x="599" y="506"/>
                  </a:cubicBezTo>
                  <a:cubicBezTo>
                    <a:pt x="601" y="507"/>
                    <a:pt x="604" y="505"/>
                    <a:pt x="605" y="506"/>
                  </a:cubicBezTo>
                  <a:cubicBezTo>
                    <a:pt x="607" y="507"/>
                    <a:pt x="608" y="513"/>
                    <a:pt x="611" y="513"/>
                  </a:cubicBezTo>
                  <a:cubicBezTo>
                    <a:pt x="615" y="514"/>
                    <a:pt x="621" y="503"/>
                    <a:pt x="625" y="503"/>
                  </a:cubicBezTo>
                  <a:cubicBezTo>
                    <a:pt x="627" y="503"/>
                    <a:pt x="631" y="507"/>
                    <a:pt x="631" y="507"/>
                  </a:cubicBezTo>
                  <a:cubicBezTo>
                    <a:pt x="631" y="507"/>
                    <a:pt x="634" y="500"/>
                    <a:pt x="636" y="498"/>
                  </a:cubicBezTo>
                  <a:cubicBezTo>
                    <a:pt x="638" y="494"/>
                    <a:pt x="647" y="492"/>
                    <a:pt x="649" y="489"/>
                  </a:cubicBezTo>
                  <a:cubicBezTo>
                    <a:pt x="652" y="485"/>
                    <a:pt x="652" y="475"/>
                    <a:pt x="654" y="472"/>
                  </a:cubicBezTo>
                  <a:cubicBezTo>
                    <a:pt x="657" y="467"/>
                    <a:pt x="669" y="462"/>
                    <a:pt x="673" y="457"/>
                  </a:cubicBezTo>
                  <a:cubicBezTo>
                    <a:pt x="677" y="453"/>
                    <a:pt x="681" y="443"/>
                    <a:pt x="684" y="439"/>
                  </a:cubicBezTo>
                  <a:cubicBezTo>
                    <a:pt x="690" y="432"/>
                    <a:pt x="702" y="422"/>
                    <a:pt x="710" y="418"/>
                  </a:cubicBezTo>
                  <a:cubicBezTo>
                    <a:pt x="712" y="417"/>
                    <a:pt x="717" y="417"/>
                    <a:pt x="720" y="416"/>
                  </a:cubicBezTo>
                  <a:cubicBezTo>
                    <a:pt x="724" y="415"/>
                    <a:pt x="736" y="411"/>
                    <a:pt x="736" y="411"/>
                  </a:cubicBezTo>
                  <a:cubicBezTo>
                    <a:pt x="736" y="411"/>
                    <a:pt x="743" y="402"/>
                    <a:pt x="747" y="400"/>
                  </a:cubicBezTo>
                  <a:cubicBezTo>
                    <a:pt x="748" y="399"/>
                    <a:pt x="751" y="399"/>
                    <a:pt x="753" y="400"/>
                  </a:cubicBezTo>
                  <a:cubicBezTo>
                    <a:pt x="757" y="400"/>
                    <a:pt x="762" y="406"/>
                    <a:pt x="766" y="406"/>
                  </a:cubicBezTo>
                  <a:cubicBezTo>
                    <a:pt x="768" y="406"/>
                    <a:pt x="771" y="405"/>
                    <a:pt x="773" y="404"/>
                  </a:cubicBezTo>
                  <a:cubicBezTo>
                    <a:pt x="774" y="404"/>
                    <a:pt x="777" y="401"/>
                    <a:pt x="778" y="399"/>
                  </a:cubicBezTo>
                  <a:cubicBezTo>
                    <a:pt x="779" y="396"/>
                    <a:pt x="779" y="390"/>
                    <a:pt x="778" y="387"/>
                  </a:cubicBezTo>
                  <a:cubicBezTo>
                    <a:pt x="778" y="384"/>
                    <a:pt x="774" y="378"/>
                    <a:pt x="772" y="37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55"/>
            <p:cNvSpPr>
              <a:spLocks/>
            </p:cNvSpPr>
            <p:nvPr/>
          </p:nvSpPr>
          <p:spPr bwMode="auto">
            <a:xfrm>
              <a:off x="4025900" y="3738563"/>
              <a:ext cx="395288" cy="450850"/>
            </a:xfrm>
            <a:custGeom>
              <a:avLst/>
              <a:gdLst/>
              <a:ahLst/>
              <a:cxnLst>
                <a:cxn ang="0">
                  <a:pos x="133" y="19"/>
                </a:cxn>
                <a:cxn ang="0">
                  <a:pos x="123" y="29"/>
                </a:cxn>
                <a:cxn ang="0">
                  <a:pos x="114" y="24"/>
                </a:cxn>
                <a:cxn ang="0">
                  <a:pos x="108" y="28"/>
                </a:cxn>
                <a:cxn ang="0">
                  <a:pos x="98" y="21"/>
                </a:cxn>
                <a:cxn ang="0">
                  <a:pos x="94" y="30"/>
                </a:cxn>
                <a:cxn ang="0">
                  <a:pos x="79" y="12"/>
                </a:cxn>
                <a:cxn ang="0">
                  <a:pos x="67" y="19"/>
                </a:cxn>
                <a:cxn ang="0">
                  <a:pos x="69" y="38"/>
                </a:cxn>
                <a:cxn ang="0">
                  <a:pos x="48" y="55"/>
                </a:cxn>
                <a:cxn ang="0">
                  <a:pos x="28" y="61"/>
                </a:cxn>
                <a:cxn ang="0">
                  <a:pos x="19" y="63"/>
                </a:cxn>
                <a:cxn ang="0">
                  <a:pos x="10" y="77"/>
                </a:cxn>
                <a:cxn ang="0">
                  <a:pos x="8" y="92"/>
                </a:cxn>
                <a:cxn ang="0">
                  <a:pos x="16" y="110"/>
                </a:cxn>
                <a:cxn ang="0">
                  <a:pos x="38" y="123"/>
                </a:cxn>
                <a:cxn ang="0">
                  <a:pos x="41" y="155"/>
                </a:cxn>
                <a:cxn ang="0">
                  <a:pos x="32" y="175"/>
                </a:cxn>
                <a:cxn ang="0">
                  <a:pos x="52" y="203"/>
                </a:cxn>
                <a:cxn ang="0">
                  <a:pos x="56" y="214"/>
                </a:cxn>
                <a:cxn ang="0">
                  <a:pos x="54" y="241"/>
                </a:cxn>
                <a:cxn ang="0">
                  <a:pos x="43" y="257"/>
                </a:cxn>
                <a:cxn ang="0">
                  <a:pos x="43" y="266"/>
                </a:cxn>
                <a:cxn ang="0">
                  <a:pos x="61" y="260"/>
                </a:cxn>
                <a:cxn ang="0">
                  <a:pos x="76" y="231"/>
                </a:cxn>
                <a:cxn ang="0">
                  <a:pos x="91" y="214"/>
                </a:cxn>
                <a:cxn ang="0">
                  <a:pos x="103" y="199"/>
                </a:cxn>
                <a:cxn ang="0">
                  <a:pos x="117" y="172"/>
                </a:cxn>
                <a:cxn ang="0">
                  <a:pos x="137" y="174"/>
                </a:cxn>
                <a:cxn ang="0">
                  <a:pos x="155" y="164"/>
                </a:cxn>
                <a:cxn ang="0">
                  <a:pos x="154" y="155"/>
                </a:cxn>
                <a:cxn ang="0">
                  <a:pos x="153" y="146"/>
                </a:cxn>
                <a:cxn ang="0">
                  <a:pos x="174" y="134"/>
                </a:cxn>
                <a:cxn ang="0">
                  <a:pos x="166" y="107"/>
                </a:cxn>
                <a:cxn ang="0">
                  <a:pos x="168" y="100"/>
                </a:cxn>
                <a:cxn ang="0">
                  <a:pos x="160" y="95"/>
                </a:cxn>
                <a:cxn ang="0">
                  <a:pos x="149" y="90"/>
                </a:cxn>
                <a:cxn ang="0">
                  <a:pos x="147" y="80"/>
                </a:cxn>
                <a:cxn ang="0">
                  <a:pos x="158" y="66"/>
                </a:cxn>
                <a:cxn ang="0">
                  <a:pos x="164" y="67"/>
                </a:cxn>
                <a:cxn ang="0">
                  <a:pos x="165" y="58"/>
                </a:cxn>
                <a:cxn ang="0">
                  <a:pos x="174" y="57"/>
                </a:cxn>
                <a:cxn ang="0">
                  <a:pos x="181" y="64"/>
                </a:cxn>
                <a:cxn ang="0">
                  <a:pos x="181" y="74"/>
                </a:cxn>
                <a:cxn ang="0">
                  <a:pos x="200" y="82"/>
                </a:cxn>
                <a:cxn ang="0">
                  <a:pos x="207" y="72"/>
                </a:cxn>
                <a:cxn ang="0">
                  <a:pos x="220" y="71"/>
                </a:cxn>
                <a:cxn ang="0">
                  <a:pos x="216" y="64"/>
                </a:cxn>
                <a:cxn ang="0">
                  <a:pos x="224" y="44"/>
                </a:cxn>
                <a:cxn ang="0">
                  <a:pos x="232" y="41"/>
                </a:cxn>
                <a:cxn ang="0">
                  <a:pos x="219" y="26"/>
                </a:cxn>
                <a:cxn ang="0">
                  <a:pos x="216" y="33"/>
                </a:cxn>
                <a:cxn ang="0">
                  <a:pos x="203" y="20"/>
                </a:cxn>
                <a:cxn ang="0">
                  <a:pos x="184" y="14"/>
                </a:cxn>
                <a:cxn ang="0">
                  <a:pos x="172" y="7"/>
                </a:cxn>
                <a:cxn ang="0">
                  <a:pos x="153" y="0"/>
                </a:cxn>
                <a:cxn ang="0">
                  <a:pos x="143" y="18"/>
                </a:cxn>
              </a:cxnLst>
              <a:rect l="0" t="0" r="r" b="b"/>
              <a:pathLst>
                <a:path w="232" h="266">
                  <a:moveTo>
                    <a:pt x="143" y="18"/>
                  </a:moveTo>
                  <a:cubicBezTo>
                    <a:pt x="141" y="20"/>
                    <a:pt x="135" y="17"/>
                    <a:pt x="133" y="19"/>
                  </a:cubicBezTo>
                  <a:cubicBezTo>
                    <a:pt x="130" y="21"/>
                    <a:pt x="131" y="28"/>
                    <a:pt x="128" y="29"/>
                  </a:cubicBezTo>
                  <a:cubicBezTo>
                    <a:pt x="127" y="30"/>
                    <a:pt x="124" y="29"/>
                    <a:pt x="123" y="29"/>
                  </a:cubicBezTo>
                  <a:cubicBezTo>
                    <a:pt x="122" y="28"/>
                    <a:pt x="121" y="26"/>
                    <a:pt x="120" y="25"/>
                  </a:cubicBezTo>
                  <a:cubicBezTo>
                    <a:pt x="119" y="25"/>
                    <a:pt x="116" y="24"/>
                    <a:pt x="114" y="24"/>
                  </a:cubicBezTo>
                  <a:cubicBezTo>
                    <a:pt x="114" y="25"/>
                    <a:pt x="113" y="27"/>
                    <a:pt x="113" y="27"/>
                  </a:cubicBezTo>
                  <a:cubicBezTo>
                    <a:pt x="112" y="28"/>
                    <a:pt x="109" y="28"/>
                    <a:pt x="108" y="28"/>
                  </a:cubicBezTo>
                  <a:cubicBezTo>
                    <a:pt x="107" y="27"/>
                    <a:pt x="106" y="25"/>
                    <a:pt x="104" y="24"/>
                  </a:cubicBezTo>
                  <a:cubicBezTo>
                    <a:pt x="103" y="23"/>
                    <a:pt x="99" y="20"/>
                    <a:pt x="98" y="21"/>
                  </a:cubicBezTo>
                  <a:cubicBezTo>
                    <a:pt x="96" y="22"/>
                    <a:pt x="98" y="26"/>
                    <a:pt x="97" y="28"/>
                  </a:cubicBezTo>
                  <a:cubicBezTo>
                    <a:pt x="97" y="28"/>
                    <a:pt x="95" y="30"/>
                    <a:pt x="94" y="30"/>
                  </a:cubicBezTo>
                  <a:cubicBezTo>
                    <a:pt x="93" y="30"/>
                    <a:pt x="90" y="29"/>
                    <a:pt x="89" y="28"/>
                  </a:cubicBezTo>
                  <a:cubicBezTo>
                    <a:pt x="85" y="25"/>
                    <a:pt x="83" y="15"/>
                    <a:pt x="79" y="12"/>
                  </a:cubicBezTo>
                  <a:cubicBezTo>
                    <a:pt x="77" y="11"/>
                    <a:pt x="68" y="11"/>
                    <a:pt x="68" y="11"/>
                  </a:cubicBezTo>
                  <a:cubicBezTo>
                    <a:pt x="68" y="11"/>
                    <a:pt x="67" y="17"/>
                    <a:pt x="67" y="19"/>
                  </a:cubicBezTo>
                  <a:cubicBezTo>
                    <a:pt x="67" y="21"/>
                    <a:pt x="67" y="26"/>
                    <a:pt x="67" y="29"/>
                  </a:cubicBezTo>
                  <a:cubicBezTo>
                    <a:pt x="67" y="31"/>
                    <a:pt x="70" y="36"/>
                    <a:pt x="69" y="38"/>
                  </a:cubicBezTo>
                  <a:cubicBezTo>
                    <a:pt x="69" y="43"/>
                    <a:pt x="64" y="52"/>
                    <a:pt x="60" y="54"/>
                  </a:cubicBezTo>
                  <a:cubicBezTo>
                    <a:pt x="57" y="56"/>
                    <a:pt x="51" y="55"/>
                    <a:pt x="48" y="55"/>
                  </a:cubicBezTo>
                  <a:cubicBezTo>
                    <a:pt x="44" y="55"/>
                    <a:pt x="35" y="51"/>
                    <a:pt x="31" y="52"/>
                  </a:cubicBezTo>
                  <a:cubicBezTo>
                    <a:pt x="29" y="54"/>
                    <a:pt x="30" y="60"/>
                    <a:pt x="28" y="61"/>
                  </a:cubicBezTo>
                  <a:cubicBezTo>
                    <a:pt x="27" y="62"/>
                    <a:pt x="24" y="60"/>
                    <a:pt x="23" y="61"/>
                  </a:cubicBezTo>
                  <a:cubicBezTo>
                    <a:pt x="22" y="61"/>
                    <a:pt x="19" y="63"/>
                    <a:pt x="19" y="63"/>
                  </a:cubicBezTo>
                  <a:cubicBezTo>
                    <a:pt x="19" y="63"/>
                    <a:pt x="12" y="67"/>
                    <a:pt x="11" y="69"/>
                  </a:cubicBezTo>
                  <a:cubicBezTo>
                    <a:pt x="10" y="71"/>
                    <a:pt x="11" y="75"/>
                    <a:pt x="10" y="77"/>
                  </a:cubicBezTo>
                  <a:cubicBezTo>
                    <a:pt x="9" y="79"/>
                    <a:pt x="2" y="79"/>
                    <a:pt x="1" y="82"/>
                  </a:cubicBezTo>
                  <a:cubicBezTo>
                    <a:pt x="0" y="85"/>
                    <a:pt x="7" y="89"/>
                    <a:pt x="8" y="92"/>
                  </a:cubicBezTo>
                  <a:cubicBezTo>
                    <a:pt x="9" y="96"/>
                    <a:pt x="8" y="103"/>
                    <a:pt x="10" y="106"/>
                  </a:cubicBezTo>
                  <a:cubicBezTo>
                    <a:pt x="11" y="107"/>
                    <a:pt x="14" y="109"/>
                    <a:pt x="16" y="110"/>
                  </a:cubicBezTo>
                  <a:cubicBezTo>
                    <a:pt x="19" y="110"/>
                    <a:pt x="23" y="106"/>
                    <a:pt x="25" y="107"/>
                  </a:cubicBezTo>
                  <a:cubicBezTo>
                    <a:pt x="30" y="108"/>
                    <a:pt x="36" y="118"/>
                    <a:pt x="38" y="123"/>
                  </a:cubicBezTo>
                  <a:cubicBezTo>
                    <a:pt x="40" y="127"/>
                    <a:pt x="43" y="136"/>
                    <a:pt x="43" y="140"/>
                  </a:cubicBezTo>
                  <a:cubicBezTo>
                    <a:pt x="43" y="144"/>
                    <a:pt x="42" y="151"/>
                    <a:pt x="41" y="155"/>
                  </a:cubicBezTo>
                  <a:cubicBezTo>
                    <a:pt x="40" y="158"/>
                    <a:pt x="35" y="162"/>
                    <a:pt x="33" y="165"/>
                  </a:cubicBezTo>
                  <a:cubicBezTo>
                    <a:pt x="32" y="167"/>
                    <a:pt x="32" y="173"/>
                    <a:pt x="32" y="175"/>
                  </a:cubicBezTo>
                  <a:cubicBezTo>
                    <a:pt x="32" y="178"/>
                    <a:pt x="36" y="183"/>
                    <a:pt x="37" y="185"/>
                  </a:cubicBezTo>
                  <a:cubicBezTo>
                    <a:pt x="40" y="190"/>
                    <a:pt x="49" y="198"/>
                    <a:pt x="52" y="203"/>
                  </a:cubicBezTo>
                  <a:cubicBezTo>
                    <a:pt x="53" y="204"/>
                    <a:pt x="54" y="206"/>
                    <a:pt x="55" y="208"/>
                  </a:cubicBezTo>
                  <a:cubicBezTo>
                    <a:pt x="55" y="209"/>
                    <a:pt x="56" y="212"/>
                    <a:pt x="56" y="214"/>
                  </a:cubicBezTo>
                  <a:cubicBezTo>
                    <a:pt x="56" y="217"/>
                    <a:pt x="54" y="222"/>
                    <a:pt x="54" y="225"/>
                  </a:cubicBezTo>
                  <a:cubicBezTo>
                    <a:pt x="54" y="229"/>
                    <a:pt x="55" y="237"/>
                    <a:pt x="54" y="241"/>
                  </a:cubicBezTo>
                  <a:cubicBezTo>
                    <a:pt x="54" y="242"/>
                    <a:pt x="54" y="244"/>
                    <a:pt x="53" y="245"/>
                  </a:cubicBezTo>
                  <a:cubicBezTo>
                    <a:pt x="51" y="249"/>
                    <a:pt x="45" y="254"/>
                    <a:pt x="43" y="257"/>
                  </a:cubicBezTo>
                  <a:cubicBezTo>
                    <a:pt x="42" y="258"/>
                    <a:pt x="42" y="261"/>
                    <a:pt x="42" y="262"/>
                  </a:cubicBezTo>
                  <a:cubicBezTo>
                    <a:pt x="42" y="263"/>
                    <a:pt x="43" y="266"/>
                    <a:pt x="43" y="266"/>
                  </a:cubicBezTo>
                  <a:cubicBezTo>
                    <a:pt x="43" y="266"/>
                    <a:pt x="51" y="265"/>
                    <a:pt x="53" y="264"/>
                  </a:cubicBezTo>
                  <a:cubicBezTo>
                    <a:pt x="56" y="264"/>
                    <a:pt x="60" y="261"/>
                    <a:pt x="61" y="260"/>
                  </a:cubicBezTo>
                  <a:cubicBezTo>
                    <a:pt x="66" y="255"/>
                    <a:pt x="74" y="244"/>
                    <a:pt x="76" y="238"/>
                  </a:cubicBezTo>
                  <a:cubicBezTo>
                    <a:pt x="76" y="236"/>
                    <a:pt x="75" y="233"/>
                    <a:pt x="76" y="231"/>
                  </a:cubicBezTo>
                  <a:cubicBezTo>
                    <a:pt x="78" y="227"/>
                    <a:pt x="87" y="224"/>
                    <a:pt x="89" y="220"/>
                  </a:cubicBezTo>
                  <a:cubicBezTo>
                    <a:pt x="90" y="219"/>
                    <a:pt x="90" y="215"/>
                    <a:pt x="91" y="214"/>
                  </a:cubicBezTo>
                  <a:cubicBezTo>
                    <a:pt x="92" y="213"/>
                    <a:pt x="97" y="212"/>
                    <a:pt x="98" y="210"/>
                  </a:cubicBezTo>
                  <a:cubicBezTo>
                    <a:pt x="100" y="208"/>
                    <a:pt x="102" y="202"/>
                    <a:pt x="103" y="199"/>
                  </a:cubicBezTo>
                  <a:cubicBezTo>
                    <a:pt x="105" y="194"/>
                    <a:pt x="106" y="181"/>
                    <a:pt x="110" y="176"/>
                  </a:cubicBezTo>
                  <a:cubicBezTo>
                    <a:pt x="111" y="174"/>
                    <a:pt x="115" y="173"/>
                    <a:pt x="117" y="172"/>
                  </a:cubicBezTo>
                  <a:cubicBezTo>
                    <a:pt x="118" y="172"/>
                    <a:pt x="121" y="171"/>
                    <a:pt x="122" y="171"/>
                  </a:cubicBezTo>
                  <a:cubicBezTo>
                    <a:pt x="126" y="171"/>
                    <a:pt x="133" y="175"/>
                    <a:pt x="137" y="174"/>
                  </a:cubicBezTo>
                  <a:cubicBezTo>
                    <a:pt x="140" y="174"/>
                    <a:pt x="146" y="171"/>
                    <a:pt x="148" y="170"/>
                  </a:cubicBezTo>
                  <a:cubicBezTo>
                    <a:pt x="150" y="168"/>
                    <a:pt x="154" y="166"/>
                    <a:pt x="155" y="164"/>
                  </a:cubicBezTo>
                  <a:cubicBezTo>
                    <a:pt x="156" y="162"/>
                    <a:pt x="156" y="158"/>
                    <a:pt x="156" y="157"/>
                  </a:cubicBezTo>
                  <a:cubicBezTo>
                    <a:pt x="156" y="156"/>
                    <a:pt x="155" y="155"/>
                    <a:pt x="154" y="155"/>
                  </a:cubicBezTo>
                  <a:cubicBezTo>
                    <a:pt x="153" y="154"/>
                    <a:pt x="149" y="155"/>
                    <a:pt x="148" y="153"/>
                  </a:cubicBezTo>
                  <a:cubicBezTo>
                    <a:pt x="147" y="151"/>
                    <a:pt x="151" y="147"/>
                    <a:pt x="153" y="146"/>
                  </a:cubicBezTo>
                  <a:cubicBezTo>
                    <a:pt x="155" y="145"/>
                    <a:pt x="160" y="146"/>
                    <a:pt x="162" y="146"/>
                  </a:cubicBezTo>
                  <a:cubicBezTo>
                    <a:pt x="166" y="144"/>
                    <a:pt x="174" y="134"/>
                    <a:pt x="174" y="134"/>
                  </a:cubicBezTo>
                  <a:cubicBezTo>
                    <a:pt x="174" y="134"/>
                    <a:pt x="166" y="118"/>
                    <a:pt x="165" y="112"/>
                  </a:cubicBezTo>
                  <a:cubicBezTo>
                    <a:pt x="165" y="111"/>
                    <a:pt x="165" y="108"/>
                    <a:pt x="166" y="107"/>
                  </a:cubicBezTo>
                  <a:cubicBezTo>
                    <a:pt x="167" y="106"/>
                    <a:pt x="169" y="106"/>
                    <a:pt x="169" y="105"/>
                  </a:cubicBezTo>
                  <a:cubicBezTo>
                    <a:pt x="170" y="104"/>
                    <a:pt x="169" y="101"/>
                    <a:pt x="168" y="100"/>
                  </a:cubicBezTo>
                  <a:cubicBezTo>
                    <a:pt x="168" y="98"/>
                    <a:pt x="166" y="96"/>
                    <a:pt x="164" y="95"/>
                  </a:cubicBezTo>
                  <a:cubicBezTo>
                    <a:pt x="163" y="95"/>
                    <a:pt x="160" y="96"/>
                    <a:pt x="160" y="95"/>
                  </a:cubicBezTo>
                  <a:cubicBezTo>
                    <a:pt x="158" y="94"/>
                    <a:pt x="159" y="91"/>
                    <a:pt x="158" y="90"/>
                  </a:cubicBezTo>
                  <a:cubicBezTo>
                    <a:pt x="156" y="89"/>
                    <a:pt x="151" y="91"/>
                    <a:pt x="149" y="90"/>
                  </a:cubicBezTo>
                  <a:cubicBezTo>
                    <a:pt x="148" y="89"/>
                    <a:pt x="146" y="87"/>
                    <a:pt x="146" y="86"/>
                  </a:cubicBezTo>
                  <a:cubicBezTo>
                    <a:pt x="146" y="85"/>
                    <a:pt x="146" y="81"/>
                    <a:pt x="147" y="80"/>
                  </a:cubicBezTo>
                  <a:cubicBezTo>
                    <a:pt x="148" y="78"/>
                    <a:pt x="152" y="78"/>
                    <a:pt x="153" y="77"/>
                  </a:cubicBezTo>
                  <a:cubicBezTo>
                    <a:pt x="155" y="75"/>
                    <a:pt x="156" y="68"/>
                    <a:pt x="158" y="66"/>
                  </a:cubicBezTo>
                  <a:cubicBezTo>
                    <a:pt x="158" y="66"/>
                    <a:pt x="160" y="65"/>
                    <a:pt x="161" y="65"/>
                  </a:cubicBezTo>
                  <a:cubicBezTo>
                    <a:pt x="162" y="65"/>
                    <a:pt x="163" y="67"/>
                    <a:pt x="164" y="67"/>
                  </a:cubicBezTo>
                  <a:cubicBezTo>
                    <a:pt x="165" y="67"/>
                    <a:pt x="166" y="66"/>
                    <a:pt x="166" y="65"/>
                  </a:cubicBezTo>
                  <a:cubicBezTo>
                    <a:pt x="167" y="64"/>
                    <a:pt x="164" y="60"/>
                    <a:pt x="165" y="58"/>
                  </a:cubicBezTo>
                  <a:cubicBezTo>
                    <a:pt x="166" y="57"/>
                    <a:pt x="169" y="56"/>
                    <a:pt x="170" y="56"/>
                  </a:cubicBezTo>
                  <a:cubicBezTo>
                    <a:pt x="171" y="56"/>
                    <a:pt x="173" y="56"/>
                    <a:pt x="174" y="57"/>
                  </a:cubicBezTo>
                  <a:cubicBezTo>
                    <a:pt x="175" y="58"/>
                    <a:pt x="175" y="61"/>
                    <a:pt x="176" y="62"/>
                  </a:cubicBezTo>
                  <a:cubicBezTo>
                    <a:pt x="177" y="63"/>
                    <a:pt x="180" y="63"/>
                    <a:pt x="181" y="64"/>
                  </a:cubicBezTo>
                  <a:cubicBezTo>
                    <a:pt x="182" y="65"/>
                    <a:pt x="182" y="68"/>
                    <a:pt x="182" y="69"/>
                  </a:cubicBezTo>
                  <a:cubicBezTo>
                    <a:pt x="182" y="70"/>
                    <a:pt x="181" y="73"/>
                    <a:pt x="181" y="74"/>
                  </a:cubicBezTo>
                  <a:cubicBezTo>
                    <a:pt x="181" y="76"/>
                    <a:pt x="184" y="78"/>
                    <a:pt x="185" y="79"/>
                  </a:cubicBezTo>
                  <a:cubicBezTo>
                    <a:pt x="189" y="81"/>
                    <a:pt x="196" y="82"/>
                    <a:pt x="200" y="82"/>
                  </a:cubicBezTo>
                  <a:cubicBezTo>
                    <a:pt x="201" y="82"/>
                    <a:pt x="204" y="81"/>
                    <a:pt x="205" y="80"/>
                  </a:cubicBezTo>
                  <a:cubicBezTo>
                    <a:pt x="206" y="78"/>
                    <a:pt x="205" y="73"/>
                    <a:pt x="207" y="72"/>
                  </a:cubicBezTo>
                  <a:cubicBezTo>
                    <a:pt x="209" y="70"/>
                    <a:pt x="216" y="75"/>
                    <a:pt x="219" y="73"/>
                  </a:cubicBezTo>
                  <a:cubicBezTo>
                    <a:pt x="220" y="73"/>
                    <a:pt x="220" y="71"/>
                    <a:pt x="220" y="71"/>
                  </a:cubicBezTo>
                  <a:cubicBezTo>
                    <a:pt x="220" y="70"/>
                    <a:pt x="219" y="69"/>
                    <a:pt x="219" y="68"/>
                  </a:cubicBezTo>
                  <a:cubicBezTo>
                    <a:pt x="218" y="67"/>
                    <a:pt x="216" y="65"/>
                    <a:pt x="216" y="64"/>
                  </a:cubicBezTo>
                  <a:cubicBezTo>
                    <a:pt x="215" y="60"/>
                    <a:pt x="218" y="51"/>
                    <a:pt x="221" y="47"/>
                  </a:cubicBezTo>
                  <a:cubicBezTo>
                    <a:pt x="221" y="46"/>
                    <a:pt x="223" y="45"/>
                    <a:pt x="224" y="44"/>
                  </a:cubicBezTo>
                  <a:cubicBezTo>
                    <a:pt x="225" y="44"/>
                    <a:pt x="227" y="45"/>
                    <a:pt x="228" y="45"/>
                  </a:cubicBezTo>
                  <a:cubicBezTo>
                    <a:pt x="229" y="44"/>
                    <a:pt x="231" y="42"/>
                    <a:pt x="232" y="41"/>
                  </a:cubicBezTo>
                  <a:cubicBezTo>
                    <a:pt x="232" y="39"/>
                    <a:pt x="232" y="35"/>
                    <a:pt x="231" y="33"/>
                  </a:cubicBezTo>
                  <a:cubicBezTo>
                    <a:pt x="229" y="30"/>
                    <a:pt x="222" y="26"/>
                    <a:pt x="219" y="26"/>
                  </a:cubicBezTo>
                  <a:cubicBezTo>
                    <a:pt x="218" y="26"/>
                    <a:pt x="217" y="28"/>
                    <a:pt x="216" y="29"/>
                  </a:cubicBezTo>
                  <a:cubicBezTo>
                    <a:pt x="216" y="30"/>
                    <a:pt x="216" y="32"/>
                    <a:pt x="216" y="33"/>
                  </a:cubicBezTo>
                  <a:cubicBezTo>
                    <a:pt x="212" y="35"/>
                    <a:pt x="202" y="32"/>
                    <a:pt x="200" y="28"/>
                  </a:cubicBezTo>
                  <a:cubicBezTo>
                    <a:pt x="199" y="26"/>
                    <a:pt x="203" y="22"/>
                    <a:pt x="203" y="20"/>
                  </a:cubicBezTo>
                  <a:cubicBezTo>
                    <a:pt x="203" y="19"/>
                    <a:pt x="201" y="18"/>
                    <a:pt x="201" y="18"/>
                  </a:cubicBezTo>
                  <a:cubicBezTo>
                    <a:pt x="197" y="15"/>
                    <a:pt x="188" y="14"/>
                    <a:pt x="184" y="14"/>
                  </a:cubicBezTo>
                  <a:cubicBezTo>
                    <a:pt x="183" y="14"/>
                    <a:pt x="180" y="17"/>
                    <a:pt x="179" y="17"/>
                  </a:cubicBezTo>
                  <a:cubicBezTo>
                    <a:pt x="176" y="16"/>
                    <a:pt x="174" y="9"/>
                    <a:pt x="172" y="7"/>
                  </a:cubicBezTo>
                  <a:cubicBezTo>
                    <a:pt x="168" y="5"/>
                    <a:pt x="159" y="6"/>
                    <a:pt x="155" y="3"/>
                  </a:cubicBezTo>
                  <a:cubicBezTo>
                    <a:pt x="154" y="3"/>
                    <a:pt x="153" y="0"/>
                    <a:pt x="153" y="0"/>
                  </a:cubicBezTo>
                  <a:cubicBezTo>
                    <a:pt x="153" y="0"/>
                    <a:pt x="147" y="3"/>
                    <a:pt x="146" y="5"/>
                  </a:cubicBezTo>
                  <a:cubicBezTo>
                    <a:pt x="144" y="8"/>
                    <a:pt x="145" y="16"/>
                    <a:pt x="143" y="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56"/>
            <p:cNvSpPr>
              <a:spLocks/>
            </p:cNvSpPr>
            <p:nvPr/>
          </p:nvSpPr>
          <p:spPr bwMode="auto">
            <a:xfrm>
              <a:off x="3616325" y="2600325"/>
              <a:ext cx="427038" cy="420688"/>
            </a:xfrm>
            <a:custGeom>
              <a:avLst/>
              <a:gdLst/>
              <a:ahLst/>
              <a:cxnLst>
                <a:cxn ang="0">
                  <a:pos x="41" y="229"/>
                </a:cxn>
                <a:cxn ang="0">
                  <a:pos x="79" y="237"/>
                </a:cxn>
                <a:cxn ang="0">
                  <a:pos x="96" y="248"/>
                </a:cxn>
                <a:cxn ang="0">
                  <a:pos x="123" y="245"/>
                </a:cxn>
                <a:cxn ang="0">
                  <a:pos x="132" y="238"/>
                </a:cxn>
                <a:cxn ang="0">
                  <a:pos x="133" y="230"/>
                </a:cxn>
                <a:cxn ang="0">
                  <a:pos x="145" y="217"/>
                </a:cxn>
                <a:cxn ang="0">
                  <a:pos x="155" y="214"/>
                </a:cxn>
                <a:cxn ang="0">
                  <a:pos x="154" y="207"/>
                </a:cxn>
                <a:cxn ang="0">
                  <a:pos x="168" y="209"/>
                </a:cxn>
                <a:cxn ang="0">
                  <a:pos x="172" y="202"/>
                </a:cxn>
                <a:cxn ang="0">
                  <a:pos x="170" y="194"/>
                </a:cxn>
                <a:cxn ang="0">
                  <a:pos x="159" y="183"/>
                </a:cxn>
                <a:cxn ang="0">
                  <a:pos x="162" y="175"/>
                </a:cxn>
                <a:cxn ang="0">
                  <a:pos x="173" y="185"/>
                </a:cxn>
                <a:cxn ang="0">
                  <a:pos x="172" y="173"/>
                </a:cxn>
                <a:cxn ang="0">
                  <a:pos x="178" y="173"/>
                </a:cxn>
                <a:cxn ang="0">
                  <a:pos x="188" y="160"/>
                </a:cxn>
                <a:cxn ang="0">
                  <a:pos x="195" y="156"/>
                </a:cxn>
                <a:cxn ang="0">
                  <a:pos x="201" y="161"/>
                </a:cxn>
                <a:cxn ang="0">
                  <a:pos x="204" y="153"/>
                </a:cxn>
                <a:cxn ang="0">
                  <a:pos x="212" y="152"/>
                </a:cxn>
                <a:cxn ang="0">
                  <a:pos x="217" y="146"/>
                </a:cxn>
                <a:cxn ang="0">
                  <a:pos x="224" y="142"/>
                </a:cxn>
                <a:cxn ang="0">
                  <a:pos x="232" y="149"/>
                </a:cxn>
                <a:cxn ang="0">
                  <a:pos x="242" y="144"/>
                </a:cxn>
                <a:cxn ang="0">
                  <a:pos x="248" y="137"/>
                </a:cxn>
                <a:cxn ang="0">
                  <a:pos x="249" y="118"/>
                </a:cxn>
                <a:cxn ang="0">
                  <a:pos x="234" y="106"/>
                </a:cxn>
                <a:cxn ang="0">
                  <a:pos x="218" y="96"/>
                </a:cxn>
                <a:cxn ang="0">
                  <a:pos x="223" y="83"/>
                </a:cxn>
                <a:cxn ang="0">
                  <a:pos x="219" y="68"/>
                </a:cxn>
                <a:cxn ang="0">
                  <a:pos x="196" y="66"/>
                </a:cxn>
                <a:cxn ang="0">
                  <a:pos x="187" y="63"/>
                </a:cxn>
                <a:cxn ang="0">
                  <a:pos x="196" y="45"/>
                </a:cxn>
                <a:cxn ang="0">
                  <a:pos x="202" y="33"/>
                </a:cxn>
                <a:cxn ang="0">
                  <a:pos x="198" y="18"/>
                </a:cxn>
                <a:cxn ang="0">
                  <a:pos x="190" y="7"/>
                </a:cxn>
                <a:cxn ang="0">
                  <a:pos x="179" y="2"/>
                </a:cxn>
                <a:cxn ang="0">
                  <a:pos x="159" y="13"/>
                </a:cxn>
                <a:cxn ang="0">
                  <a:pos x="153" y="25"/>
                </a:cxn>
                <a:cxn ang="0">
                  <a:pos x="126" y="45"/>
                </a:cxn>
                <a:cxn ang="0">
                  <a:pos x="115" y="59"/>
                </a:cxn>
                <a:cxn ang="0">
                  <a:pos x="102" y="66"/>
                </a:cxn>
                <a:cxn ang="0">
                  <a:pos x="78" y="66"/>
                </a:cxn>
                <a:cxn ang="0">
                  <a:pos x="74" y="88"/>
                </a:cxn>
                <a:cxn ang="0">
                  <a:pos x="64" y="100"/>
                </a:cxn>
                <a:cxn ang="0">
                  <a:pos x="49" y="100"/>
                </a:cxn>
                <a:cxn ang="0">
                  <a:pos x="43" y="112"/>
                </a:cxn>
                <a:cxn ang="0">
                  <a:pos x="37" y="114"/>
                </a:cxn>
                <a:cxn ang="0">
                  <a:pos x="26" y="121"/>
                </a:cxn>
                <a:cxn ang="0">
                  <a:pos x="25" y="134"/>
                </a:cxn>
                <a:cxn ang="0">
                  <a:pos x="5" y="149"/>
                </a:cxn>
                <a:cxn ang="0">
                  <a:pos x="0" y="180"/>
                </a:cxn>
                <a:cxn ang="0">
                  <a:pos x="4" y="202"/>
                </a:cxn>
                <a:cxn ang="0">
                  <a:pos x="13" y="236"/>
                </a:cxn>
                <a:cxn ang="0">
                  <a:pos x="34" y="226"/>
                </a:cxn>
              </a:cxnLst>
              <a:rect l="0" t="0" r="r" b="b"/>
              <a:pathLst>
                <a:path w="251" h="248">
                  <a:moveTo>
                    <a:pt x="34" y="226"/>
                  </a:moveTo>
                  <a:cubicBezTo>
                    <a:pt x="36" y="226"/>
                    <a:pt x="39" y="229"/>
                    <a:pt x="41" y="229"/>
                  </a:cubicBezTo>
                  <a:cubicBezTo>
                    <a:pt x="44" y="229"/>
                    <a:pt x="49" y="226"/>
                    <a:pt x="52" y="227"/>
                  </a:cubicBezTo>
                  <a:cubicBezTo>
                    <a:pt x="59" y="227"/>
                    <a:pt x="73" y="233"/>
                    <a:pt x="79" y="237"/>
                  </a:cubicBezTo>
                  <a:cubicBezTo>
                    <a:pt x="81" y="238"/>
                    <a:pt x="86" y="243"/>
                    <a:pt x="89" y="244"/>
                  </a:cubicBezTo>
                  <a:cubicBezTo>
                    <a:pt x="90" y="245"/>
                    <a:pt x="94" y="248"/>
                    <a:pt x="96" y="248"/>
                  </a:cubicBezTo>
                  <a:cubicBezTo>
                    <a:pt x="99" y="247"/>
                    <a:pt x="104" y="242"/>
                    <a:pt x="107" y="242"/>
                  </a:cubicBezTo>
                  <a:cubicBezTo>
                    <a:pt x="111" y="241"/>
                    <a:pt x="119" y="245"/>
                    <a:pt x="123" y="245"/>
                  </a:cubicBezTo>
                  <a:cubicBezTo>
                    <a:pt x="125" y="245"/>
                    <a:pt x="130" y="244"/>
                    <a:pt x="131" y="243"/>
                  </a:cubicBezTo>
                  <a:cubicBezTo>
                    <a:pt x="132" y="242"/>
                    <a:pt x="132" y="239"/>
                    <a:pt x="132" y="238"/>
                  </a:cubicBezTo>
                  <a:cubicBezTo>
                    <a:pt x="132" y="237"/>
                    <a:pt x="130" y="233"/>
                    <a:pt x="130" y="232"/>
                  </a:cubicBezTo>
                  <a:cubicBezTo>
                    <a:pt x="131" y="231"/>
                    <a:pt x="132" y="231"/>
                    <a:pt x="133" y="230"/>
                  </a:cubicBezTo>
                  <a:cubicBezTo>
                    <a:pt x="134" y="230"/>
                    <a:pt x="138" y="229"/>
                    <a:pt x="139" y="228"/>
                  </a:cubicBezTo>
                  <a:cubicBezTo>
                    <a:pt x="141" y="226"/>
                    <a:pt x="142" y="219"/>
                    <a:pt x="145" y="217"/>
                  </a:cubicBezTo>
                  <a:cubicBezTo>
                    <a:pt x="146" y="217"/>
                    <a:pt x="149" y="218"/>
                    <a:pt x="150" y="218"/>
                  </a:cubicBezTo>
                  <a:cubicBezTo>
                    <a:pt x="151" y="217"/>
                    <a:pt x="155" y="216"/>
                    <a:pt x="155" y="214"/>
                  </a:cubicBezTo>
                  <a:cubicBezTo>
                    <a:pt x="155" y="213"/>
                    <a:pt x="152" y="211"/>
                    <a:pt x="152" y="209"/>
                  </a:cubicBezTo>
                  <a:cubicBezTo>
                    <a:pt x="153" y="209"/>
                    <a:pt x="154" y="207"/>
                    <a:pt x="154" y="207"/>
                  </a:cubicBezTo>
                  <a:cubicBezTo>
                    <a:pt x="155" y="206"/>
                    <a:pt x="158" y="206"/>
                    <a:pt x="159" y="207"/>
                  </a:cubicBezTo>
                  <a:cubicBezTo>
                    <a:pt x="161" y="207"/>
                    <a:pt x="166" y="209"/>
                    <a:pt x="168" y="209"/>
                  </a:cubicBezTo>
                  <a:cubicBezTo>
                    <a:pt x="169" y="209"/>
                    <a:pt x="170" y="208"/>
                    <a:pt x="171" y="207"/>
                  </a:cubicBezTo>
                  <a:cubicBezTo>
                    <a:pt x="171" y="206"/>
                    <a:pt x="173" y="203"/>
                    <a:pt x="172" y="202"/>
                  </a:cubicBezTo>
                  <a:cubicBezTo>
                    <a:pt x="172" y="200"/>
                    <a:pt x="167" y="199"/>
                    <a:pt x="167" y="197"/>
                  </a:cubicBezTo>
                  <a:cubicBezTo>
                    <a:pt x="167" y="196"/>
                    <a:pt x="170" y="195"/>
                    <a:pt x="170" y="194"/>
                  </a:cubicBezTo>
                  <a:cubicBezTo>
                    <a:pt x="170" y="193"/>
                    <a:pt x="169" y="192"/>
                    <a:pt x="168" y="191"/>
                  </a:cubicBezTo>
                  <a:cubicBezTo>
                    <a:pt x="166" y="189"/>
                    <a:pt x="161" y="185"/>
                    <a:pt x="159" y="183"/>
                  </a:cubicBezTo>
                  <a:cubicBezTo>
                    <a:pt x="158" y="181"/>
                    <a:pt x="155" y="178"/>
                    <a:pt x="156" y="176"/>
                  </a:cubicBezTo>
                  <a:cubicBezTo>
                    <a:pt x="157" y="175"/>
                    <a:pt x="160" y="175"/>
                    <a:pt x="162" y="175"/>
                  </a:cubicBezTo>
                  <a:cubicBezTo>
                    <a:pt x="164" y="176"/>
                    <a:pt x="165" y="181"/>
                    <a:pt x="167" y="182"/>
                  </a:cubicBezTo>
                  <a:cubicBezTo>
                    <a:pt x="168" y="183"/>
                    <a:pt x="171" y="185"/>
                    <a:pt x="173" y="185"/>
                  </a:cubicBezTo>
                  <a:cubicBezTo>
                    <a:pt x="174" y="184"/>
                    <a:pt x="176" y="181"/>
                    <a:pt x="176" y="179"/>
                  </a:cubicBezTo>
                  <a:cubicBezTo>
                    <a:pt x="176" y="178"/>
                    <a:pt x="172" y="175"/>
                    <a:pt x="172" y="173"/>
                  </a:cubicBezTo>
                  <a:cubicBezTo>
                    <a:pt x="172" y="173"/>
                    <a:pt x="174" y="172"/>
                    <a:pt x="174" y="172"/>
                  </a:cubicBezTo>
                  <a:cubicBezTo>
                    <a:pt x="175" y="171"/>
                    <a:pt x="177" y="173"/>
                    <a:pt x="178" y="173"/>
                  </a:cubicBezTo>
                  <a:cubicBezTo>
                    <a:pt x="180" y="173"/>
                    <a:pt x="184" y="170"/>
                    <a:pt x="186" y="168"/>
                  </a:cubicBezTo>
                  <a:cubicBezTo>
                    <a:pt x="187" y="167"/>
                    <a:pt x="186" y="162"/>
                    <a:pt x="188" y="160"/>
                  </a:cubicBezTo>
                  <a:cubicBezTo>
                    <a:pt x="189" y="160"/>
                    <a:pt x="192" y="160"/>
                    <a:pt x="193" y="160"/>
                  </a:cubicBezTo>
                  <a:cubicBezTo>
                    <a:pt x="194" y="159"/>
                    <a:pt x="194" y="156"/>
                    <a:pt x="195" y="156"/>
                  </a:cubicBezTo>
                  <a:cubicBezTo>
                    <a:pt x="196" y="155"/>
                    <a:pt x="197" y="158"/>
                    <a:pt x="198" y="159"/>
                  </a:cubicBezTo>
                  <a:cubicBezTo>
                    <a:pt x="199" y="159"/>
                    <a:pt x="200" y="161"/>
                    <a:pt x="201" y="161"/>
                  </a:cubicBezTo>
                  <a:cubicBezTo>
                    <a:pt x="202" y="161"/>
                    <a:pt x="203" y="160"/>
                    <a:pt x="204" y="159"/>
                  </a:cubicBezTo>
                  <a:cubicBezTo>
                    <a:pt x="204" y="158"/>
                    <a:pt x="204" y="155"/>
                    <a:pt x="204" y="153"/>
                  </a:cubicBezTo>
                  <a:cubicBezTo>
                    <a:pt x="205" y="153"/>
                    <a:pt x="206" y="151"/>
                    <a:pt x="207" y="151"/>
                  </a:cubicBezTo>
                  <a:cubicBezTo>
                    <a:pt x="209" y="151"/>
                    <a:pt x="211" y="152"/>
                    <a:pt x="212" y="152"/>
                  </a:cubicBezTo>
                  <a:cubicBezTo>
                    <a:pt x="214" y="152"/>
                    <a:pt x="216" y="151"/>
                    <a:pt x="217" y="150"/>
                  </a:cubicBezTo>
                  <a:cubicBezTo>
                    <a:pt x="217" y="149"/>
                    <a:pt x="217" y="147"/>
                    <a:pt x="217" y="146"/>
                  </a:cubicBezTo>
                  <a:cubicBezTo>
                    <a:pt x="218" y="145"/>
                    <a:pt x="218" y="143"/>
                    <a:pt x="219" y="143"/>
                  </a:cubicBezTo>
                  <a:cubicBezTo>
                    <a:pt x="220" y="142"/>
                    <a:pt x="223" y="142"/>
                    <a:pt x="224" y="142"/>
                  </a:cubicBezTo>
                  <a:cubicBezTo>
                    <a:pt x="225" y="143"/>
                    <a:pt x="226" y="145"/>
                    <a:pt x="226" y="146"/>
                  </a:cubicBezTo>
                  <a:cubicBezTo>
                    <a:pt x="227" y="147"/>
                    <a:pt x="231" y="149"/>
                    <a:pt x="232" y="149"/>
                  </a:cubicBezTo>
                  <a:cubicBezTo>
                    <a:pt x="234" y="149"/>
                    <a:pt x="234" y="144"/>
                    <a:pt x="236" y="144"/>
                  </a:cubicBezTo>
                  <a:cubicBezTo>
                    <a:pt x="237" y="143"/>
                    <a:pt x="240" y="145"/>
                    <a:pt x="242" y="144"/>
                  </a:cubicBezTo>
                  <a:cubicBezTo>
                    <a:pt x="243" y="144"/>
                    <a:pt x="242" y="140"/>
                    <a:pt x="243" y="139"/>
                  </a:cubicBezTo>
                  <a:cubicBezTo>
                    <a:pt x="244" y="138"/>
                    <a:pt x="247" y="138"/>
                    <a:pt x="248" y="137"/>
                  </a:cubicBezTo>
                  <a:cubicBezTo>
                    <a:pt x="250" y="134"/>
                    <a:pt x="251" y="129"/>
                    <a:pt x="251" y="126"/>
                  </a:cubicBezTo>
                  <a:cubicBezTo>
                    <a:pt x="251" y="124"/>
                    <a:pt x="249" y="118"/>
                    <a:pt x="249" y="118"/>
                  </a:cubicBezTo>
                  <a:cubicBezTo>
                    <a:pt x="249" y="118"/>
                    <a:pt x="243" y="118"/>
                    <a:pt x="242" y="117"/>
                  </a:cubicBezTo>
                  <a:cubicBezTo>
                    <a:pt x="239" y="116"/>
                    <a:pt x="236" y="108"/>
                    <a:pt x="234" y="106"/>
                  </a:cubicBezTo>
                  <a:cubicBezTo>
                    <a:pt x="232" y="105"/>
                    <a:pt x="227" y="105"/>
                    <a:pt x="225" y="103"/>
                  </a:cubicBezTo>
                  <a:cubicBezTo>
                    <a:pt x="223" y="102"/>
                    <a:pt x="219" y="99"/>
                    <a:pt x="218" y="96"/>
                  </a:cubicBezTo>
                  <a:cubicBezTo>
                    <a:pt x="217" y="95"/>
                    <a:pt x="217" y="93"/>
                    <a:pt x="218" y="92"/>
                  </a:cubicBezTo>
                  <a:cubicBezTo>
                    <a:pt x="218" y="90"/>
                    <a:pt x="223" y="86"/>
                    <a:pt x="223" y="83"/>
                  </a:cubicBezTo>
                  <a:cubicBezTo>
                    <a:pt x="223" y="80"/>
                    <a:pt x="219" y="76"/>
                    <a:pt x="218" y="74"/>
                  </a:cubicBezTo>
                  <a:cubicBezTo>
                    <a:pt x="218" y="73"/>
                    <a:pt x="219" y="69"/>
                    <a:pt x="219" y="68"/>
                  </a:cubicBezTo>
                  <a:cubicBezTo>
                    <a:pt x="217" y="65"/>
                    <a:pt x="209" y="62"/>
                    <a:pt x="205" y="62"/>
                  </a:cubicBezTo>
                  <a:cubicBezTo>
                    <a:pt x="202" y="62"/>
                    <a:pt x="199" y="65"/>
                    <a:pt x="196" y="66"/>
                  </a:cubicBezTo>
                  <a:cubicBezTo>
                    <a:pt x="194" y="67"/>
                    <a:pt x="190" y="68"/>
                    <a:pt x="188" y="67"/>
                  </a:cubicBezTo>
                  <a:cubicBezTo>
                    <a:pt x="188" y="66"/>
                    <a:pt x="187" y="64"/>
                    <a:pt x="187" y="63"/>
                  </a:cubicBezTo>
                  <a:cubicBezTo>
                    <a:pt x="188" y="61"/>
                    <a:pt x="193" y="58"/>
                    <a:pt x="194" y="56"/>
                  </a:cubicBezTo>
                  <a:cubicBezTo>
                    <a:pt x="195" y="53"/>
                    <a:pt x="196" y="47"/>
                    <a:pt x="196" y="45"/>
                  </a:cubicBezTo>
                  <a:cubicBezTo>
                    <a:pt x="196" y="43"/>
                    <a:pt x="193" y="40"/>
                    <a:pt x="194" y="39"/>
                  </a:cubicBezTo>
                  <a:cubicBezTo>
                    <a:pt x="195" y="36"/>
                    <a:pt x="201" y="35"/>
                    <a:pt x="202" y="33"/>
                  </a:cubicBezTo>
                  <a:cubicBezTo>
                    <a:pt x="203" y="31"/>
                    <a:pt x="202" y="28"/>
                    <a:pt x="202" y="26"/>
                  </a:cubicBezTo>
                  <a:cubicBezTo>
                    <a:pt x="201" y="24"/>
                    <a:pt x="200" y="19"/>
                    <a:pt x="198" y="18"/>
                  </a:cubicBezTo>
                  <a:cubicBezTo>
                    <a:pt x="197" y="17"/>
                    <a:pt x="193" y="19"/>
                    <a:pt x="192" y="18"/>
                  </a:cubicBezTo>
                  <a:cubicBezTo>
                    <a:pt x="190" y="16"/>
                    <a:pt x="191" y="9"/>
                    <a:pt x="190" y="7"/>
                  </a:cubicBezTo>
                  <a:cubicBezTo>
                    <a:pt x="189" y="5"/>
                    <a:pt x="185" y="0"/>
                    <a:pt x="185" y="0"/>
                  </a:cubicBezTo>
                  <a:cubicBezTo>
                    <a:pt x="185" y="0"/>
                    <a:pt x="181" y="2"/>
                    <a:pt x="179" y="2"/>
                  </a:cubicBezTo>
                  <a:cubicBezTo>
                    <a:pt x="177" y="2"/>
                    <a:pt x="174" y="0"/>
                    <a:pt x="172" y="0"/>
                  </a:cubicBezTo>
                  <a:cubicBezTo>
                    <a:pt x="168" y="1"/>
                    <a:pt x="163" y="11"/>
                    <a:pt x="159" y="13"/>
                  </a:cubicBezTo>
                  <a:cubicBezTo>
                    <a:pt x="158" y="13"/>
                    <a:pt x="156" y="12"/>
                    <a:pt x="155" y="13"/>
                  </a:cubicBezTo>
                  <a:cubicBezTo>
                    <a:pt x="153" y="15"/>
                    <a:pt x="155" y="22"/>
                    <a:pt x="153" y="25"/>
                  </a:cubicBezTo>
                  <a:cubicBezTo>
                    <a:pt x="150" y="29"/>
                    <a:pt x="137" y="31"/>
                    <a:pt x="133" y="34"/>
                  </a:cubicBezTo>
                  <a:cubicBezTo>
                    <a:pt x="130" y="37"/>
                    <a:pt x="129" y="44"/>
                    <a:pt x="126" y="45"/>
                  </a:cubicBezTo>
                  <a:cubicBezTo>
                    <a:pt x="123" y="46"/>
                    <a:pt x="117" y="39"/>
                    <a:pt x="114" y="41"/>
                  </a:cubicBezTo>
                  <a:cubicBezTo>
                    <a:pt x="110" y="44"/>
                    <a:pt x="115" y="58"/>
                    <a:pt x="115" y="59"/>
                  </a:cubicBezTo>
                  <a:cubicBezTo>
                    <a:pt x="115" y="61"/>
                    <a:pt x="109" y="67"/>
                    <a:pt x="106" y="67"/>
                  </a:cubicBezTo>
                  <a:cubicBezTo>
                    <a:pt x="105" y="68"/>
                    <a:pt x="103" y="67"/>
                    <a:pt x="102" y="66"/>
                  </a:cubicBezTo>
                  <a:cubicBezTo>
                    <a:pt x="99" y="66"/>
                    <a:pt x="95" y="63"/>
                    <a:pt x="92" y="63"/>
                  </a:cubicBezTo>
                  <a:cubicBezTo>
                    <a:pt x="89" y="63"/>
                    <a:pt x="78" y="66"/>
                    <a:pt x="78" y="66"/>
                  </a:cubicBezTo>
                  <a:cubicBezTo>
                    <a:pt x="78" y="66"/>
                    <a:pt x="71" y="75"/>
                    <a:pt x="70" y="79"/>
                  </a:cubicBezTo>
                  <a:cubicBezTo>
                    <a:pt x="70" y="82"/>
                    <a:pt x="74" y="86"/>
                    <a:pt x="74" y="88"/>
                  </a:cubicBezTo>
                  <a:cubicBezTo>
                    <a:pt x="74" y="90"/>
                    <a:pt x="73" y="94"/>
                    <a:pt x="72" y="96"/>
                  </a:cubicBezTo>
                  <a:cubicBezTo>
                    <a:pt x="70" y="98"/>
                    <a:pt x="66" y="100"/>
                    <a:pt x="64" y="100"/>
                  </a:cubicBezTo>
                  <a:cubicBezTo>
                    <a:pt x="62" y="100"/>
                    <a:pt x="60" y="99"/>
                    <a:pt x="59" y="99"/>
                  </a:cubicBezTo>
                  <a:cubicBezTo>
                    <a:pt x="56" y="99"/>
                    <a:pt x="51" y="99"/>
                    <a:pt x="49" y="100"/>
                  </a:cubicBezTo>
                  <a:cubicBezTo>
                    <a:pt x="47" y="101"/>
                    <a:pt x="43" y="104"/>
                    <a:pt x="42" y="106"/>
                  </a:cubicBezTo>
                  <a:cubicBezTo>
                    <a:pt x="42" y="108"/>
                    <a:pt x="43" y="111"/>
                    <a:pt x="43" y="112"/>
                  </a:cubicBezTo>
                  <a:cubicBezTo>
                    <a:pt x="43" y="113"/>
                    <a:pt x="43" y="114"/>
                    <a:pt x="42" y="115"/>
                  </a:cubicBezTo>
                  <a:cubicBezTo>
                    <a:pt x="41" y="115"/>
                    <a:pt x="38" y="115"/>
                    <a:pt x="37" y="114"/>
                  </a:cubicBezTo>
                  <a:cubicBezTo>
                    <a:pt x="35" y="114"/>
                    <a:pt x="32" y="114"/>
                    <a:pt x="30" y="114"/>
                  </a:cubicBezTo>
                  <a:cubicBezTo>
                    <a:pt x="28" y="115"/>
                    <a:pt x="27" y="119"/>
                    <a:pt x="26" y="121"/>
                  </a:cubicBezTo>
                  <a:cubicBezTo>
                    <a:pt x="25" y="123"/>
                    <a:pt x="27" y="129"/>
                    <a:pt x="27" y="132"/>
                  </a:cubicBezTo>
                  <a:cubicBezTo>
                    <a:pt x="26" y="132"/>
                    <a:pt x="26" y="134"/>
                    <a:pt x="25" y="134"/>
                  </a:cubicBezTo>
                  <a:cubicBezTo>
                    <a:pt x="23" y="136"/>
                    <a:pt x="17" y="137"/>
                    <a:pt x="15" y="139"/>
                  </a:cubicBezTo>
                  <a:cubicBezTo>
                    <a:pt x="12" y="141"/>
                    <a:pt x="7" y="146"/>
                    <a:pt x="5" y="149"/>
                  </a:cubicBezTo>
                  <a:cubicBezTo>
                    <a:pt x="3" y="154"/>
                    <a:pt x="1" y="163"/>
                    <a:pt x="0" y="167"/>
                  </a:cubicBezTo>
                  <a:cubicBezTo>
                    <a:pt x="0" y="171"/>
                    <a:pt x="0" y="177"/>
                    <a:pt x="0" y="180"/>
                  </a:cubicBezTo>
                  <a:cubicBezTo>
                    <a:pt x="0" y="182"/>
                    <a:pt x="2" y="186"/>
                    <a:pt x="3" y="189"/>
                  </a:cubicBezTo>
                  <a:cubicBezTo>
                    <a:pt x="3" y="192"/>
                    <a:pt x="3" y="199"/>
                    <a:pt x="4" y="202"/>
                  </a:cubicBezTo>
                  <a:cubicBezTo>
                    <a:pt x="6" y="206"/>
                    <a:pt x="10" y="212"/>
                    <a:pt x="11" y="216"/>
                  </a:cubicBezTo>
                  <a:cubicBezTo>
                    <a:pt x="13" y="221"/>
                    <a:pt x="13" y="236"/>
                    <a:pt x="13" y="236"/>
                  </a:cubicBezTo>
                  <a:cubicBezTo>
                    <a:pt x="20" y="236"/>
                    <a:pt x="20" y="236"/>
                    <a:pt x="20" y="236"/>
                  </a:cubicBezTo>
                  <a:cubicBezTo>
                    <a:pt x="20" y="236"/>
                    <a:pt x="30" y="227"/>
                    <a:pt x="34" y="2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57"/>
            <p:cNvSpPr>
              <a:spLocks/>
            </p:cNvSpPr>
            <p:nvPr/>
          </p:nvSpPr>
          <p:spPr bwMode="auto">
            <a:xfrm>
              <a:off x="3068638" y="1970088"/>
              <a:ext cx="568325" cy="587375"/>
            </a:xfrm>
            <a:custGeom>
              <a:avLst/>
              <a:gdLst/>
              <a:ahLst/>
              <a:cxnLst>
                <a:cxn ang="0">
                  <a:pos x="208" y="342"/>
                </a:cxn>
                <a:cxn ang="0">
                  <a:pos x="256" y="343"/>
                </a:cxn>
                <a:cxn ang="0">
                  <a:pos x="242" y="313"/>
                </a:cxn>
                <a:cxn ang="0">
                  <a:pos x="249" y="285"/>
                </a:cxn>
                <a:cxn ang="0">
                  <a:pos x="273" y="270"/>
                </a:cxn>
                <a:cxn ang="0">
                  <a:pos x="300" y="262"/>
                </a:cxn>
                <a:cxn ang="0">
                  <a:pos x="322" y="248"/>
                </a:cxn>
                <a:cxn ang="0">
                  <a:pos x="315" y="210"/>
                </a:cxn>
                <a:cxn ang="0">
                  <a:pos x="300" y="200"/>
                </a:cxn>
                <a:cxn ang="0">
                  <a:pos x="286" y="179"/>
                </a:cxn>
                <a:cxn ang="0">
                  <a:pos x="284" y="151"/>
                </a:cxn>
                <a:cxn ang="0">
                  <a:pos x="276" y="95"/>
                </a:cxn>
                <a:cxn ang="0">
                  <a:pos x="293" y="63"/>
                </a:cxn>
                <a:cxn ang="0">
                  <a:pos x="301" y="33"/>
                </a:cxn>
                <a:cxn ang="0">
                  <a:pos x="300" y="13"/>
                </a:cxn>
                <a:cxn ang="0">
                  <a:pos x="279" y="8"/>
                </a:cxn>
                <a:cxn ang="0">
                  <a:pos x="268" y="17"/>
                </a:cxn>
                <a:cxn ang="0">
                  <a:pos x="228" y="42"/>
                </a:cxn>
                <a:cxn ang="0">
                  <a:pos x="232" y="29"/>
                </a:cxn>
                <a:cxn ang="0">
                  <a:pos x="205" y="45"/>
                </a:cxn>
                <a:cxn ang="0">
                  <a:pos x="184" y="60"/>
                </a:cxn>
                <a:cxn ang="0">
                  <a:pos x="190" y="82"/>
                </a:cxn>
                <a:cxn ang="0">
                  <a:pos x="227" y="81"/>
                </a:cxn>
                <a:cxn ang="0">
                  <a:pos x="232" y="93"/>
                </a:cxn>
                <a:cxn ang="0">
                  <a:pos x="224" y="100"/>
                </a:cxn>
                <a:cxn ang="0">
                  <a:pos x="228" y="112"/>
                </a:cxn>
                <a:cxn ang="0">
                  <a:pos x="198" y="109"/>
                </a:cxn>
                <a:cxn ang="0">
                  <a:pos x="190" y="128"/>
                </a:cxn>
                <a:cxn ang="0">
                  <a:pos x="210" y="151"/>
                </a:cxn>
                <a:cxn ang="0">
                  <a:pos x="211" y="155"/>
                </a:cxn>
                <a:cxn ang="0">
                  <a:pos x="181" y="136"/>
                </a:cxn>
                <a:cxn ang="0">
                  <a:pos x="166" y="112"/>
                </a:cxn>
                <a:cxn ang="0">
                  <a:pos x="137" y="104"/>
                </a:cxn>
                <a:cxn ang="0">
                  <a:pos x="97" y="98"/>
                </a:cxn>
                <a:cxn ang="0">
                  <a:pos x="50" y="72"/>
                </a:cxn>
                <a:cxn ang="0">
                  <a:pos x="26" y="113"/>
                </a:cxn>
                <a:cxn ang="0">
                  <a:pos x="12" y="134"/>
                </a:cxn>
                <a:cxn ang="0">
                  <a:pos x="10" y="162"/>
                </a:cxn>
                <a:cxn ang="0">
                  <a:pos x="32" y="152"/>
                </a:cxn>
                <a:cxn ang="0">
                  <a:pos x="57" y="164"/>
                </a:cxn>
                <a:cxn ang="0">
                  <a:pos x="52" y="179"/>
                </a:cxn>
                <a:cxn ang="0">
                  <a:pos x="26" y="205"/>
                </a:cxn>
                <a:cxn ang="0">
                  <a:pos x="39" y="240"/>
                </a:cxn>
                <a:cxn ang="0">
                  <a:pos x="63" y="238"/>
                </a:cxn>
                <a:cxn ang="0">
                  <a:pos x="62" y="253"/>
                </a:cxn>
                <a:cxn ang="0">
                  <a:pos x="70" y="276"/>
                </a:cxn>
                <a:cxn ang="0">
                  <a:pos x="114" y="270"/>
                </a:cxn>
                <a:cxn ang="0">
                  <a:pos x="140" y="264"/>
                </a:cxn>
                <a:cxn ang="0">
                  <a:pos x="149" y="254"/>
                </a:cxn>
                <a:cxn ang="0">
                  <a:pos x="167" y="292"/>
                </a:cxn>
              </a:cxnLst>
              <a:rect l="0" t="0" r="r" b="b"/>
              <a:pathLst>
                <a:path w="335" h="346">
                  <a:moveTo>
                    <a:pt x="185" y="311"/>
                  </a:moveTo>
                  <a:cubicBezTo>
                    <a:pt x="187" y="312"/>
                    <a:pt x="189" y="315"/>
                    <a:pt x="189" y="316"/>
                  </a:cubicBezTo>
                  <a:cubicBezTo>
                    <a:pt x="190" y="320"/>
                    <a:pt x="185" y="326"/>
                    <a:pt x="186" y="329"/>
                  </a:cubicBezTo>
                  <a:cubicBezTo>
                    <a:pt x="189" y="335"/>
                    <a:pt x="202" y="340"/>
                    <a:pt x="208" y="342"/>
                  </a:cubicBezTo>
                  <a:cubicBezTo>
                    <a:pt x="211" y="343"/>
                    <a:pt x="219" y="342"/>
                    <a:pt x="223" y="341"/>
                  </a:cubicBezTo>
                  <a:cubicBezTo>
                    <a:pt x="224" y="341"/>
                    <a:pt x="225" y="339"/>
                    <a:pt x="226" y="339"/>
                  </a:cubicBezTo>
                  <a:cubicBezTo>
                    <a:pt x="232" y="338"/>
                    <a:pt x="241" y="345"/>
                    <a:pt x="247" y="346"/>
                  </a:cubicBezTo>
                  <a:cubicBezTo>
                    <a:pt x="249" y="346"/>
                    <a:pt x="255" y="345"/>
                    <a:pt x="256" y="343"/>
                  </a:cubicBezTo>
                  <a:cubicBezTo>
                    <a:pt x="258" y="340"/>
                    <a:pt x="255" y="329"/>
                    <a:pt x="253" y="326"/>
                  </a:cubicBezTo>
                  <a:cubicBezTo>
                    <a:pt x="249" y="322"/>
                    <a:pt x="231" y="325"/>
                    <a:pt x="231" y="319"/>
                  </a:cubicBezTo>
                  <a:cubicBezTo>
                    <a:pt x="231" y="317"/>
                    <a:pt x="236" y="318"/>
                    <a:pt x="237" y="317"/>
                  </a:cubicBezTo>
                  <a:cubicBezTo>
                    <a:pt x="238" y="316"/>
                    <a:pt x="241" y="314"/>
                    <a:pt x="242" y="313"/>
                  </a:cubicBezTo>
                  <a:cubicBezTo>
                    <a:pt x="243" y="310"/>
                    <a:pt x="240" y="305"/>
                    <a:pt x="240" y="303"/>
                  </a:cubicBezTo>
                  <a:cubicBezTo>
                    <a:pt x="240" y="300"/>
                    <a:pt x="237" y="293"/>
                    <a:pt x="239" y="291"/>
                  </a:cubicBezTo>
                  <a:cubicBezTo>
                    <a:pt x="240" y="290"/>
                    <a:pt x="244" y="292"/>
                    <a:pt x="245" y="291"/>
                  </a:cubicBezTo>
                  <a:cubicBezTo>
                    <a:pt x="246" y="290"/>
                    <a:pt x="247" y="286"/>
                    <a:pt x="249" y="285"/>
                  </a:cubicBezTo>
                  <a:cubicBezTo>
                    <a:pt x="250" y="284"/>
                    <a:pt x="253" y="284"/>
                    <a:pt x="255" y="285"/>
                  </a:cubicBezTo>
                  <a:cubicBezTo>
                    <a:pt x="257" y="286"/>
                    <a:pt x="260" y="292"/>
                    <a:pt x="262" y="293"/>
                  </a:cubicBezTo>
                  <a:cubicBezTo>
                    <a:pt x="264" y="293"/>
                    <a:pt x="268" y="290"/>
                    <a:pt x="269" y="289"/>
                  </a:cubicBezTo>
                  <a:cubicBezTo>
                    <a:pt x="272" y="285"/>
                    <a:pt x="270" y="274"/>
                    <a:pt x="273" y="270"/>
                  </a:cubicBezTo>
                  <a:cubicBezTo>
                    <a:pt x="274" y="269"/>
                    <a:pt x="277" y="270"/>
                    <a:pt x="278" y="269"/>
                  </a:cubicBezTo>
                  <a:cubicBezTo>
                    <a:pt x="281" y="268"/>
                    <a:pt x="287" y="263"/>
                    <a:pt x="290" y="264"/>
                  </a:cubicBezTo>
                  <a:cubicBezTo>
                    <a:pt x="292" y="265"/>
                    <a:pt x="294" y="273"/>
                    <a:pt x="297" y="273"/>
                  </a:cubicBezTo>
                  <a:cubicBezTo>
                    <a:pt x="300" y="272"/>
                    <a:pt x="298" y="264"/>
                    <a:pt x="300" y="262"/>
                  </a:cubicBezTo>
                  <a:cubicBezTo>
                    <a:pt x="302" y="261"/>
                    <a:pt x="308" y="262"/>
                    <a:pt x="309" y="261"/>
                  </a:cubicBezTo>
                  <a:cubicBezTo>
                    <a:pt x="311" y="258"/>
                    <a:pt x="307" y="250"/>
                    <a:pt x="309" y="247"/>
                  </a:cubicBezTo>
                  <a:cubicBezTo>
                    <a:pt x="310" y="246"/>
                    <a:pt x="312" y="245"/>
                    <a:pt x="313" y="245"/>
                  </a:cubicBezTo>
                  <a:cubicBezTo>
                    <a:pt x="316" y="245"/>
                    <a:pt x="320" y="248"/>
                    <a:pt x="322" y="248"/>
                  </a:cubicBezTo>
                  <a:cubicBezTo>
                    <a:pt x="326" y="248"/>
                    <a:pt x="333" y="244"/>
                    <a:pt x="334" y="241"/>
                  </a:cubicBezTo>
                  <a:cubicBezTo>
                    <a:pt x="335" y="239"/>
                    <a:pt x="333" y="234"/>
                    <a:pt x="333" y="234"/>
                  </a:cubicBezTo>
                  <a:cubicBezTo>
                    <a:pt x="333" y="234"/>
                    <a:pt x="329" y="232"/>
                    <a:pt x="328" y="231"/>
                  </a:cubicBezTo>
                  <a:cubicBezTo>
                    <a:pt x="324" y="227"/>
                    <a:pt x="317" y="216"/>
                    <a:pt x="315" y="210"/>
                  </a:cubicBezTo>
                  <a:cubicBezTo>
                    <a:pt x="314" y="208"/>
                    <a:pt x="315" y="205"/>
                    <a:pt x="315" y="203"/>
                  </a:cubicBezTo>
                  <a:cubicBezTo>
                    <a:pt x="314" y="202"/>
                    <a:pt x="311" y="198"/>
                    <a:pt x="309" y="197"/>
                  </a:cubicBezTo>
                  <a:cubicBezTo>
                    <a:pt x="308" y="196"/>
                    <a:pt x="306" y="196"/>
                    <a:pt x="304" y="196"/>
                  </a:cubicBezTo>
                  <a:cubicBezTo>
                    <a:pt x="303" y="197"/>
                    <a:pt x="302" y="199"/>
                    <a:pt x="300" y="200"/>
                  </a:cubicBezTo>
                  <a:cubicBezTo>
                    <a:pt x="299" y="200"/>
                    <a:pt x="297" y="201"/>
                    <a:pt x="296" y="200"/>
                  </a:cubicBezTo>
                  <a:cubicBezTo>
                    <a:pt x="292" y="199"/>
                    <a:pt x="286" y="192"/>
                    <a:pt x="284" y="188"/>
                  </a:cubicBezTo>
                  <a:cubicBezTo>
                    <a:pt x="284" y="186"/>
                    <a:pt x="282" y="182"/>
                    <a:pt x="283" y="181"/>
                  </a:cubicBezTo>
                  <a:cubicBezTo>
                    <a:pt x="284" y="180"/>
                    <a:pt x="286" y="180"/>
                    <a:pt x="286" y="179"/>
                  </a:cubicBezTo>
                  <a:cubicBezTo>
                    <a:pt x="287" y="179"/>
                    <a:pt x="287" y="176"/>
                    <a:pt x="287" y="175"/>
                  </a:cubicBezTo>
                  <a:cubicBezTo>
                    <a:pt x="286" y="174"/>
                    <a:pt x="282" y="174"/>
                    <a:pt x="281" y="173"/>
                  </a:cubicBezTo>
                  <a:cubicBezTo>
                    <a:pt x="280" y="172"/>
                    <a:pt x="279" y="170"/>
                    <a:pt x="278" y="168"/>
                  </a:cubicBezTo>
                  <a:cubicBezTo>
                    <a:pt x="278" y="164"/>
                    <a:pt x="284" y="155"/>
                    <a:pt x="284" y="151"/>
                  </a:cubicBezTo>
                  <a:cubicBezTo>
                    <a:pt x="286" y="140"/>
                    <a:pt x="289" y="117"/>
                    <a:pt x="286" y="106"/>
                  </a:cubicBezTo>
                  <a:cubicBezTo>
                    <a:pt x="286" y="105"/>
                    <a:pt x="285" y="103"/>
                    <a:pt x="284" y="102"/>
                  </a:cubicBezTo>
                  <a:cubicBezTo>
                    <a:pt x="283" y="101"/>
                    <a:pt x="279" y="100"/>
                    <a:pt x="278" y="99"/>
                  </a:cubicBezTo>
                  <a:cubicBezTo>
                    <a:pt x="277" y="98"/>
                    <a:pt x="276" y="96"/>
                    <a:pt x="276" y="95"/>
                  </a:cubicBezTo>
                  <a:cubicBezTo>
                    <a:pt x="276" y="93"/>
                    <a:pt x="278" y="91"/>
                    <a:pt x="279" y="90"/>
                  </a:cubicBezTo>
                  <a:cubicBezTo>
                    <a:pt x="280" y="85"/>
                    <a:pt x="276" y="73"/>
                    <a:pt x="280" y="68"/>
                  </a:cubicBezTo>
                  <a:cubicBezTo>
                    <a:pt x="281" y="67"/>
                    <a:pt x="287" y="67"/>
                    <a:pt x="289" y="66"/>
                  </a:cubicBezTo>
                  <a:cubicBezTo>
                    <a:pt x="290" y="65"/>
                    <a:pt x="292" y="64"/>
                    <a:pt x="293" y="63"/>
                  </a:cubicBezTo>
                  <a:cubicBezTo>
                    <a:pt x="295" y="60"/>
                    <a:pt x="296" y="50"/>
                    <a:pt x="298" y="47"/>
                  </a:cubicBezTo>
                  <a:cubicBezTo>
                    <a:pt x="300" y="44"/>
                    <a:pt x="307" y="41"/>
                    <a:pt x="307" y="38"/>
                  </a:cubicBezTo>
                  <a:cubicBezTo>
                    <a:pt x="308" y="37"/>
                    <a:pt x="307" y="35"/>
                    <a:pt x="306" y="34"/>
                  </a:cubicBezTo>
                  <a:cubicBezTo>
                    <a:pt x="305" y="33"/>
                    <a:pt x="302" y="34"/>
                    <a:pt x="301" y="33"/>
                  </a:cubicBezTo>
                  <a:cubicBezTo>
                    <a:pt x="300" y="33"/>
                    <a:pt x="299" y="30"/>
                    <a:pt x="298" y="30"/>
                  </a:cubicBezTo>
                  <a:cubicBezTo>
                    <a:pt x="295" y="28"/>
                    <a:pt x="288" y="29"/>
                    <a:pt x="286" y="27"/>
                  </a:cubicBezTo>
                  <a:cubicBezTo>
                    <a:pt x="285" y="26"/>
                    <a:pt x="283" y="24"/>
                    <a:pt x="284" y="22"/>
                  </a:cubicBezTo>
                  <a:cubicBezTo>
                    <a:pt x="285" y="18"/>
                    <a:pt x="298" y="17"/>
                    <a:pt x="300" y="13"/>
                  </a:cubicBezTo>
                  <a:cubicBezTo>
                    <a:pt x="301" y="12"/>
                    <a:pt x="300" y="8"/>
                    <a:pt x="300" y="8"/>
                  </a:cubicBezTo>
                  <a:cubicBezTo>
                    <a:pt x="300" y="8"/>
                    <a:pt x="289" y="14"/>
                    <a:pt x="285" y="15"/>
                  </a:cubicBezTo>
                  <a:cubicBezTo>
                    <a:pt x="283" y="15"/>
                    <a:pt x="279" y="16"/>
                    <a:pt x="278" y="14"/>
                  </a:cubicBezTo>
                  <a:cubicBezTo>
                    <a:pt x="277" y="13"/>
                    <a:pt x="279" y="10"/>
                    <a:pt x="279" y="8"/>
                  </a:cubicBezTo>
                  <a:cubicBezTo>
                    <a:pt x="279" y="6"/>
                    <a:pt x="280" y="3"/>
                    <a:pt x="278" y="2"/>
                  </a:cubicBezTo>
                  <a:cubicBezTo>
                    <a:pt x="277" y="0"/>
                    <a:pt x="273" y="2"/>
                    <a:pt x="271" y="3"/>
                  </a:cubicBezTo>
                  <a:cubicBezTo>
                    <a:pt x="270" y="4"/>
                    <a:pt x="267" y="6"/>
                    <a:pt x="267" y="8"/>
                  </a:cubicBezTo>
                  <a:cubicBezTo>
                    <a:pt x="266" y="10"/>
                    <a:pt x="269" y="15"/>
                    <a:pt x="268" y="17"/>
                  </a:cubicBezTo>
                  <a:cubicBezTo>
                    <a:pt x="268" y="19"/>
                    <a:pt x="264" y="21"/>
                    <a:pt x="262" y="22"/>
                  </a:cubicBezTo>
                  <a:cubicBezTo>
                    <a:pt x="258" y="25"/>
                    <a:pt x="248" y="28"/>
                    <a:pt x="244" y="31"/>
                  </a:cubicBezTo>
                  <a:cubicBezTo>
                    <a:pt x="242" y="32"/>
                    <a:pt x="239" y="38"/>
                    <a:pt x="236" y="39"/>
                  </a:cubicBezTo>
                  <a:cubicBezTo>
                    <a:pt x="234" y="40"/>
                    <a:pt x="230" y="43"/>
                    <a:pt x="228" y="42"/>
                  </a:cubicBezTo>
                  <a:cubicBezTo>
                    <a:pt x="227" y="41"/>
                    <a:pt x="227" y="39"/>
                    <a:pt x="227" y="38"/>
                  </a:cubicBezTo>
                  <a:cubicBezTo>
                    <a:pt x="227" y="36"/>
                    <a:pt x="228" y="34"/>
                    <a:pt x="229" y="33"/>
                  </a:cubicBezTo>
                  <a:cubicBezTo>
                    <a:pt x="230" y="31"/>
                    <a:pt x="238" y="30"/>
                    <a:pt x="237" y="28"/>
                  </a:cubicBezTo>
                  <a:cubicBezTo>
                    <a:pt x="237" y="27"/>
                    <a:pt x="233" y="28"/>
                    <a:pt x="232" y="29"/>
                  </a:cubicBezTo>
                  <a:cubicBezTo>
                    <a:pt x="229" y="29"/>
                    <a:pt x="225" y="30"/>
                    <a:pt x="223" y="32"/>
                  </a:cubicBezTo>
                  <a:cubicBezTo>
                    <a:pt x="221" y="34"/>
                    <a:pt x="219" y="40"/>
                    <a:pt x="217" y="42"/>
                  </a:cubicBezTo>
                  <a:cubicBezTo>
                    <a:pt x="216" y="43"/>
                    <a:pt x="213" y="46"/>
                    <a:pt x="211" y="47"/>
                  </a:cubicBezTo>
                  <a:cubicBezTo>
                    <a:pt x="210" y="47"/>
                    <a:pt x="207" y="45"/>
                    <a:pt x="205" y="45"/>
                  </a:cubicBezTo>
                  <a:cubicBezTo>
                    <a:pt x="203" y="45"/>
                    <a:pt x="199" y="45"/>
                    <a:pt x="197" y="46"/>
                  </a:cubicBezTo>
                  <a:cubicBezTo>
                    <a:pt x="196" y="47"/>
                    <a:pt x="196" y="49"/>
                    <a:pt x="195" y="49"/>
                  </a:cubicBezTo>
                  <a:cubicBezTo>
                    <a:pt x="193" y="51"/>
                    <a:pt x="187" y="53"/>
                    <a:pt x="185" y="56"/>
                  </a:cubicBezTo>
                  <a:cubicBezTo>
                    <a:pt x="184" y="57"/>
                    <a:pt x="184" y="59"/>
                    <a:pt x="184" y="60"/>
                  </a:cubicBezTo>
                  <a:cubicBezTo>
                    <a:pt x="184" y="61"/>
                    <a:pt x="183" y="63"/>
                    <a:pt x="184" y="64"/>
                  </a:cubicBezTo>
                  <a:cubicBezTo>
                    <a:pt x="185" y="65"/>
                    <a:pt x="188" y="65"/>
                    <a:pt x="189" y="67"/>
                  </a:cubicBezTo>
                  <a:cubicBezTo>
                    <a:pt x="190" y="69"/>
                    <a:pt x="187" y="74"/>
                    <a:pt x="187" y="76"/>
                  </a:cubicBezTo>
                  <a:cubicBezTo>
                    <a:pt x="187" y="78"/>
                    <a:pt x="188" y="81"/>
                    <a:pt x="190" y="82"/>
                  </a:cubicBezTo>
                  <a:cubicBezTo>
                    <a:pt x="191" y="82"/>
                    <a:pt x="195" y="81"/>
                    <a:pt x="197" y="81"/>
                  </a:cubicBezTo>
                  <a:cubicBezTo>
                    <a:pt x="202" y="79"/>
                    <a:pt x="210" y="71"/>
                    <a:pt x="214" y="72"/>
                  </a:cubicBezTo>
                  <a:cubicBezTo>
                    <a:pt x="217" y="72"/>
                    <a:pt x="222" y="75"/>
                    <a:pt x="224" y="77"/>
                  </a:cubicBezTo>
                  <a:cubicBezTo>
                    <a:pt x="225" y="78"/>
                    <a:pt x="226" y="80"/>
                    <a:pt x="227" y="81"/>
                  </a:cubicBezTo>
                  <a:cubicBezTo>
                    <a:pt x="230" y="83"/>
                    <a:pt x="237" y="80"/>
                    <a:pt x="239" y="81"/>
                  </a:cubicBezTo>
                  <a:cubicBezTo>
                    <a:pt x="240" y="82"/>
                    <a:pt x="242" y="85"/>
                    <a:pt x="242" y="86"/>
                  </a:cubicBezTo>
                  <a:cubicBezTo>
                    <a:pt x="242" y="88"/>
                    <a:pt x="240" y="91"/>
                    <a:pt x="239" y="92"/>
                  </a:cubicBezTo>
                  <a:cubicBezTo>
                    <a:pt x="238" y="93"/>
                    <a:pt x="233" y="93"/>
                    <a:pt x="232" y="93"/>
                  </a:cubicBezTo>
                  <a:cubicBezTo>
                    <a:pt x="230" y="93"/>
                    <a:pt x="228" y="90"/>
                    <a:pt x="226" y="89"/>
                  </a:cubicBezTo>
                  <a:cubicBezTo>
                    <a:pt x="224" y="89"/>
                    <a:pt x="221" y="89"/>
                    <a:pt x="219" y="90"/>
                  </a:cubicBezTo>
                  <a:cubicBezTo>
                    <a:pt x="219" y="91"/>
                    <a:pt x="217" y="93"/>
                    <a:pt x="217" y="94"/>
                  </a:cubicBezTo>
                  <a:cubicBezTo>
                    <a:pt x="218" y="96"/>
                    <a:pt x="222" y="99"/>
                    <a:pt x="224" y="100"/>
                  </a:cubicBezTo>
                  <a:cubicBezTo>
                    <a:pt x="227" y="102"/>
                    <a:pt x="233" y="102"/>
                    <a:pt x="235" y="103"/>
                  </a:cubicBezTo>
                  <a:cubicBezTo>
                    <a:pt x="238" y="104"/>
                    <a:pt x="246" y="108"/>
                    <a:pt x="246" y="111"/>
                  </a:cubicBezTo>
                  <a:cubicBezTo>
                    <a:pt x="246" y="113"/>
                    <a:pt x="242" y="116"/>
                    <a:pt x="240" y="116"/>
                  </a:cubicBezTo>
                  <a:cubicBezTo>
                    <a:pt x="237" y="117"/>
                    <a:pt x="231" y="113"/>
                    <a:pt x="228" y="112"/>
                  </a:cubicBezTo>
                  <a:cubicBezTo>
                    <a:pt x="225" y="112"/>
                    <a:pt x="220" y="111"/>
                    <a:pt x="217" y="112"/>
                  </a:cubicBezTo>
                  <a:cubicBezTo>
                    <a:pt x="215" y="112"/>
                    <a:pt x="212" y="117"/>
                    <a:pt x="210" y="118"/>
                  </a:cubicBezTo>
                  <a:cubicBezTo>
                    <a:pt x="209" y="118"/>
                    <a:pt x="205" y="118"/>
                    <a:pt x="203" y="118"/>
                  </a:cubicBezTo>
                  <a:cubicBezTo>
                    <a:pt x="201" y="116"/>
                    <a:pt x="200" y="110"/>
                    <a:pt x="198" y="109"/>
                  </a:cubicBezTo>
                  <a:cubicBezTo>
                    <a:pt x="197" y="109"/>
                    <a:pt x="195" y="109"/>
                    <a:pt x="194" y="110"/>
                  </a:cubicBezTo>
                  <a:cubicBezTo>
                    <a:pt x="192" y="111"/>
                    <a:pt x="192" y="116"/>
                    <a:pt x="191" y="118"/>
                  </a:cubicBezTo>
                  <a:cubicBezTo>
                    <a:pt x="190" y="119"/>
                    <a:pt x="187" y="120"/>
                    <a:pt x="187" y="121"/>
                  </a:cubicBezTo>
                  <a:cubicBezTo>
                    <a:pt x="186" y="123"/>
                    <a:pt x="189" y="127"/>
                    <a:pt x="190" y="128"/>
                  </a:cubicBezTo>
                  <a:cubicBezTo>
                    <a:pt x="192" y="130"/>
                    <a:pt x="198" y="128"/>
                    <a:pt x="199" y="130"/>
                  </a:cubicBezTo>
                  <a:cubicBezTo>
                    <a:pt x="201" y="132"/>
                    <a:pt x="201" y="138"/>
                    <a:pt x="202" y="140"/>
                  </a:cubicBezTo>
                  <a:cubicBezTo>
                    <a:pt x="203" y="142"/>
                    <a:pt x="208" y="145"/>
                    <a:pt x="209" y="147"/>
                  </a:cubicBezTo>
                  <a:cubicBezTo>
                    <a:pt x="210" y="148"/>
                    <a:pt x="209" y="150"/>
                    <a:pt x="210" y="151"/>
                  </a:cubicBezTo>
                  <a:cubicBezTo>
                    <a:pt x="211" y="153"/>
                    <a:pt x="216" y="154"/>
                    <a:pt x="218" y="156"/>
                  </a:cubicBezTo>
                  <a:cubicBezTo>
                    <a:pt x="219" y="158"/>
                    <a:pt x="223" y="164"/>
                    <a:pt x="221" y="166"/>
                  </a:cubicBezTo>
                  <a:cubicBezTo>
                    <a:pt x="221" y="167"/>
                    <a:pt x="219" y="165"/>
                    <a:pt x="218" y="164"/>
                  </a:cubicBezTo>
                  <a:cubicBezTo>
                    <a:pt x="216" y="162"/>
                    <a:pt x="214" y="156"/>
                    <a:pt x="211" y="155"/>
                  </a:cubicBezTo>
                  <a:cubicBezTo>
                    <a:pt x="209" y="154"/>
                    <a:pt x="202" y="154"/>
                    <a:pt x="200" y="155"/>
                  </a:cubicBezTo>
                  <a:cubicBezTo>
                    <a:pt x="198" y="156"/>
                    <a:pt x="198" y="162"/>
                    <a:pt x="196" y="162"/>
                  </a:cubicBezTo>
                  <a:cubicBezTo>
                    <a:pt x="195" y="163"/>
                    <a:pt x="192" y="160"/>
                    <a:pt x="191" y="158"/>
                  </a:cubicBezTo>
                  <a:cubicBezTo>
                    <a:pt x="187" y="154"/>
                    <a:pt x="185" y="141"/>
                    <a:pt x="181" y="136"/>
                  </a:cubicBezTo>
                  <a:cubicBezTo>
                    <a:pt x="180" y="135"/>
                    <a:pt x="176" y="133"/>
                    <a:pt x="175" y="131"/>
                  </a:cubicBezTo>
                  <a:cubicBezTo>
                    <a:pt x="174" y="129"/>
                    <a:pt x="178" y="125"/>
                    <a:pt x="178" y="122"/>
                  </a:cubicBezTo>
                  <a:cubicBezTo>
                    <a:pt x="178" y="120"/>
                    <a:pt x="177" y="115"/>
                    <a:pt x="175" y="114"/>
                  </a:cubicBezTo>
                  <a:cubicBezTo>
                    <a:pt x="174" y="112"/>
                    <a:pt x="169" y="112"/>
                    <a:pt x="166" y="112"/>
                  </a:cubicBezTo>
                  <a:cubicBezTo>
                    <a:pt x="164" y="112"/>
                    <a:pt x="160" y="113"/>
                    <a:pt x="158" y="113"/>
                  </a:cubicBezTo>
                  <a:cubicBezTo>
                    <a:pt x="156" y="113"/>
                    <a:pt x="152" y="112"/>
                    <a:pt x="151" y="111"/>
                  </a:cubicBezTo>
                  <a:cubicBezTo>
                    <a:pt x="149" y="110"/>
                    <a:pt x="147" y="106"/>
                    <a:pt x="146" y="105"/>
                  </a:cubicBezTo>
                  <a:cubicBezTo>
                    <a:pt x="144" y="104"/>
                    <a:pt x="139" y="103"/>
                    <a:pt x="137" y="104"/>
                  </a:cubicBezTo>
                  <a:cubicBezTo>
                    <a:pt x="135" y="104"/>
                    <a:pt x="132" y="108"/>
                    <a:pt x="130" y="109"/>
                  </a:cubicBezTo>
                  <a:cubicBezTo>
                    <a:pt x="128" y="110"/>
                    <a:pt x="126" y="113"/>
                    <a:pt x="124" y="114"/>
                  </a:cubicBezTo>
                  <a:cubicBezTo>
                    <a:pt x="121" y="114"/>
                    <a:pt x="116" y="111"/>
                    <a:pt x="114" y="109"/>
                  </a:cubicBezTo>
                  <a:cubicBezTo>
                    <a:pt x="109" y="107"/>
                    <a:pt x="101" y="101"/>
                    <a:pt x="97" y="98"/>
                  </a:cubicBezTo>
                  <a:cubicBezTo>
                    <a:pt x="94" y="95"/>
                    <a:pt x="91" y="88"/>
                    <a:pt x="88" y="85"/>
                  </a:cubicBezTo>
                  <a:cubicBezTo>
                    <a:pt x="86" y="82"/>
                    <a:pt x="82" y="78"/>
                    <a:pt x="79" y="77"/>
                  </a:cubicBezTo>
                  <a:cubicBezTo>
                    <a:pt x="76" y="76"/>
                    <a:pt x="69" y="78"/>
                    <a:pt x="65" y="78"/>
                  </a:cubicBezTo>
                  <a:cubicBezTo>
                    <a:pt x="61" y="77"/>
                    <a:pt x="54" y="73"/>
                    <a:pt x="50" y="72"/>
                  </a:cubicBezTo>
                  <a:cubicBezTo>
                    <a:pt x="48" y="72"/>
                    <a:pt x="44" y="73"/>
                    <a:pt x="42" y="74"/>
                  </a:cubicBezTo>
                  <a:cubicBezTo>
                    <a:pt x="39" y="76"/>
                    <a:pt x="36" y="82"/>
                    <a:pt x="35" y="85"/>
                  </a:cubicBezTo>
                  <a:cubicBezTo>
                    <a:pt x="33" y="90"/>
                    <a:pt x="35" y="100"/>
                    <a:pt x="33" y="105"/>
                  </a:cubicBezTo>
                  <a:cubicBezTo>
                    <a:pt x="32" y="107"/>
                    <a:pt x="28" y="111"/>
                    <a:pt x="26" y="113"/>
                  </a:cubicBezTo>
                  <a:cubicBezTo>
                    <a:pt x="24" y="114"/>
                    <a:pt x="19" y="114"/>
                    <a:pt x="17" y="115"/>
                  </a:cubicBezTo>
                  <a:cubicBezTo>
                    <a:pt x="16" y="116"/>
                    <a:pt x="15" y="120"/>
                    <a:pt x="15" y="121"/>
                  </a:cubicBezTo>
                  <a:cubicBezTo>
                    <a:pt x="14" y="123"/>
                    <a:pt x="16" y="128"/>
                    <a:pt x="16" y="130"/>
                  </a:cubicBezTo>
                  <a:cubicBezTo>
                    <a:pt x="15" y="131"/>
                    <a:pt x="13" y="134"/>
                    <a:pt x="12" y="134"/>
                  </a:cubicBezTo>
                  <a:cubicBezTo>
                    <a:pt x="11" y="135"/>
                    <a:pt x="8" y="135"/>
                    <a:pt x="6" y="135"/>
                  </a:cubicBezTo>
                  <a:cubicBezTo>
                    <a:pt x="4" y="137"/>
                    <a:pt x="2" y="143"/>
                    <a:pt x="2" y="146"/>
                  </a:cubicBezTo>
                  <a:cubicBezTo>
                    <a:pt x="1" y="149"/>
                    <a:pt x="0" y="157"/>
                    <a:pt x="0" y="157"/>
                  </a:cubicBezTo>
                  <a:cubicBezTo>
                    <a:pt x="0" y="157"/>
                    <a:pt x="7" y="162"/>
                    <a:pt x="10" y="162"/>
                  </a:cubicBezTo>
                  <a:cubicBezTo>
                    <a:pt x="12" y="163"/>
                    <a:pt x="17" y="160"/>
                    <a:pt x="19" y="161"/>
                  </a:cubicBezTo>
                  <a:cubicBezTo>
                    <a:pt x="21" y="162"/>
                    <a:pt x="22" y="167"/>
                    <a:pt x="24" y="167"/>
                  </a:cubicBezTo>
                  <a:cubicBezTo>
                    <a:pt x="26" y="167"/>
                    <a:pt x="30" y="165"/>
                    <a:pt x="31" y="163"/>
                  </a:cubicBezTo>
                  <a:cubicBezTo>
                    <a:pt x="32" y="161"/>
                    <a:pt x="30" y="154"/>
                    <a:pt x="32" y="152"/>
                  </a:cubicBezTo>
                  <a:cubicBezTo>
                    <a:pt x="33" y="151"/>
                    <a:pt x="35" y="150"/>
                    <a:pt x="36" y="151"/>
                  </a:cubicBezTo>
                  <a:cubicBezTo>
                    <a:pt x="40" y="152"/>
                    <a:pt x="42" y="159"/>
                    <a:pt x="45" y="161"/>
                  </a:cubicBezTo>
                  <a:cubicBezTo>
                    <a:pt x="47" y="161"/>
                    <a:pt x="52" y="160"/>
                    <a:pt x="54" y="161"/>
                  </a:cubicBezTo>
                  <a:cubicBezTo>
                    <a:pt x="55" y="161"/>
                    <a:pt x="56" y="163"/>
                    <a:pt x="57" y="164"/>
                  </a:cubicBezTo>
                  <a:cubicBezTo>
                    <a:pt x="57" y="165"/>
                    <a:pt x="55" y="168"/>
                    <a:pt x="56" y="170"/>
                  </a:cubicBezTo>
                  <a:cubicBezTo>
                    <a:pt x="57" y="171"/>
                    <a:pt x="62" y="172"/>
                    <a:pt x="63" y="174"/>
                  </a:cubicBezTo>
                  <a:cubicBezTo>
                    <a:pt x="63" y="176"/>
                    <a:pt x="60" y="179"/>
                    <a:pt x="59" y="179"/>
                  </a:cubicBezTo>
                  <a:cubicBezTo>
                    <a:pt x="57" y="180"/>
                    <a:pt x="54" y="179"/>
                    <a:pt x="52" y="179"/>
                  </a:cubicBezTo>
                  <a:cubicBezTo>
                    <a:pt x="50" y="180"/>
                    <a:pt x="47" y="183"/>
                    <a:pt x="45" y="185"/>
                  </a:cubicBezTo>
                  <a:cubicBezTo>
                    <a:pt x="44" y="187"/>
                    <a:pt x="44" y="191"/>
                    <a:pt x="43" y="193"/>
                  </a:cubicBezTo>
                  <a:cubicBezTo>
                    <a:pt x="43" y="194"/>
                    <a:pt x="41" y="196"/>
                    <a:pt x="40" y="197"/>
                  </a:cubicBezTo>
                  <a:cubicBezTo>
                    <a:pt x="37" y="200"/>
                    <a:pt x="29" y="202"/>
                    <a:pt x="26" y="205"/>
                  </a:cubicBezTo>
                  <a:cubicBezTo>
                    <a:pt x="23" y="208"/>
                    <a:pt x="19" y="215"/>
                    <a:pt x="18" y="220"/>
                  </a:cubicBezTo>
                  <a:cubicBezTo>
                    <a:pt x="18" y="222"/>
                    <a:pt x="18" y="226"/>
                    <a:pt x="20" y="228"/>
                  </a:cubicBezTo>
                  <a:cubicBezTo>
                    <a:pt x="23" y="231"/>
                    <a:pt x="35" y="227"/>
                    <a:pt x="38" y="231"/>
                  </a:cubicBezTo>
                  <a:cubicBezTo>
                    <a:pt x="40" y="233"/>
                    <a:pt x="38" y="238"/>
                    <a:pt x="39" y="240"/>
                  </a:cubicBezTo>
                  <a:cubicBezTo>
                    <a:pt x="41" y="243"/>
                    <a:pt x="49" y="247"/>
                    <a:pt x="53" y="248"/>
                  </a:cubicBezTo>
                  <a:cubicBezTo>
                    <a:pt x="54" y="248"/>
                    <a:pt x="55" y="247"/>
                    <a:pt x="56" y="247"/>
                  </a:cubicBezTo>
                  <a:cubicBezTo>
                    <a:pt x="57" y="246"/>
                    <a:pt x="57" y="242"/>
                    <a:pt x="58" y="240"/>
                  </a:cubicBezTo>
                  <a:cubicBezTo>
                    <a:pt x="59" y="239"/>
                    <a:pt x="61" y="238"/>
                    <a:pt x="63" y="238"/>
                  </a:cubicBezTo>
                  <a:cubicBezTo>
                    <a:pt x="64" y="238"/>
                    <a:pt x="66" y="239"/>
                    <a:pt x="66" y="240"/>
                  </a:cubicBezTo>
                  <a:cubicBezTo>
                    <a:pt x="66" y="242"/>
                    <a:pt x="61" y="242"/>
                    <a:pt x="60" y="244"/>
                  </a:cubicBezTo>
                  <a:cubicBezTo>
                    <a:pt x="60" y="245"/>
                    <a:pt x="59" y="247"/>
                    <a:pt x="60" y="249"/>
                  </a:cubicBezTo>
                  <a:cubicBezTo>
                    <a:pt x="60" y="250"/>
                    <a:pt x="62" y="252"/>
                    <a:pt x="62" y="253"/>
                  </a:cubicBezTo>
                  <a:cubicBezTo>
                    <a:pt x="63" y="255"/>
                    <a:pt x="60" y="261"/>
                    <a:pt x="62" y="263"/>
                  </a:cubicBezTo>
                  <a:cubicBezTo>
                    <a:pt x="63" y="265"/>
                    <a:pt x="67" y="264"/>
                    <a:pt x="68" y="265"/>
                  </a:cubicBezTo>
                  <a:cubicBezTo>
                    <a:pt x="69" y="265"/>
                    <a:pt x="71" y="267"/>
                    <a:pt x="71" y="267"/>
                  </a:cubicBezTo>
                  <a:cubicBezTo>
                    <a:pt x="72" y="269"/>
                    <a:pt x="69" y="274"/>
                    <a:pt x="70" y="276"/>
                  </a:cubicBezTo>
                  <a:cubicBezTo>
                    <a:pt x="74" y="281"/>
                    <a:pt x="87" y="286"/>
                    <a:pt x="93" y="284"/>
                  </a:cubicBezTo>
                  <a:cubicBezTo>
                    <a:pt x="95" y="284"/>
                    <a:pt x="98" y="278"/>
                    <a:pt x="100" y="277"/>
                  </a:cubicBezTo>
                  <a:cubicBezTo>
                    <a:pt x="102" y="276"/>
                    <a:pt x="105" y="278"/>
                    <a:pt x="106" y="277"/>
                  </a:cubicBezTo>
                  <a:cubicBezTo>
                    <a:pt x="109" y="276"/>
                    <a:pt x="111" y="269"/>
                    <a:pt x="114" y="270"/>
                  </a:cubicBezTo>
                  <a:cubicBezTo>
                    <a:pt x="115" y="270"/>
                    <a:pt x="116" y="274"/>
                    <a:pt x="118" y="275"/>
                  </a:cubicBezTo>
                  <a:cubicBezTo>
                    <a:pt x="119" y="276"/>
                    <a:pt x="121" y="276"/>
                    <a:pt x="123" y="276"/>
                  </a:cubicBezTo>
                  <a:cubicBezTo>
                    <a:pt x="126" y="275"/>
                    <a:pt x="130" y="267"/>
                    <a:pt x="133" y="265"/>
                  </a:cubicBezTo>
                  <a:cubicBezTo>
                    <a:pt x="135" y="264"/>
                    <a:pt x="138" y="265"/>
                    <a:pt x="140" y="264"/>
                  </a:cubicBezTo>
                  <a:cubicBezTo>
                    <a:pt x="141" y="264"/>
                    <a:pt x="142" y="262"/>
                    <a:pt x="143" y="260"/>
                  </a:cubicBezTo>
                  <a:cubicBezTo>
                    <a:pt x="143" y="258"/>
                    <a:pt x="142" y="253"/>
                    <a:pt x="144" y="251"/>
                  </a:cubicBezTo>
                  <a:cubicBezTo>
                    <a:pt x="144" y="250"/>
                    <a:pt x="147" y="249"/>
                    <a:pt x="148" y="250"/>
                  </a:cubicBezTo>
                  <a:cubicBezTo>
                    <a:pt x="149" y="250"/>
                    <a:pt x="149" y="253"/>
                    <a:pt x="149" y="254"/>
                  </a:cubicBezTo>
                  <a:cubicBezTo>
                    <a:pt x="151" y="256"/>
                    <a:pt x="155" y="259"/>
                    <a:pt x="158" y="260"/>
                  </a:cubicBezTo>
                  <a:cubicBezTo>
                    <a:pt x="161" y="262"/>
                    <a:pt x="169" y="264"/>
                    <a:pt x="170" y="268"/>
                  </a:cubicBezTo>
                  <a:cubicBezTo>
                    <a:pt x="171" y="271"/>
                    <a:pt x="165" y="275"/>
                    <a:pt x="164" y="278"/>
                  </a:cubicBezTo>
                  <a:cubicBezTo>
                    <a:pt x="164" y="282"/>
                    <a:pt x="167" y="288"/>
                    <a:pt x="167" y="292"/>
                  </a:cubicBezTo>
                  <a:cubicBezTo>
                    <a:pt x="166" y="296"/>
                    <a:pt x="163" y="307"/>
                    <a:pt x="163" y="307"/>
                  </a:cubicBezTo>
                  <a:cubicBezTo>
                    <a:pt x="163" y="307"/>
                    <a:pt x="164" y="311"/>
                    <a:pt x="165" y="312"/>
                  </a:cubicBezTo>
                  <a:cubicBezTo>
                    <a:pt x="169" y="315"/>
                    <a:pt x="181" y="309"/>
                    <a:pt x="185" y="3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58"/>
            <p:cNvSpPr>
              <a:spLocks/>
            </p:cNvSpPr>
            <p:nvPr/>
          </p:nvSpPr>
          <p:spPr bwMode="auto">
            <a:xfrm>
              <a:off x="3163888" y="2357438"/>
              <a:ext cx="585788" cy="882650"/>
            </a:xfrm>
            <a:custGeom>
              <a:avLst/>
              <a:gdLst/>
              <a:ahLst/>
              <a:cxnLst>
                <a:cxn ang="0">
                  <a:pos x="329" y="176"/>
                </a:cxn>
                <a:cxn ang="0">
                  <a:pos x="314" y="152"/>
                </a:cxn>
                <a:cxn ang="0">
                  <a:pos x="302" y="133"/>
                </a:cxn>
                <a:cxn ang="0">
                  <a:pos x="285" y="116"/>
                </a:cxn>
                <a:cxn ang="0">
                  <a:pos x="287" y="100"/>
                </a:cxn>
                <a:cxn ang="0">
                  <a:pos x="301" y="49"/>
                </a:cxn>
                <a:cxn ang="0">
                  <a:pos x="287" y="3"/>
                </a:cxn>
                <a:cxn ang="0">
                  <a:pos x="266" y="20"/>
                </a:cxn>
                <a:cxn ang="0">
                  <a:pos x="244" y="34"/>
                </a:cxn>
                <a:cxn ang="0">
                  <a:pos x="217" y="42"/>
                </a:cxn>
                <a:cxn ang="0">
                  <a:pos x="193" y="57"/>
                </a:cxn>
                <a:cxn ang="0">
                  <a:pos x="186" y="85"/>
                </a:cxn>
                <a:cxn ang="0">
                  <a:pos x="200" y="115"/>
                </a:cxn>
                <a:cxn ang="0">
                  <a:pos x="152" y="114"/>
                </a:cxn>
                <a:cxn ang="0">
                  <a:pos x="109" y="84"/>
                </a:cxn>
                <a:cxn ang="0">
                  <a:pos x="77" y="74"/>
                </a:cxn>
                <a:cxn ang="0">
                  <a:pos x="76" y="88"/>
                </a:cxn>
                <a:cxn ang="0">
                  <a:pos x="84" y="120"/>
                </a:cxn>
                <a:cxn ang="0">
                  <a:pos x="82" y="135"/>
                </a:cxn>
                <a:cxn ang="0">
                  <a:pos x="60" y="127"/>
                </a:cxn>
                <a:cxn ang="0">
                  <a:pos x="54" y="137"/>
                </a:cxn>
                <a:cxn ang="0">
                  <a:pos x="46" y="154"/>
                </a:cxn>
                <a:cxn ang="0">
                  <a:pos x="58" y="167"/>
                </a:cxn>
                <a:cxn ang="0">
                  <a:pos x="64" y="183"/>
                </a:cxn>
                <a:cxn ang="0">
                  <a:pos x="54" y="193"/>
                </a:cxn>
                <a:cxn ang="0">
                  <a:pos x="47" y="214"/>
                </a:cxn>
                <a:cxn ang="0">
                  <a:pos x="20" y="231"/>
                </a:cxn>
                <a:cxn ang="0">
                  <a:pos x="27" y="242"/>
                </a:cxn>
                <a:cxn ang="0">
                  <a:pos x="58" y="237"/>
                </a:cxn>
                <a:cxn ang="0">
                  <a:pos x="78" y="223"/>
                </a:cxn>
                <a:cxn ang="0">
                  <a:pos x="109" y="223"/>
                </a:cxn>
                <a:cxn ang="0">
                  <a:pos x="124" y="234"/>
                </a:cxn>
                <a:cxn ang="0">
                  <a:pos x="148" y="268"/>
                </a:cxn>
                <a:cxn ang="0">
                  <a:pos x="135" y="279"/>
                </a:cxn>
                <a:cxn ang="0">
                  <a:pos x="143" y="302"/>
                </a:cxn>
                <a:cxn ang="0">
                  <a:pos x="157" y="317"/>
                </a:cxn>
                <a:cxn ang="0">
                  <a:pos x="164" y="327"/>
                </a:cxn>
                <a:cxn ang="0">
                  <a:pos x="168" y="352"/>
                </a:cxn>
                <a:cxn ang="0">
                  <a:pos x="164" y="371"/>
                </a:cxn>
                <a:cxn ang="0">
                  <a:pos x="163" y="397"/>
                </a:cxn>
                <a:cxn ang="0">
                  <a:pos x="161" y="427"/>
                </a:cxn>
                <a:cxn ang="0">
                  <a:pos x="162" y="446"/>
                </a:cxn>
                <a:cxn ang="0">
                  <a:pos x="160" y="462"/>
                </a:cxn>
                <a:cxn ang="0">
                  <a:pos x="169" y="474"/>
                </a:cxn>
                <a:cxn ang="0">
                  <a:pos x="178" y="501"/>
                </a:cxn>
                <a:cxn ang="0">
                  <a:pos x="200" y="512"/>
                </a:cxn>
                <a:cxn ang="0">
                  <a:pos x="232" y="510"/>
                </a:cxn>
                <a:cxn ang="0">
                  <a:pos x="245" y="498"/>
                </a:cxn>
                <a:cxn ang="0">
                  <a:pos x="270" y="480"/>
                </a:cxn>
                <a:cxn ang="0">
                  <a:pos x="282" y="457"/>
                </a:cxn>
                <a:cxn ang="0">
                  <a:pos x="275" y="422"/>
                </a:cxn>
                <a:cxn ang="0">
                  <a:pos x="271" y="345"/>
                </a:cxn>
                <a:cxn ang="0">
                  <a:pos x="272" y="292"/>
                </a:cxn>
                <a:cxn ang="0">
                  <a:pos x="293" y="264"/>
                </a:cxn>
                <a:cxn ang="0">
                  <a:pos x="310" y="255"/>
                </a:cxn>
                <a:cxn ang="0">
                  <a:pos x="331" y="243"/>
                </a:cxn>
                <a:cxn ang="0">
                  <a:pos x="345" y="209"/>
                </a:cxn>
              </a:cxnLst>
              <a:rect l="0" t="0" r="r" b="b"/>
              <a:pathLst>
                <a:path w="345" h="520">
                  <a:moveTo>
                    <a:pt x="333" y="198"/>
                  </a:moveTo>
                  <a:cubicBezTo>
                    <a:pt x="332" y="198"/>
                    <a:pt x="330" y="195"/>
                    <a:pt x="330" y="194"/>
                  </a:cubicBezTo>
                  <a:cubicBezTo>
                    <a:pt x="329" y="191"/>
                    <a:pt x="334" y="185"/>
                    <a:pt x="333" y="182"/>
                  </a:cubicBezTo>
                  <a:cubicBezTo>
                    <a:pt x="333" y="180"/>
                    <a:pt x="330" y="177"/>
                    <a:pt x="329" y="176"/>
                  </a:cubicBezTo>
                  <a:cubicBezTo>
                    <a:pt x="328" y="175"/>
                    <a:pt x="326" y="175"/>
                    <a:pt x="325" y="175"/>
                  </a:cubicBezTo>
                  <a:cubicBezTo>
                    <a:pt x="322" y="173"/>
                    <a:pt x="318" y="170"/>
                    <a:pt x="317" y="167"/>
                  </a:cubicBezTo>
                  <a:cubicBezTo>
                    <a:pt x="316" y="165"/>
                    <a:pt x="319" y="162"/>
                    <a:pt x="319" y="160"/>
                  </a:cubicBezTo>
                  <a:cubicBezTo>
                    <a:pt x="319" y="157"/>
                    <a:pt x="315" y="154"/>
                    <a:pt x="314" y="152"/>
                  </a:cubicBezTo>
                  <a:cubicBezTo>
                    <a:pt x="314" y="149"/>
                    <a:pt x="317" y="144"/>
                    <a:pt x="317" y="141"/>
                  </a:cubicBezTo>
                  <a:cubicBezTo>
                    <a:pt x="317" y="136"/>
                    <a:pt x="314" y="126"/>
                    <a:pt x="310" y="124"/>
                  </a:cubicBezTo>
                  <a:cubicBezTo>
                    <a:pt x="308" y="124"/>
                    <a:pt x="305" y="124"/>
                    <a:pt x="304" y="125"/>
                  </a:cubicBezTo>
                  <a:cubicBezTo>
                    <a:pt x="302" y="127"/>
                    <a:pt x="303" y="132"/>
                    <a:pt x="302" y="133"/>
                  </a:cubicBezTo>
                  <a:cubicBezTo>
                    <a:pt x="300" y="135"/>
                    <a:pt x="296" y="135"/>
                    <a:pt x="295" y="135"/>
                  </a:cubicBezTo>
                  <a:cubicBezTo>
                    <a:pt x="294" y="135"/>
                    <a:pt x="291" y="135"/>
                    <a:pt x="290" y="134"/>
                  </a:cubicBezTo>
                  <a:cubicBezTo>
                    <a:pt x="288" y="133"/>
                    <a:pt x="285" y="128"/>
                    <a:pt x="284" y="126"/>
                  </a:cubicBezTo>
                  <a:cubicBezTo>
                    <a:pt x="284" y="123"/>
                    <a:pt x="286" y="118"/>
                    <a:pt x="285" y="116"/>
                  </a:cubicBezTo>
                  <a:cubicBezTo>
                    <a:pt x="284" y="115"/>
                    <a:pt x="281" y="114"/>
                    <a:pt x="280" y="114"/>
                  </a:cubicBezTo>
                  <a:cubicBezTo>
                    <a:pt x="279" y="113"/>
                    <a:pt x="277" y="111"/>
                    <a:pt x="276" y="110"/>
                  </a:cubicBezTo>
                  <a:cubicBezTo>
                    <a:pt x="276" y="109"/>
                    <a:pt x="275" y="107"/>
                    <a:pt x="276" y="106"/>
                  </a:cubicBezTo>
                  <a:cubicBezTo>
                    <a:pt x="277" y="103"/>
                    <a:pt x="285" y="102"/>
                    <a:pt x="287" y="100"/>
                  </a:cubicBezTo>
                  <a:cubicBezTo>
                    <a:pt x="291" y="96"/>
                    <a:pt x="297" y="87"/>
                    <a:pt x="297" y="81"/>
                  </a:cubicBezTo>
                  <a:cubicBezTo>
                    <a:pt x="297" y="79"/>
                    <a:pt x="294" y="75"/>
                    <a:pt x="293" y="73"/>
                  </a:cubicBezTo>
                  <a:cubicBezTo>
                    <a:pt x="292" y="68"/>
                    <a:pt x="290" y="59"/>
                    <a:pt x="292" y="55"/>
                  </a:cubicBezTo>
                  <a:cubicBezTo>
                    <a:pt x="294" y="52"/>
                    <a:pt x="299" y="51"/>
                    <a:pt x="301" y="49"/>
                  </a:cubicBezTo>
                  <a:cubicBezTo>
                    <a:pt x="303" y="48"/>
                    <a:pt x="305" y="44"/>
                    <a:pt x="306" y="42"/>
                  </a:cubicBezTo>
                  <a:cubicBezTo>
                    <a:pt x="309" y="36"/>
                    <a:pt x="316" y="23"/>
                    <a:pt x="313" y="17"/>
                  </a:cubicBezTo>
                  <a:cubicBezTo>
                    <a:pt x="310" y="12"/>
                    <a:pt x="298" y="11"/>
                    <a:pt x="294" y="9"/>
                  </a:cubicBezTo>
                  <a:cubicBezTo>
                    <a:pt x="292" y="8"/>
                    <a:pt x="289" y="4"/>
                    <a:pt x="287" y="3"/>
                  </a:cubicBezTo>
                  <a:cubicBezTo>
                    <a:pt x="285" y="2"/>
                    <a:pt x="282" y="0"/>
                    <a:pt x="280" y="0"/>
                  </a:cubicBezTo>
                  <a:cubicBezTo>
                    <a:pt x="279" y="1"/>
                    <a:pt x="277" y="6"/>
                    <a:pt x="277" y="6"/>
                  </a:cubicBezTo>
                  <a:cubicBezTo>
                    <a:pt x="277" y="6"/>
                    <a:pt x="279" y="11"/>
                    <a:pt x="278" y="13"/>
                  </a:cubicBezTo>
                  <a:cubicBezTo>
                    <a:pt x="277" y="16"/>
                    <a:pt x="270" y="20"/>
                    <a:pt x="266" y="20"/>
                  </a:cubicBezTo>
                  <a:cubicBezTo>
                    <a:pt x="264" y="20"/>
                    <a:pt x="260" y="17"/>
                    <a:pt x="257" y="17"/>
                  </a:cubicBezTo>
                  <a:cubicBezTo>
                    <a:pt x="256" y="17"/>
                    <a:pt x="254" y="18"/>
                    <a:pt x="253" y="19"/>
                  </a:cubicBezTo>
                  <a:cubicBezTo>
                    <a:pt x="251" y="22"/>
                    <a:pt x="255" y="30"/>
                    <a:pt x="253" y="33"/>
                  </a:cubicBezTo>
                  <a:cubicBezTo>
                    <a:pt x="252" y="34"/>
                    <a:pt x="246" y="33"/>
                    <a:pt x="244" y="34"/>
                  </a:cubicBezTo>
                  <a:cubicBezTo>
                    <a:pt x="242" y="36"/>
                    <a:pt x="244" y="44"/>
                    <a:pt x="241" y="45"/>
                  </a:cubicBezTo>
                  <a:cubicBezTo>
                    <a:pt x="238" y="45"/>
                    <a:pt x="236" y="37"/>
                    <a:pt x="234" y="36"/>
                  </a:cubicBezTo>
                  <a:cubicBezTo>
                    <a:pt x="231" y="35"/>
                    <a:pt x="225" y="40"/>
                    <a:pt x="222" y="41"/>
                  </a:cubicBezTo>
                  <a:cubicBezTo>
                    <a:pt x="221" y="42"/>
                    <a:pt x="218" y="41"/>
                    <a:pt x="217" y="42"/>
                  </a:cubicBezTo>
                  <a:cubicBezTo>
                    <a:pt x="214" y="46"/>
                    <a:pt x="216" y="57"/>
                    <a:pt x="213" y="61"/>
                  </a:cubicBezTo>
                  <a:cubicBezTo>
                    <a:pt x="212" y="62"/>
                    <a:pt x="208" y="65"/>
                    <a:pt x="206" y="65"/>
                  </a:cubicBezTo>
                  <a:cubicBezTo>
                    <a:pt x="204" y="64"/>
                    <a:pt x="201" y="58"/>
                    <a:pt x="199" y="57"/>
                  </a:cubicBezTo>
                  <a:cubicBezTo>
                    <a:pt x="197" y="56"/>
                    <a:pt x="194" y="56"/>
                    <a:pt x="193" y="57"/>
                  </a:cubicBezTo>
                  <a:cubicBezTo>
                    <a:pt x="191" y="58"/>
                    <a:pt x="190" y="62"/>
                    <a:pt x="189" y="63"/>
                  </a:cubicBezTo>
                  <a:cubicBezTo>
                    <a:pt x="188" y="64"/>
                    <a:pt x="184" y="62"/>
                    <a:pt x="183" y="63"/>
                  </a:cubicBezTo>
                  <a:cubicBezTo>
                    <a:pt x="181" y="65"/>
                    <a:pt x="184" y="72"/>
                    <a:pt x="184" y="75"/>
                  </a:cubicBezTo>
                  <a:cubicBezTo>
                    <a:pt x="184" y="77"/>
                    <a:pt x="187" y="82"/>
                    <a:pt x="186" y="85"/>
                  </a:cubicBezTo>
                  <a:cubicBezTo>
                    <a:pt x="185" y="86"/>
                    <a:pt x="182" y="88"/>
                    <a:pt x="181" y="89"/>
                  </a:cubicBezTo>
                  <a:cubicBezTo>
                    <a:pt x="180" y="90"/>
                    <a:pt x="175" y="89"/>
                    <a:pt x="175" y="91"/>
                  </a:cubicBezTo>
                  <a:cubicBezTo>
                    <a:pt x="175" y="97"/>
                    <a:pt x="193" y="94"/>
                    <a:pt x="197" y="98"/>
                  </a:cubicBezTo>
                  <a:cubicBezTo>
                    <a:pt x="199" y="101"/>
                    <a:pt x="202" y="112"/>
                    <a:pt x="200" y="115"/>
                  </a:cubicBezTo>
                  <a:cubicBezTo>
                    <a:pt x="199" y="117"/>
                    <a:pt x="193" y="118"/>
                    <a:pt x="191" y="118"/>
                  </a:cubicBezTo>
                  <a:cubicBezTo>
                    <a:pt x="185" y="117"/>
                    <a:pt x="176" y="110"/>
                    <a:pt x="170" y="111"/>
                  </a:cubicBezTo>
                  <a:cubicBezTo>
                    <a:pt x="169" y="111"/>
                    <a:pt x="168" y="113"/>
                    <a:pt x="167" y="113"/>
                  </a:cubicBezTo>
                  <a:cubicBezTo>
                    <a:pt x="163" y="114"/>
                    <a:pt x="155" y="115"/>
                    <a:pt x="152" y="114"/>
                  </a:cubicBezTo>
                  <a:cubicBezTo>
                    <a:pt x="146" y="112"/>
                    <a:pt x="133" y="107"/>
                    <a:pt x="130" y="101"/>
                  </a:cubicBezTo>
                  <a:cubicBezTo>
                    <a:pt x="129" y="98"/>
                    <a:pt x="134" y="92"/>
                    <a:pt x="133" y="88"/>
                  </a:cubicBezTo>
                  <a:cubicBezTo>
                    <a:pt x="133" y="87"/>
                    <a:pt x="131" y="84"/>
                    <a:pt x="129" y="83"/>
                  </a:cubicBezTo>
                  <a:cubicBezTo>
                    <a:pt x="125" y="81"/>
                    <a:pt x="113" y="87"/>
                    <a:pt x="109" y="84"/>
                  </a:cubicBezTo>
                  <a:cubicBezTo>
                    <a:pt x="108" y="83"/>
                    <a:pt x="107" y="79"/>
                    <a:pt x="107" y="79"/>
                  </a:cubicBezTo>
                  <a:cubicBezTo>
                    <a:pt x="107" y="79"/>
                    <a:pt x="98" y="79"/>
                    <a:pt x="95" y="78"/>
                  </a:cubicBezTo>
                  <a:cubicBezTo>
                    <a:pt x="91" y="76"/>
                    <a:pt x="86" y="67"/>
                    <a:pt x="81" y="68"/>
                  </a:cubicBezTo>
                  <a:cubicBezTo>
                    <a:pt x="80" y="68"/>
                    <a:pt x="77" y="72"/>
                    <a:pt x="77" y="74"/>
                  </a:cubicBezTo>
                  <a:cubicBezTo>
                    <a:pt x="77" y="75"/>
                    <a:pt x="78" y="76"/>
                    <a:pt x="79" y="77"/>
                  </a:cubicBezTo>
                  <a:cubicBezTo>
                    <a:pt x="80" y="77"/>
                    <a:pt x="83" y="77"/>
                    <a:pt x="84" y="78"/>
                  </a:cubicBezTo>
                  <a:cubicBezTo>
                    <a:pt x="85" y="79"/>
                    <a:pt x="84" y="81"/>
                    <a:pt x="83" y="82"/>
                  </a:cubicBezTo>
                  <a:cubicBezTo>
                    <a:pt x="82" y="84"/>
                    <a:pt x="77" y="86"/>
                    <a:pt x="76" y="88"/>
                  </a:cubicBezTo>
                  <a:cubicBezTo>
                    <a:pt x="76" y="89"/>
                    <a:pt x="75" y="92"/>
                    <a:pt x="76" y="94"/>
                  </a:cubicBezTo>
                  <a:cubicBezTo>
                    <a:pt x="77" y="96"/>
                    <a:pt x="83" y="99"/>
                    <a:pt x="84" y="101"/>
                  </a:cubicBezTo>
                  <a:cubicBezTo>
                    <a:pt x="86" y="103"/>
                    <a:pt x="87" y="108"/>
                    <a:pt x="87" y="110"/>
                  </a:cubicBezTo>
                  <a:cubicBezTo>
                    <a:pt x="87" y="113"/>
                    <a:pt x="83" y="117"/>
                    <a:pt x="84" y="120"/>
                  </a:cubicBezTo>
                  <a:cubicBezTo>
                    <a:pt x="84" y="121"/>
                    <a:pt x="88" y="122"/>
                    <a:pt x="88" y="123"/>
                  </a:cubicBezTo>
                  <a:cubicBezTo>
                    <a:pt x="89" y="124"/>
                    <a:pt x="88" y="127"/>
                    <a:pt x="87" y="128"/>
                  </a:cubicBezTo>
                  <a:cubicBezTo>
                    <a:pt x="87" y="129"/>
                    <a:pt x="83" y="129"/>
                    <a:pt x="82" y="130"/>
                  </a:cubicBezTo>
                  <a:cubicBezTo>
                    <a:pt x="82" y="131"/>
                    <a:pt x="83" y="135"/>
                    <a:pt x="82" y="135"/>
                  </a:cubicBezTo>
                  <a:cubicBezTo>
                    <a:pt x="80" y="137"/>
                    <a:pt x="75" y="134"/>
                    <a:pt x="73" y="133"/>
                  </a:cubicBezTo>
                  <a:cubicBezTo>
                    <a:pt x="71" y="131"/>
                    <a:pt x="69" y="125"/>
                    <a:pt x="66" y="124"/>
                  </a:cubicBezTo>
                  <a:cubicBezTo>
                    <a:pt x="65" y="123"/>
                    <a:pt x="63" y="123"/>
                    <a:pt x="62" y="124"/>
                  </a:cubicBezTo>
                  <a:cubicBezTo>
                    <a:pt x="61" y="124"/>
                    <a:pt x="60" y="126"/>
                    <a:pt x="60" y="127"/>
                  </a:cubicBezTo>
                  <a:cubicBezTo>
                    <a:pt x="61" y="129"/>
                    <a:pt x="64" y="130"/>
                    <a:pt x="64" y="132"/>
                  </a:cubicBezTo>
                  <a:cubicBezTo>
                    <a:pt x="64" y="133"/>
                    <a:pt x="64" y="134"/>
                    <a:pt x="64" y="134"/>
                  </a:cubicBezTo>
                  <a:cubicBezTo>
                    <a:pt x="62" y="136"/>
                    <a:pt x="59" y="138"/>
                    <a:pt x="57" y="138"/>
                  </a:cubicBezTo>
                  <a:cubicBezTo>
                    <a:pt x="56" y="138"/>
                    <a:pt x="55" y="137"/>
                    <a:pt x="54" y="137"/>
                  </a:cubicBezTo>
                  <a:cubicBezTo>
                    <a:pt x="53" y="138"/>
                    <a:pt x="51" y="139"/>
                    <a:pt x="51" y="140"/>
                  </a:cubicBezTo>
                  <a:cubicBezTo>
                    <a:pt x="52" y="142"/>
                    <a:pt x="56" y="142"/>
                    <a:pt x="57" y="143"/>
                  </a:cubicBezTo>
                  <a:cubicBezTo>
                    <a:pt x="57" y="144"/>
                    <a:pt x="56" y="147"/>
                    <a:pt x="55" y="147"/>
                  </a:cubicBezTo>
                  <a:cubicBezTo>
                    <a:pt x="53" y="149"/>
                    <a:pt x="47" y="151"/>
                    <a:pt x="46" y="154"/>
                  </a:cubicBezTo>
                  <a:cubicBezTo>
                    <a:pt x="45" y="155"/>
                    <a:pt x="46" y="157"/>
                    <a:pt x="45" y="158"/>
                  </a:cubicBezTo>
                  <a:cubicBezTo>
                    <a:pt x="45" y="159"/>
                    <a:pt x="43" y="159"/>
                    <a:pt x="43" y="159"/>
                  </a:cubicBezTo>
                  <a:cubicBezTo>
                    <a:pt x="42" y="160"/>
                    <a:pt x="44" y="162"/>
                    <a:pt x="45" y="163"/>
                  </a:cubicBezTo>
                  <a:cubicBezTo>
                    <a:pt x="47" y="165"/>
                    <a:pt x="55" y="165"/>
                    <a:pt x="58" y="167"/>
                  </a:cubicBezTo>
                  <a:cubicBezTo>
                    <a:pt x="58" y="168"/>
                    <a:pt x="59" y="170"/>
                    <a:pt x="59" y="171"/>
                  </a:cubicBezTo>
                  <a:cubicBezTo>
                    <a:pt x="59" y="172"/>
                    <a:pt x="57" y="173"/>
                    <a:pt x="57" y="174"/>
                  </a:cubicBezTo>
                  <a:cubicBezTo>
                    <a:pt x="57" y="176"/>
                    <a:pt x="58" y="178"/>
                    <a:pt x="59" y="179"/>
                  </a:cubicBezTo>
                  <a:cubicBezTo>
                    <a:pt x="60" y="181"/>
                    <a:pt x="63" y="182"/>
                    <a:pt x="64" y="183"/>
                  </a:cubicBezTo>
                  <a:cubicBezTo>
                    <a:pt x="65" y="184"/>
                    <a:pt x="65" y="186"/>
                    <a:pt x="65" y="187"/>
                  </a:cubicBezTo>
                  <a:cubicBezTo>
                    <a:pt x="64" y="188"/>
                    <a:pt x="63" y="188"/>
                    <a:pt x="62" y="188"/>
                  </a:cubicBezTo>
                  <a:cubicBezTo>
                    <a:pt x="61" y="189"/>
                    <a:pt x="59" y="188"/>
                    <a:pt x="58" y="188"/>
                  </a:cubicBezTo>
                  <a:cubicBezTo>
                    <a:pt x="56" y="189"/>
                    <a:pt x="54" y="191"/>
                    <a:pt x="54" y="193"/>
                  </a:cubicBezTo>
                  <a:cubicBezTo>
                    <a:pt x="53" y="195"/>
                    <a:pt x="53" y="200"/>
                    <a:pt x="52" y="203"/>
                  </a:cubicBezTo>
                  <a:cubicBezTo>
                    <a:pt x="51" y="205"/>
                    <a:pt x="47" y="207"/>
                    <a:pt x="47" y="209"/>
                  </a:cubicBezTo>
                  <a:cubicBezTo>
                    <a:pt x="47" y="210"/>
                    <a:pt x="49" y="211"/>
                    <a:pt x="49" y="213"/>
                  </a:cubicBezTo>
                  <a:cubicBezTo>
                    <a:pt x="49" y="213"/>
                    <a:pt x="48" y="214"/>
                    <a:pt x="47" y="214"/>
                  </a:cubicBezTo>
                  <a:cubicBezTo>
                    <a:pt x="45" y="215"/>
                    <a:pt x="39" y="212"/>
                    <a:pt x="37" y="213"/>
                  </a:cubicBezTo>
                  <a:cubicBezTo>
                    <a:pt x="36" y="214"/>
                    <a:pt x="36" y="218"/>
                    <a:pt x="35" y="219"/>
                  </a:cubicBezTo>
                  <a:cubicBezTo>
                    <a:pt x="33" y="221"/>
                    <a:pt x="27" y="220"/>
                    <a:pt x="25" y="221"/>
                  </a:cubicBezTo>
                  <a:cubicBezTo>
                    <a:pt x="23" y="223"/>
                    <a:pt x="22" y="230"/>
                    <a:pt x="20" y="231"/>
                  </a:cubicBezTo>
                  <a:cubicBezTo>
                    <a:pt x="17" y="232"/>
                    <a:pt x="12" y="228"/>
                    <a:pt x="10" y="228"/>
                  </a:cubicBezTo>
                  <a:cubicBezTo>
                    <a:pt x="7" y="229"/>
                    <a:pt x="0" y="236"/>
                    <a:pt x="0" y="236"/>
                  </a:cubicBezTo>
                  <a:cubicBezTo>
                    <a:pt x="0" y="236"/>
                    <a:pt x="12" y="235"/>
                    <a:pt x="16" y="236"/>
                  </a:cubicBezTo>
                  <a:cubicBezTo>
                    <a:pt x="19" y="237"/>
                    <a:pt x="24" y="243"/>
                    <a:pt x="27" y="242"/>
                  </a:cubicBezTo>
                  <a:cubicBezTo>
                    <a:pt x="29" y="242"/>
                    <a:pt x="30" y="236"/>
                    <a:pt x="32" y="236"/>
                  </a:cubicBezTo>
                  <a:cubicBezTo>
                    <a:pt x="33" y="236"/>
                    <a:pt x="33" y="240"/>
                    <a:pt x="35" y="241"/>
                  </a:cubicBezTo>
                  <a:cubicBezTo>
                    <a:pt x="38" y="242"/>
                    <a:pt x="45" y="240"/>
                    <a:pt x="48" y="240"/>
                  </a:cubicBezTo>
                  <a:cubicBezTo>
                    <a:pt x="51" y="239"/>
                    <a:pt x="56" y="238"/>
                    <a:pt x="58" y="237"/>
                  </a:cubicBezTo>
                  <a:cubicBezTo>
                    <a:pt x="60" y="237"/>
                    <a:pt x="62" y="235"/>
                    <a:pt x="63" y="234"/>
                  </a:cubicBezTo>
                  <a:cubicBezTo>
                    <a:pt x="64" y="231"/>
                    <a:pt x="62" y="225"/>
                    <a:pt x="63" y="223"/>
                  </a:cubicBezTo>
                  <a:cubicBezTo>
                    <a:pt x="63" y="222"/>
                    <a:pt x="65" y="220"/>
                    <a:pt x="66" y="220"/>
                  </a:cubicBezTo>
                  <a:cubicBezTo>
                    <a:pt x="69" y="219"/>
                    <a:pt x="75" y="223"/>
                    <a:pt x="78" y="223"/>
                  </a:cubicBezTo>
                  <a:cubicBezTo>
                    <a:pt x="80" y="223"/>
                    <a:pt x="84" y="223"/>
                    <a:pt x="85" y="222"/>
                  </a:cubicBezTo>
                  <a:cubicBezTo>
                    <a:pt x="87" y="220"/>
                    <a:pt x="86" y="214"/>
                    <a:pt x="89" y="213"/>
                  </a:cubicBezTo>
                  <a:cubicBezTo>
                    <a:pt x="92" y="211"/>
                    <a:pt x="100" y="216"/>
                    <a:pt x="103" y="218"/>
                  </a:cubicBezTo>
                  <a:cubicBezTo>
                    <a:pt x="105" y="219"/>
                    <a:pt x="107" y="223"/>
                    <a:pt x="109" y="223"/>
                  </a:cubicBezTo>
                  <a:cubicBezTo>
                    <a:pt x="112" y="225"/>
                    <a:pt x="118" y="223"/>
                    <a:pt x="121" y="224"/>
                  </a:cubicBezTo>
                  <a:cubicBezTo>
                    <a:pt x="124" y="225"/>
                    <a:pt x="129" y="228"/>
                    <a:pt x="131" y="231"/>
                  </a:cubicBezTo>
                  <a:cubicBezTo>
                    <a:pt x="131" y="231"/>
                    <a:pt x="132" y="233"/>
                    <a:pt x="131" y="234"/>
                  </a:cubicBezTo>
                  <a:cubicBezTo>
                    <a:pt x="130" y="235"/>
                    <a:pt x="125" y="233"/>
                    <a:pt x="124" y="234"/>
                  </a:cubicBezTo>
                  <a:cubicBezTo>
                    <a:pt x="124" y="235"/>
                    <a:pt x="124" y="238"/>
                    <a:pt x="124" y="239"/>
                  </a:cubicBezTo>
                  <a:cubicBezTo>
                    <a:pt x="125" y="241"/>
                    <a:pt x="130" y="245"/>
                    <a:pt x="130" y="248"/>
                  </a:cubicBezTo>
                  <a:cubicBezTo>
                    <a:pt x="130" y="249"/>
                    <a:pt x="129" y="251"/>
                    <a:pt x="129" y="252"/>
                  </a:cubicBezTo>
                  <a:cubicBezTo>
                    <a:pt x="131" y="258"/>
                    <a:pt x="144" y="263"/>
                    <a:pt x="148" y="268"/>
                  </a:cubicBezTo>
                  <a:cubicBezTo>
                    <a:pt x="149" y="269"/>
                    <a:pt x="150" y="271"/>
                    <a:pt x="150" y="272"/>
                  </a:cubicBezTo>
                  <a:cubicBezTo>
                    <a:pt x="150" y="273"/>
                    <a:pt x="149" y="275"/>
                    <a:pt x="148" y="275"/>
                  </a:cubicBezTo>
                  <a:cubicBezTo>
                    <a:pt x="147" y="276"/>
                    <a:pt x="144" y="273"/>
                    <a:pt x="142" y="273"/>
                  </a:cubicBezTo>
                  <a:cubicBezTo>
                    <a:pt x="140" y="273"/>
                    <a:pt x="136" y="277"/>
                    <a:pt x="135" y="279"/>
                  </a:cubicBezTo>
                  <a:cubicBezTo>
                    <a:pt x="134" y="280"/>
                    <a:pt x="133" y="283"/>
                    <a:pt x="133" y="284"/>
                  </a:cubicBezTo>
                  <a:cubicBezTo>
                    <a:pt x="134" y="286"/>
                    <a:pt x="140" y="286"/>
                    <a:pt x="141" y="288"/>
                  </a:cubicBezTo>
                  <a:cubicBezTo>
                    <a:pt x="142" y="291"/>
                    <a:pt x="138" y="296"/>
                    <a:pt x="139" y="298"/>
                  </a:cubicBezTo>
                  <a:cubicBezTo>
                    <a:pt x="139" y="300"/>
                    <a:pt x="142" y="302"/>
                    <a:pt x="143" y="302"/>
                  </a:cubicBezTo>
                  <a:cubicBezTo>
                    <a:pt x="144" y="303"/>
                    <a:pt x="148" y="303"/>
                    <a:pt x="150" y="303"/>
                  </a:cubicBezTo>
                  <a:cubicBezTo>
                    <a:pt x="151" y="304"/>
                    <a:pt x="154" y="306"/>
                    <a:pt x="154" y="308"/>
                  </a:cubicBezTo>
                  <a:cubicBezTo>
                    <a:pt x="154" y="310"/>
                    <a:pt x="151" y="312"/>
                    <a:pt x="151" y="313"/>
                  </a:cubicBezTo>
                  <a:cubicBezTo>
                    <a:pt x="151" y="315"/>
                    <a:pt x="155" y="316"/>
                    <a:pt x="157" y="317"/>
                  </a:cubicBezTo>
                  <a:cubicBezTo>
                    <a:pt x="159" y="317"/>
                    <a:pt x="162" y="314"/>
                    <a:pt x="164" y="314"/>
                  </a:cubicBezTo>
                  <a:cubicBezTo>
                    <a:pt x="167" y="315"/>
                    <a:pt x="172" y="320"/>
                    <a:pt x="172" y="323"/>
                  </a:cubicBezTo>
                  <a:cubicBezTo>
                    <a:pt x="172" y="325"/>
                    <a:pt x="170" y="326"/>
                    <a:pt x="169" y="327"/>
                  </a:cubicBezTo>
                  <a:cubicBezTo>
                    <a:pt x="168" y="328"/>
                    <a:pt x="164" y="326"/>
                    <a:pt x="164" y="327"/>
                  </a:cubicBezTo>
                  <a:cubicBezTo>
                    <a:pt x="162" y="329"/>
                    <a:pt x="167" y="333"/>
                    <a:pt x="167" y="335"/>
                  </a:cubicBezTo>
                  <a:cubicBezTo>
                    <a:pt x="167" y="337"/>
                    <a:pt x="165" y="339"/>
                    <a:pt x="165" y="341"/>
                  </a:cubicBezTo>
                  <a:cubicBezTo>
                    <a:pt x="164" y="343"/>
                    <a:pt x="164" y="347"/>
                    <a:pt x="164" y="348"/>
                  </a:cubicBezTo>
                  <a:cubicBezTo>
                    <a:pt x="165" y="350"/>
                    <a:pt x="168" y="351"/>
                    <a:pt x="168" y="352"/>
                  </a:cubicBezTo>
                  <a:cubicBezTo>
                    <a:pt x="168" y="353"/>
                    <a:pt x="168" y="355"/>
                    <a:pt x="168" y="355"/>
                  </a:cubicBezTo>
                  <a:cubicBezTo>
                    <a:pt x="167" y="356"/>
                    <a:pt x="163" y="355"/>
                    <a:pt x="162" y="356"/>
                  </a:cubicBezTo>
                  <a:cubicBezTo>
                    <a:pt x="161" y="357"/>
                    <a:pt x="161" y="361"/>
                    <a:pt x="161" y="363"/>
                  </a:cubicBezTo>
                  <a:cubicBezTo>
                    <a:pt x="161" y="365"/>
                    <a:pt x="164" y="369"/>
                    <a:pt x="164" y="371"/>
                  </a:cubicBezTo>
                  <a:cubicBezTo>
                    <a:pt x="164" y="373"/>
                    <a:pt x="161" y="377"/>
                    <a:pt x="161" y="378"/>
                  </a:cubicBezTo>
                  <a:cubicBezTo>
                    <a:pt x="161" y="380"/>
                    <a:pt x="161" y="383"/>
                    <a:pt x="161" y="384"/>
                  </a:cubicBezTo>
                  <a:cubicBezTo>
                    <a:pt x="161" y="386"/>
                    <a:pt x="163" y="391"/>
                    <a:pt x="164" y="393"/>
                  </a:cubicBezTo>
                  <a:cubicBezTo>
                    <a:pt x="164" y="394"/>
                    <a:pt x="163" y="396"/>
                    <a:pt x="163" y="397"/>
                  </a:cubicBezTo>
                  <a:cubicBezTo>
                    <a:pt x="164" y="399"/>
                    <a:pt x="169" y="402"/>
                    <a:pt x="170" y="405"/>
                  </a:cubicBezTo>
                  <a:cubicBezTo>
                    <a:pt x="170" y="406"/>
                    <a:pt x="171" y="408"/>
                    <a:pt x="170" y="409"/>
                  </a:cubicBezTo>
                  <a:cubicBezTo>
                    <a:pt x="169" y="411"/>
                    <a:pt x="164" y="410"/>
                    <a:pt x="163" y="411"/>
                  </a:cubicBezTo>
                  <a:cubicBezTo>
                    <a:pt x="160" y="414"/>
                    <a:pt x="158" y="423"/>
                    <a:pt x="161" y="427"/>
                  </a:cubicBezTo>
                  <a:cubicBezTo>
                    <a:pt x="162" y="428"/>
                    <a:pt x="166" y="427"/>
                    <a:pt x="168" y="428"/>
                  </a:cubicBezTo>
                  <a:cubicBezTo>
                    <a:pt x="168" y="428"/>
                    <a:pt x="169" y="430"/>
                    <a:pt x="170" y="431"/>
                  </a:cubicBezTo>
                  <a:cubicBezTo>
                    <a:pt x="170" y="434"/>
                    <a:pt x="171" y="440"/>
                    <a:pt x="169" y="442"/>
                  </a:cubicBezTo>
                  <a:cubicBezTo>
                    <a:pt x="168" y="444"/>
                    <a:pt x="163" y="444"/>
                    <a:pt x="162" y="446"/>
                  </a:cubicBezTo>
                  <a:cubicBezTo>
                    <a:pt x="161" y="447"/>
                    <a:pt x="161" y="449"/>
                    <a:pt x="161" y="451"/>
                  </a:cubicBezTo>
                  <a:cubicBezTo>
                    <a:pt x="162" y="453"/>
                    <a:pt x="165" y="456"/>
                    <a:pt x="165" y="458"/>
                  </a:cubicBezTo>
                  <a:cubicBezTo>
                    <a:pt x="165" y="459"/>
                    <a:pt x="164" y="461"/>
                    <a:pt x="163" y="461"/>
                  </a:cubicBezTo>
                  <a:cubicBezTo>
                    <a:pt x="163" y="462"/>
                    <a:pt x="161" y="461"/>
                    <a:pt x="160" y="462"/>
                  </a:cubicBezTo>
                  <a:cubicBezTo>
                    <a:pt x="159" y="462"/>
                    <a:pt x="159" y="463"/>
                    <a:pt x="159" y="464"/>
                  </a:cubicBezTo>
                  <a:cubicBezTo>
                    <a:pt x="159" y="465"/>
                    <a:pt x="160" y="467"/>
                    <a:pt x="161" y="468"/>
                  </a:cubicBezTo>
                  <a:cubicBezTo>
                    <a:pt x="162" y="469"/>
                    <a:pt x="164" y="472"/>
                    <a:pt x="166" y="473"/>
                  </a:cubicBezTo>
                  <a:cubicBezTo>
                    <a:pt x="166" y="474"/>
                    <a:pt x="169" y="473"/>
                    <a:pt x="169" y="474"/>
                  </a:cubicBezTo>
                  <a:cubicBezTo>
                    <a:pt x="171" y="476"/>
                    <a:pt x="169" y="480"/>
                    <a:pt x="169" y="482"/>
                  </a:cubicBezTo>
                  <a:cubicBezTo>
                    <a:pt x="170" y="484"/>
                    <a:pt x="176" y="485"/>
                    <a:pt x="177" y="487"/>
                  </a:cubicBezTo>
                  <a:cubicBezTo>
                    <a:pt x="177" y="489"/>
                    <a:pt x="174" y="491"/>
                    <a:pt x="174" y="493"/>
                  </a:cubicBezTo>
                  <a:cubicBezTo>
                    <a:pt x="174" y="495"/>
                    <a:pt x="177" y="499"/>
                    <a:pt x="178" y="501"/>
                  </a:cubicBezTo>
                  <a:cubicBezTo>
                    <a:pt x="179" y="503"/>
                    <a:pt x="181" y="505"/>
                    <a:pt x="183" y="506"/>
                  </a:cubicBezTo>
                  <a:cubicBezTo>
                    <a:pt x="184" y="507"/>
                    <a:pt x="187" y="507"/>
                    <a:pt x="188" y="508"/>
                  </a:cubicBezTo>
                  <a:cubicBezTo>
                    <a:pt x="189" y="509"/>
                    <a:pt x="189" y="512"/>
                    <a:pt x="190" y="512"/>
                  </a:cubicBezTo>
                  <a:cubicBezTo>
                    <a:pt x="192" y="514"/>
                    <a:pt x="198" y="512"/>
                    <a:pt x="200" y="512"/>
                  </a:cubicBezTo>
                  <a:cubicBezTo>
                    <a:pt x="204" y="513"/>
                    <a:pt x="212" y="518"/>
                    <a:pt x="216" y="519"/>
                  </a:cubicBezTo>
                  <a:cubicBezTo>
                    <a:pt x="217" y="520"/>
                    <a:pt x="222" y="520"/>
                    <a:pt x="222" y="520"/>
                  </a:cubicBezTo>
                  <a:cubicBezTo>
                    <a:pt x="222" y="520"/>
                    <a:pt x="223" y="514"/>
                    <a:pt x="225" y="513"/>
                  </a:cubicBezTo>
                  <a:cubicBezTo>
                    <a:pt x="226" y="511"/>
                    <a:pt x="231" y="511"/>
                    <a:pt x="232" y="510"/>
                  </a:cubicBezTo>
                  <a:cubicBezTo>
                    <a:pt x="233" y="509"/>
                    <a:pt x="235" y="506"/>
                    <a:pt x="235" y="505"/>
                  </a:cubicBezTo>
                  <a:cubicBezTo>
                    <a:pt x="235" y="503"/>
                    <a:pt x="235" y="500"/>
                    <a:pt x="235" y="499"/>
                  </a:cubicBezTo>
                  <a:cubicBezTo>
                    <a:pt x="236" y="498"/>
                    <a:pt x="239" y="496"/>
                    <a:pt x="240" y="496"/>
                  </a:cubicBezTo>
                  <a:cubicBezTo>
                    <a:pt x="242" y="496"/>
                    <a:pt x="244" y="498"/>
                    <a:pt x="245" y="498"/>
                  </a:cubicBezTo>
                  <a:cubicBezTo>
                    <a:pt x="247" y="498"/>
                    <a:pt x="249" y="493"/>
                    <a:pt x="250" y="492"/>
                  </a:cubicBezTo>
                  <a:cubicBezTo>
                    <a:pt x="253" y="492"/>
                    <a:pt x="257" y="494"/>
                    <a:pt x="260" y="494"/>
                  </a:cubicBezTo>
                  <a:cubicBezTo>
                    <a:pt x="262" y="494"/>
                    <a:pt x="266" y="493"/>
                    <a:pt x="267" y="492"/>
                  </a:cubicBezTo>
                  <a:cubicBezTo>
                    <a:pt x="269" y="490"/>
                    <a:pt x="268" y="482"/>
                    <a:pt x="270" y="480"/>
                  </a:cubicBezTo>
                  <a:cubicBezTo>
                    <a:pt x="271" y="478"/>
                    <a:pt x="278" y="476"/>
                    <a:pt x="278" y="476"/>
                  </a:cubicBezTo>
                  <a:cubicBezTo>
                    <a:pt x="278" y="476"/>
                    <a:pt x="284" y="472"/>
                    <a:pt x="285" y="469"/>
                  </a:cubicBezTo>
                  <a:cubicBezTo>
                    <a:pt x="286" y="468"/>
                    <a:pt x="287" y="464"/>
                    <a:pt x="287" y="462"/>
                  </a:cubicBezTo>
                  <a:cubicBezTo>
                    <a:pt x="286" y="460"/>
                    <a:pt x="282" y="459"/>
                    <a:pt x="282" y="457"/>
                  </a:cubicBezTo>
                  <a:cubicBezTo>
                    <a:pt x="282" y="455"/>
                    <a:pt x="284" y="452"/>
                    <a:pt x="284" y="450"/>
                  </a:cubicBezTo>
                  <a:cubicBezTo>
                    <a:pt x="284" y="448"/>
                    <a:pt x="282" y="444"/>
                    <a:pt x="281" y="442"/>
                  </a:cubicBezTo>
                  <a:cubicBezTo>
                    <a:pt x="281" y="440"/>
                    <a:pt x="281" y="435"/>
                    <a:pt x="280" y="433"/>
                  </a:cubicBezTo>
                  <a:cubicBezTo>
                    <a:pt x="279" y="430"/>
                    <a:pt x="276" y="425"/>
                    <a:pt x="275" y="422"/>
                  </a:cubicBezTo>
                  <a:cubicBezTo>
                    <a:pt x="274" y="416"/>
                    <a:pt x="279" y="404"/>
                    <a:pt x="280" y="398"/>
                  </a:cubicBezTo>
                  <a:cubicBezTo>
                    <a:pt x="280" y="393"/>
                    <a:pt x="280" y="379"/>
                    <a:pt x="280" y="379"/>
                  </a:cubicBezTo>
                  <a:cubicBezTo>
                    <a:pt x="280" y="379"/>
                    <a:pt x="280" y="364"/>
                    <a:pt x="278" y="359"/>
                  </a:cubicBezTo>
                  <a:cubicBezTo>
                    <a:pt x="277" y="355"/>
                    <a:pt x="273" y="349"/>
                    <a:pt x="271" y="345"/>
                  </a:cubicBezTo>
                  <a:cubicBezTo>
                    <a:pt x="270" y="342"/>
                    <a:pt x="270" y="335"/>
                    <a:pt x="270" y="332"/>
                  </a:cubicBezTo>
                  <a:cubicBezTo>
                    <a:pt x="269" y="329"/>
                    <a:pt x="267" y="325"/>
                    <a:pt x="267" y="323"/>
                  </a:cubicBezTo>
                  <a:cubicBezTo>
                    <a:pt x="267" y="320"/>
                    <a:pt x="267" y="314"/>
                    <a:pt x="267" y="310"/>
                  </a:cubicBezTo>
                  <a:cubicBezTo>
                    <a:pt x="268" y="306"/>
                    <a:pt x="270" y="297"/>
                    <a:pt x="272" y="292"/>
                  </a:cubicBezTo>
                  <a:cubicBezTo>
                    <a:pt x="274" y="289"/>
                    <a:pt x="279" y="284"/>
                    <a:pt x="282" y="282"/>
                  </a:cubicBezTo>
                  <a:cubicBezTo>
                    <a:pt x="284" y="280"/>
                    <a:pt x="290" y="279"/>
                    <a:pt x="292" y="277"/>
                  </a:cubicBezTo>
                  <a:cubicBezTo>
                    <a:pt x="293" y="277"/>
                    <a:pt x="293" y="275"/>
                    <a:pt x="294" y="275"/>
                  </a:cubicBezTo>
                  <a:cubicBezTo>
                    <a:pt x="294" y="272"/>
                    <a:pt x="292" y="266"/>
                    <a:pt x="293" y="264"/>
                  </a:cubicBezTo>
                  <a:cubicBezTo>
                    <a:pt x="294" y="262"/>
                    <a:pt x="295" y="258"/>
                    <a:pt x="297" y="257"/>
                  </a:cubicBezTo>
                  <a:cubicBezTo>
                    <a:pt x="299" y="257"/>
                    <a:pt x="302" y="257"/>
                    <a:pt x="304" y="257"/>
                  </a:cubicBezTo>
                  <a:cubicBezTo>
                    <a:pt x="305" y="258"/>
                    <a:pt x="308" y="258"/>
                    <a:pt x="309" y="258"/>
                  </a:cubicBezTo>
                  <a:cubicBezTo>
                    <a:pt x="310" y="257"/>
                    <a:pt x="310" y="256"/>
                    <a:pt x="310" y="255"/>
                  </a:cubicBezTo>
                  <a:cubicBezTo>
                    <a:pt x="310" y="254"/>
                    <a:pt x="309" y="251"/>
                    <a:pt x="309" y="249"/>
                  </a:cubicBezTo>
                  <a:cubicBezTo>
                    <a:pt x="310" y="247"/>
                    <a:pt x="314" y="244"/>
                    <a:pt x="316" y="243"/>
                  </a:cubicBezTo>
                  <a:cubicBezTo>
                    <a:pt x="318" y="242"/>
                    <a:pt x="323" y="242"/>
                    <a:pt x="326" y="242"/>
                  </a:cubicBezTo>
                  <a:cubicBezTo>
                    <a:pt x="327" y="242"/>
                    <a:pt x="329" y="243"/>
                    <a:pt x="331" y="243"/>
                  </a:cubicBezTo>
                  <a:cubicBezTo>
                    <a:pt x="333" y="243"/>
                    <a:pt x="337" y="241"/>
                    <a:pt x="339" y="239"/>
                  </a:cubicBezTo>
                  <a:cubicBezTo>
                    <a:pt x="340" y="237"/>
                    <a:pt x="341" y="233"/>
                    <a:pt x="341" y="231"/>
                  </a:cubicBezTo>
                  <a:cubicBezTo>
                    <a:pt x="341" y="229"/>
                    <a:pt x="337" y="225"/>
                    <a:pt x="337" y="222"/>
                  </a:cubicBezTo>
                  <a:cubicBezTo>
                    <a:pt x="338" y="218"/>
                    <a:pt x="345" y="209"/>
                    <a:pt x="345" y="209"/>
                  </a:cubicBezTo>
                  <a:cubicBezTo>
                    <a:pt x="345" y="209"/>
                    <a:pt x="344" y="199"/>
                    <a:pt x="341" y="198"/>
                  </a:cubicBezTo>
                  <a:cubicBezTo>
                    <a:pt x="340" y="197"/>
                    <a:pt x="335" y="199"/>
                    <a:pt x="333" y="19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59"/>
            <p:cNvSpPr>
              <a:spLocks/>
            </p:cNvSpPr>
            <p:nvPr/>
          </p:nvSpPr>
          <p:spPr bwMode="auto">
            <a:xfrm>
              <a:off x="3536950" y="1979613"/>
              <a:ext cx="425450" cy="736600"/>
            </a:xfrm>
            <a:custGeom>
              <a:avLst/>
              <a:gdLst/>
              <a:ahLst/>
              <a:cxnLst>
                <a:cxn ang="0">
                  <a:pos x="246" y="328"/>
                </a:cxn>
                <a:cxn ang="0">
                  <a:pos x="237" y="316"/>
                </a:cxn>
                <a:cxn ang="0">
                  <a:pos x="218" y="275"/>
                </a:cxn>
                <a:cxn ang="0">
                  <a:pos x="207" y="265"/>
                </a:cxn>
                <a:cxn ang="0">
                  <a:pos x="189" y="247"/>
                </a:cxn>
                <a:cxn ang="0">
                  <a:pos x="177" y="259"/>
                </a:cxn>
                <a:cxn ang="0">
                  <a:pos x="167" y="240"/>
                </a:cxn>
                <a:cxn ang="0">
                  <a:pos x="145" y="213"/>
                </a:cxn>
                <a:cxn ang="0">
                  <a:pos x="129" y="197"/>
                </a:cxn>
                <a:cxn ang="0">
                  <a:pos x="110" y="186"/>
                </a:cxn>
                <a:cxn ang="0">
                  <a:pos x="119" y="172"/>
                </a:cxn>
                <a:cxn ang="0">
                  <a:pos x="114" y="155"/>
                </a:cxn>
                <a:cxn ang="0">
                  <a:pos x="150" y="131"/>
                </a:cxn>
                <a:cxn ang="0">
                  <a:pos x="144" y="93"/>
                </a:cxn>
                <a:cxn ang="0">
                  <a:pos x="124" y="81"/>
                </a:cxn>
                <a:cxn ang="0">
                  <a:pos x="101" y="32"/>
                </a:cxn>
                <a:cxn ang="0">
                  <a:pos x="95" y="13"/>
                </a:cxn>
                <a:cxn ang="0">
                  <a:pos x="61" y="11"/>
                </a:cxn>
                <a:cxn ang="0">
                  <a:pos x="24" y="2"/>
                </a:cxn>
                <a:cxn ang="0">
                  <a:pos x="10" y="21"/>
                </a:cxn>
                <a:cxn ang="0">
                  <a:pos x="30" y="28"/>
                </a:cxn>
                <a:cxn ang="0">
                  <a:pos x="17" y="57"/>
                </a:cxn>
                <a:cxn ang="0">
                  <a:pos x="3" y="84"/>
                </a:cxn>
                <a:cxn ang="0">
                  <a:pos x="8" y="96"/>
                </a:cxn>
                <a:cxn ang="0">
                  <a:pos x="2" y="162"/>
                </a:cxn>
                <a:cxn ang="0">
                  <a:pos x="10" y="173"/>
                </a:cxn>
                <a:cxn ang="0">
                  <a:pos x="20" y="194"/>
                </a:cxn>
                <a:cxn ang="0">
                  <a:pos x="33" y="191"/>
                </a:cxn>
                <a:cxn ang="0">
                  <a:pos x="52" y="225"/>
                </a:cxn>
                <a:cxn ang="0">
                  <a:pos x="67" y="225"/>
                </a:cxn>
                <a:cxn ang="0">
                  <a:pos x="86" y="264"/>
                </a:cxn>
                <a:cxn ang="0">
                  <a:pos x="73" y="295"/>
                </a:cxn>
                <a:cxn ang="0">
                  <a:pos x="56" y="328"/>
                </a:cxn>
                <a:cxn ang="0">
                  <a:pos x="65" y="338"/>
                </a:cxn>
                <a:cxn ang="0">
                  <a:pos x="75" y="357"/>
                </a:cxn>
                <a:cxn ang="0">
                  <a:pos x="90" y="346"/>
                </a:cxn>
                <a:cxn ang="0">
                  <a:pos x="99" y="382"/>
                </a:cxn>
                <a:cxn ang="0">
                  <a:pos x="109" y="398"/>
                </a:cxn>
                <a:cxn ang="0">
                  <a:pos x="113" y="420"/>
                </a:cxn>
                <a:cxn ang="0">
                  <a:pos x="139" y="428"/>
                </a:cxn>
                <a:cxn ang="0">
                  <a:pos x="162" y="424"/>
                </a:cxn>
                <a:cxn ang="0">
                  <a:pos x="180" y="399"/>
                </a:cxn>
                <a:cxn ang="0">
                  <a:pos x="206" y="378"/>
                </a:cxn>
                <a:cxn ang="0">
                  <a:pos x="232" y="365"/>
                </a:cxn>
                <a:cxn ang="0">
                  <a:pos x="249" y="346"/>
                </a:cxn>
              </a:cxnLst>
              <a:rect l="0" t="0" r="r" b="b"/>
              <a:pathLst>
                <a:path w="250" h="433">
                  <a:moveTo>
                    <a:pt x="249" y="340"/>
                  </a:moveTo>
                  <a:cubicBezTo>
                    <a:pt x="248" y="339"/>
                    <a:pt x="244" y="337"/>
                    <a:pt x="243" y="335"/>
                  </a:cubicBezTo>
                  <a:cubicBezTo>
                    <a:pt x="243" y="333"/>
                    <a:pt x="246" y="330"/>
                    <a:pt x="246" y="328"/>
                  </a:cubicBezTo>
                  <a:cubicBezTo>
                    <a:pt x="247" y="326"/>
                    <a:pt x="250" y="320"/>
                    <a:pt x="248" y="317"/>
                  </a:cubicBezTo>
                  <a:cubicBezTo>
                    <a:pt x="247" y="315"/>
                    <a:pt x="242" y="311"/>
                    <a:pt x="240" y="312"/>
                  </a:cubicBezTo>
                  <a:cubicBezTo>
                    <a:pt x="238" y="312"/>
                    <a:pt x="238" y="316"/>
                    <a:pt x="237" y="316"/>
                  </a:cubicBezTo>
                  <a:cubicBezTo>
                    <a:pt x="233" y="316"/>
                    <a:pt x="229" y="306"/>
                    <a:pt x="228" y="303"/>
                  </a:cubicBezTo>
                  <a:cubicBezTo>
                    <a:pt x="228" y="301"/>
                    <a:pt x="229" y="296"/>
                    <a:pt x="228" y="294"/>
                  </a:cubicBezTo>
                  <a:cubicBezTo>
                    <a:pt x="227" y="289"/>
                    <a:pt x="222" y="278"/>
                    <a:pt x="218" y="275"/>
                  </a:cubicBezTo>
                  <a:cubicBezTo>
                    <a:pt x="215" y="273"/>
                    <a:pt x="208" y="275"/>
                    <a:pt x="206" y="273"/>
                  </a:cubicBezTo>
                  <a:cubicBezTo>
                    <a:pt x="205" y="272"/>
                    <a:pt x="205" y="270"/>
                    <a:pt x="205" y="269"/>
                  </a:cubicBezTo>
                  <a:cubicBezTo>
                    <a:pt x="205" y="268"/>
                    <a:pt x="207" y="266"/>
                    <a:pt x="207" y="265"/>
                  </a:cubicBezTo>
                  <a:cubicBezTo>
                    <a:pt x="207" y="264"/>
                    <a:pt x="206" y="262"/>
                    <a:pt x="205" y="261"/>
                  </a:cubicBezTo>
                  <a:cubicBezTo>
                    <a:pt x="204" y="260"/>
                    <a:pt x="200" y="259"/>
                    <a:pt x="198" y="258"/>
                  </a:cubicBezTo>
                  <a:cubicBezTo>
                    <a:pt x="196" y="256"/>
                    <a:pt x="192" y="249"/>
                    <a:pt x="189" y="247"/>
                  </a:cubicBezTo>
                  <a:cubicBezTo>
                    <a:pt x="188" y="247"/>
                    <a:pt x="183" y="246"/>
                    <a:pt x="182" y="247"/>
                  </a:cubicBezTo>
                  <a:cubicBezTo>
                    <a:pt x="180" y="249"/>
                    <a:pt x="182" y="255"/>
                    <a:pt x="181" y="257"/>
                  </a:cubicBezTo>
                  <a:cubicBezTo>
                    <a:pt x="180" y="258"/>
                    <a:pt x="178" y="259"/>
                    <a:pt x="177" y="259"/>
                  </a:cubicBezTo>
                  <a:cubicBezTo>
                    <a:pt x="175" y="258"/>
                    <a:pt x="172" y="254"/>
                    <a:pt x="171" y="251"/>
                  </a:cubicBezTo>
                  <a:cubicBezTo>
                    <a:pt x="171" y="250"/>
                    <a:pt x="172" y="247"/>
                    <a:pt x="172" y="245"/>
                  </a:cubicBezTo>
                  <a:cubicBezTo>
                    <a:pt x="172" y="244"/>
                    <a:pt x="169" y="241"/>
                    <a:pt x="167" y="240"/>
                  </a:cubicBezTo>
                  <a:cubicBezTo>
                    <a:pt x="166" y="239"/>
                    <a:pt x="163" y="240"/>
                    <a:pt x="162" y="239"/>
                  </a:cubicBezTo>
                  <a:cubicBezTo>
                    <a:pt x="158" y="236"/>
                    <a:pt x="157" y="225"/>
                    <a:pt x="154" y="221"/>
                  </a:cubicBezTo>
                  <a:cubicBezTo>
                    <a:pt x="153" y="219"/>
                    <a:pt x="146" y="216"/>
                    <a:pt x="145" y="213"/>
                  </a:cubicBezTo>
                  <a:cubicBezTo>
                    <a:pt x="144" y="211"/>
                    <a:pt x="147" y="206"/>
                    <a:pt x="146" y="204"/>
                  </a:cubicBezTo>
                  <a:cubicBezTo>
                    <a:pt x="144" y="202"/>
                    <a:pt x="140" y="200"/>
                    <a:pt x="138" y="199"/>
                  </a:cubicBezTo>
                  <a:cubicBezTo>
                    <a:pt x="136" y="198"/>
                    <a:pt x="130" y="198"/>
                    <a:pt x="129" y="197"/>
                  </a:cubicBezTo>
                  <a:cubicBezTo>
                    <a:pt x="126" y="195"/>
                    <a:pt x="125" y="189"/>
                    <a:pt x="122" y="188"/>
                  </a:cubicBezTo>
                  <a:cubicBezTo>
                    <a:pt x="120" y="187"/>
                    <a:pt x="115" y="190"/>
                    <a:pt x="113" y="189"/>
                  </a:cubicBezTo>
                  <a:cubicBezTo>
                    <a:pt x="112" y="189"/>
                    <a:pt x="111" y="187"/>
                    <a:pt x="110" y="186"/>
                  </a:cubicBezTo>
                  <a:cubicBezTo>
                    <a:pt x="110" y="185"/>
                    <a:pt x="112" y="182"/>
                    <a:pt x="113" y="181"/>
                  </a:cubicBezTo>
                  <a:cubicBezTo>
                    <a:pt x="114" y="179"/>
                    <a:pt x="117" y="177"/>
                    <a:pt x="118" y="176"/>
                  </a:cubicBezTo>
                  <a:cubicBezTo>
                    <a:pt x="119" y="175"/>
                    <a:pt x="119" y="173"/>
                    <a:pt x="119" y="172"/>
                  </a:cubicBezTo>
                  <a:cubicBezTo>
                    <a:pt x="118" y="169"/>
                    <a:pt x="112" y="165"/>
                    <a:pt x="111" y="162"/>
                  </a:cubicBezTo>
                  <a:cubicBezTo>
                    <a:pt x="110" y="161"/>
                    <a:pt x="111" y="158"/>
                    <a:pt x="111" y="157"/>
                  </a:cubicBezTo>
                  <a:cubicBezTo>
                    <a:pt x="112" y="156"/>
                    <a:pt x="113" y="155"/>
                    <a:pt x="114" y="155"/>
                  </a:cubicBezTo>
                  <a:cubicBezTo>
                    <a:pt x="118" y="154"/>
                    <a:pt x="125" y="159"/>
                    <a:pt x="129" y="158"/>
                  </a:cubicBezTo>
                  <a:cubicBezTo>
                    <a:pt x="132" y="157"/>
                    <a:pt x="137" y="151"/>
                    <a:pt x="139" y="149"/>
                  </a:cubicBezTo>
                  <a:cubicBezTo>
                    <a:pt x="142" y="145"/>
                    <a:pt x="147" y="136"/>
                    <a:pt x="150" y="131"/>
                  </a:cubicBezTo>
                  <a:cubicBezTo>
                    <a:pt x="151" y="129"/>
                    <a:pt x="155" y="123"/>
                    <a:pt x="155" y="123"/>
                  </a:cubicBezTo>
                  <a:cubicBezTo>
                    <a:pt x="155" y="123"/>
                    <a:pt x="145" y="105"/>
                    <a:pt x="144" y="99"/>
                  </a:cubicBezTo>
                  <a:cubicBezTo>
                    <a:pt x="144" y="98"/>
                    <a:pt x="145" y="95"/>
                    <a:pt x="144" y="93"/>
                  </a:cubicBezTo>
                  <a:cubicBezTo>
                    <a:pt x="144" y="91"/>
                    <a:pt x="140" y="86"/>
                    <a:pt x="138" y="85"/>
                  </a:cubicBezTo>
                  <a:cubicBezTo>
                    <a:pt x="136" y="84"/>
                    <a:pt x="132" y="85"/>
                    <a:pt x="130" y="84"/>
                  </a:cubicBezTo>
                  <a:cubicBezTo>
                    <a:pt x="129" y="84"/>
                    <a:pt x="125" y="82"/>
                    <a:pt x="124" y="81"/>
                  </a:cubicBezTo>
                  <a:cubicBezTo>
                    <a:pt x="122" y="77"/>
                    <a:pt x="122" y="66"/>
                    <a:pt x="120" y="62"/>
                  </a:cubicBezTo>
                  <a:cubicBezTo>
                    <a:pt x="117" y="56"/>
                    <a:pt x="107" y="46"/>
                    <a:pt x="104" y="40"/>
                  </a:cubicBezTo>
                  <a:cubicBezTo>
                    <a:pt x="102" y="38"/>
                    <a:pt x="101" y="34"/>
                    <a:pt x="101" y="32"/>
                  </a:cubicBezTo>
                  <a:cubicBezTo>
                    <a:pt x="101" y="30"/>
                    <a:pt x="104" y="27"/>
                    <a:pt x="103" y="25"/>
                  </a:cubicBezTo>
                  <a:cubicBezTo>
                    <a:pt x="102" y="23"/>
                    <a:pt x="96" y="22"/>
                    <a:pt x="95" y="20"/>
                  </a:cubicBezTo>
                  <a:cubicBezTo>
                    <a:pt x="94" y="18"/>
                    <a:pt x="95" y="13"/>
                    <a:pt x="95" y="13"/>
                  </a:cubicBezTo>
                  <a:cubicBezTo>
                    <a:pt x="95" y="13"/>
                    <a:pt x="84" y="9"/>
                    <a:pt x="80" y="9"/>
                  </a:cubicBezTo>
                  <a:cubicBezTo>
                    <a:pt x="78" y="10"/>
                    <a:pt x="76" y="14"/>
                    <a:pt x="74" y="15"/>
                  </a:cubicBezTo>
                  <a:cubicBezTo>
                    <a:pt x="70" y="15"/>
                    <a:pt x="64" y="12"/>
                    <a:pt x="61" y="11"/>
                  </a:cubicBezTo>
                  <a:cubicBezTo>
                    <a:pt x="58" y="10"/>
                    <a:pt x="51" y="7"/>
                    <a:pt x="49" y="4"/>
                  </a:cubicBezTo>
                  <a:cubicBezTo>
                    <a:pt x="49" y="3"/>
                    <a:pt x="50" y="0"/>
                    <a:pt x="50" y="0"/>
                  </a:cubicBezTo>
                  <a:cubicBezTo>
                    <a:pt x="24" y="2"/>
                    <a:pt x="24" y="2"/>
                    <a:pt x="24" y="2"/>
                  </a:cubicBezTo>
                  <a:cubicBezTo>
                    <a:pt x="24" y="2"/>
                    <a:pt x="25" y="6"/>
                    <a:pt x="24" y="7"/>
                  </a:cubicBezTo>
                  <a:cubicBezTo>
                    <a:pt x="22" y="11"/>
                    <a:pt x="9" y="12"/>
                    <a:pt x="8" y="16"/>
                  </a:cubicBezTo>
                  <a:cubicBezTo>
                    <a:pt x="7" y="18"/>
                    <a:pt x="9" y="20"/>
                    <a:pt x="10" y="21"/>
                  </a:cubicBezTo>
                  <a:cubicBezTo>
                    <a:pt x="12" y="23"/>
                    <a:pt x="19" y="22"/>
                    <a:pt x="22" y="24"/>
                  </a:cubicBezTo>
                  <a:cubicBezTo>
                    <a:pt x="23" y="24"/>
                    <a:pt x="24" y="27"/>
                    <a:pt x="25" y="27"/>
                  </a:cubicBezTo>
                  <a:cubicBezTo>
                    <a:pt x="26" y="28"/>
                    <a:pt x="29" y="27"/>
                    <a:pt x="30" y="28"/>
                  </a:cubicBezTo>
                  <a:cubicBezTo>
                    <a:pt x="31" y="29"/>
                    <a:pt x="32" y="31"/>
                    <a:pt x="31" y="32"/>
                  </a:cubicBezTo>
                  <a:cubicBezTo>
                    <a:pt x="31" y="35"/>
                    <a:pt x="24" y="38"/>
                    <a:pt x="22" y="41"/>
                  </a:cubicBezTo>
                  <a:cubicBezTo>
                    <a:pt x="20" y="44"/>
                    <a:pt x="19" y="54"/>
                    <a:pt x="17" y="57"/>
                  </a:cubicBezTo>
                  <a:cubicBezTo>
                    <a:pt x="16" y="58"/>
                    <a:pt x="14" y="59"/>
                    <a:pt x="13" y="60"/>
                  </a:cubicBezTo>
                  <a:cubicBezTo>
                    <a:pt x="11" y="61"/>
                    <a:pt x="5" y="61"/>
                    <a:pt x="4" y="62"/>
                  </a:cubicBezTo>
                  <a:cubicBezTo>
                    <a:pt x="0" y="67"/>
                    <a:pt x="4" y="79"/>
                    <a:pt x="3" y="84"/>
                  </a:cubicBezTo>
                  <a:cubicBezTo>
                    <a:pt x="2" y="85"/>
                    <a:pt x="0" y="87"/>
                    <a:pt x="0" y="89"/>
                  </a:cubicBezTo>
                  <a:cubicBezTo>
                    <a:pt x="0" y="90"/>
                    <a:pt x="1" y="92"/>
                    <a:pt x="2" y="93"/>
                  </a:cubicBezTo>
                  <a:cubicBezTo>
                    <a:pt x="3" y="94"/>
                    <a:pt x="7" y="95"/>
                    <a:pt x="8" y="96"/>
                  </a:cubicBezTo>
                  <a:cubicBezTo>
                    <a:pt x="9" y="97"/>
                    <a:pt x="10" y="99"/>
                    <a:pt x="10" y="100"/>
                  </a:cubicBezTo>
                  <a:cubicBezTo>
                    <a:pt x="13" y="111"/>
                    <a:pt x="10" y="134"/>
                    <a:pt x="8" y="145"/>
                  </a:cubicBezTo>
                  <a:cubicBezTo>
                    <a:pt x="8" y="149"/>
                    <a:pt x="2" y="158"/>
                    <a:pt x="2" y="162"/>
                  </a:cubicBezTo>
                  <a:cubicBezTo>
                    <a:pt x="3" y="164"/>
                    <a:pt x="4" y="166"/>
                    <a:pt x="5" y="167"/>
                  </a:cubicBezTo>
                  <a:cubicBezTo>
                    <a:pt x="6" y="168"/>
                    <a:pt x="10" y="168"/>
                    <a:pt x="11" y="169"/>
                  </a:cubicBezTo>
                  <a:cubicBezTo>
                    <a:pt x="11" y="170"/>
                    <a:pt x="11" y="173"/>
                    <a:pt x="10" y="173"/>
                  </a:cubicBezTo>
                  <a:cubicBezTo>
                    <a:pt x="10" y="174"/>
                    <a:pt x="8" y="174"/>
                    <a:pt x="7" y="175"/>
                  </a:cubicBezTo>
                  <a:cubicBezTo>
                    <a:pt x="6" y="176"/>
                    <a:pt x="8" y="180"/>
                    <a:pt x="8" y="182"/>
                  </a:cubicBezTo>
                  <a:cubicBezTo>
                    <a:pt x="10" y="186"/>
                    <a:pt x="16" y="193"/>
                    <a:pt x="20" y="194"/>
                  </a:cubicBezTo>
                  <a:cubicBezTo>
                    <a:pt x="21" y="195"/>
                    <a:pt x="23" y="194"/>
                    <a:pt x="24" y="194"/>
                  </a:cubicBezTo>
                  <a:cubicBezTo>
                    <a:pt x="26" y="193"/>
                    <a:pt x="27" y="191"/>
                    <a:pt x="28" y="190"/>
                  </a:cubicBezTo>
                  <a:cubicBezTo>
                    <a:pt x="30" y="190"/>
                    <a:pt x="32" y="190"/>
                    <a:pt x="33" y="191"/>
                  </a:cubicBezTo>
                  <a:cubicBezTo>
                    <a:pt x="35" y="192"/>
                    <a:pt x="38" y="196"/>
                    <a:pt x="39" y="197"/>
                  </a:cubicBezTo>
                  <a:cubicBezTo>
                    <a:pt x="39" y="199"/>
                    <a:pt x="38" y="202"/>
                    <a:pt x="39" y="204"/>
                  </a:cubicBezTo>
                  <a:cubicBezTo>
                    <a:pt x="41" y="210"/>
                    <a:pt x="48" y="221"/>
                    <a:pt x="52" y="225"/>
                  </a:cubicBezTo>
                  <a:cubicBezTo>
                    <a:pt x="53" y="226"/>
                    <a:pt x="57" y="228"/>
                    <a:pt x="57" y="228"/>
                  </a:cubicBezTo>
                  <a:cubicBezTo>
                    <a:pt x="57" y="228"/>
                    <a:pt x="59" y="223"/>
                    <a:pt x="60" y="222"/>
                  </a:cubicBezTo>
                  <a:cubicBezTo>
                    <a:pt x="62" y="222"/>
                    <a:pt x="65" y="224"/>
                    <a:pt x="67" y="225"/>
                  </a:cubicBezTo>
                  <a:cubicBezTo>
                    <a:pt x="69" y="226"/>
                    <a:pt x="72" y="230"/>
                    <a:pt x="74" y="231"/>
                  </a:cubicBezTo>
                  <a:cubicBezTo>
                    <a:pt x="78" y="233"/>
                    <a:pt x="90" y="234"/>
                    <a:pt x="93" y="239"/>
                  </a:cubicBezTo>
                  <a:cubicBezTo>
                    <a:pt x="96" y="245"/>
                    <a:pt x="89" y="258"/>
                    <a:pt x="86" y="264"/>
                  </a:cubicBezTo>
                  <a:cubicBezTo>
                    <a:pt x="85" y="266"/>
                    <a:pt x="83" y="270"/>
                    <a:pt x="81" y="271"/>
                  </a:cubicBezTo>
                  <a:cubicBezTo>
                    <a:pt x="79" y="273"/>
                    <a:pt x="74" y="274"/>
                    <a:pt x="72" y="277"/>
                  </a:cubicBezTo>
                  <a:cubicBezTo>
                    <a:pt x="70" y="281"/>
                    <a:pt x="72" y="290"/>
                    <a:pt x="73" y="295"/>
                  </a:cubicBezTo>
                  <a:cubicBezTo>
                    <a:pt x="74" y="297"/>
                    <a:pt x="77" y="301"/>
                    <a:pt x="77" y="303"/>
                  </a:cubicBezTo>
                  <a:cubicBezTo>
                    <a:pt x="77" y="309"/>
                    <a:pt x="71" y="318"/>
                    <a:pt x="67" y="322"/>
                  </a:cubicBezTo>
                  <a:cubicBezTo>
                    <a:pt x="65" y="324"/>
                    <a:pt x="57" y="325"/>
                    <a:pt x="56" y="328"/>
                  </a:cubicBezTo>
                  <a:cubicBezTo>
                    <a:pt x="55" y="329"/>
                    <a:pt x="56" y="331"/>
                    <a:pt x="56" y="332"/>
                  </a:cubicBezTo>
                  <a:cubicBezTo>
                    <a:pt x="57" y="333"/>
                    <a:pt x="59" y="335"/>
                    <a:pt x="60" y="336"/>
                  </a:cubicBezTo>
                  <a:cubicBezTo>
                    <a:pt x="61" y="336"/>
                    <a:pt x="64" y="337"/>
                    <a:pt x="65" y="338"/>
                  </a:cubicBezTo>
                  <a:cubicBezTo>
                    <a:pt x="66" y="340"/>
                    <a:pt x="64" y="345"/>
                    <a:pt x="64" y="348"/>
                  </a:cubicBezTo>
                  <a:cubicBezTo>
                    <a:pt x="65" y="350"/>
                    <a:pt x="68" y="355"/>
                    <a:pt x="70" y="356"/>
                  </a:cubicBezTo>
                  <a:cubicBezTo>
                    <a:pt x="71" y="357"/>
                    <a:pt x="74" y="357"/>
                    <a:pt x="75" y="357"/>
                  </a:cubicBezTo>
                  <a:cubicBezTo>
                    <a:pt x="76" y="357"/>
                    <a:pt x="80" y="357"/>
                    <a:pt x="82" y="355"/>
                  </a:cubicBezTo>
                  <a:cubicBezTo>
                    <a:pt x="83" y="354"/>
                    <a:pt x="82" y="349"/>
                    <a:pt x="84" y="347"/>
                  </a:cubicBezTo>
                  <a:cubicBezTo>
                    <a:pt x="85" y="346"/>
                    <a:pt x="88" y="346"/>
                    <a:pt x="90" y="346"/>
                  </a:cubicBezTo>
                  <a:cubicBezTo>
                    <a:pt x="94" y="348"/>
                    <a:pt x="97" y="358"/>
                    <a:pt x="97" y="363"/>
                  </a:cubicBezTo>
                  <a:cubicBezTo>
                    <a:pt x="97" y="366"/>
                    <a:pt x="94" y="371"/>
                    <a:pt x="94" y="374"/>
                  </a:cubicBezTo>
                  <a:cubicBezTo>
                    <a:pt x="95" y="376"/>
                    <a:pt x="99" y="379"/>
                    <a:pt x="99" y="382"/>
                  </a:cubicBezTo>
                  <a:cubicBezTo>
                    <a:pt x="99" y="384"/>
                    <a:pt x="96" y="387"/>
                    <a:pt x="97" y="389"/>
                  </a:cubicBezTo>
                  <a:cubicBezTo>
                    <a:pt x="98" y="392"/>
                    <a:pt x="102" y="395"/>
                    <a:pt x="105" y="397"/>
                  </a:cubicBezTo>
                  <a:cubicBezTo>
                    <a:pt x="106" y="397"/>
                    <a:pt x="108" y="397"/>
                    <a:pt x="109" y="398"/>
                  </a:cubicBezTo>
                  <a:cubicBezTo>
                    <a:pt x="110" y="399"/>
                    <a:pt x="113" y="402"/>
                    <a:pt x="113" y="404"/>
                  </a:cubicBezTo>
                  <a:cubicBezTo>
                    <a:pt x="114" y="407"/>
                    <a:pt x="109" y="413"/>
                    <a:pt x="110" y="416"/>
                  </a:cubicBezTo>
                  <a:cubicBezTo>
                    <a:pt x="110" y="417"/>
                    <a:pt x="112" y="420"/>
                    <a:pt x="113" y="420"/>
                  </a:cubicBezTo>
                  <a:cubicBezTo>
                    <a:pt x="115" y="421"/>
                    <a:pt x="120" y="419"/>
                    <a:pt x="121" y="420"/>
                  </a:cubicBezTo>
                  <a:cubicBezTo>
                    <a:pt x="124" y="421"/>
                    <a:pt x="125" y="431"/>
                    <a:pt x="125" y="431"/>
                  </a:cubicBezTo>
                  <a:cubicBezTo>
                    <a:pt x="125" y="431"/>
                    <a:pt x="136" y="428"/>
                    <a:pt x="139" y="428"/>
                  </a:cubicBezTo>
                  <a:cubicBezTo>
                    <a:pt x="142" y="428"/>
                    <a:pt x="146" y="431"/>
                    <a:pt x="149" y="431"/>
                  </a:cubicBezTo>
                  <a:cubicBezTo>
                    <a:pt x="150" y="432"/>
                    <a:pt x="152" y="433"/>
                    <a:pt x="153" y="432"/>
                  </a:cubicBezTo>
                  <a:cubicBezTo>
                    <a:pt x="156" y="432"/>
                    <a:pt x="162" y="426"/>
                    <a:pt x="162" y="424"/>
                  </a:cubicBezTo>
                  <a:cubicBezTo>
                    <a:pt x="162" y="423"/>
                    <a:pt x="157" y="409"/>
                    <a:pt x="161" y="406"/>
                  </a:cubicBezTo>
                  <a:cubicBezTo>
                    <a:pt x="164" y="404"/>
                    <a:pt x="170" y="411"/>
                    <a:pt x="173" y="410"/>
                  </a:cubicBezTo>
                  <a:cubicBezTo>
                    <a:pt x="176" y="409"/>
                    <a:pt x="177" y="402"/>
                    <a:pt x="180" y="399"/>
                  </a:cubicBezTo>
                  <a:cubicBezTo>
                    <a:pt x="184" y="396"/>
                    <a:pt x="197" y="394"/>
                    <a:pt x="200" y="390"/>
                  </a:cubicBezTo>
                  <a:cubicBezTo>
                    <a:pt x="202" y="387"/>
                    <a:pt x="200" y="380"/>
                    <a:pt x="202" y="378"/>
                  </a:cubicBezTo>
                  <a:cubicBezTo>
                    <a:pt x="203" y="377"/>
                    <a:pt x="205" y="378"/>
                    <a:pt x="206" y="378"/>
                  </a:cubicBezTo>
                  <a:cubicBezTo>
                    <a:pt x="210" y="376"/>
                    <a:pt x="215" y="366"/>
                    <a:pt x="219" y="365"/>
                  </a:cubicBezTo>
                  <a:cubicBezTo>
                    <a:pt x="221" y="365"/>
                    <a:pt x="224" y="367"/>
                    <a:pt x="226" y="367"/>
                  </a:cubicBezTo>
                  <a:cubicBezTo>
                    <a:pt x="228" y="367"/>
                    <a:pt x="232" y="365"/>
                    <a:pt x="232" y="365"/>
                  </a:cubicBezTo>
                  <a:cubicBezTo>
                    <a:pt x="232" y="365"/>
                    <a:pt x="239" y="360"/>
                    <a:pt x="241" y="358"/>
                  </a:cubicBezTo>
                  <a:cubicBezTo>
                    <a:pt x="243" y="356"/>
                    <a:pt x="244" y="351"/>
                    <a:pt x="245" y="349"/>
                  </a:cubicBezTo>
                  <a:cubicBezTo>
                    <a:pt x="246" y="348"/>
                    <a:pt x="248" y="347"/>
                    <a:pt x="249" y="346"/>
                  </a:cubicBezTo>
                  <a:cubicBezTo>
                    <a:pt x="249" y="345"/>
                    <a:pt x="249" y="342"/>
                    <a:pt x="249" y="34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60"/>
            <p:cNvSpPr>
              <a:spLocks/>
            </p:cNvSpPr>
            <p:nvPr/>
          </p:nvSpPr>
          <p:spPr bwMode="auto">
            <a:xfrm>
              <a:off x="4206875" y="1433513"/>
              <a:ext cx="39688" cy="31750"/>
            </a:xfrm>
            <a:custGeom>
              <a:avLst/>
              <a:gdLst/>
              <a:ahLst/>
              <a:cxnLst>
                <a:cxn ang="0">
                  <a:pos x="5" y="17"/>
                </a:cxn>
                <a:cxn ang="0">
                  <a:pos x="11" y="19"/>
                </a:cxn>
                <a:cxn ang="0">
                  <a:pos x="23" y="15"/>
                </a:cxn>
                <a:cxn ang="0">
                  <a:pos x="20" y="5"/>
                </a:cxn>
                <a:cxn ang="0">
                  <a:pos x="13" y="1"/>
                </a:cxn>
                <a:cxn ang="0">
                  <a:pos x="7" y="0"/>
                </a:cxn>
                <a:cxn ang="0">
                  <a:pos x="1" y="6"/>
                </a:cxn>
                <a:cxn ang="0">
                  <a:pos x="5" y="17"/>
                </a:cxn>
              </a:cxnLst>
              <a:rect l="0" t="0" r="r" b="b"/>
              <a:pathLst>
                <a:path w="24" h="19">
                  <a:moveTo>
                    <a:pt x="5" y="17"/>
                  </a:moveTo>
                  <a:cubicBezTo>
                    <a:pt x="6" y="19"/>
                    <a:pt x="10" y="19"/>
                    <a:pt x="11" y="19"/>
                  </a:cubicBezTo>
                  <a:cubicBezTo>
                    <a:pt x="14" y="18"/>
                    <a:pt x="21" y="18"/>
                    <a:pt x="23" y="15"/>
                  </a:cubicBezTo>
                  <a:cubicBezTo>
                    <a:pt x="24" y="13"/>
                    <a:pt x="22" y="7"/>
                    <a:pt x="20" y="5"/>
                  </a:cubicBezTo>
                  <a:cubicBezTo>
                    <a:pt x="19" y="4"/>
                    <a:pt x="15" y="1"/>
                    <a:pt x="13" y="1"/>
                  </a:cubicBezTo>
                  <a:cubicBezTo>
                    <a:pt x="12" y="0"/>
                    <a:pt x="9" y="0"/>
                    <a:pt x="7" y="0"/>
                  </a:cubicBezTo>
                  <a:cubicBezTo>
                    <a:pt x="5" y="1"/>
                    <a:pt x="2" y="4"/>
                    <a:pt x="1" y="6"/>
                  </a:cubicBezTo>
                  <a:cubicBezTo>
                    <a:pt x="0" y="9"/>
                    <a:pt x="2" y="15"/>
                    <a:pt x="5"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61"/>
            <p:cNvSpPr>
              <a:spLocks/>
            </p:cNvSpPr>
            <p:nvPr/>
          </p:nvSpPr>
          <p:spPr bwMode="auto">
            <a:xfrm>
              <a:off x="3843338" y="1236663"/>
              <a:ext cx="11113" cy="15875"/>
            </a:xfrm>
            <a:custGeom>
              <a:avLst/>
              <a:gdLst/>
              <a:ahLst/>
              <a:cxnLst>
                <a:cxn ang="0">
                  <a:pos x="1" y="6"/>
                </a:cxn>
                <a:cxn ang="0">
                  <a:pos x="4" y="10"/>
                </a:cxn>
                <a:cxn ang="0">
                  <a:pos x="6" y="10"/>
                </a:cxn>
                <a:cxn ang="0">
                  <a:pos x="7" y="5"/>
                </a:cxn>
                <a:cxn ang="0">
                  <a:pos x="5" y="1"/>
                </a:cxn>
                <a:cxn ang="0">
                  <a:pos x="1" y="2"/>
                </a:cxn>
                <a:cxn ang="0">
                  <a:pos x="1" y="6"/>
                </a:cxn>
              </a:cxnLst>
              <a:rect l="0" t="0" r="r" b="b"/>
              <a:pathLst>
                <a:path w="7" h="10">
                  <a:moveTo>
                    <a:pt x="1" y="6"/>
                  </a:moveTo>
                  <a:cubicBezTo>
                    <a:pt x="1" y="7"/>
                    <a:pt x="2" y="10"/>
                    <a:pt x="4" y="10"/>
                  </a:cubicBezTo>
                  <a:cubicBezTo>
                    <a:pt x="4" y="10"/>
                    <a:pt x="6" y="10"/>
                    <a:pt x="6" y="10"/>
                  </a:cubicBezTo>
                  <a:cubicBezTo>
                    <a:pt x="7" y="9"/>
                    <a:pt x="7" y="7"/>
                    <a:pt x="7" y="5"/>
                  </a:cubicBezTo>
                  <a:cubicBezTo>
                    <a:pt x="7" y="4"/>
                    <a:pt x="6" y="1"/>
                    <a:pt x="5" y="1"/>
                  </a:cubicBezTo>
                  <a:cubicBezTo>
                    <a:pt x="4" y="0"/>
                    <a:pt x="2" y="1"/>
                    <a:pt x="1" y="2"/>
                  </a:cubicBezTo>
                  <a:cubicBezTo>
                    <a:pt x="0" y="3"/>
                    <a:pt x="1" y="5"/>
                    <a:pt x="1"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62"/>
            <p:cNvSpPr>
              <a:spLocks/>
            </p:cNvSpPr>
            <p:nvPr/>
          </p:nvSpPr>
          <p:spPr bwMode="auto">
            <a:xfrm>
              <a:off x="3673475" y="1350963"/>
              <a:ext cx="12700" cy="33338"/>
            </a:xfrm>
            <a:custGeom>
              <a:avLst/>
              <a:gdLst/>
              <a:ahLst/>
              <a:cxnLst>
                <a:cxn ang="0">
                  <a:pos x="2" y="19"/>
                </a:cxn>
                <a:cxn ang="0">
                  <a:pos x="5" y="19"/>
                </a:cxn>
                <a:cxn ang="0">
                  <a:pos x="8" y="15"/>
                </a:cxn>
                <a:cxn ang="0">
                  <a:pos x="6" y="11"/>
                </a:cxn>
                <a:cxn ang="0">
                  <a:pos x="6" y="1"/>
                </a:cxn>
                <a:cxn ang="0">
                  <a:pos x="3" y="0"/>
                </a:cxn>
                <a:cxn ang="0">
                  <a:pos x="3" y="6"/>
                </a:cxn>
                <a:cxn ang="0">
                  <a:pos x="0" y="14"/>
                </a:cxn>
                <a:cxn ang="0">
                  <a:pos x="2" y="19"/>
                </a:cxn>
              </a:cxnLst>
              <a:rect l="0" t="0" r="r" b="b"/>
              <a:pathLst>
                <a:path w="8" h="19">
                  <a:moveTo>
                    <a:pt x="2" y="19"/>
                  </a:moveTo>
                  <a:cubicBezTo>
                    <a:pt x="3" y="19"/>
                    <a:pt x="4" y="19"/>
                    <a:pt x="5" y="19"/>
                  </a:cubicBezTo>
                  <a:cubicBezTo>
                    <a:pt x="6" y="19"/>
                    <a:pt x="8" y="16"/>
                    <a:pt x="8" y="15"/>
                  </a:cubicBezTo>
                  <a:cubicBezTo>
                    <a:pt x="8" y="13"/>
                    <a:pt x="6" y="12"/>
                    <a:pt x="6" y="11"/>
                  </a:cubicBezTo>
                  <a:cubicBezTo>
                    <a:pt x="5" y="8"/>
                    <a:pt x="7" y="3"/>
                    <a:pt x="6" y="1"/>
                  </a:cubicBezTo>
                  <a:cubicBezTo>
                    <a:pt x="5" y="1"/>
                    <a:pt x="3" y="0"/>
                    <a:pt x="3" y="0"/>
                  </a:cubicBezTo>
                  <a:cubicBezTo>
                    <a:pt x="2" y="1"/>
                    <a:pt x="3" y="5"/>
                    <a:pt x="3" y="6"/>
                  </a:cubicBezTo>
                  <a:cubicBezTo>
                    <a:pt x="3" y="8"/>
                    <a:pt x="0" y="12"/>
                    <a:pt x="0" y="14"/>
                  </a:cubicBezTo>
                  <a:cubicBezTo>
                    <a:pt x="0" y="15"/>
                    <a:pt x="1" y="18"/>
                    <a:pt x="2"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63"/>
            <p:cNvSpPr>
              <a:spLocks/>
            </p:cNvSpPr>
            <p:nvPr/>
          </p:nvSpPr>
          <p:spPr bwMode="auto">
            <a:xfrm>
              <a:off x="3714750" y="1298575"/>
              <a:ext cx="19050" cy="23813"/>
            </a:xfrm>
            <a:custGeom>
              <a:avLst/>
              <a:gdLst/>
              <a:ahLst/>
              <a:cxnLst>
                <a:cxn ang="0">
                  <a:pos x="5" y="14"/>
                </a:cxn>
                <a:cxn ang="0">
                  <a:pos x="9" y="13"/>
                </a:cxn>
                <a:cxn ang="0">
                  <a:pos x="10" y="8"/>
                </a:cxn>
                <a:cxn ang="0">
                  <a:pos x="10" y="1"/>
                </a:cxn>
                <a:cxn ang="0">
                  <a:pos x="4" y="1"/>
                </a:cxn>
                <a:cxn ang="0">
                  <a:pos x="2" y="5"/>
                </a:cxn>
                <a:cxn ang="0">
                  <a:pos x="3" y="7"/>
                </a:cxn>
                <a:cxn ang="0">
                  <a:pos x="0" y="10"/>
                </a:cxn>
                <a:cxn ang="0">
                  <a:pos x="5" y="14"/>
                </a:cxn>
              </a:cxnLst>
              <a:rect l="0" t="0" r="r" b="b"/>
              <a:pathLst>
                <a:path w="11" h="14">
                  <a:moveTo>
                    <a:pt x="5" y="14"/>
                  </a:moveTo>
                  <a:cubicBezTo>
                    <a:pt x="6" y="14"/>
                    <a:pt x="8" y="13"/>
                    <a:pt x="9" y="13"/>
                  </a:cubicBezTo>
                  <a:cubicBezTo>
                    <a:pt x="10" y="12"/>
                    <a:pt x="10" y="9"/>
                    <a:pt x="10" y="8"/>
                  </a:cubicBezTo>
                  <a:cubicBezTo>
                    <a:pt x="11" y="6"/>
                    <a:pt x="11" y="2"/>
                    <a:pt x="10" y="1"/>
                  </a:cubicBezTo>
                  <a:cubicBezTo>
                    <a:pt x="9" y="0"/>
                    <a:pt x="5" y="1"/>
                    <a:pt x="4" y="1"/>
                  </a:cubicBezTo>
                  <a:cubicBezTo>
                    <a:pt x="3" y="2"/>
                    <a:pt x="2" y="4"/>
                    <a:pt x="2" y="5"/>
                  </a:cubicBezTo>
                  <a:cubicBezTo>
                    <a:pt x="2" y="5"/>
                    <a:pt x="3" y="6"/>
                    <a:pt x="3" y="7"/>
                  </a:cubicBezTo>
                  <a:cubicBezTo>
                    <a:pt x="2" y="8"/>
                    <a:pt x="0" y="9"/>
                    <a:pt x="0" y="10"/>
                  </a:cubicBezTo>
                  <a:cubicBezTo>
                    <a:pt x="0" y="11"/>
                    <a:pt x="4" y="13"/>
                    <a:pt x="5"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64"/>
            <p:cNvSpPr>
              <a:spLocks/>
            </p:cNvSpPr>
            <p:nvPr/>
          </p:nvSpPr>
          <p:spPr bwMode="auto">
            <a:xfrm>
              <a:off x="3578225" y="1363663"/>
              <a:ext cx="49213" cy="68263"/>
            </a:xfrm>
            <a:custGeom>
              <a:avLst/>
              <a:gdLst/>
              <a:ahLst/>
              <a:cxnLst>
                <a:cxn ang="0">
                  <a:pos x="18" y="35"/>
                </a:cxn>
                <a:cxn ang="0">
                  <a:pos x="24" y="40"/>
                </a:cxn>
                <a:cxn ang="0">
                  <a:pos x="27" y="40"/>
                </a:cxn>
                <a:cxn ang="0">
                  <a:pos x="29" y="31"/>
                </a:cxn>
                <a:cxn ang="0">
                  <a:pos x="27" y="19"/>
                </a:cxn>
                <a:cxn ang="0">
                  <a:pos x="27" y="13"/>
                </a:cxn>
                <a:cxn ang="0">
                  <a:pos x="20" y="11"/>
                </a:cxn>
                <a:cxn ang="0">
                  <a:pos x="22" y="2"/>
                </a:cxn>
                <a:cxn ang="0">
                  <a:pos x="17" y="1"/>
                </a:cxn>
                <a:cxn ang="0">
                  <a:pos x="12" y="6"/>
                </a:cxn>
                <a:cxn ang="0">
                  <a:pos x="10" y="4"/>
                </a:cxn>
                <a:cxn ang="0">
                  <a:pos x="7" y="8"/>
                </a:cxn>
                <a:cxn ang="0">
                  <a:pos x="11" y="14"/>
                </a:cxn>
                <a:cxn ang="0">
                  <a:pos x="2" y="22"/>
                </a:cxn>
                <a:cxn ang="0">
                  <a:pos x="2" y="33"/>
                </a:cxn>
                <a:cxn ang="0">
                  <a:pos x="8" y="36"/>
                </a:cxn>
                <a:cxn ang="0">
                  <a:pos x="18" y="35"/>
                </a:cxn>
              </a:cxnLst>
              <a:rect l="0" t="0" r="r" b="b"/>
              <a:pathLst>
                <a:path w="29" h="40">
                  <a:moveTo>
                    <a:pt x="18" y="35"/>
                  </a:moveTo>
                  <a:cubicBezTo>
                    <a:pt x="20" y="36"/>
                    <a:pt x="22" y="39"/>
                    <a:pt x="24" y="40"/>
                  </a:cubicBezTo>
                  <a:cubicBezTo>
                    <a:pt x="25" y="40"/>
                    <a:pt x="26" y="40"/>
                    <a:pt x="27" y="40"/>
                  </a:cubicBezTo>
                  <a:cubicBezTo>
                    <a:pt x="29" y="38"/>
                    <a:pt x="29" y="33"/>
                    <a:pt x="29" y="31"/>
                  </a:cubicBezTo>
                  <a:cubicBezTo>
                    <a:pt x="29" y="28"/>
                    <a:pt x="27" y="22"/>
                    <a:pt x="27" y="19"/>
                  </a:cubicBezTo>
                  <a:cubicBezTo>
                    <a:pt x="27" y="18"/>
                    <a:pt x="28" y="15"/>
                    <a:pt x="27" y="13"/>
                  </a:cubicBezTo>
                  <a:cubicBezTo>
                    <a:pt x="26" y="12"/>
                    <a:pt x="21" y="12"/>
                    <a:pt x="20" y="11"/>
                  </a:cubicBezTo>
                  <a:cubicBezTo>
                    <a:pt x="19" y="9"/>
                    <a:pt x="23" y="4"/>
                    <a:pt x="22" y="2"/>
                  </a:cubicBezTo>
                  <a:cubicBezTo>
                    <a:pt x="21" y="1"/>
                    <a:pt x="18" y="0"/>
                    <a:pt x="17" y="1"/>
                  </a:cubicBezTo>
                  <a:cubicBezTo>
                    <a:pt x="15" y="1"/>
                    <a:pt x="14" y="6"/>
                    <a:pt x="12" y="6"/>
                  </a:cubicBezTo>
                  <a:cubicBezTo>
                    <a:pt x="12" y="6"/>
                    <a:pt x="10" y="4"/>
                    <a:pt x="10" y="4"/>
                  </a:cubicBezTo>
                  <a:cubicBezTo>
                    <a:pt x="8" y="4"/>
                    <a:pt x="7" y="7"/>
                    <a:pt x="7" y="8"/>
                  </a:cubicBezTo>
                  <a:cubicBezTo>
                    <a:pt x="7" y="10"/>
                    <a:pt x="11" y="12"/>
                    <a:pt x="11" y="14"/>
                  </a:cubicBezTo>
                  <a:cubicBezTo>
                    <a:pt x="10" y="17"/>
                    <a:pt x="3" y="19"/>
                    <a:pt x="2" y="22"/>
                  </a:cubicBezTo>
                  <a:cubicBezTo>
                    <a:pt x="1" y="24"/>
                    <a:pt x="0" y="30"/>
                    <a:pt x="2" y="33"/>
                  </a:cubicBezTo>
                  <a:cubicBezTo>
                    <a:pt x="3" y="34"/>
                    <a:pt x="6" y="36"/>
                    <a:pt x="8" y="36"/>
                  </a:cubicBezTo>
                  <a:cubicBezTo>
                    <a:pt x="10" y="37"/>
                    <a:pt x="15" y="35"/>
                    <a:pt x="18" y="3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65"/>
            <p:cNvSpPr>
              <a:spLocks/>
            </p:cNvSpPr>
            <p:nvPr/>
          </p:nvSpPr>
          <p:spPr bwMode="auto">
            <a:xfrm>
              <a:off x="3371850" y="1127125"/>
              <a:ext cx="1228725" cy="877888"/>
            </a:xfrm>
            <a:custGeom>
              <a:avLst/>
              <a:gdLst/>
              <a:ahLst/>
              <a:cxnLst>
                <a:cxn ang="0">
                  <a:pos x="244" y="503"/>
                </a:cxn>
                <a:cxn ang="0">
                  <a:pos x="327" y="486"/>
                </a:cxn>
                <a:cxn ang="0">
                  <a:pos x="366" y="440"/>
                </a:cxn>
                <a:cxn ang="0">
                  <a:pos x="323" y="397"/>
                </a:cxn>
                <a:cxn ang="0">
                  <a:pos x="361" y="381"/>
                </a:cxn>
                <a:cxn ang="0">
                  <a:pos x="453" y="364"/>
                </a:cxn>
                <a:cxn ang="0">
                  <a:pos x="514" y="274"/>
                </a:cxn>
                <a:cxn ang="0">
                  <a:pos x="553" y="213"/>
                </a:cxn>
                <a:cxn ang="0">
                  <a:pos x="606" y="196"/>
                </a:cxn>
                <a:cxn ang="0">
                  <a:pos x="721" y="102"/>
                </a:cxn>
                <a:cxn ang="0">
                  <a:pos x="679" y="78"/>
                </a:cxn>
                <a:cxn ang="0">
                  <a:pos x="605" y="13"/>
                </a:cxn>
                <a:cxn ang="0">
                  <a:pos x="615" y="59"/>
                </a:cxn>
                <a:cxn ang="0">
                  <a:pos x="592" y="57"/>
                </a:cxn>
                <a:cxn ang="0">
                  <a:pos x="555" y="52"/>
                </a:cxn>
                <a:cxn ang="0">
                  <a:pos x="519" y="52"/>
                </a:cxn>
                <a:cxn ang="0">
                  <a:pos x="497" y="103"/>
                </a:cxn>
                <a:cxn ang="0">
                  <a:pos x="516" y="170"/>
                </a:cxn>
                <a:cxn ang="0">
                  <a:pos x="472" y="219"/>
                </a:cxn>
                <a:cxn ang="0">
                  <a:pos x="468" y="194"/>
                </a:cxn>
                <a:cxn ang="0">
                  <a:pos x="499" y="172"/>
                </a:cxn>
                <a:cxn ang="0">
                  <a:pos x="489" y="89"/>
                </a:cxn>
                <a:cxn ang="0">
                  <a:pos x="464" y="56"/>
                </a:cxn>
                <a:cxn ang="0">
                  <a:pos x="437" y="87"/>
                </a:cxn>
                <a:cxn ang="0">
                  <a:pos x="460" y="77"/>
                </a:cxn>
                <a:cxn ang="0">
                  <a:pos x="445" y="161"/>
                </a:cxn>
                <a:cxn ang="0">
                  <a:pos x="419" y="98"/>
                </a:cxn>
                <a:cxn ang="0">
                  <a:pos x="415" y="60"/>
                </a:cxn>
                <a:cxn ang="0">
                  <a:pos x="393" y="85"/>
                </a:cxn>
                <a:cxn ang="0">
                  <a:pos x="391" y="131"/>
                </a:cxn>
                <a:cxn ang="0">
                  <a:pos x="391" y="108"/>
                </a:cxn>
                <a:cxn ang="0">
                  <a:pos x="367" y="87"/>
                </a:cxn>
                <a:cxn ang="0">
                  <a:pos x="356" y="74"/>
                </a:cxn>
                <a:cxn ang="0">
                  <a:pos x="337" y="75"/>
                </a:cxn>
                <a:cxn ang="0">
                  <a:pos x="293" y="99"/>
                </a:cxn>
                <a:cxn ang="0">
                  <a:pos x="280" y="85"/>
                </a:cxn>
                <a:cxn ang="0">
                  <a:pos x="232" y="93"/>
                </a:cxn>
                <a:cxn ang="0">
                  <a:pos x="221" y="135"/>
                </a:cxn>
                <a:cxn ang="0">
                  <a:pos x="209" y="145"/>
                </a:cxn>
                <a:cxn ang="0">
                  <a:pos x="185" y="170"/>
                </a:cxn>
                <a:cxn ang="0">
                  <a:pos x="158" y="186"/>
                </a:cxn>
                <a:cxn ang="0">
                  <a:pos x="153" y="211"/>
                </a:cxn>
                <a:cxn ang="0">
                  <a:pos x="187" y="244"/>
                </a:cxn>
                <a:cxn ang="0">
                  <a:pos x="182" y="272"/>
                </a:cxn>
                <a:cxn ang="0">
                  <a:pos x="124" y="256"/>
                </a:cxn>
                <a:cxn ang="0">
                  <a:pos x="136" y="289"/>
                </a:cxn>
                <a:cxn ang="0">
                  <a:pos x="112" y="304"/>
                </a:cxn>
                <a:cxn ang="0">
                  <a:pos x="72" y="296"/>
                </a:cxn>
                <a:cxn ang="0">
                  <a:pos x="1" y="337"/>
                </a:cxn>
                <a:cxn ang="0">
                  <a:pos x="16" y="368"/>
                </a:cxn>
                <a:cxn ang="0">
                  <a:pos x="59" y="395"/>
                </a:cxn>
                <a:cxn ang="0">
                  <a:pos x="109" y="406"/>
                </a:cxn>
                <a:cxn ang="0">
                  <a:pos x="129" y="403"/>
                </a:cxn>
                <a:cxn ang="0">
                  <a:pos x="121" y="428"/>
                </a:cxn>
                <a:cxn ang="0">
                  <a:pos x="170" y="410"/>
                </a:cxn>
                <a:cxn ang="0">
                  <a:pos x="212" y="411"/>
                </a:cxn>
                <a:cxn ang="0">
                  <a:pos x="227" y="428"/>
                </a:cxn>
                <a:cxn ang="0">
                  <a:pos x="202" y="438"/>
                </a:cxn>
                <a:cxn ang="0">
                  <a:pos x="176" y="481"/>
                </a:cxn>
                <a:cxn ang="0">
                  <a:pos x="161" y="486"/>
                </a:cxn>
              </a:cxnLst>
              <a:rect l="0" t="0" r="r" b="b"/>
              <a:pathLst>
                <a:path w="723" h="517">
                  <a:moveTo>
                    <a:pt x="158" y="513"/>
                  </a:moveTo>
                  <a:cubicBezTo>
                    <a:pt x="161" y="514"/>
                    <a:pt x="167" y="517"/>
                    <a:pt x="171" y="517"/>
                  </a:cubicBezTo>
                  <a:cubicBezTo>
                    <a:pt x="173" y="516"/>
                    <a:pt x="175" y="512"/>
                    <a:pt x="177" y="511"/>
                  </a:cubicBezTo>
                  <a:cubicBezTo>
                    <a:pt x="181" y="511"/>
                    <a:pt x="192" y="515"/>
                    <a:pt x="192" y="515"/>
                  </a:cubicBezTo>
                  <a:cubicBezTo>
                    <a:pt x="192" y="515"/>
                    <a:pt x="194" y="510"/>
                    <a:pt x="195" y="509"/>
                  </a:cubicBezTo>
                  <a:cubicBezTo>
                    <a:pt x="200" y="506"/>
                    <a:pt x="211" y="510"/>
                    <a:pt x="216" y="508"/>
                  </a:cubicBezTo>
                  <a:cubicBezTo>
                    <a:pt x="219" y="507"/>
                    <a:pt x="223" y="501"/>
                    <a:pt x="226" y="500"/>
                  </a:cubicBezTo>
                  <a:cubicBezTo>
                    <a:pt x="230" y="499"/>
                    <a:pt x="239" y="503"/>
                    <a:pt x="244" y="503"/>
                  </a:cubicBezTo>
                  <a:cubicBezTo>
                    <a:pt x="246" y="503"/>
                    <a:pt x="251" y="503"/>
                    <a:pt x="252" y="501"/>
                  </a:cubicBezTo>
                  <a:cubicBezTo>
                    <a:pt x="253" y="499"/>
                    <a:pt x="252" y="494"/>
                    <a:pt x="253" y="492"/>
                  </a:cubicBezTo>
                  <a:cubicBezTo>
                    <a:pt x="254" y="490"/>
                    <a:pt x="259" y="487"/>
                    <a:pt x="260" y="485"/>
                  </a:cubicBezTo>
                  <a:cubicBezTo>
                    <a:pt x="261" y="484"/>
                    <a:pt x="262" y="479"/>
                    <a:pt x="263" y="478"/>
                  </a:cubicBezTo>
                  <a:cubicBezTo>
                    <a:pt x="266" y="475"/>
                    <a:pt x="274" y="472"/>
                    <a:pt x="277" y="473"/>
                  </a:cubicBezTo>
                  <a:cubicBezTo>
                    <a:pt x="279" y="473"/>
                    <a:pt x="281" y="478"/>
                    <a:pt x="283" y="480"/>
                  </a:cubicBezTo>
                  <a:cubicBezTo>
                    <a:pt x="290" y="484"/>
                    <a:pt x="308" y="486"/>
                    <a:pt x="316" y="487"/>
                  </a:cubicBezTo>
                  <a:cubicBezTo>
                    <a:pt x="319" y="487"/>
                    <a:pt x="325" y="487"/>
                    <a:pt x="327" y="486"/>
                  </a:cubicBezTo>
                  <a:cubicBezTo>
                    <a:pt x="335" y="483"/>
                    <a:pt x="347" y="469"/>
                    <a:pt x="354" y="464"/>
                  </a:cubicBezTo>
                  <a:cubicBezTo>
                    <a:pt x="357" y="461"/>
                    <a:pt x="363" y="456"/>
                    <a:pt x="367" y="455"/>
                  </a:cubicBezTo>
                  <a:cubicBezTo>
                    <a:pt x="370" y="453"/>
                    <a:pt x="378" y="456"/>
                    <a:pt x="381" y="454"/>
                  </a:cubicBezTo>
                  <a:cubicBezTo>
                    <a:pt x="384" y="452"/>
                    <a:pt x="386" y="444"/>
                    <a:pt x="386" y="441"/>
                  </a:cubicBezTo>
                  <a:cubicBezTo>
                    <a:pt x="386" y="439"/>
                    <a:pt x="384" y="436"/>
                    <a:pt x="383" y="435"/>
                  </a:cubicBezTo>
                  <a:cubicBezTo>
                    <a:pt x="382" y="435"/>
                    <a:pt x="379" y="435"/>
                    <a:pt x="378" y="435"/>
                  </a:cubicBezTo>
                  <a:cubicBezTo>
                    <a:pt x="377" y="436"/>
                    <a:pt x="376" y="439"/>
                    <a:pt x="374" y="440"/>
                  </a:cubicBezTo>
                  <a:cubicBezTo>
                    <a:pt x="373" y="441"/>
                    <a:pt x="368" y="441"/>
                    <a:pt x="366" y="440"/>
                  </a:cubicBezTo>
                  <a:cubicBezTo>
                    <a:pt x="361" y="438"/>
                    <a:pt x="356" y="426"/>
                    <a:pt x="352" y="422"/>
                  </a:cubicBezTo>
                  <a:cubicBezTo>
                    <a:pt x="351" y="422"/>
                    <a:pt x="349" y="421"/>
                    <a:pt x="348" y="421"/>
                  </a:cubicBezTo>
                  <a:cubicBezTo>
                    <a:pt x="346" y="421"/>
                    <a:pt x="345" y="424"/>
                    <a:pt x="344" y="424"/>
                  </a:cubicBezTo>
                  <a:cubicBezTo>
                    <a:pt x="342" y="424"/>
                    <a:pt x="339" y="423"/>
                    <a:pt x="338" y="422"/>
                  </a:cubicBezTo>
                  <a:cubicBezTo>
                    <a:pt x="336" y="420"/>
                    <a:pt x="337" y="414"/>
                    <a:pt x="336" y="412"/>
                  </a:cubicBezTo>
                  <a:cubicBezTo>
                    <a:pt x="333" y="408"/>
                    <a:pt x="319" y="409"/>
                    <a:pt x="316" y="405"/>
                  </a:cubicBezTo>
                  <a:cubicBezTo>
                    <a:pt x="316" y="404"/>
                    <a:pt x="316" y="401"/>
                    <a:pt x="316" y="401"/>
                  </a:cubicBezTo>
                  <a:cubicBezTo>
                    <a:pt x="317" y="399"/>
                    <a:pt x="321" y="398"/>
                    <a:pt x="323" y="397"/>
                  </a:cubicBezTo>
                  <a:cubicBezTo>
                    <a:pt x="324" y="395"/>
                    <a:pt x="326" y="392"/>
                    <a:pt x="326" y="390"/>
                  </a:cubicBezTo>
                  <a:cubicBezTo>
                    <a:pt x="326" y="388"/>
                    <a:pt x="319" y="388"/>
                    <a:pt x="319" y="385"/>
                  </a:cubicBezTo>
                  <a:cubicBezTo>
                    <a:pt x="319" y="384"/>
                    <a:pt x="322" y="381"/>
                    <a:pt x="324" y="380"/>
                  </a:cubicBezTo>
                  <a:cubicBezTo>
                    <a:pt x="326" y="379"/>
                    <a:pt x="333" y="382"/>
                    <a:pt x="336" y="381"/>
                  </a:cubicBezTo>
                  <a:cubicBezTo>
                    <a:pt x="337" y="380"/>
                    <a:pt x="338" y="377"/>
                    <a:pt x="340" y="376"/>
                  </a:cubicBezTo>
                  <a:cubicBezTo>
                    <a:pt x="342" y="373"/>
                    <a:pt x="348" y="368"/>
                    <a:pt x="352" y="368"/>
                  </a:cubicBezTo>
                  <a:cubicBezTo>
                    <a:pt x="353" y="368"/>
                    <a:pt x="356" y="369"/>
                    <a:pt x="356" y="370"/>
                  </a:cubicBezTo>
                  <a:cubicBezTo>
                    <a:pt x="359" y="372"/>
                    <a:pt x="359" y="378"/>
                    <a:pt x="361" y="381"/>
                  </a:cubicBezTo>
                  <a:cubicBezTo>
                    <a:pt x="365" y="385"/>
                    <a:pt x="374" y="393"/>
                    <a:pt x="380" y="393"/>
                  </a:cubicBezTo>
                  <a:cubicBezTo>
                    <a:pt x="392" y="393"/>
                    <a:pt x="409" y="369"/>
                    <a:pt x="421" y="369"/>
                  </a:cubicBezTo>
                  <a:cubicBezTo>
                    <a:pt x="423" y="369"/>
                    <a:pt x="426" y="373"/>
                    <a:pt x="428" y="374"/>
                  </a:cubicBezTo>
                  <a:cubicBezTo>
                    <a:pt x="431" y="374"/>
                    <a:pt x="437" y="370"/>
                    <a:pt x="440" y="371"/>
                  </a:cubicBezTo>
                  <a:cubicBezTo>
                    <a:pt x="441" y="372"/>
                    <a:pt x="442" y="376"/>
                    <a:pt x="443" y="377"/>
                  </a:cubicBezTo>
                  <a:cubicBezTo>
                    <a:pt x="444" y="378"/>
                    <a:pt x="448" y="382"/>
                    <a:pt x="450" y="381"/>
                  </a:cubicBezTo>
                  <a:cubicBezTo>
                    <a:pt x="451" y="381"/>
                    <a:pt x="454" y="379"/>
                    <a:pt x="454" y="377"/>
                  </a:cubicBezTo>
                  <a:cubicBezTo>
                    <a:pt x="455" y="374"/>
                    <a:pt x="453" y="367"/>
                    <a:pt x="453" y="364"/>
                  </a:cubicBezTo>
                  <a:cubicBezTo>
                    <a:pt x="453" y="361"/>
                    <a:pt x="454" y="355"/>
                    <a:pt x="456" y="353"/>
                  </a:cubicBezTo>
                  <a:cubicBezTo>
                    <a:pt x="458" y="350"/>
                    <a:pt x="462" y="345"/>
                    <a:pt x="465" y="343"/>
                  </a:cubicBezTo>
                  <a:cubicBezTo>
                    <a:pt x="468" y="342"/>
                    <a:pt x="475" y="343"/>
                    <a:pt x="478" y="341"/>
                  </a:cubicBezTo>
                  <a:cubicBezTo>
                    <a:pt x="486" y="337"/>
                    <a:pt x="500" y="323"/>
                    <a:pt x="502" y="315"/>
                  </a:cubicBezTo>
                  <a:cubicBezTo>
                    <a:pt x="503" y="310"/>
                    <a:pt x="495" y="300"/>
                    <a:pt x="497" y="296"/>
                  </a:cubicBezTo>
                  <a:cubicBezTo>
                    <a:pt x="498" y="294"/>
                    <a:pt x="504" y="294"/>
                    <a:pt x="505" y="292"/>
                  </a:cubicBezTo>
                  <a:cubicBezTo>
                    <a:pt x="507" y="289"/>
                    <a:pt x="504" y="280"/>
                    <a:pt x="506" y="277"/>
                  </a:cubicBezTo>
                  <a:cubicBezTo>
                    <a:pt x="508" y="275"/>
                    <a:pt x="512" y="274"/>
                    <a:pt x="514" y="274"/>
                  </a:cubicBezTo>
                  <a:cubicBezTo>
                    <a:pt x="518" y="272"/>
                    <a:pt x="527" y="272"/>
                    <a:pt x="530" y="269"/>
                  </a:cubicBezTo>
                  <a:cubicBezTo>
                    <a:pt x="531" y="268"/>
                    <a:pt x="533" y="265"/>
                    <a:pt x="532" y="264"/>
                  </a:cubicBezTo>
                  <a:cubicBezTo>
                    <a:pt x="531" y="261"/>
                    <a:pt x="522" y="262"/>
                    <a:pt x="521" y="259"/>
                  </a:cubicBezTo>
                  <a:cubicBezTo>
                    <a:pt x="520" y="258"/>
                    <a:pt x="521" y="255"/>
                    <a:pt x="521" y="253"/>
                  </a:cubicBezTo>
                  <a:cubicBezTo>
                    <a:pt x="523" y="250"/>
                    <a:pt x="532" y="247"/>
                    <a:pt x="533" y="243"/>
                  </a:cubicBezTo>
                  <a:cubicBezTo>
                    <a:pt x="534" y="241"/>
                    <a:pt x="531" y="235"/>
                    <a:pt x="532" y="233"/>
                  </a:cubicBezTo>
                  <a:cubicBezTo>
                    <a:pt x="533" y="229"/>
                    <a:pt x="539" y="222"/>
                    <a:pt x="542" y="220"/>
                  </a:cubicBezTo>
                  <a:cubicBezTo>
                    <a:pt x="544" y="217"/>
                    <a:pt x="550" y="213"/>
                    <a:pt x="553" y="213"/>
                  </a:cubicBezTo>
                  <a:cubicBezTo>
                    <a:pt x="555" y="213"/>
                    <a:pt x="557" y="218"/>
                    <a:pt x="559" y="218"/>
                  </a:cubicBezTo>
                  <a:cubicBezTo>
                    <a:pt x="562" y="218"/>
                    <a:pt x="565" y="212"/>
                    <a:pt x="567" y="212"/>
                  </a:cubicBezTo>
                  <a:cubicBezTo>
                    <a:pt x="568" y="213"/>
                    <a:pt x="568" y="214"/>
                    <a:pt x="568" y="215"/>
                  </a:cubicBezTo>
                  <a:cubicBezTo>
                    <a:pt x="569" y="216"/>
                    <a:pt x="573" y="217"/>
                    <a:pt x="574" y="216"/>
                  </a:cubicBezTo>
                  <a:cubicBezTo>
                    <a:pt x="576" y="215"/>
                    <a:pt x="577" y="211"/>
                    <a:pt x="578" y="211"/>
                  </a:cubicBezTo>
                  <a:cubicBezTo>
                    <a:pt x="580" y="210"/>
                    <a:pt x="585" y="212"/>
                    <a:pt x="587" y="212"/>
                  </a:cubicBezTo>
                  <a:cubicBezTo>
                    <a:pt x="589" y="212"/>
                    <a:pt x="592" y="210"/>
                    <a:pt x="593" y="209"/>
                  </a:cubicBezTo>
                  <a:cubicBezTo>
                    <a:pt x="597" y="207"/>
                    <a:pt x="604" y="200"/>
                    <a:pt x="606" y="196"/>
                  </a:cubicBezTo>
                  <a:cubicBezTo>
                    <a:pt x="607" y="194"/>
                    <a:pt x="606" y="189"/>
                    <a:pt x="608" y="187"/>
                  </a:cubicBezTo>
                  <a:cubicBezTo>
                    <a:pt x="614" y="177"/>
                    <a:pt x="634" y="163"/>
                    <a:pt x="644" y="156"/>
                  </a:cubicBezTo>
                  <a:cubicBezTo>
                    <a:pt x="649" y="153"/>
                    <a:pt x="660" y="149"/>
                    <a:pt x="665" y="146"/>
                  </a:cubicBezTo>
                  <a:cubicBezTo>
                    <a:pt x="669" y="143"/>
                    <a:pt x="675" y="136"/>
                    <a:pt x="680" y="134"/>
                  </a:cubicBezTo>
                  <a:cubicBezTo>
                    <a:pt x="687" y="129"/>
                    <a:pt x="710" y="130"/>
                    <a:pt x="714" y="122"/>
                  </a:cubicBezTo>
                  <a:cubicBezTo>
                    <a:pt x="714" y="121"/>
                    <a:pt x="712" y="119"/>
                    <a:pt x="712" y="119"/>
                  </a:cubicBezTo>
                  <a:cubicBezTo>
                    <a:pt x="713" y="117"/>
                    <a:pt x="718" y="116"/>
                    <a:pt x="719" y="115"/>
                  </a:cubicBezTo>
                  <a:cubicBezTo>
                    <a:pt x="721" y="112"/>
                    <a:pt x="723" y="105"/>
                    <a:pt x="721" y="102"/>
                  </a:cubicBezTo>
                  <a:cubicBezTo>
                    <a:pt x="720" y="100"/>
                    <a:pt x="715" y="100"/>
                    <a:pt x="713" y="99"/>
                  </a:cubicBezTo>
                  <a:cubicBezTo>
                    <a:pt x="712" y="98"/>
                    <a:pt x="710" y="93"/>
                    <a:pt x="708" y="92"/>
                  </a:cubicBezTo>
                  <a:cubicBezTo>
                    <a:pt x="706" y="91"/>
                    <a:pt x="701" y="94"/>
                    <a:pt x="699" y="93"/>
                  </a:cubicBezTo>
                  <a:cubicBezTo>
                    <a:pt x="698" y="92"/>
                    <a:pt x="697" y="89"/>
                    <a:pt x="696" y="88"/>
                  </a:cubicBezTo>
                  <a:cubicBezTo>
                    <a:pt x="695" y="87"/>
                    <a:pt x="693" y="87"/>
                    <a:pt x="692" y="87"/>
                  </a:cubicBezTo>
                  <a:cubicBezTo>
                    <a:pt x="690" y="87"/>
                    <a:pt x="688" y="89"/>
                    <a:pt x="687" y="89"/>
                  </a:cubicBezTo>
                  <a:cubicBezTo>
                    <a:pt x="685" y="89"/>
                    <a:pt x="682" y="87"/>
                    <a:pt x="681" y="86"/>
                  </a:cubicBezTo>
                  <a:cubicBezTo>
                    <a:pt x="680" y="84"/>
                    <a:pt x="680" y="79"/>
                    <a:pt x="679" y="78"/>
                  </a:cubicBezTo>
                  <a:cubicBezTo>
                    <a:pt x="677" y="75"/>
                    <a:pt x="671" y="70"/>
                    <a:pt x="668" y="69"/>
                  </a:cubicBezTo>
                  <a:cubicBezTo>
                    <a:pt x="666" y="68"/>
                    <a:pt x="663" y="67"/>
                    <a:pt x="661" y="67"/>
                  </a:cubicBezTo>
                  <a:cubicBezTo>
                    <a:pt x="659" y="65"/>
                    <a:pt x="653" y="63"/>
                    <a:pt x="651" y="60"/>
                  </a:cubicBezTo>
                  <a:cubicBezTo>
                    <a:pt x="650" y="59"/>
                    <a:pt x="650" y="55"/>
                    <a:pt x="650" y="54"/>
                  </a:cubicBezTo>
                  <a:cubicBezTo>
                    <a:pt x="649" y="50"/>
                    <a:pt x="648" y="42"/>
                    <a:pt x="647" y="38"/>
                  </a:cubicBezTo>
                  <a:cubicBezTo>
                    <a:pt x="645" y="35"/>
                    <a:pt x="642" y="28"/>
                    <a:pt x="639" y="25"/>
                  </a:cubicBezTo>
                  <a:cubicBezTo>
                    <a:pt x="635" y="22"/>
                    <a:pt x="625" y="16"/>
                    <a:pt x="619" y="15"/>
                  </a:cubicBezTo>
                  <a:cubicBezTo>
                    <a:pt x="616" y="14"/>
                    <a:pt x="609" y="15"/>
                    <a:pt x="605" y="13"/>
                  </a:cubicBezTo>
                  <a:cubicBezTo>
                    <a:pt x="600" y="12"/>
                    <a:pt x="591" y="0"/>
                    <a:pt x="585" y="1"/>
                  </a:cubicBezTo>
                  <a:cubicBezTo>
                    <a:pt x="584" y="1"/>
                    <a:pt x="582" y="3"/>
                    <a:pt x="582" y="4"/>
                  </a:cubicBezTo>
                  <a:cubicBezTo>
                    <a:pt x="583" y="7"/>
                    <a:pt x="589" y="9"/>
                    <a:pt x="591" y="11"/>
                  </a:cubicBezTo>
                  <a:cubicBezTo>
                    <a:pt x="592" y="12"/>
                    <a:pt x="592" y="16"/>
                    <a:pt x="592" y="18"/>
                  </a:cubicBezTo>
                  <a:cubicBezTo>
                    <a:pt x="593" y="23"/>
                    <a:pt x="592" y="32"/>
                    <a:pt x="593" y="37"/>
                  </a:cubicBezTo>
                  <a:cubicBezTo>
                    <a:pt x="594" y="40"/>
                    <a:pt x="596" y="45"/>
                    <a:pt x="598" y="47"/>
                  </a:cubicBezTo>
                  <a:cubicBezTo>
                    <a:pt x="601" y="49"/>
                    <a:pt x="608" y="52"/>
                    <a:pt x="611" y="54"/>
                  </a:cubicBezTo>
                  <a:cubicBezTo>
                    <a:pt x="612" y="55"/>
                    <a:pt x="614" y="58"/>
                    <a:pt x="615" y="59"/>
                  </a:cubicBezTo>
                  <a:cubicBezTo>
                    <a:pt x="616" y="61"/>
                    <a:pt x="618" y="64"/>
                    <a:pt x="618" y="65"/>
                  </a:cubicBezTo>
                  <a:cubicBezTo>
                    <a:pt x="618" y="67"/>
                    <a:pt x="616" y="69"/>
                    <a:pt x="615" y="70"/>
                  </a:cubicBezTo>
                  <a:cubicBezTo>
                    <a:pt x="613" y="70"/>
                    <a:pt x="608" y="69"/>
                    <a:pt x="606" y="68"/>
                  </a:cubicBezTo>
                  <a:cubicBezTo>
                    <a:pt x="604" y="67"/>
                    <a:pt x="603" y="63"/>
                    <a:pt x="601" y="62"/>
                  </a:cubicBezTo>
                  <a:cubicBezTo>
                    <a:pt x="599" y="61"/>
                    <a:pt x="595" y="61"/>
                    <a:pt x="592" y="61"/>
                  </a:cubicBezTo>
                  <a:cubicBezTo>
                    <a:pt x="591" y="61"/>
                    <a:pt x="587" y="64"/>
                    <a:pt x="586" y="63"/>
                  </a:cubicBezTo>
                  <a:cubicBezTo>
                    <a:pt x="586" y="62"/>
                    <a:pt x="587" y="60"/>
                    <a:pt x="588" y="60"/>
                  </a:cubicBezTo>
                  <a:cubicBezTo>
                    <a:pt x="588" y="59"/>
                    <a:pt x="591" y="58"/>
                    <a:pt x="592" y="57"/>
                  </a:cubicBezTo>
                  <a:cubicBezTo>
                    <a:pt x="593" y="56"/>
                    <a:pt x="595" y="53"/>
                    <a:pt x="594" y="52"/>
                  </a:cubicBezTo>
                  <a:cubicBezTo>
                    <a:pt x="594" y="50"/>
                    <a:pt x="590" y="50"/>
                    <a:pt x="589" y="49"/>
                  </a:cubicBezTo>
                  <a:cubicBezTo>
                    <a:pt x="587" y="48"/>
                    <a:pt x="584" y="45"/>
                    <a:pt x="582" y="44"/>
                  </a:cubicBezTo>
                  <a:cubicBezTo>
                    <a:pt x="580" y="43"/>
                    <a:pt x="573" y="44"/>
                    <a:pt x="571" y="46"/>
                  </a:cubicBezTo>
                  <a:cubicBezTo>
                    <a:pt x="570" y="46"/>
                    <a:pt x="569" y="49"/>
                    <a:pt x="569" y="50"/>
                  </a:cubicBezTo>
                  <a:cubicBezTo>
                    <a:pt x="569" y="51"/>
                    <a:pt x="571" y="53"/>
                    <a:pt x="570" y="54"/>
                  </a:cubicBezTo>
                  <a:cubicBezTo>
                    <a:pt x="570" y="55"/>
                    <a:pt x="567" y="54"/>
                    <a:pt x="565" y="54"/>
                  </a:cubicBezTo>
                  <a:cubicBezTo>
                    <a:pt x="563" y="54"/>
                    <a:pt x="558" y="52"/>
                    <a:pt x="555" y="52"/>
                  </a:cubicBezTo>
                  <a:cubicBezTo>
                    <a:pt x="553" y="52"/>
                    <a:pt x="549" y="52"/>
                    <a:pt x="548" y="53"/>
                  </a:cubicBezTo>
                  <a:cubicBezTo>
                    <a:pt x="547" y="54"/>
                    <a:pt x="547" y="56"/>
                    <a:pt x="546" y="56"/>
                  </a:cubicBezTo>
                  <a:cubicBezTo>
                    <a:pt x="545" y="57"/>
                    <a:pt x="541" y="57"/>
                    <a:pt x="541" y="56"/>
                  </a:cubicBezTo>
                  <a:cubicBezTo>
                    <a:pt x="540" y="54"/>
                    <a:pt x="546" y="53"/>
                    <a:pt x="547" y="51"/>
                  </a:cubicBezTo>
                  <a:cubicBezTo>
                    <a:pt x="547" y="50"/>
                    <a:pt x="546" y="48"/>
                    <a:pt x="546" y="47"/>
                  </a:cubicBezTo>
                  <a:cubicBezTo>
                    <a:pt x="544" y="46"/>
                    <a:pt x="540" y="45"/>
                    <a:pt x="538" y="45"/>
                  </a:cubicBezTo>
                  <a:cubicBezTo>
                    <a:pt x="535" y="46"/>
                    <a:pt x="531" y="50"/>
                    <a:pt x="529" y="51"/>
                  </a:cubicBezTo>
                  <a:cubicBezTo>
                    <a:pt x="527" y="52"/>
                    <a:pt x="521" y="51"/>
                    <a:pt x="519" y="52"/>
                  </a:cubicBezTo>
                  <a:cubicBezTo>
                    <a:pt x="518" y="53"/>
                    <a:pt x="517" y="54"/>
                    <a:pt x="517" y="55"/>
                  </a:cubicBezTo>
                  <a:cubicBezTo>
                    <a:pt x="516" y="56"/>
                    <a:pt x="516" y="60"/>
                    <a:pt x="516" y="61"/>
                  </a:cubicBezTo>
                  <a:cubicBezTo>
                    <a:pt x="516" y="63"/>
                    <a:pt x="518" y="66"/>
                    <a:pt x="518" y="67"/>
                  </a:cubicBezTo>
                  <a:cubicBezTo>
                    <a:pt x="519" y="70"/>
                    <a:pt x="517" y="76"/>
                    <a:pt x="515" y="78"/>
                  </a:cubicBezTo>
                  <a:cubicBezTo>
                    <a:pt x="514" y="80"/>
                    <a:pt x="509" y="81"/>
                    <a:pt x="508" y="83"/>
                  </a:cubicBezTo>
                  <a:cubicBezTo>
                    <a:pt x="507" y="85"/>
                    <a:pt x="508" y="88"/>
                    <a:pt x="507" y="90"/>
                  </a:cubicBezTo>
                  <a:cubicBezTo>
                    <a:pt x="506" y="92"/>
                    <a:pt x="500" y="93"/>
                    <a:pt x="499" y="95"/>
                  </a:cubicBezTo>
                  <a:cubicBezTo>
                    <a:pt x="498" y="97"/>
                    <a:pt x="497" y="101"/>
                    <a:pt x="497" y="103"/>
                  </a:cubicBezTo>
                  <a:cubicBezTo>
                    <a:pt x="497" y="105"/>
                    <a:pt x="499" y="110"/>
                    <a:pt x="501" y="113"/>
                  </a:cubicBezTo>
                  <a:cubicBezTo>
                    <a:pt x="502" y="114"/>
                    <a:pt x="507" y="116"/>
                    <a:pt x="508" y="118"/>
                  </a:cubicBezTo>
                  <a:cubicBezTo>
                    <a:pt x="509" y="120"/>
                    <a:pt x="508" y="124"/>
                    <a:pt x="509" y="126"/>
                  </a:cubicBezTo>
                  <a:cubicBezTo>
                    <a:pt x="511" y="128"/>
                    <a:pt x="516" y="130"/>
                    <a:pt x="517" y="132"/>
                  </a:cubicBezTo>
                  <a:cubicBezTo>
                    <a:pt x="519" y="135"/>
                    <a:pt x="522" y="142"/>
                    <a:pt x="523" y="145"/>
                  </a:cubicBezTo>
                  <a:cubicBezTo>
                    <a:pt x="524" y="149"/>
                    <a:pt x="525" y="156"/>
                    <a:pt x="524" y="159"/>
                  </a:cubicBezTo>
                  <a:cubicBezTo>
                    <a:pt x="524" y="161"/>
                    <a:pt x="522" y="164"/>
                    <a:pt x="521" y="165"/>
                  </a:cubicBezTo>
                  <a:cubicBezTo>
                    <a:pt x="520" y="166"/>
                    <a:pt x="517" y="168"/>
                    <a:pt x="516" y="170"/>
                  </a:cubicBezTo>
                  <a:cubicBezTo>
                    <a:pt x="515" y="172"/>
                    <a:pt x="513" y="175"/>
                    <a:pt x="513" y="177"/>
                  </a:cubicBezTo>
                  <a:cubicBezTo>
                    <a:pt x="513" y="179"/>
                    <a:pt x="514" y="182"/>
                    <a:pt x="515" y="184"/>
                  </a:cubicBezTo>
                  <a:cubicBezTo>
                    <a:pt x="515" y="185"/>
                    <a:pt x="517" y="188"/>
                    <a:pt x="517" y="189"/>
                  </a:cubicBezTo>
                  <a:cubicBezTo>
                    <a:pt x="518" y="190"/>
                    <a:pt x="518" y="194"/>
                    <a:pt x="518" y="195"/>
                  </a:cubicBezTo>
                  <a:cubicBezTo>
                    <a:pt x="517" y="198"/>
                    <a:pt x="515" y="202"/>
                    <a:pt x="513" y="204"/>
                  </a:cubicBezTo>
                  <a:cubicBezTo>
                    <a:pt x="510" y="206"/>
                    <a:pt x="503" y="204"/>
                    <a:pt x="500" y="206"/>
                  </a:cubicBezTo>
                  <a:cubicBezTo>
                    <a:pt x="497" y="208"/>
                    <a:pt x="493" y="215"/>
                    <a:pt x="490" y="216"/>
                  </a:cubicBezTo>
                  <a:cubicBezTo>
                    <a:pt x="486" y="218"/>
                    <a:pt x="477" y="218"/>
                    <a:pt x="472" y="219"/>
                  </a:cubicBezTo>
                  <a:cubicBezTo>
                    <a:pt x="467" y="221"/>
                    <a:pt x="457" y="231"/>
                    <a:pt x="451" y="233"/>
                  </a:cubicBezTo>
                  <a:cubicBezTo>
                    <a:pt x="448" y="235"/>
                    <a:pt x="440" y="240"/>
                    <a:pt x="438" y="237"/>
                  </a:cubicBezTo>
                  <a:cubicBezTo>
                    <a:pt x="437" y="236"/>
                    <a:pt x="440" y="233"/>
                    <a:pt x="441" y="231"/>
                  </a:cubicBezTo>
                  <a:cubicBezTo>
                    <a:pt x="446" y="226"/>
                    <a:pt x="460" y="219"/>
                    <a:pt x="466" y="215"/>
                  </a:cubicBezTo>
                  <a:cubicBezTo>
                    <a:pt x="470" y="212"/>
                    <a:pt x="477" y="207"/>
                    <a:pt x="480" y="203"/>
                  </a:cubicBezTo>
                  <a:cubicBezTo>
                    <a:pt x="481" y="201"/>
                    <a:pt x="483" y="195"/>
                    <a:pt x="481" y="193"/>
                  </a:cubicBezTo>
                  <a:cubicBezTo>
                    <a:pt x="481" y="192"/>
                    <a:pt x="478" y="191"/>
                    <a:pt x="477" y="191"/>
                  </a:cubicBezTo>
                  <a:cubicBezTo>
                    <a:pt x="474" y="191"/>
                    <a:pt x="470" y="193"/>
                    <a:pt x="468" y="194"/>
                  </a:cubicBezTo>
                  <a:cubicBezTo>
                    <a:pt x="466" y="195"/>
                    <a:pt x="462" y="198"/>
                    <a:pt x="460" y="197"/>
                  </a:cubicBezTo>
                  <a:cubicBezTo>
                    <a:pt x="458" y="197"/>
                    <a:pt x="455" y="195"/>
                    <a:pt x="455" y="194"/>
                  </a:cubicBezTo>
                  <a:cubicBezTo>
                    <a:pt x="454" y="191"/>
                    <a:pt x="458" y="187"/>
                    <a:pt x="460" y="186"/>
                  </a:cubicBezTo>
                  <a:cubicBezTo>
                    <a:pt x="463" y="184"/>
                    <a:pt x="469" y="186"/>
                    <a:pt x="471" y="185"/>
                  </a:cubicBezTo>
                  <a:cubicBezTo>
                    <a:pt x="473" y="185"/>
                    <a:pt x="475" y="183"/>
                    <a:pt x="476" y="181"/>
                  </a:cubicBezTo>
                  <a:cubicBezTo>
                    <a:pt x="477" y="180"/>
                    <a:pt x="477" y="176"/>
                    <a:pt x="478" y="175"/>
                  </a:cubicBezTo>
                  <a:cubicBezTo>
                    <a:pt x="480" y="173"/>
                    <a:pt x="486" y="171"/>
                    <a:pt x="489" y="170"/>
                  </a:cubicBezTo>
                  <a:cubicBezTo>
                    <a:pt x="492" y="170"/>
                    <a:pt x="497" y="173"/>
                    <a:pt x="499" y="172"/>
                  </a:cubicBezTo>
                  <a:cubicBezTo>
                    <a:pt x="503" y="170"/>
                    <a:pt x="505" y="161"/>
                    <a:pt x="505" y="157"/>
                  </a:cubicBezTo>
                  <a:cubicBezTo>
                    <a:pt x="505" y="154"/>
                    <a:pt x="503" y="148"/>
                    <a:pt x="502" y="145"/>
                  </a:cubicBezTo>
                  <a:cubicBezTo>
                    <a:pt x="501" y="143"/>
                    <a:pt x="497" y="139"/>
                    <a:pt x="496" y="137"/>
                  </a:cubicBezTo>
                  <a:cubicBezTo>
                    <a:pt x="495" y="133"/>
                    <a:pt x="495" y="126"/>
                    <a:pt x="494" y="122"/>
                  </a:cubicBezTo>
                  <a:cubicBezTo>
                    <a:pt x="493" y="120"/>
                    <a:pt x="491" y="115"/>
                    <a:pt x="490" y="114"/>
                  </a:cubicBezTo>
                  <a:cubicBezTo>
                    <a:pt x="489" y="112"/>
                    <a:pt x="485" y="110"/>
                    <a:pt x="484" y="108"/>
                  </a:cubicBezTo>
                  <a:cubicBezTo>
                    <a:pt x="483" y="106"/>
                    <a:pt x="482" y="100"/>
                    <a:pt x="483" y="97"/>
                  </a:cubicBezTo>
                  <a:cubicBezTo>
                    <a:pt x="484" y="95"/>
                    <a:pt x="487" y="91"/>
                    <a:pt x="489" y="89"/>
                  </a:cubicBezTo>
                  <a:cubicBezTo>
                    <a:pt x="490" y="87"/>
                    <a:pt x="493" y="83"/>
                    <a:pt x="493" y="81"/>
                  </a:cubicBezTo>
                  <a:cubicBezTo>
                    <a:pt x="495" y="75"/>
                    <a:pt x="496" y="62"/>
                    <a:pt x="495" y="56"/>
                  </a:cubicBezTo>
                  <a:cubicBezTo>
                    <a:pt x="494" y="54"/>
                    <a:pt x="492" y="52"/>
                    <a:pt x="492" y="50"/>
                  </a:cubicBezTo>
                  <a:cubicBezTo>
                    <a:pt x="491" y="49"/>
                    <a:pt x="491" y="46"/>
                    <a:pt x="490" y="45"/>
                  </a:cubicBezTo>
                  <a:cubicBezTo>
                    <a:pt x="489" y="44"/>
                    <a:pt x="486" y="44"/>
                    <a:pt x="484" y="45"/>
                  </a:cubicBezTo>
                  <a:cubicBezTo>
                    <a:pt x="482" y="46"/>
                    <a:pt x="481" y="52"/>
                    <a:pt x="478" y="53"/>
                  </a:cubicBezTo>
                  <a:cubicBezTo>
                    <a:pt x="476" y="53"/>
                    <a:pt x="471" y="51"/>
                    <a:pt x="469" y="51"/>
                  </a:cubicBezTo>
                  <a:cubicBezTo>
                    <a:pt x="468" y="52"/>
                    <a:pt x="465" y="54"/>
                    <a:pt x="464" y="56"/>
                  </a:cubicBezTo>
                  <a:cubicBezTo>
                    <a:pt x="463" y="57"/>
                    <a:pt x="465" y="61"/>
                    <a:pt x="464" y="62"/>
                  </a:cubicBezTo>
                  <a:cubicBezTo>
                    <a:pt x="463" y="63"/>
                    <a:pt x="460" y="63"/>
                    <a:pt x="459" y="63"/>
                  </a:cubicBezTo>
                  <a:cubicBezTo>
                    <a:pt x="457" y="62"/>
                    <a:pt x="454" y="59"/>
                    <a:pt x="452" y="58"/>
                  </a:cubicBezTo>
                  <a:cubicBezTo>
                    <a:pt x="450" y="57"/>
                    <a:pt x="446" y="58"/>
                    <a:pt x="444" y="59"/>
                  </a:cubicBezTo>
                  <a:cubicBezTo>
                    <a:pt x="443" y="60"/>
                    <a:pt x="441" y="62"/>
                    <a:pt x="441" y="64"/>
                  </a:cubicBezTo>
                  <a:cubicBezTo>
                    <a:pt x="441" y="66"/>
                    <a:pt x="444" y="70"/>
                    <a:pt x="444" y="72"/>
                  </a:cubicBezTo>
                  <a:cubicBezTo>
                    <a:pt x="443" y="74"/>
                    <a:pt x="438" y="76"/>
                    <a:pt x="437" y="78"/>
                  </a:cubicBezTo>
                  <a:cubicBezTo>
                    <a:pt x="436" y="80"/>
                    <a:pt x="436" y="85"/>
                    <a:pt x="437" y="87"/>
                  </a:cubicBezTo>
                  <a:cubicBezTo>
                    <a:pt x="437" y="88"/>
                    <a:pt x="440" y="90"/>
                    <a:pt x="441" y="91"/>
                  </a:cubicBezTo>
                  <a:cubicBezTo>
                    <a:pt x="442" y="92"/>
                    <a:pt x="446" y="92"/>
                    <a:pt x="446" y="93"/>
                  </a:cubicBezTo>
                  <a:cubicBezTo>
                    <a:pt x="448" y="95"/>
                    <a:pt x="447" y="102"/>
                    <a:pt x="449" y="105"/>
                  </a:cubicBezTo>
                  <a:cubicBezTo>
                    <a:pt x="449" y="106"/>
                    <a:pt x="453" y="107"/>
                    <a:pt x="454" y="109"/>
                  </a:cubicBezTo>
                  <a:cubicBezTo>
                    <a:pt x="454" y="110"/>
                    <a:pt x="454" y="112"/>
                    <a:pt x="454" y="113"/>
                  </a:cubicBezTo>
                  <a:cubicBezTo>
                    <a:pt x="455" y="113"/>
                    <a:pt x="458" y="112"/>
                    <a:pt x="458" y="111"/>
                  </a:cubicBezTo>
                  <a:cubicBezTo>
                    <a:pt x="460" y="107"/>
                    <a:pt x="456" y="99"/>
                    <a:pt x="456" y="94"/>
                  </a:cubicBezTo>
                  <a:cubicBezTo>
                    <a:pt x="456" y="90"/>
                    <a:pt x="456" y="78"/>
                    <a:pt x="460" y="77"/>
                  </a:cubicBezTo>
                  <a:cubicBezTo>
                    <a:pt x="461" y="77"/>
                    <a:pt x="462" y="80"/>
                    <a:pt x="462" y="81"/>
                  </a:cubicBezTo>
                  <a:cubicBezTo>
                    <a:pt x="463" y="85"/>
                    <a:pt x="460" y="93"/>
                    <a:pt x="460" y="97"/>
                  </a:cubicBezTo>
                  <a:cubicBezTo>
                    <a:pt x="461" y="99"/>
                    <a:pt x="464" y="104"/>
                    <a:pt x="464" y="107"/>
                  </a:cubicBezTo>
                  <a:cubicBezTo>
                    <a:pt x="464" y="109"/>
                    <a:pt x="462" y="112"/>
                    <a:pt x="463" y="113"/>
                  </a:cubicBezTo>
                  <a:cubicBezTo>
                    <a:pt x="463" y="115"/>
                    <a:pt x="465" y="117"/>
                    <a:pt x="465" y="118"/>
                  </a:cubicBezTo>
                  <a:cubicBezTo>
                    <a:pt x="465" y="121"/>
                    <a:pt x="460" y="128"/>
                    <a:pt x="458" y="131"/>
                  </a:cubicBezTo>
                  <a:cubicBezTo>
                    <a:pt x="457" y="135"/>
                    <a:pt x="458" y="142"/>
                    <a:pt x="456" y="146"/>
                  </a:cubicBezTo>
                  <a:cubicBezTo>
                    <a:pt x="454" y="150"/>
                    <a:pt x="450" y="162"/>
                    <a:pt x="445" y="161"/>
                  </a:cubicBezTo>
                  <a:cubicBezTo>
                    <a:pt x="444" y="161"/>
                    <a:pt x="444" y="159"/>
                    <a:pt x="444" y="158"/>
                  </a:cubicBezTo>
                  <a:cubicBezTo>
                    <a:pt x="444" y="152"/>
                    <a:pt x="450" y="142"/>
                    <a:pt x="451" y="136"/>
                  </a:cubicBezTo>
                  <a:cubicBezTo>
                    <a:pt x="452" y="132"/>
                    <a:pt x="452" y="123"/>
                    <a:pt x="450" y="119"/>
                  </a:cubicBezTo>
                  <a:cubicBezTo>
                    <a:pt x="449" y="117"/>
                    <a:pt x="445" y="116"/>
                    <a:pt x="444" y="114"/>
                  </a:cubicBezTo>
                  <a:cubicBezTo>
                    <a:pt x="443" y="113"/>
                    <a:pt x="442" y="109"/>
                    <a:pt x="441" y="108"/>
                  </a:cubicBezTo>
                  <a:cubicBezTo>
                    <a:pt x="440" y="106"/>
                    <a:pt x="436" y="102"/>
                    <a:pt x="434" y="102"/>
                  </a:cubicBezTo>
                  <a:cubicBezTo>
                    <a:pt x="432" y="101"/>
                    <a:pt x="427" y="104"/>
                    <a:pt x="424" y="103"/>
                  </a:cubicBezTo>
                  <a:cubicBezTo>
                    <a:pt x="423" y="103"/>
                    <a:pt x="420" y="100"/>
                    <a:pt x="419" y="98"/>
                  </a:cubicBezTo>
                  <a:cubicBezTo>
                    <a:pt x="418" y="95"/>
                    <a:pt x="417" y="89"/>
                    <a:pt x="418" y="86"/>
                  </a:cubicBezTo>
                  <a:cubicBezTo>
                    <a:pt x="418" y="82"/>
                    <a:pt x="419" y="74"/>
                    <a:pt x="421" y="71"/>
                  </a:cubicBezTo>
                  <a:cubicBezTo>
                    <a:pt x="423" y="67"/>
                    <a:pt x="430" y="62"/>
                    <a:pt x="432" y="59"/>
                  </a:cubicBezTo>
                  <a:cubicBezTo>
                    <a:pt x="432" y="57"/>
                    <a:pt x="432" y="53"/>
                    <a:pt x="430" y="53"/>
                  </a:cubicBezTo>
                  <a:cubicBezTo>
                    <a:pt x="430" y="52"/>
                    <a:pt x="427" y="52"/>
                    <a:pt x="426" y="53"/>
                  </a:cubicBezTo>
                  <a:cubicBezTo>
                    <a:pt x="424" y="55"/>
                    <a:pt x="423" y="61"/>
                    <a:pt x="421" y="63"/>
                  </a:cubicBezTo>
                  <a:cubicBezTo>
                    <a:pt x="420" y="63"/>
                    <a:pt x="418" y="65"/>
                    <a:pt x="417" y="65"/>
                  </a:cubicBezTo>
                  <a:cubicBezTo>
                    <a:pt x="416" y="65"/>
                    <a:pt x="416" y="61"/>
                    <a:pt x="415" y="60"/>
                  </a:cubicBezTo>
                  <a:cubicBezTo>
                    <a:pt x="414" y="60"/>
                    <a:pt x="412" y="60"/>
                    <a:pt x="412" y="61"/>
                  </a:cubicBezTo>
                  <a:cubicBezTo>
                    <a:pt x="410" y="61"/>
                    <a:pt x="409" y="63"/>
                    <a:pt x="408" y="64"/>
                  </a:cubicBezTo>
                  <a:cubicBezTo>
                    <a:pt x="408" y="66"/>
                    <a:pt x="410" y="69"/>
                    <a:pt x="409" y="70"/>
                  </a:cubicBezTo>
                  <a:cubicBezTo>
                    <a:pt x="408" y="71"/>
                    <a:pt x="406" y="72"/>
                    <a:pt x="405" y="72"/>
                  </a:cubicBezTo>
                  <a:cubicBezTo>
                    <a:pt x="403" y="72"/>
                    <a:pt x="402" y="69"/>
                    <a:pt x="401" y="69"/>
                  </a:cubicBezTo>
                  <a:cubicBezTo>
                    <a:pt x="400" y="69"/>
                    <a:pt x="398" y="69"/>
                    <a:pt x="397" y="70"/>
                  </a:cubicBezTo>
                  <a:cubicBezTo>
                    <a:pt x="396" y="71"/>
                    <a:pt x="394" y="76"/>
                    <a:pt x="393" y="78"/>
                  </a:cubicBezTo>
                  <a:cubicBezTo>
                    <a:pt x="393" y="80"/>
                    <a:pt x="393" y="83"/>
                    <a:pt x="393" y="85"/>
                  </a:cubicBezTo>
                  <a:cubicBezTo>
                    <a:pt x="394" y="88"/>
                    <a:pt x="396" y="93"/>
                    <a:pt x="398" y="93"/>
                  </a:cubicBezTo>
                  <a:cubicBezTo>
                    <a:pt x="400" y="94"/>
                    <a:pt x="402" y="91"/>
                    <a:pt x="403" y="90"/>
                  </a:cubicBezTo>
                  <a:cubicBezTo>
                    <a:pt x="404" y="90"/>
                    <a:pt x="407" y="89"/>
                    <a:pt x="408" y="90"/>
                  </a:cubicBezTo>
                  <a:cubicBezTo>
                    <a:pt x="408" y="90"/>
                    <a:pt x="409" y="93"/>
                    <a:pt x="409" y="94"/>
                  </a:cubicBezTo>
                  <a:cubicBezTo>
                    <a:pt x="409" y="96"/>
                    <a:pt x="409" y="101"/>
                    <a:pt x="409" y="103"/>
                  </a:cubicBezTo>
                  <a:cubicBezTo>
                    <a:pt x="408" y="107"/>
                    <a:pt x="402" y="111"/>
                    <a:pt x="401" y="114"/>
                  </a:cubicBezTo>
                  <a:cubicBezTo>
                    <a:pt x="399" y="117"/>
                    <a:pt x="398" y="124"/>
                    <a:pt x="396" y="127"/>
                  </a:cubicBezTo>
                  <a:cubicBezTo>
                    <a:pt x="395" y="128"/>
                    <a:pt x="392" y="131"/>
                    <a:pt x="391" y="131"/>
                  </a:cubicBezTo>
                  <a:cubicBezTo>
                    <a:pt x="390" y="131"/>
                    <a:pt x="388" y="128"/>
                    <a:pt x="388" y="126"/>
                  </a:cubicBezTo>
                  <a:cubicBezTo>
                    <a:pt x="388" y="125"/>
                    <a:pt x="390" y="123"/>
                    <a:pt x="390" y="122"/>
                  </a:cubicBezTo>
                  <a:cubicBezTo>
                    <a:pt x="390" y="121"/>
                    <a:pt x="390" y="118"/>
                    <a:pt x="389" y="117"/>
                  </a:cubicBezTo>
                  <a:cubicBezTo>
                    <a:pt x="388" y="117"/>
                    <a:pt x="386" y="118"/>
                    <a:pt x="385" y="119"/>
                  </a:cubicBezTo>
                  <a:cubicBezTo>
                    <a:pt x="384" y="120"/>
                    <a:pt x="383" y="125"/>
                    <a:pt x="381" y="125"/>
                  </a:cubicBezTo>
                  <a:cubicBezTo>
                    <a:pt x="380" y="125"/>
                    <a:pt x="380" y="121"/>
                    <a:pt x="380" y="119"/>
                  </a:cubicBezTo>
                  <a:cubicBezTo>
                    <a:pt x="381" y="117"/>
                    <a:pt x="381" y="113"/>
                    <a:pt x="382" y="112"/>
                  </a:cubicBezTo>
                  <a:cubicBezTo>
                    <a:pt x="383" y="110"/>
                    <a:pt x="389" y="110"/>
                    <a:pt x="391" y="108"/>
                  </a:cubicBezTo>
                  <a:cubicBezTo>
                    <a:pt x="392" y="107"/>
                    <a:pt x="392" y="101"/>
                    <a:pt x="391" y="100"/>
                  </a:cubicBezTo>
                  <a:cubicBezTo>
                    <a:pt x="390" y="99"/>
                    <a:pt x="389" y="99"/>
                    <a:pt x="388" y="100"/>
                  </a:cubicBezTo>
                  <a:cubicBezTo>
                    <a:pt x="386" y="101"/>
                    <a:pt x="384" y="106"/>
                    <a:pt x="382" y="107"/>
                  </a:cubicBezTo>
                  <a:cubicBezTo>
                    <a:pt x="380" y="107"/>
                    <a:pt x="376" y="106"/>
                    <a:pt x="376" y="104"/>
                  </a:cubicBezTo>
                  <a:cubicBezTo>
                    <a:pt x="375" y="102"/>
                    <a:pt x="381" y="99"/>
                    <a:pt x="382" y="97"/>
                  </a:cubicBezTo>
                  <a:cubicBezTo>
                    <a:pt x="382" y="93"/>
                    <a:pt x="381" y="85"/>
                    <a:pt x="379" y="82"/>
                  </a:cubicBezTo>
                  <a:cubicBezTo>
                    <a:pt x="378" y="82"/>
                    <a:pt x="375" y="82"/>
                    <a:pt x="374" y="82"/>
                  </a:cubicBezTo>
                  <a:cubicBezTo>
                    <a:pt x="372" y="83"/>
                    <a:pt x="369" y="86"/>
                    <a:pt x="367" y="87"/>
                  </a:cubicBezTo>
                  <a:cubicBezTo>
                    <a:pt x="366" y="87"/>
                    <a:pt x="362" y="87"/>
                    <a:pt x="361" y="87"/>
                  </a:cubicBezTo>
                  <a:cubicBezTo>
                    <a:pt x="360" y="86"/>
                    <a:pt x="360" y="84"/>
                    <a:pt x="359" y="83"/>
                  </a:cubicBezTo>
                  <a:cubicBezTo>
                    <a:pt x="358" y="82"/>
                    <a:pt x="354" y="82"/>
                    <a:pt x="353" y="83"/>
                  </a:cubicBezTo>
                  <a:cubicBezTo>
                    <a:pt x="351" y="83"/>
                    <a:pt x="351" y="87"/>
                    <a:pt x="350" y="88"/>
                  </a:cubicBezTo>
                  <a:cubicBezTo>
                    <a:pt x="349" y="89"/>
                    <a:pt x="345" y="89"/>
                    <a:pt x="344" y="88"/>
                  </a:cubicBezTo>
                  <a:cubicBezTo>
                    <a:pt x="342" y="86"/>
                    <a:pt x="343" y="82"/>
                    <a:pt x="344" y="80"/>
                  </a:cubicBezTo>
                  <a:cubicBezTo>
                    <a:pt x="344" y="78"/>
                    <a:pt x="347" y="75"/>
                    <a:pt x="348" y="74"/>
                  </a:cubicBezTo>
                  <a:cubicBezTo>
                    <a:pt x="350" y="73"/>
                    <a:pt x="354" y="74"/>
                    <a:pt x="356" y="74"/>
                  </a:cubicBezTo>
                  <a:cubicBezTo>
                    <a:pt x="358" y="73"/>
                    <a:pt x="361" y="70"/>
                    <a:pt x="362" y="68"/>
                  </a:cubicBezTo>
                  <a:cubicBezTo>
                    <a:pt x="362" y="65"/>
                    <a:pt x="360" y="60"/>
                    <a:pt x="359" y="58"/>
                  </a:cubicBezTo>
                  <a:cubicBezTo>
                    <a:pt x="358" y="57"/>
                    <a:pt x="355" y="56"/>
                    <a:pt x="354" y="54"/>
                  </a:cubicBezTo>
                  <a:cubicBezTo>
                    <a:pt x="354" y="53"/>
                    <a:pt x="355" y="51"/>
                    <a:pt x="355" y="50"/>
                  </a:cubicBezTo>
                  <a:cubicBezTo>
                    <a:pt x="354" y="49"/>
                    <a:pt x="352" y="47"/>
                    <a:pt x="350" y="48"/>
                  </a:cubicBezTo>
                  <a:cubicBezTo>
                    <a:pt x="347" y="48"/>
                    <a:pt x="343" y="54"/>
                    <a:pt x="341" y="56"/>
                  </a:cubicBezTo>
                  <a:cubicBezTo>
                    <a:pt x="339" y="59"/>
                    <a:pt x="336" y="64"/>
                    <a:pt x="336" y="67"/>
                  </a:cubicBezTo>
                  <a:cubicBezTo>
                    <a:pt x="336" y="69"/>
                    <a:pt x="338" y="73"/>
                    <a:pt x="337" y="75"/>
                  </a:cubicBezTo>
                  <a:cubicBezTo>
                    <a:pt x="337" y="78"/>
                    <a:pt x="335" y="82"/>
                    <a:pt x="333" y="84"/>
                  </a:cubicBezTo>
                  <a:cubicBezTo>
                    <a:pt x="332" y="85"/>
                    <a:pt x="327" y="84"/>
                    <a:pt x="326" y="84"/>
                  </a:cubicBezTo>
                  <a:cubicBezTo>
                    <a:pt x="324" y="84"/>
                    <a:pt x="321" y="82"/>
                    <a:pt x="320" y="82"/>
                  </a:cubicBezTo>
                  <a:cubicBezTo>
                    <a:pt x="317" y="82"/>
                    <a:pt x="313" y="84"/>
                    <a:pt x="312" y="85"/>
                  </a:cubicBezTo>
                  <a:cubicBezTo>
                    <a:pt x="311" y="86"/>
                    <a:pt x="310" y="89"/>
                    <a:pt x="308" y="90"/>
                  </a:cubicBezTo>
                  <a:cubicBezTo>
                    <a:pt x="306" y="91"/>
                    <a:pt x="301" y="88"/>
                    <a:pt x="298" y="89"/>
                  </a:cubicBezTo>
                  <a:cubicBezTo>
                    <a:pt x="297" y="89"/>
                    <a:pt x="296" y="91"/>
                    <a:pt x="295" y="91"/>
                  </a:cubicBezTo>
                  <a:cubicBezTo>
                    <a:pt x="294" y="93"/>
                    <a:pt x="294" y="97"/>
                    <a:pt x="293" y="99"/>
                  </a:cubicBezTo>
                  <a:cubicBezTo>
                    <a:pt x="293" y="100"/>
                    <a:pt x="292" y="104"/>
                    <a:pt x="291" y="104"/>
                  </a:cubicBezTo>
                  <a:cubicBezTo>
                    <a:pt x="289" y="105"/>
                    <a:pt x="286" y="103"/>
                    <a:pt x="285" y="103"/>
                  </a:cubicBezTo>
                  <a:cubicBezTo>
                    <a:pt x="284" y="103"/>
                    <a:pt x="283" y="106"/>
                    <a:pt x="282" y="106"/>
                  </a:cubicBezTo>
                  <a:cubicBezTo>
                    <a:pt x="279" y="106"/>
                    <a:pt x="276" y="100"/>
                    <a:pt x="276" y="98"/>
                  </a:cubicBezTo>
                  <a:cubicBezTo>
                    <a:pt x="276" y="96"/>
                    <a:pt x="280" y="92"/>
                    <a:pt x="282" y="90"/>
                  </a:cubicBezTo>
                  <a:cubicBezTo>
                    <a:pt x="283" y="89"/>
                    <a:pt x="286" y="89"/>
                    <a:pt x="287" y="88"/>
                  </a:cubicBezTo>
                  <a:cubicBezTo>
                    <a:pt x="288" y="87"/>
                    <a:pt x="288" y="85"/>
                    <a:pt x="287" y="85"/>
                  </a:cubicBezTo>
                  <a:cubicBezTo>
                    <a:pt x="286" y="83"/>
                    <a:pt x="282" y="84"/>
                    <a:pt x="280" y="85"/>
                  </a:cubicBezTo>
                  <a:cubicBezTo>
                    <a:pt x="277" y="86"/>
                    <a:pt x="275" y="93"/>
                    <a:pt x="273" y="94"/>
                  </a:cubicBezTo>
                  <a:cubicBezTo>
                    <a:pt x="271" y="94"/>
                    <a:pt x="267" y="93"/>
                    <a:pt x="266" y="93"/>
                  </a:cubicBezTo>
                  <a:cubicBezTo>
                    <a:pt x="264" y="92"/>
                    <a:pt x="263" y="87"/>
                    <a:pt x="261" y="86"/>
                  </a:cubicBezTo>
                  <a:cubicBezTo>
                    <a:pt x="258" y="85"/>
                    <a:pt x="253" y="88"/>
                    <a:pt x="250" y="88"/>
                  </a:cubicBezTo>
                  <a:cubicBezTo>
                    <a:pt x="248" y="88"/>
                    <a:pt x="244" y="84"/>
                    <a:pt x="242" y="84"/>
                  </a:cubicBezTo>
                  <a:cubicBezTo>
                    <a:pt x="239" y="83"/>
                    <a:pt x="234" y="81"/>
                    <a:pt x="232" y="82"/>
                  </a:cubicBezTo>
                  <a:cubicBezTo>
                    <a:pt x="231" y="83"/>
                    <a:pt x="229" y="86"/>
                    <a:pt x="229" y="87"/>
                  </a:cubicBezTo>
                  <a:cubicBezTo>
                    <a:pt x="229" y="89"/>
                    <a:pt x="233" y="91"/>
                    <a:pt x="232" y="93"/>
                  </a:cubicBezTo>
                  <a:cubicBezTo>
                    <a:pt x="232" y="97"/>
                    <a:pt x="224" y="101"/>
                    <a:pt x="222" y="105"/>
                  </a:cubicBezTo>
                  <a:cubicBezTo>
                    <a:pt x="222" y="106"/>
                    <a:pt x="221" y="110"/>
                    <a:pt x="222" y="111"/>
                  </a:cubicBezTo>
                  <a:cubicBezTo>
                    <a:pt x="222" y="113"/>
                    <a:pt x="224" y="117"/>
                    <a:pt x="226" y="117"/>
                  </a:cubicBezTo>
                  <a:cubicBezTo>
                    <a:pt x="227" y="117"/>
                    <a:pt x="230" y="115"/>
                    <a:pt x="231" y="115"/>
                  </a:cubicBezTo>
                  <a:cubicBezTo>
                    <a:pt x="232" y="115"/>
                    <a:pt x="235" y="118"/>
                    <a:pt x="235" y="119"/>
                  </a:cubicBezTo>
                  <a:cubicBezTo>
                    <a:pt x="235" y="120"/>
                    <a:pt x="234" y="121"/>
                    <a:pt x="233" y="121"/>
                  </a:cubicBezTo>
                  <a:cubicBezTo>
                    <a:pt x="232" y="122"/>
                    <a:pt x="229" y="121"/>
                    <a:pt x="228" y="122"/>
                  </a:cubicBezTo>
                  <a:cubicBezTo>
                    <a:pt x="224" y="124"/>
                    <a:pt x="223" y="132"/>
                    <a:pt x="221" y="135"/>
                  </a:cubicBezTo>
                  <a:cubicBezTo>
                    <a:pt x="220" y="137"/>
                    <a:pt x="217" y="138"/>
                    <a:pt x="216" y="140"/>
                  </a:cubicBezTo>
                  <a:cubicBezTo>
                    <a:pt x="216" y="141"/>
                    <a:pt x="215" y="143"/>
                    <a:pt x="216" y="144"/>
                  </a:cubicBezTo>
                  <a:cubicBezTo>
                    <a:pt x="216" y="144"/>
                    <a:pt x="219" y="144"/>
                    <a:pt x="220" y="145"/>
                  </a:cubicBezTo>
                  <a:cubicBezTo>
                    <a:pt x="221" y="146"/>
                    <a:pt x="221" y="149"/>
                    <a:pt x="220" y="150"/>
                  </a:cubicBezTo>
                  <a:cubicBezTo>
                    <a:pt x="219" y="151"/>
                    <a:pt x="215" y="149"/>
                    <a:pt x="214" y="150"/>
                  </a:cubicBezTo>
                  <a:cubicBezTo>
                    <a:pt x="212" y="151"/>
                    <a:pt x="212" y="155"/>
                    <a:pt x="210" y="156"/>
                  </a:cubicBezTo>
                  <a:cubicBezTo>
                    <a:pt x="209" y="156"/>
                    <a:pt x="205" y="154"/>
                    <a:pt x="205" y="152"/>
                  </a:cubicBezTo>
                  <a:cubicBezTo>
                    <a:pt x="204" y="150"/>
                    <a:pt x="208" y="147"/>
                    <a:pt x="209" y="145"/>
                  </a:cubicBezTo>
                  <a:cubicBezTo>
                    <a:pt x="210" y="143"/>
                    <a:pt x="211" y="137"/>
                    <a:pt x="209" y="135"/>
                  </a:cubicBezTo>
                  <a:cubicBezTo>
                    <a:pt x="208" y="134"/>
                    <a:pt x="205" y="133"/>
                    <a:pt x="204" y="133"/>
                  </a:cubicBezTo>
                  <a:cubicBezTo>
                    <a:pt x="202" y="134"/>
                    <a:pt x="200" y="136"/>
                    <a:pt x="199" y="137"/>
                  </a:cubicBezTo>
                  <a:cubicBezTo>
                    <a:pt x="198" y="140"/>
                    <a:pt x="199" y="145"/>
                    <a:pt x="197" y="147"/>
                  </a:cubicBezTo>
                  <a:cubicBezTo>
                    <a:pt x="195" y="149"/>
                    <a:pt x="190" y="148"/>
                    <a:pt x="188" y="149"/>
                  </a:cubicBezTo>
                  <a:cubicBezTo>
                    <a:pt x="186" y="150"/>
                    <a:pt x="183" y="152"/>
                    <a:pt x="182" y="154"/>
                  </a:cubicBezTo>
                  <a:cubicBezTo>
                    <a:pt x="181" y="157"/>
                    <a:pt x="178" y="164"/>
                    <a:pt x="180" y="167"/>
                  </a:cubicBezTo>
                  <a:cubicBezTo>
                    <a:pt x="180" y="168"/>
                    <a:pt x="185" y="169"/>
                    <a:pt x="185" y="170"/>
                  </a:cubicBezTo>
                  <a:cubicBezTo>
                    <a:pt x="185" y="172"/>
                    <a:pt x="183" y="174"/>
                    <a:pt x="182" y="174"/>
                  </a:cubicBezTo>
                  <a:cubicBezTo>
                    <a:pt x="180" y="174"/>
                    <a:pt x="176" y="173"/>
                    <a:pt x="174" y="172"/>
                  </a:cubicBezTo>
                  <a:cubicBezTo>
                    <a:pt x="173" y="170"/>
                    <a:pt x="173" y="165"/>
                    <a:pt x="171" y="163"/>
                  </a:cubicBezTo>
                  <a:cubicBezTo>
                    <a:pt x="170" y="162"/>
                    <a:pt x="168" y="162"/>
                    <a:pt x="167" y="162"/>
                  </a:cubicBezTo>
                  <a:cubicBezTo>
                    <a:pt x="166" y="163"/>
                    <a:pt x="167" y="166"/>
                    <a:pt x="166" y="166"/>
                  </a:cubicBezTo>
                  <a:cubicBezTo>
                    <a:pt x="164" y="168"/>
                    <a:pt x="160" y="168"/>
                    <a:pt x="158" y="169"/>
                  </a:cubicBezTo>
                  <a:cubicBezTo>
                    <a:pt x="156" y="170"/>
                    <a:pt x="153" y="173"/>
                    <a:pt x="153" y="175"/>
                  </a:cubicBezTo>
                  <a:cubicBezTo>
                    <a:pt x="152" y="178"/>
                    <a:pt x="156" y="184"/>
                    <a:pt x="158" y="186"/>
                  </a:cubicBezTo>
                  <a:cubicBezTo>
                    <a:pt x="160" y="188"/>
                    <a:pt x="167" y="190"/>
                    <a:pt x="170" y="191"/>
                  </a:cubicBezTo>
                  <a:cubicBezTo>
                    <a:pt x="172" y="193"/>
                    <a:pt x="177" y="195"/>
                    <a:pt x="179" y="197"/>
                  </a:cubicBezTo>
                  <a:cubicBezTo>
                    <a:pt x="179" y="198"/>
                    <a:pt x="180" y="200"/>
                    <a:pt x="180" y="201"/>
                  </a:cubicBezTo>
                  <a:cubicBezTo>
                    <a:pt x="180" y="203"/>
                    <a:pt x="177" y="205"/>
                    <a:pt x="176" y="206"/>
                  </a:cubicBezTo>
                  <a:cubicBezTo>
                    <a:pt x="174" y="206"/>
                    <a:pt x="170" y="206"/>
                    <a:pt x="169" y="205"/>
                  </a:cubicBezTo>
                  <a:cubicBezTo>
                    <a:pt x="167" y="204"/>
                    <a:pt x="165" y="199"/>
                    <a:pt x="163" y="198"/>
                  </a:cubicBezTo>
                  <a:cubicBezTo>
                    <a:pt x="162" y="198"/>
                    <a:pt x="159" y="198"/>
                    <a:pt x="158" y="199"/>
                  </a:cubicBezTo>
                  <a:cubicBezTo>
                    <a:pt x="155" y="201"/>
                    <a:pt x="153" y="208"/>
                    <a:pt x="153" y="211"/>
                  </a:cubicBezTo>
                  <a:cubicBezTo>
                    <a:pt x="154" y="215"/>
                    <a:pt x="159" y="219"/>
                    <a:pt x="161" y="223"/>
                  </a:cubicBezTo>
                  <a:cubicBezTo>
                    <a:pt x="162" y="225"/>
                    <a:pt x="161" y="231"/>
                    <a:pt x="163" y="233"/>
                  </a:cubicBezTo>
                  <a:cubicBezTo>
                    <a:pt x="164" y="235"/>
                    <a:pt x="168" y="237"/>
                    <a:pt x="169" y="237"/>
                  </a:cubicBezTo>
                  <a:cubicBezTo>
                    <a:pt x="171" y="237"/>
                    <a:pt x="172" y="233"/>
                    <a:pt x="174" y="233"/>
                  </a:cubicBezTo>
                  <a:cubicBezTo>
                    <a:pt x="176" y="231"/>
                    <a:pt x="182" y="230"/>
                    <a:pt x="185" y="231"/>
                  </a:cubicBezTo>
                  <a:cubicBezTo>
                    <a:pt x="186" y="232"/>
                    <a:pt x="188" y="234"/>
                    <a:pt x="188" y="235"/>
                  </a:cubicBezTo>
                  <a:cubicBezTo>
                    <a:pt x="188" y="236"/>
                    <a:pt x="186" y="238"/>
                    <a:pt x="186" y="238"/>
                  </a:cubicBezTo>
                  <a:cubicBezTo>
                    <a:pt x="186" y="240"/>
                    <a:pt x="186" y="243"/>
                    <a:pt x="187" y="244"/>
                  </a:cubicBezTo>
                  <a:cubicBezTo>
                    <a:pt x="188" y="245"/>
                    <a:pt x="192" y="245"/>
                    <a:pt x="194" y="246"/>
                  </a:cubicBezTo>
                  <a:cubicBezTo>
                    <a:pt x="195" y="247"/>
                    <a:pt x="196" y="250"/>
                    <a:pt x="195" y="251"/>
                  </a:cubicBezTo>
                  <a:cubicBezTo>
                    <a:pt x="195" y="252"/>
                    <a:pt x="193" y="253"/>
                    <a:pt x="192" y="253"/>
                  </a:cubicBezTo>
                  <a:cubicBezTo>
                    <a:pt x="189" y="253"/>
                    <a:pt x="185" y="248"/>
                    <a:pt x="183" y="247"/>
                  </a:cubicBezTo>
                  <a:cubicBezTo>
                    <a:pt x="180" y="247"/>
                    <a:pt x="172" y="246"/>
                    <a:pt x="169" y="249"/>
                  </a:cubicBezTo>
                  <a:cubicBezTo>
                    <a:pt x="168" y="250"/>
                    <a:pt x="169" y="253"/>
                    <a:pt x="169" y="254"/>
                  </a:cubicBezTo>
                  <a:cubicBezTo>
                    <a:pt x="170" y="257"/>
                    <a:pt x="172" y="262"/>
                    <a:pt x="174" y="265"/>
                  </a:cubicBezTo>
                  <a:cubicBezTo>
                    <a:pt x="176" y="267"/>
                    <a:pt x="183" y="269"/>
                    <a:pt x="182" y="272"/>
                  </a:cubicBezTo>
                  <a:cubicBezTo>
                    <a:pt x="182" y="273"/>
                    <a:pt x="179" y="273"/>
                    <a:pt x="178" y="273"/>
                  </a:cubicBezTo>
                  <a:cubicBezTo>
                    <a:pt x="175" y="273"/>
                    <a:pt x="171" y="267"/>
                    <a:pt x="168" y="267"/>
                  </a:cubicBezTo>
                  <a:cubicBezTo>
                    <a:pt x="164" y="266"/>
                    <a:pt x="156" y="271"/>
                    <a:pt x="152" y="270"/>
                  </a:cubicBezTo>
                  <a:cubicBezTo>
                    <a:pt x="150" y="268"/>
                    <a:pt x="149" y="261"/>
                    <a:pt x="146" y="259"/>
                  </a:cubicBezTo>
                  <a:cubicBezTo>
                    <a:pt x="146" y="259"/>
                    <a:pt x="144" y="258"/>
                    <a:pt x="143" y="259"/>
                  </a:cubicBezTo>
                  <a:cubicBezTo>
                    <a:pt x="143" y="259"/>
                    <a:pt x="142" y="261"/>
                    <a:pt x="141" y="262"/>
                  </a:cubicBezTo>
                  <a:cubicBezTo>
                    <a:pt x="139" y="262"/>
                    <a:pt x="135" y="262"/>
                    <a:pt x="133" y="261"/>
                  </a:cubicBezTo>
                  <a:cubicBezTo>
                    <a:pt x="131" y="260"/>
                    <a:pt x="127" y="256"/>
                    <a:pt x="124" y="256"/>
                  </a:cubicBezTo>
                  <a:cubicBezTo>
                    <a:pt x="123" y="256"/>
                    <a:pt x="120" y="257"/>
                    <a:pt x="119" y="258"/>
                  </a:cubicBezTo>
                  <a:cubicBezTo>
                    <a:pt x="119" y="259"/>
                    <a:pt x="119" y="262"/>
                    <a:pt x="118" y="262"/>
                  </a:cubicBezTo>
                  <a:cubicBezTo>
                    <a:pt x="116" y="263"/>
                    <a:pt x="112" y="262"/>
                    <a:pt x="110" y="262"/>
                  </a:cubicBezTo>
                  <a:cubicBezTo>
                    <a:pt x="108" y="263"/>
                    <a:pt x="104" y="265"/>
                    <a:pt x="104" y="267"/>
                  </a:cubicBezTo>
                  <a:cubicBezTo>
                    <a:pt x="103" y="268"/>
                    <a:pt x="105" y="271"/>
                    <a:pt x="106" y="272"/>
                  </a:cubicBezTo>
                  <a:cubicBezTo>
                    <a:pt x="109" y="274"/>
                    <a:pt x="116" y="274"/>
                    <a:pt x="118" y="276"/>
                  </a:cubicBezTo>
                  <a:cubicBezTo>
                    <a:pt x="121" y="278"/>
                    <a:pt x="122" y="284"/>
                    <a:pt x="124" y="286"/>
                  </a:cubicBezTo>
                  <a:cubicBezTo>
                    <a:pt x="127" y="288"/>
                    <a:pt x="134" y="287"/>
                    <a:pt x="136" y="289"/>
                  </a:cubicBezTo>
                  <a:cubicBezTo>
                    <a:pt x="137" y="291"/>
                    <a:pt x="136" y="296"/>
                    <a:pt x="137" y="297"/>
                  </a:cubicBezTo>
                  <a:cubicBezTo>
                    <a:pt x="139" y="298"/>
                    <a:pt x="143" y="297"/>
                    <a:pt x="145" y="298"/>
                  </a:cubicBezTo>
                  <a:cubicBezTo>
                    <a:pt x="147" y="300"/>
                    <a:pt x="151" y="307"/>
                    <a:pt x="149" y="310"/>
                  </a:cubicBezTo>
                  <a:cubicBezTo>
                    <a:pt x="149" y="311"/>
                    <a:pt x="146" y="312"/>
                    <a:pt x="145" y="312"/>
                  </a:cubicBezTo>
                  <a:cubicBezTo>
                    <a:pt x="142" y="311"/>
                    <a:pt x="142" y="304"/>
                    <a:pt x="140" y="302"/>
                  </a:cubicBezTo>
                  <a:cubicBezTo>
                    <a:pt x="137" y="299"/>
                    <a:pt x="130" y="296"/>
                    <a:pt x="127" y="296"/>
                  </a:cubicBezTo>
                  <a:cubicBezTo>
                    <a:pt x="123" y="295"/>
                    <a:pt x="114" y="295"/>
                    <a:pt x="112" y="298"/>
                  </a:cubicBezTo>
                  <a:cubicBezTo>
                    <a:pt x="111" y="299"/>
                    <a:pt x="111" y="303"/>
                    <a:pt x="112" y="304"/>
                  </a:cubicBezTo>
                  <a:cubicBezTo>
                    <a:pt x="113" y="307"/>
                    <a:pt x="118" y="309"/>
                    <a:pt x="121" y="310"/>
                  </a:cubicBezTo>
                  <a:cubicBezTo>
                    <a:pt x="124" y="310"/>
                    <a:pt x="130" y="308"/>
                    <a:pt x="133" y="310"/>
                  </a:cubicBezTo>
                  <a:cubicBezTo>
                    <a:pt x="134" y="310"/>
                    <a:pt x="136" y="313"/>
                    <a:pt x="135" y="314"/>
                  </a:cubicBezTo>
                  <a:cubicBezTo>
                    <a:pt x="135" y="316"/>
                    <a:pt x="132" y="318"/>
                    <a:pt x="130" y="318"/>
                  </a:cubicBezTo>
                  <a:cubicBezTo>
                    <a:pt x="128" y="318"/>
                    <a:pt x="124" y="313"/>
                    <a:pt x="122" y="312"/>
                  </a:cubicBezTo>
                  <a:cubicBezTo>
                    <a:pt x="118" y="310"/>
                    <a:pt x="110" y="307"/>
                    <a:pt x="106" y="306"/>
                  </a:cubicBezTo>
                  <a:cubicBezTo>
                    <a:pt x="102" y="304"/>
                    <a:pt x="94" y="301"/>
                    <a:pt x="90" y="300"/>
                  </a:cubicBezTo>
                  <a:cubicBezTo>
                    <a:pt x="86" y="299"/>
                    <a:pt x="76" y="296"/>
                    <a:pt x="72" y="296"/>
                  </a:cubicBezTo>
                  <a:cubicBezTo>
                    <a:pt x="69" y="297"/>
                    <a:pt x="63" y="297"/>
                    <a:pt x="61" y="299"/>
                  </a:cubicBezTo>
                  <a:cubicBezTo>
                    <a:pt x="60" y="300"/>
                    <a:pt x="60" y="301"/>
                    <a:pt x="60" y="302"/>
                  </a:cubicBezTo>
                  <a:cubicBezTo>
                    <a:pt x="56" y="306"/>
                    <a:pt x="42" y="308"/>
                    <a:pt x="37" y="310"/>
                  </a:cubicBezTo>
                  <a:cubicBezTo>
                    <a:pt x="33" y="312"/>
                    <a:pt x="26" y="315"/>
                    <a:pt x="24" y="318"/>
                  </a:cubicBezTo>
                  <a:cubicBezTo>
                    <a:pt x="23" y="320"/>
                    <a:pt x="26" y="326"/>
                    <a:pt x="25" y="329"/>
                  </a:cubicBezTo>
                  <a:cubicBezTo>
                    <a:pt x="24" y="330"/>
                    <a:pt x="19" y="331"/>
                    <a:pt x="17" y="331"/>
                  </a:cubicBezTo>
                  <a:cubicBezTo>
                    <a:pt x="15" y="331"/>
                    <a:pt x="8" y="330"/>
                    <a:pt x="8" y="331"/>
                  </a:cubicBezTo>
                  <a:cubicBezTo>
                    <a:pt x="8" y="332"/>
                    <a:pt x="2" y="335"/>
                    <a:pt x="1" y="337"/>
                  </a:cubicBezTo>
                  <a:cubicBezTo>
                    <a:pt x="0" y="338"/>
                    <a:pt x="0" y="340"/>
                    <a:pt x="0" y="342"/>
                  </a:cubicBezTo>
                  <a:cubicBezTo>
                    <a:pt x="1" y="342"/>
                    <a:pt x="2" y="343"/>
                    <a:pt x="3" y="344"/>
                  </a:cubicBezTo>
                  <a:cubicBezTo>
                    <a:pt x="4" y="345"/>
                    <a:pt x="4" y="349"/>
                    <a:pt x="4" y="351"/>
                  </a:cubicBezTo>
                  <a:cubicBezTo>
                    <a:pt x="4" y="351"/>
                    <a:pt x="2" y="352"/>
                    <a:pt x="2" y="353"/>
                  </a:cubicBezTo>
                  <a:cubicBezTo>
                    <a:pt x="2" y="354"/>
                    <a:pt x="2" y="356"/>
                    <a:pt x="3" y="357"/>
                  </a:cubicBezTo>
                  <a:cubicBezTo>
                    <a:pt x="3" y="358"/>
                    <a:pt x="6" y="362"/>
                    <a:pt x="7" y="362"/>
                  </a:cubicBezTo>
                  <a:cubicBezTo>
                    <a:pt x="8" y="363"/>
                    <a:pt x="12" y="362"/>
                    <a:pt x="13" y="363"/>
                  </a:cubicBezTo>
                  <a:cubicBezTo>
                    <a:pt x="14" y="364"/>
                    <a:pt x="14" y="367"/>
                    <a:pt x="16" y="368"/>
                  </a:cubicBezTo>
                  <a:cubicBezTo>
                    <a:pt x="18" y="370"/>
                    <a:pt x="25" y="370"/>
                    <a:pt x="27" y="372"/>
                  </a:cubicBezTo>
                  <a:cubicBezTo>
                    <a:pt x="29" y="374"/>
                    <a:pt x="30" y="379"/>
                    <a:pt x="31" y="382"/>
                  </a:cubicBezTo>
                  <a:cubicBezTo>
                    <a:pt x="31" y="383"/>
                    <a:pt x="30" y="387"/>
                    <a:pt x="30" y="388"/>
                  </a:cubicBezTo>
                  <a:cubicBezTo>
                    <a:pt x="32" y="390"/>
                    <a:pt x="37" y="392"/>
                    <a:pt x="40" y="393"/>
                  </a:cubicBezTo>
                  <a:cubicBezTo>
                    <a:pt x="41" y="394"/>
                    <a:pt x="45" y="395"/>
                    <a:pt x="46" y="394"/>
                  </a:cubicBezTo>
                  <a:cubicBezTo>
                    <a:pt x="47" y="393"/>
                    <a:pt x="46" y="389"/>
                    <a:pt x="47" y="388"/>
                  </a:cubicBezTo>
                  <a:cubicBezTo>
                    <a:pt x="49" y="386"/>
                    <a:pt x="58" y="386"/>
                    <a:pt x="60" y="388"/>
                  </a:cubicBezTo>
                  <a:cubicBezTo>
                    <a:pt x="61" y="390"/>
                    <a:pt x="58" y="394"/>
                    <a:pt x="59" y="395"/>
                  </a:cubicBezTo>
                  <a:cubicBezTo>
                    <a:pt x="59" y="398"/>
                    <a:pt x="63" y="403"/>
                    <a:pt x="65" y="405"/>
                  </a:cubicBezTo>
                  <a:cubicBezTo>
                    <a:pt x="68" y="407"/>
                    <a:pt x="75" y="407"/>
                    <a:pt x="78" y="407"/>
                  </a:cubicBezTo>
                  <a:cubicBezTo>
                    <a:pt x="81" y="407"/>
                    <a:pt x="87" y="405"/>
                    <a:pt x="89" y="404"/>
                  </a:cubicBezTo>
                  <a:cubicBezTo>
                    <a:pt x="93" y="402"/>
                    <a:pt x="99" y="396"/>
                    <a:pt x="103" y="394"/>
                  </a:cubicBezTo>
                  <a:cubicBezTo>
                    <a:pt x="105" y="394"/>
                    <a:pt x="108" y="393"/>
                    <a:pt x="109" y="393"/>
                  </a:cubicBezTo>
                  <a:cubicBezTo>
                    <a:pt x="111" y="393"/>
                    <a:pt x="115" y="393"/>
                    <a:pt x="116" y="395"/>
                  </a:cubicBezTo>
                  <a:cubicBezTo>
                    <a:pt x="117" y="396"/>
                    <a:pt x="115" y="399"/>
                    <a:pt x="115" y="400"/>
                  </a:cubicBezTo>
                  <a:cubicBezTo>
                    <a:pt x="114" y="402"/>
                    <a:pt x="110" y="404"/>
                    <a:pt x="109" y="406"/>
                  </a:cubicBezTo>
                  <a:cubicBezTo>
                    <a:pt x="108" y="408"/>
                    <a:pt x="108" y="413"/>
                    <a:pt x="108" y="415"/>
                  </a:cubicBezTo>
                  <a:cubicBezTo>
                    <a:pt x="108" y="416"/>
                    <a:pt x="109" y="419"/>
                    <a:pt x="110" y="419"/>
                  </a:cubicBezTo>
                  <a:cubicBezTo>
                    <a:pt x="112" y="420"/>
                    <a:pt x="115" y="418"/>
                    <a:pt x="116" y="417"/>
                  </a:cubicBezTo>
                  <a:cubicBezTo>
                    <a:pt x="117" y="416"/>
                    <a:pt x="116" y="413"/>
                    <a:pt x="116" y="412"/>
                  </a:cubicBezTo>
                  <a:cubicBezTo>
                    <a:pt x="118" y="408"/>
                    <a:pt x="122" y="402"/>
                    <a:pt x="125" y="400"/>
                  </a:cubicBezTo>
                  <a:cubicBezTo>
                    <a:pt x="127" y="399"/>
                    <a:pt x="134" y="395"/>
                    <a:pt x="136" y="397"/>
                  </a:cubicBezTo>
                  <a:cubicBezTo>
                    <a:pt x="136" y="398"/>
                    <a:pt x="136" y="400"/>
                    <a:pt x="136" y="400"/>
                  </a:cubicBezTo>
                  <a:cubicBezTo>
                    <a:pt x="135" y="402"/>
                    <a:pt x="131" y="402"/>
                    <a:pt x="129" y="403"/>
                  </a:cubicBezTo>
                  <a:cubicBezTo>
                    <a:pt x="129" y="404"/>
                    <a:pt x="128" y="407"/>
                    <a:pt x="128" y="408"/>
                  </a:cubicBezTo>
                  <a:cubicBezTo>
                    <a:pt x="128" y="409"/>
                    <a:pt x="129" y="411"/>
                    <a:pt x="130" y="411"/>
                  </a:cubicBezTo>
                  <a:cubicBezTo>
                    <a:pt x="131" y="412"/>
                    <a:pt x="133" y="412"/>
                    <a:pt x="135" y="412"/>
                  </a:cubicBezTo>
                  <a:cubicBezTo>
                    <a:pt x="137" y="412"/>
                    <a:pt x="140" y="408"/>
                    <a:pt x="142" y="409"/>
                  </a:cubicBezTo>
                  <a:cubicBezTo>
                    <a:pt x="142" y="409"/>
                    <a:pt x="143" y="409"/>
                    <a:pt x="143" y="410"/>
                  </a:cubicBezTo>
                  <a:cubicBezTo>
                    <a:pt x="144" y="412"/>
                    <a:pt x="141" y="417"/>
                    <a:pt x="139" y="420"/>
                  </a:cubicBezTo>
                  <a:cubicBezTo>
                    <a:pt x="137" y="422"/>
                    <a:pt x="133" y="428"/>
                    <a:pt x="130" y="429"/>
                  </a:cubicBezTo>
                  <a:cubicBezTo>
                    <a:pt x="128" y="430"/>
                    <a:pt x="123" y="428"/>
                    <a:pt x="121" y="428"/>
                  </a:cubicBezTo>
                  <a:cubicBezTo>
                    <a:pt x="118" y="429"/>
                    <a:pt x="111" y="431"/>
                    <a:pt x="108" y="433"/>
                  </a:cubicBezTo>
                  <a:cubicBezTo>
                    <a:pt x="107" y="435"/>
                    <a:pt x="107" y="438"/>
                    <a:pt x="107" y="440"/>
                  </a:cubicBezTo>
                  <a:cubicBezTo>
                    <a:pt x="106" y="442"/>
                    <a:pt x="104" y="449"/>
                    <a:pt x="106" y="451"/>
                  </a:cubicBezTo>
                  <a:cubicBezTo>
                    <a:pt x="107" y="452"/>
                    <a:pt x="111" y="449"/>
                    <a:pt x="112" y="448"/>
                  </a:cubicBezTo>
                  <a:cubicBezTo>
                    <a:pt x="115" y="447"/>
                    <a:pt x="118" y="440"/>
                    <a:pt x="121" y="438"/>
                  </a:cubicBezTo>
                  <a:cubicBezTo>
                    <a:pt x="125" y="435"/>
                    <a:pt x="135" y="432"/>
                    <a:pt x="139" y="429"/>
                  </a:cubicBezTo>
                  <a:cubicBezTo>
                    <a:pt x="142" y="427"/>
                    <a:pt x="146" y="422"/>
                    <a:pt x="149" y="420"/>
                  </a:cubicBezTo>
                  <a:cubicBezTo>
                    <a:pt x="153" y="416"/>
                    <a:pt x="164" y="411"/>
                    <a:pt x="170" y="410"/>
                  </a:cubicBezTo>
                  <a:cubicBezTo>
                    <a:pt x="171" y="409"/>
                    <a:pt x="175" y="409"/>
                    <a:pt x="176" y="410"/>
                  </a:cubicBezTo>
                  <a:cubicBezTo>
                    <a:pt x="176" y="411"/>
                    <a:pt x="175" y="414"/>
                    <a:pt x="174" y="415"/>
                  </a:cubicBezTo>
                  <a:cubicBezTo>
                    <a:pt x="173" y="417"/>
                    <a:pt x="167" y="419"/>
                    <a:pt x="166" y="421"/>
                  </a:cubicBezTo>
                  <a:cubicBezTo>
                    <a:pt x="166" y="423"/>
                    <a:pt x="166" y="426"/>
                    <a:pt x="166" y="427"/>
                  </a:cubicBezTo>
                  <a:cubicBezTo>
                    <a:pt x="167" y="429"/>
                    <a:pt x="168" y="432"/>
                    <a:pt x="170" y="432"/>
                  </a:cubicBezTo>
                  <a:cubicBezTo>
                    <a:pt x="173" y="432"/>
                    <a:pt x="175" y="424"/>
                    <a:pt x="178" y="422"/>
                  </a:cubicBezTo>
                  <a:cubicBezTo>
                    <a:pt x="183" y="418"/>
                    <a:pt x="197" y="413"/>
                    <a:pt x="204" y="412"/>
                  </a:cubicBezTo>
                  <a:cubicBezTo>
                    <a:pt x="206" y="411"/>
                    <a:pt x="210" y="410"/>
                    <a:pt x="212" y="411"/>
                  </a:cubicBezTo>
                  <a:cubicBezTo>
                    <a:pt x="213" y="412"/>
                    <a:pt x="213" y="415"/>
                    <a:pt x="214" y="416"/>
                  </a:cubicBezTo>
                  <a:cubicBezTo>
                    <a:pt x="215" y="418"/>
                    <a:pt x="218" y="420"/>
                    <a:pt x="219" y="421"/>
                  </a:cubicBezTo>
                  <a:cubicBezTo>
                    <a:pt x="221" y="422"/>
                    <a:pt x="226" y="421"/>
                    <a:pt x="228" y="420"/>
                  </a:cubicBezTo>
                  <a:cubicBezTo>
                    <a:pt x="229" y="419"/>
                    <a:pt x="228" y="416"/>
                    <a:pt x="229" y="415"/>
                  </a:cubicBezTo>
                  <a:cubicBezTo>
                    <a:pt x="230" y="413"/>
                    <a:pt x="235" y="412"/>
                    <a:pt x="237" y="413"/>
                  </a:cubicBezTo>
                  <a:cubicBezTo>
                    <a:pt x="238" y="414"/>
                    <a:pt x="237" y="416"/>
                    <a:pt x="236" y="417"/>
                  </a:cubicBezTo>
                  <a:cubicBezTo>
                    <a:pt x="235" y="419"/>
                    <a:pt x="231" y="421"/>
                    <a:pt x="229" y="422"/>
                  </a:cubicBezTo>
                  <a:cubicBezTo>
                    <a:pt x="228" y="424"/>
                    <a:pt x="227" y="427"/>
                    <a:pt x="227" y="428"/>
                  </a:cubicBezTo>
                  <a:cubicBezTo>
                    <a:pt x="227" y="430"/>
                    <a:pt x="230" y="432"/>
                    <a:pt x="229" y="433"/>
                  </a:cubicBezTo>
                  <a:cubicBezTo>
                    <a:pt x="229" y="435"/>
                    <a:pt x="227" y="438"/>
                    <a:pt x="225" y="439"/>
                  </a:cubicBezTo>
                  <a:cubicBezTo>
                    <a:pt x="223" y="440"/>
                    <a:pt x="219" y="440"/>
                    <a:pt x="217" y="439"/>
                  </a:cubicBezTo>
                  <a:cubicBezTo>
                    <a:pt x="216" y="438"/>
                    <a:pt x="214" y="433"/>
                    <a:pt x="215" y="431"/>
                  </a:cubicBezTo>
                  <a:cubicBezTo>
                    <a:pt x="215" y="430"/>
                    <a:pt x="218" y="429"/>
                    <a:pt x="219" y="428"/>
                  </a:cubicBezTo>
                  <a:cubicBezTo>
                    <a:pt x="219" y="427"/>
                    <a:pt x="217" y="426"/>
                    <a:pt x="217" y="425"/>
                  </a:cubicBezTo>
                  <a:cubicBezTo>
                    <a:pt x="215" y="425"/>
                    <a:pt x="212" y="426"/>
                    <a:pt x="211" y="427"/>
                  </a:cubicBezTo>
                  <a:cubicBezTo>
                    <a:pt x="208" y="429"/>
                    <a:pt x="203" y="435"/>
                    <a:pt x="202" y="438"/>
                  </a:cubicBezTo>
                  <a:cubicBezTo>
                    <a:pt x="201" y="440"/>
                    <a:pt x="202" y="444"/>
                    <a:pt x="201" y="445"/>
                  </a:cubicBezTo>
                  <a:cubicBezTo>
                    <a:pt x="200" y="447"/>
                    <a:pt x="197" y="448"/>
                    <a:pt x="196" y="449"/>
                  </a:cubicBezTo>
                  <a:cubicBezTo>
                    <a:pt x="195" y="450"/>
                    <a:pt x="195" y="453"/>
                    <a:pt x="194" y="453"/>
                  </a:cubicBezTo>
                  <a:cubicBezTo>
                    <a:pt x="191" y="455"/>
                    <a:pt x="185" y="454"/>
                    <a:pt x="182" y="456"/>
                  </a:cubicBezTo>
                  <a:cubicBezTo>
                    <a:pt x="181" y="457"/>
                    <a:pt x="180" y="459"/>
                    <a:pt x="180" y="460"/>
                  </a:cubicBezTo>
                  <a:cubicBezTo>
                    <a:pt x="180" y="462"/>
                    <a:pt x="182" y="465"/>
                    <a:pt x="181" y="467"/>
                  </a:cubicBezTo>
                  <a:cubicBezTo>
                    <a:pt x="180" y="469"/>
                    <a:pt x="176" y="471"/>
                    <a:pt x="175" y="473"/>
                  </a:cubicBezTo>
                  <a:cubicBezTo>
                    <a:pt x="174" y="475"/>
                    <a:pt x="175" y="480"/>
                    <a:pt x="176" y="481"/>
                  </a:cubicBezTo>
                  <a:cubicBezTo>
                    <a:pt x="176" y="483"/>
                    <a:pt x="179" y="485"/>
                    <a:pt x="181" y="485"/>
                  </a:cubicBezTo>
                  <a:cubicBezTo>
                    <a:pt x="184" y="486"/>
                    <a:pt x="191" y="484"/>
                    <a:pt x="194" y="485"/>
                  </a:cubicBezTo>
                  <a:cubicBezTo>
                    <a:pt x="196" y="486"/>
                    <a:pt x="199" y="490"/>
                    <a:pt x="198" y="492"/>
                  </a:cubicBezTo>
                  <a:cubicBezTo>
                    <a:pt x="198" y="492"/>
                    <a:pt x="196" y="492"/>
                    <a:pt x="195" y="492"/>
                  </a:cubicBezTo>
                  <a:cubicBezTo>
                    <a:pt x="193" y="492"/>
                    <a:pt x="190" y="489"/>
                    <a:pt x="188" y="489"/>
                  </a:cubicBezTo>
                  <a:cubicBezTo>
                    <a:pt x="184" y="489"/>
                    <a:pt x="177" y="493"/>
                    <a:pt x="174" y="492"/>
                  </a:cubicBezTo>
                  <a:cubicBezTo>
                    <a:pt x="172" y="491"/>
                    <a:pt x="169" y="486"/>
                    <a:pt x="167" y="486"/>
                  </a:cubicBezTo>
                  <a:cubicBezTo>
                    <a:pt x="165" y="485"/>
                    <a:pt x="162" y="485"/>
                    <a:pt x="161" y="486"/>
                  </a:cubicBezTo>
                  <a:cubicBezTo>
                    <a:pt x="158" y="487"/>
                    <a:pt x="154" y="492"/>
                    <a:pt x="151" y="495"/>
                  </a:cubicBezTo>
                  <a:cubicBezTo>
                    <a:pt x="150" y="496"/>
                    <a:pt x="148" y="500"/>
                    <a:pt x="147" y="502"/>
                  </a:cubicBezTo>
                  <a:cubicBezTo>
                    <a:pt x="147" y="503"/>
                    <a:pt x="146" y="505"/>
                    <a:pt x="146" y="506"/>
                  </a:cubicBezTo>
                  <a:cubicBezTo>
                    <a:pt x="148" y="509"/>
                    <a:pt x="155" y="512"/>
                    <a:pt x="158" y="5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66"/>
            <p:cNvSpPr>
              <a:spLocks/>
            </p:cNvSpPr>
            <p:nvPr/>
          </p:nvSpPr>
          <p:spPr bwMode="auto">
            <a:xfrm>
              <a:off x="3811588" y="1123950"/>
              <a:ext cx="46038" cy="31750"/>
            </a:xfrm>
            <a:custGeom>
              <a:avLst/>
              <a:gdLst/>
              <a:ahLst/>
              <a:cxnLst>
                <a:cxn ang="0">
                  <a:pos x="15" y="13"/>
                </a:cxn>
                <a:cxn ang="0">
                  <a:pos x="22" y="19"/>
                </a:cxn>
                <a:cxn ang="0">
                  <a:pos x="27" y="16"/>
                </a:cxn>
                <a:cxn ang="0">
                  <a:pos x="22" y="10"/>
                </a:cxn>
                <a:cxn ang="0">
                  <a:pos x="14" y="4"/>
                </a:cxn>
                <a:cxn ang="0">
                  <a:pos x="7" y="5"/>
                </a:cxn>
                <a:cxn ang="0">
                  <a:pos x="4" y="0"/>
                </a:cxn>
                <a:cxn ang="0">
                  <a:pos x="0" y="2"/>
                </a:cxn>
                <a:cxn ang="0">
                  <a:pos x="6" y="11"/>
                </a:cxn>
                <a:cxn ang="0">
                  <a:pos x="15" y="13"/>
                </a:cxn>
              </a:cxnLst>
              <a:rect l="0" t="0" r="r" b="b"/>
              <a:pathLst>
                <a:path w="27" h="19">
                  <a:moveTo>
                    <a:pt x="15" y="13"/>
                  </a:moveTo>
                  <a:cubicBezTo>
                    <a:pt x="17" y="14"/>
                    <a:pt x="19" y="19"/>
                    <a:pt x="22" y="19"/>
                  </a:cubicBezTo>
                  <a:cubicBezTo>
                    <a:pt x="23" y="19"/>
                    <a:pt x="26" y="18"/>
                    <a:pt x="27" y="16"/>
                  </a:cubicBezTo>
                  <a:cubicBezTo>
                    <a:pt x="27" y="14"/>
                    <a:pt x="23" y="11"/>
                    <a:pt x="22" y="10"/>
                  </a:cubicBezTo>
                  <a:cubicBezTo>
                    <a:pt x="20" y="8"/>
                    <a:pt x="17" y="4"/>
                    <a:pt x="14" y="4"/>
                  </a:cubicBezTo>
                  <a:cubicBezTo>
                    <a:pt x="13" y="3"/>
                    <a:pt x="9" y="6"/>
                    <a:pt x="7" y="5"/>
                  </a:cubicBezTo>
                  <a:cubicBezTo>
                    <a:pt x="6" y="5"/>
                    <a:pt x="5" y="1"/>
                    <a:pt x="4" y="0"/>
                  </a:cubicBezTo>
                  <a:cubicBezTo>
                    <a:pt x="3" y="0"/>
                    <a:pt x="0" y="1"/>
                    <a:pt x="0" y="2"/>
                  </a:cubicBezTo>
                  <a:cubicBezTo>
                    <a:pt x="0" y="5"/>
                    <a:pt x="4" y="9"/>
                    <a:pt x="6" y="11"/>
                  </a:cubicBezTo>
                  <a:cubicBezTo>
                    <a:pt x="8" y="12"/>
                    <a:pt x="13" y="12"/>
                    <a:pt x="15"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67"/>
            <p:cNvSpPr>
              <a:spLocks/>
            </p:cNvSpPr>
            <p:nvPr/>
          </p:nvSpPr>
          <p:spPr bwMode="auto">
            <a:xfrm>
              <a:off x="3656013" y="3379788"/>
              <a:ext cx="501650" cy="465138"/>
            </a:xfrm>
            <a:custGeom>
              <a:avLst/>
              <a:gdLst/>
              <a:ahLst/>
              <a:cxnLst>
                <a:cxn ang="0">
                  <a:pos x="266" y="266"/>
                </a:cxn>
                <a:cxn ang="0">
                  <a:pos x="285" y="240"/>
                </a:cxn>
                <a:cxn ang="0">
                  <a:pos x="293" y="192"/>
                </a:cxn>
                <a:cxn ang="0">
                  <a:pos x="274" y="163"/>
                </a:cxn>
                <a:cxn ang="0">
                  <a:pos x="258" y="154"/>
                </a:cxn>
                <a:cxn ang="0">
                  <a:pos x="248" y="136"/>
                </a:cxn>
                <a:cxn ang="0">
                  <a:pos x="266" y="118"/>
                </a:cxn>
                <a:cxn ang="0">
                  <a:pos x="275" y="91"/>
                </a:cxn>
                <a:cxn ang="0">
                  <a:pos x="264" y="65"/>
                </a:cxn>
                <a:cxn ang="0">
                  <a:pos x="265" y="48"/>
                </a:cxn>
                <a:cxn ang="0">
                  <a:pos x="242" y="52"/>
                </a:cxn>
                <a:cxn ang="0">
                  <a:pos x="224" y="40"/>
                </a:cxn>
                <a:cxn ang="0">
                  <a:pos x="201" y="53"/>
                </a:cxn>
                <a:cxn ang="0">
                  <a:pos x="183" y="34"/>
                </a:cxn>
                <a:cxn ang="0">
                  <a:pos x="183" y="24"/>
                </a:cxn>
                <a:cxn ang="0">
                  <a:pos x="164" y="3"/>
                </a:cxn>
                <a:cxn ang="0">
                  <a:pos x="149" y="3"/>
                </a:cxn>
                <a:cxn ang="0">
                  <a:pos x="139" y="14"/>
                </a:cxn>
                <a:cxn ang="0">
                  <a:pos x="111" y="14"/>
                </a:cxn>
                <a:cxn ang="0">
                  <a:pos x="80" y="13"/>
                </a:cxn>
                <a:cxn ang="0">
                  <a:pos x="67" y="32"/>
                </a:cxn>
                <a:cxn ang="0">
                  <a:pos x="77" y="51"/>
                </a:cxn>
                <a:cxn ang="0">
                  <a:pos x="82" y="57"/>
                </a:cxn>
                <a:cxn ang="0">
                  <a:pos x="48" y="89"/>
                </a:cxn>
                <a:cxn ang="0">
                  <a:pos x="29" y="118"/>
                </a:cxn>
                <a:cxn ang="0">
                  <a:pos x="13" y="134"/>
                </a:cxn>
                <a:cxn ang="0">
                  <a:pos x="37" y="152"/>
                </a:cxn>
                <a:cxn ang="0">
                  <a:pos x="17" y="174"/>
                </a:cxn>
                <a:cxn ang="0">
                  <a:pos x="8" y="188"/>
                </a:cxn>
                <a:cxn ang="0">
                  <a:pos x="9" y="199"/>
                </a:cxn>
                <a:cxn ang="0">
                  <a:pos x="15" y="230"/>
                </a:cxn>
                <a:cxn ang="0">
                  <a:pos x="22" y="244"/>
                </a:cxn>
                <a:cxn ang="0">
                  <a:pos x="39" y="233"/>
                </a:cxn>
                <a:cxn ang="0">
                  <a:pos x="64" y="239"/>
                </a:cxn>
                <a:cxn ang="0">
                  <a:pos x="76" y="236"/>
                </a:cxn>
                <a:cxn ang="0">
                  <a:pos x="84" y="244"/>
                </a:cxn>
                <a:cxn ang="0">
                  <a:pos x="96" y="255"/>
                </a:cxn>
                <a:cxn ang="0">
                  <a:pos x="107" y="247"/>
                </a:cxn>
                <a:cxn ang="0">
                  <a:pos x="123" y="241"/>
                </a:cxn>
                <a:cxn ang="0">
                  <a:pos x="140" y="244"/>
                </a:cxn>
                <a:cxn ang="0">
                  <a:pos x="150" y="217"/>
                </a:cxn>
                <a:cxn ang="0">
                  <a:pos x="170" y="226"/>
                </a:cxn>
                <a:cxn ang="0">
                  <a:pos x="182" y="214"/>
                </a:cxn>
                <a:cxn ang="0">
                  <a:pos x="205" y="209"/>
                </a:cxn>
                <a:cxn ang="0">
                  <a:pos x="218" y="221"/>
                </a:cxn>
                <a:cxn ang="0">
                  <a:pos x="221" y="253"/>
                </a:cxn>
                <a:cxn ang="0">
                  <a:pos x="232" y="258"/>
                </a:cxn>
                <a:cxn ang="0">
                  <a:pos x="237" y="274"/>
                </a:cxn>
              </a:cxnLst>
              <a:rect l="0" t="0" r="r" b="b"/>
              <a:pathLst>
                <a:path w="295" h="274">
                  <a:moveTo>
                    <a:pt x="246" y="272"/>
                  </a:moveTo>
                  <a:cubicBezTo>
                    <a:pt x="248" y="271"/>
                    <a:pt x="247" y="265"/>
                    <a:pt x="249" y="263"/>
                  </a:cubicBezTo>
                  <a:cubicBezTo>
                    <a:pt x="253" y="262"/>
                    <a:pt x="262" y="266"/>
                    <a:pt x="266" y="266"/>
                  </a:cubicBezTo>
                  <a:cubicBezTo>
                    <a:pt x="269" y="266"/>
                    <a:pt x="275" y="267"/>
                    <a:pt x="278" y="265"/>
                  </a:cubicBezTo>
                  <a:cubicBezTo>
                    <a:pt x="282" y="263"/>
                    <a:pt x="287" y="254"/>
                    <a:pt x="287" y="249"/>
                  </a:cubicBezTo>
                  <a:cubicBezTo>
                    <a:pt x="288" y="247"/>
                    <a:pt x="285" y="242"/>
                    <a:pt x="285" y="240"/>
                  </a:cubicBezTo>
                  <a:cubicBezTo>
                    <a:pt x="285" y="237"/>
                    <a:pt x="285" y="232"/>
                    <a:pt x="285" y="230"/>
                  </a:cubicBezTo>
                  <a:cubicBezTo>
                    <a:pt x="285" y="228"/>
                    <a:pt x="286" y="222"/>
                    <a:pt x="286" y="222"/>
                  </a:cubicBezTo>
                  <a:cubicBezTo>
                    <a:pt x="286" y="222"/>
                    <a:pt x="292" y="199"/>
                    <a:pt x="293" y="192"/>
                  </a:cubicBezTo>
                  <a:cubicBezTo>
                    <a:pt x="294" y="185"/>
                    <a:pt x="295" y="172"/>
                    <a:pt x="292" y="167"/>
                  </a:cubicBezTo>
                  <a:cubicBezTo>
                    <a:pt x="292" y="164"/>
                    <a:pt x="288" y="160"/>
                    <a:pt x="286" y="159"/>
                  </a:cubicBezTo>
                  <a:cubicBezTo>
                    <a:pt x="283" y="158"/>
                    <a:pt x="277" y="164"/>
                    <a:pt x="274" y="163"/>
                  </a:cubicBezTo>
                  <a:cubicBezTo>
                    <a:pt x="272" y="162"/>
                    <a:pt x="270" y="157"/>
                    <a:pt x="268" y="156"/>
                  </a:cubicBezTo>
                  <a:cubicBezTo>
                    <a:pt x="266" y="156"/>
                    <a:pt x="263" y="157"/>
                    <a:pt x="261" y="156"/>
                  </a:cubicBezTo>
                  <a:cubicBezTo>
                    <a:pt x="260" y="156"/>
                    <a:pt x="259" y="155"/>
                    <a:pt x="258" y="154"/>
                  </a:cubicBezTo>
                  <a:cubicBezTo>
                    <a:pt x="258" y="153"/>
                    <a:pt x="258" y="149"/>
                    <a:pt x="258" y="148"/>
                  </a:cubicBezTo>
                  <a:cubicBezTo>
                    <a:pt x="256" y="146"/>
                    <a:pt x="251" y="146"/>
                    <a:pt x="249" y="144"/>
                  </a:cubicBezTo>
                  <a:cubicBezTo>
                    <a:pt x="248" y="143"/>
                    <a:pt x="247" y="138"/>
                    <a:pt x="248" y="136"/>
                  </a:cubicBezTo>
                  <a:cubicBezTo>
                    <a:pt x="249" y="135"/>
                    <a:pt x="254" y="136"/>
                    <a:pt x="255" y="134"/>
                  </a:cubicBezTo>
                  <a:cubicBezTo>
                    <a:pt x="257" y="132"/>
                    <a:pt x="254" y="128"/>
                    <a:pt x="255" y="126"/>
                  </a:cubicBezTo>
                  <a:cubicBezTo>
                    <a:pt x="256" y="123"/>
                    <a:pt x="264" y="121"/>
                    <a:pt x="266" y="118"/>
                  </a:cubicBezTo>
                  <a:cubicBezTo>
                    <a:pt x="267" y="116"/>
                    <a:pt x="269" y="112"/>
                    <a:pt x="270" y="109"/>
                  </a:cubicBezTo>
                  <a:cubicBezTo>
                    <a:pt x="270" y="108"/>
                    <a:pt x="269" y="105"/>
                    <a:pt x="270" y="103"/>
                  </a:cubicBezTo>
                  <a:cubicBezTo>
                    <a:pt x="270" y="100"/>
                    <a:pt x="275" y="94"/>
                    <a:pt x="275" y="91"/>
                  </a:cubicBezTo>
                  <a:cubicBezTo>
                    <a:pt x="275" y="89"/>
                    <a:pt x="272" y="86"/>
                    <a:pt x="272" y="84"/>
                  </a:cubicBezTo>
                  <a:cubicBezTo>
                    <a:pt x="271" y="81"/>
                    <a:pt x="271" y="76"/>
                    <a:pt x="270" y="73"/>
                  </a:cubicBezTo>
                  <a:cubicBezTo>
                    <a:pt x="269" y="71"/>
                    <a:pt x="264" y="67"/>
                    <a:pt x="264" y="65"/>
                  </a:cubicBezTo>
                  <a:cubicBezTo>
                    <a:pt x="264" y="62"/>
                    <a:pt x="272" y="59"/>
                    <a:pt x="272" y="56"/>
                  </a:cubicBezTo>
                  <a:cubicBezTo>
                    <a:pt x="272" y="54"/>
                    <a:pt x="269" y="53"/>
                    <a:pt x="268" y="52"/>
                  </a:cubicBezTo>
                  <a:cubicBezTo>
                    <a:pt x="267" y="51"/>
                    <a:pt x="266" y="49"/>
                    <a:pt x="265" y="48"/>
                  </a:cubicBezTo>
                  <a:cubicBezTo>
                    <a:pt x="263" y="47"/>
                    <a:pt x="259" y="46"/>
                    <a:pt x="256" y="46"/>
                  </a:cubicBezTo>
                  <a:cubicBezTo>
                    <a:pt x="254" y="46"/>
                    <a:pt x="250" y="48"/>
                    <a:pt x="248" y="49"/>
                  </a:cubicBezTo>
                  <a:cubicBezTo>
                    <a:pt x="247" y="50"/>
                    <a:pt x="244" y="52"/>
                    <a:pt x="242" y="52"/>
                  </a:cubicBezTo>
                  <a:cubicBezTo>
                    <a:pt x="240" y="52"/>
                    <a:pt x="236" y="51"/>
                    <a:pt x="235" y="49"/>
                  </a:cubicBezTo>
                  <a:cubicBezTo>
                    <a:pt x="233" y="48"/>
                    <a:pt x="232" y="42"/>
                    <a:pt x="230" y="41"/>
                  </a:cubicBezTo>
                  <a:cubicBezTo>
                    <a:pt x="228" y="40"/>
                    <a:pt x="225" y="40"/>
                    <a:pt x="224" y="40"/>
                  </a:cubicBezTo>
                  <a:cubicBezTo>
                    <a:pt x="221" y="41"/>
                    <a:pt x="217" y="45"/>
                    <a:pt x="215" y="47"/>
                  </a:cubicBezTo>
                  <a:cubicBezTo>
                    <a:pt x="213" y="49"/>
                    <a:pt x="212" y="53"/>
                    <a:pt x="210" y="54"/>
                  </a:cubicBezTo>
                  <a:cubicBezTo>
                    <a:pt x="208" y="55"/>
                    <a:pt x="203" y="53"/>
                    <a:pt x="201" y="53"/>
                  </a:cubicBezTo>
                  <a:cubicBezTo>
                    <a:pt x="199" y="53"/>
                    <a:pt x="194" y="54"/>
                    <a:pt x="191" y="53"/>
                  </a:cubicBezTo>
                  <a:cubicBezTo>
                    <a:pt x="190" y="52"/>
                    <a:pt x="188" y="50"/>
                    <a:pt x="187" y="49"/>
                  </a:cubicBezTo>
                  <a:cubicBezTo>
                    <a:pt x="185" y="46"/>
                    <a:pt x="183" y="38"/>
                    <a:pt x="183" y="34"/>
                  </a:cubicBezTo>
                  <a:cubicBezTo>
                    <a:pt x="184" y="33"/>
                    <a:pt x="186" y="31"/>
                    <a:pt x="186" y="30"/>
                  </a:cubicBezTo>
                  <a:cubicBezTo>
                    <a:pt x="186" y="30"/>
                    <a:pt x="187" y="28"/>
                    <a:pt x="187" y="28"/>
                  </a:cubicBezTo>
                  <a:cubicBezTo>
                    <a:pt x="187" y="26"/>
                    <a:pt x="184" y="25"/>
                    <a:pt x="183" y="24"/>
                  </a:cubicBezTo>
                  <a:cubicBezTo>
                    <a:pt x="180" y="19"/>
                    <a:pt x="178" y="7"/>
                    <a:pt x="173" y="4"/>
                  </a:cubicBezTo>
                  <a:cubicBezTo>
                    <a:pt x="172" y="2"/>
                    <a:pt x="168" y="0"/>
                    <a:pt x="166" y="1"/>
                  </a:cubicBezTo>
                  <a:cubicBezTo>
                    <a:pt x="165" y="1"/>
                    <a:pt x="165" y="3"/>
                    <a:pt x="164" y="3"/>
                  </a:cubicBezTo>
                  <a:cubicBezTo>
                    <a:pt x="163" y="3"/>
                    <a:pt x="161" y="4"/>
                    <a:pt x="160" y="4"/>
                  </a:cubicBezTo>
                  <a:cubicBezTo>
                    <a:pt x="158" y="4"/>
                    <a:pt x="155" y="1"/>
                    <a:pt x="154" y="1"/>
                  </a:cubicBezTo>
                  <a:cubicBezTo>
                    <a:pt x="152" y="1"/>
                    <a:pt x="149" y="2"/>
                    <a:pt x="149" y="3"/>
                  </a:cubicBezTo>
                  <a:cubicBezTo>
                    <a:pt x="148" y="5"/>
                    <a:pt x="153" y="9"/>
                    <a:pt x="153" y="12"/>
                  </a:cubicBezTo>
                  <a:cubicBezTo>
                    <a:pt x="152" y="13"/>
                    <a:pt x="149" y="14"/>
                    <a:pt x="148" y="14"/>
                  </a:cubicBezTo>
                  <a:cubicBezTo>
                    <a:pt x="146" y="15"/>
                    <a:pt x="141" y="15"/>
                    <a:pt x="139" y="14"/>
                  </a:cubicBezTo>
                  <a:cubicBezTo>
                    <a:pt x="137" y="12"/>
                    <a:pt x="137" y="7"/>
                    <a:pt x="135" y="6"/>
                  </a:cubicBezTo>
                  <a:cubicBezTo>
                    <a:pt x="134" y="5"/>
                    <a:pt x="131" y="5"/>
                    <a:pt x="129" y="5"/>
                  </a:cubicBezTo>
                  <a:cubicBezTo>
                    <a:pt x="124" y="6"/>
                    <a:pt x="116" y="14"/>
                    <a:pt x="111" y="14"/>
                  </a:cubicBezTo>
                  <a:cubicBezTo>
                    <a:pt x="109" y="14"/>
                    <a:pt x="105" y="12"/>
                    <a:pt x="103" y="12"/>
                  </a:cubicBezTo>
                  <a:cubicBezTo>
                    <a:pt x="99" y="12"/>
                    <a:pt x="94" y="17"/>
                    <a:pt x="91" y="17"/>
                  </a:cubicBezTo>
                  <a:cubicBezTo>
                    <a:pt x="88" y="17"/>
                    <a:pt x="83" y="12"/>
                    <a:pt x="80" y="13"/>
                  </a:cubicBezTo>
                  <a:cubicBezTo>
                    <a:pt x="77" y="13"/>
                    <a:pt x="72" y="17"/>
                    <a:pt x="70" y="19"/>
                  </a:cubicBezTo>
                  <a:cubicBezTo>
                    <a:pt x="68" y="21"/>
                    <a:pt x="65" y="25"/>
                    <a:pt x="65" y="28"/>
                  </a:cubicBezTo>
                  <a:cubicBezTo>
                    <a:pt x="65" y="29"/>
                    <a:pt x="67" y="31"/>
                    <a:pt x="67" y="32"/>
                  </a:cubicBezTo>
                  <a:cubicBezTo>
                    <a:pt x="68" y="32"/>
                    <a:pt x="70" y="33"/>
                    <a:pt x="71" y="33"/>
                  </a:cubicBezTo>
                  <a:cubicBezTo>
                    <a:pt x="72" y="34"/>
                    <a:pt x="75" y="35"/>
                    <a:pt x="75" y="37"/>
                  </a:cubicBezTo>
                  <a:cubicBezTo>
                    <a:pt x="77" y="40"/>
                    <a:pt x="74" y="49"/>
                    <a:pt x="77" y="51"/>
                  </a:cubicBezTo>
                  <a:cubicBezTo>
                    <a:pt x="78" y="52"/>
                    <a:pt x="80" y="51"/>
                    <a:pt x="81" y="51"/>
                  </a:cubicBezTo>
                  <a:cubicBezTo>
                    <a:pt x="82" y="51"/>
                    <a:pt x="84" y="51"/>
                    <a:pt x="85" y="52"/>
                  </a:cubicBezTo>
                  <a:cubicBezTo>
                    <a:pt x="85" y="53"/>
                    <a:pt x="83" y="56"/>
                    <a:pt x="82" y="57"/>
                  </a:cubicBezTo>
                  <a:cubicBezTo>
                    <a:pt x="78" y="63"/>
                    <a:pt x="67" y="74"/>
                    <a:pt x="61" y="77"/>
                  </a:cubicBezTo>
                  <a:cubicBezTo>
                    <a:pt x="59" y="78"/>
                    <a:pt x="55" y="77"/>
                    <a:pt x="53" y="78"/>
                  </a:cubicBezTo>
                  <a:cubicBezTo>
                    <a:pt x="50" y="80"/>
                    <a:pt x="50" y="87"/>
                    <a:pt x="48" y="89"/>
                  </a:cubicBezTo>
                  <a:cubicBezTo>
                    <a:pt x="45" y="91"/>
                    <a:pt x="38" y="91"/>
                    <a:pt x="36" y="94"/>
                  </a:cubicBezTo>
                  <a:cubicBezTo>
                    <a:pt x="32" y="98"/>
                    <a:pt x="26" y="109"/>
                    <a:pt x="27" y="115"/>
                  </a:cubicBezTo>
                  <a:cubicBezTo>
                    <a:pt x="27" y="116"/>
                    <a:pt x="29" y="117"/>
                    <a:pt x="29" y="118"/>
                  </a:cubicBezTo>
                  <a:cubicBezTo>
                    <a:pt x="29" y="119"/>
                    <a:pt x="27" y="121"/>
                    <a:pt x="27" y="122"/>
                  </a:cubicBezTo>
                  <a:cubicBezTo>
                    <a:pt x="24" y="125"/>
                    <a:pt x="14" y="132"/>
                    <a:pt x="14" y="132"/>
                  </a:cubicBezTo>
                  <a:cubicBezTo>
                    <a:pt x="13" y="134"/>
                    <a:pt x="13" y="134"/>
                    <a:pt x="13" y="134"/>
                  </a:cubicBezTo>
                  <a:cubicBezTo>
                    <a:pt x="13" y="134"/>
                    <a:pt x="17" y="145"/>
                    <a:pt x="20" y="147"/>
                  </a:cubicBezTo>
                  <a:cubicBezTo>
                    <a:pt x="24" y="149"/>
                    <a:pt x="33" y="147"/>
                    <a:pt x="36" y="149"/>
                  </a:cubicBezTo>
                  <a:cubicBezTo>
                    <a:pt x="37" y="150"/>
                    <a:pt x="37" y="151"/>
                    <a:pt x="37" y="152"/>
                  </a:cubicBezTo>
                  <a:cubicBezTo>
                    <a:pt x="37" y="154"/>
                    <a:pt x="35" y="159"/>
                    <a:pt x="33" y="160"/>
                  </a:cubicBezTo>
                  <a:cubicBezTo>
                    <a:pt x="31" y="162"/>
                    <a:pt x="24" y="164"/>
                    <a:pt x="21" y="166"/>
                  </a:cubicBezTo>
                  <a:cubicBezTo>
                    <a:pt x="20" y="168"/>
                    <a:pt x="19" y="173"/>
                    <a:pt x="17" y="174"/>
                  </a:cubicBezTo>
                  <a:cubicBezTo>
                    <a:pt x="16" y="174"/>
                    <a:pt x="13" y="173"/>
                    <a:pt x="11" y="173"/>
                  </a:cubicBezTo>
                  <a:cubicBezTo>
                    <a:pt x="10" y="173"/>
                    <a:pt x="8" y="175"/>
                    <a:pt x="7" y="176"/>
                  </a:cubicBezTo>
                  <a:cubicBezTo>
                    <a:pt x="6" y="179"/>
                    <a:pt x="9" y="186"/>
                    <a:pt x="8" y="188"/>
                  </a:cubicBezTo>
                  <a:cubicBezTo>
                    <a:pt x="7" y="190"/>
                    <a:pt x="1" y="191"/>
                    <a:pt x="0" y="193"/>
                  </a:cubicBezTo>
                  <a:cubicBezTo>
                    <a:pt x="0" y="194"/>
                    <a:pt x="1" y="197"/>
                    <a:pt x="2" y="197"/>
                  </a:cubicBezTo>
                  <a:cubicBezTo>
                    <a:pt x="3" y="199"/>
                    <a:pt x="7" y="198"/>
                    <a:pt x="9" y="199"/>
                  </a:cubicBezTo>
                  <a:cubicBezTo>
                    <a:pt x="10" y="201"/>
                    <a:pt x="9" y="207"/>
                    <a:pt x="10" y="209"/>
                  </a:cubicBezTo>
                  <a:cubicBezTo>
                    <a:pt x="11" y="211"/>
                    <a:pt x="15" y="211"/>
                    <a:pt x="16" y="213"/>
                  </a:cubicBezTo>
                  <a:cubicBezTo>
                    <a:pt x="18" y="217"/>
                    <a:pt x="14" y="226"/>
                    <a:pt x="15" y="230"/>
                  </a:cubicBezTo>
                  <a:cubicBezTo>
                    <a:pt x="15" y="232"/>
                    <a:pt x="17" y="235"/>
                    <a:pt x="18" y="237"/>
                  </a:cubicBezTo>
                  <a:cubicBezTo>
                    <a:pt x="18" y="239"/>
                    <a:pt x="17" y="245"/>
                    <a:pt x="17" y="245"/>
                  </a:cubicBezTo>
                  <a:cubicBezTo>
                    <a:pt x="17" y="245"/>
                    <a:pt x="21" y="245"/>
                    <a:pt x="22" y="244"/>
                  </a:cubicBezTo>
                  <a:cubicBezTo>
                    <a:pt x="24" y="244"/>
                    <a:pt x="25" y="240"/>
                    <a:pt x="26" y="240"/>
                  </a:cubicBezTo>
                  <a:cubicBezTo>
                    <a:pt x="27" y="240"/>
                    <a:pt x="36" y="245"/>
                    <a:pt x="39" y="243"/>
                  </a:cubicBezTo>
                  <a:cubicBezTo>
                    <a:pt x="41" y="242"/>
                    <a:pt x="38" y="235"/>
                    <a:pt x="39" y="233"/>
                  </a:cubicBezTo>
                  <a:cubicBezTo>
                    <a:pt x="42" y="228"/>
                    <a:pt x="53" y="224"/>
                    <a:pt x="58" y="224"/>
                  </a:cubicBezTo>
                  <a:cubicBezTo>
                    <a:pt x="59" y="224"/>
                    <a:pt x="62" y="225"/>
                    <a:pt x="63" y="226"/>
                  </a:cubicBezTo>
                  <a:cubicBezTo>
                    <a:pt x="65" y="228"/>
                    <a:pt x="62" y="236"/>
                    <a:pt x="64" y="239"/>
                  </a:cubicBezTo>
                  <a:cubicBezTo>
                    <a:pt x="65" y="240"/>
                    <a:pt x="68" y="241"/>
                    <a:pt x="69" y="240"/>
                  </a:cubicBezTo>
                  <a:cubicBezTo>
                    <a:pt x="71" y="240"/>
                    <a:pt x="72" y="236"/>
                    <a:pt x="73" y="235"/>
                  </a:cubicBezTo>
                  <a:cubicBezTo>
                    <a:pt x="74" y="235"/>
                    <a:pt x="75" y="235"/>
                    <a:pt x="76" y="236"/>
                  </a:cubicBezTo>
                  <a:cubicBezTo>
                    <a:pt x="77" y="237"/>
                    <a:pt x="74" y="242"/>
                    <a:pt x="75" y="243"/>
                  </a:cubicBezTo>
                  <a:cubicBezTo>
                    <a:pt x="75" y="244"/>
                    <a:pt x="77" y="246"/>
                    <a:pt x="78" y="246"/>
                  </a:cubicBezTo>
                  <a:cubicBezTo>
                    <a:pt x="80" y="246"/>
                    <a:pt x="82" y="244"/>
                    <a:pt x="84" y="244"/>
                  </a:cubicBezTo>
                  <a:cubicBezTo>
                    <a:pt x="85" y="244"/>
                    <a:pt x="86" y="245"/>
                    <a:pt x="86" y="246"/>
                  </a:cubicBezTo>
                  <a:cubicBezTo>
                    <a:pt x="88" y="247"/>
                    <a:pt x="88" y="252"/>
                    <a:pt x="89" y="253"/>
                  </a:cubicBezTo>
                  <a:cubicBezTo>
                    <a:pt x="91" y="254"/>
                    <a:pt x="94" y="255"/>
                    <a:pt x="96" y="255"/>
                  </a:cubicBezTo>
                  <a:cubicBezTo>
                    <a:pt x="98" y="255"/>
                    <a:pt x="101" y="256"/>
                    <a:pt x="102" y="255"/>
                  </a:cubicBezTo>
                  <a:cubicBezTo>
                    <a:pt x="103" y="254"/>
                    <a:pt x="103" y="251"/>
                    <a:pt x="104" y="249"/>
                  </a:cubicBezTo>
                  <a:cubicBezTo>
                    <a:pt x="105" y="249"/>
                    <a:pt x="106" y="247"/>
                    <a:pt x="107" y="247"/>
                  </a:cubicBezTo>
                  <a:cubicBezTo>
                    <a:pt x="110" y="247"/>
                    <a:pt x="114" y="253"/>
                    <a:pt x="117" y="253"/>
                  </a:cubicBezTo>
                  <a:cubicBezTo>
                    <a:pt x="119" y="253"/>
                    <a:pt x="123" y="252"/>
                    <a:pt x="124" y="250"/>
                  </a:cubicBezTo>
                  <a:cubicBezTo>
                    <a:pt x="125" y="248"/>
                    <a:pt x="122" y="243"/>
                    <a:pt x="123" y="241"/>
                  </a:cubicBezTo>
                  <a:cubicBezTo>
                    <a:pt x="124" y="238"/>
                    <a:pt x="129" y="230"/>
                    <a:pt x="132" y="231"/>
                  </a:cubicBezTo>
                  <a:cubicBezTo>
                    <a:pt x="135" y="232"/>
                    <a:pt x="131" y="243"/>
                    <a:pt x="134" y="245"/>
                  </a:cubicBezTo>
                  <a:cubicBezTo>
                    <a:pt x="135" y="246"/>
                    <a:pt x="138" y="245"/>
                    <a:pt x="140" y="244"/>
                  </a:cubicBezTo>
                  <a:cubicBezTo>
                    <a:pt x="141" y="243"/>
                    <a:pt x="142" y="239"/>
                    <a:pt x="142" y="238"/>
                  </a:cubicBezTo>
                  <a:cubicBezTo>
                    <a:pt x="143" y="235"/>
                    <a:pt x="142" y="227"/>
                    <a:pt x="143" y="224"/>
                  </a:cubicBezTo>
                  <a:cubicBezTo>
                    <a:pt x="144" y="222"/>
                    <a:pt x="148" y="218"/>
                    <a:pt x="150" y="217"/>
                  </a:cubicBezTo>
                  <a:cubicBezTo>
                    <a:pt x="152" y="216"/>
                    <a:pt x="155" y="219"/>
                    <a:pt x="157" y="219"/>
                  </a:cubicBezTo>
                  <a:cubicBezTo>
                    <a:pt x="158" y="219"/>
                    <a:pt x="160" y="217"/>
                    <a:pt x="161" y="217"/>
                  </a:cubicBezTo>
                  <a:cubicBezTo>
                    <a:pt x="164" y="217"/>
                    <a:pt x="167" y="224"/>
                    <a:pt x="170" y="226"/>
                  </a:cubicBezTo>
                  <a:cubicBezTo>
                    <a:pt x="171" y="226"/>
                    <a:pt x="175" y="227"/>
                    <a:pt x="176" y="227"/>
                  </a:cubicBezTo>
                  <a:cubicBezTo>
                    <a:pt x="178" y="226"/>
                    <a:pt x="181" y="223"/>
                    <a:pt x="182" y="221"/>
                  </a:cubicBezTo>
                  <a:cubicBezTo>
                    <a:pt x="183" y="220"/>
                    <a:pt x="181" y="215"/>
                    <a:pt x="182" y="214"/>
                  </a:cubicBezTo>
                  <a:cubicBezTo>
                    <a:pt x="184" y="213"/>
                    <a:pt x="189" y="215"/>
                    <a:pt x="191" y="214"/>
                  </a:cubicBezTo>
                  <a:cubicBezTo>
                    <a:pt x="193" y="213"/>
                    <a:pt x="195" y="208"/>
                    <a:pt x="198" y="208"/>
                  </a:cubicBezTo>
                  <a:cubicBezTo>
                    <a:pt x="199" y="207"/>
                    <a:pt x="203" y="207"/>
                    <a:pt x="205" y="209"/>
                  </a:cubicBezTo>
                  <a:cubicBezTo>
                    <a:pt x="206" y="210"/>
                    <a:pt x="207" y="214"/>
                    <a:pt x="209" y="216"/>
                  </a:cubicBezTo>
                  <a:cubicBezTo>
                    <a:pt x="209" y="217"/>
                    <a:pt x="211" y="218"/>
                    <a:pt x="212" y="219"/>
                  </a:cubicBezTo>
                  <a:cubicBezTo>
                    <a:pt x="213" y="219"/>
                    <a:pt x="217" y="220"/>
                    <a:pt x="218" y="221"/>
                  </a:cubicBezTo>
                  <a:cubicBezTo>
                    <a:pt x="219" y="224"/>
                    <a:pt x="215" y="230"/>
                    <a:pt x="215" y="233"/>
                  </a:cubicBezTo>
                  <a:cubicBezTo>
                    <a:pt x="216" y="236"/>
                    <a:pt x="222" y="242"/>
                    <a:pt x="223" y="245"/>
                  </a:cubicBezTo>
                  <a:cubicBezTo>
                    <a:pt x="223" y="247"/>
                    <a:pt x="220" y="251"/>
                    <a:pt x="221" y="253"/>
                  </a:cubicBezTo>
                  <a:cubicBezTo>
                    <a:pt x="221" y="253"/>
                    <a:pt x="221" y="255"/>
                    <a:pt x="222" y="255"/>
                  </a:cubicBezTo>
                  <a:cubicBezTo>
                    <a:pt x="223" y="256"/>
                    <a:pt x="227" y="253"/>
                    <a:pt x="229" y="254"/>
                  </a:cubicBezTo>
                  <a:cubicBezTo>
                    <a:pt x="230" y="254"/>
                    <a:pt x="232" y="256"/>
                    <a:pt x="232" y="258"/>
                  </a:cubicBezTo>
                  <a:cubicBezTo>
                    <a:pt x="232" y="259"/>
                    <a:pt x="231" y="260"/>
                    <a:pt x="231" y="261"/>
                  </a:cubicBezTo>
                  <a:cubicBezTo>
                    <a:pt x="232" y="263"/>
                    <a:pt x="237" y="265"/>
                    <a:pt x="238" y="267"/>
                  </a:cubicBezTo>
                  <a:cubicBezTo>
                    <a:pt x="239" y="269"/>
                    <a:pt x="237" y="274"/>
                    <a:pt x="237" y="274"/>
                  </a:cubicBezTo>
                  <a:cubicBezTo>
                    <a:pt x="237" y="274"/>
                    <a:pt x="240" y="272"/>
                    <a:pt x="241" y="272"/>
                  </a:cubicBezTo>
                  <a:cubicBezTo>
                    <a:pt x="242" y="271"/>
                    <a:pt x="245" y="273"/>
                    <a:pt x="246" y="27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68"/>
            <p:cNvSpPr>
              <a:spLocks/>
            </p:cNvSpPr>
            <p:nvPr/>
          </p:nvSpPr>
          <p:spPr bwMode="auto">
            <a:xfrm>
              <a:off x="4075113" y="3182938"/>
              <a:ext cx="442913" cy="606425"/>
            </a:xfrm>
            <a:custGeom>
              <a:avLst/>
              <a:gdLst/>
              <a:ahLst/>
              <a:cxnLst>
                <a:cxn ang="0">
                  <a:pos x="68" y="60"/>
                </a:cxn>
                <a:cxn ang="0">
                  <a:pos x="81" y="76"/>
                </a:cxn>
                <a:cxn ang="0">
                  <a:pos x="65" y="90"/>
                </a:cxn>
                <a:cxn ang="0">
                  <a:pos x="59" y="102"/>
                </a:cxn>
                <a:cxn ang="0">
                  <a:pos x="58" y="111"/>
                </a:cxn>
                <a:cxn ang="0">
                  <a:pos x="45" y="121"/>
                </a:cxn>
                <a:cxn ang="0">
                  <a:pos x="46" y="129"/>
                </a:cxn>
                <a:cxn ang="0">
                  <a:pos x="54" y="137"/>
                </a:cxn>
                <a:cxn ang="0">
                  <a:pos x="35" y="149"/>
                </a:cxn>
                <a:cxn ang="0">
                  <a:pos x="2" y="147"/>
                </a:cxn>
                <a:cxn ang="0">
                  <a:pos x="24" y="158"/>
                </a:cxn>
                <a:cxn ang="0">
                  <a:pos x="21" y="168"/>
                </a:cxn>
                <a:cxn ang="0">
                  <a:pos x="23" y="189"/>
                </a:cxn>
                <a:cxn ang="0">
                  <a:pos x="23" y="219"/>
                </a:cxn>
                <a:cxn ang="0">
                  <a:pos x="8" y="242"/>
                </a:cxn>
                <a:cxn ang="0">
                  <a:pos x="2" y="260"/>
                </a:cxn>
                <a:cxn ang="0">
                  <a:pos x="14" y="272"/>
                </a:cxn>
                <a:cxn ang="0">
                  <a:pos x="39" y="275"/>
                </a:cxn>
                <a:cxn ang="0">
                  <a:pos x="39" y="338"/>
                </a:cxn>
                <a:cxn ang="0">
                  <a:pos x="65" y="357"/>
                </a:cxn>
                <a:cxn ang="0">
                  <a:pos x="75" y="351"/>
                </a:cxn>
                <a:cxn ang="0">
                  <a:pos x="85" y="351"/>
                </a:cxn>
                <a:cxn ang="0">
                  <a:pos x="99" y="356"/>
                </a:cxn>
                <a:cxn ang="0">
                  <a:pos x="117" y="332"/>
                </a:cxn>
                <a:cxn ang="0">
                  <a:pos x="115" y="296"/>
                </a:cxn>
                <a:cxn ang="0">
                  <a:pos x="116" y="270"/>
                </a:cxn>
                <a:cxn ang="0">
                  <a:pos x="127" y="260"/>
                </a:cxn>
                <a:cxn ang="0">
                  <a:pos x="144" y="235"/>
                </a:cxn>
                <a:cxn ang="0">
                  <a:pos x="171" y="229"/>
                </a:cxn>
                <a:cxn ang="0">
                  <a:pos x="195" y="223"/>
                </a:cxn>
                <a:cxn ang="0">
                  <a:pos x="201" y="200"/>
                </a:cxn>
                <a:cxn ang="0">
                  <a:pos x="213" y="179"/>
                </a:cxn>
                <a:cxn ang="0">
                  <a:pos x="235" y="168"/>
                </a:cxn>
                <a:cxn ang="0">
                  <a:pos x="244" y="154"/>
                </a:cxn>
                <a:cxn ang="0">
                  <a:pos x="230" y="137"/>
                </a:cxn>
                <a:cxn ang="0">
                  <a:pos x="226" y="123"/>
                </a:cxn>
                <a:cxn ang="0">
                  <a:pos x="228" y="111"/>
                </a:cxn>
                <a:cxn ang="0">
                  <a:pos x="242" y="98"/>
                </a:cxn>
                <a:cxn ang="0">
                  <a:pos x="247" y="89"/>
                </a:cxn>
                <a:cxn ang="0">
                  <a:pos x="260" y="59"/>
                </a:cxn>
                <a:cxn ang="0">
                  <a:pos x="236" y="49"/>
                </a:cxn>
                <a:cxn ang="0">
                  <a:pos x="214" y="45"/>
                </a:cxn>
                <a:cxn ang="0">
                  <a:pos x="175" y="23"/>
                </a:cxn>
                <a:cxn ang="0">
                  <a:pos x="136" y="32"/>
                </a:cxn>
                <a:cxn ang="0">
                  <a:pos x="93" y="1"/>
                </a:cxn>
                <a:cxn ang="0">
                  <a:pos x="67" y="15"/>
                </a:cxn>
                <a:cxn ang="0">
                  <a:pos x="53" y="34"/>
                </a:cxn>
              </a:cxnLst>
              <a:rect l="0" t="0" r="r" b="b"/>
              <a:pathLst>
                <a:path w="260" h="357">
                  <a:moveTo>
                    <a:pt x="63" y="47"/>
                  </a:moveTo>
                  <a:cubicBezTo>
                    <a:pt x="64" y="49"/>
                    <a:pt x="67" y="52"/>
                    <a:pt x="67" y="55"/>
                  </a:cubicBezTo>
                  <a:cubicBezTo>
                    <a:pt x="68" y="56"/>
                    <a:pt x="67" y="59"/>
                    <a:pt x="68" y="60"/>
                  </a:cubicBezTo>
                  <a:cubicBezTo>
                    <a:pt x="69" y="62"/>
                    <a:pt x="71" y="66"/>
                    <a:pt x="72" y="68"/>
                  </a:cubicBezTo>
                  <a:cubicBezTo>
                    <a:pt x="74" y="69"/>
                    <a:pt x="78" y="70"/>
                    <a:pt x="79" y="72"/>
                  </a:cubicBezTo>
                  <a:cubicBezTo>
                    <a:pt x="80" y="73"/>
                    <a:pt x="81" y="75"/>
                    <a:pt x="81" y="76"/>
                  </a:cubicBezTo>
                  <a:cubicBezTo>
                    <a:pt x="81" y="78"/>
                    <a:pt x="81" y="83"/>
                    <a:pt x="80" y="84"/>
                  </a:cubicBezTo>
                  <a:cubicBezTo>
                    <a:pt x="77" y="87"/>
                    <a:pt x="69" y="85"/>
                    <a:pt x="67" y="87"/>
                  </a:cubicBezTo>
                  <a:cubicBezTo>
                    <a:pt x="66" y="87"/>
                    <a:pt x="64" y="89"/>
                    <a:pt x="65" y="90"/>
                  </a:cubicBezTo>
                  <a:cubicBezTo>
                    <a:pt x="65" y="91"/>
                    <a:pt x="68" y="93"/>
                    <a:pt x="68" y="94"/>
                  </a:cubicBezTo>
                  <a:cubicBezTo>
                    <a:pt x="68" y="96"/>
                    <a:pt x="67" y="99"/>
                    <a:pt x="66" y="100"/>
                  </a:cubicBezTo>
                  <a:cubicBezTo>
                    <a:pt x="64" y="101"/>
                    <a:pt x="60" y="102"/>
                    <a:pt x="59" y="102"/>
                  </a:cubicBezTo>
                  <a:cubicBezTo>
                    <a:pt x="58" y="102"/>
                    <a:pt x="57" y="99"/>
                    <a:pt x="56" y="100"/>
                  </a:cubicBezTo>
                  <a:cubicBezTo>
                    <a:pt x="55" y="100"/>
                    <a:pt x="55" y="102"/>
                    <a:pt x="55" y="103"/>
                  </a:cubicBezTo>
                  <a:cubicBezTo>
                    <a:pt x="56" y="105"/>
                    <a:pt x="58" y="109"/>
                    <a:pt x="58" y="111"/>
                  </a:cubicBezTo>
                  <a:cubicBezTo>
                    <a:pt x="57" y="112"/>
                    <a:pt x="57" y="113"/>
                    <a:pt x="56" y="114"/>
                  </a:cubicBezTo>
                  <a:cubicBezTo>
                    <a:pt x="53" y="116"/>
                    <a:pt x="44" y="114"/>
                    <a:pt x="43" y="117"/>
                  </a:cubicBezTo>
                  <a:cubicBezTo>
                    <a:pt x="43" y="118"/>
                    <a:pt x="45" y="120"/>
                    <a:pt x="45" y="121"/>
                  </a:cubicBezTo>
                  <a:cubicBezTo>
                    <a:pt x="45" y="122"/>
                    <a:pt x="40" y="123"/>
                    <a:pt x="40" y="125"/>
                  </a:cubicBezTo>
                  <a:cubicBezTo>
                    <a:pt x="40" y="126"/>
                    <a:pt x="41" y="127"/>
                    <a:pt x="42" y="128"/>
                  </a:cubicBezTo>
                  <a:cubicBezTo>
                    <a:pt x="43" y="128"/>
                    <a:pt x="45" y="129"/>
                    <a:pt x="46" y="129"/>
                  </a:cubicBezTo>
                  <a:cubicBezTo>
                    <a:pt x="47" y="128"/>
                    <a:pt x="48" y="126"/>
                    <a:pt x="49" y="126"/>
                  </a:cubicBezTo>
                  <a:cubicBezTo>
                    <a:pt x="51" y="126"/>
                    <a:pt x="54" y="128"/>
                    <a:pt x="54" y="129"/>
                  </a:cubicBezTo>
                  <a:cubicBezTo>
                    <a:pt x="55" y="131"/>
                    <a:pt x="55" y="135"/>
                    <a:pt x="54" y="137"/>
                  </a:cubicBezTo>
                  <a:cubicBezTo>
                    <a:pt x="52" y="139"/>
                    <a:pt x="47" y="140"/>
                    <a:pt x="46" y="142"/>
                  </a:cubicBezTo>
                  <a:cubicBezTo>
                    <a:pt x="44" y="144"/>
                    <a:pt x="46" y="152"/>
                    <a:pt x="44" y="153"/>
                  </a:cubicBezTo>
                  <a:cubicBezTo>
                    <a:pt x="41" y="154"/>
                    <a:pt x="37" y="149"/>
                    <a:pt x="35" y="149"/>
                  </a:cubicBezTo>
                  <a:cubicBezTo>
                    <a:pt x="32" y="149"/>
                    <a:pt x="27" y="150"/>
                    <a:pt x="25" y="150"/>
                  </a:cubicBezTo>
                  <a:cubicBezTo>
                    <a:pt x="23" y="151"/>
                    <a:pt x="21" y="153"/>
                    <a:pt x="20" y="153"/>
                  </a:cubicBezTo>
                  <a:cubicBezTo>
                    <a:pt x="15" y="153"/>
                    <a:pt x="6" y="145"/>
                    <a:pt x="2" y="147"/>
                  </a:cubicBezTo>
                  <a:cubicBezTo>
                    <a:pt x="1" y="148"/>
                    <a:pt x="0" y="150"/>
                    <a:pt x="0" y="151"/>
                  </a:cubicBezTo>
                  <a:cubicBezTo>
                    <a:pt x="2" y="156"/>
                    <a:pt x="11" y="160"/>
                    <a:pt x="15" y="160"/>
                  </a:cubicBezTo>
                  <a:cubicBezTo>
                    <a:pt x="18" y="160"/>
                    <a:pt x="22" y="157"/>
                    <a:pt x="24" y="158"/>
                  </a:cubicBezTo>
                  <a:cubicBezTo>
                    <a:pt x="25" y="158"/>
                    <a:pt x="27" y="160"/>
                    <a:pt x="27" y="161"/>
                  </a:cubicBezTo>
                  <a:cubicBezTo>
                    <a:pt x="27" y="162"/>
                    <a:pt x="26" y="166"/>
                    <a:pt x="25" y="167"/>
                  </a:cubicBezTo>
                  <a:cubicBezTo>
                    <a:pt x="24" y="168"/>
                    <a:pt x="21" y="167"/>
                    <a:pt x="21" y="168"/>
                  </a:cubicBezTo>
                  <a:cubicBezTo>
                    <a:pt x="21" y="170"/>
                    <a:pt x="25" y="170"/>
                    <a:pt x="25" y="172"/>
                  </a:cubicBezTo>
                  <a:cubicBezTo>
                    <a:pt x="25" y="175"/>
                    <a:pt x="17" y="178"/>
                    <a:pt x="17" y="181"/>
                  </a:cubicBezTo>
                  <a:cubicBezTo>
                    <a:pt x="17" y="183"/>
                    <a:pt x="22" y="187"/>
                    <a:pt x="23" y="189"/>
                  </a:cubicBezTo>
                  <a:cubicBezTo>
                    <a:pt x="24" y="192"/>
                    <a:pt x="24" y="197"/>
                    <a:pt x="25" y="200"/>
                  </a:cubicBezTo>
                  <a:cubicBezTo>
                    <a:pt x="25" y="202"/>
                    <a:pt x="28" y="205"/>
                    <a:pt x="28" y="207"/>
                  </a:cubicBezTo>
                  <a:cubicBezTo>
                    <a:pt x="28" y="210"/>
                    <a:pt x="23" y="216"/>
                    <a:pt x="23" y="219"/>
                  </a:cubicBezTo>
                  <a:cubicBezTo>
                    <a:pt x="22" y="221"/>
                    <a:pt x="23" y="224"/>
                    <a:pt x="23" y="225"/>
                  </a:cubicBezTo>
                  <a:cubicBezTo>
                    <a:pt x="22" y="228"/>
                    <a:pt x="20" y="232"/>
                    <a:pt x="19" y="234"/>
                  </a:cubicBezTo>
                  <a:cubicBezTo>
                    <a:pt x="17" y="237"/>
                    <a:pt x="9" y="239"/>
                    <a:pt x="8" y="242"/>
                  </a:cubicBezTo>
                  <a:cubicBezTo>
                    <a:pt x="7" y="244"/>
                    <a:pt x="10" y="248"/>
                    <a:pt x="8" y="250"/>
                  </a:cubicBezTo>
                  <a:cubicBezTo>
                    <a:pt x="7" y="252"/>
                    <a:pt x="2" y="251"/>
                    <a:pt x="1" y="252"/>
                  </a:cubicBezTo>
                  <a:cubicBezTo>
                    <a:pt x="0" y="254"/>
                    <a:pt x="1" y="259"/>
                    <a:pt x="2" y="260"/>
                  </a:cubicBezTo>
                  <a:cubicBezTo>
                    <a:pt x="4" y="262"/>
                    <a:pt x="9" y="262"/>
                    <a:pt x="11" y="264"/>
                  </a:cubicBezTo>
                  <a:cubicBezTo>
                    <a:pt x="11" y="265"/>
                    <a:pt x="11" y="269"/>
                    <a:pt x="11" y="270"/>
                  </a:cubicBezTo>
                  <a:cubicBezTo>
                    <a:pt x="12" y="271"/>
                    <a:pt x="13" y="272"/>
                    <a:pt x="14" y="272"/>
                  </a:cubicBezTo>
                  <a:cubicBezTo>
                    <a:pt x="16" y="273"/>
                    <a:pt x="19" y="272"/>
                    <a:pt x="21" y="272"/>
                  </a:cubicBezTo>
                  <a:cubicBezTo>
                    <a:pt x="23" y="273"/>
                    <a:pt x="25" y="278"/>
                    <a:pt x="27" y="279"/>
                  </a:cubicBezTo>
                  <a:cubicBezTo>
                    <a:pt x="30" y="280"/>
                    <a:pt x="36" y="274"/>
                    <a:pt x="39" y="275"/>
                  </a:cubicBezTo>
                  <a:cubicBezTo>
                    <a:pt x="41" y="276"/>
                    <a:pt x="45" y="280"/>
                    <a:pt x="45" y="283"/>
                  </a:cubicBezTo>
                  <a:cubicBezTo>
                    <a:pt x="48" y="288"/>
                    <a:pt x="47" y="301"/>
                    <a:pt x="46" y="308"/>
                  </a:cubicBezTo>
                  <a:cubicBezTo>
                    <a:pt x="45" y="315"/>
                    <a:pt x="39" y="338"/>
                    <a:pt x="39" y="338"/>
                  </a:cubicBezTo>
                  <a:cubicBezTo>
                    <a:pt x="39" y="338"/>
                    <a:pt x="48" y="338"/>
                    <a:pt x="50" y="339"/>
                  </a:cubicBezTo>
                  <a:cubicBezTo>
                    <a:pt x="54" y="342"/>
                    <a:pt x="56" y="352"/>
                    <a:pt x="60" y="355"/>
                  </a:cubicBezTo>
                  <a:cubicBezTo>
                    <a:pt x="61" y="356"/>
                    <a:pt x="64" y="357"/>
                    <a:pt x="65" y="357"/>
                  </a:cubicBezTo>
                  <a:cubicBezTo>
                    <a:pt x="66" y="357"/>
                    <a:pt x="68" y="355"/>
                    <a:pt x="68" y="355"/>
                  </a:cubicBezTo>
                  <a:cubicBezTo>
                    <a:pt x="69" y="353"/>
                    <a:pt x="67" y="349"/>
                    <a:pt x="69" y="348"/>
                  </a:cubicBezTo>
                  <a:cubicBezTo>
                    <a:pt x="70" y="347"/>
                    <a:pt x="74" y="350"/>
                    <a:pt x="75" y="351"/>
                  </a:cubicBezTo>
                  <a:cubicBezTo>
                    <a:pt x="77" y="352"/>
                    <a:pt x="78" y="354"/>
                    <a:pt x="79" y="355"/>
                  </a:cubicBezTo>
                  <a:cubicBezTo>
                    <a:pt x="80" y="355"/>
                    <a:pt x="83" y="355"/>
                    <a:pt x="84" y="354"/>
                  </a:cubicBezTo>
                  <a:cubicBezTo>
                    <a:pt x="84" y="354"/>
                    <a:pt x="85" y="352"/>
                    <a:pt x="85" y="351"/>
                  </a:cubicBezTo>
                  <a:cubicBezTo>
                    <a:pt x="87" y="351"/>
                    <a:pt x="90" y="352"/>
                    <a:pt x="91" y="352"/>
                  </a:cubicBezTo>
                  <a:cubicBezTo>
                    <a:pt x="92" y="353"/>
                    <a:pt x="93" y="355"/>
                    <a:pt x="94" y="356"/>
                  </a:cubicBezTo>
                  <a:cubicBezTo>
                    <a:pt x="95" y="356"/>
                    <a:pt x="98" y="357"/>
                    <a:pt x="99" y="356"/>
                  </a:cubicBezTo>
                  <a:cubicBezTo>
                    <a:pt x="102" y="355"/>
                    <a:pt x="101" y="348"/>
                    <a:pt x="104" y="346"/>
                  </a:cubicBezTo>
                  <a:cubicBezTo>
                    <a:pt x="106" y="344"/>
                    <a:pt x="112" y="347"/>
                    <a:pt x="114" y="345"/>
                  </a:cubicBezTo>
                  <a:cubicBezTo>
                    <a:pt x="116" y="343"/>
                    <a:pt x="115" y="335"/>
                    <a:pt x="117" y="332"/>
                  </a:cubicBezTo>
                  <a:cubicBezTo>
                    <a:pt x="118" y="330"/>
                    <a:pt x="124" y="327"/>
                    <a:pt x="124" y="327"/>
                  </a:cubicBezTo>
                  <a:cubicBezTo>
                    <a:pt x="124" y="327"/>
                    <a:pt x="123" y="317"/>
                    <a:pt x="122" y="313"/>
                  </a:cubicBezTo>
                  <a:cubicBezTo>
                    <a:pt x="121" y="308"/>
                    <a:pt x="118" y="299"/>
                    <a:pt x="115" y="296"/>
                  </a:cubicBezTo>
                  <a:cubicBezTo>
                    <a:pt x="113" y="293"/>
                    <a:pt x="105" y="290"/>
                    <a:pt x="104" y="286"/>
                  </a:cubicBezTo>
                  <a:cubicBezTo>
                    <a:pt x="103" y="283"/>
                    <a:pt x="107" y="276"/>
                    <a:pt x="109" y="274"/>
                  </a:cubicBezTo>
                  <a:cubicBezTo>
                    <a:pt x="111" y="272"/>
                    <a:pt x="115" y="272"/>
                    <a:pt x="116" y="270"/>
                  </a:cubicBezTo>
                  <a:cubicBezTo>
                    <a:pt x="117" y="269"/>
                    <a:pt x="115" y="266"/>
                    <a:pt x="116" y="264"/>
                  </a:cubicBezTo>
                  <a:cubicBezTo>
                    <a:pt x="117" y="263"/>
                    <a:pt x="119" y="261"/>
                    <a:pt x="121" y="261"/>
                  </a:cubicBezTo>
                  <a:cubicBezTo>
                    <a:pt x="122" y="260"/>
                    <a:pt x="126" y="261"/>
                    <a:pt x="127" y="260"/>
                  </a:cubicBezTo>
                  <a:cubicBezTo>
                    <a:pt x="129" y="259"/>
                    <a:pt x="133" y="255"/>
                    <a:pt x="134" y="253"/>
                  </a:cubicBezTo>
                  <a:cubicBezTo>
                    <a:pt x="136" y="250"/>
                    <a:pt x="135" y="243"/>
                    <a:pt x="137" y="241"/>
                  </a:cubicBezTo>
                  <a:cubicBezTo>
                    <a:pt x="138" y="239"/>
                    <a:pt x="142" y="236"/>
                    <a:pt x="144" y="235"/>
                  </a:cubicBezTo>
                  <a:cubicBezTo>
                    <a:pt x="147" y="235"/>
                    <a:pt x="152" y="236"/>
                    <a:pt x="154" y="235"/>
                  </a:cubicBezTo>
                  <a:cubicBezTo>
                    <a:pt x="156" y="234"/>
                    <a:pt x="158" y="231"/>
                    <a:pt x="160" y="230"/>
                  </a:cubicBezTo>
                  <a:cubicBezTo>
                    <a:pt x="163" y="229"/>
                    <a:pt x="168" y="231"/>
                    <a:pt x="171" y="229"/>
                  </a:cubicBezTo>
                  <a:cubicBezTo>
                    <a:pt x="173" y="228"/>
                    <a:pt x="176" y="222"/>
                    <a:pt x="179" y="222"/>
                  </a:cubicBezTo>
                  <a:cubicBezTo>
                    <a:pt x="181" y="221"/>
                    <a:pt x="184" y="226"/>
                    <a:pt x="186" y="226"/>
                  </a:cubicBezTo>
                  <a:cubicBezTo>
                    <a:pt x="188" y="226"/>
                    <a:pt x="193" y="225"/>
                    <a:pt x="195" y="223"/>
                  </a:cubicBezTo>
                  <a:cubicBezTo>
                    <a:pt x="197" y="221"/>
                    <a:pt x="196" y="216"/>
                    <a:pt x="198" y="214"/>
                  </a:cubicBezTo>
                  <a:cubicBezTo>
                    <a:pt x="199" y="212"/>
                    <a:pt x="206" y="211"/>
                    <a:pt x="206" y="209"/>
                  </a:cubicBezTo>
                  <a:cubicBezTo>
                    <a:pt x="207" y="207"/>
                    <a:pt x="201" y="203"/>
                    <a:pt x="201" y="200"/>
                  </a:cubicBezTo>
                  <a:cubicBezTo>
                    <a:pt x="201" y="199"/>
                    <a:pt x="204" y="196"/>
                    <a:pt x="205" y="195"/>
                  </a:cubicBezTo>
                  <a:cubicBezTo>
                    <a:pt x="207" y="192"/>
                    <a:pt x="216" y="192"/>
                    <a:pt x="217" y="189"/>
                  </a:cubicBezTo>
                  <a:cubicBezTo>
                    <a:pt x="218" y="186"/>
                    <a:pt x="213" y="181"/>
                    <a:pt x="213" y="179"/>
                  </a:cubicBezTo>
                  <a:cubicBezTo>
                    <a:pt x="213" y="177"/>
                    <a:pt x="215" y="174"/>
                    <a:pt x="217" y="173"/>
                  </a:cubicBezTo>
                  <a:cubicBezTo>
                    <a:pt x="220" y="172"/>
                    <a:pt x="225" y="177"/>
                    <a:pt x="227" y="176"/>
                  </a:cubicBezTo>
                  <a:cubicBezTo>
                    <a:pt x="230" y="176"/>
                    <a:pt x="235" y="170"/>
                    <a:pt x="235" y="168"/>
                  </a:cubicBezTo>
                  <a:cubicBezTo>
                    <a:pt x="235" y="166"/>
                    <a:pt x="233" y="163"/>
                    <a:pt x="233" y="162"/>
                  </a:cubicBezTo>
                  <a:cubicBezTo>
                    <a:pt x="233" y="161"/>
                    <a:pt x="234" y="159"/>
                    <a:pt x="235" y="159"/>
                  </a:cubicBezTo>
                  <a:cubicBezTo>
                    <a:pt x="237" y="157"/>
                    <a:pt x="244" y="154"/>
                    <a:pt x="244" y="154"/>
                  </a:cubicBezTo>
                  <a:cubicBezTo>
                    <a:pt x="244" y="154"/>
                    <a:pt x="247" y="151"/>
                    <a:pt x="247" y="149"/>
                  </a:cubicBezTo>
                  <a:cubicBezTo>
                    <a:pt x="247" y="149"/>
                    <a:pt x="246" y="147"/>
                    <a:pt x="245" y="146"/>
                  </a:cubicBezTo>
                  <a:cubicBezTo>
                    <a:pt x="242" y="143"/>
                    <a:pt x="230" y="141"/>
                    <a:pt x="230" y="137"/>
                  </a:cubicBezTo>
                  <a:cubicBezTo>
                    <a:pt x="230" y="134"/>
                    <a:pt x="237" y="134"/>
                    <a:pt x="238" y="131"/>
                  </a:cubicBezTo>
                  <a:cubicBezTo>
                    <a:pt x="238" y="130"/>
                    <a:pt x="237" y="128"/>
                    <a:pt x="236" y="128"/>
                  </a:cubicBezTo>
                  <a:cubicBezTo>
                    <a:pt x="234" y="126"/>
                    <a:pt x="227" y="126"/>
                    <a:pt x="226" y="123"/>
                  </a:cubicBezTo>
                  <a:cubicBezTo>
                    <a:pt x="225" y="120"/>
                    <a:pt x="233" y="116"/>
                    <a:pt x="233" y="113"/>
                  </a:cubicBezTo>
                  <a:cubicBezTo>
                    <a:pt x="233" y="112"/>
                    <a:pt x="232" y="111"/>
                    <a:pt x="232" y="111"/>
                  </a:cubicBezTo>
                  <a:cubicBezTo>
                    <a:pt x="231" y="111"/>
                    <a:pt x="229" y="111"/>
                    <a:pt x="228" y="111"/>
                  </a:cubicBezTo>
                  <a:cubicBezTo>
                    <a:pt x="227" y="109"/>
                    <a:pt x="230" y="104"/>
                    <a:pt x="231" y="102"/>
                  </a:cubicBezTo>
                  <a:cubicBezTo>
                    <a:pt x="232" y="101"/>
                    <a:pt x="234" y="99"/>
                    <a:pt x="236" y="99"/>
                  </a:cubicBezTo>
                  <a:cubicBezTo>
                    <a:pt x="237" y="98"/>
                    <a:pt x="240" y="99"/>
                    <a:pt x="242" y="98"/>
                  </a:cubicBezTo>
                  <a:cubicBezTo>
                    <a:pt x="243" y="98"/>
                    <a:pt x="247" y="96"/>
                    <a:pt x="248" y="95"/>
                  </a:cubicBezTo>
                  <a:cubicBezTo>
                    <a:pt x="249" y="94"/>
                    <a:pt x="250" y="93"/>
                    <a:pt x="250" y="92"/>
                  </a:cubicBezTo>
                  <a:cubicBezTo>
                    <a:pt x="250" y="91"/>
                    <a:pt x="247" y="90"/>
                    <a:pt x="247" y="89"/>
                  </a:cubicBezTo>
                  <a:cubicBezTo>
                    <a:pt x="247" y="85"/>
                    <a:pt x="248" y="76"/>
                    <a:pt x="251" y="73"/>
                  </a:cubicBezTo>
                  <a:cubicBezTo>
                    <a:pt x="252" y="72"/>
                    <a:pt x="255" y="73"/>
                    <a:pt x="256" y="72"/>
                  </a:cubicBezTo>
                  <a:cubicBezTo>
                    <a:pt x="258" y="70"/>
                    <a:pt x="260" y="59"/>
                    <a:pt x="260" y="59"/>
                  </a:cubicBezTo>
                  <a:cubicBezTo>
                    <a:pt x="260" y="59"/>
                    <a:pt x="249" y="58"/>
                    <a:pt x="246" y="56"/>
                  </a:cubicBezTo>
                  <a:cubicBezTo>
                    <a:pt x="244" y="55"/>
                    <a:pt x="244" y="49"/>
                    <a:pt x="242" y="48"/>
                  </a:cubicBezTo>
                  <a:cubicBezTo>
                    <a:pt x="241" y="47"/>
                    <a:pt x="237" y="48"/>
                    <a:pt x="236" y="49"/>
                  </a:cubicBezTo>
                  <a:cubicBezTo>
                    <a:pt x="235" y="50"/>
                    <a:pt x="234" y="53"/>
                    <a:pt x="233" y="53"/>
                  </a:cubicBezTo>
                  <a:cubicBezTo>
                    <a:pt x="229" y="55"/>
                    <a:pt x="222" y="52"/>
                    <a:pt x="220" y="51"/>
                  </a:cubicBezTo>
                  <a:cubicBezTo>
                    <a:pt x="218" y="50"/>
                    <a:pt x="216" y="45"/>
                    <a:pt x="214" y="45"/>
                  </a:cubicBezTo>
                  <a:cubicBezTo>
                    <a:pt x="213" y="44"/>
                    <a:pt x="210" y="46"/>
                    <a:pt x="208" y="46"/>
                  </a:cubicBezTo>
                  <a:cubicBezTo>
                    <a:pt x="202" y="45"/>
                    <a:pt x="191" y="39"/>
                    <a:pt x="186" y="35"/>
                  </a:cubicBezTo>
                  <a:cubicBezTo>
                    <a:pt x="183" y="33"/>
                    <a:pt x="179" y="25"/>
                    <a:pt x="175" y="23"/>
                  </a:cubicBezTo>
                  <a:cubicBezTo>
                    <a:pt x="172" y="22"/>
                    <a:pt x="164" y="20"/>
                    <a:pt x="160" y="21"/>
                  </a:cubicBezTo>
                  <a:cubicBezTo>
                    <a:pt x="156" y="22"/>
                    <a:pt x="153" y="32"/>
                    <a:pt x="150" y="34"/>
                  </a:cubicBezTo>
                  <a:cubicBezTo>
                    <a:pt x="146" y="35"/>
                    <a:pt x="139" y="33"/>
                    <a:pt x="136" y="32"/>
                  </a:cubicBezTo>
                  <a:cubicBezTo>
                    <a:pt x="133" y="31"/>
                    <a:pt x="128" y="28"/>
                    <a:pt x="125" y="26"/>
                  </a:cubicBezTo>
                  <a:cubicBezTo>
                    <a:pt x="122" y="22"/>
                    <a:pt x="118" y="12"/>
                    <a:pt x="114" y="9"/>
                  </a:cubicBezTo>
                  <a:cubicBezTo>
                    <a:pt x="109" y="5"/>
                    <a:pt x="98" y="0"/>
                    <a:pt x="93" y="1"/>
                  </a:cubicBezTo>
                  <a:cubicBezTo>
                    <a:pt x="91" y="1"/>
                    <a:pt x="88" y="3"/>
                    <a:pt x="86" y="4"/>
                  </a:cubicBezTo>
                  <a:cubicBezTo>
                    <a:pt x="83" y="5"/>
                    <a:pt x="77" y="7"/>
                    <a:pt x="74" y="9"/>
                  </a:cubicBezTo>
                  <a:cubicBezTo>
                    <a:pt x="72" y="10"/>
                    <a:pt x="69" y="13"/>
                    <a:pt x="67" y="15"/>
                  </a:cubicBezTo>
                  <a:cubicBezTo>
                    <a:pt x="65" y="18"/>
                    <a:pt x="62" y="23"/>
                    <a:pt x="60" y="26"/>
                  </a:cubicBezTo>
                  <a:cubicBezTo>
                    <a:pt x="59" y="27"/>
                    <a:pt x="55" y="28"/>
                    <a:pt x="54" y="29"/>
                  </a:cubicBezTo>
                  <a:cubicBezTo>
                    <a:pt x="53" y="30"/>
                    <a:pt x="53" y="34"/>
                    <a:pt x="53" y="34"/>
                  </a:cubicBezTo>
                  <a:cubicBezTo>
                    <a:pt x="53" y="34"/>
                    <a:pt x="57" y="40"/>
                    <a:pt x="58" y="41"/>
                  </a:cubicBezTo>
                  <a:cubicBezTo>
                    <a:pt x="59" y="43"/>
                    <a:pt x="61" y="45"/>
                    <a:pt x="63" y="4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69"/>
            <p:cNvSpPr>
              <a:spLocks/>
            </p:cNvSpPr>
            <p:nvPr/>
          </p:nvSpPr>
          <p:spPr bwMode="auto">
            <a:xfrm>
              <a:off x="3479800" y="3154363"/>
              <a:ext cx="733425" cy="531813"/>
            </a:xfrm>
            <a:custGeom>
              <a:avLst/>
              <a:gdLst/>
              <a:ahLst/>
              <a:cxnLst>
                <a:cxn ang="0">
                  <a:pos x="332" y="33"/>
                </a:cxn>
                <a:cxn ang="0">
                  <a:pos x="263" y="60"/>
                </a:cxn>
                <a:cxn ang="0">
                  <a:pos x="243" y="54"/>
                </a:cxn>
                <a:cxn ang="0">
                  <a:pos x="230" y="55"/>
                </a:cxn>
                <a:cxn ang="0">
                  <a:pos x="211" y="1"/>
                </a:cxn>
                <a:cxn ang="0">
                  <a:pos x="181" y="7"/>
                </a:cxn>
                <a:cxn ang="0">
                  <a:pos x="129" y="20"/>
                </a:cxn>
                <a:cxn ang="0">
                  <a:pos x="92" y="7"/>
                </a:cxn>
                <a:cxn ang="0">
                  <a:pos x="64" y="23"/>
                </a:cxn>
                <a:cxn ang="0">
                  <a:pos x="49" y="36"/>
                </a:cxn>
                <a:cxn ang="0">
                  <a:pos x="36" y="60"/>
                </a:cxn>
                <a:cxn ang="0">
                  <a:pos x="51" y="106"/>
                </a:cxn>
                <a:cxn ang="0">
                  <a:pos x="14" y="113"/>
                </a:cxn>
                <a:cxn ang="0">
                  <a:pos x="58" y="155"/>
                </a:cxn>
                <a:cxn ang="0">
                  <a:pos x="54" y="195"/>
                </a:cxn>
                <a:cxn ang="0">
                  <a:pos x="44" y="205"/>
                </a:cxn>
                <a:cxn ang="0">
                  <a:pos x="39" y="231"/>
                </a:cxn>
                <a:cxn ang="0">
                  <a:pos x="28" y="239"/>
                </a:cxn>
                <a:cxn ang="0">
                  <a:pos x="26" y="258"/>
                </a:cxn>
                <a:cxn ang="0">
                  <a:pos x="1" y="265"/>
                </a:cxn>
                <a:cxn ang="0">
                  <a:pos x="14" y="290"/>
                </a:cxn>
                <a:cxn ang="0">
                  <a:pos x="26" y="306"/>
                </a:cxn>
                <a:cxn ang="0">
                  <a:pos x="33" y="289"/>
                </a:cxn>
                <a:cxn ang="0">
                  <a:pos x="46" y="288"/>
                </a:cxn>
                <a:cxn ang="0">
                  <a:pos x="65" y="274"/>
                </a:cxn>
                <a:cxn ang="0">
                  <a:pos x="73" y="254"/>
                </a:cxn>
                <a:cxn ang="0">
                  <a:pos x="101" y="255"/>
                </a:cxn>
                <a:cxn ang="0">
                  <a:pos x="131" y="248"/>
                </a:cxn>
                <a:cxn ang="0">
                  <a:pos x="165" y="210"/>
                </a:cxn>
                <a:cxn ang="0">
                  <a:pos x="181" y="184"/>
                </a:cxn>
                <a:cxn ang="0">
                  <a:pos x="169" y="161"/>
                </a:cxn>
                <a:cxn ang="0">
                  <a:pos x="207" y="145"/>
                </a:cxn>
                <a:cxn ang="0">
                  <a:pos x="243" y="147"/>
                </a:cxn>
                <a:cxn ang="0">
                  <a:pos x="258" y="134"/>
                </a:cxn>
                <a:cxn ang="0">
                  <a:pos x="277" y="137"/>
                </a:cxn>
                <a:cxn ang="0">
                  <a:pos x="287" y="167"/>
                </a:cxn>
                <a:cxn ang="0">
                  <a:pos x="314" y="187"/>
                </a:cxn>
                <a:cxn ang="0">
                  <a:pos x="339" y="182"/>
                </a:cxn>
                <a:cxn ang="0">
                  <a:pos x="369" y="181"/>
                </a:cxn>
                <a:cxn ang="0">
                  <a:pos x="375" y="175"/>
                </a:cxn>
                <a:cxn ang="0">
                  <a:pos x="371" y="170"/>
                </a:cxn>
                <a:cxn ang="0">
                  <a:pos x="397" y="159"/>
                </a:cxn>
                <a:cxn ang="0">
                  <a:pos x="397" y="146"/>
                </a:cxn>
                <a:cxn ang="0">
                  <a:pos x="394" y="134"/>
                </a:cxn>
                <a:cxn ang="0">
                  <a:pos x="407" y="117"/>
                </a:cxn>
                <a:cxn ang="0">
                  <a:pos x="416" y="107"/>
                </a:cxn>
                <a:cxn ang="0">
                  <a:pos x="430" y="89"/>
                </a:cxn>
                <a:cxn ang="0">
                  <a:pos x="414" y="64"/>
                </a:cxn>
                <a:cxn ang="0">
                  <a:pos x="379" y="34"/>
                </a:cxn>
              </a:cxnLst>
              <a:rect l="0" t="0" r="r" b="b"/>
              <a:pathLst>
                <a:path w="432" h="313">
                  <a:moveTo>
                    <a:pt x="357" y="26"/>
                  </a:moveTo>
                  <a:cubicBezTo>
                    <a:pt x="354" y="28"/>
                    <a:pt x="349" y="29"/>
                    <a:pt x="346" y="30"/>
                  </a:cubicBezTo>
                  <a:cubicBezTo>
                    <a:pt x="344" y="30"/>
                    <a:pt x="340" y="29"/>
                    <a:pt x="338" y="29"/>
                  </a:cubicBezTo>
                  <a:cubicBezTo>
                    <a:pt x="336" y="30"/>
                    <a:pt x="334" y="32"/>
                    <a:pt x="332" y="33"/>
                  </a:cubicBezTo>
                  <a:cubicBezTo>
                    <a:pt x="331" y="33"/>
                    <a:pt x="328" y="33"/>
                    <a:pt x="327" y="33"/>
                  </a:cubicBezTo>
                  <a:cubicBezTo>
                    <a:pt x="313" y="37"/>
                    <a:pt x="290" y="59"/>
                    <a:pt x="275" y="62"/>
                  </a:cubicBezTo>
                  <a:cubicBezTo>
                    <a:pt x="274" y="62"/>
                    <a:pt x="270" y="60"/>
                    <a:pt x="268" y="60"/>
                  </a:cubicBezTo>
                  <a:cubicBezTo>
                    <a:pt x="267" y="60"/>
                    <a:pt x="264" y="59"/>
                    <a:pt x="263" y="60"/>
                  </a:cubicBezTo>
                  <a:cubicBezTo>
                    <a:pt x="261" y="61"/>
                    <a:pt x="260" y="66"/>
                    <a:pt x="258" y="66"/>
                  </a:cubicBezTo>
                  <a:cubicBezTo>
                    <a:pt x="256" y="66"/>
                    <a:pt x="254" y="62"/>
                    <a:pt x="252" y="61"/>
                  </a:cubicBezTo>
                  <a:cubicBezTo>
                    <a:pt x="250" y="60"/>
                    <a:pt x="245" y="61"/>
                    <a:pt x="243" y="59"/>
                  </a:cubicBezTo>
                  <a:cubicBezTo>
                    <a:pt x="242" y="58"/>
                    <a:pt x="243" y="55"/>
                    <a:pt x="243" y="54"/>
                  </a:cubicBezTo>
                  <a:cubicBezTo>
                    <a:pt x="242" y="52"/>
                    <a:pt x="240" y="49"/>
                    <a:pt x="238" y="48"/>
                  </a:cubicBezTo>
                  <a:cubicBezTo>
                    <a:pt x="237" y="47"/>
                    <a:pt x="235" y="46"/>
                    <a:pt x="234" y="47"/>
                  </a:cubicBezTo>
                  <a:cubicBezTo>
                    <a:pt x="233" y="47"/>
                    <a:pt x="234" y="50"/>
                    <a:pt x="233" y="52"/>
                  </a:cubicBezTo>
                  <a:cubicBezTo>
                    <a:pt x="233" y="53"/>
                    <a:pt x="231" y="55"/>
                    <a:pt x="230" y="55"/>
                  </a:cubicBezTo>
                  <a:cubicBezTo>
                    <a:pt x="227" y="54"/>
                    <a:pt x="224" y="47"/>
                    <a:pt x="223" y="44"/>
                  </a:cubicBezTo>
                  <a:cubicBezTo>
                    <a:pt x="220" y="37"/>
                    <a:pt x="222" y="21"/>
                    <a:pt x="218" y="15"/>
                  </a:cubicBezTo>
                  <a:cubicBezTo>
                    <a:pt x="217" y="13"/>
                    <a:pt x="212" y="11"/>
                    <a:pt x="211" y="9"/>
                  </a:cubicBezTo>
                  <a:cubicBezTo>
                    <a:pt x="210" y="7"/>
                    <a:pt x="212" y="2"/>
                    <a:pt x="211" y="1"/>
                  </a:cubicBezTo>
                  <a:cubicBezTo>
                    <a:pt x="209" y="0"/>
                    <a:pt x="205" y="0"/>
                    <a:pt x="203" y="0"/>
                  </a:cubicBezTo>
                  <a:cubicBezTo>
                    <a:pt x="202" y="1"/>
                    <a:pt x="201" y="4"/>
                    <a:pt x="199" y="4"/>
                  </a:cubicBezTo>
                  <a:cubicBezTo>
                    <a:pt x="198" y="4"/>
                    <a:pt x="195" y="2"/>
                    <a:pt x="194" y="2"/>
                  </a:cubicBezTo>
                  <a:cubicBezTo>
                    <a:pt x="191" y="2"/>
                    <a:pt x="184" y="5"/>
                    <a:pt x="181" y="7"/>
                  </a:cubicBezTo>
                  <a:cubicBezTo>
                    <a:pt x="178" y="9"/>
                    <a:pt x="176" y="18"/>
                    <a:pt x="173" y="21"/>
                  </a:cubicBezTo>
                  <a:cubicBezTo>
                    <a:pt x="171" y="23"/>
                    <a:pt x="168" y="25"/>
                    <a:pt x="166" y="26"/>
                  </a:cubicBezTo>
                  <a:cubicBezTo>
                    <a:pt x="162" y="27"/>
                    <a:pt x="153" y="26"/>
                    <a:pt x="149" y="26"/>
                  </a:cubicBezTo>
                  <a:cubicBezTo>
                    <a:pt x="144" y="25"/>
                    <a:pt x="134" y="19"/>
                    <a:pt x="129" y="20"/>
                  </a:cubicBezTo>
                  <a:cubicBezTo>
                    <a:pt x="126" y="20"/>
                    <a:pt x="122" y="25"/>
                    <a:pt x="120" y="25"/>
                  </a:cubicBezTo>
                  <a:cubicBezTo>
                    <a:pt x="117" y="25"/>
                    <a:pt x="111" y="25"/>
                    <a:pt x="108" y="23"/>
                  </a:cubicBezTo>
                  <a:cubicBezTo>
                    <a:pt x="105" y="21"/>
                    <a:pt x="104" y="14"/>
                    <a:pt x="101" y="12"/>
                  </a:cubicBezTo>
                  <a:cubicBezTo>
                    <a:pt x="99" y="10"/>
                    <a:pt x="92" y="7"/>
                    <a:pt x="92" y="7"/>
                  </a:cubicBezTo>
                  <a:cubicBezTo>
                    <a:pt x="92" y="7"/>
                    <a:pt x="85" y="9"/>
                    <a:pt x="84" y="11"/>
                  </a:cubicBezTo>
                  <a:cubicBezTo>
                    <a:pt x="82" y="13"/>
                    <a:pt x="83" y="21"/>
                    <a:pt x="81" y="23"/>
                  </a:cubicBezTo>
                  <a:cubicBezTo>
                    <a:pt x="80" y="24"/>
                    <a:pt x="76" y="25"/>
                    <a:pt x="74" y="25"/>
                  </a:cubicBezTo>
                  <a:cubicBezTo>
                    <a:pt x="71" y="25"/>
                    <a:pt x="67" y="23"/>
                    <a:pt x="64" y="23"/>
                  </a:cubicBezTo>
                  <a:cubicBezTo>
                    <a:pt x="63" y="24"/>
                    <a:pt x="61" y="29"/>
                    <a:pt x="59" y="29"/>
                  </a:cubicBezTo>
                  <a:cubicBezTo>
                    <a:pt x="58" y="29"/>
                    <a:pt x="56" y="27"/>
                    <a:pt x="54" y="27"/>
                  </a:cubicBezTo>
                  <a:cubicBezTo>
                    <a:pt x="53" y="27"/>
                    <a:pt x="50" y="29"/>
                    <a:pt x="49" y="30"/>
                  </a:cubicBezTo>
                  <a:cubicBezTo>
                    <a:pt x="49" y="31"/>
                    <a:pt x="49" y="34"/>
                    <a:pt x="49" y="36"/>
                  </a:cubicBezTo>
                  <a:cubicBezTo>
                    <a:pt x="49" y="37"/>
                    <a:pt x="47" y="40"/>
                    <a:pt x="46" y="41"/>
                  </a:cubicBezTo>
                  <a:cubicBezTo>
                    <a:pt x="45" y="42"/>
                    <a:pt x="40" y="42"/>
                    <a:pt x="39" y="44"/>
                  </a:cubicBezTo>
                  <a:cubicBezTo>
                    <a:pt x="37" y="45"/>
                    <a:pt x="36" y="51"/>
                    <a:pt x="36" y="51"/>
                  </a:cubicBezTo>
                  <a:cubicBezTo>
                    <a:pt x="36" y="51"/>
                    <a:pt x="35" y="58"/>
                    <a:pt x="36" y="60"/>
                  </a:cubicBezTo>
                  <a:cubicBezTo>
                    <a:pt x="38" y="66"/>
                    <a:pt x="47" y="73"/>
                    <a:pt x="50" y="77"/>
                  </a:cubicBezTo>
                  <a:cubicBezTo>
                    <a:pt x="52" y="80"/>
                    <a:pt x="56" y="86"/>
                    <a:pt x="56" y="89"/>
                  </a:cubicBezTo>
                  <a:cubicBezTo>
                    <a:pt x="57" y="92"/>
                    <a:pt x="57" y="98"/>
                    <a:pt x="56" y="101"/>
                  </a:cubicBezTo>
                  <a:cubicBezTo>
                    <a:pt x="55" y="103"/>
                    <a:pt x="52" y="106"/>
                    <a:pt x="51" y="106"/>
                  </a:cubicBezTo>
                  <a:cubicBezTo>
                    <a:pt x="49" y="107"/>
                    <a:pt x="46" y="108"/>
                    <a:pt x="44" y="108"/>
                  </a:cubicBezTo>
                  <a:cubicBezTo>
                    <a:pt x="40" y="108"/>
                    <a:pt x="35" y="102"/>
                    <a:pt x="31" y="102"/>
                  </a:cubicBezTo>
                  <a:cubicBezTo>
                    <a:pt x="29" y="101"/>
                    <a:pt x="26" y="101"/>
                    <a:pt x="25" y="102"/>
                  </a:cubicBezTo>
                  <a:cubicBezTo>
                    <a:pt x="21" y="104"/>
                    <a:pt x="14" y="113"/>
                    <a:pt x="14" y="113"/>
                  </a:cubicBezTo>
                  <a:cubicBezTo>
                    <a:pt x="14" y="113"/>
                    <a:pt x="16" y="123"/>
                    <a:pt x="18" y="126"/>
                  </a:cubicBezTo>
                  <a:cubicBezTo>
                    <a:pt x="22" y="132"/>
                    <a:pt x="36" y="137"/>
                    <a:pt x="42" y="141"/>
                  </a:cubicBezTo>
                  <a:cubicBezTo>
                    <a:pt x="45" y="143"/>
                    <a:pt x="51" y="147"/>
                    <a:pt x="53" y="149"/>
                  </a:cubicBezTo>
                  <a:cubicBezTo>
                    <a:pt x="55" y="150"/>
                    <a:pt x="57" y="154"/>
                    <a:pt x="58" y="155"/>
                  </a:cubicBezTo>
                  <a:cubicBezTo>
                    <a:pt x="59" y="158"/>
                    <a:pt x="64" y="164"/>
                    <a:pt x="64" y="167"/>
                  </a:cubicBezTo>
                  <a:cubicBezTo>
                    <a:pt x="64" y="169"/>
                    <a:pt x="60" y="172"/>
                    <a:pt x="60" y="174"/>
                  </a:cubicBezTo>
                  <a:cubicBezTo>
                    <a:pt x="60" y="177"/>
                    <a:pt x="63" y="181"/>
                    <a:pt x="63" y="184"/>
                  </a:cubicBezTo>
                  <a:cubicBezTo>
                    <a:pt x="62" y="187"/>
                    <a:pt x="55" y="192"/>
                    <a:pt x="54" y="195"/>
                  </a:cubicBezTo>
                  <a:cubicBezTo>
                    <a:pt x="53" y="196"/>
                    <a:pt x="54" y="198"/>
                    <a:pt x="53" y="199"/>
                  </a:cubicBezTo>
                  <a:cubicBezTo>
                    <a:pt x="51" y="200"/>
                    <a:pt x="48" y="195"/>
                    <a:pt x="46" y="196"/>
                  </a:cubicBezTo>
                  <a:cubicBezTo>
                    <a:pt x="45" y="196"/>
                    <a:pt x="43" y="198"/>
                    <a:pt x="43" y="199"/>
                  </a:cubicBezTo>
                  <a:cubicBezTo>
                    <a:pt x="43" y="201"/>
                    <a:pt x="44" y="203"/>
                    <a:pt x="44" y="205"/>
                  </a:cubicBezTo>
                  <a:cubicBezTo>
                    <a:pt x="44" y="207"/>
                    <a:pt x="40" y="210"/>
                    <a:pt x="39" y="212"/>
                  </a:cubicBezTo>
                  <a:cubicBezTo>
                    <a:pt x="39" y="216"/>
                    <a:pt x="43" y="222"/>
                    <a:pt x="43" y="226"/>
                  </a:cubicBezTo>
                  <a:cubicBezTo>
                    <a:pt x="43" y="227"/>
                    <a:pt x="43" y="230"/>
                    <a:pt x="42" y="230"/>
                  </a:cubicBezTo>
                  <a:cubicBezTo>
                    <a:pt x="41" y="231"/>
                    <a:pt x="40" y="231"/>
                    <a:pt x="39" y="231"/>
                  </a:cubicBezTo>
                  <a:cubicBezTo>
                    <a:pt x="37" y="231"/>
                    <a:pt x="34" y="227"/>
                    <a:pt x="32" y="227"/>
                  </a:cubicBezTo>
                  <a:cubicBezTo>
                    <a:pt x="30" y="227"/>
                    <a:pt x="26" y="228"/>
                    <a:pt x="25" y="229"/>
                  </a:cubicBezTo>
                  <a:cubicBezTo>
                    <a:pt x="24" y="230"/>
                    <a:pt x="23" y="231"/>
                    <a:pt x="23" y="232"/>
                  </a:cubicBezTo>
                  <a:cubicBezTo>
                    <a:pt x="23" y="234"/>
                    <a:pt x="28" y="237"/>
                    <a:pt x="28" y="239"/>
                  </a:cubicBezTo>
                  <a:cubicBezTo>
                    <a:pt x="28" y="241"/>
                    <a:pt x="26" y="244"/>
                    <a:pt x="27" y="246"/>
                  </a:cubicBezTo>
                  <a:cubicBezTo>
                    <a:pt x="27" y="247"/>
                    <a:pt x="31" y="249"/>
                    <a:pt x="31" y="250"/>
                  </a:cubicBezTo>
                  <a:cubicBezTo>
                    <a:pt x="32" y="252"/>
                    <a:pt x="31" y="255"/>
                    <a:pt x="30" y="256"/>
                  </a:cubicBezTo>
                  <a:cubicBezTo>
                    <a:pt x="29" y="257"/>
                    <a:pt x="27" y="257"/>
                    <a:pt x="26" y="258"/>
                  </a:cubicBezTo>
                  <a:cubicBezTo>
                    <a:pt x="25" y="260"/>
                    <a:pt x="24" y="265"/>
                    <a:pt x="22" y="267"/>
                  </a:cubicBezTo>
                  <a:cubicBezTo>
                    <a:pt x="21" y="268"/>
                    <a:pt x="18" y="267"/>
                    <a:pt x="16" y="267"/>
                  </a:cubicBezTo>
                  <a:cubicBezTo>
                    <a:pt x="13" y="266"/>
                    <a:pt x="7" y="260"/>
                    <a:pt x="4" y="261"/>
                  </a:cubicBezTo>
                  <a:cubicBezTo>
                    <a:pt x="3" y="261"/>
                    <a:pt x="1" y="264"/>
                    <a:pt x="1" y="265"/>
                  </a:cubicBezTo>
                  <a:cubicBezTo>
                    <a:pt x="1" y="267"/>
                    <a:pt x="4" y="270"/>
                    <a:pt x="5" y="272"/>
                  </a:cubicBezTo>
                  <a:cubicBezTo>
                    <a:pt x="5" y="275"/>
                    <a:pt x="0" y="281"/>
                    <a:pt x="1" y="284"/>
                  </a:cubicBezTo>
                  <a:cubicBezTo>
                    <a:pt x="1" y="285"/>
                    <a:pt x="2" y="287"/>
                    <a:pt x="3" y="287"/>
                  </a:cubicBezTo>
                  <a:cubicBezTo>
                    <a:pt x="6" y="289"/>
                    <a:pt x="11" y="289"/>
                    <a:pt x="14" y="290"/>
                  </a:cubicBezTo>
                  <a:cubicBezTo>
                    <a:pt x="15" y="291"/>
                    <a:pt x="16" y="293"/>
                    <a:pt x="16" y="294"/>
                  </a:cubicBezTo>
                  <a:cubicBezTo>
                    <a:pt x="16" y="295"/>
                    <a:pt x="14" y="298"/>
                    <a:pt x="14" y="300"/>
                  </a:cubicBezTo>
                  <a:cubicBezTo>
                    <a:pt x="15" y="303"/>
                    <a:pt x="19" y="313"/>
                    <a:pt x="19" y="312"/>
                  </a:cubicBezTo>
                  <a:cubicBezTo>
                    <a:pt x="19" y="311"/>
                    <a:pt x="24" y="307"/>
                    <a:pt x="26" y="306"/>
                  </a:cubicBezTo>
                  <a:cubicBezTo>
                    <a:pt x="27" y="306"/>
                    <a:pt x="29" y="306"/>
                    <a:pt x="30" y="305"/>
                  </a:cubicBezTo>
                  <a:cubicBezTo>
                    <a:pt x="31" y="304"/>
                    <a:pt x="33" y="301"/>
                    <a:pt x="33" y="299"/>
                  </a:cubicBezTo>
                  <a:cubicBezTo>
                    <a:pt x="33" y="297"/>
                    <a:pt x="30" y="294"/>
                    <a:pt x="30" y="293"/>
                  </a:cubicBezTo>
                  <a:cubicBezTo>
                    <a:pt x="30" y="291"/>
                    <a:pt x="32" y="289"/>
                    <a:pt x="33" y="289"/>
                  </a:cubicBezTo>
                  <a:cubicBezTo>
                    <a:pt x="34" y="289"/>
                    <a:pt x="37" y="290"/>
                    <a:pt x="38" y="290"/>
                  </a:cubicBezTo>
                  <a:cubicBezTo>
                    <a:pt x="40" y="292"/>
                    <a:pt x="41" y="298"/>
                    <a:pt x="43" y="298"/>
                  </a:cubicBezTo>
                  <a:cubicBezTo>
                    <a:pt x="44" y="298"/>
                    <a:pt x="46" y="296"/>
                    <a:pt x="46" y="295"/>
                  </a:cubicBezTo>
                  <a:cubicBezTo>
                    <a:pt x="47" y="294"/>
                    <a:pt x="44" y="289"/>
                    <a:pt x="46" y="288"/>
                  </a:cubicBezTo>
                  <a:cubicBezTo>
                    <a:pt x="47" y="286"/>
                    <a:pt x="54" y="291"/>
                    <a:pt x="56" y="289"/>
                  </a:cubicBezTo>
                  <a:cubicBezTo>
                    <a:pt x="57" y="288"/>
                    <a:pt x="56" y="283"/>
                    <a:pt x="57" y="282"/>
                  </a:cubicBezTo>
                  <a:cubicBezTo>
                    <a:pt x="58" y="281"/>
                    <a:pt x="63" y="281"/>
                    <a:pt x="64" y="280"/>
                  </a:cubicBezTo>
                  <a:cubicBezTo>
                    <a:pt x="65" y="279"/>
                    <a:pt x="64" y="275"/>
                    <a:pt x="65" y="274"/>
                  </a:cubicBezTo>
                  <a:cubicBezTo>
                    <a:pt x="67" y="272"/>
                    <a:pt x="75" y="272"/>
                    <a:pt x="75" y="269"/>
                  </a:cubicBezTo>
                  <a:cubicBezTo>
                    <a:pt x="75" y="267"/>
                    <a:pt x="67" y="266"/>
                    <a:pt x="67" y="263"/>
                  </a:cubicBezTo>
                  <a:cubicBezTo>
                    <a:pt x="66" y="262"/>
                    <a:pt x="69" y="259"/>
                    <a:pt x="69" y="257"/>
                  </a:cubicBezTo>
                  <a:cubicBezTo>
                    <a:pt x="70" y="256"/>
                    <a:pt x="72" y="254"/>
                    <a:pt x="73" y="254"/>
                  </a:cubicBezTo>
                  <a:cubicBezTo>
                    <a:pt x="75" y="253"/>
                    <a:pt x="80" y="255"/>
                    <a:pt x="82" y="255"/>
                  </a:cubicBezTo>
                  <a:cubicBezTo>
                    <a:pt x="86" y="254"/>
                    <a:pt x="93" y="248"/>
                    <a:pt x="97" y="247"/>
                  </a:cubicBezTo>
                  <a:cubicBezTo>
                    <a:pt x="98" y="247"/>
                    <a:pt x="101" y="248"/>
                    <a:pt x="101" y="249"/>
                  </a:cubicBezTo>
                  <a:cubicBezTo>
                    <a:pt x="102" y="250"/>
                    <a:pt x="101" y="253"/>
                    <a:pt x="101" y="255"/>
                  </a:cubicBezTo>
                  <a:cubicBezTo>
                    <a:pt x="104" y="259"/>
                    <a:pt x="118" y="265"/>
                    <a:pt x="118" y="265"/>
                  </a:cubicBezTo>
                  <a:cubicBezTo>
                    <a:pt x="118" y="265"/>
                    <a:pt x="128" y="258"/>
                    <a:pt x="131" y="255"/>
                  </a:cubicBezTo>
                  <a:cubicBezTo>
                    <a:pt x="131" y="254"/>
                    <a:pt x="133" y="252"/>
                    <a:pt x="133" y="251"/>
                  </a:cubicBezTo>
                  <a:cubicBezTo>
                    <a:pt x="133" y="250"/>
                    <a:pt x="131" y="249"/>
                    <a:pt x="131" y="248"/>
                  </a:cubicBezTo>
                  <a:cubicBezTo>
                    <a:pt x="130" y="242"/>
                    <a:pt x="136" y="231"/>
                    <a:pt x="140" y="227"/>
                  </a:cubicBezTo>
                  <a:cubicBezTo>
                    <a:pt x="142" y="224"/>
                    <a:pt x="149" y="224"/>
                    <a:pt x="152" y="222"/>
                  </a:cubicBezTo>
                  <a:cubicBezTo>
                    <a:pt x="154" y="220"/>
                    <a:pt x="154" y="213"/>
                    <a:pt x="157" y="211"/>
                  </a:cubicBezTo>
                  <a:cubicBezTo>
                    <a:pt x="159" y="210"/>
                    <a:pt x="163" y="211"/>
                    <a:pt x="165" y="210"/>
                  </a:cubicBezTo>
                  <a:cubicBezTo>
                    <a:pt x="171" y="207"/>
                    <a:pt x="182" y="196"/>
                    <a:pt x="186" y="190"/>
                  </a:cubicBezTo>
                  <a:cubicBezTo>
                    <a:pt x="187" y="189"/>
                    <a:pt x="189" y="186"/>
                    <a:pt x="189" y="185"/>
                  </a:cubicBezTo>
                  <a:cubicBezTo>
                    <a:pt x="188" y="184"/>
                    <a:pt x="186" y="184"/>
                    <a:pt x="185" y="184"/>
                  </a:cubicBezTo>
                  <a:cubicBezTo>
                    <a:pt x="184" y="184"/>
                    <a:pt x="182" y="185"/>
                    <a:pt x="181" y="184"/>
                  </a:cubicBezTo>
                  <a:cubicBezTo>
                    <a:pt x="178" y="182"/>
                    <a:pt x="181" y="173"/>
                    <a:pt x="179" y="170"/>
                  </a:cubicBezTo>
                  <a:cubicBezTo>
                    <a:pt x="179" y="168"/>
                    <a:pt x="176" y="167"/>
                    <a:pt x="175" y="166"/>
                  </a:cubicBezTo>
                  <a:cubicBezTo>
                    <a:pt x="174" y="166"/>
                    <a:pt x="172" y="165"/>
                    <a:pt x="171" y="165"/>
                  </a:cubicBezTo>
                  <a:cubicBezTo>
                    <a:pt x="171" y="164"/>
                    <a:pt x="169" y="162"/>
                    <a:pt x="169" y="161"/>
                  </a:cubicBezTo>
                  <a:cubicBezTo>
                    <a:pt x="169" y="158"/>
                    <a:pt x="172" y="154"/>
                    <a:pt x="174" y="152"/>
                  </a:cubicBezTo>
                  <a:cubicBezTo>
                    <a:pt x="176" y="150"/>
                    <a:pt x="181" y="146"/>
                    <a:pt x="184" y="146"/>
                  </a:cubicBezTo>
                  <a:cubicBezTo>
                    <a:pt x="187" y="145"/>
                    <a:pt x="192" y="150"/>
                    <a:pt x="195" y="150"/>
                  </a:cubicBezTo>
                  <a:cubicBezTo>
                    <a:pt x="198" y="150"/>
                    <a:pt x="203" y="145"/>
                    <a:pt x="207" y="145"/>
                  </a:cubicBezTo>
                  <a:cubicBezTo>
                    <a:pt x="209" y="145"/>
                    <a:pt x="213" y="147"/>
                    <a:pt x="215" y="147"/>
                  </a:cubicBezTo>
                  <a:cubicBezTo>
                    <a:pt x="220" y="147"/>
                    <a:pt x="228" y="139"/>
                    <a:pt x="233" y="138"/>
                  </a:cubicBezTo>
                  <a:cubicBezTo>
                    <a:pt x="235" y="138"/>
                    <a:pt x="238" y="138"/>
                    <a:pt x="239" y="139"/>
                  </a:cubicBezTo>
                  <a:cubicBezTo>
                    <a:pt x="241" y="140"/>
                    <a:pt x="241" y="145"/>
                    <a:pt x="243" y="147"/>
                  </a:cubicBezTo>
                  <a:cubicBezTo>
                    <a:pt x="245" y="148"/>
                    <a:pt x="250" y="148"/>
                    <a:pt x="252" y="147"/>
                  </a:cubicBezTo>
                  <a:cubicBezTo>
                    <a:pt x="253" y="147"/>
                    <a:pt x="256" y="146"/>
                    <a:pt x="257" y="145"/>
                  </a:cubicBezTo>
                  <a:cubicBezTo>
                    <a:pt x="257" y="142"/>
                    <a:pt x="252" y="138"/>
                    <a:pt x="253" y="136"/>
                  </a:cubicBezTo>
                  <a:cubicBezTo>
                    <a:pt x="253" y="135"/>
                    <a:pt x="256" y="134"/>
                    <a:pt x="258" y="134"/>
                  </a:cubicBezTo>
                  <a:cubicBezTo>
                    <a:pt x="259" y="134"/>
                    <a:pt x="262" y="137"/>
                    <a:pt x="264" y="137"/>
                  </a:cubicBezTo>
                  <a:cubicBezTo>
                    <a:pt x="265" y="137"/>
                    <a:pt x="267" y="136"/>
                    <a:pt x="268" y="136"/>
                  </a:cubicBezTo>
                  <a:cubicBezTo>
                    <a:pt x="269" y="136"/>
                    <a:pt x="269" y="134"/>
                    <a:pt x="270" y="134"/>
                  </a:cubicBezTo>
                  <a:cubicBezTo>
                    <a:pt x="272" y="133"/>
                    <a:pt x="276" y="135"/>
                    <a:pt x="277" y="137"/>
                  </a:cubicBezTo>
                  <a:cubicBezTo>
                    <a:pt x="282" y="140"/>
                    <a:pt x="284" y="152"/>
                    <a:pt x="287" y="157"/>
                  </a:cubicBezTo>
                  <a:cubicBezTo>
                    <a:pt x="288" y="158"/>
                    <a:pt x="291" y="159"/>
                    <a:pt x="291" y="161"/>
                  </a:cubicBezTo>
                  <a:cubicBezTo>
                    <a:pt x="291" y="161"/>
                    <a:pt x="290" y="163"/>
                    <a:pt x="290" y="163"/>
                  </a:cubicBezTo>
                  <a:cubicBezTo>
                    <a:pt x="290" y="164"/>
                    <a:pt x="288" y="166"/>
                    <a:pt x="287" y="167"/>
                  </a:cubicBezTo>
                  <a:cubicBezTo>
                    <a:pt x="287" y="171"/>
                    <a:pt x="289" y="179"/>
                    <a:pt x="291" y="182"/>
                  </a:cubicBezTo>
                  <a:cubicBezTo>
                    <a:pt x="292" y="183"/>
                    <a:pt x="294" y="185"/>
                    <a:pt x="295" y="186"/>
                  </a:cubicBezTo>
                  <a:cubicBezTo>
                    <a:pt x="298" y="187"/>
                    <a:pt x="303" y="186"/>
                    <a:pt x="305" y="186"/>
                  </a:cubicBezTo>
                  <a:cubicBezTo>
                    <a:pt x="307" y="186"/>
                    <a:pt x="312" y="188"/>
                    <a:pt x="314" y="187"/>
                  </a:cubicBezTo>
                  <a:cubicBezTo>
                    <a:pt x="316" y="186"/>
                    <a:pt x="317" y="182"/>
                    <a:pt x="319" y="180"/>
                  </a:cubicBezTo>
                  <a:cubicBezTo>
                    <a:pt x="321" y="178"/>
                    <a:pt x="325" y="174"/>
                    <a:pt x="328" y="173"/>
                  </a:cubicBezTo>
                  <a:cubicBezTo>
                    <a:pt x="329" y="173"/>
                    <a:pt x="332" y="173"/>
                    <a:pt x="334" y="174"/>
                  </a:cubicBezTo>
                  <a:cubicBezTo>
                    <a:pt x="336" y="175"/>
                    <a:pt x="337" y="181"/>
                    <a:pt x="339" y="182"/>
                  </a:cubicBezTo>
                  <a:cubicBezTo>
                    <a:pt x="340" y="184"/>
                    <a:pt x="344" y="185"/>
                    <a:pt x="346" y="185"/>
                  </a:cubicBezTo>
                  <a:cubicBezTo>
                    <a:pt x="348" y="185"/>
                    <a:pt x="351" y="183"/>
                    <a:pt x="352" y="182"/>
                  </a:cubicBezTo>
                  <a:cubicBezTo>
                    <a:pt x="354" y="181"/>
                    <a:pt x="358" y="179"/>
                    <a:pt x="360" y="179"/>
                  </a:cubicBezTo>
                  <a:cubicBezTo>
                    <a:pt x="363" y="179"/>
                    <a:pt x="367" y="180"/>
                    <a:pt x="369" y="181"/>
                  </a:cubicBezTo>
                  <a:cubicBezTo>
                    <a:pt x="370" y="182"/>
                    <a:pt x="371" y="185"/>
                    <a:pt x="372" y="185"/>
                  </a:cubicBezTo>
                  <a:cubicBezTo>
                    <a:pt x="373" y="186"/>
                    <a:pt x="375" y="185"/>
                    <a:pt x="376" y="184"/>
                  </a:cubicBezTo>
                  <a:cubicBezTo>
                    <a:pt x="377" y="183"/>
                    <a:pt x="378" y="179"/>
                    <a:pt x="378" y="178"/>
                  </a:cubicBezTo>
                  <a:cubicBezTo>
                    <a:pt x="378" y="177"/>
                    <a:pt x="376" y="175"/>
                    <a:pt x="375" y="175"/>
                  </a:cubicBezTo>
                  <a:cubicBezTo>
                    <a:pt x="373" y="174"/>
                    <a:pt x="369" y="177"/>
                    <a:pt x="366" y="177"/>
                  </a:cubicBezTo>
                  <a:cubicBezTo>
                    <a:pt x="362" y="177"/>
                    <a:pt x="353" y="173"/>
                    <a:pt x="351" y="168"/>
                  </a:cubicBezTo>
                  <a:cubicBezTo>
                    <a:pt x="351" y="167"/>
                    <a:pt x="352" y="165"/>
                    <a:pt x="353" y="164"/>
                  </a:cubicBezTo>
                  <a:cubicBezTo>
                    <a:pt x="357" y="162"/>
                    <a:pt x="366" y="170"/>
                    <a:pt x="371" y="170"/>
                  </a:cubicBezTo>
                  <a:cubicBezTo>
                    <a:pt x="372" y="170"/>
                    <a:pt x="374" y="168"/>
                    <a:pt x="376" y="167"/>
                  </a:cubicBezTo>
                  <a:cubicBezTo>
                    <a:pt x="378" y="167"/>
                    <a:pt x="383" y="166"/>
                    <a:pt x="386" y="166"/>
                  </a:cubicBezTo>
                  <a:cubicBezTo>
                    <a:pt x="388" y="166"/>
                    <a:pt x="392" y="171"/>
                    <a:pt x="395" y="170"/>
                  </a:cubicBezTo>
                  <a:cubicBezTo>
                    <a:pt x="397" y="169"/>
                    <a:pt x="395" y="161"/>
                    <a:pt x="397" y="159"/>
                  </a:cubicBezTo>
                  <a:cubicBezTo>
                    <a:pt x="398" y="157"/>
                    <a:pt x="403" y="156"/>
                    <a:pt x="405" y="154"/>
                  </a:cubicBezTo>
                  <a:cubicBezTo>
                    <a:pt x="406" y="152"/>
                    <a:pt x="406" y="148"/>
                    <a:pt x="405" y="146"/>
                  </a:cubicBezTo>
                  <a:cubicBezTo>
                    <a:pt x="405" y="145"/>
                    <a:pt x="402" y="143"/>
                    <a:pt x="400" y="143"/>
                  </a:cubicBezTo>
                  <a:cubicBezTo>
                    <a:pt x="399" y="143"/>
                    <a:pt x="398" y="145"/>
                    <a:pt x="397" y="146"/>
                  </a:cubicBezTo>
                  <a:cubicBezTo>
                    <a:pt x="396" y="146"/>
                    <a:pt x="394" y="145"/>
                    <a:pt x="393" y="145"/>
                  </a:cubicBezTo>
                  <a:cubicBezTo>
                    <a:pt x="392" y="144"/>
                    <a:pt x="391" y="143"/>
                    <a:pt x="391" y="142"/>
                  </a:cubicBezTo>
                  <a:cubicBezTo>
                    <a:pt x="391" y="140"/>
                    <a:pt x="396" y="139"/>
                    <a:pt x="396" y="138"/>
                  </a:cubicBezTo>
                  <a:cubicBezTo>
                    <a:pt x="396" y="137"/>
                    <a:pt x="394" y="135"/>
                    <a:pt x="394" y="134"/>
                  </a:cubicBezTo>
                  <a:cubicBezTo>
                    <a:pt x="395" y="131"/>
                    <a:pt x="404" y="133"/>
                    <a:pt x="407" y="131"/>
                  </a:cubicBezTo>
                  <a:cubicBezTo>
                    <a:pt x="408" y="130"/>
                    <a:pt x="408" y="129"/>
                    <a:pt x="409" y="128"/>
                  </a:cubicBezTo>
                  <a:cubicBezTo>
                    <a:pt x="409" y="126"/>
                    <a:pt x="407" y="122"/>
                    <a:pt x="406" y="120"/>
                  </a:cubicBezTo>
                  <a:cubicBezTo>
                    <a:pt x="406" y="119"/>
                    <a:pt x="406" y="117"/>
                    <a:pt x="407" y="117"/>
                  </a:cubicBezTo>
                  <a:cubicBezTo>
                    <a:pt x="408" y="116"/>
                    <a:pt x="409" y="119"/>
                    <a:pt x="410" y="119"/>
                  </a:cubicBezTo>
                  <a:cubicBezTo>
                    <a:pt x="411" y="119"/>
                    <a:pt x="415" y="118"/>
                    <a:pt x="417" y="117"/>
                  </a:cubicBezTo>
                  <a:cubicBezTo>
                    <a:pt x="418" y="116"/>
                    <a:pt x="419" y="113"/>
                    <a:pt x="419" y="111"/>
                  </a:cubicBezTo>
                  <a:cubicBezTo>
                    <a:pt x="419" y="110"/>
                    <a:pt x="416" y="108"/>
                    <a:pt x="416" y="107"/>
                  </a:cubicBezTo>
                  <a:cubicBezTo>
                    <a:pt x="415" y="106"/>
                    <a:pt x="417" y="104"/>
                    <a:pt x="418" y="104"/>
                  </a:cubicBezTo>
                  <a:cubicBezTo>
                    <a:pt x="420" y="102"/>
                    <a:pt x="428" y="104"/>
                    <a:pt x="431" y="101"/>
                  </a:cubicBezTo>
                  <a:cubicBezTo>
                    <a:pt x="432" y="100"/>
                    <a:pt x="432" y="95"/>
                    <a:pt x="432" y="93"/>
                  </a:cubicBezTo>
                  <a:cubicBezTo>
                    <a:pt x="432" y="92"/>
                    <a:pt x="431" y="90"/>
                    <a:pt x="430" y="89"/>
                  </a:cubicBezTo>
                  <a:cubicBezTo>
                    <a:pt x="429" y="87"/>
                    <a:pt x="425" y="86"/>
                    <a:pt x="423" y="85"/>
                  </a:cubicBezTo>
                  <a:cubicBezTo>
                    <a:pt x="422" y="83"/>
                    <a:pt x="420" y="79"/>
                    <a:pt x="419" y="77"/>
                  </a:cubicBezTo>
                  <a:cubicBezTo>
                    <a:pt x="418" y="76"/>
                    <a:pt x="419" y="73"/>
                    <a:pt x="418" y="72"/>
                  </a:cubicBezTo>
                  <a:cubicBezTo>
                    <a:pt x="418" y="69"/>
                    <a:pt x="415" y="66"/>
                    <a:pt x="414" y="64"/>
                  </a:cubicBezTo>
                  <a:cubicBezTo>
                    <a:pt x="412" y="62"/>
                    <a:pt x="410" y="60"/>
                    <a:pt x="409" y="58"/>
                  </a:cubicBezTo>
                  <a:cubicBezTo>
                    <a:pt x="408" y="57"/>
                    <a:pt x="404" y="51"/>
                    <a:pt x="404" y="51"/>
                  </a:cubicBezTo>
                  <a:cubicBezTo>
                    <a:pt x="404" y="51"/>
                    <a:pt x="391" y="47"/>
                    <a:pt x="387" y="44"/>
                  </a:cubicBezTo>
                  <a:cubicBezTo>
                    <a:pt x="385" y="42"/>
                    <a:pt x="381" y="36"/>
                    <a:pt x="379" y="34"/>
                  </a:cubicBezTo>
                  <a:cubicBezTo>
                    <a:pt x="375" y="30"/>
                    <a:pt x="361" y="21"/>
                    <a:pt x="361" y="21"/>
                  </a:cubicBezTo>
                  <a:cubicBezTo>
                    <a:pt x="361" y="21"/>
                    <a:pt x="359" y="21"/>
                    <a:pt x="359" y="22"/>
                  </a:cubicBezTo>
                  <a:cubicBezTo>
                    <a:pt x="358" y="22"/>
                    <a:pt x="358" y="25"/>
                    <a:pt x="357"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65" name="Group 279"/>
          <p:cNvGrpSpPr/>
          <p:nvPr/>
        </p:nvGrpSpPr>
        <p:grpSpPr>
          <a:xfrm>
            <a:off x="2151077" y="2155825"/>
            <a:ext cx="387316" cy="387316"/>
            <a:chOff x="846989" y="1401020"/>
            <a:chExt cx="877416" cy="877416"/>
          </a:xfrm>
          <a:effectLst/>
        </p:grpSpPr>
        <p:sp>
          <p:nvSpPr>
            <p:cNvPr id="266" name="Teardrop 265"/>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67" name="Oval 26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1"/>
                  </a:solidFill>
                </a:rPr>
                <a:t>80%</a:t>
              </a:r>
            </a:p>
          </p:txBody>
        </p:sp>
      </p:grpSp>
      <p:grpSp>
        <p:nvGrpSpPr>
          <p:cNvPr id="268" name="Group 279"/>
          <p:cNvGrpSpPr/>
          <p:nvPr/>
        </p:nvGrpSpPr>
        <p:grpSpPr>
          <a:xfrm>
            <a:off x="2016778" y="3162173"/>
            <a:ext cx="387316" cy="387316"/>
            <a:chOff x="846989" y="1401020"/>
            <a:chExt cx="877416" cy="877416"/>
          </a:xfrm>
          <a:effectLst/>
        </p:grpSpPr>
        <p:sp>
          <p:nvSpPr>
            <p:cNvPr id="269" name="Teardrop 26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70" name="Oval 26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2"/>
                  </a:solidFill>
                </a:rPr>
                <a:t>70%</a:t>
              </a:r>
            </a:p>
          </p:txBody>
        </p:sp>
      </p:grpSp>
      <p:grpSp>
        <p:nvGrpSpPr>
          <p:cNvPr id="271" name="Group 279"/>
          <p:cNvGrpSpPr/>
          <p:nvPr/>
        </p:nvGrpSpPr>
        <p:grpSpPr>
          <a:xfrm>
            <a:off x="1255267" y="3450324"/>
            <a:ext cx="387316" cy="387316"/>
            <a:chOff x="846989" y="1401020"/>
            <a:chExt cx="877416" cy="877416"/>
          </a:xfrm>
          <a:effectLst/>
        </p:grpSpPr>
        <p:sp>
          <p:nvSpPr>
            <p:cNvPr id="272" name="Teardrop 271"/>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73" name="Oval 27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3"/>
                  </a:solidFill>
                </a:rPr>
                <a:t>60%</a:t>
              </a:r>
            </a:p>
          </p:txBody>
        </p:sp>
      </p:grpSp>
      <p:grpSp>
        <p:nvGrpSpPr>
          <p:cNvPr id="274" name="Group 279"/>
          <p:cNvGrpSpPr/>
          <p:nvPr/>
        </p:nvGrpSpPr>
        <p:grpSpPr>
          <a:xfrm>
            <a:off x="2000250" y="4605338"/>
            <a:ext cx="387316" cy="387316"/>
            <a:chOff x="846989" y="1401020"/>
            <a:chExt cx="877416" cy="877416"/>
          </a:xfrm>
          <a:effectLst/>
        </p:grpSpPr>
        <p:sp>
          <p:nvSpPr>
            <p:cNvPr id="275" name="Teardrop 274"/>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76" name="Oval 27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4"/>
                  </a:solidFill>
                </a:rPr>
                <a:t>50%</a:t>
              </a:r>
            </a:p>
          </p:txBody>
        </p:sp>
      </p:grpSp>
      <p:grpSp>
        <p:nvGrpSpPr>
          <p:cNvPr id="277" name="Group 279"/>
          <p:cNvGrpSpPr/>
          <p:nvPr/>
        </p:nvGrpSpPr>
        <p:grpSpPr>
          <a:xfrm>
            <a:off x="2618609" y="3814244"/>
            <a:ext cx="387316" cy="387316"/>
            <a:chOff x="846989" y="1401020"/>
            <a:chExt cx="877416" cy="877416"/>
          </a:xfrm>
          <a:effectLst/>
        </p:grpSpPr>
        <p:sp>
          <p:nvSpPr>
            <p:cNvPr id="278" name="Teardrop 277"/>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80" name="Oval 27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5"/>
                  </a:solidFill>
                </a:rPr>
                <a:t>90%</a:t>
              </a:r>
            </a:p>
          </p:txBody>
        </p:sp>
      </p:grpSp>
      <p:grpSp>
        <p:nvGrpSpPr>
          <p:cNvPr id="294" name="Group 279"/>
          <p:cNvGrpSpPr/>
          <p:nvPr/>
        </p:nvGrpSpPr>
        <p:grpSpPr>
          <a:xfrm>
            <a:off x="919163" y="4504513"/>
            <a:ext cx="387316" cy="387316"/>
            <a:chOff x="846989" y="1401020"/>
            <a:chExt cx="877416" cy="877416"/>
          </a:xfrm>
          <a:effectLst/>
        </p:grpSpPr>
        <p:sp>
          <p:nvSpPr>
            <p:cNvPr id="295" name="Teardrop 294"/>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96" name="Oval 29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700" b="1" dirty="0">
                  <a:solidFill>
                    <a:schemeClr val="accent6"/>
                  </a:solidFill>
                </a:rPr>
                <a:t>50%</a:t>
              </a:r>
            </a:p>
          </p:txBody>
        </p:sp>
      </p:grpSp>
      <p:sp>
        <p:nvSpPr>
          <p:cNvPr id="297" name="Footer Text"/>
          <p:cNvSpPr txBox="1"/>
          <p:nvPr/>
        </p:nvSpPr>
        <p:spPr>
          <a:xfrm>
            <a:off x="3307126" y="2138361"/>
            <a:ext cx="5151073" cy="677108"/>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pSp>
        <p:nvGrpSpPr>
          <p:cNvPr id="298" name="Group 79"/>
          <p:cNvGrpSpPr/>
          <p:nvPr/>
        </p:nvGrpSpPr>
        <p:grpSpPr>
          <a:xfrm>
            <a:off x="3650317" y="3408629"/>
            <a:ext cx="1668218" cy="809161"/>
            <a:chOff x="659295" y="3271728"/>
            <a:chExt cx="1668218" cy="809161"/>
          </a:xfrm>
        </p:grpSpPr>
        <p:sp>
          <p:nvSpPr>
            <p:cNvPr id="299" name="Text Placeholder 3"/>
            <p:cNvSpPr txBox="1">
              <a:spLocks/>
            </p:cNvSpPr>
            <p:nvPr/>
          </p:nvSpPr>
          <p:spPr>
            <a:xfrm>
              <a:off x="1081865" y="3271728"/>
              <a:ext cx="764633" cy="553998"/>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grpSp>
          <p:nvGrpSpPr>
            <p:cNvPr id="300" name="Group 179"/>
            <p:cNvGrpSpPr/>
            <p:nvPr/>
          </p:nvGrpSpPr>
          <p:grpSpPr>
            <a:xfrm>
              <a:off x="659295" y="3281791"/>
              <a:ext cx="305892" cy="782868"/>
              <a:chOff x="5054600" y="1652588"/>
              <a:chExt cx="187325" cy="479424"/>
            </a:xfrm>
            <a:solidFill>
              <a:schemeClr val="tx1">
                <a:lumMod val="50000"/>
                <a:lumOff val="50000"/>
              </a:schemeClr>
            </a:solidFill>
          </p:grpSpPr>
          <p:sp>
            <p:nvSpPr>
              <p:cNvPr id="302"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303"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301" name="Text Placeholder 3"/>
            <p:cNvSpPr txBox="1">
              <a:spLocks/>
            </p:cNvSpPr>
            <p:nvPr/>
          </p:nvSpPr>
          <p:spPr>
            <a:xfrm>
              <a:off x="1009932"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304" name="Group 80"/>
          <p:cNvGrpSpPr/>
          <p:nvPr/>
        </p:nvGrpSpPr>
        <p:grpSpPr>
          <a:xfrm>
            <a:off x="3644581" y="4531468"/>
            <a:ext cx="1679691" cy="834049"/>
            <a:chOff x="2551044" y="3246840"/>
            <a:chExt cx="1679691" cy="834049"/>
          </a:xfrm>
        </p:grpSpPr>
        <p:grpSp>
          <p:nvGrpSpPr>
            <p:cNvPr id="305" name="Group 184"/>
            <p:cNvGrpSpPr/>
            <p:nvPr/>
          </p:nvGrpSpPr>
          <p:grpSpPr>
            <a:xfrm>
              <a:off x="2551072" y="3271738"/>
              <a:ext cx="362111" cy="777397"/>
              <a:chOff x="6213475" y="1668463"/>
              <a:chExt cx="227013" cy="487362"/>
            </a:xfrm>
            <a:solidFill>
              <a:schemeClr val="tx1">
                <a:lumMod val="50000"/>
                <a:lumOff val="50000"/>
              </a:schemeClr>
            </a:solidFill>
          </p:grpSpPr>
          <p:sp>
            <p:nvSpPr>
              <p:cNvPr id="30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30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306" name="Text Placeholder 3"/>
            <p:cNvSpPr txBox="1">
              <a:spLocks/>
            </p:cNvSpPr>
            <p:nvPr/>
          </p:nvSpPr>
          <p:spPr>
            <a:xfrm>
              <a:off x="2976782" y="3246840"/>
              <a:ext cx="764633" cy="553998"/>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307"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310" name="Group 309"/>
          <p:cNvGrpSpPr/>
          <p:nvPr/>
        </p:nvGrpSpPr>
        <p:grpSpPr>
          <a:xfrm>
            <a:off x="5610379" y="3027629"/>
            <a:ext cx="2789453" cy="2388784"/>
            <a:chOff x="4671662" y="1636127"/>
            <a:chExt cx="3387661" cy="2901068"/>
          </a:xfrm>
        </p:grpSpPr>
        <p:sp>
          <p:nvSpPr>
            <p:cNvPr id="311" name="Round Same Side Corner Rectangle 310"/>
            <p:cNvSpPr/>
            <p:nvPr/>
          </p:nvSpPr>
          <p:spPr>
            <a:xfrm>
              <a:off x="4724400" y="1636127"/>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2" name="Round Same Side Corner Rectangle 311"/>
            <p:cNvSpPr/>
            <p:nvPr/>
          </p:nvSpPr>
          <p:spPr>
            <a:xfrm>
              <a:off x="5300472" y="1636127"/>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Round Same Side Corner Rectangle 312"/>
            <p:cNvSpPr/>
            <p:nvPr/>
          </p:nvSpPr>
          <p:spPr>
            <a:xfrm>
              <a:off x="5876544" y="1636127"/>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4" name="Round Same Side Corner Rectangle 313"/>
            <p:cNvSpPr/>
            <p:nvPr/>
          </p:nvSpPr>
          <p:spPr>
            <a:xfrm>
              <a:off x="6452616" y="1636127"/>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5" name="Round Same Side Corner Rectangle 314"/>
            <p:cNvSpPr/>
            <p:nvPr/>
          </p:nvSpPr>
          <p:spPr>
            <a:xfrm>
              <a:off x="7028688" y="1636127"/>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6" name="Round Same Side Corner Rectangle 315"/>
            <p:cNvSpPr/>
            <p:nvPr/>
          </p:nvSpPr>
          <p:spPr>
            <a:xfrm>
              <a:off x="7604760" y="1636127"/>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17" name="Group 117"/>
            <p:cNvGrpSpPr/>
            <p:nvPr/>
          </p:nvGrpSpPr>
          <p:grpSpPr>
            <a:xfrm>
              <a:off x="4671662" y="4174542"/>
              <a:ext cx="3387661" cy="362653"/>
              <a:chOff x="4747862" y="3954465"/>
              <a:chExt cx="3387661" cy="362653"/>
            </a:xfrm>
          </p:grpSpPr>
          <p:cxnSp>
            <p:nvCxnSpPr>
              <p:cNvPr id="336" name="Straight Connector 335"/>
              <p:cNvCxnSpPr/>
              <p:nvPr/>
            </p:nvCxnSpPr>
            <p:spPr>
              <a:xfrm>
                <a:off x="4800600" y="4004858"/>
                <a:ext cx="3261360" cy="1588"/>
              </a:xfrm>
              <a:prstGeom prst="line">
                <a:avLst/>
              </a:prstGeom>
              <a:ln w="12700">
                <a:solidFill>
                  <a:schemeClr val="tx1">
                    <a:lumMod val="25000"/>
                    <a:lumOff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37" name="Oval 336"/>
              <p:cNvSpPr/>
              <p:nvPr/>
            </p:nvSpPr>
            <p:spPr>
              <a:xfrm>
                <a:off x="4943044" y="3954465"/>
                <a:ext cx="96113" cy="961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8" name="Oval 337"/>
              <p:cNvSpPr/>
              <p:nvPr/>
            </p:nvSpPr>
            <p:spPr>
              <a:xfrm>
                <a:off x="5519116" y="3954465"/>
                <a:ext cx="96113" cy="961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9" name="Oval 338"/>
              <p:cNvSpPr/>
              <p:nvPr/>
            </p:nvSpPr>
            <p:spPr>
              <a:xfrm>
                <a:off x="6095188" y="3954465"/>
                <a:ext cx="96113" cy="961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0" name="Oval 339"/>
              <p:cNvSpPr/>
              <p:nvPr/>
            </p:nvSpPr>
            <p:spPr>
              <a:xfrm>
                <a:off x="6671260" y="3954465"/>
                <a:ext cx="96113" cy="961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1" name="Oval 340"/>
              <p:cNvSpPr/>
              <p:nvPr/>
            </p:nvSpPr>
            <p:spPr>
              <a:xfrm>
                <a:off x="7247332" y="3954465"/>
                <a:ext cx="96113" cy="961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2" name="Oval 341"/>
              <p:cNvSpPr/>
              <p:nvPr/>
            </p:nvSpPr>
            <p:spPr>
              <a:xfrm>
                <a:off x="7823404" y="3954465"/>
                <a:ext cx="96113" cy="961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3" name="Text Placeholder 3"/>
              <p:cNvSpPr txBox="1">
                <a:spLocks/>
              </p:cNvSpPr>
              <p:nvPr/>
            </p:nvSpPr>
            <p:spPr>
              <a:xfrm>
                <a:off x="4747862" y="4111539"/>
                <a:ext cx="502317"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2002</a:t>
                </a:r>
              </a:p>
            </p:txBody>
          </p:sp>
          <p:sp>
            <p:nvSpPr>
              <p:cNvPr id="344" name="Text Placeholder 3"/>
              <p:cNvSpPr txBox="1">
                <a:spLocks/>
              </p:cNvSpPr>
              <p:nvPr/>
            </p:nvSpPr>
            <p:spPr>
              <a:xfrm>
                <a:off x="5324931" y="4111539"/>
                <a:ext cx="502317"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2008</a:t>
                </a:r>
              </a:p>
            </p:txBody>
          </p:sp>
          <p:sp>
            <p:nvSpPr>
              <p:cNvPr id="345" name="Text Placeholder 3"/>
              <p:cNvSpPr txBox="1">
                <a:spLocks/>
              </p:cNvSpPr>
              <p:nvPr/>
            </p:nvSpPr>
            <p:spPr>
              <a:xfrm>
                <a:off x="5902000" y="4111539"/>
                <a:ext cx="502317"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2010</a:t>
                </a:r>
              </a:p>
            </p:txBody>
          </p:sp>
          <p:sp>
            <p:nvSpPr>
              <p:cNvPr id="346" name="Text Placeholder 3"/>
              <p:cNvSpPr txBox="1">
                <a:spLocks/>
              </p:cNvSpPr>
              <p:nvPr/>
            </p:nvSpPr>
            <p:spPr>
              <a:xfrm>
                <a:off x="6479069" y="4111539"/>
                <a:ext cx="502317"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2012</a:t>
                </a:r>
              </a:p>
            </p:txBody>
          </p:sp>
          <p:sp>
            <p:nvSpPr>
              <p:cNvPr id="347" name="Text Placeholder 3"/>
              <p:cNvSpPr txBox="1">
                <a:spLocks/>
              </p:cNvSpPr>
              <p:nvPr/>
            </p:nvSpPr>
            <p:spPr>
              <a:xfrm>
                <a:off x="7056139" y="4111539"/>
                <a:ext cx="502317"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2014</a:t>
                </a:r>
              </a:p>
            </p:txBody>
          </p:sp>
          <p:sp>
            <p:nvSpPr>
              <p:cNvPr id="348" name="Text Placeholder 3"/>
              <p:cNvSpPr txBox="1">
                <a:spLocks/>
              </p:cNvSpPr>
              <p:nvPr/>
            </p:nvSpPr>
            <p:spPr>
              <a:xfrm>
                <a:off x="7633206" y="4111539"/>
                <a:ext cx="502317"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2015</a:t>
                </a:r>
              </a:p>
            </p:txBody>
          </p:sp>
        </p:grpSp>
        <p:grpSp>
          <p:nvGrpSpPr>
            <p:cNvPr id="318" name="Group 116"/>
            <p:cNvGrpSpPr/>
            <p:nvPr/>
          </p:nvGrpSpPr>
          <p:grpSpPr>
            <a:xfrm>
              <a:off x="4671662" y="3196513"/>
              <a:ext cx="502318" cy="801814"/>
              <a:chOff x="4747862" y="2976436"/>
              <a:chExt cx="502318" cy="801814"/>
            </a:xfrm>
          </p:grpSpPr>
          <p:sp>
            <p:nvSpPr>
              <p:cNvPr id="334" name="Round Same Side Corner Rectangle 333"/>
              <p:cNvSpPr/>
              <p:nvPr/>
            </p:nvSpPr>
            <p:spPr>
              <a:xfrm>
                <a:off x="4800600" y="2976436"/>
                <a:ext cx="381000" cy="80181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5" name="Text Placeholder 3"/>
              <p:cNvSpPr txBox="1">
                <a:spLocks/>
              </p:cNvSpPr>
              <p:nvPr/>
            </p:nvSpPr>
            <p:spPr>
              <a:xfrm>
                <a:off x="4747862" y="3115310"/>
                <a:ext cx="502318"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grpSp>
          <p:nvGrpSpPr>
            <p:cNvPr id="319" name="Group 115"/>
            <p:cNvGrpSpPr/>
            <p:nvPr/>
          </p:nvGrpSpPr>
          <p:grpSpPr>
            <a:xfrm>
              <a:off x="5239206" y="2550527"/>
              <a:ext cx="502318" cy="1447800"/>
              <a:chOff x="5315406" y="2330450"/>
              <a:chExt cx="502318" cy="1447800"/>
            </a:xfrm>
          </p:grpSpPr>
          <p:sp>
            <p:nvSpPr>
              <p:cNvPr id="332" name="Round Same Side Corner Rectangle 331"/>
              <p:cNvSpPr/>
              <p:nvPr/>
            </p:nvSpPr>
            <p:spPr>
              <a:xfrm>
                <a:off x="5376672" y="2330450"/>
                <a:ext cx="381000" cy="1447800"/>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Text Placeholder 3"/>
              <p:cNvSpPr txBox="1">
                <a:spLocks/>
              </p:cNvSpPr>
              <p:nvPr/>
            </p:nvSpPr>
            <p:spPr>
              <a:xfrm>
                <a:off x="5315406" y="2469515"/>
                <a:ext cx="502318"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320" name="Group 114"/>
            <p:cNvGrpSpPr/>
            <p:nvPr/>
          </p:nvGrpSpPr>
          <p:grpSpPr>
            <a:xfrm>
              <a:off x="5825800" y="2245727"/>
              <a:ext cx="502318" cy="1752600"/>
              <a:chOff x="5902000" y="2025650"/>
              <a:chExt cx="502318" cy="1752600"/>
            </a:xfrm>
          </p:grpSpPr>
          <p:sp>
            <p:nvSpPr>
              <p:cNvPr id="330" name="Round Same Side Corner Rectangle 329"/>
              <p:cNvSpPr/>
              <p:nvPr/>
            </p:nvSpPr>
            <p:spPr>
              <a:xfrm>
                <a:off x="5952744" y="2025650"/>
                <a:ext cx="381000" cy="1752600"/>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Text Placeholder 3"/>
              <p:cNvSpPr txBox="1">
                <a:spLocks/>
              </p:cNvSpPr>
              <p:nvPr/>
            </p:nvSpPr>
            <p:spPr>
              <a:xfrm>
                <a:off x="5902000" y="2178051"/>
                <a:ext cx="502318"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70%</a:t>
                </a:r>
              </a:p>
            </p:txBody>
          </p:sp>
        </p:grpSp>
        <p:grpSp>
          <p:nvGrpSpPr>
            <p:cNvPr id="321" name="Group 113"/>
            <p:cNvGrpSpPr/>
            <p:nvPr/>
          </p:nvGrpSpPr>
          <p:grpSpPr>
            <a:xfrm>
              <a:off x="6384897" y="1636127"/>
              <a:ext cx="502318" cy="2362200"/>
              <a:chOff x="6472719" y="1143722"/>
              <a:chExt cx="502318" cy="2362200"/>
            </a:xfrm>
          </p:grpSpPr>
          <p:sp>
            <p:nvSpPr>
              <p:cNvPr id="328" name="Round Same Side Corner Rectangle 327"/>
              <p:cNvSpPr/>
              <p:nvPr/>
            </p:nvSpPr>
            <p:spPr>
              <a:xfrm>
                <a:off x="6533378" y="1143722"/>
                <a:ext cx="381000" cy="2362200"/>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9" name="Text Placeholder 3"/>
              <p:cNvSpPr txBox="1">
                <a:spLocks/>
              </p:cNvSpPr>
              <p:nvPr/>
            </p:nvSpPr>
            <p:spPr>
              <a:xfrm>
                <a:off x="6472719" y="1568450"/>
                <a:ext cx="502318"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100%</a:t>
                </a:r>
              </a:p>
            </p:txBody>
          </p:sp>
        </p:grpSp>
        <p:grpSp>
          <p:nvGrpSpPr>
            <p:cNvPr id="322" name="Group 112"/>
            <p:cNvGrpSpPr/>
            <p:nvPr/>
          </p:nvGrpSpPr>
          <p:grpSpPr>
            <a:xfrm>
              <a:off x="6965282" y="2882354"/>
              <a:ext cx="502318" cy="1115973"/>
              <a:chOff x="7041482" y="2662277"/>
              <a:chExt cx="502318" cy="1115973"/>
            </a:xfrm>
          </p:grpSpPr>
          <p:sp>
            <p:nvSpPr>
              <p:cNvPr id="326" name="Round Same Side Corner Rectangle 325"/>
              <p:cNvSpPr/>
              <p:nvPr/>
            </p:nvSpPr>
            <p:spPr>
              <a:xfrm>
                <a:off x="7104888" y="2662277"/>
                <a:ext cx="381000" cy="1115973"/>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7" name="Text Placeholder 3"/>
              <p:cNvSpPr txBox="1">
                <a:spLocks/>
              </p:cNvSpPr>
              <p:nvPr/>
            </p:nvSpPr>
            <p:spPr>
              <a:xfrm>
                <a:off x="7041482" y="2787651"/>
                <a:ext cx="502318"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30%</a:t>
                </a:r>
              </a:p>
            </p:txBody>
          </p:sp>
        </p:grpSp>
        <p:grpSp>
          <p:nvGrpSpPr>
            <p:cNvPr id="323" name="Group 111"/>
            <p:cNvGrpSpPr/>
            <p:nvPr/>
          </p:nvGrpSpPr>
          <p:grpSpPr>
            <a:xfrm>
              <a:off x="7557005" y="2550527"/>
              <a:ext cx="502318" cy="1447800"/>
              <a:chOff x="7633205" y="2330450"/>
              <a:chExt cx="502318" cy="1447800"/>
            </a:xfrm>
          </p:grpSpPr>
          <p:sp>
            <p:nvSpPr>
              <p:cNvPr id="324" name="Round Same Side Corner Rectangle 323"/>
              <p:cNvSpPr/>
              <p:nvPr/>
            </p:nvSpPr>
            <p:spPr>
              <a:xfrm>
                <a:off x="7680960" y="2330450"/>
                <a:ext cx="381000" cy="1447800"/>
              </a:xfrm>
              <a:prstGeom prst="round2SameRect">
                <a:avLst>
                  <a:gd name="adj1" fmla="val 50000"/>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5" name="Text Placeholder 3"/>
              <p:cNvSpPr txBox="1">
                <a:spLocks/>
              </p:cNvSpPr>
              <p:nvPr/>
            </p:nvSpPr>
            <p:spPr>
              <a:xfrm>
                <a:off x="7633205" y="2492999"/>
                <a:ext cx="502318" cy="205579"/>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65%</a:t>
                </a:r>
              </a:p>
            </p:txBody>
          </p:sp>
        </p:gr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43"/>
                                        </p:tgtEl>
                                        <p:attrNameLst>
                                          <p:attrName>style.visibility</p:attrName>
                                        </p:attrNameLst>
                                      </p:cBhvr>
                                      <p:to>
                                        <p:strVal val="visible"/>
                                      </p:to>
                                    </p:set>
                                    <p:anim calcmode="lin" valueType="num">
                                      <p:cBhvr>
                                        <p:cTn id="7" dur="500" fill="hold"/>
                                        <p:tgtEl>
                                          <p:spTgt spid="143"/>
                                        </p:tgtEl>
                                        <p:attrNameLst>
                                          <p:attrName>ppt_w</p:attrName>
                                        </p:attrNameLst>
                                      </p:cBhvr>
                                      <p:tavLst>
                                        <p:tav tm="0">
                                          <p:val>
                                            <p:fltVal val="0"/>
                                          </p:val>
                                        </p:tav>
                                        <p:tav tm="100000">
                                          <p:val>
                                            <p:strVal val="#ppt_w"/>
                                          </p:val>
                                        </p:tav>
                                      </p:tavLst>
                                    </p:anim>
                                    <p:anim calcmode="lin" valueType="num">
                                      <p:cBhvr>
                                        <p:cTn id="8" dur="500" fill="hold"/>
                                        <p:tgtEl>
                                          <p:spTgt spid="143"/>
                                        </p:tgtEl>
                                        <p:attrNameLst>
                                          <p:attrName>ppt_h</p:attrName>
                                        </p:attrNameLst>
                                      </p:cBhvr>
                                      <p:tavLst>
                                        <p:tav tm="0">
                                          <p:val>
                                            <p:fltVal val="0"/>
                                          </p:val>
                                        </p:tav>
                                        <p:tav tm="100000">
                                          <p:val>
                                            <p:strVal val="#ppt_h"/>
                                          </p:val>
                                        </p:tav>
                                      </p:tavLst>
                                    </p:anim>
                                    <p:animEffect transition="in" filter="fade">
                                      <p:cBhvr>
                                        <p:cTn id="9" dur="500"/>
                                        <p:tgtEl>
                                          <p:spTgt spid="143"/>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265"/>
                                        </p:tgtEl>
                                        <p:attrNameLst>
                                          <p:attrName>style.visibility</p:attrName>
                                        </p:attrNameLst>
                                      </p:cBhvr>
                                      <p:to>
                                        <p:strVal val="visible"/>
                                      </p:to>
                                    </p:set>
                                    <p:anim calcmode="lin" valueType="num">
                                      <p:cBhvr additive="base">
                                        <p:cTn id="13" dur="500" fill="hold"/>
                                        <p:tgtEl>
                                          <p:spTgt spid="265"/>
                                        </p:tgtEl>
                                        <p:attrNameLst>
                                          <p:attrName>ppt_x</p:attrName>
                                        </p:attrNameLst>
                                      </p:cBhvr>
                                      <p:tavLst>
                                        <p:tav tm="0">
                                          <p:val>
                                            <p:strVal val="#ppt_x"/>
                                          </p:val>
                                        </p:tav>
                                        <p:tav tm="100000">
                                          <p:val>
                                            <p:strVal val="#ppt_x"/>
                                          </p:val>
                                        </p:tav>
                                      </p:tavLst>
                                    </p:anim>
                                    <p:anim calcmode="lin" valueType="num">
                                      <p:cBhvr additive="base">
                                        <p:cTn id="14" dur="500" fill="hold"/>
                                        <p:tgtEl>
                                          <p:spTgt spid="265"/>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268"/>
                                        </p:tgtEl>
                                        <p:attrNameLst>
                                          <p:attrName>style.visibility</p:attrName>
                                        </p:attrNameLst>
                                      </p:cBhvr>
                                      <p:to>
                                        <p:strVal val="visible"/>
                                      </p:to>
                                    </p:set>
                                    <p:anim calcmode="lin" valueType="num">
                                      <p:cBhvr additive="base">
                                        <p:cTn id="18" dur="500" fill="hold"/>
                                        <p:tgtEl>
                                          <p:spTgt spid="268"/>
                                        </p:tgtEl>
                                        <p:attrNameLst>
                                          <p:attrName>ppt_x</p:attrName>
                                        </p:attrNameLst>
                                      </p:cBhvr>
                                      <p:tavLst>
                                        <p:tav tm="0">
                                          <p:val>
                                            <p:strVal val="#ppt_x"/>
                                          </p:val>
                                        </p:tav>
                                        <p:tav tm="100000">
                                          <p:val>
                                            <p:strVal val="#ppt_x"/>
                                          </p:val>
                                        </p:tav>
                                      </p:tavLst>
                                    </p:anim>
                                    <p:anim calcmode="lin" valueType="num">
                                      <p:cBhvr additive="base">
                                        <p:cTn id="19" dur="500" fill="hold"/>
                                        <p:tgtEl>
                                          <p:spTgt spid="268"/>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271"/>
                                        </p:tgtEl>
                                        <p:attrNameLst>
                                          <p:attrName>style.visibility</p:attrName>
                                        </p:attrNameLst>
                                      </p:cBhvr>
                                      <p:to>
                                        <p:strVal val="visible"/>
                                      </p:to>
                                    </p:set>
                                    <p:anim calcmode="lin" valueType="num">
                                      <p:cBhvr additive="base">
                                        <p:cTn id="23" dur="500" fill="hold"/>
                                        <p:tgtEl>
                                          <p:spTgt spid="271"/>
                                        </p:tgtEl>
                                        <p:attrNameLst>
                                          <p:attrName>ppt_x</p:attrName>
                                        </p:attrNameLst>
                                      </p:cBhvr>
                                      <p:tavLst>
                                        <p:tav tm="0">
                                          <p:val>
                                            <p:strVal val="#ppt_x"/>
                                          </p:val>
                                        </p:tav>
                                        <p:tav tm="100000">
                                          <p:val>
                                            <p:strVal val="#ppt_x"/>
                                          </p:val>
                                        </p:tav>
                                      </p:tavLst>
                                    </p:anim>
                                    <p:anim calcmode="lin" valueType="num">
                                      <p:cBhvr additive="base">
                                        <p:cTn id="24" dur="500" fill="hold"/>
                                        <p:tgtEl>
                                          <p:spTgt spid="271"/>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274"/>
                                        </p:tgtEl>
                                        <p:attrNameLst>
                                          <p:attrName>style.visibility</p:attrName>
                                        </p:attrNameLst>
                                      </p:cBhvr>
                                      <p:to>
                                        <p:strVal val="visible"/>
                                      </p:to>
                                    </p:set>
                                    <p:anim calcmode="lin" valueType="num">
                                      <p:cBhvr additive="base">
                                        <p:cTn id="28" dur="500" fill="hold"/>
                                        <p:tgtEl>
                                          <p:spTgt spid="274"/>
                                        </p:tgtEl>
                                        <p:attrNameLst>
                                          <p:attrName>ppt_x</p:attrName>
                                        </p:attrNameLst>
                                      </p:cBhvr>
                                      <p:tavLst>
                                        <p:tav tm="0">
                                          <p:val>
                                            <p:strVal val="#ppt_x"/>
                                          </p:val>
                                        </p:tav>
                                        <p:tav tm="100000">
                                          <p:val>
                                            <p:strVal val="#ppt_x"/>
                                          </p:val>
                                        </p:tav>
                                      </p:tavLst>
                                    </p:anim>
                                    <p:anim calcmode="lin" valueType="num">
                                      <p:cBhvr additive="base">
                                        <p:cTn id="29" dur="500" fill="hold"/>
                                        <p:tgtEl>
                                          <p:spTgt spid="27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277"/>
                                        </p:tgtEl>
                                        <p:attrNameLst>
                                          <p:attrName>style.visibility</p:attrName>
                                        </p:attrNameLst>
                                      </p:cBhvr>
                                      <p:to>
                                        <p:strVal val="visible"/>
                                      </p:to>
                                    </p:set>
                                    <p:anim calcmode="lin" valueType="num">
                                      <p:cBhvr additive="base">
                                        <p:cTn id="33" dur="500" fill="hold"/>
                                        <p:tgtEl>
                                          <p:spTgt spid="277"/>
                                        </p:tgtEl>
                                        <p:attrNameLst>
                                          <p:attrName>ppt_x</p:attrName>
                                        </p:attrNameLst>
                                      </p:cBhvr>
                                      <p:tavLst>
                                        <p:tav tm="0">
                                          <p:val>
                                            <p:strVal val="#ppt_x"/>
                                          </p:val>
                                        </p:tav>
                                        <p:tav tm="100000">
                                          <p:val>
                                            <p:strVal val="#ppt_x"/>
                                          </p:val>
                                        </p:tav>
                                      </p:tavLst>
                                    </p:anim>
                                    <p:anim calcmode="lin" valueType="num">
                                      <p:cBhvr additive="base">
                                        <p:cTn id="34" dur="500" fill="hold"/>
                                        <p:tgtEl>
                                          <p:spTgt spid="277"/>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294"/>
                                        </p:tgtEl>
                                        <p:attrNameLst>
                                          <p:attrName>style.visibility</p:attrName>
                                        </p:attrNameLst>
                                      </p:cBhvr>
                                      <p:to>
                                        <p:strVal val="visible"/>
                                      </p:to>
                                    </p:set>
                                    <p:anim calcmode="lin" valueType="num">
                                      <p:cBhvr additive="base">
                                        <p:cTn id="38" dur="500" fill="hold"/>
                                        <p:tgtEl>
                                          <p:spTgt spid="294"/>
                                        </p:tgtEl>
                                        <p:attrNameLst>
                                          <p:attrName>ppt_x</p:attrName>
                                        </p:attrNameLst>
                                      </p:cBhvr>
                                      <p:tavLst>
                                        <p:tav tm="0">
                                          <p:val>
                                            <p:strVal val="#ppt_x"/>
                                          </p:val>
                                        </p:tav>
                                        <p:tav tm="100000">
                                          <p:val>
                                            <p:strVal val="#ppt_x"/>
                                          </p:val>
                                        </p:tav>
                                      </p:tavLst>
                                    </p:anim>
                                    <p:anim calcmode="lin" valueType="num">
                                      <p:cBhvr additive="base">
                                        <p:cTn id="39" dur="500" fill="hold"/>
                                        <p:tgtEl>
                                          <p:spTgt spid="294"/>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297"/>
                                        </p:tgtEl>
                                        <p:attrNameLst>
                                          <p:attrName>style.visibility</p:attrName>
                                        </p:attrNameLst>
                                      </p:cBhvr>
                                      <p:to>
                                        <p:strVal val="visible"/>
                                      </p:to>
                                    </p:set>
                                    <p:animEffect transition="in" filter="wipe(left)">
                                      <p:cBhvr>
                                        <p:cTn id="43" dur="500"/>
                                        <p:tgtEl>
                                          <p:spTgt spid="297"/>
                                        </p:tgtEl>
                                      </p:cBhvr>
                                    </p:animEffect>
                                  </p:childTnLst>
                                </p:cTn>
                              </p:par>
                            </p:childTnLst>
                          </p:cTn>
                        </p:par>
                        <p:par>
                          <p:cTn id="44" fill="hold">
                            <p:stCondLst>
                              <p:cond delay="4000"/>
                            </p:stCondLst>
                            <p:childTnLst>
                              <p:par>
                                <p:cTn id="45" presetID="12" presetClass="entr" presetSubtype="4" fill="hold" nodeType="afterEffect">
                                  <p:stCondLst>
                                    <p:cond delay="0"/>
                                  </p:stCondLst>
                                  <p:childTnLst>
                                    <p:set>
                                      <p:cBhvr>
                                        <p:cTn id="46" dur="1" fill="hold">
                                          <p:stCondLst>
                                            <p:cond delay="0"/>
                                          </p:stCondLst>
                                        </p:cTn>
                                        <p:tgtEl>
                                          <p:spTgt spid="298"/>
                                        </p:tgtEl>
                                        <p:attrNameLst>
                                          <p:attrName>style.visibility</p:attrName>
                                        </p:attrNameLst>
                                      </p:cBhvr>
                                      <p:to>
                                        <p:strVal val="visible"/>
                                      </p:to>
                                    </p:set>
                                    <p:animEffect transition="in" filter="slide(fromBottom)">
                                      <p:cBhvr>
                                        <p:cTn id="47" dur="500"/>
                                        <p:tgtEl>
                                          <p:spTgt spid="298"/>
                                        </p:tgtEl>
                                      </p:cBhvr>
                                    </p:animEffect>
                                  </p:childTnLst>
                                </p:cTn>
                              </p:par>
                            </p:childTnLst>
                          </p:cTn>
                        </p:par>
                        <p:par>
                          <p:cTn id="48" fill="hold">
                            <p:stCondLst>
                              <p:cond delay="4500"/>
                            </p:stCondLst>
                            <p:childTnLst>
                              <p:par>
                                <p:cTn id="49" presetID="12" presetClass="entr" presetSubtype="4" fill="hold" nodeType="afterEffect">
                                  <p:stCondLst>
                                    <p:cond delay="0"/>
                                  </p:stCondLst>
                                  <p:childTnLst>
                                    <p:set>
                                      <p:cBhvr>
                                        <p:cTn id="50" dur="1" fill="hold">
                                          <p:stCondLst>
                                            <p:cond delay="0"/>
                                          </p:stCondLst>
                                        </p:cTn>
                                        <p:tgtEl>
                                          <p:spTgt spid="304"/>
                                        </p:tgtEl>
                                        <p:attrNameLst>
                                          <p:attrName>style.visibility</p:attrName>
                                        </p:attrNameLst>
                                      </p:cBhvr>
                                      <p:to>
                                        <p:strVal val="visible"/>
                                      </p:to>
                                    </p:set>
                                    <p:animEffect transition="in" filter="slide(fromBottom)">
                                      <p:cBhvr>
                                        <p:cTn id="51" dur="500"/>
                                        <p:tgtEl>
                                          <p:spTgt spid="304"/>
                                        </p:tgtEl>
                                      </p:cBhvr>
                                    </p:animEffect>
                                  </p:childTnLst>
                                </p:cTn>
                              </p:par>
                            </p:childTnLst>
                          </p:cTn>
                        </p:par>
                        <p:par>
                          <p:cTn id="52" fill="hold">
                            <p:stCondLst>
                              <p:cond delay="5000"/>
                            </p:stCondLst>
                            <p:childTnLst>
                              <p:par>
                                <p:cTn id="53" presetID="22" presetClass="entr" presetSubtype="4" fill="hold" nodeType="afterEffect">
                                  <p:stCondLst>
                                    <p:cond delay="0"/>
                                  </p:stCondLst>
                                  <p:childTnLst>
                                    <p:set>
                                      <p:cBhvr>
                                        <p:cTn id="54" dur="1" fill="hold">
                                          <p:stCondLst>
                                            <p:cond delay="0"/>
                                          </p:stCondLst>
                                        </p:cTn>
                                        <p:tgtEl>
                                          <p:spTgt spid="310"/>
                                        </p:tgtEl>
                                        <p:attrNameLst>
                                          <p:attrName>style.visibility</p:attrName>
                                        </p:attrNameLst>
                                      </p:cBhvr>
                                      <p:to>
                                        <p:strVal val="visible"/>
                                      </p:to>
                                    </p:set>
                                    <p:animEffect transition="in" filter="wipe(down)">
                                      <p:cBhvr>
                                        <p:cTn id="55" dur="500"/>
                                        <p:tgtEl>
                                          <p:spTgt spid="3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Germany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Germany Map Slide</a:t>
            </a:r>
            <a:endParaRPr lang="en-US" dirty="0"/>
          </a:p>
        </p:txBody>
      </p:sp>
      <p:sp>
        <p:nvSpPr>
          <p:cNvPr id="132" name="Footer Text"/>
          <p:cNvSpPr txBox="1"/>
          <p:nvPr/>
        </p:nvSpPr>
        <p:spPr>
          <a:xfrm>
            <a:off x="4038600" y="2325687"/>
            <a:ext cx="4419599" cy="830997"/>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pSp>
        <p:nvGrpSpPr>
          <p:cNvPr id="135" name="Group 134"/>
          <p:cNvGrpSpPr/>
          <p:nvPr/>
        </p:nvGrpSpPr>
        <p:grpSpPr>
          <a:xfrm>
            <a:off x="650876" y="1828800"/>
            <a:ext cx="3065462" cy="4164013"/>
            <a:chOff x="650876" y="703263"/>
            <a:chExt cx="3065462" cy="4164013"/>
          </a:xfrm>
          <a:solidFill>
            <a:schemeClr val="bg1">
              <a:lumMod val="85000"/>
            </a:schemeClr>
          </a:solidFill>
        </p:grpSpPr>
        <p:sp>
          <p:nvSpPr>
            <p:cNvPr id="136" name="Freeform 5"/>
            <p:cNvSpPr>
              <a:spLocks noEditPoints="1"/>
            </p:cNvSpPr>
            <p:nvPr/>
          </p:nvSpPr>
          <p:spPr bwMode="auto">
            <a:xfrm>
              <a:off x="2449513" y="1497013"/>
              <a:ext cx="1165225" cy="1171575"/>
            </a:xfrm>
            <a:custGeom>
              <a:avLst/>
              <a:gdLst/>
              <a:ahLst/>
              <a:cxnLst>
                <a:cxn ang="0">
                  <a:pos x="603" y="568"/>
                </a:cxn>
                <a:cxn ang="0">
                  <a:pos x="558" y="590"/>
                </a:cxn>
                <a:cxn ang="0">
                  <a:pos x="515" y="598"/>
                </a:cxn>
                <a:cxn ang="0">
                  <a:pos x="493" y="628"/>
                </a:cxn>
                <a:cxn ang="0">
                  <a:pos x="433" y="636"/>
                </a:cxn>
                <a:cxn ang="0">
                  <a:pos x="401" y="620"/>
                </a:cxn>
                <a:cxn ang="0">
                  <a:pos x="369" y="631"/>
                </a:cxn>
                <a:cxn ang="0">
                  <a:pos x="354" y="612"/>
                </a:cxn>
                <a:cxn ang="0">
                  <a:pos x="348" y="573"/>
                </a:cxn>
                <a:cxn ang="0">
                  <a:pos x="347" y="546"/>
                </a:cxn>
                <a:cxn ang="0">
                  <a:pos x="345" y="495"/>
                </a:cxn>
                <a:cxn ang="0">
                  <a:pos x="311" y="482"/>
                </a:cxn>
                <a:cxn ang="0">
                  <a:pos x="277" y="470"/>
                </a:cxn>
                <a:cxn ang="0">
                  <a:pos x="236" y="460"/>
                </a:cxn>
                <a:cxn ang="0">
                  <a:pos x="181" y="425"/>
                </a:cxn>
                <a:cxn ang="0">
                  <a:pos x="185" y="357"/>
                </a:cxn>
                <a:cxn ang="0">
                  <a:pos x="187" y="313"/>
                </a:cxn>
                <a:cxn ang="0">
                  <a:pos x="164" y="309"/>
                </a:cxn>
                <a:cxn ang="0">
                  <a:pos x="163" y="277"/>
                </a:cxn>
                <a:cxn ang="0">
                  <a:pos x="171" y="231"/>
                </a:cxn>
                <a:cxn ang="0">
                  <a:pos x="150" y="208"/>
                </a:cxn>
                <a:cxn ang="0">
                  <a:pos x="116" y="202"/>
                </a:cxn>
                <a:cxn ang="0">
                  <a:pos x="89" y="178"/>
                </a:cxn>
                <a:cxn ang="0">
                  <a:pos x="62" y="160"/>
                </a:cxn>
                <a:cxn ang="0">
                  <a:pos x="15" y="157"/>
                </a:cxn>
                <a:cxn ang="0">
                  <a:pos x="23" y="135"/>
                </a:cxn>
                <a:cxn ang="0">
                  <a:pos x="50" y="111"/>
                </a:cxn>
                <a:cxn ang="0">
                  <a:pos x="87" y="106"/>
                </a:cxn>
                <a:cxn ang="0">
                  <a:pos x="126" y="86"/>
                </a:cxn>
                <a:cxn ang="0">
                  <a:pos x="148" y="70"/>
                </a:cxn>
                <a:cxn ang="0">
                  <a:pos x="183" y="78"/>
                </a:cxn>
                <a:cxn ang="0">
                  <a:pos x="232" y="96"/>
                </a:cxn>
                <a:cxn ang="0">
                  <a:pos x="274" y="114"/>
                </a:cxn>
                <a:cxn ang="0">
                  <a:pos x="307" y="114"/>
                </a:cxn>
                <a:cxn ang="0">
                  <a:pos x="338" y="102"/>
                </a:cxn>
                <a:cxn ang="0">
                  <a:pos x="369" y="96"/>
                </a:cxn>
                <a:cxn ang="0">
                  <a:pos x="387" y="75"/>
                </a:cxn>
                <a:cxn ang="0">
                  <a:pos x="392" y="47"/>
                </a:cxn>
                <a:cxn ang="0">
                  <a:pos x="439" y="19"/>
                </a:cxn>
                <a:cxn ang="0">
                  <a:pos x="450" y="16"/>
                </a:cxn>
                <a:cxn ang="0">
                  <a:pos x="483" y="41"/>
                </a:cxn>
                <a:cxn ang="0">
                  <a:pos x="503" y="69"/>
                </a:cxn>
                <a:cxn ang="0">
                  <a:pos x="521" y="79"/>
                </a:cxn>
                <a:cxn ang="0">
                  <a:pos x="548" y="91"/>
                </a:cxn>
                <a:cxn ang="0">
                  <a:pos x="508" y="188"/>
                </a:cxn>
                <a:cxn ang="0">
                  <a:pos x="566" y="255"/>
                </a:cxn>
                <a:cxn ang="0">
                  <a:pos x="594" y="308"/>
                </a:cxn>
                <a:cxn ang="0">
                  <a:pos x="613" y="388"/>
                </a:cxn>
                <a:cxn ang="0">
                  <a:pos x="622" y="438"/>
                </a:cxn>
                <a:cxn ang="0">
                  <a:pos x="612" y="506"/>
                </a:cxn>
                <a:cxn ang="0">
                  <a:pos x="435" y="319"/>
                </a:cxn>
                <a:cxn ang="0">
                  <a:pos x="423" y="300"/>
                </a:cxn>
                <a:cxn ang="0">
                  <a:pos x="394" y="273"/>
                </a:cxn>
                <a:cxn ang="0">
                  <a:pos x="383" y="272"/>
                </a:cxn>
                <a:cxn ang="0">
                  <a:pos x="353" y="268"/>
                </a:cxn>
                <a:cxn ang="0">
                  <a:pos x="335" y="288"/>
                </a:cxn>
                <a:cxn ang="0">
                  <a:pos x="330" y="321"/>
                </a:cxn>
                <a:cxn ang="0">
                  <a:pos x="360" y="338"/>
                </a:cxn>
                <a:cxn ang="0">
                  <a:pos x="396" y="337"/>
                </a:cxn>
                <a:cxn ang="0">
                  <a:pos x="429" y="347"/>
                </a:cxn>
              </a:cxnLst>
              <a:rect l="0" t="0" r="r" b="b"/>
              <a:pathLst>
                <a:path w="635" h="639">
                  <a:moveTo>
                    <a:pt x="633" y="541"/>
                  </a:moveTo>
                  <a:cubicBezTo>
                    <a:pt x="634" y="544"/>
                    <a:pt x="635" y="551"/>
                    <a:pt x="634" y="555"/>
                  </a:cubicBezTo>
                  <a:cubicBezTo>
                    <a:pt x="634" y="556"/>
                    <a:pt x="634" y="559"/>
                    <a:pt x="633" y="560"/>
                  </a:cubicBezTo>
                  <a:cubicBezTo>
                    <a:pt x="633" y="561"/>
                    <a:pt x="630" y="563"/>
                    <a:pt x="629" y="564"/>
                  </a:cubicBezTo>
                  <a:cubicBezTo>
                    <a:pt x="629" y="565"/>
                    <a:pt x="627" y="566"/>
                    <a:pt x="627" y="567"/>
                  </a:cubicBezTo>
                  <a:cubicBezTo>
                    <a:pt x="626" y="568"/>
                    <a:pt x="625" y="570"/>
                    <a:pt x="625" y="571"/>
                  </a:cubicBezTo>
                  <a:cubicBezTo>
                    <a:pt x="621" y="571"/>
                    <a:pt x="621" y="571"/>
                    <a:pt x="621" y="571"/>
                  </a:cubicBezTo>
                  <a:cubicBezTo>
                    <a:pt x="618" y="571"/>
                    <a:pt x="618" y="571"/>
                    <a:pt x="618" y="571"/>
                  </a:cubicBezTo>
                  <a:cubicBezTo>
                    <a:pt x="613" y="574"/>
                    <a:pt x="613" y="574"/>
                    <a:pt x="613" y="574"/>
                  </a:cubicBezTo>
                  <a:cubicBezTo>
                    <a:pt x="608" y="573"/>
                    <a:pt x="608" y="573"/>
                    <a:pt x="608" y="573"/>
                  </a:cubicBezTo>
                  <a:cubicBezTo>
                    <a:pt x="607" y="570"/>
                    <a:pt x="607" y="570"/>
                    <a:pt x="607" y="570"/>
                  </a:cubicBezTo>
                  <a:cubicBezTo>
                    <a:pt x="603" y="568"/>
                    <a:pt x="603" y="568"/>
                    <a:pt x="603" y="568"/>
                  </a:cubicBezTo>
                  <a:cubicBezTo>
                    <a:pt x="597" y="568"/>
                    <a:pt x="597" y="568"/>
                    <a:pt x="597" y="568"/>
                  </a:cubicBezTo>
                  <a:cubicBezTo>
                    <a:pt x="594" y="571"/>
                    <a:pt x="594" y="571"/>
                    <a:pt x="594" y="571"/>
                  </a:cubicBezTo>
                  <a:cubicBezTo>
                    <a:pt x="594" y="571"/>
                    <a:pt x="591" y="573"/>
                    <a:pt x="591" y="573"/>
                  </a:cubicBezTo>
                  <a:cubicBezTo>
                    <a:pt x="590" y="573"/>
                    <a:pt x="586" y="572"/>
                    <a:pt x="586" y="572"/>
                  </a:cubicBezTo>
                  <a:cubicBezTo>
                    <a:pt x="582" y="573"/>
                    <a:pt x="582" y="573"/>
                    <a:pt x="582" y="573"/>
                  </a:cubicBezTo>
                  <a:cubicBezTo>
                    <a:pt x="579" y="576"/>
                    <a:pt x="579" y="576"/>
                    <a:pt x="579" y="576"/>
                  </a:cubicBezTo>
                  <a:cubicBezTo>
                    <a:pt x="577" y="580"/>
                    <a:pt x="577" y="580"/>
                    <a:pt x="577" y="580"/>
                  </a:cubicBezTo>
                  <a:cubicBezTo>
                    <a:pt x="570" y="580"/>
                    <a:pt x="570" y="580"/>
                    <a:pt x="570" y="580"/>
                  </a:cubicBezTo>
                  <a:cubicBezTo>
                    <a:pt x="566" y="581"/>
                    <a:pt x="566" y="581"/>
                    <a:pt x="566" y="581"/>
                  </a:cubicBezTo>
                  <a:cubicBezTo>
                    <a:pt x="562" y="583"/>
                    <a:pt x="562" y="583"/>
                    <a:pt x="562" y="583"/>
                  </a:cubicBezTo>
                  <a:cubicBezTo>
                    <a:pt x="561" y="587"/>
                    <a:pt x="561" y="587"/>
                    <a:pt x="561" y="587"/>
                  </a:cubicBezTo>
                  <a:cubicBezTo>
                    <a:pt x="558" y="590"/>
                    <a:pt x="558" y="590"/>
                    <a:pt x="558" y="590"/>
                  </a:cubicBezTo>
                  <a:cubicBezTo>
                    <a:pt x="555" y="589"/>
                    <a:pt x="555" y="589"/>
                    <a:pt x="555" y="589"/>
                  </a:cubicBezTo>
                  <a:cubicBezTo>
                    <a:pt x="552" y="585"/>
                    <a:pt x="552" y="585"/>
                    <a:pt x="552" y="585"/>
                  </a:cubicBezTo>
                  <a:cubicBezTo>
                    <a:pt x="549" y="584"/>
                    <a:pt x="549" y="584"/>
                    <a:pt x="549" y="584"/>
                  </a:cubicBezTo>
                  <a:cubicBezTo>
                    <a:pt x="543" y="584"/>
                    <a:pt x="543" y="584"/>
                    <a:pt x="543" y="584"/>
                  </a:cubicBezTo>
                  <a:cubicBezTo>
                    <a:pt x="540" y="583"/>
                    <a:pt x="540" y="583"/>
                    <a:pt x="540" y="583"/>
                  </a:cubicBezTo>
                  <a:cubicBezTo>
                    <a:pt x="538" y="582"/>
                    <a:pt x="538" y="582"/>
                    <a:pt x="538" y="582"/>
                  </a:cubicBezTo>
                  <a:cubicBezTo>
                    <a:pt x="533" y="582"/>
                    <a:pt x="533" y="582"/>
                    <a:pt x="533" y="582"/>
                  </a:cubicBezTo>
                  <a:cubicBezTo>
                    <a:pt x="529" y="581"/>
                    <a:pt x="529" y="581"/>
                    <a:pt x="529" y="581"/>
                  </a:cubicBezTo>
                  <a:cubicBezTo>
                    <a:pt x="522" y="582"/>
                    <a:pt x="522" y="582"/>
                    <a:pt x="522" y="582"/>
                  </a:cubicBezTo>
                  <a:cubicBezTo>
                    <a:pt x="519" y="586"/>
                    <a:pt x="519" y="586"/>
                    <a:pt x="519" y="586"/>
                  </a:cubicBezTo>
                  <a:cubicBezTo>
                    <a:pt x="515" y="591"/>
                    <a:pt x="515" y="591"/>
                    <a:pt x="515" y="591"/>
                  </a:cubicBezTo>
                  <a:cubicBezTo>
                    <a:pt x="515" y="598"/>
                    <a:pt x="515" y="598"/>
                    <a:pt x="515" y="598"/>
                  </a:cubicBezTo>
                  <a:cubicBezTo>
                    <a:pt x="512" y="601"/>
                    <a:pt x="512" y="601"/>
                    <a:pt x="512" y="601"/>
                  </a:cubicBezTo>
                  <a:cubicBezTo>
                    <a:pt x="510" y="600"/>
                    <a:pt x="510" y="600"/>
                    <a:pt x="510" y="600"/>
                  </a:cubicBezTo>
                  <a:cubicBezTo>
                    <a:pt x="507" y="602"/>
                    <a:pt x="507" y="602"/>
                    <a:pt x="507" y="602"/>
                  </a:cubicBezTo>
                  <a:cubicBezTo>
                    <a:pt x="507" y="606"/>
                    <a:pt x="507" y="606"/>
                    <a:pt x="507" y="606"/>
                  </a:cubicBezTo>
                  <a:cubicBezTo>
                    <a:pt x="508" y="611"/>
                    <a:pt x="508" y="611"/>
                    <a:pt x="508" y="611"/>
                  </a:cubicBezTo>
                  <a:cubicBezTo>
                    <a:pt x="507" y="617"/>
                    <a:pt x="507" y="617"/>
                    <a:pt x="507" y="617"/>
                  </a:cubicBezTo>
                  <a:cubicBezTo>
                    <a:pt x="504" y="622"/>
                    <a:pt x="504" y="622"/>
                    <a:pt x="504" y="622"/>
                  </a:cubicBezTo>
                  <a:cubicBezTo>
                    <a:pt x="501" y="626"/>
                    <a:pt x="501" y="626"/>
                    <a:pt x="501" y="626"/>
                  </a:cubicBezTo>
                  <a:cubicBezTo>
                    <a:pt x="500" y="632"/>
                    <a:pt x="500" y="632"/>
                    <a:pt x="500" y="632"/>
                  </a:cubicBezTo>
                  <a:cubicBezTo>
                    <a:pt x="498" y="633"/>
                    <a:pt x="498" y="633"/>
                    <a:pt x="498" y="633"/>
                  </a:cubicBezTo>
                  <a:cubicBezTo>
                    <a:pt x="494" y="631"/>
                    <a:pt x="494" y="631"/>
                    <a:pt x="494" y="631"/>
                  </a:cubicBezTo>
                  <a:cubicBezTo>
                    <a:pt x="493" y="628"/>
                    <a:pt x="493" y="628"/>
                    <a:pt x="493" y="628"/>
                  </a:cubicBezTo>
                  <a:cubicBezTo>
                    <a:pt x="492" y="627"/>
                    <a:pt x="492" y="627"/>
                    <a:pt x="492" y="627"/>
                  </a:cubicBezTo>
                  <a:cubicBezTo>
                    <a:pt x="488" y="628"/>
                    <a:pt x="488" y="628"/>
                    <a:pt x="488" y="628"/>
                  </a:cubicBezTo>
                  <a:cubicBezTo>
                    <a:pt x="485" y="631"/>
                    <a:pt x="485" y="631"/>
                    <a:pt x="485" y="631"/>
                  </a:cubicBezTo>
                  <a:cubicBezTo>
                    <a:pt x="481" y="631"/>
                    <a:pt x="481" y="631"/>
                    <a:pt x="481" y="631"/>
                  </a:cubicBezTo>
                  <a:cubicBezTo>
                    <a:pt x="474" y="630"/>
                    <a:pt x="474" y="630"/>
                    <a:pt x="474" y="630"/>
                  </a:cubicBezTo>
                  <a:cubicBezTo>
                    <a:pt x="466" y="632"/>
                    <a:pt x="466" y="632"/>
                    <a:pt x="466" y="632"/>
                  </a:cubicBezTo>
                  <a:cubicBezTo>
                    <a:pt x="459" y="635"/>
                    <a:pt x="459" y="635"/>
                    <a:pt x="459" y="635"/>
                  </a:cubicBezTo>
                  <a:cubicBezTo>
                    <a:pt x="455" y="639"/>
                    <a:pt x="455" y="639"/>
                    <a:pt x="455" y="639"/>
                  </a:cubicBezTo>
                  <a:cubicBezTo>
                    <a:pt x="450" y="638"/>
                    <a:pt x="450" y="638"/>
                    <a:pt x="450" y="638"/>
                  </a:cubicBezTo>
                  <a:cubicBezTo>
                    <a:pt x="446" y="636"/>
                    <a:pt x="446" y="636"/>
                    <a:pt x="446" y="636"/>
                  </a:cubicBezTo>
                  <a:cubicBezTo>
                    <a:pt x="440" y="635"/>
                    <a:pt x="440" y="635"/>
                    <a:pt x="440" y="635"/>
                  </a:cubicBezTo>
                  <a:cubicBezTo>
                    <a:pt x="433" y="636"/>
                    <a:pt x="433" y="636"/>
                    <a:pt x="433" y="636"/>
                  </a:cubicBezTo>
                  <a:cubicBezTo>
                    <a:pt x="429" y="638"/>
                    <a:pt x="429" y="638"/>
                    <a:pt x="429" y="638"/>
                  </a:cubicBezTo>
                  <a:cubicBezTo>
                    <a:pt x="426" y="639"/>
                    <a:pt x="426" y="639"/>
                    <a:pt x="426" y="639"/>
                  </a:cubicBezTo>
                  <a:cubicBezTo>
                    <a:pt x="424" y="635"/>
                    <a:pt x="424" y="635"/>
                    <a:pt x="424" y="635"/>
                  </a:cubicBezTo>
                  <a:cubicBezTo>
                    <a:pt x="421" y="633"/>
                    <a:pt x="421" y="633"/>
                    <a:pt x="421" y="633"/>
                  </a:cubicBezTo>
                  <a:cubicBezTo>
                    <a:pt x="418" y="636"/>
                    <a:pt x="418" y="636"/>
                    <a:pt x="418" y="636"/>
                  </a:cubicBezTo>
                  <a:cubicBezTo>
                    <a:pt x="414" y="635"/>
                    <a:pt x="414" y="635"/>
                    <a:pt x="414" y="635"/>
                  </a:cubicBezTo>
                  <a:cubicBezTo>
                    <a:pt x="413" y="632"/>
                    <a:pt x="413" y="632"/>
                    <a:pt x="413" y="632"/>
                  </a:cubicBezTo>
                  <a:cubicBezTo>
                    <a:pt x="408" y="628"/>
                    <a:pt x="408" y="628"/>
                    <a:pt x="408" y="628"/>
                  </a:cubicBezTo>
                  <a:cubicBezTo>
                    <a:pt x="405" y="628"/>
                    <a:pt x="405" y="628"/>
                    <a:pt x="405" y="628"/>
                  </a:cubicBezTo>
                  <a:cubicBezTo>
                    <a:pt x="403" y="625"/>
                    <a:pt x="403" y="625"/>
                    <a:pt x="403" y="625"/>
                  </a:cubicBezTo>
                  <a:cubicBezTo>
                    <a:pt x="403" y="622"/>
                    <a:pt x="403" y="622"/>
                    <a:pt x="403" y="622"/>
                  </a:cubicBezTo>
                  <a:cubicBezTo>
                    <a:pt x="401" y="620"/>
                    <a:pt x="401" y="620"/>
                    <a:pt x="401" y="620"/>
                  </a:cubicBezTo>
                  <a:cubicBezTo>
                    <a:pt x="397" y="618"/>
                    <a:pt x="397" y="618"/>
                    <a:pt x="397" y="618"/>
                  </a:cubicBezTo>
                  <a:cubicBezTo>
                    <a:pt x="395" y="615"/>
                    <a:pt x="395" y="615"/>
                    <a:pt x="395" y="615"/>
                  </a:cubicBezTo>
                  <a:cubicBezTo>
                    <a:pt x="391" y="615"/>
                    <a:pt x="391" y="615"/>
                    <a:pt x="391" y="615"/>
                  </a:cubicBezTo>
                  <a:cubicBezTo>
                    <a:pt x="390" y="618"/>
                    <a:pt x="390" y="618"/>
                    <a:pt x="390" y="618"/>
                  </a:cubicBezTo>
                  <a:cubicBezTo>
                    <a:pt x="389" y="620"/>
                    <a:pt x="389" y="620"/>
                    <a:pt x="389" y="620"/>
                  </a:cubicBezTo>
                  <a:cubicBezTo>
                    <a:pt x="386" y="621"/>
                    <a:pt x="386" y="621"/>
                    <a:pt x="386" y="621"/>
                  </a:cubicBezTo>
                  <a:cubicBezTo>
                    <a:pt x="384" y="619"/>
                    <a:pt x="384" y="619"/>
                    <a:pt x="384" y="619"/>
                  </a:cubicBezTo>
                  <a:cubicBezTo>
                    <a:pt x="380" y="618"/>
                    <a:pt x="380" y="618"/>
                    <a:pt x="380" y="618"/>
                  </a:cubicBezTo>
                  <a:cubicBezTo>
                    <a:pt x="378" y="620"/>
                    <a:pt x="378" y="620"/>
                    <a:pt x="378" y="620"/>
                  </a:cubicBezTo>
                  <a:cubicBezTo>
                    <a:pt x="376" y="624"/>
                    <a:pt x="376" y="624"/>
                    <a:pt x="376" y="624"/>
                  </a:cubicBezTo>
                  <a:cubicBezTo>
                    <a:pt x="372" y="626"/>
                    <a:pt x="372" y="626"/>
                    <a:pt x="372" y="626"/>
                  </a:cubicBezTo>
                  <a:cubicBezTo>
                    <a:pt x="369" y="631"/>
                    <a:pt x="369" y="631"/>
                    <a:pt x="369" y="631"/>
                  </a:cubicBezTo>
                  <a:cubicBezTo>
                    <a:pt x="366" y="634"/>
                    <a:pt x="366" y="634"/>
                    <a:pt x="366" y="634"/>
                  </a:cubicBezTo>
                  <a:cubicBezTo>
                    <a:pt x="361" y="633"/>
                    <a:pt x="361" y="633"/>
                    <a:pt x="361" y="633"/>
                  </a:cubicBezTo>
                  <a:cubicBezTo>
                    <a:pt x="359" y="632"/>
                    <a:pt x="359" y="632"/>
                    <a:pt x="359" y="632"/>
                  </a:cubicBezTo>
                  <a:cubicBezTo>
                    <a:pt x="358" y="629"/>
                    <a:pt x="358" y="629"/>
                    <a:pt x="358" y="629"/>
                  </a:cubicBezTo>
                  <a:cubicBezTo>
                    <a:pt x="355" y="626"/>
                    <a:pt x="355" y="626"/>
                    <a:pt x="355" y="626"/>
                  </a:cubicBezTo>
                  <a:cubicBezTo>
                    <a:pt x="353" y="625"/>
                    <a:pt x="353" y="625"/>
                    <a:pt x="353" y="625"/>
                  </a:cubicBezTo>
                  <a:cubicBezTo>
                    <a:pt x="350" y="623"/>
                    <a:pt x="350" y="623"/>
                    <a:pt x="350" y="623"/>
                  </a:cubicBezTo>
                  <a:cubicBezTo>
                    <a:pt x="351" y="620"/>
                    <a:pt x="351" y="620"/>
                    <a:pt x="351" y="620"/>
                  </a:cubicBezTo>
                  <a:cubicBezTo>
                    <a:pt x="354" y="618"/>
                    <a:pt x="354" y="618"/>
                    <a:pt x="354" y="618"/>
                  </a:cubicBezTo>
                  <a:cubicBezTo>
                    <a:pt x="357" y="617"/>
                    <a:pt x="357" y="617"/>
                    <a:pt x="357" y="617"/>
                  </a:cubicBezTo>
                  <a:cubicBezTo>
                    <a:pt x="357" y="615"/>
                    <a:pt x="357" y="615"/>
                    <a:pt x="357" y="615"/>
                  </a:cubicBezTo>
                  <a:cubicBezTo>
                    <a:pt x="354" y="612"/>
                    <a:pt x="354" y="612"/>
                    <a:pt x="354" y="612"/>
                  </a:cubicBezTo>
                  <a:cubicBezTo>
                    <a:pt x="352" y="609"/>
                    <a:pt x="352" y="609"/>
                    <a:pt x="352" y="609"/>
                  </a:cubicBezTo>
                  <a:cubicBezTo>
                    <a:pt x="354" y="604"/>
                    <a:pt x="354" y="604"/>
                    <a:pt x="354" y="604"/>
                  </a:cubicBezTo>
                  <a:cubicBezTo>
                    <a:pt x="356" y="600"/>
                    <a:pt x="356" y="600"/>
                    <a:pt x="356" y="600"/>
                  </a:cubicBezTo>
                  <a:cubicBezTo>
                    <a:pt x="357" y="594"/>
                    <a:pt x="357" y="594"/>
                    <a:pt x="357" y="594"/>
                  </a:cubicBezTo>
                  <a:cubicBezTo>
                    <a:pt x="353" y="589"/>
                    <a:pt x="353" y="589"/>
                    <a:pt x="353" y="589"/>
                  </a:cubicBezTo>
                  <a:cubicBezTo>
                    <a:pt x="351" y="587"/>
                    <a:pt x="351" y="587"/>
                    <a:pt x="351" y="587"/>
                  </a:cubicBezTo>
                  <a:cubicBezTo>
                    <a:pt x="346" y="588"/>
                    <a:pt x="346" y="588"/>
                    <a:pt x="346" y="588"/>
                  </a:cubicBezTo>
                  <a:cubicBezTo>
                    <a:pt x="343" y="585"/>
                    <a:pt x="343" y="585"/>
                    <a:pt x="343" y="585"/>
                  </a:cubicBezTo>
                  <a:cubicBezTo>
                    <a:pt x="345" y="581"/>
                    <a:pt x="345" y="581"/>
                    <a:pt x="345" y="581"/>
                  </a:cubicBezTo>
                  <a:cubicBezTo>
                    <a:pt x="348" y="579"/>
                    <a:pt x="348" y="579"/>
                    <a:pt x="348" y="579"/>
                  </a:cubicBezTo>
                  <a:cubicBezTo>
                    <a:pt x="348" y="576"/>
                    <a:pt x="348" y="576"/>
                    <a:pt x="348" y="576"/>
                  </a:cubicBezTo>
                  <a:cubicBezTo>
                    <a:pt x="348" y="573"/>
                    <a:pt x="348" y="573"/>
                    <a:pt x="348" y="573"/>
                  </a:cubicBezTo>
                  <a:cubicBezTo>
                    <a:pt x="345" y="572"/>
                    <a:pt x="345" y="572"/>
                    <a:pt x="345" y="572"/>
                  </a:cubicBezTo>
                  <a:cubicBezTo>
                    <a:pt x="343" y="569"/>
                    <a:pt x="343" y="569"/>
                    <a:pt x="343" y="569"/>
                  </a:cubicBezTo>
                  <a:cubicBezTo>
                    <a:pt x="339" y="567"/>
                    <a:pt x="339" y="567"/>
                    <a:pt x="339" y="567"/>
                  </a:cubicBezTo>
                  <a:cubicBezTo>
                    <a:pt x="335" y="569"/>
                    <a:pt x="335" y="569"/>
                    <a:pt x="335" y="569"/>
                  </a:cubicBezTo>
                  <a:cubicBezTo>
                    <a:pt x="333" y="572"/>
                    <a:pt x="333" y="572"/>
                    <a:pt x="333" y="572"/>
                  </a:cubicBezTo>
                  <a:cubicBezTo>
                    <a:pt x="330" y="571"/>
                    <a:pt x="330" y="571"/>
                    <a:pt x="330" y="571"/>
                  </a:cubicBezTo>
                  <a:cubicBezTo>
                    <a:pt x="330" y="567"/>
                    <a:pt x="330" y="567"/>
                    <a:pt x="330" y="567"/>
                  </a:cubicBezTo>
                  <a:cubicBezTo>
                    <a:pt x="330" y="564"/>
                    <a:pt x="330" y="564"/>
                    <a:pt x="330" y="564"/>
                  </a:cubicBezTo>
                  <a:cubicBezTo>
                    <a:pt x="329" y="563"/>
                    <a:pt x="329" y="563"/>
                    <a:pt x="329" y="563"/>
                  </a:cubicBezTo>
                  <a:cubicBezTo>
                    <a:pt x="332" y="559"/>
                    <a:pt x="332" y="559"/>
                    <a:pt x="332" y="559"/>
                  </a:cubicBezTo>
                  <a:cubicBezTo>
                    <a:pt x="340" y="554"/>
                    <a:pt x="340" y="554"/>
                    <a:pt x="340" y="554"/>
                  </a:cubicBezTo>
                  <a:cubicBezTo>
                    <a:pt x="347" y="546"/>
                    <a:pt x="347" y="546"/>
                    <a:pt x="347" y="546"/>
                  </a:cubicBezTo>
                  <a:cubicBezTo>
                    <a:pt x="349" y="539"/>
                    <a:pt x="349" y="539"/>
                    <a:pt x="349" y="539"/>
                  </a:cubicBezTo>
                  <a:cubicBezTo>
                    <a:pt x="348" y="536"/>
                    <a:pt x="348" y="536"/>
                    <a:pt x="348" y="536"/>
                  </a:cubicBezTo>
                  <a:cubicBezTo>
                    <a:pt x="346" y="533"/>
                    <a:pt x="346" y="533"/>
                    <a:pt x="346" y="533"/>
                  </a:cubicBezTo>
                  <a:cubicBezTo>
                    <a:pt x="343" y="529"/>
                    <a:pt x="343" y="529"/>
                    <a:pt x="343" y="529"/>
                  </a:cubicBezTo>
                  <a:cubicBezTo>
                    <a:pt x="343" y="521"/>
                    <a:pt x="343" y="521"/>
                    <a:pt x="343" y="521"/>
                  </a:cubicBezTo>
                  <a:cubicBezTo>
                    <a:pt x="344" y="515"/>
                    <a:pt x="344" y="515"/>
                    <a:pt x="344" y="515"/>
                  </a:cubicBezTo>
                  <a:cubicBezTo>
                    <a:pt x="343" y="509"/>
                    <a:pt x="343" y="509"/>
                    <a:pt x="343" y="509"/>
                  </a:cubicBezTo>
                  <a:cubicBezTo>
                    <a:pt x="340" y="506"/>
                    <a:pt x="340" y="506"/>
                    <a:pt x="340" y="506"/>
                  </a:cubicBezTo>
                  <a:cubicBezTo>
                    <a:pt x="340" y="503"/>
                    <a:pt x="340" y="503"/>
                    <a:pt x="340" y="503"/>
                  </a:cubicBezTo>
                  <a:cubicBezTo>
                    <a:pt x="339" y="498"/>
                    <a:pt x="339" y="498"/>
                    <a:pt x="339" y="498"/>
                  </a:cubicBezTo>
                  <a:cubicBezTo>
                    <a:pt x="343" y="498"/>
                    <a:pt x="343" y="498"/>
                    <a:pt x="343" y="498"/>
                  </a:cubicBezTo>
                  <a:cubicBezTo>
                    <a:pt x="345" y="495"/>
                    <a:pt x="345" y="495"/>
                    <a:pt x="345" y="495"/>
                  </a:cubicBezTo>
                  <a:cubicBezTo>
                    <a:pt x="343" y="492"/>
                    <a:pt x="343" y="492"/>
                    <a:pt x="343" y="492"/>
                  </a:cubicBezTo>
                  <a:cubicBezTo>
                    <a:pt x="338" y="489"/>
                    <a:pt x="338" y="489"/>
                    <a:pt x="338" y="489"/>
                  </a:cubicBezTo>
                  <a:cubicBezTo>
                    <a:pt x="331" y="490"/>
                    <a:pt x="331" y="490"/>
                    <a:pt x="331" y="490"/>
                  </a:cubicBezTo>
                  <a:cubicBezTo>
                    <a:pt x="328" y="493"/>
                    <a:pt x="328" y="493"/>
                    <a:pt x="328" y="493"/>
                  </a:cubicBezTo>
                  <a:cubicBezTo>
                    <a:pt x="325" y="495"/>
                    <a:pt x="325" y="495"/>
                    <a:pt x="325" y="495"/>
                  </a:cubicBezTo>
                  <a:cubicBezTo>
                    <a:pt x="322" y="492"/>
                    <a:pt x="322" y="492"/>
                    <a:pt x="322" y="492"/>
                  </a:cubicBezTo>
                  <a:cubicBezTo>
                    <a:pt x="323" y="489"/>
                    <a:pt x="323" y="489"/>
                    <a:pt x="323" y="489"/>
                  </a:cubicBezTo>
                  <a:cubicBezTo>
                    <a:pt x="325" y="487"/>
                    <a:pt x="325" y="487"/>
                    <a:pt x="325" y="487"/>
                  </a:cubicBezTo>
                  <a:cubicBezTo>
                    <a:pt x="324" y="485"/>
                    <a:pt x="324" y="485"/>
                    <a:pt x="324" y="485"/>
                  </a:cubicBezTo>
                  <a:cubicBezTo>
                    <a:pt x="319" y="484"/>
                    <a:pt x="319" y="484"/>
                    <a:pt x="319" y="484"/>
                  </a:cubicBezTo>
                  <a:cubicBezTo>
                    <a:pt x="315" y="484"/>
                    <a:pt x="315" y="484"/>
                    <a:pt x="315" y="484"/>
                  </a:cubicBezTo>
                  <a:cubicBezTo>
                    <a:pt x="311" y="482"/>
                    <a:pt x="311" y="482"/>
                    <a:pt x="311" y="482"/>
                  </a:cubicBezTo>
                  <a:cubicBezTo>
                    <a:pt x="308" y="477"/>
                    <a:pt x="308" y="477"/>
                    <a:pt x="308" y="477"/>
                  </a:cubicBezTo>
                  <a:cubicBezTo>
                    <a:pt x="305" y="474"/>
                    <a:pt x="305" y="474"/>
                    <a:pt x="305" y="474"/>
                  </a:cubicBezTo>
                  <a:cubicBezTo>
                    <a:pt x="300" y="475"/>
                    <a:pt x="300" y="475"/>
                    <a:pt x="300" y="475"/>
                  </a:cubicBezTo>
                  <a:cubicBezTo>
                    <a:pt x="298" y="478"/>
                    <a:pt x="298" y="478"/>
                    <a:pt x="298" y="478"/>
                  </a:cubicBezTo>
                  <a:cubicBezTo>
                    <a:pt x="295" y="480"/>
                    <a:pt x="295" y="480"/>
                    <a:pt x="295" y="480"/>
                  </a:cubicBezTo>
                  <a:cubicBezTo>
                    <a:pt x="292" y="478"/>
                    <a:pt x="292" y="478"/>
                    <a:pt x="292" y="478"/>
                  </a:cubicBezTo>
                  <a:cubicBezTo>
                    <a:pt x="289" y="474"/>
                    <a:pt x="289" y="474"/>
                    <a:pt x="289" y="474"/>
                  </a:cubicBezTo>
                  <a:cubicBezTo>
                    <a:pt x="287" y="472"/>
                    <a:pt x="287" y="472"/>
                    <a:pt x="287" y="472"/>
                  </a:cubicBezTo>
                  <a:cubicBezTo>
                    <a:pt x="286" y="469"/>
                    <a:pt x="286" y="469"/>
                    <a:pt x="286" y="469"/>
                  </a:cubicBezTo>
                  <a:cubicBezTo>
                    <a:pt x="284" y="467"/>
                    <a:pt x="284" y="467"/>
                    <a:pt x="284" y="467"/>
                  </a:cubicBezTo>
                  <a:cubicBezTo>
                    <a:pt x="280" y="468"/>
                    <a:pt x="280" y="468"/>
                    <a:pt x="280" y="468"/>
                  </a:cubicBezTo>
                  <a:cubicBezTo>
                    <a:pt x="277" y="470"/>
                    <a:pt x="277" y="470"/>
                    <a:pt x="277" y="470"/>
                  </a:cubicBezTo>
                  <a:cubicBezTo>
                    <a:pt x="274" y="468"/>
                    <a:pt x="274" y="468"/>
                    <a:pt x="274" y="468"/>
                  </a:cubicBezTo>
                  <a:cubicBezTo>
                    <a:pt x="273" y="463"/>
                    <a:pt x="273" y="463"/>
                    <a:pt x="273" y="463"/>
                  </a:cubicBezTo>
                  <a:cubicBezTo>
                    <a:pt x="270" y="461"/>
                    <a:pt x="270" y="461"/>
                    <a:pt x="270" y="461"/>
                  </a:cubicBezTo>
                  <a:cubicBezTo>
                    <a:pt x="267" y="461"/>
                    <a:pt x="267" y="461"/>
                    <a:pt x="267" y="461"/>
                  </a:cubicBezTo>
                  <a:cubicBezTo>
                    <a:pt x="263" y="461"/>
                    <a:pt x="263" y="461"/>
                    <a:pt x="263" y="461"/>
                  </a:cubicBezTo>
                  <a:cubicBezTo>
                    <a:pt x="260" y="458"/>
                    <a:pt x="260" y="458"/>
                    <a:pt x="260" y="458"/>
                  </a:cubicBezTo>
                  <a:cubicBezTo>
                    <a:pt x="258" y="454"/>
                    <a:pt x="258" y="454"/>
                    <a:pt x="258" y="454"/>
                  </a:cubicBezTo>
                  <a:cubicBezTo>
                    <a:pt x="254" y="454"/>
                    <a:pt x="254" y="454"/>
                    <a:pt x="254" y="454"/>
                  </a:cubicBezTo>
                  <a:cubicBezTo>
                    <a:pt x="250" y="455"/>
                    <a:pt x="250" y="455"/>
                    <a:pt x="250" y="455"/>
                  </a:cubicBezTo>
                  <a:cubicBezTo>
                    <a:pt x="249" y="459"/>
                    <a:pt x="249" y="459"/>
                    <a:pt x="249" y="459"/>
                  </a:cubicBezTo>
                  <a:cubicBezTo>
                    <a:pt x="246" y="463"/>
                    <a:pt x="246" y="463"/>
                    <a:pt x="246" y="463"/>
                  </a:cubicBezTo>
                  <a:cubicBezTo>
                    <a:pt x="236" y="460"/>
                    <a:pt x="236" y="460"/>
                    <a:pt x="236" y="460"/>
                  </a:cubicBezTo>
                  <a:cubicBezTo>
                    <a:pt x="229" y="457"/>
                    <a:pt x="229" y="457"/>
                    <a:pt x="229" y="457"/>
                  </a:cubicBezTo>
                  <a:cubicBezTo>
                    <a:pt x="223" y="456"/>
                    <a:pt x="223" y="456"/>
                    <a:pt x="223" y="456"/>
                  </a:cubicBezTo>
                  <a:cubicBezTo>
                    <a:pt x="220" y="450"/>
                    <a:pt x="220" y="450"/>
                    <a:pt x="220" y="450"/>
                  </a:cubicBezTo>
                  <a:cubicBezTo>
                    <a:pt x="218" y="448"/>
                    <a:pt x="218" y="448"/>
                    <a:pt x="218" y="448"/>
                  </a:cubicBezTo>
                  <a:cubicBezTo>
                    <a:pt x="215" y="450"/>
                    <a:pt x="215" y="450"/>
                    <a:pt x="215" y="450"/>
                  </a:cubicBezTo>
                  <a:cubicBezTo>
                    <a:pt x="212" y="456"/>
                    <a:pt x="212" y="456"/>
                    <a:pt x="212" y="456"/>
                  </a:cubicBezTo>
                  <a:cubicBezTo>
                    <a:pt x="209" y="454"/>
                    <a:pt x="209" y="454"/>
                    <a:pt x="209" y="454"/>
                  </a:cubicBezTo>
                  <a:cubicBezTo>
                    <a:pt x="200" y="447"/>
                    <a:pt x="200" y="447"/>
                    <a:pt x="200" y="447"/>
                  </a:cubicBezTo>
                  <a:cubicBezTo>
                    <a:pt x="194" y="438"/>
                    <a:pt x="194" y="438"/>
                    <a:pt x="194" y="438"/>
                  </a:cubicBezTo>
                  <a:cubicBezTo>
                    <a:pt x="189" y="432"/>
                    <a:pt x="189" y="432"/>
                    <a:pt x="189" y="432"/>
                  </a:cubicBezTo>
                  <a:cubicBezTo>
                    <a:pt x="185" y="430"/>
                    <a:pt x="185" y="430"/>
                    <a:pt x="185" y="430"/>
                  </a:cubicBezTo>
                  <a:cubicBezTo>
                    <a:pt x="181" y="425"/>
                    <a:pt x="181" y="425"/>
                    <a:pt x="181" y="425"/>
                  </a:cubicBezTo>
                  <a:cubicBezTo>
                    <a:pt x="178" y="419"/>
                    <a:pt x="178" y="419"/>
                    <a:pt x="178" y="419"/>
                  </a:cubicBezTo>
                  <a:cubicBezTo>
                    <a:pt x="175" y="416"/>
                    <a:pt x="175" y="416"/>
                    <a:pt x="175" y="416"/>
                  </a:cubicBezTo>
                  <a:cubicBezTo>
                    <a:pt x="174" y="410"/>
                    <a:pt x="174" y="410"/>
                    <a:pt x="174" y="410"/>
                  </a:cubicBezTo>
                  <a:cubicBezTo>
                    <a:pt x="175" y="405"/>
                    <a:pt x="175" y="405"/>
                    <a:pt x="175" y="405"/>
                  </a:cubicBezTo>
                  <a:cubicBezTo>
                    <a:pt x="178" y="401"/>
                    <a:pt x="178" y="401"/>
                    <a:pt x="178" y="401"/>
                  </a:cubicBezTo>
                  <a:cubicBezTo>
                    <a:pt x="182" y="396"/>
                    <a:pt x="182" y="396"/>
                    <a:pt x="182" y="396"/>
                  </a:cubicBezTo>
                  <a:cubicBezTo>
                    <a:pt x="182" y="390"/>
                    <a:pt x="182" y="390"/>
                    <a:pt x="182" y="390"/>
                  </a:cubicBezTo>
                  <a:cubicBezTo>
                    <a:pt x="178" y="386"/>
                    <a:pt x="178" y="386"/>
                    <a:pt x="178" y="386"/>
                  </a:cubicBezTo>
                  <a:cubicBezTo>
                    <a:pt x="178" y="380"/>
                    <a:pt x="178" y="380"/>
                    <a:pt x="178" y="380"/>
                  </a:cubicBezTo>
                  <a:cubicBezTo>
                    <a:pt x="181" y="371"/>
                    <a:pt x="181" y="371"/>
                    <a:pt x="181" y="371"/>
                  </a:cubicBezTo>
                  <a:cubicBezTo>
                    <a:pt x="185" y="363"/>
                    <a:pt x="185" y="363"/>
                    <a:pt x="185" y="363"/>
                  </a:cubicBezTo>
                  <a:cubicBezTo>
                    <a:pt x="185" y="357"/>
                    <a:pt x="185" y="357"/>
                    <a:pt x="185" y="357"/>
                  </a:cubicBezTo>
                  <a:cubicBezTo>
                    <a:pt x="184" y="350"/>
                    <a:pt x="184" y="350"/>
                    <a:pt x="184" y="350"/>
                  </a:cubicBezTo>
                  <a:cubicBezTo>
                    <a:pt x="184" y="344"/>
                    <a:pt x="184" y="344"/>
                    <a:pt x="184" y="344"/>
                  </a:cubicBezTo>
                  <a:cubicBezTo>
                    <a:pt x="180" y="340"/>
                    <a:pt x="180" y="340"/>
                    <a:pt x="180" y="340"/>
                  </a:cubicBezTo>
                  <a:cubicBezTo>
                    <a:pt x="182" y="337"/>
                    <a:pt x="182" y="337"/>
                    <a:pt x="182" y="337"/>
                  </a:cubicBezTo>
                  <a:cubicBezTo>
                    <a:pt x="185" y="334"/>
                    <a:pt x="185" y="334"/>
                    <a:pt x="185" y="334"/>
                  </a:cubicBezTo>
                  <a:cubicBezTo>
                    <a:pt x="186" y="330"/>
                    <a:pt x="186" y="330"/>
                    <a:pt x="186" y="330"/>
                  </a:cubicBezTo>
                  <a:cubicBezTo>
                    <a:pt x="186" y="324"/>
                    <a:pt x="186" y="324"/>
                    <a:pt x="186" y="324"/>
                  </a:cubicBezTo>
                  <a:cubicBezTo>
                    <a:pt x="186" y="320"/>
                    <a:pt x="186" y="320"/>
                    <a:pt x="186" y="320"/>
                  </a:cubicBezTo>
                  <a:cubicBezTo>
                    <a:pt x="187" y="318"/>
                    <a:pt x="187" y="318"/>
                    <a:pt x="187" y="318"/>
                  </a:cubicBezTo>
                  <a:cubicBezTo>
                    <a:pt x="189" y="317"/>
                    <a:pt x="189" y="317"/>
                    <a:pt x="189" y="317"/>
                  </a:cubicBezTo>
                  <a:cubicBezTo>
                    <a:pt x="190" y="314"/>
                    <a:pt x="190" y="314"/>
                    <a:pt x="190" y="314"/>
                  </a:cubicBezTo>
                  <a:cubicBezTo>
                    <a:pt x="187" y="313"/>
                    <a:pt x="187" y="313"/>
                    <a:pt x="187" y="313"/>
                  </a:cubicBezTo>
                  <a:cubicBezTo>
                    <a:pt x="185" y="314"/>
                    <a:pt x="185" y="314"/>
                    <a:pt x="185" y="314"/>
                  </a:cubicBezTo>
                  <a:cubicBezTo>
                    <a:pt x="183" y="317"/>
                    <a:pt x="183" y="317"/>
                    <a:pt x="183" y="317"/>
                  </a:cubicBezTo>
                  <a:cubicBezTo>
                    <a:pt x="180" y="316"/>
                    <a:pt x="180" y="316"/>
                    <a:pt x="180" y="316"/>
                  </a:cubicBezTo>
                  <a:cubicBezTo>
                    <a:pt x="177" y="314"/>
                    <a:pt x="177" y="314"/>
                    <a:pt x="177" y="314"/>
                  </a:cubicBezTo>
                  <a:cubicBezTo>
                    <a:pt x="177" y="309"/>
                    <a:pt x="177" y="309"/>
                    <a:pt x="177" y="309"/>
                  </a:cubicBezTo>
                  <a:cubicBezTo>
                    <a:pt x="174" y="307"/>
                    <a:pt x="174" y="307"/>
                    <a:pt x="174" y="307"/>
                  </a:cubicBezTo>
                  <a:cubicBezTo>
                    <a:pt x="172" y="309"/>
                    <a:pt x="172" y="309"/>
                    <a:pt x="172" y="309"/>
                  </a:cubicBezTo>
                  <a:cubicBezTo>
                    <a:pt x="170" y="312"/>
                    <a:pt x="170" y="312"/>
                    <a:pt x="170" y="312"/>
                  </a:cubicBezTo>
                  <a:cubicBezTo>
                    <a:pt x="167" y="316"/>
                    <a:pt x="167" y="316"/>
                    <a:pt x="167" y="316"/>
                  </a:cubicBezTo>
                  <a:cubicBezTo>
                    <a:pt x="164" y="315"/>
                    <a:pt x="164" y="315"/>
                    <a:pt x="164" y="315"/>
                  </a:cubicBezTo>
                  <a:cubicBezTo>
                    <a:pt x="163" y="311"/>
                    <a:pt x="163" y="311"/>
                    <a:pt x="163" y="311"/>
                  </a:cubicBezTo>
                  <a:cubicBezTo>
                    <a:pt x="164" y="309"/>
                    <a:pt x="164" y="309"/>
                    <a:pt x="164" y="309"/>
                  </a:cubicBezTo>
                  <a:cubicBezTo>
                    <a:pt x="164" y="305"/>
                    <a:pt x="164" y="305"/>
                    <a:pt x="164" y="305"/>
                  </a:cubicBezTo>
                  <a:cubicBezTo>
                    <a:pt x="162" y="305"/>
                    <a:pt x="162" y="305"/>
                    <a:pt x="162" y="305"/>
                  </a:cubicBezTo>
                  <a:cubicBezTo>
                    <a:pt x="159" y="307"/>
                    <a:pt x="159" y="307"/>
                    <a:pt x="159" y="307"/>
                  </a:cubicBezTo>
                  <a:cubicBezTo>
                    <a:pt x="157" y="306"/>
                    <a:pt x="157" y="306"/>
                    <a:pt x="157" y="306"/>
                  </a:cubicBezTo>
                  <a:cubicBezTo>
                    <a:pt x="157" y="303"/>
                    <a:pt x="157" y="303"/>
                    <a:pt x="157" y="303"/>
                  </a:cubicBezTo>
                  <a:cubicBezTo>
                    <a:pt x="160" y="299"/>
                    <a:pt x="160" y="299"/>
                    <a:pt x="160" y="299"/>
                  </a:cubicBezTo>
                  <a:cubicBezTo>
                    <a:pt x="162" y="293"/>
                    <a:pt x="162" y="293"/>
                    <a:pt x="162" y="293"/>
                  </a:cubicBezTo>
                  <a:cubicBezTo>
                    <a:pt x="160" y="285"/>
                    <a:pt x="160" y="285"/>
                    <a:pt x="160" y="285"/>
                  </a:cubicBezTo>
                  <a:cubicBezTo>
                    <a:pt x="160" y="281"/>
                    <a:pt x="160" y="281"/>
                    <a:pt x="160" y="281"/>
                  </a:cubicBezTo>
                  <a:cubicBezTo>
                    <a:pt x="159" y="277"/>
                    <a:pt x="159" y="277"/>
                    <a:pt x="159" y="277"/>
                  </a:cubicBezTo>
                  <a:cubicBezTo>
                    <a:pt x="162" y="276"/>
                    <a:pt x="162" y="276"/>
                    <a:pt x="162" y="276"/>
                  </a:cubicBezTo>
                  <a:cubicBezTo>
                    <a:pt x="163" y="277"/>
                    <a:pt x="163" y="277"/>
                    <a:pt x="163" y="277"/>
                  </a:cubicBezTo>
                  <a:cubicBezTo>
                    <a:pt x="165" y="279"/>
                    <a:pt x="165" y="279"/>
                    <a:pt x="165" y="279"/>
                  </a:cubicBezTo>
                  <a:cubicBezTo>
                    <a:pt x="167" y="281"/>
                    <a:pt x="167" y="281"/>
                    <a:pt x="167" y="281"/>
                  </a:cubicBezTo>
                  <a:cubicBezTo>
                    <a:pt x="170" y="280"/>
                    <a:pt x="170" y="280"/>
                    <a:pt x="170" y="280"/>
                  </a:cubicBezTo>
                  <a:cubicBezTo>
                    <a:pt x="171" y="276"/>
                    <a:pt x="171" y="276"/>
                    <a:pt x="171" y="276"/>
                  </a:cubicBezTo>
                  <a:cubicBezTo>
                    <a:pt x="172" y="272"/>
                    <a:pt x="172" y="272"/>
                    <a:pt x="172" y="272"/>
                  </a:cubicBezTo>
                  <a:cubicBezTo>
                    <a:pt x="172" y="268"/>
                    <a:pt x="172" y="268"/>
                    <a:pt x="172" y="268"/>
                  </a:cubicBezTo>
                  <a:cubicBezTo>
                    <a:pt x="171" y="260"/>
                    <a:pt x="171" y="260"/>
                    <a:pt x="171" y="260"/>
                  </a:cubicBezTo>
                  <a:cubicBezTo>
                    <a:pt x="168" y="256"/>
                    <a:pt x="168" y="256"/>
                    <a:pt x="168" y="256"/>
                  </a:cubicBezTo>
                  <a:cubicBezTo>
                    <a:pt x="166" y="251"/>
                    <a:pt x="166" y="251"/>
                    <a:pt x="166" y="251"/>
                  </a:cubicBezTo>
                  <a:cubicBezTo>
                    <a:pt x="166" y="243"/>
                    <a:pt x="166" y="243"/>
                    <a:pt x="166" y="243"/>
                  </a:cubicBezTo>
                  <a:cubicBezTo>
                    <a:pt x="167" y="235"/>
                    <a:pt x="167" y="235"/>
                    <a:pt x="167" y="235"/>
                  </a:cubicBezTo>
                  <a:cubicBezTo>
                    <a:pt x="171" y="231"/>
                    <a:pt x="171" y="231"/>
                    <a:pt x="171" y="231"/>
                  </a:cubicBezTo>
                  <a:cubicBezTo>
                    <a:pt x="175" y="229"/>
                    <a:pt x="175" y="229"/>
                    <a:pt x="175" y="229"/>
                  </a:cubicBezTo>
                  <a:cubicBezTo>
                    <a:pt x="175" y="224"/>
                    <a:pt x="175" y="224"/>
                    <a:pt x="175" y="224"/>
                  </a:cubicBezTo>
                  <a:cubicBezTo>
                    <a:pt x="172" y="220"/>
                    <a:pt x="172" y="220"/>
                    <a:pt x="172" y="220"/>
                  </a:cubicBezTo>
                  <a:cubicBezTo>
                    <a:pt x="172" y="214"/>
                    <a:pt x="172" y="214"/>
                    <a:pt x="172" y="214"/>
                  </a:cubicBezTo>
                  <a:cubicBezTo>
                    <a:pt x="170" y="210"/>
                    <a:pt x="170" y="210"/>
                    <a:pt x="170" y="210"/>
                  </a:cubicBezTo>
                  <a:cubicBezTo>
                    <a:pt x="166" y="208"/>
                    <a:pt x="166" y="208"/>
                    <a:pt x="166" y="208"/>
                  </a:cubicBezTo>
                  <a:cubicBezTo>
                    <a:pt x="164" y="205"/>
                    <a:pt x="164" y="205"/>
                    <a:pt x="164" y="205"/>
                  </a:cubicBezTo>
                  <a:cubicBezTo>
                    <a:pt x="160" y="207"/>
                    <a:pt x="160" y="207"/>
                    <a:pt x="160" y="207"/>
                  </a:cubicBezTo>
                  <a:cubicBezTo>
                    <a:pt x="158" y="209"/>
                    <a:pt x="158" y="209"/>
                    <a:pt x="158" y="209"/>
                  </a:cubicBezTo>
                  <a:cubicBezTo>
                    <a:pt x="154" y="212"/>
                    <a:pt x="154" y="212"/>
                    <a:pt x="154" y="212"/>
                  </a:cubicBezTo>
                  <a:cubicBezTo>
                    <a:pt x="151" y="213"/>
                    <a:pt x="151" y="213"/>
                    <a:pt x="151" y="213"/>
                  </a:cubicBezTo>
                  <a:cubicBezTo>
                    <a:pt x="150" y="208"/>
                    <a:pt x="150" y="208"/>
                    <a:pt x="150" y="208"/>
                  </a:cubicBezTo>
                  <a:cubicBezTo>
                    <a:pt x="151" y="204"/>
                    <a:pt x="151" y="204"/>
                    <a:pt x="151" y="204"/>
                  </a:cubicBezTo>
                  <a:cubicBezTo>
                    <a:pt x="151" y="200"/>
                    <a:pt x="151" y="200"/>
                    <a:pt x="151" y="200"/>
                  </a:cubicBezTo>
                  <a:cubicBezTo>
                    <a:pt x="149" y="199"/>
                    <a:pt x="149" y="199"/>
                    <a:pt x="149" y="199"/>
                  </a:cubicBezTo>
                  <a:cubicBezTo>
                    <a:pt x="147" y="200"/>
                    <a:pt x="147" y="200"/>
                    <a:pt x="147" y="200"/>
                  </a:cubicBezTo>
                  <a:cubicBezTo>
                    <a:pt x="145" y="203"/>
                    <a:pt x="145" y="203"/>
                    <a:pt x="145" y="203"/>
                  </a:cubicBezTo>
                  <a:cubicBezTo>
                    <a:pt x="142" y="204"/>
                    <a:pt x="142" y="204"/>
                    <a:pt x="142" y="204"/>
                  </a:cubicBezTo>
                  <a:cubicBezTo>
                    <a:pt x="137" y="203"/>
                    <a:pt x="137" y="203"/>
                    <a:pt x="137" y="203"/>
                  </a:cubicBezTo>
                  <a:cubicBezTo>
                    <a:pt x="135" y="203"/>
                    <a:pt x="135" y="203"/>
                    <a:pt x="135" y="203"/>
                  </a:cubicBezTo>
                  <a:cubicBezTo>
                    <a:pt x="132" y="205"/>
                    <a:pt x="132" y="205"/>
                    <a:pt x="132" y="205"/>
                  </a:cubicBezTo>
                  <a:cubicBezTo>
                    <a:pt x="129" y="206"/>
                    <a:pt x="129" y="206"/>
                    <a:pt x="129" y="206"/>
                  </a:cubicBezTo>
                  <a:cubicBezTo>
                    <a:pt x="123" y="203"/>
                    <a:pt x="123" y="203"/>
                    <a:pt x="123" y="203"/>
                  </a:cubicBezTo>
                  <a:cubicBezTo>
                    <a:pt x="116" y="202"/>
                    <a:pt x="116" y="202"/>
                    <a:pt x="116" y="202"/>
                  </a:cubicBezTo>
                  <a:cubicBezTo>
                    <a:pt x="113" y="202"/>
                    <a:pt x="113" y="202"/>
                    <a:pt x="113" y="202"/>
                  </a:cubicBezTo>
                  <a:cubicBezTo>
                    <a:pt x="109" y="201"/>
                    <a:pt x="109" y="201"/>
                    <a:pt x="109" y="201"/>
                  </a:cubicBezTo>
                  <a:cubicBezTo>
                    <a:pt x="105" y="198"/>
                    <a:pt x="105" y="198"/>
                    <a:pt x="105" y="198"/>
                  </a:cubicBezTo>
                  <a:cubicBezTo>
                    <a:pt x="101" y="197"/>
                    <a:pt x="101" y="197"/>
                    <a:pt x="101" y="197"/>
                  </a:cubicBezTo>
                  <a:cubicBezTo>
                    <a:pt x="100" y="194"/>
                    <a:pt x="100" y="194"/>
                    <a:pt x="100" y="194"/>
                  </a:cubicBezTo>
                  <a:cubicBezTo>
                    <a:pt x="101" y="190"/>
                    <a:pt x="101" y="190"/>
                    <a:pt x="101" y="190"/>
                  </a:cubicBezTo>
                  <a:cubicBezTo>
                    <a:pt x="104" y="189"/>
                    <a:pt x="104" y="189"/>
                    <a:pt x="104" y="189"/>
                  </a:cubicBezTo>
                  <a:cubicBezTo>
                    <a:pt x="103" y="185"/>
                    <a:pt x="103" y="185"/>
                    <a:pt x="103" y="185"/>
                  </a:cubicBezTo>
                  <a:cubicBezTo>
                    <a:pt x="99" y="182"/>
                    <a:pt x="99" y="182"/>
                    <a:pt x="99" y="182"/>
                  </a:cubicBezTo>
                  <a:cubicBezTo>
                    <a:pt x="94" y="182"/>
                    <a:pt x="94" y="182"/>
                    <a:pt x="94" y="182"/>
                  </a:cubicBezTo>
                  <a:cubicBezTo>
                    <a:pt x="91" y="181"/>
                    <a:pt x="91" y="181"/>
                    <a:pt x="91" y="181"/>
                  </a:cubicBezTo>
                  <a:cubicBezTo>
                    <a:pt x="89" y="178"/>
                    <a:pt x="89" y="178"/>
                    <a:pt x="89" y="178"/>
                  </a:cubicBezTo>
                  <a:cubicBezTo>
                    <a:pt x="85" y="176"/>
                    <a:pt x="85" y="176"/>
                    <a:pt x="85" y="176"/>
                  </a:cubicBezTo>
                  <a:cubicBezTo>
                    <a:pt x="80" y="176"/>
                    <a:pt x="80" y="176"/>
                    <a:pt x="80" y="176"/>
                  </a:cubicBezTo>
                  <a:cubicBezTo>
                    <a:pt x="77" y="179"/>
                    <a:pt x="77" y="179"/>
                    <a:pt x="77" y="179"/>
                  </a:cubicBezTo>
                  <a:cubicBezTo>
                    <a:pt x="75" y="177"/>
                    <a:pt x="75" y="177"/>
                    <a:pt x="75" y="177"/>
                  </a:cubicBezTo>
                  <a:cubicBezTo>
                    <a:pt x="73" y="172"/>
                    <a:pt x="73" y="172"/>
                    <a:pt x="73" y="172"/>
                  </a:cubicBezTo>
                  <a:cubicBezTo>
                    <a:pt x="73" y="168"/>
                    <a:pt x="73" y="168"/>
                    <a:pt x="73" y="168"/>
                  </a:cubicBezTo>
                  <a:cubicBezTo>
                    <a:pt x="68" y="167"/>
                    <a:pt x="68" y="167"/>
                    <a:pt x="68" y="167"/>
                  </a:cubicBezTo>
                  <a:cubicBezTo>
                    <a:pt x="65" y="168"/>
                    <a:pt x="65" y="168"/>
                    <a:pt x="65" y="168"/>
                  </a:cubicBezTo>
                  <a:cubicBezTo>
                    <a:pt x="64" y="165"/>
                    <a:pt x="64" y="165"/>
                    <a:pt x="64" y="165"/>
                  </a:cubicBezTo>
                  <a:cubicBezTo>
                    <a:pt x="66" y="162"/>
                    <a:pt x="66" y="162"/>
                    <a:pt x="66" y="162"/>
                  </a:cubicBezTo>
                  <a:cubicBezTo>
                    <a:pt x="65" y="160"/>
                    <a:pt x="65" y="160"/>
                    <a:pt x="65" y="160"/>
                  </a:cubicBezTo>
                  <a:cubicBezTo>
                    <a:pt x="62" y="160"/>
                    <a:pt x="62" y="160"/>
                    <a:pt x="62" y="160"/>
                  </a:cubicBezTo>
                  <a:cubicBezTo>
                    <a:pt x="60" y="161"/>
                    <a:pt x="60" y="161"/>
                    <a:pt x="60" y="161"/>
                  </a:cubicBezTo>
                  <a:cubicBezTo>
                    <a:pt x="58" y="164"/>
                    <a:pt x="58" y="164"/>
                    <a:pt x="58" y="164"/>
                  </a:cubicBezTo>
                  <a:cubicBezTo>
                    <a:pt x="55" y="161"/>
                    <a:pt x="55" y="161"/>
                    <a:pt x="55" y="161"/>
                  </a:cubicBezTo>
                  <a:cubicBezTo>
                    <a:pt x="51" y="157"/>
                    <a:pt x="51" y="157"/>
                    <a:pt x="51" y="157"/>
                  </a:cubicBezTo>
                  <a:cubicBezTo>
                    <a:pt x="47" y="157"/>
                    <a:pt x="47" y="157"/>
                    <a:pt x="47" y="157"/>
                  </a:cubicBezTo>
                  <a:cubicBezTo>
                    <a:pt x="43" y="158"/>
                    <a:pt x="43" y="158"/>
                    <a:pt x="43" y="158"/>
                  </a:cubicBezTo>
                  <a:cubicBezTo>
                    <a:pt x="40" y="157"/>
                    <a:pt x="40" y="157"/>
                    <a:pt x="40" y="157"/>
                  </a:cubicBezTo>
                  <a:cubicBezTo>
                    <a:pt x="36" y="154"/>
                    <a:pt x="36" y="154"/>
                    <a:pt x="36" y="154"/>
                  </a:cubicBezTo>
                  <a:cubicBezTo>
                    <a:pt x="30" y="154"/>
                    <a:pt x="30" y="154"/>
                    <a:pt x="30" y="154"/>
                  </a:cubicBezTo>
                  <a:cubicBezTo>
                    <a:pt x="25" y="154"/>
                    <a:pt x="25" y="154"/>
                    <a:pt x="25" y="154"/>
                  </a:cubicBezTo>
                  <a:cubicBezTo>
                    <a:pt x="20" y="156"/>
                    <a:pt x="20" y="156"/>
                    <a:pt x="20" y="156"/>
                  </a:cubicBezTo>
                  <a:cubicBezTo>
                    <a:pt x="15" y="157"/>
                    <a:pt x="15" y="157"/>
                    <a:pt x="15" y="157"/>
                  </a:cubicBezTo>
                  <a:cubicBezTo>
                    <a:pt x="10" y="155"/>
                    <a:pt x="10" y="155"/>
                    <a:pt x="10" y="155"/>
                  </a:cubicBezTo>
                  <a:cubicBezTo>
                    <a:pt x="8" y="151"/>
                    <a:pt x="8" y="151"/>
                    <a:pt x="8" y="151"/>
                  </a:cubicBezTo>
                  <a:cubicBezTo>
                    <a:pt x="3" y="148"/>
                    <a:pt x="3" y="148"/>
                    <a:pt x="3" y="148"/>
                  </a:cubicBezTo>
                  <a:cubicBezTo>
                    <a:pt x="1" y="144"/>
                    <a:pt x="1" y="144"/>
                    <a:pt x="1" y="144"/>
                  </a:cubicBezTo>
                  <a:cubicBezTo>
                    <a:pt x="0" y="138"/>
                    <a:pt x="0" y="138"/>
                    <a:pt x="0" y="138"/>
                  </a:cubicBezTo>
                  <a:cubicBezTo>
                    <a:pt x="5" y="138"/>
                    <a:pt x="5" y="138"/>
                    <a:pt x="5" y="138"/>
                  </a:cubicBezTo>
                  <a:cubicBezTo>
                    <a:pt x="9" y="138"/>
                    <a:pt x="9" y="138"/>
                    <a:pt x="9" y="138"/>
                  </a:cubicBezTo>
                  <a:cubicBezTo>
                    <a:pt x="13" y="139"/>
                    <a:pt x="13" y="139"/>
                    <a:pt x="13" y="139"/>
                  </a:cubicBezTo>
                  <a:cubicBezTo>
                    <a:pt x="16" y="141"/>
                    <a:pt x="16" y="141"/>
                    <a:pt x="16" y="141"/>
                  </a:cubicBezTo>
                  <a:cubicBezTo>
                    <a:pt x="21" y="141"/>
                    <a:pt x="21" y="141"/>
                    <a:pt x="21" y="141"/>
                  </a:cubicBezTo>
                  <a:cubicBezTo>
                    <a:pt x="22" y="139"/>
                    <a:pt x="22" y="139"/>
                    <a:pt x="22" y="139"/>
                  </a:cubicBezTo>
                  <a:cubicBezTo>
                    <a:pt x="23" y="135"/>
                    <a:pt x="23" y="135"/>
                    <a:pt x="23" y="135"/>
                  </a:cubicBezTo>
                  <a:cubicBezTo>
                    <a:pt x="26" y="133"/>
                    <a:pt x="26" y="133"/>
                    <a:pt x="26" y="133"/>
                  </a:cubicBezTo>
                  <a:cubicBezTo>
                    <a:pt x="29" y="133"/>
                    <a:pt x="29" y="133"/>
                    <a:pt x="29" y="133"/>
                  </a:cubicBezTo>
                  <a:cubicBezTo>
                    <a:pt x="33" y="131"/>
                    <a:pt x="33" y="131"/>
                    <a:pt x="33" y="131"/>
                  </a:cubicBezTo>
                  <a:cubicBezTo>
                    <a:pt x="37" y="133"/>
                    <a:pt x="37" y="133"/>
                    <a:pt x="37" y="133"/>
                  </a:cubicBezTo>
                  <a:cubicBezTo>
                    <a:pt x="39" y="136"/>
                    <a:pt x="39" y="136"/>
                    <a:pt x="39" y="136"/>
                  </a:cubicBezTo>
                  <a:cubicBezTo>
                    <a:pt x="43" y="137"/>
                    <a:pt x="43" y="137"/>
                    <a:pt x="43" y="137"/>
                  </a:cubicBezTo>
                  <a:cubicBezTo>
                    <a:pt x="47" y="137"/>
                    <a:pt x="47" y="137"/>
                    <a:pt x="47" y="137"/>
                  </a:cubicBezTo>
                  <a:cubicBezTo>
                    <a:pt x="50" y="133"/>
                    <a:pt x="50" y="133"/>
                    <a:pt x="50" y="133"/>
                  </a:cubicBezTo>
                  <a:cubicBezTo>
                    <a:pt x="49" y="128"/>
                    <a:pt x="49" y="128"/>
                    <a:pt x="49" y="128"/>
                  </a:cubicBezTo>
                  <a:cubicBezTo>
                    <a:pt x="51" y="121"/>
                    <a:pt x="51" y="121"/>
                    <a:pt x="51" y="121"/>
                  </a:cubicBezTo>
                  <a:cubicBezTo>
                    <a:pt x="50" y="116"/>
                    <a:pt x="50" y="116"/>
                    <a:pt x="50" y="116"/>
                  </a:cubicBezTo>
                  <a:cubicBezTo>
                    <a:pt x="50" y="111"/>
                    <a:pt x="50" y="111"/>
                    <a:pt x="50" y="111"/>
                  </a:cubicBezTo>
                  <a:cubicBezTo>
                    <a:pt x="53" y="109"/>
                    <a:pt x="53" y="109"/>
                    <a:pt x="53" y="109"/>
                  </a:cubicBezTo>
                  <a:cubicBezTo>
                    <a:pt x="58" y="108"/>
                    <a:pt x="58" y="108"/>
                    <a:pt x="58" y="108"/>
                  </a:cubicBezTo>
                  <a:cubicBezTo>
                    <a:pt x="61" y="104"/>
                    <a:pt x="61" y="104"/>
                    <a:pt x="61" y="104"/>
                  </a:cubicBezTo>
                  <a:cubicBezTo>
                    <a:pt x="62" y="101"/>
                    <a:pt x="62" y="101"/>
                    <a:pt x="62" y="101"/>
                  </a:cubicBezTo>
                  <a:cubicBezTo>
                    <a:pt x="68" y="101"/>
                    <a:pt x="68" y="101"/>
                    <a:pt x="68" y="101"/>
                  </a:cubicBezTo>
                  <a:cubicBezTo>
                    <a:pt x="72" y="103"/>
                    <a:pt x="72" y="103"/>
                    <a:pt x="72" y="103"/>
                  </a:cubicBezTo>
                  <a:cubicBezTo>
                    <a:pt x="76" y="103"/>
                    <a:pt x="76" y="103"/>
                    <a:pt x="76" y="103"/>
                  </a:cubicBezTo>
                  <a:cubicBezTo>
                    <a:pt x="79" y="104"/>
                    <a:pt x="79" y="104"/>
                    <a:pt x="79" y="104"/>
                  </a:cubicBezTo>
                  <a:cubicBezTo>
                    <a:pt x="79" y="107"/>
                    <a:pt x="79" y="107"/>
                    <a:pt x="79" y="107"/>
                  </a:cubicBezTo>
                  <a:cubicBezTo>
                    <a:pt x="80" y="111"/>
                    <a:pt x="80" y="111"/>
                    <a:pt x="80" y="111"/>
                  </a:cubicBezTo>
                  <a:cubicBezTo>
                    <a:pt x="82" y="110"/>
                    <a:pt x="82" y="110"/>
                    <a:pt x="82" y="110"/>
                  </a:cubicBezTo>
                  <a:cubicBezTo>
                    <a:pt x="87" y="106"/>
                    <a:pt x="87" y="106"/>
                    <a:pt x="87" y="106"/>
                  </a:cubicBezTo>
                  <a:cubicBezTo>
                    <a:pt x="92" y="105"/>
                    <a:pt x="92" y="105"/>
                    <a:pt x="92" y="105"/>
                  </a:cubicBezTo>
                  <a:cubicBezTo>
                    <a:pt x="94" y="103"/>
                    <a:pt x="94" y="103"/>
                    <a:pt x="94" y="103"/>
                  </a:cubicBezTo>
                  <a:cubicBezTo>
                    <a:pt x="94" y="100"/>
                    <a:pt x="94" y="100"/>
                    <a:pt x="94" y="100"/>
                  </a:cubicBezTo>
                  <a:cubicBezTo>
                    <a:pt x="96" y="98"/>
                    <a:pt x="96" y="98"/>
                    <a:pt x="96" y="98"/>
                  </a:cubicBezTo>
                  <a:cubicBezTo>
                    <a:pt x="101" y="99"/>
                    <a:pt x="101" y="99"/>
                    <a:pt x="101" y="99"/>
                  </a:cubicBezTo>
                  <a:cubicBezTo>
                    <a:pt x="107" y="97"/>
                    <a:pt x="107" y="97"/>
                    <a:pt x="107" y="97"/>
                  </a:cubicBezTo>
                  <a:cubicBezTo>
                    <a:pt x="109" y="93"/>
                    <a:pt x="109" y="93"/>
                    <a:pt x="109" y="93"/>
                  </a:cubicBezTo>
                  <a:cubicBezTo>
                    <a:pt x="112" y="92"/>
                    <a:pt x="112" y="92"/>
                    <a:pt x="112" y="92"/>
                  </a:cubicBezTo>
                  <a:cubicBezTo>
                    <a:pt x="119" y="93"/>
                    <a:pt x="119" y="93"/>
                    <a:pt x="119" y="93"/>
                  </a:cubicBezTo>
                  <a:cubicBezTo>
                    <a:pt x="121" y="90"/>
                    <a:pt x="121" y="90"/>
                    <a:pt x="121" y="90"/>
                  </a:cubicBezTo>
                  <a:cubicBezTo>
                    <a:pt x="122" y="88"/>
                    <a:pt x="122" y="88"/>
                    <a:pt x="122" y="88"/>
                  </a:cubicBezTo>
                  <a:cubicBezTo>
                    <a:pt x="126" y="86"/>
                    <a:pt x="126" y="86"/>
                    <a:pt x="126" y="86"/>
                  </a:cubicBezTo>
                  <a:cubicBezTo>
                    <a:pt x="129" y="84"/>
                    <a:pt x="129" y="84"/>
                    <a:pt x="129" y="84"/>
                  </a:cubicBezTo>
                  <a:cubicBezTo>
                    <a:pt x="129" y="79"/>
                    <a:pt x="129" y="79"/>
                    <a:pt x="129" y="79"/>
                  </a:cubicBezTo>
                  <a:cubicBezTo>
                    <a:pt x="130" y="75"/>
                    <a:pt x="130" y="75"/>
                    <a:pt x="130" y="75"/>
                  </a:cubicBezTo>
                  <a:cubicBezTo>
                    <a:pt x="133" y="73"/>
                    <a:pt x="133" y="73"/>
                    <a:pt x="133" y="73"/>
                  </a:cubicBezTo>
                  <a:cubicBezTo>
                    <a:pt x="135" y="69"/>
                    <a:pt x="135" y="69"/>
                    <a:pt x="135" y="69"/>
                  </a:cubicBezTo>
                  <a:cubicBezTo>
                    <a:pt x="135" y="66"/>
                    <a:pt x="135" y="66"/>
                    <a:pt x="135" y="66"/>
                  </a:cubicBezTo>
                  <a:cubicBezTo>
                    <a:pt x="137" y="63"/>
                    <a:pt x="137" y="63"/>
                    <a:pt x="137" y="63"/>
                  </a:cubicBezTo>
                  <a:cubicBezTo>
                    <a:pt x="140" y="63"/>
                    <a:pt x="140" y="63"/>
                    <a:pt x="140" y="63"/>
                  </a:cubicBezTo>
                  <a:cubicBezTo>
                    <a:pt x="144" y="66"/>
                    <a:pt x="144" y="66"/>
                    <a:pt x="144" y="66"/>
                  </a:cubicBezTo>
                  <a:cubicBezTo>
                    <a:pt x="144" y="70"/>
                    <a:pt x="144" y="70"/>
                    <a:pt x="144" y="70"/>
                  </a:cubicBezTo>
                  <a:cubicBezTo>
                    <a:pt x="146" y="72"/>
                    <a:pt x="146" y="72"/>
                    <a:pt x="146" y="72"/>
                  </a:cubicBezTo>
                  <a:cubicBezTo>
                    <a:pt x="148" y="70"/>
                    <a:pt x="148" y="70"/>
                    <a:pt x="148" y="70"/>
                  </a:cubicBezTo>
                  <a:cubicBezTo>
                    <a:pt x="153" y="70"/>
                    <a:pt x="153" y="70"/>
                    <a:pt x="153" y="70"/>
                  </a:cubicBezTo>
                  <a:cubicBezTo>
                    <a:pt x="156" y="72"/>
                    <a:pt x="156" y="72"/>
                    <a:pt x="156" y="72"/>
                  </a:cubicBezTo>
                  <a:cubicBezTo>
                    <a:pt x="158" y="71"/>
                    <a:pt x="158" y="71"/>
                    <a:pt x="158" y="71"/>
                  </a:cubicBezTo>
                  <a:cubicBezTo>
                    <a:pt x="162" y="68"/>
                    <a:pt x="162" y="68"/>
                    <a:pt x="162" y="68"/>
                  </a:cubicBezTo>
                  <a:cubicBezTo>
                    <a:pt x="163" y="65"/>
                    <a:pt x="163" y="65"/>
                    <a:pt x="163" y="65"/>
                  </a:cubicBezTo>
                  <a:cubicBezTo>
                    <a:pt x="166" y="65"/>
                    <a:pt x="166" y="65"/>
                    <a:pt x="166" y="65"/>
                  </a:cubicBezTo>
                  <a:cubicBezTo>
                    <a:pt x="169" y="70"/>
                    <a:pt x="169" y="70"/>
                    <a:pt x="169" y="70"/>
                  </a:cubicBezTo>
                  <a:cubicBezTo>
                    <a:pt x="170" y="73"/>
                    <a:pt x="170" y="73"/>
                    <a:pt x="170" y="73"/>
                  </a:cubicBezTo>
                  <a:cubicBezTo>
                    <a:pt x="172" y="74"/>
                    <a:pt x="172" y="74"/>
                    <a:pt x="172" y="74"/>
                  </a:cubicBezTo>
                  <a:cubicBezTo>
                    <a:pt x="174" y="77"/>
                    <a:pt x="174" y="77"/>
                    <a:pt x="174" y="77"/>
                  </a:cubicBezTo>
                  <a:cubicBezTo>
                    <a:pt x="177" y="78"/>
                    <a:pt x="177" y="78"/>
                    <a:pt x="177" y="78"/>
                  </a:cubicBezTo>
                  <a:cubicBezTo>
                    <a:pt x="183" y="78"/>
                    <a:pt x="183" y="78"/>
                    <a:pt x="183" y="78"/>
                  </a:cubicBezTo>
                  <a:cubicBezTo>
                    <a:pt x="186" y="80"/>
                    <a:pt x="186" y="80"/>
                    <a:pt x="186" y="80"/>
                  </a:cubicBezTo>
                  <a:cubicBezTo>
                    <a:pt x="191" y="81"/>
                    <a:pt x="191" y="81"/>
                    <a:pt x="191" y="81"/>
                  </a:cubicBezTo>
                  <a:cubicBezTo>
                    <a:pt x="198" y="85"/>
                    <a:pt x="198" y="85"/>
                    <a:pt x="198" y="85"/>
                  </a:cubicBezTo>
                  <a:cubicBezTo>
                    <a:pt x="203" y="90"/>
                    <a:pt x="203" y="90"/>
                    <a:pt x="203" y="90"/>
                  </a:cubicBezTo>
                  <a:cubicBezTo>
                    <a:pt x="206" y="94"/>
                    <a:pt x="206" y="94"/>
                    <a:pt x="206" y="94"/>
                  </a:cubicBezTo>
                  <a:cubicBezTo>
                    <a:pt x="209" y="95"/>
                    <a:pt x="209" y="95"/>
                    <a:pt x="209" y="95"/>
                  </a:cubicBezTo>
                  <a:cubicBezTo>
                    <a:pt x="214" y="95"/>
                    <a:pt x="214" y="95"/>
                    <a:pt x="214" y="95"/>
                  </a:cubicBezTo>
                  <a:cubicBezTo>
                    <a:pt x="215" y="93"/>
                    <a:pt x="215" y="93"/>
                    <a:pt x="215" y="93"/>
                  </a:cubicBezTo>
                  <a:cubicBezTo>
                    <a:pt x="220" y="92"/>
                    <a:pt x="220" y="92"/>
                    <a:pt x="220" y="92"/>
                  </a:cubicBezTo>
                  <a:cubicBezTo>
                    <a:pt x="224" y="93"/>
                    <a:pt x="224" y="93"/>
                    <a:pt x="224" y="93"/>
                  </a:cubicBezTo>
                  <a:cubicBezTo>
                    <a:pt x="228" y="93"/>
                    <a:pt x="228" y="93"/>
                    <a:pt x="228" y="93"/>
                  </a:cubicBezTo>
                  <a:cubicBezTo>
                    <a:pt x="232" y="96"/>
                    <a:pt x="232" y="96"/>
                    <a:pt x="232" y="96"/>
                  </a:cubicBezTo>
                  <a:cubicBezTo>
                    <a:pt x="238" y="97"/>
                    <a:pt x="238" y="97"/>
                    <a:pt x="238" y="97"/>
                  </a:cubicBezTo>
                  <a:cubicBezTo>
                    <a:pt x="242" y="96"/>
                    <a:pt x="242" y="96"/>
                    <a:pt x="242" y="96"/>
                  </a:cubicBezTo>
                  <a:cubicBezTo>
                    <a:pt x="244" y="96"/>
                    <a:pt x="244" y="96"/>
                    <a:pt x="244" y="96"/>
                  </a:cubicBezTo>
                  <a:cubicBezTo>
                    <a:pt x="247" y="99"/>
                    <a:pt x="247" y="99"/>
                    <a:pt x="247" y="99"/>
                  </a:cubicBezTo>
                  <a:cubicBezTo>
                    <a:pt x="251" y="102"/>
                    <a:pt x="251" y="102"/>
                    <a:pt x="251" y="102"/>
                  </a:cubicBezTo>
                  <a:cubicBezTo>
                    <a:pt x="255" y="103"/>
                    <a:pt x="255" y="103"/>
                    <a:pt x="255" y="103"/>
                  </a:cubicBezTo>
                  <a:cubicBezTo>
                    <a:pt x="260" y="104"/>
                    <a:pt x="260" y="104"/>
                    <a:pt x="260" y="104"/>
                  </a:cubicBezTo>
                  <a:cubicBezTo>
                    <a:pt x="258" y="107"/>
                    <a:pt x="258" y="107"/>
                    <a:pt x="258" y="107"/>
                  </a:cubicBezTo>
                  <a:cubicBezTo>
                    <a:pt x="259" y="111"/>
                    <a:pt x="259" y="111"/>
                    <a:pt x="259" y="111"/>
                  </a:cubicBezTo>
                  <a:cubicBezTo>
                    <a:pt x="265" y="113"/>
                    <a:pt x="265" y="113"/>
                    <a:pt x="265" y="113"/>
                  </a:cubicBezTo>
                  <a:cubicBezTo>
                    <a:pt x="269" y="113"/>
                    <a:pt x="269" y="113"/>
                    <a:pt x="269" y="113"/>
                  </a:cubicBezTo>
                  <a:cubicBezTo>
                    <a:pt x="274" y="114"/>
                    <a:pt x="274" y="114"/>
                    <a:pt x="274" y="114"/>
                  </a:cubicBezTo>
                  <a:cubicBezTo>
                    <a:pt x="277" y="112"/>
                    <a:pt x="277" y="112"/>
                    <a:pt x="277" y="112"/>
                  </a:cubicBezTo>
                  <a:cubicBezTo>
                    <a:pt x="283" y="112"/>
                    <a:pt x="283" y="112"/>
                    <a:pt x="283" y="112"/>
                  </a:cubicBezTo>
                  <a:cubicBezTo>
                    <a:pt x="287" y="114"/>
                    <a:pt x="287" y="114"/>
                    <a:pt x="287" y="114"/>
                  </a:cubicBezTo>
                  <a:cubicBezTo>
                    <a:pt x="289" y="115"/>
                    <a:pt x="289" y="115"/>
                    <a:pt x="289" y="115"/>
                  </a:cubicBezTo>
                  <a:cubicBezTo>
                    <a:pt x="292" y="113"/>
                    <a:pt x="292" y="113"/>
                    <a:pt x="292" y="113"/>
                  </a:cubicBezTo>
                  <a:cubicBezTo>
                    <a:pt x="294" y="110"/>
                    <a:pt x="294" y="110"/>
                    <a:pt x="294" y="110"/>
                  </a:cubicBezTo>
                  <a:cubicBezTo>
                    <a:pt x="297" y="108"/>
                    <a:pt x="297" y="108"/>
                    <a:pt x="297" y="108"/>
                  </a:cubicBezTo>
                  <a:cubicBezTo>
                    <a:pt x="298" y="110"/>
                    <a:pt x="298" y="110"/>
                    <a:pt x="298" y="110"/>
                  </a:cubicBezTo>
                  <a:cubicBezTo>
                    <a:pt x="298" y="114"/>
                    <a:pt x="298" y="114"/>
                    <a:pt x="298" y="114"/>
                  </a:cubicBezTo>
                  <a:cubicBezTo>
                    <a:pt x="300" y="117"/>
                    <a:pt x="300" y="117"/>
                    <a:pt x="300" y="117"/>
                  </a:cubicBezTo>
                  <a:cubicBezTo>
                    <a:pt x="304" y="116"/>
                    <a:pt x="304" y="116"/>
                    <a:pt x="304" y="116"/>
                  </a:cubicBezTo>
                  <a:cubicBezTo>
                    <a:pt x="307" y="114"/>
                    <a:pt x="307" y="114"/>
                    <a:pt x="307" y="114"/>
                  </a:cubicBezTo>
                  <a:cubicBezTo>
                    <a:pt x="312" y="112"/>
                    <a:pt x="312" y="112"/>
                    <a:pt x="312" y="112"/>
                  </a:cubicBezTo>
                  <a:cubicBezTo>
                    <a:pt x="319" y="107"/>
                    <a:pt x="319" y="107"/>
                    <a:pt x="319" y="107"/>
                  </a:cubicBezTo>
                  <a:cubicBezTo>
                    <a:pt x="320" y="102"/>
                    <a:pt x="320" y="102"/>
                    <a:pt x="320" y="102"/>
                  </a:cubicBezTo>
                  <a:cubicBezTo>
                    <a:pt x="318" y="100"/>
                    <a:pt x="318" y="100"/>
                    <a:pt x="318" y="100"/>
                  </a:cubicBezTo>
                  <a:cubicBezTo>
                    <a:pt x="319" y="97"/>
                    <a:pt x="319" y="97"/>
                    <a:pt x="319" y="97"/>
                  </a:cubicBezTo>
                  <a:cubicBezTo>
                    <a:pt x="321" y="96"/>
                    <a:pt x="321" y="96"/>
                    <a:pt x="321" y="96"/>
                  </a:cubicBezTo>
                  <a:cubicBezTo>
                    <a:pt x="324" y="96"/>
                    <a:pt x="324" y="96"/>
                    <a:pt x="324" y="96"/>
                  </a:cubicBezTo>
                  <a:cubicBezTo>
                    <a:pt x="329" y="95"/>
                    <a:pt x="329" y="95"/>
                    <a:pt x="329" y="95"/>
                  </a:cubicBezTo>
                  <a:cubicBezTo>
                    <a:pt x="332" y="95"/>
                    <a:pt x="332" y="95"/>
                    <a:pt x="332" y="95"/>
                  </a:cubicBezTo>
                  <a:cubicBezTo>
                    <a:pt x="335" y="95"/>
                    <a:pt x="335" y="95"/>
                    <a:pt x="335" y="95"/>
                  </a:cubicBezTo>
                  <a:cubicBezTo>
                    <a:pt x="335" y="99"/>
                    <a:pt x="335" y="99"/>
                    <a:pt x="335" y="99"/>
                  </a:cubicBezTo>
                  <a:cubicBezTo>
                    <a:pt x="338" y="102"/>
                    <a:pt x="338" y="102"/>
                    <a:pt x="338" y="102"/>
                  </a:cubicBezTo>
                  <a:cubicBezTo>
                    <a:pt x="341" y="102"/>
                    <a:pt x="341" y="102"/>
                    <a:pt x="341" y="102"/>
                  </a:cubicBezTo>
                  <a:cubicBezTo>
                    <a:pt x="344" y="98"/>
                    <a:pt x="344" y="98"/>
                    <a:pt x="344" y="98"/>
                  </a:cubicBezTo>
                  <a:cubicBezTo>
                    <a:pt x="343" y="95"/>
                    <a:pt x="343" y="95"/>
                    <a:pt x="343" y="95"/>
                  </a:cubicBezTo>
                  <a:cubicBezTo>
                    <a:pt x="346" y="92"/>
                    <a:pt x="346" y="92"/>
                    <a:pt x="346" y="92"/>
                  </a:cubicBezTo>
                  <a:cubicBezTo>
                    <a:pt x="348" y="91"/>
                    <a:pt x="348" y="91"/>
                    <a:pt x="348" y="91"/>
                  </a:cubicBezTo>
                  <a:cubicBezTo>
                    <a:pt x="352" y="87"/>
                    <a:pt x="352" y="87"/>
                    <a:pt x="352" y="87"/>
                  </a:cubicBezTo>
                  <a:cubicBezTo>
                    <a:pt x="356" y="85"/>
                    <a:pt x="356" y="85"/>
                    <a:pt x="356" y="85"/>
                  </a:cubicBezTo>
                  <a:cubicBezTo>
                    <a:pt x="361" y="84"/>
                    <a:pt x="361" y="84"/>
                    <a:pt x="361" y="84"/>
                  </a:cubicBezTo>
                  <a:cubicBezTo>
                    <a:pt x="363" y="84"/>
                    <a:pt x="363" y="84"/>
                    <a:pt x="363" y="84"/>
                  </a:cubicBezTo>
                  <a:cubicBezTo>
                    <a:pt x="364" y="88"/>
                    <a:pt x="364" y="88"/>
                    <a:pt x="364" y="88"/>
                  </a:cubicBezTo>
                  <a:cubicBezTo>
                    <a:pt x="366" y="90"/>
                    <a:pt x="366" y="90"/>
                    <a:pt x="366" y="90"/>
                  </a:cubicBezTo>
                  <a:cubicBezTo>
                    <a:pt x="369" y="96"/>
                    <a:pt x="369" y="96"/>
                    <a:pt x="369" y="96"/>
                  </a:cubicBezTo>
                  <a:cubicBezTo>
                    <a:pt x="371" y="95"/>
                    <a:pt x="371" y="95"/>
                    <a:pt x="371" y="95"/>
                  </a:cubicBezTo>
                  <a:cubicBezTo>
                    <a:pt x="373" y="93"/>
                    <a:pt x="373" y="93"/>
                    <a:pt x="373" y="93"/>
                  </a:cubicBezTo>
                  <a:cubicBezTo>
                    <a:pt x="374" y="89"/>
                    <a:pt x="374" y="89"/>
                    <a:pt x="374" y="89"/>
                  </a:cubicBezTo>
                  <a:cubicBezTo>
                    <a:pt x="376" y="86"/>
                    <a:pt x="376" y="86"/>
                    <a:pt x="376" y="86"/>
                  </a:cubicBezTo>
                  <a:cubicBezTo>
                    <a:pt x="377" y="82"/>
                    <a:pt x="377" y="82"/>
                    <a:pt x="377" y="82"/>
                  </a:cubicBezTo>
                  <a:cubicBezTo>
                    <a:pt x="376" y="79"/>
                    <a:pt x="376" y="79"/>
                    <a:pt x="376" y="79"/>
                  </a:cubicBezTo>
                  <a:cubicBezTo>
                    <a:pt x="377" y="78"/>
                    <a:pt x="377" y="78"/>
                    <a:pt x="377" y="78"/>
                  </a:cubicBezTo>
                  <a:cubicBezTo>
                    <a:pt x="380" y="78"/>
                    <a:pt x="380" y="78"/>
                    <a:pt x="380" y="78"/>
                  </a:cubicBezTo>
                  <a:cubicBezTo>
                    <a:pt x="381" y="79"/>
                    <a:pt x="381" y="79"/>
                    <a:pt x="381" y="79"/>
                  </a:cubicBezTo>
                  <a:cubicBezTo>
                    <a:pt x="384" y="82"/>
                    <a:pt x="384" y="82"/>
                    <a:pt x="384" y="82"/>
                  </a:cubicBezTo>
                  <a:cubicBezTo>
                    <a:pt x="387" y="81"/>
                    <a:pt x="387" y="81"/>
                    <a:pt x="387" y="81"/>
                  </a:cubicBezTo>
                  <a:cubicBezTo>
                    <a:pt x="387" y="75"/>
                    <a:pt x="387" y="75"/>
                    <a:pt x="387" y="75"/>
                  </a:cubicBezTo>
                  <a:cubicBezTo>
                    <a:pt x="387" y="72"/>
                    <a:pt x="387" y="72"/>
                    <a:pt x="387" y="72"/>
                  </a:cubicBezTo>
                  <a:cubicBezTo>
                    <a:pt x="390" y="72"/>
                    <a:pt x="390" y="72"/>
                    <a:pt x="390" y="72"/>
                  </a:cubicBezTo>
                  <a:cubicBezTo>
                    <a:pt x="392" y="70"/>
                    <a:pt x="392" y="70"/>
                    <a:pt x="392" y="70"/>
                  </a:cubicBezTo>
                  <a:cubicBezTo>
                    <a:pt x="392" y="65"/>
                    <a:pt x="392" y="65"/>
                    <a:pt x="392" y="65"/>
                  </a:cubicBezTo>
                  <a:cubicBezTo>
                    <a:pt x="390" y="61"/>
                    <a:pt x="390" y="61"/>
                    <a:pt x="390" y="61"/>
                  </a:cubicBezTo>
                  <a:cubicBezTo>
                    <a:pt x="389" y="58"/>
                    <a:pt x="389" y="58"/>
                    <a:pt x="389" y="58"/>
                  </a:cubicBezTo>
                  <a:cubicBezTo>
                    <a:pt x="391" y="57"/>
                    <a:pt x="391" y="57"/>
                    <a:pt x="391" y="57"/>
                  </a:cubicBezTo>
                  <a:cubicBezTo>
                    <a:pt x="393" y="58"/>
                    <a:pt x="393" y="58"/>
                    <a:pt x="393" y="58"/>
                  </a:cubicBezTo>
                  <a:cubicBezTo>
                    <a:pt x="397" y="58"/>
                    <a:pt x="397" y="58"/>
                    <a:pt x="397" y="58"/>
                  </a:cubicBezTo>
                  <a:cubicBezTo>
                    <a:pt x="396" y="54"/>
                    <a:pt x="396" y="54"/>
                    <a:pt x="396" y="54"/>
                  </a:cubicBezTo>
                  <a:cubicBezTo>
                    <a:pt x="392" y="50"/>
                    <a:pt x="392" y="50"/>
                    <a:pt x="392" y="50"/>
                  </a:cubicBezTo>
                  <a:cubicBezTo>
                    <a:pt x="392" y="47"/>
                    <a:pt x="392" y="47"/>
                    <a:pt x="392" y="47"/>
                  </a:cubicBezTo>
                  <a:cubicBezTo>
                    <a:pt x="394" y="44"/>
                    <a:pt x="394" y="44"/>
                    <a:pt x="394" y="44"/>
                  </a:cubicBezTo>
                  <a:cubicBezTo>
                    <a:pt x="397" y="45"/>
                    <a:pt x="397" y="45"/>
                    <a:pt x="397" y="45"/>
                  </a:cubicBezTo>
                  <a:cubicBezTo>
                    <a:pt x="403" y="45"/>
                    <a:pt x="403" y="45"/>
                    <a:pt x="403" y="45"/>
                  </a:cubicBezTo>
                  <a:cubicBezTo>
                    <a:pt x="406" y="43"/>
                    <a:pt x="406" y="43"/>
                    <a:pt x="406" y="43"/>
                  </a:cubicBezTo>
                  <a:cubicBezTo>
                    <a:pt x="409" y="37"/>
                    <a:pt x="409" y="37"/>
                    <a:pt x="409" y="37"/>
                  </a:cubicBezTo>
                  <a:cubicBezTo>
                    <a:pt x="411" y="32"/>
                    <a:pt x="411" y="32"/>
                    <a:pt x="411" y="32"/>
                  </a:cubicBezTo>
                  <a:cubicBezTo>
                    <a:pt x="418" y="28"/>
                    <a:pt x="418" y="28"/>
                    <a:pt x="418" y="28"/>
                  </a:cubicBezTo>
                  <a:cubicBezTo>
                    <a:pt x="424" y="23"/>
                    <a:pt x="424" y="23"/>
                    <a:pt x="424" y="23"/>
                  </a:cubicBezTo>
                  <a:cubicBezTo>
                    <a:pt x="429" y="24"/>
                    <a:pt x="429" y="24"/>
                    <a:pt x="429" y="24"/>
                  </a:cubicBezTo>
                  <a:cubicBezTo>
                    <a:pt x="435" y="25"/>
                    <a:pt x="435" y="25"/>
                    <a:pt x="435" y="25"/>
                  </a:cubicBezTo>
                  <a:cubicBezTo>
                    <a:pt x="439" y="23"/>
                    <a:pt x="439" y="23"/>
                    <a:pt x="439" y="23"/>
                  </a:cubicBezTo>
                  <a:cubicBezTo>
                    <a:pt x="439" y="19"/>
                    <a:pt x="439" y="19"/>
                    <a:pt x="439" y="19"/>
                  </a:cubicBezTo>
                  <a:cubicBezTo>
                    <a:pt x="434" y="16"/>
                    <a:pt x="434" y="16"/>
                    <a:pt x="434" y="16"/>
                  </a:cubicBezTo>
                  <a:cubicBezTo>
                    <a:pt x="431" y="13"/>
                    <a:pt x="431" y="13"/>
                    <a:pt x="431" y="13"/>
                  </a:cubicBezTo>
                  <a:cubicBezTo>
                    <a:pt x="431" y="7"/>
                    <a:pt x="431" y="7"/>
                    <a:pt x="431" y="7"/>
                  </a:cubicBezTo>
                  <a:cubicBezTo>
                    <a:pt x="432" y="2"/>
                    <a:pt x="432" y="2"/>
                    <a:pt x="432" y="2"/>
                  </a:cubicBezTo>
                  <a:cubicBezTo>
                    <a:pt x="435" y="0"/>
                    <a:pt x="435" y="0"/>
                    <a:pt x="435" y="0"/>
                  </a:cubicBezTo>
                  <a:cubicBezTo>
                    <a:pt x="438" y="1"/>
                    <a:pt x="438" y="1"/>
                    <a:pt x="438" y="1"/>
                  </a:cubicBezTo>
                  <a:cubicBezTo>
                    <a:pt x="438" y="4"/>
                    <a:pt x="438" y="4"/>
                    <a:pt x="438" y="4"/>
                  </a:cubicBezTo>
                  <a:cubicBezTo>
                    <a:pt x="441" y="8"/>
                    <a:pt x="441" y="8"/>
                    <a:pt x="441" y="8"/>
                  </a:cubicBezTo>
                  <a:cubicBezTo>
                    <a:pt x="443" y="12"/>
                    <a:pt x="443" y="12"/>
                    <a:pt x="443" y="12"/>
                  </a:cubicBezTo>
                  <a:cubicBezTo>
                    <a:pt x="447" y="13"/>
                    <a:pt x="447" y="13"/>
                    <a:pt x="447" y="13"/>
                  </a:cubicBezTo>
                  <a:cubicBezTo>
                    <a:pt x="450" y="13"/>
                    <a:pt x="450" y="13"/>
                    <a:pt x="450" y="13"/>
                  </a:cubicBezTo>
                  <a:cubicBezTo>
                    <a:pt x="450" y="16"/>
                    <a:pt x="450" y="16"/>
                    <a:pt x="450" y="16"/>
                  </a:cubicBezTo>
                  <a:cubicBezTo>
                    <a:pt x="447" y="19"/>
                    <a:pt x="447" y="19"/>
                    <a:pt x="447" y="19"/>
                  </a:cubicBezTo>
                  <a:cubicBezTo>
                    <a:pt x="448" y="22"/>
                    <a:pt x="448" y="22"/>
                    <a:pt x="448" y="22"/>
                  </a:cubicBezTo>
                  <a:cubicBezTo>
                    <a:pt x="453" y="26"/>
                    <a:pt x="453" y="26"/>
                    <a:pt x="453" y="26"/>
                  </a:cubicBezTo>
                  <a:cubicBezTo>
                    <a:pt x="458" y="29"/>
                    <a:pt x="458" y="29"/>
                    <a:pt x="458" y="29"/>
                  </a:cubicBezTo>
                  <a:cubicBezTo>
                    <a:pt x="459" y="32"/>
                    <a:pt x="459" y="32"/>
                    <a:pt x="459" y="32"/>
                  </a:cubicBezTo>
                  <a:cubicBezTo>
                    <a:pt x="456" y="34"/>
                    <a:pt x="456" y="34"/>
                    <a:pt x="456" y="34"/>
                  </a:cubicBezTo>
                  <a:cubicBezTo>
                    <a:pt x="460" y="38"/>
                    <a:pt x="460" y="38"/>
                    <a:pt x="460" y="38"/>
                  </a:cubicBezTo>
                  <a:cubicBezTo>
                    <a:pt x="465" y="38"/>
                    <a:pt x="465" y="38"/>
                    <a:pt x="465" y="38"/>
                  </a:cubicBezTo>
                  <a:cubicBezTo>
                    <a:pt x="469" y="36"/>
                    <a:pt x="469" y="36"/>
                    <a:pt x="469" y="36"/>
                  </a:cubicBezTo>
                  <a:cubicBezTo>
                    <a:pt x="474" y="36"/>
                    <a:pt x="474" y="36"/>
                    <a:pt x="474" y="36"/>
                  </a:cubicBezTo>
                  <a:cubicBezTo>
                    <a:pt x="478" y="38"/>
                    <a:pt x="478" y="38"/>
                    <a:pt x="478" y="38"/>
                  </a:cubicBezTo>
                  <a:cubicBezTo>
                    <a:pt x="483" y="41"/>
                    <a:pt x="483" y="41"/>
                    <a:pt x="483" y="41"/>
                  </a:cubicBezTo>
                  <a:cubicBezTo>
                    <a:pt x="487" y="41"/>
                    <a:pt x="487" y="41"/>
                    <a:pt x="487" y="41"/>
                  </a:cubicBezTo>
                  <a:cubicBezTo>
                    <a:pt x="491" y="37"/>
                    <a:pt x="491" y="37"/>
                    <a:pt x="491" y="37"/>
                  </a:cubicBezTo>
                  <a:cubicBezTo>
                    <a:pt x="492" y="33"/>
                    <a:pt x="492" y="33"/>
                    <a:pt x="492" y="33"/>
                  </a:cubicBezTo>
                  <a:cubicBezTo>
                    <a:pt x="495" y="33"/>
                    <a:pt x="495" y="33"/>
                    <a:pt x="495" y="33"/>
                  </a:cubicBezTo>
                  <a:cubicBezTo>
                    <a:pt x="500" y="35"/>
                    <a:pt x="500" y="35"/>
                    <a:pt x="500" y="35"/>
                  </a:cubicBezTo>
                  <a:cubicBezTo>
                    <a:pt x="507" y="34"/>
                    <a:pt x="507" y="34"/>
                    <a:pt x="507" y="34"/>
                  </a:cubicBezTo>
                  <a:cubicBezTo>
                    <a:pt x="512" y="32"/>
                    <a:pt x="512" y="32"/>
                    <a:pt x="512" y="32"/>
                  </a:cubicBezTo>
                  <a:cubicBezTo>
                    <a:pt x="516" y="37"/>
                    <a:pt x="516" y="37"/>
                    <a:pt x="516" y="37"/>
                  </a:cubicBezTo>
                  <a:cubicBezTo>
                    <a:pt x="517" y="47"/>
                    <a:pt x="517" y="47"/>
                    <a:pt x="517" y="47"/>
                  </a:cubicBezTo>
                  <a:cubicBezTo>
                    <a:pt x="511" y="54"/>
                    <a:pt x="511" y="54"/>
                    <a:pt x="511" y="54"/>
                  </a:cubicBezTo>
                  <a:cubicBezTo>
                    <a:pt x="507" y="62"/>
                    <a:pt x="507" y="62"/>
                    <a:pt x="507" y="62"/>
                  </a:cubicBezTo>
                  <a:cubicBezTo>
                    <a:pt x="503" y="69"/>
                    <a:pt x="503" y="69"/>
                    <a:pt x="503" y="69"/>
                  </a:cubicBezTo>
                  <a:cubicBezTo>
                    <a:pt x="496" y="74"/>
                    <a:pt x="496" y="74"/>
                    <a:pt x="496" y="74"/>
                  </a:cubicBezTo>
                  <a:cubicBezTo>
                    <a:pt x="493" y="78"/>
                    <a:pt x="493" y="78"/>
                    <a:pt x="493" y="78"/>
                  </a:cubicBezTo>
                  <a:cubicBezTo>
                    <a:pt x="494" y="84"/>
                    <a:pt x="494" y="84"/>
                    <a:pt x="494" y="84"/>
                  </a:cubicBezTo>
                  <a:cubicBezTo>
                    <a:pt x="498" y="85"/>
                    <a:pt x="498" y="85"/>
                    <a:pt x="498" y="85"/>
                  </a:cubicBezTo>
                  <a:cubicBezTo>
                    <a:pt x="501" y="84"/>
                    <a:pt x="501" y="84"/>
                    <a:pt x="501" y="84"/>
                  </a:cubicBezTo>
                  <a:cubicBezTo>
                    <a:pt x="503" y="82"/>
                    <a:pt x="503" y="82"/>
                    <a:pt x="503" y="82"/>
                  </a:cubicBezTo>
                  <a:cubicBezTo>
                    <a:pt x="507" y="83"/>
                    <a:pt x="507" y="83"/>
                    <a:pt x="507" y="83"/>
                  </a:cubicBezTo>
                  <a:cubicBezTo>
                    <a:pt x="510" y="86"/>
                    <a:pt x="510" y="86"/>
                    <a:pt x="510" y="86"/>
                  </a:cubicBezTo>
                  <a:cubicBezTo>
                    <a:pt x="515" y="86"/>
                    <a:pt x="515" y="86"/>
                    <a:pt x="515" y="86"/>
                  </a:cubicBezTo>
                  <a:cubicBezTo>
                    <a:pt x="521" y="85"/>
                    <a:pt x="521" y="85"/>
                    <a:pt x="521" y="85"/>
                  </a:cubicBezTo>
                  <a:cubicBezTo>
                    <a:pt x="523" y="82"/>
                    <a:pt x="523" y="82"/>
                    <a:pt x="523" y="82"/>
                  </a:cubicBezTo>
                  <a:cubicBezTo>
                    <a:pt x="521" y="79"/>
                    <a:pt x="521" y="79"/>
                    <a:pt x="521" y="79"/>
                  </a:cubicBezTo>
                  <a:cubicBezTo>
                    <a:pt x="522" y="76"/>
                    <a:pt x="522" y="76"/>
                    <a:pt x="522" y="76"/>
                  </a:cubicBezTo>
                  <a:cubicBezTo>
                    <a:pt x="529" y="74"/>
                    <a:pt x="529" y="74"/>
                    <a:pt x="529" y="74"/>
                  </a:cubicBezTo>
                  <a:cubicBezTo>
                    <a:pt x="531" y="69"/>
                    <a:pt x="531" y="69"/>
                    <a:pt x="531" y="69"/>
                  </a:cubicBezTo>
                  <a:cubicBezTo>
                    <a:pt x="537" y="67"/>
                    <a:pt x="537" y="67"/>
                    <a:pt x="537" y="67"/>
                  </a:cubicBezTo>
                  <a:cubicBezTo>
                    <a:pt x="539" y="64"/>
                    <a:pt x="539" y="64"/>
                    <a:pt x="539" y="64"/>
                  </a:cubicBezTo>
                  <a:cubicBezTo>
                    <a:pt x="543" y="63"/>
                    <a:pt x="543" y="63"/>
                    <a:pt x="543" y="63"/>
                  </a:cubicBezTo>
                  <a:cubicBezTo>
                    <a:pt x="546" y="62"/>
                    <a:pt x="546" y="62"/>
                    <a:pt x="546" y="62"/>
                  </a:cubicBezTo>
                  <a:cubicBezTo>
                    <a:pt x="546" y="63"/>
                    <a:pt x="546" y="64"/>
                    <a:pt x="547" y="65"/>
                  </a:cubicBezTo>
                  <a:cubicBezTo>
                    <a:pt x="547" y="66"/>
                    <a:pt x="549" y="68"/>
                    <a:pt x="550" y="69"/>
                  </a:cubicBezTo>
                  <a:cubicBezTo>
                    <a:pt x="550" y="71"/>
                    <a:pt x="552" y="75"/>
                    <a:pt x="552" y="77"/>
                  </a:cubicBezTo>
                  <a:cubicBezTo>
                    <a:pt x="552" y="79"/>
                    <a:pt x="549" y="81"/>
                    <a:pt x="549" y="82"/>
                  </a:cubicBezTo>
                  <a:cubicBezTo>
                    <a:pt x="548" y="84"/>
                    <a:pt x="548" y="90"/>
                    <a:pt x="548" y="91"/>
                  </a:cubicBezTo>
                  <a:cubicBezTo>
                    <a:pt x="548" y="91"/>
                    <a:pt x="544" y="99"/>
                    <a:pt x="544" y="99"/>
                  </a:cubicBezTo>
                  <a:cubicBezTo>
                    <a:pt x="544" y="99"/>
                    <a:pt x="543" y="101"/>
                    <a:pt x="543" y="102"/>
                  </a:cubicBezTo>
                  <a:cubicBezTo>
                    <a:pt x="542" y="105"/>
                    <a:pt x="544" y="112"/>
                    <a:pt x="544" y="116"/>
                  </a:cubicBezTo>
                  <a:cubicBezTo>
                    <a:pt x="544" y="120"/>
                    <a:pt x="544" y="127"/>
                    <a:pt x="543" y="131"/>
                  </a:cubicBezTo>
                  <a:cubicBezTo>
                    <a:pt x="542" y="134"/>
                    <a:pt x="539" y="141"/>
                    <a:pt x="539" y="142"/>
                  </a:cubicBezTo>
                  <a:cubicBezTo>
                    <a:pt x="538" y="142"/>
                    <a:pt x="535" y="147"/>
                    <a:pt x="533" y="149"/>
                  </a:cubicBezTo>
                  <a:cubicBezTo>
                    <a:pt x="532" y="150"/>
                    <a:pt x="528" y="152"/>
                    <a:pt x="527" y="153"/>
                  </a:cubicBezTo>
                  <a:cubicBezTo>
                    <a:pt x="525" y="154"/>
                    <a:pt x="523" y="158"/>
                    <a:pt x="521" y="159"/>
                  </a:cubicBezTo>
                  <a:cubicBezTo>
                    <a:pt x="519" y="160"/>
                    <a:pt x="514" y="162"/>
                    <a:pt x="512" y="164"/>
                  </a:cubicBezTo>
                  <a:cubicBezTo>
                    <a:pt x="511" y="165"/>
                    <a:pt x="507" y="167"/>
                    <a:pt x="506" y="169"/>
                  </a:cubicBezTo>
                  <a:cubicBezTo>
                    <a:pt x="505" y="171"/>
                    <a:pt x="504" y="176"/>
                    <a:pt x="504" y="178"/>
                  </a:cubicBezTo>
                  <a:cubicBezTo>
                    <a:pt x="505" y="181"/>
                    <a:pt x="507" y="185"/>
                    <a:pt x="508" y="188"/>
                  </a:cubicBezTo>
                  <a:cubicBezTo>
                    <a:pt x="508" y="190"/>
                    <a:pt x="509" y="195"/>
                    <a:pt x="509" y="197"/>
                  </a:cubicBezTo>
                  <a:cubicBezTo>
                    <a:pt x="508" y="199"/>
                    <a:pt x="505" y="201"/>
                    <a:pt x="504" y="202"/>
                  </a:cubicBezTo>
                  <a:cubicBezTo>
                    <a:pt x="503" y="204"/>
                    <a:pt x="503" y="206"/>
                    <a:pt x="503" y="207"/>
                  </a:cubicBezTo>
                  <a:cubicBezTo>
                    <a:pt x="504" y="208"/>
                    <a:pt x="507" y="209"/>
                    <a:pt x="507" y="209"/>
                  </a:cubicBezTo>
                  <a:cubicBezTo>
                    <a:pt x="508" y="209"/>
                    <a:pt x="512" y="209"/>
                    <a:pt x="513" y="209"/>
                  </a:cubicBezTo>
                  <a:cubicBezTo>
                    <a:pt x="515" y="209"/>
                    <a:pt x="519" y="211"/>
                    <a:pt x="521" y="212"/>
                  </a:cubicBezTo>
                  <a:cubicBezTo>
                    <a:pt x="523" y="213"/>
                    <a:pt x="527" y="218"/>
                    <a:pt x="529" y="221"/>
                  </a:cubicBezTo>
                  <a:cubicBezTo>
                    <a:pt x="531" y="222"/>
                    <a:pt x="534" y="225"/>
                    <a:pt x="536" y="226"/>
                  </a:cubicBezTo>
                  <a:cubicBezTo>
                    <a:pt x="538" y="227"/>
                    <a:pt x="543" y="229"/>
                    <a:pt x="546" y="231"/>
                  </a:cubicBezTo>
                  <a:cubicBezTo>
                    <a:pt x="548" y="232"/>
                    <a:pt x="553" y="236"/>
                    <a:pt x="554" y="238"/>
                  </a:cubicBezTo>
                  <a:cubicBezTo>
                    <a:pt x="557" y="240"/>
                    <a:pt x="560" y="245"/>
                    <a:pt x="562" y="248"/>
                  </a:cubicBezTo>
                  <a:cubicBezTo>
                    <a:pt x="563" y="249"/>
                    <a:pt x="565" y="254"/>
                    <a:pt x="566" y="255"/>
                  </a:cubicBezTo>
                  <a:cubicBezTo>
                    <a:pt x="568" y="257"/>
                    <a:pt x="572" y="261"/>
                    <a:pt x="575" y="262"/>
                  </a:cubicBezTo>
                  <a:cubicBezTo>
                    <a:pt x="577" y="263"/>
                    <a:pt x="582" y="265"/>
                    <a:pt x="585" y="265"/>
                  </a:cubicBezTo>
                  <a:cubicBezTo>
                    <a:pt x="586" y="266"/>
                    <a:pt x="589" y="266"/>
                    <a:pt x="590" y="266"/>
                  </a:cubicBezTo>
                  <a:cubicBezTo>
                    <a:pt x="590" y="266"/>
                    <a:pt x="591" y="267"/>
                    <a:pt x="591" y="267"/>
                  </a:cubicBezTo>
                  <a:cubicBezTo>
                    <a:pt x="593" y="269"/>
                    <a:pt x="595" y="272"/>
                    <a:pt x="597" y="274"/>
                  </a:cubicBezTo>
                  <a:cubicBezTo>
                    <a:pt x="597" y="275"/>
                    <a:pt x="598" y="276"/>
                    <a:pt x="598" y="277"/>
                  </a:cubicBezTo>
                  <a:cubicBezTo>
                    <a:pt x="599" y="277"/>
                    <a:pt x="598" y="279"/>
                    <a:pt x="598" y="280"/>
                  </a:cubicBezTo>
                  <a:cubicBezTo>
                    <a:pt x="597" y="281"/>
                    <a:pt x="595" y="282"/>
                    <a:pt x="595" y="282"/>
                  </a:cubicBezTo>
                  <a:cubicBezTo>
                    <a:pt x="594" y="283"/>
                    <a:pt x="593" y="286"/>
                    <a:pt x="593" y="287"/>
                  </a:cubicBezTo>
                  <a:cubicBezTo>
                    <a:pt x="593" y="289"/>
                    <a:pt x="595" y="292"/>
                    <a:pt x="596" y="294"/>
                  </a:cubicBezTo>
                  <a:cubicBezTo>
                    <a:pt x="596" y="296"/>
                    <a:pt x="598" y="301"/>
                    <a:pt x="597" y="303"/>
                  </a:cubicBezTo>
                  <a:cubicBezTo>
                    <a:pt x="597" y="304"/>
                    <a:pt x="595" y="307"/>
                    <a:pt x="594" y="308"/>
                  </a:cubicBezTo>
                  <a:cubicBezTo>
                    <a:pt x="593" y="311"/>
                    <a:pt x="590" y="316"/>
                    <a:pt x="588" y="318"/>
                  </a:cubicBezTo>
                  <a:cubicBezTo>
                    <a:pt x="587" y="319"/>
                    <a:pt x="585" y="320"/>
                    <a:pt x="584" y="321"/>
                  </a:cubicBezTo>
                  <a:cubicBezTo>
                    <a:pt x="584" y="323"/>
                    <a:pt x="584" y="326"/>
                    <a:pt x="585" y="328"/>
                  </a:cubicBezTo>
                  <a:cubicBezTo>
                    <a:pt x="585" y="332"/>
                    <a:pt x="587" y="339"/>
                    <a:pt x="588" y="343"/>
                  </a:cubicBezTo>
                  <a:cubicBezTo>
                    <a:pt x="589" y="346"/>
                    <a:pt x="589" y="352"/>
                    <a:pt x="590" y="355"/>
                  </a:cubicBezTo>
                  <a:cubicBezTo>
                    <a:pt x="590" y="356"/>
                    <a:pt x="592" y="359"/>
                    <a:pt x="593" y="361"/>
                  </a:cubicBezTo>
                  <a:cubicBezTo>
                    <a:pt x="594" y="362"/>
                    <a:pt x="598" y="365"/>
                    <a:pt x="600" y="366"/>
                  </a:cubicBezTo>
                  <a:cubicBezTo>
                    <a:pt x="602" y="367"/>
                    <a:pt x="607" y="367"/>
                    <a:pt x="608" y="368"/>
                  </a:cubicBezTo>
                  <a:cubicBezTo>
                    <a:pt x="610" y="369"/>
                    <a:pt x="614" y="371"/>
                    <a:pt x="615" y="373"/>
                  </a:cubicBezTo>
                  <a:cubicBezTo>
                    <a:pt x="616" y="375"/>
                    <a:pt x="618" y="378"/>
                    <a:pt x="617" y="380"/>
                  </a:cubicBezTo>
                  <a:cubicBezTo>
                    <a:pt x="617" y="381"/>
                    <a:pt x="615" y="384"/>
                    <a:pt x="614" y="385"/>
                  </a:cubicBezTo>
                  <a:cubicBezTo>
                    <a:pt x="614" y="386"/>
                    <a:pt x="613" y="387"/>
                    <a:pt x="613" y="388"/>
                  </a:cubicBezTo>
                  <a:cubicBezTo>
                    <a:pt x="613" y="388"/>
                    <a:pt x="613" y="390"/>
                    <a:pt x="613" y="391"/>
                  </a:cubicBezTo>
                  <a:cubicBezTo>
                    <a:pt x="613" y="391"/>
                    <a:pt x="615" y="392"/>
                    <a:pt x="615" y="393"/>
                  </a:cubicBezTo>
                  <a:cubicBezTo>
                    <a:pt x="615" y="394"/>
                    <a:pt x="615" y="396"/>
                    <a:pt x="615" y="396"/>
                  </a:cubicBezTo>
                  <a:cubicBezTo>
                    <a:pt x="615" y="397"/>
                    <a:pt x="613" y="399"/>
                    <a:pt x="612" y="400"/>
                  </a:cubicBezTo>
                  <a:cubicBezTo>
                    <a:pt x="612" y="401"/>
                    <a:pt x="610" y="404"/>
                    <a:pt x="610" y="405"/>
                  </a:cubicBezTo>
                  <a:cubicBezTo>
                    <a:pt x="610" y="406"/>
                    <a:pt x="610" y="409"/>
                    <a:pt x="610" y="410"/>
                  </a:cubicBezTo>
                  <a:cubicBezTo>
                    <a:pt x="611" y="411"/>
                    <a:pt x="612" y="413"/>
                    <a:pt x="613" y="414"/>
                  </a:cubicBezTo>
                  <a:cubicBezTo>
                    <a:pt x="614" y="415"/>
                    <a:pt x="617" y="416"/>
                    <a:pt x="618" y="417"/>
                  </a:cubicBezTo>
                  <a:cubicBezTo>
                    <a:pt x="620" y="418"/>
                    <a:pt x="623" y="420"/>
                    <a:pt x="624" y="421"/>
                  </a:cubicBezTo>
                  <a:cubicBezTo>
                    <a:pt x="625" y="423"/>
                    <a:pt x="626" y="427"/>
                    <a:pt x="626" y="429"/>
                  </a:cubicBezTo>
                  <a:cubicBezTo>
                    <a:pt x="626" y="430"/>
                    <a:pt x="626" y="433"/>
                    <a:pt x="626" y="434"/>
                  </a:cubicBezTo>
                  <a:cubicBezTo>
                    <a:pt x="625" y="435"/>
                    <a:pt x="623" y="437"/>
                    <a:pt x="622" y="438"/>
                  </a:cubicBezTo>
                  <a:cubicBezTo>
                    <a:pt x="622" y="439"/>
                    <a:pt x="620" y="441"/>
                    <a:pt x="620" y="442"/>
                  </a:cubicBezTo>
                  <a:cubicBezTo>
                    <a:pt x="619" y="443"/>
                    <a:pt x="619" y="446"/>
                    <a:pt x="619" y="447"/>
                  </a:cubicBezTo>
                  <a:cubicBezTo>
                    <a:pt x="619" y="449"/>
                    <a:pt x="620" y="452"/>
                    <a:pt x="620" y="454"/>
                  </a:cubicBezTo>
                  <a:cubicBezTo>
                    <a:pt x="620" y="457"/>
                    <a:pt x="621" y="461"/>
                    <a:pt x="620" y="463"/>
                  </a:cubicBezTo>
                  <a:cubicBezTo>
                    <a:pt x="620" y="465"/>
                    <a:pt x="619" y="469"/>
                    <a:pt x="618" y="470"/>
                  </a:cubicBezTo>
                  <a:cubicBezTo>
                    <a:pt x="617" y="472"/>
                    <a:pt x="613" y="475"/>
                    <a:pt x="612" y="477"/>
                  </a:cubicBezTo>
                  <a:cubicBezTo>
                    <a:pt x="611" y="480"/>
                    <a:pt x="609" y="484"/>
                    <a:pt x="607" y="486"/>
                  </a:cubicBezTo>
                  <a:cubicBezTo>
                    <a:pt x="606" y="488"/>
                    <a:pt x="602" y="490"/>
                    <a:pt x="601" y="492"/>
                  </a:cubicBezTo>
                  <a:cubicBezTo>
                    <a:pt x="601" y="493"/>
                    <a:pt x="601" y="496"/>
                    <a:pt x="602" y="497"/>
                  </a:cubicBezTo>
                  <a:cubicBezTo>
                    <a:pt x="602" y="498"/>
                    <a:pt x="603" y="500"/>
                    <a:pt x="604" y="501"/>
                  </a:cubicBezTo>
                  <a:cubicBezTo>
                    <a:pt x="605" y="502"/>
                    <a:pt x="607" y="504"/>
                    <a:pt x="608" y="504"/>
                  </a:cubicBezTo>
                  <a:cubicBezTo>
                    <a:pt x="609" y="505"/>
                    <a:pt x="611" y="505"/>
                    <a:pt x="612" y="506"/>
                  </a:cubicBezTo>
                  <a:cubicBezTo>
                    <a:pt x="613" y="507"/>
                    <a:pt x="613" y="511"/>
                    <a:pt x="613" y="513"/>
                  </a:cubicBezTo>
                  <a:cubicBezTo>
                    <a:pt x="613" y="515"/>
                    <a:pt x="612" y="519"/>
                    <a:pt x="613" y="520"/>
                  </a:cubicBezTo>
                  <a:cubicBezTo>
                    <a:pt x="614" y="522"/>
                    <a:pt x="617" y="525"/>
                    <a:pt x="618" y="526"/>
                  </a:cubicBezTo>
                  <a:cubicBezTo>
                    <a:pt x="620" y="528"/>
                    <a:pt x="625" y="531"/>
                    <a:pt x="626" y="533"/>
                  </a:cubicBezTo>
                  <a:cubicBezTo>
                    <a:pt x="628" y="535"/>
                    <a:pt x="632" y="538"/>
                    <a:pt x="633" y="541"/>
                  </a:cubicBezTo>
                  <a:close/>
                  <a:moveTo>
                    <a:pt x="445" y="324"/>
                  </a:moveTo>
                  <a:cubicBezTo>
                    <a:pt x="445" y="321"/>
                    <a:pt x="445" y="321"/>
                    <a:pt x="445" y="321"/>
                  </a:cubicBezTo>
                  <a:cubicBezTo>
                    <a:pt x="442" y="319"/>
                    <a:pt x="442" y="319"/>
                    <a:pt x="442" y="319"/>
                  </a:cubicBezTo>
                  <a:cubicBezTo>
                    <a:pt x="440" y="319"/>
                    <a:pt x="440" y="319"/>
                    <a:pt x="440" y="319"/>
                  </a:cubicBezTo>
                  <a:cubicBezTo>
                    <a:pt x="438" y="316"/>
                    <a:pt x="438" y="316"/>
                    <a:pt x="438" y="316"/>
                  </a:cubicBezTo>
                  <a:cubicBezTo>
                    <a:pt x="436" y="317"/>
                    <a:pt x="436" y="317"/>
                    <a:pt x="436" y="317"/>
                  </a:cubicBezTo>
                  <a:cubicBezTo>
                    <a:pt x="435" y="319"/>
                    <a:pt x="435" y="319"/>
                    <a:pt x="435" y="319"/>
                  </a:cubicBezTo>
                  <a:cubicBezTo>
                    <a:pt x="432" y="319"/>
                    <a:pt x="432" y="319"/>
                    <a:pt x="432" y="319"/>
                  </a:cubicBezTo>
                  <a:cubicBezTo>
                    <a:pt x="430" y="317"/>
                    <a:pt x="430" y="317"/>
                    <a:pt x="430" y="317"/>
                  </a:cubicBezTo>
                  <a:cubicBezTo>
                    <a:pt x="426" y="315"/>
                    <a:pt x="426" y="315"/>
                    <a:pt x="426" y="315"/>
                  </a:cubicBezTo>
                  <a:cubicBezTo>
                    <a:pt x="421" y="315"/>
                    <a:pt x="421" y="315"/>
                    <a:pt x="421" y="315"/>
                  </a:cubicBezTo>
                  <a:cubicBezTo>
                    <a:pt x="419" y="315"/>
                    <a:pt x="419" y="315"/>
                    <a:pt x="419" y="315"/>
                  </a:cubicBezTo>
                  <a:cubicBezTo>
                    <a:pt x="417" y="312"/>
                    <a:pt x="417" y="312"/>
                    <a:pt x="417" y="312"/>
                  </a:cubicBezTo>
                  <a:cubicBezTo>
                    <a:pt x="420" y="310"/>
                    <a:pt x="420" y="310"/>
                    <a:pt x="420" y="310"/>
                  </a:cubicBezTo>
                  <a:cubicBezTo>
                    <a:pt x="423" y="310"/>
                    <a:pt x="423" y="310"/>
                    <a:pt x="423" y="310"/>
                  </a:cubicBezTo>
                  <a:cubicBezTo>
                    <a:pt x="423" y="308"/>
                    <a:pt x="423" y="308"/>
                    <a:pt x="423" y="308"/>
                  </a:cubicBezTo>
                  <a:cubicBezTo>
                    <a:pt x="423" y="304"/>
                    <a:pt x="423" y="304"/>
                    <a:pt x="423" y="304"/>
                  </a:cubicBezTo>
                  <a:cubicBezTo>
                    <a:pt x="422" y="302"/>
                    <a:pt x="422" y="302"/>
                    <a:pt x="422" y="302"/>
                  </a:cubicBezTo>
                  <a:cubicBezTo>
                    <a:pt x="423" y="300"/>
                    <a:pt x="423" y="300"/>
                    <a:pt x="423" y="300"/>
                  </a:cubicBezTo>
                  <a:cubicBezTo>
                    <a:pt x="427" y="300"/>
                    <a:pt x="427" y="300"/>
                    <a:pt x="427" y="300"/>
                  </a:cubicBezTo>
                  <a:cubicBezTo>
                    <a:pt x="428" y="297"/>
                    <a:pt x="428" y="297"/>
                    <a:pt x="428" y="297"/>
                  </a:cubicBezTo>
                  <a:cubicBezTo>
                    <a:pt x="426" y="294"/>
                    <a:pt x="426" y="294"/>
                    <a:pt x="426" y="294"/>
                  </a:cubicBezTo>
                  <a:cubicBezTo>
                    <a:pt x="421" y="294"/>
                    <a:pt x="421" y="294"/>
                    <a:pt x="421" y="294"/>
                  </a:cubicBezTo>
                  <a:cubicBezTo>
                    <a:pt x="418" y="296"/>
                    <a:pt x="418" y="296"/>
                    <a:pt x="418" y="296"/>
                  </a:cubicBezTo>
                  <a:cubicBezTo>
                    <a:pt x="412" y="294"/>
                    <a:pt x="412" y="294"/>
                    <a:pt x="412" y="294"/>
                  </a:cubicBezTo>
                  <a:cubicBezTo>
                    <a:pt x="409" y="289"/>
                    <a:pt x="409" y="289"/>
                    <a:pt x="409" y="289"/>
                  </a:cubicBezTo>
                  <a:cubicBezTo>
                    <a:pt x="407" y="284"/>
                    <a:pt x="407" y="284"/>
                    <a:pt x="407" y="284"/>
                  </a:cubicBezTo>
                  <a:cubicBezTo>
                    <a:pt x="403" y="280"/>
                    <a:pt x="403" y="280"/>
                    <a:pt x="403" y="280"/>
                  </a:cubicBezTo>
                  <a:cubicBezTo>
                    <a:pt x="399" y="279"/>
                    <a:pt x="399" y="279"/>
                    <a:pt x="399" y="279"/>
                  </a:cubicBezTo>
                  <a:cubicBezTo>
                    <a:pt x="395" y="276"/>
                    <a:pt x="395" y="276"/>
                    <a:pt x="395" y="276"/>
                  </a:cubicBezTo>
                  <a:cubicBezTo>
                    <a:pt x="394" y="273"/>
                    <a:pt x="394" y="273"/>
                    <a:pt x="394" y="273"/>
                  </a:cubicBezTo>
                  <a:cubicBezTo>
                    <a:pt x="395" y="270"/>
                    <a:pt x="395" y="270"/>
                    <a:pt x="395" y="270"/>
                  </a:cubicBezTo>
                  <a:cubicBezTo>
                    <a:pt x="397" y="268"/>
                    <a:pt x="397" y="268"/>
                    <a:pt x="397" y="268"/>
                  </a:cubicBezTo>
                  <a:cubicBezTo>
                    <a:pt x="395" y="263"/>
                    <a:pt x="395" y="263"/>
                    <a:pt x="395" y="263"/>
                  </a:cubicBezTo>
                  <a:cubicBezTo>
                    <a:pt x="393" y="260"/>
                    <a:pt x="393" y="260"/>
                    <a:pt x="393" y="260"/>
                  </a:cubicBezTo>
                  <a:cubicBezTo>
                    <a:pt x="390" y="257"/>
                    <a:pt x="390" y="257"/>
                    <a:pt x="390" y="257"/>
                  </a:cubicBezTo>
                  <a:cubicBezTo>
                    <a:pt x="387" y="258"/>
                    <a:pt x="387" y="258"/>
                    <a:pt x="387" y="258"/>
                  </a:cubicBezTo>
                  <a:cubicBezTo>
                    <a:pt x="386" y="260"/>
                    <a:pt x="386" y="260"/>
                    <a:pt x="386" y="260"/>
                  </a:cubicBezTo>
                  <a:cubicBezTo>
                    <a:pt x="386" y="264"/>
                    <a:pt x="386" y="264"/>
                    <a:pt x="386" y="264"/>
                  </a:cubicBezTo>
                  <a:cubicBezTo>
                    <a:pt x="387" y="266"/>
                    <a:pt x="387" y="266"/>
                    <a:pt x="387" y="266"/>
                  </a:cubicBezTo>
                  <a:cubicBezTo>
                    <a:pt x="387" y="269"/>
                    <a:pt x="387" y="269"/>
                    <a:pt x="387" y="269"/>
                  </a:cubicBezTo>
                  <a:cubicBezTo>
                    <a:pt x="386" y="272"/>
                    <a:pt x="386" y="272"/>
                    <a:pt x="386" y="272"/>
                  </a:cubicBezTo>
                  <a:cubicBezTo>
                    <a:pt x="383" y="272"/>
                    <a:pt x="383" y="272"/>
                    <a:pt x="383" y="272"/>
                  </a:cubicBezTo>
                  <a:cubicBezTo>
                    <a:pt x="381" y="270"/>
                    <a:pt x="381" y="270"/>
                    <a:pt x="381" y="270"/>
                  </a:cubicBezTo>
                  <a:cubicBezTo>
                    <a:pt x="378" y="268"/>
                    <a:pt x="378" y="268"/>
                    <a:pt x="378" y="268"/>
                  </a:cubicBezTo>
                  <a:cubicBezTo>
                    <a:pt x="375" y="267"/>
                    <a:pt x="375" y="267"/>
                    <a:pt x="375" y="267"/>
                  </a:cubicBezTo>
                  <a:cubicBezTo>
                    <a:pt x="372" y="269"/>
                    <a:pt x="372" y="269"/>
                    <a:pt x="372" y="269"/>
                  </a:cubicBezTo>
                  <a:cubicBezTo>
                    <a:pt x="371" y="272"/>
                    <a:pt x="371" y="272"/>
                    <a:pt x="371" y="272"/>
                  </a:cubicBezTo>
                  <a:cubicBezTo>
                    <a:pt x="367" y="273"/>
                    <a:pt x="367" y="273"/>
                    <a:pt x="367" y="273"/>
                  </a:cubicBezTo>
                  <a:cubicBezTo>
                    <a:pt x="363" y="270"/>
                    <a:pt x="363" y="270"/>
                    <a:pt x="363" y="270"/>
                  </a:cubicBezTo>
                  <a:cubicBezTo>
                    <a:pt x="361" y="265"/>
                    <a:pt x="361" y="265"/>
                    <a:pt x="361" y="265"/>
                  </a:cubicBezTo>
                  <a:cubicBezTo>
                    <a:pt x="359" y="263"/>
                    <a:pt x="359" y="263"/>
                    <a:pt x="359" y="263"/>
                  </a:cubicBezTo>
                  <a:cubicBezTo>
                    <a:pt x="355" y="262"/>
                    <a:pt x="355" y="262"/>
                    <a:pt x="355" y="262"/>
                  </a:cubicBezTo>
                  <a:cubicBezTo>
                    <a:pt x="353" y="264"/>
                    <a:pt x="353" y="264"/>
                    <a:pt x="353" y="264"/>
                  </a:cubicBezTo>
                  <a:cubicBezTo>
                    <a:pt x="353" y="268"/>
                    <a:pt x="353" y="268"/>
                    <a:pt x="353" y="268"/>
                  </a:cubicBezTo>
                  <a:cubicBezTo>
                    <a:pt x="350" y="272"/>
                    <a:pt x="350" y="272"/>
                    <a:pt x="350" y="272"/>
                  </a:cubicBezTo>
                  <a:cubicBezTo>
                    <a:pt x="346" y="273"/>
                    <a:pt x="346" y="273"/>
                    <a:pt x="346" y="273"/>
                  </a:cubicBezTo>
                  <a:cubicBezTo>
                    <a:pt x="344" y="276"/>
                    <a:pt x="344" y="276"/>
                    <a:pt x="344" y="276"/>
                  </a:cubicBezTo>
                  <a:cubicBezTo>
                    <a:pt x="345" y="279"/>
                    <a:pt x="345" y="279"/>
                    <a:pt x="345" y="279"/>
                  </a:cubicBezTo>
                  <a:cubicBezTo>
                    <a:pt x="347" y="281"/>
                    <a:pt x="347" y="281"/>
                    <a:pt x="347" y="281"/>
                  </a:cubicBezTo>
                  <a:cubicBezTo>
                    <a:pt x="348" y="284"/>
                    <a:pt x="348" y="284"/>
                    <a:pt x="348" y="284"/>
                  </a:cubicBezTo>
                  <a:cubicBezTo>
                    <a:pt x="346" y="285"/>
                    <a:pt x="346" y="285"/>
                    <a:pt x="346" y="285"/>
                  </a:cubicBezTo>
                  <a:cubicBezTo>
                    <a:pt x="342" y="283"/>
                    <a:pt x="342" y="283"/>
                    <a:pt x="342" y="283"/>
                  </a:cubicBezTo>
                  <a:cubicBezTo>
                    <a:pt x="339" y="281"/>
                    <a:pt x="339" y="281"/>
                    <a:pt x="339" y="281"/>
                  </a:cubicBezTo>
                  <a:cubicBezTo>
                    <a:pt x="336" y="282"/>
                    <a:pt x="336" y="282"/>
                    <a:pt x="336" y="282"/>
                  </a:cubicBezTo>
                  <a:cubicBezTo>
                    <a:pt x="334" y="285"/>
                    <a:pt x="334" y="285"/>
                    <a:pt x="334" y="285"/>
                  </a:cubicBezTo>
                  <a:cubicBezTo>
                    <a:pt x="335" y="288"/>
                    <a:pt x="335" y="288"/>
                    <a:pt x="335" y="288"/>
                  </a:cubicBezTo>
                  <a:cubicBezTo>
                    <a:pt x="337" y="290"/>
                    <a:pt x="337" y="290"/>
                    <a:pt x="337" y="290"/>
                  </a:cubicBezTo>
                  <a:cubicBezTo>
                    <a:pt x="338" y="294"/>
                    <a:pt x="338" y="294"/>
                    <a:pt x="338" y="294"/>
                  </a:cubicBezTo>
                  <a:cubicBezTo>
                    <a:pt x="336" y="295"/>
                    <a:pt x="336" y="295"/>
                    <a:pt x="336" y="295"/>
                  </a:cubicBezTo>
                  <a:cubicBezTo>
                    <a:pt x="332" y="294"/>
                    <a:pt x="332" y="294"/>
                    <a:pt x="332" y="294"/>
                  </a:cubicBezTo>
                  <a:cubicBezTo>
                    <a:pt x="330" y="296"/>
                    <a:pt x="330" y="296"/>
                    <a:pt x="330" y="296"/>
                  </a:cubicBezTo>
                  <a:cubicBezTo>
                    <a:pt x="330" y="301"/>
                    <a:pt x="330" y="301"/>
                    <a:pt x="330" y="301"/>
                  </a:cubicBezTo>
                  <a:cubicBezTo>
                    <a:pt x="331" y="305"/>
                    <a:pt x="331" y="305"/>
                    <a:pt x="331" y="305"/>
                  </a:cubicBezTo>
                  <a:cubicBezTo>
                    <a:pt x="336" y="306"/>
                    <a:pt x="336" y="306"/>
                    <a:pt x="336" y="306"/>
                  </a:cubicBezTo>
                  <a:cubicBezTo>
                    <a:pt x="338" y="309"/>
                    <a:pt x="338" y="309"/>
                    <a:pt x="338" y="309"/>
                  </a:cubicBezTo>
                  <a:cubicBezTo>
                    <a:pt x="337" y="312"/>
                    <a:pt x="337" y="312"/>
                    <a:pt x="337" y="312"/>
                  </a:cubicBezTo>
                  <a:cubicBezTo>
                    <a:pt x="333" y="316"/>
                    <a:pt x="333" y="316"/>
                    <a:pt x="333" y="316"/>
                  </a:cubicBezTo>
                  <a:cubicBezTo>
                    <a:pt x="330" y="321"/>
                    <a:pt x="330" y="321"/>
                    <a:pt x="330" y="321"/>
                  </a:cubicBezTo>
                  <a:cubicBezTo>
                    <a:pt x="330" y="326"/>
                    <a:pt x="330" y="326"/>
                    <a:pt x="330" y="326"/>
                  </a:cubicBezTo>
                  <a:cubicBezTo>
                    <a:pt x="328" y="330"/>
                    <a:pt x="328" y="330"/>
                    <a:pt x="328" y="330"/>
                  </a:cubicBezTo>
                  <a:cubicBezTo>
                    <a:pt x="330" y="334"/>
                    <a:pt x="330" y="334"/>
                    <a:pt x="330" y="334"/>
                  </a:cubicBezTo>
                  <a:cubicBezTo>
                    <a:pt x="332" y="337"/>
                    <a:pt x="332" y="337"/>
                    <a:pt x="332" y="337"/>
                  </a:cubicBezTo>
                  <a:cubicBezTo>
                    <a:pt x="332" y="342"/>
                    <a:pt x="332" y="342"/>
                    <a:pt x="332" y="342"/>
                  </a:cubicBezTo>
                  <a:cubicBezTo>
                    <a:pt x="333" y="345"/>
                    <a:pt x="333" y="345"/>
                    <a:pt x="333" y="345"/>
                  </a:cubicBezTo>
                  <a:cubicBezTo>
                    <a:pt x="337" y="345"/>
                    <a:pt x="337" y="345"/>
                    <a:pt x="337" y="345"/>
                  </a:cubicBezTo>
                  <a:cubicBezTo>
                    <a:pt x="339" y="341"/>
                    <a:pt x="339" y="341"/>
                    <a:pt x="339" y="341"/>
                  </a:cubicBezTo>
                  <a:cubicBezTo>
                    <a:pt x="344" y="339"/>
                    <a:pt x="344" y="339"/>
                    <a:pt x="344" y="339"/>
                  </a:cubicBezTo>
                  <a:cubicBezTo>
                    <a:pt x="348" y="335"/>
                    <a:pt x="348" y="335"/>
                    <a:pt x="348" y="335"/>
                  </a:cubicBezTo>
                  <a:cubicBezTo>
                    <a:pt x="354" y="335"/>
                    <a:pt x="354" y="335"/>
                    <a:pt x="354" y="335"/>
                  </a:cubicBezTo>
                  <a:cubicBezTo>
                    <a:pt x="360" y="338"/>
                    <a:pt x="360" y="338"/>
                    <a:pt x="360" y="338"/>
                  </a:cubicBezTo>
                  <a:cubicBezTo>
                    <a:pt x="364" y="337"/>
                    <a:pt x="364" y="337"/>
                    <a:pt x="364" y="337"/>
                  </a:cubicBezTo>
                  <a:cubicBezTo>
                    <a:pt x="369" y="338"/>
                    <a:pt x="369" y="338"/>
                    <a:pt x="369" y="338"/>
                  </a:cubicBezTo>
                  <a:cubicBezTo>
                    <a:pt x="373" y="339"/>
                    <a:pt x="373" y="339"/>
                    <a:pt x="373" y="339"/>
                  </a:cubicBezTo>
                  <a:cubicBezTo>
                    <a:pt x="378" y="342"/>
                    <a:pt x="378" y="342"/>
                    <a:pt x="378" y="342"/>
                  </a:cubicBezTo>
                  <a:cubicBezTo>
                    <a:pt x="382" y="342"/>
                    <a:pt x="382" y="342"/>
                    <a:pt x="382" y="342"/>
                  </a:cubicBezTo>
                  <a:cubicBezTo>
                    <a:pt x="385" y="341"/>
                    <a:pt x="385" y="341"/>
                    <a:pt x="385" y="341"/>
                  </a:cubicBezTo>
                  <a:cubicBezTo>
                    <a:pt x="386" y="338"/>
                    <a:pt x="386" y="338"/>
                    <a:pt x="386" y="338"/>
                  </a:cubicBezTo>
                  <a:cubicBezTo>
                    <a:pt x="384" y="335"/>
                    <a:pt x="384" y="335"/>
                    <a:pt x="384" y="335"/>
                  </a:cubicBezTo>
                  <a:cubicBezTo>
                    <a:pt x="385" y="332"/>
                    <a:pt x="385" y="332"/>
                    <a:pt x="385" y="332"/>
                  </a:cubicBezTo>
                  <a:cubicBezTo>
                    <a:pt x="388" y="331"/>
                    <a:pt x="388" y="331"/>
                    <a:pt x="388" y="331"/>
                  </a:cubicBezTo>
                  <a:cubicBezTo>
                    <a:pt x="393" y="334"/>
                    <a:pt x="393" y="334"/>
                    <a:pt x="393" y="334"/>
                  </a:cubicBezTo>
                  <a:cubicBezTo>
                    <a:pt x="396" y="337"/>
                    <a:pt x="396" y="337"/>
                    <a:pt x="396" y="337"/>
                  </a:cubicBezTo>
                  <a:cubicBezTo>
                    <a:pt x="402" y="337"/>
                    <a:pt x="402" y="337"/>
                    <a:pt x="402" y="337"/>
                  </a:cubicBezTo>
                  <a:cubicBezTo>
                    <a:pt x="404" y="339"/>
                    <a:pt x="404" y="339"/>
                    <a:pt x="404" y="339"/>
                  </a:cubicBezTo>
                  <a:cubicBezTo>
                    <a:pt x="410" y="340"/>
                    <a:pt x="410" y="340"/>
                    <a:pt x="410" y="340"/>
                  </a:cubicBezTo>
                  <a:cubicBezTo>
                    <a:pt x="415" y="339"/>
                    <a:pt x="415" y="339"/>
                    <a:pt x="415" y="339"/>
                  </a:cubicBezTo>
                  <a:cubicBezTo>
                    <a:pt x="417" y="342"/>
                    <a:pt x="417" y="342"/>
                    <a:pt x="417" y="342"/>
                  </a:cubicBezTo>
                  <a:cubicBezTo>
                    <a:pt x="421" y="343"/>
                    <a:pt x="421" y="343"/>
                    <a:pt x="421" y="343"/>
                  </a:cubicBezTo>
                  <a:cubicBezTo>
                    <a:pt x="421" y="348"/>
                    <a:pt x="421" y="348"/>
                    <a:pt x="421" y="348"/>
                  </a:cubicBezTo>
                  <a:cubicBezTo>
                    <a:pt x="423" y="352"/>
                    <a:pt x="423" y="352"/>
                    <a:pt x="423" y="352"/>
                  </a:cubicBezTo>
                  <a:cubicBezTo>
                    <a:pt x="423" y="354"/>
                    <a:pt x="423" y="354"/>
                    <a:pt x="423" y="354"/>
                  </a:cubicBezTo>
                  <a:cubicBezTo>
                    <a:pt x="426" y="354"/>
                    <a:pt x="426" y="354"/>
                    <a:pt x="426" y="354"/>
                  </a:cubicBezTo>
                  <a:cubicBezTo>
                    <a:pt x="426" y="350"/>
                    <a:pt x="426" y="350"/>
                    <a:pt x="426" y="350"/>
                  </a:cubicBezTo>
                  <a:cubicBezTo>
                    <a:pt x="429" y="347"/>
                    <a:pt x="429" y="347"/>
                    <a:pt x="429" y="347"/>
                  </a:cubicBezTo>
                  <a:cubicBezTo>
                    <a:pt x="432" y="345"/>
                    <a:pt x="432" y="345"/>
                    <a:pt x="432" y="345"/>
                  </a:cubicBezTo>
                  <a:cubicBezTo>
                    <a:pt x="435" y="341"/>
                    <a:pt x="435" y="341"/>
                    <a:pt x="435" y="341"/>
                  </a:cubicBezTo>
                  <a:cubicBezTo>
                    <a:pt x="439" y="336"/>
                    <a:pt x="439" y="336"/>
                    <a:pt x="439" y="336"/>
                  </a:cubicBezTo>
                  <a:cubicBezTo>
                    <a:pt x="439" y="332"/>
                    <a:pt x="439" y="332"/>
                    <a:pt x="439" y="332"/>
                  </a:cubicBezTo>
                  <a:cubicBezTo>
                    <a:pt x="438" y="328"/>
                    <a:pt x="438" y="328"/>
                    <a:pt x="438" y="328"/>
                  </a:cubicBezTo>
                  <a:cubicBezTo>
                    <a:pt x="439" y="325"/>
                    <a:pt x="439" y="325"/>
                    <a:pt x="439" y="325"/>
                  </a:cubicBezTo>
                  <a:cubicBezTo>
                    <a:pt x="442" y="325"/>
                    <a:pt x="442" y="325"/>
                    <a:pt x="442" y="325"/>
                  </a:cubicBezTo>
                  <a:lnTo>
                    <a:pt x="445" y="324"/>
                  </a:lnTo>
                  <a:close/>
                </a:path>
              </a:pathLst>
            </a:custGeom>
            <a:solidFill>
              <a:schemeClr val="accent2"/>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6"/>
            <p:cNvSpPr>
              <a:spLocks noEditPoints="1"/>
            </p:cNvSpPr>
            <p:nvPr/>
          </p:nvSpPr>
          <p:spPr bwMode="auto">
            <a:xfrm>
              <a:off x="962026" y="1327151"/>
              <a:ext cx="1593850" cy="1393825"/>
            </a:xfrm>
            <a:custGeom>
              <a:avLst/>
              <a:gdLst/>
              <a:ahLst/>
              <a:cxnLst>
                <a:cxn ang="0">
                  <a:pos x="743" y="173"/>
                </a:cxn>
                <a:cxn ang="0">
                  <a:pos x="798" y="215"/>
                </a:cxn>
                <a:cxn ang="0">
                  <a:pos x="826" y="249"/>
                </a:cxn>
                <a:cxn ang="0">
                  <a:pos x="855" y="263"/>
                </a:cxn>
                <a:cxn ang="0">
                  <a:pos x="799" y="294"/>
                </a:cxn>
                <a:cxn ang="0">
                  <a:pos x="751" y="311"/>
                </a:cxn>
                <a:cxn ang="0">
                  <a:pos x="745" y="365"/>
                </a:cxn>
                <a:cxn ang="0">
                  <a:pos x="765" y="405"/>
                </a:cxn>
                <a:cxn ang="0">
                  <a:pos x="762" y="456"/>
                </a:cxn>
                <a:cxn ang="0">
                  <a:pos x="767" y="498"/>
                </a:cxn>
                <a:cxn ang="0">
                  <a:pos x="738" y="541"/>
                </a:cxn>
                <a:cxn ang="0">
                  <a:pos x="703" y="569"/>
                </a:cxn>
                <a:cxn ang="0">
                  <a:pos x="701" y="630"/>
                </a:cxn>
                <a:cxn ang="0">
                  <a:pos x="705" y="677"/>
                </a:cxn>
                <a:cxn ang="0">
                  <a:pos x="663" y="672"/>
                </a:cxn>
                <a:cxn ang="0">
                  <a:pos x="609" y="716"/>
                </a:cxn>
                <a:cxn ang="0">
                  <a:pos x="569" y="724"/>
                </a:cxn>
                <a:cxn ang="0">
                  <a:pos x="541" y="736"/>
                </a:cxn>
                <a:cxn ang="0">
                  <a:pos x="526" y="752"/>
                </a:cxn>
                <a:cxn ang="0">
                  <a:pos x="521" y="723"/>
                </a:cxn>
                <a:cxn ang="0">
                  <a:pos x="527" y="680"/>
                </a:cxn>
                <a:cxn ang="0">
                  <a:pos x="501" y="661"/>
                </a:cxn>
                <a:cxn ang="0">
                  <a:pos x="474" y="646"/>
                </a:cxn>
                <a:cxn ang="0">
                  <a:pos x="484" y="591"/>
                </a:cxn>
                <a:cxn ang="0">
                  <a:pos x="454" y="559"/>
                </a:cxn>
                <a:cxn ang="0">
                  <a:pos x="436" y="526"/>
                </a:cxn>
                <a:cxn ang="0">
                  <a:pos x="414" y="513"/>
                </a:cxn>
                <a:cxn ang="0">
                  <a:pos x="409" y="479"/>
                </a:cxn>
                <a:cxn ang="0">
                  <a:pos x="430" y="425"/>
                </a:cxn>
                <a:cxn ang="0">
                  <a:pos x="405" y="424"/>
                </a:cxn>
                <a:cxn ang="0">
                  <a:pos x="357" y="402"/>
                </a:cxn>
                <a:cxn ang="0">
                  <a:pos x="303" y="415"/>
                </a:cxn>
                <a:cxn ang="0">
                  <a:pos x="314" y="480"/>
                </a:cxn>
                <a:cxn ang="0">
                  <a:pos x="295" y="514"/>
                </a:cxn>
                <a:cxn ang="0">
                  <a:pos x="225" y="535"/>
                </a:cxn>
                <a:cxn ang="0">
                  <a:pos x="234" y="494"/>
                </a:cxn>
                <a:cxn ang="0">
                  <a:pos x="221" y="462"/>
                </a:cxn>
                <a:cxn ang="0">
                  <a:pos x="193" y="433"/>
                </a:cxn>
                <a:cxn ang="0">
                  <a:pos x="164" y="423"/>
                </a:cxn>
                <a:cxn ang="0">
                  <a:pos x="97" y="465"/>
                </a:cxn>
                <a:cxn ang="0">
                  <a:pos x="63" y="419"/>
                </a:cxn>
                <a:cxn ang="0">
                  <a:pos x="10" y="372"/>
                </a:cxn>
                <a:cxn ang="0">
                  <a:pos x="77" y="292"/>
                </a:cxn>
                <a:cxn ang="0">
                  <a:pos x="106" y="156"/>
                </a:cxn>
                <a:cxn ang="0">
                  <a:pos x="73" y="96"/>
                </a:cxn>
                <a:cxn ang="0">
                  <a:pos x="92" y="79"/>
                </a:cxn>
                <a:cxn ang="0">
                  <a:pos x="198" y="51"/>
                </a:cxn>
                <a:cxn ang="0">
                  <a:pos x="261" y="111"/>
                </a:cxn>
                <a:cxn ang="0">
                  <a:pos x="288" y="110"/>
                </a:cxn>
                <a:cxn ang="0">
                  <a:pos x="326" y="122"/>
                </a:cxn>
                <a:cxn ang="0">
                  <a:pos x="331" y="54"/>
                </a:cxn>
                <a:cxn ang="0">
                  <a:pos x="416" y="18"/>
                </a:cxn>
                <a:cxn ang="0">
                  <a:pos x="509" y="86"/>
                </a:cxn>
                <a:cxn ang="0">
                  <a:pos x="565" y="137"/>
                </a:cxn>
                <a:cxn ang="0">
                  <a:pos x="594" y="139"/>
                </a:cxn>
                <a:cxn ang="0">
                  <a:pos x="645" y="140"/>
                </a:cxn>
                <a:cxn ang="0">
                  <a:pos x="407" y="225"/>
                </a:cxn>
                <a:cxn ang="0">
                  <a:pos x="372" y="210"/>
                </a:cxn>
                <a:cxn ang="0">
                  <a:pos x="335" y="191"/>
                </a:cxn>
                <a:cxn ang="0">
                  <a:pos x="355" y="224"/>
                </a:cxn>
                <a:cxn ang="0">
                  <a:pos x="400" y="257"/>
                </a:cxn>
              </a:cxnLst>
              <a:rect l="0" t="0" r="r" b="b"/>
              <a:pathLst>
                <a:path w="869" h="760">
                  <a:moveTo>
                    <a:pt x="695" y="160"/>
                  </a:moveTo>
                  <a:cubicBezTo>
                    <a:pt x="698" y="161"/>
                    <a:pt x="698" y="161"/>
                    <a:pt x="698" y="161"/>
                  </a:cubicBezTo>
                  <a:cubicBezTo>
                    <a:pt x="701" y="160"/>
                    <a:pt x="701" y="160"/>
                    <a:pt x="701" y="160"/>
                  </a:cubicBezTo>
                  <a:cubicBezTo>
                    <a:pt x="706" y="159"/>
                    <a:pt x="706" y="159"/>
                    <a:pt x="706" y="159"/>
                  </a:cubicBezTo>
                  <a:cubicBezTo>
                    <a:pt x="713" y="160"/>
                    <a:pt x="713" y="160"/>
                    <a:pt x="713" y="160"/>
                  </a:cubicBezTo>
                  <a:cubicBezTo>
                    <a:pt x="718" y="161"/>
                    <a:pt x="718" y="161"/>
                    <a:pt x="718" y="161"/>
                  </a:cubicBezTo>
                  <a:cubicBezTo>
                    <a:pt x="719" y="165"/>
                    <a:pt x="719" y="165"/>
                    <a:pt x="719" y="165"/>
                  </a:cubicBezTo>
                  <a:cubicBezTo>
                    <a:pt x="718" y="168"/>
                    <a:pt x="718" y="168"/>
                    <a:pt x="718" y="168"/>
                  </a:cubicBezTo>
                  <a:cubicBezTo>
                    <a:pt x="718" y="175"/>
                    <a:pt x="718" y="175"/>
                    <a:pt x="718" y="175"/>
                  </a:cubicBezTo>
                  <a:cubicBezTo>
                    <a:pt x="722" y="175"/>
                    <a:pt x="722" y="175"/>
                    <a:pt x="722" y="175"/>
                  </a:cubicBezTo>
                  <a:cubicBezTo>
                    <a:pt x="725" y="175"/>
                    <a:pt x="725" y="175"/>
                    <a:pt x="725" y="175"/>
                  </a:cubicBezTo>
                  <a:cubicBezTo>
                    <a:pt x="730" y="177"/>
                    <a:pt x="730" y="177"/>
                    <a:pt x="730" y="177"/>
                  </a:cubicBezTo>
                  <a:cubicBezTo>
                    <a:pt x="736" y="176"/>
                    <a:pt x="736" y="176"/>
                    <a:pt x="736" y="176"/>
                  </a:cubicBezTo>
                  <a:cubicBezTo>
                    <a:pt x="739" y="176"/>
                    <a:pt x="739" y="176"/>
                    <a:pt x="739" y="176"/>
                  </a:cubicBezTo>
                  <a:cubicBezTo>
                    <a:pt x="743" y="173"/>
                    <a:pt x="743" y="173"/>
                    <a:pt x="743" y="173"/>
                  </a:cubicBezTo>
                  <a:cubicBezTo>
                    <a:pt x="745" y="169"/>
                    <a:pt x="745" y="169"/>
                    <a:pt x="745" y="169"/>
                  </a:cubicBezTo>
                  <a:cubicBezTo>
                    <a:pt x="750" y="166"/>
                    <a:pt x="750" y="166"/>
                    <a:pt x="750" y="166"/>
                  </a:cubicBezTo>
                  <a:cubicBezTo>
                    <a:pt x="756" y="167"/>
                    <a:pt x="756" y="167"/>
                    <a:pt x="756" y="167"/>
                  </a:cubicBezTo>
                  <a:cubicBezTo>
                    <a:pt x="761" y="169"/>
                    <a:pt x="761" y="169"/>
                    <a:pt x="761" y="169"/>
                  </a:cubicBezTo>
                  <a:cubicBezTo>
                    <a:pt x="762" y="173"/>
                    <a:pt x="762" y="173"/>
                    <a:pt x="762" y="173"/>
                  </a:cubicBezTo>
                  <a:cubicBezTo>
                    <a:pt x="762" y="179"/>
                    <a:pt x="762" y="179"/>
                    <a:pt x="762" y="179"/>
                  </a:cubicBezTo>
                  <a:cubicBezTo>
                    <a:pt x="762" y="179"/>
                    <a:pt x="764" y="183"/>
                    <a:pt x="764" y="184"/>
                  </a:cubicBezTo>
                  <a:cubicBezTo>
                    <a:pt x="764" y="185"/>
                    <a:pt x="769" y="187"/>
                    <a:pt x="769" y="187"/>
                  </a:cubicBezTo>
                  <a:cubicBezTo>
                    <a:pt x="776" y="196"/>
                    <a:pt x="776" y="196"/>
                    <a:pt x="776" y="196"/>
                  </a:cubicBezTo>
                  <a:cubicBezTo>
                    <a:pt x="778" y="200"/>
                    <a:pt x="778" y="200"/>
                    <a:pt x="778" y="200"/>
                  </a:cubicBezTo>
                  <a:cubicBezTo>
                    <a:pt x="782" y="206"/>
                    <a:pt x="782" y="206"/>
                    <a:pt x="782" y="206"/>
                  </a:cubicBezTo>
                  <a:cubicBezTo>
                    <a:pt x="786" y="210"/>
                    <a:pt x="786" y="210"/>
                    <a:pt x="786" y="210"/>
                  </a:cubicBezTo>
                  <a:cubicBezTo>
                    <a:pt x="792" y="210"/>
                    <a:pt x="792" y="210"/>
                    <a:pt x="792" y="210"/>
                  </a:cubicBezTo>
                  <a:cubicBezTo>
                    <a:pt x="798" y="212"/>
                    <a:pt x="798" y="212"/>
                    <a:pt x="798" y="212"/>
                  </a:cubicBezTo>
                  <a:cubicBezTo>
                    <a:pt x="798" y="215"/>
                    <a:pt x="798" y="215"/>
                    <a:pt x="798" y="215"/>
                  </a:cubicBezTo>
                  <a:cubicBezTo>
                    <a:pt x="795" y="217"/>
                    <a:pt x="795" y="217"/>
                    <a:pt x="795" y="217"/>
                  </a:cubicBezTo>
                  <a:cubicBezTo>
                    <a:pt x="791" y="220"/>
                    <a:pt x="791" y="220"/>
                    <a:pt x="791" y="220"/>
                  </a:cubicBezTo>
                  <a:cubicBezTo>
                    <a:pt x="792" y="224"/>
                    <a:pt x="792" y="224"/>
                    <a:pt x="792" y="224"/>
                  </a:cubicBezTo>
                  <a:cubicBezTo>
                    <a:pt x="794" y="226"/>
                    <a:pt x="794" y="226"/>
                    <a:pt x="794" y="226"/>
                  </a:cubicBezTo>
                  <a:cubicBezTo>
                    <a:pt x="798" y="226"/>
                    <a:pt x="798" y="226"/>
                    <a:pt x="798" y="226"/>
                  </a:cubicBezTo>
                  <a:cubicBezTo>
                    <a:pt x="800" y="224"/>
                    <a:pt x="800" y="224"/>
                    <a:pt x="800" y="224"/>
                  </a:cubicBezTo>
                  <a:cubicBezTo>
                    <a:pt x="804" y="224"/>
                    <a:pt x="804" y="224"/>
                    <a:pt x="804" y="224"/>
                  </a:cubicBezTo>
                  <a:cubicBezTo>
                    <a:pt x="808" y="225"/>
                    <a:pt x="808" y="225"/>
                    <a:pt x="808" y="225"/>
                  </a:cubicBezTo>
                  <a:cubicBezTo>
                    <a:pt x="811" y="228"/>
                    <a:pt x="811" y="228"/>
                    <a:pt x="811" y="228"/>
                  </a:cubicBezTo>
                  <a:cubicBezTo>
                    <a:pt x="811" y="230"/>
                    <a:pt x="811" y="230"/>
                    <a:pt x="811" y="230"/>
                  </a:cubicBezTo>
                  <a:cubicBezTo>
                    <a:pt x="812" y="236"/>
                    <a:pt x="812" y="236"/>
                    <a:pt x="812" y="236"/>
                  </a:cubicBezTo>
                  <a:cubicBezTo>
                    <a:pt x="814" y="240"/>
                    <a:pt x="814" y="240"/>
                    <a:pt x="814" y="240"/>
                  </a:cubicBezTo>
                  <a:cubicBezTo>
                    <a:pt x="819" y="243"/>
                    <a:pt x="819" y="243"/>
                    <a:pt x="819" y="243"/>
                  </a:cubicBezTo>
                  <a:cubicBezTo>
                    <a:pt x="821" y="247"/>
                    <a:pt x="821" y="247"/>
                    <a:pt x="821" y="247"/>
                  </a:cubicBezTo>
                  <a:cubicBezTo>
                    <a:pt x="826" y="249"/>
                    <a:pt x="826" y="249"/>
                    <a:pt x="826" y="249"/>
                  </a:cubicBezTo>
                  <a:cubicBezTo>
                    <a:pt x="831" y="248"/>
                    <a:pt x="831" y="248"/>
                    <a:pt x="831" y="248"/>
                  </a:cubicBezTo>
                  <a:cubicBezTo>
                    <a:pt x="836" y="246"/>
                    <a:pt x="836" y="246"/>
                    <a:pt x="836" y="246"/>
                  </a:cubicBezTo>
                  <a:cubicBezTo>
                    <a:pt x="841" y="246"/>
                    <a:pt x="841" y="246"/>
                    <a:pt x="841" y="246"/>
                  </a:cubicBezTo>
                  <a:cubicBezTo>
                    <a:pt x="847" y="246"/>
                    <a:pt x="847" y="246"/>
                    <a:pt x="847" y="246"/>
                  </a:cubicBezTo>
                  <a:cubicBezTo>
                    <a:pt x="851" y="249"/>
                    <a:pt x="851" y="249"/>
                    <a:pt x="851" y="249"/>
                  </a:cubicBezTo>
                  <a:cubicBezTo>
                    <a:pt x="854" y="250"/>
                    <a:pt x="854" y="250"/>
                    <a:pt x="854" y="250"/>
                  </a:cubicBezTo>
                  <a:cubicBezTo>
                    <a:pt x="858" y="249"/>
                    <a:pt x="858" y="249"/>
                    <a:pt x="858" y="249"/>
                  </a:cubicBezTo>
                  <a:cubicBezTo>
                    <a:pt x="862" y="249"/>
                    <a:pt x="862" y="249"/>
                    <a:pt x="862" y="249"/>
                  </a:cubicBezTo>
                  <a:cubicBezTo>
                    <a:pt x="866" y="253"/>
                    <a:pt x="866" y="253"/>
                    <a:pt x="866" y="253"/>
                  </a:cubicBezTo>
                  <a:cubicBezTo>
                    <a:pt x="869" y="256"/>
                    <a:pt x="869" y="256"/>
                    <a:pt x="869" y="256"/>
                  </a:cubicBezTo>
                  <a:cubicBezTo>
                    <a:pt x="869" y="257"/>
                    <a:pt x="869" y="257"/>
                    <a:pt x="869" y="257"/>
                  </a:cubicBezTo>
                  <a:cubicBezTo>
                    <a:pt x="865" y="259"/>
                    <a:pt x="865" y="259"/>
                    <a:pt x="865" y="259"/>
                  </a:cubicBezTo>
                  <a:cubicBezTo>
                    <a:pt x="862" y="261"/>
                    <a:pt x="862" y="261"/>
                    <a:pt x="862" y="261"/>
                  </a:cubicBezTo>
                  <a:cubicBezTo>
                    <a:pt x="858" y="264"/>
                    <a:pt x="858" y="264"/>
                    <a:pt x="858" y="264"/>
                  </a:cubicBezTo>
                  <a:cubicBezTo>
                    <a:pt x="855" y="263"/>
                    <a:pt x="855" y="263"/>
                    <a:pt x="855" y="263"/>
                  </a:cubicBezTo>
                  <a:cubicBezTo>
                    <a:pt x="854" y="265"/>
                    <a:pt x="854" y="265"/>
                    <a:pt x="854" y="265"/>
                  </a:cubicBezTo>
                  <a:cubicBezTo>
                    <a:pt x="854" y="269"/>
                    <a:pt x="854" y="269"/>
                    <a:pt x="854" y="269"/>
                  </a:cubicBezTo>
                  <a:cubicBezTo>
                    <a:pt x="853" y="273"/>
                    <a:pt x="853" y="273"/>
                    <a:pt x="853" y="273"/>
                  </a:cubicBezTo>
                  <a:cubicBezTo>
                    <a:pt x="851" y="279"/>
                    <a:pt x="851" y="279"/>
                    <a:pt x="851" y="279"/>
                  </a:cubicBezTo>
                  <a:cubicBezTo>
                    <a:pt x="846" y="282"/>
                    <a:pt x="846" y="282"/>
                    <a:pt x="846" y="282"/>
                  </a:cubicBezTo>
                  <a:cubicBezTo>
                    <a:pt x="837" y="289"/>
                    <a:pt x="837" y="289"/>
                    <a:pt x="837" y="289"/>
                  </a:cubicBezTo>
                  <a:cubicBezTo>
                    <a:pt x="831" y="295"/>
                    <a:pt x="831" y="295"/>
                    <a:pt x="831" y="295"/>
                  </a:cubicBezTo>
                  <a:cubicBezTo>
                    <a:pt x="825" y="299"/>
                    <a:pt x="825" y="299"/>
                    <a:pt x="825" y="299"/>
                  </a:cubicBezTo>
                  <a:cubicBezTo>
                    <a:pt x="818" y="300"/>
                    <a:pt x="818" y="300"/>
                    <a:pt x="818" y="300"/>
                  </a:cubicBezTo>
                  <a:cubicBezTo>
                    <a:pt x="815" y="299"/>
                    <a:pt x="815" y="299"/>
                    <a:pt x="815" y="299"/>
                  </a:cubicBezTo>
                  <a:cubicBezTo>
                    <a:pt x="812" y="299"/>
                    <a:pt x="812" y="299"/>
                    <a:pt x="812" y="299"/>
                  </a:cubicBezTo>
                  <a:cubicBezTo>
                    <a:pt x="810" y="302"/>
                    <a:pt x="810" y="302"/>
                    <a:pt x="810" y="302"/>
                  </a:cubicBezTo>
                  <a:cubicBezTo>
                    <a:pt x="807" y="298"/>
                    <a:pt x="807" y="298"/>
                    <a:pt x="807" y="298"/>
                  </a:cubicBezTo>
                  <a:cubicBezTo>
                    <a:pt x="804" y="294"/>
                    <a:pt x="804" y="294"/>
                    <a:pt x="804" y="294"/>
                  </a:cubicBezTo>
                  <a:cubicBezTo>
                    <a:pt x="799" y="294"/>
                    <a:pt x="799" y="294"/>
                    <a:pt x="799" y="294"/>
                  </a:cubicBezTo>
                  <a:cubicBezTo>
                    <a:pt x="793" y="294"/>
                    <a:pt x="793" y="294"/>
                    <a:pt x="793" y="294"/>
                  </a:cubicBezTo>
                  <a:cubicBezTo>
                    <a:pt x="788" y="296"/>
                    <a:pt x="788" y="296"/>
                    <a:pt x="788" y="296"/>
                  </a:cubicBezTo>
                  <a:cubicBezTo>
                    <a:pt x="784" y="294"/>
                    <a:pt x="784" y="294"/>
                    <a:pt x="784" y="294"/>
                  </a:cubicBezTo>
                  <a:cubicBezTo>
                    <a:pt x="782" y="290"/>
                    <a:pt x="782" y="290"/>
                    <a:pt x="782" y="290"/>
                  </a:cubicBezTo>
                  <a:cubicBezTo>
                    <a:pt x="778" y="288"/>
                    <a:pt x="778" y="288"/>
                    <a:pt x="778" y="288"/>
                  </a:cubicBezTo>
                  <a:cubicBezTo>
                    <a:pt x="772" y="288"/>
                    <a:pt x="772" y="288"/>
                    <a:pt x="772" y="288"/>
                  </a:cubicBezTo>
                  <a:cubicBezTo>
                    <a:pt x="767" y="288"/>
                    <a:pt x="767" y="288"/>
                    <a:pt x="767" y="288"/>
                  </a:cubicBezTo>
                  <a:cubicBezTo>
                    <a:pt x="764" y="291"/>
                    <a:pt x="764" y="291"/>
                    <a:pt x="764" y="291"/>
                  </a:cubicBezTo>
                  <a:cubicBezTo>
                    <a:pt x="764" y="294"/>
                    <a:pt x="764" y="294"/>
                    <a:pt x="764" y="294"/>
                  </a:cubicBezTo>
                  <a:cubicBezTo>
                    <a:pt x="763" y="298"/>
                    <a:pt x="763" y="298"/>
                    <a:pt x="763" y="298"/>
                  </a:cubicBezTo>
                  <a:cubicBezTo>
                    <a:pt x="761" y="298"/>
                    <a:pt x="761" y="298"/>
                    <a:pt x="761" y="298"/>
                  </a:cubicBezTo>
                  <a:cubicBezTo>
                    <a:pt x="757" y="298"/>
                    <a:pt x="757" y="298"/>
                    <a:pt x="757" y="298"/>
                  </a:cubicBezTo>
                  <a:cubicBezTo>
                    <a:pt x="755" y="303"/>
                    <a:pt x="755" y="303"/>
                    <a:pt x="755" y="303"/>
                  </a:cubicBezTo>
                  <a:cubicBezTo>
                    <a:pt x="754" y="309"/>
                    <a:pt x="754" y="309"/>
                    <a:pt x="754" y="309"/>
                  </a:cubicBezTo>
                  <a:cubicBezTo>
                    <a:pt x="751" y="311"/>
                    <a:pt x="751" y="311"/>
                    <a:pt x="751" y="311"/>
                  </a:cubicBezTo>
                  <a:cubicBezTo>
                    <a:pt x="747" y="310"/>
                    <a:pt x="747" y="310"/>
                    <a:pt x="747" y="310"/>
                  </a:cubicBezTo>
                  <a:cubicBezTo>
                    <a:pt x="740" y="308"/>
                    <a:pt x="740" y="308"/>
                    <a:pt x="740" y="308"/>
                  </a:cubicBezTo>
                  <a:cubicBezTo>
                    <a:pt x="733" y="308"/>
                    <a:pt x="733" y="308"/>
                    <a:pt x="733" y="308"/>
                  </a:cubicBezTo>
                  <a:cubicBezTo>
                    <a:pt x="729" y="311"/>
                    <a:pt x="729" y="311"/>
                    <a:pt x="729" y="311"/>
                  </a:cubicBezTo>
                  <a:cubicBezTo>
                    <a:pt x="725" y="311"/>
                    <a:pt x="725" y="311"/>
                    <a:pt x="725" y="311"/>
                  </a:cubicBezTo>
                  <a:cubicBezTo>
                    <a:pt x="723" y="313"/>
                    <a:pt x="723" y="313"/>
                    <a:pt x="723" y="313"/>
                  </a:cubicBezTo>
                  <a:cubicBezTo>
                    <a:pt x="720" y="320"/>
                    <a:pt x="720" y="320"/>
                    <a:pt x="720" y="320"/>
                  </a:cubicBezTo>
                  <a:cubicBezTo>
                    <a:pt x="721" y="326"/>
                    <a:pt x="721" y="326"/>
                    <a:pt x="721" y="326"/>
                  </a:cubicBezTo>
                  <a:cubicBezTo>
                    <a:pt x="724" y="333"/>
                    <a:pt x="724" y="333"/>
                    <a:pt x="724" y="333"/>
                  </a:cubicBezTo>
                  <a:cubicBezTo>
                    <a:pt x="726" y="341"/>
                    <a:pt x="726" y="341"/>
                    <a:pt x="726" y="341"/>
                  </a:cubicBezTo>
                  <a:cubicBezTo>
                    <a:pt x="729" y="346"/>
                    <a:pt x="729" y="346"/>
                    <a:pt x="729" y="346"/>
                  </a:cubicBezTo>
                  <a:cubicBezTo>
                    <a:pt x="734" y="350"/>
                    <a:pt x="734" y="350"/>
                    <a:pt x="734" y="350"/>
                  </a:cubicBezTo>
                  <a:cubicBezTo>
                    <a:pt x="739" y="351"/>
                    <a:pt x="739" y="351"/>
                    <a:pt x="739" y="351"/>
                  </a:cubicBezTo>
                  <a:cubicBezTo>
                    <a:pt x="740" y="358"/>
                    <a:pt x="740" y="358"/>
                    <a:pt x="740" y="358"/>
                  </a:cubicBezTo>
                  <a:cubicBezTo>
                    <a:pt x="745" y="365"/>
                    <a:pt x="745" y="365"/>
                    <a:pt x="745" y="365"/>
                  </a:cubicBezTo>
                  <a:cubicBezTo>
                    <a:pt x="749" y="371"/>
                    <a:pt x="749" y="371"/>
                    <a:pt x="749" y="371"/>
                  </a:cubicBezTo>
                  <a:cubicBezTo>
                    <a:pt x="750" y="376"/>
                    <a:pt x="750" y="376"/>
                    <a:pt x="750" y="376"/>
                  </a:cubicBezTo>
                  <a:cubicBezTo>
                    <a:pt x="753" y="377"/>
                    <a:pt x="753" y="377"/>
                    <a:pt x="753" y="377"/>
                  </a:cubicBezTo>
                  <a:cubicBezTo>
                    <a:pt x="755" y="375"/>
                    <a:pt x="755" y="375"/>
                    <a:pt x="755" y="375"/>
                  </a:cubicBezTo>
                  <a:cubicBezTo>
                    <a:pt x="756" y="374"/>
                    <a:pt x="756" y="374"/>
                    <a:pt x="756" y="374"/>
                  </a:cubicBezTo>
                  <a:cubicBezTo>
                    <a:pt x="758" y="372"/>
                    <a:pt x="758" y="372"/>
                    <a:pt x="758" y="372"/>
                  </a:cubicBezTo>
                  <a:cubicBezTo>
                    <a:pt x="761" y="373"/>
                    <a:pt x="761" y="373"/>
                    <a:pt x="761" y="373"/>
                  </a:cubicBezTo>
                  <a:cubicBezTo>
                    <a:pt x="761" y="377"/>
                    <a:pt x="761" y="377"/>
                    <a:pt x="761" y="377"/>
                  </a:cubicBezTo>
                  <a:cubicBezTo>
                    <a:pt x="760" y="380"/>
                    <a:pt x="760" y="380"/>
                    <a:pt x="760" y="380"/>
                  </a:cubicBezTo>
                  <a:cubicBezTo>
                    <a:pt x="757" y="383"/>
                    <a:pt x="757" y="383"/>
                    <a:pt x="757" y="383"/>
                  </a:cubicBezTo>
                  <a:cubicBezTo>
                    <a:pt x="754" y="384"/>
                    <a:pt x="754" y="384"/>
                    <a:pt x="754" y="384"/>
                  </a:cubicBezTo>
                  <a:cubicBezTo>
                    <a:pt x="754" y="388"/>
                    <a:pt x="754" y="388"/>
                    <a:pt x="754" y="388"/>
                  </a:cubicBezTo>
                  <a:cubicBezTo>
                    <a:pt x="756" y="392"/>
                    <a:pt x="756" y="392"/>
                    <a:pt x="756" y="392"/>
                  </a:cubicBezTo>
                  <a:cubicBezTo>
                    <a:pt x="760" y="399"/>
                    <a:pt x="760" y="399"/>
                    <a:pt x="760" y="399"/>
                  </a:cubicBezTo>
                  <a:cubicBezTo>
                    <a:pt x="765" y="405"/>
                    <a:pt x="765" y="405"/>
                    <a:pt x="765" y="405"/>
                  </a:cubicBezTo>
                  <a:cubicBezTo>
                    <a:pt x="767" y="408"/>
                    <a:pt x="767" y="408"/>
                    <a:pt x="767" y="408"/>
                  </a:cubicBezTo>
                  <a:cubicBezTo>
                    <a:pt x="767" y="411"/>
                    <a:pt x="767" y="411"/>
                    <a:pt x="767" y="411"/>
                  </a:cubicBezTo>
                  <a:cubicBezTo>
                    <a:pt x="763" y="411"/>
                    <a:pt x="763" y="411"/>
                    <a:pt x="763" y="411"/>
                  </a:cubicBezTo>
                  <a:cubicBezTo>
                    <a:pt x="759" y="411"/>
                    <a:pt x="759" y="411"/>
                    <a:pt x="759" y="411"/>
                  </a:cubicBezTo>
                  <a:cubicBezTo>
                    <a:pt x="755" y="413"/>
                    <a:pt x="755" y="413"/>
                    <a:pt x="755" y="413"/>
                  </a:cubicBezTo>
                  <a:cubicBezTo>
                    <a:pt x="754" y="416"/>
                    <a:pt x="754" y="416"/>
                    <a:pt x="754" y="416"/>
                  </a:cubicBezTo>
                  <a:cubicBezTo>
                    <a:pt x="757" y="422"/>
                    <a:pt x="757" y="422"/>
                    <a:pt x="757" y="422"/>
                  </a:cubicBezTo>
                  <a:cubicBezTo>
                    <a:pt x="761" y="430"/>
                    <a:pt x="761" y="430"/>
                    <a:pt x="761" y="430"/>
                  </a:cubicBezTo>
                  <a:cubicBezTo>
                    <a:pt x="766" y="436"/>
                    <a:pt x="766" y="436"/>
                    <a:pt x="766" y="436"/>
                  </a:cubicBezTo>
                  <a:cubicBezTo>
                    <a:pt x="772" y="443"/>
                    <a:pt x="772" y="443"/>
                    <a:pt x="772" y="443"/>
                  </a:cubicBezTo>
                  <a:cubicBezTo>
                    <a:pt x="777" y="446"/>
                    <a:pt x="777" y="446"/>
                    <a:pt x="777" y="446"/>
                  </a:cubicBezTo>
                  <a:cubicBezTo>
                    <a:pt x="776" y="451"/>
                    <a:pt x="776" y="451"/>
                    <a:pt x="776" y="451"/>
                  </a:cubicBezTo>
                  <a:cubicBezTo>
                    <a:pt x="772" y="453"/>
                    <a:pt x="772" y="453"/>
                    <a:pt x="772" y="453"/>
                  </a:cubicBezTo>
                  <a:cubicBezTo>
                    <a:pt x="765" y="454"/>
                    <a:pt x="765" y="454"/>
                    <a:pt x="765" y="454"/>
                  </a:cubicBezTo>
                  <a:cubicBezTo>
                    <a:pt x="762" y="456"/>
                    <a:pt x="762" y="456"/>
                    <a:pt x="762" y="456"/>
                  </a:cubicBezTo>
                  <a:cubicBezTo>
                    <a:pt x="762" y="458"/>
                    <a:pt x="762" y="458"/>
                    <a:pt x="762" y="458"/>
                  </a:cubicBezTo>
                  <a:cubicBezTo>
                    <a:pt x="766" y="460"/>
                    <a:pt x="766" y="460"/>
                    <a:pt x="766" y="460"/>
                  </a:cubicBezTo>
                  <a:cubicBezTo>
                    <a:pt x="770" y="462"/>
                    <a:pt x="770" y="462"/>
                    <a:pt x="770" y="462"/>
                  </a:cubicBezTo>
                  <a:cubicBezTo>
                    <a:pt x="772" y="465"/>
                    <a:pt x="772" y="465"/>
                    <a:pt x="772" y="465"/>
                  </a:cubicBezTo>
                  <a:cubicBezTo>
                    <a:pt x="770" y="466"/>
                    <a:pt x="770" y="466"/>
                    <a:pt x="770" y="466"/>
                  </a:cubicBezTo>
                  <a:cubicBezTo>
                    <a:pt x="767" y="470"/>
                    <a:pt x="767" y="470"/>
                    <a:pt x="767" y="470"/>
                  </a:cubicBezTo>
                  <a:cubicBezTo>
                    <a:pt x="768" y="475"/>
                    <a:pt x="768" y="475"/>
                    <a:pt x="768" y="475"/>
                  </a:cubicBezTo>
                  <a:cubicBezTo>
                    <a:pt x="773" y="479"/>
                    <a:pt x="773" y="479"/>
                    <a:pt x="773" y="479"/>
                  </a:cubicBezTo>
                  <a:cubicBezTo>
                    <a:pt x="776" y="483"/>
                    <a:pt x="776" y="483"/>
                    <a:pt x="776" y="483"/>
                  </a:cubicBezTo>
                  <a:cubicBezTo>
                    <a:pt x="779" y="485"/>
                    <a:pt x="779" y="485"/>
                    <a:pt x="779" y="485"/>
                  </a:cubicBezTo>
                  <a:cubicBezTo>
                    <a:pt x="783" y="488"/>
                    <a:pt x="783" y="488"/>
                    <a:pt x="783" y="488"/>
                  </a:cubicBezTo>
                  <a:cubicBezTo>
                    <a:pt x="781" y="492"/>
                    <a:pt x="781" y="492"/>
                    <a:pt x="781" y="492"/>
                  </a:cubicBezTo>
                  <a:cubicBezTo>
                    <a:pt x="781" y="492"/>
                    <a:pt x="777" y="492"/>
                    <a:pt x="777" y="492"/>
                  </a:cubicBezTo>
                  <a:cubicBezTo>
                    <a:pt x="777" y="493"/>
                    <a:pt x="773" y="496"/>
                    <a:pt x="773" y="496"/>
                  </a:cubicBezTo>
                  <a:cubicBezTo>
                    <a:pt x="767" y="498"/>
                    <a:pt x="767" y="498"/>
                    <a:pt x="767" y="498"/>
                  </a:cubicBezTo>
                  <a:cubicBezTo>
                    <a:pt x="770" y="502"/>
                    <a:pt x="770" y="502"/>
                    <a:pt x="770" y="502"/>
                  </a:cubicBezTo>
                  <a:cubicBezTo>
                    <a:pt x="774" y="505"/>
                    <a:pt x="774" y="505"/>
                    <a:pt x="774" y="505"/>
                  </a:cubicBezTo>
                  <a:cubicBezTo>
                    <a:pt x="775" y="509"/>
                    <a:pt x="775" y="509"/>
                    <a:pt x="775" y="509"/>
                  </a:cubicBezTo>
                  <a:cubicBezTo>
                    <a:pt x="773" y="513"/>
                    <a:pt x="773" y="513"/>
                    <a:pt x="773" y="513"/>
                  </a:cubicBezTo>
                  <a:cubicBezTo>
                    <a:pt x="769" y="519"/>
                    <a:pt x="769" y="519"/>
                    <a:pt x="769" y="519"/>
                  </a:cubicBezTo>
                  <a:cubicBezTo>
                    <a:pt x="764" y="521"/>
                    <a:pt x="764" y="521"/>
                    <a:pt x="764" y="521"/>
                  </a:cubicBezTo>
                  <a:cubicBezTo>
                    <a:pt x="759" y="523"/>
                    <a:pt x="759" y="523"/>
                    <a:pt x="759" y="523"/>
                  </a:cubicBezTo>
                  <a:cubicBezTo>
                    <a:pt x="755" y="525"/>
                    <a:pt x="755" y="525"/>
                    <a:pt x="755" y="525"/>
                  </a:cubicBezTo>
                  <a:cubicBezTo>
                    <a:pt x="757" y="528"/>
                    <a:pt x="757" y="528"/>
                    <a:pt x="757" y="528"/>
                  </a:cubicBezTo>
                  <a:cubicBezTo>
                    <a:pt x="761" y="531"/>
                    <a:pt x="761" y="531"/>
                    <a:pt x="761" y="531"/>
                  </a:cubicBezTo>
                  <a:cubicBezTo>
                    <a:pt x="762" y="535"/>
                    <a:pt x="762" y="535"/>
                    <a:pt x="762" y="535"/>
                  </a:cubicBezTo>
                  <a:cubicBezTo>
                    <a:pt x="758" y="538"/>
                    <a:pt x="758" y="538"/>
                    <a:pt x="758" y="538"/>
                  </a:cubicBezTo>
                  <a:cubicBezTo>
                    <a:pt x="752" y="537"/>
                    <a:pt x="752" y="537"/>
                    <a:pt x="752" y="537"/>
                  </a:cubicBezTo>
                  <a:cubicBezTo>
                    <a:pt x="746" y="537"/>
                    <a:pt x="746" y="537"/>
                    <a:pt x="746" y="537"/>
                  </a:cubicBezTo>
                  <a:cubicBezTo>
                    <a:pt x="738" y="541"/>
                    <a:pt x="738" y="541"/>
                    <a:pt x="738" y="541"/>
                  </a:cubicBezTo>
                  <a:cubicBezTo>
                    <a:pt x="733" y="542"/>
                    <a:pt x="733" y="542"/>
                    <a:pt x="733" y="542"/>
                  </a:cubicBezTo>
                  <a:cubicBezTo>
                    <a:pt x="726" y="541"/>
                    <a:pt x="726" y="541"/>
                    <a:pt x="726" y="541"/>
                  </a:cubicBezTo>
                  <a:cubicBezTo>
                    <a:pt x="716" y="539"/>
                    <a:pt x="716" y="539"/>
                    <a:pt x="716" y="539"/>
                  </a:cubicBezTo>
                  <a:cubicBezTo>
                    <a:pt x="710" y="541"/>
                    <a:pt x="710" y="541"/>
                    <a:pt x="710" y="541"/>
                  </a:cubicBezTo>
                  <a:cubicBezTo>
                    <a:pt x="703" y="543"/>
                    <a:pt x="703" y="543"/>
                    <a:pt x="703" y="543"/>
                  </a:cubicBezTo>
                  <a:cubicBezTo>
                    <a:pt x="702" y="547"/>
                    <a:pt x="702" y="547"/>
                    <a:pt x="702" y="547"/>
                  </a:cubicBezTo>
                  <a:cubicBezTo>
                    <a:pt x="701" y="550"/>
                    <a:pt x="701" y="550"/>
                    <a:pt x="701" y="550"/>
                  </a:cubicBezTo>
                  <a:cubicBezTo>
                    <a:pt x="696" y="550"/>
                    <a:pt x="696" y="550"/>
                    <a:pt x="696" y="550"/>
                  </a:cubicBezTo>
                  <a:cubicBezTo>
                    <a:pt x="693" y="549"/>
                    <a:pt x="693" y="549"/>
                    <a:pt x="693" y="549"/>
                  </a:cubicBezTo>
                  <a:cubicBezTo>
                    <a:pt x="690" y="550"/>
                    <a:pt x="690" y="550"/>
                    <a:pt x="690" y="550"/>
                  </a:cubicBezTo>
                  <a:cubicBezTo>
                    <a:pt x="690" y="556"/>
                    <a:pt x="690" y="556"/>
                    <a:pt x="690" y="556"/>
                  </a:cubicBezTo>
                  <a:cubicBezTo>
                    <a:pt x="693" y="561"/>
                    <a:pt x="693" y="561"/>
                    <a:pt x="693" y="561"/>
                  </a:cubicBezTo>
                  <a:cubicBezTo>
                    <a:pt x="693" y="561"/>
                    <a:pt x="697" y="564"/>
                    <a:pt x="698" y="565"/>
                  </a:cubicBezTo>
                  <a:cubicBezTo>
                    <a:pt x="698" y="565"/>
                    <a:pt x="704" y="566"/>
                    <a:pt x="704" y="566"/>
                  </a:cubicBezTo>
                  <a:cubicBezTo>
                    <a:pt x="703" y="569"/>
                    <a:pt x="703" y="569"/>
                    <a:pt x="703" y="569"/>
                  </a:cubicBezTo>
                  <a:cubicBezTo>
                    <a:pt x="699" y="572"/>
                    <a:pt x="699" y="572"/>
                    <a:pt x="699" y="572"/>
                  </a:cubicBezTo>
                  <a:cubicBezTo>
                    <a:pt x="696" y="573"/>
                    <a:pt x="696" y="573"/>
                    <a:pt x="696" y="573"/>
                  </a:cubicBezTo>
                  <a:cubicBezTo>
                    <a:pt x="698" y="576"/>
                    <a:pt x="698" y="576"/>
                    <a:pt x="698" y="576"/>
                  </a:cubicBezTo>
                  <a:cubicBezTo>
                    <a:pt x="701" y="579"/>
                    <a:pt x="701" y="579"/>
                    <a:pt x="701" y="579"/>
                  </a:cubicBezTo>
                  <a:cubicBezTo>
                    <a:pt x="703" y="585"/>
                    <a:pt x="703" y="585"/>
                    <a:pt x="703" y="585"/>
                  </a:cubicBezTo>
                  <a:cubicBezTo>
                    <a:pt x="702" y="591"/>
                    <a:pt x="702" y="591"/>
                    <a:pt x="702" y="591"/>
                  </a:cubicBezTo>
                  <a:cubicBezTo>
                    <a:pt x="697" y="594"/>
                    <a:pt x="697" y="594"/>
                    <a:pt x="697" y="594"/>
                  </a:cubicBezTo>
                  <a:cubicBezTo>
                    <a:pt x="695" y="599"/>
                    <a:pt x="695" y="599"/>
                    <a:pt x="695" y="599"/>
                  </a:cubicBezTo>
                  <a:cubicBezTo>
                    <a:pt x="693" y="601"/>
                    <a:pt x="693" y="601"/>
                    <a:pt x="693" y="601"/>
                  </a:cubicBezTo>
                  <a:cubicBezTo>
                    <a:pt x="691" y="610"/>
                    <a:pt x="691" y="610"/>
                    <a:pt x="691" y="610"/>
                  </a:cubicBezTo>
                  <a:cubicBezTo>
                    <a:pt x="693" y="615"/>
                    <a:pt x="693" y="615"/>
                    <a:pt x="693" y="615"/>
                  </a:cubicBezTo>
                  <a:cubicBezTo>
                    <a:pt x="692" y="620"/>
                    <a:pt x="692" y="620"/>
                    <a:pt x="692" y="620"/>
                  </a:cubicBezTo>
                  <a:cubicBezTo>
                    <a:pt x="695" y="625"/>
                    <a:pt x="695" y="625"/>
                    <a:pt x="695" y="625"/>
                  </a:cubicBezTo>
                  <a:cubicBezTo>
                    <a:pt x="700" y="626"/>
                    <a:pt x="700" y="626"/>
                    <a:pt x="700" y="626"/>
                  </a:cubicBezTo>
                  <a:cubicBezTo>
                    <a:pt x="701" y="630"/>
                    <a:pt x="701" y="630"/>
                    <a:pt x="701" y="630"/>
                  </a:cubicBezTo>
                  <a:cubicBezTo>
                    <a:pt x="701" y="634"/>
                    <a:pt x="701" y="634"/>
                    <a:pt x="701" y="634"/>
                  </a:cubicBezTo>
                  <a:cubicBezTo>
                    <a:pt x="703" y="636"/>
                    <a:pt x="703" y="636"/>
                    <a:pt x="703" y="636"/>
                  </a:cubicBezTo>
                  <a:cubicBezTo>
                    <a:pt x="705" y="639"/>
                    <a:pt x="705" y="639"/>
                    <a:pt x="705" y="639"/>
                  </a:cubicBezTo>
                  <a:cubicBezTo>
                    <a:pt x="707" y="646"/>
                    <a:pt x="707" y="646"/>
                    <a:pt x="707" y="646"/>
                  </a:cubicBezTo>
                  <a:cubicBezTo>
                    <a:pt x="705" y="650"/>
                    <a:pt x="705" y="650"/>
                    <a:pt x="705" y="650"/>
                  </a:cubicBezTo>
                  <a:cubicBezTo>
                    <a:pt x="708" y="653"/>
                    <a:pt x="708" y="653"/>
                    <a:pt x="708" y="653"/>
                  </a:cubicBezTo>
                  <a:cubicBezTo>
                    <a:pt x="711" y="657"/>
                    <a:pt x="711" y="657"/>
                    <a:pt x="711" y="657"/>
                  </a:cubicBezTo>
                  <a:cubicBezTo>
                    <a:pt x="711" y="658"/>
                    <a:pt x="711" y="658"/>
                    <a:pt x="711" y="658"/>
                  </a:cubicBezTo>
                  <a:cubicBezTo>
                    <a:pt x="711" y="661"/>
                    <a:pt x="711" y="661"/>
                    <a:pt x="711" y="661"/>
                  </a:cubicBezTo>
                  <a:cubicBezTo>
                    <a:pt x="710" y="664"/>
                    <a:pt x="710" y="664"/>
                    <a:pt x="710" y="664"/>
                  </a:cubicBezTo>
                  <a:cubicBezTo>
                    <a:pt x="706" y="665"/>
                    <a:pt x="706" y="665"/>
                    <a:pt x="706" y="665"/>
                  </a:cubicBezTo>
                  <a:cubicBezTo>
                    <a:pt x="703" y="667"/>
                    <a:pt x="703" y="667"/>
                    <a:pt x="703" y="667"/>
                  </a:cubicBezTo>
                  <a:cubicBezTo>
                    <a:pt x="701" y="671"/>
                    <a:pt x="701" y="671"/>
                    <a:pt x="701" y="671"/>
                  </a:cubicBezTo>
                  <a:cubicBezTo>
                    <a:pt x="702" y="675"/>
                    <a:pt x="702" y="675"/>
                    <a:pt x="702" y="675"/>
                  </a:cubicBezTo>
                  <a:cubicBezTo>
                    <a:pt x="705" y="677"/>
                    <a:pt x="705" y="677"/>
                    <a:pt x="705" y="677"/>
                  </a:cubicBezTo>
                  <a:cubicBezTo>
                    <a:pt x="709" y="678"/>
                    <a:pt x="709" y="678"/>
                    <a:pt x="709" y="678"/>
                  </a:cubicBezTo>
                  <a:cubicBezTo>
                    <a:pt x="708" y="681"/>
                    <a:pt x="708" y="681"/>
                    <a:pt x="708" y="681"/>
                  </a:cubicBezTo>
                  <a:cubicBezTo>
                    <a:pt x="705" y="685"/>
                    <a:pt x="705" y="685"/>
                    <a:pt x="705" y="685"/>
                  </a:cubicBezTo>
                  <a:cubicBezTo>
                    <a:pt x="702" y="684"/>
                    <a:pt x="702" y="684"/>
                    <a:pt x="702" y="684"/>
                  </a:cubicBezTo>
                  <a:cubicBezTo>
                    <a:pt x="700" y="681"/>
                    <a:pt x="700" y="681"/>
                    <a:pt x="700" y="681"/>
                  </a:cubicBezTo>
                  <a:cubicBezTo>
                    <a:pt x="696" y="680"/>
                    <a:pt x="696" y="680"/>
                    <a:pt x="696" y="680"/>
                  </a:cubicBezTo>
                  <a:cubicBezTo>
                    <a:pt x="693" y="681"/>
                    <a:pt x="693" y="681"/>
                    <a:pt x="693" y="681"/>
                  </a:cubicBezTo>
                  <a:cubicBezTo>
                    <a:pt x="689" y="684"/>
                    <a:pt x="689" y="684"/>
                    <a:pt x="689" y="684"/>
                  </a:cubicBezTo>
                  <a:cubicBezTo>
                    <a:pt x="686" y="683"/>
                    <a:pt x="686" y="683"/>
                    <a:pt x="686" y="683"/>
                  </a:cubicBezTo>
                  <a:cubicBezTo>
                    <a:pt x="683" y="685"/>
                    <a:pt x="683" y="685"/>
                    <a:pt x="683" y="685"/>
                  </a:cubicBezTo>
                  <a:cubicBezTo>
                    <a:pt x="678" y="682"/>
                    <a:pt x="678" y="682"/>
                    <a:pt x="678" y="682"/>
                  </a:cubicBezTo>
                  <a:cubicBezTo>
                    <a:pt x="676" y="679"/>
                    <a:pt x="676" y="679"/>
                    <a:pt x="676" y="679"/>
                  </a:cubicBezTo>
                  <a:cubicBezTo>
                    <a:pt x="672" y="678"/>
                    <a:pt x="672" y="678"/>
                    <a:pt x="672" y="678"/>
                  </a:cubicBezTo>
                  <a:cubicBezTo>
                    <a:pt x="669" y="675"/>
                    <a:pt x="669" y="675"/>
                    <a:pt x="669" y="675"/>
                  </a:cubicBezTo>
                  <a:cubicBezTo>
                    <a:pt x="663" y="672"/>
                    <a:pt x="663" y="672"/>
                    <a:pt x="663" y="672"/>
                  </a:cubicBezTo>
                  <a:cubicBezTo>
                    <a:pt x="658" y="673"/>
                    <a:pt x="658" y="673"/>
                    <a:pt x="658" y="673"/>
                  </a:cubicBezTo>
                  <a:cubicBezTo>
                    <a:pt x="656" y="676"/>
                    <a:pt x="656" y="676"/>
                    <a:pt x="656" y="676"/>
                  </a:cubicBezTo>
                  <a:cubicBezTo>
                    <a:pt x="655" y="682"/>
                    <a:pt x="655" y="682"/>
                    <a:pt x="655" y="682"/>
                  </a:cubicBezTo>
                  <a:cubicBezTo>
                    <a:pt x="653" y="689"/>
                    <a:pt x="653" y="689"/>
                    <a:pt x="653" y="689"/>
                  </a:cubicBezTo>
                  <a:cubicBezTo>
                    <a:pt x="647" y="694"/>
                    <a:pt x="647" y="694"/>
                    <a:pt x="647" y="694"/>
                  </a:cubicBezTo>
                  <a:cubicBezTo>
                    <a:pt x="640" y="698"/>
                    <a:pt x="640" y="698"/>
                    <a:pt x="640" y="698"/>
                  </a:cubicBezTo>
                  <a:cubicBezTo>
                    <a:pt x="634" y="703"/>
                    <a:pt x="634" y="703"/>
                    <a:pt x="634" y="703"/>
                  </a:cubicBezTo>
                  <a:cubicBezTo>
                    <a:pt x="628" y="707"/>
                    <a:pt x="628" y="707"/>
                    <a:pt x="628" y="707"/>
                  </a:cubicBezTo>
                  <a:cubicBezTo>
                    <a:pt x="626" y="705"/>
                    <a:pt x="626" y="705"/>
                    <a:pt x="626" y="705"/>
                  </a:cubicBezTo>
                  <a:cubicBezTo>
                    <a:pt x="622" y="703"/>
                    <a:pt x="622" y="703"/>
                    <a:pt x="622" y="703"/>
                  </a:cubicBezTo>
                  <a:cubicBezTo>
                    <a:pt x="619" y="705"/>
                    <a:pt x="619" y="705"/>
                    <a:pt x="619" y="705"/>
                  </a:cubicBezTo>
                  <a:cubicBezTo>
                    <a:pt x="619" y="710"/>
                    <a:pt x="619" y="710"/>
                    <a:pt x="619" y="710"/>
                  </a:cubicBezTo>
                  <a:cubicBezTo>
                    <a:pt x="619" y="713"/>
                    <a:pt x="619" y="713"/>
                    <a:pt x="619" y="713"/>
                  </a:cubicBezTo>
                  <a:cubicBezTo>
                    <a:pt x="614" y="716"/>
                    <a:pt x="614" y="716"/>
                    <a:pt x="614" y="716"/>
                  </a:cubicBezTo>
                  <a:cubicBezTo>
                    <a:pt x="609" y="716"/>
                    <a:pt x="609" y="716"/>
                    <a:pt x="609" y="716"/>
                  </a:cubicBezTo>
                  <a:cubicBezTo>
                    <a:pt x="606" y="717"/>
                    <a:pt x="606" y="717"/>
                    <a:pt x="606" y="717"/>
                  </a:cubicBezTo>
                  <a:cubicBezTo>
                    <a:pt x="603" y="719"/>
                    <a:pt x="603" y="719"/>
                    <a:pt x="603" y="719"/>
                  </a:cubicBezTo>
                  <a:cubicBezTo>
                    <a:pt x="602" y="722"/>
                    <a:pt x="602" y="722"/>
                    <a:pt x="602" y="722"/>
                  </a:cubicBezTo>
                  <a:cubicBezTo>
                    <a:pt x="598" y="723"/>
                    <a:pt x="598" y="723"/>
                    <a:pt x="598" y="723"/>
                  </a:cubicBezTo>
                  <a:cubicBezTo>
                    <a:pt x="596" y="721"/>
                    <a:pt x="596" y="721"/>
                    <a:pt x="596" y="721"/>
                  </a:cubicBezTo>
                  <a:cubicBezTo>
                    <a:pt x="593" y="721"/>
                    <a:pt x="593" y="721"/>
                    <a:pt x="593" y="721"/>
                  </a:cubicBezTo>
                  <a:cubicBezTo>
                    <a:pt x="588" y="724"/>
                    <a:pt x="588" y="724"/>
                    <a:pt x="588" y="724"/>
                  </a:cubicBezTo>
                  <a:cubicBezTo>
                    <a:pt x="586" y="727"/>
                    <a:pt x="586" y="727"/>
                    <a:pt x="586" y="727"/>
                  </a:cubicBezTo>
                  <a:cubicBezTo>
                    <a:pt x="584" y="731"/>
                    <a:pt x="584" y="731"/>
                    <a:pt x="584" y="731"/>
                  </a:cubicBezTo>
                  <a:cubicBezTo>
                    <a:pt x="579" y="733"/>
                    <a:pt x="579" y="733"/>
                    <a:pt x="579" y="733"/>
                  </a:cubicBezTo>
                  <a:cubicBezTo>
                    <a:pt x="576" y="735"/>
                    <a:pt x="576" y="735"/>
                    <a:pt x="576" y="735"/>
                  </a:cubicBezTo>
                  <a:cubicBezTo>
                    <a:pt x="573" y="735"/>
                    <a:pt x="573" y="735"/>
                    <a:pt x="573" y="735"/>
                  </a:cubicBezTo>
                  <a:cubicBezTo>
                    <a:pt x="573" y="734"/>
                    <a:pt x="573" y="734"/>
                    <a:pt x="573" y="734"/>
                  </a:cubicBezTo>
                  <a:cubicBezTo>
                    <a:pt x="571" y="728"/>
                    <a:pt x="571" y="728"/>
                    <a:pt x="571" y="728"/>
                  </a:cubicBezTo>
                  <a:cubicBezTo>
                    <a:pt x="569" y="724"/>
                    <a:pt x="569" y="724"/>
                    <a:pt x="569" y="724"/>
                  </a:cubicBezTo>
                  <a:cubicBezTo>
                    <a:pt x="565" y="724"/>
                    <a:pt x="565" y="724"/>
                    <a:pt x="565" y="724"/>
                  </a:cubicBezTo>
                  <a:cubicBezTo>
                    <a:pt x="561" y="724"/>
                    <a:pt x="561" y="724"/>
                    <a:pt x="561" y="724"/>
                  </a:cubicBezTo>
                  <a:cubicBezTo>
                    <a:pt x="562" y="727"/>
                    <a:pt x="562" y="727"/>
                    <a:pt x="562" y="727"/>
                  </a:cubicBezTo>
                  <a:cubicBezTo>
                    <a:pt x="560" y="730"/>
                    <a:pt x="560" y="730"/>
                    <a:pt x="560" y="730"/>
                  </a:cubicBezTo>
                  <a:cubicBezTo>
                    <a:pt x="560" y="735"/>
                    <a:pt x="560" y="735"/>
                    <a:pt x="560" y="735"/>
                  </a:cubicBezTo>
                  <a:cubicBezTo>
                    <a:pt x="559" y="736"/>
                    <a:pt x="559" y="736"/>
                    <a:pt x="559" y="736"/>
                  </a:cubicBezTo>
                  <a:cubicBezTo>
                    <a:pt x="556" y="733"/>
                    <a:pt x="556" y="733"/>
                    <a:pt x="556" y="733"/>
                  </a:cubicBezTo>
                  <a:cubicBezTo>
                    <a:pt x="555" y="729"/>
                    <a:pt x="555" y="729"/>
                    <a:pt x="555" y="729"/>
                  </a:cubicBezTo>
                  <a:cubicBezTo>
                    <a:pt x="552" y="725"/>
                    <a:pt x="552" y="725"/>
                    <a:pt x="552" y="725"/>
                  </a:cubicBezTo>
                  <a:cubicBezTo>
                    <a:pt x="550" y="723"/>
                    <a:pt x="550" y="723"/>
                    <a:pt x="550" y="723"/>
                  </a:cubicBezTo>
                  <a:cubicBezTo>
                    <a:pt x="549" y="725"/>
                    <a:pt x="549" y="725"/>
                    <a:pt x="549" y="725"/>
                  </a:cubicBezTo>
                  <a:cubicBezTo>
                    <a:pt x="550" y="730"/>
                    <a:pt x="550" y="730"/>
                    <a:pt x="550" y="730"/>
                  </a:cubicBezTo>
                  <a:cubicBezTo>
                    <a:pt x="548" y="732"/>
                    <a:pt x="548" y="732"/>
                    <a:pt x="548" y="732"/>
                  </a:cubicBezTo>
                  <a:cubicBezTo>
                    <a:pt x="545" y="734"/>
                    <a:pt x="545" y="734"/>
                    <a:pt x="545" y="734"/>
                  </a:cubicBezTo>
                  <a:cubicBezTo>
                    <a:pt x="541" y="736"/>
                    <a:pt x="541" y="736"/>
                    <a:pt x="541" y="736"/>
                  </a:cubicBezTo>
                  <a:cubicBezTo>
                    <a:pt x="537" y="738"/>
                    <a:pt x="537" y="738"/>
                    <a:pt x="537" y="738"/>
                  </a:cubicBezTo>
                  <a:cubicBezTo>
                    <a:pt x="535" y="740"/>
                    <a:pt x="535" y="740"/>
                    <a:pt x="535" y="740"/>
                  </a:cubicBezTo>
                  <a:cubicBezTo>
                    <a:pt x="535" y="743"/>
                    <a:pt x="535" y="743"/>
                    <a:pt x="535" y="743"/>
                  </a:cubicBezTo>
                  <a:cubicBezTo>
                    <a:pt x="537" y="747"/>
                    <a:pt x="537" y="747"/>
                    <a:pt x="537" y="747"/>
                  </a:cubicBezTo>
                  <a:cubicBezTo>
                    <a:pt x="538" y="750"/>
                    <a:pt x="538" y="750"/>
                    <a:pt x="538" y="750"/>
                  </a:cubicBezTo>
                  <a:cubicBezTo>
                    <a:pt x="541" y="750"/>
                    <a:pt x="541" y="750"/>
                    <a:pt x="541" y="750"/>
                  </a:cubicBezTo>
                  <a:cubicBezTo>
                    <a:pt x="543" y="748"/>
                    <a:pt x="543" y="748"/>
                    <a:pt x="543" y="748"/>
                  </a:cubicBezTo>
                  <a:cubicBezTo>
                    <a:pt x="545" y="750"/>
                    <a:pt x="545" y="750"/>
                    <a:pt x="545" y="750"/>
                  </a:cubicBezTo>
                  <a:cubicBezTo>
                    <a:pt x="545" y="753"/>
                    <a:pt x="545" y="753"/>
                    <a:pt x="545" y="753"/>
                  </a:cubicBezTo>
                  <a:cubicBezTo>
                    <a:pt x="543" y="755"/>
                    <a:pt x="543" y="755"/>
                    <a:pt x="543" y="755"/>
                  </a:cubicBezTo>
                  <a:cubicBezTo>
                    <a:pt x="541" y="757"/>
                    <a:pt x="541" y="757"/>
                    <a:pt x="541" y="757"/>
                  </a:cubicBezTo>
                  <a:cubicBezTo>
                    <a:pt x="536" y="760"/>
                    <a:pt x="536" y="760"/>
                    <a:pt x="536" y="760"/>
                  </a:cubicBezTo>
                  <a:cubicBezTo>
                    <a:pt x="532" y="758"/>
                    <a:pt x="532" y="758"/>
                    <a:pt x="532" y="758"/>
                  </a:cubicBezTo>
                  <a:cubicBezTo>
                    <a:pt x="530" y="755"/>
                    <a:pt x="530" y="755"/>
                    <a:pt x="530" y="755"/>
                  </a:cubicBezTo>
                  <a:cubicBezTo>
                    <a:pt x="526" y="752"/>
                    <a:pt x="526" y="752"/>
                    <a:pt x="526" y="752"/>
                  </a:cubicBezTo>
                  <a:cubicBezTo>
                    <a:pt x="522" y="753"/>
                    <a:pt x="522" y="753"/>
                    <a:pt x="522" y="753"/>
                  </a:cubicBezTo>
                  <a:cubicBezTo>
                    <a:pt x="521" y="754"/>
                    <a:pt x="521" y="754"/>
                    <a:pt x="521" y="754"/>
                  </a:cubicBezTo>
                  <a:cubicBezTo>
                    <a:pt x="517" y="755"/>
                    <a:pt x="517" y="755"/>
                    <a:pt x="517" y="755"/>
                  </a:cubicBezTo>
                  <a:cubicBezTo>
                    <a:pt x="514" y="751"/>
                    <a:pt x="514" y="751"/>
                    <a:pt x="514" y="751"/>
                  </a:cubicBezTo>
                  <a:cubicBezTo>
                    <a:pt x="511" y="749"/>
                    <a:pt x="511" y="749"/>
                    <a:pt x="511" y="749"/>
                  </a:cubicBezTo>
                  <a:cubicBezTo>
                    <a:pt x="507" y="748"/>
                    <a:pt x="507" y="748"/>
                    <a:pt x="507" y="748"/>
                  </a:cubicBezTo>
                  <a:cubicBezTo>
                    <a:pt x="504" y="746"/>
                    <a:pt x="504" y="746"/>
                    <a:pt x="504" y="746"/>
                  </a:cubicBezTo>
                  <a:cubicBezTo>
                    <a:pt x="506" y="742"/>
                    <a:pt x="506" y="742"/>
                    <a:pt x="506" y="742"/>
                  </a:cubicBezTo>
                  <a:cubicBezTo>
                    <a:pt x="508" y="738"/>
                    <a:pt x="508" y="738"/>
                    <a:pt x="508" y="738"/>
                  </a:cubicBezTo>
                  <a:cubicBezTo>
                    <a:pt x="508" y="733"/>
                    <a:pt x="508" y="733"/>
                    <a:pt x="508" y="733"/>
                  </a:cubicBezTo>
                  <a:cubicBezTo>
                    <a:pt x="510" y="729"/>
                    <a:pt x="510" y="729"/>
                    <a:pt x="510" y="729"/>
                  </a:cubicBezTo>
                  <a:cubicBezTo>
                    <a:pt x="513" y="727"/>
                    <a:pt x="513" y="727"/>
                    <a:pt x="513" y="727"/>
                  </a:cubicBezTo>
                  <a:cubicBezTo>
                    <a:pt x="516" y="727"/>
                    <a:pt x="516" y="727"/>
                    <a:pt x="516" y="727"/>
                  </a:cubicBezTo>
                  <a:cubicBezTo>
                    <a:pt x="519" y="726"/>
                    <a:pt x="519" y="726"/>
                    <a:pt x="519" y="726"/>
                  </a:cubicBezTo>
                  <a:cubicBezTo>
                    <a:pt x="521" y="723"/>
                    <a:pt x="521" y="723"/>
                    <a:pt x="521" y="723"/>
                  </a:cubicBezTo>
                  <a:cubicBezTo>
                    <a:pt x="520" y="719"/>
                    <a:pt x="520" y="719"/>
                    <a:pt x="520" y="719"/>
                  </a:cubicBezTo>
                  <a:cubicBezTo>
                    <a:pt x="522" y="716"/>
                    <a:pt x="522" y="716"/>
                    <a:pt x="522" y="716"/>
                  </a:cubicBezTo>
                  <a:cubicBezTo>
                    <a:pt x="522" y="710"/>
                    <a:pt x="522" y="710"/>
                    <a:pt x="522" y="710"/>
                  </a:cubicBezTo>
                  <a:cubicBezTo>
                    <a:pt x="519" y="707"/>
                    <a:pt x="519" y="707"/>
                    <a:pt x="519" y="707"/>
                  </a:cubicBezTo>
                  <a:cubicBezTo>
                    <a:pt x="515" y="703"/>
                    <a:pt x="515" y="703"/>
                    <a:pt x="515" y="703"/>
                  </a:cubicBezTo>
                  <a:cubicBezTo>
                    <a:pt x="513" y="698"/>
                    <a:pt x="513" y="698"/>
                    <a:pt x="513" y="698"/>
                  </a:cubicBezTo>
                  <a:cubicBezTo>
                    <a:pt x="512" y="694"/>
                    <a:pt x="512" y="694"/>
                    <a:pt x="512" y="694"/>
                  </a:cubicBezTo>
                  <a:cubicBezTo>
                    <a:pt x="514" y="690"/>
                    <a:pt x="514" y="690"/>
                    <a:pt x="514" y="690"/>
                  </a:cubicBezTo>
                  <a:cubicBezTo>
                    <a:pt x="516" y="688"/>
                    <a:pt x="516" y="688"/>
                    <a:pt x="516" y="688"/>
                  </a:cubicBezTo>
                  <a:cubicBezTo>
                    <a:pt x="519" y="685"/>
                    <a:pt x="519" y="685"/>
                    <a:pt x="519" y="685"/>
                  </a:cubicBezTo>
                  <a:cubicBezTo>
                    <a:pt x="519" y="680"/>
                    <a:pt x="519" y="680"/>
                    <a:pt x="519" y="680"/>
                  </a:cubicBezTo>
                  <a:cubicBezTo>
                    <a:pt x="519" y="677"/>
                    <a:pt x="519" y="677"/>
                    <a:pt x="519" y="677"/>
                  </a:cubicBezTo>
                  <a:cubicBezTo>
                    <a:pt x="521" y="677"/>
                    <a:pt x="521" y="677"/>
                    <a:pt x="521" y="677"/>
                  </a:cubicBezTo>
                  <a:cubicBezTo>
                    <a:pt x="524" y="678"/>
                    <a:pt x="524" y="678"/>
                    <a:pt x="524" y="678"/>
                  </a:cubicBezTo>
                  <a:cubicBezTo>
                    <a:pt x="527" y="680"/>
                    <a:pt x="527" y="680"/>
                    <a:pt x="527" y="680"/>
                  </a:cubicBezTo>
                  <a:cubicBezTo>
                    <a:pt x="530" y="681"/>
                    <a:pt x="530" y="681"/>
                    <a:pt x="530" y="681"/>
                  </a:cubicBezTo>
                  <a:cubicBezTo>
                    <a:pt x="531" y="679"/>
                    <a:pt x="531" y="679"/>
                    <a:pt x="531" y="679"/>
                  </a:cubicBezTo>
                  <a:cubicBezTo>
                    <a:pt x="529" y="673"/>
                    <a:pt x="529" y="673"/>
                    <a:pt x="529" y="673"/>
                  </a:cubicBezTo>
                  <a:cubicBezTo>
                    <a:pt x="524" y="671"/>
                    <a:pt x="524" y="671"/>
                    <a:pt x="524" y="671"/>
                  </a:cubicBezTo>
                  <a:cubicBezTo>
                    <a:pt x="520" y="667"/>
                    <a:pt x="520" y="667"/>
                    <a:pt x="520" y="667"/>
                  </a:cubicBezTo>
                  <a:cubicBezTo>
                    <a:pt x="520" y="663"/>
                    <a:pt x="520" y="663"/>
                    <a:pt x="520" y="663"/>
                  </a:cubicBezTo>
                  <a:cubicBezTo>
                    <a:pt x="517" y="659"/>
                    <a:pt x="517" y="659"/>
                    <a:pt x="517" y="659"/>
                  </a:cubicBezTo>
                  <a:cubicBezTo>
                    <a:pt x="515" y="660"/>
                    <a:pt x="515" y="660"/>
                    <a:pt x="515" y="660"/>
                  </a:cubicBezTo>
                  <a:cubicBezTo>
                    <a:pt x="514" y="663"/>
                    <a:pt x="514" y="663"/>
                    <a:pt x="514" y="663"/>
                  </a:cubicBezTo>
                  <a:cubicBezTo>
                    <a:pt x="509" y="663"/>
                    <a:pt x="509" y="663"/>
                    <a:pt x="509" y="663"/>
                  </a:cubicBezTo>
                  <a:cubicBezTo>
                    <a:pt x="508" y="660"/>
                    <a:pt x="508" y="660"/>
                    <a:pt x="508" y="660"/>
                  </a:cubicBezTo>
                  <a:cubicBezTo>
                    <a:pt x="505" y="657"/>
                    <a:pt x="505" y="657"/>
                    <a:pt x="505" y="657"/>
                  </a:cubicBezTo>
                  <a:cubicBezTo>
                    <a:pt x="503" y="656"/>
                    <a:pt x="503" y="656"/>
                    <a:pt x="503" y="656"/>
                  </a:cubicBezTo>
                  <a:cubicBezTo>
                    <a:pt x="502" y="658"/>
                    <a:pt x="502" y="658"/>
                    <a:pt x="502" y="658"/>
                  </a:cubicBezTo>
                  <a:cubicBezTo>
                    <a:pt x="501" y="661"/>
                    <a:pt x="501" y="661"/>
                    <a:pt x="501" y="661"/>
                  </a:cubicBezTo>
                  <a:cubicBezTo>
                    <a:pt x="499" y="663"/>
                    <a:pt x="499" y="663"/>
                    <a:pt x="499" y="663"/>
                  </a:cubicBezTo>
                  <a:cubicBezTo>
                    <a:pt x="496" y="662"/>
                    <a:pt x="496" y="662"/>
                    <a:pt x="496" y="662"/>
                  </a:cubicBezTo>
                  <a:cubicBezTo>
                    <a:pt x="494" y="659"/>
                    <a:pt x="494" y="659"/>
                    <a:pt x="494" y="659"/>
                  </a:cubicBezTo>
                  <a:cubicBezTo>
                    <a:pt x="495" y="656"/>
                    <a:pt x="495" y="656"/>
                    <a:pt x="495" y="656"/>
                  </a:cubicBezTo>
                  <a:cubicBezTo>
                    <a:pt x="494" y="653"/>
                    <a:pt x="494" y="653"/>
                    <a:pt x="494" y="653"/>
                  </a:cubicBezTo>
                  <a:cubicBezTo>
                    <a:pt x="490" y="653"/>
                    <a:pt x="490" y="653"/>
                    <a:pt x="490" y="653"/>
                  </a:cubicBezTo>
                  <a:cubicBezTo>
                    <a:pt x="488" y="655"/>
                    <a:pt x="488" y="655"/>
                    <a:pt x="488" y="655"/>
                  </a:cubicBezTo>
                  <a:cubicBezTo>
                    <a:pt x="485" y="657"/>
                    <a:pt x="485" y="657"/>
                    <a:pt x="485" y="657"/>
                  </a:cubicBezTo>
                  <a:cubicBezTo>
                    <a:pt x="484" y="656"/>
                    <a:pt x="484" y="656"/>
                    <a:pt x="484" y="656"/>
                  </a:cubicBezTo>
                  <a:cubicBezTo>
                    <a:pt x="479" y="655"/>
                    <a:pt x="479" y="655"/>
                    <a:pt x="479" y="655"/>
                  </a:cubicBezTo>
                  <a:cubicBezTo>
                    <a:pt x="477" y="657"/>
                    <a:pt x="477" y="657"/>
                    <a:pt x="477" y="657"/>
                  </a:cubicBezTo>
                  <a:cubicBezTo>
                    <a:pt x="474" y="658"/>
                    <a:pt x="474" y="658"/>
                    <a:pt x="474" y="658"/>
                  </a:cubicBezTo>
                  <a:cubicBezTo>
                    <a:pt x="472" y="656"/>
                    <a:pt x="472" y="656"/>
                    <a:pt x="472" y="656"/>
                  </a:cubicBezTo>
                  <a:cubicBezTo>
                    <a:pt x="472" y="650"/>
                    <a:pt x="472" y="650"/>
                    <a:pt x="472" y="650"/>
                  </a:cubicBezTo>
                  <a:cubicBezTo>
                    <a:pt x="474" y="646"/>
                    <a:pt x="474" y="646"/>
                    <a:pt x="474" y="646"/>
                  </a:cubicBezTo>
                  <a:cubicBezTo>
                    <a:pt x="477" y="644"/>
                    <a:pt x="477" y="644"/>
                    <a:pt x="477" y="644"/>
                  </a:cubicBezTo>
                  <a:cubicBezTo>
                    <a:pt x="477" y="639"/>
                    <a:pt x="477" y="639"/>
                    <a:pt x="477" y="639"/>
                  </a:cubicBezTo>
                  <a:cubicBezTo>
                    <a:pt x="477" y="635"/>
                    <a:pt x="477" y="635"/>
                    <a:pt x="477" y="635"/>
                  </a:cubicBezTo>
                  <a:cubicBezTo>
                    <a:pt x="474" y="633"/>
                    <a:pt x="474" y="633"/>
                    <a:pt x="474" y="633"/>
                  </a:cubicBezTo>
                  <a:cubicBezTo>
                    <a:pt x="473" y="629"/>
                    <a:pt x="473" y="629"/>
                    <a:pt x="473" y="629"/>
                  </a:cubicBezTo>
                  <a:cubicBezTo>
                    <a:pt x="476" y="626"/>
                    <a:pt x="476" y="626"/>
                    <a:pt x="476" y="626"/>
                  </a:cubicBezTo>
                  <a:cubicBezTo>
                    <a:pt x="480" y="624"/>
                    <a:pt x="480" y="624"/>
                    <a:pt x="480" y="624"/>
                  </a:cubicBezTo>
                  <a:cubicBezTo>
                    <a:pt x="481" y="620"/>
                    <a:pt x="481" y="620"/>
                    <a:pt x="481" y="620"/>
                  </a:cubicBezTo>
                  <a:cubicBezTo>
                    <a:pt x="483" y="614"/>
                    <a:pt x="483" y="614"/>
                    <a:pt x="483" y="614"/>
                  </a:cubicBezTo>
                  <a:cubicBezTo>
                    <a:pt x="485" y="611"/>
                    <a:pt x="485" y="611"/>
                    <a:pt x="485" y="611"/>
                  </a:cubicBezTo>
                  <a:cubicBezTo>
                    <a:pt x="488" y="605"/>
                    <a:pt x="488" y="605"/>
                    <a:pt x="488" y="605"/>
                  </a:cubicBezTo>
                  <a:cubicBezTo>
                    <a:pt x="486" y="601"/>
                    <a:pt x="486" y="601"/>
                    <a:pt x="486" y="601"/>
                  </a:cubicBezTo>
                  <a:cubicBezTo>
                    <a:pt x="488" y="597"/>
                    <a:pt x="488" y="597"/>
                    <a:pt x="488" y="597"/>
                  </a:cubicBezTo>
                  <a:cubicBezTo>
                    <a:pt x="488" y="594"/>
                    <a:pt x="488" y="594"/>
                    <a:pt x="488" y="594"/>
                  </a:cubicBezTo>
                  <a:cubicBezTo>
                    <a:pt x="484" y="591"/>
                    <a:pt x="484" y="591"/>
                    <a:pt x="484" y="591"/>
                  </a:cubicBezTo>
                  <a:cubicBezTo>
                    <a:pt x="478" y="591"/>
                    <a:pt x="478" y="591"/>
                    <a:pt x="478" y="591"/>
                  </a:cubicBezTo>
                  <a:cubicBezTo>
                    <a:pt x="475" y="594"/>
                    <a:pt x="475" y="594"/>
                    <a:pt x="475" y="594"/>
                  </a:cubicBezTo>
                  <a:cubicBezTo>
                    <a:pt x="471" y="596"/>
                    <a:pt x="471" y="596"/>
                    <a:pt x="471" y="596"/>
                  </a:cubicBezTo>
                  <a:cubicBezTo>
                    <a:pt x="467" y="594"/>
                    <a:pt x="467" y="594"/>
                    <a:pt x="467" y="594"/>
                  </a:cubicBezTo>
                  <a:cubicBezTo>
                    <a:pt x="466" y="590"/>
                    <a:pt x="466" y="590"/>
                    <a:pt x="466" y="590"/>
                  </a:cubicBezTo>
                  <a:cubicBezTo>
                    <a:pt x="466" y="584"/>
                    <a:pt x="466" y="584"/>
                    <a:pt x="466" y="584"/>
                  </a:cubicBezTo>
                  <a:cubicBezTo>
                    <a:pt x="467" y="581"/>
                    <a:pt x="467" y="581"/>
                    <a:pt x="467" y="581"/>
                  </a:cubicBezTo>
                  <a:cubicBezTo>
                    <a:pt x="467" y="577"/>
                    <a:pt x="467" y="577"/>
                    <a:pt x="467" y="577"/>
                  </a:cubicBezTo>
                  <a:cubicBezTo>
                    <a:pt x="463" y="576"/>
                    <a:pt x="463" y="576"/>
                    <a:pt x="463" y="576"/>
                  </a:cubicBezTo>
                  <a:cubicBezTo>
                    <a:pt x="460" y="576"/>
                    <a:pt x="460" y="576"/>
                    <a:pt x="460" y="576"/>
                  </a:cubicBezTo>
                  <a:cubicBezTo>
                    <a:pt x="458" y="574"/>
                    <a:pt x="458" y="574"/>
                    <a:pt x="458" y="574"/>
                  </a:cubicBezTo>
                  <a:cubicBezTo>
                    <a:pt x="456" y="570"/>
                    <a:pt x="456" y="570"/>
                    <a:pt x="456" y="570"/>
                  </a:cubicBezTo>
                  <a:cubicBezTo>
                    <a:pt x="458" y="565"/>
                    <a:pt x="458" y="565"/>
                    <a:pt x="458" y="565"/>
                  </a:cubicBezTo>
                  <a:cubicBezTo>
                    <a:pt x="458" y="560"/>
                    <a:pt x="458" y="560"/>
                    <a:pt x="458" y="560"/>
                  </a:cubicBezTo>
                  <a:cubicBezTo>
                    <a:pt x="454" y="559"/>
                    <a:pt x="454" y="559"/>
                    <a:pt x="454" y="559"/>
                  </a:cubicBezTo>
                  <a:cubicBezTo>
                    <a:pt x="450" y="559"/>
                    <a:pt x="450" y="559"/>
                    <a:pt x="450" y="559"/>
                  </a:cubicBezTo>
                  <a:cubicBezTo>
                    <a:pt x="447" y="562"/>
                    <a:pt x="447" y="562"/>
                    <a:pt x="447" y="562"/>
                  </a:cubicBezTo>
                  <a:cubicBezTo>
                    <a:pt x="445" y="564"/>
                    <a:pt x="445" y="564"/>
                    <a:pt x="445" y="564"/>
                  </a:cubicBezTo>
                  <a:cubicBezTo>
                    <a:pt x="442" y="562"/>
                    <a:pt x="442" y="562"/>
                    <a:pt x="442" y="562"/>
                  </a:cubicBezTo>
                  <a:cubicBezTo>
                    <a:pt x="439" y="559"/>
                    <a:pt x="439" y="559"/>
                    <a:pt x="439" y="559"/>
                  </a:cubicBezTo>
                  <a:cubicBezTo>
                    <a:pt x="440" y="551"/>
                    <a:pt x="440" y="551"/>
                    <a:pt x="440" y="551"/>
                  </a:cubicBezTo>
                  <a:cubicBezTo>
                    <a:pt x="442" y="549"/>
                    <a:pt x="442" y="549"/>
                    <a:pt x="442" y="549"/>
                  </a:cubicBezTo>
                  <a:cubicBezTo>
                    <a:pt x="444" y="545"/>
                    <a:pt x="444" y="545"/>
                    <a:pt x="444" y="545"/>
                  </a:cubicBezTo>
                  <a:cubicBezTo>
                    <a:pt x="442" y="540"/>
                    <a:pt x="442" y="540"/>
                    <a:pt x="442" y="540"/>
                  </a:cubicBezTo>
                  <a:cubicBezTo>
                    <a:pt x="440" y="538"/>
                    <a:pt x="440" y="538"/>
                    <a:pt x="440" y="538"/>
                  </a:cubicBezTo>
                  <a:cubicBezTo>
                    <a:pt x="440" y="534"/>
                    <a:pt x="440" y="534"/>
                    <a:pt x="440" y="534"/>
                  </a:cubicBezTo>
                  <a:cubicBezTo>
                    <a:pt x="442" y="533"/>
                    <a:pt x="442" y="533"/>
                    <a:pt x="442" y="533"/>
                  </a:cubicBezTo>
                  <a:cubicBezTo>
                    <a:pt x="441" y="530"/>
                    <a:pt x="441" y="530"/>
                    <a:pt x="441" y="530"/>
                  </a:cubicBezTo>
                  <a:cubicBezTo>
                    <a:pt x="439" y="527"/>
                    <a:pt x="439" y="527"/>
                    <a:pt x="439" y="527"/>
                  </a:cubicBezTo>
                  <a:cubicBezTo>
                    <a:pt x="436" y="526"/>
                    <a:pt x="436" y="526"/>
                    <a:pt x="436" y="526"/>
                  </a:cubicBezTo>
                  <a:cubicBezTo>
                    <a:pt x="432" y="525"/>
                    <a:pt x="432" y="525"/>
                    <a:pt x="432" y="525"/>
                  </a:cubicBezTo>
                  <a:cubicBezTo>
                    <a:pt x="430" y="523"/>
                    <a:pt x="430" y="523"/>
                    <a:pt x="430" y="523"/>
                  </a:cubicBezTo>
                  <a:cubicBezTo>
                    <a:pt x="431" y="521"/>
                    <a:pt x="431" y="521"/>
                    <a:pt x="431" y="521"/>
                  </a:cubicBezTo>
                  <a:cubicBezTo>
                    <a:pt x="433" y="519"/>
                    <a:pt x="433" y="519"/>
                    <a:pt x="433" y="519"/>
                  </a:cubicBezTo>
                  <a:cubicBezTo>
                    <a:pt x="437" y="519"/>
                    <a:pt x="437" y="519"/>
                    <a:pt x="437" y="519"/>
                  </a:cubicBezTo>
                  <a:cubicBezTo>
                    <a:pt x="438" y="516"/>
                    <a:pt x="438" y="516"/>
                    <a:pt x="438" y="516"/>
                  </a:cubicBezTo>
                  <a:cubicBezTo>
                    <a:pt x="436" y="514"/>
                    <a:pt x="436" y="514"/>
                    <a:pt x="436" y="514"/>
                  </a:cubicBezTo>
                  <a:cubicBezTo>
                    <a:pt x="434" y="512"/>
                    <a:pt x="434" y="512"/>
                    <a:pt x="434" y="512"/>
                  </a:cubicBezTo>
                  <a:cubicBezTo>
                    <a:pt x="430" y="512"/>
                    <a:pt x="430" y="512"/>
                    <a:pt x="430" y="512"/>
                  </a:cubicBezTo>
                  <a:cubicBezTo>
                    <a:pt x="426" y="513"/>
                    <a:pt x="426" y="513"/>
                    <a:pt x="426" y="513"/>
                  </a:cubicBezTo>
                  <a:cubicBezTo>
                    <a:pt x="424" y="512"/>
                    <a:pt x="424" y="512"/>
                    <a:pt x="424" y="512"/>
                  </a:cubicBezTo>
                  <a:cubicBezTo>
                    <a:pt x="422" y="509"/>
                    <a:pt x="422" y="509"/>
                    <a:pt x="422" y="509"/>
                  </a:cubicBezTo>
                  <a:cubicBezTo>
                    <a:pt x="419" y="510"/>
                    <a:pt x="419" y="510"/>
                    <a:pt x="419" y="510"/>
                  </a:cubicBezTo>
                  <a:cubicBezTo>
                    <a:pt x="417" y="512"/>
                    <a:pt x="417" y="512"/>
                    <a:pt x="417" y="512"/>
                  </a:cubicBezTo>
                  <a:cubicBezTo>
                    <a:pt x="414" y="513"/>
                    <a:pt x="414" y="513"/>
                    <a:pt x="414" y="513"/>
                  </a:cubicBezTo>
                  <a:cubicBezTo>
                    <a:pt x="411" y="511"/>
                    <a:pt x="411" y="511"/>
                    <a:pt x="411" y="511"/>
                  </a:cubicBezTo>
                  <a:cubicBezTo>
                    <a:pt x="411" y="506"/>
                    <a:pt x="411" y="506"/>
                    <a:pt x="411" y="506"/>
                  </a:cubicBezTo>
                  <a:cubicBezTo>
                    <a:pt x="409" y="502"/>
                    <a:pt x="409" y="502"/>
                    <a:pt x="409" y="502"/>
                  </a:cubicBezTo>
                  <a:cubicBezTo>
                    <a:pt x="408" y="499"/>
                    <a:pt x="408" y="499"/>
                    <a:pt x="408" y="499"/>
                  </a:cubicBezTo>
                  <a:cubicBezTo>
                    <a:pt x="408" y="496"/>
                    <a:pt x="408" y="496"/>
                    <a:pt x="408" y="496"/>
                  </a:cubicBezTo>
                  <a:cubicBezTo>
                    <a:pt x="413" y="495"/>
                    <a:pt x="413" y="495"/>
                    <a:pt x="413" y="495"/>
                  </a:cubicBezTo>
                  <a:cubicBezTo>
                    <a:pt x="416" y="496"/>
                    <a:pt x="416" y="496"/>
                    <a:pt x="416" y="496"/>
                  </a:cubicBezTo>
                  <a:cubicBezTo>
                    <a:pt x="420" y="496"/>
                    <a:pt x="420" y="496"/>
                    <a:pt x="420" y="496"/>
                  </a:cubicBezTo>
                  <a:cubicBezTo>
                    <a:pt x="421" y="493"/>
                    <a:pt x="421" y="493"/>
                    <a:pt x="421" y="493"/>
                  </a:cubicBezTo>
                  <a:cubicBezTo>
                    <a:pt x="418" y="489"/>
                    <a:pt x="418" y="489"/>
                    <a:pt x="418" y="489"/>
                  </a:cubicBezTo>
                  <a:cubicBezTo>
                    <a:pt x="420" y="486"/>
                    <a:pt x="420" y="486"/>
                    <a:pt x="420" y="486"/>
                  </a:cubicBezTo>
                  <a:cubicBezTo>
                    <a:pt x="421" y="484"/>
                    <a:pt x="421" y="484"/>
                    <a:pt x="421" y="484"/>
                  </a:cubicBezTo>
                  <a:cubicBezTo>
                    <a:pt x="420" y="481"/>
                    <a:pt x="420" y="481"/>
                    <a:pt x="420" y="481"/>
                  </a:cubicBezTo>
                  <a:cubicBezTo>
                    <a:pt x="414" y="479"/>
                    <a:pt x="414" y="479"/>
                    <a:pt x="414" y="479"/>
                  </a:cubicBezTo>
                  <a:cubicBezTo>
                    <a:pt x="409" y="479"/>
                    <a:pt x="409" y="479"/>
                    <a:pt x="409" y="479"/>
                  </a:cubicBezTo>
                  <a:cubicBezTo>
                    <a:pt x="407" y="476"/>
                    <a:pt x="407" y="476"/>
                    <a:pt x="407" y="476"/>
                  </a:cubicBezTo>
                  <a:cubicBezTo>
                    <a:pt x="407" y="472"/>
                    <a:pt x="407" y="472"/>
                    <a:pt x="407" y="472"/>
                  </a:cubicBezTo>
                  <a:cubicBezTo>
                    <a:pt x="406" y="465"/>
                    <a:pt x="406" y="465"/>
                    <a:pt x="406" y="465"/>
                  </a:cubicBezTo>
                  <a:cubicBezTo>
                    <a:pt x="407" y="461"/>
                    <a:pt x="407" y="461"/>
                    <a:pt x="407" y="461"/>
                  </a:cubicBezTo>
                  <a:cubicBezTo>
                    <a:pt x="409" y="457"/>
                    <a:pt x="409" y="457"/>
                    <a:pt x="409" y="457"/>
                  </a:cubicBezTo>
                  <a:cubicBezTo>
                    <a:pt x="414" y="454"/>
                    <a:pt x="414" y="454"/>
                    <a:pt x="414" y="454"/>
                  </a:cubicBezTo>
                  <a:cubicBezTo>
                    <a:pt x="418" y="453"/>
                    <a:pt x="418" y="453"/>
                    <a:pt x="418" y="453"/>
                  </a:cubicBezTo>
                  <a:cubicBezTo>
                    <a:pt x="422" y="452"/>
                    <a:pt x="422" y="452"/>
                    <a:pt x="422" y="452"/>
                  </a:cubicBezTo>
                  <a:cubicBezTo>
                    <a:pt x="425" y="450"/>
                    <a:pt x="425" y="450"/>
                    <a:pt x="425" y="450"/>
                  </a:cubicBezTo>
                  <a:cubicBezTo>
                    <a:pt x="426" y="444"/>
                    <a:pt x="426" y="444"/>
                    <a:pt x="426" y="444"/>
                  </a:cubicBezTo>
                  <a:cubicBezTo>
                    <a:pt x="427" y="438"/>
                    <a:pt x="427" y="438"/>
                    <a:pt x="427" y="438"/>
                  </a:cubicBezTo>
                  <a:cubicBezTo>
                    <a:pt x="430" y="435"/>
                    <a:pt x="430" y="435"/>
                    <a:pt x="430" y="435"/>
                  </a:cubicBezTo>
                  <a:cubicBezTo>
                    <a:pt x="432" y="433"/>
                    <a:pt x="432" y="433"/>
                    <a:pt x="432" y="433"/>
                  </a:cubicBezTo>
                  <a:cubicBezTo>
                    <a:pt x="432" y="428"/>
                    <a:pt x="432" y="428"/>
                    <a:pt x="432" y="428"/>
                  </a:cubicBezTo>
                  <a:cubicBezTo>
                    <a:pt x="430" y="425"/>
                    <a:pt x="430" y="425"/>
                    <a:pt x="430" y="425"/>
                  </a:cubicBezTo>
                  <a:cubicBezTo>
                    <a:pt x="429" y="420"/>
                    <a:pt x="429" y="420"/>
                    <a:pt x="429" y="420"/>
                  </a:cubicBezTo>
                  <a:cubicBezTo>
                    <a:pt x="430" y="417"/>
                    <a:pt x="430" y="417"/>
                    <a:pt x="430" y="417"/>
                  </a:cubicBezTo>
                  <a:cubicBezTo>
                    <a:pt x="432" y="416"/>
                    <a:pt x="432" y="416"/>
                    <a:pt x="432" y="416"/>
                  </a:cubicBezTo>
                  <a:cubicBezTo>
                    <a:pt x="434" y="413"/>
                    <a:pt x="434" y="413"/>
                    <a:pt x="434" y="413"/>
                  </a:cubicBezTo>
                  <a:cubicBezTo>
                    <a:pt x="434" y="410"/>
                    <a:pt x="434" y="410"/>
                    <a:pt x="434" y="410"/>
                  </a:cubicBezTo>
                  <a:cubicBezTo>
                    <a:pt x="430" y="408"/>
                    <a:pt x="430" y="408"/>
                    <a:pt x="430" y="408"/>
                  </a:cubicBezTo>
                  <a:cubicBezTo>
                    <a:pt x="427" y="407"/>
                    <a:pt x="427" y="407"/>
                    <a:pt x="427" y="407"/>
                  </a:cubicBezTo>
                  <a:cubicBezTo>
                    <a:pt x="424" y="405"/>
                    <a:pt x="424" y="405"/>
                    <a:pt x="424" y="405"/>
                  </a:cubicBezTo>
                  <a:cubicBezTo>
                    <a:pt x="420" y="407"/>
                    <a:pt x="420" y="407"/>
                    <a:pt x="420" y="407"/>
                  </a:cubicBezTo>
                  <a:cubicBezTo>
                    <a:pt x="419" y="411"/>
                    <a:pt x="419" y="411"/>
                    <a:pt x="419" y="411"/>
                  </a:cubicBezTo>
                  <a:cubicBezTo>
                    <a:pt x="415" y="414"/>
                    <a:pt x="415" y="414"/>
                    <a:pt x="415" y="414"/>
                  </a:cubicBezTo>
                  <a:cubicBezTo>
                    <a:pt x="413" y="417"/>
                    <a:pt x="413" y="417"/>
                    <a:pt x="413" y="417"/>
                  </a:cubicBezTo>
                  <a:cubicBezTo>
                    <a:pt x="410" y="418"/>
                    <a:pt x="410" y="418"/>
                    <a:pt x="410" y="418"/>
                  </a:cubicBezTo>
                  <a:cubicBezTo>
                    <a:pt x="407" y="419"/>
                    <a:pt x="407" y="419"/>
                    <a:pt x="407" y="419"/>
                  </a:cubicBezTo>
                  <a:cubicBezTo>
                    <a:pt x="405" y="424"/>
                    <a:pt x="405" y="424"/>
                    <a:pt x="405" y="424"/>
                  </a:cubicBezTo>
                  <a:cubicBezTo>
                    <a:pt x="405" y="428"/>
                    <a:pt x="405" y="428"/>
                    <a:pt x="405" y="428"/>
                  </a:cubicBezTo>
                  <a:cubicBezTo>
                    <a:pt x="402" y="432"/>
                    <a:pt x="402" y="432"/>
                    <a:pt x="402" y="432"/>
                  </a:cubicBezTo>
                  <a:cubicBezTo>
                    <a:pt x="399" y="434"/>
                    <a:pt x="399" y="434"/>
                    <a:pt x="399" y="434"/>
                  </a:cubicBezTo>
                  <a:cubicBezTo>
                    <a:pt x="393" y="435"/>
                    <a:pt x="393" y="435"/>
                    <a:pt x="393" y="435"/>
                  </a:cubicBezTo>
                  <a:cubicBezTo>
                    <a:pt x="385" y="434"/>
                    <a:pt x="385" y="434"/>
                    <a:pt x="385" y="434"/>
                  </a:cubicBezTo>
                  <a:cubicBezTo>
                    <a:pt x="378" y="435"/>
                    <a:pt x="378" y="435"/>
                    <a:pt x="378" y="435"/>
                  </a:cubicBezTo>
                  <a:cubicBezTo>
                    <a:pt x="370" y="434"/>
                    <a:pt x="370" y="434"/>
                    <a:pt x="370" y="434"/>
                  </a:cubicBezTo>
                  <a:cubicBezTo>
                    <a:pt x="364" y="434"/>
                    <a:pt x="364" y="434"/>
                    <a:pt x="364" y="434"/>
                  </a:cubicBezTo>
                  <a:cubicBezTo>
                    <a:pt x="361" y="434"/>
                    <a:pt x="361" y="434"/>
                    <a:pt x="361" y="434"/>
                  </a:cubicBezTo>
                  <a:cubicBezTo>
                    <a:pt x="360" y="431"/>
                    <a:pt x="360" y="431"/>
                    <a:pt x="360" y="431"/>
                  </a:cubicBezTo>
                  <a:cubicBezTo>
                    <a:pt x="359" y="427"/>
                    <a:pt x="359" y="427"/>
                    <a:pt x="359" y="427"/>
                  </a:cubicBezTo>
                  <a:cubicBezTo>
                    <a:pt x="361" y="422"/>
                    <a:pt x="361" y="422"/>
                    <a:pt x="361" y="422"/>
                  </a:cubicBezTo>
                  <a:cubicBezTo>
                    <a:pt x="362" y="415"/>
                    <a:pt x="362" y="415"/>
                    <a:pt x="362" y="415"/>
                  </a:cubicBezTo>
                  <a:cubicBezTo>
                    <a:pt x="360" y="407"/>
                    <a:pt x="360" y="407"/>
                    <a:pt x="360" y="407"/>
                  </a:cubicBezTo>
                  <a:cubicBezTo>
                    <a:pt x="357" y="402"/>
                    <a:pt x="357" y="402"/>
                    <a:pt x="357" y="402"/>
                  </a:cubicBezTo>
                  <a:cubicBezTo>
                    <a:pt x="356" y="397"/>
                    <a:pt x="356" y="397"/>
                    <a:pt x="356" y="397"/>
                  </a:cubicBezTo>
                  <a:cubicBezTo>
                    <a:pt x="351" y="395"/>
                    <a:pt x="351" y="395"/>
                    <a:pt x="351" y="395"/>
                  </a:cubicBezTo>
                  <a:cubicBezTo>
                    <a:pt x="345" y="396"/>
                    <a:pt x="345" y="396"/>
                    <a:pt x="345" y="396"/>
                  </a:cubicBezTo>
                  <a:cubicBezTo>
                    <a:pt x="342" y="399"/>
                    <a:pt x="342" y="399"/>
                    <a:pt x="342" y="399"/>
                  </a:cubicBezTo>
                  <a:cubicBezTo>
                    <a:pt x="339" y="402"/>
                    <a:pt x="339" y="402"/>
                    <a:pt x="339" y="402"/>
                  </a:cubicBezTo>
                  <a:cubicBezTo>
                    <a:pt x="334" y="403"/>
                    <a:pt x="334" y="403"/>
                    <a:pt x="334" y="403"/>
                  </a:cubicBezTo>
                  <a:cubicBezTo>
                    <a:pt x="328" y="401"/>
                    <a:pt x="328" y="401"/>
                    <a:pt x="328" y="401"/>
                  </a:cubicBezTo>
                  <a:cubicBezTo>
                    <a:pt x="324" y="401"/>
                    <a:pt x="324" y="401"/>
                    <a:pt x="324" y="401"/>
                  </a:cubicBezTo>
                  <a:cubicBezTo>
                    <a:pt x="320" y="404"/>
                    <a:pt x="320" y="404"/>
                    <a:pt x="320" y="404"/>
                  </a:cubicBezTo>
                  <a:cubicBezTo>
                    <a:pt x="317" y="405"/>
                    <a:pt x="317" y="405"/>
                    <a:pt x="317" y="405"/>
                  </a:cubicBezTo>
                  <a:cubicBezTo>
                    <a:pt x="315" y="408"/>
                    <a:pt x="315" y="408"/>
                    <a:pt x="315" y="408"/>
                  </a:cubicBezTo>
                  <a:cubicBezTo>
                    <a:pt x="314" y="411"/>
                    <a:pt x="314" y="411"/>
                    <a:pt x="314" y="411"/>
                  </a:cubicBezTo>
                  <a:cubicBezTo>
                    <a:pt x="312" y="416"/>
                    <a:pt x="312" y="416"/>
                    <a:pt x="312" y="416"/>
                  </a:cubicBezTo>
                  <a:cubicBezTo>
                    <a:pt x="309" y="417"/>
                    <a:pt x="309" y="417"/>
                    <a:pt x="309" y="417"/>
                  </a:cubicBezTo>
                  <a:cubicBezTo>
                    <a:pt x="303" y="415"/>
                    <a:pt x="303" y="415"/>
                    <a:pt x="303" y="415"/>
                  </a:cubicBezTo>
                  <a:cubicBezTo>
                    <a:pt x="299" y="415"/>
                    <a:pt x="299" y="415"/>
                    <a:pt x="299" y="415"/>
                  </a:cubicBezTo>
                  <a:cubicBezTo>
                    <a:pt x="294" y="415"/>
                    <a:pt x="294" y="415"/>
                    <a:pt x="294" y="415"/>
                  </a:cubicBezTo>
                  <a:cubicBezTo>
                    <a:pt x="291" y="414"/>
                    <a:pt x="291" y="414"/>
                    <a:pt x="291" y="414"/>
                  </a:cubicBezTo>
                  <a:cubicBezTo>
                    <a:pt x="288" y="416"/>
                    <a:pt x="288" y="416"/>
                    <a:pt x="288" y="416"/>
                  </a:cubicBezTo>
                  <a:cubicBezTo>
                    <a:pt x="288" y="422"/>
                    <a:pt x="288" y="422"/>
                    <a:pt x="288" y="422"/>
                  </a:cubicBezTo>
                  <a:cubicBezTo>
                    <a:pt x="290" y="427"/>
                    <a:pt x="290" y="427"/>
                    <a:pt x="290" y="427"/>
                  </a:cubicBezTo>
                  <a:cubicBezTo>
                    <a:pt x="293" y="430"/>
                    <a:pt x="293" y="430"/>
                    <a:pt x="293" y="430"/>
                  </a:cubicBezTo>
                  <a:cubicBezTo>
                    <a:pt x="296" y="432"/>
                    <a:pt x="296" y="432"/>
                    <a:pt x="296" y="432"/>
                  </a:cubicBezTo>
                  <a:cubicBezTo>
                    <a:pt x="303" y="435"/>
                    <a:pt x="303" y="435"/>
                    <a:pt x="303" y="435"/>
                  </a:cubicBezTo>
                  <a:cubicBezTo>
                    <a:pt x="310" y="438"/>
                    <a:pt x="310" y="438"/>
                    <a:pt x="310" y="438"/>
                  </a:cubicBezTo>
                  <a:cubicBezTo>
                    <a:pt x="313" y="443"/>
                    <a:pt x="313" y="443"/>
                    <a:pt x="313" y="443"/>
                  </a:cubicBezTo>
                  <a:cubicBezTo>
                    <a:pt x="315" y="448"/>
                    <a:pt x="315" y="448"/>
                    <a:pt x="315" y="448"/>
                  </a:cubicBezTo>
                  <a:cubicBezTo>
                    <a:pt x="316" y="456"/>
                    <a:pt x="316" y="456"/>
                    <a:pt x="316" y="456"/>
                  </a:cubicBezTo>
                  <a:cubicBezTo>
                    <a:pt x="316" y="466"/>
                    <a:pt x="316" y="466"/>
                    <a:pt x="316" y="466"/>
                  </a:cubicBezTo>
                  <a:cubicBezTo>
                    <a:pt x="314" y="480"/>
                    <a:pt x="314" y="480"/>
                    <a:pt x="314" y="480"/>
                  </a:cubicBezTo>
                  <a:cubicBezTo>
                    <a:pt x="312" y="485"/>
                    <a:pt x="312" y="485"/>
                    <a:pt x="312" y="485"/>
                  </a:cubicBezTo>
                  <a:cubicBezTo>
                    <a:pt x="313" y="490"/>
                    <a:pt x="313" y="490"/>
                    <a:pt x="313" y="490"/>
                  </a:cubicBezTo>
                  <a:cubicBezTo>
                    <a:pt x="315" y="493"/>
                    <a:pt x="315" y="493"/>
                    <a:pt x="315" y="493"/>
                  </a:cubicBezTo>
                  <a:cubicBezTo>
                    <a:pt x="318" y="493"/>
                    <a:pt x="318" y="493"/>
                    <a:pt x="318" y="493"/>
                  </a:cubicBezTo>
                  <a:cubicBezTo>
                    <a:pt x="320" y="494"/>
                    <a:pt x="320" y="494"/>
                    <a:pt x="320" y="494"/>
                  </a:cubicBezTo>
                  <a:cubicBezTo>
                    <a:pt x="321" y="496"/>
                    <a:pt x="321" y="496"/>
                    <a:pt x="321" y="496"/>
                  </a:cubicBezTo>
                  <a:cubicBezTo>
                    <a:pt x="319" y="499"/>
                    <a:pt x="319" y="499"/>
                    <a:pt x="319" y="499"/>
                  </a:cubicBezTo>
                  <a:cubicBezTo>
                    <a:pt x="315" y="502"/>
                    <a:pt x="315" y="502"/>
                    <a:pt x="315" y="502"/>
                  </a:cubicBezTo>
                  <a:cubicBezTo>
                    <a:pt x="312" y="504"/>
                    <a:pt x="312" y="504"/>
                    <a:pt x="312" y="504"/>
                  </a:cubicBezTo>
                  <a:cubicBezTo>
                    <a:pt x="307" y="505"/>
                    <a:pt x="307" y="505"/>
                    <a:pt x="307" y="505"/>
                  </a:cubicBezTo>
                  <a:cubicBezTo>
                    <a:pt x="304" y="508"/>
                    <a:pt x="304" y="508"/>
                    <a:pt x="304" y="508"/>
                  </a:cubicBezTo>
                  <a:cubicBezTo>
                    <a:pt x="305" y="511"/>
                    <a:pt x="305" y="511"/>
                    <a:pt x="305" y="511"/>
                  </a:cubicBezTo>
                  <a:cubicBezTo>
                    <a:pt x="303" y="514"/>
                    <a:pt x="303" y="514"/>
                    <a:pt x="303" y="514"/>
                  </a:cubicBezTo>
                  <a:cubicBezTo>
                    <a:pt x="300" y="515"/>
                    <a:pt x="300" y="515"/>
                    <a:pt x="300" y="515"/>
                  </a:cubicBezTo>
                  <a:cubicBezTo>
                    <a:pt x="295" y="514"/>
                    <a:pt x="295" y="514"/>
                    <a:pt x="295" y="514"/>
                  </a:cubicBezTo>
                  <a:cubicBezTo>
                    <a:pt x="291" y="512"/>
                    <a:pt x="291" y="512"/>
                    <a:pt x="291" y="512"/>
                  </a:cubicBezTo>
                  <a:cubicBezTo>
                    <a:pt x="287" y="510"/>
                    <a:pt x="287" y="510"/>
                    <a:pt x="287" y="510"/>
                  </a:cubicBezTo>
                  <a:cubicBezTo>
                    <a:pt x="282" y="509"/>
                    <a:pt x="282" y="509"/>
                    <a:pt x="282" y="509"/>
                  </a:cubicBezTo>
                  <a:cubicBezTo>
                    <a:pt x="279" y="511"/>
                    <a:pt x="279" y="511"/>
                    <a:pt x="279" y="511"/>
                  </a:cubicBezTo>
                  <a:cubicBezTo>
                    <a:pt x="277" y="515"/>
                    <a:pt x="277" y="515"/>
                    <a:pt x="277" y="515"/>
                  </a:cubicBezTo>
                  <a:cubicBezTo>
                    <a:pt x="271" y="519"/>
                    <a:pt x="271" y="519"/>
                    <a:pt x="271" y="519"/>
                  </a:cubicBezTo>
                  <a:cubicBezTo>
                    <a:pt x="264" y="523"/>
                    <a:pt x="264" y="523"/>
                    <a:pt x="264" y="523"/>
                  </a:cubicBezTo>
                  <a:cubicBezTo>
                    <a:pt x="257" y="526"/>
                    <a:pt x="257" y="526"/>
                    <a:pt x="257" y="526"/>
                  </a:cubicBezTo>
                  <a:cubicBezTo>
                    <a:pt x="250" y="529"/>
                    <a:pt x="250" y="529"/>
                    <a:pt x="250" y="529"/>
                  </a:cubicBezTo>
                  <a:cubicBezTo>
                    <a:pt x="246" y="528"/>
                    <a:pt x="246" y="528"/>
                    <a:pt x="246" y="528"/>
                  </a:cubicBezTo>
                  <a:cubicBezTo>
                    <a:pt x="241" y="526"/>
                    <a:pt x="241" y="526"/>
                    <a:pt x="241" y="526"/>
                  </a:cubicBezTo>
                  <a:cubicBezTo>
                    <a:pt x="235" y="527"/>
                    <a:pt x="235" y="527"/>
                    <a:pt x="235" y="527"/>
                  </a:cubicBezTo>
                  <a:cubicBezTo>
                    <a:pt x="231" y="529"/>
                    <a:pt x="231" y="529"/>
                    <a:pt x="231" y="529"/>
                  </a:cubicBezTo>
                  <a:cubicBezTo>
                    <a:pt x="228" y="533"/>
                    <a:pt x="228" y="533"/>
                    <a:pt x="228" y="533"/>
                  </a:cubicBezTo>
                  <a:cubicBezTo>
                    <a:pt x="225" y="535"/>
                    <a:pt x="225" y="535"/>
                    <a:pt x="225" y="535"/>
                  </a:cubicBezTo>
                  <a:cubicBezTo>
                    <a:pt x="222" y="535"/>
                    <a:pt x="222" y="535"/>
                    <a:pt x="222" y="535"/>
                  </a:cubicBezTo>
                  <a:cubicBezTo>
                    <a:pt x="220" y="533"/>
                    <a:pt x="220" y="533"/>
                    <a:pt x="220" y="533"/>
                  </a:cubicBezTo>
                  <a:cubicBezTo>
                    <a:pt x="217" y="528"/>
                    <a:pt x="217" y="528"/>
                    <a:pt x="217" y="528"/>
                  </a:cubicBezTo>
                  <a:cubicBezTo>
                    <a:pt x="213" y="522"/>
                    <a:pt x="213" y="522"/>
                    <a:pt x="213" y="522"/>
                  </a:cubicBezTo>
                  <a:cubicBezTo>
                    <a:pt x="211" y="520"/>
                    <a:pt x="211" y="520"/>
                    <a:pt x="211" y="520"/>
                  </a:cubicBezTo>
                  <a:cubicBezTo>
                    <a:pt x="213" y="517"/>
                    <a:pt x="213" y="517"/>
                    <a:pt x="213" y="517"/>
                  </a:cubicBezTo>
                  <a:cubicBezTo>
                    <a:pt x="216" y="515"/>
                    <a:pt x="216" y="515"/>
                    <a:pt x="216" y="515"/>
                  </a:cubicBezTo>
                  <a:cubicBezTo>
                    <a:pt x="220" y="512"/>
                    <a:pt x="220" y="512"/>
                    <a:pt x="220" y="512"/>
                  </a:cubicBezTo>
                  <a:cubicBezTo>
                    <a:pt x="224" y="511"/>
                    <a:pt x="224" y="511"/>
                    <a:pt x="224" y="511"/>
                  </a:cubicBezTo>
                  <a:cubicBezTo>
                    <a:pt x="229" y="509"/>
                    <a:pt x="229" y="509"/>
                    <a:pt x="229" y="509"/>
                  </a:cubicBezTo>
                  <a:cubicBezTo>
                    <a:pt x="231" y="508"/>
                    <a:pt x="231" y="508"/>
                    <a:pt x="231" y="508"/>
                  </a:cubicBezTo>
                  <a:cubicBezTo>
                    <a:pt x="233" y="502"/>
                    <a:pt x="233" y="502"/>
                    <a:pt x="233" y="502"/>
                  </a:cubicBezTo>
                  <a:cubicBezTo>
                    <a:pt x="235" y="499"/>
                    <a:pt x="235" y="499"/>
                    <a:pt x="235" y="499"/>
                  </a:cubicBezTo>
                  <a:cubicBezTo>
                    <a:pt x="236" y="495"/>
                    <a:pt x="236" y="495"/>
                    <a:pt x="236" y="495"/>
                  </a:cubicBezTo>
                  <a:cubicBezTo>
                    <a:pt x="234" y="494"/>
                    <a:pt x="234" y="494"/>
                    <a:pt x="234" y="494"/>
                  </a:cubicBezTo>
                  <a:cubicBezTo>
                    <a:pt x="230" y="495"/>
                    <a:pt x="230" y="495"/>
                    <a:pt x="230" y="495"/>
                  </a:cubicBezTo>
                  <a:cubicBezTo>
                    <a:pt x="226" y="497"/>
                    <a:pt x="226" y="497"/>
                    <a:pt x="226" y="497"/>
                  </a:cubicBezTo>
                  <a:cubicBezTo>
                    <a:pt x="220" y="496"/>
                    <a:pt x="220" y="496"/>
                    <a:pt x="220" y="496"/>
                  </a:cubicBezTo>
                  <a:cubicBezTo>
                    <a:pt x="218" y="493"/>
                    <a:pt x="218" y="493"/>
                    <a:pt x="218" y="493"/>
                  </a:cubicBezTo>
                  <a:cubicBezTo>
                    <a:pt x="214" y="491"/>
                    <a:pt x="214" y="491"/>
                    <a:pt x="214" y="491"/>
                  </a:cubicBezTo>
                  <a:cubicBezTo>
                    <a:pt x="212" y="489"/>
                    <a:pt x="212" y="489"/>
                    <a:pt x="212" y="489"/>
                  </a:cubicBezTo>
                  <a:cubicBezTo>
                    <a:pt x="211" y="485"/>
                    <a:pt x="211" y="485"/>
                    <a:pt x="211" y="485"/>
                  </a:cubicBezTo>
                  <a:cubicBezTo>
                    <a:pt x="214" y="482"/>
                    <a:pt x="214" y="482"/>
                    <a:pt x="214" y="482"/>
                  </a:cubicBezTo>
                  <a:cubicBezTo>
                    <a:pt x="217" y="479"/>
                    <a:pt x="217" y="479"/>
                    <a:pt x="217" y="479"/>
                  </a:cubicBezTo>
                  <a:cubicBezTo>
                    <a:pt x="219" y="477"/>
                    <a:pt x="219" y="477"/>
                    <a:pt x="219" y="477"/>
                  </a:cubicBezTo>
                  <a:cubicBezTo>
                    <a:pt x="218" y="472"/>
                    <a:pt x="218" y="472"/>
                    <a:pt x="218" y="472"/>
                  </a:cubicBezTo>
                  <a:cubicBezTo>
                    <a:pt x="219" y="470"/>
                    <a:pt x="219" y="470"/>
                    <a:pt x="219" y="470"/>
                  </a:cubicBezTo>
                  <a:cubicBezTo>
                    <a:pt x="222" y="469"/>
                    <a:pt x="222" y="469"/>
                    <a:pt x="222" y="469"/>
                  </a:cubicBezTo>
                  <a:cubicBezTo>
                    <a:pt x="222" y="465"/>
                    <a:pt x="222" y="465"/>
                    <a:pt x="222" y="465"/>
                  </a:cubicBezTo>
                  <a:cubicBezTo>
                    <a:pt x="221" y="462"/>
                    <a:pt x="221" y="462"/>
                    <a:pt x="221" y="462"/>
                  </a:cubicBezTo>
                  <a:cubicBezTo>
                    <a:pt x="222" y="458"/>
                    <a:pt x="222" y="458"/>
                    <a:pt x="222" y="458"/>
                  </a:cubicBezTo>
                  <a:cubicBezTo>
                    <a:pt x="224" y="456"/>
                    <a:pt x="224" y="456"/>
                    <a:pt x="224" y="456"/>
                  </a:cubicBezTo>
                  <a:cubicBezTo>
                    <a:pt x="227" y="455"/>
                    <a:pt x="227" y="455"/>
                    <a:pt x="227" y="455"/>
                  </a:cubicBezTo>
                  <a:cubicBezTo>
                    <a:pt x="229" y="453"/>
                    <a:pt x="229" y="453"/>
                    <a:pt x="229" y="453"/>
                  </a:cubicBezTo>
                  <a:cubicBezTo>
                    <a:pt x="226" y="448"/>
                    <a:pt x="226" y="448"/>
                    <a:pt x="226" y="448"/>
                  </a:cubicBezTo>
                  <a:cubicBezTo>
                    <a:pt x="221" y="446"/>
                    <a:pt x="221" y="446"/>
                    <a:pt x="221" y="446"/>
                  </a:cubicBezTo>
                  <a:cubicBezTo>
                    <a:pt x="219" y="439"/>
                    <a:pt x="219" y="439"/>
                    <a:pt x="219" y="439"/>
                  </a:cubicBezTo>
                  <a:cubicBezTo>
                    <a:pt x="217" y="435"/>
                    <a:pt x="217" y="435"/>
                    <a:pt x="217" y="435"/>
                  </a:cubicBezTo>
                  <a:cubicBezTo>
                    <a:pt x="214" y="433"/>
                    <a:pt x="214" y="433"/>
                    <a:pt x="214" y="433"/>
                  </a:cubicBezTo>
                  <a:cubicBezTo>
                    <a:pt x="210" y="435"/>
                    <a:pt x="210" y="435"/>
                    <a:pt x="210" y="435"/>
                  </a:cubicBezTo>
                  <a:cubicBezTo>
                    <a:pt x="207" y="437"/>
                    <a:pt x="207" y="437"/>
                    <a:pt x="207" y="437"/>
                  </a:cubicBezTo>
                  <a:cubicBezTo>
                    <a:pt x="203" y="438"/>
                    <a:pt x="203" y="438"/>
                    <a:pt x="203" y="438"/>
                  </a:cubicBezTo>
                  <a:cubicBezTo>
                    <a:pt x="201" y="438"/>
                    <a:pt x="201" y="438"/>
                    <a:pt x="201" y="438"/>
                  </a:cubicBezTo>
                  <a:cubicBezTo>
                    <a:pt x="197" y="437"/>
                    <a:pt x="197" y="437"/>
                    <a:pt x="197" y="437"/>
                  </a:cubicBezTo>
                  <a:cubicBezTo>
                    <a:pt x="193" y="433"/>
                    <a:pt x="193" y="433"/>
                    <a:pt x="193" y="433"/>
                  </a:cubicBezTo>
                  <a:cubicBezTo>
                    <a:pt x="186" y="430"/>
                    <a:pt x="186" y="430"/>
                    <a:pt x="186" y="430"/>
                  </a:cubicBezTo>
                  <a:cubicBezTo>
                    <a:pt x="182" y="426"/>
                    <a:pt x="182" y="426"/>
                    <a:pt x="182" y="426"/>
                  </a:cubicBezTo>
                  <a:cubicBezTo>
                    <a:pt x="181" y="423"/>
                    <a:pt x="181" y="423"/>
                    <a:pt x="181" y="423"/>
                  </a:cubicBezTo>
                  <a:cubicBezTo>
                    <a:pt x="181" y="418"/>
                    <a:pt x="181" y="418"/>
                    <a:pt x="181" y="418"/>
                  </a:cubicBezTo>
                  <a:cubicBezTo>
                    <a:pt x="179" y="411"/>
                    <a:pt x="179" y="411"/>
                    <a:pt x="179" y="411"/>
                  </a:cubicBezTo>
                  <a:cubicBezTo>
                    <a:pt x="172" y="408"/>
                    <a:pt x="172" y="408"/>
                    <a:pt x="172" y="408"/>
                  </a:cubicBezTo>
                  <a:cubicBezTo>
                    <a:pt x="168" y="405"/>
                    <a:pt x="168" y="405"/>
                    <a:pt x="168" y="405"/>
                  </a:cubicBezTo>
                  <a:cubicBezTo>
                    <a:pt x="164" y="405"/>
                    <a:pt x="164" y="405"/>
                    <a:pt x="164" y="405"/>
                  </a:cubicBezTo>
                  <a:cubicBezTo>
                    <a:pt x="162" y="409"/>
                    <a:pt x="162" y="409"/>
                    <a:pt x="162" y="409"/>
                  </a:cubicBezTo>
                  <a:cubicBezTo>
                    <a:pt x="158" y="410"/>
                    <a:pt x="158" y="410"/>
                    <a:pt x="158" y="410"/>
                  </a:cubicBezTo>
                  <a:cubicBezTo>
                    <a:pt x="157" y="413"/>
                    <a:pt x="157" y="413"/>
                    <a:pt x="157" y="413"/>
                  </a:cubicBezTo>
                  <a:cubicBezTo>
                    <a:pt x="158" y="416"/>
                    <a:pt x="158" y="416"/>
                    <a:pt x="158" y="416"/>
                  </a:cubicBezTo>
                  <a:cubicBezTo>
                    <a:pt x="163" y="417"/>
                    <a:pt x="163" y="417"/>
                    <a:pt x="163" y="417"/>
                  </a:cubicBezTo>
                  <a:cubicBezTo>
                    <a:pt x="165" y="419"/>
                    <a:pt x="165" y="419"/>
                    <a:pt x="165" y="419"/>
                  </a:cubicBezTo>
                  <a:cubicBezTo>
                    <a:pt x="164" y="423"/>
                    <a:pt x="164" y="423"/>
                    <a:pt x="164" y="423"/>
                  </a:cubicBezTo>
                  <a:cubicBezTo>
                    <a:pt x="160" y="430"/>
                    <a:pt x="160" y="430"/>
                    <a:pt x="160" y="430"/>
                  </a:cubicBezTo>
                  <a:cubicBezTo>
                    <a:pt x="160" y="434"/>
                    <a:pt x="160" y="434"/>
                    <a:pt x="160" y="434"/>
                  </a:cubicBezTo>
                  <a:cubicBezTo>
                    <a:pt x="157" y="435"/>
                    <a:pt x="157" y="435"/>
                    <a:pt x="157" y="435"/>
                  </a:cubicBezTo>
                  <a:cubicBezTo>
                    <a:pt x="152" y="436"/>
                    <a:pt x="152" y="436"/>
                    <a:pt x="152" y="436"/>
                  </a:cubicBezTo>
                  <a:cubicBezTo>
                    <a:pt x="145" y="438"/>
                    <a:pt x="145" y="438"/>
                    <a:pt x="145" y="438"/>
                  </a:cubicBezTo>
                  <a:cubicBezTo>
                    <a:pt x="142" y="441"/>
                    <a:pt x="142" y="441"/>
                    <a:pt x="142" y="441"/>
                  </a:cubicBezTo>
                  <a:cubicBezTo>
                    <a:pt x="135" y="445"/>
                    <a:pt x="135" y="445"/>
                    <a:pt x="135" y="445"/>
                  </a:cubicBezTo>
                  <a:cubicBezTo>
                    <a:pt x="130" y="449"/>
                    <a:pt x="130" y="449"/>
                    <a:pt x="130" y="449"/>
                  </a:cubicBezTo>
                  <a:cubicBezTo>
                    <a:pt x="124" y="454"/>
                    <a:pt x="124" y="454"/>
                    <a:pt x="124" y="454"/>
                  </a:cubicBezTo>
                  <a:cubicBezTo>
                    <a:pt x="117" y="457"/>
                    <a:pt x="117" y="457"/>
                    <a:pt x="117" y="457"/>
                  </a:cubicBezTo>
                  <a:cubicBezTo>
                    <a:pt x="110" y="458"/>
                    <a:pt x="110" y="458"/>
                    <a:pt x="110" y="458"/>
                  </a:cubicBezTo>
                  <a:cubicBezTo>
                    <a:pt x="108" y="461"/>
                    <a:pt x="108" y="461"/>
                    <a:pt x="108" y="461"/>
                  </a:cubicBezTo>
                  <a:cubicBezTo>
                    <a:pt x="105" y="464"/>
                    <a:pt x="105" y="464"/>
                    <a:pt x="105" y="464"/>
                  </a:cubicBezTo>
                  <a:cubicBezTo>
                    <a:pt x="102" y="466"/>
                    <a:pt x="102" y="466"/>
                    <a:pt x="102" y="466"/>
                  </a:cubicBezTo>
                  <a:cubicBezTo>
                    <a:pt x="97" y="465"/>
                    <a:pt x="97" y="465"/>
                    <a:pt x="97" y="465"/>
                  </a:cubicBezTo>
                  <a:cubicBezTo>
                    <a:pt x="91" y="462"/>
                    <a:pt x="91" y="462"/>
                    <a:pt x="91" y="462"/>
                  </a:cubicBezTo>
                  <a:cubicBezTo>
                    <a:pt x="85" y="461"/>
                    <a:pt x="85" y="461"/>
                    <a:pt x="85" y="461"/>
                  </a:cubicBezTo>
                  <a:cubicBezTo>
                    <a:pt x="82" y="461"/>
                    <a:pt x="82" y="461"/>
                    <a:pt x="82" y="461"/>
                  </a:cubicBezTo>
                  <a:cubicBezTo>
                    <a:pt x="78" y="463"/>
                    <a:pt x="78" y="463"/>
                    <a:pt x="78" y="463"/>
                  </a:cubicBezTo>
                  <a:cubicBezTo>
                    <a:pt x="74" y="466"/>
                    <a:pt x="74" y="466"/>
                    <a:pt x="74" y="466"/>
                  </a:cubicBezTo>
                  <a:cubicBezTo>
                    <a:pt x="70" y="468"/>
                    <a:pt x="70" y="468"/>
                    <a:pt x="70" y="468"/>
                  </a:cubicBezTo>
                  <a:cubicBezTo>
                    <a:pt x="64" y="467"/>
                    <a:pt x="64" y="467"/>
                    <a:pt x="64" y="467"/>
                  </a:cubicBezTo>
                  <a:cubicBezTo>
                    <a:pt x="64" y="467"/>
                    <a:pt x="64" y="467"/>
                    <a:pt x="64" y="467"/>
                  </a:cubicBezTo>
                  <a:cubicBezTo>
                    <a:pt x="64" y="466"/>
                    <a:pt x="61" y="464"/>
                    <a:pt x="60" y="463"/>
                  </a:cubicBezTo>
                  <a:cubicBezTo>
                    <a:pt x="59" y="462"/>
                    <a:pt x="57" y="459"/>
                    <a:pt x="57" y="458"/>
                  </a:cubicBezTo>
                  <a:cubicBezTo>
                    <a:pt x="57" y="456"/>
                    <a:pt x="57" y="452"/>
                    <a:pt x="57" y="450"/>
                  </a:cubicBezTo>
                  <a:cubicBezTo>
                    <a:pt x="58" y="448"/>
                    <a:pt x="60" y="444"/>
                    <a:pt x="61" y="441"/>
                  </a:cubicBezTo>
                  <a:cubicBezTo>
                    <a:pt x="62" y="439"/>
                    <a:pt x="64" y="436"/>
                    <a:pt x="65" y="434"/>
                  </a:cubicBezTo>
                  <a:cubicBezTo>
                    <a:pt x="66" y="433"/>
                    <a:pt x="67" y="429"/>
                    <a:pt x="67" y="428"/>
                  </a:cubicBezTo>
                  <a:cubicBezTo>
                    <a:pt x="67" y="425"/>
                    <a:pt x="64" y="421"/>
                    <a:pt x="63" y="419"/>
                  </a:cubicBezTo>
                  <a:cubicBezTo>
                    <a:pt x="62" y="417"/>
                    <a:pt x="60" y="412"/>
                    <a:pt x="58" y="410"/>
                  </a:cubicBezTo>
                  <a:cubicBezTo>
                    <a:pt x="58" y="409"/>
                    <a:pt x="56" y="406"/>
                    <a:pt x="55" y="405"/>
                  </a:cubicBezTo>
                  <a:cubicBezTo>
                    <a:pt x="54" y="404"/>
                    <a:pt x="51" y="403"/>
                    <a:pt x="50" y="404"/>
                  </a:cubicBezTo>
                  <a:cubicBezTo>
                    <a:pt x="49" y="404"/>
                    <a:pt x="48" y="407"/>
                    <a:pt x="47" y="408"/>
                  </a:cubicBezTo>
                  <a:cubicBezTo>
                    <a:pt x="46" y="409"/>
                    <a:pt x="44" y="411"/>
                    <a:pt x="42" y="411"/>
                  </a:cubicBezTo>
                  <a:cubicBezTo>
                    <a:pt x="41" y="411"/>
                    <a:pt x="38" y="410"/>
                    <a:pt x="37" y="409"/>
                  </a:cubicBezTo>
                  <a:cubicBezTo>
                    <a:pt x="36" y="409"/>
                    <a:pt x="33" y="407"/>
                    <a:pt x="32" y="406"/>
                  </a:cubicBezTo>
                  <a:cubicBezTo>
                    <a:pt x="30" y="405"/>
                    <a:pt x="26" y="403"/>
                    <a:pt x="24" y="403"/>
                  </a:cubicBezTo>
                  <a:cubicBezTo>
                    <a:pt x="23" y="402"/>
                    <a:pt x="19" y="402"/>
                    <a:pt x="17" y="402"/>
                  </a:cubicBezTo>
                  <a:cubicBezTo>
                    <a:pt x="16" y="402"/>
                    <a:pt x="12" y="403"/>
                    <a:pt x="11" y="403"/>
                  </a:cubicBezTo>
                  <a:cubicBezTo>
                    <a:pt x="9" y="402"/>
                    <a:pt x="5" y="398"/>
                    <a:pt x="4" y="396"/>
                  </a:cubicBezTo>
                  <a:cubicBezTo>
                    <a:pt x="3" y="395"/>
                    <a:pt x="1" y="392"/>
                    <a:pt x="1" y="390"/>
                  </a:cubicBezTo>
                  <a:cubicBezTo>
                    <a:pt x="0" y="387"/>
                    <a:pt x="0" y="381"/>
                    <a:pt x="1" y="378"/>
                  </a:cubicBezTo>
                  <a:cubicBezTo>
                    <a:pt x="2" y="377"/>
                    <a:pt x="3" y="373"/>
                    <a:pt x="5" y="372"/>
                  </a:cubicBezTo>
                  <a:cubicBezTo>
                    <a:pt x="6" y="372"/>
                    <a:pt x="9" y="373"/>
                    <a:pt x="10" y="372"/>
                  </a:cubicBezTo>
                  <a:cubicBezTo>
                    <a:pt x="11" y="372"/>
                    <a:pt x="13" y="372"/>
                    <a:pt x="13" y="371"/>
                  </a:cubicBezTo>
                  <a:cubicBezTo>
                    <a:pt x="14" y="369"/>
                    <a:pt x="11" y="367"/>
                    <a:pt x="10" y="365"/>
                  </a:cubicBezTo>
                  <a:cubicBezTo>
                    <a:pt x="9" y="363"/>
                    <a:pt x="7" y="360"/>
                    <a:pt x="7" y="358"/>
                  </a:cubicBezTo>
                  <a:cubicBezTo>
                    <a:pt x="6" y="357"/>
                    <a:pt x="8" y="354"/>
                    <a:pt x="8" y="352"/>
                  </a:cubicBezTo>
                  <a:cubicBezTo>
                    <a:pt x="10" y="351"/>
                    <a:pt x="13" y="348"/>
                    <a:pt x="15" y="347"/>
                  </a:cubicBezTo>
                  <a:cubicBezTo>
                    <a:pt x="18" y="346"/>
                    <a:pt x="22" y="347"/>
                    <a:pt x="24" y="348"/>
                  </a:cubicBezTo>
                  <a:cubicBezTo>
                    <a:pt x="29" y="348"/>
                    <a:pt x="37" y="350"/>
                    <a:pt x="42" y="351"/>
                  </a:cubicBezTo>
                  <a:cubicBezTo>
                    <a:pt x="45" y="351"/>
                    <a:pt x="50" y="353"/>
                    <a:pt x="53" y="354"/>
                  </a:cubicBezTo>
                  <a:cubicBezTo>
                    <a:pt x="55" y="354"/>
                    <a:pt x="60" y="355"/>
                    <a:pt x="62" y="355"/>
                  </a:cubicBezTo>
                  <a:cubicBezTo>
                    <a:pt x="63" y="354"/>
                    <a:pt x="66" y="352"/>
                    <a:pt x="67" y="351"/>
                  </a:cubicBezTo>
                  <a:cubicBezTo>
                    <a:pt x="68" y="349"/>
                    <a:pt x="69" y="345"/>
                    <a:pt x="69" y="342"/>
                  </a:cubicBezTo>
                  <a:cubicBezTo>
                    <a:pt x="70" y="339"/>
                    <a:pt x="69" y="333"/>
                    <a:pt x="70" y="329"/>
                  </a:cubicBezTo>
                  <a:cubicBezTo>
                    <a:pt x="70" y="325"/>
                    <a:pt x="72" y="318"/>
                    <a:pt x="73" y="314"/>
                  </a:cubicBezTo>
                  <a:cubicBezTo>
                    <a:pt x="73" y="310"/>
                    <a:pt x="73" y="303"/>
                    <a:pt x="74" y="300"/>
                  </a:cubicBezTo>
                  <a:cubicBezTo>
                    <a:pt x="75" y="298"/>
                    <a:pt x="76" y="294"/>
                    <a:pt x="77" y="292"/>
                  </a:cubicBezTo>
                  <a:cubicBezTo>
                    <a:pt x="79" y="290"/>
                    <a:pt x="83" y="286"/>
                    <a:pt x="84" y="283"/>
                  </a:cubicBezTo>
                  <a:cubicBezTo>
                    <a:pt x="87" y="280"/>
                    <a:pt x="90" y="273"/>
                    <a:pt x="92" y="269"/>
                  </a:cubicBezTo>
                  <a:cubicBezTo>
                    <a:pt x="94" y="266"/>
                    <a:pt x="97" y="260"/>
                    <a:pt x="99" y="256"/>
                  </a:cubicBezTo>
                  <a:cubicBezTo>
                    <a:pt x="99" y="254"/>
                    <a:pt x="101" y="249"/>
                    <a:pt x="101" y="246"/>
                  </a:cubicBezTo>
                  <a:cubicBezTo>
                    <a:pt x="101" y="243"/>
                    <a:pt x="100" y="236"/>
                    <a:pt x="100" y="232"/>
                  </a:cubicBezTo>
                  <a:cubicBezTo>
                    <a:pt x="99" y="229"/>
                    <a:pt x="98" y="222"/>
                    <a:pt x="98" y="218"/>
                  </a:cubicBezTo>
                  <a:cubicBezTo>
                    <a:pt x="98" y="215"/>
                    <a:pt x="98" y="209"/>
                    <a:pt x="99" y="207"/>
                  </a:cubicBezTo>
                  <a:cubicBezTo>
                    <a:pt x="99" y="205"/>
                    <a:pt x="100" y="203"/>
                    <a:pt x="101" y="202"/>
                  </a:cubicBezTo>
                  <a:cubicBezTo>
                    <a:pt x="102" y="200"/>
                    <a:pt x="104" y="196"/>
                    <a:pt x="104" y="194"/>
                  </a:cubicBezTo>
                  <a:cubicBezTo>
                    <a:pt x="104" y="192"/>
                    <a:pt x="104" y="189"/>
                    <a:pt x="104" y="187"/>
                  </a:cubicBezTo>
                  <a:cubicBezTo>
                    <a:pt x="103" y="185"/>
                    <a:pt x="102" y="181"/>
                    <a:pt x="102" y="179"/>
                  </a:cubicBezTo>
                  <a:cubicBezTo>
                    <a:pt x="102" y="178"/>
                    <a:pt x="105" y="176"/>
                    <a:pt x="105" y="175"/>
                  </a:cubicBezTo>
                  <a:cubicBezTo>
                    <a:pt x="106" y="173"/>
                    <a:pt x="108" y="171"/>
                    <a:pt x="109" y="169"/>
                  </a:cubicBezTo>
                  <a:cubicBezTo>
                    <a:pt x="109" y="167"/>
                    <a:pt x="110" y="162"/>
                    <a:pt x="110" y="160"/>
                  </a:cubicBezTo>
                  <a:cubicBezTo>
                    <a:pt x="109" y="159"/>
                    <a:pt x="107" y="157"/>
                    <a:pt x="106" y="156"/>
                  </a:cubicBezTo>
                  <a:cubicBezTo>
                    <a:pt x="104" y="155"/>
                    <a:pt x="101" y="153"/>
                    <a:pt x="99" y="153"/>
                  </a:cubicBezTo>
                  <a:cubicBezTo>
                    <a:pt x="97" y="152"/>
                    <a:pt x="93" y="152"/>
                    <a:pt x="90" y="152"/>
                  </a:cubicBezTo>
                  <a:cubicBezTo>
                    <a:pt x="88" y="152"/>
                    <a:pt x="84" y="153"/>
                    <a:pt x="82" y="152"/>
                  </a:cubicBezTo>
                  <a:cubicBezTo>
                    <a:pt x="80" y="152"/>
                    <a:pt x="76" y="152"/>
                    <a:pt x="74" y="152"/>
                  </a:cubicBezTo>
                  <a:cubicBezTo>
                    <a:pt x="73" y="151"/>
                    <a:pt x="70" y="151"/>
                    <a:pt x="69" y="150"/>
                  </a:cubicBezTo>
                  <a:cubicBezTo>
                    <a:pt x="68" y="149"/>
                    <a:pt x="69" y="146"/>
                    <a:pt x="69" y="145"/>
                  </a:cubicBezTo>
                  <a:cubicBezTo>
                    <a:pt x="69" y="143"/>
                    <a:pt x="71" y="141"/>
                    <a:pt x="71" y="139"/>
                  </a:cubicBezTo>
                  <a:cubicBezTo>
                    <a:pt x="71" y="137"/>
                    <a:pt x="71" y="133"/>
                    <a:pt x="72" y="132"/>
                  </a:cubicBezTo>
                  <a:cubicBezTo>
                    <a:pt x="72" y="130"/>
                    <a:pt x="73" y="127"/>
                    <a:pt x="73" y="125"/>
                  </a:cubicBezTo>
                  <a:cubicBezTo>
                    <a:pt x="73" y="124"/>
                    <a:pt x="72" y="122"/>
                    <a:pt x="73" y="121"/>
                  </a:cubicBezTo>
                  <a:cubicBezTo>
                    <a:pt x="73" y="119"/>
                    <a:pt x="74" y="116"/>
                    <a:pt x="75" y="114"/>
                  </a:cubicBezTo>
                  <a:cubicBezTo>
                    <a:pt x="75" y="113"/>
                    <a:pt x="77" y="110"/>
                    <a:pt x="77" y="109"/>
                  </a:cubicBezTo>
                  <a:cubicBezTo>
                    <a:pt x="77" y="108"/>
                    <a:pt x="77" y="105"/>
                    <a:pt x="76" y="104"/>
                  </a:cubicBezTo>
                  <a:cubicBezTo>
                    <a:pt x="76" y="103"/>
                    <a:pt x="74" y="101"/>
                    <a:pt x="74" y="100"/>
                  </a:cubicBezTo>
                  <a:cubicBezTo>
                    <a:pt x="74" y="99"/>
                    <a:pt x="73" y="97"/>
                    <a:pt x="73" y="96"/>
                  </a:cubicBezTo>
                  <a:cubicBezTo>
                    <a:pt x="74" y="95"/>
                    <a:pt x="76" y="96"/>
                    <a:pt x="77" y="96"/>
                  </a:cubicBezTo>
                  <a:cubicBezTo>
                    <a:pt x="78" y="96"/>
                    <a:pt x="79" y="97"/>
                    <a:pt x="80" y="97"/>
                  </a:cubicBezTo>
                  <a:cubicBezTo>
                    <a:pt x="80" y="97"/>
                    <a:pt x="81" y="95"/>
                    <a:pt x="81" y="95"/>
                  </a:cubicBezTo>
                  <a:cubicBezTo>
                    <a:pt x="82" y="95"/>
                    <a:pt x="83" y="96"/>
                    <a:pt x="83" y="96"/>
                  </a:cubicBezTo>
                  <a:cubicBezTo>
                    <a:pt x="84" y="97"/>
                    <a:pt x="84" y="100"/>
                    <a:pt x="85" y="101"/>
                  </a:cubicBezTo>
                  <a:cubicBezTo>
                    <a:pt x="86" y="102"/>
                    <a:pt x="87" y="104"/>
                    <a:pt x="88" y="104"/>
                  </a:cubicBezTo>
                  <a:cubicBezTo>
                    <a:pt x="89" y="104"/>
                    <a:pt x="90" y="103"/>
                    <a:pt x="91" y="102"/>
                  </a:cubicBezTo>
                  <a:cubicBezTo>
                    <a:pt x="91" y="102"/>
                    <a:pt x="90" y="100"/>
                    <a:pt x="90" y="100"/>
                  </a:cubicBezTo>
                  <a:cubicBezTo>
                    <a:pt x="89" y="99"/>
                    <a:pt x="88" y="98"/>
                    <a:pt x="88" y="97"/>
                  </a:cubicBezTo>
                  <a:cubicBezTo>
                    <a:pt x="88" y="96"/>
                    <a:pt x="90" y="96"/>
                    <a:pt x="90" y="96"/>
                  </a:cubicBezTo>
                  <a:cubicBezTo>
                    <a:pt x="91" y="96"/>
                    <a:pt x="93" y="96"/>
                    <a:pt x="93" y="95"/>
                  </a:cubicBezTo>
                  <a:cubicBezTo>
                    <a:pt x="94" y="94"/>
                    <a:pt x="93" y="92"/>
                    <a:pt x="93" y="91"/>
                  </a:cubicBezTo>
                  <a:cubicBezTo>
                    <a:pt x="93" y="90"/>
                    <a:pt x="90" y="89"/>
                    <a:pt x="90" y="88"/>
                  </a:cubicBezTo>
                  <a:cubicBezTo>
                    <a:pt x="89" y="87"/>
                    <a:pt x="88" y="85"/>
                    <a:pt x="88" y="83"/>
                  </a:cubicBezTo>
                  <a:cubicBezTo>
                    <a:pt x="89" y="82"/>
                    <a:pt x="91" y="80"/>
                    <a:pt x="92" y="79"/>
                  </a:cubicBezTo>
                  <a:cubicBezTo>
                    <a:pt x="93" y="78"/>
                    <a:pt x="95" y="76"/>
                    <a:pt x="96" y="75"/>
                  </a:cubicBezTo>
                  <a:cubicBezTo>
                    <a:pt x="97" y="74"/>
                    <a:pt x="98" y="71"/>
                    <a:pt x="99" y="70"/>
                  </a:cubicBezTo>
                  <a:cubicBezTo>
                    <a:pt x="100" y="69"/>
                    <a:pt x="102" y="67"/>
                    <a:pt x="103" y="66"/>
                  </a:cubicBezTo>
                  <a:cubicBezTo>
                    <a:pt x="104" y="65"/>
                    <a:pt x="105" y="64"/>
                    <a:pt x="106" y="64"/>
                  </a:cubicBezTo>
                  <a:cubicBezTo>
                    <a:pt x="107" y="63"/>
                    <a:pt x="109" y="62"/>
                    <a:pt x="110" y="61"/>
                  </a:cubicBezTo>
                  <a:cubicBezTo>
                    <a:pt x="113" y="60"/>
                    <a:pt x="118" y="58"/>
                    <a:pt x="120" y="56"/>
                  </a:cubicBezTo>
                  <a:cubicBezTo>
                    <a:pt x="121" y="55"/>
                    <a:pt x="124" y="52"/>
                    <a:pt x="126" y="51"/>
                  </a:cubicBezTo>
                  <a:cubicBezTo>
                    <a:pt x="128" y="50"/>
                    <a:pt x="133" y="52"/>
                    <a:pt x="135" y="53"/>
                  </a:cubicBezTo>
                  <a:cubicBezTo>
                    <a:pt x="137" y="53"/>
                    <a:pt x="141" y="54"/>
                    <a:pt x="143" y="54"/>
                  </a:cubicBezTo>
                  <a:cubicBezTo>
                    <a:pt x="146" y="55"/>
                    <a:pt x="152" y="54"/>
                    <a:pt x="155" y="55"/>
                  </a:cubicBezTo>
                  <a:cubicBezTo>
                    <a:pt x="157" y="55"/>
                    <a:pt x="161" y="57"/>
                    <a:pt x="164" y="58"/>
                  </a:cubicBezTo>
                  <a:cubicBezTo>
                    <a:pt x="167" y="58"/>
                    <a:pt x="173" y="57"/>
                    <a:pt x="176" y="56"/>
                  </a:cubicBezTo>
                  <a:cubicBezTo>
                    <a:pt x="177" y="56"/>
                    <a:pt x="181" y="55"/>
                    <a:pt x="183" y="55"/>
                  </a:cubicBezTo>
                  <a:cubicBezTo>
                    <a:pt x="184" y="54"/>
                    <a:pt x="187" y="51"/>
                    <a:pt x="189" y="51"/>
                  </a:cubicBezTo>
                  <a:cubicBezTo>
                    <a:pt x="191" y="50"/>
                    <a:pt x="196" y="51"/>
                    <a:pt x="198" y="51"/>
                  </a:cubicBezTo>
                  <a:cubicBezTo>
                    <a:pt x="201" y="51"/>
                    <a:pt x="208" y="52"/>
                    <a:pt x="211" y="52"/>
                  </a:cubicBezTo>
                  <a:cubicBezTo>
                    <a:pt x="214" y="52"/>
                    <a:pt x="219" y="49"/>
                    <a:pt x="222" y="48"/>
                  </a:cubicBezTo>
                  <a:cubicBezTo>
                    <a:pt x="224" y="47"/>
                    <a:pt x="228" y="45"/>
                    <a:pt x="231" y="45"/>
                  </a:cubicBezTo>
                  <a:cubicBezTo>
                    <a:pt x="232" y="45"/>
                    <a:pt x="235" y="45"/>
                    <a:pt x="237" y="46"/>
                  </a:cubicBezTo>
                  <a:cubicBezTo>
                    <a:pt x="239" y="46"/>
                    <a:pt x="244" y="47"/>
                    <a:pt x="246" y="48"/>
                  </a:cubicBezTo>
                  <a:cubicBezTo>
                    <a:pt x="247" y="48"/>
                    <a:pt x="250" y="48"/>
                    <a:pt x="252" y="49"/>
                  </a:cubicBezTo>
                  <a:cubicBezTo>
                    <a:pt x="253" y="50"/>
                    <a:pt x="254" y="53"/>
                    <a:pt x="254" y="54"/>
                  </a:cubicBezTo>
                  <a:cubicBezTo>
                    <a:pt x="255" y="57"/>
                    <a:pt x="253" y="63"/>
                    <a:pt x="254" y="66"/>
                  </a:cubicBezTo>
                  <a:cubicBezTo>
                    <a:pt x="254" y="67"/>
                    <a:pt x="256" y="70"/>
                    <a:pt x="258" y="71"/>
                  </a:cubicBezTo>
                  <a:cubicBezTo>
                    <a:pt x="259" y="72"/>
                    <a:pt x="262" y="72"/>
                    <a:pt x="263" y="74"/>
                  </a:cubicBezTo>
                  <a:cubicBezTo>
                    <a:pt x="264" y="75"/>
                    <a:pt x="265" y="79"/>
                    <a:pt x="266" y="81"/>
                  </a:cubicBezTo>
                  <a:cubicBezTo>
                    <a:pt x="267" y="83"/>
                    <a:pt x="271" y="86"/>
                    <a:pt x="272" y="89"/>
                  </a:cubicBezTo>
                  <a:cubicBezTo>
                    <a:pt x="274" y="91"/>
                    <a:pt x="277" y="98"/>
                    <a:pt x="276" y="101"/>
                  </a:cubicBezTo>
                  <a:cubicBezTo>
                    <a:pt x="275" y="103"/>
                    <a:pt x="272" y="105"/>
                    <a:pt x="270" y="106"/>
                  </a:cubicBezTo>
                  <a:cubicBezTo>
                    <a:pt x="268" y="108"/>
                    <a:pt x="263" y="109"/>
                    <a:pt x="261" y="111"/>
                  </a:cubicBezTo>
                  <a:cubicBezTo>
                    <a:pt x="259" y="112"/>
                    <a:pt x="257" y="115"/>
                    <a:pt x="257" y="117"/>
                  </a:cubicBezTo>
                  <a:cubicBezTo>
                    <a:pt x="256" y="119"/>
                    <a:pt x="257" y="123"/>
                    <a:pt x="258" y="124"/>
                  </a:cubicBezTo>
                  <a:cubicBezTo>
                    <a:pt x="259" y="125"/>
                    <a:pt x="262" y="126"/>
                    <a:pt x="264" y="126"/>
                  </a:cubicBezTo>
                  <a:cubicBezTo>
                    <a:pt x="265" y="126"/>
                    <a:pt x="267" y="124"/>
                    <a:pt x="268" y="124"/>
                  </a:cubicBezTo>
                  <a:cubicBezTo>
                    <a:pt x="270" y="125"/>
                    <a:pt x="272" y="128"/>
                    <a:pt x="273" y="129"/>
                  </a:cubicBezTo>
                  <a:cubicBezTo>
                    <a:pt x="274" y="131"/>
                    <a:pt x="277" y="135"/>
                    <a:pt x="278" y="136"/>
                  </a:cubicBezTo>
                  <a:cubicBezTo>
                    <a:pt x="279" y="138"/>
                    <a:pt x="282" y="141"/>
                    <a:pt x="284" y="142"/>
                  </a:cubicBezTo>
                  <a:cubicBezTo>
                    <a:pt x="285" y="142"/>
                    <a:pt x="288" y="142"/>
                    <a:pt x="289" y="141"/>
                  </a:cubicBezTo>
                  <a:cubicBezTo>
                    <a:pt x="291" y="140"/>
                    <a:pt x="293" y="136"/>
                    <a:pt x="294" y="135"/>
                  </a:cubicBezTo>
                  <a:cubicBezTo>
                    <a:pt x="295" y="133"/>
                    <a:pt x="297" y="128"/>
                    <a:pt x="298" y="126"/>
                  </a:cubicBezTo>
                  <a:cubicBezTo>
                    <a:pt x="298" y="123"/>
                    <a:pt x="299" y="118"/>
                    <a:pt x="299" y="116"/>
                  </a:cubicBezTo>
                  <a:cubicBezTo>
                    <a:pt x="300" y="114"/>
                    <a:pt x="301" y="111"/>
                    <a:pt x="301" y="110"/>
                  </a:cubicBezTo>
                  <a:cubicBezTo>
                    <a:pt x="301" y="109"/>
                    <a:pt x="300" y="106"/>
                    <a:pt x="299" y="106"/>
                  </a:cubicBezTo>
                  <a:cubicBezTo>
                    <a:pt x="298" y="105"/>
                    <a:pt x="294" y="107"/>
                    <a:pt x="293" y="108"/>
                  </a:cubicBezTo>
                  <a:cubicBezTo>
                    <a:pt x="291" y="108"/>
                    <a:pt x="289" y="111"/>
                    <a:pt x="288" y="110"/>
                  </a:cubicBezTo>
                  <a:cubicBezTo>
                    <a:pt x="286" y="110"/>
                    <a:pt x="285" y="106"/>
                    <a:pt x="284" y="104"/>
                  </a:cubicBezTo>
                  <a:cubicBezTo>
                    <a:pt x="284" y="102"/>
                    <a:pt x="284" y="98"/>
                    <a:pt x="284" y="96"/>
                  </a:cubicBezTo>
                  <a:cubicBezTo>
                    <a:pt x="284" y="94"/>
                    <a:pt x="286" y="89"/>
                    <a:pt x="287" y="87"/>
                  </a:cubicBezTo>
                  <a:cubicBezTo>
                    <a:pt x="288" y="85"/>
                    <a:pt x="290" y="82"/>
                    <a:pt x="292" y="81"/>
                  </a:cubicBezTo>
                  <a:cubicBezTo>
                    <a:pt x="293" y="80"/>
                    <a:pt x="297" y="79"/>
                    <a:pt x="299" y="79"/>
                  </a:cubicBezTo>
                  <a:cubicBezTo>
                    <a:pt x="301" y="79"/>
                    <a:pt x="305" y="81"/>
                    <a:pt x="306" y="82"/>
                  </a:cubicBezTo>
                  <a:cubicBezTo>
                    <a:pt x="308" y="83"/>
                    <a:pt x="310" y="87"/>
                    <a:pt x="311" y="89"/>
                  </a:cubicBezTo>
                  <a:cubicBezTo>
                    <a:pt x="312" y="91"/>
                    <a:pt x="315" y="94"/>
                    <a:pt x="317" y="95"/>
                  </a:cubicBezTo>
                  <a:cubicBezTo>
                    <a:pt x="318" y="96"/>
                    <a:pt x="320" y="96"/>
                    <a:pt x="321" y="96"/>
                  </a:cubicBezTo>
                  <a:cubicBezTo>
                    <a:pt x="323" y="96"/>
                    <a:pt x="326" y="96"/>
                    <a:pt x="327" y="96"/>
                  </a:cubicBezTo>
                  <a:cubicBezTo>
                    <a:pt x="329" y="96"/>
                    <a:pt x="332" y="97"/>
                    <a:pt x="333" y="98"/>
                  </a:cubicBezTo>
                  <a:cubicBezTo>
                    <a:pt x="335" y="98"/>
                    <a:pt x="337" y="101"/>
                    <a:pt x="337" y="103"/>
                  </a:cubicBezTo>
                  <a:cubicBezTo>
                    <a:pt x="338" y="104"/>
                    <a:pt x="336" y="107"/>
                    <a:pt x="335" y="109"/>
                  </a:cubicBezTo>
                  <a:cubicBezTo>
                    <a:pt x="334" y="110"/>
                    <a:pt x="331" y="113"/>
                    <a:pt x="330" y="115"/>
                  </a:cubicBezTo>
                  <a:cubicBezTo>
                    <a:pt x="329" y="116"/>
                    <a:pt x="327" y="120"/>
                    <a:pt x="326" y="122"/>
                  </a:cubicBezTo>
                  <a:cubicBezTo>
                    <a:pt x="326" y="124"/>
                    <a:pt x="325" y="129"/>
                    <a:pt x="325" y="132"/>
                  </a:cubicBezTo>
                  <a:cubicBezTo>
                    <a:pt x="325" y="134"/>
                    <a:pt x="325" y="138"/>
                    <a:pt x="326" y="139"/>
                  </a:cubicBezTo>
                  <a:cubicBezTo>
                    <a:pt x="327" y="140"/>
                    <a:pt x="330" y="141"/>
                    <a:pt x="332" y="141"/>
                  </a:cubicBezTo>
                  <a:cubicBezTo>
                    <a:pt x="333" y="140"/>
                    <a:pt x="334" y="139"/>
                    <a:pt x="335" y="138"/>
                  </a:cubicBezTo>
                  <a:cubicBezTo>
                    <a:pt x="335" y="136"/>
                    <a:pt x="335" y="132"/>
                    <a:pt x="335" y="130"/>
                  </a:cubicBezTo>
                  <a:cubicBezTo>
                    <a:pt x="335" y="129"/>
                    <a:pt x="334" y="126"/>
                    <a:pt x="334" y="124"/>
                  </a:cubicBezTo>
                  <a:cubicBezTo>
                    <a:pt x="334" y="122"/>
                    <a:pt x="335" y="119"/>
                    <a:pt x="336" y="117"/>
                  </a:cubicBezTo>
                  <a:cubicBezTo>
                    <a:pt x="337" y="116"/>
                    <a:pt x="341" y="114"/>
                    <a:pt x="342" y="113"/>
                  </a:cubicBezTo>
                  <a:cubicBezTo>
                    <a:pt x="343" y="112"/>
                    <a:pt x="345" y="109"/>
                    <a:pt x="345" y="107"/>
                  </a:cubicBezTo>
                  <a:cubicBezTo>
                    <a:pt x="346" y="105"/>
                    <a:pt x="346" y="100"/>
                    <a:pt x="345" y="98"/>
                  </a:cubicBezTo>
                  <a:cubicBezTo>
                    <a:pt x="345" y="96"/>
                    <a:pt x="343" y="93"/>
                    <a:pt x="342" y="91"/>
                  </a:cubicBezTo>
                  <a:cubicBezTo>
                    <a:pt x="341" y="88"/>
                    <a:pt x="338" y="83"/>
                    <a:pt x="337" y="80"/>
                  </a:cubicBezTo>
                  <a:cubicBezTo>
                    <a:pt x="336" y="78"/>
                    <a:pt x="332" y="73"/>
                    <a:pt x="331" y="70"/>
                  </a:cubicBezTo>
                  <a:cubicBezTo>
                    <a:pt x="330" y="68"/>
                    <a:pt x="330" y="64"/>
                    <a:pt x="330" y="62"/>
                  </a:cubicBezTo>
                  <a:cubicBezTo>
                    <a:pt x="330" y="60"/>
                    <a:pt x="330" y="56"/>
                    <a:pt x="331" y="54"/>
                  </a:cubicBezTo>
                  <a:cubicBezTo>
                    <a:pt x="331" y="51"/>
                    <a:pt x="333" y="46"/>
                    <a:pt x="334" y="44"/>
                  </a:cubicBezTo>
                  <a:cubicBezTo>
                    <a:pt x="335" y="42"/>
                    <a:pt x="336" y="40"/>
                    <a:pt x="337" y="39"/>
                  </a:cubicBezTo>
                  <a:cubicBezTo>
                    <a:pt x="337" y="37"/>
                    <a:pt x="338" y="33"/>
                    <a:pt x="338" y="31"/>
                  </a:cubicBezTo>
                  <a:cubicBezTo>
                    <a:pt x="339" y="28"/>
                    <a:pt x="340" y="21"/>
                    <a:pt x="342" y="18"/>
                  </a:cubicBezTo>
                  <a:cubicBezTo>
                    <a:pt x="343" y="16"/>
                    <a:pt x="346" y="11"/>
                    <a:pt x="347" y="9"/>
                  </a:cubicBezTo>
                  <a:cubicBezTo>
                    <a:pt x="349" y="8"/>
                    <a:pt x="352" y="5"/>
                    <a:pt x="353" y="4"/>
                  </a:cubicBezTo>
                  <a:cubicBezTo>
                    <a:pt x="355" y="3"/>
                    <a:pt x="358" y="1"/>
                    <a:pt x="360" y="0"/>
                  </a:cubicBezTo>
                  <a:cubicBezTo>
                    <a:pt x="362" y="0"/>
                    <a:pt x="365" y="0"/>
                    <a:pt x="366" y="0"/>
                  </a:cubicBezTo>
                  <a:cubicBezTo>
                    <a:pt x="368" y="1"/>
                    <a:pt x="369" y="6"/>
                    <a:pt x="370" y="8"/>
                  </a:cubicBezTo>
                  <a:cubicBezTo>
                    <a:pt x="371" y="10"/>
                    <a:pt x="373" y="13"/>
                    <a:pt x="375" y="14"/>
                  </a:cubicBezTo>
                  <a:cubicBezTo>
                    <a:pt x="377" y="16"/>
                    <a:pt x="382" y="17"/>
                    <a:pt x="384" y="17"/>
                  </a:cubicBezTo>
                  <a:cubicBezTo>
                    <a:pt x="386" y="18"/>
                    <a:pt x="389" y="19"/>
                    <a:pt x="391" y="19"/>
                  </a:cubicBezTo>
                  <a:cubicBezTo>
                    <a:pt x="393" y="20"/>
                    <a:pt x="398" y="21"/>
                    <a:pt x="400" y="21"/>
                  </a:cubicBezTo>
                  <a:cubicBezTo>
                    <a:pt x="402" y="21"/>
                    <a:pt x="405" y="18"/>
                    <a:pt x="407" y="18"/>
                  </a:cubicBezTo>
                  <a:cubicBezTo>
                    <a:pt x="409" y="17"/>
                    <a:pt x="414" y="18"/>
                    <a:pt x="416" y="18"/>
                  </a:cubicBezTo>
                  <a:cubicBezTo>
                    <a:pt x="417" y="18"/>
                    <a:pt x="419" y="20"/>
                    <a:pt x="420" y="20"/>
                  </a:cubicBezTo>
                  <a:cubicBezTo>
                    <a:pt x="422" y="20"/>
                    <a:pt x="427" y="19"/>
                    <a:pt x="429" y="18"/>
                  </a:cubicBezTo>
                  <a:cubicBezTo>
                    <a:pt x="431" y="17"/>
                    <a:pt x="434" y="14"/>
                    <a:pt x="436" y="13"/>
                  </a:cubicBezTo>
                  <a:cubicBezTo>
                    <a:pt x="438" y="13"/>
                    <a:pt x="442" y="12"/>
                    <a:pt x="444" y="12"/>
                  </a:cubicBezTo>
                  <a:cubicBezTo>
                    <a:pt x="447" y="12"/>
                    <a:pt x="453" y="13"/>
                    <a:pt x="456" y="14"/>
                  </a:cubicBezTo>
                  <a:cubicBezTo>
                    <a:pt x="460" y="14"/>
                    <a:pt x="467" y="15"/>
                    <a:pt x="470" y="17"/>
                  </a:cubicBezTo>
                  <a:cubicBezTo>
                    <a:pt x="472" y="18"/>
                    <a:pt x="474" y="21"/>
                    <a:pt x="476" y="22"/>
                  </a:cubicBezTo>
                  <a:cubicBezTo>
                    <a:pt x="477" y="24"/>
                    <a:pt x="481" y="29"/>
                    <a:pt x="482" y="32"/>
                  </a:cubicBezTo>
                  <a:cubicBezTo>
                    <a:pt x="483" y="34"/>
                    <a:pt x="484" y="40"/>
                    <a:pt x="485" y="42"/>
                  </a:cubicBezTo>
                  <a:cubicBezTo>
                    <a:pt x="486" y="45"/>
                    <a:pt x="488" y="49"/>
                    <a:pt x="490" y="51"/>
                  </a:cubicBezTo>
                  <a:cubicBezTo>
                    <a:pt x="491" y="53"/>
                    <a:pt x="495" y="57"/>
                    <a:pt x="497" y="59"/>
                  </a:cubicBezTo>
                  <a:cubicBezTo>
                    <a:pt x="498" y="60"/>
                    <a:pt x="502" y="64"/>
                    <a:pt x="504" y="66"/>
                  </a:cubicBezTo>
                  <a:cubicBezTo>
                    <a:pt x="505" y="68"/>
                    <a:pt x="506" y="71"/>
                    <a:pt x="506" y="72"/>
                  </a:cubicBezTo>
                  <a:cubicBezTo>
                    <a:pt x="507" y="74"/>
                    <a:pt x="507" y="79"/>
                    <a:pt x="507" y="81"/>
                  </a:cubicBezTo>
                  <a:cubicBezTo>
                    <a:pt x="508" y="82"/>
                    <a:pt x="508" y="85"/>
                    <a:pt x="509" y="86"/>
                  </a:cubicBezTo>
                  <a:cubicBezTo>
                    <a:pt x="511" y="88"/>
                    <a:pt x="515" y="91"/>
                    <a:pt x="517" y="93"/>
                  </a:cubicBezTo>
                  <a:cubicBezTo>
                    <a:pt x="519" y="95"/>
                    <a:pt x="525" y="99"/>
                    <a:pt x="527" y="100"/>
                  </a:cubicBezTo>
                  <a:cubicBezTo>
                    <a:pt x="530" y="101"/>
                    <a:pt x="535" y="101"/>
                    <a:pt x="537" y="102"/>
                  </a:cubicBezTo>
                  <a:cubicBezTo>
                    <a:pt x="540" y="103"/>
                    <a:pt x="545" y="104"/>
                    <a:pt x="548" y="105"/>
                  </a:cubicBezTo>
                  <a:cubicBezTo>
                    <a:pt x="548" y="105"/>
                    <a:pt x="548" y="105"/>
                    <a:pt x="548" y="105"/>
                  </a:cubicBezTo>
                  <a:cubicBezTo>
                    <a:pt x="549" y="107"/>
                    <a:pt x="549" y="107"/>
                    <a:pt x="549" y="107"/>
                  </a:cubicBezTo>
                  <a:cubicBezTo>
                    <a:pt x="549" y="111"/>
                    <a:pt x="549" y="111"/>
                    <a:pt x="549" y="111"/>
                  </a:cubicBezTo>
                  <a:cubicBezTo>
                    <a:pt x="550" y="113"/>
                    <a:pt x="550" y="113"/>
                    <a:pt x="550" y="113"/>
                  </a:cubicBezTo>
                  <a:cubicBezTo>
                    <a:pt x="552" y="114"/>
                    <a:pt x="552" y="114"/>
                    <a:pt x="552" y="114"/>
                  </a:cubicBezTo>
                  <a:cubicBezTo>
                    <a:pt x="555" y="118"/>
                    <a:pt x="555" y="118"/>
                    <a:pt x="555" y="118"/>
                  </a:cubicBezTo>
                  <a:cubicBezTo>
                    <a:pt x="556" y="124"/>
                    <a:pt x="556" y="124"/>
                    <a:pt x="556" y="124"/>
                  </a:cubicBezTo>
                  <a:cubicBezTo>
                    <a:pt x="558" y="128"/>
                    <a:pt x="558" y="128"/>
                    <a:pt x="558" y="128"/>
                  </a:cubicBezTo>
                  <a:cubicBezTo>
                    <a:pt x="561" y="132"/>
                    <a:pt x="561" y="132"/>
                    <a:pt x="561" y="132"/>
                  </a:cubicBezTo>
                  <a:cubicBezTo>
                    <a:pt x="563" y="135"/>
                    <a:pt x="563" y="135"/>
                    <a:pt x="563" y="135"/>
                  </a:cubicBezTo>
                  <a:cubicBezTo>
                    <a:pt x="565" y="137"/>
                    <a:pt x="565" y="137"/>
                    <a:pt x="565" y="137"/>
                  </a:cubicBezTo>
                  <a:cubicBezTo>
                    <a:pt x="568" y="137"/>
                    <a:pt x="568" y="137"/>
                    <a:pt x="568" y="137"/>
                  </a:cubicBezTo>
                  <a:cubicBezTo>
                    <a:pt x="573" y="134"/>
                    <a:pt x="573" y="134"/>
                    <a:pt x="573" y="134"/>
                  </a:cubicBezTo>
                  <a:cubicBezTo>
                    <a:pt x="574" y="134"/>
                    <a:pt x="574" y="134"/>
                    <a:pt x="574" y="134"/>
                  </a:cubicBezTo>
                  <a:cubicBezTo>
                    <a:pt x="577" y="137"/>
                    <a:pt x="577" y="137"/>
                    <a:pt x="577" y="137"/>
                  </a:cubicBezTo>
                  <a:cubicBezTo>
                    <a:pt x="574" y="139"/>
                    <a:pt x="574" y="139"/>
                    <a:pt x="574" y="139"/>
                  </a:cubicBezTo>
                  <a:cubicBezTo>
                    <a:pt x="573" y="143"/>
                    <a:pt x="573" y="143"/>
                    <a:pt x="573" y="143"/>
                  </a:cubicBezTo>
                  <a:cubicBezTo>
                    <a:pt x="573" y="146"/>
                    <a:pt x="573" y="146"/>
                    <a:pt x="573" y="146"/>
                  </a:cubicBezTo>
                  <a:cubicBezTo>
                    <a:pt x="577" y="145"/>
                    <a:pt x="577" y="145"/>
                    <a:pt x="577" y="145"/>
                  </a:cubicBezTo>
                  <a:cubicBezTo>
                    <a:pt x="578" y="143"/>
                    <a:pt x="578" y="143"/>
                    <a:pt x="578" y="143"/>
                  </a:cubicBezTo>
                  <a:cubicBezTo>
                    <a:pt x="581" y="141"/>
                    <a:pt x="581" y="141"/>
                    <a:pt x="581" y="141"/>
                  </a:cubicBezTo>
                  <a:cubicBezTo>
                    <a:pt x="584" y="141"/>
                    <a:pt x="584" y="141"/>
                    <a:pt x="584" y="141"/>
                  </a:cubicBezTo>
                  <a:cubicBezTo>
                    <a:pt x="586" y="144"/>
                    <a:pt x="586" y="144"/>
                    <a:pt x="586" y="144"/>
                  </a:cubicBezTo>
                  <a:cubicBezTo>
                    <a:pt x="590" y="144"/>
                    <a:pt x="590" y="144"/>
                    <a:pt x="590" y="144"/>
                  </a:cubicBezTo>
                  <a:cubicBezTo>
                    <a:pt x="594" y="143"/>
                    <a:pt x="594" y="143"/>
                    <a:pt x="594" y="143"/>
                  </a:cubicBezTo>
                  <a:cubicBezTo>
                    <a:pt x="594" y="139"/>
                    <a:pt x="594" y="139"/>
                    <a:pt x="594" y="139"/>
                  </a:cubicBezTo>
                  <a:cubicBezTo>
                    <a:pt x="596" y="136"/>
                    <a:pt x="596" y="136"/>
                    <a:pt x="596" y="136"/>
                  </a:cubicBezTo>
                  <a:cubicBezTo>
                    <a:pt x="596" y="134"/>
                    <a:pt x="596" y="134"/>
                    <a:pt x="596" y="134"/>
                  </a:cubicBezTo>
                  <a:cubicBezTo>
                    <a:pt x="599" y="132"/>
                    <a:pt x="599" y="132"/>
                    <a:pt x="599" y="132"/>
                  </a:cubicBezTo>
                  <a:cubicBezTo>
                    <a:pt x="603" y="130"/>
                    <a:pt x="603" y="130"/>
                    <a:pt x="603" y="130"/>
                  </a:cubicBezTo>
                  <a:cubicBezTo>
                    <a:pt x="608" y="132"/>
                    <a:pt x="608" y="132"/>
                    <a:pt x="608" y="132"/>
                  </a:cubicBezTo>
                  <a:cubicBezTo>
                    <a:pt x="611" y="138"/>
                    <a:pt x="611" y="138"/>
                    <a:pt x="611" y="138"/>
                  </a:cubicBezTo>
                  <a:cubicBezTo>
                    <a:pt x="614" y="143"/>
                    <a:pt x="614" y="143"/>
                    <a:pt x="614" y="143"/>
                  </a:cubicBezTo>
                  <a:cubicBezTo>
                    <a:pt x="618" y="146"/>
                    <a:pt x="618" y="146"/>
                    <a:pt x="618" y="146"/>
                  </a:cubicBezTo>
                  <a:cubicBezTo>
                    <a:pt x="619" y="149"/>
                    <a:pt x="619" y="149"/>
                    <a:pt x="619" y="149"/>
                  </a:cubicBezTo>
                  <a:cubicBezTo>
                    <a:pt x="625" y="150"/>
                    <a:pt x="625" y="150"/>
                    <a:pt x="625" y="150"/>
                  </a:cubicBezTo>
                  <a:cubicBezTo>
                    <a:pt x="634" y="149"/>
                    <a:pt x="634" y="149"/>
                    <a:pt x="634" y="149"/>
                  </a:cubicBezTo>
                  <a:cubicBezTo>
                    <a:pt x="635" y="146"/>
                    <a:pt x="635" y="146"/>
                    <a:pt x="635" y="146"/>
                  </a:cubicBezTo>
                  <a:cubicBezTo>
                    <a:pt x="640" y="142"/>
                    <a:pt x="640" y="142"/>
                    <a:pt x="640" y="142"/>
                  </a:cubicBezTo>
                  <a:cubicBezTo>
                    <a:pt x="643" y="142"/>
                    <a:pt x="643" y="142"/>
                    <a:pt x="643" y="142"/>
                  </a:cubicBezTo>
                  <a:cubicBezTo>
                    <a:pt x="645" y="140"/>
                    <a:pt x="645" y="140"/>
                    <a:pt x="645" y="140"/>
                  </a:cubicBezTo>
                  <a:cubicBezTo>
                    <a:pt x="647" y="140"/>
                    <a:pt x="647" y="140"/>
                    <a:pt x="647" y="140"/>
                  </a:cubicBezTo>
                  <a:cubicBezTo>
                    <a:pt x="651" y="139"/>
                    <a:pt x="651" y="139"/>
                    <a:pt x="651" y="139"/>
                  </a:cubicBezTo>
                  <a:cubicBezTo>
                    <a:pt x="654" y="141"/>
                    <a:pt x="654" y="141"/>
                    <a:pt x="654" y="141"/>
                  </a:cubicBezTo>
                  <a:cubicBezTo>
                    <a:pt x="657" y="141"/>
                    <a:pt x="657" y="141"/>
                    <a:pt x="657" y="141"/>
                  </a:cubicBezTo>
                  <a:cubicBezTo>
                    <a:pt x="658" y="142"/>
                    <a:pt x="658" y="142"/>
                    <a:pt x="658" y="142"/>
                  </a:cubicBezTo>
                  <a:cubicBezTo>
                    <a:pt x="664" y="147"/>
                    <a:pt x="664" y="147"/>
                    <a:pt x="664" y="147"/>
                  </a:cubicBezTo>
                  <a:cubicBezTo>
                    <a:pt x="670" y="152"/>
                    <a:pt x="670" y="152"/>
                    <a:pt x="670" y="152"/>
                  </a:cubicBezTo>
                  <a:cubicBezTo>
                    <a:pt x="677" y="155"/>
                    <a:pt x="677" y="155"/>
                    <a:pt x="677" y="155"/>
                  </a:cubicBezTo>
                  <a:cubicBezTo>
                    <a:pt x="685" y="159"/>
                    <a:pt x="685" y="159"/>
                    <a:pt x="685" y="159"/>
                  </a:cubicBezTo>
                  <a:cubicBezTo>
                    <a:pt x="692" y="159"/>
                    <a:pt x="692" y="159"/>
                    <a:pt x="692" y="159"/>
                  </a:cubicBezTo>
                  <a:lnTo>
                    <a:pt x="695" y="160"/>
                  </a:lnTo>
                  <a:close/>
                  <a:moveTo>
                    <a:pt x="413" y="237"/>
                  </a:moveTo>
                  <a:cubicBezTo>
                    <a:pt x="410" y="231"/>
                    <a:pt x="410" y="231"/>
                    <a:pt x="410" y="231"/>
                  </a:cubicBezTo>
                  <a:cubicBezTo>
                    <a:pt x="407" y="229"/>
                    <a:pt x="407" y="229"/>
                    <a:pt x="407" y="229"/>
                  </a:cubicBezTo>
                  <a:cubicBezTo>
                    <a:pt x="407" y="225"/>
                    <a:pt x="407" y="225"/>
                    <a:pt x="407" y="225"/>
                  </a:cubicBezTo>
                  <a:cubicBezTo>
                    <a:pt x="408" y="222"/>
                    <a:pt x="408" y="222"/>
                    <a:pt x="408" y="222"/>
                  </a:cubicBezTo>
                  <a:cubicBezTo>
                    <a:pt x="410" y="220"/>
                    <a:pt x="410" y="220"/>
                    <a:pt x="410" y="220"/>
                  </a:cubicBezTo>
                  <a:cubicBezTo>
                    <a:pt x="411" y="216"/>
                    <a:pt x="411" y="216"/>
                    <a:pt x="411" y="216"/>
                  </a:cubicBezTo>
                  <a:cubicBezTo>
                    <a:pt x="405" y="216"/>
                    <a:pt x="405" y="216"/>
                    <a:pt x="405" y="216"/>
                  </a:cubicBezTo>
                  <a:cubicBezTo>
                    <a:pt x="402" y="218"/>
                    <a:pt x="402" y="218"/>
                    <a:pt x="402" y="218"/>
                  </a:cubicBezTo>
                  <a:cubicBezTo>
                    <a:pt x="398" y="219"/>
                    <a:pt x="398" y="219"/>
                    <a:pt x="398" y="219"/>
                  </a:cubicBezTo>
                  <a:cubicBezTo>
                    <a:pt x="396" y="222"/>
                    <a:pt x="396" y="222"/>
                    <a:pt x="396" y="222"/>
                  </a:cubicBezTo>
                  <a:cubicBezTo>
                    <a:pt x="392" y="222"/>
                    <a:pt x="392" y="222"/>
                    <a:pt x="392" y="222"/>
                  </a:cubicBezTo>
                  <a:cubicBezTo>
                    <a:pt x="390" y="219"/>
                    <a:pt x="390" y="219"/>
                    <a:pt x="390" y="219"/>
                  </a:cubicBezTo>
                  <a:cubicBezTo>
                    <a:pt x="388" y="217"/>
                    <a:pt x="388" y="217"/>
                    <a:pt x="388" y="217"/>
                  </a:cubicBezTo>
                  <a:cubicBezTo>
                    <a:pt x="386" y="214"/>
                    <a:pt x="386" y="214"/>
                    <a:pt x="386" y="214"/>
                  </a:cubicBezTo>
                  <a:cubicBezTo>
                    <a:pt x="383" y="212"/>
                    <a:pt x="383" y="212"/>
                    <a:pt x="383" y="212"/>
                  </a:cubicBezTo>
                  <a:cubicBezTo>
                    <a:pt x="380" y="213"/>
                    <a:pt x="380" y="213"/>
                    <a:pt x="380" y="213"/>
                  </a:cubicBezTo>
                  <a:cubicBezTo>
                    <a:pt x="375" y="213"/>
                    <a:pt x="375" y="213"/>
                    <a:pt x="375" y="213"/>
                  </a:cubicBezTo>
                  <a:cubicBezTo>
                    <a:pt x="372" y="210"/>
                    <a:pt x="372" y="210"/>
                    <a:pt x="372" y="210"/>
                  </a:cubicBezTo>
                  <a:cubicBezTo>
                    <a:pt x="368" y="206"/>
                    <a:pt x="368" y="206"/>
                    <a:pt x="368" y="206"/>
                  </a:cubicBezTo>
                  <a:cubicBezTo>
                    <a:pt x="362" y="204"/>
                    <a:pt x="362" y="204"/>
                    <a:pt x="362" y="204"/>
                  </a:cubicBezTo>
                  <a:cubicBezTo>
                    <a:pt x="360" y="202"/>
                    <a:pt x="360" y="202"/>
                    <a:pt x="360" y="202"/>
                  </a:cubicBezTo>
                  <a:cubicBezTo>
                    <a:pt x="355" y="203"/>
                    <a:pt x="355" y="203"/>
                    <a:pt x="355" y="203"/>
                  </a:cubicBezTo>
                  <a:cubicBezTo>
                    <a:pt x="350" y="203"/>
                    <a:pt x="350" y="203"/>
                    <a:pt x="350" y="203"/>
                  </a:cubicBezTo>
                  <a:cubicBezTo>
                    <a:pt x="348" y="203"/>
                    <a:pt x="348" y="203"/>
                    <a:pt x="348" y="203"/>
                  </a:cubicBezTo>
                  <a:cubicBezTo>
                    <a:pt x="347" y="200"/>
                    <a:pt x="347" y="200"/>
                    <a:pt x="347" y="200"/>
                  </a:cubicBezTo>
                  <a:cubicBezTo>
                    <a:pt x="346" y="198"/>
                    <a:pt x="346" y="198"/>
                    <a:pt x="346" y="198"/>
                  </a:cubicBezTo>
                  <a:cubicBezTo>
                    <a:pt x="347" y="195"/>
                    <a:pt x="347" y="195"/>
                    <a:pt x="347" y="195"/>
                  </a:cubicBezTo>
                  <a:cubicBezTo>
                    <a:pt x="346" y="194"/>
                    <a:pt x="346" y="194"/>
                    <a:pt x="346" y="194"/>
                  </a:cubicBezTo>
                  <a:cubicBezTo>
                    <a:pt x="343" y="194"/>
                    <a:pt x="343" y="194"/>
                    <a:pt x="343" y="194"/>
                  </a:cubicBezTo>
                  <a:cubicBezTo>
                    <a:pt x="342" y="196"/>
                    <a:pt x="342" y="196"/>
                    <a:pt x="342" y="196"/>
                  </a:cubicBezTo>
                  <a:cubicBezTo>
                    <a:pt x="340" y="197"/>
                    <a:pt x="340" y="197"/>
                    <a:pt x="340" y="197"/>
                  </a:cubicBezTo>
                  <a:cubicBezTo>
                    <a:pt x="340" y="195"/>
                    <a:pt x="340" y="195"/>
                    <a:pt x="340" y="195"/>
                  </a:cubicBezTo>
                  <a:cubicBezTo>
                    <a:pt x="335" y="191"/>
                    <a:pt x="335" y="191"/>
                    <a:pt x="335" y="191"/>
                  </a:cubicBezTo>
                  <a:cubicBezTo>
                    <a:pt x="333" y="191"/>
                    <a:pt x="333" y="191"/>
                    <a:pt x="333" y="191"/>
                  </a:cubicBezTo>
                  <a:cubicBezTo>
                    <a:pt x="328" y="189"/>
                    <a:pt x="328" y="189"/>
                    <a:pt x="328" y="189"/>
                  </a:cubicBezTo>
                  <a:cubicBezTo>
                    <a:pt x="325" y="190"/>
                    <a:pt x="325" y="190"/>
                    <a:pt x="325" y="190"/>
                  </a:cubicBezTo>
                  <a:cubicBezTo>
                    <a:pt x="325" y="193"/>
                    <a:pt x="325" y="193"/>
                    <a:pt x="325" y="193"/>
                  </a:cubicBezTo>
                  <a:cubicBezTo>
                    <a:pt x="327" y="197"/>
                    <a:pt x="327" y="197"/>
                    <a:pt x="327" y="197"/>
                  </a:cubicBezTo>
                  <a:cubicBezTo>
                    <a:pt x="330" y="201"/>
                    <a:pt x="330" y="201"/>
                    <a:pt x="330" y="201"/>
                  </a:cubicBezTo>
                  <a:cubicBezTo>
                    <a:pt x="333" y="204"/>
                    <a:pt x="333" y="204"/>
                    <a:pt x="333" y="204"/>
                  </a:cubicBezTo>
                  <a:cubicBezTo>
                    <a:pt x="338" y="206"/>
                    <a:pt x="338" y="206"/>
                    <a:pt x="338" y="206"/>
                  </a:cubicBezTo>
                  <a:cubicBezTo>
                    <a:pt x="343" y="206"/>
                    <a:pt x="343" y="206"/>
                    <a:pt x="343" y="206"/>
                  </a:cubicBezTo>
                  <a:cubicBezTo>
                    <a:pt x="347" y="209"/>
                    <a:pt x="347" y="209"/>
                    <a:pt x="347" y="209"/>
                  </a:cubicBezTo>
                  <a:cubicBezTo>
                    <a:pt x="349" y="212"/>
                    <a:pt x="349" y="212"/>
                    <a:pt x="349" y="212"/>
                  </a:cubicBezTo>
                  <a:cubicBezTo>
                    <a:pt x="351" y="214"/>
                    <a:pt x="351" y="214"/>
                    <a:pt x="351" y="214"/>
                  </a:cubicBezTo>
                  <a:cubicBezTo>
                    <a:pt x="353" y="218"/>
                    <a:pt x="353" y="218"/>
                    <a:pt x="353" y="218"/>
                  </a:cubicBezTo>
                  <a:cubicBezTo>
                    <a:pt x="353" y="221"/>
                    <a:pt x="353" y="221"/>
                    <a:pt x="353" y="221"/>
                  </a:cubicBezTo>
                  <a:cubicBezTo>
                    <a:pt x="355" y="224"/>
                    <a:pt x="355" y="224"/>
                    <a:pt x="355" y="224"/>
                  </a:cubicBezTo>
                  <a:cubicBezTo>
                    <a:pt x="355" y="230"/>
                    <a:pt x="355" y="230"/>
                    <a:pt x="355" y="230"/>
                  </a:cubicBezTo>
                  <a:cubicBezTo>
                    <a:pt x="358" y="234"/>
                    <a:pt x="358" y="234"/>
                    <a:pt x="358" y="234"/>
                  </a:cubicBezTo>
                  <a:cubicBezTo>
                    <a:pt x="361" y="235"/>
                    <a:pt x="361" y="235"/>
                    <a:pt x="361" y="235"/>
                  </a:cubicBezTo>
                  <a:cubicBezTo>
                    <a:pt x="361" y="238"/>
                    <a:pt x="361" y="238"/>
                    <a:pt x="361" y="238"/>
                  </a:cubicBezTo>
                  <a:cubicBezTo>
                    <a:pt x="362" y="242"/>
                    <a:pt x="362" y="242"/>
                    <a:pt x="362" y="242"/>
                  </a:cubicBezTo>
                  <a:cubicBezTo>
                    <a:pt x="362" y="246"/>
                    <a:pt x="362" y="246"/>
                    <a:pt x="362" y="246"/>
                  </a:cubicBezTo>
                  <a:cubicBezTo>
                    <a:pt x="364" y="248"/>
                    <a:pt x="364" y="248"/>
                    <a:pt x="364" y="248"/>
                  </a:cubicBezTo>
                  <a:cubicBezTo>
                    <a:pt x="368" y="247"/>
                    <a:pt x="368" y="247"/>
                    <a:pt x="368" y="247"/>
                  </a:cubicBezTo>
                  <a:cubicBezTo>
                    <a:pt x="375" y="246"/>
                    <a:pt x="375" y="246"/>
                    <a:pt x="375" y="246"/>
                  </a:cubicBezTo>
                  <a:cubicBezTo>
                    <a:pt x="377" y="249"/>
                    <a:pt x="377" y="249"/>
                    <a:pt x="377" y="249"/>
                  </a:cubicBezTo>
                  <a:cubicBezTo>
                    <a:pt x="381" y="252"/>
                    <a:pt x="381" y="252"/>
                    <a:pt x="381" y="252"/>
                  </a:cubicBezTo>
                  <a:cubicBezTo>
                    <a:pt x="386" y="254"/>
                    <a:pt x="386" y="254"/>
                    <a:pt x="386" y="254"/>
                  </a:cubicBezTo>
                  <a:cubicBezTo>
                    <a:pt x="390" y="254"/>
                    <a:pt x="390" y="254"/>
                    <a:pt x="390" y="254"/>
                  </a:cubicBezTo>
                  <a:cubicBezTo>
                    <a:pt x="395" y="256"/>
                    <a:pt x="395" y="256"/>
                    <a:pt x="395" y="256"/>
                  </a:cubicBezTo>
                  <a:cubicBezTo>
                    <a:pt x="400" y="257"/>
                    <a:pt x="400" y="257"/>
                    <a:pt x="400" y="257"/>
                  </a:cubicBezTo>
                  <a:cubicBezTo>
                    <a:pt x="403" y="255"/>
                    <a:pt x="403" y="255"/>
                    <a:pt x="403" y="255"/>
                  </a:cubicBezTo>
                  <a:cubicBezTo>
                    <a:pt x="406" y="251"/>
                    <a:pt x="406" y="251"/>
                    <a:pt x="406" y="251"/>
                  </a:cubicBezTo>
                  <a:cubicBezTo>
                    <a:pt x="412" y="247"/>
                    <a:pt x="412" y="247"/>
                    <a:pt x="412" y="247"/>
                  </a:cubicBezTo>
                  <a:cubicBezTo>
                    <a:pt x="411" y="242"/>
                    <a:pt x="411" y="242"/>
                    <a:pt x="411" y="242"/>
                  </a:cubicBezTo>
                  <a:cubicBezTo>
                    <a:pt x="411" y="238"/>
                    <a:pt x="411" y="238"/>
                    <a:pt x="411" y="238"/>
                  </a:cubicBezTo>
                  <a:lnTo>
                    <a:pt x="413" y="237"/>
                  </a:lnTo>
                  <a:close/>
                </a:path>
              </a:pathLst>
            </a:custGeom>
            <a:solidFill>
              <a:schemeClr val="accent3"/>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7"/>
            <p:cNvSpPr>
              <a:spLocks/>
            </p:cNvSpPr>
            <p:nvPr/>
          </p:nvSpPr>
          <p:spPr bwMode="auto">
            <a:xfrm>
              <a:off x="1047751" y="1433513"/>
              <a:ext cx="15875" cy="17463"/>
            </a:xfrm>
            <a:custGeom>
              <a:avLst/>
              <a:gdLst/>
              <a:ahLst/>
              <a:cxnLst>
                <a:cxn ang="0">
                  <a:pos x="8" y="9"/>
                </a:cxn>
                <a:cxn ang="0">
                  <a:pos x="5" y="8"/>
                </a:cxn>
                <a:cxn ang="0">
                  <a:pos x="3" y="5"/>
                </a:cxn>
                <a:cxn ang="0">
                  <a:pos x="0" y="3"/>
                </a:cxn>
                <a:cxn ang="0">
                  <a:pos x="1" y="1"/>
                </a:cxn>
                <a:cxn ang="0">
                  <a:pos x="3" y="0"/>
                </a:cxn>
                <a:cxn ang="0">
                  <a:pos x="6" y="1"/>
                </a:cxn>
                <a:cxn ang="0">
                  <a:pos x="8" y="4"/>
                </a:cxn>
                <a:cxn ang="0">
                  <a:pos x="9" y="6"/>
                </a:cxn>
                <a:cxn ang="0">
                  <a:pos x="8" y="9"/>
                </a:cxn>
              </a:cxnLst>
              <a:rect l="0" t="0" r="r" b="b"/>
              <a:pathLst>
                <a:path w="9" h="9">
                  <a:moveTo>
                    <a:pt x="8" y="9"/>
                  </a:moveTo>
                  <a:cubicBezTo>
                    <a:pt x="7" y="9"/>
                    <a:pt x="5" y="9"/>
                    <a:pt x="5" y="8"/>
                  </a:cubicBezTo>
                  <a:cubicBezTo>
                    <a:pt x="4" y="8"/>
                    <a:pt x="3" y="6"/>
                    <a:pt x="3" y="5"/>
                  </a:cubicBezTo>
                  <a:cubicBezTo>
                    <a:pt x="2" y="5"/>
                    <a:pt x="1" y="4"/>
                    <a:pt x="0" y="3"/>
                  </a:cubicBezTo>
                  <a:cubicBezTo>
                    <a:pt x="0" y="3"/>
                    <a:pt x="1" y="1"/>
                    <a:pt x="1" y="1"/>
                  </a:cubicBezTo>
                  <a:cubicBezTo>
                    <a:pt x="1" y="0"/>
                    <a:pt x="2" y="0"/>
                    <a:pt x="3" y="0"/>
                  </a:cubicBezTo>
                  <a:cubicBezTo>
                    <a:pt x="4" y="0"/>
                    <a:pt x="5" y="1"/>
                    <a:pt x="6" y="1"/>
                  </a:cubicBezTo>
                  <a:cubicBezTo>
                    <a:pt x="7" y="2"/>
                    <a:pt x="8" y="4"/>
                    <a:pt x="8" y="4"/>
                  </a:cubicBezTo>
                  <a:cubicBezTo>
                    <a:pt x="8" y="5"/>
                    <a:pt x="9" y="6"/>
                    <a:pt x="9" y="6"/>
                  </a:cubicBezTo>
                  <a:cubicBezTo>
                    <a:pt x="9" y="7"/>
                    <a:pt x="8" y="9"/>
                    <a:pt x="8"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8"/>
            <p:cNvSpPr>
              <a:spLocks/>
            </p:cNvSpPr>
            <p:nvPr/>
          </p:nvSpPr>
          <p:spPr bwMode="auto">
            <a:xfrm>
              <a:off x="1057276" y="1416051"/>
              <a:ext cx="73025" cy="14288"/>
            </a:xfrm>
            <a:custGeom>
              <a:avLst/>
              <a:gdLst/>
              <a:ahLst/>
              <a:cxnLst>
                <a:cxn ang="0">
                  <a:pos x="3" y="8"/>
                </a:cxn>
                <a:cxn ang="0">
                  <a:pos x="1" y="8"/>
                </a:cxn>
                <a:cxn ang="0">
                  <a:pos x="0" y="6"/>
                </a:cxn>
                <a:cxn ang="0">
                  <a:pos x="2" y="3"/>
                </a:cxn>
                <a:cxn ang="0">
                  <a:pos x="7" y="2"/>
                </a:cxn>
                <a:cxn ang="0">
                  <a:pos x="12" y="2"/>
                </a:cxn>
                <a:cxn ang="0">
                  <a:pos x="17" y="2"/>
                </a:cxn>
                <a:cxn ang="0">
                  <a:pos x="20" y="1"/>
                </a:cxn>
                <a:cxn ang="0">
                  <a:pos x="27" y="1"/>
                </a:cxn>
                <a:cxn ang="0">
                  <a:pos x="32" y="1"/>
                </a:cxn>
                <a:cxn ang="0">
                  <a:pos x="35" y="1"/>
                </a:cxn>
                <a:cxn ang="0">
                  <a:pos x="37" y="2"/>
                </a:cxn>
                <a:cxn ang="0">
                  <a:pos x="40" y="3"/>
                </a:cxn>
                <a:cxn ang="0">
                  <a:pos x="40" y="5"/>
                </a:cxn>
                <a:cxn ang="0">
                  <a:pos x="35" y="6"/>
                </a:cxn>
                <a:cxn ang="0">
                  <a:pos x="31" y="6"/>
                </a:cxn>
                <a:cxn ang="0">
                  <a:pos x="25" y="5"/>
                </a:cxn>
                <a:cxn ang="0">
                  <a:pos x="19" y="6"/>
                </a:cxn>
                <a:cxn ang="0">
                  <a:pos x="15" y="7"/>
                </a:cxn>
                <a:cxn ang="0">
                  <a:pos x="11" y="7"/>
                </a:cxn>
                <a:cxn ang="0">
                  <a:pos x="7" y="7"/>
                </a:cxn>
                <a:cxn ang="0">
                  <a:pos x="3" y="8"/>
                </a:cxn>
              </a:cxnLst>
              <a:rect l="0" t="0" r="r" b="b"/>
              <a:pathLst>
                <a:path w="40" h="8">
                  <a:moveTo>
                    <a:pt x="3" y="8"/>
                  </a:moveTo>
                  <a:cubicBezTo>
                    <a:pt x="3" y="8"/>
                    <a:pt x="1" y="8"/>
                    <a:pt x="1" y="8"/>
                  </a:cubicBezTo>
                  <a:cubicBezTo>
                    <a:pt x="0" y="7"/>
                    <a:pt x="0" y="6"/>
                    <a:pt x="0" y="6"/>
                  </a:cubicBezTo>
                  <a:cubicBezTo>
                    <a:pt x="0" y="5"/>
                    <a:pt x="1" y="3"/>
                    <a:pt x="2" y="3"/>
                  </a:cubicBezTo>
                  <a:cubicBezTo>
                    <a:pt x="3" y="2"/>
                    <a:pt x="6" y="2"/>
                    <a:pt x="7" y="2"/>
                  </a:cubicBezTo>
                  <a:cubicBezTo>
                    <a:pt x="8" y="2"/>
                    <a:pt x="11" y="2"/>
                    <a:pt x="12" y="2"/>
                  </a:cubicBezTo>
                  <a:cubicBezTo>
                    <a:pt x="13" y="2"/>
                    <a:pt x="15" y="2"/>
                    <a:pt x="17" y="2"/>
                  </a:cubicBezTo>
                  <a:cubicBezTo>
                    <a:pt x="18" y="1"/>
                    <a:pt x="19" y="1"/>
                    <a:pt x="20" y="1"/>
                  </a:cubicBezTo>
                  <a:cubicBezTo>
                    <a:pt x="22" y="0"/>
                    <a:pt x="25" y="1"/>
                    <a:pt x="27" y="1"/>
                  </a:cubicBezTo>
                  <a:cubicBezTo>
                    <a:pt x="28" y="1"/>
                    <a:pt x="30" y="1"/>
                    <a:pt x="32" y="1"/>
                  </a:cubicBezTo>
                  <a:cubicBezTo>
                    <a:pt x="32" y="1"/>
                    <a:pt x="34" y="1"/>
                    <a:pt x="35" y="1"/>
                  </a:cubicBezTo>
                  <a:cubicBezTo>
                    <a:pt x="35" y="1"/>
                    <a:pt x="37" y="1"/>
                    <a:pt x="37" y="2"/>
                  </a:cubicBezTo>
                  <a:cubicBezTo>
                    <a:pt x="38" y="2"/>
                    <a:pt x="40" y="2"/>
                    <a:pt x="40" y="3"/>
                  </a:cubicBezTo>
                  <a:cubicBezTo>
                    <a:pt x="40" y="3"/>
                    <a:pt x="40" y="4"/>
                    <a:pt x="40" y="5"/>
                  </a:cubicBezTo>
                  <a:cubicBezTo>
                    <a:pt x="39" y="6"/>
                    <a:pt x="37" y="6"/>
                    <a:pt x="35" y="6"/>
                  </a:cubicBezTo>
                  <a:cubicBezTo>
                    <a:pt x="34" y="7"/>
                    <a:pt x="32" y="6"/>
                    <a:pt x="31" y="6"/>
                  </a:cubicBezTo>
                  <a:cubicBezTo>
                    <a:pt x="29" y="6"/>
                    <a:pt x="26" y="5"/>
                    <a:pt x="25" y="5"/>
                  </a:cubicBezTo>
                  <a:cubicBezTo>
                    <a:pt x="23" y="5"/>
                    <a:pt x="20" y="6"/>
                    <a:pt x="19" y="6"/>
                  </a:cubicBezTo>
                  <a:cubicBezTo>
                    <a:pt x="18" y="6"/>
                    <a:pt x="16" y="7"/>
                    <a:pt x="15" y="7"/>
                  </a:cubicBezTo>
                  <a:cubicBezTo>
                    <a:pt x="14" y="7"/>
                    <a:pt x="12" y="7"/>
                    <a:pt x="11" y="7"/>
                  </a:cubicBezTo>
                  <a:cubicBezTo>
                    <a:pt x="10" y="7"/>
                    <a:pt x="8" y="7"/>
                    <a:pt x="7" y="7"/>
                  </a:cubicBezTo>
                  <a:cubicBezTo>
                    <a:pt x="6" y="8"/>
                    <a:pt x="4" y="8"/>
                    <a:pt x="3"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9"/>
            <p:cNvSpPr>
              <a:spLocks/>
            </p:cNvSpPr>
            <p:nvPr/>
          </p:nvSpPr>
          <p:spPr bwMode="auto">
            <a:xfrm>
              <a:off x="1135063" y="1398588"/>
              <a:ext cx="71438" cy="20638"/>
            </a:xfrm>
            <a:custGeom>
              <a:avLst/>
              <a:gdLst/>
              <a:ahLst/>
              <a:cxnLst>
                <a:cxn ang="0">
                  <a:pos x="9" y="7"/>
                </a:cxn>
                <a:cxn ang="0">
                  <a:pos x="7" y="7"/>
                </a:cxn>
                <a:cxn ang="0">
                  <a:pos x="6" y="9"/>
                </a:cxn>
                <a:cxn ang="0">
                  <a:pos x="2" y="9"/>
                </a:cxn>
                <a:cxn ang="0">
                  <a:pos x="0" y="7"/>
                </a:cxn>
                <a:cxn ang="0">
                  <a:pos x="4" y="1"/>
                </a:cxn>
                <a:cxn ang="0">
                  <a:pos x="10" y="0"/>
                </a:cxn>
                <a:cxn ang="0">
                  <a:pos x="15" y="1"/>
                </a:cxn>
                <a:cxn ang="0">
                  <a:pos x="24" y="1"/>
                </a:cxn>
                <a:cxn ang="0">
                  <a:pos x="31" y="1"/>
                </a:cxn>
                <a:cxn ang="0">
                  <a:pos x="38" y="1"/>
                </a:cxn>
                <a:cxn ang="0">
                  <a:pos x="39" y="3"/>
                </a:cxn>
                <a:cxn ang="0">
                  <a:pos x="35" y="6"/>
                </a:cxn>
                <a:cxn ang="0">
                  <a:pos x="33" y="8"/>
                </a:cxn>
                <a:cxn ang="0">
                  <a:pos x="28" y="9"/>
                </a:cxn>
                <a:cxn ang="0">
                  <a:pos x="23" y="8"/>
                </a:cxn>
                <a:cxn ang="0">
                  <a:pos x="18" y="6"/>
                </a:cxn>
                <a:cxn ang="0">
                  <a:pos x="16" y="7"/>
                </a:cxn>
                <a:cxn ang="0">
                  <a:pos x="15" y="9"/>
                </a:cxn>
                <a:cxn ang="0">
                  <a:pos x="14" y="11"/>
                </a:cxn>
                <a:cxn ang="0">
                  <a:pos x="11" y="11"/>
                </a:cxn>
                <a:cxn ang="0">
                  <a:pos x="10" y="9"/>
                </a:cxn>
                <a:cxn ang="0">
                  <a:pos x="9" y="7"/>
                </a:cxn>
              </a:cxnLst>
              <a:rect l="0" t="0" r="r" b="b"/>
              <a:pathLst>
                <a:path w="39" h="11">
                  <a:moveTo>
                    <a:pt x="9" y="7"/>
                  </a:moveTo>
                  <a:cubicBezTo>
                    <a:pt x="9" y="7"/>
                    <a:pt x="8" y="7"/>
                    <a:pt x="7" y="7"/>
                  </a:cubicBezTo>
                  <a:cubicBezTo>
                    <a:pt x="7" y="8"/>
                    <a:pt x="6" y="9"/>
                    <a:pt x="6" y="9"/>
                  </a:cubicBezTo>
                  <a:cubicBezTo>
                    <a:pt x="5" y="10"/>
                    <a:pt x="3" y="10"/>
                    <a:pt x="2" y="9"/>
                  </a:cubicBezTo>
                  <a:cubicBezTo>
                    <a:pt x="1" y="9"/>
                    <a:pt x="0" y="7"/>
                    <a:pt x="0" y="7"/>
                  </a:cubicBezTo>
                  <a:cubicBezTo>
                    <a:pt x="0" y="5"/>
                    <a:pt x="3" y="2"/>
                    <a:pt x="4" y="1"/>
                  </a:cubicBezTo>
                  <a:cubicBezTo>
                    <a:pt x="5" y="0"/>
                    <a:pt x="8" y="0"/>
                    <a:pt x="10" y="0"/>
                  </a:cubicBezTo>
                  <a:cubicBezTo>
                    <a:pt x="11" y="0"/>
                    <a:pt x="14" y="0"/>
                    <a:pt x="15" y="1"/>
                  </a:cubicBezTo>
                  <a:cubicBezTo>
                    <a:pt x="17" y="1"/>
                    <a:pt x="22" y="1"/>
                    <a:pt x="24" y="1"/>
                  </a:cubicBezTo>
                  <a:cubicBezTo>
                    <a:pt x="26" y="1"/>
                    <a:pt x="29" y="1"/>
                    <a:pt x="31" y="1"/>
                  </a:cubicBezTo>
                  <a:cubicBezTo>
                    <a:pt x="33" y="1"/>
                    <a:pt x="36" y="0"/>
                    <a:pt x="38" y="1"/>
                  </a:cubicBezTo>
                  <a:cubicBezTo>
                    <a:pt x="38" y="1"/>
                    <a:pt x="39" y="3"/>
                    <a:pt x="39" y="3"/>
                  </a:cubicBezTo>
                  <a:cubicBezTo>
                    <a:pt x="38" y="4"/>
                    <a:pt x="36" y="5"/>
                    <a:pt x="35" y="6"/>
                  </a:cubicBezTo>
                  <a:cubicBezTo>
                    <a:pt x="35" y="6"/>
                    <a:pt x="34" y="8"/>
                    <a:pt x="33" y="8"/>
                  </a:cubicBezTo>
                  <a:cubicBezTo>
                    <a:pt x="32" y="9"/>
                    <a:pt x="30" y="9"/>
                    <a:pt x="28" y="9"/>
                  </a:cubicBezTo>
                  <a:cubicBezTo>
                    <a:pt x="27" y="9"/>
                    <a:pt x="24" y="9"/>
                    <a:pt x="23" y="8"/>
                  </a:cubicBezTo>
                  <a:cubicBezTo>
                    <a:pt x="22" y="8"/>
                    <a:pt x="20" y="6"/>
                    <a:pt x="18" y="6"/>
                  </a:cubicBezTo>
                  <a:cubicBezTo>
                    <a:pt x="18" y="6"/>
                    <a:pt x="16" y="7"/>
                    <a:pt x="16" y="7"/>
                  </a:cubicBezTo>
                  <a:cubicBezTo>
                    <a:pt x="15" y="8"/>
                    <a:pt x="16" y="9"/>
                    <a:pt x="15" y="9"/>
                  </a:cubicBezTo>
                  <a:cubicBezTo>
                    <a:pt x="15" y="10"/>
                    <a:pt x="14" y="11"/>
                    <a:pt x="14" y="11"/>
                  </a:cubicBezTo>
                  <a:cubicBezTo>
                    <a:pt x="13" y="11"/>
                    <a:pt x="11" y="11"/>
                    <a:pt x="11" y="11"/>
                  </a:cubicBezTo>
                  <a:cubicBezTo>
                    <a:pt x="10" y="11"/>
                    <a:pt x="10" y="10"/>
                    <a:pt x="10" y="9"/>
                  </a:cubicBezTo>
                  <a:cubicBezTo>
                    <a:pt x="10" y="8"/>
                    <a:pt x="9" y="7"/>
                    <a:pt x="9"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10"/>
            <p:cNvSpPr>
              <a:spLocks/>
            </p:cNvSpPr>
            <p:nvPr/>
          </p:nvSpPr>
          <p:spPr bwMode="auto">
            <a:xfrm>
              <a:off x="1212851" y="1397001"/>
              <a:ext cx="22225" cy="12700"/>
            </a:xfrm>
            <a:custGeom>
              <a:avLst/>
              <a:gdLst/>
              <a:ahLst/>
              <a:cxnLst>
                <a:cxn ang="0">
                  <a:pos x="12" y="2"/>
                </a:cxn>
                <a:cxn ang="0">
                  <a:pos x="7" y="0"/>
                </a:cxn>
                <a:cxn ang="0">
                  <a:pos x="4" y="0"/>
                </a:cxn>
                <a:cxn ang="0">
                  <a:pos x="1" y="2"/>
                </a:cxn>
                <a:cxn ang="0">
                  <a:pos x="0" y="5"/>
                </a:cxn>
                <a:cxn ang="0">
                  <a:pos x="5" y="7"/>
                </a:cxn>
                <a:cxn ang="0">
                  <a:pos x="10" y="6"/>
                </a:cxn>
                <a:cxn ang="0">
                  <a:pos x="12" y="5"/>
                </a:cxn>
                <a:cxn ang="0">
                  <a:pos x="12" y="2"/>
                </a:cxn>
              </a:cxnLst>
              <a:rect l="0" t="0" r="r" b="b"/>
              <a:pathLst>
                <a:path w="12" h="7">
                  <a:moveTo>
                    <a:pt x="12" y="2"/>
                  </a:moveTo>
                  <a:cubicBezTo>
                    <a:pt x="11" y="1"/>
                    <a:pt x="8" y="0"/>
                    <a:pt x="7" y="0"/>
                  </a:cubicBezTo>
                  <a:cubicBezTo>
                    <a:pt x="6" y="0"/>
                    <a:pt x="4" y="0"/>
                    <a:pt x="4" y="0"/>
                  </a:cubicBezTo>
                  <a:cubicBezTo>
                    <a:pt x="3" y="1"/>
                    <a:pt x="2" y="2"/>
                    <a:pt x="1" y="2"/>
                  </a:cubicBezTo>
                  <a:cubicBezTo>
                    <a:pt x="1" y="3"/>
                    <a:pt x="0" y="4"/>
                    <a:pt x="0" y="5"/>
                  </a:cubicBezTo>
                  <a:cubicBezTo>
                    <a:pt x="1" y="6"/>
                    <a:pt x="4" y="6"/>
                    <a:pt x="5" y="7"/>
                  </a:cubicBezTo>
                  <a:cubicBezTo>
                    <a:pt x="6" y="7"/>
                    <a:pt x="9" y="7"/>
                    <a:pt x="10" y="6"/>
                  </a:cubicBezTo>
                  <a:cubicBezTo>
                    <a:pt x="10" y="6"/>
                    <a:pt x="11" y="5"/>
                    <a:pt x="12" y="5"/>
                  </a:cubicBezTo>
                  <a:cubicBezTo>
                    <a:pt x="12" y="4"/>
                    <a:pt x="12" y="3"/>
                    <a:pt x="12"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11"/>
            <p:cNvSpPr>
              <a:spLocks/>
            </p:cNvSpPr>
            <p:nvPr/>
          </p:nvSpPr>
          <p:spPr bwMode="auto">
            <a:xfrm>
              <a:off x="1246188" y="1385888"/>
              <a:ext cx="53975" cy="25400"/>
            </a:xfrm>
            <a:custGeom>
              <a:avLst/>
              <a:gdLst/>
              <a:ahLst/>
              <a:cxnLst>
                <a:cxn ang="0">
                  <a:pos x="0" y="10"/>
                </a:cxn>
                <a:cxn ang="0">
                  <a:pos x="0" y="5"/>
                </a:cxn>
                <a:cxn ang="0">
                  <a:pos x="5" y="2"/>
                </a:cxn>
                <a:cxn ang="0">
                  <a:pos x="10" y="0"/>
                </a:cxn>
                <a:cxn ang="0">
                  <a:pos x="15" y="0"/>
                </a:cxn>
                <a:cxn ang="0">
                  <a:pos x="22" y="1"/>
                </a:cxn>
                <a:cxn ang="0">
                  <a:pos x="25" y="1"/>
                </a:cxn>
                <a:cxn ang="0">
                  <a:pos x="28" y="1"/>
                </a:cxn>
                <a:cxn ang="0">
                  <a:pos x="30" y="4"/>
                </a:cxn>
                <a:cxn ang="0">
                  <a:pos x="29" y="6"/>
                </a:cxn>
                <a:cxn ang="0">
                  <a:pos x="25" y="6"/>
                </a:cxn>
                <a:cxn ang="0">
                  <a:pos x="22" y="5"/>
                </a:cxn>
                <a:cxn ang="0">
                  <a:pos x="18" y="4"/>
                </a:cxn>
                <a:cxn ang="0">
                  <a:pos x="12" y="4"/>
                </a:cxn>
                <a:cxn ang="0">
                  <a:pos x="10" y="6"/>
                </a:cxn>
                <a:cxn ang="0">
                  <a:pos x="9" y="8"/>
                </a:cxn>
                <a:cxn ang="0">
                  <a:pos x="8" y="11"/>
                </a:cxn>
                <a:cxn ang="0">
                  <a:pos x="7" y="11"/>
                </a:cxn>
                <a:cxn ang="0">
                  <a:pos x="4" y="12"/>
                </a:cxn>
                <a:cxn ang="0">
                  <a:pos x="3" y="13"/>
                </a:cxn>
                <a:cxn ang="0">
                  <a:pos x="1" y="14"/>
                </a:cxn>
                <a:cxn ang="0">
                  <a:pos x="0" y="11"/>
                </a:cxn>
                <a:cxn ang="0">
                  <a:pos x="0" y="10"/>
                </a:cxn>
              </a:cxnLst>
              <a:rect l="0" t="0" r="r" b="b"/>
              <a:pathLst>
                <a:path w="30" h="14">
                  <a:moveTo>
                    <a:pt x="0" y="10"/>
                  </a:moveTo>
                  <a:cubicBezTo>
                    <a:pt x="0" y="9"/>
                    <a:pt x="0" y="6"/>
                    <a:pt x="0" y="5"/>
                  </a:cubicBezTo>
                  <a:cubicBezTo>
                    <a:pt x="1" y="4"/>
                    <a:pt x="3" y="3"/>
                    <a:pt x="5" y="2"/>
                  </a:cubicBezTo>
                  <a:cubicBezTo>
                    <a:pt x="6" y="1"/>
                    <a:pt x="9" y="0"/>
                    <a:pt x="10" y="0"/>
                  </a:cubicBezTo>
                  <a:cubicBezTo>
                    <a:pt x="11" y="0"/>
                    <a:pt x="14" y="0"/>
                    <a:pt x="15" y="0"/>
                  </a:cubicBezTo>
                  <a:cubicBezTo>
                    <a:pt x="17" y="0"/>
                    <a:pt x="20" y="1"/>
                    <a:pt x="22" y="1"/>
                  </a:cubicBezTo>
                  <a:cubicBezTo>
                    <a:pt x="23" y="1"/>
                    <a:pt x="24" y="1"/>
                    <a:pt x="25" y="1"/>
                  </a:cubicBezTo>
                  <a:cubicBezTo>
                    <a:pt x="26" y="1"/>
                    <a:pt x="27" y="1"/>
                    <a:pt x="28" y="1"/>
                  </a:cubicBezTo>
                  <a:cubicBezTo>
                    <a:pt x="29" y="2"/>
                    <a:pt x="30" y="3"/>
                    <a:pt x="30" y="4"/>
                  </a:cubicBezTo>
                  <a:cubicBezTo>
                    <a:pt x="30" y="4"/>
                    <a:pt x="30" y="6"/>
                    <a:pt x="29" y="6"/>
                  </a:cubicBezTo>
                  <a:cubicBezTo>
                    <a:pt x="28" y="7"/>
                    <a:pt x="26" y="7"/>
                    <a:pt x="25" y="6"/>
                  </a:cubicBezTo>
                  <a:cubicBezTo>
                    <a:pt x="24" y="6"/>
                    <a:pt x="23" y="5"/>
                    <a:pt x="22" y="5"/>
                  </a:cubicBezTo>
                  <a:cubicBezTo>
                    <a:pt x="21" y="5"/>
                    <a:pt x="19" y="5"/>
                    <a:pt x="18" y="4"/>
                  </a:cubicBezTo>
                  <a:cubicBezTo>
                    <a:pt x="17" y="4"/>
                    <a:pt x="14" y="4"/>
                    <a:pt x="12" y="4"/>
                  </a:cubicBezTo>
                  <a:cubicBezTo>
                    <a:pt x="12" y="5"/>
                    <a:pt x="10" y="5"/>
                    <a:pt x="10" y="6"/>
                  </a:cubicBezTo>
                  <a:cubicBezTo>
                    <a:pt x="9" y="6"/>
                    <a:pt x="9" y="8"/>
                    <a:pt x="9" y="8"/>
                  </a:cubicBezTo>
                  <a:cubicBezTo>
                    <a:pt x="9" y="9"/>
                    <a:pt x="9" y="10"/>
                    <a:pt x="8" y="11"/>
                  </a:cubicBezTo>
                  <a:cubicBezTo>
                    <a:pt x="8" y="11"/>
                    <a:pt x="7" y="11"/>
                    <a:pt x="7" y="11"/>
                  </a:cubicBezTo>
                  <a:cubicBezTo>
                    <a:pt x="6" y="11"/>
                    <a:pt x="4" y="12"/>
                    <a:pt x="4" y="12"/>
                  </a:cubicBezTo>
                  <a:cubicBezTo>
                    <a:pt x="3" y="12"/>
                    <a:pt x="3" y="13"/>
                    <a:pt x="3" y="13"/>
                  </a:cubicBezTo>
                  <a:cubicBezTo>
                    <a:pt x="2" y="13"/>
                    <a:pt x="1" y="14"/>
                    <a:pt x="1" y="14"/>
                  </a:cubicBezTo>
                  <a:cubicBezTo>
                    <a:pt x="0" y="13"/>
                    <a:pt x="0" y="12"/>
                    <a:pt x="0" y="11"/>
                  </a:cubicBezTo>
                  <a:cubicBezTo>
                    <a:pt x="0" y="11"/>
                    <a:pt x="0" y="10"/>
                    <a:pt x="0"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12"/>
            <p:cNvSpPr>
              <a:spLocks/>
            </p:cNvSpPr>
            <p:nvPr/>
          </p:nvSpPr>
          <p:spPr bwMode="auto">
            <a:xfrm>
              <a:off x="1308101" y="1373188"/>
              <a:ext cx="50800" cy="25400"/>
            </a:xfrm>
            <a:custGeom>
              <a:avLst/>
              <a:gdLst/>
              <a:ahLst/>
              <a:cxnLst>
                <a:cxn ang="0">
                  <a:pos x="26" y="3"/>
                </a:cxn>
                <a:cxn ang="0">
                  <a:pos x="21" y="3"/>
                </a:cxn>
                <a:cxn ang="0">
                  <a:pos x="16" y="2"/>
                </a:cxn>
                <a:cxn ang="0">
                  <a:pos x="9" y="0"/>
                </a:cxn>
                <a:cxn ang="0">
                  <a:pos x="4" y="2"/>
                </a:cxn>
                <a:cxn ang="0">
                  <a:pos x="0" y="5"/>
                </a:cxn>
                <a:cxn ang="0">
                  <a:pos x="0" y="9"/>
                </a:cxn>
                <a:cxn ang="0">
                  <a:pos x="3" y="13"/>
                </a:cxn>
                <a:cxn ang="0">
                  <a:pos x="7" y="12"/>
                </a:cxn>
                <a:cxn ang="0">
                  <a:pos x="8" y="9"/>
                </a:cxn>
                <a:cxn ang="0">
                  <a:pos x="12" y="9"/>
                </a:cxn>
                <a:cxn ang="0">
                  <a:pos x="18" y="8"/>
                </a:cxn>
                <a:cxn ang="0">
                  <a:pos x="21" y="6"/>
                </a:cxn>
                <a:cxn ang="0">
                  <a:pos x="25" y="6"/>
                </a:cxn>
                <a:cxn ang="0">
                  <a:pos x="28" y="6"/>
                </a:cxn>
                <a:cxn ang="0">
                  <a:pos x="26" y="3"/>
                </a:cxn>
              </a:cxnLst>
              <a:rect l="0" t="0" r="r" b="b"/>
              <a:pathLst>
                <a:path w="28" h="14">
                  <a:moveTo>
                    <a:pt x="26" y="3"/>
                  </a:moveTo>
                  <a:cubicBezTo>
                    <a:pt x="25" y="2"/>
                    <a:pt x="23" y="3"/>
                    <a:pt x="21" y="3"/>
                  </a:cubicBezTo>
                  <a:cubicBezTo>
                    <a:pt x="20" y="2"/>
                    <a:pt x="17" y="2"/>
                    <a:pt x="16" y="2"/>
                  </a:cubicBezTo>
                  <a:cubicBezTo>
                    <a:pt x="14" y="1"/>
                    <a:pt x="11" y="0"/>
                    <a:pt x="9" y="0"/>
                  </a:cubicBezTo>
                  <a:cubicBezTo>
                    <a:pt x="8" y="0"/>
                    <a:pt x="5" y="2"/>
                    <a:pt x="4" y="2"/>
                  </a:cubicBezTo>
                  <a:cubicBezTo>
                    <a:pt x="3" y="3"/>
                    <a:pt x="0" y="4"/>
                    <a:pt x="0" y="5"/>
                  </a:cubicBezTo>
                  <a:cubicBezTo>
                    <a:pt x="0" y="6"/>
                    <a:pt x="0" y="8"/>
                    <a:pt x="0" y="9"/>
                  </a:cubicBezTo>
                  <a:cubicBezTo>
                    <a:pt x="1" y="10"/>
                    <a:pt x="2" y="13"/>
                    <a:pt x="3" y="13"/>
                  </a:cubicBezTo>
                  <a:cubicBezTo>
                    <a:pt x="4" y="14"/>
                    <a:pt x="6" y="12"/>
                    <a:pt x="7" y="12"/>
                  </a:cubicBezTo>
                  <a:cubicBezTo>
                    <a:pt x="8" y="11"/>
                    <a:pt x="7" y="9"/>
                    <a:pt x="8" y="9"/>
                  </a:cubicBezTo>
                  <a:cubicBezTo>
                    <a:pt x="9" y="8"/>
                    <a:pt x="11" y="9"/>
                    <a:pt x="12" y="9"/>
                  </a:cubicBezTo>
                  <a:cubicBezTo>
                    <a:pt x="13" y="9"/>
                    <a:pt x="16" y="9"/>
                    <a:pt x="18" y="8"/>
                  </a:cubicBezTo>
                  <a:cubicBezTo>
                    <a:pt x="19" y="8"/>
                    <a:pt x="20" y="7"/>
                    <a:pt x="21" y="6"/>
                  </a:cubicBezTo>
                  <a:cubicBezTo>
                    <a:pt x="22" y="6"/>
                    <a:pt x="24" y="7"/>
                    <a:pt x="25" y="6"/>
                  </a:cubicBezTo>
                  <a:cubicBezTo>
                    <a:pt x="25" y="6"/>
                    <a:pt x="27" y="6"/>
                    <a:pt x="28" y="6"/>
                  </a:cubicBezTo>
                  <a:cubicBezTo>
                    <a:pt x="28" y="5"/>
                    <a:pt x="27" y="4"/>
                    <a:pt x="26"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13"/>
            <p:cNvSpPr>
              <a:spLocks/>
            </p:cNvSpPr>
            <p:nvPr/>
          </p:nvSpPr>
          <p:spPr bwMode="auto">
            <a:xfrm>
              <a:off x="1366838" y="1368426"/>
              <a:ext cx="46038" cy="19050"/>
            </a:xfrm>
            <a:custGeom>
              <a:avLst/>
              <a:gdLst/>
              <a:ahLst/>
              <a:cxnLst>
                <a:cxn ang="0">
                  <a:pos x="7" y="6"/>
                </a:cxn>
                <a:cxn ang="0">
                  <a:pos x="6" y="8"/>
                </a:cxn>
                <a:cxn ang="0">
                  <a:pos x="3" y="11"/>
                </a:cxn>
                <a:cxn ang="0">
                  <a:pos x="0" y="7"/>
                </a:cxn>
                <a:cxn ang="0">
                  <a:pos x="0" y="2"/>
                </a:cxn>
                <a:cxn ang="0">
                  <a:pos x="4" y="0"/>
                </a:cxn>
                <a:cxn ang="0">
                  <a:pos x="9" y="1"/>
                </a:cxn>
                <a:cxn ang="0">
                  <a:pos x="12" y="1"/>
                </a:cxn>
                <a:cxn ang="0">
                  <a:pos x="16" y="2"/>
                </a:cxn>
                <a:cxn ang="0">
                  <a:pos x="20" y="4"/>
                </a:cxn>
                <a:cxn ang="0">
                  <a:pos x="25" y="6"/>
                </a:cxn>
                <a:cxn ang="0">
                  <a:pos x="22" y="9"/>
                </a:cxn>
                <a:cxn ang="0">
                  <a:pos x="19" y="9"/>
                </a:cxn>
                <a:cxn ang="0">
                  <a:pos x="14" y="9"/>
                </a:cxn>
                <a:cxn ang="0">
                  <a:pos x="11" y="7"/>
                </a:cxn>
                <a:cxn ang="0">
                  <a:pos x="9" y="6"/>
                </a:cxn>
                <a:cxn ang="0">
                  <a:pos x="7" y="6"/>
                </a:cxn>
              </a:cxnLst>
              <a:rect l="0" t="0" r="r" b="b"/>
              <a:pathLst>
                <a:path w="25" h="11">
                  <a:moveTo>
                    <a:pt x="7" y="6"/>
                  </a:moveTo>
                  <a:cubicBezTo>
                    <a:pt x="7" y="7"/>
                    <a:pt x="7" y="8"/>
                    <a:pt x="6" y="8"/>
                  </a:cubicBezTo>
                  <a:cubicBezTo>
                    <a:pt x="6" y="9"/>
                    <a:pt x="4" y="11"/>
                    <a:pt x="3" y="11"/>
                  </a:cubicBezTo>
                  <a:cubicBezTo>
                    <a:pt x="2" y="10"/>
                    <a:pt x="0" y="8"/>
                    <a:pt x="0" y="7"/>
                  </a:cubicBezTo>
                  <a:cubicBezTo>
                    <a:pt x="0" y="6"/>
                    <a:pt x="0" y="3"/>
                    <a:pt x="0" y="2"/>
                  </a:cubicBezTo>
                  <a:cubicBezTo>
                    <a:pt x="1" y="2"/>
                    <a:pt x="3" y="1"/>
                    <a:pt x="4" y="0"/>
                  </a:cubicBezTo>
                  <a:cubicBezTo>
                    <a:pt x="5" y="0"/>
                    <a:pt x="7" y="0"/>
                    <a:pt x="9" y="1"/>
                  </a:cubicBezTo>
                  <a:cubicBezTo>
                    <a:pt x="9" y="1"/>
                    <a:pt x="11" y="1"/>
                    <a:pt x="12" y="1"/>
                  </a:cubicBezTo>
                  <a:cubicBezTo>
                    <a:pt x="13" y="2"/>
                    <a:pt x="15" y="2"/>
                    <a:pt x="16" y="2"/>
                  </a:cubicBezTo>
                  <a:cubicBezTo>
                    <a:pt x="17" y="3"/>
                    <a:pt x="19" y="3"/>
                    <a:pt x="20" y="4"/>
                  </a:cubicBezTo>
                  <a:cubicBezTo>
                    <a:pt x="21" y="4"/>
                    <a:pt x="24" y="4"/>
                    <a:pt x="25" y="6"/>
                  </a:cubicBezTo>
                  <a:cubicBezTo>
                    <a:pt x="25" y="6"/>
                    <a:pt x="23" y="8"/>
                    <a:pt x="22" y="9"/>
                  </a:cubicBezTo>
                  <a:cubicBezTo>
                    <a:pt x="22" y="9"/>
                    <a:pt x="20" y="9"/>
                    <a:pt x="19" y="9"/>
                  </a:cubicBezTo>
                  <a:cubicBezTo>
                    <a:pt x="18" y="9"/>
                    <a:pt x="15" y="9"/>
                    <a:pt x="14" y="9"/>
                  </a:cubicBezTo>
                  <a:cubicBezTo>
                    <a:pt x="13" y="8"/>
                    <a:pt x="11" y="7"/>
                    <a:pt x="11" y="7"/>
                  </a:cubicBezTo>
                  <a:cubicBezTo>
                    <a:pt x="10" y="7"/>
                    <a:pt x="9" y="7"/>
                    <a:pt x="9" y="6"/>
                  </a:cubicBezTo>
                  <a:cubicBezTo>
                    <a:pt x="9" y="6"/>
                    <a:pt x="8" y="6"/>
                    <a:pt x="7"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14"/>
            <p:cNvSpPr>
              <a:spLocks/>
            </p:cNvSpPr>
            <p:nvPr/>
          </p:nvSpPr>
          <p:spPr bwMode="auto">
            <a:xfrm>
              <a:off x="1414463" y="1382713"/>
              <a:ext cx="11113" cy="7938"/>
            </a:xfrm>
            <a:custGeom>
              <a:avLst/>
              <a:gdLst/>
              <a:ahLst/>
              <a:cxnLst>
                <a:cxn ang="0">
                  <a:pos x="6" y="4"/>
                </a:cxn>
                <a:cxn ang="0">
                  <a:pos x="5" y="1"/>
                </a:cxn>
                <a:cxn ang="0">
                  <a:pos x="1" y="1"/>
                </a:cxn>
                <a:cxn ang="0">
                  <a:pos x="1" y="3"/>
                </a:cxn>
                <a:cxn ang="0">
                  <a:pos x="2" y="4"/>
                </a:cxn>
                <a:cxn ang="0">
                  <a:pos x="4" y="4"/>
                </a:cxn>
                <a:cxn ang="0">
                  <a:pos x="6" y="4"/>
                </a:cxn>
              </a:cxnLst>
              <a:rect l="0" t="0" r="r" b="b"/>
              <a:pathLst>
                <a:path w="6" h="4">
                  <a:moveTo>
                    <a:pt x="6" y="4"/>
                  </a:moveTo>
                  <a:cubicBezTo>
                    <a:pt x="6" y="3"/>
                    <a:pt x="5" y="1"/>
                    <a:pt x="5" y="1"/>
                  </a:cubicBezTo>
                  <a:cubicBezTo>
                    <a:pt x="4" y="0"/>
                    <a:pt x="2" y="0"/>
                    <a:pt x="1" y="1"/>
                  </a:cubicBezTo>
                  <a:cubicBezTo>
                    <a:pt x="1" y="1"/>
                    <a:pt x="0" y="2"/>
                    <a:pt x="1" y="3"/>
                  </a:cubicBezTo>
                  <a:cubicBezTo>
                    <a:pt x="1" y="3"/>
                    <a:pt x="2" y="4"/>
                    <a:pt x="2" y="4"/>
                  </a:cubicBezTo>
                  <a:cubicBezTo>
                    <a:pt x="3" y="4"/>
                    <a:pt x="4" y="4"/>
                    <a:pt x="4" y="4"/>
                  </a:cubicBezTo>
                  <a:cubicBezTo>
                    <a:pt x="4" y="4"/>
                    <a:pt x="5" y="4"/>
                    <a:pt x="6"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15"/>
            <p:cNvSpPr>
              <a:spLocks/>
            </p:cNvSpPr>
            <p:nvPr/>
          </p:nvSpPr>
          <p:spPr bwMode="auto">
            <a:xfrm>
              <a:off x="1420813" y="1392238"/>
              <a:ext cx="4763" cy="7938"/>
            </a:xfrm>
            <a:custGeom>
              <a:avLst/>
              <a:gdLst/>
              <a:ahLst/>
              <a:cxnLst>
                <a:cxn ang="0">
                  <a:pos x="3" y="0"/>
                </a:cxn>
                <a:cxn ang="0">
                  <a:pos x="1" y="2"/>
                </a:cxn>
                <a:cxn ang="0">
                  <a:pos x="0" y="3"/>
                </a:cxn>
                <a:cxn ang="0">
                  <a:pos x="1" y="5"/>
                </a:cxn>
                <a:cxn ang="0">
                  <a:pos x="3" y="4"/>
                </a:cxn>
                <a:cxn ang="0">
                  <a:pos x="3" y="2"/>
                </a:cxn>
                <a:cxn ang="0">
                  <a:pos x="3" y="0"/>
                </a:cxn>
              </a:cxnLst>
              <a:rect l="0" t="0" r="r" b="b"/>
              <a:pathLst>
                <a:path w="3" h="5">
                  <a:moveTo>
                    <a:pt x="3" y="0"/>
                  </a:moveTo>
                  <a:cubicBezTo>
                    <a:pt x="2" y="0"/>
                    <a:pt x="1" y="1"/>
                    <a:pt x="1" y="2"/>
                  </a:cubicBezTo>
                  <a:cubicBezTo>
                    <a:pt x="0" y="2"/>
                    <a:pt x="0" y="3"/>
                    <a:pt x="0" y="3"/>
                  </a:cubicBezTo>
                  <a:cubicBezTo>
                    <a:pt x="0" y="4"/>
                    <a:pt x="1" y="5"/>
                    <a:pt x="1" y="5"/>
                  </a:cubicBezTo>
                  <a:cubicBezTo>
                    <a:pt x="1" y="5"/>
                    <a:pt x="3" y="5"/>
                    <a:pt x="3" y="4"/>
                  </a:cubicBezTo>
                  <a:cubicBezTo>
                    <a:pt x="3" y="4"/>
                    <a:pt x="3" y="3"/>
                    <a:pt x="3" y="2"/>
                  </a:cubicBezTo>
                  <a:cubicBezTo>
                    <a:pt x="3" y="2"/>
                    <a:pt x="3" y="1"/>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16"/>
            <p:cNvSpPr>
              <a:spLocks/>
            </p:cNvSpPr>
            <p:nvPr/>
          </p:nvSpPr>
          <p:spPr bwMode="auto">
            <a:xfrm>
              <a:off x="1450976" y="1403351"/>
              <a:ext cx="25400" cy="17463"/>
            </a:xfrm>
            <a:custGeom>
              <a:avLst/>
              <a:gdLst/>
              <a:ahLst/>
              <a:cxnLst>
                <a:cxn ang="0">
                  <a:pos x="6" y="1"/>
                </a:cxn>
                <a:cxn ang="0">
                  <a:pos x="2" y="2"/>
                </a:cxn>
                <a:cxn ang="0">
                  <a:pos x="0" y="6"/>
                </a:cxn>
                <a:cxn ang="0">
                  <a:pos x="0" y="9"/>
                </a:cxn>
                <a:cxn ang="0">
                  <a:pos x="5" y="10"/>
                </a:cxn>
                <a:cxn ang="0">
                  <a:pos x="8" y="10"/>
                </a:cxn>
                <a:cxn ang="0">
                  <a:pos x="12" y="9"/>
                </a:cxn>
                <a:cxn ang="0">
                  <a:pos x="14" y="6"/>
                </a:cxn>
                <a:cxn ang="0">
                  <a:pos x="14" y="2"/>
                </a:cxn>
                <a:cxn ang="0">
                  <a:pos x="10" y="0"/>
                </a:cxn>
                <a:cxn ang="0">
                  <a:pos x="6" y="1"/>
                </a:cxn>
              </a:cxnLst>
              <a:rect l="0" t="0" r="r" b="b"/>
              <a:pathLst>
                <a:path w="14" h="10">
                  <a:moveTo>
                    <a:pt x="6" y="1"/>
                  </a:moveTo>
                  <a:cubicBezTo>
                    <a:pt x="5" y="1"/>
                    <a:pt x="3" y="2"/>
                    <a:pt x="2" y="2"/>
                  </a:cubicBezTo>
                  <a:cubicBezTo>
                    <a:pt x="1" y="3"/>
                    <a:pt x="0" y="5"/>
                    <a:pt x="0" y="6"/>
                  </a:cubicBezTo>
                  <a:cubicBezTo>
                    <a:pt x="0" y="7"/>
                    <a:pt x="0" y="9"/>
                    <a:pt x="0" y="9"/>
                  </a:cubicBezTo>
                  <a:cubicBezTo>
                    <a:pt x="1" y="10"/>
                    <a:pt x="4" y="10"/>
                    <a:pt x="5" y="10"/>
                  </a:cubicBezTo>
                  <a:cubicBezTo>
                    <a:pt x="6" y="10"/>
                    <a:pt x="7" y="10"/>
                    <a:pt x="8" y="10"/>
                  </a:cubicBezTo>
                  <a:cubicBezTo>
                    <a:pt x="9" y="10"/>
                    <a:pt x="11" y="9"/>
                    <a:pt x="12" y="9"/>
                  </a:cubicBezTo>
                  <a:cubicBezTo>
                    <a:pt x="12" y="8"/>
                    <a:pt x="13" y="7"/>
                    <a:pt x="14" y="6"/>
                  </a:cubicBezTo>
                  <a:cubicBezTo>
                    <a:pt x="14" y="5"/>
                    <a:pt x="14" y="3"/>
                    <a:pt x="14" y="2"/>
                  </a:cubicBezTo>
                  <a:cubicBezTo>
                    <a:pt x="13" y="1"/>
                    <a:pt x="11" y="1"/>
                    <a:pt x="10" y="0"/>
                  </a:cubicBezTo>
                  <a:cubicBezTo>
                    <a:pt x="9" y="0"/>
                    <a:pt x="7" y="1"/>
                    <a:pt x="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17"/>
            <p:cNvSpPr>
              <a:spLocks/>
            </p:cNvSpPr>
            <p:nvPr/>
          </p:nvSpPr>
          <p:spPr bwMode="auto">
            <a:xfrm>
              <a:off x="1377951" y="1152526"/>
              <a:ext cx="11113" cy="22225"/>
            </a:xfrm>
            <a:custGeom>
              <a:avLst/>
              <a:gdLst/>
              <a:ahLst/>
              <a:cxnLst>
                <a:cxn ang="0">
                  <a:pos x="4" y="4"/>
                </a:cxn>
                <a:cxn ang="0">
                  <a:pos x="4" y="2"/>
                </a:cxn>
                <a:cxn ang="0">
                  <a:pos x="2" y="1"/>
                </a:cxn>
                <a:cxn ang="0">
                  <a:pos x="0" y="3"/>
                </a:cxn>
                <a:cxn ang="0">
                  <a:pos x="1" y="6"/>
                </a:cxn>
                <a:cxn ang="0">
                  <a:pos x="0" y="8"/>
                </a:cxn>
                <a:cxn ang="0">
                  <a:pos x="2" y="11"/>
                </a:cxn>
                <a:cxn ang="0">
                  <a:pos x="4" y="12"/>
                </a:cxn>
                <a:cxn ang="0">
                  <a:pos x="6" y="10"/>
                </a:cxn>
                <a:cxn ang="0">
                  <a:pos x="6" y="7"/>
                </a:cxn>
                <a:cxn ang="0">
                  <a:pos x="5" y="6"/>
                </a:cxn>
                <a:cxn ang="0">
                  <a:pos x="4" y="4"/>
                </a:cxn>
              </a:cxnLst>
              <a:rect l="0" t="0" r="r" b="b"/>
              <a:pathLst>
                <a:path w="6" h="12">
                  <a:moveTo>
                    <a:pt x="4" y="4"/>
                  </a:moveTo>
                  <a:cubicBezTo>
                    <a:pt x="4" y="4"/>
                    <a:pt x="5" y="2"/>
                    <a:pt x="4" y="2"/>
                  </a:cubicBezTo>
                  <a:cubicBezTo>
                    <a:pt x="4" y="1"/>
                    <a:pt x="2" y="0"/>
                    <a:pt x="2" y="1"/>
                  </a:cubicBezTo>
                  <a:cubicBezTo>
                    <a:pt x="1" y="1"/>
                    <a:pt x="0" y="2"/>
                    <a:pt x="0" y="3"/>
                  </a:cubicBezTo>
                  <a:cubicBezTo>
                    <a:pt x="0" y="4"/>
                    <a:pt x="1" y="5"/>
                    <a:pt x="1" y="6"/>
                  </a:cubicBezTo>
                  <a:cubicBezTo>
                    <a:pt x="1" y="6"/>
                    <a:pt x="0" y="8"/>
                    <a:pt x="0" y="8"/>
                  </a:cubicBezTo>
                  <a:cubicBezTo>
                    <a:pt x="0" y="9"/>
                    <a:pt x="1" y="10"/>
                    <a:pt x="2" y="11"/>
                  </a:cubicBezTo>
                  <a:cubicBezTo>
                    <a:pt x="2" y="11"/>
                    <a:pt x="3" y="12"/>
                    <a:pt x="4" y="12"/>
                  </a:cubicBezTo>
                  <a:cubicBezTo>
                    <a:pt x="5" y="12"/>
                    <a:pt x="5" y="11"/>
                    <a:pt x="6" y="10"/>
                  </a:cubicBezTo>
                  <a:cubicBezTo>
                    <a:pt x="6" y="10"/>
                    <a:pt x="6" y="8"/>
                    <a:pt x="6" y="7"/>
                  </a:cubicBezTo>
                  <a:cubicBezTo>
                    <a:pt x="6" y="7"/>
                    <a:pt x="5" y="6"/>
                    <a:pt x="5" y="6"/>
                  </a:cubicBezTo>
                  <a:cubicBezTo>
                    <a:pt x="4" y="5"/>
                    <a:pt x="4" y="5"/>
                    <a:pt x="4"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18"/>
            <p:cNvSpPr>
              <a:spLocks/>
            </p:cNvSpPr>
            <p:nvPr/>
          </p:nvSpPr>
          <p:spPr bwMode="auto">
            <a:xfrm>
              <a:off x="1392238" y="1162051"/>
              <a:ext cx="11113" cy="11113"/>
            </a:xfrm>
            <a:custGeom>
              <a:avLst/>
              <a:gdLst/>
              <a:ahLst/>
              <a:cxnLst>
                <a:cxn ang="0">
                  <a:pos x="3" y="0"/>
                </a:cxn>
                <a:cxn ang="0">
                  <a:pos x="1" y="0"/>
                </a:cxn>
                <a:cxn ang="0">
                  <a:pos x="0" y="3"/>
                </a:cxn>
                <a:cxn ang="0">
                  <a:pos x="1" y="5"/>
                </a:cxn>
                <a:cxn ang="0">
                  <a:pos x="4" y="5"/>
                </a:cxn>
                <a:cxn ang="0">
                  <a:pos x="5" y="4"/>
                </a:cxn>
                <a:cxn ang="0">
                  <a:pos x="6" y="1"/>
                </a:cxn>
                <a:cxn ang="0">
                  <a:pos x="3" y="0"/>
                </a:cxn>
              </a:cxnLst>
              <a:rect l="0" t="0" r="r" b="b"/>
              <a:pathLst>
                <a:path w="6" h="6">
                  <a:moveTo>
                    <a:pt x="3" y="0"/>
                  </a:moveTo>
                  <a:cubicBezTo>
                    <a:pt x="3" y="0"/>
                    <a:pt x="1" y="0"/>
                    <a:pt x="1" y="0"/>
                  </a:cubicBezTo>
                  <a:cubicBezTo>
                    <a:pt x="0" y="1"/>
                    <a:pt x="0" y="2"/>
                    <a:pt x="0" y="3"/>
                  </a:cubicBezTo>
                  <a:cubicBezTo>
                    <a:pt x="0" y="3"/>
                    <a:pt x="1" y="4"/>
                    <a:pt x="1" y="5"/>
                  </a:cubicBezTo>
                  <a:cubicBezTo>
                    <a:pt x="2" y="5"/>
                    <a:pt x="3" y="6"/>
                    <a:pt x="4" y="5"/>
                  </a:cubicBezTo>
                  <a:cubicBezTo>
                    <a:pt x="4" y="5"/>
                    <a:pt x="5" y="4"/>
                    <a:pt x="5" y="4"/>
                  </a:cubicBezTo>
                  <a:cubicBezTo>
                    <a:pt x="5" y="3"/>
                    <a:pt x="6" y="1"/>
                    <a:pt x="6" y="1"/>
                  </a:cubicBezTo>
                  <a:cubicBezTo>
                    <a:pt x="5" y="0"/>
                    <a:pt x="4"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19"/>
            <p:cNvSpPr>
              <a:spLocks/>
            </p:cNvSpPr>
            <p:nvPr/>
          </p:nvSpPr>
          <p:spPr bwMode="auto">
            <a:xfrm>
              <a:off x="1519238" y="1347788"/>
              <a:ext cx="22225" cy="22225"/>
            </a:xfrm>
            <a:custGeom>
              <a:avLst/>
              <a:gdLst/>
              <a:ahLst/>
              <a:cxnLst>
                <a:cxn ang="0">
                  <a:pos x="9" y="1"/>
                </a:cxn>
                <a:cxn ang="0">
                  <a:pos x="4" y="1"/>
                </a:cxn>
                <a:cxn ang="0">
                  <a:pos x="2" y="3"/>
                </a:cxn>
                <a:cxn ang="0">
                  <a:pos x="0" y="6"/>
                </a:cxn>
                <a:cxn ang="0">
                  <a:pos x="2" y="10"/>
                </a:cxn>
                <a:cxn ang="0">
                  <a:pos x="6" y="12"/>
                </a:cxn>
                <a:cxn ang="0">
                  <a:pos x="9" y="9"/>
                </a:cxn>
                <a:cxn ang="0">
                  <a:pos x="12" y="7"/>
                </a:cxn>
                <a:cxn ang="0">
                  <a:pos x="11" y="3"/>
                </a:cxn>
                <a:cxn ang="0">
                  <a:pos x="9" y="1"/>
                </a:cxn>
              </a:cxnLst>
              <a:rect l="0" t="0" r="r" b="b"/>
              <a:pathLst>
                <a:path w="12" h="12">
                  <a:moveTo>
                    <a:pt x="9" y="1"/>
                  </a:moveTo>
                  <a:cubicBezTo>
                    <a:pt x="8" y="0"/>
                    <a:pt x="5" y="0"/>
                    <a:pt x="4" y="1"/>
                  </a:cubicBezTo>
                  <a:cubicBezTo>
                    <a:pt x="3" y="1"/>
                    <a:pt x="2" y="3"/>
                    <a:pt x="2" y="3"/>
                  </a:cubicBezTo>
                  <a:cubicBezTo>
                    <a:pt x="1" y="4"/>
                    <a:pt x="0" y="5"/>
                    <a:pt x="0" y="6"/>
                  </a:cubicBezTo>
                  <a:cubicBezTo>
                    <a:pt x="0" y="7"/>
                    <a:pt x="1" y="9"/>
                    <a:pt x="2" y="10"/>
                  </a:cubicBezTo>
                  <a:cubicBezTo>
                    <a:pt x="3" y="11"/>
                    <a:pt x="5" y="12"/>
                    <a:pt x="6" y="12"/>
                  </a:cubicBezTo>
                  <a:cubicBezTo>
                    <a:pt x="7" y="12"/>
                    <a:pt x="8" y="9"/>
                    <a:pt x="9" y="9"/>
                  </a:cubicBezTo>
                  <a:cubicBezTo>
                    <a:pt x="9" y="8"/>
                    <a:pt x="11" y="7"/>
                    <a:pt x="12" y="7"/>
                  </a:cubicBezTo>
                  <a:cubicBezTo>
                    <a:pt x="12" y="6"/>
                    <a:pt x="12" y="4"/>
                    <a:pt x="11" y="3"/>
                  </a:cubicBezTo>
                  <a:cubicBezTo>
                    <a:pt x="11" y="2"/>
                    <a:pt x="10" y="1"/>
                    <a:pt x="9"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20"/>
            <p:cNvSpPr>
              <a:spLocks/>
            </p:cNvSpPr>
            <p:nvPr/>
          </p:nvSpPr>
          <p:spPr bwMode="auto">
            <a:xfrm>
              <a:off x="1566863" y="1303338"/>
              <a:ext cx="19050" cy="17463"/>
            </a:xfrm>
            <a:custGeom>
              <a:avLst/>
              <a:gdLst/>
              <a:ahLst/>
              <a:cxnLst>
                <a:cxn ang="0">
                  <a:pos x="6" y="8"/>
                </a:cxn>
                <a:cxn ang="0">
                  <a:pos x="2" y="8"/>
                </a:cxn>
                <a:cxn ang="0">
                  <a:pos x="0" y="6"/>
                </a:cxn>
                <a:cxn ang="0">
                  <a:pos x="1" y="1"/>
                </a:cxn>
                <a:cxn ang="0">
                  <a:pos x="6" y="0"/>
                </a:cxn>
                <a:cxn ang="0">
                  <a:pos x="9" y="3"/>
                </a:cxn>
                <a:cxn ang="0">
                  <a:pos x="6" y="8"/>
                </a:cxn>
              </a:cxnLst>
              <a:rect l="0" t="0" r="r" b="b"/>
              <a:pathLst>
                <a:path w="10" h="9">
                  <a:moveTo>
                    <a:pt x="6" y="8"/>
                  </a:moveTo>
                  <a:cubicBezTo>
                    <a:pt x="5" y="9"/>
                    <a:pt x="3" y="9"/>
                    <a:pt x="2" y="8"/>
                  </a:cubicBezTo>
                  <a:cubicBezTo>
                    <a:pt x="1" y="8"/>
                    <a:pt x="0" y="7"/>
                    <a:pt x="0" y="6"/>
                  </a:cubicBezTo>
                  <a:cubicBezTo>
                    <a:pt x="0" y="5"/>
                    <a:pt x="0" y="2"/>
                    <a:pt x="1" y="1"/>
                  </a:cubicBezTo>
                  <a:cubicBezTo>
                    <a:pt x="2" y="0"/>
                    <a:pt x="5" y="0"/>
                    <a:pt x="6" y="0"/>
                  </a:cubicBezTo>
                  <a:cubicBezTo>
                    <a:pt x="7" y="0"/>
                    <a:pt x="9" y="2"/>
                    <a:pt x="9" y="3"/>
                  </a:cubicBezTo>
                  <a:cubicBezTo>
                    <a:pt x="10" y="4"/>
                    <a:pt x="8" y="7"/>
                    <a:pt x="6"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21"/>
            <p:cNvSpPr>
              <a:spLocks/>
            </p:cNvSpPr>
            <p:nvPr/>
          </p:nvSpPr>
          <p:spPr bwMode="auto">
            <a:xfrm>
              <a:off x="1533526" y="1284288"/>
              <a:ext cx="33338" cy="15875"/>
            </a:xfrm>
            <a:custGeom>
              <a:avLst/>
              <a:gdLst/>
              <a:ahLst/>
              <a:cxnLst>
                <a:cxn ang="0">
                  <a:pos x="9" y="8"/>
                </a:cxn>
                <a:cxn ang="0">
                  <a:pos x="5" y="9"/>
                </a:cxn>
                <a:cxn ang="0">
                  <a:pos x="1" y="8"/>
                </a:cxn>
                <a:cxn ang="0">
                  <a:pos x="1" y="4"/>
                </a:cxn>
                <a:cxn ang="0">
                  <a:pos x="5" y="1"/>
                </a:cxn>
                <a:cxn ang="0">
                  <a:pos x="12" y="2"/>
                </a:cxn>
                <a:cxn ang="0">
                  <a:pos x="18" y="3"/>
                </a:cxn>
                <a:cxn ang="0">
                  <a:pos x="17" y="5"/>
                </a:cxn>
                <a:cxn ang="0">
                  <a:pos x="13" y="8"/>
                </a:cxn>
                <a:cxn ang="0">
                  <a:pos x="9" y="8"/>
                </a:cxn>
              </a:cxnLst>
              <a:rect l="0" t="0" r="r" b="b"/>
              <a:pathLst>
                <a:path w="18" h="9">
                  <a:moveTo>
                    <a:pt x="9" y="8"/>
                  </a:moveTo>
                  <a:cubicBezTo>
                    <a:pt x="8" y="8"/>
                    <a:pt x="6" y="9"/>
                    <a:pt x="5" y="9"/>
                  </a:cubicBezTo>
                  <a:cubicBezTo>
                    <a:pt x="4" y="9"/>
                    <a:pt x="2" y="9"/>
                    <a:pt x="1" y="8"/>
                  </a:cubicBezTo>
                  <a:cubicBezTo>
                    <a:pt x="0" y="7"/>
                    <a:pt x="1" y="5"/>
                    <a:pt x="1" y="4"/>
                  </a:cubicBezTo>
                  <a:cubicBezTo>
                    <a:pt x="2" y="3"/>
                    <a:pt x="4" y="2"/>
                    <a:pt x="5" y="1"/>
                  </a:cubicBezTo>
                  <a:cubicBezTo>
                    <a:pt x="6" y="0"/>
                    <a:pt x="10" y="1"/>
                    <a:pt x="12" y="2"/>
                  </a:cubicBezTo>
                  <a:cubicBezTo>
                    <a:pt x="14" y="2"/>
                    <a:pt x="17" y="2"/>
                    <a:pt x="18" y="3"/>
                  </a:cubicBezTo>
                  <a:cubicBezTo>
                    <a:pt x="18" y="4"/>
                    <a:pt x="17" y="5"/>
                    <a:pt x="17" y="5"/>
                  </a:cubicBezTo>
                  <a:cubicBezTo>
                    <a:pt x="16" y="6"/>
                    <a:pt x="14" y="7"/>
                    <a:pt x="13" y="8"/>
                  </a:cubicBezTo>
                  <a:cubicBezTo>
                    <a:pt x="12" y="8"/>
                    <a:pt x="10" y="8"/>
                    <a:pt x="9"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22"/>
            <p:cNvSpPr>
              <a:spLocks/>
            </p:cNvSpPr>
            <p:nvPr/>
          </p:nvSpPr>
          <p:spPr bwMode="auto">
            <a:xfrm>
              <a:off x="1120776" y="3519488"/>
              <a:ext cx="1077913" cy="1203325"/>
            </a:xfrm>
            <a:custGeom>
              <a:avLst/>
              <a:gdLst/>
              <a:ahLst/>
              <a:cxnLst>
                <a:cxn ang="0">
                  <a:pos x="351" y="61"/>
                </a:cxn>
                <a:cxn ang="0">
                  <a:pos x="375" y="40"/>
                </a:cxn>
                <a:cxn ang="0">
                  <a:pos x="384" y="20"/>
                </a:cxn>
                <a:cxn ang="0">
                  <a:pos x="371" y="18"/>
                </a:cxn>
                <a:cxn ang="0">
                  <a:pos x="388" y="4"/>
                </a:cxn>
                <a:cxn ang="0">
                  <a:pos x="414" y="16"/>
                </a:cxn>
                <a:cxn ang="0">
                  <a:pos x="426" y="8"/>
                </a:cxn>
                <a:cxn ang="0">
                  <a:pos x="440" y="21"/>
                </a:cxn>
                <a:cxn ang="0">
                  <a:pos x="462" y="29"/>
                </a:cxn>
                <a:cxn ang="0">
                  <a:pos x="459" y="64"/>
                </a:cxn>
                <a:cxn ang="0">
                  <a:pos x="478" y="68"/>
                </a:cxn>
                <a:cxn ang="0">
                  <a:pos x="498" y="86"/>
                </a:cxn>
                <a:cxn ang="0">
                  <a:pos x="516" y="97"/>
                </a:cxn>
                <a:cxn ang="0">
                  <a:pos x="515" y="121"/>
                </a:cxn>
                <a:cxn ang="0">
                  <a:pos x="519" y="153"/>
                </a:cxn>
                <a:cxn ang="0">
                  <a:pos x="541" y="197"/>
                </a:cxn>
                <a:cxn ang="0">
                  <a:pos x="562" y="229"/>
                </a:cxn>
                <a:cxn ang="0">
                  <a:pos x="578" y="275"/>
                </a:cxn>
                <a:cxn ang="0">
                  <a:pos x="573" y="308"/>
                </a:cxn>
                <a:cxn ang="0">
                  <a:pos x="573" y="330"/>
                </a:cxn>
                <a:cxn ang="0">
                  <a:pos x="556" y="325"/>
                </a:cxn>
                <a:cxn ang="0">
                  <a:pos x="550" y="351"/>
                </a:cxn>
                <a:cxn ang="0">
                  <a:pos x="519" y="391"/>
                </a:cxn>
                <a:cxn ang="0">
                  <a:pos x="491" y="419"/>
                </a:cxn>
                <a:cxn ang="0">
                  <a:pos x="516" y="500"/>
                </a:cxn>
                <a:cxn ang="0">
                  <a:pos x="510" y="557"/>
                </a:cxn>
                <a:cxn ang="0">
                  <a:pos x="513" y="599"/>
                </a:cxn>
                <a:cxn ang="0">
                  <a:pos x="478" y="623"/>
                </a:cxn>
                <a:cxn ang="0">
                  <a:pos x="412" y="643"/>
                </a:cxn>
                <a:cxn ang="0">
                  <a:pos x="336" y="620"/>
                </a:cxn>
                <a:cxn ang="0">
                  <a:pos x="265" y="610"/>
                </a:cxn>
                <a:cxn ang="0">
                  <a:pos x="247" y="607"/>
                </a:cxn>
                <a:cxn ang="0">
                  <a:pos x="220" y="587"/>
                </a:cxn>
                <a:cxn ang="0">
                  <a:pos x="188" y="587"/>
                </a:cxn>
                <a:cxn ang="0">
                  <a:pos x="203" y="614"/>
                </a:cxn>
                <a:cxn ang="0">
                  <a:pos x="202" y="626"/>
                </a:cxn>
                <a:cxn ang="0">
                  <a:pos x="154" y="634"/>
                </a:cxn>
                <a:cxn ang="0">
                  <a:pos x="92" y="646"/>
                </a:cxn>
                <a:cxn ang="0">
                  <a:pos x="45" y="643"/>
                </a:cxn>
                <a:cxn ang="0">
                  <a:pos x="25" y="630"/>
                </a:cxn>
                <a:cxn ang="0">
                  <a:pos x="7" y="582"/>
                </a:cxn>
                <a:cxn ang="0">
                  <a:pos x="19" y="505"/>
                </a:cxn>
                <a:cxn ang="0">
                  <a:pos x="51" y="415"/>
                </a:cxn>
                <a:cxn ang="0">
                  <a:pos x="66" y="339"/>
                </a:cxn>
                <a:cxn ang="0">
                  <a:pos x="99" y="295"/>
                </a:cxn>
                <a:cxn ang="0">
                  <a:pos x="136" y="253"/>
                </a:cxn>
                <a:cxn ang="0">
                  <a:pos x="176" y="201"/>
                </a:cxn>
                <a:cxn ang="0">
                  <a:pos x="191" y="155"/>
                </a:cxn>
                <a:cxn ang="0">
                  <a:pos x="207" y="116"/>
                </a:cxn>
                <a:cxn ang="0">
                  <a:pos x="208" y="100"/>
                </a:cxn>
                <a:cxn ang="0">
                  <a:pos x="199" y="56"/>
                </a:cxn>
                <a:cxn ang="0">
                  <a:pos x="232" y="74"/>
                </a:cxn>
                <a:cxn ang="0">
                  <a:pos x="241" y="45"/>
                </a:cxn>
                <a:cxn ang="0">
                  <a:pos x="266" y="76"/>
                </a:cxn>
                <a:cxn ang="0">
                  <a:pos x="284" y="91"/>
                </a:cxn>
                <a:cxn ang="0">
                  <a:pos x="267" y="106"/>
                </a:cxn>
                <a:cxn ang="0">
                  <a:pos x="292" y="97"/>
                </a:cxn>
                <a:cxn ang="0">
                  <a:pos x="315" y="82"/>
                </a:cxn>
              </a:cxnLst>
              <a:rect l="0" t="0" r="r" b="b"/>
              <a:pathLst>
                <a:path w="587" h="656">
                  <a:moveTo>
                    <a:pt x="325" y="62"/>
                  </a:moveTo>
                  <a:cubicBezTo>
                    <a:pt x="325" y="62"/>
                    <a:pt x="325" y="62"/>
                    <a:pt x="325" y="62"/>
                  </a:cubicBezTo>
                  <a:cubicBezTo>
                    <a:pt x="327" y="62"/>
                    <a:pt x="327" y="62"/>
                    <a:pt x="327" y="62"/>
                  </a:cubicBezTo>
                  <a:cubicBezTo>
                    <a:pt x="330" y="61"/>
                    <a:pt x="330" y="61"/>
                    <a:pt x="330" y="61"/>
                  </a:cubicBezTo>
                  <a:cubicBezTo>
                    <a:pt x="333" y="61"/>
                    <a:pt x="333" y="61"/>
                    <a:pt x="333" y="61"/>
                  </a:cubicBezTo>
                  <a:cubicBezTo>
                    <a:pt x="337" y="60"/>
                    <a:pt x="337" y="60"/>
                    <a:pt x="337" y="60"/>
                  </a:cubicBezTo>
                  <a:cubicBezTo>
                    <a:pt x="340" y="62"/>
                    <a:pt x="340" y="62"/>
                    <a:pt x="340" y="62"/>
                  </a:cubicBezTo>
                  <a:cubicBezTo>
                    <a:pt x="343" y="64"/>
                    <a:pt x="343" y="64"/>
                    <a:pt x="343" y="64"/>
                  </a:cubicBezTo>
                  <a:cubicBezTo>
                    <a:pt x="347" y="63"/>
                    <a:pt x="347" y="63"/>
                    <a:pt x="347" y="63"/>
                  </a:cubicBezTo>
                  <a:cubicBezTo>
                    <a:pt x="350" y="64"/>
                    <a:pt x="350" y="64"/>
                    <a:pt x="350" y="64"/>
                  </a:cubicBezTo>
                  <a:cubicBezTo>
                    <a:pt x="351" y="61"/>
                    <a:pt x="351" y="61"/>
                    <a:pt x="351" y="61"/>
                  </a:cubicBezTo>
                  <a:cubicBezTo>
                    <a:pt x="351" y="58"/>
                    <a:pt x="351" y="58"/>
                    <a:pt x="351" y="58"/>
                  </a:cubicBezTo>
                  <a:cubicBezTo>
                    <a:pt x="353" y="55"/>
                    <a:pt x="353" y="55"/>
                    <a:pt x="353" y="55"/>
                  </a:cubicBezTo>
                  <a:cubicBezTo>
                    <a:pt x="357" y="53"/>
                    <a:pt x="357" y="53"/>
                    <a:pt x="357" y="53"/>
                  </a:cubicBezTo>
                  <a:cubicBezTo>
                    <a:pt x="358" y="50"/>
                    <a:pt x="358" y="50"/>
                    <a:pt x="358" y="50"/>
                  </a:cubicBezTo>
                  <a:cubicBezTo>
                    <a:pt x="357" y="46"/>
                    <a:pt x="357" y="46"/>
                    <a:pt x="357" y="46"/>
                  </a:cubicBezTo>
                  <a:cubicBezTo>
                    <a:pt x="357" y="42"/>
                    <a:pt x="357" y="42"/>
                    <a:pt x="357" y="42"/>
                  </a:cubicBezTo>
                  <a:cubicBezTo>
                    <a:pt x="360" y="41"/>
                    <a:pt x="360" y="41"/>
                    <a:pt x="360" y="41"/>
                  </a:cubicBezTo>
                  <a:cubicBezTo>
                    <a:pt x="366" y="42"/>
                    <a:pt x="366" y="42"/>
                    <a:pt x="366" y="42"/>
                  </a:cubicBezTo>
                  <a:cubicBezTo>
                    <a:pt x="369" y="41"/>
                    <a:pt x="369" y="41"/>
                    <a:pt x="369" y="41"/>
                  </a:cubicBezTo>
                  <a:cubicBezTo>
                    <a:pt x="372" y="39"/>
                    <a:pt x="372" y="39"/>
                    <a:pt x="372" y="39"/>
                  </a:cubicBezTo>
                  <a:cubicBezTo>
                    <a:pt x="375" y="40"/>
                    <a:pt x="375" y="40"/>
                    <a:pt x="375" y="40"/>
                  </a:cubicBezTo>
                  <a:cubicBezTo>
                    <a:pt x="376" y="43"/>
                    <a:pt x="376" y="43"/>
                    <a:pt x="376" y="43"/>
                  </a:cubicBezTo>
                  <a:cubicBezTo>
                    <a:pt x="379" y="43"/>
                    <a:pt x="379" y="43"/>
                    <a:pt x="379" y="43"/>
                  </a:cubicBezTo>
                  <a:cubicBezTo>
                    <a:pt x="381" y="41"/>
                    <a:pt x="381" y="41"/>
                    <a:pt x="381" y="41"/>
                  </a:cubicBezTo>
                  <a:cubicBezTo>
                    <a:pt x="385" y="41"/>
                    <a:pt x="385" y="41"/>
                    <a:pt x="385" y="41"/>
                  </a:cubicBezTo>
                  <a:cubicBezTo>
                    <a:pt x="385" y="38"/>
                    <a:pt x="385" y="38"/>
                    <a:pt x="385" y="38"/>
                  </a:cubicBezTo>
                  <a:cubicBezTo>
                    <a:pt x="384" y="34"/>
                    <a:pt x="384" y="34"/>
                    <a:pt x="384" y="34"/>
                  </a:cubicBezTo>
                  <a:cubicBezTo>
                    <a:pt x="385" y="31"/>
                    <a:pt x="385" y="31"/>
                    <a:pt x="385" y="31"/>
                  </a:cubicBezTo>
                  <a:cubicBezTo>
                    <a:pt x="387" y="29"/>
                    <a:pt x="387" y="29"/>
                    <a:pt x="387" y="29"/>
                  </a:cubicBezTo>
                  <a:cubicBezTo>
                    <a:pt x="387" y="25"/>
                    <a:pt x="387" y="25"/>
                    <a:pt x="387" y="25"/>
                  </a:cubicBezTo>
                  <a:cubicBezTo>
                    <a:pt x="386" y="22"/>
                    <a:pt x="386" y="22"/>
                    <a:pt x="386" y="22"/>
                  </a:cubicBezTo>
                  <a:cubicBezTo>
                    <a:pt x="384" y="20"/>
                    <a:pt x="384" y="20"/>
                    <a:pt x="384" y="20"/>
                  </a:cubicBezTo>
                  <a:cubicBezTo>
                    <a:pt x="383" y="18"/>
                    <a:pt x="383" y="18"/>
                    <a:pt x="383" y="18"/>
                  </a:cubicBezTo>
                  <a:cubicBezTo>
                    <a:pt x="381" y="16"/>
                    <a:pt x="381" y="16"/>
                    <a:pt x="381" y="16"/>
                  </a:cubicBezTo>
                  <a:cubicBezTo>
                    <a:pt x="380" y="19"/>
                    <a:pt x="380" y="19"/>
                    <a:pt x="380" y="19"/>
                  </a:cubicBezTo>
                  <a:cubicBezTo>
                    <a:pt x="379" y="23"/>
                    <a:pt x="379" y="23"/>
                    <a:pt x="379" y="23"/>
                  </a:cubicBezTo>
                  <a:cubicBezTo>
                    <a:pt x="376" y="26"/>
                    <a:pt x="376" y="26"/>
                    <a:pt x="376" y="26"/>
                  </a:cubicBezTo>
                  <a:cubicBezTo>
                    <a:pt x="372" y="25"/>
                    <a:pt x="372" y="25"/>
                    <a:pt x="372" y="25"/>
                  </a:cubicBezTo>
                  <a:cubicBezTo>
                    <a:pt x="371" y="23"/>
                    <a:pt x="371" y="23"/>
                    <a:pt x="371" y="23"/>
                  </a:cubicBezTo>
                  <a:cubicBezTo>
                    <a:pt x="373" y="21"/>
                    <a:pt x="373" y="21"/>
                    <a:pt x="373" y="21"/>
                  </a:cubicBezTo>
                  <a:cubicBezTo>
                    <a:pt x="375" y="21"/>
                    <a:pt x="375" y="21"/>
                    <a:pt x="375" y="21"/>
                  </a:cubicBezTo>
                  <a:cubicBezTo>
                    <a:pt x="374" y="19"/>
                    <a:pt x="374" y="19"/>
                    <a:pt x="374" y="19"/>
                  </a:cubicBezTo>
                  <a:cubicBezTo>
                    <a:pt x="371" y="18"/>
                    <a:pt x="371" y="18"/>
                    <a:pt x="371" y="18"/>
                  </a:cubicBezTo>
                  <a:cubicBezTo>
                    <a:pt x="368" y="18"/>
                    <a:pt x="368" y="18"/>
                    <a:pt x="368" y="18"/>
                  </a:cubicBezTo>
                  <a:cubicBezTo>
                    <a:pt x="366" y="17"/>
                    <a:pt x="366" y="17"/>
                    <a:pt x="366" y="17"/>
                  </a:cubicBezTo>
                  <a:cubicBezTo>
                    <a:pt x="367" y="14"/>
                    <a:pt x="367" y="14"/>
                    <a:pt x="367" y="14"/>
                  </a:cubicBezTo>
                  <a:cubicBezTo>
                    <a:pt x="366" y="11"/>
                    <a:pt x="366" y="11"/>
                    <a:pt x="366" y="11"/>
                  </a:cubicBezTo>
                  <a:cubicBezTo>
                    <a:pt x="368" y="8"/>
                    <a:pt x="368" y="8"/>
                    <a:pt x="368" y="8"/>
                  </a:cubicBezTo>
                  <a:cubicBezTo>
                    <a:pt x="371" y="8"/>
                    <a:pt x="371" y="8"/>
                    <a:pt x="371" y="8"/>
                  </a:cubicBezTo>
                  <a:cubicBezTo>
                    <a:pt x="374" y="6"/>
                    <a:pt x="374" y="6"/>
                    <a:pt x="374" y="6"/>
                  </a:cubicBezTo>
                  <a:cubicBezTo>
                    <a:pt x="379" y="6"/>
                    <a:pt x="379" y="6"/>
                    <a:pt x="379" y="6"/>
                  </a:cubicBezTo>
                  <a:cubicBezTo>
                    <a:pt x="382" y="4"/>
                    <a:pt x="382" y="4"/>
                    <a:pt x="382" y="4"/>
                  </a:cubicBezTo>
                  <a:cubicBezTo>
                    <a:pt x="385" y="1"/>
                    <a:pt x="385" y="1"/>
                    <a:pt x="385" y="1"/>
                  </a:cubicBezTo>
                  <a:cubicBezTo>
                    <a:pt x="388" y="4"/>
                    <a:pt x="388" y="4"/>
                    <a:pt x="388" y="4"/>
                  </a:cubicBezTo>
                  <a:cubicBezTo>
                    <a:pt x="391" y="4"/>
                    <a:pt x="391" y="4"/>
                    <a:pt x="391" y="4"/>
                  </a:cubicBezTo>
                  <a:cubicBezTo>
                    <a:pt x="393" y="7"/>
                    <a:pt x="393" y="7"/>
                    <a:pt x="393" y="7"/>
                  </a:cubicBezTo>
                  <a:cubicBezTo>
                    <a:pt x="395" y="8"/>
                    <a:pt x="395" y="8"/>
                    <a:pt x="395" y="8"/>
                  </a:cubicBezTo>
                  <a:cubicBezTo>
                    <a:pt x="397" y="5"/>
                    <a:pt x="397" y="5"/>
                    <a:pt x="397" y="5"/>
                  </a:cubicBezTo>
                  <a:cubicBezTo>
                    <a:pt x="398" y="2"/>
                    <a:pt x="398" y="2"/>
                    <a:pt x="398" y="2"/>
                  </a:cubicBezTo>
                  <a:cubicBezTo>
                    <a:pt x="400" y="2"/>
                    <a:pt x="400" y="2"/>
                    <a:pt x="400" y="2"/>
                  </a:cubicBezTo>
                  <a:cubicBezTo>
                    <a:pt x="402" y="5"/>
                    <a:pt x="402" y="5"/>
                    <a:pt x="402" y="5"/>
                  </a:cubicBezTo>
                  <a:cubicBezTo>
                    <a:pt x="405" y="8"/>
                    <a:pt x="405" y="8"/>
                    <a:pt x="405" y="8"/>
                  </a:cubicBezTo>
                  <a:cubicBezTo>
                    <a:pt x="409" y="9"/>
                    <a:pt x="409" y="9"/>
                    <a:pt x="409" y="9"/>
                  </a:cubicBezTo>
                  <a:cubicBezTo>
                    <a:pt x="411" y="13"/>
                    <a:pt x="411" y="13"/>
                    <a:pt x="411" y="13"/>
                  </a:cubicBezTo>
                  <a:cubicBezTo>
                    <a:pt x="414" y="16"/>
                    <a:pt x="414" y="16"/>
                    <a:pt x="414" y="16"/>
                  </a:cubicBezTo>
                  <a:cubicBezTo>
                    <a:pt x="415" y="14"/>
                    <a:pt x="415" y="14"/>
                    <a:pt x="415" y="14"/>
                  </a:cubicBezTo>
                  <a:cubicBezTo>
                    <a:pt x="415" y="11"/>
                    <a:pt x="415" y="11"/>
                    <a:pt x="415" y="11"/>
                  </a:cubicBezTo>
                  <a:cubicBezTo>
                    <a:pt x="414" y="8"/>
                    <a:pt x="414" y="8"/>
                    <a:pt x="414" y="8"/>
                  </a:cubicBezTo>
                  <a:cubicBezTo>
                    <a:pt x="413" y="5"/>
                    <a:pt x="413" y="5"/>
                    <a:pt x="413" y="5"/>
                  </a:cubicBezTo>
                  <a:cubicBezTo>
                    <a:pt x="416" y="2"/>
                    <a:pt x="416" y="2"/>
                    <a:pt x="416" y="2"/>
                  </a:cubicBezTo>
                  <a:cubicBezTo>
                    <a:pt x="420" y="3"/>
                    <a:pt x="420" y="3"/>
                    <a:pt x="420" y="3"/>
                  </a:cubicBezTo>
                  <a:cubicBezTo>
                    <a:pt x="423" y="3"/>
                    <a:pt x="423" y="3"/>
                    <a:pt x="423" y="3"/>
                  </a:cubicBezTo>
                  <a:cubicBezTo>
                    <a:pt x="425" y="0"/>
                    <a:pt x="425" y="0"/>
                    <a:pt x="425" y="0"/>
                  </a:cubicBezTo>
                  <a:cubicBezTo>
                    <a:pt x="428" y="0"/>
                    <a:pt x="428" y="0"/>
                    <a:pt x="428" y="0"/>
                  </a:cubicBezTo>
                  <a:cubicBezTo>
                    <a:pt x="429" y="3"/>
                    <a:pt x="429" y="3"/>
                    <a:pt x="429" y="3"/>
                  </a:cubicBezTo>
                  <a:cubicBezTo>
                    <a:pt x="426" y="8"/>
                    <a:pt x="426" y="8"/>
                    <a:pt x="426" y="8"/>
                  </a:cubicBezTo>
                  <a:cubicBezTo>
                    <a:pt x="425" y="11"/>
                    <a:pt x="425" y="11"/>
                    <a:pt x="425" y="11"/>
                  </a:cubicBezTo>
                  <a:cubicBezTo>
                    <a:pt x="425" y="21"/>
                    <a:pt x="425" y="21"/>
                    <a:pt x="425" y="21"/>
                  </a:cubicBezTo>
                  <a:cubicBezTo>
                    <a:pt x="426" y="27"/>
                    <a:pt x="426" y="27"/>
                    <a:pt x="426" y="27"/>
                  </a:cubicBezTo>
                  <a:cubicBezTo>
                    <a:pt x="428" y="30"/>
                    <a:pt x="428" y="30"/>
                    <a:pt x="428" y="30"/>
                  </a:cubicBezTo>
                  <a:cubicBezTo>
                    <a:pt x="433" y="30"/>
                    <a:pt x="433" y="30"/>
                    <a:pt x="433" y="30"/>
                  </a:cubicBezTo>
                  <a:cubicBezTo>
                    <a:pt x="435" y="28"/>
                    <a:pt x="435" y="28"/>
                    <a:pt x="435" y="28"/>
                  </a:cubicBezTo>
                  <a:cubicBezTo>
                    <a:pt x="435" y="25"/>
                    <a:pt x="435" y="25"/>
                    <a:pt x="435" y="25"/>
                  </a:cubicBezTo>
                  <a:cubicBezTo>
                    <a:pt x="434" y="22"/>
                    <a:pt x="434" y="22"/>
                    <a:pt x="434" y="22"/>
                  </a:cubicBezTo>
                  <a:cubicBezTo>
                    <a:pt x="435" y="19"/>
                    <a:pt x="435" y="19"/>
                    <a:pt x="435" y="19"/>
                  </a:cubicBezTo>
                  <a:cubicBezTo>
                    <a:pt x="438" y="18"/>
                    <a:pt x="438" y="18"/>
                    <a:pt x="438" y="18"/>
                  </a:cubicBezTo>
                  <a:cubicBezTo>
                    <a:pt x="440" y="21"/>
                    <a:pt x="440" y="21"/>
                    <a:pt x="440" y="21"/>
                  </a:cubicBezTo>
                  <a:cubicBezTo>
                    <a:pt x="441" y="24"/>
                    <a:pt x="441" y="24"/>
                    <a:pt x="441" y="24"/>
                  </a:cubicBezTo>
                  <a:cubicBezTo>
                    <a:pt x="444" y="28"/>
                    <a:pt x="444" y="28"/>
                    <a:pt x="444" y="28"/>
                  </a:cubicBezTo>
                  <a:cubicBezTo>
                    <a:pt x="446" y="33"/>
                    <a:pt x="446" y="33"/>
                    <a:pt x="446" y="33"/>
                  </a:cubicBezTo>
                  <a:cubicBezTo>
                    <a:pt x="448" y="32"/>
                    <a:pt x="448" y="32"/>
                    <a:pt x="448" y="32"/>
                  </a:cubicBezTo>
                  <a:cubicBezTo>
                    <a:pt x="449" y="29"/>
                    <a:pt x="449" y="29"/>
                    <a:pt x="449" y="29"/>
                  </a:cubicBezTo>
                  <a:cubicBezTo>
                    <a:pt x="450" y="27"/>
                    <a:pt x="450" y="27"/>
                    <a:pt x="450" y="27"/>
                  </a:cubicBezTo>
                  <a:cubicBezTo>
                    <a:pt x="451" y="24"/>
                    <a:pt x="451" y="24"/>
                    <a:pt x="451" y="24"/>
                  </a:cubicBezTo>
                  <a:cubicBezTo>
                    <a:pt x="453" y="21"/>
                    <a:pt x="453" y="21"/>
                    <a:pt x="453" y="21"/>
                  </a:cubicBezTo>
                  <a:cubicBezTo>
                    <a:pt x="456" y="23"/>
                    <a:pt x="456" y="23"/>
                    <a:pt x="456" y="23"/>
                  </a:cubicBezTo>
                  <a:cubicBezTo>
                    <a:pt x="458" y="26"/>
                    <a:pt x="458" y="26"/>
                    <a:pt x="458" y="26"/>
                  </a:cubicBezTo>
                  <a:cubicBezTo>
                    <a:pt x="462" y="29"/>
                    <a:pt x="462" y="29"/>
                    <a:pt x="462" y="29"/>
                  </a:cubicBezTo>
                  <a:cubicBezTo>
                    <a:pt x="463" y="33"/>
                    <a:pt x="463" y="33"/>
                    <a:pt x="463" y="33"/>
                  </a:cubicBezTo>
                  <a:cubicBezTo>
                    <a:pt x="462" y="35"/>
                    <a:pt x="462" y="35"/>
                    <a:pt x="462" y="35"/>
                  </a:cubicBezTo>
                  <a:cubicBezTo>
                    <a:pt x="461" y="39"/>
                    <a:pt x="461" y="39"/>
                    <a:pt x="461" y="39"/>
                  </a:cubicBezTo>
                  <a:cubicBezTo>
                    <a:pt x="463" y="42"/>
                    <a:pt x="463" y="42"/>
                    <a:pt x="463" y="42"/>
                  </a:cubicBezTo>
                  <a:cubicBezTo>
                    <a:pt x="467" y="45"/>
                    <a:pt x="467" y="45"/>
                    <a:pt x="467" y="45"/>
                  </a:cubicBezTo>
                  <a:cubicBezTo>
                    <a:pt x="471" y="51"/>
                    <a:pt x="471" y="51"/>
                    <a:pt x="471" y="51"/>
                  </a:cubicBezTo>
                  <a:cubicBezTo>
                    <a:pt x="469" y="53"/>
                    <a:pt x="469" y="53"/>
                    <a:pt x="469" y="53"/>
                  </a:cubicBezTo>
                  <a:cubicBezTo>
                    <a:pt x="466" y="55"/>
                    <a:pt x="466" y="55"/>
                    <a:pt x="466" y="55"/>
                  </a:cubicBezTo>
                  <a:cubicBezTo>
                    <a:pt x="464" y="59"/>
                    <a:pt x="464" y="59"/>
                    <a:pt x="464" y="59"/>
                  </a:cubicBezTo>
                  <a:cubicBezTo>
                    <a:pt x="461" y="62"/>
                    <a:pt x="461" y="62"/>
                    <a:pt x="461" y="62"/>
                  </a:cubicBezTo>
                  <a:cubicBezTo>
                    <a:pt x="459" y="64"/>
                    <a:pt x="459" y="64"/>
                    <a:pt x="459" y="64"/>
                  </a:cubicBezTo>
                  <a:cubicBezTo>
                    <a:pt x="458" y="69"/>
                    <a:pt x="458" y="69"/>
                    <a:pt x="458" y="69"/>
                  </a:cubicBezTo>
                  <a:cubicBezTo>
                    <a:pt x="460" y="71"/>
                    <a:pt x="460" y="71"/>
                    <a:pt x="460" y="71"/>
                  </a:cubicBezTo>
                  <a:cubicBezTo>
                    <a:pt x="465" y="73"/>
                    <a:pt x="465" y="73"/>
                    <a:pt x="465" y="73"/>
                  </a:cubicBezTo>
                  <a:cubicBezTo>
                    <a:pt x="468" y="72"/>
                    <a:pt x="468" y="72"/>
                    <a:pt x="468" y="72"/>
                  </a:cubicBezTo>
                  <a:cubicBezTo>
                    <a:pt x="469" y="70"/>
                    <a:pt x="469" y="70"/>
                    <a:pt x="469" y="70"/>
                  </a:cubicBezTo>
                  <a:cubicBezTo>
                    <a:pt x="469" y="65"/>
                    <a:pt x="469" y="65"/>
                    <a:pt x="469" y="65"/>
                  </a:cubicBezTo>
                  <a:cubicBezTo>
                    <a:pt x="471" y="63"/>
                    <a:pt x="471" y="63"/>
                    <a:pt x="471" y="63"/>
                  </a:cubicBezTo>
                  <a:cubicBezTo>
                    <a:pt x="472" y="60"/>
                    <a:pt x="472" y="60"/>
                    <a:pt x="472" y="60"/>
                  </a:cubicBezTo>
                  <a:cubicBezTo>
                    <a:pt x="475" y="60"/>
                    <a:pt x="475" y="60"/>
                    <a:pt x="475" y="60"/>
                  </a:cubicBezTo>
                  <a:cubicBezTo>
                    <a:pt x="478" y="62"/>
                    <a:pt x="478" y="62"/>
                    <a:pt x="478" y="62"/>
                  </a:cubicBezTo>
                  <a:cubicBezTo>
                    <a:pt x="478" y="68"/>
                    <a:pt x="478" y="68"/>
                    <a:pt x="478" y="68"/>
                  </a:cubicBezTo>
                  <a:cubicBezTo>
                    <a:pt x="477" y="73"/>
                    <a:pt x="477" y="73"/>
                    <a:pt x="477" y="73"/>
                  </a:cubicBezTo>
                  <a:cubicBezTo>
                    <a:pt x="479" y="79"/>
                    <a:pt x="479" y="79"/>
                    <a:pt x="479" y="79"/>
                  </a:cubicBezTo>
                  <a:cubicBezTo>
                    <a:pt x="478" y="85"/>
                    <a:pt x="478" y="85"/>
                    <a:pt x="478" y="85"/>
                  </a:cubicBezTo>
                  <a:cubicBezTo>
                    <a:pt x="478" y="89"/>
                    <a:pt x="478" y="89"/>
                    <a:pt x="478" y="89"/>
                  </a:cubicBezTo>
                  <a:cubicBezTo>
                    <a:pt x="481" y="91"/>
                    <a:pt x="481" y="91"/>
                    <a:pt x="481" y="91"/>
                  </a:cubicBezTo>
                  <a:cubicBezTo>
                    <a:pt x="487" y="91"/>
                    <a:pt x="487" y="91"/>
                    <a:pt x="487" y="91"/>
                  </a:cubicBezTo>
                  <a:cubicBezTo>
                    <a:pt x="490" y="90"/>
                    <a:pt x="490" y="90"/>
                    <a:pt x="490" y="90"/>
                  </a:cubicBezTo>
                  <a:cubicBezTo>
                    <a:pt x="494" y="91"/>
                    <a:pt x="494" y="91"/>
                    <a:pt x="494" y="91"/>
                  </a:cubicBezTo>
                  <a:cubicBezTo>
                    <a:pt x="498" y="91"/>
                    <a:pt x="498" y="91"/>
                    <a:pt x="498" y="91"/>
                  </a:cubicBezTo>
                  <a:cubicBezTo>
                    <a:pt x="499" y="89"/>
                    <a:pt x="499" y="89"/>
                    <a:pt x="499" y="89"/>
                  </a:cubicBezTo>
                  <a:cubicBezTo>
                    <a:pt x="498" y="86"/>
                    <a:pt x="498" y="86"/>
                    <a:pt x="498" y="86"/>
                  </a:cubicBezTo>
                  <a:cubicBezTo>
                    <a:pt x="499" y="82"/>
                    <a:pt x="499" y="82"/>
                    <a:pt x="499" y="82"/>
                  </a:cubicBezTo>
                  <a:cubicBezTo>
                    <a:pt x="502" y="80"/>
                    <a:pt x="502" y="80"/>
                    <a:pt x="502" y="80"/>
                  </a:cubicBezTo>
                  <a:cubicBezTo>
                    <a:pt x="503" y="76"/>
                    <a:pt x="503" y="76"/>
                    <a:pt x="503" y="76"/>
                  </a:cubicBezTo>
                  <a:cubicBezTo>
                    <a:pt x="507" y="72"/>
                    <a:pt x="507" y="72"/>
                    <a:pt x="507" y="72"/>
                  </a:cubicBezTo>
                  <a:cubicBezTo>
                    <a:pt x="509" y="74"/>
                    <a:pt x="509" y="74"/>
                    <a:pt x="509" y="74"/>
                  </a:cubicBezTo>
                  <a:cubicBezTo>
                    <a:pt x="508" y="79"/>
                    <a:pt x="508" y="79"/>
                    <a:pt x="508" y="79"/>
                  </a:cubicBezTo>
                  <a:cubicBezTo>
                    <a:pt x="511" y="82"/>
                    <a:pt x="511" y="82"/>
                    <a:pt x="511" y="82"/>
                  </a:cubicBezTo>
                  <a:cubicBezTo>
                    <a:pt x="515" y="83"/>
                    <a:pt x="515" y="83"/>
                    <a:pt x="515" y="83"/>
                  </a:cubicBezTo>
                  <a:cubicBezTo>
                    <a:pt x="515" y="86"/>
                    <a:pt x="515" y="86"/>
                    <a:pt x="515" y="86"/>
                  </a:cubicBezTo>
                  <a:cubicBezTo>
                    <a:pt x="516" y="92"/>
                    <a:pt x="516" y="92"/>
                    <a:pt x="516" y="92"/>
                  </a:cubicBezTo>
                  <a:cubicBezTo>
                    <a:pt x="516" y="97"/>
                    <a:pt x="516" y="97"/>
                    <a:pt x="516" y="97"/>
                  </a:cubicBezTo>
                  <a:cubicBezTo>
                    <a:pt x="513" y="100"/>
                    <a:pt x="513" y="100"/>
                    <a:pt x="513" y="100"/>
                  </a:cubicBezTo>
                  <a:cubicBezTo>
                    <a:pt x="511" y="105"/>
                    <a:pt x="511" y="105"/>
                    <a:pt x="511" y="105"/>
                  </a:cubicBezTo>
                  <a:cubicBezTo>
                    <a:pt x="515" y="106"/>
                    <a:pt x="515" y="106"/>
                    <a:pt x="515" y="106"/>
                  </a:cubicBezTo>
                  <a:cubicBezTo>
                    <a:pt x="518" y="106"/>
                    <a:pt x="518" y="106"/>
                    <a:pt x="518" y="106"/>
                  </a:cubicBezTo>
                  <a:cubicBezTo>
                    <a:pt x="520" y="109"/>
                    <a:pt x="520" y="109"/>
                    <a:pt x="520" y="109"/>
                  </a:cubicBezTo>
                  <a:cubicBezTo>
                    <a:pt x="523" y="112"/>
                    <a:pt x="523" y="112"/>
                    <a:pt x="523" y="112"/>
                  </a:cubicBezTo>
                  <a:cubicBezTo>
                    <a:pt x="525" y="117"/>
                    <a:pt x="525" y="117"/>
                    <a:pt x="525" y="117"/>
                  </a:cubicBezTo>
                  <a:cubicBezTo>
                    <a:pt x="522" y="120"/>
                    <a:pt x="522" y="120"/>
                    <a:pt x="522" y="120"/>
                  </a:cubicBezTo>
                  <a:cubicBezTo>
                    <a:pt x="519" y="121"/>
                    <a:pt x="519" y="121"/>
                    <a:pt x="519" y="121"/>
                  </a:cubicBezTo>
                  <a:cubicBezTo>
                    <a:pt x="517" y="120"/>
                    <a:pt x="517" y="120"/>
                    <a:pt x="517" y="120"/>
                  </a:cubicBezTo>
                  <a:cubicBezTo>
                    <a:pt x="515" y="121"/>
                    <a:pt x="515" y="121"/>
                    <a:pt x="515" y="121"/>
                  </a:cubicBezTo>
                  <a:cubicBezTo>
                    <a:pt x="517" y="125"/>
                    <a:pt x="517" y="125"/>
                    <a:pt x="517" y="125"/>
                  </a:cubicBezTo>
                  <a:cubicBezTo>
                    <a:pt x="517" y="128"/>
                    <a:pt x="517" y="128"/>
                    <a:pt x="517" y="128"/>
                  </a:cubicBezTo>
                  <a:cubicBezTo>
                    <a:pt x="513" y="130"/>
                    <a:pt x="513" y="130"/>
                    <a:pt x="513" y="130"/>
                  </a:cubicBezTo>
                  <a:cubicBezTo>
                    <a:pt x="513" y="134"/>
                    <a:pt x="513" y="134"/>
                    <a:pt x="513" y="134"/>
                  </a:cubicBezTo>
                  <a:cubicBezTo>
                    <a:pt x="516" y="137"/>
                    <a:pt x="516" y="137"/>
                    <a:pt x="516" y="137"/>
                  </a:cubicBezTo>
                  <a:cubicBezTo>
                    <a:pt x="520" y="138"/>
                    <a:pt x="520" y="138"/>
                    <a:pt x="520" y="138"/>
                  </a:cubicBezTo>
                  <a:cubicBezTo>
                    <a:pt x="521" y="141"/>
                    <a:pt x="521" y="141"/>
                    <a:pt x="521" y="141"/>
                  </a:cubicBezTo>
                  <a:cubicBezTo>
                    <a:pt x="519" y="143"/>
                    <a:pt x="519" y="143"/>
                    <a:pt x="519" y="143"/>
                  </a:cubicBezTo>
                  <a:cubicBezTo>
                    <a:pt x="520" y="148"/>
                    <a:pt x="520" y="148"/>
                    <a:pt x="520" y="148"/>
                  </a:cubicBezTo>
                  <a:cubicBezTo>
                    <a:pt x="521" y="151"/>
                    <a:pt x="521" y="151"/>
                    <a:pt x="521" y="151"/>
                  </a:cubicBezTo>
                  <a:cubicBezTo>
                    <a:pt x="519" y="153"/>
                    <a:pt x="519" y="153"/>
                    <a:pt x="519" y="153"/>
                  </a:cubicBezTo>
                  <a:cubicBezTo>
                    <a:pt x="517" y="153"/>
                    <a:pt x="517" y="153"/>
                    <a:pt x="517" y="153"/>
                  </a:cubicBezTo>
                  <a:cubicBezTo>
                    <a:pt x="514" y="155"/>
                    <a:pt x="514" y="155"/>
                    <a:pt x="514" y="155"/>
                  </a:cubicBezTo>
                  <a:cubicBezTo>
                    <a:pt x="517" y="160"/>
                    <a:pt x="517" y="160"/>
                    <a:pt x="517" y="160"/>
                  </a:cubicBezTo>
                  <a:cubicBezTo>
                    <a:pt x="518" y="168"/>
                    <a:pt x="518" y="168"/>
                    <a:pt x="518" y="168"/>
                  </a:cubicBezTo>
                  <a:cubicBezTo>
                    <a:pt x="520" y="175"/>
                    <a:pt x="520" y="175"/>
                    <a:pt x="520" y="175"/>
                  </a:cubicBezTo>
                  <a:cubicBezTo>
                    <a:pt x="523" y="178"/>
                    <a:pt x="523" y="178"/>
                    <a:pt x="523" y="178"/>
                  </a:cubicBezTo>
                  <a:cubicBezTo>
                    <a:pt x="529" y="183"/>
                    <a:pt x="529" y="183"/>
                    <a:pt x="529" y="183"/>
                  </a:cubicBezTo>
                  <a:cubicBezTo>
                    <a:pt x="535" y="185"/>
                    <a:pt x="535" y="185"/>
                    <a:pt x="535" y="185"/>
                  </a:cubicBezTo>
                  <a:cubicBezTo>
                    <a:pt x="540" y="189"/>
                    <a:pt x="540" y="189"/>
                    <a:pt x="540" y="189"/>
                  </a:cubicBezTo>
                  <a:cubicBezTo>
                    <a:pt x="542" y="193"/>
                    <a:pt x="542" y="193"/>
                    <a:pt x="542" y="193"/>
                  </a:cubicBezTo>
                  <a:cubicBezTo>
                    <a:pt x="541" y="197"/>
                    <a:pt x="541" y="197"/>
                    <a:pt x="541" y="197"/>
                  </a:cubicBezTo>
                  <a:cubicBezTo>
                    <a:pt x="539" y="198"/>
                    <a:pt x="539" y="198"/>
                    <a:pt x="539" y="198"/>
                  </a:cubicBezTo>
                  <a:cubicBezTo>
                    <a:pt x="533" y="201"/>
                    <a:pt x="533" y="201"/>
                    <a:pt x="533" y="201"/>
                  </a:cubicBezTo>
                  <a:cubicBezTo>
                    <a:pt x="533" y="206"/>
                    <a:pt x="533" y="206"/>
                    <a:pt x="533" y="206"/>
                  </a:cubicBezTo>
                  <a:cubicBezTo>
                    <a:pt x="536" y="210"/>
                    <a:pt x="536" y="210"/>
                    <a:pt x="536" y="210"/>
                  </a:cubicBezTo>
                  <a:cubicBezTo>
                    <a:pt x="541" y="213"/>
                    <a:pt x="541" y="213"/>
                    <a:pt x="541" y="213"/>
                  </a:cubicBezTo>
                  <a:cubicBezTo>
                    <a:pt x="543" y="216"/>
                    <a:pt x="543" y="216"/>
                    <a:pt x="543" y="216"/>
                  </a:cubicBezTo>
                  <a:cubicBezTo>
                    <a:pt x="545" y="221"/>
                    <a:pt x="545" y="221"/>
                    <a:pt x="545" y="221"/>
                  </a:cubicBezTo>
                  <a:cubicBezTo>
                    <a:pt x="547" y="223"/>
                    <a:pt x="547" y="223"/>
                    <a:pt x="547" y="223"/>
                  </a:cubicBezTo>
                  <a:cubicBezTo>
                    <a:pt x="553" y="224"/>
                    <a:pt x="553" y="224"/>
                    <a:pt x="553" y="224"/>
                  </a:cubicBezTo>
                  <a:cubicBezTo>
                    <a:pt x="558" y="225"/>
                    <a:pt x="558" y="225"/>
                    <a:pt x="558" y="225"/>
                  </a:cubicBezTo>
                  <a:cubicBezTo>
                    <a:pt x="562" y="229"/>
                    <a:pt x="562" y="229"/>
                    <a:pt x="562" y="229"/>
                  </a:cubicBezTo>
                  <a:cubicBezTo>
                    <a:pt x="570" y="236"/>
                    <a:pt x="570" y="236"/>
                    <a:pt x="570" y="236"/>
                  </a:cubicBezTo>
                  <a:cubicBezTo>
                    <a:pt x="575" y="242"/>
                    <a:pt x="575" y="242"/>
                    <a:pt x="575" y="242"/>
                  </a:cubicBezTo>
                  <a:cubicBezTo>
                    <a:pt x="580" y="250"/>
                    <a:pt x="580" y="250"/>
                    <a:pt x="580" y="250"/>
                  </a:cubicBezTo>
                  <a:cubicBezTo>
                    <a:pt x="580" y="255"/>
                    <a:pt x="580" y="255"/>
                    <a:pt x="580" y="255"/>
                  </a:cubicBezTo>
                  <a:cubicBezTo>
                    <a:pt x="579" y="257"/>
                    <a:pt x="579" y="257"/>
                    <a:pt x="579" y="257"/>
                  </a:cubicBezTo>
                  <a:cubicBezTo>
                    <a:pt x="576" y="257"/>
                    <a:pt x="576" y="257"/>
                    <a:pt x="576" y="257"/>
                  </a:cubicBezTo>
                  <a:cubicBezTo>
                    <a:pt x="574" y="261"/>
                    <a:pt x="574" y="261"/>
                    <a:pt x="574" y="261"/>
                  </a:cubicBezTo>
                  <a:cubicBezTo>
                    <a:pt x="576" y="264"/>
                    <a:pt x="576" y="264"/>
                    <a:pt x="576" y="264"/>
                  </a:cubicBezTo>
                  <a:cubicBezTo>
                    <a:pt x="580" y="267"/>
                    <a:pt x="580" y="267"/>
                    <a:pt x="580" y="267"/>
                  </a:cubicBezTo>
                  <a:cubicBezTo>
                    <a:pt x="581" y="272"/>
                    <a:pt x="581" y="272"/>
                    <a:pt x="581" y="272"/>
                  </a:cubicBezTo>
                  <a:cubicBezTo>
                    <a:pt x="578" y="275"/>
                    <a:pt x="578" y="275"/>
                    <a:pt x="578" y="275"/>
                  </a:cubicBezTo>
                  <a:cubicBezTo>
                    <a:pt x="575" y="279"/>
                    <a:pt x="575" y="279"/>
                    <a:pt x="575" y="279"/>
                  </a:cubicBezTo>
                  <a:cubicBezTo>
                    <a:pt x="575" y="282"/>
                    <a:pt x="575" y="282"/>
                    <a:pt x="575" y="282"/>
                  </a:cubicBezTo>
                  <a:cubicBezTo>
                    <a:pt x="577" y="283"/>
                    <a:pt x="577" y="283"/>
                    <a:pt x="577" y="283"/>
                  </a:cubicBezTo>
                  <a:cubicBezTo>
                    <a:pt x="579" y="284"/>
                    <a:pt x="579" y="284"/>
                    <a:pt x="579" y="284"/>
                  </a:cubicBezTo>
                  <a:cubicBezTo>
                    <a:pt x="578" y="289"/>
                    <a:pt x="578" y="289"/>
                    <a:pt x="578" y="289"/>
                  </a:cubicBezTo>
                  <a:cubicBezTo>
                    <a:pt x="579" y="293"/>
                    <a:pt x="579" y="293"/>
                    <a:pt x="579" y="293"/>
                  </a:cubicBezTo>
                  <a:cubicBezTo>
                    <a:pt x="577" y="297"/>
                    <a:pt x="577" y="297"/>
                    <a:pt x="577" y="297"/>
                  </a:cubicBezTo>
                  <a:cubicBezTo>
                    <a:pt x="573" y="298"/>
                    <a:pt x="573" y="298"/>
                    <a:pt x="573" y="298"/>
                  </a:cubicBezTo>
                  <a:cubicBezTo>
                    <a:pt x="572" y="300"/>
                    <a:pt x="572" y="300"/>
                    <a:pt x="572" y="300"/>
                  </a:cubicBezTo>
                  <a:cubicBezTo>
                    <a:pt x="573" y="304"/>
                    <a:pt x="573" y="304"/>
                    <a:pt x="573" y="304"/>
                  </a:cubicBezTo>
                  <a:cubicBezTo>
                    <a:pt x="573" y="308"/>
                    <a:pt x="573" y="308"/>
                    <a:pt x="573" y="308"/>
                  </a:cubicBezTo>
                  <a:cubicBezTo>
                    <a:pt x="577" y="309"/>
                    <a:pt x="577" y="309"/>
                    <a:pt x="577" y="309"/>
                  </a:cubicBezTo>
                  <a:cubicBezTo>
                    <a:pt x="578" y="308"/>
                    <a:pt x="578" y="308"/>
                    <a:pt x="578" y="308"/>
                  </a:cubicBezTo>
                  <a:cubicBezTo>
                    <a:pt x="581" y="308"/>
                    <a:pt x="581" y="308"/>
                    <a:pt x="581" y="308"/>
                  </a:cubicBezTo>
                  <a:cubicBezTo>
                    <a:pt x="583" y="312"/>
                    <a:pt x="583" y="312"/>
                    <a:pt x="583" y="312"/>
                  </a:cubicBezTo>
                  <a:cubicBezTo>
                    <a:pt x="584" y="317"/>
                    <a:pt x="584" y="317"/>
                    <a:pt x="584" y="317"/>
                  </a:cubicBezTo>
                  <a:cubicBezTo>
                    <a:pt x="587" y="321"/>
                    <a:pt x="587" y="321"/>
                    <a:pt x="587" y="321"/>
                  </a:cubicBezTo>
                  <a:cubicBezTo>
                    <a:pt x="586" y="324"/>
                    <a:pt x="586" y="324"/>
                    <a:pt x="586" y="324"/>
                  </a:cubicBezTo>
                  <a:cubicBezTo>
                    <a:pt x="582" y="325"/>
                    <a:pt x="582" y="325"/>
                    <a:pt x="582" y="325"/>
                  </a:cubicBezTo>
                  <a:cubicBezTo>
                    <a:pt x="578" y="330"/>
                    <a:pt x="578" y="330"/>
                    <a:pt x="578" y="330"/>
                  </a:cubicBezTo>
                  <a:cubicBezTo>
                    <a:pt x="574" y="331"/>
                    <a:pt x="574" y="331"/>
                    <a:pt x="574" y="331"/>
                  </a:cubicBezTo>
                  <a:cubicBezTo>
                    <a:pt x="573" y="330"/>
                    <a:pt x="573" y="330"/>
                    <a:pt x="573" y="330"/>
                  </a:cubicBezTo>
                  <a:cubicBezTo>
                    <a:pt x="573" y="326"/>
                    <a:pt x="573" y="326"/>
                    <a:pt x="573" y="326"/>
                  </a:cubicBezTo>
                  <a:cubicBezTo>
                    <a:pt x="574" y="323"/>
                    <a:pt x="574" y="323"/>
                    <a:pt x="574" y="323"/>
                  </a:cubicBezTo>
                  <a:cubicBezTo>
                    <a:pt x="573" y="321"/>
                    <a:pt x="573" y="321"/>
                    <a:pt x="573" y="321"/>
                  </a:cubicBezTo>
                  <a:cubicBezTo>
                    <a:pt x="571" y="319"/>
                    <a:pt x="571" y="319"/>
                    <a:pt x="571" y="319"/>
                  </a:cubicBezTo>
                  <a:cubicBezTo>
                    <a:pt x="568" y="319"/>
                    <a:pt x="568" y="319"/>
                    <a:pt x="568" y="319"/>
                  </a:cubicBezTo>
                  <a:cubicBezTo>
                    <a:pt x="566" y="321"/>
                    <a:pt x="566" y="321"/>
                    <a:pt x="566" y="321"/>
                  </a:cubicBezTo>
                  <a:cubicBezTo>
                    <a:pt x="566" y="325"/>
                    <a:pt x="566" y="325"/>
                    <a:pt x="566" y="325"/>
                  </a:cubicBezTo>
                  <a:cubicBezTo>
                    <a:pt x="565" y="328"/>
                    <a:pt x="565" y="328"/>
                    <a:pt x="565" y="328"/>
                  </a:cubicBezTo>
                  <a:cubicBezTo>
                    <a:pt x="561" y="330"/>
                    <a:pt x="561" y="330"/>
                    <a:pt x="561" y="330"/>
                  </a:cubicBezTo>
                  <a:cubicBezTo>
                    <a:pt x="558" y="328"/>
                    <a:pt x="558" y="328"/>
                    <a:pt x="558" y="328"/>
                  </a:cubicBezTo>
                  <a:cubicBezTo>
                    <a:pt x="556" y="325"/>
                    <a:pt x="556" y="325"/>
                    <a:pt x="556" y="325"/>
                  </a:cubicBezTo>
                  <a:cubicBezTo>
                    <a:pt x="553" y="323"/>
                    <a:pt x="553" y="323"/>
                    <a:pt x="553" y="323"/>
                  </a:cubicBezTo>
                  <a:cubicBezTo>
                    <a:pt x="550" y="321"/>
                    <a:pt x="550" y="321"/>
                    <a:pt x="550" y="321"/>
                  </a:cubicBezTo>
                  <a:cubicBezTo>
                    <a:pt x="547" y="320"/>
                    <a:pt x="547" y="320"/>
                    <a:pt x="547" y="320"/>
                  </a:cubicBezTo>
                  <a:cubicBezTo>
                    <a:pt x="543" y="323"/>
                    <a:pt x="543" y="323"/>
                    <a:pt x="543" y="323"/>
                  </a:cubicBezTo>
                  <a:cubicBezTo>
                    <a:pt x="542" y="327"/>
                    <a:pt x="542" y="327"/>
                    <a:pt x="542" y="327"/>
                  </a:cubicBezTo>
                  <a:cubicBezTo>
                    <a:pt x="542" y="333"/>
                    <a:pt x="542" y="333"/>
                    <a:pt x="542" y="333"/>
                  </a:cubicBezTo>
                  <a:cubicBezTo>
                    <a:pt x="544" y="336"/>
                    <a:pt x="544" y="336"/>
                    <a:pt x="544" y="336"/>
                  </a:cubicBezTo>
                  <a:cubicBezTo>
                    <a:pt x="549" y="341"/>
                    <a:pt x="549" y="341"/>
                    <a:pt x="549" y="341"/>
                  </a:cubicBezTo>
                  <a:cubicBezTo>
                    <a:pt x="553" y="344"/>
                    <a:pt x="553" y="344"/>
                    <a:pt x="553" y="344"/>
                  </a:cubicBezTo>
                  <a:cubicBezTo>
                    <a:pt x="552" y="347"/>
                    <a:pt x="552" y="347"/>
                    <a:pt x="552" y="347"/>
                  </a:cubicBezTo>
                  <a:cubicBezTo>
                    <a:pt x="550" y="351"/>
                    <a:pt x="550" y="351"/>
                    <a:pt x="550" y="351"/>
                  </a:cubicBezTo>
                  <a:cubicBezTo>
                    <a:pt x="551" y="360"/>
                    <a:pt x="551" y="360"/>
                    <a:pt x="551" y="360"/>
                  </a:cubicBezTo>
                  <a:cubicBezTo>
                    <a:pt x="550" y="368"/>
                    <a:pt x="550" y="368"/>
                    <a:pt x="550" y="368"/>
                  </a:cubicBezTo>
                  <a:cubicBezTo>
                    <a:pt x="546" y="371"/>
                    <a:pt x="546" y="371"/>
                    <a:pt x="546" y="371"/>
                  </a:cubicBezTo>
                  <a:cubicBezTo>
                    <a:pt x="540" y="372"/>
                    <a:pt x="540" y="372"/>
                    <a:pt x="540" y="372"/>
                  </a:cubicBezTo>
                  <a:cubicBezTo>
                    <a:pt x="536" y="373"/>
                    <a:pt x="536" y="373"/>
                    <a:pt x="536" y="373"/>
                  </a:cubicBezTo>
                  <a:cubicBezTo>
                    <a:pt x="535" y="375"/>
                    <a:pt x="535" y="375"/>
                    <a:pt x="535" y="375"/>
                  </a:cubicBezTo>
                  <a:cubicBezTo>
                    <a:pt x="537" y="379"/>
                    <a:pt x="537" y="379"/>
                    <a:pt x="537" y="379"/>
                  </a:cubicBezTo>
                  <a:cubicBezTo>
                    <a:pt x="530" y="383"/>
                    <a:pt x="530" y="383"/>
                    <a:pt x="530" y="383"/>
                  </a:cubicBezTo>
                  <a:cubicBezTo>
                    <a:pt x="526" y="384"/>
                    <a:pt x="526" y="384"/>
                    <a:pt x="526" y="384"/>
                  </a:cubicBezTo>
                  <a:cubicBezTo>
                    <a:pt x="524" y="390"/>
                    <a:pt x="524" y="390"/>
                    <a:pt x="524" y="390"/>
                  </a:cubicBezTo>
                  <a:cubicBezTo>
                    <a:pt x="519" y="391"/>
                    <a:pt x="519" y="391"/>
                    <a:pt x="519" y="391"/>
                  </a:cubicBezTo>
                  <a:cubicBezTo>
                    <a:pt x="516" y="389"/>
                    <a:pt x="516" y="389"/>
                    <a:pt x="516" y="389"/>
                  </a:cubicBezTo>
                  <a:cubicBezTo>
                    <a:pt x="512" y="386"/>
                    <a:pt x="512" y="386"/>
                    <a:pt x="512" y="386"/>
                  </a:cubicBezTo>
                  <a:cubicBezTo>
                    <a:pt x="507" y="386"/>
                    <a:pt x="507" y="386"/>
                    <a:pt x="507" y="386"/>
                  </a:cubicBezTo>
                  <a:cubicBezTo>
                    <a:pt x="502" y="386"/>
                    <a:pt x="502" y="386"/>
                    <a:pt x="502" y="386"/>
                  </a:cubicBezTo>
                  <a:cubicBezTo>
                    <a:pt x="499" y="387"/>
                    <a:pt x="499" y="387"/>
                    <a:pt x="499" y="387"/>
                  </a:cubicBezTo>
                  <a:cubicBezTo>
                    <a:pt x="498" y="390"/>
                    <a:pt x="498" y="390"/>
                    <a:pt x="498" y="390"/>
                  </a:cubicBezTo>
                  <a:cubicBezTo>
                    <a:pt x="499" y="397"/>
                    <a:pt x="499" y="397"/>
                    <a:pt x="499" y="397"/>
                  </a:cubicBezTo>
                  <a:cubicBezTo>
                    <a:pt x="494" y="404"/>
                    <a:pt x="494" y="404"/>
                    <a:pt x="494" y="404"/>
                  </a:cubicBezTo>
                  <a:cubicBezTo>
                    <a:pt x="490" y="408"/>
                    <a:pt x="490" y="408"/>
                    <a:pt x="490" y="408"/>
                  </a:cubicBezTo>
                  <a:cubicBezTo>
                    <a:pt x="489" y="413"/>
                    <a:pt x="489" y="413"/>
                    <a:pt x="489" y="413"/>
                  </a:cubicBezTo>
                  <a:cubicBezTo>
                    <a:pt x="491" y="419"/>
                    <a:pt x="491" y="419"/>
                    <a:pt x="491" y="419"/>
                  </a:cubicBezTo>
                  <a:cubicBezTo>
                    <a:pt x="494" y="424"/>
                    <a:pt x="494" y="424"/>
                    <a:pt x="494" y="424"/>
                  </a:cubicBezTo>
                  <a:cubicBezTo>
                    <a:pt x="499" y="430"/>
                    <a:pt x="499" y="430"/>
                    <a:pt x="499" y="430"/>
                  </a:cubicBezTo>
                  <a:cubicBezTo>
                    <a:pt x="503" y="438"/>
                    <a:pt x="503" y="438"/>
                    <a:pt x="503" y="438"/>
                  </a:cubicBezTo>
                  <a:cubicBezTo>
                    <a:pt x="506" y="453"/>
                    <a:pt x="506" y="453"/>
                    <a:pt x="506" y="453"/>
                  </a:cubicBezTo>
                  <a:cubicBezTo>
                    <a:pt x="509" y="464"/>
                    <a:pt x="509" y="464"/>
                    <a:pt x="509" y="464"/>
                  </a:cubicBezTo>
                  <a:cubicBezTo>
                    <a:pt x="513" y="481"/>
                    <a:pt x="513" y="481"/>
                    <a:pt x="513" y="481"/>
                  </a:cubicBezTo>
                  <a:cubicBezTo>
                    <a:pt x="515" y="486"/>
                    <a:pt x="515" y="486"/>
                    <a:pt x="515" y="486"/>
                  </a:cubicBezTo>
                  <a:cubicBezTo>
                    <a:pt x="517" y="489"/>
                    <a:pt x="517" y="489"/>
                    <a:pt x="517" y="489"/>
                  </a:cubicBezTo>
                  <a:cubicBezTo>
                    <a:pt x="519" y="493"/>
                    <a:pt x="519" y="493"/>
                    <a:pt x="519" y="493"/>
                  </a:cubicBezTo>
                  <a:cubicBezTo>
                    <a:pt x="517" y="497"/>
                    <a:pt x="517" y="497"/>
                    <a:pt x="517" y="497"/>
                  </a:cubicBezTo>
                  <a:cubicBezTo>
                    <a:pt x="516" y="500"/>
                    <a:pt x="516" y="500"/>
                    <a:pt x="516" y="500"/>
                  </a:cubicBezTo>
                  <a:cubicBezTo>
                    <a:pt x="518" y="502"/>
                    <a:pt x="518" y="502"/>
                    <a:pt x="518" y="502"/>
                  </a:cubicBezTo>
                  <a:cubicBezTo>
                    <a:pt x="519" y="505"/>
                    <a:pt x="519" y="505"/>
                    <a:pt x="519" y="505"/>
                  </a:cubicBezTo>
                  <a:cubicBezTo>
                    <a:pt x="516" y="510"/>
                    <a:pt x="516" y="510"/>
                    <a:pt x="516" y="510"/>
                  </a:cubicBezTo>
                  <a:cubicBezTo>
                    <a:pt x="514" y="520"/>
                    <a:pt x="514" y="520"/>
                    <a:pt x="514" y="520"/>
                  </a:cubicBezTo>
                  <a:cubicBezTo>
                    <a:pt x="513" y="527"/>
                    <a:pt x="513" y="527"/>
                    <a:pt x="513" y="527"/>
                  </a:cubicBezTo>
                  <a:cubicBezTo>
                    <a:pt x="511" y="532"/>
                    <a:pt x="511" y="532"/>
                    <a:pt x="511" y="532"/>
                  </a:cubicBezTo>
                  <a:cubicBezTo>
                    <a:pt x="506" y="536"/>
                    <a:pt x="506" y="536"/>
                    <a:pt x="506" y="536"/>
                  </a:cubicBezTo>
                  <a:cubicBezTo>
                    <a:pt x="507" y="539"/>
                    <a:pt x="507" y="539"/>
                    <a:pt x="507" y="539"/>
                  </a:cubicBezTo>
                  <a:cubicBezTo>
                    <a:pt x="510" y="544"/>
                    <a:pt x="510" y="544"/>
                    <a:pt x="510" y="544"/>
                  </a:cubicBezTo>
                  <a:cubicBezTo>
                    <a:pt x="511" y="553"/>
                    <a:pt x="511" y="553"/>
                    <a:pt x="511" y="553"/>
                  </a:cubicBezTo>
                  <a:cubicBezTo>
                    <a:pt x="510" y="557"/>
                    <a:pt x="510" y="557"/>
                    <a:pt x="510" y="557"/>
                  </a:cubicBezTo>
                  <a:cubicBezTo>
                    <a:pt x="507" y="562"/>
                    <a:pt x="507" y="562"/>
                    <a:pt x="507" y="562"/>
                  </a:cubicBezTo>
                  <a:cubicBezTo>
                    <a:pt x="508" y="564"/>
                    <a:pt x="508" y="564"/>
                    <a:pt x="508" y="564"/>
                  </a:cubicBezTo>
                  <a:cubicBezTo>
                    <a:pt x="512" y="570"/>
                    <a:pt x="512" y="570"/>
                    <a:pt x="512" y="570"/>
                  </a:cubicBezTo>
                  <a:cubicBezTo>
                    <a:pt x="514" y="573"/>
                    <a:pt x="514" y="573"/>
                    <a:pt x="514" y="573"/>
                  </a:cubicBezTo>
                  <a:cubicBezTo>
                    <a:pt x="512" y="577"/>
                    <a:pt x="512" y="577"/>
                    <a:pt x="512" y="577"/>
                  </a:cubicBezTo>
                  <a:cubicBezTo>
                    <a:pt x="506" y="580"/>
                    <a:pt x="506" y="580"/>
                    <a:pt x="506" y="580"/>
                  </a:cubicBezTo>
                  <a:cubicBezTo>
                    <a:pt x="503" y="583"/>
                    <a:pt x="503" y="583"/>
                    <a:pt x="503" y="583"/>
                  </a:cubicBezTo>
                  <a:cubicBezTo>
                    <a:pt x="503" y="586"/>
                    <a:pt x="503" y="586"/>
                    <a:pt x="503" y="586"/>
                  </a:cubicBezTo>
                  <a:cubicBezTo>
                    <a:pt x="507" y="589"/>
                    <a:pt x="507" y="589"/>
                    <a:pt x="507" y="589"/>
                  </a:cubicBezTo>
                  <a:cubicBezTo>
                    <a:pt x="511" y="593"/>
                    <a:pt x="511" y="593"/>
                    <a:pt x="511" y="593"/>
                  </a:cubicBezTo>
                  <a:cubicBezTo>
                    <a:pt x="513" y="599"/>
                    <a:pt x="513" y="599"/>
                    <a:pt x="513" y="599"/>
                  </a:cubicBezTo>
                  <a:cubicBezTo>
                    <a:pt x="515" y="608"/>
                    <a:pt x="515" y="608"/>
                    <a:pt x="515" y="608"/>
                  </a:cubicBezTo>
                  <a:cubicBezTo>
                    <a:pt x="516" y="613"/>
                    <a:pt x="516" y="613"/>
                    <a:pt x="516" y="613"/>
                  </a:cubicBezTo>
                  <a:cubicBezTo>
                    <a:pt x="509" y="619"/>
                    <a:pt x="509" y="619"/>
                    <a:pt x="509" y="619"/>
                  </a:cubicBezTo>
                  <a:cubicBezTo>
                    <a:pt x="505" y="623"/>
                    <a:pt x="505" y="623"/>
                    <a:pt x="505" y="623"/>
                  </a:cubicBezTo>
                  <a:cubicBezTo>
                    <a:pt x="501" y="624"/>
                    <a:pt x="501" y="624"/>
                    <a:pt x="501" y="624"/>
                  </a:cubicBezTo>
                  <a:cubicBezTo>
                    <a:pt x="497" y="620"/>
                    <a:pt x="497" y="620"/>
                    <a:pt x="497" y="620"/>
                  </a:cubicBezTo>
                  <a:cubicBezTo>
                    <a:pt x="495" y="615"/>
                    <a:pt x="495" y="615"/>
                    <a:pt x="495" y="615"/>
                  </a:cubicBezTo>
                  <a:cubicBezTo>
                    <a:pt x="489" y="615"/>
                    <a:pt x="489" y="615"/>
                    <a:pt x="489" y="615"/>
                  </a:cubicBezTo>
                  <a:cubicBezTo>
                    <a:pt x="484" y="615"/>
                    <a:pt x="484" y="615"/>
                    <a:pt x="484" y="615"/>
                  </a:cubicBezTo>
                  <a:cubicBezTo>
                    <a:pt x="482" y="620"/>
                    <a:pt x="482" y="620"/>
                    <a:pt x="482" y="620"/>
                  </a:cubicBezTo>
                  <a:cubicBezTo>
                    <a:pt x="478" y="623"/>
                    <a:pt x="478" y="623"/>
                    <a:pt x="478" y="623"/>
                  </a:cubicBezTo>
                  <a:cubicBezTo>
                    <a:pt x="473" y="621"/>
                    <a:pt x="473" y="621"/>
                    <a:pt x="473" y="621"/>
                  </a:cubicBezTo>
                  <a:cubicBezTo>
                    <a:pt x="470" y="620"/>
                    <a:pt x="470" y="620"/>
                    <a:pt x="470" y="620"/>
                  </a:cubicBezTo>
                  <a:cubicBezTo>
                    <a:pt x="461" y="619"/>
                    <a:pt x="461" y="619"/>
                    <a:pt x="461" y="619"/>
                  </a:cubicBezTo>
                  <a:cubicBezTo>
                    <a:pt x="455" y="619"/>
                    <a:pt x="455" y="619"/>
                    <a:pt x="455" y="619"/>
                  </a:cubicBezTo>
                  <a:cubicBezTo>
                    <a:pt x="452" y="622"/>
                    <a:pt x="452" y="622"/>
                    <a:pt x="452" y="622"/>
                  </a:cubicBezTo>
                  <a:cubicBezTo>
                    <a:pt x="448" y="630"/>
                    <a:pt x="448" y="630"/>
                    <a:pt x="448" y="630"/>
                  </a:cubicBezTo>
                  <a:cubicBezTo>
                    <a:pt x="437" y="636"/>
                    <a:pt x="437" y="636"/>
                    <a:pt x="437" y="636"/>
                  </a:cubicBezTo>
                  <a:cubicBezTo>
                    <a:pt x="426" y="637"/>
                    <a:pt x="426" y="637"/>
                    <a:pt x="426" y="637"/>
                  </a:cubicBezTo>
                  <a:cubicBezTo>
                    <a:pt x="420" y="636"/>
                    <a:pt x="420" y="636"/>
                    <a:pt x="420" y="636"/>
                  </a:cubicBezTo>
                  <a:cubicBezTo>
                    <a:pt x="416" y="638"/>
                    <a:pt x="416" y="638"/>
                    <a:pt x="416" y="638"/>
                  </a:cubicBezTo>
                  <a:cubicBezTo>
                    <a:pt x="412" y="643"/>
                    <a:pt x="412" y="643"/>
                    <a:pt x="412" y="643"/>
                  </a:cubicBezTo>
                  <a:cubicBezTo>
                    <a:pt x="408" y="647"/>
                    <a:pt x="408" y="647"/>
                    <a:pt x="408" y="647"/>
                  </a:cubicBezTo>
                  <a:cubicBezTo>
                    <a:pt x="404" y="652"/>
                    <a:pt x="404" y="652"/>
                    <a:pt x="404" y="652"/>
                  </a:cubicBezTo>
                  <a:cubicBezTo>
                    <a:pt x="404" y="656"/>
                    <a:pt x="404" y="656"/>
                    <a:pt x="404" y="656"/>
                  </a:cubicBezTo>
                  <a:cubicBezTo>
                    <a:pt x="401" y="656"/>
                    <a:pt x="399" y="656"/>
                    <a:pt x="398" y="656"/>
                  </a:cubicBezTo>
                  <a:cubicBezTo>
                    <a:pt x="396" y="655"/>
                    <a:pt x="391" y="653"/>
                    <a:pt x="389" y="652"/>
                  </a:cubicBezTo>
                  <a:cubicBezTo>
                    <a:pt x="387" y="650"/>
                    <a:pt x="384" y="647"/>
                    <a:pt x="382" y="645"/>
                  </a:cubicBezTo>
                  <a:cubicBezTo>
                    <a:pt x="381" y="643"/>
                    <a:pt x="379" y="640"/>
                    <a:pt x="378" y="638"/>
                  </a:cubicBezTo>
                  <a:cubicBezTo>
                    <a:pt x="376" y="636"/>
                    <a:pt x="372" y="633"/>
                    <a:pt x="370" y="631"/>
                  </a:cubicBezTo>
                  <a:cubicBezTo>
                    <a:pt x="367" y="629"/>
                    <a:pt x="358" y="627"/>
                    <a:pt x="354" y="626"/>
                  </a:cubicBezTo>
                  <a:cubicBezTo>
                    <a:pt x="352" y="625"/>
                    <a:pt x="348" y="622"/>
                    <a:pt x="346" y="621"/>
                  </a:cubicBezTo>
                  <a:cubicBezTo>
                    <a:pt x="344" y="620"/>
                    <a:pt x="338" y="620"/>
                    <a:pt x="336" y="620"/>
                  </a:cubicBezTo>
                  <a:cubicBezTo>
                    <a:pt x="334" y="620"/>
                    <a:pt x="329" y="620"/>
                    <a:pt x="327" y="620"/>
                  </a:cubicBezTo>
                  <a:cubicBezTo>
                    <a:pt x="325" y="620"/>
                    <a:pt x="323" y="618"/>
                    <a:pt x="321" y="617"/>
                  </a:cubicBezTo>
                  <a:cubicBezTo>
                    <a:pt x="319" y="617"/>
                    <a:pt x="314" y="617"/>
                    <a:pt x="312" y="616"/>
                  </a:cubicBezTo>
                  <a:cubicBezTo>
                    <a:pt x="309" y="615"/>
                    <a:pt x="303" y="612"/>
                    <a:pt x="300" y="612"/>
                  </a:cubicBezTo>
                  <a:cubicBezTo>
                    <a:pt x="299" y="611"/>
                    <a:pt x="296" y="611"/>
                    <a:pt x="294" y="611"/>
                  </a:cubicBezTo>
                  <a:cubicBezTo>
                    <a:pt x="293" y="612"/>
                    <a:pt x="291" y="613"/>
                    <a:pt x="290" y="614"/>
                  </a:cubicBezTo>
                  <a:cubicBezTo>
                    <a:pt x="287" y="615"/>
                    <a:pt x="282" y="618"/>
                    <a:pt x="280" y="620"/>
                  </a:cubicBezTo>
                  <a:cubicBezTo>
                    <a:pt x="278" y="620"/>
                    <a:pt x="276" y="622"/>
                    <a:pt x="274" y="621"/>
                  </a:cubicBezTo>
                  <a:cubicBezTo>
                    <a:pt x="273" y="621"/>
                    <a:pt x="272" y="621"/>
                    <a:pt x="271" y="620"/>
                  </a:cubicBezTo>
                  <a:cubicBezTo>
                    <a:pt x="270" y="619"/>
                    <a:pt x="268" y="617"/>
                    <a:pt x="267" y="616"/>
                  </a:cubicBezTo>
                  <a:cubicBezTo>
                    <a:pt x="266" y="615"/>
                    <a:pt x="265" y="612"/>
                    <a:pt x="265" y="610"/>
                  </a:cubicBezTo>
                  <a:cubicBezTo>
                    <a:pt x="265" y="609"/>
                    <a:pt x="267" y="607"/>
                    <a:pt x="267" y="606"/>
                  </a:cubicBezTo>
                  <a:cubicBezTo>
                    <a:pt x="266" y="604"/>
                    <a:pt x="264" y="603"/>
                    <a:pt x="263" y="602"/>
                  </a:cubicBezTo>
                  <a:cubicBezTo>
                    <a:pt x="262" y="601"/>
                    <a:pt x="260" y="601"/>
                    <a:pt x="259" y="600"/>
                  </a:cubicBezTo>
                  <a:cubicBezTo>
                    <a:pt x="258" y="600"/>
                    <a:pt x="258" y="597"/>
                    <a:pt x="257" y="596"/>
                  </a:cubicBezTo>
                  <a:cubicBezTo>
                    <a:pt x="256" y="596"/>
                    <a:pt x="253" y="595"/>
                    <a:pt x="252" y="596"/>
                  </a:cubicBezTo>
                  <a:cubicBezTo>
                    <a:pt x="251" y="596"/>
                    <a:pt x="250" y="598"/>
                    <a:pt x="250" y="599"/>
                  </a:cubicBezTo>
                  <a:cubicBezTo>
                    <a:pt x="250" y="601"/>
                    <a:pt x="252" y="602"/>
                    <a:pt x="253" y="603"/>
                  </a:cubicBezTo>
                  <a:cubicBezTo>
                    <a:pt x="254" y="604"/>
                    <a:pt x="256" y="606"/>
                    <a:pt x="257" y="607"/>
                  </a:cubicBezTo>
                  <a:cubicBezTo>
                    <a:pt x="257" y="609"/>
                    <a:pt x="256" y="612"/>
                    <a:pt x="255" y="613"/>
                  </a:cubicBezTo>
                  <a:cubicBezTo>
                    <a:pt x="254" y="613"/>
                    <a:pt x="251" y="612"/>
                    <a:pt x="250" y="611"/>
                  </a:cubicBezTo>
                  <a:cubicBezTo>
                    <a:pt x="249" y="610"/>
                    <a:pt x="247" y="608"/>
                    <a:pt x="247" y="607"/>
                  </a:cubicBezTo>
                  <a:cubicBezTo>
                    <a:pt x="246" y="606"/>
                    <a:pt x="247" y="604"/>
                    <a:pt x="246" y="603"/>
                  </a:cubicBezTo>
                  <a:cubicBezTo>
                    <a:pt x="245" y="602"/>
                    <a:pt x="242" y="602"/>
                    <a:pt x="241" y="601"/>
                  </a:cubicBezTo>
                  <a:cubicBezTo>
                    <a:pt x="240" y="600"/>
                    <a:pt x="239" y="596"/>
                    <a:pt x="238" y="595"/>
                  </a:cubicBezTo>
                  <a:cubicBezTo>
                    <a:pt x="238" y="594"/>
                    <a:pt x="239" y="592"/>
                    <a:pt x="239" y="591"/>
                  </a:cubicBezTo>
                  <a:cubicBezTo>
                    <a:pt x="239" y="590"/>
                    <a:pt x="240" y="588"/>
                    <a:pt x="239" y="587"/>
                  </a:cubicBezTo>
                  <a:cubicBezTo>
                    <a:pt x="238" y="586"/>
                    <a:pt x="236" y="586"/>
                    <a:pt x="235" y="586"/>
                  </a:cubicBezTo>
                  <a:cubicBezTo>
                    <a:pt x="234" y="586"/>
                    <a:pt x="232" y="585"/>
                    <a:pt x="231" y="584"/>
                  </a:cubicBezTo>
                  <a:cubicBezTo>
                    <a:pt x="230" y="583"/>
                    <a:pt x="230" y="581"/>
                    <a:pt x="229" y="580"/>
                  </a:cubicBezTo>
                  <a:cubicBezTo>
                    <a:pt x="228" y="579"/>
                    <a:pt x="226" y="577"/>
                    <a:pt x="225" y="578"/>
                  </a:cubicBezTo>
                  <a:cubicBezTo>
                    <a:pt x="224" y="578"/>
                    <a:pt x="224" y="582"/>
                    <a:pt x="223" y="584"/>
                  </a:cubicBezTo>
                  <a:cubicBezTo>
                    <a:pt x="223" y="585"/>
                    <a:pt x="221" y="587"/>
                    <a:pt x="220" y="587"/>
                  </a:cubicBezTo>
                  <a:cubicBezTo>
                    <a:pt x="220" y="587"/>
                    <a:pt x="219" y="586"/>
                    <a:pt x="219" y="585"/>
                  </a:cubicBezTo>
                  <a:cubicBezTo>
                    <a:pt x="219" y="584"/>
                    <a:pt x="220" y="583"/>
                    <a:pt x="220" y="582"/>
                  </a:cubicBezTo>
                  <a:cubicBezTo>
                    <a:pt x="220" y="581"/>
                    <a:pt x="219" y="579"/>
                    <a:pt x="218" y="578"/>
                  </a:cubicBezTo>
                  <a:cubicBezTo>
                    <a:pt x="217" y="577"/>
                    <a:pt x="215" y="575"/>
                    <a:pt x="213" y="575"/>
                  </a:cubicBezTo>
                  <a:cubicBezTo>
                    <a:pt x="212" y="574"/>
                    <a:pt x="208" y="574"/>
                    <a:pt x="207" y="575"/>
                  </a:cubicBezTo>
                  <a:cubicBezTo>
                    <a:pt x="206" y="575"/>
                    <a:pt x="206" y="576"/>
                    <a:pt x="206" y="577"/>
                  </a:cubicBezTo>
                  <a:cubicBezTo>
                    <a:pt x="206" y="578"/>
                    <a:pt x="208" y="580"/>
                    <a:pt x="209" y="580"/>
                  </a:cubicBezTo>
                  <a:cubicBezTo>
                    <a:pt x="209" y="580"/>
                    <a:pt x="208" y="583"/>
                    <a:pt x="207" y="584"/>
                  </a:cubicBezTo>
                  <a:cubicBezTo>
                    <a:pt x="206" y="585"/>
                    <a:pt x="203" y="584"/>
                    <a:pt x="201" y="584"/>
                  </a:cubicBezTo>
                  <a:cubicBezTo>
                    <a:pt x="200" y="584"/>
                    <a:pt x="196" y="583"/>
                    <a:pt x="195" y="584"/>
                  </a:cubicBezTo>
                  <a:cubicBezTo>
                    <a:pt x="193" y="584"/>
                    <a:pt x="190" y="586"/>
                    <a:pt x="188" y="587"/>
                  </a:cubicBezTo>
                  <a:cubicBezTo>
                    <a:pt x="187" y="588"/>
                    <a:pt x="186" y="591"/>
                    <a:pt x="186" y="592"/>
                  </a:cubicBezTo>
                  <a:cubicBezTo>
                    <a:pt x="186" y="593"/>
                    <a:pt x="187" y="596"/>
                    <a:pt x="186" y="598"/>
                  </a:cubicBezTo>
                  <a:cubicBezTo>
                    <a:pt x="185" y="599"/>
                    <a:pt x="182" y="600"/>
                    <a:pt x="181" y="601"/>
                  </a:cubicBezTo>
                  <a:cubicBezTo>
                    <a:pt x="180" y="601"/>
                    <a:pt x="178" y="601"/>
                    <a:pt x="178" y="602"/>
                  </a:cubicBezTo>
                  <a:cubicBezTo>
                    <a:pt x="176" y="603"/>
                    <a:pt x="175" y="607"/>
                    <a:pt x="175" y="609"/>
                  </a:cubicBezTo>
                  <a:cubicBezTo>
                    <a:pt x="175" y="610"/>
                    <a:pt x="177" y="613"/>
                    <a:pt x="177" y="614"/>
                  </a:cubicBezTo>
                  <a:cubicBezTo>
                    <a:pt x="178" y="615"/>
                    <a:pt x="179" y="618"/>
                    <a:pt x="180" y="618"/>
                  </a:cubicBezTo>
                  <a:cubicBezTo>
                    <a:pt x="182" y="620"/>
                    <a:pt x="187" y="620"/>
                    <a:pt x="189" y="620"/>
                  </a:cubicBezTo>
                  <a:cubicBezTo>
                    <a:pt x="191" y="620"/>
                    <a:pt x="194" y="620"/>
                    <a:pt x="195" y="619"/>
                  </a:cubicBezTo>
                  <a:cubicBezTo>
                    <a:pt x="196" y="618"/>
                    <a:pt x="196" y="615"/>
                    <a:pt x="197" y="615"/>
                  </a:cubicBezTo>
                  <a:cubicBezTo>
                    <a:pt x="198" y="614"/>
                    <a:pt x="201" y="614"/>
                    <a:pt x="203" y="614"/>
                  </a:cubicBezTo>
                  <a:cubicBezTo>
                    <a:pt x="204" y="614"/>
                    <a:pt x="207" y="613"/>
                    <a:pt x="208" y="613"/>
                  </a:cubicBezTo>
                  <a:cubicBezTo>
                    <a:pt x="210" y="612"/>
                    <a:pt x="214" y="612"/>
                    <a:pt x="215" y="613"/>
                  </a:cubicBezTo>
                  <a:cubicBezTo>
                    <a:pt x="217" y="613"/>
                    <a:pt x="219" y="615"/>
                    <a:pt x="220" y="616"/>
                  </a:cubicBezTo>
                  <a:cubicBezTo>
                    <a:pt x="221" y="617"/>
                    <a:pt x="221" y="619"/>
                    <a:pt x="221" y="620"/>
                  </a:cubicBezTo>
                  <a:cubicBezTo>
                    <a:pt x="220" y="621"/>
                    <a:pt x="217" y="622"/>
                    <a:pt x="216" y="623"/>
                  </a:cubicBezTo>
                  <a:cubicBezTo>
                    <a:pt x="216" y="624"/>
                    <a:pt x="217" y="626"/>
                    <a:pt x="216" y="627"/>
                  </a:cubicBezTo>
                  <a:cubicBezTo>
                    <a:pt x="216" y="628"/>
                    <a:pt x="214" y="631"/>
                    <a:pt x="213" y="632"/>
                  </a:cubicBezTo>
                  <a:cubicBezTo>
                    <a:pt x="212" y="633"/>
                    <a:pt x="209" y="636"/>
                    <a:pt x="208" y="636"/>
                  </a:cubicBezTo>
                  <a:cubicBezTo>
                    <a:pt x="207" y="636"/>
                    <a:pt x="206" y="634"/>
                    <a:pt x="206" y="633"/>
                  </a:cubicBezTo>
                  <a:cubicBezTo>
                    <a:pt x="205" y="632"/>
                    <a:pt x="205" y="628"/>
                    <a:pt x="204" y="627"/>
                  </a:cubicBezTo>
                  <a:cubicBezTo>
                    <a:pt x="204" y="627"/>
                    <a:pt x="202" y="626"/>
                    <a:pt x="202" y="626"/>
                  </a:cubicBezTo>
                  <a:cubicBezTo>
                    <a:pt x="200" y="625"/>
                    <a:pt x="197" y="626"/>
                    <a:pt x="195" y="627"/>
                  </a:cubicBezTo>
                  <a:cubicBezTo>
                    <a:pt x="194" y="627"/>
                    <a:pt x="193" y="629"/>
                    <a:pt x="193" y="630"/>
                  </a:cubicBezTo>
                  <a:cubicBezTo>
                    <a:pt x="192" y="631"/>
                    <a:pt x="190" y="631"/>
                    <a:pt x="189" y="632"/>
                  </a:cubicBezTo>
                  <a:cubicBezTo>
                    <a:pt x="189" y="633"/>
                    <a:pt x="188" y="635"/>
                    <a:pt x="188" y="636"/>
                  </a:cubicBezTo>
                  <a:cubicBezTo>
                    <a:pt x="188" y="637"/>
                    <a:pt x="191" y="637"/>
                    <a:pt x="191" y="639"/>
                  </a:cubicBezTo>
                  <a:cubicBezTo>
                    <a:pt x="192" y="640"/>
                    <a:pt x="189" y="642"/>
                    <a:pt x="188" y="643"/>
                  </a:cubicBezTo>
                  <a:cubicBezTo>
                    <a:pt x="187" y="644"/>
                    <a:pt x="183" y="645"/>
                    <a:pt x="182" y="645"/>
                  </a:cubicBezTo>
                  <a:cubicBezTo>
                    <a:pt x="180" y="645"/>
                    <a:pt x="177" y="643"/>
                    <a:pt x="175" y="643"/>
                  </a:cubicBezTo>
                  <a:cubicBezTo>
                    <a:pt x="172" y="642"/>
                    <a:pt x="166" y="644"/>
                    <a:pt x="163" y="644"/>
                  </a:cubicBezTo>
                  <a:cubicBezTo>
                    <a:pt x="161" y="643"/>
                    <a:pt x="158" y="642"/>
                    <a:pt x="156" y="640"/>
                  </a:cubicBezTo>
                  <a:cubicBezTo>
                    <a:pt x="155" y="639"/>
                    <a:pt x="154" y="636"/>
                    <a:pt x="154" y="634"/>
                  </a:cubicBezTo>
                  <a:cubicBezTo>
                    <a:pt x="153" y="633"/>
                    <a:pt x="152" y="631"/>
                    <a:pt x="151" y="630"/>
                  </a:cubicBezTo>
                  <a:cubicBezTo>
                    <a:pt x="150" y="629"/>
                    <a:pt x="148" y="630"/>
                    <a:pt x="147" y="629"/>
                  </a:cubicBezTo>
                  <a:cubicBezTo>
                    <a:pt x="145" y="629"/>
                    <a:pt x="142" y="628"/>
                    <a:pt x="141" y="628"/>
                  </a:cubicBezTo>
                  <a:cubicBezTo>
                    <a:pt x="139" y="628"/>
                    <a:pt x="135" y="628"/>
                    <a:pt x="133" y="629"/>
                  </a:cubicBezTo>
                  <a:cubicBezTo>
                    <a:pt x="132" y="629"/>
                    <a:pt x="130" y="630"/>
                    <a:pt x="129" y="631"/>
                  </a:cubicBezTo>
                  <a:cubicBezTo>
                    <a:pt x="127" y="632"/>
                    <a:pt x="124" y="635"/>
                    <a:pt x="122" y="635"/>
                  </a:cubicBezTo>
                  <a:cubicBezTo>
                    <a:pt x="121" y="636"/>
                    <a:pt x="117" y="635"/>
                    <a:pt x="115" y="636"/>
                  </a:cubicBezTo>
                  <a:cubicBezTo>
                    <a:pt x="114" y="636"/>
                    <a:pt x="114" y="639"/>
                    <a:pt x="113" y="640"/>
                  </a:cubicBezTo>
                  <a:cubicBezTo>
                    <a:pt x="113" y="641"/>
                    <a:pt x="111" y="643"/>
                    <a:pt x="110" y="644"/>
                  </a:cubicBezTo>
                  <a:cubicBezTo>
                    <a:pt x="108" y="645"/>
                    <a:pt x="105" y="645"/>
                    <a:pt x="103" y="645"/>
                  </a:cubicBezTo>
                  <a:cubicBezTo>
                    <a:pt x="100" y="646"/>
                    <a:pt x="94" y="646"/>
                    <a:pt x="92" y="646"/>
                  </a:cubicBezTo>
                  <a:cubicBezTo>
                    <a:pt x="90" y="646"/>
                    <a:pt x="87" y="647"/>
                    <a:pt x="86" y="647"/>
                  </a:cubicBezTo>
                  <a:cubicBezTo>
                    <a:pt x="84" y="647"/>
                    <a:pt x="80" y="648"/>
                    <a:pt x="79" y="647"/>
                  </a:cubicBezTo>
                  <a:cubicBezTo>
                    <a:pt x="78" y="646"/>
                    <a:pt x="77" y="644"/>
                    <a:pt x="77" y="643"/>
                  </a:cubicBezTo>
                  <a:cubicBezTo>
                    <a:pt x="77" y="642"/>
                    <a:pt x="77" y="639"/>
                    <a:pt x="77" y="638"/>
                  </a:cubicBezTo>
                  <a:cubicBezTo>
                    <a:pt x="77" y="637"/>
                    <a:pt x="77" y="635"/>
                    <a:pt x="76" y="634"/>
                  </a:cubicBezTo>
                  <a:cubicBezTo>
                    <a:pt x="75" y="633"/>
                    <a:pt x="72" y="634"/>
                    <a:pt x="71" y="634"/>
                  </a:cubicBezTo>
                  <a:cubicBezTo>
                    <a:pt x="69" y="634"/>
                    <a:pt x="65" y="633"/>
                    <a:pt x="64" y="633"/>
                  </a:cubicBezTo>
                  <a:cubicBezTo>
                    <a:pt x="63" y="633"/>
                    <a:pt x="61" y="634"/>
                    <a:pt x="60" y="634"/>
                  </a:cubicBezTo>
                  <a:cubicBezTo>
                    <a:pt x="59" y="635"/>
                    <a:pt x="59" y="638"/>
                    <a:pt x="58" y="639"/>
                  </a:cubicBezTo>
                  <a:cubicBezTo>
                    <a:pt x="57" y="640"/>
                    <a:pt x="55" y="641"/>
                    <a:pt x="54" y="641"/>
                  </a:cubicBezTo>
                  <a:cubicBezTo>
                    <a:pt x="51" y="642"/>
                    <a:pt x="47" y="642"/>
                    <a:pt x="45" y="643"/>
                  </a:cubicBezTo>
                  <a:cubicBezTo>
                    <a:pt x="43" y="644"/>
                    <a:pt x="39" y="646"/>
                    <a:pt x="37" y="647"/>
                  </a:cubicBezTo>
                  <a:cubicBezTo>
                    <a:pt x="35" y="647"/>
                    <a:pt x="32" y="648"/>
                    <a:pt x="31" y="648"/>
                  </a:cubicBezTo>
                  <a:cubicBezTo>
                    <a:pt x="29" y="647"/>
                    <a:pt x="27" y="646"/>
                    <a:pt x="26" y="645"/>
                  </a:cubicBezTo>
                  <a:cubicBezTo>
                    <a:pt x="25" y="644"/>
                    <a:pt x="24" y="642"/>
                    <a:pt x="23" y="641"/>
                  </a:cubicBezTo>
                  <a:cubicBezTo>
                    <a:pt x="23" y="640"/>
                    <a:pt x="23" y="638"/>
                    <a:pt x="23" y="637"/>
                  </a:cubicBezTo>
                  <a:cubicBezTo>
                    <a:pt x="24" y="636"/>
                    <a:pt x="26" y="636"/>
                    <a:pt x="26" y="636"/>
                  </a:cubicBezTo>
                  <a:cubicBezTo>
                    <a:pt x="27" y="636"/>
                    <a:pt x="29" y="636"/>
                    <a:pt x="30" y="635"/>
                  </a:cubicBezTo>
                  <a:cubicBezTo>
                    <a:pt x="30" y="635"/>
                    <a:pt x="32" y="635"/>
                    <a:pt x="32" y="634"/>
                  </a:cubicBezTo>
                  <a:cubicBezTo>
                    <a:pt x="33" y="634"/>
                    <a:pt x="33" y="632"/>
                    <a:pt x="33" y="632"/>
                  </a:cubicBezTo>
                  <a:cubicBezTo>
                    <a:pt x="32" y="631"/>
                    <a:pt x="30" y="631"/>
                    <a:pt x="29" y="631"/>
                  </a:cubicBezTo>
                  <a:cubicBezTo>
                    <a:pt x="28" y="630"/>
                    <a:pt x="26" y="630"/>
                    <a:pt x="25" y="630"/>
                  </a:cubicBezTo>
                  <a:cubicBezTo>
                    <a:pt x="24" y="631"/>
                    <a:pt x="22" y="632"/>
                    <a:pt x="21" y="632"/>
                  </a:cubicBezTo>
                  <a:cubicBezTo>
                    <a:pt x="19" y="633"/>
                    <a:pt x="16" y="632"/>
                    <a:pt x="15" y="632"/>
                  </a:cubicBezTo>
                  <a:cubicBezTo>
                    <a:pt x="15" y="631"/>
                    <a:pt x="14" y="631"/>
                    <a:pt x="13" y="630"/>
                  </a:cubicBezTo>
                  <a:cubicBezTo>
                    <a:pt x="13" y="629"/>
                    <a:pt x="13" y="627"/>
                    <a:pt x="13" y="626"/>
                  </a:cubicBezTo>
                  <a:cubicBezTo>
                    <a:pt x="13" y="624"/>
                    <a:pt x="13" y="621"/>
                    <a:pt x="12" y="619"/>
                  </a:cubicBezTo>
                  <a:cubicBezTo>
                    <a:pt x="11" y="617"/>
                    <a:pt x="7" y="615"/>
                    <a:pt x="5" y="613"/>
                  </a:cubicBezTo>
                  <a:cubicBezTo>
                    <a:pt x="4" y="612"/>
                    <a:pt x="1" y="608"/>
                    <a:pt x="1" y="605"/>
                  </a:cubicBezTo>
                  <a:cubicBezTo>
                    <a:pt x="0" y="603"/>
                    <a:pt x="1" y="598"/>
                    <a:pt x="1" y="596"/>
                  </a:cubicBezTo>
                  <a:cubicBezTo>
                    <a:pt x="2" y="595"/>
                    <a:pt x="3" y="593"/>
                    <a:pt x="4" y="592"/>
                  </a:cubicBezTo>
                  <a:cubicBezTo>
                    <a:pt x="5" y="590"/>
                    <a:pt x="8" y="588"/>
                    <a:pt x="8" y="587"/>
                  </a:cubicBezTo>
                  <a:cubicBezTo>
                    <a:pt x="9" y="586"/>
                    <a:pt x="8" y="583"/>
                    <a:pt x="7" y="582"/>
                  </a:cubicBezTo>
                  <a:cubicBezTo>
                    <a:pt x="7" y="580"/>
                    <a:pt x="6" y="576"/>
                    <a:pt x="6" y="575"/>
                  </a:cubicBezTo>
                  <a:cubicBezTo>
                    <a:pt x="6" y="573"/>
                    <a:pt x="5" y="569"/>
                    <a:pt x="5" y="567"/>
                  </a:cubicBezTo>
                  <a:cubicBezTo>
                    <a:pt x="6" y="564"/>
                    <a:pt x="8" y="561"/>
                    <a:pt x="9" y="559"/>
                  </a:cubicBezTo>
                  <a:cubicBezTo>
                    <a:pt x="10" y="557"/>
                    <a:pt x="12" y="555"/>
                    <a:pt x="12" y="554"/>
                  </a:cubicBezTo>
                  <a:cubicBezTo>
                    <a:pt x="13" y="552"/>
                    <a:pt x="11" y="548"/>
                    <a:pt x="11" y="546"/>
                  </a:cubicBezTo>
                  <a:cubicBezTo>
                    <a:pt x="11" y="544"/>
                    <a:pt x="13" y="541"/>
                    <a:pt x="13" y="539"/>
                  </a:cubicBezTo>
                  <a:cubicBezTo>
                    <a:pt x="14" y="536"/>
                    <a:pt x="16" y="531"/>
                    <a:pt x="17" y="529"/>
                  </a:cubicBezTo>
                  <a:cubicBezTo>
                    <a:pt x="18" y="527"/>
                    <a:pt x="20" y="524"/>
                    <a:pt x="21" y="522"/>
                  </a:cubicBezTo>
                  <a:cubicBezTo>
                    <a:pt x="22" y="521"/>
                    <a:pt x="24" y="518"/>
                    <a:pt x="25" y="516"/>
                  </a:cubicBezTo>
                  <a:cubicBezTo>
                    <a:pt x="25" y="514"/>
                    <a:pt x="23" y="511"/>
                    <a:pt x="23" y="510"/>
                  </a:cubicBezTo>
                  <a:cubicBezTo>
                    <a:pt x="22" y="508"/>
                    <a:pt x="19" y="506"/>
                    <a:pt x="19" y="505"/>
                  </a:cubicBezTo>
                  <a:cubicBezTo>
                    <a:pt x="18" y="503"/>
                    <a:pt x="17" y="499"/>
                    <a:pt x="17" y="497"/>
                  </a:cubicBezTo>
                  <a:cubicBezTo>
                    <a:pt x="17" y="492"/>
                    <a:pt x="17" y="483"/>
                    <a:pt x="18" y="479"/>
                  </a:cubicBezTo>
                  <a:cubicBezTo>
                    <a:pt x="18" y="477"/>
                    <a:pt x="20" y="472"/>
                    <a:pt x="21" y="469"/>
                  </a:cubicBezTo>
                  <a:cubicBezTo>
                    <a:pt x="22" y="468"/>
                    <a:pt x="23" y="465"/>
                    <a:pt x="24" y="463"/>
                  </a:cubicBezTo>
                  <a:cubicBezTo>
                    <a:pt x="24" y="461"/>
                    <a:pt x="27" y="458"/>
                    <a:pt x="28" y="456"/>
                  </a:cubicBezTo>
                  <a:cubicBezTo>
                    <a:pt x="29" y="453"/>
                    <a:pt x="32" y="448"/>
                    <a:pt x="34" y="445"/>
                  </a:cubicBezTo>
                  <a:cubicBezTo>
                    <a:pt x="35" y="443"/>
                    <a:pt x="38" y="439"/>
                    <a:pt x="39" y="437"/>
                  </a:cubicBezTo>
                  <a:cubicBezTo>
                    <a:pt x="40" y="435"/>
                    <a:pt x="40" y="432"/>
                    <a:pt x="40" y="430"/>
                  </a:cubicBezTo>
                  <a:cubicBezTo>
                    <a:pt x="41" y="429"/>
                    <a:pt x="41" y="425"/>
                    <a:pt x="42" y="423"/>
                  </a:cubicBezTo>
                  <a:cubicBezTo>
                    <a:pt x="42" y="422"/>
                    <a:pt x="44" y="419"/>
                    <a:pt x="46" y="418"/>
                  </a:cubicBezTo>
                  <a:cubicBezTo>
                    <a:pt x="47" y="417"/>
                    <a:pt x="50" y="416"/>
                    <a:pt x="51" y="415"/>
                  </a:cubicBezTo>
                  <a:cubicBezTo>
                    <a:pt x="52" y="415"/>
                    <a:pt x="53" y="414"/>
                    <a:pt x="53" y="413"/>
                  </a:cubicBezTo>
                  <a:cubicBezTo>
                    <a:pt x="54" y="412"/>
                    <a:pt x="53" y="409"/>
                    <a:pt x="52" y="408"/>
                  </a:cubicBezTo>
                  <a:cubicBezTo>
                    <a:pt x="52" y="406"/>
                    <a:pt x="51" y="404"/>
                    <a:pt x="51" y="403"/>
                  </a:cubicBezTo>
                  <a:cubicBezTo>
                    <a:pt x="51" y="402"/>
                    <a:pt x="50" y="399"/>
                    <a:pt x="51" y="398"/>
                  </a:cubicBezTo>
                  <a:cubicBezTo>
                    <a:pt x="51" y="395"/>
                    <a:pt x="54" y="391"/>
                    <a:pt x="55" y="388"/>
                  </a:cubicBezTo>
                  <a:cubicBezTo>
                    <a:pt x="56" y="386"/>
                    <a:pt x="57" y="382"/>
                    <a:pt x="58" y="380"/>
                  </a:cubicBezTo>
                  <a:cubicBezTo>
                    <a:pt x="59" y="378"/>
                    <a:pt x="61" y="374"/>
                    <a:pt x="62" y="371"/>
                  </a:cubicBezTo>
                  <a:cubicBezTo>
                    <a:pt x="63" y="369"/>
                    <a:pt x="65" y="363"/>
                    <a:pt x="66" y="360"/>
                  </a:cubicBezTo>
                  <a:cubicBezTo>
                    <a:pt x="67" y="358"/>
                    <a:pt x="67" y="354"/>
                    <a:pt x="67" y="352"/>
                  </a:cubicBezTo>
                  <a:cubicBezTo>
                    <a:pt x="67" y="351"/>
                    <a:pt x="66" y="347"/>
                    <a:pt x="66" y="345"/>
                  </a:cubicBezTo>
                  <a:cubicBezTo>
                    <a:pt x="66" y="344"/>
                    <a:pt x="66" y="341"/>
                    <a:pt x="66" y="339"/>
                  </a:cubicBezTo>
                  <a:cubicBezTo>
                    <a:pt x="66" y="338"/>
                    <a:pt x="66" y="336"/>
                    <a:pt x="67" y="335"/>
                  </a:cubicBezTo>
                  <a:cubicBezTo>
                    <a:pt x="68" y="334"/>
                    <a:pt x="70" y="334"/>
                    <a:pt x="70" y="333"/>
                  </a:cubicBezTo>
                  <a:cubicBezTo>
                    <a:pt x="71" y="332"/>
                    <a:pt x="73" y="330"/>
                    <a:pt x="74" y="328"/>
                  </a:cubicBezTo>
                  <a:cubicBezTo>
                    <a:pt x="74" y="327"/>
                    <a:pt x="73" y="323"/>
                    <a:pt x="74" y="321"/>
                  </a:cubicBezTo>
                  <a:cubicBezTo>
                    <a:pt x="74" y="320"/>
                    <a:pt x="75" y="318"/>
                    <a:pt x="76" y="318"/>
                  </a:cubicBezTo>
                  <a:cubicBezTo>
                    <a:pt x="77" y="317"/>
                    <a:pt x="79" y="317"/>
                    <a:pt x="80" y="316"/>
                  </a:cubicBezTo>
                  <a:cubicBezTo>
                    <a:pt x="82" y="316"/>
                    <a:pt x="87" y="315"/>
                    <a:pt x="89" y="313"/>
                  </a:cubicBezTo>
                  <a:cubicBezTo>
                    <a:pt x="90" y="313"/>
                    <a:pt x="91" y="311"/>
                    <a:pt x="92" y="310"/>
                  </a:cubicBezTo>
                  <a:cubicBezTo>
                    <a:pt x="93" y="309"/>
                    <a:pt x="94" y="308"/>
                    <a:pt x="94" y="308"/>
                  </a:cubicBezTo>
                  <a:cubicBezTo>
                    <a:pt x="95" y="306"/>
                    <a:pt x="96" y="304"/>
                    <a:pt x="96" y="302"/>
                  </a:cubicBezTo>
                  <a:cubicBezTo>
                    <a:pt x="97" y="301"/>
                    <a:pt x="98" y="297"/>
                    <a:pt x="99" y="295"/>
                  </a:cubicBezTo>
                  <a:cubicBezTo>
                    <a:pt x="100" y="294"/>
                    <a:pt x="101" y="292"/>
                    <a:pt x="102" y="291"/>
                  </a:cubicBezTo>
                  <a:cubicBezTo>
                    <a:pt x="103" y="291"/>
                    <a:pt x="105" y="291"/>
                    <a:pt x="105" y="290"/>
                  </a:cubicBezTo>
                  <a:cubicBezTo>
                    <a:pt x="107" y="290"/>
                    <a:pt x="111" y="288"/>
                    <a:pt x="112" y="287"/>
                  </a:cubicBezTo>
                  <a:cubicBezTo>
                    <a:pt x="113" y="286"/>
                    <a:pt x="114" y="284"/>
                    <a:pt x="115" y="283"/>
                  </a:cubicBezTo>
                  <a:cubicBezTo>
                    <a:pt x="115" y="283"/>
                    <a:pt x="117" y="282"/>
                    <a:pt x="118" y="282"/>
                  </a:cubicBezTo>
                  <a:cubicBezTo>
                    <a:pt x="120" y="282"/>
                    <a:pt x="123" y="282"/>
                    <a:pt x="124" y="281"/>
                  </a:cubicBezTo>
                  <a:cubicBezTo>
                    <a:pt x="125" y="281"/>
                    <a:pt x="126" y="280"/>
                    <a:pt x="127" y="279"/>
                  </a:cubicBezTo>
                  <a:cubicBezTo>
                    <a:pt x="127" y="277"/>
                    <a:pt x="127" y="274"/>
                    <a:pt x="127" y="272"/>
                  </a:cubicBezTo>
                  <a:cubicBezTo>
                    <a:pt x="127" y="270"/>
                    <a:pt x="127" y="267"/>
                    <a:pt x="127" y="266"/>
                  </a:cubicBezTo>
                  <a:cubicBezTo>
                    <a:pt x="128" y="264"/>
                    <a:pt x="130" y="261"/>
                    <a:pt x="131" y="260"/>
                  </a:cubicBezTo>
                  <a:cubicBezTo>
                    <a:pt x="132" y="258"/>
                    <a:pt x="135" y="254"/>
                    <a:pt x="136" y="253"/>
                  </a:cubicBezTo>
                  <a:cubicBezTo>
                    <a:pt x="137" y="251"/>
                    <a:pt x="139" y="247"/>
                    <a:pt x="140" y="245"/>
                  </a:cubicBezTo>
                  <a:cubicBezTo>
                    <a:pt x="141" y="244"/>
                    <a:pt x="143" y="242"/>
                    <a:pt x="144" y="241"/>
                  </a:cubicBezTo>
                  <a:cubicBezTo>
                    <a:pt x="145" y="240"/>
                    <a:pt x="148" y="239"/>
                    <a:pt x="149" y="238"/>
                  </a:cubicBezTo>
                  <a:cubicBezTo>
                    <a:pt x="150" y="237"/>
                    <a:pt x="152" y="236"/>
                    <a:pt x="153" y="235"/>
                  </a:cubicBezTo>
                  <a:cubicBezTo>
                    <a:pt x="153" y="234"/>
                    <a:pt x="155" y="234"/>
                    <a:pt x="155" y="233"/>
                  </a:cubicBezTo>
                  <a:cubicBezTo>
                    <a:pt x="157" y="232"/>
                    <a:pt x="157" y="232"/>
                    <a:pt x="157" y="232"/>
                  </a:cubicBezTo>
                  <a:cubicBezTo>
                    <a:pt x="162" y="226"/>
                    <a:pt x="162" y="226"/>
                    <a:pt x="162" y="226"/>
                  </a:cubicBezTo>
                  <a:cubicBezTo>
                    <a:pt x="169" y="219"/>
                    <a:pt x="169" y="219"/>
                    <a:pt x="169" y="219"/>
                  </a:cubicBezTo>
                  <a:cubicBezTo>
                    <a:pt x="169" y="213"/>
                    <a:pt x="169" y="213"/>
                    <a:pt x="169" y="213"/>
                  </a:cubicBezTo>
                  <a:cubicBezTo>
                    <a:pt x="171" y="206"/>
                    <a:pt x="171" y="206"/>
                    <a:pt x="171" y="206"/>
                  </a:cubicBezTo>
                  <a:cubicBezTo>
                    <a:pt x="176" y="201"/>
                    <a:pt x="176" y="201"/>
                    <a:pt x="176" y="201"/>
                  </a:cubicBezTo>
                  <a:cubicBezTo>
                    <a:pt x="180" y="198"/>
                    <a:pt x="180" y="198"/>
                    <a:pt x="180" y="198"/>
                  </a:cubicBezTo>
                  <a:cubicBezTo>
                    <a:pt x="182" y="192"/>
                    <a:pt x="182" y="192"/>
                    <a:pt x="182" y="192"/>
                  </a:cubicBezTo>
                  <a:cubicBezTo>
                    <a:pt x="181" y="187"/>
                    <a:pt x="181" y="187"/>
                    <a:pt x="181" y="187"/>
                  </a:cubicBezTo>
                  <a:cubicBezTo>
                    <a:pt x="182" y="182"/>
                    <a:pt x="182" y="182"/>
                    <a:pt x="182" y="182"/>
                  </a:cubicBezTo>
                  <a:cubicBezTo>
                    <a:pt x="183" y="177"/>
                    <a:pt x="183" y="177"/>
                    <a:pt x="183" y="177"/>
                  </a:cubicBezTo>
                  <a:cubicBezTo>
                    <a:pt x="185" y="169"/>
                    <a:pt x="185" y="169"/>
                    <a:pt x="185" y="169"/>
                  </a:cubicBezTo>
                  <a:cubicBezTo>
                    <a:pt x="190" y="166"/>
                    <a:pt x="190" y="166"/>
                    <a:pt x="190" y="166"/>
                  </a:cubicBezTo>
                  <a:cubicBezTo>
                    <a:pt x="190" y="163"/>
                    <a:pt x="190" y="163"/>
                    <a:pt x="190" y="163"/>
                  </a:cubicBezTo>
                  <a:cubicBezTo>
                    <a:pt x="187" y="161"/>
                    <a:pt x="187" y="161"/>
                    <a:pt x="187" y="161"/>
                  </a:cubicBezTo>
                  <a:cubicBezTo>
                    <a:pt x="187" y="157"/>
                    <a:pt x="187" y="157"/>
                    <a:pt x="187" y="157"/>
                  </a:cubicBezTo>
                  <a:cubicBezTo>
                    <a:pt x="191" y="155"/>
                    <a:pt x="191" y="155"/>
                    <a:pt x="191" y="155"/>
                  </a:cubicBezTo>
                  <a:cubicBezTo>
                    <a:pt x="194" y="151"/>
                    <a:pt x="194" y="151"/>
                    <a:pt x="194" y="151"/>
                  </a:cubicBezTo>
                  <a:cubicBezTo>
                    <a:pt x="198" y="149"/>
                    <a:pt x="198" y="149"/>
                    <a:pt x="198" y="149"/>
                  </a:cubicBezTo>
                  <a:cubicBezTo>
                    <a:pt x="204" y="146"/>
                    <a:pt x="204" y="146"/>
                    <a:pt x="204" y="146"/>
                  </a:cubicBezTo>
                  <a:cubicBezTo>
                    <a:pt x="206" y="142"/>
                    <a:pt x="206" y="142"/>
                    <a:pt x="206" y="142"/>
                  </a:cubicBezTo>
                  <a:cubicBezTo>
                    <a:pt x="205" y="137"/>
                    <a:pt x="205" y="137"/>
                    <a:pt x="205" y="137"/>
                  </a:cubicBezTo>
                  <a:cubicBezTo>
                    <a:pt x="202" y="135"/>
                    <a:pt x="202" y="135"/>
                    <a:pt x="202" y="135"/>
                  </a:cubicBezTo>
                  <a:cubicBezTo>
                    <a:pt x="202" y="130"/>
                    <a:pt x="202" y="130"/>
                    <a:pt x="202" y="130"/>
                  </a:cubicBezTo>
                  <a:cubicBezTo>
                    <a:pt x="204" y="126"/>
                    <a:pt x="204" y="126"/>
                    <a:pt x="204" y="126"/>
                  </a:cubicBezTo>
                  <a:cubicBezTo>
                    <a:pt x="207" y="123"/>
                    <a:pt x="207" y="123"/>
                    <a:pt x="207" y="123"/>
                  </a:cubicBezTo>
                  <a:cubicBezTo>
                    <a:pt x="209" y="119"/>
                    <a:pt x="209" y="119"/>
                    <a:pt x="209" y="119"/>
                  </a:cubicBezTo>
                  <a:cubicBezTo>
                    <a:pt x="207" y="116"/>
                    <a:pt x="207" y="116"/>
                    <a:pt x="207" y="116"/>
                  </a:cubicBezTo>
                  <a:cubicBezTo>
                    <a:pt x="205" y="116"/>
                    <a:pt x="205" y="116"/>
                    <a:pt x="205" y="116"/>
                  </a:cubicBezTo>
                  <a:cubicBezTo>
                    <a:pt x="204" y="118"/>
                    <a:pt x="204" y="118"/>
                    <a:pt x="204" y="118"/>
                  </a:cubicBezTo>
                  <a:cubicBezTo>
                    <a:pt x="201" y="118"/>
                    <a:pt x="201" y="118"/>
                    <a:pt x="201" y="118"/>
                  </a:cubicBezTo>
                  <a:cubicBezTo>
                    <a:pt x="199" y="120"/>
                    <a:pt x="199" y="120"/>
                    <a:pt x="199" y="120"/>
                  </a:cubicBezTo>
                  <a:cubicBezTo>
                    <a:pt x="198" y="118"/>
                    <a:pt x="198" y="118"/>
                    <a:pt x="198" y="118"/>
                  </a:cubicBezTo>
                  <a:cubicBezTo>
                    <a:pt x="199" y="114"/>
                    <a:pt x="199" y="114"/>
                    <a:pt x="199" y="114"/>
                  </a:cubicBezTo>
                  <a:cubicBezTo>
                    <a:pt x="202" y="113"/>
                    <a:pt x="202" y="113"/>
                    <a:pt x="202" y="113"/>
                  </a:cubicBezTo>
                  <a:cubicBezTo>
                    <a:pt x="204" y="110"/>
                    <a:pt x="204" y="110"/>
                    <a:pt x="204" y="110"/>
                  </a:cubicBezTo>
                  <a:cubicBezTo>
                    <a:pt x="209" y="109"/>
                    <a:pt x="209" y="109"/>
                    <a:pt x="209" y="109"/>
                  </a:cubicBezTo>
                  <a:cubicBezTo>
                    <a:pt x="210" y="105"/>
                    <a:pt x="210" y="105"/>
                    <a:pt x="210" y="105"/>
                  </a:cubicBezTo>
                  <a:cubicBezTo>
                    <a:pt x="208" y="100"/>
                    <a:pt x="208" y="100"/>
                    <a:pt x="208" y="100"/>
                  </a:cubicBezTo>
                  <a:cubicBezTo>
                    <a:pt x="207" y="97"/>
                    <a:pt x="207" y="97"/>
                    <a:pt x="207" y="97"/>
                  </a:cubicBezTo>
                  <a:cubicBezTo>
                    <a:pt x="205" y="95"/>
                    <a:pt x="205" y="95"/>
                    <a:pt x="205" y="95"/>
                  </a:cubicBezTo>
                  <a:cubicBezTo>
                    <a:pt x="202" y="95"/>
                    <a:pt x="202" y="95"/>
                    <a:pt x="202" y="95"/>
                  </a:cubicBezTo>
                  <a:cubicBezTo>
                    <a:pt x="200" y="93"/>
                    <a:pt x="200" y="93"/>
                    <a:pt x="200" y="93"/>
                  </a:cubicBezTo>
                  <a:cubicBezTo>
                    <a:pt x="201" y="88"/>
                    <a:pt x="201" y="88"/>
                    <a:pt x="201" y="88"/>
                  </a:cubicBezTo>
                  <a:cubicBezTo>
                    <a:pt x="201" y="83"/>
                    <a:pt x="201" y="83"/>
                    <a:pt x="201" y="83"/>
                  </a:cubicBezTo>
                  <a:cubicBezTo>
                    <a:pt x="200" y="75"/>
                    <a:pt x="200" y="75"/>
                    <a:pt x="200" y="75"/>
                  </a:cubicBezTo>
                  <a:cubicBezTo>
                    <a:pt x="198" y="67"/>
                    <a:pt x="198" y="67"/>
                    <a:pt x="198" y="67"/>
                  </a:cubicBezTo>
                  <a:cubicBezTo>
                    <a:pt x="198" y="60"/>
                    <a:pt x="198" y="60"/>
                    <a:pt x="198" y="60"/>
                  </a:cubicBezTo>
                  <a:cubicBezTo>
                    <a:pt x="197" y="56"/>
                    <a:pt x="197" y="56"/>
                    <a:pt x="197" y="56"/>
                  </a:cubicBezTo>
                  <a:cubicBezTo>
                    <a:pt x="199" y="56"/>
                    <a:pt x="199" y="56"/>
                    <a:pt x="199" y="56"/>
                  </a:cubicBezTo>
                  <a:cubicBezTo>
                    <a:pt x="202" y="53"/>
                    <a:pt x="202" y="53"/>
                    <a:pt x="202" y="53"/>
                  </a:cubicBezTo>
                  <a:cubicBezTo>
                    <a:pt x="206" y="52"/>
                    <a:pt x="206" y="52"/>
                    <a:pt x="206" y="52"/>
                  </a:cubicBezTo>
                  <a:cubicBezTo>
                    <a:pt x="208" y="57"/>
                    <a:pt x="208" y="57"/>
                    <a:pt x="208" y="57"/>
                  </a:cubicBezTo>
                  <a:cubicBezTo>
                    <a:pt x="210" y="62"/>
                    <a:pt x="210" y="62"/>
                    <a:pt x="210" y="62"/>
                  </a:cubicBezTo>
                  <a:cubicBezTo>
                    <a:pt x="214" y="64"/>
                    <a:pt x="214" y="64"/>
                    <a:pt x="214" y="64"/>
                  </a:cubicBezTo>
                  <a:cubicBezTo>
                    <a:pt x="217" y="69"/>
                    <a:pt x="217" y="69"/>
                    <a:pt x="217" y="69"/>
                  </a:cubicBezTo>
                  <a:cubicBezTo>
                    <a:pt x="218" y="74"/>
                    <a:pt x="218" y="74"/>
                    <a:pt x="218" y="74"/>
                  </a:cubicBezTo>
                  <a:cubicBezTo>
                    <a:pt x="220" y="76"/>
                    <a:pt x="220" y="76"/>
                    <a:pt x="220" y="76"/>
                  </a:cubicBezTo>
                  <a:cubicBezTo>
                    <a:pt x="225" y="75"/>
                    <a:pt x="225" y="75"/>
                    <a:pt x="225" y="75"/>
                  </a:cubicBezTo>
                  <a:cubicBezTo>
                    <a:pt x="229" y="74"/>
                    <a:pt x="229" y="74"/>
                    <a:pt x="229" y="74"/>
                  </a:cubicBezTo>
                  <a:cubicBezTo>
                    <a:pt x="232" y="74"/>
                    <a:pt x="232" y="74"/>
                    <a:pt x="232" y="74"/>
                  </a:cubicBezTo>
                  <a:cubicBezTo>
                    <a:pt x="233" y="68"/>
                    <a:pt x="233" y="68"/>
                    <a:pt x="233" y="68"/>
                  </a:cubicBezTo>
                  <a:cubicBezTo>
                    <a:pt x="232" y="63"/>
                    <a:pt x="232" y="63"/>
                    <a:pt x="232" y="63"/>
                  </a:cubicBezTo>
                  <a:cubicBezTo>
                    <a:pt x="230" y="60"/>
                    <a:pt x="230" y="60"/>
                    <a:pt x="230" y="60"/>
                  </a:cubicBezTo>
                  <a:cubicBezTo>
                    <a:pt x="230" y="57"/>
                    <a:pt x="230" y="57"/>
                    <a:pt x="230" y="57"/>
                  </a:cubicBezTo>
                  <a:cubicBezTo>
                    <a:pt x="227" y="53"/>
                    <a:pt x="227" y="53"/>
                    <a:pt x="227" y="53"/>
                  </a:cubicBezTo>
                  <a:cubicBezTo>
                    <a:pt x="227" y="50"/>
                    <a:pt x="227" y="50"/>
                    <a:pt x="227" y="50"/>
                  </a:cubicBezTo>
                  <a:cubicBezTo>
                    <a:pt x="229" y="49"/>
                    <a:pt x="229" y="49"/>
                    <a:pt x="229" y="49"/>
                  </a:cubicBezTo>
                  <a:cubicBezTo>
                    <a:pt x="232" y="49"/>
                    <a:pt x="232" y="49"/>
                    <a:pt x="232" y="49"/>
                  </a:cubicBezTo>
                  <a:cubicBezTo>
                    <a:pt x="235" y="47"/>
                    <a:pt x="235" y="47"/>
                    <a:pt x="235" y="47"/>
                  </a:cubicBezTo>
                  <a:cubicBezTo>
                    <a:pt x="236" y="46"/>
                    <a:pt x="236" y="46"/>
                    <a:pt x="236" y="46"/>
                  </a:cubicBezTo>
                  <a:cubicBezTo>
                    <a:pt x="241" y="45"/>
                    <a:pt x="241" y="45"/>
                    <a:pt x="241" y="45"/>
                  </a:cubicBezTo>
                  <a:cubicBezTo>
                    <a:pt x="245" y="47"/>
                    <a:pt x="245" y="47"/>
                    <a:pt x="245" y="47"/>
                  </a:cubicBezTo>
                  <a:cubicBezTo>
                    <a:pt x="247" y="52"/>
                    <a:pt x="247" y="52"/>
                    <a:pt x="247" y="52"/>
                  </a:cubicBezTo>
                  <a:cubicBezTo>
                    <a:pt x="245" y="58"/>
                    <a:pt x="245" y="58"/>
                    <a:pt x="245" y="58"/>
                  </a:cubicBezTo>
                  <a:cubicBezTo>
                    <a:pt x="246" y="61"/>
                    <a:pt x="246" y="61"/>
                    <a:pt x="246" y="61"/>
                  </a:cubicBezTo>
                  <a:cubicBezTo>
                    <a:pt x="248" y="66"/>
                    <a:pt x="248" y="66"/>
                    <a:pt x="248" y="66"/>
                  </a:cubicBezTo>
                  <a:cubicBezTo>
                    <a:pt x="251" y="71"/>
                    <a:pt x="251" y="71"/>
                    <a:pt x="251" y="71"/>
                  </a:cubicBezTo>
                  <a:cubicBezTo>
                    <a:pt x="252" y="75"/>
                    <a:pt x="252" y="75"/>
                    <a:pt x="252" y="75"/>
                  </a:cubicBezTo>
                  <a:cubicBezTo>
                    <a:pt x="257" y="76"/>
                    <a:pt x="257" y="76"/>
                    <a:pt x="257" y="76"/>
                  </a:cubicBezTo>
                  <a:cubicBezTo>
                    <a:pt x="262" y="78"/>
                    <a:pt x="262" y="78"/>
                    <a:pt x="262" y="78"/>
                  </a:cubicBezTo>
                  <a:cubicBezTo>
                    <a:pt x="265" y="78"/>
                    <a:pt x="265" y="78"/>
                    <a:pt x="265" y="78"/>
                  </a:cubicBezTo>
                  <a:cubicBezTo>
                    <a:pt x="266" y="76"/>
                    <a:pt x="266" y="76"/>
                    <a:pt x="266" y="76"/>
                  </a:cubicBezTo>
                  <a:cubicBezTo>
                    <a:pt x="267" y="73"/>
                    <a:pt x="267" y="73"/>
                    <a:pt x="267" y="73"/>
                  </a:cubicBezTo>
                  <a:cubicBezTo>
                    <a:pt x="268" y="72"/>
                    <a:pt x="268" y="72"/>
                    <a:pt x="268" y="72"/>
                  </a:cubicBezTo>
                  <a:cubicBezTo>
                    <a:pt x="270" y="71"/>
                    <a:pt x="270" y="71"/>
                    <a:pt x="270" y="71"/>
                  </a:cubicBezTo>
                  <a:cubicBezTo>
                    <a:pt x="271" y="75"/>
                    <a:pt x="271" y="75"/>
                    <a:pt x="271" y="75"/>
                  </a:cubicBezTo>
                  <a:cubicBezTo>
                    <a:pt x="271" y="79"/>
                    <a:pt x="271" y="79"/>
                    <a:pt x="271" y="79"/>
                  </a:cubicBezTo>
                  <a:cubicBezTo>
                    <a:pt x="274" y="80"/>
                    <a:pt x="274" y="80"/>
                    <a:pt x="274" y="80"/>
                  </a:cubicBezTo>
                  <a:cubicBezTo>
                    <a:pt x="277" y="79"/>
                    <a:pt x="277" y="79"/>
                    <a:pt x="277" y="79"/>
                  </a:cubicBezTo>
                  <a:cubicBezTo>
                    <a:pt x="282" y="80"/>
                    <a:pt x="282" y="80"/>
                    <a:pt x="282" y="80"/>
                  </a:cubicBezTo>
                  <a:cubicBezTo>
                    <a:pt x="284" y="83"/>
                    <a:pt x="284" y="83"/>
                    <a:pt x="284" y="83"/>
                  </a:cubicBezTo>
                  <a:cubicBezTo>
                    <a:pt x="283" y="86"/>
                    <a:pt x="283" y="86"/>
                    <a:pt x="283" y="86"/>
                  </a:cubicBezTo>
                  <a:cubicBezTo>
                    <a:pt x="284" y="91"/>
                    <a:pt x="284" y="91"/>
                    <a:pt x="284" y="91"/>
                  </a:cubicBezTo>
                  <a:cubicBezTo>
                    <a:pt x="282" y="93"/>
                    <a:pt x="282" y="93"/>
                    <a:pt x="282" y="93"/>
                  </a:cubicBezTo>
                  <a:cubicBezTo>
                    <a:pt x="277" y="91"/>
                    <a:pt x="277" y="91"/>
                    <a:pt x="277" y="91"/>
                  </a:cubicBezTo>
                  <a:cubicBezTo>
                    <a:pt x="277" y="88"/>
                    <a:pt x="277" y="88"/>
                    <a:pt x="277" y="88"/>
                  </a:cubicBezTo>
                  <a:cubicBezTo>
                    <a:pt x="275" y="87"/>
                    <a:pt x="275" y="87"/>
                    <a:pt x="275" y="87"/>
                  </a:cubicBezTo>
                  <a:cubicBezTo>
                    <a:pt x="271" y="88"/>
                    <a:pt x="271" y="88"/>
                    <a:pt x="271" y="88"/>
                  </a:cubicBezTo>
                  <a:cubicBezTo>
                    <a:pt x="270" y="92"/>
                    <a:pt x="270" y="92"/>
                    <a:pt x="270" y="92"/>
                  </a:cubicBezTo>
                  <a:cubicBezTo>
                    <a:pt x="272" y="94"/>
                    <a:pt x="272" y="94"/>
                    <a:pt x="272" y="94"/>
                  </a:cubicBezTo>
                  <a:cubicBezTo>
                    <a:pt x="274" y="98"/>
                    <a:pt x="274" y="98"/>
                    <a:pt x="274" y="98"/>
                  </a:cubicBezTo>
                  <a:cubicBezTo>
                    <a:pt x="272" y="103"/>
                    <a:pt x="272" y="103"/>
                    <a:pt x="272" y="103"/>
                  </a:cubicBezTo>
                  <a:cubicBezTo>
                    <a:pt x="270" y="104"/>
                    <a:pt x="270" y="104"/>
                    <a:pt x="270" y="104"/>
                  </a:cubicBezTo>
                  <a:cubicBezTo>
                    <a:pt x="267" y="106"/>
                    <a:pt x="267" y="106"/>
                    <a:pt x="267" y="106"/>
                  </a:cubicBezTo>
                  <a:cubicBezTo>
                    <a:pt x="268" y="110"/>
                    <a:pt x="268" y="110"/>
                    <a:pt x="268" y="110"/>
                  </a:cubicBezTo>
                  <a:cubicBezTo>
                    <a:pt x="271" y="114"/>
                    <a:pt x="271" y="114"/>
                    <a:pt x="271" y="114"/>
                  </a:cubicBezTo>
                  <a:cubicBezTo>
                    <a:pt x="275" y="115"/>
                    <a:pt x="275" y="115"/>
                    <a:pt x="275" y="115"/>
                  </a:cubicBezTo>
                  <a:cubicBezTo>
                    <a:pt x="278" y="112"/>
                    <a:pt x="278" y="112"/>
                    <a:pt x="278" y="112"/>
                  </a:cubicBezTo>
                  <a:cubicBezTo>
                    <a:pt x="280" y="108"/>
                    <a:pt x="280" y="108"/>
                    <a:pt x="280" y="108"/>
                  </a:cubicBezTo>
                  <a:cubicBezTo>
                    <a:pt x="282" y="104"/>
                    <a:pt x="282" y="104"/>
                    <a:pt x="282" y="104"/>
                  </a:cubicBezTo>
                  <a:cubicBezTo>
                    <a:pt x="283" y="102"/>
                    <a:pt x="283" y="102"/>
                    <a:pt x="283" y="102"/>
                  </a:cubicBezTo>
                  <a:cubicBezTo>
                    <a:pt x="284" y="99"/>
                    <a:pt x="284" y="99"/>
                    <a:pt x="284" y="99"/>
                  </a:cubicBezTo>
                  <a:cubicBezTo>
                    <a:pt x="287" y="99"/>
                    <a:pt x="287" y="99"/>
                    <a:pt x="287" y="99"/>
                  </a:cubicBezTo>
                  <a:cubicBezTo>
                    <a:pt x="291" y="100"/>
                    <a:pt x="291" y="100"/>
                    <a:pt x="291" y="100"/>
                  </a:cubicBezTo>
                  <a:cubicBezTo>
                    <a:pt x="292" y="97"/>
                    <a:pt x="292" y="97"/>
                    <a:pt x="292" y="97"/>
                  </a:cubicBezTo>
                  <a:cubicBezTo>
                    <a:pt x="294" y="96"/>
                    <a:pt x="294" y="96"/>
                    <a:pt x="294" y="96"/>
                  </a:cubicBezTo>
                  <a:cubicBezTo>
                    <a:pt x="295" y="93"/>
                    <a:pt x="295" y="93"/>
                    <a:pt x="295" y="93"/>
                  </a:cubicBezTo>
                  <a:cubicBezTo>
                    <a:pt x="293" y="90"/>
                    <a:pt x="293" y="90"/>
                    <a:pt x="293" y="90"/>
                  </a:cubicBezTo>
                  <a:cubicBezTo>
                    <a:pt x="293" y="86"/>
                    <a:pt x="293" y="86"/>
                    <a:pt x="293" y="86"/>
                  </a:cubicBezTo>
                  <a:cubicBezTo>
                    <a:pt x="294" y="84"/>
                    <a:pt x="294" y="84"/>
                    <a:pt x="294" y="84"/>
                  </a:cubicBezTo>
                  <a:cubicBezTo>
                    <a:pt x="296" y="81"/>
                    <a:pt x="296" y="81"/>
                    <a:pt x="296" y="81"/>
                  </a:cubicBezTo>
                  <a:cubicBezTo>
                    <a:pt x="301" y="79"/>
                    <a:pt x="301" y="79"/>
                    <a:pt x="301" y="79"/>
                  </a:cubicBezTo>
                  <a:cubicBezTo>
                    <a:pt x="305" y="80"/>
                    <a:pt x="305" y="80"/>
                    <a:pt x="305" y="80"/>
                  </a:cubicBezTo>
                  <a:cubicBezTo>
                    <a:pt x="308" y="82"/>
                    <a:pt x="308" y="82"/>
                    <a:pt x="308" y="82"/>
                  </a:cubicBezTo>
                  <a:cubicBezTo>
                    <a:pt x="313" y="84"/>
                    <a:pt x="313" y="84"/>
                    <a:pt x="313" y="84"/>
                  </a:cubicBezTo>
                  <a:cubicBezTo>
                    <a:pt x="315" y="82"/>
                    <a:pt x="315" y="82"/>
                    <a:pt x="315" y="82"/>
                  </a:cubicBezTo>
                  <a:cubicBezTo>
                    <a:pt x="316" y="79"/>
                    <a:pt x="316" y="79"/>
                    <a:pt x="316" y="79"/>
                  </a:cubicBezTo>
                  <a:cubicBezTo>
                    <a:pt x="320" y="78"/>
                    <a:pt x="320" y="78"/>
                    <a:pt x="320" y="78"/>
                  </a:cubicBezTo>
                  <a:cubicBezTo>
                    <a:pt x="322" y="82"/>
                    <a:pt x="322" y="82"/>
                    <a:pt x="322" y="82"/>
                  </a:cubicBezTo>
                  <a:cubicBezTo>
                    <a:pt x="327" y="81"/>
                    <a:pt x="327" y="81"/>
                    <a:pt x="327" y="81"/>
                  </a:cubicBezTo>
                  <a:cubicBezTo>
                    <a:pt x="328" y="77"/>
                    <a:pt x="328" y="77"/>
                    <a:pt x="328" y="77"/>
                  </a:cubicBezTo>
                  <a:cubicBezTo>
                    <a:pt x="326" y="73"/>
                    <a:pt x="326" y="73"/>
                    <a:pt x="326" y="73"/>
                  </a:cubicBezTo>
                  <a:cubicBezTo>
                    <a:pt x="324" y="71"/>
                    <a:pt x="324" y="71"/>
                    <a:pt x="324" y="71"/>
                  </a:cubicBezTo>
                  <a:cubicBezTo>
                    <a:pt x="322" y="66"/>
                    <a:pt x="322" y="66"/>
                    <a:pt x="322" y="66"/>
                  </a:cubicBezTo>
                  <a:cubicBezTo>
                    <a:pt x="323" y="65"/>
                    <a:pt x="323" y="65"/>
                    <a:pt x="323" y="65"/>
                  </a:cubicBezTo>
                  <a:lnTo>
                    <a:pt x="325" y="62"/>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23"/>
            <p:cNvSpPr>
              <a:spLocks/>
            </p:cNvSpPr>
            <p:nvPr/>
          </p:nvSpPr>
          <p:spPr bwMode="auto">
            <a:xfrm>
              <a:off x="2671763" y="2506663"/>
              <a:ext cx="1044575" cy="812800"/>
            </a:xfrm>
            <a:custGeom>
              <a:avLst/>
              <a:gdLst/>
              <a:ahLst/>
              <a:cxnLst>
                <a:cxn ang="0">
                  <a:pos x="9" y="340"/>
                </a:cxn>
                <a:cxn ang="0">
                  <a:pos x="15" y="315"/>
                </a:cxn>
                <a:cxn ang="0">
                  <a:pos x="31" y="318"/>
                </a:cxn>
                <a:cxn ang="0">
                  <a:pos x="38" y="323"/>
                </a:cxn>
                <a:cxn ang="0">
                  <a:pos x="48" y="313"/>
                </a:cxn>
                <a:cxn ang="0">
                  <a:pos x="71" y="308"/>
                </a:cxn>
                <a:cxn ang="0">
                  <a:pos x="69" y="287"/>
                </a:cxn>
                <a:cxn ang="0">
                  <a:pos x="76" y="267"/>
                </a:cxn>
                <a:cxn ang="0">
                  <a:pos x="79" y="254"/>
                </a:cxn>
                <a:cxn ang="0">
                  <a:pos x="112" y="233"/>
                </a:cxn>
                <a:cxn ang="0">
                  <a:pos x="141" y="219"/>
                </a:cxn>
                <a:cxn ang="0">
                  <a:pos x="123" y="201"/>
                </a:cxn>
                <a:cxn ang="0">
                  <a:pos x="107" y="178"/>
                </a:cxn>
                <a:cxn ang="0">
                  <a:pos x="75" y="173"/>
                </a:cxn>
                <a:cxn ang="0">
                  <a:pos x="57" y="153"/>
                </a:cxn>
                <a:cxn ang="0">
                  <a:pos x="45" y="112"/>
                </a:cxn>
                <a:cxn ang="0">
                  <a:pos x="49" y="75"/>
                </a:cxn>
                <a:cxn ang="0">
                  <a:pos x="57" y="41"/>
                </a:cxn>
                <a:cxn ang="0">
                  <a:pos x="90" y="30"/>
                </a:cxn>
                <a:cxn ang="0">
                  <a:pos x="134" y="19"/>
                </a:cxn>
                <a:cxn ang="0">
                  <a:pos x="172" y="3"/>
                </a:cxn>
                <a:cxn ang="0">
                  <a:pos x="199" y="11"/>
                </a:cxn>
                <a:cxn ang="0">
                  <a:pos x="218" y="16"/>
                </a:cxn>
                <a:cxn ang="0">
                  <a:pos x="230" y="36"/>
                </a:cxn>
                <a:cxn ang="0">
                  <a:pos x="233" y="67"/>
                </a:cxn>
                <a:cxn ang="0">
                  <a:pos x="248" y="80"/>
                </a:cxn>
                <a:cxn ang="0">
                  <a:pos x="270" y="64"/>
                </a:cxn>
                <a:cxn ang="0">
                  <a:pos x="293" y="84"/>
                </a:cxn>
                <a:cxn ang="0">
                  <a:pos x="329" y="87"/>
                </a:cxn>
                <a:cxn ang="0">
                  <a:pos x="372" y="77"/>
                </a:cxn>
                <a:cxn ang="0">
                  <a:pos x="386" y="51"/>
                </a:cxn>
                <a:cxn ang="0">
                  <a:pos x="417" y="31"/>
                </a:cxn>
                <a:cxn ang="0">
                  <a:pos x="445" y="30"/>
                </a:cxn>
                <a:cxn ang="0">
                  <a:pos x="482" y="17"/>
                </a:cxn>
                <a:cxn ang="0">
                  <a:pos x="509" y="29"/>
                </a:cxn>
                <a:cxn ang="0">
                  <a:pos x="558" y="86"/>
                </a:cxn>
                <a:cxn ang="0">
                  <a:pos x="555" y="193"/>
                </a:cxn>
                <a:cxn ang="0">
                  <a:pos x="526" y="234"/>
                </a:cxn>
                <a:cxn ang="0">
                  <a:pos x="505" y="209"/>
                </a:cxn>
                <a:cxn ang="0">
                  <a:pos x="487" y="185"/>
                </a:cxn>
                <a:cxn ang="0">
                  <a:pos x="439" y="172"/>
                </a:cxn>
                <a:cxn ang="0">
                  <a:pos x="452" y="202"/>
                </a:cxn>
                <a:cxn ang="0">
                  <a:pos x="432" y="223"/>
                </a:cxn>
                <a:cxn ang="0">
                  <a:pos x="388" y="250"/>
                </a:cxn>
                <a:cxn ang="0">
                  <a:pos x="368" y="265"/>
                </a:cxn>
                <a:cxn ang="0">
                  <a:pos x="329" y="274"/>
                </a:cxn>
                <a:cxn ang="0">
                  <a:pos x="301" y="301"/>
                </a:cxn>
                <a:cxn ang="0">
                  <a:pos x="275" y="304"/>
                </a:cxn>
                <a:cxn ang="0">
                  <a:pos x="248" y="333"/>
                </a:cxn>
                <a:cxn ang="0">
                  <a:pos x="215" y="344"/>
                </a:cxn>
                <a:cxn ang="0">
                  <a:pos x="189" y="367"/>
                </a:cxn>
                <a:cxn ang="0">
                  <a:pos x="157" y="372"/>
                </a:cxn>
                <a:cxn ang="0">
                  <a:pos x="115" y="382"/>
                </a:cxn>
                <a:cxn ang="0">
                  <a:pos x="86" y="421"/>
                </a:cxn>
                <a:cxn ang="0">
                  <a:pos x="72" y="436"/>
                </a:cxn>
                <a:cxn ang="0">
                  <a:pos x="54" y="405"/>
                </a:cxn>
                <a:cxn ang="0">
                  <a:pos x="24" y="390"/>
                </a:cxn>
              </a:cxnLst>
              <a:rect l="0" t="0" r="r" b="b"/>
              <a:pathLst>
                <a:path w="569" h="443">
                  <a:moveTo>
                    <a:pt x="6" y="366"/>
                  </a:moveTo>
                  <a:cubicBezTo>
                    <a:pt x="5" y="365"/>
                    <a:pt x="5" y="365"/>
                    <a:pt x="5" y="365"/>
                  </a:cubicBezTo>
                  <a:cubicBezTo>
                    <a:pt x="5" y="360"/>
                    <a:pt x="5" y="360"/>
                    <a:pt x="5" y="360"/>
                  </a:cubicBezTo>
                  <a:cubicBezTo>
                    <a:pt x="8" y="358"/>
                    <a:pt x="8" y="358"/>
                    <a:pt x="8" y="358"/>
                  </a:cubicBezTo>
                  <a:cubicBezTo>
                    <a:pt x="12" y="358"/>
                    <a:pt x="12" y="358"/>
                    <a:pt x="12" y="358"/>
                  </a:cubicBezTo>
                  <a:cubicBezTo>
                    <a:pt x="15" y="353"/>
                    <a:pt x="15" y="353"/>
                    <a:pt x="15" y="353"/>
                  </a:cubicBezTo>
                  <a:cubicBezTo>
                    <a:pt x="16" y="347"/>
                    <a:pt x="16" y="347"/>
                    <a:pt x="16" y="347"/>
                  </a:cubicBezTo>
                  <a:cubicBezTo>
                    <a:pt x="11" y="344"/>
                    <a:pt x="11" y="344"/>
                    <a:pt x="11" y="344"/>
                  </a:cubicBezTo>
                  <a:cubicBezTo>
                    <a:pt x="9" y="340"/>
                    <a:pt x="9" y="340"/>
                    <a:pt x="9" y="340"/>
                  </a:cubicBezTo>
                  <a:cubicBezTo>
                    <a:pt x="6" y="340"/>
                    <a:pt x="6" y="340"/>
                    <a:pt x="6" y="340"/>
                  </a:cubicBezTo>
                  <a:cubicBezTo>
                    <a:pt x="3" y="340"/>
                    <a:pt x="3" y="340"/>
                    <a:pt x="3" y="340"/>
                  </a:cubicBezTo>
                  <a:cubicBezTo>
                    <a:pt x="1" y="338"/>
                    <a:pt x="1" y="338"/>
                    <a:pt x="1" y="338"/>
                  </a:cubicBezTo>
                  <a:cubicBezTo>
                    <a:pt x="0" y="333"/>
                    <a:pt x="0" y="333"/>
                    <a:pt x="0" y="333"/>
                  </a:cubicBezTo>
                  <a:cubicBezTo>
                    <a:pt x="5" y="331"/>
                    <a:pt x="5" y="331"/>
                    <a:pt x="5" y="331"/>
                  </a:cubicBezTo>
                  <a:cubicBezTo>
                    <a:pt x="9" y="325"/>
                    <a:pt x="9" y="325"/>
                    <a:pt x="9" y="325"/>
                  </a:cubicBezTo>
                  <a:cubicBezTo>
                    <a:pt x="9" y="320"/>
                    <a:pt x="9" y="320"/>
                    <a:pt x="9" y="320"/>
                  </a:cubicBezTo>
                  <a:cubicBezTo>
                    <a:pt x="13" y="319"/>
                    <a:pt x="13" y="319"/>
                    <a:pt x="13" y="319"/>
                  </a:cubicBezTo>
                  <a:cubicBezTo>
                    <a:pt x="15" y="315"/>
                    <a:pt x="15" y="315"/>
                    <a:pt x="15" y="315"/>
                  </a:cubicBezTo>
                  <a:cubicBezTo>
                    <a:pt x="18" y="312"/>
                    <a:pt x="18" y="312"/>
                    <a:pt x="18" y="312"/>
                  </a:cubicBezTo>
                  <a:cubicBezTo>
                    <a:pt x="19" y="307"/>
                    <a:pt x="19" y="307"/>
                    <a:pt x="19" y="307"/>
                  </a:cubicBezTo>
                  <a:cubicBezTo>
                    <a:pt x="20" y="305"/>
                    <a:pt x="20" y="305"/>
                    <a:pt x="20" y="305"/>
                  </a:cubicBezTo>
                  <a:cubicBezTo>
                    <a:pt x="24" y="306"/>
                    <a:pt x="24" y="306"/>
                    <a:pt x="24" y="306"/>
                  </a:cubicBezTo>
                  <a:cubicBezTo>
                    <a:pt x="25" y="309"/>
                    <a:pt x="25" y="309"/>
                    <a:pt x="25" y="309"/>
                  </a:cubicBezTo>
                  <a:cubicBezTo>
                    <a:pt x="25" y="312"/>
                    <a:pt x="25" y="312"/>
                    <a:pt x="25" y="312"/>
                  </a:cubicBezTo>
                  <a:cubicBezTo>
                    <a:pt x="28" y="315"/>
                    <a:pt x="28" y="315"/>
                    <a:pt x="28" y="315"/>
                  </a:cubicBezTo>
                  <a:cubicBezTo>
                    <a:pt x="30" y="316"/>
                    <a:pt x="30" y="316"/>
                    <a:pt x="30" y="316"/>
                  </a:cubicBezTo>
                  <a:cubicBezTo>
                    <a:pt x="31" y="318"/>
                    <a:pt x="31" y="318"/>
                    <a:pt x="31" y="318"/>
                  </a:cubicBezTo>
                  <a:cubicBezTo>
                    <a:pt x="29" y="322"/>
                    <a:pt x="29" y="322"/>
                    <a:pt x="29" y="322"/>
                  </a:cubicBezTo>
                  <a:cubicBezTo>
                    <a:pt x="27" y="323"/>
                    <a:pt x="27" y="323"/>
                    <a:pt x="27" y="323"/>
                  </a:cubicBezTo>
                  <a:cubicBezTo>
                    <a:pt x="26" y="327"/>
                    <a:pt x="26" y="327"/>
                    <a:pt x="26" y="327"/>
                  </a:cubicBezTo>
                  <a:cubicBezTo>
                    <a:pt x="27" y="328"/>
                    <a:pt x="27" y="328"/>
                    <a:pt x="27" y="328"/>
                  </a:cubicBezTo>
                  <a:cubicBezTo>
                    <a:pt x="32" y="330"/>
                    <a:pt x="32" y="330"/>
                    <a:pt x="32" y="330"/>
                  </a:cubicBezTo>
                  <a:cubicBezTo>
                    <a:pt x="36" y="329"/>
                    <a:pt x="36" y="329"/>
                    <a:pt x="36" y="329"/>
                  </a:cubicBezTo>
                  <a:cubicBezTo>
                    <a:pt x="39" y="329"/>
                    <a:pt x="39" y="329"/>
                    <a:pt x="39" y="329"/>
                  </a:cubicBezTo>
                  <a:cubicBezTo>
                    <a:pt x="40" y="325"/>
                    <a:pt x="40" y="325"/>
                    <a:pt x="40" y="325"/>
                  </a:cubicBezTo>
                  <a:cubicBezTo>
                    <a:pt x="38" y="323"/>
                    <a:pt x="38" y="323"/>
                    <a:pt x="38" y="323"/>
                  </a:cubicBezTo>
                  <a:cubicBezTo>
                    <a:pt x="39" y="320"/>
                    <a:pt x="39" y="320"/>
                    <a:pt x="39" y="320"/>
                  </a:cubicBezTo>
                  <a:cubicBezTo>
                    <a:pt x="42" y="320"/>
                    <a:pt x="42" y="320"/>
                    <a:pt x="42" y="320"/>
                  </a:cubicBezTo>
                  <a:cubicBezTo>
                    <a:pt x="43" y="322"/>
                    <a:pt x="43" y="322"/>
                    <a:pt x="43" y="322"/>
                  </a:cubicBezTo>
                  <a:cubicBezTo>
                    <a:pt x="46" y="325"/>
                    <a:pt x="46" y="325"/>
                    <a:pt x="46" y="325"/>
                  </a:cubicBezTo>
                  <a:cubicBezTo>
                    <a:pt x="50" y="326"/>
                    <a:pt x="50" y="326"/>
                    <a:pt x="50" y="326"/>
                  </a:cubicBezTo>
                  <a:cubicBezTo>
                    <a:pt x="53" y="323"/>
                    <a:pt x="53" y="323"/>
                    <a:pt x="53" y="323"/>
                  </a:cubicBezTo>
                  <a:cubicBezTo>
                    <a:pt x="52" y="320"/>
                    <a:pt x="52" y="320"/>
                    <a:pt x="52" y="320"/>
                  </a:cubicBezTo>
                  <a:cubicBezTo>
                    <a:pt x="49" y="318"/>
                    <a:pt x="49" y="318"/>
                    <a:pt x="49" y="318"/>
                  </a:cubicBezTo>
                  <a:cubicBezTo>
                    <a:pt x="48" y="313"/>
                    <a:pt x="48" y="313"/>
                    <a:pt x="48" y="313"/>
                  </a:cubicBezTo>
                  <a:cubicBezTo>
                    <a:pt x="48" y="309"/>
                    <a:pt x="48" y="309"/>
                    <a:pt x="48" y="309"/>
                  </a:cubicBezTo>
                  <a:cubicBezTo>
                    <a:pt x="50" y="308"/>
                    <a:pt x="50" y="308"/>
                    <a:pt x="50" y="308"/>
                  </a:cubicBezTo>
                  <a:cubicBezTo>
                    <a:pt x="54" y="311"/>
                    <a:pt x="54" y="311"/>
                    <a:pt x="54" y="311"/>
                  </a:cubicBezTo>
                  <a:cubicBezTo>
                    <a:pt x="57" y="310"/>
                    <a:pt x="57" y="310"/>
                    <a:pt x="57" y="310"/>
                  </a:cubicBezTo>
                  <a:cubicBezTo>
                    <a:pt x="58" y="307"/>
                    <a:pt x="58" y="307"/>
                    <a:pt x="58" y="307"/>
                  </a:cubicBezTo>
                  <a:cubicBezTo>
                    <a:pt x="60" y="306"/>
                    <a:pt x="60" y="306"/>
                    <a:pt x="60" y="306"/>
                  </a:cubicBezTo>
                  <a:cubicBezTo>
                    <a:pt x="63" y="307"/>
                    <a:pt x="63" y="307"/>
                    <a:pt x="63" y="307"/>
                  </a:cubicBezTo>
                  <a:cubicBezTo>
                    <a:pt x="68" y="310"/>
                    <a:pt x="68" y="310"/>
                    <a:pt x="68" y="310"/>
                  </a:cubicBezTo>
                  <a:cubicBezTo>
                    <a:pt x="71" y="308"/>
                    <a:pt x="71" y="308"/>
                    <a:pt x="71" y="308"/>
                  </a:cubicBezTo>
                  <a:cubicBezTo>
                    <a:pt x="75" y="308"/>
                    <a:pt x="75" y="308"/>
                    <a:pt x="75" y="308"/>
                  </a:cubicBezTo>
                  <a:cubicBezTo>
                    <a:pt x="76" y="306"/>
                    <a:pt x="76" y="306"/>
                    <a:pt x="76" y="306"/>
                  </a:cubicBezTo>
                  <a:cubicBezTo>
                    <a:pt x="75" y="302"/>
                    <a:pt x="75" y="302"/>
                    <a:pt x="75" y="302"/>
                  </a:cubicBezTo>
                  <a:cubicBezTo>
                    <a:pt x="78" y="299"/>
                    <a:pt x="78" y="299"/>
                    <a:pt x="78" y="299"/>
                  </a:cubicBezTo>
                  <a:cubicBezTo>
                    <a:pt x="81" y="298"/>
                    <a:pt x="81" y="298"/>
                    <a:pt x="81" y="298"/>
                  </a:cubicBezTo>
                  <a:cubicBezTo>
                    <a:pt x="80" y="294"/>
                    <a:pt x="80" y="294"/>
                    <a:pt x="80" y="294"/>
                  </a:cubicBezTo>
                  <a:cubicBezTo>
                    <a:pt x="77" y="292"/>
                    <a:pt x="77" y="292"/>
                    <a:pt x="77" y="292"/>
                  </a:cubicBezTo>
                  <a:cubicBezTo>
                    <a:pt x="73" y="289"/>
                    <a:pt x="73" y="289"/>
                    <a:pt x="73" y="289"/>
                  </a:cubicBezTo>
                  <a:cubicBezTo>
                    <a:pt x="69" y="287"/>
                    <a:pt x="69" y="287"/>
                    <a:pt x="69" y="287"/>
                  </a:cubicBezTo>
                  <a:cubicBezTo>
                    <a:pt x="71" y="281"/>
                    <a:pt x="71" y="281"/>
                    <a:pt x="71" y="281"/>
                  </a:cubicBezTo>
                  <a:cubicBezTo>
                    <a:pt x="70" y="278"/>
                    <a:pt x="70" y="278"/>
                    <a:pt x="70" y="278"/>
                  </a:cubicBezTo>
                  <a:cubicBezTo>
                    <a:pt x="66" y="277"/>
                    <a:pt x="66" y="277"/>
                    <a:pt x="66" y="277"/>
                  </a:cubicBezTo>
                  <a:cubicBezTo>
                    <a:pt x="64" y="274"/>
                    <a:pt x="64" y="274"/>
                    <a:pt x="64" y="274"/>
                  </a:cubicBezTo>
                  <a:cubicBezTo>
                    <a:pt x="65" y="269"/>
                    <a:pt x="65" y="269"/>
                    <a:pt x="65" y="269"/>
                  </a:cubicBezTo>
                  <a:cubicBezTo>
                    <a:pt x="68" y="268"/>
                    <a:pt x="68" y="268"/>
                    <a:pt x="68" y="268"/>
                  </a:cubicBezTo>
                  <a:cubicBezTo>
                    <a:pt x="70" y="269"/>
                    <a:pt x="70" y="269"/>
                    <a:pt x="70" y="269"/>
                  </a:cubicBezTo>
                  <a:cubicBezTo>
                    <a:pt x="74" y="269"/>
                    <a:pt x="74" y="269"/>
                    <a:pt x="74" y="269"/>
                  </a:cubicBezTo>
                  <a:cubicBezTo>
                    <a:pt x="76" y="267"/>
                    <a:pt x="76" y="267"/>
                    <a:pt x="76" y="267"/>
                  </a:cubicBezTo>
                  <a:cubicBezTo>
                    <a:pt x="76" y="264"/>
                    <a:pt x="76" y="264"/>
                    <a:pt x="76" y="264"/>
                  </a:cubicBezTo>
                  <a:cubicBezTo>
                    <a:pt x="72" y="261"/>
                    <a:pt x="72" y="261"/>
                    <a:pt x="72" y="261"/>
                  </a:cubicBezTo>
                  <a:cubicBezTo>
                    <a:pt x="69" y="261"/>
                    <a:pt x="69" y="261"/>
                    <a:pt x="69" y="261"/>
                  </a:cubicBezTo>
                  <a:cubicBezTo>
                    <a:pt x="66" y="260"/>
                    <a:pt x="66" y="260"/>
                    <a:pt x="66" y="260"/>
                  </a:cubicBezTo>
                  <a:cubicBezTo>
                    <a:pt x="65" y="257"/>
                    <a:pt x="65" y="257"/>
                    <a:pt x="65" y="257"/>
                  </a:cubicBezTo>
                  <a:cubicBezTo>
                    <a:pt x="66" y="254"/>
                    <a:pt x="66" y="254"/>
                    <a:pt x="66" y="254"/>
                  </a:cubicBezTo>
                  <a:cubicBezTo>
                    <a:pt x="71" y="254"/>
                    <a:pt x="71" y="254"/>
                    <a:pt x="71" y="254"/>
                  </a:cubicBezTo>
                  <a:cubicBezTo>
                    <a:pt x="74" y="255"/>
                    <a:pt x="74" y="255"/>
                    <a:pt x="74" y="255"/>
                  </a:cubicBezTo>
                  <a:cubicBezTo>
                    <a:pt x="79" y="254"/>
                    <a:pt x="79" y="254"/>
                    <a:pt x="79" y="254"/>
                  </a:cubicBezTo>
                  <a:cubicBezTo>
                    <a:pt x="83" y="251"/>
                    <a:pt x="83" y="251"/>
                    <a:pt x="83" y="251"/>
                  </a:cubicBezTo>
                  <a:cubicBezTo>
                    <a:pt x="85" y="246"/>
                    <a:pt x="85" y="246"/>
                    <a:pt x="85" y="246"/>
                  </a:cubicBezTo>
                  <a:cubicBezTo>
                    <a:pt x="89" y="243"/>
                    <a:pt x="89" y="243"/>
                    <a:pt x="89" y="243"/>
                  </a:cubicBezTo>
                  <a:cubicBezTo>
                    <a:pt x="94" y="243"/>
                    <a:pt x="94" y="243"/>
                    <a:pt x="94" y="243"/>
                  </a:cubicBezTo>
                  <a:cubicBezTo>
                    <a:pt x="100" y="244"/>
                    <a:pt x="100" y="244"/>
                    <a:pt x="100" y="244"/>
                  </a:cubicBezTo>
                  <a:cubicBezTo>
                    <a:pt x="102" y="241"/>
                    <a:pt x="102" y="241"/>
                    <a:pt x="102" y="241"/>
                  </a:cubicBezTo>
                  <a:cubicBezTo>
                    <a:pt x="103" y="235"/>
                    <a:pt x="103" y="235"/>
                    <a:pt x="103" y="235"/>
                  </a:cubicBezTo>
                  <a:cubicBezTo>
                    <a:pt x="107" y="233"/>
                    <a:pt x="107" y="233"/>
                    <a:pt x="107" y="233"/>
                  </a:cubicBezTo>
                  <a:cubicBezTo>
                    <a:pt x="112" y="233"/>
                    <a:pt x="112" y="233"/>
                    <a:pt x="112" y="233"/>
                  </a:cubicBezTo>
                  <a:cubicBezTo>
                    <a:pt x="114" y="231"/>
                    <a:pt x="114" y="231"/>
                    <a:pt x="114" y="231"/>
                  </a:cubicBezTo>
                  <a:cubicBezTo>
                    <a:pt x="116" y="228"/>
                    <a:pt x="116" y="228"/>
                    <a:pt x="116" y="228"/>
                  </a:cubicBezTo>
                  <a:cubicBezTo>
                    <a:pt x="120" y="228"/>
                    <a:pt x="120" y="228"/>
                    <a:pt x="120" y="228"/>
                  </a:cubicBezTo>
                  <a:cubicBezTo>
                    <a:pt x="125" y="228"/>
                    <a:pt x="125" y="228"/>
                    <a:pt x="125" y="228"/>
                  </a:cubicBezTo>
                  <a:cubicBezTo>
                    <a:pt x="128" y="227"/>
                    <a:pt x="128" y="227"/>
                    <a:pt x="128" y="227"/>
                  </a:cubicBezTo>
                  <a:cubicBezTo>
                    <a:pt x="135" y="225"/>
                    <a:pt x="135" y="225"/>
                    <a:pt x="135" y="225"/>
                  </a:cubicBezTo>
                  <a:cubicBezTo>
                    <a:pt x="139" y="224"/>
                    <a:pt x="139" y="224"/>
                    <a:pt x="139" y="224"/>
                  </a:cubicBezTo>
                  <a:cubicBezTo>
                    <a:pt x="141" y="223"/>
                    <a:pt x="141" y="223"/>
                    <a:pt x="141" y="223"/>
                  </a:cubicBezTo>
                  <a:cubicBezTo>
                    <a:pt x="141" y="219"/>
                    <a:pt x="141" y="219"/>
                    <a:pt x="141" y="219"/>
                  </a:cubicBezTo>
                  <a:cubicBezTo>
                    <a:pt x="138" y="216"/>
                    <a:pt x="138" y="216"/>
                    <a:pt x="138" y="216"/>
                  </a:cubicBezTo>
                  <a:cubicBezTo>
                    <a:pt x="137" y="213"/>
                    <a:pt x="137" y="213"/>
                    <a:pt x="137" y="213"/>
                  </a:cubicBezTo>
                  <a:cubicBezTo>
                    <a:pt x="137" y="207"/>
                    <a:pt x="137" y="207"/>
                    <a:pt x="137" y="207"/>
                  </a:cubicBezTo>
                  <a:cubicBezTo>
                    <a:pt x="134" y="203"/>
                    <a:pt x="134" y="203"/>
                    <a:pt x="134" y="203"/>
                  </a:cubicBezTo>
                  <a:cubicBezTo>
                    <a:pt x="131" y="201"/>
                    <a:pt x="131" y="201"/>
                    <a:pt x="131" y="201"/>
                  </a:cubicBezTo>
                  <a:cubicBezTo>
                    <a:pt x="130" y="202"/>
                    <a:pt x="130" y="202"/>
                    <a:pt x="130" y="202"/>
                  </a:cubicBezTo>
                  <a:cubicBezTo>
                    <a:pt x="128" y="204"/>
                    <a:pt x="128" y="204"/>
                    <a:pt x="128" y="204"/>
                  </a:cubicBezTo>
                  <a:cubicBezTo>
                    <a:pt x="126" y="204"/>
                    <a:pt x="126" y="204"/>
                    <a:pt x="126" y="204"/>
                  </a:cubicBezTo>
                  <a:cubicBezTo>
                    <a:pt x="123" y="201"/>
                    <a:pt x="123" y="201"/>
                    <a:pt x="123" y="201"/>
                  </a:cubicBezTo>
                  <a:cubicBezTo>
                    <a:pt x="118" y="199"/>
                    <a:pt x="118" y="199"/>
                    <a:pt x="118" y="199"/>
                  </a:cubicBezTo>
                  <a:cubicBezTo>
                    <a:pt x="116" y="196"/>
                    <a:pt x="116" y="196"/>
                    <a:pt x="116" y="196"/>
                  </a:cubicBezTo>
                  <a:cubicBezTo>
                    <a:pt x="117" y="192"/>
                    <a:pt x="117" y="192"/>
                    <a:pt x="117" y="192"/>
                  </a:cubicBezTo>
                  <a:cubicBezTo>
                    <a:pt x="115" y="190"/>
                    <a:pt x="115" y="190"/>
                    <a:pt x="115" y="190"/>
                  </a:cubicBezTo>
                  <a:cubicBezTo>
                    <a:pt x="112" y="189"/>
                    <a:pt x="112" y="189"/>
                    <a:pt x="112" y="189"/>
                  </a:cubicBezTo>
                  <a:cubicBezTo>
                    <a:pt x="112" y="185"/>
                    <a:pt x="112" y="185"/>
                    <a:pt x="112" y="185"/>
                  </a:cubicBezTo>
                  <a:cubicBezTo>
                    <a:pt x="115" y="183"/>
                    <a:pt x="115" y="183"/>
                    <a:pt x="115" y="183"/>
                  </a:cubicBezTo>
                  <a:cubicBezTo>
                    <a:pt x="113" y="179"/>
                    <a:pt x="113" y="179"/>
                    <a:pt x="113" y="179"/>
                  </a:cubicBezTo>
                  <a:cubicBezTo>
                    <a:pt x="107" y="178"/>
                    <a:pt x="107" y="178"/>
                    <a:pt x="107" y="178"/>
                  </a:cubicBezTo>
                  <a:cubicBezTo>
                    <a:pt x="99" y="177"/>
                    <a:pt x="99" y="177"/>
                    <a:pt x="99" y="177"/>
                  </a:cubicBezTo>
                  <a:cubicBezTo>
                    <a:pt x="93" y="177"/>
                    <a:pt x="93" y="177"/>
                    <a:pt x="93" y="177"/>
                  </a:cubicBezTo>
                  <a:cubicBezTo>
                    <a:pt x="87" y="177"/>
                    <a:pt x="87" y="177"/>
                    <a:pt x="87" y="177"/>
                  </a:cubicBezTo>
                  <a:cubicBezTo>
                    <a:pt x="85" y="174"/>
                    <a:pt x="85" y="174"/>
                    <a:pt x="85" y="174"/>
                  </a:cubicBezTo>
                  <a:cubicBezTo>
                    <a:pt x="85" y="170"/>
                    <a:pt x="85" y="170"/>
                    <a:pt x="85" y="170"/>
                  </a:cubicBezTo>
                  <a:cubicBezTo>
                    <a:pt x="82" y="167"/>
                    <a:pt x="82" y="167"/>
                    <a:pt x="82" y="167"/>
                  </a:cubicBezTo>
                  <a:cubicBezTo>
                    <a:pt x="79" y="167"/>
                    <a:pt x="79" y="167"/>
                    <a:pt x="79" y="167"/>
                  </a:cubicBezTo>
                  <a:cubicBezTo>
                    <a:pt x="76" y="171"/>
                    <a:pt x="76" y="171"/>
                    <a:pt x="76" y="171"/>
                  </a:cubicBezTo>
                  <a:cubicBezTo>
                    <a:pt x="75" y="173"/>
                    <a:pt x="75" y="173"/>
                    <a:pt x="75" y="173"/>
                  </a:cubicBezTo>
                  <a:cubicBezTo>
                    <a:pt x="71" y="173"/>
                    <a:pt x="71" y="173"/>
                    <a:pt x="71" y="173"/>
                  </a:cubicBezTo>
                  <a:cubicBezTo>
                    <a:pt x="70" y="173"/>
                    <a:pt x="70" y="173"/>
                    <a:pt x="70" y="173"/>
                  </a:cubicBezTo>
                  <a:cubicBezTo>
                    <a:pt x="66" y="171"/>
                    <a:pt x="66" y="171"/>
                    <a:pt x="66" y="171"/>
                  </a:cubicBezTo>
                  <a:cubicBezTo>
                    <a:pt x="61" y="170"/>
                    <a:pt x="61" y="170"/>
                    <a:pt x="61" y="170"/>
                  </a:cubicBezTo>
                  <a:cubicBezTo>
                    <a:pt x="59" y="166"/>
                    <a:pt x="59" y="166"/>
                    <a:pt x="59" y="166"/>
                  </a:cubicBezTo>
                  <a:cubicBezTo>
                    <a:pt x="61" y="163"/>
                    <a:pt x="61" y="163"/>
                    <a:pt x="61" y="163"/>
                  </a:cubicBezTo>
                  <a:cubicBezTo>
                    <a:pt x="59" y="160"/>
                    <a:pt x="59" y="160"/>
                    <a:pt x="59" y="160"/>
                  </a:cubicBezTo>
                  <a:cubicBezTo>
                    <a:pt x="57" y="159"/>
                    <a:pt x="57" y="159"/>
                    <a:pt x="57" y="159"/>
                  </a:cubicBezTo>
                  <a:cubicBezTo>
                    <a:pt x="57" y="153"/>
                    <a:pt x="57" y="153"/>
                    <a:pt x="57" y="153"/>
                  </a:cubicBezTo>
                  <a:cubicBezTo>
                    <a:pt x="54" y="150"/>
                    <a:pt x="54" y="150"/>
                    <a:pt x="54" y="150"/>
                  </a:cubicBezTo>
                  <a:cubicBezTo>
                    <a:pt x="54" y="144"/>
                    <a:pt x="54" y="144"/>
                    <a:pt x="54" y="144"/>
                  </a:cubicBezTo>
                  <a:cubicBezTo>
                    <a:pt x="56" y="141"/>
                    <a:pt x="56" y="141"/>
                    <a:pt x="56" y="141"/>
                  </a:cubicBezTo>
                  <a:cubicBezTo>
                    <a:pt x="56" y="135"/>
                    <a:pt x="56" y="135"/>
                    <a:pt x="56" y="135"/>
                  </a:cubicBezTo>
                  <a:cubicBezTo>
                    <a:pt x="54" y="130"/>
                    <a:pt x="54" y="130"/>
                    <a:pt x="54" y="130"/>
                  </a:cubicBezTo>
                  <a:cubicBezTo>
                    <a:pt x="50" y="125"/>
                    <a:pt x="50" y="125"/>
                    <a:pt x="50" y="125"/>
                  </a:cubicBezTo>
                  <a:cubicBezTo>
                    <a:pt x="47" y="123"/>
                    <a:pt x="47" y="123"/>
                    <a:pt x="47" y="123"/>
                  </a:cubicBezTo>
                  <a:cubicBezTo>
                    <a:pt x="46" y="117"/>
                    <a:pt x="46" y="117"/>
                    <a:pt x="46" y="117"/>
                  </a:cubicBezTo>
                  <a:cubicBezTo>
                    <a:pt x="45" y="112"/>
                    <a:pt x="45" y="112"/>
                    <a:pt x="45" y="112"/>
                  </a:cubicBezTo>
                  <a:cubicBezTo>
                    <a:pt x="44" y="108"/>
                    <a:pt x="44" y="108"/>
                    <a:pt x="44" y="108"/>
                  </a:cubicBezTo>
                  <a:cubicBezTo>
                    <a:pt x="46" y="106"/>
                    <a:pt x="46" y="106"/>
                    <a:pt x="46" y="106"/>
                  </a:cubicBezTo>
                  <a:cubicBezTo>
                    <a:pt x="51" y="106"/>
                    <a:pt x="51" y="106"/>
                    <a:pt x="51" y="106"/>
                  </a:cubicBezTo>
                  <a:cubicBezTo>
                    <a:pt x="55" y="104"/>
                    <a:pt x="55" y="104"/>
                    <a:pt x="55" y="104"/>
                  </a:cubicBezTo>
                  <a:cubicBezTo>
                    <a:pt x="54" y="100"/>
                    <a:pt x="54" y="100"/>
                    <a:pt x="54" y="100"/>
                  </a:cubicBezTo>
                  <a:cubicBezTo>
                    <a:pt x="51" y="94"/>
                    <a:pt x="51" y="94"/>
                    <a:pt x="51" y="94"/>
                  </a:cubicBezTo>
                  <a:cubicBezTo>
                    <a:pt x="49" y="86"/>
                    <a:pt x="49" y="86"/>
                    <a:pt x="49" y="86"/>
                  </a:cubicBezTo>
                  <a:cubicBezTo>
                    <a:pt x="50" y="82"/>
                    <a:pt x="50" y="82"/>
                    <a:pt x="50" y="82"/>
                  </a:cubicBezTo>
                  <a:cubicBezTo>
                    <a:pt x="49" y="75"/>
                    <a:pt x="49" y="75"/>
                    <a:pt x="49" y="75"/>
                  </a:cubicBezTo>
                  <a:cubicBezTo>
                    <a:pt x="47" y="70"/>
                    <a:pt x="47" y="70"/>
                    <a:pt x="47" y="70"/>
                  </a:cubicBezTo>
                  <a:cubicBezTo>
                    <a:pt x="45" y="66"/>
                    <a:pt x="45" y="66"/>
                    <a:pt x="45" y="66"/>
                  </a:cubicBezTo>
                  <a:cubicBezTo>
                    <a:pt x="48" y="62"/>
                    <a:pt x="48" y="62"/>
                    <a:pt x="48" y="62"/>
                  </a:cubicBezTo>
                  <a:cubicBezTo>
                    <a:pt x="52" y="59"/>
                    <a:pt x="52" y="59"/>
                    <a:pt x="52" y="59"/>
                  </a:cubicBezTo>
                  <a:cubicBezTo>
                    <a:pt x="53" y="55"/>
                    <a:pt x="53" y="55"/>
                    <a:pt x="53" y="55"/>
                  </a:cubicBezTo>
                  <a:cubicBezTo>
                    <a:pt x="52" y="51"/>
                    <a:pt x="52" y="51"/>
                    <a:pt x="52" y="51"/>
                  </a:cubicBezTo>
                  <a:cubicBezTo>
                    <a:pt x="51" y="47"/>
                    <a:pt x="51" y="47"/>
                    <a:pt x="51" y="47"/>
                  </a:cubicBezTo>
                  <a:cubicBezTo>
                    <a:pt x="52" y="44"/>
                    <a:pt x="52" y="44"/>
                    <a:pt x="52" y="44"/>
                  </a:cubicBezTo>
                  <a:cubicBezTo>
                    <a:pt x="57" y="41"/>
                    <a:pt x="57" y="41"/>
                    <a:pt x="57" y="41"/>
                  </a:cubicBezTo>
                  <a:cubicBezTo>
                    <a:pt x="59" y="37"/>
                    <a:pt x="59" y="37"/>
                    <a:pt x="59" y="37"/>
                  </a:cubicBezTo>
                  <a:cubicBezTo>
                    <a:pt x="61" y="37"/>
                    <a:pt x="61" y="37"/>
                    <a:pt x="61" y="37"/>
                  </a:cubicBezTo>
                  <a:cubicBezTo>
                    <a:pt x="64" y="39"/>
                    <a:pt x="64" y="39"/>
                    <a:pt x="64" y="39"/>
                  </a:cubicBezTo>
                  <a:cubicBezTo>
                    <a:pt x="68" y="39"/>
                    <a:pt x="68" y="39"/>
                    <a:pt x="68" y="39"/>
                  </a:cubicBezTo>
                  <a:cubicBezTo>
                    <a:pt x="72" y="36"/>
                    <a:pt x="72" y="36"/>
                    <a:pt x="72" y="36"/>
                  </a:cubicBezTo>
                  <a:cubicBezTo>
                    <a:pt x="75" y="32"/>
                    <a:pt x="75" y="32"/>
                    <a:pt x="75" y="32"/>
                  </a:cubicBezTo>
                  <a:cubicBezTo>
                    <a:pt x="81" y="30"/>
                    <a:pt x="81" y="30"/>
                    <a:pt x="81" y="30"/>
                  </a:cubicBezTo>
                  <a:cubicBezTo>
                    <a:pt x="87" y="31"/>
                    <a:pt x="87" y="31"/>
                    <a:pt x="87" y="31"/>
                  </a:cubicBezTo>
                  <a:cubicBezTo>
                    <a:pt x="90" y="30"/>
                    <a:pt x="90" y="30"/>
                    <a:pt x="90" y="30"/>
                  </a:cubicBezTo>
                  <a:cubicBezTo>
                    <a:pt x="93" y="26"/>
                    <a:pt x="93" y="26"/>
                    <a:pt x="93" y="26"/>
                  </a:cubicBezTo>
                  <a:cubicBezTo>
                    <a:pt x="96" y="23"/>
                    <a:pt x="96" y="23"/>
                    <a:pt x="96" y="23"/>
                  </a:cubicBezTo>
                  <a:cubicBezTo>
                    <a:pt x="105" y="23"/>
                    <a:pt x="105" y="23"/>
                    <a:pt x="105" y="23"/>
                  </a:cubicBezTo>
                  <a:cubicBezTo>
                    <a:pt x="113" y="23"/>
                    <a:pt x="113" y="23"/>
                    <a:pt x="113" y="23"/>
                  </a:cubicBezTo>
                  <a:cubicBezTo>
                    <a:pt x="119" y="20"/>
                    <a:pt x="119" y="20"/>
                    <a:pt x="119" y="20"/>
                  </a:cubicBezTo>
                  <a:cubicBezTo>
                    <a:pt x="124" y="20"/>
                    <a:pt x="124" y="20"/>
                    <a:pt x="124" y="20"/>
                  </a:cubicBezTo>
                  <a:cubicBezTo>
                    <a:pt x="128" y="20"/>
                    <a:pt x="128" y="20"/>
                    <a:pt x="128" y="20"/>
                  </a:cubicBezTo>
                  <a:cubicBezTo>
                    <a:pt x="130" y="21"/>
                    <a:pt x="130" y="21"/>
                    <a:pt x="130" y="21"/>
                  </a:cubicBezTo>
                  <a:cubicBezTo>
                    <a:pt x="134" y="19"/>
                    <a:pt x="134" y="19"/>
                    <a:pt x="134" y="19"/>
                  </a:cubicBezTo>
                  <a:cubicBezTo>
                    <a:pt x="135" y="14"/>
                    <a:pt x="135" y="14"/>
                    <a:pt x="135" y="14"/>
                  </a:cubicBezTo>
                  <a:cubicBezTo>
                    <a:pt x="138" y="7"/>
                    <a:pt x="138" y="7"/>
                    <a:pt x="138" y="7"/>
                  </a:cubicBezTo>
                  <a:cubicBezTo>
                    <a:pt x="143" y="6"/>
                    <a:pt x="143" y="6"/>
                    <a:pt x="143" y="6"/>
                  </a:cubicBezTo>
                  <a:cubicBezTo>
                    <a:pt x="148" y="9"/>
                    <a:pt x="148" y="9"/>
                    <a:pt x="148" y="9"/>
                  </a:cubicBezTo>
                  <a:cubicBezTo>
                    <a:pt x="154" y="10"/>
                    <a:pt x="154" y="10"/>
                    <a:pt x="154" y="10"/>
                  </a:cubicBezTo>
                  <a:cubicBezTo>
                    <a:pt x="158" y="8"/>
                    <a:pt x="158" y="8"/>
                    <a:pt x="158" y="8"/>
                  </a:cubicBezTo>
                  <a:cubicBezTo>
                    <a:pt x="163" y="4"/>
                    <a:pt x="163" y="4"/>
                    <a:pt x="163" y="4"/>
                  </a:cubicBezTo>
                  <a:cubicBezTo>
                    <a:pt x="168" y="0"/>
                    <a:pt x="168" y="0"/>
                    <a:pt x="168" y="0"/>
                  </a:cubicBezTo>
                  <a:cubicBezTo>
                    <a:pt x="172" y="3"/>
                    <a:pt x="172" y="3"/>
                    <a:pt x="172" y="3"/>
                  </a:cubicBezTo>
                  <a:cubicBezTo>
                    <a:pt x="177" y="8"/>
                    <a:pt x="177" y="8"/>
                    <a:pt x="177" y="8"/>
                  </a:cubicBezTo>
                  <a:cubicBezTo>
                    <a:pt x="181" y="10"/>
                    <a:pt x="181" y="10"/>
                    <a:pt x="181" y="10"/>
                  </a:cubicBezTo>
                  <a:cubicBezTo>
                    <a:pt x="186" y="11"/>
                    <a:pt x="186" y="11"/>
                    <a:pt x="186" y="11"/>
                  </a:cubicBezTo>
                  <a:cubicBezTo>
                    <a:pt x="191" y="10"/>
                    <a:pt x="191" y="10"/>
                    <a:pt x="191" y="10"/>
                  </a:cubicBezTo>
                  <a:cubicBezTo>
                    <a:pt x="191" y="7"/>
                    <a:pt x="191" y="7"/>
                    <a:pt x="191" y="7"/>
                  </a:cubicBezTo>
                  <a:cubicBezTo>
                    <a:pt x="191" y="3"/>
                    <a:pt x="191" y="3"/>
                    <a:pt x="191" y="3"/>
                  </a:cubicBezTo>
                  <a:cubicBezTo>
                    <a:pt x="194" y="2"/>
                    <a:pt x="194" y="2"/>
                    <a:pt x="194" y="2"/>
                  </a:cubicBezTo>
                  <a:cubicBezTo>
                    <a:pt x="197" y="6"/>
                    <a:pt x="197" y="6"/>
                    <a:pt x="197" y="6"/>
                  </a:cubicBezTo>
                  <a:cubicBezTo>
                    <a:pt x="199" y="11"/>
                    <a:pt x="199" y="11"/>
                    <a:pt x="199" y="11"/>
                  </a:cubicBezTo>
                  <a:cubicBezTo>
                    <a:pt x="204" y="13"/>
                    <a:pt x="204" y="13"/>
                    <a:pt x="204" y="13"/>
                  </a:cubicBezTo>
                  <a:cubicBezTo>
                    <a:pt x="207" y="11"/>
                    <a:pt x="207" y="11"/>
                    <a:pt x="207" y="11"/>
                  </a:cubicBezTo>
                  <a:cubicBezTo>
                    <a:pt x="208" y="12"/>
                    <a:pt x="208" y="12"/>
                    <a:pt x="208" y="12"/>
                  </a:cubicBezTo>
                  <a:cubicBezTo>
                    <a:pt x="209" y="13"/>
                    <a:pt x="209" y="13"/>
                    <a:pt x="209" y="13"/>
                  </a:cubicBezTo>
                  <a:cubicBezTo>
                    <a:pt x="209" y="16"/>
                    <a:pt x="209" y="16"/>
                    <a:pt x="209" y="16"/>
                  </a:cubicBezTo>
                  <a:cubicBezTo>
                    <a:pt x="209" y="20"/>
                    <a:pt x="209" y="20"/>
                    <a:pt x="209" y="20"/>
                  </a:cubicBezTo>
                  <a:cubicBezTo>
                    <a:pt x="212" y="21"/>
                    <a:pt x="212" y="21"/>
                    <a:pt x="212" y="21"/>
                  </a:cubicBezTo>
                  <a:cubicBezTo>
                    <a:pt x="214" y="18"/>
                    <a:pt x="214" y="18"/>
                    <a:pt x="214" y="18"/>
                  </a:cubicBezTo>
                  <a:cubicBezTo>
                    <a:pt x="218" y="16"/>
                    <a:pt x="218" y="16"/>
                    <a:pt x="218" y="16"/>
                  </a:cubicBezTo>
                  <a:cubicBezTo>
                    <a:pt x="222" y="18"/>
                    <a:pt x="222" y="18"/>
                    <a:pt x="222" y="18"/>
                  </a:cubicBezTo>
                  <a:cubicBezTo>
                    <a:pt x="224" y="21"/>
                    <a:pt x="224" y="21"/>
                    <a:pt x="224" y="21"/>
                  </a:cubicBezTo>
                  <a:cubicBezTo>
                    <a:pt x="227" y="22"/>
                    <a:pt x="227" y="22"/>
                    <a:pt x="227" y="22"/>
                  </a:cubicBezTo>
                  <a:cubicBezTo>
                    <a:pt x="227" y="25"/>
                    <a:pt x="227" y="25"/>
                    <a:pt x="227" y="25"/>
                  </a:cubicBezTo>
                  <a:cubicBezTo>
                    <a:pt x="227" y="28"/>
                    <a:pt x="227" y="28"/>
                    <a:pt x="227" y="28"/>
                  </a:cubicBezTo>
                  <a:cubicBezTo>
                    <a:pt x="224" y="30"/>
                    <a:pt x="224" y="30"/>
                    <a:pt x="224" y="30"/>
                  </a:cubicBezTo>
                  <a:cubicBezTo>
                    <a:pt x="222" y="34"/>
                    <a:pt x="222" y="34"/>
                    <a:pt x="222" y="34"/>
                  </a:cubicBezTo>
                  <a:cubicBezTo>
                    <a:pt x="225" y="37"/>
                    <a:pt x="225" y="37"/>
                    <a:pt x="225" y="37"/>
                  </a:cubicBezTo>
                  <a:cubicBezTo>
                    <a:pt x="230" y="36"/>
                    <a:pt x="230" y="36"/>
                    <a:pt x="230" y="36"/>
                  </a:cubicBezTo>
                  <a:cubicBezTo>
                    <a:pt x="232" y="38"/>
                    <a:pt x="232" y="38"/>
                    <a:pt x="232" y="38"/>
                  </a:cubicBezTo>
                  <a:cubicBezTo>
                    <a:pt x="236" y="43"/>
                    <a:pt x="236" y="43"/>
                    <a:pt x="236" y="43"/>
                  </a:cubicBezTo>
                  <a:cubicBezTo>
                    <a:pt x="235" y="49"/>
                    <a:pt x="235" y="49"/>
                    <a:pt x="235" y="49"/>
                  </a:cubicBezTo>
                  <a:cubicBezTo>
                    <a:pt x="233" y="53"/>
                    <a:pt x="233" y="53"/>
                    <a:pt x="233" y="53"/>
                  </a:cubicBezTo>
                  <a:cubicBezTo>
                    <a:pt x="231" y="58"/>
                    <a:pt x="231" y="58"/>
                    <a:pt x="231" y="58"/>
                  </a:cubicBezTo>
                  <a:cubicBezTo>
                    <a:pt x="233" y="61"/>
                    <a:pt x="233" y="61"/>
                    <a:pt x="233" y="61"/>
                  </a:cubicBezTo>
                  <a:cubicBezTo>
                    <a:pt x="236" y="64"/>
                    <a:pt x="236" y="64"/>
                    <a:pt x="236" y="64"/>
                  </a:cubicBezTo>
                  <a:cubicBezTo>
                    <a:pt x="236" y="66"/>
                    <a:pt x="236" y="66"/>
                    <a:pt x="236" y="66"/>
                  </a:cubicBezTo>
                  <a:cubicBezTo>
                    <a:pt x="233" y="67"/>
                    <a:pt x="233" y="67"/>
                    <a:pt x="233" y="67"/>
                  </a:cubicBezTo>
                  <a:cubicBezTo>
                    <a:pt x="230" y="69"/>
                    <a:pt x="230" y="69"/>
                    <a:pt x="230" y="69"/>
                  </a:cubicBezTo>
                  <a:cubicBezTo>
                    <a:pt x="229" y="72"/>
                    <a:pt x="229" y="72"/>
                    <a:pt x="229" y="72"/>
                  </a:cubicBezTo>
                  <a:cubicBezTo>
                    <a:pt x="232" y="74"/>
                    <a:pt x="232" y="74"/>
                    <a:pt x="232" y="74"/>
                  </a:cubicBezTo>
                  <a:cubicBezTo>
                    <a:pt x="234" y="75"/>
                    <a:pt x="234" y="75"/>
                    <a:pt x="234" y="75"/>
                  </a:cubicBezTo>
                  <a:cubicBezTo>
                    <a:pt x="237" y="78"/>
                    <a:pt x="237" y="78"/>
                    <a:pt x="237" y="78"/>
                  </a:cubicBezTo>
                  <a:cubicBezTo>
                    <a:pt x="238" y="81"/>
                    <a:pt x="238" y="81"/>
                    <a:pt x="238" y="81"/>
                  </a:cubicBezTo>
                  <a:cubicBezTo>
                    <a:pt x="240" y="82"/>
                    <a:pt x="240" y="82"/>
                    <a:pt x="240" y="82"/>
                  </a:cubicBezTo>
                  <a:cubicBezTo>
                    <a:pt x="245" y="83"/>
                    <a:pt x="245" y="83"/>
                    <a:pt x="245" y="83"/>
                  </a:cubicBezTo>
                  <a:cubicBezTo>
                    <a:pt x="248" y="80"/>
                    <a:pt x="248" y="80"/>
                    <a:pt x="248" y="80"/>
                  </a:cubicBezTo>
                  <a:cubicBezTo>
                    <a:pt x="251" y="75"/>
                    <a:pt x="251" y="75"/>
                    <a:pt x="251" y="75"/>
                  </a:cubicBezTo>
                  <a:cubicBezTo>
                    <a:pt x="255" y="73"/>
                    <a:pt x="255" y="73"/>
                    <a:pt x="255" y="73"/>
                  </a:cubicBezTo>
                  <a:cubicBezTo>
                    <a:pt x="257" y="69"/>
                    <a:pt x="257" y="69"/>
                    <a:pt x="257" y="69"/>
                  </a:cubicBezTo>
                  <a:cubicBezTo>
                    <a:pt x="259" y="67"/>
                    <a:pt x="259" y="67"/>
                    <a:pt x="259" y="67"/>
                  </a:cubicBezTo>
                  <a:cubicBezTo>
                    <a:pt x="263" y="68"/>
                    <a:pt x="263" y="68"/>
                    <a:pt x="263" y="68"/>
                  </a:cubicBezTo>
                  <a:cubicBezTo>
                    <a:pt x="265" y="70"/>
                    <a:pt x="265" y="70"/>
                    <a:pt x="265" y="70"/>
                  </a:cubicBezTo>
                  <a:cubicBezTo>
                    <a:pt x="268" y="69"/>
                    <a:pt x="268" y="69"/>
                    <a:pt x="268" y="69"/>
                  </a:cubicBezTo>
                  <a:cubicBezTo>
                    <a:pt x="269" y="67"/>
                    <a:pt x="269" y="67"/>
                    <a:pt x="269" y="67"/>
                  </a:cubicBezTo>
                  <a:cubicBezTo>
                    <a:pt x="270" y="64"/>
                    <a:pt x="270" y="64"/>
                    <a:pt x="270" y="64"/>
                  </a:cubicBezTo>
                  <a:cubicBezTo>
                    <a:pt x="274" y="64"/>
                    <a:pt x="274" y="64"/>
                    <a:pt x="274" y="64"/>
                  </a:cubicBezTo>
                  <a:cubicBezTo>
                    <a:pt x="276" y="67"/>
                    <a:pt x="276" y="67"/>
                    <a:pt x="276" y="67"/>
                  </a:cubicBezTo>
                  <a:cubicBezTo>
                    <a:pt x="280" y="69"/>
                    <a:pt x="280" y="69"/>
                    <a:pt x="280" y="69"/>
                  </a:cubicBezTo>
                  <a:cubicBezTo>
                    <a:pt x="282" y="71"/>
                    <a:pt x="282" y="71"/>
                    <a:pt x="282" y="71"/>
                  </a:cubicBezTo>
                  <a:cubicBezTo>
                    <a:pt x="282" y="74"/>
                    <a:pt x="282" y="74"/>
                    <a:pt x="282" y="74"/>
                  </a:cubicBezTo>
                  <a:cubicBezTo>
                    <a:pt x="284" y="77"/>
                    <a:pt x="284" y="77"/>
                    <a:pt x="284" y="77"/>
                  </a:cubicBezTo>
                  <a:cubicBezTo>
                    <a:pt x="287" y="77"/>
                    <a:pt x="287" y="77"/>
                    <a:pt x="287" y="77"/>
                  </a:cubicBezTo>
                  <a:cubicBezTo>
                    <a:pt x="292" y="81"/>
                    <a:pt x="292" y="81"/>
                    <a:pt x="292" y="81"/>
                  </a:cubicBezTo>
                  <a:cubicBezTo>
                    <a:pt x="293" y="84"/>
                    <a:pt x="293" y="84"/>
                    <a:pt x="293" y="84"/>
                  </a:cubicBezTo>
                  <a:cubicBezTo>
                    <a:pt x="297" y="85"/>
                    <a:pt x="297" y="85"/>
                    <a:pt x="297" y="85"/>
                  </a:cubicBezTo>
                  <a:cubicBezTo>
                    <a:pt x="300" y="82"/>
                    <a:pt x="300" y="82"/>
                    <a:pt x="300" y="82"/>
                  </a:cubicBezTo>
                  <a:cubicBezTo>
                    <a:pt x="303" y="84"/>
                    <a:pt x="303" y="84"/>
                    <a:pt x="303" y="84"/>
                  </a:cubicBezTo>
                  <a:cubicBezTo>
                    <a:pt x="305" y="88"/>
                    <a:pt x="305" y="88"/>
                    <a:pt x="305" y="88"/>
                  </a:cubicBezTo>
                  <a:cubicBezTo>
                    <a:pt x="308" y="87"/>
                    <a:pt x="308" y="87"/>
                    <a:pt x="308" y="87"/>
                  </a:cubicBezTo>
                  <a:cubicBezTo>
                    <a:pt x="312" y="85"/>
                    <a:pt x="312" y="85"/>
                    <a:pt x="312" y="85"/>
                  </a:cubicBezTo>
                  <a:cubicBezTo>
                    <a:pt x="319" y="84"/>
                    <a:pt x="319" y="84"/>
                    <a:pt x="319" y="84"/>
                  </a:cubicBezTo>
                  <a:cubicBezTo>
                    <a:pt x="325" y="85"/>
                    <a:pt x="325" y="85"/>
                    <a:pt x="325" y="85"/>
                  </a:cubicBezTo>
                  <a:cubicBezTo>
                    <a:pt x="329" y="87"/>
                    <a:pt x="329" y="87"/>
                    <a:pt x="329" y="87"/>
                  </a:cubicBezTo>
                  <a:cubicBezTo>
                    <a:pt x="334" y="88"/>
                    <a:pt x="334" y="88"/>
                    <a:pt x="334" y="88"/>
                  </a:cubicBezTo>
                  <a:cubicBezTo>
                    <a:pt x="338" y="84"/>
                    <a:pt x="338" y="84"/>
                    <a:pt x="338" y="84"/>
                  </a:cubicBezTo>
                  <a:cubicBezTo>
                    <a:pt x="345" y="81"/>
                    <a:pt x="345" y="81"/>
                    <a:pt x="345" y="81"/>
                  </a:cubicBezTo>
                  <a:cubicBezTo>
                    <a:pt x="353" y="79"/>
                    <a:pt x="353" y="79"/>
                    <a:pt x="353" y="79"/>
                  </a:cubicBezTo>
                  <a:cubicBezTo>
                    <a:pt x="360" y="80"/>
                    <a:pt x="360" y="80"/>
                    <a:pt x="360" y="80"/>
                  </a:cubicBezTo>
                  <a:cubicBezTo>
                    <a:pt x="364" y="80"/>
                    <a:pt x="364" y="80"/>
                    <a:pt x="364" y="80"/>
                  </a:cubicBezTo>
                  <a:cubicBezTo>
                    <a:pt x="367" y="77"/>
                    <a:pt x="367" y="77"/>
                    <a:pt x="367" y="77"/>
                  </a:cubicBezTo>
                  <a:cubicBezTo>
                    <a:pt x="371" y="76"/>
                    <a:pt x="371" y="76"/>
                    <a:pt x="371" y="76"/>
                  </a:cubicBezTo>
                  <a:cubicBezTo>
                    <a:pt x="372" y="77"/>
                    <a:pt x="372" y="77"/>
                    <a:pt x="372" y="77"/>
                  </a:cubicBezTo>
                  <a:cubicBezTo>
                    <a:pt x="373" y="80"/>
                    <a:pt x="373" y="80"/>
                    <a:pt x="373" y="80"/>
                  </a:cubicBezTo>
                  <a:cubicBezTo>
                    <a:pt x="377" y="82"/>
                    <a:pt x="377" y="82"/>
                    <a:pt x="377" y="82"/>
                  </a:cubicBezTo>
                  <a:cubicBezTo>
                    <a:pt x="379" y="81"/>
                    <a:pt x="379" y="81"/>
                    <a:pt x="379" y="81"/>
                  </a:cubicBezTo>
                  <a:cubicBezTo>
                    <a:pt x="380" y="75"/>
                    <a:pt x="380" y="75"/>
                    <a:pt x="380" y="75"/>
                  </a:cubicBezTo>
                  <a:cubicBezTo>
                    <a:pt x="383" y="71"/>
                    <a:pt x="383" y="71"/>
                    <a:pt x="383" y="71"/>
                  </a:cubicBezTo>
                  <a:cubicBezTo>
                    <a:pt x="386" y="66"/>
                    <a:pt x="386" y="66"/>
                    <a:pt x="386" y="66"/>
                  </a:cubicBezTo>
                  <a:cubicBezTo>
                    <a:pt x="387" y="60"/>
                    <a:pt x="387" y="60"/>
                    <a:pt x="387" y="60"/>
                  </a:cubicBezTo>
                  <a:cubicBezTo>
                    <a:pt x="386" y="55"/>
                    <a:pt x="386" y="55"/>
                    <a:pt x="386" y="55"/>
                  </a:cubicBezTo>
                  <a:cubicBezTo>
                    <a:pt x="386" y="51"/>
                    <a:pt x="386" y="51"/>
                    <a:pt x="386" y="51"/>
                  </a:cubicBezTo>
                  <a:cubicBezTo>
                    <a:pt x="389" y="49"/>
                    <a:pt x="389" y="49"/>
                    <a:pt x="389" y="49"/>
                  </a:cubicBezTo>
                  <a:cubicBezTo>
                    <a:pt x="391" y="50"/>
                    <a:pt x="391" y="50"/>
                    <a:pt x="391" y="50"/>
                  </a:cubicBezTo>
                  <a:cubicBezTo>
                    <a:pt x="394" y="47"/>
                    <a:pt x="394" y="47"/>
                    <a:pt x="394" y="47"/>
                  </a:cubicBezTo>
                  <a:cubicBezTo>
                    <a:pt x="394" y="40"/>
                    <a:pt x="394" y="40"/>
                    <a:pt x="394" y="40"/>
                  </a:cubicBezTo>
                  <a:cubicBezTo>
                    <a:pt x="398" y="35"/>
                    <a:pt x="398" y="35"/>
                    <a:pt x="398" y="35"/>
                  </a:cubicBezTo>
                  <a:cubicBezTo>
                    <a:pt x="401" y="31"/>
                    <a:pt x="401" y="31"/>
                    <a:pt x="401" y="31"/>
                  </a:cubicBezTo>
                  <a:cubicBezTo>
                    <a:pt x="408" y="30"/>
                    <a:pt x="408" y="30"/>
                    <a:pt x="408" y="30"/>
                  </a:cubicBezTo>
                  <a:cubicBezTo>
                    <a:pt x="412" y="31"/>
                    <a:pt x="412" y="31"/>
                    <a:pt x="412" y="31"/>
                  </a:cubicBezTo>
                  <a:cubicBezTo>
                    <a:pt x="417" y="31"/>
                    <a:pt x="417" y="31"/>
                    <a:pt x="417" y="31"/>
                  </a:cubicBezTo>
                  <a:cubicBezTo>
                    <a:pt x="419" y="32"/>
                    <a:pt x="419" y="32"/>
                    <a:pt x="419" y="32"/>
                  </a:cubicBezTo>
                  <a:cubicBezTo>
                    <a:pt x="422" y="33"/>
                    <a:pt x="422" y="33"/>
                    <a:pt x="422" y="33"/>
                  </a:cubicBezTo>
                  <a:cubicBezTo>
                    <a:pt x="428" y="33"/>
                    <a:pt x="428" y="33"/>
                    <a:pt x="428" y="33"/>
                  </a:cubicBezTo>
                  <a:cubicBezTo>
                    <a:pt x="431" y="34"/>
                    <a:pt x="431" y="34"/>
                    <a:pt x="431" y="34"/>
                  </a:cubicBezTo>
                  <a:cubicBezTo>
                    <a:pt x="434" y="38"/>
                    <a:pt x="434" y="38"/>
                    <a:pt x="434" y="38"/>
                  </a:cubicBezTo>
                  <a:cubicBezTo>
                    <a:pt x="437" y="39"/>
                    <a:pt x="437" y="39"/>
                    <a:pt x="437" y="39"/>
                  </a:cubicBezTo>
                  <a:cubicBezTo>
                    <a:pt x="440" y="36"/>
                    <a:pt x="440" y="36"/>
                    <a:pt x="440" y="36"/>
                  </a:cubicBezTo>
                  <a:cubicBezTo>
                    <a:pt x="441" y="32"/>
                    <a:pt x="441" y="32"/>
                    <a:pt x="441" y="32"/>
                  </a:cubicBezTo>
                  <a:cubicBezTo>
                    <a:pt x="445" y="30"/>
                    <a:pt x="445" y="30"/>
                    <a:pt x="445" y="30"/>
                  </a:cubicBezTo>
                  <a:cubicBezTo>
                    <a:pt x="449" y="29"/>
                    <a:pt x="449" y="29"/>
                    <a:pt x="449" y="29"/>
                  </a:cubicBezTo>
                  <a:cubicBezTo>
                    <a:pt x="456" y="29"/>
                    <a:pt x="456" y="29"/>
                    <a:pt x="456" y="29"/>
                  </a:cubicBezTo>
                  <a:cubicBezTo>
                    <a:pt x="458" y="25"/>
                    <a:pt x="458" y="25"/>
                    <a:pt x="458" y="25"/>
                  </a:cubicBezTo>
                  <a:cubicBezTo>
                    <a:pt x="461" y="22"/>
                    <a:pt x="461" y="22"/>
                    <a:pt x="461" y="22"/>
                  </a:cubicBezTo>
                  <a:cubicBezTo>
                    <a:pt x="465" y="21"/>
                    <a:pt x="465" y="21"/>
                    <a:pt x="465" y="21"/>
                  </a:cubicBezTo>
                  <a:cubicBezTo>
                    <a:pt x="465" y="21"/>
                    <a:pt x="469" y="22"/>
                    <a:pt x="470" y="22"/>
                  </a:cubicBezTo>
                  <a:cubicBezTo>
                    <a:pt x="470" y="22"/>
                    <a:pt x="473" y="20"/>
                    <a:pt x="473" y="20"/>
                  </a:cubicBezTo>
                  <a:cubicBezTo>
                    <a:pt x="476" y="17"/>
                    <a:pt x="476" y="17"/>
                    <a:pt x="476" y="17"/>
                  </a:cubicBezTo>
                  <a:cubicBezTo>
                    <a:pt x="482" y="17"/>
                    <a:pt x="482" y="17"/>
                    <a:pt x="482" y="17"/>
                  </a:cubicBezTo>
                  <a:cubicBezTo>
                    <a:pt x="486" y="19"/>
                    <a:pt x="486" y="19"/>
                    <a:pt x="486" y="19"/>
                  </a:cubicBezTo>
                  <a:cubicBezTo>
                    <a:pt x="487" y="22"/>
                    <a:pt x="487" y="22"/>
                    <a:pt x="487" y="22"/>
                  </a:cubicBezTo>
                  <a:cubicBezTo>
                    <a:pt x="492" y="23"/>
                    <a:pt x="492" y="23"/>
                    <a:pt x="492" y="23"/>
                  </a:cubicBezTo>
                  <a:cubicBezTo>
                    <a:pt x="497" y="20"/>
                    <a:pt x="497" y="20"/>
                    <a:pt x="497" y="20"/>
                  </a:cubicBezTo>
                  <a:cubicBezTo>
                    <a:pt x="500" y="20"/>
                    <a:pt x="500" y="20"/>
                    <a:pt x="500" y="20"/>
                  </a:cubicBezTo>
                  <a:cubicBezTo>
                    <a:pt x="504" y="20"/>
                    <a:pt x="504" y="20"/>
                    <a:pt x="504" y="20"/>
                  </a:cubicBezTo>
                  <a:cubicBezTo>
                    <a:pt x="504" y="20"/>
                    <a:pt x="504" y="20"/>
                    <a:pt x="504" y="20"/>
                  </a:cubicBezTo>
                  <a:cubicBezTo>
                    <a:pt x="504" y="21"/>
                    <a:pt x="505" y="23"/>
                    <a:pt x="505" y="24"/>
                  </a:cubicBezTo>
                  <a:cubicBezTo>
                    <a:pt x="506" y="25"/>
                    <a:pt x="508" y="28"/>
                    <a:pt x="509" y="29"/>
                  </a:cubicBezTo>
                  <a:cubicBezTo>
                    <a:pt x="511" y="30"/>
                    <a:pt x="515" y="32"/>
                    <a:pt x="517" y="33"/>
                  </a:cubicBezTo>
                  <a:cubicBezTo>
                    <a:pt x="520" y="34"/>
                    <a:pt x="526" y="35"/>
                    <a:pt x="528" y="36"/>
                  </a:cubicBezTo>
                  <a:cubicBezTo>
                    <a:pt x="531" y="37"/>
                    <a:pt x="536" y="37"/>
                    <a:pt x="539" y="38"/>
                  </a:cubicBezTo>
                  <a:cubicBezTo>
                    <a:pt x="541" y="39"/>
                    <a:pt x="546" y="41"/>
                    <a:pt x="548" y="42"/>
                  </a:cubicBezTo>
                  <a:cubicBezTo>
                    <a:pt x="550" y="43"/>
                    <a:pt x="553" y="46"/>
                    <a:pt x="554" y="48"/>
                  </a:cubicBezTo>
                  <a:cubicBezTo>
                    <a:pt x="554" y="50"/>
                    <a:pt x="555" y="53"/>
                    <a:pt x="555" y="55"/>
                  </a:cubicBezTo>
                  <a:cubicBezTo>
                    <a:pt x="555" y="58"/>
                    <a:pt x="555" y="65"/>
                    <a:pt x="555" y="68"/>
                  </a:cubicBezTo>
                  <a:cubicBezTo>
                    <a:pt x="555" y="71"/>
                    <a:pt x="556" y="76"/>
                    <a:pt x="556" y="79"/>
                  </a:cubicBezTo>
                  <a:cubicBezTo>
                    <a:pt x="557" y="81"/>
                    <a:pt x="557" y="84"/>
                    <a:pt x="558" y="86"/>
                  </a:cubicBezTo>
                  <a:cubicBezTo>
                    <a:pt x="559" y="88"/>
                    <a:pt x="562" y="90"/>
                    <a:pt x="564" y="92"/>
                  </a:cubicBezTo>
                  <a:cubicBezTo>
                    <a:pt x="565" y="93"/>
                    <a:pt x="567" y="95"/>
                    <a:pt x="567" y="97"/>
                  </a:cubicBezTo>
                  <a:cubicBezTo>
                    <a:pt x="568" y="98"/>
                    <a:pt x="568" y="101"/>
                    <a:pt x="568" y="103"/>
                  </a:cubicBezTo>
                  <a:cubicBezTo>
                    <a:pt x="569" y="108"/>
                    <a:pt x="568" y="119"/>
                    <a:pt x="568" y="124"/>
                  </a:cubicBezTo>
                  <a:cubicBezTo>
                    <a:pt x="567" y="128"/>
                    <a:pt x="567" y="137"/>
                    <a:pt x="566" y="142"/>
                  </a:cubicBezTo>
                  <a:cubicBezTo>
                    <a:pt x="566" y="146"/>
                    <a:pt x="565" y="156"/>
                    <a:pt x="564" y="160"/>
                  </a:cubicBezTo>
                  <a:cubicBezTo>
                    <a:pt x="563" y="165"/>
                    <a:pt x="560" y="176"/>
                    <a:pt x="559" y="181"/>
                  </a:cubicBezTo>
                  <a:cubicBezTo>
                    <a:pt x="558" y="183"/>
                    <a:pt x="557" y="188"/>
                    <a:pt x="556" y="190"/>
                  </a:cubicBezTo>
                  <a:cubicBezTo>
                    <a:pt x="556" y="191"/>
                    <a:pt x="555" y="192"/>
                    <a:pt x="555" y="193"/>
                  </a:cubicBezTo>
                  <a:cubicBezTo>
                    <a:pt x="554" y="193"/>
                    <a:pt x="551" y="194"/>
                    <a:pt x="551" y="195"/>
                  </a:cubicBezTo>
                  <a:cubicBezTo>
                    <a:pt x="550" y="196"/>
                    <a:pt x="550" y="199"/>
                    <a:pt x="550" y="201"/>
                  </a:cubicBezTo>
                  <a:cubicBezTo>
                    <a:pt x="550" y="203"/>
                    <a:pt x="550" y="206"/>
                    <a:pt x="549" y="208"/>
                  </a:cubicBezTo>
                  <a:cubicBezTo>
                    <a:pt x="549" y="209"/>
                    <a:pt x="546" y="211"/>
                    <a:pt x="545" y="212"/>
                  </a:cubicBezTo>
                  <a:cubicBezTo>
                    <a:pt x="544" y="212"/>
                    <a:pt x="542" y="214"/>
                    <a:pt x="542" y="215"/>
                  </a:cubicBezTo>
                  <a:cubicBezTo>
                    <a:pt x="541" y="216"/>
                    <a:pt x="541" y="220"/>
                    <a:pt x="541" y="222"/>
                  </a:cubicBezTo>
                  <a:cubicBezTo>
                    <a:pt x="540" y="224"/>
                    <a:pt x="539" y="229"/>
                    <a:pt x="539" y="229"/>
                  </a:cubicBezTo>
                  <a:cubicBezTo>
                    <a:pt x="538" y="229"/>
                    <a:pt x="537" y="234"/>
                    <a:pt x="535" y="234"/>
                  </a:cubicBezTo>
                  <a:cubicBezTo>
                    <a:pt x="533" y="235"/>
                    <a:pt x="528" y="234"/>
                    <a:pt x="526" y="234"/>
                  </a:cubicBezTo>
                  <a:cubicBezTo>
                    <a:pt x="525" y="233"/>
                    <a:pt x="523" y="231"/>
                    <a:pt x="522" y="231"/>
                  </a:cubicBezTo>
                  <a:cubicBezTo>
                    <a:pt x="521" y="230"/>
                    <a:pt x="520" y="228"/>
                    <a:pt x="519" y="228"/>
                  </a:cubicBezTo>
                  <a:cubicBezTo>
                    <a:pt x="517" y="227"/>
                    <a:pt x="513" y="226"/>
                    <a:pt x="511" y="226"/>
                  </a:cubicBezTo>
                  <a:cubicBezTo>
                    <a:pt x="510" y="226"/>
                    <a:pt x="507" y="227"/>
                    <a:pt x="505" y="227"/>
                  </a:cubicBezTo>
                  <a:cubicBezTo>
                    <a:pt x="504" y="227"/>
                    <a:pt x="502" y="227"/>
                    <a:pt x="501" y="226"/>
                  </a:cubicBezTo>
                  <a:cubicBezTo>
                    <a:pt x="500" y="226"/>
                    <a:pt x="499" y="224"/>
                    <a:pt x="498" y="223"/>
                  </a:cubicBezTo>
                  <a:cubicBezTo>
                    <a:pt x="498" y="222"/>
                    <a:pt x="500" y="219"/>
                    <a:pt x="500" y="218"/>
                  </a:cubicBezTo>
                  <a:cubicBezTo>
                    <a:pt x="500" y="216"/>
                    <a:pt x="500" y="213"/>
                    <a:pt x="501" y="212"/>
                  </a:cubicBezTo>
                  <a:cubicBezTo>
                    <a:pt x="502" y="211"/>
                    <a:pt x="504" y="210"/>
                    <a:pt x="505" y="209"/>
                  </a:cubicBezTo>
                  <a:cubicBezTo>
                    <a:pt x="505" y="208"/>
                    <a:pt x="505" y="206"/>
                    <a:pt x="504" y="205"/>
                  </a:cubicBezTo>
                  <a:cubicBezTo>
                    <a:pt x="503" y="204"/>
                    <a:pt x="500" y="207"/>
                    <a:pt x="499" y="207"/>
                  </a:cubicBezTo>
                  <a:cubicBezTo>
                    <a:pt x="498" y="208"/>
                    <a:pt x="495" y="209"/>
                    <a:pt x="494" y="209"/>
                  </a:cubicBezTo>
                  <a:cubicBezTo>
                    <a:pt x="493" y="209"/>
                    <a:pt x="490" y="209"/>
                    <a:pt x="490" y="209"/>
                  </a:cubicBezTo>
                  <a:cubicBezTo>
                    <a:pt x="489" y="208"/>
                    <a:pt x="490" y="205"/>
                    <a:pt x="490" y="204"/>
                  </a:cubicBezTo>
                  <a:cubicBezTo>
                    <a:pt x="491" y="203"/>
                    <a:pt x="493" y="201"/>
                    <a:pt x="493" y="200"/>
                  </a:cubicBezTo>
                  <a:cubicBezTo>
                    <a:pt x="494" y="198"/>
                    <a:pt x="494" y="195"/>
                    <a:pt x="494" y="193"/>
                  </a:cubicBezTo>
                  <a:cubicBezTo>
                    <a:pt x="494" y="192"/>
                    <a:pt x="494" y="189"/>
                    <a:pt x="494" y="188"/>
                  </a:cubicBezTo>
                  <a:cubicBezTo>
                    <a:pt x="493" y="187"/>
                    <a:pt x="489" y="186"/>
                    <a:pt x="487" y="185"/>
                  </a:cubicBezTo>
                  <a:cubicBezTo>
                    <a:pt x="486" y="184"/>
                    <a:pt x="483" y="184"/>
                    <a:pt x="481" y="183"/>
                  </a:cubicBezTo>
                  <a:cubicBezTo>
                    <a:pt x="479" y="182"/>
                    <a:pt x="477" y="178"/>
                    <a:pt x="474" y="177"/>
                  </a:cubicBezTo>
                  <a:cubicBezTo>
                    <a:pt x="473" y="176"/>
                    <a:pt x="469" y="175"/>
                    <a:pt x="467" y="175"/>
                  </a:cubicBezTo>
                  <a:cubicBezTo>
                    <a:pt x="466" y="176"/>
                    <a:pt x="465" y="178"/>
                    <a:pt x="464" y="178"/>
                  </a:cubicBezTo>
                  <a:cubicBezTo>
                    <a:pt x="463" y="179"/>
                    <a:pt x="461" y="180"/>
                    <a:pt x="460" y="180"/>
                  </a:cubicBezTo>
                  <a:cubicBezTo>
                    <a:pt x="458" y="180"/>
                    <a:pt x="455" y="178"/>
                    <a:pt x="454" y="178"/>
                  </a:cubicBezTo>
                  <a:cubicBezTo>
                    <a:pt x="454" y="177"/>
                    <a:pt x="452" y="175"/>
                    <a:pt x="451" y="175"/>
                  </a:cubicBezTo>
                  <a:cubicBezTo>
                    <a:pt x="449" y="173"/>
                    <a:pt x="444" y="172"/>
                    <a:pt x="441" y="172"/>
                  </a:cubicBezTo>
                  <a:cubicBezTo>
                    <a:pt x="441" y="172"/>
                    <a:pt x="440" y="172"/>
                    <a:pt x="439" y="172"/>
                  </a:cubicBezTo>
                  <a:cubicBezTo>
                    <a:pt x="438" y="173"/>
                    <a:pt x="437" y="176"/>
                    <a:pt x="437" y="177"/>
                  </a:cubicBezTo>
                  <a:cubicBezTo>
                    <a:pt x="436" y="178"/>
                    <a:pt x="437" y="179"/>
                    <a:pt x="437" y="180"/>
                  </a:cubicBezTo>
                  <a:cubicBezTo>
                    <a:pt x="436" y="182"/>
                    <a:pt x="433" y="186"/>
                    <a:pt x="433" y="188"/>
                  </a:cubicBezTo>
                  <a:cubicBezTo>
                    <a:pt x="433" y="188"/>
                    <a:pt x="432" y="190"/>
                    <a:pt x="433" y="191"/>
                  </a:cubicBezTo>
                  <a:cubicBezTo>
                    <a:pt x="433" y="191"/>
                    <a:pt x="436" y="193"/>
                    <a:pt x="436" y="193"/>
                  </a:cubicBezTo>
                  <a:cubicBezTo>
                    <a:pt x="436" y="193"/>
                    <a:pt x="439" y="193"/>
                    <a:pt x="440" y="193"/>
                  </a:cubicBezTo>
                  <a:cubicBezTo>
                    <a:pt x="441" y="194"/>
                    <a:pt x="444" y="194"/>
                    <a:pt x="445" y="195"/>
                  </a:cubicBezTo>
                  <a:cubicBezTo>
                    <a:pt x="445" y="196"/>
                    <a:pt x="445" y="198"/>
                    <a:pt x="446" y="199"/>
                  </a:cubicBezTo>
                  <a:cubicBezTo>
                    <a:pt x="447" y="200"/>
                    <a:pt x="451" y="201"/>
                    <a:pt x="452" y="202"/>
                  </a:cubicBezTo>
                  <a:cubicBezTo>
                    <a:pt x="454" y="202"/>
                    <a:pt x="457" y="202"/>
                    <a:pt x="458" y="203"/>
                  </a:cubicBezTo>
                  <a:cubicBezTo>
                    <a:pt x="459" y="204"/>
                    <a:pt x="459" y="207"/>
                    <a:pt x="459" y="209"/>
                  </a:cubicBezTo>
                  <a:cubicBezTo>
                    <a:pt x="459" y="210"/>
                    <a:pt x="458" y="214"/>
                    <a:pt x="457" y="215"/>
                  </a:cubicBezTo>
                  <a:cubicBezTo>
                    <a:pt x="457" y="216"/>
                    <a:pt x="454" y="216"/>
                    <a:pt x="453" y="217"/>
                  </a:cubicBezTo>
                  <a:cubicBezTo>
                    <a:pt x="452" y="218"/>
                    <a:pt x="448" y="218"/>
                    <a:pt x="447" y="219"/>
                  </a:cubicBezTo>
                  <a:cubicBezTo>
                    <a:pt x="445" y="219"/>
                    <a:pt x="441" y="219"/>
                    <a:pt x="440" y="219"/>
                  </a:cubicBezTo>
                  <a:cubicBezTo>
                    <a:pt x="439" y="219"/>
                    <a:pt x="438" y="221"/>
                    <a:pt x="437" y="221"/>
                  </a:cubicBezTo>
                  <a:cubicBezTo>
                    <a:pt x="437" y="222"/>
                    <a:pt x="435" y="221"/>
                    <a:pt x="435" y="222"/>
                  </a:cubicBezTo>
                  <a:cubicBezTo>
                    <a:pt x="434" y="222"/>
                    <a:pt x="432" y="222"/>
                    <a:pt x="432" y="223"/>
                  </a:cubicBezTo>
                  <a:cubicBezTo>
                    <a:pt x="431" y="224"/>
                    <a:pt x="431" y="227"/>
                    <a:pt x="431" y="229"/>
                  </a:cubicBezTo>
                  <a:cubicBezTo>
                    <a:pt x="430" y="230"/>
                    <a:pt x="429" y="233"/>
                    <a:pt x="428" y="233"/>
                  </a:cubicBezTo>
                  <a:cubicBezTo>
                    <a:pt x="426" y="234"/>
                    <a:pt x="422" y="234"/>
                    <a:pt x="420" y="235"/>
                  </a:cubicBezTo>
                  <a:cubicBezTo>
                    <a:pt x="417" y="235"/>
                    <a:pt x="411" y="238"/>
                    <a:pt x="408" y="239"/>
                  </a:cubicBezTo>
                  <a:cubicBezTo>
                    <a:pt x="407" y="240"/>
                    <a:pt x="404" y="242"/>
                    <a:pt x="403" y="243"/>
                  </a:cubicBezTo>
                  <a:cubicBezTo>
                    <a:pt x="403" y="244"/>
                    <a:pt x="402" y="246"/>
                    <a:pt x="401" y="247"/>
                  </a:cubicBezTo>
                  <a:cubicBezTo>
                    <a:pt x="400" y="248"/>
                    <a:pt x="399" y="249"/>
                    <a:pt x="398" y="249"/>
                  </a:cubicBezTo>
                  <a:cubicBezTo>
                    <a:pt x="397" y="250"/>
                    <a:pt x="395" y="249"/>
                    <a:pt x="394" y="249"/>
                  </a:cubicBezTo>
                  <a:cubicBezTo>
                    <a:pt x="392" y="249"/>
                    <a:pt x="389" y="250"/>
                    <a:pt x="388" y="250"/>
                  </a:cubicBezTo>
                  <a:cubicBezTo>
                    <a:pt x="386" y="250"/>
                    <a:pt x="384" y="248"/>
                    <a:pt x="382" y="248"/>
                  </a:cubicBezTo>
                  <a:cubicBezTo>
                    <a:pt x="381" y="248"/>
                    <a:pt x="379" y="247"/>
                    <a:pt x="378" y="248"/>
                  </a:cubicBezTo>
                  <a:cubicBezTo>
                    <a:pt x="378" y="248"/>
                    <a:pt x="378" y="250"/>
                    <a:pt x="378" y="250"/>
                  </a:cubicBezTo>
                  <a:cubicBezTo>
                    <a:pt x="377" y="251"/>
                    <a:pt x="376" y="253"/>
                    <a:pt x="375" y="253"/>
                  </a:cubicBezTo>
                  <a:cubicBezTo>
                    <a:pt x="374" y="253"/>
                    <a:pt x="373" y="252"/>
                    <a:pt x="372" y="252"/>
                  </a:cubicBezTo>
                  <a:cubicBezTo>
                    <a:pt x="371" y="253"/>
                    <a:pt x="369" y="254"/>
                    <a:pt x="368" y="255"/>
                  </a:cubicBezTo>
                  <a:cubicBezTo>
                    <a:pt x="368" y="256"/>
                    <a:pt x="368" y="257"/>
                    <a:pt x="368" y="258"/>
                  </a:cubicBezTo>
                  <a:cubicBezTo>
                    <a:pt x="368" y="259"/>
                    <a:pt x="370" y="261"/>
                    <a:pt x="370" y="262"/>
                  </a:cubicBezTo>
                  <a:cubicBezTo>
                    <a:pt x="370" y="263"/>
                    <a:pt x="368" y="265"/>
                    <a:pt x="368" y="265"/>
                  </a:cubicBezTo>
                  <a:cubicBezTo>
                    <a:pt x="367" y="266"/>
                    <a:pt x="364" y="267"/>
                    <a:pt x="363" y="267"/>
                  </a:cubicBezTo>
                  <a:cubicBezTo>
                    <a:pt x="362" y="268"/>
                    <a:pt x="360" y="271"/>
                    <a:pt x="360" y="271"/>
                  </a:cubicBezTo>
                  <a:cubicBezTo>
                    <a:pt x="359" y="272"/>
                    <a:pt x="356" y="273"/>
                    <a:pt x="355" y="273"/>
                  </a:cubicBezTo>
                  <a:cubicBezTo>
                    <a:pt x="354" y="273"/>
                    <a:pt x="353" y="269"/>
                    <a:pt x="352" y="268"/>
                  </a:cubicBezTo>
                  <a:cubicBezTo>
                    <a:pt x="350" y="267"/>
                    <a:pt x="347" y="267"/>
                    <a:pt x="346" y="267"/>
                  </a:cubicBezTo>
                  <a:cubicBezTo>
                    <a:pt x="344" y="267"/>
                    <a:pt x="340" y="266"/>
                    <a:pt x="338" y="267"/>
                  </a:cubicBezTo>
                  <a:cubicBezTo>
                    <a:pt x="338" y="267"/>
                    <a:pt x="338" y="269"/>
                    <a:pt x="337" y="269"/>
                  </a:cubicBezTo>
                  <a:cubicBezTo>
                    <a:pt x="336" y="271"/>
                    <a:pt x="335" y="274"/>
                    <a:pt x="333" y="274"/>
                  </a:cubicBezTo>
                  <a:cubicBezTo>
                    <a:pt x="332" y="275"/>
                    <a:pt x="330" y="274"/>
                    <a:pt x="329" y="274"/>
                  </a:cubicBezTo>
                  <a:cubicBezTo>
                    <a:pt x="327" y="274"/>
                    <a:pt x="323" y="273"/>
                    <a:pt x="321" y="273"/>
                  </a:cubicBezTo>
                  <a:cubicBezTo>
                    <a:pt x="320" y="273"/>
                    <a:pt x="319" y="274"/>
                    <a:pt x="318" y="274"/>
                  </a:cubicBezTo>
                  <a:cubicBezTo>
                    <a:pt x="317" y="275"/>
                    <a:pt x="315" y="277"/>
                    <a:pt x="314" y="278"/>
                  </a:cubicBezTo>
                  <a:cubicBezTo>
                    <a:pt x="312" y="278"/>
                    <a:pt x="309" y="279"/>
                    <a:pt x="308" y="279"/>
                  </a:cubicBezTo>
                  <a:cubicBezTo>
                    <a:pt x="307" y="280"/>
                    <a:pt x="306" y="280"/>
                    <a:pt x="305" y="281"/>
                  </a:cubicBezTo>
                  <a:cubicBezTo>
                    <a:pt x="305" y="282"/>
                    <a:pt x="305" y="283"/>
                    <a:pt x="304" y="284"/>
                  </a:cubicBezTo>
                  <a:cubicBezTo>
                    <a:pt x="304" y="285"/>
                    <a:pt x="303" y="287"/>
                    <a:pt x="303" y="288"/>
                  </a:cubicBezTo>
                  <a:cubicBezTo>
                    <a:pt x="303" y="290"/>
                    <a:pt x="303" y="294"/>
                    <a:pt x="303" y="296"/>
                  </a:cubicBezTo>
                  <a:cubicBezTo>
                    <a:pt x="303" y="297"/>
                    <a:pt x="302" y="299"/>
                    <a:pt x="301" y="301"/>
                  </a:cubicBezTo>
                  <a:cubicBezTo>
                    <a:pt x="301" y="302"/>
                    <a:pt x="299" y="304"/>
                    <a:pt x="298" y="305"/>
                  </a:cubicBezTo>
                  <a:cubicBezTo>
                    <a:pt x="297" y="306"/>
                    <a:pt x="295" y="307"/>
                    <a:pt x="295" y="308"/>
                  </a:cubicBezTo>
                  <a:cubicBezTo>
                    <a:pt x="294" y="309"/>
                    <a:pt x="294" y="310"/>
                    <a:pt x="293" y="311"/>
                  </a:cubicBezTo>
                  <a:cubicBezTo>
                    <a:pt x="292" y="311"/>
                    <a:pt x="291" y="313"/>
                    <a:pt x="290" y="313"/>
                  </a:cubicBezTo>
                  <a:cubicBezTo>
                    <a:pt x="289" y="313"/>
                    <a:pt x="289" y="312"/>
                    <a:pt x="289" y="312"/>
                  </a:cubicBezTo>
                  <a:cubicBezTo>
                    <a:pt x="287" y="311"/>
                    <a:pt x="285" y="309"/>
                    <a:pt x="284" y="308"/>
                  </a:cubicBezTo>
                  <a:cubicBezTo>
                    <a:pt x="283" y="307"/>
                    <a:pt x="282" y="304"/>
                    <a:pt x="281" y="303"/>
                  </a:cubicBezTo>
                  <a:cubicBezTo>
                    <a:pt x="280" y="302"/>
                    <a:pt x="277" y="301"/>
                    <a:pt x="276" y="302"/>
                  </a:cubicBezTo>
                  <a:cubicBezTo>
                    <a:pt x="275" y="302"/>
                    <a:pt x="275" y="304"/>
                    <a:pt x="275" y="304"/>
                  </a:cubicBezTo>
                  <a:cubicBezTo>
                    <a:pt x="274" y="305"/>
                    <a:pt x="272" y="307"/>
                    <a:pt x="272" y="308"/>
                  </a:cubicBezTo>
                  <a:cubicBezTo>
                    <a:pt x="271" y="309"/>
                    <a:pt x="269" y="310"/>
                    <a:pt x="269" y="311"/>
                  </a:cubicBezTo>
                  <a:cubicBezTo>
                    <a:pt x="269" y="312"/>
                    <a:pt x="269" y="314"/>
                    <a:pt x="269" y="315"/>
                  </a:cubicBezTo>
                  <a:cubicBezTo>
                    <a:pt x="268" y="316"/>
                    <a:pt x="267" y="319"/>
                    <a:pt x="266" y="319"/>
                  </a:cubicBezTo>
                  <a:cubicBezTo>
                    <a:pt x="265" y="320"/>
                    <a:pt x="263" y="319"/>
                    <a:pt x="263" y="319"/>
                  </a:cubicBezTo>
                  <a:cubicBezTo>
                    <a:pt x="261" y="319"/>
                    <a:pt x="259" y="317"/>
                    <a:pt x="258" y="317"/>
                  </a:cubicBezTo>
                  <a:cubicBezTo>
                    <a:pt x="257" y="316"/>
                    <a:pt x="254" y="316"/>
                    <a:pt x="252" y="317"/>
                  </a:cubicBezTo>
                  <a:cubicBezTo>
                    <a:pt x="251" y="318"/>
                    <a:pt x="251" y="324"/>
                    <a:pt x="250" y="324"/>
                  </a:cubicBezTo>
                  <a:cubicBezTo>
                    <a:pt x="250" y="325"/>
                    <a:pt x="249" y="331"/>
                    <a:pt x="248" y="333"/>
                  </a:cubicBezTo>
                  <a:cubicBezTo>
                    <a:pt x="248" y="334"/>
                    <a:pt x="246" y="338"/>
                    <a:pt x="245" y="340"/>
                  </a:cubicBezTo>
                  <a:cubicBezTo>
                    <a:pt x="244" y="340"/>
                    <a:pt x="243" y="342"/>
                    <a:pt x="242" y="342"/>
                  </a:cubicBezTo>
                  <a:cubicBezTo>
                    <a:pt x="241" y="342"/>
                    <a:pt x="238" y="341"/>
                    <a:pt x="237" y="341"/>
                  </a:cubicBezTo>
                  <a:cubicBezTo>
                    <a:pt x="235" y="341"/>
                    <a:pt x="230" y="340"/>
                    <a:pt x="228" y="341"/>
                  </a:cubicBezTo>
                  <a:cubicBezTo>
                    <a:pt x="228" y="342"/>
                    <a:pt x="227" y="344"/>
                    <a:pt x="226" y="344"/>
                  </a:cubicBezTo>
                  <a:cubicBezTo>
                    <a:pt x="226" y="345"/>
                    <a:pt x="224" y="348"/>
                    <a:pt x="223" y="347"/>
                  </a:cubicBezTo>
                  <a:cubicBezTo>
                    <a:pt x="222" y="347"/>
                    <a:pt x="222" y="345"/>
                    <a:pt x="221" y="344"/>
                  </a:cubicBezTo>
                  <a:cubicBezTo>
                    <a:pt x="220" y="344"/>
                    <a:pt x="219" y="344"/>
                    <a:pt x="218" y="344"/>
                  </a:cubicBezTo>
                  <a:cubicBezTo>
                    <a:pt x="218" y="343"/>
                    <a:pt x="216" y="343"/>
                    <a:pt x="215" y="344"/>
                  </a:cubicBezTo>
                  <a:cubicBezTo>
                    <a:pt x="215" y="344"/>
                    <a:pt x="214" y="345"/>
                    <a:pt x="214" y="345"/>
                  </a:cubicBezTo>
                  <a:cubicBezTo>
                    <a:pt x="214" y="346"/>
                    <a:pt x="213" y="348"/>
                    <a:pt x="213" y="349"/>
                  </a:cubicBezTo>
                  <a:cubicBezTo>
                    <a:pt x="213" y="350"/>
                    <a:pt x="214" y="353"/>
                    <a:pt x="214" y="355"/>
                  </a:cubicBezTo>
                  <a:cubicBezTo>
                    <a:pt x="214" y="357"/>
                    <a:pt x="213" y="361"/>
                    <a:pt x="212" y="363"/>
                  </a:cubicBezTo>
                  <a:cubicBezTo>
                    <a:pt x="211" y="364"/>
                    <a:pt x="208" y="366"/>
                    <a:pt x="206" y="366"/>
                  </a:cubicBezTo>
                  <a:cubicBezTo>
                    <a:pt x="205" y="367"/>
                    <a:pt x="201" y="368"/>
                    <a:pt x="199" y="369"/>
                  </a:cubicBezTo>
                  <a:cubicBezTo>
                    <a:pt x="198" y="370"/>
                    <a:pt x="197" y="373"/>
                    <a:pt x="196" y="373"/>
                  </a:cubicBezTo>
                  <a:cubicBezTo>
                    <a:pt x="195" y="373"/>
                    <a:pt x="193" y="370"/>
                    <a:pt x="192" y="369"/>
                  </a:cubicBezTo>
                  <a:cubicBezTo>
                    <a:pt x="191" y="369"/>
                    <a:pt x="190" y="367"/>
                    <a:pt x="189" y="367"/>
                  </a:cubicBezTo>
                  <a:cubicBezTo>
                    <a:pt x="188" y="366"/>
                    <a:pt x="186" y="366"/>
                    <a:pt x="185" y="366"/>
                  </a:cubicBezTo>
                  <a:cubicBezTo>
                    <a:pt x="184" y="365"/>
                    <a:pt x="183" y="363"/>
                    <a:pt x="182" y="363"/>
                  </a:cubicBezTo>
                  <a:cubicBezTo>
                    <a:pt x="182" y="362"/>
                    <a:pt x="180" y="359"/>
                    <a:pt x="179" y="359"/>
                  </a:cubicBezTo>
                  <a:cubicBezTo>
                    <a:pt x="177" y="359"/>
                    <a:pt x="174" y="360"/>
                    <a:pt x="173" y="361"/>
                  </a:cubicBezTo>
                  <a:cubicBezTo>
                    <a:pt x="172" y="362"/>
                    <a:pt x="172" y="363"/>
                    <a:pt x="171" y="364"/>
                  </a:cubicBezTo>
                  <a:cubicBezTo>
                    <a:pt x="170" y="365"/>
                    <a:pt x="169" y="366"/>
                    <a:pt x="168" y="366"/>
                  </a:cubicBezTo>
                  <a:cubicBezTo>
                    <a:pt x="166" y="366"/>
                    <a:pt x="163" y="365"/>
                    <a:pt x="162" y="365"/>
                  </a:cubicBezTo>
                  <a:cubicBezTo>
                    <a:pt x="161" y="366"/>
                    <a:pt x="159" y="367"/>
                    <a:pt x="158" y="368"/>
                  </a:cubicBezTo>
                  <a:cubicBezTo>
                    <a:pt x="157" y="368"/>
                    <a:pt x="157" y="371"/>
                    <a:pt x="157" y="372"/>
                  </a:cubicBezTo>
                  <a:cubicBezTo>
                    <a:pt x="156" y="373"/>
                    <a:pt x="154" y="376"/>
                    <a:pt x="152" y="376"/>
                  </a:cubicBezTo>
                  <a:cubicBezTo>
                    <a:pt x="151" y="376"/>
                    <a:pt x="151" y="374"/>
                    <a:pt x="150" y="374"/>
                  </a:cubicBezTo>
                  <a:cubicBezTo>
                    <a:pt x="148" y="373"/>
                    <a:pt x="145" y="374"/>
                    <a:pt x="143" y="374"/>
                  </a:cubicBezTo>
                  <a:cubicBezTo>
                    <a:pt x="141" y="373"/>
                    <a:pt x="139" y="372"/>
                    <a:pt x="137" y="372"/>
                  </a:cubicBezTo>
                  <a:cubicBezTo>
                    <a:pt x="136" y="372"/>
                    <a:pt x="132" y="372"/>
                    <a:pt x="130" y="373"/>
                  </a:cubicBezTo>
                  <a:cubicBezTo>
                    <a:pt x="129" y="373"/>
                    <a:pt x="126" y="376"/>
                    <a:pt x="124" y="376"/>
                  </a:cubicBezTo>
                  <a:cubicBezTo>
                    <a:pt x="123" y="377"/>
                    <a:pt x="119" y="375"/>
                    <a:pt x="117" y="375"/>
                  </a:cubicBezTo>
                  <a:cubicBezTo>
                    <a:pt x="116" y="376"/>
                    <a:pt x="114" y="377"/>
                    <a:pt x="114" y="378"/>
                  </a:cubicBezTo>
                  <a:cubicBezTo>
                    <a:pt x="114" y="379"/>
                    <a:pt x="115" y="381"/>
                    <a:pt x="115" y="382"/>
                  </a:cubicBezTo>
                  <a:cubicBezTo>
                    <a:pt x="115" y="384"/>
                    <a:pt x="114" y="388"/>
                    <a:pt x="113" y="389"/>
                  </a:cubicBezTo>
                  <a:cubicBezTo>
                    <a:pt x="112" y="390"/>
                    <a:pt x="109" y="391"/>
                    <a:pt x="108" y="392"/>
                  </a:cubicBezTo>
                  <a:cubicBezTo>
                    <a:pt x="107" y="392"/>
                    <a:pt x="104" y="393"/>
                    <a:pt x="103" y="394"/>
                  </a:cubicBezTo>
                  <a:cubicBezTo>
                    <a:pt x="100" y="396"/>
                    <a:pt x="97" y="402"/>
                    <a:pt x="95" y="404"/>
                  </a:cubicBezTo>
                  <a:cubicBezTo>
                    <a:pt x="94" y="406"/>
                    <a:pt x="92" y="409"/>
                    <a:pt x="90" y="411"/>
                  </a:cubicBezTo>
                  <a:cubicBezTo>
                    <a:pt x="90" y="411"/>
                    <a:pt x="89" y="413"/>
                    <a:pt x="89" y="414"/>
                  </a:cubicBezTo>
                  <a:cubicBezTo>
                    <a:pt x="89" y="415"/>
                    <a:pt x="90" y="417"/>
                    <a:pt x="90" y="418"/>
                  </a:cubicBezTo>
                  <a:cubicBezTo>
                    <a:pt x="90" y="419"/>
                    <a:pt x="89" y="421"/>
                    <a:pt x="89" y="421"/>
                  </a:cubicBezTo>
                  <a:cubicBezTo>
                    <a:pt x="88" y="422"/>
                    <a:pt x="86" y="421"/>
                    <a:pt x="86" y="421"/>
                  </a:cubicBezTo>
                  <a:cubicBezTo>
                    <a:pt x="85" y="422"/>
                    <a:pt x="85" y="423"/>
                    <a:pt x="85" y="424"/>
                  </a:cubicBezTo>
                  <a:cubicBezTo>
                    <a:pt x="84" y="425"/>
                    <a:pt x="84" y="429"/>
                    <a:pt x="85" y="430"/>
                  </a:cubicBezTo>
                  <a:cubicBezTo>
                    <a:pt x="85" y="431"/>
                    <a:pt x="86" y="433"/>
                    <a:pt x="86" y="434"/>
                  </a:cubicBezTo>
                  <a:cubicBezTo>
                    <a:pt x="86" y="435"/>
                    <a:pt x="86" y="439"/>
                    <a:pt x="85" y="440"/>
                  </a:cubicBezTo>
                  <a:cubicBezTo>
                    <a:pt x="85" y="441"/>
                    <a:pt x="84" y="442"/>
                    <a:pt x="83" y="442"/>
                  </a:cubicBezTo>
                  <a:cubicBezTo>
                    <a:pt x="82" y="443"/>
                    <a:pt x="81" y="443"/>
                    <a:pt x="80" y="443"/>
                  </a:cubicBezTo>
                  <a:cubicBezTo>
                    <a:pt x="79" y="443"/>
                    <a:pt x="77" y="443"/>
                    <a:pt x="76" y="442"/>
                  </a:cubicBezTo>
                  <a:cubicBezTo>
                    <a:pt x="75" y="442"/>
                    <a:pt x="74" y="441"/>
                    <a:pt x="73" y="440"/>
                  </a:cubicBezTo>
                  <a:cubicBezTo>
                    <a:pt x="73" y="439"/>
                    <a:pt x="72" y="437"/>
                    <a:pt x="72" y="436"/>
                  </a:cubicBezTo>
                  <a:cubicBezTo>
                    <a:pt x="72" y="435"/>
                    <a:pt x="72" y="432"/>
                    <a:pt x="72" y="431"/>
                  </a:cubicBezTo>
                  <a:cubicBezTo>
                    <a:pt x="72" y="430"/>
                    <a:pt x="71" y="426"/>
                    <a:pt x="70" y="425"/>
                  </a:cubicBezTo>
                  <a:cubicBezTo>
                    <a:pt x="69" y="424"/>
                    <a:pt x="68" y="423"/>
                    <a:pt x="68" y="422"/>
                  </a:cubicBezTo>
                  <a:cubicBezTo>
                    <a:pt x="67" y="420"/>
                    <a:pt x="69" y="418"/>
                    <a:pt x="69" y="416"/>
                  </a:cubicBezTo>
                  <a:cubicBezTo>
                    <a:pt x="68" y="415"/>
                    <a:pt x="68" y="413"/>
                    <a:pt x="67" y="412"/>
                  </a:cubicBezTo>
                  <a:cubicBezTo>
                    <a:pt x="66" y="412"/>
                    <a:pt x="63" y="412"/>
                    <a:pt x="61" y="412"/>
                  </a:cubicBezTo>
                  <a:cubicBezTo>
                    <a:pt x="61" y="412"/>
                    <a:pt x="59" y="411"/>
                    <a:pt x="58" y="411"/>
                  </a:cubicBezTo>
                  <a:cubicBezTo>
                    <a:pt x="58" y="411"/>
                    <a:pt x="57" y="410"/>
                    <a:pt x="56" y="409"/>
                  </a:cubicBezTo>
                  <a:cubicBezTo>
                    <a:pt x="55" y="408"/>
                    <a:pt x="54" y="406"/>
                    <a:pt x="54" y="405"/>
                  </a:cubicBezTo>
                  <a:cubicBezTo>
                    <a:pt x="54" y="404"/>
                    <a:pt x="53" y="402"/>
                    <a:pt x="53" y="401"/>
                  </a:cubicBezTo>
                  <a:cubicBezTo>
                    <a:pt x="52" y="400"/>
                    <a:pt x="51" y="399"/>
                    <a:pt x="50" y="399"/>
                  </a:cubicBezTo>
                  <a:cubicBezTo>
                    <a:pt x="49" y="399"/>
                    <a:pt x="46" y="398"/>
                    <a:pt x="46" y="398"/>
                  </a:cubicBezTo>
                  <a:cubicBezTo>
                    <a:pt x="46" y="398"/>
                    <a:pt x="44" y="397"/>
                    <a:pt x="44" y="397"/>
                  </a:cubicBezTo>
                  <a:cubicBezTo>
                    <a:pt x="43" y="397"/>
                    <a:pt x="40" y="397"/>
                    <a:pt x="40" y="398"/>
                  </a:cubicBezTo>
                  <a:cubicBezTo>
                    <a:pt x="40" y="398"/>
                    <a:pt x="40" y="399"/>
                    <a:pt x="40" y="399"/>
                  </a:cubicBezTo>
                  <a:cubicBezTo>
                    <a:pt x="35" y="397"/>
                    <a:pt x="35" y="397"/>
                    <a:pt x="35" y="397"/>
                  </a:cubicBezTo>
                  <a:cubicBezTo>
                    <a:pt x="30" y="393"/>
                    <a:pt x="30" y="393"/>
                    <a:pt x="30" y="393"/>
                  </a:cubicBezTo>
                  <a:cubicBezTo>
                    <a:pt x="24" y="390"/>
                    <a:pt x="24" y="390"/>
                    <a:pt x="24" y="390"/>
                  </a:cubicBezTo>
                  <a:cubicBezTo>
                    <a:pt x="20" y="389"/>
                    <a:pt x="20" y="389"/>
                    <a:pt x="20" y="389"/>
                  </a:cubicBezTo>
                  <a:cubicBezTo>
                    <a:pt x="18" y="384"/>
                    <a:pt x="18" y="384"/>
                    <a:pt x="18" y="384"/>
                  </a:cubicBezTo>
                  <a:cubicBezTo>
                    <a:pt x="20" y="380"/>
                    <a:pt x="20" y="380"/>
                    <a:pt x="20" y="380"/>
                  </a:cubicBezTo>
                  <a:cubicBezTo>
                    <a:pt x="19" y="374"/>
                    <a:pt x="19" y="374"/>
                    <a:pt x="19" y="374"/>
                  </a:cubicBezTo>
                  <a:cubicBezTo>
                    <a:pt x="15" y="371"/>
                    <a:pt x="15" y="371"/>
                    <a:pt x="15" y="371"/>
                  </a:cubicBezTo>
                  <a:cubicBezTo>
                    <a:pt x="12" y="369"/>
                    <a:pt x="12" y="369"/>
                    <a:pt x="12" y="369"/>
                  </a:cubicBezTo>
                  <a:cubicBezTo>
                    <a:pt x="7" y="367"/>
                    <a:pt x="7" y="367"/>
                    <a:pt x="7" y="367"/>
                  </a:cubicBezTo>
                  <a:lnTo>
                    <a:pt x="6" y="366"/>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24"/>
            <p:cNvSpPr>
              <a:spLocks/>
            </p:cNvSpPr>
            <p:nvPr/>
          </p:nvSpPr>
          <p:spPr bwMode="auto">
            <a:xfrm>
              <a:off x="1987551" y="2533651"/>
              <a:ext cx="942975" cy="771525"/>
            </a:xfrm>
            <a:custGeom>
              <a:avLst/>
              <a:gdLst/>
              <a:ahLst/>
              <a:cxnLst>
                <a:cxn ang="0">
                  <a:pos x="563" y="250"/>
                </a:cxn>
                <a:cxn ang="0">
                  <a:pos x="527" y="273"/>
                </a:cxn>
                <a:cxn ang="0">
                  <a:pos x="519" y="288"/>
                </a:cxn>
                <a:cxn ang="0">
                  <a:pos x="513" y="308"/>
                </a:cxn>
                <a:cxn ang="0">
                  <a:pos x="518" y="339"/>
                </a:cxn>
                <a:cxn ang="0">
                  <a:pos x="487" y="340"/>
                </a:cxn>
                <a:cxn ang="0">
                  <a:pos x="476" y="353"/>
                </a:cxn>
                <a:cxn ang="0">
                  <a:pos x="465" y="355"/>
                </a:cxn>
                <a:cxn ang="0">
                  <a:pos x="452" y="344"/>
                </a:cxn>
                <a:cxn ang="0">
                  <a:pos x="438" y="376"/>
                </a:cxn>
                <a:cxn ang="0">
                  <a:pos x="438" y="406"/>
                </a:cxn>
                <a:cxn ang="0">
                  <a:pos x="404" y="413"/>
                </a:cxn>
                <a:cxn ang="0">
                  <a:pos x="357" y="424"/>
                </a:cxn>
                <a:cxn ang="0">
                  <a:pos x="333" y="407"/>
                </a:cxn>
                <a:cxn ang="0">
                  <a:pos x="314" y="379"/>
                </a:cxn>
                <a:cxn ang="0">
                  <a:pos x="300" y="434"/>
                </a:cxn>
                <a:cxn ang="0">
                  <a:pos x="273" y="451"/>
                </a:cxn>
                <a:cxn ang="0">
                  <a:pos x="251" y="433"/>
                </a:cxn>
                <a:cxn ang="0">
                  <a:pos x="188" y="428"/>
                </a:cxn>
                <a:cxn ang="0">
                  <a:pos x="186" y="450"/>
                </a:cxn>
                <a:cxn ang="0">
                  <a:pos x="196" y="468"/>
                </a:cxn>
                <a:cxn ang="0">
                  <a:pos x="173" y="478"/>
                </a:cxn>
                <a:cxn ang="0">
                  <a:pos x="151" y="448"/>
                </a:cxn>
                <a:cxn ang="0">
                  <a:pos x="137" y="434"/>
                </a:cxn>
                <a:cxn ang="0">
                  <a:pos x="114" y="418"/>
                </a:cxn>
                <a:cxn ang="0">
                  <a:pos x="99" y="397"/>
                </a:cxn>
                <a:cxn ang="0">
                  <a:pos x="68" y="364"/>
                </a:cxn>
                <a:cxn ang="0">
                  <a:pos x="41" y="359"/>
                </a:cxn>
                <a:cxn ang="0">
                  <a:pos x="50" y="338"/>
                </a:cxn>
                <a:cxn ang="0">
                  <a:pos x="23" y="333"/>
                </a:cxn>
                <a:cxn ang="0">
                  <a:pos x="6" y="327"/>
                </a:cxn>
                <a:cxn ang="0">
                  <a:pos x="18" y="292"/>
                </a:cxn>
                <a:cxn ang="0">
                  <a:pos x="40" y="267"/>
                </a:cxn>
                <a:cxn ang="0">
                  <a:pos x="32" y="245"/>
                </a:cxn>
                <a:cxn ang="0">
                  <a:pos x="37" y="235"/>
                </a:cxn>
                <a:cxn ang="0">
                  <a:pos x="60" y="217"/>
                </a:cxn>
                <a:cxn ang="0">
                  <a:pos x="66" y="200"/>
                </a:cxn>
                <a:cxn ang="0">
                  <a:pos x="56" y="171"/>
                </a:cxn>
                <a:cxn ang="0">
                  <a:pos x="75" y="178"/>
                </a:cxn>
                <a:cxn ang="0">
                  <a:pos x="52" y="140"/>
                </a:cxn>
                <a:cxn ang="0">
                  <a:pos x="21" y="107"/>
                </a:cxn>
                <a:cxn ang="0">
                  <a:pos x="39" y="73"/>
                </a:cxn>
                <a:cxn ang="0">
                  <a:pos x="69" y="61"/>
                </a:cxn>
                <a:cxn ang="0">
                  <a:pos x="111" y="28"/>
                </a:cxn>
                <a:cxn ang="0">
                  <a:pos x="147" y="29"/>
                </a:cxn>
                <a:cxn ang="0">
                  <a:pos x="169" y="22"/>
                </a:cxn>
                <a:cxn ang="0">
                  <a:pos x="184" y="2"/>
                </a:cxn>
                <a:cxn ang="0">
                  <a:pos x="228" y="19"/>
                </a:cxn>
                <a:cxn ang="0">
                  <a:pos x="229" y="41"/>
                </a:cxn>
                <a:cxn ang="0">
                  <a:pos x="254" y="73"/>
                </a:cxn>
                <a:cxn ang="0">
                  <a:pos x="307" y="85"/>
                </a:cxn>
                <a:cxn ang="0">
                  <a:pos x="336" y="115"/>
                </a:cxn>
                <a:cxn ang="0">
                  <a:pos x="314" y="145"/>
                </a:cxn>
                <a:cxn ang="0">
                  <a:pos x="343" y="162"/>
                </a:cxn>
                <a:cxn ang="0">
                  <a:pos x="359" y="182"/>
                </a:cxn>
                <a:cxn ang="0">
                  <a:pos x="391" y="186"/>
                </a:cxn>
                <a:cxn ang="0">
                  <a:pos x="428" y="197"/>
                </a:cxn>
                <a:cxn ang="0">
                  <a:pos x="463" y="223"/>
                </a:cxn>
                <a:cxn ang="0">
                  <a:pos x="500" y="233"/>
                </a:cxn>
                <a:cxn ang="0">
                  <a:pos x="510" y="201"/>
                </a:cxn>
                <a:cxn ang="0">
                  <a:pos x="522" y="176"/>
                </a:cxn>
                <a:cxn ang="0">
                  <a:pos x="564" y="195"/>
                </a:cxn>
                <a:cxn ang="0">
                  <a:pos x="579" y="219"/>
                </a:cxn>
              </a:cxnLst>
              <a:rect l="0" t="0" r="r" b="b"/>
              <a:pathLst>
                <a:path w="594" h="486">
                  <a:moveTo>
                    <a:pt x="594" y="236"/>
                  </a:moveTo>
                  <a:lnTo>
                    <a:pt x="594" y="241"/>
                  </a:lnTo>
                  <a:lnTo>
                    <a:pt x="592" y="242"/>
                  </a:lnTo>
                  <a:lnTo>
                    <a:pt x="587" y="243"/>
                  </a:lnTo>
                  <a:lnTo>
                    <a:pt x="579" y="245"/>
                  </a:lnTo>
                  <a:lnTo>
                    <a:pt x="576" y="247"/>
                  </a:lnTo>
                  <a:lnTo>
                    <a:pt x="570" y="247"/>
                  </a:lnTo>
                  <a:lnTo>
                    <a:pt x="565" y="247"/>
                  </a:lnTo>
                  <a:lnTo>
                    <a:pt x="563" y="250"/>
                  </a:lnTo>
                  <a:lnTo>
                    <a:pt x="561" y="252"/>
                  </a:lnTo>
                  <a:lnTo>
                    <a:pt x="555" y="252"/>
                  </a:lnTo>
                  <a:lnTo>
                    <a:pt x="550" y="255"/>
                  </a:lnTo>
                  <a:lnTo>
                    <a:pt x="549" y="262"/>
                  </a:lnTo>
                  <a:lnTo>
                    <a:pt x="547" y="265"/>
                  </a:lnTo>
                  <a:lnTo>
                    <a:pt x="540" y="264"/>
                  </a:lnTo>
                  <a:lnTo>
                    <a:pt x="534" y="264"/>
                  </a:lnTo>
                  <a:lnTo>
                    <a:pt x="529" y="267"/>
                  </a:lnTo>
                  <a:lnTo>
                    <a:pt x="527" y="273"/>
                  </a:lnTo>
                  <a:lnTo>
                    <a:pt x="522" y="277"/>
                  </a:lnTo>
                  <a:lnTo>
                    <a:pt x="517" y="278"/>
                  </a:lnTo>
                  <a:lnTo>
                    <a:pt x="513" y="277"/>
                  </a:lnTo>
                  <a:lnTo>
                    <a:pt x="507" y="277"/>
                  </a:lnTo>
                  <a:lnTo>
                    <a:pt x="506" y="280"/>
                  </a:lnTo>
                  <a:lnTo>
                    <a:pt x="507" y="284"/>
                  </a:lnTo>
                  <a:lnTo>
                    <a:pt x="511" y="285"/>
                  </a:lnTo>
                  <a:lnTo>
                    <a:pt x="514" y="285"/>
                  </a:lnTo>
                  <a:lnTo>
                    <a:pt x="519" y="288"/>
                  </a:lnTo>
                  <a:lnTo>
                    <a:pt x="519" y="292"/>
                  </a:lnTo>
                  <a:lnTo>
                    <a:pt x="517" y="294"/>
                  </a:lnTo>
                  <a:lnTo>
                    <a:pt x="512" y="294"/>
                  </a:lnTo>
                  <a:lnTo>
                    <a:pt x="510" y="293"/>
                  </a:lnTo>
                  <a:lnTo>
                    <a:pt x="506" y="294"/>
                  </a:lnTo>
                  <a:lnTo>
                    <a:pt x="505" y="300"/>
                  </a:lnTo>
                  <a:lnTo>
                    <a:pt x="507" y="303"/>
                  </a:lnTo>
                  <a:lnTo>
                    <a:pt x="512" y="304"/>
                  </a:lnTo>
                  <a:lnTo>
                    <a:pt x="513" y="308"/>
                  </a:lnTo>
                  <a:lnTo>
                    <a:pt x="511" y="315"/>
                  </a:lnTo>
                  <a:lnTo>
                    <a:pt x="515" y="317"/>
                  </a:lnTo>
                  <a:lnTo>
                    <a:pt x="520" y="320"/>
                  </a:lnTo>
                  <a:lnTo>
                    <a:pt x="524" y="323"/>
                  </a:lnTo>
                  <a:lnTo>
                    <a:pt x="525" y="327"/>
                  </a:lnTo>
                  <a:lnTo>
                    <a:pt x="521" y="329"/>
                  </a:lnTo>
                  <a:lnTo>
                    <a:pt x="518" y="332"/>
                  </a:lnTo>
                  <a:lnTo>
                    <a:pt x="519" y="337"/>
                  </a:lnTo>
                  <a:lnTo>
                    <a:pt x="518" y="339"/>
                  </a:lnTo>
                  <a:lnTo>
                    <a:pt x="513" y="339"/>
                  </a:lnTo>
                  <a:lnTo>
                    <a:pt x="510" y="341"/>
                  </a:lnTo>
                  <a:lnTo>
                    <a:pt x="504" y="338"/>
                  </a:lnTo>
                  <a:lnTo>
                    <a:pt x="500" y="337"/>
                  </a:lnTo>
                  <a:lnTo>
                    <a:pt x="498" y="338"/>
                  </a:lnTo>
                  <a:lnTo>
                    <a:pt x="497" y="341"/>
                  </a:lnTo>
                  <a:lnTo>
                    <a:pt x="494" y="342"/>
                  </a:lnTo>
                  <a:lnTo>
                    <a:pt x="489" y="339"/>
                  </a:lnTo>
                  <a:lnTo>
                    <a:pt x="487" y="340"/>
                  </a:lnTo>
                  <a:lnTo>
                    <a:pt x="487" y="345"/>
                  </a:lnTo>
                  <a:lnTo>
                    <a:pt x="488" y="351"/>
                  </a:lnTo>
                  <a:lnTo>
                    <a:pt x="491" y="353"/>
                  </a:lnTo>
                  <a:lnTo>
                    <a:pt x="492" y="356"/>
                  </a:lnTo>
                  <a:lnTo>
                    <a:pt x="489" y="360"/>
                  </a:lnTo>
                  <a:lnTo>
                    <a:pt x="484" y="359"/>
                  </a:lnTo>
                  <a:lnTo>
                    <a:pt x="481" y="355"/>
                  </a:lnTo>
                  <a:lnTo>
                    <a:pt x="480" y="353"/>
                  </a:lnTo>
                  <a:lnTo>
                    <a:pt x="476" y="353"/>
                  </a:lnTo>
                  <a:lnTo>
                    <a:pt x="475" y="356"/>
                  </a:lnTo>
                  <a:lnTo>
                    <a:pt x="477" y="359"/>
                  </a:lnTo>
                  <a:lnTo>
                    <a:pt x="476" y="363"/>
                  </a:lnTo>
                  <a:lnTo>
                    <a:pt x="473" y="363"/>
                  </a:lnTo>
                  <a:lnTo>
                    <a:pt x="468" y="364"/>
                  </a:lnTo>
                  <a:lnTo>
                    <a:pt x="462" y="362"/>
                  </a:lnTo>
                  <a:lnTo>
                    <a:pt x="461" y="361"/>
                  </a:lnTo>
                  <a:lnTo>
                    <a:pt x="462" y="356"/>
                  </a:lnTo>
                  <a:lnTo>
                    <a:pt x="465" y="355"/>
                  </a:lnTo>
                  <a:lnTo>
                    <a:pt x="467" y="351"/>
                  </a:lnTo>
                  <a:lnTo>
                    <a:pt x="466" y="348"/>
                  </a:lnTo>
                  <a:lnTo>
                    <a:pt x="463" y="347"/>
                  </a:lnTo>
                  <a:lnTo>
                    <a:pt x="460" y="344"/>
                  </a:lnTo>
                  <a:lnTo>
                    <a:pt x="460" y="340"/>
                  </a:lnTo>
                  <a:lnTo>
                    <a:pt x="459" y="337"/>
                  </a:lnTo>
                  <a:lnTo>
                    <a:pt x="454" y="336"/>
                  </a:lnTo>
                  <a:lnTo>
                    <a:pt x="453" y="338"/>
                  </a:lnTo>
                  <a:lnTo>
                    <a:pt x="452" y="344"/>
                  </a:lnTo>
                  <a:lnTo>
                    <a:pt x="448" y="347"/>
                  </a:lnTo>
                  <a:lnTo>
                    <a:pt x="446" y="352"/>
                  </a:lnTo>
                  <a:lnTo>
                    <a:pt x="441" y="353"/>
                  </a:lnTo>
                  <a:lnTo>
                    <a:pt x="441" y="359"/>
                  </a:lnTo>
                  <a:lnTo>
                    <a:pt x="437" y="366"/>
                  </a:lnTo>
                  <a:lnTo>
                    <a:pt x="431" y="368"/>
                  </a:lnTo>
                  <a:lnTo>
                    <a:pt x="432" y="374"/>
                  </a:lnTo>
                  <a:lnTo>
                    <a:pt x="435" y="376"/>
                  </a:lnTo>
                  <a:lnTo>
                    <a:pt x="438" y="376"/>
                  </a:lnTo>
                  <a:lnTo>
                    <a:pt x="441" y="376"/>
                  </a:lnTo>
                  <a:lnTo>
                    <a:pt x="444" y="381"/>
                  </a:lnTo>
                  <a:lnTo>
                    <a:pt x="450" y="384"/>
                  </a:lnTo>
                  <a:lnTo>
                    <a:pt x="448" y="391"/>
                  </a:lnTo>
                  <a:lnTo>
                    <a:pt x="445" y="397"/>
                  </a:lnTo>
                  <a:lnTo>
                    <a:pt x="440" y="397"/>
                  </a:lnTo>
                  <a:lnTo>
                    <a:pt x="437" y="399"/>
                  </a:lnTo>
                  <a:lnTo>
                    <a:pt x="437" y="405"/>
                  </a:lnTo>
                  <a:lnTo>
                    <a:pt x="438" y="406"/>
                  </a:lnTo>
                  <a:lnTo>
                    <a:pt x="435" y="411"/>
                  </a:lnTo>
                  <a:lnTo>
                    <a:pt x="428" y="418"/>
                  </a:lnTo>
                  <a:lnTo>
                    <a:pt x="422" y="420"/>
                  </a:lnTo>
                  <a:lnTo>
                    <a:pt x="418" y="420"/>
                  </a:lnTo>
                  <a:lnTo>
                    <a:pt x="420" y="416"/>
                  </a:lnTo>
                  <a:lnTo>
                    <a:pt x="416" y="412"/>
                  </a:lnTo>
                  <a:lnTo>
                    <a:pt x="414" y="411"/>
                  </a:lnTo>
                  <a:lnTo>
                    <a:pt x="409" y="411"/>
                  </a:lnTo>
                  <a:lnTo>
                    <a:pt x="404" y="413"/>
                  </a:lnTo>
                  <a:lnTo>
                    <a:pt x="399" y="416"/>
                  </a:lnTo>
                  <a:lnTo>
                    <a:pt x="394" y="416"/>
                  </a:lnTo>
                  <a:lnTo>
                    <a:pt x="386" y="419"/>
                  </a:lnTo>
                  <a:lnTo>
                    <a:pt x="376" y="420"/>
                  </a:lnTo>
                  <a:lnTo>
                    <a:pt x="372" y="418"/>
                  </a:lnTo>
                  <a:lnTo>
                    <a:pt x="369" y="416"/>
                  </a:lnTo>
                  <a:lnTo>
                    <a:pt x="365" y="418"/>
                  </a:lnTo>
                  <a:lnTo>
                    <a:pt x="363" y="422"/>
                  </a:lnTo>
                  <a:lnTo>
                    <a:pt x="357" y="424"/>
                  </a:lnTo>
                  <a:lnTo>
                    <a:pt x="354" y="423"/>
                  </a:lnTo>
                  <a:lnTo>
                    <a:pt x="351" y="420"/>
                  </a:lnTo>
                  <a:lnTo>
                    <a:pt x="347" y="420"/>
                  </a:lnTo>
                  <a:lnTo>
                    <a:pt x="344" y="418"/>
                  </a:lnTo>
                  <a:lnTo>
                    <a:pt x="346" y="413"/>
                  </a:lnTo>
                  <a:lnTo>
                    <a:pt x="343" y="409"/>
                  </a:lnTo>
                  <a:lnTo>
                    <a:pt x="340" y="408"/>
                  </a:lnTo>
                  <a:lnTo>
                    <a:pt x="335" y="409"/>
                  </a:lnTo>
                  <a:lnTo>
                    <a:pt x="333" y="407"/>
                  </a:lnTo>
                  <a:lnTo>
                    <a:pt x="334" y="399"/>
                  </a:lnTo>
                  <a:lnTo>
                    <a:pt x="332" y="394"/>
                  </a:lnTo>
                  <a:lnTo>
                    <a:pt x="333" y="388"/>
                  </a:lnTo>
                  <a:lnTo>
                    <a:pt x="335" y="383"/>
                  </a:lnTo>
                  <a:lnTo>
                    <a:pt x="334" y="381"/>
                  </a:lnTo>
                  <a:lnTo>
                    <a:pt x="328" y="381"/>
                  </a:lnTo>
                  <a:lnTo>
                    <a:pt x="322" y="378"/>
                  </a:lnTo>
                  <a:lnTo>
                    <a:pt x="319" y="377"/>
                  </a:lnTo>
                  <a:lnTo>
                    <a:pt x="314" y="379"/>
                  </a:lnTo>
                  <a:lnTo>
                    <a:pt x="310" y="386"/>
                  </a:lnTo>
                  <a:lnTo>
                    <a:pt x="304" y="392"/>
                  </a:lnTo>
                  <a:lnTo>
                    <a:pt x="300" y="392"/>
                  </a:lnTo>
                  <a:lnTo>
                    <a:pt x="297" y="392"/>
                  </a:lnTo>
                  <a:lnTo>
                    <a:pt x="293" y="393"/>
                  </a:lnTo>
                  <a:lnTo>
                    <a:pt x="293" y="397"/>
                  </a:lnTo>
                  <a:lnTo>
                    <a:pt x="296" y="404"/>
                  </a:lnTo>
                  <a:lnTo>
                    <a:pt x="300" y="420"/>
                  </a:lnTo>
                  <a:lnTo>
                    <a:pt x="300" y="434"/>
                  </a:lnTo>
                  <a:lnTo>
                    <a:pt x="300" y="443"/>
                  </a:lnTo>
                  <a:lnTo>
                    <a:pt x="298" y="450"/>
                  </a:lnTo>
                  <a:lnTo>
                    <a:pt x="297" y="458"/>
                  </a:lnTo>
                  <a:lnTo>
                    <a:pt x="296" y="460"/>
                  </a:lnTo>
                  <a:lnTo>
                    <a:pt x="292" y="459"/>
                  </a:lnTo>
                  <a:lnTo>
                    <a:pt x="287" y="459"/>
                  </a:lnTo>
                  <a:lnTo>
                    <a:pt x="278" y="458"/>
                  </a:lnTo>
                  <a:lnTo>
                    <a:pt x="273" y="456"/>
                  </a:lnTo>
                  <a:lnTo>
                    <a:pt x="273" y="451"/>
                  </a:lnTo>
                  <a:lnTo>
                    <a:pt x="275" y="445"/>
                  </a:lnTo>
                  <a:lnTo>
                    <a:pt x="275" y="437"/>
                  </a:lnTo>
                  <a:lnTo>
                    <a:pt x="273" y="434"/>
                  </a:lnTo>
                  <a:lnTo>
                    <a:pt x="267" y="430"/>
                  </a:lnTo>
                  <a:lnTo>
                    <a:pt x="263" y="430"/>
                  </a:lnTo>
                  <a:lnTo>
                    <a:pt x="259" y="434"/>
                  </a:lnTo>
                  <a:lnTo>
                    <a:pt x="254" y="437"/>
                  </a:lnTo>
                  <a:lnTo>
                    <a:pt x="252" y="437"/>
                  </a:lnTo>
                  <a:lnTo>
                    <a:pt x="251" y="433"/>
                  </a:lnTo>
                  <a:lnTo>
                    <a:pt x="248" y="429"/>
                  </a:lnTo>
                  <a:lnTo>
                    <a:pt x="243" y="431"/>
                  </a:lnTo>
                  <a:lnTo>
                    <a:pt x="237" y="430"/>
                  </a:lnTo>
                  <a:lnTo>
                    <a:pt x="233" y="427"/>
                  </a:lnTo>
                  <a:lnTo>
                    <a:pt x="230" y="422"/>
                  </a:lnTo>
                  <a:lnTo>
                    <a:pt x="224" y="422"/>
                  </a:lnTo>
                  <a:lnTo>
                    <a:pt x="213" y="422"/>
                  </a:lnTo>
                  <a:lnTo>
                    <a:pt x="200" y="423"/>
                  </a:lnTo>
                  <a:lnTo>
                    <a:pt x="188" y="428"/>
                  </a:lnTo>
                  <a:lnTo>
                    <a:pt x="181" y="433"/>
                  </a:lnTo>
                  <a:lnTo>
                    <a:pt x="181" y="435"/>
                  </a:lnTo>
                  <a:lnTo>
                    <a:pt x="185" y="437"/>
                  </a:lnTo>
                  <a:lnTo>
                    <a:pt x="186" y="440"/>
                  </a:lnTo>
                  <a:lnTo>
                    <a:pt x="185" y="443"/>
                  </a:lnTo>
                  <a:lnTo>
                    <a:pt x="183" y="444"/>
                  </a:lnTo>
                  <a:lnTo>
                    <a:pt x="180" y="446"/>
                  </a:lnTo>
                  <a:lnTo>
                    <a:pt x="181" y="449"/>
                  </a:lnTo>
                  <a:lnTo>
                    <a:pt x="186" y="450"/>
                  </a:lnTo>
                  <a:lnTo>
                    <a:pt x="189" y="456"/>
                  </a:lnTo>
                  <a:lnTo>
                    <a:pt x="196" y="457"/>
                  </a:lnTo>
                  <a:lnTo>
                    <a:pt x="206" y="460"/>
                  </a:lnTo>
                  <a:lnTo>
                    <a:pt x="210" y="465"/>
                  </a:lnTo>
                  <a:lnTo>
                    <a:pt x="211" y="468"/>
                  </a:lnTo>
                  <a:lnTo>
                    <a:pt x="208" y="471"/>
                  </a:lnTo>
                  <a:lnTo>
                    <a:pt x="204" y="471"/>
                  </a:lnTo>
                  <a:lnTo>
                    <a:pt x="202" y="467"/>
                  </a:lnTo>
                  <a:lnTo>
                    <a:pt x="196" y="468"/>
                  </a:lnTo>
                  <a:lnTo>
                    <a:pt x="191" y="471"/>
                  </a:lnTo>
                  <a:lnTo>
                    <a:pt x="186" y="470"/>
                  </a:lnTo>
                  <a:lnTo>
                    <a:pt x="183" y="472"/>
                  </a:lnTo>
                  <a:lnTo>
                    <a:pt x="181" y="476"/>
                  </a:lnTo>
                  <a:lnTo>
                    <a:pt x="184" y="481"/>
                  </a:lnTo>
                  <a:lnTo>
                    <a:pt x="181" y="486"/>
                  </a:lnTo>
                  <a:lnTo>
                    <a:pt x="178" y="485"/>
                  </a:lnTo>
                  <a:lnTo>
                    <a:pt x="176" y="480"/>
                  </a:lnTo>
                  <a:lnTo>
                    <a:pt x="173" y="478"/>
                  </a:lnTo>
                  <a:lnTo>
                    <a:pt x="171" y="474"/>
                  </a:lnTo>
                  <a:lnTo>
                    <a:pt x="167" y="474"/>
                  </a:lnTo>
                  <a:lnTo>
                    <a:pt x="162" y="479"/>
                  </a:lnTo>
                  <a:lnTo>
                    <a:pt x="156" y="478"/>
                  </a:lnTo>
                  <a:lnTo>
                    <a:pt x="155" y="472"/>
                  </a:lnTo>
                  <a:lnTo>
                    <a:pt x="156" y="468"/>
                  </a:lnTo>
                  <a:lnTo>
                    <a:pt x="155" y="464"/>
                  </a:lnTo>
                  <a:lnTo>
                    <a:pt x="150" y="456"/>
                  </a:lnTo>
                  <a:lnTo>
                    <a:pt x="151" y="448"/>
                  </a:lnTo>
                  <a:lnTo>
                    <a:pt x="155" y="442"/>
                  </a:lnTo>
                  <a:lnTo>
                    <a:pt x="155" y="438"/>
                  </a:lnTo>
                  <a:lnTo>
                    <a:pt x="149" y="435"/>
                  </a:lnTo>
                  <a:lnTo>
                    <a:pt x="146" y="433"/>
                  </a:lnTo>
                  <a:lnTo>
                    <a:pt x="144" y="428"/>
                  </a:lnTo>
                  <a:lnTo>
                    <a:pt x="143" y="427"/>
                  </a:lnTo>
                  <a:lnTo>
                    <a:pt x="141" y="429"/>
                  </a:lnTo>
                  <a:lnTo>
                    <a:pt x="140" y="431"/>
                  </a:lnTo>
                  <a:lnTo>
                    <a:pt x="137" y="434"/>
                  </a:lnTo>
                  <a:lnTo>
                    <a:pt x="134" y="431"/>
                  </a:lnTo>
                  <a:lnTo>
                    <a:pt x="132" y="427"/>
                  </a:lnTo>
                  <a:lnTo>
                    <a:pt x="127" y="424"/>
                  </a:lnTo>
                  <a:lnTo>
                    <a:pt x="125" y="421"/>
                  </a:lnTo>
                  <a:lnTo>
                    <a:pt x="126" y="416"/>
                  </a:lnTo>
                  <a:lnTo>
                    <a:pt x="124" y="415"/>
                  </a:lnTo>
                  <a:lnTo>
                    <a:pt x="121" y="416"/>
                  </a:lnTo>
                  <a:lnTo>
                    <a:pt x="119" y="420"/>
                  </a:lnTo>
                  <a:lnTo>
                    <a:pt x="114" y="418"/>
                  </a:lnTo>
                  <a:lnTo>
                    <a:pt x="110" y="414"/>
                  </a:lnTo>
                  <a:lnTo>
                    <a:pt x="111" y="412"/>
                  </a:lnTo>
                  <a:lnTo>
                    <a:pt x="113" y="409"/>
                  </a:lnTo>
                  <a:lnTo>
                    <a:pt x="114" y="407"/>
                  </a:lnTo>
                  <a:lnTo>
                    <a:pt x="113" y="405"/>
                  </a:lnTo>
                  <a:lnTo>
                    <a:pt x="109" y="404"/>
                  </a:lnTo>
                  <a:lnTo>
                    <a:pt x="105" y="405"/>
                  </a:lnTo>
                  <a:lnTo>
                    <a:pt x="100" y="401"/>
                  </a:lnTo>
                  <a:lnTo>
                    <a:pt x="99" y="397"/>
                  </a:lnTo>
                  <a:lnTo>
                    <a:pt x="99" y="392"/>
                  </a:lnTo>
                  <a:lnTo>
                    <a:pt x="97" y="388"/>
                  </a:lnTo>
                  <a:lnTo>
                    <a:pt x="93" y="386"/>
                  </a:lnTo>
                  <a:lnTo>
                    <a:pt x="88" y="385"/>
                  </a:lnTo>
                  <a:lnTo>
                    <a:pt x="82" y="382"/>
                  </a:lnTo>
                  <a:lnTo>
                    <a:pt x="78" y="375"/>
                  </a:lnTo>
                  <a:lnTo>
                    <a:pt x="76" y="370"/>
                  </a:lnTo>
                  <a:lnTo>
                    <a:pt x="72" y="367"/>
                  </a:lnTo>
                  <a:lnTo>
                    <a:pt x="68" y="364"/>
                  </a:lnTo>
                  <a:lnTo>
                    <a:pt x="63" y="364"/>
                  </a:lnTo>
                  <a:lnTo>
                    <a:pt x="60" y="367"/>
                  </a:lnTo>
                  <a:lnTo>
                    <a:pt x="56" y="367"/>
                  </a:lnTo>
                  <a:lnTo>
                    <a:pt x="55" y="363"/>
                  </a:lnTo>
                  <a:lnTo>
                    <a:pt x="52" y="362"/>
                  </a:lnTo>
                  <a:lnTo>
                    <a:pt x="46" y="367"/>
                  </a:lnTo>
                  <a:lnTo>
                    <a:pt x="40" y="371"/>
                  </a:lnTo>
                  <a:lnTo>
                    <a:pt x="39" y="364"/>
                  </a:lnTo>
                  <a:lnTo>
                    <a:pt x="41" y="359"/>
                  </a:lnTo>
                  <a:lnTo>
                    <a:pt x="40" y="353"/>
                  </a:lnTo>
                  <a:lnTo>
                    <a:pt x="37" y="349"/>
                  </a:lnTo>
                  <a:lnTo>
                    <a:pt x="37" y="344"/>
                  </a:lnTo>
                  <a:lnTo>
                    <a:pt x="40" y="341"/>
                  </a:lnTo>
                  <a:lnTo>
                    <a:pt x="43" y="342"/>
                  </a:lnTo>
                  <a:lnTo>
                    <a:pt x="47" y="345"/>
                  </a:lnTo>
                  <a:lnTo>
                    <a:pt x="50" y="346"/>
                  </a:lnTo>
                  <a:lnTo>
                    <a:pt x="51" y="342"/>
                  </a:lnTo>
                  <a:lnTo>
                    <a:pt x="50" y="338"/>
                  </a:lnTo>
                  <a:lnTo>
                    <a:pt x="46" y="336"/>
                  </a:lnTo>
                  <a:lnTo>
                    <a:pt x="44" y="332"/>
                  </a:lnTo>
                  <a:lnTo>
                    <a:pt x="43" y="330"/>
                  </a:lnTo>
                  <a:lnTo>
                    <a:pt x="39" y="325"/>
                  </a:lnTo>
                  <a:lnTo>
                    <a:pt x="33" y="324"/>
                  </a:lnTo>
                  <a:lnTo>
                    <a:pt x="29" y="326"/>
                  </a:lnTo>
                  <a:lnTo>
                    <a:pt x="23" y="326"/>
                  </a:lnTo>
                  <a:lnTo>
                    <a:pt x="22" y="329"/>
                  </a:lnTo>
                  <a:lnTo>
                    <a:pt x="23" y="333"/>
                  </a:lnTo>
                  <a:lnTo>
                    <a:pt x="21" y="340"/>
                  </a:lnTo>
                  <a:lnTo>
                    <a:pt x="17" y="341"/>
                  </a:lnTo>
                  <a:lnTo>
                    <a:pt x="13" y="340"/>
                  </a:lnTo>
                  <a:lnTo>
                    <a:pt x="6" y="341"/>
                  </a:lnTo>
                  <a:lnTo>
                    <a:pt x="1" y="341"/>
                  </a:lnTo>
                  <a:lnTo>
                    <a:pt x="0" y="338"/>
                  </a:lnTo>
                  <a:lnTo>
                    <a:pt x="2" y="334"/>
                  </a:lnTo>
                  <a:lnTo>
                    <a:pt x="3" y="331"/>
                  </a:lnTo>
                  <a:lnTo>
                    <a:pt x="6" y="327"/>
                  </a:lnTo>
                  <a:lnTo>
                    <a:pt x="9" y="326"/>
                  </a:lnTo>
                  <a:lnTo>
                    <a:pt x="11" y="322"/>
                  </a:lnTo>
                  <a:lnTo>
                    <a:pt x="10" y="316"/>
                  </a:lnTo>
                  <a:lnTo>
                    <a:pt x="13" y="311"/>
                  </a:lnTo>
                  <a:lnTo>
                    <a:pt x="16" y="310"/>
                  </a:lnTo>
                  <a:lnTo>
                    <a:pt x="18" y="307"/>
                  </a:lnTo>
                  <a:lnTo>
                    <a:pt x="18" y="302"/>
                  </a:lnTo>
                  <a:lnTo>
                    <a:pt x="17" y="299"/>
                  </a:lnTo>
                  <a:lnTo>
                    <a:pt x="18" y="292"/>
                  </a:lnTo>
                  <a:lnTo>
                    <a:pt x="21" y="286"/>
                  </a:lnTo>
                  <a:lnTo>
                    <a:pt x="23" y="280"/>
                  </a:lnTo>
                  <a:lnTo>
                    <a:pt x="23" y="275"/>
                  </a:lnTo>
                  <a:lnTo>
                    <a:pt x="26" y="274"/>
                  </a:lnTo>
                  <a:lnTo>
                    <a:pt x="30" y="275"/>
                  </a:lnTo>
                  <a:lnTo>
                    <a:pt x="36" y="274"/>
                  </a:lnTo>
                  <a:lnTo>
                    <a:pt x="38" y="272"/>
                  </a:lnTo>
                  <a:lnTo>
                    <a:pt x="40" y="271"/>
                  </a:lnTo>
                  <a:lnTo>
                    <a:pt x="40" y="267"/>
                  </a:lnTo>
                  <a:lnTo>
                    <a:pt x="38" y="265"/>
                  </a:lnTo>
                  <a:lnTo>
                    <a:pt x="35" y="265"/>
                  </a:lnTo>
                  <a:lnTo>
                    <a:pt x="35" y="262"/>
                  </a:lnTo>
                  <a:lnTo>
                    <a:pt x="38" y="259"/>
                  </a:lnTo>
                  <a:lnTo>
                    <a:pt x="40" y="258"/>
                  </a:lnTo>
                  <a:lnTo>
                    <a:pt x="43" y="255"/>
                  </a:lnTo>
                  <a:lnTo>
                    <a:pt x="37" y="249"/>
                  </a:lnTo>
                  <a:lnTo>
                    <a:pt x="35" y="248"/>
                  </a:lnTo>
                  <a:lnTo>
                    <a:pt x="32" y="245"/>
                  </a:lnTo>
                  <a:lnTo>
                    <a:pt x="29" y="245"/>
                  </a:lnTo>
                  <a:lnTo>
                    <a:pt x="28" y="249"/>
                  </a:lnTo>
                  <a:lnTo>
                    <a:pt x="26" y="251"/>
                  </a:lnTo>
                  <a:lnTo>
                    <a:pt x="24" y="250"/>
                  </a:lnTo>
                  <a:lnTo>
                    <a:pt x="23" y="245"/>
                  </a:lnTo>
                  <a:lnTo>
                    <a:pt x="24" y="241"/>
                  </a:lnTo>
                  <a:lnTo>
                    <a:pt x="25" y="238"/>
                  </a:lnTo>
                  <a:lnTo>
                    <a:pt x="32" y="235"/>
                  </a:lnTo>
                  <a:lnTo>
                    <a:pt x="37" y="235"/>
                  </a:lnTo>
                  <a:lnTo>
                    <a:pt x="39" y="230"/>
                  </a:lnTo>
                  <a:lnTo>
                    <a:pt x="38" y="225"/>
                  </a:lnTo>
                  <a:lnTo>
                    <a:pt x="36" y="220"/>
                  </a:lnTo>
                  <a:lnTo>
                    <a:pt x="37" y="214"/>
                  </a:lnTo>
                  <a:lnTo>
                    <a:pt x="39" y="212"/>
                  </a:lnTo>
                  <a:lnTo>
                    <a:pt x="44" y="212"/>
                  </a:lnTo>
                  <a:lnTo>
                    <a:pt x="47" y="213"/>
                  </a:lnTo>
                  <a:lnTo>
                    <a:pt x="55" y="214"/>
                  </a:lnTo>
                  <a:lnTo>
                    <a:pt x="60" y="217"/>
                  </a:lnTo>
                  <a:lnTo>
                    <a:pt x="63" y="220"/>
                  </a:lnTo>
                  <a:lnTo>
                    <a:pt x="70" y="219"/>
                  </a:lnTo>
                  <a:lnTo>
                    <a:pt x="74" y="220"/>
                  </a:lnTo>
                  <a:lnTo>
                    <a:pt x="77" y="218"/>
                  </a:lnTo>
                  <a:lnTo>
                    <a:pt x="78" y="213"/>
                  </a:lnTo>
                  <a:lnTo>
                    <a:pt x="77" y="207"/>
                  </a:lnTo>
                  <a:lnTo>
                    <a:pt x="72" y="206"/>
                  </a:lnTo>
                  <a:lnTo>
                    <a:pt x="69" y="201"/>
                  </a:lnTo>
                  <a:lnTo>
                    <a:pt x="66" y="200"/>
                  </a:lnTo>
                  <a:lnTo>
                    <a:pt x="63" y="200"/>
                  </a:lnTo>
                  <a:lnTo>
                    <a:pt x="60" y="198"/>
                  </a:lnTo>
                  <a:lnTo>
                    <a:pt x="59" y="195"/>
                  </a:lnTo>
                  <a:lnTo>
                    <a:pt x="62" y="188"/>
                  </a:lnTo>
                  <a:lnTo>
                    <a:pt x="65" y="185"/>
                  </a:lnTo>
                  <a:lnTo>
                    <a:pt x="65" y="180"/>
                  </a:lnTo>
                  <a:lnTo>
                    <a:pt x="62" y="175"/>
                  </a:lnTo>
                  <a:lnTo>
                    <a:pt x="60" y="174"/>
                  </a:lnTo>
                  <a:lnTo>
                    <a:pt x="56" y="171"/>
                  </a:lnTo>
                  <a:lnTo>
                    <a:pt x="55" y="169"/>
                  </a:lnTo>
                  <a:lnTo>
                    <a:pt x="58" y="167"/>
                  </a:lnTo>
                  <a:lnTo>
                    <a:pt x="60" y="165"/>
                  </a:lnTo>
                  <a:lnTo>
                    <a:pt x="65" y="166"/>
                  </a:lnTo>
                  <a:lnTo>
                    <a:pt x="67" y="169"/>
                  </a:lnTo>
                  <a:lnTo>
                    <a:pt x="68" y="171"/>
                  </a:lnTo>
                  <a:lnTo>
                    <a:pt x="70" y="173"/>
                  </a:lnTo>
                  <a:lnTo>
                    <a:pt x="72" y="176"/>
                  </a:lnTo>
                  <a:lnTo>
                    <a:pt x="75" y="178"/>
                  </a:lnTo>
                  <a:lnTo>
                    <a:pt x="76" y="176"/>
                  </a:lnTo>
                  <a:lnTo>
                    <a:pt x="76" y="167"/>
                  </a:lnTo>
                  <a:lnTo>
                    <a:pt x="77" y="163"/>
                  </a:lnTo>
                  <a:lnTo>
                    <a:pt x="76" y="158"/>
                  </a:lnTo>
                  <a:lnTo>
                    <a:pt x="75" y="153"/>
                  </a:lnTo>
                  <a:lnTo>
                    <a:pt x="70" y="149"/>
                  </a:lnTo>
                  <a:lnTo>
                    <a:pt x="62" y="145"/>
                  </a:lnTo>
                  <a:lnTo>
                    <a:pt x="58" y="143"/>
                  </a:lnTo>
                  <a:lnTo>
                    <a:pt x="52" y="140"/>
                  </a:lnTo>
                  <a:lnTo>
                    <a:pt x="48" y="138"/>
                  </a:lnTo>
                  <a:lnTo>
                    <a:pt x="47" y="132"/>
                  </a:lnTo>
                  <a:lnTo>
                    <a:pt x="44" y="125"/>
                  </a:lnTo>
                  <a:lnTo>
                    <a:pt x="38" y="122"/>
                  </a:lnTo>
                  <a:lnTo>
                    <a:pt x="32" y="121"/>
                  </a:lnTo>
                  <a:lnTo>
                    <a:pt x="25" y="119"/>
                  </a:lnTo>
                  <a:lnTo>
                    <a:pt x="22" y="117"/>
                  </a:lnTo>
                  <a:lnTo>
                    <a:pt x="18" y="113"/>
                  </a:lnTo>
                  <a:lnTo>
                    <a:pt x="21" y="107"/>
                  </a:lnTo>
                  <a:lnTo>
                    <a:pt x="18" y="99"/>
                  </a:lnTo>
                  <a:lnTo>
                    <a:pt x="18" y="94"/>
                  </a:lnTo>
                  <a:lnTo>
                    <a:pt x="16" y="89"/>
                  </a:lnTo>
                  <a:lnTo>
                    <a:pt x="19" y="89"/>
                  </a:lnTo>
                  <a:lnTo>
                    <a:pt x="23" y="87"/>
                  </a:lnTo>
                  <a:lnTo>
                    <a:pt x="29" y="85"/>
                  </a:lnTo>
                  <a:lnTo>
                    <a:pt x="31" y="80"/>
                  </a:lnTo>
                  <a:lnTo>
                    <a:pt x="33" y="77"/>
                  </a:lnTo>
                  <a:lnTo>
                    <a:pt x="39" y="73"/>
                  </a:lnTo>
                  <a:lnTo>
                    <a:pt x="43" y="73"/>
                  </a:lnTo>
                  <a:lnTo>
                    <a:pt x="45" y="76"/>
                  </a:lnTo>
                  <a:lnTo>
                    <a:pt x="50" y="74"/>
                  </a:lnTo>
                  <a:lnTo>
                    <a:pt x="51" y="71"/>
                  </a:lnTo>
                  <a:lnTo>
                    <a:pt x="54" y="69"/>
                  </a:lnTo>
                  <a:lnTo>
                    <a:pt x="58" y="67"/>
                  </a:lnTo>
                  <a:lnTo>
                    <a:pt x="63" y="67"/>
                  </a:lnTo>
                  <a:lnTo>
                    <a:pt x="69" y="64"/>
                  </a:lnTo>
                  <a:lnTo>
                    <a:pt x="69" y="61"/>
                  </a:lnTo>
                  <a:lnTo>
                    <a:pt x="69" y="55"/>
                  </a:lnTo>
                  <a:lnTo>
                    <a:pt x="73" y="52"/>
                  </a:lnTo>
                  <a:lnTo>
                    <a:pt x="77" y="55"/>
                  </a:lnTo>
                  <a:lnTo>
                    <a:pt x="80" y="57"/>
                  </a:lnTo>
                  <a:lnTo>
                    <a:pt x="87" y="52"/>
                  </a:lnTo>
                  <a:lnTo>
                    <a:pt x="93" y="47"/>
                  </a:lnTo>
                  <a:lnTo>
                    <a:pt x="102" y="42"/>
                  </a:lnTo>
                  <a:lnTo>
                    <a:pt x="109" y="36"/>
                  </a:lnTo>
                  <a:lnTo>
                    <a:pt x="111" y="28"/>
                  </a:lnTo>
                  <a:lnTo>
                    <a:pt x="112" y="21"/>
                  </a:lnTo>
                  <a:lnTo>
                    <a:pt x="114" y="18"/>
                  </a:lnTo>
                  <a:lnTo>
                    <a:pt x="120" y="17"/>
                  </a:lnTo>
                  <a:lnTo>
                    <a:pt x="127" y="20"/>
                  </a:lnTo>
                  <a:lnTo>
                    <a:pt x="130" y="24"/>
                  </a:lnTo>
                  <a:lnTo>
                    <a:pt x="135" y="25"/>
                  </a:lnTo>
                  <a:lnTo>
                    <a:pt x="137" y="28"/>
                  </a:lnTo>
                  <a:lnTo>
                    <a:pt x="143" y="32"/>
                  </a:lnTo>
                  <a:lnTo>
                    <a:pt x="147" y="29"/>
                  </a:lnTo>
                  <a:lnTo>
                    <a:pt x="150" y="30"/>
                  </a:lnTo>
                  <a:lnTo>
                    <a:pt x="155" y="27"/>
                  </a:lnTo>
                  <a:lnTo>
                    <a:pt x="158" y="26"/>
                  </a:lnTo>
                  <a:lnTo>
                    <a:pt x="163" y="27"/>
                  </a:lnTo>
                  <a:lnTo>
                    <a:pt x="165" y="30"/>
                  </a:lnTo>
                  <a:lnTo>
                    <a:pt x="169" y="32"/>
                  </a:lnTo>
                  <a:lnTo>
                    <a:pt x="172" y="27"/>
                  </a:lnTo>
                  <a:lnTo>
                    <a:pt x="173" y="24"/>
                  </a:lnTo>
                  <a:lnTo>
                    <a:pt x="169" y="22"/>
                  </a:lnTo>
                  <a:lnTo>
                    <a:pt x="165" y="20"/>
                  </a:lnTo>
                  <a:lnTo>
                    <a:pt x="164" y="15"/>
                  </a:lnTo>
                  <a:lnTo>
                    <a:pt x="166" y="11"/>
                  </a:lnTo>
                  <a:lnTo>
                    <a:pt x="170" y="9"/>
                  </a:lnTo>
                  <a:lnTo>
                    <a:pt x="174" y="7"/>
                  </a:lnTo>
                  <a:lnTo>
                    <a:pt x="176" y="4"/>
                  </a:lnTo>
                  <a:lnTo>
                    <a:pt x="176" y="0"/>
                  </a:lnTo>
                  <a:lnTo>
                    <a:pt x="179" y="0"/>
                  </a:lnTo>
                  <a:lnTo>
                    <a:pt x="184" y="2"/>
                  </a:lnTo>
                  <a:lnTo>
                    <a:pt x="191" y="0"/>
                  </a:lnTo>
                  <a:lnTo>
                    <a:pt x="201" y="2"/>
                  </a:lnTo>
                  <a:lnTo>
                    <a:pt x="202" y="4"/>
                  </a:lnTo>
                  <a:lnTo>
                    <a:pt x="204" y="6"/>
                  </a:lnTo>
                  <a:lnTo>
                    <a:pt x="209" y="9"/>
                  </a:lnTo>
                  <a:lnTo>
                    <a:pt x="215" y="7"/>
                  </a:lnTo>
                  <a:lnTo>
                    <a:pt x="223" y="11"/>
                  </a:lnTo>
                  <a:lnTo>
                    <a:pt x="226" y="14"/>
                  </a:lnTo>
                  <a:lnTo>
                    <a:pt x="228" y="19"/>
                  </a:lnTo>
                  <a:lnTo>
                    <a:pt x="223" y="20"/>
                  </a:lnTo>
                  <a:lnTo>
                    <a:pt x="220" y="19"/>
                  </a:lnTo>
                  <a:lnTo>
                    <a:pt x="216" y="19"/>
                  </a:lnTo>
                  <a:lnTo>
                    <a:pt x="215" y="21"/>
                  </a:lnTo>
                  <a:lnTo>
                    <a:pt x="217" y="26"/>
                  </a:lnTo>
                  <a:lnTo>
                    <a:pt x="218" y="32"/>
                  </a:lnTo>
                  <a:lnTo>
                    <a:pt x="223" y="34"/>
                  </a:lnTo>
                  <a:lnTo>
                    <a:pt x="228" y="36"/>
                  </a:lnTo>
                  <a:lnTo>
                    <a:pt x="229" y="41"/>
                  </a:lnTo>
                  <a:lnTo>
                    <a:pt x="228" y="47"/>
                  </a:lnTo>
                  <a:lnTo>
                    <a:pt x="229" y="51"/>
                  </a:lnTo>
                  <a:lnTo>
                    <a:pt x="232" y="56"/>
                  </a:lnTo>
                  <a:lnTo>
                    <a:pt x="232" y="63"/>
                  </a:lnTo>
                  <a:lnTo>
                    <a:pt x="233" y="70"/>
                  </a:lnTo>
                  <a:lnTo>
                    <a:pt x="236" y="73"/>
                  </a:lnTo>
                  <a:lnTo>
                    <a:pt x="243" y="76"/>
                  </a:lnTo>
                  <a:lnTo>
                    <a:pt x="251" y="76"/>
                  </a:lnTo>
                  <a:lnTo>
                    <a:pt x="254" y="73"/>
                  </a:lnTo>
                  <a:lnTo>
                    <a:pt x="260" y="74"/>
                  </a:lnTo>
                  <a:lnTo>
                    <a:pt x="266" y="79"/>
                  </a:lnTo>
                  <a:lnTo>
                    <a:pt x="270" y="81"/>
                  </a:lnTo>
                  <a:lnTo>
                    <a:pt x="275" y="80"/>
                  </a:lnTo>
                  <a:lnTo>
                    <a:pt x="280" y="78"/>
                  </a:lnTo>
                  <a:lnTo>
                    <a:pt x="289" y="79"/>
                  </a:lnTo>
                  <a:lnTo>
                    <a:pt x="297" y="78"/>
                  </a:lnTo>
                  <a:lnTo>
                    <a:pt x="304" y="78"/>
                  </a:lnTo>
                  <a:lnTo>
                    <a:pt x="307" y="85"/>
                  </a:lnTo>
                  <a:lnTo>
                    <a:pt x="311" y="87"/>
                  </a:lnTo>
                  <a:lnTo>
                    <a:pt x="315" y="87"/>
                  </a:lnTo>
                  <a:lnTo>
                    <a:pt x="320" y="86"/>
                  </a:lnTo>
                  <a:lnTo>
                    <a:pt x="324" y="88"/>
                  </a:lnTo>
                  <a:lnTo>
                    <a:pt x="326" y="93"/>
                  </a:lnTo>
                  <a:lnTo>
                    <a:pt x="326" y="99"/>
                  </a:lnTo>
                  <a:lnTo>
                    <a:pt x="328" y="107"/>
                  </a:lnTo>
                  <a:lnTo>
                    <a:pt x="333" y="111"/>
                  </a:lnTo>
                  <a:lnTo>
                    <a:pt x="336" y="115"/>
                  </a:lnTo>
                  <a:lnTo>
                    <a:pt x="334" y="119"/>
                  </a:lnTo>
                  <a:lnTo>
                    <a:pt x="330" y="121"/>
                  </a:lnTo>
                  <a:lnTo>
                    <a:pt x="330" y="125"/>
                  </a:lnTo>
                  <a:lnTo>
                    <a:pt x="328" y="129"/>
                  </a:lnTo>
                  <a:lnTo>
                    <a:pt x="327" y="133"/>
                  </a:lnTo>
                  <a:lnTo>
                    <a:pt x="322" y="136"/>
                  </a:lnTo>
                  <a:lnTo>
                    <a:pt x="321" y="139"/>
                  </a:lnTo>
                  <a:lnTo>
                    <a:pt x="317" y="140"/>
                  </a:lnTo>
                  <a:lnTo>
                    <a:pt x="314" y="145"/>
                  </a:lnTo>
                  <a:lnTo>
                    <a:pt x="318" y="146"/>
                  </a:lnTo>
                  <a:lnTo>
                    <a:pt x="320" y="149"/>
                  </a:lnTo>
                  <a:lnTo>
                    <a:pt x="326" y="152"/>
                  </a:lnTo>
                  <a:lnTo>
                    <a:pt x="329" y="151"/>
                  </a:lnTo>
                  <a:lnTo>
                    <a:pt x="334" y="151"/>
                  </a:lnTo>
                  <a:lnTo>
                    <a:pt x="336" y="153"/>
                  </a:lnTo>
                  <a:lnTo>
                    <a:pt x="340" y="155"/>
                  </a:lnTo>
                  <a:lnTo>
                    <a:pt x="341" y="158"/>
                  </a:lnTo>
                  <a:lnTo>
                    <a:pt x="343" y="162"/>
                  </a:lnTo>
                  <a:lnTo>
                    <a:pt x="343" y="166"/>
                  </a:lnTo>
                  <a:lnTo>
                    <a:pt x="339" y="167"/>
                  </a:lnTo>
                  <a:lnTo>
                    <a:pt x="336" y="169"/>
                  </a:lnTo>
                  <a:lnTo>
                    <a:pt x="337" y="174"/>
                  </a:lnTo>
                  <a:lnTo>
                    <a:pt x="341" y="175"/>
                  </a:lnTo>
                  <a:lnTo>
                    <a:pt x="343" y="181"/>
                  </a:lnTo>
                  <a:lnTo>
                    <a:pt x="348" y="183"/>
                  </a:lnTo>
                  <a:lnTo>
                    <a:pt x="355" y="183"/>
                  </a:lnTo>
                  <a:lnTo>
                    <a:pt x="359" y="182"/>
                  </a:lnTo>
                  <a:lnTo>
                    <a:pt x="361" y="180"/>
                  </a:lnTo>
                  <a:lnTo>
                    <a:pt x="365" y="177"/>
                  </a:lnTo>
                  <a:lnTo>
                    <a:pt x="369" y="178"/>
                  </a:lnTo>
                  <a:lnTo>
                    <a:pt x="371" y="182"/>
                  </a:lnTo>
                  <a:lnTo>
                    <a:pt x="376" y="182"/>
                  </a:lnTo>
                  <a:lnTo>
                    <a:pt x="378" y="180"/>
                  </a:lnTo>
                  <a:lnTo>
                    <a:pt x="384" y="178"/>
                  </a:lnTo>
                  <a:lnTo>
                    <a:pt x="387" y="182"/>
                  </a:lnTo>
                  <a:lnTo>
                    <a:pt x="391" y="186"/>
                  </a:lnTo>
                  <a:lnTo>
                    <a:pt x="391" y="190"/>
                  </a:lnTo>
                  <a:lnTo>
                    <a:pt x="391" y="195"/>
                  </a:lnTo>
                  <a:lnTo>
                    <a:pt x="396" y="197"/>
                  </a:lnTo>
                  <a:lnTo>
                    <a:pt x="399" y="199"/>
                  </a:lnTo>
                  <a:lnTo>
                    <a:pt x="404" y="199"/>
                  </a:lnTo>
                  <a:lnTo>
                    <a:pt x="409" y="200"/>
                  </a:lnTo>
                  <a:lnTo>
                    <a:pt x="417" y="199"/>
                  </a:lnTo>
                  <a:lnTo>
                    <a:pt x="421" y="198"/>
                  </a:lnTo>
                  <a:lnTo>
                    <a:pt x="428" y="197"/>
                  </a:lnTo>
                  <a:lnTo>
                    <a:pt x="433" y="198"/>
                  </a:lnTo>
                  <a:lnTo>
                    <a:pt x="437" y="201"/>
                  </a:lnTo>
                  <a:lnTo>
                    <a:pt x="441" y="204"/>
                  </a:lnTo>
                  <a:lnTo>
                    <a:pt x="446" y="210"/>
                  </a:lnTo>
                  <a:lnTo>
                    <a:pt x="448" y="213"/>
                  </a:lnTo>
                  <a:lnTo>
                    <a:pt x="452" y="217"/>
                  </a:lnTo>
                  <a:lnTo>
                    <a:pt x="453" y="221"/>
                  </a:lnTo>
                  <a:lnTo>
                    <a:pt x="458" y="225"/>
                  </a:lnTo>
                  <a:lnTo>
                    <a:pt x="463" y="223"/>
                  </a:lnTo>
                  <a:lnTo>
                    <a:pt x="473" y="225"/>
                  </a:lnTo>
                  <a:lnTo>
                    <a:pt x="478" y="225"/>
                  </a:lnTo>
                  <a:lnTo>
                    <a:pt x="482" y="227"/>
                  </a:lnTo>
                  <a:lnTo>
                    <a:pt x="488" y="226"/>
                  </a:lnTo>
                  <a:lnTo>
                    <a:pt x="490" y="225"/>
                  </a:lnTo>
                  <a:lnTo>
                    <a:pt x="495" y="223"/>
                  </a:lnTo>
                  <a:lnTo>
                    <a:pt x="498" y="227"/>
                  </a:lnTo>
                  <a:lnTo>
                    <a:pt x="497" y="230"/>
                  </a:lnTo>
                  <a:lnTo>
                    <a:pt x="500" y="233"/>
                  </a:lnTo>
                  <a:lnTo>
                    <a:pt x="505" y="232"/>
                  </a:lnTo>
                  <a:lnTo>
                    <a:pt x="507" y="227"/>
                  </a:lnTo>
                  <a:lnTo>
                    <a:pt x="510" y="222"/>
                  </a:lnTo>
                  <a:lnTo>
                    <a:pt x="511" y="219"/>
                  </a:lnTo>
                  <a:lnTo>
                    <a:pt x="512" y="214"/>
                  </a:lnTo>
                  <a:lnTo>
                    <a:pt x="514" y="212"/>
                  </a:lnTo>
                  <a:lnTo>
                    <a:pt x="515" y="205"/>
                  </a:lnTo>
                  <a:lnTo>
                    <a:pt x="514" y="203"/>
                  </a:lnTo>
                  <a:lnTo>
                    <a:pt x="510" y="201"/>
                  </a:lnTo>
                  <a:lnTo>
                    <a:pt x="507" y="199"/>
                  </a:lnTo>
                  <a:lnTo>
                    <a:pt x="506" y="196"/>
                  </a:lnTo>
                  <a:lnTo>
                    <a:pt x="509" y="193"/>
                  </a:lnTo>
                  <a:lnTo>
                    <a:pt x="509" y="189"/>
                  </a:lnTo>
                  <a:lnTo>
                    <a:pt x="512" y="186"/>
                  </a:lnTo>
                  <a:lnTo>
                    <a:pt x="513" y="183"/>
                  </a:lnTo>
                  <a:lnTo>
                    <a:pt x="518" y="183"/>
                  </a:lnTo>
                  <a:lnTo>
                    <a:pt x="519" y="181"/>
                  </a:lnTo>
                  <a:lnTo>
                    <a:pt x="522" y="176"/>
                  </a:lnTo>
                  <a:lnTo>
                    <a:pt x="526" y="176"/>
                  </a:lnTo>
                  <a:lnTo>
                    <a:pt x="529" y="180"/>
                  </a:lnTo>
                  <a:lnTo>
                    <a:pt x="529" y="184"/>
                  </a:lnTo>
                  <a:lnTo>
                    <a:pt x="532" y="188"/>
                  </a:lnTo>
                  <a:lnTo>
                    <a:pt x="539" y="188"/>
                  </a:lnTo>
                  <a:lnTo>
                    <a:pt x="546" y="188"/>
                  </a:lnTo>
                  <a:lnTo>
                    <a:pt x="555" y="189"/>
                  </a:lnTo>
                  <a:lnTo>
                    <a:pt x="562" y="190"/>
                  </a:lnTo>
                  <a:lnTo>
                    <a:pt x="564" y="195"/>
                  </a:lnTo>
                  <a:lnTo>
                    <a:pt x="561" y="197"/>
                  </a:lnTo>
                  <a:lnTo>
                    <a:pt x="561" y="201"/>
                  </a:lnTo>
                  <a:lnTo>
                    <a:pt x="564" y="203"/>
                  </a:lnTo>
                  <a:lnTo>
                    <a:pt x="566" y="205"/>
                  </a:lnTo>
                  <a:lnTo>
                    <a:pt x="565" y="210"/>
                  </a:lnTo>
                  <a:lnTo>
                    <a:pt x="568" y="213"/>
                  </a:lnTo>
                  <a:lnTo>
                    <a:pt x="573" y="215"/>
                  </a:lnTo>
                  <a:lnTo>
                    <a:pt x="577" y="219"/>
                  </a:lnTo>
                  <a:lnTo>
                    <a:pt x="579" y="219"/>
                  </a:lnTo>
                  <a:lnTo>
                    <a:pt x="581" y="217"/>
                  </a:lnTo>
                  <a:lnTo>
                    <a:pt x="583" y="215"/>
                  </a:lnTo>
                  <a:lnTo>
                    <a:pt x="586" y="218"/>
                  </a:lnTo>
                  <a:lnTo>
                    <a:pt x="589" y="222"/>
                  </a:lnTo>
                  <a:lnTo>
                    <a:pt x="589" y="229"/>
                  </a:lnTo>
                  <a:lnTo>
                    <a:pt x="591" y="233"/>
                  </a:lnTo>
                  <a:lnTo>
                    <a:pt x="594" y="236"/>
                  </a:lnTo>
                  <a:close/>
                </a:path>
              </a:pathLst>
            </a:custGeom>
            <a:solidFill>
              <a:schemeClr val="accent6"/>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25"/>
            <p:cNvSpPr>
              <a:spLocks/>
            </p:cNvSpPr>
            <p:nvPr/>
          </p:nvSpPr>
          <p:spPr bwMode="auto">
            <a:xfrm>
              <a:off x="1679576" y="3108326"/>
              <a:ext cx="1700213" cy="1758950"/>
            </a:xfrm>
            <a:custGeom>
              <a:avLst/>
              <a:gdLst/>
              <a:ahLst/>
              <a:cxnLst>
                <a:cxn ang="0">
                  <a:pos x="254" y="26"/>
                </a:cxn>
                <a:cxn ang="0">
                  <a:pos x="278" y="54"/>
                </a:cxn>
                <a:cxn ang="0">
                  <a:pos x="302" y="95"/>
                </a:cxn>
                <a:cxn ang="0">
                  <a:pos x="345" y="94"/>
                </a:cxn>
                <a:cxn ang="0">
                  <a:pos x="331" y="57"/>
                </a:cxn>
                <a:cxn ang="0">
                  <a:pos x="406" y="65"/>
                </a:cxn>
                <a:cxn ang="0">
                  <a:pos x="425" y="26"/>
                </a:cxn>
                <a:cxn ang="0">
                  <a:pos x="465" y="41"/>
                </a:cxn>
                <a:cxn ang="0">
                  <a:pos x="522" y="42"/>
                </a:cxn>
                <a:cxn ang="0">
                  <a:pos x="565" y="62"/>
                </a:cxn>
                <a:cxn ang="0">
                  <a:pos x="601" y="126"/>
                </a:cxn>
                <a:cxn ang="0">
                  <a:pos x="660" y="182"/>
                </a:cxn>
                <a:cxn ang="0">
                  <a:pos x="649" y="243"/>
                </a:cxn>
                <a:cxn ang="0">
                  <a:pos x="704" y="330"/>
                </a:cxn>
                <a:cxn ang="0">
                  <a:pos x="783" y="384"/>
                </a:cxn>
                <a:cxn ang="0">
                  <a:pos x="860" y="460"/>
                </a:cxn>
                <a:cxn ang="0">
                  <a:pos x="924" y="532"/>
                </a:cxn>
                <a:cxn ang="0">
                  <a:pos x="859" y="576"/>
                </a:cxn>
                <a:cxn ang="0">
                  <a:pos x="788" y="660"/>
                </a:cxn>
                <a:cxn ang="0">
                  <a:pos x="741" y="739"/>
                </a:cxn>
                <a:cxn ang="0">
                  <a:pos x="771" y="826"/>
                </a:cxn>
                <a:cxn ang="0">
                  <a:pos x="763" y="891"/>
                </a:cxn>
                <a:cxn ang="0">
                  <a:pos x="729" y="837"/>
                </a:cxn>
                <a:cxn ang="0">
                  <a:pos x="657" y="836"/>
                </a:cxn>
                <a:cxn ang="0">
                  <a:pos x="618" y="850"/>
                </a:cxn>
                <a:cxn ang="0">
                  <a:pos x="512" y="868"/>
                </a:cxn>
                <a:cxn ang="0">
                  <a:pos x="453" y="910"/>
                </a:cxn>
                <a:cxn ang="0">
                  <a:pos x="381" y="925"/>
                </a:cxn>
                <a:cxn ang="0">
                  <a:pos x="338" y="888"/>
                </a:cxn>
                <a:cxn ang="0">
                  <a:pos x="272" y="880"/>
                </a:cxn>
                <a:cxn ang="0">
                  <a:pos x="215" y="958"/>
                </a:cxn>
                <a:cxn ang="0">
                  <a:pos x="200" y="913"/>
                </a:cxn>
                <a:cxn ang="0">
                  <a:pos x="150" y="869"/>
                </a:cxn>
                <a:cxn ang="0">
                  <a:pos x="122" y="861"/>
                </a:cxn>
                <a:cxn ang="0">
                  <a:pos x="205" y="843"/>
                </a:cxn>
                <a:cxn ang="0">
                  <a:pos x="206" y="768"/>
                </a:cxn>
                <a:cxn ang="0">
                  <a:pos x="202" y="677"/>
                </a:cxn>
                <a:cxn ang="0">
                  <a:pos x="220" y="614"/>
                </a:cxn>
                <a:cxn ang="0">
                  <a:pos x="238" y="551"/>
                </a:cxn>
                <a:cxn ang="0">
                  <a:pos x="269" y="554"/>
                </a:cxn>
                <a:cxn ang="0">
                  <a:pos x="275" y="517"/>
                </a:cxn>
                <a:cxn ang="0">
                  <a:pos x="266" y="460"/>
                </a:cxn>
                <a:cxn ang="0">
                  <a:pos x="225" y="407"/>
                </a:cxn>
                <a:cxn ang="0">
                  <a:pos x="213" y="352"/>
                </a:cxn>
                <a:cxn ang="0">
                  <a:pos x="211" y="307"/>
                </a:cxn>
                <a:cxn ang="0">
                  <a:pos x="174" y="309"/>
                </a:cxn>
                <a:cxn ang="0">
                  <a:pos x="160" y="283"/>
                </a:cxn>
                <a:cxn ang="0">
                  <a:pos x="144" y="256"/>
                </a:cxn>
                <a:cxn ang="0">
                  <a:pos x="125" y="227"/>
                </a:cxn>
                <a:cxn ang="0">
                  <a:pos x="94" y="226"/>
                </a:cxn>
                <a:cxn ang="0">
                  <a:pos x="67" y="242"/>
                </a:cxn>
                <a:cxn ang="0">
                  <a:pos x="80" y="258"/>
                </a:cxn>
                <a:cxn ang="0">
                  <a:pos x="47" y="282"/>
                </a:cxn>
                <a:cxn ang="0">
                  <a:pos x="20" y="265"/>
                </a:cxn>
                <a:cxn ang="0">
                  <a:pos x="17" y="219"/>
                </a:cxn>
                <a:cxn ang="0">
                  <a:pos x="4" y="149"/>
                </a:cxn>
                <a:cxn ang="0">
                  <a:pos x="38" y="131"/>
                </a:cxn>
                <a:cxn ang="0">
                  <a:pos x="84" y="137"/>
                </a:cxn>
                <a:cxn ang="0">
                  <a:pos x="100" y="93"/>
                </a:cxn>
                <a:cxn ang="0">
                  <a:pos x="126" y="92"/>
                </a:cxn>
                <a:cxn ang="0">
                  <a:pos x="161" y="46"/>
                </a:cxn>
              </a:cxnLst>
              <a:rect l="0" t="0" r="r" b="b"/>
              <a:pathLst>
                <a:path w="927" h="959">
                  <a:moveTo>
                    <a:pt x="203" y="8"/>
                  </a:moveTo>
                  <a:cubicBezTo>
                    <a:pt x="208" y="4"/>
                    <a:pt x="208" y="4"/>
                    <a:pt x="208" y="4"/>
                  </a:cubicBezTo>
                  <a:cubicBezTo>
                    <a:pt x="213" y="0"/>
                    <a:pt x="213" y="0"/>
                    <a:pt x="213" y="0"/>
                  </a:cubicBezTo>
                  <a:cubicBezTo>
                    <a:pt x="216" y="1"/>
                    <a:pt x="216" y="1"/>
                    <a:pt x="216" y="1"/>
                  </a:cubicBezTo>
                  <a:cubicBezTo>
                    <a:pt x="217" y="4"/>
                    <a:pt x="217" y="4"/>
                    <a:pt x="217" y="4"/>
                  </a:cubicBezTo>
                  <a:cubicBezTo>
                    <a:pt x="220" y="4"/>
                    <a:pt x="220" y="4"/>
                    <a:pt x="220" y="4"/>
                  </a:cubicBezTo>
                  <a:cubicBezTo>
                    <a:pt x="223" y="2"/>
                    <a:pt x="223" y="2"/>
                    <a:pt x="223" y="2"/>
                  </a:cubicBezTo>
                  <a:cubicBezTo>
                    <a:pt x="227" y="2"/>
                    <a:pt x="227" y="2"/>
                    <a:pt x="227" y="2"/>
                  </a:cubicBezTo>
                  <a:cubicBezTo>
                    <a:pt x="230" y="4"/>
                    <a:pt x="230" y="4"/>
                    <a:pt x="230" y="4"/>
                  </a:cubicBezTo>
                  <a:cubicBezTo>
                    <a:pt x="234" y="7"/>
                    <a:pt x="234" y="7"/>
                    <a:pt x="234" y="7"/>
                  </a:cubicBezTo>
                  <a:cubicBezTo>
                    <a:pt x="236" y="11"/>
                    <a:pt x="236" y="11"/>
                    <a:pt x="236" y="11"/>
                  </a:cubicBezTo>
                  <a:cubicBezTo>
                    <a:pt x="239" y="17"/>
                    <a:pt x="239" y="17"/>
                    <a:pt x="239" y="17"/>
                  </a:cubicBezTo>
                  <a:cubicBezTo>
                    <a:pt x="244" y="20"/>
                    <a:pt x="244" y="20"/>
                    <a:pt x="244" y="20"/>
                  </a:cubicBezTo>
                  <a:cubicBezTo>
                    <a:pt x="249" y="21"/>
                    <a:pt x="249" y="21"/>
                    <a:pt x="249" y="21"/>
                  </a:cubicBezTo>
                  <a:cubicBezTo>
                    <a:pt x="252" y="22"/>
                    <a:pt x="252" y="22"/>
                    <a:pt x="252" y="22"/>
                  </a:cubicBezTo>
                  <a:cubicBezTo>
                    <a:pt x="254" y="26"/>
                    <a:pt x="254" y="26"/>
                    <a:pt x="254" y="26"/>
                  </a:cubicBezTo>
                  <a:cubicBezTo>
                    <a:pt x="254" y="30"/>
                    <a:pt x="254" y="30"/>
                    <a:pt x="254" y="30"/>
                  </a:cubicBezTo>
                  <a:cubicBezTo>
                    <a:pt x="255" y="34"/>
                    <a:pt x="255" y="34"/>
                    <a:pt x="255" y="34"/>
                  </a:cubicBezTo>
                  <a:cubicBezTo>
                    <a:pt x="259" y="37"/>
                    <a:pt x="259" y="37"/>
                    <a:pt x="259" y="37"/>
                  </a:cubicBezTo>
                  <a:cubicBezTo>
                    <a:pt x="262" y="36"/>
                    <a:pt x="262" y="36"/>
                    <a:pt x="262" y="36"/>
                  </a:cubicBezTo>
                  <a:cubicBezTo>
                    <a:pt x="266" y="37"/>
                    <a:pt x="266" y="37"/>
                    <a:pt x="266" y="37"/>
                  </a:cubicBezTo>
                  <a:cubicBezTo>
                    <a:pt x="267" y="39"/>
                    <a:pt x="267" y="39"/>
                    <a:pt x="267" y="39"/>
                  </a:cubicBezTo>
                  <a:cubicBezTo>
                    <a:pt x="266" y="41"/>
                    <a:pt x="266" y="41"/>
                    <a:pt x="266" y="41"/>
                  </a:cubicBezTo>
                  <a:cubicBezTo>
                    <a:pt x="264" y="43"/>
                    <a:pt x="264" y="43"/>
                    <a:pt x="264" y="43"/>
                  </a:cubicBezTo>
                  <a:cubicBezTo>
                    <a:pt x="263" y="45"/>
                    <a:pt x="263" y="45"/>
                    <a:pt x="263" y="45"/>
                  </a:cubicBezTo>
                  <a:cubicBezTo>
                    <a:pt x="267" y="48"/>
                    <a:pt x="267" y="48"/>
                    <a:pt x="267" y="48"/>
                  </a:cubicBezTo>
                  <a:cubicBezTo>
                    <a:pt x="271" y="50"/>
                    <a:pt x="271" y="50"/>
                    <a:pt x="271" y="50"/>
                  </a:cubicBezTo>
                  <a:cubicBezTo>
                    <a:pt x="273" y="47"/>
                    <a:pt x="273" y="47"/>
                    <a:pt x="273" y="47"/>
                  </a:cubicBezTo>
                  <a:cubicBezTo>
                    <a:pt x="275" y="46"/>
                    <a:pt x="275" y="46"/>
                    <a:pt x="275" y="46"/>
                  </a:cubicBezTo>
                  <a:cubicBezTo>
                    <a:pt x="277" y="47"/>
                    <a:pt x="277" y="47"/>
                    <a:pt x="277" y="47"/>
                  </a:cubicBezTo>
                  <a:cubicBezTo>
                    <a:pt x="276" y="51"/>
                    <a:pt x="276" y="51"/>
                    <a:pt x="276" y="51"/>
                  </a:cubicBezTo>
                  <a:cubicBezTo>
                    <a:pt x="278" y="54"/>
                    <a:pt x="278" y="54"/>
                    <a:pt x="278" y="54"/>
                  </a:cubicBezTo>
                  <a:cubicBezTo>
                    <a:pt x="282" y="56"/>
                    <a:pt x="282" y="56"/>
                    <a:pt x="282" y="56"/>
                  </a:cubicBezTo>
                  <a:cubicBezTo>
                    <a:pt x="284" y="60"/>
                    <a:pt x="284" y="60"/>
                    <a:pt x="284" y="60"/>
                  </a:cubicBezTo>
                  <a:cubicBezTo>
                    <a:pt x="287" y="62"/>
                    <a:pt x="287" y="62"/>
                    <a:pt x="287" y="62"/>
                  </a:cubicBezTo>
                  <a:cubicBezTo>
                    <a:pt x="289" y="60"/>
                    <a:pt x="289" y="60"/>
                    <a:pt x="289" y="60"/>
                  </a:cubicBezTo>
                  <a:cubicBezTo>
                    <a:pt x="290" y="58"/>
                    <a:pt x="290" y="58"/>
                    <a:pt x="290" y="58"/>
                  </a:cubicBezTo>
                  <a:cubicBezTo>
                    <a:pt x="292" y="56"/>
                    <a:pt x="292" y="56"/>
                    <a:pt x="292" y="56"/>
                  </a:cubicBezTo>
                  <a:cubicBezTo>
                    <a:pt x="293" y="57"/>
                    <a:pt x="293" y="57"/>
                    <a:pt x="293" y="57"/>
                  </a:cubicBezTo>
                  <a:cubicBezTo>
                    <a:pt x="294" y="61"/>
                    <a:pt x="294" y="61"/>
                    <a:pt x="294" y="61"/>
                  </a:cubicBezTo>
                  <a:cubicBezTo>
                    <a:pt x="297" y="63"/>
                    <a:pt x="297" y="63"/>
                    <a:pt x="297" y="63"/>
                  </a:cubicBezTo>
                  <a:cubicBezTo>
                    <a:pt x="302" y="66"/>
                    <a:pt x="302" y="66"/>
                    <a:pt x="302" y="66"/>
                  </a:cubicBezTo>
                  <a:cubicBezTo>
                    <a:pt x="302" y="69"/>
                    <a:pt x="302" y="69"/>
                    <a:pt x="302" y="69"/>
                  </a:cubicBezTo>
                  <a:cubicBezTo>
                    <a:pt x="299" y="74"/>
                    <a:pt x="299" y="74"/>
                    <a:pt x="299" y="74"/>
                  </a:cubicBezTo>
                  <a:cubicBezTo>
                    <a:pt x="298" y="81"/>
                    <a:pt x="298" y="81"/>
                    <a:pt x="298" y="81"/>
                  </a:cubicBezTo>
                  <a:cubicBezTo>
                    <a:pt x="302" y="88"/>
                    <a:pt x="302" y="88"/>
                    <a:pt x="302" y="88"/>
                  </a:cubicBezTo>
                  <a:cubicBezTo>
                    <a:pt x="303" y="92"/>
                    <a:pt x="303" y="92"/>
                    <a:pt x="303" y="92"/>
                  </a:cubicBezTo>
                  <a:cubicBezTo>
                    <a:pt x="302" y="95"/>
                    <a:pt x="302" y="95"/>
                    <a:pt x="302" y="95"/>
                  </a:cubicBezTo>
                  <a:cubicBezTo>
                    <a:pt x="303" y="100"/>
                    <a:pt x="303" y="100"/>
                    <a:pt x="303" y="100"/>
                  </a:cubicBezTo>
                  <a:cubicBezTo>
                    <a:pt x="308" y="101"/>
                    <a:pt x="308" y="101"/>
                    <a:pt x="308" y="101"/>
                  </a:cubicBezTo>
                  <a:cubicBezTo>
                    <a:pt x="313" y="97"/>
                    <a:pt x="313" y="97"/>
                    <a:pt x="313" y="97"/>
                  </a:cubicBezTo>
                  <a:cubicBezTo>
                    <a:pt x="316" y="97"/>
                    <a:pt x="316" y="97"/>
                    <a:pt x="316" y="97"/>
                  </a:cubicBezTo>
                  <a:cubicBezTo>
                    <a:pt x="318" y="100"/>
                    <a:pt x="318" y="100"/>
                    <a:pt x="318" y="100"/>
                  </a:cubicBezTo>
                  <a:cubicBezTo>
                    <a:pt x="320" y="102"/>
                    <a:pt x="320" y="102"/>
                    <a:pt x="320" y="102"/>
                  </a:cubicBezTo>
                  <a:cubicBezTo>
                    <a:pt x="322" y="106"/>
                    <a:pt x="322" y="106"/>
                    <a:pt x="322" y="106"/>
                  </a:cubicBezTo>
                  <a:cubicBezTo>
                    <a:pt x="325" y="107"/>
                    <a:pt x="325" y="107"/>
                    <a:pt x="325" y="107"/>
                  </a:cubicBezTo>
                  <a:cubicBezTo>
                    <a:pt x="327" y="103"/>
                    <a:pt x="327" y="103"/>
                    <a:pt x="327" y="103"/>
                  </a:cubicBezTo>
                  <a:cubicBezTo>
                    <a:pt x="325" y="99"/>
                    <a:pt x="325" y="99"/>
                    <a:pt x="325" y="99"/>
                  </a:cubicBezTo>
                  <a:cubicBezTo>
                    <a:pt x="326" y="95"/>
                    <a:pt x="326" y="95"/>
                    <a:pt x="326" y="95"/>
                  </a:cubicBezTo>
                  <a:cubicBezTo>
                    <a:pt x="329" y="93"/>
                    <a:pt x="329" y="93"/>
                    <a:pt x="329" y="93"/>
                  </a:cubicBezTo>
                  <a:cubicBezTo>
                    <a:pt x="333" y="94"/>
                    <a:pt x="333" y="94"/>
                    <a:pt x="333" y="94"/>
                  </a:cubicBezTo>
                  <a:cubicBezTo>
                    <a:pt x="338" y="92"/>
                    <a:pt x="338" y="92"/>
                    <a:pt x="338" y="92"/>
                  </a:cubicBezTo>
                  <a:cubicBezTo>
                    <a:pt x="343" y="91"/>
                    <a:pt x="343" y="91"/>
                    <a:pt x="343" y="91"/>
                  </a:cubicBezTo>
                  <a:cubicBezTo>
                    <a:pt x="345" y="94"/>
                    <a:pt x="345" y="94"/>
                    <a:pt x="345" y="94"/>
                  </a:cubicBezTo>
                  <a:cubicBezTo>
                    <a:pt x="348" y="94"/>
                    <a:pt x="348" y="94"/>
                    <a:pt x="348" y="94"/>
                  </a:cubicBezTo>
                  <a:cubicBezTo>
                    <a:pt x="351" y="92"/>
                    <a:pt x="351" y="92"/>
                    <a:pt x="351" y="92"/>
                  </a:cubicBezTo>
                  <a:cubicBezTo>
                    <a:pt x="350" y="89"/>
                    <a:pt x="350" y="89"/>
                    <a:pt x="350" y="89"/>
                  </a:cubicBezTo>
                  <a:cubicBezTo>
                    <a:pt x="346" y="85"/>
                    <a:pt x="346" y="85"/>
                    <a:pt x="346" y="85"/>
                  </a:cubicBezTo>
                  <a:cubicBezTo>
                    <a:pt x="338" y="82"/>
                    <a:pt x="338" y="82"/>
                    <a:pt x="338" y="82"/>
                  </a:cubicBezTo>
                  <a:cubicBezTo>
                    <a:pt x="332" y="81"/>
                    <a:pt x="332" y="81"/>
                    <a:pt x="332" y="81"/>
                  </a:cubicBezTo>
                  <a:cubicBezTo>
                    <a:pt x="329" y="76"/>
                    <a:pt x="329" y="76"/>
                    <a:pt x="329" y="76"/>
                  </a:cubicBezTo>
                  <a:cubicBezTo>
                    <a:pt x="325" y="75"/>
                    <a:pt x="325" y="75"/>
                    <a:pt x="325" y="75"/>
                  </a:cubicBezTo>
                  <a:cubicBezTo>
                    <a:pt x="324" y="73"/>
                    <a:pt x="324" y="73"/>
                    <a:pt x="324" y="73"/>
                  </a:cubicBezTo>
                  <a:cubicBezTo>
                    <a:pt x="326" y="71"/>
                    <a:pt x="326" y="71"/>
                    <a:pt x="326" y="71"/>
                  </a:cubicBezTo>
                  <a:cubicBezTo>
                    <a:pt x="328" y="70"/>
                    <a:pt x="328" y="70"/>
                    <a:pt x="328" y="70"/>
                  </a:cubicBezTo>
                  <a:cubicBezTo>
                    <a:pt x="329" y="67"/>
                    <a:pt x="329" y="67"/>
                    <a:pt x="329" y="67"/>
                  </a:cubicBezTo>
                  <a:cubicBezTo>
                    <a:pt x="328" y="65"/>
                    <a:pt x="328" y="65"/>
                    <a:pt x="328" y="65"/>
                  </a:cubicBezTo>
                  <a:cubicBezTo>
                    <a:pt x="325" y="63"/>
                    <a:pt x="325" y="63"/>
                    <a:pt x="325" y="63"/>
                  </a:cubicBezTo>
                  <a:cubicBezTo>
                    <a:pt x="325" y="61"/>
                    <a:pt x="325" y="61"/>
                    <a:pt x="325" y="61"/>
                  </a:cubicBezTo>
                  <a:cubicBezTo>
                    <a:pt x="331" y="57"/>
                    <a:pt x="331" y="57"/>
                    <a:pt x="331" y="57"/>
                  </a:cubicBezTo>
                  <a:cubicBezTo>
                    <a:pt x="341" y="53"/>
                    <a:pt x="341" y="53"/>
                    <a:pt x="341" y="53"/>
                  </a:cubicBezTo>
                  <a:cubicBezTo>
                    <a:pt x="352" y="52"/>
                    <a:pt x="352" y="52"/>
                    <a:pt x="352" y="52"/>
                  </a:cubicBezTo>
                  <a:cubicBezTo>
                    <a:pt x="362" y="52"/>
                    <a:pt x="362" y="52"/>
                    <a:pt x="362" y="52"/>
                  </a:cubicBezTo>
                  <a:cubicBezTo>
                    <a:pt x="367" y="52"/>
                    <a:pt x="367" y="52"/>
                    <a:pt x="367" y="52"/>
                  </a:cubicBezTo>
                  <a:cubicBezTo>
                    <a:pt x="370" y="56"/>
                    <a:pt x="370" y="56"/>
                    <a:pt x="370" y="56"/>
                  </a:cubicBezTo>
                  <a:cubicBezTo>
                    <a:pt x="373" y="59"/>
                    <a:pt x="373" y="59"/>
                    <a:pt x="373" y="59"/>
                  </a:cubicBezTo>
                  <a:cubicBezTo>
                    <a:pt x="378" y="60"/>
                    <a:pt x="378" y="60"/>
                    <a:pt x="378" y="60"/>
                  </a:cubicBezTo>
                  <a:cubicBezTo>
                    <a:pt x="383" y="58"/>
                    <a:pt x="383" y="58"/>
                    <a:pt x="383" y="58"/>
                  </a:cubicBezTo>
                  <a:cubicBezTo>
                    <a:pt x="385" y="61"/>
                    <a:pt x="385" y="61"/>
                    <a:pt x="385" y="61"/>
                  </a:cubicBezTo>
                  <a:cubicBezTo>
                    <a:pt x="386" y="65"/>
                    <a:pt x="386" y="65"/>
                    <a:pt x="386" y="65"/>
                  </a:cubicBezTo>
                  <a:cubicBezTo>
                    <a:pt x="388" y="65"/>
                    <a:pt x="388" y="65"/>
                    <a:pt x="388" y="65"/>
                  </a:cubicBezTo>
                  <a:cubicBezTo>
                    <a:pt x="392" y="62"/>
                    <a:pt x="392" y="62"/>
                    <a:pt x="392" y="62"/>
                  </a:cubicBezTo>
                  <a:cubicBezTo>
                    <a:pt x="396" y="59"/>
                    <a:pt x="396" y="59"/>
                    <a:pt x="396" y="59"/>
                  </a:cubicBezTo>
                  <a:cubicBezTo>
                    <a:pt x="399" y="59"/>
                    <a:pt x="399" y="59"/>
                    <a:pt x="399" y="59"/>
                  </a:cubicBezTo>
                  <a:cubicBezTo>
                    <a:pt x="404" y="62"/>
                    <a:pt x="404" y="62"/>
                    <a:pt x="404" y="62"/>
                  </a:cubicBezTo>
                  <a:cubicBezTo>
                    <a:pt x="406" y="65"/>
                    <a:pt x="406" y="65"/>
                    <a:pt x="406" y="65"/>
                  </a:cubicBezTo>
                  <a:cubicBezTo>
                    <a:pt x="406" y="72"/>
                    <a:pt x="406" y="72"/>
                    <a:pt x="406" y="72"/>
                  </a:cubicBezTo>
                  <a:cubicBezTo>
                    <a:pt x="404" y="77"/>
                    <a:pt x="404" y="77"/>
                    <a:pt x="404" y="77"/>
                  </a:cubicBezTo>
                  <a:cubicBezTo>
                    <a:pt x="404" y="81"/>
                    <a:pt x="404" y="81"/>
                    <a:pt x="404" y="81"/>
                  </a:cubicBezTo>
                  <a:cubicBezTo>
                    <a:pt x="409" y="83"/>
                    <a:pt x="409" y="83"/>
                    <a:pt x="409" y="83"/>
                  </a:cubicBezTo>
                  <a:cubicBezTo>
                    <a:pt x="416" y="84"/>
                    <a:pt x="416" y="84"/>
                    <a:pt x="416" y="84"/>
                  </a:cubicBezTo>
                  <a:cubicBezTo>
                    <a:pt x="421" y="84"/>
                    <a:pt x="421" y="84"/>
                    <a:pt x="421" y="84"/>
                  </a:cubicBezTo>
                  <a:cubicBezTo>
                    <a:pt x="424" y="85"/>
                    <a:pt x="424" y="85"/>
                    <a:pt x="424" y="85"/>
                  </a:cubicBezTo>
                  <a:cubicBezTo>
                    <a:pt x="425" y="83"/>
                    <a:pt x="425" y="83"/>
                    <a:pt x="425" y="83"/>
                  </a:cubicBezTo>
                  <a:cubicBezTo>
                    <a:pt x="426" y="76"/>
                    <a:pt x="426" y="76"/>
                    <a:pt x="426" y="76"/>
                  </a:cubicBezTo>
                  <a:cubicBezTo>
                    <a:pt x="428" y="70"/>
                    <a:pt x="428" y="70"/>
                    <a:pt x="428" y="70"/>
                  </a:cubicBezTo>
                  <a:cubicBezTo>
                    <a:pt x="428" y="62"/>
                    <a:pt x="428" y="62"/>
                    <a:pt x="428" y="62"/>
                  </a:cubicBezTo>
                  <a:cubicBezTo>
                    <a:pt x="428" y="50"/>
                    <a:pt x="428" y="50"/>
                    <a:pt x="428" y="50"/>
                  </a:cubicBezTo>
                  <a:cubicBezTo>
                    <a:pt x="424" y="36"/>
                    <a:pt x="424" y="36"/>
                    <a:pt x="424" y="36"/>
                  </a:cubicBezTo>
                  <a:cubicBezTo>
                    <a:pt x="422" y="30"/>
                    <a:pt x="422" y="30"/>
                    <a:pt x="422" y="30"/>
                  </a:cubicBezTo>
                  <a:cubicBezTo>
                    <a:pt x="422" y="27"/>
                    <a:pt x="422" y="27"/>
                    <a:pt x="422" y="27"/>
                  </a:cubicBezTo>
                  <a:cubicBezTo>
                    <a:pt x="425" y="26"/>
                    <a:pt x="425" y="26"/>
                    <a:pt x="425" y="26"/>
                  </a:cubicBezTo>
                  <a:cubicBezTo>
                    <a:pt x="428" y="26"/>
                    <a:pt x="428" y="26"/>
                    <a:pt x="428" y="26"/>
                  </a:cubicBezTo>
                  <a:cubicBezTo>
                    <a:pt x="431" y="26"/>
                    <a:pt x="431" y="26"/>
                    <a:pt x="431" y="26"/>
                  </a:cubicBezTo>
                  <a:cubicBezTo>
                    <a:pt x="436" y="21"/>
                    <a:pt x="436" y="21"/>
                    <a:pt x="436" y="21"/>
                  </a:cubicBezTo>
                  <a:cubicBezTo>
                    <a:pt x="440" y="15"/>
                    <a:pt x="440" y="15"/>
                    <a:pt x="440" y="15"/>
                  </a:cubicBezTo>
                  <a:cubicBezTo>
                    <a:pt x="444" y="13"/>
                    <a:pt x="444" y="13"/>
                    <a:pt x="444" y="13"/>
                  </a:cubicBezTo>
                  <a:cubicBezTo>
                    <a:pt x="447" y="14"/>
                    <a:pt x="447" y="14"/>
                    <a:pt x="447" y="14"/>
                  </a:cubicBezTo>
                  <a:cubicBezTo>
                    <a:pt x="452" y="16"/>
                    <a:pt x="452" y="16"/>
                    <a:pt x="452" y="16"/>
                  </a:cubicBezTo>
                  <a:cubicBezTo>
                    <a:pt x="457" y="16"/>
                    <a:pt x="457" y="16"/>
                    <a:pt x="457" y="16"/>
                  </a:cubicBezTo>
                  <a:cubicBezTo>
                    <a:pt x="458" y="18"/>
                    <a:pt x="458" y="18"/>
                    <a:pt x="458" y="18"/>
                  </a:cubicBezTo>
                  <a:cubicBezTo>
                    <a:pt x="456" y="22"/>
                    <a:pt x="456" y="22"/>
                    <a:pt x="456" y="22"/>
                  </a:cubicBezTo>
                  <a:cubicBezTo>
                    <a:pt x="455" y="28"/>
                    <a:pt x="455" y="28"/>
                    <a:pt x="455" y="28"/>
                  </a:cubicBezTo>
                  <a:cubicBezTo>
                    <a:pt x="457" y="32"/>
                    <a:pt x="457" y="32"/>
                    <a:pt x="457" y="32"/>
                  </a:cubicBezTo>
                  <a:cubicBezTo>
                    <a:pt x="456" y="39"/>
                    <a:pt x="456" y="39"/>
                    <a:pt x="456" y="39"/>
                  </a:cubicBezTo>
                  <a:cubicBezTo>
                    <a:pt x="458" y="41"/>
                    <a:pt x="458" y="41"/>
                    <a:pt x="458" y="41"/>
                  </a:cubicBezTo>
                  <a:cubicBezTo>
                    <a:pt x="462" y="40"/>
                    <a:pt x="462" y="40"/>
                    <a:pt x="462" y="40"/>
                  </a:cubicBezTo>
                  <a:cubicBezTo>
                    <a:pt x="465" y="41"/>
                    <a:pt x="465" y="41"/>
                    <a:pt x="465" y="41"/>
                  </a:cubicBezTo>
                  <a:cubicBezTo>
                    <a:pt x="467" y="44"/>
                    <a:pt x="467" y="44"/>
                    <a:pt x="467" y="44"/>
                  </a:cubicBezTo>
                  <a:cubicBezTo>
                    <a:pt x="466" y="48"/>
                    <a:pt x="466" y="48"/>
                    <a:pt x="466" y="48"/>
                  </a:cubicBezTo>
                  <a:cubicBezTo>
                    <a:pt x="468" y="50"/>
                    <a:pt x="468" y="50"/>
                    <a:pt x="468" y="50"/>
                  </a:cubicBezTo>
                  <a:cubicBezTo>
                    <a:pt x="472" y="50"/>
                    <a:pt x="472" y="50"/>
                    <a:pt x="472" y="50"/>
                  </a:cubicBezTo>
                  <a:cubicBezTo>
                    <a:pt x="474" y="53"/>
                    <a:pt x="474" y="53"/>
                    <a:pt x="474" y="53"/>
                  </a:cubicBezTo>
                  <a:cubicBezTo>
                    <a:pt x="477" y="54"/>
                    <a:pt x="477" y="54"/>
                    <a:pt x="477" y="54"/>
                  </a:cubicBezTo>
                  <a:cubicBezTo>
                    <a:pt x="482" y="52"/>
                    <a:pt x="482" y="52"/>
                    <a:pt x="482" y="52"/>
                  </a:cubicBezTo>
                  <a:cubicBezTo>
                    <a:pt x="484" y="48"/>
                    <a:pt x="484" y="48"/>
                    <a:pt x="484" y="48"/>
                  </a:cubicBezTo>
                  <a:cubicBezTo>
                    <a:pt x="487" y="47"/>
                    <a:pt x="487" y="47"/>
                    <a:pt x="487" y="47"/>
                  </a:cubicBezTo>
                  <a:cubicBezTo>
                    <a:pt x="490" y="48"/>
                    <a:pt x="490" y="48"/>
                    <a:pt x="490" y="48"/>
                  </a:cubicBezTo>
                  <a:cubicBezTo>
                    <a:pt x="493" y="50"/>
                    <a:pt x="493" y="50"/>
                    <a:pt x="493" y="50"/>
                  </a:cubicBezTo>
                  <a:cubicBezTo>
                    <a:pt x="502" y="49"/>
                    <a:pt x="502" y="49"/>
                    <a:pt x="502" y="49"/>
                  </a:cubicBezTo>
                  <a:cubicBezTo>
                    <a:pt x="509" y="47"/>
                    <a:pt x="509" y="47"/>
                    <a:pt x="509" y="47"/>
                  </a:cubicBezTo>
                  <a:cubicBezTo>
                    <a:pt x="513" y="47"/>
                    <a:pt x="513" y="47"/>
                    <a:pt x="513" y="47"/>
                  </a:cubicBezTo>
                  <a:cubicBezTo>
                    <a:pt x="518" y="44"/>
                    <a:pt x="518" y="44"/>
                    <a:pt x="518" y="44"/>
                  </a:cubicBezTo>
                  <a:cubicBezTo>
                    <a:pt x="522" y="42"/>
                    <a:pt x="522" y="42"/>
                    <a:pt x="522" y="42"/>
                  </a:cubicBezTo>
                  <a:cubicBezTo>
                    <a:pt x="526" y="42"/>
                    <a:pt x="526" y="42"/>
                    <a:pt x="526" y="42"/>
                  </a:cubicBezTo>
                  <a:cubicBezTo>
                    <a:pt x="528" y="43"/>
                    <a:pt x="528" y="43"/>
                    <a:pt x="528" y="43"/>
                  </a:cubicBezTo>
                  <a:cubicBezTo>
                    <a:pt x="531" y="47"/>
                    <a:pt x="531" y="47"/>
                    <a:pt x="531" y="47"/>
                  </a:cubicBezTo>
                  <a:cubicBezTo>
                    <a:pt x="530" y="50"/>
                    <a:pt x="530" y="50"/>
                    <a:pt x="530" y="50"/>
                  </a:cubicBezTo>
                  <a:cubicBezTo>
                    <a:pt x="533" y="50"/>
                    <a:pt x="533" y="50"/>
                    <a:pt x="533" y="50"/>
                  </a:cubicBezTo>
                  <a:cubicBezTo>
                    <a:pt x="538" y="48"/>
                    <a:pt x="538" y="48"/>
                    <a:pt x="538" y="48"/>
                  </a:cubicBezTo>
                  <a:cubicBezTo>
                    <a:pt x="544" y="42"/>
                    <a:pt x="544" y="42"/>
                    <a:pt x="544" y="42"/>
                  </a:cubicBezTo>
                  <a:cubicBezTo>
                    <a:pt x="547" y="38"/>
                    <a:pt x="547" y="38"/>
                    <a:pt x="547" y="38"/>
                  </a:cubicBezTo>
                  <a:cubicBezTo>
                    <a:pt x="548" y="39"/>
                    <a:pt x="548" y="39"/>
                    <a:pt x="548" y="39"/>
                  </a:cubicBezTo>
                  <a:cubicBezTo>
                    <a:pt x="553" y="41"/>
                    <a:pt x="553" y="41"/>
                    <a:pt x="553" y="41"/>
                  </a:cubicBezTo>
                  <a:cubicBezTo>
                    <a:pt x="556" y="43"/>
                    <a:pt x="556" y="43"/>
                    <a:pt x="556" y="43"/>
                  </a:cubicBezTo>
                  <a:cubicBezTo>
                    <a:pt x="560" y="46"/>
                    <a:pt x="560" y="46"/>
                    <a:pt x="560" y="46"/>
                  </a:cubicBezTo>
                  <a:cubicBezTo>
                    <a:pt x="561" y="52"/>
                    <a:pt x="561" y="52"/>
                    <a:pt x="561" y="52"/>
                  </a:cubicBezTo>
                  <a:cubicBezTo>
                    <a:pt x="559" y="56"/>
                    <a:pt x="559" y="56"/>
                    <a:pt x="559" y="56"/>
                  </a:cubicBezTo>
                  <a:cubicBezTo>
                    <a:pt x="561" y="61"/>
                    <a:pt x="561" y="61"/>
                    <a:pt x="561" y="61"/>
                  </a:cubicBezTo>
                  <a:cubicBezTo>
                    <a:pt x="565" y="62"/>
                    <a:pt x="565" y="62"/>
                    <a:pt x="565" y="62"/>
                  </a:cubicBezTo>
                  <a:cubicBezTo>
                    <a:pt x="571" y="65"/>
                    <a:pt x="571" y="65"/>
                    <a:pt x="571" y="65"/>
                  </a:cubicBezTo>
                  <a:cubicBezTo>
                    <a:pt x="576" y="69"/>
                    <a:pt x="576" y="69"/>
                    <a:pt x="576" y="69"/>
                  </a:cubicBezTo>
                  <a:cubicBezTo>
                    <a:pt x="581" y="71"/>
                    <a:pt x="581" y="71"/>
                    <a:pt x="581" y="71"/>
                  </a:cubicBezTo>
                  <a:cubicBezTo>
                    <a:pt x="580" y="71"/>
                    <a:pt x="581" y="72"/>
                    <a:pt x="581" y="72"/>
                  </a:cubicBezTo>
                  <a:cubicBezTo>
                    <a:pt x="581" y="73"/>
                    <a:pt x="582" y="76"/>
                    <a:pt x="582" y="76"/>
                  </a:cubicBezTo>
                  <a:cubicBezTo>
                    <a:pt x="582" y="77"/>
                    <a:pt x="584" y="79"/>
                    <a:pt x="585" y="80"/>
                  </a:cubicBezTo>
                  <a:cubicBezTo>
                    <a:pt x="585" y="81"/>
                    <a:pt x="586" y="84"/>
                    <a:pt x="585" y="85"/>
                  </a:cubicBezTo>
                  <a:cubicBezTo>
                    <a:pt x="585" y="86"/>
                    <a:pt x="584" y="87"/>
                    <a:pt x="583" y="88"/>
                  </a:cubicBezTo>
                  <a:cubicBezTo>
                    <a:pt x="583" y="88"/>
                    <a:pt x="581" y="89"/>
                    <a:pt x="581" y="90"/>
                  </a:cubicBezTo>
                  <a:cubicBezTo>
                    <a:pt x="581" y="90"/>
                    <a:pt x="582" y="92"/>
                    <a:pt x="583" y="93"/>
                  </a:cubicBezTo>
                  <a:cubicBezTo>
                    <a:pt x="584" y="94"/>
                    <a:pt x="588" y="95"/>
                    <a:pt x="589" y="96"/>
                  </a:cubicBezTo>
                  <a:cubicBezTo>
                    <a:pt x="591" y="97"/>
                    <a:pt x="594" y="100"/>
                    <a:pt x="595" y="101"/>
                  </a:cubicBezTo>
                  <a:cubicBezTo>
                    <a:pt x="596" y="102"/>
                    <a:pt x="598" y="105"/>
                    <a:pt x="599" y="107"/>
                  </a:cubicBezTo>
                  <a:cubicBezTo>
                    <a:pt x="600" y="108"/>
                    <a:pt x="601" y="112"/>
                    <a:pt x="601" y="114"/>
                  </a:cubicBezTo>
                  <a:cubicBezTo>
                    <a:pt x="601" y="115"/>
                    <a:pt x="601" y="118"/>
                    <a:pt x="601" y="119"/>
                  </a:cubicBezTo>
                  <a:cubicBezTo>
                    <a:pt x="601" y="121"/>
                    <a:pt x="601" y="124"/>
                    <a:pt x="601" y="126"/>
                  </a:cubicBezTo>
                  <a:cubicBezTo>
                    <a:pt x="601" y="127"/>
                    <a:pt x="600" y="130"/>
                    <a:pt x="600" y="131"/>
                  </a:cubicBezTo>
                  <a:cubicBezTo>
                    <a:pt x="601" y="132"/>
                    <a:pt x="603" y="133"/>
                    <a:pt x="603" y="133"/>
                  </a:cubicBezTo>
                  <a:cubicBezTo>
                    <a:pt x="605" y="134"/>
                    <a:pt x="608" y="135"/>
                    <a:pt x="610" y="136"/>
                  </a:cubicBezTo>
                  <a:cubicBezTo>
                    <a:pt x="611" y="137"/>
                    <a:pt x="613" y="140"/>
                    <a:pt x="613" y="141"/>
                  </a:cubicBezTo>
                  <a:cubicBezTo>
                    <a:pt x="614" y="142"/>
                    <a:pt x="613" y="145"/>
                    <a:pt x="614" y="146"/>
                  </a:cubicBezTo>
                  <a:cubicBezTo>
                    <a:pt x="615" y="147"/>
                    <a:pt x="619" y="147"/>
                    <a:pt x="620" y="147"/>
                  </a:cubicBezTo>
                  <a:cubicBezTo>
                    <a:pt x="621" y="147"/>
                    <a:pt x="624" y="147"/>
                    <a:pt x="625" y="147"/>
                  </a:cubicBezTo>
                  <a:cubicBezTo>
                    <a:pt x="628" y="148"/>
                    <a:pt x="633" y="154"/>
                    <a:pt x="636" y="157"/>
                  </a:cubicBezTo>
                  <a:cubicBezTo>
                    <a:pt x="638" y="158"/>
                    <a:pt x="642" y="162"/>
                    <a:pt x="645" y="164"/>
                  </a:cubicBezTo>
                  <a:cubicBezTo>
                    <a:pt x="646" y="165"/>
                    <a:pt x="648" y="168"/>
                    <a:pt x="650" y="169"/>
                  </a:cubicBezTo>
                  <a:cubicBezTo>
                    <a:pt x="651" y="169"/>
                    <a:pt x="655" y="168"/>
                    <a:pt x="657" y="169"/>
                  </a:cubicBezTo>
                  <a:cubicBezTo>
                    <a:pt x="657" y="169"/>
                    <a:pt x="659" y="170"/>
                    <a:pt x="659" y="170"/>
                  </a:cubicBezTo>
                  <a:cubicBezTo>
                    <a:pt x="660" y="172"/>
                    <a:pt x="657" y="174"/>
                    <a:pt x="657" y="174"/>
                  </a:cubicBezTo>
                  <a:cubicBezTo>
                    <a:pt x="656" y="175"/>
                    <a:pt x="654" y="176"/>
                    <a:pt x="654" y="177"/>
                  </a:cubicBezTo>
                  <a:cubicBezTo>
                    <a:pt x="654" y="178"/>
                    <a:pt x="654" y="180"/>
                    <a:pt x="654" y="180"/>
                  </a:cubicBezTo>
                  <a:cubicBezTo>
                    <a:pt x="655" y="181"/>
                    <a:pt x="659" y="181"/>
                    <a:pt x="660" y="182"/>
                  </a:cubicBezTo>
                  <a:cubicBezTo>
                    <a:pt x="661" y="182"/>
                    <a:pt x="663" y="182"/>
                    <a:pt x="663" y="183"/>
                  </a:cubicBezTo>
                  <a:cubicBezTo>
                    <a:pt x="665" y="183"/>
                    <a:pt x="668" y="185"/>
                    <a:pt x="668" y="187"/>
                  </a:cubicBezTo>
                  <a:cubicBezTo>
                    <a:pt x="668" y="188"/>
                    <a:pt x="667" y="190"/>
                    <a:pt x="667" y="191"/>
                  </a:cubicBezTo>
                  <a:cubicBezTo>
                    <a:pt x="666" y="192"/>
                    <a:pt x="664" y="194"/>
                    <a:pt x="663" y="195"/>
                  </a:cubicBezTo>
                  <a:cubicBezTo>
                    <a:pt x="663" y="197"/>
                    <a:pt x="662" y="200"/>
                    <a:pt x="662" y="201"/>
                  </a:cubicBezTo>
                  <a:cubicBezTo>
                    <a:pt x="661" y="202"/>
                    <a:pt x="662" y="205"/>
                    <a:pt x="662" y="206"/>
                  </a:cubicBezTo>
                  <a:cubicBezTo>
                    <a:pt x="662" y="207"/>
                    <a:pt x="660" y="209"/>
                    <a:pt x="659" y="210"/>
                  </a:cubicBezTo>
                  <a:cubicBezTo>
                    <a:pt x="658" y="211"/>
                    <a:pt x="655" y="210"/>
                    <a:pt x="654" y="211"/>
                  </a:cubicBezTo>
                  <a:cubicBezTo>
                    <a:pt x="653" y="212"/>
                    <a:pt x="652" y="214"/>
                    <a:pt x="652" y="215"/>
                  </a:cubicBezTo>
                  <a:cubicBezTo>
                    <a:pt x="652" y="217"/>
                    <a:pt x="653" y="219"/>
                    <a:pt x="653" y="220"/>
                  </a:cubicBezTo>
                  <a:cubicBezTo>
                    <a:pt x="654" y="221"/>
                    <a:pt x="653" y="224"/>
                    <a:pt x="653" y="224"/>
                  </a:cubicBezTo>
                  <a:cubicBezTo>
                    <a:pt x="652" y="226"/>
                    <a:pt x="650" y="227"/>
                    <a:pt x="649" y="228"/>
                  </a:cubicBezTo>
                  <a:cubicBezTo>
                    <a:pt x="648" y="229"/>
                    <a:pt x="646" y="229"/>
                    <a:pt x="645" y="230"/>
                  </a:cubicBezTo>
                  <a:cubicBezTo>
                    <a:pt x="644" y="231"/>
                    <a:pt x="642" y="232"/>
                    <a:pt x="642" y="233"/>
                  </a:cubicBezTo>
                  <a:cubicBezTo>
                    <a:pt x="642" y="234"/>
                    <a:pt x="643" y="237"/>
                    <a:pt x="644" y="238"/>
                  </a:cubicBezTo>
                  <a:cubicBezTo>
                    <a:pt x="645" y="239"/>
                    <a:pt x="648" y="242"/>
                    <a:pt x="649" y="243"/>
                  </a:cubicBezTo>
                  <a:cubicBezTo>
                    <a:pt x="651" y="245"/>
                    <a:pt x="655" y="250"/>
                    <a:pt x="658" y="252"/>
                  </a:cubicBezTo>
                  <a:cubicBezTo>
                    <a:pt x="659" y="253"/>
                    <a:pt x="664" y="253"/>
                    <a:pt x="666" y="254"/>
                  </a:cubicBezTo>
                  <a:cubicBezTo>
                    <a:pt x="667" y="255"/>
                    <a:pt x="668" y="257"/>
                    <a:pt x="668" y="259"/>
                  </a:cubicBezTo>
                  <a:cubicBezTo>
                    <a:pt x="669" y="261"/>
                    <a:pt x="668" y="265"/>
                    <a:pt x="669" y="268"/>
                  </a:cubicBezTo>
                  <a:cubicBezTo>
                    <a:pt x="669" y="270"/>
                    <a:pt x="672" y="275"/>
                    <a:pt x="673" y="277"/>
                  </a:cubicBezTo>
                  <a:cubicBezTo>
                    <a:pt x="674" y="279"/>
                    <a:pt x="676" y="284"/>
                    <a:pt x="677" y="287"/>
                  </a:cubicBezTo>
                  <a:cubicBezTo>
                    <a:pt x="678" y="288"/>
                    <a:pt x="680" y="292"/>
                    <a:pt x="680" y="293"/>
                  </a:cubicBezTo>
                  <a:cubicBezTo>
                    <a:pt x="681" y="294"/>
                    <a:pt x="681" y="295"/>
                    <a:pt x="682" y="295"/>
                  </a:cubicBezTo>
                  <a:cubicBezTo>
                    <a:pt x="683" y="296"/>
                    <a:pt x="686" y="296"/>
                    <a:pt x="688" y="297"/>
                  </a:cubicBezTo>
                  <a:cubicBezTo>
                    <a:pt x="689" y="297"/>
                    <a:pt x="690" y="298"/>
                    <a:pt x="691" y="299"/>
                  </a:cubicBezTo>
                  <a:cubicBezTo>
                    <a:pt x="691" y="301"/>
                    <a:pt x="691" y="303"/>
                    <a:pt x="691" y="305"/>
                  </a:cubicBezTo>
                  <a:cubicBezTo>
                    <a:pt x="691" y="306"/>
                    <a:pt x="690" y="309"/>
                    <a:pt x="690" y="310"/>
                  </a:cubicBezTo>
                  <a:cubicBezTo>
                    <a:pt x="690" y="312"/>
                    <a:pt x="692" y="315"/>
                    <a:pt x="692" y="316"/>
                  </a:cubicBezTo>
                  <a:cubicBezTo>
                    <a:pt x="693" y="318"/>
                    <a:pt x="692" y="322"/>
                    <a:pt x="692" y="323"/>
                  </a:cubicBezTo>
                  <a:cubicBezTo>
                    <a:pt x="693" y="324"/>
                    <a:pt x="694" y="326"/>
                    <a:pt x="695" y="326"/>
                  </a:cubicBezTo>
                  <a:cubicBezTo>
                    <a:pt x="697" y="328"/>
                    <a:pt x="702" y="328"/>
                    <a:pt x="704" y="330"/>
                  </a:cubicBezTo>
                  <a:cubicBezTo>
                    <a:pt x="707" y="331"/>
                    <a:pt x="712" y="334"/>
                    <a:pt x="714" y="336"/>
                  </a:cubicBezTo>
                  <a:cubicBezTo>
                    <a:pt x="716" y="338"/>
                    <a:pt x="718" y="344"/>
                    <a:pt x="720" y="347"/>
                  </a:cubicBezTo>
                  <a:cubicBezTo>
                    <a:pt x="721" y="348"/>
                    <a:pt x="723" y="350"/>
                    <a:pt x="724" y="351"/>
                  </a:cubicBezTo>
                  <a:cubicBezTo>
                    <a:pt x="725" y="351"/>
                    <a:pt x="728" y="351"/>
                    <a:pt x="730" y="352"/>
                  </a:cubicBezTo>
                  <a:cubicBezTo>
                    <a:pt x="730" y="352"/>
                    <a:pt x="732" y="353"/>
                    <a:pt x="732" y="353"/>
                  </a:cubicBezTo>
                  <a:cubicBezTo>
                    <a:pt x="733" y="353"/>
                    <a:pt x="735" y="355"/>
                    <a:pt x="737" y="355"/>
                  </a:cubicBezTo>
                  <a:cubicBezTo>
                    <a:pt x="738" y="355"/>
                    <a:pt x="739" y="354"/>
                    <a:pt x="740" y="353"/>
                  </a:cubicBezTo>
                  <a:cubicBezTo>
                    <a:pt x="740" y="352"/>
                    <a:pt x="742" y="350"/>
                    <a:pt x="743" y="350"/>
                  </a:cubicBezTo>
                  <a:cubicBezTo>
                    <a:pt x="744" y="349"/>
                    <a:pt x="748" y="351"/>
                    <a:pt x="749" y="351"/>
                  </a:cubicBezTo>
                  <a:cubicBezTo>
                    <a:pt x="751" y="352"/>
                    <a:pt x="754" y="353"/>
                    <a:pt x="756" y="354"/>
                  </a:cubicBezTo>
                  <a:cubicBezTo>
                    <a:pt x="758" y="355"/>
                    <a:pt x="762" y="358"/>
                    <a:pt x="764" y="359"/>
                  </a:cubicBezTo>
                  <a:cubicBezTo>
                    <a:pt x="765" y="360"/>
                    <a:pt x="769" y="363"/>
                    <a:pt x="769" y="365"/>
                  </a:cubicBezTo>
                  <a:cubicBezTo>
                    <a:pt x="770" y="367"/>
                    <a:pt x="768" y="370"/>
                    <a:pt x="769" y="372"/>
                  </a:cubicBezTo>
                  <a:cubicBezTo>
                    <a:pt x="769" y="373"/>
                    <a:pt x="770" y="374"/>
                    <a:pt x="771" y="375"/>
                  </a:cubicBezTo>
                  <a:cubicBezTo>
                    <a:pt x="772" y="376"/>
                    <a:pt x="775" y="377"/>
                    <a:pt x="777" y="378"/>
                  </a:cubicBezTo>
                  <a:cubicBezTo>
                    <a:pt x="778" y="380"/>
                    <a:pt x="782" y="382"/>
                    <a:pt x="783" y="384"/>
                  </a:cubicBezTo>
                  <a:cubicBezTo>
                    <a:pt x="784" y="385"/>
                    <a:pt x="785" y="389"/>
                    <a:pt x="786" y="391"/>
                  </a:cubicBezTo>
                  <a:cubicBezTo>
                    <a:pt x="787" y="392"/>
                    <a:pt x="788" y="394"/>
                    <a:pt x="789" y="395"/>
                  </a:cubicBezTo>
                  <a:cubicBezTo>
                    <a:pt x="791" y="396"/>
                    <a:pt x="794" y="398"/>
                    <a:pt x="795" y="400"/>
                  </a:cubicBezTo>
                  <a:cubicBezTo>
                    <a:pt x="796" y="402"/>
                    <a:pt x="796" y="406"/>
                    <a:pt x="797" y="408"/>
                  </a:cubicBezTo>
                  <a:cubicBezTo>
                    <a:pt x="797" y="409"/>
                    <a:pt x="799" y="411"/>
                    <a:pt x="800" y="412"/>
                  </a:cubicBezTo>
                  <a:cubicBezTo>
                    <a:pt x="801" y="412"/>
                    <a:pt x="804" y="413"/>
                    <a:pt x="804" y="414"/>
                  </a:cubicBezTo>
                  <a:cubicBezTo>
                    <a:pt x="804" y="414"/>
                    <a:pt x="811" y="413"/>
                    <a:pt x="813" y="413"/>
                  </a:cubicBezTo>
                  <a:cubicBezTo>
                    <a:pt x="815" y="413"/>
                    <a:pt x="819" y="414"/>
                    <a:pt x="821" y="414"/>
                  </a:cubicBezTo>
                  <a:cubicBezTo>
                    <a:pt x="824" y="415"/>
                    <a:pt x="827" y="418"/>
                    <a:pt x="829" y="420"/>
                  </a:cubicBezTo>
                  <a:cubicBezTo>
                    <a:pt x="832" y="422"/>
                    <a:pt x="837" y="428"/>
                    <a:pt x="839" y="431"/>
                  </a:cubicBezTo>
                  <a:cubicBezTo>
                    <a:pt x="840" y="433"/>
                    <a:pt x="842" y="436"/>
                    <a:pt x="842" y="438"/>
                  </a:cubicBezTo>
                  <a:cubicBezTo>
                    <a:pt x="843" y="441"/>
                    <a:pt x="841" y="445"/>
                    <a:pt x="842" y="447"/>
                  </a:cubicBezTo>
                  <a:cubicBezTo>
                    <a:pt x="842" y="448"/>
                    <a:pt x="844" y="450"/>
                    <a:pt x="845" y="450"/>
                  </a:cubicBezTo>
                  <a:cubicBezTo>
                    <a:pt x="847" y="451"/>
                    <a:pt x="850" y="453"/>
                    <a:pt x="851" y="453"/>
                  </a:cubicBezTo>
                  <a:cubicBezTo>
                    <a:pt x="852" y="454"/>
                    <a:pt x="855" y="457"/>
                    <a:pt x="856" y="458"/>
                  </a:cubicBezTo>
                  <a:cubicBezTo>
                    <a:pt x="857" y="459"/>
                    <a:pt x="859" y="461"/>
                    <a:pt x="860" y="460"/>
                  </a:cubicBezTo>
                  <a:cubicBezTo>
                    <a:pt x="861" y="460"/>
                    <a:pt x="862" y="458"/>
                    <a:pt x="863" y="457"/>
                  </a:cubicBezTo>
                  <a:cubicBezTo>
                    <a:pt x="864" y="456"/>
                    <a:pt x="865" y="454"/>
                    <a:pt x="866" y="454"/>
                  </a:cubicBezTo>
                  <a:cubicBezTo>
                    <a:pt x="867" y="453"/>
                    <a:pt x="870" y="453"/>
                    <a:pt x="871" y="454"/>
                  </a:cubicBezTo>
                  <a:cubicBezTo>
                    <a:pt x="873" y="454"/>
                    <a:pt x="876" y="455"/>
                    <a:pt x="878" y="455"/>
                  </a:cubicBezTo>
                  <a:cubicBezTo>
                    <a:pt x="880" y="456"/>
                    <a:pt x="883" y="459"/>
                    <a:pt x="885" y="461"/>
                  </a:cubicBezTo>
                  <a:cubicBezTo>
                    <a:pt x="887" y="463"/>
                    <a:pt x="889" y="467"/>
                    <a:pt x="890" y="470"/>
                  </a:cubicBezTo>
                  <a:cubicBezTo>
                    <a:pt x="891" y="471"/>
                    <a:pt x="893" y="475"/>
                    <a:pt x="894" y="476"/>
                  </a:cubicBezTo>
                  <a:cubicBezTo>
                    <a:pt x="896" y="477"/>
                    <a:pt x="900" y="477"/>
                    <a:pt x="902" y="478"/>
                  </a:cubicBezTo>
                  <a:cubicBezTo>
                    <a:pt x="903" y="478"/>
                    <a:pt x="906" y="480"/>
                    <a:pt x="908" y="481"/>
                  </a:cubicBezTo>
                  <a:cubicBezTo>
                    <a:pt x="910" y="482"/>
                    <a:pt x="914" y="486"/>
                    <a:pt x="916" y="488"/>
                  </a:cubicBezTo>
                  <a:cubicBezTo>
                    <a:pt x="918" y="490"/>
                    <a:pt x="922" y="494"/>
                    <a:pt x="922" y="497"/>
                  </a:cubicBezTo>
                  <a:cubicBezTo>
                    <a:pt x="923" y="499"/>
                    <a:pt x="921" y="505"/>
                    <a:pt x="922" y="508"/>
                  </a:cubicBezTo>
                  <a:cubicBezTo>
                    <a:pt x="922" y="509"/>
                    <a:pt x="924" y="512"/>
                    <a:pt x="925" y="513"/>
                  </a:cubicBezTo>
                  <a:cubicBezTo>
                    <a:pt x="925" y="515"/>
                    <a:pt x="926" y="519"/>
                    <a:pt x="926" y="521"/>
                  </a:cubicBezTo>
                  <a:cubicBezTo>
                    <a:pt x="926" y="523"/>
                    <a:pt x="922" y="526"/>
                    <a:pt x="922" y="528"/>
                  </a:cubicBezTo>
                  <a:cubicBezTo>
                    <a:pt x="922" y="529"/>
                    <a:pt x="924" y="531"/>
                    <a:pt x="924" y="532"/>
                  </a:cubicBezTo>
                  <a:cubicBezTo>
                    <a:pt x="924" y="533"/>
                    <a:pt x="924" y="537"/>
                    <a:pt x="924" y="537"/>
                  </a:cubicBezTo>
                  <a:cubicBezTo>
                    <a:pt x="923" y="538"/>
                    <a:pt x="923" y="544"/>
                    <a:pt x="924" y="547"/>
                  </a:cubicBezTo>
                  <a:cubicBezTo>
                    <a:pt x="924" y="548"/>
                    <a:pt x="926" y="551"/>
                    <a:pt x="927" y="553"/>
                  </a:cubicBezTo>
                  <a:cubicBezTo>
                    <a:pt x="927" y="555"/>
                    <a:pt x="924" y="559"/>
                    <a:pt x="924" y="561"/>
                  </a:cubicBezTo>
                  <a:cubicBezTo>
                    <a:pt x="923" y="562"/>
                    <a:pt x="923" y="566"/>
                    <a:pt x="922" y="567"/>
                  </a:cubicBezTo>
                  <a:cubicBezTo>
                    <a:pt x="922" y="568"/>
                    <a:pt x="920" y="570"/>
                    <a:pt x="918" y="571"/>
                  </a:cubicBezTo>
                  <a:cubicBezTo>
                    <a:pt x="917" y="572"/>
                    <a:pt x="915" y="573"/>
                    <a:pt x="913" y="573"/>
                  </a:cubicBezTo>
                  <a:cubicBezTo>
                    <a:pt x="912" y="574"/>
                    <a:pt x="910" y="574"/>
                    <a:pt x="909" y="575"/>
                  </a:cubicBezTo>
                  <a:cubicBezTo>
                    <a:pt x="908" y="577"/>
                    <a:pt x="910" y="581"/>
                    <a:pt x="909" y="583"/>
                  </a:cubicBezTo>
                  <a:cubicBezTo>
                    <a:pt x="909" y="584"/>
                    <a:pt x="907" y="588"/>
                    <a:pt x="905" y="588"/>
                  </a:cubicBezTo>
                  <a:cubicBezTo>
                    <a:pt x="904" y="588"/>
                    <a:pt x="902" y="586"/>
                    <a:pt x="901" y="585"/>
                  </a:cubicBezTo>
                  <a:cubicBezTo>
                    <a:pt x="899" y="583"/>
                    <a:pt x="893" y="579"/>
                    <a:pt x="890" y="577"/>
                  </a:cubicBezTo>
                  <a:cubicBezTo>
                    <a:pt x="886" y="575"/>
                    <a:pt x="878" y="572"/>
                    <a:pt x="874" y="571"/>
                  </a:cubicBezTo>
                  <a:cubicBezTo>
                    <a:pt x="872" y="571"/>
                    <a:pt x="868" y="570"/>
                    <a:pt x="866" y="570"/>
                  </a:cubicBezTo>
                  <a:cubicBezTo>
                    <a:pt x="865" y="570"/>
                    <a:pt x="863" y="570"/>
                    <a:pt x="862" y="570"/>
                  </a:cubicBezTo>
                  <a:cubicBezTo>
                    <a:pt x="860" y="571"/>
                    <a:pt x="860" y="575"/>
                    <a:pt x="859" y="576"/>
                  </a:cubicBezTo>
                  <a:cubicBezTo>
                    <a:pt x="858" y="577"/>
                    <a:pt x="855" y="578"/>
                    <a:pt x="853" y="578"/>
                  </a:cubicBezTo>
                  <a:cubicBezTo>
                    <a:pt x="852" y="578"/>
                    <a:pt x="850" y="577"/>
                    <a:pt x="849" y="578"/>
                  </a:cubicBezTo>
                  <a:cubicBezTo>
                    <a:pt x="848" y="579"/>
                    <a:pt x="849" y="581"/>
                    <a:pt x="849" y="582"/>
                  </a:cubicBezTo>
                  <a:cubicBezTo>
                    <a:pt x="849" y="583"/>
                    <a:pt x="851" y="586"/>
                    <a:pt x="851" y="588"/>
                  </a:cubicBezTo>
                  <a:cubicBezTo>
                    <a:pt x="852" y="590"/>
                    <a:pt x="852" y="593"/>
                    <a:pt x="852" y="595"/>
                  </a:cubicBezTo>
                  <a:cubicBezTo>
                    <a:pt x="852" y="597"/>
                    <a:pt x="852" y="601"/>
                    <a:pt x="852" y="603"/>
                  </a:cubicBezTo>
                  <a:cubicBezTo>
                    <a:pt x="852" y="605"/>
                    <a:pt x="851" y="608"/>
                    <a:pt x="851" y="610"/>
                  </a:cubicBezTo>
                  <a:cubicBezTo>
                    <a:pt x="851" y="612"/>
                    <a:pt x="851" y="616"/>
                    <a:pt x="851" y="618"/>
                  </a:cubicBezTo>
                  <a:cubicBezTo>
                    <a:pt x="850" y="621"/>
                    <a:pt x="848" y="626"/>
                    <a:pt x="847" y="629"/>
                  </a:cubicBezTo>
                  <a:cubicBezTo>
                    <a:pt x="846" y="632"/>
                    <a:pt x="842" y="637"/>
                    <a:pt x="840" y="639"/>
                  </a:cubicBezTo>
                  <a:cubicBezTo>
                    <a:pt x="838" y="641"/>
                    <a:pt x="833" y="644"/>
                    <a:pt x="831" y="645"/>
                  </a:cubicBezTo>
                  <a:cubicBezTo>
                    <a:pt x="829" y="647"/>
                    <a:pt x="826" y="652"/>
                    <a:pt x="824" y="653"/>
                  </a:cubicBezTo>
                  <a:cubicBezTo>
                    <a:pt x="822" y="654"/>
                    <a:pt x="817" y="654"/>
                    <a:pt x="815" y="655"/>
                  </a:cubicBezTo>
                  <a:cubicBezTo>
                    <a:pt x="812" y="655"/>
                    <a:pt x="808" y="655"/>
                    <a:pt x="806" y="655"/>
                  </a:cubicBezTo>
                  <a:cubicBezTo>
                    <a:pt x="804" y="655"/>
                    <a:pt x="799" y="656"/>
                    <a:pt x="797" y="657"/>
                  </a:cubicBezTo>
                  <a:cubicBezTo>
                    <a:pt x="795" y="657"/>
                    <a:pt x="791" y="659"/>
                    <a:pt x="788" y="660"/>
                  </a:cubicBezTo>
                  <a:cubicBezTo>
                    <a:pt x="787" y="661"/>
                    <a:pt x="783" y="663"/>
                    <a:pt x="781" y="663"/>
                  </a:cubicBezTo>
                  <a:cubicBezTo>
                    <a:pt x="779" y="664"/>
                    <a:pt x="775" y="664"/>
                    <a:pt x="773" y="666"/>
                  </a:cubicBezTo>
                  <a:cubicBezTo>
                    <a:pt x="771" y="667"/>
                    <a:pt x="769" y="671"/>
                    <a:pt x="768" y="673"/>
                  </a:cubicBezTo>
                  <a:cubicBezTo>
                    <a:pt x="766" y="675"/>
                    <a:pt x="765" y="679"/>
                    <a:pt x="763" y="681"/>
                  </a:cubicBezTo>
                  <a:cubicBezTo>
                    <a:pt x="761" y="682"/>
                    <a:pt x="758" y="683"/>
                    <a:pt x="756" y="683"/>
                  </a:cubicBezTo>
                  <a:cubicBezTo>
                    <a:pt x="754" y="683"/>
                    <a:pt x="749" y="682"/>
                    <a:pt x="747" y="683"/>
                  </a:cubicBezTo>
                  <a:cubicBezTo>
                    <a:pt x="746" y="683"/>
                    <a:pt x="744" y="685"/>
                    <a:pt x="743" y="687"/>
                  </a:cubicBezTo>
                  <a:cubicBezTo>
                    <a:pt x="742" y="688"/>
                    <a:pt x="740" y="693"/>
                    <a:pt x="739" y="695"/>
                  </a:cubicBezTo>
                  <a:cubicBezTo>
                    <a:pt x="738" y="696"/>
                    <a:pt x="736" y="700"/>
                    <a:pt x="735" y="701"/>
                  </a:cubicBezTo>
                  <a:cubicBezTo>
                    <a:pt x="733" y="702"/>
                    <a:pt x="729" y="704"/>
                    <a:pt x="728" y="706"/>
                  </a:cubicBezTo>
                  <a:cubicBezTo>
                    <a:pt x="727" y="706"/>
                    <a:pt x="724" y="708"/>
                    <a:pt x="723" y="709"/>
                  </a:cubicBezTo>
                  <a:cubicBezTo>
                    <a:pt x="723" y="711"/>
                    <a:pt x="723" y="715"/>
                    <a:pt x="723" y="717"/>
                  </a:cubicBezTo>
                  <a:cubicBezTo>
                    <a:pt x="724" y="718"/>
                    <a:pt x="725" y="722"/>
                    <a:pt x="726" y="723"/>
                  </a:cubicBezTo>
                  <a:cubicBezTo>
                    <a:pt x="727" y="725"/>
                    <a:pt x="730" y="728"/>
                    <a:pt x="732" y="730"/>
                  </a:cubicBezTo>
                  <a:cubicBezTo>
                    <a:pt x="733" y="731"/>
                    <a:pt x="737" y="733"/>
                    <a:pt x="739" y="734"/>
                  </a:cubicBezTo>
                  <a:cubicBezTo>
                    <a:pt x="740" y="735"/>
                    <a:pt x="741" y="738"/>
                    <a:pt x="741" y="739"/>
                  </a:cubicBezTo>
                  <a:cubicBezTo>
                    <a:pt x="742" y="741"/>
                    <a:pt x="744" y="746"/>
                    <a:pt x="745" y="749"/>
                  </a:cubicBezTo>
                  <a:cubicBezTo>
                    <a:pt x="745" y="750"/>
                    <a:pt x="747" y="752"/>
                    <a:pt x="748" y="753"/>
                  </a:cubicBezTo>
                  <a:cubicBezTo>
                    <a:pt x="749" y="754"/>
                    <a:pt x="752" y="756"/>
                    <a:pt x="754" y="756"/>
                  </a:cubicBezTo>
                  <a:cubicBezTo>
                    <a:pt x="755" y="756"/>
                    <a:pt x="758" y="756"/>
                    <a:pt x="759" y="756"/>
                  </a:cubicBezTo>
                  <a:cubicBezTo>
                    <a:pt x="760" y="757"/>
                    <a:pt x="760" y="761"/>
                    <a:pt x="760" y="763"/>
                  </a:cubicBezTo>
                  <a:cubicBezTo>
                    <a:pt x="761" y="764"/>
                    <a:pt x="764" y="768"/>
                    <a:pt x="765" y="770"/>
                  </a:cubicBezTo>
                  <a:cubicBezTo>
                    <a:pt x="765" y="771"/>
                    <a:pt x="767" y="774"/>
                    <a:pt x="768" y="775"/>
                  </a:cubicBezTo>
                  <a:cubicBezTo>
                    <a:pt x="769" y="777"/>
                    <a:pt x="773" y="780"/>
                    <a:pt x="774" y="782"/>
                  </a:cubicBezTo>
                  <a:cubicBezTo>
                    <a:pt x="775" y="783"/>
                    <a:pt x="776" y="786"/>
                    <a:pt x="776" y="787"/>
                  </a:cubicBezTo>
                  <a:cubicBezTo>
                    <a:pt x="775" y="789"/>
                    <a:pt x="774" y="791"/>
                    <a:pt x="774" y="793"/>
                  </a:cubicBezTo>
                  <a:cubicBezTo>
                    <a:pt x="773" y="794"/>
                    <a:pt x="769" y="797"/>
                    <a:pt x="768" y="799"/>
                  </a:cubicBezTo>
                  <a:cubicBezTo>
                    <a:pt x="767" y="801"/>
                    <a:pt x="766" y="807"/>
                    <a:pt x="765" y="809"/>
                  </a:cubicBezTo>
                  <a:cubicBezTo>
                    <a:pt x="764" y="811"/>
                    <a:pt x="762" y="815"/>
                    <a:pt x="761" y="817"/>
                  </a:cubicBezTo>
                  <a:cubicBezTo>
                    <a:pt x="761" y="819"/>
                    <a:pt x="759" y="823"/>
                    <a:pt x="760" y="824"/>
                  </a:cubicBezTo>
                  <a:cubicBezTo>
                    <a:pt x="761" y="825"/>
                    <a:pt x="763" y="826"/>
                    <a:pt x="764" y="826"/>
                  </a:cubicBezTo>
                  <a:cubicBezTo>
                    <a:pt x="766" y="827"/>
                    <a:pt x="769" y="826"/>
                    <a:pt x="771" y="826"/>
                  </a:cubicBezTo>
                  <a:cubicBezTo>
                    <a:pt x="773" y="825"/>
                    <a:pt x="776" y="823"/>
                    <a:pt x="777" y="823"/>
                  </a:cubicBezTo>
                  <a:cubicBezTo>
                    <a:pt x="779" y="823"/>
                    <a:pt x="782" y="824"/>
                    <a:pt x="783" y="825"/>
                  </a:cubicBezTo>
                  <a:cubicBezTo>
                    <a:pt x="785" y="826"/>
                    <a:pt x="789" y="830"/>
                    <a:pt x="790" y="832"/>
                  </a:cubicBezTo>
                  <a:cubicBezTo>
                    <a:pt x="791" y="834"/>
                    <a:pt x="791" y="837"/>
                    <a:pt x="792" y="839"/>
                  </a:cubicBezTo>
                  <a:cubicBezTo>
                    <a:pt x="792" y="840"/>
                    <a:pt x="794" y="842"/>
                    <a:pt x="794" y="844"/>
                  </a:cubicBezTo>
                  <a:cubicBezTo>
                    <a:pt x="795" y="845"/>
                    <a:pt x="796" y="848"/>
                    <a:pt x="796" y="850"/>
                  </a:cubicBezTo>
                  <a:cubicBezTo>
                    <a:pt x="795" y="851"/>
                    <a:pt x="793" y="853"/>
                    <a:pt x="792" y="855"/>
                  </a:cubicBezTo>
                  <a:cubicBezTo>
                    <a:pt x="791" y="856"/>
                    <a:pt x="788" y="860"/>
                    <a:pt x="788" y="861"/>
                  </a:cubicBezTo>
                  <a:cubicBezTo>
                    <a:pt x="786" y="864"/>
                    <a:pt x="785" y="870"/>
                    <a:pt x="785" y="873"/>
                  </a:cubicBezTo>
                  <a:cubicBezTo>
                    <a:pt x="785" y="875"/>
                    <a:pt x="784" y="878"/>
                    <a:pt x="785" y="880"/>
                  </a:cubicBezTo>
                  <a:cubicBezTo>
                    <a:pt x="785" y="881"/>
                    <a:pt x="787" y="883"/>
                    <a:pt x="787" y="884"/>
                  </a:cubicBezTo>
                  <a:cubicBezTo>
                    <a:pt x="787" y="885"/>
                    <a:pt x="785" y="887"/>
                    <a:pt x="784" y="888"/>
                  </a:cubicBezTo>
                  <a:cubicBezTo>
                    <a:pt x="783" y="889"/>
                    <a:pt x="782" y="892"/>
                    <a:pt x="781" y="894"/>
                  </a:cubicBezTo>
                  <a:cubicBezTo>
                    <a:pt x="780" y="895"/>
                    <a:pt x="777" y="897"/>
                    <a:pt x="775" y="897"/>
                  </a:cubicBezTo>
                  <a:cubicBezTo>
                    <a:pt x="774" y="897"/>
                    <a:pt x="772" y="895"/>
                    <a:pt x="771" y="894"/>
                  </a:cubicBezTo>
                  <a:cubicBezTo>
                    <a:pt x="769" y="893"/>
                    <a:pt x="765" y="892"/>
                    <a:pt x="763" y="891"/>
                  </a:cubicBezTo>
                  <a:cubicBezTo>
                    <a:pt x="761" y="890"/>
                    <a:pt x="758" y="887"/>
                    <a:pt x="757" y="885"/>
                  </a:cubicBezTo>
                  <a:cubicBezTo>
                    <a:pt x="755" y="884"/>
                    <a:pt x="752" y="882"/>
                    <a:pt x="751" y="881"/>
                  </a:cubicBezTo>
                  <a:cubicBezTo>
                    <a:pt x="750" y="879"/>
                    <a:pt x="748" y="876"/>
                    <a:pt x="746" y="875"/>
                  </a:cubicBezTo>
                  <a:cubicBezTo>
                    <a:pt x="745" y="875"/>
                    <a:pt x="742" y="875"/>
                    <a:pt x="741" y="875"/>
                  </a:cubicBezTo>
                  <a:cubicBezTo>
                    <a:pt x="739" y="875"/>
                    <a:pt x="736" y="876"/>
                    <a:pt x="735" y="875"/>
                  </a:cubicBezTo>
                  <a:cubicBezTo>
                    <a:pt x="734" y="874"/>
                    <a:pt x="733" y="872"/>
                    <a:pt x="733" y="871"/>
                  </a:cubicBezTo>
                  <a:cubicBezTo>
                    <a:pt x="732" y="870"/>
                    <a:pt x="733" y="867"/>
                    <a:pt x="733" y="866"/>
                  </a:cubicBezTo>
                  <a:cubicBezTo>
                    <a:pt x="733" y="864"/>
                    <a:pt x="732" y="862"/>
                    <a:pt x="732" y="860"/>
                  </a:cubicBezTo>
                  <a:cubicBezTo>
                    <a:pt x="732" y="859"/>
                    <a:pt x="734" y="857"/>
                    <a:pt x="735" y="856"/>
                  </a:cubicBezTo>
                  <a:cubicBezTo>
                    <a:pt x="736" y="856"/>
                    <a:pt x="738" y="856"/>
                    <a:pt x="738" y="855"/>
                  </a:cubicBezTo>
                  <a:cubicBezTo>
                    <a:pt x="739" y="855"/>
                    <a:pt x="740" y="852"/>
                    <a:pt x="740" y="851"/>
                  </a:cubicBezTo>
                  <a:cubicBezTo>
                    <a:pt x="739" y="850"/>
                    <a:pt x="736" y="849"/>
                    <a:pt x="734" y="849"/>
                  </a:cubicBezTo>
                  <a:cubicBezTo>
                    <a:pt x="733" y="848"/>
                    <a:pt x="731" y="847"/>
                    <a:pt x="730" y="846"/>
                  </a:cubicBezTo>
                  <a:cubicBezTo>
                    <a:pt x="730" y="845"/>
                    <a:pt x="730" y="843"/>
                    <a:pt x="730" y="842"/>
                  </a:cubicBezTo>
                  <a:cubicBezTo>
                    <a:pt x="730" y="841"/>
                    <a:pt x="731" y="840"/>
                    <a:pt x="731" y="839"/>
                  </a:cubicBezTo>
                  <a:cubicBezTo>
                    <a:pt x="731" y="839"/>
                    <a:pt x="730" y="837"/>
                    <a:pt x="729" y="837"/>
                  </a:cubicBezTo>
                  <a:cubicBezTo>
                    <a:pt x="728" y="836"/>
                    <a:pt x="724" y="837"/>
                    <a:pt x="723" y="837"/>
                  </a:cubicBezTo>
                  <a:cubicBezTo>
                    <a:pt x="721" y="836"/>
                    <a:pt x="717" y="836"/>
                    <a:pt x="714" y="835"/>
                  </a:cubicBezTo>
                  <a:cubicBezTo>
                    <a:pt x="713" y="835"/>
                    <a:pt x="710" y="836"/>
                    <a:pt x="708" y="836"/>
                  </a:cubicBezTo>
                  <a:cubicBezTo>
                    <a:pt x="707" y="837"/>
                    <a:pt x="705" y="838"/>
                    <a:pt x="703" y="839"/>
                  </a:cubicBezTo>
                  <a:cubicBezTo>
                    <a:pt x="702" y="839"/>
                    <a:pt x="698" y="839"/>
                    <a:pt x="697" y="840"/>
                  </a:cubicBezTo>
                  <a:cubicBezTo>
                    <a:pt x="696" y="841"/>
                    <a:pt x="696" y="844"/>
                    <a:pt x="695" y="845"/>
                  </a:cubicBezTo>
                  <a:cubicBezTo>
                    <a:pt x="694" y="846"/>
                    <a:pt x="694" y="850"/>
                    <a:pt x="692" y="851"/>
                  </a:cubicBezTo>
                  <a:cubicBezTo>
                    <a:pt x="691" y="851"/>
                    <a:pt x="688" y="850"/>
                    <a:pt x="687" y="851"/>
                  </a:cubicBezTo>
                  <a:cubicBezTo>
                    <a:pt x="686" y="851"/>
                    <a:pt x="684" y="853"/>
                    <a:pt x="683" y="854"/>
                  </a:cubicBezTo>
                  <a:cubicBezTo>
                    <a:pt x="682" y="854"/>
                    <a:pt x="679" y="854"/>
                    <a:pt x="677" y="854"/>
                  </a:cubicBezTo>
                  <a:cubicBezTo>
                    <a:pt x="676" y="854"/>
                    <a:pt x="674" y="852"/>
                    <a:pt x="674" y="852"/>
                  </a:cubicBezTo>
                  <a:cubicBezTo>
                    <a:pt x="673" y="851"/>
                    <a:pt x="672" y="849"/>
                    <a:pt x="671" y="848"/>
                  </a:cubicBezTo>
                  <a:cubicBezTo>
                    <a:pt x="670" y="847"/>
                    <a:pt x="669" y="843"/>
                    <a:pt x="668" y="842"/>
                  </a:cubicBezTo>
                  <a:cubicBezTo>
                    <a:pt x="668" y="840"/>
                    <a:pt x="668" y="837"/>
                    <a:pt x="667" y="836"/>
                  </a:cubicBezTo>
                  <a:cubicBezTo>
                    <a:pt x="667" y="835"/>
                    <a:pt x="664" y="833"/>
                    <a:pt x="663" y="833"/>
                  </a:cubicBezTo>
                  <a:cubicBezTo>
                    <a:pt x="661" y="833"/>
                    <a:pt x="658" y="835"/>
                    <a:pt x="657" y="836"/>
                  </a:cubicBezTo>
                  <a:cubicBezTo>
                    <a:pt x="655" y="836"/>
                    <a:pt x="653" y="838"/>
                    <a:pt x="652" y="839"/>
                  </a:cubicBezTo>
                  <a:cubicBezTo>
                    <a:pt x="651" y="839"/>
                    <a:pt x="648" y="840"/>
                    <a:pt x="647" y="839"/>
                  </a:cubicBezTo>
                  <a:cubicBezTo>
                    <a:pt x="645" y="839"/>
                    <a:pt x="643" y="837"/>
                    <a:pt x="641" y="836"/>
                  </a:cubicBezTo>
                  <a:cubicBezTo>
                    <a:pt x="640" y="836"/>
                    <a:pt x="638" y="836"/>
                    <a:pt x="637" y="836"/>
                  </a:cubicBezTo>
                  <a:cubicBezTo>
                    <a:pt x="635" y="836"/>
                    <a:pt x="631" y="838"/>
                    <a:pt x="629" y="839"/>
                  </a:cubicBezTo>
                  <a:cubicBezTo>
                    <a:pt x="629" y="839"/>
                    <a:pt x="627" y="839"/>
                    <a:pt x="626" y="839"/>
                  </a:cubicBezTo>
                  <a:cubicBezTo>
                    <a:pt x="625" y="838"/>
                    <a:pt x="626" y="835"/>
                    <a:pt x="626" y="834"/>
                  </a:cubicBezTo>
                  <a:cubicBezTo>
                    <a:pt x="626" y="833"/>
                    <a:pt x="626" y="830"/>
                    <a:pt x="626" y="828"/>
                  </a:cubicBezTo>
                  <a:cubicBezTo>
                    <a:pt x="626" y="827"/>
                    <a:pt x="625" y="824"/>
                    <a:pt x="624" y="823"/>
                  </a:cubicBezTo>
                  <a:cubicBezTo>
                    <a:pt x="623" y="823"/>
                    <a:pt x="622" y="824"/>
                    <a:pt x="621" y="825"/>
                  </a:cubicBezTo>
                  <a:cubicBezTo>
                    <a:pt x="620" y="826"/>
                    <a:pt x="619" y="828"/>
                    <a:pt x="619" y="829"/>
                  </a:cubicBezTo>
                  <a:cubicBezTo>
                    <a:pt x="617" y="831"/>
                    <a:pt x="614" y="832"/>
                    <a:pt x="612" y="833"/>
                  </a:cubicBezTo>
                  <a:cubicBezTo>
                    <a:pt x="612" y="833"/>
                    <a:pt x="610" y="835"/>
                    <a:pt x="610" y="836"/>
                  </a:cubicBezTo>
                  <a:cubicBezTo>
                    <a:pt x="610" y="837"/>
                    <a:pt x="610" y="839"/>
                    <a:pt x="611" y="839"/>
                  </a:cubicBezTo>
                  <a:cubicBezTo>
                    <a:pt x="612" y="841"/>
                    <a:pt x="615" y="844"/>
                    <a:pt x="616" y="846"/>
                  </a:cubicBezTo>
                  <a:cubicBezTo>
                    <a:pt x="616" y="847"/>
                    <a:pt x="618" y="849"/>
                    <a:pt x="618" y="850"/>
                  </a:cubicBezTo>
                  <a:cubicBezTo>
                    <a:pt x="619" y="853"/>
                    <a:pt x="620" y="859"/>
                    <a:pt x="618" y="860"/>
                  </a:cubicBezTo>
                  <a:cubicBezTo>
                    <a:pt x="617" y="861"/>
                    <a:pt x="612" y="860"/>
                    <a:pt x="612" y="860"/>
                  </a:cubicBezTo>
                  <a:cubicBezTo>
                    <a:pt x="611" y="860"/>
                    <a:pt x="608" y="859"/>
                    <a:pt x="607" y="859"/>
                  </a:cubicBezTo>
                  <a:cubicBezTo>
                    <a:pt x="606" y="859"/>
                    <a:pt x="605" y="861"/>
                    <a:pt x="604" y="861"/>
                  </a:cubicBezTo>
                  <a:cubicBezTo>
                    <a:pt x="602" y="862"/>
                    <a:pt x="599" y="861"/>
                    <a:pt x="597" y="861"/>
                  </a:cubicBezTo>
                  <a:cubicBezTo>
                    <a:pt x="595" y="861"/>
                    <a:pt x="592" y="860"/>
                    <a:pt x="590" y="860"/>
                  </a:cubicBezTo>
                  <a:cubicBezTo>
                    <a:pt x="588" y="860"/>
                    <a:pt x="584" y="861"/>
                    <a:pt x="582" y="861"/>
                  </a:cubicBezTo>
                  <a:cubicBezTo>
                    <a:pt x="580" y="861"/>
                    <a:pt x="574" y="859"/>
                    <a:pt x="571" y="859"/>
                  </a:cubicBezTo>
                  <a:cubicBezTo>
                    <a:pt x="568" y="859"/>
                    <a:pt x="562" y="860"/>
                    <a:pt x="559" y="861"/>
                  </a:cubicBezTo>
                  <a:cubicBezTo>
                    <a:pt x="557" y="861"/>
                    <a:pt x="552" y="861"/>
                    <a:pt x="551" y="862"/>
                  </a:cubicBezTo>
                  <a:cubicBezTo>
                    <a:pt x="550" y="863"/>
                    <a:pt x="549" y="865"/>
                    <a:pt x="548" y="866"/>
                  </a:cubicBezTo>
                  <a:cubicBezTo>
                    <a:pt x="547" y="867"/>
                    <a:pt x="545" y="869"/>
                    <a:pt x="543" y="870"/>
                  </a:cubicBezTo>
                  <a:cubicBezTo>
                    <a:pt x="541" y="870"/>
                    <a:pt x="536" y="866"/>
                    <a:pt x="534" y="866"/>
                  </a:cubicBezTo>
                  <a:cubicBezTo>
                    <a:pt x="532" y="865"/>
                    <a:pt x="528" y="865"/>
                    <a:pt x="527" y="866"/>
                  </a:cubicBezTo>
                  <a:cubicBezTo>
                    <a:pt x="525" y="866"/>
                    <a:pt x="522" y="868"/>
                    <a:pt x="520" y="868"/>
                  </a:cubicBezTo>
                  <a:cubicBezTo>
                    <a:pt x="518" y="869"/>
                    <a:pt x="514" y="868"/>
                    <a:pt x="512" y="868"/>
                  </a:cubicBezTo>
                  <a:cubicBezTo>
                    <a:pt x="510" y="868"/>
                    <a:pt x="506" y="868"/>
                    <a:pt x="504" y="868"/>
                  </a:cubicBezTo>
                  <a:cubicBezTo>
                    <a:pt x="503" y="868"/>
                    <a:pt x="500" y="868"/>
                    <a:pt x="500" y="869"/>
                  </a:cubicBezTo>
                  <a:cubicBezTo>
                    <a:pt x="498" y="870"/>
                    <a:pt x="497" y="875"/>
                    <a:pt x="497" y="877"/>
                  </a:cubicBezTo>
                  <a:cubicBezTo>
                    <a:pt x="496" y="878"/>
                    <a:pt x="494" y="881"/>
                    <a:pt x="493" y="883"/>
                  </a:cubicBezTo>
                  <a:cubicBezTo>
                    <a:pt x="493" y="885"/>
                    <a:pt x="493" y="888"/>
                    <a:pt x="492" y="889"/>
                  </a:cubicBezTo>
                  <a:cubicBezTo>
                    <a:pt x="491" y="890"/>
                    <a:pt x="489" y="890"/>
                    <a:pt x="488" y="890"/>
                  </a:cubicBezTo>
                  <a:cubicBezTo>
                    <a:pt x="485" y="890"/>
                    <a:pt x="477" y="892"/>
                    <a:pt x="477" y="892"/>
                  </a:cubicBezTo>
                  <a:cubicBezTo>
                    <a:pt x="476" y="892"/>
                    <a:pt x="472" y="892"/>
                    <a:pt x="471" y="892"/>
                  </a:cubicBezTo>
                  <a:cubicBezTo>
                    <a:pt x="470" y="892"/>
                    <a:pt x="467" y="891"/>
                    <a:pt x="466" y="891"/>
                  </a:cubicBezTo>
                  <a:cubicBezTo>
                    <a:pt x="464" y="892"/>
                    <a:pt x="462" y="896"/>
                    <a:pt x="461" y="897"/>
                  </a:cubicBezTo>
                  <a:cubicBezTo>
                    <a:pt x="460" y="898"/>
                    <a:pt x="457" y="898"/>
                    <a:pt x="457" y="899"/>
                  </a:cubicBezTo>
                  <a:cubicBezTo>
                    <a:pt x="456" y="900"/>
                    <a:pt x="458" y="903"/>
                    <a:pt x="459" y="904"/>
                  </a:cubicBezTo>
                  <a:cubicBezTo>
                    <a:pt x="460" y="905"/>
                    <a:pt x="463" y="905"/>
                    <a:pt x="464" y="907"/>
                  </a:cubicBezTo>
                  <a:cubicBezTo>
                    <a:pt x="464" y="907"/>
                    <a:pt x="464" y="910"/>
                    <a:pt x="464" y="911"/>
                  </a:cubicBezTo>
                  <a:cubicBezTo>
                    <a:pt x="463" y="912"/>
                    <a:pt x="460" y="912"/>
                    <a:pt x="458" y="912"/>
                  </a:cubicBezTo>
                  <a:cubicBezTo>
                    <a:pt x="457" y="912"/>
                    <a:pt x="454" y="911"/>
                    <a:pt x="453" y="910"/>
                  </a:cubicBezTo>
                  <a:cubicBezTo>
                    <a:pt x="452" y="910"/>
                    <a:pt x="449" y="910"/>
                    <a:pt x="448" y="910"/>
                  </a:cubicBezTo>
                  <a:cubicBezTo>
                    <a:pt x="446" y="910"/>
                    <a:pt x="443" y="912"/>
                    <a:pt x="442" y="913"/>
                  </a:cubicBezTo>
                  <a:cubicBezTo>
                    <a:pt x="441" y="913"/>
                    <a:pt x="440" y="915"/>
                    <a:pt x="439" y="916"/>
                  </a:cubicBezTo>
                  <a:cubicBezTo>
                    <a:pt x="439" y="917"/>
                    <a:pt x="439" y="920"/>
                    <a:pt x="438" y="920"/>
                  </a:cubicBezTo>
                  <a:cubicBezTo>
                    <a:pt x="438" y="921"/>
                    <a:pt x="436" y="923"/>
                    <a:pt x="435" y="923"/>
                  </a:cubicBezTo>
                  <a:cubicBezTo>
                    <a:pt x="433" y="924"/>
                    <a:pt x="430" y="925"/>
                    <a:pt x="429" y="926"/>
                  </a:cubicBezTo>
                  <a:cubicBezTo>
                    <a:pt x="427" y="926"/>
                    <a:pt x="425" y="926"/>
                    <a:pt x="424" y="926"/>
                  </a:cubicBezTo>
                  <a:cubicBezTo>
                    <a:pt x="423" y="925"/>
                    <a:pt x="423" y="923"/>
                    <a:pt x="424" y="922"/>
                  </a:cubicBezTo>
                  <a:cubicBezTo>
                    <a:pt x="424" y="921"/>
                    <a:pt x="426" y="920"/>
                    <a:pt x="426" y="919"/>
                  </a:cubicBezTo>
                  <a:cubicBezTo>
                    <a:pt x="427" y="918"/>
                    <a:pt x="427" y="916"/>
                    <a:pt x="427" y="915"/>
                  </a:cubicBezTo>
                  <a:cubicBezTo>
                    <a:pt x="427" y="914"/>
                    <a:pt x="427" y="912"/>
                    <a:pt x="426" y="912"/>
                  </a:cubicBezTo>
                  <a:cubicBezTo>
                    <a:pt x="425" y="912"/>
                    <a:pt x="422" y="913"/>
                    <a:pt x="421" y="913"/>
                  </a:cubicBezTo>
                  <a:cubicBezTo>
                    <a:pt x="419" y="914"/>
                    <a:pt x="415" y="917"/>
                    <a:pt x="413" y="918"/>
                  </a:cubicBezTo>
                  <a:cubicBezTo>
                    <a:pt x="410" y="919"/>
                    <a:pt x="406" y="922"/>
                    <a:pt x="403" y="923"/>
                  </a:cubicBezTo>
                  <a:cubicBezTo>
                    <a:pt x="400" y="924"/>
                    <a:pt x="394" y="924"/>
                    <a:pt x="391" y="925"/>
                  </a:cubicBezTo>
                  <a:cubicBezTo>
                    <a:pt x="389" y="925"/>
                    <a:pt x="383" y="925"/>
                    <a:pt x="381" y="925"/>
                  </a:cubicBezTo>
                  <a:cubicBezTo>
                    <a:pt x="379" y="925"/>
                    <a:pt x="374" y="925"/>
                    <a:pt x="373" y="923"/>
                  </a:cubicBezTo>
                  <a:cubicBezTo>
                    <a:pt x="373" y="922"/>
                    <a:pt x="373" y="921"/>
                    <a:pt x="373" y="920"/>
                  </a:cubicBezTo>
                  <a:cubicBezTo>
                    <a:pt x="373" y="919"/>
                    <a:pt x="375" y="917"/>
                    <a:pt x="375" y="917"/>
                  </a:cubicBezTo>
                  <a:cubicBezTo>
                    <a:pt x="375" y="915"/>
                    <a:pt x="372" y="913"/>
                    <a:pt x="371" y="911"/>
                  </a:cubicBezTo>
                  <a:cubicBezTo>
                    <a:pt x="370" y="910"/>
                    <a:pt x="368" y="908"/>
                    <a:pt x="368" y="907"/>
                  </a:cubicBezTo>
                  <a:cubicBezTo>
                    <a:pt x="367" y="906"/>
                    <a:pt x="367" y="903"/>
                    <a:pt x="366" y="902"/>
                  </a:cubicBezTo>
                  <a:cubicBezTo>
                    <a:pt x="365" y="901"/>
                    <a:pt x="364" y="900"/>
                    <a:pt x="363" y="899"/>
                  </a:cubicBezTo>
                  <a:cubicBezTo>
                    <a:pt x="362" y="899"/>
                    <a:pt x="359" y="900"/>
                    <a:pt x="358" y="900"/>
                  </a:cubicBezTo>
                  <a:cubicBezTo>
                    <a:pt x="357" y="900"/>
                    <a:pt x="356" y="898"/>
                    <a:pt x="356" y="897"/>
                  </a:cubicBezTo>
                  <a:cubicBezTo>
                    <a:pt x="356" y="895"/>
                    <a:pt x="358" y="893"/>
                    <a:pt x="359" y="892"/>
                  </a:cubicBezTo>
                  <a:cubicBezTo>
                    <a:pt x="360" y="891"/>
                    <a:pt x="362" y="891"/>
                    <a:pt x="363" y="890"/>
                  </a:cubicBezTo>
                  <a:cubicBezTo>
                    <a:pt x="363" y="890"/>
                    <a:pt x="364" y="888"/>
                    <a:pt x="364" y="887"/>
                  </a:cubicBezTo>
                  <a:cubicBezTo>
                    <a:pt x="364" y="885"/>
                    <a:pt x="360" y="883"/>
                    <a:pt x="358" y="882"/>
                  </a:cubicBezTo>
                  <a:cubicBezTo>
                    <a:pt x="356" y="881"/>
                    <a:pt x="352" y="882"/>
                    <a:pt x="350" y="882"/>
                  </a:cubicBezTo>
                  <a:cubicBezTo>
                    <a:pt x="348" y="883"/>
                    <a:pt x="344" y="885"/>
                    <a:pt x="342" y="886"/>
                  </a:cubicBezTo>
                  <a:cubicBezTo>
                    <a:pt x="341" y="886"/>
                    <a:pt x="339" y="888"/>
                    <a:pt x="338" y="888"/>
                  </a:cubicBezTo>
                  <a:cubicBezTo>
                    <a:pt x="336" y="888"/>
                    <a:pt x="334" y="885"/>
                    <a:pt x="332" y="884"/>
                  </a:cubicBezTo>
                  <a:cubicBezTo>
                    <a:pt x="331" y="883"/>
                    <a:pt x="327" y="880"/>
                    <a:pt x="326" y="879"/>
                  </a:cubicBezTo>
                  <a:cubicBezTo>
                    <a:pt x="323" y="878"/>
                    <a:pt x="318" y="876"/>
                    <a:pt x="315" y="875"/>
                  </a:cubicBezTo>
                  <a:cubicBezTo>
                    <a:pt x="313" y="874"/>
                    <a:pt x="308" y="873"/>
                    <a:pt x="306" y="873"/>
                  </a:cubicBezTo>
                  <a:cubicBezTo>
                    <a:pt x="304" y="873"/>
                    <a:pt x="301" y="875"/>
                    <a:pt x="299" y="877"/>
                  </a:cubicBezTo>
                  <a:cubicBezTo>
                    <a:pt x="297" y="878"/>
                    <a:pt x="294" y="884"/>
                    <a:pt x="292" y="885"/>
                  </a:cubicBezTo>
                  <a:cubicBezTo>
                    <a:pt x="290" y="885"/>
                    <a:pt x="286" y="885"/>
                    <a:pt x="284" y="884"/>
                  </a:cubicBezTo>
                  <a:cubicBezTo>
                    <a:pt x="283" y="883"/>
                    <a:pt x="280" y="881"/>
                    <a:pt x="280" y="879"/>
                  </a:cubicBezTo>
                  <a:cubicBezTo>
                    <a:pt x="279" y="878"/>
                    <a:pt x="281" y="877"/>
                    <a:pt x="281" y="875"/>
                  </a:cubicBezTo>
                  <a:cubicBezTo>
                    <a:pt x="281" y="874"/>
                    <a:pt x="279" y="872"/>
                    <a:pt x="279" y="871"/>
                  </a:cubicBezTo>
                  <a:cubicBezTo>
                    <a:pt x="279" y="870"/>
                    <a:pt x="280" y="869"/>
                    <a:pt x="280" y="868"/>
                  </a:cubicBezTo>
                  <a:cubicBezTo>
                    <a:pt x="280" y="867"/>
                    <a:pt x="280" y="865"/>
                    <a:pt x="279" y="865"/>
                  </a:cubicBezTo>
                  <a:cubicBezTo>
                    <a:pt x="278" y="864"/>
                    <a:pt x="274" y="865"/>
                    <a:pt x="273" y="865"/>
                  </a:cubicBezTo>
                  <a:cubicBezTo>
                    <a:pt x="272" y="866"/>
                    <a:pt x="270" y="869"/>
                    <a:pt x="269" y="870"/>
                  </a:cubicBezTo>
                  <a:cubicBezTo>
                    <a:pt x="269" y="871"/>
                    <a:pt x="270" y="874"/>
                    <a:pt x="270" y="875"/>
                  </a:cubicBezTo>
                  <a:cubicBezTo>
                    <a:pt x="270" y="877"/>
                    <a:pt x="272" y="879"/>
                    <a:pt x="272" y="880"/>
                  </a:cubicBezTo>
                  <a:cubicBezTo>
                    <a:pt x="272" y="881"/>
                    <a:pt x="273" y="884"/>
                    <a:pt x="273" y="885"/>
                  </a:cubicBezTo>
                  <a:cubicBezTo>
                    <a:pt x="273" y="887"/>
                    <a:pt x="270" y="889"/>
                    <a:pt x="270" y="890"/>
                  </a:cubicBezTo>
                  <a:cubicBezTo>
                    <a:pt x="270" y="892"/>
                    <a:pt x="269" y="894"/>
                    <a:pt x="269" y="896"/>
                  </a:cubicBezTo>
                  <a:cubicBezTo>
                    <a:pt x="270" y="897"/>
                    <a:pt x="272" y="898"/>
                    <a:pt x="273" y="899"/>
                  </a:cubicBezTo>
                  <a:cubicBezTo>
                    <a:pt x="274" y="901"/>
                    <a:pt x="277" y="904"/>
                    <a:pt x="277" y="906"/>
                  </a:cubicBezTo>
                  <a:cubicBezTo>
                    <a:pt x="278" y="908"/>
                    <a:pt x="277" y="914"/>
                    <a:pt x="276" y="916"/>
                  </a:cubicBezTo>
                  <a:cubicBezTo>
                    <a:pt x="276" y="918"/>
                    <a:pt x="274" y="921"/>
                    <a:pt x="273" y="922"/>
                  </a:cubicBezTo>
                  <a:cubicBezTo>
                    <a:pt x="272" y="924"/>
                    <a:pt x="269" y="926"/>
                    <a:pt x="267" y="927"/>
                  </a:cubicBezTo>
                  <a:cubicBezTo>
                    <a:pt x="266" y="928"/>
                    <a:pt x="263" y="928"/>
                    <a:pt x="262" y="929"/>
                  </a:cubicBezTo>
                  <a:cubicBezTo>
                    <a:pt x="260" y="930"/>
                    <a:pt x="258" y="934"/>
                    <a:pt x="257" y="936"/>
                  </a:cubicBezTo>
                  <a:cubicBezTo>
                    <a:pt x="255" y="938"/>
                    <a:pt x="253" y="943"/>
                    <a:pt x="251" y="945"/>
                  </a:cubicBezTo>
                  <a:cubicBezTo>
                    <a:pt x="249" y="946"/>
                    <a:pt x="246" y="948"/>
                    <a:pt x="244" y="949"/>
                  </a:cubicBezTo>
                  <a:cubicBezTo>
                    <a:pt x="242" y="950"/>
                    <a:pt x="239" y="952"/>
                    <a:pt x="238" y="953"/>
                  </a:cubicBezTo>
                  <a:cubicBezTo>
                    <a:pt x="235" y="954"/>
                    <a:pt x="229" y="957"/>
                    <a:pt x="226" y="958"/>
                  </a:cubicBezTo>
                  <a:cubicBezTo>
                    <a:pt x="225" y="958"/>
                    <a:pt x="222" y="959"/>
                    <a:pt x="221" y="959"/>
                  </a:cubicBezTo>
                  <a:cubicBezTo>
                    <a:pt x="219" y="959"/>
                    <a:pt x="216" y="959"/>
                    <a:pt x="215" y="958"/>
                  </a:cubicBezTo>
                  <a:cubicBezTo>
                    <a:pt x="214" y="957"/>
                    <a:pt x="215" y="955"/>
                    <a:pt x="215" y="954"/>
                  </a:cubicBezTo>
                  <a:cubicBezTo>
                    <a:pt x="215" y="953"/>
                    <a:pt x="217" y="951"/>
                    <a:pt x="218" y="949"/>
                  </a:cubicBezTo>
                  <a:cubicBezTo>
                    <a:pt x="220" y="948"/>
                    <a:pt x="223" y="946"/>
                    <a:pt x="224" y="944"/>
                  </a:cubicBezTo>
                  <a:cubicBezTo>
                    <a:pt x="226" y="942"/>
                    <a:pt x="228" y="935"/>
                    <a:pt x="229" y="932"/>
                  </a:cubicBezTo>
                  <a:cubicBezTo>
                    <a:pt x="229" y="931"/>
                    <a:pt x="230" y="927"/>
                    <a:pt x="229" y="926"/>
                  </a:cubicBezTo>
                  <a:cubicBezTo>
                    <a:pt x="228" y="925"/>
                    <a:pt x="225" y="927"/>
                    <a:pt x="223" y="927"/>
                  </a:cubicBezTo>
                  <a:cubicBezTo>
                    <a:pt x="222" y="927"/>
                    <a:pt x="220" y="925"/>
                    <a:pt x="219" y="925"/>
                  </a:cubicBezTo>
                  <a:cubicBezTo>
                    <a:pt x="218" y="926"/>
                    <a:pt x="218" y="929"/>
                    <a:pt x="217" y="930"/>
                  </a:cubicBezTo>
                  <a:cubicBezTo>
                    <a:pt x="216" y="931"/>
                    <a:pt x="213" y="932"/>
                    <a:pt x="212" y="932"/>
                  </a:cubicBezTo>
                  <a:cubicBezTo>
                    <a:pt x="210" y="932"/>
                    <a:pt x="207" y="930"/>
                    <a:pt x="206" y="930"/>
                  </a:cubicBezTo>
                  <a:cubicBezTo>
                    <a:pt x="204" y="931"/>
                    <a:pt x="203" y="933"/>
                    <a:pt x="202" y="934"/>
                  </a:cubicBezTo>
                  <a:cubicBezTo>
                    <a:pt x="201" y="934"/>
                    <a:pt x="199" y="934"/>
                    <a:pt x="199" y="934"/>
                  </a:cubicBezTo>
                  <a:cubicBezTo>
                    <a:pt x="197" y="933"/>
                    <a:pt x="198" y="929"/>
                    <a:pt x="198" y="928"/>
                  </a:cubicBezTo>
                  <a:cubicBezTo>
                    <a:pt x="197" y="926"/>
                    <a:pt x="198" y="924"/>
                    <a:pt x="198" y="922"/>
                  </a:cubicBezTo>
                  <a:cubicBezTo>
                    <a:pt x="198" y="921"/>
                    <a:pt x="197" y="918"/>
                    <a:pt x="197" y="916"/>
                  </a:cubicBezTo>
                  <a:cubicBezTo>
                    <a:pt x="197" y="915"/>
                    <a:pt x="199" y="914"/>
                    <a:pt x="200" y="913"/>
                  </a:cubicBezTo>
                  <a:cubicBezTo>
                    <a:pt x="200" y="912"/>
                    <a:pt x="201" y="910"/>
                    <a:pt x="201" y="910"/>
                  </a:cubicBezTo>
                  <a:cubicBezTo>
                    <a:pt x="201" y="909"/>
                    <a:pt x="200" y="908"/>
                    <a:pt x="200" y="907"/>
                  </a:cubicBezTo>
                  <a:cubicBezTo>
                    <a:pt x="199" y="906"/>
                    <a:pt x="199" y="904"/>
                    <a:pt x="198" y="903"/>
                  </a:cubicBezTo>
                  <a:cubicBezTo>
                    <a:pt x="197" y="901"/>
                    <a:pt x="194" y="899"/>
                    <a:pt x="193" y="899"/>
                  </a:cubicBezTo>
                  <a:cubicBezTo>
                    <a:pt x="192" y="898"/>
                    <a:pt x="190" y="899"/>
                    <a:pt x="189" y="899"/>
                  </a:cubicBezTo>
                  <a:cubicBezTo>
                    <a:pt x="188" y="898"/>
                    <a:pt x="185" y="899"/>
                    <a:pt x="184" y="898"/>
                  </a:cubicBezTo>
                  <a:cubicBezTo>
                    <a:pt x="182" y="896"/>
                    <a:pt x="181" y="892"/>
                    <a:pt x="180" y="890"/>
                  </a:cubicBezTo>
                  <a:cubicBezTo>
                    <a:pt x="179" y="888"/>
                    <a:pt x="178" y="886"/>
                    <a:pt x="178" y="885"/>
                  </a:cubicBezTo>
                  <a:cubicBezTo>
                    <a:pt x="177" y="884"/>
                    <a:pt x="176" y="883"/>
                    <a:pt x="175" y="882"/>
                  </a:cubicBezTo>
                  <a:cubicBezTo>
                    <a:pt x="174" y="881"/>
                    <a:pt x="170" y="881"/>
                    <a:pt x="169" y="881"/>
                  </a:cubicBezTo>
                  <a:cubicBezTo>
                    <a:pt x="167" y="881"/>
                    <a:pt x="164" y="883"/>
                    <a:pt x="162" y="883"/>
                  </a:cubicBezTo>
                  <a:cubicBezTo>
                    <a:pt x="160" y="883"/>
                    <a:pt x="157" y="883"/>
                    <a:pt x="155" y="882"/>
                  </a:cubicBezTo>
                  <a:cubicBezTo>
                    <a:pt x="155" y="882"/>
                    <a:pt x="154" y="880"/>
                    <a:pt x="154" y="880"/>
                  </a:cubicBezTo>
                  <a:cubicBezTo>
                    <a:pt x="153" y="879"/>
                    <a:pt x="149" y="878"/>
                    <a:pt x="148" y="876"/>
                  </a:cubicBezTo>
                  <a:cubicBezTo>
                    <a:pt x="148" y="875"/>
                    <a:pt x="148" y="873"/>
                    <a:pt x="148" y="872"/>
                  </a:cubicBezTo>
                  <a:cubicBezTo>
                    <a:pt x="149" y="871"/>
                    <a:pt x="150" y="870"/>
                    <a:pt x="150" y="869"/>
                  </a:cubicBezTo>
                  <a:cubicBezTo>
                    <a:pt x="150" y="867"/>
                    <a:pt x="150" y="865"/>
                    <a:pt x="150" y="864"/>
                  </a:cubicBezTo>
                  <a:cubicBezTo>
                    <a:pt x="148" y="863"/>
                    <a:pt x="144" y="863"/>
                    <a:pt x="142" y="863"/>
                  </a:cubicBezTo>
                  <a:cubicBezTo>
                    <a:pt x="141" y="864"/>
                    <a:pt x="139" y="866"/>
                    <a:pt x="138" y="867"/>
                  </a:cubicBezTo>
                  <a:cubicBezTo>
                    <a:pt x="138" y="867"/>
                    <a:pt x="136" y="869"/>
                    <a:pt x="135" y="869"/>
                  </a:cubicBezTo>
                  <a:cubicBezTo>
                    <a:pt x="134" y="871"/>
                    <a:pt x="134" y="874"/>
                    <a:pt x="133" y="876"/>
                  </a:cubicBezTo>
                  <a:cubicBezTo>
                    <a:pt x="133" y="877"/>
                    <a:pt x="132" y="881"/>
                    <a:pt x="131" y="881"/>
                  </a:cubicBezTo>
                  <a:cubicBezTo>
                    <a:pt x="130" y="882"/>
                    <a:pt x="127" y="881"/>
                    <a:pt x="125" y="881"/>
                  </a:cubicBezTo>
                  <a:cubicBezTo>
                    <a:pt x="123" y="881"/>
                    <a:pt x="118" y="883"/>
                    <a:pt x="116" y="883"/>
                  </a:cubicBezTo>
                  <a:cubicBezTo>
                    <a:pt x="112" y="883"/>
                    <a:pt x="106" y="880"/>
                    <a:pt x="103" y="880"/>
                  </a:cubicBezTo>
                  <a:cubicBezTo>
                    <a:pt x="102" y="880"/>
                    <a:pt x="101" y="880"/>
                    <a:pt x="100" y="880"/>
                  </a:cubicBezTo>
                  <a:cubicBezTo>
                    <a:pt x="100" y="876"/>
                    <a:pt x="100" y="876"/>
                    <a:pt x="100" y="876"/>
                  </a:cubicBezTo>
                  <a:cubicBezTo>
                    <a:pt x="104" y="871"/>
                    <a:pt x="104" y="871"/>
                    <a:pt x="104" y="871"/>
                  </a:cubicBezTo>
                  <a:cubicBezTo>
                    <a:pt x="108" y="867"/>
                    <a:pt x="108" y="867"/>
                    <a:pt x="108" y="867"/>
                  </a:cubicBezTo>
                  <a:cubicBezTo>
                    <a:pt x="112" y="862"/>
                    <a:pt x="112" y="862"/>
                    <a:pt x="112" y="862"/>
                  </a:cubicBezTo>
                  <a:cubicBezTo>
                    <a:pt x="116" y="860"/>
                    <a:pt x="116" y="860"/>
                    <a:pt x="116" y="860"/>
                  </a:cubicBezTo>
                  <a:cubicBezTo>
                    <a:pt x="122" y="861"/>
                    <a:pt x="122" y="861"/>
                    <a:pt x="122" y="861"/>
                  </a:cubicBezTo>
                  <a:cubicBezTo>
                    <a:pt x="133" y="860"/>
                    <a:pt x="133" y="860"/>
                    <a:pt x="133" y="860"/>
                  </a:cubicBezTo>
                  <a:cubicBezTo>
                    <a:pt x="144" y="854"/>
                    <a:pt x="144" y="854"/>
                    <a:pt x="144" y="854"/>
                  </a:cubicBezTo>
                  <a:cubicBezTo>
                    <a:pt x="148" y="846"/>
                    <a:pt x="148" y="846"/>
                    <a:pt x="148" y="846"/>
                  </a:cubicBezTo>
                  <a:cubicBezTo>
                    <a:pt x="151" y="843"/>
                    <a:pt x="151" y="843"/>
                    <a:pt x="151" y="843"/>
                  </a:cubicBezTo>
                  <a:cubicBezTo>
                    <a:pt x="157" y="843"/>
                    <a:pt x="157" y="843"/>
                    <a:pt x="157" y="843"/>
                  </a:cubicBezTo>
                  <a:cubicBezTo>
                    <a:pt x="166" y="844"/>
                    <a:pt x="166" y="844"/>
                    <a:pt x="166" y="844"/>
                  </a:cubicBezTo>
                  <a:cubicBezTo>
                    <a:pt x="169" y="845"/>
                    <a:pt x="169" y="845"/>
                    <a:pt x="169" y="845"/>
                  </a:cubicBezTo>
                  <a:cubicBezTo>
                    <a:pt x="174" y="847"/>
                    <a:pt x="174" y="847"/>
                    <a:pt x="174" y="847"/>
                  </a:cubicBezTo>
                  <a:cubicBezTo>
                    <a:pt x="178" y="844"/>
                    <a:pt x="178" y="844"/>
                    <a:pt x="178" y="844"/>
                  </a:cubicBezTo>
                  <a:cubicBezTo>
                    <a:pt x="180" y="839"/>
                    <a:pt x="180" y="839"/>
                    <a:pt x="180" y="839"/>
                  </a:cubicBezTo>
                  <a:cubicBezTo>
                    <a:pt x="185" y="839"/>
                    <a:pt x="185" y="839"/>
                    <a:pt x="185" y="839"/>
                  </a:cubicBezTo>
                  <a:cubicBezTo>
                    <a:pt x="191" y="839"/>
                    <a:pt x="191" y="839"/>
                    <a:pt x="191" y="839"/>
                  </a:cubicBezTo>
                  <a:cubicBezTo>
                    <a:pt x="193" y="844"/>
                    <a:pt x="193" y="844"/>
                    <a:pt x="193" y="844"/>
                  </a:cubicBezTo>
                  <a:cubicBezTo>
                    <a:pt x="197" y="848"/>
                    <a:pt x="197" y="848"/>
                    <a:pt x="197" y="848"/>
                  </a:cubicBezTo>
                  <a:cubicBezTo>
                    <a:pt x="201" y="847"/>
                    <a:pt x="201" y="847"/>
                    <a:pt x="201" y="847"/>
                  </a:cubicBezTo>
                  <a:cubicBezTo>
                    <a:pt x="205" y="843"/>
                    <a:pt x="205" y="843"/>
                    <a:pt x="205" y="843"/>
                  </a:cubicBezTo>
                  <a:cubicBezTo>
                    <a:pt x="212" y="837"/>
                    <a:pt x="212" y="837"/>
                    <a:pt x="212" y="837"/>
                  </a:cubicBezTo>
                  <a:cubicBezTo>
                    <a:pt x="211" y="832"/>
                    <a:pt x="211" y="832"/>
                    <a:pt x="211" y="832"/>
                  </a:cubicBezTo>
                  <a:cubicBezTo>
                    <a:pt x="209" y="823"/>
                    <a:pt x="209" y="823"/>
                    <a:pt x="209" y="823"/>
                  </a:cubicBezTo>
                  <a:cubicBezTo>
                    <a:pt x="207" y="817"/>
                    <a:pt x="207" y="817"/>
                    <a:pt x="207" y="817"/>
                  </a:cubicBezTo>
                  <a:cubicBezTo>
                    <a:pt x="203" y="813"/>
                    <a:pt x="203" y="813"/>
                    <a:pt x="203" y="813"/>
                  </a:cubicBezTo>
                  <a:cubicBezTo>
                    <a:pt x="199" y="810"/>
                    <a:pt x="199" y="810"/>
                    <a:pt x="199" y="810"/>
                  </a:cubicBezTo>
                  <a:cubicBezTo>
                    <a:pt x="199" y="807"/>
                    <a:pt x="199" y="807"/>
                    <a:pt x="199" y="807"/>
                  </a:cubicBezTo>
                  <a:cubicBezTo>
                    <a:pt x="202" y="804"/>
                    <a:pt x="202" y="804"/>
                    <a:pt x="202" y="804"/>
                  </a:cubicBezTo>
                  <a:cubicBezTo>
                    <a:pt x="208" y="801"/>
                    <a:pt x="208" y="801"/>
                    <a:pt x="208" y="801"/>
                  </a:cubicBezTo>
                  <a:cubicBezTo>
                    <a:pt x="210" y="797"/>
                    <a:pt x="210" y="797"/>
                    <a:pt x="210" y="797"/>
                  </a:cubicBezTo>
                  <a:cubicBezTo>
                    <a:pt x="208" y="794"/>
                    <a:pt x="208" y="794"/>
                    <a:pt x="208" y="794"/>
                  </a:cubicBezTo>
                  <a:cubicBezTo>
                    <a:pt x="204" y="788"/>
                    <a:pt x="204" y="788"/>
                    <a:pt x="204" y="788"/>
                  </a:cubicBezTo>
                  <a:cubicBezTo>
                    <a:pt x="203" y="786"/>
                    <a:pt x="203" y="786"/>
                    <a:pt x="203" y="786"/>
                  </a:cubicBezTo>
                  <a:cubicBezTo>
                    <a:pt x="206" y="781"/>
                    <a:pt x="206" y="781"/>
                    <a:pt x="206" y="781"/>
                  </a:cubicBezTo>
                  <a:cubicBezTo>
                    <a:pt x="207" y="777"/>
                    <a:pt x="207" y="777"/>
                    <a:pt x="207" y="777"/>
                  </a:cubicBezTo>
                  <a:cubicBezTo>
                    <a:pt x="206" y="768"/>
                    <a:pt x="206" y="768"/>
                    <a:pt x="206" y="768"/>
                  </a:cubicBezTo>
                  <a:cubicBezTo>
                    <a:pt x="203" y="763"/>
                    <a:pt x="203" y="763"/>
                    <a:pt x="203" y="763"/>
                  </a:cubicBezTo>
                  <a:cubicBezTo>
                    <a:pt x="202" y="760"/>
                    <a:pt x="202" y="760"/>
                    <a:pt x="202" y="760"/>
                  </a:cubicBezTo>
                  <a:cubicBezTo>
                    <a:pt x="207" y="756"/>
                    <a:pt x="207" y="756"/>
                    <a:pt x="207" y="756"/>
                  </a:cubicBezTo>
                  <a:cubicBezTo>
                    <a:pt x="209" y="751"/>
                    <a:pt x="209" y="751"/>
                    <a:pt x="209" y="751"/>
                  </a:cubicBezTo>
                  <a:cubicBezTo>
                    <a:pt x="210" y="744"/>
                    <a:pt x="210" y="744"/>
                    <a:pt x="210" y="744"/>
                  </a:cubicBezTo>
                  <a:cubicBezTo>
                    <a:pt x="212" y="734"/>
                    <a:pt x="212" y="734"/>
                    <a:pt x="212" y="734"/>
                  </a:cubicBezTo>
                  <a:cubicBezTo>
                    <a:pt x="215" y="729"/>
                    <a:pt x="215" y="729"/>
                    <a:pt x="215" y="729"/>
                  </a:cubicBezTo>
                  <a:cubicBezTo>
                    <a:pt x="214" y="726"/>
                    <a:pt x="214" y="726"/>
                    <a:pt x="214" y="726"/>
                  </a:cubicBezTo>
                  <a:cubicBezTo>
                    <a:pt x="212" y="724"/>
                    <a:pt x="212" y="724"/>
                    <a:pt x="212" y="724"/>
                  </a:cubicBezTo>
                  <a:cubicBezTo>
                    <a:pt x="213" y="721"/>
                    <a:pt x="213" y="721"/>
                    <a:pt x="213" y="721"/>
                  </a:cubicBezTo>
                  <a:cubicBezTo>
                    <a:pt x="215" y="717"/>
                    <a:pt x="215" y="717"/>
                    <a:pt x="215" y="717"/>
                  </a:cubicBezTo>
                  <a:cubicBezTo>
                    <a:pt x="213" y="713"/>
                    <a:pt x="213" y="713"/>
                    <a:pt x="213" y="713"/>
                  </a:cubicBezTo>
                  <a:cubicBezTo>
                    <a:pt x="211" y="710"/>
                    <a:pt x="211" y="710"/>
                    <a:pt x="211" y="710"/>
                  </a:cubicBezTo>
                  <a:cubicBezTo>
                    <a:pt x="209" y="705"/>
                    <a:pt x="209" y="705"/>
                    <a:pt x="209" y="705"/>
                  </a:cubicBezTo>
                  <a:cubicBezTo>
                    <a:pt x="205" y="688"/>
                    <a:pt x="205" y="688"/>
                    <a:pt x="205" y="688"/>
                  </a:cubicBezTo>
                  <a:cubicBezTo>
                    <a:pt x="202" y="677"/>
                    <a:pt x="202" y="677"/>
                    <a:pt x="202" y="677"/>
                  </a:cubicBezTo>
                  <a:cubicBezTo>
                    <a:pt x="199" y="662"/>
                    <a:pt x="199" y="662"/>
                    <a:pt x="199" y="662"/>
                  </a:cubicBezTo>
                  <a:cubicBezTo>
                    <a:pt x="195" y="654"/>
                    <a:pt x="195" y="654"/>
                    <a:pt x="195" y="654"/>
                  </a:cubicBezTo>
                  <a:cubicBezTo>
                    <a:pt x="190" y="648"/>
                    <a:pt x="190" y="648"/>
                    <a:pt x="190" y="648"/>
                  </a:cubicBezTo>
                  <a:cubicBezTo>
                    <a:pt x="187" y="643"/>
                    <a:pt x="187" y="643"/>
                    <a:pt x="187" y="643"/>
                  </a:cubicBezTo>
                  <a:cubicBezTo>
                    <a:pt x="185" y="637"/>
                    <a:pt x="185" y="637"/>
                    <a:pt x="185" y="637"/>
                  </a:cubicBezTo>
                  <a:cubicBezTo>
                    <a:pt x="186" y="632"/>
                    <a:pt x="186" y="632"/>
                    <a:pt x="186" y="632"/>
                  </a:cubicBezTo>
                  <a:cubicBezTo>
                    <a:pt x="190" y="628"/>
                    <a:pt x="190" y="628"/>
                    <a:pt x="190" y="628"/>
                  </a:cubicBezTo>
                  <a:cubicBezTo>
                    <a:pt x="195" y="621"/>
                    <a:pt x="195" y="621"/>
                    <a:pt x="195" y="621"/>
                  </a:cubicBezTo>
                  <a:cubicBezTo>
                    <a:pt x="194" y="614"/>
                    <a:pt x="194" y="614"/>
                    <a:pt x="194" y="614"/>
                  </a:cubicBezTo>
                  <a:cubicBezTo>
                    <a:pt x="195" y="611"/>
                    <a:pt x="195" y="611"/>
                    <a:pt x="195" y="611"/>
                  </a:cubicBezTo>
                  <a:cubicBezTo>
                    <a:pt x="198" y="610"/>
                    <a:pt x="198" y="610"/>
                    <a:pt x="198" y="610"/>
                  </a:cubicBezTo>
                  <a:cubicBezTo>
                    <a:pt x="203" y="610"/>
                    <a:pt x="203" y="610"/>
                    <a:pt x="203" y="610"/>
                  </a:cubicBezTo>
                  <a:cubicBezTo>
                    <a:pt x="208" y="610"/>
                    <a:pt x="208" y="610"/>
                    <a:pt x="208" y="610"/>
                  </a:cubicBezTo>
                  <a:cubicBezTo>
                    <a:pt x="212" y="613"/>
                    <a:pt x="212" y="613"/>
                    <a:pt x="212" y="613"/>
                  </a:cubicBezTo>
                  <a:cubicBezTo>
                    <a:pt x="215" y="615"/>
                    <a:pt x="215" y="615"/>
                    <a:pt x="215" y="615"/>
                  </a:cubicBezTo>
                  <a:cubicBezTo>
                    <a:pt x="220" y="614"/>
                    <a:pt x="220" y="614"/>
                    <a:pt x="220" y="614"/>
                  </a:cubicBezTo>
                  <a:cubicBezTo>
                    <a:pt x="222" y="608"/>
                    <a:pt x="222" y="608"/>
                    <a:pt x="222" y="608"/>
                  </a:cubicBezTo>
                  <a:cubicBezTo>
                    <a:pt x="226" y="607"/>
                    <a:pt x="226" y="607"/>
                    <a:pt x="226" y="607"/>
                  </a:cubicBezTo>
                  <a:cubicBezTo>
                    <a:pt x="233" y="603"/>
                    <a:pt x="233" y="603"/>
                    <a:pt x="233" y="603"/>
                  </a:cubicBezTo>
                  <a:cubicBezTo>
                    <a:pt x="231" y="599"/>
                    <a:pt x="231" y="599"/>
                    <a:pt x="231" y="599"/>
                  </a:cubicBezTo>
                  <a:cubicBezTo>
                    <a:pt x="232" y="597"/>
                    <a:pt x="232" y="597"/>
                    <a:pt x="232" y="597"/>
                  </a:cubicBezTo>
                  <a:cubicBezTo>
                    <a:pt x="236" y="596"/>
                    <a:pt x="236" y="596"/>
                    <a:pt x="236" y="596"/>
                  </a:cubicBezTo>
                  <a:cubicBezTo>
                    <a:pt x="242" y="595"/>
                    <a:pt x="242" y="595"/>
                    <a:pt x="242" y="595"/>
                  </a:cubicBezTo>
                  <a:cubicBezTo>
                    <a:pt x="246" y="592"/>
                    <a:pt x="246" y="592"/>
                    <a:pt x="246" y="592"/>
                  </a:cubicBezTo>
                  <a:cubicBezTo>
                    <a:pt x="247" y="584"/>
                    <a:pt x="247" y="584"/>
                    <a:pt x="247" y="584"/>
                  </a:cubicBezTo>
                  <a:cubicBezTo>
                    <a:pt x="246" y="575"/>
                    <a:pt x="246" y="575"/>
                    <a:pt x="246" y="575"/>
                  </a:cubicBezTo>
                  <a:cubicBezTo>
                    <a:pt x="248" y="571"/>
                    <a:pt x="248" y="571"/>
                    <a:pt x="248" y="571"/>
                  </a:cubicBezTo>
                  <a:cubicBezTo>
                    <a:pt x="249" y="568"/>
                    <a:pt x="249" y="568"/>
                    <a:pt x="249" y="568"/>
                  </a:cubicBezTo>
                  <a:cubicBezTo>
                    <a:pt x="245" y="565"/>
                    <a:pt x="245" y="565"/>
                    <a:pt x="245" y="565"/>
                  </a:cubicBezTo>
                  <a:cubicBezTo>
                    <a:pt x="240" y="560"/>
                    <a:pt x="240" y="560"/>
                    <a:pt x="240" y="560"/>
                  </a:cubicBezTo>
                  <a:cubicBezTo>
                    <a:pt x="238" y="557"/>
                    <a:pt x="238" y="557"/>
                    <a:pt x="238" y="557"/>
                  </a:cubicBezTo>
                  <a:cubicBezTo>
                    <a:pt x="238" y="551"/>
                    <a:pt x="238" y="551"/>
                    <a:pt x="238" y="551"/>
                  </a:cubicBezTo>
                  <a:cubicBezTo>
                    <a:pt x="239" y="547"/>
                    <a:pt x="239" y="547"/>
                    <a:pt x="239" y="547"/>
                  </a:cubicBezTo>
                  <a:cubicBezTo>
                    <a:pt x="243" y="544"/>
                    <a:pt x="243" y="544"/>
                    <a:pt x="243" y="544"/>
                  </a:cubicBezTo>
                  <a:cubicBezTo>
                    <a:pt x="246" y="545"/>
                    <a:pt x="246" y="545"/>
                    <a:pt x="246" y="545"/>
                  </a:cubicBezTo>
                  <a:cubicBezTo>
                    <a:pt x="249" y="547"/>
                    <a:pt x="249" y="547"/>
                    <a:pt x="249" y="547"/>
                  </a:cubicBezTo>
                  <a:cubicBezTo>
                    <a:pt x="252" y="549"/>
                    <a:pt x="252" y="549"/>
                    <a:pt x="252" y="549"/>
                  </a:cubicBezTo>
                  <a:cubicBezTo>
                    <a:pt x="254" y="552"/>
                    <a:pt x="254" y="552"/>
                    <a:pt x="254" y="552"/>
                  </a:cubicBezTo>
                  <a:cubicBezTo>
                    <a:pt x="257" y="554"/>
                    <a:pt x="257" y="554"/>
                    <a:pt x="257" y="554"/>
                  </a:cubicBezTo>
                  <a:cubicBezTo>
                    <a:pt x="261" y="552"/>
                    <a:pt x="261" y="552"/>
                    <a:pt x="261" y="552"/>
                  </a:cubicBezTo>
                  <a:cubicBezTo>
                    <a:pt x="262" y="549"/>
                    <a:pt x="262" y="549"/>
                    <a:pt x="262" y="549"/>
                  </a:cubicBezTo>
                  <a:cubicBezTo>
                    <a:pt x="262" y="545"/>
                    <a:pt x="262" y="545"/>
                    <a:pt x="262" y="545"/>
                  </a:cubicBezTo>
                  <a:cubicBezTo>
                    <a:pt x="264" y="543"/>
                    <a:pt x="264" y="543"/>
                    <a:pt x="264" y="543"/>
                  </a:cubicBezTo>
                  <a:cubicBezTo>
                    <a:pt x="267" y="543"/>
                    <a:pt x="267" y="543"/>
                    <a:pt x="267" y="543"/>
                  </a:cubicBezTo>
                  <a:cubicBezTo>
                    <a:pt x="269" y="545"/>
                    <a:pt x="269" y="545"/>
                    <a:pt x="269" y="545"/>
                  </a:cubicBezTo>
                  <a:cubicBezTo>
                    <a:pt x="270" y="547"/>
                    <a:pt x="270" y="547"/>
                    <a:pt x="270" y="547"/>
                  </a:cubicBezTo>
                  <a:cubicBezTo>
                    <a:pt x="269" y="550"/>
                    <a:pt x="269" y="550"/>
                    <a:pt x="269" y="550"/>
                  </a:cubicBezTo>
                  <a:cubicBezTo>
                    <a:pt x="269" y="554"/>
                    <a:pt x="269" y="554"/>
                    <a:pt x="269" y="554"/>
                  </a:cubicBezTo>
                  <a:cubicBezTo>
                    <a:pt x="270" y="555"/>
                    <a:pt x="270" y="555"/>
                    <a:pt x="270" y="555"/>
                  </a:cubicBezTo>
                  <a:cubicBezTo>
                    <a:pt x="274" y="554"/>
                    <a:pt x="274" y="554"/>
                    <a:pt x="274" y="554"/>
                  </a:cubicBezTo>
                  <a:cubicBezTo>
                    <a:pt x="278" y="549"/>
                    <a:pt x="278" y="549"/>
                    <a:pt x="278" y="549"/>
                  </a:cubicBezTo>
                  <a:cubicBezTo>
                    <a:pt x="282" y="548"/>
                    <a:pt x="282" y="548"/>
                    <a:pt x="282" y="548"/>
                  </a:cubicBezTo>
                  <a:cubicBezTo>
                    <a:pt x="283" y="545"/>
                    <a:pt x="283" y="545"/>
                    <a:pt x="283" y="545"/>
                  </a:cubicBezTo>
                  <a:cubicBezTo>
                    <a:pt x="280" y="541"/>
                    <a:pt x="280" y="541"/>
                    <a:pt x="280" y="541"/>
                  </a:cubicBezTo>
                  <a:cubicBezTo>
                    <a:pt x="279" y="536"/>
                    <a:pt x="279" y="536"/>
                    <a:pt x="279" y="536"/>
                  </a:cubicBezTo>
                  <a:cubicBezTo>
                    <a:pt x="277" y="532"/>
                    <a:pt x="277" y="532"/>
                    <a:pt x="277" y="532"/>
                  </a:cubicBezTo>
                  <a:cubicBezTo>
                    <a:pt x="274" y="532"/>
                    <a:pt x="274" y="532"/>
                    <a:pt x="274" y="532"/>
                  </a:cubicBezTo>
                  <a:cubicBezTo>
                    <a:pt x="273" y="533"/>
                    <a:pt x="273" y="533"/>
                    <a:pt x="273" y="533"/>
                  </a:cubicBezTo>
                  <a:cubicBezTo>
                    <a:pt x="269" y="532"/>
                    <a:pt x="269" y="532"/>
                    <a:pt x="269" y="532"/>
                  </a:cubicBezTo>
                  <a:cubicBezTo>
                    <a:pt x="269" y="528"/>
                    <a:pt x="269" y="528"/>
                    <a:pt x="269" y="528"/>
                  </a:cubicBezTo>
                  <a:cubicBezTo>
                    <a:pt x="268" y="524"/>
                    <a:pt x="268" y="524"/>
                    <a:pt x="268" y="524"/>
                  </a:cubicBezTo>
                  <a:cubicBezTo>
                    <a:pt x="269" y="522"/>
                    <a:pt x="269" y="522"/>
                    <a:pt x="269" y="522"/>
                  </a:cubicBezTo>
                  <a:cubicBezTo>
                    <a:pt x="273" y="521"/>
                    <a:pt x="273" y="521"/>
                    <a:pt x="273" y="521"/>
                  </a:cubicBezTo>
                  <a:cubicBezTo>
                    <a:pt x="275" y="517"/>
                    <a:pt x="275" y="517"/>
                    <a:pt x="275" y="517"/>
                  </a:cubicBezTo>
                  <a:cubicBezTo>
                    <a:pt x="274" y="513"/>
                    <a:pt x="274" y="513"/>
                    <a:pt x="274" y="513"/>
                  </a:cubicBezTo>
                  <a:cubicBezTo>
                    <a:pt x="275" y="508"/>
                    <a:pt x="275" y="508"/>
                    <a:pt x="275" y="508"/>
                  </a:cubicBezTo>
                  <a:cubicBezTo>
                    <a:pt x="273" y="507"/>
                    <a:pt x="273" y="507"/>
                    <a:pt x="273" y="507"/>
                  </a:cubicBezTo>
                  <a:cubicBezTo>
                    <a:pt x="271" y="506"/>
                    <a:pt x="271" y="506"/>
                    <a:pt x="271" y="506"/>
                  </a:cubicBezTo>
                  <a:cubicBezTo>
                    <a:pt x="271" y="503"/>
                    <a:pt x="271" y="503"/>
                    <a:pt x="271" y="503"/>
                  </a:cubicBezTo>
                  <a:cubicBezTo>
                    <a:pt x="274" y="499"/>
                    <a:pt x="274" y="499"/>
                    <a:pt x="274" y="499"/>
                  </a:cubicBezTo>
                  <a:cubicBezTo>
                    <a:pt x="277" y="496"/>
                    <a:pt x="277" y="496"/>
                    <a:pt x="277" y="496"/>
                  </a:cubicBezTo>
                  <a:cubicBezTo>
                    <a:pt x="276" y="491"/>
                    <a:pt x="276" y="491"/>
                    <a:pt x="276" y="491"/>
                  </a:cubicBezTo>
                  <a:cubicBezTo>
                    <a:pt x="272" y="488"/>
                    <a:pt x="272" y="488"/>
                    <a:pt x="272" y="488"/>
                  </a:cubicBezTo>
                  <a:cubicBezTo>
                    <a:pt x="270" y="485"/>
                    <a:pt x="270" y="485"/>
                    <a:pt x="270" y="485"/>
                  </a:cubicBezTo>
                  <a:cubicBezTo>
                    <a:pt x="272" y="481"/>
                    <a:pt x="272" y="481"/>
                    <a:pt x="272" y="481"/>
                  </a:cubicBezTo>
                  <a:cubicBezTo>
                    <a:pt x="275" y="481"/>
                    <a:pt x="275" y="481"/>
                    <a:pt x="275" y="481"/>
                  </a:cubicBezTo>
                  <a:cubicBezTo>
                    <a:pt x="276" y="479"/>
                    <a:pt x="276" y="479"/>
                    <a:pt x="276" y="479"/>
                  </a:cubicBezTo>
                  <a:cubicBezTo>
                    <a:pt x="276" y="474"/>
                    <a:pt x="276" y="474"/>
                    <a:pt x="276" y="474"/>
                  </a:cubicBezTo>
                  <a:cubicBezTo>
                    <a:pt x="271" y="466"/>
                    <a:pt x="271" y="466"/>
                    <a:pt x="271" y="466"/>
                  </a:cubicBezTo>
                  <a:cubicBezTo>
                    <a:pt x="266" y="460"/>
                    <a:pt x="266" y="460"/>
                    <a:pt x="266" y="460"/>
                  </a:cubicBezTo>
                  <a:cubicBezTo>
                    <a:pt x="258" y="453"/>
                    <a:pt x="258" y="453"/>
                    <a:pt x="258" y="453"/>
                  </a:cubicBezTo>
                  <a:cubicBezTo>
                    <a:pt x="254" y="449"/>
                    <a:pt x="254" y="449"/>
                    <a:pt x="254" y="449"/>
                  </a:cubicBezTo>
                  <a:cubicBezTo>
                    <a:pt x="249" y="448"/>
                    <a:pt x="249" y="448"/>
                    <a:pt x="249" y="448"/>
                  </a:cubicBezTo>
                  <a:cubicBezTo>
                    <a:pt x="243" y="447"/>
                    <a:pt x="243" y="447"/>
                    <a:pt x="243" y="447"/>
                  </a:cubicBezTo>
                  <a:cubicBezTo>
                    <a:pt x="241" y="445"/>
                    <a:pt x="241" y="445"/>
                    <a:pt x="241" y="445"/>
                  </a:cubicBezTo>
                  <a:cubicBezTo>
                    <a:pt x="239" y="440"/>
                    <a:pt x="239" y="440"/>
                    <a:pt x="239" y="440"/>
                  </a:cubicBezTo>
                  <a:cubicBezTo>
                    <a:pt x="237" y="437"/>
                    <a:pt x="237" y="437"/>
                    <a:pt x="237" y="437"/>
                  </a:cubicBezTo>
                  <a:cubicBezTo>
                    <a:pt x="232" y="434"/>
                    <a:pt x="232" y="434"/>
                    <a:pt x="232" y="434"/>
                  </a:cubicBezTo>
                  <a:cubicBezTo>
                    <a:pt x="229" y="430"/>
                    <a:pt x="229" y="430"/>
                    <a:pt x="229" y="430"/>
                  </a:cubicBezTo>
                  <a:cubicBezTo>
                    <a:pt x="229" y="425"/>
                    <a:pt x="229" y="425"/>
                    <a:pt x="229" y="425"/>
                  </a:cubicBezTo>
                  <a:cubicBezTo>
                    <a:pt x="235" y="422"/>
                    <a:pt x="235" y="422"/>
                    <a:pt x="235" y="422"/>
                  </a:cubicBezTo>
                  <a:cubicBezTo>
                    <a:pt x="237" y="421"/>
                    <a:pt x="237" y="421"/>
                    <a:pt x="237" y="421"/>
                  </a:cubicBezTo>
                  <a:cubicBezTo>
                    <a:pt x="238" y="417"/>
                    <a:pt x="238" y="417"/>
                    <a:pt x="238" y="417"/>
                  </a:cubicBezTo>
                  <a:cubicBezTo>
                    <a:pt x="236" y="413"/>
                    <a:pt x="236" y="413"/>
                    <a:pt x="236" y="413"/>
                  </a:cubicBezTo>
                  <a:cubicBezTo>
                    <a:pt x="231" y="409"/>
                    <a:pt x="231" y="409"/>
                    <a:pt x="231" y="409"/>
                  </a:cubicBezTo>
                  <a:cubicBezTo>
                    <a:pt x="225" y="407"/>
                    <a:pt x="225" y="407"/>
                    <a:pt x="225" y="407"/>
                  </a:cubicBezTo>
                  <a:cubicBezTo>
                    <a:pt x="219" y="402"/>
                    <a:pt x="219" y="402"/>
                    <a:pt x="219" y="402"/>
                  </a:cubicBezTo>
                  <a:cubicBezTo>
                    <a:pt x="216" y="399"/>
                    <a:pt x="216" y="399"/>
                    <a:pt x="216" y="399"/>
                  </a:cubicBezTo>
                  <a:cubicBezTo>
                    <a:pt x="214" y="392"/>
                    <a:pt x="214" y="392"/>
                    <a:pt x="214" y="392"/>
                  </a:cubicBezTo>
                  <a:cubicBezTo>
                    <a:pt x="213" y="384"/>
                    <a:pt x="213" y="384"/>
                    <a:pt x="213" y="384"/>
                  </a:cubicBezTo>
                  <a:cubicBezTo>
                    <a:pt x="210" y="379"/>
                    <a:pt x="210" y="379"/>
                    <a:pt x="210" y="379"/>
                  </a:cubicBezTo>
                  <a:cubicBezTo>
                    <a:pt x="213" y="377"/>
                    <a:pt x="213" y="377"/>
                    <a:pt x="213" y="377"/>
                  </a:cubicBezTo>
                  <a:cubicBezTo>
                    <a:pt x="215" y="377"/>
                    <a:pt x="215" y="377"/>
                    <a:pt x="215" y="377"/>
                  </a:cubicBezTo>
                  <a:cubicBezTo>
                    <a:pt x="217" y="375"/>
                    <a:pt x="217" y="375"/>
                    <a:pt x="217" y="375"/>
                  </a:cubicBezTo>
                  <a:cubicBezTo>
                    <a:pt x="216" y="372"/>
                    <a:pt x="216" y="372"/>
                    <a:pt x="216" y="372"/>
                  </a:cubicBezTo>
                  <a:cubicBezTo>
                    <a:pt x="215" y="367"/>
                    <a:pt x="215" y="367"/>
                    <a:pt x="215" y="367"/>
                  </a:cubicBezTo>
                  <a:cubicBezTo>
                    <a:pt x="217" y="365"/>
                    <a:pt x="217" y="365"/>
                    <a:pt x="217" y="365"/>
                  </a:cubicBezTo>
                  <a:cubicBezTo>
                    <a:pt x="216" y="362"/>
                    <a:pt x="216" y="362"/>
                    <a:pt x="216" y="362"/>
                  </a:cubicBezTo>
                  <a:cubicBezTo>
                    <a:pt x="212" y="361"/>
                    <a:pt x="212" y="361"/>
                    <a:pt x="212" y="361"/>
                  </a:cubicBezTo>
                  <a:cubicBezTo>
                    <a:pt x="209" y="358"/>
                    <a:pt x="209" y="358"/>
                    <a:pt x="209" y="358"/>
                  </a:cubicBezTo>
                  <a:cubicBezTo>
                    <a:pt x="209" y="354"/>
                    <a:pt x="209" y="354"/>
                    <a:pt x="209" y="354"/>
                  </a:cubicBezTo>
                  <a:cubicBezTo>
                    <a:pt x="213" y="352"/>
                    <a:pt x="213" y="352"/>
                    <a:pt x="213" y="352"/>
                  </a:cubicBezTo>
                  <a:cubicBezTo>
                    <a:pt x="213" y="349"/>
                    <a:pt x="213" y="349"/>
                    <a:pt x="213" y="349"/>
                  </a:cubicBezTo>
                  <a:cubicBezTo>
                    <a:pt x="211" y="345"/>
                    <a:pt x="211" y="345"/>
                    <a:pt x="211" y="345"/>
                  </a:cubicBezTo>
                  <a:cubicBezTo>
                    <a:pt x="213" y="344"/>
                    <a:pt x="213" y="344"/>
                    <a:pt x="213" y="344"/>
                  </a:cubicBezTo>
                  <a:cubicBezTo>
                    <a:pt x="215" y="345"/>
                    <a:pt x="215" y="345"/>
                    <a:pt x="215" y="345"/>
                  </a:cubicBezTo>
                  <a:cubicBezTo>
                    <a:pt x="218" y="344"/>
                    <a:pt x="218" y="344"/>
                    <a:pt x="218" y="344"/>
                  </a:cubicBezTo>
                  <a:cubicBezTo>
                    <a:pt x="221" y="341"/>
                    <a:pt x="221" y="341"/>
                    <a:pt x="221" y="341"/>
                  </a:cubicBezTo>
                  <a:cubicBezTo>
                    <a:pt x="219" y="336"/>
                    <a:pt x="219" y="336"/>
                    <a:pt x="219" y="336"/>
                  </a:cubicBezTo>
                  <a:cubicBezTo>
                    <a:pt x="216" y="333"/>
                    <a:pt x="216" y="333"/>
                    <a:pt x="216" y="333"/>
                  </a:cubicBezTo>
                  <a:cubicBezTo>
                    <a:pt x="214" y="330"/>
                    <a:pt x="214" y="330"/>
                    <a:pt x="214" y="330"/>
                  </a:cubicBezTo>
                  <a:cubicBezTo>
                    <a:pt x="211" y="330"/>
                    <a:pt x="211" y="330"/>
                    <a:pt x="211" y="330"/>
                  </a:cubicBezTo>
                  <a:cubicBezTo>
                    <a:pt x="207" y="329"/>
                    <a:pt x="207" y="329"/>
                    <a:pt x="207" y="329"/>
                  </a:cubicBezTo>
                  <a:cubicBezTo>
                    <a:pt x="209" y="324"/>
                    <a:pt x="209" y="324"/>
                    <a:pt x="209" y="324"/>
                  </a:cubicBezTo>
                  <a:cubicBezTo>
                    <a:pt x="212" y="321"/>
                    <a:pt x="212" y="321"/>
                    <a:pt x="212" y="321"/>
                  </a:cubicBezTo>
                  <a:cubicBezTo>
                    <a:pt x="212" y="316"/>
                    <a:pt x="212" y="316"/>
                    <a:pt x="212" y="316"/>
                  </a:cubicBezTo>
                  <a:cubicBezTo>
                    <a:pt x="211" y="310"/>
                    <a:pt x="211" y="310"/>
                    <a:pt x="211" y="310"/>
                  </a:cubicBezTo>
                  <a:cubicBezTo>
                    <a:pt x="211" y="307"/>
                    <a:pt x="211" y="307"/>
                    <a:pt x="211" y="307"/>
                  </a:cubicBezTo>
                  <a:cubicBezTo>
                    <a:pt x="207" y="306"/>
                    <a:pt x="207" y="306"/>
                    <a:pt x="207" y="306"/>
                  </a:cubicBezTo>
                  <a:cubicBezTo>
                    <a:pt x="204" y="303"/>
                    <a:pt x="204" y="303"/>
                    <a:pt x="204" y="303"/>
                  </a:cubicBezTo>
                  <a:cubicBezTo>
                    <a:pt x="205" y="298"/>
                    <a:pt x="205" y="298"/>
                    <a:pt x="205" y="298"/>
                  </a:cubicBezTo>
                  <a:cubicBezTo>
                    <a:pt x="203" y="296"/>
                    <a:pt x="203" y="296"/>
                    <a:pt x="203" y="296"/>
                  </a:cubicBezTo>
                  <a:cubicBezTo>
                    <a:pt x="199" y="300"/>
                    <a:pt x="199" y="300"/>
                    <a:pt x="199" y="300"/>
                  </a:cubicBezTo>
                  <a:cubicBezTo>
                    <a:pt x="198" y="304"/>
                    <a:pt x="198" y="304"/>
                    <a:pt x="198" y="304"/>
                  </a:cubicBezTo>
                  <a:cubicBezTo>
                    <a:pt x="195" y="306"/>
                    <a:pt x="195" y="306"/>
                    <a:pt x="195" y="306"/>
                  </a:cubicBezTo>
                  <a:cubicBezTo>
                    <a:pt x="194" y="310"/>
                    <a:pt x="194" y="310"/>
                    <a:pt x="194" y="310"/>
                  </a:cubicBezTo>
                  <a:cubicBezTo>
                    <a:pt x="195" y="313"/>
                    <a:pt x="195" y="313"/>
                    <a:pt x="195" y="313"/>
                  </a:cubicBezTo>
                  <a:cubicBezTo>
                    <a:pt x="194" y="315"/>
                    <a:pt x="194" y="315"/>
                    <a:pt x="194" y="315"/>
                  </a:cubicBezTo>
                  <a:cubicBezTo>
                    <a:pt x="190" y="315"/>
                    <a:pt x="190" y="315"/>
                    <a:pt x="190" y="315"/>
                  </a:cubicBezTo>
                  <a:cubicBezTo>
                    <a:pt x="186" y="314"/>
                    <a:pt x="186" y="314"/>
                    <a:pt x="186" y="314"/>
                  </a:cubicBezTo>
                  <a:cubicBezTo>
                    <a:pt x="183" y="315"/>
                    <a:pt x="183" y="315"/>
                    <a:pt x="183" y="315"/>
                  </a:cubicBezTo>
                  <a:cubicBezTo>
                    <a:pt x="177" y="315"/>
                    <a:pt x="177" y="315"/>
                    <a:pt x="177" y="315"/>
                  </a:cubicBezTo>
                  <a:cubicBezTo>
                    <a:pt x="174" y="313"/>
                    <a:pt x="174" y="313"/>
                    <a:pt x="174" y="313"/>
                  </a:cubicBezTo>
                  <a:cubicBezTo>
                    <a:pt x="174" y="309"/>
                    <a:pt x="174" y="309"/>
                    <a:pt x="174" y="309"/>
                  </a:cubicBezTo>
                  <a:cubicBezTo>
                    <a:pt x="175" y="303"/>
                    <a:pt x="175" y="303"/>
                    <a:pt x="175" y="303"/>
                  </a:cubicBezTo>
                  <a:cubicBezTo>
                    <a:pt x="173" y="297"/>
                    <a:pt x="173" y="297"/>
                    <a:pt x="173" y="297"/>
                  </a:cubicBezTo>
                  <a:cubicBezTo>
                    <a:pt x="174" y="292"/>
                    <a:pt x="174" y="292"/>
                    <a:pt x="174" y="292"/>
                  </a:cubicBezTo>
                  <a:cubicBezTo>
                    <a:pt x="174" y="286"/>
                    <a:pt x="174" y="286"/>
                    <a:pt x="174" y="286"/>
                  </a:cubicBezTo>
                  <a:cubicBezTo>
                    <a:pt x="171" y="284"/>
                    <a:pt x="171" y="284"/>
                    <a:pt x="171" y="284"/>
                  </a:cubicBezTo>
                  <a:cubicBezTo>
                    <a:pt x="168" y="284"/>
                    <a:pt x="168" y="284"/>
                    <a:pt x="168" y="284"/>
                  </a:cubicBezTo>
                  <a:cubicBezTo>
                    <a:pt x="167" y="287"/>
                    <a:pt x="167" y="287"/>
                    <a:pt x="167" y="287"/>
                  </a:cubicBezTo>
                  <a:cubicBezTo>
                    <a:pt x="165" y="289"/>
                    <a:pt x="165" y="289"/>
                    <a:pt x="165" y="289"/>
                  </a:cubicBezTo>
                  <a:cubicBezTo>
                    <a:pt x="165" y="294"/>
                    <a:pt x="165" y="294"/>
                    <a:pt x="165" y="294"/>
                  </a:cubicBezTo>
                  <a:cubicBezTo>
                    <a:pt x="164" y="296"/>
                    <a:pt x="164" y="296"/>
                    <a:pt x="164" y="296"/>
                  </a:cubicBezTo>
                  <a:cubicBezTo>
                    <a:pt x="161" y="297"/>
                    <a:pt x="161" y="297"/>
                    <a:pt x="161" y="297"/>
                  </a:cubicBezTo>
                  <a:cubicBezTo>
                    <a:pt x="156" y="295"/>
                    <a:pt x="156" y="295"/>
                    <a:pt x="156" y="295"/>
                  </a:cubicBezTo>
                  <a:cubicBezTo>
                    <a:pt x="154" y="293"/>
                    <a:pt x="154" y="293"/>
                    <a:pt x="154" y="293"/>
                  </a:cubicBezTo>
                  <a:cubicBezTo>
                    <a:pt x="155" y="288"/>
                    <a:pt x="155" y="288"/>
                    <a:pt x="155" y="288"/>
                  </a:cubicBezTo>
                  <a:cubicBezTo>
                    <a:pt x="157" y="286"/>
                    <a:pt x="157" y="286"/>
                    <a:pt x="157" y="286"/>
                  </a:cubicBezTo>
                  <a:cubicBezTo>
                    <a:pt x="160" y="283"/>
                    <a:pt x="160" y="283"/>
                    <a:pt x="160" y="283"/>
                  </a:cubicBezTo>
                  <a:cubicBezTo>
                    <a:pt x="162" y="279"/>
                    <a:pt x="162" y="279"/>
                    <a:pt x="162" y="279"/>
                  </a:cubicBezTo>
                  <a:cubicBezTo>
                    <a:pt x="165" y="277"/>
                    <a:pt x="165" y="277"/>
                    <a:pt x="165" y="277"/>
                  </a:cubicBezTo>
                  <a:cubicBezTo>
                    <a:pt x="167" y="275"/>
                    <a:pt x="167" y="275"/>
                    <a:pt x="167" y="275"/>
                  </a:cubicBezTo>
                  <a:cubicBezTo>
                    <a:pt x="163" y="269"/>
                    <a:pt x="163" y="269"/>
                    <a:pt x="163" y="269"/>
                  </a:cubicBezTo>
                  <a:cubicBezTo>
                    <a:pt x="159" y="266"/>
                    <a:pt x="159" y="266"/>
                    <a:pt x="159" y="266"/>
                  </a:cubicBezTo>
                  <a:cubicBezTo>
                    <a:pt x="157" y="263"/>
                    <a:pt x="157" y="263"/>
                    <a:pt x="157" y="263"/>
                  </a:cubicBezTo>
                  <a:cubicBezTo>
                    <a:pt x="158" y="259"/>
                    <a:pt x="158" y="259"/>
                    <a:pt x="158" y="259"/>
                  </a:cubicBezTo>
                  <a:cubicBezTo>
                    <a:pt x="159" y="257"/>
                    <a:pt x="159" y="257"/>
                    <a:pt x="159" y="257"/>
                  </a:cubicBezTo>
                  <a:cubicBezTo>
                    <a:pt x="158" y="253"/>
                    <a:pt x="158" y="253"/>
                    <a:pt x="158" y="253"/>
                  </a:cubicBezTo>
                  <a:cubicBezTo>
                    <a:pt x="154" y="250"/>
                    <a:pt x="154" y="250"/>
                    <a:pt x="154" y="250"/>
                  </a:cubicBezTo>
                  <a:cubicBezTo>
                    <a:pt x="152" y="247"/>
                    <a:pt x="152" y="247"/>
                    <a:pt x="152" y="247"/>
                  </a:cubicBezTo>
                  <a:cubicBezTo>
                    <a:pt x="149" y="245"/>
                    <a:pt x="149" y="245"/>
                    <a:pt x="149" y="245"/>
                  </a:cubicBezTo>
                  <a:cubicBezTo>
                    <a:pt x="147" y="248"/>
                    <a:pt x="147" y="248"/>
                    <a:pt x="147" y="248"/>
                  </a:cubicBezTo>
                  <a:cubicBezTo>
                    <a:pt x="146" y="251"/>
                    <a:pt x="146" y="251"/>
                    <a:pt x="146" y="251"/>
                  </a:cubicBezTo>
                  <a:cubicBezTo>
                    <a:pt x="145" y="253"/>
                    <a:pt x="145" y="253"/>
                    <a:pt x="145" y="253"/>
                  </a:cubicBezTo>
                  <a:cubicBezTo>
                    <a:pt x="144" y="256"/>
                    <a:pt x="144" y="256"/>
                    <a:pt x="144" y="256"/>
                  </a:cubicBezTo>
                  <a:cubicBezTo>
                    <a:pt x="142" y="257"/>
                    <a:pt x="142" y="257"/>
                    <a:pt x="142" y="257"/>
                  </a:cubicBezTo>
                  <a:cubicBezTo>
                    <a:pt x="140" y="252"/>
                    <a:pt x="140" y="252"/>
                    <a:pt x="140" y="252"/>
                  </a:cubicBezTo>
                  <a:cubicBezTo>
                    <a:pt x="137" y="248"/>
                    <a:pt x="137" y="248"/>
                    <a:pt x="137" y="248"/>
                  </a:cubicBezTo>
                  <a:cubicBezTo>
                    <a:pt x="136" y="245"/>
                    <a:pt x="136" y="245"/>
                    <a:pt x="136" y="245"/>
                  </a:cubicBezTo>
                  <a:cubicBezTo>
                    <a:pt x="134" y="242"/>
                    <a:pt x="134" y="242"/>
                    <a:pt x="134" y="242"/>
                  </a:cubicBezTo>
                  <a:cubicBezTo>
                    <a:pt x="131" y="243"/>
                    <a:pt x="131" y="243"/>
                    <a:pt x="131" y="243"/>
                  </a:cubicBezTo>
                  <a:cubicBezTo>
                    <a:pt x="130" y="246"/>
                    <a:pt x="130" y="246"/>
                    <a:pt x="130" y="246"/>
                  </a:cubicBezTo>
                  <a:cubicBezTo>
                    <a:pt x="131" y="249"/>
                    <a:pt x="131" y="249"/>
                    <a:pt x="131" y="249"/>
                  </a:cubicBezTo>
                  <a:cubicBezTo>
                    <a:pt x="131" y="252"/>
                    <a:pt x="131" y="252"/>
                    <a:pt x="131" y="252"/>
                  </a:cubicBezTo>
                  <a:cubicBezTo>
                    <a:pt x="129" y="254"/>
                    <a:pt x="129" y="254"/>
                    <a:pt x="129" y="254"/>
                  </a:cubicBezTo>
                  <a:cubicBezTo>
                    <a:pt x="124" y="254"/>
                    <a:pt x="124" y="254"/>
                    <a:pt x="124" y="254"/>
                  </a:cubicBezTo>
                  <a:cubicBezTo>
                    <a:pt x="122" y="251"/>
                    <a:pt x="122" y="251"/>
                    <a:pt x="122" y="251"/>
                  </a:cubicBezTo>
                  <a:cubicBezTo>
                    <a:pt x="121" y="245"/>
                    <a:pt x="121" y="245"/>
                    <a:pt x="121" y="245"/>
                  </a:cubicBezTo>
                  <a:cubicBezTo>
                    <a:pt x="121" y="235"/>
                    <a:pt x="121" y="235"/>
                    <a:pt x="121" y="235"/>
                  </a:cubicBezTo>
                  <a:cubicBezTo>
                    <a:pt x="122" y="232"/>
                    <a:pt x="122" y="232"/>
                    <a:pt x="122" y="232"/>
                  </a:cubicBezTo>
                  <a:cubicBezTo>
                    <a:pt x="125" y="227"/>
                    <a:pt x="125" y="227"/>
                    <a:pt x="125" y="227"/>
                  </a:cubicBezTo>
                  <a:cubicBezTo>
                    <a:pt x="124" y="224"/>
                    <a:pt x="124" y="224"/>
                    <a:pt x="124" y="224"/>
                  </a:cubicBezTo>
                  <a:cubicBezTo>
                    <a:pt x="121" y="224"/>
                    <a:pt x="121" y="224"/>
                    <a:pt x="121" y="224"/>
                  </a:cubicBezTo>
                  <a:cubicBezTo>
                    <a:pt x="119" y="227"/>
                    <a:pt x="119" y="227"/>
                    <a:pt x="119" y="227"/>
                  </a:cubicBezTo>
                  <a:cubicBezTo>
                    <a:pt x="116" y="227"/>
                    <a:pt x="116" y="227"/>
                    <a:pt x="116" y="227"/>
                  </a:cubicBezTo>
                  <a:cubicBezTo>
                    <a:pt x="112" y="226"/>
                    <a:pt x="112" y="226"/>
                    <a:pt x="112" y="226"/>
                  </a:cubicBezTo>
                  <a:cubicBezTo>
                    <a:pt x="109" y="229"/>
                    <a:pt x="109" y="229"/>
                    <a:pt x="109" y="229"/>
                  </a:cubicBezTo>
                  <a:cubicBezTo>
                    <a:pt x="110" y="232"/>
                    <a:pt x="110" y="232"/>
                    <a:pt x="110" y="232"/>
                  </a:cubicBezTo>
                  <a:cubicBezTo>
                    <a:pt x="111" y="235"/>
                    <a:pt x="111" y="235"/>
                    <a:pt x="111" y="235"/>
                  </a:cubicBezTo>
                  <a:cubicBezTo>
                    <a:pt x="111" y="238"/>
                    <a:pt x="111" y="238"/>
                    <a:pt x="111" y="238"/>
                  </a:cubicBezTo>
                  <a:cubicBezTo>
                    <a:pt x="110" y="240"/>
                    <a:pt x="110" y="240"/>
                    <a:pt x="110" y="240"/>
                  </a:cubicBezTo>
                  <a:cubicBezTo>
                    <a:pt x="107" y="237"/>
                    <a:pt x="107" y="237"/>
                    <a:pt x="107" y="237"/>
                  </a:cubicBezTo>
                  <a:cubicBezTo>
                    <a:pt x="105" y="233"/>
                    <a:pt x="105" y="233"/>
                    <a:pt x="105" y="233"/>
                  </a:cubicBezTo>
                  <a:cubicBezTo>
                    <a:pt x="101" y="232"/>
                    <a:pt x="101" y="232"/>
                    <a:pt x="101" y="232"/>
                  </a:cubicBezTo>
                  <a:cubicBezTo>
                    <a:pt x="98" y="229"/>
                    <a:pt x="98" y="229"/>
                    <a:pt x="98" y="229"/>
                  </a:cubicBezTo>
                  <a:cubicBezTo>
                    <a:pt x="96" y="226"/>
                    <a:pt x="96" y="226"/>
                    <a:pt x="96" y="226"/>
                  </a:cubicBezTo>
                  <a:cubicBezTo>
                    <a:pt x="94" y="226"/>
                    <a:pt x="94" y="226"/>
                    <a:pt x="94" y="226"/>
                  </a:cubicBezTo>
                  <a:cubicBezTo>
                    <a:pt x="93" y="229"/>
                    <a:pt x="93" y="229"/>
                    <a:pt x="93" y="229"/>
                  </a:cubicBezTo>
                  <a:cubicBezTo>
                    <a:pt x="91" y="232"/>
                    <a:pt x="91" y="232"/>
                    <a:pt x="91" y="232"/>
                  </a:cubicBezTo>
                  <a:cubicBezTo>
                    <a:pt x="89" y="231"/>
                    <a:pt x="89" y="231"/>
                    <a:pt x="89" y="231"/>
                  </a:cubicBezTo>
                  <a:cubicBezTo>
                    <a:pt x="87" y="228"/>
                    <a:pt x="87" y="228"/>
                    <a:pt x="87" y="228"/>
                  </a:cubicBezTo>
                  <a:cubicBezTo>
                    <a:pt x="84" y="228"/>
                    <a:pt x="84" y="228"/>
                    <a:pt x="84" y="228"/>
                  </a:cubicBezTo>
                  <a:cubicBezTo>
                    <a:pt x="81" y="225"/>
                    <a:pt x="81" y="225"/>
                    <a:pt x="81" y="225"/>
                  </a:cubicBezTo>
                  <a:cubicBezTo>
                    <a:pt x="78" y="228"/>
                    <a:pt x="78" y="228"/>
                    <a:pt x="78" y="228"/>
                  </a:cubicBezTo>
                  <a:cubicBezTo>
                    <a:pt x="75" y="230"/>
                    <a:pt x="75" y="230"/>
                    <a:pt x="75" y="230"/>
                  </a:cubicBezTo>
                  <a:cubicBezTo>
                    <a:pt x="70" y="230"/>
                    <a:pt x="70" y="230"/>
                    <a:pt x="70" y="230"/>
                  </a:cubicBezTo>
                  <a:cubicBezTo>
                    <a:pt x="67" y="232"/>
                    <a:pt x="67" y="232"/>
                    <a:pt x="67" y="232"/>
                  </a:cubicBezTo>
                  <a:cubicBezTo>
                    <a:pt x="64" y="232"/>
                    <a:pt x="64" y="232"/>
                    <a:pt x="64" y="232"/>
                  </a:cubicBezTo>
                  <a:cubicBezTo>
                    <a:pt x="62" y="235"/>
                    <a:pt x="62" y="235"/>
                    <a:pt x="62" y="235"/>
                  </a:cubicBezTo>
                  <a:cubicBezTo>
                    <a:pt x="63" y="238"/>
                    <a:pt x="63" y="238"/>
                    <a:pt x="63" y="238"/>
                  </a:cubicBezTo>
                  <a:cubicBezTo>
                    <a:pt x="62" y="241"/>
                    <a:pt x="62" y="241"/>
                    <a:pt x="62" y="241"/>
                  </a:cubicBezTo>
                  <a:cubicBezTo>
                    <a:pt x="64" y="242"/>
                    <a:pt x="64" y="242"/>
                    <a:pt x="64" y="242"/>
                  </a:cubicBezTo>
                  <a:cubicBezTo>
                    <a:pt x="67" y="242"/>
                    <a:pt x="67" y="242"/>
                    <a:pt x="67" y="242"/>
                  </a:cubicBezTo>
                  <a:cubicBezTo>
                    <a:pt x="70" y="243"/>
                    <a:pt x="70" y="243"/>
                    <a:pt x="70" y="243"/>
                  </a:cubicBezTo>
                  <a:cubicBezTo>
                    <a:pt x="71" y="245"/>
                    <a:pt x="71" y="245"/>
                    <a:pt x="71" y="245"/>
                  </a:cubicBezTo>
                  <a:cubicBezTo>
                    <a:pt x="69" y="245"/>
                    <a:pt x="69" y="245"/>
                    <a:pt x="69" y="245"/>
                  </a:cubicBezTo>
                  <a:cubicBezTo>
                    <a:pt x="67" y="247"/>
                    <a:pt x="67" y="247"/>
                    <a:pt x="67" y="247"/>
                  </a:cubicBezTo>
                  <a:cubicBezTo>
                    <a:pt x="68" y="249"/>
                    <a:pt x="68" y="249"/>
                    <a:pt x="68" y="249"/>
                  </a:cubicBezTo>
                  <a:cubicBezTo>
                    <a:pt x="72" y="250"/>
                    <a:pt x="72" y="250"/>
                    <a:pt x="72" y="250"/>
                  </a:cubicBezTo>
                  <a:cubicBezTo>
                    <a:pt x="75" y="247"/>
                    <a:pt x="75" y="247"/>
                    <a:pt x="75" y="247"/>
                  </a:cubicBezTo>
                  <a:cubicBezTo>
                    <a:pt x="76" y="243"/>
                    <a:pt x="76" y="243"/>
                    <a:pt x="76" y="243"/>
                  </a:cubicBezTo>
                  <a:cubicBezTo>
                    <a:pt x="77" y="240"/>
                    <a:pt x="77" y="240"/>
                    <a:pt x="77" y="240"/>
                  </a:cubicBezTo>
                  <a:cubicBezTo>
                    <a:pt x="79" y="242"/>
                    <a:pt x="79" y="242"/>
                    <a:pt x="79" y="242"/>
                  </a:cubicBezTo>
                  <a:cubicBezTo>
                    <a:pt x="80" y="244"/>
                    <a:pt x="80" y="244"/>
                    <a:pt x="80" y="244"/>
                  </a:cubicBezTo>
                  <a:cubicBezTo>
                    <a:pt x="82" y="246"/>
                    <a:pt x="82" y="246"/>
                    <a:pt x="82" y="246"/>
                  </a:cubicBezTo>
                  <a:cubicBezTo>
                    <a:pt x="83" y="249"/>
                    <a:pt x="83" y="249"/>
                    <a:pt x="83" y="249"/>
                  </a:cubicBezTo>
                  <a:cubicBezTo>
                    <a:pt x="83" y="253"/>
                    <a:pt x="83" y="253"/>
                    <a:pt x="83" y="253"/>
                  </a:cubicBezTo>
                  <a:cubicBezTo>
                    <a:pt x="81" y="255"/>
                    <a:pt x="81" y="255"/>
                    <a:pt x="81" y="255"/>
                  </a:cubicBezTo>
                  <a:cubicBezTo>
                    <a:pt x="80" y="258"/>
                    <a:pt x="80" y="258"/>
                    <a:pt x="80" y="258"/>
                  </a:cubicBezTo>
                  <a:cubicBezTo>
                    <a:pt x="81" y="262"/>
                    <a:pt x="81" y="262"/>
                    <a:pt x="81" y="262"/>
                  </a:cubicBezTo>
                  <a:cubicBezTo>
                    <a:pt x="81" y="265"/>
                    <a:pt x="81" y="265"/>
                    <a:pt x="81" y="265"/>
                  </a:cubicBezTo>
                  <a:cubicBezTo>
                    <a:pt x="77" y="265"/>
                    <a:pt x="77" y="265"/>
                    <a:pt x="77" y="265"/>
                  </a:cubicBezTo>
                  <a:cubicBezTo>
                    <a:pt x="75" y="267"/>
                    <a:pt x="75" y="267"/>
                    <a:pt x="75" y="267"/>
                  </a:cubicBezTo>
                  <a:cubicBezTo>
                    <a:pt x="72" y="267"/>
                    <a:pt x="72" y="267"/>
                    <a:pt x="72" y="267"/>
                  </a:cubicBezTo>
                  <a:cubicBezTo>
                    <a:pt x="71" y="264"/>
                    <a:pt x="71" y="264"/>
                    <a:pt x="71" y="264"/>
                  </a:cubicBezTo>
                  <a:cubicBezTo>
                    <a:pt x="68" y="263"/>
                    <a:pt x="68" y="263"/>
                    <a:pt x="68" y="263"/>
                  </a:cubicBezTo>
                  <a:cubicBezTo>
                    <a:pt x="65" y="265"/>
                    <a:pt x="65" y="265"/>
                    <a:pt x="65" y="265"/>
                  </a:cubicBezTo>
                  <a:cubicBezTo>
                    <a:pt x="62" y="266"/>
                    <a:pt x="62" y="266"/>
                    <a:pt x="62" y="266"/>
                  </a:cubicBezTo>
                  <a:cubicBezTo>
                    <a:pt x="56" y="265"/>
                    <a:pt x="56" y="265"/>
                    <a:pt x="56" y="265"/>
                  </a:cubicBezTo>
                  <a:cubicBezTo>
                    <a:pt x="53" y="266"/>
                    <a:pt x="53" y="266"/>
                    <a:pt x="53" y="266"/>
                  </a:cubicBezTo>
                  <a:cubicBezTo>
                    <a:pt x="53" y="270"/>
                    <a:pt x="53" y="270"/>
                    <a:pt x="53" y="270"/>
                  </a:cubicBezTo>
                  <a:cubicBezTo>
                    <a:pt x="54" y="274"/>
                    <a:pt x="54" y="274"/>
                    <a:pt x="54" y="274"/>
                  </a:cubicBezTo>
                  <a:cubicBezTo>
                    <a:pt x="53" y="277"/>
                    <a:pt x="53" y="277"/>
                    <a:pt x="53" y="277"/>
                  </a:cubicBezTo>
                  <a:cubicBezTo>
                    <a:pt x="49" y="279"/>
                    <a:pt x="49" y="279"/>
                    <a:pt x="49" y="279"/>
                  </a:cubicBezTo>
                  <a:cubicBezTo>
                    <a:pt x="47" y="282"/>
                    <a:pt x="47" y="282"/>
                    <a:pt x="47" y="282"/>
                  </a:cubicBezTo>
                  <a:cubicBezTo>
                    <a:pt x="47" y="285"/>
                    <a:pt x="47" y="285"/>
                    <a:pt x="47" y="285"/>
                  </a:cubicBezTo>
                  <a:cubicBezTo>
                    <a:pt x="46" y="288"/>
                    <a:pt x="46" y="288"/>
                    <a:pt x="46" y="288"/>
                  </a:cubicBezTo>
                  <a:cubicBezTo>
                    <a:pt x="43" y="287"/>
                    <a:pt x="43" y="287"/>
                    <a:pt x="43" y="287"/>
                  </a:cubicBezTo>
                  <a:cubicBezTo>
                    <a:pt x="39" y="288"/>
                    <a:pt x="39" y="288"/>
                    <a:pt x="39" y="288"/>
                  </a:cubicBezTo>
                  <a:cubicBezTo>
                    <a:pt x="36" y="286"/>
                    <a:pt x="36" y="286"/>
                    <a:pt x="36" y="286"/>
                  </a:cubicBezTo>
                  <a:cubicBezTo>
                    <a:pt x="33" y="284"/>
                    <a:pt x="33" y="284"/>
                    <a:pt x="33" y="284"/>
                  </a:cubicBezTo>
                  <a:cubicBezTo>
                    <a:pt x="29" y="285"/>
                    <a:pt x="29" y="285"/>
                    <a:pt x="29" y="285"/>
                  </a:cubicBezTo>
                  <a:cubicBezTo>
                    <a:pt x="26" y="285"/>
                    <a:pt x="26" y="285"/>
                    <a:pt x="26" y="285"/>
                  </a:cubicBezTo>
                  <a:cubicBezTo>
                    <a:pt x="23" y="286"/>
                    <a:pt x="23" y="286"/>
                    <a:pt x="23" y="286"/>
                  </a:cubicBezTo>
                  <a:cubicBezTo>
                    <a:pt x="21" y="286"/>
                    <a:pt x="21" y="286"/>
                    <a:pt x="21" y="286"/>
                  </a:cubicBezTo>
                  <a:cubicBezTo>
                    <a:pt x="21" y="286"/>
                    <a:pt x="21" y="286"/>
                    <a:pt x="21" y="286"/>
                  </a:cubicBezTo>
                  <a:cubicBezTo>
                    <a:pt x="19" y="282"/>
                    <a:pt x="19" y="282"/>
                    <a:pt x="19" y="282"/>
                  </a:cubicBezTo>
                  <a:cubicBezTo>
                    <a:pt x="16" y="278"/>
                    <a:pt x="16" y="278"/>
                    <a:pt x="16" y="278"/>
                  </a:cubicBezTo>
                  <a:cubicBezTo>
                    <a:pt x="14" y="274"/>
                    <a:pt x="14" y="274"/>
                    <a:pt x="14" y="274"/>
                  </a:cubicBezTo>
                  <a:cubicBezTo>
                    <a:pt x="18" y="268"/>
                    <a:pt x="18" y="268"/>
                    <a:pt x="18" y="268"/>
                  </a:cubicBezTo>
                  <a:cubicBezTo>
                    <a:pt x="20" y="265"/>
                    <a:pt x="20" y="265"/>
                    <a:pt x="20" y="265"/>
                  </a:cubicBezTo>
                  <a:cubicBezTo>
                    <a:pt x="21" y="257"/>
                    <a:pt x="21" y="257"/>
                    <a:pt x="21" y="257"/>
                  </a:cubicBezTo>
                  <a:cubicBezTo>
                    <a:pt x="19" y="251"/>
                    <a:pt x="19" y="251"/>
                    <a:pt x="19" y="251"/>
                  </a:cubicBezTo>
                  <a:cubicBezTo>
                    <a:pt x="20" y="248"/>
                    <a:pt x="20" y="248"/>
                    <a:pt x="20" y="248"/>
                  </a:cubicBezTo>
                  <a:cubicBezTo>
                    <a:pt x="24" y="247"/>
                    <a:pt x="24" y="247"/>
                    <a:pt x="24" y="247"/>
                  </a:cubicBezTo>
                  <a:cubicBezTo>
                    <a:pt x="28" y="243"/>
                    <a:pt x="28" y="243"/>
                    <a:pt x="28" y="243"/>
                  </a:cubicBezTo>
                  <a:cubicBezTo>
                    <a:pt x="29" y="237"/>
                    <a:pt x="29" y="237"/>
                    <a:pt x="29" y="237"/>
                  </a:cubicBezTo>
                  <a:cubicBezTo>
                    <a:pt x="27" y="233"/>
                    <a:pt x="27" y="233"/>
                    <a:pt x="27" y="233"/>
                  </a:cubicBezTo>
                  <a:cubicBezTo>
                    <a:pt x="25" y="231"/>
                    <a:pt x="25" y="231"/>
                    <a:pt x="25" y="231"/>
                  </a:cubicBezTo>
                  <a:cubicBezTo>
                    <a:pt x="24" y="229"/>
                    <a:pt x="24" y="229"/>
                    <a:pt x="24" y="229"/>
                  </a:cubicBezTo>
                  <a:cubicBezTo>
                    <a:pt x="26" y="227"/>
                    <a:pt x="26" y="227"/>
                    <a:pt x="26" y="227"/>
                  </a:cubicBezTo>
                  <a:cubicBezTo>
                    <a:pt x="28" y="225"/>
                    <a:pt x="28" y="225"/>
                    <a:pt x="28" y="225"/>
                  </a:cubicBezTo>
                  <a:cubicBezTo>
                    <a:pt x="26" y="220"/>
                    <a:pt x="26" y="220"/>
                    <a:pt x="26" y="220"/>
                  </a:cubicBezTo>
                  <a:cubicBezTo>
                    <a:pt x="24" y="219"/>
                    <a:pt x="24" y="219"/>
                    <a:pt x="24" y="219"/>
                  </a:cubicBezTo>
                  <a:cubicBezTo>
                    <a:pt x="20" y="221"/>
                    <a:pt x="20" y="221"/>
                    <a:pt x="20" y="221"/>
                  </a:cubicBezTo>
                  <a:cubicBezTo>
                    <a:pt x="18" y="222"/>
                    <a:pt x="18" y="222"/>
                    <a:pt x="18" y="222"/>
                  </a:cubicBezTo>
                  <a:cubicBezTo>
                    <a:pt x="17" y="219"/>
                    <a:pt x="17" y="219"/>
                    <a:pt x="17" y="219"/>
                  </a:cubicBezTo>
                  <a:cubicBezTo>
                    <a:pt x="19" y="214"/>
                    <a:pt x="19" y="214"/>
                    <a:pt x="19" y="214"/>
                  </a:cubicBezTo>
                  <a:cubicBezTo>
                    <a:pt x="22" y="210"/>
                    <a:pt x="22" y="210"/>
                    <a:pt x="22" y="210"/>
                  </a:cubicBezTo>
                  <a:cubicBezTo>
                    <a:pt x="21" y="206"/>
                    <a:pt x="21" y="206"/>
                    <a:pt x="21" y="206"/>
                  </a:cubicBezTo>
                  <a:cubicBezTo>
                    <a:pt x="18" y="206"/>
                    <a:pt x="18" y="206"/>
                    <a:pt x="18" y="206"/>
                  </a:cubicBezTo>
                  <a:cubicBezTo>
                    <a:pt x="16" y="209"/>
                    <a:pt x="16" y="209"/>
                    <a:pt x="16" y="209"/>
                  </a:cubicBezTo>
                  <a:cubicBezTo>
                    <a:pt x="13" y="210"/>
                    <a:pt x="13" y="210"/>
                    <a:pt x="13" y="210"/>
                  </a:cubicBezTo>
                  <a:cubicBezTo>
                    <a:pt x="11" y="205"/>
                    <a:pt x="11" y="205"/>
                    <a:pt x="11" y="205"/>
                  </a:cubicBezTo>
                  <a:cubicBezTo>
                    <a:pt x="11" y="201"/>
                    <a:pt x="11" y="201"/>
                    <a:pt x="11" y="201"/>
                  </a:cubicBezTo>
                  <a:cubicBezTo>
                    <a:pt x="10" y="189"/>
                    <a:pt x="10" y="189"/>
                    <a:pt x="10" y="189"/>
                  </a:cubicBezTo>
                  <a:cubicBezTo>
                    <a:pt x="7" y="178"/>
                    <a:pt x="7" y="178"/>
                    <a:pt x="7" y="178"/>
                  </a:cubicBezTo>
                  <a:cubicBezTo>
                    <a:pt x="8" y="168"/>
                    <a:pt x="8" y="168"/>
                    <a:pt x="8" y="168"/>
                  </a:cubicBezTo>
                  <a:cubicBezTo>
                    <a:pt x="9" y="162"/>
                    <a:pt x="9" y="162"/>
                    <a:pt x="9" y="162"/>
                  </a:cubicBezTo>
                  <a:cubicBezTo>
                    <a:pt x="10" y="157"/>
                    <a:pt x="10" y="157"/>
                    <a:pt x="10" y="157"/>
                  </a:cubicBezTo>
                  <a:cubicBezTo>
                    <a:pt x="11" y="151"/>
                    <a:pt x="11" y="151"/>
                    <a:pt x="11" y="151"/>
                  </a:cubicBezTo>
                  <a:cubicBezTo>
                    <a:pt x="7" y="149"/>
                    <a:pt x="7" y="149"/>
                    <a:pt x="7" y="149"/>
                  </a:cubicBezTo>
                  <a:cubicBezTo>
                    <a:pt x="4" y="149"/>
                    <a:pt x="4" y="149"/>
                    <a:pt x="4" y="149"/>
                  </a:cubicBezTo>
                  <a:cubicBezTo>
                    <a:pt x="0" y="146"/>
                    <a:pt x="0" y="146"/>
                    <a:pt x="0" y="146"/>
                  </a:cubicBezTo>
                  <a:cubicBezTo>
                    <a:pt x="0" y="143"/>
                    <a:pt x="0" y="143"/>
                    <a:pt x="0" y="143"/>
                  </a:cubicBezTo>
                  <a:cubicBezTo>
                    <a:pt x="3" y="136"/>
                    <a:pt x="3" y="136"/>
                    <a:pt x="3" y="136"/>
                  </a:cubicBezTo>
                  <a:cubicBezTo>
                    <a:pt x="7" y="133"/>
                    <a:pt x="7" y="133"/>
                    <a:pt x="7" y="133"/>
                  </a:cubicBezTo>
                  <a:cubicBezTo>
                    <a:pt x="9" y="128"/>
                    <a:pt x="9" y="128"/>
                    <a:pt x="9" y="128"/>
                  </a:cubicBezTo>
                  <a:cubicBezTo>
                    <a:pt x="14" y="127"/>
                    <a:pt x="14" y="127"/>
                    <a:pt x="14" y="127"/>
                  </a:cubicBezTo>
                  <a:cubicBezTo>
                    <a:pt x="18" y="127"/>
                    <a:pt x="18" y="127"/>
                    <a:pt x="18" y="127"/>
                  </a:cubicBezTo>
                  <a:cubicBezTo>
                    <a:pt x="22" y="126"/>
                    <a:pt x="22" y="126"/>
                    <a:pt x="22" y="126"/>
                  </a:cubicBezTo>
                  <a:cubicBezTo>
                    <a:pt x="23" y="123"/>
                    <a:pt x="23" y="123"/>
                    <a:pt x="23" y="123"/>
                  </a:cubicBezTo>
                  <a:cubicBezTo>
                    <a:pt x="25" y="122"/>
                    <a:pt x="25" y="122"/>
                    <a:pt x="25" y="122"/>
                  </a:cubicBezTo>
                  <a:cubicBezTo>
                    <a:pt x="28" y="123"/>
                    <a:pt x="28" y="123"/>
                    <a:pt x="28" y="123"/>
                  </a:cubicBezTo>
                  <a:cubicBezTo>
                    <a:pt x="29" y="126"/>
                    <a:pt x="29" y="126"/>
                    <a:pt x="29" y="126"/>
                  </a:cubicBezTo>
                  <a:cubicBezTo>
                    <a:pt x="31" y="130"/>
                    <a:pt x="31" y="130"/>
                    <a:pt x="31" y="130"/>
                  </a:cubicBezTo>
                  <a:cubicBezTo>
                    <a:pt x="33" y="134"/>
                    <a:pt x="33" y="134"/>
                    <a:pt x="33" y="134"/>
                  </a:cubicBezTo>
                  <a:cubicBezTo>
                    <a:pt x="36" y="134"/>
                    <a:pt x="36" y="134"/>
                    <a:pt x="36" y="134"/>
                  </a:cubicBezTo>
                  <a:cubicBezTo>
                    <a:pt x="38" y="131"/>
                    <a:pt x="38" y="131"/>
                    <a:pt x="38" y="131"/>
                  </a:cubicBezTo>
                  <a:cubicBezTo>
                    <a:pt x="39" y="128"/>
                    <a:pt x="39" y="128"/>
                    <a:pt x="39" y="128"/>
                  </a:cubicBezTo>
                  <a:cubicBezTo>
                    <a:pt x="41" y="125"/>
                    <a:pt x="41" y="125"/>
                    <a:pt x="41" y="125"/>
                  </a:cubicBezTo>
                  <a:cubicBezTo>
                    <a:pt x="43" y="120"/>
                    <a:pt x="43" y="120"/>
                    <a:pt x="43" y="120"/>
                  </a:cubicBezTo>
                  <a:cubicBezTo>
                    <a:pt x="46" y="118"/>
                    <a:pt x="46" y="118"/>
                    <a:pt x="46" y="118"/>
                  </a:cubicBezTo>
                  <a:cubicBezTo>
                    <a:pt x="50" y="119"/>
                    <a:pt x="50" y="119"/>
                    <a:pt x="50" y="119"/>
                  </a:cubicBezTo>
                  <a:cubicBezTo>
                    <a:pt x="53" y="121"/>
                    <a:pt x="53" y="121"/>
                    <a:pt x="53" y="121"/>
                  </a:cubicBezTo>
                  <a:cubicBezTo>
                    <a:pt x="57" y="123"/>
                    <a:pt x="57" y="123"/>
                    <a:pt x="57" y="123"/>
                  </a:cubicBezTo>
                  <a:cubicBezTo>
                    <a:pt x="61" y="124"/>
                    <a:pt x="61" y="124"/>
                    <a:pt x="61" y="124"/>
                  </a:cubicBezTo>
                  <a:cubicBezTo>
                    <a:pt x="65" y="123"/>
                    <a:pt x="65" y="123"/>
                    <a:pt x="65" y="123"/>
                  </a:cubicBezTo>
                  <a:cubicBezTo>
                    <a:pt x="67" y="120"/>
                    <a:pt x="67" y="120"/>
                    <a:pt x="67" y="120"/>
                  </a:cubicBezTo>
                  <a:cubicBezTo>
                    <a:pt x="69" y="119"/>
                    <a:pt x="69" y="119"/>
                    <a:pt x="69" y="119"/>
                  </a:cubicBezTo>
                  <a:cubicBezTo>
                    <a:pt x="73" y="121"/>
                    <a:pt x="73" y="121"/>
                    <a:pt x="73" y="121"/>
                  </a:cubicBezTo>
                  <a:cubicBezTo>
                    <a:pt x="76" y="125"/>
                    <a:pt x="76" y="125"/>
                    <a:pt x="76" y="125"/>
                  </a:cubicBezTo>
                  <a:cubicBezTo>
                    <a:pt x="81" y="130"/>
                    <a:pt x="81" y="130"/>
                    <a:pt x="81" y="130"/>
                  </a:cubicBezTo>
                  <a:cubicBezTo>
                    <a:pt x="82" y="135"/>
                    <a:pt x="82" y="135"/>
                    <a:pt x="82" y="135"/>
                  </a:cubicBezTo>
                  <a:cubicBezTo>
                    <a:pt x="84" y="137"/>
                    <a:pt x="84" y="137"/>
                    <a:pt x="84" y="137"/>
                  </a:cubicBezTo>
                  <a:cubicBezTo>
                    <a:pt x="90" y="136"/>
                    <a:pt x="90" y="136"/>
                    <a:pt x="90" y="136"/>
                  </a:cubicBezTo>
                  <a:cubicBezTo>
                    <a:pt x="95" y="135"/>
                    <a:pt x="95" y="135"/>
                    <a:pt x="95" y="135"/>
                  </a:cubicBezTo>
                  <a:cubicBezTo>
                    <a:pt x="99" y="136"/>
                    <a:pt x="99" y="136"/>
                    <a:pt x="99" y="136"/>
                  </a:cubicBezTo>
                  <a:cubicBezTo>
                    <a:pt x="105" y="134"/>
                    <a:pt x="105" y="134"/>
                    <a:pt x="105" y="134"/>
                  </a:cubicBezTo>
                  <a:cubicBezTo>
                    <a:pt x="107" y="131"/>
                    <a:pt x="107" y="131"/>
                    <a:pt x="107" y="131"/>
                  </a:cubicBezTo>
                  <a:cubicBezTo>
                    <a:pt x="105" y="125"/>
                    <a:pt x="105" y="125"/>
                    <a:pt x="105" y="125"/>
                  </a:cubicBezTo>
                  <a:cubicBezTo>
                    <a:pt x="106" y="121"/>
                    <a:pt x="106" y="121"/>
                    <a:pt x="106" y="121"/>
                  </a:cubicBezTo>
                  <a:cubicBezTo>
                    <a:pt x="105" y="116"/>
                    <a:pt x="105" y="116"/>
                    <a:pt x="105" y="116"/>
                  </a:cubicBezTo>
                  <a:cubicBezTo>
                    <a:pt x="101" y="113"/>
                    <a:pt x="101" y="113"/>
                    <a:pt x="101" y="113"/>
                  </a:cubicBezTo>
                  <a:cubicBezTo>
                    <a:pt x="99" y="111"/>
                    <a:pt x="99" y="111"/>
                    <a:pt x="99" y="111"/>
                  </a:cubicBezTo>
                  <a:cubicBezTo>
                    <a:pt x="99" y="108"/>
                    <a:pt x="99" y="108"/>
                    <a:pt x="99" y="108"/>
                  </a:cubicBezTo>
                  <a:cubicBezTo>
                    <a:pt x="100" y="105"/>
                    <a:pt x="100" y="105"/>
                    <a:pt x="100" y="105"/>
                  </a:cubicBezTo>
                  <a:cubicBezTo>
                    <a:pt x="99" y="101"/>
                    <a:pt x="99" y="101"/>
                    <a:pt x="99" y="101"/>
                  </a:cubicBezTo>
                  <a:cubicBezTo>
                    <a:pt x="98" y="98"/>
                    <a:pt x="98" y="98"/>
                    <a:pt x="98" y="98"/>
                  </a:cubicBezTo>
                  <a:cubicBezTo>
                    <a:pt x="98" y="95"/>
                    <a:pt x="98" y="95"/>
                    <a:pt x="98" y="95"/>
                  </a:cubicBezTo>
                  <a:cubicBezTo>
                    <a:pt x="100" y="93"/>
                    <a:pt x="100" y="93"/>
                    <a:pt x="100" y="93"/>
                  </a:cubicBezTo>
                  <a:cubicBezTo>
                    <a:pt x="101" y="91"/>
                    <a:pt x="101" y="91"/>
                    <a:pt x="101" y="91"/>
                  </a:cubicBezTo>
                  <a:cubicBezTo>
                    <a:pt x="104" y="91"/>
                    <a:pt x="104" y="91"/>
                    <a:pt x="104" y="91"/>
                  </a:cubicBezTo>
                  <a:cubicBezTo>
                    <a:pt x="105" y="94"/>
                    <a:pt x="105" y="94"/>
                    <a:pt x="105" y="94"/>
                  </a:cubicBezTo>
                  <a:cubicBezTo>
                    <a:pt x="107" y="95"/>
                    <a:pt x="107" y="95"/>
                    <a:pt x="107" y="95"/>
                  </a:cubicBezTo>
                  <a:cubicBezTo>
                    <a:pt x="108" y="96"/>
                    <a:pt x="108" y="96"/>
                    <a:pt x="108" y="96"/>
                  </a:cubicBezTo>
                  <a:cubicBezTo>
                    <a:pt x="111" y="96"/>
                    <a:pt x="111" y="96"/>
                    <a:pt x="111" y="96"/>
                  </a:cubicBezTo>
                  <a:cubicBezTo>
                    <a:pt x="114" y="96"/>
                    <a:pt x="114" y="96"/>
                    <a:pt x="114" y="96"/>
                  </a:cubicBezTo>
                  <a:cubicBezTo>
                    <a:pt x="115" y="99"/>
                    <a:pt x="115" y="99"/>
                    <a:pt x="115" y="99"/>
                  </a:cubicBezTo>
                  <a:cubicBezTo>
                    <a:pt x="117" y="100"/>
                    <a:pt x="117" y="100"/>
                    <a:pt x="117" y="100"/>
                  </a:cubicBezTo>
                  <a:cubicBezTo>
                    <a:pt x="119" y="99"/>
                    <a:pt x="119" y="99"/>
                    <a:pt x="119" y="99"/>
                  </a:cubicBezTo>
                  <a:cubicBezTo>
                    <a:pt x="121" y="96"/>
                    <a:pt x="121" y="96"/>
                    <a:pt x="121" y="96"/>
                  </a:cubicBezTo>
                  <a:cubicBezTo>
                    <a:pt x="123" y="96"/>
                    <a:pt x="123" y="96"/>
                    <a:pt x="123" y="96"/>
                  </a:cubicBezTo>
                  <a:cubicBezTo>
                    <a:pt x="126" y="97"/>
                    <a:pt x="126" y="97"/>
                    <a:pt x="126" y="97"/>
                  </a:cubicBezTo>
                  <a:cubicBezTo>
                    <a:pt x="131" y="97"/>
                    <a:pt x="131" y="97"/>
                    <a:pt x="131" y="97"/>
                  </a:cubicBezTo>
                  <a:cubicBezTo>
                    <a:pt x="130" y="94"/>
                    <a:pt x="130" y="94"/>
                    <a:pt x="130" y="94"/>
                  </a:cubicBezTo>
                  <a:cubicBezTo>
                    <a:pt x="126" y="92"/>
                    <a:pt x="126" y="92"/>
                    <a:pt x="126" y="92"/>
                  </a:cubicBezTo>
                  <a:cubicBezTo>
                    <a:pt x="126" y="89"/>
                    <a:pt x="126" y="89"/>
                    <a:pt x="126" y="89"/>
                  </a:cubicBezTo>
                  <a:cubicBezTo>
                    <a:pt x="128" y="85"/>
                    <a:pt x="128" y="85"/>
                    <a:pt x="128" y="85"/>
                  </a:cubicBezTo>
                  <a:cubicBezTo>
                    <a:pt x="133" y="83"/>
                    <a:pt x="133" y="83"/>
                    <a:pt x="133" y="83"/>
                  </a:cubicBezTo>
                  <a:cubicBezTo>
                    <a:pt x="138" y="80"/>
                    <a:pt x="138" y="80"/>
                    <a:pt x="138" y="80"/>
                  </a:cubicBezTo>
                  <a:cubicBezTo>
                    <a:pt x="142" y="79"/>
                    <a:pt x="142" y="79"/>
                    <a:pt x="142" y="79"/>
                  </a:cubicBezTo>
                  <a:cubicBezTo>
                    <a:pt x="143" y="76"/>
                    <a:pt x="143" y="76"/>
                    <a:pt x="143" y="76"/>
                  </a:cubicBezTo>
                  <a:cubicBezTo>
                    <a:pt x="142" y="70"/>
                    <a:pt x="142" y="70"/>
                    <a:pt x="142" y="70"/>
                  </a:cubicBezTo>
                  <a:cubicBezTo>
                    <a:pt x="144" y="65"/>
                    <a:pt x="144" y="65"/>
                    <a:pt x="144" y="65"/>
                  </a:cubicBezTo>
                  <a:cubicBezTo>
                    <a:pt x="144" y="58"/>
                    <a:pt x="144" y="58"/>
                    <a:pt x="144" y="58"/>
                  </a:cubicBezTo>
                  <a:cubicBezTo>
                    <a:pt x="146" y="54"/>
                    <a:pt x="146" y="54"/>
                    <a:pt x="146" y="54"/>
                  </a:cubicBezTo>
                  <a:cubicBezTo>
                    <a:pt x="147" y="48"/>
                    <a:pt x="147" y="48"/>
                    <a:pt x="147" y="48"/>
                  </a:cubicBezTo>
                  <a:cubicBezTo>
                    <a:pt x="146" y="42"/>
                    <a:pt x="146" y="42"/>
                    <a:pt x="146" y="42"/>
                  </a:cubicBezTo>
                  <a:cubicBezTo>
                    <a:pt x="149" y="39"/>
                    <a:pt x="149" y="39"/>
                    <a:pt x="149" y="39"/>
                  </a:cubicBezTo>
                  <a:cubicBezTo>
                    <a:pt x="154" y="39"/>
                    <a:pt x="154" y="39"/>
                    <a:pt x="154" y="39"/>
                  </a:cubicBezTo>
                  <a:cubicBezTo>
                    <a:pt x="157" y="42"/>
                    <a:pt x="157" y="42"/>
                    <a:pt x="157" y="42"/>
                  </a:cubicBezTo>
                  <a:cubicBezTo>
                    <a:pt x="161" y="46"/>
                    <a:pt x="161" y="46"/>
                    <a:pt x="161" y="46"/>
                  </a:cubicBezTo>
                  <a:cubicBezTo>
                    <a:pt x="167" y="45"/>
                    <a:pt x="167" y="45"/>
                    <a:pt x="167" y="45"/>
                  </a:cubicBezTo>
                  <a:cubicBezTo>
                    <a:pt x="171" y="47"/>
                    <a:pt x="171" y="47"/>
                    <a:pt x="171" y="47"/>
                  </a:cubicBezTo>
                  <a:cubicBezTo>
                    <a:pt x="176" y="47"/>
                    <a:pt x="176" y="47"/>
                    <a:pt x="176" y="47"/>
                  </a:cubicBezTo>
                  <a:cubicBezTo>
                    <a:pt x="179" y="44"/>
                    <a:pt x="179" y="44"/>
                    <a:pt x="179" y="44"/>
                  </a:cubicBezTo>
                  <a:cubicBezTo>
                    <a:pt x="187" y="37"/>
                    <a:pt x="187" y="37"/>
                    <a:pt x="187" y="37"/>
                  </a:cubicBezTo>
                  <a:cubicBezTo>
                    <a:pt x="193" y="32"/>
                    <a:pt x="193" y="32"/>
                    <a:pt x="193" y="32"/>
                  </a:cubicBezTo>
                  <a:cubicBezTo>
                    <a:pt x="198" y="27"/>
                    <a:pt x="198" y="27"/>
                    <a:pt x="198" y="27"/>
                  </a:cubicBezTo>
                  <a:cubicBezTo>
                    <a:pt x="199" y="18"/>
                    <a:pt x="199" y="18"/>
                    <a:pt x="199" y="18"/>
                  </a:cubicBezTo>
                  <a:cubicBezTo>
                    <a:pt x="202" y="9"/>
                    <a:pt x="202" y="9"/>
                    <a:pt x="202" y="9"/>
                  </a:cubicBezTo>
                  <a:lnTo>
                    <a:pt x="203" y="8"/>
                  </a:lnTo>
                  <a:close/>
                </a:path>
              </a:pathLst>
            </a:custGeom>
            <a:solidFill>
              <a:schemeClr val="accent4"/>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26"/>
            <p:cNvSpPr>
              <a:spLocks/>
            </p:cNvSpPr>
            <p:nvPr/>
          </p:nvSpPr>
          <p:spPr bwMode="auto">
            <a:xfrm>
              <a:off x="758826" y="3567113"/>
              <a:ext cx="358775" cy="292100"/>
            </a:xfrm>
            <a:custGeom>
              <a:avLst/>
              <a:gdLst/>
              <a:ahLst/>
              <a:cxnLst>
                <a:cxn ang="0">
                  <a:pos x="193" y="97"/>
                </a:cxn>
                <a:cxn ang="0">
                  <a:pos x="185" y="114"/>
                </a:cxn>
                <a:cxn ang="0">
                  <a:pos x="176" y="126"/>
                </a:cxn>
                <a:cxn ang="0">
                  <a:pos x="183" y="138"/>
                </a:cxn>
                <a:cxn ang="0">
                  <a:pos x="190" y="149"/>
                </a:cxn>
                <a:cxn ang="0">
                  <a:pos x="178" y="150"/>
                </a:cxn>
                <a:cxn ang="0">
                  <a:pos x="168" y="158"/>
                </a:cxn>
                <a:cxn ang="0">
                  <a:pos x="145" y="152"/>
                </a:cxn>
                <a:cxn ang="0">
                  <a:pos x="137" y="145"/>
                </a:cxn>
                <a:cxn ang="0">
                  <a:pos x="133" y="155"/>
                </a:cxn>
                <a:cxn ang="0">
                  <a:pos x="124" y="145"/>
                </a:cxn>
                <a:cxn ang="0">
                  <a:pos x="121" y="135"/>
                </a:cxn>
                <a:cxn ang="0">
                  <a:pos x="110" y="126"/>
                </a:cxn>
                <a:cxn ang="0">
                  <a:pos x="96" y="128"/>
                </a:cxn>
                <a:cxn ang="0">
                  <a:pos x="89" y="128"/>
                </a:cxn>
                <a:cxn ang="0">
                  <a:pos x="88" y="141"/>
                </a:cxn>
                <a:cxn ang="0">
                  <a:pos x="77" y="140"/>
                </a:cxn>
                <a:cxn ang="0">
                  <a:pos x="66" y="136"/>
                </a:cxn>
                <a:cxn ang="0">
                  <a:pos x="66" y="126"/>
                </a:cxn>
                <a:cxn ang="0">
                  <a:pos x="58" y="122"/>
                </a:cxn>
                <a:cxn ang="0">
                  <a:pos x="57" y="110"/>
                </a:cxn>
                <a:cxn ang="0">
                  <a:pos x="51" y="97"/>
                </a:cxn>
                <a:cxn ang="0">
                  <a:pos x="37" y="84"/>
                </a:cxn>
                <a:cxn ang="0">
                  <a:pos x="44" y="77"/>
                </a:cxn>
                <a:cxn ang="0">
                  <a:pos x="36" y="65"/>
                </a:cxn>
                <a:cxn ang="0">
                  <a:pos x="32" y="57"/>
                </a:cxn>
                <a:cxn ang="0">
                  <a:pos x="17" y="47"/>
                </a:cxn>
                <a:cxn ang="0">
                  <a:pos x="2" y="46"/>
                </a:cxn>
                <a:cxn ang="0">
                  <a:pos x="2" y="34"/>
                </a:cxn>
                <a:cxn ang="0">
                  <a:pos x="6" y="20"/>
                </a:cxn>
                <a:cxn ang="0">
                  <a:pos x="27" y="25"/>
                </a:cxn>
                <a:cxn ang="0">
                  <a:pos x="43" y="27"/>
                </a:cxn>
                <a:cxn ang="0">
                  <a:pos x="51" y="30"/>
                </a:cxn>
                <a:cxn ang="0">
                  <a:pos x="60" y="24"/>
                </a:cxn>
                <a:cxn ang="0">
                  <a:pos x="68" y="27"/>
                </a:cxn>
                <a:cxn ang="0">
                  <a:pos x="75" y="21"/>
                </a:cxn>
                <a:cxn ang="0">
                  <a:pos x="92" y="12"/>
                </a:cxn>
                <a:cxn ang="0">
                  <a:pos x="111" y="4"/>
                </a:cxn>
                <a:cxn ang="0">
                  <a:pos x="125" y="3"/>
                </a:cxn>
                <a:cxn ang="0">
                  <a:pos x="137" y="3"/>
                </a:cxn>
                <a:cxn ang="0">
                  <a:pos x="148" y="14"/>
                </a:cxn>
                <a:cxn ang="0">
                  <a:pos x="160" y="22"/>
                </a:cxn>
                <a:cxn ang="0">
                  <a:pos x="171" y="22"/>
                </a:cxn>
                <a:cxn ang="0">
                  <a:pos x="177" y="27"/>
                </a:cxn>
                <a:cxn ang="0">
                  <a:pos x="183" y="37"/>
                </a:cxn>
                <a:cxn ang="0">
                  <a:pos x="176" y="43"/>
                </a:cxn>
                <a:cxn ang="0">
                  <a:pos x="181" y="54"/>
                </a:cxn>
                <a:cxn ang="0">
                  <a:pos x="172" y="60"/>
                </a:cxn>
                <a:cxn ang="0">
                  <a:pos x="176" y="68"/>
                </a:cxn>
                <a:cxn ang="0">
                  <a:pos x="184" y="79"/>
                </a:cxn>
              </a:cxnLst>
              <a:rect l="0" t="0" r="r" b="b"/>
              <a:pathLst>
                <a:path w="195" h="159">
                  <a:moveTo>
                    <a:pt x="195" y="85"/>
                  </a:moveTo>
                  <a:cubicBezTo>
                    <a:pt x="195" y="92"/>
                    <a:pt x="195" y="92"/>
                    <a:pt x="195" y="92"/>
                  </a:cubicBezTo>
                  <a:cubicBezTo>
                    <a:pt x="193" y="97"/>
                    <a:pt x="193" y="97"/>
                    <a:pt x="193" y="97"/>
                  </a:cubicBezTo>
                  <a:cubicBezTo>
                    <a:pt x="191" y="104"/>
                    <a:pt x="191" y="104"/>
                    <a:pt x="191" y="104"/>
                  </a:cubicBezTo>
                  <a:cubicBezTo>
                    <a:pt x="188" y="110"/>
                    <a:pt x="188" y="110"/>
                    <a:pt x="188" y="110"/>
                  </a:cubicBezTo>
                  <a:cubicBezTo>
                    <a:pt x="185" y="114"/>
                    <a:pt x="185" y="114"/>
                    <a:pt x="185" y="114"/>
                  </a:cubicBezTo>
                  <a:cubicBezTo>
                    <a:pt x="179" y="117"/>
                    <a:pt x="179" y="117"/>
                    <a:pt x="179" y="117"/>
                  </a:cubicBezTo>
                  <a:cubicBezTo>
                    <a:pt x="176" y="122"/>
                    <a:pt x="176" y="122"/>
                    <a:pt x="176" y="122"/>
                  </a:cubicBezTo>
                  <a:cubicBezTo>
                    <a:pt x="176" y="126"/>
                    <a:pt x="176" y="126"/>
                    <a:pt x="176" y="126"/>
                  </a:cubicBezTo>
                  <a:cubicBezTo>
                    <a:pt x="176" y="132"/>
                    <a:pt x="176" y="132"/>
                    <a:pt x="176" y="132"/>
                  </a:cubicBezTo>
                  <a:cubicBezTo>
                    <a:pt x="179" y="135"/>
                    <a:pt x="179" y="135"/>
                    <a:pt x="179" y="135"/>
                  </a:cubicBezTo>
                  <a:cubicBezTo>
                    <a:pt x="183" y="138"/>
                    <a:pt x="183" y="138"/>
                    <a:pt x="183" y="138"/>
                  </a:cubicBezTo>
                  <a:cubicBezTo>
                    <a:pt x="186" y="145"/>
                    <a:pt x="186" y="145"/>
                    <a:pt x="186" y="145"/>
                  </a:cubicBezTo>
                  <a:cubicBezTo>
                    <a:pt x="190" y="147"/>
                    <a:pt x="190" y="147"/>
                    <a:pt x="190" y="147"/>
                  </a:cubicBezTo>
                  <a:cubicBezTo>
                    <a:pt x="190" y="148"/>
                    <a:pt x="190" y="148"/>
                    <a:pt x="190" y="149"/>
                  </a:cubicBezTo>
                  <a:cubicBezTo>
                    <a:pt x="189" y="149"/>
                    <a:pt x="189" y="150"/>
                    <a:pt x="188" y="151"/>
                  </a:cubicBezTo>
                  <a:cubicBezTo>
                    <a:pt x="187" y="151"/>
                    <a:pt x="185" y="150"/>
                    <a:pt x="184" y="150"/>
                  </a:cubicBezTo>
                  <a:cubicBezTo>
                    <a:pt x="183" y="150"/>
                    <a:pt x="179" y="149"/>
                    <a:pt x="178" y="150"/>
                  </a:cubicBezTo>
                  <a:cubicBezTo>
                    <a:pt x="177" y="151"/>
                    <a:pt x="178" y="154"/>
                    <a:pt x="177" y="155"/>
                  </a:cubicBezTo>
                  <a:cubicBezTo>
                    <a:pt x="177" y="156"/>
                    <a:pt x="176" y="158"/>
                    <a:pt x="175" y="158"/>
                  </a:cubicBezTo>
                  <a:cubicBezTo>
                    <a:pt x="173" y="159"/>
                    <a:pt x="170" y="158"/>
                    <a:pt x="168" y="158"/>
                  </a:cubicBezTo>
                  <a:cubicBezTo>
                    <a:pt x="166" y="158"/>
                    <a:pt x="162" y="158"/>
                    <a:pt x="160" y="158"/>
                  </a:cubicBezTo>
                  <a:cubicBezTo>
                    <a:pt x="157" y="158"/>
                    <a:pt x="153" y="156"/>
                    <a:pt x="150" y="155"/>
                  </a:cubicBezTo>
                  <a:cubicBezTo>
                    <a:pt x="149" y="155"/>
                    <a:pt x="146" y="153"/>
                    <a:pt x="145" y="152"/>
                  </a:cubicBezTo>
                  <a:cubicBezTo>
                    <a:pt x="143" y="151"/>
                    <a:pt x="141" y="150"/>
                    <a:pt x="140" y="149"/>
                  </a:cubicBezTo>
                  <a:cubicBezTo>
                    <a:pt x="140" y="148"/>
                    <a:pt x="140" y="146"/>
                    <a:pt x="139" y="145"/>
                  </a:cubicBezTo>
                  <a:cubicBezTo>
                    <a:pt x="139" y="145"/>
                    <a:pt x="138" y="145"/>
                    <a:pt x="137" y="145"/>
                  </a:cubicBezTo>
                  <a:cubicBezTo>
                    <a:pt x="136" y="145"/>
                    <a:pt x="135" y="147"/>
                    <a:pt x="135" y="148"/>
                  </a:cubicBezTo>
                  <a:cubicBezTo>
                    <a:pt x="135" y="149"/>
                    <a:pt x="137" y="151"/>
                    <a:pt x="136" y="152"/>
                  </a:cubicBezTo>
                  <a:cubicBezTo>
                    <a:pt x="136" y="153"/>
                    <a:pt x="134" y="155"/>
                    <a:pt x="133" y="155"/>
                  </a:cubicBezTo>
                  <a:cubicBezTo>
                    <a:pt x="132" y="155"/>
                    <a:pt x="130" y="155"/>
                    <a:pt x="129" y="154"/>
                  </a:cubicBezTo>
                  <a:cubicBezTo>
                    <a:pt x="128" y="154"/>
                    <a:pt x="125" y="152"/>
                    <a:pt x="125" y="151"/>
                  </a:cubicBezTo>
                  <a:cubicBezTo>
                    <a:pt x="124" y="149"/>
                    <a:pt x="124" y="146"/>
                    <a:pt x="124" y="145"/>
                  </a:cubicBezTo>
                  <a:cubicBezTo>
                    <a:pt x="124" y="143"/>
                    <a:pt x="125" y="141"/>
                    <a:pt x="125" y="140"/>
                  </a:cubicBezTo>
                  <a:cubicBezTo>
                    <a:pt x="125" y="139"/>
                    <a:pt x="124" y="137"/>
                    <a:pt x="124" y="136"/>
                  </a:cubicBezTo>
                  <a:cubicBezTo>
                    <a:pt x="123" y="136"/>
                    <a:pt x="121" y="135"/>
                    <a:pt x="121" y="135"/>
                  </a:cubicBezTo>
                  <a:cubicBezTo>
                    <a:pt x="120" y="134"/>
                    <a:pt x="117" y="134"/>
                    <a:pt x="117" y="133"/>
                  </a:cubicBezTo>
                  <a:cubicBezTo>
                    <a:pt x="116" y="133"/>
                    <a:pt x="114" y="131"/>
                    <a:pt x="114" y="130"/>
                  </a:cubicBezTo>
                  <a:cubicBezTo>
                    <a:pt x="113" y="129"/>
                    <a:pt x="111" y="127"/>
                    <a:pt x="110" y="126"/>
                  </a:cubicBezTo>
                  <a:cubicBezTo>
                    <a:pt x="109" y="126"/>
                    <a:pt x="106" y="126"/>
                    <a:pt x="105" y="126"/>
                  </a:cubicBezTo>
                  <a:cubicBezTo>
                    <a:pt x="103" y="126"/>
                    <a:pt x="101" y="128"/>
                    <a:pt x="99" y="128"/>
                  </a:cubicBezTo>
                  <a:cubicBezTo>
                    <a:pt x="99" y="128"/>
                    <a:pt x="97" y="128"/>
                    <a:pt x="96" y="128"/>
                  </a:cubicBezTo>
                  <a:cubicBezTo>
                    <a:pt x="95" y="127"/>
                    <a:pt x="95" y="126"/>
                    <a:pt x="94" y="126"/>
                  </a:cubicBezTo>
                  <a:cubicBezTo>
                    <a:pt x="93" y="126"/>
                    <a:pt x="92" y="125"/>
                    <a:pt x="91" y="126"/>
                  </a:cubicBezTo>
                  <a:cubicBezTo>
                    <a:pt x="90" y="126"/>
                    <a:pt x="89" y="127"/>
                    <a:pt x="89" y="128"/>
                  </a:cubicBezTo>
                  <a:cubicBezTo>
                    <a:pt x="88" y="129"/>
                    <a:pt x="89" y="131"/>
                    <a:pt x="89" y="133"/>
                  </a:cubicBezTo>
                  <a:cubicBezTo>
                    <a:pt x="89" y="134"/>
                    <a:pt x="91" y="136"/>
                    <a:pt x="91" y="137"/>
                  </a:cubicBezTo>
                  <a:cubicBezTo>
                    <a:pt x="91" y="138"/>
                    <a:pt x="89" y="140"/>
                    <a:pt x="88" y="141"/>
                  </a:cubicBezTo>
                  <a:cubicBezTo>
                    <a:pt x="88" y="142"/>
                    <a:pt x="87" y="143"/>
                    <a:pt x="86" y="143"/>
                  </a:cubicBezTo>
                  <a:cubicBezTo>
                    <a:pt x="85" y="144"/>
                    <a:pt x="84" y="143"/>
                    <a:pt x="83" y="142"/>
                  </a:cubicBezTo>
                  <a:cubicBezTo>
                    <a:pt x="81" y="142"/>
                    <a:pt x="78" y="140"/>
                    <a:pt x="77" y="140"/>
                  </a:cubicBezTo>
                  <a:cubicBezTo>
                    <a:pt x="76" y="140"/>
                    <a:pt x="75" y="141"/>
                    <a:pt x="74" y="140"/>
                  </a:cubicBezTo>
                  <a:cubicBezTo>
                    <a:pt x="72" y="140"/>
                    <a:pt x="70" y="139"/>
                    <a:pt x="69" y="138"/>
                  </a:cubicBezTo>
                  <a:cubicBezTo>
                    <a:pt x="68" y="138"/>
                    <a:pt x="67" y="136"/>
                    <a:pt x="66" y="136"/>
                  </a:cubicBezTo>
                  <a:cubicBezTo>
                    <a:pt x="65" y="135"/>
                    <a:pt x="63" y="133"/>
                    <a:pt x="63" y="132"/>
                  </a:cubicBezTo>
                  <a:cubicBezTo>
                    <a:pt x="63" y="131"/>
                    <a:pt x="63" y="129"/>
                    <a:pt x="64" y="129"/>
                  </a:cubicBezTo>
                  <a:cubicBezTo>
                    <a:pt x="64" y="128"/>
                    <a:pt x="66" y="127"/>
                    <a:pt x="66" y="126"/>
                  </a:cubicBezTo>
                  <a:cubicBezTo>
                    <a:pt x="66" y="125"/>
                    <a:pt x="66" y="123"/>
                    <a:pt x="65" y="122"/>
                  </a:cubicBezTo>
                  <a:cubicBezTo>
                    <a:pt x="64" y="122"/>
                    <a:pt x="62" y="123"/>
                    <a:pt x="61" y="123"/>
                  </a:cubicBezTo>
                  <a:cubicBezTo>
                    <a:pt x="61" y="123"/>
                    <a:pt x="59" y="122"/>
                    <a:pt x="58" y="122"/>
                  </a:cubicBezTo>
                  <a:cubicBezTo>
                    <a:pt x="57" y="121"/>
                    <a:pt x="57" y="118"/>
                    <a:pt x="57" y="117"/>
                  </a:cubicBezTo>
                  <a:cubicBezTo>
                    <a:pt x="57" y="117"/>
                    <a:pt x="58" y="115"/>
                    <a:pt x="58" y="114"/>
                  </a:cubicBezTo>
                  <a:cubicBezTo>
                    <a:pt x="58" y="113"/>
                    <a:pt x="58" y="111"/>
                    <a:pt x="57" y="110"/>
                  </a:cubicBezTo>
                  <a:cubicBezTo>
                    <a:pt x="57" y="109"/>
                    <a:pt x="55" y="107"/>
                    <a:pt x="54" y="106"/>
                  </a:cubicBezTo>
                  <a:cubicBezTo>
                    <a:pt x="54" y="106"/>
                    <a:pt x="54" y="104"/>
                    <a:pt x="54" y="103"/>
                  </a:cubicBezTo>
                  <a:cubicBezTo>
                    <a:pt x="53" y="101"/>
                    <a:pt x="52" y="98"/>
                    <a:pt x="51" y="97"/>
                  </a:cubicBezTo>
                  <a:cubicBezTo>
                    <a:pt x="50" y="95"/>
                    <a:pt x="47" y="93"/>
                    <a:pt x="46" y="92"/>
                  </a:cubicBezTo>
                  <a:cubicBezTo>
                    <a:pt x="44" y="91"/>
                    <a:pt x="41" y="90"/>
                    <a:pt x="39" y="88"/>
                  </a:cubicBezTo>
                  <a:cubicBezTo>
                    <a:pt x="38" y="87"/>
                    <a:pt x="37" y="85"/>
                    <a:pt x="37" y="84"/>
                  </a:cubicBezTo>
                  <a:cubicBezTo>
                    <a:pt x="37" y="83"/>
                    <a:pt x="38" y="81"/>
                    <a:pt x="38" y="81"/>
                  </a:cubicBezTo>
                  <a:cubicBezTo>
                    <a:pt x="39" y="80"/>
                    <a:pt x="40" y="80"/>
                    <a:pt x="41" y="80"/>
                  </a:cubicBezTo>
                  <a:cubicBezTo>
                    <a:pt x="42" y="79"/>
                    <a:pt x="43" y="78"/>
                    <a:pt x="44" y="77"/>
                  </a:cubicBezTo>
                  <a:cubicBezTo>
                    <a:pt x="44" y="76"/>
                    <a:pt x="44" y="74"/>
                    <a:pt x="44" y="73"/>
                  </a:cubicBezTo>
                  <a:cubicBezTo>
                    <a:pt x="43" y="71"/>
                    <a:pt x="40" y="70"/>
                    <a:pt x="38" y="69"/>
                  </a:cubicBezTo>
                  <a:cubicBezTo>
                    <a:pt x="38" y="68"/>
                    <a:pt x="37" y="66"/>
                    <a:pt x="36" y="65"/>
                  </a:cubicBezTo>
                  <a:cubicBezTo>
                    <a:pt x="36" y="64"/>
                    <a:pt x="36" y="63"/>
                    <a:pt x="36" y="62"/>
                  </a:cubicBezTo>
                  <a:cubicBezTo>
                    <a:pt x="36" y="61"/>
                    <a:pt x="36" y="59"/>
                    <a:pt x="36" y="58"/>
                  </a:cubicBezTo>
                  <a:cubicBezTo>
                    <a:pt x="35" y="57"/>
                    <a:pt x="33" y="57"/>
                    <a:pt x="32" y="57"/>
                  </a:cubicBezTo>
                  <a:cubicBezTo>
                    <a:pt x="31" y="56"/>
                    <a:pt x="29" y="53"/>
                    <a:pt x="28" y="52"/>
                  </a:cubicBezTo>
                  <a:cubicBezTo>
                    <a:pt x="27" y="52"/>
                    <a:pt x="23" y="51"/>
                    <a:pt x="22" y="50"/>
                  </a:cubicBezTo>
                  <a:cubicBezTo>
                    <a:pt x="21" y="49"/>
                    <a:pt x="19" y="47"/>
                    <a:pt x="17" y="47"/>
                  </a:cubicBezTo>
                  <a:cubicBezTo>
                    <a:pt x="16" y="46"/>
                    <a:pt x="14" y="46"/>
                    <a:pt x="12" y="46"/>
                  </a:cubicBezTo>
                  <a:cubicBezTo>
                    <a:pt x="11" y="46"/>
                    <a:pt x="8" y="47"/>
                    <a:pt x="7" y="47"/>
                  </a:cubicBezTo>
                  <a:cubicBezTo>
                    <a:pt x="6" y="47"/>
                    <a:pt x="3" y="47"/>
                    <a:pt x="2" y="46"/>
                  </a:cubicBezTo>
                  <a:cubicBezTo>
                    <a:pt x="1" y="46"/>
                    <a:pt x="1" y="44"/>
                    <a:pt x="0" y="43"/>
                  </a:cubicBezTo>
                  <a:cubicBezTo>
                    <a:pt x="0" y="42"/>
                    <a:pt x="0" y="40"/>
                    <a:pt x="0" y="39"/>
                  </a:cubicBezTo>
                  <a:cubicBezTo>
                    <a:pt x="0" y="38"/>
                    <a:pt x="2" y="35"/>
                    <a:pt x="2" y="34"/>
                  </a:cubicBezTo>
                  <a:cubicBezTo>
                    <a:pt x="3" y="33"/>
                    <a:pt x="5" y="30"/>
                    <a:pt x="5" y="28"/>
                  </a:cubicBezTo>
                  <a:cubicBezTo>
                    <a:pt x="5" y="26"/>
                    <a:pt x="6" y="23"/>
                    <a:pt x="6" y="21"/>
                  </a:cubicBezTo>
                  <a:cubicBezTo>
                    <a:pt x="6" y="21"/>
                    <a:pt x="6" y="20"/>
                    <a:pt x="6" y="20"/>
                  </a:cubicBezTo>
                  <a:cubicBezTo>
                    <a:pt x="11" y="20"/>
                    <a:pt x="11" y="20"/>
                    <a:pt x="11" y="20"/>
                  </a:cubicBezTo>
                  <a:cubicBezTo>
                    <a:pt x="19" y="20"/>
                    <a:pt x="19" y="20"/>
                    <a:pt x="19" y="20"/>
                  </a:cubicBezTo>
                  <a:cubicBezTo>
                    <a:pt x="27" y="25"/>
                    <a:pt x="27" y="25"/>
                    <a:pt x="27" y="25"/>
                  </a:cubicBezTo>
                  <a:cubicBezTo>
                    <a:pt x="34" y="27"/>
                    <a:pt x="34" y="27"/>
                    <a:pt x="34" y="27"/>
                  </a:cubicBezTo>
                  <a:cubicBezTo>
                    <a:pt x="39" y="27"/>
                    <a:pt x="39" y="27"/>
                    <a:pt x="39" y="27"/>
                  </a:cubicBezTo>
                  <a:cubicBezTo>
                    <a:pt x="43" y="27"/>
                    <a:pt x="43" y="27"/>
                    <a:pt x="43" y="27"/>
                  </a:cubicBezTo>
                  <a:cubicBezTo>
                    <a:pt x="44" y="29"/>
                    <a:pt x="44" y="29"/>
                    <a:pt x="44" y="29"/>
                  </a:cubicBezTo>
                  <a:cubicBezTo>
                    <a:pt x="48" y="32"/>
                    <a:pt x="48" y="32"/>
                    <a:pt x="48" y="32"/>
                  </a:cubicBezTo>
                  <a:cubicBezTo>
                    <a:pt x="51" y="30"/>
                    <a:pt x="51" y="30"/>
                    <a:pt x="51" y="30"/>
                  </a:cubicBezTo>
                  <a:cubicBezTo>
                    <a:pt x="54" y="26"/>
                    <a:pt x="54" y="26"/>
                    <a:pt x="54" y="26"/>
                  </a:cubicBezTo>
                  <a:cubicBezTo>
                    <a:pt x="57" y="25"/>
                    <a:pt x="57" y="25"/>
                    <a:pt x="57" y="25"/>
                  </a:cubicBezTo>
                  <a:cubicBezTo>
                    <a:pt x="60" y="24"/>
                    <a:pt x="60" y="24"/>
                    <a:pt x="60" y="24"/>
                  </a:cubicBezTo>
                  <a:cubicBezTo>
                    <a:pt x="62" y="24"/>
                    <a:pt x="62" y="24"/>
                    <a:pt x="62" y="24"/>
                  </a:cubicBezTo>
                  <a:cubicBezTo>
                    <a:pt x="64" y="26"/>
                    <a:pt x="64" y="26"/>
                    <a:pt x="64" y="26"/>
                  </a:cubicBezTo>
                  <a:cubicBezTo>
                    <a:pt x="68" y="27"/>
                    <a:pt x="68" y="27"/>
                    <a:pt x="68" y="27"/>
                  </a:cubicBezTo>
                  <a:cubicBezTo>
                    <a:pt x="70" y="25"/>
                    <a:pt x="70" y="25"/>
                    <a:pt x="70" y="25"/>
                  </a:cubicBezTo>
                  <a:cubicBezTo>
                    <a:pt x="72" y="22"/>
                    <a:pt x="72" y="22"/>
                    <a:pt x="72" y="22"/>
                  </a:cubicBezTo>
                  <a:cubicBezTo>
                    <a:pt x="75" y="21"/>
                    <a:pt x="75" y="21"/>
                    <a:pt x="75" y="21"/>
                  </a:cubicBezTo>
                  <a:cubicBezTo>
                    <a:pt x="79" y="21"/>
                    <a:pt x="79" y="21"/>
                    <a:pt x="79" y="21"/>
                  </a:cubicBezTo>
                  <a:cubicBezTo>
                    <a:pt x="86" y="17"/>
                    <a:pt x="86" y="17"/>
                    <a:pt x="86" y="17"/>
                  </a:cubicBezTo>
                  <a:cubicBezTo>
                    <a:pt x="92" y="12"/>
                    <a:pt x="92" y="12"/>
                    <a:pt x="92" y="12"/>
                  </a:cubicBezTo>
                  <a:cubicBezTo>
                    <a:pt x="100" y="8"/>
                    <a:pt x="100" y="8"/>
                    <a:pt x="100" y="8"/>
                  </a:cubicBezTo>
                  <a:cubicBezTo>
                    <a:pt x="107" y="6"/>
                    <a:pt x="107" y="6"/>
                    <a:pt x="107" y="6"/>
                  </a:cubicBezTo>
                  <a:cubicBezTo>
                    <a:pt x="111" y="4"/>
                    <a:pt x="111" y="4"/>
                    <a:pt x="111" y="4"/>
                  </a:cubicBezTo>
                  <a:cubicBezTo>
                    <a:pt x="114" y="0"/>
                    <a:pt x="114" y="0"/>
                    <a:pt x="114" y="0"/>
                  </a:cubicBezTo>
                  <a:cubicBezTo>
                    <a:pt x="120" y="1"/>
                    <a:pt x="120" y="1"/>
                    <a:pt x="120" y="1"/>
                  </a:cubicBezTo>
                  <a:cubicBezTo>
                    <a:pt x="125" y="3"/>
                    <a:pt x="125" y="3"/>
                    <a:pt x="125" y="3"/>
                  </a:cubicBezTo>
                  <a:cubicBezTo>
                    <a:pt x="129" y="4"/>
                    <a:pt x="129" y="4"/>
                    <a:pt x="129" y="4"/>
                  </a:cubicBezTo>
                  <a:cubicBezTo>
                    <a:pt x="133" y="2"/>
                    <a:pt x="133" y="2"/>
                    <a:pt x="133" y="2"/>
                  </a:cubicBezTo>
                  <a:cubicBezTo>
                    <a:pt x="137" y="3"/>
                    <a:pt x="137" y="3"/>
                    <a:pt x="137" y="3"/>
                  </a:cubicBezTo>
                  <a:cubicBezTo>
                    <a:pt x="139" y="7"/>
                    <a:pt x="139" y="7"/>
                    <a:pt x="139" y="7"/>
                  </a:cubicBezTo>
                  <a:cubicBezTo>
                    <a:pt x="142" y="12"/>
                    <a:pt x="142" y="12"/>
                    <a:pt x="142" y="12"/>
                  </a:cubicBezTo>
                  <a:cubicBezTo>
                    <a:pt x="148" y="14"/>
                    <a:pt x="148" y="14"/>
                    <a:pt x="148" y="14"/>
                  </a:cubicBezTo>
                  <a:cubicBezTo>
                    <a:pt x="152" y="14"/>
                    <a:pt x="152" y="14"/>
                    <a:pt x="152" y="14"/>
                  </a:cubicBezTo>
                  <a:cubicBezTo>
                    <a:pt x="157" y="17"/>
                    <a:pt x="157" y="17"/>
                    <a:pt x="157" y="17"/>
                  </a:cubicBezTo>
                  <a:cubicBezTo>
                    <a:pt x="160" y="22"/>
                    <a:pt x="160" y="22"/>
                    <a:pt x="160" y="22"/>
                  </a:cubicBezTo>
                  <a:cubicBezTo>
                    <a:pt x="166" y="24"/>
                    <a:pt x="166" y="24"/>
                    <a:pt x="166" y="24"/>
                  </a:cubicBezTo>
                  <a:cubicBezTo>
                    <a:pt x="169" y="24"/>
                    <a:pt x="169" y="24"/>
                    <a:pt x="169" y="24"/>
                  </a:cubicBezTo>
                  <a:cubicBezTo>
                    <a:pt x="171" y="22"/>
                    <a:pt x="171" y="22"/>
                    <a:pt x="171" y="22"/>
                  </a:cubicBezTo>
                  <a:cubicBezTo>
                    <a:pt x="174" y="22"/>
                    <a:pt x="174" y="22"/>
                    <a:pt x="174" y="22"/>
                  </a:cubicBezTo>
                  <a:cubicBezTo>
                    <a:pt x="175" y="25"/>
                    <a:pt x="175" y="25"/>
                    <a:pt x="175" y="25"/>
                  </a:cubicBezTo>
                  <a:cubicBezTo>
                    <a:pt x="177" y="27"/>
                    <a:pt x="177" y="27"/>
                    <a:pt x="177" y="27"/>
                  </a:cubicBezTo>
                  <a:cubicBezTo>
                    <a:pt x="179" y="30"/>
                    <a:pt x="179" y="30"/>
                    <a:pt x="179" y="30"/>
                  </a:cubicBezTo>
                  <a:cubicBezTo>
                    <a:pt x="182" y="34"/>
                    <a:pt x="182" y="34"/>
                    <a:pt x="182" y="34"/>
                  </a:cubicBezTo>
                  <a:cubicBezTo>
                    <a:pt x="183" y="37"/>
                    <a:pt x="183" y="37"/>
                    <a:pt x="183" y="37"/>
                  </a:cubicBezTo>
                  <a:cubicBezTo>
                    <a:pt x="180" y="38"/>
                    <a:pt x="180" y="38"/>
                    <a:pt x="180" y="38"/>
                  </a:cubicBezTo>
                  <a:cubicBezTo>
                    <a:pt x="177" y="38"/>
                    <a:pt x="177" y="38"/>
                    <a:pt x="177" y="38"/>
                  </a:cubicBezTo>
                  <a:cubicBezTo>
                    <a:pt x="176" y="43"/>
                    <a:pt x="176" y="43"/>
                    <a:pt x="176" y="43"/>
                  </a:cubicBezTo>
                  <a:cubicBezTo>
                    <a:pt x="176" y="47"/>
                    <a:pt x="176" y="47"/>
                    <a:pt x="176" y="47"/>
                  </a:cubicBezTo>
                  <a:cubicBezTo>
                    <a:pt x="178" y="51"/>
                    <a:pt x="178" y="51"/>
                    <a:pt x="178" y="51"/>
                  </a:cubicBezTo>
                  <a:cubicBezTo>
                    <a:pt x="181" y="54"/>
                    <a:pt x="181" y="54"/>
                    <a:pt x="181" y="54"/>
                  </a:cubicBezTo>
                  <a:cubicBezTo>
                    <a:pt x="179" y="57"/>
                    <a:pt x="179" y="57"/>
                    <a:pt x="179" y="57"/>
                  </a:cubicBezTo>
                  <a:cubicBezTo>
                    <a:pt x="176" y="59"/>
                    <a:pt x="176" y="59"/>
                    <a:pt x="176" y="59"/>
                  </a:cubicBezTo>
                  <a:cubicBezTo>
                    <a:pt x="172" y="60"/>
                    <a:pt x="172" y="60"/>
                    <a:pt x="172" y="60"/>
                  </a:cubicBezTo>
                  <a:cubicBezTo>
                    <a:pt x="169" y="63"/>
                    <a:pt x="169" y="63"/>
                    <a:pt x="169" y="63"/>
                  </a:cubicBezTo>
                  <a:cubicBezTo>
                    <a:pt x="171" y="66"/>
                    <a:pt x="171" y="66"/>
                    <a:pt x="171" y="66"/>
                  </a:cubicBezTo>
                  <a:cubicBezTo>
                    <a:pt x="176" y="68"/>
                    <a:pt x="176" y="68"/>
                    <a:pt x="176" y="68"/>
                  </a:cubicBezTo>
                  <a:cubicBezTo>
                    <a:pt x="179" y="71"/>
                    <a:pt x="179" y="71"/>
                    <a:pt x="179" y="71"/>
                  </a:cubicBezTo>
                  <a:cubicBezTo>
                    <a:pt x="179" y="76"/>
                    <a:pt x="179" y="76"/>
                    <a:pt x="179" y="76"/>
                  </a:cubicBezTo>
                  <a:cubicBezTo>
                    <a:pt x="184" y="79"/>
                    <a:pt x="184" y="79"/>
                    <a:pt x="184" y="79"/>
                  </a:cubicBezTo>
                  <a:cubicBezTo>
                    <a:pt x="189" y="80"/>
                    <a:pt x="189" y="80"/>
                    <a:pt x="189" y="80"/>
                  </a:cubicBezTo>
                  <a:lnTo>
                    <a:pt x="195" y="85"/>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27"/>
            <p:cNvSpPr>
              <a:spLocks/>
            </p:cNvSpPr>
            <p:nvPr/>
          </p:nvSpPr>
          <p:spPr bwMode="auto">
            <a:xfrm>
              <a:off x="703263" y="2897188"/>
              <a:ext cx="803275" cy="1049338"/>
            </a:xfrm>
            <a:custGeom>
              <a:avLst/>
              <a:gdLst/>
              <a:ahLst/>
              <a:cxnLst>
                <a:cxn ang="0">
                  <a:pos x="430" y="434"/>
                </a:cxn>
                <a:cxn ang="0">
                  <a:pos x="427" y="453"/>
                </a:cxn>
                <a:cxn ang="0">
                  <a:pos x="435" y="462"/>
                </a:cxn>
                <a:cxn ang="0">
                  <a:pos x="422" y="490"/>
                </a:cxn>
                <a:cxn ang="0">
                  <a:pos x="410" y="521"/>
                </a:cxn>
                <a:cxn ang="0">
                  <a:pos x="390" y="565"/>
                </a:cxn>
                <a:cxn ang="0">
                  <a:pos x="356" y="564"/>
                </a:cxn>
                <a:cxn ang="0">
                  <a:pos x="321" y="547"/>
                </a:cxn>
                <a:cxn ang="0">
                  <a:pos x="293" y="546"/>
                </a:cxn>
                <a:cxn ang="0">
                  <a:pos x="256" y="534"/>
                </a:cxn>
                <a:cxn ang="0">
                  <a:pos x="237" y="508"/>
                </a:cxn>
                <a:cxn ang="0">
                  <a:pos x="207" y="491"/>
                </a:cxn>
                <a:cxn ang="0">
                  <a:pos x="226" y="450"/>
                </a:cxn>
                <a:cxn ang="0">
                  <a:pos x="203" y="425"/>
                </a:cxn>
                <a:cxn ang="0">
                  <a:pos x="211" y="403"/>
                </a:cxn>
                <a:cxn ang="0">
                  <a:pos x="200" y="389"/>
                </a:cxn>
                <a:cxn ang="0">
                  <a:pos x="168" y="368"/>
                </a:cxn>
                <a:cxn ang="0">
                  <a:pos x="131" y="373"/>
                </a:cxn>
                <a:cxn ang="0">
                  <a:pos x="95" y="391"/>
                </a:cxn>
                <a:cxn ang="0">
                  <a:pos x="74" y="392"/>
                </a:cxn>
                <a:cxn ang="0">
                  <a:pos x="37" y="374"/>
                </a:cxn>
                <a:cxn ang="0">
                  <a:pos x="68" y="336"/>
                </a:cxn>
                <a:cxn ang="0">
                  <a:pos x="44" y="303"/>
                </a:cxn>
                <a:cxn ang="0">
                  <a:pos x="15" y="277"/>
                </a:cxn>
                <a:cxn ang="0">
                  <a:pos x="1" y="218"/>
                </a:cxn>
                <a:cxn ang="0">
                  <a:pos x="18" y="184"/>
                </a:cxn>
                <a:cxn ang="0">
                  <a:pos x="53" y="164"/>
                </a:cxn>
                <a:cxn ang="0">
                  <a:pos x="62" y="146"/>
                </a:cxn>
                <a:cxn ang="0">
                  <a:pos x="85" y="151"/>
                </a:cxn>
                <a:cxn ang="0">
                  <a:pos x="105" y="153"/>
                </a:cxn>
                <a:cxn ang="0">
                  <a:pos x="127" y="155"/>
                </a:cxn>
                <a:cxn ang="0">
                  <a:pos x="123" y="129"/>
                </a:cxn>
                <a:cxn ang="0">
                  <a:pos x="140" y="130"/>
                </a:cxn>
                <a:cxn ang="0">
                  <a:pos x="149" y="111"/>
                </a:cxn>
                <a:cxn ang="0">
                  <a:pos x="167" y="99"/>
                </a:cxn>
                <a:cxn ang="0">
                  <a:pos x="191" y="88"/>
                </a:cxn>
                <a:cxn ang="0">
                  <a:pos x="211" y="79"/>
                </a:cxn>
                <a:cxn ang="0">
                  <a:pos x="239" y="72"/>
                </a:cxn>
                <a:cxn ang="0">
                  <a:pos x="263" y="57"/>
                </a:cxn>
                <a:cxn ang="0">
                  <a:pos x="287" y="48"/>
                </a:cxn>
                <a:cxn ang="0">
                  <a:pos x="300" y="30"/>
                </a:cxn>
                <a:cxn ang="0">
                  <a:pos x="313" y="18"/>
                </a:cxn>
                <a:cxn ang="0">
                  <a:pos x="330" y="4"/>
                </a:cxn>
                <a:cxn ang="0">
                  <a:pos x="342" y="24"/>
                </a:cxn>
                <a:cxn ang="0">
                  <a:pos x="354" y="48"/>
                </a:cxn>
                <a:cxn ang="0">
                  <a:pos x="379" y="71"/>
                </a:cxn>
                <a:cxn ang="0">
                  <a:pos x="384" y="102"/>
                </a:cxn>
                <a:cxn ang="0">
                  <a:pos x="362" y="110"/>
                </a:cxn>
                <a:cxn ang="0">
                  <a:pos x="352" y="143"/>
                </a:cxn>
                <a:cxn ang="0">
                  <a:pos x="375" y="178"/>
                </a:cxn>
                <a:cxn ang="0">
                  <a:pos x="359" y="197"/>
                </a:cxn>
                <a:cxn ang="0">
                  <a:pos x="339" y="207"/>
                </a:cxn>
                <a:cxn ang="0">
                  <a:pos x="339" y="238"/>
                </a:cxn>
                <a:cxn ang="0">
                  <a:pos x="311" y="250"/>
                </a:cxn>
                <a:cxn ang="0">
                  <a:pos x="332" y="276"/>
                </a:cxn>
                <a:cxn ang="0">
                  <a:pos x="382" y="262"/>
                </a:cxn>
                <a:cxn ang="0">
                  <a:pos x="415" y="294"/>
                </a:cxn>
                <a:cxn ang="0">
                  <a:pos x="419" y="327"/>
                </a:cxn>
                <a:cxn ang="0">
                  <a:pos x="426" y="355"/>
                </a:cxn>
                <a:cxn ang="0">
                  <a:pos x="420" y="386"/>
                </a:cxn>
              </a:cxnLst>
              <a:rect l="0" t="0" r="r" b="b"/>
              <a:pathLst>
                <a:path w="438" h="572">
                  <a:moveTo>
                    <a:pt x="425" y="395"/>
                  </a:moveTo>
                  <a:cubicBezTo>
                    <a:pt x="426" y="399"/>
                    <a:pt x="426" y="399"/>
                    <a:pt x="426" y="399"/>
                  </a:cubicBezTo>
                  <a:cubicBezTo>
                    <a:pt x="426" y="406"/>
                    <a:pt x="426" y="406"/>
                    <a:pt x="426" y="406"/>
                  </a:cubicBezTo>
                  <a:cubicBezTo>
                    <a:pt x="428" y="414"/>
                    <a:pt x="428" y="414"/>
                    <a:pt x="428" y="414"/>
                  </a:cubicBezTo>
                  <a:cubicBezTo>
                    <a:pt x="429" y="422"/>
                    <a:pt x="429" y="422"/>
                    <a:pt x="429" y="422"/>
                  </a:cubicBezTo>
                  <a:cubicBezTo>
                    <a:pt x="429" y="427"/>
                    <a:pt x="429" y="427"/>
                    <a:pt x="429" y="427"/>
                  </a:cubicBezTo>
                  <a:cubicBezTo>
                    <a:pt x="428" y="432"/>
                    <a:pt x="428" y="432"/>
                    <a:pt x="428" y="432"/>
                  </a:cubicBezTo>
                  <a:cubicBezTo>
                    <a:pt x="430" y="434"/>
                    <a:pt x="430" y="434"/>
                    <a:pt x="430" y="434"/>
                  </a:cubicBezTo>
                  <a:cubicBezTo>
                    <a:pt x="433" y="434"/>
                    <a:pt x="433" y="434"/>
                    <a:pt x="433" y="434"/>
                  </a:cubicBezTo>
                  <a:cubicBezTo>
                    <a:pt x="435" y="436"/>
                    <a:pt x="435" y="436"/>
                    <a:pt x="435" y="436"/>
                  </a:cubicBezTo>
                  <a:cubicBezTo>
                    <a:pt x="436" y="439"/>
                    <a:pt x="436" y="439"/>
                    <a:pt x="436" y="439"/>
                  </a:cubicBezTo>
                  <a:cubicBezTo>
                    <a:pt x="438" y="444"/>
                    <a:pt x="438" y="444"/>
                    <a:pt x="438" y="444"/>
                  </a:cubicBezTo>
                  <a:cubicBezTo>
                    <a:pt x="437" y="448"/>
                    <a:pt x="437" y="448"/>
                    <a:pt x="437" y="448"/>
                  </a:cubicBezTo>
                  <a:cubicBezTo>
                    <a:pt x="432" y="449"/>
                    <a:pt x="432" y="449"/>
                    <a:pt x="432" y="449"/>
                  </a:cubicBezTo>
                  <a:cubicBezTo>
                    <a:pt x="430" y="452"/>
                    <a:pt x="430" y="452"/>
                    <a:pt x="430" y="452"/>
                  </a:cubicBezTo>
                  <a:cubicBezTo>
                    <a:pt x="427" y="453"/>
                    <a:pt x="427" y="453"/>
                    <a:pt x="427" y="453"/>
                  </a:cubicBezTo>
                  <a:cubicBezTo>
                    <a:pt x="426" y="457"/>
                    <a:pt x="426" y="457"/>
                    <a:pt x="426" y="457"/>
                  </a:cubicBezTo>
                  <a:cubicBezTo>
                    <a:pt x="427" y="459"/>
                    <a:pt x="427" y="459"/>
                    <a:pt x="427" y="459"/>
                  </a:cubicBezTo>
                  <a:cubicBezTo>
                    <a:pt x="429" y="457"/>
                    <a:pt x="429" y="457"/>
                    <a:pt x="429" y="457"/>
                  </a:cubicBezTo>
                  <a:cubicBezTo>
                    <a:pt x="432" y="457"/>
                    <a:pt x="432" y="457"/>
                    <a:pt x="432" y="457"/>
                  </a:cubicBezTo>
                  <a:cubicBezTo>
                    <a:pt x="433" y="455"/>
                    <a:pt x="433" y="455"/>
                    <a:pt x="433" y="455"/>
                  </a:cubicBezTo>
                  <a:cubicBezTo>
                    <a:pt x="435" y="455"/>
                    <a:pt x="435" y="455"/>
                    <a:pt x="435" y="455"/>
                  </a:cubicBezTo>
                  <a:cubicBezTo>
                    <a:pt x="437" y="458"/>
                    <a:pt x="437" y="458"/>
                    <a:pt x="437" y="458"/>
                  </a:cubicBezTo>
                  <a:cubicBezTo>
                    <a:pt x="435" y="462"/>
                    <a:pt x="435" y="462"/>
                    <a:pt x="435" y="462"/>
                  </a:cubicBezTo>
                  <a:cubicBezTo>
                    <a:pt x="432" y="465"/>
                    <a:pt x="432" y="465"/>
                    <a:pt x="432" y="465"/>
                  </a:cubicBezTo>
                  <a:cubicBezTo>
                    <a:pt x="430" y="469"/>
                    <a:pt x="430" y="469"/>
                    <a:pt x="430" y="469"/>
                  </a:cubicBezTo>
                  <a:cubicBezTo>
                    <a:pt x="430" y="474"/>
                    <a:pt x="430" y="474"/>
                    <a:pt x="430" y="474"/>
                  </a:cubicBezTo>
                  <a:cubicBezTo>
                    <a:pt x="433" y="476"/>
                    <a:pt x="433" y="476"/>
                    <a:pt x="433" y="476"/>
                  </a:cubicBezTo>
                  <a:cubicBezTo>
                    <a:pt x="434" y="481"/>
                    <a:pt x="434" y="481"/>
                    <a:pt x="434" y="481"/>
                  </a:cubicBezTo>
                  <a:cubicBezTo>
                    <a:pt x="432" y="485"/>
                    <a:pt x="432" y="485"/>
                    <a:pt x="432" y="485"/>
                  </a:cubicBezTo>
                  <a:cubicBezTo>
                    <a:pt x="426" y="488"/>
                    <a:pt x="426" y="488"/>
                    <a:pt x="426" y="488"/>
                  </a:cubicBezTo>
                  <a:cubicBezTo>
                    <a:pt x="422" y="490"/>
                    <a:pt x="422" y="490"/>
                    <a:pt x="422" y="490"/>
                  </a:cubicBezTo>
                  <a:cubicBezTo>
                    <a:pt x="419" y="494"/>
                    <a:pt x="419" y="494"/>
                    <a:pt x="419" y="494"/>
                  </a:cubicBezTo>
                  <a:cubicBezTo>
                    <a:pt x="415" y="496"/>
                    <a:pt x="415" y="496"/>
                    <a:pt x="415" y="496"/>
                  </a:cubicBezTo>
                  <a:cubicBezTo>
                    <a:pt x="415" y="500"/>
                    <a:pt x="415" y="500"/>
                    <a:pt x="415" y="500"/>
                  </a:cubicBezTo>
                  <a:cubicBezTo>
                    <a:pt x="418" y="502"/>
                    <a:pt x="418" y="502"/>
                    <a:pt x="418" y="502"/>
                  </a:cubicBezTo>
                  <a:cubicBezTo>
                    <a:pt x="418" y="505"/>
                    <a:pt x="418" y="505"/>
                    <a:pt x="418" y="505"/>
                  </a:cubicBezTo>
                  <a:cubicBezTo>
                    <a:pt x="413" y="508"/>
                    <a:pt x="413" y="508"/>
                    <a:pt x="413" y="508"/>
                  </a:cubicBezTo>
                  <a:cubicBezTo>
                    <a:pt x="411" y="516"/>
                    <a:pt x="411" y="516"/>
                    <a:pt x="411" y="516"/>
                  </a:cubicBezTo>
                  <a:cubicBezTo>
                    <a:pt x="410" y="521"/>
                    <a:pt x="410" y="521"/>
                    <a:pt x="410" y="521"/>
                  </a:cubicBezTo>
                  <a:cubicBezTo>
                    <a:pt x="409" y="526"/>
                    <a:pt x="409" y="526"/>
                    <a:pt x="409" y="526"/>
                  </a:cubicBezTo>
                  <a:cubicBezTo>
                    <a:pt x="410" y="531"/>
                    <a:pt x="410" y="531"/>
                    <a:pt x="410" y="531"/>
                  </a:cubicBezTo>
                  <a:cubicBezTo>
                    <a:pt x="408" y="537"/>
                    <a:pt x="408" y="537"/>
                    <a:pt x="408" y="537"/>
                  </a:cubicBezTo>
                  <a:cubicBezTo>
                    <a:pt x="404" y="540"/>
                    <a:pt x="404" y="540"/>
                    <a:pt x="404" y="540"/>
                  </a:cubicBezTo>
                  <a:cubicBezTo>
                    <a:pt x="399" y="545"/>
                    <a:pt x="399" y="545"/>
                    <a:pt x="399" y="545"/>
                  </a:cubicBezTo>
                  <a:cubicBezTo>
                    <a:pt x="397" y="552"/>
                    <a:pt x="397" y="552"/>
                    <a:pt x="397" y="552"/>
                  </a:cubicBezTo>
                  <a:cubicBezTo>
                    <a:pt x="397" y="558"/>
                    <a:pt x="397" y="558"/>
                    <a:pt x="397" y="558"/>
                  </a:cubicBezTo>
                  <a:cubicBezTo>
                    <a:pt x="390" y="565"/>
                    <a:pt x="390" y="565"/>
                    <a:pt x="390" y="565"/>
                  </a:cubicBezTo>
                  <a:cubicBezTo>
                    <a:pt x="385" y="571"/>
                    <a:pt x="385" y="571"/>
                    <a:pt x="385" y="571"/>
                  </a:cubicBezTo>
                  <a:cubicBezTo>
                    <a:pt x="383" y="572"/>
                    <a:pt x="383" y="572"/>
                    <a:pt x="383" y="572"/>
                  </a:cubicBezTo>
                  <a:cubicBezTo>
                    <a:pt x="383" y="572"/>
                    <a:pt x="383" y="572"/>
                    <a:pt x="383" y="572"/>
                  </a:cubicBezTo>
                  <a:cubicBezTo>
                    <a:pt x="382" y="571"/>
                    <a:pt x="381" y="572"/>
                    <a:pt x="381" y="572"/>
                  </a:cubicBezTo>
                  <a:cubicBezTo>
                    <a:pt x="380" y="572"/>
                    <a:pt x="379" y="572"/>
                    <a:pt x="378" y="571"/>
                  </a:cubicBezTo>
                  <a:cubicBezTo>
                    <a:pt x="376" y="571"/>
                    <a:pt x="373" y="569"/>
                    <a:pt x="372" y="569"/>
                  </a:cubicBezTo>
                  <a:cubicBezTo>
                    <a:pt x="370" y="569"/>
                    <a:pt x="367" y="569"/>
                    <a:pt x="365" y="568"/>
                  </a:cubicBezTo>
                  <a:cubicBezTo>
                    <a:pt x="363" y="568"/>
                    <a:pt x="358" y="566"/>
                    <a:pt x="356" y="564"/>
                  </a:cubicBezTo>
                  <a:cubicBezTo>
                    <a:pt x="354" y="563"/>
                    <a:pt x="351" y="561"/>
                    <a:pt x="350" y="560"/>
                  </a:cubicBezTo>
                  <a:cubicBezTo>
                    <a:pt x="348" y="559"/>
                    <a:pt x="346" y="557"/>
                    <a:pt x="345" y="556"/>
                  </a:cubicBezTo>
                  <a:cubicBezTo>
                    <a:pt x="344" y="555"/>
                    <a:pt x="341" y="554"/>
                    <a:pt x="340" y="553"/>
                  </a:cubicBezTo>
                  <a:cubicBezTo>
                    <a:pt x="339" y="553"/>
                    <a:pt x="337" y="553"/>
                    <a:pt x="336" y="553"/>
                  </a:cubicBezTo>
                  <a:cubicBezTo>
                    <a:pt x="335" y="553"/>
                    <a:pt x="333" y="552"/>
                    <a:pt x="332" y="552"/>
                  </a:cubicBezTo>
                  <a:cubicBezTo>
                    <a:pt x="331" y="551"/>
                    <a:pt x="330" y="549"/>
                    <a:pt x="329" y="549"/>
                  </a:cubicBezTo>
                  <a:cubicBezTo>
                    <a:pt x="329" y="548"/>
                    <a:pt x="326" y="547"/>
                    <a:pt x="325" y="547"/>
                  </a:cubicBezTo>
                  <a:cubicBezTo>
                    <a:pt x="324" y="547"/>
                    <a:pt x="322" y="547"/>
                    <a:pt x="321" y="547"/>
                  </a:cubicBezTo>
                  <a:cubicBezTo>
                    <a:pt x="320" y="547"/>
                    <a:pt x="318" y="547"/>
                    <a:pt x="317" y="548"/>
                  </a:cubicBezTo>
                  <a:cubicBezTo>
                    <a:pt x="316" y="549"/>
                    <a:pt x="315" y="551"/>
                    <a:pt x="314" y="552"/>
                  </a:cubicBezTo>
                  <a:cubicBezTo>
                    <a:pt x="313" y="552"/>
                    <a:pt x="312" y="553"/>
                    <a:pt x="311" y="553"/>
                  </a:cubicBezTo>
                  <a:cubicBezTo>
                    <a:pt x="310" y="553"/>
                    <a:pt x="308" y="552"/>
                    <a:pt x="307" y="552"/>
                  </a:cubicBezTo>
                  <a:cubicBezTo>
                    <a:pt x="306" y="551"/>
                    <a:pt x="304" y="548"/>
                    <a:pt x="303" y="546"/>
                  </a:cubicBezTo>
                  <a:cubicBezTo>
                    <a:pt x="303" y="546"/>
                    <a:pt x="302" y="544"/>
                    <a:pt x="301" y="543"/>
                  </a:cubicBezTo>
                  <a:cubicBezTo>
                    <a:pt x="300" y="543"/>
                    <a:pt x="297" y="543"/>
                    <a:pt x="296" y="543"/>
                  </a:cubicBezTo>
                  <a:cubicBezTo>
                    <a:pt x="295" y="544"/>
                    <a:pt x="294" y="546"/>
                    <a:pt x="293" y="546"/>
                  </a:cubicBezTo>
                  <a:cubicBezTo>
                    <a:pt x="292" y="547"/>
                    <a:pt x="290" y="548"/>
                    <a:pt x="289" y="548"/>
                  </a:cubicBezTo>
                  <a:cubicBezTo>
                    <a:pt x="288" y="548"/>
                    <a:pt x="286" y="547"/>
                    <a:pt x="285" y="547"/>
                  </a:cubicBezTo>
                  <a:cubicBezTo>
                    <a:pt x="283" y="547"/>
                    <a:pt x="281" y="546"/>
                    <a:pt x="280" y="546"/>
                  </a:cubicBezTo>
                  <a:cubicBezTo>
                    <a:pt x="278" y="546"/>
                    <a:pt x="274" y="546"/>
                    <a:pt x="273" y="545"/>
                  </a:cubicBezTo>
                  <a:cubicBezTo>
                    <a:pt x="272" y="545"/>
                    <a:pt x="269" y="544"/>
                    <a:pt x="269" y="543"/>
                  </a:cubicBezTo>
                  <a:cubicBezTo>
                    <a:pt x="268" y="543"/>
                    <a:pt x="268" y="540"/>
                    <a:pt x="267" y="539"/>
                  </a:cubicBezTo>
                  <a:cubicBezTo>
                    <a:pt x="266" y="538"/>
                    <a:pt x="263" y="537"/>
                    <a:pt x="261" y="537"/>
                  </a:cubicBezTo>
                  <a:cubicBezTo>
                    <a:pt x="260" y="536"/>
                    <a:pt x="257" y="534"/>
                    <a:pt x="256" y="534"/>
                  </a:cubicBezTo>
                  <a:cubicBezTo>
                    <a:pt x="255" y="534"/>
                    <a:pt x="252" y="534"/>
                    <a:pt x="251" y="533"/>
                  </a:cubicBezTo>
                  <a:cubicBezTo>
                    <a:pt x="250" y="533"/>
                    <a:pt x="248" y="531"/>
                    <a:pt x="248" y="530"/>
                  </a:cubicBezTo>
                  <a:cubicBezTo>
                    <a:pt x="247" y="529"/>
                    <a:pt x="247" y="526"/>
                    <a:pt x="247" y="524"/>
                  </a:cubicBezTo>
                  <a:cubicBezTo>
                    <a:pt x="246" y="523"/>
                    <a:pt x="244" y="522"/>
                    <a:pt x="243" y="521"/>
                  </a:cubicBezTo>
                  <a:cubicBezTo>
                    <a:pt x="243" y="520"/>
                    <a:pt x="243" y="518"/>
                    <a:pt x="243" y="517"/>
                  </a:cubicBezTo>
                  <a:cubicBezTo>
                    <a:pt x="243" y="516"/>
                    <a:pt x="243" y="514"/>
                    <a:pt x="243" y="513"/>
                  </a:cubicBezTo>
                  <a:cubicBezTo>
                    <a:pt x="242" y="512"/>
                    <a:pt x="241" y="512"/>
                    <a:pt x="240" y="512"/>
                  </a:cubicBezTo>
                  <a:cubicBezTo>
                    <a:pt x="239" y="511"/>
                    <a:pt x="238" y="509"/>
                    <a:pt x="237" y="508"/>
                  </a:cubicBezTo>
                  <a:cubicBezTo>
                    <a:pt x="235" y="507"/>
                    <a:pt x="231" y="507"/>
                    <a:pt x="230" y="507"/>
                  </a:cubicBezTo>
                  <a:cubicBezTo>
                    <a:pt x="228" y="507"/>
                    <a:pt x="223" y="507"/>
                    <a:pt x="222" y="508"/>
                  </a:cubicBezTo>
                  <a:cubicBezTo>
                    <a:pt x="221" y="509"/>
                    <a:pt x="221" y="511"/>
                    <a:pt x="221" y="512"/>
                  </a:cubicBezTo>
                  <a:cubicBezTo>
                    <a:pt x="217" y="510"/>
                    <a:pt x="217" y="510"/>
                    <a:pt x="217" y="510"/>
                  </a:cubicBezTo>
                  <a:cubicBezTo>
                    <a:pt x="214" y="503"/>
                    <a:pt x="214" y="503"/>
                    <a:pt x="214" y="503"/>
                  </a:cubicBezTo>
                  <a:cubicBezTo>
                    <a:pt x="210" y="500"/>
                    <a:pt x="210" y="500"/>
                    <a:pt x="210" y="500"/>
                  </a:cubicBezTo>
                  <a:cubicBezTo>
                    <a:pt x="207" y="497"/>
                    <a:pt x="207" y="497"/>
                    <a:pt x="207" y="497"/>
                  </a:cubicBezTo>
                  <a:cubicBezTo>
                    <a:pt x="207" y="491"/>
                    <a:pt x="207" y="491"/>
                    <a:pt x="207" y="491"/>
                  </a:cubicBezTo>
                  <a:cubicBezTo>
                    <a:pt x="207" y="487"/>
                    <a:pt x="207" y="487"/>
                    <a:pt x="207" y="487"/>
                  </a:cubicBezTo>
                  <a:cubicBezTo>
                    <a:pt x="210" y="482"/>
                    <a:pt x="210" y="482"/>
                    <a:pt x="210" y="482"/>
                  </a:cubicBezTo>
                  <a:cubicBezTo>
                    <a:pt x="216" y="479"/>
                    <a:pt x="216" y="479"/>
                    <a:pt x="216" y="479"/>
                  </a:cubicBezTo>
                  <a:cubicBezTo>
                    <a:pt x="219" y="475"/>
                    <a:pt x="219" y="475"/>
                    <a:pt x="219" y="475"/>
                  </a:cubicBezTo>
                  <a:cubicBezTo>
                    <a:pt x="222" y="469"/>
                    <a:pt x="222" y="469"/>
                    <a:pt x="222" y="469"/>
                  </a:cubicBezTo>
                  <a:cubicBezTo>
                    <a:pt x="224" y="462"/>
                    <a:pt x="224" y="462"/>
                    <a:pt x="224" y="462"/>
                  </a:cubicBezTo>
                  <a:cubicBezTo>
                    <a:pt x="226" y="457"/>
                    <a:pt x="226" y="457"/>
                    <a:pt x="226" y="457"/>
                  </a:cubicBezTo>
                  <a:cubicBezTo>
                    <a:pt x="226" y="450"/>
                    <a:pt x="226" y="450"/>
                    <a:pt x="226" y="450"/>
                  </a:cubicBezTo>
                  <a:cubicBezTo>
                    <a:pt x="220" y="445"/>
                    <a:pt x="220" y="445"/>
                    <a:pt x="220" y="445"/>
                  </a:cubicBezTo>
                  <a:cubicBezTo>
                    <a:pt x="215" y="444"/>
                    <a:pt x="215" y="444"/>
                    <a:pt x="215" y="444"/>
                  </a:cubicBezTo>
                  <a:cubicBezTo>
                    <a:pt x="210" y="441"/>
                    <a:pt x="210" y="441"/>
                    <a:pt x="210" y="441"/>
                  </a:cubicBezTo>
                  <a:cubicBezTo>
                    <a:pt x="210" y="436"/>
                    <a:pt x="210" y="436"/>
                    <a:pt x="210" y="436"/>
                  </a:cubicBezTo>
                  <a:cubicBezTo>
                    <a:pt x="207" y="433"/>
                    <a:pt x="207" y="433"/>
                    <a:pt x="207" y="433"/>
                  </a:cubicBezTo>
                  <a:cubicBezTo>
                    <a:pt x="202" y="431"/>
                    <a:pt x="202" y="431"/>
                    <a:pt x="202" y="431"/>
                  </a:cubicBezTo>
                  <a:cubicBezTo>
                    <a:pt x="200" y="428"/>
                    <a:pt x="200" y="428"/>
                    <a:pt x="200" y="428"/>
                  </a:cubicBezTo>
                  <a:cubicBezTo>
                    <a:pt x="203" y="425"/>
                    <a:pt x="203" y="425"/>
                    <a:pt x="203" y="425"/>
                  </a:cubicBezTo>
                  <a:cubicBezTo>
                    <a:pt x="207" y="424"/>
                    <a:pt x="207" y="424"/>
                    <a:pt x="207" y="424"/>
                  </a:cubicBezTo>
                  <a:cubicBezTo>
                    <a:pt x="210" y="422"/>
                    <a:pt x="210" y="422"/>
                    <a:pt x="210" y="422"/>
                  </a:cubicBezTo>
                  <a:cubicBezTo>
                    <a:pt x="212" y="419"/>
                    <a:pt x="212" y="419"/>
                    <a:pt x="212" y="419"/>
                  </a:cubicBezTo>
                  <a:cubicBezTo>
                    <a:pt x="209" y="416"/>
                    <a:pt x="209" y="416"/>
                    <a:pt x="209" y="416"/>
                  </a:cubicBezTo>
                  <a:cubicBezTo>
                    <a:pt x="207" y="412"/>
                    <a:pt x="207" y="412"/>
                    <a:pt x="207" y="412"/>
                  </a:cubicBezTo>
                  <a:cubicBezTo>
                    <a:pt x="207" y="408"/>
                    <a:pt x="207" y="408"/>
                    <a:pt x="207" y="408"/>
                  </a:cubicBezTo>
                  <a:cubicBezTo>
                    <a:pt x="208" y="403"/>
                    <a:pt x="208" y="403"/>
                    <a:pt x="208" y="403"/>
                  </a:cubicBezTo>
                  <a:cubicBezTo>
                    <a:pt x="211" y="403"/>
                    <a:pt x="211" y="403"/>
                    <a:pt x="211" y="403"/>
                  </a:cubicBezTo>
                  <a:cubicBezTo>
                    <a:pt x="214" y="402"/>
                    <a:pt x="214" y="402"/>
                    <a:pt x="214" y="402"/>
                  </a:cubicBezTo>
                  <a:cubicBezTo>
                    <a:pt x="213" y="399"/>
                    <a:pt x="213" y="399"/>
                    <a:pt x="213" y="399"/>
                  </a:cubicBezTo>
                  <a:cubicBezTo>
                    <a:pt x="210" y="395"/>
                    <a:pt x="210" y="395"/>
                    <a:pt x="210" y="395"/>
                  </a:cubicBezTo>
                  <a:cubicBezTo>
                    <a:pt x="208" y="392"/>
                    <a:pt x="208" y="392"/>
                    <a:pt x="208" y="392"/>
                  </a:cubicBezTo>
                  <a:cubicBezTo>
                    <a:pt x="206" y="390"/>
                    <a:pt x="206" y="390"/>
                    <a:pt x="206" y="390"/>
                  </a:cubicBezTo>
                  <a:cubicBezTo>
                    <a:pt x="205" y="387"/>
                    <a:pt x="205" y="387"/>
                    <a:pt x="205" y="387"/>
                  </a:cubicBezTo>
                  <a:cubicBezTo>
                    <a:pt x="202" y="387"/>
                    <a:pt x="202" y="387"/>
                    <a:pt x="202" y="387"/>
                  </a:cubicBezTo>
                  <a:cubicBezTo>
                    <a:pt x="200" y="389"/>
                    <a:pt x="200" y="389"/>
                    <a:pt x="200" y="389"/>
                  </a:cubicBezTo>
                  <a:cubicBezTo>
                    <a:pt x="197" y="389"/>
                    <a:pt x="197" y="389"/>
                    <a:pt x="197" y="389"/>
                  </a:cubicBezTo>
                  <a:cubicBezTo>
                    <a:pt x="191" y="387"/>
                    <a:pt x="191" y="387"/>
                    <a:pt x="191" y="387"/>
                  </a:cubicBezTo>
                  <a:cubicBezTo>
                    <a:pt x="188" y="382"/>
                    <a:pt x="188" y="382"/>
                    <a:pt x="188" y="382"/>
                  </a:cubicBezTo>
                  <a:cubicBezTo>
                    <a:pt x="183" y="379"/>
                    <a:pt x="183" y="379"/>
                    <a:pt x="183" y="379"/>
                  </a:cubicBezTo>
                  <a:cubicBezTo>
                    <a:pt x="179" y="379"/>
                    <a:pt x="179" y="379"/>
                    <a:pt x="179" y="379"/>
                  </a:cubicBezTo>
                  <a:cubicBezTo>
                    <a:pt x="173" y="377"/>
                    <a:pt x="173" y="377"/>
                    <a:pt x="173" y="377"/>
                  </a:cubicBezTo>
                  <a:cubicBezTo>
                    <a:pt x="170" y="372"/>
                    <a:pt x="170" y="372"/>
                    <a:pt x="170" y="372"/>
                  </a:cubicBezTo>
                  <a:cubicBezTo>
                    <a:pt x="168" y="368"/>
                    <a:pt x="168" y="368"/>
                    <a:pt x="168" y="368"/>
                  </a:cubicBezTo>
                  <a:cubicBezTo>
                    <a:pt x="164" y="367"/>
                    <a:pt x="164" y="367"/>
                    <a:pt x="164" y="367"/>
                  </a:cubicBezTo>
                  <a:cubicBezTo>
                    <a:pt x="160" y="369"/>
                    <a:pt x="160" y="369"/>
                    <a:pt x="160" y="369"/>
                  </a:cubicBezTo>
                  <a:cubicBezTo>
                    <a:pt x="156" y="368"/>
                    <a:pt x="156" y="368"/>
                    <a:pt x="156" y="368"/>
                  </a:cubicBezTo>
                  <a:cubicBezTo>
                    <a:pt x="151" y="366"/>
                    <a:pt x="151" y="366"/>
                    <a:pt x="151" y="366"/>
                  </a:cubicBezTo>
                  <a:cubicBezTo>
                    <a:pt x="145" y="365"/>
                    <a:pt x="145" y="365"/>
                    <a:pt x="145" y="365"/>
                  </a:cubicBezTo>
                  <a:cubicBezTo>
                    <a:pt x="142" y="369"/>
                    <a:pt x="142" y="369"/>
                    <a:pt x="142" y="369"/>
                  </a:cubicBezTo>
                  <a:cubicBezTo>
                    <a:pt x="138" y="371"/>
                    <a:pt x="138" y="371"/>
                    <a:pt x="138" y="371"/>
                  </a:cubicBezTo>
                  <a:cubicBezTo>
                    <a:pt x="131" y="373"/>
                    <a:pt x="131" y="373"/>
                    <a:pt x="131" y="373"/>
                  </a:cubicBezTo>
                  <a:cubicBezTo>
                    <a:pt x="123" y="377"/>
                    <a:pt x="123" y="377"/>
                    <a:pt x="123" y="377"/>
                  </a:cubicBezTo>
                  <a:cubicBezTo>
                    <a:pt x="117" y="382"/>
                    <a:pt x="117" y="382"/>
                    <a:pt x="117" y="382"/>
                  </a:cubicBezTo>
                  <a:cubicBezTo>
                    <a:pt x="110" y="386"/>
                    <a:pt x="110" y="386"/>
                    <a:pt x="110" y="386"/>
                  </a:cubicBezTo>
                  <a:cubicBezTo>
                    <a:pt x="106" y="386"/>
                    <a:pt x="106" y="386"/>
                    <a:pt x="106" y="386"/>
                  </a:cubicBezTo>
                  <a:cubicBezTo>
                    <a:pt x="103" y="387"/>
                    <a:pt x="103" y="387"/>
                    <a:pt x="103" y="387"/>
                  </a:cubicBezTo>
                  <a:cubicBezTo>
                    <a:pt x="101" y="390"/>
                    <a:pt x="101" y="390"/>
                    <a:pt x="101" y="390"/>
                  </a:cubicBezTo>
                  <a:cubicBezTo>
                    <a:pt x="99" y="392"/>
                    <a:pt x="99" y="392"/>
                    <a:pt x="99" y="392"/>
                  </a:cubicBezTo>
                  <a:cubicBezTo>
                    <a:pt x="95" y="391"/>
                    <a:pt x="95" y="391"/>
                    <a:pt x="95" y="391"/>
                  </a:cubicBezTo>
                  <a:cubicBezTo>
                    <a:pt x="93" y="389"/>
                    <a:pt x="93" y="389"/>
                    <a:pt x="93" y="389"/>
                  </a:cubicBezTo>
                  <a:cubicBezTo>
                    <a:pt x="91" y="389"/>
                    <a:pt x="91" y="389"/>
                    <a:pt x="91" y="389"/>
                  </a:cubicBezTo>
                  <a:cubicBezTo>
                    <a:pt x="88" y="390"/>
                    <a:pt x="88" y="390"/>
                    <a:pt x="88" y="390"/>
                  </a:cubicBezTo>
                  <a:cubicBezTo>
                    <a:pt x="85" y="391"/>
                    <a:pt x="85" y="391"/>
                    <a:pt x="85" y="391"/>
                  </a:cubicBezTo>
                  <a:cubicBezTo>
                    <a:pt x="82" y="395"/>
                    <a:pt x="82" y="395"/>
                    <a:pt x="82" y="395"/>
                  </a:cubicBezTo>
                  <a:cubicBezTo>
                    <a:pt x="79" y="397"/>
                    <a:pt x="79" y="397"/>
                    <a:pt x="79" y="397"/>
                  </a:cubicBezTo>
                  <a:cubicBezTo>
                    <a:pt x="75" y="394"/>
                    <a:pt x="75" y="394"/>
                    <a:pt x="75" y="394"/>
                  </a:cubicBezTo>
                  <a:cubicBezTo>
                    <a:pt x="74" y="392"/>
                    <a:pt x="74" y="392"/>
                    <a:pt x="74" y="392"/>
                  </a:cubicBezTo>
                  <a:cubicBezTo>
                    <a:pt x="70" y="392"/>
                    <a:pt x="70" y="392"/>
                    <a:pt x="70" y="392"/>
                  </a:cubicBezTo>
                  <a:cubicBezTo>
                    <a:pt x="65" y="392"/>
                    <a:pt x="65" y="392"/>
                    <a:pt x="65" y="392"/>
                  </a:cubicBezTo>
                  <a:cubicBezTo>
                    <a:pt x="58" y="390"/>
                    <a:pt x="58" y="390"/>
                    <a:pt x="58" y="390"/>
                  </a:cubicBezTo>
                  <a:cubicBezTo>
                    <a:pt x="50" y="385"/>
                    <a:pt x="50" y="385"/>
                    <a:pt x="50" y="385"/>
                  </a:cubicBezTo>
                  <a:cubicBezTo>
                    <a:pt x="42" y="385"/>
                    <a:pt x="42" y="385"/>
                    <a:pt x="42" y="385"/>
                  </a:cubicBezTo>
                  <a:cubicBezTo>
                    <a:pt x="37" y="385"/>
                    <a:pt x="37" y="385"/>
                    <a:pt x="37" y="385"/>
                  </a:cubicBezTo>
                  <a:cubicBezTo>
                    <a:pt x="37" y="384"/>
                    <a:pt x="36" y="381"/>
                    <a:pt x="36" y="380"/>
                  </a:cubicBezTo>
                  <a:cubicBezTo>
                    <a:pt x="36" y="378"/>
                    <a:pt x="37" y="375"/>
                    <a:pt x="37" y="374"/>
                  </a:cubicBezTo>
                  <a:cubicBezTo>
                    <a:pt x="38" y="372"/>
                    <a:pt x="41" y="369"/>
                    <a:pt x="43" y="367"/>
                  </a:cubicBezTo>
                  <a:cubicBezTo>
                    <a:pt x="44" y="365"/>
                    <a:pt x="48" y="362"/>
                    <a:pt x="49" y="360"/>
                  </a:cubicBezTo>
                  <a:cubicBezTo>
                    <a:pt x="50" y="359"/>
                    <a:pt x="51" y="356"/>
                    <a:pt x="52" y="355"/>
                  </a:cubicBezTo>
                  <a:cubicBezTo>
                    <a:pt x="52" y="354"/>
                    <a:pt x="51" y="351"/>
                    <a:pt x="52" y="350"/>
                  </a:cubicBezTo>
                  <a:cubicBezTo>
                    <a:pt x="52" y="349"/>
                    <a:pt x="55" y="347"/>
                    <a:pt x="57" y="346"/>
                  </a:cubicBezTo>
                  <a:cubicBezTo>
                    <a:pt x="58" y="345"/>
                    <a:pt x="60" y="343"/>
                    <a:pt x="61" y="342"/>
                  </a:cubicBezTo>
                  <a:cubicBezTo>
                    <a:pt x="62" y="342"/>
                    <a:pt x="65" y="341"/>
                    <a:pt x="66" y="340"/>
                  </a:cubicBezTo>
                  <a:cubicBezTo>
                    <a:pt x="67" y="340"/>
                    <a:pt x="67" y="337"/>
                    <a:pt x="68" y="336"/>
                  </a:cubicBezTo>
                  <a:cubicBezTo>
                    <a:pt x="68" y="334"/>
                    <a:pt x="66" y="331"/>
                    <a:pt x="66" y="329"/>
                  </a:cubicBezTo>
                  <a:cubicBezTo>
                    <a:pt x="66" y="327"/>
                    <a:pt x="67" y="323"/>
                    <a:pt x="67" y="320"/>
                  </a:cubicBezTo>
                  <a:cubicBezTo>
                    <a:pt x="67" y="319"/>
                    <a:pt x="68" y="316"/>
                    <a:pt x="67" y="315"/>
                  </a:cubicBezTo>
                  <a:cubicBezTo>
                    <a:pt x="66" y="314"/>
                    <a:pt x="63" y="313"/>
                    <a:pt x="61" y="313"/>
                  </a:cubicBezTo>
                  <a:cubicBezTo>
                    <a:pt x="60" y="313"/>
                    <a:pt x="57" y="313"/>
                    <a:pt x="56" y="313"/>
                  </a:cubicBezTo>
                  <a:cubicBezTo>
                    <a:pt x="54" y="313"/>
                    <a:pt x="51" y="313"/>
                    <a:pt x="49" y="312"/>
                  </a:cubicBezTo>
                  <a:cubicBezTo>
                    <a:pt x="48" y="312"/>
                    <a:pt x="45" y="309"/>
                    <a:pt x="45" y="308"/>
                  </a:cubicBezTo>
                  <a:cubicBezTo>
                    <a:pt x="44" y="307"/>
                    <a:pt x="45" y="304"/>
                    <a:pt x="44" y="303"/>
                  </a:cubicBezTo>
                  <a:cubicBezTo>
                    <a:pt x="43" y="302"/>
                    <a:pt x="41" y="302"/>
                    <a:pt x="40" y="303"/>
                  </a:cubicBezTo>
                  <a:cubicBezTo>
                    <a:pt x="39" y="303"/>
                    <a:pt x="38" y="305"/>
                    <a:pt x="38" y="305"/>
                  </a:cubicBezTo>
                  <a:cubicBezTo>
                    <a:pt x="37" y="305"/>
                    <a:pt x="35" y="306"/>
                    <a:pt x="34" y="305"/>
                  </a:cubicBezTo>
                  <a:cubicBezTo>
                    <a:pt x="33" y="304"/>
                    <a:pt x="34" y="301"/>
                    <a:pt x="34" y="299"/>
                  </a:cubicBezTo>
                  <a:cubicBezTo>
                    <a:pt x="33" y="298"/>
                    <a:pt x="32" y="295"/>
                    <a:pt x="31" y="294"/>
                  </a:cubicBezTo>
                  <a:cubicBezTo>
                    <a:pt x="29" y="293"/>
                    <a:pt x="25" y="291"/>
                    <a:pt x="23" y="290"/>
                  </a:cubicBezTo>
                  <a:cubicBezTo>
                    <a:pt x="21" y="288"/>
                    <a:pt x="17" y="284"/>
                    <a:pt x="16" y="282"/>
                  </a:cubicBezTo>
                  <a:cubicBezTo>
                    <a:pt x="15" y="281"/>
                    <a:pt x="15" y="278"/>
                    <a:pt x="15" y="277"/>
                  </a:cubicBezTo>
                  <a:cubicBezTo>
                    <a:pt x="15" y="276"/>
                    <a:pt x="16" y="274"/>
                    <a:pt x="16" y="273"/>
                  </a:cubicBezTo>
                  <a:cubicBezTo>
                    <a:pt x="16" y="271"/>
                    <a:pt x="14" y="267"/>
                    <a:pt x="13" y="266"/>
                  </a:cubicBezTo>
                  <a:cubicBezTo>
                    <a:pt x="12" y="264"/>
                    <a:pt x="10" y="260"/>
                    <a:pt x="8" y="258"/>
                  </a:cubicBezTo>
                  <a:cubicBezTo>
                    <a:pt x="7" y="256"/>
                    <a:pt x="3" y="254"/>
                    <a:pt x="2" y="253"/>
                  </a:cubicBezTo>
                  <a:cubicBezTo>
                    <a:pt x="2" y="252"/>
                    <a:pt x="2" y="249"/>
                    <a:pt x="2" y="248"/>
                  </a:cubicBezTo>
                  <a:cubicBezTo>
                    <a:pt x="3" y="246"/>
                    <a:pt x="3" y="243"/>
                    <a:pt x="3" y="241"/>
                  </a:cubicBezTo>
                  <a:cubicBezTo>
                    <a:pt x="4" y="238"/>
                    <a:pt x="3" y="233"/>
                    <a:pt x="2" y="230"/>
                  </a:cubicBezTo>
                  <a:cubicBezTo>
                    <a:pt x="2" y="227"/>
                    <a:pt x="0" y="221"/>
                    <a:pt x="1" y="218"/>
                  </a:cubicBezTo>
                  <a:cubicBezTo>
                    <a:pt x="1" y="216"/>
                    <a:pt x="2" y="213"/>
                    <a:pt x="3" y="211"/>
                  </a:cubicBezTo>
                  <a:cubicBezTo>
                    <a:pt x="3" y="210"/>
                    <a:pt x="5" y="208"/>
                    <a:pt x="6" y="207"/>
                  </a:cubicBezTo>
                  <a:cubicBezTo>
                    <a:pt x="8" y="206"/>
                    <a:pt x="11" y="204"/>
                    <a:pt x="12" y="203"/>
                  </a:cubicBezTo>
                  <a:cubicBezTo>
                    <a:pt x="13" y="202"/>
                    <a:pt x="14" y="201"/>
                    <a:pt x="14" y="201"/>
                  </a:cubicBezTo>
                  <a:cubicBezTo>
                    <a:pt x="15" y="199"/>
                    <a:pt x="12" y="197"/>
                    <a:pt x="12" y="195"/>
                  </a:cubicBezTo>
                  <a:cubicBezTo>
                    <a:pt x="12" y="194"/>
                    <a:pt x="12" y="191"/>
                    <a:pt x="12" y="189"/>
                  </a:cubicBezTo>
                  <a:cubicBezTo>
                    <a:pt x="13" y="189"/>
                    <a:pt x="14" y="187"/>
                    <a:pt x="15" y="187"/>
                  </a:cubicBezTo>
                  <a:cubicBezTo>
                    <a:pt x="16" y="186"/>
                    <a:pt x="17" y="184"/>
                    <a:pt x="18" y="184"/>
                  </a:cubicBezTo>
                  <a:cubicBezTo>
                    <a:pt x="19" y="183"/>
                    <a:pt x="21" y="183"/>
                    <a:pt x="22" y="182"/>
                  </a:cubicBezTo>
                  <a:cubicBezTo>
                    <a:pt x="24" y="181"/>
                    <a:pt x="28" y="180"/>
                    <a:pt x="30" y="179"/>
                  </a:cubicBezTo>
                  <a:cubicBezTo>
                    <a:pt x="31" y="179"/>
                    <a:pt x="34" y="178"/>
                    <a:pt x="34" y="177"/>
                  </a:cubicBezTo>
                  <a:cubicBezTo>
                    <a:pt x="35" y="176"/>
                    <a:pt x="34" y="173"/>
                    <a:pt x="35" y="171"/>
                  </a:cubicBezTo>
                  <a:cubicBezTo>
                    <a:pt x="35" y="170"/>
                    <a:pt x="36" y="166"/>
                    <a:pt x="37" y="165"/>
                  </a:cubicBezTo>
                  <a:cubicBezTo>
                    <a:pt x="38" y="164"/>
                    <a:pt x="41" y="163"/>
                    <a:pt x="42" y="163"/>
                  </a:cubicBezTo>
                  <a:cubicBezTo>
                    <a:pt x="44" y="163"/>
                    <a:pt x="46" y="164"/>
                    <a:pt x="48" y="164"/>
                  </a:cubicBezTo>
                  <a:cubicBezTo>
                    <a:pt x="49" y="164"/>
                    <a:pt x="52" y="164"/>
                    <a:pt x="53" y="164"/>
                  </a:cubicBezTo>
                  <a:cubicBezTo>
                    <a:pt x="54" y="163"/>
                    <a:pt x="54" y="162"/>
                    <a:pt x="54" y="162"/>
                  </a:cubicBezTo>
                  <a:cubicBezTo>
                    <a:pt x="59" y="162"/>
                    <a:pt x="59" y="162"/>
                    <a:pt x="59" y="162"/>
                  </a:cubicBezTo>
                  <a:cubicBezTo>
                    <a:pt x="61" y="161"/>
                    <a:pt x="61" y="161"/>
                    <a:pt x="61" y="161"/>
                  </a:cubicBezTo>
                  <a:cubicBezTo>
                    <a:pt x="61" y="156"/>
                    <a:pt x="61" y="156"/>
                    <a:pt x="61" y="156"/>
                  </a:cubicBezTo>
                  <a:cubicBezTo>
                    <a:pt x="57" y="153"/>
                    <a:pt x="57" y="153"/>
                    <a:pt x="57" y="153"/>
                  </a:cubicBezTo>
                  <a:cubicBezTo>
                    <a:pt x="56" y="149"/>
                    <a:pt x="56" y="149"/>
                    <a:pt x="56" y="149"/>
                  </a:cubicBezTo>
                  <a:cubicBezTo>
                    <a:pt x="57" y="146"/>
                    <a:pt x="57" y="146"/>
                    <a:pt x="57" y="146"/>
                  </a:cubicBezTo>
                  <a:cubicBezTo>
                    <a:pt x="62" y="146"/>
                    <a:pt x="62" y="146"/>
                    <a:pt x="62" y="146"/>
                  </a:cubicBezTo>
                  <a:cubicBezTo>
                    <a:pt x="68" y="148"/>
                    <a:pt x="68" y="148"/>
                    <a:pt x="68" y="148"/>
                  </a:cubicBezTo>
                  <a:cubicBezTo>
                    <a:pt x="68" y="152"/>
                    <a:pt x="68" y="152"/>
                    <a:pt x="68" y="152"/>
                  </a:cubicBezTo>
                  <a:cubicBezTo>
                    <a:pt x="69" y="155"/>
                    <a:pt x="69" y="155"/>
                    <a:pt x="69" y="155"/>
                  </a:cubicBezTo>
                  <a:cubicBezTo>
                    <a:pt x="69" y="159"/>
                    <a:pt x="69" y="159"/>
                    <a:pt x="69" y="159"/>
                  </a:cubicBezTo>
                  <a:cubicBezTo>
                    <a:pt x="72" y="160"/>
                    <a:pt x="72" y="160"/>
                    <a:pt x="72" y="160"/>
                  </a:cubicBezTo>
                  <a:cubicBezTo>
                    <a:pt x="76" y="156"/>
                    <a:pt x="76" y="156"/>
                    <a:pt x="76" y="156"/>
                  </a:cubicBezTo>
                  <a:cubicBezTo>
                    <a:pt x="80" y="155"/>
                    <a:pt x="80" y="155"/>
                    <a:pt x="80" y="155"/>
                  </a:cubicBezTo>
                  <a:cubicBezTo>
                    <a:pt x="85" y="151"/>
                    <a:pt x="85" y="151"/>
                    <a:pt x="85" y="151"/>
                  </a:cubicBezTo>
                  <a:cubicBezTo>
                    <a:pt x="92" y="148"/>
                    <a:pt x="92" y="148"/>
                    <a:pt x="92" y="148"/>
                  </a:cubicBezTo>
                  <a:cubicBezTo>
                    <a:pt x="95" y="147"/>
                    <a:pt x="95" y="147"/>
                    <a:pt x="95" y="147"/>
                  </a:cubicBezTo>
                  <a:cubicBezTo>
                    <a:pt x="96" y="149"/>
                    <a:pt x="96" y="149"/>
                    <a:pt x="96" y="149"/>
                  </a:cubicBezTo>
                  <a:cubicBezTo>
                    <a:pt x="96" y="152"/>
                    <a:pt x="96" y="152"/>
                    <a:pt x="96" y="152"/>
                  </a:cubicBezTo>
                  <a:cubicBezTo>
                    <a:pt x="98" y="155"/>
                    <a:pt x="98" y="155"/>
                    <a:pt x="98" y="155"/>
                  </a:cubicBezTo>
                  <a:cubicBezTo>
                    <a:pt x="101" y="156"/>
                    <a:pt x="101" y="156"/>
                    <a:pt x="101" y="156"/>
                  </a:cubicBezTo>
                  <a:cubicBezTo>
                    <a:pt x="103" y="153"/>
                    <a:pt x="103" y="153"/>
                    <a:pt x="103" y="153"/>
                  </a:cubicBezTo>
                  <a:cubicBezTo>
                    <a:pt x="105" y="153"/>
                    <a:pt x="105" y="153"/>
                    <a:pt x="105" y="153"/>
                  </a:cubicBezTo>
                  <a:cubicBezTo>
                    <a:pt x="108" y="154"/>
                    <a:pt x="108" y="154"/>
                    <a:pt x="108" y="154"/>
                  </a:cubicBezTo>
                  <a:cubicBezTo>
                    <a:pt x="111" y="156"/>
                    <a:pt x="111" y="156"/>
                    <a:pt x="111" y="156"/>
                  </a:cubicBezTo>
                  <a:cubicBezTo>
                    <a:pt x="111" y="159"/>
                    <a:pt x="111" y="159"/>
                    <a:pt x="111" y="159"/>
                  </a:cubicBezTo>
                  <a:cubicBezTo>
                    <a:pt x="113" y="162"/>
                    <a:pt x="113" y="162"/>
                    <a:pt x="113" y="162"/>
                  </a:cubicBezTo>
                  <a:cubicBezTo>
                    <a:pt x="117" y="162"/>
                    <a:pt x="117" y="162"/>
                    <a:pt x="117" y="162"/>
                  </a:cubicBezTo>
                  <a:cubicBezTo>
                    <a:pt x="122" y="159"/>
                    <a:pt x="122" y="159"/>
                    <a:pt x="122" y="159"/>
                  </a:cubicBezTo>
                  <a:cubicBezTo>
                    <a:pt x="125" y="158"/>
                    <a:pt x="125" y="158"/>
                    <a:pt x="125" y="158"/>
                  </a:cubicBezTo>
                  <a:cubicBezTo>
                    <a:pt x="127" y="155"/>
                    <a:pt x="127" y="155"/>
                    <a:pt x="127" y="155"/>
                  </a:cubicBezTo>
                  <a:cubicBezTo>
                    <a:pt x="126" y="150"/>
                    <a:pt x="126" y="150"/>
                    <a:pt x="126" y="150"/>
                  </a:cubicBezTo>
                  <a:cubicBezTo>
                    <a:pt x="126" y="144"/>
                    <a:pt x="126" y="144"/>
                    <a:pt x="126" y="144"/>
                  </a:cubicBezTo>
                  <a:cubicBezTo>
                    <a:pt x="127" y="141"/>
                    <a:pt x="127" y="141"/>
                    <a:pt x="127" y="141"/>
                  </a:cubicBezTo>
                  <a:cubicBezTo>
                    <a:pt x="124" y="138"/>
                    <a:pt x="124" y="138"/>
                    <a:pt x="124" y="138"/>
                  </a:cubicBezTo>
                  <a:cubicBezTo>
                    <a:pt x="121" y="137"/>
                    <a:pt x="121" y="137"/>
                    <a:pt x="121" y="137"/>
                  </a:cubicBezTo>
                  <a:cubicBezTo>
                    <a:pt x="121" y="134"/>
                    <a:pt x="121" y="134"/>
                    <a:pt x="121" y="134"/>
                  </a:cubicBezTo>
                  <a:cubicBezTo>
                    <a:pt x="123" y="132"/>
                    <a:pt x="123" y="132"/>
                    <a:pt x="123" y="132"/>
                  </a:cubicBezTo>
                  <a:cubicBezTo>
                    <a:pt x="123" y="129"/>
                    <a:pt x="123" y="129"/>
                    <a:pt x="123" y="129"/>
                  </a:cubicBezTo>
                  <a:cubicBezTo>
                    <a:pt x="122" y="126"/>
                    <a:pt x="122" y="126"/>
                    <a:pt x="122" y="126"/>
                  </a:cubicBezTo>
                  <a:cubicBezTo>
                    <a:pt x="123" y="123"/>
                    <a:pt x="123" y="123"/>
                    <a:pt x="123" y="123"/>
                  </a:cubicBezTo>
                  <a:cubicBezTo>
                    <a:pt x="126" y="123"/>
                    <a:pt x="126" y="123"/>
                    <a:pt x="126" y="123"/>
                  </a:cubicBezTo>
                  <a:cubicBezTo>
                    <a:pt x="129" y="120"/>
                    <a:pt x="129" y="120"/>
                    <a:pt x="129" y="120"/>
                  </a:cubicBezTo>
                  <a:cubicBezTo>
                    <a:pt x="133" y="120"/>
                    <a:pt x="133" y="120"/>
                    <a:pt x="133" y="120"/>
                  </a:cubicBezTo>
                  <a:cubicBezTo>
                    <a:pt x="132" y="124"/>
                    <a:pt x="132" y="124"/>
                    <a:pt x="132" y="124"/>
                  </a:cubicBezTo>
                  <a:cubicBezTo>
                    <a:pt x="137" y="126"/>
                    <a:pt x="137" y="126"/>
                    <a:pt x="137" y="126"/>
                  </a:cubicBezTo>
                  <a:cubicBezTo>
                    <a:pt x="140" y="130"/>
                    <a:pt x="140" y="130"/>
                    <a:pt x="140" y="130"/>
                  </a:cubicBezTo>
                  <a:cubicBezTo>
                    <a:pt x="142" y="132"/>
                    <a:pt x="142" y="132"/>
                    <a:pt x="142" y="132"/>
                  </a:cubicBezTo>
                  <a:cubicBezTo>
                    <a:pt x="146" y="130"/>
                    <a:pt x="146" y="130"/>
                    <a:pt x="146" y="130"/>
                  </a:cubicBezTo>
                  <a:cubicBezTo>
                    <a:pt x="147" y="127"/>
                    <a:pt x="147" y="127"/>
                    <a:pt x="147" y="127"/>
                  </a:cubicBezTo>
                  <a:cubicBezTo>
                    <a:pt x="148" y="126"/>
                    <a:pt x="148" y="126"/>
                    <a:pt x="148" y="126"/>
                  </a:cubicBezTo>
                  <a:cubicBezTo>
                    <a:pt x="149" y="122"/>
                    <a:pt x="149" y="122"/>
                    <a:pt x="149" y="122"/>
                  </a:cubicBezTo>
                  <a:cubicBezTo>
                    <a:pt x="150" y="117"/>
                    <a:pt x="150" y="117"/>
                    <a:pt x="150" y="117"/>
                  </a:cubicBezTo>
                  <a:cubicBezTo>
                    <a:pt x="148" y="115"/>
                    <a:pt x="148" y="115"/>
                    <a:pt x="148" y="115"/>
                  </a:cubicBezTo>
                  <a:cubicBezTo>
                    <a:pt x="149" y="111"/>
                    <a:pt x="149" y="111"/>
                    <a:pt x="149" y="111"/>
                  </a:cubicBezTo>
                  <a:cubicBezTo>
                    <a:pt x="153" y="110"/>
                    <a:pt x="153" y="110"/>
                    <a:pt x="153" y="110"/>
                  </a:cubicBezTo>
                  <a:cubicBezTo>
                    <a:pt x="156" y="109"/>
                    <a:pt x="156" y="109"/>
                    <a:pt x="156" y="109"/>
                  </a:cubicBezTo>
                  <a:cubicBezTo>
                    <a:pt x="158" y="106"/>
                    <a:pt x="158" y="106"/>
                    <a:pt x="158" y="106"/>
                  </a:cubicBezTo>
                  <a:cubicBezTo>
                    <a:pt x="156" y="103"/>
                    <a:pt x="156" y="103"/>
                    <a:pt x="156" y="103"/>
                  </a:cubicBezTo>
                  <a:cubicBezTo>
                    <a:pt x="157" y="102"/>
                    <a:pt x="157" y="102"/>
                    <a:pt x="157" y="102"/>
                  </a:cubicBezTo>
                  <a:cubicBezTo>
                    <a:pt x="162" y="100"/>
                    <a:pt x="162" y="100"/>
                    <a:pt x="162" y="100"/>
                  </a:cubicBezTo>
                  <a:cubicBezTo>
                    <a:pt x="164" y="101"/>
                    <a:pt x="164" y="101"/>
                    <a:pt x="164" y="101"/>
                  </a:cubicBezTo>
                  <a:cubicBezTo>
                    <a:pt x="167" y="99"/>
                    <a:pt x="167" y="99"/>
                    <a:pt x="167" y="99"/>
                  </a:cubicBezTo>
                  <a:cubicBezTo>
                    <a:pt x="173" y="95"/>
                    <a:pt x="173" y="95"/>
                    <a:pt x="173" y="95"/>
                  </a:cubicBezTo>
                  <a:cubicBezTo>
                    <a:pt x="177" y="91"/>
                    <a:pt x="177" y="91"/>
                    <a:pt x="177" y="91"/>
                  </a:cubicBezTo>
                  <a:cubicBezTo>
                    <a:pt x="180" y="90"/>
                    <a:pt x="180" y="90"/>
                    <a:pt x="180" y="90"/>
                  </a:cubicBezTo>
                  <a:cubicBezTo>
                    <a:pt x="182" y="90"/>
                    <a:pt x="182" y="90"/>
                    <a:pt x="182" y="90"/>
                  </a:cubicBezTo>
                  <a:cubicBezTo>
                    <a:pt x="184" y="92"/>
                    <a:pt x="184" y="92"/>
                    <a:pt x="184" y="92"/>
                  </a:cubicBezTo>
                  <a:cubicBezTo>
                    <a:pt x="188" y="93"/>
                    <a:pt x="188" y="93"/>
                    <a:pt x="188" y="93"/>
                  </a:cubicBezTo>
                  <a:cubicBezTo>
                    <a:pt x="190" y="91"/>
                    <a:pt x="190" y="91"/>
                    <a:pt x="190" y="91"/>
                  </a:cubicBezTo>
                  <a:cubicBezTo>
                    <a:pt x="191" y="88"/>
                    <a:pt x="191" y="88"/>
                    <a:pt x="191" y="88"/>
                  </a:cubicBezTo>
                  <a:cubicBezTo>
                    <a:pt x="194" y="87"/>
                    <a:pt x="194" y="87"/>
                    <a:pt x="194" y="87"/>
                  </a:cubicBezTo>
                  <a:cubicBezTo>
                    <a:pt x="198" y="89"/>
                    <a:pt x="198" y="89"/>
                    <a:pt x="198" y="89"/>
                  </a:cubicBezTo>
                  <a:cubicBezTo>
                    <a:pt x="200" y="87"/>
                    <a:pt x="200" y="87"/>
                    <a:pt x="200" y="87"/>
                  </a:cubicBezTo>
                  <a:cubicBezTo>
                    <a:pt x="202" y="82"/>
                    <a:pt x="202" y="82"/>
                    <a:pt x="202" y="82"/>
                  </a:cubicBezTo>
                  <a:cubicBezTo>
                    <a:pt x="205" y="80"/>
                    <a:pt x="205" y="80"/>
                    <a:pt x="205" y="80"/>
                  </a:cubicBezTo>
                  <a:cubicBezTo>
                    <a:pt x="206" y="78"/>
                    <a:pt x="206" y="78"/>
                    <a:pt x="206" y="78"/>
                  </a:cubicBezTo>
                  <a:cubicBezTo>
                    <a:pt x="208" y="77"/>
                    <a:pt x="208" y="77"/>
                    <a:pt x="208" y="77"/>
                  </a:cubicBezTo>
                  <a:cubicBezTo>
                    <a:pt x="211" y="79"/>
                    <a:pt x="211" y="79"/>
                    <a:pt x="211" y="79"/>
                  </a:cubicBezTo>
                  <a:cubicBezTo>
                    <a:pt x="211" y="83"/>
                    <a:pt x="211" y="83"/>
                    <a:pt x="211" y="83"/>
                  </a:cubicBezTo>
                  <a:cubicBezTo>
                    <a:pt x="216" y="85"/>
                    <a:pt x="216" y="85"/>
                    <a:pt x="216" y="85"/>
                  </a:cubicBezTo>
                  <a:cubicBezTo>
                    <a:pt x="221" y="86"/>
                    <a:pt x="221" y="86"/>
                    <a:pt x="221" y="86"/>
                  </a:cubicBezTo>
                  <a:cubicBezTo>
                    <a:pt x="227" y="84"/>
                    <a:pt x="227" y="84"/>
                    <a:pt x="227" y="84"/>
                  </a:cubicBezTo>
                  <a:cubicBezTo>
                    <a:pt x="231" y="81"/>
                    <a:pt x="231" y="81"/>
                    <a:pt x="231" y="81"/>
                  </a:cubicBezTo>
                  <a:cubicBezTo>
                    <a:pt x="235" y="80"/>
                    <a:pt x="235" y="80"/>
                    <a:pt x="235" y="80"/>
                  </a:cubicBezTo>
                  <a:cubicBezTo>
                    <a:pt x="238" y="77"/>
                    <a:pt x="238" y="77"/>
                    <a:pt x="238" y="77"/>
                  </a:cubicBezTo>
                  <a:cubicBezTo>
                    <a:pt x="239" y="72"/>
                    <a:pt x="239" y="72"/>
                    <a:pt x="239" y="72"/>
                  </a:cubicBezTo>
                  <a:cubicBezTo>
                    <a:pt x="239" y="67"/>
                    <a:pt x="239" y="67"/>
                    <a:pt x="239" y="67"/>
                  </a:cubicBezTo>
                  <a:cubicBezTo>
                    <a:pt x="239" y="62"/>
                    <a:pt x="239" y="62"/>
                    <a:pt x="239" y="62"/>
                  </a:cubicBezTo>
                  <a:cubicBezTo>
                    <a:pt x="242" y="59"/>
                    <a:pt x="242" y="59"/>
                    <a:pt x="242" y="59"/>
                  </a:cubicBezTo>
                  <a:cubicBezTo>
                    <a:pt x="246" y="58"/>
                    <a:pt x="246" y="58"/>
                    <a:pt x="246" y="58"/>
                  </a:cubicBezTo>
                  <a:cubicBezTo>
                    <a:pt x="250" y="58"/>
                    <a:pt x="250" y="58"/>
                    <a:pt x="250" y="58"/>
                  </a:cubicBezTo>
                  <a:cubicBezTo>
                    <a:pt x="255" y="62"/>
                    <a:pt x="255" y="62"/>
                    <a:pt x="255" y="62"/>
                  </a:cubicBezTo>
                  <a:cubicBezTo>
                    <a:pt x="260" y="60"/>
                    <a:pt x="260" y="60"/>
                    <a:pt x="260" y="60"/>
                  </a:cubicBezTo>
                  <a:cubicBezTo>
                    <a:pt x="263" y="57"/>
                    <a:pt x="263" y="57"/>
                    <a:pt x="263" y="57"/>
                  </a:cubicBezTo>
                  <a:cubicBezTo>
                    <a:pt x="268" y="56"/>
                    <a:pt x="268" y="56"/>
                    <a:pt x="268" y="56"/>
                  </a:cubicBezTo>
                  <a:cubicBezTo>
                    <a:pt x="271" y="54"/>
                    <a:pt x="271" y="54"/>
                    <a:pt x="271" y="54"/>
                  </a:cubicBezTo>
                  <a:cubicBezTo>
                    <a:pt x="274" y="54"/>
                    <a:pt x="274" y="54"/>
                    <a:pt x="274" y="54"/>
                  </a:cubicBezTo>
                  <a:cubicBezTo>
                    <a:pt x="277" y="55"/>
                    <a:pt x="277" y="55"/>
                    <a:pt x="277" y="55"/>
                  </a:cubicBezTo>
                  <a:cubicBezTo>
                    <a:pt x="281" y="55"/>
                    <a:pt x="281" y="55"/>
                    <a:pt x="281" y="55"/>
                  </a:cubicBezTo>
                  <a:cubicBezTo>
                    <a:pt x="284" y="55"/>
                    <a:pt x="284" y="55"/>
                    <a:pt x="284" y="55"/>
                  </a:cubicBezTo>
                  <a:cubicBezTo>
                    <a:pt x="285" y="51"/>
                    <a:pt x="285" y="51"/>
                    <a:pt x="285" y="51"/>
                  </a:cubicBezTo>
                  <a:cubicBezTo>
                    <a:pt x="287" y="48"/>
                    <a:pt x="287" y="48"/>
                    <a:pt x="287" y="48"/>
                  </a:cubicBezTo>
                  <a:cubicBezTo>
                    <a:pt x="290" y="47"/>
                    <a:pt x="290" y="47"/>
                    <a:pt x="290" y="47"/>
                  </a:cubicBezTo>
                  <a:cubicBezTo>
                    <a:pt x="295" y="47"/>
                    <a:pt x="295" y="47"/>
                    <a:pt x="295" y="47"/>
                  </a:cubicBezTo>
                  <a:cubicBezTo>
                    <a:pt x="297" y="44"/>
                    <a:pt x="297" y="44"/>
                    <a:pt x="297" y="44"/>
                  </a:cubicBezTo>
                  <a:cubicBezTo>
                    <a:pt x="300" y="40"/>
                    <a:pt x="300" y="40"/>
                    <a:pt x="300" y="40"/>
                  </a:cubicBezTo>
                  <a:cubicBezTo>
                    <a:pt x="300" y="37"/>
                    <a:pt x="300" y="37"/>
                    <a:pt x="300" y="37"/>
                  </a:cubicBezTo>
                  <a:cubicBezTo>
                    <a:pt x="298" y="35"/>
                    <a:pt x="298" y="35"/>
                    <a:pt x="298" y="35"/>
                  </a:cubicBezTo>
                  <a:cubicBezTo>
                    <a:pt x="298" y="33"/>
                    <a:pt x="298" y="33"/>
                    <a:pt x="298" y="33"/>
                  </a:cubicBezTo>
                  <a:cubicBezTo>
                    <a:pt x="300" y="30"/>
                    <a:pt x="300" y="30"/>
                    <a:pt x="300" y="30"/>
                  </a:cubicBezTo>
                  <a:cubicBezTo>
                    <a:pt x="304" y="30"/>
                    <a:pt x="304" y="30"/>
                    <a:pt x="304" y="30"/>
                  </a:cubicBezTo>
                  <a:cubicBezTo>
                    <a:pt x="307" y="27"/>
                    <a:pt x="307" y="27"/>
                    <a:pt x="307" y="27"/>
                  </a:cubicBezTo>
                  <a:cubicBezTo>
                    <a:pt x="309" y="25"/>
                    <a:pt x="309" y="25"/>
                    <a:pt x="309" y="25"/>
                  </a:cubicBezTo>
                  <a:cubicBezTo>
                    <a:pt x="313" y="26"/>
                    <a:pt x="313" y="26"/>
                    <a:pt x="313" y="26"/>
                  </a:cubicBezTo>
                  <a:cubicBezTo>
                    <a:pt x="315" y="26"/>
                    <a:pt x="315" y="26"/>
                    <a:pt x="315" y="26"/>
                  </a:cubicBezTo>
                  <a:cubicBezTo>
                    <a:pt x="316" y="24"/>
                    <a:pt x="316" y="24"/>
                    <a:pt x="316" y="24"/>
                  </a:cubicBezTo>
                  <a:cubicBezTo>
                    <a:pt x="314" y="21"/>
                    <a:pt x="314" y="21"/>
                    <a:pt x="314" y="21"/>
                  </a:cubicBezTo>
                  <a:cubicBezTo>
                    <a:pt x="313" y="18"/>
                    <a:pt x="313" y="18"/>
                    <a:pt x="313" y="18"/>
                  </a:cubicBezTo>
                  <a:cubicBezTo>
                    <a:pt x="315" y="14"/>
                    <a:pt x="315" y="14"/>
                    <a:pt x="315" y="14"/>
                  </a:cubicBezTo>
                  <a:cubicBezTo>
                    <a:pt x="315" y="8"/>
                    <a:pt x="315" y="8"/>
                    <a:pt x="315" y="8"/>
                  </a:cubicBezTo>
                  <a:cubicBezTo>
                    <a:pt x="313" y="5"/>
                    <a:pt x="313" y="5"/>
                    <a:pt x="313" y="5"/>
                  </a:cubicBezTo>
                  <a:cubicBezTo>
                    <a:pt x="315" y="2"/>
                    <a:pt x="315" y="2"/>
                    <a:pt x="315" y="2"/>
                  </a:cubicBezTo>
                  <a:cubicBezTo>
                    <a:pt x="319" y="0"/>
                    <a:pt x="319" y="0"/>
                    <a:pt x="319" y="0"/>
                  </a:cubicBezTo>
                  <a:cubicBezTo>
                    <a:pt x="322" y="0"/>
                    <a:pt x="322" y="0"/>
                    <a:pt x="322" y="0"/>
                  </a:cubicBezTo>
                  <a:cubicBezTo>
                    <a:pt x="329" y="0"/>
                    <a:pt x="329" y="0"/>
                    <a:pt x="329" y="0"/>
                  </a:cubicBezTo>
                  <a:cubicBezTo>
                    <a:pt x="330" y="4"/>
                    <a:pt x="330" y="4"/>
                    <a:pt x="330" y="4"/>
                  </a:cubicBezTo>
                  <a:cubicBezTo>
                    <a:pt x="328" y="7"/>
                    <a:pt x="328" y="7"/>
                    <a:pt x="328" y="7"/>
                  </a:cubicBezTo>
                  <a:cubicBezTo>
                    <a:pt x="329" y="12"/>
                    <a:pt x="329" y="12"/>
                    <a:pt x="329" y="12"/>
                  </a:cubicBezTo>
                  <a:cubicBezTo>
                    <a:pt x="328" y="14"/>
                    <a:pt x="328" y="14"/>
                    <a:pt x="328" y="14"/>
                  </a:cubicBezTo>
                  <a:cubicBezTo>
                    <a:pt x="332" y="16"/>
                    <a:pt x="332" y="16"/>
                    <a:pt x="332" y="16"/>
                  </a:cubicBezTo>
                  <a:cubicBezTo>
                    <a:pt x="336" y="16"/>
                    <a:pt x="336" y="16"/>
                    <a:pt x="336" y="16"/>
                  </a:cubicBezTo>
                  <a:cubicBezTo>
                    <a:pt x="337" y="17"/>
                    <a:pt x="337" y="17"/>
                    <a:pt x="337" y="17"/>
                  </a:cubicBezTo>
                  <a:cubicBezTo>
                    <a:pt x="339" y="21"/>
                    <a:pt x="339" y="21"/>
                    <a:pt x="339" y="21"/>
                  </a:cubicBezTo>
                  <a:cubicBezTo>
                    <a:pt x="342" y="24"/>
                    <a:pt x="342" y="24"/>
                    <a:pt x="342" y="24"/>
                  </a:cubicBezTo>
                  <a:cubicBezTo>
                    <a:pt x="345" y="26"/>
                    <a:pt x="345" y="26"/>
                    <a:pt x="345" y="26"/>
                  </a:cubicBezTo>
                  <a:cubicBezTo>
                    <a:pt x="349" y="24"/>
                    <a:pt x="349" y="24"/>
                    <a:pt x="349" y="24"/>
                  </a:cubicBezTo>
                  <a:cubicBezTo>
                    <a:pt x="352" y="25"/>
                    <a:pt x="352" y="25"/>
                    <a:pt x="352" y="25"/>
                  </a:cubicBezTo>
                  <a:cubicBezTo>
                    <a:pt x="353" y="30"/>
                    <a:pt x="353" y="30"/>
                    <a:pt x="353" y="30"/>
                  </a:cubicBezTo>
                  <a:cubicBezTo>
                    <a:pt x="352" y="36"/>
                    <a:pt x="352" y="36"/>
                    <a:pt x="352" y="36"/>
                  </a:cubicBezTo>
                  <a:cubicBezTo>
                    <a:pt x="350" y="42"/>
                    <a:pt x="350" y="42"/>
                    <a:pt x="350" y="42"/>
                  </a:cubicBezTo>
                  <a:cubicBezTo>
                    <a:pt x="351" y="45"/>
                    <a:pt x="351" y="45"/>
                    <a:pt x="351" y="45"/>
                  </a:cubicBezTo>
                  <a:cubicBezTo>
                    <a:pt x="354" y="48"/>
                    <a:pt x="354" y="48"/>
                    <a:pt x="354" y="48"/>
                  </a:cubicBezTo>
                  <a:cubicBezTo>
                    <a:pt x="358" y="53"/>
                    <a:pt x="358" y="53"/>
                    <a:pt x="358" y="53"/>
                  </a:cubicBezTo>
                  <a:cubicBezTo>
                    <a:pt x="363" y="58"/>
                    <a:pt x="363" y="58"/>
                    <a:pt x="363" y="58"/>
                  </a:cubicBezTo>
                  <a:cubicBezTo>
                    <a:pt x="363" y="63"/>
                    <a:pt x="363" y="63"/>
                    <a:pt x="363" y="63"/>
                  </a:cubicBezTo>
                  <a:cubicBezTo>
                    <a:pt x="366" y="68"/>
                    <a:pt x="366" y="68"/>
                    <a:pt x="366" y="68"/>
                  </a:cubicBezTo>
                  <a:cubicBezTo>
                    <a:pt x="368" y="69"/>
                    <a:pt x="368" y="69"/>
                    <a:pt x="368" y="69"/>
                  </a:cubicBezTo>
                  <a:cubicBezTo>
                    <a:pt x="373" y="69"/>
                    <a:pt x="373" y="69"/>
                    <a:pt x="373" y="69"/>
                  </a:cubicBezTo>
                  <a:cubicBezTo>
                    <a:pt x="376" y="70"/>
                    <a:pt x="376" y="70"/>
                    <a:pt x="376" y="70"/>
                  </a:cubicBezTo>
                  <a:cubicBezTo>
                    <a:pt x="379" y="71"/>
                    <a:pt x="379" y="71"/>
                    <a:pt x="379" y="71"/>
                  </a:cubicBezTo>
                  <a:cubicBezTo>
                    <a:pt x="379" y="74"/>
                    <a:pt x="379" y="74"/>
                    <a:pt x="379" y="74"/>
                  </a:cubicBezTo>
                  <a:cubicBezTo>
                    <a:pt x="378" y="79"/>
                    <a:pt x="378" y="79"/>
                    <a:pt x="378" y="79"/>
                  </a:cubicBezTo>
                  <a:cubicBezTo>
                    <a:pt x="379" y="85"/>
                    <a:pt x="379" y="85"/>
                    <a:pt x="379" y="85"/>
                  </a:cubicBezTo>
                  <a:cubicBezTo>
                    <a:pt x="382" y="87"/>
                    <a:pt x="382" y="87"/>
                    <a:pt x="382" y="87"/>
                  </a:cubicBezTo>
                  <a:cubicBezTo>
                    <a:pt x="381" y="91"/>
                    <a:pt x="381" y="91"/>
                    <a:pt x="381" y="91"/>
                  </a:cubicBezTo>
                  <a:cubicBezTo>
                    <a:pt x="381" y="95"/>
                    <a:pt x="381" y="95"/>
                    <a:pt x="381" y="95"/>
                  </a:cubicBezTo>
                  <a:cubicBezTo>
                    <a:pt x="383" y="98"/>
                    <a:pt x="383" y="98"/>
                    <a:pt x="383" y="98"/>
                  </a:cubicBezTo>
                  <a:cubicBezTo>
                    <a:pt x="384" y="102"/>
                    <a:pt x="384" y="102"/>
                    <a:pt x="384" y="102"/>
                  </a:cubicBezTo>
                  <a:cubicBezTo>
                    <a:pt x="384" y="107"/>
                    <a:pt x="384" y="107"/>
                    <a:pt x="384" y="107"/>
                  </a:cubicBezTo>
                  <a:cubicBezTo>
                    <a:pt x="381" y="109"/>
                    <a:pt x="381" y="109"/>
                    <a:pt x="381" y="109"/>
                  </a:cubicBezTo>
                  <a:cubicBezTo>
                    <a:pt x="379" y="112"/>
                    <a:pt x="379" y="112"/>
                    <a:pt x="379" y="112"/>
                  </a:cubicBezTo>
                  <a:cubicBezTo>
                    <a:pt x="380" y="116"/>
                    <a:pt x="380" y="116"/>
                    <a:pt x="380" y="116"/>
                  </a:cubicBezTo>
                  <a:cubicBezTo>
                    <a:pt x="375" y="117"/>
                    <a:pt x="375" y="117"/>
                    <a:pt x="375" y="117"/>
                  </a:cubicBezTo>
                  <a:cubicBezTo>
                    <a:pt x="370" y="113"/>
                    <a:pt x="370" y="113"/>
                    <a:pt x="370" y="113"/>
                  </a:cubicBezTo>
                  <a:cubicBezTo>
                    <a:pt x="365" y="111"/>
                    <a:pt x="365" y="111"/>
                    <a:pt x="365" y="111"/>
                  </a:cubicBezTo>
                  <a:cubicBezTo>
                    <a:pt x="362" y="110"/>
                    <a:pt x="362" y="110"/>
                    <a:pt x="362" y="110"/>
                  </a:cubicBezTo>
                  <a:cubicBezTo>
                    <a:pt x="360" y="111"/>
                    <a:pt x="360" y="111"/>
                    <a:pt x="360" y="111"/>
                  </a:cubicBezTo>
                  <a:cubicBezTo>
                    <a:pt x="356" y="118"/>
                    <a:pt x="356" y="118"/>
                    <a:pt x="356" y="118"/>
                  </a:cubicBezTo>
                  <a:cubicBezTo>
                    <a:pt x="353" y="125"/>
                    <a:pt x="353" y="125"/>
                    <a:pt x="353" y="125"/>
                  </a:cubicBezTo>
                  <a:cubicBezTo>
                    <a:pt x="351" y="133"/>
                    <a:pt x="351" y="133"/>
                    <a:pt x="351" y="133"/>
                  </a:cubicBezTo>
                  <a:cubicBezTo>
                    <a:pt x="354" y="135"/>
                    <a:pt x="354" y="135"/>
                    <a:pt x="354" y="135"/>
                  </a:cubicBezTo>
                  <a:cubicBezTo>
                    <a:pt x="356" y="138"/>
                    <a:pt x="356" y="138"/>
                    <a:pt x="356" y="138"/>
                  </a:cubicBezTo>
                  <a:cubicBezTo>
                    <a:pt x="355" y="141"/>
                    <a:pt x="355" y="141"/>
                    <a:pt x="355" y="141"/>
                  </a:cubicBezTo>
                  <a:cubicBezTo>
                    <a:pt x="352" y="143"/>
                    <a:pt x="352" y="143"/>
                    <a:pt x="352" y="143"/>
                  </a:cubicBezTo>
                  <a:cubicBezTo>
                    <a:pt x="353" y="149"/>
                    <a:pt x="353" y="149"/>
                    <a:pt x="353" y="149"/>
                  </a:cubicBezTo>
                  <a:cubicBezTo>
                    <a:pt x="353" y="149"/>
                    <a:pt x="354" y="154"/>
                    <a:pt x="354" y="154"/>
                  </a:cubicBezTo>
                  <a:cubicBezTo>
                    <a:pt x="354" y="155"/>
                    <a:pt x="358" y="157"/>
                    <a:pt x="358" y="157"/>
                  </a:cubicBezTo>
                  <a:cubicBezTo>
                    <a:pt x="362" y="161"/>
                    <a:pt x="362" y="161"/>
                    <a:pt x="362" y="161"/>
                  </a:cubicBezTo>
                  <a:cubicBezTo>
                    <a:pt x="364" y="166"/>
                    <a:pt x="364" y="166"/>
                    <a:pt x="364" y="166"/>
                  </a:cubicBezTo>
                  <a:cubicBezTo>
                    <a:pt x="367" y="171"/>
                    <a:pt x="367" y="171"/>
                    <a:pt x="367" y="171"/>
                  </a:cubicBezTo>
                  <a:cubicBezTo>
                    <a:pt x="371" y="175"/>
                    <a:pt x="371" y="175"/>
                    <a:pt x="371" y="175"/>
                  </a:cubicBezTo>
                  <a:cubicBezTo>
                    <a:pt x="375" y="178"/>
                    <a:pt x="375" y="178"/>
                    <a:pt x="375" y="178"/>
                  </a:cubicBezTo>
                  <a:cubicBezTo>
                    <a:pt x="375" y="181"/>
                    <a:pt x="375" y="181"/>
                    <a:pt x="375" y="181"/>
                  </a:cubicBezTo>
                  <a:cubicBezTo>
                    <a:pt x="375" y="188"/>
                    <a:pt x="375" y="188"/>
                    <a:pt x="375" y="188"/>
                  </a:cubicBezTo>
                  <a:cubicBezTo>
                    <a:pt x="374" y="193"/>
                    <a:pt x="374" y="193"/>
                    <a:pt x="374" y="193"/>
                  </a:cubicBezTo>
                  <a:cubicBezTo>
                    <a:pt x="369" y="195"/>
                    <a:pt x="369" y="195"/>
                    <a:pt x="369" y="195"/>
                  </a:cubicBezTo>
                  <a:cubicBezTo>
                    <a:pt x="362" y="193"/>
                    <a:pt x="362" y="193"/>
                    <a:pt x="362" y="193"/>
                  </a:cubicBezTo>
                  <a:cubicBezTo>
                    <a:pt x="359" y="193"/>
                    <a:pt x="359" y="193"/>
                    <a:pt x="359" y="193"/>
                  </a:cubicBezTo>
                  <a:cubicBezTo>
                    <a:pt x="358" y="194"/>
                    <a:pt x="358" y="194"/>
                    <a:pt x="358" y="194"/>
                  </a:cubicBezTo>
                  <a:cubicBezTo>
                    <a:pt x="359" y="197"/>
                    <a:pt x="359" y="197"/>
                    <a:pt x="359" y="197"/>
                  </a:cubicBezTo>
                  <a:cubicBezTo>
                    <a:pt x="362" y="201"/>
                    <a:pt x="362" y="201"/>
                    <a:pt x="362" y="201"/>
                  </a:cubicBezTo>
                  <a:cubicBezTo>
                    <a:pt x="363" y="205"/>
                    <a:pt x="363" y="205"/>
                    <a:pt x="363" y="205"/>
                  </a:cubicBezTo>
                  <a:cubicBezTo>
                    <a:pt x="361" y="208"/>
                    <a:pt x="361" y="208"/>
                    <a:pt x="361" y="208"/>
                  </a:cubicBezTo>
                  <a:cubicBezTo>
                    <a:pt x="356" y="206"/>
                    <a:pt x="356" y="206"/>
                    <a:pt x="356" y="206"/>
                  </a:cubicBezTo>
                  <a:cubicBezTo>
                    <a:pt x="353" y="203"/>
                    <a:pt x="353" y="203"/>
                    <a:pt x="353" y="203"/>
                  </a:cubicBezTo>
                  <a:cubicBezTo>
                    <a:pt x="348" y="203"/>
                    <a:pt x="348" y="203"/>
                    <a:pt x="348" y="203"/>
                  </a:cubicBezTo>
                  <a:cubicBezTo>
                    <a:pt x="345" y="206"/>
                    <a:pt x="345" y="206"/>
                    <a:pt x="345" y="206"/>
                  </a:cubicBezTo>
                  <a:cubicBezTo>
                    <a:pt x="339" y="207"/>
                    <a:pt x="339" y="207"/>
                    <a:pt x="339" y="207"/>
                  </a:cubicBezTo>
                  <a:cubicBezTo>
                    <a:pt x="335" y="210"/>
                    <a:pt x="335" y="210"/>
                    <a:pt x="335" y="210"/>
                  </a:cubicBezTo>
                  <a:cubicBezTo>
                    <a:pt x="334" y="215"/>
                    <a:pt x="334" y="215"/>
                    <a:pt x="334" y="215"/>
                  </a:cubicBezTo>
                  <a:cubicBezTo>
                    <a:pt x="331" y="219"/>
                    <a:pt x="331" y="219"/>
                    <a:pt x="331" y="219"/>
                  </a:cubicBezTo>
                  <a:cubicBezTo>
                    <a:pt x="332" y="222"/>
                    <a:pt x="332" y="222"/>
                    <a:pt x="332" y="222"/>
                  </a:cubicBezTo>
                  <a:cubicBezTo>
                    <a:pt x="337" y="225"/>
                    <a:pt x="337" y="225"/>
                    <a:pt x="337" y="225"/>
                  </a:cubicBezTo>
                  <a:cubicBezTo>
                    <a:pt x="341" y="229"/>
                    <a:pt x="341" y="229"/>
                    <a:pt x="341" y="229"/>
                  </a:cubicBezTo>
                  <a:cubicBezTo>
                    <a:pt x="339" y="232"/>
                    <a:pt x="339" y="232"/>
                    <a:pt x="339" y="232"/>
                  </a:cubicBezTo>
                  <a:cubicBezTo>
                    <a:pt x="339" y="238"/>
                    <a:pt x="339" y="238"/>
                    <a:pt x="339" y="238"/>
                  </a:cubicBezTo>
                  <a:cubicBezTo>
                    <a:pt x="336" y="238"/>
                    <a:pt x="336" y="238"/>
                    <a:pt x="336" y="238"/>
                  </a:cubicBezTo>
                  <a:cubicBezTo>
                    <a:pt x="332" y="236"/>
                    <a:pt x="332" y="236"/>
                    <a:pt x="332" y="236"/>
                  </a:cubicBezTo>
                  <a:cubicBezTo>
                    <a:pt x="327" y="234"/>
                    <a:pt x="327" y="234"/>
                    <a:pt x="327" y="234"/>
                  </a:cubicBezTo>
                  <a:cubicBezTo>
                    <a:pt x="323" y="234"/>
                    <a:pt x="323" y="234"/>
                    <a:pt x="323" y="234"/>
                  </a:cubicBezTo>
                  <a:cubicBezTo>
                    <a:pt x="321" y="236"/>
                    <a:pt x="321" y="236"/>
                    <a:pt x="321" y="236"/>
                  </a:cubicBezTo>
                  <a:cubicBezTo>
                    <a:pt x="319" y="243"/>
                    <a:pt x="319" y="243"/>
                    <a:pt x="319" y="243"/>
                  </a:cubicBezTo>
                  <a:cubicBezTo>
                    <a:pt x="315" y="246"/>
                    <a:pt x="315" y="246"/>
                    <a:pt x="315" y="246"/>
                  </a:cubicBezTo>
                  <a:cubicBezTo>
                    <a:pt x="311" y="250"/>
                    <a:pt x="311" y="250"/>
                    <a:pt x="311" y="250"/>
                  </a:cubicBezTo>
                  <a:cubicBezTo>
                    <a:pt x="310" y="253"/>
                    <a:pt x="310" y="253"/>
                    <a:pt x="310" y="253"/>
                  </a:cubicBezTo>
                  <a:cubicBezTo>
                    <a:pt x="313" y="255"/>
                    <a:pt x="313" y="255"/>
                    <a:pt x="313" y="255"/>
                  </a:cubicBezTo>
                  <a:cubicBezTo>
                    <a:pt x="315" y="259"/>
                    <a:pt x="315" y="259"/>
                    <a:pt x="315" y="259"/>
                  </a:cubicBezTo>
                  <a:cubicBezTo>
                    <a:pt x="319" y="261"/>
                    <a:pt x="319" y="261"/>
                    <a:pt x="319" y="261"/>
                  </a:cubicBezTo>
                  <a:cubicBezTo>
                    <a:pt x="321" y="264"/>
                    <a:pt x="321" y="264"/>
                    <a:pt x="321" y="264"/>
                  </a:cubicBezTo>
                  <a:cubicBezTo>
                    <a:pt x="324" y="271"/>
                    <a:pt x="324" y="271"/>
                    <a:pt x="324" y="271"/>
                  </a:cubicBezTo>
                  <a:cubicBezTo>
                    <a:pt x="326" y="276"/>
                    <a:pt x="326" y="276"/>
                    <a:pt x="326" y="276"/>
                  </a:cubicBezTo>
                  <a:cubicBezTo>
                    <a:pt x="332" y="276"/>
                    <a:pt x="332" y="276"/>
                    <a:pt x="332" y="276"/>
                  </a:cubicBezTo>
                  <a:cubicBezTo>
                    <a:pt x="337" y="276"/>
                    <a:pt x="337" y="276"/>
                    <a:pt x="337" y="276"/>
                  </a:cubicBezTo>
                  <a:cubicBezTo>
                    <a:pt x="345" y="276"/>
                    <a:pt x="345" y="276"/>
                    <a:pt x="345" y="276"/>
                  </a:cubicBezTo>
                  <a:cubicBezTo>
                    <a:pt x="351" y="273"/>
                    <a:pt x="351" y="273"/>
                    <a:pt x="351" y="273"/>
                  </a:cubicBezTo>
                  <a:cubicBezTo>
                    <a:pt x="356" y="271"/>
                    <a:pt x="356" y="271"/>
                    <a:pt x="356" y="271"/>
                  </a:cubicBezTo>
                  <a:cubicBezTo>
                    <a:pt x="360" y="268"/>
                    <a:pt x="360" y="268"/>
                    <a:pt x="360" y="268"/>
                  </a:cubicBezTo>
                  <a:cubicBezTo>
                    <a:pt x="369" y="265"/>
                    <a:pt x="369" y="265"/>
                    <a:pt x="369" y="265"/>
                  </a:cubicBezTo>
                  <a:cubicBezTo>
                    <a:pt x="376" y="263"/>
                    <a:pt x="376" y="263"/>
                    <a:pt x="376" y="263"/>
                  </a:cubicBezTo>
                  <a:cubicBezTo>
                    <a:pt x="382" y="262"/>
                    <a:pt x="382" y="262"/>
                    <a:pt x="382" y="262"/>
                  </a:cubicBezTo>
                  <a:cubicBezTo>
                    <a:pt x="385" y="259"/>
                    <a:pt x="385" y="259"/>
                    <a:pt x="385" y="259"/>
                  </a:cubicBezTo>
                  <a:cubicBezTo>
                    <a:pt x="390" y="258"/>
                    <a:pt x="390" y="258"/>
                    <a:pt x="390" y="258"/>
                  </a:cubicBezTo>
                  <a:cubicBezTo>
                    <a:pt x="393" y="261"/>
                    <a:pt x="393" y="261"/>
                    <a:pt x="393" y="261"/>
                  </a:cubicBezTo>
                  <a:cubicBezTo>
                    <a:pt x="397" y="263"/>
                    <a:pt x="397" y="263"/>
                    <a:pt x="397" y="263"/>
                  </a:cubicBezTo>
                  <a:cubicBezTo>
                    <a:pt x="402" y="271"/>
                    <a:pt x="402" y="271"/>
                    <a:pt x="402" y="271"/>
                  </a:cubicBezTo>
                  <a:cubicBezTo>
                    <a:pt x="408" y="277"/>
                    <a:pt x="408" y="277"/>
                    <a:pt x="408" y="277"/>
                  </a:cubicBezTo>
                  <a:cubicBezTo>
                    <a:pt x="412" y="284"/>
                    <a:pt x="412" y="284"/>
                    <a:pt x="412" y="284"/>
                  </a:cubicBezTo>
                  <a:cubicBezTo>
                    <a:pt x="415" y="294"/>
                    <a:pt x="415" y="294"/>
                    <a:pt x="415" y="294"/>
                  </a:cubicBezTo>
                  <a:cubicBezTo>
                    <a:pt x="414" y="301"/>
                    <a:pt x="414" y="301"/>
                    <a:pt x="414" y="301"/>
                  </a:cubicBezTo>
                  <a:cubicBezTo>
                    <a:pt x="413" y="308"/>
                    <a:pt x="413" y="308"/>
                    <a:pt x="413" y="308"/>
                  </a:cubicBezTo>
                  <a:cubicBezTo>
                    <a:pt x="412" y="312"/>
                    <a:pt x="412" y="312"/>
                    <a:pt x="412" y="312"/>
                  </a:cubicBezTo>
                  <a:cubicBezTo>
                    <a:pt x="415" y="313"/>
                    <a:pt x="415" y="313"/>
                    <a:pt x="415" y="313"/>
                  </a:cubicBezTo>
                  <a:cubicBezTo>
                    <a:pt x="418" y="313"/>
                    <a:pt x="418" y="313"/>
                    <a:pt x="418" y="313"/>
                  </a:cubicBezTo>
                  <a:cubicBezTo>
                    <a:pt x="419" y="316"/>
                    <a:pt x="419" y="316"/>
                    <a:pt x="419" y="316"/>
                  </a:cubicBezTo>
                  <a:cubicBezTo>
                    <a:pt x="418" y="321"/>
                    <a:pt x="418" y="321"/>
                    <a:pt x="418" y="321"/>
                  </a:cubicBezTo>
                  <a:cubicBezTo>
                    <a:pt x="419" y="327"/>
                    <a:pt x="419" y="327"/>
                    <a:pt x="419" y="327"/>
                  </a:cubicBezTo>
                  <a:cubicBezTo>
                    <a:pt x="421" y="330"/>
                    <a:pt x="421" y="330"/>
                    <a:pt x="421" y="330"/>
                  </a:cubicBezTo>
                  <a:cubicBezTo>
                    <a:pt x="424" y="334"/>
                    <a:pt x="424" y="334"/>
                    <a:pt x="424" y="334"/>
                  </a:cubicBezTo>
                  <a:cubicBezTo>
                    <a:pt x="427" y="339"/>
                    <a:pt x="427" y="339"/>
                    <a:pt x="427" y="339"/>
                  </a:cubicBezTo>
                  <a:cubicBezTo>
                    <a:pt x="430" y="339"/>
                    <a:pt x="430" y="339"/>
                    <a:pt x="430" y="339"/>
                  </a:cubicBezTo>
                  <a:cubicBezTo>
                    <a:pt x="435" y="342"/>
                    <a:pt x="435" y="342"/>
                    <a:pt x="435" y="342"/>
                  </a:cubicBezTo>
                  <a:cubicBezTo>
                    <a:pt x="433" y="347"/>
                    <a:pt x="433" y="347"/>
                    <a:pt x="433" y="347"/>
                  </a:cubicBezTo>
                  <a:cubicBezTo>
                    <a:pt x="429" y="350"/>
                    <a:pt x="429" y="350"/>
                    <a:pt x="429" y="350"/>
                  </a:cubicBezTo>
                  <a:cubicBezTo>
                    <a:pt x="426" y="355"/>
                    <a:pt x="426" y="355"/>
                    <a:pt x="426" y="355"/>
                  </a:cubicBezTo>
                  <a:cubicBezTo>
                    <a:pt x="421" y="358"/>
                    <a:pt x="421" y="358"/>
                    <a:pt x="421" y="358"/>
                  </a:cubicBezTo>
                  <a:cubicBezTo>
                    <a:pt x="416" y="358"/>
                    <a:pt x="416" y="358"/>
                    <a:pt x="416" y="358"/>
                  </a:cubicBezTo>
                  <a:cubicBezTo>
                    <a:pt x="414" y="360"/>
                    <a:pt x="414" y="360"/>
                    <a:pt x="414" y="360"/>
                  </a:cubicBezTo>
                  <a:cubicBezTo>
                    <a:pt x="413" y="363"/>
                    <a:pt x="413" y="363"/>
                    <a:pt x="413" y="363"/>
                  </a:cubicBezTo>
                  <a:cubicBezTo>
                    <a:pt x="415" y="368"/>
                    <a:pt x="415" y="368"/>
                    <a:pt x="415" y="368"/>
                  </a:cubicBezTo>
                  <a:cubicBezTo>
                    <a:pt x="414" y="375"/>
                    <a:pt x="414" y="375"/>
                    <a:pt x="414" y="375"/>
                  </a:cubicBezTo>
                  <a:cubicBezTo>
                    <a:pt x="415" y="381"/>
                    <a:pt x="415" y="381"/>
                    <a:pt x="415" y="381"/>
                  </a:cubicBezTo>
                  <a:cubicBezTo>
                    <a:pt x="420" y="386"/>
                    <a:pt x="420" y="386"/>
                    <a:pt x="420" y="386"/>
                  </a:cubicBezTo>
                  <a:cubicBezTo>
                    <a:pt x="425" y="392"/>
                    <a:pt x="425" y="392"/>
                    <a:pt x="425" y="392"/>
                  </a:cubicBezTo>
                  <a:lnTo>
                    <a:pt x="425" y="395"/>
                  </a:lnTo>
                  <a:close/>
                </a:path>
              </a:pathLst>
            </a:custGeom>
            <a:solidFill>
              <a:schemeClr val="accent5"/>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28"/>
            <p:cNvSpPr>
              <a:spLocks/>
            </p:cNvSpPr>
            <p:nvPr/>
          </p:nvSpPr>
          <p:spPr bwMode="auto">
            <a:xfrm>
              <a:off x="650876" y="2052638"/>
              <a:ext cx="1206500" cy="1141413"/>
            </a:xfrm>
            <a:custGeom>
              <a:avLst/>
              <a:gdLst/>
              <a:ahLst/>
              <a:cxnLst>
                <a:cxn ang="0">
                  <a:pos x="380" y="497"/>
                </a:cxn>
                <a:cxn ang="0">
                  <a:pos x="356" y="468"/>
                </a:cxn>
                <a:cxn ang="0">
                  <a:pos x="343" y="487"/>
                </a:cxn>
                <a:cxn ang="0">
                  <a:pos x="318" y="508"/>
                </a:cxn>
                <a:cxn ang="0">
                  <a:pos x="278" y="519"/>
                </a:cxn>
                <a:cxn ang="0">
                  <a:pos x="239" y="544"/>
                </a:cxn>
                <a:cxn ang="0">
                  <a:pos x="212" y="553"/>
                </a:cxn>
                <a:cxn ang="0">
                  <a:pos x="181" y="571"/>
                </a:cxn>
                <a:cxn ang="0">
                  <a:pos x="161" y="581"/>
                </a:cxn>
                <a:cxn ang="0">
                  <a:pos x="154" y="611"/>
                </a:cxn>
                <a:cxn ang="0">
                  <a:pos x="126" y="616"/>
                </a:cxn>
                <a:cxn ang="0">
                  <a:pos x="96" y="609"/>
                </a:cxn>
                <a:cxn ang="0">
                  <a:pos x="74" y="608"/>
                </a:cxn>
                <a:cxn ang="0">
                  <a:pos x="47" y="564"/>
                </a:cxn>
                <a:cxn ang="0">
                  <a:pos x="42" y="519"/>
                </a:cxn>
                <a:cxn ang="0">
                  <a:pos x="26" y="468"/>
                </a:cxn>
                <a:cxn ang="0">
                  <a:pos x="24" y="430"/>
                </a:cxn>
                <a:cxn ang="0">
                  <a:pos x="15" y="414"/>
                </a:cxn>
                <a:cxn ang="0">
                  <a:pos x="45" y="374"/>
                </a:cxn>
                <a:cxn ang="0">
                  <a:pos x="69" y="313"/>
                </a:cxn>
                <a:cxn ang="0">
                  <a:pos x="44" y="230"/>
                </a:cxn>
                <a:cxn ang="0">
                  <a:pos x="26" y="184"/>
                </a:cxn>
                <a:cxn ang="0">
                  <a:pos x="66" y="164"/>
                </a:cxn>
                <a:cxn ang="0">
                  <a:pos x="107" y="178"/>
                </a:cxn>
                <a:cxn ang="0">
                  <a:pos x="182" y="157"/>
                </a:cxn>
                <a:cxn ang="0">
                  <a:pos x="178" y="109"/>
                </a:cxn>
                <a:cxn ang="0">
                  <a:pos x="230" y="74"/>
                </a:cxn>
                <a:cxn ang="0">
                  <a:pos x="279" y="63"/>
                </a:cxn>
                <a:cxn ang="0">
                  <a:pos x="334" y="24"/>
                </a:cxn>
                <a:cxn ang="0">
                  <a:pos x="351" y="31"/>
                </a:cxn>
                <a:cxn ang="0">
                  <a:pos x="395" y="53"/>
                </a:cxn>
                <a:cxn ang="0">
                  <a:pos x="383" y="87"/>
                </a:cxn>
                <a:cxn ang="0">
                  <a:pos x="400" y="113"/>
                </a:cxn>
                <a:cxn ang="0">
                  <a:pos x="397" y="138"/>
                </a:cxn>
                <a:cxn ang="0">
                  <a:pos x="456" y="115"/>
                </a:cxn>
                <a:cxn ang="0">
                  <a:pos x="489" y="99"/>
                </a:cxn>
                <a:cxn ang="0">
                  <a:pos x="465" y="37"/>
                </a:cxn>
                <a:cxn ang="0">
                  <a:pos x="484" y="13"/>
                </a:cxn>
                <a:cxn ang="0">
                  <a:pos x="529" y="12"/>
                </a:cxn>
                <a:cxn ang="0">
                  <a:pos x="571" y="37"/>
                </a:cxn>
                <a:cxn ang="0">
                  <a:pos x="603" y="15"/>
                </a:cxn>
                <a:cxn ang="0">
                  <a:pos x="591" y="57"/>
                </a:cxn>
                <a:cxn ang="0">
                  <a:pos x="589" y="91"/>
                </a:cxn>
                <a:cxn ang="0">
                  <a:pos x="586" y="117"/>
                </a:cxn>
                <a:cxn ang="0">
                  <a:pos x="599" y="128"/>
                </a:cxn>
                <a:cxn ang="0">
                  <a:pos x="608" y="164"/>
                </a:cxn>
                <a:cxn ang="0">
                  <a:pos x="636" y="182"/>
                </a:cxn>
                <a:cxn ang="0">
                  <a:pos x="657" y="210"/>
                </a:cxn>
                <a:cxn ang="0">
                  <a:pos x="641" y="255"/>
                </a:cxn>
                <a:cxn ang="0">
                  <a:pos x="637" y="270"/>
                </a:cxn>
                <a:cxn ang="0">
                  <a:pos x="631" y="297"/>
                </a:cxn>
                <a:cxn ang="0">
                  <a:pos x="600" y="318"/>
                </a:cxn>
                <a:cxn ang="0">
                  <a:pos x="581" y="301"/>
                </a:cxn>
                <a:cxn ang="0">
                  <a:pos x="557" y="336"/>
                </a:cxn>
                <a:cxn ang="0">
                  <a:pos x="511" y="344"/>
                </a:cxn>
                <a:cxn ang="0">
                  <a:pos x="507" y="369"/>
                </a:cxn>
                <a:cxn ang="0">
                  <a:pos x="524" y="398"/>
                </a:cxn>
                <a:cxn ang="0">
                  <a:pos x="486" y="417"/>
                </a:cxn>
                <a:cxn ang="0">
                  <a:pos x="468" y="470"/>
                </a:cxn>
                <a:cxn ang="0">
                  <a:pos x="431" y="481"/>
                </a:cxn>
                <a:cxn ang="0">
                  <a:pos x="413" y="525"/>
                </a:cxn>
              </a:cxnLst>
              <a:rect l="0" t="0" r="r" b="b"/>
              <a:pathLst>
                <a:path w="657" h="623">
                  <a:moveTo>
                    <a:pt x="407" y="532"/>
                  </a:moveTo>
                  <a:cubicBezTo>
                    <a:pt x="404" y="531"/>
                    <a:pt x="404" y="531"/>
                    <a:pt x="404" y="531"/>
                  </a:cubicBezTo>
                  <a:cubicBezTo>
                    <a:pt x="401" y="530"/>
                    <a:pt x="401" y="530"/>
                    <a:pt x="401" y="530"/>
                  </a:cubicBezTo>
                  <a:cubicBezTo>
                    <a:pt x="396" y="530"/>
                    <a:pt x="396" y="530"/>
                    <a:pt x="396" y="530"/>
                  </a:cubicBezTo>
                  <a:cubicBezTo>
                    <a:pt x="394" y="529"/>
                    <a:pt x="394" y="529"/>
                    <a:pt x="394" y="529"/>
                  </a:cubicBezTo>
                  <a:cubicBezTo>
                    <a:pt x="391" y="524"/>
                    <a:pt x="391" y="524"/>
                    <a:pt x="391" y="524"/>
                  </a:cubicBezTo>
                  <a:cubicBezTo>
                    <a:pt x="391" y="519"/>
                    <a:pt x="391" y="519"/>
                    <a:pt x="391" y="519"/>
                  </a:cubicBezTo>
                  <a:cubicBezTo>
                    <a:pt x="386" y="514"/>
                    <a:pt x="386" y="514"/>
                    <a:pt x="386" y="514"/>
                  </a:cubicBezTo>
                  <a:cubicBezTo>
                    <a:pt x="382" y="509"/>
                    <a:pt x="382" y="509"/>
                    <a:pt x="382" y="509"/>
                  </a:cubicBezTo>
                  <a:cubicBezTo>
                    <a:pt x="379" y="506"/>
                    <a:pt x="379" y="506"/>
                    <a:pt x="379" y="506"/>
                  </a:cubicBezTo>
                  <a:cubicBezTo>
                    <a:pt x="378" y="503"/>
                    <a:pt x="378" y="503"/>
                    <a:pt x="378" y="503"/>
                  </a:cubicBezTo>
                  <a:cubicBezTo>
                    <a:pt x="380" y="497"/>
                    <a:pt x="380" y="497"/>
                    <a:pt x="380" y="497"/>
                  </a:cubicBezTo>
                  <a:cubicBezTo>
                    <a:pt x="381" y="491"/>
                    <a:pt x="381" y="491"/>
                    <a:pt x="381" y="491"/>
                  </a:cubicBezTo>
                  <a:cubicBezTo>
                    <a:pt x="380" y="486"/>
                    <a:pt x="380" y="486"/>
                    <a:pt x="380" y="486"/>
                  </a:cubicBezTo>
                  <a:cubicBezTo>
                    <a:pt x="377" y="485"/>
                    <a:pt x="377" y="485"/>
                    <a:pt x="377" y="485"/>
                  </a:cubicBezTo>
                  <a:cubicBezTo>
                    <a:pt x="373" y="487"/>
                    <a:pt x="373" y="487"/>
                    <a:pt x="373" y="487"/>
                  </a:cubicBezTo>
                  <a:cubicBezTo>
                    <a:pt x="370" y="485"/>
                    <a:pt x="370" y="485"/>
                    <a:pt x="370" y="485"/>
                  </a:cubicBezTo>
                  <a:cubicBezTo>
                    <a:pt x="367" y="482"/>
                    <a:pt x="367" y="482"/>
                    <a:pt x="367" y="482"/>
                  </a:cubicBezTo>
                  <a:cubicBezTo>
                    <a:pt x="365" y="478"/>
                    <a:pt x="365" y="478"/>
                    <a:pt x="365" y="478"/>
                  </a:cubicBezTo>
                  <a:cubicBezTo>
                    <a:pt x="364" y="477"/>
                    <a:pt x="364" y="477"/>
                    <a:pt x="364" y="477"/>
                  </a:cubicBezTo>
                  <a:cubicBezTo>
                    <a:pt x="360" y="477"/>
                    <a:pt x="360" y="477"/>
                    <a:pt x="360" y="477"/>
                  </a:cubicBezTo>
                  <a:cubicBezTo>
                    <a:pt x="356" y="475"/>
                    <a:pt x="356" y="475"/>
                    <a:pt x="356" y="475"/>
                  </a:cubicBezTo>
                  <a:cubicBezTo>
                    <a:pt x="357" y="473"/>
                    <a:pt x="357" y="473"/>
                    <a:pt x="357" y="473"/>
                  </a:cubicBezTo>
                  <a:cubicBezTo>
                    <a:pt x="356" y="468"/>
                    <a:pt x="356" y="468"/>
                    <a:pt x="356" y="468"/>
                  </a:cubicBezTo>
                  <a:cubicBezTo>
                    <a:pt x="358" y="465"/>
                    <a:pt x="358" y="465"/>
                    <a:pt x="358" y="465"/>
                  </a:cubicBezTo>
                  <a:cubicBezTo>
                    <a:pt x="357" y="461"/>
                    <a:pt x="357" y="461"/>
                    <a:pt x="357" y="461"/>
                  </a:cubicBezTo>
                  <a:cubicBezTo>
                    <a:pt x="350" y="461"/>
                    <a:pt x="350" y="461"/>
                    <a:pt x="350" y="461"/>
                  </a:cubicBezTo>
                  <a:cubicBezTo>
                    <a:pt x="347" y="461"/>
                    <a:pt x="347" y="461"/>
                    <a:pt x="347" y="461"/>
                  </a:cubicBezTo>
                  <a:cubicBezTo>
                    <a:pt x="343" y="463"/>
                    <a:pt x="343" y="463"/>
                    <a:pt x="343" y="463"/>
                  </a:cubicBezTo>
                  <a:cubicBezTo>
                    <a:pt x="341" y="466"/>
                    <a:pt x="341" y="466"/>
                    <a:pt x="341" y="466"/>
                  </a:cubicBezTo>
                  <a:cubicBezTo>
                    <a:pt x="343" y="469"/>
                    <a:pt x="343" y="469"/>
                    <a:pt x="343" y="469"/>
                  </a:cubicBezTo>
                  <a:cubicBezTo>
                    <a:pt x="343" y="475"/>
                    <a:pt x="343" y="475"/>
                    <a:pt x="343" y="475"/>
                  </a:cubicBezTo>
                  <a:cubicBezTo>
                    <a:pt x="341" y="479"/>
                    <a:pt x="341" y="479"/>
                    <a:pt x="341" y="479"/>
                  </a:cubicBezTo>
                  <a:cubicBezTo>
                    <a:pt x="342" y="482"/>
                    <a:pt x="342" y="482"/>
                    <a:pt x="342" y="482"/>
                  </a:cubicBezTo>
                  <a:cubicBezTo>
                    <a:pt x="344" y="485"/>
                    <a:pt x="344" y="485"/>
                    <a:pt x="344" y="485"/>
                  </a:cubicBezTo>
                  <a:cubicBezTo>
                    <a:pt x="343" y="487"/>
                    <a:pt x="343" y="487"/>
                    <a:pt x="343" y="487"/>
                  </a:cubicBezTo>
                  <a:cubicBezTo>
                    <a:pt x="341" y="487"/>
                    <a:pt x="341" y="487"/>
                    <a:pt x="341" y="487"/>
                  </a:cubicBezTo>
                  <a:cubicBezTo>
                    <a:pt x="337" y="486"/>
                    <a:pt x="337" y="486"/>
                    <a:pt x="337" y="486"/>
                  </a:cubicBezTo>
                  <a:cubicBezTo>
                    <a:pt x="335" y="488"/>
                    <a:pt x="335" y="488"/>
                    <a:pt x="335" y="488"/>
                  </a:cubicBezTo>
                  <a:cubicBezTo>
                    <a:pt x="332" y="491"/>
                    <a:pt x="332" y="491"/>
                    <a:pt x="332" y="491"/>
                  </a:cubicBezTo>
                  <a:cubicBezTo>
                    <a:pt x="328" y="491"/>
                    <a:pt x="328" y="491"/>
                    <a:pt x="328" y="491"/>
                  </a:cubicBezTo>
                  <a:cubicBezTo>
                    <a:pt x="326" y="494"/>
                    <a:pt x="326" y="494"/>
                    <a:pt x="326" y="494"/>
                  </a:cubicBezTo>
                  <a:cubicBezTo>
                    <a:pt x="326" y="496"/>
                    <a:pt x="326" y="496"/>
                    <a:pt x="326" y="496"/>
                  </a:cubicBezTo>
                  <a:cubicBezTo>
                    <a:pt x="328" y="498"/>
                    <a:pt x="328" y="498"/>
                    <a:pt x="328" y="498"/>
                  </a:cubicBezTo>
                  <a:cubicBezTo>
                    <a:pt x="328" y="501"/>
                    <a:pt x="328" y="501"/>
                    <a:pt x="328" y="501"/>
                  </a:cubicBezTo>
                  <a:cubicBezTo>
                    <a:pt x="325" y="505"/>
                    <a:pt x="325" y="505"/>
                    <a:pt x="325" y="505"/>
                  </a:cubicBezTo>
                  <a:cubicBezTo>
                    <a:pt x="323" y="508"/>
                    <a:pt x="323" y="508"/>
                    <a:pt x="323" y="508"/>
                  </a:cubicBezTo>
                  <a:cubicBezTo>
                    <a:pt x="318" y="508"/>
                    <a:pt x="318" y="508"/>
                    <a:pt x="318" y="508"/>
                  </a:cubicBezTo>
                  <a:cubicBezTo>
                    <a:pt x="315" y="509"/>
                    <a:pt x="315" y="509"/>
                    <a:pt x="315" y="509"/>
                  </a:cubicBezTo>
                  <a:cubicBezTo>
                    <a:pt x="313" y="512"/>
                    <a:pt x="313" y="512"/>
                    <a:pt x="313" y="512"/>
                  </a:cubicBezTo>
                  <a:cubicBezTo>
                    <a:pt x="312" y="516"/>
                    <a:pt x="312" y="516"/>
                    <a:pt x="312" y="516"/>
                  </a:cubicBezTo>
                  <a:cubicBezTo>
                    <a:pt x="309" y="516"/>
                    <a:pt x="309" y="516"/>
                    <a:pt x="309" y="516"/>
                  </a:cubicBezTo>
                  <a:cubicBezTo>
                    <a:pt x="305" y="516"/>
                    <a:pt x="305" y="516"/>
                    <a:pt x="305" y="516"/>
                  </a:cubicBezTo>
                  <a:cubicBezTo>
                    <a:pt x="302" y="515"/>
                    <a:pt x="302" y="515"/>
                    <a:pt x="302" y="515"/>
                  </a:cubicBezTo>
                  <a:cubicBezTo>
                    <a:pt x="299" y="515"/>
                    <a:pt x="299" y="515"/>
                    <a:pt x="299" y="515"/>
                  </a:cubicBezTo>
                  <a:cubicBezTo>
                    <a:pt x="296" y="517"/>
                    <a:pt x="296" y="517"/>
                    <a:pt x="296" y="517"/>
                  </a:cubicBezTo>
                  <a:cubicBezTo>
                    <a:pt x="291" y="518"/>
                    <a:pt x="291" y="518"/>
                    <a:pt x="291" y="518"/>
                  </a:cubicBezTo>
                  <a:cubicBezTo>
                    <a:pt x="288" y="521"/>
                    <a:pt x="288" y="521"/>
                    <a:pt x="288" y="521"/>
                  </a:cubicBezTo>
                  <a:cubicBezTo>
                    <a:pt x="283" y="523"/>
                    <a:pt x="283" y="523"/>
                    <a:pt x="283" y="523"/>
                  </a:cubicBezTo>
                  <a:cubicBezTo>
                    <a:pt x="278" y="519"/>
                    <a:pt x="278" y="519"/>
                    <a:pt x="278" y="519"/>
                  </a:cubicBezTo>
                  <a:cubicBezTo>
                    <a:pt x="274" y="519"/>
                    <a:pt x="274" y="519"/>
                    <a:pt x="274" y="519"/>
                  </a:cubicBezTo>
                  <a:cubicBezTo>
                    <a:pt x="270" y="520"/>
                    <a:pt x="270" y="520"/>
                    <a:pt x="270" y="520"/>
                  </a:cubicBezTo>
                  <a:cubicBezTo>
                    <a:pt x="267" y="523"/>
                    <a:pt x="267" y="523"/>
                    <a:pt x="267" y="523"/>
                  </a:cubicBezTo>
                  <a:cubicBezTo>
                    <a:pt x="267" y="528"/>
                    <a:pt x="267" y="528"/>
                    <a:pt x="267" y="528"/>
                  </a:cubicBezTo>
                  <a:cubicBezTo>
                    <a:pt x="267" y="533"/>
                    <a:pt x="267" y="533"/>
                    <a:pt x="267" y="533"/>
                  </a:cubicBezTo>
                  <a:cubicBezTo>
                    <a:pt x="266" y="538"/>
                    <a:pt x="266" y="538"/>
                    <a:pt x="266" y="538"/>
                  </a:cubicBezTo>
                  <a:cubicBezTo>
                    <a:pt x="263" y="541"/>
                    <a:pt x="263" y="541"/>
                    <a:pt x="263" y="541"/>
                  </a:cubicBezTo>
                  <a:cubicBezTo>
                    <a:pt x="259" y="542"/>
                    <a:pt x="259" y="542"/>
                    <a:pt x="259" y="542"/>
                  </a:cubicBezTo>
                  <a:cubicBezTo>
                    <a:pt x="255" y="545"/>
                    <a:pt x="255" y="545"/>
                    <a:pt x="255" y="545"/>
                  </a:cubicBezTo>
                  <a:cubicBezTo>
                    <a:pt x="249" y="547"/>
                    <a:pt x="249" y="547"/>
                    <a:pt x="249" y="547"/>
                  </a:cubicBezTo>
                  <a:cubicBezTo>
                    <a:pt x="244" y="546"/>
                    <a:pt x="244" y="546"/>
                    <a:pt x="244" y="546"/>
                  </a:cubicBezTo>
                  <a:cubicBezTo>
                    <a:pt x="239" y="544"/>
                    <a:pt x="239" y="544"/>
                    <a:pt x="239" y="544"/>
                  </a:cubicBezTo>
                  <a:cubicBezTo>
                    <a:pt x="239" y="540"/>
                    <a:pt x="239" y="540"/>
                    <a:pt x="239" y="540"/>
                  </a:cubicBezTo>
                  <a:cubicBezTo>
                    <a:pt x="236" y="538"/>
                    <a:pt x="236" y="538"/>
                    <a:pt x="236" y="538"/>
                  </a:cubicBezTo>
                  <a:cubicBezTo>
                    <a:pt x="234" y="539"/>
                    <a:pt x="234" y="539"/>
                    <a:pt x="234" y="539"/>
                  </a:cubicBezTo>
                  <a:cubicBezTo>
                    <a:pt x="233" y="541"/>
                    <a:pt x="233" y="541"/>
                    <a:pt x="233" y="541"/>
                  </a:cubicBezTo>
                  <a:cubicBezTo>
                    <a:pt x="230" y="543"/>
                    <a:pt x="230" y="543"/>
                    <a:pt x="230" y="543"/>
                  </a:cubicBezTo>
                  <a:cubicBezTo>
                    <a:pt x="228" y="548"/>
                    <a:pt x="228" y="548"/>
                    <a:pt x="228" y="548"/>
                  </a:cubicBezTo>
                  <a:cubicBezTo>
                    <a:pt x="226" y="550"/>
                    <a:pt x="226" y="550"/>
                    <a:pt x="226" y="550"/>
                  </a:cubicBezTo>
                  <a:cubicBezTo>
                    <a:pt x="222" y="548"/>
                    <a:pt x="222" y="548"/>
                    <a:pt x="222" y="548"/>
                  </a:cubicBezTo>
                  <a:cubicBezTo>
                    <a:pt x="219" y="549"/>
                    <a:pt x="219" y="549"/>
                    <a:pt x="219" y="549"/>
                  </a:cubicBezTo>
                  <a:cubicBezTo>
                    <a:pt x="218" y="552"/>
                    <a:pt x="218" y="552"/>
                    <a:pt x="218" y="552"/>
                  </a:cubicBezTo>
                  <a:cubicBezTo>
                    <a:pt x="216" y="554"/>
                    <a:pt x="216" y="554"/>
                    <a:pt x="216" y="554"/>
                  </a:cubicBezTo>
                  <a:cubicBezTo>
                    <a:pt x="212" y="553"/>
                    <a:pt x="212" y="553"/>
                    <a:pt x="212" y="553"/>
                  </a:cubicBezTo>
                  <a:cubicBezTo>
                    <a:pt x="210" y="551"/>
                    <a:pt x="210" y="551"/>
                    <a:pt x="210" y="551"/>
                  </a:cubicBezTo>
                  <a:cubicBezTo>
                    <a:pt x="208" y="551"/>
                    <a:pt x="208" y="551"/>
                    <a:pt x="208" y="551"/>
                  </a:cubicBezTo>
                  <a:cubicBezTo>
                    <a:pt x="205" y="552"/>
                    <a:pt x="205" y="552"/>
                    <a:pt x="205" y="552"/>
                  </a:cubicBezTo>
                  <a:cubicBezTo>
                    <a:pt x="201" y="556"/>
                    <a:pt x="201" y="556"/>
                    <a:pt x="201" y="556"/>
                  </a:cubicBezTo>
                  <a:cubicBezTo>
                    <a:pt x="195" y="560"/>
                    <a:pt x="195" y="560"/>
                    <a:pt x="195" y="560"/>
                  </a:cubicBezTo>
                  <a:cubicBezTo>
                    <a:pt x="192" y="562"/>
                    <a:pt x="192" y="562"/>
                    <a:pt x="192" y="562"/>
                  </a:cubicBezTo>
                  <a:cubicBezTo>
                    <a:pt x="190" y="561"/>
                    <a:pt x="190" y="561"/>
                    <a:pt x="190" y="561"/>
                  </a:cubicBezTo>
                  <a:cubicBezTo>
                    <a:pt x="185" y="563"/>
                    <a:pt x="185" y="563"/>
                    <a:pt x="185" y="563"/>
                  </a:cubicBezTo>
                  <a:cubicBezTo>
                    <a:pt x="184" y="564"/>
                    <a:pt x="184" y="564"/>
                    <a:pt x="184" y="564"/>
                  </a:cubicBezTo>
                  <a:cubicBezTo>
                    <a:pt x="186" y="567"/>
                    <a:pt x="186" y="567"/>
                    <a:pt x="186" y="567"/>
                  </a:cubicBezTo>
                  <a:cubicBezTo>
                    <a:pt x="184" y="570"/>
                    <a:pt x="184" y="570"/>
                    <a:pt x="184" y="570"/>
                  </a:cubicBezTo>
                  <a:cubicBezTo>
                    <a:pt x="181" y="571"/>
                    <a:pt x="181" y="571"/>
                    <a:pt x="181" y="571"/>
                  </a:cubicBezTo>
                  <a:cubicBezTo>
                    <a:pt x="177" y="572"/>
                    <a:pt x="177" y="572"/>
                    <a:pt x="177" y="572"/>
                  </a:cubicBezTo>
                  <a:cubicBezTo>
                    <a:pt x="176" y="576"/>
                    <a:pt x="176" y="576"/>
                    <a:pt x="176" y="576"/>
                  </a:cubicBezTo>
                  <a:cubicBezTo>
                    <a:pt x="178" y="578"/>
                    <a:pt x="178" y="578"/>
                    <a:pt x="178" y="578"/>
                  </a:cubicBezTo>
                  <a:cubicBezTo>
                    <a:pt x="177" y="583"/>
                    <a:pt x="177" y="583"/>
                    <a:pt x="177" y="583"/>
                  </a:cubicBezTo>
                  <a:cubicBezTo>
                    <a:pt x="176" y="587"/>
                    <a:pt x="176" y="587"/>
                    <a:pt x="176" y="587"/>
                  </a:cubicBezTo>
                  <a:cubicBezTo>
                    <a:pt x="175" y="588"/>
                    <a:pt x="175" y="588"/>
                    <a:pt x="175" y="588"/>
                  </a:cubicBezTo>
                  <a:cubicBezTo>
                    <a:pt x="174" y="591"/>
                    <a:pt x="174" y="591"/>
                    <a:pt x="174" y="591"/>
                  </a:cubicBezTo>
                  <a:cubicBezTo>
                    <a:pt x="170" y="593"/>
                    <a:pt x="170" y="593"/>
                    <a:pt x="170" y="593"/>
                  </a:cubicBezTo>
                  <a:cubicBezTo>
                    <a:pt x="168" y="591"/>
                    <a:pt x="168" y="591"/>
                    <a:pt x="168" y="591"/>
                  </a:cubicBezTo>
                  <a:cubicBezTo>
                    <a:pt x="165" y="587"/>
                    <a:pt x="165" y="587"/>
                    <a:pt x="165" y="587"/>
                  </a:cubicBezTo>
                  <a:cubicBezTo>
                    <a:pt x="160" y="585"/>
                    <a:pt x="160" y="585"/>
                    <a:pt x="160" y="585"/>
                  </a:cubicBezTo>
                  <a:cubicBezTo>
                    <a:pt x="161" y="581"/>
                    <a:pt x="161" y="581"/>
                    <a:pt x="161" y="581"/>
                  </a:cubicBezTo>
                  <a:cubicBezTo>
                    <a:pt x="157" y="581"/>
                    <a:pt x="157" y="581"/>
                    <a:pt x="157" y="581"/>
                  </a:cubicBezTo>
                  <a:cubicBezTo>
                    <a:pt x="154" y="584"/>
                    <a:pt x="154" y="584"/>
                    <a:pt x="154" y="584"/>
                  </a:cubicBezTo>
                  <a:cubicBezTo>
                    <a:pt x="151" y="584"/>
                    <a:pt x="151" y="584"/>
                    <a:pt x="151" y="584"/>
                  </a:cubicBezTo>
                  <a:cubicBezTo>
                    <a:pt x="150" y="587"/>
                    <a:pt x="150" y="587"/>
                    <a:pt x="150" y="587"/>
                  </a:cubicBezTo>
                  <a:cubicBezTo>
                    <a:pt x="151" y="590"/>
                    <a:pt x="151" y="590"/>
                    <a:pt x="151" y="590"/>
                  </a:cubicBezTo>
                  <a:cubicBezTo>
                    <a:pt x="151" y="593"/>
                    <a:pt x="151" y="593"/>
                    <a:pt x="151" y="593"/>
                  </a:cubicBezTo>
                  <a:cubicBezTo>
                    <a:pt x="149" y="595"/>
                    <a:pt x="149" y="595"/>
                    <a:pt x="149" y="595"/>
                  </a:cubicBezTo>
                  <a:cubicBezTo>
                    <a:pt x="149" y="598"/>
                    <a:pt x="149" y="598"/>
                    <a:pt x="149" y="598"/>
                  </a:cubicBezTo>
                  <a:cubicBezTo>
                    <a:pt x="152" y="599"/>
                    <a:pt x="152" y="599"/>
                    <a:pt x="152" y="599"/>
                  </a:cubicBezTo>
                  <a:cubicBezTo>
                    <a:pt x="155" y="602"/>
                    <a:pt x="155" y="602"/>
                    <a:pt x="155" y="602"/>
                  </a:cubicBezTo>
                  <a:cubicBezTo>
                    <a:pt x="154" y="605"/>
                    <a:pt x="154" y="605"/>
                    <a:pt x="154" y="605"/>
                  </a:cubicBezTo>
                  <a:cubicBezTo>
                    <a:pt x="154" y="611"/>
                    <a:pt x="154" y="611"/>
                    <a:pt x="154" y="611"/>
                  </a:cubicBezTo>
                  <a:cubicBezTo>
                    <a:pt x="155" y="616"/>
                    <a:pt x="155" y="616"/>
                    <a:pt x="155" y="616"/>
                  </a:cubicBezTo>
                  <a:cubicBezTo>
                    <a:pt x="153" y="619"/>
                    <a:pt x="153" y="619"/>
                    <a:pt x="153" y="619"/>
                  </a:cubicBezTo>
                  <a:cubicBezTo>
                    <a:pt x="150" y="620"/>
                    <a:pt x="150" y="620"/>
                    <a:pt x="150" y="620"/>
                  </a:cubicBezTo>
                  <a:cubicBezTo>
                    <a:pt x="145" y="623"/>
                    <a:pt x="145" y="623"/>
                    <a:pt x="145" y="623"/>
                  </a:cubicBezTo>
                  <a:cubicBezTo>
                    <a:pt x="141" y="623"/>
                    <a:pt x="141" y="623"/>
                    <a:pt x="141" y="623"/>
                  </a:cubicBezTo>
                  <a:cubicBezTo>
                    <a:pt x="139" y="620"/>
                    <a:pt x="139" y="620"/>
                    <a:pt x="139" y="620"/>
                  </a:cubicBezTo>
                  <a:cubicBezTo>
                    <a:pt x="139" y="617"/>
                    <a:pt x="139" y="617"/>
                    <a:pt x="139" y="617"/>
                  </a:cubicBezTo>
                  <a:cubicBezTo>
                    <a:pt x="136" y="615"/>
                    <a:pt x="136" y="615"/>
                    <a:pt x="136" y="615"/>
                  </a:cubicBezTo>
                  <a:cubicBezTo>
                    <a:pt x="133" y="614"/>
                    <a:pt x="133" y="614"/>
                    <a:pt x="133" y="614"/>
                  </a:cubicBezTo>
                  <a:cubicBezTo>
                    <a:pt x="131" y="614"/>
                    <a:pt x="131" y="614"/>
                    <a:pt x="131" y="614"/>
                  </a:cubicBezTo>
                  <a:cubicBezTo>
                    <a:pt x="129" y="617"/>
                    <a:pt x="129" y="617"/>
                    <a:pt x="129" y="617"/>
                  </a:cubicBezTo>
                  <a:cubicBezTo>
                    <a:pt x="126" y="616"/>
                    <a:pt x="126" y="616"/>
                    <a:pt x="126" y="616"/>
                  </a:cubicBezTo>
                  <a:cubicBezTo>
                    <a:pt x="124" y="613"/>
                    <a:pt x="124" y="613"/>
                    <a:pt x="124" y="613"/>
                  </a:cubicBezTo>
                  <a:cubicBezTo>
                    <a:pt x="124" y="610"/>
                    <a:pt x="124" y="610"/>
                    <a:pt x="124" y="610"/>
                  </a:cubicBezTo>
                  <a:cubicBezTo>
                    <a:pt x="123" y="608"/>
                    <a:pt x="123" y="608"/>
                    <a:pt x="123" y="608"/>
                  </a:cubicBezTo>
                  <a:cubicBezTo>
                    <a:pt x="120" y="609"/>
                    <a:pt x="120" y="609"/>
                    <a:pt x="120" y="609"/>
                  </a:cubicBezTo>
                  <a:cubicBezTo>
                    <a:pt x="113" y="612"/>
                    <a:pt x="113" y="612"/>
                    <a:pt x="113" y="612"/>
                  </a:cubicBezTo>
                  <a:cubicBezTo>
                    <a:pt x="108" y="616"/>
                    <a:pt x="108" y="616"/>
                    <a:pt x="108" y="616"/>
                  </a:cubicBezTo>
                  <a:cubicBezTo>
                    <a:pt x="104" y="617"/>
                    <a:pt x="104" y="617"/>
                    <a:pt x="104" y="617"/>
                  </a:cubicBezTo>
                  <a:cubicBezTo>
                    <a:pt x="100" y="621"/>
                    <a:pt x="100" y="621"/>
                    <a:pt x="100" y="621"/>
                  </a:cubicBezTo>
                  <a:cubicBezTo>
                    <a:pt x="97" y="620"/>
                    <a:pt x="97" y="620"/>
                    <a:pt x="97" y="620"/>
                  </a:cubicBezTo>
                  <a:cubicBezTo>
                    <a:pt x="97" y="616"/>
                    <a:pt x="97" y="616"/>
                    <a:pt x="97" y="616"/>
                  </a:cubicBezTo>
                  <a:cubicBezTo>
                    <a:pt x="96" y="613"/>
                    <a:pt x="96" y="613"/>
                    <a:pt x="96" y="613"/>
                  </a:cubicBezTo>
                  <a:cubicBezTo>
                    <a:pt x="96" y="609"/>
                    <a:pt x="96" y="609"/>
                    <a:pt x="96" y="609"/>
                  </a:cubicBezTo>
                  <a:cubicBezTo>
                    <a:pt x="90" y="607"/>
                    <a:pt x="90" y="607"/>
                    <a:pt x="90" y="607"/>
                  </a:cubicBezTo>
                  <a:cubicBezTo>
                    <a:pt x="85" y="607"/>
                    <a:pt x="85" y="607"/>
                    <a:pt x="85" y="607"/>
                  </a:cubicBezTo>
                  <a:cubicBezTo>
                    <a:pt x="84" y="610"/>
                    <a:pt x="84" y="610"/>
                    <a:pt x="84" y="610"/>
                  </a:cubicBezTo>
                  <a:cubicBezTo>
                    <a:pt x="85" y="614"/>
                    <a:pt x="85" y="614"/>
                    <a:pt x="85" y="614"/>
                  </a:cubicBezTo>
                  <a:cubicBezTo>
                    <a:pt x="89" y="617"/>
                    <a:pt x="89" y="617"/>
                    <a:pt x="89" y="617"/>
                  </a:cubicBezTo>
                  <a:cubicBezTo>
                    <a:pt x="89" y="622"/>
                    <a:pt x="89" y="622"/>
                    <a:pt x="89" y="622"/>
                  </a:cubicBezTo>
                  <a:cubicBezTo>
                    <a:pt x="87" y="623"/>
                    <a:pt x="87" y="623"/>
                    <a:pt x="87" y="623"/>
                  </a:cubicBezTo>
                  <a:cubicBezTo>
                    <a:pt x="82" y="623"/>
                    <a:pt x="82" y="623"/>
                    <a:pt x="82" y="623"/>
                  </a:cubicBezTo>
                  <a:cubicBezTo>
                    <a:pt x="83" y="622"/>
                    <a:pt x="83" y="621"/>
                    <a:pt x="83" y="621"/>
                  </a:cubicBezTo>
                  <a:cubicBezTo>
                    <a:pt x="83" y="619"/>
                    <a:pt x="82" y="617"/>
                    <a:pt x="81" y="617"/>
                  </a:cubicBezTo>
                  <a:cubicBezTo>
                    <a:pt x="81" y="616"/>
                    <a:pt x="80" y="615"/>
                    <a:pt x="79" y="614"/>
                  </a:cubicBezTo>
                  <a:cubicBezTo>
                    <a:pt x="78" y="612"/>
                    <a:pt x="75" y="610"/>
                    <a:pt x="74" y="608"/>
                  </a:cubicBezTo>
                  <a:cubicBezTo>
                    <a:pt x="74" y="607"/>
                    <a:pt x="73" y="604"/>
                    <a:pt x="74" y="603"/>
                  </a:cubicBezTo>
                  <a:cubicBezTo>
                    <a:pt x="74" y="601"/>
                    <a:pt x="77" y="598"/>
                    <a:pt x="78" y="597"/>
                  </a:cubicBezTo>
                  <a:cubicBezTo>
                    <a:pt x="79" y="595"/>
                    <a:pt x="81" y="591"/>
                    <a:pt x="81" y="589"/>
                  </a:cubicBezTo>
                  <a:cubicBezTo>
                    <a:pt x="81" y="588"/>
                    <a:pt x="79" y="585"/>
                    <a:pt x="78" y="584"/>
                  </a:cubicBezTo>
                  <a:cubicBezTo>
                    <a:pt x="77" y="583"/>
                    <a:pt x="75" y="579"/>
                    <a:pt x="74" y="578"/>
                  </a:cubicBezTo>
                  <a:cubicBezTo>
                    <a:pt x="74" y="577"/>
                    <a:pt x="74" y="574"/>
                    <a:pt x="73" y="573"/>
                  </a:cubicBezTo>
                  <a:cubicBezTo>
                    <a:pt x="71" y="572"/>
                    <a:pt x="67" y="573"/>
                    <a:pt x="65" y="573"/>
                  </a:cubicBezTo>
                  <a:cubicBezTo>
                    <a:pt x="64" y="573"/>
                    <a:pt x="61" y="574"/>
                    <a:pt x="59" y="574"/>
                  </a:cubicBezTo>
                  <a:cubicBezTo>
                    <a:pt x="58" y="574"/>
                    <a:pt x="55" y="574"/>
                    <a:pt x="54" y="573"/>
                  </a:cubicBezTo>
                  <a:cubicBezTo>
                    <a:pt x="54" y="573"/>
                    <a:pt x="53" y="571"/>
                    <a:pt x="53" y="570"/>
                  </a:cubicBezTo>
                  <a:cubicBezTo>
                    <a:pt x="52" y="569"/>
                    <a:pt x="49" y="568"/>
                    <a:pt x="49" y="567"/>
                  </a:cubicBezTo>
                  <a:cubicBezTo>
                    <a:pt x="48" y="567"/>
                    <a:pt x="47" y="565"/>
                    <a:pt x="47" y="564"/>
                  </a:cubicBezTo>
                  <a:cubicBezTo>
                    <a:pt x="46" y="562"/>
                    <a:pt x="45" y="559"/>
                    <a:pt x="45" y="557"/>
                  </a:cubicBezTo>
                  <a:cubicBezTo>
                    <a:pt x="45" y="556"/>
                    <a:pt x="46" y="553"/>
                    <a:pt x="46" y="552"/>
                  </a:cubicBezTo>
                  <a:cubicBezTo>
                    <a:pt x="47" y="552"/>
                    <a:pt x="49" y="551"/>
                    <a:pt x="50" y="551"/>
                  </a:cubicBezTo>
                  <a:cubicBezTo>
                    <a:pt x="51" y="550"/>
                    <a:pt x="54" y="548"/>
                    <a:pt x="55" y="547"/>
                  </a:cubicBezTo>
                  <a:cubicBezTo>
                    <a:pt x="56" y="546"/>
                    <a:pt x="59" y="545"/>
                    <a:pt x="60" y="545"/>
                  </a:cubicBezTo>
                  <a:cubicBezTo>
                    <a:pt x="61" y="544"/>
                    <a:pt x="64" y="542"/>
                    <a:pt x="64" y="541"/>
                  </a:cubicBezTo>
                  <a:cubicBezTo>
                    <a:pt x="64" y="540"/>
                    <a:pt x="63" y="537"/>
                    <a:pt x="62" y="537"/>
                  </a:cubicBezTo>
                  <a:cubicBezTo>
                    <a:pt x="61" y="536"/>
                    <a:pt x="58" y="536"/>
                    <a:pt x="57" y="535"/>
                  </a:cubicBezTo>
                  <a:cubicBezTo>
                    <a:pt x="55" y="535"/>
                    <a:pt x="50" y="535"/>
                    <a:pt x="49" y="534"/>
                  </a:cubicBezTo>
                  <a:cubicBezTo>
                    <a:pt x="48" y="533"/>
                    <a:pt x="47" y="530"/>
                    <a:pt x="46" y="529"/>
                  </a:cubicBezTo>
                  <a:cubicBezTo>
                    <a:pt x="46" y="528"/>
                    <a:pt x="46" y="525"/>
                    <a:pt x="46" y="523"/>
                  </a:cubicBezTo>
                  <a:cubicBezTo>
                    <a:pt x="45" y="522"/>
                    <a:pt x="42" y="520"/>
                    <a:pt x="42" y="519"/>
                  </a:cubicBezTo>
                  <a:cubicBezTo>
                    <a:pt x="41" y="518"/>
                    <a:pt x="40" y="514"/>
                    <a:pt x="39" y="513"/>
                  </a:cubicBezTo>
                  <a:cubicBezTo>
                    <a:pt x="38" y="511"/>
                    <a:pt x="36" y="508"/>
                    <a:pt x="34" y="507"/>
                  </a:cubicBezTo>
                  <a:cubicBezTo>
                    <a:pt x="33" y="506"/>
                    <a:pt x="31" y="507"/>
                    <a:pt x="30" y="507"/>
                  </a:cubicBezTo>
                  <a:cubicBezTo>
                    <a:pt x="28" y="507"/>
                    <a:pt x="25" y="507"/>
                    <a:pt x="24" y="506"/>
                  </a:cubicBezTo>
                  <a:cubicBezTo>
                    <a:pt x="23" y="505"/>
                    <a:pt x="22" y="502"/>
                    <a:pt x="22" y="501"/>
                  </a:cubicBezTo>
                  <a:cubicBezTo>
                    <a:pt x="21" y="499"/>
                    <a:pt x="20" y="495"/>
                    <a:pt x="19" y="493"/>
                  </a:cubicBezTo>
                  <a:cubicBezTo>
                    <a:pt x="18" y="491"/>
                    <a:pt x="16" y="487"/>
                    <a:pt x="14" y="486"/>
                  </a:cubicBezTo>
                  <a:cubicBezTo>
                    <a:pt x="14" y="484"/>
                    <a:pt x="12" y="482"/>
                    <a:pt x="12" y="481"/>
                  </a:cubicBezTo>
                  <a:cubicBezTo>
                    <a:pt x="13" y="479"/>
                    <a:pt x="16" y="479"/>
                    <a:pt x="18" y="479"/>
                  </a:cubicBezTo>
                  <a:cubicBezTo>
                    <a:pt x="19" y="479"/>
                    <a:pt x="22" y="479"/>
                    <a:pt x="24" y="478"/>
                  </a:cubicBezTo>
                  <a:cubicBezTo>
                    <a:pt x="25" y="478"/>
                    <a:pt x="26" y="475"/>
                    <a:pt x="26" y="474"/>
                  </a:cubicBezTo>
                  <a:cubicBezTo>
                    <a:pt x="26" y="473"/>
                    <a:pt x="26" y="469"/>
                    <a:pt x="26" y="468"/>
                  </a:cubicBezTo>
                  <a:cubicBezTo>
                    <a:pt x="26" y="468"/>
                    <a:pt x="27" y="466"/>
                    <a:pt x="28" y="466"/>
                  </a:cubicBezTo>
                  <a:cubicBezTo>
                    <a:pt x="29" y="466"/>
                    <a:pt x="30" y="468"/>
                    <a:pt x="31" y="468"/>
                  </a:cubicBezTo>
                  <a:cubicBezTo>
                    <a:pt x="32" y="469"/>
                    <a:pt x="35" y="471"/>
                    <a:pt x="36" y="470"/>
                  </a:cubicBezTo>
                  <a:cubicBezTo>
                    <a:pt x="37" y="470"/>
                    <a:pt x="36" y="466"/>
                    <a:pt x="36" y="465"/>
                  </a:cubicBezTo>
                  <a:cubicBezTo>
                    <a:pt x="35" y="463"/>
                    <a:pt x="33" y="460"/>
                    <a:pt x="32" y="458"/>
                  </a:cubicBezTo>
                  <a:cubicBezTo>
                    <a:pt x="32" y="457"/>
                    <a:pt x="32" y="453"/>
                    <a:pt x="32" y="451"/>
                  </a:cubicBezTo>
                  <a:cubicBezTo>
                    <a:pt x="31" y="450"/>
                    <a:pt x="32" y="446"/>
                    <a:pt x="31" y="445"/>
                  </a:cubicBezTo>
                  <a:cubicBezTo>
                    <a:pt x="31" y="444"/>
                    <a:pt x="29" y="444"/>
                    <a:pt x="28" y="443"/>
                  </a:cubicBezTo>
                  <a:cubicBezTo>
                    <a:pt x="27" y="443"/>
                    <a:pt x="26" y="442"/>
                    <a:pt x="25" y="441"/>
                  </a:cubicBezTo>
                  <a:cubicBezTo>
                    <a:pt x="25" y="440"/>
                    <a:pt x="25" y="438"/>
                    <a:pt x="25" y="437"/>
                  </a:cubicBezTo>
                  <a:cubicBezTo>
                    <a:pt x="25" y="436"/>
                    <a:pt x="26" y="434"/>
                    <a:pt x="26" y="433"/>
                  </a:cubicBezTo>
                  <a:cubicBezTo>
                    <a:pt x="26" y="432"/>
                    <a:pt x="25" y="430"/>
                    <a:pt x="24" y="430"/>
                  </a:cubicBezTo>
                  <a:cubicBezTo>
                    <a:pt x="23" y="428"/>
                    <a:pt x="18" y="427"/>
                    <a:pt x="16" y="427"/>
                  </a:cubicBezTo>
                  <a:cubicBezTo>
                    <a:pt x="14" y="427"/>
                    <a:pt x="11" y="428"/>
                    <a:pt x="10" y="429"/>
                  </a:cubicBezTo>
                  <a:cubicBezTo>
                    <a:pt x="8" y="429"/>
                    <a:pt x="5" y="430"/>
                    <a:pt x="4" y="429"/>
                  </a:cubicBezTo>
                  <a:cubicBezTo>
                    <a:pt x="3" y="429"/>
                    <a:pt x="2" y="427"/>
                    <a:pt x="2" y="427"/>
                  </a:cubicBezTo>
                  <a:cubicBezTo>
                    <a:pt x="1" y="425"/>
                    <a:pt x="2" y="422"/>
                    <a:pt x="2" y="420"/>
                  </a:cubicBezTo>
                  <a:cubicBezTo>
                    <a:pt x="2" y="418"/>
                    <a:pt x="3" y="415"/>
                    <a:pt x="2" y="413"/>
                  </a:cubicBezTo>
                  <a:cubicBezTo>
                    <a:pt x="2" y="411"/>
                    <a:pt x="0" y="409"/>
                    <a:pt x="0" y="408"/>
                  </a:cubicBezTo>
                  <a:cubicBezTo>
                    <a:pt x="0" y="407"/>
                    <a:pt x="2" y="407"/>
                    <a:pt x="2" y="406"/>
                  </a:cubicBezTo>
                  <a:cubicBezTo>
                    <a:pt x="3" y="405"/>
                    <a:pt x="5" y="403"/>
                    <a:pt x="6" y="403"/>
                  </a:cubicBezTo>
                  <a:cubicBezTo>
                    <a:pt x="7" y="403"/>
                    <a:pt x="9" y="405"/>
                    <a:pt x="10" y="406"/>
                  </a:cubicBezTo>
                  <a:cubicBezTo>
                    <a:pt x="11" y="407"/>
                    <a:pt x="12" y="410"/>
                    <a:pt x="13" y="412"/>
                  </a:cubicBezTo>
                  <a:cubicBezTo>
                    <a:pt x="13" y="412"/>
                    <a:pt x="14" y="414"/>
                    <a:pt x="15" y="414"/>
                  </a:cubicBezTo>
                  <a:cubicBezTo>
                    <a:pt x="16" y="414"/>
                    <a:pt x="18" y="413"/>
                    <a:pt x="19" y="412"/>
                  </a:cubicBezTo>
                  <a:cubicBezTo>
                    <a:pt x="20" y="411"/>
                    <a:pt x="20" y="408"/>
                    <a:pt x="21" y="407"/>
                  </a:cubicBezTo>
                  <a:cubicBezTo>
                    <a:pt x="21" y="406"/>
                    <a:pt x="22" y="403"/>
                    <a:pt x="22" y="402"/>
                  </a:cubicBezTo>
                  <a:cubicBezTo>
                    <a:pt x="23" y="401"/>
                    <a:pt x="25" y="399"/>
                    <a:pt x="26" y="399"/>
                  </a:cubicBezTo>
                  <a:cubicBezTo>
                    <a:pt x="28" y="398"/>
                    <a:pt x="31" y="397"/>
                    <a:pt x="33" y="396"/>
                  </a:cubicBezTo>
                  <a:cubicBezTo>
                    <a:pt x="34" y="395"/>
                    <a:pt x="37" y="394"/>
                    <a:pt x="39" y="393"/>
                  </a:cubicBezTo>
                  <a:cubicBezTo>
                    <a:pt x="40" y="392"/>
                    <a:pt x="41" y="390"/>
                    <a:pt x="42" y="389"/>
                  </a:cubicBezTo>
                  <a:cubicBezTo>
                    <a:pt x="44" y="387"/>
                    <a:pt x="48" y="386"/>
                    <a:pt x="50" y="384"/>
                  </a:cubicBezTo>
                  <a:cubicBezTo>
                    <a:pt x="51" y="383"/>
                    <a:pt x="53" y="379"/>
                    <a:pt x="53" y="377"/>
                  </a:cubicBezTo>
                  <a:cubicBezTo>
                    <a:pt x="53" y="376"/>
                    <a:pt x="54" y="373"/>
                    <a:pt x="53" y="372"/>
                  </a:cubicBezTo>
                  <a:cubicBezTo>
                    <a:pt x="52" y="371"/>
                    <a:pt x="50" y="372"/>
                    <a:pt x="49" y="372"/>
                  </a:cubicBezTo>
                  <a:cubicBezTo>
                    <a:pt x="48" y="372"/>
                    <a:pt x="46" y="373"/>
                    <a:pt x="45" y="374"/>
                  </a:cubicBezTo>
                  <a:cubicBezTo>
                    <a:pt x="43" y="374"/>
                    <a:pt x="40" y="375"/>
                    <a:pt x="39" y="375"/>
                  </a:cubicBezTo>
                  <a:cubicBezTo>
                    <a:pt x="39" y="374"/>
                    <a:pt x="39" y="373"/>
                    <a:pt x="39" y="372"/>
                  </a:cubicBezTo>
                  <a:cubicBezTo>
                    <a:pt x="39" y="370"/>
                    <a:pt x="39" y="366"/>
                    <a:pt x="39" y="364"/>
                  </a:cubicBezTo>
                  <a:cubicBezTo>
                    <a:pt x="39" y="362"/>
                    <a:pt x="38" y="359"/>
                    <a:pt x="38" y="357"/>
                  </a:cubicBezTo>
                  <a:cubicBezTo>
                    <a:pt x="38" y="355"/>
                    <a:pt x="39" y="351"/>
                    <a:pt x="40" y="349"/>
                  </a:cubicBezTo>
                  <a:cubicBezTo>
                    <a:pt x="41" y="348"/>
                    <a:pt x="43" y="346"/>
                    <a:pt x="45" y="345"/>
                  </a:cubicBezTo>
                  <a:cubicBezTo>
                    <a:pt x="46" y="344"/>
                    <a:pt x="49" y="343"/>
                    <a:pt x="50" y="342"/>
                  </a:cubicBezTo>
                  <a:cubicBezTo>
                    <a:pt x="52" y="340"/>
                    <a:pt x="55" y="336"/>
                    <a:pt x="56" y="334"/>
                  </a:cubicBezTo>
                  <a:cubicBezTo>
                    <a:pt x="57" y="333"/>
                    <a:pt x="59" y="329"/>
                    <a:pt x="60" y="328"/>
                  </a:cubicBezTo>
                  <a:cubicBezTo>
                    <a:pt x="62" y="326"/>
                    <a:pt x="66" y="323"/>
                    <a:pt x="67" y="321"/>
                  </a:cubicBezTo>
                  <a:cubicBezTo>
                    <a:pt x="68" y="320"/>
                    <a:pt x="69" y="318"/>
                    <a:pt x="70" y="317"/>
                  </a:cubicBezTo>
                  <a:cubicBezTo>
                    <a:pt x="70" y="316"/>
                    <a:pt x="69" y="314"/>
                    <a:pt x="69" y="313"/>
                  </a:cubicBezTo>
                  <a:cubicBezTo>
                    <a:pt x="69" y="311"/>
                    <a:pt x="67" y="309"/>
                    <a:pt x="66" y="307"/>
                  </a:cubicBezTo>
                  <a:cubicBezTo>
                    <a:pt x="66" y="305"/>
                    <a:pt x="67" y="300"/>
                    <a:pt x="67" y="298"/>
                  </a:cubicBezTo>
                  <a:cubicBezTo>
                    <a:pt x="67" y="294"/>
                    <a:pt x="66" y="287"/>
                    <a:pt x="67" y="284"/>
                  </a:cubicBezTo>
                  <a:cubicBezTo>
                    <a:pt x="67" y="282"/>
                    <a:pt x="68" y="277"/>
                    <a:pt x="68" y="275"/>
                  </a:cubicBezTo>
                  <a:cubicBezTo>
                    <a:pt x="68" y="274"/>
                    <a:pt x="67" y="271"/>
                    <a:pt x="66" y="270"/>
                  </a:cubicBezTo>
                  <a:cubicBezTo>
                    <a:pt x="65" y="268"/>
                    <a:pt x="60" y="265"/>
                    <a:pt x="59" y="263"/>
                  </a:cubicBezTo>
                  <a:cubicBezTo>
                    <a:pt x="57" y="262"/>
                    <a:pt x="55" y="258"/>
                    <a:pt x="53" y="257"/>
                  </a:cubicBezTo>
                  <a:cubicBezTo>
                    <a:pt x="52" y="255"/>
                    <a:pt x="49" y="250"/>
                    <a:pt x="48" y="248"/>
                  </a:cubicBezTo>
                  <a:cubicBezTo>
                    <a:pt x="47" y="247"/>
                    <a:pt x="47" y="245"/>
                    <a:pt x="48" y="244"/>
                  </a:cubicBezTo>
                  <a:cubicBezTo>
                    <a:pt x="48" y="243"/>
                    <a:pt x="50" y="240"/>
                    <a:pt x="50" y="238"/>
                  </a:cubicBezTo>
                  <a:cubicBezTo>
                    <a:pt x="50" y="237"/>
                    <a:pt x="51" y="234"/>
                    <a:pt x="50" y="233"/>
                  </a:cubicBezTo>
                  <a:cubicBezTo>
                    <a:pt x="49" y="232"/>
                    <a:pt x="45" y="231"/>
                    <a:pt x="44" y="230"/>
                  </a:cubicBezTo>
                  <a:cubicBezTo>
                    <a:pt x="43" y="229"/>
                    <a:pt x="40" y="227"/>
                    <a:pt x="39" y="226"/>
                  </a:cubicBezTo>
                  <a:cubicBezTo>
                    <a:pt x="39" y="225"/>
                    <a:pt x="39" y="221"/>
                    <a:pt x="39" y="220"/>
                  </a:cubicBezTo>
                  <a:cubicBezTo>
                    <a:pt x="40" y="219"/>
                    <a:pt x="42" y="218"/>
                    <a:pt x="42" y="218"/>
                  </a:cubicBezTo>
                  <a:cubicBezTo>
                    <a:pt x="42" y="217"/>
                    <a:pt x="42" y="215"/>
                    <a:pt x="42" y="214"/>
                  </a:cubicBezTo>
                  <a:cubicBezTo>
                    <a:pt x="41" y="212"/>
                    <a:pt x="39" y="210"/>
                    <a:pt x="37" y="210"/>
                  </a:cubicBezTo>
                  <a:cubicBezTo>
                    <a:pt x="36" y="209"/>
                    <a:pt x="34" y="208"/>
                    <a:pt x="33" y="208"/>
                  </a:cubicBezTo>
                  <a:cubicBezTo>
                    <a:pt x="31" y="207"/>
                    <a:pt x="29" y="208"/>
                    <a:pt x="28" y="207"/>
                  </a:cubicBezTo>
                  <a:cubicBezTo>
                    <a:pt x="27" y="206"/>
                    <a:pt x="27" y="203"/>
                    <a:pt x="28" y="202"/>
                  </a:cubicBezTo>
                  <a:cubicBezTo>
                    <a:pt x="28" y="201"/>
                    <a:pt x="31" y="200"/>
                    <a:pt x="32" y="199"/>
                  </a:cubicBezTo>
                  <a:cubicBezTo>
                    <a:pt x="33" y="198"/>
                    <a:pt x="33" y="196"/>
                    <a:pt x="33" y="195"/>
                  </a:cubicBezTo>
                  <a:cubicBezTo>
                    <a:pt x="33" y="193"/>
                    <a:pt x="31" y="191"/>
                    <a:pt x="30" y="189"/>
                  </a:cubicBezTo>
                  <a:cubicBezTo>
                    <a:pt x="29" y="188"/>
                    <a:pt x="26" y="186"/>
                    <a:pt x="26" y="184"/>
                  </a:cubicBezTo>
                  <a:cubicBezTo>
                    <a:pt x="25" y="183"/>
                    <a:pt x="25" y="180"/>
                    <a:pt x="26" y="179"/>
                  </a:cubicBezTo>
                  <a:cubicBezTo>
                    <a:pt x="26" y="179"/>
                    <a:pt x="27" y="179"/>
                    <a:pt x="28" y="179"/>
                  </a:cubicBezTo>
                  <a:cubicBezTo>
                    <a:pt x="29" y="179"/>
                    <a:pt x="33" y="179"/>
                    <a:pt x="34" y="179"/>
                  </a:cubicBezTo>
                  <a:cubicBezTo>
                    <a:pt x="37" y="179"/>
                    <a:pt x="42" y="179"/>
                    <a:pt x="44" y="178"/>
                  </a:cubicBezTo>
                  <a:cubicBezTo>
                    <a:pt x="45" y="177"/>
                    <a:pt x="46" y="175"/>
                    <a:pt x="47" y="175"/>
                  </a:cubicBezTo>
                  <a:cubicBezTo>
                    <a:pt x="48" y="174"/>
                    <a:pt x="52" y="175"/>
                    <a:pt x="54" y="176"/>
                  </a:cubicBezTo>
                  <a:cubicBezTo>
                    <a:pt x="55" y="176"/>
                    <a:pt x="58" y="179"/>
                    <a:pt x="60" y="179"/>
                  </a:cubicBezTo>
                  <a:cubicBezTo>
                    <a:pt x="61" y="179"/>
                    <a:pt x="63" y="179"/>
                    <a:pt x="64" y="178"/>
                  </a:cubicBezTo>
                  <a:cubicBezTo>
                    <a:pt x="64" y="177"/>
                    <a:pt x="63" y="174"/>
                    <a:pt x="63" y="173"/>
                  </a:cubicBezTo>
                  <a:cubicBezTo>
                    <a:pt x="62" y="171"/>
                    <a:pt x="59" y="170"/>
                    <a:pt x="58" y="168"/>
                  </a:cubicBezTo>
                  <a:cubicBezTo>
                    <a:pt x="58" y="167"/>
                    <a:pt x="57" y="165"/>
                    <a:pt x="58" y="164"/>
                  </a:cubicBezTo>
                  <a:cubicBezTo>
                    <a:pt x="59" y="163"/>
                    <a:pt x="64" y="164"/>
                    <a:pt x="66" y="164"/>
                  </a:cubicBezTo>
                  <a:cubicBezTo>
                    <a:pt x="67" y="164"/>
                    <a:pt x="70" y="164"/>
                    <a:pt x="72" y="164"/>
                  </a:cubicBezTo>
                  <a:cubicBezTo>
                    <a:pt x="72" y="164"/>
                    <a:pt x="74" y="165"/>
                    <a:pt x="74" y="166"/>
                  </a:cubicBezTo>
                  <a:cubicBezTo>
                    <a:pt x="75" y="167"/>
                    <a:pt x="76" y="170"/>
                    <a:pt x="78" y="171"/>
                  </a:cubicBezTo>
                  <a:cubicBezTo>
                    <a:pt x="79" y="171"/>
                    <a:pt x="82" y="172"/>
                    <a:pt x="83" y="173"/>
                  </a:cubicBezTo>
                  <a:cubicBezTo>
                    <a:pt x="84" y="173"/>
                    <a:pt x="87" y="171"/>
                    <a:pt x="88" y="171"/>
                  </a:cubicBezTo>
                  <a:cubicBezTo>
                    <a:pt x="89" y="172"/>
                    <a:pt x="91" y="173"/>
                    <a:pt x="92" y="174"/>
                  </a:cubicBezTo>
                  <a:cubicBezTo>
                    <a:pt x="94" y="175"/>
                    <a:pt x="95" y="178"/>
                    <a:pt x="96" y="179"/>
                  </a:cubicBezTo>
                  <a:cubicBezTo>
                    <a:pt x="98" y="180"/>
                    <a:pt x="101" y="182"/>
                    <a:pt x="103" y="183"/>
                  </a:cubicBezTo>
                  <a:cubicBezTo>
                    <a:pt x="104" y="183"/>
                    <a:pt x="107" y="185"/>
                    <a:pt x="108" y="185"/>
                  </a:cubicBezTo>
                  <a:cubicBezTo>
                    <a:pt x="109" y="186"/>
                    <a:pt x="110" y="186"/>
                    <a:pt x="111" y="185"/>
                  </a:cubicBezTo>
                  <a:cubicBezTo>
                    <a:pt x="111" y="185"/>
                    <a:pt x="110" y="183"/>
                    <a:pt x="110" y="182"/>
                  </a:cubicBezTo>
                  <a:cubicBezTo>
                    <a:pt x="110" y="181"/>
                    <a:pt x="108" y="179"/>
                    <a:pt x="107" y="178"/>
                  </a:cubicBezTo>
                  <a:cubicBezTo>
                    <a:pt x="107" y="177"/>
                    <a:pt x="108" y="174"/>
                    <a:pt x="109" y="174"/>
                  </a:cubicBezTo>
                  <a:cubicBezTo>
                    <a:pt x="111" y="173"/>
                    <a:pt x="114" y="174"/>
                    <a:pt x="115" y="175"/>
                  </a:cubicBezTo>
                  <a:cubicBezTo>
                    <a:pt x="117" y="175"/>
                    <a:pt x="119" y="176"/>
                    <a:pt x="120" y="176"/>
                  </a:cubicBezTo>
                  <a:cubicBezTo>
                    <a:pt x="121" y="177"/>
                    <a:pt x="124" y="178"/>
                    <a:pt x="126" y="178"/>
                  </a:cubicBezTo>
                  <a:cubicBezTo>
                    <a:pt x="127" y="177"/>
                    <a:pt x="128" y="176"/>
                    <a:pt x="129" y="176"/>
                  </a:cubicBezTo>
                  <a:cubicBezTo>
                    <a:pt x="130" y="175"/>
                    <a:pt x="132" y="172"/>
                    <a:pt x="134" y="172"/>
                  </a:cubicBezTo>
                  <a:cubicBezTo>
                    <a:pt x="135" y="171"/>
                    <a:pt x="139" y="169"/>
                    <a:pt x="140" y="169"/>
                  </a:cubicBezTo>
                  <a:cubicBezTo>
                    <a:pt x="144" y="167"/>
                    <a:pt x="150" y="165"/>
                    <a:pt x="153" y="164"/>
                  </a:cubicBezTo>
                  <a:cubicBezTo>
                    <a:pt x="155" y="163"/>
                    <a:pt x="160" y="162"/>
                    <a:pt x="162" y="162"/>
                  </a:cubicBezTo>
                  <a:cubicBezTo>
                    <a:pt x="164" y="163"/>
                    <a:pt x="167" y="165"/>
                    <a:pt x="169" y="166"/>
                  </a:cubicBezTo>
                  <a:cubicBezTo>
                    <a:pt x="171" y="166"/>
                    <a:pt x="175" y="164"/>
                    <a:pt x="176" y="164"/>
                  </a:cubicBezTo>
                  <a:cubicBezTo>
                    <a:pt x="176" y="164"/>
                    <a:pt x="180" y="159"/>
                    <a:pt x="182" y="157"/>
                  </a:cubicBezTo>
                  <a:cubicBezTo>
                    <a:pt x="183" y="155"/>
                    <a:pt x="184" y="152"/>
                    <a:pt x="185" y="150"/>
                  </a:cubicBezTo>
                  <a:cubicBezTo>
                    <a:pt x="185" y="149"/>
                    <a:pt x="186" y="147"/>
                    <a:pt x="186" y="146"/>
                  </a:cubicBezTo>
                  <a:cubicBezTo>
                    <a:pt x="186" y="145"/>
                    <a:pt x="184" y="142"/>
                    <a:pt x="183" y="140"/>
                  </a:cubicBezTo>
                  <a:cubicBezTo>
                    <a:pt x="182" y="138"/>
                    <a:pt x="178" y="134"/>
                    <a:pt x="176" y="132"/>
                  </a:cubicBezTo>
                  <a:cubicBezTo>
                    <a:pt x="174" y="131"/>
                    <a:pt x="172" y="129"/>
                    <a:pt x="170" y="129"/>
                  </a:cubicBezTo>
                  <a:cubicBezTo>
                    <a:pt x="169" y="128"/>
                    <a:pt x="165" y="129"/>
                    <a:pt x="164" y="128"/>
                  </a:cubicBezTo>
                  <a:cubicBezTo>
                    <a:pt x="163" y="127"/>
                    <a:pt x="162" y="125"/>
                    <a:pt x="162" y="123"/>
                  </a:cubicBezTo>
                  <a:cubicBezTo>
                    <a:pt x="162" y="122"/>
                    <a:pt x="163" y="119"/>
                    <a:pt x="164" y="118"/>
                  </a:cubicBezTo>
                  <a:cubicBezTo>
                    <a:pt x="164" y="117"/>
                    <a:pt x="167" y="117"/>
                    <a:pt x="168" y="116"/>
                  </a:cubicBezTo>
                  <a:cubicBezTo>
                    <a:pt x="169" y="116"/>
                    <a:pt x="172" y="116"/>
                    <a:pt x="173" y="116"/>
                  </a:cubicBezTo>
                  <a:cubicBezTo>
                    <a:pt x="174" y="115"/>
                    <a:pt x="175" y="113"/>
                    <a:pt x="175" y="112"/>
                  </a:cubicBezTo>
                  <a:cubicBezTo>
                    <a:pt x="176" y="111"/>
                    <a:pt x="177" y="109"/>
                    <a:pt x="178" y="109"/>
                  </a:cubicBezTo>
                  <a:cubicBezTo>
                    <a:pt x="178" y="108"/>
                    <a:pt x="179" y="105"/>
                    <a:pt x="180" y="104"/>
                  </a:cubicBezTo>
                  <a:cubicBezTo>
                    <a:pt x="181" y="104"/>
                    <a:pt x="184" y="104"/>
                    <a:pt x="186" y="104"/>
                  </a:cubicBezTo>
                  <a:cubicBezTo>
                    <a:pt x="188" y="104"/>
                    <a:pt x="192" y="105"/>
                    <a:pt x="194" y="104"/>
                  </a:cubicBezTo>
                  <a:cubicBezTo>
                    <a:pt x="195" y="104"/>
                    <a:pt x="197" y="103"/>
                    <a:pt x="197" y="102"/>
                  </a:cubicBezTo>
                  <a:cubicBezTo>
                    <a:pt x="198" y="101"/>
                    <a:pt x="199" y="98"/>
                    <a:pt x="200" y="97"/>
                  </a:cubicBezTo>
                  <a:cubicBezTo>
                    <a:pt x="201" y="96"/>
                    <a:pt x="202" y="93"/>
                    <a:pt x="202" y="92"/>
                  </a:cubicBezTo>
                  <a:cubicBezTo>
                    <a:pt x="203" y="90"/>
                    <a:pt x="204" y="86"/>
                    <a:pt x="205" y="85"/>
                  </a:cubicBezTo>
                  <a:cubicBezTo>
                    <a:pt x="207" y="84"/>
                    <a:pt x="211" y="85"/>
                    <a:pt x="213" y="84"/>
                  </a:cubicBezTo>
                  <a:cubicBezTo>
                    <a:pt x="214" y="84"/>
                    <a:pt x="216" y="82"/>
                    <a:pt x="217" y="81"/>
                  </a:cubicBezTo>
                  <a:cubicBezTo>
                    <a:pt x="218" y="80"/>
                    <a:pt x="218" y="77"/>
                    <a:pt x="219" y="76"/>
                  </a:cubicBezTo>
                  <a:cubicBezTo>
                    <a:pt x="220" y="75"/>
                    <a:pt x="222" y="75"/>
                    <a:pt x="223" y="74"/>
                  </a:cubicBezTo>
                  <a:cubicBezTo>
                    <a:pt x="225" y="74"/>
                    <a:pt x="229" y="75"/>
                    <a:pt x="230" y="74"/>
                  </a:cubicBezTo>
                  <a:cubicBezTo>
                    <a:pt x="231" y="74"/>
                    <a:pt x="233" y="73"/>
                    <a:pt x="233" y="72"/>
                  </a:cubicBezTo>
                  <a:cubicBezTo>
                    <a:pt x="239" y="73"/>
                    <a:pt x="239" y="73"/>
                    <a:pt x="239" y="73"/>
                  </a:cubicBezTo>
                  <a:cubicBezTo>
                    <a:pt x="243" y="71"/>
                    <a:pt x="243" y="71"/>
                    <a:pt x="243" y="71"/>
                  </a:cubicBezTo>
                  <a:cubicBezTo>
                    <a:pt x="247" y="68"/>
                    <a:pt x="247" y="68"/>
                    <a:pt x="247" y="68"/>
                  </a:cubicBezTo>
                  <a:cubicBezTo>
                    <a:pt x="251" y="66"/>
                    <a:pt x="251" y="66"/>
                    <a:pt x="251" y="66"/>
                  </a:cubicBezTo>
                  <a:cubicBezTo>
                    <a:pt x="254" y="66"/>
                    <a:pt x="254" y="66"/>
                    <a:pt x="254" y="66"/>
                  </a:cubicBezTo>
                  <a:cubicBezTo>
                    <a:pt x="260" y="67"/>
                    <a:pt x="260" y="67"/>
                    <a:pt x="260" y="67"/>
                  </a:cubicBezTo>
                  <a:cubicBezTo>
                    <a:pt x="266" y="70"/>
                    <a:pt x="266" y="70"/>
                    <a:pt x="266" y="70"/>
                  </a:cubicBezTo>
                  <a:cubicBezTo>
                    <a:pt x="271" y="71"/>
                    <a:pt x="271" y="71"/>
                    <a:pt x="271" y="71"/>
                  </a:cubicBezTo>
                  <a:cubicBezTo>
                    <a:pt x="274" y="69"/>
                    <a:pt x="274" y="69"/>
                    <a:pt x="274" y="69"/>
                  </a:cubicBezTo>
                  <a:cubicBezTo>
                    <a:pt x="277" y="66"/>
                    <a:pt x="277" y="66"/>
                    <a:pt x="277" y="66"/>
                  </a:cubicBezTo>
                  <a:cubicBezTo>
                    <a:pt x="279" y="63"/>
                    <a:pt x="279" y="63"/>
                    <a:pt x="279" y="63"/>
                  </a:cubicBezTo>
                  <a:cubicBezTo>
                    <a:pt x="286" y="62"/>
                    <a:pt x="286" y="62"/>
                    <a:pt x="286" y="62"/>
                  </a:cubicBezTo>
                  <a:cubicBezTo>
                    <a:pt x="293" y="59"/>
                    <a:pt x="293" y="59"/>
                    <a:pt x="293" y="59"/>
                  </a:cubicBezTo>
                  <a:cubicBezTo>
                    <a:pt x="299" y="54"/>
                    <a:pt x="299" y="54"/>
                    <a:pt x="299" y="54"/>
                  </a:cubicBezTo>
                  <a:cubicBezTo>
                    <a:pt x="304" y="50"/>
                    <a:pt x="304" y="50"/>
                    <a:pt x="304" y="50"/>
                  </a:cubicBezTo>
                  <a:cubicBezTo>
                    <a:pt x="311" y="46"/>
                    <a:pt x="311" y="46"/>
                    <a:pt x="311" y="46"/>
                  </a:cubicBezTo>
                  <a:cubicBezTo>
                    <a:pt x="314" y="43"/>
                    <a:pt x="314" y="43"/>
                    <a:pt x="314" y="43"/>
                  </a:cubicBezTo>
                  <a:cubicBezTo>
                    <a:pt x="321" y="41"/>
                    <a:pt x="321" y="41"/>
                    <a:pt x="321" y="41"/>
                  </a:cubicBezTo>
                  <a:cubicBezTo>
                    <a:pt x="326" y="40"/>
                    <a:pt x="326" y="40"/>
                    <a:pt x="326" y="40"/>
                  </a:cubicBezTo>
                  <a:cubicBezTo>
                    <a:pt x="329" y="39"/>
                    <a:pt x="329" y="39"/>
                    <a:pt x="329" y="39"/>
                  </a:cubicBezTo>
                  <a:cubicBezTo>
                    <a:pt x="329" y="35"/>
                    <a:pt x="329" y="35"/>
                    <a:pt x="329" y="35"/>
                  </a:cubicBezTo>
                  <a:cubicBezTo>
                    <a:pt x="333" y="28"/>
                    <a:pt x="333" y="28"/>
                    <a:pt x="333" y="28"/>
                  </a:cubicBezTo>
                  <a:cubicBezTo>
                    <a:pt x="334" y="24"/>
                    <a:pt x="334" y="24"/>
                    <a:pt x="334" y="24"/>
                  </a:cubicBezTo>
                  <a:cubicBezTo>
                    <a:pt x="332" y="22"/>
                    <a:pt x="332" y="22"/>
                    <a:pt x="332" y="22"/>
                  </a:cubicBezTo>
                  <a:cubicBezTo>
                    <a:pt x="327" y="21"/>
                    <a:pt x="327" y="21"/>
                    <a:pt x="327" y="21"/>
                  </a:cubicBezTo>
                  <a:cubicBezTo>
                    <a:pt x="326" y="18"/>
                    <a:pt x="326" y="18"/>
                    <a:pt x="326" y="18"/>
                  </a:cubicBezTo>
                  <a:cubicBezTo>
                    <a:pt x="327" y="15"/>
                    <a:pt x="327" y="15"/>
                    <a:pt x="327" y="15"/>
                  </a:cubicBezTo>
                  <a:cubicBezTo>
                    <a:pt x="331" y="14"/>
                    <a:pt x="331" y="14"/>
                    <a:pt x="331" y="14"/>
                  </a:cubicBezTo>
                  <a:cubicBezTo>
                    <a:pt x="333" y="10"/>
                    <a:pt x="333" y="10"/>
                    <a:pt x="333" y="10"/>
                  </a:cubicBezTo>
                  <a:cubicBezTo>
                    <a:pt x="337" y="10"/>
                    <a:pt x="337" y="10"/>
                    <a:pt x="337" y="10"/>
                  </a:cubicBezTo>
                  <a:cubicBezTo>
                    <a:pt x="341" y="13"/>
                    <a:pt x="341" y="13"/>
                    <a:pt x="341" y="13"/>
                  </a:cubicBezTo>
                  <a:cubicBezTo>
                    <a:pt x="348" y="16"/>
                    <a:pt x="348" y="16"/>
                    <a:pt x="348" y="16"/>
                  </a:cubicBezTo>
                  <a:cubicBezTo>
                    <a:pt x="350" y="23"/>
                    <a:pt x="350" y="23"/>
                    <a:pt x="350" y="23"/>
                  </a:cubicBezTo>
                  <a:cubicBezTo>
                    <a:pt x="350" y="28"/>
                    <a:pt x="350" y="28"/>
                    <a:pt x="350" y="28"/>
                  </a:cubicBezTo>
                  <a:cubicBezTo>
                    <a:pt x="351" y="31"/>
                    <a:pt x="351" y="31"/>
                    <a:pt x="351" y="31"/>
                  </a:cubicBezTo>
                  <a:cubicBezTo>
                    <a:pt x="355" y="35"/>
                    <a:pt x="355" y="35"/>
                    <a:pt x="355" y="35"/>
                  </a:cubicBezTo>
                  <a:cubicBezTo>
                    <a:pt x="362" y="38"/>
                    <a:pt x="362" y="38"/>
                    <a:pt x="362" y="38"/>
                  </a:cubicBezTo>
                  <a:cubicBezTo>
                    <a:pt x="366" y="42"/>
                    <a:pt x="366" y="42"/>
                    <a:pt x="366" y="42"/>
                  </a:cubicBezTo>
                  <a:cubicBezTo>
                    <a:pt x="370" y="43"/>
                    <a:pt x="370" y="43"/>
                    <a:pt x="370" y="43"/>
                  </a:cubicBezTo>
                  <a:cubicBezTo>
                    <a:pt x="372" y="43"/>
                    <a:pt x="372" y="43"/>
                    <a:pt x="372" y="43"/>
                  </a:cubicBezTo>
                  <a:cubicBezTo>
                    <a:pt x="376" y="42"/>
                    <a:pt x="376" y="42"/>
                    <a:pt x="376" y="42"/>
                  </a:cubicBezTo>
                  <a:cubicBezTo>
                    <a:pt x="379" y="40"/>
                    <a:pt x="379" y="40"/>
                    <a:pt x="379" y="40"/>
                  </a:cubicBezTo>
                  <a:cubicBezTo>
                    <a:pt x="383" y="38"/>
                    <a:pt x="383" y="38"/>
                    <a:pt x="383" y="38"/>
                  </a:cubicBezTo>
                  <a:cubicBezTo>
                    <a:pt x="386" y="40"/>
                    <a:pt x="386" y="40"/>
                    <a:pt x="386" y="40"/>
                  </a:cubicBezTo>
                  <a:cubicBezTo>
                    <a:pt x="388" y="44"/>
                    <a:pt x="388" y="44"/>
                    <a:pt x="388" y="44"/>
                  </a:cubicBezTo>
                  <a:cubicBezTo>
                    <a:pt x="390" y="51"/>
                    <a:pt x="390" y="51"/>
                    <a:pt x="390" y="51"/>
                  </a:cubicBezTo>
                  <a:cubicBezTo>
                    <a:pt x="395" y="53"/>
                    <a:pt x="395" y="53"/>
                    <a:pt x="395" y="53"/>
                  </a:cubicBezTo>
                  <a:cubicBezTo>
                    <a:pt x="398" y="58"/>
                    <a:pt x="398" y="58"/>
                    <a:pt x="398" y="58"/>
                  </a:cubicBezTo>
                  <a:cubicBezTo>
                    <a:pt x="396" y="60"/>
                    <a:pt x="396" y="60"/>
                    <a:pt x="396" y="60"/>
                  </a:cubicBezTo>
                  <a:cubicBezTo>
                    <a:pt x="393" y="61"/>
                    <a:pt x="393" y="61"/>
                    <a:pt x="393" y="61"/>
                  </a:cubicBezTo>
                  <a:cubicBezTo>
                    <a:pt x="391" y="63"/>
                    <a:pt x="391" y="63"/>
                    <a:pt x="391" y="63"/>
                  </a:cubicBezTo>
                  <a:cubicBezTo>
                    <a:pt x="390" y="67"/>
                    <a:pt x="390" y="67"/>
                    <a:pt x="390" y="67"/>
                  </a:cubicBezTo>
                  <a:cubicBezTo>
                    <a:pt x="391" y="70"/>
                    <a:pt x="391" y="70"/>
                    <a:pt x="391" y="70"/>
                  </a:cubicBezTo>
                  <a:cubicBezTo>
                    <a:pt x="391" y="74"/>
                    <a:pt x="391" y="74"/>
                    <a:pt x="391" y="74"/>
                  </a:cubicBezTo>
                  <a:cubicBezTo>
                    <a:pt x="388" y="75"/>
                    <a:pt x="388" y="75"/>
                    <a:pt x="388" y="75"/>
                  </a:cubicBezTo>
                  <a:cubicBezTo>
                    <a:pt x="387" y="77"/>
                    <a:pt x="387" y="77"/>
                    <a:pt x="387" y="77"/>
                  </a:cubicBezTo>
                  <a:cubicBezTo>
                    <a:pt x="388" y="82"/>
                    <a:pt x="388" y="82"/>
                    <a:pt x="388" y="82"/>
                  </a:cubicBezTo>
                  <a:cubicBezTo>
                    <a:pt x="386" y="84"/>
                    <a:pt x="386" y="84"/>
                    <a:pt x="386" y="84"/>
                  </a:cubicBezTo>
                  <a:cubicBezTo>
                    <a:pt x="383" y="87"/>
                    <a:pt x="383" y="87"/>
                    <a:pt x="383" y="87"/>
                  </a:cubicBezTo>
                  <a:cubicBezTo>
                    <a:pt x="380" y="90"/>
                    <a:pt x="380" y="90"/>
                    <a:pt x="380" y="90"/>
                  </a:cubicBezTo>
                  <a:cubicBezTo>
                    <a:pt x="381" y="94"/>
                    <a:pt x="381" y="94"/>
                    <a:pt x="381" y="94"/>
                  </a:cubicBezTo>
                  <a:cubicBezTo>
                    <a:pt x="383" y="96"/>
                    <a:pt x="383" y="96"/>
                    <a:pt x="383" y="96"/>
                  </a:cubicBezTo>
                  <a:cubicBezTo>
                    <a:pt x="387" y="98"/>
                    <a:pt x="387" y="98"/>
                    <a:pt x="387" y="98"/>
                  </a:cubicBezTo>
                  <a:cubicBezTo>
                    <a:pt x="389" y="101"/>
                    <a:pt x="389" y="101"/>
                    <a:pt x="389" y="101"/>
                  </a:cubicBezTo>
                  <a:cubicBezTo>
                    <a:pt x="395" y="102"/>
                    <a:pt x="395" y="102"/>
                    <a:pt x="395" y="102"/>
                  </a:cubicBezTo>
                  <a:cubicBezTo>
                    <a:pt x="399" y="100"/>
                    <a:pt x="399" y="100"/>
                    <a:pt x="399" y="100"/>
                  </a:cubicBezTo>
                  <a:cubicBezTo>
                    <a:pt x="403" y="99"/>
                    <a:pt x="403" y="99"/>
                    <a:pt x="403" y="99"/>
                  </a:cubicBezTo>
                  <a:cubicBezTo>
                    <a:pt x="405" y="100"/>
                    <a:pt x="405" y="100"/>
                    <a:pt x="405" y="100"/>
                  </a:cubicBezTo>
                  <a:cubicBezTo>
                    <a:pt x="404" y="104"/>
                    <a:pt x="404" y="104"/>
                    <a:pt x="404" y="104"/>
                  </a:cubicBezTo>
                  <a:cubicBezTo>
                    <a:pt x="402" y="107"/>
                    <a:pt x="402" y="107"/>
                    <a:pt x="402" y="107"/>
                  </a:cubicBezTo>
                  <a:cubicBezTo>
                    <a:pt x="400" y="113"/>
                    <a:pt x="400" y="113"/>
                    <a:pt x="400" y="113"/>
                  </a:cubicBezTo>
                  <a:cubicBezTo>
                    <a:pt x="398" y="114"/>
                    <a:pt x="398" y="114"/>
                    <a:pt x="398" y="114"/>
                  </a:cubicBezTo>
                  <a:cubicBezTo>
                    <a:pt x="393" y="116"/>
                    <a:pt x="393" y="116"/>
                    <a:pt x="393" y="116"/>
                  </a:cubicBezTo>
                  <a:cubicBezTo>
                    <a:pt x="389" y="117"/>
                    <a:pt x="389" y="117"/>
                    <a:pt x="389" y="117"/>
                  </a:cubicBezTo>
                  <a:cubicBezTo>
                    <a:pt x="385" y="120"/>
                    <a:pt x="385" y="120"/>
                    <a:pt x="385" y="120"/>
                  </a:cubicBezTo>
                  <a:cubicBezTo>
                    <a:pt x="382" y="122"/>
                    <a:pt x="382" y="122"/>
                    <a:pt x="382" y="122"/>
                  </a:cubicBezTo>
                  <a:cubicBezTo>
                    <a:pt x="380" y="125"/>
                    <a:pt x="380" y="125"/>
                    <a:pt x="380" y="125"/>
                  </a:cubicBezTo>
                  <a:cubicBezTo>
                    <a:pt x="382" y="127"/>
                    <a:pt x="382" y="127"/>
                    <a:pt x="382" y="127"/>
                  </a:cubicBezTo>
                  <a:cubicBezTo>
                    <a:pt x="386" y="133"/>
                    <a:pt x="386" y="133"/>
                    <a:pt x="386" y="133"/>
                  </a:cubicBezTo>
                  <a:cubicBezTo>
                    <a:pt x="389" y="138"/>
                    <a:pt x="389" y="138"/>
                    <a:pt x="389" y="138"/>
                  </a:cubicBezTo>
                  <a:cubicBezTo>
                    <a:pt x="391" y="140"/>
                    <a:pt x="391" y="140"/>
                    <a:pt x="391" y="140"/>
                  </a:cubicBezTo>
                  <a:cubicBezTo>
                    <a:pt x="394" y="140"/>
                    <a:pt x="394" y="140"/>
                    <a:pt x="394" y="140"/>
                  </a:cubicBezTo>
                  <a:cubicBezTo>
                    <a:pt x="397" y="138"/>
                    <a:pt x="397" y="138"/>
                    <a:pt x="397" y="138"/>
                  </a:cubicBezTo>
                  <a:cubicBezTo>
                    <a:pt x="400" y="134"/>
                    <a:pt x="400" y="134"/>
                    <a:pt x="400" y="134"/>
                  </a:cubicBezTo>
                  <a:cubicBezTo>
                    <a:pt x="404" y="132"/>
                    <a:pt x="404" y="132"/>
                    <a:pt x="404" y="132"/>
                  </a:cubicBezTo>
                  <a:cubicBezTo>
                    <a:pt x="410" y="131"/>
                    <a:pt x="410" y="131"/>
                    <a:pt x="410" y="131"/>
                  </a:cubicBezTo>
                  <a:cubicBezTo>
                    <a:pt x="415" y="133"/>
                    <a:pt x="415" y="133"/>
                    <a:pt x="415" y="133"/>
                  </a:cubicBezTo>
                  <a:cubicBezTo>
                    <a:pt x="419" y="134"/>
                    <a:pt x="419" y="134"/>
                    <a:pt x="419" y="134"/>
                  </a:cubicBezTo>
                  <a:cubicBezTo>
                    <a:pt x="426" y="131"/>
                    <a:pt x="426" y="131"/>
                    <a:pt x="426" y="131"/>
                  </a:cubicBezTo>
                  <a:cubicBezTo>
                    <a:pt x="433" y="128"/>
                    <a:pt x="433" y="128"/>
                    <a:pt x="433" y="128"/>
                  </a:cubicBezTo>
                  <a:cubicBezTo>
                    <a:pt x="440" y="124"/>
                    <a:pt x="440" y="124"/>
                    <a:pt x="440" y="124"/>
                  </a:cubicBezTo>
                  <a:cubicBezTo>
                    <a:pt x="446" y="120"/>
                    <a:pt x="446" y="120"/>
                    <a:pt x="446" y="120"/>
                  </a:cubicBezTo>
                  <a:cubicBezTo>
                    <a:pt x="448" y="116"/>
                    <a:pt x="448" y="116"/>
                    <a:pt x="448" y="116"/>
                  </a:cubicBezTo>
                  <a:cubicBezTo>
                    <a:pt x="451" y="114"/>
                    <a:pt x="451" y="114"/>
                    <a:pt x="451" y="114"/>
                  </a:cubicBezTo>
                  <a:cubicBezTo>
                    <a:pt x="456" y="115"/>
                    <a:pt x="456" y="115"/>
                    <a:pt x="456" y="115"/>
                  </a:cubicBezTo>
                  <a:cubicBezTo>
                    <a:pt x="460" y="117"/>
                    <a:pt x="460" y="117"/>
                    <a:pt x="460" y="117"/>
                  </a:cubicBezTo>
                  <a:cubicBezTo>
                    <a:pt x="464" y="119"/>
                    <a:pt x="464" y="119"/>
                    <a:pt x="464" y="119"/>
                  </a:cubicBezTo>
                  <a:cubicBezTo>
                    <a:pt x="469" y="120"/>
                    <a:pt x="469" y="120"/>
                    <a:pt x="469" y="120"/>
                  </a:cubicBezTo>
                  <a:cubicBezTo>
                    <a:pt x="472" y="119"/>
                    <a:pt x="472" y="119"/>
                    <a:pt x="472" y="119"/>
                  </a:cubicBezTo>
                  <a:cubicBezTo>
                    <a:pt x="474" y="116"/>
                    <a:pt x="474" y="116"/>
                    <a:pt x="474" y="116"/>
                  </a:cubicBezTo>
                  <a:cubicBezTo>
                    <a:pt x="473" y="113"/>
                    <a:pt x="473" y="113"/>
                    <a:pt x="473" y="113"/>
                  </a:cubicBezTo>
                  <a:cubicBezTo>
                    <a:pt x="476" y="110"/>
                    <a:pt x="476" y="110"/>
                    <a:pt x="476" y="110"/>
                  </a:cubicBezTo>
                  <a:cubicBezTo>
                    <a:pt x="481" y="109"/>
                    <a:pt x="481" y="109"/>
                    <a:pt x="481" y="109"/>
                  </a:cubicBezTo>
                  <a:cubicBezTo>
                    <a:pt x="484" y="107"/>
                    <a:pt x="484" y="107"/>
                    <a:pt x="484" y="107"/>
                  </a:cubicBezTo>
                  <a:cubicBezTo>
                    <a:pt x="488" y="104"/>
                    <a:pt x="488" y="104"/>
                    <a:pt x="488" y="104"/>
                  </a:cubicBezTo>
                  <a:cubicBezTo>
                    <a:pt x="490" y="101"/>
                    <a:pt x="490" y="101"/>
                    <a:pt x="490" y="101"/>
                  </a:cubicBezTo>
                  <a:cubicBezTo>
                    <a:pt x="489" y="99"/>
                    <a:pt x="489" y="99"/>
                    <a:pt x="489" y="99"/>
                  </a:cubicBezTo>
                  <a:cubicBezTo>
                    <a:pt x="487" y="98"/>
                    <a:pt x="487" y="98"/>
                    <a:pt x="487" y="98"/>
                  </a:cubicBezTo>
                  <a:cubicBezTo>
                    <a:pt x="484" y="98"/>
                    <a:pt x="484" y="98"/>
                    <a:pt x="484" y="98"/>
                  </a:cubicBezTo>
                  <a:cubicBezTo>
                    <a:pt x="482" y="95"/>
                    <a:pt x="482" y="95"/>
                    <a:pt x="482" y="95"/>
                  </a:cubicBezTo>
                  <a:cubicBezTo>
                    <a:pt x="481" y="90"/>
                    <a:pt x="481" y="90"/>
                    <a:pt x="481" y="90"/>
                  </a:cubicBezTo>
                  <a:cubicBezTo>
                    <a:pt x="483" y="85"/>
                    <a:pt x="483" y="85"/>
                    <a:pt x="483" y="85"/>
                  </a:cubicBezTo>
                  <a:cubicBezTo>
                    <a:pt x="485" y="71"/>
                    <a:pt x="485" y="71"/>
                    <a:pt x="485" y="71"/>
                  </a:cubicBezTo>
                  <a:cubicBezTo>
                    <a:pt x="485" y="61"/>
                    <a:pt x="485" y="61"/>
                    <a:pt x="485" y="61"/>
                  </a:cubicBezTo>
                  <a:cubicBezTo>
                    <a:pt x="484" y="53"/>
                    <a:pt x="484" y="53"/>
                    <a:pt x="484" y="53"/>
                  </a:cubicBezTo>
                  <a:cubicBezTo>
                    <a:pt x="482" y="48"/>
                    <a:pt x="482" y="48"/>
                    <a:pt x="482" y="48"/>
                  </a:cubicBezTo>
                  <a:cubicBezTo>
                    <a:pt x="479" y="43"/>
                    <a:pt x="479" y="43"/>
                    <a:pt x="479" y="43"/>
                  </a:cubicBezTo>
                  <a:cubicBezTo>
                    <a:pt x="472" y="40"/>
                    <a:pt x="472" y="40"/>
                    <a:pt x="472" y="40"/>
                  </a:cubicBezTo>
                  <a:cubicBezTo>
                    <a:pt x="465" y="37"/>
                    <a:pt x="465" y="37"/>
                    <a:pt x="465" y="37"/>
                  </a:cubicBezTo>
                  <a:cubicBezTo>
                    <a:pt x="462" y="35"/>
                    <a:pt x="462" y="35"/>
                    <a:pt x="462" y="35"/>
                  </a:cubicBezTo>
                  <a:cubicBezTo>
                    <a:pt x="459" y="32"/>
                    <a:pt x="459" y="32"/>
                    <a:pt x="459" y="32"/>
                  </a:cubicBezTo>
                  <a:cubicBezTo>
                    <a:pt x="457" y="27"/>
                    <a:pt x="457" y="27"/>
                    <a:pt x="457" y="27"/>
                  </a:cubicBezTo>
                  <a:cubicBezTo>
                    <a:pt x="457" y="21"/>
                    <a:pt x="457" y="21"/>
                    <a:pt x="457" y="21"/>
                  </a:cubicBezTo>
                  <a:cubicBezTo>
                    <a:pt x="460" y="19"/>
                    <a:pt x="460" y="19"/>
                    <a:pt x="460" y="19"/>
                  </a:cubicBezTo>
                  <a:cubicBezTo>
                    <a:pt x="463" y="20"/>
                    <a:pt x="463" y="20"/>
                    <a:pt x="463" y="20"/>
                  </a:cubicBezTo>
                  <a:cubicBezTo>
                    <a:pt x="468" y="20"/>
                    <a:pt x="468" y="20"/>
                    <a:pt x="468" y="20"/>
                  </a:cubicBezTo>
                  <a:cubicBezTo>
                    <a:pt x="472" y="20"/>
                    <a:pt x="472" y="20"/>
                    <a:pt x="472" y="20"/>
                  </a:cubicBezTo>
                  <a:cubicBezTo>
                    <a:pt x="478" y="22"/>
                    <a:pt x="478" y="22"/>
                    <a:pt x="478" y="22"/>
                  </a:cubicBezTo>
                  <a:cubicBezTo>
                    <a:pt x="481" y="21"/>
                    <a:pt x="481" y="21"/>
                    <a:pt x="481" y="21"/>
                  </a:cubicBezTo>
                  <a:cubicBezTo>
                    <a:pt x="483" y="16"/>
                    <a:pt x="483" y="16"/>
                    <a:pt x="483" y="16"/>
                  </a:cubicBezTo>
                  <a:cubicBezTo>
                    <a:pt x="484" y="13"/>
                    <a:pt x="484" y="13"/>
                    <a:pt x="484" y="13"/>
                  </a:cubicBezTo>
                  <a:cubicBezTo>
                    <a:pt x="486" y="10"/>
                    <a:pt x="486" y="10"/>
                    <a:pt x="486" y="10"/>
                  </a:cubicBezTo>
                  <a:cubicBezTo>
                    <a:pt x="489" y="9"/>
                    <a:pt x="489" y="9"/>
                    <a:pt x="489" y="9"/>
                  </a:cubicBezTo>
                  <a:cubicBezTo>
                    <a:pt x="493" y="6"/>
                    <a:pt x="493" y="6"/>
                    <a:pt x="493" y="6"/>
                  </a:cubicBezTo>
                  <a:cubicBezTo>
                    <a:pt x="497" y="6"/>
                    <a:pt x="497" y="6"/>
                    <a:pt x="497" y="6"/>
                  </a:cubicBezTo>
                  <a:cubicBezTo>
                    <a:pt x="503" y="8"/>
                    <a:pt x="503" y="8"/>
                    <a:pt x="503" y="8"/>
                  </a:cubicBezTo>
                  <a:cubicBezTo>
                    <a:pt x="508" y="7"/>
                    <a:pt x="508" y="7"/>
                    <a:pt x="508" y="7"/>
                  </a:cubicBezTo>
                  <a:cubicBezTo>
                    <a:pt x="511" y="4"/>
                    <a:pt x="511" y="4"/>
                    <a:pt x="511" y="4"/>
                  </a:cubicBezTo>
                  <a:cubicBezTo>
                    <a:pt x="514" y="1"/>
                    <a:pt x="514" y="1"/>
                    <a:pt x="514" y="1"/>
                  </a:cubicBezTo>
                  <a:cubicBezTo>
                    <a:pt x="520" y="0"/>
                    <a:pt x="520" y="0"/>
                    <a:pt x="520" y="0"/>
                  </a:cubicBezTo>
                  <a:cubicBezTo>
                    <a:pt x="525" y="2"/>
                    <a:pt x="525" y="2"/>
                    <a:pt x="525" y="2"/>
                  </a:cubicBezTo>
                  <a:cubicBezTo>
                    <a:pt x="526" y="7"/>
                    <a:pt x="526" y="7"/>
                    <a:pt x="526" y="7"/>
                  </a:cubicBezTo>
                  <a:cubicBezTo>
                    <a:pt x="529" y="12"/>
                    <a:pt x="529" y="12"/>
                    <a:pt x="529" y="12"/>
                  </a:cubicBezTo>
                  <a:cubicBezTo>
                    <a:pt x="531" y="20"/>
                    <a:pt x="531" y="20"/>
                    <a:pt x="531" y="20"/>
                  </a:cubicBezTo>
                  <a:cubicBezTo>
                    <a:pt x="530" y="27"/>
                    <a:pt x="530" y="27"/>
                    <a:pt x="530" y="27"/>
                  </a:cubicBezTo>
                  <a:cubicBezTo>
                    <a:pt x="528" y="32"/>
                    <a:pt x="528" y="32"/>
                    <a:pt x="528" y="32"/>
                  </a:cubicBezTo>
                  <a:cubicBezTo>
                    <a:pt x="529" y="36"/>
                    <a:pt x="529" y="36"/>
                    <a:pt x="529" y="36"/>
                  </a:cubicBezTo>
                  <a:cubicBezTo>
                    <a:pt x="530" y="39"/>
                    <a:pt x="530" y="39"/>
                    <a:pt x="530" y="39"/>
                  </a:cubicBezTo>
                  <a:cubicBezTo>
                    <a:pt x="533" y="39"/>
                    <a:pt x="533" y="39"/>
                    <a:pt x="533" y="39"/>
                  </a:cubicBezTo>
                  <a:cubicBezTo>
                    <a:pt x="539" y="39"/>
                    <a:pt x="539" y="39"/>
                    <a:pt x="539" y="39"/>
                  </a:cubicBezTo>
                  <a:cubicBezTo>
                    <a:pt x="547" y="40"/>
                    <a:pt x="547" y="40"/>
                    <a:pt x="547" y="40"/>
                  </a:cubicBezTo>
                  <a:cubicBezTo>
                    <a:pt x="554" y="39"/>
                    <a:pt x="554" y="39"/>
                    <a:pt x="554" y="39"/>
                  </a:cubicBezTo>
                  <a:cubicBezTo>
                    <a:pt x="562" y="40"/>
                    <a:pt x="562" y="40"/>
                    <a:pt x="562" y="40"/>
                  </a:cubicBezTo>
                  <a:cubicBezTo>
                    <a:pt x="568" y="39"/>
                    <a:pt x="568" y="39"/>
                    <a:pt x="568" y="39"/>
                  </a:cubicBezTo>
                  <a:cubicBezTo>
                    <a:pt x="571" y="37"/>
                    <a:pt x="571" y="37"/>
                    <a:pt x="571" y="37"/>
                  </a:cubicBezTo>
                  <a:cubicBezTo>
                    <a:pt x="574" y="33"/>
                    <a:pt x="574" y="33"/>
                    <a:pt x="574" y="33"/>
                  </a:cubicBezTo>
                  <a:cubicBezTo>
                    <a:pt x="574" y="29"/>
                    <a:pt x="574" y="29"/>
                    <a:pt x="574" y="29"/>
                  </a:cubicBezTo>
                  <a:cubicBezTo>
                    <a:pt x="576" y="24"/>
                    <a:pt x="576" y="24"/>
                    <a:pt x="576" y="24"/>
                  </a:cubicBezTo>
                  <a:cubicBezTo>
                    <a:pt x="579" y="23"/>
                    <a:pt x="579" y="23"/>
                    <a:pt x="579" y="23"/>
                  </a:cubicBezTo>
                  <a:cubicBezTo>
                    <a:pt x="582" y="22"/>
                    <a:pt x="582" y="22"/>
                    <a:pt x="582" y="22"/>
                  </a:cubicBezTo>
                  <a:cubicBezTo>
                    <a:pt x="584" y="19"/>
                    <a:pt x="584" y="19"/>
                    <a:pt x="584" y="19"/>
                  </a:cubicBezTo>
                  <a:cubicBezTo>
                    <a:pt x="588" y="16"/>
                    <a:pt x="588" y="16"/>
                    <a:pt x="588" y="16"/>
                  </a:cubicBezTo>
                  <a:cubicBezTo>
                    <a:pt x="589" y="12"/>
                    <a:pt x="589" y="12"/>
                    <a:pt x="589" y="12"/>
                  </a:cubicBezTo>
                  <a:cubicBezTo>
                    <a:pt x="593" y="10"/>
                    <a:pt x="593" y="10"/>
                    <a:pt x="593" y="10"/>
                  </a:cubicBezTo>
                  <a:cubicBezTo>
                    <a:pt x="596" y="12"/>
                    <a:pt x="596" y="12"/>
                    <a:pt x="596" y="12"/>
                  </a:cubicBezTo>
                  <a:cubicBezTo>
                    <a:pt x="599" y="13"/>
                    <a:pt x="599" y="13"/>
                    <a:pt x="599" y="13"/>
                  </a:cubicBezTo>
                  <a:cubicBezTo>
                    <a:pt x="603" y="15"/>
                    <a:pt x="603" y="15"/>
                    <a:pt x="603" y="15"/>
                  </a:cubicBezTo>
                  <a:cubicBezTo>
                    <a:pt x="603" y="18"/>
                    <a:pt x="603" y="18"/>
                    <a:pt x="603" y="18"/>
                  </a:cubicBezTo>
                  <a:cubicBezTo>
                    <a:pt x="601" y="21"/>
                    <a:pt x="601" y="21"/>
                    <a:pt x="601" y="21"/>
                  </a:cubicBezTo>
                  <a:cubicBezTo>
                    <a:pt x="599" y="22"/>
                    <a:pt x="599" y="22"/>
                    <a:pt x="599" y="22"/>
                  </a:cubicBezTo>
                  <a:cubicBezTo>
                    <a:pt x="598" y="25"/>
                    <a:pt x="598" y="25"/>
                    <a:pt x="598" y="25"/>
                  </a:cubicBezTo>
                  <a:cubicBezTo>
                    <a:pt x="599" y="30"/>
                    <a:pt x="599" y="30"/>
                    <a:pt x="599" y="30"/>
                  </a:cubicBezTo>
                  <a:cubicBezTo>
                    <a:pt x="601" y="33"/>
                    <a:pt x="601" y="33"/>
                    <a:pt x="601" y="33"/>
                  </a:cubicBezTo>
                  <a:cubicBezTo>
                    <a:pt x="601" y="38"/>
                    <a:pt x="601" y="38"/>
                    <a:pt x="601" y="38"/>
                  </a:cubicBezTo>
                  <a:cubicBezTo>
                    <a:pt x="599" y="40"/>
                    <a:pt x="599" y="40"/>
                    <a:pt x="599" y="40"/>
                  </a:cubicBezTo>
                  <a:cubicBezTo>
                    <a:pt x="596" y="43"/>
                    <a:pt x="596" y="43"/>
                    <a:pt x="596" y="43"/>
                  </a:cubicBezTo>
                  <a:cubicBezTo>
                    <a:pt x="595" y="49"/>
                    <a:pt x="595" y="49"/>
                    <a:pt x="595" y="49"/>
                  </a:cubicBezTo>
                  <a:cubicBezTo>
                    <a:pt x="594" y="55"/>
                    <a:pt x="594" y="55"/>
                    <a:pt x="594" y="55"/>
                  </a:cubicBezTo>
                  <a:cubicBezTo>
                    <a:pt x="591" y="57"/>
                    <a:pt x="591" y="57"/>
                    <a:pt x="591" y="57"/>
                  </a:cubicBezTo>
                  <a:cubicBezTo>
                    <a:pt x="587" y="58"/>
                    <a:pt x="587" y="58"/>
                    <a:pt x="587" y="58"/>
                  </a:cubicBezTo>
                  <a:cubicBezTo>
                    <a:pt x="583" y="59"/>
                    <a:pt x="583" y="59"/>
                    <a:pt x="583" y="59"/>
                  </a:cubicBezTo>
                  <a:cubicBezTo>
                    <a:pt x="578" y="62"/>
                    <a:pt x="578" y="62"/>
                    <a:pt x="578" y="62"/>
                  </a:cubicBezTo>
                  <a:cubicBezTo>
                    <a:pt x="576" y="66"/>
                    <a:pt x="576" y="66"/>
                    <a:pt x="576" y="66"/>
                  </a:cubicBezTo>
                  <a:cubicBezTo>
                    <a:pt x="575" y="70"/>
                    <a:pt x="575" y="70"/>
                    <a:pt x="575" y="70"/>
                  </a:cubicBezTo>
                  <a:cubicBezTo>
                    <a:pt x="576" y="77"/>
                    <a:pt x="576" y="77"/>
                    <a:pt x="576" y="77"/>
                  </a:cubicBezTo>
                  <a:cubicBezTo>
                    <a:pt x="576" y="81"/>
                    <a:pt x="576" y="81"/>
                    <a:pt x="576" y="81"/>
                  </a:cubicBezTo>
                  <a:cubicBezTo>
                    <a:pt x="578" y="84"/>
                    <a:pt x="578" y="84"/>
                    <a:pt x="578" y="84"/>
                  </a:cubicBezTo>
                  <a:cubicBezTo>
                    <a:pt x="583" y="84"/>
                    <a:pt x="583" y="84"/>
                    <a:pt x="583" y="84"/>
                  </a:cubicBezTo>
                  <a:cubicBezTo>
                    <a:pt x="589" y="86"/>
                    <a:pt x="589" y="86"/>
                    <a:pt x="589" y="86"/>
                  </a:cubicBezTo>
                  <a:cubicBezTo>
                    <a:pt x="590" y="89"/>
                    <a:pt x="590" y="89"/>
                    <a:pt x="590" y="89"/>
                  </a:cubicBezTo>
                  <a:cubicBezTo>
                    <a:pt x="589" y="91"/>
                    <a:pt x="589" y="91"/>
                    <a:pt x="589" y="91"/>
                  </a:cubicBezTo>
                  <a:cubicBezTo>
                    <a:pt x="587" y="94"/>
                    <a:pt x="587" y="94"/>
                    <a:pt x="587" y="94"/>
                  </a:cubicBezTo>
                  <a:cubicBezTo>
                    <a:pt x="590" y="98"/>
                    <a:pt x="590" y="98"/>
                    <a:pt x="590" y="98"/>
                  </a:cubicBezTo>
                  <a:cubicBezTo>
                    <a:pt x="589" y="101"/>
                    <a:pt x="589" y="101"/>
                    <a:pt x="589" y="101"/>
                  </a:cubicBezTo>
                  <a:cubicBezTo>
                    <a:pt x="585" y="101"/>
                    <a:pt x="585" y="101"/>
                    <a:pt x="585" y="101"/>
                  </a:cubicBezTo>
                  <a:cubicBezTo>
                    <a:pt x="582" y="100"/>
                    <a:pt x="582" y="100"/>
                    <a:pt x="582" y="100"/>
                  </a:cubicBezTo>
                  <a:cubicBezTo>
                    <a:pt x="577" y="101"/>
                    <a:pt x="577" y="101"/>
                    <a:pt x="577" y="101"/>
                  </a:cubicBezTo>
                  <a:cubicBezTo>
                    <a:pt x="577" y="104"/>
                    <a:pt x="577" y="104"/>
                    <a:pt x="577" y="104"/>
                  </a:cubicBezTo>
                  <a:cubicBezTo>
                    <a:pt x="578" y="107"/>
                    <a:pt x="578" y="107"/>
                    <a:pt x="578" y="107"/>
                  </a:cubicBezTo>
                  <a:cubicBezTo>
                    <a:pt x="580" y="111"/>
                    <a:pt x="580" y="111"/>
                    <a:pt x="580" y="111"/>
                  </a:cubicBezTo>
                  <a:cubicBezTo>
                    <a:pt x="580" y="116"/>
                    <a:pt x="580" y="116"/>
                    <a:pt x="580" y="116"/>
                  </a:cubicBezTo>
                  <a:cubicBezTo>
                    <a:pt x="583" y="118"/>
                    <a:pt x="583" y="118"/>
                    <a:pt x="583" y="118"/>
                  </a:cubicBezTo>
                  <a:cubicBezTo>
                    <a:pt x="586" y="117"/>
                    <a:pt x="586" y="117"/>
                    <a:pt x="586" y="117"/>
                  </a:cubicBezTo>
                  <a:cubicBezTo>
                    <a:pt x="588" y="115"/>
                    <a:pt x="588" y="115"/>
                    <a:pt x="588" y="115"/>
                  </a:cubicBezTo>
                  <a:cubicBezTo>
                    <a:pt x="591" y="114"/>
                    <a:pt x="591" y="114"/>
                    <a:pt x="591" y="114"/>
                  </a:cubicBezTo>
                  <a:cubicBezTo>
                    <a:pt x="593" y="117"/>
                    <a:pt x="593" y="117"/>
                    <a:pt x="593" y="117"/>
                  </a:cubicBezTo>
                  <a:cubicBezTo>
                    <a:pt x="595" y="118"/>
                    <a:pt x="595" y="118"/>
                    <a:pt x="595" y="118"/>
                  </a:cubicBezTo>
                  <a:cubicBezTo>
                    <a:pt x="599" y="117"/>
                    <a:pt x="599" y="117"/>
                    <a:pt x="599" y="117"/>
                  </a:cubicBezTo>
                  <a:cubicBezTo>
                    <a:pt x="603" y="117"/>
                    <a:pt x="603" y="117"/>
                    <a:pt x="603" y="117"/>
                  </a:cubicBezTo>
                  <a:cubicBezTo>
                    <a:pt x="605" y="119"/>
                    <a:pt x="605" y="119"/>
                    <a:pt x="605" y="119"/>
                  </a:cubicBezTo>
                  <a:cubicBezTo>
                    <a:pt x="607" y="121"/>
                    <a:pt x="607" y="121"/>
                    <a:pt x="607" y="121"/>
                  </a:cubicBezTo>
                  <a:cubicBezTo>
                    <a:pt x="606" y="124"/>
                    <a:pt x="606" y="124"/>
                    <a:pt x="606" y="124"/>
                  </a:cubicBezTo>
                  <a:cubicBezTo>
                    <a:pt x="602" y="124"/>
                    <a:pt x="602" y="124"/>
                    <a:pt x="602" y="124"/>
                  </a:cubicBezTo>
                  <a:cubicBezTo>
                    <a:pt x="600" y="126"/>
                    <a:pt x="600" y="126"/>
                    <a:pt x="600" y="126"/>
                  </a:cubicBezTo>
                  <a:cubicBezTo>
                    <a:pt x="599" y="128"/>
                    <a:pt x="599" y="128"/>
                    <a:pt x="599" y="128"/>
                  </a:cubicBezTo>
                  <a:cubicBezTo>
                    <a:pt x="601" y="130"/>
                    <a:pt x="601" y="130"/>
                    <a:pt x="601" y="130"/>
                  </a:cubicBezTo>
                  <a:cubicBezTo>
                    <a:pt x="605" y="131"/>
                    <a:pt x="605" y="131"/>
                    <a:pt x="605" y="131"/>
                  </a:cubicBezTo>
                  <a:cubicBezTo>
                    <a:pt x="608" y="132"/>
                    <a:pt x="608" y="132"/>
                    <a:pt x="608" y="132"/>
                  </a:cubicBezTo>
                  <a:cubicBezTo>
                    <a:pt x="610" y="135"/>
                    <a:pt x="610" y="135"/>
                    <a:pt x="610" y="135"/>
                  </a:cubicBezTo>
                  <a:cubicBezTo>
                    <a:pt x="611" y="138"/>
                    <a:pt x="611" y="138"/>
                    <a:pt x="611" y="138"/>
                  </a:cubicBezTo>
                  <a:cubicBezTo>
                    <a:pt x="609" y="139"/>
                    <a:pt x="609" y="139"/>
                    <a:pt x="609" y="139"/>
                  </a:cubicBezTo>
                  <a:cubicBezTo>
                    <a:pt x="609" y="143"/>
                    <a:pt x="609" y="143"/>
                    <a:pt x="609" y="143"/>
                  </a:cubicBezTo>
                  <a:cubicBezTo>
                    <a:pt x="611" y="145"/>
                    <a:pt x="611" y="145"/>
                    <a:pt x="611" y="145"/>
                  </a:cubicBezTo>
                  <a:cubicBezTo>
                    <a:pt x="613" y="150"/>
                    <a:pt x="613" y="150"/>
                    <a:pt x="613" y="150"/>
                  </a:cubicBezTo>
                  <a:cubicBezTo>
                    <a:pt x="611" y="154"/>
                    <a:pt x="611" y="154"/>
                    <a:pt x="611" y="154"/>
                  </a:cubicBezTo>
                  <a:cubicBezTo>
                    <a:pt x="609" y="156"/>
                    <a:pt x="609" y="156"/>
                    <a:pt x="609" y="156"/>
                  </a:cubicBezTo>
                  <a:cubicBezTo>
                    <a:pt x="608" y="164"/>
                    <a:pt x="608" y="164"/>
                    <a:pt x="608" y="164"/>
                  </a:cubicBezTo>
                  <a:cubicBezTo>
                    <a:pt x="611" y="167"/>
                    <a:pt x="611" y="167"/>
                    <a:pt x="611" y="167"/>
                  </a:cubicBezTo>
                  <a:cubicBezTo>
                    <a:pt x="614" y="169"/>
                    <a:pt x="614" y="169"/>
                    <a:pt x="614" y="169"/>
                  </a:cubicBezTo>
                  <a:cubicBezTo>
                    <a:pt x="616" y="167"/>
                    <a:pt x="616" y="167"/>
                    <a:pt x="616" y="167"/>
                  </a:cubicBezTo>
                  <a:cubicBezTo>
                    <a:pt x="619" y="164"/>
                    <a:pt x="619" y="164"/>
                    <a:pt x="619" y="164"/>
                  </a:cubicBezTo>
                  <a:cubicBezTo>
                    <a:pt x="623" y="164"/>
                    <a:pt x="623" y="164"/>
                    <a:pt x="623" y="164"/>
                  </a:cubicBezTo>
                  <a:cubicBezTo>
                    <a:pt x="627" y="165"/>
                    <a:pt x="627" y="165"/>
                    <a:pt x="627" y="165"/>
                  </a:cubicBezTo>
                  <a:cubicBezTo>
                    <a:pt x="627" y="170"/>
                    <a:pt x="627" y="170"/>
                    <a:pt x="627" y="170"/>
                  </a:cubicBezTo>
                  <a:cubicBezTo>
                    <a:pt x="625" y="175"/>
                    <a:pt x="625" y="175"/>
                    <a:pt x="625" y="175"/>
                  </a:cubicBezTo>
                  <a:cubicBezTo>
                    <a:pt x="627" y="179"/>
                    <a:pt x="627" y="179"/>
                    <a:pt x="627" y="179"/>
                  </a:cubicBezTo>
                  <a:cubicBezTo>
                    <a:pt x="629" y="181"/>
                    <a:pt x="629" y="181"/>
                    <a:pt x="629" y="181"/>
                  </a:cubicBezTo>
                  <a:cubicBezTo>
                    <a:pt x="632" y="181"/>
                    <a:pt x="632" y="181"/>
                    <a:pt x="632" y="181"/>
                  </a:cubicBezTo>
                  <a:cubicBezTo>
                    <a:pt x="636" y="182"/>
                    <a:pt x="636" y="182"/>
                    <a:pt x="636" y="182"/>
                  </a:cubicBezTo>
                  <a:cubicBezTo>
                    <a:pt x="636" y="186"/>
                    <a:pt x="636" y="186"/>
                    <a:pt x="636" y="186"/>
                  </a:cubicBezTo>
                  <a:cubicBezTo>
                    <a:pt x="635" y="189"/>
                    <a:pt x="635" y="189"/>
                    <a:pt x="635" y="189"/>
                  </a:cubicBezTo>
                  <a:cubicBezTo>
                    <a:pt x="635" y="195"/>
                    <a:pt x="635" y="195"/>
                    <a:pt x="635" y="195"/>
                  </a:cubicBezTo>
                  <a:cubicBezTo>
                    <a:pt x="636" y="199"/>
                    <a:pt x="636" y="199"/>
                    <a:pt x="636" y="199"/>
                  </a:cubicBezTo>
                  <a:cubicBezTo>
                    <a:pt x="640" y="201"/>
                    <a:pt x="640" y="201"/>
                    <a:pt x="640" y="201"/>
                  </a:cubicBezTo>
                  <a:cubicBezTo>
                    <a:pt x="644" y="199"/>
                    <a:pt x="644" y="199"/>
                    <a:pt x="644" y="199"/>
                  </a:cubicBezTo>
                  <a:cubicBezTo>
                    <a:pt x="647" y="196"/>
                    <a:pt x="647" y="196"/>
                    <a:pt x="647" y="196"/>
                  </a:cubicBezTo>
                  <a:cubicBezTo>
                    <a:pt x="653" y="196"/>
                    <a:pt x="653" y="196"/>
                    <a:pt x="653" y="196"/>
                  </a:cubicBezTo>
                  <a:cubicBezTo>
                    <a:pt x="657" y="199"/>
                    <a:pt x="657" y="199"/>
                    <a:pt x="657" y="199"/>
                  </a:cubicBezTo>
                  <a:cubicBezTo>
                    <a:pt x="657" y="202"/>
                    <a:pt x="657" y="202"/>
                    <a:pt x="657" y="202"/>
                  </a:cubicBezTo>
                  <a:cubicBezTo>
                    <a:pt x="655" y="206"/>
                    <a:pt x="655" y="206"/>
                    <a:pt x="655" y="206"/>
                  </a:cubicBezTo>
                  <a:cubicBezTo>
                    <a:pt x="657" y="210"/>
                    <a:pt x="657" y="210"/>
                    <a:pt x="657" y="210"/>
                  </a:cubicBezTo>
                  <a:cubicBezTo>
                    <a:pt x="654" y="216"/>
                    <a:pt x="654" y="216"/>
                    <a:pt x="654" y="216"/>
                  </a:cubicBezTo>
                  <a:cubicBezTo>
                    <a:pt x="652" y="219"/>
                    <a:pt x="652" y="219"/>
                    <a:pt x="652" y="219"/>
                  </a:cubicBezTo>
                  <a:cubicBezTo>
                    <a:pt x="650" y="225"/>
                    <a:pt x="650" y="225"/>
                    <a:pt x="650" y="225"/>
                  </a:cubicBezTo>
                  <a:cubicBezTo>
                    <a:pt x="649" y="229"/>
                    <a:pt x="649" y="229"/>
                    <a:pt x="649" y="229"/>
                  </a:cubicBezTo>
                  <a:cubicBezTo>
                    <a:pt x="645" y="231"/>
                    <a:pt x="645" y="231"/>
                    <a:pt x="645" y="231"/>
                  </a:cubicBezTo>
                  <a:cubicBezTo>
                    <a:pt x="642" y="234"/>
                    <a:pt x="642" y="234"/>
                    <a:pt x="642" y="234"/>
                  </a:cubicBezTo>
                  <a:cubicBezTo>
                    <a:pt x="643" y="238"/>
                    <a:pt x="643" y="238"/>
                    <a:pt x="643" y="238"/>
                  </a:cubicBezTo>
                  <a:cubicBezTo>
                    <a:pt x="646" y="240"/>
                    <a:pt x="646" y="240"/>
                    <a:pt x="646" y="240"/>
                  </a:cubicBezTo>
                  <a:cubicBezTo>
                    <a:pt x="646" y="244"/>
                    <a:pt x="646" y="244"/>
                    <a:pt x="646" y="244"/>
                  </a:cubicBezTo>
                  <a:cubicBezTo>
                    <a:pt x="646" y="249"/>
                    <a:pt x="646" y="249"/>
                    <a:pt x="646" y="249"/>
                  </a:cubicBezTo>
                  <a:cubicBezTo>
                    <a:pt x="643" y="251"/>
                    <a:pt x="643" y="251"/>
                    <a:pt x="643" y="251"/>
                  </a:cubicBezTo>
                  <a:cubicBezTo>
                    <a:pt x="641" y="255"/>
                    <a:pt x="641" y="255"/>
                    <a:pt x="641" y="255"/>
                  </a:cubicBezTo>
                  <a:cubicBezTo>
                    <a:pt x="641" y="261"/>
                    <a:pt x="641" y="261"/>
                    <a:pt x="641" y="261"/>
                  </a:cubicBezTo>
                  <a:cubicBezTo>
                    <a:pt x="643" y="263"/>
                    <a:pt x="643" y="263"/>
                    <a:pt x="643" y="263"/>
                  </a:cubicBezTo>
                  <a:cubicBezTo>
                    <a:pt x="646" y="262"/>
                    <a:pt x="646" y="262"/>
                    <a:pt x="646" y="262"/>
                  </a:cubicBezTo>
                  <a:cubicBezTo>
                    <a:pt x="648" y="260"/>
                    <a:pt x="648" y="260"/>
                    <a:pt x="648" y="260"/>
                  </a:cubicBezTo>
                  <a:cubicBezTo>
                    <a:pt x="653" y="261"/>
                    <a:pt x="653" y="261"/>
                    <a:pt x="653" y="261"/>
                  </a:cubicBezTo>
                  <a:cubicBezTo>
                    <a:pt x="654" y="262"/>
                    <a:pt x="654" y="262"/>
                    <a:pt x="654" y="262"/>
                  </a:cubicBezTo>
                  <a:cubicBezTo>
                    <a:pt x="655" y="263"/>
                    <a:pt x="655" y="263"/>
                    <a:pt x="655" y="263"/>
                  </a:cubicBezTo>
                  <a:cubicBezTo>
                    <a:pt x="654" y="266"/>
                    <a:pt x="654" y="266"/>
                    <a:pt x="654" y="266"/>
                  </a:cubicBezTo>
                  <a:cubicBezTo>
                    <a:pt x="649" y="267"/>
                    <a:pt x="649" y="267"/>
                    <a:pt x="649" y="267"/>
                  </a:cubicBezTo>
                  <a:cubicBezTo>
                    <a:pt x="645" y="268"/>
                    <a:pt x="645" y="268"/>
                    <a:pt x="645" y="268"/>
                  </a:cubicBezTo>
                  <a:cubicBezTo>
                    <a:pt x="642" y="268"/>
                    <a:pt x="642" y="268"/>
                    <a:pt x="642" y="268"/>
                  </a:cubicBezTo>
                  <a:cubicBezTo>
                    <a:pt x="637" y="270"/>
                    <a:pt x="637" y="270"/>
                    <a:pt x="637" y="270"/>
                  </a:cubicBezTo>
                  <a:cubicBezTo>
                    <a:pt x="636" y="273"/>
                    <a:pt x="636" y="273"/>
                    <a:pt x="636" y="273"/>
                  </a:cubicBezTo>
                  <a:cubicBezTo>
                    <a:pt x="637" y="275"/>
                    <a:pt x="637" y="275"/>
                    <a:pt x="637" y="275"/>
                  </a:cubicBezTo>
                  <a:cubicBezTo>
                    <a:pt x="640" y="275"/>
                    <a:pt x="640" y="275"/>
                    <a:pt x="640" y="275"/>
                  </a:cubicBezTo>
                  <a:cubicBezTo>
                    <a:pt x="641" y="277"/>
                    <a:pt x="641" y="277"/>
                    <a:pt x="641" y="277"/>
                  </a:cubicBezTo>
                  <a:cubicBezTo>
                    <a:pt x="641" y="279"/>
                    <a:pt x="641" y="279"/>
                    <a:pt x="641" y="279"/>
                  </a:cubicBezTo>
                  <a:cubicBezTo>
                    <a:pt x="638" y="280"/>
                    <a:pt x="638" y="280"/>
                    <a:pt x="638" y="280"/>
                  </a:cubicBezTo>
                  <a:cubicBezTo>
                    <a:pt x="636" y="284"/>
                    <a:pt x="636" y="284"/>
                    <a:pt x="636" y="284"/>
                  </a:cubicBezTo>
                  <a:cubicBezTo>
                    <a:pt x="633" y="285"/>
                    <a:pt x="633" y="285"/>
                    <a:pt x="633" y="285"/>
                  </a:cubicBezTo>
                  <a:cubicBezTo>
                    <a:pt x="631" y="288"/>
                    <a:pt x="631" y="288"/>
                    <a:pt x="631" y="288"/>
                  </a:cubicBezTo>
                  <a:cubicBezTo>
                    <a:pt x="632" y="291"/>
                    <a:pt x="632" y="291"/>
                    <a:pt x="632" y="291"/>
                  </a:cubicBezTo>
                  <a:cubicBezTo>
                    <a:pt x="632" y="294"/>
                    <a:pt x="632" y="294"/>
                    <a:pt x="632" y="294"/>
                  </a:cubicBezTo>
                  <a:cubicBezTo>
                    <a:pt x="631" y="297"/>
                    <a:pt x="631" y="297"/>
                    <a:pt x="631" y="297"/>
                  </a:cubicBezTo>
                  <a:cubicBezTo>
                    <a:pt x="627" y="298"/>
                    <a:pt x="627" y="298"/>
                    <a:pt x="627" y="298"/>
                  </a:cubicBezTo>
                  <a:cubicBezTo>
                    <a:pt x="622" y="302"/>
                    <a:pt x="622" y="302"/>
                    <a:pt x="622" y="302"/>
                  </a:cubicBezTo>
                  <a:cubicBezTo>
                    <a:pt x="618" y="305"/>
                    <a:pt x="618" y="305"/>
                    <a:pt x="618" y="305"/>
                  </a:cubicBezTo>
                  <a:cubicBezTo>
                    <a:pt x="615" y="306"/>
                    <a:pt x="615" y="306"/>
                    <a:pt x="615" y="306"/>
                  </a:cubicBezTo>
                  <a:cubicBezTo>
                    <a:pt x="615" y="311"/>
                    <a:pt x="615" y="311"/>
                    <a:pt x="615" y="311"/>
                  </a:cubicBezTo>
                  <a:cubicBezTo>
                    <a:pt x="614" y="314"/>
                    <a:pt x="614" y="314"/>
                    <a:pt x="614" y="314"/>
                  </a:cubicBezTo>
                  <a:cubicBezTo>
                    <a:pt x="610" y="314"/>
                    <a:pt x="610" y="314"/>
                    <a:pt x="610" y="314"/>
                  </a:cubicBezTo>
                  <a:cubicBezTo>
                    <a:pt x="607" y="314"/>
                    <a:pt x="607" y="314"/>
                    <a:pt x="607" y="314"/>
                  </a:cubicBezTo>
                  <a:cubicBezTo>
                    <a:pt x="605" y="316"/>
                    <a:pt x="605" y="316"/>
                    <a:pt x="605" y="316"/>
                  </a:cubicBezTo>
                  <a:cubicBezTo>
                    <a:pt x="605" y="320"/>
                    <a:pt x="605" y="320"/>
                    <a:pt x="605" y="320"/>
                  </a:cubicBezTo>
                  <a:cubicBezTo>
                    <a:pt x="602" y="321"/>
                    <a:pt x="602" y="321"/>
                    <a:pt x="602" y="321"/>
                  </a:cubicBezTo>
                  <a:cubicBezTo>
                    <a:pt x="600" y="318"/>
                    <a:pt x="600" y="318"/>
                    <a:pt x="600" y="318"/>
                  </a:cubicBezTo>
                  <a:cubicBezTo>
                    <a:pt x="597" y="318"/>
                    <a:pt x="597" y="318"/>
                    <a:pt x="597" y="318"/>
                  </a:cubicBezTo>
                  <a:cubicBezTo>
                    <a:pt x="595" y="319"/>
                    <a:pt x="595" y="319"/>
                    <a:pt x="595" y="319"/>
                  </a:cubicBezTo>
                  <a:cubicBezTo>
                    <a:pt x="593" y="320"/>
                    <a:pt x="593" y="320"/>
                    <a:pt x="593" y="320"/>
                  </a:cubicBezTo>
                  <a:cubicBezTo>
                    <a:pt x="590" y="321"/>
                    <a:pt x="590" y="321"/>
                    <a:pt x="590" y="321"/>
                  </a:cubicBezTo>
                  <a:cubicBezTo>
                    <a:pt x="588" y="319"/>
                    <a:pt x="588" y="319"/>
                    <a:pt x="588" y="319"/>
                  </a:cubicBezTo>
                  <a:cubicBezTo>
                    <a:pt x="587" y="315"/>
                    <a:pt x="587" y="315"/>
                    <a:pt x="587" y="315"/>
                  </a:cubicBezTo>
                  <a:cubicBezTo>
                    <a:pt x="589" y="314"/>
                    <a:pt x="589" y="314"/>
                    <a:pt x="589" y="314"/>
                  </a:cubicBezTo>
                  <a:cubicBezTo>
                    <a:pt x="591" y="307"/>
                    <a:pt x="591" y="307"/>
                    <a:pt x="591" y="307"/>
                  </a:cubicBezTo>
                  <a:cubicBezTo>
                    <a:pt x="590" y="303"/>
                    <a:pt x="590" y="303"/>
                    <a:pt x="590" y="303"/>
                  </a:cubicBezTo>
                  <a:cubicBezTo>
                    <a:pt x="587" y="302"/>
                    <a:pt x="587" y="302"/>
                    <a:pt x="587" y="302"/>
                  </a:cubicBezTo>
                  <a:cubicBezTo>
                    <a:pt x="584" y="303"/>
                    <a:pt x="584" y="303"/>
                    <a:pt x="584" y="303"/>
                  </a:cubicBezTo>
                  <a:cubicBezTo>
                    <a:pt x="581" y="301"/>
                    <a:pt x="581" y="301"/>
                    <a:pt x="581" y="301"/>
                  </a:cubicBezTo>
                  <a:cubicBezTo>
                    <a:pt x="580" y="299"/>
                    <a:pt x="580" y="299"/>
                    <a:pt x="580" y="299"/>
                  </a:cubicBezTo>
                  <a:cubicBezTo>
                    <a:pt x="575" y="299"/>
                    <a:pt x="575" y="299"/>
                    <a:pt x="575" y="299"/>
                  </a:cubicBezTo>
                  <a:cubicBezTo>
                    <a:pt x="570" y="299"/>
                    <a:pt x="570" y="299"/>
                    <a:pt x="570" y="299"/>
                  </a:cubicBezTo>
                  <a:cubicBezTo>
                    <a:pt x="565" y="300"/>
                    <a:pt x="565" y="300"/>
                    <a:pt x="565" y="300"/>
                  </a:cubicBezTo>
                  <a:cubicBezTo>
                    <a:pt x="559" y="304"/>
                    <a:pt x="559" y="304"/>
                    <a:pt x="559" y="304"/>
                  </a:cubicBezTo>
                  <a:cubicBezTo>
                    <a:pt x="555" y="308"/>
                    <a:pt x="555" y="308"/>
                    <a:pt x="555" y="308"/>
                  </a:cubicBezTo>
                  <a:cubicBezTo>
                    <a:pt x="555" y="313"/>
                    <a:pt x="555" y="313"/>
                    <a:pt x="555" y="313"/>
                  </a:cubicBezTo>
                  <a:cubicBezTo>
                    <a:pt x="559" y="318"/>
                    <a:pt x="559" y="318"/>
                    <a:pt x="559" y="318"/>
                  </a:cubicBezTo>
                  <a:cubicBezTo>
                    <a:pt x="561" y="322"/>
                    <a:pt x="561" y="322"/>
                    <a:pt x="561" y="322"/>
                  </a:cubicBezTo>
                  <a:cubicBezTo>
                    <a:pt x="562" y="328"/>
                    <a:pt x="562" y="328"/>
                    <a:pt x="562" y="328"/>
                  </a:cubicBezTo>
                  <a:cubicBezTo>
                    <a:pt x="561" y="334"/>
                    <a:pt x="561" y="334"/>
                    <a:pt x="561" y="334"/>
                  </a:cubicBezTo>
                  <a:cubicBezTo>
                    <a:pt x="557" y="336"/>
                    <a:pt x="557" y="336"/>
                    <a:pt x="557" y="336"/>
                  </a:cubicBezTo>
                  <a:cubicBezTo>
                    <a:pt x="552" y="336"/>
                    <a:pt x="552" y="336"/>
                    <a:pt x="552" y="336"/>
                  </a:cubicBezTo>
                  <a:cubicBezTo>
                    <a:pt x="546" y="334"/>
                    <a:pt x="546" y="334"/>
                    <a:pt x="546" y="334"/>
                  </a:cubicBezTo>
                  <a:cubicBezTo>
                    <a:pt x="540" y="333"/>
                    <a:pt x="540" y="333"/>
                    <a:pt x="540" y="333"/>
                  </a:cubicBezTo>
                  <a:cubicBezTo>
                    <a:pt x="537" y="334"/>
                    <a:pt x="537" y="334"/>
                    <a:pt x="537" y="334"/>
                  </a:cubicBezTo>
                  <a:cubicBezTo>
                    <a:pt x="533" y="334"/>
                    <a:pt x="533" y="334"/>
                    <a:pt x="533" y="334"/>
                  </a:cubicBezTo>
                  <a:cubicBezTo>
                    <a:pt x="530" y="336"/>
                    <a:pt x="530" y="336"/>
                    <a:pt x="530" y="336"/>
                  </a:cubicBezTo>
                  <a:cubicBezTo>
                    <a:pt x="527" y="338"/>
                    <a:pt x="527" y="338"/>
                    <a:pt x="527" y="338"/>
                  </a:cubicBezTo>
                  <a:cubicBezTo>
                    <a:pt x="523" y="337"/>
                    <a:pt x="523" y="337"/>
                    <a:pt x="523" y="337"/>
                  </a:cubicBezTo>
                  <a:cubicBezTo>
                    <a:pt x="521" y="336"/>
                    <a:pt x="521" y="336"/>
                    <a:pt x="521" y="336"/>
                  </a:cubicBezTo>
                  <a:cubicBezTo>
                    <a:pt x="517" y="336"/>
                    <a:pt x="517" y="336"/>
                    <a:pt x="517" y="336"/>
                  </a:cubicBezTo>
                  <a:cubicBezTo>
                    <a:pt x="515" y="340"/>
                    <a:pt x="515" y="340"/>
                    <a:pt x="515" y="340"/>
                  </a:cubicBezTo>
                  <a:cubicBezTo>
                    <a:pt x="511" y="344"/>
                    <a:pt x="511" y="344"/>
                    <a:pt x="511" y="344"/>
                  </a:cubicBezTo>
                  <a:cubicBezTo>
                    <a:pt x="506" y="346"/>
                    <a:pt x="506" y="346"/>
                    <a:pt x="506" y="346"/>
                  </a:cubicBezTo>
                  <a:cubicBezTo>
                    <a:pt x="501" y="350"/>
                    <a:pt x="501" y="350"/>
                    <a:pt x="501" y="350"/>
                  </a:cubicBezTo>
                  <a:cubicBezTo>
                    <a:pt x="498" y="357"/>
                    <a:pt x="498" y="357"/>
                    <a:pt x="498" y="357"/>
                  </a:cubicBezTo>
                  <a:cubicBezTo>
                    <a:pt x="495" y="359"/>
                    <a:pt x="495" y="359"/>
                    <a:pt x="495" y="359"/>
                  </a:cubicBezTo>
                  <a:cubicBezTo>
                    <a:pt x="493" y="364"/>
                    <a:pt x="493" y="364"/>
                    <a:pt x="493" y="364"/>
                  </a:cubicBezTo>
                  <a:cubicBezTo>
                    <a:pt x="495" y="368"/>
                    <a:pt x="495" y="368"/>
                    <a:pt x="495" y="368"/>
                  </a:cubicBezTo>
                  <a:cubicBezTo>
                    <a:pt x="496" y="370"/>
                    <a:pt x="496" y="370"/>
                    <a:pt x="496" y="370"/>
                  </a:cubicBezTo>
                  <a:cubicBezTo>
                    <a:pt x="498" y="374"/>
                    <a:pt x="498" y="374"/>
                    <a:pt x="498" y="374"/>
                  </a:cubicBezTo>
                  <a:cubicBezTo>
                    <a:pt x="501" y="375"/>
                    <a:pt x="501" y="375"/>
                    <a:pt x="501" y="375"/>
                  </a:cubicBezTo>
                  <a:cubicBezTo>
                    <a:pt x="502" y="373"/>
                    <a:pt x="502" y="373"/>
                    <a:pt x="502" y="373"/>
                  </a:cubicBezTo>
                  <a:cubicBezTo>
                    <a:pt x="505" y="369"/>
                    <a:pt x="505" y="369"/>
                    <a:pt x="505" y="369"/>
                  </a:cubicBezTo>
                  <a:cubicBezTo>
                    <a:pt x="507" y="369"/>
                    <a:pt x="507" y="369"/>
                    <a:pt x="507" y="369"/>
                  </a:cubicBezTo>
                  <a:cubicBezTo>
                    <a:pt x="511" y="367"/>
                    <a:pt x="511" y="367"/>
                    <a:pt x="511" y="367"/>
                  </a:cubicBezTo>
                  <a:cubicBezTo>
                    <a:pt x="517" y="367"/>
                    <a:pt x="517" y="367"/>
                    <a:pt x="517" y="367"/>
                  </a:cubicBezTo>
                  <a:cubicBezTo>
                    <a:pt x="522" y="366"/>
                    <a:pt x="522" y="366"/>
                    <a:pt x="522" y="366"/>
                  </a:cubicBezTo>
                  <a:cubicBezTo>
                    <a:pt x="522" y="369"/>
                    <a:pt x="522" y="369"/>
                    <a:pt x="522" y="369"/>
                  </a:cubicBezTo>
                  <a:cubicBezTo>
                    <a:pt x="523" y="373"/>
                    <a:pt x="523" y="373"/>
                    <a:pt x="523" y="373"/>
                  </a:cubicBezTo>
                  <a:cubicBezTo>
                    <a:pt x="523" y="378"/>
                    <a:pt x="523" y="378"/>
                    <a:pt x="523" y="378"/>
                  </a:cubicBezTo>
                  <a:cubicBezTo>
                    <a:pt x="525" y="381"/>
                    <a:pt x="525" y="381"/>
                    <a:pt x="525" y="381"/>
                  </a:cubicBezTo>
                  <a:cubicBezTo>
                    <a:pt x="529" y="383"/>
                    <a:pt x="529" y="383"/>
                    <a:pt x="529" y="383"/>
                  </a:cubicBezTo>
                  <a:cubicBezTo>
                    <a:pt x="529" y="387"/>
                    <a:pt x="529" y="387"/>
                    <a:pt x="529" y="387"/>
                  </a:cubicBezTo>
                  <a:cubicBezTo>
                    <a:pt x="528" y="390"/>
                    <a:pt x="528" y="390"/>
                    <a:pt x="528" y="390"/>
                  </a:cubicBezTo>
                  <a:cubicBezTo>
                    <a:pt x="527" y="396"/>
                    <a:pt x="527" y="396"/>
                    <a:pt x="527" y="396"/>
                  </a:cubicBezTo>
                  <a:cubicBezTo>
                    <a:pt x="524" y="398"/>
                    <a:pt x="524" y="398"/>
                    <a:pt x="524" y="398"/>
                  </a:cubicBezTo>
                  <a:cubicBezTo>
                    <a:pt x="523" y="401"/>
                    <a:pt x="523" y="401"/>
                    <a:pt x="523" y="401"/>
                  </a:cubicBezTo>
                  <a:cubicBezTo>
                    <a:pt x="519" y="402"/>
                    <a:pt x="519" y="402"/>
                    <a:pt x="519" y="402"/>
                  </a:cubicBezTo>
                  <a:cubicBezTo>
                    <a:pt x="516" y="406"/>
                    <a:pt x="516" y="406"/>
                    <a:pt x="516" y="406"/>
                  </a:cubicBezTo>
                  <a:cubicBezTo>
                    <a:pt x="516" y="409"/>
                    <a:pt x="516" y="409"/>
                    <a:pt x="516" y="409"/>
                  </a:cubicBezTo>
                  <a:cubicBezTo>
                    <a:pt x="519" y="410"/>
                    <a:pt x="519" y="410"/>
                    <a:pt x="519" y="410"/>
                  </a:cubicBezTo>
                  <a:cubicBezTo>
                    <a:pt x="520" y="413"/>
                    <a:pt x="520" y="413"/>
                    <a:pt x="520" y="413"/>
                  </a:cubicBezTo>
                  <a:cubicBezTo>
                    <a:pt x="517" y="416"/>
                    <a:pt x="517" y="416"/>
                    <a:pt x="517" y="416"/>
                  </a:cubicBezTo>
                  <a:cubicBezTo>
                    <a:pt x="509" y="417"/>
                    <a:pt x="509" y="417"/>
                    <a:pt x="509" y="417"/>
                  </a:cubicBezTo>
                  <a:cubicBezTo>
                    <a:pt x="502" y="416"/>
                    <a:pt x="502" y="416"/>
                    <a:pt x="502" y="416"/>
                  </a:cubicBezTo>
                  <a:cubicBezTo>
                    <a:pt x="495" y="417"/>
                    <a:pt x="495" y="417"/>
                    <a:pt x="495" y="417"/>
                  </a:cubicBezTo>
                  <a:cubicBezTo>
                    <a:pt x="491" y="416"/>
                    <a:pt x="491" y="416"/>
                    <a:pt x="491" y="416"/>
                  </a:cubicBezTo>
                  <a:cubicBezTo>
                    <a:pt x="486" y="417"/>
                    <a:pt x="486" y="417"/>
                    <a:pt x="486" y="417"/>
                  </a:cubicBezTo>
                  <a:cubicBezTo>
                    <a:pt x="484" y="418"/>
                    <a:pt x="484" y="418"/>
                    <a:pt x="484" y="418"/>
                  </a:cubicBezTo>
                  <a:cubicBezTo>
                    <a:pt x="484" y="424"/>
                    <a:pt x="484" y="424"/>
                    <a:pt x="484" y="424"/>
                  </a:cubicBezTo>
                  <a:cubicBezTo>
                    <a:pt x="482" y="429"/>
                    <a:pt x="482" y="429"/>
                    <a:pt x="482" y="429"/>
                  </a:cubicBezTo>
                  <a:cubicBezTo>
                    <a:pt x="482" y="434"/>
                    <a:pt x="482" y="434"/>
                    <a:pt x="482" y="434"/>
                  </a:cubicBezTo>
                  <a:cubicBezTo>
                    <a:pt x="485" y="436"/>
                    <a:pt x="485" y="436"/>
                    <a:pt x="485" y="436"/>
                  </a:cubicBezTo>
                  <a:cubicBezTo>
                    <a:pt x="486" y="440"/>
                    <a:pt x="486" y="440"/>
                    <a:pt x="486" y="440"/>
                  </a:cubicBezTo>
                  <a:cubicBezTo>
                    <a:pt x="483" y="443"/>
                    <a:pt x="483" y="443"/>
                    <a:pt x="483" y="443"/>
                  </a:cubicBezTo>
                  <a:cubicBezTo>
                    <a:pt x="479" y="448"/>
                    <a:pt x="479" y="448"/>
                    <a:pt x="479" y="448"/>
                  </a:cubicBezTo>
                  <a:cubicBezTo>
                    <a:pt x="474" y="454"/>
                    <a:pt x="474" y="454"/>
                    <a:pt x="474" y="454"/>
                  </a:cubicBezTo>
                  <a:cubicBezTo>
                    <a:pt x="472" y="464"/>
                    <a:pt x="472" y="464"/>
                    <a:pt x="472" y="464"/>
                  </a:cubicBezTo>
                  <a:cubicBezTo>
                    <a:pt x="471" y="468"/>
                    <a:pt x="471" y="468"/>
                    <a:pt x="471" y="468"/>
                  </a:cubicBezTo>
                  <a:cubicBezTo>
                    <a:pt x="468" y="470"/>
                    <a:pt x="468" y="470"/>
                    <a:pt x="468" y="470"/>
                  </a:cubicBezTo>
                  <a:cubicBezTo>
                    <a:pt x="463" y="472"/>
                    <a:pt x="463" y="472"/>
                    <a:pt x="463" y="472"/>
                  </a:cubicBezTo>
                  <a:cubicBezTo>
                    <a:pt x="460" y="476"/>
                    <a:pt x="460" y="476"/>
                    <a:pt x="460" y="476"/>
                  </a:cubicBezTo>
                  <a:cubicBezTo>
                    <a:pt x="458" y="478"/>
                    <a:pt x="458" y="478"/>
                    <a:pt x="458" y="478"/>
                  </a:cubicBezTo>
                  <a:cubicBezTo>
                    <a:pt x="456" y="484"/>
                    <a:pt x="456" y="484"/>
                    <a:pt x="456" y="484"/>
                  </a:cubicBezTo>
                  <a:cubicBezTo>
                    <a:pt x="453" y="486"/>
                    <a:pt x="453" y="486"/>
                    <a:pt x="453" y="486"/>
                  </a:cubicBezTo>
                  <a:cubicBezTo>
                    <a:pt x="449" y="485"/>
                    <a:pt x="449" y="485"/>
                    <a:pt x="449" y="485"/>
                  </a:cubicBezTo>
                  <a:cubicBezTo>
                    <a:pt x="445" y="484"/>
                    <a:pt x="445" y="484"/>
                    <a:pt x="445" y="484"/>
                  </a:cubicBezTo>
                  <a:cubicBezTo>
                    <a:pt x="441" y="483"/>
                    <a:pt x="441" y="483"/>
                    <a:pt x="441" y="483"/>
                  </a:cubicBezTo>
                  <a:cubicBezTo>
                    <a:pt x="438" y="479"/>
                    <a:pt x="438" y="479"/>
                    <a:pt x="438" y="479"/>
                  </a:cubicBezTo>
                  <a:cubicBezTo>
                    <a:pt x="436" y="477"/>
                    <a:pt x="436" y="477"/>
                    <a:pt x="436" y="477"/>
                  </a:cubicBezTo>
                  <a:cubicBezTo>
                    <a:pt x="433" y="478"/>
                    <a:pt x="433" y="478"/>
                    <a:pt x="433" y="478"/>
                  </a:cubicBezTo>
                  <a:cubicBezTo>
                    <a:pt x="431" y="481"/>
                    <a:pt x="431" y="481"/>
                    <a:pt x="431" y="481"/>
                  </a:cubicBezTo>
                  <a:cubicBezTo>
                    <a:pt x="427" y="485"/>
                    <a:pt x="427" y="485"/>
                    <a:pt x="427" y="485"/>
                  </a:cubicBezTo>
                  <a:cubicBezTo>
                    <a:pt x="423" y="488"/>
                    <a:pt x="423" y="488"/>
                    <a:pt x="423" y="488"/>
                  </a:cubicBezTo>
                  <a:cubicBezTo>
                    <a:pt x="420" y="493"/>
                    <a:pt x="420" y="493"/>
                    <a:pt x="420" y="493"/>
                  </a:cubicBezTo>
                  <a:cubicBezTo>
                    <a:pt x="417" y="495"/>
                    <a:pt x="417" y="495"/>
                    <a:pt x="417" y="495"/>
                  </a:cubicBezTo>
                  <a:cubicBezTo>
                    <a:pt x="413" y="502"/>
                    <a:pt x="413" y="502"/>
                    <a:pt x="413" y="502"/>
                  </a:cubicBezTo>
                  <a:cubicBezTo>
                    <a:pt x="411" y="504"/>
                    <a:pt x="411" y="504"/>
                    <a:pt x="411" y="504"/>
                  </a:cubicBezTo>
                  <a:cubicBezTo>
                    <a:pt x="411" y="509"/>
                    <a:pt x="411" y="509"/>
                    <a:pt x="411" y="509"/>
                  </a:cubicBezTo>
                  <a:cubicBezTo>
                    <a:pt x="412" y="512"/>
                    <a:pt x="412" y="512"/>
                    <a:pt x="412" y="512"/>
                  </a:cubicBezTo>
                  <a:cubicBezTo>
                    <a:pt x="413" y="516"/>
                    <a:pt x="413" y="516"/>
                    <a:pt x="413" y="516"/>
                  </a:cubicBezTo>
                  <a:cubicBezTo>
                    <a:pt x="416" y="519"/>
                    <a:pt x="416" y="519"/>
                    <a:pt x="416" y="519"/>
                  </a:cubicBezTo>
                  <a:cubicBezTo>
                    <a:pt x="416" y="523"/>
                    <a:pt x="416" y="523"/>
                    <a:pt x="416" y="523"/>
                  </a:cubicBezTo>
                  <a:cubicBezTo>
                    <a:pt x="413" y="525"/>
                    <a:pt x="413" y="525"/>
                    <a:pt x="413" y="525"/>
                  </a:cubicBezTo>
                  <a:cubicBezTo>
                    <a:pt x="412" y="530"/>
                    <a:pt x="412" y="530"/>
                    <a:pt x="412" y="530"/>
                  </a:cubicBezTo>
                  <a:cubicBezTo>
                    <a:pt x="411" y="534"/>
                    <a:pt x="411" y="534"/>
                    <a:pt x="411" y="534"/>
                  </a:cubicBezTo>
                  <a:cubicBezTo>
                    <a:pt x="409" y="534"/>
                    <a:pt x="409" y="534"/>
                    <a:pt x="409" y="534"/>
                  </a:cubicBezTo>
                  <a:lnTo>
                    <a:pt x="407" y="532"/>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29"/>
            <p:cNvSpPr>
              <a:spLocks/>
            </p:cNvSpPr>
            <p:nvPr/>
          </p:nvSpPr>
          <p:spPr bwMode="auto">
            <a:xfrm>
              <a:off x="1271588" y="2525713"/>
              <a:ext cx="839788" cy="1204913"/>
            </a:xfrm>
            <a:custGeom>
              <a:avLst/>
              <a:gdLst/>
              <a:ahLst/>
              <a:cxnLst>
                <a:cxn ang="0">
                  <a:pos x="431" y="119"/>
                </a:cxn>
                <a:cxn ang="0">
                  <a:pos x="455" y="159"/>
                </a:cxn>
                <a:cxn ang="0">
                  <a:pos x="444" y="156"/>
                </a:cxn>
                <a:cxn ang="0">
                  <a:pos x="458" y="189"/>
                </a:cxn>
                <a:cxn ang="0">
                  <a:pos x="421" y="195"/>
                </a:cxn>
                <a:cxn ang="0">
                  <a:pos x="415" y="217"/>
                </a:cxn>
                <a:cxn ang="0">
                  <a:pos x="425" y="239"/>
                </a:cxn>
                <a:cxn ang="0">
                  <a:pos x="406" y="270"/>
                </a:cxn>
                <a:cxn ang="0">
                  <a:pos x="395" y="300"/>
                </a:cxn>
                <a:cxn ang="0">
                  <a:pos x="428" y="292"/>
                </a:cxn>
                <a:cxn ang="0">
                  <a:pos x="426" y="315"/>
                </a:cxn>
                <a:cxn ang="0">
                  <a:pos x="389" y="363"/>
                </a:cxn>
                <a:cxn ang="0">
                  <a:pos x="365" y="394"/>
                </a:cxn>
                <a:cxn ang="0">
                  <a:pos x="343" y="414"/>
                </a:cxn>
                <a:cxn ang="0">
                  <a:pos x="322" y="411"/>
                </a:cxn>
                <a:cxn ang="0">
                  <a:pos x="329" y="449"/>
                </a:cxn>
                <a:cxn ang="0">
                  <a:pos x="289" y="438"/>
                </a:cxn>
                <a:cxn ang="0">
                  <a:pos x="258" y="452"/>
                </a:cxn>
                <a:cxn ang="0">
                  <a:pos x="229" y="451"/>
                </a:cxn>
                <a:cxn ang="0">
                  <a:pos x="232" y="507"/>
                </a:cxn>
                <a:cxn ang="0">
                  <a:pos x="242" y="539"/>
                </a:cxn>
                <a:cxn ang="0">
                  <a:pos x="242" y="566"/>
                </a:cxn>
                <a:cxn ang="0">
                  <a:pos x="242" y="613"/>
                </a:cxn>
                <a:cxn ang="0">
                  <a:pos x="219" y="621"/>
                </a:cxn>
                <a:cxn ang="0">
                  <a:pos x="201" y="644"/>
                </a:cxn>
                <a:cxn ang="0">
                  <a:pos x="190" y="636"/>
                </a:cxn>
                <a:cxn ang="0">
                  <a:pos x="195" y="621"/>
                </a:cxn>
                <a:cxn ang="0">
                  <a:pos x="170" y="617"/>
                </a:cxn>
                <a:cxn ang="0">
                  <a:pos x="147" y="591"/>
                </a:cxn>
                <a:cxn ang="0">
                  <a:pos x="136" y="616"/>
                </a:cxn>
                <a:cxn ang="0">
                  <a:pos x="105" y="584"/>
                </a:cxn>
                <a:cxn ang="0">
                  <a:pos x="120" y="542"/>
                </a:cxn>
                <a:cxn ang="0">
                  <a:pos x="104" y="504"/>
                </a:cxn>
                <a:cxn ang="0">
                  <a:pos x="59" y="468"/>
                </a:cxn>
                <a:cxn ang="0">
                  <a:pos x="5" y="462"/>
                </a:cxn>
                <a:cxn ang="0">
                  <a:pos x="29" y="441"/>
                </a:cxn>
                <a:cxn ang="0">
                  <a:pos x="43" y="406"/>
                </a:cxn>
                <a:cxn ang="0">
                  <a:pos x="65" y="391"/>
                </a:cxn>
                <a:cxn ang="0">
                  <a:pos x="45" y="344"/>
                </a:cxn>
                <a:cxn ang="0">
                  <a:pos x="70" y="319"/>
                </a:cxn>
                <a:cxn ang="0">
                  <a:pos x="69" y="277"/>
                </a:cxn>
                <a:cxn ang="0">
                  <a:pos x="73" y="246"/>
                </a:cxn>
                <a:cxn ang="0">
                  <a:pos x="107" y="226"/>
                </a:cxn>
                <a:cxn ang="0">
                  <a:pos x="141" y="190"/>
                </a:cxn>
                <a:cxn ang="0">
                  <a:pos x="164" y="158"/>
                </a:cxn>
                <a:cxn ang="0">
                  <a:pos x="190" y="132"/>
                </a:cxn>
                <a:cxn ang="0">
                  <a:pos x="167" y="111"/>
                </a:cxn>
                <a:cxn ang="0">
                  <a:pos x="173" y="86"/>
                </a:cxn>
                <a:cxn ang="0">
                  <a:pos x="214" y="78"/>
                </a:cxn>
                <a:cxn ang="0">
                  <a:pos x="237" y="41"/>
                </a:cxn>
                <a:cxn ang="0">
                  <a:pos x="255" y="62"/>
                </a:cxn>
                <a:cxn ang="0">
                  <a:pos x="277" y="48"/>
                </a:cxn>
                <a:cxn ang="0">
                  <a:pos x="303" y="21"/>
                </a:cxn>
                <a:cxn ang="0">
                  <a:pos x="316" y="4"/>
                </a:cxn>
                <a:cxn ang="0">
                  <a:pos x="336" y="4"/>
                </a:cxn>
                <a:cxn ang="0">
                  <a:pos x="361" y="28"/>
                </a:cxn>
                <a:cxn ang="0">
                  <a:pos x="346" y="50"/>
                </a:cxn>
                <a:cxn ang="0">
                  <a:pos x="339" y="85"/>
                </a:cxn>
                <a:cxn ang="0">
                  <a:pos x="363" y="105"/>
                </a:cxn>
                <a:cxn ang="0">
                  <a:pos x="366" y="87"/>
                </a:cxn>
                <a:cxn ang="0">
                  <a:pos x="390" y="83"/>
                </a:cxn>
              </a:cxnLst>
              <a:rect l="0" t="0" r="r" b="b"/>
              <a:pathLst>
                <a:path w="458" h="657">
                  <a:moveTo>
                    <a:pt x="404" y="82"/>
                  </a:moveTo>
                  <a:cubicBezTo>
                    <a:pt x="406" y="86"/>
                    <a:pt x="406" y="86"/>
                    <a:pt x="406" y="86"/>
                  </a:cubicBezTo>
                  <a:cubicBezTo>
                    <a:pt x="406" y="90"/>
                    <a:pt x="406" y="90"/>
                    <a:pt x="406" y="90"/>
                  </a:cubicBezTo>
                  <a:cubicBezTo>
                    <a:pt x="408" y="97"/>
                    <a:pt x="408" y="97"/>
                    <a:pt x="408" y="97"/>
                  </a:cubicBezTo>
                  <a:cubicBezTo>
                    <a:pt x="406" y="102"/>
                    <a:pt x="406" y="102"/>
                    <a:pt x="406" y="102"/>
                  </a:cubicBezTo>
                  <a:cubicBezTo>
                    <a:pt x="409" y="106"/>
                    <a:pt x="409" y="106"/>
                    <a:pt x="409" y="106"/>
                  </a:cubicBezTo>
                  <a:cubicBezTo>
                    <a:pt x="412" y="108"/>
                    <a:pt x="412" y="108"/>
                    <a:pt x="412" y="108"/>
                  </a:cubicBezTo>
                  <a:cubicBezTo>
                    <a:pt x="418" y="109"/>
                    <a:pt x="418" y="109"/>
                    <a:pt x="418" y="109"/>
                  </a:cubicBezTo>
                  <a:cubicBezTo>
                    <a:pt x="423" y="110"/>
                    <a:pt x="423" y="110"/>
                    <a:pt x="423" y="110"/>
                  </a:cubicBezTo>
                  <a:cubicBezTo>
                    <a:pt x="428" y="113"/>
                    <a:pt x="428" y="113"/>
                    <a:pt x="428" y="113"/>
                  </a:cubicBezTo>
                  <a:cubicBezTo>
                    <a:pt x="431" y="119"/>
                    <a:pt x="431" y="119"/>
                    <a:pt x="431" y="119"/>
                  </a:cubicBezTo>
                  <a:cubicBezTo>
                    <a:pt x="432" y="124"/>
                    <a:pt x="432" y="124"/>
                    <a:pt x="432" y="124"/>
                  </a:cubicBezTo>
                  <a:cubicBezTo>
                    <a:pt x="435" y="126"/>
                    <a:pt x="435" y="126"/>
                    <a:pt x="435" y="126"/>
                  </a:cubicBezTo>
                  <a:cubicBezTo>
                    <a:pt x="440" y="128"/>
                    <a:pt x="440" y="128"/>
                    <a:pt x="440" y="128"/>
                  </a:cubicBezTo>
                  <a:cubicBezTo>
                    <a:pt x="444" y="130"/>
                    <a:pt x="444" y="130"/>
                    <a:pt x="444" y="130"/>
                  </a:cubicBezTo>
                  <a:cubicBezTo>
                    <a:pt x="451" y="134"/>
                    <a:pt x="451" y="134"/>
                    <a:pt x="451" y="134"/>
                  </a:cubicBezTo>
                  <a:cubicBezTo>
                    <a:pt x="455" y="137"/>
                    <a:pt x="455" y="137"/>
                    <a:pt x="455" y="137"/>
                  </a:cubicBezTo>
                  <a:cubicBezTo>
                    <a:pt x="456" y="141"/>
                    <a:pt x="456" y="141"/>
                    <a:pt x="456" y="141"/>
                  </a:cubicBezTo>
                  <a:cubicBezTo>
                    <a:pt x="457" y="146"/>
                    <a:pt x="457" y="146"/>
                    <a:pt x="457" y="146"/>
                  </a:cubicBezTo>
                  <a:cubicBezTo>
                    <a:pt x="456" y="149"/>
                    <a:pt x="456" y="149"/>
                    <a:pt x="456" y="149"/>
                  </a:cubicBezTo>
                  <a:cubicBezTo>
                    <a:pt x="456" y="157"/>
                    <a:pt x="456" y="157"/>
                    <a:pt x="456" y="157"/>
                  </a:cubicBezTo>
                  <a:cubicBezTo>
                    <a:pt x="455" y="159"/>
                    <a:pt x="455" y="159"/>
                    <a:pt x="455" y="159"/>
                  </a:cubicBezTo>
                  <a:cubicBezTo>
                    <a:pt x="452" y="157"/>
                    <a:pt x="452" y="157"/>
                    <a:pt x="452" y="157"/>
                  </a:cubicBezTo>
                  <a:cubicBezTo>
                    <a:pt x="451" y="154"/>
                    <a:pt x="451" y="154"/>
                    <a:pt x="451" y="154"/>
                  </a:cubicBezTo>
                  <a:cubicBezTo>
                    <a:pt x="449" y="153"/>
                    <a:pt x="449" y="153"/>
                    <a:pt x="449" y="153"/>
                  </a:cubicBezTo>
                  <a:cubicBezTo>
                    <a:pt x="448" y="151"/>
                    <a:pt x="448" y="151"/>
                    <a:pt x="448" y="151"/>
                  </a:cubicBezTo>
                  <a:cubicBezTo>
                    <a:pt x="446" y="148"/>
                    <a:pt x="446" y="148"/>
                    <a:pt x="446" y="148"/>
                  </a:cubicBezTo>
                  <a:cubicBezTo>
                    <a:pt x="442" y="147"/>
                    <a:pt x="442" y="147"/>
                    <a:pt x="442" y="147"/>
                  </a:cubicBezTo>
                  <a:cubicBezTo>
                    <a:pt x="440" y="149"/>
                    <a:pt x="440" y="149"/>
                    <a:pt x="440" y="149"/>
                  </a:cubicBezTo>
                  <a:cubicBezTo>
                    <a:pt x="438" y="151"/>
                    <a:pt x="438" y="151"/>
                    <a:pt x="438" y="151"/>
                  </a:cubicBezTo>
                  <a:cubicBezTo>
                    <a:pt x="439" y="153"/>
                    <a:pt x="439" y="153"/>
                    <a:pt x="439" y="153"/>
                  </a:cubicBezTo>
                  <a:cubicBezTo>
                    <a:pt x="442" y="155"/>
                    <a:pt x="442" y="155"/>
                    <a:pt x="442" y="155"/>
                  </a:cubicBezTo>
                  <a:cubicBezTo>
                    <a:pt x="444" y="156"/>
                    <a:pt x="444" y="156"/>
                    <a:pt x="444" y="156"/>
                  </a:cubicBezTo>
                  <a:cubicBezTo>
                    <a:pt x="446" y="160"/>
                    <a:pt x="446" y="160"/>
                    <a:pt x="446" y="160"/>
                  </a:cubicBezTo>
                  <a:cubicBezTo>
                    <a:pt x="446" y="165"/>
                    <a:pt x="446" y="165"/>
                    <a:pt x="446" y="165"/>
                  </a:cubicBezTo>
                  <a:cubicBezTo>
                    <a:pt x="444" y="167"/>
                    <a:pt x="444" y="167"/>
                    <a:pt x="444" y="167"/>
                  </a:cubicBezTo>
                  <a:cubicBezTo>
                    <a:pt x="441" y="173"/>
                    <a:pt x="441" y="173"/>
                    <a:pt x="441" y="173"/>
                  </a:cubicBezTo>
                  <a:cubicBezTo>
                    <a:pt x="442" y="176"/>
                    <a:pt x="442" y="176"/>
                    <a:pt x="442" y="176"/>
                  </a:cubicBezTo>
                  <a:cubicBezTo>
                    <a:pt x="445" y="178"/>
                    <a:pt x="445" y="178"/>
                    <a:pt x="445" y="178"/>
                  </a:cubicBezTo>
                  <a:cubicBezTo>
                    <a:pt x="447" y="178"/>
                    <a:pt x="447" y="178"/>
                    <a:pt x="447" y="178"/>
                  </a:cubicBezTo>
                  <a:cubicBezTo>
                    <a:pt x="450" y="179"/>
                    <a:pt x="450" y="179"/>
                    <a:pt x="450" y="179"/>
                  </a:cubicBezTo>
                  <a:cubicBezTo>
                    <a:pt x="452" y="183"/>
                    <a:pt x="452" y="183"/>
                    <a:pt x="452" y="183"/>
                  </a:cubicBezTo>
                  <a:cubicBezTo>
                    <a:pt x="457" y="184"/>
                    <a:pt x="457" y="184"/>
                    <a:pt x="457" y="184"/>
                  </a:cubicBezTo>
                  <a:cubicBezTo>
                    <a:pt x="458" y="189"/>
                    <a:pt x="458" y="189"/>
                    <a:pt x="458" y="189"/>
                  </a:cubicBezTo>
                  <a:cubicBezTo>
                    <a:pt x="457" y="193"/>
                    <a:pt x="457" y="193"/>
                    <a:pt x="457" y="193"/>
                  </a:cubicBezTo>
                  <a:cubicBezTo>
                    <a:pt x="454" y="195"/>
                    <a:pt x="454" y="195"/>
                    <a:pt x="454" y="195"/>
                  </a:cubicBezTo>
                  <a:cubicBezTo>
                    <a:pt x="451" y="194"/>
                    <a:pt x="451" y="194"/>
                    <a:pt x="451" y="194"/>
                  </a:cubicBezTo>
                  <a:cubicBezTo>
                    <a:pt x="445" y="195"/>
                    <a:pt x="445" y="195"/>
                    <a:pt x="445" y="195"/>
                  </a:cubicBezTo>
                  <a:cubicBezTo>
                    <a:pt x="442" y="192"/>
                    <a:pt x="442" y="192"/>
                    <a:pt x="442" y="192"/>
                  </a:cubicBezTo>
                  <a:cubicBezTo>
                    <a:pt x="438" y="190"/>
                    <a:pt x="438" y="190"/>
                    <a:pt x="438" y="190"/>
                  </a:cubicBezTo>
                  <a:cubicBezTo>
                    <a:pt x="431" y="189"/>
                    <a:pt x="431" y="189"/>
                    <a:pt x="431" y="189"/>
                  </a:cubicBezTo>
                  <a:cubicBezTo>
                    <a:pt x="428" y="188"/>
                    <a:pt x="428" y="188"/>
                    <a:pt x="428" y="188"/>
                  </a:cubicBezTo>
                  <a:cubicBezTo>
                    <a:pt x="424" y="188"/>
                    <a:pt x="424" y="188"/>
                    <a:pt x="424" y="188"/>
                  </a:cubicBezTo>
                  <a:cubicBezTo>
                    <a:pt x="422" y="190"/>
                    <a:pt x="422" y="190"/>
                    <a:pt x="422" y="190"/>
                  </a:cubicBezTo>
                  <a:cubicBezTo>
                    <a:pt x="421" y="195"/>
                    <a:pt x="421" y="195"/>
                    <a:pt x="421" y="195"/>
                  </a:cubicBezTo>
                  <a:cubicBezTo>
                    <a:pt x="423" y="199"/>
                    <a:pt x="423" y="199"/>
                    <a:pt x="423" y="199"/>
                  </a:cubicBezTo>
                  <a:cubicBezTo>
                    <a:pt x="424" y="204"/>
                    <a:pt x="424" y="204"/>
                    <a:pt x="424" y="204"/>
                  </a:cubicBezTo>
                  <a:cubicBezTo>
                    <a:pt x="422" y="208"/>
                    <a:pt x="422" y="208"/>
                    <a:pt x="422" y="208"/>
                  </a:cubicBezTo>
                  <a:cubicBezTo>
                    <a:pt x="418" y="208"/>
                    <a:pt x="418" y="208"/>
                    <a:pt x="418" y="208"/>
                  </a:cubicBezTo>
                  <a:cubicBezTo>
                    <a:pt x="412" y="211"/>
                    <a:pt x="412" y="211"/>
                    <a:pt x="412" y="211"/>
                  </a:cubicBezTo>
                  <a:cubicBezTo>
                    <a:pt x="411" y="213"/>
                    <a:pt x="411" y="213"/>
                    <a:pt x="411" y="213"/>
                  </a:cubicBezTo>
                  <a:cubicBezTo>
                    <a:pt x="410" y="217"/>
                    <a:pt x="410" y="217"/>
                    <a:pt x="410" y="217"/>
                  </a:cubicBezTo>
                  <a:cubicBezTo>
                    <a:pt x="411" y="221"/>
                    <a:pt x="411" y="221"/>
                    <a:pt x="411" y="221"/>
                  </a:cubicBezTo>
                  <a:cubicBezTo>
                    <a:pt x="413" y="222"/>
                    <a:pt x="413" y="222"/>
                    <a:pt x="413" y="222"/>
                  </a:cubicBezTo>
                  <a:cubicBezTo>
                    <a:pt x="414" y="220"/>
                    <a:pt x="414" y="220"/>
                    <a:pt x="414" y="220"/>
                  </a:cubicBezTo>
                  <a:cubicBezTo>
                    <a:pt x="415" y="217"/>
                    <a:pt x="415" y="217"/>
                    <a:pt x="415" y="217"/>
                  </a:cubicBezTo>
                  <a:cubicBezTo>
                    <a:pt x="418" y="217"/>
                    <a:pt x="418" y="217"/>
                    <a:pt x="418" y="217"/>
                  </a:cubicBezTo>
                  <a:cubicBezTo>
                    <a:pt x="420" y="219"/>
                    <a:pt x="420" y="219"/>
                    <a:pt x="420" y="219"/>
                  </a:cubicBezTo>
                  <a:cubicBezTo>
                    <a:pt x="422" y="220"/>
                    <a:pt x="422" y="220"/>
                    <a:pt x="422" y="220"/>
                  </a:cubicBezTo>
                  <a:cubicBezTo>
                    <a:pt x="427" y="225"/>
                    <a:pt x="427" y="225"/>
                    <a:pt x="427" y="225"/>
                  </a:cubicBezTo>
                  <a:cubicBezTo>
                    <a:pt x="425" y="228"/>
                    <a:pt x="425" y="228"/>
                    <a:pt x="425" y="228"/>
                  </a:cubicBezTo>
                  <a:cubicBezTo>
                    <a:pt x="423" y="229"/>
                    <a:pt x="423" y="229"/>
                    <a:pt x="423" y="229"/>
                  </a:cubicBezTo>
                  <a:cubicBezTo>
                    <a:pt x="420" y="231"/>
                    <a:pt x="420" y="231"/>
                    <a:pt x="420" y="231"/>
                  </a:cubicBezTo>
                  <a:cubicBezTo>
                    <a:pt x="420" y="234"/>
                    <a:pt x="420" y="234"/>
                    <a:pt x="420" y="234"/>
                  </a:cubicBezTo>
                  <a:cubicBezTo>
                    <a:pt x="423" y="234"/>
                    <a:pt x="423" y="234"/>
                    <a:pt x="423" y="234"/>
                  </a:cubicBezTo>
                  <a:cubicBezTo>
                    <a:pt x="425" y="236"/>
                    <a:pt x="425" y="236"/>
                    <a:pt x="425" y="236"/>
                  </a:cubicBezTo>
                  <a:cubicBezTo>
                    <a:pt x="425" y="239"/>
                    <a:pt x="425" y="239"/>
                    <a:pt x="425" y="239"/>
                  </a:cubicBezTo>
                  <a:cubicBezTo>
                    <a:pt x="423" y="240"/>
                    <a:pt x="423" y="240"/>
                    <a:pt x="423" y="240"/>
                  </a:cubicBezTo>
                  <a:cubicBezTo>
                    <a:pt x="421" y="242"/>
                    <a:pt x="421" y="242"/>
                    <a:pt x="421" y="242"/>
                  </a:cubicBezTo>
                  <a:cubicBezTo>
                    <a:pt x="416" y="243"/>
                    <a:pt x="416" y="243"/>
                    <a:pt x="416" y="243"/>
                  </a:cubicBezTo>
                  <a:cubicBezTo>
                    <a:pt x="413" y="242"/>
                    <a:pt x="413" y="242"/>
                    <a:pt x="413" y="242"/>
                  </a:cubicBezTo>
                  <a:cubicBezTo>
                    <a:pt x="410" y="243"/>
                    <a:pt x="410" y="243"/>
                    <a:pt x="410" y="243"/>
                  </a:cubicBezTo>
                  <a:cubicBezTo>
                    <a:pt x="410" y="247"/>
                    <a:pt x="410" y="247"/>
                    <a:pt x="410" y="247"/>
                  </a:cubicBezTo>
                  <a:cubicBezTo>
                    <a:pt x="408" y="252"/>
                    <a:pt x="408" y="252"/>
                    <a:pt x="408" y="252"/>
                  </a:cubicBezTo>
                  <a:cubicBezTo>
                    <a:pt x="406" y="257"/>
                    <a:pt x="406" y="257"/>
                    <a:pt x="406" y="257"/>
                  </a:cubicBezTo>
                  <a:cubicBezTo>
                    <a:pt x="405" y="263"/>
                    <a:pt x="405" y="263"/>
                    <a:pt x="405" y="263"/>
                  </a:cubicBezTo>
                  <a:cubicBezTo>
                    <a:pt x="406" y="266"/>
                    <a:pt x="406" y="266"/>
                    <a:pt x="406" y="266"/>
                  </a:cubicBezTo>
                  <a:cubicBezTo>
                    <a:pt x="406" y="270"/>
                    <a:pt x="406" y="270"/>
                    <a:pt x="406" y="270"/>
                  </a:cubicBezTo>
                  <a:cubicBezTo>
                    <a:pt x="404" y="273"/>
                    <a:pt x="404" y="273"/>
                    <a:pt x="404" y="273"/>
                  </a:cubicBezTo>
                  <a:cubicBezTo>
                    <a:pt x="401" y="274"/>
                    <a:pt x="401" y="274"/>
                    <a:pt x="401" y="274"/>
                  </a:cubicBezTo>
                  <a:cubicBezTo>
                    <a:pt x="399" y="278"/>
                    <a:pt x="399" y="278"/>
                    <a:pt x="399" y="278"/>
                  </a:cubicBezTo>
                  <a:cubicBezTo>
                    <a:pt x="400" y="283"/>
                    <a:pt x="400" y="283"/>
                    <a:pt x="400" y="283"/>
                  </a:cubicBezTo>
                  <a:cubicBezTo>
                    <a:pt x="398" y="287"/>
                    <a:pt x="398" y="287"/>
                    <a:pt x="398" y="287"/>
                  </a:cubicBezTo>
                  <a:cubicBezTo>
                    <a:pt x="395" y="288"/>
                    <a:pt x="395" y="288"/>
                    <a:pt x="395" y="288"/>
                  </a:cubicBezTo>
                  <a:cubicBezTo>
                    <a:pt x="393" y="291"/>
                    <a:pt x="393" y="291"/>
                    <a:pt x="393" y="291"/>
                  </a:cubicBezTo>
                  <a:cubicBezTo>
                    <a:pt x="392" y="294"/>
                    <a:pt x="392" y="294"/>
                    <a:pt x="392" y="294"/>
                  </a:cubicBezTo>
                  <a:cubicBezTo>
                    <a:pt x="390" y="297"/>
                    <a:pt x="390" y="297"/>
                    <a:pt x="390" y="297"/>
                  </a:cubicBezTo>
                  <a:cubicBezTo>
                    <a:pt x="391" y="300"/>
                    <a:pt x="391" y="300"/>
                    <a:pt x="391" y="300"/>
                  </a:cubicBezTo>
                  <a:cubicBezTo>
                    <a:pt x="395" y="300"/>
                    <a:pt x="395" y="300"/>
                    <a:pt x="395" y="300"/>
                  </a:cubicBezTo>
                  <a:cubicBezTo>
                    <a:pt x="401" y="299"/>
                    <a:pt x="401" y="299"/>
                    <a:pt x="401" y="299"/>
                  </a:cubicBezTo>
                  <a:cubicBezTo>
                    <a:pt x="405" y="300"/>
                    <a:pt x="405" y="300"/>
                    <a:pt x="405" y="300"/>
                  </a:cubicBezTo>
                  <a:cubicBezTo>
                    <a:pt x="408" y="299"/>
                    <a:pt x="408" y="299"/>
                    <a:pt x="408" y="299"/>
                  </a:cubicBezTo>
                  <a:cubicBezTo>
                    <a:pt x="410" y="293"/>
                    <a:pt x="410" y="293"/>
                    <a:pt x="410" y="293"/>
                  </a:cubicBezTo>
                  <a:cubicBezTo>
                    <a:pt x="409" y="289"/>
                    <a:pt x="409" y="289"/>
                    <a:pt x="409" y="289"/>
                  </a:cubicBezTo>
                  <a:cubicBezTo>
                    <a:pt x="410" y="287"/>
                    <a:pt x="410" y="287"/>
                    <a:pt x="410" y="287"/>
                  </a:cubicBezTo>
                  <a:cubicBezTo>
                    <a:pt x="415" y="287"/>
                    <a:pt x="415" y="287"/>
                    <a:pt x="415" y="287"/>
                  </a:cubicBezTo>
                  <a:cubicBezTo>
                    <a:pt x="419" y="285"/>
                    <a:pt x="419" y="285"/>
                    <a:pt x="419" y="285"/>
                  </a:cubicBezTo>
                  <a:cubicBezTo>
                    <a:pt x="424" y="286"/>
                    <a:pt x="424" y="286"/>
                    <a:pt x="424" y="286"/>
                  </a:cubicBezTo>
                  <a:cubicBezTo>
                    <a:pt x="427" y="290"/>
                    <a:pt x="427" y="290"/>
                    <a:pt x="427" y="290"/>
                  </a:cubicBezTo>
                  <a:cubicBezTo>
                    <a:pt x="428" y="292"/>
                    <a:pt x="428" y="292"/>
                    <a:pt x="428" y="292"/>
                  </a:cubicBezTo>
                  <a:cubicBezTo>
                    <a:pt x="430" y="295"/>
                    <a:pt x="430" y="295"/>
                    <a:pt x="430" y="295"/>
                  </a:cubicBezTo>
                  <a:cubicBezTo>
                    <a:pt x="433" y="297"/>
                    <a:pt x="433" y="297"/>
                    <a:pt x="433" y="297"/>
                  </a:cubicBezTo>
                  <a:cubicBezTo>
                    <a:pt x="434" y="301"/>
                    <a:pt x="434" y="301"/>
                    <a:pt x="434" y="301"/>
                  </a:cubicBezTo>
                  <a:cubicBezTo>
                    <a:pt x="433" y="304"/>
                    <a:pt x="433" y="304"/>
                    <a:pt x="433" y="304"/>
                  </a:cubicBezTo>
                  <a:cubicBezTo>
                    <a:pt x="431" y="303"/>
                    <a:pt x="431" y="303"/>
                    <a:pt x="431" y="303"/>
                  </a:cubicBezTo>
                  <a:cubicBezTo>
                    <a:pt x="427" y="301"/>
                    <a:pt x="427" y="301"/>
                    <a:pt x="427" y="301"/>
                  </a:cubicBezTo>
                  <a:cubicBezTo>
                    <a:pt x="425" y="300"/>
                    <a:pt x="425" y="300"/>
                    <a:pt x="425" y="300"/>
                  </a:cubicBezTo>
                  <a:cubicBezTo>
                    <a:pt x="422" y="302"/>
                    <a:pt x="422" y="302"/>
                    <a:pt x="422" y="302"/>
                  </a:cubicBezTo>
                  <a:cubicBezTo>
                    <a:pt x="422" y="307"/>
                    <a:pt x="422" y="307"/>
                    <a:pt x="422" y="307"/>
                  </a:cubicBezTo>
                  <a:cubicBezTo>
                    <a:pt x="425" y="310"/>
                    <a:pt x="425" y="310"/>
                    <a:pt x="425" y="310"/>
                  </a:cubicBezTo>
                  <a:cubicBezTo>
                    <a:pt x="426" y="315"/>
                    <a:pt x="426" y="315"/>
                    <a:pt x="426" y="315"/>
                  </a:cubicBezTo>
                  <a:cubicBezTo>
                    <a:pt x="424" y="320"/>
                    <a:pt x="424" y="320"/>
                    <a:pt x="424" y="320"/>
                  </a:cubicBezTo>
                  <a:cubicBezTo>
                    <a:pt x="425" y="326"/>
                    <a:pt x="425" y="326"/>
                    <a:pt x="425" y="326"/>
                  </a:cubicBezTo>
                  <a:cubicBezTo>
                    <a:pt x="424" y="327"/>
                    <a:pt x="424" y="327"/>
                    <a:pt x="424" y="327"/>
                  </a:cubicBezTo>
                  <a:cubicBezTo>
                    <a:pt x="421" y="336"/>
                    <a:pt x="421" y="336"/>
                    <a:pt x="421" y="336"/>
                  </a:cubicBezTo>
                  <a:cubicBezTo>
                    <a:pt x="420" y="345"/>
                    <a:pt x="420" y="345"/>
                    <a:pt x="420" y="345"/>
                  </a:cubicBezTo>
                  <a:cubicBezTo>
                    <a:pt x="415" y="350"/>
                    <a:pt x="415" y="350"/>
                    <a:pt x="415" y="350"/>
                  </a:cubicBezTo>
                  <a:cubicBezTo>
                    <a:pt x="409" y="355"/>
                    <a:pt x="409" y="355"/>
                    <a:pt x="409" y="355"/>
                  </a:cubicBezTo>
                  <a:cubicBezTo>
                    <a:pt x="401" y="362"/>
                    <a:pt x="401" y="362"/>
                    <a:pt x="401" y="362"/>
                  </a:cubicBezTo>
                  <a:cubicBezTo>
                    <a:pt x="398" y="365"/>
                    <a:pt x="398" y="365"/>
                    <a:pt x="398" y="365"/>
                  </a:cubicBezTo>
                  <a:cubicBezTo>
                    <a:pt x="393" y="365"/>
                    <a:pt x="393" y="365"/>
                    <a:pt x="393" y="365"/>
                  </a:cubicBezTo>
                  <a:cubicBezTo>
                    <a:pt x="389" y="363"/>
                    <a:pt x="389" y="363"/>
                    <a:pt x="389" y="363"/>
                  </a:cubicBezTo>
                  <a:cubicBezTo>
                    <a:pt x="383" y="364"/>
                    <a:pt x="383" y="364"/>
                    <a:pt x="383" y="364"/>
                  </a:cubicBezTo>
                  <a:cubicBezTo>
                    <a:pt x="379" y="360"/>
                    <a:pt x="379" y="360"/>
                    <a:pt x="379" y="360"/>
                  </a:cubicBezTo>
                  <a:cubicBezTo>
                    <a:pt x="376" y="357"/>
                    <a:pt x="376" y="357"/>
                    <a:pt x="376" y="357"/>
                  </a:cubicBezTo>
                  <a:cubicBezTo>
                    <a:pt x="371" y="357"/>
                    <a:pt x="371" y="357"/>
                    <a:pt x="371" y="357"/>
                  </a:cubicBezTo>
                  <a:cubicBezTo>
                    <a:pt x="368" y="360"/>
                    <a:pt x="368" y="360"/>
                    <a:pt x="368" y="360"/>
                  </a:cubicBezTo>
                  <a:cubicBezTo>
                    <a:pt x="369" y="366"/>
                    <a:pt x="369" y="366"/>
                    <a:pt x="369" y="366"/>
                  </a:cubicBezTo>
                  <a:cubicBezTo>
                    <a:pt x="368" y="372"/>
                    <a:pt x="368" y="372"/>
                    <a:pt x="368" y="372"/>
                  </a:cubicBezTo>
                  <a:cubicBezTo>
                    <a:pt x="366" y="376"/>
                    <a:pt x="366" y="376"/>
                    <a:pt x="366" y="376"/>
                  </a:cubicBezTo>
                  <a:cubicBezTo>
                    <a:pt x="366" y="383"/>
                    <a:pt x="366" y="383"/>
                    <a:pt x="366" y="383"/>
                  </a:cubicBezTo>
                  <a:cubicBezTo>
                    <a:pt x="364" y="388"/>
                    <a:pt x="364" y="388"/>
                    <a:pt x="364" y="388"/>
                  </a:cubicBezTo>
                  <a:cubicBezTo>
                    <a:pt x="365" y="394"/>
                    <a:pt x="365" y="394"/>
                    <a:pt x="365" y="394"/>
                  </a:cubicBezTo>
                  <a:cubicBezTo>
                    <a:pt x="364" y="397"/>
                    <a:pt x="364" y="397"/>
                    <a:pt x="364" y="397"/>
                  </a:cubicBezTo>
                  <a:cubicBezTo>
                    <a:pt x="360" y="398"/>
                    <a:pt x="360" y="398"/>
                    <a:pt x="360" y="398"/>
                  </a:cubicBezTo>
                  <a:cubicBezTo>
                    <a:pt x="355" y="401"/>
                    <a:pt x="355" y="401"/>
                    <a:pt x="355" y="401"/>
                  </a:cubicBezTo>
                  <a:cubicBezTo>
                    <a:pt x="350" y="403"/>
                    <a:pt x="350" y="403"/>
                    <a:pt x="350" y="403"/>
                  </a:cubicBezTo>
                  <a:cubicBezTo>
                    <a:pt x="348" y="407"/>
                    <a:pt x="348" y="407"/>
                    <a:pt x="348" y="407"/>
                  </a:cubicBezTo>
                  <a:cubicBezTo>
                    <a:pt x="348" y="410"/>
                    <a:pt x="348" y="410"/>
                    <a:pt x="348" y="410"/>
                  </a:cubicBezTo>
                  <a:cubicBezTo>
                    <a:pt x="352" y="412"/>
                    <a:pt x="352" y="412"/>
                    <a:pt x="352" y="412"/>
                  </a:cubicBezTo>
                  <a:cubicBezTo>
                    <a:pt x="353" y="415"/>
                    <a:pt x="353" y="415"/>
                    <a:pt x="353" y="415"/>
                  </a:cubicBezTo>
                  <a:cubicBezTo>
                    <a:pt x="348" y="415"/>
                    <a:pt x="348" y="415"/>
                    <a:pt x="348" y="415"/>
                  </a:cubicBezTo>
                  <a:cubicBezTo>
                    <a:pt x="345" y="414"/>
                    <a:pt x="345" y="414"/>
                    <a:pt x="345" y="414"/>
                  </a:cubicBezTo>
                  <a:cubicBezTo>
                    <a:pt x="343" y="414"/>
                    <a:pt x="343" y="414"/>
                    <a:pt x="343" y="414"/>
                  </a:cubicBezTo>
                  <a:cubicBezTo>
                    <a:pt x="341" y="417"/>
                    <a:pt x="341" y="417"/>
                    <a:pt x="341" y="417"/>
                  </a:cubicBezTo>
                  <a:cubicBezTo>
                    <a:pt x="339" y="418"/>
                    <a:pt x="339" y="418"/>
                    <a:pt x="339" y="418"/>
                  </a:cubicBezTo>
                  <a:cubicBezTo>
                    <a:pt x="337" y="417"/>
                    <a:pt x="337" y="417"/>
                    <a:pt x="337" y="417"/>
                  </a:cubicBezTo>
                  <a:cubicBezTo>
                    <a:pt x="336" y="414"/>
                    <a:pt x="336" y="414"/>
                    <a:pt x="336" y="414"/>
                  </a:cubicBezTo>
                  <a:cubicBezTo>
                    <a:pt x="333" y="414"/>
                    <a:pt x="333" y="414"/>
                    <a:pt x="333" y="414"/>
                  </a:cubicBezTo>
                  <a:cubicBezTo>
                    <a:pt x="330" y="414"/>
                    <a:pt x="330" y="414"/>
                    <a:pt x="330" y="414"/>
                  </a:cubicBezTo>
                  <a:cubicBezTo>
                    <a:pt x="329" y="413"/>
                    <a:pt x="329" y="413"/>
                    <a:pt x="329" y="413"/>
                  </a:cubicBezTo>
                  <a:cubicBezTo>
                    <a:pt x="327" y="412"/>
                    <a:pt x="327" y="412"/>
                    <a:pt x="327" y="412"/>
                  </a:cubicBezTo>
                  <a:cubicBezTo>
                    <a:pt x="326" y="409"/>
                    <a:pt x="326" y="409"/>
                    <a:pt x="326" y="409"/>
                  </a:cubicBezTo>
                  <a:cubicBezTo>
                    <a:pt x="323" y="409"/>
                    <a:pt x="323" y="409"/>
                    <a:pt x="323" y="409"/>
                  </a:cubicBezTo>
                  <a:cubicBezTo>
                    <a:pt x="322" y="411"/>
                    <a:pt x="322" y="411"/>
                    <a:pt x="322" y="411"/>
                  </a:cubicBezTo>
                  <a:cubicBezTo>
                    <a:pt x="320" y="413"/>
                    <a:pt x="320" y="413"/>
                    <a:pt x="320" y="413"/>
                  </a:cubicBezTo>
                  <a:cubicBezTo>
                    <a:pt x="320" y="416"/>
                    <a:pt x="320" y="416"/>
                    <a:pt x="320" y="416"/>
                  </a:cubicBezTo>
                  <a:cubicBezTo>
                    <a:pt x="321" y="419"/>
                    <a:pt x="321" y="419"/>
                    <a:pt x="321" y="419"/>
                  </a:cubicBezTo>
                  <a:cubicBezTo>
                    <a:pt x="322" y="423"/>
                    <a:pt x="322" y="423"/>
                    <a:pt x="322" y="423"/>
                  </a:cubicBezTo>
                  <a:cubicBezTo>
                    <a:pt x="321" y="426"/>
                    <a:pt x="321" y="426"/>
                    <a:pt x="321" y="426"/>
                  </a:cubicBezTo>
                  <a:cubicBezTo>
                    <a:pt x="321" y="429"/>
                    <a:pt x="321" y="429"/>
                    <a:pt x="321" y="429"/>
                  </a:cubicBezTo>
                  <a:cubicBezTo>
                    <a:pt x="323" y="431"/>
                    <a:pt x="323" y="431"/>
                    <a:pt x="323" y="431"/>
                  </a:cubicBezTo>
                  <a:cubicBezTo>
                    <a:pt x="327" y="434"/>
                    <a:pt x="327" y="434"/>
                    <a:pt x="327" y="434"/>
                  </a:cubicBezTo>
                  <a:cubicBezTo>
                    <a:pt x="328" y="439"/>
                    <a:pt x="328" y="439"/>
                    <a:pt x="328" y="439"/>
                  </a:cubicBezTo>
                  <a:cubicBezTo>
                    <a:pt x="327" y="443"/>
                    <a:pt x="327" y="443"/>
                    <a:pt x="327" y="443"/>
                  </a:cubicBezTo>
                  <a:cubicBezTo>
                    <a:pt x="329" y="449"/>
                    <a:pt x="329" y="449"/>
                    <a:pt x="329" y="449"/>
                  </a:cubicBezTo>
                  <a:cubicBezTo>
                    <a:pt x="327" y="452"/>
                    <a:pt x="327" y="452"/>
                    <a:pt x="327" y="452"/>
                  </a:cubicBezTo>
                  <a:cubicBezTo>
                    <a:pt x="321" y="454"/>
                    <a:pt x="321" y="454"/>
                    <a:pt x="321" y="454"/>
                  </a:cubicBezTo>
                  <a:cubicBezTo>
                    <a:pt x="317" y="453"/>
                    <a:pt x="317" y="453"/>
                    <a:pt x="317" y="453"/>
                  </a:cubicBezTo>
                  <a:cubicBezTo>
                    <a:pt x="312" y="454"/>
                    <a:pt x="312" y="454"/>
                    <a:pt x="312" y="454"/>
                  </a:cubicBezTo>
                  <a:cubicBezTo>
                    <a:pt x="306" y="455"/>
                    <a:pt x="306" y="455"/>
                    <a:pt x="306" y="455"/>
                  </a:cubicBezTo>
                  <a:cubicBezTo>
                    <a:pt x="304" y="453"/>
                    <a:pt x="304" y="453"/>
                    <a:pt x="304" y="453"/>
                  </a:cubicBezTo>
                  <a:cubicBezTo>
                    <a:pt x="303" y="448"/>
                    <a:pt x="303" y="448"/>
                    <a:pt x="303" y="448"/>
                  </a:cubicBezTo>
                  <a:cubicBezTo>
                    <a:pt x="298" y="443"/>
                    <a:pt x="298" y="443"/>
                    <a:pt x="298" y="443"/>
                  </a:cubicBezTo>
                  <a:cubicBezTo>
                    <a:pt x="295" y="439"/>
                    <a:pt x="295" y="439"/>
                    <a:pt x="295" y="439"/>
                  </a:cubicBezTo>
                  <a:cubicBezTo>
                    <a:pt x="291" y="437"/>
                    <a:pt x="291" y="437"/>
                    <a:pt x="291" y="437"/>
                  </a:cubicBezTo>
                  <a:cubicBezTo>
                    <a:pt x="289" y="438"/>
                    <a:pt x="289" y="438"/>
                    <a:pt x="289" y="438"/>
                  </a:cubicBezTo>
                  <a:cubicBezTo>
                    <a:pt x="287" y="441"/>
                    <a:pt x="287" y="441"/>
                    <a:pt x="287" y="441"/>
                  </a:cubicBezTo>
                  <a:cubicBezTo>
                    <a:pt x="283" y="442"/>
                    <a:pt x="283" y="442"/>
                    <a:pt x="283" y="442"/>
                  </a:cubicBezTo>
                  <a:cubicBezTo>
                    <a:pt x="279" y="441"/>
                    <a:pt x="279" y="441"/>
                    <a:pt x="279" y="441"/>
                  </a:cubicBezTo>
                  <a:cubicBezTo>
                    <a:pt x="275" y="439"/>
                    <a:pt x="275" y="439"/>
                    <a:pt x="275" y="439"/>
                  </a:cubicBezTo>
                  <a:cubicBezTo>
                    <a:pt x="272" y="437"/>
                    <a:pt x="272" y="437"/>
                    <a:pt x="272" y="437"/>
                  </a:cubicBezTo>
                  <a:cubicBezTo>
                    <a:pt x="268" y="436"/>
                    <a:pt x="268" y="436"/>
                    <a:pt x="268" y="436"/>
                  </a:cubicBezTo>
                  <a:cubicBezTo>
                    <a:pt x="265" y="438"/>
                    <a:pt x="265" y="438"/>
                    <a:pt x="265" y="438"/>
                  </a:cubicBezTo>
                  <a:cubicBezTo>
                    <a:pt x="263" y="443"/>
                    <a:pt x="263" y="443"/>
                    <a:pt x="263" y="443"/>
                  </a:cubicBezTo>
                  <a:cubicBezTo>
                    <a:pt x="261" y="446"/>
                    <a:pt x="261" y="446"/>
                    <a:pt x="261" y="446"/>
                  </a:cubicBezTo>
                  <a:cubicBezTo>
                    <a:pt x="260" y="449"/>
                    <a:pt x="260" y="449"/>
                    <a:pt x="260" y="449"/>
                  </a:cubicBezTo>
                  <a:cubicBezTo>
                    <a:pt x="258" y="452"/>
                    <a:pt x="258" y="452"/>
                    <a:pt x="258" y="452"/>
                  </a:cubicBezTo>
                  <a:cubicBezTo>
                    <a:pt x="255" y="452"/>
                    <a:pt x="255" y="452"/>
                    <a:pt x="255" y="452"/>
                  </a:cubicBezTo>
                  <a:cubicBezTo>
                    <a:pt x="253" y="448"/>
                    <a:pt x="253" y="448"/>
                    <a:pt x="253" y="448"/>
                  </a:cubicBezTo>
                  <a:cubicBezTo>
                    <a:pt x="251" y="444"/>
                    <a:pt x="251" y="444"/>
                    <a:pt x="251" y="444"/>
                  </a:cubicBezTo>
                  <a:cubicBezTo>
                    <a:pt x="250" y="441"/>
                    <a:pt x="250" y="441"/>
                    <a:pt x="250" y="441"/>
                  </a:cubicBezTo>
                  <a:cubicBezTo>
                    <a:pt x="247" y="440"/>
                    <a:pt x="247" y="440"/>
                    <a:pt x="247" y="440"/>
                  </a:cubicBezTo>
                  <a:cubicBezTo>
                    <a:pt x="245" y="441"/>
                    <a:pt x="245" y="441"/>
                    <a:pt x="245" y="441"/>
                  </a:cubicBezTo>
                  <a:cubicBezTo>
                    <a:pt x="244" y="444"/>
                    <a:pt x="244" y="444"/>
                    <a:pt x="244" y="444"/>
                  </a:cubicBezTo>
                  <a:cubicBezTo>
                    <a:pt x="240" y="445"/>
                    <a:pt x="240" y="445"/>
                    <a:pt x="240" y="445"/>
                  </a:cubicBezTo>
                  <a:cubicBezTo>
                    <a:pt x="236" y="445"/>
                    <a:pt x="236" y="445"/>
                    <a:pt x="236" y="445"/>
                  </a:cubicBezTo>
                  <a:cubicBezTo>
                    <a:pt x="231" y="446"/>
                    <a:pt x="231" y="446"/>
                    <a:pt x="231" y="446"/>
                  </a:cubicBezTo>
                  <a:cubicBezTo>
                    <a:pt x="229" y="451"/>
                    <a:pt x="229" y="451"/>
                    <a:pt x="229" y="451"/>
                  </a:cubicBezTo>
                  <a:cubicBezTo>
                    <a:pt x="225" y="454"/>
                    <a:pt x="225" y="454"/>
                    <a:pt x="225" y="454"/>
                  </a:cubicBezTo>
                  <a:cubicBezTo>
                    <a:pt x="222" y="461"/>
                    <a:pt x="222" y="461"/>
                    <a:pt x="222" y="461"/>
                  </a:cubicBezTo>
                  <a:cubicBezTo>
                    <a:pt x="222" y="464"/>
                    <a:pt x="222" y="464"/>
                    <a:pt x="222" y="464"/>
                  </a:cubicBezTo>
                  <a:cubicBezTo>
                    <a:pt x="226" y="467"/>
                    <a:pt x="226" y="467"/>
                    <a:pt x="226" y="467"/>
                  </a:cubicBezTo>
                  <a:cubicBezTo>
                    <a:pt x="229" y="467"/>
                    <a:pt x="229" y="467"/>
                    <a:pt x="229" y="467"/>
                  </a:cubicBezTo>
                  <a:cubicBezTo>
                    <a:pt x="233" y="469"/>
                    <a:pt x="233" y="469"/>
                    <a:pt x="233" y="469"/>
                  </a:cubicBezTo>
                  <a:cubicBezTo>
                    <a:pt x="232" y="475"/>
                    <a:pt x="232" y="475"/>
                    <a:pt x="232" y="475"/>
                  </a:cubicBezTo>
                  <a:cubicBezTo>
                    <a:pt x="231" y="480"/>
                    <a:pt x="231" y="480"/>
                    <a:pt x="231" y="480"/>
                  </a:cubicBezTo>
                  <a:cubicBezTo>
                    <a:pt x="230" y="486"/>
                    <a:pt x="230" y="486"/>
                    <a:pt x="230" y="486"/>
                  </a:cubicBezTo>
                  <a:cubicBezTo>
                    <a:pt x="229" y="496"/>
                    <a:pt x="229" y="496"/>
                    <a:pt x="229" y="496"/>
                  </a:cubicBezTo>
                  <a:cubicBezTo>
                    <a:pt x="232" y="507"/>
                    <a:pt x="232" y="507"/>
                    <a:pt x="232" y="507"/>
                  </a:cubicBezTo>
                  <a:cubicBezTo>
                    <a:pt x="233" y="519"/>
                    <a:pt x="233" y="519"/>
                    <a:pt x="233" y="519"/>
                  </a:cubicBezTo>
                  <a:cubicBezTo>
                    <a:pt x="233" y="523"/>
                    <a:pt x="233" y="523"/>
                    <a:pt x="233" y="523"/>
                  </a:cubicBezTo>
                  <a:cubicBezTo>
                    <a:pt x="235" y="528"/>
                    <a:pt x="235" y="528"/>
                    <a:pt x="235" y="528"/>
                  </a:cubicBezTo>
                  <a:cubicBezTo>
                    <a:pt x="238" y="527"/>
                    <a:pt x="238" y="527"/>
                    <a:pt x="238" y="527"/>
                  </a:cubicBezTo>
                  <a:cubicBezTo>
                    <a:pt x="240" y="524"/>
                    <a:pt x="240" y="524"/>
                    <a:pt x="240" y="524"/>
                  </a:cubicBezTo>
                  <a:cubicBezTo>
                    <a:pt x="243" y="524"/>
                    <a:pt x="243" y="524"/>
                    <a:pt x="243" y="524"/>
                  </a:cubicBezTo>
                  <a:cubicBezTo>
                    <a:pt x="244" y="528"/>
                    <a:pt x="244" y="528"/>
                    <a:pt x="244" y="528"/>
                  </a:cubicBezTo>
                  <a:cubicBezTo>
                    <a:pt x="241" y="532"/>
                    <a:pt x="241" y="532"/>
                    <a:pt x="241" y="532"/>
                  </a:cubicBezTo>
                  <a:cubicBezTo>
                    <a:pt x="239" y="537"/>
                    <a:pt x="239" y="537"/>
                    <a:pt x="239" y="537"/>
                  </a:cubicBezTo>
                  <a:cubicBezTo>
                    <a:pt x="240" y="540"/>
                    <a:pt x="240" y="540"/>
                    <a:pt x="240" y="540"/>
                  </a:cubicBezTo>
                  <a:cubicBezTo>
                    <a:pt x="242" y="539"/>
                    <a:pt x="242" y="539"/>
                    <a:pt x="242" y="539"/>
                  </a:cubicBezTo>
                  <a:cubicBezTo>
                    <a:pt x="246" y="537"/>
                    <a:pt x="246" y="537"/>
                    <a:pt x="246" y="537"/>
                  </a:cubicBezTo>
                  <a:cubicBezTo>
                    <a:pt x="248" y="538"/>
                    <a:pt x="248" y="538"/>
                    <a:pt x="248" y="538"/>
                  </a:cubicBezTo>
                  <a:cubicBezTo>
                    <a:pt x="250" y="543"/>
                    <a:pt x="250" y="543"/>
                    <a:pt x="250" y="543"/>
                  </a:cubicBezTo>
                  <a:cubicBezTo>
                    <a:pt x="248" y="545"/>
                    <a:pt x="248" y="545"/>
                    <a:pt x="248" y="545"/>
                  </a:cubicBezTo>
                  <a:cubicBezTo>
                    <a:pt x="246" y="547"/>
                    <a:pt x="246" y="547"/>
                    <a:pt x="246" y="547"/>
                  </a:cubicBezTo>
                  <a:cubicBezTo>
                    <a:pt x="247" y="549"/>
                    <a:pt x="247" y="549"/>
                    <a:pt x="247" y="549"/>
                  </a:cubicBezTo>
                  <a:cubicBezTo>
                    <a:pt x="249" y="551"/>
                    <a:pt x="249" y="551"/>
                    <a:pt x="249" y="551"/>
                  </a:cubicBezTo>
                  <a:cubicBezTo>
                    <a:pt x="251" y="555"/>
                    <a:pt x="251" y="555"/>
                    <a:pt x="251" y="555"/>
                  </a:cubicBezTo>
                  <a:cubicBezTo>
                    <a:pt x="250" y="561"/>
                    <a:pt x="250" y="561"/>
                    <a:pt x="250" y="561"/>
                  </a:cubicBezTo>
                  <a:cubicBezTo>
                    <a:pt x="246" y="565"/>
                    <a:pt x="246" y="565"/>
                    <a:pt x="246" y="565"/>
                  </a:cubicBezTo>
                  <a:cubicBezTo>
                    <a:pt x="242" y="566"/>
                    <a:pt x="242" y="566"/>
                    <a:pt x="242" y="566"/>
                  </a:cubicBezTo>
                  <a:cubicBezTo>
                    <a:pt x="241" y="569"/>
                    <a:pt x="241" y="569"/>
                    <a:pt x="241" y="569"/>
                  </a:cubicBezTo>
                  <a:cubicBezTo>
                    <a:pt x="243" y="575"/>
                    <a:pt x="243" y="575"/>
                    <a:pt x="243" y="575"/>
                  </a:cubicBezTo>
                  <a:cubicBezTo>
                    <a:pt x="242" y="583"/>
                    <a:pt x="242" y="583"/>
                    <a:pt x="242" y="583"/>
                  </a:cubicBezTo>
                  <a:cubicBezTo>
                    <a:pt x="240" y="586"/>
                    <a:pt x="240" y="586"/>
                    <a:pt x="240" y="586"/>
                  </a:cubicBezTo>
                  <a:cubicBezTo>
                    <a:pt x="236" y="592"/>
                    <a:pt x="236" y="592"/>
                    <a:pt x="236" y="592"/>
                  </a:cubicBezTo>
                  <a:cubicBezTo>
                    <a:pt x="238" y="596"/>
                    <a:pt x="238" y="596"/>
                    <a:pt x="238" y="596"/>
                  </a:cubicBezTo>
                  <a:cubicBezTo>
                    <a:pt x="241" y="600"/>
                    <a:pt x="241" y="600"/>
                    <a:pt x="241" y="600"/>
                  </a:cubicBezTo>
                  <a:cubicBezTo>
                    <a:pt x="243" y="604"/>
                    <a:pt x="243" y="604"/>
                    <a:pt x="243" y="604"/>
                  </a:cubicBezTo>
                  <a:cubicBezTo>
                    <a:pt x="241" y="607"/>
                    <a:pt x="241" y="607"/>
                    <a:pt x="241" y="607"/>
                  </a:cubicBezTo>
                  <a:cubicBezTo>
                    <a:pt x="240" y="608"/>
                    <a:pt x="240" y="608"/>
                    <a:pt x="240" y="608"/>
                  </a:cubicBezTo>
                  <a:cubicBezTo>
                    <a:pt x="242" y="613"/>
                    <a:pt x="242" y="613"/>
                    <a:pt x="242" y="613"/>
                  </a:cubicBezTo>
                  <a:cubicBezTo>
                    <a:pt x="244" y="615"/>
                    <a:pt x="244" y="615"/>
                    <a:pt x="244" y="615"/>
                  </a:cubicBezTo>
                  <a:cubicBezTo>
                    <a:pt x="246" y="619"/>
                    <a:pt x="246" y="619"/>
                    <a:pt x="246" y="619"/>
                  </a:cubicBezTo>
                  <a:cubicBezTo>
                    <a:pt x="245" y="623"/>
                    <a:pt x="245" y="623"/>
                    <a:pt x="245" y="623"/>
                  </a:cubicBezTo>
                  <a:cubicBezTo>
                    <a:pt x="240" y="624"/>
                    <a:pt x="240" y="624"/>
                    <a:pt x="240" y="624"/>
                  </a:cubicBezTo>
                  <a:cubicBezTo>
                    <a:pt x="238" y="620"/>
                    <a:pt x="238" y="620"/>
                    <a:pt x="238" y="620"/>
                  </a:cubicBezTo>
                  <a:cubicBezTo>
                    <a:pt x="234" y="621"/>
                    <a:pt x="234" y="621"/>
                    <a:pt x="234" y="621"/>
                  </a:cubicBezTo>
                  <a:cubicBezTo>
                    <a:pt x="233" y="624"/>
                    <a:pt x="233" y="624"/>
                    <a:pt x="233" y="624"/>
                  </a:cubicBezTo>
                  <a:cubicBezTo>
                    <a:pt x="231" y="626"/>
                    <a:pt x="231" y="626"/>
                    <a:pt x="231" y="626"/>
                  </a:cubicBezTo>
                  <a:cubicBezTo>
                    <a:pt x="226" y="624"/>
                    <a:pt x="226" y="624"/>
                    <a:pt x="226" y="624"/>
                  </a:cubicBezTo>
                  <a:cubicBezTo>
                    <a:pt x="223" y="622"/>
                    <a:pt x="223" y="622"/>
                    <a:pt x="223" y="622"/>
                  </a:cubicBezTo>
                  <a:cubicBezTo>
                    <a:pt x="219" y="621"/>
                    <a:pt x="219" y="621"/>
                    <a:pt x="219" y="621"/>
                  </a:cubicBezTo>
                  <a:cubicBezTo>
                    <a:pt x="214" y="623"/>
                    <a:pt x="214" y="623"/>
                    <a:pt x="214" y="623"/>
                  </a:cubicBezTo>
                  <a:cubicBezTo>
                    <a:pt x="212" y="626"/>
                    <a:pt x="212" y="626"/>
                    <a:pt x="212" y="626"/>
                  </a:cubicBezTo>
                  <a:cubicBezTo>
                    <a:pt x="211" y="628"/>
                    <a:pt x="211" y="628"/>
                    <a:pt x="211" y="628"/>
                  </a:cubicBezTo>
                  <a:cubicBezTo>
                    <a:pt x="211" y="632"/>
                    <a:pt x="211" y="632"/>
                    <a:pt x="211" y="632"/>
                  </a:cubicBezTo>
                  <a:cubicBezTo>
                    <a:pt x="213" y="635"/>
                    <a:pt x="213" y="635"/>
                    <a:pt x="213" y="635"/>
                  </a:cubicBezTo>
                  <a:cubicBezTo>
                    <a:pt x="212" y="638"/>
                    <a:pt x="212" y="638"/>
                    <a:pt x="212" y="638"/>
                  </a:cubicBezTo>
                  <a:cubicBezTo>
                    <a:pt x="210" y="639"/>
                    <a:pt x="210" y="639"/>
                    <a:pt x="210" y="639"/>
                  </a:cubicBezTo>
                  <a:cubicBezTo>
                    <a:pt x="209" y="642"/>
                    <a:pt x="209" y="642"/>
                    <a:pt x="209" y="642"/>
                  </a:cubicBezTo>
                  <a:cubicBezTo>
                    <a:pt x="205" y="641"/>
                    <a:pt x="205" y="641"/>
                    <a:pt x="205" y="641"/>
                  </a:cubicBezTo>
                  <a:cubicBezTo>
                    <a:pt x="202" y="641"/>
                    <a:pt x="202" y="641"/>
                    <a:pt x="202" y="641"/>
                  </a:cubicBezTo>
                  <a:cubicBezTo>
                    <a:pt x="201" y="644"/>
                    <a:pt x="201" y="644"/>
                    <a:pt x="201" y="644"/>
                  </a:cubicBezTo>
                  <a:cubicBezTo>
                    <a:pt x="200" y="646"/>
                    <a:pt x="200" y="646"/>
                    <a:pt x="200" y="646"/>
                  </a:cubicBezTo>
                  <a:cubicBezTo>
                    <a:pt x="198" y="650"/>
                    <a:pt x="198" y="650"/>
                    <a:pt x="198" y="650"/>
                  </a:cubicBezTo>
                  <a:cubicBezTo>
                    <a:pt x="196" y="654"/>
                    <a:pt x="196" y="654"/>
                    <a:pt x="196" y="654"/>
                  </a:cubicBezTo>
                  <a:cubicBezTo>
                    <a:pt x="193" y="657"/>
                    <a:pt x="193" y="657"/>
                    <a:pt x="193" y="657"/>
                  </a:cubicBezTo>
                  <a:cubicBezTo>
                    <a:pt x="189" y="656"/>
                    <a:pt x="189" y="656"/>
                    <a:pt x="189" y="656"/>
                  </a:cubicBezTo>
                  <a:cubicBezTo>
                    <a:pt x="186" y="652"/>
                    <a:pt x="186" y="652"/>
                    <a:pt x="186" y="652"/>
                  </a:cubicBezTo>
                  <a:cubicBezTo>
                    <a:pt x="185" y="648"/>
                    <a:pt x="185" y="648"/>
                    <a:pt x="185" y="648"/>
                  </a:cubicBezTo>
                  <a:cubicBezTo>
                    <a:pt x="188" y="646"/>
                    <a:pt x="188" y="646"/>
                    <a:pt x="188" y="646"/>
                  </a:cubicBezTo>
                  <a:cubicBezTo>
                    <a:pt x="190" y="645"/>
                    <a:pt x="190" y="645"/>
                    <a:pt x="190" y="645"/>
                  </a:cubicBezTo>
                  <a:cubicBezTo>
                    <a:pt x="192" y="640"/>
                    <a:pt x="192" y="640"/>
                    <a:pt x="192" y="640"/>
                  </a:cubicBezTo>
                  <a:cubicBezTo>
                    <a:pt x="190" y="636"/>
                    <a:pt x="190" y="636"/>
                    <a:pt x="190" y="636"/>
                  </a:cubicBezTo>
                  <a:cubicBezTo>
                    <a:pt x="188" y="634"/>
                    <a:pt x="188" y="634"/>
                    <a:pt x="188" y="634"/>
                  </a:cubicBezTo>
                  <a:cubicBezTo>
                    <a:pt x="189" y="630"/>
                    <a:pt x="189" y="630"/>
                    <a:pt x="189" y="630"/>
                  </a:cubicBezTo>
                  <a:cubicBezTo>
                    <a:pt x="193" y="629"/>
                    <a:pt x="193" y="629"/>
                    <a:pt x="193" y="629"/>
                  </a:cubicBezTo>
                  <a:cubicBezTo>
                    <a:pt x="195" y="630"/>
                    <a:pt x="195" y="630"/>
                    <a:pt x="195" y="630"/>
                  </a:cubicBezTo>
                  <a:cubicBezTo>
                    <a:pt x="195" y="633"/>
                    <a:pt x="195" y="633"/>
                    <a:pt x="195" y="633"/>
                  </a:cubicBezTo>
                  <a:cubicBezTo>
                    <a:pt x="200" y="635"/>
                    <a:pt x="200" y="635"/>
                    <a:pt x="200" y="635"/>
                  </a:cubicBezTo>
                  <a:cubicBezTo>
                    <a:pt x="202" y="633"/>
                    <a:pt x="202" y="633"/>
                    <a:pt x="202" y="633"/>
                  </a:cubicBezTo>
                  <a:cubicBezTo>
                    <a:pt x="201" y="628"/>
                    <a:pt x="201" y="628"/>
                    <a:pt x="201" y="628"/>
                  </a:cubicBezTo>
                  <a:cubicBezTo>
                    <a:pt x="202" y="625"/>
                    <a:pt x="202" y="625"/>
                    <a:pt x="202" y="625"/>
                  </a:cubicBezTo>
                  <a:cubicBezTo>
                    <a:pt x="200" y="622"/>
                    <a:pt x="200" y="622"/>
                    <a:pt x="200" y="622"/>
                  </a:cubicBezTo>
                  <a:cubicBezTo>
                    <a:pt x="195" y="621"/>
                    <a:pt x="195" y="621"/>
                    <a:pt x="195" y="621"/>
                  </a:cubicBezTo>
                  <a:cubicBezTo>
                    <a:pt x="192" y="622"/>
                    <a:pt x="192" y="622"/>
                    <a:pt x="192" y="622"/>
                  </a:cubicBezTo>
                  <a:cubicBezTo>
                    <a:pt x="189" y="621"/>
                    <a:pt x="189" y="621"/>
                    <a:pt x="189" y="621"/>
                  </a:cubicBezTo>
                  <a:cubicBezTo>
                    <a:pt x="189" y="617"/>
                    <a:pt x="189" y="617"/>
                    <a:pt x="189" y="617"/>
                  </a:cubicBezTo>
                  <a:cubicBezTo>
                    <a:pt x="188" y="613"/>
                    <a:pt x="188" y="613"/>
                    <a:pt x="188" y="613"/>
                  </a:cubicBezTo>
                  <a:cubicBezTo>
                    <a:pt x="186" y="614"/>
                    <a:pt x="186" y="614"/>
                    <a:pt x="186" y="614"/>
                  </a:cubicBezTo>
                  <a:cubicBezTo>
                    <a:pt x="185" y="615"/>
                    <a:pt x="185" y="615"/>
                    <a:pt x="185" y="615"/>
                  </a:cubicBezTo>
                  <a:cubicBezTo>
                    <a:pt x="184" y="618"/>
                    <a:pt x="184" y="618"/>
                    <a:pt x="184" y="618"/>
                  </a:cubicBezTo>
                  <a:cubicBezTo>
                    <a:pt x="183" y="620"/>
                    <a:pt x="183" y="620"/>
                    <a:pt x="183" y="620"/>
                  </a:cubicBezTo>
                  <a:cubicBezTo>
                    <a:pt x="180" y="620"/>
                    <a:pt x="180" y="620"/>
                    <a:pt x="180" y="620"/>
                  </a:cubicBezTo>
                  <a:cubicBezTo>
                    <a:pt x="175" y="618"/>
                    <a:pt x="175" y="618"/>
                    <a:pt x="175" y="618"/>
                  </a:cubicBezTo>
                  <a:cubicBezTo>
                    <a:pt x="170" y="617"/>
                    <a:pt x="170" y="617"/>
                    <a:pt x="170" y="617"/>
                  </a:cubicBezTo>
                  <a:cubicBezTo>
                    <a:pt x="169" y="613"/>
                    <a:pt x="169" y="613"/>
                    <a:pt x="169" y="613"/>
                  </a:cubicBezTo>
                  <a:cubicBezTo>
                    <a:pt x="166" y="608"/>
                    <a:pt x="166" y="608"/>
                    <a:pt x="166" y="608"/>
                  </a:cubicBezTo>
                  <a:cubicBezTo>
                    <a:pt x="164" y="603"/>
                    <a:pt x="164" y="603"/>
                    <a:pt x="164" y="603"/>
                  </a:cubicBezTo>
                  <a:cubicBezTo>
                    <a:pt x="163" y="600"/>
                    <a:pt x="163" y="600"/>
                    <a:pt x="163" y="600"/>
                  </a:cubicBezTo>
                  <a:cubicBezTo>
                    <a:pt x="165" y="594"/>
                    <a:pt x="165" y="594"/>
                    <a:pt x="165" y="594"/>
                  </a:cubicBezTo>
                  <a:cubicBezTo>
                    <a:pt x="163" y="589"/>
                    <a:pt x="163" y="589"/>
                    <a:pt x="163" y="589"/>
                  </a:cubicBezTo>
                  <a:cubicBezTo>
                    <a:pt x="159" y="587"/>
                    <a:pt x="159" y="587"/>
                    <a:pt x="159" y="587"/>
                  </a:cubicBezTo>
                  <a:cubicBezTo>
                    <a:pt x="154" y="588"/>
                    <a:pt x="154" y="588"/>
                    <a:pt x="154" y="588"/>
                  </a:cubicBezTo>
                  <a:cubicBezTo>
                    <a:pt x="153" y="589"/>
                    <a:pt x="153" y="589"/>
                    <a:pt x="153" y="589"/>
                  </a:cubicBezTo>
                  <a:cubicBezTo>
                    <a:pt x="150" y="591"/>
                    <a:pt x="150" y="591"/>
                    <a:pt x="150" y="591"/>
                  </a:cubicBezTo>
                  <a:cubicBezTo>
                    <a:pt x="147" y="591"/>
                    <a:pt x="147" y="591"/>
                    <a:pt x="147" y="591"/>
                  </a:cubicBezTo>
                  <a:cubicBezTo>
                    <a:pt x="145" y="592"/>
                    <a:pt x="145" y="592"/>
                    <a:pt x="145" y="592"/>
                  </a:cubicBezTo>
                  <a:cubicBezTo>
                    <a:pt x="145" y="595"/>
                    <a:pt x="145" y="595"/>
                    <a:pt x="145" y="595"/>
                  </a:cubicBezTo>
                  <a:cubicBezTo>
                    <a:pt x="148" y="599"/>
                    <a:pt x="148" y="599"/>
                    <a:pt x="148" y="599"/>
                  </a:cubicBezTo>
                  <a:cubicBezTo>
                    <a:pt x="148" y="602"/>
                    <a:pt x="148" y="602"/>
                    <a:pt x="148" y="602"/>
                  </a:cubicBezTo>
                  <a:cubicBezTo>
                    <a:pt x="150" y="605"/>
                    <a:pt x="150" y="605"/>
                    <a:pt x="150" y="605"/>
                  </a:cubicBezTo>
                  <a:cubicBezTo>
                    <a:pt x="151" y="610"/>
                    <a:pt x="151" y="610"/>
                    <a:pt x="151" y="610"/>
                  </a:cubicBezTo>
                  <a:cubicBezTo>
                    <a:pt x="150" y="616"/>
                    <a:pt x="150" y="616"/>
                    <a:pt x="150" y="616"/>
                  </a:cubicBezTo>
                  <a:cubicBezTo>
                    <a:pt x="147" y="616"/>
                    <a:pt x="147" y="616"/>
                    <a:pt x="147" y="616"/>
                  </a:cubicBezTo>
                  <a:cubicBezTo>
                    <a:pt x="143" y="617"/>
                    <a:pt x="143" y="617"/>
                    <a:pt x="143" y="617"/>
                  </a:cubicBezTo>
                  <a:cubicBezTo>
                    <a:pt x="138" y="618"/>
                    <a:pt x="138" y="618"/>
                    <a:pt x="138" y="618"/>
                  </a:cubicBezTo>
                  <a:cubicBezTo>
                    <a:pt x="136" y="616"/>
                    <a:pt x="136" y="616"/>
                    <a:pt x="136" y="616"/>
                  </a:cubicBezTo>
                  <a:cubicBezTo>
                    <a:pt x="135" y="611"/>
                    <a:pt x="135" y="611"/>
                    <a:pt x="135" y="611"/>
                  </a:cubicBezTo>
                  <a:cubicBezTo>
                    <a:pt x="132" y="606"/>
                    <a:pt x="132" y="606"/>
                    <a:pt x="132" y="606"/>
                  </a:cubicBezTo>
                  <a:cubicBezTo>
                    <a:pt x="128" y="604"/>
                    <a:pt x="128" y="604"/>
                    <a:pt x="128" y="604"/>
                  </a:cubicBezTo>
                  <a:cubicBezTo>
                    <a:pt x="126" y="599"/>
                    <a:pt x="126" y="599"/>
                    <a:pt x="126" y="599"/>
                  </a:cubicBezTo>
                  <a:cubicBezTo>
                    <a:pt x="124" y="594"/>
                    <a:pt x="124" y="594"/>
                    <a:pt x="124" y="594"/>
                  </a:cubicBezTo>
                  <a:cubicBezTo>
                    <a:pt x="120" y="595"/>
                    <a:pt x="120" y="595"/>
                    <a:pt x="120" y="595"/>
                  </a:cubicBezTo>
                  <a:cubicBezTo>
                    <a:pt x="117" y="598"/>
                    <a:pt x="117" y="598"/>
                    <a:pt x="117" y="598"/>
                  </a:cubicBezTo>
                  <a:cubicBezTo>
                    <a:pt x="115" y="598"/>
                    <a:pt x="115" y="598"/>
                    <a:pt x="115" y="598"/>
                  </a:cubicBezTo>
                  <a:cubicBezTo>
                    <a:pt x="115" y="595"/>
                    <a:pt x="115" y="595"/>
                    <a:pt x="115" y="595"/>
                  </a:cubicBezTo>
                  <a:cubicBezTo>
                    <a:pt x="110" y="589"/>
                    <a:pt x="110" y="589"/>
                    <a:pt x="110" y="589"/>
                  </a:cubicBezTo>
                  <a:cubicBezTo>
                    <a:pt x="105" y="584"/>
                    <a:pt x="105" y="584"/>
                    <a:pt x="105" y="584"/>
                  </a:cubicBezTo>
                  <a:cubicBezTo>
                    <a:pt x="104" y="578"/>
                    <a:pt x="104" y="578"/>
                    <a:pt x="104" y="578"/>
                  </a:cubicBezTo>
                  <a:cubicBezTo>
                    <a:pt x="105" y="571"/>
                    <a:pt x="105" y="571"/>
                    <a:pt x="105" y="571"/>
                  </a:cubicBezTo>
                  <a:cubicBezTo>
                    <a:pt x="103" y="566"/>
                    <a:pt x="103" y="566"/>
                    <a:pt x="103" y="566"/>
                  </a:cubicBezTo>
                  <a:cubicBezTo>
                    <a:pt x="104" y="563"/>
                    <a:pt x="104" y="563"/>
                    <a:pt x="104" y="563"/>
                  </a:cubicBezTo>
                  <a:cubicBezTo>
                    <a:pt x="106" y="561"/>
                    <a:pt x="106" y="561"/>
                    <a:pt x="106" y="561"/>
                  </a:cubicBezTo>
                  <a:cubicBezTo>
                    <a:pt x="111" y="561"/>
                    <a:pt x="111" y="561"/>
                    <a:pt x="111" y="561"/>
                  </a:cubicBezTo>
                  <a:cubicBezTo>
                    <a:pt x="116" y="558"/>
                    <a:pt x="116" y="558"/>
                    <a:pt x="116" y="558"/>
                  </a:cubicBezTo>
                  <a:cubicBezTo>
                    <a:pt x="119" y="553"/>
                    <a:pt x="119" y="553"/>
                    <a:pt x="119" y="553"/>
                  </a:cubicBezTo>
                  <a:cubicBezTo>
                    <a:pt x="123" y="550"/>
                    <a:pt x="123" y="550"/>
                    <a:pt x="123" y="550"/>
                  </a:cubicBezTo>
                  <a:cubicBezTo>
                    <a:pt x="125" y="545"/>
                    <a:pt x="125" y="545"/>
                    <a:pt x="125" y="545"/>
                  </a:cubicBezTo>
                  <a:cubicBezTo>
                    <a:pt x="120" y="542"/>
                    <a:pt x="120" y="542"/>
                    <a:pt x="120" y="542"/>
                  </a:cubicBezTo>
                  <a:cubicBezTo>
                    <a:pt x="117" y="542"/>
                    <a:pt x="117" y="542"/>
                    <a:pt x="117" y="542"/>
                  </a:cubicBezTo>
                  <a:cubicBezTo>
                    <a:pt x="114" y="537"/>
                    <a:pt x="114" y="537"/>
                    <a:pt x="114" y="537"/>
                  </a:cubicBezTo>
                  <a:cubicBezTo>
                    <a:pt x="111" y="533"/>
                    <a:pt x="111" y="533"/>
                    <a:pt x="111" y="533"/>
                  </a:cubicBezTo>
                  <a:cubicBezTo>
                    <a:pt x="109" y="530"/>
                    <a:pt x="109" y="530"/>
                    <a:pt x="109" y="530"/>
                  </a:cubicBezTo>
                  <a:cubicBezTo>
                    <a:pt x="108" y="524"/>
                    <a:pt x="108" y="524"/>
                    <a:pt x="108" y="524"/>
                  </a:cubicBezTo>
                  <a:cubicBezTo>
                    <a:pt x="109" y="519"/>
                    <a:pt x="109" y="519"/>
                    <a:pt x="109" y="519"/>
                  </a:cubicBezTo>
                  <a:cubicBezTo>
                    <a:pt x="108" y="516"/>
                    <a:pt x="108" y="516"/>
                    <a:pt x="108" y="516"/>
                  </a:cubicBezTo>
                  <a:cubicBezTo>
                    <a:pt x="105" y="516"/>
                    <a:pt x="105" y="516"/>
                    <a:pt x="105" y="516"/>
                  </a:cubicBezTo>
                  <a:cubicBezTo>
                    <a:pt x="102" y="515"/>
                    <a:pt x="102" y="515"/>
                    <a:pt x="102" y="515"/>
                  </a:cubicBezTo>
                  <a:cubicBezTo>
                    <a:pt x="103" y="511"/>
                    <a:pt x="103" y="511"/>
                    <a:pt x="103" y="511"/>
                  </a:cubicBezTo>
                  <a:cubicBezTo>
                    <a:pt x="104" y="504"/>
                    <a:pt x="104" y="504"/>
                    <a:pt x="104" y="504"/>
                  </a:cubicBezTo>
                  <a:cubicBezTo>
                    <a:pt x="105" y="497"/>
                    <a:pt x="105" y="497"/>
                    <a:pt x="105" y="497"/>
                  </a:cubicBezTo>
                  <a:cubicBezTo>
                    <a:pt x="102" y="487"/>
                    <a:pt x="102" y="487"/>
                    <a:pt x="102" y="487"/>
                  </a:cubicBezTo>
                  <a:cubicBezTo>
                    <a:pt x="98" y="480"/>
                    <a:pt x="98" y="480"/>
                    <a:pt x="98" y="480"/>
                  </a:cubicBezTo>
                  <a:cubicBezTo>
                    <a:pt x="92" y="474"/>
                    <a:pt x="92" y="474"/>
                    <a:pt x="92" y="474"/>
                  </a:cubicBezTo>
                  <a:cubicBezTo>
                    <a:pt x="87" y="466"/>
                    <a:pt x="87" y="466"/>
                    <a:pt x="87" y="466"/>
                  </a:cubicBezTo>
                  <a:cubicBezTo>
                    <a:pt x="83" y="464"/>
                    <a:pt x="83" y="464"/>
                    <a:pt x="83" y="464"/>
                  </a:cubicBezTo>
                  <a:cubicBezTo>
                    <a:pt x="80" y="461"/>
                    <a:pt x="80" y="461"/>
                    <a:pt x="80" y="461"/>
                  </a:cubicBezTo>
                  <a:cubicBezTo>
                    <a:pt x="75" y="462"/>
                    <a:pt x="75" y="462"/>
                    <a:pt x="75" y="462"/>
                  </a:cubicBezTo>
                  <a:cubicBezTo>
                    <a:pt x="72" y="465"/>
                    <a:pt x="72" y="465"/>
                    <a:pt x="72" y="465"/>
                  </a:cubicBezTo>
                  <a:cubicBezTo>
                    <a:pt x="66" y="466"/>
                    <a:pt x="66" y="466"/>
                    <a:pt x="66" y="466"/>
                  </a:cubicBezTo>
                  <a:cubicBezTo>
                    <a:pt x="59" y="468"/>
                    <a:pt x="59" y="468"/>
                    <a:pt x="59" y="468"/>
                  </a:cubicBezTo>
                  <a:cubicBezTo>
                    <a:pt x="50" y="471"/>
                    <a:pt x="50" y="471"/>
                    <a:pt x="50" y="471"/>
                  </a:cubicBezTo>
                  <a:cubicBezTo>
                    <a:pt x="46" y="474"/>
                    <a:pt x="46" y="474"/>
                    <a:pt x="46" y="474"/>
                  </a:cubicBezTo>
                  <a:cubicBezTo>
                    <a:pt x="41" y="476"/>
                    <a:pt x="41" y="476"/>
                    <a:pt x="41" y="476"/>
                  </a:cubicBezTo>
                  <a:cubicBezTo>
                    <a:pt x="35" y="479"/>
                    <a:pt x="35" y="479"/>
                    <a:pt x="35" y="479"/>
                  </a:cubicBezTo>
                  <a:cubicBezTo>
                    <a:pt x="27" y="479"/>
                    <a:pt x="27" y="479"/>
                    <a:pt x="27" y="479"/>
                  </a:cubicBezTo>
                  <a:cubicBezTo>
                    <a:pt x="22" y="479"/>
                    <a:pt x="22" y="479"/>
                    <a:pt x="22" y="479"/>
                  </a:cubicBezTo>
                  <a:cubicBezTo>
                    <a:pt x="16" y="479"/>
                    <a:pt x="16" y="479"/>
                    <a:pt x="16" y="479"/>
                  </a:cubicBezTo>
                  <a:cubicBezTo>
                    <a:pt x="14" y="474"/>
                    <a:pt x="14" y="474"/>
                    <a:pt x="14" y="474"/>
                  </a:cubicBezTo>
                  <a:cubicBezTo>
                    <a:pt x="11" y="467"/>
                    <a:pt x="11" y="467"/>
                    <a:pt x="11" y="467"/>
                  </a:cubicBezTo>
                  <a:cubicBezTo>
                    <a:pt x="9" y="464"/>
                    <a:pt x="9" y="464"/>
                    <a:pt x="9" y="464"/>
                  </a:cubicBezTo>
                  <a:cubicBezTo>
                    <a:pt x="5" y="462"/>
                    <a:pt x="5" y="462"/>
                    <a:pt x="5" y="462"/>
                  </a:cubicBezTo>
                  <a:cubicBezTo>
                    <a:pt x="3" y="458"/>
                    <a:pt x="3" y="458"/>
                    <a:pt x="3" y="458"/>
                  </a:cubicBezTo>
                  <a:cubicBezTo>
                    <a:pt x="0" y="456"/>
                    <a:pt x="0" y="456"/>
                    <a:pt x="0" y="456"/>
                  </a:cubicBezTo>
                  <a:cubicBezTo>
                    <a:pt x="1" y="453"/>
                    <a:pt x="1" y="453"/>
                    <a:pt x="1" y="453"/>
                  </a:cubicBezTo>
                  <a:cubicBezTo>
                    <a:pt x="5" y="449"/>
                    <a:pt x="5" y="449"/>
                    <a:pt x="5" y="449"/>
                  </a:cubicBezTo>
                  <a:cubicBezTo>
                    <a:pt x="9" y="446"/>
                    <a:pt x="9" y="446"/>
                    <a:pt x="9" y="446"/>
                  </a:cubicBezTo>
                  <a:cubicBezTo>
                    <a:pt x="11" y="439"/>
                    <a:pt x="11" y="439"/>
                    <a:pt x="11" y="439"/>
                  </a:cubicBezTo>
                  <a:cubicBezTo>
                    <a:pt x="13" y="437"/>
                    <a:pt x="13" y="437"/>
                    <a:pt x="13" y="437"/>
                  </a:cubicBezTo>
                  <a:cubicBezTo>
                    <a:pt x="17" y="437"/>
                    <a:pt x="17" y="437"/>
                    <a:pt x="17" y="437"/>
                  </a:cubicBezTo>
                  <a:cubicBezTo>
                    <a:pt x="22" y="439"/>
                    <a:pt x="22" y="439"/>
                    <a:pt x="22" y="439"/>
                  </a:cubicBezTo>
                  <a:cubicBezTo>
                    <a:pt x="26" y="441"/>
                    <a:pt x="26" y="441"/>
                    <a:pt x="26" y="441"/>
                  </a:cubicBezTo>
                  <a:cubicBezTo>
                    <a:pt x="29" y="441"/>
                    <a:pt x="29" y="441"/>
                    <a:pt x="29" y="441"/>
                  </a:cubicBezTo>
                  <a:cubicBezTo>
                    <a:pt x="29" y="435"/>
                    <a:pt x="29" y="435"/>
                    <a:pt x="29" y="435"/>
                  </a:cubicBezTo>
                  <a:cubicBezTo>
                    <a:pt x="31" y="432"/>
                    <a:pt x="31" y="432"/>
                    <a:pt x="31" y="432"/>
                  </a:cubicBezTo>
                  <a:cubicBezTo>
                    <a:pt x="27" y="428"/>
                    <a:pt x="27" y="428"/>
                    <a:pt x="27" y="428"/>
                  </a:cubicBezTo>
                  <a:cubicBezTo>
                    <a:pt x="22" y="425"/>
                    <a:pt x="22" y="425"/>
                    <a:pt x="22" y="425"/>
                  </a:cubicBezTo>
                  <a:cubicBezTo>
                    <a:pt x="21" y="422"/>
                    <a:pt x="21" y="422"/>
                    <a:pt x="21" y="422"/>
                  </a:cubicBezTo>
                  <a:cubicBezTo>
                    <a:pt x="24" y="418"/>
                    <a:pt x="24" y="418"/>
                    <a:pt x="24" y="418"/>
                  </a:cubicBezTo>
                  <a:cubicBezTo>
                    <a:pt x="25" y="413"/>
                    <a:pt x="25" y="413"/>
                    <a:pt x="25" y="413"/>
                  </a:cubicBezTo>
                  <a:cubicBezTo>
                    <a:pt x="29" y="410"/>
                    <a:pt x="29" y="410"/>
                    <a:pt x="29" y="410"/>
                  </a:cubicBezTo>
                  <a:cubicBezTo>
                    <a:pt x="35" y="409"/>
                    <a:pt x="35" y="409"/>
                    <a:pt x="35" y="409"/>
                  </a:cubicBezTo>
                  <a:cubicBezTo>
                    <a:pt x="38" y="406"/>
                    <a:pt x="38" y="406"/>
                    <a:pt x="38" y="406"/>
                  </a:cubicBezTo>
                  <a:cubicBezTo>
                    <a:pt x="43" y="406"/>
                    <a:pt x="43" y="406"/>
                    <a:pt x="43" y="406"/>
                  </a:cubicBezTo>
                  <a:cubicBezTo>
                    <a:pt x="46" y="409"/>
                    <a:pt x="46" y="409"/>
                    <a:pt x="46" y="409"/>
                  </a:cubicBezTo>
                  <a:cubicBezTo>
                    <a:pt x="51" y="411"/>
                    <a:pt x="51" y="411"/>
                    <a:pt x="51" y="411"/>
                  </a:cubicBezTo>
                  <a:cubicBezTo>
                    <a:pt x="53" y="408"/>
                    <a:pt x="53" y="408"/>
                    <a:pt x="53" y="408"/>
                  </a:cubicBezTo>
                  <a:cubicBezTo>
                    <a:pt x="52" y="404"/>
                    <a:pt x="52" y="404"/>
                    <a:pt x="52" y="404"/>
                  </a:cubicBezTo>
                  <a:cubicBezTo>
                    <a:pt x="49" y="400"/>
                    <a:pt x="49" y="400"/>
                    <a:pt x="49" y="400"/>
                  </a:cubicBezTo>
                  <a:cubicBezTo>
                    <a:pt x="48" y="397"/>
                    <a:pt x="48" y="397"/>
                    <a:pt x="48" y="397"/>
                  </a:cubicBezTo>
                  <a:cubicBezTo>
                    <a:pt x="49" y="396"/>
                    <a:pt x="49" y="396"/>
                    <a:pt x="49" y="396"/>
                  </a:cubicBezTo>
                  <a:cubicBezTo>
                    <a:pt x="52" y="396"/>
                    <a:pt x="52" y="396"/>
                    <a:pt x="52" y="396"/>
                  </a:cubicBezTo>
                  <a:cubicBezTo>
                    <a:pt x="59" y="398"/>
                    <a:pt x="59" y="398"/>
                    <a:pt x="59" y="398"/>
                  </a:cubicBezTo>
                  <a:cubicBezTo>
                    <a:pt x="64" y="396"/>
                    <a:pt x="64" y="396"/>
                    <a:pt x="64" y="396"/>
                  </a:cubicBezTo>
                  <a:cubicBezTo>
                    <a:pt x="65" y="391"/>
                    <a:pt x="65" y="391"/>
                    <a:pt x="65" y="391"/>
                  </a:cubicBezTo>
                  <a:cubicBezTo>
                    <a:pt x="65" y="384"/>
                    <a:pt x="65" y="384"/>
                    <a:pt x="65" y="384"/>
                  </a:cubicBezTo>
                  <a:cubicBezTo>
                    <a:pt x="65" y="381"/>
                    <a:pt x="65" y="381"/>
                    <a:pt x="65" y="381"/>
                  </a:cubicBezTo>
                  <a:cubicBezTo>
                    <a:pt x="61" y="378"/>
                    <a:pt x="61" y="378"/>
                    <a:pt x="61" y="378"/>
                  </a:cubicBezTo>
                  <a:cubicBezTo>
                    <a:pt x="57" y="374"/>
                    <a:pt x="57" y="374"/>
                    <a:pt x="57" y="374"/>
                  </a:cubicBezTo>
                  <a:cubicBezTo>
                    <a:pt x="54" y="369"/>
                    <a:pt x="54" y="369"/>
                    <a:pt x="54" y="369"/>
                  </a:cubicBezTo>
                  <a:cubicBezTo>
                    <a:pt x="52" y="364"/>
                    <a:pt x="52" y="364"/>
                    <a:pt x="52" y="364"/>
                  </a:cubicBezTo>
                  <a:cubicBezTo>
                    <a:pt x="48" y="360"/>
                    <a:pt x="48" y="360"/>
                    <a:pt x="48" y="360"/>
                  </a:cubicBezTo>
                  <a:cubicBezTo>
                    <a:pt x="48" y="360"/>
                    <a:pt x="44" y="358"/>
                    <a:pt x="44" y="357"/>
                  </a:cubicBezTo>
                  <a:cubicBezTo>
                    <a:pt x="44" y="357"/>
                    <a:pt x="43" y="352"/>
                    <a:pt x="43" y="352"/>
                  </a:cubicBezTo>
                  <a:cubicBezTo>
                    <a:pt x="42" y="346"/>
                    <a:pt x="42" y="346"/>
                    <a:pt x="42" y="346"/>
                  </a:cubicBezTo>
                  <a:cubicBezTo>
                    <a:pt x="45" y="344"/>
                    <a:pt x="45" y="344"/>
                    <a:pt x="45" y="344"/>
                  </a:cubicBezTo>
                  <a:cubicBezTo>
                    <a:pt x="46" y="341"/>
                    <a:pt x="46" y="341"/>
                    <a:pt x="46" y="341"/>
                  </a:cubicBezTo>
                  <a:cubicBezTo>
                    <a:pt x="44" y="338"/>
                    <a:pt x="44" y="338"/>
                    <a:pt x="44" y="338"/>
                  </a:cubicBezTo>
                  <a:cubicBezTo>
                    <a:pt x="41" y="336"/>
                    <a:pt x="41" y="336"/>
                    <a:pt x="41" y="336"/>
                  </a:cubicBezTo>
                  <a:cubicBezTo>
                    <a:pt x="43" y="328"/>
                    <a:pt x="43" y="328"/>
                    <a:pt x="43" y="328"/>
                  </a:cubicBezTo>
                  <a:cubicBezTo>
                    <a:pt x="46" y="321"/>
                    <a:pt x="46" y="321"/>
                    <a:pt x="46" y="321"/>
                  </a:cubicBezTo>
                  <a:cubicBezTo>
                    <a:pt x="50" y="314"/>
                    <a:pt x="50" y="314"/>
                    <a:pt x="50" y="314"/>
                  </a:cubicBezTo>
                  <a:cubicBezTo>
                    <a:pt x="52" y="313"/>
                    <a:pt x="52" y="313"/>
                    <a:pt x="52" y="313"/>
                  </a:cubicBezTo>
                  <a:cubicBezTo>
                    <a:pt x="55" y="314"/>
                    <a:pt x="55" y="314"/>
                    <a:pt x="55" y="314"/>
                  </a:cubicBezTo>
                  <a:cubicBezTo>
                    <a:pt x="60" y="316"/>
                    <a:pt x="60" y="316"/>
                    <a:pt x="60" y="316"/>
                  </a:cubicBezTo>
                  <a:cubicBezTo>
                    <a:pt x="65" y="320"/>
                    <a:pt x="65" y="320"/>
                    <a:pt x="65" y="320"/>
                  </a:cubicBezTo>
                  <a:cubicBezTo>
                    <a:pt x="70" y="319"/>
                    <a:pt x="70" y="319"/>
                    <a:pt x="70" y="319"/>
                  </a:cubicBezTo>
                  <a:cubicBezTo>
                    <a:pt x="69" y="315"/>
                    <a:pt x="69" y="315"/>
                    <a:pt x="69" y="315"/>
                  </a:cubicBezTo>
                  <a:cubicBezTo>
                    <a:pt x="71" y="312"/>
                    <a:pt x="71" y="312"/>
                    <a:pt x="71" y="312"/>
                  </a:cubicBezTo>
                  <a:cubicBezTo>
                    <a:pt x="74" y="310"/>
                    <a:pt x="74" y="310"/>
                    <a:pt x="74" y="310"/>
                  </a:cubicBezTo>
                  <a:cubicBezTo>
                    <a:pt x="74" y="305"/>
                    <a:pt x="74" y="305"/>
                    <a:pt x="74" y="305"/>
                  </a:cubicBezTo>
                  <a:cubicBezTo>
                    <a:pt x="73" y="301"/>
                    <a:pt x="73" y="301"/>
                    <a:pt x="73" y="301"/>
                  </a:cubicBezTo>
                  <a:cubicBezTo>
                    <a:pt x="71" y="298"/>
                    <a:pt x="71" y="298"/>
                    <a:pt x="71" y="298"/>
                  </a:cubicBezTo>
                  <a:cubicBezTo>
                    <a:pt x="71" y="294"/>
                    <a:pt x="71" y="294"/>
                    <a:pt x="71" y="294"/>
                  </a:cubicBezTo>
                  <a:cubicBezTo>
                    <a:pt x="72" y="290"/>
                    <a:pt x="72" y="290"/>
                    <a:pt x="72" y="290"/>
                  </a:cubicBezTo>
                  <a:cubicBezTo>
                    <a:pt x="69" y="288"/>
                    <a:pt x="69" y="288"/>
                    <a:pt x="69" y="288"/>
                  </a:cubicBezTo>
                  <a:cubicBezTo>
                    <a:pt x="68" y="282"/>
                    <a:pt x="68" y="282"/>
                    <a:pt x="68" y="282"/>
                  </a:cubicBezTo>
                  <a:cubicBezTo>
                    <a:pt x="69" y="277"/>
                    <a:pt x="69" y="277"/>
                    <a:pt x="69" y="277"/>
                  </a:cubicBezTo>
                  <a:cubicBezTo>
                    <a:pt x="69" y="274"/>
                    <a:pt x="69" y="274"/>
                    <a:pt x="69" y="274"/>
                  </a:cubicBezTo>
                  <a:cubicBezTo>
                    <a:pt x="71" y="276"/>
                    <a:pt x="71" y="276"/>
                    <a:pt x="71" y="276"/>
                  </a:cubicBezTo>
                  <a:cubicBezTo>
                    <a:pt x="73" y="276"/>
                    <a:pt x="73" y="276"/>
                    <a:pt x="73" y="276"/>
                  </a:cubicBezTo>
                  <a:cubicBezTo>
                    <a:pt x="74" y="272"/>
                    <a:pt x="74" y="272"/>
                    <a:pt x="74" y="272"/>
                  </a:cubicBezTo>
                  <a:cubicBezTo>
                    <a:pt x="75" y="267"/>
                    <a:pt x="75" y="267"/>
                    <a:pt x="75" y="267"/>
                  </a:cubicBezTo>
                  <a:cubicBezTo>
                    <a:pt x="78" y="265"/>
                    <a:pt x="78" y="265"/>
                    <a:pt x="78" y="265"/>
                  </a:cubicBezTo>
                  <a:cubicBezTo>
                    <a:pt x="78" y="261"/>
                    <a:pt x="78" y="261"/>
                    <a:pt x="78" y="261"/>
                  </a:cubicBezTo>
                  <a:cubicBezTo>
                    <a:pt x="75" y="258"/>
                    <a:pt x="75" y="258"/>
                    <a:pt x="75" y="258"/>
                  </a:cubicBezTo>
                  <a:cubicBezTo>
                    <a:pt x="74" y="254"/>
                    <a:pt x="74" y="254"/>
                    <a:pt x="74" y="254"/>
                  </a:cubicBezTo>
                  <a:cubicBezTo>
                    <a:pt x="73" y="251"/>
                    <a:pt x="73" y="251"/>
                    <a:pt x="73" y="251"/>
                  </a:cubicBezTo>
                  <a:cubicBezTo>
                    <a:pt x="73" y="246"/>
                    <a:pt x="73" y="246"/>
                    <a:pt x="73" y="246"/>
                  </a:cubicBezTo>
                  <a:cubicBezTo>
                    <a:pt x="75" y="244"/>
                    <a:pt x="75" y="244"/>
                    <a:pt x="75" y="244"/>
                  </a:cubicBezTo>
                  <a:cubicBezTo>
                    <a:pt x="79" y="237"/>
                    <a:pt x="79" y="237"/>
                    <a:pt x="79" y="237"/>
                  </a:cubicBezTo>
                  <a:cubicBezTo>
                    <a:pt x="82" y="235"/>
                    <a:pt x="82" y="235"/>
                    <a:pt x="82" y="235"/>
                  </a:cubicBezTo>
                  <a:cubicBezTo>
                    <a:pt x="85" y="230"/>
                    <a:pt x="85" y="230"/>
                    <a:pt x="85" y="230"/>
                  </a:cubicBezTo>
                  <a:cubicBezTo>
                    <a:pt x="89" y="227"/>
                    <a:pt x="89" y="227"/>
                    <a:pt x="89" y="227"/>
                  </a:cubicBezTo>
                  <a:cubicBezTo>
                    <a:pt x="93" y="223"/>
                    <a:pt x="93" y="223"/>
                    <a:pt x="93" y="223"/>
                  </a:cubicBezTo>
                  <a:cubicBezTo>
                    <a:pt x="95" y="220"/>
                    <a:pt x="95" y="220"/>
                    <a:pt x="95" y="220"/>
                  </a:cubicBezTo>
                  <a:cubicBezTo>
                    <a:pt x="98" y="219"/>
                    <a:pt x="98" y="219"/>
                    <a:pt x="98" y="219"/>
                  </a:cubicBezTo>
                  <a:cubicBezTo>
                    <a:pt x="100" y="221"/>
                    <a:pt x="100" y="221"/>
                    <a:pt x="100" y="221"/>
                  </a:cubicBezTo>
                  <a:cubicBezTo>
                    <a:pt x="103" y="225"/>
                    <a:pt x="103" y="225"/>
                    <a:pt x="103" y="225"/>
                  </a:cubicBezTo>
                  <a:cubicBezTo>
                    <a:pt x="107" y="226"/>
                    <a:pt x="107" y="226"/>
                    <a:pt x="107" y="226"/>
                  </a:cubicBezTo>
                  <a:cubicBezTo>
                    <a:pt x="111" y="227"/>
                    <a:pt x="111" y="227"/>
                    <a:pt x="111" y="227"/>
                  </a:cubicBezTo>
                  <a:cubicBezTo>
                    <a:pt x="115" y="228"/>
                    <a:pt x="115" y="228"/>
                    <a:pt x="115" y="228"/>
                  </a:cubicBezTo>
                  <a:cubicBezTo>
                    <a:pt x="118" y="226"/>
                    <a:pt x="118" y="226"/>
                    <a:pt x="118" y="226"/>
                  </a:cubicBezTo>
                  <a:cubicBezTo>
                    <a:pt x="120" y="220"/>
                    <a:pt x="120" y="220"/>
                    <a:pt x="120" y="220"/>
                  </a:cubicBezTo>
                  <a:cubicBezTo>
                    <a:pt x="122" y="218"/>
                    <a:pt x="122" y="218"/>
                    <a:pt x="122" y="218"/>
                  </a:cubicBezTo>
                  <a:cubicBezTo>
                    <a:pt x="125" y="214"/>
                    <a:pt x="125" y="214"/>
                    <a:pt x="125" y="214"/>
                  </a:cubicBezTo>
                  <a:cubicBezTo>
                    <a:pt x="130" y="212"/>
                    <a:pt x="130" y="212"/>
                    <a:pt x="130" y="212"/>
                  </a:cubicBezTo>
                  <a:cubicBezTo>
                    <a:pt x="133" y="210"/>
                    <a:pt x="133" y="210"/>
                    <a:pt x="133" y="210"/>
                  </a:cubicBezTo>
                  <a:cubicBezTo>
                    <a:pt x="134" y="206"/>
                    <a:pt x="134" y="206"/>
                    <a:pt x="134" y="206"/>
                  </a:cubicBezTo>
                  <a:cubicBezTo>
                    <a:pt x="136" y="196"/>
                    <a:pt x="136" y="196"/>
                    <a:pt x="136" y="196"/>
                  </a:cubicBezTo>
                  <a:cubicBezTo>
                    <a:pt x="141" y="190"/>
                    <a:pt x="141" y="190"/>
                    <a:pt x="141" y="190"/>
                  </a:cubicBezTo>
                  <a:cubicBezTo>
                    <a:pt x="145" y="185"/>
                    <a:pt x="145" y="185"/>
                    <a:pt x="145" y="185"/>
                  </a:cubicBezTo>
                  <a:cubicBezTo>
                    <a:pt x="148" y="182"/>
                    <a:pt x="148" y="182"/>
                    <a:pt x="148" y="182"/>
                  </a:cubicBezTo>
                  <a:cubicBezTo>
                    <a:pt x="147" y="178"/>
                    <a:pt x="147" y="178"/>
                    <a:pt x="147" y="178"/>
                  </a:cubicBezTo>
                  <a:cubicBezTo>
                    <a:pt x="144" y="176"/>
                    <a:pt x="144" y="176"/>
                    <a:pt x="144" y="176"/>
                  </a:cubicBezTo>
                  <a:cubicBezTo>
                    <a:pt x="144" y="171"/>
                    <a:pt x="144" y="171"/>
                    <a:pt x="144" y="171"/>
                  </a:cubicBezTo>
                  <a:cubicBezTo>
                    <a:pt x="146" y="166"/>
                    <a:pt x="146" y="166"/>
                    <a:pt x="146" y="166"/>
                  </a:cubicBezTo>
                  <a:cubicBezTo>
                    <a:pt x="146" y="160"/>
                    <a:pt x="146" y="160"/>
                    <a:pt x="146" y="160"/>
                  </a:cubicBezTo>
                  <a:cubicBezTo>
                    <a:pt x="148" y="159"/>
                    <a:pt x="148" y="159"/>
                    <a:pt x="148" y="159"/>
                  </a:cubicBezTo>
                  <a:cubicBezTo>
                    <a:pt x="153" y="158"/>
                    <a:pt x="153" y="158"/>
                    <a:pt x="153" y="158"/>
                  </a:cubicBezTo>
                  <a:cubicBezTo>
                    <a:pt x="157" y="159"/>
                    <a:pt x="157" y="159"/>
                    <a:pt x="157" y="159"/>
                  </a:cubicBezTo>
                  <a:cubicBezTo>
                    <a:pt x="164" y="158"/>
                    <a:pt x="164" y="158"/>
                    <a:pt x="164" y="158"/>
                  </a:cubicBezTo>
                  <a:cubicBezTo>
                    <a:pt x="171" y="159"/>
                    <a:pt x="171" y="159"/>
                    <a:pt x="171" y="159"/>
                  </a:cubicBezTo>
                  <a:cubicBezTo>
                    <a:pt x="179" y="158"/>
                    <a:pt x="179" y="158"/>
                    <a:pt x="179" y="158"/>
                  </a:cubicBezTo>
                  <a:cubicBezTo>
                    <a:pt x="182" y="155"/>
                    <a:pt x="182" y="155"/>
                    <a:pt x="182" y="155"/>
                  </a:cubicBezTo>
                  <a:cubicBezTo>
                    <a:pt x="181" y="152"/>
                    <a:pt x="181" y="152"/>
                    <a:pt x="181" y="152"/>
                  </a:cubicBezTo>
                  <a:cubicBezTo>
                    <a:pt x="178" y="151"/>
                    <a:pt x="178" y="151"/>
                    <a:pt x="178" y="151"/>
                  </a:cubicBezTo>
                  <a:cubicBezTo>
                    <a:pt x="178" y="148"/>
                    <a:pt x="178" y="148"/>
                    <a:pt x="178" y="148"/>
                  </a:cubicBezTo>
                  <a:cubicBezTo>
                    <a:pt x="181" y="144"/>
                    <a:pt x="181" y="144"/>
                    <a:pt x="181" y="144"/>
                  </a:cubicBezTo>
                  <a:cubicBezTo>
                    <a:pt x="185" y="143"/>
                    <a:pt x="185" y="143"/>
                    <a:pt x="185" y="143"/>
                  </a:cubicBezTo>
                  <a:cubicBezTo>
                    <a:pt x="186" y="140"/>
                    <a:pt x="186" y="140"/>
                    <a:pt x="186" y="140"/>
                  </a:cubicBezTo>
                  <a:cubicBezTo>
                    <a:pt x="189" y="138"/>
                    <a:pt x="189" y="138"/>
                    <a:pt x="189" y="138"/>
                  </a:cubicBezTo>
                  <a:cubicBezTo>
                    <a:pt x="190" y="132"/>
                    <a:pt x="190" y="132"/>
                    <a:pt x="190" y="132"/>
                  </a:cubicBezTo>
                  <a:cubicBezTo>
                    <a:pt x="191" y="129"/>
                    <a:pt x="191" y="129"/>
                    <a:pt x="191" y="129"/>
                  </a:cubicBezTo>
                  <a:cubicBezTo>
                    <a:pt x="191" y="125"/>
                    <a:pt x="191" y="125"/>
                    <a:pt x="191" y="125"/>
                  </a:cubicBezTo>
                  <a:cubicBezTo>
                    <a:pt x="187" y="123"/>
                    <a:pt x="187" y="123"/>
                    <a:pt x="187" y="123"/>
                  </a:cubicBezTo>
                  <a:cubicBezTo>
                    <a:pt x="185" y="120"/>
                    <a:pt x="185" y="120"/>
                    <a:pt x="185" y="120"/>
                  </a:cubicBezTo>
                  <a:cubicBezTo>
                    <a:pt x="185" y="115"/>
                    <a:pt x="185" y="115"/>
                    <a:pt x="185" y="115"/>
                  </a:cubicBezTo>
                  <a:cubicBezTo>
                    <a:pt x="184" y="111"/>
                    <a:pt x="184" y="111"/>
                    <a:pt x="184" y="111"/>
                  </a:cubicBezTo>
                  <a:cubicBezTo>
                    <a:pt x="184" y="108"/>
                    <a:pt x="184" y="108"/>
                    <a:pt x="184" y="108"/>
                  </a:cubicBezTo>
                  <a:cubicBezTo>
                    <a:pt x="179" y="109"/>
                    <a:pt x="179" y="109"/>
                    <a:pt x="179" y="109"/>
                  </a:cubicBezTo>
                  <a:cubicBezTo>
                    <a:pt x="173" y="109"/>
                    <a:pt x="173" y="109"/>
                    <a:pt x="173" y="109"/>
                  </a:cubicBezTo>
                  <a:cubicBezTo>
                    <a:pt x="169" y="111"/>
                    <a:pt x="169" y="111"/>
                    <a:pt x="169" y="111"/>
                  </a:cubicBezTo>
                  <a:cubicBezTo>
                    <a:pt x="167" y="111"/>
                    <a:pt x="167" y="111"/>
                    <a:pt x="167" y="111"/>
                  </a:cubicBezTo>
                  <a:cubicBezTo>
                    <a:pt x="164" y="115"/>
                    <a:pt x="164" y="115"/>
                    <a:pt x="164" y="115"/>
                  </a:cubicBezTo>
                  <a:cubicBezTo>
                    <a:pt x="163" y="117"/>
                    <a:pt x="163" y="117"/>
                    <a:pt x="163" y="117"/>
                  </a:cubicBezTo>
                  <a:cubicBezTo>
                    <a:pt x="160" y="116"/>
                    <a:pt x="160" y="116"/>
                    <a:pt x="160" y="116"/>
                  </a:cubicBezTo>
                  <a:cubicBezTo>
                    <a:pt x="158" y="112"/>
                    <a:pt x="158" y="112"/>
                    <a:pt x="158" y="112"/>
                  </a:cubicBezTo>
                  <a:cubicBezTo>
                    <a:pt x="157" y="110"/>
                    <a:pt x="157" y="110"/>
                    <a:pt x="157" y="110"/>
                  </a:cubicBezTo>
                  <a:cubicBezTo>
                    <a:pt x="155" y="106"/>
                    <a:pt x="155" y="106"/>
                    <a:pt x="155" y="106"/>
                  </a:cubicBezTo>
                  <a:cubicBezTo>
                    <a:pt x="157" y="101"/>
                    <a:pt x="157" y="101"/>
                    <a:pt x="157" y="101"/>
                  </a:cubicBezTo>
                  <a:cubicBezTo>
                    <a:pt x="160" y="99"/>
                    <a:pt x="160" y="99"/>
                    <a:pt x="160" y="99"/>
                  </a:cubicBezTo>
                  <a:cubicBezTo>
                    <a:pt x="163" y="92"/>
                    <a:pt x="163" y="92"/>
                    <a:pt x="163" y="92"/>
                  </a:cubicBezTo>
                  <a:cubicBezTo>
                    <a:pt x="168" y="88"/>
                    <a:pt x="168" y="88"/>
                    <a:pt x="168" y="88"/>
                  </a:cubicBezTo>
                  <a:cubicBezTo>
                    <a:pt x="173" y="86"/>
                    <a:pt x="173" y="86"/>
                    <a:pt x="173" y="86"/>
                  </a:cubicBezTo>
                  <a:cubicBezTo>
                    <a:pt x="177" y="82"/>
                    <a:pt x="177" y="82"/>
                    <a:pt x="177" y="82"/>
                  </a:cubicBezTo>
                  <a:cubicBezTo>
                    <a:pt x="179" y="78"/>
                    <a:pt x="179" y="78"/>
                    <a:pt x="179" y="78"/>
                  </a:cubicBezTo>
                  <a:cubicBezTo>
                    <a:pt x="183" y="78"/>
                    <a:pt x="183" y="78"/>
                    <a:pt x="183" y="78"/>
                  </a:cubicBezTo>
                  <a:cubicBezTo>
                    <a:pt x="185" y="79"/>
                    <a:pt x="185" y="79"/>
                    <a:pt x="185" y="79"/>
                  </a:cubicBezTo>
                  <a:cubicBezTo>
                    <a:pt x="189" y="80"/>
                    <a:pt x="189" y="80"/>
                    <a:pt x="189" y="80"/>
                  </a:cubicBezTo>
                  <a:cubicBezTo>
                    <a:pt x="192" y="78"/>
                    <a:pt x="192" y="78"/>
                    <a:pt x="192" y="78"/>
                  </a:cubicBezTo>
                  <a:cubicBezTo>
                    <a:pt x="195" y="76"/>
                    <a:pt x="195" y="76"/>
                    <a:pt x="195" y="76"/>
                  </a:cubicBezTo>
                  <a:cubicBezTo>
                    <a:pt x="199" y="76"/>
                    <a:pt x="199" y="76"/>
                    <a:pt x="199" y="76"/>
                  </a:cubicBezTo>
                  <a:cubicBezTo>
                    <a:pt x="202" y="75"/>
                    <a:pt x="202" y="75"/>
                    <a:pt x="202" y="75"/>
                  </a:cubicBezTo>
                  <a:cubicBezTo>
                    <a:pt x="208" y="76"/>
                    <a:pt x="208" y="76"/>
                    <a:pt x="208" y="76"/>
                  </a:cubicBezTo>
                  <a:cubicBezTo>
                    <a:pt x="214" y="78"/>
                    <a:pt x="214" y="78"/>
                    <a:pt x="214" y="78"/>
                  </a:cubicBezTo>
                  <a:cubicBezTo>
                    <a:pt x="219" y="78"/>
                    <a:pt x="219" y="78"/>
                    <a:pt x="219" y="78"/>
                  </a:cubicBezTo>
                  <a:cubicBezTo>
                    <a:pt x="223" y="76"/>
                    <a:pt x="223" y="76"/>
                    <a:pt x="223" y="76"/>
                  </a:cubicBezTo>
                  <a:cubicBezTo>
                    <a:pt x="224" y="70"/>
                    <a:pt x="224" y="70"/>
                    <a:pt x="224" y="70"/>
                  </a:cubicBezTo>
                  <a:cubicBezTo>
                    <a:pt x="223" y="64"/>
                    <a:pt x="223" y="64"/>
                    <a:pt x="223" y="64"/>
                  </a:cubicBezTo>
                  <a:cubicBezTo>
                    <a:pt x="221" y="60"/>
                    <a:pt x="221" y="60"/>
                    <a:pt x="221" y="60"/>
                  </a:cubicBezTo>
                  <a:cubicBezTo>
                    <a:pt x="217" y="55"/>
                    <a:pt x="217" y="55"/>
                    <a:pt x="217" y="55"/>
                  </a:cubicBezTo>
                  <a:cubicBezTo>
                    <a:pt x="217" y="50"/>
                    <a:pt x="217" y="50"/>
                    <a:pt x="217" y="50"/>
                  </a:cubicBezTo>
                  <a:cubicBezTo>
                    <a:pt x="221" y="46"/>
                    <a:pt x="221" y="46"/>
                    <a:pt x="221" y="46"/>
                  </a:cubicBezTo>
                  <a:cubicBezTo>
                    <a:pt x="227" y="42"/>
                    <a:pt x="227" y="42"/>
                    <a:pt x="227" y="42"/>
                  </a:cubicBezTo>
                  <a:cubicBezTo>
                    <a:pt x="232" y="41"/>
                    <a:pt x="232" y="41"/>
                    <a:pt x="232" y="41"/>
                  </a:cubicBezTo>
                  <a:cubicBezTo>
                    <a:pt x="237" y="41"/>
                    <a:pt x="237" y="41"/>
                    <a:pt x="237" y="41"/>
                  </a:cubicBezTo>
                  <a:cubicBezTo>
                    <a:pt x="242" y="41"/>
                    <a:pt x="242" y="41"/>
                    <a:pt x="242" y="41"/>
                  </a:cubicBezTo>
                  <a:cubicBezTo>
                    <a:pt x="243" y="43"/>
                    <a:pt x="243" y="43"/>
                    <a:pt x="243" y="43"/>
                  </a:cubicBezTo>
                  <a:cubicBezTo>
                    <a:pt x="246" y="45"/>
                    <a:pt x="246" y="45"/>
                    <a:pt x="246" y="45"/>
                  </a:cubicBezTo>
                  <a:cubicBezTo>
                    <a:pt x="249" y="44"/>
                    <a:pt x="249" y="44"/>
                    <a:pt x="249" y="44"/>
                  </a:cubicBezTo>
                  <a:cubicBezTo>
                    <a:pt x="252" y="45"/>
                    <a:pt x="252" y="45"/>
                    <a:pt x="252" y="45"/>
                  </a:cubicBezTo>
                  <a:cubicBezTo>
                    <a:pt x="253" y="49"/>
                    <a:pt x="253" y="49"/>
                    <a:pt x="253" y="49"/>
                  </a:cubicBezTo>
                  <a:cubicBezTo>
                    <a:pt x="251" y="56"/>
                    <a:pt x="251" y="56"/>
                    <a:pt x="251" y="56"/>
                  </a:cubicBezTo>
                  <a:cubicBezTo>
                    <a:pt x="249" y="57"/>
                    <a:pt x="249" y="57"/>
                    <a:pt x="249" y="57"/>
                  </a:cubicBezTo>
                  <a:cubicBezTo>
                    <a:pt x="250" y="61"/>
                    <a:pt x="250" y="61"/>
                    <a:pt x="250" y="61"/>
                  </a:cubicBezTo>
                  <a:cubicBezTo>
                    <a:pt x="252" y="63"/>
                    <a:pt x="252" y="63"/>
                    <a:pt x="252" y="63"/>
                  </a:cubicBezTo>
                  <a:cubicBezTo>
                    <a:pt x="255" y="62"/>
                    <a:pt x="255" y="62"/>
                    <a:pt x="255" y="62"/>
                  </a:cubicBezTo>
                  <a:cubicBezTo>
                    <a:pt x="257" y="61"/>
                    <a:pt x="257" y="61"/>
                    <a:pt x="257" y="61"/>
                  </a:cubicBezTo>
                  <a:cubicBezTo>
                    <a:pt x="259" y="60"/>
                    <a:pt x="259" y="60"/>
                    <a:pt x="259" y="60"/>
                  </a:cubicBezTo>
                  <a:cubicBezTo>
                    <a:pt x="262" y="60"/>
                    <a:pt x="262" y="60"/>
                    <a:pt x="262" y="60"/>
                  </a:cubicBezTo>
                  <a:cubicBezTo>
                    <a:pt x="264" y="63"/>
                    <a:pt x="264" y="63"/>
                    <a:pt x="264" y="63"/>
                  </a:cubicBezTo>
                  <a:cubicBezTo>
                    <a:pt x="267" y="62"/>
                    <a:pt x="267" y="62"/>
                    <a:pt x="267" y="62"/>
                  </a:cubicBezTo>
                  <a:cubicBezTo>
                    <a:pt x="267" y="58"/>
                    <a:pt x="267" y="58"/>
                    <a:pt x="267" y="58"/>
                  </a:cubicBezTo>
                  <a:cubicBezTo>
                    <a:pt x="269" y="56"/>
                    <a:pt x="269" y="56"/>
                    <a:pt x="269" y="56"/>
                  </a:cubicBezTo>
                  <a:cubicBezTo>
                    <a:pt x="272" y="56"/>
                    <a:pt x="272" y="56"/>
                    <a:pt x="272" y="56"/>
                  </a:cubicBezTo>
                  <a:cubicBezTo>
                    <a:pt x="276" y="56"/>
                    <a:pt x="276" y="56"/>
                    <a:pt x="276" y="56"/>
                  </a:cubicBezTo>
                  <a:cubicBezTo>
                    <a:pt x="277" y="53"/>
                    <a:pt x="277" y="53"/>
                    <a:pt x="277" y="53"/>
                  </a:cubicBezTo>
                  <a:cubicBezTo>
                    <a:pt x="277" y="48"/>
                    <a:pt x="277" y="48"/>
                    <a:pt x="277" y="48"/>
                  </a:cubicBezTo>
                  <a:cubicBezTo>
                    <a:pt x="280" y="47"/>
                    <a:pt x="280" y="47"/>
                    <a:pt x="280" y="47"/>
                  </a:cubicBezTo>
                  <a:cubicBezTo>
                    <a:pt x="284" y="44"/>
                    <a:pt x="284" y="44"/>
                    <a:pt x="284" y="44"/>
                  </a:cubicBezTo>
                  <a:cubicBezTo>
                    <a:pt x="289" y="40"/>
                    <a:pt x="289" y="40"/>
                    <a:pt x="289" y="40"/>
                  </a:cubicBezTo>
                  <a:cubicBezTo>
                    <a:pt x="293" y="39"/>
                    <a:pt x="293" y="39"/>
                    <a:pt x="293" y="39"/>
                  </a:cubicBezTo>
                  <a:cubicBezTo>
                    <a:pt x="294" y="36"/>
                    <a:pt x="294" y="36"/>
                    <a:pt x="294" y="36"/>
                  </a:cubicBezTo>
                  <a:cubicBezTo>
                    <a:pt x="294" y="33"/>
                    <a:pt x="294" y="33"/>
                    <a:pt x="294" y="33"/>
                  </a:cubicBezTo>
                  <a:cubicBezTo>
                    <a:pt x="293" y="30"/>
                    <a:pt x="293" y="30"/>
                    <a:pt x="293" y="30"/>
                  </a:cubicBezTo>
                  <a:cubicBezTo>
                    <a:pt x="295" y="27"/>
                    <a:pt x="295" y="27"/>
                    <a:pt x="295" y="27"/>
                  </a:cubicBezTo>
                  <a:cubicBezTo>
                    <a:pt x="298" y="26"/>
                    <a:pt x="298" y="26"/>
                    <a:pt x="298" y="26"/>
                  </a:cubicBezTo>
                  <a:cubicBezTo>
                    <a:pt x="300" y="22"/>
                    <a:pt x="300" y="22"/>
                    <a:pt x="300" y="22"/>
                  </a:cubicBezTo>
                  <a:cubicBezTo>
                    <a:pt x="303" y="21"/>
                    <a:pt x="303" y="21"/>
                    <a:pt x="303" y="21"/>
                  </a:cubicBezTo>
                  <a:cubicBezTo>
                    <a:pt x="303" y="19"/>
                    <a:pt x="303" y="19"/>
                    <a:pt x="303" y="19"/>
                  </a:cubicBezTo>
                  <a:cubicBezTo>
                    <a:pt x="302" y="17"/>
                    <a:pt x="302" y="17"/>
                    <a:pt x="302" y="17"/>
                  </a:cubicBezTo>
                  <a:cubicBezTo>
                    <a:pt x="299" y="17"/>
                    <a:pt x="299" y="17"/>
                    <a:pt x="299" y="17"/>
                  </a:cubicBezTo>
                  <a:cubicBezTo>
                    <a:pt x="298" y="15"/>
                    <a:pt x="298" y="15"/>
                    <a:pt x="298" y="15"/>
                  </a:cubicBezTo>
                  <a:cubicBezTo>
                    <a:pt x="299" y="12"/>
                    <a:pt x="299" y="12"/>
                    <a:pt x="299" y="12"/>
                  </a:cubicBezTo>
                  <a:cubicBezTo>
                    <a:pt x="304" y="10"/>
                    <a:pt x="304" y="10"/>
                    <a:pt x="304" y="10"/>
                  </a:cubicBezTo>
                  <a:cubicBezTo>
                    <a:pt x="307" y="10"/>
                    <a:pt x="307" y="10"/>
                    <a:pt x="307" y="10"/>
                  </a:cubicBezTo>
                  <a:cubicBezTo>
                    <a:pt x="311" y="9"/>
                    <a:pt x="311" y="9"/>
                    <a:pt x="311" y="9"/>
                  </a:cubicBezTo>
                  <a:cubicBezTo>
                    <a:pt x="316" y="8"/>
                    <a:pt x="316" y="8"/>
                    <a:pt x="316" y="8"/>
                  </a:cubicBezTo>
                  <a:cubicBezTo>
                    <a:pt x="317" y="5"/>
                    <a:pt x="317" y="5"/>
                    <a:pt x="317" y="5"/>
                  </a:cubicBezTo>
                  <a:cubicBezTo>
                    <a:pt x="316" y="4"/>
                    <a:pt x="316" y="4"/>
                    <a:pt x="316" y="4"/>
                  </a:cubicBezTo>
                  <a:cubicBezTo>
                    <a:pt x="319" y="2"/>
                    <a:pt x="319" y="2"/>
                    <a:pt x="319" y="2"/>
                  </a:cubicBezTo>
                  <a:cubicBezTo>
                    <a:pt x="321" y="0"/>
                    <a:pt x="321" y="0"/>
                    <a:pt x="321" y="0"/>
                  </a:cubicBezTo>
                  <a:cubicBezTo>
                    <a:pt x="325" y="0"/>
                    <a:pt x="325" y="0"/>
                    <a:pt x="325" y="0"/>
                  </a:cubicBezTo>
                  <a:cubicBezTo>
                    <a:pt x="326" y="3"/>
                    <a:pt x="326" y="3"/>
                    <a:pt x="326" y="3"/>
                  </a:cubicBezTo>
                  <a:cubicBezTo>
                    <a:pt x="325" y="6"/>
                    <a:pt x="325" y="6"/>
                    <a:pt x="325" y="6"/>
                  </a:cubicBezTo>
                  <a:cubicBezTo>
                    <a:pt x="327" y="9"/>
                    <a:pt x="327" y="9"/>
                    <a:pt x="327" y="9"/>
                  </a:cubicBezTo>
                  <a:cubicBezTo>
                    <a:pt x="330" y="10"/>
                    <a:pt x="330" y="10"/>
                    <a:pt x="330" y="10"/>
                  </a:cubicBezTo>
                  <a:cubicBezTo>
                    <a:pt x="332" y="8"/>
                    <a:pt x="332" y="8"/>
                    <a:pt x="332" y="8"/>
                  </a:cubicBezTo>
                  <a:cubicBezTo>
                    <a:pt x="333" y="5"/>
                    <a:pt x="333" y="5"/>
                    <a:pt x="333" y="5"/>
                  </a:cubicBezTo>
                  <a:cubicBezTo>
                    <a:pt x="334" y="3"/>
                    <a:pt x="334" y="3"/>
                    <a:pt x="334" y="3"/>
                  </a:cubicBezTo>
                  <a:cubicBezTo>
                    <a:pt x="336" y="4"/>
                    <a:pt x="336" y="4"/>
                    <a:pt x="336" y="4"/>
                  </a:cubicBezTo>
                  <a:cubicBezTo>
                    <a:pt x="339" y="7"/>
                    <a:pt x="339" y="7"/>
                    <a:pt x="339" y="7"/>
                  </a:cubicBezTo>
                  <a:cubicBezTo>
                    <a:pt x="340" y="10"/>
                    <a:pt x="340" y="10"/>
                    <a:pt x="340" y="10"/>
                  </a:cubicBezTo>
                  <a:cubicBezTo>
                    <a:pt x="345" y="10"/>
                    <a:pt x="345" y="10"/>
                    <a:pt x="345" y="10"/>
                  </a:cubicBezTo>
                  <a:cubicBezTo>
                    <a:pt x="346" y="7"/>
                    <a:pt x="346" y="7"/>
                    <a:pt x="346" y="7"/>
                  </a:cubicBezTo>
                  <a:cubicBezTo>
                    <a:pt x="348" y="6"/>
                    <a:pt x="348" y="6"/>
                    <a:pt x="348" y="6"/>
                  </a:cubicBezTo>
                  <a:cubicBezTo>
                    <a:pt x="351" y="10"/>
                    <a:pt x="351" y="10"/>
                    <a:pt x="351" y="10"/>
                  </a:cubicBezTo>
                  <a:cubicBezTo>
                    <a:pt x="351" y="14"/>
                    <a:pt x="351" y="14"/>
                    <a:pt x="351" y="14"/>
                  </a:cubicBezTo>
                  <a:cubicBezTo>
                    <a:pt x="355" y="18"/>
                    <a:pt x="355" y="18"/>
                    <a:pt x="355" y="18"/>
                  </a:cubicBezTo>
                  <a:cubicBezTo>
                    <a:pt x="360" y="20"/>
                    <a:pt x="360" y="20"/>
                    <a:pt x="360" y="20"/>
                  </a:cubicBezTo>
                  <a:cubicBezTo>
                    <a:pt x="362" y="26"/>
                    <a:pt x="362" y="26"/>
                    <a:pt x="362" y="26"/>
                  </a:cubicBezTo>
                  <a:cubicBezTo>
                    <a:pt x="361" y="28"/>
                    <a:pt x="361" y="28"/>
                    <a:pt x="361" y="28"/>
                  </a:cubicBezTo>
                  <a:cubicBezTo>
                    <a:pt x="358" y="27"/>
                    <a:pt x="358" y="27"/>
                    <a:pt x="358" y="27"/>
                  </a:cubicBezTo>
                  <a:cubicBezTo>
                    <a:pt x="355" y="25"/>
                    <a:pt x="355" y="25"/>
                    <a:pt x="355" y="25"/>
                  </a:cubicBezTo>
                  <a:cubicBezTo>
                    <a:pt x="352" y="24"/>
                    <a:pt x="352" y="24"/>
                    <a:pt x="352" y="24"/>
                  </a:cubicBezTo>
                  <a:cubicBezTo>
                    <a:pt x="350" y="24"/>
                    <a:pt x="350" y="24"/>
                    <a:pt x="350" y="24"/>
                  </a:cubicBezTo>
                  <a:cubicBezTo>
                    <a:pt x="350" y="27"/>
                    <a:pt x="350" y="27"/>
                    <a:pt x="350" y="27"/>
                  </a:cubicBezTo>
                  <a:cubicBezTo>
                    <a:pt x="350" y="32"/>
                    <a:pt x="350" y="32"/>
                    <a:pt x="350" y="32"/>
                  </a:cubicBezTo>
                  <a:cubicBezTo>
                    <a:pt x="347" y="35"/>
                    <a:pt x="347" y="35"/>
                    <a:pt x="347" y="35"/>
                  </a:cubicBezTo>
                  <a:cubicBezTo>
                    <a:pt x="345" y="37"/>
                    <a:pt x="345" y="37"/>
                    <a:pt x="345" y="37"/>
                  </a:cubicBezTo>
                  <a:cubicBezTo>
                    <a:pt x="343" y="41"/>
                    <a:pt x="343" y="41"/>
                    <a:pt x="343" y="41"/>
                  </a:cubicBezTo>
                  <a:cubicBezTo>
                    <a:pt x="344" y="45"/>
                    <a:pt x="344" y="45"/>
                    <a:pt x="344" y="45"/>
                  </a:cubicBezTo>
                  <a:cubicBezTo>
                    <a:pt x="346" y="50"/>
                    <a:pt x="346" y="50"/>
                    <a:pt x="346" y="50"/>
                  </a:cubicBezTo>
                  <a:cubicBezTo>
                    <a:pt x="350" y="54"/>
                    <a:pt x="350" y="54"/>
                    <a:pt x="350" y="54"/>
                  </a:cubicBezTo>
                  <a:cubicBezTo>
                    <a:pt x="353" y="57"/>
                    <a:pt x="353" y="57"/>
                    <a:pt x="353" y="57"/>
                  </a:cubicBezTo>
                  <a:cubicBezTo>
                    <a:pt x="353" y="63"/>
                    <a:pt x="353" y="63"/>
                    <a:pt x="353" y="63"/>
                  </a:cubicBezTo>
                  <a:cubicBezTo>
                    <a:pt x="351" y="66"/>
                    <a:pt x="351" y="66"/>
                    <a:pt x="351" y="66"/>
                  </a:cubicBezTo>
                  <a:cubicBezTo>
                    <a:pt x="352" y="70"/>
                    <a:pt x="352" y="70"/>
                    <a:pt x="352" y="70"/>
                  </a:cubicBezTo>
                  <a:cubicBezTo>
                    <a:pt x="350" y="73"/>
                    <a:pt x="350" y="73"/>
                    <a:pt x="350" y="73"/>
                  </a:cubicBezTo>
                  <a:cubicBezTo>
                    <a:pt x="347" y="74"/>
                    <a:pt x="347" y="74"/>
                    <a:pt x="347" y="74"/>
                  </a:cubicBezTo>
                  <a:cubicBezTo>
                    <a:pt x="344" y="74"/>
                    <a:pt x="344" y="74"/>
                    <a:pt x="344" y="74"/>
                  </a:cubicBezTo>
                  <a:cubicBezTo>
                    <a:pt x="341" y="76"/>
                    <a:pt x="341" y="76"/>
                    <a:pt x="341" y="76"/>
                  </a:cubicBezTo>
                  <a:cubicBezTo>
                    <a:pt x="339" y="80"/>
                    <a:pt x="339" y="80"/>
                    <a:pt x="339" y="80"/>
                  </a:cubicBezTo>
                  <a:cubicBezTo>
                    <a:pt x="339" y="85"/>
                    <a:pt x="339" y="85"/>
                    <a:pt x="339" y="85"/>
                  </a:cubicBezTo>
                  <a:cubicBezTo>
                    <a:pt x="337" y="89"/>
                    <a:pt x="337" y="89"/>
                    <a:pt x="337" y="89"/>
                  </a:cubicBezTo>
                  <a:cubicBezTo>
                    <a:pt x="335" y="93"/>
                    <a:pt x="335" y="93"/>
                    <a:pt x="335" y="93"/>
                  </a:cubicBezTo>
                  <a:cubicBezTo>
                    <a:pt x="338" y="95"/>
                    <a:pt x="338" y="95"/>
                    <a:pt x="338" y="95"/>
                  </a:cubicBezTo>
                  <a:cubicBezTo>
                    <a:pt x="342" y="96"/>
                    <a:pt x="342" y="96"/>
                    <a:pt x="342" y="96"/>
                  </a:cubicBezTo>
                  <a:cubicBezTo>
                    <a:pt x="345" y="98"/>
                    <a:pt x="345" y="98"/>
                    <a:pt x="345" y="98"/>
                  </a:cubicBezTo>
                  <a:cubicBezTo>
                    <a:pt x="348" y="102"/>
                    <a:pt x="348" y="102"/>
                    <a:pt x="348" y="102"/>
                  </a:cubicBezTo>
                  <a:cubicBezTo>
                    <a:pt x="352" y="101"/>
                    <a:pt x="352" y="101"/>
                    <a:pt x="352" y="101"/>
                  </a:cubicBezTo>
                  <a:cubicBezTo>
                    <a:pt x="353" y="100"/>
                    <a:pt x="353" y="100"/>
                    <a:pt x="353" y="100"/>
                  </a:cubicBezTo>
                  <a:cubicBezTo>
                    <a:pt x="357" y="99"/>
                    <a:pt x="357" y="99"/>
                    <a:pt x="357" y="99"/>
                  </a:cubicBezTo>
                  <a:cubicBezTo>
                    <a:pt x="361" y="102"/>
                    <a:pt x="361" y="102"/>
                    <a:pt x="361" y="102"/>
                  </a:cubicBezTo>
                  <a:cubicBezTo>
                    <a:pt x="363" y="105"/>
                    <a:pt x="363" y="105"/>
                    <a:pt x="363" y="105"/>
                  </a:cubicBezTo>
                  <a:cubicBezTo>
                    <a:pt x="367" y="107"/>
                    <a:pt x="367" y="107"/>
                    <a:pt x="367" y="107"/>
                  </a:cubicBezTo>
                  <a:cubicBezTo>
                    <a:pt x="372" y="104"/>
                    <a:pt x="372" y="104"/>
                    <a:pt x="372" y="104"/>
                  </a:cubicBezTo>
                  <a:cubicBezTo>
                    <a:pt x="374" y="102"/>
                    <a:pt x="374" y="102"/>
                    <a:pt x="374" y="102"/>
                  </a:cubicBezTo>
                  <a:cubicBezTo>
                    <a:pt x="376" y="100"/>
                    <a:pt x="376" y="100"/>
                    <a:pt x="376" y="100"/>
                  </a:cubicBezTo>
                  <a:cubicBezTo>
                    <a:pt x="376" y="97"/>
                    <a:pt x="376" y="97"/>
                    <a:pt x="376" y="97"/>
                  </a:cubicBezTo>
                  <a:cubicBezTo>
                    <a:pt x="374" y="95"/>
                    <a:pt x="374" y="95"/>
                    <a:pt x="374" y="95"/>
                  </a:cubicBezTo>
                  <a:cubicBezTo>
                    <a:pt x="372" y="97"/>
                    <a:pt x="372" y="97"/>
                    <a:pt x="372" y="97"/>
                  </a:cubicBezTo>
                  <a:cubicBezTo>
                    <a:pt x="369" y="97"/>
                    <a:pt x="369" y="97"/>
                    <a:pt x="369" y="97"/>
                  </a:cubicBezTo>
                  <a:cubicBezTo>
                    <a:pt x="368" y="94"/>
                    <a:pt x="368" y="94"/>
                    <a:pt x="368" y="94"/>
                  </a:cubicBezTo>
                  <a:cubicBezTo>
                    <a:pt x="366" y="90"/>
                    <a:pt x="366" y="90"/>
                    <a:pt x="366" y="90"/>
                  </a:cubicBezTo>
                  <a:cubicBezTo>
                    <a:pt x="366" y="87"/>
                    <a:pt x="366" y="87"/>
                    <a:pt x="366" y="87"/>
                  </a:cubicBezTo>
                  <a:cubicBezTo>
                    <a:pt x="368" y="85"/>
                    <a:pt x="368" y="85"/>
                    <a:pt x="368" y="85"/>
                  </a:cubicBezTo>
                  <a:cubicBezTo>
                    <a:pt x="372" y="83"/>
                    <a:pt x="372" y="83"/>
                    <a:pt x="372" y="83"/>
                  </a:cubicBezTo>
                  <a:cubicBezTo>
                    <a:pt x="376" y="81"/>
                    <a:pt x="376" y="81"/>
                    <a:pt x="376" y="81"/>
                  </a:cubicBezTo>
                  <a:cubicBezTo>
                    <a:pt x="379" y="79"/>
                    <a:pt x="379" y="79"/>
                    <a:pt x="379" y="79"/>
                  </a:cubicBezTo>
                  <a:cubicBezTo>
                    <a:pt x="381" y="77"/>
                    <a:pt x="381" y="77"/>
                    <a:pt x="381" y="77"/>
                  </a:cubicBezTo>
                  <a:cubicBezTo>
                    <a:pt x="380" y="72"/>
                    <a:pt x="380" y="72"/>
                    <a:pt x="380" y="72"/>
                  </a:cubicBezTo>
                  <a:cubicBezTo>
                    <a:pt x="381" y="70"/>
                    <a:pt x="381" y="70"/>
                    <a:pt x="381" y="70"/>
                  </a:cubicBezTo>
                  <a:cubicBezTo>
                    <a:pt x="383" y="72"/>
                    <a:pt x="383" y="72"/>
                    <a:pt x="383" y="72"/>
                  </a:cubicBezTo>
                  <a:cubicBezTo>
                    <a:pt x="386" y="76"/>
                    <a:pt x="386" y="76"/>
                    <a:pt x="386" y="76"/>
                  </a:cubicBezTo>
                  <a:cubicBezTo>
                    <a:pt x="387" y="80"/>
                    <a:pt x="387" y="80"/>
                    <a:pt x="387" y="80"/>
                  </a:cubicBezTo>
                  <a:cubicBezTo>
                    <a:pt x="390" y="83"/>
                    <a:pt x="390" y="83"/>
                    <a:pt x="390" y="83"/>
                  </a:cubicBezTo>
                  <a:cubicBezTo>
                    <a:pt x="391" y="82"/>
                    <a:pt x="391" y="82"/>
                    <a:pt x="391" y="82"/>
                  </a:cubicBezTo>
                  <a:cubicBezTo>
                    <a:pt x="391" y="77"/>
                    <a:pt x="391" y="77"/>
                    <a:pt x="391" y="77"/>
                  </a:cubicBezTo>
                  <a:cubicBezTo>
                    <a:pt x="393" y="74"/>
                    <a:pt x="393" y="74"/>
                    <a:pt x="393" y="74"/>
                  </a:cubicBezTo>
                  <a:cubicBezTo>
                    <a:pt x="392" y="71"/>
                    <a:pt x="392" y="71"/>
                    <a:pt x="392" y="71"/>
                  </a:cubicBezTo>
                  <a:cubicBezTo>
                    <a:pt x="396" y="71"/>
                    <a:pt x="396" y="71"/>
                    <a:pt x="396" y="71"/>
                  </a:cubicBezTo>
                  <a:cubicBezTo>
                    <a:pt x="400" y="71"/>
                    <a:pt x="400" y="71"/>
                    <a:pt x="400" y="71"/>
                  </a:cubicBezTo>
                  <a:cubicBezTo>
                    <a:pt x="402" y="75"/>
                    <a:pt x="402" y="75"/>
                    <a:pt x="402" y="75"/>
                  </a:cubicBezTo>
                  <a:cubicBezTo>
                    <a:pt x="404" y="81"/>
                    <a:pt x="404" y="81"/>
                    <a:pt x="404" y="81"/>
                  </a:cubicBezTo>
                  <a:lnTo>
                    <a:pt x="404" y="82"/>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30"/>
            <p:cNvSpPr>
              <a:spLocks/>
            </p:cNvSpPr>
            <p:nvPr/>
          </p:nvSpPr>
          <p:spPr bwMode="auto">
            <a:xfrm>
              <a:off x="2227263" y="1789113"/>
              <a:ext cx="863600" cy="1114425"/>
            </a:xfrm>
            <a:custGeom>
              <a:avLst/>
              <a:gdLst/>
              <a:ahLst/>
              <a:cxnLst>
                <a:cxn ang="0">
                  <a:pos x="194" y="8"/>
                </a:cxn>
                <a:cxn ang="0">
                  <a:pos x="220" y="22"/>
                </a:cxn>
                <a:cxn ang="0">
                  <a:pos x="237" y="42"/>
                </a:cxn>
                <a:cxn ang="0">
                  <a:pos x="270" y="39"/>
                </a:cxn>
                <a:cxn ang="0">
                  <a:pos x="287" y="48"/>
                </a:cxn>
                <a:cxn ang="0">
                  <a:pos x="287" y="91"/>
                </a:cxn>
                <a:cxn ang="0">
                  <a:pos x="284" y="117"/>
                </a:cxn>
                <a:cxn ang="0">
                  <a:pos x="280" y="147"/>
                </a:cxn>
                <a:cxn ang="0">
                  <a:pos x="295" y="147"/>
                </a:cxn>
                <a:cxn ang="0">
                  <a:pos x="308" y="158"/>
                </a:cxn>
                <a:cxn ang="0">
                  <a:pos x="306" y="197"/>
                </a:cxn>
                <a:cxn ang="0">
                  <a:pos x="295" y="250"/>
                </a:cxn>
                <a:cxn ang="0">
                  <a:pos x="333" y="296"/>
                </a:cxn>
                <a:cxn ang="0">
                  <a:pos x="371" y="295"/>
                </a:cxn>
                <a:cxn ang="0">
                  <a:pos x="398" y="310"/>
                </a:cxn>
                <a:cxn ang="0">
                  <a:pos x="421" y="315"/>
                </a:cxn>
                <a:cxn ang="0">
                  <a:pos x="443" y="332"/>
                </a:cxn>
                <a:cxn ang="0">
                  <a:pos x="461" y="343"/>
                </a:cxn>
                <a:cxn ang="0">
                  <a:pos x="468" y="386"/>
                </a:cxn>
                <a:cxn ang="0">
                  <a:pos x="433" y="394"/>
                </a:cxn>
                <a:cxn ang="0">
                  <a:pos x="400" y="399"/>
                </a:cxn>
                <a:cxn ang="0">
                  <a:pos x="366" y="411"/>
                </a:cxn>
                <a:cxn ang="0">
                  <a:pos x="317" y="423"/>
                </a:cxn>
                <a:cxn ang="0">
                  <a:pos x="294" y="442"/>
                </a:cxn>
                <a:cxn ang="0">
                  <a:pos x="293" y="485"/>
                </a:cxn>
                <a:cxn ang="0">
                  <a:pos x="292" y="516"/>
                </a:cxn>
                <a:cxn ang="0">
                  <a:pos x="303" y="554"/>
                </a:cxn>
                <a:cxn ang="0">
                  <a:pos x="307" y="575"/>
                </a:cxn>
                <a:cxn ang="0">
                  <a:pos x="308" y="602"/>
                </a:cxn>
                <a:cxn ang="0">
                  <a:pos x="283" y="600"/>
                </a:cxn>
                <a:cxn ang="0">
                  <a:pos x="247" y="580"/>
                </a:cxn>
                <a:cxn ang="0">
                  <a:pos x="207" y="574"/>
                </a:cxn>
                <a:cxn ang="0">
                  <a:pos x="185" y="559"/>
                </a:cxn>
                <a:cxn ang="0">
                  <a:pos x="162" y="550"/>
                </a:cxn>
                <a:cxn ang="0">
                  <a:pos x="146" y="535"/>
                </a:cxn>
                <a:cxn ang="0">
                  <a:pos x="155" y="510"/>
                </a:cxn>
                <a:cxn ang="0">
                  <a:pos x="142" y="481"/>
                </a:cxn>
                <a:cxn ang="0">
                  <a:pos x="99" y="474"/>
                </a:cxn>
                <a:cxn ang="0">
                  <a:pos x="67" y="450"/>
                </a:cxn>
                <a:cxn ang="0">
                  <a:pos x="59" y="422"/>
                </a:cxn>
                <a:cxn ang="0">
                  <a:pos x="43" y="407"/>
                </a:cxn>
                <a:cxn ang="0">
                  <a:pos x="15" y="387"/>
                </a:cxn>
                <a:cxn ang="0">
                  <a:pos x="3" y="349"/>
                </a:cxn>
                <a:cxn ang="0">
                  <a:pos x="13" y="317"/>
                </a:cxn>
                <a:cxn ang="0">
                  <a:pos x="12" y="295"/>
                </a:cxn>
                <a:cxn ang="0">
                  <a:pos x="68" y="286"/>
                </a:cxn>
                <a:cxn ang="0">
                  <a:pos x="85" y="257"/>
                </a:cxn>
                <a:cxn ang="0">
                  <a:pos x="86" y="231"/>
                </a:cxn>
                <a:cxn ang="0">
                  <a:pos x="72" y="204"/>
                </a:cxn>
                <a:cxn ang="0">
                  <a:pos x="64" y="164"/>
                </a:cxn>
                <a:cxn ang="0">
                  <a:pos x="64" y="136"/>
                </a:cxn>
                <a:cxn ang="0">
                  <a:pos x="63" y="125"/>
                </a:cxn>
                <a:cxn ang="0">
                  <a:pos x="34" y="81"/>
                </a:cxn>
                <a:cxn ang="0">
                  <a:pos x="61" y="59"/>
                </a:cxn>
                <a:cxn ang="0">
                  <a:pos x="82" y="36"/>
                </a:cxn>
                <a:cxn ang="0">
                  <a:pos x="120" y="50"/>
                </a:cxn>
                <a:cxn ang="0">
                  <a:pos x="163" y="21"/>
                </a:cxn>
              </a:cxnLst>
              <a:rect l="0" t="0" r="r" b="b"/>
              <a:pathLst>
                <a:path w="470" h="607">
                  <a:moveTo>
                    <a:pt x="179" y="4"/>
                  </a:moveTo>
                  <a:cubicBezTo>
                    <a:pt x="181" y="1"/>
                    <a:pt x="181" y="1"/>
                    <a:pt x="181" y="1"/>
                  </a:cubicBezTo>
                  <a:cubicBezTo>
                    <a:pt x="183" y="0"/>
                    <a:pt x="183" y="0"/>
                    <a:pt x="183" y="0"/>
                  </a:cubicBezTo>
                  <a:cubicBezTo>
                    <a:pt x="186" y="0"/>
                    <a:pt x="186" y="0"/>
                    <a:pt x="186" y="0"/>
                  </a:cubicBezTo>
                  <a:cubicBezTo>
                    <a:pt x="187" y="2"/>
                    <a:pt x="187" y="2"/>
                    <a:pt x="187" y="2"/>
                  </a:cubicBezTo>
                  <a:cubicBezTo>
                    <a:pt x="185" y="5"/>
                    <a:pt x="185" y="5"/>
                    <a:pt x="185" y="5"/>
                  </a:cubicBezTo>
                  <a:cubicBezTo>
                    <a:pt x="186" y="8"/>
                    <a:pt x="186" y="8"/>
                    <a:pt x="186" y="8"/>
                  </a:cubicBezTo>
                  <a:cubicBezTo>
                    <a:pt x="189" y="7"/>
                    <a:pt x="189" y="7"/>
                    <a:pt x="189" y="7"/>
                  </a:cubicBezTo>
                  <a:cubicBezTo>
                    <a:pt x="194" y="8"/>
                    <a:pt x="194" y="8"/>
                    <a:pt x="194" y="8"/>
                  </a:cubicBezTo>
                  <a:cubicBezTo>
                    <a:pt x="194" y="12"/>
                    <a:pt x="194" y="12"/>
                    <a:pt x="194" y="12"/>
                  </a:cubicBezTo>
                  <a:cubicBezTo>
                    <a:pt x="196" y="17"/>
                    <a:pt x="196" y="17"/>
                    <a:pt x="196" y="17"/>
                  </a:cubicBezTo>
                  <a:cubicBezTo>
                    <a:pt x="198" y="19"/>
                    <a:pt x="198" y="19"/>
                    <a:pt x="198" y="19"/>
                  </a:cubicBezTo>
                  <a:cubicBezTo>
                    <a:pt x="201" y="16"/>
                    <a:pt x="201" y="16"/>
                    <a:pt x="201" y="16"/>
                  </a:cubicBezTo>
                  <a:cubicBezTo>
                    <a:pt x="206" y="16"/>
                    <a:pt x="206" y="16"/>
                    <a:pt x="206" y="16"/>
                  </a:cubicBezTo>
                  <a:cubicBezTo>
                    <a:pt x="210" y="18"/>
                    <a:pt x="210" y="18"/>
                    <a:pt x="210" y="18"/>
                  </a:cubicBezTo>
                  <a:cubicBezTo>
                    <a:pt x="212" y="21"/>
                    <a:pt x="212" y="21"/>
                    <a:pt x="212" y="21"/>
                  </a:cubicBezTo>
                  <a:cubicBezTo>
                    <a:pt x="215" y="22"/>
                    <a:pt x="215" y="22"/>
                    <a:pt x="215" y="22"/>
                  </a:cubicBezTo>
                  <a:cubicBezTo>
                    <a:pt x="220" y="22"/>
                    <a:pt x="220" y="22"/>
                    <a:pt x="220" y="22"/>
                  </a:cubicBezTo>
                  <a:cubicBezTo>
                    <a:pt x="224" y="25"/>
                    <a:pt x="224" y="25"/>
                    <a:pt x="224" y="25"/>
                  </a:cubicBezTo>
                  <a:cubicBezTo>
                    <a:pt x="225" y="29"/>
                    <a:pt x="225" y="29"/>
                    <a:pt x="225" y="29"/>
                  </a:cubicBezTo>
                  <a:cubicBezTo>
                    <a:pt x="222" y="30"/>
                    <a:pt x="222" y="30"/>
                    <a:pt x="222" y="30"/>
                  </a:cubicBezTo>
                  <a:cubicBezTo>
                    <a:pt x="221" y="34"/>
                    <a:pt x="221" y="34"/>
                    <a:pt x="221" y="34"/>
                  </a:cubicBezTo>
                  <a:cubicBezTo>
                    <a:pt x="222" y="37"/>
                    <a:pt x="222" y="37"/>
                    <a:pt x="222" y="37"/>
                  </a:cubicBezTo>
                  <a:cubicBezTo>
                    <a:pt x="226" y="38"/>
                    <a:pt x="226" y="38"/>
                    <a:pt x="226" y="38"/>
                  </a:cubicBezTo>
                  <a:cubicBezTo>
                    <a:pt x="230" y="41"/>
                    <a:pt x="230" y="41"/>
                    <a:pt x="230" y="41"/>
                  </a:cubicBezTo>
                  <a:cubicBezTo>
                    <a:pt x="234" y="42"/>
                    <a:pt x="234" y="42"/>
                    <a:pt x="234" y="42"/>
                  </a:cubicBezTo>
                  <a:cubicBezTo>
                    <a:pt x="237" y="42"/>
                    <a:pt x="237" y="42"/>
                    <a:pt x="237" y="42"/>
                  </a:cubicBezTo>
                  <a:cubicBezTo>
                    <a:pt x="244" y="43"/>
                    <a:pt x="244" y="43"/>
                    <a:pt x="244" y="43"/>
                  </a:cubicBezTo>
                  <a:cubicBezTo>
                    <a:pt x="250" y="46"/>
                    <a:pt x="250" y="46"/>
                    <a:pt x="250" y="46"/>
                  </a:cubicBezTo>
                  <a:cubicBezTo>
                    <a:pt x="253" y="45"/>
                    <a:pt x="253" y="45"/>
                    <a:pt x="253" y="45"/>
                  </a:cubicBezTo>
                  <a:cubicBezTo>
                    <a:pt x="256" y="43"/>
                    <a:pt x="256" y="43"/>
                    <a:pt x="256" y="43"/>
                  </a:cubicBezTo>
                  <a:cubicBezTo>
                    <a:pt x="258" y="43"/>
                    <a:pt x="258" y="43"/>
                    <a:pt x="258" y="43"/>
                  </a:cubicBezTo>
                  <a:cubicBezTo>
                    <a:pt x="263" y="44"/>
                    <a:pt x="263" y="44"/>
                    <a:pt x="263" y="44"/>
                  </a:cubicBezTo>
                  <a:cubicBezTo>
                    <a:pt x="266" y="43"/>
                    <a:pt x="266" y="43"/>
                    <a:pt x="266" y="43"/>
                  </a:cubicBezTo>
                  <a:cubicBezTo>
                    <a:pt x="268" y="40"/>
                    <a:pt x="268" y="40"/>
                    <a:pt x="268" y="40"/>
                  </a:cubicBezTo>
                  <a:cubicBezTo>
                    <a:pt x="270" y="39"/>
                    <a:pt x="270" y="39"/>
                    <a:pt x="270" y="39"/>
                  </a:cubicBezTo>
                  <a:cubicBezTo>
                    <a:pt x="272" y="40"/>
                    <a:pt x="272" y="40"/>
                    <a:pt x="272" y="40"/>
                  </a:cubicBezTo>
                  <a:cubicBezTo>
                    <a:pt x="272" y="44"/>
                    <a:pt x="272" y="44"/>
                    <a:pt x="272" y="44"/>
                  </a:cubicBezTo>
                  <a:cubicBezTo>
                    <a:pt x="271" y="48"/>
                    <a:pt x="271" y="48"/>
                    <a:pt x="271" y="48"/>
                  </a:cubicBezTo>
                  <a:cubicBezTo>
                    <a:pt x="272" y="53"/>
                    <a:pt x="272" y="53"/>
                    <a:pt x="272" y="53"/>
                  </a:cubicBezTo>
                  <a:cubicBezTo>
                    <a:pt x="275" y="52"/>
                    <a:pt x="275" y="52"/>
                    <a:pt x="275" y="52"/>
                  </a:cubicBezTo>
                  <a:cubicBezTo>
                    <a:pt x="279" y="49"/>
                    <a:pt x="279" y="49"/>
                    <a:pt x="279" y="49"/>
                  </a:cubicBezTo>
                  <a:cubicBezTo>
                    <a:pt x="281" y="47"/>
                    <a:pt x="281" y="47"/>
                    <a:pt x="281" y="47"/>
                  </a:cubicBezTo>
                  <a:cubicBezTo>
                    <a:pt x="285" y="45"/>
                    <a:pt x="285" y="45"/>
                    <a:pt x="285" y="45"/>
                  </a:cubicBezTo>
                  <a:cubicBezTo>
                    <a:pt x="287" y="48"/>
                    <a:pt x="287" y="48"/>
                    <a:pt x="287" y="48"/>
                  </a:cubicBezTo>
                  <a:cubicBezTo>
                    <a:pt x="291" y="50"/>
                    <a:pt x="291" y="50"/>
                    <a:pt x="291" y="50"/>
                  </a:cubicBezTo>
                  <a:cubicBezTo>
                    <a:pt x="293" y="54"/>
                    <a:pt x="293" y="54"/>
                    <a:pt x="293" y="54"/>
                  </a:cubicBezTo>
                  <a:cubicBezTo>
                    <a:pt x="293" y="60"/>
                    <a:pt x="293" y="60"/>
                    <a:pt x="293" y="60"/>
                  </a:cubicBezTo>
                  <a:cubicBezTo>
                    <a:pt x="296" y="64"/>
                    <a:pt x="296" y="64"/>
                    <a:pt x="296" y="64"/>
                  </a:cubicBezTo>
                  <a:cubicBezTo>
                    <a:pt x="296" y="69"/>
                    <a:pt x="296" y="69"/>
                    <a:pt x="296" y="69"/>
                  </a:cubicBezTo>
                  <a:cubicBezTo>
                    <a:pt x="292" y="71"/>
                    <a:pt x="292" y="71"/>
                    <a:pt x="292" y="71"/>
                  </a:cubicBezTo>
                  <a:cubicBezTo>
                    <a:pt x="288" y="75"/>
                    <a:pt x="288" y="75"/>
                    <a:pt x="288" y="75"/>
                  </a:cubicBezTo>
                  <a:cubicBezTo>
                    <a:pt x="287" y="83"/>
                    <a:pt x="287" y="83"/>
                    <a:pt x="287" y="83"/>
                  </a:cubicBezTo>
                  <a:cubicBezTo>
                    <a:pt x="287" y="91"/>
                    <a:pt x="287" y="91"/>
                    <a:pt x="287" y="91"/>
                  </a:cubicBezTo>
                  <a:cubicBezTo>
                    <a:pt x="289" y="96"/>
                    <a:pt x="289" y="96"/>
                    <a:pt x="289" y="96"/>
                  </a:cubicBezTo>
                  <a:cubicBezTo>
                    <a:pt x="292" y="100"/>
                    <a:pt x="292" y="100"/>
                    <a:pt x="292" y="100"/>
                  </a:cubicBezTo>
                  <a:cubicBezTo>
                    <a:pt x="293" y="108"/>
                    <a:pt x="293" y="108"/>
                    <a:pt x="293" y="108"/>
                  </a:cubicBezTo>
                  <a:cubicBezTo>
                    <a:pt x="293" y="112"/>
                    <a:pt x="293" y="112"/>
                    <a:pt x="293" y="112"/>
                  </a:cubicBezTo>
                  <a:cubicBezTo>
                    <a:pt x="292" y="116"/>
                    <a:pt x="292" y="116"/>
                    <a:pt x="292" y="116"/>
                  </a:cubicBezTo>
                  <a:cubicBezTo>
                    <a:pt x="291" y="120"/>
                    <a:pt x="291" y="120"/>
                    <a:pt x="291" y="120"/>
                  </a:cubicBezTo>
                  <a:cubicBezTo>
                    <a:pt x="288" y="121"/>
                    <a:pt x="288" y="121"/>
                    <a:pt x="288" y="121"/>
                  </a:cubicBezTo>
                  <a:cubicBezTo>
                    <a:pt x="286" y="119"/>
                    <a:pt x="286" y="119"/>
                    <a:pt x="286" y="119"/>
                  </a:cubicBezTo>
                  <a:cubicBezTo>
                    <a:pt x="284" y="117"/>
                    <a:pt x="284" y="117"/>
                    <a:pt x="284" y="117"/>
                  </a:cubicBezTo>
                  <a:cubicBezTo>
                    <a:pt x="283" y="116"/>
                    <a:pt x="283" y="116"/>
                    <a:pt x="283" y="116"/>
                  </a:cubicBezTo>
                  <a:cubicBezTo>
                    <a:pt x="280" y="117"/>
                    <a:pt x="280" y="117"/>
                    <a:pt x="280" y="117"/>
                  </a:cubicBezTo>
                  <a:cubicBezTo>
                    <a:pt x="281" y="121"/>
                    <a:pt x="281" y="121"/>
                    <a:pt x="281" y="121"/>
                  </a:cubicBezTo>
                  <a:cubicBezTo>
                    <a:pt x="281" y="125"/>
                    <a:pt x="281" y="125"/>
                    <a:pt x="281" y="125"/>
                  </a:cubicBezTo>
                  <a:cubicBezTo>
                    <a:pt x="283" y="133"/>
                    <a:pt x="283" y="133"/>
                    <a:pt x="283" y="133"/>
                  </a:cubicBezTo>
                  <a:cubicBezTo>
                    <a:pt x="281" y="139"/>
                    <a:pt x="281" y="139"/>
                    <a:pt x="281" y="139"/>
                  </a:cubicBezTo>
                  <a:cubicBezTo>
                    <a:pt x="278" y="143"/>
                    <a:pt x="278" y="143"/>
                    <a:pt x="278" y="143"/>
                  </a:cubicBezTo>
                  <a:cubicBezTo>
                    <a:pt x="278" y="146"/>
                    <a:pt x="278" y="146"/>
                    <a:pt x="278" y="146"/>
                  </a:cubicBezTo>
                  <a:cubicBezTo>
                    <a:pt x="280" y="147"/>
                    <a:pt x="280" y="147"/>
                    <a:pt x="280" y="147"/>
                  </a:cubicBezTo>
                  <a:cubicBezTo>
                    <a:pt x="283" y="145"/>
                    <a:pt x="283" y="145"/>
                    <a:pt x="283" y="145"/>
                  </a:cubicBezTo>
                  <a:cubicBezTo>
                    <a:pt x="285" y="145"/>
                    <a:pt x="285" y="145"/>
                    <a:pt x="285" y="145"/>
                  </a:cubicBezTo>
                  <a:cubicBezTo>
                    <a:pt x="285" y="149"/>
                    <a:pt x="285" y="149"/>
                    <a:pt x="285" y="149"/>
                  </a:cubicBezTo>
                  <a:cubicBezTo>
                    <a:pt x="284" y="151"/>
                    <a:pt x="284" y="151"/>
                    <a:pt x="284" y="151"/>
                  </a:cubicBezTo>
                  <a:cubicBezTo>
                    <a:pt x="285" y="155"/>
                    <a:pt x="285" y="155"/>
                    <a:pt x="285" y="155"/>
                  </a:cubicBezTo>
                  <a:cubicBezTo>
                    <a:pt x="288" y="156"/>
                    <a:pt x="288" y="156"/>
                    <a:pt x="288" y="156"/>
                  </a:cubicBezTo>
                  <a:cubicBezTo>
                    <a:pt x="291" y="152"/>
                    <a:pt x="291" y="152"/>
                    <a:pt x="291" y="152"/>
                  </a:cubicBezTo>
                  <a:cubicBezTo>
                    <a:pt x="293" y="149"/>
                    <a:pt x="293" y="149"/>
                    <a:pt x="293" y="149"/>
                  </a:cubicBezTo>
                  <a:cubicBezTo>
                    <a:pt x="295" y="147"/>
                    <a:pt x="295" y="147"/>
                    <a:pt x="295" y="147"/>
                  </a:cubicBezTo>
                  <a:cubicBezTo>
                    <a:pt x="298" y="149"/>
                    <a:pt x="298" y="149"/>
                    <a:pt x="298" y="149"/>
                  </a:cubicBezTo>
                  <a:cubicBezTo>
                    <a:pt x="298" y="154"/>
                    <a:pt x="298" y="154"/>
                    <a:pt x="298" y="154"/>
                  </a:cubicBezTo>
                  <a:cubicBezTo>
                    <a:pt x="301" y="156"/>
                    <a:pt x="301" y="156"/>
                    <a:pt x="301" y="156"/>
                  </a:cubicBezTo>
                  <a:cubicBezTo>
                    <a:pt x="304" y="157"/>
                    <a:pt x="304" y="157"/>
                    <a:pt x="304" y="157"/>
                  </a:cubicBezTo>
                  <a:cubicBezTo>
                    <a:pt x="306" y="154"/>
                    <a:pt x="306" y="154"/>
                    <a:pt x="306" y="154"/>
                  </a:cubicBezTo>
                  <a:cubicBezTo>
                    <a:pt x="308" y="153"/>
                    <a:pt x="308" y="153"/>
                    <a:pt x="308" y="153"/>
                  </a:cubicBezTo>
                  <a:cubicBezTo>
                    <a:pt x="311" y="154"/>
                    <a:pt x="311" y="154"/>
                    <a:pt x="311" y="154"/>
                  </a:cubicBezTo>
                  <a:cubicBezTo>
                    <a:pt x="310" y="157"/>
                    <a:pt x="310" y="157"/>
                    <a:pt x="310" y="157"/>
                  </a:cubicBezTo>
                  <a:cubicBezTo>
                    <a:pt x="308" y="158"/>
                    <a:pt x="308" y="158"/>
                    <a:pt x="308" y="158"/>
                  </a:cubicBezTo>
                  <a:cubicBezTo>
                    <a:pt x="307" y="160"/>
                    <a:pt x="307" y="160"/>
                    <a:pt x="307" y="160"/>
                  </a:cubicBezTo>
                  <a:cubicBezTo>
                    <a:pt x="307" y="164"/>
                    <a:pt x="307" y="164"/>
                    <a:pt x="307" y="164"/>
                  </a:cubicBezTo>
                  <a:cubicBezTo>
                    <a:pt x="307" y="170"/>
                    <a:pt x="307" y="170"/>
                    <a:pt x="307" y="170"/>
                  </a:cubicBezTo>
                  <a:cubicBezTo>
                    <a:pt x="306" y="174"/>
                    <a:pt x="306" y="174"/>
                    <a:pt x="306" y="174"/>
                  </a:cubicBezTo>
                  <a:cubicBezTo>
                    <a:pt x="303" y="177"/>
                    <a:pt x="303" y="177"/>
                    <a:pt x="303" y="177"/>
                  </a:cubicBezTo>
                  <a:cubicBezTo>
                    <a:pt x="301" y="180"/>
                    <a:pt x="301" y="180"/>
                    <a:pt x="301" y="180"/>
                  </a:cubicBezTo>
                  <a:cubicBezTo>
                    <a:pt x="305" y="184"/>
                    <a:pt x="305" y="184"/>
                    <a:pt x="305" y="184"/>
                  </a:cubicBezTo>
                  <a:cubicBezTo>
                    <a:pt x="305" y="190"/>
                    <a:pt x="305" y="190"/>
                    <a:pt x="305" y="190"/>
                  </a:cubicBezTo>
                  <a:cubicBezTo>
                    <a:pt x="306" y="197"/>
                    <a:pt x="306" y="197"/>
                    <a:pt x="306" y="197"/>
                  </a:cubicBezTo>
                  <a:cubicBezTo>
                    <a:pt x="306" y="203"/>
                    <a:pt x="306" y="203"/>
                    <a:pt x="306" y="203"/>
                  </a:cubicBezTo>
                  <a:cubicBezTo>
                    <a:pt x="302" y="211"/>
                    <a:pt x="302" y="211"/>
                    <a:pt x="302" y="211"/>
                  </a:cubicBezTo>
                  <a:cubicBezTo>
                    <a:pt x="299" y="220"/>
                    <a:pt x="299" y="220"/>
                    <a:pt x="299" y="220"/>
                  </a:cubicBezTo>
                  <a:cubicBezTo>
                    <a:pt x="299" y="226"/>
                    <a:pt x="299" y="226"/>
                    <a:pt x="299" y="226"/>
                  </a:cubicBezTo>
                  <a:cubicBezTo>
                    <a:pt x="303" y="230"/>
                    <a:pt x="303" y="230"/>
                    <a:pt x="303" y="230"/>
                  </a:cubicBezTo>
                  <a:cubicBezTo>
                    <a:pt x="303" y="236"/>
                    <a:pt x="303" y="236"/>
                    <a:pt x="303" y="236"/>
                  </a:cubicBezTo>
                  <a:cubicBezTo>
                    <a:pt x="299" y="241"/>
                    <a:pt x="299" y="241"/>
                    <a:pt x="299" y="241"/>
                  </a:cubicBezTo>
                  <a:cubicBezTo>
                    <a:pt x="296" y="245"/>
                    <a:pt x="296" y="245"/>
                    <a:pt x="296" y="245"/>
                  </a:cubicBezTo>
                  <a:cubicBezTo>
                    <a:pt x="295" y="250"/>
                    <a:pt x="295" y="250"/>
                    <a:pt x="295" y="250"/>
                  </a:cubicBezTo>
                  <a:cubicBezTo>
                    <a:pt x="296" y="256"/>
                    <a:pt x="296" y="256"/>
                    <a:pt x="296" y="256"/>
                  </a:cubicBezTo>
                  <a:cubicBezTo>
                    <a:pt x="299" y="259"/>
                    <a:pt x="299" y="259"/>
                    <a:pt x="299" y="259"/>
                  </a:cubicBezTo>
                  <a:cubicBezTo>
                    <a:pt x="302" y="265"/>
                    <a:pt x="302" y="265"/>
                    <a:pt x="302" y="265"/>
                  </a:cubicBezTo>
                  <a:cubicBezTo>
                    <a:pt x="306" y="270"/>
                    <a:pt x="306" y="270"/>
                    <a:pt x="306" y="270"/>
                  </a:cubicBezTo>
                  <a:cubicBezTo>
                    <a:pt x="310" y="272"/>
                    <a:pt x="310" y="272"/>
                    <a:pt x="310" y="272"/>
                  </a:cubicBezTo>
                  <a:cubicBezTo>
                    <a:pt x="315" y="278"/>
                    <a:pt x="315" y="278"/>
                    <a:pt x="315" y="278"/>
                  </a:cubicBezTo>
                  <a:cubicBezTo>
                    <a:pt x="321" y="287"/>
                    <a:pt x="321" y="287"/>
                    <a:pt x="321" y="287"/>
                  </a:cubicBezTo>
                  <a:cubicBezTo>
                    <a:pt x="330" y="294"/>
                    <a:pt x="330" y="294"/>
                    <a:pt x="330" y="294"/>
                  </a:cubicBezTo>
                  <a:cubicBezTo>
                    <a:pt x="333" y="296"/>
                    <a:pt x="333" y="296"/>
                    <a:pt x="333" y="296"/>
                  </a:cubicBezTo>
                  <a:cubicBezTo>
                    <a:pt x="336" y="290"/>
                    <a:pt x="336" y="290"/>
                    <a:pt x="336" y="290"/>
                  </a:cubicBezTo>
                  <a:cubicBezTo>
                    <a:pt x="339" y="288"/>
                    <a:pt x="339" y="288"/>
                    <a:pt x="339" y="288"/>
                  </a:cubicBezTo>
                  <a:cubicBezTo>
                    <a:pt x="341" y="290"/>
                    <a:pt x="341" y="290"/>
                    <a:pt x="341" y="290"/>
                  </a:cubicBezTo>
                  <a:cubicBezTo>
                    <a:pt x="344" y="296"/>
                    <a:pt x="344" y="296"/>
                    <a:pt x="344" y="296"/>
                  </a:cubicBezTo>
                  <a:cubicBezTo>
                    <a:pt x="350" y="297"/>
                    <a:pt x="350" y="297"/>
                    <a:pt x="350" y="297"/>
                  </a:cubicBezTo>
                  <a:cubicBezTo>
                    <a:pt x="357" y="300"/>
                    <a:pt x="357" y="300"/>
                    <a:pt x="357" y="300"/>
                  </a:cubicBezTo>
                  <a:cubicBezTo>
                    <a:pt x="367" y="303"/>
                    <a:pt x="367" y="303"/>
                    <a:pt x="367" y="303"/>
                  </a:cubicBezTo>
                  <a:cubicBezTo>
                    <a:pt x="370" y="299"/>
                    <a:pt x="370" y="299"/>
                    <a:pt x="370" y="299"/>
                  </a:cubicBezTo>
                  <a:cubicBezTo>
                    <a:pt x="371" y="295"/>
                    <a:pt x="371" y="295"/>
                    <a:pt x="371" y="295"/>
                  </a:cubicBezTo>
                  <a:cubicBezTo>
                    <a:pt x="375" y="294"/>
                    <a:pt x="375" y="294"/>
                    <a:pt x="375" y="294"/>
                  </a:cubicBezTo>
                  <a:cubicBezTo>
                    <a:pt x="379" y="294"/>
                    <a:pt x="379" y="294"/>
                    <a:pt x="379" y="294"/>
                  </a:cubicBezTo>
                  <a:cubicBezTo>
                    <a:pt x="381" y="298"/>
                    <a:pt x="381" y="298"/>
                    <a:pt x="381" y="298"/>
                  </a:cubicBezTo>
                  <a:cubicBezTo>
                    <a:pt x="384" y="301"/>
                    <a:pt x="384" y="301"/>
                    <a:pt x="384" y="301"/>
                  </a:cubicBezTo>
                  <a:cubicBezTo>
                    <a:pt x="388" y="301"/>
                    <a:pt x="388" y="301"/>
                    <a:pt x="388" y="301"/>
                  </a:cubicBezTo>
                  <a:cubicBezTo>
                    <a:pt x="391" y="301"/>
                    <a:pt x="391" y="301"/>
                    <a:pt x="391" y="301"/>
                  </a:cubicBezTo>
                  <a:cubicBezTo>
                    <a:pt x="394" y="303"/>
                    <a:pt x="394" y="303"/>
                    <a:pt x="394" y="303"/>
                  </a:cubicBezTo>
                  <a:cubicBezTo>
                    <a:pt x="395" y="308"/>
                    <a:pt x="395" y="308"/>
                    <a:pt x="395" y="308"/>
                  </a:cubicBezTo>
                  <a:cubicBezTo>
                    <a:pt x="398" y="310"/>
                    <a:pt x="398" y="310"/>
                    <a:pt x="398" y="310"/>
                  </a:cubicBezTo>
                  <a:cubicBezTo>
                    <a:pt x="401" y="308"/>
                    <a:pt x="401" y="308"/>
                    <a:pt x="401" y="308"/>
                  </a:cubicBezTo>
                  <a:cubicBezTo>
                    <a:pt x="405" y="307"/>
                    <a:pt x="405" y="307"/>
                    <a:pt x="405" y="307"/>
                  </a:cubicBezTo>
                  <a:cubicBezTo>
                    <a:pt x="407" y="309"/>
                    <a:pt x="407" y="309"/>
                    <a:pt x="407" y="309"/>
                  </a:cubicBezTo>
                  <a:cubicBezTo>
                    <a:pt x="408" y="312"/>
                    <a:pt x="408" y="312"/>
                    <a:pt x="408" y="312"/>
                  </a:cubicBezTo>
                  <a:cubicBezTo>
                    <a:pt x="410" y="314"/>
                    <a:pt x="410" y="314"/>
                    <a:pt x="410" y="314"/>
                  </a:cubicBezTo>
                  <a:cubicBezTo>
                    <a:pt x="413" y="318"/>
                    <a:pt x="413" y="318"/>
                    <a:pt x="413" y="318"/>
                  </a:cubicBezTo>
                  <a:cubicBezTo>
                    <a:pt x="416" y="320"/>
                    <a:pt x="416" y="320"/>
                    <a:pt x="416" y="320"/>
                  </a:cubicBezTo>
                  <a:cubicBezTo>
                    <a:pt x="419" y="318"/>
                    <a:pt x="419" y="318"/>
                    <a:pt x="419" y="318"/>
                  </a:cubicBezTo>
                  <a:cubicBezTo>
                    <a:pt x="421" y="315"/>
                    <a:pt x="421" y="315"/>
                    <a:pt x="421" y="315"/>
                  </a:cubicBezTo>
                  <a:cubicBezTo>
                    <a:pt x="426" y="314"/>
                    <a:pt x="426" y="314"/>
                    <a:pt x="426" y="314"/>
                  </a:cubicBezTo>
                  <a:cubicBezTo>
                    <a:pt x="429" y="317"/>
                    <a:pt x="429" y="317"/>
                    <a:pt x="429" y="317"/>
                  </a:cubicBezTo>
                  <a:cubicBezTo>
                    <a:pt x="432" y="322"/>
                    <a:pt x="432" y="322"/>
                    <a:pt x="432" y="322"/>
                  </a:cubicBezTo>
                  <a:cubicBezTo>
                    <a:pt x="436" y="324"/>
                    <a:pt x="436" y="324"/>
                    <a:pt x="436" y="324"/>
                  </a:cubicBezTo>
                  <a:cubicBezTo>
                    <a:pt x="440" y="324"/>
                    <a:pt x="440" y="324"/>
                    <a:pt x="440" y="324"/>
                  </a:cubicBezTo>
                  <a:cubicBezTo>
                    <a:pt x="445" y="325"/>
                    <a:pt x="445" y="325"/>
                    <a:pt x="445" y="325"/>
                  </a:cubicBezTo>
                  <a:cubicBezTo>
                    <a:pt x="446" y="327"/>
                    <a:pt x="446" y="327"/>
                    <a:pt x="446" y="327"/>
                  </a:cubicBezTo>
                  <a:cubicBezTo>
                    <a:pt x="444" y="329"/>
                    <a:pt x="444" y="329"/>
                    <a:pt x="444" y="329"/>
                  </a:cubicBezTo>
                  <a:cubicBezTo>
                    <a:pt x="443" y="332"/>
                    <a:pt x="443" y="332"/>
                    <a:pt x="443" y="332"/>
                  </a:cubicBezTo>
                  <a:cubicBezTo>
                    <a:pt x="446" y="335"/>
                    <a:pt x="446" y="335"/>
                    <a:pt x="446" y="335"/>
                  </a:cubicBezTo>
                  <a:cubicBezTo>
                    <a:pt x="449" y="333"/>
                    <a:pt x="449" y="333"/>
                    <a:pt x="449" y="333"/>
                  </a:cubicBezTo>
                  <a:cubicBezTo>
                    <a:pt x="452" y="330"/>
                    <a:pt x="452" y="330"/>
                    <a:pt x="452" y="330"/>
                  </a:cubicBezTo>
                  <a:cubicBezTo>
                    <a:pt x="459" y="329"/>
                    <a:pt x="459" y="329"/>
                    <a:pt x="459" y="329"/>
                  </a:cubicBezTo>
                  <a:cubicBezTo>
                    <a:pt x="464" y="332"/>
                    <a:pt x="464" y="332"/>
                    <a:pt x="464" y="332"/>
                  </a:cubicBezTo>
                  <a:cubicBezTo>
                    <a:pt x="466" y="335"/>
                    <a:pt x="466" y="335"/>
                    <a:pt x="466" y="335"/>
                  </a:cubicBezTo>
                  <a:cubicBezTo>
                    <a:pt x="464" y="338"/>
                    <a:pt x="464" y="338"/>
                    <a:pt x="464" y="338"/>
                  </a:cubicBezTo>
                  <a:cubicBezTo>
                    <a:pt x="460" y="338"/>
                    <a:pt x="460" y="338"/>
                    <a:pt x="460" y="338"/>
                  </a:cubicBezTo>
                  <a:cubicBezTo>
                    <a:pt x="461" y="343"/>
                    <a:pt x="461" y="343"/>
                    <a:pt x="461" y="343"/>
                  </a:cubicBezTo>
                  <a:cubicBezTo>
                    <a:pt x="461" y="346"/>
                    <a:pt x="461" y="346"/>
                    <a:pt x="461" y="346"/>
                  </a:cubicBezTo>
                  <a:cubicBezTo>
                    <a:pt x="464" y="349"/>
                    <a:pt x="464" y="349"/>
                    <a:pt x="464" y="349"/>
                  </a:cubicBezTo>
                  <a:cubicBezTo>
                    <a:pt x="465" y="355"/>
                    <a:pt x="465" y="355"/>
                    <a:pt x="465" y="355"/>
                  </a:cubicBezTo>
                  <a:cubicBezTo>
                    <a:pt x="464" y="361"/>
                    <a:pt x="464" y="361"/>
                    <a:pt x="464" y="361"/>
                  </a:cubicBezTo>
                  <a:cubicBezTo>
                    <a:pt x="464" y="369"/>
                    <a:pt x="464" y="369"/>
                    <a:pt x="464" y="369"/>
                  </a:cubicBezTo>
                  <a:cubicBezTo>
                    <a:pt x="467" y="373"/>
                    <a:pt x="467" y="373"/>
                    <a:pt x="467" y="373"/>
                  </a:cubicBezTo>
                  <a:cubicBezTo>
                    <a:pt x="469" y="376"/>
                    <a:pt x="469" y="376"/>
                    <a:pt x="469" y="376"/>
                  </a:cubicBezTo>
                  <a:cubicBezTo>
                    <a:pt x="470" y="379"/>
                    <a:pt x="470" y="379"/>
                    <a:pt x="470" y="379"/>
                  </a:cubicBezTo>
                  <a:cubicBezTo>
                    <a:pt x="468" y="386"/>
                    <a:pt x="468" y="386"/>
                    <a:pt x="468" y="386"/>
                  </a:cubicBezTo>
                  <a:cubicBezTo>
                    <a:pt x="461" y="394"/>
                    <a:pt x="461" y="394"/>
                    <a:pt x="461" y="394"/>
                  </a:cubicBezTo>
                  <a:cubicBezTo>
                    <a:pt x="453" y="399"/>
                    <a:pt x="453" y="399"/>
                    <a:pt x="453" y="399"/>
                  </a:cubicBezTo>
                  <a:cubicBezTo>
                    <a:pt x="450" y="403"/>
                    <a:pt x="450" y="403"/>
                    <a:pt x="450" y="403"/>
                  </a:cubicBezTo>
                  <a:cubicBezTo>
                    <a:pt x="449" y="402"/>
                    <a:pt x="449" y="402"/>
                    <a:pt x="449" y="402"/>
                  </a:cubicBezTo>
                  <a:cubicBezTo>
                    <a:pt x="446" y="404"/>
                    <a:pt x="446" y="404"/>
                    <a:pt x="446" y="404"/>
                  </a:cubicBezTo>
                  <a:cubicBezTo>
                    <a:pt x="441" y="402"/>
                    <a:pt x="441" y="402"/>
                    <a:pt x="441" y="402"/>
                  </a:cubicBezTo>
                  <a:cubicBezTo>
                    <a:pt x="439" y="397"/>
                    <a:pt x="439" y="397"/>
                    <a:pt x="439" y="397"/>
                  </a:cubicBezTo>
                  <a:cubicBezTo>
                    <a:pt x="436" y="393"/>
                    <a:pt x="436" y="393"/>
                    <a:pt x="436" y="393"/>
                  </a:cubicBezTo>
                  <a:cubicBezTo>
                    <a:pt x="433" y="394"/>
                    <a:pt x="433" y="394"/>
                    <a:pt x="433" y="394"/>
                  </a:cubicBezTo>
                  <a:cubicBezTo>
                    <a:pt x="433" y="398"/>
                    <a:pt x="433" y="398"/>
                    <a:pt x="433" y="398"/>
                  </a:cubicBezTo>
                  <a:cubicBezTo>
                    <a:pt x="433" y="401"/>
                    <a:pt x="433" y="401"/>
                    <a:pt x="433" y="401"/>
                  </a:cubicBezTo>
                  <a:cubicBezTo>
                    <a:pt x="428" y="402"/>
                    <a:pt x="428" y="402"/>
                    <a:pt x="428" y="402"/>
                  </a:cubicBezTo>
                  <a:cubicBezTo>
                    <a:pt x="423" y="401"/>
                    <a:pt x="423" y="401"/>
                    <a:pt x="423" y="401"/>
                  </a:cubicBezTo>
                  <a:cubicBezTo>
                    <a:pt x="419" y="399"/>
                    <a:pt x="419" y="399"/>
                    <a:pt x="419" y="399"/>
                  </a:cubicBezTo>
                  <a:cubicBezTo>
                    <a:pt x="414" y="394"/>
                    <a:pt x="414" y="394"/>
                    <a:pt x="414" y="394"/>
                  </a:cubicBezTo>
                  <a:cubicBezTo>
                    <a:pt x="410" y="391"/>
                    <a:pt x="410" y="391"/>
                    <a:pt x="410" y="391"/>
                  </a:cubicBezTo>
                  <a:cubicBezTo>
                    <a:pt x="405" y="395"/>
                    <a:pt x="405" y="395"/>
                    <a:pt x="405" y="395"/>
                  </a:cubicBezTo>
                  <a:cubicBezTo>
                    <a:pt x="400" y="399"/>
                    <a:pt x="400" y="399"/>
                    <a:pt x="400" y="399"/>
                  </a:cubicBezTo>
                  <a:cubicBezTo>
                    <a:pt x="396" y="401"/>
                    <a:pt x="396" y="401"/>
                    <a:pt x="396" y="401"/>
                  </a:cubicBezTo>
                  <a:cubicBezTo>
                    <a:pt x="390" y="400"/>
                    <a:pt x="390" y="400"/>
                    <a:pt x="390" y="400"/>
                  </a:cubicBezTo>
                  <a:cubicBezTo>
                    <a:pt x="385" y="397"/>
                    <a:pt x="385" y="397"/>
                    <a:pt x="385" y="397"/>
                  </a:cubicBezTo>
                  <a:cubicBezTo>
                    <a:pt x="380" y="398"/>
                    <a:pt x="380" y="398"/>
                    <a:pt x="380" y="398"/>
                  </a:cubicBezTo>
                  <a:cubicBezTo>
                    <a:pt x="377" y="405"/>
                    <a:pt x="377" y="405"/>
                    <a:pt x="377" y="405"/>
                  </a:cubicBezTo>
                  <a:cubicBezTo>
                    <a:pt x="376" y="410"/>
                    <a:pt x="376" y="410"/>
                    <a:pt x="376" y="410"/>
                  </a:cubicBezTo>
                  <a:cubicBezTo>
                    <a:pt x="372" y="412"/>
                    <a:pt x="372" y="412"/>
                    <a:pt x="372" y="412"/>
                  </a:cubicBezTo>
                  <a:cubicBezTo>
                    <a:pt x="370" y="411"/>
                    <a:pt x="370" y="411"/>
                    <a:pt x="370" y="411"/>
                  </a:cubicBezTo>
                  <a:cubicBezTo>
                    <a:pt x="366" y="411"/>
                    <a:pt x="366" y="411"/>
                    <a:pt x="366" y="411"/>
                  </a:cubicBezTo>
                  <a:cubicBezTo>
                    <a:pt x="361" y="411"/>
                    <a:pt x="361" y="411"/>
                    <a:pt x="361" y="411"/>
                  </a:cubicBezTo>
                  <a:cubicBezTo>
                    <a:pt x="355" y="414"/>
                    <a:pt x="355" y="414"/>
                    <a:pt x="355" y="414"/>
                  </a:cubicBezTo>
                  <a:cubicBezTo>
                    <a:pt x="347" y="414"/>
                    <a:pt x="347" y="414"/>
                    <a:pt x="347" y="414"/>
                  </a:cubicBezTo>
                  <a:cubicBezTo>
                    <a:pt x="338" y="414"/>
                    <a:pt x="338" y="414"/>
                    <a:pt x="338" y="414"/>
                  </a:cubicBezTo>
                  <a:cubicBezTo>
                    <a:pt x="335" y="417"/>
                    <a:pt x="335" y="417"/>
                    <a:pt x="335" y="417"/>
                  </a:cubicBezTo>
                  <a:cubicBezTo>
                    <a:pt x="332" y="421"/>
                    <a:pt x="332" y="421"/>
                    <a:pt x="332" y="421"/>
                  </a:cubicBezTo>
                  <a:cubicBezTo>
                    <a:pt x="329" y="422"/>
                    <a:pt x="329" y="422"/>
                    <a:pt x="329" y="422"/>
                  </a:cubicBezTo>
                  <a:cubicBezTo>
                    <a:pt x="323" y="421"/>
                    <a:pt x="323" y="421"/>
                    <a:pt x="323" y="421"/>
                  </a:cubicBezTo>
                  <a:cubicBezTo>
                    <a:pt x="317" y="423"/>
                    <a:pt x="317" y="423"/>
                    <a:pt x="317" y="423"/>
                  </a:cubicBezTo>
                  <a:cubicBezTo>
                    <a:pt x="314" y="427"/>
                    <a:pt x="314" y="427"/>
                    <a:pt x="314" y="427"/>
                  </a:cubicBezTo>
                  <a:cubicBezTo>
                    <a:pt x="310" y="430"/>
                    <a:pt x="310" y="430"/>
                    <a:pt x="310" y="430"/>
                  </a:cubicBezTo>
                  <a:cubicBezTo>
                    <a:pt x="306" y="430"/>
                    <a:pt x="306" y="430"/>
                    <a:pt x="306" y="430"/>
                  </a:cubicBezTo>
                  <a:cubicBezTo>
                    <a:pt x="303" y="428"/>
                    <a:pt x="303" y="428"/>
                    <a:pt x="303" y="428"/>
                  </a:cubicBezTo>
                  <a:cubicBezTo>
                    <a:pt x="301" y="428"/>
                    <a:pt x="301" y="428"/>
                    <a:pt x="301" y="428"/>
                  </a:cubicBezTo>
                  <a:cubicBezTo>
                    <a:pt x="299" y="432"/>
                    <a:pt x="299" y="432"/>
                    <a:pt x="299" y="432"/>
                  </a:cubicBezTo>
                  <a:cubicBezTo>
                    <a:pt x="294" y="435"/>
                    <a:pt x="294" y="435"/>
                    <a:pt x="294" y="435"/>
                  </a:cubicBezTo>
                  <a:cubicBezTo>
                    <a:pt x="293" y="438"/>
                    <a:pt x="293" y="438"/>
                    <a:pt x="293" y="438"/>
                  </a:cubicBezTo>
                  <a:cubicBezTo>
                    <a:pt x="294" y="442"/>
                    <a:pt x="294" y="442"/>
                    <a:pt x="294" y="442"/>
                  </a:cubicBezTo>
                  <a:cubicBezTo>
                    <a:pt x="295" y="446"/>
                    <a:pt x="295" y="446"/>
                    <a:pt x="295" y="446"/>
                  </a:cubicBezTo>
                  <a:cubicBezTo>
                    <a:pt x="294" y="450"/>
                    <a:pt x="294" y="450"/>
                    <a:pt x="294" y="450"/>
                  </a:cubicBezTo>
                  <a:cubicBezTo>
                    <a:pt x="290" y="453"/>
                    <a:pt x="290" y="453"/>
                    <a:pt x="290" y="453"/>
                  </a:cubicBezTo>
                  <a:cubicBezTo>
                    <a:pt x="287" y="457"/>
                    <a:pt x="287" y="457"/>
                    <a:pt x="287" y="457"/>
                  </a:cubicBezTo>
                  <a:cubicBezTo>
                    <a:pt x="289" y="461"/>
                    <a:pt x="289" y="461"/>
                    <a:pt x="289" y="461"/>
                  </a:cubicBezTo>
                  <a:cubicBezTo>
                    <a:pt x="291" y="466"/>
                    <a:pt x="291" y="466"/>
                    <a:pt x="291" y="466"/>
                  </a:cubicBezTo>
                  <a:cubicBezTo>
                    <a:pt x="292" y="473"/>
                    <a:pt x="292" y="473"/>
                    <a:pt x="292" y="473"/>
                  </a:cubicBezTo>
                  <a:cubicBezTo>
                    <a:pt x="291" y="477"/>
                    <a:pt x="291" y="477"/>
                    <a:pt x="291" y="477"/>
                  </a:cubicBezTo>
                  <a:cubicBezTo>
                    <a:pt x="293" y="485"/>
                    <a:pt x="293" y="485"/>
                    <a:pt x="293" y="485"/>
                  </a:cubicBezTo>
                  <a:cubicBezTo>
                    <a:pt x="296" y="491"/>
                    <a:pt x="296" y="491"/>
                    <a:pt x="296" y="491"/>
                  </a:cubicBezTo>
                  <a:cubicBezTo>
                    <a:pt x="297" y="495"/>
                    <a:pt x="297" y="495"/>
                    <a:pt x="297" y="495"/>
                  </a:cubicBezTo>
                  <a:cubicBezTo>
                    <a:pt x="293" y="497"/>
                    <a:pt x="293" y="497"/>
                    <a:pt x="293" y="497"/>
                  </a:cubicBezTo>
                  <a:cubicBezTo>
                    <a:pt x="288" y="497"/>
                    <a:pt x="288" y="497"/>
                    <a:pt x="288" y="497"/>
                  </a:cubicBezTo>
                  <a:cubicBezTo>
                    <a:pt x="286" y="499"/>
                    <a:pt x="286" y="499"/>
                    <a:pt x="286" y="499"/>
                  </a:cubicBezTo>
                  <a:cubicBezTo>
                    <a:pt x="287" y="503"/>
                    <a:pt x="287" y="503"/>
                    <a:pt x="287" y="503"/>
                  </a:cubicBezTo>
                  <a:cubicBezTo>
                    <a:pt x="288" y="508"/>
                    <a:pt x="288" y="508"/>
                    <a:pt x="288" y="508"/>
                  </a:cubicBezTo>
                  <a:cubicBezTo>
                    <a:pt x="289" y="514"/>
                    <a:pt x="289" y="514"/>
                    <a:pt x="289" y="514"/>
                  </a:cubicBezTo>
                  <a:cubicBezTo>
                    <a:pt x="292" y="516"/>
                    <a:pt x="292" y="516"/>
                    <a:pt x="292" y="516"/>
                  </a:cubicBezTo>
                  <a:cubicBezTo>
                    <a:pt x="296" y="521"/>
                    <a:pt x="296" y="521"/>
                    <a:pt x="296" y="521"/>
                  </a:cubicBezTo>
                  <a:cubicBezTo>
                    <a:pt x="298" y="526"/>
                    <a:pt x="298" y="526"/>
                    <a:pt x="298" y="526"/>
                  </a:cubicBezTo>
                  <a:cubicBezTo>
                    <a:pt x="298" y="532"/>
                    <a:pt x="298" y="532"/>
                    <a:pt x="298" y="532"/>
                  </a:cubicBezTo>
                  <a:cubicBezTo>
                    <a:pt x="296" y="535"/>
                    <a:pt x="296" y="535"/>
                    <a:pt x="296" y="535"/>
                  </a:cubicBezTo>
                  <a:cubicBezTo>
                    <a:pt x="296" y="541"/>
                    <a:pt x="296" y="541"/>
                    <a:pt x="296" y="541"/>
                  </a:cubicBezTo>
                  <a:cubicBezTo>
                    <a:pt x="299" y="544"/>
                    <a:pt x="299" y="544"/>
                    <a:pt x="299" y="544"/>
                  </a:cubicBezTo>
                  <a:cubicBezTo>
                    <a:pt x="299" y="550"/>
                    <a:pt x="299" y="550"/>
                    <a:pt x="299" y="550"/>
                  </a:cubicBezTo>
                  <a:cubicBezTo>
                    <a:pt x="301" y="551"/>
                    <a:pt x="301" y="551"/>
                    <a:pt x="301" y="551"/>
                  </a:cubicBezTo>
                  <a:cubicBezTo>
                    <a:pt x="303" y="554"/>
                    <a:pt x="303" y="554"/>
                    <a:pt x="303" y="554"/>
                  </a:cubicBezTo>
                  <a:cubicBezTo>
                    <a:pt x="301" y="557"/>
                    <a:pt x="301" y="557"/>
                    <a:pt x="301" y="557"/>
                  </a:cubicBezTo>
                  <a:cubicBezTo>
                    <a:pt x="303" y="561"/>
                    <a:pt x="303" y="561"/>
                    <a:pt x="303" y="561"/>
                  </a:cubicBezTo>
                  <a:cubicBezTo>
                    <a:pt x="308" y="562"/>
                    <a:pt x="308" y="562"/>
                    <a:pt x="308" y="562"/>
                  </a:cubicBezTo>
                  <a:cubicBezTo>
                    <a:pt x="312" y="564"/>
                    <a:pt x="312" y="564"/>
                    <a:pt x="312" y="564"/>
                  </a:cubicBezTo>
                  <a:cubicBezTo>
                    <a:pt x="313" y="564"/>
                    <a:pt x="313" y="564"/>
                    <a:pt x="313" y="564"/>
                  </a:cubicBezTo>
                  <a:cubicBezTo>
                    <a:pt x="312" y="567"/>
                    <a:pt x="312" y="567"/>
                    <a:pt x="312" y="567"/>
                  </a:cubicBezTo>
                  <a:cubicBezTo>
                    <a:pt x="309" y="569"/>
                    <a:pt x="309" y="569"/>
                    <a:pt x="309" y="569"/>
                  </a:cubicBezTo>
                  <a:cubicBezTo>
                    <a:pt x="309" y="573"/>
                    <a:pt x="309" y="573"/>
                    <a:pt x="309" y="573"/>
                  </a:cubicBezTo>
                  <a:cubicBezTo>
                    <a:pt x="307" y="575"/>
                    <a:pt x="307" y="575"/>
                    <a:pt x="307" y="575"/>
                  </a:cubicBezTo>
                  <a:cubicBezTo>
                    <a:pt x="308" y="578"/>
                    <a:pt x="308" y="578"/>
                    <a:pt x="308" y="578"/>
                  </a:cubicBezTo>
                  <a:cubicBezTo>
                    <a:pt x="310" y="580"/>
                    <a:pt x="310" y="580"/>
                    <a:pt x="310" y="580"/>
                  </a:cubicBezTo>
                  <a:cubicBezTo>
                    <a:pt x="314" y="581"/>
                    <a:pt x="314" y="581"/>
                    <a:pt x="314" y="581"/>
                  </a:cubicBezTo>
                  <a:cubicBezTo>
                    <a:pt x="315" y="583"/>
                    <a:pt x="315" y="583"/>
                    <a:pt x="315" y="583"/>
                  </a:cubicBezTo>
                  <a:cubicBezTo>
                    <a:pt x="314" y="589"/>
                    <a:pt x="314" y="589"/>
                    <a:pt x="314" y="589"/>
                  </a:cubicBezTo>
                  <a:cubicBezTo>
                    <a:pt x="312" y="591"/>
                    <a:pt x="312" y="591"/>
                    <a:pt x="312" y="591"/>
                  </a:cubicBezTo>
                  <a:cubicBezTo>
                    <a:pt x="311" y="595"/>
                    <a:pt x="311" y="595"/>
                    <a:pt x="311" y="595"/>
                  </a:cubicBezTo>
                  <a:cubicBezTo>
                    <a:pt x="310" y="598"/>
                    <a:pt x="310" y="598"/>
                    <a:pt x="310" y="598"/>
                  </a:cubicBezTo>
                  <a:cubicBezTo>
                    <a:pt x="308" y="602"/>
                    <a:pt x="308" y="602"/>
                    <a:pt x="308" y="602"/>
                  </a:cubicBezTo>
                  <a:cubicBezTo>
                    <a:pt x="306" y="606"/>
                    <a:pt x="306" y="606"/>
                    <a:pt x="306" y="606"/>
                  </a:cubicBezTo>
                  <a:cubicBezTo>
                    <a:pt x="302" y="607"/>
                    <a:pt x="302" y="607"/>
                    <a:pt x="302" y="607"/>
                  </a:cubicBezTo>
                  <a:cubicBezTo>
                    <a:pt x="299" y="605"/>
                    <a:pt x="299" y="605"/>
                    <a:pt x="299" y="605"/>
                  </a:cubicBezTo>
                  <a:cubicBezTo>
                    <a:pt x="300" y="602"/>
                    <a:pt x="300" y="602"/>
                    <a:pt x="300" y="602"/>
                  </a:cubicBezTo>
                  <a:cubicBezTo>
                    <a:pt x="297" y="599"/>
                    <a:pt x="297" y="599"/>
                    <a:pt x="297" y="599"/>
                  </a:cubicBezTo>
                  <a:cubicBezTo>
                    <a:pt x="293" y="600"/>
                    <a:pt x="293" y="600"/>
                    <a:pt x="293" y="600"/>
                  </a:cubicBezTo>
                  <a:cubicBezTo>
                    <a:pt x="291" y="601"/>
                    <a:pt x="291" y="601"/>
                    <a:pt x="291" y="601"/>
                  </a:cubicBezTo>
                  <a:cubicBezTo>
                    <a:pt x="286" y="602"/>
                    <a:pt x="286" y="602"/>
                    <a:pt x="286" y="602"/>
                  </a:cubicBezTo>
                  <a:cubicBezTo>
                    <a:pt x="283" y="600"/>
                    <a:pt x="283" y="600"/>
                    <a:pt x="283" y="600"/>
                  </a:cubicBezTo>
                  <a:cubicBezTo>
                    <a:pt x="278" y="600"/>
                    <a:pt x="278" y="600"/>
                    <a:pt x="278" y="600"/>
                  </a:cubicBezTo>
                  <a:cubicBezTo>
                    <a:pt x="270" y="599"/>
                    <a:pt x="270" y="599"/>
                    <a:pt x="270" y="599"/>
                  </a:cubicBezTo>
                  <a:cubicBezTo>
                    <a:pt x="265" y="600"/>
                    <a:pt x="265" y="600"/>
                    <a:pt x="265" y="600"/>
                  </a:cubicBezTo>
                  <a:cubicBezTo>
                    <a:pt x="261" y="597"/>
                    <a:pt x="261" y="597"/>
                    <a:pt x="261" y="597"/>
                  </a:cubicBezTo>
                  <a:cubicBezTo>
                    <a:pt x="260" y="593"/>
                    <a:pt x="260" y="593"/>
                    <a:pt x="260" y="593"/>
                  </a:cubicBezTo>
                  <a:cubicBezTo>
                    <a:pt x="257" y="590"/>
                    <a:pt x="257" y="590"/>
                    <a:pt x="257" y="590"/>
                  </a:cubicBezTo>
                  <a:cubicBezTo>
                    <a:pt x="255" y="587"/>
                    <a:pt x="255" y="587"/>
                    <a:pt x="255" y="587"/>
                  </a:cubicBezTo>
                  <a:cubicBezTo>
                    <a:pt x="251" y="582"/>
                    <a:pt x="251" y="582"/>
                    <a:pt x="251" y="582"/>
                  </a:cubicBezTo>
                  <a:cubicBezTo>
                    <a:pt x="247" y="580"/>
                    <a:pt x="247" y="580"/>
                    <a:pt x="247" y="580"/>
                  </a:cubicBezTo>
                  <a:cubicBezTo>
                    <a:pt x="244" y="577"/>
                    <a:pt x="244" y="577"/>
                    <a:pt x="244" y="577"/>
                  </a:cubicBezTo>
                  <a:cubicBezTo>
                    <a:pt x="239" y="576"/>
                    <a:pt x="239" y="576"/>
                    <a:pt x="239" y="576"/>
                  </a:cubicBezTo>
                  <a:cubicBezTo>
                    <a:pt x="233" y="577"/>
                    <a:pt x="233" y="577"/>
                    <a:pt x="233" y="577"/>
                  </a:cubicBezTo>
                  <a:cubicBezTo>
                    <a:pt x="230" y="578"/>
                    <a:pt x="230" y="578"/>
                    <a:pt x="230" y="578"/>
                  </a:cubicBezTo>
                  <a:cubicBezTo>
                    <a:pt x="223" y="579"/>
                    <a:pt x="223" y="579"/>
                    <a:pt x="223" y="579"/>
                  </a:cubicBezTo>
                  <a:cubicBezTo>
                    <a:pt x="219" y="578"/>
                    <a:pt x="219" y="578"/>
                    <a:pt x="219" y="578"/>
                  </a:cubicBezTo>
                  <a:cubicBezTo>
                    <a:pt x="214" y="578"/>
                    <a:pt x="214" y="578"/>
                    <a:pt x="214" y="578"/>
                  </a:cubicBezTo>
                  <a:cubicBezTo>
                    <a:pt x="212" y="576"/>
                    <a:pt x="212" y="576"/>
                    <a:pt x="212" y="576"/>
                  </a:cubicBezTo>
                  <a:cubicBezTo>
                    <a:pt x="207" y="574"/>
                    <a:pt x="207" y="574"/>
                    <a:pt x="207" y="574"/>
                  </a:cubicBezTo>
                  <a:cubicBezTo>
                    <a:pt x="207" y="570"/>
                    <a:pt x="207" y="570"/>
                    <a:pt x="207" y="570"/>
                  </a:cubicBezTo>
                  <a:cubicBezTo>
                    <a:pt x="207" y="567"/>
                    <a:pt x="207" y="567"/>
                    <a:pt x="207" y="567"/>
                  </a:cubicBezTo>
                  <a:cubicBezTo>
                    <a:pt x="204" y="563"/>
                    <a:pt x="204" y="563"/>
                    <a:pt x="204" y="563"/>
                  </a:cubicBezTo>
                  <a:cubicBezTo>
                    <a:pt x="201" y="560"/>
                    <a:pt x="201" y="560"/>
                    <a:pt x="201" y="560"/>
                  </a:cubicBezTo>
                  <a:cubicBezTo>
                    <a:pt x="196" y="561"/>
                    <a:pt x="196" y="561"/>
                    <a:pt x="196" y="561"/>
                  </a:cubicBezTo>
                  <a:cubicBezTo>
                    <a:pt x="194" y="563"/>
                    <a:pt x="194" y="563"/>
                    <a:pt x="194" y="563"/>
                  </a:cubicBezTo>
                  <a:cubicBezTo>
                    <a:pt x="190" y="563"/>
                    <a:pt x="190" y="563"/>
                    <a:pt x="190" y="563"/>
                  </a:cubicBezTo>
                  <a:cubicBezTo>
                    <a:pt x="188" y="560"/>
                    <a:pt x="188" y="560"/>
                    <a:pt x="188" y="560"/>
                  </a:cubicBezTo>
                  <a:cubicBezTo>
                    <a:pt x="185" y="559"/>
                    <a:pt x="185" y="559"/>
                    <a:pt x="185" y="559"/>
                  </a:cubicBezTo>
                  <a:cubicBezTo>
                    <a:pt x="181" y="561"/>
                    <a:pt x="181" y="561"/>
                    <a:pt x="181" y="561"/>
                  </a:cubicBezTo>
                  <a:cubicBezTo>
                    <a:pt x="180" y="563"/>
                    <a:pt x="180" y="563"/>
                    <a:pt x="180" y="563"/>
                  </a:cubicBezTo>
                  <a:cubicBezTo>
                    <a:pt x="176" y="564"/>
                    <a:pt x="176" y="564"/>
                    <a:pt x="176" y="564"/>
                  </a:cubicBezTo>
                  <a:cubicBezTo>
                    <a:pt x="170" y="564"/>
                    <a:pt x="170" y="564"/>
                    <a:pt x="170" y="564"/>
                  </a:cubicBezTo>
                  <a:cubicBezTo>
                    <a:pt x="166" y="562"/>
                    <a:pt x="166" y="562"/>
                    <a:pt x="166" y="562"/>
                  </a:cubicBezTo>
                  <a:cubicBezTo>
                    <a:pt x="164" y="557"/>
                    <a:pt x="164" y="557"/>
                    <a:pt x="164" y="557"/>
                  </a:cubicBezTo>
                  <a:cubicBezTo>
                    <a:pt x="161" y="556"/>
                    <a:pt x="161" y="556"/>
                    <a:pt x="161" y="556"/>
                  </a:cubicBezTo>
                  <a:cubicBezTo>
                    <a:pt x="160" y="552"/>
                    <a:pt x="160" y="552"/>
                    <a:pt x="160" y="552"/>
                  </a:cubicBezTo>
                  <a:cubicBezTo>
                    <a:pt x="162" y="550"/>
                    <a:pt x="162" y="550"/>
                    <a:pt x="162" y="550"/>
                  </a:cubicBezTo>
                  <a:cubicBezTo>
                    <a:pt x="166" y="549"/>
                    <a:pt x="166" y="549"/>
                    <a:pt x="166" y="549"/>
                  </a:cubicBezTo>
                  <a:cubicBezTo>
                    <a:pt x="166" y="546"/>
                    <a:pt x="166" y="546"/>
                    <a:pt x="166" y="546"/>
                  </a:cubicBezTo>
                  <a:cubicBezTo>
                    <a:pt x="164" y="542"/>
                    <a:pt x="164" y="542"/>
                    <a:pt x="164" y="542"/>
                  </a:cubicBezTo>
                  <a:cubicBezTo>
                    <a:pt x="163" y="540"/>
                    <a:pt x="163" y="540"/>
                    <a:pt x="163" y="540"/>
                  </a:cubicBezTo>
                  <a:cubicBezTo>
                    <a:pt x="160" y="538"/>
                    <a:pt x="160" y="538"/>
                    <a:pt x="160" y="538"/>
                  </a:cubicBezTo>
                  <a:cubicBezTo>
                    <a:pt x="158" y="536"/>
                    <a:pt x="158" y="536"/>
                    <a:pt x="158" y="536"/>
                  </a:cubicBezTo>
                  <a:cubicBezTo>
                    <a:pt x="154" y="536"/>
                    <a:pt x="154" y="536"/>
                    <a:pt x="154" y="536"/>
                  </a:cubicBezTo>
                  <a:cubicBezTo>
                    <a:pt x="151" y="537"/>
                    <a:pt x="151" y="537"/>
                    <a:pt x="151" y="537"/>
                  </a:cubicBezTo>
                  <a:cubicBezTo>
                    <a:pt x="146" y="535"/>
                    <a:pt x="146" y="535"/>
                    <a:pt x="146" y="535"/>
                  </a:cubicBezTo>
                  <a:cubicBezTo>
                    <a:pt x="144" y="532"/>
                    <a:pt x="144" y="532"/>
                    <a:pt x="144" y="532"/>
                  </a:cubicBezTo>
                  <a:cubicBezTo>
                    <a:pt x="141" y="531"/>
                    <a:pt x="141" y="531"/>
                    <a:pt x="141" y="531"/>
                  </a:cubicBezTo>
                  <a:cubicBezTo>
                    <a:pt x="143" y="527"/>
                    <a:pt x="143" y="527"/>
                    <a:pt x="143" y="527"/>
                  </a:cubicBezTo>
                  <a:cubicBezTo>
                    <a:pt x="147" y="526"/>
                    <a:pt x="147" y="526"/>
                    <a:pt x="147" y="526"/>
                  </a:cubicBezTo>
                  <a:cubicBezTo>
                    <a:pt x="148" y="523"/>
                    <a:pt x="148" y="523"/>
                    <a:pt x="148" y="523"/>
                  </a:cubicBezTo>
                  <a:cubicBezTo>
                    <a:pt x="152" y="521"/>
                    <a:pt x="152" y="521"/>
                    <a:pt x="152" y="521"/>
                  </a:cubicBezTo>
                  <a:cubicBezTo>
                    <a:pt x="153" y="517"/>
                    <a:pt x="153" y="517"/>
                    <a:pt x="153" y="517"/>
                  </a:cubicBezTo>
                  <a:cubicBezTo>
                    <a:pt x="155" y="514"/>
                    <a:pt x="155" y="514"/>
                    <a:pt x="155" y="514"/>
                  </a:cubicBezTo>
                  <a:cubicBezTo>
                    <a:pt x="155" y="510"/>
                    <a:pt x="155" y="510"/>
                    <a:pt x="155" y="510"/>
                  </a:cubicBezTo>
                  <a:cubicBezTo>
                    <a:pt x="158" y="509"/>
                    <a:pt x="158" y="509"/>
                    <a:pt x="158" y="509"/>
                  </a:cubicBezTo>
                  <a:cubicBezTo>
                    <a:pt x="160" y="505"/>
                    <a:pt x="160" y="505"/>
                    <a:pt x="160" y="505"/>
                  </a:cubicBezTo>
                  <a:cubicBezTo>
                    <a:pt x="157" y="502"/>
                    <a:pt x="157" y="502"/>
                    <a:pt x="157" y="502"/>
                  </a:cubicBezTo>
                  <a:cubicBezTo>
                    <a:pt x="153" y="498"/>
                    <a:pt x="153" y="498"/>
                    <a:pt x="153" y="498"/>
                  </a:cubicBezTo>
                  <a:cubicBezTo>
                    <a:pt x="151" y="491"/>
                    <a:pt x="151" y="491"/>
                    <a:pt x="151" y="491"/>
                  </a:cubicBezTo>
                  <a:cubicBezTo>
                    <a:pt x="151" y="486"/>
                    <a:pt x="151" y="486"/>
                    <a:pt x="151" y="486"/>
                  </a:cubicBezTo>
                  <a:cubicBezTo>
                    <a:pt x="149" y="482"/>
                    <a:pt x="149" y="482"/>
                    <a:pt x="149" y="482"/>
                  </a:cubicBezTo>
                  <a:cubicBezTo>
                    <a:pt x="146" y="480"/>
                    <a:pt x="146" y="480"/>
                    <a:pt x="146" y="480"/>
                  </a:cubicBezTo>
                  <a:cubicBezTo>
                    <a:pt x="142" y="481"/>
                    <a:pt x="142" y="481"/>
                    <a:pt x="142" y="481"/>
                  </a:cubicBezTo>
                  <a:cubicBezTo>
                    <a:pt x="138" y="481"/>
                    <a:pt x="138" y="481"/>
                    <a:pt x="138" y="481"/>
                  </a:cubicBezTo>
                  <a:cubicBezTo>
                    <a:pt x="135" y="479"/>
                    <a:pt x="135" y="479"/>
                    <a:pt x="135" y="479"/>
                  </a:cubicBezTo>
                  <a:cubicBezTo>
                    <a:pt x="132" y="473"/>
                    <a:pt x="132" y="473"/>
                    <a:pt x="132" y="473"/>
                  </a:cubicBezTo>
                  <a:cubicBezTo>
                    <a:pt x="126" y="473"/>
                    <a:pt x="126" y="473"/>
                    <a:pt x="126" y="473"/>
                  </a:cubicBezTo>
                  <a:cubicBezTo>
                    <a:pt x="119" y="474"/>
                    <a:pt x="119" y="474"/>
                    <a:pt x="119" y="474"/>
                  </a:cubicBezTo>
                  <a:cubicBezTo>
                    <a:pt x="111" y="473"/>
                    <a:pt x="111" y="473"/>
                    <a:pt x="111" y="473"/>
                  </a:cubicBezTo>
                  <a:cubicBezTo>
                    <a:pt x="107" y="475"/>
                    <a:pt x="107" y="475"/>
                    <a:pt x="107" y="475"/>
                  </a:cubicBezTo>
                  <a:cubicBezTo>
                    <a:pt x="103" y="476"/>
                    <a:pt x="103" y="476"/>
                    <a:pt x="103" y="476"/>
                  </a:cubicBezTo>
                  <a:cubicBezTo>
                    <a:pt x="99" y="474"/>
                    <a:pt x="99" y="474"/>
                    <a:pt x="99" y="474"/>
                  </a:cubicBezTo>
                  <a:cubicBezTo>
                    <a:pt x="94" y="470"/>
                    <a:pt x="94" y="470"/>
                    <a:pt x="94" y="470"/>
                  </a:cubicBezTo>
                  <a:cubicBezTo>
                    <a:pt x="89" y="469"/>
                    <a:pt x="89" y="469"/>
                    <a:pt x="89" y="469"/>
                  </a:cubicBezTo>
                  <a:cubicBezTo>
                    <a:pt x="86" y="471"/>
                    <a:pt x="86" y="471"/>
                    <a:pt x="86" y="471"/>
                  </a:cubicBezTo>
                  <a:cubicBezTo>
                    <a:pt x="79" y="471"/>
                    <a:pt x="79" y="471"/>
                    <a:pt x="79" y="471"/>
                  </a:cubicBezTo>
                  <a:cubicBezTo>
                    <a:pt x="73" y="469"/>
                    <a:pt x="73" y="469"/>
                    <a:pt x="73" y="469"/>
                  </a:cubicBezTo>
                  <a:cubicBezTo>
                    <a:pt x="71" y="466"/>
                    <a:pt x="71" y="466"/>
                    <a:pt x="71" y="466"/>
                  </a:cubicBezTo>
                  <a:cubicBezTo>
                    <a:pt x="70" y="460"/>
                    <a:pt x="70" y="460"/>
                    <a:pt x="70" y="460"/>
                  </a:cubicBezTo>
                  <a:cubicBezTo>
                    <a:pt x="70" y="454"/>
                    <a:pt x="70" y="454"/>
                    <a:pt x="70" y="454"/>
                  </a:cubicBezTo>
                  <a:cubicBezTo>
                    <a:pt x="67" y="450"/>
                    <a:pt x="67" y="450"/>
                    <a:pt x="67" y="450"/>
                  </a:cubicBezTo>
                  <a:cubicBezTo>
                    <a:pt x="66" y="446"/>
                    <a:pt x="66" y="446"/>
                    <a:pt x="66" y="446"/>
                  </a:cubicBezTo>
                  <a:cubicBezTo>
                    <a:pt x="67" y="441"/>
                    <a:pt x="67" y="441"/>
                    <a:pt x="67" y="441"/>
                  </a:cubicBezTo>
                  <a:cubicBezTo>
                    <a:pt x="66" y="437"/>
                    <a:pt x="66" y="437"/>
                    <a:pt x="66" y="437"/>
                  </a:cubicBezTo>
                  <a:cubicBezTo>
                    <a:pt x="62" y="435"/>
                    <a:pt x="62" y="435"/>
                    <a:pt x="62" y="435"/>
                  </a:cubicBezTo>
                  <a:cubicBezTo>
                    <a:pt x="58" y="433"/>
                    <a:pt x="58" y="433"/>
                    <a:pt x="58" y="433"/>
                  </a:cubicBezTo>
                  <a:cubicBezTo>
                    <a:pt x="57" y="428"/>
                    <a:pt x="57" y="428"/>
                    <a:pt x="57" y="428"/>
                  </a:cubicBezTo>
                  <a:cubicBezTo>
                    <a:pt x="55" y="424"/>
                    <a:pt x="55" y="424"/>
                    <a:pt x="55" y="424"/>
                  </a:cubicBezTo>
                  <a:cubicBezTo>
                    <a:pt x="56" y="422"/>
                    <a:pt x="56" y="422"/>
                    <a:pt x="56" y="422"/>
                  </a:cubicBezTo>
                  <a:cubicBezTo>
                    <a:pt x="59" y="422"/>
                    <a:pt x="59" y="422"/>
                    <a:pt x="59" y="422"/>
                  </a:cubicBezTo>
                  <a:cubicBezTo>
                    <a:pt x="62" y="423"/>
                    <a:pt x="62" y="423"/>
                    <a:pt x="62" y="423"/>
                  </a:cubicBezTo>
                  <a:cubicBezTo>
                    <a:pt x="66" y="422"/>
                    <a:pt x="66" y="422"/>
                    <a:pt x="66" y="422"/>
                  </a:cubicBezTo>
                  <a:cubicBezTo>
                    <a:pt x="65" y="418"/>
                    <a:pt x="65" y="418"/>
                    <a:pt x="65" y="418"/>
                  </a:cubicBezTo>
                  <a:cubicBezTo>
                    <a:pt x="62" y="415"/>
                    <a:pt x="62" y="415"/>
                    <a:pt x="62" y="415"/>
                  </a:cubicBezTo>
                  <a:cubicBezTo>
                    <a:pt x="55" y="412"/>
                    <a:pt x="55" y="412"/>
                    <a:pt x="55" y="412"/>
                  </a:cubicBezTo>
                  <a:cubicBezTo>
                    <a:pt x="50" y="413"/>
                    <a:pt x="50" y="413"/>
                    <a:pt x="50" y="413"/>
                  </a:cubicBezTo>
                  <a:cubicBezTo>
                    <a:pt x="46" y="411"/>
                    <a:pt x="46" y="411"/>
                    <a:pt x="46" y="411"/>
                  </a:cubicBezTo>
                  <a:cubicBezTo>
                    <a:pt x="44" y="409"/>
                    <a:pt x="44" y="409"/>
                    <a:pt x="44" y="409"/>
                  </a:cubicBezTo>
                  <a:cubicBezTo>
                    <a:pt x="43" y="407"/>
                    <a:pt x="43" y="407"/>
                    <a:pt x="43" y="407"/>
                  </a:cubicBezTo>
                  <a:cubicBezTo>
                    <a:pt x="34" y="406"/>
                    <a:pt x="34" y="406"/>
                    <a:pt x="34" y="406"/>
                  </a:cubicBezTo>
                  <a:cubicBezTo>
                    <a:pt x="28" y="407"/>
                    <a:pt x="28" y="407"/>
                    <a:pt x="28" y="407"/>
                  </a:cubicBezTo>
                  <a:cubicBezTo>
                    <a:pt x="24" y="406"/>
                    <a:pt x="24" y="406"/>
                    <a:pt x="24" y="406"/>
                  </a:cubicBezTo>
                  <a:cubicBezTo>
                    <a:pt x="21" y="406"/>
                    <a:pt x="21" y="406"/>
                    <a:pt x="21" y="406"/>
                  </a:cubicBezTo>
                  <a:cubicBezTo>
                    <a:pt x="21" y="405"/>
                    <a:pt x="21" y="405"/>
                    <a:pt x="21" y="405"/>
                  </a:cubicBezTo>
                  <a:cubicBezTo>
                    <a:pt x="18" y="401"/>
                    <a:pt x="18" y="401"/>
                    <a:pt x="18" y="401"/>
                  </a:cubicBezTo>
                  <a:cubicBezTo>
                    <a:pt x="15" y="398"/>
                    <a:pt x="15" y="398"/>
                    <a:pt x="15" y="398"/>
                  </a:cubicBezTo>
                  <a:cubicBezTo>
                    <a:pt x="17" y="394"/>
                    <a:pt x="17" y="394"/>
                    <a:pt x="17" y="394"/>
                  </a:cubicBezTo>
                  <a:cubicBezTo>
                    <a:pt x="15" y="387"/>
                    <a:pt x="15" y="387"/>
                    <a:pt x="15" y="387"/>
                  </a:cubicBezTo>
                  <a:cubicBezTo>
                    <a:pt x="13" y="384"/>
                    <a:pt x="13" y="384"/>
                    <a:pt x="13" y="384"/>
                  </a:cubicBezTo>
                  <a:cubicBezTo>
                    <a:pt x="11" y="382"/>
                    <a:pt x="11" y="382"/>
                    <a:pt x="11" y="382"/>
                  </a:cubicBezTo>
                  <a:cubicBezTo>
                    <a:pt x="11" y="378"/>
                    <a:pt x="11" y="378"/>
                    <a:pt x="11" y="378"/>
                  </a:cubicBezTo>
                  <a:cubicBezTo>
                    <a:pt x="10" y="374"/>
                    <a:pt x="10" y="374"/>
                    <a:pt x="10" y="374"/>
                  </a:cubicBezTo>
                  <a:cubicBezTo>
                    <a:pt x="5" y="373"/>
                    <a:pt x="5" y="373"/>
                    <a:pt x="5" y="373"/>
                  </a:cubicBezTo>
                  <a:cubicBezTo>
                    <a:pt x="2" y="368"/>
                    <a:pt x="2" y="368"/>
                    <a:pt x="2" y="368"/>
                  </a:cubicBezTo>
                  <a:cubicBezTo>
                    <a:pt x="3" y="363"/>
                    <a:pt x="3" y="363"/>
                    <a:pt x="3" y="363"/>
                  </a:cubicBezTo>
                  <a:cubicBezTo>
                    <a:pt x="1" y="358"/>
                    <a:pt x="1" y="358"/>
                    <a:pt x="1" y="358"/>
                  </a:cubicBezTo>
                  <a:cubicBezTo>
                    <a:pt x="3" y="349"/>
                    <a:pt x="3" y="349"/>
                    <a:pt x="3" y="349"/>
                  </a:cubicBezTo>
                  <a:cubicBezTo>
                    <a:pt x="5" y="347"/>
                    <a:pt x="5" y="347"/>
                    <a:pt x="5" y="347"/>
                  </a:cubicBezTo>
                  <a:cubicBezTo>
                    <a:pt x="7" y="342"/>
                    <a:pt x="7" y="342"/>
                    <a:pt x="7" y="342"/>
                  </a:cubicBezTo>
                  <a:cubicBezTo>
                    <a:pt x="12" y="339"/>
                    <a:pt x="12" y="339"/>
                    <a:pt x="12" y="339"/>
                  </a:cubicBezTo>
                  <a:cubicBezTo>
                    <a:pt x="13" y="333"/>
                    <a:pt x="13" y="333"/>
                    <a:pt x="13" y="333"/>
                  </a:cubicBezTo>
                  <a:cubicBezTo>
                    <a:pt x="11" y="327"/>
                    <a:pt x="11" y="327"/>
                    <a:pt x="11" y="327"/>
                  </a:cubicBezTo>
                  <a:cubicBezTo>
                    <a:pt x="8" y="324"/>
                    <a:pt x="8" y="324"/>
                    <a:pt x="8" y="324"/>
                  </a:cubicBezTo>
                  <a:cubicBezTo>
                    <a:pt x="6" y="321"/>
                    <a:pt x="6" y="321"/>
                    <a:pt x="6" y="321"/>
                  </a:cubicBezTo>
                  <a:cubicBezTo>
                    <a:pt x="9" y="320"/>
                    <a:pt x="9" y="320"/>
                    <a:pt x="9" y="320"/>
                  </a:cubicBezTo>
                  <a:cubicBezTo>
                    <a:pt x="13" y="317"/>
                    <a:pt x="13" y="317"/>
                    <a:pt x="13" y="317"/>
                  </a:cubicBezTo>
                  <a:cubicBezTo>
                    <a:pt x="14" y="314"/>
                    <a:pt x="14" y="314"/>
                    <a:pt x="14" y="314"/>
                  </a:cubicBezTo>
                  <a:cubicBezTo>
                    <a:pt x="14" y="314"/>
                    <a:pt x="8" y="313"/>
                    <a:pt x="8" y="313"/>
                  </a:cubicBezTo>
                  <a:cubicBezTo>
                    <a:pt x="7" y="312"/>
                    <a:pt x="3" y="309"/>
                    <a:pt x="3" y="309"/>
                  </a:cubicBezTo>
                  <a:cubicBezTo>
                    <a:pt x="0" y="304"/>
                    <a:pt x="0" y="304"/>
                    <a:pt x="0" y="304"/>
                  </a:cubicBezTo>
                  <a:cubicBezTo>
                    <a:pt x="0" y="298"/>
                    <a:pt x="0" y="298"/>
                    <a:pt x="0" y="298"/>
                  </a:cubicBezTo>
                  <a:cubicBezTo>
                    <a:pt x="3" y="297"/>
                    <a:pt x="3" y="297"/>
                    <a:pt x="3" y="297"/>
                  </a:cubicBezTo>
                  <a:cubicBezTo>
                    <a:pt x="6" y="298"/>
                    <a:pt x="6" y="298"/>
                    <a:pt x="6" y="298"/>
                  </a:cubicBezTo>
                  <a:cubicBezTo>
                    <a:pt x="11" y="298"/>
                    <a:pt x="11" y="298"/>
                    <a:pt x="11" y="298"/>
                  </a:cubicBezTo>
                  <a:cubicBezTo>
                    <a:pt x="12" y="295"/>
                    <a:pt x="12" y="295"/>
                    <a:pt x="12" y="295"/>
                  </a:cubicBezTo>
                  <a:cubicBezTo>
                    <a:pt x="13" y="291"/>
                    <a:pt x="13" y="291"/>
                    <a:pt x="13" y="291"/>
                  </a:cubicBezTo>
                  <a:cubicBezTo>
                    <a:pt x="20" y="289"/>
                    <a:pt x="20" y="289"/>
                    <a:pt x="20" y="289"/>
                  </a:cubicBezTo>
                  <a:cubicBezTo>
                    <a:pt x="26" y="287"/>
                    <a:pt x="26" y="287"/>
                    <a:pt x="26" y="287"/>
                  </a:cubicBezTo>
                  <a:cubicBezTo>
                    <a:pt x="36" y="289"/>
                    <a:pt x="36" y="289"/>
                    <a:pt x="36" y="289"/>
                  </a:cubicBezTo>
                  <a:cubicBezTo>
                    <a:pt x="43" y="290"/>
                    <a:pt x="43" y="290"/>
                    <a:pt x="43" y="290"/>
                  </a:cubicBezTo>
                  <a:cubicBezTo>
                    <a:pt x="48" y="289"/>
                    <a:pt x="48" y="289"/>
                    <a:pt x="48" y="289"/>
                  </a:cubicBezTo>
                  <a:cubicBezTo>
                    <a:pt x="56" y="285"/>
                    <a:pt x="56" y="285"/>
                    <a:pt x="56" y="285"/>
                  </a:cubicBezTo>
                  <a:cubicBezTo>
                    <a:pt x="62" y="285"/>
                    <a:pt x="62" y="285"/>
                    <a:pt x="62" y="285"/>
                  </a:cubicBezTo>
                  <a:cubicBezTo>
                    <a:pt x="68" y="286"/>
                    <a:pt x="68" y="286"/>
                    <a:pt x="68" y="286"/>
                  </a:cubicBezTo>
                  <a:cubicBezTo>
                    <a:pt x="72" y="283"/>
                    <a:pt x="72" y="283"/>
                    <a:pt x="72" y="283"/>
                  </a:cubicBezTo>
                  <a:cubicBezTo>
                    <a:pt x="71" y="279"/>
                    <a:pt x="71" y="279"/>
                    <a:pt x="71" y="279"/>
                  </a:cubicBezTo>
                  <a:cubicBezTo>
                    <a:pt x="67" y="276"/>
                    <a:pt x="67" y="276"/>
                    <a:pt x="67" y="276"/>
                  </a:cubicBezTo>
                  <a:cubicBezTo>
                    <a:pt x="65" y="273"/>
                    <a:pt x="65" y="273"/>
                    <a:pt x="65" y="273"/>
                  </a:cubicBezTo>
                  <a:cubicBezTo>
                    <a:pt x="69" y="271"/>
                    <a:pt x="69" y="271"/>
                    <a:pt x="69" y="271"/>
                  </a:cubicBezTo>
                  <a:cubicBezTo>
                    <a:pt x="74" y="269"/>
                    <a:pt x="74" y="269"/>
                    <a:pt x="74" y="269"/>
                  </a:cubicBezTo>
                  <a:cubicBezTo>
                    <a:pt x="79" y="267"/>
                    <a:pt x="79" y="267"/>
                    <a:pt x="79" y="267"/>
                  </a:cubicBezTo>
                  <a:cubicBezTo>
                    <a:pt x="83" y="261"/>
                    <a:pt x="83" y="261"/>
                    <a:pt x="83" y="261"/>
                  </a:cubicBezTo>
                  <a:cubicBezTo>
                    <a:pt x="85" y="257"/>
                    <a:pt x="85" y="257"/>
                    <a:pt x="85" y="257"/>
                  </a:cubicBezTo>
                  <a:cubicBezTo>
                    <a:pt x="84" y="253"/>
                    <a:pt x="84" y="253"/>
                    <a:pt x="84" y="253"/>
                  </a:cubicBezTo>
                  <a:cubicBezTo>
                    <a:pt x="80" y="250"/>
                    <a:pt x="80" y="250"/>
                    <a:pt x="80" y="250"/>
                  </a:cubicBezTo>
                  <a:cubicBezTo>
                    <a:pt x="77" y="246"/>
                    <a:pt x="77" y="246"/>
                    <a:pt x="77" y="246"/>
                  </a:cubicBezTo>
                  <a:cubicBezTo>
                    <a:pt x="83" y="244"/>
                    <a:pt x="83" y="244"/>
                    <a:pt x="83" y="244"/>
                  </a:cubicBezTo>
                  <a:cubicBezTo>
                    <a:pt x="83" y="244"/>
                    <a:pt x="87" y="241"/>
                    <a:pt x="87" y="240"/>
                  </a:cubicBezTo>
                  <a:cubicBezTo>
                    <a:pt x="87" y="240"/>
                    <a:pt x="91" y="240"/>
                    <a:pt x="91" y="240"/>
                  </a:cubicBezTo>
                  <a:cubicBezTo>
                    <a:pt x="93" y="236"/>
                    <a:pt x="93" y="236"/>
                    <a:pt x="93" y="236"/>
                  </a:cubicBezTo>
                  <a:cubicBezTo>
                    <a:pt x="89" y="233"/>
                    <a:pt x="89" y="233"/>
                    <a:pt x="89" y="233"/>
                  </a:cubicBezTo>
                  <a:cubicBezTo>
                    <a:pt x="86" y="231"/>
                    <a:pt x="86" y="231"/>
                    <a:pt x="86" y="231"/>
                  </a:cubicBezTo>
                  <a:cubicBezTo>
                    <a:pt x="83" y="227"/>
                    <a:pt x="83" y="227"/>
                    <a:pt x="83" y="227"/>
                  </a:cubicBezTo>
                  <a:cubicBezTo>
                    <a:pt x="78" y="223"/>
                    <a:pt x="78" y="223"/>
                    <a:pt x="78" y="223"/>
                  </a:cubicBezTo>
                  <a:cubicBezTo>
                    <a:pt x="77" y="218"/>
                    <a:pt x="77" y="218"/>
                    <a:pt x="77" y="218"/>
                  </a:cubicBezTo>
                  <a:cubicBezTo>
                    <a:pt x="80" y="214"/>
                    <a:pt x="80" y="214"/>
                    <a:pt x="80" y="214"/>
                  </a:cubicBezTo>
                  <a:cubicBezTo>
                    <a:pt x="82" y="213"/>
                    <a:pt x="82" y="213"/>
                    <a:pt x="82" y="213"/>
                  </a:cubicBezTo>
                  <a:cubicBezTo>
                    <a:pt x="80" y="210"/>
                    <a:pt x="80" y="210"/>
                    <a:pt x="80" y="210"/>
                  </a:cubicBezTo>
                  <a:cubicBezTo>
                    <a:pt x="76" y="208"/>
                    <a:pt x="76" y="208"/>
                    <a:pt x="76" y="208"/>
                  </a:cubicBezTo>
                  <a:cubicBezTo>
                    <a:pt x="72" y="206"/>
                    <a:pt x="72" y="206"/>
                    <a:pt x="72" y="206"/>
                  </a:cubicBezTo>
                  <a:cubicBezTo>
                    <a:pt x="72" y="204"/>
                    <a:pt x="72" y="204"/>
                    <a:pt x="72" y="204"/>
                  </a:cubicBezTo>
                  <a:cubicBezTo>
                    <a:pt x="75" y="202"/>
                    <a:pt x="75" y="202"/>
                    <a:pt x="75" y="202"/>
                  </a:cubicBezTo>
                  <a:cubicBezTo>
                    <a:pt x="82" y="201"/>
                    <a:pt x="82" y="201"/>
                    <a:pt x="82" y="201"/>
                  </a:cubicBezTo>
                  <a:cubicBezTo>
                    <a:pt x="86" y="199"/>
                    <a:pt x="86" y="199"/>
                    <a:pt x="86" y="199"/>
                  </a:cubicBezTo>
                  <a:cubicBezTo>
                    <a:pt x="87" y="194"/>
                    <a:pt x="87" y="194"/>
                    <a:pt x="87" y="194"/>
                  </a:cubicBezTo>
                  <a:cubicBezTo>
                    <a:pt x="82" y="191"/>
                    <a:pt x="82" y="191"/>
                    <a:pt x="82" y="191"/>
                  </a:cubicBezTo>
                  <a:cubicBezTo>
                    <a:pt x="76" y="184"/>
                    <a:pt x="76" y="184"/>
                    <a:pt x="76" y="184"/>
                  </a:cubicBezTo>
                  <a:cubicBezTo>
                    <a:pt x="71" y="178"/>
                    <a:pt x="71" y="178"/>
                    <a:pt x="71" y="178"/>
                  </a:cubicBezTo>
                  <a:cubicBezTo>
                    <a:pt x="67" y="170"/>
                    <a:pt x="67" y="170"/>
                    <a:pt x="67" y="170"/>
                  </a:cubicBezTo>
                  <a:cubicBezTo>
                    <a:pt x="64" y="164"/>
                    <a:pt x="64" y="164"/>
                    <a:pt x="64" y="164"/>
                  </a:cubicBezTo>
                  <a:cubicBezTo>
                    <a:pt x="65" y="161"/>
                    <a:pt x="65" y="161"/>
                    <a:pt x="65" y="161"/>
                  </a:cubicBezTo>
                  <a:cubicBezTo>
                    <a:pt x="69" y="159"/>
                    <a:pt x="69" y="159"/>
                    <a:pt x="69" y="159"/>
                  </a:cubicBezTo>
                  <a:cubicBezTo>
                    <a:pt x="73" y="159"/>
                    <a:pt x="73" y="159"/>
                    <a:pt x="73" y="159"/>
                  </a:cubicBezTo>
                  <a:cubicBezTo>
                    <a:pt x="77" y="159"/>
                    <a:pt x="77" y="159"/>
                    <a:pt x="77" y="159"/>
                  </a:cubicBezTo>
                  <a:cubicBezTo>
                    <a:pt x="77" y="156"/>
                    <a:pt x="77" y="156"/>
                    <a:pt x="77" y="156"/>
                  </a:cubicBezTo>
                  <a:cubicBezTo>
                    <a:pt x="75" y="153"/>
                    <a:pt x="75" y="153"/>
                    <a:pt x="75" y="153"/>
                  </a:cubicBezTo>
                  <a:cubicBezTo>
                    <a:pt x="70" y="147"/>
                    <a:pt x="70" y="147"/>
                    <a:pt x="70" y="147"/>
                  </a:cubicBezTo>
                  <a:cubicBezTo>
                    <a:pt x="66" y="140"/>
                    <a:pt x="66" y="140"/>
                    <a:pt x="66" y="140"/>
                  </a:cubicBezTo>
                  <a:cubicBezTo>
                    <a:pt x="64" y="136"/>
                    <a:pt x="64" y="136"/>
                    <a:pt x="64" y="136"/>
                  </a:cubicBezTo>
                  <a:cubicBezTo>
                    <a:pt x="64" y="132"/>
                    <a:pt x="64" y="132"/>
                    <a:pt x="64" y="132"/>
                  </a:cubicBezTo>
                  <a:cubicBezTo>
                    <a:pt x="67" y="131"/>
                    <a:pt x="67" y="131"/>
                    <a:pt x="67" y="131"/>
                  </a:cubicBezTo>
                  <a:cubicBezTo>
                    <a:pt x="70" y="128"/>
                    <a:pt x="70" y="128"/>
                    <a:pt x="70" y="128"/>
                  </a:cubicBezTo>
                  <a:cubicBezTo>
                    <a:pt x="71" y="125"/>
                    <a:pt x="71" y="125"/>
                    <a:pt x="71" y="125"/>
                  </a:cubicBezTo>
                  <a:cubicBezTo>
                    <a:pt x="71" y="121"/>
                    <a:pt x="71" y="121"/>
                    <a:pt x="71" y="121"/>
                  </a:cubicBezTo>
                  <a:cubicBezTo>
                    <a:pt x="68" y="120"/>
                    <a:pt x="68" y="120"/>
                    <a:pt x="68" y="120"/>
                  </a:cubicBezTo>
                  <a:cubicBezTo>
                    <a:pt x="66" y="122"/>
                    <a:pt x="66" y="122"/>
                    <a:pt x="66" y="122"/>
                  </a:cubicBezTo>
                  <a:cubicBezTo>
                    <a:pt x="65" y="123"/>
                    <a:pt x="65" y="123"/>
                    <a:pt x="65" y="123"/>
                  </a:cubicBezTo>
                  <a:cubicBezTo>
                    <a:pt x="63" y="125"/>
                    <a:pt x="63" y="125"/>
                    <a:pt x="63" y="125"/>
                  </a:cubicBezTo>
                  <a:cubicBezTo>
                    <a:pt x="60" y="124"/>
                    <a:pt x="60" y="124"/>
                    <a:pt x="60" y="124"/>
                  </a:cubicBezTo>
                  <a:cubicBezTo>
                    <a:pt x="59" y="119"/>
                    <a:pt x="59" y="119"/>
                    <a:pt x="59" y="119"/>
                  </a:cubicBezTo>
                  <a:cubicBezTo>
                    <a:pt x="55" y="113"/>
                    <a:pt x="55" y="113"/>
                    <a:pt x="55" y="113"/>
                  </a:cubicBezTo>
                  <a:cubicBezTo>
                    <a:pt x="50" y="106"/>
                    <a:pt x="50" y="106"/>
                    <a:pt x="50" y="106"/>
                  </a:cubicBezTo>
                  <a:cubicBezTo>
                    <a:pt x="49" y="99"/>
                    <a:pt x="49" y="99"/>
                    <a:pt x="49" y="99"/>
                  </a:cubicBezTo>
                  <a:cubicBezTo>
                    <a:pt x="44" y="98"/>
                    <a:pt x="44" y="98"/>
                    <a:pt x="44" y="98"/>
                  </a:cubicBezTo>
                  <a:cubicBezTo>
                    <a:pt x="39" y="94"/>
                    <a:pt x="39" y="94"/>
                    <a:pt x="39" y="94"/>
                  </a:cubicBezTo>
                  <a:cubicBezTo>
                    <a:pt x="36" y="89"/>
                    <a:pt x="36" y="89"/>
                    <a:pt x="36" y="89"/>
                  </a:cubicBezTo>
                  <a:cubicBezTo>
                    <a:pt x="34" y="81"/>
                    <a:pt x="34" y="81"/>
                    <a:pt x="34" y="81"/>
                  </a:cubicBezTo>
                  <a:cubicBezTo>
                    <a:pt x="31" y="74"/>
                    <a:pt x="31" y="74"/>
                    <a:pt x="31" y="74"/>
                  </a:cubicBezTo>
                  <a:cubicBezTo>
                    <a:pt x="30" y="68"/>
                    <a:pt x="30" y="68"/>
                    <a:pt x="30" y="68"/>
                  </a:cubicBezTo>
                  <a:cubicBezTo>
                    <a:pt x="33" y="61"/>
                    <a:pt x="33" y="61"/>
                    <a:pt x="33" y="61"/>
                  </a:cubicBezTo>
                  <a:cubicBezTo>
                    <a:pt x="35" y="59"/>
                    <a:pt x="35" y="59"/>
                    <a:pt x="35" y="59"/>
                  </a:cubicBezTo>
                  <a:cubicBezTo>
                    <a:pt x="39" y="59"/>
                    <a:pt x="39" y="59"/>
                    <a:pt x="39" y="59"/>
                  </a:cubicBezTo>
                  <a:cubicBezTo>
                    <a:pt x="43" y="56"/>
                    <a:pt x="43" y="56"/>
                    <a:pt x="43" y="56"/>
                  </a:cubicBezTo>
                  <a:cubicBezTo>
                    <a:pt x="50" y="56"/>
                    <a:pt x="50" y="56"/>
                    <a:pt x="50" y="56"/>
                  </a:cubicBezTo>
                  <a:cubicBezTo>
                    <a:pt x="57" y="58"/>
                    <a:pt x="57" y="58"/>
                    <a:pt x="57" y="58"/>
                  </a:cubicBezTo>
                  <a:cubicBezTo>
                    <a:pt x="61" y="59"/>
                    <a:pt x="61" y="59"/>
                    <a:pt x="61" y="59"/>
                  </a:cubicBezTo>
                  <a:cubicBezTo>
                    <a:pt x="64" y="57"/>
                    <a:pt x="64" y="57"/>
                    <a:pt x="64" y="57"/>
                  </a:cubicBezTo>
                  <a:cubicBezTo>
                    <a:pt x="65" y="51"/>
                    <a:pt x="65" y="51"/>
                    <a:pt x="65" y="51"/>
                  </a:cubicBezTo>
                  <a:cubicBezTo>
                    <a:pt x="67" y="46"/>
                    <a:pt x="67" y="46"/>
                    <a:pt x="67" y="46"/>
                  </a:cubicBezTo>
                  <a:cubicBezTo>
                    <a:pt x="71" y="46"/>
                    <a:pt x="71" y="46"/>
                    <a:pt x="71" y="46"/>
                  </a:cubicBezTo>
                  <a:cubicBezTo>
                    <a:pt x="73" y="46"/>
                    <a:pt x="73" y="46"/>
                    <a:pt x="73" y="46"/>
                  </a:cubicBezTo>
                  <a:cubicBezTo>
                    <a:pt x="74" y="42"/>
                    <a:pt x="74" y="42"/>
                    <a:pt x="74" y="42"/>
                  </a:cubicBezTo>
                  <a:cubicBezTo>
                    <a:pt x="74" y="39"/>
                    <a:pt x="74" y="39"/>
                    <a:pt x="74" y="39"/>
                  </a:cubicBezTo>
                  <a:cubicBezTo>
                    <a:pt x="77" y="36"/>
                    <a:pt x="77" y="36"/>
                    <a:pt x="77" y="36"/>
                  </a:cubicBezTo>
                  <a:cubicBezTo>
                    <a:pt x="82" y="36"/>
                    <a:pt x="82" y="36"/>
                    <a:pt x="82" y="36"/>
                  </a:cubicBezTo>
                  <a:cubicBezTo>
                    <a:pt x="88" y="36"/>
                    <a:pt x="88" y="36"/>
                    <a:pt x="88" y="36"/>
                  </a:cubicBezTo>
                  <a:cubicBezTo>
                    <a:pt x="92" y="38"/>
                    <a:pt x="92" y="38"/>
                    <a:pt x="92" y="38"/>
                  </a:cubicBezTo>
                  <a:cubicBezTo>
                    <a:pt x="94" y="42"/>
                    <a:pt x="94" y="42"/>
                    <a:pt x="94" y="42"/>
                  </a:cubicBezTo>
                  <a:cubicBezTo>
                    <a:pt x="98" y="44"/>
                    <a:pt x="98" y="44"/>
                    <a:pt x="98" y="44"/>
                  </a:cubicBezTo>
                  <a:cubicBezTo>
                    <a:pt x="103" y="42"/>
                    <a:pt x="103" y="42"/>
                    <a:pt x="103" y="42"/>
                  </a:cubicBezTo>
                  <a:cubicBezTo>
                    <a:pt x="109" y="42"/>
                    <a:pt x="109" y="42"/>
                    <a:pt x="109" y="42"/>
                  </a:cubicBezTo>
                  <a:cubicBezTo>
                    <a:pt x="114" y="42"/>
                    <a:pt x="114" y="42"/>
                    <a:pt x="114" y="42"/>
                  </a:cubicBezTo>
                  <a:cubicBezTo>
                    <a:pt x="117" y="46"/>
                    <a:pt x="117" y="46"/>
                    <a:pt x="117" y="46"/>
                  </a:cubicBezTo>
                  <a:cubicBezTo>
                    <a:pt x="120" y="50"/>
                    <a:pt x="120" y="50"/>
                    <a:pt x="120" y="50"/>
                  </a:cubicBezTo>
                  <a:cubicBezTo>
                    <a:pt x="122" y="47"/>
                    <a:pt x="122" y="47"/>
                    <a:pt x="122" y="47"/>
                  </a:cubicBezTo>
                  <a:cubicBezTo>
                    <a:pt x="125" y="47"/>
                    <a:pt x="125" y="47"/>
                    <a:pt x="125" y="47"/>
                  </a:cubicBezTo>
                  <a:cubicBezTo>
                    <a:pt x="128" y="48"/>
                    <a:pt x="128" y="48"/>
                    <a:pt x="128" y="48"/>
                  </a:cubicBezTo>
                  <a:cubicBezTo>
                    <a:pt x="135" y="47"/>
                    <a:pt x="135" y="47"/>
                    <a:pt x="135" y="47"/>
                  </a:cubicBezTo>
                  <a:cubicBezTo>
                    <a:pt x="141" y="43"/>
                    <a:pt x="141" y="43"/>
                    <a:pt x="141" y="43"/>
                  </a:cubicBezTo>
                  <a:cubicBezTo>
                    <a:pt x="147" y="37"/>
                    <a:pt x="147" y="37"/>
                    <a:pt x="147" y="37"/>
                  </a:cubicBezTo>
                  <a:cubicBezTo>
                    <a:pt x="156" y="30"/>
                    <a:pt x="156" y="30"/>
                    <a:pt x="156" y="30"/>
                  </a:cubicBezTo>
                  <a:cubicBezTo>
                    <a:pt x="161" y="27"/>
                    <a:pt x="161" y="27"/>
                    <a:pt x="161" y="27"/>
                  </a:cubicBezTo>
                  <a:cubicBezTo>
                    <a:pt x="163" y="21"/>
                    <a:pt x="163" y="21"/>
                    <a:pt x="163" y="21"/>
                  </a:cubicBezTo>
                  <a:cubicBezTo>
                    <a:pt x="164" y="17"/>
                    <a:pt x="164" y="17"/>
                    <a:pt x="164" y="17"/>
                  </a:cubicBezTo>
                  <a:cubicBezTo>
                    <a:pt x="164" y="13"/>
                    <a:pt x="164" y="13"/>
                    <a:pt x="164" y="13"/>
                  </a:cubicBezTo>
                  <a:cubicBezTo>
                    <a:pt x="165" y="11"/>
                    <a:pt x="165" y="11"/>
                    <a:pt x="165" y="11"/>
                  </a:cubicBezTo>
                  <a:cubicBezTo>
                    <a:pt x="168" y="12"/>
                    <a:pt x="168" y="12"/>
                    <a:pt x="168" y="12"/>
                  </a:cubicBezTo>
                  <a:cubicBezTo>
                    <a:pt x="172" y="9"/>
                    <a:pt x="172" y="9"/>
                    <a:pt x="172" y="9"/>
                  </a:cubicBezTo>
                  <a:cubicBezTo>
                    <a:pt x="175" y="7"/>
                    <a:pt x="175" y="7"/>
                    <a:pt x="175" y="7"/>
                  </a:cubicBezTo>
                  <a:cubicBezTo>
                    <a:pt x="179" y="5"/>
                    <a:pt x="179" y="5"/>
                    <a:pt x="179" y="5"/>
                  </a:cubicBezTo>
                  <a:lnTo>
                    <a:pt x="179" y="4"/>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31"/>
            <p:cNvSpPr>
              <a:spLocks/>
            </p:cNvSpPr>
            <p:nvPr/>
          </p:nvSpPr>
          <p:spPr bwMode="auto">
            <a:xfrm>
              <a:off x="3051176" y="1966913"/>
              <a:ext cx="215900" cy="179388"/>
            </a:xfrm>
            <a:custGeom>
              <a:avLst/>
              <a:gdLst/>
              <a:ahLst/>
              <a:cxnLst>
                <a:cxn ang="0">
                  <a:pos x="136" y="78"/>
                </a:cxn>
                <a:cxn ang="0">
                  <a:pos x="129" y="79"/>
                </a:cxn>
                <a:cxn ang="0">
                  <a:pos x="129" y="87"/>
                </a:cxn>
                <a:cxn ang="0">
                  <a:pos x="124" y="97"/>
                </a:cxn>
                <a:cxn ang="0">
                  <a:pos x="117" y="104"/>
                </a:cxn>
                <a:cxn ang="0">
                  <a:pos x="114" y="113"/>
                </a:cxn>
                <a:cxn ang="0">
                  <a:pos x="110" y="110"/>
                </a:cxn>
                <a:cxn ang="0">
                  <a:pos x="108" y="100"/>
                </a:cxn>
                <a:cxn ang="0">
                  <a:pos x="101" y="95"/>
                </a:cxn>
                <a:cxn ang="0">
                  <a:pos x="88" y="95"/>
                </a:cxn>
                <a:cxn ang="0">
                  <a:pos x="79" y="93"/>
                </a:cxn>
                <a:cxn ang="0">
                  <a:pos x="70" y="86"/>
                </a:cxn>
                <a:cxn ang="0">
                  <a:pos x="65" y="91"/>
                </a:cxn>
                <a:cxn ang="0">
                  <a:pos x="66" y="97"/>
                </a:cxn>
                <a:cxn ang="0">
                  <a:pos x="58" y="99"/>
                </a:cxn>
                <a:cxn ang="0">
                  <a:pos x="48" y="94"/>
                </a:cxn>
                <a:cxn ang="0">
                  <a:pos x="37" y="94"/>
                </a:cxn>
                <a:cxn ang="0">
                  <a:pos x="24" y="91"/>
                </a:cxn>
                <a:cxn ang="0">
                  <a:pos x="13" y="97"/>
                </a:cxn>
                <a:cxn ang="0">
                  <a:pos x="6" y="102"/>
                </a:cxn>
                <a:cxn ang="0">
                  <a:pos x="5" y="93"/>
                </a:cxn>
                <a:cxn ang="0">
                  <a:pos x="0" y="85"/>
                </a:cxn>
                <a:cxn ang="0">
                  <a:pos x="3" y="74"/>
                </a:cxn>
                <a:cxn ang="0">
                  <a:pos x="11" y="64"/>
                </a:cxn>
                <a:cxn ang="0">
                  <a:pos x="10" y="57"/>
                </a:cxn>
                <a:cxn ang="0">
                  <a:pos x="3" y="51"/>
                </a:cxn>
                <a:cxn ang="0">
                  <a:pos x="5" y="43"/>
                </a:cxn>
                <a:cxn ang="0">
                  <a:pos x="12" y="43"/>
                </a:cxn>
                <a:cxn ang="0">
                  <a:pos x="8" y="36"/>
                </a:cxn>
                <a:cxn ang="0">
                  <a:pos x="10" y="29"/>
                </a:cxn>
                <a:cxn ang="0">
                  <a:pos x="17" y="30"/>
                </a:cxn>
                <a:cxn ang="0">
                  <a:pos x="24" y="32"/>
                </a:cxn>
                <a:cxn ang="0">
                  <a:pos x="20" y="26"/>
                </a:cxn>
                <a:cxn ang="0">
                  <a:pos x="21" y="19"/>
                </a:cxn>
                <a:cxn ang="0">
                  <a:pos x="29" y="13"/>
                </a:cxn>
                <a:cxn ang="0">
                  <a:pos x="32" y="6"/>
                </a:cxn>
                <a:cxn ang="0">
                  <a:pos x="39" y="10"/>
                </a:cxn>
                <a:cxn ang="0">
                  <a:pos x="45" y="19"/>
                </a:cxn>
                <a:cxn ang="0">
                  <a:pos x="51" y="14"/>
                </a:cxn>
                <a:cxn ang="0">
                  <a:pos x="58" y="13"/>
                </a:cxn>
                <a:cxn ang="0">
                  <a:pos x="64" y="18"/>
                </a:cxn>
                <a:cxn ang="0">
                  <a:pos x="69" y="14"/>
                </a:cxn>
                <a:cxn ang="0">
                  <a:pos x="67" y="9"/>
                </a:cxn>
                <a:cxn ang="0">
                  <a:pos x="69" y="2"/>
                </a:cxn>
                <a:cxn ang="0">
                  <a:pos x="76" y="4"/>
                </a:cxn>
                <a:cxn ang="0">
                  <a:pos x="80" y="13"/>
                </a:cxn>
                <a:cxn ang="0">
                  <a:pos x="77" y="19"/>
                </a:cxn>
                <a:cxn ang="0">
                  <a:pos x="82" y="26"/>
                </a:cxn>
                <a:cxn ang="0">
                  <a:pos x="92" y="32"/>
                </a:cxn>
                <a:cxn ang="0">
                  <a:pos x="98" y="43"/>
                </a:cxn>
                <a:cxn ang="0">
                  <a:pos x="108" y="43"/>
                </a:cxn>
                <a:cxn ang="0">
                  <a:pos x="116" y="47"/>
                </a:cxn>
                <a:cxn ang="0">
                  <a:pos x="110" y="50"/>
                </a:cxn>
                <a:cxn ang="0">
                  <a:pos x="110" y="55"/>
                </a:cxn>
                <a:cxn ang="0">
                  <a:pos x="110" y="62"/>
                </a:cxn>
                <a:cxn ang="0">
                  <a:pos x="103" y="64"/>
                </a:cxn>
                <a:cxn ang="0">
                  <a:pos x="108" y="67"/>
                </a:cxn>
                <a:cxn ang="0">
                  <a:pos x="118" y="70"/>
                </a:cxn>
                <a:cxn ang="0">
                  <a:pos x="124" y="72"/>
                </a:cxn>
                <a:cxn ang="0">
                  <a:pos x="128" y="69"/>
                </a:cxn>
                <a:cxn ang="0">
                  <a:pos x="132" y="72"/>
                </a:cxn>
              </a:cxnLst>
              <a:rect l="0" t="0" r="r" b="b"/>
              <a:pathLst>
                <a:path w="136" h="113">
                  <a:moveTo>
                    <a:pt x="136" y="74"/>
                  </a:moveTo>
                  <a:lnTo>
                    <a:pt x="136" y="78"/>
                  </a:lnTo>
                  <a:lnTo>
                    <a:pt x="132" y="79"/>
                  </a:lnTo>
                  <a:lnTo>
                    <a:pt x="129" y="79"/>
                  </a:lnTo>
                  <a:lnTo>
                    <a:pt x="128" y="82"/>
                  </a:lnTo>
                  <a:lnTo>
                    <a:pt x="129" y="87"/>
                  </a:lnTo>
                  <a:lnTo>
                    <a:pt x="129" y="92"/>
                  </a:lnTo>
                  <a:lnTo>
                    <a:pt x="124" y="97"/>
                  </a:lnTo>
                  <a:lnTo>
                    <a:pt x="121" y="102"/>
                  </a:lnTo>
                  <a:lnTo>
                    <a:pt x="117" y="104"/>
                  </a:lnTo>
                  <a:lnTo>
                    <a:pt x="114" y="108"/>
                  </a:lnTo>
                  <a:lnTo>
                    <a:pt x="114" y="113"/>
                  </a:lnTo>
                  <a:lnTo>
                    <a:pt x="110" y="113"/>
                  </a:lnTo>
                  <a:lnTo>
                    <a:pt x="110" y="110"/>
                  </a:lnTo>
                  <a:lnTo>
                    <a:pt x="108" y="106"/>
                  </a:lnTo>
                  <a:lnTo>
                    <a:pt x="108" y="100"/>
                  </a:lnTo>
                  <a:lnTo>
                    <a:pt x="103" y="99"/>
                  </a:lnTo>
                  <a:lnTo>
                    <a:pt x="101" y="95"/>
                  </a:lnTo>
                  <a:lnTo>
                    <a:pt x="95" y="96"/>
                  </a:lnTo>
                  <a:lnTo>
                    <a:pt x="88" y="95"/>
                  </a:lnTo>
                  <a:lnTo>
                    <a:pt x="86" y="93"/>
                  </a:lnTo>
                  <a:lnTo>
                    <a:pt x="79" y="93"/>
                  </a:lnTo>
                  <a:lnTo>
                    <a:pt x="76" y="89"/>
                  </a:lnTo>
                  <a:lnTo>
                    <a:pt x="70" y="86"/>
                  </a:lnTo>
                  <a:lnTo>
                    <a:pt x="66" y="87"/>
                  </a:lnTo>
                  <a:lnTo>
                    <a:pt x="65" y="91"/>
                  </a:lnTo>
                  <a:lnTo>
                    <a:pt x="67" y="94"/>
                  </a:lnTo>
                  <a:lnTo>
                    <a:pt x="66" y="97"/>
                  </a:lnTo>
                  <a:lnTo>
                    <a:pt x="63" y="99"/>
                  </a:lnTo>
                  <a:lnTo>
                    <a:pt x="58" y="99"/>
                  </a:lnTo>
                  <a:lnTo>
                    <a:pt x="52" y="95"/>
                  </a:lnTo>
                  <a:lnTo>
                    <a:pt x="48" y="94"/>
                  </a:lnTo>
                  <a:lnTo>
                    <a:pt x="42" y="93"/>
                  </a:lnTo>
                  <a:lnTo>
                    <a:pt x="37" y="94"/>
                  </a:lnTo>
                  <a:lnTo>
                    <a:pt x="30" y="91"/>
                  </a:lnTo>
                  <a:lnTo>
                    <a:pt x="24" y="91"/>
                  </a:lnTo>
                  <a:lnTo>
                    <a:pt x="19" y="95"/>
                  </a:lnTo>
                  <a:lnTo>
                    <a:pt x="13" y="97"/>
                  </a:lnTo>
                  <a:lnTo>
                    <a:pt x="11" y="102"/>
                  </a:lnTo>
                  <a:lnTo>
                    <a:pt x="6" y="102"/>
                  </a:lnTo>
                  <a:lnTo>
                    <a:pt x="5" y="99"/>
                  </a:lnTo>
                  <a:lnTo>
                    <a:pt x="5" y="93"/>
                  </a:lnTo>
                  <a:lnTo>
                    <a:pt x="3" y="89"/>
                  </a:lnTo>
                  <a:lnTo>
                    <a:pt x="0" y="85"/>
                  </a:lnTo>
                  <a:lnTo>
                    <a:pt x="3" y="80"/>
                  </a:lnTo>
                  <a:lnTo>
                    <a:pt x="3" y="74"/>
                  </a:lnTo>
                  <a:lnTo>
                    <a:pt x="6" y="69"/>
                  </a:lnTo>
                  <a:lnTo>
                    <a:pt x="11" y="64"/>
                  </a:lnTo>
                  <a:lnTo>
                    <a:pt x="12" y="61"/>
                  </a:lnTo>
                  <a:lnTo>
                    <a:pt x="10" y="57"/>
                  </a:lnTo>
                  <a:lnTo>
                    <a:pt x="4" y="56"/>
                  </a:lnTo>
                  <a:lnTo>
                    <a:pt x="3" y="51"/>
                  </a:lnTo>
                  <a:lnTo>
                    <a:pt x="3" y="45"/>
                  </a:lnTo>
                  <a:lnTo>
                    <a:pt x="5" y="43"/>
                  </a:lnTo>
                  <a:lnTo>
                    <a:pt x="10" y="44"/>
                  </a:lnTo>
                  <a:lnTo>
                    <a:pt x="12" y="43"/>
                  </a:lnTo>
                  <a:lnTo>
                    <a:pt x="11" y="39"/>
                  </a:lnTo>
                  <a:lnTo>
                    <a:pt x="8" y="36"/>
                  </a:lnTo>
                  <a:lnTo>
                    <a:pt x="7" y="33"/>
                  </a:lnTo>
                  <a:lnTo>
                    <a:pt x="10" y="29"/>
                  </a:lnTo>
                  <a:lnTo>
                    <a:pt x="13" y="28"/>
                  </a:lnTo>
                  <a:lnTo>
                    <a:pt x="17" y="30"/>
                  </a:lnTo>
                  <a:lnTo>
                    <a:pt x="21" y="33"/>
                  </a:lnTo>
                  <a:lnTo>
                    <a:pt x="24" y="32"/>
                  </a:lnTo>
                  <a:lnTo>
                    <a:pt x="22" y="28"/>
                  </a:lnTo>
                  <a:lnTo>
                    <a:pt x="20" y="26"/>
                  </a:lnTo>
                  <a:lnTo>
                    <a:pt x="19" y="22"/>
                  </a:lnTo>
                  <a:lnTo>
                    <a:pt x="21" y="19"/>
                  </a:lnTo>
                  <a:lnTo>
                    <a:pt x="26" y="18"/>
                  </a:lnTo>
                  <a:lnTo>
                    <a:pt x="29" y="13"/>
                  </a:lnTo>
                  <a:lnTo>
                    <a:pt x="29" y="9"/>
                  </a:lnTo>
                  <a:lnTo>
                    <a:pt x="32" y="6"/>
                  </a:lnTo>
                  <a:lnTo>
                    <a:pt x="36" y="7"/>
                  </a:lnTo>
                  <a:lnTo>
                    <a:pt x="39" y="10"/>
                  </a:lnTo>
                  <a:lnTo>
                    <a:pt x="41" y="15"/>
                  </a:lnTo>
                  <a:lnTo>
                    <a:pt x="45" y="19"/>
                  </a:lnTo>
                  <a:lnTo>
                    <a:pt x="50" y="18"/>
                  </a:lnTo>
                  <a:lnTo>
                    <a:pt x="51" y="14"/>
                  </a:lnTo>
                  <a:lnTo>
                    <a:pt x="55" y="12"/>
                  </a:lnTo>
                  <a:lnTo>
                    <a:pt x="58" y="13"/>
                  </a:lnTo>
                  <a:lnTo>
                    <a:pt x="62" y="15"/>
                  </a:lnTo>
                  <a:lnTo>
                    <a:pt x="64" y="18"/>
                  </a:lnTo>
                  <a:lnTo>
                    <a:pt x="67" y="18"/>
                  </a:lnTo>
                  <a:lnTo>
                    <a:pt x="69" y="14"/>
                  </a:lnTo>
                  <a:lnTo>
                    <a:pt x="69" y="11"/>
                  </a:lnTo>
                  <a:lnTo>
                    <a:pt x="67" y="9"/>
                  </a:lnTo>
                  <a:lnTo>
                    <a:pt x="67" y="4"/>
                  </a:lnTo>
                  <a:lnTo>
                    <a:pt x="69" y="2"/>
                  </a:lnTo>
                  <a:lnTo>
                    <a:pt x="72" y="0"/>
                  </a:lnTo>
                  <a:lnTo>
                    <a:pt x="76" y="4"/>
                  </a:lnTo>
                  <a:lnTo>
                    <a:pt x="78" y="7"/>
                  </a:lnTo>
                  <a:lnTo>
                    <a:pt x="80" y="13"/>
                  </a:lnTo>
                  <a:lnTo>
                    <a:pt x="78" y="15"/>
                  </a:lnTo>
                  <a:lnTo>
                    <a:pt x="77" y="19"/>
                  </a:lnTo>
                  <a:lnTo>
                    <a:pt x="78" y="22"/>
                  </a:lnTo>
                  <a:lnTo>
                    <a:pt x="82" y="26"/>
                  </a:lnTo>
                  <a:lnTo>
                    <a:pt x="87" y="27"/>
                  </a:lnTo>
                  <a:lnTo>
                    <a:pt x="92" y="32"/>
                  </a:lnTo>
                  <a:lnTo>
                    <a:pt x="94" y="37"/>
                  </a:lnTo>
                  <a:lnTo>
                    <a:pt x="98" y="43"/>
                  </a:lnTo>
                  <a:lnTo>
                    <a:pt x="104" y="45"/>
                  </a:lnTo>
                  <a:lnTo>
                    <a:pt x="108" y="43"/>
                  </a:lnTo>
                  <a:lnTo>
                    <a:pt x="114" y="43"/>
                  </a:lnTo>
                  <a:lnTo>
                    <a:pt x="116" y="47"/>
                  </a:lnTo>
                  <a:lnTo>
                    <a:pt x="115" y="50"/>
                  </a:lnTo>
                  <a:lnTo>
                    <a:pt x="110" y="50"/>
                  </a:lnTo>
                  <a:lnTo>
                    <a:pt x="109" y="52"/>
                  </a:lnTo>
                  <a:lnTo>
                    <a:pt x="110" y="55"/>
                  </a:lnTo>
                  <a:lnTo>
                    <a:pt x="110" y="59"/>
                  </a:lnTo>
                  <a:lnTo>
                    <a:pt x="110" y="62"/>
                  </a:lnTo>
                  <a:lnTo>
                    <a:pt x="107" y="62"/>
                  </a:lnTo>
                  <a:lnTo>
                    <a:pt x="103" y="64"/>
                  </a:lnTo>
                  <a:lnTo>
                    <a:pt x="106" y="67"/>
                  </a:lnTo>
                  <a:lnTo>
                    <a:pt x="108" y="67"/>
                  </a:lnTo>
                  <a:lnTo>
                    <a:pt x="114" y="67"/>
                  </a:lnTo>
                  <a:lnTo>
                    <a:pt x="118" y="70"/>
                  </a:lnTo>
                  <a:lnTo>
                    <a:pt x="121" y="72"/>
                  </a:lnTo>
                  <a:lnTo>
                    <a:pt x="124" y="72"/>
                  </a:lnTo>
                  <a:lnTo>
                    <a:pt x="125" y="70"/>
                  </a:lnTo>
                  <a:lnTo>
                    <a:pt x="128" y="69"/>
                  </a:lnTo>
                  <a:lnTo>
                    <a:pt x="130" y="72"/>
                  </a:lnTo>
                  <a:lnTo>
                    <a:pt x="132" y="72"/>
                  </a:lnTo>
                  <a:lnTo>
                    <a:pt x="136" y="74"/>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32"/>
            <p:cNvSpPr>
              <a:spLocks/>
            </p:cNvSpPr>
            <p:nvPr/>
          </p:nvSpPr>
          <p:spPr bwMode="auto">
            <a:xfrm>
              <a:off x="1958976" y="1417638"/>
              <a:ext cx="211138" cy="185738"/>
            </a:xfrm>
            <a:custGeom>
              <a:avLst/>
              <a:gdLst/>
              <a:ahLst/>
              <a:cxnLst>
                <a:cxn ang="0">
                  <a:pos x="110" y="92"/>
                </a:cxn>
                <a:cxn ang="0">
                  <a:pos x="103" y="91"/>
                </a:cxn>
                <a:cxn ang="0">
                  <a:pos x="99" y="93"/>
                </a:cxn>
                <a:cxn ang="0">
                  <a:pos x="91" y="97"/>
                </a:cxn>
                <a:cxn ang="0">
                  <a:pos x="81" y="101"/>
                </a:cxn>
                <a:cxn ang="0">
                  <a:pos x="74" y="97"/>
                </a:cxn>
                <a:cxn ang="0">
                  <a:pos x="67" y="89"/>
                </a:cxn>
                <a:cxn ang="0">
                  <a:pos x="59" y="81"/>
                </a:cxn>
                <a:cxn ang="0">
                  <a:pos x="52" y="85"/>
                </a:cxn>
                <a:cxn ang="0">
                  <a:pos x="50" y="90"/>
                </a:cxn>
                <a:cxn ang="0">
                  <a:pos x="46" y="95"/>
                </a:cxn>
                <a:cxn ang="0">
                  <a:pos x="40" y="92"/>
                </a:cxn>
                <a:cxn ang="0">
                  <a:pos x="34" y="94"/>
                </a:cxn>
                <a:cxn ang="0">
                  <a:pos x="29" y="97"/>
                </a:cxn>
                <a:cxn ang="0">
                  <a:pos x="30" y="90"/>
                </a:cxn>
                <a:cxn ang="0">
                  <a:pos x="30" y="85"/>
                </a:cxn>
                <a:cxn ang="0">
                  <a:pos x="24" y="88"/>
                </a:cxn>
                <a:cxn ang="0">
                  <a:pos x="19" y="86"/>
                </a:cxn>
                <a:cxn ang="0">
                  <a:pos x="14" y="79"/>
                </a:cxn>
                <a:cxn ang="0">
                  <a:pos x="11" y="69"/>
                </a:cxn>
                <a:cxn ang="0">
                  <a:pos x="6" y="64"/>
                </a:cxn>
                <a:cxn ang="0">
                  <a:pos x="5" y="58"/>
                </a:cxn>
                <a:cxn ang="0">
                  <a:pos x="15" y="59"/>
                </a:cxn>
                <a:cxn ang="0">
                  <a:pos x="28" y="58"/>
                </a:cxn>
                <a:cxn ang="0">
                  <a:pos x="16" y="52"/>
                </a:cxn>
                <a:cxn ang="0">
                  <a:pos x="1" y="49"/>
                </a:cxn>
                <a:cxn ang="0">
                  <a:pos x="0" y="43"/>
                </a:cxn>
                <a:cxn ang="0">
                  <a:pos x="5" y="35"/>
                </a:cxn>
                <a:cxn ang="0">
                  <a:pos x="11" y="39"/>
                </a:cxn>
                <a:cxn ang="0">
                  <a:pos x="17" y="44"/>
                </a:cxn>
                <a:cxn ang="0">
                  <a:pos x="20" y="41"/>
                </a:cxn>
                <a:cxn ang="0">
                  <a:pos x="25" y="37"/>
                </a:cxn>
                <a:cxn ang="0">
                  <a:pos x="28" y="30"/>
                </a:cxn>
                <a:cxn ang="0">
                  <a:pos x="35" y="26"/>
                </a:cxn>
                <a:cxn ang="0">
                  <a:pos x="45" y="26"/>
                </a:cxn>
                <a:cxn ang="0">
                  <a:pos x="46" y="20"/>
                </a:cxn>
                <a:cxn ang="0">
                  <a:pos x="51" y="17"/>
                </a:cxn>
                <a:cxn ang="0">
                  <a:pos x="59" y="17"/>
                </a:cxn>
                <a:cxn ang="0">
                  <a:pos x="61" y="11"/>
                </a:cxn>
                <a:cxn ang="0">
                  <a:pos x="64" y="7"/>
                </a:cxn>
                <a:cxn ang="0">
                  <a:pos x="72" y="5"/>
                </a:cxn>
                <a:cxn ang="0">
                  <a:pos x="77" y="0"/>
                </a:cxn>
                <a:cxn ang="0">
                  <a:pos x="85" y="2"/>
                </a:cxn>
                <a:cxn ang="0">
                  <a:pos x="80" y="8"/>
                </a:cxn>
                <a:cxn ang="0">
                  <a:pos x="75" y="16"/>
                </a:cxn>
                <a:cxn ang="0">
                  <a:pos x="77" y="24"/>
                </a:cxn>
                <a:cxn ang="0">
                  <a:pos x="84" y="30"/>
                </a:cxn>
                <a:cxn ang="0">
                  <a:pos x="83" y="37"/>
                </a:cxn>
                <a:cxn ang="0">
                  <a:pos x="86" y="43"/>
                </a:cxn>
                <a:cxn ang="0">
                  <a:pos x="81" y="46"/>
                </a:cxn>
                <a:cxn ang="0">
                  <a:pos x="74" y="49"/>
                </a:cxn>
                <a:cxn ang="0">
                  <a:pos x="72" y="60"/>
                </a:cxn>
                <a:cxn ang="0">
                  <a:pos x="77" y="66"/>
                </a:cxn>
                <a:cxn ang="0">
                  <a:pos x="86" y="67"/>
                </a:cxn>
                <a:cxn ang="0">
                  <a:pos x="91" y="76"/>
                </a:cxn>
                <a:cxn ang="0">
                  <a:pos x="95" y="80"/>
                </a:cxn>
                <a:cxn ang="0">
                  <a:pos x="100" y="84"/>
                </a:cxn>
                <a:cxn ang="0">
                  <a:pos x="108" y="84"/>
                </a:cxn>
                <a:cxn ang="0">
                  <a:pos x="115" y="87"/>
                </a:cxn>
                <a:cxn ang="0">
                  <a:pos x="114" y="92"/>
                </a:cxn>
              </a:cxnLst>
              <a:rect l="0" t="0" r="r" b="b"/>
              <a:pathLst>
                <a:path w="115" h="101">
                  <a:moveTo>
                    <a:pt x="113" y="92"/>
                  </a:moveTo>
                  <a:cubicBezTo>
                    <a:pt x="110" y="92"/>
                    <a:pt x="110" y="92"/>
                    <a:pt x="110" y="92"/>
                  </a:cubicBezTo>
                  <a:cubicBezTo>
                    <a:pt x="107" y="90"/>
                    <a:pt x="107" y="90"/>
                    <a:pt x="107" y="90"/>
                  </a:cubicBezTo>
                  <a:cubicBezTo>
                    <a:pt x="103" y="91"/>
                    <a:pt x="103" y="91"/>
                    <a:pt x="103" y="91"/>
                  </a:cubicBezTo>
                  <a:cubicBezTo>
                    <a:pt x="101" y="91"/>
                    <a:pt x="101" y="91"/>
                    <a:pt x="101" y="91"/>
                  </a:cubicBezTo>
                  <a:cubicBezTo>
                    <a:pt x="99" y="93"/>
                    <a:pt x="99" y="93"/>
                    <a:pt x="99" y="93"/>
                  </a:cubicBezTo>
                  <a:cubicBezTo>
                    <a:pt x="96" y="93"/>
                    <a:pt x="96" y="93"/>
                    <a:pt x="96" y="93"/>
                  </a:cubicBezTo>
                  <a:cubicBezTo>
                    <a:pt x="91" y="97"/>
                    <a:pt x="91" y="97"/>
                    <a:pt x="91" y="97"/>
                  </a:cubicBezTo>
                  <a:cubicBezTo>
                    <a:pt x="90" y="100"/>
                    <a:pt x="90" y="100"/>
                    <a:pt x="90" y="100"/>
                  </a:cubicBezTo>
                  <a:cubicBezTo>
                    <a:pt x="81" y="101"/>
                    <a:pt x="81" y="101"/>
                    <a:pt x="81" y="101"/>
                  </a:cubicBezTo>
                  <a:cubicBezTo>
                    <a:pt x="75" y="100"/>
                    <a:pt x="75" y="100"/>
                    <a:pt x="75" y="100"/>
                  </a:cubicBezTo>
                  <a:cubicBezTo>
                    <a:pt x="74" y="97"/>
                    <a:pt x="74" y="97"/>
                    <a:pt x="74" y="97"/>
                  </a:cubicBezTo>
                  <a:cubicBezTo>
                    <a:pt x="70" y="94"/>
                    <a:pt x="70" y="94"/>
                    <a:pt x="70" y="94"/>
                  </a:cubicBezTo>
                  <a:cubicBezTo>
                    <a:pt x="67" y="89"/>
                    <a:pt x="67" y="89"/>
                    <a:pt x="67" y="89"/>
                  </a:cubicBezTo>
                  <a:cubicBezTo>
                    <a:pt x="64" y="83"/>
                    <a:pt x="64" y="83"/>
                    <a:pt x="64" y="83"/>
                  </a:cubicBezTo>
                  <a:cubicBezTo>
                    <a:pt x="59" y="81"/>
                    <a:pt x="59" y="81"/>
                    <a:pt x="59" y="81"/>
                  </a:cubicBezTo>
                  <a:cubicBezTo>
                    <a:pt x="55" y="83"/>
                    <a:pt x="55" y="83"/>
                    <a:pt x="55" y="83"/>
                  </a:cubicBezTo>
                  <a:cubicBezTo>
                    <a:pt x="52" y="85"/>
                    <a:pt x="52" y="85"/>
                    <a:pt x="52" y="85"/>
                  </a:cubicBezTo>
                  <a:cubicBezTo>
                    <a:pt x="52" y="87"/>
                    <a:pt x="52" y="87"/>
                    <a:pt x="52" y="87"/>
                  </a:cubicBezTo>
                  <a:cubicBezTo>
                    <a:pt x="50" y="90"/>
                    <a:pt x="50" y="90"/>
                    <a:pt x="50" y="90"/>
                  </a:cubicBezTo>
                  <a:cubicBezTo>
                    <a:pt x="50" y="94"/>
                    <a:pt x="50" y="94"/>
                    <a:pt x="50" y="94"/>
                  </a:cubicBezTo>
                  <a:cubicBezTo>
                    <a:pt x="46" y="95"/>
                    <a:pt x="46" y="95"/>
                    <a:pt x="46" y="95"/>
                  </a:cubicBezTo>
                  <a:cubicBezTo>
                    <a:pt x="42" y="95"/>
                    <a:pt x="42" y="95"/>
                    <a:pt x="42" y="95"/>
                  </a:cubicBezTo>
                  <a:cubicBezTo>
                    <a:pt x="40" y="92"/>
                    <a:pt x="40" y="92"/>
                    <a:pt x="40" y="92"/>
                  </a:cubicBezTo>
                  <a:cubicBezTo>
                    <a:pt x="37" y="92"/>
                    <a:pt x="37" y="92"/>
                    <a:pt x="37" y="92"/>
                  </a:cubicBezTo>
                  <a:cubicBezTo>
                    <a:pt x="34" y="94"/>
                    <a:pt x="34" y="94"/>
                    <a:pt x="34" y="94"/>
                  </a:cubicBezTo>
                  <a:cubicBezTo>
                    <a:pt x="33" y="96"/>
                    <a:pt x="33" y="96"/>
                    <a:pt x="33" y="96"/>
                  </a:cubicBezTo>
                  <a:cubicBezTo>
                    <a:pt x="29" y="97"/>
                    <a:pt x="29" y="97"/>
                    <a:pt x="29" y="97"/>
                  </a:cubicBezTo>
                  <a:cubicBezTo>
                    <a:pt x="29" y="94"/>
                    <a:pt x="29" y="94"/>
                    <a:pt x="29" y="94"/>
                  </a:cubicBezTo>
                  <a:cubicBezTo>
                    <a:pt x="30" y="90"/>
                    <a:pt x="30" y="90"/>
                    <a:pt x="30" y="90"/>
                  </a:cubicBezTo>
                  <a:cubicBezTo>
                    <a:pt x="33" y="88"/>
                    <a:pt x="33" y="88"/>
                    <a:pt x="33" y="88"/>
                  </a:cubicBezTo>
                  <a:cubicBezTo>
                    <a:pt x="30" y="85"/>
                    <a:pt x="30" y="85"/>
                    <a:pt x="30" y="85"/>
                  </a:cubicBezTo>
                  <a:cubicBezTo>
                    <a:pt x="29" y="85"/>
                    <a:pt x="29" y="85"/>
                    <a:pt x="29" y="85"/>
                  </a:cubicBezTo>
                  <a:cubicBezTo>
                    <a:pt x="24" y="88"/>
                    <a:pt x="24" y="88"/>
                    <a:pt x="24" y="88"/>
                  </a:cubicBezTo>
                  <a:cubicBezTo>
                    <a:pt x="21" y="88"/>
                    <a:pt x="21" y="88"/>
                    <a:pt x="21" y="88"/>
                  </a:cubicBezTo>
                  <a:cubicBezTo>
                    <a:pt x="19" y="86"/>
                    <a:pt x="19" y="86"/>
                    <a:pt x="19" y="86"/>
                  </a:cubicBezTo>
                  <a:cubicBezTo>
                    <a:pt x="17" y="83"/>
                    <a:pt x="17" y="83"/>
                    <a:pt x="17" y="83"/>
                  </a:cubicBezTo>
                  <a:cubicBezTo>
                    <a:pt x="14" y="79"/>
                    <a:pt x="14" y="79"/>
                    <a:pt x="14" y="79"/>
                  </a:cubicBezTo>
                  <a:cubicBezTo>
                    <a:pt x="12" y="75"/>
                    <a:pt x="12" y="75"/>
                    <a:pt x="12" y="75"/>
                  </a:cubicBezTo>
                  <a:cubicBezTo>
                    <a:pt x="11" y="69"/>
                    <a:pt x="11" y="69"/>
                    <a:pt x="11" y="69"/>
                  </a:cubicBezTo>
                  <a:cubicBezTo>
                    <a:pt x="8" y="65"/>
                    <a:pt x="8" y="65"/>
                    <a:pt x="8" y="65"/>
                  </a:cubicBezTo>
                  <a:cubicBezTo>
                    <a:pt x="6" y="64"/>
                    <a:pt x="6" y="64"/>
                    <a:pt x="6" y="64"/>
                  </a:cubicBezTo>
                  <a:cubicBezTo>
                    <a:pt x="5" y="62"/>
                    <a:pt x="5" y="62"/>
                    <a:pt x="5" y="62"/>
                  </a:cubicBezTo>
                  <a:cubicBezTo>
                    <a:pt x="5" y="58"/>
                    <a:pt x="5" y="58"/>
                    <a:pt x="5" y="58"/>
                  </a:cubicBezTo>
                  <a:cubicBezTo>
                    <a:pt x="4" y="56"/>
                    <a:pt x="4" y="56"/>
                    <a:pt x="4" y="56"/>
                  </a:cubicBezTo>
                  <a:cubicBezTo>
                    <a:pt x="8" y="57"/>
                    <a:pt x="13" y="58"/>
                    <a:pt x="15" y="59"/>
                  </a:cubicBezTo>
                  <a:cubicBezTo>
                    <a:pt x="18" y="59"/>
                    <a:pt x="23" y="61"/>
                    <a:pt x="25" y="60"/>
                  </a:cubicBezTo>
                  <a:cubicBezTo>
                    <a:pt x="26" y="60"/>
                    <a:pt x="28" y="59"/>
                    <a:pt x="28" y="58"/>
                  </a:cubicBezTo>
                  <a:cubicBezTo>
                    <a:pt x="28" y="57"/>
                    <a:pt x="26" y="54"/>
                    <a:pt x="25" y="53"/>
                  </a:cubicBezTo>
                  <a:cubicBezTo>
                    <a:pt x="23" y="52"/>
                    <a:pt x="18" y="53"/>
                    <a:pt x="16" y="52"/>
                  </a:cubicBezTo>
                  <a:cubicBezTo>
                    <a:pt x="14" y="52"/>
                    <a:pt x="10" y="52"/>
                    <a:pt x="8" y="51"/>
                  </a:cubicBezTo>
                  <a:cubicBezTo>
                    <a:pt x="6" y="51"/>
                    <a:pt x="4" y="50"/>
                    <a:pt x="1" y="49"/>
                  </a:cubicBezTo>
                  <a:cubicBezTo>
                    <a:pt x="1" y="46"/>
                    <a:pt x="1" y="46"/>
                    <a:pt x="1" y="46"/>
                  </a:cubicBezTo>
                  <a:cubicBezTo>
                    <a:pt x="0" y="43"/>
                    <a:pt x="0" y="43"/>
                    <a:pt x="0" y="43"/>
                  </a:cubicBezTo>
                  <a:cubicBezTo>
                    <a:pt x="2" y="41"/>
                    <a:pt x="2" y="41"/>
                    <a:pt x="2" y="41"/>
                  </a:cubicBezTo>
                  <a:cubicBezTo>
                    <a:pt x="5" y="35"/>
                    <a:pt x="5" y="35"/>
                    <a:pt x="5" y="35"/>
                  </a:cubicBezTo>
                  <a:cubicBezTo>
                    <a:pt x="7" y="36"/>
                    <a:pt x="7" y="36"/>
                    <a:pt x="7" y="36"/>
                  </a:cubicBezTo>
                  <a:cubicBezTo>
                    <a:pt x="11" y="39"/>
                    <a:pt x="11" y="39"/>
                    <a:pt x="11" y="39"/>
                  </a:cubicBezTo>
                  <a:cubicBezTo>
                    <a:pt x="12" y="42"/>
                    <a:pt x="12" y="42"/>
                    <a:pt x="12" y="42"/>
                  </a:cubicBezTo>
                  <a:cubicBezTo>
                    <a:pt x="17" y="44"/>
                    <a:pt x="17" y="44"/>
                    <a:pt x="17" y="44"/>
                  </a:cubicBezTo>
                  <a:cubicBezTo>
                    <a:pt x="19" y="44"/>
                    <a:pt x="19" y="44"/>
                    <a:pt x="19" y="44"/>
                  </a:cubicBezTo>
                  <a:cubicBezTo>
                    <a:pt x="20" y="41"/>
                    <a:pt x="20" y="41"/>
                    <a:pt x="20" y="41"/>
                  </a:cubicBezTo>
                  <a:cubicBezTo>
                    <a:pt x="23" y="39"/>
                    <a:pt x="23" y="39"/>
                    <a:pt x="23" y="39"/>
                  </a:cubicBezTo>
                  <a:cubicBezTo>
                    <a:pt x="25" y="37"/>
                    <a:pt x="25" y="37"/>
                    <a:pt x="25" y="37"/>
                  </a:cubicBezTo>
                  <a:cubicBezTo>
                    <a:pt x="27" y="33"/>
                    <a:pt x="27" y="33"/>
                    <a:pt x="27" y="33"/>
                  </a:cubicBezTo>
                  <a:cubicBezTo>
                    <a:pt x="28" y="30"/>
                    <a:pt x="28" y="30"/>
                    <a:pt x="28" y="30"/>
                  </a:cubicBezTo>
                  <a:cubicBezTo>
                    <a:pt x="32" y="27"/>
                    <a:pt x="32" y="27"/>
                    <a:pt x="32" y="27"/>
                  </a:cubicBezTo>
                  <a:cubicBezTo>
                    <a:pt x="35" y="26"/>
                    <a:pt x="35" y="26"/>
                    <a:pt x="35" y="26"/>
                  </a:cubicBezTo>
                  <a:cubicBezTo>
                    <a:pt x="39" y="27"/>
                    <a:pt x="39" y="27"/>
                    <a:pt x="39" y="27"/>
                  </a:cubicBezTo>
                  <a:cubicBezTo>
                    <a:pt x="45" y="26"/>
                    <a:pt x="45" y="26"/>
                    <a:pt x="45" y="26"/>
                  </a:cubicBezTo>
                  <a:cubicBezTo>
                    <a:pt x="47" y="24"/>
                    <a:pt x="47" y="24"/>
                    <a:pt x="47" y="24"/>
                  </a:cubicBezTo>
                  <a:cubicBezTo>
                    <a:pt x="46" y="20"/>
                    <a:pt x="46" y="20"/>
                    <a:pt x="46" y="20"/>
                  </a:cubicBezTo>
                  <a:cubicBezTo>
                    <a:pt x="47" y="17"/>
                    <a:pt x="47" y="17"/>
                    <a:pt x="47" y="17"/>
                  </a:cubicBezTo>
                  <a:cubicBezTo>
                    <a:pt x="51" y="17"/>
                    <a:pt x="51" y="17"/>
                    <a:pt x="51" y="17"/>
                  </a:cubicBezTo>
                  <a:cubicBezTo>
                    <a:pt x="55" y="18"/>
                    <a:pt x="55" y="18"/>
                    <a:pt x="55" y="18"/>
                  </a:cubicBezTo>
                  <a:cubicBezTo>
                    <a:pt x="59" y="17"/>
                    <a:pt x="59" y="17"/>
                    <a:pt x="59" y="17"/>
                  </a:cubicBezTo>
                  <a:cubicBezTo>
                    <a:pt x="59" y="13"/>
                    <a:pt x="59" y="13"/>
                    <a:pt x="59" y="13"/>
                  </a:cubicBezTo>
                  <a:cubicBezTo>
                    <a:pt x="61" y="11"/>
                    <a:pt x="61" y="11"/>
                    <a:pt x="61" y="11"/>
                  </a:cubicBezTo>
                  <a:cubicBezTo>
                    <a:pt x="62" y="7"/>
                    <a:pt x="62" y="7"/>
                    <a:pt x="62" y="7"/>
                  </a:cubicBezTo>
                  <a:cubicBezTo>
                    <a:pt x="64" y="7"/>
                    <a:pt x="64" y="7"/>
                    <a:pt x="64" y="7"/>
                  </a:cubicBezTo>
                  <a:cubicBezTo>
                    <a:pt x="67" y="7"/>
                    <a:pt x="67" y="7"/>
                    <a:pt x="67" y="7"/>
                  </a:cubicBezTo>
                  <a:cubicBezTo>
                    <a:pt x="72" y="5"/>
                    <a:pt x="72" y="5"/>
                    <a:pt x="72" y="5"/>
                  </a:cubicBezTo>
                  <a:cubicBezTo>
                    <a:pt x="73" y="3"/>
                    <a:pt x="73" y="3"/>
                    <a:pt x="73" y="3"/>
                  </a:cubicBezTo>
                  <a:cubicBezTo>
                    <a:pt x="77" y="0"/>
                    <a:pt x="77" y="0"/>
                    <a:pt x="77" y="0"/>
                  </a:cubicBezTo>
                  <a:cubicBezTo>
                    <a:pt x="81" y="0"/>
                    <a:pt x="81" y="0"/>
                    <a:pt x="81" y="0"/>
                  </a:cubicBezTo>
                  <a:cubicBezTo>
                    <a:pt x="85" y="2"/>
                    <a:pt x="85" y="2"/>
                    <a:pt x="85" y="2"/>
                  </a:cubicBezTo>
                  <a:cubicBezTo>
                    <a:pt x="84" y="5"/>
                    <a:pt x="84" y="5"/>
                    <a:pt x="84" y="5"/>
                  </a:cubicBezTo>
                  <a:cubicBezTo>
                    <a:pt x="80" y="8"/>
                    <a:pt x="80" y="8"/>
                    <a:pt x="80" y="8"/>
                  </a:cubicBezTo>
                  <a:cubicBezTo>
                    <a:pt x="76" y="9"/>
                    <a:pt x="76" y="9"/>
                    <a:pt x="76" y="9"/>
                  </a:cubicBezTo>
                  <a:cubicBezTo>
                    <a:pt x="75" y="16"/>
                    <a:pt x="75" y="16"/>
                    <a:pt x="75" y="16"/>
                  </a:cubicBezTo>
                  <a:cubicBezTo>
                    <a:pt x="75" y="20"/>
                    <a:pt x="75" y="20"/>
                    <a:pt x="75" y="20"/>
                  </a:cubicBezTo>
                  <a:cubicBezTo>
                    <a:pt x="77" y="24"/>
                    <a:pt x="77" y="24"/>
                    <a:pt x="77" y="24"/>
                  </a:cubicBezTo>
                  <a:cubicBezTo>
                    <a:pt x="81" y="26"/>
                    <a:pt x="81" y="26"/>
                    <a:pt x="81" y="26"/>
                  </a:cubicBezTo>
                  <a:cubicBezTo>
                    <a:pt x="84" y="30"/>
                    <a:pt x="84" y="30"/>
                    <a:pt x="84" y="30"/>
                  </a:cubicBezTo>
                  <a:cubicBezTo>
                    <a:pt x="84" y="35"/>
                    <a:pt x="84" y="35"/>
                    <a:pt x="84" y="35"/>
                  </a:cubicBezTo>
                  <a:cubicBezTo>
                    <a:pt x="83" y="37"/>
                    <a:pt x="83" y="37"/>
                    <a:pt x="83" y="37"/>
                  </a:cubicBezTo>
                  <a:cubicBezTo>
                    <a:pt x="84" y="41"/>
                    <a:pt x="84" y="41"/>
                    <a:pt x="84" y="41"/>
                  </a:cubicBezTo>
                  <a:cubicBezTo>
                    <a:pt x="86" y="43"/>
                    <a:pt x="86" y="43"/>
                    <a:pt x="86" y="43"/>
                  </a:cubicBezTo>
                  <a:cubicBezTo>
                    <a:pt x="84" y="46"/>
                    <a:pt x="84" y="46"/>
                    <a:pt x="84" y="46"/>
                  </a:cubicBezTo>
                  <a:cubicBezTo>
                    <a:pt x="81" y="46"/>
                    <a:pt x="81" y="46"/>
                    <a:pt x="81" y="46"/>
                  </a:cubicBezTo>
                  <a:cubicBezTo>
                    <a:pt x="79" y="47"/>
                    <a:pt x="79" y="47"/>
                    <a:pt x="79" y="47"/>
                  </a:cubicBezTo>
                  <a:cubicBezTo>
                    <a:pt x="74" y="49"/>
                    <a:pt x="74" y="49"/>
                    <a:pt x="74" y="49"/>
                  </a:cubicBezTo>
                  <a:cubicBezTo>
                    <a:pt x="72" y="53"/>
                    <a:pt x="72" y="53"/>
                    <a:pt x="72" y="53"/>
                  </a:cubicBezTo>
                  <a:cubicBezTo>
                    <a:pt x="72" y="60"/>
                    <a:pt x="72" y="60"/>
                    <a:pt x="72" y="60"/>
                  </a:cubicBezTo>
                  <a:cubicBezTo>
                    <a:pt x="76" y="65"/>
                    <a:pt x="76" y="65"/>
                    <a:pt x="76" y="65"/>
                  </a:cubicBezTo>
                  <a:cubicBezTo>
                    <a:pt x="77" y="66"/>
                    <a:pt x="77" y="66"/>
                    <a:pt x="77" y="66"/>
                  </a:cubicBezTo>
                  <a:cubicBezTo>
                    <a:pt x="80" y="65"/>
                    <a:pt x="80" y="65"/>
                    <a:pt x="80" y="65"/>
                  </a:cubicBezTo>
                  <a:cubicBezTo>
                    <a:pt x="86" y="67"/>
                    <a:pt x="86" y="67"/>
                    <a:pt x="86" y="67"/>
                  </a:cubicBezTo>
                  <a:cubicBezTo>
                    <a:pt x="89" y="71"/>
                    <a:pt x="89" y="71"/>
                    <a:pt x="89" y="71"/>
                  </a:cubicBezTo>
                  <a:cubicBezTo>
                    <a:pt x="91" y="76"/>
                    <a:pt x="91" y="76"/>
                    <a:pt x="91" y="76"/>
                  </a:cubicBezTo>
                  <a:cubicBezTo>
                    <a:pt x="93" y="78"/>
                    <a:pt x="93" y="78"/>
                    <a:pt x="93" y="78"/>
                  </a:cubicBezTo>
                  <a:cubicBezTo>
                    <a:pt x="95" y="80"/>
                    <a:pt x="95" y="80"/>
                    <a:pt x="95" y="80"/>
                  </a:cubicBezTo>
                  <a:cubicBezTo>
                    <a:pt x="97" y="83"/>
                    <a:pt x="97" y="83"/>
                    <a:pt x="97" y="83"/>
                  </a:cubicBezTo>
                  <a:cubicBezTo>
                    <a:pt x="100" y="84"/>
                    <a:pt x="100" y="84"/>
                    <a:pt x="100" y="84"/>
                  </a:cubicBezTo>
                  <a:cubicBezTo>
                    <a:pt x="103" y="84"/>
                    <a:pt x="103" y="84"/>
                    <a:pt x="103" y="84"/>
                  </a:cubicBezTo>
                  <a:cubicBezTo>
                    <a:pt x="108" y="84"/>
                    <a:pt x="108" y="84"/>
                    <a:pt x="108" y="84"/>
                  </a:cubicBezTo>
                  <a:cubicBezTo>
                    <a:pt x="112" y="85"/>
                    <a:pt x="112" y="85"/>
                    <a:pt x="112" y="85"/>
                  </a:cubicBezTo>
                  <a:cubicBezTo>
                    <a:pt x="115" y="87"/>
                    <a:pt x="115" y="87"/>
                    <a:pt x="115" y="87"/>
                  </a:cubicBezTo>
                  <a:cubicBezTo>
                    <a:pt x="115" y="91"/>
                    <a:pt x="115" y="91"/>
                    <a:pt x="115" y="91"/>
                  </a:cubicBezTo>
                  <a:cubicBezTo>
                    <a:pt x="114" y="92"/>
                    <a:pt x="114" y="92"/>
                    <a:pt x="114" y="92"/>
                  </a:cubicBezTo>
                  <a:lnTo>
                    <a:pt x="113" y="92"/>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33"/>
            <p:cNvSpPr>
              <a:spLocks/>
            </p:cNvSpPr>
            <p:nvPr/>
          </p:nvSpPr>
          <p:spPr bwMode="auto">
            <a:xfrm>
              <a:off x="1557338" y="1674813"/>
              <a:ext cx="161925" cy="123825"/>
            </a:xfrm>
            <a:custGeom>
              <a:avLst/>
              <a:gdLst/>
              <a:ahLst/>
              <a:cxnLst>
                <a:cxn ang="0">
                  <a:pos x="102" y="55"/>
                </a:cxn>
                <a:cxn ang="0">
                  <a:pos x="100" y="61"/>
                </a:cxn>
                <a:cxn ang="0">
                  <a:pos x="94" y="71"/>
                </a:cxn>
                <a:cxn ang="0">
                  <a:pos x="87" y="78"/>
                </a:cxn>
                <a:cxn ang="0">
                  <a:pos x="75" y="75"/>
                </a:cxn>
                <a:cxn ang="0">
                  <a:pos x="65" y="72"/>
                </a:cxn>
                <a:cxn ang="0">
                  <a:pos x="58" y="65"/>
                </a:cxn>
                <a:cxn ang="0">
                  <a:pos x="45" y="68"/>
                </a:cxn>
                <a:cxn ang="0">
                  <a:pos x="43" y="61"/>
                </a:cxn>
                <a:cxn ang="0">
                  <a:pos x="42" y="53"/>
                </a:cxn>
                <a:cxn ang="0">
                  <a:pos x="35" y="47"/>
                </a:cxn>
                <a:cxn ang="0">
                  <a:pos x="33" y="37"/>
                </a:cxn>
                <a:cxn ang="0">
                  <a:pos x="30" y="29"/>
                </a:cxn>
                <a:cxn ang="0">
                  <a:pos x="26" y="23"/>
                </a:cxn>
                <a:cxn ang="0">
                  <a:pos x="15" y="19"/>
                </a:cxn>
                <a:cxn ang="0">
                  <a:pos x="6" y="13"/>
                </a:cxn>
                <a:cxn ang="0">
                  <a:pos x="0" y="4"/>
                </a:cxn>
                <a:cxn ang="0">
                  <a:pos x="4" y="0"/>
                </a:cxn>
                <a:cxn ang="0">
                  <a:pos x="12" y="2"/>
                </a:cxn>
                <a:cxn ang="0">
                  <a:pos x="18" y="9"/>
                </a:cxn>
                <a:cxn ang="0">
                  <a:pos x="21" y="5"/>
                </a:cxn>
                <a:cxn ang="0">
                  <a:pos x="26" y="7"/>
                </a:cxn>
                <a:cxn ang="0">
                  <a:pos x="26" y="12"/>
                </a:cxn>
                <a:cxn ang="0">
                  <a:pos x="29" y="16"/>
                </a:cxn>
                <a:cxn ang="0">
                  <a:pos x="41" y="15"/>
                </a:cxn>
                <a:cxn ang="0">
                  <a:pos x="50" y="19"/>
                </a:cxn>
                <a:cxn ang="0">
                  <a:pos x="58" y="27"/>
                </a:cxn>
                <a:cxn ang="0">
                  <a:pos x="67" y="26"/>
                </a:cxn>
                <a:cxn ang="0">
                  <a:pos x="73" y="32"/>
                </a:cxn>
                <a:cxn ang="0">
                  <a:pos x="78" y="38"/>
                </a:cxn>
                <a:cxn ang="0">
                  <a:pos x="85" y="34"/>
                </a:cxn>
                <a:cxn ang="0">
                  <a:pos x="93" y="31"/>
                </a:cxn>
                <a:cxn ang="0">
                  <a:pos x="99" y="35"/>
                </a:cxn>
                <a:cxn ang="0">
                  <a:pos x="95" y="41"/>
                </a:cxn>
                <a:cxn ang="0">
                  <a:pos x="99" y="48"/>
                </a:cxn>
              </a:cxnLst>
              <a:rect l="0" t="0" r="r" b="b"/>
              <a:pathLst>
                <a:path w="102" h="78">
                  <a:moveTo>
                    <a:pt x="99" y="48"/>
                  </a:moveTo>
                  <a:lnTo>
                    <a:pt x="102" y="55"/>
                  </a:lnTo>
                  <a:lnTo>
                    <a:pt x="100" y="56"/>
                  </a:lnTo>
                  <a:lnTo>
                    <a:pt x="100" y="61"/>
                  </a:lnTo>
                  <a:lnTo>
                    <a:pt x="101" y="67"/>
                  </a:lnTo>
                  <a:lnTo>
                    <a:pt x="94" y="71"/>
                  </a:lnTo>
                  <a:lnTo>
                    <a:pt x="90" y="76"/>
                  </a:lnTo>
                  <a:lnTo>
                    <a:pt x="87" y="78"/>
                  </a:lnTo>
                  <a:lnTo>
                    <a:pt x="81" y="77"/>
                  </a:lnTo>
                  <a:lnTo>
                    <a:pt x="75" y="75"/>
                  </a:lnTo>
                  <a:lnTo>
                    <a:pt x="71" y="75"/>
                  </a:lnTo>
                  <a:lnTo>
                    <a:pt x="65" y="72"/>
                  </a:lnTo>
                  <a:lnTo>
                    <a:pt x="60" y="69"/>
                  </a:lnTo>
                  <a:lnTo>
                    <a:pt x="58" y="65"/>
                  </a:lnTo>
                  <a:lnTo>
                    <a:pt x="50" y="67"/>
                  </a:lnTo>
                  <a:lnTo>
                    <a:pt x="45" y="68"/>
                  </a:lnTo>
                  <a:lnTo>
                    <a:pt x="43" y="65"/>
                  </a:lnTo>
                  <a:lnTo>
                    <a:pt x="43" y="61"/>
                  </a:lnTo>
                  <a:lnTo>
                    <a:pt x="42" y="56"/>
                  </a:lnTo>
                  <a:lnTo>
                    <a:pt x="42" y="53"/>
                  </a:lnTo>
                  <a:lnTo>
                    <a:pt x="38" y="52"/>
                  </a:lnTo>
                  <a:lnTo>
                    <a:pt x="35" y="47"/>
                  </a:lnTo>
                  <a:lnTo>
                    <a:pt x="35" y="40"/>
                  </a:lnTo>
                  <a:lnTo>
                    <a:pt x="33" y="37"/>
                  </a:lnTo>
                  <a:lnTo>
                    <a:pt x="33" y="33"/>
                  </a:lnTo>
                  <a:lnTo>
                    <a:pt x="30" y="29"/>
                  </a:lnTo>
                  <a:lnTo>
                    <a:pt x="28" y="26"/>
                  </a:lnTo>
                  <a:lnTo>
                    <a:pt x="26" y="23"/>
                  </a:lnTo>
                  <a:lnTo>
                    <a:pt x="21" y="19"/>
                  </a:lnTo>
                  <a:lnTo>
                    <a:pt x="15" y="19"/>
                  </a:lnTo>
                  <a:lnTo>
                    <a:pt x="10" y="17"/>
                  </a:lnTo>
                  <a:lnTo>
                    <a:pt x="6" y="13"/>
                  </a:lnTo>
                  <a:lnTo>
                    <a:pt x="3" y="9"/>
                  </a:lnTo>
                  <a:lnTo>
                    <a:pt x="0" y="4"/>
                  </a:lnTo>
                  <a:lnTo>
                    <a:pt x="0" y="1"/>
                  </a:lnTo>
                  <a:lnTo>
                    <a:pt x="4" y="0"/>
                  </a:lnTo>
                  <a:lnTo>
                    <a:pt x="10" y="2"/>
                  </a:lnTo>
                  <a:lnTo>
                    <a:pt x="12" y="2"/>
                  </a:lnTo>
                  <a:lnTo>
                    <a:pt x="18" y="7"/>
                  </a:lnTo>
                  <a:lnTo>
                    <a:pt x="18" y="9"/>
                  </a:lnTo>
                  <a:lnTo>
                    <a:pt x="20" y="8"/>
                  </a:lnTo>
                  <a:lnTo>
                    <a:pt x="21" y="5"/>
                  </a:lnTo>
                  <a:lnTo>
                    <a:pt x="25" y="5"/>
                  </a:lnTo>
                  <a:lnTo>
                    <a:pt x="26" y="7"/>
                  </a:lnTo>
                  <a:lnTo>
                    <a:pt x="25" y="10"/>
                  </a:lnTo>
                  <a:lnTo>
                    <a:pt x="26" y="12"/>
                  </a:lnTo>
                  <a:lnTo>
                    <a:pt x="27" y="16"/>
                  </a:lnTo>
                  <a:lnTo>
                    <a:pt x="29" y="16"/>
                  </a:lnTo>
                  <a:lnTo>
                    <a:pt x="35" y="16"/>
                  </a:lnTo>
                  <a:lnTo>
                    <a:pt x="41" y="15"/>
                  </a:lnTo>
                  <a:lnTo>
                    <a:pt x="43" y="17"/>
                  </a:lnTo>
                  <a:lnTo>
                    <a:pt x="50" y="19"/>
                  </a:lnTo>
                  <a:lnTo>
                    <a:pt x="55" y="24"/>
                  </a:lnTo>
                  <a:lnTo>
                    <a:pt x="58" y="27"/>
                  </a:lnTo>
                  <a:lnTo>
                    <a:pt x="64" y="27"/>
                  </a:lnTo>
                  <a:lnTo>
                    <a:pt x="67" y="26"/>
                  </a:lnTo>
                  <a:lnTo>
                    <a:pt x="71" y="29"/>
                  </a:lnTo>
                  <a:lnTo>
                    <a:pt x="73" y="32"/>
                  </a:lnTo>
                  <a:lnTo>
                    <a:pt x="75" y="34"/>
                  </a:lnTo>
                  <a:lnTo>
                    <a:pt x="78" y="38"/>
                  </a:lnTo>
                  <a:lnTo>
                    <a:pt x="82" y="38"/>
                  </a:lnTo>
                  <a:lnTo>
                    <a:pt x="85" y="34"/>
                  </a:lnTo>
                  <a:lnTo>
                    <a:pt x="89" y="33"/>
                  </a:lnTo>
                  <a:lnTo>
                    <a:pt x="93" y="31"/>
                  </a:lnTo>
                  <a:lnTo>
                    <a:pt x="100" y="31"/>
                  </a:lnTo>
                  <a:lnTo>
                    <a:pt x="99" y="35"/>
                  </a:lnTo>
                  <a:lnTo>
                    <a:pt x="96" y="38"/>
                  </a:lnTo>
                  <a:lnTo>
                    <a:pt x="95" y="41"/>
                  </a:lnTo>
                  <a:lnTo>
                    <a:pt x="95" y="46"/>
                  </a:lnTo>
                  <a:lnTo>
                    <a:pt x="99" y="48"/>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34"/>
            <p:cNvSpPr>
              <a:spLocks/>
            </p:cNvSpPr>
            <p:nvPr/>
          </p:nvSpPr>
          <p:spPr bwMode="auto">
            <a:xfrm>
              <a:off x="2233613" y="1016001"/>
              <a:ext cx="1217613" cy="738188"/>
            </a:xfrm>
            <a:custGeom>
              <a:avLst/>
              <a:gdLst/>
              <a:ahLst/>
              <a:cxnLst>
                <a:cxn ang="0">
                  <a:pos x="633" y="348"/>
                </a:cxn>
                <a:cxn ang="0">
                  <a:pos x="629" y="316"/>
                </a:cxn>
                <a:cxn ang="0">
                  <a:pos x="596" y="300"/>
                </a:cxn>
                <a:cxn ang="0">
                  <a:pos x="568" y="278"/>
                </a:cxn>
                <a:cxn ang="0">
                  <a:pos x="552" y="278"/>
                </a:cxn>
                <a:cxn ang="0">
                  <a:pos x="515" y="307"/>
                </a:cxn>
                <a:cxn ang="0">
                  <a:pos x="510" y="332"/>
                </a:cxn>
                <a:cxn ang="0">
                  <a:pos x="494" y="348"/>
                </a:cxn>
                <a:cxn ang="0">
                  <a:pos x="466" y="353"/>
                </a:cxn>
                <a:cxn ang="0">
                  <a:pos x="439" y="358"/>
                </a:cxn>
                <a:cxn ang="0">
                  <a:pos x="415" y="370"/>
                </a:cxn>
                <a:cxn ang="0">
                  <a:pos x="376" y="369"/>
                </a:cxn>
                <a:cxn ang="0">
                  <a:pos x="338" y="354"/>
                </a:cxn>
                <a:cxn ang="0">
                  <a:pos x="292" y="339"/>
                </a:cxn>
                <a:cxn ang="0">
                  <a:pos x="264" y="334"/>
                </a:cxn>
                <a:cxn ang="0">
                  <a:pos x="244" y="348"/>
                </a:cxn>
                <a:cxn ang="0">
                  <a:pos x="210" y="367"/>
                </a:cxn>
                <a:cxn ang="0">
                  <a:pos x="176" y="370"/>
                </a:cxn>
                <a:cxn ang="0">
                  <a:pos x="151" y="393"/>
                </a:cxn>
                <a:cxn ang="0">
                  <a:pos x="118" y="398"/>
                </a:cxn>
                <a:cxn ang="0">
                  <a:pos x="99" y="380"/>
                </a:cxn>
                <a:cxn ang="0">
                  <a:pos x="57" y="336"/>
                </a:cxn>
                <a:cxn ang="0">
                  <a:pos x="25" y="331"/>
                </a:cxn>
                <a:cxn ang="0">
                  <a:pos x="5" y="315"/>
                </a:cxn>
                <a:cxn ang="0">
                  <a:pos x="31" y="294"/>
                </a:cxn>
                <a:cxn ang="0">
                  <a:pos x="54" y="269"/>
                </a:cxn>
                <a:cxn ang="0">
                  <a:pos x="52" y="231"/>
                </a:cxn>
                <a:cxn ang="0">
                  <a:pos x="32" y="208"/>
                </a:cxn>
                <a:cxn ang="0">
                  <a:pos x="40" y="176"/>
                </a:cxn>
                <a:cxn ang="0">
                  <a:pos x="46" y="163"/>
                </a:cxn>
                <a:cxn ang="0">
                  <a:pos x="94" y="142"/>
                </a:cxn>
                <a:cxn ang="0">
                  <a:pos x="117" y="166"/>
                </a:cxn>
                <a:cxn ang="0">
                  <a:pos x="151" y="169"/>
                </a:cxn>
                <a:cxn ang="0">
                  <a:pos x="161" y="136"/>
                </a:cxn>
                <a:cxn ang="0">
                  <a:pos x="166" y="124"/>
                </a:cxn>
                <a:cxn ang="0">
                  <a:pos x="182" y="104"/>
                </a:cxn>
                <a:cxn ang="0">
                  <a:pos x="270" y="76"/>
                </a:cxn>
                <a:cxn ang="0">
                  <a:pos x="328" y="1"/>
                </a:cxn>
                <a:cxn ang="0">
                  <a:pos x="393" y="11"/>
                </a:cxn>
                <a:cxn ang="0">
                  <a:pos x="376" y="22"/>
                </a:cxn>
                <a:cxn ang="0">
                  <a:pos x="351" y="24"/>
                </a:cxn>
                <a:cxn ang="0">
                  <a:pos x="330" y="32"/>
                </a:cxn>
                <a:cxn ang="0">
                  <a:pos x="311" y="47"/>
                </a:cxn>
                <a:cxn ang="0">
                  <a:pos x="304" y="67"/>
                </a:cxn>
                <a:cxn ang="0">
                  <a:pos x="315" y="55"/>
                </a:cxn>
                <a:cxn ang="0">
                  <a:pos x="336" y="33"/>
                </a:cxn>
                <a:cxn ang="0">
                  <a:pos x="361" y="30"/>
                </a:cxn>
                <a:cxn ang="0">
                  <a:pos x="376" y="31"/>
                </a:cxn>
                <a:cxn ang="0">
                  <a:pos x="402" y="18"/>
                </a:cxn>
                <a:cxn ang="0">
                  <a:pos x="420" y="28"/>
                </a:cxn>
                <a:cxn ang="0">
                  <a:pos x="447" y="65"/>
                </a:cxn>
                <a:cxn ang="0">
                  <a:pos x="478" y="85"/>
                </a:cxn>
                <a:cxn ang="0">
                  <a:pos x="497" y="99"/>
                </a:cxn>
                <a:cxn ang="0">
                  <a:pos x="534" y="96"/>
                </a:cxn>
                <a:cxn ang="0">
                  <a:pos x="558" y="143"/>
                </a:cxn>
                <a:cxn ang="0">
                  <a:pos x="552" y="179"/>
                </a:cxn>
                <a:cxn ang="0">
                  <a:pos x="604" y="207"/>
                </a:cxn>
                <a:cxn ang="0">
                  <a:pos x="627" y="217"/>
                </a:cxn>
                <a:cxn ang="0">
                  <a:pos x="651" y="279"/>
                </a:cxn>
              </a:cxnLst>
              <a:rect l="0" t="0" r="r" b="b"/>
              <a:pathLst>
                <a:path w="664" h="403">
                  <a:moveTo>
                    <a:pt x="664" y="324"/>
                  </a:moveTo>
                  <a:cubicBezTo>
                    <a:pt x="661" y="325"/>
                    <a:pt x="661" y="325"/>
                    <a:pt x="661" y="325"/>
                  </a:cubicBezTo>
                  <a:cubicBezTo>
                    <a:pt x="657" y="326"/>
                    <a:pt x="657" y="326"/>
                    <a:pt x="657" y="326"/>
                  </a:cubicBezTo>
                  <a:cubicBezTo>
                    <a:pt x="655" y="329"/>
                    <a:pt x="655" y="329"/>
                    <a:pt x="655" y="329"/>
                  </a:cubicBezTo>
                  <a:cubicBezTo>
                    <a:pt x="649" y="331"/>
                    <a:pt x="649" y="331"/>
                    <a:pt x="649" y="331"/>
                  </a:cubicBezTo>
                  <a:cubicBezTo>
                    <a:pt x="647" y="336"/>
                    <a:pt x="647" y="336"/>
                    <a:pt x="647" y="336"/>
                  </a:cubicBezTo>
                  <a:cubicBezTo>
                    <a:pt x="640" y="338"/>
                    <a:pt x="640" y="338"/>
                    <a:pt x="640" y="338"/>
                  </a:cubicBezTo>
                  <a:cubicBezTo>
                    <a:pt x="639" y="341"/>
                    <a:pt x="639" y="341"/>
                    <a:pt x="639" y="341"/>
                  </a:cubicBezTo>
                  <a:cubicBezTo>
                    <a:pt x="641" y="344"/>
                    <a:pt x="641" y="344"/>
                    <a:pt x="641" y="344"/>
                  </a:cubicBezTo>
                  <a:cubicBezTo>
                    <a:pt x="639" y="347"/>
                    <a:pt x="639" y="347"/>
                    <a:pt x="639" y="347"/>
                  </a:cubicBezTo>
                  <a:cubicBezTo>
                    <a:pt x="633" y="348"/>
                    <a:pt x="633" y="348"/>
                    <a:pt x="633" y="348"/>
                  </a:cubicBezTo>
                  <a:cubicBezTo>
                    <a:pt x="628" y="348"/>
                    <a:pt x="628" y="348"/>
                    <a:pt x="628" y="348"/>
                  </a:cubicBezTo>
                  <a:cubicBezTo>
                    <a:pt x="625" y="345"/>
                    <a:pt x="625" y="345"/>
                    <a:pt x="625" y="345"/>
                  </a:cubicBezTo>
                  <a:cubicBezTo>
                    <a:pt x="621" y="344"/>
                    <a:pt x="621" y="344"/>
                    <a:pt x="621" y="344"/>
                  </a:cubicBezTo>
                  <a:cubicBezTo>
                    <a:pt x="619" y="346"/>
                    <a:pt x="619" y="346"/>
                    <a:pt x="619" y="346"/>
                  </a:cubicBezTo>
                  <a:cubicBezTo>
                    <a:pt x="616" y="347"/>
                    <a:pt x="616" y="347"/>
                    <a:pt x="616" y="347"/>
                  </a:cubicBezTo>
                  <a:cubicBezTo>
                    <a:pt x="612" y="346"/>
                    <a:pt x="612" y="346"/>
                    <a:pt x="612" y="346"/>
                  </a:cubicBezTo>
                  <a:cubicBezTo>
                    <a:pt x="611" y="340"/>
                    <a:pt x="611" y="340"/>
                    <a:pt x="611" y="340"/>
                  </a:cubicBezTo>
                  <a:cubicBezTo>
                    <a:pt x="614" y="336"/>
                    <a:pt x="614" y="336"/>
                    <a:pt x="614" y="336"/>
                  </a:cubicBezTo>
                  <a:cubicBezTo>
                    <a:pt x="621" y="331"/>
                    <a:pt x="621" y="331"/>
                    <a:pt x="621" y="331"/>
                  </a:cubicBezTo>
                  <a:cubicBezTo>
                    <a:pt x="625" y="324"/>
                    <a:pt x="625" y="324"/>
                    <a:pt x="625" y="324"/>
                  </a:cubicBezTo>
                  <a:cubicBezTo>
                    <a:pt x="629" y="316"/>
                    <a:pt x="629" y="316"/>
                    <a:pt x="629" y="316"/>
                  </a:cubicBezTo>
                  <a:cubicBezTo>
                    <a:pt x="635" y="309"/>
                    <a:pt x="635" y="309"/>
                    <a:pt x="635" y="309"/>
                  </a:cubicBezTo>
                  <a:cubicBezTo>
                    <a:pt x="634" y="299"/>
                    <a:pt x="634" y="299"/>
                    <a:pt x="634" y="299"/>
                  </a:cubicBezTo>
                  <a:cubicBezTo>
                    <a:pt x="630" y="294"/>
                    <a:pt x="630" y="294"/>
                    <a:pt x="630" y="294"/>
                  </a:cubicBezTo>
                  <a:cubicBezTo>
                    <a:pt x="625" y="296"/>
                    <a:pt x="625" y="296"/>
                    <a:pt x="625" y="296"/>
                  </a:cubicBezTo>
                  <a:cubicBezTo>
                    <a:pt x="618" y="297"/>
                    <a:pt x="618" y="297"/>
                    <a:pt x="618" y="297"/>
                  </a:cubicBezTo>
                  <a:cubicBezTo>
                    <a:pt x="613" y="295"/>
                    <a:pt x="613" y="295"/>
                    <a:pt x="613" y="295"/>
                  </a:cubicBezTo>
                  <a:cubicBezTo>
                    <a:pt x="610" y="295"/>
                    <a:pt x="610" y="295"/>
                    <a:pt x="610" y="295"/>
                  </a:cubicBezTo>
                  <a:cubicBezTo>
                    <a:pt x="609" y="299"/>
                    <a:pt x="609" y="299"/>
                    <a:pt x="609" y="299"/>
                  </a:cubicBezTo>
                  <a:cubicBezTo>
                    <a:pt x="605" y="303"/>
                    <a:pt x="605" y="303"/>
                    <a:pt x="605" y="303"/>
                  </a:cubicBezTo>
                  <a:cubicBezTo>
                    <a:pt x="601" y="303"/>
                    <a:pt x="601" y="303"/>
                    <a:pt x="601" y="303"/>
                  </a:cubicBezTo>
                  <a:cubicBezTo>
                    <a:pt x="596" y="300"/>
                    <a:pt x="596" y="300"/>
                    <a:pt x="596" y="300"/>
                  </a:cubicBezTo>
                  <a:cubicBezTo>
                    <a:pt x="592" y="298"/>
                    <a:pt x="592" y="298"/>
                    <a:pt x="592" y="298"/>
                  </a:cubicBezTo>
                  <a:cubicBezTo>
                    <a:pt x="587" y="298"/>
                    <a:pt x="587" y="298"/>
                    <a:pt x="587" y="298"/>
                  </a:cubicBezTo>
                  <a:cubicBezTo>
                    <a:pt x="583" y="300"/>
                    <a:pt x="583" y="300"/>
                    <a:pt x="583" y="300"/>
                  </a:cubicBezTo>
                  <a:cubicBezTo>
                    <a:pt x="578" y="300"/>
                    <a:pt x="578" y="300"/>
                    <a:pt x="578" y="300"/>
                  </a:cubicBezTo>
                  <a:cubicBezTo>
                    <a:pt x="574" y="296"/>
                    <a:pt x="574" y="296"/>
                    <a:pt x="574" y="296"/>
                  </a:cubicBezTo>
                  <a:cubicBezTo>
                    <a:pt x="577" y="294"/>
                    <a:pt x="577" y="294"/>
                    <a:pt x="577" y="294"/>
                  </a:cubicBezTo>
                  <a:cubicBezTo>
                    <a:pt x="576" y="291"/>
                    <a:pt x="576" y="291"/>
                    <a:pt x="576" y="291"/>
                  </a:cubicBezTo>
                  <a:cubicBezTo>
                    <a:pt x="571" y="288"/>
                    <a:pt x="571" y="288"/>
                    <a:pt x="571" y="288"/>
                  </a:cubicBezTo>
                  <a:cubicBezTo>
                    <a:pt x="566" y="284"/>
                    <a:pt x="566" y="284"/>
                    <a:pt x="566" y="284"/>
                  </a:cubicBezTo>
                  <a:cubicBezTo>
                    <a:pt x="565" y="281"/>
                    <a:pt x="565" y="281"/>
                    <a:pt x="565" y="281"/>
                  </a:cubicBezTo>
                  <a:cubicBezTo>
                    <a:pt x="568" y="278"/>
                    <a:pt x="568" y="278"/>
                    <a:pt x="568" y="278"/>
                  </a:cubicBezTo>
                  <a:cubicBezTo>
                    <a:pt x="568" y="275"/>
                    <a:pt x="568" y="275"/>
                    <a:pt x="568" y="275"/>
                  </a:cubicBezTo>
                  <a:cubicBezTo>
                    <a:pt x="565" y="275"/>
                    <a:pt x="565" y="275"/>
                    <a:pt x="565" y="275"/>
                  </a:cubicBezTo>
                  <a:cubicBezTo>
                    <a:pt x="561" y="274"/>
                    <a:pt x="561" y="274"/>
                    <a:pt x="561" y="274"/>
                  </a:cubicBezTo>
                  <a:cubicBezTo>
                    <a:pt x="559" y="270"/>
                    <a:pt x="559" y="270"/>
                    <a:pt x="559" y="270"/>
                  </a:cubicBezTo>
                  <a:cubicBezTo>
                    <a:pt x="556" y="266"/>
                    <a:pt x="556" y="266"/>
                    <a:pt x="556" y="266"/>
                  </a:cubicBezTo>
                  <a:cubicBezTo>
                    <a:pt x="556" y="263"/>
                    <a:pt x="556" y="263"/>
                    <a:pt x="556" y="263"/>
                  </a:cubicBezTo>
                  <a:cubicBezTo>
                    <a:pt x="553" y="262"/>
                    <a:pt x="553" y="262"/>
                    <a:pt x="553" y="262"/>
                  </a:cubicBezTo>
                  <a:cubicBezTo>
                    <a:pt x="550" y="264"/>
                    <a:pt x="550" y="264"/>
                    <a:pt x="550" y="264"/>
                  </a:cubicBezTo>
                  <a:cubicBezTo>
                    <a:pt x="549" y="269"/>
                    <a:pt x="549" y="269"/>
                    <a:pt x="549" y="269"/>
                  </a:cubicBezTo>
                  <a:cubicBezTo>
                    <a:pt x="549" y="275"/>
                    <a:pt x="549" y="275"/>
                    <a:pt x="549" y="275"/>
                  </a:cubicBezTo>
                  <a:cubicBezTo>
                    <a:pt x="552" y="278"/>
                    <a:pt x="552" y="278"/>
                    <a:pt x="552" y="278"/>
                  </a:cubicBezTo>
                  <a:cubicBezTo>
                    <a:pt x="557" y="281"/>
                    <a:pt x="557" y="281"/>
                    <a:pt x="557" y="281"/>
                  </a:cubicBezTo>
                  <a:cubicBezTo>
                    <a:pt x="557" y="285"/>
                    <a:pt x="557" y="285"/>
                    <a:pt x="557" y="285"/>
                  </a:cubicBezTo>
                  <a:cubicBezTo>
                    <a:pt x="553" y="287"/>
                    <a:pt x="553" y="287"/>
                    <a:pt x="553" y="287"/>
                  </a:cubicBezTo>
                  <a:cubicBezTo>
                    <a:pt x="547" y="286"/>
                    <a:pt x="547" y="286"/>
                    <a:pt x="547" y="286"/>
                  </a:cubicBezTo>
                  <a:cubicBezTo>
                    <a:pt x="542" y="285"/>
                    <a:pt x="542" y="285"/>
                    <a:pt x="542" y="285"/>
                  </a:cubicBezTo>
                  <a:cubicBezTo>
                    <a:pt x="536" y="290"/>
                    <a:pt x="536" y="290"/>
                    <a:pt x="536" y="290"/>
                  </a:cubicBezTo>
                  <a:cubicBezTo>
                    <a:pt x="529" y="294"/>
                    <a:pt x="529" y="294"/>
                    <a:pt x="529" y="294"/>
                  </a:cubicBezTo>
                  <a:cubicBezTo>
                    <a:pt x="527" y="299"/>
                    <a:pt x="527" y="299"/>
                    <a:pt x="527" y="299"/>
                  </a:cubicBezTo>
                  <a:cubicBezTo>
                    <a:pt x="524" y="305"/>
                    <a:pt x="524" y="305"/>
                    <a:pt x="524" y="305"/>
                  </a:cubicBezTo>
                  <a:cubicBezTo>
                    <a:pt x="521" y="307"/>
                    <a:pt x="521" y="307"/>
                    <a:pt x="521" y="307"/>
                  </a:cubicBezTo>
                  <a:cubicBezTo>
                    <a:pt x="515" y="307"/>
                    <a:pt x="515" y="307"/>
                    <a:pt x="515" y="307"/>
                  </a:cubicBezTo>
                  <a:cubicBezTo>
                    <a:pt x="512" y="306"/>
                    <a:pt x="512" y="306"/>
                    <a:pt x="512" y="306"/>
                  </a:cubicBezTo>
                  <a:cubicBezTo>
                    <a:pt x="510" y="309"/>
                    <a:pt x="510" y="309"/>
                    <a:pt x="510" y="309"/>
                  </a:cubicBezTo>
                  <a:cubicBezTo>
                    <a:pt x="510" y="312"/>
                    <a:pt x="510" y="312"/>
                    <a:pt x="510" y="312"/>
                  </a:cubicBezTo>
                  <a:cubicBezTo>
                    <a:pt x="514" y="316"/>
                    <a:pt x="514" y="316"/>
                    <a:pt x="514" y="316"/>
                  </a:cubicBezTo>
                  <a:cubicBezTo>
                    <a:pt x="515" y="320"/>
                    <a:pt x="515" y="320"/>
                    <a:pt x="515" y="320"/>
                  </a:cubicBezTo>
                  <a:cubicBezTo>
                    <a:pt x="511" y="320"/>
                    <a:pt x="511" y="320"/>
                    <a:pt x="511" y="320"/>
                  </a:cubicBezTo>
                  <a:cubicBezTo>
                    <a:pt x="509" y="319"/>
                    <a:pt x="509" y="319"/>
                    <a:pt x="509" y="319"/>
                  </a:cubicBezTo>
                  <a:cubicBezTo>
                    <a:pt x="507" y="320"/>
                    <a:pt x="507" y="320"/>
                    <a:pt x="507" y="320"/>
                  </a:cubicBezTo>
                  <a:cubicBezTo>
                    <a:pt x="508" y="323"/>
                    <a:pt x="508" y="323"/>
                    <a:pt x="508" y="323"/>
                  </a:cubicBezTo>
                  <a:cubicBezTo>
                    <a:pt x="510" y="327"/>
                    <a:pt x="510" y="327"/>
                    <a:pt x="510" y="327"/>
                  </a:cubicBezTo>
                  <a:cubicBezTo>
                    <a:pt x="510" y="332"/>
                    <a:pt x="510" y="332"/>
                    <a:pt x="510" y="332"/>
                  </a:cubicBezTo>
                  <a:cubicBezTo>
                    <a:pt x="508" y="334"/>
                    <a:pt x="508" y="334"/>
                    <a:pt x="508" y="334"/>
                  </a:cubicBezTo>
                  <a:cubicBezTo>
                    <a:pt x="505" y="334"/>
                    <a:pt x="505" y="334"/>
                    <a:pt x="505" y="334"/>
                  </a:cubicBezTo>
                  <a:cubicBezTo>
                    <a:pt x="505" y="337"/>
                    <a:pt x="505" y="337"/>
                    <a:pt x="505" y="337"/>
                  </a:cubicBezTo>
                  <a:cubicBezTo>
                    <a:pt x="505" y="343"/>
                    <a:pt x="505" y="343"/>
                    <a:pt x="505" y="343"/>
                  </a:cubicBezTo>
                  <a:cubicBezTo>
                    <a:pt x="502" y="344"/>
                    <a:pt x="502" y="344"/>
                    <a:pt x="502" y="344"/>
                  </a:cubicBezTo>
                  <a:cubicBezTo>
                    <a:pt x="499" y="341"/>
                    <a:pt x="499" y="341"/>
                    <a:pt x="499" y="341"/>
                  </a:cubicBezTo>
                  <a:cubicBezTo>
                    <a:pt x="498" y="340"/>
                    <a:pt x="498" y="340"/>
                    <a:pt x="498" y="340"/>
                  </a:cubicBezTo>
                  <a:cubicBezTo>
                    <a:pt x="495" y="340"/>
                    <a:pt x="495" y="340"/>
                    <a:pt x="495" y="340"/>
                  </a:cubicBezTo>
                  <a:cubicBezTo>
                    <a:pt x="494" y="341"/>
                    <a:pt x="494" y="341"/>
                    <a:pt x="494" y="341"/>
                  </a:cubicBezTo>
                  <a:cubicBezTo>
                    <a:pt x="495" y="344"/>
                    <a:pt x="495" y="344"/>
                    <a:pt x="495" y="344"/>
                  </a:cubicBezTo>
                  <a:cubicBezTo>
                    <a:pt x="494" y="348"/>
                    <a:pt x="494" y="348"/>
                    <a:pt x="494" y="348"/>
                  </a:cubicBezTo>
                  <a:cubicBezTo>
                    <a:pt x="492" y="351"/>
                    <a:pt x="492" y="351"/>
                    <a:pt x="492" y="351"/>
                  </a:cubicBezTo>
                  <a:cubicBezTo>
                    <a:pt x="491" y="355"/>
                    <a:pt x="491" y="355"/>
                    <a:pt x="491" y="355"/>
                  </a:cubicBezTo>
                  <a:cubicBezTo>
                    <a:pt x="489" y="357"/>
                    <a:pt x="489" y="357"/>
                    <a:pt x="489" y="357"/>
                  </a:cubicBezTo>
                  <a:cubicBezTo>
                    <a:pt x="487" y="358"/>
                    <a:pt x="487" y="358"/>
                    <a:pt x="487" y="358"/>
                  </a:cubicBezTo>
                  <a:cubicBezTo>
                    <a:pt x="484" y="352"/>
                    <a:pt x="484" y="352"/>
                    <a:pt x="484" y="352"/>
                  </a:cubicBezTo>
                  <a:cubicBezTo>
                    <a:pt x="482" y="350"/>
                    <a:pt x="482" y="350"/>
                    <a:pt x="482" y="350"/>
                  </a:cubicBezTo>
                  <a:cubicBezTo>
                    <a:pt x="481" y="346"/>
                    <a:pt x="481" y="346"/>
                    <a:pt x="481" y="346"/>
                  </a:cubicBezTo>
                  <a:cubicBezTo>
                    <a:pt x="479" y="346"/>
                    <a:pt x="479" y="346"/>
                    <a:pt x="479" y="346"/>
                  </a:cubicBezTo>
                  <a:cubicBezTo>
                    <a:pt x="474" y="347"/>
                    <a:pt x="474" y="347"/>
                    <a:pt x="474" y="347"/>
                  </a:cubicBezTo>
                  <a:cubicBezTo>
                    <a:pt x="470" y="349"/>
                    <a:pt x="470" y="349"/>
                    <a:pt x="470" y="349"/>
                  </a:cubicBezTo>
                  <a:cubicBezTo>
                    <a:pt x="466" y="353"/>
                    <a:pt x="466" y="353"/>
                    <a:pt x="466" y="353"/>
                  </a:cubicBezTo>
                  <a:cubicBezTo>
                    <a:pt x="464" y="354"/>
                    <a:pt x="464" y="354"/>
                    <a:pt x="464" y="354"/>
                  </a:cubicBezTo>
                  <a:cubicBezTo>
                    <a:pt x="461" y="357"/>
                    <a:pt x="461" y="357"/>
                    <a:pt x="461" y="357"/>
                  </a:cubicBezTo>
                  <a:cubicBezTo>
                    <a:pt x="462" y="360"/>
                    <a:pt x="462" y="360"/>
                    <a:pt x="462" y="360"/>
                  </a:cubicBezTo>
                  <a:cubicBezTo>
                    <a:pt x="459" y="364"/>
                    <a:pt x="459" y="364"/>
                    <a:pt x="459" y="364"/>
                  </a:cubicBezTo>
                  <a:cubicBezTo>
                    <a:pt x="456" y="364"/>
                    <a:pt x="456" y="364"/>
                    <a:pt x="456" y="364"/>
                  </a:cubicBezTo>
                  <a:cubicBezTo>
                    <a:pt x="453" y="361"/>
                    <a:pt x="453" y="361"/>
                    <a:pt x="453" y="361"/>
                  </a:cubicBezTo>
                  <a:cubicBezTo>
                    <a:pt x="453" y="357"/>
                    <a:pt x="453" y="357"/>
                    <a:pt x="453" y="357"/>
                  </a:cubicBezTo>
                  <a:cubicBezTo>
                    <a:pt x="450" y="357"/>
                    <a:pt x="450" y="357"/>
                    <a:pt x="450" y="357"/>
                  </a:cubicBezTo>
                  <a:cubicBezTo>
                    <a:pt x="447" y="357"/>
                    <a:pt x="447" y="357"/>
                    <a:pt x="447" y="357"/>
                  </a:cubicBezTo>
                  <a:cubicBezTo>
                    <a:pt x="442" y="358"/>
                    <a:pt x="442" y="358"/>
                    <a:pt x="442" y="358"/>
                  </a:cubicBezTo>
                  <a:cubicBezTo>
                    <a:pt x="439" y="358"/>
                    <a:pt x="439" y="358"/>
                    <a:pt x="439" y="358"/>
                  </a:cubicBezTo>
                  <a:cubicBezTo>
                    <a:pt x="437" y="359"/>
                    <a:pt x="437" y="359"/>
                    <a:pt x="437" y="359"/>
                  </a:cubicBezTo>
                  <a:cubicBezTo>
                    <a:pt x="436" y="362"/>
                    <a:pt x="436" y="362"/>
                    <a:pt x="436" y="362"/>
                  </a:cubicBezTo>
                  <a:cubicBezTo>
                    <a:pt x="438" y="364"/>
                    <a:pt x="438" y="364"/>
                    <a:pt x="438" y="364"/>
                  </a:cubicBezTo>
                  <a:cubicBezTo>
                    <a:pt x="437" y="369"/>
                    <a:pt x="437" y="369"/>
                    <a:pt x="437" y="369"/>
                  </a:cubicBezTo>
                  <a:cubicBezTo>
                    <a:pt x="430" y="374"/>
                    <a:pt x="430" y="374"/>
                    <a:pt x="430" y="374"/>
                  </a:cubicBezTo>
                  <a:cubicBezTo>
                    <a:pt x="425" y="376"/>
                    <a:pt x="425" y="376"/>
                    <a:pt x="425" y="376"/>
                  </a:cubicBezTo>
                  <a:cubicBezTo>
                    <a:pt x="422" y="378"/>
                    <a:pt x="422" y="378"/>
                    <a:pt x="422" y="378"/>
                  </a:cubicBezTo>
                  <a:cubicBezTo>
                    <a:pt x="418" y="379"/>
                    <a:pt x="418" y="379"/>
                    <a:pt x="418" y="379"/>
                  </a:cubicBezTo>
                  <a:cubicBezTo>
                    <a:pt x="416" y="376"/>
                    <a:pt x="416" y="376"/>
                    <a:pt x="416" y="376"/>
                  </a:cubicBezTo>
                  <a:cubicBezTo>
                    <a:pt x="416" y="372"/>
                    <a:pt x="416" y="372"/>
                    <a:pt x="416" y="372"/>
                  </a:cubicBezTo>
                  <a:cubicBezTo>
                    <a:pt x="415" y="370"/>
                    <a:pt x="415" y="370"/>
                    <a:pt x="415" y="370"/>
                  </a:cubicBezTo>
                  <a:cubicBezTo>
                    <a:pt x="412" y="372"/>
                    <a:pt x="412" y="372"/>
                    <a:pt x="412" y="372"/>
                  </a:cubicBezTo>
                  <a:cubicBezTo>
                    <a:pt x="410" y="375"/>
                    <a:pt x="410" y="375"/>
                    <a:pt x="410" y="375"/>
                  </a:cubicBezTo>
                  <a:cubicBezTo>
                    <a:pt x="407" y="377"/>
                    <a:pt x="407" y="377"/>
                    <a:pt x="407" y="377"/>
                  </a:cubicBezTo>
                  <a:cubicBezTo>
                    <a:pt x="405" y="376"/>
                    <a:pt x="405" y="376"/>
                    <a:pt x="405" y="376"/>
                  </a:cubicBezTo>
                  <a:cubicBezTo>
                    <a:pt x="401" y="374"/>
                    <a:pt x="401" y="374"/>
                    <a:pt x="401" y="374"/>
                  </a:cubicBezTo>
                  <a:cubicBezTo>
                    <a:pt x="395" y="374"/>
                    <a:pt x="395" y="374"/>
                    <a:pt x="395" y="374"/>
                  </a:cubicBezTo>
                  <a:cubicBezTo>
                    <a:pt x="392" y="376"/>
                    <a:pt x="392" y="376"/>
                    <a:pt x="392" y="376"/>
                  </a:cubicBezTo>
                  <a:cubicBezTo>
                    <a:pt x="387" y="375"/>
                    <a:pt x="387" y="375"/>
                    <a:pt x="387" y="375"/>
                  </a:cubicBezTo>
                  <a:cubicBezTo>
                    <a:pt x="383" y="375"/>
                    <a:pt x="383" y="375"/>
                    <a:pt x="383" y="375"/>
                  </a:cubicBezTo>
                  <a:cubicBezTo>
                    <a:pt x="377" y="373"/>
                    <a:pt x="377" y="373"/>
                    <a:pt x="377" y="373"/>
                  </a:cubicBezTo>
                  <a:cubicBezTo>
                    <a:pt x="376" y="369"/>
                    <a:pt x="376" y="369"/>
                    <a:pt x="376" y="369"/>
                  </a:cubicBezTo>
                  <a:cubicBezTo>
                    <a:pt x="378" y="366"/>
                    <a:pt x="378" y="366"/>
                    <a:pt x="378" y="366"/>
                  </a:cubicBezTo>
                  <a:cubicBezTo>
                    <a:pt x="373" y="365"/>
                    <a:pt x="373" y="365"/>
                    <a:pt x="373" y="365"/>
                  </a:cubicBezTo>
                  <a:cubicBezTo>
                    <a:pt x="369" y="364"/>
                    <a:pt x="369" y="364"/>
                    <a:pt x="369" y="364"/>
                  </a:cubicBezTo>
                  <a:cubicBezTo>
                    <a:pt x="365" y="361"/>
                    <a:pt x="365" y="361"/>
                    <a:pt x="365" y="361"/>
                  </a:cubicBezTo>
                  <a:cubicBezTo>
                    <a:pt x="362" y="358"/>
                    <a:pt x="362" y="358"/>
                    <a:pt x="362" y="358"/>
                  </a:cubicBezTo>
                  <a:cubicBezTo>
                    <a:pt x="360" y="358"/>
                    <a:pt x="360" y="358"/>
                    <a:pt x="360" y="358"/>
                  </a:cubicBezTo>
                  <a:cubicBezTo>
                    <a:pt x="356" y="359"/>
                    <a:pt x="356" y="359"/>
                    <a:pt x="356" y="359"/>
                  </a:cubicBezTo>
                  <a:cubicBezTo>
                    <a:pt x="350" y="358"/>
                    <a:pt x="350" y="358"/>
                    <a:pt x="350" y="358"/>
                  </a:cubicBezTo>
                  <a:cubicBezTo>
                    <a:pt x="346" y="355"/>
                    <a:pt x="346" y="355"/>
                    <a:pt x="346" y="355"/>
                  </a:cubicBezTo>
                  <a:cubicBezTo>
                    <a:pt x="342" y="355"/>
                    <a:pt x="342" y="355"/>
                    <a:pt x="342" y="355"/>
                  </a:cubicBezTo>
                  <a:cubicBezTo>
                    <a:pt x="338" y="354"/>
                    <a:pt x="338" y="354"/>
                    <a:pt x="338" y="354"/>
                  </a:cubicBezTo>
                  <a:cubicBezTo>
                    <a:pt x="333" y="355"/>
                    <a:pt x="333" y="355"/>
                    <a:pt x="333" y="355"/>
                  </a:cubicBezTo>
                  <a:cubicBezTo>
                    <a:pt x="332" y="357"/>
                    <a:pt x="332" y="357"/>
                    <a:pt x="332" y="357"/>
                  </a:cubicBezTo>
                  <a:cubicBezTo>
                    <a:pt x="327" y="357"/>
                    <a:pt x="327" y="357"/>
                    <a:pt x="327" y="357"/>
                  </a:cubicBezTo>
                  <a:cubicBezTo>
                    <a:pt x="324" y="356"/>
                    <a:pt x="324" y="356"/>
                    <a:pt x="324" y="356"/>
                  </a:cubicBezTo>
                  <a:cubicBezTo>
                    <a:pt x="321" y="352"/>
                    <a:pt x="321" y="352"/>
                    <a:pt x="321" y="352"/>
                  </a:cubicBezTo>
                  <a:cubicBezTo>
                    <a:pt x="316" y="347"/>
                    <a:pt x="316" y="347"/>
                    <a:pt x="316" y="347"/>
                  </a:cubicBezTo>
                  <a:cubicBezTo>
                    <a:pt x="309" y="343"/>
                    <a:pt x="309" y="343"/>
                    <a:pt x="309" y="343"/>
                  </a:cubicBezTo>
                  <a:cubicBezTo>
                    <a:pt x="304" y="342"/>
                    <a:pt x="304" y="342"/>
                    <a:pt x="304" y="342"/>
                  </a:cubicBezTo>
                  <a:cubicBezTo>
                    <a:pt x="301" y="340"/>
                    <a:pt x="301" y="340"/>
                    <a:pt x="301" y="340"/>
                  </a:cubicBezTo>
                  <a:cubicBezTo>
                    <a:pt x="295" y="340"/>
                    <a:pt x="295" y="340"/>
                    <a:pt x="295" y="340"/>
                  </a:cubicBezTo>
                  <a:cubicBezTo>
                    <a:pt x="292" y="339"/>
                    <a:pt x="292" y="339"/>
                    <a:pt x="292" y="339"/>
                  </a:cubicBezTo>
                  <a:cubicBezTo>
                    <a:pt x="290" y="336"/>
                    <a:pt x="290" y="336"/>
                    <a:pt x="290" y="336"/>
                  </a:cubicBezTo>
                  <a:cubicBezTo>
                    <a:pt x="288" y="335"/>
                    <a:pt x="288" y="335"/>
                    <a:pt x="288" y="335"/>
                  </a:cubicBezTo>
                  <a:cubicBezTo>
                    <a:pt x="287" y="332"/>
                    <a:pt x="287" y="332"/>
                    <a:pt x="287" y="332"/>
                  </a:cubicBezTo>
                  <a:cubicBezTo>
                    <a:pt x="284" y="327"/>
                    <a:pt x="284" y="327"/>
                    <a:pt x="284" y="327"/>
                  </a:cubicBezTo>
                  <a:cubicBezTo>
                    <a:pt x="281" y="327"/>
                    <a:pt x="281" y="327"/>
                    <a:pt x="281" y="327"/>
                  </a:cubicBezTo>
                  <a:cubicBezTo>
                    <a:pt x="280" y="330"/>
                    <a:pt x="280" y="330"/>
                    <a:pt x="280" y="330"/>
                  </a:cubicBezTo>
                  <a:cubicBezTo>
                    <a:pt x="276" y="333"/>
                    <a:pt x="276" y="333"/>
                    <a:pt x="276" y="333"/>
                  </a:cubicBezTo>
                  <a:cubicBezTo>
                    <a:pt x="274" y="334"/>
                    <a:pt x="274" y="334"/>
                    <a:pt x="274" y="334"/>
                  </a:cubicBezTo>
                  <a:cubicBezTo>
                    <a:pt x="271" y="332"/>
                    <a:pt x="271" y="332"/>
                    <a:pt x="271" y="332"/>
                  </a:cubicBezTo>
                  <a:cubicBezTo>
                    <a:pt x="266" y="332"/>
                    <a:pt x="266" y="332"/>
                    <a:pt x="266" y="332"/>
                  </a:cubicBezTo>
                  <a:cubicBezTo>
                    <a:pt x="264" y="334"/>
                    <a:pt x="264" y="334"/>
                    <a:pt x="264" y="334"/>
                  </a:cubicBezTo>
                  <a:cubicBezTo>
                    <a:pt x="262" y="332"/>
                    <a:pt x="262" y="332"/>
                    <a:pt x="262" y="332"/>
                  </a:cubicBezTo>
                  <a:cubicBezTo>
                    <a:pt x="262" y="328"/>
                    <a:pt x="262" y="328"/>
                    <a:pt x="262" y="328"/>
                  </a:cubicBezTo>
                  <a:cubicBezTo>
                    <a:pt x="258" y="325"/>
                    <a:pt x="258" y="325"/>
                    <a:pt x="258" y="325"/>
                  </a:cubicBezTo>
                  <a:cubicBezTo>
                    <a:pt x="255" y="325"/>
                    <a:pt x="255" y="325"/>
                    <a:pt x="255" y="325"/>
                  </a:cubicBezTo>
                  <a:cubicBezTo>
                    <a:pt x="253" y="328"/>
                    <a:pt x="253" y="328"/>
                    <a:pt x="253" y="328"/>
                  </a:cubicBezTo>
                  <a:cubicBezTo>
                    <a:pt x="253" y="331"/>
                    <a:pt x="253" y="331"/>
                    <a:pt x="253" y="331"/>
                  </a:cubicBezTo>
                  <a:cubicBezTo>
                    <a:pt x="251" y="335"/>
                    <a:pt x="251" y="335"/>
                    <a:pt x="251" y="335"/>
                  </a:cubicBezTo>
                  <a:cubicBezTo>
                    <a:pt x="248" y="337"/>
                    <a:pt x="248" y="337"/>
                    <a:pt x="248" y="337"/>
                  </a:cubicBezTo>
                  <a:cubicBezTo>
                    <a:pt x="247" y="341"/>
                    <a:pt x="247" y="341"/>
                    <a:pt x="247" y="341"/>
                  </a:cubicBezTo>
                  <a:cubicBezTo>
                    <a:pt x="247" y="346"/>
                    <a:pt x="247" y="346"/>
                    <a:pt x="247" y="346"/>
                  </a:cubicBezTo>
                  <a:cubicBezTo>
                    <a:pt x="244" y="348"/>
                    <a:pt x="244" y="348"/>
                    <a:pt x="244" y="348"/>
                  </a:cubicBezTo>
                  <a:cubicBezTo>
                    <a:pt x="240" y="350"/>
                    <a:pt x="240" y="350"/>
                    <a:pt x="240" y="350"/>
                  </a:cubicBezTo>
                  <a:cubicBezTo>
                    <a:pt x="239" y="352"/>
                    <a:pt x="239" y="352"/>
                    <a:pt x="239" y="352"/>
                  </a:cubicBezTo>
                  <a:cubicBezTo>
                    <a:pt x="237" y="355"/>
                    <a:pt x="237" y="355"/>
                    <a:pt x="237" y="355"/>
                  </a:cubicBezTo>
                  <a:cubicBezTo>
                    <a:pt x="230" y="354"/>
                    <a:pt x="230" y="354"/>
                    <a:pt x="230" y="354"/>
                  </a:cubicBezTo>
                  <a:cubicBezTo>
                    <a:pt x="227" y="355"/>
                    <a:pt x="227" y="355"/>
                    <a:pt x="227" y="355"/>
                  </a:cubicBezTo>
                  <a:cubicBezTo>
                    <a:pt x="225" y="359"/>
                    <a:pt x="225" y="359"/>
                    <a:pt x="225" y="359"/>
                  </a:cubicBezTo>
                  <a:cubicBezTo>
                    <a:pt x="219" y="361"/>
                    <a:pt x="219" y="361"/>
                    <a:pt x="219" y="361"/>
                  </a:cubicBezTo>
                  <a:cubicBezTo>
                    <a:pt x="214" y="360"/>
                    <a:pt x="214" y="360"/>
                    <a:pt x="214" y="360"/>
                  </a:cubicBezTo>
                  <a:cubicBezTo>
                    <a:pt x="212" y="362"/>
                    <a:pt x="212" y="362"/>
                    <a:pt x="212" y="362"/>
                  </a:cubicBezTo>
                  <a:cubicBezTo>
                    <a:pt x="212" y="365"/>
                    <a:pt x="212" y="365"/>
                    <a:pt x="212" y="365"/>
                  </a:cubicBezTo>
                  <a:cubicBezTo>
                    <a:pt x="210" y="367"/>
                    <a:pt x="210" y="367"/>
                    <a:pt x="210" y="367"/>
                  </a:cubicBezTo>
                  <a:cubicBezTo>
                    <a:pt x="205" y="368"/>
                    <a:pt x="205" y="368"/>
                    <a:pt x="205" y="368"/>
                  </a:cubicBezTo>
                  <a:cubicBezTo>
                    <a:pt x="200" y="372"/>
                    <a:pt x="200" y="372"/>
                    <a:pt x="200" y="372"/>
                  </a:cubicBezTo>
                  <a:cubicBezTo>
                    <a:pt x="198" y="373"/>
                    <a:pt x="198" y="373"/>
                    <a:pt x="198" y="373"/>
                  </a:cubicBezTo>
                  <a:cubicBezTo>
                    <a:pt x="197" y="369"/>
                    <a:pt x="197" y="369"/>
                    <a:pt x="197" y="369"/>
                  </a:cubicBezTo>
                  <a:cubicBezTo>
                    <a:pt x="197" y="366"/>
                    <a:pt x="197" y="366"/>
                    <a:pt x="197" y="366"/>
                  </a:cubicBezTo>
                  <a:cubicBezTo>
                    <a:pt x="194" y="365"/>
                    <a:pt x="194" y="365"/>
                    <a:pt x="194" y="365"/>
                  </a:cubicBezTo>
                  <a:cubicBezTo>
                    <a:pt x="190" y="365"/>
                    <a:pt x="190" y="365"/>
                    <a:pt x="190" y="365"/>
                  </a:cubicBezTo>
                  <a:cubicBezTo>
                    <a:pt x="186" y="363"/>
                    <a:pt x="186" y="363"/>
                    <a:pt x="186" y="363"/>
                  </a:cubicBezTo>
                  <a:cubicBezTo>
                    <a:pt x="180" y="363"/>
                    <a:pt x="180" y="363"/>
                    <a:pt x="180" y="363"/>
                  </a:cubicBezTo>
                  <a:cubicBezTo>
                    <a:pt x="179" y="366"/>
                    <a:pt x="179" y="366"/>
                    <a:pt x="179" y="366"/>
                  </a:cubicBezTo>
                  <a:cubicBezTo>
                    <a:pt x="176" y="370"/>
                    <a:pt x="176" y="370"/>
                    <a:pt x="176" y="370"/>
                  </a:cubicBezTo>
                  <a:cubicBezTo>
                    <a:pt x="171" y="371"/>
                    <a:pt x="171" y="371"/>
                    <a:pt x="171" y="371"/>
                  </a:cubicBezTo>
                  <a:cubicBezTo>
                    <a:pt x="168" y="373"/>
                    <a:pt x="168" y="373"/>
                    <a:pt x="168" y="373"/>
                  </a:cubicBezTo>
                  <a:cubicBezTo>
                    <a:pt x="168" y="378"/>
                    <a:pt x="168" y="378"/>
                    <a:pt x="168" y="378"/>
                  </a:cubicBezTo>
                  <a:cubicBezTo>
                    <a:pt x="169" y="383"/>
                    <a:pt x="169" y="383"/>
                    <a:pt x="169" y="383"/>
                  </a:cubicBezTo>
                  <a:cubicBezTo>
                    <a:pt x="167" y="390"/>
                    <a:pt x="167" y="390"/>
                    <a:pt x="167" y="390"/>
                  </a:cubicBezTo>
                  <a:cubicBezTo>
                    <a:pt x="168" y="395"/>
                    <a:pt x="168" y="395"/>
                    <a:pt x="168" y="395"/>
                  </a:cubicBezTo>
                  <a:cubicBezTo>
                    <a:pt x="165" y="399"/>
                    <a:pt x="165" y="399"/>
                    <a:pt x="165" y="399"/>
                  </a:cubicBezTo>
                  <a:cubicBezTo>
                    <a:pt x="161" y="399"/>
                    <a:pt x="161" y="399"/>
                    <a:pt x="161" y="399"/>
                  </a:cubicBezTo>
                  <a:cubicBezTo>
                    <a:pt x="157" y="398"/>
                    <a:pt x="157" y="398"/>
                    <a:pt x="157" y="398"/>
                  </a:cubicBezTo>
                  <a:cubicBezTo>
                    <a:pt x="155" y="395"/>
                    <a:pt x="155" y="395"/>
                    <a:pt x="155" y="395"/>
                  </a:cubicBezTo>
                  <a:cubicBezTo>
                    <a:pt x="151" y="393"/>
                    <a:pt x="151" y="393"/>
                    <a:pt x="151" y="393"/>
                  </a:cubicBezTo>
                  <a:cubicBezTo>
                    <a:pt x="147" y="395"/>
                    <a:pt x="147" y="395"/>
                    <a:pt x="147" y="395"/>
                  </a:cubicBezTo>
                  <a:cubicBezTo>
                    <a:pt x="144" y="395"/>
                    <a:pt x="144" y="395"/>
                    <a:pt x="144" y="395"/>
                  </a:cubicBezTo>
                  <a:cubicBezTo>
                    <a:pt x="141" y="397"/>
                    <a:pt x="141" y="397"/>
                    <a:pt x="141" y="397"/>
                  </a:cubicBezTo>
                  <a:cubicBezTo>
                    <a:pt x="140" y="401"/>
                    <a:pt x="140" y="401"/>
                    <a:pt x="140" y="401"/>
                  </a:cubicBezTo>
                  <a:cubicBezTo>
                    <a:pt x="139" y="403"/>
                    <a:pt x="139" y="403"/>
                    <a:pt x="139" y="403"/>
                  </a:cubicBezTo>
                  <a:cubicBezTo>
                    <a:pt x="134" y="403"/>
                    <a:pt x="134" y="403"/>
                    <a:pt x="134" y="403"/>
                  </a:cubicBezTo>
                  <a:cubicBezTo>
                    <a:pt x="131" y="401"/>
                    <a:pt x="131" y="401"/>
                    <a:pt x="131" y="401"/>
                  </a:cubicBezTo>
                  <a:cubicBezTo>
                    <a:pt x="127" y="400"/>
                    <a:pt x="127" y="400"/>
                    <a:pt x="127" y="400"/>
                  </a:cubicBezTo>
                  <a:cubicBezTo>
                    <a:pt x="123" y="400"/>
                    <a:pt x="123" y="400"/>
                    <a:pt x="123" y="400"/>
                  </a:cubicBezTo>
                  <a:cubicBezTo>
                    <a:pt x="118" y="400"/>
                    <a:pt x="118" y="400"/>
                    <a:pt x="118" y="400"/>
                  </a:cubicBezTo>
                  <a:cubicBezTo>
                    <a:pt x="118" y="398"/>
                    <a:pt x="118" y="398"/>
                    <a:pt x="118" y="398"/>
                  </a:cubicBezTo>
                  <a:cubicBezTo>
                    <a:pt x="115" y="395"/>
                    <a:pt x="115" y="395"/>
                    <a:pt x="115" y="395"/>
                  </a:cubicBezTo>
                  <a:cubicBezTo>
                    <a:pt x="111" y="394"/>
                    <a:pt x="111" y="394"/>
                    <a:pt x="111" y="394"/>
                  </a:cubicBezTo>
                  <a:cubicBezTo>
                    <a:pt x="107" y="394"/>
                    <a:pt x="107" y="394"/>
                    <a:pt x="107" y="394"/>
                  </a:cubicBezTo>
                  <a:cubicBezTo>
                    <a:pt x="105" y="396"/>
                    <a:pt x="105" y="396"/>
                    <a:pt x="105" y="396"/>
                  </a:cubicBezTo>
                  <a:cubicBezTo>
                    <a:pt x="101" y="396"/>
                    <a:pt x="101" y="396"/>
                    <a:pt x="101" y="396"/>
                  </a:cubicBezTo>
                  <a:cubicBezTo>
                    <a:pt x="99" y="394"/>
                    <a:pt x="99" y="394"/>
                    <a:pt x="99" y="394"/>
                  </a:cubicBezTo>
                  <a:cubicBezTo>
                    <a:pt x="98" y="390"/>
                    <a:pt x="98" y="390"/>
                    <a:pt x="98" y="390"/>
                  </a:cubicBezTo>
                  <a:cubicBezTo>
                    <a:pt x="102" y="387"/>
                    <a:pt x="102" y="387"/>
                    <a:pt x="102" y="387"/>
                  </a:cubicBezTo>
                  <a:cubicBezTo>
                    <a:pt x="105" y="385"/>
                    <a:pt x="105" y="385"/>
                    <a:pt x="105" y="385"/>
                  </a:cubicBezTo>
                  <a:cubicBezTo>
                    <a:pt x="105" y="382"/>
                    <a:pt x="105" y="382"/>
                    <a:pt x="105" y="382"/>
                  </a:cubicBezTo>
                  <a:cubicBezTo>
                    <a:pt x="99" y="380"/>
                    <a:pt x="99" y="380"/>
                    <a:pt x="99" y="380"/>
                  </a:cubicBezTo>
                  <a:cubicBezTo>
                    <a:pt x="93" y="380"/>
                    <a:pt x="93" y="380"/>
                    <a:pt x="93" y="380"/>
                  </a:cubicBezTo>
                  <a:cubicBezTo>
                    <a:pt x="89" y="376"/>
                    <a:pt x="89" y="376"/>
                    <a:pt x="89" y="376"/>
                  </a:cubicBezTo>
                  <a:cubicBezTo>
                    <a:pt x="85" y="370"/>
                    <a:pt x="85" y="370"/>
                    <a:pt x="85" y="370"/>
                  </a:cubicBezTo>
                  <a:cubicBezTo>
                    <a:pt x="83" y="366"/>
                    <a:pt x="83" y="366"/>
                    <a:pt x="83" y="366"/>
                  </a:cubicBezTo>
                  <a:cubicBezTo>
                    <a:pt x="76" y="357"/>
                    <a:pt x="76" y="357"/>
                    <a:pt x="76" y="357"/>
                  </a:cubicBezTo>
                  <a:cubicBezTo>
                    <a:pt x="76" y="357"/>
                    <a:pt x="71" y="355"/>
                    <a:pt x="71" y="354"/>
                  </a:cubicBezTo>
                  <a:cubicBezTo>
                    <a:pt x="71" y="353"/>
                    <a:pt x="69" y="349"/>
                    <a:pt x="69" y="349"/>
                  </a:cubicBezTo>
                  <a:cubicBezTo>
                    <a:pt x="69" y="343"/>
                    <a:pt x="69" y="343"/>
                    <a:pt x="69" y="343"/>
                  </a:cubicBezTo>
                  <a:cubicBezTo>
                    <a:pt x="68" y="339"/>
                    <a:pt x="68" y="339"/>
                    <a:pt x="68" y="339"/>
                  </a:cubicBezTo>
                  <a:cubicBezTo>
                    <a:pt x="63" y="337"/>
                    <a:pt x="63" y="337"/>
                    <a:pt x="63" y="337"/>
                  </a:cubicBezTo>
                  <a:cubicBezTo>
                    <a:pt x="57" y="336"/>
                    <a:pt x="57" y="336"/>
                    <a:pt x="57" y="336"/>
                  </a:cubicBezTo>
                  <a:cubicBezTo>
                    <a:pt x="52" y="339"/>
                    <a:pt x="52" y="339"/>
                    <a:pt x="52" y="339"/>
                  </a:cubicBezTo>
                  <a:cubicBezTo>
                    <a:pt x="50" y="343"/>
                    <a:pt x="50" y="343"/>
                    <a:pt x="50" y="343"/>
                  </a:cubicBezTo>
                  <a:cubicBezTo>
                    <a:pt x="46" y="346"/>
                    <a:pt x="46" y="346"/>
                    <a:pt x="46" y="346"/>
                  </a:cubicBezTo>
                  <a:cubicBezTo>
                    <a:pt x="43" y="346"/>
                    <a:pt x="43" y="346"/>
                    <a:pt x="43" y="346"/>
                  </a:cubicBezTo>
                  <a:cubicBezTo>
                    <a:pt x="37" y="347"/>
                    <a:pt x="37" y="347"/>
                    <a:pt x="37" y="347"/>
                  </a:cubicBezTo>
                  <a:cubicBezTo>
                    <a:pt x="32" y="345"/>
                    <a:pt x="32" y="345"/>
                    <a:pt x="32" y="345"/>
                  </a:cubicBezTo>
                  <a:cubicBezTo>
                    <a:pt x="29" y="345"/>
                    <a:pt x="29" y="345"/>
                    <a:pt x="29" y="345"/>
                  </a:cubicBezTo>
                  <a:cubicBezTo>
                    <a:pt x="25" y="345"/>
                    <a:pt x="25" y="345"/>
                    <a:pt x="25" y="345"/>
                  </a:cubicBezTo>
                  <a:cubicBezTo>
                    <a:pt x="25" y="338"/>
                    <a:pt x="25" y="338"/>
                    <a:pt x="25" y="338"/>
                  </a:cubicBezTo>
                  <a:cubicBezTo>
                    <a:pt x="26" y="335"/>
                    <a:pt x="26" y="335"/>
                    <a:pt x="26" y="335"/>
                  </a:cubicBezTo>
                  <a:cubicBezTo>
                    <a:pt x="25" y="331"/>
                    <a:pt x="25" y="331"/>
                    <a:pt x="25" y="331"/>
                  </a:cubicBezTo>
                  <a:cubicBezTo>
                    <a:pt x="20" y="330"/>
                    <a:pt x="20" y="330"/>
                    <a:pt x="20" y="330"/>
                  </a:cubicBezTo>
                  <a:cubicBezTo>
                    <a:pt x="13" y="329"/>
                    <a:pt x="13" y="329"/>
                    <a:pt x="13" y="329"/>
                  </a:cubicBezTo>
                  <a:cubicBezTo>
                    <a:pt x="8" y="330"/>
                    <a:pt x="8" y="330"/>
                    <a:pt x="8" y="330"/>
                  </a:cubicBezTo>
                  <a:cubicBezTo>
                    <a:pt x="5" y="331"/>
                    <a:pt x="5" y="331"/>
                    <a:pt x="5" y="331"/>
                  </a:cubicBezTo>
                  <a:cubicBezTo>
                    <a:pt x="2" y="330"/>
                    <a:pt x="2" y="330"/>
                    <a:pt x="2" y="330"/>
                  </a:cubicBezTo>
                  <a:cubicBezTo>
                    <a:pt x="2" y="328"/>
                    <a:pt x="2" y="328"/>
                    <a:pt x="2" y="328"/>
                  </a:cubicBezTo>
                  <a:cubicBezTo>
                    <a:pt x="0" y="325"/>
                    <a:pt x="0" y="325"/>
                    <a:pt x="0" y="325"/>
                  </a:cubicBezTo>
                  <a:cubicBezTo>
                    <a:pt x="2" y="323"/>
                    <a:pt x="2" y="323"/>
                    <a:pt x="2" y="323"/>
                  </a:cubicBezTo>
                  <a:cubicBezTo>
                    <a:pt x="6" y="323"/>
                    <a:pt x="6" y="323"/>
                    <a:pt x="6" y="323"/>
                  </a:cubicBezTo>
                  <a:cubicBezTo>
                    <a:pt x="7" y="319"/>
                    <a:pt x="7" y="319"/>
                    <a:pt x="7" y="319"/>
                  </a:cubicBezTo>
                  <a:cubicBezTo>
                    <a:pt x="5" y="315"/>
                    <a:pt x="5" y="315"/>
                    <a:pt x="5" y="315"/>
                  </a:cubicBezTo>
                  <a:cubicBezTo>
                    <a:pt x="6" y="311"/>
                    <a:pt x="6" y="311"/>
                    <a:pt x="6" y="311"/>
                  </a:cubicBezTo>
                  <a:cubicBezTo>
                    <a:pt x="6" y="307"/>
                    <a:pt x="6" y="307"/>
                    <a:pt x="6" y="307"/>
                  </a:cubicBezTo>
                  <a:cubicBezTo>
                    <a:pt x="8" y="305"/>
                    <a:pt x="8" y="305"/>
                    <a:pt x="8" y="305"/>
                  </a:cubicBezTo>
                  <a:cubicBezTo>
                    <a:pt x="8" y="302"/>
                    <a:pt x="8" y="302"/>
                    <a:pt x="8" y="302"/>
                  </a:cubicBezTo>
                  <a:cubicBezTo>
                    <a:pt x="11" y="300"/>
                    <a:pt x="11" y="300"/>
                    <a:pt x="11" y="300"/>
                  </a:cubicBezTo>
                  <a:cubicBezTo>
                    <a:pt x="14" y="301"/>
                    <a:pt x="14" y="301"/>
                    <a:pt x="14" y="301"/>
                  </a:cubicBezTo>
                  <a:cubicBezTo>
                    <a:pt x="17" y="303"/>
                    <a:pt x="17" y="303"/>
                    <a:pt x="17" y="303"/>
                  </a:cubicBezTo>
                  <a:cubicBezTo>
                    <a:pt x="20" y="302"/>
                    <a:pt x="20" y="302"/>
                    <a:pt x="20" y="302"/>
                  </a:cubicBezTo>
                  <a:cubicBezTo>
                    <a:pt x="25" y="299"/>
                    <a:pt x="25" y="299"/>
                    <a:pt x="25" y="299"/>
                  </a:cubicBezTo>
                  <a:cubicBezTo>
                    <a:pt x="29" y="297"/>
                    <a:pt x="29" y="297"/>
                    <a:pt x="29" y="297"/>
                  </a:cubicBezTo>
                  <a:cubicBezTo>
                    <a:pt x="31" y="294"/>
                    <a:pt x="31" y="294"/>
                    <a:pt x="31" y="294"/>
                  </a:cubicBezTo>
                  <a:cubicBezTo>
                    <a:pt x="35" y="290"/>
                    <a:pt x="35" y="290"/>
                    <a:pt x="35" y="290"/>
                  </a:cubicBezTo>
                  <a:cubicBezTo>
                    <a:pt x="37" y="289"/>
                    <a:pt x="37" y="289"/>
                    <a:pt x="37" y="289"/>
                  </a:cubicBezTo>
                  <a:cubicBezTo>
                    <a:pt x="40" y="286"/>
                    <a:pt x="40" y="286"/>
                    <a:pt x="40" y="286"/>
                  </a:cubicBezTo>
                  <a:cubicBezTo>
                    <a:pt x="41" y="281"/>
                    <a:pt x="41" y="281"/>
                    <a:pt x="41" y="281"/>
                  </a:cubicBezTo>
                  <a:cubicBezTo>
                    <a:pt x="40" y="275"/>
                    <a:pt x="40" y="275"/>
                    <a:pt x="40" y="275"/>
                  </a:cubicBezTo>
                  <a:cubicBezTo>
                    <a:pt x="37" y="273"/>
                    <a:pt x="37" y="273"/>
                    <a:pt x="37" y="273"/>
                  </a:cubicBezTo>
                  <a:cubicBezTo>
                    <a:pt x="35" y="270"/>
                    <a:pt x="35" y="270"/>
                    <a:pt x="35" y="270"/>
                  </a:cubicBezTo>
                  <a:cubicBezTo>
                    <a:pt x="38" y="267"/>
                    <a:pt x="38" y="267"/>
                    <a:pt x="38" y="267"/>
                  </a:cubicBezTo>
                  <a:cubicBezTo>
                    <a:pt x="44" y="267"/>
                    <a:pt x="44" y="267"/>
                    <a:pt x="44" y="267"/>
                  </a:cubicBezTo>
                  <a:cubicBezTo>
                    <a:pt x="49" y="269"/>
                    <a:pt x="49" y="269"/>
                    <a:pt x="49" y="269"/>
                  </a:cubicBezTo>
                  <a:cubicBezTo>
                    <a:pt x="54" y="269"/>
                    <a:pt x="54" y="269"/>
                    <a:pt x="54" y="269"/>
                  </a:cubicBezTo>
                  <a:cubicBezTo>
                    <a:pt x="57" y="267"/>
                    <a:pt x="57" y="267"/>
                    <a:pt x="57" y="267"/>
                  </a:cubicBezTo>
                  <a:cubicBezTo>
                    <a:pt x="56" y="261"/>
                    <a:pt x="56" y="261"/>
                    <a:pt x="56" y="261"/>
                  </a:cubicBezTo>
                  <a:cubicBezTo>
                    <a:pt x="55" y="258"/>
                    <a:pt x="55" y="258"/>
                    <a:pt x="55" y="258"/>
                  </a:cubicBezTo>
                  <a:cubicBezTo>
                    <a:pt x="56" y="253"/>
                    <a:pt x="56" y="253"/>
                    <a:pt x="56" y="253"/>
                  </a:cubicBezTo>
                  <a:cubicBezTo>
                    <a:pt x="59" y="252"/>
                    <a:pt x="59" y="252"/>
                    <a:pt x="59" y="252"/>
                  </a:cubicBezTo>
                  <a:cubicBezTo>
                    <a:pt x="61" y="248"/>
                    <a:pt x="61" y="248"/>
                    <a:pt x="61" y="248"/>
                  </a:cubicBezTo>
                  <a:cubicBezTo>
                    <a:pt x="61" y="243"/>
                    <a:pt x="61" y="243"/>
                    <a:pt x="61" y="243"/>
                  </a:cubicBezTo>
                  <a:cubicBezTo>
                    <a:pt x="59" y="238"/>
                    <a:pt x="59" y="238"/>
                    <a:pt x="59" y="238"/>
                  </a:cubicBezTo>
                  <a:cubicBezTo>
                    <a:pt x="60" y="235"/>
                    <a:pt x="60" y="235"/>
                    <a:pt x="60" y="235"/>
                  </a:cubicBezTo>
                  <a:cubicBezTo>
                    <a:pt x="57" y="232"/>
                    <a:pt x="57" y="232"/>
                    <a:pt x="57" y="232"/>
                  </a:cubicBezTo>
                  <a:cubicBezTo>
                    <a:pt x="52" y="231"/>
                    <a:pt x="52" y="231"/>
                    <a:pt x="52" y="231"/>
                  </a:cubicBezTo>
                  <a:cubicBezTo>
                    <a:pt x="49" y="232"/>
                    <a:pt x="49" y="232"/>
                    <a:pt x="49" y="232"/>
                  </a:cubicBezTo>
                  <a:cubicBezTo>
                    <a:pt x="44" y="232"/>
                    <a:pt x="44" y="232"/>
                    <a:pt x="44" y="232"/>
                  </a:cubicBezTo>
                  <a:cubicBezTo>
                    <a:pt x="41" y="229"/>
                    <a:pt x="41" y="229"/>
                    <a:pt x="41" y="229"/>
                  </a:cubicBezTo>
                  <a:cubicBezTo>
                    <a:pt x="41" y="226"/>
                    <a:pt x="41" y="226"/>
                    <a:pt x="41" y="226"/>
                  </a:cubicBezTo>
                  <a:cubicBezTo>
                    <a:pt x="38" y="221"/>
                    <a:pt x="38" y="221"/>
                    <a:pt x="38" y="221"/>
                  </a:cubicBezTo>
                  <a:cubicBezTo>
                    <a:pt x="35" y="220"/>
                    <a:pt x="35" y="220"/>
                    <a:pt x="35" y="220"/>
                  </a:cubicBezTo>
                  <a:cubicBezTo>
                    <a:pt x="33" y="221"/>
                    <a:pt x="33" y="221"/>
                    <a:pt x="33" y="221"/>
                  </a:cubicBezTo>
                  <a:cubicBezTo>
                    <a:pt x="30" y="220"/>
                    <a:pt x="30" y="220"/>
                    <a:pt x="30" y="220"/>
                  </a:cubicBezTo>
                  <a:cubicBezTo>
                    <a:pt x="28" y="216"/>
                    <a:pt x="28" y="216"/>
                    <a:pt x="28" y="216"/>
                  </a:cubicBezTo>
                  <a:cubicBezTo>
                    <a:pt x="29" y="209"/>
                    <a:pt x="29" y="209"/>
                    <a:pt x="29" y="209"/>
                  </a:cubicBezTo>
                  <a:cubicBezTo>
                    <a:pt x="32" y="208"/>
                    <a:pt x="32" y="208"/>
                    <a:pt x="32" y="208"/>
                  </a:cubicBezTo>
                  <a:cubicBezTo>
                    <a:pt x="34" y="204"/>
                    <a:pt x="34" y="204"/>
                    <a:pt x="34" y="204"/>
                  </a:cubicBezTo>
                  <a:cubicBezTo>
                    <a:pt x="31" y="199"/>
                    <a:pt x="31" y="199"/>
                    <a:pt x="31" y="199"/>
                  </a:cubicBezTo>
                  <a:cubicBezTo>
                    <a:pt x="29" y="196"/>
                    <a:pt x="29" y="196"/>
                    <a:pt x="29" y="196"/>
                  </a:cubicBezTo>
                  <a:cubicBezTo>
                    <a:pt x="27" y="193"/>
                    <a:pt x="27" y="193"/>
                    <a:pt x="27" y="193"/>
                  </a:cubicBezTo>
                  <a:cubicBezTo>
                    <a:pt x="25" y="191"/>
                    <a:pt x="25" y="191"/>
                    <a:pt x="25" y="191"/>
                  </a:cubicBezTo>
                  <a:cubicBezTo>
                    <a:pt x="24" y="188"/>
                    <a:pt x="24" y="188"/>
                    <a:pt x="24" y="188"/>
                  </a:cubicBezTo>
                  <a:cubicBezTo>
                    <a:pt x="25" y="187"/>
                    <a:pt x="25" y="187"/>
                    <a:pt x="25" y="187"/>
                  </a:cubicBezTo>
                  <a:cubicBezTo>
                    <a:pt x="26" y="186"/>
                    <a:pt x="28" y="183"/>
                    <a:pt x="29" y="182"/>
                  </a:cubicBezTo>
                  <a:cubicBezTo>
                    <a:pt x="30" y="181"/>
                    <a:pt x="32" y="180"/>
                    <a:pt x="33" y="179"/>
                  </a:cubicBezTo>
                  <a:cubicBezTo>
                    <a:pt x="34" y="178"/>
                    <a:pt x="36" y="177"/>
                    <a:pt x="37" y="176"/>
                  </a:cubicBezTo>
                  <a:cubicBezTo>
                    <a:pt x="38" y="176"/>
                    <a:pt x="39" y="176"/>
                    <a:pt x="40" y="176"/>
                  </a:cubicBezTo>
                  <a:cubicBezTo>
                    <a:pt x="42" y="176"/>
                    <a:pt x="45" y="176"/>
                    <a:pt x="46" y="175"/>
                  </a:cubicBezTo>
                  <a:cubicBezTo>
                    <a:pt x="47" y="175"/>
                    <a:pt x="50" y="175"/>
                    <a:pt x="51" y="175"/>
                  </a:cubicBezTo>
                  <a:cubicBezTo>
                    <a:pt x="52" y="175"/>
                    <a:pt x="54" y="175"/>
                    <a:pt x="55" y="175"/>
                  </a:cubicBezTo>
                  <a:cubicBezTo>
                    <a:pt x="57" y="175"/>
                    <a:pt x="59" y="176"/>
                    <a:pt x="61" y="176"/>
                  </a:cubicBezTo>
                  <a:cubicBezTo>
                    <a:pt x="62" y="175"/>
                    <a:pt x="63" y="174"/>
                    <a:pt x="64" y="173"/>
                  </a:cubicBezTo>
                  <a:cubicBezTo>
                    <a:pt x="64" y="172"/>
                    <a:pt x="66" y="171"/>
                    <a:pt x="66" y="170"/>
                  </a:cubicBezTo>
                  <a:cubicBezTo>
                    <a:pt x="66" y="169"/>
                    <a:pt x="65" y="168"/>
                    <a:pt x="64" y="167"/>
                  </a:cubicBezTo>
                  <a:cubicBezTo>
                    <a:pt x="63" y="167"/>
                    <a:pt x="60" y="167"/>
                    <a:pt x="58" y="167"/>
                  </a:cubicBezTo>
                  <a:cubicBezTo>
                    <a:pt x="57" y="167"/>
                    <a:pt x="55" y="167"/>
                    <a:pt x="54" y="167"/>
                  </a:cubicBezTo>
                  <a:cubicBezTo>
                    <a:pt x="53" y="167"/>
                    <a:pt x="50" y="166"/>
                    <a:pt x="49" y="166"/>
                  </a:cubicBezTo>
                  <a:cubicBezTo>
                    <a:pt x="48" y="165"/>
                    <a:pt x="46" y="164"/>
                    <a:pt x="46" y="163"/>
                  </a:cubicBezTo>
                  <a:cubicBezTo>
                    <a:pt x="46" y="162"/>
                    <a:pt x="47" y="161"/>
                    <a:pt x="47" y="160"/>
                  </a:cubicBezTo>
                  <a:cubicBezTo>
                    <a:pt x="48" y="159"/>
                    <a:pt x="49" y="157"/>
                    <a:pt x="50" y="157"/>
                  </a:cubicBezTo>
                  <a:cubicBezTo>
                    <a:pt x="50" y="156"/>
                    <a:pt x="52" y="154"/>
                    <a:pt x="52" y="154"/>
                  </a:cubicBezTo>
                  <a:cubicBezTo>
                    <a:pt x="53" y="153"/>
                    <a:pt x="55" y="153"/>
                    <a:pt x="56" y="153"/>
                  </a:cubicBezTo>
                  <a:cubicBezTo>
                    <a:pt x="57" y="152"/>
                    <a:pt x="60" y="152"/>
                    <a:pt x="61" y="152"/>
                  </a:cubicBezTo>
                  <a:cubicBezTo>
                    <a:pt x="62" y="151"/>
                    <a:pt x="64" y="149"/>
                    <a:pt x="65" y="149"/>
                  </a:cubicBezTo>
                  <a:cubicBezTo>
                    <a:pt x="66" y="148"/>
                    <a:pt x="69" y="147"/>
                    <a:pt x="70" y="146"/>
                  </a:cubicBezTo>
                  <a:cubicBezTo>
                    <a:pt x="71" y="145"/>
                    <a:pt x="73" y="144"/>
                    <a:pt x="74" y="143"/>
                  </a:cubicBezTo>
                  <a:cubicBezTo>
                    <a:pt x="76" y="143"/>
                    <a:pt x="81" y="144"/>
                    <a:pt x="83" y="144"/>
                  </a:cubicBezTo>
                  <a:cubicBezTo>
                    <a:pt x="85" y="144"/>
                    <a:pt x="88" y="144"/>
                    <a:pt x="90" y="143"/>
                  </a:cubicBezTo>
                  <a:cubicBezTo>
                    <a:pt x="91" y="143"/>
                    <a:pt x="93" y="142"/>
                    <a:pt x="94" y="142"/>
                  </a:cubicBezTo>
                  <a:cubicBezTo>
                    <a:pt x="95" y="141"/>
                    <a:pt x="98" y="141"/>
                    <a:pt x="99" y="141"/>
                  </a:cubicBezTo>
                  <a:cubicBezTo>
                    <a:pt x="100" y="142"/>
                    <a:pt x="102" y="144"/>
                    <a:pt x="103" y="145"/>
                  </a:cubicBezTo>
                  <a:cubicBezTo>
                    <a:pt x="103" y="145"/>
                    <a:pt x="104" y="147"/>
                    <a:pt x="105" y="147"/>
                  </a:cubicBezTo>
                  <a:cubicBezTo>
                    <a:pt x="106" y="148"/>
                    <a:pt x="108" y="148"/>
                    <a:pt x="108" y="148"/>
                  </a:cubicBezTo>
                  <a:cubicBezTo>
                    <a:pt x="109" y="149"/>
                    <a:pt x="111" y="149"/>
                    <a:pt x="112" y="149"/>
                  </a:cubicBezTo>
                  <a:cubicBezTo>
                    <a:pt x="113" y="149"/>
                    <a:pt x="114" y="150"/>
                    <a:pt x="115" y="151"/>
                  </a:cubicBezTo>
                  <a:cubicBezTo>
                    <a:pt x="115" y="151"/>
                    <a:pt x="115" y="152"/>
                    <a:pt x="115" y="153"/>
                  </a:cubicBezTo>
                  <a:cubicBezTo>
                    <a:pt x="115" y="154"/>
                    <a:pt x="113" y="155"/>
                    <a:pt x="113" y="156"/>
                  </a:cubicBezTo>
                  <a:cubicBezTo>
                    <a:pt x="112" y="157"/>
                    <a:pt x="111" y="159"/>
                    <a:pt x="111" y="160"/>
                  </a:cubicBezTo>
                  <a:cubicBezTo>
                    <a:pt x="111" y="161"/>
                    <a:pt x="112" y="163"/>
                    <a:pt x="112" y="164"/>
                  </a:cubicBezTo>
                  <a:cubicBezTo>
                    <a:pt x="113" y="165"/>
                    <a:pt x="115" y="166"/>
                    <a:pt x="117" y="166"/>
                  </a:cubicBezTo>
                  <a:cubicBezTo>
                    <a:pt x="118" y="166"/>
                    <a:pt x="119" y="165"/>
                    <a:pt x="120" y="164"/>
                  </a:cubicBezTo>
                  <a:cubicBezTo>
                    <a:pt x="121" y="163"/>
                    <a:pt x="122" y="162"/>
                    <a:pt x="122" y="161"/>
                  </a:cubicBezTo>
                  <a:cubicBezTo>
                    <a:pt x="123" y="160"/>
                    <a:pt x="123" y="158"/>
                    <a:pt x="123" y="158"/>
                  </a:cubicBezTo>
                  <a:cubicBezTo>
                    <a:pt x="124" y="157"/>
                    <a:pt x="126" y="157"/>
                    <a:pt x="127" y="157"/>
                  </a:cubicBezTo>
                  <a:cubicBezTo>
                    <a:pt x="128" y="158"/>
                    <a:pt x="129" y="160"/>
                    <a:pt x="129" y="161"/>
                  </a:cubicBezTo>
                  <a:cubicBezTo>
                    <a:pt x="130" y="162"/>
                    <a:pt x="132" y="163"/>
                    <a:pt x="133" y="163"/>
                  </a:cubicBezTo>
                  <a:cubicBezTo>
                    <a:pt x="134" y="163"/>
                    <a:pt x="137" y="163"/>
                    <a:pt x="138" y="163"/>
                  </a:cubicBezTo>
                  <a:cubicBezTo>
                    <a:pt x="138" y="164"/>
                    <a:pt x="140" y="165"/>
                    <a:pt x="141" y="166"/>
                  </a:cubicBezTo>
                  <a:cubicBezTo>
                    <a:pt x="142" y="167"/>
                    <a:pt x="144" y="169"/>
                    <a:pt x="146" y="170"/>
                  </a:cubicBezTo>
                  <a:cubicBezTo>
                    <a:pt x="146" y="170"/>
                    <a:pt x="148" y="171"/>
                    <a:pt x="149" y="171"/>
                  </a:cubicBezTo>
                  <a:cubicBezTo>
                    <a:pt x="150" y="171"/>
                    <a:pt x="151" y="169"/>
                    <a:pt x="151" y="169"/>
                  </a:cubicBezTo>
                  <a:cubicBezTo>
                    <a:pt x="151" y="168"/>
                    <a:pt x="151" y="165"/>
                    <a:pt x="151" y="164"/>
                  </a:cubicBezTo>
                  <a:cubicBezTo>
                    <a:pt x="151" y="163"/>
                    <a:pt x="153" y="162"/>
                    <a:pt x="153" y="161"/>
                  </a:cubicBezTo>
                  <a:cubicBezTo>
                    <a:pt x="154" y="160"/>
                    <a:pt x="153" y="157"/>
                    <a:pt x="153" y="156"/>
                  </a:cubicBezTo>
                  <a:cubicBezTo>
                    <a:pt x="153" y="155"/>
                    <a:pt x="153" y="152"/>
                    <a:pt x="153" y="151"/>
                  </a:cubicBezTo>
                  <a:cubicBezTo>
                    <a:pt x="153" y="150"/>
                    <a:pt x="154" y="148"/>
                    <a:pt x="155" y="148"/>
                  </a:cubicBezTo>
                  <a:cubicBezTo>
                    <a:pt x="155" y="147"/>
                    <a:pt x="156" y="146"/>
                    <a:pt x="156" y="146"/>
                  </a:cubicBezTo>
                  <a:cubicBezTo>
                    <a:pt x="157" y="145"/>
                    <a:pt x="158" y="144"/>
                    <a:pt x="158" y="143"/>
                  </a:cubicBezTo>
                  <a:cubicBezTo>
                    <a:pt x="158" y="143"/>
                    <a:pt x="159" y="142"/>
                    <a:pt x="159" y="142"/>
                  </a:cubicBezTo>
                  <a:cubicBezTo>
                    <a:pt x="159" y="141"/>
                    <a:pt x="157" y="140"/>
                    <a:pt x="157" y="139"/>
                  </a:cubicBezTo>
                  <a:cubicBezTo>
                    <a:pt x="157" y="138"/>
                    <a:pt x="158" y="137"/>
                    <a:pt x="158" y="137"/>
                  </a:cubicBezTo>
                  <a:cubicBezTo>
                    <a:pt x="159" y="137"/>
                    <a:pt x="160" y="136"/>
                    <a:pt x="161" y="136"/>
                  </a:cubicBezTo>
                  <a:cubicBezTo>
                    <a:pt x="162" y="136"/>
                    <a:pt x="164" y="136"/>
                    <a:pt x="165" y="136"/>
                  </a:cubicBezTo>
                  <a:cubicBezTo>
                    <a:pt x="165" y="135"/>
                    <a:pt x="166" y="135"/>
                    <a:pt x="167" y="134"/>
                  </a:cubicBezTo>
                  <a:cubicBezTo>
                    <a:pt x="167" y="134"/>
                    <a:pt x="167" y="132"/>
                    <a:pt x="167" y="131"/>
                  </a:cubicBezTo>
                  <a:cubicBezTo>
                    <a:pt x="168" y="130"/>
                    <a:pt x="167" y="129"/>
                    <a:pt x="168" y="128"/>
                  </a:cubicBezTo>
                  <a:cubicBezTo>
                    <a:pt x="168" y="127"/>
                    <a:pt x="170" y="126"/>
                    <a:pt x="171" y="126"/>
                  </a:cubicBezTo>
                  <a:cubicBezTo>
                    <a:pt x="171" y="125"/>
                    <a:pt x="173" y="125"/>
                    <a:pt x="173" y="124"/>
                  </a:cubicBezTo>
                  <a:cubicBezTo>
                    <a:pt x="174" y="123"/>
                    <a:pt x="174" y="122"/>
                    <a:pt x="174" y="121"/>
                  </a:cubicBezTo>
                  <a:cubicBezTo>
                    <a:pt x="174" y="120"/>
                    <a:pt x="174" y="119"/>
                    <a:pt x="173" y="119"/>
                  </a:cubicBezTo>
                  <a:cubicBezTo>
                    <a:pt x="173" y="118"/>
                    <a:pt x="172" y="118"/>
                    <a:pt x="171" y="118"/>
                  </a:cubicBezTo>
                  <a:cubicBezTo>
                    <a:pt x="171" y="119"/>
                    <a:pt x="169" y="120"/>
                    <a:pt x="169" y="120"/>
                  </a:cubicBezTo>
                  <a:cubicBezTo>
                    <a:pt x="168" y="121"/>
                    <a:pt x="167" y="123"/>
                    <a:pt x="166" y="124"/>
                  </a:cubicBezTo>
                  <a:cubicBezTo>
                    <a:pt x="165" y="125"/>
                    <a:pt x="163" y="127"/>
                    <a:pt x="162" y="128"/>
                  </a:cubicBezTo>
                  <a:cubicBezTo>
                    <a:pt x="161" y="129"/>
                    <a:pt x="161" y="131"/>
                    <a:pt x="160" y="132"/>
                  </a:cubicBezTo>
                  <a:cubicBezTo>
                    <a:pt x="159" y="133"/>
                    <a:pt x="158" y="134"/>
                    <a:pt x="157" y="134"/>
                  </a:cubicBezTo>
                  <a:cubicBezTo>
                    <a:pt x="156" y="134"/>
                    <a:pt x="155" y="133"/>
                    <a:pt x="155" y="132"/>
                  </a:cubicBezTo>
                  <a:cubicBezTo>
                    <a:pt x="154" y="131"/>
                    <a:pt x="154" y="130"/>
                    <a:pt x="154" y="129"/>
                  </a:cubicBezTo>
                  <a:cubicBezTo>
                    <a:pt x="154" y="129"/>
                    <a:pt x="155" y="127"/>
                    <a:pt x="155" y="126"/>
                  </a:cubicBezTo>
                  <a:cubicBezTo>
                    <a:pt x="156" y="126"/>
                    <a:pt x="158" y="124"/>
                    <a:pt x="158" y="124"/>
                  </a:cubicBezTo>
                  <a:cubicBezTo>
                    <a:pt x="159" y="123"/>
                    <a:pt x="160" y="121"/>
                    <a:pt x="161" y="120"/>
                  </a:cubicBezTo>
                  <a:cubicBezTo>
                    <a:pt x="163" y="119"/>
                    <a:pt x="166" y="117"/>
                    <a:pt x="168" y="116"/>
                  </a:cubicBezTo>
                  <a:cubicBezTo>
                    <a:pt x="170" y="115"/>
                    <a:pt x="174" y="112"/>
                    <a:pt x="176" y="111"/>
                  </a:cubicBezTo>
                  <a:cubicBezTo>
                    <a:pt x="178" y="109"/>
                    <a:pt x="181" y="106"/>
                    <a:pt x="182" y="104"/>
                  </a:cubicBezTo>
                  <a:cubicBezTo>
                    <a:pt x="184" y="103"/>
                    <a:pt x="186" y="100"/>
                    <a:pt x="187" y="99"/>
                  </a:cubicBezTo>
                  <a:cubicBezTo>
                    <a:pt x="188" y="98"/>
                    <a:pt x="191" y="98"/>
                    <a:pt x="193" y="98"/>
                  </a:cubicBezTo>
                  <a:cubicBezTo>
                    <a:pt x="195" y="98"/>
                    <a:pt x="201" y="99"/>
                    <a:pt x="203" y="100"/>
                  </a:cubicBezTo>
                  <a:cubicBezTo>
                    <a:pt x="205" y="100"/>
                    <a:pt x="209" y="103"/>
                    <a:pt x="212" y="103"/>
                  </a:cubicBezTo>
                  <a:cubicBezTo>
                    <a:pt x="214" y="103"/>
                    <a:pt x="217" y="102"/>
                    <a:pt x="219" y="101"/>
                  </a:cubicBezTo>
                  <a:cubicBezTo>
                    <a:pt x="221" y="101"/>
                    <a:pt x="225" y="98"/>
                    <a:pt x="228" y="97"/>
                  </a:cubicBezTo>
                  <a:cubicBezTo>
                    <a:pt x="231" y="96"/>
                    <a:pt x="237" y="93"/>
                    <a:pt x="240" y="92"/>
                  </a:cubicBezTo>
                  <a:cubicBezTo>
                    <a:pt x="243" y="92"/>
                    <a:pt x="248" y="93"/>
                    <a:pt x="251" y="93"/>
                  </a:cubicBezTo>
                  <a:cubicBezTo>
                    <a:pt x="253" y="92"/>
                    <a:pt x="257" y="91"/>
                    <a:pt x="258" y="90"/>
                  </a:cubicBezTo>
                  <a:cubicBezTo>
                    <a:pt x="260" y="88"/>
                    <a:pt x="262" y="85"/>
                    <a:pt x="263" y="83"/>
                  </a:cubicBezTo>
                  <a:cubicBezTo>
                    <a:pt x="265" y="81"/>
                    <a:pt x="268" y="78"/>
                    <a:pt x="270" y="76"/>
                  </a:cubicBezTo>
                  <a:cubicBezTo>
                    <a:pt x="271" y="75"/>
                    <a:pt x="275" y="72"/>
                    <a:pt x="277" y="71"/>
                  </a:cubicBezTo>
                  <a:cubicBezTo>
                    <a:pt x="281" y="68"/>
                    <a:pt x="288" y="65"/>
                    <a:pt x="291" y="62"/>
                  </a:cubicBezTo>
                  <a:cubicBezTo>
                    <a:pt x="293" y="60"/>
                    <a:pt x="295" y="55"/>
                    <a:pt x="296" y="53"/>
                  </a:cubicBezTo>
                  <a:cubicBezTo>
                    <a:pt x="297" y="50"/>
                    <a:pt x="300" y="45"/>
                    <a:pt x="301" y="42"/>
                  </a:cubicBezTo>
                  <a:cubicBezTo>
                    <a:pt x="303" y="40"/>
                    <a:pt x="305" y="36"/>
                    <a:pt x="306" y="35"/>
                  </a:cubicBezTo>
                  <a:cubicBezTo>
                    <a:pt x="308" y="33"/>
                    <a:pt x="311" y="30"/>
                    <a:pt x="313" y="29"/>
                  </a:cubicBezTo>
                  <a:cubicBezTo>
                    <a:pt x="314" y="28"/>
                    <a:pt x="317" y="25"/>
                    <a:pt x="318" y="24"/>
                  </a:cubicBezTo>
                  <a:cubicBezTo>
                    <a:pt x="319" y="22"/>
                    <a:pt x="320" y="18"/>
                    <a:pt x="320" y="16"/>
                  </a:cubicBezTo>
                  <a:cubicBezTo>
                    <a:pt x="320" y="14"/>
                    <a:pt x="319" y="10"/>
                    <a:pt x="320" y="8"/>
                  </a:cubicBezTo>
                  <a:cubicBezTo>
                    <a:pt x="320" y="7"/>
                    <a:pt x="322" y="5"/>
                    <a:pt x="323" y="4"/>
                  </a:cubicBezTo>
                  <a:cubicBezTo>
                    <a:pt x="324" y="3"/>
                    <a:pt x="326" y="1"/>
                    <a:pt x="328" y="1"/>
                  </a:cubicBezTo>
                  <a:cubicBezTo>
                    <a:pt x="328" y="1"/>
                    <a:pt x="330" y="0"/>
                    <a:pt x="330" y="1"/>
                  </a:cubicBezTo>
                  <a:cubicBezTo>
                    <a:pt x="331" y="1"/>
                    <a:pt x="331" y="3"/>
                    <a:pt x="330" y="3"/>
                  </a:cubicBezTo>
                  <a:cubicBezTo>
                    <a:pt x="330" y="4"/>
                    <a:pt x="329" y="4"/>
                    <a:pt x="328" y="4"/>
                  </a:cubicBezTo>
                  <a:cubicBezTo>
                    <a:pt x="328" y="5"/>
                    <a:pt x="328" y="6"/>
                    <a:pt x="328" y="7"/>
                  </a:cubicBezTo>
                  <a:cubicBezTo>
                    <a:pt x="329" y="8"/>
                    <a:pt x="331" y="8"/>
                    <a:pt x="332" y="8"/>
                  </a:cubicBezTo>
                  <a:cubicBezTo>
                    <a:pt x="334" y="9"/>
                    <a:pt x="338" y="10"/>
                    <a:pt x="340" y="11"/>
                  </a:cubicBezTo>
                  <a:cubicBezTo>
                    <a:pt x="342" y="11"/>
                    <a:pt x="347" y="11"/>
                    <a:pt x="349" y="11"/>
                  </a:cubicBezTo>
                  <a:cubicBezTo>
                    <a:pt x="352" y="11"/>
                    <a:pt x="356" y="10"/>
                    <a:pt x="359" y="10"/>
                  </a:cubicBezTo>
                  <a:cubicBezTo>
                    <a:pt x="362" y="10"/>
                    <a:pt x="368" y="9"/>
                    <a:pt x="371" y="9"/>
                  </a:cubicBezTo>
                  <a:cubicBezTo>
                    <a:pt x="373" y="9"/>
                    <a:pt x="379" y="10"/>
                    <a:pt x="381" y="10"/>
                  </a:cubicBezTo>
                  <a:cubicBezTo>
                    <a:pt x="384" y="10"/>
                    <a:pt x="390" y="11"/>
                    <a:pt x="393" y="11"/>
                  </a:cubicBezTo>
                  <a:cubicBezTo>
                    <a:pt x="394" y="10"/>
                    <a:pt x="398" y="9"/>
                    <a:pt x="399" y="10"/>
                  </a:cubicBezTo>
                  <a:cubicBezTo>
                    <a:pt x="400" y="10"/>
                    <a:pt x="401" y="11"/>
                    <a:pt x="401" y="11"/>
                  </a:cubicBezTo>
                  <a:cubicBezTo>
                    <a:pt x="401" y="12"/>
                    <a:pt x="400" y="13"/>
                    <a:pt x="400" y="14"/>
                  </a:cubicBezTo>
                  <a:cubicBezTo>
                    <a:pt x="399" y="14"/>
                    <a:pt x="397" y="14"/>
                    <a:pt x="396" y="14"/>
                  </a:cubicBezTo>
                  <a:cubicBezTo>
                    <a:pt x="395" y="15"/>
                    <a:pt x="394" y="17"/>
                    <a:pt x="393" y="18"/>
                  </a:cubicBezTo>
                  <a:cubicBezTo>
                    <a:pt x="392" y="18"/>
                    <a:pt x="390" y="20"/>
                    <a:pt x="389" y="21"/>
                  </a:cubicBezTo>
                  <a:cubicBezTo>
                    <a:pt x="388" y="21"/>
                    <a:pt x="387" y="21"/>
                    <a:pt x="387" y="20"/>
                  </a:cubicBezTo>
                  <a:cubicBezTo>
                    <a:pt x="386" y="20"/>
                    <a:pt x="385" y="18"/>
                    <a:pt x="385" y="18"/>
                  </a:cubicBezTo>
                  <a:cubicBezTo>
                    <a:pt x="384" y="18"/>
                    <a:pt x="382" y="18"/>
                    <a:pt x="382" y="18"/>
                  </a:cubicBezTo>
                  <a:cubicBezTo>
                    <a:pt x="381" y="18"/>
                    <a:pt x="380" y="20"/>
                    <a:pt x="380" y="20"/>
                  </a:cubicBezTo>
                  <a:cubicBezTo>
                    <a:pt x="379" y="21"/>
                    <a:pt x="377" y="22"/>
                    <a:pt x="376" y="22"/>
                  </a:cubicBezTo>
                  <a:cubicBezTo>
                    <a:pt x="375" y="21"/>
                    <a:pt x="374" y="20"/>
                    <a:pt x="373" y="20"/>
                  </a:cubicBezTo>
                  <a:cubicBezTo>
                    <a:pt x="372" y="19"/>
                    <a:pt x="369" y="20"/>
                    <a:pt x="368" y="20"/>
                  </a:cubicBezTo>
                  <a:cubicBezTo>
                    <a:pt x="367" y="21"/>
                    <a:pt x="365" y="21"/>
                    <a:pt x="363" y="22"/>
                  </a:cubicBezTo>
                  <a:cubicBezTo>
                    <a:pt x="363" y="22"/>
                    <a:pt x="361" y="22"/>
                    <a:pt x="361" y="22"/>
                  </a:cubicBezTo>
                  <a:cubicBezTo>
                    <a:pt x="360" y="22"/>
                    <a:pt x="359" y="21"/>
                    <a:pt x="359" y="21"/>
                  </a:cubicBezTo>
                  <a:cubicBezTo>
                    <a:pt x="358" y="20"/>
                    <a:pt x="357" y="20"/>
                    <a:pt x="357" y="20"/>
                  </a:cubicBezTo>
                  <a:cubicBezTo>
                    <a:pt x="356" y="21"/>
                    <a:pt x="356" y="21"/>
                    <a:pt x="356" y="22"/>
                  </a:cubicBezTo>
                  <a:cubicBezTo>
                    <a:pt x="356" y="22"/>
                    <a:pt x="357" y="23"/>
                    <a:pt x="357" y="24"/>
                  </a:cubicBezTo>
                  <a:cubicBezTo>
                    <a:pt x="357" y="24"/>
                    <a:pt x="357" y="25"/>
                    <a:pt x="356" y="25"/>
                  </a:cubicBezTo>
                  <a:cubicBezTo>
                    <a:pt x="355" y="26"/>
                    <a:pt x="354" y="25"/>
                    <a:pt x="353" y="25"/>
                  </a:cubicBezTo>
                  <a:cubicBezTo>
                    <a:pt x="352" y="25"/>
                    <a:pt x="352" y="24"/>
                    <a:pt x="351" y="24"/>
                  </a:cubicBezTo>
                  <a:cubicBezTo>
                    <a:pt x="351" y="24"/>
                    <a:pt x="351" y="23"/>
                    <a:pt x="350" y="22"/>
                  </a:cubicBezTo>
                  <a:cubicBezTo>
                    <a:pt x="350" y="22"/>
                    <a:pt x="351" y="21"/>
                    <a:pt x="350" y="20"/>
                  </a:cubicBezTo>
                  <a:cubicBezTo>
                    <a:pt x="350" y="20"/>
                    <a:pt x="350" y="18"/>
                    <a:pt x="349" y="18"/>
                  </a:cubicBezTo>
                  <a:cubicBezTo>
                    <a:pt x="348" y="18"/>
                    <a:pt x="346" y="19"/>
                    <a:pt x="346" y="19"/>
                  </a:cubicBezTo>
                  <a:cubicBezTo>
                    <a:pt x="345" y="20"/>
                    <a:pt x="343" y="21"/>
                    <a:pt x="342" y="22"/>
                  </a:cubicBezTo>
                  <a:cubicBezTo>
                    <a:pt x="341" y="22"/>
                    <a:pt x="340" y="23"/>
                    <a:pt x="340" y="24"/>
                  </a:cubicBezTo>
                  <a:cubicBezTo>
                    <a:pt x="339" y="25"/>
                    <a:pt x="339" y="26"/>
                    <a:pt x="340" y="27"/>
                  </a:cubicBezTo>
                  <a:cubicBezTo>
                    <a:pt x="340" y="28"/>
                    <a:pt x="341" y="29"/>
                    <a:pt x="341" y="30"/>
                  </a:cubicBezTo>
                  <a:cubicBezTo>
                    <a:pt x="341" y="30"/>
                    <a:pt x="340" y="30"/>
                    <a:pt x="339" y="31"/>
                  </a:cubicBezTo>
                  <a:cubicBezTo>
                    <a:pt x="338" y="31"/>
                    <a:pt x="335" y="30"/>
                    <a:pt x="333" y="30"/>
                  </a:cubicBezTo>
                  <a:cubicBezTo>
                    <a:pt x="332" y="30"/>
                    <a:pt x="331" y="31"/>
                    <a:pt x="330" y="32"/>
                  </a:cubicBezTo>
                  <a:cubicBezTo>
                    <a:pt x="330" y="32"/>
                    <a:pt x="329" y="33"/>
                    <a:pt x="328" y="34"/>
                  </a:cubicBezTo>
                  <a:cubicBezTo>
                    <a:pt x="328" y="34"/>
                    <a:pt x="326" y="34"/>
                    <a:pt x="325" y="34"/>
                  </a:cubicBezTo>
                  <a:cubicBezTo>
                    <a:pt x="325" y="33"/>
                    <a:pt x="324" y="32"/>
                    <a:pt x="323" y="32"/>
                  </a:cubicBezTo>
                  <a:cubicBezTo>
                    <a:pt x="322" y="31"/>
                    <a:pt x="321" y="31"/>
                    <a:pt x="320" y="31"/>
                  </a:cubicBezTo>
                  <a:cubicBezTo>
                    <a:pt x="319" y="31"/>
                    <a:pt x="317" y="32"/>
                    <a:pt x="316" y="32"/>
                  </a:cubicBezTo>
                  <a:cubicBezTo>
                    <a:pt x="315" y="32"/>
                    <a:pt x="314" y="33"/>
                    <a:pt x="313" y="34"/>
                  </a:cubicBezTo>
                  <a:cubicBezTo>
                    <a:pt x="312" y="34"/>
                    <a:pt x="311" y="36"/>
                    <a:pt x="311" y="37"/>
                  </a:cubicBezTo>
                  <a:cubicBezTo>
                    <a:pt x="311" y="39"/>
                    <a:pt x="313" y="40"/>
                    <a:pt x="314" y="41"/>
                  </a:cubicBezTo>
                  <a:cubicBezTo>
                    <a:pt x="314" y="42"/>
                    <a:pt x="315" y="44"/>
                    <a:pt x="315" y="45"/>
                  </a:cubicBezTo>
                  <a:cubicBezTo>
                    <a:pt x="315" y="45"/>
                    <a:pt x="314" y="47"/>
                    <a:pt x="313" y="47"/>
                  </a:cubicBezTo>
                  <a:cubicBezTo>
                    <a:pt x="313" y="47"/>
                    <a:pt x="312" y="47"/>
                    <a:pt x="311" y="47"/>
                  </a:cubicBezTo>
                  <a:cubicBezTo>
                    <a:pt x="311" y="46"/>
                    <a:pt x="311" y="45"/>
                    <a:pt x="310" y="45"/>
                  </a:cubicBezTo>
                  <a:cubicBezTo>
                    <a:pt x="310" y="45"/>
                    <a:pt x="309" y="45"/>
                    <a:pt x="309" y="45"/>
                  </a:cubicBezTo>
                  <a:cubicBezTo>
                    <a:pt x="309" y="45"/>
                    <a:pt x="308" y="47"/>
                    <a:pt x="308" y="47"/>
                  </a:cubicBezTo>
                  <a:cubicBezTo>
                    <a:pt x="308" y="48"/>
                    <a:pt x="309" y="50"/>
                    <a:pt x="309" y="50"/>
                  </a:cubicBezTo>
                  <a:cubicBezTo>
                    <a:pt x="308" y="51"/>
                    <a:pt x="307" y="52"/>
                    <a:pt x="307" y="53"/>
                  </a:cubicBezTo>
                  <a:cubicBezTo>
                    <a:pt x="306" y="53"/>
                    <a:pt x="305" y="54"/>
                    <a:pt x="304" y="54"/>
                  </a:cubicBezTo>
                  <a:cubicBezTo>
                    <a:pt x="304" y="55"/>
                    <a:pt x="303" y="56"/>
                    <a:pt x="304" y="57"/>
                  </a:cubicBezTo>
                  <a:cubicBezTo>
                    <a:pt x="304" y="57"/>
                    <a:pt x="305" y="58"/>
                    <a:pt x="305" y="59"/>
                  </a:cubicBezTo>
                  <a:cubicBezTo>
                    <a:pt x="305" y="59"/>
                    <a:pt x="305" y="61"/>
                    <a:pt x="305" y="61"/>
                  </a:cubicBezTo>
                  <a:cubicBezTo>
                    <a:pt x="305" y="62"/>
                    <a:pt x="304" y="63"/>
                    <a:pt x="304" y="63"/>
                  </a:cubicBezTo>
                  <a:cubicBezTo>
                    <a:pt x="304" y="64"/>
                    <a:pt x="304" y="66"/>
                    <a:pt x="304" y="67"/>
                  </a:cubicBezTo>
                  <a:cubicBezTo>
                    <a:pt x="305" y="67"/>
                    <a:pt x="306" y="68"/>
                    <a:pt x="307" y="69"/>
                  </a:cubicBezTo>
                  <a:cubicBezTo>
                    <a:pt x="308" y="69"/>
                    <a:pt x="310" y="70"/>
                    <a:pt x="311" y="71"/>
                  </a:cubicBezTo>
                  <a:cubicBezTo>
                    <a:pt x="312" y="71"/>
                    <a:pt x="314" y="71"/>
                    <a:pt x="315" y="72"/>
                  </a:cubicBezTo>
                  <a:cubicBezTo>
                    <a:pt x="316" y="72"/>
                    <a:pt x="318" y="73"/>
                    <a:pt x="319" y="73"/>
                  </a:cubicBezTo>
                  <a:cubicBezTo>
                    <a:pt x="319" y="72"/>
                    <a:pt x="320" y="71"/>
                    <a:pt x="320" y="70"/>
                  </a:cubicBezTo>
                  <a:cubicBezTo>
                    <a:pt x="320" y="69"/>
                    <a:pt x="319" y="68"/>
                    <a:pt x="318" y="68"/>
                  </a:cubicBezTo>
                  <a:cubicBezTo>
                    <a:pt x="317" y="68"/>
                    <a:pt x="315" y="68"/>
                    <a:pt x="314" y="68"/>
                  </a:cubicBezTo>
                  <a:cubicBezTo>
                    <a:pt x="313" y="67"/>
                    <a:pt x="311" y="65"/>
                    <a:pt x="311" y="64"/>
                  </a:cubicBezTo>
                  <a:cubicBezTo>
                    <a:pt x="310" y="64"/>
                    <a:pt x="310" y="62"/>
                    <a:pt x="310" y="61"/>
                  </a:cubicBezTo>
                  <a:cubicBezTo>
                    <a:pt x="311" y="60"/>
                    <a:pt x="312" y="58"/>
                    <a:pt x="312" y="57"/>
                  </a:cubicBezTo>
                  <a:cubicBezTo>
                    <a:pt x="313" y="57"/>
                    <a:pt x="314" y="55"/>
                    <a:pt x="315" y="55"/>
                  </a:cubicBezTo>
                  <a:cubicBezTo>
                    <a:pt x="316" y="55"/>
                    <a:pt x="318" y="55"/>
                    <a:pt x="319" y="55"/>
                  </a:cubicBezTo>
                  <a:cubicBezTo>
                    <a:pt x="320" y="55"/>
                    <a:pt x="321" y="54"/>
                    <a:pt x="321" y="53"/>
                  </a:cubicBezTo>
                  <a:cubicBezTo>
                    <a:pt x="321" y="53"/>
                    <a:pt x="320" y="51"/>
                    <a:pt x="320" y="50"/>
                  </a:cubicBezTo>
                  <a:cubicBezTo>
                    <a:pt x="321" y="50"/>
                    <a:pt x="321" y="48"/>
                    <a:pt x="322" y="48"/>
                  </a:cubicBezTo>
                  <a:cubicBezTo>
                    <a:pt x="322" y="47"/>
                    <a:pt x="324" y="48"/>
                    <a:pt x="325" y="47"/>
                  </a:cubicBezTo>
                  <a:cubicBezTo>
                    <a:pt x="326" y="47"/>
                    <a:pt x="328" y="45"/>
                    <a:pt x="329" y="44"/>
                  </a:cubicBezTo>
                  <a:cubicBezTo>
                    <a:pt x="330" y="44"/>
                    <a:pt x="330" y="42"/>
                    <a:pt x="330" y="41"/>
                  </a:cubicBezTo>
                  <a:cubicBezTo>
                    <a:pt x="330" y="41"/>
                    <a:pt x="329" y="39"/>
                    <a:pt x="329" y="38"/>
                  </a:cubicBezTo>
                  <a:cubicBezTo>
                    <a:pt x="329" y="38"/>
                    <a:pt x="331" y="37"/>
                    <a:pt x="331" y="37"/>
                  </a:cubicBezTo>
                  <a:cubicBezTo>
                    <a:pt x="332" y="36"/>
                    <a:pt x="332" y="35"/>
                    <a:pt x="332" y="34"/>
                  </a:cubicBezTo>
                  <a:cubicBezTo>
                    <a:pt x="333" y="33"/>
                    <a:pt x="335" y="33"/>
                    <a:pt x="336" y="33"/>
                  </a:cubicBezTo>
                  <a:cubicBezTo>
                    <a:pt x="336" y="33"/>
                    <a:pt x="338" y="34"/>
                    <a:pt x="338" y="35"/>
                  </a:cubicBezTo>
                  <a:cubicBezTo>
                    <a:pt x="339" y="36"/>
                    <a:pt x="340" y="38"/>
                    <a:pt x="341" y="38"/>
                  </a:cubicBezTo>
                  <a:cubicBezTo>
                    <a:pt x="342" y="38"/>
                    <a:pt x="343" y="38"/>
                    <a:pt x="343" y="37"/>
                  </a:cubicBezTo>
                  <a:cubicBezTo>
                    <a:pt x="344" y="37"/>
                    <a:pt x="344" y="34"/>
                    <a:pt x="345" y="34"/>
                  </a:cubicBezTo>
                  <a:cubicBezTo>
                    <a:pt x="345" y="33"/>
                    <a:pt x="346" y="32"/>
                    <a:pt x="347" y="31"/>
                  </a:cubicBezTo>
                  <a:cubicBezTo>
                    <a:pt x="348" y="31"/>
                    <a:pt x="349" y="30"/>
                    <a:pt x="350" y="30"/>
                  </a:cubicBezTo>
                  <a:cubicBezTo>
                    <a:pt x="352" y="30"/>
                    <a:pt x="354" y="29"/>
                    <a:pt x="355" y="29"/>
                  </a:cubicBezTo>
                  <a:cubicBezTo>
                    <a:pt x="356" y="29"/>
                    <a:pt x="357" y="28"/>
                    <a:pt x="358" y="27"/>
                  </a:cubicBezTo>
                  <a:cubicBezTo>
                    <a:pt x="359" y="27"/>
                    <a:pt x="360" y="26"/>
                    <a:pt x="361" y="27"/>
                  </a:cubicBezTo>
                  <a:cubicBezTo>
                    <a:pt x="362" y="27"/>
                    <a:pt x="362" y="27"/>
                    <a:pt x="362" y="28"/>
                  </a:cubicBezTo>
                  <a:cubicBezTo>
                    <a:pt x="363" y="28"/>
                    <a:pt x="361" y="29"/>
                    <a:pt x="361" y="30"/>
                  </a:cubicBezTo>
                  <a:cubicBezTo>
                    <a:pt x="361" y="30"/>
                    <a:pt x="362" y="32"/>
                    <a:pt x="363" y="32"/>
                  </a:cubicBezTo>
                  <a:cubicBezTo>
                    <a:pt x="363" y="32"/>
                    <a:pt x="364" y="32"/>
                    <a:pt x="365" y="32"/>
                  </a:cubicBezTo>
                  <a:cubicBezTo>
                    <a:pt x="365" y="32"/>
                    <a:pt x="365" y="31"/>
                    <a:pt x="366" y="30"/>
                  </a:cubicBezTo>
                  <a:cubicBezTo>
                    <a:pt x="366" y="30"/>
                    <a:pt x="367" y="30"/>
                    <a:pt x="367" y="31"/>
                  </a:cubicBezTo>
                  <a:cubicBezTo>
                    <a:pt x="368" y="31"/>
                    <a:pt x="368" y="33"/>
                    <a:pt x="369" y="33"/>
                  </a:cubicBezTo>
                  <a:cubicBezTo>
                    <a:pt x="369" y="33"/>
                    <a:pt x="371" y="34"/>
                    <a:pt x="371" y="34"/>
                  </a:cubicBezTo>
                  <a:cubicBezTo>
                    <a:pt x="372" y="33"/>
                    <a:pt x="371" y="31"/>
                    <a:pt x="371" y="30"/>
                  </a:cubicBezTo>
                  <a:cubicBezTo>
                    <a:pt x="371" y="29"/>
                    <a:pt x="371" y="27"/>
                    <a:pt x="371" y="26"/>
                  </a:cubicBezTo>
                  <a:cubicBezTo>
                    <a:pt x="372" y="25"/>
                    <a:pt x="373" y="25"/>
                    <a:pt x="373" y="25"/>
                  </a:cubicBezTo>
                  <a:cubicBezTo>
                    <a:pt x="374" y="26"/>
                    <a:pt x="374" y="28"/>
                    <a:pt x="375" y="29"/>
                  </a:cubicBezTo>
                  <a:cubicBezTo>
                    <a:pt x="375" y="29"/>
                    <a:pt x="376" y="31"/>
                    <a:pt x="376" y="31"/>
                  </a:cubicBezTo>
                  <a:cubicBezTo>
                    <a:pt x="376" y="33"/>
                    <a:pt x="375" y="35"/>
                    <a:pt x="376" y="36"/>
                  </a:cubicBezTo>
                  <a:cubicBezTo>
                    <a:pt x="376" y="37"/>
                    <a:pt x="376" y="39"/>
                    <a:pt x="377" y="40"/>
                  </a:cubicBezTo>
                  <a:cubicBezTo>
                    <a:pt x="378" y="40"/>
                    <a:pt x="381" y="40"/>
                    <a:pt x="382" y="39"/>
                  </a:cubicBezTo>
                  <a:cubicBezTo>
                    <a:pt x="383" y="39"/>
                    <a:pt x="384" y="38"/>
                    <a:pt x="385" y="37"/>
                  </a:cubicBezTo>
                  <a:cubicBezTo>
                    <a:pt x="386" y="36"/>
                    <a:pt x="388" y="35"/>
                    <a:pt x="389" y="34"/>
                  </a:cubicBezTo>
                  <a:cubicBezTo>
                    <a:pt x="389" y="34"/>
                    <a:pt x="390" y="32"/>
                    <a:pt x="390" y="32"/>
                  </a:cubicBezTo>
                  <a:cubicBezTo>
                    <a:pt x="391" y="31"/>
                    <a:pt x="391" y="28"/>
                    <a:pt x="391" y="27"/>
                  </a:cubicBezTo>
                  <a:cubicBezTo>
                    <a:pt x="391" y="26"/>
                    <a:pt x="392" y="25"/>
                    <a:pt x="392" y="24"/>
                  </a:cubicBezTo>
                  <a:cubicBezTo>
                    <a:pt x="393" y="24"/>
                    <a:pt x="396" y="23"/>
                    <a:pt x="397" y="22"/>
                  </a:cubicBezTo>
                  <a:cubicBezTo>
                    <a:pt x="398" y="22"/>
                    <a:pt x="399" y="21"/>
                    <a:pt x="400" y="21"/>
                  </a:cubicBezTo>
                  <a:cubicBezTo>
                    <a:pt x="400" y="20"/>
                    <a:pt x="402" y="18"/>
                    <a:pt x="402" y="18"/>
                  </a:cubicBezTo>
                  <a:cubicBezTo>
                    <a:pt x="403" y="17"/>
                    <a:pt x="404" y="17"/>
                    <a:pt x="404" y="17"/>
                  </a:cubicBezTo>
                  <a:cubicBezTo>
                    <a:pt x="405" y="16"/>
                    <a:pt x="406" y="16"/>
                    <a:pt x="407" y="16"/>
                  </a:cubicBezTo>
                  <a:cubicBezTo>
                    <a:pt x="407" y="16"/>
                    <a:pt x="409" y="15"/>
                    <a:pt x="409" y="15"/>
                  </a:cubicBezTo>
                  <a:cubicBezTo>
                    <a:pt x="410" y="15"/>
                    <a:pt x="411" y="14"/>
                    <a:pt x="411" y="14"/>
                  </a:cubicBezTo>
                  <a:cubicBezTo>
                    <a:pt x="412" y="14"/>
                    <a:pt x="414" y="15"/>
                    <a:pt x="415" y="15"/>
                  </a:cubicBezTo>
                  <a:cubicBezTo>
                    <a:pt x="415" y="16"/>
                    <a:pt x="416" y="16"/>
                    <a:pt x="415" y="17"/>
                  </a:cubicBezTo>
                  <a:cubicBezTo>
                    <a:pt x="415" y="17"/>
                    <a:pt x="414" y="18"/>
                    <a:pt x="414" y="18"/>
                  </a:cubicBezTo>
                  <a:cubicBezTo>
                    <a:pt x="413" y="19"/>
                    <a:pt x="413" y="20"/>
                    <a:pt x="413" y="20"/>
                  </a:cubicBezTo>
                  <a:cubicBezTo>
                    <a:pt x="413" y="21"/>
                    <a:pt x="413" y="23"/>
                    <a:pt x="413" y="24"/>
                  </a:cubicBezTo>
                  <a:cubicBezTo>
                    <a:pt x="413" y="24"/>
                    <a:pt x="414" y="26"/>
                    <a:pt x="415" y="26"/>
                  </a:cubicBezTo>
                  <a:cubicBezTo>
                    <a:pt x="416" y="27"/>
                    <a:pt x="419" y="27"/>
                    <a:pt x="420" y="28"/>
                  </a:cubicBezTo>
                  <a:cubicBezTo>
                    <a:pt x="421" y="28"/>
                    <a:pt x="423" y="30"/>
                    <a:pt x="424" y="31"/>
                  </a:cubicBezTo>
                  <a:cubicBezTo>
                    <a:pt x="424" y="32"/>
                    <a:pt x="425" y="34"/>
                    <a:pt x="425" y="35"/>
                  </a:cubicBezTo>
                  <a:cubicBezTo>
                    <a:pt x="424" y="36"/>
                    <a:pt x="423" y="38"/>
                    <a:pt x="423" y="39"/>
                  </a:cubicBezTo>
                  <a:cubicBezTo>
                    <a:pt x="423" y="41"/>
                    <a:pt x="424" y="44"/>
                    <a:pt x="425" y="46"/>
                  </a:cubicBezTo>
                  <a:cubicBezTo>
                    <a:pt x="425" y="47"/>
                    <a:pt x="427" y="49"/>
                    <a:pt x="428" y="50"/>
                  </a:cubicBezTo>
                  <a:cubicBezTo>
                    <a:pt x="428" y="51"/>
                    <a:pt x="428" y="54"/>
                    <a:pt x="429" y="55"/>
                  </a:cubicBezTo>
                  <a:cubicBezTo>
                    <a:pt x="429" y="56"/>
                    <a:pt x="431" y="58"/>
                    <a:pt x="432" y="59"/>
                  </a:cubicBezTo>
                  <a:cubicBezTo>
                    <a:pt x="432" y="59"/>
                    <a:pt x="433" y="60"/>
                    <a:pt x="434" y="61"/>
                  </a:cubicBezTo>
                  <a:cubicBezTo>
                    <a:pt x="435" y="61"/>
                    <a:pt x="438" y="62"/>
                    <a:pt x="439" y="62"/>
                  </a:cubicBezTo>
                  <a:cubicBezTo>
                    <a:pt x="440" y="62"/>
                    <a:pt x="443" y="61"/>
                    <a:pt x="445" y="62"/>
                  </a:cubicBezTo>
                  <a:cubicBezTo>
                    <a:pt x="446" y="62"/>
                    <a:pt x="447" y="64"/>
                    <a:pt x="447" y="65"/>
                  </a:cubicBezTo>
                  <a:cubicBezTo>
                    <a:pt x="448" y="65"/>
                    <a:pt x="449" y="66"/>
                    <a:pt x="450" y="67"/>
                  </a:cubicBezTo>
                  <a:cubicBezTo>
                    <a:pt x="451" y="67"/>
                    <a:pt x="453" y="68"/>
                    <a:pt x="455" y="68"/>
                  </a:cubicBezTo>
                  <a:cubicBezTo>
                    <a:pt x="455" y="68"/>
                    <a:pt x="458" y="69"/>
                    <a:pt x="459" y="69"/>
                  </a:cubicBezTo>
                  <a:cubicBezTo>
                    <a:pt x="460" y="70"/>
                    <a:pt x="461" y="71"/>
                    <a:pt x="462" y="72"/>
                  </a:cubicBezTo>
                  <a:cubicBezTo>
                    <a:pt x="463" y="73"/>
                    <a:pt x="463" y="75"/>
                    <a:pt x="464" y="76"/>
                  </a:cubicBezTo>
                  <a:cubicBezTo>
                    <a:pt x="465" y="77"/>
                    <a:pt x="467" y="79"/>
                    <a:pt x="467" y="80"/>
                  </a:cubicBezTo>
                  <a:cubicBezTo>
                    <a:pt x="467" y="81"/>
                    <a:pt x="467" y="83"/>
                    <a:pt x="468" y="84"/>
                  </a:cubicBezTo>
                  <a:cubicBezTo>
                    <a:pt x="468" y="85"/>
                    <a:pt x="469" y="87"/>
                    <a:pt x="470" y="87"/>
                  </a:cubicBezTo>
                  <a:cubicBezTo>
                    <a:pt x="471" y="88"/>
                    <a:pt x="473" y="89"/>
                    <a:pt x="474" y="88"/>
                  </a:cubicBezTo>
                  <a:cubicBezTo>
                    <a:pt x="474" y="88"/>
                    <a:pt x="474" y="86"/>
                    <a:pt x="475" y="86"/>
                  </a:cubicBezTo>
                  <a:cubicBezTo>
                    <a:pt x="475" y="85"/>
                    <a:pt x="477" y="85"/>
                    <a:pt x="478" y="85"/>
                  </a:cubicBezTo>
                  <a:cubicBezTo>
                    <a:pt x="479" y="85"/>
                    <a:pt x="480" y="86"/>
                    <a:pt x="480" y="87"/>
                  </a:cubicBezTo>
                  <a:cubicBezTo>
                    <a:pt x="481" y="88"/>
                    <a:pt x="482" y="89"/>
                    <a:pt x="482" y="90"/>
                  </a:cubicBezTo>
                  <a:cubicBezTo>
                    <a:pt x="482" y="91"/>
                    <a:pt x="480" y="93"/>
                    <a:pt x="480" y="93"/>
                  </a:cubicBezTo>
                  <a:cubicBezTo>
                    <a:pt x="480" y="94"/>
                    <a:pt x="482" y="96"/>
                    <a:pt x="482" y="96"/>
                  </a:cubicBezTo>
                  <a:cubicBezTo>
                    <a:pt x="483" y="97"/>
                    <a:pt x="485" y="99"/>
                    <a:pt x="486" y="100"/>
                  </a:cubicBezTo>
                  <a:cubicBezTo>
                    <a:pt x="487" y="101"/>
                    <a:pt x="489" y="102"/>
                    <a:pt x="490" y="103"/>
                  </a:cubicBezTo>
                  <a:cubicBezTo>
                    <a:pt x="490" y="104"/>
                    <a:pt x="489" y="107"/>
                    <a:pt x="490" y="108"/>
                  </a:cubicBezTo>
                  <a:cubicBezTo>
                    <a:pt x="490" y="109"/>
                    <a:pt x="491" y="111"/>
                    <a:pt x="492" y="111"/>
                  </a:cubicBezTo>
                  <a:cubicBezTo>
                    <a:pt x="493" y="110"/>
                    <a:pt x="493" y="108"/>
                    <a:pt x="493" y="107"/>
                  </a:cubicBezTo>
                  <a:cubicBezTo>
                    <a:pt x="494" y="106"/>
                    <a:pt x="493" y="104"/>
                    <a:pt x="493" y="103"/>
                  </a:cubicBezTo>
                  <a:cubicBezTo>
                    <a:pt x="494" y="102"/>
                    <a:pt x="496" y="100"/>
                    <a:pt x="497" y="99"/>
                  </a:cubicBezTo>
                  <a:cubicBezTo>
                    <a:pt x="498" y="98"/>
                    <a:pt x="502" y="97"/>
                    <a:pt x="503" y="97"/>
                  </a:cubicBezTo>
                  <a:cubicBezTo>
                    <a:pt x="505" y="96"/>
                    <a:pt x="508" y="97"/>
                    <a:pt x="510" y="97"/>
                  </a:cubicBezTo>
                  <a:cubicBezTo>
                    <a:pt x="512" y="97"/>
                    <a:pt x="516" y="97"/>
                    <a:pt x="518" y="96"/>
                  </a:cubicBezTo>
                  <a:cubicBezTo>
                    <a:pt x="518" y="96"/>
                    <a:pt x="518" y="93"/>
                    <a:pt x="519" y="92"/>
                  </a:cubicBezTo>
                  <a:cubicBezTo>
                    <a:pt x="519" y="91"/>
                    <a:pt x="521" y="90"/>
                    <a:pt x="521" y="89"/>
                  </a:cubicBezTo>
                  <a:cubicBezTo>
                    <a:pt x="522" y="88"/>
                    <a:pt x="523" y="87"/>
                    <a:pt x="524" y="87"/>
                  </a:cubicBezTo>
                  <a:cubicBezTo>
                    <a:pt x="524" y="86"/>
                    <a:pt x="526" y="86"/>
                    <a:pt x="527" y="86"/>
                  </a:cubicBezTo>
                  <a:cubicBezTo>
                    <a:pt x="528" y="86"/>
                    <a:pt x="530" y="85"/>
                    <a:pt x="531" y="86"/>
                  </a:cubicBezTo>
                  <a:cubicBezTo>
                    <a:pt x="532" y="86"/>
                    <a:pt x="533" y="88"/>
                    <a:pt x="533" y="89"/>
                  </a:cubicBezTo>
                  <a:cubicBezTo>
                    <a:pt x="533" y="90"/>
                    <a:pt x="532" y="92"/>
                    <a:pt x="532" y="93"/>
                  </a:cubicBezTo>
                  <a:cubicBezTo>
                    <a:pt x="532" y="94"/>
                    <a:pt x="533" y="96"/>
                    <a:pt x="534" y="96"/>
                  </a:cubicBezTo>
                  <a:cubicBezTo>
                    <a:pt x="535" y="98"/>
                    <a:pt x="538" y="100"/>
                    <a:pt x="539" y="101"/>
                  </a:cubicBezTo>
                  <a:cubicBezTo>
                    <a:pt x="540" y="102"/>
                    <a:pt x="542" y="104"/>
                    <a:pt x="543" y="105"/>
                  </a:cubicBezTo>
                  <a:cubicBezTo>
                    <a:pt x="544" y="106"/>
                    <a:pt x="545" y="109"/>
                    <a:pt x="546" y="110"/>
                  </a:cubicBezTo>
                  <a:cubicBezTo>
                    <a:pt x="546" y="111"/>
                    <a:pt x="545" y="114"/>
                    <a:pt x="544" y="115"/>
                  </a:cubicBezTo>
                  <a:cubicBezTo>
                    <a:pt x="544" y="116"/>
                    <a:pt x="542" y="117"/>
                    <a:pt x="541" y="118"/>
                  </a:cubicBezTo>
                  <a:cubicBezTo>
                    <a:pt x="540" y="120"/>
                    <a:pt x="539" y="123"/>
                    <a:pt x="538" y="125"/>
                  </a:cubicBezTo>
                  <a:cubicBezTo>
                    <a:pt x="538" y="126"/>
                    <a:pt x="539" y="128"/>
                    <a:pt x="539" y="129"/>
                  </a:cubicBezTo>
                  <a:cubicBezTo>
                    <a:pt x="540" y="130"/>
                    <a:pt x="542" y="131"/>
                    <a:pt x="543" y="132"/>
                  </a:cubicBezTo>
                  <a:cubicBezTo>
                    <a:pt x="544" y="133"/>
                    <a:pt x="547" y="135"/>
                    <a:pt x="548" y="136"/>
                  </a:cubicBezTo>
                  <a:cubicBezTo>
                    <a:pt x="550" y="137"/>
                    <a:pt x="553" y="138"/>
                    <a:pt x="555" y="139"/>
                  </a:cubicBezTo>
                  <a:cubicBezTo>
                    <a:pt x="556" y="139"/>
                    <a:pt x="558" y="141"/>
                    <a:pt x="558" y="143"/>
                  </a:cubicBezTo>
                  <a:cubicBezTo>
                    <a:pt x="559" y="144"/>
                    <a:pt x="558" y="145"/>
                    <a:pt x="558" y="146"/>
                  </a:cubicBezTo>
                  <a:cubicBezTo>
                    <a:pt x="558" y="147"/>
                    <a:pt x="558" y="149"/>
                    <a:pt x="559" y="149"/>
                  </a:cubicBezTo>
                  <a:cubicBezTo>
                    <a:pt x="560" y="150"/>
                    <a:pt x="562" y="151"/>
                    <a:pt x="563" y="151"/>
                  </a:cubicBezTo>
                  <a:cubicBezTo>
                    <a:pt x="564" y="152"/>
                    <a:pt x="567" y="153"/>
                    <a:pt x="567" y="154"/>
                  </a:cubicBezTo>
                  <a:cubicBezTo>
                    <a:pt x="567" y="156"/>
                    <a:pt x="567" y="158"/>
                    <a:pt x="566" y="159"/>
                  </a:cubicBezTo>
                  <a:cubicBezTo>
                    <a:pt x="566" y="160"/>
                    <a:pt x="564" y="161"/>
                    <a:pt x="563" y="162"/>
                  </a:cubicBezTo>
                  <a:cubicBezTo>
                    <a:pt x="562" y="163"/>
                    <a:pt x="560" y="165"/>
                    <a:pt x="559" y="165"/>
                  </a:cubicBezTo>
                  <a:cubicBezTo>
                    <a:pt x="558" y="166"/>
                    <a:pt x="556" y="167"/>
                    <a:pt x="555" y="168"/>
                  </a:cubicBezTo>
                  <a:cubicBezTo>
                    <a:pt x="554" y="169"/>
                    <a:pt x="553" y="170"/>
                    <a:pt x="553" y="171"/>
                  </a:cubicBezTo>
                  <a:cubicBezTo>
                    <a:pt x="552" y="172"/>
                    <a:pt x="551" y="174"/>
                    <a:pt x="551" y="175"/>
                  </a:cubicBezTo>
                  <a:cubicBezTo>
                    <a:pt x="551" y="176"/>
                    <a:pt x="551" y="178"/>
                    <a:pt x="552" y="179"/>
                  </a:cubicBezTo>
                  <a:cubicBezTo>
                    <a:pt x="553" y="180"/>
                    <a:pt x="555" y="182"/>
                    <a:pt x="556" y="182"/>
                  </a:cubicBezTo>
                  <a:cubicBezTo>
                    <a:pt x="557" y="183"/>
                    <a:pt x="560" y="183"/>
                    <a:pt x="561" y="184"/>
                  </a:cubicBezTo>
                  <a:cubicBezTo>
                    <a:pt x="562" y="184"/>
                    <a:pt x="565" y="185"/>
                    <a:pt x="566" y="186"/>
                  </a:cubicBezTo>
                  <a:cubicBezTo>
                    <a:pt x="566" y="187"/>
                    <a:pt x="567" y="189"/>
                    <a:pt x="568" y="189"/>
                  </a:cubicBezTo>
                  <a:cubicBezTo>
                    <a:pt x="569" y="190"/>
                    <a:pt x="571" y="190"/>
                    <a:pt x="572" y="190"/>
                  </a:cubicBezTo>
                  <a:cubicBezTo>
                    <a:pt x="573" y="191"/>
                    <a:pt x="576" y="192"/>
                    <a:pt x="577" y="193"/>
                  </a:cubicBezTo>
                  <a:cubicBezTo>
                    <a:pt x="578" y="194"/>
                    <a:pt x="581" y="198"/>
                    <a:pt x="583" y="199"/>
                  </a:cubicBezTo>
                  <a:cubicBezTo>
                    <a:pt x="585" y="200"/>
                    <a:pt x="590" y="202"/>
                    <a:pt x="593" y="203"/>
                  </a:cubicBezTo>
                  <a:cubicBezTo>
                    <a:pt x="593" y="203"/>
                    <a:pt x="595" y="205"/>
                    <a:pt x="596" y="205"/>
                  </a:cubicBezTo>
                  <a:cubicBezTo>
                    <a:pt x="597" y="205"/>
                    <a:pt x="600" y="204"/>
                    <a:pt x="602" y="205"/>
                  </a:cubicBezTo>
                  <a:cubicBezTo>
                    <a:pt x="602" y="205"/>
                    <a:pt x="603" y="206"/>
                    <a:pt x="604" y="207"/>
                  </a:cubicBezTo>
                  <a:cubicBezTo>
                    <a:pt x="605" y="207"/>
                    <a:pt x="607" y="208"/>
                    <a:pt x="609" y="208"/>
                  </a:cubicBezTo>
                  <a:cubicBezTo>
                    <a:pt x="610" y="209"/>
                    <a:pt x="614" y="209"/>
                    <a:pt x="616" y="208"/>
                  </a:cubicBezTo>
                  <a:cubicBezTo>
                    <a:pt x="617" y="208"/>
                    <a:pt x="619" y="207"/>
                    <a:pt x="620" y="207"/>
                  </a:cubicBezTo>
                  <a:cubicBezTo>
                    <a:pt x="620" y="206"/>
                    <a:pt x="621" y="204"/>
                    <a:pt x="622" y="203"/>
                  </a:cubicBezTo>
                  <a:cubicBezTo>
                    <a:pt x="623" y="203"/>
                    <a:pt x="625" y="201"/>
                    <a:pt x="626" y="201"/>
                  </a:cubicBezTo>
                  <a:cubicBezTo>
                    <a:pt x="627" y="200"/>
                    <a:pt x="630" y="200"/>
                    <a:pt x="631" y="201"/>
                  </a:cubicBezTo>
                  <a:cubicBezTo>
                    <a:pt x="632" y="201"/>
                    <a:pt x="633" y="203"/>
                    <a:pt x="633" y="204"/>
                  </a:cubicBezTo>
                  <a:cubicBezTo>
                    <a:pt x="634" y="205"/>
                    <a:pt x="633" y="207"/>
                    <a:pt x="633" y="208"/>
                  </a:cubicBezTo>
                  <a:cubicBezTo>
                    <a:pt x="632" y="209"/>
                    <a:pt x="629" y="210"/>
                    <a:pt x="628" y="211"/>
                  </a:cubicBezTo>
                  <a:cubicBezTo>
                    <a:pt x="627" y="212"/>
                    <a:pt x="625" y="213"/>
                    <a:pt x="625" y="214"/>
                  </a:cubicBezTo>
                  <a:cubicBezTo>
                    <a:pt x="625" y="214"/>
                    <a:pt x="626" y="216"/>
                    <a:pt x="627" y="217"/>
                  </a:cubicBezTo>
                  <a:cubicBezTo>
                    <a:pt x="627" y="218"/>
                    <a:pt x="630" y="219"/>
                    <a:pt x="631" y="219"/>
                  </a:cubicBezTo>
                  <a:cubicBezTo>
                    <a:pt x="632" y="219"/>
                    <a:pt x="634" y="218"/>
                    <a:pt x="635" y="219"/>
                  </a:cubicBezTo>
                  <a:cubicBezTo>
                    <a:pt x="636" y="219"/>
                    <a:pt x="636" y="222"/>
                    <a:pt x="636" y="223"/>
                  </a:cubicBezTo>
                  <a:cubicBezTo>
                    <a:pt x="637" y="224"/>
                    <a:pt x="639" y="227"/>
                    <a:pt x="640" y="229"/>
                  </a:cubicBezTo>
                  <a:cubicBezTo>
                    <a:pt x="640" y="230"/>
                    <a:pt x="640" y="233"/>
                    <a:pt x="641" y="235"/>
                  </a:cubicBezTo>
                  <a:cubicBezTo>
                    <a:pt x="642" y="236"/>
                    <a:pt x="644" y="239"/>
                    <a:pt x="644" y="241"/>
                  </a:cubicBezTo>
                  <a:cubicBezTo>
                    <a:pt x="645" y="244"/>
                    <a:pt x="646" y="249"/>
                    <a:pt x="646" y="252"/>
                  </a:cubicBezTo>
                  <a:cubicBezTo>
                    <a:pt x="646" y="254"/>
                    <a:pt x="645" y="256"/>
                    <a:pt x="645" y="258"/>
                  </a:cubicBezTo>
                  <a:cubicBezTo>
                    <a:pt x="645" y="261"/>
                    <a:pt x="646" y="267"/>
                    <a:pt x="647" y="270"/>
                  </a:cubicBezTo>
                  <a:cubicBezTo>
                    <a:pt x="648" y="271"/>
                    <a:pt x="649" y="272"/>
                    <a:pt x="649" y="273"/>
                  </a:cubicBezTo>
                  <a:cubicBezTo>
                    <a:pt x="650" y="274"/>
                    <a:pt x="651" y="277"/>
                    <a:pt x="651" y="279"/>
                  </a:cubicBezTo>
                  <a:cubicBezTo>
                    <a:pt x="652" y="280"/>
                    <a:pt x="652" y="283"/>
                    <a:pt x="653" y="285"/>
                  </a:cubicBezTo>
                  <a:cubicBezTo>
                    <a:pt x="653" y="286"/>
                    <a:pt x="656" y="286"/>
                    <a:pt x="656" y="287"/>
                  </a:cubicBezTo>
                  <a:cubicBezTo>
                    <a:pt x="658" y="290"/>
                    <a:pt x="657" y="296"/>
                    <a:pt x="658" y="298"/>
                  </a:cubicBezTo>
                  <a:cubicBezTo>
                    <a:pt x="659" y="303"/>
                    <a:pt x="661" y="313"/>
                    <a:pt x="662" y="318"/>
                  </a:cubicBezTo>
                  <a:cubicBezTo>
                    <a:pt x="663" y="319"/>
                    <a:pt x="663" y="322"/>
                    <a:pt x="664" y="32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35"/>
            <p:cNvSpPr>
              <a:spLocks/>
            </p:cNvSpPr>
            <p:nvPr/>
          </p:nvSpPr>
          <p:spPr bwMode="auto">
            <a:xfrm>
              <a:off x="3222626" y="1149351"/>
              <a:ext cx="12700" cy="12700"/>
            </a:xfrm>
            <a:custGeom>
              <a:avLst/>
              <a:gdLst/>
              <a:ahLst/>
              <a:cxnLst>
                <a:cxn ang="0">
                  <a:pos x="5" y="6"/>
                </a:cxn>
                <a:cxn ang="0">
                  <a:pos x="2" y="6"/>
                </a:cxn>
                <a:cxn ang="0">
                  <a:pos x="0" y="3"/>
                </a:cxn>
                <a:cxn ang="0">
                  <a:pos x="3" y="0"/>
                </a:cxn>
                <a:cxn ang="0">
                  <a:pos x="6" y="2"/>
                </a:cxn>
                <a:cxn ang="0">
                  <a:pos x="6" y="4"/>
                </a:cxn>
                <a:cxn ang="0">
                  <a:pos x="5" y="6"/>
                </a:cxn>
              </a:cxnLst>
              <a:rect l="0" t="0" r="r" b="b"/>
              <a:pathLst>
                <a:path w="7" h="7">
                  <a:moveTo>
                    <a:pt x="5" y="6"/>
                  </a:moveTo>
                  <a:cubicBezTo>
                    <a:pt x="4" y="6"/>
                    <a:pt x="2" y="7"/>
                    <a:pt x="2" y="6"/>
                  </a:cubicBezTo>
                  <a:cubicBezTo>
                    <a:pt x="1" y="6"/>
                    <a:pt x="0" y="4"/>
                    <a:pt x="0" y="3"/>
                  </a:cubicBezTo>
                  <a:cubicBezTo>
                    <a:pt x="0" y="2"/>
                    <a:pt x="2" y="1"/>
                    <a:pt x="3" y="0"/>
                  </a:cubicBezTo>
                  <a:cubicBezTo>
                    <a:pt x="4" y="0"/>
                    <a:pt x="6" y="1"/>
                    <a:pt x="6" y="2"/>
                  </a:cubicBezTo>
                  <a:cubicBezTo>
                    <a:pt x="7" y="2"/>
                    <a:pt x="7" y="3"/>
                    <a:pt x="6" y="4"/>
                  </a:cubicBezTo>
                  <a:cubicBezTo>
                    <a:pt x="6" y="5"/>
                    <a:pt x="5" y="6"/>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36"/>
            <p:cNvSpPr>
              <a:spLocks/>
            </p:cNvSpPr>
            <p:nvPr/>
          </p:nvSpPr>
          <p:spPr bwMode="auto">
            <a:xfrm>
              <a:off x="3243263" y="1160463"/>
              <a:ext cx="11113" cy="9525"/>
            </a:xfrm>
            <a:custGeom>
              <a:avLst/>
              <a:gdLst/>
              <a:ahLst/>
              <a:cxnLst>
                <a:cxn ang="0">
                  <a:pos x="3" y="1"/>
                </a:cxn>
                <a:cxn ang="0">
                  <a:pos x="1" y="1"/>
                </a:cxn>
                <a:cxn ang="0">
                  <a:pos x="1" y="3"/>
                </a:cxn>
                <a:cxn ang="0">
                  <a:pos x="2" y="5"/>
                </a:cxn>
                <a:cxn ang="0">
                  <a:pos x="5" y="5"/>
                </a:cxn>
                <a:cxn ang="0">
                  <a:pos x="5" y="2"/>
                </a:cxn>
                <a:cxn ang="0">
                  <a:pos x="3" y="1"/>
                </a:cxn>
              </a:cxnLst>
              <a:rect l="0" t="0" r="r" b="b"/>
              <a:pathLst>
                <a:path w="6" h="5">
                  <a:moveTo>
                    <a:pt x="3" y="1"/>
                  </a:moveTo>
                  <a:cubicBezTo>
                    <a:pt x="3" y="1"/>
                    <a:pt x="1" y="0"/>
                    <a:pt x="1" y="1"/>
                  </a:cubicBezTo>
                  <a:cubicBezTo>
                    <a:pt x="0" y="1"/>
                    <a:pt x="0" y="2"/>
                    <a:pt x="1" y="3"/>
                  </a:cubicBezTo>
                  <a:cubicBezTo>
                    <a:pt x="1" y="4"/>
                    <a:pt x="1" y="5"/>
                    <a:pt x="2" y="5"/>
                  </a:cubicBezTo>
                  <a:cubicBezTo>
                    <a:pt x="3" y="5"/>
                    <a:pt x="4" y="5"/>
                    <a:pt x="5" y="5"/>
                  </a:cubicBezTo>
                  <a:cubicBezTo>
                    <a:pt x="5" y="4"/>
                    <a:pt x="6" y="2"/>
                    <a:pt x="5" y="2"/>
                  </a:cubicBezTo>
                  <a:cubicBezTo>
                    <a:pt x="5" y="1"/>
                    <a:pt x="4" y="1"/>
                    <a:pt x="3"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37"/>
            <p:cNvSpPr>
              <a:spLocks/>
            </p:cNvSpPr>
            <p:nvPr/>
          </p:nvSpPr>
          <p:spPr bwMode="auto">
            <a:xfrm>
              <a:off x="3262313" y="1119188"/>
              <a:ext cx="17463" cy="14288"/>
            </a:xfrm>
            <a:custGeom>
              <a:avLst/>
              <a:gdLst/>
              <a:ahLst/>
              <a:cxnLst>
                <a:cxn ang="0">
                  <a:pos x="6" y="5"/>
                </a:cxn>
                <a:cxn ang="0">
                  <a:pos x="3" y="8"/>
                </a:cxn>
                <a:cxn ang="0">
                  <a:pos x="1" y="6"/>
                </a:cxn>
                <a:cxn ang="0">
                  <a:pos x="1" y="2"/>
                </a:cxn>
                <a:cxn ang="0">
                  <a:pos x="5" y="1"/>
                </a:cxn>
                <a:cxn ang="0">
                  <a:pos x="8" y="1"/>
                </a:cxn>
                <a:cxn ang="0">
                  <a:pos x="8" y="3"/>
                </a:cxn>
                <a:cxn ang="0">
                  <a:pos x="7" y="4"/>
                </a:cxn>
                <a:cxn ang="0">
                  <a:pos x="6" y="5"/>
                </a:cxn>
              </a:cxnLst>
              <a:rect l="0" t="0" r="r" b="b"/>
              <a:pathLst>
                <a:path w="9" h="8">
                  <a:moveTo>
                    <a:pt x="6" y="5"/>
                  </a:moveTo>
                  <a:cubicBezTo>
                    <a:pt x="5" y="6"/>
                    <a:pt x="4" y="7"/>
                    <a:pt x="3" y="8"/>
                  </a:cubicBezTo>
                  <a:cubicBezTo>
                    <a:pt x="2" y="8"/>
                    <a:pt x="1" y="7"/>
                    <a:pt x="1" y="6"/>
                  </a:cubicBezTo>
                  <a:cubicBezTo>
                    <a:pt x="0" y="5"/>
                    <a:pt x="1" y="3"/>
                    <a:pt x="1" y="2"/>
                  </a:cubicBezTo>
                  <a:cubicBezTo>
                    <a:pt x="2" y="2"/>
                    <a:pt x="4" y="1"/>
                    <a:pt x="5" y="1"/>
                  </a:cubicBezTo>
                  <a:cubicBezTo>
                    <a:pt x="5" y="1"/>
                    <a:pt x="7" y="0"/>
                    <a:pt x="8" y="1"/>
                  </a:cubicBezTo>
                  <a:cubicBezTo>
                    <a:pt x="9" y="1"/>
                    <a:pt x="9" y="2"/>
                    <a:pt x="8" y="3"/>
                  </a:cubicBezTo>
                  <a:cubicBezTo>
                    <a:pt x="8" y="3"/>
                    <a:pt x="7" y="4"/>
                    <a:pt x="7" y="4"/>
                  </a:cubicBezTo>
                  <a:cubicBezTo>
                    <a:pt x="7" y="4"/>
                    <a:pt x="6" y="5"/>
                    <a:pt x="6"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38"/>
            <p:cNvSpPr>
              <a:spLocks/>
            </p:cNvSpPr>
            <p:nvPr/>
          </p:nvSpPr>
          <p:spPr bwMode="auto">
            <a:xfrm>
              <a:off x="3222626" y="1168401"/>
              <a:ext cx="157163" cy="177800"/>
            </a:xfrm>
            <a:custGeom>
              <a:avLst/>
              <a:gdLst/>
              <a:ahLst/>
              <a:cxnLst>
                <a:cxn ang="0">
                  <a:pos x="75" y="62"/>
                </a:cxn>
                <a:cxn ang="0">
                  <a:pos x="65" y="50"/>
                </a:cxn>
                <a:cxn ang="0">
                  <a:pos x="51" y="39"/>
                </a:cxn>
                <a:cxn ang="0">
                  <a:pos x="35" y="26"/>
                </a:cxn>
                <a:cxn ang="0">
                  <a:pos x="22" y="22"/>
                </a:cxn>
                <a:cxn ang="0">
                  <a:pos x="13" y="10"/>
                </a:cxn>
                <a:cxn ang="0">
                  <a:pos x="6" y="1"/>
                </a:cxn>
                <a:cxn ang="0">
                  <a:pos x="0" y="5"/>
                </a:cxn>
                <a:cxn ang="0">
                  <a:pos x="3" y="14"/>
                </a:cxn>
                <a:cxn ang="0">
                  <a:pos x="9" y="20"/>
                </a:cxn>
                <a:cxn ang="0">
                  <a:pos x="9" y="30"/>
                </a:cxn>
                <a:cxn ang="0">
                  <a:pos x="5" y="39"/>
                </a:cxn>
                <a:cxn ang="0">
                  <a:pos x="7" y="46"/>
                </a:cxn>
                <a:cxn ang="0">
                  <a:pos x="11" y="43"/>
                </a:cxn>
                <a:cxn ang="0">
                  <a:pos x="19" y="38"/>
                </a:cxn>
                <a:cxn ang="0">
                  <a:pos x="22" y="40"/>
                </a:cxn>
                <a:cxn ang="0">
                  <a:pos x="16" y="45"/>
                </a:cxn>
                <a:cxn ang="0">
                  <a:pos x="21" y="50"/>
                </a:cxn>
                <a:cxn ang="0">
                  <a:pos x="28" y="44"/>
                </a:cxn>
                <a:cxn ang="0">
                  <a:pos x="27" y="31"/>
                </a:cxn>
                <a:cxn ang="0">
                  <a:pos x="36" y="33"/>
                </a:cxn>
                <a:cxn ang="0">
                  <a:pos x="44" y="43"/>
                </a:cxn>
                <a:cxn ang="0">
                  <a:pos x="46" y="45"/>
                </a:cxn>
                <a:cxn ang="0">
                  <a:pos x="51" y="50"/>
                </a:cxn>
                <a:cxn ang="0">
                  <a:pos x="50" y="61"/>
                </a:cxn>
                <a:cxn ang="0">
                  <a:pos x="50" y="67"/>
                </a:cxn>
                <a:cxn ang="0">
                  <a:pos x="47" y="62"/>
                </a:cxn>
                <a:cxn ang="0">
                  <a:pos x="39" y="63"/>
                </a:cxn>
                <a:cxn ang="0">
                  <a:pos x="36" y="67"/>
                </a:cxn>
                <a:cxn ang="0">
                  <a:pos x="39" y="59"/>
                </a:cxn>
                <a:cxn ang="0">
                  <a:pos x="36" y="52"/>
                </a:cxn>
                <a:cxn ang="0">
                  <a:pos x="26" y="57"/>
                </a:cxn>
                <a:cxn ang="0">
                  <a:pos x="30" y="66"/>
                </a:cxn>
                <a:cxn ang="0">
                  <a:pos x="33" y="76"/>
                </a:cxn>
                <a:cxn ang="0">
                  <a:pos x="30" y="83"/>
                </a:cxn>
                <a:cxn ang="0">
                  <a:pos x="26" y="86"/>
                </a:cxn>
                <a:cxn ang="0">
                  <a:pos x="17" y="88"/>
                </a:cxn>
                <a:cxn ang="0">
                  <a:pos x="20" y="96"/>
                </a:cxn>
                <a:cxn ang="0">
                  <a:pos x="30" y="97"/>
                </a:cxn>
                <a:cxn ang="0">
                  <a:pos x="34" y="94"/>
                </a:cxn>
                <a:cxn ang="0">
                  <a:pos x="34" y="89"/>
                </a:cxn>
                <a:cxn ang="0">
                  <a:pos x="38" y="91"/>
                </a:cxn>
                <a:cxn ang="0">
                  <a:pos x="35" y="93"/>
                </a:cxn>
                <a:cxn ang="0">
                  <a:pos x="38" y="96"/>
                </a:cxn>
                <a:cxn ang="0">
                  <a:pos x="46" y="93"/>
                </a:cxn>
                <a:cxn ang="0">
                  <a:pos x="55" y="86"/>
                </a:cxn>
                <a:cxn ang="0">
                  <a:pos x="70" y="88"/>
                </a:cxn>
                <a:cxn ang="0">
                  <a:pos x="79" y="85"/>
                </a:cxn>
                <a:cxn ang="0">
                  <a:pos x="82" y="75"/>
                </a:cxn>
              </a:cxnLst>
              <a:rect l="0" t="0" r="r" b="b"/>
              <a:pathLst>
                <a:path w="86" h="97">
                  <a:moveTo>
                    <a:pt x="82" y="66"/>
                  </a:moveTo>
                  <a:cubicBezTo>
                    <a:pt x="81" y="64"/>
                    <a:pt x="77" y="64"/>
                    <a:pt x="75" y="62"/>
                  </a:cubicBezTo>
                  <a:cubicBezTo>
                    <a:pt x="73" y="61"/>
                    <a:pt x="70" y="58"/>
                    <a:pt x="69" y="56"/>
                  </a:cubicBezTo>
                  <a:cubicBezTo>
                    <a:pt x="68" y="55"/>
                    <a:pt x="66" y="51"/>
                    <a:pt x="65" y="50"/>
                  </a:cubicBezTo>
                  <a:cubicBezTo>
                    <a:pt x="63" y="48"/>
                    <a:pt x="59" y="46"/>
                    <a:pt x="58" y="45"/>
                  </a:cubicBezTo>
                  <a:cubicBezTo>
                    <a:pt x="56" y="43"/>
                    <a:pt x="53" y="41"/>
                    <a:pt x="51" y="39"/>
                  </a:cubicBezTo>
                  <a:cubicBezTo>
                    <a:pt x="49" y="37"/>
                    <a:pt x="45" y="32"/>
                    <a:pt x="42" y="30"/>
                  </a:cubicBezTo>
                  <a:cubicBezTo>
                    <a:pt x="41" y="28"/>
                    <a:pt x="37" y="27"/>
                    <a:pt x="35" y="26"/>
                  </a:cubicBezTo>
                  <a:cubicBezTo>
                    <a:pt x="33" y="26"/>
                    <a:pt x="30" y="24"/>
                    <a:pt x="28" y="24"/>
                  </a:cubicBezTo>
                  <a:cubicBezTo>
                    <a:pt x="26" y="23"/>
                    <a:pt x="24" y="22"/>
                    <a:pt x="22" y="22"/>
                  </a:cubicBezTo>
                  <a:cubicBezTo>
                    <a:pt x="21" y="21"/>
                    <a:pt x="20" y="20"/>
                    <a:pt x="19" y="19"/>
                  </a:cubicBezTo>
                  <a:cubicBezTo>
                    <a:pt x="17" y="17"/>
                    <a:pt x="15" y="12"/>
                    <a:pt x="13" y="10"/>
                  </a:cubicBezTo>
                  <a:cubicBezTo>
                    <a:pt x="12" y="8"/>
                    <a:pt x="11" y="4"/>
                    <a:pt x="10" y="2"/>
                  </a:cubicBezTo>
                  <a:cubicBezTo>
                    <a:pt x="9" y="2"/>
                    <a:pt x="7" y="1"/>
                    <a:pt x="6" y="1"/>
                  </a:cubicBezTo>
                  <a:cubicBezTo>
                    <a:pt x="5" y="1"/>
                    <a:pt x="3" y="0"/>
                    <a:pt x="3" y="1"/>
                  </a:cubicBezTo>
                  <a:cubicBezTo>
                    <a:pt x="2" y="2"/>
                    <a:pt x="1" y="4"/>
                    <a:pt x="0" y="5"/>
                  </a:cubicBezTo>
                  <a:cubicBezTo>
                    <a:pt x="0" y="6"/>
                    <a:pt x="0" y="8"/>
                    <a:pt x="0" y="9"/>
                  </a:cubicBezTo>
                  <a:cubicBezTo>
                    <a:pt x="1" y="10"/>
                    <a:pt x="2" y="13"/>
                    <a:pt x="3" y="14"/>
                  </a:cubicBezTo>
                  <a:cubicBezTo>
                    <a:pt x="3" y="15"/>
                    <a:pt x="6" y="16"/>
                    <a:pt x="7" y="17"/>
                  </a:cubicBezTo>
                  <a:cubicBezTo>
                    <a:pt x="7" y="18"/>
                    <a:pt x="9" y="19"/>
                    <a:pt x="9" y="20"/>
                  </a:cubicBezTo>
                  <a:cubicBezTo>
                    <a:pt x="10" y="21"/>
                    <a:pt x="10" y="23"/>
                    <a:pt x="10" y="24"/>
                  </a:cubicBezTo>
                  <a:cubicBezTo>
                    <a:pt x="10" y="26"/>
                    <a:pt x="10" y="29"/>
                    <a:pt x="9" y="30"/>
                  </a:cubicBezTo>
                  <a:cubicBezTo>
                    <a:pt x="9" y="32"/>
                    <a:pt x="8" y="35"/>
                    <a:pt x="7" y="36"/>
                  </a:cubicBezTo>
                  <a:cubicBezTo>
                    <a:pt x="7" y="37"/>
                    <a:pt x="5" y="38"/>
                    <a:pt x="5" y="39"/>
                  </a:cubicBezTo>
                  <a:cubicBezTo>
                    <a:pt x="4" y="40"/>
                    <a:pt x="4" y="42"/>
                    <a:pt x="4" y="43"/>
                  </a:cubicBezTo>
                  <a:cubicBezTo>
                    <a:pt x="4" y="44"/>
                    <a:pt x="6" y="45"/>
                    <a:pt x="7" y="46"/>
                  </a:cubicBezTo>
                  <a:cubicBezTo>
                    <a:pt x="7" y="47"/>
                    <a:pt x="9" y="48"/>
                    <a:pt x="10" y="47"/>
                  </a:cubicBezTo>
                  <a:cubicBezTo>
                    <a:pt x="11" y="47"/>
                    <a:pt x="10" y="44"/>
                    <a:pt x="11" y="43"/>
                  </a:cubicBezTo>
                  <a:cubicBezTo>
                    <a:pt x="12" y="42"/>
                    <a:pt x="14" y="41"/>
                    <a:pt x="15" y="40"/>
                  </a:cubicBezTo>
                  <a:cubicBezTo>
                    <a:pt x="16" y="40"/>
                    <a:pt x="18" y="39"/>
                    <a:pt x="19" y="38"/>
                  </a:cubicBezTo>
                  <a:cubicBezTo>
                    <a:pt x="20" y="38"/>
                    <a:pt x="21" y="36"/>
                    <a:pt x="22" y="37"/>
                  </a:cubicBezTo>
                  <a:cubicBezTo>
                    <a:pt x="23" y="37"/>
                    <a:pt x="23" y="39"/>
                    <a:pt x="22" y="40"/>
                  </a:cubicBezTo>
                  <a:cubicBezTo>
                    <a:pt x="22" y="41"/>
                    <a:pt x="20" y="42"/>
                    <a:pt x="19" y="43"/>
                  </a:cubicBezTo>
                  <a:cubicBezTo>
                    <a:pt x="18" y="44"/>
                    <a:pt x="16" y="44"/>
                    <a:pt x="16" y="45"/>
                  </a:cubicBezTo>
                  <a:cubicBezTo>
                    <a:pt x="15" y="47"/>
                    <a:pt x="15" y="50"/>
                    <a:pt x="16" y="51"/>
                  </a:cubicBezTo>
                  <a:cubicBezTo>
                    <a:pt x="17" y="52"/>
                    <a:pt x="20" y="51"/>
                    <a:pt x="21" y="50"/>
                  </a:cubicBezTo>
                  <a:cubicBezTo>
                    <a:pt x="22" y="50"/>
                    <a:pt x="25" y="48"/>
                    <a:pt x="26" y="48"/>
                  </a:cubicBezTo>
                  <a:cubicBezTo>
                    <a:pt x="27" y="47"/>
                    <a:pt x="28" y="45"/>
                    <a:pt x="28" y="44"/>
                  </a:cubicBezTo>
                  <a:cubicBezTo>
                    <a:pt x="29" y="43"/>
                    <a:pt x="28" y="39"/>
                    <a:pt x="28" y="37"/>
                  </a:cubicBezTo>
                  <a:cubicBezTo>
                    <a:pt x="27" y="36"/>
                    <a:pt x="26" y="32"/>
                    <a:pt x="27" y="31"/>
                  </a:cubicBezTo>
                  <a:cubicBezTo>
                    <a:pt x="28" y="31"/>
                    <a:pt x="30" y="31"/>
                    <a:pt x="31" y="32"/>
                  </a:cubicBezTo>
                  <a:cubicBezTo>
                    <a:pt x="32" y="32"/>
                    <a:pt x="34" y="32"/>
                    <a:pt x="36" y="33"/>
                  </a:cubicBezTo>
                  <a:cubicBezTo>
                    <a:pt x="37" y="34"/>
                    <a:pt x="39" y="35"/>
                    <a:pt x="40" y="36"/>
                  </a:cubicBezTo>
                  <a:cubicBezTo>
                    <a:pt x="42" y="37"/>
                    <a:pt x="44" y="41"/>
                    <a:pt x="44" y="43"/>
                  </a:cubicBezTo>
                  <a:cubicBezTo>
                    <a:pt x="44" y="44"/>
                    <a:pt x="43" y="47"/>
                    <a:pt x="44" y="47"/>
                  </a:cubicBezTo>
                  <a:cubicBezTo>
                    <a:pt x="44" y="48"/>
                    <a:pt x="46" y="46"/>
                    <a:pt x="46" y="45"/>
                  </a:cubicBezTo>
                  <a:cubicBezTo>
                    <a:pt x="47" y="45"/>
                    <a:pt x="49" y="45"/>
                    <a:pt x="50" y="46"/>
                  </a:cubicBezTo>
                  <a:cubicBezTo>
                    <a:pt x="50" y="47"/>
                    <a:pt x="51" y="49"/>
                    <a:pt x="51" y="50"/>
                  </a:cubicBezTo>
                  <a:cubicBezTo>
                    <a:pt x="51" y="52"/>
                    <a:pt x="50" y="55"/>
                    <a:pt x="50" y="57"/>
                  </a:cubicBezTo>
                  <a:cubicBezTo>
                    <a:pt x="50" y="58"/>
                    <a:pt x="50" y="60"/>
                    <a:pt x="50" y="61"/>
                  </a:cubicBezTo>
                  <a:cubicBezTo>
                    <a:pt x="51" y="62"/>
                    <a:pt x="52" y="65"/>
                    <a:pt x="52" y="66"/>
                  </a:cubicBezTo>
                  <a:cubicBezTo>
                    <a:pt x="52" y="66"/>
                    <a:pt x="50" y="67"/>
                    <a:pt x="50" y="67"/>
                  </a:cubicBezTo>
                  <a:cubicBezTo>
                    <a:pt x="49" y="67"/>
                    <a:pt x="48" y="66"/>
                    <a:pt x="48" y="65"/>
                  </a:cubicBezTo>
                  <a:cubicBezTo>
                    <a:pt x="47" y="64"/>
                    <a:pt x="48" y="63"/>
                    <a:pt x="47" y="62"/>
                  </a:cubicBezTo>
                  <a:cubicBezTo>
                    <a:pt x="47" y="61"/>
                    <a:pt x="44" y="61"/>
                    <a:pt x="43" y="61"/>
                  </a:cubicBezTo>
                  <a:cubicBezTo>
                    <a:pt x="42" y="62"/>
                    <a:pt x="40" y="62"/>
                    <a:pt x="39" y="63"/>
                  </a:cubicBezTo>
                  <a:cubicBezTo>
                    <a:pt x="39" y="64"/>
                    <a:pt x="38" y="66"/>
                    <a:pt x="38" y="67"/>
                  </a:cubicBezTo>
                  <a:cubicBezTo>
                    <a:pt x="37" y="67"/>
                    <a:pt x="36" y="67"/>
                    <a:pt x="36" y="67"/>
                  </a:cubicBezTo>
                  <a:cubicBezTo>
                    <a:pt x="35" y="67"/>
                    <a:pt x="35" y="65"/>
                    <a:pt x="35" y="65"/>
                  </a:cubicBezTo>
                  <a:cubicBezTo>
                    <a:pt x="36" y="63"/>
                    <a:pt x="38" y="61"/>
                    <a:pt x="39" y="59"/>
                  </a:cubicBezTo>
                  <a:cubicBezTo>
                    <a:pt x="39" y="58"/>
                    <a:pt x="40" y="55"/>
                    <a:pt x="39" y="54"/>
                  </a:cubicBezTo>
                  <a:cubicBezTo>
                    <a:pt x="39" y="53"/>
                    <a:pt x="37" y="52"/>
                    <a:pt x="36" y="52"/>
                  </a:cubicBezTo>
                  <a:cubicBezTo>
                    <a:pt x="34" y="52"/>
                    <a:pt x="31" y="53"/>
                    <a:pt x="29" y="54"/>
                  </a:cubicBezTo>
                  <a:cubicBezTo>
                    <a:pt x="28" y="54"/>
                    <a:pt x="27" y="56"/>
                    <a:pt x="26" y="57"/>
                  </a:cubicBezTo>
                  <a:cubicBezTo>
                    <a:pt x="26" y="58"/>
                    <a:pt x="26" y="60"/>
                    <a:pt x="26" y="61"/>
                  </a:cubicBezTo>
                  <a:cubicBezTo>
                    <a:pt x="27" y="62"/>
                    <a:pt x="29" y="64"/>
                    <a:pt x="30" y="66"/>
                  </a:cubicBezTo>
                  <a:cubicBezTo>
                    <a:pt x="31" y="67"/>
                    <a:pt x="33" y="69"/>
                    <a:pt x="33" y="71"/>
                  </a:cubicBezTo>
                  <a:cubicBezTo>
                    <a:pt x="34" y="72"/>
                    <a:pt x="33" y="74"/>
                    <a:pt x="33" y="76"/>
                  </a:cubicBezTo>
                  <a:cubicBezTo>
                    <a:pt x="32" y="77"/>
                    <a:pt x="33" y="81"/>
                    <a:pt x="32" y="82"/>
                  </a:cubicBezTo>
                  <a:cubicBezTo>
                    <a:pt x="32" y="83"/>
                    <a:pt x="31" y="82"/>
                    <a:pt x="30" y="83"/>
                  </a:cubicBezTo>
                  <a:cubicBezTo>
                    <a:pt x="30" y="83"/>
                    <a:pt x="28" y="84"/>
                    <a:pt x="28" y="84"/>
                  </a:cubicBezTo>
                  <a:cubicBezTo>
                    <a:pt x="27" y="84"/>
                    <a:pt x="26" y="85"/>
                    <a:pt x="26" y="86"/>
                  </a:cubicBezTo>
                  <a:cubicBezTo>
                    <a:pt x="24" y="86"/>
                    <a:pt x="21" y="86"/>
                    <a:pt x="19" y="87"/>
                  </a:cubicBezTo>
                  <a:cubicBezTo>
                    <a:pt x="19" y="87"/>
                    <a:pt x="17" y="88"/>
                    <a:pt x="17" y="88"/>
                  </a:cubicBezTo>
                  <a:cubicBezTo>
                    <a:pt x="16" y="89"/>
                    <a:pt x="17" y="92"/>
                    <a:pt x="17" y="93"/>
                  </a:cubicBezTo>
                  <a:cubicBezTo>
                    <a:pt x="18" y="94"/>
                    <a:pt x="19" y="96"/>
                    <a:pt x="20" y="96"/>
                  </a:cubicBezTo>
                  <a:cubicBezTo>
                    <a:pt x="21" y="97"/>
                    <a:pt x="24" y="97"/>
                    <a:pt x="25" y="97"/>
                  </a:cubicBezTo>
                  <a:cubicBezTo>
                    <a:pt x="26" y="97"/>
                    <a:pt x="29" y="97"/>
                    <a:pt x="30" y="97"/>
                  </a:cubicBezTo>
                  <a:cubicBezTo>
                    <a:pt x="31" y="97"/>
                    <a:pt x="31" y="96"/>
                    <a:pt x="32" y="95"/>
                  </a:cubicBezTo>
                  <a:cubicBezTo>
                    <a:pt x="32" y="95"/>
                    <a:pt x="33" y="94"/>
                    <a:pt x="34" y="94"/>
                  </a:cubicBezTo>
                  <a:cubicBezTo>
                    <a:pt x="34" y="93"/>
                    <a:pt x="33" y="92"/>
                    <a:pt x="33" y="91"/>
                  </a:cubicBezTo>
                  <a:cubicBezTo>
                    <a:pt x="33" y="91"/>
                    <a:pt x="33" y="89"/>
                    <a:pt x="34" y="89"/>
                  </a:cubicBezTo>
                  <a:cubicBezTo>
                    <a:pt x="34" y="89"/>
                    <a:pt x="35" y="89"/>
                    <a:pt x="35" y="89"/>
                  </a:cubicBezTo>
                  <a:cubicBezTo>
                    <a:pt x="36" y="90"/>
                    <a:pt x="37" y="90"/>
                    <a:pt x="38" y="91"/>
                  </a:cubicBezTo>
                  <a:cubicBezTo>
                    <a:pt x="38" y="91"/>
                    <a:pt x="37" y="92"/>
                    <a:pt x="37" y="92"/>
                  </a:cubicBezTo>
                  <a:cubicBezTo>
                    <a:pt x="37" y="93"/>
                    <a:pt x="36" y="93"/>
                    <a:pt x="35" y="93"/>
                  </a:cubicBezTo>
                  <a:cubicBezTo>
                    <a:pt x="35" y="94"/>
                    <a:pt x="35" y="95"/>
                    <a:pt x="35" y="96"/>
                  </a:cubicBezTo>
                  <a:cubicBezTo>
                    <a:pt x="36" y="96"/>
                    <a:pt x="37" y="96"/>
                    <a:pt x="38" y="96"/>
                  </a:cubicBezTo>
                  <a:cubicBezTo>
                    <a:pt x="39" y="96"/>
                    <a:pt x="41" y="96"/>
                    <a:pt x="42" y="96"/>
                  </a:cubicBezTo>
                  <a:cubicBezTo>
                    <a:pt x="43" y="95"/>
                    <a:pt x="45" y="93"/>
                    <a:pt x="46" y="93"/>
                  </a:cubicBezTo>
                  <a:cubicBezTo>
                    <a:pt x="47" y="92"/>
                    <a:pt x="49" y="89"/>
                    <a:pt x="50" y="88"/>
                  </a:cubicBezTo>
                  <a:cubicBezTo>
                    <a:pt x="51" y="87"/>
                    <a:pt x="54" y="86"/>
                    <a:pt x="55" y="86"/>
                  </a:cubicBezTo>
                  <a:cubicBezTo>
                    <a:pt x="57" y="86"/>
                    <a:pt x="61" y="86"/>
                    <a:pt x="63" y="86"/>
                  </a:cubicBezTo>
                  <a:cubicBezTo>
                    <a:pt x="65" y="87"/>
                    <a:pt x="68" y="88"/>
                    <a:pt x="70" y="88"/>
                  </a:cubicBezTo>
                  <a:cubicBezTo>
                    <a:pt x="70" y="88"/>
                    <a:pt x="72" y="87"/>
                    <a:pt x="72" y="87"/>
                  </a:cubicBezTo>
                  <a:cubicBezTo>
                    <a:pt x="74" y="86"/>
                    <a:pt x="77" y="85"/>
                    <a:pt x="79" y="85"/>
                  </a:cubicBezTo>
                  <a:cubicBezTo>
                    <a:pt x="80" y="85"/>
                    <a:pt x="82" y="88"/>
                    <a:pt x="83" y="87"/>
                  </a:cubicBezTo>
                  <a:cubicBezTo>
                    <a:pt x="86" y="85"/>
                    <a:pt x="82" y="78"/>
                    <a:pt x="82" y="75"/>
                  </a:cubicBezTo>
                  <a:cubicBezTo>
                    <a:pt x="82" y="73"/>
                    <a:pt x="83" y="68"/>
                    <a:pt x="82" y="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39"/>
            <p:cNvSpPr>
              <a:spLocks/>
            </p:cNvSpPr>
            <p:nvPr/>
          </p:nvSpPr>
          <p:spPr bwMode="auto">
            <a:xfrm>
              <a:off x="3143251" y="1087438"/>
              <a:ext cx="14288" cy="14288"/>
            </a:xfrm>
            <a:custGeom>
              <a:avLst/>
              <a:gdLst/>
              <a:ahLst/>
              <a:cxnLst>
                <a:cxn ang="0">
                  <a:pos x="5" y="4"/>
                </a:cxn>
                <a:cxn ang="0">
                  <a:pos x="7" y="3"/>
                </a:cxn>
                <a:cxn ang="0">
                  <a:pos x="6" y="0"/>
                </a:cxn>
                <a:cxn ang="0">
                  <a:pos x="3" y="1"/>
                </a:cxn>
                <a:cxn ang="0">
                  <a:pos x="1" y="2"/>
                </a:cxn>
                <a:cxn ang="0">
                  <a:pos x="0" y="3"/>
                </a:cxn>
                <a:cxn ang="0">
                  <a:pos x="0" y="5"/>
                </a:cxn>
                <a:cxn ang="0">
                  <a:pos x="1" y="6"/>
                </a:cxn>
                <a:cxn ang="0">
                  <a:pos x="2" y="8"/>
                </a:cxn>
                <a:cxn ang="0">
                  <a:pos x="4" y="7"/>
                </a:cxn>
                <a:cxn ang="0">
                  <a:pos x="4" y="5"/>
                </a:cxn>
                <a:cxn ang="0">
                  <a:pos x="5" y="4"/>
                </a:cxn>
              </a:cxnLst>
              <a:rect l="0" t="0" r="r" b="b"/>
              <a:pathLst>
                <a:path w="8" h="8">
                  <a:moveTo>
                    <a:pt x="5" y="4"/>
                  </a:moveTo>
                  <a:cubicBezTo>
                    <a:pt x="6" y="4"/>
                    <a:pt x="7" y="3"/>
                    <a:pt x="7" y="3"/>
                  </a:cubicBezTo>
                  <a:cubicBezTo>
                    <a:pt x="8" y="2"/>
                    <a:pt x="7" y="1"/>
                    <a:pt x="6" y="0"/>
                  </a:cubicBezTo>
                  <a:cubicBezTo>
                    <a:pt x="6" y="0"/>
                    <a:pt x="4" y="0"/>
                    <a:pt x="3" y="1"/>
                  </a:cubicBezTo>
                  <a:cubicBezTo>
                    <a:pt x="2" y="1"/>
                    <a:pt x="2" y="2"/>
                    <a:pt x="1" y="2"/>
                  </a:cubicBezTo>
                  <a:cubicBezTo>
                    <a:pt x="1" y="2"/>
                    <a:pt x="0" y="3"/>
                    <a:pt x="0" y="3"/>
                  </a:cubicBezTo>
                  <a:cubicBezTo>
                    <a:pt x="0" y="3"/>
                    <a:pt x="0" y="4"/>
                    <a:pt x="0" y="5"/>
                  </a:cubicBezTo>
                  <a:cubicBezTo>
                    <a:pt x="0" y="5"/>
                    <a:pt x="1" y="6"/>
                    <a:pt x="1" y="6"/>
                  </a:cubicBezTo>
                  <a:cubicBezTo>
                    <a:pt x="1" y="6"/>
                    <a:pt x="1" y="7"/>
                    <a:pt x="2" y="8"/>
                  </a:cubicBezTo>
                  <a:cubicBezTo>
                    <a:pt x="2" y="8"/>
                    <a:pt x="4" y="7"/>
                    <a:pt x="4" y="7"/>
                  </a:cubicBezTo>
                  <a:cubicBezTo>
                    <a:pt x="4" y="7"/>
                    <a:pt x="4" y="6"/>
                    <a:pt x="4" y="5"/>
                  </a:cubicBezTo>
                  <a:cubicBezTo>
                    <a:pt x="4" y="5"/>
                    <a:pt x="5" y="4"/>
                    <a:pt x="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40"/>
            <p:cNvSpPr>
              <a:spLocks/>
            </p:cNvSpPr>
            <p:nvPr/>
          </p:nvSpPr>
          <p:spPr bwMode="auto">
            <a:xfrm>
              <a:off x="3021013" y="898526"/>
              <a:ext cx="203200" cy="254000"/>
            </a:xfrm>
            <a:custGeom>
              <a:avLst/>
              <a:gdLst/>
              <a:ahLst/>
              <a:cxnLst>
                <a:cxn ang="0">
                  <a:pos x="66" y="100"/>
                </a:cxn>
                <a:cxn ang="0">
                  <a:pos x="57" y="103"/>
                </a:cxn>
                <a:cxn ang="0">
                  <a:pos x="57" y="112"/>
                </a:cxn>
                <a:cxn ang="0">
                  <a:pos x="49" y="121"/>
                </a:cxn>
                <a:cxn ang="0">
                  <a:pos x="43" y="129"/>
                </a:cxn>
                <a:cxn ang="0">
                  <a:pos x="52" y="126"/>
                </a:cxn>
                <a:cxn ang="0">
                  <a:pos x="48" y="138"/>
                </a:cxn>
                <a:cxn ang="0">
                  <a:pos x="37" y="134"/>
                </a:cxn>
                <a:cxn ang="0">
                  <a:pos x="36" y="124"/>
                </a:cxn>
                <a:cxn ang="0">
                  <a:pos x="26" y="129"/>
                </a:cxn>
                <a:cxn ang="0">
                  <a:pos x="13" y="118"/>
                </a:cxn>
                <a:cxn ang="0">
                  <a:pos x="4" y="113"/>
                </a:cxn>
                <a:cxn ang="0">
                  <a:pos x="1" y="98"/>
                </a:cxn>
                <a:cxn ang="0">
                  <a:pos x="13" y="93"/>
                </a:cxn>
                <a:cxn ang="0">
                  <a:pos x="24" y="88"/>
                </a:cxn>
                <a:cxn ang="0">
                  <a:pos x="15" y="77"/>
                </a:cxn>
                <a:cxn ang="0">
                  <a:pos x="6" y="77"/>
                </a:cxn>
                <a:cxn ang="0">
                  <a:pos x="18" y="68"/>
                </a:cxn>
                <a:cxn ang="0">
                  <a:pos x="21" y="61"/>
                </a:cxn>
                <a:cxn ang="0">
                  <a:pos x="12" y="54"/>
                </a:cxn>
                <a:cxn ang="0">
                  <a:pos x="9" y="42"/>
                </a:cxn>
                <a:cxn ang="0">
                  <a:pos x="26" y="45"/>
                </a:cxn>
                <a:cxn ang="0">
                  <a:pos x="33" y="52"/>
                </a:cxn>
                <a:cxn ang="0">
                  <a:pos x="31" y="39"/>
                </a:cxn>
                <a:cxn ang="0">
                  <a:pos x="40" y="37"/>
                </a:cxn>
                <a:cxn ang="0">
                  <a:pos x="42" y="50"/>
                </a:cxn>
                <a:cxn ang="0">
                  <a:pos x="44" y="41"/>
                </a:cxn>
                <a:cxn ang="0">
                  <a:pos x="53" y="53"/>
                </a:cxn>
                <a:cxn ang="0">
                  <a:pos x="59" y="61"/>
                </a:cxn>
                <a:cxn ang="0">
                  <a:pos x="63" y="46"/>
                </a:cxn>
                <a:cxn ang="0">
                  <a:pos x="51" y="37"/>
                </a:cxn>
                <a:cxn ang="0">
                  <a:pos x="41" y="25"/>
                </a:cxn>
                <a:cxn ang="0">
                  <a:pos x="31" y="33"/>
                </a:cxn>
                <a:cxn ang="0">
                  <a:pos x="21" y="37"/>
                </a:cxn>
                <a:cxn ang="0">
                  <a:pos x="27" y="18"/>
                </a:cxn>
                <a:cxn ang="0">
                  <a:pos x="18" y="21"/>
                </a:cxn>
                <a:cxn ang="0">
                  <a:pos x="14" y="33"/>
                </a:cxn>
                <a:cxn ang="0">
                  <a:pos x="6" y="36"/>
                </a:cxn>
                <a:cxn ang="0">
                  <a:pos x="15" y="21"/>
                </a:cxn>
                <a:cxn ang="0">
                  <a:pos x="24" y="5"/>
                </a:cxn>
                <a:cxn ang="0">
                  <a:pos x="43" y="0"/>
                </a:cxn>
                <a:cxn ang="0">
                  <a:pos x="51" y="8"/>
                </a:cxn>
                <a:cxn ang="0">
                  <a:pos x="45" y="26"/>
                </a:cxn>
                <a:cxn ang="0">
                  <a:pos x="73" y="28"/>
                </a:cxn>
                <a:cxn ang="0">
                  <a:pos x="94" y="41"/>
                </a:cxn>
                <a:cxn ang="0">
                  <a:pos x="77" y="59"/>
                </a:cxn>
                <a:cxn ang="0">
                  <a:pos x="86" y="82"/>
                </a:cxn>
                <a:cxn ang="0">
                  <a:pos x="102" y="93"/>
                </a:cxn>
                <a:cxn ang="0">
                  <a:pos x="102" y="106"/>
                </a:cxn>
                <a:cxn ang="0">
                  <a:pos x="103" y="121"/>
                </a:cxn>
                <a:cxn ang="0">
                  <a:pos x="93" y="115"/>
                </a:cxn>
                <a:cxn ang="0">
                  <a:pos x="96" y="108"/>
                </a:cxn>
                <a:cxn ang="0">
                  <a:pos x="90" y="106"/>
                </a:cxn>
                <a:cxn ang="0">
                  <a:pos x="88" y="103"/>
                </a:cxn>
                <a:cxn ang="0">
                  <a:pos x="87" y="98"/>
                </a:cxn>
                <a:cxn ang="0">
                  <a:pos x="79" y="97"/>
                </a:cxn>
              </a:cxnLst>
              <a:rect l="0" t="0" r="r" b="b"/>
              <a:pathLst>
                <a:path w="111" h="139">
                  <a:moveTo>
                    <a:pt x="76" y="98"/>
                  </a:moveTo>
                  <a:cubicBezTo>
                    <a:pt x="75" y="98"/>
                    <a:pt x="75" y="100"/>
                    <a:pt x="74" y="100"/>
                  </a:cubicBezTo>
                  <a:cubicBezTo>
                    <a:pt x="73" y="100"/>
                    <a:pt x="71" y="99"/>
                    <a:pt x="70" y="99"/>
                  </a:cubicBezTo>
                  <a:cubicBezTo>
                    <a:pt x="69" y="99"/>
                    <a:pt x="67" y="100"/>
                    <a:pt x="66" y="100"/>
                  </a:cubicBezTo>
                  <a:cubicBezTo>
                    <a:pt x="65" y="100"/>
                    <a:pt x="64" y="102"/>
                    <a:pt x="64" y="102"/>
                  </a:cubicBezTo>
                  <a:cubicBezTo>
                    <a:pt x="63" y="102"/>
                    <a:pt x="62" y="103"/>
                    <a:pt x="61" y="103"/>
                  </a:cubicBezTo>
                  <a:cubicBezTo>
                    <a:pt x="60" y="103"/>
                    <a:pt x="59" y="101"/>
                    <a:pt x="58" y="101"/>
                  </a:cubicBezTo>
                  <a:cubicBezTo>
                    <a:pt x="57" y="102"/>
                    <a:pt x="57" y="103"/>
                    <a:pt x="57" y="103"/>
                  </a:cubicBezTo>
                  <a:cubicBezTo>
                    <a:pt x="56" y="104"/>
                    <a:pt x="57" y="105"/>
                    <a:pt x="57" y="106"/>
                  </a:cubicBezTo>
                  <a:cubicBezTo>
                    <a:pt x="57" y="106"/>
                    <a:pt x="59" y="107"/>
                    <a:pt x="59" y="107"/>
                  </a:cubicBezTo>
                  <a:cubicBezTo>
                    <a:pt x="59" y="108"/>
                    <a:pt x="59" y="109"/>
                    <a:pt x="59" y="110"/>
                  </a:cubicBezTo>
                  <a:cubicBezTo>
                    <a:pt x="58" y="111"/>
                    <a:pt x="58" y="112"/>
                    <a:pt x="57" y="112"/>
                  </a:cubicBezTo>
                  <a:cubicBezTo>
                    <a:pt x="57" y="112"/>
                    <a:pt x="55" y="113"/>
                    <a:pt x="55" y="113"/>
                  </a:cubicBezTo>
                  <a:cubicBezTo>
                    <a:pt x="54" y="114"/>
                    <a:pt x="53" y="116"/>
                    <a:pt x="52" y="117"/>
                  </a:cubicBezTo>
                  <a:cubicBezTo>
                    <a:pt x="52" y="117"/>
                    <a:pt x="52" y="119"/>
                    <a:pt x="51" y="120"/>
                  </a:cubicBezTo>
                  <a:cubicBezTo>
                    <a:pt x="51" y="120"/>
                    <a:pt x="49" y="121"/>
                    <a:pt x="49" y="121"/>
                  </a:cubicBezTo>
                  <a:cubicBezTo>
                    <a:pt x="48" y="121"/>
                    <a:pt x="46" y="121"/>
                    <a:pt x="45" y="122"/>
                  </a:cubicBezTo>
                  <a:cubicBezTo>
                    <a:pt x="45" y="122"/>
                    <a:pt x="44" y="122"/>
                    <a:pt x="43" y="123"/>
                  </a:cubicBezTo>
                  <a:cubicBezTo>
                    <a:pt x="43" y="124"/>
                    <a:pt x="42" y="125"/>
                    <a:pt x="42" y="126"/>
                  </a:cubicBezTo>
                  <a:cubicBezTo>
                    <a:pt x="42" y="127"/>
                    <a:pt x="43" y="128"/>
                    <a:pt x="43" y="129"/>
                  </a:cubicBezTo>
                  <a:cubicBezTo>
                    <a:pt x="44" y="129"/>
                    <a:pt x="45" y="128"/>
                    <a:pt x="46" y="128"/>
                  </a:cubicBezTo>
                  <a:cubicBezTo>
                    <a:pt x="47" y="128"/>
                    <a:pt x="47" y="126"/>
                    <a:pt x="48" y="125"/>
                  </a:cubicBezTo>
                  <a:cubicBezTo>
                    <a:pt x="48" y="125"/>
                    <a:pt x="50" y="125"/>
                    <a:pt x="50" y="125"/>
                  </a:cubicBezTo>
                  <a:cubicBezTo>
                    <a:pt x="51" y="125"/>
                    <a:pt x="52" y="126"/>
                    <a:pt x="52" y="126"/>
                  </a:cubicBezTo>
                  <a:cubicBezTo>
                    <a:pt x="53" y="127"/>
                    <a:pt x="55" y="129"/>
                    <a:pt x="55" y="130"/>
                  </a:cubicBezTo>
                  <a:cubicBezTo>
                    <a:pt x="55" y="131"/>
                    <a:pt x="54" y="133"/>
                    <a:pt x="53" y="134"/>
                  </a:cubicBezTo>
                  <a:cubicBezTo>
                    <a:pt x="53" y="135"/>
                    <a:pt x="52" y="137"/>
                    <a:pt x="52" y="138"/>
                  </a:cubicBezTo>
                  <a:cubicBezTo>
                    <a:pt x="51" y="139"/>
                    <a:pt x="49" y="139"/>
                    <a:pt x="48" y="138"/>
                  </a:cubicBezTo>
                  <a:cubicBezTo>
                    <a:pt x="47" y="138"/>
                    <a:pt x="47" y="135"/>
                    <a:pt x="46" y="135"/>
                  </a:cubicBezTo>
                  <a:cubicBezTo>
                    <a:pt x="45" y="134"/>
                    <a:pt x="44" y="135"/>
                    <a:pt x="43" y="135"/>
                  </a:cubicBezTo>
                  <a:cubicBezTo>
                    <a:pt x="42" y="135"/>
                    <a:pt x="40" y="135"/>
                    <a:pt x="39" y="135"/>
                  </a:cubicBezTo>
                  <a:cubicBezTo>
                    <a:pt x="39" y="135"/>
                    <a:pt x="37" y="134"/>
                    <a:pt x="37" y="134"/>
                  </a:cubicBezTo>
                  <a:cubicBezTo>
                    <a:pt x="36" y="133"/>
                    <a:pt x="36" y="132"/>
                    <a:pt x="36" y="131"/>
                  </a:cubicBezTo>
                  <a:cubicBezTo>
                    <a:pt x="36" y="131"/>
                    <a:pt x="38" y="130"/>
                    <a:pt x="38" y="130"/>
                  </a:cubicBezTo>
                  <a:cubicBezTo>
                    <a:pt x="38" y="129"/>
                    <a:pt x="39" y="126"/>
                    <a:pt x="38" y="125"/>
                  </a:cubicBezTo>
                  <a:cubicBezTo>
                    <a:pt x="38" y="125"/>
                    <a:pt x="37" y="124"/>
                    <a:pt x="36" y="124"/>
                  </a:cubicBezTo>
                  <a:cubicBezTo>
                    <a:pt x="36" y="124"/>
                    <a:pt x="35" y="125"/>
                    <a:pt x="35" y="125"/>
                  </a:cubicBezTo>
                  <a:cubicBezTo>
                    <a:pt x="34" y="126"/>
                    <a:pt x="34" y="127"/>
                    <a:pt x="34" y="128"/>
                  </a:cubicBezTo>
                  <a:cubicBezTo>
                    <a:pt x="33" y="128"/>
                    <a:pt x="32" y="129"/>
                    <a:pt x="31" y="129"/>
                  </a:cubicBezTo>
                  <a:cubicBezTo>
                    <a:pt x="30" y="129"/>
                    <a:pt x="28" y="129"/>
                    <a:pt x="26" y="129"/>
                  </a:cubicBezTo>
                  <a:cubicBezTo>
                    <a:pt x="25" y="128"/>
                    <a:pt x="24" y="127"/>
                    <a:pt x="23" y="126"/>
                  </a:cubicBezTo>
                  <a:cubicBezTo>
                    <a:pt x="22" y="125"/>
                    <a:pt x="20" y="124"/>
                    <a:pt x="19" y="123"/>
                  </a:cubicBezTo>
                  <a:cubicBezTo>
                    <a:pt x="18" y="122"/>
                    <a:pt x="17" y="120"/>
                    <a:pt x="17" y="120"/>
                  </a:cubicBezTo>
                  <a:cubicBezTo>
                    <a:pt x="16" y="119"/>
                    <a:pt x="14" y="118"/>
                    <a:pt x="13" y="118"/>
                  </a:cubicBezTo>
                  <a:cubicBezTo>
                    <a:pt x="13" y="118"/>
                    <a:pt x="11" y="119"/>
                    <a:pt x="10" y="119"/>
                  </a:cubicBezTo>
                  <a:cubicBezTo>
                    <a:pt x="10" y="120"/>
                    <a:pt x="8" y="120"/>
                    <a:pt x="7" y="120"/>
                  </a:cubicBezTo>
                  <a:cubicBezTo>
                    <a:pt x="6" y="120"/>
                    <a:pt x="5" y="119"/>
                    <a:pt x="4" y="118"/>
                  </a:cubicBezTo>
                  <a:cubicBezTo>
                    <a:pt x="4" y="117"/>
                    <a:pt x="4" y="114"/>
                    <a:pt x="4" y="113"/>
                  </a:cubicBezTo>
                  <a:cubicBezTo>
                    <a:pt x="3" y="112"/>
                    <a:pt x="2" y="111"/>
                    <a:pt x="2" y="110"/>
                  </a:cubicBezTo>
                  <a:cubicBezTo>
                    <a:pt x="1" y="109"/>
                    <a:pt x="0" y="107"/>
                    <a:pt x="0" y="106"/>
                  </a:cubicBezTo>
                  <a:cubicBezTo>
                    <a:pt x="0" y="105"/>
                    <a:pt x="1" y="103"/>
                    <a:pt x="1" y="103"/>
                  </a:cubicBezTo>
                  <a:cubicBezTo>
                    <a:pt x="1" y="101"/>
                    <a:pt x="1" y="99"/>
                    <a:pt x="1" y="98"/>
                  </a:cubicBezTo>
                  <a:cubicBezTo>
                    <a:pt x="2" y="97"/>
                    <a:pt x="3" y="95"/>
                    <a:pt x="4" y="95"/>
                  </a:cubicBezTo>
                  <a:cubicBezTo>
                    <a:pt x="5" y="94"/>
                    <a:pt x="7" y="96"/>
                    <a:pt x="8" y="95"/>
                  </a:cubicBezTo>
                  <a:cubicBezTo>
                    <a:pt x="9" y="95"/>
                    <a:pt x="10" y="93"/>
                    <a:pt x="10" y="93"/>
                  </a:cubicBezTo>
                  <a:cubicBezTo>
                    <a:pt x="11" y="93"/>
                    <a:pt x="12" y="93"/>
                    <a:pt x="13" y="93"/>
                  </a:cubicBezTo>
                  <a:cubicBezTo>
                    <a:pt x="14" y="93"/>
                    <a:pt x="16" y="94"/>
                    <a:pt x="17" y="94"/>
                  </a:cubicBezTo>
                  <a:cubicBezTo>
                    <a:pt x="18" y="94"/>
                    <a:pt x="20" y="95"/>
                    <a:pt x="20" y="94"/>
                  </a:cubicBezTo>
                  <a:cubicBezTo>
                    <a:pt x="21" y="94"/>
                    <a:pt x="22" y="93"/>
                    <a:pt x="23" y="92"/>
                  </a:cubicBezTo>
                  <a:cubicBezTo>
                    <a:pt x="24" y="91"/>
                    <a:pt x="25" y="89"/>
                    <a:pt x="24" y="88"/>
                  </a:cubicBezTo>
                  <a:cubicBezTo>
                    <a:pt x="24" y="87"/>
                    <a:pt x="21" y="88"/>
                    <a:pt x="20" y="87"/>
                  </a:cubicBezTo>
                  <a:cubicBezTo>
                    <a:pt x="20" y="87"/>
                    <a:pt x="19" y="85"/>
                    <a:pt x="19" y="84"/>
                  </a:cubicBezTo>
                  <a:cubicBezTo>
                    <a:pt x="19" y="83"/>
                    <a:pt x="20" y="80"/>
                    <a:pt x="19" y="79"/>
                  </a:cubicBezTo>
                  <a:cubicBezTo>
                    <a:pt x="19" y="78"/>
                    <a:pt x="16" y="77"/>
                    <a:pt x="15" y="77"/>
                  </a:cubicBezTo>
                  <a:cubicBezTo>
                    <a:pt x="14" y="77"/>
                    <a:pt x="13" y="77"/>
                    <a:pt x="12" y="78"/>
                  </a:cubicBezTo>
                  <a:cubicBezTo>
                    <a:pt x="11" y="78"/>
                    <a:pt x="10" y="79"/>
                    <a:pt x="9" y="80"/>
                  </a:cubicBezTo>
                  <a:cubicBezTo>
                    <a:pt x="8" y="80"/>
                    <a:pt x="7" y="80"/>
                    <a:pt x="6" y="80"/>
                  </a:cubicBezTo>
                  <a:cubicBezTo>
                    <a:pt x="6" y="79"/>
                    <a:pt x="6" y="78"/>
                    <a:pt x="6" y="77"/>
                  </a:cubicBezTo>
                  <a:cubicBezTo>
                    <a:pt x="6" y="76"/>
                    <a:pt x="7" y="74"/>
                    <a:pt x="8" y="74"/>
                  </a:cubicBezTo>
                  <a:cubicBezTo>
                    <a:pt x="8" y="73"/>
                    <a:pt x="10" y="73"/>
                    <a:pt x="10" y="72"/>
                  </a:cubicBezTo>
                  <a:cubicBezTo>
                    <a:pt x="12" y="72"/>
                    <a:pt x="14" y="72"/>
                    <a:pt x="15" y="71"/>
                  </a:cubicBezTo>
                  <a:cubicBezTo>
                    <a:pt x="16" y="71"/>
                    <a:pt x="17" y="68"/>
                    <a:pt x="18" y="68"/>
                  </a:cubicBezTo>
                  <a:cubicBezTo>
                    <a:pt x="19" y="67"/>
                    <a:pt x="21" y="67"/>
                    <a:pt x="22" y="66"/>
                  </a:cubicBezTo>
                  <a:cubicBezTo>
                    <a:pt x="23" y="66"/>
                    <a:pt x="24" y="65"/>
                    <a:pt x="24" y="64"/>
                  </a:cubicBezTo>
                  <a:cubicBezTo>
                    <a:pt x="25" y="64"/>
                    <a:pt x="25" y="63"/>
                    <a:pt x="25" y="63"/>
                  </a:cubicBezTo>
                  <a:cubicBezTo>
                    <a:pt x="24" y="62"/>
                    <a:pt x="22" y="62"/>
                    <a:pt x="21" y="61"/>
                  </a:cubicBezTo>
                  <a:cubicBezTo>
                    <a:pt x="21" y="61"/>
                    <a:pt x="20" y="59"/>
                    <a:pt x="19" y="58"/>
                  </a:cubicBezTo>
                  <a:cubicBezTo>
                    <a:pt x="19" y="58"/>
                    <a:pt x="19" y="56"/>
                    <a:pt x="18" y="55"/>
                  </a:cubicBezTo>
                  <a:cubicBezTo>
                    <a:pt x="17" y="55"/>
                    <a:pt x="15" y="56"/>
                    <a:pt x="15" y="56"/>
                  </a:cubicBezTo>
                  <a:cubicBezTo>
                    <a:pt x="14" y="56"/>
                    <a:pt x="13" y="54"/>
                    <a:pt x="12" y="54"/>
                  </a:cubicBezTo>
                  <a:cubicBezTo>
                    <a:pt x="11" y="53"/>
                    <a:pt x="8" y="53"/>
                    <a:pt x="7" y="52"/>
                  </a:cubicBezTo>
                  <a:cubicBezTo>
                    <a:pt x="6" y="51"/>
                    <a:pt x="5" y="49"/>
                    <a:pt x="5" y="48"/>
                  </a:cubicBezTo>
                  <a:cubicBezTo>
                    <a:pt x="5" y="47"/>
                    <a:pt x="5" y="45"/>
                    <a:pt x="5" y="44"/>
                  </a:cubicBezTo>
                  <a:cubicBezTo>
                    <a:pt x="6" y="43"/>
                    <a:pt x="8" y="42"/>
                    <a:pt x="9" y="42"/>
                  </a:cubicBezTo>
                  <a:cubicBezTo>
                    <a:pt x="10" y="41"/>
                    <a:pt x="13" y="41"/>
                    <a:pt x="15" y="41"/>
                  </a:cubicBezTo>
                  <a:cubicBezTo>
                    <a:pt x="16" y="41"/>
                    <a:pt x="19" y="41"/>
                    <a:pt x="21" y="41"/>
                  </a:cubicBezTo>
                  <a:cubicBezTo>
                    <a:pt x="21" y="41"/>
                    <a:pt x="22" y="42"/>
                    <a:pt x="23" y="43"/>
                  </a:cubicBezTo>
                  <a:cubicBezTo>
                    <a:pt x="24" y="43"/>
                    <a:pt x="26" y="44"/>
                    <a:pt x="26" y="45"/>
                  </a:cubicBezTo>
                  <a:cubicBezTo>
                    <a:pt x="27" y="46"/>
                    <a:pt x="28" y="47"/>
                    <a:pt x="29" y="48"/>
                  </a:cubicBezTo>
                  <a:cubicBezTo>
                    <a:pt x="29" y="49"/>
                    <a:pt x="28" y="50"/>
                    <a:pt x="29" y="51"/>
                  </a:cubicBezTo>
                  <a:cubicBezTo>
                    <a:pt x="29" y="52"/>
                    <a:pt x="30" y="53"/>
                    <a:pt x="31" y="53"/>
                  </a:cubicBezTo>
                  <a:cubicBezTo>
                    <a:pt x="32" y="53"/>
                    <a:pt x="33" y="53"/>
                    <a:pt x="33" y="52"/>
                  </a:cubicBezTo>
                  <a:cubicBezTo>
                    <a:pt x="34" y="52"/>
                    <a:pt x="34" y="50"/>
                    <a:pt x="34" y="49"/>
                  </a:cubicBezTo>
                  <a:cubicBezTo>
                    <a:pt x="34" y="48"/>
                    <a:pt x="32" y="47"/>
                    <a:pt x="32" y="47"/>
                  </a:cubicBezTo>
                  <a:cubicBezTo>
                    <a:pt x="31" y="46"/>
                    <a:pt x="30" y="44"/>
                    <a:pt x="30" y="43"/>
                  </a:cubicBezTo>
                  <a:cubicBezTo>
                    <a:pt x="30" y="42"/>
                    <a:pt x="31" y="40"/>
                    <a:pt x="31" y="39"/>
                  </a:cubicBezTo>
                  <a:cubicBezTo>
                    <a:pt x="32" y="38"/>
                    <a:pt x="32" y="36"/>
                    <a:pt x="33" y="36"/>
                  </a:cubicBezTo>
                  <a:cubicBezTo>
                    <a:pt x="34" y="35"/>
                    <a:pt x="35" y="34"/>
                    <a:pt x="36" y="34"/>
                  </a:cubicBezTo>
                  <a:cubicBezTo>
                    <a:pt x="37" y="34"/>
                    <a:pt x="39" y="33"/>
                    <a:pt x="40" y="34"/>
                  </a:cubicBezTo>
                  <a:cubicBezTo>
                    <a:pt x="40" y="35"/>
                    <a:pt x="40" y="36"/>
                    <a:pt x="40" y="37"/>
                  </a:cubicBezTo>
                  <a:cubicBezTo>
                    <a:pt x="40" y="38"/>
                    <a:pt x="40" y="41"/>
                    <a:pt x="40" y="42"/>
                  </a:cubicBezTo>
                  <a:cubicBezTo>
                    <a:pt x="40" y="42"/>
                    <a:pt x="41" y="45"/>
                    <a:pt x="41" y="46"/>
                  </a:cubicBezTo>
                  <a:cubicBezTo>
                    <a:pt x="41" y="46"/>
                    <a:pt x="41" y="48"/>
                    <a:pt x="41" y="48"/>
                  </a:cubicBezTo>
                  <a:cubicBezTo>
                    <a:pt x="41" y="49"/>
                    <a:pt x="42" y="49"/>
                    <a:pt x="42" y="50"/>
                  </a:cubicBezTo>
                  <a:cubicBezTo>
                    <a:pt x="43" y="50"/>
                    <a:pt x="44" y="49"/>
                    <a:pt x="45" y="48"/>
                  </a:cubicBezTo>
                  <a:cubicBezTo>
                    <a:pt x="45" y="48"/>
                    <a:pt x="45" y="45"/>
                    <a:pt x="45" y="44"/>
                  </a:cubicBezTo>
                  <a:cubicBezTo>
                    <a:pt x="44" y="43"/>
                    <a:pt x="42" y="42"/>
                    <a:pt x="42" y="41"/>
                  </a:cubicBezTo>
                  <a:cubicBezTo>
                    <a:pt x="43" y="41"/>
                    <a:pt x="43" y="41"/>
                    <a:pt x="44" y="41"/>
                  </a:cubicBezTo>
                  <a:cubicBezTo>
                    <a:pt x="45" y="41"/>
                    <a:pt x="46" y="42"/>
                    <a:pt x="47" y="42"/>
                  </a:cubicBezTo>
                  <a:cubicBezTo>
                    <a:pt x="48" y="43"/>
                    <a:pt x="50" y="44"/>
                    <a:pt x="50" y="45"/>
                  </a:cubicBezTo>
                  <a:cubicBezTo>
                    <a:pt x="51" y="45"/>
                    <a:pt x="51" y="47"/>
                    <a:pt x="52" y="48"/>
                  </a:cubicBezTo>
                  <a:cubicBezTo>
                    <a:pt x="52" y="50"/>
                    <a:pt x="53" y="52"/>
                    <a:pt x="53" y="53"/>
                  </a:cubicBezTo>
                  <a:cubicBezTo>
                    <a:pt x="53" y="54"/>
                    <a:pt x="54" y="56"/>
                    <a:pt x="54" y="57"/>
                  </a:cubicBezTo>
                  <a:cubicBezTo>
                    <a:pt x="54" y="57"/>
                    <a:pt x="54" y="59"/>
                    <a:pt x="54" y="60"/>
                  </a:cubicBezTo>
                  <a:cubicBezTo>
                    <a:pt x="55" y="60"/>
                    <a:pt x="55" y="61"/>
                    <a:pt x="55" y="62"/>
                  </a:cubicBezTo>
                  <a:cubicBezTo>
                    <a:pt x="56" y="62"/>
                    <a:pt x="58" y="61"/>
                    <a:pt x="59" y="61"/>
                  </a:cubicBezTo>
                  <a:cubicBezTo>
                    <a:pt x="60" y="60"/>
                    <a:pt x="60" y="59"/>
                    <a:pt x="61" y="58"/>
                  </a:cubicBezTo>
                  <a:cubicBezTo>
                    <a:pt x="62" y="58"/>
                    <a:pt x="63" y="58"/>
                    <a:pt x="63" y="57"/>
                  </a:cubicBezTo>
                  <a:cubicBezTo>
                    <a:pt x="64" y="56"/>
                    <a:pt x="65" y="52"/>
                    <a:pt x="65" y="51"/>
                  </a:cubicBezTo>
                  <a:cubicBezTo>
                    <a:pt x="65" y="50"/>
                    <a:pt x="64" y="48"/>
                    <a:pt x="63" y="46"/>
                  </a:cubicBezTo>
                  <a:cubicBezTo>
                    <a:pt x="63" y="45"/>
                    <a:pt x="64" y="42"/>
                    <a:pt x="64" y="41"/>
                  </a:cubicBezTo>
                  <a:cubicBezTo>
                    <a:pt x="63" y="41"/>
                    <a:pt x="63" y="39"/>
                    <a:pt x="62" y="39"/>
                  </a:cubicBezTo>
                  <a:cubicBezTo>
                    <a:pt x="60" y="38"/>
                    <a:pt x="57" y="40"/>
                    <a:pt x="55" y="40"/>
                  </a:cubicBezTo>
                  <a:cubicBezTo>
                    <a:pt x="54" y="39"/>
                    <a:pt x="52" y="38"/>
                    <a:pt x="51" y="37"/>
                  </a:cubicBezTo>
                  <a:cubicBezTo>
                    <a:pt x="49" y="36"/>
                    <a:pt x="47" y="34"/>
                    <a:pt x="46" y="33"/>
                  </a:cubicBezTo>
                  <a:cubicBezTo>
                    <a:pt x="45" y="33"/>
                    <a:pt x="43" y="31"/>
                    <a:pt x="42" y="30"/>
                  </a:cubicBezTo>
                  <a:cubicBezTo>
                    <a:pt x="42" y="29"/>
                    <a:pt x="43" y="27"/>
                    <a:pt x="43" y="27"/>
                  </a:cubicBezTo>
                  <a:cubicBezTo>
                    <a:pt x="43" y="26"/>
                    <a:pt x="41" y="25"/>
                    <a:pt x="41" y="25"/>
                  </a:cubicBezTo>
                  <a:cubicBezTo>
                    <a:pt x="40" y="25"/>
                    <a:pt x="39" y="26"/>
                    <a:pt x="38" y="27"/>
                  </a:cubicBezTo>
                  <a:cubicBezTo>
                    <a:pt x="38" y="27"/>
                    <a:pt x="37" y="29"/>
                    <a:pt x="37" y="30"/>
                  </a:cubicBezTo>
                  <a:cubicBezTo>
                    <a:pt x="37" y="30"/>
                    <a:pt x="36" y="31"/>
                    <a:pt x="35" y="31"/>
                  </a:cubicBezTo>
                  <a:cubicBezTo>
                    <a:pt x="34" y="32"/>
                    <a:pt x="32" y="33"/>
                    <a:pt x="31" y="33"/>
                  </a:cubicBezTo>
                  <a:cubicBezTo>
                    <a:pt x="30" y="34"/>
                    <a:pt x="29" y="35"/>
                    <a:pt x="28" y="35"/>
                  </a:cubicBezTo>
                  <a:cubicBezTo>
                    <a:pt x="28" y="36"/>
                    <a:pt x="27" y="36"/>
                    <a:pt x="26" y="37"/>
                  </a:cubicBezTo>
                  <a:cubicBezTo>
                    <a:pt x="26" y="37"/>
                    <a:pt x="24" y="38"/>
                    <a:pt x="24" y="38"/>
                  </a:cubicBezTo>
                  <a:cubicBezTo>
                    <a:pt x="23" y="38"/>
                    <a:pt x="22" y="38"/>
                    <a:pt x="21" y="37"/>
                  </a:cubicBezTo>
                  <a:cubicBezTo>
                    <a:pt x="21" y="36"/>
                    <a:pt x="21" y="34"/>
                    <a:pt x="21" y="33"/>
                  </a:cubicBezTo>
                  <a:cubicBezTo>
                    <a:pt x="21" y="32"/>
                    <a:pt x="23" y="29"/>
                    <a:pt x="24" y="27"/>
                  </a:cubicBezTo>
                  <a:cubicBezTo>
                    <a:pt x="24" y="26"/>
                    <a:pt x="26" y="23"/>
                    <a:pt x="26" y="22"/>
                  </a:cubicBezTo>
                  <a:cubicBezTo>
                    <a:pt x="27" y="21"/>
                    <a:pt x="27" y="19"/>
                    <a:pt x="27" y="18"/>
                  </a:cubicBezTo>
                  <a:cubicBezTo>
                    <a:pt x="27" y="17"/>
                    <a:pt x="26" y="16"/>
                    <a:pt x="26" y="15"/>
                  </a:cubicBezTo>
                  <a:cubicBezTo>
                    <a:pt x="25" y="15"/>
                    <a:pt x="23" y="16"/>
                    <a:pt x="22" y="16"/>
                  </a:cubicBezTo>
                  <a:cubicBezTo>
                    <a:pt x="21" y="16"/>
                    <a:pt x="19" y="18"/>
                    <a:pt x="18" y="19"/>
                  </a:cubicBezTo>
                  <a:cubicBezTo>
                    <a:pt x="18" y="19"/>
                    <a:pt x="18" y="21"/>
                    <a:pt x="18" y="21"/>
                  </a:cubicBezTo>
                  <a:cubicBezTo>
                    <a:pt x="18" y="22"/>
                    <a:pt x="19" y="23"/>
                    <a:pt x="19" y="24"/>
                  </a:cubicBezTo>
                  <a:cubicBezTo>
                    <a:pt x="19" y="25"/>
                    <a:pt x="20" y="28"/>
                    <a:pt x="20" y="29"/>
                  </a:cubicBezTo>
                  <a:cubicBezTo>
                    <a:pt x="19" y="29"/>
                    <a:pt x="17" y="30"/>
                    <a:pt x="17" y="31"/>
                  </a:cubicBezTo>
                  <a:cubicBezTo>
                    <a:pt x="16" y="31"/>
                    <a:pt x="14" y="32"/>
                    <a:pt x="14" y="33"/>
                  </a:cubicBezTo>
                  <a:cubicBezTo>
                    <a:pt x="13" y="34"/>
                    <a:pt x="12" y="36"/>
                    <a:pt x="11" y="37"/>
                  </a:cubicBezTo>
                  <a:cubicBezTo>
                    <a:pt x="11" y="37"/>
                    <a:pt x="10" y="39"/>
                    <a:pt x="9" y="39"/>
                  </a:cubicBezTo>
                  <a:cubicBezTo>
                    <a:pt x="9" y="39"/>
                    <a:pt x="8" y="40"/>
                    <a:pt x="7" y="39"/>
                  </a:cubicBezTo>
                  <a:cubicBezTo>
                    <a:pt x="6" y="39"/>
                    <a:pt x="6" y="37"/>
                    <a:pt x="6" y="36"/>
                  </a:cubicBezTo>
                  <a:cubicBezTo>
                    <a:pt x="6" y="35"/>
                    <a:pt x="8" y="33"/>
                    <a:pt x="8" y="32"/>
                  </a:cubicBezTo>
                  <a:cubicBezTo>
                    <a:pt x="9" y="31"/>
                    <a:pt x="11" y="29"/>
                    <a:pt x="12" y="28"/>
                  </a:cubicBezTo>
                  <a:cubicBezTo>
                    <a:pt x="13" y="28"/>
                    <a:pt x="15" y="27"/>
                    <a:pt x="15" y="27"/>
                  </a:cubicBezTo>
                  <a:cubicBezTo>
                    <a:pt x="16" y="25"/>
                    <a:pt x="15" y="22"/>
                    <a:pt x="15" y="21"/>
                  </a:cubicBezTo>
                  <a:cubicBezTo>
                    <a:pt x="15" y="20"/>
                    <a:pt x="14" y="19"/>
                    <a:pt x="14" y="18"/>
                  </a:cubicBezTo>
                  <a:cubicBezTo>
                    <a:pt x="14" y="17"/>
                    <a:pt x="15" y="14"/>
                    <a:pt x="15" y="13"/>
                  </a:cubicBezTo>
                  <a:cubicBezTo>
                    <a:pt x="16" y="12"/>
                    <a:pt x="19" y="9"/>
                    <a:pt x="20" y="8"/>
                  </a:cubicBezTo>
                  <a:cubicBezTo>
                    <a:pt x="21" y="7"/>
                    <a:pt x="23" y="6"/>
                    <a:pt x="24" y="5"/>
                  </a:cubicBezTo>
                  <a:cubicBezTo>
                    <a:pt x="25" y="5"/>
                    <a:pt x="27" y="5"/>
                    <a:pt x="28" y="5"/>
                  </a:cubicBezTo>
                  <a:cubicBezTo>
                    <a:pt x="30" y="5"/>
                    <a:pt x="32" y="3"/>
                    <a:pt x="33" y="3"/>
                  </a:cubicBezTo>
                  <a:cubicBezTo>
                    <a:pt x="34" y="2"/>
                    <a:pt x="37" y="2"/>
                    <a:pt x="38" y="2"/>
                  </a:cubicBezTo>
                  <a:cubicBezTo>
                    <a:pt x="39" y="1"/>
                    <a:pt x="42" y="0"/>
                    <a:pt x="43" y="0"/>
                  </a:cubicBezTo>
                  <a:cubicBezTo>
                    <a:pt x="44" y="0"/>
                    <a:pt x="47" y="1"/>
                    <a:pt x="48" y="1"/>
                  </a:cubicBezTo>
                  <a:cubicBezTo>
                    <a:pt x="49" y="1"/>
                    <a:pt x="51" y="2"/>
                    <a:pt x="52" y="3"/>
                  </a:cubicBezTo>
                  <a:cubicBezTo>
                    <a:pt x="52" y="3"/>
                    <a:pt x="53" y="4"/>
                    <a:pt x="53" y="5"/>
                  </a:cubicBezTo>
                  <a:cubicBezTo>
                    <a:pt x="53" y="6"/>
                    <a:pt x="52" y="8"/>
                    <a:pt x="51" y="8"/>
                  </a:cubicBezTo>
                  <a:cubicBezTo>
                    <a:pt x="51" y="9"/>
                    <a:pt x="48" y="10"/>
                    <a:pt x="47" y="11"/>
                  </a:cubicBezTo>
                  <a:cubicBezTo>
                    <a:pt x="47" y="12"/>
                    <a:pt x="45" y="14"/>
                    <a:pt x="44" y="15"/>
                  </a:cubicBezTo>
                  <a:cubicBezTo>
                    <a:pt x="44" y="16"/>
                    <a:pt x="43" y="18"/>
                    <a:pt x="43" y="19"/>
                  </a:cubicBezTo>
                  <a:cubicBezTo>
                    <a:pt x="44" y="21"/>
                    <a:pt x="44" y="25"/>
                    <a:pt x="45" y="26"/>
                  </a:cubicBezTo>
                  <a:cubicBezTo>
                    <a:pt x="46" y="27"/>
                    <a:pt x="49" y="28"/>
                    <a:pt x="50" y="29"/>
                  </a:cubicBezTo>
                  <a:cubicBezTo>
                    <a:pt x="52" y="30"/>
                    <a:pt x="55" y="33"/>
                    <a:pt x="57" y="34"/>
                  </a:cubicBezTo>
                  <a:cubicBezTo>
                    <a:pt x="59" y="34"/>
                    <a:pt x="62" y="33"/>
                    <a:pt x="64" y="32"/>
                  </a:cubicBezTo>
                  <a:cubicBezTo>
                    <a:pt x="66" y="32"/>
                    <a:pt x="71" y="29"/>
                    <a:pt x="73" y="28"/>
                  </a:cubicBezTo>
                  <a:cubicBezTo>
                    <a:pt x="75" y="28"/>
                    <a:pt x="78" y="27"/>
                    <a:pt x="80" y="27"/>
                  </a:cubicBezTo>
                  <a:cubicBezTo>
                    <a:pt x="82" y="28"/>
                    <a:pt x="87" y="28"/>
                    <a:pt x="89" y="29"/>
                  </a:cubicBezTo>
                  <a:cubicBezTo>
                    <a:pt x="91" y="30"/>
                    <a:pt x="93" y="33"/>
                    <a:pt x="93" y="34"/>
                  </a:cubicBezTo>
                  <a:cubicBezTo>
                    <a:pt x="94" y="36"/>
                    <a:pt x="94" y="39"/>
                    <a:pt x="94" y="41"/>
                  </a:cubicBezTo>
                  <a:cubicBezTo>
                    <a:pt x="94" y="42"/>
                    <a:pt x="92" y="44"/>
                    <a:pt x="91" y="46"/>
                  </a:cubicBezTo>
                  <a:cubicBezTo>
                    <a:pt x="90" y="48"/>
                    <a:pt x="86" y="51"/>
                    <a:pt x="84" y="53"/>
                  </a:cubicBezTo>
                  <a:cubicBezTo>
                    <a:pt x="83" y="54"/>
                    <a:pt x="81" y="55"/>
                    <a:pt x="80" y="56"/>
                  </a:cubicBezTo>
                  <a:cubicBezTo>
                    <a:pt x="79" y="57"/>
                    <a:pt x="78" y="58"/>
                    <a:pt x="77" y="59"/>
                  </a:cubicBezTo>
                  <a:cubicBezTo>
                    <a:pt x="77" y="60"/>
                    <a:pt x="76" y="63"/>
                    <a:pt x="76" y="64"/>
                  </a:cubicBezTo>
                  <a:cubicBezTo>
                    <a:pt x="75" y="65"/>
                    <a:pt x="77" y="68"/>
                    <a:pt x="77" y="70"/>
                  </a:cubicBezTo>
                  <a:cubicBezTo>
                    <a:pt x="78" y="72"/>
                    <a:pt x="78" y="76"/>
                    <a:pt x="79" y="77"/>
                  </a:cubicBezTo>
                  <a:cubicBezTo>
                    <a:pt x="81" y="79"/>
                    <a:pt x="84" y="82"/>
                    <a:pt x="86" y="82"/>
                  </a:cubicBezTo>
                  <a:cubicBezTo>
                    <a:pt x="88" y="83"/>
                    <a:pt x="90" y="82"/>
                    <a:pt x="92" y="82"/>
                  </a:cubicBezTo>
                  <a:cubicBezTo>
                    <a:pt x="93" y="82"/>
                    <a:pt x="95" y="82"/>
                    <a:pt x="95" y="83"/>
                  </a:cubicBezTo>
                  <a:cubicBezTo>
                    <a:pt x="96" y="83"/>
                    <a:pt x="98" y="85"/>
                    <a:pt x="99" y="86"/>
                  </a:cubicBezTo>
                  <a:cubicBezTo>
                    <a:pt x="100" y="88"/>
                    <a:pt x="100" y="91"/>
                    <a:pt x="102" y="93"/>
                  </a:cubicBezTo>
                  <a:cubicBezTo>
                    <a:pt x="103" y="94"/>
                    <a:pt x="107" y="94"/>
                    <a:pt x="108" y="95"/>
                  </a:cubicBezTo>
                  <a:cubicBezTo>
                    <a:pt x="109" y="96"/>
                    <a:pt x="111" y="97"/>
                    <a:pt x="111" y="98"/>
                  </a:cubicBezTo>
                  <a:cubicBezTo>
                    <a:pt x="111" y="99"/>
                    <a:pt x="109" y="102"/>
                    <a:pt x="108" y="102"/>
                  </a:cubicBezTo>
                  <a:cubicBezTo>
                    <a:pt x="107" y="103"/>
                    <a:pt x="103" y="104"/>
                    <a:pt x="102" y="106"/>
                  </a:cubicBezTo>
                  <a:cubicBezTo>
                    <a:pt x="102" y="107"/>
                    <a:pt x="102" y="110"/>
                    <a:pt x="103" y="111"/>
                  </a:cubicBezTo>
                  <a:cubicBezTo>
                    <a:pt x="103" y="112"/>
                    <a:pt x="105" y="113"/>
                    <a:pt x="106" y="114"/>
                  </a:cubicBezTo>
                  <a:cubicBezTo>
                    <a:pt x="107" y="115"/>
                    <a:pt x="107" y="118"/>
                    <a:pt x="107" y="119"/>
                  </a:cubicBezTo>
                  <a:cubicBezTo>
                    <a:pt x="106" y="120"/>
                    <a:pt x="104" y="121"/>
                    <a:pt x="103" y="121"/>
                  </a:cubicBezTo>
                  <a:cubicBezTo>
                    <a:pt x="102" y="121"/>
                    <a:pt x="99" y="121"/>
                    <a:pt x="98" y="120"/>
                  </a:cubicBezTo>
                  <a:cubicBezTo>
                    <a:pt x="97" y="119"/>
                    <a:pt x="98" y="117"/>
                    <a:pt x="98" y="117"/>
                  </a:cubicBezTo>
                  <a:cubicBezTo>
                    <a:pt x="98" y="116"/>
                    <a:pt x="97" y="114"/>
                    <a:pt x="96" y="114"/>
                  </a:cubicBezTo>
                  <a:cubicBezTo>
                    <a:pt x="96" y="114"/>
                    <a:pt x="94" y="115"/>
                    <a:pt x="93" y="115"/>
                  </a:cubicBezTo>
                  <a:cubicBezTo>
                    <a:pt x="93" y="115"/>
                    <a:pt x="91" y="115"/>
                    <a:pt x="90" y="114"/>
                  </a:cubicBezTo>
                  <a:cubicBezTo>
                    <a:pt x="90" y="114"/>
                    <a:pt x="89" y="112"/>
                    <a:pt x="89" y="111"/>
                  </a:cubicBezTo>
                  <a:cubicBezTo>
                    <a:pt x="89" y="111"/>
                    <a:pt x="91" y="109"/>
                    <a:pt x="92" y="109"/>
                  </a:cubicBezTo>
                  <a:cubicBezTo>
                    <a:pt x="93" y="108"/>
                    <a:pt x="95" y="108"/>
                    <a:pt x="96" y="108"/>
                  </a:cubicBezTo>
                  <a:cubicBezTo>
                    <a:pt x="97" y="107"/>
                    <a:pt x="98" y="106"/>
                    <a:pt x="98" y="106"/>
                  </a:cubicBezTo>
                  <a:cubicBezTo>
                    <a:pt x="98" y="105"/>
                    <a:pt x="97" y="104"/>
                    <a:pt x="96" y="104"/>
                  </a:cubicBezTo>
                  <a:cubicBezTo>
                    <a:pt x="96" y="103"/>
                    <a:pt x="94" y="104"/>
                    <a:pt x="93" y="104"/>
                  </a:cubicBezTo>
                  <a:cubicBezTo>
                    <a:pt x="92" y="104"/>
                    <a:pt x="91" y="106"/>
                    <a:pt x="90" y="106"/>
                  </a:cubicBezTo>
                  <a:cubicBezTo>
                    <a:pt x="89" y="107"/>
                    <a:pt x="88" y="108"/>
                    <a:pt x="87" y="108"/>
                  </a:cubicBezTo>
                  <a:cubicBezTo>
                    <a:pt x="87" y="108"/>
                    <a:pt x="85" y="108"/>
                    <a:pt x="85" y="107"/>
                  </a:cubicBezTo>
                  <a:cubicBezTo>
                    <a:pt x="84" y="107"/>
                    <a:pt x="85" y="106"/>
                    <a:pt x="85" y="105"/>
                  </a:cubicBezTo>
                  <a:cubicBezTo>
                    <a:pt x="86" y="105"/>
                    <a:pt x="87" y="104"/>
                    <a:pt x="88" y="103"/>
                  </a:cubicBezTo>
                  <a:cubicBezTo>
                    <a:pt x="89" y="103"/>
                    <a:pt x="92" y="102"/>
                    <a:pt x="93" y="102"/>
                  </a:cubicBezTo>
                  <a:cubicBezTo>
                    <a:pt x="93" y="101"/>
                    <a:pt x="94" y="100"/>
                    <a:pt x="94" y="99"/>
                  </a:cubicBezTo>
                  <a:cubicBezTo>
                    <a:pt x="94" y="98"/>
                    <a:pt x="92" y="98"/>
                    <a:pt x="91" y="98"/>
                  </a:cubicBezTo>
                  <a:cubicBezTo>
                    <a:pt x="90" y="97"/>
                    <a:pt x="88" y="98"/>
                    <a:pt x="87" y="98"/>
                  </a:cubicBezTo>
                  <a:cubicBezTo>
                    <a:pt x="86" y="99"/>
                    <a:pt x="87" y="101"/>
                    <a:pt x="86" y="101"/>
                  </a:cubicBezTo>
                  <a:cubicBezTo>
                    <a:pt x="86" y="102"/>
                    <a:pt x="84" y="102"/>
                    <a:pt x="84" y="102"/>
                  </a:cubicBezTo>
                  <a:cubicBezTo>
                    <a:pt x="83" y="102"/>
                    <a:pt x="80" y="101"/>
                    <a:pt x="79" y="100"/>
                  </a:cubicBezTo>
                  <a:cubicBezTo>
                    <a:pt x="79" y="99"/>
                    <a:pt x="79" y="98"/>
                    <a:pt x="79" y="97"/>
                  </a:cubicBezTo>
                  <a:cubicBezTo>
                    <a:pt x="78" y="97"/>
                    <a:pt x="77" y="98"/>
                    <a:pt x="76" y="9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41"/>
            <p:cNvSpPr>
              <a:spLocks/>
            </p:cNvSpPr>
            <p:nvPr/>
          </p:nvSpPr>
          <p:spPr bwMode="auto">
            <a:xfrm>
              <a:off x="3127376" y="1008063"/>
              <a:ext cx="26988" cy="31750"/>
            </a:xfrm>
            <a:custGeom>
              <a:avLst/>
              <a:gdLst/>
              <a:ahLst/>
              <a:cxnLst>
                <a:cxn ang="0">
                  <a:pos x="12" y="7"/>
                </a:cxn>
                <a:cxn ang="0">
                  <a:pos x="14" y="4"/>
                </a:cxn>
                <a:cxn ang="0">
                  <a:pos x="12" y="0"/>
                </a:cxn>
                <a:cxn ang="0">
                  <a:pos x="8" y="0"/>
                </a:cxn>
                <a:cxn ang="0">
                  <a:pos x="4" y="1"/>
                </a:cxn>
                <a:cxn ang="0">
                  <a:pos x="2" y="4"/>
                </a:cxn>
                <a:cxn ang="0">
                  <a:pos x="0" y="7"/>
                </a:cxn>
                <a:cxn ang="0">
                  <a:pos x="3" y="6"/>
                </a:cxn>
                <a:cxn ang="0">
                  <a:pos x="7" y="7"/>
                </a:cxn>
                <a:cxn ang="0">
                  <a:pos x="7" y="9"/>
                </a:cxn>
                <a:cxn ang="0">
                  <a:pos x="5" y="10"/>
                </a:cxn>
                <a:cxn ang="0">
                  <a:pos x="2" y="10"/>
                </a:cxn>
                <a:cxn ang="0">
                  <a:pos x="1" y="11"/>
                </a:cxn>
                <a:cxn ang="0">
                  <a:pos x="3" y="15"/>
                </a:cxn>
                <a:cxn ang="0">
                  <a:pos x="8" y="17"/>
                </a:cxn>
                <a:cxn ang="0">
                  <a:pos x="12" y="17"/>
                </a:cxn>
                <a:cxn ang="0">
                  <a:pos x="14" y="15"/>
                </a:cxn>
                <a:cxn ang="0">
                  <a:pos x="14" y="12"/>
                </a:cxn>
                <a:cxn ang="0">
                  <a:pos x="11" y="9"/>
                </a:cxn>
                <a:cxn ang="0">
                  <a:pos x="12" y="7"/>
                </a:cxn>
              </a:cxnLst>
              <a:rect l="0" t="0" r="r" b="b"/>
              <a:pathLst>
                <a:path w="15" h="17">
                  <a:moveTo>
                    <a:pt x="12" y="7"/>
                  </a:moveTo>
                  <a:cubicBezTo>
                    <a:pt x="13" y="6"/>
                    <a:pt x="14" y="4"/>
                    <a:pt x="14" y="4"/>
                  </a:cubicBezTo>
                  <a:cubicBezTo>
                    <a:pt x="14" y="3"/>
                    <a:pt x="13" y="1"/>
                    <a:pt x="12" y="0"/>
                  </a:cubicBezTo>
                  <a:cubicBezTo>
                    <a:pt x="11" y="0"/>
                    <a:pt x="9" y="0"/>
                    <a:pt x="8" y="0"/>
                  </a:cubicBezTo>
                  <a:cubicBezTo>
                    <a:pt x="7" y="0"/>
                    <a:pt x="5" y="0"/>
                    <a:pt x="4" y="1"/>
                  </a:cubicBezTo>
                  <a:cubicBezTo>
                    <a:pt x="3" y="1"/>
                    <a:pt x="2" y="3"/>
                    <a:pt x="2" y="4"/>
                  </a:cubicBezTo>
                  <a:cubicBezTo>
                    <a:pt x="1" y="4"/>
                    <a:pt x="0" y="6"/>
                    <a:pt x="0" y="7"/>
                  </a:cubicBezTo>
                  <a:cubicBezTo>
                    <a:pt x="1" y="7"/>
                    <a:pt x="2" y="6"/>
                    <a:pt x="3" y="6"/>
                  </a:cubicBezTo>
                  <a:cubicBezTo>
                    <a:pt x="4" y="6"/>
                    <a:pt x="6" y="6"/>
                    <a:pt x="7" y="7"/>
                  </a:cubicBezTo>
                  <a:cubicBezTo>
                    <a:pt x="7" y="7"/>
                    <a:pt x="7" y="8"/>
                    <a:pt x="7" y="9"/>
                  </a:cubicBezTo>
                  <a:cubicBezTo>
                    <a:pt x="6" y="9"/>
                    <a:pt x="5" y="10"/>
                    <a:pt x="5" y="10"/>
                  </a:cubicBezTo>
                  <a:cubicBezTo>
                    <a:pt x="4" y="10"/>
                    <a:pt x="3" y="10"/>
                    <a:pt x="2" y="10"/>
                  </a:cubicBezTo>
                  <a:cubicBezTo>
                    <a:pt x="2" y="10"/>
                    <a:pt x="1" y="11"/>
                    <a:pt x="1" y="11"/>
                  </a:cubicBezTo>
                  <a:cubicBezTo>
                    <a:pt x="1" y="12"/>
                    <a:pt x="2" y="14"/>
                    <a:pt x="3" y="15"/>
                  </a:cubicBezTo>
                  <a:cubicBezTo>
                    <a:pt x="4" y="16"/>
                    <a:pt x="7" y="17"/>
                    <a:pt x="8" y="17"/>
                  </a:cubicBezTo>
                  <a:cubicBezTo>
                    <a:pt x="9" y="17"/>
                    <a:pt x="11" y="17"/>
                    <a:pt x="12" y="17"/>
                  </a:cubicBezTo>
                  <a:cubicBezTo>
                    <a:pt x="13" y="17"/>
                    <a:pt x="14" y="16"/>
                    <a:pt x="14" y="15"/>
                  </a:cubicBezTo>
                  <a:cubicBezTo>
                    <a:pt x="15" y="14"/>
                    <a:pt x="14" y="13"/>
                    <a:pt x="14" y="12"/>
                  </a:cubicBezTo>
                  <a:cubicBezTo>
                    <a:pt x="13" y="11"/>
                    <a:pt x="11" y="10"/>
                    <a:pt x="11" y="9"/>
                  </a:cubicBezTo>
                  <a:cubicBezTo>
                    <a:pt x="11" y="9"/>
                    <a:pt x="12" y="7"/>
                    <a:pt x="12"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42"/>
            <p:cNvSpPr>
              <a:spLocks/>
            </p:cNvSpPr>
            <p:nvPr/>
          </p:nvSpPr>
          <p:spPr bwMode="auto">
            <a:xfrm>
              <a:off x="3019426" y="1003301"/>
              <a:ext cx="34925" cy="30163"/>
            </a:xfrm>
            <a:custGeom>
              <a:avLst/>
              <a:gdLst/>
              <a:ahLst/>
              <a:cxnLst>
                <a:cxn ang="0">
                  <a:pos x="15" y="9"/>
                </a:cxn>
                <a:cxn ang="0">
                  <a:pos x="18" y="7"/>
                </a:cxn>
                <a:cxn ang="0">
                  <a:pos x="16" y="4"/>
                </a:cxn>
                <a:cxn ang="0">
                  <a:pos x="15" y="1"/>
                </a:cxn>
                <a:cxn ang="0">
                  <a:pos x="10" y="0"/>
                </a:cxn>
                <a:cxn ang="0">
                  <a:pos x="7" y="2"/>
                </a:cxn>
                <a:cxn ang="0">
                  <a:pos x="5" y="6"/>
                </a:cxn>
                <a:cxn ang="0">
                  <a:pos x="4" y="10"/>
                </a:cxn>
                <a:cxn ang="0">
                  <a:pos x="2" y="11"/>
                </a:cxn>
                <a:cxn ang="0">
                  <a:pos x="0" y="13"/>
                </a:cxn>
                <a:cxn ang="0">
                  <a:pos x="1" y="16"/>
                </a:cxn>
                <a:cxn ang="0">
                  <a:pos x="4" y="16"/>
                </a:cxn>
                <a:cxn ang="0">
                  <a:pos x="7" y="12"/>
                </a:cxn>
                <a:cxn ang="0">
                  <a:pos x="10" y="10"/>
                </a:cxn>
                <a:cxn ang="0">
                  <a:pos x="13" y="10"/>
                </a:cxn>
                <a:cxn ang="0">
                  <a:pos x="15" y="9"/>
                </a:cxn>
              </a:cxnLst>
              <a:rect l="0" t="0" r="r" b="b"/>
              <a:pathLst>
                <a:path w="19" h="17">
                  <a:moveTo>
                    <a:pt x="15" y="9"/>
                  </a:moveTo>
                  <a:cubicBezTo>
                    <a:pt x="16" y="9"/>
                    <a:pt x="18" y="8"/>
                    <a:pt x="18" y="7"/>
                  </a:cubicBezTo>
                  <a:cubicBezTo>
                    <a:pt x="19" y="6"/>
                    <a:pt x="17" y="5"/>
                    <a:pt x="16" y="4"/>
                  </a:cubicBezTo>
                  <a:cubicBezTo>
                    <a:pt x="16" y="3"/>
                    <a:pt x="15" y="1"/>
                    <a:pt x="15" y="1"/>
                  </a:cubicBezTo>
                  <a:cubicBezTo>
                    <a:pt x="14" y="0"/>
                    <a:pt x="11" y="0"/>
                    <a:pt x="10" y="0"/>
                  </a:cubicBezTo>
                  <a:cubicBezTo>
                    <a:pt x="9" y="1"/>
                    <a:pt x="8" y="2"/>
                    <a:pt x="7" y="2"/>
                  </a:cubicBezTo>
                  <a:cubicBezTo>
                    <a:pt x="7" y="3"/>
                    <a:pt x="6" y="5"/>
                    <a:pt x="5" y="6"/>
                  </a:cubicBezTo>
                  <a:cubicBezTo>
                    <a:pt x="5" y="7"/>
                    <a:pt x="4" y="9"/>
                    <a:pt x="4" y="10"/>
                  </a:cubicBezTo>
                  <a:cubicBezTo>
                    <a:pt x="4" y="10"/>
                    <a:pt x="3" y="11"/>
                    <a:pt x="2" y="11"/>
                  </a:cubicBezTo>
                  <a:cubicBezTo>
                    <a:pt x="2" y="12"/>
                    <a:pt x="0" y="12"/>
                    <a:pt x="0" y="13"/>
                  </a:cubicBezTo>
                  <a:cubicBezTo>
                    <a:pt x="0" y="14"/>
                    <a:pt x="1" y="16"/>
                    <a:pt x="1" y="16"/>
                  </a:cubicBezTo>
                  <a:cubicBezTo>
                    <a:pt x="2" y="17"/>
                    <a:pt x="3" y="17"/>
                    <a:pt x="4" y="16"/>
                  </a:cubicBezTo>
                  <a:cubicBezTo>
                    <a:pt x="5" y="16"/>
                    <a:pt x="6" y="13"/>
                    <a:pt x="7" y="12"/>
                  </a:cubicBezTo>
                  <a:cubicBezTo>
                    <a:pt x="7" y="12"/>
                    <a:pt x="9" y="11"/>
                    <a:pt x="10" y="10"/>
                  </a:cubicBezTo>
                  <a:cubicBezTo>
                    <a:pt x="11" y="10"/>
                    <a:pt x="13" y="10"/>
                    <a:pt x="13" y="10"/>
                  </a:cubicBezTo>
                  <a:cubicBezTo>
                    <a:pt x="14" y="10"/>
                    <a:pt x="15" y="9"/>
                    <a:pt x="15"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43"/>
            <p:cNvSpPr>
              <a:spLocks/>
            </p:cNvSpPr>
            <p:nvPr/>
          </p:nvSpPr>
          <p:spPr bwMode="auto">
            <a:xfrm>
              <a:off x="2998788" y="944563"/>
              <a:ext cx="33338" cy="80963"/>
            </a:xfrm>
            <a:custGeom>
              <a:avLst/>
              <a:gdLst/>
              <a:ahLst/>
              <a:cxnLst>
                <a:cxn ang="0">
                  <a:pos x="6" y="26"/>
                </a:cxn>
                <a:cxn ang="0">
                  <a:pos x="9" y="24"/>
                </a:cxn>
                <a:cxn ang="0">
                  <a:pos x="12" y="21"/>
                </a:cxn>
                <a:cxn ang="0">
                  <a:pos x="12" y="16"/>
                </a:cxn>
                <a:cxn ang="0">
                  <a:pos x="11" y="13"/>
                </a:cxn>
                <a:cxn ang="0">
                  <a:pos x="11" y="9"/>
                </a:cxn>
                <a:cxn ang="0">
                  <a:pos x="12" y="8"/>
                </a:cxn>
                <a:cxn ang="0">
                  <a:pos x="14" y="9"/>
                </a:cxn>
                <a:cxn ang="0">
                  <a:pos x="17" y="8"/>
                </a:cxn>
                <a:cxn ang="0">
                  <a:pos x="18" y="3"/>
                </a:cxn>
                <a:cxn ang="0">
                  <a:pos x="15" y="0"/>
                </a:cxn>
                <a:cxn ang="0">
                  <a:pos x="10" y="1"/>
                </a:cxn>
                <a:cxn ang="0">
                  <a:pos x="7" y="4"/>
                </a:cxn>
                <a:cxn ang="0">
                  <a:pos x="5" y="8"/>
                </a:cxn>
                <a:cxn ang="0">
                  <a:pos x="6" y="13"/>
                </a:cxn>
                <a:cxn ang="0">
                  <a:pos x="5" y="18"/>
                </a:cxn>
                <a:cxn ang="0">
                  <a:pos x="3" y="23"/>
                </a:cxn>
                <a:cxn ang="0">
                  <a:pos x="1" y="28"/>
                </a:cxn>
                <a:cxn ang="0">
                  <a:pos x="1" y="33"/>
                </a:cxn>
                <a:cxn ang="0">
                  <a:pos x="0" y="37"/>
                </a:cxn>
                <a:cxn ang="0">
                  <a:pos x="2" y="42"/>
                </a:cxn>
                <a:cxn ang="0">
                  <a:pos x="5" y="43"/>
                </a:cxn>
                <a:cxn ang="0">
                  <a:pos x="7" y="39"/>
                </a:cxn>
                <a:cxn ang="0">
                  <a:pos x="5" y="33"/>
                </a:cxn>
                <a:cxn ang="0">
                  <a:pos x="6" y="29"/>
                </a:cxn>
                <a:cxn ang="0">
                  <a:pos x="6" y="26"/>
                </a:cxn>
              </a:cxnLst>
              <a:rect l="0" t="0" r="r" b="b"/>
              <a:pathLst>
                <a:path w="18" h="44">
                  <a:moveTo>
                    <a:pt x="6" y="26"/>
                  </a:moveTo>
                  <a:cubicBezTo>
                    <a:pt x="6" y="26"/>
                    <a:pt x="8" y="24"/>
                    <a:pt x="9" y="24"/>
                  </a:cubicBezTo>
                  <a:cubicBezTo>
                    <a:pt x="10" y="23"/>
                    <a:pt x="12" y="22"/>
                    <a:pt x="12" y="21"/>
                  </a:cubicBezTo>
                  <a:cubicBezTo>
                    <a:pt x="13" y="20"/>
                    <a:pt x="13" y="17"/>
                    <a:pt x="12" y="16"/>
                  </a:cubicBezTo>
                  <a:cubicBezTo>
                    <a:pt x="12" y="15"/>
                    <a:pt x="11" y="14"/>
                    <a:pt x="11" y="13"/>
                  </a:cubicBezTo>
                  <a:cubicBezTo>
                    <a:pt x="10" y="12"/>
                    <a:pt x="10" y="10"/>
                    <a:pt x="11" y="9"/>
                  </a:cubicBezTo>
                  <a:cubicBezTo>
                    <a:pt x="11" y="8"/>
                    <a:pt x="12" y="8"/>
                    <a:pt x="12" y="8"/>
                  </a:cubicBezTo>
                  <a:cubicBezTo>
                    <a:pt x="13" y="8"/>
                    <a:pt x="14" y="9"/>
                    <a:pt x="14" y="9"/>
                  </a:cubicBezTo>
                  <a:cubicBezTo>
                    <a:pt x="15" y="9"/>
                    <a:pt x="17" y="9"/>
                    <a:pt x="17" y="8"/>
                  </a:cubicBezTo>
                  <a:cubicBezTo>
                    <a:pt x="18" y="7"/>
                    <a:pt x="18" y="5"/>
                    <a:pt x="18" y="3"/>
                  </a:cubicBezTo>
                  <a:cubicBezTo>
                    <a:pt x="17" y="2"/>
                    <a:pt x="16" y="1"/>
                    <a:pt x="15" y="0"/>
                  </a:cubicBezTo>
                  <a:cubicBezTo>
                    <a:pt x="14" y="0"/>
                    <a:pt x="11" y="1"/>
                    <a:pt x="10" y="1"/>
                  </a:cubicBezTo>
                  <a:cubicBezTo>
                    <a:pt x="9" y="2"/>
                    <a:pt x="7" y="3"/>
                    <a:pt x="7" y="4"/>
                  </a:cubicBezTo>
                  <a:cubicBezTo>
                    <a:pt x="6" y="5"/>
                    <a:pt x="5" y="7"/>
                    <a:pt x="5" y="8"/>
                  </a:cubicBezTo>
                  <a:cubicBezTo>
                    <a:pt x="5" y="9"/>
                    <a:pt x="6" y="12"/>
                    <a:pt x="6" y="13"/>
                  </a:cubicBezTo>
                  <a:cubicBezTo>
                    <a:pt x="6" y="14"/>
                    <a:pt x="6" y="17"/>
                    <a:pt x="5" y="18"/>
                  </a:cubicBezTo>
                  <a:cubicBezTo>
                    <a:pt x="5" y="19"/>
                    <a:pt x="4" y="22"/>
                    <a:pt x="3" y="23"/>
                  </a:cubicBezTo>
                  <a:cubicBezTo>
                    <a:pt x="3" y="24"/>
                    <a:pt x="1" y="26"/>
                    <a:pt x="1" y="28"/>
                  </a:cubicBezTo>
                  <a:cubicBezTo>
                    <a:pt x="1" y="29"/>
                    <a:pt x="1" y="31"/>
                    <a:pt x="1" y="33"/>
                  </a:cubicBezTo>
                  <a:cubicBezTo>
                    <a:pt x="1" y="34"/>
                    <a:pt x="0" y="36"/>
                    <a:pt x="0" y="37"/>
                  </a:cubicBezTo>
                  <a:cubicBezTo>
                    <a:pt x="0" y="38"/>
                    <a:pt x="2" y="41"/>
                    <a:pt x="2" y="42"/>
                  </a:cubicBezTo>
                  <a:cubicBezTo>
                    <a:pt x="3" y="42"/>
                    <a:pt x="5" y="44"/>
                    <a:pt x="5" y="43"/>
                  </a:cubicBezTo>
                  <a:cubicBezTo>
                    <a:pt x="6" y="43"/>
                    <a:pt x="7" y="40"/>
                    <a:pt x="7" y="39"/>
                  </a:cubicBezTo>
                  <a:cubicBezTo>
                    <a:pt x="7" y="38"/>
                    <a:pt x="5" y="35"/>
                    <a:pt x="5" y="33"/>
                  </a:cubicBezTo>
                  <a:cubicBezTo>
                    <a:pt x="5" y="32"/>
                    <a:pt x="6" y="30"/>
                    <a:pt x="6" y="29"/>
                  </a:cubicBezTo>
                  <a:cubicBezTo>
                    <a:pt x="6" y="29"/>
                    <a:pt x="6" y="27"/>
                    <a:pt x="6"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44"/>
            <p:cNvSpPr>
              <a:spLocks/>
            </p:cNvSpPr>
            <p:nvPr/>
          </p:nvSpPr>
          <p:spPr bwMode="auto">
            <a:xfrm>
              <a:off x="2974976" y="1025526"/>
              <a:ext cx="26988" cy="15875"/>
            </a:xfrm>
            <a:custGeom>
              <a:avLst/>
              <a:gdLst/>
              <a:ahLst/>
              <a:cxnLst>
                <a:cxn ang="0">
                  <a:pos x="8" y="3"/>
                </a:cxn>
                <a:cxn ang="0">
                  <a:pos x="4" y="3"/>
                </a:cxn>
                <a:cxn ang="0">
                  <a:pos x="1" y="5"/>
                </a:cxn>
                <a:cxn ang="0">
                  <a:pos x="0" y="6"/>
                </a:cxn>
                <a:cxn ang="0">
                  <a:pos x="0" y="8"/>
                </a:cxn>
                <a:cxn ang="0">
                  <a:pos x="3" y="9"/>
                </a:cxn>
                <a:cxn ang="0">
                  <a:pos x="5" y="7"/>
                </a:cxn>
                <a:cxn ang="0">
                  <a:pos x="8" y="6"/>
                </a:cxn>
                <a:cxn ang="0">
                  <a:pos x="11" y="5"/>
                </a:cxn>
                <a:cxn ang="0">
                  <a:pos x="13" y="4"/>
                </a:cxn>
                <a:cxn ang="0">
                  <a:pos x="15" y="2"/>
                </a:cxn>
                <a:cxn ang="0">
                  <a:pos x="13" y="1"/>
                </a:cxn>
                <a:cxn ang="0">
                  <a:pos x="11" y="0"/>
                </a:cxn>
                <a:cxn ang="0">
                  <a:pos x="10" y="1"/>
                </a:cxn>
                <a:cxn ang="0">
                  <a:pos x="8" y="3"/>
                </a:cxn>
              </a:cxnLst>
              <a:rect l="0" t="0" r="r" b="b"/>
              <a:pathLst>
                <a:path w="15" h="9">
                  <a:moveTo>
                    <a:pt x="8" y="3"/>
                  </a:moveTo>
                  <a:cubicBezTo>
                    <a:pt x="7" y="3"/>
                    <a:pt x="5" y="2"/>
                    <a:pt x="4" y="3"/>
                  </a:cubicBezTo>
                  <a:cubicBezTo>
                    <a:pt x="3" y="3"/>
                    <a:pt x="2" y="4"/>
                    <a:pt x="1" y="5"/>
                  </a:cubicBezTo>
                  <a:cubicBezTo>
                    <a:pt x="1" y="5"/>
                    <a:pt x="0" y="6"/>
                    <a:pt x="0" y="6"/>
                  </a:cubicBezTo>
                  <a:cubicBezTo>
                    <a:pt x="0" y="6"/>
                    <a:pt x="0" y="7"/>
                    <a:pt x="0" y="8"/>
                  </a:cubicBezTo>
                  <a:cubicBezTo>
                    <a:pt x="1" y="8"/>
                    <a:pt x="2" y="9"/>
                    <a:pt x="3" y="9"/>
                  </a:cubicBezTo>
                  <a:cubicBezTo>
                    <a:pt x="4" y="8"/>
                    <a:pt x="5" y="7"/>
                    <a:pt x="5" y="7"/>
                  </a:cubicBezTo>
                  <a:cubicBezTo>
                    <a:pt x="6" y="7"/>
                    <a:pt x="7" y="7"/>
                    <a:pt x="8" y="6"/>
                  </a:cubicBezTo>
                  <a:cubicBezTo>
                    <a:pt x="9" y="6"/>
                    <a:pt x="10" y="5"/>
                    <a:pt x="11" y="5"/>
                  </a:cubicBezTo>
                  <a:cubicBezTo>
                    <a:pt x="12" y="5"/>
                    <a:pt x="13" y="4"/>
                    <a:pt x="13" y="4"/>
                  </a:cubicBezTo>
                  <a:cubicBezTo>
                    <a:pt x="14" y="4"/>
                    <a:pt x="15" y="3"/>
                    <a:pt x="15" y="2"/>
                  </a:cubicBezTo>
                  <a:cubicBezTo>
                    <a:pt x="15" y="2"/>
                    <a:pt x="14" y="1"/>
                    <a:pt x="13" y="1"/>
                  </a:cubicBezTo>
                  <a:cubicBezTo>
                    <a:pt x="13" y="0"/>
                    <a:pt x="12" y="0"/>
                    <a:pt x="11" y="0"/>
                  </a:cubicBezTo>
                  <a:cubicBezTo>
                    <a:pt x="11" y="1"/>
                    <a:pt x="10" y="1"/>
                    <a:pt x="10" y="1"/>
                  </a:cubicBezTo>
                  <a:cubicBezTo>
                    <a:pt x="9" y="2"/>
                    <a:pt x="8" y="2"/>
                    <a:pt x="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45"/>
            <p:cNvSpPr>
              <a:spLocks/>
            </p:cNvSpPr>
            <p:nvPr/>
          </p:nvSpPr>
          <p:spPr bwMode="auto">
            <a:xfrm>
              <a:off x="2473326" y="1265238"/>
              <a:ext cx="41275" cy="36513"/>
            </a:xfrm>
            <a:custGeom>
              <a:avLst/>
              <a:gdLst/>
              <a:ahLst/>
              <a:cxnLst>
                <a:cxn ang="0">
                  <a:pos x="13" y="2"/>
                </a:cxn>
                <a:cxn ang="0">
                  <a:pos x="11" y="5"/>
                </a:cxn>
                <a:cxn ang="0">
                  <a:pos x="7" y="6"/>
                </a:cxn>
                <a:cxn ang="0">
                  <a:pos x="4" y="6"/>
                </a:cxn>
                <a:cxn ang="0">
                  <a:pos x="1" y="9"/>
                </a:cxn>
                <a:cxn ang="0">
                  <a:pos x="0" y="12"/>
                </a:cxn>
                <a:cxn ang="0">
                  <a:pos x="2" y="17"/>
                </a:cxn>
                <a:cxn ang="0">
                  <a:pos x="5" y="20"/>
                </a:cxn>
                <a:cxn ang="0">
                  <a:pos x="10" y="18"/>
                </a:cxn>
                <a:cxn ang="0">
                  <a:pos x="12" y="14"/>
                </a:cxn>
                <a:cxn ang="0">
                  <a:pos x="15" y="12"/>
                </a:cxn>
                <a:cxn ang="0">
                  <a:pos x="17" y="13"/>
                </a:cxn>
                <a:cxn ang="0">
                  <a:pos x="15" y="16"/>
                </a:cxn>
                <a:cxn ang="0">
                  <a:pos x="15" y="18"/>
                </a:cxn>
                <a:cxn ang="0">
                  <a:pos x="17" y="20"/>
                </a:cxn>
                <a:cxn ang="0">
                  <a:pos x="19" y="18"/>
                </a:cxn>
                <a:cxn ang="0">
                  <a:pos x="19" y="13"/>
                </a:cxn>
                <a:cxn ang="0">
                  <a:pos x="21" y="10"/>
                </a:cxn>
                <a:cxn ang="0">
                  <a:pos x="22" y="6"/>
                </a:cxn>
                <a:cxn ang="0">
                  <a:pos x="22" y="3"/>
                </a:cxn>
                <a:cxn ang="0">
                  <a:pos x="20" y="1"/>
                </a:cxn>
                <a:cxn ang="0">
                  <a:pos x="16" y="0"/>
                </a:cxn>
                <a:cxn ang="0">
                  <a:pos x="13" y="2"/>
                </a:cxn>
              </a:cxnLst>
              <a:rect l="0" t="0" r="r" b="b"/>
              <a:pathLst>
                <a:path w="22" h="20">
                  <a:moveTo>
                    <a:pt x="13" y="2"/>
                  </a:moveTo>
                  <a:cubicBezTo>
                    <a:pt x="12" y="3"/>
                    <a:pt x="11" y="4"/>
                    <a:pt x="11" y="5"/>
                  </a:cubicBezTo>
                  <a:cubicBezTo>
                    <a:pt x="10" y="5"/>
                    <a:pt x="8" y="6"/>
                    <a:pt x="7" y="6"/>
                  </a:cubicBezTo>
                  <a:cubicBezTo>
                    <a:pt x="7" y="6"/>
                    <a:pt x="5" y="6"/>
                    <a:pt x="4" y="6"/>
                  </a:cubicBezTo>
                  <a:cubicBezTo>
                    <a:pt x="3" y="6"/>
                    <a:pt x="2" y="8"/>
                    <a:pt x="1" y="9"/>
                  </a:cubicBezTo>
                  <a:cubicBezTo>
                    <a:pt x="1" y="10"/>
                    <a:pt x="0" y="12"/>
                    <a:pt x="0" y="12"/>
                  </a:cubicBezTo>
                  <a:cubicBezTo>
                    <a:pt x="0" y="14"/>
                    <a:pt x="1" y="16"/>
                    <a:pt x="2" y="17"/>
                  </a:cubicBezTo>
                  <a:cubicBezTo>
                    <a:pt x="2" y="18"/>
                    <a:pt x="4" y="19"/>
                    <a:pt x="5" y="20"/>
                  </a:cubicBezTo>
                  <a:cubicBezTo>
                    <a:pt x="6" y="20"/>
                    <a:pt x="9" y="19"/>
                    <a:pt x="10" y="18"/>
                  </a:cubicBezTo>
                  <a:cubicBezTo>
                    <a:pt x="11" y="18"/>
                    <a:pt x="11" y="15"/>
                    <a:pt x="12" y="14"/>
                  </a:cubicBezTo>
                  <a:cubicBezTo>
                    <a:pt x="12" y="13"/>
                    <a:pt x="14" y="12"/>
                    <a:pt x="15" y="12"/>
                  </a:cubicBezTo>
                  <a:cubicBezTo>
                    <a:pt x="15" y="12"/>
                    <a:pt x="16" y="13"/>
                    <a:pt x="17" y="13"/>
                  </a:cubicBezTo>
                  <a:cubicBezTo>
                    <a:pt x="17" y="14"/>
                    <a:pt x="15" y="15"/>
                    <a:pt x="15" y="16"/>
                  </a:cubicBezTo>
                  <a:cubicBezTo>
                    <a:pt x="14" y="17"/>
                    <a:pt x="14" y="18"/>
                    <a:pt x="15" y="18"/>
                  </a:cubicBezTo>
                  <a:cubicBezTo>
                    <a:pt x="15" y="19"/>
                    <a:pt x="16" y="20"/>
                    <a:pt x="17" y="20"/>
                  </a:cubicBezTo>
                  <a:cubicBezTo>
                    <a:pt x="18" y="20"/>
                    <a:pt x="18" y="18"/>
                    <a:pt x="19" y="18"/>
                  </a:cubicBezTo>
                  <a:cubicBezTo>
                    <a:pt x="19" y="17"/>
                    <a:pt x="19" y="14"/>
                    <a:pt x="19" y="13"/>
                  </a:cubicBezTo>
                  <a:cubicBezTo>
                    <a:pt x="20" y="12"/>
                    <a:pt x="21" y="11"/>
                    <a:pt x="21" y="10"/>
                  </a:cubicBezTo>
                  <a:cubicBezTo>
                    <a:pt x="21" y="9"/>
                    <a:pt x="22" y="7"/>
                    <a:pt x="22" y="6"/>
                  </a:cubicBezTo>
                  <a:cubicBezTo>
                    <a:pt x="22" y="6"/>
                    <a:pt x="22" y="4"/>
                    <a:pt x="22" y="3"/>
                  </a:cubicBezTo>
                  <a:cubicBezTo>
                    <a:pt x="22" y="2"/>
                    <a:pt x="21" y="1"/>
                    <a:pt x="20" y="1"/>
                  </a:cubicBezTo>
                  <a:cubicBezTo>
                    <a:pt x="19" y="0"/>
                    <a:pt x="17" y="0"/>
                    <a:pt x="16" y="0"/>
                  </a:cubicBezTo>
                  <a:cubicBezTo>
                    <a:pt x="16" y="0"/>
                    <a:pt x="14" y="1"/>
                    <a:pt x="13"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46"/>
            <p:cNvSpPr>
              <a:spLocks/>
            </p:cNvSpPr>
            <p:nvPr/>
          </p:nvSpPr>
          <p:spPr bwMode="auto">
            <a:xfrm>
              <a:off x="1600201" y="781051"/>
              <a:ext cx="801688" cy="839788"/>
            </a:xfrm>
            <a:custGeom>
              <a:avLst/>
              <a:gdLst/>
              <a:ahLst/>
              <a:cxnLst>
                <a:cxn ang="0">
                  <a:pos x="429" y="189"/>
                </a:cxn>
                <a:cxn ang="0">
                  <a:pos x="410" y="230"/>
                </a:cxn>
                <a:cxn ang="0">
                  <a:pos x="382" y="246"/>
                </a:cxn>
                <a:cxn ang="0">
                  <a:pos x="379" y="275"/>
                </a:cxn>
                <a:cxn ang="0">
                  <a:pos x="388" y="295"/>
                </a:cxn>
                <a:cxn ang="0">
                  <a:pos x="356" y="320"/>
                </a:cxn>
                <a:cxn ang="0">
                  <a:pos x="366" y="319"/>
                </a:cxn>
                <a:cxn ang="0">
                  <a:pos x="377" y="336"/>
                </a:cxn>
                <a:cxn ang="0">
                  <a:pos x="386" y="354"/>
                </a:cxn>
                <a:cxn ang="0">
                  <a:pos x="404" y="366"/>
                </a:cxn>
                <a:cxn ang="0">
                  <a:pos x="402" y="395"/>
                </a:cxn>
                <a:cxn ang="0">
                  <a:pos x="385" y="403"/>
                </a:cxn>
                <a:cxn ang="0">
                  <a:pos x="370" y="427"/>
                </a:cxn>
                <a:cxn ang="0">
                  <a:pos x="351" y="435"/>
                </a:cxn>
                <a:cxn ang="0">
                  <a:pos x="347" y="456"/>
                </a:cxn>
                <a:cxn ang="0">
                  <a:pos x="310" y="440"/>
                </a:cxn>
                <a:cxn ang="0">
                  <a:pos x="299" y="431"/>
                </a:cxn>
                <a:cxn ang="0">
                  <a:pos x="282" y="414"/>
                </a:cxn>
                <a:cxn ang="0">
                  <a:pos x="275" y="394"/>
                </a:cxn>
                <a:cxn ang="0">
                  <a:pos x="280" y="377"/>
                </a:cxn>
                <a:cxn ang="0">
                  <a:pos x="280" y="352"/>
                </a:cxn>
                <a:cxn ang="0">
                  <a:pos x="260" y="354"/>
                </a:cxn>
                <a:cxn ang="0">
                  <a:pos x="243" y="364"/>
                </a:cxn>
                <a:cxn ang="0">
                  <a:pos x="224" y="377"/>
                </a:cxn>
                <a:cxn ang="0">
                  <a:pos x="208" y="389"/>
                </a:cxn>
                <a:cxn ang="0">
                  <a:pos x="197" y="396"/>
                </a:cxn>
                <a:cxn ang="0">
                  <a:pos x="150" y="342"/>
                </a:cxn>
                <a:cxn ang="0">
                  <a:pos x="82" y="299"/>
                </a:cxn>
                <a:cxn ang="0">
                  <a:pos x="46" y="268"/>
                </a:cxn>
                <a:cxn ang="0">
                  <a:pos x="70" y="255"/>
                </a:cxn>
                <a:cxn ang="0">
                  <a:pos x="55" y="229"/>
                </a:cxn>
                <a:cxn ang="0">
                  <a:pos x="50" y="195"/>
                </a:cxn>
                <a:cxn ang="0">
                  <a:pos x="59" y="182"/>
                </a:cxn>
                <a:cxn ang="0">
                  <a:pos x="24" y="183"/>
                </a:cxn>
                <a:cxn ang="0">
                  <a:pos x="9" y="178"/>
                </a:cxn>
                <a:cxn ang="0">
                  <a:pos x="7" y="165"/>
                </a:cxn>
                <a:cxn ang="0">
                  <a:pos x="7" y="159"/>
                </a:cxn>
                <a:cxn ang="0">
                  <a:pos x="48" y="149"/>
                </a:cxn>
                <a:cxn ang="0">
                  <a:pos x="76" y="129"/>
                </a:cxn>
                <a:cxn ang="0">
                  <a:pos x="54" y="135"/>
                </a:cxn>
                <a:cxn ang="0">
                  <a:pos x="56" y="115"/>
                </a:cxn>
                <a:cxn ang="0">
                  <a:pos x="57" y="98"/>
                </a:cxn>
                <a:cxn ang="0">
                  <a:pos x="47" y="79"/>
                </a:cxn>
                <a:cxn ang="0">
                  <a:pos x="26" y="53"/>
                </a:cxn>
                <a:cxn ang="0">
                  <a:pos x="17" y="2"/>
                </a:cxn>
                <a:cxn ang="0">
                  <a:pos x="52" y="0"/>
                </a:cxn>
                <a:cxn ang="0">
                  <a:pos x="104" y="15"/>
                </a:cxn>
                <a:cxn ang="0">
                  <a:pos x="137" y="29"/>
                </a:cxn>
                <a:cxn ang="0">
                  <a:pos x="160" y="32"/>
                </a:cxn>
                <a:cxn ang="0">
                  <a:pos x="178" y="26"/>
                </a:cxn>
                <a:cxn ang="0">
                  <a:pos x="216" y="43"/>
                </a:cxn>
                <a:cxn ang="0">
                  <a:pos x="236" y="43"/>
                </a:cxn>
                <a:cxn ang="0">
                  <a:pos x="248" y="72"/>
                </a:cxn>
                <a:cxn ang="0">
                  <a:pos x="254" y="86"/>
                </a:cxn>
                <a:cxn ang="0">
                  <a:pos x="220" y="135"/>
                </a:cxn>
                <a:cxn ang="0">
                  <a:pos x="274" y="133"/>
                </a:cxn>
                <a:cxn ang="0">
                  <a:pos x="270" y="170"/>
                </a:cxn>
                <a:cxn ang="0">
                  <a:pos x="290" y="150"/>
                </a:cxn>
                <a:cxn ang="0">
                  <a:pos x="347" y="167"/>
                </a:cxn>
                <a:cxn ang="0">
                  <a:pos x="385" y="176"/>
                </a:cxn>
                <a:cxn ang="0">
                  <a:pos x="415" y="161"/>
                </a:cxn>
                <a:cxn ang="0">
                  <a:pos x="422" y="165"/>
                </a:cxn>
              </a:cxnLst>
              <a:rect l="0" t="0" r="r" b="b"/>
              <a:pathLst>
                <a:path w="437" h="458">
                  <a:moveTo>
                    <a:pt x="437" y="163"/>
                  </a:moveTo>
                  <a:cubicBezTo>
                    <a:pt x="437" y="164"/>
                    <a:pt x="437" y="166"/>
                    <a:pt x="437" y="167"/>
                  </a:cubicBezTo>
                  <a:cubicBezTo>
                    <a:pt x="436" y="169"/>
                    <a:pt x="433" y="170"/>
                    <a:pt x="431" y="170"/>
                  </a:cubicBezTo>
                  <a:cubicBezTo>
                    <a:pt x="430" y="171"/>
                    <a:pt x="428" y="170"/>
                    <a:pt x="427" y="171"/>
                  </a:cubicBezTo>
                  <a:cubicBezTo>
                    <a:pt x="427" y="172"/>
                    <a:pt x="426" y="174"/>
                    <a:pt x="426" y="175"/>
                  </a:cubicBezTo>
                  <a:cubicBezTo>
                    <a:pt x="426" y="177"/>
                    <a:pt x="427" y="181"/>
                    <a:pt x="427" y="183"/>
                  </a:cubicBezTo>
                  <a:cubicBezTo>
                    <a:pt x="428" y="185"/>
                    <a:pt x="429" y="188"/>
                    <a:pt x="429" y="189"/>
                  </a:cubicBezTo>
                  <a:cubicBezTo>
                    <a:pt x="429" y="191"/>
                    <a:pt x="428" y="194"/>
                    <a:pt x="428" y="195"/>
                  </a:cubicBezTo>
                  <a:cubicBezTo>
                    <a:pt x="428" y="197"/>
                    <a:pt x="428" y="202"/>
                    <a:pt x="429" y="204"/>
                  </a:cubicBezTo>
                  <a:cubicBezTo>
                    <a:pt x="429" y="205"/>
                    <a:pt x="430" y="207"/>
                    <a:pt x="430" y="209"/>
                  </a:cubicBezTo>
                  <a:cubicBezTo>
                    <a:pt x="431" y="210"/>
                    <a:pt x="433" y="213"/>
                    <a:pt x="432" y="214"/>
                  </a:cubicBezTo>
                  <a:cubicBezTo>
                    <a:pt x="432" y="216"/>
                    <a:pt x="429" y="218"/>
                    <a:pt x="428" y="220"/>
                  </a:cubicBezTo>
                  <a:cubicBezTo>
                    <a:pt x="426" y="221"/>
                    <a:pt x="423" y="224"/>
                    <a:pt x="422" y="225"/>
                  </a:cubicBezTo>
                  <a:cubicBezTo>
                    <a:pt x="419" y="226"/>
                    <a:pt x="413" y="228"/>
                    <a:pt x="410" y="230"/>
                  </a:cubicBezTo>
                  <a:cubicBezTo>
                    <a:pt x="408" y="232"/>
                    <a:pt x="405" y="237"/>
                    <a:pt x="403" y="239"/>
                  </a:cubicBezTo>
                  <a:cubicBezTo>
                    <a:pt x="402" y="241"/>
                    <a:pt x="399" y="244"/>
                    <a:pt x="398" y="245"/>
                  </a:cubicBezTo>
                  <a:cubicBezTo>
                    <a:pt x="397" y="246"/>
                    <a:pt x="394" y="248"/>
                    <a:pt x="393" y="249"/>
                  </a:cubicBezTo>
                  <a:cubicBezTo>
                    <a:pt x="392" y="249"/>
                    <a:pt x="391" y="249"/>
                    <a:pt x="390" y="249"/>
                  </a:cubicBezTo>
                  <a:cubicBezTo>
                    <a:pt x="389" y="249"/>
                    <a:pt x="387" y="249"/>
                    <a:pt x="387" y="248"/>
                  </a:cubicBezTo>
                  <a:cubicBezTo>
                    <a:pt x="386" y="248"/>
                    <a:pt x="385" y="247"/>
                    <a:pt x="385" y="246"/>
                  </a:cubicBezTo>
                  <a:cubicBezTo>
                    <a:pt x="384" y="246"/>
                    <a:pt x="383" y="246"/>
                    <a:pt x="382" y="246"/>
                  </a:cubicBezTo>
                  <a:cubicBezTo>
                    <a:pt x="381" y="246"/>
                    <a:pt x="380" y="248"/>
                    <a:pt x="380" y="248"/>
                  </a:cubicBezTo>
                  <a:cubicBezTo>
                    <a:pt x="379" y="249"/>
                    <a:pt x="379" y="252"/>
                    <a:pt x="378" y="253"/>
                  </a:cubicBezTo>
                  <a:cubicBezTo>
                    <a:pt x="377" y="254"/>
                    <a:pt x="375" y="256"/>
                    <a:pt x="374" y="257"/>
                  </a:cubicBezTo>
                  <a:cubicBezTo>
                    <a:pt x="374" y="258"/>
                    <a:pt x="372" y="260"/>
                    <a:pt x="372" y="262"/>
                  </a:cubicBezTo>
                  <a:cubicBezTo>
                    <a:pt x="372" y="263"/>
                    <a:pt x="374" y="264"/>
                    <a:pt x="374" y="265"/>
                  </a:cubicBezTo>
                  <a:cubicBezTo>
                    <a:pt x="375" y="267"/>
                    <a:pt x="376" y="270"/>
                    <a:pt x="377" y="272"/>
                  </a:cubicBezTo>
                  <a:cubicBezTo>
                    <a:pt x="377" y="273"/>
                    <a:pt x="378" y="275"/>
                    <a:pt x="379" y="275"/>
                  </a:cubicBezTo>
                  <a:cubicBezTo>
                    <a:pt x="381" y="276"/>
                    <a:pt x="384" y="274"/>
                    <a:pt x="386" y="274"/>
                  </a:cubicBezTo>
                  <a:cubicBezTo>
                    <a:pt x="387" y="274"/>
                    <a:pt x="389" y="275"/>
                    <a:pt x="390" y="276"/>
                  </a:cubicBezTo>
                  <a:cubicBezTo>
                    <a:pt x="391" y="276"/>
                    <a:pt x="392" y="279"/>
                    <a:pt x="391" y="280"/>
                  </a:cubicBezTo>
                  <a:cubicBezTo>
                    <a:pt x="391" y="281"/>
                    <a:pt x="389" y="283"/>
                    <a:pt x="388" y="284"/>
                  </a:cubicBezTo>
                  <a:cubicBezTo>
                    <a:pt x="388" y="285"/>
                    <a:pt x="387" y="287"/>
                    <a:pt x="387" y="288"/>
                  </a:cubicBezTo>
                  <a:cubicBezTo>
                    <a:pt x="386" y="289"/>
                    <a:pt x="387" y="290"/>
                    <a:pt x="387" y="291"/>
                  </a:cubicBezTo>
                  <a:cubicBezTo>
                    <a:pt x="387" y="292"/>
                    <a:pt x="388" y="294"/>
                    <a:pt x="388" y="295"/>
                  </a:cubicBezTo>
                  <a:cubicBezTo>
                    <a:pt x="388" y="296"/>
                    <a:pt x="388" y="298"/>
                    <a:pt x="387" y="299"/>
                  </a:cubicBezTo>
                  <a:cubicBezTo>
                    <a:pt x="386" y="299"/>
                    <a:pt x="384" y="299"/>
                    <a:pt x="383" y="300"/>
                  </a:cubicBezTo>
                  <a:cubicBezTo>
                    <a:pt x="381" y="300"/>
                    <a:pt x="379" y="302"/>
                    <a:pt x="378" y="303"/>
                  </a:cubicBezTo>
                  <a:cubicBezTo>
                    <a:pt x="376" y="304"/>
                    <a:pt x="373" y="305"/>
                    <a:pt x="372" y="307"/>
                  </a:cubicBezTo>
                  <a:cubicBezTo>
                    <a:pt x="370" y="307"/>
                    <a:pt x="368" y="309"/>
                    <a:pt x="367" y="310"/>
                  </a:cubicBezTo>
                  <a:cubicBezTo>
                    <a:pt x="366" y="311"/>
                    <a:pt x="364" y="314"/>
                    <a:pt x="363" y="315"/>
                  </a:cubicBezTo>
                  <a:cubicBezTo>
                    <a:pt x="361" y="316"/>
                    <a:pt x="358" y="318"/>
                    <a:pt x="356" y="320"/>
                  </a:cubicBezTo>
                  <a:cubicBezTo>
                    <a:pt x="356" y="321"/>
                    <a:pt x="354" y="324"/>
                    <a:pt x="354" y="325"/>
                  </a:cubicBezTo>
                  <a:cubicBezTo>
                    <a:pt x="353" y="326"/>
                    <a:pt x="352" y="328"/>
                    <a:pt x="352" y="329"/>
                  </a:cubicBezTo>
                  <a:cubicBezTo>
                    <a:pt x="352" y="330"/>
                    <a:pt x="352" y="332"/>
                    <a:pt x="352" y="332"/>
                  </a:cubicBezTo>
                  <a:cubicBezTo>
                    <a:pt x="353" y="332"/>
                    <a:pt x="355" y="332"/>
                    <a:pt x="356" y="331"/>
                  </a:cubicBezTo>
                  <a:cubicBezTo>
                    <a:pt x="357" y="331"/>
                    <a:pt x="357" y="328"/>
                    <a:pt x="358" y="327"/>
                  </a:cubicBezTo>
                  <a:cubicBezTo>
                    <a:pt x="359" y="326"/>
                    <a:pt x="361" y="324"/>
                    <a:pt x="362" y="322"/>
                  </a:cubicBezTo>
                  <a:cubicBezTo>
                    <a:pt x="363" y="322"/>
                    <a:pt x="365" y="320"/>
                    <a:pt x="366" y="319"/>
                  </a:cubicBezTo>
                  <a:cubicBezTo>
                    <a:pt x="367" y="318"/>
                    <a:pt x="368" y="317"/>
                    <a:pt x="369" y="316"/>
                  </a:cubicBezTo>
                  <a:cubicBezTo>
                    <a:pt x="370" y="319"/>
                    <a:pt x="370" y="319"/>
                    <a:pt x="370" y="319"/>
                  </a:cubicBezTo>
                  <a:cubicBezTo>
                    <a:pt x="372" y="321"/>
                    <a:pt x="372" y="321"/>
                    <a:pt x="372" y="321"/>
                  </a:cubicBezTo>
                  <a:cubicBezTo>
                    <a:pt x="374" y="324"/>
                    <a:pt x="374" y="324"/>
                    <a:pt x="374" y="324"/>
                  </a:cubicBezTo>
                  <a:cubicBezTo>
                    <a:pt x="376" y="327"/>
                    <a:pt x="376" y="327"/>
                    <a:pt x="376" y="327"/>
                  </a:cubicBezTo>
                  <a:cubicBezTo>
                    <a:pt x="379" y="332"/>
                    <a:pt x="379" y="332"/>
                    <a:pt x="379" y="332"/>
                  </a:cubicBezTo>
                  <a:cubicBezTo>
                    <a:pt x="377" y="336"/>
                    <a:pt x="377" y="336"/>
                    <a:pt x="377" y="336"/>
                  </a:cubicBezTo>
                  <a:cubicBezTo>
                    <a:pt x="374" y="337"/>
                    <a:pt x="374" y="337"/>
                    <a:pt x="374" y="337"/>
                  </a:cubicBezTo>
                  <a:cubicBezTo>
                    <a:pt x="373" y="344"/>
                    <a:pt x="373" y="344"/>
                    <a:pt x="373" y="344"/>
                  </a:cubicBezTo>
                  <a:cubicBezTo>
                    <a:pt x="375" y="348"/>
                    <a:pt x="375" y="348"/>
                    <a:pt x="375" y="348"/>
                  </a:cubicBezTo>
                  <a:cubicBezTo>
                    <a:pt x="378" y="349"/>
                    <a:pt x="378" y="349"/>
                    <a:pt x="378" y="349"/>
                  </a:cubicBezTo>
                  <a:cubicBezTo>
                    <a:pt x="380" y="348"/>
                    <a:pt x="380" y="348"/>
                    <a:pt x="380" y="348"/>
                  </a:cubicBezTo>
                  <a:cubicBezTo>
                    <a:pt x="383" y="349"/>
                    <a:pt x="383" y="349"/>
                    <a:pt x="383" y="349"/>
                  </a:cubicBezTo>
                  <a:cubicBezTo>
                    <a:pt x="386" y="354"/>
                    <a:pt x="386" y="354"/>
                    <a:pt x="386" y="354"/>
                  </a:cubicBezTo>
                  <a:cubicBezTo>
                    <a:pt x="386" y="357"/>
                    <a:pt x="386" y="357"/>
                    <a:pt x="386" y="357"/>
                  </a:cubicBezTo>
                  <a:cubicBezTo>
                    <a:pt x="389" y="360"/>
                    <a:pt x="389" y="360"/>
                    <a:pt x="389" y="360"/>
                  </a:cubicBezTo>
                  <a:cubicBezTo>
                    <a:pt x="394" y="360"/>
                    <a:pt x="394" y="360"/>
                    <a:pt x="394" y="360"/>
                  </a:cubicBezTo>
                  <a:cubicBezTo>
                    <a:pt x="397" y="359"/>
                    <a:pt x="397" y="359"/>
                    <a:pt x="397" y="359"/>
                  </a:cubicBezTo>
                  <a:cubicBezTo>
                    <a:pt x="402" y="360"/>
                    <a:pt x="402" y="360"/>
                    <a:pt x="402" y="360"/>
                  </a:cubicBezTo>
                  <a:cubicBezTo>
                    <a:pt x="405" y="363"/>
                    <a:pt x="405" y="363"/>
                    <a:pt x="405" y="363"/>
                  </a:cubicBezTo>
                  <a:cubicBezTo>
                    <a:pt x="404" y="366"/>
                    <a:pt x="404" y="366"/>
                    <a:pt x="404" y="366"/>
                  </a:cubicBezTo>
                  <a:cubicBezTo>
                    <a:pt x="406" y="371"/>
                    <a:pt x="406" y="371"/>
                    <a:pt x="406" y="371"/>
                  </a:cubicBezTo>
                  <a:cubicBezTo>
                    <a:pt x="406" y="376"/>
                    <a:pt x="406" y="376"/>
                    <a:pt x="406" y="376"/>
                  </a:cubicBezTo>
                  <a:cubicBezTo>
                    <a:pt x="404" y="380"/>
                    <a:pt x="404" y="380"/>
                    <a:pt x="404" y="380"/>
                  </a:cubicBezTo>
                  <a:cubicBezTo>
                    <a:pt x="401" y="381"/>
                    <a:pt x="401" y="381"/>
                    <a:pt x="401" y="381"/>
                  </a:cubicBezTo>
                  <a:cubicBezTo>
                    <a:pt x="400" y="386"/>
                    <a:pt x="400" y="386"/>
                    <a:pt x="400" y="386"/>
                  </a:cubicBezTo>
                  <a:cubicBezTo>
                    <a:pt x="401" y="389"/>
                    <a:pt x="401" y="389"/>
                    <a:pt x="401" y="389"/>
                  </a:cubicBezTo>
                  <a:cubicBezTo>
                    <a:pt x="402" y="395"/>
                    <a:pt x="402" y="395"/>
                    <a:pt x="402" y="395"/>
                  </a:cubicBezTo>
                  <a:cubicBezTo>
                    <a:pt x="399" y="397"/>
                    <a:pt x="399" y="397"/>
                    <a:pt x="399" y="397"/>
                  </a:cubicBezTo>
                  <a:cubicBezTo>
                    <a:pt x="394" y="397"/>
                    <a:pt x="394" y="397"/>
                    <a:pt x="394" y="397"/>
                  </a:cubicBezTo>
                  <a:cubicBezTo>
                    <a:pt x="389" y="395"/>
                    <a:pt x="389" y="395"/>
                    <a:pt x="389" y="395"/>
                  </a:cubicBezTo>
                  <a:cubicBezTo>
                    <a:pt x="383" y="395"/>
                    <a:pt x="383" y="395"/>
                    <a:pt x="383" y="395"/>
                  </a:cubicBezTo>
                  <a:cubicBezTo>
                    <a:pt x="380" y="398"/>
                    <a:pt x="380" y="398"/>
                    <a:pt x="380" y="398"/>
                  </a:cubicBezTo>
                  <a:cubicBezTo>
                    <a:pt x="382" y="401"/>
                    <a:pt x="382" y="401"/>
                    <a:pt x="382" y="401"/>
                  </a:cubicBezTo>
                  <a:cubicBezTo>
                    <a:pt x="385" y="403"/>
                    <a:pt x="385" y="403"/>
                    <a:pt x="385" y="403"/>
                  </a:cubicBezTo>
                  <a:cubicBezTo>
                    <a:pt x="386" y="409"/>
                    <a:pt x="386" y="409"/>
                    <a:pt x="386" y="409"/>
                  </a:cubicBezTo>
                  <a:cubicBezTo>
                    <a:pt x="385" y="414"/>
                    <a:pt x="385" y="414"/>
                    <a:pt x="385" y="414"/>
                  </a:cubicBezTo>
                  <a:cubicBezTo>
                    <a:pt x="382" y="417"/>
                    <a:pt x="382" y="417"/>
                    <a:pt x="382" y="417"/>
                  </a:cubicBezTo>
                  <a:cubicBezTo>
                    <a:pt x="380" y="418"/>
                    <a:pt x="380" y="418"/>
                    <a:pt x="380" y="418"/>
                  </a:cubicBezTo>
                  <a:cubicBezTo>
                    <a:pt x="376" y="422"/>
                    <a:pt x="376" y="422"/>
                    <a:pt x="376" y="422"/>
                  </a:cubicBezTo>
                  <a:cubicBezTo>
                    <a:pt x="374" y="425"/>
                    <a:pt x="374" y="425"/>
                    <a:pt x="374" y="425"/>
                  </a:cubicBezTo>
                  <a:cubicBezTo>
                    <a:pt x="370" y="427"/>
                    <a:pt x="370" y="427"/>
                    <a:pt x="370" y="427"/>
                  </a:cubicBezTo>
                  <a:cubicBezTo>
                    <a:pt x="365" y="430"/>
                    <a:pt x="365" y="430"/>
                    <a:pt x="365" y="430"/>
                  </a:cubicBezTo>
                  <a:cubicBezTo>
                    <a:pt x="362" y="431"/>
                    <a:pt x="362" y="431"/>
                    <a:pt x="362" y="431"/>
                  </a:cubicBezTo>
                  <a:cubicBezTo>
                    <a:pt x="359" y="429"/>
                    <a:pt x="359" y="429"/>
                    <a:pt x="359" y="429"/>
                  </a:cubicBezTo>
                  <a:cubicBezTo>
                    <a:pt x="356" y="428"/>
                    <a:pt x="356" y="428"/>
                    <a:pt x="356" y="428"/>
                  </a:cubicBezTo>
                  <a:cubicBezTo>
                    <a:pt x="353" y="430"/>
                    <a:pt x="353" y="430"/>
                    <a:pt x="353" y="430"/>
                  </a:cubicBezTo>
                  <a:cubicBezTo>
                    <a:pt x="353" y="433"/>
                    <a:pt x="353" y="433"/>
                    <a:pt x="353" y="433"/>
                  </a:cubicBezTo>
                  <a:cubicBezTo>
                    <a:pt x="351" y="435"/>
                    <a:pt x="351" y="435"/>
                    <a:pt x="351" y="435"/>
                  </a:cubicBezTo>
                  <a:cubicBezTo>
                    <a:pt x="351" y="439"/>
                    <a:pt x="351" y="439"/>
                    <a:pt x="351" y="439"/>
                  </a:cubicBezTo>
                  <a:cubicBezTo>
                    <a:pt x="350" y="443"/>
                    <a:pt x="350" y="443"/>
                    <a:pt x="350" y="443"/>
                  </a:cubicBezTo>
                  <a:cubicBezTo>
                    <a:pt x="352" y="447"/>
                    <a:pt x="352" y="447"/>
                    <a:pt x="352" y="447"/>
                  </a:cubicBezTo>
                  <a:cubicBezTo>
                    <a:pt x="351" y="451"/>
                    <a:pt x="351" y="451"/>
                    <a:pt x="351" y="451"/>
                  </a:cubicBezTo>
                  <a:cubicBezTo>
                    <a:pt x="347" y="451"/>
                    <a:pt x="347" y="451"/>
                    <a:pt x="347" y="451"/>
                  </a:cubicBezTo>
                  <a:cubicBezTo>
                    <a:pt x="345" y="453"/>
                    <a:pt x="345" y="453"/>
                    <a:pt x="345" y="453"/>
                  </a:cubicBezTo>
                  <a:cubicBezTo>
                    <a:pt x="347" y="456"/>
                    <a:pt x="347" y="456"/>
                    <a:pt x="347" y="456"/>
                  </a:cubicBezTo>
                  <a:cubicBezTo>
                    <a:pt x="347" y="458"/>
                    <a:pt x="347" y="458"/>
                    <a:pt x="347" y="458"/>
                  </a:cubicBezTo>
                  <a:cubicBezTo>
                    <a:pt x="344" y="457"/>
                    <a:pt x="344" y="457"/>
                    <a:pt x="344" y="457"/>
                  </a:cubicBezTo>
                  <a:cubicBezTo>
                    <a:pt x="337" y="457"/>
                    <a:pt x="337" y="457"/>
                    <a:pt x="337" y="457"/>
                  </a:cubicBezTo>
                  <a:cubicBezTo>
                    <a:pt x="329" y="453"/>
                    <a:pt x="329" y="453"/>
                    <a:pt x="329" y="453"/>
                  </a:cubicBezTo>
                  <a:cubicBezTo>
                    <a:pt x="322" y="450"/>
                    <a:pt x="322" y="450"/>
                    <a:pt x="322" y="450"/>
                  </a:cubicBezTo>
                  <a:cubicBezTo>
                    <a:pt x="316" y="445"/>
                    <a:pt x="316" y="445"/>
                    <a:pt x="316" y="445"/>
                  </a:cubicBezTo>
                  <a:cubicBezTo>
                    <a:pt x="310" y="440"/>
                    <a:pt x="310" y="440"/>
                    <a:pt x="310" y="440"/>
                  </a:cubicBezTo>
                  <a:cubicBezTo>
                    <a:pt x="309" y="439"/>
                    <a:pt x="309" y="439"/>
                    <a:pt x="309" y="439"/>
                  </a:cubicBezTo>
                  <a:cubicBezTo>
                    <a:pt x="310" y="439"/>
                    <a:pt x="310" y="439"/>
                    <a:pt x="310" y="439"/>
                  </a:cubicBezTo>
                  <a:cubicBezTo>
                    <a:pt x="311" y="438"/>
                    <a:pt x="311" y="438"/>
                    <a:pt x="311" y="438"/>
                  </a:cubicBezTo>
                  <a:cubicBezTo>
                    <a:pt x="311" y="434"/>
                    <a:pt x="311" y="434"/>
                    <a:pt x="311" y="434"/>
                  </a:cubicBezTo>
                  <a:cubicBezTo>
                    <a:pt x="308" y="432"/>
                    <a:pt x="308" y="432"/>
                    <a:pt x="308" y="432"/>
                  </a:cubicBezTo>
                  <a:cubicBezTo>
                    <a:pt x="304" y="431"/>
                    <a:pt x="304" y="431"/>
                    <a:pt x="304" y="431"/>
                  </a:cubicBezTo>
                  <a:cubicBezTo>
                    <a:pt x="299" y="431"/>
                    <a:pt x="299" y="431"/>
                    <a:pt x="299" y="431"/>
                  </a:cubicBezTo>
                  <a:cubicBezTo>
                    <a:pt x="296" y="431"/>
                    <a:pt x="296" y="431"/>
                    <a:pt x="296" y="431"/>
                  </a:cubicBezTo>
                  <a:cubicBezTo>
                    <a:pt x="293" y="430"/>
                    <a:pt x="293" y="430"/>
                    <a:pt x="293" y="430"/>
                  </a:cubicBezTo>
                  <a:cubicBezTo>
                    <a:pt x="291" y="427"/>
                    <a:pt x="291" y="427"/>
                    <a:pt x="291" y="427"/>
                  </a:cubicBezTo>
                  <a:cubicBezTo>
                    <a:pt x="289" y="425"/>
                    <a:pt x="289" y="425"/>
                    <a:pt x="289" y="425"/>
                  </a:cubicBezTo>
                  <a:cubicBezTo>
                    <a:pt x="287" y="423"/>
                    <a:pt x="287" y="423"/>
                    <a:pt x="287" y="423"/>
                  </a:cubicBezTo>
                  <a:cubicBezTo>
                    <a:pt x="285" y="418"/>
                    <a:pt x="285" y="418"/>
                    <a:pt x="285" y="418"/>
                  </a:cubicBezTo>
                  <a:cubicBezTo>
                    <a:pt x="282" y="414"/>
                    <a:pt x="282" y="414"/>
                    <a:pt x="282" y="414"/>
                  </a:cubicBezTo>
                  <a:cubicBezTo>
                    <a:pt x="276" y="412"/>
                    <a:pt x="276" y="412"/>
                    <a:pt x="276" y="412"/>
                  </a:cubicBezTo>
                  <a:cubicBezTo>
                    <a:pt x="273" y="413"/>
                    <a:pt x="273" y="413"/>
                    <a:pt x="273" y="413"/>
                  </a:cubicBezTo>
                  <a:cubicBezTo>
                    <a:pt x="272" y="412"/>
                    <a:pt x="272" y="412"/>
                    <a:pt x="272" y="412"/>
                  </a:cubicBezTo>
                  <a:cubicBezTo>
                    <a:pt x="268" y="407"/>
                    <a:pt x="268" y="407"/>
                    <a:pt x="268" y="407"/>
                  </a:cubicBezTo>
                  <a:cubicBezTo>
                    <a:pt x="268" y="400"/>
                    <a:pt x="268" y="400"/>
                    <a:pt x="268" y="400"/>
                  </a:cubicBezTo>
                  <a:cubicBezTo>
                    <a:pt x="270" y="396"/>
                    <a:pt x="270" y="396"/>
                    <a:pt x="270" y="396"/>
                  </a:cubicBezTo>
                  <a:cubicBezTo>
                    <a:pt x="275" y="394"/>
                    <a:pt x="275" y="394"/>
                    <a:pt x="275" y="394"/>
                  </a:cubicBezTo>
                  <a:cubicBezTo>
                    <a:pt x="277" y="393"/>
                    <a:pt x="277" y="393"/>
                    <a:pt x="277" y="393"/>
                  </a:cubicBezTo>
                  <a:cubicBezTo>
                    <a:pt x="280" y="393"/>
                    <a:pt x="280" y="393"/>
                    <a:pt x="280" y="393"/>
                  </a:cubicBezTo>
                  <a:cubicBezTo>
                    <a:pt x="282" y="390"/>
                    <a:pt x="282" y="390"/>
                    <a:pt x="282" y="390"/>
                  </a:cubicBezTo>
                  <a:cubicBezTo>
                    <a:pt x="280" y="388"/>
                    <a:pt x="280" y="388"/>
                    <a:pt x="280" y="388"/>
                  </a:cubicBezTo>
                  <a:cubicBezTo>
                    <a:pt x="279" y="384"/>
                    <a:pt x="279" y="384"/>
                    <a:pt x="279" y="384"/>
                  </a:cubicBezTo>
                  <a:cubicBezTo>
                    <a:pt x="280" y="382"/>
                    <a:pt x="280" y="382"/>
                    <a:pt x="280" y="382"/>
                  </a:cubicBezTo>
                  <a:cubicBezTo>
                    <a:pt x="280" y="377"/>
                    <a:pt x="280" y="377"/>
                    <a:pt x="280" y="377"/>
                  </a:cubicBezTo>
                  <a:cubicBezTo>
                    <a:pt x="277" y="373"/>
                    <a:pt x="277" y="373"/>
                    <a:pt x="277" y="373"/>
                  </a:cubicBezTo>
                  <a:cubicBezTo>
                    <a:pt x="273" y="371"/>
                    <a:pt x="273" y="371"/>
                    <a:pt x="273" y="371"/>
                  </a:cubicBezTo>
                  <a:cubicBezTo>
                    <a:pt x="271" y="367"/>
                    <a:pt x="271" y="367"/>
                    <a:pt x="271" y="367"/>
                  </a:cubicBezTo>
                  <a:cubicBezTo>
                    <a:pt x="271" y="363"/>
                    <a:pt x="271" y="363"/>
                    <a:pt x="271" y="363"/>
                  </a:cubicBezTo>
                  <a:cubicBezTo>
                    <a:pt x="272" y="356"/>
                    <a:pt x="272" y="356"/>
                    <a:pt x="272" y="356"/>
                  </a:cubicBezTo>
                  <a:cubicBezTo>
                    <a:pt x="276" y="355"/>
                    <a:pt x="276" y="355"/>
                    <a:pt x="276" y="355"/>
                  </a:cubicBezTo>
                  <a:cubicBezTo>
                    <a:pt x="280" y="352"/>
                    <a:pt x="280" y="352"/>
                    <a:pt x="280" y="352"/>
                  </a:cubicBezTo>
                  <a:cubicBezTo>
                    <a:pt x="281" y="349"/>
                    <a:pt x="281" y="349"/>
                    <a:pt x="281" y="349"/>
                  </a:cubicBezTo>
                  <a:cubicBezTo>
                    <a:pt x="277" y="347"/>
                    <a:pt x="277" y="347"/>
                    <a:pt x="277" y="347"/>
                  </a:cubicBezTo>
                  <a:cubicBezTo>
                    <a:pt x="273" y="347"/>
                    <a:pt x="273" y="347"/>
                    <a:pt x="273" y="347"/>
                  </a:cubicBezTo>
                  <a:cubicBezTo>
                    <a:pt x="269" y="350"/>
                    <a:pt x="269" y="350"/>
                    <a:pt x="269" y="350"/>
                  </a:cubicBezTo>
                  <a:cubicBezTo>
                    <a:pt x="268" y="352"/>
                    <a:pt x="268" y="352"/>
                    <a:pt x="268" y="352"/>
                  </a:cubicBezTo>
                  <a:cubicBezTo>
                    <a:pt x="263" y="354"/>
                    <a:pt x="263" y="354"/>
                    <a:pt x="263" y="354"/>
                  </a:cubicBezTo>
                  <a:cubicBezTo>
                    <a:pt x="260" y="354"/>
                    <a:pt x="260" y="354"/>
                    <a:pt x="260" y="354"/>
                  </a:cubicBezTo>
                  <a:cubicBezTo>
                    <a:pt x="258" y="354"/>
                    <a:pt x="258" y="354"/>
                    <a:pt x="258" y="354"/>
                  </a:cubicBezTo>
                  <a:cubicBezTo>
                    <a:pt x="257" y="358"/>
                    <a:pt x="257" y="358"/>
                    <a:pt x="257" y="358"/>
                  </a:cubicBezTo>
                  <a:cubicBezTo>
                    <a:pt x="255" y="360"/>
                    <a:pt x="255" y="360"/>
                    <a:pt x="255" y="360"/>
                  </a:cubicBezTo>
                  <a:cubicBezTo>
                    <a:pt x="255" y="364"/>
                    <a:pt x="255" y="364"/>
                    <a:pt x="255" y="364"/>
                  </a:cubicBezTo>
                  <a:cubicBezTo>
                    <a:pt x="251" y="365"/>
                    <a:pt x="251" y="365"/>
                    <a:pt x="251" y="365"/>
                  </a:cubicBezTo>
                  <a:cubicBezTo>
                    <a:pt x="247" y="364"/>
                    <a:pt x="247" y="364"/>
                    <a:pt x="247" y="364"/>
                  </a:cubicBezTo>
                  <a:cubicBezTo>
                    <a:pt x="243" y="364"/>
                    <a:pt x="243" y="364"/>
                    <a:pt x="243" y="364"/>
                  </a:cubicBezTo>
                  <a:cubicBezTo>
                    <a:pt x="242" y="367"/>
                    <a:pt x="242" y="367"/>
                    <a:pt x="242" y="367"/>
                  </a:cubicBezTo>
                  <a:cubicBezTo>
                    <a:pt x="243" y="371"/>
                    <a:pt x="243" y="371"/>
                    <a:pt x="243" y="371"/>
                  </a:cubicBezTo>
                  <a:cubicBezTo>
                    <a:pt x="241" y="373"/>
                    <a:pt x="241" y="373"/>
                    <a:pt x="241" y="373"/>
                  </a:cubicBezTo>
                  <a:cubicBezTo>
                    <a:pt x="235" y="374"/>
                    <a:pt x="235" y="374"/>
                    <a:pt x="235" y="374"/>
                  </a:cubicBezTo>
                  <a:cubicBezTo>
                    <a:pt x="231" y="373"/>
                    <a:pt x="231" y="373"/>
                    <a:pt x="231" y="373"/>
                  </a:cubicBezTo>
                  <a:cubicBezTo>
                    <a:pt x="228" y="374"/>
                    <a:pt x="228" y="374"/>
                    <a:pt x="228" y="374"/>
                  </a:cubicBezTo>
                  <a:cubicBezTo>
                    <a:pt x="224" y="377"/>
                    <a:pt x="224" y="377"/>
                    <a:pt x="224" y="377"/>
                  </a:cubicBezTo>
                  <a:cubicBezTo>
                    <a:pt x="223" y="380"/>
                    <a:pt x="223" y="380"/>
                    <a:pt x="223" y="380"/>
                  </a:cubicBezTo>
                  <a:cubicBezTo>
                    <a:pt x="221" y="384"/>
                    <a:pt x="221" y="384"/>
                    <a:pt x="221" y="384"/>
                  </a:cubicBezTo>
                  <a:cubicBezTo>
                    <a:pt x="219" y="386"/>
                    <a:pt x="219" y="386"/>
                    <a:pt x="219" y="386"/>
                  </a:cubicBezTo>
                  <a:cubicBezTo>
                    <a:pt x="216" y="388"/>
                    <a:pt x="216" y="388"/>
                    <a:pt x="216" y="388"/>
                  </a:cubicBezTo>
                  <a:cubicBezTo>
                    <a:pt x="215" y="391"/>
                    <a:pt x="215" y="391"/>
                    <a:pt x="215" y="391"/>
                  </a:cubicBezTo>
                  <a:cubicBezTo>
                    <a:pt x="213" y="391"/>
                    <a:pt x="213" y="391"/>
                    <a:pt x="213" y="391"/>
                  </a:cubicBezTo>
                  <a:cubicBezTo>
                    <a:pt x="208" y="389"/>
                    <a:pt x="208" y="389"/>
                    <a:pt x="208" y="389"/>
                  </a:cubicBezTo>
                  <a:cubicBezTo>
                    <a:pt x="207" y="386"/>
                    <a:pt x="207" y="386"/>
                    <a:pt x="207" y="386"/>
                  </a:cubicBezTo>
                  <a:cubicBezTo>
                    <a:pt x="203" y="383"/>
                    <a:pt x="203" y="383"/>
                    <a:pt x="203" y="383"/>
                  </a:cubicBezTo>
                  <a:cubicBezTo>
                    <a:pt x="201" y="382"/>
                    <a:pt x="201" y="382"/>
                    <a:pt x="201" y="382"/>
                  </a:cubicBezTo>
                  <a:cubicBezTo>
                    <a:pt x="198" y="388"/>
                    <a:pt x="198" y="388"/>
                    <a:pt x="198" y="388"/>
                  </a:cubicBezTo>
                  <a:cubicBezTo>
                    <a:pt x="196" y="390"/>
                    <a:pt x="196" y="390"/>
                    <a:pt x="196" y="390"/>
                  </a:cubicBezTo>
                  <a:cubicBezTo>
                    <a:pt x="197" y="393"/>
                    <a:pt x="197" y="393"/>
                    <a:pt x="197" y="393"/>
                  </a:cubicBezTo>
                  <a:cubicBezTo>
                    <a:pt x="197" y="396"/>
                    <a:pt x="197" y="396"/>
                    <a:pt x="197" y="396"/>
                  </a:cubicBezTo>
                  <a:cubicBezTo>
                    <a:pt x="195" y="395"/>
                    <a:pt x="193" y="395"/>
                    <a:pt x="192" y="394"/>
                  </a:cubicBezTo>
                  <a:cubicBezTo>
                    <a:pt x="189" y="393"/>
                    <a:pt x="184" y="390"/>
                    <a:pt x="182" y="388"/>
                  </a:cubicBezTo>
                  <a:cubicBezTo>
                    <a:pt x="179" y="387"/>
                    <a:pt x="173" y="383"/>
                    <a:pt x="171" y="381"/>
                  </a:cubicBezTo>
                  <a:cubicBezTo>
                    <a:pt x="169" y="378"/>
                    <a:pt x="167" y="372"/>
                    <a:pt x="166" y="369"/>
                  </a:cubicBezTo>
                  <a:cubicBezTo>
                    <a:pt x="165" y="367"/>
                    <a:pt x="164" y="362"/>
                    <a:pt x="163" y="360"/>
                  </a:cubicBezTo>
                  <a:cubicBezTo>
                    <a:pt x="162" y="357"/>
                    <a:pt x="160" y="351"/>
                    <a:pt x="159" y="349"/>
                  </a:cubicBezTo>
                  <a:cubicBezTo>
                    <a:pt x="157" y="347"/>
                    <a:pt x="151" y="344"/>
                    <a:pt x="150" y="342"/>
                  </a:cubicBezTo>
                  <a:cubicBezTo>
                    <a:pt x="149" y="341"/>
                    <a:pt x="148" y="337"/>
                    <a:pt x="147" y="336"/>
                  </a:cubicBezTo>
                  <a:cubicBezTo>
                    <a:pt x="146" y="332"/>
                    <a:pt x="144" y="326"/>
                    <a:pt x="142" y="322"/>
                  </a:cubicBezTo>
                  <a:cubicBezTo>
                    <a:pt x="140" y="319"/>
                    <a:pt x="135" y="312"/>
                    <a:pt x="132" y="309"/>
                  </a:cubicBezTo>
                  <a:cubicBezTo>
                    <a:pt x="129" y="306"/>
                    <a:pt x="122" y="301"/>
                    <a:pt x="119" y="300"/>
                  </a:cubicBezTo>
                  <a:cubicBezTo>
                    <a:pt x="115" y="299"/>
                    <a:pt x="108" y="298"/>
                    <a:pt x="105" y="298"/>
                  </a:cubicBezTo>
                  <a:cubicBezTo>
                    <a:pt x="101" y="298"/>
                    <a:pt x="95" y="298"/>
                    <a:pt x="92" y="298"/>
                  </a:cubicBezTo>
                  <a:cubicBezTo>
                    <a:pt x="89" y="298"/>
                    <a:pt x="85" y="299"/>
                    <a:pt x="82" y="299"/>
                  </a:cubicBezTo>
                  <a:cubicBezTo>
                    <a:pt x="81" y="299"/>
                    <a:pt x="77" y="301"/>
                    <a:pt x="75" y="301"/>
                  </a:cubicBezTo>
                  <a:cubicBezTo>
                    <a:pt x="73" y="301"/>
                    <a:pt x="70" y="300"/>
                    <a:pt x="69" y="299"/>
                  </a:cubicBezTo>
                  <a:cubicBezTo>
                    <a:pt x="67" y="298"/>
                    <a:pt x="64" y="296"/>
                    <a:pt x="62" y="295"/>
                  </a:cubicBezTo>
                  <a:cubicBezTo>
                    <a:pt x="60" y="293"/>
                    <a:pt x="57" y="289"/>
                    <a:pt x="57" y="287"/>
                  </a:cubicBezTo>
                  <a:cubicBezTo>
                    <a:pt x="55" y="285"/>
                    <a:pt x="55" y="279"/>
                    <a:pt x="55" y="277"/>
                  </a:cubicBezTo>
                  <a:cubicBezTo>
                    <a:pt x="54" y="275"/>
                    <a:pt x="53" y="272"/>
                    <a:pt x="51" y="271"/>
                  </a:cubicBezTo>
                  <a:cubicBezTo>
                    <a:pt x="50" y="270"/>
                    <a:pt x="47" y="269"/>
                    <a:pt x="46" y="268"/>
                  </a:cubicBezTo>
                  <a:cubicBezTo>
                    <a:pt x="45" y="267"/>
                    <a:pt x="44" y="264"/>
                    <a:pt x="44" y="263"/>
                  </a:cubicBezTo>
                  <a:cubicBezTo>
                    <a:pt x="44" y="262"/>
                    <a:pt x="45" y="259"/>
                    <a:pt x="46" y="258"/>
                  </a:cubicBezTo>
                  <a:cubicBezTo>
                    <a:pt x="47" y="257"/>
                    <a:pt x="49" y="256"/>
                    <a:pt x="50" y="256"/>
                  </a:cubicBezTo>
                  <a:cubicBezTo>
                    <a:pt x="51" y="256"/>
                    <a:pt x="54" y="255"/>
                    <a:pt x="55" y="256"/>
                  </a:cubicBezTo>
                  <a:cubicBezTo>
                    <a:pt x="57" y="256"/>
                    <a:pt x="59" y="258"/>
                    <a:pt x="61" y="259"/>
                  </a:cubicBezTo>
                  <a:cubicBezTo>
                    <a:pt x="62" y="259"/>
                    <a:pt x="66" y="259"/>
                    <a:pt x="67" y="258"/>
                  </a:cubicBezTo>
                  <a:cubicBezTo>
                    <a:pt x="68" y="258"/>
                    <a:pt x="70" y="256"/>
                    <a:pt x="70" y="255"/>
                  </a:cubicBezTo>
                  <a:cubicBezTo>
                    <a:pt x="70" y="253"/>
                    <a:pt x="70" y="250"/>
                    <a:pt x="69" y="248"/>
                  </a:cubicBezTo>
                  <a:cubicBezTo>
                    <a:pt x="68" y="247"/>
                    <a:pt x="65" y="245"/>
                    <a:pt x="63" y="244"/>
                  </a:cubicBezTo>
                  <a:cubicBezTo>
                    <a:pt x="63" y="243"/>
                    <a:pt x="61" y="242"/>
                    <a:pt x="60" y="241"/>
                  </a:cubicBezTo>
                  <a:cubicBezTo>
                    <a:pt x="60" y="239"/>
                    <a:pt x="61" y="237"/>
                    <a:pt x="61" y="236"/>
                  </a:cubicBezTo>
                  <a:cubicBezTo>
                    <a:pt x="61" y="235"/>
                    <a:pt x="60" y="232"/>
                    <a:pt x="60" y="231"/>
                  </a:cubicBezTo>
                  <a:cubicBezTo>
                    <a:pt x="60" y="230"/>
                    <a:pt x="60" y="228"/>
                    <a:pt x="59" y="228"/>
                  </a:cubicBezTo>
                  <a:cubicBezTo>
                    <a:pt x="58" y="227"/>
                    <a:pt x="56" y="229"/>
                    <a:pt x="55" y="229"/>
                  </a:cubicBezTo>
                  <a:cubicBezTo>
                    <a:pt x="54" y="229"/>
                    <a:pt x="53" y="231"/>
                    <a:pt x="51" y="231"/>
                  </a:cubicBezTo>
                  <a:cubicBezTo>
                    <a:pt x="50" y="231"/>
                    <a:pt x="48" y="230"/>
                    <a:pt x="47" y="230"/>
                  </a:cubicBezTo>
                  <a:cubicBezTo>
                    <a:pt x="46" y="228"/>
                    <a:pt x="44" y="224"/>
                    <a:pt x="43" y="222"/>
                  </a:cubicBezTo>
                  <a:cubicBezTo>
                    <a:pt x="43" y="220"/>
                    <a:pt x="42" y="216"/>
                    <a:pt x="42" y="213"/>
                  </a:cubicBezTo>
                  <a:cubicBezTo>
                    <a:pt x="42" y="211"/>
                    <a:pt x="44" y="206"/>
                    <a:pt x="45" y="204"/>
                  </a:cubicBezTo>
                  <a:cubicBezTo>
                    <a:pt x="45" y="203"/>
                    <a:pt x="46" y="200"/>
                    <a:pt x="47" y="198"/>
                  </a:cubicBezTo>
                  <a:cubicBezTo>
                    <a:pt x="48" y="197"/>
                    <a:pt x="49" y="195"/>
                    <a:pt x="50" y="195"/>
                  </a:cubicBezTo>
                  <a:cubicBezTo>
                    <a:pt x="52" y="194"/>
                    <a:pt x="55" y="193"/>
                    <a:pt x="56" y="192"/>
                  </a:cubicBezTo>
                  <a:cubicBezTo>
                    <a:pt x="58" y="192"/>
                    <a:pt x="61" y="189"/>
                    <a:pt x="62" y="188"/>
                  </a:cubicBezTo>
                  <a:cubicBezTo>
                    <a:pt x="63" y="187"/>
                    <a:pt x="66" y="185"/>
                    <a:pt x="66" y="183"/>
                  </a:cubicBezTo>
                  <a:cubicBezTo>
                    <a:pt x="67" y="182"/>
                    <a:pt x="69" y="179"/>
                    <a:pt x="68" y="178"/>
                  </a:cubicBezTo>
                  <a:cubicBezTo>
                    <a:pt x="68" y="177"/>
                    <a:pt x="66" y="176"/>
                    <a:pt x="65" y="176"/>
                  </a:cubicBezTo>
                  <a:cubicBezTo>
                    <a:pt x="64" y="176"/>
                    <a:pt x="62" y="178"/>
                    <a:pt x="61" y="179"/>
                  </a:cubicBezTo>
                  <a:cubicBezTo>
                    <a:pt x="61" y="179"/>
                    <a:pt x="59" y="181"/>
                    <a:pt x="59" y="182"/>
                  </a:cubicBezTo>
                  <a:cubicBezTo>
                    <a:pt x="57" y="184"/>
                    <a:pt x="56" y="188"/>
                    <a:pt x="54" y="189"/>
                  </a:cubicBezTo>
                  <a:cubicBezTo>
                    <a:pt x="53" y="189"/>
                    <a:pt x="51" y="189"/>
                    <a:pt x="50" y="188"/>
                  </a:cubicBezTo>
                  <a:cubicBezTo>
                    <a:pt x="48" y="188"/>
                    <a:pt x="47" y="186"/>
                    <a:pt x="46" y="185"/>
                  </a:cubicBezTo>
                  <a:cubicBezTo>
                    <a:pt x="45" y="184"/>
                    <a:pt x="42" y="183"/>
                    <a:pt x="41" y="183"/>
                  </a:cubicBezTo>
                  <a:cubicBezTo>
                    <a:pt x="39" y="183"/>
                    <a:pt x="35" y="183"/>
                    <a:pt x="33" y="183"/>
                  </a:cubicBezTo>
                  <a:cubicBezTo>
                    <a:pt x="32" y="183"/>
                    <a:pt x="30" y="182"/>
                    <a:pt x="30" y="182"/>
                  </a:cubicBezTo>
                  <a:cubicBezTo>
                    <a:pt x="28" y="182"/>
                    <a:pt x="25" y="182"/>
                    <a:pt x="24" y="183"/>
                  </a:cubicBezTo>
                  <a:cubicBezTo>
                    <a:pt x="23" y="184"/>
                    <a:pt x="24" y="186"/>
                    <a:pt x="24" y="186"/>
                  </a:cubicBezTo>
                  <a:cubicBezTo>
                    <a:pt x="24" y="187"/>
                    <a:pt x="24" y="190"/>
                    <a:pt x="24" y="190"/>
                  </a:cubicBezTo>
                  <a:cubicBezTo>
                    <a:pt x="22" y="192"/>
                    <a:pt x="18" y="190"/>
                    <a:pt x="16" y="189"/>
                  </a:cubicBezTo>
                  <a:cubicBezTo>
                    <a:pt x="15" y="189"/>
                    <a:pt x="12" y="187"/>
                    <a:pt x="12" y="186"/>
                  </a:cubicBezTo>
                  <a:cubicBezTo>
                    <a:pt x="11" y="186"/>
                    <a:pt x="9" y="184"/>
                    <a:pt x="9" y="183"/>
                  </a:cubicBezTo>
                  <a:cubicBezTo>
                    <a:pt x="9" y="182"/>
                    <a:pt x="11" y="180"/>
                    <a:pt x="10" y="179"/>
                  </a:cubicBezTo>
                  <a:cubicBezTo>
                    <a:pt x="10" y="179"/>
                    <a:pt x="9" y="178"/>
                    <a:pt x="9" y="178"/>
                  </a:cubicBezTo>
                  <a:cubicBezTo>
                    <a:pt x="8" y="178"/>
                    <a:pt x="7" y="180"/>
                    <a:pt x="7" y="181"/>
                  </a:cubicBezTo>
                  <a:cubicBezTo>
                    <a:pt x="6" y="182"/>
                    <a:pt x="7" y="184"/>
                    <a:pt x="6" y="184"/>
                  </a:cubicBezTo>
                  <a:cubicBezTo>
                    <a:pt x="5" y="185"/>
                    <a:pt x="3" y="184"/>
                    <a:pt x="3" y="183"/>
                  </a:cubicBezTo>
                  <a:cubicBezTo>
                    <a:pt x="2" y="183"/>
                    <a:pt x="1" y="180"/>
                    <a:pt x="0" y="179"/>
                  </a:cubicBezTo>
                  <a:cubicBezTo>
                    <a:pt x="0" y="177"/>
                    <a:pt x="0" y="174"/>
                    <a:pt x="1" y="173"/>
                  </a:cubicBezTo>
                  <a:cubicBezTo>
                    <a:pt x="1" y="171"/>
                    <a:pt x="3" y="168"/>
                    <a:pt x="4" y="167"/>
                  </a:cubicBezTo>
                  <a:cubicBezTo>
                    <a:pt x="4" y="167"/>
                    <a:pt x="6" y="166"/>
                    <a:pt x="7" y="165"/>
                  </a:cubicBezTo>
                  <a:cubicBezTo>
                    <a:pt x="9" y="165"/>
                    <a:pt x="12" y="166"/>
                    <a:pt x="13" y="166"/>
                  </a:cubicBezTo>
                  <a:cubicBezTo>
                    <a:pt x="15" y="166"/>
                    <a:pt x="19" y="165"/>
                    <a:pt x="19" y="164"/>
                  </a:cubicBezTo>
                  <a:cubicBezTo>
                    <a:pt x="20" y="163"/>
                    <a:pt x="19" y="160"/>
                    <a:pt x="19" y="160"/>
                  </a:cubicBezTo>
                  <a:cubicBezTo>
                    <a:pt x="18" y="159"/>
                    <a:pt x="16" y="159"/>
                    <a:pt x="15" y="159"/>
                  </a:cubicBezTo>
                  <a:cubicBezTo>
                    <a:pt x="15" y="159"/>
                    <a:pt x="13" y="160"/>
                    <a:pt x="12" y="161"/>
                  </a:cubicBezTo>
                  <a:cubicBezTo>
                    <a:pt x="11" y="161"/>
                    <a:pt x="9" y="161"/>
                    <a:pt x="8" y="160"/>
                  </a:cubicBezTo>
                  <a:cubicBezTo>
                    <a:pt x="8" y="160"/>
                    <a:pt x="7" y="159"/>
                    <a:pt x="7" y="159"/>
                  </a:cubicBezTo>
                  <a:cubicBezTo>
                    <a:pt x="6" y="158"/>
                    <a:pt x="7" y="156"/>
                    <a:pt x="7" y="155"/>
                  </a:cubicBezTo>
                  <a:cubicBezTo>
                    <a:pt x="8" y="154"/>
                    <a:pt x="12" y="154"/>
                    <a:pt x="13" y="153"/>
                  </a:cubicBezTo>
                  <a:cubicBezTo>
                    <a:pt x="14" y="152"/>
                    <a:pt x="15" y="150"/>
                    <a:pt x="16" y="150"/>
                  </a:cubicBezTo>
                  <a:cubicBezTo>
                    <a:pt x="18" y="149"/>
                    <a:pt x="21" y="150"/>
                    <a:pt x="23" y="150"/>
                  </a:cubicBezTo>
                  <a:cubicBezTo>
                    <a:pt x="25" y="149"/>
                    <a:pt x="30" y="149"/>
                    <a:pt x="32" y="148"/>
                  </a:cubicBezTo>
                  <a:cubicBezTo>
                    <a:pt x="34" y="148"/>
                    <a:pt x="39" y="147"/>
                    <a:pt x="41" y="147"/>
                  </a:cubicBezTo>
                  <a:cubicBezTo>
                    <a:pt x="43" y="147"/>
                    <a:pt x="46" y="149"/>
                    <a:pt x="48" y="149"/>
                  </a:cubicBezTo>
                  <a:cubicBezTo>
                    <a:pt x="49" y="150"/>
                    <a:pt x="53" y="150"/>
                    <a:pt x="55" y="149"/>
                  </a:cubicBezTo>
                  <a:cubicBezTo>
                    <a:pt x="56" y="149"/>
                    <a:pt x="59" y="147"/>
                    <a:pt x="60" y="146"/>
                  </a:cubicBezTo>
                  <a:cubicBezTo>
                    <a:pt x="61" y="145"/>
                    <a:pt x="64" y="143"/>
                    <a:pt x="64" y="142"/>
                  </a:cubicBezTo>
                  <a:cubicBezTo>
                    <a:pt x="65" y="140"/>
                    <a:pt x="64" y="137"/>
                    <a:pt x="65" y="136"/>
                  </a:cubicBezTo>
                  <a:cubicBezTo>
                    <a:pt x="65" y="135"/>
                    <a:pt x="67" y="135"/>
                    <a:pt x="68" y="135"/>
                  </a:cubicBezTo>
                  <a:cubicBezTo>
                    <a:pt x="69" y="134"/>
                    <a:pt x="70" y="134"/>
                    <a:pt x="71" y="133"/>
                  </a:cubicBezTo>
                  <a:cubicBezTo>
                    <a:pt x="73" y="133"/>
                    <a:pt x="75" y="130"/>
                    <a:pt x="76" y="129"/>
                  </a:cubicBezTo>
                  <a:cubicBezTo>
                    <a:pt x="76" y="128"/>
                    <a:pt x="76" y="125"/>
                    <a:pt x="76" y="124"/>
                  </a:cubicBezTo>
                  <a:cubicBezTo>
                    <a:pt x="75" y="123"/>
                    <a:pt x="74" y="120"/>
                    <a:pt x="73" y="119"/>
                  </a:cubicBezTo>
                  <a:cubicBezTo>
                    <a:pt x="72" y="119"/>
                    <a:pt x="71" y="118"/>
                    <a:pt x="70" y="119"/>
                  </a:cubicBezTo>
                  <a:cubicBezTo>
                    <a:pt x="69" y="119"/>
                    <a:pt x="68" y="122"/>
                    <a:pt x="68" y="123"/>
                  </a:cubicBezTo>
                  <a:cubicBezTo>
                    <a:pt x="67" y="124"/>
                    <a:pt x="67" y="128"/>
                    <a:pt x="66" y="129"/>
                  </a:cubicBezTo>
                  <a:cubicBezTo>
                    <a:pt x="65" y="131"/>
                    <a:pt x="62" y="133"/>
                    <a:pt x="60" y="134"/>
                  </a:cubicBezTo>
                  <a:cubicBezTo>
                    <a:pt x="58" y="134"/>
                    <a:pt x="55" y="135"/>
                    <a:pt x="54" y="135"/>
                  </a:cubicBezTo>
                  <a:cubicBezTo>
                    <a:pt x="52" y="135"/>
                    <a:pt x="49" y="135"/>
                    <a:pt x="47" y="135"/>
                  </a:cubicBezTo>
                  <a:cubicBezTo>
                    <a:pt x="46" y="135"/>
                    <a:pt x="44" y="134"/>
                    <a:pt x="43" y="133"/>
                  </a:cubicBezTo>
                  <a:cubicBezTo>
                    <a:pt x="42" y="132"/>
                    <a:pt x="41" y="130"/>
                    <a:pt x="41" y="129"/>
                  </a:cubicBezTo>
                  <a:cubicBezTo>
                    <a:pt x="41" y="127"/>
                    <a:pt x="41" y="123"/>
                    <a:pt x="42" y="122"/>
                  </a:cubicBezTo>
                  <a:cubicBezTo>
                    <a:pt x="43" y="121"/>
                    <a:pt x="47" y="121"/>
                    <a:pt x="48" y="120"/>
                  </a:cubicBezTo>
                  <a:cubicBezTo>
                    <a:pt x="49" y="119"/>
                    <a:pt x="51" y="118"/>
                    <a:pt x="52" y="117"/>
                  </a:cubicBezTo>
                  <a:cubicBezTo>
                    <a:pt x="53" y="117"/>
                    <a:pt x="55" y="115"/>
                    <a:pt x="56" y="115"/>
                  </a:cubicBezTo>
                  <a:cubicBezTo>
                    <a:pt x="57" y="115"/>
                    <a:pt x="58" y="117"/>
                    <a:pt x="60" y="118"/>
                  </a:cubicBezTo>
                  <a:cubicBezTo>
                    <a:pt x="61" y="118"/>
                    <a:pt x="64" y="118"/>
                    <a:pt x="65" y="118"/>
                  </a:cubicBezTo>
                  <a:cubicBezTo>
                    <a:pt x="66" y="118"/>
                    <a:pt x="67" y="117"/>
                    <a:pt x="68" y="116"/>
                  </a:cubicBezTo>
                  <a:cubicBezTo>
                    <a:pt x="68" y="115"/>
                    <a:pt x="69" y="113"/>
                    <a:pt x="68" y="112"/>
                  </a:cubicBezTo>
                  <a:cubicBezTo>
                    <a:pt x="68" y="111"/>
                    <a:pt x="66" y="110"/>
                    <a:pt x="65" y="109"/>
                  </a:cubicBezTo>
                  <a:cubicBezTo>
                    <a:pt x="64" y="108"/>
                    <a:pt x="62" y="106"/>
                    <a:pt x="61" y="104"/>
                  </a:cubicBezTo>
                  <a:cubicBezTo>
                    <a:pt x="60" y="103"/>
                    <a:pt x="58" y="99"/>
                    <a:pt x="57" y="98"/>
                  </a:cubicBezTo>
                  <a:cubicBezTo>
                    <a:pt x="56" y="97"/>
                    <a:pt x="54" y="96"/>
                    <a:pt x="53" y="96"/>
                  </a:cubicBezTo>
                  <a:cubicBezTo>
                    <a:pt x="51" y="96"/>
                    <a:pt x="48" y="97"/>
                    <a:pt x="46" y="96"/>
                  </a:cubicBezTo>
                  <a:cubicBezTo>
                    <a:pt x="45" y="96"/>
                    <a:pt x="43" y="94"/>
                    <a:pt x="43" y="93"/>
                  </a:cubicBezTo>
                  <a:cubicBezTo>
                    <a:pt x="43" y="92"/>
                    <a:pt x="44" y="91"/>
                    <a:pt x="44" y="91"/>
                  </a:cubicBezTo>
                  <a:cubicBezTo>
                    <a:pt x="45" y="90"/>
                    <a:pt x="47" y="90"/>
                    <a:pt x="48" y="89"/>
                  </a:cubicBezTo>
                  <a:cubicBezTo>
                    <a:pt x="48" y="88"/>
                    <a:pt x="47" y="85"/>
                    <a:pt x="47" y="84"/>
                  </a:cubicBezTo>
                  <a:cubicBezTo>
                    <a:pt x="47" y="83"/>
                    <a:pt x="47" y="80"/>
                    <a:pt x="47" y="79"/>
                  </a:cubicBezTo>
                  <a:cubicBezTo>
                    <a:pt x="46" y="78"/>
                    <a:pt x="45" y="76"/>
                    <a:pt x="44" y="75"/>
                  </a:cubicBezTo>
                  <a:cubicBezTo>
                    <a:pt x="43" y="74"/>
                    <a:pt x="40" y="75"/>
                    <a:pt x="39" y="74"/>
                  </a:cubicBezTo>
                  <a:cubicBezTo>
                    <a:pt x="37" y="73"/>
                    <a:pt x="35" y="70"/>
                    <a:pt x="34" y="68"/>
                  </a:cubicBezTo>
                  <a:cubicBezTo>
                    <a:pt x="34" y="66"/>
                    <a:pt x="33" y="63"/>
                    <a:pt x="32" y="62"/>
                  </a:cubicBezTo>
                  <a:cubicBezTo>
                    <a:pt x="32" y="61"/>
                    <a:pt x="30" y="60"/>
                    <a:pt x="29" y="59"/>
                  </a:cubicBezTo>
                  <a:cubicBezTo>
                    <a:pt x="28" y="59"/>
                    <a:pt x="25" y="57"/>
                    <a:pt x="25" y="56"/>
                  </a:cubicBezTo>
                  <a:cubicBezTo>
                    <a:pt x="25" y="55"/>
                    <a:pt x="26" y="54"/>
                    <a:pt x="26" y="53"/>
                  </a:cubicBezTo>
                  <a:cubicBezTo>
                    <a:pt x="27" y="52"/>
                    <a:pt x="28" y="50"/>
                    <a:pt x="28" y="48"/>
                  </a:cubicBezTo>
                  <a:cubicBezTo>
                    <a:pt x="28" y="47"/>
                    <a:pt x="27" y="44"/>
                    <a:pt x="26" y="43"/>
                  </a:cubicBezTo>
                  <a:cubicBezTo>
                    <a:pt x="24" y="40"/>
                    <a:pt x="20" y="35"/>
                    <a:pt x="18" y="32"/>
                  </a:cubicBezTo>
                  <a:cubicBezTo>
                    <a:pt x="17" y="30"/>
                    <a:pt x="13" y="26"/>
                    <a:pt x="12" y="24"/>
                  </a:cubicBezTo>
                  <a:cubicBezTo>
                    <a:pt x="12" y="22"/>
                    <a:pt x="11" y="18"/>
                    <a:pt x="12" y="16"/>
                  </a:cubicBezTo>
                  <a:cubicBezTo>
                    <a:pt x="12" y="14"/>
                    <a:pt x="15" y="10"/>
                    <a:pt x="15" y="8"/>
                  </a:cubicBezTo>
                  <a:cubicBezTo>
                    <a:pt x="16" y="6"/>
                    <a:pt x="16" y="3"/>
                    <a:pt x="17" y="2"/>
                  </a:cubicBezTo>
                  <a:cubicBezTo>
                    <a:pt x="18" y="1"/>
                    <a:pt x="20" y="2"/>
                    <a:pt x="21" y="2"/>
                  </a:cubicBezTo>
                  <a:cubicBezTo>
                    <a:pt x="22" y="1"/>
                    <a:pt x="24" y="0"/>
                    <a:pt x="25" y="0"/>
                  </a:cubicBezTo>
                  <a:cubicBezTo>
                    <a:pt x="27" y="0"/>
                    <a:pt x="30" y="2"/>
                    <a:pt x="31" y="2"/>
                  </a:cubicBezTo>
                  <a:cubicBezTo>
                    <a:pt x="32" y="3"/>
                    <a:pt x="34" y="5"/>
                    <a:pt x="35" y="5"/>
                  </a:cubicBezTo>
                  <a:cubicBezTo>
                    <a:pt x="37" y="6"/>
                    <a:pt x="40" y="4"/>
                    <a:pt x="42" y="4"/>
                  </a:cubicBezTo>
                  <a:cubicBezTo>
                    <a:pt x="43" y="3"/>
                    <a:pt x="46" y="1"/>
                    <a:pt x="48" y="1"/>
                  </a:cubicBezTo>
                  <a:cubicBezTo>
                    <a:pt x="49" y="0"/>
                    <a:pt x="51" y="0"/>
                    <a:pt x="52" y="0"/>
                  </a:cubicBezTo>
                  <a:cubicBezTo>
                    <a:pt x="54" y="0"/>
                    <a:pt x="56" y="3"/>
                    <a:pt x="57" y="4"/>
                  </a:cubicBezTo>
                  <a:cubicBezTo>
                    <a:pt x="59" y="4"/>
                    <a:pt x="65" y="4"/>
                    <a:pt x="67" y="4"/>
                  </a:cubicBezTo>
                  <a:cubicBezTo>
                    <a:pt x="69" y="4"/>
                    <a:pt x="73" y="4"/>
                    <a:pt x="75" y="4"/>
                  </a:cubicBezTo>
                  <a:cubicBezTo>
                    <a:pt x="77" y="5"/>
                    <a:pt x="80" y="6"/>
                    <a:pt x="81" y="8"/>
                  </a:cubicBezTo>
                  <a:cubicBezTo>
                    <a:pt x="82" y="9"/>
                    <a:pt x="84" y="12"/>
                    <a:pt x="85" y="13"/>
                  </a:cubicBezTo>
                  <a:cubicBezTo>
                    <a:pt x="87" y="14"/>
                    <a:pt x="92" y="14"/>
                    <a:pt x="94" y="15"/>
                  </a:cubicBezTo>
                  <a:cubicBezTo>
                    <a:pt x="97" y="15"/>
                    <a:pt x="102" y="15"/>
                    <a:pt x="104" y="15"/>
                  </a:cubicBezTo>
                  <a:cubicBezTo>
                    <a:pt x="106" y="16"/>
                    <a:pt x="110" y="16"/>
                    <a:pt x="113" y="17"/>
                  </a:cubicBezTo>
                  <a:cubicBezTo>
                    <a:pt x="114" y="17"/>
                    <a:pt x="117" y="17"/>
                    <a:pt x="118" y="18"/>
                  </a:cubicBezTo>
                  <a:cubicBezTo>
                    <a:pt x="119" y="20"/>
                    <a:pt x="118" y="24"/>
                    <a:pt x="118" y="26"/>
                  </a:cubicBezTo>
                  <a:cubicBezTo>
                    <a:pt x="118" y="27"/>
                    <a:pt x="117" y="31"/>
                    <a:pt x="118" y="32"/>
                  </a:cubicBezTo>
                  <a:cubicBezTo>
                    <a:pt x="120" y="33"/>
                    <a:pt x="124" y="33"/>
                    <a:pt x="126" y="33"/>
                  </a:cubicBezTo>
                  <a:cubicBezTo>
                    <a:pt x="128" y="33"/>
                    <a:pt x="132" y="33"/>
                    <a:pt x="134" y="32"/>
                  </a:cubicBezTo>
                  <a:cubicBezTo>
                    <a:pt x="135" y="32"/>
                    <a:pt x="137" y="30"/>
                    <a:pt x="137" y="29"/>
                  </a:cubicBezTo>
                  <a:cubicBezTo>
                    <a:pt x="138" y="27"/>
                    <a:pt x="139" y="24"/>
                    <a:pt x="140" y="23"/>
                  </a:cubicBezTo>
                  <a:cubicBezTo>
                    <a:pt x="141" y="21"/>
                    <a:pt x="145" y="20"/>
                    <a:pt x="147" y="21"/>
                  </a:cubicBezTo>
                  <a:cubicBezTo>
                    <a:pt x="148" y="22"/>
                    <a:pt x="149" y="23"/>
                    <a:pt x="149" y="24"/>
                  </a:cubicBezTo>
                  <a:cubicBezTo>
                    <a:pt x="149" y="25"/>
                    <a:pt x="147" y="27"/>
                    <a:pt x="148" y="29"/>
                  </a:cubicBezTo>
                  <a:cubicBezTo>
                    <a:pt x="148" y="30"/>
                    <a:pt x="148" y="32"/>
                    <a:pt x="149" y="32"/>
                  </a:cubicBezTo>
                  <a:cubicBezTo>
                    <a:pt x="150" y="33"/>
                    <a:pt x="154" y="33"/>
                    <a:pt x="155" y="33"/>
                  </a:cubicBezTo>
                  <a:cubicBezTo>
                    <a:pt x="157" y="33"/>
                    <a:pt x="159" y="32"/>
                    <a:pt x="160" y="32"/>
                  </a:cubicBezTo>
                  <a:cubicBezTo>
                    <a:pt x="161" y="31"/>
                    <a:pt x="163" y="28"/>
                    <a:pt x="164" y="28"/>
                  </a:cubicBezTo>
                  <a:cubicBezTo>
                    <a:pt x="165" y="27"/>
                    <a:pt x="167" y="25"/>
                    <a:pt x="168" y="24"/>
                  </a:cubicBezTo>
                  <a:cubicBezTo>
                    <a:pt x="169" y="23"/>
                    <a:pt x="172" y="22"/>
                    <a:pt x="174" y="21"/>
                  </a:cubicBezTo>
                  <a:cubicBezTo>
                    <a:pt x="174" y="21"/>
                    <a:pt x="175" y="19"/>
                    <a:pt x="176" y="18"/>
                  </a:cubicBezTo>
                  <a:cubicBezTo>
                    <a:pt x="177" y="18"/>
                    <a:pt x="178" y="18"/>
                    <a:pt x="179" y="19"/>
                  </a:cubicBezTo>
                  <a:cubicBezTo>
                    <a:pt x="179" y="19"/>
                    <a:pt x="179" y="21"/>
                    <a:pt x="179" y="21"/>
                  </a:cubicBezTo>
                  <a:cubicBezTo>
                    <a:pt x="179" y="22"/>
                    <a:pt x="178" y="25"/>
                    <a:pt x="178" y="26"/>
                  </a:cubicBezTo>
                  <a:cubicBezTo>
                    <a:pt x="179" y="27"/>
                    <a:pt x="180" y="30"/>
                    <a:pt x="181" y="30"/>
                  </a:cubicBezTo>
                  <a:cubicBezTo>
                    <a:pt x="182" y="31"/>
                    <a:pt x="185" y="32"/>
                    <a:pt x="186" y="33"/>
                  </a:cubicBezTo>
                  <a:cubicBezTo>
                    <a:pt x="188" y="33"/>
                    <a:pt x="191" y="34"/>
                    <a:pt x="193" y="35"/>
                  </a:cubicBezTo>
                  <a:cubicBezTo>
                    <a:pt x="194" y="35"/>
                    <a:pt x="198" y="35"/>
                    <a:pt x="199" y="35"/>
                  </a:cubicBezTo>
                  <a:cubicBezTo>
                    <a:pt x="200" y="36"/>
                    <a:pt x="203" y="38"/>
                    <a:pt x="204" y="38"/>
                  </a:cubicBezTo>
                  <a:cubicBezTo>
                    <a:pt x="206" y="39"/>
                    <a:pt x="209" y="38"/>
                    <a:pt x="210" y="39"/>
                  </a:cubicBezTo>
                  <a:cubicBezTo>
                    <a:pt x="212" y="39"/>
                    <a:pt x="214" y="42"/>
                    <a:pt x="216" y="43"/>
                  </a:cubicBezTo>
                  <a:cubicBezTo>
                    <a:pt x="217" y="45"/>
                    <a:pt x="219" y="48"/>
                    <a:pt x="220" y="50"/>
                  </a:cubicBezTo>
                  <a:cubicBezTo>
                    <a:pt x="221" y="50"/>
                    <a:pt x="224" y="51"/>
                    <a:pt x="225" y="51"/>
                  </a:cubicBezTo>
                  <a:cubicBezTo>
                    <a:pt x="226" y="51"/>
                    <a:pt x="228" y="50"/>
                    <a:pt x="228" y="49"/>
                  </a:cubicBezTo>
                  <a:cubicBezTo>
                    <a:pt x="229" y="48"/>
                    <a:pt x="229" y="45"/>
                    <a:pt x="230" y="44"/>
                  </a:cubicBezTo>
                  <a:cubicBezTo>
                    <a:pt x="230" y="43"/>
                    <a:pt x="230" y="41"/>
                    <a:pt x="231" y="40"/>
                  </a:cubicBezTo>
                  <a:cubicBezTo>
                    <a:pt x="232" y="40"/>
                    <a:pt x="233" y="40"/>
                    <a:pt x="234" y="40"/>
                  </a:cubicBezTo>
                  <a:cubicBezTo>
                    <a:pt x="234" y="41"/>
                    <a:pt x="235" y="43"/>
                    <a:pt x="236" y="43"/>
                  </a:cubicBezTo>
                  <a:cubicBezTo>
                    <a:pt x="237" y="45"/>
                    <a:pt x="240" y="46"/>
                    <a:pt x="241" y="47"/>
                  </a:cubicBezTo>
                  <a:cubicBezTo>
                    <a:pt x="242" y="49"/>
                    <a:pt x="244" y="51"/>
                    <a:pt x="245" y="53"/>
                  </a:cubicBezTo>
                  <a:cubicBezTo>
                    <a:pt x="245" y="55"/>
                    <a:pt x="245" y="59"/>
                    <a:pt x="245" y="60"/>
                  </a:cubicBezTo>
                  <a:cubicBezTo>
                    <a:pt x="246" y="61"/>
                    <a:pt x="247" y="62"/>
                    <a:pt x="247" y="63"/>
                  </a:cubicBezTo>
                  <a:cubicBezTo>
                    <a:pt x="248" y="64"/>
                    <a:pt x="251" y="66"/>
                    <a:pt x="251" y="68"/>
                  </a:cubicBezTo>
                  <a:cubicBezTo>
                    <a:pt x="251" y="69"/>
                    <a:pt x="252" y="71"/>
                    <a:pt x="251" y="72"/>
                  </a:cubicBezTo>
                  <a:cubicBezTo>
                    <a:pt x="251" y="72"/>
                    <a:pt x="248" y="72"/>
                    <a:pt x="248" y="72"/>
                  </a:cubicBezTo>
                  <a:cubicBezTo>
                    <a:pt x="247" y="71"/>
                    <a:pt x="245" y="70"/>
                    <a:pt x="245" y="70"/>
                  </a:cubicBezTo>
                  <a:cubicBezTo>
                    <a:pt x="244" y="69"/>
                    <a:pt x="243" y="69"/>
                    <a:pt x="242" y="69"/>
                  </a:cubicBezTo>
                  <a:cubicBezTo>
                    <a:pt x="241" y="70"/>
                    <a:pt x="240" y="71"/>
                    <a:pt x="240" y="72"/>
                  </a:cubicBezTo>
                  <a:cubicBezTo>
                    <a:pt x="240" y="73"/>
                    <a:pt x="241" y="74"/>
                    <a:pt x="241" y="75"/>
                  </a:cubicBezTo>
                  <a:cubicBezTo>
                    <a:pt x="242" y="75"/>
                    <a:pt x="245" y="75"/>
                    <a:pt x="246" y="76"/>
                  </a:cubicBezTo>
                  <a:cubicBezTo>
                    <a:pt x="247" y="76"/>
                    <a:pt x="250" y="78"/>
                    <a:pt x="251" y="79"/>
                  </a:cubicBezTo>
                  <a:cubicBezTo>
                    <a:pt x="253" y="81"/>
                    <a:pt x="254" y="84"/>
                    <a:pt x="254" y="86"/>
                  </a:cubicBezTo>
                  <a:cubicBezTo>
                    <a:pt x="254" y="89"/>
                    <a:pt x="252" y="93"/>
                    <a:pt x="251" y="96"/>
                  </a:cubicBezTo>
                  <a:cubicBezTo>
                    <a:pt x="251" y="99"/>
                    <a:pt x="251" y="106"/>
                    <a:pt x="251" y="109"/>
                  </a:cubicBezTo>
                  <a:cubicBezTo>
                    <a:pt x="251" y="111"/>
                    <a:pt x="250" y="115"/>
                    <a:pt x="249" y="117"/>
                  </a:cubicBezTo>
                  <a:cubicBezTo>
                    <a:pt x="248" y="119"/>
                    <a:pt x="243" y="122"/>
                    <a:pt x="241" y="123"/>
                  </a:cubicBezTo>
                  <a:cubicBezTo>
                    <a:pt x="239" y="125"/>
                    <a:pt x="235" y="129"/>
                    <a:pt x="232" y="130"/>
                  </a:cubicBezTo>
                  <a:cubicBezTo>
                    <a:pt x="230" y="131"/>
                    <a:pt x="225" y="130"/>
                    <a:pt x="223" y="131"/>
                  </a:cubicBezTo>
                  <a:cubicBezTo>
                    <a:pt x="222" y="132"/>
                    <a:pt x="220" y="133"/>
                    <a:pt x="220" y="135"/>
                  </a:cubicBezTo>
                  <a:cubicBezTo>
                    <a:pt x="220" y="136"/>
                    <a:pt x="221" y="137"/>
                    <a:pt x="222" y="138"/>
                  </a:cubicBezTo>
                  <a:cubicBezTo>
                    <a:pt x="224" y="139"/>
                    <a:pt x="228" y="140"/>
                    <a:pt x="230" y="140"/>
                  </a:cubicBezTo>
                  <a:cubicBezTo>
                    <a:pt x="232" y="140"/>
                    <a:pt x="236" y="137"/>
                    <a:pt x="238" y="137"/>
                  </a:cubicBezTo>
                  <a:cubicBezTo>
                    <a:pt x="240" y="136"/>
                    <a:pt x="244" y="135"/>
                    <a:pt x="246" y="135"/>
                  </a:cubicBezTo>
                  <a:cubicBezTo>
                    <a:pt x="248" y="134"/>
                    <a:pt x="253" y="132"/>
                    <a:pt x="256" y="132"/>
                  </a:cubicBezTo>
                  <a:cubicBezTo>
                    <a:pt x="259" y="131"/>
                    <a:pt x="264" y="131"/>
                    <a:pt x="267" y="131"/>
                  </a:cubicBezTo>
                  <a:cubicBezTo>
                    <a:pt x="269" y="131"/>
                    <a:pt x="273" y="132"/>
                    <a:pt x="274" y="133"/>
                  </a:cubicBezTo>
                  <a:cubicBezTo>
                    <a:pt x="276" y="134"/>
                    <a:pt x="278" y="136"/>
                    <a:pt x="279" y="138"/>
                  </a:cubicBezTo>
                  <a:cubicBezTo>
                    <a:pt x="279" y="139"/>
                    <a:pt x="279" y="142"/>
                    <a:pt x="279" y="143"/>
                  </a:cubicBezTo>
                  <a:cubicBezTo>
                    <a:pt x="279" y="145"/>
                    <a:pt x="277" y="146"/>
                    <a:pt x="276" y="148"/>
                  </a:cubicBezTo>
                  <a:cubicBezTo>
                    <a:pt x="276" y="149"/>
                    <a:pt x="277" y="152"/>
                    <a:pt x="277" y="154"/>
                  </a:cubicBezTo>
                  <a:cubicBezTo>
                    <a:pt x="277" y="155"/>
                    <a:pt x="277" y="158"/>
                    <a:pt x="276" y="159"/>
                  </a:cubicBezTo>
                  <a:cubicBezTo>
                    <a:pt x="276" y="160"/>
                    <a:pt x="273" y="162"/>
                    <a:pt x="273" y="163"/>
                  </a:cubicBezTo>
                  <a:cubicBezTo>
                    <a:pt x="272" y="165"/>
                    <a:pt x="270" y="168"/>
                    <a:pt x="270" y="170"/>
                  </a:cubicBezTo>
                  <a:cubicBezTo>
                    <a:pt x="269" y="171"/>
                    <a:pt x="269" y="174"/>
                    <a:pt x="270" y="175"/>
                  </a:cubicBezTo>
                  <a:cubicBezTo>
                    <a:pt x="271" y="176"/>
                    <a:pt x="273" y="176"/>
                    <a:pt x="274" y="175"/>
                  </a:cubicBezTo>
                  <a:cubicBezTo>
                    <a:pt x="275" y="175"/>
                    <a:pt x="275" y="172"/>
                    <a:pt x="276" y="171"/>
                  </a:cubicBezTo>
                  <a:cubicBezTo>
                    <a:pt x="276" y="170"/>
                    <a:pt x="276" y="168"/>
                    <a:pt x="276" y="167"/>
                  </a:cubicBezTo>
                  <a:cubicBezTo>
                    <a:pt x="277" y="165"/>
                    <a:pt x="279" y="161"/>
                    <a:pt x="280" y="159"/>
                  </a:cubicBezTo>
                  <a:cubicBezTo>
                    <a:pt x="281" y="158"/>
                    <a:pt x="282" y="155"/>
                    <a:pt x="283" y="155"/>
                  </a:cubicBezTo>
                  <a:cubicBezTo>
                    <a:pt x="285" y="153"/>
                    <a:pt x="288" y="152"/>
                    <a:pt x="290" y="150"/>
                  </a:cubicBezTo>
                  <a:cubicBezTo>
                    <a:pt x="291" y="149"/>
                    <a:pt x="293" y="146"/>
                    <a:pt x="294" y="146"/>
                  </a:cubicBezTo>
                  <a:cubicBezTo>
                    <a:pt x="296" y="145"/>
                    <a:pt x="300" y="146"/>
                    <a:pt x="302" y="146"/>
                  </a:cubicBezTo>
                  <a:cubicBezTo>
                    <a:pt x="305" y="146"/>
                    <a:pt x="309" y="147"/>
                    <a:pt x="311" y="148"/>
                  </a:cubicBezTo>
                  <a:cubicBezTo>
                    <a:pt x="314" y="149"/>
                    <a:pt x="317" y="154"/>
                    <a:pt x="319" y="155"/>
                  </a:cubicBezTo>
                  <a:cubicBezTo>
                    <a:pt x="321" y="156"/>
                    <a:pt x="325" y="156"/>
                    <a:pt x="327" y="157"/>
                  </a:cubicBezTo>
                  <a:cubicBezTo>
                    <a:pt x="330" y="158"/>
                    <a:pt x="335" y="161"/>
                    <a:pt x="337" y="162"/>
                  </a:cubicBezTo>
                  <a:cubicBezTo>
                    <a:pt x="340" y="163"/>
                    <a:pt x="345" y="166"/>
                    <a:pt x="347" y="167"/>
                  </a:cubicBezTo>
                  <a:cubicBezTo>
                    <a:pt x="349" y="168"/>
                    <a:pt x="353" y="169"/>
                    <a:pt x="354" y="170"/>
                  </a:cubicBezTo>
                  <a:cubicBezTo>
                    <a:pt x="356" y="172"/>
                    <a:pt x="357" y="175"/>
                    <a:pt x="358" y="176"/>
                  </a:cubicBezTo>
                  <a:cubicBezTo>
                    <a:pt x="359" y="177"/>
                    <a:pt x="361" y="180"/>
                    <a:pt x="362" y="180"/>
                  </a:cubicBezTo>
                  <a:cubicBezTo>
                    <a:pt x="363" y="181"/>
                    <a:pt x="366" y="182"/>
                    <a:pt x="368" y="183"/>
                  </a:cubicBezTo>
                  <a:cubicBezTo>
                    <a:pt x="369" y="183"/>
                    <a:pt x="372" y="183"/>
                    <a:pt x="373" y="183"/>
                  </a:cubicBezTo>
                  <a:cubicBezTo>
                    <a:pt x="374" y="182"/>
                    <a:pt x="377" y="181"/>
                    <a:pt x="379" y="180"/>
                  </a:cubicBezTo>
                  <a:cubicBezTo>
                    <a:pt x="380" y="179"/>
                    <a:pt x="383" y="177"/>
                    <a:pt x="385" y="176"/>
                  </a:cubicBezTo>
                  <a:cubicBezTo>
                    <a:pt x="386" y="176"/>
                    <a:pt x="388" y="174"/>
                    <a:pt x="389" y="173"/>
                  </a:cubicBezTo>
                  <a:cubicBezTo>
                    <a:pt x="390" y="171"/>
                    <a:pt x="392" y="168"/>
                    <a:pt x="394" y="167"/>
                  </a:cubicBezTo>
                  <a:cubicBezTo>
                    <a:pt x="395" y="167"/>
                    <a:pt x="397" y="166"/>
                    <a:pt x="398" y="166"/>
                  </a:cubicBezTo>
                  <a:cubicBezTo>
                    <a:pt x="399" y="165"/>
                    <a:pt x="401" y="164"/>
                    <a:pt x="402" y="163"/>
                  </a:cubicBezTo>
                  <a:cubicBezTo>
                    <a:pt x="402" y="163"/>
                    <a:pt x="403" y="161"/>
                    <a:pt x="404" y="161"/>
                  </a:cubicBezTo>
                  <a:cubicBezTo>
                    <a:pt x="405" y="160"/>
                    <a:pt x="409" y="160"/>
                    <a:pt x="410" y="160"/>
                  </a:cubicBezTo>
                  <a:cubicBezTo>
                    <a:pt x="412" y="160"/>
                    <a:pt x="414" y="161"/>
                    <a:pt x="415" y="161"/>
                  </a:cubicBezTo>
                  <a:cubicBezTo>
                    <a:pt x="416" y="161"/>
                    <a:pt x="417" y="162"/>
                    <a:pt x="417" y="163"/>
                  </a:cubicBezTo>
                  <a:cubicBezTo>
                    <a:pt x="417" y="163"/>
                    <a:pt x="416" y="164"/>
                    <a:pt x="416" y="164"/>
                  </a:cubicBezTo>
                  <a:cubicBezTo>
                    <a:pt x="415" y="164"/>
                    <a:pt x="413" y="164"/>
                    <a:pt x="413" y="164"/>
                  </a:cubicBezTo>
                  <a:cubicBezTo>
                    <a:pt x="413" y="164"/>
                    <a:pt x="413" y="166"/>
                    <a:pt x="413" y="166"/>
                  </a:cubicBezTo>
                  <a:cubicBezTo>
                    <a:pt x="413" y="167"/>
                    <a:pt x="415" y="167"/>
                    <a:pt x="416" y="167"/>
                  </a:cubicBezTo>
                  <a:cubicBezTo>
                    <a:pt x="417" y="167"/>
                    <a:pt x="419" y="167"/>
                    <a:pt x="420" y="166"/>
                  </a:cubicBezTo>
                  <a:cubicBezTo>
                    <a:pt x="420" y="166"/>
                    <a:pt x="422" y="166"/>
                    <a:pt x="422" y="165"/>
                  </a:cubicBezTo>
                  <a:cubicBezTo>
                    <a:pt x="423" y="165"/>
                    <a:pt x="424" y="163"/>
                    <a:pt x="424" y="162"/>
                  </a:cubicBezTo>
                  <a:cubicBezTo>
                    <a:pt x="425" y="161"/>
                    <a:pt x="428" y="160"/>
                    <a:pt x="429" y="160"/>
                  </a:cubicBezTo>
                  <a:cubicBezTo>
                    <a:pt x="430" y="159"/>
                    <a:pt x="432" y="159"/>
                    <a:pt x="433" y="159"/>
                  </a:cubicBezTo>
                  <a:cubicBezTo>
                    <a:pt x="434" y="159"/>
                    <a:pt x="435" y="160"/>
                    <a:pt x="436" y="160"/>
                  </a:cubicBezTo>
                  <a:cubicBezTo>
                    <a:pt x="437" y="161"/>
                    <a:pt x="437" y="162"/>
                    <a:pt x="437" y="163"/>
                  </a:cubicBezTo>
                  <a:close/>
                </a:path>
              </a:pathLst>
            </a:custGeom>
            <a:solidFill>
              <a:schemeClr val="accent1"/>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47"/>
            <p:cNvSpPr>
              <a:spLocks/>
            </p:cNvSpPr>
            <p:nvPr/>
          </p:nvSpPr>
          <p:spPr bwMode="auto">
            <a:xfrm>
              <a:off x="1519238" y="884238"/>
              <a:ext cx="34925" cy="63500"/>
            </a:xfrm>
            <a:custGeom>
              <a:avLst/>
              <a:gdLst/>
              <a:ahLst/>
              <a:cxnLst>
                <a:cxn ang="0">
                  <a:pos x="14" y="19"/>
                </a:cxn>
                <a:cxn ang="0">
                  <a:pos x="13" y="14"/>
                </a:cxn>
                <a:cxn ang="0">
                  <a:pos x="11" y="10"/>
                </a:cxn>
                <a:cxn ang="0">
                  <a:pos x="11" y="7"/>
                </a:cxn>
                <a:cxn ang="0">
                  <a:pos x="14" y="5"/>
                </a:cxn>
                <a:cxn ang="0">
                  <a:pos x="15" y="3"/>
                </a:cxn>
                <a:cxn ang="0">
                  <a:pos x="16" y="1"/>
                </a:cxn>
                <a:cxn ang="0">
                  <a:pos x="15" y="0"/>
                </a:cxn>
                <a:cxn ang="0">
                  <a:pos x="12" y="0"/>
                </a:cxn>
                <a:cxn ang="0">
                  <a:pos x="9" y="4"/>
                </a:cxn>
                <a:cxn ang="0">
                  <a:pos x="6" y="8"/>
                </a:cxn>
                <a:cxn ang="0">
                  <a:pos x="3" y="11"/>
                </a:cxn>
                <a:cxn ang="0">
                  <a:pos x="1" y="13"/>
                </a:cxn>
                <a:cxn ang="0">
                  <a:pos x="0" y="16"/>
                </a:cxn>
                <a:cxn ang="0">
                  <a:pos x="1" y="21"/>
                </a:cxn>
                <a:cxn ang="0">
                  <a:pos x="4" y="25"/>
                </a:cxn>
                <a:cxn ang="0">
                  <a:pos x="7" y="29"/>
                </a:cxn>
                <a:cxn ang="0">
                  <a:pos x="7" y="32"/>
                </a:cxn>
                <a:cxn ang="0">
                  <a:pos x="10" y="34"/>
                </a:cxn>
                <a:cxn ang="0">
                  <a:pos x="14" y="35"/>
                </a:cxn>
                <a:cxn ang="0">
                  <a:pos x="19" y="34"/>
                </a:cxn>
                <a:cxn ang="0">
                  <a:pos x="19" y="32"/>
                </a:cxn>
                <a:cxn ang="0">
                  <a:pos x="17" y="31"/>
                </a:cxn>
                <a:cxn ang="0">
                  <a:pos x="18" y="28"/>
                </a:cxn>
                <a:cxn ang="0">
                  <a:pos x="19" y="27"/>
                </a:cxn>
                <a:cxn ang="0">
                  <a:pos x="18" y="23"/>
                </a:cxn>
                <a:cxn ang="0">
                  <a:pos x="17" y="21"/>
                </a:cxn>
                <a:cxn ang="0">
                  <a:pos x="14" y="19"/>
                </a:cxn>
              </a:cxnLst>
              <a:rect l="0" t="0" r="r" b="b"/>
              <a:pathLst>
                <a:path w="19" h="35">
                  <a:moveTo>
                    <a:pt x="14" y="19"/>
                  </a:moveTo>
                  <a:cubicBezTo>
                    <a:pt x="13" y="18"/>
                    <a:pt x="14" y="15"/>
                    <a:pt x="13" y="14"/>
                  </a:cubicBezTo>
                  <a:cubicBezTo>
                    <a:pt x="13" y="13"/>
                    <a:pt x="11" y="11"/>
                    <a:pt x="11" y="10"/>
                  </a:cubicBezTo>
                  <a:cubicBezTo>
                    <a:pt x="10" y="9"/>
                    <a:pt x="11" y="8"/>
                    <a:pt x="11" y="7"/>
                  </a:cubicBezTo>
                  <a:cubicBezTo>
                    <a:pt x="12" y="7"/>
                    <a:pt x="13" y="6"/>
                    <a:pt x="14" y="5"/>
                  </a:cubicBezTo>
                  <a:cubicBezTo>
                    <a:pt x="14" y="5"/>
                    <a:pt x="15" y="4"/>
                    <a:pt x="15" y="3"/>
                  </a:cubicBezTo>
                  <a:cubicBezTo>
                    <a:pt x="16" y="3"/>
                    <a:pt x="16" y="2"/>
                    <a:pt x="16" y="1"/>
                  </a:cubicBezTo>
                  <a:cubicBezTo>
                    <a:pt x="16" y="1"/>
                    <a:pt x="15" y="0"/>
                    <a:pt x="15" y="0"/>
                  </a:cubicBezTo>
                  <a:cubicBezTo>
                    <a:pt x="14" y="0"/>
                    <a:pt x="13" y="0"/>
                    <a:pt x="12" y="0"/>
                  </a:cubicBezTo>
                  <a:cubicBezTo>
                    <a:pt x="11" y="1"/>
                    <a:pt x="10" y="3"/>
                    <a:pt x="9" y="4"/>
                  </a:cubicBezTo>
                  <a:cubicBezTo>
                    <a:pt x="8" y="5"/>
                    <a:pt x="7" y="7"/>
                    <a:pt x="6" y="8"/>
                  </a:cubicBezTo>
                  <a:cubicBezTo>
                    <a:pt x="6" y="9"/>
                    <a:pt x="4" y="10"/>
                    <a:pt x="3" y="11"/>
                  </a:cubicBezTo>
                  <a:cubicBezTo>
                    <a:pt x="3" y="12"/>
                    <a:pt x="1" y="13"/>
                    <a:pt x="1" y="13"/>
                  </a:cubicBezTo>
                  <a:cubicBezTo>
                    <a:pt x="1" y="14"/>
                    <a:pt x="0" y="15"/>
                    <a:pt x="0" y="16"/>
                  </a:cubicBezTo>
                  <a:cubicBezTo>
                    <a:pt x="0" y="17"/>
                    <a:pt x="0" y="20"/>
                    <a:pt x="1" y="21"/>
                  </a:cubicBezTo>
                  <a:cubicBezTo>
                    <a:pt x="1" y="22"/>
                    <a:pt x="3" y="24"/>
                    <a:pt x="4" y="25"/>
                  </a:cubicBezTo>
                  <a:cubicBezTo>
                    <a:pt x="5" y="26"/>
                    <a:pt x="7" y="28"/>
                    <a:pt x="7" y="29"/>
                  </a:cubicBezTo>
                  <a:cubicBezTo>
                    <a:pt x="7" y="29"/>
                    <a:pt x="7" y="31"/>
                    <a:pt x="7" y="32"/>
                  </a:cubicBezTo>
                  <a:cubicBezTo>
                    <a:pt x="8" y="33"/>
                    <a:pt x="9" y="34"/>
                    <a:pt x="10" y="34"/>
                  </a:cubicBezTo>
                  <a:cubicBezTo>
                    <a:pt x="11" y="35"/>
                    <a:pt x="13" y="35"/>
                    <a:pt x="14" y="35"/>
                  </a:cubicBezTo>
                  <a:cubicBezTo>
                    <a:pt x="16" y="35"/>
                    <a:pt x="18" y="35"/>
                    <a:pt x="19" y="34"/>
                  </a:cubicBezTo>
                  <a:cubicBezTo>
                    <a:pt x="19" y="33"/>
                    <a:pt x="19" y="32"/>
                    <a:pt x="19" y="32"/>
                  </a:cubicBezTo>
                  <a:cubicBezTo>
                    <a:pt x="19" y="31"/>
                    <a:pt x="18" y="31"/>
                    <a:pt x="17" y="31"/>
                  </a:cubicBezTo>
                  <a:cubicBezTo>
                    <a:pt x="17" y="30"/>
                    <a:pt x="17" y="29"/>
                    <a:pt x="18" y="28"/>
                  </a:cubicBezTo>
                  <a:cubicBezTo>
                    <a:pt x="18" y="28"/>
                    <a:pt x="19" y="27"/>
                    <a:pt x="19" y="27"/>
                  </a:cubicBezTo>
                  <a:cubicBezTo>
                    <a:pt x="19" y="26"/>
                    <a:pt x="19" y="24"/>
                    <a:pt x="18" y="23"/>
                  </a:cubicBezTo>
                  <a:cubicBezTo>
                    <a:pt x="18" y="23"/>
                    <a:pt x="17" y="22"/>
                    <a:pt x="17" y="21"/>
                  </a:cubicBezTo>
                  <a:cubicBezTo>
                    <a:pt x="16" y="20"/>
                    <a:pt x="14" y="19"/>
                    <a:pt x="14"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48"/>
            <p:cNvSpPr>
              <a:spLocks/>
            </p:cNvSpPr>
            <p:nvPr/>
          </p:nvSpPr>
          <p:spPr bwMode="auto">
            <a:xfrm>
              <a:off x="2357438" y="996951"/>
              <a:ext cx="103188" cy="77788"/>
            </a:xfrm>
            <a:custGeom>
              <a:avLst/>
              <a:gdLst/>
              <a:ahLst/>
              <a:cxnLst>
                <a:cxn ang="0">
                  <a:pos x="8" y="26"/>
                </a:cxn>
                <a:cxn ang="0">
                  <a:pos x="4" y="28"/>
                </a:cxn>
                <a:cxn ang="0">
                  <a:pos x="1" y="26"/>
                </a:cxn>
                <a:cxn ang="0">
                  <a:pos x="1" y="20"/>
                </a:cxn>
                <a:cxn ang="0">
                  <a:pos x="0" y="15"/>
                </a:cxn>
                <a:cxn ang="0">
                  <a:pos x="1" y="10"/>
                </a:cxn>
                <a:cxn ang="0">
                  <a:pos x="3" y="4"/>
                </a:cxn>
                <a:cxn ang="0">
                  <a:pos x="9" y="2"/>
                </a:cxn>
                <a:cxn ang="0">
                  <a:pos x="16" y="0"/>
                </a:cxn>
                <a:cxn ang="0">
                  <a:pos x="23" y="2"/>
                </a:cxn>
                <a:cxn ang="0">
                  <a:pos x="28" y="3"/>
                </a:cxn>
                <a:cxn ang="0">
                  <a:pos x="34" y="6"/>
                </a:cxn>
                <a:cxn ang="0">
                  <a:pos x="40" y="13"/>
                </a:cxn>
                <a:cxn ang="0">
                  <a:pos x="46" y="23"/>
                </a:cxn>
                <a:cxn ang="0">
                  <a:pos x="53" y="30"/>
                </a:cxn>
                <a:cxn ang="0">
                  <a:pos x="55" y="35"/>
                </a:cxn>
                <a:cxn ang="0">
                  <a:pos x="55" y="39"/>
                </a:cxn>
                <a:cxn ang="0">
                  <a:pos x="53" y="42"/>
                </a:cxn>
                <a:cxn ang="0">
                  <a:pos x="49" y="40"/>
                </a:cxn>
                <a:cxn ang="0">
                  <a:pos x="44" y="38"/>
                </a:cxn>
                <a:cxn ang="0">
                  <a:pos x="40" y="38"/>
                </a:cxn>
                <a:cxn ang="0">
                  <a:pos x="35" y="37"/>
                </a:cxn>
                <a:cxn ang="0">
                  <a:pos x="33" y="33"/>
                </a:cxn>
                <a:cxn ang="0">
                  <a:pos x="31" y="33"/>
                </a:cxn>
                <a:cxn ang="0">
                  <a:pos x="31" y="36"/>
                </a:cxn>
                <a:cxn ang="0">
                  <a:pos x="29" y="38"/>
                </a:cxn>
                <a:cxn ang="0">
                  <a:pos x="26" y="39"/>
                </a:cxn>
                <a:cxn ang="0">
                  <a:pos x="23" y="39"/>
                </a:cxn>
                <a:cxn ang="0">
                  <a:pos x="18" y="37"/>
                </a:cxn>
                <a:cxn ang="0">
                  <a:pos x="16" y="33"/>
                </a:cxn>
                <a:cxn ang="0">
                  <a:pos x="16" y="27"/>
                </a:cxn>
                <a:cxn ang="0">
                  <a:pos x="14" y="25"/>
                </a:cxn>
                <a:cxn ang="0">
                  <a:pos x="8" y="26"/>
                </a:cxn>
              </a:cxnLst>
              <a:rect l="0" t="0" r="r" b="b"/>
              <a:pathLst>
                <a:path w="56" h="42">
                  <a:moveTo>
                    <a:pt x="8" y="26"/>
                  </a:moveTo>
                  <a:cubicBezTo>
                    <a:pt x="7" y="26"/>
                    <a:pt x="5" y="28"/>
                    <a:pt x="4" y="28"/>
                  </a:cubicBezTo>
                  <a:cubicBezTo>
                    <a:pt x="3" y="28"/>
                    <a:pt x="1" y="27"/>
                    <a:pt x="1" y="26"/>
                  </a:cubicBezTo>
                  <a:cubicBezTo>
                    <a:pt x="0" y="25"/>
                    <a:pt x="1" y="21"/>
                    <a:pt x="1" y="20"/>
                  </a:cubicBezTo>
                  <a:cubicBezTo>
                    <a:pt x="0" y="19"/>
                    <a:pt x="0" y="17"/>
                    <a:pt x="0" y="15"/>
                  </a:cubicBezTo>
                  <a:cubicBezTo>
                    <a:pt x="0" y="14"/>
                    <a:pt x="1" y="11"/>
                    <a:pt x="1" y="10"/>
                  </a:cubicBezTo>
                  <a:cubicBezTo>
                    <a:pt x="2" y="8"/>
                    <a:pt x="2" y="5"/>
                    <a:pt x="3" y="4"/>
                  </a:cubicBezTo>
                  <a:cubicBezTo>
                    <a:pt x="4" y="3"/>
                    <a:pt x="8" y="2"/>
                    <a:pt x="9" y="2"/>
                  </a:cubicBezTo>
                  <a:cubicBezTo>
                    <a:pt x="11" y="1"/>
                    <a:pt x="14" y="0"/>
                    <a:pt x="16" y="0"/>
                  </a:cubicBezTo>
                  <a:cubicBezTo>
                    <a:pt x="18" y="0"/>
                    <a:pt x="21" y="1"/>
                    <a:pt x="23" y="2"/>
                  </a:cubicBezTo>
                  <a:cubicBezTo>
                    <a:pt x="24" y="2"/>
                    <a:pt x="27" y="2"/>
                    <a:pt x="28" y="3"/>
                  </a:cubicBezTo>
                  <a:cubicBezTo>
                    <a:pt x="30" y="4"/>
                    <a:pt x="32" y="5"/>
                    <a:pt x="34" y="6"/>
                  </a:cubicBezTo>
                  <a:cubicBezTo>
                    <a:pt x="35" y="8"/>
                    <a:pt x="39" y="11"/>
                    <a:pt x="40" y="13"/>
                  </a:cubicBezTo>
                  <a:cubicBezTo>
                    <a:pt x="42" y="15"/>
                    <a:pt x="45" y="20"/>
                    <a:pt x="46" y="23"/>
                  </a:cubicBezTo>
                  <a:cubicBezTo>
                    <a:pt x="48" y="25"/>
                    <a:pt x="52" y="28"/>
                    <a:pt x="53" y="30"/>
                  </a:cubicBezTo>
                  <a:cubicBezTo>
                    <a:pt x="54" y="32"/>
                    <a:pt x="55" y="34"/>
                    <a:pt x="55" y="35"/>
                  </a:cubicBezTo>
                  <a:cubicBezTo>
                    <a:pt x="56" y="36"/>
                    <a:pt x="56" y="39"/>
                    <a:pt x="55" y="39"/>
                  </a:cubicBezTo>
                  <a:cubicBezTo>
                    <a:pt x="55" y="40"/>
                    <a:pt x="53" y="41"/>
                    <a:pt x="53" y="42"/>
                  </a:cubicBezTo>
                  <a:cubicBezTo>
                    <a:pt x="52" y="42"/>
                    <a:pt x="50" y="41"/>
                    <a:pt x="49" y="40"/>
                  </a:cubicBezTo>
                  <a:cubicBezTo>
                    <a:pt x="48" y="40"/>
                    <a:pt x="46" y="38"/>
                    <a:pt x="44" y="38"/>
                  </a:cubicBezTo>
                  <a:cubicBezTo>
                    <a:pt x="43" y="37"/>
                    <a:pt x="41" y="38"/>
                    <a:pt x="40" y="38"/>
                  </a:cubicBezTo>
                  <a:cubicBezTo>
                    <a:pt x="39" y="38"/>
                    <a:pt x="36" y="38"/>
                    <a:pt x="35" y="37"/>
                  </a:cubicBezTo>
                  <a:cubicBezTo>
                    <a:pt x="34" y="36"/>
                    <a:pt x="34" y="34"/>
                    <a:pt x="33" y="33"/>
                  </a:cubicBezTo>
                  <a:cubicBezTo>
                    <a:pt x="33" y="33"/>
                    <a:pt x="31" y="33"/>
                    <a:pt x="31" y="33"/>
                  </a:cubicBezTo>
                  <a:cubicBezTo>
                    <a:pt x="30" y="34"/>
                    <a:pt x="31" y="36"/>
                    <a:pt x="31" y="36"/>
                  </a:cubicBezTo>
                  <a:cubicBezTo>
                    <a:pt x="31" y="37"/>
                    <a:pt x="30" y="37"/>
                    <a:pt x="29" y="38"/>
                  </a:cubicBezTo>
                  <a:cubicBezTo>
                    <a:pt x="29" y="38"/>
                    <a:pt x="27" y="39"/>
                    <a:pt x="26" y="39"/>
                  </a:cubicBezTo>
                  <a:cubicBezTo>
                    <a:pt x="25" y="39"/>
                    <a:pt x="23" y="39"/>
                    <a:pt x="23" y="39"/>
                  </a:cubicBezTo>
                  <a:cubicBezTo>
                    <a:pt x="21" y="39"/>
                    <a:pt x="19" y="38"/>
                    <a:pt x="18" y="37"/>
                  </a:cubicBezTo>
                  <a:cubicBezTo>
                    <a:pt x="17" y="37"/>
                    <a:pt x="17" y="34"/>
                    <a:pt x="16" y="33"/>
                  </a:cubicBezTo>
                  <a:cubicBezTo>
                    <a:pt x="16" y="32"/>
                    <a:pt x="17" y="29"/>
                    <a:pt x="16" y="27"/>
                  </a:cubicBezTo>
                  <a:cubicBezTo>
                    <a:pt x="16" y="27"/>
                    <a:pt x="14" y="25"/>
                    <a:pt x="14" y="25"/>
                  </a:cubicBezTo>
                  <a:cubicBezTo>
                    <a:pt x="12" y="25"/>
                    <a:pt x="10" y="25"/>
                    <a:pt x="8"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49"/>
            <p:cNvSpPr>
              <a:spLocks/>
            </p:cNvSpPr>
            <p:nvPr/>
          </p:nvSpPr>
          <p:spPr bwMode="auto">
            <a:xfrm>
              <a:off x="1625601" y="1231901"/>
              <a:ext cx="14288" cy="20638"/>
            </a:xfrm>
            <a:custGeom>
              <a:avLst/>
              <a:gdLst/>
              <a:ahLst/>
              <a:cxnLst>
                <a:cxn ang="0">
                  <a:pos x="7" y="11"/>
                </a:cxn>
                <a:cxn ang="0">
                  <a:pos x="5" y="11"/>
                </a:cxn>
                <a:cxn ang="0">
                  <a:pos x="2" y="10"/>
                </a:cxn>
                <a:cxn ang="0">
                  <a:pos x="0" y="6"/>
                </a:cxn>
                <a:cxn ang="0">
                  <a:pos x="1" y="3"/>
                </a:cxn>
                <a:cxn ang="0">
                  <a:pos x="4" y="1"/>
                </a:cxn>
                <a:cxn ang="0">
                  <a:pos x="8" y="1"/>
                </a:cxn>
                <a:cxn ang="0">
                  <a:pos x="7" y="3"/>
                </a:cxn>
                <a:cxn ang="0">
                  <a:pos x="8" y="5"/>
                </a:cxn>
                <a:cxn ang="0">
                  <a:pos x="8" y="8"/>
                </a:cxn>
                <a:cxn ang="0">
                  <a:pos x="7" y="11"/>
                </a:cxn>
              </a:cxnLst>
              <a:rect l="0" t="0" r="r" b="b"/>
              <a:pathLst>
                <a:path w="8" h="11">
                  <a:moveTo>
                    <a:pt x="7" y="11"/>
                  </a:moveTo>
                  <a:cubicBezTo>
                    <a:pt x="7" y="11"/>
                    <a:pt x="6" y="11"/>
                    <a:pt x="5" y="11"/>
                  </a:cubicBezTo>
                  <a:cubicBezTo>
                    <a:pt x="4" y="11"/>
                    <a:pt x="3" y="10"/>
                    <a:pt x="2" y="10"/>
                  </a:cubicBezTo>
                  <a:cubicBezTo>
                    <a:pt x="1" y="9"/>
                    <a:pt x="0" y="7"/>
                    <a:pt x="0" y="6"/>
                  </a:cubicBezTo>
                  <a:cubicBezTo>
                    <a:pt x="0" y="5"/>
                    <a:pt x="0" y="3"/>
                    <a:pt x="1" y="3"/>
                  </a:cubicBezTo>
                  <a:cubicBezTo>
                    <a:pt x="1" y="2"/>
                    <a:pt x="3" y="1"/>
                    <a:pt x="4" y="1"/>
                  </a:cubicBezTo>
                  <a:cubicBezTo>
                    <a:pt x="5" y="0"/>
                    <a:pt x="7" y="0"/>
                    <a:pt x="8" y="1"/>
                  </a:cubicBezTo>
                  <a:cubicBezTo>
                    <a:pt x="8" y="2"/>
                    <a:pt x="7" y="3"/>
                    <a:pt x="7" y="3"/>
                  </a:cubicBezTo>
                  <a:cubicBezTo>
                    <a:pt x="7" y="4"/>
                    <a:pt x="8" y="5"/>
                    <a:pt x="8" y="5"/>
                  </a:cubicBezTo>
                  <a:cubicBezTo>
                    <a:pt x="8" y="6"/>
                    <a:pt x="8" y="7"/>
                    <a:pt x="8" y="8"/>
                  </a:cubicBezTo>
                  <a:cubicBezTo>
                    <a:pt x="8" y="8"/>
                    <a:pt x="8" y="10"/>
                    <a:pt x="7"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50"/>
            <p:cNvSpPr>
              <a:spLocks/>
            </p:cNvSpPr>
            <p:nvPr/>
          </p:nvSpPr>
          <p:spPr bwMode="auto">
            <a:xfrm>
              <a:off x="1562101" y="1017588"/>
              <a:ext cx="26988" cy="26988"/>
            </a:xfrm>
            <a:custGeom>
              <a:avLst/>
              <a:gdLst/>
              <a:ahLst/>
              <a:cxnLst>
                <a:cxn ang="0">
                  <a:pos x="15" y="11"/>
                </a:cxn>
                <a:cxn ang="0">
                  <a:pos x="11" y="9"/>
                </a:cxn>
                <a:cxn ang="0">
                  <a:pos x="11" y="4"/>
                </a:cxn>
                <a:cxn ang="0">
                  <a:pos x="8" y="0"/>
                </a:cxn>
                <a:cxn ang="0">
                  <a:pos x="5" y="1"/>
                </a:cxn>
                <a:cxn ang="0">
                  <a:pos x="3" y="3"/>
                </a:cxn>
                <a:cxn ang="0">
                  <a:pos x="0" y="8"/>
                </a:cxn>
                <a:cxn ang="0">
                  <a:pos x="3" y="12"/>
                </a:cxn>
                <a:cxn ang="0">
                  <a:pos x="7" y="14"/>
                </a:cxn>
                <a:cxn ang="0">
                  <a:pos x="11" y="15"/>
                </a:cxn>
                <a:cxn ang="0">
                  <a:pos x="14" y="13"/>
                </a:cxn>
                <a:cxn ang="0">
                  <a:pos x="15" y="11"/>
                </a:cxn>
              </a:cxnLst>
              <a:rect l="0" t="0" r="r" b="b"/>
              <a:pathLst>
                <a:path w="15" h="15">
                  <a:moveTo>
                    <a:pt x="15" y="11"/>
                  </a:moveTo>
                  <a:cubicBezTo>
                    <a:pt x="15" y="10"/>
                    <a:pt x="12" y="10"/>
                    <a:pt x="11" y="9"/>
                  </a:cubicBezTo>
                  <a:cubicBezTo>
                    <a:pt x="11" y="8"/>
                    <a:pt x="12" y="5"/>
                    <a:pt x="11" y="4"/>
                  </a:cubicBezTo>
                  <a:cubicBezTo>
                    <a:pt x="11" y="3"/>
                    <a:pt x="9" y="1"/>
                    <a:pt x="8" y="0"/>
                  </a:cubicBezTo>
                  <a:cubicBezTo>
                    <a:pt x="7" y="0"/>
                    <a:pt x="6" y="0"/>
                    <a:pt x="5" y="1"/>
                  </a:cubicBezTo>
                  <a:cubicBezTo>
                    <a:pt x="4" y="1"/>
                    <a:pt x="3" y="3"/>
                    <a:pt x="3" y="3"/>
                  </a:cubicBezTo>
                  <a:cubicBezTo>
                    <a:pt x="2" y="4"/>
                    <a:pt x="0" y="6"/>
                    <a:pt x="0" y="8"/>
                  </a:cubicBezTo>
                  <a:cubicBezTo>
                    <a:pt x="1" y="9"/>
                    <a:pt x="2" y="11"/>
                    <a:pt x="3" y="12"/>
                  </a:cubicBezTo>
                  <a:cubicBezTo>
                    <a:pt x="4" y="12"/>
                    <a:pt x="6" y="14"/>
                    <a:pt x="7" y="14"/>
                  </a:cubicBezTo>
                  <a:cubicBezTo>
                    <a:pt x="8" y="14"/>
                    <a:pt x="10" y="15"/>
                    <a:pt x="11" y="15"/>
                  </a:cubicBezTo>
                  <a:cubicBezTo>
                    <a:pt x="12" y="15"/>
                    <a:pt x="14" y="14"/>
                    <a:pt x="14" y="13"/>
                  </a:cubicBezTo>
                  <a:cubicBezTo>
                    <a:pt x="15" y="13"/>
                    <a:pt x="15" y="12"/>
                    <a:pt x="15"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51"/>
            <p:cNvSpPr>
              <a:spLocks/>
            </p:cNvSpPr>
            <p:nvPr/>
          </p:nvSpPr>
          <p:spPr bwMode="auto">
            <a:xfrm>
              <a:off x="1566863" y="977901"/>
              <a:ext cx="19050" cy="31750"/>
            </a:xfrm>
            <a:custGeom>
              <a:avLst/>
              <a:gdLst/>
              <a:ahLst/>
              <a:cxnLst>
                <a:cxn ang="0">
                  <a:pos x="9" y="16"/>
                </a:cxn>
                <a:cxn ang="0">
                  <a:pos x="6" y="18"/>
                </a:cxn>
                <a:cxn ang="0">
                  <a:pos x="3" y="17"/>
                </a:cxn>
                <a:cxn ang="0">
                  <a:pos x="0" y="13"/>
                </a:cxn>
                <a:cxn ang="0">
                  <a:pos x="0" y="7"/>
                </a:cxn>
                <a:cxn ang="0">
                  <a:pos x="1" y="3"/>
                </a:cxn>
                <a:cxn ang="0">
                  <a:pos x="5" y="0"/>
                </a:cxn>
                <a:cxn ang="0">
                  <a:pos x="6" y="3"/>
                </a:cxn>
                <a:cxn ang="0">
                  <a:pos x="9" y="4"/>
                </a:cxn>
                <a:cxn ang="0">
                  <a:pos x="10" y="9"/>
                </a:cxn>
                <a:cxn ang="0">
                  <a:pos x="9" y="11"/>
                </a:cxn>
                <a:cxn ang="0">
                  <a:pos x="9" y="16"/>
                </a:cxn>
              </a:cxnLst>
              <a:rect l="0" t="0" r="r" b="b"/>
              <a:pathLst>
                <a:path w="10" h="18">
                  <a:moveTo>
                    <a:pt x="9" y="16"/>
                  </a:moveTo>
                  <a:cubicBezTo>
                    <a:pt x="9" y="16"/>
                    <a:pt x="7" y="18"/>
                    <a:pt x="6" y="18"/>
                  </a:cubicBezTo>
                  <a:cubicBezTo>
                    <a:pt x="5" y="18"/>
                    <a:pt x="4" y="17"/>
                    <a:pt x="3" y="17"/>
                  </a:cubicBezTo>
                  <a:cubicBezTo>
                    <a:pt x="2" y="16"/>
                    <a:pt x="1" y="14"/>
                    <a:pt x="0" y="13"/>
                  </a:cubicBezTo>
                  <a:cubicBezTo>
                    <a:pt x="0" y="11"/>
                    <a:pt x="0" y="9"/>
                    <a:pt x="0" y="7"/>
                  </a:cubicBezTo>
                  <a:cubicBezTo>
                    <a:pt x="0" y="6"/>
                    <a:pt x="0" y="4"/>
                    <a:pt x="1" y="3"/>
                  </a:cubicBezTo>
                  <a:cubicBezTo>
                    <a:pt x="1" y="2"/>
                    <a:pt x="4" y="0"/>
                    <a:pt x="5" y="0"/>
                  </a:cubicBezTo>
                  <a:cubicBezTo>
                    <a:pt x="5" y="0"/>
                    <a:pt x="6" y="2"/>
                    <a:pt x="6" y="3"/>
                  </a:cubicBezTo>
                  <a:cubicBezTo>
                    <a:pt x="7" y="3"/>
                    <a:pt x="9" y="3"/>
                    <a:pt x="9" y="4"/>
                  </a:cubicBezTo>
                  <a:cubicBezTo>
                    <a:pt x="10" y="5"/>
                    <a:pt x="10" y="8"/>
                    <a:pt x="10" y="9"/>
                  </a:cubicBezTo>
                  <a:cubicBezTo>
                    <a:pt x="10" y="10"/>
                    <a:pt x="9" y="11"/>
                    <a:pt x="9" y="11"/>
                  </a:cubicBezTo>
                  <a:cubicBezTo>
                    <a:pt x="9" y="12"/>
                    <a:pt x="9" y="15"/>
                    <a:pt x="9"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52"/>
            <p:cNvSpPr>
              <a:spLocks/>
            </p:cNvSpPr>
            <p:nvPr/>
          </p:nvSpPr>
          <p:spPr bwMode="auto">
            <a:xfrm>
              <a:off x="1565276" y="958851"/>
              <a:ext cx="12700" cy="14288"/>
            </a:xfrm>
            <a:custGeom>
              <a:avLst/>
              <a:gdLst/>
              <a:ahLst/>
              <a:cxnLst>
                <a:cxn ang="0">
                  <a:pos x="5" y="6"/>
                </a:cxn>
                <a:cxn ang="0">
                  <a:pos x="3" y="8"/>
                </a:cxn>
                <a:cxn ang="0">
                  <a:pos x="1" y="6"/>
                </a:cxn>
                <a:cxn ang="0">
                  <a:pos x="1" y="2"/>
                </a:cxn>
                <a:cxn ang="0">
                  <a:pos x="4" y="0"/>
                </a:cxn>
                <a:cxn ang="0">
                  <a:pos x="5" y="1"/>
                </a:cxn>
                <a:cxn ang="0">
                  <a:pos x="7" y="4"/>
                </a:cxn>
                <a:cxn ang="0">
                  <a:pos x="5" y="6"/>
                </a:cxn>
              </a:cxnLst>
              <a:rect l="0" t="0" r="r" b="b"/>
              <a:pathLst>
                <a:path w="7" h="8">
                  <a:moveTo>
                    <a:pt x="5" y="6"/>
                  </a:moveTo>
                  <a:cubicBezTo>
                    <a:pt x="4" y="7"/>
                    <a:pt x="4" y="8"/>
                    <a:pt x="3" y="8"/>
                  </a:cubicBezTo>
                  <a:cubicBezTo>
                    <a:pt x="2" y="8"/>
                    <a:pt x="1" y="7"/>
                    <a:pt x="1" y="6"/>
                  </a:cubicBezTo>
                  <a:cubicBezTo>
                    <a:pt x="0" y="5"/>
                    <a:pt x="0" y="3"/>
                    <a:pt x="1" y="2"/>
                  </a:cubicBezTo>
                  <a:cubicBezTo>
                    <a:pt x="1" y="1"/>
                    <a:pt x="3" y="0"/>
                    <a:pt x="4" y="0"/>
                  </a:cubicBezTo>
                  <a:cubicBezTo>
                    <a:pt x="4" y="0"/>
                    <a:pt x="5" y="1"/>
                    <a:pt x="5" y="1"/>
                  </a:cubicBezTo>
                  <a:cubicBezTo>
                    <a:pt x="6" y="2"/>
                    <a:pt x="7" y="3"/>
                    <a:pt x="7" y="4"/>
                  </a:cubicBezTo>
                  <a:cubicBezTo>
                    <a:pt x="6" y="4"/>
                    <a:pt x="5" y="5"/>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53"/>
            <p:cNvSpPr>
              <a:spLocks/>
            </p:cNvSpPr>
            <p:nvPr/>
          </p:nvSpPr>
          <p:spPr bwMode="auto">
            <a:xfrm>
              <a:off x="1582738" y="958851"/>
              <a:ext cx="26988" cy="14288"/>
            </a:xfrm>
            <a:custGeom>
              <a:avLst/>
              <a:gdLst/>
              <a:ahLst/>
              <a:cxnLst>
                <a:cxn ang="0">
                  <a:pos x="6" y="7"/>
                </a:cxn>
                <a:cxn ang="0">
                  <a:pos x="2" y="5"/>
                </a:cxn>
                <a:cxn ang="0">
                  <a:pos x="0" y="2"/>
                </a:cxn>
                <a:cxn ang="0">
                  <a:pos x="2" y="0"/>
                </a:cxn>
                <a:cxn ang="0">
                  <a:pos x="5" y="0"/>
                </a:cxn>
                <a:cxn ang="0">
                  <a:pos x="7" y="1"/>
                </a:cxn>
                <a:cxn ang="0">
                  <a:pos x="10" y="1"/>
                </a:cxn>
                <a:cxn ang="0">
                  <a:pos x="13" y="2"/>
                </a:cxn>
                <a:cxn ang="0">
                  <a:pos x="13" y="5"/>
                </a:cxn>
                <a:cxn ang="0">
                  <a:pos x="13" y="7"/>
                </a:cxn>
                <a:cxn ang="0">
                  <a:pos x="8" y="8"/>
                </a:cxn>
                <a:cxn ang="0">
                  <a:pos x="6" y="7"/>
                </a:cxn>
              </a:cxnLst>
              <a:rect l="0" t="0" r="r" b="b"/>
              <a:pathLst>
                <a:path w="14" h="8">
                  <a:moveTo>
                    <a:pt x="6" y="7"/>
                  </a:moveTo>
                  <a:cubicBezTo>
                    <a:pt x="5" y="7"/>
                    <a:pt x="3" y="6"/>
                    <a:pt x="2" y="5"/>
                  </a:cubicBezTo>
                  <a:cubicBezTo>
                    <a:pt x="1" y="5"/>
                    <a:pt x="0" y="3"/>
                    <a:pt x="0" y="2"/>
                  </a:cubicBezTo>
                  <a:cubicBezTo>
                    <a:pt x="0" y="1"/>
                    <a:pt x="2" y="1"/>
                    <a:pt x="2" y="0"/>
                  </a:cubicBezTo>
                  <a:cubicBezTo>
                    <a:pt x="3" y="0"/>
                    <a:pt x="5" y="0"/>
                    <a:pt x="5" y="0"/>
                  </a:cubicBezTo>
                  <a:cubicBezTo>
                    <a:pt x="6" y="0"/>
                    <a:pt x="6" y="1"/>
                    <a:pt x="7" y="1"/>
                  </a:cubicBezTo>
                  <a:cubicBezTo>
                    <a:pt x="8" y="1"/>
                    <a:pt x="9" y="1"/>
                    <a:pt x="10" y="1"/>
                  </a:cubicBezTo>
                  <a:cubicBezTo>
                    <a:pt x="11" y="1"/>
                    <a:pt x="13" y="1"/>
                    <a:pt x="13" y="2"/>
                  </a:cubicBezTo>
                  <a:cubicBezTo>
                    <a:pt x="14" y="2"/>
                    <a:pt x="13" y="4"/>
                    <a:pt x="13" y="5"/>
                  </a:cubicBezTo>
                  <a:cubicBezTo>
                    <a:pt x="13" y="5"/>
                    <a:pt x="13" y="7"/>
                    <a:pt x="13" y="7"/>
                  </a:cubicBezTo>
                  <a:cubicBezTo>
                    <a:pt x="12" y="8"/>
                    <a:pt x="9" y="8"/>
                    <a:pt x="8" y="8"/>
                  </a:cubicBezTo>
                  <a:cubicBezTo>
                    <a:pt x="7" y="8"/>
                    <a:pt x="6" y="8"/>
                    <a:pt x="6"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54"/>
            <p:cNvSpPr>
              <a:spLocks/>
            </p:cNvSpPr>
            <p:nvPr/>
          </p:nvSpPr>
          <p:spPr bwMode="auto">
            <a:xfrm>
              <a:off x="1597026" y="1016001"/>
              <a:ext cx="11113" cy="14288"/>
            </a:xfrm>
            <a:custGeom>
              <a:avLst/>
              <a:gdLst/>
              <a:ahLst/>
              <a:cxnLst>
                <a:cxn ang="0">
                  <a:pos x="3" y="0"/>
                </a:cxn>
                <a:cxn ang="0">
                  <a:pos x="0" y="1"/>
                </a:cxn>
                <a:cxn ang="0">
                  <a:pos x="0" y="4"/>
                </a:cxn>
                <a:cxn ang="0">
                  <a:pos x="0" y="7"/>
                </a:cxn>
                <a:cxn ang="0">
                  <a:pos x="3" y="7"/>
                </a:cxn>
                <a:cxn ang="0">
                  <a:pos x="5" y="6"/>
                </a:cxn>
                <a:cxn ang="0">
                  <a:pos x="5" y="3"/>
                </a:cxn>
                <a:cxn ang="0">
                  <a:pos x="5" y="1"/>
                </a:cxn>
                <a:cxn ang="0">
                  <a:pos x="3" y="0"/>
                </a:cxn>
              </a:cxnLst>
              <a:rect l="0" t="0" r="r" b="b"/>
              <a:pathLst>
                <a:path w="6" h="8">
                  <a:moveTo>
                    <a:pt x="3" y="0"/>
                  </a:moveTo>
                  <a:cubicBezTo>
                    <a:pt x="2" y="0"/>
                    <a:pt x="1" y="0"/>
                    <a:pt x="0" y="1"/>
                  </a:cubicBezTo>
                  <a:cubicBezTo>
                    <a:pt x="0" y="2"/>
                    <a:pt x="0" y="3"/>
                    <a:pt x="0" y="4"/>
                  </a:cubicBezTo>
                  <a:cubicBezTo>
                    <a:pt x="0" y="5"/>
                    <a:pt x="0" y="6"/>
                    <a:pt x="0" y="7"/>
                  </a:cubicBezTo>
                  <a:cubicBezTo>
                    <a:pt x="1" y="7"/>
                    <a:pt x="2" y="8"/>
                    <a:pt x="3" y="7"/>
                  </a:cubicBezTo>
                  <a:cubicBezTo>
                    <a:pt x="3" y="7"/>
                    <a:pt x="4" y="7"/>
                    <a:pt x="5" y="6"/>
                  </a:cubicBezTo>
                  <a:cubicBezTo>
                    <a:pt x="5" y="6"/>
                    <a:pt x="5" y="4"/>
                    <a:pt x="5" y="3"/>
                  </a:cubicBezTo>
                  <a:cubicBezTo>
                    <a:pt x="6" y="3"/>
                    <a:pt x="5" y="1"/>
                    <a:pt x="5" y="1"/>
                  </a:cubicBezTo>
                  <a:cubicBezTo>
                    <a:pt x="5" y="0"/>
                    <a:pt x="3"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55"/>
            <p:cNvSpPr>
              <a:spLocks/>
            </p:cNvSpPr>
            <p:nvPr/>
          </p:nvSpPr>
          <p:spPr bwMode="auto">
            <a:xfrm>
              <a:off x="1646238" y="1016001"/>
              <a:ext cx="12700" cy="11113"/>
            </a:xfrm>
            <a:custGeom>
              <a:avLst/>
              <a:gdLst/>
              <a:ahLst/>
              <a:cxnLst>
                <a:cxn ang="0">
                  <a:pos x="4" y="0"/>
                </a:cxn>
                <a:cxn ang="0">
                  <a:pos x="0" y="1"/>
                </a:cxn>
                <a:cxn ang="0">
                  <a:pos x="0" y="3"/>
                </a:cxn>
                <a:cxn ang="0">
                  <a:pos x="2" y="6"/>
                </a:cxn>
                <a:cxn ang="0">
                  <a:pos x="5" y="5"/>
                </a:cxn>
                <a:cxn ang="0">
                  <a:pos x="6" y="4"/>
                </a:cxn>
                <a:cxn ang="0">
                  <a:pos x="6" y="1"/>
                </a:cxn>
                <a:cxn ang="0">
                  <a:pos x="4" y="0"/>
                </a:cxn>
              </a:cxnLst>
              <a:rect l="0" t="0" r="r" b="b"/>
              <a:pathLst>
                <a:path w="7" h="6">
                  <a:moveTo>
                    <a:pt x="4" y="0"/>
                  </a:moveTo>
                  <a:cubicBezTo>
                    <a:pt x="3" y="0"/>
                    <a:pt x="1" y="0"/>
                    <a:pt x="0" y="1"/>
                  </a:cubicBezTo>
                  <a:cubicBezTo>
                    <a:pt x="0" y="1"/>
                    <a:pt x="0" y="3"/>
                    <a:pt x="0" y="3"/>
                  </a:cubicBezTo>
                  <a:cubicBezTo>
                    <a:pt x="1" y="4"/>
                    <a:pt x="1" y="5"/>
                    <a:pt x="2" y="6"/>
                  </a:cubicBezTo>
                  <a:cubicBezTo>
                    <a:pt x="3" y="6"/>
                    <a:pt x="4" y="5"/>
                    <a:pt x="5" y="5"/>
                  </a:cubicBezTo>
                  <a:cubicBezTo>
                    <a:pt x="5" y="5"/>
                    <a:pt x="6" y="4"/>
                    <a:pt x="6" y="4"/>
                  </a:cubicBezTo>
                  <a:cubicBezTo>
                    <a:pt x="7" y="3"/>
                    <a:pt x="6" y="2"/>
                    <a:pt x="6" y="1"/>
                  </a:cubicBezTo>
                  <a:cubicBezTo>
                    <a:pt x="5" y="1"/>
                    <a:pt x="4" y="0"/>
                    <a:pt x="4"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56"/>
            <p:cNvSpPr>
              <a:spLocks/>
            </p:cNvSpPr>
            <p:nvPr/>
          </p:nvSpPr>
          <p:spPr bwMode="auto">
            <a:xfrm>
              <a:off x="1609726" y="973138"/>
              <a:ext cx="41275" cy="42863"/>
            </a:xfrm>
            <a:custGeom>
              <a:avLst/>
              <a:gdLst/>
              <a:ahLst/>
              <a:cxnLst>
                <a:cxn ang="0">
                  <a:pos x="21" y="8"/>
                </a:cxn>
                <a:cxn ang="0">
                  <a:pos x="20" y="13"/>
                </a:cxn>
                <a:cxn ang="0">
                  <a:pos x="18" y="15"/>
                </a:cxn>
                <a:cxn ang="0">
                  <a:pos x="16" y="16"/>
                </a:cxn>
                <a:cxn ang="0">
                  <a:pos x="16" y="20"/>
                </a:cxn>
                <a:cxn ang="0">
                  <a:pos x="13" y="22"/>
                </a:cxn>
                <a:cxn ang="0">
                  <a:pos x="7" y="22"/>
                </a:cxn>
                <a:cxn ang="0">
                  <a:pos x="4" y="20"/>
                </a:cxn>
                <a:cxn ang="0">
                  <a:pos x="2" y="15"/>
                </a:cxn>
                <a:cxn ang="0">
                  <a:pos x="0" y="12"/>
                </a:cxn>
                <a:cxn ang="0">
                  <a:pos x="0" y="8"/>
                </a:cxn>
                <a:cxn ang="0">
                  <a:pos x="4" y="4"/>
                </a:cxn>
                <a:cxn ang="0">
                  <a:pos x="6" y="6"/>
                </a:cxn>
                <a:cxn ang="0">
                  <a:pos x="9" y="6"/>
                </a:cxn>
                <a:cxn ang="0">
                  <a:pos x="12" y="3"/>
                </a:cxn>
                <a:cxn ang="0">
                  <a:pos x="14" y="2"/>
                </a:cxn>
                <a:cxn ang="0">
                  <a:pos x="18" y="3"/>
                </a:cxn>
                <a:cxn ang="0">
                  <a:pos x="20" y="0"/>
                </a:cxn>
                <a:cxn ang="0">
                  <a:pos x="23" y="0"/>
                </a:cxn>
                <a:cxn ang="0">
                  <a:pos x="23" y="3"/>
                </a:cxn>
                <a:cxn ang="0">
                  <a:pos x="22" y="5"/>
                </a:cxn>
                <a:cxn ang="0">
                  <a:pos x="21" y="8"/>
                </a:cxn>
              </a:cxnLst>
              <a:rect l="0" t="0" r="r" b="b"/>
              <a:pathLst>
                <a:path w="23" h="23">
                  <a:moveTo>
                    <a:pt x="21" y="8"/>
                  </a:moveTo>
                  <a:cubicBezTo>
                    <a:pt x="21" y="9"/>
                    <a:pt x="21" y="12"/>
                    <a:pt x="20" y="13"/>
                  </a:cubicBezTo>
                  <a:cubicBezTo>
                    <a:pt x="20" y="14"/>
                    <a:pt x="19" y="15"/>
                    <a:pt x="18" y="15"/>
                  </a:cubicBezTo>
                  <a:cubicBezTo>
                    <a:pt x="18" y="15"/>
                    <a:pt x="16" y="15"/>
                    <a:pt x="16" y="16"/>
                  </a:cubicBezTo>
                  <a:cubicBezTo>
                    <a:pt x="15" y="17"/>
                    <a:pt x="16" y="19"/>
                    <a:pt x="16" y="20"/>
                  </a:cubicBezTo>
                  <a:cubicBezTo>
                    <a:pt x="15" y="20"/>
                    <a:pt x="14" y="22"/>
                    <a:pt x="13" y="22"/>
                  </a:cubicBezTo>
                  <a:cubicBezTo>
                    <a:pt x="12" y="23"/>
                    <a:pt x="9" y="22"/>
                    <a:pt x="7" y="22"/>
                  </a:cubicBezTo>
                  <a:cubicBezTo>
                    <a:pt x="7" y="21"/>
                    <a:pt x="5" y="20"/>
                    <a:pt x="4" y="20"/>
                  </a:cubicBezTo>
                  <a:cubicBezTo>
                    <a:pt x="3" y="19"/>
                    <a:pt x="3" y="16"/>
                    <a:pt x="2" y="15"/>
                  </a:cubicBezTo>
                  <a:cubicBezTo>
                    <a:pt x="2" y="14"/>
                    <a:pt x="0" y="13"/>
                    <a:pt x="0" y="12"/>
                  </a:cubicBezTo>
                  <a:cubicBezTo>
                    <a:pt x="0" y="11"/>
                    <a:pt x="0" y="9"/>
                    <a:pt x="0" y="8"/>
                  </a:cubicBezTo>
                  <a:cubicBezTo>
                    <a:pt x="1" y="7"/>
                    <a:pt x="3" y="4"/>
                    <a:pt x="4" y="4"/>
                  </a:cubicBezTo>
                  <a:cubicBezTo>
                    <a:pt x="5" y="4"/>
                    <a:pt x="6" y="6"/>
                    <a:pt x="6" y="6"/>
                  </a:cubicBezTo>
                  <a:cubicBezTo>
                    <a:pt x="7" y="6"/>
                    <a:pt x="8" y="6"/>
                    <a:pt x="9" y="6"/>
                  </a:cubicBezTo>
                  <a:cubicBezTo>
                    <a:pt x="10" y="5"/>
                    <a:pt x="11" y="3"/>
                    <a:pt x="12" y="3"/>
                  </a:cubicBezTo>
                  <a:cubicBezTo>
                    <a:pt x="12" y="2"/>
                    <a:pt x="14" y="2"/>
                    <a:pt x="14" y="2"/>
                  </a:cubicBezTo>
                  <a:cubicBezTo>
                    <a:pt x="15" y="2"/>
                    <a:pt x="17" y="3"/>
                    <a:pt x="18" y="3"/>
                  </a:cubicBezTo>
                  <a:cubicBezTo>
                    <a:pt x="19" y="3"/>
                    <a:pt x="19" y="1"/>
                    <a:pt x="20" y="0"/>
                  </a:cubicBezTo>
                  <a:cubicBezTo>
                    <a:pt x="21" y="0"/>
                    <a:pt x="22" y="0"/>
                    <a:pt x="23" y="0"/>
                  </a:cubicBezTo>
                  <a:cubicBezTo>
                    <a:pt x="23" y="1"/>
                    <a:pt x="23" y="2"/>
                    <a:pt x="23" y="3"/>
                  </a:cubicBezTo>
                  <a:cubicBezTo>
                    <a:pt x="23" y="4"/>
                    <a:pt x="22" y="5"/>
                    <a:pt x="22" y="5"/>
                  </a:cubicBezTo>
                  <a:cubicBezTo>
                    <a:pt x="22" y="6"/>
                    <a:pt x="22" y="7"/>
                    <a:pt x="21"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57"/>
            <p:cNvSpPr>
              <a:spLocks/>
            </p:cNvSpPr>
            <p:nvPr/>
          </p:nvSpPr>
          <p:spPr bwMode="auto">
            <a:xfrm>
              <a:off x="1670051" y="969963"/>
              <a:ext cx="23813" cy="14288"/>
            </a:xfrm>
            <a:custGeom>
              <a:avLst/>
              <a:gdLst/>
              <a:ahLst/>
              <a:cxnLst>
                <a:cxn ang="0">
                  <a:pos x="10" y="8"/>
                </a:cxn>
                <a:cxn ang="0">
                  <a:pos x="6" y="6"/>
                </a:cxn>
                <a:cxn ang="0">
                  <a:pos x="3" y="7"/>
                </a:cxn>
                <a:cxn ang="0">
                  <a:pos x="1" y="5"/>
                </a:cxn>
                <a:cxn ang="0">
                  <a:pos x="1" y="1"/>
                </a:cxn>
                <a:cxn ang="0">
                  <a:pos x="5" y="1"/>
                </a:cxn>
                <a:cxn ang="0">
                  <a:pos x="8" y="2"/>
                </a:cxn>
                <a:cxn ang="0">
                  <a:pos x="11" y="2"/>
                </a:cxn>
                <a:cxn ang="0">
                  <a:pos x="13" y="4"/>
                </a:cxn>
                <a:cxn ang="0">
                  <a:pos x="13" y="6"/>
                </a:cxn>
                <a:cxn ang="0">
                  <a:pos x="12" y="8"/>
                </a:cxn>
                <a:cxn ang="0">
                  <a:pos x="10" y="8"/>
                </a:cxn>
              </a:cxnLst>
              <a:rect l="0" t="0" r="r" b="b"/>
              <a:pathLst>
                <a:path w="13" h="8">
                  <a:moveTo>
                    <a:pt x="10" y="8"/>
                  </a:moveTo>
                  <a:cubicBezTo>
                    <a:pt x="9" y="8"/>
                    <a:pt x="7" y="7"/>
                    <a:pt x="6" y="6"/>
                  </a:cubicBezTo>
                  <a:cubicBezTo>
                    <a:pt x="5" y="6"/>
                    <a:pt x="4" y="7"/>
                    <a:pt x="3" y="7"/>
                  </a:cubicBezTo>
                  <a:cubicBezTo>
                    <a:pt x="2" y="7"/>
                    <a:pt x="1" y="5"/>
                    <a:pt x="1" y="5"/>
                  </a:cubicBezTo>
                  <a:cubicBezTo>
                    <a:pt x="0" y="4"/>
                    <a:pt x="0" y="1"/>
                    <a:pt x="1" y="1"/>
                  </a:cubicBezTo>
                  <a:cubicBezTo>
                    <a:pt x="2" y="0"/>
                    <a:pt x="4" y="0"/>
                    <a:pt x="5" y="1"/>
                  </a:cubicBezTo>
                  <a:cubicBezTo>
                    <a:pt x="6" y="1"/>
                    <a:pt x="7" y="1"/>
                    <a:pt x="8" y="2"/>
                  </a:cubicBezTo>
                  <a:cubicBezTo>
                    <a:pt x="9" y="2"/>
                    <a:pt x="11" y="1"/>
                    <a:pt x="11" y="2"/>
                  </a:cubicBezTo>
                  <a:cubicBezTo>
                    <a:pt x="12" y="2"/>
                    <a:pt x="13" y="3"/>
                    <a:pt x="13" y="4"/>
                  </a:cubicBezTo>
                  <a:cubicBezTo>
                    <a:pt x="13" y="4"/>
                    <a:pt x="13" y="5"/>
                    <a:pt x="13" y="6"/>
                  </a:cubicBezTo>
                  <a:cubicBezTo>
                    <a:pt x="13" y="6"/>
                    <a:pt x="12" y="7"/>
                    <a:pt x="12" y="8"/>
                  </a:cubicBezTo>
                  <a:cubicBezTo>
                    <a:pt x="12" y="8"/>
                    <a:pt x="11" y="8"/>
                    <a:pt x="1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58"/>
            <p:cNvSpPr>
              <a:spLocks/>
            </p:cNvSpPr>
            <p:nvPr/>
          </p:nvSpPr>
          <p:spPr bwMode="auto">
            <a:xfrm>
              <a:off x="1649413" y="925513"/>
              <a:ext cx="12700" cy="12700"/>
            </a:xfrm>
            <a:custGeom>
              <a:avLst/>
              <a:gdLst/>
              <a:ahLst/>
              <a:cxnLst>
                <a:cxn ang="0">
                  <a:pos x="7" y="2"/>
                </a:cxn>
                <a:cxn ang="0">
                  <a:pos x="5" y="0"/>
                </a:cxn>
                <a:cxn ang="0">
                  <a:pos x="2" y="2"/>
                </a:cxn>
                <a:cxn ang="0">
                  <a:pos x="1" y="5"/>
                </a:cxn>
                <a:cxn ang="0">
                  <a:pos x="3" y="7"/>
                </a:cxn>
                <a:cxn ang="0">
                  <a:pos x="6" y="5"/>
                </a:cxn>
                <a:cxn ang="0">
                  <a:pos x="7" y="2"/>
                </a:cxn>
              </a:cxnLst>
              <a:rect l="0" t="0" r="r" b="b"/>
              <a:pathLst>
                <a:path w="7" h="7">
                  <a:moveTo>
                    <a:pt x="7" y="2"/>
                  </a:moveTo>
                  <a:cubicBezTo>
                    <a:pt x="7" y="1"/>
                    <a:pt x="5" y="0"/>
                    <a:pt x="5" y="0"/>
                  </a:cubicBezTo>
                  <a:cubicBezTo>
                    <a:pt x="4" y="0"/>
                    <a:pt x="2" y="1"/>
                    <a:pt x="2" y="2"/>
                  </a:cubicBezTo>
                  <a:cubicBezTo>
                    <a:pt x="1" y="2"/>
                    <a:pt x="0" y="4"/>
                    <a:pt x="1" y="5"/>
                  </a:cubicBezTo>
                  <a:cubicBezTo>
                    <a:pt x="1" y="6"/>
                    <a:pt x="2" y="7"/>
                    <a:pt x="3" y="7"/>
                  </a:cubicBezTo>
                  <a:cubicBezTo>
                    <a:pt x="4" y="7"/>
                    <a:pt x="6" y="6"/>
                    <a:pt x="6" y="5"/>
                  </a:cubicBezTo>
                  <a:cubicBezTo>
                    <a:pt x="7" y="5"/>
                    <a:pt x="7" y="3"/>
                    <a:pt x="7"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59"/>
            <p:cNvSpPr>
              <a:spLocks/>
            </p:cNvSpPr>
            <p:nvPr/>
          </p:nvSpPr>
          <p:spPr bwMode="auto">
            <a:xfrm>
              <a:off x="1644651" y="903288"/>
              <a:ext cx="12700" cy="12700"/>
            </a:xfrm>
            <a:custGeom>
              <a:avLst/>
              <a:gdLst/>
              <a:ahLst/>
              <a:cxnLst>
                <a:cxn ang="0">
                  <a:pos x="6" y="5"/>
                </a:cxn>
                <a:cxn ang="0">
                  <a:pos x="2" y="7"/>
                </a:cxn>
                <a:cxn ang="0">
                  <a:pos x="0" y="5"/>
                </a:cxn>
                <a:cxn ang="0">
                  <a:pos x="1" y="2"/>
                </a:cxn>
                <a:cxn ang="0">
                  <a:pos x="3" y="0"/>
                </a:cxn>
                <a:cxn ang="0">
                  <a:pos x="6" y="0"/>
                </a:cxn>
                <a:cxn ang="0">
                  <a:pos x="7" y="2"/>
                </a:cxn>
                <a:cxn ang="0">
                  <a:pos x="7" y="3"/>
                </a:cxn>
                <a:cxn ang="0">
                  <a:pos x="6" y="5"/>
                </a:cxn>
              </a:cxnLst>
              <a:rect l="0" t="0" r="r" b="b"/>
              <a:pathLst>
                <a:path w="7" h="7">
                  <a:moveTo>
                    <a:pt x="6" y="5"/>
                  </a:moveTo>
                  <a:cubicBezTo>
                    <a:pt x="5" y="5"/>
                    <a:pt x="3" y="7"/>
                    <a:pt x="2" y="7"/>
                  </a:cubicBezTo>
                  <a:cubicBezTo>
                    <a:pt x="1" y="6"/>
                    <a:pt x="1" y="5"/>
                    <a:pt x="0" y="5"/>
                  </a:cubicBezTo>
                  <a:cubicBezTo>
                    <a:pt x="0" y="4"/>
                    <a:pt x="0" y="2"/>
                    <a:pt x="1" y="2"/>
                  </a:cubicBezTo>
                  <a:cubicBezTo>
                    <a:pt x="1" y="1"/>
                    <a:pt x="2" y="0"/>
                    <a:pt x="3" y="0"/>
                  </a:cubicBezTo>
                  <a:cubicBezTo>
                    <a:pt x="3" y="0"/>
                    <a:pt x="5" y="0"/>
                    <a:pt x="6" y="0"/>
                  </a:cubicBezTo>
                  <a:cubicBezTo>
                    <a:pt x="6" y="0"/>
                    <a:pt x="7" y="1"/>
                    <a:pt x="7" y="2"/>
                  </a:cubicBezTo>
                  <a:cubicBezTo>
                    <a:pt x="7" y="2"/>
                    <a:pt x="7" y="3"/>
                    <a:pt x="7" y="3"/>
                  </a:cubicBezTo>
                  <a:cubicBezTo>
                    <a:pt x="7" y="4"/>
                    <a:pt x="6" y="4"/>
                    <a:pt x="6"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60"/>
            <p:cNvSpPr>
              <a:spLocks/>
            </p:cNvSpPr>
            <p:nvPr/>
          </p:nvSpPr>
          <p:spPr bwMode="auto">
            <a:xfrm>
              <a:off x="1597026" y="908051"/>
              <a:ext cx="42863" cy="30163"/>
            </a:xfrm>
            <a:custGeom>
              <a:avLst/>
              <a:gdLst/>
              <a:ahLst/>
              <a:cxnLst>
                <a:cxn ang="0">
                  <a:pos x="24" y="4"/>
                </a:cxn>
                <a:cxn ang="0">
                  <a:pos x="23" y="1"/>
                </a:cxn>
                <a:cxn ang="0">
                  <a:pos x="20" y="2"/>
                </a:cxn>
                <a:cxn ang="0">
                  <a:pos x="19" y="5"/>
                </a:cxn>
                <a:cxn ang="0">
                  <a:pos x="16" y="7"/>
                </a:cxn>
                <a:cxn ang="0">
                  <a:pos x="11" y="9"/>
                </a:cxn>
                <a:cxn ang="0">
                  <a:pos x="7" y="9"/>
                </a:cxn>
                <a:cxn ang="0">
                  <a:pos x="1" y="10"/>
                </a:cxn>
                <a:cxn ang="0">
                  <a:pos x="0" y="13"/>
                </a:cxn>
                <a:cxn ang="0">
                  <a:pos x="1" y="16"/>
                </a:cxn>
                <a:cxn ang="0">
                  <a:pos x="4" y="17"/>
                </a:cxn>
                <a:cxn ang="0">
                  <a:pos x="9" y="14"/>
                </a:cxn>
                <a:cxn ang="0">
                  <a:pos x="14" y="14"/>
                </a:cxn>
                <a:cxn ang="0">
                  <a:pos x="20" y="14"/>
                </a:cxn>
                <a:cxn ang="0">
                  <a:pos x="22" y="11"/>
                </a:cxn>
                <a:cxn ang="0">
                  <a:pos x="24" y="7"/>
                </a:cxn>
                <a:cxn ang="0">
                  <a:pos x="24" y="4"/>
                </a:cxn>
              </a:cxnLst>
              <a:rect l="0" t="0" r="r" b="b"/>
              <a:pathLst>
                <a:path w="24" h="17">
                  <a:moveTo>
                    <a:pt x="24" y="4"/>
                  </a:moveTo>
                  <a:cubicBezTo>
                    <a:pt x="24" y="3"/>
                    <a:pt x="24" y="1"/>
                    <a:pt x="23" y="1"/>
                  </a:cubicBezTo>
                  <a:cubicBezTo>
                    <a:pt x="22" y="0"/>
                    <a:pt x="21" y="1"/>
                    <a:pt x="20" y="2"/>
                  </a:cubicBezTo>
                  <a:cubicBezTo>
                    <a:pt x="19" y="2"/>
                    <a:pt x="19" y="4"/>
                    <a:pt x="19" y="5"/>
                  </a:cubicBezTo>
                  <a:cubicBezTo>
                    <a:pt x="18" y="5"/>
                    <a:pt x="17" y="6"/>
                    <a:pt x="16" y="7"/>
                  </a:cubicBezTo>
                  <a:cubicBezTo>
                    <a:pt x="15" y="8"/>
                    <a:pt x="13" y="9"/>
                    <a:pt x="11" y="9"/>
                  </a:cubicBezTo>
                  <a:cubicBezTo>
                    <a:pt x="10" y="9"/>
                    <a:pt x="8" y="9"/>
                    <a:pt x="7" y="9"/>
                  </a:cubicBezTo>
                  <a:cubicBezTo>
                    <a:pt x="6" y="10"/>
                    <a:pt x="2" y="9"/>
                    <a:pt x="1" y="10"/>
                  </a:cubicBezTo>
                  <a:cubicBezTo>
                    <a:pt x="1" y="11"/>
                    <a:pt x="0" y="12"/>
                    <a:pt x="0" y="13"/>
                  </a:cubicBezTo>
                  <a:cubicBezTo>
                    <a:pt x="0" y="14"/>
                    <a:pt x="1" y="15"/>
                    <a:pt x="1" y="16"/>
                  </a:cubicBezTo>
                  <a:cubicBezTo>
                    <a:pt x="2" y="16"/>
                    <a:pt x="3" y="17"/>
                    <a:pt x="4" y="17"/>
                  </a:cubicBezTo>
                  <a:cubicBezTo>
                    <a:pt x="6" y="17"/>
                    <a:pt x="8" y="15"/>
                    <a:pt x="9" y="14"/>
                  </a:cubicBezTo>
                  <a:cubicBezTo>
                    <a:pt x="10" y="14"/>
                    <a:pt x="13" y="14"/>
                    <a:pt x="14" y="14"/>
                  </a:cubicBezTo>
                  <a:cubicBezTo>
                    <a:pt x="15" y="14"/>
                    <a:pt x="18" y="14"/>
                    <a:pt x="20" y="14"/>
                  </a:cubicBezTo>
                  <a:cubicBezTo>
                    <a:pt x="21" y="13"/>
                    <a:pt x="22" y="12"/>
                    <a:pt x="22" y="11"/>
                  </a:cubicBezTo>
                  <a:cubicBezTo>
                    <a:pt x="23" y="10"/>
                    <a:pt x="24" y="8"/>
                    <a:pt x="24" y="7"/>
                  </a:cubicBezTo>
                  <a:cubicBezTo>
                    <a:pt x="24" y="6"/>
                    <a:pt x="24" y="5"/>
                    <a:pt x="24"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61"/>
            <p:cNvSpPr>
              <a:spLocks/>
            </p:cNvSpPr>
            <p:nvPr/>
          </p:nvSpPr>
          <p:spPr bwMode="auto">
            <a:xfrm>
              <a:off x="1554163" y="865188"/>
              <a:ext cx="66675" cy="46038"/>
            </a:xfrm>
            <a:custGeom>
              <a:avLst/>
              <a:gdLst/>
              <a:ahLst/>
              <a:cxnLst>
                <a:cxn ang="0">
                  <a:pos x="32" y="15"/>
                </a:cxn>
                <a:cxn ang="0">
                  <a:pos x="35" y="13"/>
                </a:cxn>
                <a:cxn ang="0">
                  <a:pos x="35" y="8"/>
                </a:cxn>
                <a:cxn ang="0">
                  <a:pos x="33" y="4"/>
                </a:cxn>
                <a:cxn ang="0">
                  <a:pos x="28" y="3"/>
                </a:cxn>
                <a:cxn ang="0">
                  <a:pos x="24" y="1"/>
                </a:cxn>
                <a:cxn ang="0">
                  <a:pos x="19" y="1"/>
                </a:cxn>
                <a:cxn ang="0">
                  <a:pos x="15" y="1"/>
                </a:cxn>
                <a:cxn ang="0">
                  <a:pos x="9" y="1"/>
                </a:cxn>
                <a:cxn ang="0">
                  <a:pos x="6" y="4"/>
                </a:cxn>
                <a:cxn ang="0">
                  <a:pos x="3" y="7"/>
                </a:cxn>
                <a:cxn ang="0">
                  <a:pos x="0" y="9"/>
                </a:cxn>
                <a:cxn ang="0">
                  <a:pos x="0" y="13"/>
                </a:cxn>
                <a:cxn ang="0">
                  <a:pos x="2" y="17"/>
                </a:cxn>
                <a:cxn ang="0">
                  <a:pos x="7" y="20"/>
                </a:cxn>
                <a:cxn ang="0">
                  <a:pos x="15" y="20"/>
                </a:cxn>
                <a:cxn ang="0">
                  <a:pos x="17" y="24"/>
                </a:cxn>
                <a:cxn ang="0">
                  <a:pos x="22" y="25"/>
                </a:cxn>
                <a:cxn ang="0">
                  <a:pos x="27" y="24"/>
                </a:cxn>
                <a:cxn ang="0">
                  <a:pos x="31" y="21"/>
                </a:cxn>
                <a:cxn ang="0">
                  <a:pos x="31" y="17"/>
                </a:cxn>
                <a:cxn ang="0">
                  <a:pos x="32" y="15"/>
                </a:cxn>
              </a:cxnLst>
              <a:rect l="0" t="0" r="r" b="b"/>
              <a:pathLst>
                <a:path w="36" h="25">
                  <a:moveTo>
                    <a:pt x="32" y="15"/>
                  </a:moveTo>
                  <a:cubicBezTo>
                    <a:pt x="33" y="15"/>
                    <a:pt x="35" y="14"/>
                    <a:pt x="35" y="13"/>
                  </a:cubicBezTo>
                  <a:cubicBezTo>
                    <a:pt x="36" y="12"/>
                    <a:pt x="35" y="9"/>
                    <a:pt x="35" y="8"/>
                  </a:cubicBezTo>
                  <a:cubicBezTo>
                    <a:pt x="35" y="7"/>
                    <a:pt x="33" y="5"/>
                    <a:pt x="33" y="4"/>
                  </a:cubicBezTo>
                  <a:cubicBezTo>
                    <a:pt x="32" y="3"/>
                    <a:pt x="29" y="3"/>
                    <a:pt x="28" y="3"/>
                  </a:cubicBezTo>
                  <a:cubicBezTo>
                    <a:pt x="27" y="2"/>
                    <a:pt x="25" y="1"/>
                    <a:pt x="24" y="1"/>
                  </a:cubicBezTo>
                  <a:cubicBezTo>
                    <a:pt x="23" y="0"/>
                    <a:pt x="20" y="0"/>
                    <a:pt x="19" y="1"/>
                  </a:cubicBezTo>
                  <a:cubicBezTo>
                    <a:pt x="18" y="1"/>
                    <a:pt x="16" y="1"/>
                    <a:pt x="15" y="1"/>
                  </a:cubicBezTo>
                  <a:cubicBezTo>
                    <a:pt x="13" y="1"/>
                    <a:pt x="10" y="1"/>
                    <a:pt x="9" y="1"/>
                  </a:cubicBezTo>
                  <a:cubicBezTo>
                    <a:pt x="8" y="2"/>
                    <a:pt x="7" y="3"/>
                    <a:pt x="6" y="4"/>
                  </a:cubicBezTo>
                  <a:cubicBezTo>
                    <a:pt x="5" y="5"/>
                    <a:pt x="4" y="6"/>
                    <a:pt x="3" y="7"/>
                  </a:cubicBezTo>
                  <a:cubicBezTo>
                    <a:pt x="2" y="7"/>
                    <a:pt x="1" y="8"/>
                    <a:pt x="0" y="9"/>
                  </a:cubicBezTo>
                  <a:cubicBezTo>
                    <a:pt x="0" y="10"/>
                    <a:pt x="0" y="12"/>
                    <a:pt x="0" y="13"/>
                  </a:cubicBezTo>
                  <a:cubicBezTo>
                    <a:pt x="0" y="14"/>
                    <a:pt x="1" y="17"/>
                    <a:pt x="2" y="17"/>
                  </a:cubicBezTo>
                  <a:cubicBezTo>
                    <a:pt x="3" y="19"/>
                    <a:pt x="6" y="19"/>
                    <a:pt x="7" y="20"/>
                  </a:cubicBezTo>
                  <a:cubicBezTo>
                    <a:pt x="9" y="20"/>
                    <a:pt x="13" y="19"/>
                    <a:pt x="15" y="20"/>
                  </a:cubicBezTo>
                  <a:cubicBezTo>
                    <a:pt x="16" y="21"/>
                    <a:pt x="17" y="23"/>
                    <a:pt x="17" y="24"/>
                  </a:cubicBezTo>
                  <a:cubicBezTo>
                    <a:pt x="18" y="24"/>
                    <a:pt x="20" y="25"/>
                    <a:pt x="22" y="25"/>
                  </a:cubicBezTo>
                  <a:cubicBezTo>
                    <a:pt x="23" y="25"/>
                    <a:pt x="26" y="25"/>
                    <a:pt x="27" y="24"/>
                  </a:cubicBezTo>
                  <a:cubicBezTo>
                    <a:pt x="28" y="23"/>
                    <a:pt x="31" y="22"/>
                    <a:pt x="31" y="21"/>
                  </a:cubicBezTo>
                  <a:cubicBezTo>
                    <a:pt x="31" y="20"/>
                    <a:pt x="30" y="18"/>
                    <a:pt x="31" y="17"/>
                  </a:cubicBezTo>
                  <a:cubicBezTo>
                    <a:pt x="31" y="16"/>
                    <a:pt x="32" y="16"/>
                    <a:pt x="32"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62"/>
            <p:cNvSpPr>
              <a:spLocks/>
            </p:cNvSpPr>
            <p:nvPr/>
          </p:nvSpPr>
          <p:spPr bwMode="auto">
            <a:xfrm>
              <a:off x="1516063" y="703263"/>
              <a:ext cx="73025" cy="176213"/>
            </a:xfrm>
            <a:custGeom>
              <a:avLst/>
              <a:gdLst/>
              <a:ahLst/>
              <a:cxnLst>
                <a:cxn ang="0">
                  <a:pos x="33" y="11"/>
                </a:cxn>
                <a:cxn ang="0">
                  <a:pos x="30" y="8"/>
                </a:cxn>
                <a:cxn ang="0">
                  <a:pos x="29" y="5"/>
                </a:cxn>
                <a:cxn ang="0">
                  <a:pos x="31" y="3"/>
                </a:cxn>
                <a:cxn ang="0">
                  <a:pos x="33" y="5"/>
                </a:cxn>
                <a:cxn ang="0">
                  <a:pos x="37" y="5"/>
                </a:cxn>
                <a:cxn ang="0">
                  <a:pos x="37" y="3"/>
                </a:cxn>
                <a:cxn ang="0">
                  <a:pos x="35" y="0"/>
                </a:cxn>
                <a:cxn ang="0">
                  <a:pos x="30" y="0"/>
                </a:cxn>
                <a:cxn ang="0">
                  <a:pos x="25" y="2"/>
                </a:cxn>
                <a:cxn ang="0">
                  <a:pos x="22" y="10"/>
                </a:cxn>
                <a:cxn ang="0">
                  <a:pos x="15" y="19"/>
                </a:cxn>
                <a:cxn ang="0">
                  <a:pos x="12" y="26"/>
                </a:cxn>
                <a:cxn ang="0">
                  <a:pos x="7" y="37"/>
                </a:cxn>
                <a:cxn ang="0">
                  <a:pos x="5" y="54"/>
                </a:cxn>
                <a:cxn ang="0">
                  <a:pos x="2" y="65"/>
                </a:cxn>
                <a:cxn ang="0">
                  <a:pos x="2" y="77"/>
                </a:cxn>
                <a:cxn ang="0">
                  <a:pos x="1" y="83"/>
                </a:cxn>
                <a:cxn ang="0">
                  <a:pos x="0" y="89"/>
                </a:cxn>
                <a:cxn ang="0">
                  <a:pos x="1" y="93"/>
                </a:cxn>
                <a:cxn ang="0">
                  <a:pos x="6" y="95"/>
                </a:cxn>
                <a:cxn ang="0">
                  <a:pos x="7" y="92"/>
                </a:cxn>
                <a:cxn ang="0">
                  <a:pos x="5" y="90"/>
                </a:cxn>
                <a:cxn ang="0">
                  <a:pos x="8" y="87"/>
                </a:cxn>
                <a:cxn ang="0">
                  <a:pos x="8" y="83"/>
                </a:cxn>
                <a:cxn ang="0">
                  <a:pos x="5" y="80"/>
                </a:cxn>
                <a:cxn ang="0">
                  <a:pos x="6" y="74"/>
                </a:cxn>
                <a:cxn ang="0">
                  <a:pos x="6" y="68"/>
                </a:cxn>
                <a:cxn ang="0">
                  <a:pos x="7" y="64"/>
                </a:cxn>
                <a:cxn ang="0">
                  <a:pos x="8" y="60"/>
                </a:cxn>
                <a:cxn ang="0">
                  <a:pos x="12" y="59"/>
                </a:cxn>
                <a:cxn ang="0">
                  <a:pos x="13" y="56"/>
                </a:cxn>
                <a:cxn ang="0">
                  <a:pos x="15" y="55"/>
                </a:cxn>
                <a:cxn ang="0">
                  <a:pos x="18" y="57"/>
                </a:cxn>
                <a:cxn ang="0">
                  <a:pos x="21" y="62"/>
                </a:cxn>
                <a:cxn ang="0">
                  <a:pos x="25" y="62"/>
                </a:cxn>
                <a:cxn ang="0">
                  <a:pos x="32" y="60"/>
                </a:cxn>
                <a:cxn ang="0">
                  <a:pos x="38" y="57"/>
                </a:cxn>
                <a:cxn ang="0">
                  <a:pos x="40" y="53"/>
                </a:cxn>
                <a:cxn ang="0">
                  <a:pos x="36" y="52"/>
                </a:cxn>
                <a:cxn ang="0">
                  <a:pos x="31" y="52"/>
                </a:cxn>
                <a:cxn ang="0">
                  <a:pos x="22" y="50"/>
                </a:cxn>
                <a:cxn ang="0">
                  <a:pos x="18" y="46"/>
                </a:cxn>
                <a:cxn ang="0">
                  <a:pos x="19" y="42"/>
                </a:cxn>
                <a:cxn ang="0">
                  <a:pos x="18" y="35"/>
                </a:cxn>
                <a:cxn ang="0">
                  <a:pos x="18" y="29"/>
                </a:cxn>
                <a:cxn ang="0">
                  <a:pos x="20" y="24"/>
                </a:cxn>
                <a:cxn ang="0">
                  <a:pos x="24" y="19"/>
                </a:cxn>
                <a:cxn ang="0">
                  <a:pos x="28" y="17"/>
                </a:cxn>
                <a:cxn ang="0">
                  <a:pos x="31" y="14"/>
                </a:cxn>
                <a:cxn ang="0">
                  <a:pos x="33" y="11"/>
                </a:cxn>
              </a:cxnLst>
              <a:rect l="0" t="0" r="r" b="b"/>
              <a:pathLst>
                <a:path w="40" h="96">
                  <a:moveTo>
                    <a:pt x="33" y="11"/>
                  </a:moveTo>
                  <a:cubicBezTo>
                    <a:pt x="33" y="10"/>
                    <a:pt x="31" y="8"/>
                    <a:pt x="30" y="8"/>
                  </a:cubicBezTo>
                  <a:cubicBezTo>
                    <a:pt x="30" y="7"/>
                    <a:pt x="29" y="5"/>
                    <a:pt x="29" y="5"/>
                  </a:cubicBezTo>
                  <a:cubicBezTo>
                    <a:pt x="29" y="4"/>
                    <a:pt x="30" y="3"/>
                    <a:pt x="31" y="3"/>
                  </a:cubicBezTo>
                  <a:cubicBezTo>
                    <a:pt x="31" y="3"/>
                    <a:pt x="33" y="5"/>
                    <a:pt x="33" y="5"/>
                  </a:cubicBezTo>
                  <a:cubicBezTo>
                    <a:pt x="34" y="5"/>
                    <a:pt x="36" y="6"/>
                    <a:pt x="37" y="5"/>
                  </a:cubicBezTo>
                  <a:cubicBezTo>
                    <a:pt x="37" y="5"/>
                    <a:pt x="37" y="3"/>
                    <a:pt x="37" y="3"/>
                  </a:cubicBezTo>
                  <a:cubicBezTo>
                    <a:pt x="37" y="2"/>
                    <a:pt x="36" y="1"/>
                    <a:pt x="35" y="0"/>
                  </a:cubicBezTo>
                  <a:cubicBezTo>
                    <a:pt x="34" y="0"/>
                    <a:pt x="31" y="0"/>
                    <a:pt x="30" y="0"/>
                  </a:cubicBezTo>
                  <a:cubicBezTo>
                    <a:pt x="29" y="0"/>
                    <a:pt x="26" y="1"/>
                    <a:pt x="25" y="2"/>
                  </a:cubicBezTo>
                  <a:cubicBezTo>
                    <a:pt x="24" y="3"/>
                    <a:pt x="23" y="8"/>
                    <a:pt x="22" y="10"/>
                  </a:cubicBezTo>
                  <a:cubicBezTo>
                    <a:pt x="21" y="13"/>
                    <a:pt x="17" y="17"/>
                    <a:pt x="15" y="19"/>
                  </a:cubicBezTo>
                  <a:cubicBezTo>
                    <a:pt x="14" y="21"/>
                    <a:pt x="13" y="24"/>
                    <a:pt x="12" y="26"/>
                  </a:cubicBezTo>
                  <a:cubicBezTo>
                    <a:pt x="11" y="29"/>
                    <a:pt x="8" y="34"/>
                    <a:pt x="7" y="37"/>
                  </a:cubicBezTo>
                  <a:cubicBezTo>
                    <a:pt x="6" y="41"/>
                    <a:pt x="6" y="50"/>
                    <a:pt x="5" y="54"/>
                  </a:cubicBezTo>
                  <a:cubicBezTo>
                    <a:pt x="5" y="57"/>
                    <a:pt x="3" y="62"/>
                    <a:pt x="2" y="65"/>
                  </a:cubicBezTo>
                  <a:cubicBezTo>
                    <a:pt x="2" y="68"/>
                    <a:pt x="2" y="74"/>
                    <a:pt x="2" y="77"/>
                  </a:cubicBezTo>
                  <a:cubicBezTo>
                    <a:pt x="2" y="79"/>
                    <a:pt x="1" y="82"/>
                    <a:pt x="1" y="83"/>
                  </a:cubicBezTo>
                  <a:cubicBezTo>
                    <a:pt x="1" y="85"/>
                    <a:pt x="0" y="87"/>
                    <a:pt x="0" y="89"/>
                  </a:cubicBezTo>
                  <a:cubicBezTo>
                    <a:pt x="0" y="90"/>
                    <a:pt x="0" y="92"/>
                    <a:pt x="1" y="93"/>
                  </a:cubicBezTo>
                  <a:cubicBezTo>
                    <a:pt x="2" y="94"/>
                    <a:pt x="5" y="96"/>
                    <a:pt x="6" y="95"/>
                  </a:cubicBezTo>
                  <a:cubicBezTo>
                    <a:pt x="7" y="95"/>
                    <a:pt x="7" y="93"/>
                    <a:pt x="7" y="92"/>
                  </a:cubicBezTo>
                  <a:cubicBezTo>
                    <a:pt x="7" y="92"/>
                    <a:pt x="5" y="91"/>
                    <a:pt x="5" y="90"/>
                  </a:cubicBezTo>
                  <a:cubicBezTo>
                    <a:pt x="5" y="89"/>
                    <a:pt x="8" y="88"/>
                    <a:pt x="8" y="87"/>
                  </a:cubicBezTo>
                  <a:cubicBezTo>
                    <a:pt x="8" y="86"/>
                    <a:pt x="8" y="84"/>
                    <a:pt x="8" y="83"/>
                  </a:cubicBezTo>
                  <a:cubicBezTo>
                    <a:pt x="7" y="82"/>
                    <a:pt x="5" y="81"/>
                    <a:pt x="5" y="80"/>
                  </a:cubicBezTo>
                  <a:cubicBezTo>
                    <a:pt x="5" y="78"/>
                    <a:pt x="6" y="75"/>
                    <a:pt x="6" y="74"/>
                  </a:cubicBezTo>
                  <a:cubicBezTo>
                    <a:pt x="7" y="72"/>
                    <a:pt x="6" y="69"/>
                    <a:pt x="6" y="68"/>
                  </a:cubicBezTo>
                  <a:cubicBezTo>
                    <a:pt x="6" y="67"/>
                    <a:pt x="7" y="65"/>
                    <a:pt x="7" y="64"/>
                  </a:cubicBezTo>
                  <a:cubicBezTo>
                    <a:pt x="7" y="63"/>
                    <a:pt x="7" y="61"/>
                    <a:pt x="8" y="60"/>
                  </a:cubicBezTo>
                  <a:cubicBezTo>
                    <a:pt x="9" y="59"/>
                    <a:pt x="11" y="59"/>
                    <a:pt x="12" y="59"/>
                  </a:cubicBezTo>
                  <a:cubicBezTo>
                    <a:pt x="12" y="58"/>
                    <a:pt x="13" y="56"/>
                    <a:pt x="13" y="56"/>
                  </a:cubicBezTo>
                  <a:cubicBezTo>
                    <a:pt x="14" y="55"/>
                    <a:pt x="15" y="55"/>
                    <a:pt x="15" y="55"/>
                  </a:cubicBezTo>
                  <a:cubicBezTo>
                    <a:pt x="16" y="55"/>
                    <a:pt x="17" y="57"/>
                    <a:pt x="18" y="57"/>
                  </a:cubicBezTo>
                  <a:cubicBezTo>
                    <a:pt x="19" y="59"/>
                    <a:pt x="20" y="61"/>
                    <a:pt x="21" y="62"/>
                  </a:cubicBezTo>
                  <a:cubicBezTo>
                    <a:pt x="22" y="62"/>
                    <a:pt x="24" y="62"/>
                    <a:pt x="25" y="62"/>
                  </a:cubicBezTo>
                  <a:cubicBezTo>
                    <a:pt x="27" y="62"/>
                    <a:pt x="30" y="61"/>
                    <a:pt x="32" y="60"/>
                  </a:cubicBezTo>
                  <a:cubicBezTo>
                    <a:pt x="33" y="60"/>
                    <a:pt x="37" y="58"/>
                    <a:pt x="38" y="57"/>
                  </a:cubicBezTo>
                  <a:cubicBezTo>
                    <a:pt x="39" y="56"/>
                    <a:pt x="40" y="54"/>
                    <a:pt x="40" y="53"/>
                  </a:cubicBezTo>
                  <a:cubicBezTo>
                    <a:pt x="40" y="52"/>
                    <a:pt x="37" y="52"/>
                    <a:pt x="36" y="52"/>
                  </a:cubicBezTo>
                  <a:cubicBezTo>
                    <a:pt x="35" y="52"/>
                    <a:pt x="32" y="52"/>
                    <a:pt x="31" y="52"/>
                  </a:cubicBezTo>
                  <a:cubicBezTo>
                    <a:pt x="28" y="52"/>
                    <a:pt x="24" y="51"/>
                    <a:pt x="22" y="50"/>
                  </a:cubicBezTo>
                  <a:cubicBezTo>
                    <a:pt x="21" y="49"/>
                    <a:pt x="18" y="48"/>
                    <a:pt x="18" y="46"/>
                  </a:cubicBezTo>
                  <a:cubicBezTo>
                    <a:pt x="17" y="45"/>
                    <a:pt x="19" y="43"/>
                    <a:pt x="19" y="42"/>
                  </a:cubicBezTo>
                  <a:cubicBezTo>
                    <a:pt x="20" y="40"/>
                    <a:pt x="19" y="37"/>
                    <a:pt x="18" y="35"/>
                  </a:cubicBezTo>
                  <a:cubicBezTo>
                    <a:pt x="18" y="33"/>
                    <a:pt x="17" y="30"/>
                    <a:pt x="18" y="29"/>
                  </a:cubicBezTo>
                  <a:cubicBezTo>
                    <a:pt x="18" y="28"/>
                    <a:pt x="20" y="26"/>
                    <a:pt x="20" y="24"/>
                  </a:cubicBezTo>
                  <a:cubicBezTo>
                    <a:pt x="21" y="23"/>
                    <a:pt x="23" y="21"/>
                    <a:pt x="24" y="19"/>
                  </a:cubicBezTo>
                  <a:cubicBezTo>
                    <a:pt x="25" y="19"/>
                    <a:pt x="27" y="18"/>
                    <a:pt x="28" y="17"/>
                  </a:cubicBezTo>
                  <a:cubicBezTo>
                    <a:pt x="29" y="16"/>
                    <a:pt x="30" y="15"/>
                    <a:pt x="31" y="14"/>
                  </a:cubicBezTo>
                  <a:cubicBezTo>
                    <a:pt x="32" y="13"/>
                    <a:pt x="33" y="12"/>
                    <a:pt x="33"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63"/>
            <p:cNvSpPr>
              <a:spLocks/>
            </p:cNvSpPr>
            <p:nvPr/>
          </p:nvSpPr>
          <p:spPr bwMode="auto">
            <a:xfrm>
              <a:off x="1503363" y="903288"/>
              <a:ext cx="11113" cy="19050"/>
            </a:xfrm>
            <a:custGeom>
              <a:avLst/>
              <a:gdLst/>
              <a:ahLst/>
              <a:cxnLst>
                <a:cxn ang="0">
                  <a:pos x="5" y="2"/>
                </a:cxn>
                <a:cxn ang="0">
                  <a:pos x="3" y="0"/>
                </a:cxn>
                <a:cxn ang="0">
                  <a:pos x="1" y="2"/>
                </a:cxn>
                <a:cxn ang="0">
                  <a:pos x="0" y="5"/>
                </a:cxn>
                <a:cxn ang="0">
                  <a:pos x="2" y="9"/>
                </a:cxn>
                <a:cxn ang="0">
                  <a:pos x="4" y="10"/>
                </a:cxn>
                <a:cxn ang="0">
                  <a:pos x="6" y="7"/>
                </a:cxn>
                <a:cxn ang="0">
                  <a:pos x="6" y="4"/>
                </a:cxn>
                <a:cxn ang="0">
                  <a:pos x="5" y="2"/>
                </a:cxn>
              </a:cxnLst>
              <a:rect l="0" t="0" r="r" b="b"/>
              <a:pathLst>
                <a:path w="6" h="10">
                  <a:moveTo>
                    <a:pt x="5" y="2"/>
                  </a:moveTo>
                  <a:cubicBezTo>
                    <a:pt x="5" y="2"/>
                    <a:pt x="4" y="0"/>
                    <a:pt x="3" y="0"/>
                  </a:cubicBezTo>
                  <a:cubicBezTo>
                    <a:pt x="2" y="0"/>
                    <a:pt x="1" y="1"/>
                    <a:pt x="1" y="2"/>
                  </a:cubicBezTo>
                  <a:cubicBezTo>
                    <a:pt x="1" y="2"/>
                    <a:pt x="0" y="4"/>
                    <a:pt x="0" y="5"/>
                  </a:cubicBezTo>
                  <a:cubicBezTo>
                    <a:pt x="0" y="6"/>
                    <a:pt x="1" y="8"/>
                    <a:pt x="2" y="9"/>
                  </a:cubicBezTo>
                  <a:cubicBezTo>
                    <a:pt x="2" y="9"/>
                    <a:pt x="4" y="10"/>
                    <a:pt x="4" y="10"/>
                  </a:cubicBezTo>
                  <a:cubicBezTo>
                    <a:pt x="5" y="9"/>
                    <a:pt x="6" y="8"/>
                    <a:pt x="6" y="7"/>
                  </a:cubicBezTo>
                  <a:cubicBezTo>
                    <a:pt x="6" y="6"/>
                    <a:pt x="6" y="5"/>
                    <a:pt x="6" y="4"/>
                  </a:cubicBezTo>
                  <a:cubicBezTo>
                    <a:pt x="6" y="4"/>
                    <a:pt x="6" y="3"/>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19" name="Group 242"/>
          <p:cNvGrpSpPr/>
          <p:nvPr/>
        </p:nvGrpSpPr>
        <p:grpSpPr>
          <a:xfrm>
            <a:off x="4038600" y="3613585"/>
            <a:ext cx="4385553" cy="2045446"/>
            <a:chOff x="5105400" y="2577843"/>
            <a:chExt cx="2819400" cy="1799045"/>
          </a:xfrm>
        </p:grpSpPr>
        <p:sp>
          <p:nvSpPr>
            <p:cNvPr id="320" name="Rectangle 319"/>
            <p:cNvSpPr/>
            <p:nvPr/>
          </p:nvSpPr>
          <p:spPr>
            <a:xfrm>
              <a:off x="5161453" y="2577843"/>
              <a:ext cx="514242" cy="142118"/>
            </a:xfrm>
            <a:prstGeom prst="rect">
              <a:avLst/>
            </a:prstGeom>
          </p:spPr>
          <p:txBody>
            <a:bodyPr wrap="none" lIns="0" tIns="0" rIns="0" bIns="0" anchor="ctr">
              <a:spAutoFit/>
            </a:bodyPr>
            <a:lstStyle/>
            <a:p>
              <a:r>
                <a:rPr lang="en-US" sz="1050" b="1" dirty="0">
                  <a:solidFill>
                    <a:schemeClr val="tx2">
                      <a:lumMod val="50000"/>
                      <a:lumOff val="50000"/>
                    </a:schemeClr>
                  </a:solidFill>
                </a:rPr>
                <a:t>Title Goes Here</a:t>
              </a:r>
            </a:p>
          </p:txBody>
        </p:sp>
        <p:grpSp>
          <p:nvGrpSpPr>
            <p:cNvPr id="321" name="Group 44"/>
            <p:cNvGrpSpPr/>
            <p:nvPr/>
          </p:nvGrpSpPr>
          <p:grpSpPr>
            <a:xfrm>
              <a:off x="5105400" y="2760528"/>
              <a:ext cx="2819400" cy="152400"/>
              <a:chOff x="2590800" y="1962150"/>
              <a:chExt cx="4572000" cy="152400"/>
            </a:xfrm>
          </p:grpSpPr>
          <p:sp>
            <p:nvSpPr>
              <p:cNvPr id="375" name="Parallelogram 374"/>
              <p:cNvSpPr/>
              <p:nvPr/>
            </p:nvSpPr>
            <p:spPr>
              <a:xfrm>
                <a:off x="25908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6" name="Parallelogram 375"/>
              <p:cNvSpPr/>
              <p:nvPr/>
            </p:nvSpPr>
            <p:spPr>
              <a:xfrm>
                <a:off x="30480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7" name="Parallelogram 376"/>
              <p:cNvSpPr/>
              <p:nvPr/>
            </p:nvSpPr>
            <p:spPr>
              <a:xfrm>
                <a:off x="35052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8" name="Parallelogram 377"/>
              <p:cNvSpPr/>
              <p:nvPr/>
            </p:nvSpPr>
            <p:spPr>
              <a:xfrm>
                <a:off x="39624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9" name="Parallelogram 378"/>
              <p:cNvSpPr/>
              <p:nvPr/>
            </p:nvSpPr>
            <p:spPr>
              <a:xfrm>
                <a:off x="44196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80" name="Parallelogram 379"/>
              <p:cNvSpPr/>
              <p:nvPr/>
            </p:nvSpPr>
            <p:spPr>
              <a:xfrm>
                <a:off x="48768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81" name="Parallelogram 380"/>
              <p:cNvSpPr/>
              <p:nvPr/>
            </p:nvSpPr>
            <p:spPr>
              <a:xfrm>
                <a:off x="53340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82" name="Parallelogram 381"/>
              <p:cNvSpPr/>
              <p:nvPr/>
            </p:nvSpPr>
            <p:spPr>
              <a:xfrm>
                <a:off x="5791200" y="1962150"/>
                <a:ext cx="457200" cy="152400"/>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83" name="Parallelogram 382"/>
              <p:cNvSpPr/>
              <p:nvPr/>
            </p:nvSpPr>
            <p:spPr>
              <a:xfrm>
                <a:off x="6248400" y="1962150"/>
                <a:ext cx="457200" cy="152400"/>
              </a:xfrm>
              <a:prstGeom prst="parallelogram">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84" name="Parallelogram 383"/>
              <p:cNvSpPr/>
              <p:nvPr/>
            </p:nvSpPr>
            <p:spPr>
              <a:xfrm>
                <a:off x="6705600" y="1962150"/>
                <a:ext cx="457200" cy="152400"/>
              </a:xfrm>
              <a:prstGeom prst="parallelogram">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grpSp>
        <p:grpSp>
          <p:nvGrpSpPr>
            <p:cNvPr id="322" name="Group 55"/>
            <p:cNvGrpSpPr/>
            <p:nvPr/>
          </p:nvGrpSpPr>
          <p:grpSpPr>
            <a:xfrm>
              <a:off x="5105400" y="3137067"/>
              <a:ext cx="2819400" cy="152400"/>
              <a:chOff x="2590800" y="1962150"/>
              <a:chExt cx="4572000" cy="152400"/>
            </a:xfrm>
            <a:solidFill>
              <a:schemeClr val="accent2"/>
            </a:solidFill>
          </p:grpSpPr>
          <p:sp>
            <p:nvSpPr>
              <p:cNvPr id="365" name="Parallelogram 364"/>
              <p:cNvSpPr/>
              <p:nvPr/>
            </p:nvSpPr>
            <p:spPr>
              <a:xfrm>
                <a:off x="2590800" y="1962150"/>
                <a:ext cx="457200" cy="152400"/>
              </a:xfrm>
              <a:prstGeom prst="parallelogram">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6" name="Parallelogram 365"/>
              <p:cNvSpPr/>
              <p:nvPr/>
            </p:nvSpPr>
            <p:spPr>
              <a:xfrm>
                <a:off x="3048000" y="1962150"/>
                <a:ext cx="457200" cy="152400"/>
              </a:xfrm>
              <a:prstGeom prst="parallelogram">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7" name="Parallelogram 366"/>
              <p:cNvSpPr/>
              <p:nvPr/>
            </p:nvSpPr>
            <p:spPr>
              <a:xfrm>
                <a:off x="3505200" y="1962150"/>
                <a:ext cx="457200" cy="152400"/>
              </a:xfrm>
              <a:prstGeom prst="parallelogram">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8" name="Parallelogram 367"/>
              <p:cNvSpPr/>
              <p:nvPr/>
            </p:nvSpPr>
            <p:spPr>
              <a:xfrm>
                <a:off x="3962400" y="1962150"/>
                <a:ext cx="457200" cy="152400"/>
              </a:xfrm>
              <a:prstGeom prst="parallelogram">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9" name="Parallelogram 368"/>
              <p:cNvSpPr/>
              <p:nvPr/>
            </p:nvSpPr>
            <p:spPr>
              <a:xfrm>
                <a:off x="4419600" y="1962150"/>
                <a:ext cx="457200" cy="152400"/>
              </a:xfrm>
              <a:prstGeom prst="parallelogram">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0" name="Parallelogram 369"/>
              <p:cNvSpPr/>
              <p:nvPr/>
            </p:nvSpPr>
            <p:spPr>
              <a:xfrm>
                <a:off x="4876800" y="1962150"/>
                <a:ext cx="457200" cy="152400"/>
              </a:xfrm>
              <a:prstGeom prst="parallelogram">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1" name="Parallelogram 370"/>
              <p:cNvSpPr/>
              <p:nvPr/>
            </p:nvSpPr>
            <p:spPr>
              <a:xfrm>
                <a:off x="5334000" y="1962150"/>
                <a:ext cx="457200" cy="152400"/>
              </a:xfrm>
              <a:prstGeom prst="parallelogram">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2" name="Parallelogram 371"/>
              <p:cNvSpPr/>
              <p:nvPr/>
            </p:nvSpPr>
            <p:spPr>
              <a:xfrm>
                <a:off x="5791200" y="1962150"/>
                <a:ext cx="457200" cy="152400"/>
              </a:xfrm>
              <a:prstGeom prst="parallelogram">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3" name="Parallelogram 372"/>
              <p:cNvSpPr/>
              <p:nvPr/>
            </p:nvSpPr>
            <p:spPr>
              <a:xfrm>
                <a:off x="6248400" y="1962150"/>
                <a:ext cx="457200" cy="152400"/>
              </a:xfrm>
              <a:prstGeom prst="parallelogram">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74" name="Parallelogram 373"/>
              <p:cNvSpPr/>
              <p:nvPr/>
            </p:nvSpPr>
            <p:spPr>
              <a:xfrm>
                <a:off x="6705600" y="1962150"/>
                <a:ext cx="457200" cy="152400"/>
              </a:xfrm>
              <a:prstGeom prst="parallelogram">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grpSp>
        <p:grpSp>
          <p:nvGrpSpPr>
            <p:cNvPr id="323" name="Group 322"/>
            <p:cNvGrpSpPr/>
            <p:nvPr/>
          </p:nvGrpSpPr>
          <p:grpSpPr>
            <a:xfrm>
              <a:off x="5105400" y="3500051"/>
              <a:ext cx="2819400" cy="152400"/>
              <a:chOff x="2590800" y="1962150"/>
              <a:chExt cx="4572000" cy="152400"/>
            </a:xfrm>
            <a:solidFill>
              <a:schemeClr val="accent2"/>
            </a:solidFill>
          </p:grpSpPr>
          <p:sp>
            <p:nvSpPr>
              <p:cNvPr id="355" name="Parallelogram 354"/>
              <p:cNvSpPr/>
              <p:nvPr/>
            </p:nvSpPr>
            <p:spPr>
              <a:xfrm>
                <a:off x="2590800" y="1962150"/>
                <a:ext cx="457200" cy="152400"/>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6" name="Parallelogram 355"/>
              <p:cNvSpPr/>
              <p:nvPr/>
            </p:nvSpPr>
            <p:spPr>
              <a:xfrm>
                <a:off x="3048000" y="1962150"/>
                <a:ext cx="457200" cy="152400"/>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7" name="Parallelogram 356"/>
              <p:cNvSpPr/>
              <p:nvPr/>
            </p:nvSpPr>
            <p:spPr>
              <a:xfrm>
                <a:off x="3505200" y="1962150"/>
                <a:ext cx="457200" cy="152400"/>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8" name="Parallelogram 357"/>
              <p:cNvSpPr/>
              <p:nvPr/>
            </p:nvSpPr>
            <p:spPr>
              <a:xfrm>
                <a:off x="3962400" y="1962150"/>
                <a:ext cx="457200" cy="152400"/>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9" name="Parallelogram 358"/>
              <p:cNvSpPr/>
              <p:nvPr/>
            </p:nvSpPr>
            <p:spPr>
              <a:xfrm>
                <a:off x="4419600" y="1962150"/>
                <a:ext cx="457200" cy="152400"/>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0" name="Parallelogram 359"/>
              <p:cNvSpPr/>
              <p:nvPr/>
            </p:nvSpPr>
            <p:spPr>
              <a:xfrm>
                <a:off x="4876800" y="1962150"/>
                <a:ext cx="457200" cy="152400"/>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1" name="Parallelogram 360"/>
              <p:cNvSpPr/>
              <p:nvPr/>
            </p:nvSpPr>
            <p:spPr>
              <a:xfrm>
                <a:off x="5334000" y="1962150"/>
                <a:ext cx="457200" cy="152400"/>
              </a:xfrm>
              <a:prstGeom prst="parallelogram">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2" name="Parallelogram 361"/>
              <p:cNvSpPr/>
              <p:nvPr/>
            </p:nvSpPr>
            <p:spPr>
              <a:xfrm>
                <a:off x="5791200" y="1962150"/>
                <a:ext cx="457200" cy="152400"/>
              </a:xfrm>
              <a:prstGeom prst="parallelogram">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3" name="Parallelogram 362"/>
              <p:cNvSpPr/>
              <p:nvPr/>
            </p:nvSpPr>
            <p:spPr>
              <a:xfrm>
                <a:off x="6248400" y="1962150"/>
                <a:ext cx="457200" cy="152400"/>
              </a:xfrm>
              <a:prstGeom prst="parallelogram">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64" name="Parallelogram 363"/>
              <p:cNvSpPr/>
              <p:nvPr/>
            </p:nvSpPr>
            <p:spPr>
              <a:xfrm>
                <a:off x="6705600" y="1962150"/>
                <a:ext cx="457200" cy="152400"/>
              </a:xfrm>
              <a:prstGeom prst="parallelogram">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grpSp>
        <p:grpSp>
          <p:nvGrpSpPr>
            <p:cNvPr id="324" name="Group 101"/>
            <p:cNvGrpSpPr/>
            <p:nvPr/>
          </p:nvGrpSpPr>
          <p:grpSpPr>
            <a:xfrm>
              <a:off x="5105400" y="3867150"/>
              <a:ext cx="2819400" cy="152400"/>
              <a:chOff x="2590800" y="1962150"/>
              <a:chExt cx="4572000" cy="152400"/>
            </a:xfrm>
            <a:solidFill>
              <a:schemeClr val="accent2"/>
            </a:solidFill>
          </p:grpSpPr>
          <p:sp>
            <p:nvSpPr>
              <p:cNvPr id="345" name="Parallelogram 344"/>
              <p:cNvSpPr/>
              <p:nvPr/>
            </p:nvSpPr>
            <p:spPr>
              <a:xfrm>
                <a:off x="2590800" y="1962150"/>
                <a:ext cx="457200" cy="152400"/>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6" name="Parallelogram 345"/>
              <p:cNvSpPr/>
              <p:nvPr/>
            </p:nvSpPr>
            <p:spPr>
              <a:xfrm>
                <a:off x="3048000" y="1962150"/>
                <a:ext cx="457200" cy="152400"/>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7" name="Parallelogram 346"/>
              <p:cNvSpPr/>
              <p:nvPr/>
            </p:nvSpPr>
            <p:spPr>
              <a:xfrm>
                <a:off x="3505200" y="1962150"/>
                <a:ext cx="457200" cy="152400"/>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8" name="Parallelogram 347"/>
              <p:cNvSpPr/>
              <p:nvPr/>
            </p:nvSpPr>
            <p:spPr>
              <a:xfrm>
                <a:off x="3962400" y="1962150"/>
                <a:ext cx="457200" cy="152400"/>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9" name="Parallelogram 348"/>
              <p:cNvSpPr/>
              <p:nvPr/>
            </p:nvSpPr>
            <p:spPr>
              <a:xfrm>
                <a:off x="4419600" y="1962150"/>
                <a:ext cx="457200" cy="152400"/>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0" name="Parallelogram 349"/>
              <p:cNvSpPr/>
              <p:nvPr/>
            </p:nvSpPr>
            <p:spPr>
              <a:xfrm>
                <a:off x="4876800" y="1962150"/>
                <a:ext cx="457200" cy="152400"/>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1" name="Parallelogram 350"/>
              <p:cNvSpPr/>
              <p:nvPr/>
            </p:nvSpPr>
            <p:spPr>
              <a:xfrm>
                <a:off x="5334000" y="1962150"/>
                <a:ext cx="457200" cy="152400"/>
              </a:xfrm>
              <a:prstGeom prst="parallelogram">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2" name="Parallelogram 351"/>
              <p:cNvSpPr/>
              <p:nvPr/>
            </p:nvSpPr>
            <p:spPr>
              <a:xfrm>
                <a:off x="5791200" y="1962150"/>
                <a:ext cx="457200" cy="152400"/>
              </a:xfrm>
              <a:prstGeom prst="parallelogram">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3" name="Parallelogram 352"/>
              <p:cNvSpPr/>
              <p:nvPr/>
            </p:nvSpPr>
            <p:spPr>
              <a:xfrm>
                <a:off x="6248400" y="1962150"/>
                <a:ext cx="457200" cy="152400"/>
              </a:xfrm>
              <a:prstGeom prst="parallelogram">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54" name="Parallelogram 353"/>
              <p:cNvSpPr/>
              <p:nvPr/>
            </p:nvSpPr>
            <p:spPr>
              <a:xfrm>
                <a:off x="6705600" y="1962150"/>
                <a:ext cx="457200" cy="152400"/>
              </a:xfrm>
              <a:prstGeom prst="parallelogram">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grpSp>
        <p:sp>
          <p:nvSpPr>
            <p:cNvPr id="325" name="Rectangle 324"/>
            <p:cNvSpPr/>
            <p:nvPr/>
          </p:nvSpPr>
          <p:spPr>
            <a:xfrm>
              <a:off x="5161453" y="2965617"/>
              <a:ext cx="514242" cy="142118"/>
            </a:xfrm>
            <a:prstGeom prst="rect">
              <a:avLst/>
            </a:prstGeom>
          </p:spPr>
          <p:txBody>
            <a:bodyPr wrap="none" lIns="0" tIns="0" rIns="0" bIns="0" anchor="ctr">
              <a:spAutoFit/>
            </a:bodyPr>
            <a:lstStyle/>
            <a:p>
              <a:r>
                <a:rPr lang="en-US" sz="1050" b="1" dirty="0">
                  <a:solidFill>
                    <a:schemeClr val="tx2">
                      <a:lumMod val="50000"/>
                      <a:lumOff val="50000"/>
                    </a:schemeClr>
                  </a:solidFill>
                </a:rPr>
                <a:t>Title Goes Here</a:t>
              </a:r>
            </a:p>
          </p:txBody>
        </p:sp>
        <p:sp>
          <p:nvSpPr>
            <p:cNvPr id="326" name="Rectangle 325"/>
            <p:cNvSpPr/>
            <p:nvPr/>
          </p:nvSpPr>
          <p:spPr>
            <a:xfrm>
              <a:off x="5161453" y="3330941"/>
              <a:ext cx="514242" cy="142118"/>
            </a:xfrm>
            <a:prstGeom prst="rect">
              <a:avLst/>
            </a:prstGeom>
          </p:spPr>
          <p:txBody>
            <a:bodyPr wrap="none" lIns="0" tIns="0" rIns="0" bIns="0" anchor="ctr">
              <a:spAutoFit/>
            </a:bodyPr>
            <a:lstStyle/>
            <a:p>
              <a:r>
                <a:rPr lang="en-US" sz="1050" b="1" dirty="0">
                  <a:solidFill>
                    <a:schemeClr val="tx2">
                      <a:lumMod val="50000"/>
                      <a:lumOff val="50000"/>
                    </a:schemeClr>
                  </a:solidFill>
                </a:rPr>
                <a:t>Title Goes Here</a:t>
              </a:r>
            </a:p>
          </p:txBody>
        </p:sp>
        <p:sp>
          <p:nvSpPr>
            <p:cNvPr id="327" name="Rectangle 326"/>
            <p:cNvSpPr/>
            <p:nvPr/>
          </p:nvSpPr>
          <p:spPr>
            <a:xfrm>
              <a:off x="5161453" y="3705791"/>
              <a:ext cx="514242" cy="142118"/>
            </a:xfrm>
            <a:prstGeom prst="rect">
              <a:avLst/>
            </a:prstGeom>
          </p:spPr>
          <p:txBody>
            <a:bodyPr wrap="none" lIns="0" tIns="0" rIns="0" bIns="0" anchor="ctr">
              <a:spAutoFit/>
            </a:bodyPr>
            <a:lstStyle/>
            <a:p>
              <a:r>
                <a:rPr lang="en-US" sz="1050" b="1" dirty="0">
                  <a:solidFill>
                    <a:schemeClr val="tx2">
                      <a:lumMod val="50000"/>
                      <a:lumOff val="50000"/>
                    </a:schemeClr>
                  </a:solidFill>
                </a:rPr>
                <a:t>Title Goes Here</a:t>
              </a:r>
            </a:p>
          </p:txBody>
        </p:sp>
        <p:sp>
          <p:nvSpPr>
            <p:cNvPr id="328" name="Rectangle 327"/>
            <p:cNvSpPr/>
            <p:nvPr/>
          </p:nvSpPr>
          <p:spPr>
            <a:xfrm>
              <a:off x="7732440" y="2577843"/>
              <a:ext cx="144276" cy="142118"/>
            </a:xfrm>
            <a:prstGeom prst="rect">
              <a:avLst/>
            </a:prstGeom>
          </p:spPr>
          <p:txBody>
            <a:bodyPr wrap="none" lIns="0" tIns="0" rIns="0" bIns="0" anchor="ctr">
              <a:spAutoFit/>
            </a:bodyPr>
            <a:lstStyle/>
            <a:p>
              <a:r>
                <a:rPr lang="en-US" sz="1050" b="1" dirty="0">
                  <a:solidFill>
                    <a:schemeClr val="accent1"/>
                  </a:solidFill>
                </a:rPr>
                <a:t>80%</a:t>
              </a:r>
            </a:p>
          </p:txBody>
        </p:sp>
        <p:sp>
          <p:nvSpPr>
            <p:cNvPr id="329" name="Rectangle 328"/>
            <p:cNvSpPr/>
            <p:nvPr/>
          </p:nvSpPr>
          <p:spPr>
            <a:xfrm>
              <a:off x="7732440" y="2965617"/>
              <a:ext cx="144276" cy="142118"/>
            </a:xfrm>
            <a:prstGeom prst="rect">
              <a:avLst/>
            </a:prstGeom>
          </p:spPr>
          <p:txBody>
            <a:bodyPr wrap="none" lIns="0" tIns="0" rIns="0" bIns="0" anchor="ctr">
              <a:spAutoFit/>
            </a:bodyPr>
            <a:lstStyle/>
            <a:p>
              <a:r>
                <a:rPr lang="en-US" sz="1050" b="1" dirty="0">
                  <a:solidFill>
                    <a:schemeClr val="accent2"/>
                  </a:solidFill>
                </a:rPr>
                <a:t>70%</a:t>
              </a:r>
            </a:p>
          </p:txBody>
        </p:sp>
        <p:sp>
          <p:nvSpPr>
            <p:cNvPr id="330" name="Rectangle 329"/>
            <p:cNvSpPr/>
            <p:nvPr/>
          </p:nvSpPr>
          <p:spPr>
            <a:xfrm>
              <a:off x="7732440" y="3330941"/>
              <a:ext cx="144276" cy="142118"/>
            </a:xfrm>
            <a:prstGeom prst="rect">
              <a:avLst/>
            </a:prstGeom>
          </p:spPr>
          <p:txBody>
            <a:bodyPr wrap="none" lIns="0" tIns="0" rIns="0" bIns="0" anchor="ctr">
              <a:spAutoFit/>
            </a:bodyPr>
            <a:lstStyle/>
            <a:p>
              <a:r>
                <a:rPr lang="en-US" sz="1050" b="1" dirty="0">
                  <a:solidFill>
                    <a:schemeClr val="accent3"/>
                  </a:solidFill>
                </a:rPr>
                <a:t>60%</a:t>
              </a:r>
            </a:p>
          </p:txBody>
        </p:sp>
        <p:sp>
          <p:nvSpPr>
            <p:cNvPr id="331" name="Rectangle 330"/>
            <p:cNvSpPr/>
            <p:nvPr/>
          </p:nvSpPr>
          <p:spPr>
            <a:xfrm>
              <a:off x="7732440" y="3705791"/>
              <a:ext cx="144276" cy="142118"/>
            </a:xfrm>
            <a:prstGeom prst="rect">
              <a:avLst/>
            </a:prstGeom>
          </p:spPr>
          <p:txBody>
            <a:bodyPr wrap="none" lIns="0" tIns="0" rIns="0" bIns="0" anchor="ctr">
              <a:spAutoFit/>
            </a:bodyPr>
            <a:lstStyle/>
            <a:p>
              <a:r>
                <a:rPr lang="en-US" sz="1050" b="1" dirty="0">
                  <a:solidFill>
                    <a:schemeClr val="accent4"/>
                  </a:solidFill>
                </a:rPr>
                <a:t>70%</a:t>
              </a:r>
            </a:p>
          </p:txBody>
        </p:sp>
        <p:grpSp>
          <p:nvGrpSpPr>
            <p:cNvPr id="332" name="Group 101"/>
            <p:cNvGrpSpPr/>
            <p:nvPr/>
          </p:nvGrpSpPr>
          <p:grpSpPr>
            <a:xfrm>
              <a:off x="5105400" y="4224488"/>
              <a:ext cx="2819400" cy="152400"/>
              <a:chOff x="2590800" y="1962150"/>
              <a:chExt cx="4572000" cy="152400"/>
            </a:xfrm>
            <a:solidFill>
              <a:schemeClr val="accent2"/>
            </a:solidFill>
          </p:grpSpPr>
          <p:sp>
            <p:nvSpPr>
              <p:cNvPr id="335" name="Parallelogram 334"/>
              <p:cNvSpPr/>
              <p:nvPr/>
            </p:nvSpPr>
            <p:spPr>
              <a:xfrm>
                <a:off x="2590800" y="1962150"/>
                <a:ext cx="457200" cy="152400"/>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36" name="Parallelogram 335"/>
              <p:cNvSpPr/>
              <p:nvPr/>
            </p:nvSpPr>
            <p:spPr>
              <a:xfrm>
                <a:off x="3048000" y="1962150"/>
                <a:ext cx="457200" cy="152400"/>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37" name="Parallelogram 336"/>
              <p:cNvSpPr/>
              <p:nvPr/>
            </p:nvSpPr>
            <p:spPr>
              <a:xfrm>
                <a:off x="3505200" y="1962150"/>
                <a:ext cx="457200" cy="152400"/>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38" name="Parallelogram 337"/>
              <p:cNvSpPr/>
              <p:nvPr/>
            </p:nvSpPr>
            <p:spPr>
              <a:xfrm>
                <a:off x="3962400" y="1962150"/>
                <a:ext cx="457200" cy="152400"/>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39" name="Parallelogram 338"/>
              <p:cNvSpPr/>
              <p:nvPr/>
            </p:nvSpPr>
            <p:spPr>
              <a:xfrm>
                <a:off x="4419600" y="1962150"/>
                <a:ext cx="457200" cy="152400"/>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0" name="Parallelogram 339"/>
              <p:cNvSpPr/>
              <p:nvPr/>
            </p:nvSpPr>
            <p:spPr>
              <a:xfrm>
                <a:off x="4876800" y="1962150"/>
                <a:ext cx="457200" cy="152400"/>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1" name="Parallelogram 340"/>
              <p:cNvSpPr/>
              <p:nvPr/>
            </p:nvSpPr>
            <p:spPr>
              <a:xfrm>
                <a:off x="5334000" y="1962150"/>
                <a:ext cx="457200" cy="152400"/>
              </a:xfrm>
              <a:prstGeom prst="parallelogram">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2" name="Parallelogram 341"/>
              <p:cNvSpPr/>
              <p:nvPr/>
            </p:nvSpPr>
            <p:spPr>
              <a:xfrm>
                <a:off x="5791200" y="1962150"/>
                <a:ext cx="457200" cy="152400"/>
              </a:xfrm>
              <a:prstGeom prst="parallelogram">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3" name="Parallelogram 342"/>
              <p:cNvSpPr/>
              <p:nvPr/>
            </p:nvSpPr>
            <p:spPr>
              <a:xfrm>
                <a:off x="6248400" y="1962150"/>
                <a:ext cx="457200" cy="152400"/>
              </a:xfrm>
              <a:prstGeom prst="parallelogram">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sp>
            <p:nvSpPr>
              <p:cNvPr id="344" name="Parallelogram 343"/>
              <p:cNvSpPr/>
              <p:nvPr/>
            </p:nvSpPr>
            <p:spPr>
              <a:xfrm>
                <a:off x="6705600" y="1962150"/>
                <a:ext cx="457200" cy="152400"/>
              </a:xfrm>
              <a:prstGeom prst="parallelogram">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800"/>
              </a:p>
            </p:txBody>
          </p:sp>
        </p:grpSp>
        <p:sp>
          <p:nvSpPr>
            <p:cNvPr id="333" name="Rectangle 332"/>
            <p:cNvSpPr/>
            <p:nvPr/>
          </p:nvSpPr>
          <p:spPr>
            <a:xfrm>
              <a:off x="5161453" y="4063129"/>
              <a:ext cx="514242" cy="142118"/>
            </a:xfrm>
            <a:prstGeom prst="rect">
              <a:avLst/>
            </a:prstGeom>
          </p:spPr>
          <p:txBody>
            <a:bodyPr wrap="none" lIns="0" tIns="0" rIns="0" bIns="0" anchor="ctr">
              <a:spAutoFit/>
            </a:bodyPr>
            <a:lstStyle/>
            <a:p>
              <a:r>
                <a:rPr lang="en-US" sz="1050" b="1" dirty="0">
                  <a:solidFill>
                    <a:schemeClr val="tx2">
                      <a:lumMod val="50000"/>
                      <a:lumOff val="50000"/>
                    </a:schemeClr>
                  </a:solidFill>
                </a:rPr>
                <a:t>Title Goes Here</a:t>
              </a:r>
            </a:p>
          </p:txBody>
        </p:sp>
        <p:sp>
          <p:nvSpPr>
            <p:cNvPr id="334" name="Rectangle 333"/>
            <p:cNvSpPr/>
            <p:nvPr/>
          </p:nvSpPr>
          <p:spPr>
            <a:xfrm>
              <a:off x="7732440" y="4063129"/>
              <a:ext cx="144276" cy="142118"/>
            </a:xfrm>
            <a:prstGeom prst="rect">
              <a:avLst/>
            </a:prstGeom>
          </p:spPr>
          <p:txBody>
            <a:bodyPr wrap="none" lIns="0" tIns="0" rIns="0" bIns="0" anchor="ctr">
              <a:spAutoFit/>
            </a:bodyPr>
            <a:lstStyle/>
            <a:p>
              <a:r>
                <a:rPr lang="en-US" sz="1050" b="1" dirty="0">
                  <a:solidFill>
                    <a:schemeClr val="accent5"/>
                  </a:solidFill>
                </a:rPr>
                <a:t>70%</a:t>
              </a:r>
            </a:p>
          </p:txBody>
        </p:sp>
      </p:grpSp>
      <p:sp>
        <p:nvSpPr>
          <p:cNvPr id="385" name="Down Arrow Callout 384"/>
          <p:cNvSpPr/>
          <p:nvPr/>
        </p:nvSpPr>
        <p:spPr>
          <a:xfrm>
            <a:off x="2017107" y="4689123"/>
            <a:ext cx="1309312" cy="563628"/>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800" dirty="0">
                <a:solidFill>
                  <a:schemeClr val="tx1">
                    <a:lumMod val="50000"/>
                    <a:lumOff val="50000"/>
                  </a:schemeClr>
                </a:solidFill>
              </a:rPr>
              <a:t>70%</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35"/>
                                        </p:tgtEl>
                                        <p:attrNameLst>
                                          <p:attrName>style.visibility</p:attrName>
                                        </p:attrNameLst>
                                      </p:cBhvr>
                                      <p:to>
                                        <p:strVal val="visible"/>
                                      </p:to>
                                    </p:set>
                                    <p:anim calcmode="lin" valueType="num">
                                      <p:cBhvr>
                                        <p:cTn id="7" dur="500" fill="hold"/>
                                        <p:tgtEl>
                                          <p:spTgt spid="135"/>
                                        </p:tgtEl>
                                        <p:attrNameLst>
                                          <p:attrName>ppt_w</p:attrName>
                                        </p:attrNameLst>
                                      </p:cBhvr>
                                      <p:tavLst>
                                        <p:tav tm="0">
                                          <p:val>
                                            <p:fltVal val="0"/>
                                          </p:val>
                                        </p:tav>
                                        <p:tav tm="100000">
                                          <p:val>
                                            <p:strVal val="#ppt_w"/>
                                          </p:val>
                                        </p:tav>
                                      </p:tavLst>
                                    </p:anim>
                                    <p:anim calcmode="lin" valueType="num">
                                      <p:cBhvr>
                                        <p:cTn id="8" dur="500" fill="hold"/>
                                        <p:tgtEl>
                                          <p:spTgt spid="135"/>
                                        </p:tgtEl>
                                        <p:attrNameLst>
                                          <p:attrName>ppt_h</p:attrName>
                                        </p:attrNameLst>
                                      </p:cBhvr>
                                      <p:tavLst>
                                        <p:tav tm="0">
                                          <p:val>
                                            <p:fltVal val="0"/>
                                          </p:val>
                                        </p:tav>
                                        <p:tav tm="100000">
                                          <p:val>
                                            <p:strVal val="#ppt_h"/>
                                          </p:val>
                                        </p:tav>
                                      </p:tavLst>
                                    </p:anim>
                                    <p:animEffect transition="in" filter="fade">
                                      <p:cBhvr>
                                        <p:cTn id="9" dur="500"/>
                                        <p:tgtEl>
                                          <p:spTgt spid="135"/>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385"/>
                                        </p:tgtEl>
                                        <p:attrNameLst>
                                          <p:attrName>style.visibility</p:attrName>
                                        </p:attrNameLst>
                                      </p:cBhvr>
                                      <p:to>
                                        <p:strVal val="visible"/>
                                      </p:to>
                                    </p:set>
                                    <p:anim calcmode="lin" valueType="num">
                                      <p:cBhvr additive="base">
                                        <p:cTn id="13" dur="500" fill="hold"/>
                                        <p:tgtEl>
                                          <p:spTgt spid="385"/>
                                        </p:tgtEl>
                                        <p:attrNameLst>
                                          <p:attrName>ppt_x</p:attrName>
                                        </p:attrNameLst>
                                      </p:cBhvr>
                                      <p:tavLst>
                                        <p:tav tm="0">
                                          <p:val>
                                            <p:strVal val="#ppt_x"/>
                                          </p:val>
                                        </p:tav>
                                        <p:tav tm="100000">
                                          <p:val>
                                            <p:strVal val="#ppt_x"/>
                                          </p:val>
                                        </p:tav>
                                      </p:tavLst>
                                    </p:anim>
                                    <p:anim calcmode="lin" valueType="num">
                                      <p:cBhvr additive="base">
                                        <p:cTn id="14" dur="500" fill="hold"/>
                                        <p:tgtEl>
                                          <p:spTgt spid="385"/>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32"/>
                                        </p:tgtEl>
                                        <p:attrNameLst>
                                          <p:attrName>style.visibility</p:attrName>
                                        </p:attrNameLst>
                                      </p:cBhvr>
                                      <p:to>
                                        <p:strVal val="visible"/>
                                      </p:to>
                                    </p:set>
                                    <p:animEffect transition="in" filter="wipe(left)">
                                      <p:cBhvr>
                                        <p:cTn id="18" dur="500"/>
                                        <p:tgtEl>
                                          <p:spTgt spid="132"/>
                                        </p:tgtEl>
                                      </p:cBhvr>
                                    </p:animEffect>
                                  </p:childTnLst>
                                </p:cTn>
                              </p:par>
                            </p:childTnLst>
                          </p:cTn>
                        </p:par>
                        <p:par>
                          <p:cTn id="19" fill="hold">
                            <p:stCondLst>
                              <p:cond delay="1500"/>
                            </p:stCondLst>
                            <p:childTnLst>
                              <p:par>
                                <p:cTn id="20" presetID="22" presetClass="entr" presetSubtype="8" fill="hold" nodeType="afterEffect">
                                  <p:stCondLst>
                                    <p:cond delay="0"/>
                                  </p:stCondLst>
                                  <p:childTnLst>
                                    <p:set>
                                      <p:cBhvr>
                                        <p:cTn id="21" dur="1" fill="hold">
                                          <p:stCondLst>
                                            <p:cond delay="0"/>
                                          </p:stCondLst>
                                        </p:cTn>
                                        <p:tgtEl>
                                          <p:spTgt spid="319"/>
                                        </p:tgtEl>
                                        <p:attrNameLst>
                                          <p:attrName>style.visibility</p:attrName>
                                        </p:attrNameLst>
                                      </p:cBhvr>
                                      <p:to>
                                        <p:strVal val="visible"/>
                                      </p:to>
                                    </p:set>
                                    <p:animEffect transition="in" filter="wipe(left)">
                                      <p:cBhvr>
                                        <p:cTn id="22" dur="500"/>
                                        <p:tgtEl>
                                          <p:spTgt spid="3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Austria Map Slide</a:t>
            </a:r>
            <a:endParaRPr lang="en-US" dirty="0"/>
          </a:p>
        </p:txBody>
      </p:sp>
      <p:sp>
        <p:nvSpPr>
          <p:cNvPr id="8" name="Text Placeholder 7"/>
          <p:cNvSpPr>
            <a:spLocks noGrp="1"/>
          </p:cNvSpPr>
          <p:nvPr>
            <p:ph type="body" sz="half" idx="2"/>
          </p:nvPr>
        </p:nvSpPr>
        <p:spPr/>
        <p:txBody>
          <a:bodyPr/>
          <a:lstStyle/>
          <a:p>
            <a:r>
              <a:rPr lang="en-US"/>
              <a:t>Austria Map Slide</a:t>
            </a:r>
            <a:endParaRPr lang="en-US" dirty="0"/>
          </a:p>
        </p:txBody>
      </p:sp>
      <p:grpSp>
        <p:nvGrpSpPr>
          <p:cNvPr id="43" name="Group 42"/>
          <p:cNvGrpSpPr/>
          <p:nvPr/>
        </p:nvGrpSpPr>
        <p:grpSpPr>
          <a:xfrm>
            <a:off x="2057400" y="2735232"/>
            <a:ext cx="6424612" cy="3284568"/>
            <a:chOff x="1077913" y="982663"/>
            <a:chExt cx="6986587" cy="3571875"/>
          </a:xfrm>
        </p:grpSpPr>
        <p:sp>
          <p:nvSpPr>
            <p:cNvPr id="44" name="Freeform 5"/>
            <p:cNvSpPr>
              <a:spLocks noEditPoints="1"/>
            </p:cNvSpPr>
            <p:nvPr/>
          </p:nvSpPr>
          <p:spPr bwMode="auto">
            <a:xfrm>
              <a:off x="5588000" y="982663"/>
              <a:ext cx="2395538" cy="2141538"/>
            </a:xfrm>
            <a:custGeom>
              <a:avLst/>
              <a:gdLst/>
              <a:ahLst/>
              <a:cxnLst>
                <a:cxn ang="0">
                  <a:pos x="161" y="1032"/>
                </a:cxn>
                <a:cxn ang="0">
                  <a:pos x="172" y="944"/>
                </a:cxn>
                <a:cxn ang="0">
                  <a:pos x="77" y="902"/>
                </a:cxn>
                <a:cxn ang="0">
                  <a:pos x="0" y="821"/>
                </a:cxn>
                <a:cxn ang="0">
                  <a:pos x="21" y="703"/>
                </a:cxn>
                <a:cxn ang="0">
                  <a:pos x="108" y="708"/>
                </a:cxn>
                <a:cxn ang="0">
                  <a:pos x="249" y="673"/>
                </a:cxn>
                <a:cxn ang="0">
                  <a:pos x="286" y="584"/>
                </a:cxn>
                <a:cxn ang="0">
                  <a:pos x="282" y="515"/>
                </a:cxn>
                <a:cxn ang="0">
                  <a:pos x="256" y="428"/>
                </a:cxn>
                <a:cxn ang="0">
                  <a:pos x="160" y="403"/>
                </a:cxn>
                <a:cxn ang="0">
                  <a:pos x="149" y="308"/>
                </a:cxn>
                <a:cxn ang="0">
                  <a:pos x="201" y="203"/>
                </a:cxn>
                <a:cxn ang="0">
                  <a:pos x="286" y="195"/>
                </a:cxn>
                <a:cxn ang="0">
                  <a:pos x="303" y="78"/>
                </a:cxn>
                <a:cxn ang="0">
                  <a:pos x="312" y="1"/>
                </a:cxn>
                <a:cxn ang="0">
                  <a:pos x="380" y="7"/>
                </a:cxn>
                <a:cxn ang="0">
                  <a:pos x="424" y="43"/>
                </a:cxn>
                <a:cxn ang="0">
                  <a:pos x="487" y="18"/>
                </a:cxn>
                <a:cxn ang="0">
                  <a:pos x="587" y="52"/>
                </a:cxn>
                <a:cxn ang="0">
                  <a:pos x="696" y="117"/>
                </a:cxn>
                <a:cxn ang="0">
                  <a:pos x="769" y="118"/>
                </a:cxn>
                <a:cxn ang="0">
                  <a:pos x="808" y="122"/>
                </a:cxn>
                <a:cxn ang="0">
                  <a:pos x="877" y="182"/>
                </a:cxn>
                <a:cxn ang="0">
                  <a:pos x="1036" y="212"/>
                </a:cxn>
                <a:cxn ang="0">
                  <a:pos x="1118" y="194"/>
                </a:cxn>
                <a:cxn ang="0">
                  <a:pos x="1167" y="157"/>
                </a:cxn>
                <a:cxn ang="0">
                  <a:pos x="1259" y="182"/>
                </a:cxn>
                <a:cxn ang="0">
                  <a:pos x="1343" y="226"/>
                </a:cxn>
                <a:cxn ang="0">
                  <a:pos x="1412" y="271"/>
                </a:cxn>
                <a:cxn ang="0">
                  <a:pos x="1426" y="351"/>
                </a:cxn>
                <a:cxn ang="0">
                  <a:pos x="1405" y="414"/>
                </a:cxn>
                <a:cxn ang="0">
                  <a:pos x="1379" y="500"/>
                </a:cxn>
                <a:cxn ang="0">
                  <a:pos x="1413" y="564"/>
                </a:cxn>
                <a:cxn ang="0">
                  <a:pos x="1438" y="634"/>
                </a:cxn>
                <a:cxn ang="0">
                  <a:pos x="1511" y="720"/>
                </a:cxn>
                <a:cxn ang="0">
                  <a:pos x="1469" y="743"/>
                </a:cxn>
                <a:cxn ang="0">
                  <a:pos x="1458" y="810"/>
                </a:cxn>
                <a:cxn ang="0">
                  <a:pos x="1385" y="807"/>
                </a:cxn>
                <a:cxn ang="0">
                  <a:pos x="1295" y="885"/>
                </a:cxn>
                <a:cxn ang="0">
                  <a:pos x="1206" y="909"/>
                </a:cxn>
                <a:cxn ang="0">
                  <a:pos x="1108" y="974"/>
                </a:cxn>
                <a:cxn ang="0">
                  <a:pos x="1079" y="1046"/>
                </a:cxn>
                <a:cxn ang="0">
                  <a:pos x="1119" y="1179"/>
                </a:cxn>
                <a:cxn ang="0">
                  <a:pos x="1049" y="1343"/>
                </a:cxn>
                <a:cxn ang="0">
                  <a:pos x="980" y="1271"/>
                </a:cxn>
                <a:cxn ang="0">
                  <a:pos x="908" y="1271"/>
                </a:cxn>
                <a:cxn ang="0">
                  <a:pos x="826" y="1223"/>
                </a:cxn>
                <a:cxn ang="0">
                  <a:pos x="779" y="1178"/>
                </a:cxn>
                <a:cxn ang="0">
                  <a:pos x="709" y="1111"/>
                </a:cxn>
                <a:cxn ang="0">
                  <a:pos x="612" y="1071"/>
                </a:cxn>
                <a:cxn ang="0">
                  <a:pos x="568" y="1036"/>
                </a:cxn>
                <a:cxn ang="0">
                  <a:pos x="465" y="1051"/>
                </a:cxn>
                <a:cxn ang="0">
                  <a:pos x="353" y="1089"/>
                </a:cxn>
                <a:cxn ang="0">
                  <a:pos x="248" y="1105"/>
                </a:cxn>
                <a:cxn ang="0">
                  <a:pos x="1219" y="689"/>
                </a:cxn>
                <a:cxn ang="0">
                  <a:pos x="1191" y="603"/>
                </a:cxn>
                <a:cxn ang="0">
                  <a:pos x="1132" y="581"/>
                </a:cxn>
                <a:cxn ang="0">
                  <a:pos x="1063" y="623"/>
                </a:cxn>
                <a:cxn ang="0">
                  <a:pos x="1012" y="652"/>
                </a:cxn>
                <a:cxn ang="0">
                  <a:pos x="1012" y="721"/>
                </a:cxn>
                <a:cxn ang="0">
                  <a:pos x="1070" y="749"/>
                </a:cxn>
                <a:cxn ang="0">
                  <a:pos x="1159" y="735"/>
                </a:cxn>
              </a:cxnLst>
              <a:rect l="0" t="0" r="r" b="b"/>
              <a:pathLst>
                <a:path w="1524" h="1362">
                  <a:moveTo>
                    <a:pt x="204" y="1109"/>
                  </a:moveTo>
                  <a:cubicBezTo>
                    <a:pt x="200" y="1110"/>
                    <a:pt x="193" y="1108"/>
                    <a:pt x="190" y="1107"/>
                  </a:cubicBezTo>
                  <a:cubicBezTo>
                    <a:pt x="187" y="1106"/>
                    <a:pt x="181" y="1101"/>
                    <a:pt x="180" y="1099"/>
                  </a:cubicBezTo>
                  <a:cubicBezTo>
                    <a:pt x="178" y="1096"/>
                    <a:pt x="179" y="1091"/>
                    <a:pt x="178" y="1089"/>
                  </a:cubicBezTo>
                  <a:cubicBezTo>
                    <a:pt x="177" y="1087"/>
                    <a:pt x="175" y="1084"/>
                    <a:pt x="173" y="1081"/>
                  </a:cubicBezTo>
                  <a:cubicBezTo>
                    <a:pt x="172" y="1079"/>
                    <a:pt x="171" y="1077"/>
                    <a:pt x="170" y="1076"/>
                  </a:cubicBezTo>
                  <a:cubicBezTo>
                    <a:pt x="169" y="1074"/>
                    <a:pt x="164" y="1070"/>
                    <a:pt x="164" y="1068"/>
                  </a:cubicBezTo>
                  <a:cubicBezTo>
                    <a:pt x="163" y="1064"/>
                    <a:pt x="166" y="1056"/>
                    <a:pt x="166" y="1052"/>
                  </a:cubicBezTo>
                  <a:cubicBezTo>
                    <a:pt x="166" y="1049"/>
                    <a:pt x="165" y="1042"/>
                    <a:pt x="164" y="1039"/>
                  </a:cubicBezTo>
                  <a:cubicBezTo>
                    <a:pt x="163" y="1037"/>
                    <a:pt x="161" y="1034"/>
                    <a:pt x="161" y="1032"/>
                  </a:cubicBezTo>
                  <a:cubicBezTo>
                    <a:pt x="161" y="1029"/>
                    <a:pt x="163" y="1024"/>
                    <a:pt x="163" y="1020"/>
                  </a:cubicBezTo>
                  <a:cubicBezTo>
                    <a:pt x="163" y="1018"/>
                    <a:pt x="162" y="1014"/>
                    <a:pt x="162" y="1012"/>
                  </a:cubicBezTo>
                  <a:cubicBezTo>
                    <a:pt x="162" y="1009"/>
                    <a:pt x="162" y="1004"/>
                    <a:pt x="163" y="1002"/>
                  </a:cubicBezTo>
                  <a:cubicBezTo>
                    <a:pt x="164" y="999"/>
                    <a:pt x="169" y="994"/>
                    <a:pt x="172" y="992"/>
                  </a:cubicBezTo>
                  <a:cubicBezTo>
                    <a:pt x="174" y="991"/>
                    <a:pt x="179" y="990"/>
                    <a:pt x="181" y="989"/>
                  </a:cubicBezTo>
                  <a:cubicBezTo>
                    <a:pt x="183" y="987"/>
                    <a:pt x="188" y="984"/>
                    <a:pt x="190" y="982"/>
                  </a:cubicBezTo>
                  <a:cubicBezTo>
                    <a:pt x="193" y="978"/>
                    <a:pt x="195" y="968"/>
                    <a:pt x="194" y="963"/>
                  </a:cubicBezTo>
                  <a:cubicBezTo>
                    <a:pt x="193" y="961"/>
                    <a:pt x="190" y="956"/>
                    <a:pt x="188" y="954"/>
                  </a:cubicBezTo>
                  <a:cubicBezTo>
                    <a:pt x="186" y="953"/>
                    <a:pt x="180" y="954"/>
                    <a:pt x="178" y="953"/>
                  </a:cubicBezTo>
                  <a:cubicBezTo>
                    <a:pt x="176" y="951"/>
                    <a:pt x="173" y="946"/>
                    <a:pt x="172" y="944"/>
                  </a:cubicBezTo>
                  <a:cubicBezTo>
                    <a:pt x="171" y="942"/>
                    <a:pt x="170" y="936"/>
                    <a:pt x="169" y="934"/>
                  </a:cubicBezTo>
                  <a:cubicBezTo>
                    <a:pt x="167" y="933"/>
                    <a:pt x="162" y="930"/>
                    <a:pt x="160" y="930"/>
                  </a:cubicBezTo>
                  <a:cubicBezTo>
                    <a:pt x="157" y="930"/>
                    <a:pt x="153" y="933"/>
                    <a:pt x="151" y="934"/>
                  </a:cubicBezTo>
                  <a:cubicBezTo>
                    <a:pt x="147" y="935"/>
                    <a:pt x="139" y="937"/>
                    <a:pt x="135" y="935"/>
                  </a:cubicBezTo>
                  <a:cubicBezTo>
                    <a:pt x="133" y="935"/>
                    <a:pt x="130" y="931"/>
                    <a:pt x="129" y="930"/>
                  </a:cubicBezTo>
                  <a:cubicBezTo>
                    <a:pt x="126" y="928"/>
                    <a:pt x="122" y="924"/>
                    <a:pt x="119" y="923"/>
                  </a:cubicBezTo>
                  <a:cubicBezTo>
                    <a:pt x="115" y="922"/>
                    <a:pt x="108" y="925"/>
                    <a:pt x="104" y="924"/>
                  </a:cubicBezTo>
                  <a:cubicBezTo>
                    <a:pt x="101" y="924"/>
                    <a:pt x="97" y="920"/>
                    <a:pt x="95" y="918"/>
                  </a:cubicBezTo>
                  <a:cubicBezTo>
                    <a:pt x="93" y="916"/>
                    <a:pt x="90" y="911"/>
                    <a:pt x="88" y="909"/>
                  </a:cubicBezTo>
                  <a:cubicBezTo>
                    <a:pt x="86" y="907"/>
                    <a:pt x="80" y="903"/>
                    <a:pt x="77" y="902"/>
                  </a:cubicBezTo>
                  <a:cubicBezTo>
                    <a:pt x="74" y="902"/>
                    <a:pt x="69" y="903"/>
                    <a:pt x="67" y="902"/>
                  </a:cubicBezTo>
                  <a:cubicBezTo>
                    <a:pt x="64" y="901"/>
                    <a:pt x="59" y="893"/>
                    <a:pt x="57" y="891"/>
                  </a:cubicBezTo>
                  <a:cubicBezTo>
                    <a:pt x="55" y="888"/>
                    <a:pt x="52" y="884"/>
                    <a:pt x="50" y="882"/>
                  </a:cubicBezTo>
                  <a:cubicBezTo>
                    <a:pt x="47" y="881"/>
                    <a:pt x="41" y="882"/>
                    <a:pt x="38" y="880"/>
                  </a:cubicBezTo>
                  <a:cubicBezTo>
                    <a:pt x="36" y="879"/>
                    <a:pt x="33" y="875"/>
                    <a:pt x="31" y="873"/>
                  </a:cubicBezTo>
                  <a:cubicBezTo>
                    <a:pt x="30" y="871"/>
                    <a:pt x="28" y="866"/>
                    <a:pt x="27" y="864"/>
                  </a:cubicBezTo>
                  <a:cubicBezTo>
                    <a:pt x="25" y="861"/>
                    <a:pt x="22" y="856"/>
                    <a:pt x="20" y="854"/>
                  </a:cubicBezTo>
                  <a:cubicBezTo>
                    <a:pt x="19" y="852"/>
                    <a:pt x="15" y="850"/>
                    <a:pt x="13" y="849"/>
                  </a:cubicBezTo>
                  <a:cubicBezTo>
                    <a:pt x="9" y="845"/>
                    <a:pt x="3" y="838"/>
                    <a:pt x="1" y="833"/>
                  </a:cubicBezTo>
                  <a:cubicBezTo>
                    <a:pt x="0" y="830"/>
                    <a:pt x="0" y="824"/>
                    <a:pt x="0" y="821"/>
                  </a:cubicBezTo>
                  <a:cubicBezTo>
                    <a:pt x="1" y="818"/>
                    <a:pt x="7" y="813"/>
                    <a:pt x="8" y="810"/>
                  </a:cubicBezTo>
                  <a:cubicBezTo>
                    <a:pt x="9" y="807"/>
                    <a:pt x="7" y="800"/>
                    <a:pt x="8" y="797"/>
                  </a:cubicBezTo>
                  <a:cubicBezTo>
                    <a:pt x="8" y="796"/>
                    <a:pt x="10" y="794"/>
                    <a:pt x="11" y="792"/>
                  </a:cubicBezTo>
                  <a:cubicBezTo>
                    <a:pt x="13" y="790"/>
                    <a:pt x="18" y="788"/>
                    <a:pt x="19" y="785"/>
                  </a:cubicBezTo>
                  <a:cubicBezTo>
                    <a:pt x="20" y="782"/>
                    <a:pt x="17" y="775"/>
                    <a:pt x="17" y="772"/>
                  </a:cubicBezTo>
                  <a:cubicBezTo>
                    <a:pt x="17" y="769"/>
                    <a:pt x="18" y="764"/>
                    <a:pt x="18" y="761"/>
                  </a:cubicBezTo>
                  <a:cubicBezTo>
                    <a:pt x="18" y="758"/>
                    <a:pt x="17" y="752"/>
                    <a:pt x="17" y="749"/>
                  </a:cubicBezTo>
                  <a:cubicBezTo>
                    <a:pt x="17" y="746"/>
                    <a:pt x="16" y="741"/>
                    <a:pt x="16" y="738"/>
                  </a:cubicBezTo>
                  <a:cubicBezTo>
                    <a:pt x="17" y="735"/>
                    <a:pt x="20" y="728"/>
                    <a:pt x="20" y="725"/>
                  </a:cubicBezTo>
                  <a:cubicBezTo>
                    <a:pt x="21" y="719"/>
                    <a:pt x="21" y="709"/>
                    <a:pt x="21" y="703"/>
                  </a:cubicBezTo>
                  <a:cubicBezTo>
                    <a:pt x="21" y="700"/>
                    <a:pt x="21" y="692"/>
                    <a:pt x="22" y="689"/>
                  </a:cubicBezTo>
                  <a:cubicBezTo>
                    <a:pt x="23" y="686"/>
                    <a:pt x="27" y="681"/>
                    <a:pt x="28" y="679"/>
                  </a:cubicBezTo>
                  <a:cubicBezTo>
                    <a:pt x="31" y="676"/>
                    <a:pt x="33" y="668"/>
                    <a:pt x="37" y="666"/>
                  </a:cubicBezTo>
                  <a:cubicBezTo>
                    <a:pt x="39" y="666"/>
                    <a:pt x="43" y="667"/>
                    <a:pt x="45" y="667"/>
                  </a:cubicBezTo>
                  <a:cubicBezTo>
                    <a:pt x="49" y="669"/>
                    <a:pt x="55" y="674"/>
                    <a:pt x="59" y="676"/>
                  </a:cubicBezTo>
                  <a:cubicBezTo>
                    <a:pt x="63" y="677"/>
                    <a:pt x="73" y="675"/>
                    <a:pt x="76" y="677"/>
                  </a:cubicBezTo>
                  <a:cubicBezTo>
                    <a:pt x="78" y="679"/>
                    <a:pt x="79" y="683"/>
                    <a:pt x="80" y="685"/>
                  </a:cubicBezTo>
                  <a:cubicBezTo>
                    <a:pt x="81" y="688"/>
                    <a:pt x="84" y="693"/>
                    <a:pt x="85" y="695"/>
                  </a:cubicBezTo>
                  <a:cubicBezTo>
                    <a:pt x="87" y="698"/>
                    <a:pt x="92" y="701"/>
                    <a:pt x="95" y="703"/>
                  </a:cubicBezTo>
                  <a:cubicBezTo>
                    <a:pt x="98" y="704"/>
                    <a:pt x="105" y="706"/>
                    <a:pt x="108" y="708"/>
                  </a:cubicBezTo>
                  <a:cubicBezTo>
                    <a:pt x="112" y="712"/>
                    <a:pt x="118" y="722"/>
                    <a:pt x="122" y="725"/>
                  </a:cubicBezTo>
                  <a:cubicBezTo>
                    <a:pt x="125" y="727"/>
                    <a:pt x="131" y="730"/>
                    <a:pt x="134" y="731"/>
                  </a:cubicBezTo>
                  <a:cubicBezTo>
                    <a:pt x="139" y="732"/>
                    <a:pt x="150" y="734"/>
                    <a:pt x="156" y="733"/>
                  </a:cubicBezTo>
                  <a:cubicBezTo>
                    <a:pt x="160" y="733"/>
                    <a:pt x="167" y="728"/>
                    <a:pt x="171" y="727"/>
                  </a:cubicBezTo>
                  <a:cubicBezTo>
                    <a:pt x="175" y="726"/>
                    <a:pt x="183" y="726"/>
                    <a:pt x="187" y="725"/>
                  </a:cubicBezTo>
                  <a:cubicBezTo>
                    <a:pt x="191" y="724"/>
                    <a:pt x="200" y="719"/>
                    <a:pt x="204" y="717"/>
                  </a:cubicBezTo>
                  <a:cubicBezTo>
                    <a:pt x="210" y="715"/>
                    <a:pt x="222" y="713"/>
                    <a:pt x="226" y="709"/>
                  </a:cubicBezTo>
                  <a:cubicBezTo>
                    <a:pt x="229" y="706"/>
                    <a:pt x="233" y="697"/>
                    <a:pt x="234" y="693"/>
                  </a:cubicBezTo>
                  <a:cubicBezTo>
                    <a:pt x="235" y="690"/>
                    <a:pt x="236" y="683"/>
                    <a:pt x="238" y="681"/>
                  </a:cubicBezTo>
                  <a:cubicBezTo>
                    <a:pt x="240" y="678"/>
                    <a:pt x="246" y="674"/>
                    <a:pt x="249" y="673"/>
                  </a:cubicBezTo>
                  <a:cubicBezTo>
                    <a:pt x="252" y="671"/>
                    <a:pt x="258" y="667"/>
                    <a:pt x="261" y="667"/>
                  </a:cubicBezTo>
                  <a:cubicBezTo>
                    <a:pt x="266" y="667"/>
                    <a:pt x="274" y="674"/>
                    <a:pt x="278" y="675"/>
                  </a:cubicBezTo>
                  <a:cubicBezTo>
                    <a:pt x="282" y="676"/>
                    <a:pt x="290" y="674"/>
                    <a:pt x="294" y="674"/>
                  </a:cubicBezTo>
                  <a:cubicBezTo>
                    <a:pt x="298" y="674"/>
                    <a:pt x="303" y="664"/>
                    <a:pt x="305" y="660"/>
                  </a:cubicBezTo>
                  <a:cubicBezTo>
                    <a:pt x="306" y="656"/>
                    <a:pt x="310" y="648"/>
                    <a:pt x="311" y="644"/>
                  </a:cubicBezTo>
                  <a:cubicBezTo>
                    <a:pt x="312" y="639"/>
                    <a:pt x="313" y="628"/>
                    <a:pt x="313" y="623"/>
                  </a:cubicBezTo>
                  <a:cubicBezTo>
                    <a:pt x="312" y="618"/>
                    <a:pt x="309" y="609"/>
                    <a:pt x="307" y="605"/>
                  </a:cubicBezTo>
                  <a:cubicBezTo>
                    <a:pt x="306" y="602"/>
                    <a:pt x="302" y="598"/>
                    <a:pt x="300" y="596"/>
                  </a:cubicBezTo>
                  <a:cubicBezTo>
                    <a:pt x="298" y="595"/>
                    <a:pt x="293" y="593"/>
                    <a:pt x="291" y="592"/>
                  </a:cubicBezTo>
                  <a:cubicBezTo>
                    <a:pt x="289" y="590"/>
                    <a:pt x="287" y="586"/>
                    <a:pt x="286" y="584"/>
                  </a:cubicBezTo>
                  <a:cubicBezTo>
                    <a:pt x="285" y="579"/>
                    <a:pt x="289" y="571"/>
                    <a:pt x="289" y="567"/>
                  </a:cubicBezTo>
                  <a:cubicBezTo>
                    <a:pt x="289" y="563"/>
                    <a:pt x="288" y="557"/>
                    <a:pt x="288" y="553"/>
                  </a:cubicBezTo>
                  <a:cubicBezTo>
                    <a:pt x="288" y="551"/>
                    <a:pt x="290" y="545"/>
                    <a:pt x="288" y="542"/>
                  </a:cubicBezTo>
                  <a:cubicBezTo>
                    <a:pt x="287" y="540"/>
                    <a:pt x="284" y="538"/>
                    <a:pt x="282" y="538"/>
                  </a:cubicBezTo>
                  <a:cubicBezTo>
                    <a:pt x="280" y="538"/>
                    <a:pt x="277" y="542"/>
                    <a:pt x="275" y="542"/>
                  </a:cubicBezTo>
                  <a:cubicBezTo>
                    <a:pt x="273" y="542"/>
                    <a:pt x="269" y="539"/>
                    <a:pt x="268" y="537"/>
                  </a:cubicBezTo>
                  <a:cubicBezTo>
                    <a:pt x="267" y="535"/>
                    <a:pt x="266" y="529"/>
                    <a:pt x="268" y="527"/>
                  </a:cubicBezTo>
                  <a:cubicBezTo>
                    <a:pt x="268" y="526"/>
                    <a:pt x="271" y="526"/>
                    <a:pt x="272" y="525"/>
                  </a:cubicBezTo>
                  <a:cubicBezTo>
                    <a:pt x="274" y="525"/>
                    <a:pt x="281" y="527"/>
                    <a:pt x="282" y="525"/>
                  </a:cubicBezTo>
                  <a:cubicBezTo>
                    <a:pt x="284" y="523"/>
                    <a:pt x="283" y="517"/>
                    <a:pt x="282" y="515"/>
                  </a:cubicBezTo>
                  <a:cubicBezTo>
                    <a:pt x="282" y="513"/>
                    <a:pt x="281" y="511"/>
                    <a:pt x="280" y="510"/>
                  </a:cubicBezTo>
                  <a:cubicBezTo>
                    <a:pt x="278" y="507"/>
                    <a:pt x="272" y="506"/>
                    <a:pt x="269" y="505"/>
                  </a:cubicBezTo>
                  <a:cubicBezTo>
                    <a:pt x="266" y="503"/>
                    <a:pt x="260" y="500"/>
                    <a:pt x="258" y="497"/>
                  </a:cubicBezTo>
                  <a:cubicBezTo>
                    <a:pt x="255" y="493"/>
                    <a:pt x="255" y="482"/>
                    <a:pt x="253" y="477"/>
                  </a:cubicBezTo>
                  <a:cubicBezTo>
                    <a:pt x="252" y="474"/>
                    <a:pt x="249" y="469"/>
                    <a:pt x="248" y="467"/>
                  </a:cubicBezTo>
                  <a:cubicBezTo>
                    <a:pt x="247" y="464"/>
                    <a:pt x="244" y="459"/>
                    <a:pt x="244" y="456"/>
                  </a:cubicBezTo>
                  <a:cubicBezTo>
                    <a:pt x="245" y="453"/>
                    <a:pt x="249" y="447"/>
                    <a:pt x="252" y="445"/>
                  </a:cubicBezTo>
                  <a:cubicBezTo>
                    <a:pt x="254" y="444"/>
                    <a:pt x="258" y="446"/>
                    <a:pt x="260" y="445"/>
                  </a:cubicBezTo>
                  <a:cubicBezTo>
                    <a:pt x="262" y="444"/>
                    <a:pt x="266" y="440"/>
                    <a:pt x="266" y="438"/>
                  </a:cubicBezTo>
                  <a:cubicBezTo>
                    <a:pt x="266" y="434"/>
                    <a:pt x="259" y="430"/>
                    <a:pt x="256" y="428"/>
                  </a:cubicBezTo>
                  <a:cubicBezTo>
                    <a:pt x="253" y="426"/>
                    <a:pt x="247" y="423"/>
                    <a:pt x="243" y="421"/>
                  </a:cubicBezTo>
                  <a:cubicBezTo>
                    <a:pt x="240" y="420"/>
                    <a:pt x="234" y="420"/>
                    <a:pt x="231" y="419"/>
                  </a:cubicBezTo>
                  <a:cubicBezTo>
                    <a:pt x="229" y="417"/>
                    <a:pt x="227" y="412"/>
                    <a:pt x="225" y="410"/>
                  </a:cubicBezTo>
                  <a:cubicBezTo>
                    <a:pt x="223" y="409"/>
                    <a:pt x="217" y="409"/>
                    <a:pt x="214" y="408"/>
                  </a:cubicBezTo>
                  <a:cubicBezTo>
                    <a:pt x="210" y="407"/>
                    <a:pt x="205" y="402"/>
                    <a:pt x="201" y="401"/>
                  </a:cubicBezTo>
                  <a:cubicBezTo>
                    <a:pt x="198" y="400"/>
                    <a:pt x="192" y="401"/>
                    <a:pt x="189" y="401"/>
                  </a:cubicBezTo>
                  <a:cubicBezTo>
                    <a:pt x="186" y="399"/>
                    <a:pt x="180" y="394"/>
                    <a:pt x="177" y="393"/>
                  </a:cubicBezTo>
                  <a:cubicBezTo>
                    <a:pt x="175" y="392"/>
                    <a:pt x="171" y="392"/>
                    <a:pt x="170" y="393"/>
                  </a:cubicBezTo>
                  <a:cubicBezTo>
                    <a:pt x="168" y="395"/>
                    <a:pt x="170" y="400"/>
                    <a:pt x="169" y="401"/>
                  </a:cubicBezTo>
                  <a:cubicBezTo>
                    <a:pt x="167" y="403"/>
                    <a:pt x="163" y="403"/>
                    <a:pt x="160" y="403"/>
                  </a:cubicBezTo>
                  <a:cubicBezTo>
                    <a:pt x="158" y="403"/>
                    <a:pt x="153" y="400"/>
                    <a:pt x="151" y="398"/>
                  </a:cubicBezTo>
                  <a:cubicBezTo>
                    <a:pt x="149" y="395"/>
                    <a:pt x="149" y="387"/>
                    <a:pt x="147" y="384"/>
                  </a:cubicBezTo>
                  <a:cubicBezTo>
                    <a:pt x="146" y="381"/>
                    <a:pt x="142" y="375"/>
                    <a:pt x="141" y="372"/>
                  </a:cubicBezTo>
                  <a:cubicBezTo>
                    <a:pt x="139" y="370"/>
                    <a:pt x="136" y="367"/>
                    <a:pt x="133" y="364"/>
                  </a:cubicBezTo>
                  <a:cubicBezTo>
                    <a:pt x="135" y="363"/>
                    <a:pt x="136" y="362"/>
                    <a:pt x="137" y="361"/>
                  </a:cubicBezTo>
                  <a:cubicBezTo>
                    <a:pt x="139" y="359"/>
                    <a:pt x="144" y="354"/>
                    <a:pt x="145" y="352"/>
                  </a:cubicBezTo>
                  <a:cubicBezTo>
                    <a:pt x="147" y="348"/>
                    <a:pt x="149" y="340"/>
                    <a:pt x="149" y="336"/>
                  </a:cubicBezTo>
                  <a:cubicBezTo>
                    <a:pt x="149" y="334"/>
                    <a:pt x="148" y="329"/>
                    <a:pt x="147" y="327"/>
                  </a:cubicBezTo>
                  <a:cubicBezTo>
                    <a:pt x="147" y="324"/>
                    <a:pt x="147" y="319"/>
                    <a:pt x="147" y="316"/>
                  </a:cubicBezTo>
                  <a:cubicBezTo>
                    <a:pt x="147" y="314"/>
                    <a:pt x="149" y="310"/>
                    <a:pt x="149" y="308"/>
                  </a:cubicBezTo>
                  <a:cubicBezTo>
                    <a:pt x="150" y="304"/>
                    <a:pt x="149" y="297"/>
                    <a:pt x="149" y="293"/>
                  </a:cubicBezTo>
                  <a:cubicBezTo>
                    <a:pt x="149" y="290"/>
                    <a:pt x="149" y="284"/>
                    <a:pt x="150" y="282"/>
                  </a:cubicBezTo>
                  <a:cubicBezTo>
                    <a:pt x="151" y="278"/>
                    <a:pt x="154" y="272"/>
                    <a:pt x="156" y="269"/>
                  </a:cubicBezTo>
                  <a:cubicBezTo>
                    <a:pt x="158" y="267"/>
                    <a:pt x="162" y="264"/>
                    <a:pt x="164" y="262"/>
                  </a:cubicBezTo>
                  <a:cubicBezTo>
                    <a:pt x="169" y="259"/>
                    <a:pt x="178" y="253"/>
                    <a:pt x="182" y="250"/>
                  </a:cubicBezTo>
                  <a:cubicBezTo>
                    <a:pt x="184" y="248"/>
                    <a:pt x="189" y="246"/>
                    <a:pt x="191" y="244"/>
                  </a:cubicBezTo>
                  <a:cubicBezTo>
                    <a:pt x="193" y="242"/>
                    <a:pt x="196" y="237"/>
                    <a:pt x="198" y="235"/>
                  </a:cubicBezTo>
                  <a:cubicBezTo>
                    <a:pt x="199" y="232"/>
                    <a:pt x="202" y="225"/>
                    <a:pt x="202" y="222"/>
                  </a:cubicBezTo>
                  <a:cubicBezTo>
                    <a:pt x="203" y="220"/>
                    <a:pt x="200" y="215"/>
                    <a:pt x="200" y="212"/>
                  </a:cubicBezTo>
                  <a:cubicBezTo>
                    <a:pt x="200" y="210"/>
                    <a:pt x="200" y="205"/>
                    <a:pt x="201" y="203"/>
                  </a:cubicBezTo>
                  <a:cubicBezTo>
                    <a:pt x="201" y="201"/>
                    <a:pt x="205" y="198"/>
                    <a:pt x="207" y="197"/>
                  </a:cubicBezTo>
                  <a:cubicBezTo>
                    <a:pt x="209" y="196"/>
                    <a:pt x="214" y="196"/>
                    <a:pt x="217" y="197"/>
                  </a:cubicBezTo>
                  <a:cubicBezTo>
                    <a:pt x="220" y="197"/>
                    <a:pt x="226" y="197"/>
                    <a:pt x="228" y="198"/>
                  </a:cubicBezTo>
                  <a:cubicBezTo>
                    <a:pt x="231" y="199"/>
                    <a:pt x="235" y="202"/>
                    <a:pt x="237" y="203"/>
                  </a:cubicBezTo>
                  <a:cubicBezTo>
                    <a:pt x="239" y="204"/>
                    <a:pt x="242" y="207"/>
                    <a:pt x="244" y="208"/>
                  </a:cubicBezTo>
                  <a:cubicBezTo>
                    <a:pt x="249" y="209"/>
                    <a:pt x="260" y="210"/>
                    <a:pt x="265" y="210"/>
                  </a:cubicBezTo>
                  <a:cubicBezTo>
                    <a:pt x="267" y="211"/>
                    <a:pt x="273" y="211"/>
                    <a:pt x="275" y="211"/>
                  </a:cubicBezTo>
                  <a:cubicBezTo>
                    <a:pt x="277" y="211"/>
                    <a:pt x="281" y="209"/>
                    <a:pt x="282" y="208"/>
                  </a:cubicBezTo>
                  <a:cubicBezTo>
                    <a:pt x="283" y="207"/>
                    <a:pt x="285" y="204"/>
                    <a:pt x="285" y="202"/>
                  </a:cubicBezTo>
                  <a:cubicBezTo>
                    <a:pt x="286" y="201"/>
                    <a:pt x="286" y="197"/>
                    <a:pt x="286" y="195"/>
                  </a:cubicBezTo>
                  <a:cubicBezTo>
                    <a:pt x="286" y="193"/>
                    <a:pt x="283" y="190"/>
                    <a:pt x="283" y="188"/>
                  </a:cubicBezTo>
                  <a:cubicBezTo>
                    <a:pt x="283" y="186"/>
                    <a:pt x="284" y="182"/>
                    <a:pt x="284" y="180"/>
                  </a:cubicBezTo>
                  <a:cubicBezTo>
                    <a:pt x="285" y="178"/>
                    <a:pt x="286" y="175"/>
                    <a:pt x="287" y="174"/>
                  </a:cubicBezTo>
                  <a:cubicBezTo>
                    <a:pt x="288" y="171"/>
                    <a:pt x="290" y="165"/>
                    <a:pt x="291" y="163"/>
                  </a:cubicBezTo>
                  <a:cubicBezTo>
                    <a:pt x="292" y="158"/>
                    <a:pt x="292" y="147"/>
                    <a:pt x="292" y="142"/>
                  </a:cubicBezTo>
                  <a:cubicBezTo>
                    <a:pt x="292" y="139"/>
                    <a:pt x="292" y="133"/>
                    <a:pt x="293" y="129"/>
                  </a:cubicBezTo>
                  <a:cubicBezTo>
                    <a:pt x="293" y="126"/>
                    <a:pt x="293" y="119"/>
                    <a:pt x="295" y="116"/>
                  </a:cubicBezTo>
                  <a:cubicBezTo>
                    <a:pt x="296" y="113"/>
                    <a:pt x="300" y="107"/>
                    <a:pt x="301" y="104"/>
                  </a:cubicBezTo>
                  <a:cubicBezTo>
                    <a:pt x="302" y="101"/>
                    <a:pt x="304" y="94"/>
                    <a:pt x="304" y="91"/>
                  </a:cubicBezTo>
                  <a:cubicBezTo>
                    <a:pt x="304" y="88"/>
                    <a:pt x="304" y="82"/>
                    <a:pt x="303" y="78"/>
                  </a:cubicBezTo>
                  <a:cubicBezTo>
                    <a:pt x="302" y="75"/>
                    <a:pt x="297" y="69"/>
                    <a:pt x="295" y="66"/>
                  </a:cubicBezTo>
                  <a:cubicBezTo>
                    <a:pt x="294" y="65"/>
                    <a:pt x="292" y="62"/>
                    <a:pt x="291" y="61"/>
                  </a:cubicBezTo>
                  <a:cubicBezTo>
                    <a:pt x="290" y="57"/>
                    <a:pt x="290" y="49"/>
                    <a:pt x="290" y="45"/>
                  </a:cubicBezTo>
                  <a:cubicBezTo>
                    <a:pt x="290" y="43"/>
                    <a:pt x="291" y="39"/>
                    <a:pt x="292" y="37"/>
                  </a:cubicBezTo>
                  <a:cubicBezTo>
                    <a:pt x="293" y="34"/>
                    <a:pt x="296" y="31"/>
                    <a:pt x="297" y="29"/>
                  </a:cubicBezTo>
                  <a:cubicBezTo>
                    <a:pt x="298" y="27"/>
                    <a:pt x="299" y="22"/>
                    <a:pt x="299" y="19"/>
                  </a:cubicBezTo>
                  <a:cubicBezTo>
                    <a:pt x="299" y="17"/>
                    <a:pt x="299" y="13"/>
                    <a:pt x="299" y="11"/>
                  </a:cubicBezTo>
                  <a:cubicBezTo>
                    <a:pt x="299" y="10"/>
                    <a:pt x="300" y="6"/>
                    <a:pt x="301" y="5"/>
                  </a:cubicBezTo>
                  <a:cubicBezTo>
                    <a:pt x="301" y="4"/>
                    <a:pt x="304" y="2"/>
                    <a:pt x="306" y="1"/>
                  </a:cubicBezTo>
                  <a:cubicBezTo>
                    <a:pt x="307" y="1"/>
                    <a:pt x="310" y="0"/>
                    <a:pt x="312" y="1"/>
                  </a:cubicBezTo>
                  <a:cubicBezTo>
                    <a:pt x="313" y="1"/>
                    <a:pt x="315" y="3"/>
                    <a:pt x="316" y="4"/>
                  </a:cubicBezTo>
                  <a:cubicBezTo>
                    <a:pt x="317" y="5"/>
                    <a:pt x="319" y="8"/>
                    <a:pt x="320" y="8"/>
                  </a:cubicBezTo>
                  <a:cubicBezTo>
                    <a:pt x="321" y="9"/>
                    <a:pt x="324" y="9"/>
                    <a:pt x="326" y="8"/>
                  </a:cubicBezTo>
                  <a:cubicBezTo>
                    <a:pt x="327" y="8"/>
                    <a:pt x="329" y="7"/>
                    <a:pt x="330" y="7"/>
                  </a:cubicBezTo>
                  <a:cubicBezTo>
                    <a:pt x="332" y="6"/>
                    <a:pt x="335" y="7"/>
                    <a:pt x="337" y="7"/>
                  </a:cubicBezTo>
                  <a:cubicBezTo>
                    <a:pt x="338" y="8"/>
                    <a:pt x="340" y="11"/>
                    <a:pt x="341" y="12"/>
                  </a:cubicBezTo>
                  <a:cubicBezTo>
                    <a:pt x="343" y="13"/>
                    <a:pt x="347" y="15"/>
                    <a:pt x="349" y="15"/>
                  </a:cubicBezTo>
                  <a:cubicBezTo>
                    <a:pt x="352" y="15"/>
                    <a:pt x="358" y="14"/>
                    <a:pt x="361" y="13"/>
                  </a:cubicBezTo>
                  <a:cubicBezTo>
                    <a:pt x="363" y="12"/>
                    <a:pt x="366" y="10"/>
                    <a:pt x="368" y="9"/>
                  </a:cubicBezTo>
                  <a:cubicBezTo>
                    <a:pt x="371" y="8"/>
                    <a:pt x="377" y="7"/>
                    <a:pt x="380" y="7"/>
                  </a:cubicBezTo>
                  <a:cubicBezTo>
                    <a:pt x="384" y="7"/>
                    <a:pt x="390" y="9"/>
                    <a:pt x="393" y="11"/>
                  </a:cubicBezTo>
                  <a:cubicBezTo>
                    <a:pt x="395" y="11"/>
                    <a:pt x="400" y="13"/>
                    <a:pt x="402" y="15"/>
                  </a:cubicBezTo>
                  <a:cubicBezTo>
                    <a:pt x="403" y="16"/>
                    <a:pt x="404" y="19"/>
                    <a:pt x="405" y="21"/>
                  </a:cubicBezTo>
                  <a:cubicBezTo>
                    <a:pt x="405" y="23"/>
                    <a:pt x="405" y="27"/>
                    <a:pt x="404" y="29"/>
                  </a:cubicBezTo>
                  <a:cubicBezTo>
                    <a:pt x="404" y="30"/>
                    <a:pt x="403" y="33"/>
                    <a:pt x="402" y="35"/>
                  </a:cubicBezTo>
                  <a:cubicBezTo>
                    <a:pt x="402" y="37"/>
                    <a:pt x="401" y="40"/>
                    <a:pt x="401" y="42"/>
                  </a:cubicBezTo>
                  <a:cubicBezTo>
                    <a:pt x="401" y="44"/>
                    <a:pt x="402" y="48"/>
                    <a:pt x="403" y="49"/>
                  </a:cubicBezTo>
                  <a:cubicBezTo>
                    <a:pt x="405" y="50"/>
                    <a:pt x="409" y="52"/>
                    <a:pt x="410" y="51"/>
                  </a:cubicBezTo>
                  <a:cubicBezTo>
                    <a:pt x="412" y="51"/>
                    <a:pt x="414" y="49"/>
                    <a:pt x="415" y="48"/>
                  </a:cubicBezTo>
                  <a:cubicBezTo>
                    <a:pt x="417" y="47"/>
                    <a:pt x="422" y="44"/>
                    <a:pt x="424" y="43"/>
                  </a:cubicBezTo>
                  <a:cubicBezTo>
                    <a:pt x="426" y="42"/>
                    <a:pt x="430" y="42"/>
                    <a:pt x="432" y="42"/>
                  </a:cubicBezTo>
                  <a:cubicBezTo>
                    <a:pt x="434" y="42"/>
                    <a:pt x="439" y="42"/>
                    <a:pt x="441" y="42"/>
                  </a:cubicBezTo>
                  <a:cubicBezTo>
                    <a:pt x="444" y="42"/>
                    <a:pt x="450" y="41"/>
                    <a:pt x="452" y="40"/>
                  </a:cubicBezTo>
                  <a:cubicBezTo>
                    <a:pt x="455" y="39"/>
                    <a:pt x="458" y="35"/>
                    <a:pt x="459" y="32"/>
                  </a:cubicBezTo>
                  <a:cubicBezTo>
                    <a:pt x="460" y="30"/>
                    <a:pt x="459" y="24"/>
                    <a:pt x="459" y="21"/>
                  </a:cubicBezTo>
                  <a:cubicBezTo>
                    <a:pt x="460" y="19"/>
                    <a:pt x="461" y="16"/>
                    <a:pt x="463" y="15"/>
                  </a:cubicBezTo>
                  <a:cubicBezTo>
                    <a:pt x="464" y="13"/>
                    <a:pt x="468" y="10"/>
                    <a:pt x="470" y="10"/>
                  </a:cubicBezTo>
                  <a:cubicBezTo>
                    <a:pt x="471" y="10"/>
                    <a:pt x="473" y="11"/>
                    <a:pt x="474" y="12"/>
                  </a:cubicBezTo>
                  <a:cubicBezTo>
                    <a:pt x="475" y="14"/>
                    <a:pt x="474" y="19"/>
                    <a:pt x="476" y="20"/>
                  </a:cubicBezTo>
                  <a:cubicBezTo>
                    <a:pt x="478" y="21"/>
                    <a:pt x="484" y="19"/>
                    <a:pt x="487" y="18"/>
                  </a:cubicBezTo>
                  <a:cubicBezTo>
                    <a:pt x="488" y="18"/>
                    <a:pt x="490" y="15"/>
                    <a:pt x="491" y="14"/>
                  </a:cubicBezTo>
                  <a:cubicBezTo>
                    <a:pt x="494" y="13"/>
                    <a:pt x="500" y="13"/>
                    <a:pt x="503" y="13"/>
                  </a:cubicBezTo>
                  <a:cubicBezTo>
                    <a:pt x="505" y="14"/>
                    <a:pt x="511" y="15"/>
                    <a:pt x="513" y="16"/>
                  </a:cubicBezTo>
                  <a:cubicBezTo>
                    <a:pt x="516" y="17"/>
                    <a:pt x="521" y="21"/>
                    <a:pt x="524" y="23"/>
                  </a:cubicBezTo>
                  <a:cubicBezTo>
                    <a:pt x="528" y="26"/>
                    <a:pt x="536" y="31"/>
                    <a:pt x="540" y="34"/>
                  </a:cubicBezTo>
                  <a:cubicBezTo>
                    <a:pt x="543" y="36"/>
                    <a:pt x="547" y="39"/>
                    <a:pt x="550" y="41"/>
                  </a:cubicBezTo>
                  <a:cubicBezTo>
                    <a:pt x="552" y="42"/>
                    <a:pt x="557" y="44"/>
                    <a:pt x="560" y="44"/>
                  </a:cubicBezTo>
                  <a:cubicBezTo>
                    <a:pt x="563" y="44"/>
                    <a:pt x="568" y="41"/>
                    <a:pt x="571" y="41"/>
                  </a:cubicBezTo>
                  <a:cubicBezTo>
                    <a:pt x="573" y="41"/>
                    <a:pt x="576" y="43"/>
                    <a:pt x="577" y="43"/>
                  </a:cubicBezTo>
                  <a:cubicBezTo>
                    <a:pt x="580" y="45"/>
                    <a:pt x="584" y="50"/>
                    <a:pt x="587" y="52"/>
                  </a:cubicBezTo>
                  <a:cubicBezTo>
                    <a:pt x="588" y="53"/>
                    <a:pt x="590" y="57"/>
                    <a:pt x="592" y="58"/>
                  </a:cubicBezTo>
                  <a:cubicBezTo>
                    <a:pt x="593" y="60"/>
                    <a:pt x="595" y="63"/>
                    <a:pt x="597" y="64"/>
                  </a:cubicBezTo>
                  <a:cubicBezTo>
                    <a:pt x="600" y="66"/>
                    <a:pt x="607" y="70"/>
                    <a:pt x="610" y="72"/>
                  </a:cubicBezTo>
                  <a:cubicBezTo>
                    <a:pt x="614" y="73"/>
                    <a:pt x="621" y="76"/>
                    <a:pt x="624" y="77"/>
                  </a:cubicBezTo>
                  <a:cubicBezTo>
                    <a:pt x="628" y="79"/>
                    <a:pt x="634" y="81"/>
                    <a:pt x="637" y="82"/>
                  </a:cubicBezTo>
                  <a:cubicBezTo>
                    <a:pt x="638" y="83"/>
                    <a:pt x="640" y="86"/>
                    <a:pt x="642" y="87"/>
                  </a:cubicBezTo>
                  <a:cubicBezTo>
                    <a:pt x="645" y="90"/>
                    <a:pt x="652" y="93"/>
                    <a:pt x="656" y="95"/>
                  </a:cubicBezTo>
                  <a:cubicBezTo>
                    <a:pt x="660" y="97"/>
                    <a:pt x="669" y="99"/>
                    <a:pt x="673" y="100"/>
                  </a:cubicBezTo>
                  <a:cubicBezTo>
                    <a:pt x="676" y="102"/>
                    <a:pt x="683" y="105"/>
                    <a:pt x="686" y="107"/>
                  </a:cubicBezTo>
                  <a:cubicBezTo>
                    <a:pt x="689" y="109"/>
                    <a:pt x="693" y="114"/>
                    <a:pt x="696" y="117"/>
                  </a:cubicBezTo>
                  <a:cubicBezTo>
                    <a:pt x="698" y="118"/>
                    <a:pt x="702" y="122"/>
                    <a:pt x="705" y="123"/>
                  </a:cubicBezTo>
                  <a:cubicBezTo>
                    <a:pt x="707" y="125"/>
                    <a:pt x="713" y="127"/>
                    <a:pt x="716" y="127"/>
                  </a:cubicBezTo>
                  <a:cubicBezTo>
                    <a:pt x="718" y="127"/>
                    <a:pt x="723" y="128"/>
                    <a:pt x="726" y="127"/>
                  </a:cubicBezTo>
                  <a:cubicBezTo>
                    <a:pt x="729" y="127"/>
                    <a:pt x="734" y="125"/>
                    <a:pt x="736" y="122"/>
                  </a:cubicBezTo>
                  <a:cubicBezTo>
                    <a:pt x="737" y="121"/>
                    <a:pt x="737" y="117"/>
                    <a:pt x="738" y="116"/>
                  </a:cubicBezTo>
                  <a:cubicBezTo>
                    <a:pt x="739" y="114"/>
                    <a:pt x="741" y="111"/>
                    <a:pt x="742" y="110"/>
                  </a:cubicBezTo>
                  <a:cubicBezTo>
                    <a:pt x="743" y="109"/>
                    <a:pt x="746" y="107"/>
                    <a:pt x="748" y="107"/>
                  </a:cubicBezTo>
                  <a:cubicBezTo>
                    <a:pt x="749" y="107"/>
                    <a:pt x="752" y="108"/>
                    <a:pt x="753" y="109"/>
                  </a:cubicBezTo>
                  <a:cubicBezTo>
                    <a:pt x="755" y="110"/>
                    <a:pt x="758" y="113"/>
                    <a:pt x="760" y="114"/>
                  </a:cubicBezTo>
                  <a:cubicBezTo>
                    <a:pt x="762" y="115"/>
                    <a:pt x="767" y="118"/>
                    <a:pt x="769" y="118"/>
                  </a:cubicBezTo>
                  <a:cubicBezTo>
                    <a:pt x="771" y="118"/>
                    <a:pt x="773" y="116"/>
                    <a:pt x="774" y="115"/>
                  </a:cubicBezTo>
                  <a:cubicBezTo>
                    <a:pt x="775" y="114"/>
                    <a:pt x="775" y="111"/>
                    <a:pt x="776" y="110"/>
                  </a:cubicBezTo>
                  <a:cubicBezTo>
                    <a:pt x="778" y="109"/>
                    <a:pt x="781" y="107"/>
                    <a:pt x="782" y="107"/>
                  </a:cubicBezTo>
                  <a:cubicBezTo>
                    <a:pt x="785" y="107"/>
                    <a:pt x="789" y="108"/>
                    <a:pt x="791" y="110"/>
                  </a:cubicBezTo>
                  <a:cubicBezTo>
                    <a:pt x="792" y="111"/>
                    <a:pt x="792" y="114"/>
                    <a:pt x="791" y="115"/>
                  </a:cubicBezTo>
                  <a:cubicBezTo>
                    <a:pt x="791" y="117"/>
                    <a:pt x="788" y="119"/>
                    <a:pt x="788" y="121"/>
                  </a:cubicBezTo>
                  <a:cubicBezTo>
                    <a:pt x="788" y="122"/>
                    <a:pt x="789" y="126"/>
                    <a:pt x="791" y="127"/>
                  </a:cubicBezTo>
                  <a:cubicBezTo>
                    <a:pt x="792" y="128"/>
                    <a:pt x="796" y="128"/>
                    <a:pt x="798" y="128"/>
                  </a:cubicBezTo>
                  <a:cubicBezTo>
                    <a:pt x="799" y="128"/>
                    <a:pt x="802" y="127"/>
                    <a:pt x="804" y="127"/>
                  </a:cubicBezTo>
                  <a:cubicBezTo>
                    <a:pt x="805" y="126"/>
                    <a:pt x="807" y="122"/>
                    <a:pt x="808" y="122"/>
                  </a:cubicBezTo>
                  <a:cubicBezTo>
                    <a:pt x="809" y="121"/>
                    <a:pt x="811" y="122"/>
                    <a:pt x="812" y="122"/>
                  </a:cubicBezTo>
                  <a:cubicBezTo>
                    <a:pt x="814" y="123"/>
                    <a:pt x="816" y="126"/>
                    <a:pt x="816" y="128"/>
                  </a:cubicBezTo>
                  <a:cubicBezTo>
                    <a:pt x="816" y="129"/>
                    <a:pt x="815" y="132"/>
                    <a:pt x="815" y="133"/>
                  </a:cubicBezTo>
                  <a:cubicBezTo>
                    <a:pt x="815" y="136"/>
                    <a:pt x="816" y="141"/>
                    <a:pt x="817" y="143"/>
                  </a:cubicBezTo>
                  <a:cubicBezTo>
                    <a:pt x="818" y="145"/>
                    <a:pt x="821" y="149"/>
                    <a:pt x="823" y="150"/>
                  </a:cubicBezTo>
                  <a:cubicBezTo>
                    <a:pt x="825" y="151"/>
                    <a:pt x="829" y="150"/>
                    <a:pt x="831" y="150"/>
                  </a:cubicBezTo>
                  <a:cubicBezTo>
                    <a:pt x="834" y="150"/>
                    <a:pt x="841" y="152"/>
                    <a:pt x="844" y="153"/>
                  </a:cubicBezTo>
                  <a:cubicBezTo>
                    <a:pt x="846" y="155"/>
                    <a:pt x="850" y="158"/>
                    <a:pt x="851" y="160"/>
                  </a:cubicBezTo>
                  <a:cubicBezTo>
                    <a:pt x="854" y="163"/>
                    <a:pt x="860" y="169"/>
                    <a:pt x="863" y="172"/>
                  </a:cubicBezTo>
                  <a:cubicBezTo>
                    <a:pt x="866" y="174"/>
                    <a:pt x="873" y="180"/>
                    <a:pt x="877" y="182"/>
                  </a:cubicBezTo>
                  <a:cubicBezTo>
                    <a:pt x="880" y="184"/>
                    <a:pt x="887" y="188"/>
                    <a:pt x="890" y="190"/>
                  </a:cubicBezTo>
                  <a:cubicBezTo>
                    <a:pt x="891" y="191"/>
                    <a:pt x="895" y="193"/>
                    <a:pt x="896" y="194"/>
                  </a:cubicBezTo>
                  <a:cubicBezTo>
                    <a:pt x="898" y="196"/>
                    <a:pt x="901" y="199"/>
                    <a:pt x="903" y="200"/>
                  </a:cubicBezTo>
                  <a:cubicBezTo>
                    <a:pt x="905" y="200"/>
                    <a:pt x="908" y="201"/>
                    <a:pt x="910" y="202"/>
                  </a:cubicBezTo>
                  <a:cubicBezTo>
                    <a:pt x="913" y="203"/>
                    <a:pt x="919" y="206"/>
                    <a:pt x="922" y="208"/>
                  </a:cubicBezTo>
                  <a:cubicBezTo>
                    <a:pt x="926" y="209"/>
                    <a:pt x="934" y="213"/>
                    <a:pt x="938" y="213"/>
                  </a:cubicBezTo>
                  <a:cubicBezTo>
                    <a:pt x="942" y="214"/>
                    <a:pt x="950" y="213"/>
                    <a:pt x="954" y="213"/>
                  </a:cubicBezTo>
                  <a:cubicBezTo>
                    <a:pt x="960" y="213"/>
                    <a:pt x="972" y="212"/>
                    <a:pt x="978" y="212"/>
                  </a:cubicBezTo>
                  <a:cubicBezTo>
                    <a:pt x="985" y="212"/>
                    <a:pt x="997" y="212"/>
                    <a:pt x="1004" y="212"/>
                  </a:cubicBezTo>
                  <a:cubicBezTo>
                    <a:pt x="1012" y="212"/>
                    <a:pt x="1028" y="211"/>
                    <a:pt x="1036" y="212"/>
                  </a:cubicBezTo>
                  <a:cubicBezTo>
                    <a:pt x="1040" y="212"/>
                    <a:pt x="1048" y="216"/>
                    <a:pt x="1052" y="216"/>
                  </a:cubicBezTo>
                  <a:cubicBezTo>
                    <a:pt x="1055" y="216"/>
                    <a:pt x="1061" y="215"/>
                    <a:pt x="1063" y="214"/>
                  </a:cubicBezTo>
                  <a:cubicBezTo>
                    <a:pt x="1065" y="213"/>
                    <a:pt x="1068" y="209"/>
                    <a:pt x="1070" y="208"/>
                  </a:cubicBezTo>
                  <a:cubicBezTo>
                    <a:pt x="1072" y="207"/>
                    <a:pt x="1077" y="204"/>
                    <a:pt x="1079" y="206"/>
                  </a:cubicBezTo>
                  <a:cubicBezTo>
                    <a:pt x="1081" y="206"/>
                    <a:pt x="1079" y="210"/>
                    <a:pt x="1080" y="212"/>
                  </a:cubicBezTo>
                  <a:cubicBezTo>
                    <a:pt x="1082" y="215"/>
                    <a:pt x="1085" y="221"/>
                    <a:pt x="1089" y="222"/>
                  </a:cubicBezTo>
                  <a:cubicBezTo>
                    <a:pt x="1091" y="222"/>
                    <a:pt x="1095" y="218"/>
                    <a:pt x="1096" y="216"/>
                  </a:cubicBezTo>
                  <a:cubicBezTo>
                    <a:pt x="1099" y="214"/>
                    <a:pt x="1102" y="208"/>
                    <a:pt x="1104" y="206"/>
                  </a:cubicBezTo>
                  <a:cubicBezTo>
                    <a:pt x="1106" y="204"/>
                    <a:pt x="1109" y="201"/>
                    <a:pt x="1111" y="199"/>
                  </a:cubicBezTo>
                  <a:cubicBezTo>
                    <a:pt x="1112" y="198"/>
                    <a:pt x="1116" y="196"/>
                    <a:pt x="1118" y="194"/>
                  </a:cubicBezTo>
                  <a:cubicBezTo>
                    <a:pt x="1119" y="192"/>
                    <a:pt x="1121" y="189"/>
                    <a:pt x="1121" y="187"/>
                  </a:cubicBezTo>
                  <a:cubicBezTo>
                    <a:pt x="1123" y="184"/>
                    <a:pt x="1125" y="178"/>
                    <a:pt x="1125" y="175"/>
                  </a:cubicBezTo>
                  <a:cubicBezTo>
                    <a:pt x="1126" y="172"/>
                    <a:pt x="1125" y="165"/>
                    <a:pt x="1125" y="162"/>
                  </a:cubicBezTo>
                  <a:cubicBezTo>
                    <a:pt x="1125" y="160"/>
                    <a:pt x="1125" y="155"/>
                    <a:pt x="1126" y="152"/>
                  </a:cubicBezTo>
                  <a:cubicBezTo>
                    <a:pt x="1127" y="150"/>
                    <a:pt x="1130" y="147"/>
                    <a:pt x="1132" y="146"/>
                  </a:cubicBezTo>
                  <a:cubicBezTo>
                    <a:pt x="1134" y="145"/>
                    <a:pt x="1140" y="145"/>
                    <a:pt x="1142" y="146"/>
                  </a:cubicBezTo>
                  <a:cubicBezTo>
                    <a:pt x="1143" y="146"/>
                    <a:pt x="1145" y="149"/>
                    <a:pt x="1146" y="150"/>
                  </a:cubicBezTo>
                  <a:cubicBezTo>
                    <a:pt x="1148" y="151"/>
                    <a:pt x="1153" y="150"/>
                    <a:pt x="1155" y="151"/>
                  </a:cubicBezTo>
                  <a:cubicBezTo>
                    <a:pt x="1157" y="152"/>
                    <a:pt x="1158" y="155"/>
                    <a:pt x="1159" y="156"/>
                  </a:cubicBezTo>
                  <a:cubicBezTo>
                    <a:pt x="1161" y="157"/>
                    <a:pt x="1165" y="158"/>
                    <a:pt x="1167" y="157"/>
                  </a:cubicBezTo>
                  <a:cubicBezTo>
                    <a:pt x="1168" y="157"/>
                    <a:pt x="1170" y="155"/>
                    <a:pt x="1170" y="154"/>
                  </a:cubicBezTo>
                  <a:cubicBezTo>
                    <a:pt x="1171" y="153"/>
                    <a:pt x="1172" y="151"/>
                    <a:pt x="1173" y="150"/>
                  </a:cubicBezTo>
                  <a:cubicBezTo>
                    <a:pt x="1175" y="149"/>
                    <a:pt x="1180" y="148"/>
                    <a:pt x="1182" y="149"/>
                  </a:cubicBezTo>
                  <a:cubicBezTo>
                    <a:pt x="1186" y="149"/>
                    <a:pt x="1192" y="153"/>
                    <a:pt x="1195" y="155"/>
                  </a:cubicBezTo>
                  <a:cubicBezTo>
                    <a:pt x="1198" y="157"/>
                    <a:pt x="1203" y="165"/>
                    <a:pt x="1207" y="167"/>
                  </a:cubicBezTo>
                  <a:cubicBezTo>
                    <a:pt x="1210" y="169"/>
                    <a:pt x="1217" y="171"/>
                    <a:pt x="1221" y="171"/>
                  </a:cubicBezTo>
                  <a:cubicBezTo>
                    <a:pt x="1225" y="172"/>
                    <a:pt x="1231" y="169"/>
                    <a:pt x="1235" y="169"/>
                  </a:cubicBezTo>
                  <a:cubicBezTo>
                    <a:pt x="1238" y="169"/>
                    <a:pt x="1245" y="169"/>
                    <a:pt x="1248" y="170"/>
                  </a:cubicBezTo>
                  <a:cubicBezTo>
                    <a:pt x="1251" y="170"/>
                    <a:pt x="1256" y="172"/>
                    <a:pt x="1258" y="174"/>
                  </a:cubicBezTo>
                  <a:cubicBezTo>
                    <a:pt x="1259" y="176"/>
                    <a:pt x="1258" y="180"/>
                    <a:pt x="1259" y="182"/>
                  </a:cubicBezTo>
                  <a:cubicBezTo>
                    <a:pt x="1259" y="185"/>
                    <a:pt x="1262" y="191"/>
                    <a:pt x="1263" y="194"/>
                  </a:cubicBezTo>
                  <a:cubicBezTo>
                    <a:pt x="1264" y="197"/>
                    <a:pt x="1267" y="203"/>
                    <a:pt x="1269" y="206"/>
                  </a:cubicBezTo>
                  <a:cubicBezTo>
                    <a:pt x="1271" y="208"/>
                    <a:pt x="1275" y="211"/>
                    <a:pt x="1277" y="211"/>
                  </a:cubicBezTo>
                  <a:cubicBezTo>
                    <a:pt x="1279" y="212"/>
                    <a:pt x="1283" y="209"/>
                    <a:pt x="1285" y="209"/>
                  </a:cubicBezTo>
                  <a:cubicBezTo>
                    <a:pt x="1287" y="209"/>
                    <a:pt x="1292" y="210"/>
                    <a:pt x="1293" y="211"/>
                  </a:cubicBezTo>
                  <a:cubicBezTo>
                    <a:pt x="1295" y="212"/>
                    <a:pt x="1298" y="217"/>
                    <a:pt x="1299" y="218"/>
                  </a:cubicBezTo>
                  <a:cubicBezTo>
                    <a:pt x="1301" y="221"/>
                    <a:pt x="1306" y="226"/>
                    <a:pt x="1309" y="227"/>
                  </a:cubicBezTo>
                  <a:cubicBezTo>
                    <a:pt x="1312" y="228"/>
                    <a:pt x="1317" y="229"/>
                    <a:pt x="1320" y="229"/>
                  </a:cubicBezTo>
                  <a:cubicBezTo>
                    <a:pt x="1323" y="229"/>
                    <a:pt x="1328" y="226"/>
                    <a:pt x="1331" y="226"/>
                  </a:cubicBezTo>
                  <a:cubicBezTo>
                    <a:pt x="1334" y="226"/>
                    <a:pt x="1340" y="227"/>
                    <a:pt x="1343" y="226"/>
                  </a:cubicBezTo>
                  <a:cubicBezTo>
                    <a:pt x="1347" y="226"/>
                    <a:pt x="1353" y="224"/>
                    <a:pt x="1356" y="223"/>
                  </a:cubicBezTo>
                  <a:cubicBezTo>
                    <a:pt x="1359" y="222"/>
                    <a:pt x="1365" y="219"/>
                    <a:pt x="1368" y="218"/>
                  </a:cubicBezTo>
                  <a:cubicBezTo>
                    <a:pt x="1371" y="217"/>
                    <a:pt x="1377" y="217"/>
                    <a:pt x="1380" y="217"/>
                  </a:cubicBezTo>
                  <a:cubicBezTo>
                    <a:pt x="1384" y="218"/>
                    <a:pt x="1391" y="221"/>
                    <a:pt x="1394" y="222"/>
                  </a:cubicBezTo>
                  <a:cubicBezTo>
                    <a:pt x="1397" y="224"/>
                    <a:pt x="1403" y="226"/>
                    <a:pt x="1405" y="228"/>
                  </a:cubicBezTo>
                  <a:cubicBezTo>
                    <a:pt x="1407" y="229"/>
                    <a:pt x="1410" y="232"/>
                    <a:pt x="1411" y="234"/>
                  </a:cubicBezTo>
                  <a:cubicBezTo>
                    <a:pt x="1412" y="236"/>
                    <a:pt x="1411" y="241"/>
                    <a:pt x="1411" y="243"/>
                  </a:cubicBezTo>
                  <a:cubicBezTo>
                    <a:pt x="1410" y="245"/>
                    <a:pt x="1409" y="248"/>
                    <a:pt x="1409" y="250"/>
                  </a:cubicBezTo>
                  <a:cubicBezTo>
                    <a:pt x="1408" y="252"/>
                    <a:pt x="1405" y="257"/>
                    <a:pt x="1406" y="260"/>
                  </a:cubicBezTo>
                  <a:cubicBezTo>
                    <a:pt x="1406" y="263"/>
                    <a:pt x="1410" y="269"/>
                    <a:pt x="1412" y="271"/>
                  </a:cubicBezTo>
                  <a:cubicBezTo>
                    <a:pt x="1413" y="273"/>
                    <a:pt x="1417" y="276"/>
                    <a:pt x="1418" y="278"/>
                  </a:cubicBezTo>
                  <a:cubicBezTo>
                    <a:pt x="1418" y="279"/>
                    <a:pt x="1419" y="284"/>
                    <a:pt x="1418" y="285"/>
                  </a:cubicBezTo>
                  <a:cubicBezTo>
                    <a:pt x="1418" y="287"/>
                    <a:pt x="1414" y="287"/>
                    <a:pt x="1413" y="289"/>
                  </a:cubicBezTo>
                  <a:cubicBezTo>
                    <a:pt x="1412" y="290"/>
                    <a:pt x="1411" y="295"/>
                    <a:pt x="1411" y="297"/>
                  </a:cubicBezTo>
                  <a:cubicBezTo>
                    <a:pt x="1412" y="299"/>
                    <a:pt x="1413" y="304"/>
                    <a:pt x="1415" y="306"/>
                  </a:cubicBezTo>
                  <a:cubicBezTo>
                    <a:pt x="1416" y="307"/>
                    <a:pt x="1422" y="306"/>
                    <a:pt x="1423" y="307"/>
                  </a:cubicBezTo>
                  <a:cubicBezTo>
                    <a:pt x="1425" y="310"/>
                    <a:pt x="1424" y="318"/>
                    <a:pt x="1424" y="321"/>
                  </a:cubicBezTo>
                  <a:cubicBezTo>
                    <a:pt x="1423" y="323"/>
                    <a:pt x="1422" y="326"/>
                    <a:pt x="1421" y="328"/>
                  </a:cubicBezTo>
                  <a:cubicBezTo>
                    <a:pt x="1421" y="331"/>
                    <a:pt x="1420" y="337"/>
                    <a:pt x="1421" y="340"/>
                  </a:cubicBezTo>
                  <a:cubicBezTo>
                    <a:pt x="1421" y="343"/>
                    <a:pt x="1425" y="348"/>
                    <a:pt x="1426" y="351"/>
                  </a:cubicBezTo>
                  <a:cubicBezTo>
                    <a:pt x="1428" y="354"/>
                    <a:pt x="1433" y="357"/>
                    <a:pt x="1435" y="360"/>
                  </a:cubicBezTo>
                  <a:cubicBezTo>
                    <a:pt x="1436" y="362"/>
                    <a:pt x="1437" y="367"/>
                    <a:pt x="1437" y="370"/>
                  </a:cubicBezTo>
                  <a:cubicBezTo>
                    <a:pt x="1437" y="372"/>
                    <a:pt x="1435" y="377"/>
                    <a:pt x="1434" y="379"/>
                  </a:cubicBezTo>
                  <a:cubicBezTo>
                    <a:pt x="1433" y="380"/>
                    <a:pt x="1431" y="381"/>
                    <a:pt x="1431" y="382"/>
                  </a:cubicBezTo>
                  <a:cubicBezTo>
                    <a:pt x="1429" y="383"/>
                    <a:pt x="1426" y="386"/>
                    <a:pt x="1424" y="388"/>
                  </a:cubicBezTo>
                  <a:cubicBezTo>
                    <a:pt x="1423" y="389"/>
                    <a:pt x="1420" y="391"/>
                    <a:pt x="1419" y="392"/>
                  </a:cubicBezTo>
                  <a:cubicBezTo>
                    <a:pt x="1418" y="394"/>
                    <a:pt x="1418" y="398"/>
                    <a:pt x="1417" y="399"/>
                  </a:cubicBezTo>
                  <a:cubicBezTo>
                    <a:pt x="1416" y="401"/>
                    <a:pt x="1415" y="404"/>
                    <a:pt x="1414" y="405"/>
                  </a:cubicBezTo>
                  <a:cubicBezTo>
                    <a:pt x="1413" y="406"/>
                    <a:pt x="1410" y="406"/>
                    <a:pt x="1409" y="407"/>
                  </a:cubicBezTo>
                  <a:cubicBezTo>
                    <a:pt x="1407" y="408"/>
                    <a:pt x="1406" y="412"/>
                    <a:pt x="1405" y="414"/>
                  </a:cubicBezTo>
                  <a:cubicBezTo>
                    <a:pt x="1404" y="416"/>
                    <a:pt x="1402" y="421"/>
                    <a:pt x="1401" y="424"/>
                  </a:cubicBezTo>
                  <a:cubicBezTo>
                    <a:pt x="1400" y="426"/>
                    <a:pt x="1397" y="431"/>
                    <a:pt x="1396" y="434"/>
                  </a:cubicBezTo>
                  <a:cubicBezTo>
                    <a:pt x="1396" y="436"/>
                    <a:pt x="1395" y="442"/>
                    <a:pt x="1394" y="444"/>
                  </a:cubicBezTo>
                  <a:cubicBezTo>
                    <a:pt x="1393" y="446"/>
                    <a:pt x="1391" y="450"/>
                    <a:pt x="1390" y="451"/>
                  </a:cubicBezTo>
                  <a:cubicBezTo>
                    <a:pt x="1390" y="453"/>
                    <a:pt x="1388" y="455"/>
                    <a:pt x="1387" y="456"/>
                  </a:cubicBezTo>
                  <a:cubicBezTo>
                    <a:pt x="1387" y="457"/>
                    <a:pt x="1387" y="461"/>
                    <a:pt x="1387" y="462"/>
                  </a:cubicBezTo>
                  <a:cubicBezTo>
                    <a:pt x="1388" y="465"/>
                    <a:pt x="1390" y="468"/>
                    <a:pt x="1391" y="471"/>
                  </a:cubicBezTo>
                  <a:cubicBezTo>
                    <a:pt x="1391" y="473"/>
                    <a:pt x="1390" y="479"/>
                    <a:pt x="1389" y="482"/>
                  </a:cubicBezTo>
                  <a:cubicBezTo>
                    <a:pt x="1389" y="484"/>
                    <a:pt x="1386" y="489"/>
                    <a:pt x="1384" y="492"/>
                  </a:cubicBezTo>
                  <a:cubicBezTo>
                    <a:pt x="1383" y="494"/>
                    <a:pt x="1380" y="497"/>
                    <a:pt x="1379" y="500"/>
                  </a:cubicBezTo>
                  <a:cubicBezTo>
                    <a:pt x="1378" y="502"/>
                    <a:pt x="1378" y="507"/>
                    <a:pt x="1377" y="510"/>
                  </a:cubicBezTo>
                  <a:cubicBezTo>
                    <a:pt x="1377" y="513"/>
                    <a:pt x="1374" y="519"/>
                    <a:pt x="1374" y="522"/>
                  </a:cubicBezTo>
                  <a:cubicBezTo>
                    <a:pt x="1374" y="526"/>
                    <a:pt x="1378" y="532"/>
                    <a:pt x="1380" y="536"/>
                  </a:cubicBezTo>
                  <a:cubicBezTo>
                    <a:pt x="1382" y="538"/>
                    <a:pt x="1386" y="542"/>
                    <a:pt x="1388" y="543"/>
                  </a:cubicBezTo>
                  <a:cubicBezTo>
                    <a:pt x="1390" y="545"/>
                    <a:pt x="1394" y="549"/>
                    <a:pt x="1396" y="550"/>
                  </a:cubicBezTo>
                  <a:cubicBezTo>
                    <a:pt x="1398" y="551"/>
                    <a:pt x="1403" y="551"/>
                    <a:pt x="1405" y="551"/>
                  </a:cubicBezTo>
                  <a:cubicBezTo>
                    <a:pt x="1407" y="551"/>
                    <a:pt x="1410" y="551"/>
                    <a:pt x="1412" y="551"/>
                  </a:cubicBezTo>
                  <a:cubicBezTo>
                    <a:pt x="1413" y="551"/>
                    <a:pt x="1415" y="553"/>
                    <a:pt x="1416" y="554"/>
                  </a:cubicBezTo>
                  <a:cubicBezTo>
                    <a:pt x="1416" y="555"/>
                    <a:pt x="1415" y="557"/>
                    <a:pt x="1415" y="558"/>
                  </a:cubicBezTo>
                  <a:cubicBezTo>
                    <a:pt x="1415" y="560"/>
                    <a:pt x="1413" y="562"/>
                    <a:pt x="1413" y="564"/>
                  </a:cubicBezTo>
                  <a:cubicBezTo>
                    <a:pt x="1412" y="565"/>
                    <a:pt x="1410" y="568"/>
                    <a:pt x="1409" y="569"/>
                  </a:cubicBezTo>
                  <a:cubicBezTo>
                    <a:pt x="1408" y="571"/>
                    <a:pt x="1408" y="574"/>
                    <a:pt x="1408" y="576"/>
                  </a:cubicBezTo>
                  <a:cubicBezTo>
                    <a:pt x="1409" y="578"/>
                    <a:pt x="1411" y="582"/>
                    <a:pt x="1412" y="584"/>
                  </a:cubicBezTo>
                  <a:cubicBezTo>
                    <a:pt x="1413" y="586"/>
                    <a:pt x="1417" y="590"/>
                    <a:pt x="1419" y="592"/>
                  </a:cubicBezTo>
                  <a:cubicBezTo>
                    <a:pt x="1420" y="593"/>
                    <a:pt x="1421" y="597"/>
                    <a:pt x="1422" y="598"/>
                  </a:cubicBezTo>
                  <a:cubicBezTo>
                    <a:pt x="1424" y="599"/>
                    <a:pt x="1428" y="598"/>
                    <a:pt x="1429" y="599"/>
                  </a:cubicBezTo>
                  <a:cubicBezTo>
                    <a:pt x="1432" y="600"/>
                    <a:pt x="1437" y="603"/>
                    <a:pt x="1439" y="606"/>
                  </a:cubicBezTo>
                  <a:cubicBezTo>
                    <a:pt x="1439" y="607"/>
                    <a:pt x="1439" y="610"/>
                    <a:pt x="1439" y="612"/>
                  </a:cubicBezTo>
                  <a:cubicBezTo>
                    <a:pt x="1439" y="615"/>
                    <a:pt x="1437" y="620"/>
                    <a:pt x="1437" y="623"/>
                  </a:cubicBezTo>
                  <a:cubicBezTo>
                    <a:pt x="1437" y="626"/>
                    <a:pt x="1438" y="631"/>
                    <a:pt x="1438" y="634"/>
                  </a:cubicBezTo>
                  <a:cubicBezTo>
                    <a:pt x="1439" y="639"/>
                    <a:pt x="1443" y="647"/>
                    <a:pt x="1445" y="652"/>
                  </a:cubicBezTo>
                  <a:cubicBezTo>
                    <a:pt x="1446" y="655"/>
                    <a:pt x="1448" y="660"/>
                    <a:pt x="1450" y="663"/>
                  </a:cubicBezTo>
                  <a:cubicBezTo>
                    <a:pt x="1451" y="667"/>
                    <a:pt x="1455" y="673"/>
                    <a:pt x="1456" y="676"/>
                  </a:cubicBezTo>
                  <a:cubicBezTo>
                    <a:pt x="1457" y="679"/>
                    <a:pt x="1458" y="685"/>
                    <a:pt x="1459" y="688"/>
                  </a:cubicBezTo>
                  <a:cubicBezTo>
                    <a:pt x="1460" y="690"/>
                    <a:pt x="1463" y="693"/>
                    <a:pt x="1465" y="694"/>
                  </a:cubicBezTo>
                  <a:cubicBezTo>
                    <a:pt x="1468" y="697"/>
                    <a:pt x="1475" y="702"/>
                    <a:pt x="1479" y="704"/>
                  </a:cubicBezTo>
                  <a:cubicBezTo>
                    <a:pt x="1482" y="705"/>
                    <a:pt x="1489" y="706"/>
                    <a:pt x="1493" y="707"/>
                  </a:cubicBezTo>
                  <a:cubicBezTo>
                    <a:pt x="1495" y="707"/>
                    <a:pt x="1499" y="707"/>
                    <a:pt x="1501" y="708"/>
                  </a:cubicBezTo>
                  <a:cubicBezTo>
                    <a:pt x="1504" y="708"/>
                    <a:pt x="1509" y="710"/>
                    <a:pt x="1510" y="713"/>
                  </a:cubicBezTo>
                  <a:cubicBezTo>
                    <a:pt x="1511" y="714"/>
                    <a:pt x="1510" y="719"/>
                    <a:pt x="1511" y="720"/>
                  </a:cubicBezTo>
                  <a:cubicBezTo>
                    <a:pt x="1512" y="721"/>
                    <a:pt x="1514" y="723"/>
                    <a:pt x="1515" y="724"/>
                  </a:cubicBezTo>
                  <a:cubicBezTo>
                    <a:pt x="1517" y="725"/>
                    <a:pt x="1522" y="727"/>
                    <a:pt x="1524" y="728"/>
                  </a:cubicBezTo>
                  <a:cubicBezTo>
                    <a:pt x="1524" y="728"/>
                    <a:pt x="1524" y="728"/>
                    <a:pt x="1524" y="728"/>
                  </a:cubicBezTo>
                  <a:cubicBezTo>
                    <a:pt x="1521" y="730"/>
                    <a:pt x="1518" y="731"/>
                    <a:pt x="1517" y="732"/>
                  </a:cubicBezTo>
                  <a:cubicBezTo>
                    <a:pt x="1515" y="734"/>
                    <a:pt x="1509" y="736"/>
                    <a:pt x="1507" y="738"/>
                  </a:cubicBezTo>
                  <a:cubicBezTo>
                    <a:pt x="1504" y="740"/>
                    <a:pt x="1499" y="746"/>
                    <a:pt x="1497" y="749"/>
                  </a:cubicBezTo>
                  <a:cubicBezTo>
                    <a:pt x="1496" y="750"/>
                    <a:pt x="1494" y="754"/>
                    <a:pt x="1492" y="754"/>
                  </a:cubicBezTo>
                  <a:cubicBezTo>
                    <a:pt x="1490" y="755"/>
                    <a:pt x="1485" y="752"/>
                    <a:pt x="1483" y="750"/>
                  </a:cubicBezTo>
                  <a:cubicBezTo>
                    <a:pt x="1481" y="749"/>
                    <a:pt x="1480" y="742"/>
                    <a:pt x="1478" y="741"/>
                  </a:cubicBezTo>
                  <a:cubicBezTo>
                    <a:pt x="1476" y="740"/>
                    <a:pt x="1471" y="742"/>
                    <a:pt x="1469" y="743"/>
                  </a:cubicBezTo>
                  <a:cubicBezTo>
                    <a:pt x="1467" y="744"/>
                    <a:pt x="1463" y="748"/>
                    <a:pt x="1463" y="750"/>
                  </a:cubicBezTo>
                  <a:cubicBezTo>
                    <a:pt x="1462" y="752"/>
                    <a:pt x="1466" y="757"/>
                    <a:pt x="1467" y="759"/>
                  </a:cubicBezTo>
                  <a:cubicBezTo>
                    <a:pt x="1469" y="761"/>
                    <a:pt x="1474" y="763"/>
                    <a:pt x="1477" y="765"/>
                  </a:cubicBezTo>
                  <a:cubicBezTo>
                    <a:pt x="1478" y="766"/>
                    <a:pt x="1482" y="770"/>
                    <a:pt x="1483" y="771"/>
                  </a:cubicBezTo>
                  <a:cubicBezTo>
                    <a:pt x="1485" y="774"/>
                    <a:pt x="1488" y="778"/>
                    <a:pt x="1488" y="781"/>
                  </a:cubicBezTo>
                  <a:cubicBezTo>
                    <a:pt x="1488" y="783"/>
                    <a:pt x="1485" y="787"/>
                    <a:pt x="1484" y="789"/>
                  </a:cubicBezTo>
                  <a:cubicBezTo>
                    <a:pt x="1483" y="791"/>
                    <a:pt x="1482" y="797"/>
                    <a:pt x="1481" y="800"/>
                  </a:cubicBezTo>
                  <a:cubicBezTo>
                    <a:pt x="1479" y="804"/>
                    <a:pt x="1477" y="814"/>
                    <a:pt x="1474" y="817"/>
                  </a:cubicBezTo>
                  <a:cubicBezTo>
                    <a:pt x="1471" y="818"/>
                    <a:pt x="1466" y="818"/>
                    <a:pt x="1464" y="817"/>
                  </a:cubicBezTo>
                  <a:cubicBezTo>
                    <a:pt x="1462" y="816"/>
                    <a:pt x="1459" y="812"/>
                    <a:pt x="1458" y="810"/>
                  </a:cubicBezTo>
                  <a:cubicBezTo>
                    <a:pt x="1458" y="808"/>
                    <a:pt x="1460" y="803"/>
                    <a:pt x="1458" y="801"/>
                  </a:cubicBezTo>
                  <a:cubicBezTo>
                    <a:pt x="1457" y="799"/>
                    <a:pt x="1452" y="798"/>
                    <a:pt x="1449" y="798"/>
                  </a:cubicBezTo>
                  <a:cubicBezTo>
                    <a:pt x="1447" y="797"/>
                    <a:pt x="1443" y="796"/>
                    <a:pt x="1441" y="795"/>
                  </a:cubicBezTo>
                  <a:cubicBezTo>
                    <a:pt x="1440" y="794"/>
                    <a:pt x="1436" y="793"/>
                    <a:pt x="1435" y="792"/>
                  </a:cubicBezTo>
                  <a:cubicBezTo>
                    <a:pt x="1433" y="790"/>
                    <a:pt x="1433" y="785"/>
                    <a:pt x="1431" y="783"/>
                  </a:cubicBezTo>
                  <a:cubicBezTo>
                    <a:pt x="1429" y="781"/>
                    <a:pt x="1425" y="780"/>
                    <a:pt x="1423" y="780"/>
                  </a:cubicBezTo>
                  <a:cubicBezTo>
                    <a:pt x="1420" y="779"/>
                    <a:pt x="1416" y="780"/>
                    <a:pt x="1413" y="780"/>
                  </a:cubicBezTo>
                  <a:cubicBezTo>
                    <a:pt x="1410" y="781"/>
                    <a:pt x="1405" y="785"/>
                    <a:pt x="1402" y="786"/>
                  </a:cubicBezTo>
                  <a:cubicBezTo>
                    <a:pt x="1400" y="787"/>
                    <a:pt x="1396" y="789"/>
                    <a:pt x="1394" y="790"/>
                  </a:cubicBezTo>
                  <a:cubicBezTo>
                    <a:pt x="1391" y="794"/>
                    <a:pt x="1387" y="803"/>
                    <a:pt x="1385" y="807"/>
                  </a:cubicBezTo>
                  <a:cubicBezTo>
                    <a:pt x="1384" y="810"/>
                    <a:pt x="1383" y="816"/>
                    <a:pt x="1381" y="819"/>
                  </a:cubicBezTo>
                  <a:cubicBezTo>
                    <a:pt x="1379" y="822"/>
                    <a:pt x="1372" y="827"/>
                    <a:pt x="1369" y="829"/>
                  </a:cubicBezTo>
                  <a:cubicBezTo>
                    <a:pt x="1364" y="831"/>
                    <a:pt x="1353" y="831"/>
                    <a:pt x="1348" y="833"/>
                  </a:cubicBezTo>
                  <a:cubicBezTo>
                    <a:pt x="1346" y="834"/>
                    <a:pt x="1341" y="839"/>
                    <a:pt x="1338" y="839"/>
                  </a:cubicBezTo>
                  <a:cubicBezTo>
                    <a:pt x="1334" y="839"/>
                    <a:pt x="1327" y="835"/>
                    <a:pt x="1323" y="834"/>
                  </a:cubicBezTo>
                  <a:cubicBezTo>
                    <a:pt x="1322" y="834"/>
                    <a:pt x="1318" y="834"/>
                    <a:pt x="1316" y="835"/>
                  </a:cubicBezTo>
                  <a:cubicBezTo>
                    <a:pt x="1313" y="837"/>
                    <a:pt x="1310" y="845"/>
                    <a:pt x="1309" y="849"/>
                  </a:cubicBezTo>
                  <a:cubicBezTo>
                    <a:pt x="1308" y="852"/>
                    <a:pt x="1309" y="859"/>
                    <a:pt x="1308" y="863"/>
                  </a:cubicBezTo>
                  <a:cubicBezTo>
                    <a:pt x="1307" y="866"/>
                    <a:pt x="1302" y="871"/>
                    <a:pt x="1300" y="875"/>
                  </a:cubicBezTo>
                  <a:cubicBezTo>
                    <a:pt x="1299" y="877"/>
                    <a:pt x="1297" y="883"/>
                    <a:pt x="1295" y="885"/>
                  </a:cubicBezTo>
                  <a:cubicBezTo>
                    <a:pt x="1292" y="888"/>
                    <a:pt x="1282" y="888"/>
                    <a:pt x="1279" y="891"/>
                  </a:cubicBezTo>
                  <a:cubicBezTo>
                    <a:pt x="1276" y="892"/>
                    <a:pt x="1271" y="898"/>
                    <a:pt x="1268" y="900"/>
                  </a:cubicBezTo>
                  <a:cubicBezTo>
                    <a:pt x="1266" y="902"/>
                    <a:pt x="1260" y="905"/>
                    <a:pt x="1259" y="908"/>
                  </a:cubicBezTo>
                  <a:cubicBezTo>
                    <a:pt x="1256" y="912"/>
                    <a:pt x="1256" y="920"/>
                    <a:pt x="1255" y="924"/>
                  </a:cubicBezTo>
                  <a:cubicBezTo>
                    <a:pt x="1254" y="927"/>
                    <a:pt x="1252" y="934"/>
                    <a:pt x="1249" y="936"/>
                  </a:cubicBezTo>
                  <a:cubicBezTo>
                    <a:pt x="1247" y="937"/>
                    <a:pt x="1240" y="936"/>
                    <a:pt x="1238" y="934"/>
                  </a:cubicBezTo>
                  <a:cubicBezTo>
                    <a:pt x="1235" y="933"/>
                    <a:pt x="1234" y="927"/>
                    <a:pt x="1231" y="925"/>
                  </a:cubicBezTo>
                  <a:cubicBezTo>
                    <a:pt x="1229" y="923"/>
                    <a:pt x="1223" y="921"/>
                    <a:pt x="1220" y="920"/>
                  </a:cubicBezTo>
                  <a:cubicBezTo>
                    <a:pt x="1218" y="919"/>
                    <a:pt x="1214" y="917"/>
                    <a:pt x="1212" y="916"/>
                  </a:cubicBezTo>
                  <a:cubicBezTo>
                    <a:pt x="1210" y="914"/>
                    <a:pt x="1208" y="910"/>
                    <a:pt x="1206" y="909"/>
                  </a:cubicBezTo>
                  <a:cubicBezTo>
                    <a:pt x="1204" y="907"/>
                    <a:pt x="1199" y="904"/>
                    <a:pt x="1197" y="903"/>
                  </a:cubicBezTo>
                  <a:cubicBezTo>
                    <a:pt x="1193" y="902"/>
                    <a:pt x="1186" y="900"/>
                    <a:pt x="1183" y="901"/>
                  </a:cubicBezTo>
                  <a:cubicBezTo>
                    <a:pt x="1179" y="902"/>
                    <a:pt x="1173" y="906"/>
                    <a:pt x="1170" y="908"/>
                  </a:cubicBezTo>
                  <a:cubicBezTo>
                    <a:pt x="1167" y="910"/>
                    <a:pt x="1162" y="912"/>
                    <a:pt x="1160" y="914"/>
                  </a:cubicBezTo>
                  <a:cubicBezTo>
                    <a:pt x="1156" y="917"/>
                    <a:pt x="1151" y="925"/>
                    <a:pt x="1149" y="929"/>
                  </a:cubicBezTo>
                  <a:cubicBezTo>
                    <a:pt x="1147" y="933"/>
                    <a:pt x="1148" y="941"/>
                    <a:pt x="1146" y="944"/>
                  </a:cubicBezTo>
                  <a:cubicBezTo>
                    <a:pt x="1144" y="948"/>
                    <a:pt x="1135" y="954"/>
                    <a:pt x="1130" y="956"/>
                  </a:cubicBezTo>
                  <a:cubicBezTo>
                    <a:pt x="1127" y="957"/>
                    <a:pt x="1119" y="957"/>
                    <a:pt x="1116" y="959"/>
                  </a:cubicBezTo>
                  <a:cubicBezTo>
                    <a:pt x="1114" y="960"/>
                    <a:pt x="1109" y="964"/>
                    <a:pt x="1108" y="967"/>
                  </a:cubicBezTo>
                  <a:cubicBezTo>
                    <a:pt x="1107" y="969"/>
                    <a:pt x="1107" y="972"/>
                    <a:pt x="1108" y="974"/>
                  </a:cubicBezTo>
                  <a:cubicBezTo>
                    <a:pt x="1110" y="977"/>
                    <a:pt x="1118" y="979"/>
                    <a:pt x="1120" y="982"/>
                  </a:cubicBezTo>
                  <a:cubicBezTo>
                    <a:pt x="1122" y="985"/>
                    <a:pt x="1123" y="993"/>
                    <a:pt x="1122" y="997"/>
                  </a:cubicBezTo>
                  <a:cubicBezTo>
                    <a:pt x="1122" y="1000"/>
                    <a:pt x="1118" y="1005"/>
                    <a:pt x="1116" y="1007"/>
                  </a:cubicBezTo>
                  <a:cubicBezTo>
                    <a:pt x="1114" y="1009"/>
                    <a:pt x="1111" y="1012"/>
                    <a:pt x="1109" y="1014"/>
                  </a:cubicBezTo>
                  <a:cubicBezTo>
                    <a:pt x="1107" y="1016"/>
                    <a:pt x="1105" y="1023"/>
                    <a:pt x="1102" y="1026"/>
                  </a:cubicBezTo>
                  <a:cubicBezTo>
                    <a:pt x="1100" y="1027"/>
                    <a:pt x="1093" y="1030"/>
                    <a:pt x="1090" y="1029"/>
                  </a:cubicBezTo>
                  <a:cubicBezTo>
                    <a:pt x="1088" y="1028"/>
                    <a:pt x="1088" y="1022"/>
                    <a:pt x="1086" y="1021"/>
                  </a:cubicBezTo>
                  <a:cubicBezTo>
                    <a:pt x="1083" y="1020"/>
                    <a:pt x="1076" y="1023"/>
                    <a:pt x="1074" y="1026"/>
                  </a:cubicBezTo>
                  <a:cubicBezTo>
                    <a:pt x="1072" y="1028"/>
                    <a:pt x="1073" y="1034"/>
                    <a:pt x="1074" y="1036"/>
                  </a:cubicBezTo>
                  <a:cubicBezTo>
                    <a:pt x="1074" y="1039"/>
                    <a:pt x="1078" y="1044"/>
                    <a:pt x="1079" y="1046"/>
                  </a:cubicBezTo>
                  <a:cubicBezTo>
                    <a:pt x="1080" y="1049"/>
                    <a:pt x="1080" y="1056"/>
                    <a:pt x="1080" y="1060"/>
                  </a:cubicBezTo>
                  <a:cubicBezTo>
                    <a:pt x="1081" y="1066"/>
                    <a:pt x="1078" y="1078"/>
                    <a:pt x="1078" y="1084"/>
                  </a:cubicBezTo>
                  <a:cubicBezTo>
                    <a:pt x="1078" y="1089"/>
                    <a:pt x="1077" y="1099"/>
                    <a:pt x="1079" y="1104"/>
                  </a:cubicBezTo>
                  <a:cubicBezTo>
                    <a:pt x="1080" y="1109"/>
                    <a:pt x="1085" y="1116"/>
                    <a:pt x="1088" y="1120"/>
                  </a:cubicBezTo>
                  <a:cubicBezTo>
                    <a:pt x="1090" y="1122"/>
                    <a:pt x="1094" y="1126"/>
                    <a:pt x="1097" y="1127"/>
                  </a:cubicBezTo>
                  <a:cubicBezTo>
                    <a:pt x="1100" y="1128"/>
                    <a:pt x="1106" y="1126"/>
                    <a:pt x="1109" y="1127"/>
                  </a:cubicBezTo>
                  <a:cubicBezTo>
                    <a:pt x="1111" y="1128"/>
                    <a:pt x="1116" y="1129"/>
                    <a:pt x="1118" y="1131"/>
                  </a:cubicBezTo>
                  <a:cubicBezTo>
                    <a:pt x="1120" y="1134"/>
                    <a:pt x="1120" y="1141"/>
                    <a:pt x="1121" y="1144"/>
                  </a:cubicBezTo>
                  <a:cubicBezTo>
                    <a:pt x="1122" y="1148"/>
                    <a:pt x="1124" y="1154"/>
                    <a:pt x="1124" y="1158"/>
                  </a:cubicBezTo>
                  <a:cubicBezTo>
                    <a:pt x="1124" y="1163"/>
                    <a:pt x="1121" y="1174"/>
                    <a:pt x="1119" y="1179"/>
                  </a:cubicBezTo>
                  <a:cubicBezTo>
                    <a:pt x="1118" y="1183"/>
                    <a:pt x="1116" y="1190"/>
                    <a:pt x="1115" y="1194"/>
                  </a:cubicBezTo>
                  <a:cubicBezTo>
                    <a:pt x="1113" y="1200"/>
                    <a:pt x="1108" y="1211"/>
                    <a:pt x="1107" y="1217"/>
                  </a:cubicBezTo>
                  <a:cubicBezTo>
                    <a:pt x="1105" y="1224"/>
                    <a:pt x="1103" y="1238"/>
                    <a:pt x="1104" y="1245"/>
                  </a:cubicBezTo>
                  <a:cubicBezTo>
                    <a:pt x="1104" y="1252"/>
                    <a:pt x="1109" y="1264"/>
                    <a:pt x="1110" y="1271"/>
                  </a:cubicBezTo>
                  <a:cubicBezTo>
                    <a:pt x="1110" y="1277"/>
                    <a:pt x="1109" y="1290"/>
                    <a:pt x="1106" y="1295"/>
                  </a:cubicBezTo>
                  <a:cubicBezTo>
                    <a:pt x="1105" y="1298"/>
                    <a:pt x="1099" y="1301"/>
                    <a:pt x="1098" y="1304"/>
                  </a:cubicBezTo>
                  <a:cubicBezTo>
                    <a:pt x="1096" y="1307"/>
                    <a:pt x="1094" y="1315"/>
                    <a:pt x="1091" y="1318"/>
                  </a:cubicBezTo>
                  <a:cubicBezTo>
                    <a:pt x="1088" y="1321"/>
                    <a:pt x="1080" y="1326"/>
                    <a:pt x="1076" y="1328"/>
                  </a:cubicBezTo>
                  <a:cubicBezTo>
                    <a:pt x="1073" y="1330"/>
                    <a:pt x="1067" y="1333"/>
                    <a:pt x="1064" y="1335"/>
                  </a:cubicBezTo>
                  <a:cubicBezTo>
                    <a:pt x="1060" y="1337"/>
                    <a:pt x="1052" y="1340"/>
                    <a:pt x="1049" y="1343"/>
                  </a:cubicBezTo>
                  <a:cubicBezTo>
                    <a:pt x="1046" y="1346"/>
                    <a:pt x="1044" y="1355"/>
                    <a:pt x="1040" y="1358"/>
                  </a:cubicBezTo>
                  <a:cubicBezTo>
                    <a:pt x="1037" y="1360"/>
                    <a:pt x="1031" y="1361"/>
                    <a:pt x="1026" y="1362"/>
                  </a:cubicBezTo>
                  <a:cubicBezTo>
                    <a:pt x="1024" y="1360"/>
                    <a:pt x="1021" y="1358"/>
                    <a:pt x="1020" y="1357"/>
                  </a:cubicBezTo>
                  <a:cubicBezTo>
                    <a:pt x="1017" y="1354"/>
                    <a:pt x="1011" y="1350"/>
                    <a:pt x="1009" y="1347"/>
                  </a:cubicBezTo>
                  <a:cubicBezTo>
                    <a:pt x="1006" y="1344"/>
                    <a:pt x="1004" y="1336"/>
                    <a:pt x="1002" y="1332"/>
                  </a:cubicBezTo>
                  <a:cubicBezTo>
                    <a:pt x="1000" y="1330"/>
                    <a:pt x="996" y="1326"/>
                    <a:pt x="994" y="1323"/>
                  </a:cubicBezTo>
                  <a:cubicBezTo>
                    <a:pt x="992" y="1320"/>
                    <a:pt x="989" y="1313"/>
                    <a:pt x="988" y="1310"/>
                  </a:cubicBezTo>
                  <a:cubicBezTo>
                    <a:pt x="987" y="1305"/>
                    <a:pt x="987" y="1295"/>
                    <a:pt x="987" y="1291"/>
                  </a:cubicBezTo>
                  <a:cubicBezTo>
                    <a:pt x="986" y="1287"/>
                    <a:pt x="985" y="1280"/>
                    <a:pt x="983" y="1277"/>
                  </a:cubicBezTo>
                  <a:cubicBezTo>
                    <a:pt x="983" y="1276"/>
                    <a:pt x="981" y="1272"/>
                    <a:pt x="980" y="1271"/>
                  </a:cubicBezTo>
                  <a:cubicBezTo>
                    <a:pt x="978" y="1271"/>
                    <a:pt x="974" y="1272"/>
                    <a:pt x="973" y="1273"/>
                  </a:cubicBezTo>
                  <a:cubicBezTo>
                    <a:pt x="971" y="1275"/>
                    <a:pt x="970" y="1281"/>
                    <a:pt x="968" y="1283"/>
                  </a:cubicBezTo>
                  <a:cubicBezTo>
                    <a:pt x="967" y="1284"/>
                    <a:pt x="964" y="1284"/>
                    <a:pt x="964" y="1285"/>
                  </a:cubicBezTo>
                  <a:cubicBezTo>
                    <a:pt x="963" y="1286"/>
                    <a:pt x="964" y="1289"/>
                    <a:pt x="964" y="1291"/>
                  </a:cubicBezTo>
                  <a:cubicBezTo>
                    <a:pt x="963" y="1293"/>
                    <a:pt x="959" y="1296"/>
                    <a:pt x="957" y="1296"/>
                  </a:cubicBezTo>
                  <a:cubicBezTo>
                    <a:pt x="954" y="1296"/>
                    <a:pt x="949" y="1294"/>
                    <a:pt x="947" y="1292"/>
                  </a:cubicBezTo>
                  <a:cubicBezTo>
                    <a:pt x="946" y="1291"/>
                    <a:pt x="945" y="1287"/>
                    <a:pt x="944" y="1286"/>
                  </a:cubicBezTo>
                  <a:cubicBezTo>
                    <a:pt x="941" y="1284"/>
                    <a:pt x="934" y="1282"/>
                    <a:pt x="931" y="1281"/>
                  </a:cubicBezTo>
                  <a:cubicBezTo>
                    <a:pt x="927" y="1279"/>
                    <a:pt x="919" y="1277"/>
                    <a:pt x="915" y="1275"/>
                  </a:cubicBezTo>
                  <a:cubicBezTo>
                    <a:pt x="913" y="1274"/>
                    <a:pt x="910" y="1271"/>
                    <a:pt x="908" y="1271"/>
                  </a:cubicBezTo>
                  <a:cubicBezTo>
                    <a:pt x="906" y="1270"/>
                    <a:pt x="900" y="1269"/>
                    <a:pt x="897" y="1269"/>
                  </a:cubicBezTo>
                  <a:cubicBezTo>
                    <a:pt x="893" y="1270"/>
                    <a:pt x="887" y="1272"/>
                    <a:pt x="884" y="1271"/>
                  </a:cubicBezTo>
                  <a:cubicBezTo>
                    <a:pt x="881" y="1271"/>
                    <a:pt x="875" y="1269"/>
                    <a:pt x="872" y="1268"/>
                  </a:cubicBezTo>
                  <a:cubicBezTo>
                    <a:pt x="870" y="1267"/>
                    <a:pt x="865" y="1265"/>
                    <a:pt x="863" y="1262"/>
                  </a:cubicBezTo>
                  <a:cubicBezTo>
                    <a:pt x="861" y="1259"/>
                    <a:pt x="863" y="1250"/>
                    <a:pt x="862" y="1247"/>
                  </a:cubicBezTo>
                  <a:cubicBezTo>
                    <a:pt x="861" y="1243"/>
                    <a:pt x="860" y="1236"/>
                    <a:pt x="858" y="1234"/>
                  </a:cubicBezTo>
                  <a:cubicBezTo>
                    <a:pt x="857" y="1232"/>
                    <a:pt x="853" y="1231"/>
                    <a:pt x="851" y="1230"/>
                  </a:cubicBezTo>
                  <a:cubicBezTo>
                    <a:pt x="849" y="1230"/>
                    <a:pt x="843" y="1231"/>
                    <a:pt x="841" y="1231"/>
                  </a:cubicBezTo>
                  <a:cubicBezTo>
                    <a:pt x="838" y="1231"/>
                    <a:pt x="834" y="1231"/>
                    <a:pt x="832" y="1230"/>
                  </a:cubicBezTo>
                  <a:cubicBezTo>
                    <a:pt x="830" y="1229"/>
                    <a:pt x="827" y="1225"/>
                    <a:pt x="826" y="1223"/>
                  </a:cubicBezTo>
                  <a:cubicBezTo>
                    <a:pt x="826" y="1220"/>
                    <a:pt x="827" y="1216"/>
                    <a:pt x="828" y="1213"/>
                  </a:cubicBezTo>
                  <a:cubicBezTo>
                    <a:pt x="829" y="1211"/>
                    <a:pt x="832" y="1208"/>
                    <a:pt x="832" y="1206"/>
                  </a:cubicBezTo>
                  <a:cubicBezTo>
                    <a:pt x="833" y="1205"/>
                    <a:pt x="833" y="1201"/>
                    <a:pt x="832" y="1200"/>
                  </a:cubicBezTo>
                  <a:cubicBezTo>
                    <a:pt x="830" y="1198"/>
                    <a:pt x="825" y="1197"/>
                    <a:pt x="823" y="1197"/>
                  </a:cubicBezTo>
                  <a:cubicBezTo>
                    <a:pt x="821" y="1197"/>
                    <a:pt x="816" y="1199"/>
                    <a:pt x="814" y="1199"/>
                  </a:cubicBezTo>
                  <a:cubicBezTo>
                    <a:pt x="812" y="1197"/>
                    <a:pt x="809" y="1191"/>
                    <a:pt x="808" y="1189"/>
                  </a:cubicBezTo>
                  <a:cubicBezTo>
                    <a:pt x="807" y="1186"/>
                    <a:pt x="807" y="1181"/>
                    <a:pt x="805" y="1179"/>
                  </a:cubicBezTo>
                  <a:cubicBezTo>
                    <a:pt x="804" y="1177"/>
                    <a:pt x="801" y="1176"/>
                    <a:pt x="799" y="1176"/>
                  </a:cubicBezTo>
                  <a:cubicBezTo>
                    <a:pt x="796" y="1175"/>
                    <a:pt x="791" y="1174"/>
                    <a:pt x="788" y="1175"/>
                  </a:cubicBezTo>
                  <a:cubicBezTo>
                    <a:pt x="786" y="1175"/>
                    <a:pt x="781" y="1178"/>
                    <a:pt x="779" y="1178"/>
                  </a:cubicBezTo>
                  <a:cubicBezTo>
                    <a:pt x="776" y="1178"/>
                    <a:pt x="772" y="1175"/>
                    <a:pt x="769" y="1174"/>
                  </a:cubicBezTo>
                  <a:cubicBezTo>
                    <a:pt x="765" y="1172"/>
                    <a:pt x="758" y="1167"/>
                    <a:pt x="755" y="1164"/>
                  </a:cubicBezTo>
                  <a:cubicBezTo>
                    <a:pt x="752" y="1160"/>
                    <a:pt x="749" y="1153"/>
                    <a:pt x="748" y="1149"/>
                  </a:cubicBezTo>
                  <a:cubicBezTo>
                    <a:pt x="747" y="1146"/>
                    <a:pt x="748" y="1140"/>
                    <a:pt x="748" y="1137"/>
                  </a:cubicBezTo>
                  <a:cubicBezTo>
                    <a:pt x="747" y="1134"/>
                    <a:pt x="746" y="1128"/>
                    <a:pt x="744" y="1126"/>
                  </a:cubicBezTo>
                  <a:cubicBezTo>
                    <a:pt x="743" y="1124"/>
                    <a:pt x="740" y="1121"/>
                    <a:pt x="738" y="1121"/>
                  </a:cubicBezTo>
                  <a:cubicBezTo>
                    <a:pt x="735" y="1120"/>
                    <a:pt x="730" y="1125"/>
                    <a:pt x="728" y="1124"/>
                  </a:cubicBezTo>
                  <a:cubicBezTo>
                    <a:pt x="726" y="1123"/>
                    <a:pt x="726" y="1117"/>
                    <a:pt x="725" y="1115"/>
                  </a:cubicBezTo>
                  <a:cubicBezTo>
                    <a:pt x="723" y="1113"/>
                    <a:pt x="720" y="1112"/>
                    <a:pt x="718" y="1111"/>
                  </a:cubicBezTo>
                  <a:cubicBezTo>
                    <a:pt x="715" y="1111"/>
                    <a:pt x="711" y="1111"/>
                    <a:pt x="709" y="1111"/>
                  </a:cubicBezTo>
                  <a:cubicBezTo>
                    <a:pt x="707" y="1110"/>
                    <a:pt x="704" y="1109"/>
                    <a:pt x="702" y="1108"/>
                  </a:cubicBezTo>
                  <a:cubicBezTo>
                    <a:pt x="699" y="1106"/>
                    <a:pt x="693" y="1098"/>
                    <a:pt x="691" y="1095"/>
                  </a:cubicBezTo>
                  <a:cubicBezTo>
                    <a:pt x="689" y="1093"/>
                    <a:pt x="686" y="1087"/>
                    <a:pt x="683" y="1085"/>
                  </a:cubicBezTo>
                  <a:cubicBezTo>
                    <a:pt x="681" y="1084"/>
                    <a:pt x="676" y="1083"/>
                    <a:pt x="674" y="1083"/>
                  </a:cubicBezTo>
                  <a:cubicBezTo>
                    <a:pt x="672" y="1083"/>
                    <a:pt x="667" y="1085"/>
                    <a:pt x="665" y="1085"/>
                  </a:cubicBezTo>
                  <a:cubicBezTo>
                    <a:pt x="662" y="1086"/>
                    <a:pt x="657" y="1088"/>
                    <a:pt x="654" y="1089"/>
                  </a:cubicBezTo>
                  <a:cubicBezTo>
                    <a:pt x="651" y="1090"/>
                    <a:pt x="644" y="1092"/>
                    <a:pt x="641" y="1092"/>
                  </a:cubicBezTo>
                  <a:cubicBezTo>
                    <a:pt x="638" y="1091"/>
                    <a:pt x="635" y="1088"/>
                    <a:pt x="633" y="1087"/>
                  </a:cubicBezTo>
                  <a:cubicBezTo>
                    <a:pt x="630" y="1084"/>
                    <a:pt x="626" y="1077"/>
                    <a:pt x="623" y="1075"/>
                  </a:cubicBezTo>
                  <a:cubicBezTo>
                    <a:pt x="621" y="1073"/>
                    <a:pt x="615" y="1072"/>
                    <a:pt x="612" y="1071"/>
                  </a:cubicBezTo>
                  <a:cubicBezTo>
                    <a:pt x="609" y="1071"/>
                    <a:pt x="603" y="1072"/>
                    <a:pt x="600" y="1072"/>
                  </a:cubicBezTo>
                  <a:cubicBezTo>
                    <a:pt x="598" y="1071"/>
                    <a:pt x="594" y="1070"/>
                    <a:pt x="593" y="1069"/>
                  </a:cubicBezTo>
                  <a:cubicBezTo>
                    <a:pt x="591" y="1067"/>
                    <a:pt x="593" y="1062"/>
                    <a:pt x="593" y="1060"/>
                  </a:cubicBezTo>
                  <a:cubicBezTo>
                    <a:pt x="593" y="1057"/>
                    <a:pt x="593" y="1052"/>
                    <a:pt x="591" y="1050"/>
                  </a:cubicBezTo>
                  <a:cubicBezTo>
                    <a:pt x="590" y="1049"/>
                    <a:pt x="587" y="1048"/>
                    <a:pt x="585" y="1048"/>
                  </a:cubicBezTo>
                  <a:cubicBezTo>
                    <a:pt x="583" y="1048"/>
                    <a:pt x="581" y="1050"/>
                    <a:pt x="580" y="1051"/>
                  </a:cubicBezTo>
                  <a:cubicBezTo>
                    <a:pt x="579" y="1052"/>
                    <a:pt x="576" y="1055"/>
                    <a:pt x="574" y="1055"/>
                  </a:cubicBezTo>
                  <a:cubicBezTo>
                    <a:pt x="572" y="1055"/>
                    <a:pt x="569" y="1053"/>
                    <a:pt x="568" y="1051"/>
                  </a:cubicBezTo>
                  <a:cubicBezTo>
                    <a:pt x="567" y="1050"/>
                    <a:pt x="566" y="1046"/>
                    <a:pt x="566" y="1044"/>
                  </a:cubicBezTo>
                  <a:cubicBezTo>
                    <a:pt x="566" y="1042"/>
                    <a:pt x="569" y="1038"/>
                    <a:pt x="568" y="1036"/>
                  </a:cubicBezTo>
                  <a:cubicBezTo>
                    <a:pt x="568" y="1033"/>
                    <a:pt x="564" y="1030"/>
                    <a:pt x="562" y="1028"/>
                  </a:cubicBezTo>
                  <a:cubicBezTo>
                    <a:pt x="560" y="1026"/>
                    <a:pt x="553" y="1024"/>
                    <a:pt x="550" y="1023"/>
                  </a:cubicBezTo>
                  <a:cubicBezTo>
                    <a:pt x="545" y="1022"/>
                    <a:pt x="534" y="1022"/>
                    <a:pt x="529" y="1022"/>
                  </a:cubicBezTo>
                  <a:cubicBezTo>
                    <a:pt x="526" y="1023"/>
                    <a:pt x="520" y="1023"/>
                    <a:pt x="517" y="1024"/>
                  </a:cubicBezTo>
                  <a:cubicBezTo>
                    <a:pt x="515" y="1025"/>
                    <a:pt x="510" y="1027"/>
                    <a:pt x="508" y="1029"/>
                  </a:cubicBezTo>
                  <a:cubicBezTo>
                    <a:pt x="507" y="1031"/>
                    <a:pt x="507" y="1036"/>
                    <a:pt x="506" y="1038"/>
                  </a:cubicBezTo>
                  <a:cubicBezTo>
                    <a:pt x="505" y="1041"/>
                    <a:pt x="502" y="1045"/>
                    <a:pt x="499" y="1047"/>
                  </a:cubicBezTo>
                  <a:cubicBezTo>
                    <a:pt x="497" y="1048"/>
                    <a:pt x="492" y="1050"/>
                    <a:pt x="490" y="1050"/>
                  </a:cubicBezTo>
                  <a:cubicBezTo>
                    <a:pt x="487" y="1050"/>
                    <a:pt x="480" y="1048"/>
                    <a:pt x="477" y="1048"/>
                  </a:cubicBezTo>
                  <a:cubicBezTo>
                    <a:pt x="474" y="1048"/>
                    <a:pt x="468" y="1050"/>
                    <a:pt x="465" y="1051"/>
                  </a:cubicBezTo>
                  <a:cubicBezTo>
                    <a:pt x="462" y="1052"/>
                    <a:pt x="455" y="1054"/>
                    <a:pt x="453" y="1057"/>
                  </a:cubicBezTo>
                  <a:cubicBezTo>
                    <a:pt x="451" y="1059"/>
                    <a:pt x="451" y="1066"/>
                    <a:pt x="450" y="1069"/>
                  </a:cubicBezTo>
                  <a:cubicBezTo>
                    <a:pt x="449" y="1071"/>
                    <a:pt x="447" y="1075"/>
                    <a:pt x="445" y="1076"/>
                  </a:cubicBezTo>
                  <a:cubicBezTo>
                    <a:pt x="444" y="1077"/>
                    <a:pt x="441" y="1076"/>
                    <a:pt x="439" y="1076"/>
                  </a:cubicBezTo>
                  <a:cubicBezTo>
                    <a:pt x="436" y="1077"/>
                    <a:pt x="431" y="1077"/>
                    <a:pt x="429" y="1079"/>
                  </a:cubicBezTo>
                  <a:cubicBezTo>
                    <a:pt x="427" y="1080"/>
                    <a:pt x="424" y="1084"/>
                    <a:pt x="421" y="1085"/>
                  </a:cubicBezTo>
                  <a:cubicBezTo>
                    <a:pt x="418" y="1086"/>
                    <a:pt x="412" y="1087"/>
                    <a:pt x="408" y="1087"/>
                  </a:cubicBezTo>
                  <a:cubicBezTo>
                    <a:pt x="405" y="1088"/>
                    <a:pt x="399" y="1087"/>
                    <a:pt x="396" y="1087"/>
                  </a:cubicBezTo>
                  <a:cubicBezTo>
                    <a:pt x="390" y="1087"/>
                    <a:pt x="377" y="1086"/>
                    <a:pt x="370" y="1086"/>
                  </a:cubicBezTo>
                  <a:cubicBezTo>
                    <a:pt x="366" y="1086"/>
                    <a:pt x="357" y="1088"/>
                    <a:pt x="353" y="1089"/>
                  </a:cubicBezTo>
                  <a:cubicBezTo>
                    <a:pt x="350" y="1090"/>
                    <a:pt x="344" y="1093"/>
                    <a:pt x="341" y="1094"/>
                  </a:cubicBezTo>
                  <a:cubicBezTo>
                    <a:pt x="338" y="1095"/>
                    <a:pt x="331" y="1095"/>
                    <a:pt x="328" y="1096"/>
                  </a:cubicBezTo>
                  <a:cubicBezTo>
                    <a:pt x="324" y="1097"/>
                    <a:pt x="318" y="1101"/>
                    <a:pt x="315" y="1103"/>
                  </a:cubicBezTo>
                  <a:cubicBezTo>
                    <a:pt x="313" y="1104"/>
                    <a:pt x="309" y="1108"/>
                    <a:pt x="307" y="1111"/>
                  </a:cubicBezTo>
                  <a:cubicBezTo>
                    <a:pt x="305" y="1113"/>
                    <a:pt x="305" y="1117"/>
                    <a:pt x="303" y="1119"/>
                  </a:cubicBezTo>
                  <a:cubicBezTo>
                    <a:pt x="301" y="1121"/>
                    <a:pt x="294" y="1123"/>
                    <a:pt x="291" y="1124"/>
                  </a:cubicBezTo>
                  <a:cubicBezTo>
                    <a:pt x="288" y="1125"/>
                    <a:pt x="281" y="1126"/>
                    <a:pt x="277" y="1126"/>
                  </a:cubicBezTo>
                  <a:cubicBezTo>
                    <a:pt x="274" y="1126"/>
                    <a:pt x="268" y="1123"/>
                    <a:pt x="265" y="1121"/>
                  </a:cubicBezTo>
                  <a:cubicBezTo>
                    <a:pt x="262" y="1119"/>
                    <a:pt x="259" y="1112"/>
                    <a:pt x="256" y="1110"/>
                  </a:cubicBezTo>
                  <a:cubicBezTo>
                    <a:pt x="255" y="1109"/>
                    <a:pt x="250" y="1106"/>
                    <a:pt x="248" y="1105"/>
                  </a:cubicBezTo>
                  <a:cubicBezTo>
                    <a:pt x="245" y="1104"/>
                    <a:pt x="239" y="1105"/>
                    <a:pt x="236" y="1104"/>
                  </a:cubicBezTo>
                  <a:cubicBezTo>
                    <a:pt x="233" y="1104"/>
                    <a:pt x="228" y="1100"/>
                    <a:pt x="226" y="1100"/>
                  </a:cubicBezTo>
                  <a:cubicBezTo>
                    <a:pt x="223" y="1100"/>
                    <a:pt x="218" y="1101"/>
                    <a:pt x="215" y="1102"/>
                  </a:cubicBezTo>
                  <a:cubicBezTo>
                    <a:pt x="212" y="1103"/>
                    <a:pt x="207" y="1109"/>
                    <a:pt x="204" y="1109"/>
                  </a:cubicBezTo>
                  <a:close/>
                  <a:moveTo>
                    <a:pt x="1238" y="721"/>
                  </a:moveTo>
                  <a:cubicBezTo>
                    <a:pt x="1239" y="719"/>
                    <a:pt x="1238" y="715"/>
                    <a:pt x="1237" y="713"/>
                  </a:cubicBezTo>
                  <a:cubicBezTo>
                    <a:pt x="1237" y="711"/>
                    <a:pt x="1235" y="707"/>
                    <a:pt x="1234" y="706"/>
                  </a:cubicBezTo>
                  <a:cubicBezTo>
                    <a:pt x="1232" y="704"/>
                    <a:pt x="1227" y="704"/>
                    <a:pt x="1225" y="703"/>
                  </a:cubicBezTo>
                  <a:cubicBezTo>
                    <a:pt x="1224" y="701"/>
                    <a:pt x="1225" y="696"/>
                    <a:pt x="1224" y="694"/>
                  </a:cubicBezTo>
                  <a:cubicBezTo>
                    <a:pt x="1223" y="693"/>
                    <a:pt x="1220" y="690"/>
                    <a:pt x="1219" y="689"/>
                  </a:cubicBezTo>
                  <a:cubicBezTo>
                    <a:pt x="1217" y="688"/>
                    <a:pt x="1213" y="688"/>
                    <a:pt x="1212" y="686"/>
                  </a:cubicBezTo>
                  <a:cubicBezTo>
                    <a:pt x="1210" y="683"/>
                    <a:pt x="1212" y="676"/>
                    <a:pt x="1212" y="673"/>
                  </a:cubicBezTo>
                  <a:cubicBezTo>
                    <a:pt x="1213" y="670"/>
                    <a:pt x="1215" y="664"/>
                    <a:pt x="1216" y="661"/>
                  </a:cubicBezTo>
                  <a:cubicBezTo>
                    <a:pt x="1217" y="658"/>
                    <a:pt x="1219" y="651"/>
                    <a:pt x="1220" y="648"/>
                  </a:cubicBezTo>
                  <a:cubicBezTo>
                    <a:pt x="1220" y="644"/>
                    <a:pt x="1219" y="637"/>
                    <a:pt x="1218" y="634"/>
                  </a:cubicBezTo>
                  <a:cubicBezTo>
                    <a:pt x="1218" y="632"/>
                    <a:pt x="1216" y="627"/>
                    <a:pt x="1215" y="626"/>
                  </a:cubicBezTo>
                  <a:cubicBezTo>
                    <a:pt x="1213" y="624"/>
                    <a:pt x="1209" y="622"/>
                    <a:pt x="1207" y="622"/>
                  </a:cubicBezTo>
                  <a:cubicBezTo>
                    <a:pt x="1205" y="621"/>
                    <a:pt x="1200" y="622"/>
                    <a:pt x="1198" y="621"/>
                  </a:cubicBezTo>
                  <a:cubicBezTo>
                    <a:pt x="1196" y="620"/>
                    <a:pt x="1192" y="616"/>
                    <a:pt x="1191" y="614"/>
                  </a:cubicBezTo>
                  <a:cubicBezTo>
                    <a:pt x="1190" y="612"/>
                    <a:pt x="1192" y="605"/>
                    <a:pt x="1191" y="603"/>
                  </a:cubicBezTo>
                  <a:cubicBezTo>
                    <a:pt x="1189" y="601"/>
                    <a:pt x="1184" y="598"/>
                    <a:pt x="1182" y="598"/>
                  </a:cubicBezTo>
                  <a:cubicBezTo>
                    <a:pt x="1179" y="598"/>
                    <a:pt x="1173" y="601"/>
                    <a:pt x="1171" y="603"/>
                  </a:cubicBezTo>
                  <a:cubicBezTo>
                    <a:pt x="1169" y="604"/>
                    <a:pt x="1168" y="609"/>
                    <a:pt x="1165" y="610"/>
                  </a:cubicBezTo>
                  <a:cubicBezTo>
                    <a:pt x="1163" y="610"/>
                    <a:pt x="1158" y="609"/>
                    <a:pt x="1157" y="607"/>
                  </a:cubicBezTo>
                  <a:cubicBezTo>
                    <a:pt x="1156" y="606"/>
                    <a:pt x="1157" y="603"/>
                    <a:pt x="1156" y="602"/>
                  </a:cubicBezTo>
                  <a:cubicBezTo>
                    <a:pt x="1156" y="599"/>
                    <a:pt x="1153" y="594"/>
                    <a:pt x="1153" y="591"/>
                  </a:cubicBezTo>
                  <a:cubicBezTo>
                    <a:pt x="1152" y="588"/>
                    <a:pt x="1154" y="584"/>
                    <a:pt x="1152" y="582"/>
                  </a:cubicBezTo>
                  <a:cubicBezTo>
                    <a:pt x="1151" y="581"/>
                    <a:pt x="1148" y="580"/>
                    <a:pt x="1147" y="580"/>
                  </a:cubicBezTo>
                  <a:cubicBezTo>
                    <a:pt x="1145" y="579"/>
                    <a:pt x="1142" y="581"/>
                    <a:pt x="1140" y="581"/>
                  </a:cubicBezTo>
                  <a:cubicBezTo>
                    <a:pt x="1138" y="581"/>
                    <a:pt x="1134" y="582"/>
                    <a:pt x="1132" y="581"/>
                  </a:cubicBezTo>
                  <a:cubicBezTo>
                    <a:pt x="1131" y="580"/>
                    <a:pt x="1129" y="577"/>
                    <a:pt x="1128" y="576"/>
                  </a:cubicBezTo>
                  <a:cubicBezTo>
                    <a:pt x="1126" y="576"/>
                    <a:pt x="1122" y="575"/>
                    <a:pt x="1120" y="576"/>
                  </a:cubicBezTo>
                  <a:cubicBezTo>
                    <a:pt x="1119" y="578"/>
                    <a:pt x="1120" y="584"/>
                    <a:pt x="1119" y="586"/>
                  </a:cubicBezTo>
                  <a:cubicBezTo>
                    <a:pt x="1118" y="589"/>
                    <a:pt x="1116" y="594"/>
                    <a:pt x="1114" y="596"/>
                  </a:cubicBezTo>
                  <a:cubicBezTo>
                    <a:pt x="1112" y="598"/>
                    <a:pt x="1107" y="602"/>
                    <a:pt x="1105" y="602"/>
                  </a:cubicBezTo>
                  <a:cubicBezTo>
                    <a:pt x="1102" y="603"/>
                    <a:pt x="1095" y="601"/>
                    <a:pt x="1092" y="603"/>
                  </a:cubicBezTo>
                  <a:cubicBezTo>
                    <a:pt x="1090" y="604"/>
                    <a:pt x="1087" y="609"/>
                    <a:pt x="1086" y="612"/>
                  </a:cubicBezTo>
                  <a:cubicBezTo>
                    <a:pt x="1085" y="613"/>
                    <a:pt x="1086" y="617"/>
                    <a:pt x="1085" y="618"/>
                  </a:cubicBezTo>
                  <a:cubicBezTo>
                    <a:pt x="1083" y="621"/>
                    <a:pt x="1075" y="620"/>
                    <a:pt x="1072" y="621"/>
                  </a:cubicBezTo>
                  <a:cubicBezTo>
                    <a:pt x="1070" y="621"/>
                    <a:pt x="1065" y="621"/>
                    <a:pt x="1063" y="623"/>
                  </a:cubicBezTo>
                  <a:cubicBezTo>
                    <a:pt x="1061" y="624"/>
                    <a:pt x="1062" y="629"/>
                    <a:pt x="1060" y="631"/>
                  </a:cubicBezTo>
                  <a:cubicBezTo>
                    <a:pt x="1059" y="633"/>
                    <a:pt x="1053" y="632"/>
                    <a:pt x="1052" y="634"/>
                  </a:cubicBezTo>
                  <a:cubicBezTo>
                    <a:pt x="1050" y="635"/>
                    <a:pt x="1051" y="640"/>
                    <a:pt x="1050" y="641"/>
                  </a:cubicBezTo>
                  <a:cubicBezTo>
                    <a:pt x="1048" y="643"/>
                    <a:pt x="1044" y="645"/>
                    <a:pt x="1042" y="645"/>
                  </a:cubicBezTo>
                  <a:cubicBezTo>
                    <a:pt x="1040" y="645"/>
                    <a:pt x="1033" y="645"/>
                    <a:pt x="1031" y="643"/>
                  </a:cubicBezTo>
                  <a:cubicBezTo>
                    <a:pt x="1030" y="641"/>
                    <a:pt x="1031" y="637"/>
                    <a:pt x="1030" y="636"/>
                  </a:cubicBezTo>
                  <a:cubicBezTo>
                    <a:pt x="1029" y="634"/>
                    <a:pt x="1026" y="631"/>
                    <a:pt x="1024" y="630"/>
                  </a:cubicBezTo>
                  <a:cubicBezTo>
                    <a:pt x="1022" y="629"/>
                    <a:pt x="1016" y="630"/>
                    <a:pt x="1014" y="631"/>
                  </a:cubicBezTo>
                  <a:cubicBezTo>
                    <a:pt x="1012" y="633"/>
                    <a:pt x="1012" y="639"/>
                    <a:pt x="1012" y="642"/>
                  </a:cubicBezTo>
                  <a:cubicBezTo>
                    <a:pt x="1012" y="644"/>
                    <a:pt x="1012" y="649"/>
                    <a:pt x="1012" y="652"/>
                  </a:cubicBezTo>
                  <a:cubicBezTo>
                    <a:pt x="1011" y="654"/>
                    <a:pt x="1008" y="658"/>
                    <a:pt x="1007" y="660"/>
                  </a:cubicBezTo>
                  <a:cubicBezTo>
                    <a:pt x="1007" y="663"/>
                    <a:pt x="1007" y="670"/>
                    <a:pt x="1008" y="673"/>
                  </a:cubicBezTo>
                  <a:cubicBezTo>
                    <a:pt x="1008" y="675"/>
                    <a:pt x="1013" y="679"/>
                    <a:pt x="1013" y="682"/>
                  </a:cubicBezTo>
                  <a:cubicBezTo>
                    <a:pt x="1013" y="684"/>
                    <a:pt x="1010" y="686"/>
                    <a:pt x="1009" y="688"/>
                  </a:cubicBezTo>
                  <a:cubicBezTo>
                    <a:pt x="1008" y="689"/>
                    <a:pt x="1005" y="690"/>
                    <a:pt x="1004" y="691"/>
                  </a:cubicBezTo>
                  <a:cubicBezTo>
                    <a:pt x="1003" y="692"/>
                    <a:pt x="1004" y="696"/>
                    <a:pt x="1004" y="697"/>
                  </a:cubicBezTo>
                  <a:cubicBezTo>
                    <a:pt x="1005" y="699"/>
                    <a:pt x="1007" y="702"/>
                    <a:pt x="1007" y="704"/>
                  </a:cubicBezTo>
                  <a:cubicBezTo>
                    <a:pt x="1007" y="706"/>
                    <a:pt x="1004" y="708"/>
                    <a:pt x="1004" y="710"/>
                  </a:cubicBezTo>
                  <a:cubicBezTo>
                    <a:pt x="1003" y="712"/>
                    <a:pt x="1005" y="715"/>
                    <a:pt x="1006" y="716"/>
                  </a:cubicBezTo>
                  <a:cubicBezTo>
                    <a:pt x="1007" y="717"/>
                    <a:pt x="1010" y="720"/>
                    <a:pt x="1012" y="721"/>
                  </a:cubicBezTo>
                  <a:cubicBezTo>
                    <a:pt x="1013" y="721"/>
                    <a:pt x="1017" y="720"/>
                    <a:pt x="1018" y="721"/>
                  </a:cubicBezTo>
                  <a:cubicBezTo>
                    <a:pt x="1020" y="721"/>
                    <a:pt x="1022" y="723"/>
                    <a:pt x="1023" y="725"/>
                  </a:cubicBezTo>
                  <a:cubicBezTo>
                    <a:pt x="1024" y="727"/>
                    <a:pt x="1025" y="732"/>
                    <a:pt x="1027" y="733"/>
                  </a:cubicBezTo>
                  <a:cubicBezTo>
                    <a:pt x="1029" y="735"/>
                    <a:pt x="1034" y="735"/>
                    <a:pt x="1035" y="736"/>
                  </a:cubicBezTo>
                  <a:cubicBezTo>
                    <a:pt x="1037" y="738"/>
                    <a:pt x="1038" y="742"/>
                    <a:pt x="1038" y="743"/>
                  </a:cubicBezTo>
                  <a:cubicBezTo>
                    <a:pt x="1039" y="745"/>
                    <a:pt x="1038" y="750"/>
                    <a:pt x="1040" y="751"/>
                  </a:cubicBezTo>
                  <a:cubicBezTo>
                    <a:pt x="1042" y="752"/>
                    <a:pt x="1047" y="752"/>
                    <a:pt x="1049" y="752"/>
                  </a:cubicBezTo>
                  <a:cubicBezTo>
                    <a:pt x="1050" y="752"/>
                    <a:pt x="1054" y="752"/>
                    <a:pt x="1055" y="752"/>
                  </a:cubicBezTo>
                  <a:cubicBezTo>
                    <a:pt x="1057" y="751"/>
                    <a:pt x="1061" y="748"/>
                    <a:pt x="1063" y="748"/>
                  </a:cubicBezTo>
                  <a:cubicBezTo>
                    <a:pt x="1065" y="748"/>
                    <a:pt x="1068" y="748"/>
                    <a:pt x="1070" y="749"/>
                  </a:cubicBezTo>
                  <a:cubicBezTo>
                    <a:pt x="1071" y="750"/>
                    <a:pt x="1073" y="755"/>
                    <a:pt x="1075" y="755"/>
                  </a:cubicBezTo>
                  <a:cubicBezTo>
                    <a:pt x="1078" y="756"/>
                    <a:pt x="1083" y="754"/>
                    <a:pt x="1086" y="753"/>
                  </a:cubicBezTo>
                  <a:cubicBezTo>
                    <a:pt x="1088" y="752"/>
                    <a:pt x="1092" y="748"/>
                    <a:pt x="1095" y="747"/>
                  </a:cubicBezTo>
                  <a:cubicBezTo>
                    <a:pt x="1097" y="746"/>
                    <a:pt x="1101" y="746"/>
                    <a:pt x="1103" y="746"/>
                  </a:cubicBezTo>
                  <a:cubicBezTo>
                    <a:pt x="1105" y="747"/>
                    <a:pt x="1107" y="753"/>
                    <a:pt x="1110" y="753"/>
                  </a:cubicBezTo>
                  <a:cubicBezTo>
                    <a:pt x="1114" y="755"/>
                    <a:pt x="1123" y="752"/>
                    <a:pt x="1127" y="751"/>
                  </a:cubicBezTo>
                  <a:cubicBezTo>
                    <a:pt x="1130" y="751"/>
                    <a:pt x="1135" y="748"/>
                    <a:pt x="1138" y="748"/>
                  </a:cubicBezTo>
                  <a:cubicBezTo>
                    <a:pt x="1141" y="748"/>
                    <a:pt x="1147" y="753"/>
                    <a:pt x="1150" y="752"/>
                  </a:cubicBezTo>
                  <a:cubicBezTo>
                    <a:pt x="1152" y="752"/>
                    <a:pt x="1155" y="749"/>
                    <a:pt x="1156" y="748"/>
                  </a:cubicBezTo>
                  <a:cubicBezTo>
                    <a:pt x="1158" y="745"/>
                    <a:pt x="1157" y="738"/>
                    <a:pt x="1159" y="735"/>
                  </a:cubicBezTo>
                  <a:cubicBezTo>
                    <a:pt x="1160" y="731"/>
                    <a:pt x="1166" y="726"/>
                    <a:pt x="1168" y="723"/>
                  </a:cubicBezTo>
                  <a:cubicBezTo>
                    <a:pt x="1170" y="721"/>
                    <a:pt x="1173" y="718"/>
                    <a:pt x="1176" y="717"/>
                  </a:cubicBezTo>
                  <a:cubicBezTo>
                    <a:pt x="1178" y="717"/>
                    <a:pt x="1182" y="717"/>
                    <a:pt x="1184" y="717"/>
                  </a:cubicBezTo>
                  <a:cubicBezTo>
                    <a:pt x="1187" y="717"/>
                    <a:pt x="1192" y="715"/>
                    <a:pt x="1195" y="714"/>
                  </a:cubicBezTo>
                  <a:cubicBezTo>
                    <a:pt x="1196" y="714"/>
                    <a:pt x="1199" y="712"/>
                    <a:pt x="1201" y="712"/>
                  </a:cubicBezTo>
                  <a:cubicBezTo>
                    <a:pt x="1203" y="712"/>
                    <a:pt x="1207" y="712"/>
                    <a:pt x="1209" y="713"/>
                  </a:cubicBezTo>
                  <a:cubicBezTo>
                    <a:pt x="1212" y="715"/>
                    <a:pt x="1214" y="720"/>
                    <a:pt x="1217" y="722"/>
                  </a:cubicBezTo>
                  <a:cubicBezTo>
                    <a:pt x="1219" y="724"/>
                    <a:pt x="1225" y="728"/>
                    <a:pt x="1229" y="727"/>
                  </a:cubicBezTo>
                  <a:cubicBezTo>
                    <a:pt x="1231" y="727"/>
                    <a:pt x="1237" y="724"/>
                    <a:pt x="1238" y="721"/>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45" name="Freeform 6"/>
            <p:cNvSpPr>
              <a:spLocks/>
            </p:cNvSpPr>
            <p:nvPr/>
          </p:nvSpPr>
          <p:spPr bwMode="auto">
            <a:xfrm>
              <a:off x="3935413" y="3559175"/>
              <a:ext cx="2259013" cy="995363"/>
            </a:xfrm>
            <a:custGeom>
              <a:avLst/>
              <a:gdLst/>
              <a:ahLst/>
              <a:cxnLst>
                <a:cxn ang="0">
                  <a:pos x="747" y="161"/>
                </a:cxn>
                <a:cxn ang="0">
                  <a:pos x="812" y="102"/>
                </a:cxn>
                <a:cxn ang="0">
                  <a:pos x="870" y="56"/>
                </a:cxn>
                <a:cxn ang="0">
                  <a:pos x="927" y="51"/>
                </a:cxn>
                <a:cxn ang="0">
                  <a:pos x="1000" y="85"/>
                </a:cxn>
                <a:cxn ang="0">
                  <a:pos x="1066" y="105"/>
                </a:cxn>
                <a:cxn ang="0">
                  <a:pos x="1119" y="98"/>
                </a:cxn>
                <a:cxn ang="0">
                  <a:pos x="1188" y="92"/>
                </a:cxn>
                <a:cxn ang="0">
                  <a:pos x="1264" y="73"/>
                </a:cxn>
                <a:cxn ang="0">
                  <a:pos x="1337" y="99"/>
                </a:cxn>
                <a:cxn ang="0">
                  <a:pos x="1403" y="197"/>
                </a:cxn>
                <a:cxn ang="0">
                  <a:pos x="1392" y="282"/>
                </a:cxn>
                <a:cxn ang="0">
                  <a:pos x="1418" y="378"/>
                </a:cxn>
                <a:cxn ang="0">
                  <a:pos x="1411" y="397"/>
                </a:cxn>
                <a:cxn ang="0">
                  <a:pos x="1380" y="426"/>
                </a:cxn>
                <a:cxn ang="0">
                  <a:pos x="1352" y="420"/>
                </a:cxn>
                <a:cxn ang="0">
                  <a:pos x="1318" y="433"/>
                </a:cxn>
                <a:cxn ang="0">
                  <a:pos x="1299" y="479"/>
                </a:cxn>
                <a:cxn ang="0">
                  <a:pos x="1279" y="523"/>
                </a:cxn>
                <a:cxn ang="0">
                  <a:pos x="1232" y="527"/>
                </a:cxn>
                <a:cxn ang="0">
                  <a:pos x="1203" y="566"/>
                </a:cxn>
                <a:cxn ang="0">
                  <a:pos x="1154" y="598"/>
                </a:cxn>
                <a:cxn ang="0">
                  <a:pos x="1127" y="618"/>
                </a:cxn>
                <a:cxn ang="0">
                  <a:pos x="1098" y="602"/>
                </a:cxn>
                <a:cxn ang="0">
                  <a:pos x="1050" y="575"/>
                </a:cxn>
                <a:cxn ang="0">
                  <a:pos x="975" y="582"/>
                </a:cxn>
                <a:cxn ang="0">
                  <a:pos x="925" y="579"/>
                </a:cxn>
                <a:cxn ang="0">
                  <a:pos x="873" y="550"/>
                </a:cxn>
                <a:cxn ang="0">
                  <a:pos x="815" y="543"/>
                </a:cxn>
                <a:cxn ang="0">
                  <a:pos x="743" y="509"/>
                </a:cxn>
                <a:cxn ang="0">
                  <a:pos x="653" y="512"/>
                </a:cxn>
                <a:cxn ang="0">
                  <a:pos x="587" y="502"/>
                </a:cxn>
                <a:cxn ang="0">
                  <a:pos x="507" y="475"/>
                </a:cxn>
                <a:cxn ang="0">
                  <a:pos x="437" y="468"/>
                </a:cxn>
                <a:cxn ang="0">
                  <a:pos x="364" y="485"/>
                </a:cxn>
                <a:cxn ang="0">
                  <a:pos x="171" y="449"/>
                </a:cxn>
                <a:cxn ang="0">
                  <a:pos x="46" y="407"/>
                </a:cxn>
                <a:cxn ang="0">
                  <a:pos x="34" y="370"/>
                </a:cxn>
                <a:cxn ang="0">
                  <a:pos x="56" y="334"/>
                </a:cxn>
                <a:cxn ang="0">
                  <a:pos x="94" y="315"/>
                </a:cxn>
                <a:cxn ang="0">
                  <a:pos x="141" y="307"/>
                </a:cxn>
                <a:cxn ang="0">
                  <a:pos x="190" y="299"/>
                </a:cxn>
                <a:cxn ang="0">
                  <a:pos x="135" y="236"/>
                </a:cxn>
                <a:cxn ang="0">
                  <a:pos x="76" y="148"/>
                </a:cxn>
                <a:cxn ang="0">
                  <a:pos x="67" y="75"/>
                </a:cxn>
                <a:cxn ang="0">
                  <a:pos x="0" y="18"/>
                </a:cxn>
                <a:cxn ang="0">
                  <a:pos x="68" y="14"/>
                </a:cxn>
                <a:cxn ang="0">
                  <a:pos x="141" y="35"/>
                </a:cxn>
                <a:cxn ang="0">
                  <a:pos x="206" y="76"/>
                </a:cxn>
                <a:cxn ang="0">
                  <a:pos x="289" y="82"/>
                </a:cxn>
                <a:cxn ang="0">
                  <a:pos x="369" y="46"/>
                </a:cxn>
                <a:cxn ang="0">
                  <a:pos x="452" y="39"/>
                </a:cxn>
                <a:cxn ang="0">
                  <a:pos x="550" y="57"/>
                </a:cxn>
                <a:cxn ang="0">
                  <a:pos x="620" y="91"/>
                </a:cxn>
                <a:cxn ang="0">
                  <a:pos x="669" y="142"/>
                </a:cxn>
              </a:cxnLst>
              <a:rect l="0" t="0" r="r" b="b"/>
              <a:pathLst>
                <a:path w="1437" h="633">
                  <a:moveTo>
                    <a:pt x="674" y="152"/>
                  </a:moveTo>
                  <a:cubicBezTo>
                    <a:pt x="675" y="154"/>
                    <a:pt x="676" y="155"/>
                    <a:pt x="677" y="156"/>
                  </a:cubicBezTo>
                  <a:cubicBezTo>
                    <a:pt x="680" y="160"/>
                    <a:pt x="688" y="169"/>
                    <a:pt x="693" y="172"/>
                  </a:cubicBezTo>
                  <a:cubicBezTo>
                    <a:pt x="698" y="175"/>
                    <a:pt x="710" y="177"/>
                    <a:pt x="716" y="176"/>
                  </a:cubicBezTo>
                  <a:cubicBezTo>
                    <a:pt x="720" y="176"/>
                    <a:pt x="728" y="172"/>
                    <a:pt x="732" y="170"/>
                  </a:cubicBezTo>
                  <a:cubicBezTo>
                    <a:pt x="736" y="168"/>
                    <a:pt x="743" y="162"/>
                    <a:pt x="747" y="161"/>
                  </a:cubicBezTo>
                  <a:cubicBezTo>
                    <a:pt x="750" y="160"/>
                    <a:pt x="756" y="161"/>
                    <a:pt x="758" y="160"/>
                  </a:cubicBezTo>
                  <a:cubicBezTo>
                    <a:pt x="762" y="159"/>
                    <a:pt x="768" y="154"/>
                    <a:pt x="771" y="151"/>
                  </a:cubicBezTo>
                  <a:cubicBezTo>
                    <a:pt x="774" y="148"/>
                    <a:pt x="778" y="140"/>
                    <a:pt x="781" y="137"/>
                  </a:cubicBezTo>
                  <a:cubicBezTo>
                    <a:pt x="783" y="135"/>
                    <a:pt x="787" y="131"/>
                    <a:pt x="789" y="128"/>
                  </a:cubicBezTo>
                  <a:cubicBezTo>
                    <a:pt x="792" y="125"/>
                    <a:pt x="798" y="120"/>
                    <a:pt x="801" y="116"/>
                  </a:cubicBezTo>
                  <a:cubicBezTo>
                    <a:pt x="804" y="113"/>
                    <a:pt x="809" y="105"/>
                    <a:pt x="812" y="102"/>
                  </a:cubicBezTo>
                  <a:cubicBezTo>
                    <a:pt x="815" y="99"/>
                    <a:pt x="820" y="94"/>
                    <a:pt x="823" y="92"/>
                  </a:cubicBezTo>
                  <a:cubicBezTo>
                    <a:pt x="827" y="90"/>
                    <a:pt x="835" y="90"/>
                    <a:pt x="839" y="88"/>
                  </a:cubicBezTo>
                  <a:cubicBezTo>
                    <a:pt x="841" y="87"/>
                    <a:pt x="845" y="84"/>
                    <a:pt x="846" y="82"/>
                  </a:cubicBezTo>
                  <a:cubicBezTo>
                    <a:pt x="849" y="78"/>
                    <a:pt x="850" y="69"/>
                    <a:pt x="854" y="67"/>
                  </a:cubicBezTo>
                  <a:cubicBezTo>
                    <a:pt x="856" y="65"/>
                    <a:pt x="862" y="65"/>
                    <a:pt x="864" y="64"/>
                  </a:cubicBezTo>
                  <a:cubicBezTo>
                    <a:pt x="866" y="63"/>
                    <a:pt x="868" y="57"/>
                    <a:pt x="870" y="56"/>
                  </a:cubicBezTo>
                  <a:cubicBezTo>
                    <a:pt x="872" y="55"/>
                    <a:pt x="877" y="56"/>
                    <a:pt x="880" y="56"/>
                  </a:cubicBezTo>
                  <a:cubicBezTo>
                    <a:pt x="883" y="56"/>
                    <a:pt x="889" y="56"/>
                    <a:pt x="891" y="55"/>
                  </a:cubicBezTo>
                  <a:cubicBezTo>
                    <a:pt x="895" y="54"/>
                    <a:pt x="900" y="47"/>
                    <a:pt x="903" y="45"/>
                  </a:cubicBezTo>
                  <a:cubicBezTo>
                    <a:pt x="905" y="42"/>
                    <a:pt x="910" y="37"/>
                    <a:pt x="913" y="36"/>
                  </a:cubicBezTo>
                  <a:cubicBezTo>
                    <a:pt x="916" y="36"/>
                    <a:pt x="923" y="38"/>
                    <a:pt x="924" y="40"/>
                  </a:cubicBezTo>
                  <a:cubicBezTo>
                    <a:pt x="926" y="42"/>
                    <a:pt x="926" y="49"/>
                    <a:pt x="927" y="51"/>
                  </a:cubicBezTo>
                  <a:cubicBezTo>
                    <a:pt x="927" y="54"/>
                    <a:pt x="926" y="58"/>
                    <a:pt x="927" y="61"/>
                  </a:cubicBezTo>
                  <a:cubicBezTo>
                    <a:pt x="928" y="64"/>
                    <a:pt x="931" y="71"/>
                    <a:pt x="934" y="73"/>
                  </a:cubicBezTo>
                  <a:cubicBezTo>
                    <a:pt x="938" y="75"/>
                    <a:pt x="949" y="73"/>
                    <a:pt x="953" y="74"/>
                  </a:cubicBezTo>
                  <a:cubicBezTo>
                    <a:pt x="957" y="75"/>
                    <a:pt x="963" y="79"/>
                    <a:pt x="966" y="79"/>
                  </a:cubicBezTo>
                  <a:cubicBezTo>
                    <a:pt x="970" y="80"/>
                    <a:pt x="978" y="79"/>
                    <a:pt x="983" y="80"/>
                  </a:cubicBezTo>
                  <a:cubicBezTo>
                    <a:pt x="987" y="81"/>
                    <a:pt x="996" y="84"/>
                    <a:pt x="1000" y="85"/>
                  </a:cubicBezTo>
                  <a:cubicBezTo>
                    <a:pt x="1004" y="85"/>
                    <a:pt x="1011" y="84"/>
                    <a:pt x="1014" y="86"/>
                  </a:cubicBezTo>
                  <a:cubicBezTo>
                    <a:pt x="1016" y="87"/>
                    <a:pt x="1017" y="91"/>
                    <a:pt x="1018" y="93"/>
                  </a:cubicBezTo>
                  <a:cubicBezTo>
                    <a:pt x="1019" y="97"/>
                    <a:pt x="1018" y="108"/>
                    <a:pt x="1021" y="111"/>
                  </a:cubicBezTo>
                  <a:cubicBezTo>
                    <a:pt x="1024" y="114"/>
                    <a:pt x="1032" y="114"/>
                    <a:pt x="1036" y="113"/>
                  </a:cubicBezTo>
                  <a:cubicBezTo>
                    <a:pt x="1039" y="113"/>
                    <a:pt x="1045" y="111"/>
                    <a:pt x="1047" y="110"/>
                  </a:cubicBezTo>
                  <a:cubicBezTo>
                    <a:pt x="1052" y="109"/>
                    <a:pt x="1062" y="108"/>
                    <a:pt x="1066" y="105"/>
                  </a:cubicBezTo>
                  <a:cubicBezTo>
                    <a:pt x="1069" y="103"/>
                    <a:pt x="1070" y="97"/>
                    <a:pt x="1073" y="95"/>
                  </a:cubicBezTo>
                  <a:cubicBezTo>
                    <a:pt x="1076" y="93"/>
                    <a:pt x="1083" y="92"/>
                    <a:pt x="1086" y="91"/>
                  </a:cubicBezTo>
                  <a:cubicBezTo>
                    <a:pt x="1088" y="89"/>
                    <a:pt x="1091" y="84"/>
                    <a:pt x="1093" y="83"/>
                  </a:cubicBezTo>
                  <a:cubicBezTo>
                    <a:pt x="1096" y="82"/>
                    <a:pt x="1100" y="83"/>
                    <a:pt x="1102" y="84"/>
                  </a:cubicBezTo>
                  <a:cubicBezTo>
                    <a:pt x="1105" y="86"/>
                    <a:pt x="1108" y="91"/>
                    <a:pt x="1110" y="93"/>
                  </a:cubicBezTo>
                  <a:cubicBezTo>
                    <a:pt x="1112" y="94"/>
                    <a:pt x="1116" y="98"/>
                    <a:pt x="1119" y="98"/>
                  </a:cubicBezTo>
                  <a:cubicBezTo>
                    <a:pt x="1121" y="98"/>
                    <a:pt x="1124" y="93"/>
                    <a:pt x="1126" y="93"/>
                  </a:cubicBezTo>
                  <a:cubicBezTo>
                    <a:pt x="1130" y="92"/>
                    <a:pt x="1137" y="93"/>
                    <a:pt x="1140" y="94"/>
                  </a:cubicBezTo>
                  <a:cubicBezTo>
                    <a:pt x="1143" y="95"/>
                    <a:pt x="1146" y="100"/>
                    <a:pt x="1149" y="101"/>
                  </a:cubicBezTo>
                  <a:cubicBezTo>
                    <a:pt x="1151" y="102"/>
                    <a:pt x="1157" y="106"/>
                    <a:pt x="1160" y="105"/>
                  </a:cubicBezTo>
                  <a:cubicBezTo>
                    <a:pt x="1164" y="105"/>
                    <a:pt x="1169" y="96"/>
                    <a:pt x="1173" y="94"/>
                  </a:cubicBezTo>
                  <a:cubicBezTo>
                    <a:pt x="1177" y="93"/>
                    <a:pt x="1185" y="92"/>
                    <a:pt x="1188" y="92"/>
                  </a:cubicBezTo>
                  <a:cubicBezTo>
                    <a:pt x="1193" y="91"/>
                    <a:pt x="1202" y="91"/>
                    <a:pt x="1206" y="90"/>
                  </a:cubicBezTo>
                  <a:cubicBezTo>
                    <a:pt x="1209" y="89"/>
                    <a:pt x="1214" y="88"/>
                    <a:pt x="1216" y="87"/>
                  </a:cubicBezTo>
                  <a:cubicBezTo>
                    <a:pt x="1220" y="85"/>
                    <a:pt x="1227" y="79"/>
                    <a:pt x="1231" y="76"/>
                  </a:cubicBezTo>
                  <a:cubicBezTo>
                    <a:pt x="1233" y="75"/>
                    <a:pt x="1237" y="72"/>
                    <a:pt x="1239" y="72"/>
                  </a:cubicBezTo>
                  <a:cubicBezTo>
                    <a:pt x="1242" y="71"/>
                    <a:pt x="1248" y="74"/>
                    <a:pt x="1250" y="74"/>
                  </a:cubicBezTo>
                  <a:cubicBezTo>
                    <a:pt x="1254" y="74"/>
                    <a:pt x="1261" y="74"/>
                    <a:pt x="1264" y="73"/>
                  </a:cubicBezTo>
                  <a:cubicBezTo>
                    <a:pt x="1267" y="72"/>
                    <a:pt x="1270" y="66"/>
                    <a:pt x="1272" y="64"/>
                  </a:cubicBezTo>
                  <a:cubicBezTo>
                    <a:pt x="1275" y="63"/>
                    <a:pt x="1280" y="60"/>
                    <a:pt x="1282" y="60"/>
                  </a:cubicBezTo>
                  <a:cubicBezTo>
                    <a:pt x="1284" y="59"/>
                    <a:pt x="1287" y="59"/>
                    <a:pt x="1289" y="60"/>
                  </a:cubicBezTo>
                  <a:cubicBezTo>
                    <a:pt x="1292" y="61"/>
                    <a:pt x="1298" y="67"/>
                    <a:pt x="1301" y="70"/>
                  </a:cubicBezTo>
                  <a:cubicBezTo>
                    <a:pt x="1304" y="73"/>
                    <a:pt x="1309" y="81"/>
                    <a:pt x="1312" y="84"/>
                  </a:cubicBezTo>
                  <a:cubicBezTo>
                    <a:pt x="1318" y="89"/>
                    <a:pt x="1331" y="95"/>
                    <a:pt x="1337" y="99"/>
                  </a:cubicBezTo>
                  <a:cubicBezTo>
                    <a:pt x="1343" y="103"/>
                    <a:pt x="1353" y="113"/>
                    <a:pt x="1359" y="117"/>
                  </a:cubicBezTo>
                  <a:cubicBezTo>
                    <a:pt x="1363" y="120"/>
                    <a:pt x="1373" y="122"/>
                    <a:pt x="1376" y="126"/>
                  </a:cubicBezTo>
                  <a:cubicBezTo>
                    <a:pt x="1379" y="129"/>
                    <a:pt x="1378" y="137"/>
                    <a:pt x="1380" y="140"/>
                  </a:cubicBezTo>
                  <a:cubicBezTo>
                    <a:pt x="1382" y="146"/>
                    <a:pt x="1388" y="155"/>
                    <a:pt x="1391" y="159"/>
                  </a:cubicBezTo>
                  <a:cubicBezTo>
                    <a:pt x="1394" y="164"/>
                    <a:pt x="1402" y="171"/>
                    <a:pt x="1404" y="176"/>
                  </a:cubicBezTo>
                  <a:cubicBezTo>
                    <a:pt x="1406" y="181"/>
                    <a:pt x="1404" y="192"/>
                    <a:pt x="1403" y="197"/>
                  </a:cubicBezTo>
                  <a:cubicBezTo>
                    <a:pt x="1402" y="201"/>
                    <a:pt x="1397" y="207"/>
                    <a:pt x="1397" y="211"/>
                  </a:cubicBezTo>
                  <a:cubicBezTo>
                    <a:pt x="1397" y="214"/>
                    <a:pt x="1403" y="220"/>
                    <a:pt x="1403" y="224"/>
                  </a:cubicBezTo>
                  <a:cubicBezTo>
                    <a:pt x="1403" y="227"/>
                    <a:pt x="1400" y="233"/>
                    <a:pt x="1398" y="236"/>
                  </a:cubicBezTo>
                  <a:cubicBezTo>
                    <a:pt x="1396" y="241"/>
                    <a:pt x="1388" y="247"/>
                    <a:pt x="1387" y="252"/>
                  </a:cubicBezTo>
                  <a:cubicBezTo>
                    <a:pt x="1385" y="256"/>
                    <a:pt x="1385" y="265"/>
                    <a:pt x="1385" y="270"/>
                  </a:cubicBezTo>
                  <a:cubicBezTo>
                    <a:pt x="1386" y="273"/>
                    <a:pt x="1389" y="280"/>
                    <a:pt x="1392" y="282"/>
                  </a:cubicBezTo>
                  <a:cubicBezTo>
                    <a:pt x="1394" y="284"/>
                    <a:pt x="1400" y="286"/>
                    <a:pt x="1402" y="288"/>
                  </a:cubicBezTo>
                  <a:cubicBezTo>
                    <a:pt x="1406" y="291"/>
                    <a:pt x="1413" y="299"/>
                    <a:pt x="1415" y="304"/>
                  </a:cubicBezTo>
                  <a:cubicBezTo>
                    <a:pt x="1418" y="310"/>
                    <a:pt x="1422" y="324"/>
                    <a:pt x="1422" y="331"/>
                  </a:cubicBezTo>
                  <a:cubicBezTo>
                    <a:pt x="1423" y="336"/>
                    <a:pt x="1423" y="347"/>
                    <a:pt x="1422" y="352"/>
                  </a:cubicBezTo>
                  <a:cubicBezTo>
                    <a:pt x="1421" y="355"/>
                    <a:pt x="1415" y="361"/>
                    <a:pt x="1415" y="365"/>
                  </a:cubicBezTo>
                  <a:cubicBezTo>
                    <a:pt x="1414" y="368"/>
                    <a:pt x="1415" y="376"/>
                    <a:pt x="1418" y="378"/>
                  </a:cubicBezTo>
                  <a:cubicBezTo>
                    <a:pt x="1420" y="380"/>
                    <a:pt x="1427" y="378"/>
                    <a:pt x="1430" y="379"/>
                  </a:cubicBezTo>
                  <a:cubicBezTo>
                    <a:pt x="1432" y="380"/>
                    <a:pt x="1435" y="384"/>
                    <a:pt x="1436" y="386"/>
                  </a:cubicBezTo>
                  <a:cubicBezTo>
                    <a:pt x="1437" y="389"/>
                    <a:pt x="1437" y="396"/>
                    <a:pt x="1437" y="401"/>
                  </a:cubicBezTo>
                  <a:cubicBezTo>
                    <a:pt x="1435" y="400"/>
                    <a:pt x="1433" y="399"/>
                    <a:pt x="1432" y="399"/>
                  </a:cubicBezTo>
                  <a:cubicBezTo>
                    <a:pt x="1430" y="398"/>
                    <a:pt x="1424" y="396"/>
                    <a:pt x="1422" y="396"/>
                  </a:cubicBezTo>
                  <a:cubicBezTo>
                    <a:pt x="1419" y="396"/>
                    <a:pt x="1413" y="396"/>
                    <a:pt x="1411" y="397"/>
                  </a:cubicBezTo>
                  <a:cubicBezTo>
                    <a:pt x="1409" y="398"/>
                    <a:pt x="1407" y="403"/>
                    <a:pt x="1406" y="404"/>
                  </a:cubicBezTo>
                  <a:cubicBezTo>
                    <a:pt x="1404" y="405"/>
                    <a:pt x="1398" y="407"/>
                    <a:pt x="1396" y="409"/>
                  </a:cubicBezTo>
                  <a:cubicBezTo>
                    <a:pt x="1395" y="410"/>
                    <a:pt x="1395" y="413"/>
                    <a:pt x="1394" y="414"/>
                  </a:cubicBezTo>
                  <a:cubicBezTo>
                    <a:pt x="1393" y="416"/>
                    <a:pt x="1390" y="419"/>
                    <a:pt x="1389" y="420"/>
                  </a:cubicBezTo>
                  <a:cubicBezTo>
                    <a:pt x="1388" y="421"/>
                    <a:pt x="1386" y="423"/>
                    <a:pt x="1385" y="424"/>
                  </a:cubicBezTo>
                  <a:cubicBezTo>
                    <a:pt x="1384" y="425"/>
                    <a:pt x="1381" y="426"/>
                    <a:pt x="1380" y="426"/>
                  </a:cubicBezTo>
                  <a:cubicBezTo>
                    <a:pt x="1377" y="426"/>
                    <a:pt x="1372" y="423"/>
                    <a:pt x="1371" y="421"/>
                  </a:cubicBezTo>
                  <a:cubicBezTo>
                    <a:pt x="1370" y="419"/>
                    <a:pt x="1371" y="415"/>
                    <a:pt x="1370" y="412"/>
                  </a:cubicBezTo>
                  <a:cubicBezTo>
                    <a:pt x="1370" y="411"/>
                    <a:pt x="1367" y="408"/>
                    <a:pt x="1366" y="407"/>
                  </a:cubicBezTo>
                  <a:cubicBezTo>
                    <a:pt x="1364" y="406"/>
                    <a:pt x="1360" y="406"/>
                    <a:pt x="1358" y="407"/>
                  </a:cubicBezTo>
                  <a:cubicBezTo>
                    <a:pt x="1356" y="407"/>
                    <a:pt x="1355" y="411"/>
                    <a:pt x="1354" y="413"/>
                  </a:cubicBezTo>
                  <a:cubicBezTo>
                    <a:pt x="1354" y="415"/>
                    <a:pt x="1353" y="418"/>
                    <a:pt x="1352" y="420"/>
                  </a:cubicBezTo>
                  <a:cubicBezTo>
                    <a:pt x="1352" y="422"/>
                    <a:pt x="1350" y="427"/>
                    <a:pt x="1349" y="428"/>
                  </a:cubicBezTo>
                  <a:cubicBezTo>
                    <a:pt x="1348" y="430"/>
                    <a:pt x="1345" y="433"/>
                    <a:pt x="1344" y="434"/>
                  </a:cubicBezTo>
                  <a:cubicBezTo>
                    <a:pt x="1342" y="434"/>
                    <a:pt x="1337" y="435"/>
                    <a:pt x="1335" y="434"/>
                  </a:cubicBezTo>
                  <a:cubicBezTo>
                    <a:pt x="1333" y="434"/>
                    <a:pt x="1331" y="432"/>
                    <a:pt x="1330" y="431"/>
                  </a:cubicBezTo>
                  <a:cubicBezTo>
                    <a:pt x="1328" y="430"/>
                    <a:pt x="1324" y="427"/>
                    <a:pt x="1322" y="428"/>
                  </a:cubicBezTo>
                  <a:cubicBezTo>
                    <a:pt x="1320" y="428"/>
                    <a:pt x="1319" y="431"/>
                    <a:pt x="1318" y="433"/>
                  </a:cubicBezTo>
                  <a:cubicBezTo>
                    <a:pt x="1318" y="434"/>
                    <a:pt x="1317" y="437"/>
                    <a:pt x="1317" y="439"/>
                  </a:cubicBezTo>
                  <a:cubicBezTo>
                    <a:pt x="1316" y="442"/>
                    <a:pt x="1315" y="448"/>
                    <a:pt x="1314" y="451"/>
                  </a:cubicBezTo>
                  <a:cubicBezTo>
                    <a:pt x="1314" y="452"/>
                    <a:pt x="1311" y="455"/>
                    <a:pt x="1310" y="457"/>
                  </a:cubicBezTo>
                  <a:cubicBezTo>
                    <a:pt x="1310" y="458"/>
                    <a:pt x="1309" y="462"/>
                    <a:pt x="1309" y="464"/>
                  </a:cubicBezTo>
                  <a:cubicBezTo>
                    <a:pt x="1308" y="466"/>
                    <a:pt x="1307" y="470"/>
                    <a:pt x="1305" y="472"/>
                  </a:cubicBezTo>
                  <a:cubicBezTo>
                    <a:pt x="1304" y="474"/>
                    <a:pt x="1301" y="478"/>
                    <a:pt x="1299" y="479"/>
                  </a:cubicBezTo>
                  <a:cubicBezTo>
                    <a:pt x="1297" y="480"/>
                    <a:pt x="1293" y="480"/>
                    <a:pt x="1292" y="481"/>
                  </a:cubicBezTo>
                  <a:cubicBezTo>
                    <a:pt x="1289" y="483"/>
                    <a:pt x="1285" y="489"/>
                    <a:pt x="1284" y="493"/>
                  </a:cubicBezTo>
                  <a:cubicBezTo>
                    <a:pt x="1283" y="495"/>
                    <a:pt x="1282" y="500"/>
                    <a:pt x="1283" y="502"/>
                  </a:cubicBezTo>
                  <a:cubicBezTo>
                    <a:pt x="1283" y="504"/>
                    <a:pt x="1284" y="507"/>
                    <a:pt x="1285" y="509"/>
                  </a:cubicBezTo>
                  <a:cubicBezTo>
                    <a:pt x="1285" y="511"/>
                    <a:pt x="1284" y="515"/>
                    <a:pt x="1284" y="517"/>
                  </a:cubicBezTo>
                  <a:cubicBezTo>
                    <a:pt x="1283" y="519"/>
                    <a:pt x="1280" y="522"/>
                    <a:pt x="1279" y="523"/>
                  </a:cubicBezTo>
                  <a:cubicBezTo>
                    <a:pt x="1277" y="525"/>
                    <a:pt x="1272" y="527"/>
                    <a:pt x="1269" y="527"/>
                  </a:cubicBezTo>
                  <a:cubicBezTo>
                    <a:pt x="1268" y="528"/>
                    <a:pt x="1264" y="526"/>
                    <a:pt x="1262" y="526"/>
                  </a:cubicBezTo>
                  <a:cubicBezTo>
                    <a:pt x="1260" y="526"/>
                    <a:pt x="1256" y="526"/>
                    <a:pt x="1255" y="526"/>
                  </a:cubicBezTo>
                  <a:cubicBezTo>
                    <a:pt x="1253" y="526"/>
                    <a:pt x="1250" y="527"/>
                    <a:pt x="1248" y="527"/>
                  </a:cubicBezTo>
                  <a:cubicBezTo>
                    <a:pt x="1246" y="527"/>
                    <a:pt x="1242" y="526"/>
                    <a:pt x="1240" y="526"/>
                  </a:cubicBezTo>
                  <a:cubicBezTo>
                    <a:pt x="1238" y="526"/>
                    <a:pt x="1234" y="526"/>
                    <a:pt x="1232" y="527"/>
                  </a:cubicBezTo>
                  <a:cubicBezTo>
                    <a:pt x="1230" y="527"/>
                    <a:pt x="1228" y="528"/>
                    <a:pt x="1227" y="529"/>
                  </a:cubicBezTo>
                  <a:cubicBezTo>
                    <a:pt x="1226" y="530"/>
                    <a:pt x="1224" y="533"/>
                    <a:pt x="1224" y="535"/>
                  </a:cubicBezTo>
                  <a:cubicBezTo>
                    <a:pt x="1223" y="537"/>
                    <a:pt x="1223" y="542"/>
                    <a:pt x="1222" y="544"/>
                  </a:cubicBezTo>
                  <a:cubicBezTo>
                    <a:pt x="1221" y="546"/>
                    <a:pt x="1219" y="550"/>
                    <a:pt x="1218" y="552"/>
                  </a:cubicBezTo>
                  <a:cubicBezTo>
                    <a:pt x="1217" y="554"/>
                    <a:pt x="1214" y="558"/>
                    <a:pt x="1212" y="559"/>
                  </a:cubicBezTo>
                  <a:cubicBezTo>
                    <a:pt x="1210" y="561"/>
                    <a:pt x="1205" y="565"/>
                    <a:pt x="1203" y="566"/>
                  </a:cubicBezTo>
                  <a:cubicBezTo>
                    <a:pt x="1199" y="568"/>
                    <a:pt x="1191" y="570"/>
                    <a:pt x="1187" y="570"/>
                  </a:cubicBezTo>
                  <a:cubicBezTo>
                    <a:pt x="1184" y="571"/>
                    <a:pt x="1177" y="572"/>
                    <a:pt x="1174" y="572"/>
                  </a:cubicBezTo>
                  <a:cubicBezTo>
                    <a:pt x="1171" y="573"/>
                    <a:pt x="1167" y="574"/>
                    <a:pt x="1165" y="575"/>
                  </a:cubicBezTo>
                  <a:cubicBezTo>
                    <a:pt x="1163" y="576"/>
                    <a:pt x="1158" y="579"/>
                    <a:pt x="1157" y="580"/>
                  </a:cubicBezTo>
                  <a:cubicBezTo>
                    <a:pt x="1155" y="582"/>
                    <a:pt x="1153" y="585"/>
                    <a:pt x="1153" y="587"/>
                  </a:cubicBezTo>
                  <a:cubicBezTo>
                    <a:pt x="1152" y="589"/>
                    <a:pt x="1154" y="595"/>
                    <a:pt x="1154" y="598"/>
                  </a:cubicBezTo>
                  <a:cubicBezTo>
                    <a:pt x="1153" y="601"/>
                    <a:pt x="1150" y="607"/>
                    <a:pt x="1149" y="610"/>
                  </a:cubicBezTo>
                  <a:cubicBezTo>
                    <a:pt x="1148" y="613"/>
                    <a:pt x="1145" y="617"/>
                    <a:pt x="1144" y="620"/>
                  </a:cubicBezTo>
                  <a:cubicBezTo>
                    <a:pt x="1144" y="622"/>
                    <a:pt x="1146" y="627"/>
                    <a:pt x="1145" y="629"/>
                  </a:cubicBezTo>
                  <a:cubicBezTo>
                    <a:pt x="1145" y="630"/>
                    <a:pt x="1143" y="632"/>
                    <a:pt x="1142" y="633"/>
                  </a:cubicBezTo>
                  <a:cubicBezTo>
                    <a:pt x="1139" y="633"/>
                    <a:pt x="1133" y="629"/>
                    <a:pt x="1131" y="627"/>
                  </a:cubicBezTo>
                  <a:cubicBezTo>
                    <a:pt x="1129" y="625"/>
                    <a:pt x="1128" y="621"/>
                    <a:pt x="1127" y="618"/>
                  </a:cubicBezTo>
                  <a:cubicBezTo>
                    <a:pt x="1127" y="617"/>
                    <a:pt x="1126" y="613"/>
                    <a:pt x="1126" y="611"/>
                  </a:cubicBezTo>
                  <a:cubicBezTo>
                    <a:pt x="1125" y="609"/>
                    <a:pt x="1124" y="605"/>
                    <a:pt x="1123" y="603"/>
                  </a:cubicBezTo>
                  <a:cubicBezTo>
                    <a:pt x="1122" y="601"/>
                    <a:pt x="1120" y="597"/>
                    <a:pt x="1118" y="596"/>
                  </a:cubicBezTo>
                  <a:cubicBezTo>
                    <a:pt x="1117" y="595"/>
                    <a:pt x="1113" y="593"/>
                    <a:pt x="1112" y="593"/>
                  </a:cubicBezTo>
                  <a:cubicBezTo>
                    <a:pt x="1110" y="594"/>
                    <a:pt x="1108" y="597"/>
                    <a:pt x="1107" y="598"/>
                  </a:cubicBezTo>
                  <a:cubicBezTo>
                    <a:pt x="1105" y="600"/>
                    <a:pt x="1101" y="601"/>
                    <a:pt x="1098" y="602"/>
                  </a:cubicBezTo>
                  <a:cubicBezTo>
                    <a:pt x="1097" y="602"/>
                    <a:pt x="1093" y="602"/>
                    <a:pt x="1091" y="601"/>
                  </a:cubicBezTo>
                  <a:cubicBezTo>
                    <a:pt x="1089" y="601"/>
                    <a:pt x="1084" y="598"/>
                    <a:pt x="1082" y="598"/>
                  </a:cubicBezTo>
                  <a:cubicBezTo>
                    <a:pt x="1078" y="597"/>
                    <a:pt x="1069" y="597"/>
                    <a:pt x="1066" y="595"/>
                  </a:cubicBezTo>
                  <a:cubicBezTo>
                    <a:pt x="1065" y="594"/>
                    <a:pt x="1063" y="590"/>
                    <a:pt x="1062" y="588"/>
                  </a:cubicBezTo>
                  <a:cubicBezTo>
                    <a:pt x="1061" y="586"/>
                    <a:pt x="1061" y="582"/>
                    <a:pt x="1059" y="580"/>
                  </a:cubicBezTo>
                  <a:cubicBezTo>
                    <a:pt x="1057" y="578"/>
                    <a:pt x="1053" y="575"/>
                    <a:pt x="1050" y="575"/>
                  </a:cubicBezTo>
                  <a:cubicBezTo>
                    <a:pt x="1047" y="574"/>
                    <a:pt x="1041" y="578"/>
                    <a:pt x="1038" y="579"/>
                  </a:cubicBezTo>
                  <a:cubicBezTo>
                    <a:pt x="1036" y="579"/>
                    <a:pt x="1032" y="582"/>
                    <a:pt x="1029" y="583"/>
                  </a:cubicBezTo>
                  <a:cubicBezTo>
                    <a:pt x="1026" y="583"/>
                    <a:pt x="1019" y="583"/>
                    <a:pt x="1015" y="583"/>
                  </a:cubicBezTo>
                  <a:cubicBezTo>
                    <a:pt x="1011" y="583"/>
                    <a:pt x="1002" y="582"/>
                    <a:pt x="997" y="582"/>
                  </a:cubicBezTo>
                  <a:cubicBezTo>
                    <a:pt x="994" y="582"/>
                    <a:pt x="987" y="585"/>
                    <a:pt x="984" y="585"/>
                  </a:cubicBezTo>
                  <a:cubicBezTo>
                    <a:pt x="982" y="585"/>
                    <a:pt x="978" y="582"/>
                    <a:pt x="975" y="582"/>
                  </a:cubicBezTo>
                  <a:cubicBezTo>
                    <a:pt x="973" y="582"/>
                    <a:pt x="968" y="582"/>
                    <a:pt x="966" y="582"/>
                  </a:cubicBezTo>
                  <a:cubicBezTo>
                    <a:pt x="964" y="583"/>
                    <a:pt x="962" y="585"/>
                    <a:pt x="960" y="586"/>
                  </a:cubicBezTo>
                  <a:cubicBezTo>
                    <a:pt x="958" y="587"/>
                    <a:pt x="953" y="590"/>
                    <a:pt x="951" y="590"/>
                  </a:cubicBezTo>
                  <a:cubicBezTo>
                    <a:pt x="949" y="591"/>
                    <a:pt x="944" y="590"/>
                    <a:pt x="942" y="589"/>
                  </a:cubicBezTo>
                  <a:cubicBezTo>
                    <a:pt x="940" y="588"/>
                    <a:pt x="936" y="585"/>
                    <a:pt x="934" y="583"/>
                  </a:cubicBezTo>
                  <a:cubicBezTo>
                    <a:pt x="932" y="582"/>
                    <a:pt x="927" y="580"/>
                    <a:pt x="925" y="579"/>
                  </a:cubicBezTo>
                  <a:cubicBezTo>
                    <a:pt x="922" y="578"/>
                    <a:pt x="917" y="577"/>
                    <a:pt x="914" y="577"/>
                  </a:cubicBezTo>
                  <a:cubicBezTo>
                    <a:pt x="912" y="577"/>
                    <a:pt x="907" y="579"/>
                    <a:pt x="905" y="580"/>
                  </a:cubicBezTo>
                  <a:cubicBezTo>
                    <a:pt x="902" y="580"/>
                    <a:pt x="897" y="580"/>
                    <a:pt x="894" y="579"/>
                  </a:cubicBezTo>
                  <a:cubicBezTo>
                    <a:pt x="891" y="577"/>
                    <a:pt x="887" y="571"/>
                    <a:pt x="885" y="568"/>
                  </a:cubicBezTo>
                  <a:cubicBezTo>
                    <a:pt x="883" y="566"/>
                    <a:pt x="881" y="561"/>
                    <a:pt x="880" y="559"/>
                  </a:cubicBezTo>
                  <a:cubicBezTo>
                    <a:pt x="878" y="557"/>
                    <a:pt x="875" y="552"/>
                    <a:pt x="873" y="550"/>
                  </a:cubicBezTo>
                  <a:cubicBezTo>
                    <a:pt x="871" y="548"/>
                    <a:pt x="866" y="545"/>
                    <a:pt x="864" y="544"/>
                  </a:cubicBezTo>
                  <a:cubicBezTo>
                    <a:pt x="861" y="543"/>
                    <a:pt x="855" y="544"/>
                    <a:pt x="852" y="544"/>
                  </a:cubicBezTo>
                  <a:cubicBezTo>
                    <a:pt x="850" y="544"/>
                    <a:pt x="845" y="545"/>
                    <a:pt x="842" y="544"/>
                  </a:cubicBezTo>
                  <a:cubicBezTo>
                    <a:pt x="839" y="544"/>
                    <a:pt x="833" y="540"/>
                    <a:pt x="830" y="539"/>
                  </a:cubicBezTo>
                  <a:cubicBezTo>
                    <a:pt x="828" y="539"/>
                    <a:pt x="825" y="539"/>
                    <a:pt x="823" y="539"/>
                  </a:cubicBezTo>
                  <a:cubicBezTo>
                    <a:pt x="821" y="540"/>
                    <a:pt x="817" y="543"/>
                    <a:pt x="815" y="543"/>
                  </a:cubicBezTo>
                  <a:cubicBezTo>
                    <a:pt x="812" y="544"/>
                    <a:pt x="807" y="544"/>
                    <a:pt x="804" y="544"/>
                  </a:cubicBezTo>
                  <a:cubicBezTo>
                    <a:pt x="801" y="543"/>
                    <a:pt x="795" y="538"/>
                    <a:pt x="792" y="537"/>
                  </a:cubicBezTo>
                  <a:cubicBezTo>
                    <a:pt x="789" y="534"/>
                    <a:pt x="781" y="531"/>
                    <a:pt x="778" y="529"/>
                  </a:cubicBezTo>
                  <a:cubicBezTo>
                    <a:pt x="775" y="527"/>
                    <a:pt x="769" y="522"/>
                    <a:pt x="766" y="520"/>
                  </a:cubicBezTo>
                  <a:cubicBezTo>
                    <a:pt x="764" y="518"/>
                    <a:pt x="758" y="515"/>
                    <a:pt x="755" y="514"/>
                  </a:cubicBezTo>
                  <a:cubicBezTo>
                    <a:pt x="752" y="513"/>
                    <a:pt x="747" y="510"/>
                    <a:pt x="743" y="509"/>
                  </a:cubicBezTo>
                  <a:cubicBezTo>
                    <a:pt x="739" y="508"/>
                    <a:pt x="729" y="508"/>
                    <a:pt x="724" y="509"/>
                  </a:cubicBezTo>
                  <a:cubicBezTo>
                    <a:pt x="721" y="510"/>
                    <a:pt x="717" y="513"/>
                    <a:pt x="714" y="514"/>
                  </a:cubicBezTo>
                  <a:cubicBezTo>
                    <a:pt x="710" y="516"/>
                    <a:pt x="701" y="521"/>
                    <a:pt x="696" y="523"/>
                  </a:cubicBezTo>
                  <a:cubicBezTo>
                    <a:pt x="692" y="524"/>
                    <a:pt x="684" y="525"/>
                    <a:pt x="680" y="524"/>
                  </a:cubicBezTo>
                  <a:cubicBezTo>
                    <a:pt x="676" y="523"/>
                    <a:pt x="671" y="517"/>
                    <a:pt x="667" y="515"/>
                  </a:cubicBezTo>
                  <a:cubicBezTo>
                    <a:pt x="664" y="514"/>
                    <a:pt x="657" y="512"/>
                    <a:pt x="653" y="512"/>
                  </a:cubicBezTo>
                  <a:cubicBezTo>
                    <a:pt x="651" y="512"/>
                    <a:pt x="647" y="512"/>
                    <a:pt x="644" y="512"/>
                  </a:cubicBezTo>
                  <a:cubicBezTo>
                    <a:pt x="642" y="512"/>
                    <a:pt x="639" y="514"/>
                    <a:pt x="637" y="514"/>
                  </a:cubicBezTo>
                  <a:cubicBezTo>
                    <a:pt x="635" y="515"/>
                    <a:pt x="631" y="515"/>
                    <a:pt x="628" y="514"/>
                  </a:cubicBezTo>
                  <a:cubicBezTo>
                    <a:pt x="627" y="514"/>
                    <a:pt x="625" y="514"/>
                    <a:pt x="623" y="513"/>
                  </a:cubicBezTo>
                  <a:cubicBezTo>
                    <a:pt x="619" y="512"/>
                    <a:pt x="610" y="510"/>
                    <a:pt x="606" y="509"/>
                  </a:cubicBezTo>
                  <a:cubicBezTo>
                    <a:pt x="601" y="508"/>
                    <a:pt x="592" y="504"/>
                    <a:pt x="587" y="502"/>
                  </a:cubicBezTo>
                  <a:cubicBezTo>
                    <a:pt x="583" y="500"/>
                    <a:pt x="577" y="494"/>
                    <a:pt x="572" y="493"/>
                  </a:cubicBezTo>
                  <a:cubicBezTo>
                    <a:pt x="568" y="492"/>
                    <a:pt x="559" y="495"/>
                    <a:pt x="554" y="495"/>
                  </a:cubicBezTo>
                  <a:cubicBezTo>
                    <a:pt x="550" y="495"/>
                    <a:pt x="541" y="495"/>
                    <a:pt x="537" y="494"/>
                  </a:cubicBezTo>
                  <a:cubicBezTo>
                    <a:pt x="534" y="492"/>
                    <a:pt x="531" y="487"/>
                    <a:pt x="528" y="486"/>
                  </a:cubicBezTo>
                  <a:cubicBezTo>
                    <a:pt x="526" y="485"/>
                    <a:pt x="521" y="485"/>
                    <a:pt x="518" y="484"/>
                  </a:cubicBezTo>
                  <a:cubicBezTo>
                    <a:pt x="515" y="482"/>
                    <a:pt x="510" y="477"/>
                    <a:pt x="507" y="475"/>
                  </a:cubicBezTo>
                  <a:cubicBezTo>
                    <a:pt x="505" y="475"/>
                    <a:pt x="500" y="475"/>
                    <a:pt x="498" y="475"/>
                  </a:cubicBezTo>
                  <a:cubicBezTo>
                    <a:pt x="495" y="475"/>
                    <a:pt x="487" y="479"/>
                    <a:pt x="484" y="479"/>
                  </a:cubicBezTo>
                  <a:cubicBezTo>
                    <a:pt x="480" y="480"/>
                    <a:pt x="473" y="481"/>
                    <a:pt x="470" y="481"/>
                  </a:cubicBezTo>
                  <a:cubicBezTo>
                    <a:pt x="468" y="481"/>
                    <a:pt x="464" y="480"/>
                    <a:pt x="463" y="480"/>
                  </a:cubicBezTo>
                  <a:cubicBezTo>
                    <a:pt x="459" y="479"/>
                    <a:pt x="452" y="476"/>
                    <a:pt x="448" y="475"/>
                  </a:cubicBezTo>
                  <a:cubicBezTo>
                    <a:pt x="445" y="473"/>
                    <a:pt x="440" y="468"/>
                    <a:pt x="437" y="468"/>
                  </a:cubicBezTo>
                  <a:cubicBezTo>
                    <a:pt x="435" y="467"/>
                    <a:pt x="430" y="469"/>
                    <a:pt x="427" y="470"/>
                  </a:cubicBezTo>
                  <a:cubicBezTo>
                    <a:pt x="425" y="471"/>
                    <a:pt x="422" y="475"/>
                    <a:pt x="419" y="476"/>
                  </a:cubicBezTo>
                  <a:cubicBezTo>
                    <a:pt x="416" y="477"/>
                    <a:pt x="409" y="477"/>
                    <a:pt x="406" y="478"/>
                  </a:cubicBezTo>
                  <a:cubicBezTo>
                    <a:pt x="404" y="478"/>
                    <a:pt x="400" y="482"/>
                    <a:pt x="397" y="483"/>
                  </a:cubicBezTo>
                  <a:cubicBezTo>
                    <a:pt x="394" y="484"/>
                    <a:pt x="388" y="486"/>
                    <a:pt x="384" y="486"/>
                  </a:cubicBezTo>
                  <a:cubicBezTo>
                    <a:pt x="379" y="487"/>
                    <a:pt x="369" y="487"/>
                    <a:pt x="364" y="485"/>
                  </a:cubicBezTo>
                  <a:cubicBezTo>
                    <a:pt x="359" y="484"/>
                    <a:pt x="350" y="476"/>
                    <a:pt x="345" y="473"/>
                  </a:cubicBezTo>
                  <a:cubicBezTo>
                    <a:pt x="339" y="469"/>
                    <a:pt x="325" y="462"/>
                    <a:pt x="319" y="460"/>
                  </a:cubicBezTo>
                  <a:cubicBezTo>
                    <a:pt x="311" y="456"/>
                    <a:pt x="295" y="451"/>
                    <a:pt x="287" y="450"/>
                  </a:cubicBezTo>
                  <a:cubicBezTo>
                    <a:pt x="279" y="448"/>
                    <a:pt x="263" y="449"/>
                    <a:pt x="255" y="450"/>
                  </a:cubicBezTo>
                  <a:cubicBezTo>
                    <a:pt x="245" y="450"/>
                    <a:pt x="226" y="451"/>
                    <a:pt x="217" y="451"/>
                  </a:cubicBezTo>
                  <a:cubicBezTo>
                    <a:pt x="205" y="451"/>
                    <a:pt x="182" y="450"/>
                    <a:pt x="171" y="449"/>
                  </a:cubicBezTo>
                  <a:cubicBezTo>
                    <a:pt x="162" y="448"/>
                    <a:pt x="144" y="445"/>
                    <a:pt x="136" y="442"/>
                  </a:cubicBezTo>
                  <a:cubicBezTo>
                    <a:pt x="131" y="440"/>
                    <a:pt x="121" y="434"/>
                    <a:pt x="117" y="431"/>
                  </a:cubicBezTo>
                  <a:cubicBezTo>
                    <a:pt x="110" y="427"/>
                    <a:pt x="97" y="420"/>
                    <a:pt x="90" y="416"/>
                  </a:cubicBezTo>
                  <a:cubicBezTo>
                    <a:pt x="87" y="414"/>
                    <a:pt x="79" y="410"/>
                    <a:pt x="75" y="409"/>
                  </a:cubicBezTo>
                  <a:cubicBezTo>
                    <a:pt x="70" y="408"/>
                    <a:pt x="61" y="412"/>
                    <a:pt x="56" y="411"/>
                  </a:cubicBezTo>
                  <a:cubicBezTo>
                    <a:pt x="53" y="411"/>
                    <a:pt x="48" y="408"/>
                    <a:pt x="46" y="407"/>
                  </a:cubicBezTo>
                  <a:cubicBezTo>
                    <a:pt x="42" y="406"/>
                    <a:pt x="36" y="403"/>
                    <a:pt x="33" y="403"/>
                  </a:cubicBezTo>
                  <a:cubicBezTo>
                    <a:pt x="31" y="403"/>
                    <a:pt x="29" y="403"/>
                    <a:pt x="26" y="403"/>
                  </a:cubicBezTo>
                  <a:cubicBezTo>
                    <a:pt x="27" y="400"/>
                    <a:pt x="27" y="397"/>
                    <a:pt x="27" y="395"/>
                  </a:cubicBezTo>
                  <a:cubicBezTo>
                    <a:pt x="26" y="393"/>
                    <a:pt x="23" y="390"/>
                    <a:pt x="23" y="389"/>
                  </a:cubicBezTo>
                  <a:cubicBezTo>
                    <a:pt x="23" y="386"/>
                    <a:pt x="26" y="380"/>
                    <a:pt x="27" y="377"/>
                  </a:cubicBezTo>
                  <a:cubicBezTo>
                    <a:pt x="28" y="375"/>
                    <a:pt x="32" y="371"/>
                    <a:pt x="34" y="370"/>
                  </a:cubicBezTo>
                  <a:cubicBezTo>
                    <a:pt x="35" y="369"/>
                    <a:pt x="39" y="369"/>
                    <a:pt x="40" y="367"/>
                  </a:cubicBezTo>
                  <a:cubicBezTo>
                    <a:pt x="42" y="366"/>
                    <a:pt x="42" y="361"/>
                    <a:pt x="42" y="359"/>
                  </a:cubicBezTo>
                  <a:cubicBezTo>
                    <a:pt x="42" y="357"/>
                    <a:pt x="41" y="354"/>
                    <a:pt x="41" y="352"/>
                  </a:cubicBezTo>
                  <a:cubicBezTo>
                    <a:pt x="42" y="351"/>
                    <a:pt x="45" y="348"/>
                    <a:pt x="45" y="346"/>
                  </a:cubicBezTo>
                  <a:cubicBezTo>
                    <a:pt x="46" y="344"/>
                    <a:pt x="44" y="339"/>
                    <a:pt x="45" y="337"/>
                  </a:cubicBezTo>
                  <a:cubicBezTo>
                    <a:pt x="47" y="335"/>
                    <a:pt x="53" y="334"/>
                    <a:pt x="56" y="334"/>
                  </a:cubicBezTo>
                  <a:cubicBezTo>
                    <a:pt x="58" y="334"/>
                    <a:pt x="61" y="335"/>
                    <a:pt x="63" y="334"/>
                  </a:cubicBezTo>
                  <a:cubicBezTo>
                    <a:pt x="64" y="334"/>
                    <a:pt x="66" y="332"/>
                    <a:pt x="67" y="331"/>
                  </a:cubicBezTo>
                  <a:cubicBezTo>
                    <a:pt x="69" y="329"/>
                    <a:pt x="74" y="326"/>
                    <a:pt x="77" y="324"/>
                  </a:cubicBezTo>
                  <a:cubicBezTo>
                    <a:pt x="78" y="323"/>
                    <a:pt x="81" y="322"/>
                    <a:pt x="83" y="321"/>
                  </a:cubicBezTo>
                  <a:cubicBezTo>
                    <a:pt x="84" y="320"/>
                    <a:pt x="86" y="316"/>
                    <a:pt x="88" y="315"/>
                  </a:cubicBezTo>
                  <a:cubicBezTo>
                    <a:pt x="89" y="315"/>
                    <a:pt x="93" y="315"/>
                    <a:pt x="94" y="315"/>
                  </a:cubicBezTo>
                  <a:cubicBezTo>
                    <a:pt x="97" y="315"/>
                    <a:pt x="103" y="315"/>
                    <a:pt x="105" y="316"/>
                  </a:cubicBezTo>
                  <a:cubicBezTo>
                    <a:pt x="107" y="317"/>
                    <a:pt x="109" y="322"/>
                    <a:pt x="111" y="323"/>
                  </a:cubicBezTo>
                  <a:cubicBezTo>
                    <a:pt x="113" y="324"/>
                    <a:pt x="118" y="325"/>
                    <a:pt x="120" y="324"/>
                  </a:cubicBezTo>
                  <a:cubicBezTo>
                    <a:pt x="123" y="324"/>
                    <a:pt x="128" y="322"/>
                    <a:pt x="130" y="320"/>
                  </a:cubicBezTo>
                  <a:cubicBezTo>
                    <a:pt x="132" y="318"/>
                    <a:pt x="135" y="314"/>
                    <a:pt x="136" y="312"/>
                  </a:cubicBezTo>
                  <a:cubicBezTo>
                    <a:pt x="137" y="311"/>
                    <a:pt x="140" y="308"/>
                    <a:pt x="141" y="307"/>
                  </a:cubicBezTo>
                  <a:cubicBezTo>
                    <a:pt x="143" y="306"/>
                    <a:pt x="147" y="303"/>
                    <a:pt x="149" y="303"/>
                  </a:cubicBezTo>
                  <a:cubicBezTo>
                    <a:pt x="152" y="302"/>
                    <a:pt x="158" y="303"/>
                    <a:pt x="161" y="304"/>
                  </a:cubicBezTo>
                  <a:cubicBezTo>
                    <a:pt x="163" y="306"/>
                    <a:pt x="167" y="312"/>
                    <a:pt x="169" y="313"/>
                  </a:cubicBezTo>
                  <a:cubicBezTo>
                    <a:pt x="172" y="314"/>
                    <a:pt x="177" y="317"/>
                    <a:pt x="179" y="315"/>
                  </a:cubicBezTo>
                  <a:cubicBezTo>
                    <a:pt x="181" y="314"/>
                    <a:pt x="181" y="308"/>
                    <a:pt x="183" y="306"/>
                  </a:cubicBezTo>
                  <a:cubicBezTo>
                    <a:pt x="184" y="304"/>
                    <a:pt x="189" y="301"/>
                    <a:pt x="190" y="299"/>
                  </a:cubicBezTo>
                  <a:cubicBezTo>
                    <a:pt x="191" y="297"/>
                    <a:pt x="192" y="292"/>
                    <a:pt x="191" y="290"/>
                  </a:cubicBezTo>
                  <a:cubicBezTo>
                    <a:pt x="190" y="288"/>
                    <a:pt x="187" y="283"/>
                    <a:pt x="185" y="281"/>
                  </a:cubicBezTo>
                  <a:cubicBezTo>
                    <a:pt x="182" y="279"/>
                    <a:pt x="175" y="277"/>
                    <a:pt x="173" y="276"/>
                  </a:cubicBezTo>
                  <a:cubicBezTo>
                    <a:pt x="167" y="272"/>
                    <a:pt x="158" y="265"/>
                    <a:pt x="153" y="261"/>
                  </a:cubicBezTo>
                  <a:cubicBezTo>
                    <a:pt x="151" y="259"/>
                    <a:pt x="146" y="253"/>
                    <a:pt x="144" y="250"/>
                  </a:cubicBezTo>
                  <a:cubicBezTo>
                    <a:pt x="142" y="246"/>
                    <a:pt x="137" y="239"/>
                    <a:pt x="135" y="236"/>
                  </a:cubicBezTo>
                  <a:cubicBezTo>
                    <a:pt x="132" y="232"/>
                    <a:pt x="126" y="223"/>
                    <a:pt x="124" y="219"/>
                  </a:cubicBezTo>
                  <a:cubicBezTo>
                    <a:pt x="122" y="215"/>
                    <a:pt x="121" y="206"/>
                    <a:pt x="120" y="202"/>
                  </a:cubicBezTo>
                  <a:cubicBezTo>
                    <a:pt x="118" y="196"/>
                    <a:pt x="115" y="186"/>
                    <a:pt x="112" y="181"/>
                  </a:cubicBezTo>
                  <a:cubicBezTo>
                    <a:pt x="110" y="178"/>
                    <a:pt x="104" y="174"/>
                    <a:pt x="101" y="172"/>
                  </a:cubicBezTo>
                  <a:cubicBezTo>
                    <a:pt x="98" y="169"/>
                    <a:pt x="90" y="163"/>
                    <a:pt x="87" y="159"/>
                  </a:cubicBezTo>
                  <a:cubicBezTo>
                    <a:pt x="84" y="157"/>
                    <a:pt x="78" y="151"/>
                    <a:pt x="76" y="148"/>
                  </a:cubicBezTo>
                  <a:cubicBezTo>
                    <a:pt x="73" y="144"/>
                    <a:pt x="67" y="136"/>
                    <a:pt x="65" y="132"/>
                  </a:cubicBezTo>
                  <a:cubicBezTo>
                    <a:pt x="63" y="128"/>
                    <a:pt x="62" y="120"/>
                    <a:pt x="61" y="117"/>
                  </a:cubicBezTo>
                  <a:cubicBezTo>
                    <a:pt x="60" y="113"/>
                    <a:pt x="59" y="105"/>
                    <a:pt x="60" y="101"/>
                  </a:cubicBezTo>
                  <a:cubicBezTo>
                    <a:pt x="60" y="99"/>
                    <a:pt x="62" y="94"/>
                    <a:pt x="64" y="92"/>
                  </a:cubicBezTo>
                  <a:cubicBezTo>
                    <a:pt x="65" y="90"/>
                    <a:pt x="69" y="89"/>
                    <a:pt x="69" y="87"/>
                  </a:cubicBezTo>
                  <a:cubicBezTo>
                    <a:pt x="70" y="84"/>
                    <a:pt x="69" y="78"/>
                    <a:pt x="67" y="75"/>
                  </a:cubicBezTo>
                  <a:cubicBezTo>
                    <a:pt x="66" y="73"/>
                    <a:pt x="62" y="70"/>
                    <a:pt x="60" y="69"/>
                  </a:cubicBezTo>
                  <a:cubicBezTo>
                    <a:pt x="57" y="67"/>
                    <a:pt x="50" y="64"/>
                    <a:pt x="47" y="62"/>
                  </a:cubicBezTo>
                  <a:cubicBezTo>
                    <a:pt x="43" y="59"/>
                    <a:pt x="35" y="53"/>
                    <a:pt x="31" y="50"/>
                  </a:cubicBezTo>
                  <a:cubicBezTo>
                    <a:pt x="27" y="46"/>
                    <a:pt x="19" y="40"/>
                    <a:pt x="16" y="36"/>
                  </a:cubicBezTo>
                  <a:cubicBezTo>
                    <a:pt x="14" y="34"/>
                    <a:pt x="9" y="29"/>
                    <a:pt x="7" y="27"/>
                  </a:cubicBezTo>
                  <a:cubicBezTo>
                    <a:pt x="5" y="23"/>
                    <a:pt x="0" y="19"/>
                    <a:pt x="0" y="18"/>
                  </a:cubicBezTo>
                  <a:cubicBezTo>
                    <a:pt x="3" y="20"/>
                    <a:pt x="10" y="22"/>
                    <a:pt x="13" y="21"/>
                  </a:cubicBezTo>
                  <a:cubicBezTo>
                    <a:pt x="16" y="20"/>
                    <a:pt x="19" y="17"/>
                    <a:pt x="20" y="15"/>
                  </a:cubicBezTo>
                  <a:cubicBezTo>
                    <a:pt x="22" y="12"/>
                    <a:pt x="23" y="6"/>
                    <a:pt x="25" y="4"/>
                  </a:cubicBezTo>
                  <a:cubicBezTo>
                    <a:pt x="29" y="1"/>
                    <a:pt x="40" y="0"/>
                    <a:pt x="45" y="0"/>
                  </a:cubicBezTo>
                  <a:cubicBezTo>
                    <a:pt x="49" y="0"/>
                    <a:pt x="58" y="2"/>
                    <a:pt x="61" y="4"/>
                  </a:cubicBezTo>
                  <a:cubicBezTo>
                    <a:pt x="64" y="6"/>
                    <a:pt x="66" y="13"/>
                    <a:pt x="68" y="14"/>
                  </a:cubicBezTo>
                  <a:cubicBezTo>
                    <a:pt x="71" y="16"/>
                    <a:pt x="78" y="16"/>
                    <a:pt x="81" y="18"/>
                  </a:cubicBezTo>
                  <a:cubicBezTo>
                    <a:pt x="83" y="19"/>
                    <a:pt x="87" y="24"/>
                    <a:pt x="89" y="24"/>
                  </a:cubicBezTo>
                  <a:cubicBezTo>
                    <a:pt x="93" y="26"/>
                    <a:pt x="103" y="23"/>
                    <a:pt x="107" y="24"/>
                  </a:cubicBezTo>
                  <a:cubicBezTo>
                    <a:pt x="110" y="24"/>
                    <a:pt x="117" y="25"/>
                    <a:pt x="120" y="27"/>
                  </a:cubicBezTo>
                  <a:cubicBezTo>
                    <a:pt x="123" y="28"/>
                    <a:pt x="126" y="34"/>
                    <a:pt x="129" y="35"/>
                  </a:cubicBezTo>
                  <a:cubicBezTo>
                    <a:pt x="132" y="36"/>
                    <a:pt x="138" y="35"/>
                    <a:pt x="141" y="35"/>
                  </a:cubicBezTo>
                  <a:cubicBezTo>
                    <a:pt x="146" y="36"/>
                    <a:pt x="156" y="36"/>
                    <a:pt x="160" y="38"/>
                  </a:cubicBezTo>
                  <a:cubicBezTo>
                    <a:pt x="162" y="39"/>
                    <a:pt x="166" y="42"/>
                    <a:pt x="168" y="43"/>
                  </a:cubicBezTo>
                  <a:cubicBezTo>
                    <a:pt x="172" y="45"/>
                    <a:pt x="181" y="44"/>
                    <a:pt x="185" y="45"/>
                  </a:cubicBezTo>
                  <a:cubicBezTo>
                    <a:pt x="188" y="47"/>
                    <a:pt x="195" y="52"/>
                    <a:pt x="196" y="56"/>
                  </a:cubicBezTo>
                  <a:cubicBezTo>
                    <a:pt x="197" y="59"/>
                    <a:pt x="194" y="67"/>
                    <a:pt x="196" y="70"/>
                  </a:cubicBezTo>
                  <a:cubicBezTo>
                    <a:pt x="197" y="73"/>
                    <a:pt x="203" y="76"/>
                    <a:pt x="206" y="76"/>
                  </a:cubicBezTo>
                  <a:cubicBezTo>
                    <a:pt x="208" y="77"/>
                    <a:pt x="213" y="74"/>
                    <a:pt x="216" y="74"/>
                  </a:cubicBezTo>
                  <a:cubicBezTo>
                    <a:pt x="220" y="74"/>
                    <a:pt x="229" y="74"/>
                    <a:pt x="233" y="76"/>
                  </a:cubicBezTo>
                  <a:cubicBezTo>
                    <a:pt x="236" y="77"/>
                    <a:pt x="240" y="82"/>
                    <a:pt x="242" y="83"/>
                  </a:cubicBezTo>
                  <a:cubicBezTo>
                    <a:pt x="246" y="84"/>
                    <a:pt x="255" y="85"/>
                    <a:pt x="259" y="85"/>
                  </a:cubicBezTo>
                  <a:cubicBezTo>
                    <a:pt x="263" y="85"/>
                    <a:pt x="271" y="80"/>
                    <a:pt x="275" y="79"/>
                  </a:cubicBezTo>
                  <a:cubicBezTo>
                    <a:pt x="278" y="79"/>
                    <a:pt x="286" y="81"/>
                    <a:pt x="289" y="82"/>
                  </a:cubicBezTo>
                  <a:cubicBezTo>
                    <a:pt x="293" y="82"/>
                    <a:pt x="301" y="83"/>
                    <a:pt x="305" y="82"/>
                  </a:cubicBezTo>
                  <a:cubicBezTo>
                    <a:pt x="308" y="81"/>
                    <a:pt x="314" y="75"/>
                    <a:pt x="317" y="74"/>
                  </a:cubicBezTo>
                  <a:cubicBezTo>
                    <a:pt x="321" y="72"/>
                    <a:pt x="328" y="70"/>
                    <a:pt x="331" y="70"/>
                  </a:cubicBezTo>
                  <a:cubicBezTo>
                    <a:pt x="336" y="69"/>
                    <a:pt x="346" y="69"/>
                    <a:pt x="351" y="67"/>
                  </a:cubicBezTo>
                  <a:cubicBezTo>
                    <a:pt x="354" y="66"/>
                    <a:pt x="361" y="64"/>
                    <a:pt x="363" y="61"/>
                  </a:cubicBezTo>
                  <a:cubicBezTo>
                    <a:pt x="366" y="58"/>
                    <a:pt x="368" y="50"/>
                    <a:pt x="369" y="46"/>
                  </a:cubicBezTo>
                  <a:cubicBezTo>
                    <a:pt x="370" y="41"/>
                    <a:pt x="369" y="31"/>
                    <a:pt x="372" y="27"/>
                  </a:cubicBezTo>
                  <a:cubicBezTo>
                    <a:pt x="374" y="25"/>
                    <a:pt x="382" y="25"/>
                    <a:pt x="385" y="26"/>
                  </a:cubicBezTo>
                  <a:cubicBezTo>
                    <a:pt x="391" y="26"/>
                    <a:pt x="400" y="34"/>
                    <a:pt x="406" y="34"/>
                  </a:cubicBezTo>
                  <a:cubicBezTo>
                    <a:pt x="410" y="34"/>
                    <a:pt x="417" y="26"/>
                    <a:pt x="421" y="25"/>
                  </a:cubicBezTo>
                  <a:cubicBezTo>
                    <a:pt x="426" y="24"/>
                    <a:pt x="437" y="25"/>
                    <a:pt x="442" y="28"/>
                  </a:cubicBezTo>
                  <a:cubicBezTo>
                    <a:pt x="445" y="30"/>
                    <a:pt x="448" y="38"/>
                    <a:pt x="452" y="39"/>
                  </a:cubicBezTo>
                  <a:cubicBezTo>
                    <a:pt x="457" y="41"/>
                    <a:pt x="467" y="36"/>
                    <a:pt x="472" y="36"/>
                  </a:cubicBezTo>
                  <a:cubicBezTo>
                    <a:pt x="478" y="37"/>
                    <a:pt x="488" y="43"/>
                    <a:pt x="493" y="44"/>
                  </a:cubicBezTo>
                  <a:cubicBezTo>
                    <a:pt x="498" y="45"/>
                    <a:pt x="507" y="44"/>
                    <a:pt x="512" y="44"/>
                  </a:cubicBezTo>
                  <a:cubicBezTo>
                    <a:pt x="516" y="44"/>
                    <a:pt x="524" y="45"/>
                    <a:pt x="528" y="46"/>
                  </a:cubicBezTo>
                  <a:cubicBezTo>
                    <a:pt x="530" y="47"/>
                    <a:pt x="535" y="50"/>
                    <a:pt x="537" y="51"/>
                  </a:cubicBezTo>
                  <a:cubicBezTo>
                    <a:pt x="540" y="53"/>
                    <a:pt x="547" y="56"/>
                    <a:pt x="550" y="57"/>
                  </a:cubicBezTo>
                  <a:cubicBezTo>
                    <a:pt x="558" y="59"/>
                    <a:pt x="575" y="60"/>
                    <a:pt x="583" y="62"/>
                  </a:cubicBezTo>
                  <a:cubicBezTo>
                    <a:pt x="587" y="62"/>
                    <a:pt x="594" y="64"/>
                    <a:pt x="597" y="65"/>
                  </a:cubicBezTo>
                  <a:cubicBezTo>
                    <a:pt x="601" y="67"/>
                    <a:pt x="608" y="73"/>
                    <a:pt x="612" y="74"/>
                  </a:cubicBezTo>
                  <a:cubicBezTo>
                    <a:pt x="614" y="75"/>
                    <a:pt x="620" y="73"/>
                    <a:pt x="622" y="75"/>
                  </a:cubicBezTo>
                  <a:cubicBezTo>
                    <a:pt x="623" y="76"/>
                    <a:pt x="623" y="80"/>
                    <a:pt x="623" y="82"/>
                  </a:cubicBezTo>
                  <a:cubicBezTo>
                    <a:pt x="622" y="84"/>
                    <a:pt x="620" y="89"/>
                    <a:pt x="620" y="91"/>
                  </a:cubicBezTo>
                  <a:cubicBezTo>
                    <a:pt x="622" y="95"/>
                    <a:pt x="632" y="96"/>
                    <a:pt x="634" y="99"/>
                  </a:cubicBezTo>
                  <a:cubicBezTo>
                    <a:pt x="636" y="102"/>
                    <a:pt x="633" y="110"/>
                    <a:pt x="636" y="112"/>
                  </a:cubicBezTo>
                  <a:cubicBezTo>
                    <a:pt x="639" y="115"/>
                    <a:pt x="649" y="108"/>
                    <a:pt x="653" y="109"/>
                  </a:cubicBezTo>
                  <a:cubicBezTo>
                    <a:pt x="655" y="110"/>
                    <a:pt x="658" y="113"/>
                    <a:pt x="659" y="115"/>
                  </a:cubicBezTo>
                  <a:cubicBezTo>
                    <a:pt x="662" y="118"/>
                    <a:pt x="666" y="124"/>
                    <a:pt x="668" y="128"/>
                  </a:cubicBezTo>
                  <a:cubicBezTo>
                    <a:pt x="669" y="131"/>
                    <a:pt x="668" y="139"/>
                    <a:pt x="669" y="142"/>
                  </a:cubicBezTo>
                  <a:cubicBezTo>
                    <a:pt x="670" y="145"/>
                    <a:pt x="672" y="149"/>
                    <a:pt x="674" y="152"/>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46" name="Freeform 7"/>
            <p:cNvSpPr>
              <a:spLocks/>
            </p:cNvSpPr>
            <p:nvPr/>
          </p:nvSpPr>
          <p:spPr bwMode="auto">
            <a:xfrm>
              <a:off x="4797425" y="2590800"/>
              <a:ext cx="2403475" cy="1619250"/>
            </a:xfrm>
            <a:custGeom>
              <a:avLst/>
              <a:gdLst/>
              <a:ahLst/>
              <a:cxnLst>
                <a:cxn ang="0">
                  <a:pos x="33" y="478"/>
                </a:cxn>
                <a:cxn ang="0">
                  <a:pos x="2" y="380"/>
                </a:cxn>
                <a:cxn ang="0">
                  <a:pos x="35" y="314"/>
                </a:cxn>
                <a:cxn ang="0">
                  <a:pos x="112" y="271"/>
                </a:cxn>
                <a:cxn ang="0">
                  <a:pos x="83" y="166"/>
                </a:cxn>
                <a:cxn ang="0">
                  <a:pos x="160" y="101"/>
                </a:cxn>
                <a:cxn ang="0">
                  <a:pos x="248" y="125"/>
                </a:cxn>
                <a:cxn ang="0">
                  <a:pos x="307" y="182"/>
                </a:cxn>
                <a:cxn ang="0">
                  <a:pos x="392" y="177"/>
                </a:cxn>
                <a:cxn ang="0">
                  <a:pos x="500" y="159"/>
                </a:cxn>
                <a:cxn ang="0">
                  <a:pos x="561" y="95"/>
                </a:cxn>
                <a:cxn ang="0">
                  <a:pos x="649" y="59"/>
                </a:cxn>
                <a:cxn ang="0">
                  <a:pos x="729" y="78"/>
                </a:cxn>
                <a:cxn ang="0">
                  <a:pos x="810" y="89"/>
                </a:cxn>
                <a:cxn ang="0">
                  <a:pos x="924" y="63"/>
                </a:cxn>
                <a:cxn ang="0">
                  <a:pos x="993" y="28"/>
                </a:cxn>
                <a:cxn ang="0">
                  <a:pos x="1071" y="14"/>
                </a:cxn>
                <a:cxn ang="0">
                  <a:pos x="1096" y="47"/>
                </a:cxn>
                <a:cxn ang="0">
                  <a:pos x="1177" y="61"/>
                </a:cxn>
                <a:cxn ang="0">
                  <a:pos x="1241" y="99"/>
                </a:cxn>
                <a:cxn ang="0">
                  <a:pos x="1302" y="154"/>
                </a:cxn>
                <a:cxn ang="0">
                  <a:pos x="1329" y="201"/>
                </a:cxn>
                <a:cxn ang="0">
                  <a:pos x="1387" y="249"/>
                </a:cxn>
                <a:cxn ang="0">
                  <a:pos x="1467" y="269"/>
                </a:cxn>
                <a:cxn ang="0">
                  <a:pos x="1497" y="301"/>
                </a:cxn>
                <a:cxn ang="0">
                  <a:pos x="1489" y="357"/>
                </a:cxn>
                <a:cxn ang="0">
                  <a:pos x="1464" y="442"/>
                </a:cxn>
                <a:cxn ang="0">
                  <a:pos x="1511" y="664"/>
                </a:cxn>
                <a:cxn ang="0">
                  <a:pos x="1504" y="727"/>
                </a:cxn>
                <a:cxn ang="0">
                  <a:pos x="1449" y="813"/>
                </a:cxn>
                <a:cxn ang="0">
                  <a:pos x="1446" y="881"/>
                </a:cxn>
                <a:cxn ang="0">
                  <a:pos x="1468" y="961"/>
                </a:cxn>
                <a:cxn ang="0">
                  <a:pos x="1442" y="966"/>
                </a:cxn>
                <a:cxn ang="0">
                  <a:pos x="1364" y="938"/>
                </a:cxn>
                <a:cxn ang="0">
                  <a:pos x="1288" y="959"/>
                </a:cxn>
                <a:cxn ang="0">
                  <a:pos x="1215" y="968"/>
                </a:cxn>
                <a:cxn ang="0">
                  <a:pos x="1166" y="1005"/>
                </a:cxn>
                <a:cxn ang="0">
                  <a:pos x="1124" y="1025"/>
                </a:cxn>
                <a:cxn ang="0">
                  <a:pos x="1095" y="1004"/>
                </a:cxn>
                <a:cxn ang="0">
                  <a:pos x="992" y="1014"/>
                </a:cxn>
                <a:cxn ang="0">
                  <a:pos x="919" y="1008"/>
                </a:cxn>
                <a:cxn ang="0">
                  <a:pos x="870" y="994"/>
                </a:cxn>
                <a:cxn ang="0">
                  <a:pos x="839" y="868"/>
                </a:cxn>
                <a:cxn ang="0">
                  <a:pos x="828" y="742"/>
                </a:cxn>
                <a:cxn ang="0">
                  <a:pos x="716" y="689"/>
                </a:cxn>
                <a:cxn ang="0">
                  <a:pos x="612" y="721"/>
                </a:cxn>
                <a:cxn ang="0">
                  <a:pos x="538" y="707"/>
                </a:cxn>
                <a:cxn ang="0">
                  <a:pos x="452" y="701"/>
                </a:cxn>
                <a:cxn ang="0">
                  <a:pos x="365" y="652"/>
                </a:cxn>
                <a:cxn ang="0">
                  <a:pos x="291" y="704"/>
                </a:cxn>
                <a:cxn ang="0">
                  <a:pos x="199" y="777"/>
                </a:cxn>
                <a:cxn ang="0">
                  <a:pos x="171" y="725"/>
                </a:cxn>
                <a:cxn ang="0">
                  <a:pos x="195" y="615"/>
                </a:cxn>
                <a:cxn ang="0">
                  <a:pos x="242" y="590"/>
                </a:cxn>
                <a:cxn ang="0">
                  <a:pos x="194" y="547"/>
                </a:cxn>
                <a:cxn ang="0">
                  <a:pos x="170" y="505"/>
                </a:cxn>
                <a:cxn ang="0">
                  <a:pos x="120" y="481"/>
                </a:cxn>
              </a:cxnLst>
              <a:rect l="0" t="0" r="r" b="b"/>
              <a:pathLst>
                <a:path w="1529" h="1030">
                  <a:moveTo>
                    <a:pt x="113" y="484"/>
                  </a:moveTo>
                  <a:cubicBezTo>
                    <a:pt x="110" y="485"/>
                    <a:pt x="106" y="484"/>
                    <a:pt x="104" y="484"/>
                  </a:cubicBezTo>
                  <a:cubicBezTo>
                    <a:pt x="101" y="483"/>
                    <a:pt x="94" y="481"/>
                    <a:pt x="91" y="482"/>
                  </a:cubicBezTo>
                  <a:cubicBezTo>
                    <a:pt x="89" y="482"/>
                    <a:pt x="86" y="484"/>
                    <a:pt x="84" y="485"/>
                  </a:cubicBezTo>
                  <a:cubicBezTo>
                    <a:pt x="82" y="486"/>
                    <a:pt x="80" y="490"/>
                    <a:pt x="78" y="491"/>
                  </a:cubicBezTo>
                  <a:cubicBezTo>
                    <a:pt x="76" y="492"/>
                    <a:pt x="72" y="494"/>
                    <a:pt x="70" y="494"/>
                  </a:cubicBezTo>
                  <a:cubicBezTo>
                    <a:pt x="65" y="494"/>
                    <a:pt x="56" y="490"/>
                    <a:pt x="52" y="488"/>
                  </a:cubicBezTo>
                  <a:cubicBezTo>
                    <a:pt x="47" y="486"/>
                    <a:pt x="38" y="481"/>
                    <a:pt x="33" y="478"/>
                  </a:cubicBezTo>
                  <a:cubicBezTo>
                    <a:pt x="30" y="476"/>
                    <a:pt x="24" y="472"/>
                    <a:pt x="23" y="469"/>
                  </a:cubicBezTo>
                  <a:cubicBezTo>
                    <a:pt x="21" y="466"/>
                    <a:pt x="20" y="460"/>
                    <a:pt x="20" y="457"/>
                  </a:cubicBezTo>
                  <a:cubicBezTo>
                    <a:pt x="20" y="455"/>
                    <a:pt x="22" y="450"/>
                    <a:pt x="22" y="447"/>
                  </a:cubicBezTo>
                  <a:cubicBezTo>
                    <a:pt x="23" y="444"/>
                    <a:pt x="23" y="436"/>
                    <a:pt x="22" y="433"/>
                  </a:cubicBezTo>
                  <a:cubicBezTo>
                    <a:pt x="22" y="430"/>
                    <a:pt x="19" y="425"/>
                    <a:pt x="17" y="422"/>
                  </a:cubicBezTo>
                  <a:cubicBezTo>
                    <a:pt x="15" y="418"/>
                    <a:pt x="7" y="410"/>
                    <a:pt x="4" y="405"/>
                  </a:cubicBezTo>
                  <a:cubicBezTo>
                    <a:pt x="3" y="402"/>
                    <a:pt x="1" y="395"/>
                    <a:pt x="1" y="391"/>
                  </a:cubicBezTo>
                  <a:cubicBezTo>
                    <a:pt x="0" y="388"/>
                    <a:pt x="1" y="383"/>
                    <a:pt x="2" y="380"/>
                  </a:cubicBezTo>
                  <a:cubicBezTo>
                    <a:pt x="2" y="378"/>
                    <a:pt x="2" y="375"/>
                    <a:pt x="2" y="374"/>
                  </a:cubicBezTo>
                  <a:cubicBezTo>
                    <a:pt x="3" y="369"/>
                    <a:pt x="7" y="361"/>
                    <a:pt x="8" y="357"/>
                  </a:cubicBezTo>
                  <a:cubicBezTo>
                    <a:pt x="10" y="353"/>
                    <a:pt x="13" y="346"/>
                    <a:pt x="14" y="342"/>
                  </a:cubicBezTo>
                  <a:cubicBezTo>
                    <a:pt x="15" y="339"/>
                    <a:pt x="16" y="332"/>
                    <a:pt x="15" y="328"/>
                  </a:cubicBezTo>
                  <a:cubicBezTo>
                    <a:pt x="15" y="325"/>
                    <a:pt x="12" y="320"/>
                    <a:pt x="12" y="317"/>
                  </a:cubicBezTo>
                  <a:cubicBezTo>
                    <a:pt x="12" y="316"/>
                    <a:pt x="12" y="315"/>
                    <a:pt x="12" y="314"/>
                  </a:cubicBezTo>
                  <a:cubicBezTo>
                    <a:pt x="15" y="315"/>
                    <a:pt x="18" y="315"/>
                    <a:pt x="20" y="315"/>
                  </a:cubicBezTo>
                  <a:cubicBezTo>
                    <a:pt x="24" y="315"/>
                    <a:pt x="31" y="314"/>
                    <a:pt x="35" y="314"/>
                  </a:cubicBezTo>
                  <a:cubicBezTo>
                    <a:pt x="39" y="314"/>
                    <a:pt x="46" y="317"/>
                    <a:pt x="50" y="318"/>
                  </a:cubicBezTo>
                  <a:cubicBezTo>
                    <a:pt x="53" y="319"/>
                    <a:pt x="59" y="322"/>
                    <a:pt x="62" y="323"/>
                  </a:cubicBezTo>
                  <a:cubicBezTo>
                    <a:pt x="66" y="324"/>
                    <a:pt x="75" y="328"/>
                    <a:pt x="79" y="327"/>
                  </a:cubicBezTo>
                  <a:cubicBezTo>
                    <a:pt x="82" y="327"/>
                    <a:pt x="88" y="322"/>
                    <a:pt x="90" y="320"/>
                  </a:cubicBezTo>
                  <a:cubicBezTo>
                    <a:pt x="92" y="318"/>
                    <a:pt x="94" y="312"/>
                    <a:pt x="95" y="309"/>
                  </a:cubicBezTo>
                  <a:cubicBezTo>
                    <a:pt x="95" y="306"/>
                    <a:pt x="93" y="300"/>
                    <a:pt x="95" y="297"/>
                  </a:cubicBezTo>
                  <a:cubicBezTo>
                    <a:pt x="96" y="294"/>
                    <a:pt x="102" y="291"/>
                    <a:pt x="104" y="288"/>
                  </a:cubicBezTo>
                  <a:cubicBezTo>
                    <a:pt x="107" y="284"/>
                    <a:pt x="112" y="276"/>
                    <a:pt x="112" y="271"/>
                  </a:cubicBezTo>
                  <a:cubicBezTo>
                    <a:pt x="112" y="267"/>
                    <a:pt x="108" y="261"/>
                    <a:pt x="108" y="257"/>
                  </a:cubicBezTo>
                  <a:cubicBezTo>
                    <a:pt x="108" y="253"/>
                    <a:pt x="110" y="245"/>
                    <a:pt x="109" y="241"/>
                  </a:cubicBezTo>
                  <a:cubicBezTo>
                    <a:pt x="108" y="238"/>
                    <a:pt x="105" y="233"/>
                    <a:pt x="103" y="231"/>
                  </a:cubicBezTo>
                  <a:cubicBezTo>
                    <a:pt x="100" y="229"/>
                    <a:pt x="91" y="228"/>
                    <a:pt x="88" y="225"/>
                  </a:cubicBezTo>
                  <a:cubicBezTo>
                    <a:pt x="86" y="223"/>
                    <a:pt x="85" y="218"/>
                    <a:pt x="84" y="215"/>
                  </a:cubicBezTo>
                  <a:cubicBezTo>
                    <a:pt x="82" y="210"/>
                    <a:pt x="79" y="201"/>
                    <a:pt x="79" y="196"/>
                  </a:cubicBezTo>
                  <a:cubicBezTo>
                    <a:pt x="78" y="191"/>
                    <a:pt x="80" y="183"/>
                    <a:pt x="81" y="179"/>
                  </a:cubicBezTo>
                  <a:cubicBezTo>
                    <a:pt x="81" y="176"/>
                    <a:pt x="83" y="169"/>
                    <a:pt x="83" y="166"/>
                  </a:cubicBezTo>
                  <a:cubicBezTo>
                    <a:pt x="83" y="162"/>
                    <a:pt x="82" y="153"/>
                    <a:pt x="83" y="149"/>
                  </a:cubicBezTo>
                  <a:cubicBezTo>
                    <a:pt x="84" y="146"/>
                    <a:pt x="87" y="141"/>
                    <a:pt x="89" y="138"/>
                  </a:cubicBezTo>
                  <a:cubicBezTo>
                    <a:pt x="91" y="136"/>
                    <a:pt x="98" y="134"/>
                    <a:pt x="100" y="133"/>
                  </a:cubicBezTo>
                  <a:cubicBezTo>
                    <a:pt x="103" y="131"/>
                    <a:pt x="110" y="128"/>
                    <a:pt x="113" y="126"/>
                  </a:cubicBezTo>
                  <a:cubicBezTo>
                    <a:pt x="117" y="123"/>
                    <a:pt x="122" y="116"/>
                    <a:pt x="126" y="113"/>
                  </a:cubicBezTo>
                  <a:cubicBezTo>
                    <a:pt x="129" y="111"/>
                    <a:pt x="136" y="109"/>
                    <a:pt x="139" y="108"/>
                  </a:cubicBezTo>
                  <a:cubicBezTo>
                    <a:pt x="142" y="108"/>
                    <a:pt x="149" y="110"/>
                    <a:pt x="153" y="108"/>
                  </a:cubicBezTo>
                  <a:cubicBezTo>
                    <a:pt x="155" y="107"/>
                    <a:pt x="158" y="103"/>
                    <a:pt x="160" y="101"/>
                  </a:cubicBezTo>
                  <a:cubicBezTo>
                    <a:pt x="162" y="99"/>
                    <a:pt x="165" y="95"/>
                    <a:pt x="167" y="95"/>
                  </a:cubicBezTo>
                  <a:cubicBezTo>
                    <a:pt x="169" y="94"/>
                    <a:pt x="174" y="94"/>
                    <a:pt x="176" y="95"/>
                  </a:cubicBezTo>
                  <a:cubicBezTo>
                    <a:pt x="178" y="95"/>
                    <a:pt x="184" y="96"/>
                    <a:pt x="186" y="97"/>
                  </a:cubicBezTo>
                  <a:cubicBezTo>
                    <a:pt x="188" y="99"/>
                    <a:pt x="189" y="105"/>
                    <a:pt x="191" y="107"/>
                  </a:cubicBezTo>
                  <a:cubicBezTo>
                    <a:pt x="194" y="109"/>
                    <a:pt x="201" y="111"/>
                    <a:pt x="204" y="112"/>
                  </a:cubicBezTo>
                  <a:cubicBezTo>
                    <a:pt x="209" y="114"/>
                    <a:pt x="220" y="114"/>
                    <a:pt x="225" y="115"/>
                  </a:cubicBezTo>
                  <a:cubicBezTo>
                    <a:pt x="228" y="116"/>
                    <a:pt x="232" y="119"/>
                    <a:pt x="235" y="120"/>
                  </a:cubicBezTo>
                  <a:cubicBezTo>
                    <a:pt x="238" y="122"/>
                    <a:pt x="244" y="124"/>
                    <a:pt x="248" y="125"/>
                  </a:cubicBezTo>
                  <a:cubicBezTo>
                    <a:pt x="250" y="125"/>
                    <a:pt x="255" y="125"/>
                    <a:pt x="257" y="126"/>
                  </a:cubicBezTo>
                  <a:cubicBezTo>
                    <a:pt x="261" y="126"/>
                    <a:pt x="269" y="128"/>
                    <a:pt x="273" y="130"/>
                  </a:cubicBezTo>
                  <a:cubicBezTo>
                    <a:pt x="275" y="132"/>
                    <a:pt x="278" y="136"/>
                    <a:pt x="279" y="138"/>
                  </a:cubicBezTo>
                  <a:cubicBezTo>
                    <a:pt x="280" y="141"/>
                    <a:pt x="281" y="148"/>
                    <a:pt x="281" y="151"/>
                  </a:cubicBezTo>
                  <a:cubicBezTo>
                    <a:pt x="281" y="154"/>
                    <a:pt x="280" y="160"/>
                    <a:pt x="280" y="164"/>
                  </a:cubicBezTo>
                  <a:cubicBezTo>
                    <a:pt x="280" y="167"/>
                    <a:pt x="281" y="175"/>
                    <a:pt x="283" y="178"/>
                  </a:cubicBezTo>
                  <a:cubicBezTo>
                    <a:pt x="285" y="181"/>
                    <a:pt x="291" y="187"/>
                    <a:pt x="294" y="187"/>
                  </a:cubicBezTo>
                  <a:cubicBezTo>
                    <a:pt x="298" y="188"/>
                    <a:pt x="304" y="183"/>
                    <a:pt x="307" y="182"/>
                  </a:cubicBezTo>
                  <a:cubicBezTo>
                    <a:pt x="311" y="180"/>
                    <a:pt x="319" y="178"/>
                    <a:pt x="323" y="176"/>
                  </a:cubicBezTo>
                  <a:cubicBezTo>
                    <a:pt x="326" y="174"/>
                    <a:pt x="330" y="168"/>
                    <a:pt x="333" y="167"/>
                  </a:cubicBezTo>
                  <a:cubicBezTo>
                    <a:pt x="336" y="166"/>
                    <a:pt x="341" y="169"/>
                    <a:pt x="344" y="169"/>
                  </a:cubicBezTo>
                  <a:cubicBezTo>
                    <a:pt x="347" y="169"/>
                    <a:pt x="354" y="169"/>
                    <a:pt x="356" y="168"/>
                  </a:cubicBezTo>
                  <a:cubicBezTo>
                    <a:pt x="360" y="167"/>
                    <a:pt x="367" y="160"/>
                    <a:pt x="371" y="159"/>
                  </a:cubicBezTo>
                  <a:cubicBezTo>
                    <a:pt x="374" y="159"/>
                    <a:pt x="379" y="159"/>
                    <a:pt x="382" y="160"/>
                  </a:cubicBezTo>
                  <a:cubicBezTo>
                    <a:pt x="384" y="161"/>
                    <a:pt x="387" y="165"/>
                    <a:pt x="388" y="167"/>
                  </a:cubicBezTo>
                  <a:cubicBezTo>
                    <a:pt x="390" y="169"/>
                    <a:pt x="391" y="175"/>
                    <a:pt x="392" y="177"/>
                  </a:cubicBezTo>
                  <a:cubicBezTo>
                    <a:pt x="394" y="179"/>
                    <a:pt x="399" y="182"/>
                    <a:pt x="402" y="183"/>
                  </a:cubicBezTo>
                  <a:cubicBezTo>
                    <a:pt x="405" y="184"/>
                    <a:pt x="413" y="182"/>
                    <a:pt x="416" y="183"/>
                  </a:cubicBezTo>
                  <a:cubicBezTo>
                    <a:pt x="419" y="183"/>
                    <a:pt x="424" y="186"/>
                    <a:pt x="427" y="186"/>
                  </a:cubicBezTo>
                  <a:cubicBezTo>
                    <a:pt x="433" y="187"/>
                    <a:pt x="445" y="187"/>
                    <a:pt x="451" y="186"/>
                  </a:cubicBezTo>
                  <a:cubicBezTo>
                    <a:pt x="454" y="185"/>
                    <a:pt x="460" y="181"/>
                    <a:pt x="462" y="179"/>
                  </a:cubicBezTo>
                  <a:cubicBezTo>
                    <a:pt x="465" y="177"/>
                    <a:pt x="470" y="171"/>
                    <a:pt x="473" y="168"/>
                  </a:cubicBezTo>
                  <a:cubicBezTo>
                    <a:pt x="476" y="166"/>
                    <a:pt x="481" y="160"/>
                    <a:pt x="484" y="159"/>
                  </a:cubicBezTo>
                  <a:cubicBezTo>
                    <a:pt x="488" y="158"/>
                    <a:pt x="496" y="160"/>
                    <a:pt x="500" y="159"/>
                  </a:cubicBezTo>
                  <a:cubicBezTo>
                    <a:pt x="503" y="158"/>
                    <a:pt x="510" y="156"/>
                    <a:pt x="512" y="154"/>
                  </a:cubicBezTo>
                  <a:cubicBezTo>
                    <a:pt x="515" y="151"/>
                    <a:pt x="517" y="144"/>
                    <a:pt x="520" y="141"/>
                  </a:cubicBezTo>
                  <a:cubicBezTo>
                    <a:pt x="522" y="140"/>
                    <a:pt x="527" y="138"/>
                    <a:pt x="530" y="137"/>
                  </a:cubicBezTo>
                  <a:cubicBezTo>
                    <a:pt x="533" y="137"/>
                    <a:pt x="540" y="137"/>
                    <a:pt x="543" y="136"/>
                  </a:cubicBezTo>
                  <a:cubicBezTo>
                    <a:pt x="546" y="134"/>
                    <a:pt x="550" y="129"/>
                    <a:pt x="552" y="126"/>
                  </a:cubicBezTo>
                  <a:cubicBezTo>
                    <a:pt x="554" y="124"/>
                    <a:pt x="555" y="119"/>
                    <a:pt x="556" y="116"/>
                  </a:cubicBezTo>
                  <a:cubicBezTo>
                    <a:pt x="557" y="113"/>
                    <a:pt x="555" y="106"/>
                    <a:pt x="556" y="103"/>
                  </a:cubicBezTo>
                  <a:cubicBezTo>
                    <a:pt x="557" y="101"/>
                    <a:pt x="559" y="96"/>
                    <a:pt x="561" y="95"/>
                  </a:cubicBezTo>
                  <a:cubicBezTo>
                    <a:pt x="563" y="93"/>
                    <a:pt x="568" y="93"/>
                    <a:pt x="570" y="92"/>
                  </a:cubicBezTo>
                  <a:cubicBezTo>
                    <a:pt x="575" y="92"/>
                    <a:pt x="585" y="93"/>
                    <a:pt x="590" y="92"/>
                  </a:cubicBezTo>
                  <a:cubicBezTo>
                    <a:pt x="592" y="92"/>
                    <a:pt x="595" y="89"/>
                    <a:pt x="597" y="88"/>
                  </a:cubicBezTo>
                  <a:cubicBezTo>
                    <a:pt x="599" y="87"/>
                    <a:pt x="603" y="83"/>
                    <a:pt x="605" y="81"/>
                  </a:cubicBezTo>
                  <a:cubicBezTo>
                    <a:pt x="607" y="80"/>
                    <a:pt x="611" y="79"/>
                    <a:pt x="613" y="78"/>
                  </a:cubicBezTo>
                  <a:cubicBezTo>
                    <a:pt x="617" y="78"/>
                    <a:pt x="626" y="80"/>
                    <a:pt x="630" y="78"/>
                  </a:cubicBezTo>
                  <a:cubicBezTo>
                    <a:pt x="634" y="77"/>
                    <a:pt x="640" y="72"/>
                    <a:pt x="642" y="70"/>
                  </a:cubicBezTo>
                  <a:cubicBezTo>
                    <a:pt x="644" y="67"/>
                    <a:pt x="646" y="61"/>
                    <a:pt x="649" y="59"/>
                  </a:cubicBezTo>
                  <a:cubicBezTo>
                    <a:pt x="651" y="57"/>
                    <a:pt x="658" y="56"/>
                    <a:pt x="661" y="56"/>
                  </a:cubicBezTo>
                  <a:cubicBezTo>
                    <a:pt x="665" y="56"/>
                    <a:pt x="671" y="58"/>
                    <a:pt x="676" y="59"/>
                  </a:cubicBezTo>
                  <a:cubicBezTo>
                    <a:pt x="678" y="62"/>
                    <a:pt x="680" y="65"/>
                    <a:pt x="681" y="67"/>
                  </a:cubicBezTo>
                  <a:cubicBezTo>
                    <a:pt x="682" y="69"/>
                    <a:pt x="681" y="74"/>
                    <a:pt x="683" y="77"/>
                  </a:cubicBezTo>
                  <a:cubicBezTo>
                    <a:pt x="684" y="79"/>
                    <a:pt x="690" y="84"/>
                    <a:pt x="693" y="85"/>
                  </a:cubicBezTo>
                  <a:cubicBezTo>
                    <a:pt x="696" y="86"/>
                    <a:pt x="703" y="88"/>
                    <a:pt x="707" y="87"/>
                  </a:cubicBezTo>
                  <a:cubicBezTo>
                    <a:pt x="710" y="87"/>
                    <a:pt x="715" y="81"/>
                    <a:pt x="718" y="80"/>
                  </a:cubicBezTo>
                  <a:cubicBezTo>
                    <a:pt x="721" y="79"/>
                    <a:pt x="726" y="78"/>
                    <a:pt x="729" y="78"/>
                  </a:cubicBezTo>
                  <a:cubicBezTo>
                    <a:pt x="731" y="78"/>
                    <a:pt x="736" y="82"/>
                    <a:pt x="739" y="82"/>
                  </a:cubicBezTo>
                  <a:cubicBezTo>
                    <a:pt x="742" y="83"/>
                    <a:pt x="748" y="82"/>
                    <a:pt x="751" y="83"/>
                  </a:cubicBezTo>
                  <a:cubicBezTo>
                    <a:pt x="753" y="84"/>
                    <a:pt x="758" y="87"/>
                    <a:pt x="759" y="88"/>
                  </a:cubicBezTo>
                  <a:cubicBezTo>
                    <a:pt x="762" y="90"/>
                    <a:pt x="765" y="97"/>
                    <a:pt x="768" y="99"/>
                  </a:cubicBezTo>
                  <a:cubicBezTo>
                    <a:pt x="771" y="101"/>
                    <a:pt x="777" y="104"/>
                    <a:pt x="780" y="104"/>
                  </a:cubicBezTo>
                  <a:cubicBezTo>
                    <a:pt x="784" y="104"/>
                    <a:pt x="791" y="103"/>
                    <a:pt x="794" y="102"/>
                  </a:cubicBezTo>
                  <a:cubicBezTo>
                    <a:pt x="797" y="101"/>
                    <a:pt x="804" y="99"/>
                    <a:pt x="806" y="97"/>
                  </a:cubicBezTo>
                  <a:cubicBezTo>
                    <a:pt x="808" y="95"/>
                    <a:pt x="808" y="91"/>
                    <a:pt x="810" y="89"/>
                  </a:cubicBezTo>
                  <a:cubicBezTo>
                    <a:pt x="812" y="86"/>
                    <a:pt x="816" y="82"/>
                    <a:pt x="818" y="81"/>
                  </a:cubicBezTo>
                  <a:cubicBezTo>
                    <a:pt x="821" y="79"/>
                    <a:pt x="827" y="75"/>
                    <a:pt x="831" y="74"/>
                  </a:cubicBezTo>
                  <a:cubicBezTo>
                    <a:pt x="834" y="73"/>
                    <a:pt x="841" y="73"/>
                    <a:pt x="844" y="72"/>
                  </a:cubicBezTo>
                  <a:cubicBezTo>
                    <a:pt x="847" y="71"/>
                    <a:pt x="853" y="68"/>
                    <a:pt x="856" y="67"/>
                  </a:cubicBezTo>
                  <a:cubicBezTo>
                    <a:pt x="860" y="66"/>
                    <a:pt x="869" y="64"/>
                    <a:pt x="873" y="64"/>
                  </a:cubicBezTo>
                  <a:cubicBezTo>
                    <a:pt x="880" y="64"/>
                    <a:pt x="893" y="65"/>
                    <a:pt x="899" y="65"/>
                  </a:cubicBezTo>
                  <a:cubicBezTo>
                    <a:pt x="902" y="65"/>
                    <a:pt x="908" y="66"/>
                    <a:pt x="911" y="65"/>
                  </a:cubicBezTo>
                  <a:cubicBezTo>
                    <a:pt x="915" y="65"/>
                    <a:pt x="921" y="64"/>
                    <a:pt x="924" y="63"/>
                  </a:cubicBezTo>
                  <a:cubicBezTo>
                    <a:pt x="927" y="62"/>
                    <a:pt x="930" y="58"/>
                    <a:pt x="932" y="57"/>
                  </a:cubicBezTo>
                  <a:cubicBezTo>
                    <a:pt x="934" y="55"/>
                    <a:pt x="939" y="55"/>
                    <a:pt x="942" y="54"/>
                  </a:cubicBezTo>
                  <a:cubicBezTo>
                    <a:pt x="944" y="54"/>
                    <a:pt x="947" y="55"/>
                    <a:pt x="948" y="54"/>
                  </a:cubicBezTo>
                  <a:cubicBezTo>
                    <a:pt x="950" y="53"/>
                    <a:pt x="952" y="49"/>
                    <a:pt x="953" y="47"/>
                  </a:cubicBezTo>
                  <a:cubicBezTo>
                    <a:pt x="954" y="44"/>
                    <a:pt x="954" y="37"/>
                    <a:pt x="956" y="35"/>
                  </a:cubicBezTo>
                  <a:cubicBezTo>
                    <a:pt x="958" y="32"/>
                    <a:pt x="965" y="30"/>
                    <a:pt x="968" y="29"/>
                  </a:cubicBezTo>
                  <a:cubicBezTo>
                    <a:pt x="971" y="28"/>
                    <a:pt x="977" y="26"/>
                    <a:pt x="980" y="26"/>
                  </a:cubicBezTo>
                  <a:cubicBezTo>
                    <a:pt x="983" y="26"/>
                    <a:pt x="990" y="28"/>
                    <a:pt x="993" y="28"/>
                  </a:cubicBezTo>
                  <a:cubicBezTo>
                    <a:pt x="995" y="28"/>
                    <a:pt x="1000" y="26"/>
                    <a:pt x="1002" y="25"/>
                  </a:cubicBezTo>
                  <a:cubicBezTo>
                    <a:pt x="1005" y="23"/>
                    <a:pt x="1008" y="19"/>
                    <a:pt x="1009" y="16"/>
                  </a:cubicBezTo>
                  <a:cubicBezTo>
                    <a:pt x="1010" y="14"/>
                    <a:pt x="1010" y="9"/>
                    <a:pt x="1011" y="7"/>
                  </a:cubicBezTo>
                  <a:cubicBezTo>
                    <a:pt x="1013" y="5"/>
                    <a:pt x="1018" y="3"/>
                    <a:pt x="1020" y="2"/>
                  </a:cubicBezTo>
                  <a:cubicBezTo>
                    <a:pt x="1023" y="1"/>
                    <a:pt x="1029" y="1"/>
                    <a:pt x="1032" y="0"/>
                  </a:cubicBezTo>
                  <a:cubicBezTo>
                    <a:pt x="1037" y="0"/>
                    <a:pt x="1048" y="0"/>
                    <a:pt x="1053" y="1"/>
                  </a:cubicBezTo>
                  <a:cubicBezTo>
                    <a:pt x="1056" y="2"/>
                    <a:pt x="1063" y="4"/>
                    <a:pt x="1065" y="6"/>
                  </a:cubicBezTo>
                  <a:cubicBezTo>
                    <a:pt x="1067" y="8"/>
                    <a:pt x="1071" y="11"/>
                    <a:pt x="1071" y="14"/>
                  </a:cubicBezTo>
                  <a:cubicBezTo>
                    <a:pt x="1072" y="16"/>
                    <a:pt x="1069" y="20"/>
                    <a:pt x="1069" y="22"/>
                  </a:cubicBezTo>
                  <a:cubicBezTo>
                    <a:pt x="1069" y="24"/>
                    <a:pt x="1070" y="28"/>
                    <a:pt x="1071" y="29"/>
                  </a:cubicBezTo>
                  <a:cubicBezTo>
                    <a:pt x="1072" y="31"/>
                    <a:pt x="1075" y="33"/>
                    <a:pt x="1077" y="33"/>
                  </a:cubicBezTo>
                  <a:cubicBezTo>
                    <a:pt x="1079" y="33"/>
                    <a:pt x="1082" y="30"/>
                    <a:pt x="1083" y="29"/>
                  </a:cubicBezTo>
                  <a:cubicBezTo>
                    <a:pt x="1084" y="28"/>
                    <a:pt x="1086" y="26"/>
                    <a:pt x="1088" y="26"/>
                  </a:cubicBezTo>
                  <a:cubicBezTo>
                    <a:pt x="1090" y="26"/>
                    <a:pt x="1093" y="27"/>
                    <a:pt x="1094" y="28"/>
                  </a:cubicBezTo>
                  <a:cubicBezTo>
                    <a:pt x="1096" y="30"/>
                    <a:pt x="1096" y="35"/>
                    <a:pt x="1096" y="38"/>
                  </a:cubicBezTo>
                  <a:cubicBezTo>
                    <a:pt x="1096" y="40"/>
                    <a:pt x="1094" y="45"/>
                    <a:pt x="1096" y="47"/>
                  </a:cubicBezTo>
                  <a:cubicBezTo>
                    <a:pt x="1097" y="48"/>
                    <a:pt x="1101" y="49"/>
                    <a:pt x="1103" y="50"/>
                  </a:cubicBezTo>
                  <a:cubicBezTo>
                    <a:pt x="1106" y="50"/>
                    <a:pt x="1112" y="49"/>
                    <a:pt x="1115" y="49"/>
                  </a:cubicBezTo>
                  <a:cubicBezTo>
                    <a:pt x="1118" y="50"/>
                    <a:pt x="1124" y="51"/>
                    <a:pt x="1126" y="53"/>
                  </a:cubicBezTo>
                  <a:cubicBezTo>
                    <a:pt x="1129" y="55"/>
                    <a:pt x="1133" y="62"/>
                    <a:pt x="1136" y="65"/>
                  </a:cubicBezTo>
                  <a:cubicBezTo>
                    <a:pt x="1138" y="66"/>
                    <a:pt x="1141" y="69"/>
                    <a:pt x="1144" y="70"/>
                  </a:cubicBezTo>
                  <a:cubicBezTo>
                    <a:pt x="1147" y="70"/>
                    <a:pt x="1154" y="68"/>
                    <a:pt x="1157" y="67"/>
                  </a:cubicBezTo>
                  <a:cubicBezTo>
                    <a:pt x="1160" y="66"/>
                    <a:pt x="1165" y="64"/>
                    <a:pt x="1168" y="63"/>
                  </a:cubicBezTo>
                  <a:cubicBezTo>
                    <a:pt x="1170" y="63"/>
                    <a:pt x="1175" y="61"/>
                    <a:pt x="1177" y="61"/>
                  </a:cubicBezTo>
                  <a:cubicBezTo>
                    <a:pt x="1179" y="61"/>
                    <a:pt x="1184" y="62"/>
                    <a:pt x="1186" y="63"/>
                  </a:cubicBezTo>
                  <a:cubicBezTo>
                    <a:pt x="1189" y="65"/>
                    <a:pt x="1192" y="71"/>
                    <a:pt x="1194" y="73"/>
                  </a:cubicBezTo>
                  <a:cubicBezTo>
                    <a:pt x="1196" y="76"/>
                    <a:pt x="1202" y="84"/>
                    <a:pt x="1205" y="86"/>
                  </a:cubicBezTo>
                  <a:cubicBezTo>
                    <a:pt x="1207" y="87"/>
                    <a:pt x="1210" y="88"/>
                    <a:pt x="1212" y="89"/>
                  </a:cubicBezTo>
                  <a:cubicBezTo>
                    <a:pt x="1214" y="89"/>
                    <a:pt x="1218" y="89"/>
                    <a:pt x="1221" y="89"/>
                  </a:cubicBezTo>
                  <a:cubicBezTo>
                    <a:pt x="1223" y="90"/>
                    <a:pt x="1226" y="91"/>
                    <a:pt x="1228" y="93"/>
                  </a:cubicBezTo>
                  <a:cubicBezTo>
                    <a:pt x="1229" y="95"/>
                    <a:pt x="1229" y="101"/>
                    <a:pt x="1231" y="102"/>
                  </a:cubicBezTo>
                  <a:cubicBezTo>
                    <a:pt x="1233" y="103"/>
                    <a:pt x="1238" y="98"/>
                    <a:pt x="1241" y="99"/>
                  </a:cubicBezTo>
                  <a:cubicBezTo>
                    <a:pt x="1243" y="99"/>
                    <a:pt x="1246" y="102"/>
                    <a:pt x="1247" y="104"/>
                  </a:cubicBezTo>
                  <a:cubicBezTo>
                    <a:pt x="1249" y="106"/>
                    <a:pt x="1250" y="112"/>
                    <a:pt x="1251" y="115"/>
                  </a:cubicBezTo>
                  <a:cubicBezTo>
                    <a:pt x="1251" y="118"/>
                    <a:pt x="1250" y="124"/>
                    <a:pt x="1251" y="127"/>
                  </a:cubicBezTo>
                  <a:cubicBezTo>
                    <a:pt x="1252" y="131"/>
                    <a:pt x="1255" y="138"/>
                    <a:pt x="1258" y="142"/>
                  </a:cubicBezTo>
                  <a:cubicBezTo>
                    <a:pt x="1261" y="145"/>
                    <a:pt x="1268" y="150"/>
                    <a:pt x="1272" y="152"/>
                  </a:cubicBezTo>
                  <a:cubicBezTo>
                    <a:pt x="1275" y="153"/>
                    <a:pt x="1279" y="156"/>
                    <a:pt x="1282" y="156"/>
                  </a:cubicBezTo>
                  <a:cubicBezTo>
                    <a:pt x="1284" y="156"/>
                    <a:pt x="1289" y="153"/>
                    <a:pt x="1291" y="153"/>
                  </a:cubicBezTo>
                  <a:cubicBezTo>
                    <a:pt x="1294" y="152"/>
                    <a:pt x="1299" y="153"/>
                    <a:pt x="1302" y="154"/>
                  </a:cubicBezTo>
                  <a:cubicBezTo>
                    <a:pt x="1304" y="154"/>
                    <a:pt x="1307" y="155"/>
                    <a:pt x="1308" y="157"/>
                  </a:cubicBezTo>
                  <a:cubicBezTo>
                    <a:pt x="1310" y="159"/>
                    <a:pt x="1310" y="164"/>
                    <a:pt x="1311" y="167"/>
                  </a:cubicBezTo>
                  <a:cubicBezTo>
                    <a:pt x="1312" y="169"/>
                    <a:pt x="1315" y="175"/>
                    <a:pt x="1317" y="177"/>
                  </a:cubicBezTo>
                  <a:cubicBezTo>
                    <a:pt x="1319" y="177"/>
                    <a:pt x="1324" y="175"/>
                    <a:pt x="1326" y="175"/>
                  </a:cubicBezTo>
                  <a:cubicBezTo>
                    <a:pt x="1328" y="175"/>
                    <a:pt x="1333" y="176"/>
                    <a:pt x="1335" y="178"/>
                  </a:cubicBezTo>
                  <a:cubicBezTo>
                    <a:pt x="1336" y="179"/>
                    <a:pt x="1336" y="183"/>
                    <a:pt x="1335" y="184"/>
                  </a:cubicBezTo>
                  <a:cubicBezTo>
                    <a:pt x="1335" y="186"/>
                    <a:pt x="1332" y="189"/>
                    <a:pt x="1331" y="191"/>
                  </a:cubicBezTo>
                  <a:cubicBezTo>
                    <a:pt x="1330" y="194"/>
                    <a:pt x="1329" y="198"/>
                    <a:pt x="1329" y="201"/>
                  </a:cubicBezTo>
                  <a:cubicBezTo>
                    <a:pt x="1330" y="203"/>
                    <a:pt x="1333" y="207"/>
                    <a:pt x="1335" y="208"/>
                  </a:cubicBezTo>
                  <a:cubicBezTo>
                    <a:pt x="1337" y="209"/>
                    <a:pt x="1341" y="209"/>
                    <a:pt x="1344" y="209"/>
                  </a:cubicBezTo>
                  <a:cubicBezTo>
                    <a:pt x="1346" y="209"/>
                    <a:pt x="1352" y="208"/>
                    <a:pt x="1354" y="208"/>
                  </a:cubicBezTo>
                  <a:cubicBezTo>
                    <a:pt x="1356" y="209"/>
                    <a:pt x="1360" y="210"/>
                    <a:pt x="1361" y="212"/>
                  </a:cubicBezTo>
                  <a:cubicBezTo>
                    <a:pt x="1363" y="214"/>
                    <a:pt x="1364" y="221"/>
                    <a:pt x="1365" y="225"/>
                  </a:cubicBezTo>
                  <a:cubicBezTo>
                    <a:pt x="1366" y="228"/>
                    <a:pt x="1364" y="237"/>
                    <a:pt x="1366" y="240"/>
                  </a:cubicBezTo>
                  <a:cubicBezTo>
                    <a:pt x="1368" y="243"/>
                    <a:pt x="1373" y="245"/>
                    <a:pt x="1375" y="246"/>
                  </a:cubicBezTo>
                  <a:cubicBezTo>
                    <a:pt x="1378" y="247"/>
                    <a:pt x="1384" y="249"/>
                    <a:pt x="1387" y="249"/>
                  </a:cubicBezTo>
                  <a:cubicBezTo>
                    <a:pt x="1390" y="250"/>
                    <a:pt x="1396" y="248"/>
                    <a:pt x="1400" y="247"/>
                  </a:cubicBezTo>
                  <a:cubicBezTo>
                    <a:pt x="1403" y="247"/>
                    <a:pt x="1409" y="248"/>
                    <a:pt x="1411" y="249"/>
                  </a:cubicBezTo>
                  <a:cubicBezTo>
                    <a:pt x="1413" y="249"/>
                    <a:pt x="1416" y="252"/>
                    <a:pt x="1418" y="253"/>
                  </a:cubicBezTo>
                  <a:cubicBezTo>
                    <a:pt x="1422" y="255"/>
                    <a:pt x="1430" y="257"/>
                    <a:pt x="1434" y="259"/>
                  </a:cubicBezTo>
                  <a:cubicBezTo>
                    <a:pt x="1437" y="260"/>
                    <a:pt x="1444" y="262"/>
                    <a:pt x="1447" y="264"/>
                  </a:cubicBezTo>
                  <a:cubicBezTo>
                    <a:pt x="1448" y="265"/>
                    <a:pt x="1449" y="269"/>
                    <a:pt x="1450" y="270"/>
                  </a:cubicBezTo>
                  <a:cubicBezTo>
                    <a:pt x="1452" y="272"/>
                    <a:pt x="1457" y="274"/>
                    <a:pt x="1460" y="274"/>
                  </a:cubicBezTo>
                  <a:cubicBezTo>
                    <a:pt x="1462" y="274"/>
                    <a:pt x="1466" y="271"/>
                    <a:pt x="1467" y="269"/>
                  </a:cubicBezTo>
                  <a:cubicBezTo>
                    <a:pt x="1467" y="267"/>
                    <a:pt x="1466" y="264"/>
                    <a:pt x="1467" y="263"/>
                  </a:cubicBezTo>
                  <a:cubicBezTo>
                    <a:pt x="1467" y="262"/>
                    <a:pt x="1470" y="262"/>
                    <a:pt x="1471" y="261"/>
                  </a:cubicBezTo>
                  <a:cubicBezTo>
                    <a:pt x="1473" y="259"/>
                    <a:pt x="1474" y="253"/>
                    <a:pt x="1476" y="251"/>
                  </a:cubicBezTo>
                  <a:cubicBezTo>
                    <a:pt x="1477" y="250"/>
                    <a:pt x="1481" y="249"/>
                    <a:pt x="1483" y="249"/>
                  </a:cubicBezTo>
                  <a:cubicBezTo>
                    <a:pt x="1484" y="250"/>
                    <a:pt x="1486" y="254"/>
                    <a:pt x="1486" y="255"/>
                  </a:cubicBezTo>
                  <a:cubicBezTo>
                    <a:pt x="1488" y="258"/>
                    <a:pt x="1489" y="265"/>
                    <a:pt x="1490" y="269"/>
                  </a:cubicBezTo>
                  <a:cubicBezTo>
                    <a:pt x="1490" y="273"/>
                    <a:pt x="1490" y="283"/>
                    <a:pt x="1491" y="288"/>
                  </a:cubicBezTo>
                  <a:cubicBezTo>
                    <a:pt x="1492" y="291"/>
                    <a:pt x="1495" y="298"/>
                    <a:pt x="1497" y="301"/>
                  </a:cubicBezTo>
                  <a:cubicBezTo>
                    <a:pt x="1499" y="304"/>
                    <a:pt x="1503" y="308"/>
                    <a:pt x="1505" y="310"/>
                  </a:cubicBezTo>
                  <a:cubicBezTo>
                    <a:pt x="1507" y="314"/>
                    <a:pt x="1509" y="322"/>
                    <a:pt x="1512" y="325"/>
                  </a:cubicBezTo>
                  <a:cubicBezTo>
                    <a:pt x="1514" y="328"/>
                    <a:pt x="1520" y="332"/>
                    <a:pt x="1523" y="335"/>
                  </a:cubicBezTo>
                  <a:cubicBezTo>
                    <a:pt x="1524" y="336"/>
                    <a:pt x="1527" y="338"/>
                    <a:pt x="1529" y="340"/>
                  </a:cubicBezTo>
                  <a:cubicBezTo>
                    <a:pt x="1528" y="340"/>
                    <a:pt x="1526" y="340"/>
                    <a:pt x="1525" y="340"/>
                  </a:cubicBezTo>
                  <a:cubicBezTo>
                    <a:pt x="1520" y="341"/>
                    <a:pt x="1511" y="339"/>
                    <a:pt x="1506" y="339"/>
                  </a:cubicBezTo>
                  <a:cubicBezTo>
                    <a:pt x="1503" y="340"/>
                    <a:pt x="1496" y="342"/>
                    <a:pt x="1493" y="344"/>
                  </a:cubicBezTo>
                  <a:cubicBezTo>
                    <a:pt x="1491" y="346"/>
                    <a:pt x="1492" y="355"/>
                    <a:pt x="1489" y="357"/>
                  </a:cubicBezTo>
                  <a:cubicBezTo>
                    <a:pt x="1486" y="358"/>
                    <a:pt x="1480" y="355"/>
                    <a:pt x="1477" y="354"/>
                  </a:cubicBezTo>
                  <a:cubicBezTo>
                    <a:pt x="1474" y="354"/>
                    <a:pt x="1468" y="352"/>
                    <a:pt x="1466" y="353"/>
                  </a:cubicBezTo>
                  <a:cubicBezTo>
                    <a:pt x="1463" y="354"/>
                    <a:pt x="1459" y="358"/>
                    <a:pt x="1457" y="360"/>
                  </a:cubicBezTo>
                  <a:cubicBezTo>
                    <a:pt x="1455" y="364"/>
                    <a:pt x="1456" y="372"/>
                    <a:pt x="1453" y="375"/>
                  </a:cubicBezTo>
                  <a:cubicBezTo>
                    <a:pt x="1451" y="376"/>
                    <a:pt x="1445" y="374"/>
                    <a:pt x="1444" y="376"/>
                  </a:cubicBezTo>
                  <a:cubicBezTo>
                    <a:pt x="1440" y="380"/>
                    <a:pt x="1443" y="392"/>
                    <a:pt x="1444" y="397"/>
                  </a:cubicBezTo>
                  <a:cubicBezTo>
                    <a:pt x="1445" y="404"/>
                    <a:pt x="1451" y="415"/>
                    <a:pt x="1454" y="421"/>
                  </a:cubicBezTo>
                  <a:cubicBezTo>
                    <a:pt x="1456" y="426"/>
                    <a:pt x="1462" y="437"/>
                    <a:pt x="1464" y="442"/>
                  </a:cubicBezTo>
                  <a:cubicBezTo>
                    <a:pt x="1467" y="449"/>
                    <a:pt x="1467" y="464"/>
                    <a:pt x="1470" y="471"/>
                  </a:cubicBezTo>
                  <a:cubicBezTo>
                    <a:pt x="1472" y="479"/>
                    <a:pt x="1480" y="495"/>
                    <a:pt x="1484" y="503"/>
                  </a:cubicBezTo>
                  <a:cubicBezTo>
                    <a:pt x="1488" y="512"/>
                    <a:pt x="1496" y="531"/>
                    <a:pt x="1498" y="540"/>
                  </a:cubicBezTo>
                  <a:cubicBezTo>
                    <a:pt x="1499" y="547"/>
                    <a:pt x="1500" y="559"/>
                    <a:pt x="1501" y="566"/>
                  </a:cubicBezTo>
                  <a:cubicBezTo>
                    <a:pt x="1501" y="576"/>
                    <a:pt x="1500" y="597"/>
                    <a:pt x="1499" y="607"/>
                  </a:cubicBezTo>
                  <a:cubicBezTo>
                    <a:pt x="1499" y="613"/>
                    <a:pt x="1494" y="624"/>
                    <a:pt x="1495" y="629"/>
                  </a:cubicBezTo>
                  <a:cubicBezTo>
                    <a:pt x="1495" y="635"/>
                    <a:pt x="1500" y="646"/>
                    <a:pt x="1502" y="651"/>
                  </a:cubicBezTo>
                  <a:cubicBezTo>
                    <a:pt x="1504" y="654"/>
                    <a:pt x="1509" y="660"/>
                    <a:pt x="1511" y="664"/>
                  </a:cubicBezTo>
                  <a:cubicBezTo>
                    <a:pt x="1512" y="667"/>
                    <a:pt x="1515" y="673"/>
                    <a:pt x="1515" y="676"/>
                  </a:cubicBezTo>
                  <a:cubicBezTo>
                    <a:pt x="1515" y="679"/>
                    <a:pt x="1511" y="685"/>
                    <a:pt x="1512" y="688"/>
                  </a:cubicBezTo>
                  <a:cubicBezTo>
                    <a:pt x="1513" y="691"/>
                    <a:pt x="1519" y="692"/>
                    <a:pt x="1522" y="693"/>
                  </a:cubicBezTo>
                  <a:cubicBezTo>
                    <a:pt x="1523" y="694"/>
                    <a:pt x="1527" y="696"/>
                    <a:pt x="1528" y="698"/>
                  </a:cubicBezTo>
                  <a:cubicBezTo>
                    <a:pt x="1529" y="700"/>
                    <a:pt x="1529" y="705"/>
                    <a:pt x="1527" y="707"/>
                  </a:cubicBezTo>
                  <a:cubicBezTo>
                    <a:pt x="1525" y="710"/>
                    <a:pt x="1517" y="709"/>
                    <a:pt x="1514" y="711"/>
                  </a:cubicBezTo>
                  <a:cubicBezTo>
                    <a:pt x="1512" y="711"/>
                    <a:pt x="1509" y="713"/>
                    <a:pt x="1508" y="714"/>
                  </a:cubicBezTo>
                  <a:cubicBezTo>
                    <a:pt x="1506" y="717"/>
                    <a:pt x="1505" y="724"/>
                    <a:pt x="1504" y="727"/>
                  </a:cubicBezTo>
                  <a:cubicBezTo>
                    <a:pt x="1502" y="731"/>
                    <a:pt x="1500" y="737"/>
                    <a:pt x="1498" y="740"/>
                  </a:cubicBezTo>
                  <a:cubicBezTo>
                    <a:pt x="1496" y="743"/>
                    <a:pt x="1491" y="747"/>
                    <a:pt x="1488" y="749"/>
                  </a:cubicBezTo>
                  <a:cubicBezTo>
                    <a:pt x="1487" y="750"/>
                    <a:pt x="1483" y="750"/>
                    <a:pt x="1481" y="752"/>
                  </a:cubicBezTo>
                  <a:cubicBezTo>
                    <a:pt x="1479" y="754"/>
                    <a:pt x="1478" y="761"/>
                    <a:pt x="1476" y="764"/>
                  </a:cubicBezTo>
                  <a:cubicBezTo>
                    <a:pt x="1475" y="768"/>
                    <a:pt x="1472" y="775"/>
                    <a:pt x="1470" y="779"/>
                  </a:cubicBezTo>
                  <a:cubicBezTo>
                    <a:pt x="1468" y="782"/>
                    <a:pt x="1465" y="787"/>
                    <a:pt x="1462" y="790"/>
                  </a:cubicBezTo>
                  <a:cubicBezTo>
                    <a:pt x="1461" y="792"/>
                    <a:pt x="1456" y="795"/>
                    <a:pt x="1454" y="797"/>
                  </a:cubicBezTo>
                  <a:cubicBezTo>
                    <a:pt x="1452" y="801"/>
                    <a:pt x="1450" y="809"/>
                    <a:pt x="1449" y="813"/>
                  </a:cubicBezTo>
                  <a:cubicBezTo>
                    <a:pt x="1448" y="816"/>
                    <a:pt x="1448" y="824"/>
                    <a:pt x="1448" y="828"/>
                  </a:cubicBezTo>
                  <a:cubicBezTo>
                    <a:pt x="1447" y="831"/>
                    <a:pt x="1444" y="836"/>
                    <a:pt x="1444" y="836"/>
                  </a:cubicBezTo>
                  <a:cubicBezTo>
                    <a:pt x="1443" y="836"/>
                    <a:pt x="1440" y="837"/>
                    <a:pt x="1439" y="838"/>
                  </a:cubicBezTo>
                  <a:cubicBezTo>
                    <a:pt x="1438" y="840"/>
                    <a:pt x="1436" y="844"/>
                    <a:pt x="1435" y="847"/>
                  </a:cubicBezTo>
                  <a:cubicBezTo>
                    <a:pt x="1435" y="849"/>
                    <a:pt x="1436" y="853"/>
                    <a:pt x="1437" y="855"/>
                  </a:cubicBezTo>
                  <a:cubicBezTo>
                    <a:pt x="1438" y="858"/>
                    <a:pt x="1443" y="861"/>
                    <a:pt x="1444" y="864"/>
                  </a:cubicBezTo>
                  <a:cubicBezTo>
                    <a:pt x="1445" y="866"/>
                    <a:pt x="1445" y="870"/>
                    <a:pt x="1446" y="872"/>
                  </a:cubicBezTo>
                  <a:cubicBezTo>
                    <a:pt x="1446" y="874"/>
                    <a:pt x="1447" y="879"/>
                    <a:pt x="1446" y="881"/>
                  </a:cubicBezTo>
                  <a:cubicBezTo>
                    <a:pt x="1446" y="883"/>
                    <a:pt x="1444" y="887"/>
                    <a:pt x="1444" y="889"/>
                  </a:cubicBezTo>
                  <a:cubicBezTo>
                    <a:pt x="1443" y="891"/>
                    <a:pt x="1441" y="895"/>
                    <a:pt x="1440" y="897"/>
                  </a:cubicBezTo>
                  <a:cubicBezTo>
                    <a:pt x="1439" y="899"/>
                    <a:pt x="1438" y="905"/>
                    <a:pt x="1439" y="907"/>
                  </a:cubicBezTo>
                  <a:cubicBezTo>
                    <a:pt x="1439" y="910"/>
                    <a:pt x="1441" y="914"/>
                    <a:pt x="1442" y="916"/>
                  </a:cubicBezTo>
                  <a:cubicBezTo>
                    <a:pt x="1443" y="919"/>
                    <a:pt x="1447" y="924"/>
                    <a:pt x="1449" y="926"/>
                  </a:cubicBezTo>
                  <a:cubicBezTo>
                    <a:pt x="1451" y="928"/>
                    <a:pt x="1454" y="930"/>
                    <a:pt x="1456" y="932"/>
                  </a:cubicBezTo>
                  <a:cubicBezTo>
                    <a:pt x="1457" y="934"/>
                    <a:pt x="1459" y="940"/>
                    <a:pt x="1460" y="942"/>
                  </a:cubicBezTo>
                  <a:cubicBezTo>
                    <a:pt x="1462" y="947"/>
                    <a:pt x="1465" y="957"/>
                    <a:pt x="1468" y="961"/>
                  </a:cubicBezTo>
                  <a:cubicBezTo>
                    <a:pt x="1469" y="963"/>
                    <a:pt x="1473" y="965"/>
                    <a:pt x="1474" y="967"/>
                  </a:cubicBezTo>
                  <a:cubicBezTo>
                    <a:pt x="1476" y="968"/>
                    <a:pt x="1477" y="972"/>
                    <a:pt x="1478" y="974"/>
                  </a:cubicBezTo>
                  <a:cubicBezTo>
                    <a:pt x="1478" y="976"/>
                    <a:pt x="1479" y="980"/>
                    <a:pt x="1477" y="981"/>
                  </a:cubicBezTo>
                  <a:cubicBezTo>
                    <a:pt x="1477" y="982"/>
                    <a:pt x="1473" y="982"/>
                    <a:pt x="1472" y="982"/>
                  </a:cubicBezTo>
                  <a:cubicBezTo>
                    <a:pt x="1470" y="982"/>
                    <a:pt x="1466" y="980"/>
                    <a:pt x="1464" y="979"/>
                  </a:cubicBezTo>
                  <a:cubicBezTo>
                    <a:pt x="1462" y="979"/>
                    <a:pt x="1457" y="976"/>
                    <a:pt x="1455" y="975"/>
                  </a:cubicBezTo>
                  <a:cubicBezTo>
                    <a:pt x="1454" y="974"/>
                    <a:pt x="1451" y="971"/>
                    <a:pt x="1449" y="970"/>
                  </a:cubicBezTo>
                  <a:cubicBezTo>
                    <a:pt x="1447" y="969"/>
                    <a:pt x="1444" y="967"/>
                    <a:pt x="1442" y="966"/>
                  </a:cubicBezTo>
                  <a:cubicBezTo>
                    <a:pt x="1440" y="966"/>
                    <a:pt x="1437" y="966"/>
                    <a:pt x="1435" y="965"/>
                  </a:cubicBezTo>
                  <a:cubicBezTo>
                    <a:pt x="1432" y="965"/>
                    <a:pt x="1425" y="964"/>
                    <a:pt x="1423" y="962"/>
                  </a:cubicBezTo>
                  <a:cubicBezTo>
                    <a:pt x="1421" y="961"/>
                    <a:pt x="1419" y="957"/>
                    <a:pt x="1417" y="955"/>
                  </a:cubicBezTo>
                  <a:cubicBezTo>
                    <a:pt x="1415" y="953"/>
                    <a:pt x="1411" y="950"/>
                    <a:pt x="1409" y="949"/>
                  </a:cubicBezTo>
                  <a:cubicBezTo>
                    <a:pt x="1407" y="948"/>
                    <a:pt x="1402" y="945"/>
                    <a:pt x="1400" y="945"/>
                  </a:cubicBezTo>
                  <a:cubicBezTo>
                    <a:pt x="1397" y="944"/>
                    <a:pt x="1392" y="944"/>
                    <a:pt x="1389" y="944"/>
                  </a:cubicBezTo>
                  <a:cubicBezTo>
                    <a:pt x="1386" y="943"/>
                    <a:pt x="1381" y="941"/>
                    <a:pt x="1379" y="940"/>
                  </a:cubicBezTo>
                  <a:cubicBezTo>
                    <a:pt x="1375" y="939"/>
                    <a:pt x="1368" y="938"/>
                    <a:pt x="1364" y="938"/>
                  </a:cubicBezTo>
                  <a:cubicBezTo>
                    <a:pt x="1361" y="937"/>
                    <a:pt x="1355" y="938"/>
                    <a:pt x="1352" y="938"/>
                  </a:cubicBezTo>
                  <a:cubicBezTo>
                    <a:pt x="1349" y="939"/>
                    <a:pt x="1344" y="939"/>
                    <a:pt x="1341" y="941"/>
                  </a:cubicBezTo>
                  <a:cubicBezTo>
                    <a:pt x="1339" y="941"/>
                    <a:pt x="1337" y="944"/>
                    <a:pt x="1335" y="945"/>
                  </a:cubicBezTo>
                  <a:cubicBezTo>
                    <a:pt x="1333" y="947"/>
                    <a:pt x="1329" y="948"/>
                    <a:pt x="1327" y="950"/>
                  </a:cubicBezTo>
                  <a:cubicBezTo>
                    <a:pt x="1325" y="952"/>
                    <a:pt x="1321" y="957"/>
                    <a:pt x="1318" y="959"/>
                  </a:cubicBezTo>
                  <a:cubicBezTo>
                    <a:pt x="1316" y="960"/>
                    <a:pt x="1309" y="961"/>
                    <a:pt x="1306" y="961"/>
                  </a:cubicBezTo>
                  <a:cubicBezTo>
                    <a:pt x="1304" y="961"/>
                    <a:pt x="1300" y="962"/>
                    <a:pt x="1298" y="962"/>
                  </a:cubicBezTo>
                  <a:cubicBezTo>
                    <a:pt x="1295" y="962"/>
                    <a:pt x="1291" y="960"/>
                    <a:pt x="1288" y="959"/>
                  </a:cubicBezTo>
                  <a:cubicBezTo>
                    <a:pt x="1284" y="958"/>
                    <a:pt x="1276" y="954"/>
                    <a:pt x="1272" y="954"/>
                  </a:cubicBezTo>
                  <a:cubicBezTo>
                    <a:pt x="1269" y="953"/>
                    <a:pt x="1264" y="954"/>
                    <a:pt x="1261" y="954"/>
                  </a:cubicBezTo>
                  <a:cubicBezTo>
                    <a:pt x="1258" y="953"/>
                    <a:pt x="1253" y="951"/>
                    <a:pt x="1251" y="950"/>
                  </a:cubicBezTo>
                  <a:cubicBezTo>
                    <a:pt x="1248" y="950"/>
                    <a:pt x="1242" y="948"/>
                    <a:pt x="1239" y="948"/>
                  </a:cubicBezTo>
                  <a:cubicBezTo>
                    <a:pt x="1236" y="948"/>
                    <a:pt x="1231" y="948"/>
                    <a:pt x="1229" y="948"/>
                  </a:cubicBezTo>
                  <a:cubicBezTo>
                    <a:pt x="1227" y="949"/>
                    <a:pt x="1224" y="951"/>
                    <a:pt x="1223" y="953"/>
                  </a:cubicBezTo>
                  <a:cubicBezTo>
                    <a:pt x="1222" y="955"/>
                    <a:pt x="1222" y="960"/>
                    <a:pt x="1221" y="962"/>
                  </a:cubicBezTo>
                  <a:cubicBezTo>
                    <a:pt x="1220" y="964"/>
                    <a:pt x="1216" y="966"/>
                    <a:pt x="1215" y="968"/>
                  </a:cubicBezTo>
                  <a:cubicBezTo>
                    <a:pt x="1213" y="969"/>
                    <a:pt x="1211" y="972"/>
                    <a:pt x="1209" y="973"/>
                  </a:cubicBezTo>
                  <a:cubicBezTo>
                    <a:pt x="1208" y="974"/>
                    <a:pt x="1204" y="976"/>
                    <a:pt x="1202" y="975"/>
                  </a:cubicBezTo>
                  <a:cubicBezTo>
                    <a:pt x="1200" y="975"/>
                    <a:pt x="1197" y="972"/>
                    <a:pt x="1195" y="972"/>
                  </a:cubicBezTo>
                  <a:cubicBezTo>
                    <a:pt x="1193" y="971"/>
                    <a:pt x="1187" y="972"/>
                    <a:pt x="1184" y="973"/>
                  </a:cubicBezTo>
                  <a:cubicBezTo>
                    <a:pt x="1182" y="974"/>
                    <a:pt x="1178" y="976"/>
                    <a:pt x="1176" y="977"/>
                  </a:cubicBezTo>
                  <a:cubicBezTo>
                    <a:pt x="1173" y="978"/>
                    <a:pt x="1168" y="982"/>
                    <a:pt x="1166" y="984"/>
                  </a:cubicBezTo>
                  <a:cubicBezTo>
                    <a:pt x="1165" y="986"/>
                    <a:pt x="1164" y="992"/>
                    <a:pt x="1164" y="995"/>
                  </a:cubicBezTo>
                  <a:cubicBezTo>
                    <a:pt x="1164" y="998"/>
                    <a:pt x="1165" y="1003"/>
                    <a:pt x="1166" y="1005"/>
                  </a:cubicBezTo>
                  <a:cubicBezTo>
                    <a:pt x="1166" y="1007"/>
                    <a:pt x="1165" y="1012"/>
                    <a:pt x="1164" y="1014"/>
                  </a:cubicBezTo>
                  <a:cubicBezTo>
                    <a:pt x="1163" y="1015"/>
                    <a:pt x="1160" y="1018"/>
                    <a:pt x="1159" y="1019"/>
                  </a:cubicBezTo>
                  <a:cubicBezTo>
                    <a:pt x="1157" y="1020"/>
                    <a:pt x="1152" y="1019"/>
                    <a:pt x="1150" y="1020"/>
                  </a:cubicBezTo>
                  <a:cubicBezTo>
                    <a:pt x="1149" y="1021"/>
                    <a:pt x="1148" y="1024"/>
                    <a:pt x="1146" y="1025"/>
                  </a:cubicBezTo>
                  <a:cubicBezTo>
                    <a:pt x="1145" y="1025"/>
                    <a:pt x="1143" y="1027"/>
                    <a:pt x="1142" y="1027"/>
                  </a:cubicBezTo>
                  <a:cubicBezTo>
                    <a:pt x="1140" y="1028"/>
                    <a:pt x="1136" y="1028"/>
                    <a:pt x="1134" y="1027"/>
                  </a:cubicBezTo>
                  <a:cubicBezTo>
                    <a:pt x="1133" y="1027"/>
                    <a:pt x="1132" y="1025"/>
                    <a:pt x="1130" y="1025"/>
                  </a:cubicBezTo>
                  <a:cubicBezTo>
                    <a:pt x="1129" y="1024"/>
                    <a:pt x="1126" y="1024"/>
                    <a:pt x="1124" y="1025"/>
                  </a:cubicBezTo>
                  <a:cubicBezTo>
                    <a:pt x="1123" y="1025"/>
                    <a:pt x="1121" y="1029"/>
                    <a:pt x="1119" y="1030"/>
                  </a:cubicBezTo>
                  <a:cubicBezTo>
                    <a:pt x="1117" y="1030"/>
                    <a:pt x="1114" y="1030"/>
                    <a:pt x="1113" y="1029"/>
                  </a:cubicBezTo>
                  <a:cubicBezTo>
                    <a:pt x="1112" y="1028"/>
                    <a:pt x="1110" y="1025"/>
                    <a:pt x="1110" y="1023"/>
                  </a:cubicBezTo>
                  <a:cubicBezTo>
                    <a:pt x="1111" y="1021"/>
                    <a:pt x="1114" y="1018"/>
                    <a:pt x="1114" y="1016"/>
                  </a:cubicBezTo>
                  <a:cubicBezTo>
                    <a:pt x="1114" y="1014"/>
                    <a:pt x="1113" y="1010"/>
                    <a:pt x="1113" y="1008"/>
                  </a:cubicBezTo>
                  <a:cubicBezTo>
                    <a:pt x="1112" y="1006"/>
                    <a:pt x="1111" y="1002"/>
                    <a:pt x="1109" y="1002"/>
                  </a:cubicBezTo>
                  <a:cubicBezTo>
                    <a:pt x="1107" y="1001"/>
                    <a:pt x="1104" y="1004"/>
                    <a:pt x="1102" y="1004"/>
                  </a:cubicBezTo>
                  <a:cubicBezTo>
                    <a:pt x="1100" y="1005"/>
                    <a:pt x="1097" y="1004"/>
                    <a:pt x="1095" y="1004"/>
                  </a:cubicBezTo>
                  <a:cubicBezTo>
                    <a:pt x="1092" y="1003"/>
                    <a:pt x="1084" y="1001"/>
                    <a:pt x="1081" y="1001"/>
                  </a:cubicBezTo>
                  <a:cubicBezTo>
                    <a:pt x="1077" y="1000"/>
                    <a:pt x="1069" y="1000"/>
                    <a:pt x="1065" y="1000"/>
                  </a:cubicBezTo>
                  <a:cubicBezTo>
                    <a:pt x="1060" y="1000"/>
                    <a:pt x="1049" y="999"/>
                    <a:pt x="1045" y="1001"/>
                  </a:cubicBezTo>
                  <a:cubicBezTo>
                    <a:pt x="1042" y="1002"/>
                    <a:pt x="1039" y="1005"/>
                    <a:pt x="1036" y="1007"/>
                  </a:cubicBezTo>
                  <a:cubicBezTo>
                    <a:pt x="1034" y="1008"/>
                    <a:pt x="1029" y="1011"/>
                    <a:pt x="1027" y="1011"/>
                  </a:cubicBezTo>
                  <a:cubicBezTo>
                    <a:pt x="1023" y="1012"/>
                    <a:pt x="1015" y="1009"/>
                    <a:pt x="1012" y="1009"/>
                  </a:cubicBezTo>
                  <a:cubicBezTo>
                    <a:pt x="1009" y="1009"/>
                    <a:pt x="1003" y="1009"/>
                    <a:pt x="1000" y="1010"/>
                  </a:cubicBezTo>
                  <a:cubicBezTo>
                    <a:pt x="998" y="1010"/>
                    <a:pt x="994" y="1013"/>
                    <a:pt x="992" y="1014"/>
                  </a:cubicBezTo>
                  <a:cubicBezTo>
                    <a:pt x="990" y="1014"/>
                    <a:pt x="987" y="1017"/>
                    <a:pt x="985" y="1017"/>
                  </a:cubicBezTo>
                  <a:cubicBezTo>
                    <a:pt x="982" y="1017"/>
                    <a:pt x="977" y="1016"/>
                    <a:pt x="975" y="1016"/>
                  </a:cubicBezTo>
                  <a:cubicBezTo>
                    <a:pt x="973" y="1015"/>
                    <a:pt x="969" y="1013"/>
                    <a:pt x="967" y="1012"/>
                  </a:cubicBezTo>
                  <a:cubicBezTo>
                    <a:pt x="964" y="1011"/>
                    <a:pt x="959" y="1012"/>
                    <a:pt x="956" y="1011"/>
                  </a:cubicBezTo>
                  <a:cubicBezTo>
                    <a:pt x="955" y="1011"/>
                    <a:pt x="952" y="1008"/>
                    <a:pt x="950" y="1008"/>
                  </a:cubicBezTo>
                  <a:cubicBezTo>
                    <a:pt x="947" y="1006"/>
                    <a:pt x="941" y="1004"/>
                    <a:pt x="938" y="1003"/>
                  </a:cubicBezTo>
                  <a:cubicBezTo>
                    <a:pt x="936" y="1003"/>
                    <a:pt x="931" y="1003"/>
                    <a:pt x="928" y="1003"/>
                  </a:cubicBezTo>
                  <a:cubicBezTo>
                    <a:pt x="926" y="1004"/>
                    <a:pt x="922" y="1008"/>
                    <a:pt x="919" y="1008"/>
                  </a:cubicBezTo>
                  <a:cubicBezTo>
                    <a:pt x="918" y="1008"/>
                    <a:pt x="915" y="1006"/>
                    <a:pt x="914" y="1006"/>
                  </a:cubicBezTo>
                  <a:cubicBezTo>
                    <a:pt x="911" y="1006"/>
                    <a:pt x="906" y="1008"/>
                    <a:pt x="904" y="1010"/>
                  </a:cubicBezTo>
                  <a:cubicBezTo>
                    <a:pt x="902" y="1011"/>
                    <a:pt x="901" y="1015"/>
                    <a:pt x="899" y="1016"/>
                  </a:cubicBezTo>
                  <a:cubicBezTo>
                    <a:pt x="897" y="1017"/>
                    <a:pt x="894" y="1018"/>
                    <a:pt x="892" y="1018"/>
                  </a:cubicBezTo>
                  <a:cubicBezTo>
                    <a:pt x="891" y="1018"/>
                    <a:pt x="890" y="1018"/>
                    <a:pt x="889" y="1017"/>
                  </a:cubicBezTo>
                  <a:cubicBezTo>
                    <a:pt x="889" y="1012"/>
                    <a:pt x="889" y="1005"/>
                    <a:pt x="888" y="1002"/>
                  </a:cubicBezTo>
                  <a:cubicBezTo>
                    <a:pt x="887" y="1000"/>
                    <a:pt x="884" y="996"/>
                    <a:pt x="882" y="995"/>
                  </a:cubicBezTo>
                  <a:cubicBezTo>
                    <a:pt x="879" y="994"/>
                    <a:pt x="872" y="996"/>
                    <a:pt x="870" y="994"/>
                  </a:cubicBezTo>
                  <a:cubicBezTo>
                    <a:pt x="867" y="992"/>
                    <a:pt x="866" y="984"/>
                    <a:pt x="867" y="981"/>
                  </a:cubicBezTo>
                  <a:cubicBezTo>
                    <a:pt x="867" y="977"/>
                    <a:pt x="873" y="971"/>
                    <a:pt x="874" y="968"/>
                  </a:cubicBezTo>
                  <a:cubicBezTo>
                    <a:pt x="875" y="963"/>
                    <a:pt x="875" y="952"/>
                    <a:pt x="874" y="947"/>
                  </a:cubicBezTo>
                  <a:cubicBezTo>
                    <a:pt x="874" y="940"/>
                    <a:pt x="870" y="926"/>
                    <a:pt x="867" y="920"/>
                  </a:cubicBezTo>
                  <a:cubicBezTo>
                    <a:pt x="865" y="915"/>
                    <a:pt x="858" y="907"/>
                    <a:pt x="854" y="904"/>
                  </a:cubicBezTo>
                  <a:cubicBezTo>
                    <a:pt x="852" y="902"/>
                    <a:pt x="846" y="900"/>
                    <a:pt x="844" y="898"/>
                  </a:cubicBezTo>
                  <a:cubicBezTo>
                    <a:pt x="841" y="896"/>
                    <a:pt x="838" y="889"/>
                    <a:pt x="837" y="886"/>
                  </a:cubicBezTo>
                  <a:cubicBezTo>
                    <a:pt x="837" y="881"/>
                    <a:pt x="837" y="872"/>
                    <a:pt x="839" y="868"/>
                  </a:cubicBezTo>
                  <a:cubicBezTo>
                    <a:pt x="840" y="863"/>
                    <a:pt x="848" y="857"/>
                    <a:pt x="850" y="852"/>
                  </a:cubicBezTo>
                  <a:cubicBezTo>
                    <a:pt x="852" y="849"/>
                    <a:pt x="855" y="843"/>
                    <a:pt x="855" y="840"/>
                  </a:cubicBezTo>
                  <a:cubicBezTo>
                    <a:pt x="855" y="836"/>
                    <a:pt x="849" y="830"/>
                    <a:pt x="849" y="827"/>
                  </a:cubicBezTo>
                  <a:cubicBezTo>
                    <a:pt x="849" y="823"/>
                    <a:pt x="854" y="817"/>
                    <a:pt x="855" y="813"/>
                  </a:cubicBezTo>
                  <a:cubicBezTo>
                    <a:pt x="856" y="808"/>
                    <a:pt x="858" y="797"/>
                    <a:pt x="856" y="792"/>
                  </a:cubicBezTo>
                  <a:cubicBezTo>
                    <a:pt x="854" y="787"/>
                    <a:pt x="846" y="780"/>
                    <a:pt x="843" y="775"/>
                  </a:cubicBezTo>
                  <a:cubicBezTo>
                    <a:pt x="840" y="771"/>
                    <a:pt x="834" y="762"/>
                    <a:pt x="832" y="756"/>
                  </a:cubicBezTo>
                  <a:cubicBezTo>
                    <a:pt x="830" y="753"/>
                    <a:pt x="831" y="745"/>
                    <a:pt x="828" y="742"/>
                  </a:cubicBezTo>
                  <a:cubicBezTo>
                    <a:pt x="825" y="738"/>
                    <a:pt x="815" y="736"/>
                    <a:pt x="811" y="733"/>
                  </a:cubicBezTo>
                  <a:cubicBezTo>
                    <a:pt x="805" y="729"/>
                    <a:pt x="795" y="719"/>
                    <a:pt x="789" y="715"/>
                  </a:cubicBezTo>
                  <a:cubicBezTo>
                    <a:pt x="783" y="711"/>
                    <a:pt x="770" y="705"/>
                    <a:pt x="764" y="700"/>
                  </a:cubicBezTo>
                  <a:cubicBezTo>
                    <a:pt x="761" y="697"/>
                    <a:pt x="756" y="689"/>
                    <a:pt x="753" y="686"/>
                  </a:cubicBezTo>
                  <a:cubicBezTo>
                    <a:pt x="750" y="683"/>
                    <a:pt x="744" y="677"/>
                    <a:pt x="741" y="676"/>
                  </a:cubicBezTo>
                  <a:cubicBezTo>
                    <a:pt x="739" y="675"/>
                    <a:pt x="736" y="675"/>
                    <a:pt x="734" y="676"/>
                  </a:cubicBezTo>
                  <a:cubicBezTo>
                    <a:pt x="732" y="676"/>
                    <a:pt x="727" y="679"/>
                    <a:pt x="724" y="680"/>
                  </a:cubicBezTo>
                  <a:cubicBezTo>
                    <a:pt x="722" y="682"/>
                    <a:pt x="719" y="688"/>
                    <a:pt x="716" y="689"/>
                  </a:cubicBezTo>
                  <a:cubicBezTo>
                    <a:pt x="713" y="690"/>
                    <a:pt x="706" y="690"/>
                    <a:pt x="702" y="690"/>
                  </a:cubicBezTo>
                  <a:cubicBezTo>
                    <a:pt x="700" y="690"/>
                    <a:pt x="694" y="687"/>
                    <a:pt x="691" y="688"/>
                  </a:cubicBezTo>
                  <a:cubicBezTo>
                    <a:pt x="689" y="688"/>
                    <a:pt x="685" y="691"/>
                    <a:pt x="683" y="692"/>
                  </a:cubicBezTo>
                  <a:cubicBezTo>
                    <a:pt x="679" y="695"/>
                    <a:pt x="672" y="701"/>
                    <a:pt x="668" y="703"/>
                  </a:cubicBezTo>
                  <a:cubicBezTo>
                    <a:pt x="666" y="704"/>
                    <a:pt x="661" y="705"/>
                    <a:pt x="658" y="706"/>
                  </a:cubicBezTo>
                  <a:cubicBezTo>
                    <a:pt x="654" y="707"/>
                    <a:pt x="645" y="707"/>
                    <a:pt x="640" y="708"/>
                  </a:cubicBezTo>
                  <a:cubicBezTo>
                    <a:pt x="637" y="708"/>
                    <a:pt x="629" y="709"/>
                    <a:pt x="625" y="710"/>
                  </a:cubicBezTo>
                  <a:cubicBezTo>
                    <a:pt x="621" y="712"/>
                    <a:pt x="616" y="721"/>
                    <a:pt x="612" y="721"/>
                  </a:cubicBezTo>
                  <a:cubicBezTo>
                    <a:pt x="609" y="722"/>
                    <a:pt x="603" y="718"/>
                    <a:pt x="601" y="717"/>
                  </a:cubicBezTo>
                  <a:cubicBezTo>
                    <a:pt x="598" y="716"/>
                    <a:pt x="595" y="711"/>
                    <a:pt x="592" y="710"/>
                  </a:cubicBezTo>
                  <a:cubicBezTo>
                    <a:pt x="589" y="709"/>
                    <a:pt x="582" y="708"/>
                    <a:pt x="578" y="709"/>
                  </a:cubicBezTo>
                  <a:cubicBezTo>
                    <a:pt x="576" y="709"/>
                    <a:pt x="573" y="714"/>
                    <a:pt x="571" y="714"/>
                  </a:cubicBezTo>
                  <a:cubicBezTo>
                    <a:pt x="568" y="714"/>
                    <a:pt x="564" y="710"/>
                    <a:pt x="562" y="709"/>
                  </a:cubicBezTo>
                  <a:cubicBezTo>
                    <a:pt x="560" y="707"/>
                    <a:pt x="557" y="702"/>
                    <a:pt x="554" y="700"/>
                  </a:cubicBezTo>
                  <a:cubicBezTo>
                    <a:pt x="552" y="699"/>
                    <a:pt x="548" y="698"/>
                    <a:pt x="545" y="699"/>
                  </a:cubicBezTo>
                  <a:cubicBezTo>
                    <a:pt x="543" y="700"/>
                    <a:pt x="540" y="705"/>
                    <a:pt x="538" y="707"/>
                  </a:cubicBezTo>
                  <a:cubicBezTo>
                    <a:pt x="535" y="708"/>
                    <a:pt x="528" y="709"/>
                    <a:pt x="525" y="711"/>
                  </a:cubicBezTo>
                  <a:cubicBezTo>
                    <a:pt x="522" y="713"/>
                    <a:pt x="521" y="719"/>
                    <a:pt x="518" y="721"/>
                  </a:cubicBezTo>
                  <a:cubicBezTo>
                    <a:pt x="514" y="724"/>
                    <a:pt x="504" y="725"/>
                    <a:pt x="499" y="726"/>
                  </a:cubicBezTo>
                  <a:cubicBezTo>
                    <a:pt x="497" y="727"/>
                    <a:pt x="491" y="729"/>
                    <a:pt x="488" y="729"/>
                  </a:cubicBezTo>
                  <a:cubicBezTo>
                    <a:pt x="484" y="730"/>
                    <a:pt x="476" y="730"/>
                    <a:pt x="473" y="727"/>
                  </a:cubicBezTo>
                  <a:cubicBezTo>
                    <a:pt x="470" y="724"/>
                    <a:pt x="471" y="713"/>
                    <a:pt x="470" y="709"/>
                  </a:cubicBezTo>
                  <a:cubicBezTo>
                    <a:pt x="469" y="707"/>
                    <a:pt x="468" y="703"/>
                    <a:pt x="466" y="702"/>
                  </a:cubicBezTo>
                  <a:cubicBezTo>
                    <a:pt x="463" y="700"/>
                    <a:pt x="456" y="701"/>
                    <a:pt x="452" y="701"/>
                  </a:cubicBezTo>
                  <a:cubicBezTo>
                    <a:pt x="448" y="700"/>
                    <a:pt x="439" y="697"/>
                    <a:pt x="435" y="696"/>
                  </a:cubicBezTo>
                  <a:cubicBezTo>
                    <a:pt x="430" y="695"/>
                    <a:pt x="422" y="696"/>
                    <a:pt x="418" y="695"/>
                  </a:cubicBezTo>
                  <a:cubicBezTo>
                    <a:pt x="415" y="695"/>
                    <a:pt x="409" y="691"/>
                    <a:pt x="405" y="690"/>
                  </a:cubicBezTo>
                  <a:cubicBezTo>
                    <a:pt x="401" y="689"/>
                    <a:pt x="390" y="691"/>
                    <a:pt x="386" y="689"/>
                  </a:cubicBezTo>
                  <a:cubicBezTo>
                    <a:pt x="383" y="687"/>
                    <a:pt x="380" y="680"/>
                    <a:pt x="379" y="677"/>
                  </a:cubicBezTo>
                  <a:cubicBezTo>
                    <a:pt x="378" y="674"/>
                    <a:pt x="379" y="670"/>
                    <a:pt x="379" y="667"/>
                  </a:cubicBezTo>
                  <a:cubicBezTo>
                    <a:pt x="378" y="665"/>
                    <a:pt x="378" y="658"/>
                    <a:pt x="376" y="656"/>
                  </a:cubicBezTo>
                  <a:cubicBezTo>
                    <a:pt x="375" y="654"/>
                    <a:pt x="368" y="652"/>
                    <a:pt x="365" y="652"/>
                  </a:cubicBezTo>
                  <a:cubicBezTo>
                    <a:pt x="362" y="653"/>
                    <a:pt x="357" y="658"/>
                    <a:pt x="355" y="661"/>
                  </a:cubicBezTo>
                  <a:cubicBezTo>
                    <a:pt x="352" y="663"/>
                    <a:pt x="347" y="670"/>
                    <a:pt x="343" y="671"/>
                  </a:cubicBezTo>
                  <a:cubicBezTo>
                    <a:pt x="341" y="672"/>
                    <a:pt x="335" y="672"/>
                    <a:pt x="332" y="672"/>
                  </a:cubicBezTo>
                  <a:cubicBezTo>
                    <a:pt x="329" y="672"/>
                    <a:pt x="324" y="671"/>
                    <a:pt x="322" y="672"/>
                  </a:cubicBezTo>
                  <a:cubicBezTo>
                    <a:pt x="320" y="673"/>
                    <a:pt x="318" y="679"/>
                    <a:pt x="316" y="680"/>
                  </a:cubicBezTo>
                  <a:cubicBezTo>
                    <a:pt x="314" y="681"/>
                    <a:pt x="308" y="681"/>
                    <a:pt x="306" y="683"/>
                  </a:cubicBezTo>
                  <a:cubicBezTo>
                    <a:pt x="302" y="685"/>
                    <a:pt x="301" y="694"/>
                    <a:pt x="298" y="698"/>
                  </a:cubicBezTo>
                  <a:cubicBezTo>
                    <a:pt x="297" y="700"/>
                    <a:pt x="293" y="703"/>
                    <a:pt x="291" y="704"/>
                  </a:cubicBezTo>
                  <a:cubicBezTo>
                    <a:pt x="287" y="706"/>
                    <a:pt x="279" y="706"/>
                    <a:pt x="275" y="708"/>
                  </a:cubicBezTo>
                  <a:cubicBezTo>
                    <a:pt x="272" y="710"/>
                    <a:pt x="267" y="715"/>
                    <a:pt x="264" y="718"/>
                  </a:cubicBezTo>
                  <a:cubicBezTo>
                    <a:pt x="261" y="721"/>
                    <a:pt x="256" y="729"/>
                    <a:pt x="253" y="732"/>
                  </a:cubicBezTo>
                  <a:cubicBezTo>
                    <a:pt x="250" y="736"/>
                    <a:pt x="244" y="741"/>
                    <a:pt x="241" y="744"/>
                  </a:cubicBezTo>
                  <a:cubicBezTo>
                    <a:pt x="239" y="747"/>
                    <a:pt x="235" y="751"/>
                    <a:pt x="233" y="753"/>
                  </a:cubicBezTo>
                  <a:cubicBezTo>
                    <a:pt x="230" y="756"/>
                    <a:pt x="226" y="764"/>
                    <a:pt x="223" y="767"/>
                  </a:cubicBezTo>
                  <a:cubicBezTo>
                    <a:pt x="220" y="770"/>
                    <a:pt x="214" y="775"/>
                    <a:pt x="210" y="776"/>
                  </a:cubicBezTo>
                  <a:cubicBezTo>
                    <a:pt x="208" y="777"/>
                    <a:pt x="202" y="776"/>
                    <a:pt x="199" y="777"/>
                  </a:cubicBezTo>
                  <a:cubicBezTo>
                    <a:pt x="195" y="778"/>
                    <a:pt x="188" y="784"/>
                    <a:pt x="184" y="786"/>
                  </a:cubicBezTo>
                  <a:cubicBezTo>
                    <a:pt x="180" y="788"/>
                    <a:pt x="172" y="792"/>
                    <a:pt x="168" y="792"/>
                  </a:cubicBezTo>
                  <a:cubicBezTo>
                    <a:pt x="162" y="793"/>
                    <a:pt x="150" y="791"/>
                    <a:pt x="145" y="788"/>
                  </a:cubicBezTo>
                  <a:cubicBezTo>
                    <a:pt x="140" y="785"/>
                    <a:pt x="132" y="776"/>
                    <a:pt x="129" y="772"/>
                  </a:cubicBezTo>
                  <a:cubicBezTo>
                    <a:pt x="128" y="771"/>
                    <a:pt x="127" y="770"/>
                    <a:pt x="126" y="768"/>
                  </a:cubicBezTo>
                  <a:cubicBezTo>
                    <a:pt x="133" y="765"/>
                    <a:pt x="143" y="761"/>
                    <a:pt x="146" y="758"/>
                  </a:cubicBezTo>
                  <a:cubicBezTo>
                    <a:pt x="151" y="755"/>
                    <a:pt x="159" y="748"/>
                    <a:pt x="162" y="743"/>
                  </a:cubicBezTo>
                  <a:cubicBezTo>
                    <a:pt x="165" y="739"/>
                    <a:pt x="168" y="729"/>
                    <a:pt x="171" y="725"/>
                  </a:cubicBezTo>
                  <a:cubicBezTo>
                    <a:pt x="173" y="721"/>
                    <a:pt x="179" y="714"/>
                    <a:pt x="180" y="709"/>
                  </a:cubicBezTo>
                  <a:cubicBezTo>
                    <a:pt x="181" y="705"/>
                    <a:pt x="180" y="696"/>
                    <a:pt x="181" y="692"/>
                  </a:cubicBezTo>
                  <a:cubicBezTo>
                    <a:pt x="183" y="688"/>
                    <a:pt x="190" y="682"/>
                    <a:pt x="192" y="678"/>
                  </a:cubicBezTo>
                  <a:cubicBezTo>
                    <a:pt x="193" y="674"/>
                    <a:pt x="195" y="667"/>
                    <a:pt x="195" y="663"/>
                  </a:cubicBezTo>
                  <a:cubicBezTo>
                    <a:pt x="196" y="660"/>
                    <a:pt x="198" y="654"/>
                    <a:pt x="198" y="650"/>
                  </a:cubicBezTo>
                  <a:cubicBezTo>
                    <a:pt x="198" y="647"/>
                    <a:pt x="197" y="640"/>
                    <a:pt x="196" y="637"/>
                  </a:cubicBezTo>
                  <a:cubicBezTo>
                    <a:pt x="195" y="634"/>
                    <a:pt x="191" y="631"/>
                    <a:pt x="191" y="628"/>
                  </a:cubicBezTo>
                  <a:cubicBezTo>
                    <a:pt x="190" y="625"/>
                    <a:pt x="193" y="618"/>
                    <a:pt x="195" y="615"/>
                  </a:cubicBezTo>
                  <a:cubicBezTo>
                    <a:pt x="198" y="611"/>
                    <a:pt x="205" y="608"/>
                    <a:pt x="208" y="605"/>
                  </a:cubicBezTo>
                  <a:cubicBezTo>
                    <a:pt x="211" y="603"/>
                    <a:pt x="215" y="597"/>
                    <a:pt x="218" y="597"/>
                  </a:cubicBezTo>
                  <a:cubicBezTo>
                    <a:pt x="221" y="597"/>
                    <a:pt x="225" y="602"/>
                    <a:pt x="226" y="604"/>
                  </a:cubicBezTo>
                  <a:cubicBezTo>
                    <a:pt x="228" y="606"/>
                    <a:pt x="227" y="613"/>
                    <a:pt x="229" y="615"/>
                  </a:cubicBezTo>
                  <a:cubicBezTo>
                    <a:pt x="231" y="616"/>
                    <a:pt x="237" y="615"/>
                    <a:pt x="239" y="614"/>
                  </a:cubicBezTo>
                  <a:cubicBezTo>
                    <a:pt x="242" y="613"/>
                    <a:pt x="246" y="610"/>
                    <a:pt x="248" y="607"/>
                  </a:cubicBezTo>
                  <a:cubicBezTo>
                    <a:pt x="249" y="605"/>
                    <a:pt x="251" y="599"/>
                    <a:pt x="250" y="597"/>
                  </a:cubicBezTo>
                  <a:cubicBezTo>
                    <a:pt x="250" y="594"/>
                    <a:pt x="244" y="593"/>
                    <a:pt x="242" y="590"/>
                  </a:cubicBezTo>
                  <a:cubicBezTo>
                    <a:pt x="240" y="588"/>
                    <a:pt x="239" y="581"/>
                    <a:pt x="237" y="578"/>
                  </a:cubicBezTo>
                  <a:cubicBezTo>
                    <a:pt x="235" y="576"/>
                    <a:pt x="229" y="572"/>
                    <a:pt x="226" y="571"/>
                  </a:cubicBezTo>
                  <a:cubicBezTo>
                    <a:pt x="224" y="570"/>
                    <a:pt x="220" y="571"/>
                    <a:pt x="218" y="571"/>
                  </a:cubicBezTo>
                  <a:cubicBezTo>
                    <a:pt x="216" y="572"/>
                    <a:pt x="212" y="575"/>
                    <a:pt x="210" y="574"/>
                  </a:cubicBezTo>
                  <a:cubicBezTo>
                    <a:pt x="208" y="573"/>
                    <a:pt x="208" y="566"/>
                    <a:pt x="205" y="565"/>
                  </a:cubicBezTo>
                  <a:cubicBezTo>
                    <a:pt x="203" y="563"/>
                    <a:pt x="195" y="567"/>
                    <a:pt x="193" y="565"/>
                  </a:cubicBezTo>
                  <a:cubicBezTo>
                    <a:pt x="191" y="564"/>
                    <a:pt x="192" y="559"/>
                    <a:pt x="193" y="557"/>
                  </a:cubicBezTo>
                  <a:cubicBezTo>
                    <a:pt x="193" y="554"/>
                    <a:pt x="196" y="549"/>
                    <a:pt x="194" y="547"/>
                  </a:cubicBezTo>
                  <a:cubicBezTo>
                    <a:pt x="194" y="546"/>
                    <a:pt x="191" y="546"/>
                    <a:pt x="190" y="545"/>
                  </a:cubicBezTo>
                  <a:cubicBezTo>
                    <a:pt x="188" y="545"/>
                    <a:pt x="184" y="546"/>
                    <a:pt x="183" y="545"/>
                  </a:cubicBezTo>
                  <a:cubicBezTo>
                    <a:pt x="181" y="543"/>
                    <a:pt x="180" y="538"/>
                    <a:pt x="179" y="535"/>
                  </a:cubicBezTo>
                  <a:cubicBezTo>
                    <a:pt x="178" y="534"/>
                    <a:pt x="176" y="531"/>
                    <a:pt x="175" y="530"/>
                  </a:cubicBezTo>
                  <a:cubicBezTo>
                    <a:pt x="173" y="528"/>
                    <a:pt x="167" y="528"/>
                    <a:pt x="165" y="526"/>
                  </a:cubicBezTo>
                  <a:cubicBezTo>
                    <a:pt x="164" y="524"/>
                    <a:pt x="162" y="521"/>
                    <a:pt x="163" y="519"/>
                  </a:cubicBezTo>
                  <a:cubicBezTo>
                    <a:pt x="163" y="516"/>
                    <a:pt x="168" y="514"/>
                    <a:pt x="169" y="512"/>
                  </a:cubicBezTo>
                  <a:cubicBezTo>
                    <a:pt x="170" y="510"/>
                    <a:pt x="170" y="506"/>
                    <a:pt x="170" y="505"/>
                  </a:cubicBezTo>
                  <a:cubicBezTo>
                    <a:pt x="169" y="503"/>
                    <a:pt x="164" y="501"/>
                    <a:pt x="163" y="500"/>
                  </a:cubicBezTo>
                  <a:cubicBezTo>
                    <a:pt x="161" y="499"/>
                    <a:pt x="158" y="498"/>
                    <a:pt x="156" y="497"/>
                  </a:cubicBezTo>
                  <a:cubicBezTo>
                    <a:pt x="155" y="496"/>
                    <a:pt x="153" y="493"/>
                    <a:pt x="152" y="491"/>
                  </a:cubicBezTo>
                  <a:cubicBezTo>
                    <a:pt x="151" y="487"/>
                    <a:pt x="154" y="478"/>
                    <a:pt x="152" y="474"/>
                  </a:cubicBezTo>
                  <a:cubicBezTo>
                    <a:pt x="151" y="472"/>
                    <a:pt x="145" y="469"/>
                    <a:pt x="143" y="468"/>
                  </a:cubicBezTo>
                  <a:cubicBezTo>
                    <a:pt x="140" y="468"/>
                    <a:pt x="133" y="467"/>
                    <a:pt x="131" y="468"/>
                  </a:cubicBezTo>
                  <a:cubicBezTo>
                    <a:pt x="129" y="470"/>
                    <a:pt x="128" y="475"/>
                    <a:pt x="126" y="477"/>
                  </a:cubicBezTo>
                  <a:cubicBezTo>
                    <a:pt x="125" y="478"/>
                    <a:pt x="121" y="480"/>
                    <a:pt x="120" y="481"/>
                  </a:cubicBezTo>
                  <a:cubicBezTo>
                    <a:pt x="118" y="482"/>
                    <a:pt x="114" y="484"/>
                    <a:pt x="113" y="484"/>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47" name="Freeform 8"/>
            <p:cNvSpPr>
              <a:spLocks/>
            </p:cNvSpPr>
            <p:nvPr/>
          </p:nvSpPr>
          <p:spPr bwMode="auto">
            <a:xfrm>
              <a:off x="3425825" y="2309813"/>
              <a:ext cx="1766888" cy="1487488"/>
            </a:xfrm>
            <a:custGeom>
              <a:avLst/>
              <a:gdLst/>
              <a:ahLst/>
              <a:cxnLst>
                <a:cxn ang="0">
                  <a:pos x="906" y="656"/>
                </a:cxn>
                <a:cxn ang="0">
                  <a:pos x="986" y="662"/>
                </a:cxn>
                <a:cxn ang="0">
                  <a:pos x="1029" y="675"/>
                </a:cxn>
                <a:cxn ang="0">
                  <a:pos x="1052" y="713"/>
                </a:cxn>
                <a:cxn ang="0">
                  <a:pos x="1083" y="752"/>
                </a:cxn>
                <a:cxn ang="0">
                  <a:pos x="1112" y="792"/>
                </a:cxn>
                <a:cxn ang="0">
                  <a:pos x="1069" y="815"/>
                </a:cxn>
                <a:cxn ang="0">
                  <a:pos x="1035" y="921"/>
                </a:cxn>
                <a:cxn ang="0">
                  <a:pos x="961" y="906"/>
                </a:cxn>
                <a:cxn ang="0">
                  <a:pos x="908" y="856"/>
                </a:cxn>
                <a:cxn ang="0">
                  <a:pos x="777" y="833"/>
                </a:cxn>
                <a:cxn ang="0">
                  <a:pos x="688" y="855"/>
                </a:cxn>
                <a:cxn ang="0">
                  <a:pos x="584" y="879"/>
                </a:cxn>
                <a:cxn ang="0">
                  <a:pos x="510" y="839"/>
                </a:cxn>
                <a:cxn ang="0">
                  <a:pos x="414" y="818"/>
                </a:cxn>
                <a:cxn ang="0">
                  <a:pos x="338" y="815"/>
                </a:cxn>
                <a:cxn ang="0">
                  <a:pos x="255" y="769"/>
                </a:cxn>
                <a:cxn ang="0">
                  <a:pos x="161" y="778"/>
                </a:cxn>
                <a:cxn ang="0">
                  <a:pos x="80" y="833"/>
                </a:cxn>
                <a:cxn ang="0">
                  <a:pos x="20" y="781"/>
                </a:cxn>
                <a:cxn ang="0">
                  <a:pos x="15" y="696"/>
                </a:cxn>
                <a:cxn ang="0">
                  <a:pos x="17" y="633"/>
                </a:cxn>
                <a:cxn ang="0">
                  <a:pos x="88" y="627"/>
                </a:cxn>
                <a:cxn ang="0">
                  <a:pos x="162" y="618"/>
                </a:cxn>
                <a:cxn ang="0">
                  <a:pos x="242" y="613"/>
                </a:cxn>
                <a:cxn ang="0">
                  <a:pos x="250" y="564"/>
                </a:cxn>
                <a:cxn ang="0">
                  <a:pos x="325" y="527"/>
                </a:cxn>
                <a:cxn ang="0">
                  <a:pos x="362" y="489"/>
                </a:cxn>
                <a:cxn ang="0">
                  <a:pos x="340" y="441"/>
                </a:cxn>
                <a:cxn ang="0">
                  <a:pos x="317" y="388"/>
                </a:cxn>
                <a:cxn ang="0">
                  <a:pos x="297" y="340"/>
                </a:cxn>
                <a:cxn ang="0">
                  <a:pos x="361" y="310"/>
                </a:cxn>
                <a:cxn ang="0">
                  <a:pos x="408" y="325"/>
                </a:cxn>
                <a:cxn ang="0">
                  <a:pos x="433" y="369"/>
                </a:cxn>
                <a:cxn ang="0">
                  <a:pos x="428" y="421"/>
                </a:cxn>
                <a:cxn ang="0">
                  <a:pos x="501" y="483"/>
                </a:cxn>
                <a:cxn ang="0">
                  <a:pos x="560" y="483"/>
                </a:cxn>
                <a:cxn ang="0">
                  <a:pos x="568" y="411"/>
                </a:cxn>
                <a:cxn ang="0">
                  <a:pos x="594" y="360"/>
                </a:cxn>
                <a:cxn ang="0">
                  <a:pos x="560" y="288"/>
                </a:cxn>
                <a:cxn ang="0">
                  <a:pos x="491" y="282"/>
                </a:cxn>
                <a:cxn ang="0">
                  <a:pos x="500" y="230"/>
                </a:cxn>
                <a:cxn ang="0">
                  <a:pos x="536" y="145"/>
                </a:cxn>
                <a:cxn ang="0">
                  <a:pos x="488" y="73"/>
                </a:cxn>
                <a:cxn ang="0">
                  <a:pos x="494" y="45"/>
                </a:cxn>
                <a:cxn ang="0">
                  <a:pos x="533" y="9"/>
                </a:cxn>
                <a:cxn ang="0">
                  <a:pos x="581" y="8"/>
                </a:cxn>
                <a:cxn ang="0">
                  <a:pos x="632" y="46"/>
                </a:cxn>
                <a:cxn ang="0">
                  <a:pos x="690" y="47"/>
                </a:cxn>
                <a:cxn ang="0">
                  <a:pos x="730" y="53"/>
                </a:cxn>
                <a:cxn ang="0">
                  <a:pos x="753" y="87"/>
                </a:cxn>
                <a:cxn ang="0">
                  <a:pos x="714" y="96"/>
                </a:cxn>
                <a:cxn ang="0">
                  <a:pos x="734" y="201"/>
                </a:cxn>
                <a:cxn ang="0">
                  <a:pos x="797" y="212"/>
                </a:cxn>
                <a:cxn ang="0">
                  <a:pos x="845" y="220"/>
                </a:cxn>
                <a:cxn ang="0">
                  <a:pos x="802" y="244"/>
                </a:cxn>
                <a:cxn ang="0">
                  <a:pos x="855" y="294"/>
                </a:cxn>
                <a:cxn ang="0">
                  <a:pos x="841" y="359"/>
                </a:cxn>
                <a:cxn ang="0">
                  <a:pos x="827" y="446"/>
                </a:cxn>
                <a:cxn ang="0">
                  <a:pos x="887" y="520"/>
                </a:cxn>
              </a:cxnLst>
              <a:rect l="0" t="0" r="r" b="b"/>
              <a:pathLst>
                <a:path w="1124" h="946">
                  <a:moveTo>
                    <a:pt x="877" y="583"/>
                  </a:moveTo>
                  <a:cubicBezTo>
                    <a:pt x="880" y="588"/>
                    <a:pt x="888" y="596"/>
                    <a:pt x="890" y="600"/>
                  </a:cubicBezTo>
                  <a:cubicBezTo>
                    <a:pt x="892" y="603"/>
                    <a:pt x="895" y="608"/>
                    <a:pt x="895" y="611"/>
                  </a:cubicBezTo>
                  <a:cubicBezTo>
                    <a:pt x="896" y="614"/>
                    <a:pt x="896" y="622"/>
                    <a:pt x="895" y="625"/>
                  </a:cubicBezTo>
                  <a:cubicBezTo>
                    <a:pt x="895" y="628"/>
                    <a:pt x="893" y="633"/>
                    <a:pt x="893" y="635"/>
                  </a:cubicBezTo>
                  <a:cubicBezTo>
                    <a:pt x="893" y="638"/>
                    <a:pt x="894" y="644"/>
                    <a:pt x="896" y="647"/>
                  </a:cubicBezTo>
                  <a:cubicBezTo>
                    <a:pt x="897" y="650"/>
                    <a:pt x="903" y="654"/>
                    <a:pt x="906" y="656"/>
                  </a:cubicBezTo>
                  <a:cubicBezTo>
                    <a:pt x="911" y="659"/>
                    <a:pt x="920" y="664"/>
                    <a:pt x="925" y="666"/>
                  </a:cubicBezTo>
                  <a:cubicBezTo>
                    <a:pt x="929" y="668"/>
                    <a:pt x="938" y="672"/>
                    <a:pt x="943" y="672"/>
                  </a:cubicBezTo>
                  <a:cubicBezTo>
                    <a:pt x="945" y="672"/>
                    <a:pt x="949" y="670"/>
                    <a:pt x="951" y="669"/>
                  </a:cubicBezTo>
                  <a:cubicBezTo>
                    <a:pt x="953" y="668"/>
                    <a:pt x="955" y="664"/>
                    <a:pt x="957" y="663"/>
                  </a:cubicBezTo>
                  <a:cubicBezTo>
                    <a:pt x="959" y="662"/>
                    <a:pt x="962" y="660"/>
                    <a:pt x="964" y="660"/>
                  </a:cubicBezTo>
                  <a:cubicBezTo>
                    <a:pt x="967" y="659"/>
                    <a:pt x="974" y="661"/>
                    <a:pt x="977" y="662"/>
                  </a:cubicBezTo>
                  <a:cubicBezTo>
                    <a:pt x="979" y="662"/>
                    <a:pt x="983" y="663"/>
                    <a:pt x="986" y="662"/>
                  </a:cubicBezTo>
                  <a:cubicBezTo>
                    <a:pt x="987" y="662"/>
                    <a:pt x="991" y="660"/>
                    <a:pt x="993" y="659"/>
                  </a:cubicBezTo>
                  <a:cubicBezTo>
                    <a:pt x="994" y="658"/>
                    <a:pt x="998" y="656"/>
                    <a:pt x="999" y="655"/>
                  </a:cubicBezTo>
                  <a:cubicBezTo>
                    <a:pt x="1001" y="653"/>
                    <a:pt x="1002" y="648"/>
                    <a:pt x="1004" y="646"/>
                  </a:cubicBezTo>
                  <a:cubicBezTo>
                    <a:pt x="1006" y="645"/>
                    <a:pt x="1013" y="646"/>
                    <a:pt x="1016" y="646"/>
                  </a:cubicBezTo>
                  <a:cubicBezTo>
                    <a:pt x="1018" y="647"/>
                    <a:pt x="1024" y="650"/>
                    <a:pt x="1025" y="652"/>
                  </a:cubicBezTo>
                  <a:cubicBezTo>
                    <a:pt x="1027" y="656"/>
                    <a:pt x="1024" y="665"/>
                    <a:pt x="1025" y="669"/>
                  </a:cubicBezTo>
                  <a:cubicBezTo>
                    <a:pt x="1026" y="671"/>
                    <a:pt x="1028" y="674"/>
                    <a:pt x="1029" y="675"/>
                  </a:cubicBezTo>
                  <a:cubicBezTo>
                    <a:pt x="1031" y="676"/>
                    <a:pt x="1034" y="677"/>
                    <a:pt x="1036" y="678"/>
                  </a:cubicBezTo>
                  <a:cubicBezTo>
                    <a:pt x="1037" y="679"/>
                    <a:pt x="1042" y="681"/>
                    <a:pt x="1043" y="683"/>
                  </a:cubicBezTo>
                  <a:cubicBezTo>
                    <a:pt x="1043" y="684"/>
                    <a:pt x="1043" y="688"/>
                    <a:pt x="1042" y="690"/>
                  </a:cubicBezTo>
                  <a:cubicBezTo>
                    <a:pt x="1041" y="692"/>
                    <a:pt x="1036" y="694"/>
                    <a:pt x="1036" y="697"/>
                  </a:cubicBezTo>
                  <a:cubicBezTo>
                    <a:pt x="1035" y="699"/>
                    <a:pt x="1037" y="702"/>
                    <a:pt x="1038" y="704"/>
                  </a:cubicBezTo>
                  <a:cubicBezTo>
                    <a:pt x="1040" y="706"/>
                    <a:pt x="1046" y="706"/>
                    <a:pt x="1048" y="708"/>
                  </a:cubicBezTo>
                  <a:cubicBezTo>
                    <a:pt x="1049" y="709"/>
                    <a:pt x="1051" y="712"/>
                    <a:pt x="1052" y="713"/>
                  </a:cubicBezTo>
                  <a:cubicBezTo>
                    <a:pt x="1053" y="716"/>
                    <a:pt x="1054" y="721"/>
                    <a:pt x="1056" y="723"/>
                  </a:cubicBezTo>
                  <a:cubicBezTo>
                    <a:pt x="1057" y="724"/>
                    <a:pt x="1061" y="723"/>
                    <a:pt x="1063" y="723"/>
                  </a:cubicBezTo>
                  <a:cubicBezTo>
                    <a:pt x="1064" y="724"/>
                    <a:pt x="1067" y="724"/>
                    <a:pt x="1067" y="725"/>
                  </a:cubicBezTo>
                  <a:cubicBezTo>
                    <a:pt x="1069" y="727"/>
                    <a:pt x="1066" y="732"/>
                    <a:pt x="1066" y="735"/>
                  </a:cubicBezTo>
                  <a:cubicBezTo>
                    <a:pt x="1065" y="737"/>
                    <a:pt x="1064" y="742"/>
                    <a:pt x="1066" y="743"/>
                  </a:cubicBezTo>
                  <a:cubicBezTo>
                    <a:pt x="1068" y="745"/>
                    <a:pt x="1076" y="741"/>
                    <a:pt x="1078" y="743"/>
                  </a:cubicBezTo>
                  <a:cubicBezTo>
                    <a:pt x="1081" y="744"/>
                    <a:pt x="1081" y="751"/>
                    <a:pt x="1083" y="752"/>
                  </a:cubicBezTo>
                  <a:cubicBezTo>
                    <a:pt x="1085" y="753"/>
                    <a:pt x="1089" y="750"/>
                    <a:pt x="1091" y="749"/>
                  </a:cubicBezTo>
                  <a:cubicBezTo>
                    <a:pt x="1093" y="749"/>
                    <a:pt x="1097" y="748"/>
                    <a:pt x="1099" y="749"/>
                  </a:cubicBezTo>
                  <a:cubicBezTo>
                    <a:pt x="1102" y="750"/>
                    <a:pt x="1108" y="754"/>
                    <a:pt x="1110" y="756"/>
                  </a:cubicBezTo>
                  <a:cubicBezTo>
                    <a:pt x="1112" y="759"/>
                    <a:pt x="1113" y="766"/>
                    <a:pt x="1115" y="768"/>
                  </a:cubicBezTo>
                  <a:cubicBezTo>
                    <a:pt x="1117" y="771"/>
                    <a:pt x="1123" y="772"/>
                    <a:pt x="1123" y="775"/>
                  </a:cubicBezTo>
                  <a:cubicBezTo>
                    <a:pt x="1124" y="777"/>
                    <a:pt x="1122" y="783"/>
                    <a:pt x="1121" y="785"/>
                  </a:cubicBezTo>
                  <a:cubicBezTo>
                    <a:pt x="1119" y="788"/>
                    <a:pt x="1115" y="791"/>
                    <a:pt x="1112" y="792"/>
                  </a:cubicBezTo>
                  <a:cubicBezTo>
                    <a:pt x="1110" y="793"/>
                    <a:pt x="1104" y="794"/>
                    <a:pt x="1102" y="793"/>
                  </a:cubicBezTo>
                  <a:cubicBezTo>
                    <a:pt x="1100" y="791"/>
                    <a:pt x="1101" y="784"/>
                    <a:pt x="1099" y="782"/>
                  </a:cubicBezTo>
                  <a:cubicBezTo>
                    <a:pt x="1098" y="780"/>
                    <a:pt x="1094" y="775"/>
                    <a:pt x="1091" y="775"/>
                  </a:cubicBezTo>
                  <a:cubicBezTo>
                    <a:pt x="1088" y="775"/>
                    <a:pt x="1084" y="781"/>
                    <a:pt x="1081" y="783"/>
                  </a:cubicBezTo>
                  <a:cubicBezTo>
                    <a:pt x="1078" y="786"/>
                    <a:pt x="1071" y="789"/>
                    <a:pt x="1068" y="793"/>
                  </a:cubicBezTo>
                  <a:cubicBezTo>
                    <a:pt x="1066" y="796"/>
                    <a:pt x="1063" y="803"/>
                    <a:pt x="1064" y="806"/>
                  </a:cubicBezTo>
                  <a:cubicBezTo>
                    <a:pt x="1064" y="809"/>
                    <a:pt x="1068" y="812"/>
                    <a:pt x="1069" y="815"/>
                  </a:cubicBezTo>
                  <a:cubicBezTo>
                    <a:pt x="1070" y="818"/>
                    <a:pt x="1071" y="825"/>
                    <a:pt x="1071" y="828"/>
                  </a:cubicBezTo>
                  <a:cubicBezTo>
                    <a:pt x="1071" y="832"/>
                    <a:pt x="1069" y="838"/>
                    <a:pt x="1068" y="841"/>
                  </a:cubicBezTo>
                  <a:cubicBezTo>
                    <a:pt x="1068" y="845"/>
                    <a:pt x="1066" y="852"/>
                    <a:pt x="1065" y="856"/>
                  </a:cubicBezTo>
                  <a:cubicBezTo>
                    <a:pt x="1063" y="860"/>
                    <a:pt x="1056" y="866"/>
                    <a:pt x="1054" y="870"/>
                  </a:cubicBezTo>
                  <a:cubicBezTo>
                    <a:pt x="1053" y="874"/>
                    <a:pt x="1054" y="883"/>
                    <a:pt x="1053" y="887"/>
                  </a:cubicBezTo>
                  <a:cubicBezTo>
                    <a:pt x="1052" y="892"/>
                    <a:pt x="1046" y="899"/>
                    <a:pt x="1044" y="903"/>
                  </a:cubicBezTo>
                  <a:cubicBezTo>
                    <a:pt x="1041" y="907"/>
                    <a:pt x="1038" y="917"/>
                    <a:pt x="1035" y="921"/>
                  </a:cubicBezTo>
                  <a:cubicBezTo>
                    <a:pt x="1032" y="926"/>
                    <a:pt x="1024" y="933"/>
                    <a:pt x="1019" y="936"/>
                  </a:cubicBezTo>
                  <a:cubicBezTo>
                    <a:pt x="1016" y="939"/>
                    <a:pt x="1006" y="943"/>
                    <a:pt x="999" y="946"/>
                  </a:cubicBezTo>
                  <a:cubicBezTo>
                    <a:pt x="997" y="943"/>
                    <a:pt x="995" y="939"/>
                    <a:pt x="994" y="936"/>
                  </a:cubicBezTo>
                  <a:cubicBezTo>
                    <a:pt x="993" y="933"/>
                    <a:pt x="994" y="925"/>
                    <a:pt x="993" y="922"/>
                  </a:cubicBezTo>
                  <a:cubicBezTo>
                    <a:pt x="991" y="918"/>
                    <a:pt x="987" y="912"/>
                    <a:pt x="984" y="909"/>
                  </a:cubicBezTo>
                  <a:cubicBezTo>
                    <a:pt x="983" y="907"/>
                    <a:pt x="980" y="904"/>
                    <a:pt x="978" y="903"/>
                  </a:cubicBezTo>
                  <a:cubicBezTo>
                    <a:pt x="974" y="902"/>
                    <a:pt x="964" y="909"/>
                    <a:pt x="961" y="906"/>
                  </a:cubicBezTo>
                  <a:cubicBezTo>
                    <a:pt x="958" y="904"/>
                    <a:pt x="961" y="896"/>
                    <a:pt x="959" y="893"/>
                  </a:cubicBezTo>
                  <a:cubicBezTo>
                    <a:pt x="957" y="890"/>
                    <a:pt x="947" y="889"/>
                    <a:pt x="945" y="885"/>
                  </a:cubicBezTo>
                  <a:cubicBezTo>
                    <a:pt x="945" y="883"/>
                    <a:pt x="947" y="878"/>
                    <a:pt x="948" y="876"/>
                  </a:cubicBezTo>
                  <a:cubicBezTo>
                    <a:pt x="948" y="874"/>
                    <a:pt x="948" y="870"/>
                    <a:pt x="947" y="869"/>
                  </a:cubicBezTo>
                  <a:cubicBezTo>
                    <a:pt x="945" y="867"/>
                    <a:pt x="939" y="869"/>
                    <a:pt x="937" y="868"/>
                  </a:cubicBezTo>
                  <a:cubicBezTo>
                    <a:pt x="933" y="867"/>
                    <a:pt x="926" y="861"/>
                    <a:pt x="922" y="859"/>
                  </a:cubicBezTo>
                  <a:cubicBezTo>
                    <a:pt x="919" y="858"/>
                    <a:pt x="912" y="856"/>
                    <a:pt x="908" y="856"/>
                  </a:cubicBezTo>
                  <a:cubicBezTo>
                    <a:pt x="900" y="854"/>
                    <a:pt x="883" y="853"/>
                    <a:pt x="875" y="851"/>
                  </a:cubicBezTo>
                  <a:cubicBezTo>
                    <a:pt x="872" y="850"/>
                    <a:pt x="865" y="847"/>
                    <a:pt x="862" y="845"/>
                  </a:cubicBezTo>
                  <a:cubicBezTo>
                    <a:pt x="860" y="844"/>
                    <a:pt x="855" y="841"/>
                    <a:pt x="853" y="840"/>
                  </a:cubicBezTo>
                  <a:cubicBezTo>
                    <a:pt x="849" y="839"/>
                    <a:pt x="841" y="838"/>
                    <a:pt x="837" y="838"/>
                  </a:cubicBezTo>
                  <a:cubicBezTo>
                    <a:pt x="832" y="838"/>
                    <a:pt x="823" y="839"/>
                    <a:pt x="818" y="838"/>
                  </a:cubicBezTo>
                  <a:cubicBezTo>
                    <a:pt x="813" y="837"/>
                    <a:pt x="803" y="831"/>
                    <a:pt x="797" y="830"/>
                  </a:cubicBezTo>
                  <a:cubicBezTo>
                    <a:pt x="792" y="830"/>
                    <a:pt x="782" y="835"/>
                    <a:pt x="777" y="833"/>
                  </a:cubicBezTo>
                  <a:cubicBezTo>
                    <a:pt x="773" y="832"/>
                    <a:pt x="770" y="824"/>
                    <a:pt x="767" y="822"/>
                  </a:cubicBezTo>
                  <a:cubicBezTo>
                    <a:pt x="762" y="819"/>
                    <a:pt x="751" y="818"/>
                    <a:pt x="746" y="819"/>
                  </a:cubicBezTo>
                  <a:cubicBezTo>
                    <a:pt x="742" y="820"/>
                    <a:pt x="735" y="828"/>
                    <a:pt x="731" y="828"/>
                  </a:cubicBezTo>
                  <a:cubicBezTo>
                    <a:pt x="725" y="828"/>
                    <a:pt x="716" y="820"/>
                    <a:pt x="710" y="820"/>
                  </a:cubicBezTo>
                  <a:cubicBezTo>
                    <a:pt x="707" y="819"/>
                    <a:pt x="699" y="819"/>
                    <a:pt x="697" y="821"/>
                  </a:cubicBezTo>
                  <a:cubicBezTo>
                    <a:pt x="694" y="825"/>
                    <a:pt x="695" y="835"/>
                    <a:pt x="694" y="840"/>
                  </a:cubicBezTo>
                  <a:cubicBezTo>
                    <a:pt x="693" y="844"/>
                    <a:pt x="691" y="852"/>
                    <a:pt x="688" y="855"/>
                  </a:cubicBezTo>
                  <a:cubicBezTo>
                    <a:pt x="686" y="858"/>
                    <a:pt x="679" y="860"/>
                    <a:pt x="676" y="861"/>
                  </a:cubicBezTo>
                  <a:cubicBezTo>
                    <a:pt x="671" y="863"/>
                    <a:pt x="661" y="863"/>
                    <a:pt x="656" y="864"/>
                  </a:cubicBezTo>
                  <a:cubicBezTo>
                    <a:pt x="653" y="864"/>
                    <a:pt x="646" y="866"/>
                    <a:pt x="642" y="868"/>
                  </a:cubicBezTo>
                  <a:cubicBezTo>
                    <a:pt x="639" y="869"/>
                    <a:pt x="633" y="875"/>
                    <a:pt x="630" y="876"/>
                  </a:cubicBezTo>
                  <a:cubicBezTo>
                    <a:pt x="626" y="877"/>
                    <a:pt x="618" y="876"/>
                    <a:pt x="614" y="876"/>
                  </a:cubicBezTo>
                  <a:cubicBezTo>
                    <a:pt x="611" y="875"/>
                    <a:pt x="603" y="873"/>
                    <a:pt x="600" y="873"/>
                  </a:cubicBezTo>
                  <a:cubicBezTo>
                    <a:pt x="596" y="874"/>
                    <a:pt x="588" y="879"/>
                    <a:pt x="584" y="879"/>
                  </a:cubicBezTo>
                  <a:cubicBezTo>
                    <a:pt x="580" y="879"/>
                    <a:pt x="571" y="878"/>
                    <a:pt x="567" y="877"/>
                  </a:cubicBezTo>
                  <a:cubicBezTo>
                    <a:pt x="565" y="876"/>
                    <a:pt x="561" y="871"/>
                    <a:pt x="558" y="870"/>
                  </a:cubicBezTo>
                  <a:cubicBezTo>
                    <a:pt x="554" y="868"/>
                    <a:pt x="545" y="868"/>
                    <a:pt x="541" y="868"/>
                  </a:cubicBezTo>
                  <a:cubicBezTo>
                    <a:pt x="538" y="868"/>
                    <a:pt x="533" y="871"/>
                    <a:pt x="531" y="870"/>
                  </a:cubicBezTo>
                  <a:cubicBezTo>
                    <a:pt x="528" y="870"/>
                    <a:pt x="522" y="867"/>
                    <a:pt x="521" y="864"/>
                  </a:cubicBezTo>
                  <a:cubicBezTo>
                    <a:pt x="519" y="861"/>
                    <a:pt x="522" y="853"/>
                    <a:pt x="521" y="850"/>
                  </a:cubicBezTo>
                  <a:cubicBezTo>
                    <a:pt x="520" y="846"/>
                    <a:pt x="513" y="841"/>
                    <a:pt x="510" y="839"/>
                  </a:cubicBezTo>
                  <a:cubicBezTo>
                    <a:pt x="506" y="838"/>
                    <a:pt x="497" y="839"/>
                    <a:pt x="493" y="837"/>
                  </a:cubicBezTo>
                  <a:cubicBezTo>
                    <a:pt x="491" y="836"/>
                    <a:pt x="487" y="833"/>
                    <a:pt x="485" y="832"/>
                  </a:cubicBezTo>
                  <a:cubicBezTo>
                    <a:pt x="481" y="830"/>
                    <a:pt x="471" y="830"/>
                    <a:pt x="466" y="829"/>
                  </a:cubicBezTo>
                  <a:cubicBezTo>
                    <a:pt x="463" y="829"/>
                    <a:pt x="457" y="830"/>
                    <a:pt x="454" y="829"/>
                  </a:cubicBezTo>
                  <a:cubicBezTo>
                    <a:pt x="451" y="828"/>
                    <a:pt x="448" y="822"/>
                    <a:pt x="445" y="821"/>
                  </a:cubicBezTo>
                  <a:cubicBezTo>
                    <a:pt x="442" y="819"/>
                    <a:pt x="435" y="818"/>
                    <a:pt x="432" y="818"/>
                  </a:cubicBezTo>
                  <a:cubicBezTo>
                    <a:pt x="428" y="817"/>
                    <a:pt x="418" y="820"/>
                    <a:pt x="414" y="818"/>
                  </a:cubicBezTo>
                  <a:cubicBezTo>
                    <a:pt x="412" y="818"/>
                    <a:pt x="408" y="813"/>
                    <a:pt x="406" y="812"/>
                  </a:cubicBezTo>
                  <a:cubicBezTo>
                    <a:pt x="403" y="810"/>
                    <a:pt x="396" y="810"/>
                    <a:pt x="393" y="808"/>
                  </a:cubicBezTo>
                  <a:cubicBezTo>
                    <a:pt x="391" y="807"/>
                    <a:pt x="389" y="800"/>
                    <a:pt x="386" y="798"/>
                  </a:cubicBezTo>
                  <a:cubicBezTo>
                    <a:pt x="383" y="796"/>
                    <a:pt x="374" y="794"/>
                    <a:pt x="370" y="794"/>
                  </a:cubicBezTo>
                  <a:cubicBezTo>
                    <a:pt x="365" y="794"/>
                    <a:pt x="354" y="795"/>
                    <a:pt x="350" y="798"/>
                  </a:cubicBezTo>
                  <a:cubicBezTo>
                    <a:pt x="348" y="800"/>
                    <a:pt x="347" y="806"/>
                    <a:pt x="345" y="809"/>
                  </a:cubicBezTo>
                  <a:cubicBezTo>
                    <a:pt x="344" y="811"/>
                    <a:pt x="341" y="814"/>
                    <a:pt x="338" y="815"/>
                  </a:cubicBezTo>
                  <a:cubicBezTo>
                    <a:pt x="335" y="816"/>
                    <a:pt x="328" y="814"/>
                    <a:pt x="325" y="812"/>
                  </a:cubicBezTo>
                  <a:cubicBezTo>
                    <a:pt x="325" y="812"/>
                    <a:pt x="325" y="812"/>
                    <a:pt x="325" y="812"/>
                  </a:cubicBezTo>
                  <a:cubicBezTo>
                    <a:pt x="320" y="809"/>
                    <a:pt x="314" y="800"/>
                    <a:pt x="309" y="797"/>
                  </a:cubicBezTo>
                  <a:cubicBezTo>
                    <a:pt x="306" y="795"/>
                    <a:pt x="298" y="789"/>
                    <a:pt x="294" y="787"/>
                  </a:cubicBezTo>
                  <a:cubicBezTo>
                    <a:pt x="291" y="785"/>
                    <a:pt x="285" y="780"/>
                    <a:pt x="282" y="779"/>
                  </a:cubicBezTo>
                  <a:cubicBezTo>
                    <a:pt x="277" y="778"/>
                    <a:pt x="268" y="781"/>
                    <a:pt x="263" y="779"/>
                  </a:cubicBezTo>
                  <a:cubicBezTo>
                    <a:pt x="261" y="778"/>
                    <a:pt x="258" y="771"/>
                    <a:pt x="255" y="769"/>
                  </a:cubicBezTo>
                  <a:cubicBezTo>
                    <a:pt x="252" y="768"/>
                    <a:pt x="247" y="766"/>
                    <a:pt x="244" y="765"/>
                  </a:cubicBezTo>
                  <a:cubicBezTo>
                    <a:pt x="240" y="765"/>
                    <a:pt x="233" y="768"/>
                    <a:pt x="229" y="769"/>
                  </a:cubicBezTo>
                  <a:cubicBezTo>
                    <a:pt x="225" y="771"/>
                    <a:pt x="217" y="775"/>
                    <a:pt x="213" y="775"/>
                  </a:cubicBezTo>
                  <a:cubicBezTo>
                    <a:pt x="211" y="774"/>
                    <a:pt x="207" y="769"/>
                    <a:pt x="205" y="768"/>
                  </a:cubicBezTo>
                  <a:cubicBezTo>
                    <a:pt x="202" y="767"/>
                    <a:pt x="194" y="766"/>
                    <a:pt x="191" y="766"/>
                  </a:cubicBezTo>
                  <a:cubicBezTo>
                    <a:pt x="186" y="767"/>
                    <a:pt x="178" y="769"/>
                    <a:pt x="174" y="771"/>
                  </a:cubicBezTo>
                  <a:cubicBezTo>
                    <a:pt x="171" y="772"/>
                    <a:pt x="164" y="775"/>
                    <a:pt x="161" y="778"/>
                  </a:cubicBezTo>
                  <a:cubicBezTo>
                    <a:pt x="158" y="781"/>
                    <a:pt x="155" y="790"/>
                    <a:pt x="153" y="794"/>
                  </a:cubicBezTo>
                  <a:cubicBezTo>
                    <a:pt x="151" y="797"/>
                    <a:pt x="148" y="803"/>
                    <a:pt x="145" y="805"/>
                  </a:cubicBezTo>
                  <a:cubicBezTo>
                    <a:pt x="141" y="807"/>
                    <a:pt x="131" y="806"/>
                    <a:pt x="127" y="808"/>
                  </a:cubicBezTo>
                  <a:cubicBezTo>
                    <a:pt x="124" y="810"/>
                    <a:pt x="120" y="816"/>
                    <a:pt x="118" y="818"/>
                  </a:cubicBezTo>
                  <a:cubicBezTo>
                    <a:pt x="115" y="820"/>
                    <a:pt x="110" y="825"/>
                    <a:pt x="107" y="827"/>
                  </a:cubicBezTo>
                  <a:cubicBezTo>
                    <a:pt x="104" y="829"/>
                    <a:pt x="97" y="832"/>
                    <a:pt x="93" y="833"/>
                  </a:cubicBezTo>
                  <a:cubicBezTo>
                    <a:pt x="90" y="833"/>
                    <a:pt x="85" y="833"/>
                    <a:pt x="80" y="833"/>
                  </a:cubicBezTo>
                  <a:cubicBezTo>
                    <a:pt x="78" y="830"/>
                    <a:pt x="74" y="827"/>
                    <a:pt x="73" y="826"/>
                  </a:cubicBezTo>
                  <a:cubicBezTo>
                    <a:pt x="71" y="824"/>
                    <a:pt x="66" y="819"/>
                    <a:pt x="63" y="818"/>
                  </a:cubicBezTo>
                  <a:cubicBezTo>
                    <a:pt x="60" y="816"/>
                    <a:pt x="52" y="814"/>
                    <a:pt x="49" y="814"/>
                  </a:cubicBezTo>
                  <a:cubicBezTo>
                    <a:pt x="44" y="815"/>
                    <a:pt x="36" y="819"/>
                    <a:pt x="32" y="821"/>
                  </a:cubicBezTo>
                  <a:cubicBezTo>
                    <a:pt x="32" y="817"/>
                    <a:pt x="31" y="811"/>
                    <a:pt x="31" y="808"/>
                  </a:cubicBezTo>
                  <a:cubicBezTo>
                    <a:pt x="30" y="804"/>
                    <a:pt x="26" y="798"/>
                    <a:pt x="25" y="794"/>
                  </a:cubicBezTo>
                  <a:cubicBezTo>
                    <a:pt x="24" y="791"/>
                    <a:pt x="22" y="784"/>
                    <a:pt x="20" y="781"/>
                  </a:cubicBezTo>
                  <a:cubicBezTo>
                    <a:pt x="19" y="778"/>
                    <a:pt x="17" y="772"/>
                    <a:pt x="15" y="770"/>
                  </a:cubicBezTo>
                  <a:cubicBezTo>
                    <a:pt x="14" y="767"/>
                    <a:pt x="8" y="762"/>
                    <a:pt x="6" y="759"/>
                  </a:cubicBezTo>
                  <a:cubicBezTo>
                    <a:pt x="4" y="756"/>
                    <a:pt x="1" y="748"/>
                    <a:pt x="0" y="744"/>
                  </a:cubicBezTo>
                  <a:cubicBezTo>
                    <a:pt x="0" y="741"/>
                    <a:pt x="1" y="735"/>
                    <a:pt x="1" y="732"/>
                  </a:cubicBezTo>
                  <a:cubicBezTo>
                    <a:pt x="1" y="729"/>
                    <a:pt x="0" y="723"/>
                    <a:pt x="1" y="720"/>
                  </a:cubicBezTo>
                  <a:cubicBezTo>
                    <a:pt x="2" y="716"/>
                    <a:pt x="8" y="710"/>
                    <a:pt x="10" y="706"/>
                  </a:cubicBezTo>
                  <a:cubicBezTo>
                    <a:pt x="11" y="704"/>
                    <a:pt x="14" y="699"/>
                    <a:pt x="15" y="696"/>
                  </a:cubicBezTo>
                  <a:cubicBezTo>
                    <a:pt x="16" y="693"/>
                    <a:pt x="16" y="687"/>
                    <a:pt x="15" y="684"/>
                  </a:cubicBezTo>
                  <a:cubicBezTo>
                    <a:pt x="15" y="681"/>
                    <a:pt x="13" y="677"/>
                    <a:pt x="11" y="675"/>
                  </a:cubicBezTo>
                  <a:cubicBezTo>
                    <a:pt x="10" y="673"/>
                    <a:pt x="8" y="670"/>
                    <a:pt x="7" y="669"/>
                  </a:cubicBezTo>
                  <a:cubicBezTo>
                    <a:pt x="5" y="666"/>
                    <a:pt x="2" y="661"/>
                    <a:pt x="2" y="658"/>
                  </a:cubicBezTo>
                  <a:cubicBezTo>
                    <a:pt x="2" y="654"/>
                    <a:pt x="4" y="647"/>
                    <a:pt x="5" y="643"/>
                  </a:cubicBezTo>
                  <a:cubicBezTo>
                    <a:pt x="6" y="641"/>
                    <a:pt x="8" y="636"/>
                    <a:pt x="10" y="635"/>
                  </a:cubicBezTo>
                  <a:cubicBezTo>
                    <a:pt x="12" y="634"/>
                    <a:pt x="16" y="633"/>
                    <a:pt x="17" y="633"/>
                  </a:cubicBezTo>
                  <a:cubicBezTo>
                    <a:pt x="20" y="633"/>
                    <a:pt x="24" y="633"/>
                    <a:pt x="26" y="634"/>
                  </a:cubicBezTo>
                  <a:cubicBezTo>
                    <a:pt x="28" y="635"/>
                    <a:pt x="30" y="637"/>
                    <a:pt x="31" y="638"/>
                  </a:cubicBezTo>
                  <a:cubicBezTo>
                    <a:pt x="34" y="639"/>
                    <a:pt x="40" y="640"/>
                    <a:pt x="42" y="640"/>
                  </a:cubicBezTo>
                  <a:cubicBezTo>
                    <a:pt x="45" y="639"/>
                    <a:pt x="49" y="634"/>
                    <a:pt x="52" y="633"/>
                  </a:cubicBezTo>
                  <a:cubicBezTo>
                    <a:pt x="55" y="632"/>
                    <a:pt x="62" y="632"/>
                    <a:pt x="65" y="632"/>
                  </a:cubicBezTo>
                  <a:cubicBezTo>
                    <a:pt x="68" y="631"/>
                    <a:pt x="74" y="628"/>
                    <a:pt x="77" y="627"/>
                  </a:cubicBezTo>
                  <a:cubicBezTo>
                    <a:pt x="80" y="627"/>
                    <a:pt x="85" y="627"/>
                    <a:pt x="88" y="627"/>
                  </a:cubicBezTo>
                  <a:cubicBezTo>
                    <a:pt x="90" y="627"/>
                    <a:pt x="95" y="630"/>
                    <a:pt x="97" y="631"/>
                  </a:cubicBezTo>
                  <a:cubicBezTo>
                    <a:pt x="100" y="631"/>
                    <a:pt x="105" y="631"/>
                    <a:pt x="108" y="631"/>
                  </a:cubicBezTo>
                  <a:cubicBezTo>
                    <a:pt x="111" y="630"/>
                    <a:pt x="116" y="626"/>
                    <a:pt x="119" y="624"/>
                  </a:cubicBezTo>
                  <a:cubicBezTo>
                    <a:pt x="122" y="623"/>
                    <a:pt x="126" y="619"/>
                    <a:pt x="129" y="618"/>
                  </a:cubicBezTo>
                  <a:cubicBezTo>
                    <a:pt x="131" y="617"/>
                    <a:pt x="137" y="615"/>
                    <a:pt x="139" y="615"/>
                  </a:cubicBezTo>
                  <a:cubicBezTo>
                    <a:pt x="143" y="615"/>
                    <a:pt x="150" y="614"/>
                    <a:pt x="154" y="615"/>
                  </a:cubicBezTo>
                  <a:cubicBezTo>
                    <a:pt x="156" y="615"/>
                    <a:pt x="160" y="617"/>
                    <a:pt x="162" y="618"/>
                  </a:cubicBezTo>
                  <a:cubicBezTo>
                    <a:pt x="164" y="619"/>
                    <a:pt x="166" y="623"/>
                    <a:pt x="168" y="624"/>
                  </a:cubicBezTo>
                  <a:cubicBezTo>
                    <a:pt x="171" y="627"/>
                    <a:pt x="179" y="629"/>
                    <a:pt x="183" y="629"/>
                  </a:cubicBezTo>
                  <a:cubicBezTo>
                    <a:pt x="187" y="629"/>
                    <a:pt x="193" y="625"/>
                    <a:pt x="196" y="624"/>
                  </a:cubicBezTo>
                  <a:cubicBezTo>
                    <a:pt x="199" y="624"/>
                    <a:pt x="204" y="625"/>
                    <a:pt x="207" y="624"/>
                  </a:cubicBezTo>
                  <a:cubicBezTo>
                    <a:pt x="211" y="624"/>
                    <a:pt x="220" y="622"/>
                    <a:pt x="224" y="622"/>
                  </a:cubicBezTo>
                  <a:cubicBezTo>
                    <a:pt x="227" y="621"/>
                    <a:pt x="232" y="623"/>
                    <a:pt x="235" y="622"/>
                  </a:cubicBezTo>
                  <a:cubicBezTo>
                    <a:pt x="237" y="620"/>
                    <a:pt x="241" y="616"/>
                    <a:pt x="242" y="613"/>
                  </a:cubicBezTo>
                  <a:cubicBezTo>
                    <a:pt x="243" y="612"/>
                    <a:pt x="246" y="608"/>
                    <a:pt x="246" y="606"/>
                  </a:cubicBezTo>
                  <a:cubicBezTo>
                    <a:pt x="247" y="603"/>
                    <a:pt x="246" y="598"/>
                    <a:pt x="245" y="595"/>
                  </a:cubicBezTo>
                  <a:cubicBezTo>
                    <a:pt x="244" y="593"/>
                    <a:pt x="241" y="591"/>
                    <a:pt x="240" y="590"/>
                  </a:cubicBezTo>
                  <a:cubicBezTo>
                    <a:pt x="238" y="588"/>
                    <a:pt x="236" y="585"/>
                    <a:pt x="236" y="583"/>
                  </a:cubicBezTo>
                  <a:cubicBezTo>
                    <a:pt x="235" y="581"/>
                    <a:pt x="235" y="576"/>
                    <a:pt x="236" y="574"/>
                  </a:cubicBezTo>
                  <a:cubicBezTo>
                    <a:pt x="237" y="573"/>
                    <a:pt x="239" y="571"/>
                    <a:pt x="241" y="570"/>
                  </a:cubicBezTo>
                  <a:cubicBezTo>
                    <a:pt x="243" y="568"/>
                    <a:pt x="247" y="565"/>
                    <a:pt x="250" y="564"/>
                  </a:cubicBezTo>
                  <a:cubicBezTo>
                    <a:pt x="254" y="562"/>
                    <a:pt x="263" y="557"/>
                    <a:pt x="267" y="556"/>
                  </a:cubicBezTo>
                  <a:cubicBezTo>
                    <a:pt x="270" y="556"/>
                    <a:pt x="277" y="557"/>
                    <a:pt x="280" y="556"/>
                  </a:cubicBezTo>
                  <a:cubicBezTo>
                    <a:pt x="284" y="556"/>
                    <a:pt x="293" y="557"/>
                    <a:pt x="296" y="555"/>
                  </a:cubicBezTo>
                  <a:cubicBezTo>
                    <a:pt x="299" y="554"/>
                    <a:pt x="302" y="549"/>
                    <a:pt x="303" y="547"/>
                  </a:cubicBezTo>
                  <a:cubicBezTo>
                    <a:pt x="305" y="545"/>
                    <a:pt x="309" y="542"/>
                    <a:pt x="311" y="541"/>
                  </a:cubicBezTo>
                  <a:cubicBezTo>
                    <a:pt x="313" y="539"/>
                    <a:pt x="319" y="538"/>
                    <a:pt x="321" y="536"/>
                  </a:cubicBezTo>
                  <a:cubicBezTo>
                    <a:pt x="322" y="534"/>
                    <a:pt x="324" y="530"/>
                    <a:pt x="325" y="527"/>
                  </a:cubicBezTo>
                  <a:cubicBezTo>
                    <a:pt x="325" y="525"/>
                    <a:pt x="325" y="519"/>
                    <a:pt x="325" y="516"/>
                  </a:cubicBezTo>
                  <a:cubicBezTo>
                    <a:pt x="326" y="514"/>
                    <a:pt x="328" y="508"/>
                    <a:pt x="328" y="505"/>
                  </a:cubicBezTo>
                  <a:cubicBezTo>
                    <a:pt x="328" y="504"/>
                    <a:pt x="328" y="500"/>
                    <a:pt x="328" y="498"/>
                  </a:cubicBezTo>
                  <a:cubicBezTo>
                    <a:pt x="329" y="496"/>
                    <a:pt x="332" y="492"/>
                    <a:pt x="334" y="491"/>
                  </a:cubicBezTo>
                  <a:cubicBezTo>
                    <a:pt x="336" y="489"/>
                    <a:pt x="343" y="489"/>
                    <a:pt x="346" y="489"/>
                  </a:cubicBezTo>
                  <a:cubicBezTo>
                    <a:pt x="348" y="490"/>
                    <a:pt x="351" y="493"/>
                    <a:pt x="352" y="493"/>
                  </a:cubicBezTo>
                  <a:cubicBezTo>
                    <a:pt x="355" y="493"/>
                    <a:pt x="360" y="491"/>
                    <a:pt x="362" y="489"/>
                  </a:cubicBezTo>
                  <a:cubicBezTo>
                    <a:pt x="363" y="487"/>
                    <a:pt x="364" y="483"/>
                    <a:pt x="363" y="482"/>
                  </a:cubicBezTo>
                  <a:cubicBezTo>
                    <a:pt x="363" y="480"/>
                    <a:pt x="362" y="478"/>
                    <a:pt x="362" y="477"/>
                  </a:cubicBezTo>
                  <a:cubicBezTo>
                    <a:pt x="360" y="475"/>
                    <a:pt x="354" y="475"/>
                    <a:pt x="352" y="473"/>
                  </a:cubicBezTo>
                  <a:cubicBezTo>
                    <a:pt x="351" y="472"/>
                    <a:pt x="349" y="468"/>
                    <a:pt x="349" y="466"/>
                  </a:cubicBezTo>
                  <a:cubicBezTo>
                    <a:pt x="348" y="464"/>
                    <a:pt x="347" y="459"/>
                    <a:pt x="346" y="457"/>
                  </a:cubicBezTo>
                  <a:cubicBezTo>
                    <a:pt x="346" y="455"/>
                    <a:pt x="345" y="450"/>
                    <a:pt x="344" y="448"/>
                  </a:cubicBezTo>
                  <a:cubicBezTo>
                    <a:pt x="344" y="446"/>
                    <a:pt x="341" y="443"/>
                    <a:pt x="340" y="441"/>
                  </a:cubicBezTo>
                  <a:cubicBezTo>
                    <a:pt x="340" y="440"/>
                    <a:pt x="338" y="437"/>
                    <a:pt x="338" y="436"/>
                  </a:cubicBezTo>
                  <a:cubicBezTo>
                    <a:pt x="336" y="433"/>
                    <a:pt x="331" y="429"/>
                    <a:pt x="329" y="426"/>
                  </a:cubicBezTo>
                  <a:cubicBezTo>
                    <a:pt x="328" y="424"/>
                    <a:pt x="327" y="419"/>
                    <a:pt x="327" y="416"/>
                  </a:cubicBezTo>
                  <a:cubicBezTo>
                    <a:pt x="328" y="414"/>
                    <a:pt x="331" y="412"/>
                    <a:pt x="332" y="410"/>
                  </a:cubicBezTo>
                  <a:cubicBezTo>
                    <a:pt x="333" y="407"/>
                    <a:pt x="333" y="400"/>
                    <a:pt x="332" y="397"/>
                  </a:cubicBezTo>
                  <a:cubicBezTo>
                    <a:pt x="332" y="395"/>
                    <a:pt x="330" y="392"/>
                    <a:pt x="328" y="391"/>
                  </a:cubicBezTo>
                  <a:cubicBezTo>
                    <a:pt x="326" y="389"/>
                    <a:pt x="320" y="389"/>
                    <a:pt x="317" y="388"/>
                  </a:cubicBezTo>
                  <a:cubicBezTo>
                    <a:pt x="314" y="387"/>
                    <a:pt x="308" y="385"/>
                    <a:pt x="305" y="384"/>
                  </a:cubicBezTo>
                  <a:cubicBezTo>
                    <a:pt x="302" y="382"/>
                    <a:pt x="297" y="380"/>
                    <a:pt x="295" y="378"/>
                  </a:cubicBezTo>
                  <a:cubicBezTo>
                    <a:pt x="292" y="377"/>
                    <a:pt x="288" y="372"/>
                    <a:pt x="287" y="370"/>
                  </a:cubicBezTo>
                  <a:cubicBezTo>
                    <a:pt x="286" y="367"/>
                    <a:pt x="288" y="360"/>
                    <a:pt x="287" y="357"/>
                  </a:cubicBezTo>
                  <a:cubicBezTo>
                    <a:pt x="287" y="356"/>
                    <a:pt x="287" y="354"/>
                    <a:pt x="286" y="353"/>
                  </a:cubicBezTo>
                  <a:cubicBezTo>
                    <a:pt x="287" y="352"/>
                    <a:pt x="288" y="352"/>
                    <a:pt x="289" y="351"/>
                  </a:cubicBezTo>
                  <a:cubicBezTo>
                    <a:pt x="292" y="349"/>
                    <a:pt x="295" y="343"/>
                    <a:pt x="297" y="340"/>
                  </a:cubicBezTo>
                  <a:cubicBezTo>
                    <a:pt x="298" y="337"/>
                    <a:pt x="299" y="331"/>
                    <a:pt x="300" y="329"/>
                  </a:cubicBezTo>
                  <a:cubicBezTo>
                    <a:pt x="302" y="327"/>
                    <a:pt x="306" y="323"/>
                    <a:pt x="308" y="322"/>
                  </a:cubicBezTo>
                  <a:cubicBezTo>
                    <a:pt x="311" y="321"/>
                    <a:pt x="317" y="319"/>
                    <a:pt x="320" y="318"/>
                  </a:cubicBezTo>
                  <a:cubicBezTo>
                    <a:pt x="323" y="318"/>
                    <a:pt x="329" y="319"/>
                    <a:pt x="332" y="318"/>
                  </a:cubicBezTo>
                  <a:cubicBezTo>
                    <a:pt x="336" y="318"/>
                    <a:pt x="343" y="317"/>
                    <a:pt x="346" y="315"/>
                  </a:cubicBezTo>
                  <a:cubicBezTo>
                    <a:pt x="349" y="315"/>
                    <a:pt x="352" y="310"/>
                    <a:pt x="355" y="310"/>
                  </a:cubicBezTo>
                  <a:cubicBezTo>
                    <a:pt x="356" y="309"/>
                    <a:pt x="360" y="310"/>
                    <a:pt x="361" y="310"/>
                  </a:cubicBezTo>
                  <a:cubicBezTo>
                    <a:pt x="363" y="311"/>
                    <a:pt x="364" y="314"/>
                    <a:pt x="364" y="315"/>
                  </a:cubicBezTo>
                  <a:cubicBezTo>
                    <a:pt x="366" y="317"/>
                    <a:pt x="371" y="322"/>
                    <a:pt x="373" y="322"/>
                  </a:cubicBezTo>
                  <a:cubicBezTo>
                    <a:pt x="376" y="323"/>
                    <a:pt x="380" y="319"/>
                    <a:pt x="382" y="319"/>
                  </a:cubicBezTo>
                  <a:cubicBezTo>
                    <a:pt x="384" y="319"/>
                    <a:pt x="388" y="318"/>
                    <a:pt x="390" y="320"/>
                  </a:cubicBezTo>
                  <a:cubicBezTo>
                    <a:pt x="391" y="320"/>
                    <a:pt x="391" y="323"/>
                    <a:pt x="392" y="324"/>
                  </a:cubicBezTo>
                  <a:cubicBezTo>
                    <a:pt x="393" y="324"/>
                    <a:pt x="395" y="324"/>
                    <a:pt x="396" y="325"/>
                  </a:cubicBezTo>
                  <a:cubicBezTo>
                    <a:pt x="399" y="325"/>
                    <a:pt x="406" y="323"/>
                    <a:pt x="408" y="325"/>
                  </a:cubicBezTo>
                  <a:cubicBezTo>
                    <a:pt x="409" y="325"/>
                    <a:pt x="409" y="328"/>
                    <a:pt x="410" y="329"/>
                  </a:cubicBezTo>
                  <a:cubicBezTo>
                    <a:pt x="410" y="330"/>
                    <a:pt x="412" y="334"/>
                    <a:pt x="412" y="336"/>
                  </a:cubicBezTo>
                  <a:cubicBezTo>
                    <a:pt x="411" y="338"/>
                    <a:pt x="408" y="342"/>
                    <a:pt x="408" y="344"/>
                  </a:cubicBezTo>
                  <a:cubicBezTo>
                    <a:pt x="408" y="346"/>
                    <a:pt x="409" y="351"/>
                    <a:pt x="410" y="353"/>
                  </a:cubicBezTo>
                  <a:cubicBezTo>
                    <a:pt x="410" y="355"/>
                    <a:pt x="413" y="359"/>
                    <a:pt x="415" y="360"/>
                  </a:cubicBezTo>
                  <a:cubicBezTo>
                    <a:pt x="417" y="362"/>
                    <a:pt x="423" y="363"/>
                    <a:pt x="426" y="364"/>
                  </a:cubicBezTo>
                  <a:cubicBezTo>
                    <a:pt x="428" y="365"/>
                    <a:pt x="432" y="367"/>
                    <a:pt x="433" y="369"/>
                  </a:cubicBezTo>
                  <a:cubicBezTo>
                    <a:pt x="434" y="371"/>
                    <a:pt x="434" y="375"/>
                    <a:pt x="434" y="377"/>
                  </a:cubicBezTo>
                  <a:cubicBezTo>
                    <a:pt x="433" y="380"/>
                    <a:pt x="429" y="383"/>
                    <a:pt x="427" y="385"/>
                  </a:cubicBezTo>
                  <a:cubicBezTo>
                    <a:pt x="426" y="387"/>
                    <a:pt x="421" y="389"/>
                    <a:pt x="419" y="391"/>
                  </a:cubicBezTo>
                  <a:cubicBezTo>
                    <a:pt x="417" y="393"/>
                    <a:pt x="413" y="397"/>
                    <a:pt x="412" y="400"/>
                  </a:cubicBezTo>
                  <a:cubicBezTo>
                    <a:pt x="411" y="401"/>
                    <a:pt x="411" y="404"/>
                    <a:pt x="411" y="406"/>
                  </a:cubicBezTo>
                  <a:cubicBezTo>
                    <a:pt x="412" y="409"/>
                    <a:pt x="415" y="415"/>
                    <a:pt x="418" y="417"/>
                  </a:cubicBezTo>
                  <a:cubicBezTo>
                    <a:pt x="420" y="419"/>
                    <a:pt x="426" y="420"/>
                    <a:pt x="428" y="421"/>
                  </a:cubicBezTo>
                  <a:cubicBezTo>
                    <a:pt x="431" y="422"/>
                    <a:pt x="437" y="423"/>
                    <a:pt x="440" y="425"/>
                  </a:cubicBezTo>
                  <a:cubicBezTo>
                    <a:pt x="444" y="427"/>
                    <a:pt x="452" y="434"/>
                    <a:pt x="456" y="437"/>
                  </a:cubicBezTo>
                  <a:cubicBezTo>
                    <a:pt x="458" y="439"/>
                    <a:pt x="462" y="443"/>
                    <a:pt x="463" y="445"/>
                  </a:cubicBezTo>
                  <a:cubicBezTo>
                    <a:pt x="465" y="447"/>
                    <a:pt x="469" y="451"/>
                    <a:pt x="471" y="453"/>
                  </a:cubicBezTo>
                  <a:cubicBezTo>
                    <a:pt x="474" y="456"/>
                    <a:pt x="481" y="462"/>
                    <a:pt x="484" y="465"/>
                  </a:cubicBezTo>
                  <a:cubicBezTo>
                    <a:pt x="486" y="468"/>
                    <a:pt x="491" y="475"/>
                    <a:pt x="494" y="477"/>
                  </a:cubicBezTo>
                  <a:cubicBezTo>
                    <a:pt x="496" y="479"/>
                    <a:pt x="499" y="482"/>
                    <a:pt x="501" y="483"/>
                  </a:cubicBezTo>
                  <a:cubicBezTo>
                    <a:pt x="503" y="484"/>
                    <a:pt x="507" y="486"/>
                    <a:pt x="509" y="486"/>
                  </a:cubicBezTo>
                  <a:cubicBezTo>
                    <a:pt x="512" y="487"/>
                    <a:pt x="517" y="484"/>
                    <a:pt x="520" y="485"/>
                  </a:cubicBezTo>
                  <a:cubicBezTo>
                    <a:pt x="522" y="485"/>
                    <a:pt x="527" y="487"/>
                    <a:pt x="529" y="489"/>
                  </a:cubicBezTo>
                  <a:cubicBezTo>
                    <a:pt x="530" y="490"/>
                    <a:pt x="531" y="494"/>
                    <a:pt x="532" y="495"/>
                  </a:cubicBezTo>
                  <a:cubicBezTo>
                    <a:pt x="534" y="497"/>
                    <a:pt x="540" y="498"/>
                    <a:pt x="543" y="498"/>
                  </a:cubicBezTo>
                  <a:cubicBezTo>
                    <a:pt x="545" y="497"/>
                    <a:pt x="549" y="494"/>
                    <a:pt x="550" y="493"/>
                  </a:cubicBezTo>
                  <a:cubicBezTo>
                    <a:pt x="553" y="491"/>
                    <a:pt x="558" y="486"/>
                    <a:pt x="560" y="483"/>
                  </a:cubicBezTo>
                  <a:cubicBezTo>
                    <a:pt x="562" y="479"/>
                    <a:pt x="566" y="473"/>
                    <a:pt x="566" y="469"/>
                  </a:cubicBezTo>
                  <a:cubicBezTo>
                    <a:pt x="567" y="466"/>
                    <a:pt x="563" y="460"/>
                    <a:pt x="563" y="457"/>
                  </a:cubicBezTo>
                  <a:cubicBezTo>
                    <a:pt x="563" y="455"/>
                    <a:pt x="565" y="450"/>
                    <a:pt x="566" y="448"/>
                  </a:cubicBezTo>
                  <a:cubicBezTo>
                    <a:pt x="566" y="446"/>
                    <a:pt x="568" y="441"/>
                    <a:pt x="568" y="438"/>
                  </a:cubicBezTo>
                  <a:cubicBezTo>
                    <a:pt x="569" y="435"/>
                    <a:pt x="569" y="429"/>
                    <a:pt x="568" y="426"/>
                  </a:cubicBezTo>
                  <a:cubicBezTo>
                    <a:pt x="568" y="425"/>
                    <a:pt x="566" y="423"/>
                    <a:pt x="566" y="422"/>
                  </a:cubicBezTo>
                  <a:cubicBezTo>
                    <a:pt x="566" y="419"/>
                    <a:pt x="567" y="413"/>
                    <a:pt x="568" y="411"/>
                  </a:cubicBezTo>
                  <a:cubicBezTo>
                    <a:pt x="569" y="409"/>
                    <a:pt x="573" y="405"/>
                    <a:pt x="574" y="403"/>
                  </a:cubicBezTo>
                  <a:cubicBezTo>
                    <a:pt x="576" y="401"/>
                    <a:pt x="580" y="398"/>
                    <a:pt x="580" y="396"/>
                  </a:cubicBezTo>
                  <a:cubicBezTo>
                    <a:pt x="580" y="394"/>
                    <a:pt x="576" y="390"/>
                    <a:pt x="576" y="388"/>
                  </a:cubicBezTo>
                  <a:cubicBezTo>
                    <a:pt x="577" y="386"/>
                    <a:pt x="579" y="382"/>
                    <a:pt x="580" y="380"/>
                  </a:cubicBezTo>
                  <a:cubicBezTo>
                    <a:pt x="582" y="378"/>
                    <a:pt x="587" y="377"/>
                    <a:pt x="589" y="375"/>
                  </a:cubicBezTo>
                  <a:cubicBezTo>
                    <a:pt x="590" y="374"/>
                    <a:pt x="592" y="371"/>
                    <a:pt x="592" y="369"/>
                  </a:cubicBezTo>
                  <a:cubicBezTo>
                    <a:pt x="593" y="367"/>
                    <a:pt x="594" y="362"/>
                    <a:pt x="594" y="360"/>
                  </a:cubicBezTo>
                  <a:cubicBezTo>
                    <a:pt x="594" y="357"/>
                    <a:pt x="592" y="353"/>
                    <a:pt x="591" y="351"/>
                  </a:cubicBezTo>
                  <a:cubicBezTo>
                    <a:pt x="590" y="347"/>
                    <a:pt x="586" y="339"/>
                    <a:pt x="585" y="335"/>
                  </a:cubicBezTo>
                  <a:cubicBezTo>
                    <a:pt x="584" y="333"/>
                    <a:pt x="582" y="329"/>
                    <a:pt x="581" y="327"/>
                  </a:cubicBezTo>
                  <a:cubicBezTo>
                    <a:pt x="581" y="325"/>
                    <a:pt x="579" y="319"/>
                    <a:pt x="578" y="317"/>
                  </a:cubicBezTo>
                  <a:cubicBezTo>
                    <a:pt x="577" y="313"/>
                    <a:pt x="575" y="305"/>
                    <a:pt x="573" y="302"/>
                  </a:cubicBezTo>
                  <a:cubicBezTo>
                    <a:pt x="572" y="300"/>
                    <a:pt x="567" y="297"/>
                    <a:pt x="566" y="295"/>
                  </a:cubicBezTo>
                  <a:cubicBezTo>
                    <a:pt x="564" y="293"/>
                    <a:pt x="562" y="289"/>
                    <a:pt x="560" y="288"/>
                  </a:cubicBezTo>
                  <a:cubicBezTo>
                    <a:pt x="556" y="286"/>
                    <a:pt x="546" y="286"/>
                    <a:pt x="542" y="288"/>
                  </a:cubicBezTo>
                  <a:cubicBezTo>
                    <a:pt x="540" y="289"/>
                    <a:pt x="539" y="293"/>
                    <a:pt x="537" y="294"/>
                  </a:cubicBezTo>
                  <a:cubicBezTo>
                    <a:pt x="535" y="295"/>
                    <a:pt x="532" y="297"/>
                    <a:pt x="530" y="297"/>
                  </a:cubicBezTo>
                  <a:cubicBezTo>
                    <a:pt x="526" y="297"/>
                    <a:pt x="518" y="294"/>
                    <a:pt x="515" y="293"/>
                  </a:cubicBezTo>
                  <a:cubicBezTo>
                    <a:pt x="512" y="293"/>
                    <a:pt x="507" y="293"/>
                    <a:pt x="505" y="293"/>
                  </a:cubicBezTo>
                  <a:cubicBezTo>
                    <a:pt x="502" y="292"/>
                    <a:pt x="498" y="291"/>
                    <a:pt x="497" y="289"/>
                  </a:cubicBezTo>
                  <a:cubicBezTo>
                    <a:pt x="495" y="288"/>
                    <a:pt x="492" y="284"/>
                    <a:pt x="491" y="282"/>
                  </a:cubicBezTo>
                  <a:cubicBezTo>
                    <a:pt x="490" y="280"/>
                    <a:pt x="488" y="277"/>
                    <a:pt x="488" y="275"/>
                  </a:cubicBezTo>
                  <a:cubicBezTo>
                    <a:pt x="488" y="272"/>
                    <a:pt x="488" y="266"/>
                    <a:pt x="490" y="264"/>
                  </a:cubicBezTo>
                  <a:cubicBezTo>
                    <a:pt x="491" y="261"/>
                    <a:pt x="498" y="260"/>
                    <a:pt x="499" y="258"/>
                  </a:cubicBezTo>
                  <a:cubicBezTo>
                    <a:pt x="500" y="256"/>
                    <a:pt x="500" y="252"/>
                    <a:pt x="501" y="250"/>
                  </a:cubicBezTo>
                  <a:cubicBezTo>
                    <a:pt x="501" y="248"/>
                    <a:pt x="502" y="243"/>
                    <a:pt x="501" y="241"/>
                  </a:cubicBezTo>
                  <a:cubicBezTo>
                    <a:pt x="501" y="239"/>
                    <a:pt x="496" y="237"/>
                    <a:pt x="496" y="235"/>
                  </a:cubicBezTo>
                  <a:cubicBezTo>
                    <a:pt x="496" y="233"/>
                    <a:pt x="499" y="231"/>
                    <a:pt x="500" y="230"/>
                  </a:cubicBezTo>
                  <a:cubicBezTo>
                    <a:pt x="503" y="226"/>
                    <a:pt x="506" y="217"/>
                    <a:pt x="509" y="214"/>
                  </a:cubicBezTo>
                  <a:cubicBezTo>
                    <a:pt x="512" y="211"/>
                    <a:pt x="518" y="205"/>
                    <a:pt x="521" y="203"/>
                  </a:cubicBezTo>
                  <a:cubicBezTo>
                    <a:pt x="524" y="201"/>
                    <a:pt x="531" y="199"/>
                    <a:pt x="534" y="197"/>
                  </a:cubicBezTo>
                  <a:cubicBezTo>
                    <a:pt x="537" y="194"/>
                    <a:pt x="541" y="187"/>
                    <a:pt x="543" y="183"/>
                  </a:cubicBezTo>
                  <a:cubicBezTo>
                    <a:pt x="544" y="180"/>
                    <a:pt x="545" y="172"/>
                    <a:pt x="545" y="169"/>
                  </a:cubicBezTo>
                  <a:cubicBezTo>
                    <a:pt x="545" y="165"/>
                    <a:pt x="544" y="158"/>
                    <a:pt x="542" y="155"/>
                  </a:cubicBezTo>
                  <a:cubicBezTo>
                    <a:pt x="541" y="152"/>
                    <a:pt x="538" y="147"/>
                    <a:pt x="536" y="145"/>
                  </a:cubicBezTo>
                  <a:cubicBezTo>
                    <a:pt x="534" y="143"/>
                    <a:pt x="527" y="140"/>
                    <a:pt x="525" y="137"/>
                  </a:cubicBezTo>
                  <a:cubicBezTo>
                    <a:pt x="524" y="135"/>
                    <a:pt x="523" y="130"/>
                    <a:pt x="522" y="128"/>
                  </a:cubicBezTo>
                  <a:cubicBezTo>
                    <a:pt x="521" y="124"/>
                    <a:pt x="521" y="115"/>
                    <a:pt x="519" y="110"/>
                  </a:cubicBezTo>
                  <a:cubicBezTo>
                    <a:pt x="517" y="107"/>
                    <a:pt x="512" y="102"/>
                    <a:pt x="510" y="99"/>
                  </a:cubicBezTo>
                  <a:cubicBezTo>
                    <a:pt x="508" y="97"/>
                    <a:pt x="505" y="92"/>
                    <a:pt x="503" y="90"/>
                  </a:cubicBezTo>
                  <a:cubicBezTo>
                    <a:pt x="501" y="87"/>
                    <a:pt x="498" y="80"/>
                    <a:pt x="496" y="78"/>
                  </a:cubicBezTo>
                  <a:cubicBezTo>
                    <a:pt x="494" y="76"/>
                    <a:pt x="490" y="74"/>
                    <a:pt x="488" y="73"/>
                  </a:cubicBezTo>
                  <a:cubicBezTo>
                    <a:pt x="486" y="71"/>
                    <a:pt x="481" y="69"/>
                    <a:pt x="479" y="67"/>
                  </a:cubicBezTo>
                  <a:cubicBezTo>
                    <a:pt x="478" y="66"/>
                    <a:pt x="476" y="63"/>
                    <a:pt x="475" y="62"/>
                  </a:cubicBezTo>
                  <a:cubicBezTo>
                    <a:pt x="474" y="60"/>
                    <a:pt x="473" y="55"/>
                    <a:pt x="473" y="53"/>
                  </a:cubicBezTo>
                  <a:cubicBezTo>
                    <a:pt x="472" y="53"/>
                    <a:pt x="472" y="53"/>
                    <a:pt x="472" y="52"/>
                  </a:cubicBezTo>
                  <a:cubicBezTo>
                    <a:pt x="474" y="51"/>
                    <a:pt x="476" y="50"/>
                    <a:pt x="477" y="49"/>
                  </a:cubicBezTo>
                  <a:cubicBezTo>
                    <a:pt x="479" y="48"/>
                    <a:pt x="482" y="45"/>
                    <a:pt x="484" y="45"/>
                  </a:cubicBezTo>
                  <a:cubicBezTo>
                    <a:pt x="487" y="44"/>
                    <a:pt x="491" y="46"/>
                    <a:pt x="494" y="45"/>
                  </a:cubicBezTo>
                  <a:cubicBezTo>
                    <a:pt x="496" y="45"/>
                    <a:pt x="500" y="43"/>
                    <a:pt x="502" y="42"/>
                  </a:cubicBezTo>
                  <a:cubicBezTo>
                    <a:pt x="503" y="40"/>
                    <a:pt x="504" y="36"/>
                    <a:pt x="504" y="34"/>
                  </a:cubicBezTo>
                  <a:cubicBezTo>
                    <a:pt x="505" y="31"/>
                    <a:pt x="501" y="26"/>
                    <a:pt x="502" y="23"/>
                  </a:cubicBezTo>
                  <a:cubicBezTo>
                    <a:pt x="503" y="21"/>
                    <a:pt x="506" y="18"/>
                    <a:pt x="508" y="17"/>
                  </a:cubicBezTo>
                  <a:cubicBezTo>
                    <a:pt x="509" y="16"/>
                    <a:pt x="513" y="15"/>
                    <a:pt x="514" y="14"/>
                  </a:cubicBezTo>
                  <a:cubicBezTo>
                    <a:pt x="516" y="13"/>
                    <a:pt x="520" y="11"/>
                    <a:pt x="522" y="10"/>
                  </a:cubicBezTo>
                  <a:cubicBezTo>
                    <a:pt x="524" y="10"/>
                    <a:pt x="530" y="9"/>
                    <a:pt x="533" y="9"/>
                  </a:cubicBezTo>
                  <a:cubicBezTo>
                    <a:pt x="534" y="10"/>
                    <a:pt x="536" y="11"/>
                    <a:pt x="537" y="11"/>
                  </a:cubicBezTo>
                  <a:cubicBezTo>
                    <a:pt x="539" y="12"/>
                    <a:pt x="544" y="14"/>
                    <a:pt x="546" y="14"/>
                  </a:cubicBezTo>
                  <a:cubicBezTo>
                    <a:pt x="548" y="14"/>
                    <a:pt x="551" y="11"/>
                    <a:pt x="553" y="11"/>
                  </a:cubicBezTo>
                  <a:cubicBezTo>
                    <a:pt x="556" y="10"/>
                    <a:pt x="563" y="13"/>
                    <a:pt x="566" y="11"/>
                  </a:cubicBezTo>
                  <a:cubicBezTo>
                    <a:pt x="568" y="10"/>
                    <a:pt x="568" y="5"/>
                    <a:pt x="570" y="4"/>
                  </a:cubicBezTo>
                  <a:cubicBezTo>
                    <a:pt x="571" y="2"/>
                    <a:pt x="576" y="0"/>
                    <a:pt x="578" y="1"/>
                  </a:cubicBezTo>
                  <a:cubicBezTo>
                    <a:pt x="580" y="2"/>
                    <a:pt x="581" y="6"/>
                    <a:pt x="581" y="8"/>
                  </a:cubicBezTo>
                  <a:cubicBezTo>
                    <a:pt x="582" y="10"/>
                    <a:pt x="582" y="14"/>
                    <a:pt x="581" y="16"/>
                  </a:cubicBezTo>
                  <a:cubicBezTo>
                    <a:pt x="581" y="18"/>
                    <a:pt x="577" y="21"/>
                    <a:pt x="576" y="23"/>
                  </a:cubicBezTo>
                  <a:cubicBezTo>
                    <a:pt x="576" y="25"/>
                    <a:pt x="577" y="30"/>
                    <a:pt x="579" y="32"/>
                  </a:cubicBezTo>
                  <a:cubicBezTo>
                    <a:pt x="580" y="34"/>
                    <a:pt x="586" y="34"/>
                    <a:pt x="589" y="34"/>
                  </a:cubicBezTo>
                  <a:cubicBezTo>
                    <a:pt x="591" y="34"/>
                    <a:pt x="595" y="35"/>
                    <a:pt x="597" y="35"/>
                  </a:cubicBezTo>
                  <a:cubicBezTo>
                    <a:pt x="602" y="36"/>
                    <a:pt x="613" y="36"/>
                    <a:pt x="618" y="38"/>
                  </a:cubicBezTo>
                  <a:cubicBezTo>
                    <a:pt x="621" y="39"/>
                    <a:pt x="629" y="43"/>
                    <a:pt x="632" y="46"/>
                  </a:cubicBezTo>
                  <a:cubicBezTo>
                    <a:pt x="633" y="47"/>
                    <a:pt x="633" y="51"/>
                    <a:pt x="633" y="53"/>
                  </a:cubicBezTo>
                  <a:cubicBezTo>
                    <a:pt x="634" y="55"/>
                    <a:pt x="636" y="62"/>
                    <a:pt x="639" y="63"/>
                  </a:cubicBezTo>
                  <a:cubicBezTo>
                    <a:pt x="640" y="64"/>
                    <a:pt x="645" y="63"/>
                    <a:pt x="647" y="63"/>
                  </a:cubicBezTo>
                  <a:cubicBezTo>
                    <a:pt x="649" y="62"/>
                    <a:pt x="655" y="59"/>
                    <a:pt x="657" y="58"/>
                  </a:cubicBezTo>
                  <a:cubicBezTo>
                    <a:pt x="660" y="56"/>
                    <a:pt x="667" y="54"/>
                    <a:pt x="670" y="53"/>
                  </a:cubicBezTo>
                  <a:cubicBezTo>
                    <a:pt x="672" y="52"/>
                    <a:pt x="677" y="50"/>
                    <a:pt x="679" y="49"/>
                  </a:cubicBezTo>
                  <a:cubicBezTo>
                    <a:pt x="682" y="48"/>
                    <a:pt x="688" y="48"/>
                    <a:pt x="690" y="47"/>
                  </a:cubicBezTo>
                  <a:cubicBezTo>
                    <a:pt x="693" y="46"/>
                    <a:pt x="698" y="42"/>
                    <a:pt x="701" y="40"/>
                  </a:cubicBezTo>
                  <a:cubicBezTo>
                    <a:pt x="703" y="38"/>
                    <a:pt x="705" y="34"/>
                    <a:pt x="708" y="33"/>
                  </a:cubicBezTo>
                  <a:cubicBezTo>
                    <a:pt x="710" y="31"/>
                    <a:pt x="715" y="29"/>
                    <a:pt x="717" y="29"/>
                  </a:cubicBezTo>
                  <a:cubicBezTo>
                    <a:pt x="719" y="30"/>
                    <a:pt x="721" y="32"/>
                    <a:pt x="721" y="34"/>
                  </a:cubicBezTo>
                  <a:cubicBezTo>
                    <a:pt x="722" y="36"/>
                    <a:pt x="719" y="39"/>
                    <a:pt x="719" y="41"/>
                  </a:cubicBezTo>
                  <a:cubicBezTo>
                    <a:pt x="719" y="43"/>
                    <a:pt x="720" y="46"/>
                    <a:pt x="720" y="47"/>
                  </a:cubicBezTo>
                  <a:cubicBezTo>
                    <a:pt x="722" y="49"/>
                    <a:pt x="727" y="52"/>
                    <a:pt x="730" y="53"/>
                  </a:cubicBezTo>
                  <a:cubicBezTo>
                    <a:pt x="733" y="53"/>
                    <a:pt x="738" y="50"/>
                    <a:pt x="740" y="52"/>
                  </a:cubicBezTo>
                  <a:cubicBezTo>
                    <a:pt x="741" y="53"/>
                    <a:pt x="741" y="57"/>
                    <a:pt x="742" y="58"/>
                  </a:cubicBezTo>
                  <a:cubicBezTo>
                    <a:pt x="743" y="59"/>
                    <a:pt x="748" y="59"/>
                    <a:pt x="750" y="59"/>
                  </a:cubicBezTo>
                  <a:cubicBezTo>
                    <a:pt x="753" y="60"/>
                    <a:pt x="761" y="60"/>
                    <a:pt x="763" y="63"/>
                  </a:cubicBezTo>
                  <a:cubicBezTo>
                    <a:pt x="764" y="66"/>
                    <a:pt x="761" y="73"/>
                    <a:pt x="759" y="76"/>
                  </a:cubicBezTo>
                  <a:cubicBezTo>
                    <a:pt x="757" y="77"/>
                    <a:pt x="753" y="77"/>
                    <a:pt x="752" y="78"/>
                  </a:cubicBezTo>
                  <a:cubicBezTo>
                    <a:pt x="751" y="80"/>
                    <a:pt x="754" y="85"/>
                    <a:pt x="753" y="87"/>
                  </a:cubicBezTo>
                  <a:cubicBezTo>
                    <a:pt x="752" y="89"/>
                    <a:pt x="747" y="93"/>
                    <a:pt x="745" y="93"/>
                  </a:cubicBezTo>
                  <a:cubicBezTo>
                    <a:pt x="743" y="93"/>
                    <a:pt x="740" y="90"/>
                    <a:pt x="738" y="88"/>
                  </a:cubicBezTo>
                  <a:cubicBezTo>
                    <a:pt x="737" y="86"/>
                    <a:pt x="736" y="81"/>
                    <a:pt x="734" y="80"/>
                  </a:cubicBezTo>
                  <a:cubicBezTo>
                    <a:pt x="732" y="79"/>
                    <a:pt x="728" y="78"/>
                    <a:pt x="727" y="78"/>
                  </a:cubicBezTo>
                  <a:cubicBezTo>
                    <a:pt x="724" y="78"/>
                    <a:pt x="719" y="78"/>
                    <a:pt x="718" y="79"/>
                  </a:cubicBezTo>
                  <a:cubicBezTo>
                    <a:pt x="716" y="81"/>
                    <a:pt x="714" y="84"/>
                    <a:pt x="714" y="86"/>
                  </a:cubicBezTo>
                  <a:cubicBezTo>
                    <a:pt x="713" y="89"/>
                    <a:pt x="714" y="93"/>
                    <a:pt x="714" y="96"/>
                  </a:cubicBezTo>
                  <a:cubicBezTo>
                    <a:pt x="714" y="101"/>
                    <a:pt x="715" y="112"/>
                    <a:pt x="714" y="117"/>
                  </a:cubicBezTo>
                  <a:cubicBezTo>
                    <a:pt x="714" y="121"/>
                    <a:pt x="711" y="128"/>
                    <a:pt x="711" y="132"/>
                  </a:cubicBezTo>
                  <a:cubicBezTo>
                    <a:pt x="711" y="138"/>
                    <a:pt x="711" y="150"/>
                    <a:pt x="712" y="156"/>
                  </a:cubicBezTo>
                  <a:cubicBezTo>
                    <a:pt x="712" y="161"/>
                    <a:pt x="713" y="172"/>
                    <a:pt x="714" y="177"/>
                  </a:cubicBezTo>
                  <a:cubicBezTo>
                    <a:pt x="715" y="180"/>
                    <a:pt x="718" y="185"/>
                    <a:pt x="720" y="187"/>
                  </a:cubicBezTo>
                  <a:cubicBezTo>
                    <a:pt x="722" y="189"/>
                    <a:pt x="727" y="191"/>
                    <a:pt x="729" y="193"/>
                  </a:cubicBezTo>
                  <a:cubicBezTo>
                    <a:pt x="730" y="194"/>
                    <a:pt x="732" y="200"/>
                    <a:pt x="734" y="201"/>
                  </a:cubicBezTo>
                  <a:cubicBezTo>
                    <a:pt x="737" y="203"/>
                    <a:pt x="743" y="203"/>
                    <a:pt x="746" y="203"/>
                  </a:cubicBezTo>
                  <a:cubicBezTo>
                    <a:pt x="748" y="204"/>
                    <a:pt x="752" y="203"/>
                    <a:pt x="753" y="204"/>
                  </a:cubicBezTo>
                  <a:cubicBezTo>
                    <a:pt x="754" y="205"/>
                    <a:pt x="754" y="208"/>
                    <a:pt x="755" y="209"/>
                  </a:cubicBezTo>
                  <a:cubicBezTo>
                    <a:pt x="758" y="212"/>
                    <a:pt x="765" y="215"/>
                    <a:pt x="769" y="215"/>
                  </a:cubicBezTo>
                  <a:cubicBezTo>
                    <a:pt x="771" y="216"/>
                    <a:pt x="775" y="215"/>
                    <a:pt x="778" y="215"/>
                  </a:cubicBezTo>
                  <a:cubicBezTo>
                    <a:pt x="780" y="214"/>
                    <a:pt x="783" y="210"/>
                    <a:pt x="785" y="210"/>
                  </a:cubicBezTo>
                  <a:cubicBezTo>
                    <a:pt x="788" y="209"/>
                    <a:pt x="794" y="211"/>
                    <a:pt x="797" y="212"/>
                  </a:cubicBezTo>
                  <a:cubicBezTo>
                    <a:pt x="799" y="212"/>
                    <a:pt x="802" y="214"/>
                    <a:pt x="804" y="214"/>
                  </a:cubicBezTo>
                  <a:cubicBezTo>
                    <a:pt x="806" y="214"/>
                    <a:pt x="809" y="212"/>
                    <a:pt x="811" y="212"/>
                  </a:cubicBezTo>
                  <a:cubicBezTo>
                    <a:pt x="814" y="211"/>
                    <a:pt x="820" y="210"/>
                    <a:pt x="823" y="211"/>
                  </a:cubicBezTo>
                  <a:cubicBezTo>
                    <a:pt x="825" y="212"/>
                    <a:pt x="827" y="217"/>
                    <a:pt x="830" y="217"/>
                  </a:cubicBezTo>
                  <a:cubicBezTo>
                    <a:pt x="832" y="217"/>
                    <a:pt x="835" y="215"/>
                    <a:pt x="837" y="214"/>
                  </a:cubicBezTo>
                  <a:cubicBezTo>
                    <a:pt x="839" y="214"/>
                    <a:pt x="843" y="213"/>
                    <a:pt x="844" y="215"/>
                  </a:cubicBezTo>
                  <a:cubicBezTo>
                    <a:pt x="845" y="215"/>
                    <a:pt x="845" y="218"/>
                    <a:pt x="845" y="220"/>
                  </a:cubicBezTo>
                  <a:cubicBezTo>
                    <a:pt x="846" y="221"/>
                    <a:pt x="846" y="225"/>
                    <a:pt x="845" y="227"/>
                  </a:cubicBezTo>
                  <a:cubicBezTo>
                    <a:pt x="844" y="229"/>
                    <a:pt x="839" y="231"/>
                    <a:pt x="837" y="232"/>
                  </a:cubicBezTo>
                  <a:cubicBezTo>
                    <a:pt x="835" y="232"/>
                    <a:pt x="831" y="232"/>
                    <a:pt x="829" y="231"/>
                  </a:cubicBezTo>
                  <a:cubicBezTo>
                    <a:pt x="826" y="231"/>
                    <a:pt x="821" y="230"/>
                    <a:pt x="819" y="231"/>
                  </a:cubicBezTo>
                  <a:cubicBezTo>
                    <a:pt x="816" y="231"/>
                    <a:pt x="812" y="231"/>
                    <a:pt x="810" y="232"/>
                  </a:cubicBezTo>
                  <a:cubicBezTo>
                    <a:pt x="808" y="232"/>
                    <a:pt x="805" y="234"/>
                    <a:pt x="804" y="236"/>
                  </a:cubicBezTo>
                  <a:cubicBezTo>
                    <a:pt x="803" y="238"/>
                    <a:pt x="802" y="242"/>
                    <a:pt x="802" y="244"/>
                  </a:cubicBezTo>
                  <a:cubicBezTo>
                    <a:pt x="802" y="248"/>
                    <a:pt x="801" y="255"/>
                    <a:pt x="802" y="258"/>
                  </a:cubicBezTo>
                  <a:cubicBezTo>
                    <a:pt x="803" y="261"/>
                    <a:pt x="808" y="265"/>
                    <a:pt x="810" y="267"/>
                  </a:cubicBezTo>
                  <a:cubicBezTo>
                    <a:pt x="812" y="269"/>
                    <a:pt x="816" y="272"/>
                    <a:pt x="818" y="273"/>
                  </a:cubicBezTo>
                  <a:cubicBezTo>
                    <a:pt x="821" y="275"/>
                    <a:pt x="827" y="276"/>
                    <a:pt x="830" y="277"/>
                  </a:cubicBezTo>
                  <a:cubicBezTo>
                    <a:pt x="833" y="277"/>
                    <a:pt x="839" y="278"/>
                    <a:pt x="842" y="279"/>
                  </a:cubicBezTo>
                  <a:cubicBezTo>
                    <a:pt x="844" y="280"/>
                    <a:pt x="849" y="282"/>
                    <a:pt x="850" y="283"/>
                  </a:cubicBezTo>
                  <a:cubicBezTo>
                    <a:pt x="852" y="286"/>
                    <a:pt x="855" y="291"/>
                    <a:pt x="855" y="294"/>
                  </a:cubicBezTo>
                  <a:cubicBezTo>
                    <a:pt x="855" y="296"/>
                    <a:pt x="855" y="301"/>
                    <a:pt x="854" y="303"/>
                  </a:cubicBezTo>
                  <a:cubicBezTo>
                    <a:pt x="853" y="306"/>
                    <a:pt x="850" y="311"/>
                    <a:pt x="848" y="313"/>
                  </a:cubicBezTo>
                  <a:cubicBezTo>
                    <a:pt x="846" y="315"/>
                    <a:pt x="841" y="315"/>
                    <a:pt x="838" y="316"/>
                  </a:cubicBezTo>
                  <a:cubicBezTo>
                    <a:pt x="836" y="317"/>
                    <a:pt x="831" y="320"/>
                    <a:pt x="830" y="323"/>
                  </a:cubicBezTo>
                  <a:cubicBezTo>
                    <a:pt x="827" y="327"/>
                    <a:pt x="826" y="337"/>
                    <a:pt x="826" y="342"/>
                  </a:cubicBezTo>
                  <a:cubicBezTo>
                    <a:pt x="826" y="345"/>
                    <a:pt x="828" y="352"/>
                    <a:pt x="830" y="354"/>
                  </a:cubicBezTo>
                  <a:cubicBezTo>
                    <a:pt x="832" y="356"/>
                    <a:pt x="839" y="357"/>
                    <a:pt x="841" y="359"/>
                  </a:cubicBezTo>
                  <a:cubicBezTo>
                    <a:pt x="842" y="360"/>
                    <a:pt x="844" y="364"/>
                    <a:pt x="844" y="365"/>
                  </a:cubicBezTo>
                  <a:cubicBezTo>
                    <a:pt x="844" y="369"/>
                    <a:pt x="842" y="375"/>
                    <a:pt x="841" y="378"/>
                  </a:cubicBezTo>
                  <a:cubicBezTo>
                    <a:pt x="840" y="382"/>
                    <a:pt x="837" y="390"/>
                    <a:pt x="835" y="394"/>
                  </a:cubicBezTo>
                  <a:cubicBezTo>
                    <a:pt x="834" y="396"/>
                    <a:pt x="829" y="400"/>
                    <a:pt x="828" y="403"/>
                  </a:cubicBezTo>
                  <a:cubicBezTo>
                    <a:pt x="826" y="404"/>
                    <a:pt x="823" y="408"/>
                    <a:pt x="823" y="411"/>
                  </a:cubicBezTo>
                  <a:cubicBezTo>
                    <a:pt x="822" y="414"/>
                    <a:pt x="821" y="421"/>
                    <a:pt x="821" y="425"/>
                  </a:cubicBezTo>
                  <a:cubicBezTo>
                    <a:pt x="822" y="430"/>
                    <a:pt x="825" y="441"/>
                    <a:pt x="827" y="446"/>
                  </a:cubicBezTo>
                  <a:cubicBezTo>
                    <a:pt x="829" y="451"/>
                    <a:pt x="834" y="459"/>
                    <a:pt x="838" y="462"/>
                  </a:cubicBezTo>
                  <a:cubicBezTo>
                    <a:pt x="842" y="468"/>
                    <a:pt x="853" y="478"/>
                    <a:pt x="859" y="482"/>
                  </a:cubicBezTo>
                  <a:cubicBezTo>
                    <a:pt x="864" y="485"/>
                    <a:pt x="874" y="490"/>
                    <a:pt x="879" y="491"/>
                  </a:cubicBezTo>
                  <a:cubicBezTo>
                    <a:pt x="881" y="492"/>
                    <a:pt x="883" y="492"/>
                    <a:pt x="885" y="492"/>
                  </a:cubicBezTo>
                  <a:cubicBezTo>
                    <a:pt x="885" y="493"/>
                    <a:pt x="885" y="494"/>
                    <a:pt x="885" y="495"/>
                  </a:cubicBezTo>
                  <a:cubicBezTo>
                    <a:pt x="885" y="498"/>
                    <a:pt x="888" y="503"/>
                    <a:pt x="888" y="506"/>
                  </a:cubicBezTo>
                  <a:cubicBezTo>
                    <a:pt x="889" y="510"/>
                    <a:pt x="888" y="517"/>
                    <a:pt x="887" y="520"/>
                  </a:cubicBezTo>
                  <a:cubicBezTo>
                    <a:pt x="886" y="524"/>
                    <a:pt x="883" y="531"/>
                    <a:pt x="881" y="535"/>
                  </a:cubicBezTo>
                  <a:cubicBezTo>
                    <a:pt x="880" y="539"/>
                    <a:pt x="876" y="547"/>
                    <a:pt x="875" y="552"/>
                  </a:cubicBezTo>
                  <a:cubicBezTo>
                    <a:pt x="875" y="553"/>
                    <a:pt x="875" y="556"/>
                    <a:pt x="875" y="558"/>
                  </a:cubicBezTo>
                  <a:cubicBezTo>
                    <a:pt x="874" y="561"/>
                    <a:pt x="873" y="566"/>
                    <a:pt x="874" y="569"/>
                  </a:cubicBezTo>
                  <a:cubicBezTo>
                    <a:pt x="874" y="573"/>
                    <a:pt x="876" y="580"/>
                    <a:pt x="877" y="583"/>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48" name="Freeform 9"/>
            <p:cNvSpPr>
              <a:spLocks/>
            </p:cNvSpPr>
            <p:nvPr/>
          </p:nvSpPr>
          <p:spPr bwMode="auto">
            <a:xfrm>
              <a:off x="3462338" y="3513138"/>
              <a:ext cx="776288" cy="682625"/>
            </a:xfrm>
            <a:custGeom>
              <a:avLst/>
              <a:gdLst/>
              <a:ahLst/>
              <a:cxnLst>
                <a:cxn ang="0">
                  <a:pos x="491" y="328"/>
                </a:cxn>
                <a:cxn ang="0">
                  <a:pos x="480" y="344"/>
                </a:cxn>
                <a:cxn ang="0">
                  <a:pos x="462" y="333"/>
                </a:cxn>
                <a:cxn ang="0">
                  <a:pos x="442" y="336"/>
                </a:cxn>
                <a:cxn ang="0">
                  <a:pos x="431" y="349"/>
                </a:cxn>
                <a:cxn ang="0">
                  <a:pos x="412" y="352"/>
                </a:cxn>
                <a:cxn ang="0">
                  <a:pos x="395" y="344"/>
                </a:cxn>
                <a:cxn ang="0">
                  <a:pos x="384" y="350"/>
                </a:cxn>
                <a:cxn ang="0">
                  <a:pos x="368" y="360"/>
                </a:cxn>
                <a:cxn ang="0">
                  <a:pos x="357" y="363"/>
                </a:cxn>
                <a:cxn ang="0">
                  <a:pos x="346" y="375"/>
                </a:cxn>
                <a:cxn ang="0">
                  <a:pos x="343" y="388"/>
                </a:cxn>
                <a:cxn ang="0">
                  <a:pos x="335" y="399"/>
                </a:cxn>
                <a:cxn ang="0">
                  <a:pos x="324" y="418"/>
                </a:cxn>
                <a:cxn ang="0">
                  <a:pos x="327" y="432"/>
                </a:cxn>
                <a:cxn ang="0">
                  <a:pos x="296" y="433"/>
                </a:cxn>
                <a:cxn ang="0">
                  <a:pos x="258" y="429"/>
                </a:cxn>
                <a:cxn ang="0">
                  <a:pos x="233" y="414"/>
                </a:cxn>
                <a:cxn ang="0">
                  <a:pos x="194" y="410"/>
                </a:cxn>
                <a:cxn ang="0">
                  <a:pos x="163" y="387"/>
                </a:cxn>
                <a:cxn ang="0">
                  <a:pos x="144" y="361"/>
                </a:cxn>
                <a:cxn ang="0">
                  <a:pos x="134" y="333"/>
                </a:cxn>
                <a:cxn ang="0">
                  <a:pos x="102" y="319"/>
                </a:cxn>
                <a:cxn ang="0">
                  <a:pos x="90" y="295"/>
                </a:cxn>
                <a:cxn ang="0">
                  <a:pos x="96" y="273"/>
                </a:cxn>
                <a:cxn ang="0">
                  <a:pos x="93" y="246"/>
                </a:cxn>
                <a:cxn ang="0">
                  <a:pos x="74" y="230"/>
                </a:cxn>
                <a:cxn ang="0">
                  <a:pos x="53" y="230"/>
                </a:cxn>
                <a:cxn ang="0">
                  <a:pos x="38" y="216"/>
                </a:cxn>
                <a:cxn ang="0">
                  <a:pos x="16" y="207"/>
                </a:cxn>
                <a:cxn ang="0">
                  <a:pos x="6" y="190"/>
                </a:cxn>
                <a:cxn ang="0">
                  <a:pos x="19" y="188"/>
                </a:cxn>
                <a:cxn ang="0">
                  <a:pos x="17" y="168"/>
                </a:cxn>
                <a:cxn ang="0">
                  <a:pos x="0" y="150"/>
                </a:cxn>
                <a:cxn ang="0">
                  <a:pos x="2" y="123"/>
                </a:cxn>
                <a:cxn ang="0">
                  <a:pos x="12" y="107"/>
                </a:cxn>
                <a:cxn ang="0">
                  <a:pos x="33" y="109"/>
                </a:cxn>
                <a:cxn ang="0">
                  <a:pos x="45" y="96"/>
                </a:cxn>
                <a:cxn ang="0">
                  <a:pos x="53" y="77"/>
                </a:cxn>
                <a:cxn ang="0">
                  <a:pos x="56" y="68"/>
                </a:cxn>
                <a:cxn ang="0">
                  <a:pos x="83" y="62"/>
                </a:cxn>
                <a:cxn ang="0">
                  <a:pos x="103" y="43"/>
                </a:cxn>
                <a:cxn ang="0">
                  <a:pos x="129" y="29"/>
                </a:cxn>
                <a:cxn ang="0">
                  <a:pos x="150" y="6"/>
                </a:cxn>
                <a:cxn ang="0">
                  <a:pos x="181" y="3"/>
                </a:cxn>
                <a:cxn ang="0">
                  <a:pos x="205" y="4"/>
                </a:cxn>
                <a:cxn ang="0">
                  <a:pos x="231" y="4"/>
                </a:cxn>
                <a:cxn ang="0">
                  <a:pos x="258" y="14"/>
                </a:cxn>
                <a:cxn ang="0">
                  <a:pos x="285" y="32"/>
                </a:cxn>
                <a:cxn ang="0">
                  <a:pos x="301" y="47"/>
                </a:cxn>
                <a:cxn ang="0">
                  <a:pos x="317" y="65"/>
                </a:cxn>
                <a:cxn ang="0">
                  <a:pos x="348" y="91"/>
                </a:cxn>
                <a:cxn ang="0">
                  <a:pos x="368" y="104"/>
                </a:cxn>
                <a:cxn ang="0">
                  <a:pos x="365" y="121"/>
                </a:cxn>
                <a:cxn ang="0">
                  <a:pos x="362" y="146"/>
                </a:cxn>
                <a:cxn ang="0">
                  <a:pos x="377" y="177"/>
                </a:cxn>
                <a:cxn ang="0">
                  <a:pos x="402" y="201"/>
                </a:cxn>
                <a:cxn ang="0">
                  <a:pos x="421" y="231"/>
                </a:cxn>
                <a:cxn ang="0">
                  <a:pos x="436" y="265"/>
                </a:cxn>
                <a:cxn ang="0">
                  <a:pos x="454" y="290"/>
                </a:cxn>
                <a:cxn ang="0">
                  <a:pos x="486" y="310"/>
                </a:cxn>
              </a:cxnLst>
              <a:rect l="0" t="0" r="r" b="b"/>
              <a:pathLst>
                <a:path w="493" h="434">
                  <a:moveTo>
                    <a:pt x="492" y="319"/>
                  </a:moveTo>
                  <a:cubicBezTo>
                    <a:pt x="493" y="321"/>
                    <a:pt x="492" y="326"/>
                    <a:pt x="491" y="328"/>
                  </a:cubicBezTo>
                  <a:cubicBezTo>
                    <a:pt x="490" y="330"/>
                    <a:pt x="485" y="333"/>
                    <a:pt x="484" y="335"/>
                  </a:cubicBezTo>
                  <a:cubicBezTo>
                    <a:pt x="482" y="337"/>
                    <a:pt x="482" y="343"/>
                    <a:pt x="480" y="344"/>
                  </a:cubicBezTo>
                  <a:cubicBezTo>
                    <a:pt x="478" y="346"/>
                    <a:pt x="473" y="343"/>
                    <a:pt x="470" y="342"/>
                  </a:cubicBezTo>
                  <a:cubicBezTo>
                    <a:pt x="468" y="341"/>
                    <a:pt x="464" y="335"/>
                    <a:pt x="462" y="333"/>
                  </a:cubicBezTo>
                  <a:cubicBezTo>
                    <a:pt x="459" y="332"/>
                    <a:pt x="453" y="331"/>
                    <a:pt x="450" y="332"/>
                  </a:cubicBezTo>
                  <a:cubicBezTo>
                    <a:pt x="448" y="332"/>
                    <a:pt x="444" y="335"/>
                    <a:pt x="442" y="336"/>
                  </a:cubicBezTo>
                  <a:cubicBezTo>
                    <a:pt x="441" y="337"/>
                    <a:pt x="438" y="340"/>
                    <a:pt x="437" y="341"/>
                  </a:cubicBezTo>
                  <a:cubicBezTo>
                    <a:pt x="436" y="343"/>
                    <a:pt x="433" y="347"/>
                    <a:pt x="431" y="349"/>
                  </a:cubicBezTo>
                  <a:cubicBezTo>
                    <a:pt x="429" y="351"/>
                    <a:pt x="424" y="353"/>
                    <a:pt x="421" y="353"/>
                  </a:cubicBezTo>
                  <a:cubicBezTo>
                    <a:pt x="419" y="354"/>
                    <a:pt x="414" y="353"/>
                    <a:pt x="412" y="352"/>
                  </a:cubicBezTo>
                  <a:cubicBezTo>
                    <a:pt x="410" y="351"/>
                    <a:pt x="408" y="346"/>
                    <a:pt x="406" y="345"/>
                  </a:cubicBezTo>
                  <a:cubicBezTo>
                    <a:pt x="404" y="344"/>
                    <a:pt x="398" y="344"/>
                    <a:pt x="395" y="344"/>
                  </a:cubicBezTo>
                  <a:cubicBezTo>
                    <a:pt x="394" y="344"/>
                    <a:pt x="390" y="344"/>
                    <a:pt x="389" y="344"/>
                  </a:cubicBezTo>
                  <a:cubicBezTo>
                    <a:pt x="387" y="345"/>
                    <a:pt x="385" y="349"/>
                    <a:pt x="384" y="350"/>
                  </a:cubicBezTo>
                  <a:cubicBezTo>
                    <a:pt x="382" y="351"/>
                    <a:pt x="379" y="352"/>
                    <a:pt x="378" y="353"/>
                  </a:cubicBezTo>
                  <a:cubicBezTo>
                    <a:pt x="375" y="355"/>
                    <a:pt x="370" y="358"/>
                    <a:pt x="368" y="360"/>
                  </a:cubicBezTo>
                  <a:cubicBezTo>
                    <a:pt x="367" y="361"/>
                    <a:pt x="365" y="363"/>
                    <a:pt x="364" y="363"/>
                  </a:cubicBezTo>
                  <a:cubicBezTo>
                    <a:pt x="362" y="364"/>
                    <a:pt x="359" y="363"/>
                    <a:pt x="357" y="363"/>
                  </a:cubicBezTo>
                  <a:cubicBezTo>
                    <a:pt x="354" y="363"/>
                    <a:pt x="348" y="364"/>
                    <a:pt x="346" y="366"/>
                  </a:cubicBezTo>
                  <a:cubicBezTo>
                    <a:pt x="345" y="368"/>
                    <a:pt x="347" y="373"/>
                    <a:pt x="346" y="375"/>
                  </a:cubicBezTo>
                  <a:cubicBezTo>
                    <a:pt x="346" y="377"/>
                    <a:pt x="343" y="380"/>
                    <a:pt x="342" y="381"/>
                  </a:cubicBezTo>
                  <a:cubicBezTo>
                    <a:pt x="342" y="383"/>
                    <a:pt x="343" y="386"/>
                    <a:pt x="343" y="388"/>
                  </a:cubicBezTo>
                  <a:cubicBezTo>
                    <a:pt x="343" y="390"/>
                    <a:pt x="343" y="395"/>
                    <a:pt x="341" y="396"/>
                  </a:cubicBezTo>
                  <a:cubicBezTo>
                    <a:pt x="340" y="398"/>
                    <a:pt x="336" y="398"/>
                    <a:pt x="335" y="399"/>
                  </a:cubicBezTo>
                  <a:cubicBezTo>
                    <a:pt x="333" y="400"/>
                    <a:pt x="329" y="404"/>
                    <a:pt x="328" y="406"/>
                  </a:cubicBezTo>
                  <a:cubicBezTo>
                    <a:pt x="327" y="409"/>
                    <a:pt x="324" y="415"/>
                    <a:pt x="324" y="418"/>
                  </a:cubicBezTo>
                  <a:cubicBezTo>
                    <a:pt x="324" y="419"/>
                    <a:pt x="327" y="422"/>
                    <a:pt x="328" y="424"/>
                  </a:cubicBezTo>
                  <a:cubicBezTo>
                    <a:pt x="328" y="426"/>
                    <a:pt x="328" y="429"/>
                    <a:pt x="327" y="432"/>
                  </a:cubicBezTo>
                  <a:cubicBezTo>
                    <a:pt x="324" y="432"/>
                    <a:pt x="321" y="433"/>
                    <a:pt x="319" y="433"/>
                  </a:cubicBezTo>
                  <a:cubicBezTo>
                    <a:pt x="314" y="433"/>
                    <a:pt x="302" y="434"/>
                    <a:pt x="296" y="433"/>
                  </a:cubicBezTo>
                  <a:cubicBezTo>
                    <a:pt x="291" y="432"/>
                    <a:pt x="283" y="428"/>
                    <a:pt x="279" y="428"/>
                  </a:cubicBezTo>
                  <a:cubicBezTo>
                    <a:pt x="274" y="427"/>
                    <a:pt x="263" y="430"/>
                    <a:pt x="258" y="429"/>
                  </a:cubicBezTo>
                  <a:cubicBezTo>
                    <a:pt x="255" y="429"/>
                    <a:pt x="248" y="425"/>
                    <a:pt x="244" y="423"/>
                  </a:cubicBezTo>
                  <a:cubicBezTo>
                    <a:pt x="241" y="421"/>
                    <a:pt x="236" y="415"/>
                    <a:pt x="233" y="414"/>
                  </a:cubicBezTo>
                  <a:cubicBezTo>
                    <a:pt x="228" y="412"/>
                    <a:pt x="217" y="414"/>
                    <a:pt x="212" y="413"/>
                  </a:cubicBezTo>
                  <a:cubicBezTo>
                    <a:pt x="207" y="413"/>
                    <a:pt x="198" y="412"/>
                    <a:pt x="194" y="410"/>
                  </a:cubicBezTo>
                  <a:cubicBezTo>
                    <a:pt x="189" y="408"/>
                    <a:pt x="179" y="401"/>
                    <a:pt x="175" y="398"/>
                  </a:cubicBezTo>
                  <a:cubicBezTo>
                    <a:pt x="171" y="395"/>
                    <a:pt x="166" y="390"/>
                    <a:pt x="163" y="387"/>
                  </a:cubicBezTo>
                  <a:cubicBezTo>
                    <a:pt x="160" y="384"/>
                    <a:pt x="152" y="378"/>
                    <a:pt x="150" y="374"/>
                  </a:cubicBezTo>
                  <a:cubicBezTo>
                    <a:pt x="148" y="371"/>
                    <a:pt x="145" y="365"/>
                    <a:pt x="144" y="361"/>
                  </a:cubicBezTo>
                  <a:cubicBezTo>
                    <a:pt x="143" y="358"/>
                    <a:pt x="143" y="350"/>
                    <a:pt x="142" y="347"/>
                  </a:cubicBezTo>
                  <a:cubicBezTo>
                    <a:pt x="141" y="343"/>
                    <a:pt x="136" y="336"/>
                    <a:pt x="134" y="333"/>
                  </a:cubicBezTo>
                  <a:cubicBezTo>
                    <a:pt x="131" y="331"/>
                    <a:pt x="126" y="326"/>
                    <a:pt x="123" y="324"/>
                  </a:cubicBezTo>
                  <a:cubicBezTo>
                    <a:pt x="118" y="322"/>
                    <a:pt x="107" y="321"/>
                    <a:pt x="102" y="319"/>
                  </a:cubicBezTo>
                  <a:cubicBezTo>
                    <a:pt x="99" y="317"/>
                    <a:pt x="93" y="313"/>
                    <a:pt x="91" y="310"/>
                  </a:cubicBezTo>
                  <a:cubicBezTo>
                    <a:pt x="89" y="306"/>
                    <a:pt x="90" y="298"/>
                    <a:pt x="90" y="295"/>
                  </a:cubicBezTo>
                  <a:cubicBezTo>
                    <a:pt x="90" y="291"/>
                    <a:pt x="91" y="284"/>
                    <a:pt x="92" y="281"/>
                  </a:cubicBezTo>
                  <a:cubicBezTo>
                    <a:pt x="93" y="279"/>
                    <a:pt x="95" y="275"/>
                    <a:pt x="96" y="273"/>
                  </a:cubicBezTo>
                  <a:cubicBezTo>
                    <a:pt x="97" y="270"/>
                    <a:pt x="100" y="264"/>
                    <a:pt x="100" y="262"/>
                  </a:cubicBezTo>
                  <a:cubicBezTo>
                    <a:pt x="99" y="257"/>
                    <a:pt x="95" y="249"/>
                    <a:pt x="93" y="246"/>
                  </a:cubicBezTo>
                  <a:cubicBezTo>
                    <a:pt x="91" y="243"/>
                    <a:pt x="89" y="237"/>
                    <a:pt x="87" y="235"/>
                  </a:cubicBezTo>
                  <a:cubicBezTo>
                    <a:pt x="84" y="233"/>
                    <a:pt x="78" y="231"/>
                    <a:pt x="74" y="230"/>
                  </a:cubicBezTo>
                  <a:cubicBezTo>
                    <a:pt x="72" y="229"/>
                    <a:pt x="67" y="227"/>
                    <a:pt x="64" y="227"/>
                  </a:cubicBezTo>
                  <a:cubicBezTo>
                    <a:pt x="61" y="227"/>
                    <a:pt x="56" y="230"/>
                    <a:pt x="53" y="230"/>
                  </a:cubicBezTo>
                  <a:cubicBezTo>
                    <a:pt x="50" y="230"/>
                    <a:pt x="44" y="230"/>
                    <a:pt x="42" y="228"/>
                  </a:cubicBezTo>
                  <a:cubicBezTo>
                    <a:pt x="39" y="226"/>
                    <a:pt x="39" y="219"/>
                    <a:pt x="38" y="216"/>
                  </a:cubicBezTo>
                  <a:cubicBezTo>
                    <a:pt x="36" y="213"/>
                    <a:pt x="32" y="206"/>
                    <a:pt x="28" y="205"/>
                  </a:cubicBezTo>
                  <a:cubicBezTo>
                    <a:pt x="25" y="204"/>
                    <a:pt x="19" y="208"/>
                    <a:pt x="16" y="207"/>
                  </a:cubicBezTo>
                  <a:cubicBezTo>
                    <a:pt x="13" y="206"/>
                    <a:pt x="8" y="202"/>
                    <a:pt x="6" y="199"/>
                  </a:cubicBezTo>
                  <a:cubicBezTo>
                    <a:pt x="5" y="197"/>
                    <a:pt x="4" y="192"/>
                    <a:pt x="6" y="190"/>
                  </a:cubicBezTo>
                  <a:cubicBezTo>
                    <a:pt x="7" y="188"/>
                    <a:pt x="12" y="186"/>
                    <a:pt x="14" y="186"/>
                  </a:cubicBezTo>
                  <a:cubicBezTo>
                    <a:pt x="15" y="186"/>
                    <a:pt x="18" y="189"/>
                    <a:pt x="19" y="188"/>
                  </a:cubicBezTo>
                  <a:cubicBezTo>
                    <a:pt x="21" y="187"/>
                    <a:pt x="22" y="181"/>
                    <a:pt x="22" y="179"/>
                  </a:cubicBezTo>
                  <a:cubicBezTo>
                    <a:pt x="21" y="176"/>
                    <a:pt x="19" y="170"/>
                    <a:pt x="17" y="168"/>
                  </a:cubicBezTo>
                  <a:cubicBezTo>
                    <a:pt x="14" y="166"/>
                    <a:pt x="5" y="165"/>
                    <a:pt x="3" y="162"/>
                  </a:cubicBezTo>
                  <a:cubicBezTo>
                    <a:pt x="1" y="160"/>
                    <a:pt x="0" y="153"/>
                    <a:pt x="0" y="150"/>
                  </a:cubicBezTo>
                  <a:cubicBezTo>
                    <a:pt x="0" y="146"/>
                    <a:pt x="2" y="140"/>
                    <a:pt x="3" y="136"/>
                  </a:cubicBezTo>
                  <a:cubicBezTo>
                    <a:pt x="3" y="133"/>
                    <a:pt x="2" y="126"/>
                    <a:pt x="2" y="123"/>
                  </a:cubicBezTo>
                  <a:cubicBezTo>
                    <a:pt x="3" y="120"/>
                    <a:pt x="4" y="114"/>
                    <a:pt x="6" y="111"/>
                  </a:cubicBezTo>
                  <a:cubicBezTo>
                    <a:pt x="7" y="110"/>
                    <a:pt x="10" y="107"/>
                    <a:pt x="12" y="107"/>
                  </a:cubicBezTo>
                  <a:cubicBezTo>
                    <a:pt x="14" y="106"/>
                    <a:pt x="18" y="106"/>
                    <a:pt x="21" y="106"/>
                  </a:cubicBezTo>
                  <a:cubicBezTo>
                    <a:pt x="24" y="107"/>
                    <a:pt x="30" y="110"/>
                    <a:pt x="33" y="109"/>
                  </a:cubicBezTo>
                  <a:cubicBezTo>
                    <a:pt x="35" y="109"/>
                    <a:pt x="37" y="106"/>
                    <a:pt x="39" y="105"/>
                  </a:cubicBezTo>
                  <a:cubicBezTo>
                    <a:pt x="40" y="103"/>
                    <a:pt x="44" y="99"/>
                    <a:pt x="45" y="96"/>
                  </a:cubicBezTo>
                  <a:cubicBezTo>
                    <a:pt x="46" y="94"/>
                    <a:pt x="46" y="90"/>
                    <a:pt x="47" y="88"/>
                  </a:cubicBezTo>
                  <a:cubicBezTo>
                    <a:pt x="48" y="85"/>
                    <a:pt x="51" y="79"/>
                    <a:pt x="53" y="77"/>
                  </a:cubicBezTo>
                  <a:cubicBezTo>
                    <a:pt x="54" y="75"/>
                    <a:pt x="57" y="72"/>
                    <a:pt x="57" y="70"/>
                  </a:cubicBezTo>
                  <a:cubicBezTo>
                    <a:pt x="57" y="69"/>
                    <a:pt x="56" y="68"/>
                    <a:pt x="56" y="68"/>
                  </a:cubicBezTo>
                  <a:cubicBezTo>
                    <a:pt x="61" y="68"/>
                    <a:pt x="66" y="68"/>
                    <a:pt x="69" y="68"/>
                  </a:cubicBezTo>
                  <a:cubicBezTo>
                    <a:pt x="73" y="67"/>
                    <a:pt x="80" y="64"/>
                    <a:pt x="83" y="62"/>
                  </a:cubicBezTo>
                  <a:cubicBezTo>
                    <a:pt x="86" y="60"/>
                    <a:pt x="91" y="55"/>
                    <a:pt x="94" y="53"/>
                  </a:cubicBezTo>
                  <a:cubicBezTo>
                    <a:pt x="96" y="51"/>
                    <a:pt x="100" y="45"/>
                    <a:pt x="103" y="43"/>
                  </a:cubicBezTo>
                  <a:cubicBezTo>
                    <a:pt x="107" y="41"/>
                    <a:pt x="117" y="42"/>
                    <a:pt x="121" y="40"/>
                  </a:cubicBezTo>
                  <a:cubicBezTo>
                    <a:pt x="124" y="38"/>
                    <a:pt x="127" y="32"/>
                    <a:pt x="129" y="29"/>
                  </a:cubicBezTo>
                  <a:cubicBezTo>
                    <a:pt x="131" y="25"/>
                    <a:pt x="134" y="16"/>
                    <a:pt x="137" y="13"/>
                  </a:cubicBezTo>
                  <a:cubicBezTo>
                    <a:pt x="140" y="10"/>
                    <a:pt x="147" y="7"/>
                    <a:pt x="150" y="6"/>
                  </a:cubicBezTo>
                  <a:cubicBezTo>
                    <a:pt x="154" y="4"/>
                    <a:pt x="162" y="2"/>
                    <a:pt x="167" y="1"/>
                  </a:cubicBezTo>
                  <a:cubicBezTo>
                    <a:pt x="170" y="1"/>
                    <a:pt x="178" y="2"/>
                    <a:pt x="181" y="3"/>
                  </a:cubicBezTo>
                  <a:cubicBezTo>
                    <a:pt x="183" y="4"/>
                    <a:pt x="187" y="9"/>
                    <a:pt x="189" y="10"/>
                  </a:cubicBezTo>
                  <a:cubicBezTo>
                    <a:pt x="193" y="10"/>
                    <a:pt x="201" y="6"/>
                    <a:pt x="205" y="4"/>
                  </a:cubicBezTo>
                  <a:cubicBezTo>
                    <a:pt x="209" y="3"/>
                    <a:pt x="216" y="0"/>
                    <a:pt x="220" y="0"/>
                  </a:cubicBezTo>
                  <a:cubicBezTo>
                    <a:pt x="223" y="1"/>
                    <a:pt x="228" y="3"/>
                    <a:pt x="231" y="4"/>
                  </a:cubicBezTo>
                  <a:cubicBezTo>
                    <a:pt x="234" y="6"/>
                    <a:pt x="237" y="13"/>
                    <a:pt x="239" y="14"/>
                  </a:cubicBezTo>
                  <a:cubicBezTo>
                    <a:pt x="244" y="16"/>
                    <a:pt x="253" y="13"/>
                    <a:pt x="258" y="14"/>
                  </a:cubicBezTo>
                  <a:cubicBezTo>
                    <a:pt x="261" y="15"/>
                    <a:pt x="267" y="20"/>
                    <a:pt x="270" y="22"/>
                  </a:cubicBezTo>
                  <a:cubicBezTo>
                    <a:pt x="274" y="24"/>
                    <a:pt x="282" y="30"/>
                    <a:pt x="285" y="32"/>
                  </a:cubicBezTo>
                  <a:cubicBezTo>
                    <a:pt x="290" y="35"/>
                    <a:pt x="296" y="44"/>
                    <a:pt x="301" y="47"/>
                  </a:cubicBezTo>
                  <a:cubicBezTo>
                    <a:pt x="301" y="47"/>
                    <a:pt x="301" y="47"/>
                    <a:pt x="301" y="47"/>
                  </a:cubicBezTo>
                  <a:cubicBezTo>
                    <a:pt x="301" y="48"/>
                    <a:pt x="306" y="52"/>
                    <a:pt x="308" y="56"/>
                  </a:cubicBezTo>
                  <a:cubicBezTo>
                    <a:pt x="310" y="58"/>
                    <a:pt x="315" y="63"/>
                    <a:pt x="317" y="65"/>
                  </a:cubicBezTo>
                  <a:cubicBezTo>
                    <a:pt x="320" y="69"/>
                    <a:pt x="328" y="75"/>
                    <a:pt x="332" y="79"/>
                  </a:cubicBezTo>
                  <a:cubicBezTo>
                    <a:pt x="336" y="82"/>
                    <a:pt x="344" y="88"/>
                    <a:pt x="348" y="91"/>
                  </a:cubicBezTo>
                  <a:cubicBezTo>
                    <a:pt x="351" y="93"/>
                    <a:pt x="358" y="96"/>
                    <a:pt x="361" y="98"/>
                  </a:cubicBezTo>
                  <a:cubicBezTo>
                    <a:pt x="363" y="99"/>
                    <a:pt x="367" y="102"/>
                    <a:pt x="368" y="104"/>
                  </a:cubicBezTo>
                  <a:cubicBezTo>
                    <a:pt x="370" y="107"/>
                    <a:pt x="371" y="113"/>
                    <a:pt x="370" y="116"/>
                  </a:cubicBezTo>
                  <a:cubicBezTo>
                    <a:pt x="370" y="118"/>
                    <a:pt x="366" y="119"/>
                    <a:pt x="365" y="121"/>
                  </a:cubicBezTo>
                  <a:cubicBezTo>
                    <a:pt x="363" y="123"/>
                    <a:pt x="361" y="128"/>
                    <a:pt x="361" y="130"/>
                  </a:cubicBezTo>
                  <a:cubicBezTo>
                    <a:pt x="360" y="134"/>
                    <a:pt x="361" y="142"/>
                    <a:pt x="362" y="146"/>
                  </a:cubicBezTo>
                  <a:cubicBezTo>
                    <a:pt x="363" y="149"/>
                    <a:pt x="364" y="157"/>
                    <a:pt x="366" y="161"/>
                  </a:cubicBezTo>
                  <a:cubicBezTo>
                    <a:pt x="368" y="165"/>
                    <a:pt x="374" y="173"/>
                    <a:pt x="377" y="177"/>
                  </a:cubicBezTo>
                  <a:cubicBezTo>
                    <a:pt x="379" y="180"/>
                    <a:pt x="385" y="186"/>
                    <a:pt x="388" y="188"/>
                  </a:cubicBezTo>
                  <a:cubicBezTo>
                    <a:pt x="391" y="192"/>
                    <a:pt x="399" y="198"/>
                    <a:pt x="402" y="201"/>
                  </a:cubicBezTo>
                  <a:cubicBezTo>
                    <a:pt x="405" y="203"/>
                    <a:pt x="411" y="207"/>
                    <a:pt x="413" y="210"/>
                  </a:cubicBezTo>
                  <a:cubicBezTo>
                    <a:pt x="416" y="215"/>
                    <a:pt x="419" y="225"/>
                    <a:pt x="421" y="231"/>
                  </a:cubicBezTo>
                  <a:cubicBezTo>
                    <a:pt x="422" y="235"/>
                    <a:pt x="423" y="244"/>
                    <a:pt x="425" y="248"/>
                  </a:cubicBezTo>
                  <a:cubicBezTo>
                    <a:pt x="427" y="252"/>
                    <a:pt x="433" y="261"/>
                    <a:pt x="436" y="265"/>
                  </a:cubicBezTo>
                  <a:cubicBezTo>
                    <a:pt x="438" y="268"/>
                    <a:pt x="443" y="275"/>
                    <a:pt x="445" y="279"/>
                  </a:cubicBezTo>
                  <a:cubicBezTo>
                    <a:pt x="447" y="282"/>
                    <a:pt x="452" y="288"/>
                    <a:pt x="454" y="290"/>
                  </a:cubicBezTo>
                  <a:cubicBezTo>
                    <a:pt x="459" y="294"/>
                    <a:pt x="468" y="301"/>
                    <a:pt x="474" y="305"/>
                  </a:cubicBezTo>
                  <a:cubicBezTo>
                    <a:pt x="476" y="306"/>
                    <a:pt x="483" y="308"/>
                    <a:pt x="486" y="310"/>
                  </a:cubicBezTo>
                  <a:cubicBezTo>
                    <a:pt x="488" y="312"/>
                    <a:pt x="491" y="317"/>
                    <a:pt x="492" y="319"/>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49" name="Freeform 10"/>
            <p:cNvSpPr>
              <a:spLocks/>
            </p:cNvSpPr>
            <p:nvPr/>
          </p:nvSpPr>
          <p:spPr bwMode="auto">
            <a:xfrm>
              <a:off x="1573213" y="2708275"/>
              <a:ext cx="2424113" cy="1304925"/>
            </a:xfrm>
            <a:custGeom>
              <a:avLst/>
              <a:gdLst/>
              <a:ahLst/>
              <a:cxnLst>
                <a:cxn ang="0">
                  <a:pos x="1503" y="263"/>
                </a:cxn>
                <a:cxn ang="0">
                  <a:pos x="1428" y="311"/>
                </a:cxn>
                <a:cxn ang="0">
                  <a:pos x="1413" y="369"/>
                </a:cxn>
                <a:cxn ang="0">
                  <a:pos x="1317" y="362"/>
                </a:cxn>
                <a:cxn ang="0">
                  <a:pos x="1230" y="380"/>
                </a:cxn>
                <a:cxn ang="0">
                  <a:pos x="1185" y="416"/>
                </a:cxn>
                <a:cxn ang="0">
                  <a:pos x="1184" y="506"/>
                </a:cxn>
                <a:cxn ang="0">
                  <a:pos x="1183" y="575"/>
                </a:cxn>
                <a:cxn ang="0">
                  <a:pos x="1095" y="600"/>
                </a:cxn>
                <a:cxn ang="0">
                  <a:pos x="1004" y="647"/>
                </a:cxn>
                <a:cxn ang="0">
                  <a:pos x="932" y="647"/>
                </a:cxn>
                <a:cxn ang="0">
                  <a:pos x="845" y="642"/>
                </a:cxn>
                <a:cxn ang="0">
                  <a:pos x="773" y="658"/>
                </a:cxn>
                <a:cxn ang="0">
                  <a:pos x="675" y="652"/>
                </a:cxn>
                <a:cxn ang="0">
                  <a:pos x="615" y="684"/>
                </a:cxn>
                <a:cxn ang="0">
                  <a:pos x="570" y="784"/>
                </a:cxn>
                <a:cxn ang="0">
                  <a:pos x="493" y="815"/>
                </a:cxn>
                <a:cxn ang="0">
                  <a:pos x="415" y="819"/>
                </a:cxn>
                <a:cxn ang="0">
                  <a:pos x="379" y="781"/>
                </a:cxn>
                <a:cxn ang="0">
                  <a:pos x="344" y="735"/>
                </a:cxn>
                <a:cxn ang="0">
                  <a:pos x="260" y="752"/>
                </a:cxn>
                <a:cxn ang="0">
                  <a:pos x="213" y="717"/>
                </a:cxn>
                <a:cxn ang="0">
                  <a:pos x="195" y="642"/>
                </a:cxn>
                <a:cxn ang="0">
                  <a:pos x="146" y="623"/>
                </a:cxn>
                <a:cxn ang="0">
                  <a:pos x="123" y="679"/>
                </a:cxn>
                <a:cxn ang="0">
                  <a:pos x="72" y="718"/>
                </a:cxn>
                <a:cxn ang="0">
                  <a:pos x="19" y="719"/>
                </a:cxn>
                <a:cxn ang="0">
                  <a:pos x="15" y="649"/>
                </a:cxn>
                <a:cxn ang="0">
                  <a:pos x="20" y="584"/>
                </a:cxn>
                <a:cxn ang="0">
                  <a:pos x="30" y="526"/>
                </a:cxn>
                <a:cxn ang="0">
                  <a:pos x="68" y="465"/>
                </a:cxn>
                <a:cxn ang="0">
                  <a:pos x="62" y="392"/>
                </a:cxn>
                <a:cxn ang="0">
                  <a:pos x="116" y="358"/>
                </a:cxn>
                <a:cxn ang="0">
                  <a:pos x="185" y="293"/>
                </a:cxn>
                <a:cxn ang="0">
                  <a:pos x="230" y="239"/>
                </a:cxn>
                <a:cxn ang="0">
                  <a:pos x="224" y="152"/>
                </a:cxn>
                <a:cxn ang="0">
                  <a:pos x="252" y="106"/>
                </a:cxn>
                <a:cxn ang="0">
                  <a:pos x="264" y="144"/>
                </a:cxn>
                <a:cxn ang="0">
                  <a:pos x="308" y="128"/>
                </a:cxn>
                <a:cxn ang="0">
                  <a:pos x="402" y="153"/>
                </a:cxn>
                <a:cxn ang="0">
                  <a:pos x="479" y="155"/>
                </a:cxn>
                <a:cxn ang="0">
                  <a:pos x="476" y="200"/>
                </a:cxn>
                <a:cxn ang="0">
                  <a:pos x="531" y="235"/>
                </a:cxn>
                <a:cxn ang="0">
                  <a:pos x="551" y="286"/>
                </a:cxn>
                <a:cxn ang="0">
                  <a:pos x="614" y="281"/>
                </a:cxn>
                <a:cxn ang="0">
                  <a:pos x="681" y="258"/>
                </a:cxn>
                <a:cxn ang="0">
                  <a:pos x="710" y="284"/>
                </a:cxn>
                <a:cxn ang="0">
                  <a:pos x="766" y="248"/>
                </a:cxn>
                <a:cxn ang="0">
                  <a:pos x="780" y="213"/>
                </a:cxn>
                <a:cxn ang="0">
                  <a:pos x="843" y="196"/>
                </a:cxn>
                <a:cxn ang="0">
                  <a:pos x="902" y="137"/>
                </a:cxn>
                <a:cxn ang="0">
                  <a:pos x="1035" y="128"/>
                </a:cxn>
                <a:cxn ang="0">
                  <a:pos x="1134" y="107"/>
                </a:cxn>
                <a:cxn ang="0">
                  <a:pos x="1205" y="111"/>
                </a:cxn>
                <a:cxn ang="0">
                  <a:pos x="1264" y="94"/>
                </a:cxn>
                <a:cxn ang="0">
                  <a:pos x="1262" y="33"/>
                </a:cxn>
                <a:cxn ang="0">
                  <a:pos x="1278" y="45"/>
                </a:cxn>
                <a:cxn ang="0">
                  <a:pos x="1349" y="49"/>
                </a:cxn>
                <a:cxn ang="0">
                  <a:pos x="1408" y="78"/>
                </a:cxn>
                <a:cxn ang="0">
                  <a:pos x="1459" y="101"/>
                </a:cxn>
                <a:cxn ang="0">
                  <a:pos x="1510" y="144"/>
                </a:cxn>
                <a:cxn ang="0">
                  <a:pos x="1527" y="213"/>
                </a:cxn>
              </a:cxnLst>
              <a:rect l="0" t="0" r="r" b="b"/>
              <a:pathLst>
                <a:path w="1542" h="830">
                  <a:moveTo>
                    <a:pt x="1541" y="229"/>
                  </a:moveTo>
                  <a:cubicBezTo>
                    <a:pt x="1542" y="230"/>
                    <a:pt x="1541" y="234"/>
                    <a:pt x="1540" y="236"/>
                  </a:cubicBezTo>
                  <a:cubicBezTo>
                    <a:pt x="1538" y="238"/>
                    <a:pt x="1533" y="240"/>
                    <a:pt x="1530" y="240"/>
                  </a:cubicBezTo>
                  <a:cubicBezTo>
                    <a:pt x="1529" y="240"/>
                    <a:pt x="1526" y="237"/>
                    <a:pt x="1524" y="236"/>
                  </a:cubicBezTo>
                  <a:cubicBezTo>
                    <a:pt x="1521" y="236"/>
                    <a:pt x="1514" y="236"/>
                    <a:pt x="1512" y="238"/>
                  </a:cubicBezTo>
                  <a:cubicBezTo>
                    <a:pt x="1510" y="239"/>
                    <a:pt x="1507" y="243"/>
                    <a:pt x="1506" y="245"/>
                  </a:cubicBezTo>
                  <a:cubicBezTo>
                    <a:pt x="1506" y="247"/>
                    <a:pt x="1506" y="251"/>
                    <a:pt x="1506" y="252"/>
                  </a:cubicBezTo>
                  <a:cubicBezTo>
                    <a:pt x="1506" y="255"/>
                    <a:pt x="1504" y="261"/>
                    <a:pt x="1503" y="263"/>
                  </a:cubicBezTo>
                  <a:cubicBezTo>
                    <a:pt x="1503" y="266"/>
                    <a:pt x="1503" y="272"/>
                    <a:pt x="1503" y="274"/>
                  </a:cubicBezTo>
                  <a:cubicBezTo>
                    <a:pt x="1502" y="277"/>
                    <a:pt x="1500" y="281"/>
                    <a:pt x="1499" y="283"/>
                  </a:cubicBezTo>
                  <a:cubicBezTo>
                    <a:pt x="1497" y="285"/>
                    <a:pt x="1491" y="286"/>
                    <a:pt x="1489" y="288"/>
                  </a:cubicBezTo>
                  <a:cubicBezTo>
                    <a:pt x="1487" y="289"/>
                    <a:pt x="1483" y="292"/>
                    <a:pt x="1481" y="294"/>
                  </a:cubicBezTo>
                  <a:cubicBezTo>
                    <a:pt x="1480" y="296"/>
                    <a:pt x="1477" y="301"/>
                    <a:pt x="1474" y="302"/>
                  </a:cubicBezTo>
                  <a:cubicBezTo>
                    <a:pt x="1471" y="304"/>
                    <a:pt x="1462" y="303"/>
                    <a:pt x="1458" y="303"/>
                  </a:cubicBezTo>
                  <a:cubicBezTo>
                    <a:pt x="1455" y="304"/>
                    <a:pt x="1448" y="303"/>
                    <a:pt x="1445" y="303"/>
                  </a:cubicBezTo>
                  <a:cubicBezTo>
                    <a:pt x="1441" y="304"/>
                    <a:pt x="1432" y="309"/>
                    <a:pt x="1428" y="311"/>
                  </a:cubicBezTo>
                  <a:cubicBezTo>
                    <a:pt x="1425" y="312"/>
                    <a:pt x="1421" y="315"/>
                    <a:pt x="1419" y="317"/>
                  </a:cubicBezTo>
                  <a:cubicBezTo>
                    <a:pt x="1417" y="318"/>
                    <a:pt x="1415" y="320"/>
                    <a:pt x="1414" y="321"/>
                  </a:cubicBezTo>
                  <a:cubicBezTo>
                    <a:pt x="1413" y="323"/>
                    <a:pt x="1413" y="328"/>
                    <a:pt x="1414" y="330"/>
                  </a:cubicBezTo>
                  <a:cubicBezTo>
                    <a:pt x="1414" y="332"/>
                    <a:pt x="1416" y="335"/>
                    <a:pt x="1418" y="337"/>
                  </a:cubicBezTo>
                  <a:cubicBezTo>
                    <a:pt x="1419" y="338"/>
                    <a:pt x="1422" y="340"/>
                    <a:pt x="1423" y="342"/>
                  </a:cubicBezTo>
                  <a:cubicBezTo>
                    <a:pt x="1424" y="345"/>
                    <a:pt x="1425" y="350"/>
                    <a:pt x="1424" y="353"/>
                  </a:cubicBezTo>
                  <a:cubicBezTo>
                    <a:pt x="1424" y="355"/>
                    <a:pt x="1421" y="359"/>
                    <a:pt x="1420" y="360"/>
                  </a:cubicBezTo>
                  <a:cubicBezTo>
                    <a:pt x="1419" y="363"/>
                    <a:pt x="1415" y="367"/>
                    <a:pt x="1413" y="369"/>
                  </a:cubicBezTo>
                  <a:cubicBezTo>
                    <a:pt x="1410" y="370"/>
                    <a:pt x="1405" y="368"/>
                    <a:pt x="1402" y="369"/>
                  </a:cubicBezTo>
                  <a:cubicBezTo>
                    <a:pt x="1398" y="369"/>
                    <a:pt x="1389" y="371"/>
                    <a:pt x="1385" y="371"/>
                  </a:cubicBezTo>
                  <a:cubicBezTo>
                    <a:pt x="1382" y="372"/>
                    <a:pt x="1377" y="371"/>
                    <a:pt x="1374" y="371"/>
                  </a:cubicBezTo>
                  <a:cubicBezTo>
                    <a:pt x="1371" y="372"/>
                    <a:pt x="1365" y="376"/>
                    <a:pt x="1361" y="376"/>
                  </a:cubicBezTo>
                  <a:cubicBezTo>
                    <a:pt x="1357" y="376"/>
                    <a:pt x="1349" y="374"/>
                    <a:pt x="1346" y="371"/>
                  </a:cubicBezTo>
                  <a:cubicBezTo>
                    <a:pt x="1344" y="370"/>
                    <a:pt x="1342" y="366"/>
                    <a:pt x="1340" y="365"/>
                  </a:cubicBezTo>
                  <a:cubicBezTo>
                    <a:pt x="1338" y="364"/>
                    <a:pt x="1334" y="362"/>
                    <a:pt x="1332" y="362"/>
                  </a:cubicBezTo>
                  <a:cubicBezTo>
                    <a:pt x="1328" y="361"/>
                    <a:pt x="1321" y="362"/>
                    <a:pt x="1317" y="362"/>
                  </a:cubicBezTo>
                  <a:cubicBezTo>
                    <a:pt x="1315" y="362"/>
                    <a:pt x="1309" y="364"/>
                    <a:pt x="1307" y="365"/>
                  </a:cubicBezTo>
                  <a:cubicBezTo>
                    <a:pt x="1304" y="366"/>
                    <a:pt x="1300" y="370"/>
                    <a:pt x="1297" y="371"/>
                  </a:cubicBezTo>
                  <a:cubicBezTo>
                    <a:pt x="1294" y="373"/>
                    <a:pt x="1289" y="377"/>
                    <a:pt x="1286" y="378"/>
                  </a:cubicBezTo>
                  <a:cubicBezTo>
                    <a:pt x="1283" y="378"/>
                    <a:pt x="1278" y="378"/>
                    <a:pt x="1275" y="378"/>
                  </a:cubicBezTo>
                  <a:cubicBezTo>
                    <a:pt x="1273" y="377"/>
                    <a:pt x="1268" y="374"/>
                    <a:pt x="1266" y="374"/>
                  </a:cubicBezTo>
                  <a:cubicBezTo>
                    <a:pt x="1263" y="374"/>
                    <a:pt x="1258" y="374"/>
                    <a:pt x="1255" y="374"/>
                  </a:cubicBezTo>
                  <a:cubicBezTo>
                    <a:pt x="1252" y="375"/>
                    <a:pt x="1246" y="378"/>
                    <a:pt x="1243" y="379"/>
                  </a:cubicBezTo>
                  <a:cubicBezTo>
                    <a:pt x="1240" y="379"/>
                    <a:pt x="1233" y="379"/>
                    <a:pt x="1230" y="380"/>
                  </a:cubicBezTo>
                  <a:cubicBezTo>
                    <a:pt x="1227" y="381"/>
                    <a:pt x="1223" y="386"/>
                    <a:pt x="1220" y="387"/>
                  </a:cubicBezTo>
                  <a:cubicBezTo>
                    <a:pt x="1218" y="387"/>
                    <a:pt x="1212" y="386"/>
                    <a:pt x="1209" y="385"/>
                  </a:cubicBezTo>
                  <a:cubicBezTo>
                    <a:pt x="1208" y="384"/>
                    <a:pt x="1206" y="382"/>
                    <a:pt x="1204" y="381"/>
                  </a:cubicBezTo>
                  <a:cubicBezTo>
                    <a:pt x="1202" y="380"/>
                    <a:pt x="1198" y="380"/>
                    <a:pt x="1195" y="380"/>
                  </a:cubicBezTo>
                  <a:cubicBezTo>
                    <a:pt x="1194" y="380"/>
                    <a:pt x="1190" y="381"/>
                    <a:pt x="1188" y="382"/>
                  </a:cubicBezTo>
                  <a:cubicBezTo>
                    <a:pt x="1186" y="383"/>
                    <a:pt x="1184" y="388"/>
                    <a:pt x="1183" y="390"/>
                  </a:cubicBezTo>
                  <a:cubicBezTo>
                    <a:pt x="1182" y="394"/>
                    <a:pt x="1180" y="401"/>
                    <a:pt x="1180" y="405"/>
                  </a:cubicBezTo>
                  <a:cubicBezTo>
                    <a:pt x="1180" y="408"/>
                    <a:pt x="1183" y="413"/>
                    <a:pt x="1185" y="416"/>
                  </a:cubicBezTo>
                  <a:cubicBezTo>
                    <a:pt x="1186" y="417"/>
                    <a:pt x="1188" y="420"/>
                    <a:pt x="1189" y="422"/>
                  </a:cubicBezTo>
                  <a:cubicBezTo>
                    <a:pt x="1191" y="424"/>
                    <a:pt x="1193" y="428"/>
                    <a:pt x="1193" y="431"/>
                  </a:cubicBezTo>
                  <a:cubicBezTo>
                    <a:pt x="1194" y="434"/>
                    <a:pt x="1194" y="440"/>
                    <a:pt x="1193" y="443"/>
                  </a:cubicBezTo>
                  <a:cubicBezTo>
                    <a:pt x="1192" y="446"/>
                    <a:pt x="1189" y="451"/>
                    <a:pt x="1188" y="453"/>
                  </a:cubicBezTo>
                  <a:cubicBezTo>
                    <a:pt x="1186" y="457"/>
                    <a:pt x="1180" y="463"/>
                    <a:pt x="1179" y="467"/>
                  </a:cubicBezTo>
                  <a:cubicBezTo>
                    <a:pt x="1178" y="470"/>
                    <a:pt x="1179" y="476"/>
                    <a:pt x="1179" y="479"/>
                  </a:cubicBezTo>
                  <a:cubicBezTo>
                    <a:pt x="1179" y="482"/>
                    <a:pt x="1178" y="488"/>
                    <a:pt x="1178" y="491"/>
                  </a:cubicBezTo>
                  <a:cubicBezTo>
                    <a:pt x="1179" y="495"/>
                    <a:pt x="1182" y="503"/>
                    <a:pt x="1184" y="506"/>
                  </a:cubicBezTo>
                  <a:cubicBezTo>
                    <a:pt x="1186" y="509"/>
                    <a:pt x="1192" y="514"/>
                    <a:pt x="1193" y="517"/>
                  </a:cubicBezTo>
                  <a:cubicBezTo>
                    <a:pt x="1195" y="519"/>
                    <a:pt x="1197" y="525"/>
                    <a:pt x="1198" y="528"/>
                  </a:cubicBezTo>
                  <a:cubicBezTo>
                    <a:pt x="1200" y="531"/>
                    <a:pt x="1202" y="538"/>
                    <a:pt x="1203" y="541"/>
                  </a:cubicBezTo>
                  <a:cubicBezTo>
                    <a:pt x="1204" y="545"/>
                    <a:pt x="1208" y="551"/>
                    <a:pt x="1209" y="555"/>
                  </a:cubicBezTo>
                  <a:cubicBezTo>
                    <a:pt x="1209" y="558"/>
                    <a:pt x="1210" y="564"/>
                    <a:pt x="1210" y="568"/>
                  </a:cubicBezTo>
                  <a:cubicBezTo>
                    <a:pt x="1210" y="568"/>
                    <a:pt x="1210" y="568"/>
                    <a:pt x="1209" y="568"/>
                  </a:cubicBezTo>
                  <a:cubicBezTo>
                    <a:pt x="1206" y="569"/>
                    <a:pt x="1200" y="571"/>
                    <a:pt x="1197" y="572"/>
                  </a:cubicBezTo>
                  <a:cubicBezTo>
                    <a:pt x="1194" y="573"/>
                    <a:pt x="1187" y="574"/>
                    <a:pt x="1183" y="575"/>
                  </a:cubicBezTo>
                  <a:cubicBezTo>
                    <a:pt x="1181" y="576"/>
                    <a:pt x="1177" y="581"/>
                    <a:pt x="1174" y="582"/>
                  </a:cubicBezTo>
                  <a:cubicBezTo>
                    <a:pt x="1172" y="583"/>
                    <a:pt x="1166" y="583"/>
                    <a:pt x="1164" y="584"/>
                  </a:cubicBezTo>
                  <a:cubicBezTo>
                    <a:pt x="1163" y="584"/>
                    <a:pt x="1161" y="587"/>
                    <a:pt x="1159" y="588"/>
                  </a:cubicBezTo>
                  <a:cubicBezTo>
                    <a:pt x="1157" y="590"/>
                    <a:pt x="1153" y="592"/>
                    <a:pt x="1151" y="593"/>
                  </a:cubicBezTo>
                  <a:cubicBezTo>
                    <a:pt x="1148" y="593"/>
                    <a:pt x="1142" y="593"/>
                    <a:pt x="1139" y="593"/>
                  </a:cubicBezTo>
                  <a:cubicBezTo>
                    <a:pt x="1136" y="593"/>
                    <a:pt x="1131" y="592"/>
                    <a:pt x="1128" y="592"/>
                  </a:cubicBezTo>
                  <a:cubicBezTo>
                    <a:pt x="1124" y="592"/>
                    <a:pt x="1116" y="593"/>
                    <a:pt x="1113" y="594"/>
                  </a:cubicBezTo>
                  <a:cubicBezTo>
                    <a:pt x="1108" y="595"/>
                    <a:pt x="1099" y="597"/>
                    <a:pt x="1095" y="600"/>
                  </a:cubicBezTo>
                  <a:cubicBezTo>
                    <a:pt x="1093" y="601"/>
                    <a:pt x="1089" y="607"/>
                    <a:pt x="1087" y="608"/>
                  </a:cubicBezTo>
                  <a:cubicBezTo>
                    <a:pt x="1084" y="610"/>
                    <a:pt x="1078" y="611"/>
                    <a:pt x="1075" y="612"/>
                  </a:cubicBezTo>
                  <a:cubicBezTo>
                    <a:pt x="1072" y="614"/>
                    <a:pt x="1066" y="619"/>
                    <a:pt x="1062" y="621"/>
                  </a:cubicBezTo>
                  <a:cubicBezTo>
                    <a:pt x="1060" y="623"/>
                    <a:pt x="1054" y="627"/>
                    <a:pt x="1051" y="629"/>
                  </a:cubicBezTo>
                  <a:cubicBezTo>
                    <a:pt x="1047" y="631"/>
                    <a:pt x="1040" y="633"/>
                    <a:pt x="1036" y="635"/>
                  </a:cubicBezTo>
                  <a:cubicBezTo>
                    <a:pt x="1034" y="637"/>
                    <a:pt x="1030" y="640"/>
                    <a:pt x="1028" y="641"/>
                  </a:cubicBezTo>
                  <a:cubicBezTo>
                    <a:pt x="1026" y="643"/>
                    <a:pt x="1021" y="644"/>
                    <a:pt x="1019" y="645"/>
                  </a:cubicBezTo>
                  <a:cubicBezTo>
                    <a:pt x="1015" y="646"/>
                    <a:pt x="1007" y="646"/>
                    <a:pt x="1004" y="647"/>
                  </a:cubicBezTo>
                  <a:cubicBezTo>
                    <a:pt x="1001" y="647"/>
                    <a:pt x="995" y="648"/>
                    <a:pt x="993" y="649"/>
                  </a:cubicBezTo>
                  <a:cubicBezTo>
                    <a:pt x="991" y="650"/>
                    <a:pt x="989" y="654"/>
                    <a:pt x="987" y="655"/>
                  </a:cubicBezTo>
                  <a:cubicBezTo>
                    <a:pt x="985" y="657"/>
                    <a:pt x="982" y="661"/>
                    <a:pt x="979" y="662"/>
                  </a:cubicBezTo>
                  <a:cubicBezTo>
                    <a:pt x="978" y="663"/>
                    <a:pt x="974" y="663"/>
                    <a:pt x="973" y="662"/>
                  </a:cubicBezTo>
                  <a:cubicBezTo>
                    <a:pt x="970" y="662"/>
                    <a:pt x="966" y="659"/>
                    <a:pt x="964" y="657"/>
                  </a:cubicBezTo>
                  <a:cubicBezTo>
                    <a:pt x="962" y="655"/>
                    <a:pt x="958" y="650"/>
                    <a:pt x="955" y="648"/>
                  </a:cubicBezTo>
                  <a:cubicBezTo>
                    <a:pt x="952" y="647"/>
                    <a:pt x="946" y="645"/>
                    <a:pt x="943" y="645"/>
                  </a:cubicBezTo>
                  <a:cubicBezTo>
                    <a:pt x="940" y="645"/>
                    <a:pt x="935" y="647"/>
                    <a:pt x="932" y="647"/>
                  </a:cubicBezTo>
                  <a:cubicBezTo>
                    <a:pt x="931" y="646"/>
                    <a:pt x="927" y="644"/>
                    <a:pt x="926" y="643"/>
                  </a:cubicBezTo>
                  <a:cubicBezTo>
                    <a:pt x="923" y="641"/>
                    <a:pt x="918" y="635"/>
                    <a:pt x="914" y="634"/>
                  </a:cubicBezTo>
                  <a:cubicBezTo>
                    <a:pt x="911" y="632"/>
                    <a:pt x="903" y="630"/>
                    <a:pt x="899" y="628"/>
                  </a:cubicBezTo>
                  <a:cubicBezTo>
                    <a:pt x="897" y="627"/>
                    <a:pt x="893" y="624"/>
                    <a:pt x="891" y="624"/>
                  </a:cubicBezTo>
                  <a:cubicBezTo>
                    <a:pt x="888" y="624"/>
                    <a:pt x="883" y="629"/>
                    <a:pt x="881" y="630"/>
                  </a:cubicBezTo>
                  <a:cubicBezTo>
                    <a:pt x="878" y="632"/>
                    <a:pt x="873" y="635"/>
                    <a:pt x="870" y="636"/>
                  </a:cubicBezTo>
                  <a:cubicBezTo>
                    <a:pt x="868" y="637"/>
                    <a:pt x="863" y="640"/>
                    <a:pt x="861" y="641"/>
                  </a:cubicBezTo>
                  <a:cubicBezTo>
                    <a:pt x="857" y="642"/>
                    <a:pt x="849" y="643"/>
                    <a:pt x="845" y="642"/>
                  </a:cubicBezTo>
                  <a:cubicBezTo>
                    <a:pt x="843" y="641"/>
                    <a:pt x="839" y="637"/>
                    <a:pt x="837" y="635"/>
                  </a:cubicBezTo>
                  <a:cubicBezTo>
                    <a:pt x="835" y="634"/>
                    <a:pt x="831" y="634"/>
                    <a:pt x="830" y="632"/>
                  </a:cubicBezTo>
                  <a:cubicBezTo>
                    <a:pt x="828" y="631"/>
                    <a:pt x="826" y="626"/>
                    <a:pt x="823" y="625"/>
                  </a:cubicBezTo>
                  <a:cubicBezTo>
                    <a:pt x="821" y="625"/>
                    <a:pt x="817" y="628"/>
                    <a:pt x="815" y="630"/>
                  </a:cubicBezTo>
                  <a:cubicBezTo>
                    <a:pt x="812" y="631"/>
                    <a:pt x="809" y="635"/>
                    <a:pt x="807" y="637"/>
                  </a:cubicBezTo>
                  <a:cubicBezTo>
                    <a:pt x="804" y="640"/>
                    <a:pt x="798" y="646"/>
                    <a:pt x="795" y="648"/>
                  </a:cubicBezTo>
                  <a:cubicBezTo>
                    <a:pt x="793" y="650"/>
                    <a:pt x="788" y="654"/>
                    <a:pt x="786" y="655"/>
                  </a:cubicBezTo>
                  <a:cubicBezTo>
                    <a:pt x="783" y="657"/>
                    <a:pt x="777" y="659"/>
                    <a:pt x="773" y="658"/>
                  </a:cubicBezTo>
                  <a:cubicBezTo>
                    <a:pt x="771" y="658"/>
                    <a:pt x="766" y="657"/>
                    <a:pt x="764" y="656"/>
                  </a:cubicBezTo>
                  <a:cubicBezTo>
                    <a:pt x="762" y="654"/>
                    <a:pt x="757" y="650"/>
                    <a:pt x="754" y="649"/>
                  </a:cubicBezTo>
                  <a:cubicBezTo>
                    <a:pt x="752" y="647"/>
                    <a:pt x="746" y="642"/>
                    <a:pt x="743" y="641"/>
                  </a:cubicBezTo>
                  <a:cubicBezTo>
                    <a:pt x="740" y="640"/>
                    <a:pt x="731" y="639"/>
                    <a:pt x="727" y="639"/>
                  </a:cubicBezTo>
                  <a:cubicBezTo>
                    <a:pt x="724" y="639"/>
                    <a:pt x="718" y="641"/>
                    <a:pt x="715" y="642"/>
                  </a:cubicBezTo>
                  <a:cubicBezTo>
                    <a:pt x="711" y="643"/>
                    <a:pt x="704" y="646"/>
                    <a:pt x="700" y="646"/>
                  </a:cubicBezTo>
                  <a:cubicBezTo>
                    <a:pt x="697" y="647"/>
                    <a:pt x="690" y="645"/>
                    <a:pt x="687" y="646"/>
                  </a:cubicBezTo>
                  <a:cubicBezTo>
                    <a:pt x="684" y="647"/>
                    <a:pt x="678" y="651"/>
                    <a:pt x="675" y="652"/>
                  </a:cubicBezTo>
                  <a:cubicBezTo>
                    <a:pt x="672" y="653"/>
                    <a:pt x="667" y="656"/>
                    <a:pt x="664" y="657"/>
                  </a:cubicBezTo>
                  <a:cubicBezTo>
                    <a:pt x="662" y="658"/>
                    <a:pt x="657" y="660"/>
                    <a:pt x="655" y="659"/>
                  </a:cubicBezTo>
                  <a:cubicBezTo>
                    <a:pt x="653" y="659"/>
                    <a:pt x="649" y="656"/>
                    <a:pt x="647" y="655"/>
                  </a:cubicBezTo>
                  <a:cubicBezTo>
                    <a:pt x="645" y="654"/>
                    <a:pt x="642" y="651"/>
                    <a:pt x="640" y="651"/>
                  </a:cubicBezTo>
                  <a:cubicBezTo>
                    <a:pt x="637" y="651"/>
                    <a:pt x="632" y="656"/>
                    <a:pt x="630" y="658"/>
                  </a:cubicBezTo>
                  <a:cubicBezTo>
                    <a:pt x="628" y="660"/>
                    <a:pt x="626" y="665"/>
                    <a:pt x="624" y="667"/>
                  </a:cubicBezTo>
                  <a:cubicBezTo>
                    <a:pt x="623" y="670"/>
                    <a:pt x="621" y="675"/>
                    <a:pt x="620" y="677"/>
                  </a:cubicBezTo>
                  <a:cubicBezTo>
                    <a:pt x="619" y="679"/>
                    <a:pt x="616" y="682"/>
                    <a:pt x="615" y="684"/>
                  </a:cubicBezTo>
                  <a:cubicBezTo>
                    <a:pt x="613" y="686"/>
                    <a:pt x="608" y="689"/>
                    <a:pt x="606" y="691"/>
                  </a:cubicBezTo>
                  <a:cubicBezTo>
                    <a:pt x="603" y="692"/>
                    <a:pt x="598" y="695"/>
                    <a:pt x="596" y="698"/>
                  </a:cubicBezTo>
                  <a:cubicBezTo>
                    <a:pt x="594" y="699"/>
                    <a:pt x="591" y="703"/>
                    <a:pt x="590" y="705"/>
                  </a:cubicBezTo>
                  <a:cubicBezTo>
                    <a:pt x="589" y="708"/>
                    <a:pt x="590" y="713"/>
                    <a:pt x="589" y="716"/>
                  </a:cubicBezTo>
                  <a:cubicBezTo>
                    <a:pt x="589" y="720"/>
                    <a:pt x="587" y="727"/>
                    <a:pt x="586" y="731"/>
                  </a:cubicBezTo>
                  <a:cubicBezTo>
                    <a:pt x="585" y="736"/>
                    <a:pt x="584" y="746"/>
                    <a:pt x="583" y="751"/>
                  </a:cubicBezTo>
                  <a:cubicBezTo>
                    <a:pt x="582" y="756"/>
                    <a:pt x="579" y="766"/>
                    <a:pt x="577" y="770"/>
                  </a:cubicBezTo>
                  <a:cubicBezTo>
                    <a:pt x="576" y="774"/>
                    <a:pt x="573" y="781"/>
                    <a:pt x="570" y="784"/>
                  </a:cubicBezTo>
                  <a:cubicBezTo>
                    <a:pt x="568" y="786"/>
                    <a:pt x="564" y="788"/>
                    <a:pt x="562" y="790"/>
                  </a:cubicBezTo>
                  <a:cubicBezTo>
                    <a:pt x="560" y="791"/>
                    <a:pt x="557" y="795"/>
                    <a:pt x="556" y="797"/>
                  </a:cubicBezTo>
                  <a:cubicBezTo>
                    <a:pt x="555" y="799"/>
                    <a:pt x="553" y="804"/>
                    <a:pt x="552" y="807"/>
                  </a:cubicBezTo>
                  <a:cubicBezTo>
                    <a:pt x="552" y="810"/>
                    <a:pt x="550" y="815"/>
                    <a:pt x="549" y="818"/>
                  </a:cubicBezTo>
                  <a:cubicBezTo>
                    <a:pt x="548" y="820"/>
                    <a:pt x="545" y="824"/>
                    <a:pt x="542" y="825"/>
                  </a:cubicBezTo>
                  <a:cubicBezTo>
                    <a:pt x="539" y="826"/>
                    <a:pt x="533" y="825"/>
                    <a:pt x="530" y="825"/>
                  </a:cubicBezTo>
                  <a:cubicBezTo>
                    <a:pt x="525" y="824"/>
                    <a:pt x="515" y="822"/>
                    <a:pt x="510" y="821"/>
                  </a:cubicBezTo>
                  <a:cubicBezTo>
                    <a:pt x="506" y="819"/>
                    <a:pt x="498" y="815"/>
                    <a:pt x="493" y="815"/>
                  </a:cubicBezTo>
                  <a:cubicBezTo>
                    <a:pt x="490" y="815"/>
                    <a:pt x="484" y="816"/>
                    <a:pt x="482" y="818"/>
                  </a:cubicBezTo>
                  <a:cubicBezTo>
                    <a:pt x="480" y="819"/>
                    <a:pt x="479" y="823"/>
                    <a:pt x="478" y="825"/>
                  </a:cubicBezTo>
                  <a:cubicBezTo>
                    <a:pt x="475" y="827"/>
                    <a:pt x="468" y="830"/>
                    <a:pt x="464" y="830"/>
                  </a:cubicBezTo>
                  <a:cubicBezTo>
                    <a:pt x="461" y="830"/>
                    <a:pt x="455" y="827"/>
                    <a:pt x="453" y="826"/>
                  </a:cubicBezTo>
                  <a:cubicBezTo>
                    <a:pt x="450" y="824"/>
                    <a:pt x="447" y="819"/>
                    <a:pt x="444" y="817"/>
                  </a:cubicBezTo>
                  <a:cubicBezTo>
                    <a:pt x="442" y="816"/>
                    <a:pt x="438" y="814"/>
                    <a:pt x="436" y="814"/>
                  </a:cubicBezTo>
                  <a:cubicBezTo>
                    <a:pt x="433" y="814"/>
                    <a:pt x="429" y="819"/>
                    <a:pt x="426" y="820"/>
                  </a:cubicBezTo>
                  <a:cubicBezTo>
                    <a:pt x="423" y="820"/>
                    <a:pt x="418" y="820"/>
                    <a:pt x="415" y="819"/>
                  </a:cubicBezTo>
                  <a:cubicBezTo>
                    <a:pt x="413" y="818"/>
                    <a:pt x="409" y="815"/>
                    <a:pt x="408" y="813"/>
                  </a:cubicBezTo>
                  <a:cubicBezTo>
                    <a:pt x="405" y="811"/>
                    <a:pt x="403" y="805"/>
                    <a:pt x="400" y="803"/>
                  </a:cubicBezTo>
                  <a:cubicBezTo>
                    <a:pt x="398" y="802"/>
                    <a:pt x="395" y="801"/>
                    <a:pt x="393" y="801"/>
                  </a:cubicBezTo>
                  <a:cubicBezTo>
                    <a:pt x="390" y="801"/>
                    <a:pt x="386" y="804"/>
                    <a:pt x="384" y="804"/>
                  </a:cubicBezTo>
                  <a:cubicBezTo>
                    <a:pt x="382" y="804"/>
                    <a:pt x="378" y="804"/>
                    <a:pt x="376" y="803"/>
                  </a:cubicBezTo>
                  <a:cubicBezTo>
                    <a:pt x="374" y="802"/>
                    <a:pt x="370" y="799"/>
                    <a:pt x="370" y="797"/>
                  </a:cubicBezTo>
                  <a:cubicBezTo>
                    <a:pt x="369" y="795"/>
                    <a:pt x="370" y="792"/>
                    <a:pt x="371" y="790"/>
                  </a:cubicBezTo>
                  <a:cubicBezTo>
                    <a:pt x="373" y="787"/>
                    <a:pt x="377" y="784"/>
                    <a:pt x="379" y="781"/>
                  </a:cubicBezTo>
                  <a:cubicBezTo>
                    <a:pt x="380" y="779"/>
                    <a:pt x="384" y="775"/>
                    <a:pt x="384" y="773"/>
                  </a:cubicBezTo>
                  <a:cubicBezTo>
                    <a:pt x="384" y="770"/>
                    <a:pt x="378" y="766"/>
                    <a:pt x="376" y="764"/>
                  </a:cubicBezTo>
                  <a:cubicBezTo>
                    <a:pt x="374" y="763"/>
                    <a:pt x="369" y="763"/>
                    <a:pt x="367" y="762"/>
                  </a:cubicBezTo>
                  <a:cubicBezTo>
                    <a:pt x="365" y="760"/>
                    <a:pt x="364" y="754"/>
                    <a:pt x="362" y="753"/>
                  </a:cubicBezTo>
                  <a:cubicBezTo>
                    <a:pt x="360" y="751"/>
                    <a:pt x="354" y="753"/>
                    <a:pt x="352" y="752"/>
                  </a:cubicBezTo>
                  <a:cubicBezTo>
                    <a:pt x="350" y="752"/>
                    <a:pt x="346" y="751"/>
                    <a:pt x="345" y="750"/>
                  </a:cubicBezTo>
                  <a:cubicBezTo>
                    <a:pt x="343" y="748"/>
                    <a:pt x="343" y="744"/>
                    <a:pt x="343" y="742"/>
                  </a:cubicBezTo>
                  <a:cubicBezTo>
                    <a:pt x="343" y="740"/>
                    <a:pt x="345" y="737"/>
                    <a:pt x="344" y="735"/>
                  </a:cubicBezTo>
                  <a:cubicBezTo>
                    <a:pt x="344" y="732"/>
                    <a:pt x="340" y="727"/>
                    <a:pt x="338" y="726"/>
                  </a:cubicBezTo>
                  <a:cubicBezTo>
                    <a:pt x="335" y="725"/>
                    <a:pt x="329" y="726"/>
                    <a:pt x="327" y="727"/>
                  </a:cubicBezTo>
                  <a:cubicBezTo>
                    <a:pt x="324" y="728"/>
                    <a:pt x="319" y="734"/>
                    <a:pt x="317" y="735"/>
                  </a:cubicBezTo>
                  <a:cubicBezTo>
                    <a:pt x="314" y="737"/>
                    <a:pt x="307" y="739"/>
                    <a:pt x="304" y="740"/>
                  </a:cubicBezTo>
                  <a:cubicBezTo>
                    <a:pt x="301" y="741"/>
                    <a:pt x="295" y="743"/>
                    <a:pt x="292" y="744"/>
                  </a:cubicBezTo>
                  <a:cubicBezTo>
                    <a:pt x="289" y="745"/>
                    <a:pt x="284" y="749"/>
                    <a:pt x="281" y="750"/>
                  </a:cubicBezTo>
                  <a:cubicBezTo>
                    <a:pt x="278" y="752"/>
                    <a:pt x="270" y="754"/>
                    <a:pt x="269" y="754"/>
                  </a:cubicBezTo>
                  <a:cubicBezTo>
                    <a:pt x="268" y="754"/>
                    <a:pt x="261" y="754"/>
                    <a:pt x="260" y="752"/>
                  </a:cubicBezTo>
                  <a:cubicBezTo>
                    <a:pt x="259" y="751"/>
                    <a:pt x="260" y="747"/>
                    <a:pt x="259" y="745"/>
                  </a:cubicBezTo>
                  <a:cubicBezTo>
                    <a:pt x="259" y="743"/>
                    <a:pt x="259" y="739"/>
                    <a:pt x="257" y="738"/>
                  </a:cubicBezTo>
                  <a:cubicBezTo>
                    <a:pt x="255" y="737"/>
                    <a:pt x="253" y="740"/>
                    <a:pt x="251" y="741"/>
                  </a:cubicBezTo>
                  <a:cubicBezTo>
                    <a:pt x="249" y="742"/>
                    <a:pt x="243" y="742"/>
                    <a:pt x="241" y="742"/>
                  </a:cubicBezTo>
                  <a:cubicBezTo>
                    <a:pt x="238" y="742"/>
                    <a:pt x="232" y="740"/>
                    <a:pt x="230" y="738"/>
                  </a:cubicBezTo>
                  <a:cubicBezTo>
                    <a:pt x="227" y="737"/>
                    <a:pt x="225" y="732"/>
                    <a:pt x="224" y="730"/>
                  </a:cubicBezTo>
                  <a:cubicBezTo>
                    <a:pt x="222" y="728"/>
                    <a:pt x="217" y="726"/>
                    <a:pt x="215" y="724"/>
                  </a:cubicBezTo>
                  <a:cubicBezTo>
                    <a:pt x="214" y="723"/>
                    <a:pt x="213" y="719"/>
                    <a:pt x="213" y="717"/>
                  </a:cubicBezTo>
                  <a:cubicBezTo>
                    <a:pt x="213" y="715"/>
                    <a:pt x="216" y="709"/>
                    <a:pt x="217" y="707"/>
                  </a:cubicBezTo>
                  <a:cubicBezTo>
                    <a:pt x="219" y="703"/>
                    <a:pt x="225" y="697"/>
                    <a:pt x="228" y="694"/>
                  </a:cubicBezTo>
                  <a:cubicBezTo>
                    <a:pt x="229" y="692"/>
                    <a:pt x="233" y="687"/>
                    <a:pt x="233" y="684"/>
                  </a:cubicBezTo>
                  <a:cubicBezTo>
                    <a:pt x="234" y="681"/>
                    <a:pt x="233" y="675"/>
                    <a:pt x="231" y="672"/>
                  </a:cubicBezTo>
                  <a:cubicBezTo>
                    <a:pt x="229" y="670"/>
                    <a:pt x="225" y="668"/>
                    <a:pt x="223" y="667"/>
                  </a:cubicBezTo>
                  <a:cubicBezTo>
                    <a:pt x="219" y="665"/>
                    <a:pt x="212" y="663"/>
                    <a:pt x="208" y="660"/>
                  </a:cubicBezTo>
                  <a:cubicBezTo>
                    <a:pt x="206" y="659"/>
                    <a:pt x="203" y="654"/>
                    <a:pt x="201" y="652"/>
                  </a:cubicBezTo>
                  <a:cubicBezTo>
                    <a:pt x="199" y="650"/>
                    <a:pt x="196" y="644"/>
                    <a:pt x="195" y="642"/>
                  </a:cubicBezTo>
                  <a:cubicBezTo>
                    <a:pt x="194" y="640"/>
                    <a:pt x="192" y="635"/>
                    <a:pt x="191" y="633"/>
                  </a:cubicBezTo>
                  <a:cubicBezTo>
                    <a:pt x="190" y="632"/>
                    <a:pt x="189" y="628"/>
                    <a:pt x="188" y="627"/>
                  </a:cubicBezTo>
                  <a:cubicBezTo>
                    <a:pt x="186" y="626"/>
                    <a:pt x="182" y="624"/>
                    <a:pt x="181" y="623"/>
                  </a:cubicBezTo>
                  <a:cubicBezTo>
                    <a:pt x="179" y="622"/>
                    <a:pt x="176" y="619"/>
                    <a:pt x="174" y="618"/>
                  </a:cubicBezTo>
                  <a:cubicBezTo>
                    <a:pt x="173" y="618"/>
                    <a:pt x="169" y="616"/>
                    <a:pt x="168" y="617"/>
                  </a:cubicBezTo>
                  <a:cubicBezTo>
                    <a:pt x="166" y="617"/>
                    <a:pt x="164" y="620"/>
                    <a:pt x="162" y="621"/>
                  </a:cubicBezTo>
                  <a:cubicBezTo>
                    <a:pt x="160" y="622"/>
                    <a:pt x="155" y="623"/>
                    <a:pt x="153" y="623"/>
                  </a:cubicBezTo>
                  <a:cubicBezTo>
                    <a:pt x="151" y="623"/>
                    <a:pt x="147" y="622"/>
                    <a:pt x="146" y="623"/>
                  </a:cubicBezTo>
                  <a:cubicBezTo>
                    <a:pt x="144" y="624"/>
                    <a:pt x="144" y="629"/>
                    <a:pt x="144" y="632"/>
                  </a:cubicBezTo>
                  <a:cubicBezTo>
                    <a:pt x="144" y="634"/>
                    <a:pt x="145" y="639"/>
                    <a:pt x="144" y="641"/>
                  </a:cubicBezTo>
                  <a:cubicBezTo>
                    <a:pt x="143" y="642"/>
                    <a:pt x="139" y="644"/>
                    <a:pt x="138" y="645"/>
                  </a:cubicBezTo>
                  <a:cubicBezTo>
                    <a:pt x="136" y="647"/>
                    <a:pt x="132" y="649"/>
                    <a:pt x="131" y="652"/>
                  </a:cubicBezTo>
                  <a:cubicBezTo>
                    <a:pt x="130" y="653"/>
                    <a:pt x="129" y="657"/>
                    <a:pt x="129" y="659"/>
                  </a:cubicBezTo>
                  <a:cubicBezTo>
                    <a:pt x="129" y="661"/>
                    <a:pt x="133" y="667"/>
                    <a:pt x="133" y="668"/>
                  </a:cubicBezTo>
                  <a:cubicBezTo>
                    <a:pt x="133" y="668"/>
                    <a:pt x="132" y="675"/>
                    <a:pt x="131" y="676"/>
                  </a:cubicBezTo>
                  <a:cubicBezTo>
                    <a:pt x="129" y="678"/>
                    <a:pt x="125" y="679"/>
                    <a:pt x="123" y="679"/>
                  </a:cubicBezTo>
                  <a:cubicBezTo>
                    <a:pt x="120" y="679"/>
                    <a:pt x="116" y="676"/>
                    <a:pt x="114" y="676"/>
                  </a:cubicBezTo>
                  <a:cubicBezTo>
                    <a:pt x="110" y="675"/>
                    <a:pt x="103" y="673"/>
                    <a:pt x="99" y="673"/>
                  </a:cubicBezTo>
                  <a:cubicBezTo>
                    <a:pt x="97" y="673"/>
                    <a:pt x="92" y="673"/>
                    <a:pt x="90" y="674"/>
                  </a:cubicBezTo>
                  <a:cubicBezTo>
                    <a:pt x="88" y="675"/>
                    <a:pt x="86" y="679"/>
                    <a:pt x="85" y="681"/>
                  </a:cubicBezTo>
                  <a:cubicBezTo>
                    <a:pt x="83" y="684"/>
                    <a:pt x="81" y="691"/>
                    <a:pt x="79" y="694"/>
                  </a:cubicBezTo>
                  <a:cubicBezTo>
                    <a:pt x="78" y="696"/>
                    <a:pt x="73" y="696"/>
                    <a:pt x="72" y="698"/>
                  </a:cubicBezTo>
                  <a:cubicBezTo>
                    <a:pt x="71" y="700"/>
                    <a:pt x="74" y="705"/>
                    <a:pt x="74" y="707"/>
                  </a:cubicBezTo>
                  <a:cubicBezTo>
                    <a:pt x="74" y="710"/>
                    <a:pt x="73" y="715"/>
                    <a:pt x="72" y="718"/>
                  </a:cubicBezTo>
                  <a:cubicBezTo>
                    <a:pt x="71" y="719"/>
                    <a:pt x="67" y="722"/>
                    <a:pt x="65" y="723"/>
                  </a:cubicBezTo>
                  <a:cubicBezTo>
                    <a:pt x="62" y="725"/>
                    <a:pt x="55" y="725"/>
                    <a:pt x="52" y="725"/>
                  </a:cubicBezTo>
                  <a:cubicBezTo>
                    <a:pt x="50" y="724"/>
                    <a:pt x="47" y="722"/>
                    <a:pt x="45" y="722"/>
                  </a:cubicBezTo>
                  <a:cubicBezTo>
                    <a:pt x="43" y="722"/>
                    <a:pt x="37" y="728"/>
                    <a:pt x="36" y="729"/>
                  </a:cubicBezTo>
                  <a:cubicBezTo>
                    <a:pt x="36" y="730"/>
                    <a:pt x="32" y="734"/>
                    <a:pt x="30" y="735"/>
                  </a:cubicBezTo>
                  <a:cubicBezTo>
                    <a:pt x="28" y="736"/>
                    <a:pt x="25" y="737"/>
                    <a:pt x="23" y="737"/>
                  </a:cubicBezTo>
                  <a:cubicBezTo>
                    <a:pt x="23" y="735"/>
                    <a:pt x="24" y="732"/>
                    <a:pt x="23" y="730"/>
                  </a:cubicBezTo>
                  <a:cubicBezTo>
                    <a:pt x="23" y="727"/>
                    <a:pt x="19" y="722"/>
                    <a:pt x="19" y="719"/>
                  </a:cubicBezTo>
                  <a:cubicBezTo>
                    <a:pt x="18" y="716"/>
                    <a:pt x="19" y="710"/>
                    <a:pt x="18" y="708"/>
                  </a:cubicBezTo>
                  <a:cubicBezTo>
                    <a:pt x="18" y="705"/>
                    <a:pt x="15" y="701"/>
                    <a:pt x="13" y="699"/>
                  </a:cubicBezTo>
                  <a:cubicBezTo>
                    <a:pt x="11" y="697"/>
                    <a:pt x="7" y="695"/>
                    <a:pt x="5" y="694"/>
                  </a:cubicBezTo>
                  <a:cubicBezTo>
                    <a:pt x="3" y="692"/>
                    <a:pt x="0" y="687"/>
                    <a:pt x="0" y="684"/>
                  </a:cubicBezTo>
                  <a:cubicBezTo>
                    <a:pt x="0" y="682"/>
                    <a:pt x="2" y="678"/>
                    <a:pt x="3" y="677"/>
                  </a:cubicBezTo>
                  <a:cubicBezTo>
                    <a:pt x="3" y="674"/>
                    <a:pt x="3" y="668"/>
                    <a:pt x="4" y="665"/>
                  </a:cubicBezTo>
                  <a:cubicBezTo>
                    <a:pt x="5" y="663"/>
                    <a:pt x="8" y="658"/>
                    <a:pt x="10" y="655"/>
                  </a:cubicBezTo>
                  <a:cubicBezTo>
                    <a:pt x="11" y="654"/>
                    <a:pt x="14" y="651"/>
                    <a:pt x="15" y="649"/>
                  </a:cubicBezTo>
                  <a:cubicBezTo>
                    <a:pt x="16" y="647"/>
                    <a:pt x="16" y="642"/>
                    <a:pt x="17" y="640"/>
                  </a:cubicBezTo>
                  <a:cubicBezTo>
                    <a:pt x="18" y="637"/>
                    <a:pt x="20" y="631"/>
                    <a:pt x="22" y="629"/>
                  </a:cubicBezTo>
                  <a:cubicBezTo>
                    <a:pt x="23" y="628"/>
                    <a:pt x="27" y="626"/>
                    <a:pt x="29" y="625"/>
                  </a:cubicBezTo>
                  <a:cubicBezTo>
                    <a:pt x="31" y="622"/>
                    <a:pt x="32" y="616"/>
                    <a:pt x="33" y="613"/>
                  </a:cubicBezTo>
                  <a:cubicBezTo>
                    <a:pt x="33" y="610"/>
                    <a:pt x="33" y="605"/>
                    <a:pt x="32" y="602"/>
                  </a:cubicBezTo>
                  <a:cubicBezTo>
                    <a:pt x="31" y="600"/>
                    <a:pt x="28" y="597"/>
                    <a:pt x="26" y="596"/>
                  </a:cubicBezTo>
                  <a:cubicBezTo>
                    <a:pt x="24" y="595"/>
                    <a:pt x="20" y="595"/>
                    <a:pt x="19" y="593"/>
                  </a:cubicBezTo>
                  <a:cubicBezTo>
                    <a:pt x="18" y="591"/>
                    <a:pt x="19" y="586"/>
                    <a:pt x="20" y="584"/>
                  </a:cubicBezTo>
                  <a:cubicBezTo>
                    <a:pt x="20" y="583"/>
                    <a:pt x="21" y="581"/>
                    <a:pt x="22" y="580"/>
                  </a:cubicBezTo>
                  <a:cubicBezTo>
                    <a:pt x="24" y="578"/>
                    <a:pt x="29" y="579"/>
                    <a:pt x="31" y="578"/>
                  </a:cubicBezTo>
                  <a:cubicBezTo>
                    <a:pt x="33" y="576"/>
                    <a:pt x="35" y="571"/>
                    <a:pt x="35" y="569"/>
                  </a:cubicBezTo>
                  <a:cubicBezTo>
                    <a:pt x="36" y="567"/>
                    <a:pt x="37" y="562"/>
                    <a:pt x="36" y="560"/>
                  </a:cubicBezTo>
                  <a:cubicBezTo>
                    <a:pt x="35" y="558"/>
                    <a:pt x="28" y="556"/>
                    <a:pt x="27" y="554"/>
                  </a:cubicBezTo>
                  <a:cubicBezTo>
                    <a:pt x="25" y="552"/>
                    <a:pt x="24" y="546"/>
                    <a:pt x="25" y="544"/>
                  </a:cubicBezTo>
                  <a:cubicBezTo>
                    <a:pt x="26" y="542"/>
                    <a:pt x="31" y="540"/>
                    <a:pt x="32" y="539"/>
                  </a:cubicBezTo>
                  <a:cubicBezTo>
                    <a:pt x="33" y="536"/>
                    <a:pt x="29" y="529"/>
                    <a:pt x="30" y="526"/>
                  </a:cubicBezTo>
                  <a:cubicBezTo>
                    <a:pt x="30" y="525"/>
                    <a:pt x="32" y="524"/>
                    <a:pt x="33" y="523"/>
                  </a:cubicBezTo>
                  <a:cubicBezTo>
                    <a:pt x="34" y="521"/>
                    <a:pt x="36" y="516"/>
                    <a:pt x="38" y="513"/>
                  </a:cubicBezTo>
                  <a:cubicBezTo>
                    <a:pt x="40" y="510"/>
                    <a:pt x="45" y="502"/>
                    <a:pt x="48" y="500"/>
                  </a:cubicBezTo>
                  <a:cubicBezTo>
                    <a:pt x="50" y="499"/>
                    <a:pt x="54" y="499"/>
                    <a:pt x="56" y="498"/>
                  </a:cubicBezTo>
                  <a:cubicBezTo>
                    <a:pt x="60" y="496"/>
                    <a:pt x="66" y="490"/>
                    <a:pt x="69" y="487"/>
                  </a:cubicBezTo>
                  <a:cubicBezTo>
                    <a:pt x="71" y="486"/>
                    <a:pt x="74" y="484"/>
                    <a:pt x="75" y="482"/>
                  </a:cubicBezTo>
                  <a:cubicBezTo>
                    <a:pt x="77" y="480"/>
                    <a:pt x="77" y="474"/>
                    <a:pt x="76" y="472"/>
                  </a:cubicBezTo>
                  <a:cubicBezTo>
                    <a:pt x="75" y="470"/>
                    <a:pt x="69" y="467"/>
                    <a:pt x="68" y="465"/>
                  </a:cubicBezTo>
                  <a:cubicBezTo>
                    <a:pt x="67" y="462"/>
                    <a:pt x="68" y="456"/>
                    <a:pt x="69" y="454"/>
                  </a:cubicBezTo>
                  <a:cubicBezTo>
                    <a:pt x="70" y="451"/>
                    <a:pt x="73" y="446"/>
                    <a:pt x="74" y="443"/>
                  </a:cubicBezTo>
                  <a:cubicBezTo>
                    <a:pt x="74" y="441"/>
                    <a:pt x="76" y="437"/>
                    <a:pt x="76" y="435"/>
                  </a:cubicBezTo>
                  <a:cubicBezTo>
                    <a:pt x="76" y="432"/>
                    <a:pt x="72" y="427"/>
                    <a:pt x="72" y="424"/>
                  </a:cubicBezTo>
                  <a:cubicBezTo>
                    <a:pt x="73" y="421"/>
                    <a:pt x="77" y="416"/>
                    <a:pt x="77" y="413"/>
                  </a:cubicBezTo>
                  <a:cubicBezTo>
                    <a:pt x="77" y="410"/>
                    <a:pt x="76" y="405"/>
                    <a:pt x="75" y="402"/>
                  </a:cubicBezTo>
                  <a:cubicBezTo>
                    <a:pt x="74" y="401"/>
                    <a:pt x="71" y="399"/>
                    <a:pt x="70" y="398"/>
                  </a:cubicBezTo>
                  <a:cubicBezTo>
                    <a:pt x="68" y="396"/>
                    <a:pt x="64" y="394"/>
                    <a:pt x="62" y="392"/>
                  </a:cubicBezTo>
                  <a:cubicBezTo>
                    <a:pt x="61" y="390"/>
                    <a:pt x="62" y="386"/>
                    <a:pt x="62" y="383"/>
                  </a:cubicBezTo>
                  <a:cubicBezTo>
                    <a:pt x="62" y="381"/>
                    <a:pt x="64" y="377"/>
                    <a:pt x="64" y="374"/>
                  </a:cubicBezTo>
                  <a:cubicBezTo>
                    <a:pt x="65" y="373"/>
                    <a:pt x="65" y="371"/>
                    <a:pt x="66" y="369"/>
                  </a:cubicBezTo>
                  <a:cubicBezTo>
                    <a:pt x="68" y="369"/>
                    <a:pt x="71" y="368"/>
                    <a:pt x="73" y="368"/>
                  </a:cubicBezTo>
                  <a:cubicBezTo>
                    <a:pt x="76" y="368"/>
                    <a:pt x="80" y="365"/>
                    <a:pt x="83" y="365"/>
                  </a:cubicBezTo>
                  <a:cubicBezTo>
                    <a:pt x="85" y="365"/>
                    <a:pt x="90" y="367"/>
                    <a:pt x="93" y="367"/>
                  </a:cubicBezTo>
                  <a:cubicBezTo>
                    <a:pt x="96" y="367"/>
                    <a:pt x="103" y="366"/>
                    <a:pt x="106" y="365"/>
                  </a:cubicBezTo>
                  <a:cubicBezTo>
                    <a:pt x="109" y="364"/>
                    <a:pt x="114" y="360"/>
                    <a:pt x="116" y="358"/>
                  </a:cubicBezTo>
                  <a:cubicBezTo>
                    <a:pt x="119" y="355"/>
                    <a:pt x="122" y="347"/>
                    <a:pt x="125" y="345"/>
                  </a:cubicBezTo>
                  <a:cubicBezTo>
                    <a:pt x="127" y="343"/>
                    <a:pt x="132" y="342"/>
                    <a:pt x="134" y="341"/>
                  </a:cubicBezTo>
                  <a:cubicBezTo>
                    <a:pt x="137" y="340"/>
                    <a:pt x="145" y="340"/>
                    <a:pt x="148" y="339"/>
                  </a:cubicBezTo>
                  <a:cubicBezTo>
                    <a:pt x="151" y="338"/>
                    <a:pt x="155" y="333"/>
                    <a:pt x="158" y="331"/>
                  </a:cubicBezTo>
                  <a:cubicBezTo>
                    <a:pt x="160" y="329"/>
                    <a:pt x="164" y="326"/>
                    <a:pt x="166" y="324"/>
                  </a:cubicBezTo>
                  <a:cubicBezTo>
                    <a:pt x="167" y="322"/>
                    <a:pt x="169" y="317"/>
                    <a:pt x="170" y="314"/>
                  </a:cubicBezTo>
                  <a:cubicBezTo>
                    <a:pt x="170" y="312"/>
                    <a:pt x="170" y="306"/>
                    <a:pt x="172" y="304"/>
                  </a:cubicBezTo>
                  <a:cubicBezTo>
                    <a:pt x="174" y="300"/>
                    <a:pt x="181" y="295"/>
                    <a:pt x="185" y="293"/>
                  </a:cubicBezTo>
                  <a:cubicBezTo>
                    <a:pt x="188" y="292"/>
                    <a:pt x="194" y="290"/>
                    <a:pt x="197" y="288"/>
                  </a:cubicBezTo>
                  <a:cubicBezTo>
                    <a:pt x="200" y="287"/>
                    <a:pt x="205" y="284"/>
                    <a:pt x="208" y="283"/>
                  </a:cubicBezTo>
                  <a:cubicBezTo>
                    <a:pt x="210" y="281"/>
                    <a:pt x="214" y="279"/>
                    <a:pt x="216" y="277"/>
                  </a:cubicBezTo>
                  <a:cubicBezTo>
                    <a:pt x="217" y="276"/>
                    <a:pt x="217" y="272"/>
                    <a:pt x="217" y="270"/>
                  </a:cubicBezTo>
                  <a:cubicBezTo>
                    <a:pt x="218" y="268"/>
                    <a:pt x="217" y="263"/>
                    <a:pt x="219" y="261"/>
                  </a:cubicBezTo>
                  <a:cubicBezTo>
                    <a:pt x="219" y="259"/>
                    <a:pt x="223" y="257"/>
                    <a:pt x="224" y="256"/>
                  </a:cubicBezTo>
                  <a:cubicBezTo>
                    <a:pt x="225" y="254"/>
                    <a:pt x="226" y="248"/>
                    <a:pt x="227" y="246"/>
                  </a:cubicBezTo>
                  <a:cubicBezTo>
                    <a:pt x="227" y="244"/>
                    <a:pt x="228" y="240"/>
                    <a:pt x="230" y="239"/>
                  </a:cubicBezTo>
                  <a:cubicBezTo>
                    <a:pt x="231" y="237"/>
                    <a:pt x="234" y="234"/>
                    <a:pt x="235" y="232"/>
                  </a:cubicBezTo>
                  <a:cubicBezTo>
                    <a:pt x="236" y="230"/>
                    <a:pt x="235" y="225"/>
                    <a:pt x="234" y="223"/>
                  </a:cubicBezTo>
                  <a:cubicBezTo>
                    <a:pt x="234" y="219"/>
                    <a:pt x="233" y="210"/>
                    <a:pt x="231" y="206"/>
                  </a:cubicBezTo>
                  <a:cubicBezTo>
                    <a:pt x="229" y="203"/>
                    <a:pt x="222" y="199"/>
                    <a:pt x="220" y="196"/>
                  </a:cubicBezTo>
                  <a:cubicBezTo>
                    <a:pt x="219" y="193"/>
                    <a:pt x="216" y="189"/>
                    <a:pt x="216" y="186"/>
                  </a:cubicBezTo>
                  <a:cubicBezTo>
                    <a:pt x="216" y="184"/>
                    <a:pt x="218" y="178"/>
                    <a:pt x="218" y="175"/>
                  </a:cubicBezTo>
                  <a:cubicBezTo>
                    <a:pt x="219" y="172"/>
                    <a:pt x="220" y="166"/>
                    <a:pt x="221" y="163"/>
                  </a:cubicBezTo>
                  <a:cubicBezTo>
                    <a:pt x="222" y="160"/>
                    <a:pt x="223" y="155"/>
                    <a:pt x="224" y="152"/>
                  </a:cubicBezTo>
                  <a:cubicBezTo>
                    <a:pt x="225" y="149"/>
                    <a:pt x="226" y="143"/>
                    <a:pt x="226" y="139"/>
                  </a:cubicBezTo>
                  <a:cubicBezTo>
                    <a:pt x="226" y="137"/>
                    <a:pt x="225" y="132"/>
                    <a:pt x="224" y="130"/>
                  </a:cubicBezTo>
                  <a:cubicBezTo>
                    <a:pt x="223" y="128"/>
                    <a:pt x="221" y="126"/>
                    <a:pt x="220" y="124"/>
                  </a:cubicBezTo>
                  <a:cubicBezTo>
                    <a:pt x="219" y="122"/>
                    <a:pt x="217" y="118"/>
                    <a:pt x="217" y="116"/>
                  </a:cubicBezTo>
                  <a:cubicBezTo>
                    <a:pt x="217" y="113"/>
                    <a:pt x="218" y="108"/>
                    <a:pt x="220" y="107"/>
                  </a:cubicBezTo>
                  <a:cubicBezTo>
                    <a:pt x="222" y="104"/>
                    <a:pt x="228" y="103"/>
                    <a:pt x="230" y="102"/>
                  </a:cubicBezTo>
                  <a:cubicBezTo>
                    <a:pt x="233" y="101"/>
                    <a:pt x="239" y="101"/>
                    <a:pt x="242" y="101"/>
                  </a:cubicBezTo>
                  <a:cubicBezTo>
                    <a:pt x="245" y="102"/>
                    <a:pt x="250" y="104"/>
                    <a:pt x="252" y="106"/>
                  </a:cubicBezTo>
                  <a:cubicBezTo>
                    <a:pt x="253" y="108"/>
                    <a:pt x="254" y="112"/>
                    <a:pt x="254" y="114"/>
                  </a:cubicBezTo>
                  <a:cubicBezTo>
                    <a:pt x="254" y="115"/>
                    <a:pt x="253" y="117"/>
                    <a:pt x="252" y="118"/>
                  </a:cubicBezTo>
                  <a:cubicBezTo>
                    <a:pt x="251" y="119"/>
                    <a:pt x="248" y="119"/>
                    <a:pt x="246" y="120"/>
                  </a:cubicBezTo>
                  <a:cubicBezTo>
                    <a:pt x="245" y="122"/>
                    <a:pt x="242" y="125"/>
                    <a:pt x="241" y="127"/>
                  </a:cubicBezTo>
                  <a:cubicBezTo>
                    <a:pt x="241" y="129"/>
                    <a:pt x="241" y="133"/>
                    <a:pt x="242" y="135"/>
                  </a:cubicBezTo>
                  <a:cubicBezTo>
                    <a:pt x="243" y="136"/>
                    <a:pt x="246" y="139"/>
                    <a:pt x="248" y="140"/>
                  </a:cubicBezTo>
                  <a:cubicBezTo>
                    <a:pt x="249" y="141"/>
                    <a:pt x="253" y="144"/>
                    <a:pt x="255" y="144"/>
                  </a:cubicBezTo>
                  <a:cubicBezTo>
                    <a:pt x="257" y="145"/>
                    <a:pt x="261" y="144"/>
                    <a:pt x="264" y="144"/>
                  </a:cubicBezTo>
                  <a:cubicBezTo>
                    <a:pt x="266" y="144"/>
                    <a:pt x="270" y="146"/>
                    <a:pt x="273" y="146"/>
                  </a:cubicBezTo>
                  <a:cubicBezTo>
                    <a:pt x="275" y="146"/>
                    <a:pt x="278" y="143"/>
                    <a:pt x="280" y="143"/>
                  </a:cubicBezTo>
                  <a:cubicBezTo>
                    <a:pt x="282" y="143"/>
                    <a:pt x="285" y="146"/>
                    <a:pt x="287" y="147"/>
                  </a:cubicBezTo>
                  <a:cubicBezTo>
                    <a:pt x="288" y="148"/>
                    <a:pt x="292" y="152"/>
                    <a:pt x="294" y="152"/>
                  </a:cubicBezTo>
                  <a:cubicBezTo>
                    <a:pt x="295" y="152"/>
                    <a:pt x="298" y="150"/>
                    <a:pt x="299" y="148"/>
                  </a:cubicBezTo>
                  <a:cubicBezTo>
                    <a:pt x="300" y="146"/>
                    <a:pt x="298" y="141"/>
                    <a:pt x="298" y="139"/>
                  </a:cubicBezTo>
                  <a:cubicBezTo>
                    <a:pt x="299" y="137"/>
                    <a:pt x="300" y="132"/>
                    <a:pt x="301" y="131"/>
                  </a:cubicBezTo>
                  <a:cubicBezTo>
                    <a:pt x="303" y="130"/>
                    <a:pt x="306" y="128"/>
                    <a:pt x="308" y="128"/>
                  </a:cubicBezTo>
                  <a:cubicBezTo>
                    <a:pt x="309" y="128"/>
                    <a:pt x="309" y="130"/>
                    <a:pt x="310" y="130"/>
                  </a:cubicBezTo>
                  <a:cubicBezTo>
                    <a:pt x="313" y="132"/>
                    <a:pt x="318" y="133"/>
                    <a:pt x="321" y="133"/>
                  </a:cubicBezTo>
                  <a:cubicBezTo>
                    <a:pt x="326" y="133"/>
                    <a:pt x="334" y="128"/>
                    <a:pt x="338" y="128"/>
                  </a:cubicBezTo>
                  <a:cubicBezTo>
                    <a:pt x="343" y="128"/>
                    <a:pt x="351" y="129"/>
                    <a:pt x="355" y="130"/>
                  </a:cubicBezTo>
                  <a:cubicBezTo>
                    <a:pt x="360" y="131"/>
                    <a:pt x="370" y="133"/>
                    <a:pt x="374" y="135"/>
                  </a:cubicBezTo>
                  <a:cubicBezTo>
                    <a:pt x="377" y="137"/>
                    <a:pt x="382" y="142"/>
                    <a:pt x="384" y="144"/>
                  </a:cubicBezTo>
                  <a:cubicBezTo>
                    <a:pt x="386" y="145"/>
                    <a:pt x="389" y="149"/>
                    <a:pt x="390" y="150"/>
                  </a:cubicBezTo>
                  <a:cubicBezTo>
                    <a:pt x="393" y="152"/>
                    <a:pt x="399" y="152"/>
                    <a:pt x="402" y="153"/>
                  </a:cubicBezTo>
                  <a:cubicBezTo>
                    <a:pt x="404" y="155"/>
                    <a:pt x="406" y="159"/>
                    <a:pt x="407" y="160"/>
                  </a:cubicBezTo>
                  <a:cubicBezTo>
                    <a:pt x="408" y="162"/>
                    <a:pt x="411" y="164"/>
                    <a:pt x="413" y="165"/>
                  </a:cubicBezTo>
                  <a:cubicBezTo>
                    <a:pt x="415" y="167"/>
                    <a:pt x="420" y="168"/>
                    <a:pt x="422" y="168"/>
                  </a:cubicBezTo>
                  <a:cubicBezTo>
                    <a:pt x="425" y="169"/>
                    <a:pt x="431" y="167"/>
                    <a:pt x="434" y="167"/>
                  </a:cubicBezTo>
                  <a:cubicBezTo>
                    <a:pt x="437" y="167"/>
                    <a:pt x="442" y="168"/>
                    <a:pt x="445" y="167"/>
                  </a:cubicBezTo>
                  <a:cubicBezTo>
                    <a:pt x="447" y="167"/>
                    <a:pt x="452" y="163"/>
                    <a:pt x="455" y="162"/>
                  </a:cubicBezTo>
                  <a:cubicBezTo>
                    <a:pt x="458" y="160"/>
                    <a:pt x="463" y="156"/>
                    <a:pt x="467" y="155"/>
                  </a:cubicBezTo>
                  <a:cubicBezTo>
                    <a:pt x="470" y="155"/>
                    <a:pt x="476" y="155"/>
                    <a:pt x="479" y="155"/>
                  </a:cubicBezTo>
                  <a:cubicBezTo>
                    <a:pt x="480" y="156"/>
                    <a:pt x="483" y="158"/>
                    <a:pt x="485" y="159"/>
                  </a:cubicBezTo>
                  <a:cubicBezTo>
                    <a:pt x="488" y="160"/>
                    <a:pt x="495" y="161"/>
                    <a:pt x="496" y="163"/>
                  </a:cubicBezTo>
                  <a:cubicBezTo>
                    <a:pt x="497" y="164"/>
                    <a:pt x="497" y="168"/>
                    <a:pt x="497" y="170"/>
                  </a:cubicBezTo>
                  <a:cubicBezTo>
                    <a:pt x="497" y="171"/>
                    <a:pt x="495" y="175"/>
                    <a:pt x="494" y="176"/>
                  </a:cubicBezTo>
                  <a:cubicBezTo>
                    <a:pt x="492" y="178"/>
                    <a:pt x="486" y="177"/>
                    <a:pt x="484" y="178"/>
                  </a:cubicBezTo>
                  <a:cubicBezTo>
                    <a:pt x="482" y="179"/>
                    <a:pt x="478" y="182"/>
                    <a:pt x="477" y="184"/>
                  </a:cubicBezTo>
                  <a:cubicBezTo>
                    <a:pt x="475" y="186"/>
                    <a:pt x="472" y="190"/>
                    <a:pt x="472" y="193"/>
                  </a:cubicBezTo>
                  <a:cubicBezTo>
                    <a:pt x="472" y="195"/>
                    <a:pt x="474" y="198"/>
                    <a:pt x="476" y="200"/>
                  </a:cubicBezTo>
                  <a:cubicBezTo>
                    <a:pt x="478" y="202"/>
                    <a:pt x="482" y="205"/>
                    <a:pt x="485" y="205"/>
                  </a:cubicBezTo>
                  <a:cubicBezTo>
                    <a:pt x="487" y="206"/>
                    <a:pt x="490" y="202"/>
                    <a:pt x="492" y="202"/>
                  </a:cubicBezTo>
                  <a:cubicBezTo>
                    <a:pt x="494" y="202"/>
                    <a:pt x="499" y="201"/>
                    <a:pt x="501" y="202"/>
                  </a:cubicBezTo>
                  <a:cubicBezTo>
                    <a:pt x="502" y="203"/>
                    <a:pt x="504" y="204"/>
                    <a:pt x="504" y="205"/>
                  </a:cubicBezTo>
                  <a:cubicBezTo>
                    <a:pt x="506" y="207"/>
                    <a:pt x="506" y="212"/>
                    <a:pt x="507" y="214"/>
                  </a:cubicBezTo>
                  <a:cubicBezTo>
                    <a:pt x="507" y="216"/>
                    <a:pt x="509" y="219"/>
                    <a:pt x="510" y="220"/>
                  </a:cubicBezTo>
                  <a:cubicBezTo>
                    <a:pt x="512" y="222"/>
                    <a:pt x="516" y="224"/>
                    <a:pt x="517" y="225"/>
                  </a:cubicBezTo>
                  <a:cubicBezTo>
                    <a:pt x="521" y="228"/>
                    <a:pt x="528" y="232"/>
                    <a:pt x="531" y="235"/>
                  </a:cubicBezTo>
                  <a:cubicBezTo>
                    <a:pt x="533" y="237"/>
                    <a:pt x="537" y="242"/>
                    <a:pt x="537" y="245"/>
                  </a:cubicBezTo>
                  <a:cubicBezTo>
                    <a:pt x="538" y="247"/>
                    <a:pt x="538" y="252"/>
                    <a:pt x="537" y="254"/>
                  </a:cubicBezTo>
                  <a:cubicBezTo>
                    <a:pt x="537" y="257"/>
                    <a:pt x="534" y="260"/>
                    <a:pt x="533" y="262"/>
                  </a:cubicBezTo>
                  <a:cubicBezTo>
                    <a:pt x="532" y="264"/>
                    <a:pt x="530" y="268"/>
                    <a:pt x="530" y="271"/>
                  </a:cubicBezTo>
                  <a:cubicBezTo>
                    <a:pt x="530" y="273"/>
                    <a:pt x="531" y="276"/>
                    <a:pt x="532" y="278"/>
                  </a:cubicBezTo>
                  <a:cubicBezTo>
                    <a:pt x="533" y="280"/>
                    <a:pt x="535" y="284"/>
                    <a:pt x="537" y="285"/>
                  </a:cubicBezTo>
                  <a:cubicBezTo>
                    <a:pt x="538" y="286"/>
                    <a:pt x="542" y="288"/>
                    <a:pt x="544" y="288"/>
                  </a:cubicBezTo>
                  <a:cubicBezTo>
                    <a:pt x="546" y="288"/>
                    <a:pt x="549" y="286"/>
                    <a:pt x="551" y="286"/>
                  </a:cubicBezTo>
                  <a:cubicBezTo>
                    <a:pt x="552" y="287"/>
                    <a:pt x="555" y="289"/>
                    <a:pt x="556" y="290"/>
                  </a:cubicBezTo>
                  <a:cubicBezTo>
                    <a:pt x="559" y="292"/>
                    <a:pt x="565" y="295"/>
                    <a:pt x="568" y="295"/>
                  </a:cubicBezTo>
                  <a:cubicBezTo>
                    <a:pt x="570" y="294"/>
                    <a:pt x="574" y="289"/>
                    <a:pt x="576" y="289"/>
                  </a:cubicBezTo>
                  <a:cubicBezTo>
                    <a:pt x="579" y="288"/>
                    <a:pt x="583" y="289"/>
                    <a:pt x="586" y="289"/>
                  </a:cubicBezTo>
                  <a:cubicBezTo>
                    <a:pt x="588" y="289"/>
                    <a:pt x="591" y="286"/>
                    <a:pt x="593" y="286"/>
                  </a:cubicBezTo>
                  <a:cubicBezTo>
                    <a:pt x="595" y="286"/>
                    <a:pt x="597" y="289"/>
                    <a:pt x="598" y="289"/>
                  </a:cubicBezTo>
                  <a:cubicBezTo>
                    <a:pt x="601" y="290"/>
                    <a:pt x="607" y="290"/>
                    <a:pt x="609" y="289"/>
                  </a:cubicBezTo>
                  <a:cubicBezTo>
                    <a:pt x="611" y="288"/>
                    <a:pt x="612" y="283"/>
                    <a:pt x="614" y="281"/>
                  </a:cubicBezTo>
                  <a:cubicBezTo>
                    <a:pt x="615" y="278"/>
                    <a:pt x="616" y="273"/>
                    <a:pt x="618" y="272"/>
                  </a:cubicBezTo>
                  <a:cubicBezTo>
                    <a:pt x="620" y="269"/>
                    <a:pt x="627" y="265"/>
                    <a:pt x="630" y="266"/>
                  </a:cubicBezTo>
                  <a:cubicBezTo>
                    <a:pt x="632" y="266"/>
                    <a:pt x="633" y="271"/>
                    <a:pt x="635" y="271"/>
                  </a:cubicBezTo>
                  <a:cubicBezTo>
                    <a:pt x="637" y="272"/>
                    <a:pt x="642" y="271"/>
                    <a:pt x="644" y="270"/>
                  </a:cubicBezTo>
                  <a:cubicBezTo>
                    <a:pt x="647" y="269"/>
                    <a:pt x="651" y="265"/>
                    <a:pt x="653" y="264"/>
                  </a:cubicBezTo>
                  <a:cubicBezTo>
                    <a:pt x="655" y="263"/>
                    <a:pt x="660" y="262"/>
                    <a:pt x="662" y="262"/>
                  </a:cubicBezTo>
                  <a:cubicBezTo>
                    <a:pt x="665" y="261"/>
                    <a:pt x="670" y="257"/>
                    <a:pt x="673" y="257"/>
                  </a:cubicBezTo>
                  <a:cubicBezTo>
                    <a:pt x="675" y="257"/>
                    <a:pt x="680" y="257"/>
                    <a:pt x="681" y="258"/>
                  </a:cubicBezTo>
                  <a:cubicBezTo>
                    <a:pt x="683" y="260"/>
                    <a:pt x="683" y="265"/>
                    <a:pt x="682" y="267"/>
                  </a:cubicBezTo>
                  <a:cubicBezTo>
                    <a:pt x="682" y="270"/>
                    <a:pt x="678" y="274"/>
                    <a:pt x="677" y="276"/>
                  </a:cubicBezTo>
                  <a:cubicBezTo>
                    <a:pt x="676" y="278"/>
                    <a:pt x="673" y="281"/>
                    <a:pt x="673" y="284"/>
                  </a:cubicBezTo>
                  <a:cubicBezTo>
                    <a:pt x="672" y="285"/>
                    <a:pt x="673" y="289"/>
                    <a:pt x="674" y="291"/>
                  </a:cubicBezTo>
                  <a:cubicBezTo>
                    <a:pt x="676" y="292"/>
                    <a:pt x="680" y="295"/>
                    <a:pt x="683" y="295"/>
                  </a:cubicBezTo>
                  <a:cubicBezTo>
                    <a:pt x="685" y="295"/>
                    <a:pt x="688" y="292"/>
                    <a:pt x="690" y="292"/>
                  </a:cubicBezTo>
                  <a:cubicBezTo>
                    <a:pt x="694" y="291"/>
                    <a:pt x="701" y="291"/>
                    <a:pt x="704" y="290"/>
                  </a:cubicBezTo>
                  <a:cubicBezTo>
                    <a:pt x="706" y="289"/>
                    <a:pt x="709" y="286"/>
                    <a:pt x="710" y="284"/>
                  </a:cubicBezTo>
                  <a:cubicBezTo>
                    <a:pt x="712" y="282"/>
                    <a:pt x="714" y="276"/>
                    <a:pt x="715" y="274"/>
                  </a:cubicBezTo>
                  <a:cubicBezTo>
                    <a:pt x="715" y="272"/>
                    <a:pt x="713" y="267"/>
                    <a:pt x="715" y="266"/>
                  </a:cubicBezTo>
                  <a:cubicBezTo>
                    <a:pt x="716" y="264"/>
                    <a:pt x="720" y="265"/>
                    <a:pt x="722" y="264"/>
                  </a:cubicBezTo>
                  <a:cubicBezTo>
                    <a:pt x="725" y="263"/>
                    <a:pt x="730" y="261"/>
                    <a:pt x="732" y="259"/>
                  </a:cubicBezTo>
                  <a:cubicBezTo>
                    <a:pt x="733" y="258"/>
                    <a:pt x="735" y="253"/>
                    <a:pt x="736" y="251"/>
                  </a:cubicBezTo>
                  <a:cubicBezTo>
                    <a:pt x="737" y="250"/>
                    <a:pt x="740" y="247"/>
                    <a:pt x="741" y="247"/>
                  </a:cubicBezTo>
                  <a:cubicBezTo>
                    <a:pt x="744" y="246"/>
                    <a:pt x="749" y="246"/>
                    <a:pt x="752" y="247"/>
                  </a:cubicBezTo>
                  <a:cubicBezTo>
                    <a:pt x="755" y="247"/>
                    <a:pt x="762" y="248"/>
                    <a:pt x="766" y="248"/>
                  </a:cubicBezTo>
                  <a:cubicBezTo>
                    <a:pt x="769" y="249"/>
                    <a:pt x="774" y="251"/>
                    <a:pt x="777" y="251"/>
                  </a:cubicBezTo>
                  <a:cubicBezTo>
                    <a:pt x="779" y="252"/>
                    <a:pt x="784" y="252"/>
                    <a:pt x="786" y="250"/>
                  </a:cubicBezTo>
                  <a:cubicBezTo>
                    <a:pt x="787" y="249"/>
                    <a:pt x="787" y="245"/>
                    <a:pt x="787" y="243"/>
                  </a:cubicBezTo>
                  <a:cubicBezTo>
                    <a:pt x="786" y="241"/>
                    <a:pt x="783" y="237"/>
                    <a:pt x="781" y="236"/>
                  </a:cubicBezTo>
                  <a:cubicBezTo>
                    <a:pt x="780" y="235"/>
                    <a:pt x="776" y="235"/>
                    <a:pt x="774" y="234"/>
                  </a:cubicBezTo>
                  <a:cubicBezTo>
                    <a:pt x="773" y="233"/>
                    <a:pt x="769" y="230"/>
                    <a:pt x="768" y="228"/>
                  </a:cubicBezTo>
                  <a:cubicBezTo>
                    <a:pt x="768" y="226"/>
                    <a:pt x="770" y="221"/>
                    <a:pt x="772" y="219"/>
                  </a:cubicBezTo>
                  <a:cubicBezTo>
                    <a:pt x="773" y="217"/>
                    <a:pt x="778" y="215"/>
                    <a:pt x="780" y="213"/>
                  </a:cubicBezTo>
                  <a:cubicBezTo>
                    <a:pt x="782" y="212"/>
                    <a:pt x="785" y="208"/>
                    <a:pt x="787" y="206"/>
                  </a:cubicBezTo>
                  <a:cubicBezTo>
                    <a:pt x="790" y="203"/>
                    <a:pt x="796" y="198"/>
                    <a:pt x="797" y="195"/>
                  </a:cubicBezTo>
                  <a:cubicBezTo>
                    <a:pt x="798" y="192"/>
                    <a:pt x="796" y="186"/>
                    <a:pt x="798" y="184"/>
                  </a:cubicBezTo>
                  <a:cubicBezTo>
                    <a:pt x="800" y="183"/>
                    <a:pt x="805" y="186"/>
                    <a:pt x="808" y="187"/>
                  </a:cubicBezTo>
                  <a:cubicBezTo>
                    <a:pt x="810" y="188"/>
                    <a:pt x="814" y="191"/>
                    <a:pt x="816" y="191"/>
                  </a:cubicBezTo>
                  <a:cubicBezTo>
                    <a:pt x="819" y="192"/>
                    <a:pt x="824" y="191"/>
                    <a:pt x="827" y="191"/>
                  </a:cubicBezTo>
                  <a:cubicBezTo>
                    <a:pt x="829" y="191"/>
                    <a:pt x="833" y="191"/>
                    <a:pt x="835" y="192"/>
                  </a:cubicBezTo>
                  <a:cubicBezTo>
                    <a:pt x="837" y="193"/>
                    <a:pt x="841" y="195"/>
                    <a:pt x="843" y="196"/>
                  </a:cubicBezTo>
                  <a:cubicBezTo>
                    <a:pt x="845" y="197"/>
                    <a:pt x="849" y="200"/>
                    <a:pt x="851" y="201"/>
                  </a:cubicBezTo>
                  <a:cubicBezTo>
                    <a:pt x="855" y="202"/>
                    <a:pt x="861" y="200"/>
                    <a:pt x="865" y="200"/>
                  </a:cubicBezTo>
                  <a:cubicBezTo>
                    <a:pt x="867" y="200"/>
                    <a:pt x="873" y="199"/>
                    <a:pt x="875" y="198"/>
                  </a:cubicBezTo>
                  <a:cubicBezTo>
                    <a:pt x="878" y="197"/>
                    <a:pt x="882" y="192"/>
                    <a:pt x="885" y="189"/>
                  </a:cubicBezTo>
                  <a:cubicBezTo>
                    <a:pt x="887" y="187"/>
                    <a:pt x="894" y="182"/>
                    <a:pt x="896" y="179"/>
                  </a:cubicBezTo>
                  <a:cubicBezTo>
                    <a:pt x="897" y="176"/>
                    <a:pt x="899" y="169"/>
                    <a:pt x="900" y="166"/>
                  </a:cubicBezTo>
                  <a:cubicBezTo>
                    <a:pt x="901" y="163"/>
                    <a:pt x="902" y="156"/>
                    <a:pt x="902" y="153"/>
                  </a:cubicBezTo>
                  <a:cubicBezTo>
                    <a:pt x="903" y="149"/>
                    <a:pt x="901" y="141"/>
                    <a:pt x="902" y="137"/>
                  </a:cubicBezTo>
                  <a:cubicBezTo>
                    <a:pt x="903" y="135"/>
                    <a:pt x="907" y="131"/>
                    <a:pt x="909" y="130"/>
                  </a:cubicBezTo>
                  <a:cubicBezTo>
                    <a:pt x="914" y="128"/>
                    <a:pt x="924" y="129"/>
                    <a:pt x="929" y="129"/>
                  </a:cubicBezTo>
                  <a:cubicBezTo>
                    <a:pt x="935" y="129"/>
                    <a:pt x="945" y="130"/>
                    <a:pt x="950" y="130"/>
                  </a:cubicBezTo>
                  <a:cubicBezTo>
                    <a:pt x="954" y="129"/>
                    <a:pt x="962" y="126"/>
                    <a:pt x="967" y="126"/>
                  </a:cubicBezTo>
                  <a:cubicBezTo>
                    <a:pt x="972" y="125"/>
                    <a:pt x="983" y="125"/>
                    <a:pt x="989" y="125"/>
                  </a:cubicBezTo>
                  <a:cubicBezTo>
                    <a:pt x="991" y="125"/>
                    <a:pt x="996" y="126"/>
                    <a:pt x="998" y="126"/>
                  </a:cubicBezTo>
                  <a:cubicBezTo>
                    <a:pt x="1003" y="126"/>
                    <a:pt x="1014" y="124"/>
                    <a:pt x="1019" y="124"/>
                  </a:cubicBezTo>
                  <a:cubicBezTo>
                    <a:pt x="1023" y="124"/>
                    <a:pt x="1031" y="127"/>
                    <a:pt x="1035" y="128"/>
                  </a:cubicBezTo>
                  <a:cubicBezTo>
                    <a:pt x="1039" y="128"/>
                    <a:pt x="1046" y="129"/>
                    <a:pt x="1049" y="128"/>
                  </a:cubicBezTo>
                  <a:cubicBezTo>
                    <a:pt x="1053" y="127"/>
                    <a:pt x="1058" y="122"/>
                    <a:pt x="1062" y="120"/>
                  </a:cubicBezTo>
                  <a:cubicBezTo>
                    <a:pt x="1065" y="118"/>
                    <a:pt x="1073" y="114"/>
                    <a:pt x="1077" y="113"/>
                  </a:cubicBezTo>
                  <a:cubicBezTo>
                    <a:pt x="1081" y="112"/>
                    <a:pt x="1090" y="113"/>
                    <a:pt x="1094" y="113"/>
                  </a:cubicBezTo>
                  <a:cubicBezTo>
                    <a:pt x="1098" y="113"/>
                    <a:pt x="1106" y="111"/>
                    <a:pt x="1110" y="111"/>
                  </a:cubicBezTo>
                  <a:cubicBezTo>
                    <a:pt x="1112" y="111"/>
                    <a:pt x="1115" y="113"/>
                    <a:pt x="1117" y="113"/>
                  </a:cubicBezTo>
                  <a:cubicBezTo>
                    <a:pt x="1120" y="113"/>
                    <a:pt x="1126" y="111"/>
                    <a:pt x="1129" y="110"/>
                  </a:cubicBezTo>
                  <a:cubicBezTo>
                    <a:pt x="1130" y="110"/>
                    <a:pt x="1132" y="107"/>
                    <a:pt x="1134" y="107"/>
                  </a:cubicBezTo>
                  <a:cubicBezTo>
                    <a:pt x="1137" y="107"/>
                    <a:pt x="1142" y="110"/>
                    <a:pt x="1145" y="110"/>
                  </a:cubicBezTo>
                  <a:cubicBezTo>
                    <a:pt x="1146" y="111"/>
                    <a:pt x="1149" y="111"/>
                    <a:pt x="1151" y="111"/>
                  </a:cubicBezTo>
                  <a:cubicBezTo>
                    <a:pt x="1153" y="110"/>
                    <a:pt x="1157" y="108"/>
                    <a:pt x="1160" y="107"/>
                  </a:cubicBezTo>
                  <a:cubicBezTo>
                    <a:pt x="1161" y="107"/>
                    <a:pt x="1164" y="108"/>
                    <a:pt x="1166" y="108"/>
                  </a:cubicBezTo>
                  <a:cubicBezTo>
                    <a:pt x="1167" y="109"/>
                    <a:pt x="1169" y="113"/>
                    <a:pt x="1171" y="114"/>
                  </a:cubicBezTo>
                  <a:cubicBezTo>
                    <a:pt x="1174" y="115"/>
                    <a:pt x="1179" y="114"/>
                    <a:pt x="1182" y="114"/>
                  </a:cubicBezTo>
                  <a:cubicBezTo>
                    <a:pt x="1185" y="114"/>
                    <a:pt x="1191" y="112"/>
                    <a:pt x="1194" y="111"/>
                  </a:cubicBezTo>
                  <a:cubicBezTo>
                    <a:pt x="1197" y="111"/>
                    <a:pt x="1203" y="111"/>
                    <a:pt x="1205" y="111"/>
                  </a:cubicBezTo>
                  <a:cubicBezTo>
                    <a:pt x="1207" y="111"/>
                    <a:pt x="1210" y="112"/>
                    <a:pt x="1211" y="112"/>
                  </a:cubicBezTo>
                  <a:cubicBezTo>
                    <a:pt x="1214" y="113"/>
                    <a:pt x="1220" y="115"/>
                    <a:pt x="1222" y="117"/>
                  </a:cubicBezTo>
                  <a:cubicBezTo>
                    <a:pt x="1225" y="118"/>
                    <a:pt x="1230" y="122"/>
                    <a:pt x="1233" y="124"/>
                  </a:cubicBezTo>
                  <a:cubicBezTo>
                    <a:pt x="1236" y="125"/>
                    <a:pt x="1241" y="129"/>
                    <a:pt x="1244" y="129"/>
                  </a:cubicBezTo>
                  <a:cubicBezTo>
                    <a:pt x="1246" y="129"/>
                    <a:pt x="1250" y="126"/>
                    <a:pt x="1252" y="124"/>
                  </a:cubicBezTo>
                  <a:cubicBezTo>
                    <a:pt x="1254" y="122"/>
                    <a:pt x="1258" y="118"/>
                    <a:pt x="1259" y="116"/>
                  </a:cubicBezTo>
                  <a:cubicBezTo>
                    <a:pt x="1261" y="113"/>
                    <a:pt x="1265" y="108"/>
                    <a:pt x="1265" y="105"/>
                  </a:cubicBezTo>
                  <a:cubicBezTo>
                    <a:pt x="1266" y="102"/>
                    <a:pt x="1265" y="96"/>
                    <a:pt x="1264" y="94"/>
                  </a:cubicBezTo>
                  <a:cubicBezTo>
                    <a:pt x="1262" y="92"/>
                    <a:pt x="1257" y="91"/>
                    <a:pt x="1256" y="90"/>
                  </a:cubicBezTo>
                  <a:cubicBezTo>
                    <a:pt x="1254" y="88"/>
                    <a:pt x="1253" y="83"/>
                    <a:pt x="1252" y="81"/>
                  </a:cubicBezTo>
                  <a:cubicBezTo>
                    <a:pt x="1251" y="78"/>
                    <a:pt x="1249" y="71"/>
                    <a:pt x="1248" y="69"/>
                  </a:cubicBezTo>
                  <a:cubicBezTo>
                    <a:pt x="1246" y="67"/>
                    <a:pt x="1242" y="65"/>
                    <a:pt x="1241" y="63"/>
                  </a:cubicBezTo>
                  <a:cubicBezTo>
                    <a:pt x="1239" y="60"/>
                    <a:pt x="1237" y="53"/>
                    <a:pt x="1237" y="50"/>
                  </a:cubicBezTo>
                  <a:cubicBezTo>
                    <a:pt x="1236" y="47"/>
                    <a:pt x="1236" y="41"/>
                    <a:pt x="1238" y="39"/>
                  </a:cubicBezTo>
                  <a:cubicBezTo>
                    <a:pt x="1240" y="37"/>
                    <a:pt x="1246" y="39"/>
                    <a:pt x="1249" y="38"/>
                  </a:cubicBezTo>
                  <a:cubicBezTo>
                    <a:pt x="1252" y="38"/>
                    <a:pt x="1259" y="35"/>
                    <a:pt x="1262" y="33"/>
                  </a:cubicBezTo>
                  <a:cubicBezTo>
                    <a:pt x="1264" y="31"/>
                    <a:pt x="1268" y="26"/>
                    <a:pt x="1269" y="24"/>
                  </a:cubicBezTo>
                  <a:cubicBezTo>
                    <a:pt x="1271" y="20"/>
                    <a:pt x="1273" y="11"/>
                    <a:pt x="1276" y="8"/>
                  </a:cubicBezTo>
                  <a:cubicBezTo>
                    <a:pt x="1277" y="6"/>
                    <a:pt x="1279" y="3"/>
                    <a:pt x="1281" y="2"/>
                  </a:cubicBezTo>
                  <a:cubicBezTo>
                    <a:pt x="1282" y="1"/>
                    <a:pt x="1287" y="0"/>
                    <a:pt x="1289" y="2"/>
                  </a:cubicBezTo>
                  <a:cubicBezTo>
                    <a:pt x="1290" y="2"/>
                    <a:pt x="1291" y="6"/>
                    <a:pt x="1291" y="8"/>
                  </a:cubicBezTo>
                  <a:cubicBezTo>
                    <a:pt x="1291" y="10"/>
                    <a:pt x="1290" y="15"/>
                    <a:pt x="1289" y="17"/>
                  </a:cubicBezTo>
                  <a:cubicBezTo>
                    <a:pt x="1288" y="21"/>
                    <a:pt x="1283" y="27"/>
                    <a:pt x="1282" y="31"/>
                  </a:cubicBezTo>
                  <a:cubicBezTo>
                    <a:pt x="1280" y="34"/>
                    <a:pt x="1278" y="41"/>
                    <a:pt x="1278" y="45"/>
                  </a:cubicBezTo>
                  <a:cubicBezTo>
                    <a:pt x="1277" y="48"/>
                    <a:pt x="1277" y="55"/>
                    <a:pt x="1279" y="57"/>
                  </a:cubicBezTo>
                  <a:cubicBezTo>
                    <a:pt x="1280" y="59"/>
                    <a:pt x="1285" y="60"/>
                    <a:pt x="1287" y="60"/>
                  </a:cubicBezTo>
                  <a:cubicBezTo>
                    <a:pt x="1290" y="59"/>
                    <a:pt x="1295" y="56"/>
                    <a:pt x="1297" y="54"/>
                  </a:cubicBezTo>
                  <a:cubicBezTo>
                    <a:pt x="1299" y="52"/>
                    <a:pt x="1301" y="47"/>
                    <a:pt x="1303" y="45"/>
                  </a:cubicBezTo>
                  <a:cubicBezTo>
                    <a:pt x="1306" y="43"/>
                    <a:pt x="1312" y="43"/>
                    <a:pt x="1315" y="43"/>
                  </a:cubicBezTo>
                  <a:cubicBezTo>
                    <a:pt x="1318" y="42"/>
                    <a:pt x="1324" y="42"/>
                    <a:pt x="1327" y="42"/>
                  </a:cubicBezTo>
                  <a:cubicBezTo>
                    <a:pt x="1330" y="43"/>
                    <a:pt x="1337" y="43"/>
                    <a:pt x="1341" y="44"/>
                  </a:cubicBezTo>
                  <a:cubicBezTo>
                    <a:pt x="1343" y="45"/>
                    <a:pt x="1347" y="48"/>
                    <a:pt x="1349" y="49"/>
                  </a:cubicBezTo>
                  <a:cubicBezTo>
                    <a:pt x="1352" y="50"/>
                    <a:pt x="1359" y="50"/>
                    <a:pt x="1363" y="50"/>
                  </a:cubicBezTo>
                  <a:cubicBezTo>
                    <a:pt x="1366" y="50"/>
                    <a:pt x="1371" y="47"/>
                    <a:pt x="1374" y="47"/>
                  </a:cubicBezTo>
                  <a:cubicBezTo>
                    <a:pt x="1376" y="47"/>
                    <a:pt x="1380" y="46"/>
                    <a:pt x="1382" y="47"/>
                  </a:cubicBezTo>
                  <a:cubicBezTo>
                    <a:pt x="1383" y="47"/>
                    <a:pt x="1386" y="49"/>
                    <a:pt x="1386" y="50"/>
                  </a:cubicBezTo>
                  <a:cubicBezTo>
                    <a:pt x="1387" y="52"/>
                    <a:pt x="1387" y="56"/>
                    <a:pt x="1388" y="57"/>
                  </a:cubicBezTo>
                  <a:cubicBezTo>
                    <a:pt x="1388" y="59"/>
                    <a:pt x="1390" y="63"/>
                    <a:pt x="1391" y="65"/>
                  </a:cubicBezTo>
                  <a:cubicBezTo>
                    <a:pt x="1392" y="67"/>
                    <a:pt x="1395" y="70"/>
                    <a:pt x="1397" y="71"/>
                  </a:cubicBezTo>
                  <a:cubicBezTo>
                    <a:pt x="1399" y="73"/>
                    <a:pt x="1405" y="76"/>
                    <a:pt x="1408" y="78"/>
                  </a:cubicBezTo>
                  <a:cubicBezTo>
                    <a:pt x="1409" y="80"/>
                    <a:pt x="1411" y="86"/>
                    <a:pt x="1413" y="88"/>
                  </a:cubicBezTo>
                  <a:cubicBezTo>
                    <a:pt x="1414" y="91"/>
                    <a:pt x="1417" y="98"/>
                    <a:pt x="1419" y="100"/>
                  </a:cubicBezTo>
                  <a:cubicBezTo>
                    <a:pt x="1421" y="102"/>
                    <a:pt x="1424" y="106"/>
                    <a:pt x="1426" y="107"/>
                  </a:cubicBezTo>
                  <a:cubicBezTo>
                    <a:pt x="1428" y="107"/>
                    <a:pt x="1432" y="106"/>
                    <a:pt x="1434" y="105"/>
                  </a:cubicBezTo>
                  <a:cubicBezTo>
                    <a:pt x="1435" y="104"/>
                    <a:pt x="1436" y="100"/>
                    <a:pt x="1438" y="99"/>
                  </a:cubicBezTo>
                  <a:cubicBezTo>
                    <a:pt x="1439" y="98"/>
                    <a:pt x="1443" y="97"/>
                    <a:pt x="1445" y="97"/>
                  </a:cubicBezTo>
                  <a:cubicBezTo>
                    <a:pt x="1447" y="97"/>
                    <a:pt x="1450" y="99"/>
                    <a:pt x="1452" y="100"/>
                  </a:cubicBezTo>
                  <a:cubicBezTo>
                    <a:pt x="1454" y="100"/>
                    <a:pt x="1457" y="101"/>
                    <a:pt x="1459" y="101"/>
                  </a:cubicBezTo>
                  <a:cubicBezTo>
                    <a:pt x="1460" y="101"/>
                    <a:pt x="1462" y="100"/>
                    <a:pt x="1464" y="100"/>
                  </a:cubicBezTo>
                  <a:cubicBezTo>
                    <a:pt x="1465" y="101"/>
                    <a:pt x="1465" y="103"/>
                    <a:pt x="1465" y="104"/>
                  </a:cubicBezTo>
                  <a:cubicBezTo>
                    <a:pt x="1466" y="107"/>
                    <a:pt x="1464" y="114"/>
                    <a:pt x="1465" y="117"/>
                  </a:cubicBezTo>
                  <a:cubicBezTo>
                    <a:pt x="1466" y="119"/>
                    <a:pt x="1470" y="124"/>
                    <a:pt x="1473" y="125"/>
                  </a:cubicBezTo>
                  <a:cubicBezTo>
                    <a:pt x="1475" y="127"/>
                    <a:pt x="1480" y="129"/>
                    <a:pt x="1483" y="131"/>
                  </a:cubicBezTo>
                  <a:cubicBezTo>
                    <a:pt x="1486" y="132"/>
                    <a:pt x="1492" y="134"/>
                    <a:pt x="1495" y="135"/>
                  </a:cubicBezTo>
                  <a:cubicBezTo>
                    <a:pt x="1498" y="136"/>
                    <a:pt x="1504" y="136"/>
                    <a:pt x="1506" y="138"/>
                  </a:cubicBezTo>
                  <a:cubicBezTo>
                    <a:pt x="1508" y="139"/>
                    <a:pt x="1510" y="142"/>
                    <a:pt x="1510" y="144"/>
                  </a:cubicBezTo>
                  <a:cubicBezTo>
                    <a:pt x="1511" y="147"/>
                    <a:pt x="1511" y="154"/>
                    <a:pt x="1510" y="157"/>
                  </a:cubicBezTo>
                  <a:cubicBezTo>
                    <a:pt x="1509" y="159"/>
                    <a:pt x="1506" y="161"/>
                    <a:pt x="1505" y="163"/>
                  </a:cubicBezTo>
                  <a:cubicBezTo>
                    <a:pt x="1505" y="166"/>
                    <a:pt x="1506" y="171"/>
                    <a:pt x="1507" y="173"/>
                  </a:cubicBezTo>
                  <a:cubicBezTo>
                    <a:pt x="1509" y="176"/>
                    <a:pt x="1514" y="180"/>
                    <a:pt x="1516" y="183"/>
                  </a:cubicBezTo>
                  <a:cubicBezTo>
                    <a:pt x="1516" y="184"/>
                    <a:pt x="1518" y="187"/>
                    <a:pt x="1518" y="188"/>
                  </a:cubicBezTo>
                  <a:cubicBezTo>
                    <a:pt x="1519" y="190"/>
                    <a:pt x="1522" y="193"/>
                    <a:pt x="1522" y="195"/>
                  </a:cubicBezTo>
                  <a:cubicBezTo>
                    <a:pt x="1523" y="197"/>
                    <a:pt x="1524" y="202"/>
                    <a:pt x="1524" y="204"/>
                  </a:cubicBezTo>
                  <a:cubicBezTo>
                    <a:pt x="1525" y="206"/>
                    <a:pt x="1526" y="211"/>
                    <a:pt x="1527" y="213"/>
                  </a:cubicBezTo>
                  <a:cubicBezTo>
                    <a:pt x="1527" y="215"/>
                    <a:pt x="1529" y="219"/>
                    <a:pt x="1530" y="220"/>
                  </a:cubicBezTo>
                  <a:cubicBezTo>
                    <a:pt x="1532" y="222"/>
                    <a:pt x="1538" y="222"/>
                    <a:pt x="1540" y="224"/>
                  </a:cubicBezTo>
                  <a:cubicBezTo>
                    <a:pt x="1540" y="225"/>
                    <a:pt x="1541" y="227"/>
                    <a:pt x="1541" y="229"/>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50" name="Freeform 11"/>
            <p:cNvSpPr>
              <a:spLocks/>
            </p:cNvSpPr>
            <p:nvPr/>
          </p:nvSpPr>
          <p:spPr bwMode="auto">
            <a:xfrm>
              <a:off x="7165975" y="1887538"/>
              <a:ext cx="369888" cy="284163"/>
            </a:xfrm>
            <a:custGeom>
              <a:avLst/>
              <a:gdLst/>
              <a:ahLst/>
              <a:cxnLst>
                <a:cxn ang="0">
                  <a:pos x="235" y="146"/>
                </a:cxn>
                <a:cxn ang="0">
                  <a:pos x="214" y="147"/>
                </a:cxn>
                <a:cxn ang="0">
                  <a:pos x="198" y="137"/>
                </a:cxn>
                <a:cxn ang="0">
                  <a:pos x="181" y="142"/>
                </a:cxn>
                <a:cxn ang="0">
                  <a:pos x="165" y="148"/>
                </a:cxn>
                <a:cxn ang="0">
                  <a:pos x="153" y="173"/>
                </a:cxn>
                <a:cxn ang="0">
                  <a:pos x="135" y="173"/>
                </a:cxn>
                <a:cxn ang="0">
                  <a:pos x="107" y="178"/>
                </a:cxn>
                <a:cxn ang="0">
                  <a:pos x="92" y="172"/>
                </a:cxn>
                <a:cxn ang="0">
                  <a:pos x="72" y="180"/>
                </a:cxn>
                <a:cxn ang="0">
                  <a:pos x="60" y="173"/>
                </a:cxn>
                <a:cxn ang="0">
                  <a:pos x="46" y="177"/>
                </a:cxn>
                <a:cxn ang="0">
                  <a:pos x="35" y="168"/>
                </a:cxn>
                <a:cxn ang="0">
                  <a:pos x="24" y="158"/>
                </a:cxn>
                <a:cxn ang="0">
                  <a:pos x="15" y="146"/>
                </a:cxn>
                <a:cxn ang="0">
                  <a:pos x="3" y="141"/>
                </a:cxn>
                <a:cxn ang="0">
                  <a:pos x="4" y="129"/>
                </a:cxn>
                <a:cxn ang="0">
                  <a:pos x="1" y="116"/>
                </a:cxn>
                <a:cxn ang="0">
                  <a:pos x="10" y="107"/>
                </a:cxn>
                <a:cxn ang="0">
                  <a:pos x="4" y="85"/>
                </a:cxn>
                <a:cxn ang="0">
                  <a:pos x="9" y="67"/>
                </a:cxn>
                <a:cxn ang="0">
                  <a:pos x="21" y="55"/>
                </a:cxn>
                <a:cxn ang="0">
                  <a:pos x="28" y="68"/>
                </a:cxn>
                <a:cxn ang="0">
                  <a:pos x="47" y="66"/>
                </a:cxn>
                <a:cxn ang="0">
                  <a:pos x="57" y="56"/>
                </a:cxn>
                <a:cxn ang="0">
                  <a:pos x="69" y="46"/>
                </a:cxn>
                <a:cxn ang="0">
                  <a:pos x="83" y="37"/>
                </a:cxn>
                <a:cxn ang="0">
                  <a:pos x="102" y="27"/>
                </a:cxn>
                <a:cxn ang="0">
                  <a:pos x="116" y="11"/>
                </a:cxn>
                <a:cxn ang="0">
                  <a:pos x="125" y="1"/>
                </a:cxn>
                <a:cxn ang="0">
                  <a:pos x="137" y="6"/>
                </a:cxn>
                <a:cxn ang="0">
                  <a:pos x="149" y="7"/>
                </a:cxn>
                <a:cxn ang="0">
                  <a:pos x="153" y="27"/>
                </a:cxn>
                <a:cxn ang="0">
                  <a:pos x="162" y="35"/>
                </a:cxn>
                <a:cxn ang="0">
                  <a:pos x="179" y="23"/>
                </a:cxn>
                <a:cxn ang="0">
                  <a:pos x="188" y="39"/>
                </a:cxn>
                <a:cxn ang="0">
                  <a:pos x="204" y="47"/>
                </a:cxn>
                <a:cxn ang="0">
                  <a:pos x="215" y="59"/>
                </a:cxn>
                <a:cxn ang="0">
                  <a:pos x="213" y="86"/>
                </a:cxn>
                <a:cxn ang="0">
                  <a:pos x="209" y="111"/>
                </a:cxn>
                <a:cxn ang="0">
                  <a:pos x="221" y="119"/>
                </a:cxn>
                <a:cxn ang="0">
                  <a:pos x="231" y="131"/>
                </a:cxn>
              </a:cxnLst>
              <a:rect l="0" t="0" r="r" b="b"/>
              <a:pathLst>
                <a:path w="236" h="181">
                  <a:moveTo>
                    <a:pt x="234" y="138"/>
                  </a:moveTo>
                  <a:cubicBezTo>
                    <a:pt x="235" y="140"/>
                    <a:pt x="236" y="144"/>
                    <a:pt x="235" y="146"/>
                  </a:cubicBezTo>
                  <a:cubicBezTo>
                    <a:pt x="234" y="149"/>
                    <a:pt x="228" y="152"/>
                    <a:pt x="226" y="152"/>
                  </a:cubicBezTo>
                  <a:cubicBezTo>
                    <a:pt x="222" y="153"/>
                    <a:pt x="216" y="149"/>
                    <a:pt x="214" y="147"/>
                  </a:cubicBezTo>
                  <a:cubicBezTo>
                    <a:pt x="211" y="145"/>
                    <a:pt x="209" y="140"/>
                    <a:pt x="206" y="138"/>
                  </a:cubicBezTo>
                  <a:cubicBezTo>
                    <a:pt x="204" y="137"/>
                    <a:pt x="200" y="137"/>
                    <a:pt x="198" y="137"/>
                  </a:cubicBezTo>
                  <a:cubicBezTo>
                    <a:pt x="196" y="137"/>
                    <a:pt x="193" y="139"/>
                    <a:pt x="192" y="139"/>
                  </a:cubicBezTo>
                  <a:cubicBezTo>
                    <a:pt x="189" y="140"/>
                    <a:pt x="184" y="142"/>
                    <a:pt x="181" y="142"/>
                  </a:cubicBezTo>
                  <a:cubicBezTo>
                    <a:pt x="179" y="142"/>
                    <a:pt x="175" y="142"/>
                    <a:pt x="173" y="142"/>
                  </a:cubicBezTo>
                  <a:cubicBezTo>
                    <a:pt x="170" y="143"/>
                    <a:pt x="167" y="146"/>
                    <a:pt x="165" y="148"/>
                  </a:cubicBezTo>
                  <a:cubicBezTo>
                    <a:pt x="163" y="151"/>
                    <a:pt x="157" y="156"/>
                    <a:pt x="156" y="160"/>
                  </a:cubicBezTo>
                  <a:cubicBezTo>
                    <a:pt x="154" y="163"/>
                    <a:pt x="155" y="170"/>
                    <a:pt x="153" y="173"/>
                  </a:cubicBezTo>
                  <a:cubicBezTo>
                    <a:pt x="152" y="174"/>
                    <a:pt x="149" y="177"/>
                    <a:pt x="147" y="177"/>
                  </a:cubicBezTo>
                  <a:cubicBezTo>
                    <a:pt x="144" y="178"/>
                    <a:pt x="138" y="173"/>
                    <a:pt x="135" y="173"/>
                  </a:cubicBezTo>
                  <a:cubicBezTo>
                    <a:pt x="132" y="173"/>
                    <a:pt x="127" y="176"/>
                    <a:pt x="124" y="176"/>
                  </a:cubicBezTo>
                  <a:cubicBezTo>
                    <a:pt x="120" y="177"/>
                    <a:pt x="111" y="180"/>
                    <a:pt x="107" y="178"/>
                  </a:cubicBezTo>
                  <a:cubicBezTo>
                    <a:pt x="104" y="178"/>
                    <a:pt x="102" y="172"/>
                    <a:pt x="100" y="171"/>
                  </a:cubicBezTo>
                  <a:cubicBezTo>
                    <a:pt x="98" y="171"/>
                    <a:pt x="94" y="171"/>
                    <a:pt x="92" y="172"/>
                  </a:cubicBezTo>
                  <a:cubicBezTo>
                    <a:pt x="89" y="173"/>
                    <a:pt x="85" y="177"/>
                    <a:pt x="83" y="178"/>
                  </a:cubicBezTo>
                  <a:cubicBezTo>
                    <a:pt x="80" y="179"/>
                    <a:pt x="75" y="181"/>
                    <a:pt x="72" y="180"/>
                  </a:cubicBezTo>
                  <a:cubicBezTo>
                    <a:pt x="70" y="180"/>
                    <a:pt x="68" y="175"/>
                    <a:pt x="67" y="174"/>
                  </a:cubicBezTo>
                  <a:cubicBezTo>
                    <a:pt x="65" y="173"/>
                    <a:pt x="62" y="173"/>
                    <a:pt x="60" y="173"/>
                  </a:cubicBezTo>
                  <a:cubicBezTo>
                    <a:pt x="58" y="173"/>
                    <a:pt x="54" y="176"/>
                    <a:pt x="52" y="177"/>
                  </a:cubicBezTo>
                  <a:cubicBezTo>
                    <a:pt x="51" y="177"/>
                    <a:pt x="47" y="177"/>
                    <a:pt x="46" y="177"/>
                  </a:cubicBezTo>
                  <a:cubicBezTo>
                    <a:pt x="44" y="177"/>
                    <a:pt x="39" y="177"/>
                    <a:pt x="37" y="176"/>
                  </a:cubicBezTo>
                  <a:cubicBezTo>
                    <a:pt x="35" y="175"/>
                    <a:pt x="36" y="170"/>
                    <a:pt x="35" y="168"/>
                  </a:cubicBezTo>
                  <a:cubicBezTo>
                    <a:pt x="35" y="167"/>
                    <a:pt x="34" y="163"/>
                    <a:pt x="32" y="161"/>
                  </a:cubicBezTo>
                  <a:cubicBezTo>
                    <a:pt x="31" y="160"/>
                    <a:pt x="26" y="160"/>
                    <a:pt x="24" y="158"/>
                  </a:cubicBezTo>
                  <a:cubicBezTo>
                    <a:pt x="22" y="157"/>
                    <a:pt x="21" y="152"/>
                    <a:pt x="20" y="150"/>
                  </a:cubicBezTo>
                  <a:cubicBezTo>
                    <a:pt x="19" y="148"/>
                    <a:pt x="17" y="146"/>
                    <a:pt x="15" y="146"/>
                  </a:cubicBezTo>
                  <a:cubicBezTo>
                    <a:pt x="14" y="145"/>
                    <a:pt x="10" y="146"/>
                    <a:pt x="9" y="146"/>
                  </a:cubicBezTo>
                  <a:cubicBezTo>
                    <a:pt x="7" y="145"/>
                    <a:pt x="4" y="142"/>
                    <a:pt x="3" y="141"/>
                  </a:cubicBezTo>
                  <a:cubicBezTo>
                    <a:pt x="2" y="140"/>
                    <a:pt x="0" y="137"/>
                    <a:pt x="1" y="135"/>
                  </a:cubicBezTo>
                  <a:cubicBezTo>
                    <a:pt x="1" y="133"/>
                    <a:pt x="4" y="131"/>
                    <a:pt x="4" y="129"/>
                  </a:cubicBezTo>
                  <a:cubicBezTo>
                    <a:pt x="4" y="127"/>
                    <a:pt x="2" y="124"/>
                    <a:pt x="1" y="122"/>
                  </a:cubicBezTo>
                  <a:cubicBezTo>
                    <a:pt x="1" y="121"/>
                    <a:pt x="0" y="117"/>
                    <a:pt x="1" y="116"/>
                  </a:cubicBezTo>
                  <a:cubicBezTo>
                    <a:pt x="2" y="115"/>
                    <a:pt x="5" y="114"/>
                    <a:pt x="6" y="113"/>
                  </a:cubicBezTo>
                  <a:cubicBezTo>
                    <a:pt x="7" y="111"/>
                    <a:pt x="10" y="109"/>
                    <a:pt x="10" y="107"/>
                  </a:cubicBezTo>
                  <a:cubicBezTo>
                    <a:pt x="10" y="104"/>
                    <a:pt x="5" y="100"/>
                    <a:pt x="5" y="98"/>
                  </a:cubicBezTo>
                  <a:cubicBezTo>
                    <a:pt x="4" y="95"/>
                    <a:pt x="4" y="88"/>
                    <a:pt x="4" y="85"/>
                  </a:cubicBezTo>
                  <a:cubicBezTo>
                    <a:pt x="5" y="83"/>
                    <a:pt x="8" y="79"/>
                    <a:pt x="9" y="77"/>
                  </a:cubicBezTo>
                  <a:cubicBezTo>
                    <a:pt x="9" y="74"/>
                    <a:pt x="9" y="69"/>
                    <a:pt x="9" y="67"/>
                  </a:cubicBezTo>
                  <a:cubicBezTo>
                    <a:pt x="9" y="64"/>
                    <a:pt x="9" y="58"/>
                    <a:pt x="11" y="56"/>
                  </a:cubicBezTo>
                  <a:cubicBezTo>
                    <a:pt x="13" y="55"/>
                    <a:pt x="19" y="54"/>
                    <a:pt x="21" y="55"/>
                  </a:cubicBezTo>
                  <a:cubicBezTo>
                    <a:pt x="23" y="56"/>
                    <a:pt x="26" y="59"/>
                    <a:pt x="27" y="61"/>
                  </a:cubicBezTo>
                  <a:cubicBezTo>
                    <a:pt x="28" y="62"/>
                    <a:pt x="27" y="66"/>
                    <a:pt x="28" y="68"/>
                  </a:cubicBezTo>
                  <a:cubicBezTo>
                    <a:pt x="30" y="70"/>
                    <a:pt x="37" y="70"/>
                    <a:pt x="39" y="70"/>
                  </a:cubicBezTo>
                  <a:cubicBezTo>
                    <a:pt x="41" y="70"/>
                    <a:pt x="45" y="68"/>
                    <a:pt x="47" y="66"/>
                  </a:cubicBezTo>
                  <a:cubicBezTo>
                    <a:pt x="48" y="65"/>
                    <a:pt x="47" y="60"/>
                    <a:pt x="49" y="59"/>
                  </a:cubicBezTo>
                  <a:cubicBezTo>
                    <a:pt x="50" y="57"/>
                    <a:pt x="56" y="58"/>
                    <a:pt x="57" y="56"/>
                  </a:cubicBezTo>
                  <a:cubicBezTo>
                    <a:pt x="59" y="54"/>
                    <a:pt x="58" y="49"/>
                    <a:pt x="60" y="48"/>
                  </a:cubicBezTo>
                  <a:cubicBezTo>
                    <a:pt x="62" y="46"/>
                    <a:pt x="67" y="46"/>
                    <a:pt x="69" y="46"/>
                  </a:cubicBezTo>
                  <a:cubicBezTo>
                    <a:pt x="72" y="45"/>
                    <a:pt x="80" y="46"/>
                    <a:pt x="82" y="43"/>
                  </a:cubicBezTo>
                  <a:cubicBezTo>
                    <a:pt x="83" y="42"/>
                    <a:pt x="82" y="38"/>
                    <a:pt x="83" y="37"/>
                  </a:cubicBezTo>
                  <a:cubicBezTo>
                    <a:pt x="84" y="34"/>
                    <a:pt x="87" y="29"/>
                    <a:pt x="89" y="28"/>
                  </a:cubicBezTo>
                  <a:cubicBezTo>
                    <a:pt x="92" y="26"/>
                    <a:pt x="99" y="28"/>
                    <a:pt x="102" y="27"/>
                  </a:cubicBezTo>
                  <a:cubicBezTo>
                    <a:pt x="104" y="27"/>
                    <a:pt x="109" y="23"/>
                    <a:pt x="111" y="21"/>
                  </a:cubicBezTo>
                  <a:cubicBezTo>
                    <a:pt x="113" y="19"/>
                    <a:pt x="115" y="14"/>
                    <a:pt x="116" y="11"/>
                  </a:cubicBezTo>
                  <a:cubicBezTo>
                    <a:pt x="117" y="9"/>
                    <a:pt x="116" y="3"/>
                    <a:pt x="117" y="1"/>
                  </a:cubicBezTo>
                  <a:cubicBezTo>
                    <a:pt x="119" y="0"/>
                    <a:pt x="123" y="1"/>
                    <a:pt x="125" y="1"/>
                  </a:cubicBezTo>
                  <a:cubicBezTo>
                    <a:pt x="126" y="2"/>
                    <a:pt x="128" y="5"/>
                    <a:pt x="129" y="6"/>
                  </a:cubicBezTo>
                  <a:cubicBezTo>
                    <a:pt x="131" y="7"/>
                    <a:pt x="135" y="6"/>
                    <a:pt x="137" y="6"/>
                  </a:cubicBezTo>
                  <a:cubicBezTo>
                    <a:pt x="139" y="6"/>
                    <a:pt x="142" y="4"/>
                    <a:pt x="144" y="5"/>
                  </a:cubicBezTo>
                  <a:cubicBezTo>
                    <a:pt x="145" y="5"/>
                    <a:pt x="148" y="6"/>
                    <a:pt x="149" y="7"/>
                  </a:cubicBezTo>
                  <a:cubicBezTo>
                    <a:pt x="151" y="9"/>
                    <a:pt x="149" y="13"/>
                    <a:pt x="150" y="16"/>
                  </a:cubicBezTo>
                  <a:cubicBezTo>
                    <a:pt x="150" y="19"/>
                    <a:pt x="153" y="24"/>
                    <a:pt x="153" y="27"/>
                  </a:cubicBezTo>
                  <a:cubicBezTo>
                    <a:pt x="154" y="28"/>
                    <a:pt x="153" y="31"/>
                    <a:pt x="154" y="32"/>
                  </a:cubicBezTo>
                  <a:cubicBezTo>
                    <a:pt x="155" y="34"/>
                    <a:pt x="160" y="35"/>
                    <a:pt x="162" y="35"/>
                  </a:cubicBezTo>
                  <a:cubicBezTo>
                    <a:pt x="165" y="34"/>
                    <a:pt x="166" y="29"/>
                    <a:pt x="168" y="28"/>
                  </a:cubicBezTo>
                  <a:cubicBezTo>
                    <a:pt x="170" y="26"/>
                    <a:pt x="176" y="23"/>
                    <a:pt x="179" y="23"/>
                  </a:cubicBezTo>
                  <a:cubicBezTo>
                    <a:pt x="181" y="23"/>
                    <a:pt x="186" y="26"/>
                    <a:pt x="188" y="28"/>
                  </a:cubicBezTo>
                  <a:cubicBezTo>
                    <a:pt x="189" y="30"/>
                    <a:pt x="187" y="37"/>
                    <a:pt x="188" y="39"/>
                  </a:cubicBezTo>
                  <a:cubicBezTo>
                    <a:pt x="189" y="41"/>
                    <a:pt x="193" y="45"/>
                    <a:pt x="195" y="46"/>
                  </a:cubicBezTo>
                  <a:cubicBezTo>
                    <a:pt x="197" y="47"/>
                    <a:pt x="202" y="46"/>
                    <a:pt x="204" y="47"/>
                  </a:cubicBezTo>
                  <a:cubicBezTo>
                    <a:pt x="206" y="47"/>
                    <a:pt x="210" y="49"/>
                    <a:pt x="212" y="51"/>
                  </a:cubicBezTo>
                  <a:cubicBezTo>
                    <a:pt x="213" y="52"/>
                    <a:pt x="215" y="57"/>
                    <a:pt x="215" y="59"/>
                  </a:cubicBezTo>
                  <a:cubicBezTo>
                    <a:pt x="216" y="62"/>
                    <a:pt x="217" y="69"/>
                    <a:pt x="217" y="73"/>
                  </a:cubicBezTo>
                  <a:cubicBezTo>
                    <a:pt x="216" y="76"/>
                    <a:pt x="214" y="83"/>
                    <a:pt x="213" y="86"/>
                  </a:cubicBezTo>
                  <a:cubicBezTo>
                    <a:pt x="212" y="89"/>
                    <a:pt x="210" y="95"/>
                    <a:pt x="209" y="98"/>
                  </a:cubicBezTo>
                  <a:cubicBezTo>
                    <a:pt x="209" y="101"/>
                    <a:pt x="207" y="108"/>
                    <a:pt x="209" y="111"/>
                  </a:cubicBezTo>
                  <a:cubicBezTo>
                    <a:pt x="210" y="113"/>
                    <a:pt x="214" y="113"/>
                    <a:pt x="216" y="114"/>
                  </a:cubicBezTo>
                  <a:cubicBezTo>
                    <a:pt x="217" y="115"/>
                    <a:pt x="220" y="118"/>
                    <a:pt x="221" y="119"/>
                  </a:cubicBezTo>
                  <a:cubicBezTo>
                    <a:pt x="222" y="121"/>
                    <a:pt x="221" y="126"/>
                    <a:pt x="222" y="128"/>
                  </a:cubicBezTo>
                  <a:cubicBezTo>
                    <a:pt x="224" y="129"/>
                    <a:pt x="229" y="129"/>
                    <a:pt x="231" y="131"/>
                  </a:cubicBezTo>
                  <a:cubicBezTo>
                    <a:pt x="232" y="132"/>
                    <a:pt x="234" y="136"/>
                    <a:pt x="234" y="138"/>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51" name="Freeform 12"/>
            <p:cNvSpPr>
              <a:spLocks/>
            </p:cNvSpPr>
            <p:nvPr/>
          </p:nvSpPr>
          <p:spPr bwMode="auto">
            <a:xfrm>
              <a:off x="7061200" y="2127250"/>
              <a:ext cx="1003300" cy="1781175"/>
            </a:xfrm>
            <a:custGeom>
              <a:avLst/>
              <a:gdLst/>
              <a:ahLst/>
              <a:cxnLst>
                <a:cxn ang="0">
                  <a:pos x="154" y="590"/>
                </a:cxn>
                <a:cxn ang="0">
                  <a:pos x="178" y="466"/>
                </a:cxn>
                <a:cxn ang="0">
                  <a:pos x="160" y="399"/>
                </a:cxn>
                <a:cxn ang="0">
                  <a:pos x="137" y="308"/>
                </a:cxn>
                <a:cxn ang="0">
                  <a:pos x="179" y="279"/>
                </a:cxn>
                <a:cxn ang="0">
                  <a:pos x="193" y="228"/>
                </a:cxn>
                <a:cxn ang="0">
                  <a:pos x="260" y="175"/>
                </a:cxn>
                <a:cxn ang="0">
                  <a:pos x="312" y="208"/>
                </a:cxn>
                <a:cxn ang="0">
                  <a:pos x="363" y="147"/>
                </a:cxn>
                <a:cxn ang="0">
                  <a:pos x="411" y="105"/>
                </a:cxn>
                <a:cxn ang="0">
                  <a:pos x="476" y="52"/>
                </a:cxn>
                <a:cxn ang="0">
                  <a:pos x="521" y="73"/>
                </a:cxn>
                <a:cxn ang="0">
                  <a:pos x="551" y="53"/>
                </a:cxn>
                <a:cxn ang="0">
                  <a:pos x="541" y="13"/>
                </a:cxn>
                <a:cxn ang="0">
                  <a:pos x="587" y="0"/>
                </a:cxn>
                <a:cxn ang="0">
                  <a:pos x="593" y="59"/>
                </a:cxn>
                <a:cxn ang="0">
                  <a:pos x="625" y="74"/>
                </a:cxn>
                <a:cxn ang="0">
                  <a:pos x="623" y="113"/>
                </a:cxn>
                <a:cxn ang="0">
                  <a:pos x="609" y="155"/>
                </a:cxn>
                <a:cxn ang="0">
                  <a:pos x="591" y="218"/>
                </a:cxn>
                <a:cxn ang="0">
                  <a:pos x="584" y="245"/>
                </a:cxn>
                <a:cxn ang="0">
                  <a:pos x="591" y="310"/>
                </a:cxn>
                <a:cxn ang="0">
                  <a:pos x="579" y="368"/>
                </a:cxn>
                <a:cxn ang="0">
                  <a:pos x="488" y="361"/>
                </a:cxn>
                <a:cxn ang="0">
                  <a:pos x="458" y="367"/>
                </a:cxn>
                <a:cxn ang="0">
                  <a:pos x="417" y="364"/>
                </a:cxn>
                <a:cxn ang="0">
                  <a:pos x="358" y="323"/>
                </a:cxn>
                <a:cxn ang="0">
                  <a:pos x="312" y="317"/>
                </a:cxn>
                <a:cxn ang="0">
                  <a:pos x="296" y="357"/>
                </a:cxn>
                <a:cxn ang="0">
                  <a:pos x="261" y="384"/>
                </a:cxn>
                <a:cxn ang="0">
                  <a:pos x="237" y="407"/>
                </a:cxn>
                <a:cxn ang="0">
                  <a:pos x="288" y="418"/>
                </a:cxn>
                <a:cxn ang="0">
                  <a:pos x="328" y="441"/>
                </a:cxn>
                <a:cxn ang="0">
                  <a:pos x="369" y="456"/>
                </a:cxn>
                <a:cxn ang="0">
                  <a:pos x="385" y="492"/>
                </a:cxn>
                <a:cxn ang="0">
                  <a:pos x="372" y="549"/>
                </a:cxn>
                <a:cxn ang="0">
                  <a:pos x="354" y="594"/>
                </a:cxn>
                <a:cxn ang="0">
                  <a:pos x="314" y="623"/>
                </a:cxn>
                <a:cxn ang="0">
                  <a:pos x="269" y="638"/>
                </a:cxn>
                <a:cxn ang="0">
                  <a:pos x="247" y="662"/>
                </a:cxn>
                <a:cxn ang="0">
                  <a:pos x="272" y="740"/>
                </a:cxn>
                <a:cxn ang="0">
                  <a:pos x="244" y="786"/>
                </a:cxn>
                <a:cxn ang="0">
                  <a:pos x="257" y="814"/>
                </a:cxn>
                <a:cxn ang="0">
                  <a:pos x="274" y="849"/>
                </a:cxn>
                <a:cxn ang="0">
                  <a:pos x="296" y="877"/>
                </a:cxn>
                <a:cxn ang="0">
                  <a:pos x="277" y="909"/>
                </a:cxn>
                <a:cxn ang="0">
                  <a:pos x="278" y="931"/>
                </a:cxn>
                <a:cxn ang="0">
                  <a:pos x="259" y="951"/>
                </a:cxn>
                <a:cxn ang="0">
                  <a:pos x="285" y="979"/>
                </a:cxn>
                <a:cxn ang="0">
                  <a:pos x="242" y="985"/>
                </a:cxn>
                <a:cxn ang="0">
                  <a:pos x="203" y="973"/>
                </a:cxn>
                <a:cxn ang="0">
                  <a:pos x="170" y="974"/>
                </a:cxn>
                <a:cxn ang="0">
                  <a:pos x="158" y="1006"/>
                </a:cxn>
                <a:cxn ang="0">
                  <a:pos x="115" y="1038"/>
                </a:cxn>
                <a:cxn ang="0">
                  <a:pos x="82" y="1083"/>
                </a:cxn>
                <a:cxn ang="0">
                  <a:pos x="25" y="1130"/>
                </a:cxn>
                <a:cxn ang="0">
                  <a:pos x="22" y="1084"/>
                </a:cxn>
                <a:cxn ang="0">
                  <a:pos x="64" y="1021"/>
                </a:cxn>
                <a:cxn ang="0">
                  <a:pos x="72" y="982"/>
                </a:cxn>
                <a:cxn ang="0">
                  <a:pos x="61" y="860"/>
                </a:cxn>
                <a:cxn ang="0">
                  <a:pos x="4" y="691"/>
                </a:cxn>
                <a:cxn ang="0">
                  <a:pos x="49" y="651"/>
                </a:cxn>
              </a:cxnLst>
              <a:rect l="0" t="0" r="r" b="b"/>
              <a:pathLst>
                <a:path w="638" h="1132">
                  <a:moveTo>
                    <a:pt x="89" y="634"/>
                  </a:moveTo>
                  <a:cubicBezTo>
                    <a:pt x="94" y="633"/>
                    <a:pt x="100" y="632"/>
                    <a:pt x="103" y="630"/>
                  </a:cubicBezTo>
                  <a:cubicBezTo>
                    <a:pt x="107" y="627"/>
                    <a:pt x="109" y="618"/>
                    <a:pt x="112" y="615"/>
                  </a:cubicBezTo>
                  <a:cubicBezTo>
                    <a:pt x="115" y="612"/>
                    <a:pt x="123" y="609"/>
                    <a:pt x="127" y="607"/>
                  </a:cubicBezTo>
                  <a:cubicBezTo>
                    <a:pt x="130" y="605"/>
                    <a:pt x="136" y="602"/>
                    <a:pt x="139" y="600"/>
                  </a:cubicBezTo>
                  <a:cubicBezTo>
                    <a:pt x="143" y="598"/>
                    <a:pt x="151" y="593"/>
                    <a:pt x="154" y="590"/>
                  </a:cubicBezTo>
                  <a:cubicBezTo>
                    <a:pt x="157" y="587"/>
                    <a:pt x="159" y="579"/>
                    <a:pt x="161" y="576"/>
                  </a:cubicBezTo>
                  <a:cubicBezTo>
                    <a:pt x="162" y="573"/>
                    <a:pt x="168" y="570"/>
                    <a:pt x="169" y="567"/>
                  </a:cubicBezTo>
                  <a:cubicBezTo>
                    <a:pt x="172" y="562"/>
                    <a:pt x="173" y="549"/>
                    <a:pt x="173" y="543"/>
                  </a:cubicBezTo>
                  <a:cubicBezTo>
                    <a:pt x="172" y="536"/>
                    <a:pt x="167" y="524"/>
                    <a:pt x="167" y="517"/>
                  </a:cubicBezTo>
                  <a:cubicBezTo>
                    <a:pt x="166" y="510"/>
                    <a:pt x="168" y="496"/>
                    <a:pt x="170" y="489"/>
                  </a:cubicBezTo>
                  <a:cubicBezTo>
                    <a:pt x="171" y="483"/>
                    <a:pt x="176" y="472"/>
                    <a:pt x="178" y="466"/>
                  </a:cubicBezTo>
                  <a:cubicBezTo>
                    <a:pt x="179" y="462"/>
                    <a:pt x="181" y="455"/>
                    <a:pt x="182" y="451"/>
                  </a:cubicBezTo>
                  <a:cubicBezTo>
                    <a:pt x="184" y="446"/>
                    <a:pt x="187" y="435"/>
                    <a:pt x="187" y="430"/>
                  </a:cubicBezTo>
                  <a:cubicBezTo>
                    <a:pt x="187" y="426"/>
                    <a:pt x="185" y="420"/>
                    <a:pt x="184" y="416"/>
                  </a:cubicBezTo>
                  <a:cubicBezTo>
                    <a:pt x="183" y="413"/>
                    <a:pt x="183" y="406"/>
                    <a:pt x="181" y="403"/>
                  </a:cubicBezTo>
                  <a:cubicBezTo>
                    <a:pt x="179" y="401"/>
                    <a:pt x="174" y="400"/>
                    <a:pt x="172" y="399"/>
                  </a:cubicBezTo>
                  <a:cubicBezTo>
                    <a:pt x="169" y="398"/>
                    <a:pt x="163" y="400"/>
                    <a:pt x="160" y="399"/>
                  </a:cubicBezTo>
                  <a:cubicBezTo>
                    <a:pt x="157" y="398"/>
                    <a:pt x="153" y="394"/>
                    <a:pt x="151" y="392"/>
                  </a:cubicBezTo>
                  <a:cubicBezTo>
                    <a:pt x="148" y="388"/>
                    <a:pt x="143" y="381"/>
                    <a:pt x="142" y="376"/>
                  </a:cubicBezTo>
                  <a:cubicBezTo>
                    <a:pt x="140" y="371"/>
                    <a:pt x="141" y="361"/>
                    <a:pt x="141" y="356"/>
                  </a:cubicBezTo>
                  <a:cubicBezTo>
                    <a:pt x="141" y="350"/>
                    <a:pt x="144" y="338"/>
                    <a:pt x="143" y="332"/>
                  </a:cubicBezTo>
                  <a:cubicBezTo>
                    <a:pt x="143" y="328"/>
                    <a:pt x="143" y="321"/>
                    <a:pt x="142" y="318"/>
                  </a:cubicBezTo>
                  <a:cubicBezTo>
                    <a:pt x="141" y="316"/>
                    <a:pt x="137" y="311"/>
                    <a:pt x="137" y="308"/>
                  </a:cubicBezTo>
                  <a:cubicBezTo>
                    <a:pt x="136" y="306"/>
                    <a:pt x="135" y="300"/>
                    <a:pt x="137" y="298"/>
                  </a:cubicBezTo>
                  <a:cubicBezTo>
                    <a:pt x="139" y="295"/>
                    <a:pt x="146" y="292"/>
                    <a:pt x="149" y="293"/>
                  </a:cubicBezTo>
                  <a:cubicBezTo>
                    <a:pt x="151" y="294"/>
                    <a:pt x="151" y="300"/>
                    <a:pt x="153" y="301"/>
                  </a:cubicBezTo>
                  <a:cubicBezTo>
                    <a:pt x="156" y="302"/>
                    <a:pt x="163" y="299"/>
                    <a:pt x="165" y="298"/>
                  </a:cubicBezTo>
                  <a:cubicBezTo>
                    <a:pt x="168" y="295"/>
                    <a:pt x="170" y="288"/>
                    <a:pt x="172" y="286"/>
                  </a:cubicBezTo>
                  <a:cubicBezTo>
                    <a:pt x="174" y="284"/>
                    <a:pt x="177" y="281"/>
                    <a:pt x="179" y="279"/>
                  </a:cubicBezTo>
                  <a:cubicBezTo>
                    <a:pt x="181" y="277"/>
                    <a:pt x="185" y="272"/>
                    <a:pt x="185" y="269"/>
                  </a:cubicBezTo>
                  <a:cubicBezTo>
                    <a:pt x="186" y="265"/>
                    <a:pt x="185" y="257"/>
                    <a:pt x="183" y="254"/>
                  </a:cubicBezTo>
                  <a:cubicBezTo>
                    <a:pt x="181" y="251"/>
                    <a:pt x="173" y="249"/>
                    <a:pt x="171" y="246"/>
                  </a:cubicBezTo>
                  <a:cubicBezTo>
                    <a:pt x="170" y="244"/>
                    <a:pt x="170" y="241"/>
                    <a:pt x="171" y="239"/>
                  </a:cubicBezTo>
                  <a:cubicBezTo>
                    <a:pt x="172" y="236"/>
                    <a:pt x="177" y="232"/>
                    <a:pt x="179" y="231"/>
                  </a:cubicBezTo>
                  <a:cubicBezTo>
                    <a:pt x="182" y="229"/>
                    <a:pt x="190" y="229"/>
                    <a:pt x="193" y="228"/>
                  </a:cubicBezTo>
                  <a:cubicBezTo>
                    <a:pt x="198" y="226"/>
                    <a:pt x="207" y="220"/>
                    <a:pt x="209" y="216"/>
                  </a:cubicBezTo>
                  <a:cubicBezTo>
                    <a:pt x="211" y="213"/>
                    <a:pt x="210" y="205"/>
                    <a:pt x="212" y="201"/>
                  </a:cubicBezTo>
                  <a:cubicBezTo>
                    <a:pt x="214" y="197"/>
                    <a:pt x="219" y="189"/>
                    <a:pt x="223" y="186"/>
                  </a:cubicBezTo>
                  <a:cubicBezTo>
                    <a:pt x="225" y="184"/>
                    <a:pt x="230" y="182"/>
                    <a:pt x="233" y="180"/>
                  </a:cubicBezTo>
                  <a:cubicBezTo>
                    <a:pt x="236" y="178"/>
                    <a:pt x="242" y="174"/>
                    <a:pt x="246" y="173"/>
                  </a:cubicBezTo>
                  <a:cubicBezTo>
                    <a:pt x="249" y="172"/>
                    <a:pt x="256" y="174"/>
                    <a:pt x="260" y="175"/>
                  </a:cubicBezTo>
                  <a:cubicBezTo>
                    <a:pt x="262" y="176"/>
                    <a:pt x="267" y="179"/>
                    <a:pt x="269" y="181"/>
                  </a:cubicBezTo>
                  <a:cubicBezTo>
                    <a:pt x="271" y="182"/>
                    <a:pt x="273" y="186"/>
                    <a:pt x="275" y="188"/>
                  </a:cubicBezTo>
                  <a:cubicBezTo>
                    <a:pt x="277" y="189"/>
                    <a:pt x="281" y="191"/>
                    <a:pt x="283" y="192"/>
                  </a:cubicBezTo>
                  <a:cubicBezTo>
                    <a:pt x="286" y="193"/>
                    <a:pt x="292" y="195"/>
                    <a:pt x="294" y="197"/>
                  </a:cubicBezTo>
                  <a:cubicBezTo>
                    <a:pt x="297" y="199"/>
                    <a:pt x="298" y="205"/>
                    <a:pt x="301" y="206"/>
                  </a:cubicBezTo>
                  <a:cubicBezTo>
                    <a:pt x="303" y="208"/>
                    <a:pt x="310" y="209"/>
                    <a:pt x="312" y="208"/>
                  </a:cubicBezTo>
                  <a:cubicBezTo>
                    <a:pt x="315" y="206"/>
                    <a:pt x="317" y="199"/>
                    <a:pt x="318" y="196"/>
                  </a:cubicBezTo>
                  <a:cubicBezTo>
                    <a:pt x="319" y="192"/>
                    <a:pt x="319" y="184"/>
                    <a:pt x="322" y="180"/>
                  </a:cubicBezTo>
                  <a:cubicBezTo>
                    <a:pt x="323" y="177"/>
                    <a:pt x="329" y="174"/>
                    <a:pt x="331" y="172"/>
                  </a:cubicBezTo>
                  <a:cubicBezTo>
                    <a:pt x="334" y="170"/>
                    <a:pt x="339" y="164"/>
                    <a:pt x="342" y="163"/>
                  </a:cubicBezTo>
                  <a:cubicBezTo>
                    <a:pt x="345" y="160"/>
                    <a:pt x="355" y="160"/>
                    <a:pt x="358" y="157"/>
                  </a:cubicBezTo>
                  <a:cubicBezTo>
                    <a:pt x="360" y="155"/>
                    <a:pt x="362" y="149"/>
                    <a:pt x="363" y="147"/>
                  </a:cubicBezTo>
                  <a:cubicBezTo>
                    <a:pt x="365" y="143"/>
                    <a:pt x="370" y="138"/>
                    <a:pt x="371" y="135"/>
                  </a:cubicBezTo>
                  <a:cubicBezTo>
                    <a:pt x="372" y="131"/>
                    <a:pt x="371" y="124"/>
                    <a:pt x="372" y="121"/>
                  </a:cubicBezTo>
                  <a:cubicBezTo>
                    <a:pt x="373" y="117"/>
                    <a:pt x="376" y="109"/>
                    <a:pt x="379" y="107"/>
                  </a:cubicBezTo>
                  <a:cubicBezTo>
                    <a:pt x="381" y="106"/>
                    <a:pt x="385" y="106"/>
                    <a:pt x="386" y="106"/>
                  </a:cubicBezTo>
                  <a:cubicBezTo>
                    <a:pt x="390" y="107"/>
                    <a:pt x="397" y="111"/>
                    <a:pt x="401" y="111"/>
                  </a:cubicBezTo>
                  <a:cubicBezTo>
                    <a:pt x="404" y="111"/>
                    <a:pt x="409" y="106"/>
                    <a:pt x="411" y="105"/>
                  </a:cubicBezTo>
                  <a:cubicBezTo>
                    <a:pt x="416" y="103"/>
                    <a:pt x="427" y="103"/>
                    <a:pt x="432" y="101"/>
                  </a:cubicBezTo>
                  <a:cubicBezTo>
                    <a:pt x="435" y="99"/>
                    <a:pt x="442" y="94"/>
                    <a:pt x="444" y="91"/>
                  </a:cubicBezTo>
                  <a:cubicBezTo>
                    <a:pt x="446" y="88"/>
                    <a:pt x="447" y="82"/>
                    <a:pt x="448" y="79"/>
                  </a:cubicBezTo>
                  <a:cubicBezTo>
                    <a:pt x="450" y="75"/>
                    <a:pt x="454" y="66"/>
                    <a:pt x="457" y="62"/>
                  </a:cubicBezTo>
                  <a:cubicBezTo>
                    <a:pt x="459" y="61"/>
                    <a:pt x="463" y="59"/>
                    <a:pt x="465" y="58"/>
                  </a:cubicBezTo>
                  <a:cubicBezTo>
                    <a:pt x="468" y="57"/>
                    <a:pt x="473" y="53"/>
                    <a:pt x="476" y="52"/>
                  </a:cubicBezTo>
                  <a:cubicBezTo>
                    <a:pt x="479" y="52"/>
                    <a:pt x="483" y="51"/>
                    <a:pt x="486" y="52"/>
                  </a:cubicBezTo>
                  <a:cubicBezTo>
                    <a:pt x="488" y="52"/>
                    <a:pt x="492" y="53"/>
                    <a:pt x="494" y="55"/>
                  </a:cubicBezTo>
                  <a:cubicBezTo>
                    <a:pt x="496" y="57"/>
                    <a:pt x="496" y="62"/>
                    <a:pt x="498" y="64"/>
                  </a:cubicBezTo>
                  <a:cubicBezTo>
                    <a:pt x="499" y="65"/>
                    <a:pt x="503" y="66"/>
                    <a:pt x="504" y="67"/>
                  </a:cubicBezTo>
                  <a:cubicBezTo>
                    <a:pt x="506" y="68"/>
                    <a:pt x="510" y="69"/>
                    <a:pt x="512" y="70"/>
                  </a:cubicBezTo>
                  <a:cubicBezTo>
                    <a:pt x="515" y="70"/>
                    <a:pt x="520" y="71"/>
                    <a:pt x="521" y="73"/>
                  </a:cubicBezTo>
                  <a:cubicBezTo>
                    <a:pt x="523" y="75"/>
                    <a:pt x="521" y="80"/>
                    <a:pt x="521" y="82"/>
                  </a:cubicBezTo>
                  <a:cubicBezTo>
                    <a:pt x="522" y="84"/>
                    <a:pt x="525" y="88"/>
                    <a:pt x="527" y="89"/>
                  </a:cubicBezTo>
                  <a:cubicBezTo>
                    <a:pt x="529" y="90"/>
                    <a:pt x="534" y="90"/>
                    <a:pt x="537" y="89"/>
                  </a:cubicBezTo>
                  <a:cubicBezTo>
                    <a:pt x="540" y="86"/>
                    <a:pt x="542" y="76"/>
                    <a:pt x="544" y="72"/>
                  </a:cubicBezTo>
                  <a:cubicBezTo>
                    <a:pt x="545" y="69"/>
                    <a:pt x="546" y="63"/>
                    <a:pt x="547" y="61"/>
                  </a:cubicBezTo>
                  <a:cubicBezTo>
                    <a:pt x="548" y="59"/>
                    <a:pt x="551" y="55"/>
                    <a:pt x="551" y="53"/>
                  </a:cubicBezTo>
                  <a:cubicBezTo>
                    <a:pt x="551" y="50"/>
                    <a:pt x="548" y="46"/>
                    <a:pt x="546" y="43"/>
                  </a:cubicBezTo>
                  <a:cubicBezTo>
                    <a:pt x="545" y="42"/>
                    <a:pt x="541" y="38"/>
                    <a:pt x="540" y="37"/>
                  </a:cubicBezTo>
                  <a:cubicBezTo>
                    <a:pt x="537" y="35"/>
                    <a:pt x="532" y="33"/>
                    <a:pt x="530" y="31"/>
                  </a:cubicBezTo>
                  <a:cubicBezTo>
                    <a:pt x="529" y="29"/>
                    <a:pt x="525" y="24"/>
                    <a:pt x="526" y="22"/>
                  </a:cubicBezTo>
                  <a:cubicBezTo>
                    <a:pt x="526" y="20"/>
                    <a:pt x="530" y="16"/>
                    <a:pt x="532" y="15"/>
                  </a:cubicBezTo>
                  <a:cubicBezTo>
                    <a:pt x="534" y="14"/>
                    <a:pt x="539" y="12"/>
                    <a:pt x="541" y="13"/>
                  </a:cubicBezTo>
                  <a:cubicBezTo>
                    <a:pt x="543" y="14"/>
                    <a:pt x="544" y="21"/>
                    <a:pt x="546" y="22"/>
                  </a:cubicBezTo>
                  <a:cubicBezTo>
                    <a:pt x="548" y="24"/>
                    <a:pt x="553" y="27"/>
                    <a:pt x="555" y="26"/>
                  </a:cubicBezTo>
                  <a:cubicBezTo>
                    <a:pt x="557" y="26"/>
                    <a:pt x="559" y="22"/>
                    <a:pt x="560" y="21"/>
                  </a:cubicBezTo>
                  <a:cubicBezTo>
                    <a:pt x="562" y="18"/>
                    <a:pt x="567" y="12"/>
                    <a:pt x="570" y="10"/>
                  </a:cubicBezTo>
                  <a:cubicBezTo>
                    <a:pt x="572" y="8"/>
                    <a:pt x="578" y="6"/>
                    <a:pt x="580" y="4"/>
                  </a:cubicBezTo>
                  <a:cubicBezTo>
                    <a:pt x="581" y="3"/>
                    <a:pt x="584" y="2"/>
                    <a:pt x="587" y="0"/>
                  </a:cubicBezTo>
                  <a:cubicBezTo>
                    <a:pt x="589" y="1"/>
                    <a:pt x="593" y="4"/>
                    <a:pt x="595" y="6"/>
                  </a:cubicBezTo>
                  <a:cubicBezTo>
                    <a:pt x="596" y="8"/>
                    <a:pt x="597" y="12"/>
                    <a:pt x="597" y="14"/>
                  </a:cubicBezTo>
                  <a:cubicBezTo>
                    <a:pt x="598" y="18"/>
                    <a:pt x="599" y="25"/>
                    <a:pt x="600" y="29"/>
                  </a:cubicBezTo>
                  <a:cubicBezTo>
                    <a:pt x="600" y="32"/>
                    <a:pt x="600" y="38"/>
                    <a:pt x="599" y="41"/>
                  </a:cubicBezTo>
                  <a:cubicBezTo>
                    <a:pt x="599" y="43"/>
                    <a:pt x="596" y="47"/>
                    <a:pt x="595" y="50"/>
                  </a:cubicBezTo>
                  <a:cubicBezTo>
                    <a:pt x="594" y="52"/>
                    <a:pt x="593" y="56"/>
                    <a:pt x="593" y="59"/>
                  </a:cubicBezTo>
                  <a:cubicBezTo>
                    <a:pt x="593" y="62"/>
                    <a:pt x="595" y="67"/>
                    <a:pt x="596" y="70"/>
                  </a:cubicBezTo>
                  <a:cubicBezTo>
                    <a:pt x="596" y="72"/>
                    <a:pt x="598" y="74"/>
                    <a:pt x="600" y="75"/>
                  </a:cubicBezTo>
                  <a:cubicBezTo>
                    <a:pt x="601" y="76"/>
                    <a:pt x="605" y="78"/>
                    <a:pt x="607" y="78"/>
                  </a:cubicBezTo>
                  <a:cubicBezTo>
                    <a:pt x="608" y="78"/>
                    <a:pt x="611" y="79"/>
                    <a:pt x="613" y="78"/>
                  </a:cubicBezTo>
                  <a:cubicBezTo>
                    <a:pt x="615" y="78"/>
                    <a:pt x="616" y="74"/>
                    <a:pt x="618" y="73"/>
                  </a:cubicBezTo>
                  <a:cubicBezTo>
                    <a:pt x="620" y="73"/>
                    <a:pt x="624" y="73"/>
                    <a:pt x="625" y="74"/>
                  </a:cubicBezTo>
                  <a:cubicBezTo>
                    <a:pt x="627" y="75"/>
                    <a:pt x="628" y="78"/>
                    <a:pt x="629" y="79"/>
                  </a:cubicBezTo>
                  <a:cubicBezTo>
                    <a:pt x="630" y="81"/>
                    <a:pt x="633" y="84"/>
                    <a:pt x="634" y="86"/>
                  </a:cubicBezTo>
                  <a:cubicBezTo>
                    <a:pt x="635" y="88"/>
                    <a:pt x="638" y="93"/>
                    <a:pt x="638" y="96"/>
                  </a:cubicBezTo>
                  <a:cubicBezTo>
                    <a:pt x="638" y="99"/>
                    <a:pt x="636" y="105"/>
                    <a:pt x="635" y="108"/>
                  </a:cubicBezTo>
                  <a:cubicBezTo>
                    <a:pt x="634" y="109"/>
                    <a:pt x="631" y="111"/>
                    <a:pt x="630" y="111"/>
                  </a:cubicBezTo>
                  <a:cubicBezTo>
                    <a:pt x="628" y="112"/>
                    <a:pt x="624" y="112"/>
                    <a:pt x="623" y="113"/>
                  </a:cubicBezTo>
                  <a:cubicBezTo>
                    <a:pt x="620" y="114"/>
                    <a:pt x="616" y="116"/>
                    <a:pt x="615" y="118"/>
                  </a:cubicBezTo>
                  <a:cubicBezTo>
                    <a:pt x="613" y="119"/>
                    <a:pt x="611" y="123"/>
                    <a:pt x="611" y="125"/>
                  </a:cubicBezTo>
                  <a:cubicBezTo>
                    <a:pt x="611" y="127"/>
                    <a:pt x="612" y="130"/>
                    <a:pt x="612" y="131"/>
                  </a:cubicBezTo>
                  <a:cubicBezTo>
                    <a:pt x="613" y="134"/>
                    <a:pt x="618" y="139"/>
                    <a:pt x="618" y="142"/>
                  </a:cubicBezTo>
                  <a:cubicBezTo>
                    <a:pt x="618" y="144"/>
                    <a:pt x="616" y="148"/>
                    <a:pt x="615" y="150"/>
                  </a:cubicBezTo>
                  <a:cubicBezTo>
                    <a:pt x="614" y="152"/>
                    <a:pt x="609" y="153"/>
                    <a:pt x="609" y="155"/>
                  </a:cubicBezTo>
                  <a:cubicBezTo>
                    <a:pt x="607" y="158"/>
                    <a:pt x="609" y="165"/>
                    <a:pt x="609" y="169"/>
                  </a:cubicBezTo>
                  <a:cubicBezTo>
                    <a:pt x="608" y="171"/>
                    <a:pt x="608" y="177"/>
                    <a:pt x="608" y="180"/>
                  </a:cubicBezTo>
                  <a:cubicBezTo>
                    <a:pt x="608" y="184"/>
                    <a:pt x="611" y="193"/>
                    <a:pt x="610" y="197"/>
                  </a:cubicBezTo>
                  <a:cubicBezTo>
                    <a:pt x="609" y="200"/>
                    <a:pt x="607" y="203"/>
                    <a:pt x="606" y="205"/>
                  </a:cubicBezTo>
                  <a:cubicBezTo>
                    <a:pt x="604" y="207"/>
                    <a:pt x="602" y="210"/>
                    <a:pt x="600" y="212"/>
                  </a:cubicBezTo>
                  <a:cubicBezTo>
                    <a:pt x="598" y="213"/>
                    <a:pt x="594" y="217"/>
                    <a:pt x="591" y="218"/>
                  </a:cubicBezTo>
                  <a:cubicBezTo>
                    <a:pt x="589" y="220"/>
                    <a:pt x="583" y="224"/>
                    <a:pt x="580" y="225"/>
                  </a:cubicBezTo>
                  <a:cubicBezTo>
                    <a:pt x="578" y="226"/>
                    <a:pt x="574" y="226"/>
                    <a:pt x="572" y="227"/>
                  </a:cubicBezTo>
                  <a:cubicBezTo>
                    <a:pt x="571" y="227"/>
                    <a:pt x="569" y="229"/>
                    <a:pt x="568" y="231"/>
                  </a:cubicBezTo>
                  <a:cubicBezTo>
                    <a:pt x="568" y="232"/>
                    <a:pt x="567" y="236"/>
                    <a:pt x="568" y="237"/>
                  </a:cubicBezTo>
                  <a:cubicBezTo>
                    <a:pt x="569" y="239"/>
                    <a:pt x="574" y="241"/>
                    <a:pt x="576" y="242"/>
                  </a:cubicBezTo>
                  <a:cubicBezTo>
                    <a:pt x="578" y="243"/>
                    <a:pt x="583" y="244"/>
                    <a:pt x="584" y="245"/>
                  </a:cubicBezTo>
                  <a:cubicBezTo>
                    <a:pt x="586" y="246"/>
                    <a:pt x="589" y="250"/>
                    <a:pt x="590" y="253"/>
                  </a:cubicBezTo>
                  <a:cubicBezTo>
                    <a:pt x="591" y="255"/>
                    <a:pt x="593" y="259"/>
                    <a:pt x="594" y="262"/>
                  </a:cubicBezTo>
                  <a:cubicBezTo>
                    <a:pt x="594" y="264"/>
                    <a:pt x="594" y="270"/>
                    <a:pt x="594" y="272"/>
                  </a:cubicBezTo>
                  <a:cubicBezTo>
                    <a:pt x="594" y="274"/>
                    <a:pt x="593" y="279"/>
                    <a:pt x="593" y="281"/>
                  </a:cubicBezTo>
                  <a:cubicBezTo>
                    <a:pt x="592" y="285"/>
                    <a:pt x="592" y="294"/>
                    <a:pt x="592" y="298"/>
                  </a:cubicBezTo>
                  <a:cubicBezTo>
                    <a:pt x="592" y="301"/>
                    <a:pt x="591" y="307"/>
                    <a:pt x="591" y="310"/>
                  </a:cubicBezTo>
                  <a:cubicBezTo>
                    <a:pt x="592" y="314"/>
                    <a:pt x="595" y="321"/>
                    <a:pt x="596" y="324"/>
                  </a:cubicBezTo>
                  <a:cubicBezTo>
                    <a:pt x="597" y="327"/>
                    <a:pt x="600" y="333"/>
                    <a:pt x="600" y="336"/>
                  </a:cubicBezTo>
                  <a:cubicBezTo>
                    <a:pt x="601" y="339"/>
                    <a:pt x="602" y="343"/>
                    <a:pt x="602" y="346"/>
                  </a:cubicBezTo>
                  <a:cubicBezTo>
                    <a:pt x="602" y="349"/>
                    <a:pt x="601" y="356"/>
                    <a:pt x="599" y="359"/>
                  </a:cubicBezTo>
                  <a:cubicBezTo>
                    <a:pt x="598" y="360"/>
                    <a:pt x="595" y="363"/>
                    <a:pt x="593" y="364"/>
                  </a:cubicBezTo>
                  <a:cubicBezTo>
                    <a:pt x="590" y="366"/>
                    <a:pt x="583" y="367"/>
                    <a:pt x="579" y="368"/>
                  </a:cubicBezTo>
                  <a:cubicBezTo>
                    <a:pt x="575" y="369"/>
                    <a:pt x="566" y="368"/>
                    <a:pt x="562" y="369"/>
                  </a:cubicBezTo>
                  <a:cubicBezTo>
                    <a:pt x="555" y="369"/>
                    <a:pt x="541" y="371"/>
                    <a:pt x="534" y="372"/>
                  </a:cubicBezTo>
                  <a:cubicBezTo>
                    <a:pt x="529" y="372"/>
                    <a:pt x="520" y="374"/>
                    <a:pt x="515" y="375"/>
                  </a:cubicBezTo>
                  <a:cubicBezTo>
                    <a:pt x="511" y="375"/>
                    <a:pt x="502" y="376"/>
                    <a:pt x="497" y="375"/>
                  </a:cubicBezTo>
                  <a:cubicBezTo>
                    <a:pt x="495" y="374"/>
                    <a:pt x="491" y="372"/>
                    <a:pt x="490" y="371"/>
                  </a:cubicBezTo>
                  <a:cubicBezTo>
                    <a:pt x="488" y="369"/>
                    <a:pt x="489" y="363"/>
                    <a:pt x="488" y="361"/>
                  </a:cubicBezTo>
                  <a:cubicBezTo>
                    <a:pt x="488" y="358"/>
                    <a:pt x="486" y="354"/>
                    <a:pt x="484" y="353"/>
                  </a:cubicBezTo>
                  <a:cubicBezTo>
                    <a:pt x="483" y="352"/>
                    <a:pt x="480" y="351"/>
                    <a:pt x="479" y="351"/>
                  </a:cubicBezTo>
                  <a:cubicBezTo>
                    <a:pt x="477" y="352"/>
                    <a:pt x="474" y="354"/>
                    <a:pt x="472" y="355"/>
                  </a:cubicBezTo>
                  <a:cubicBezTo>
                    <a:pt x="471" y="356"/>
                    <a:pt x="470" y="360"/>
                    <a:pt x="469" y="361"/>
                  </a:cubicBezTo>
                  <a:cubicBezTo>
                    <a:pt x="468" y="362"/>
                    <a:pt x="466" y="366"/>
                    <a:pt x="464" y="367"/>
                  </a:cubicBezTo>
                  <a:cubicBezTo>
                    <a:pt x="463" y="367"/>
                    <a:pt x="460" y="367"/>
                    <a:pt x="458" y="367"/>
                  </a:cubicBezTo>
                  <a:cubicBezTo>
                    <a:pt x="457" y="367"/>
                    <a:pt x="454" y="366"/>
                    <a:pt x="453" y="366"/>
                  </a:cubicBezTo>
                  <a:cubicBezTo>
                    <a:pt x="452" y="366"/>
                    <a:pt x="450" y="367"/>
                    <a:pt x="449" y="367"/>
                  </a:cubicBezTo>
                  <a:cubicBezTo>
                    <a:pt x="448" y="368"/>
                    <a:pt x="446" y="371"/>
                    <a:pt x="444" y="372"/>
                  </a:cubicBezTo>
                  <a:cubicBezTo>
                    <a:pt x="443" y="373"/>
                    <a:pt x="440" y="373"/>
                    <a:pt x="439" y="374"/>
                  </a:cubicBezTo>
                  <a:cubicBezTo>
                    <a:pt x="435" y="374"/>
                    <a:pt x="429" y="373"/>
                    <a:pt x="426" y="372"/>
                  </a:cubicBezTo>
                  <a:cubicBezTo>
                    <a:pt x="423" y="371"/>
                    <a:pt x="418" y="367"/>
                    <a:pt x="417" y="364"/>
                  </a:cubicBezTo>
                  <a:cubicBezTo>
                    <a:pt x="415" y="361"/>
                    <a:pt x="415" y="353"/>
                    <a:pt x="414" y="350"/>
                  </a:cubicBezTo>
                  <a:cubicBezTo>
                    <a:pt x="413" y="348"/>
                    <a:pt x="413" y="344"/>
                    <a:pt x="412" y="342"/>
                  </a:cubicBezTo>
                  <a:cubicBezTo>
                    <a:pt x="410" y="338"/>
                    <a:pt x="406" y="331"/>
                    <a:pt x="402" y="328"/>
                  </a:cubicBezTo>
                  <a:cubicBezTo>
                    <a:pt x="398" y="325"/>
                    <a:pt x="388" y="324"/>
                    <a:pt x="384" y="323"/>
                  </a:cubicBezTo>
                  <a:cubicBezTo>
                    <a:pt x="381" y="322"/>
                    <a:pt x="374" y="321"/>
                    <a:pt x="371" y="321"/>
                  </a:cubicBezTo>
                  <a:cubicBezTo>
                    <a:pt x="368" y="321"/>
                    <a:pt x="361" y="323"/>
                    <a:pt x="358" y="323"/>
                  </a:cubicBezTo>
                  <a:cubicBezTo>
                    <a:pt x="355" y="324"/>
                    <a:pt x="348" y="326"/>
                    <a:pt x="345" y="325"/>
                  </a:cubicBezTo>
                  <a:cubicBezTo>
                    <a:pt x="343" y="325"/>
                    <a:pt x="340" y="321"/>
                    <a:pt x="338" y="320"/>
                  </a:cubicBezTo>
                  <a:cubicBezTo>
                    <a:pt x="338" y="319"/>
                    <a:pt x="337" y="317"/>
                    <a:pt x="337" y="316"/>
                  </a:cubicBezTo>
                  <a:cubicBezTo>
                    <a:pt x="335" y="315"/>
                    <a:pt x="330" y="317"/>
                    <a:pt x="327" y="317"/>
                  </a:cubicBezTo>
                  <a:cubicBezTo>
                    <a:pt x="326" y="316"/>
                    <a:pt x="322" y="316"/>
                    <a:pt x="321" y="316"/>
                  </a:cubicBezTo>
                  <a:cubicBezTo>
                    <a:pt x="318" y="316"/>
                    <a:pt x="314" y="316"/>
                    <a:pt x="312" y="317"/>
                  </a:cubicBezTo>
                  <a:cubicBezTo>
                    <a:pt x="310" y="317"/>
                    <a:pt x="305" y="317"/>
                    <a:pt x="304" y="318"/>
                  </a:cubicBezTo>
                  <a:cubicBezTo>
                    <a:pt x="302" y="319"/>
                    <a:pt x="301" y="322"/>
                    <a:pt x="299" y="324"/>
                  </a:cubicBezTo>
                  <a:cubicBezTo>
                    <a:pt x="297" y="326"/>
                    <a:pt x="291" y="328"/>
                    <a:pt x="289" y="331"/>
                  </a:cubicBezTo>
                  <a:cubicBezTo>
                    <a:pt x="288" y="334"/>
                    <a:pt x="289" y="340"/>
                    <a:pt x="290" y="342"/>
                  </a:cubicBezTo>
                  <a:cubicBezTo>
                    <a:pt x="291" y="344"/>
                    <a:pt x="295" y="347"/>
                    <a:pt x="296" y="348"/>
                  </a:cubicBezTo>
                  <a:cubicBezTo>
                    <a:pt x="297" y="351"/>
                    <a:pt x="297" y="355"/>
                    <a:pt x="296" y="357"/>
                  </a:cubicBezTo>
                  <a:cubicBezTo>
                    <a:pt x="295" y="359"/>
                    <a:pt x="292" y="362"/>
                    <a:pt x="291" y="362"/>
                  </a:cubicBezTo>
                  <a:cubicBezTo>
                    <a:pt x="288" y="363"/>
                    <a:pt x="282" y="363"/>
                    <a:pt x="280" y="364"/>
                  </a:cubicBezTo>
                  <a:cubicBezTo>
                    <a:pt x="278" y="364"/>
                    <a:pt x="274" y="366"/>
                    <a:pt x="272" y="367"/>
                  </a:cubicBezTo>
                  <a:cubicBezTo>
                    <a:pt x="270" y="368"/>
                    <a:pt x="268" y="373"/>
                    <a:pt x="266" y="374"/>
                  </a:cubicBezTo>
                  <a:cubicBezTo>
                    <a:pt x="265" y="375"/>
                    <a:pt x="262" y="376"/>
                    <a:pt x="262" y="377"/>
                  </a:cubicBezTo>
                  <a:cubicBezTo>
                    <a:pt x="261" y="379"/>
                    <a:pt x="262" y="383"/>
                    <a:pt x="261" y="384"/>
                  </a:cubicBezTo>
                  <a:cubicBezTo>
                    <a:pt x="260" y="386"/>
                    <a:pt x="256" y="388"/>
                    <a:pt x="254" y="388"/>
                  </a:cubicBezTo>
                  <a:cubicBezTo>
                    <a:pt x="252" y="389"/>
                    <a:pt x="249" y="385"/>
                    <a:pt x="248" y="385"/>
                  </a:cubicBezTo>
                  <a:cubicBezTo>
                    <a:pt x="246" y="385"/>
                    <a:pt x="243" y="388"/>
                    <a:pt x="242" y="390"/>
                  </a:cubicBezTo>
                  <a:cubicBezTo>
                    <a:pt x="241" y="391"/>
                    <a:pt x="241" y="394"/>
                    <a:pt x="240" y="395"/>
                  </a:cubicBezTo>
                  <a:cubicBezTo>
                    <a:pt x="239" y="397"/>
                    <a:pt x="237" y="398"/>
                    <a:pt x="236" y="400"/>
                  </a:cubicBezTo>
                  <a:cubicBezTo>
                    <a:pt x="236" y="402"/>
                    <a:pt x="236" y="406"/>
                    <a:pt x="237" y="407"/>
                  </a:cubicBezTo>
                  <a:cubicBezTo>
                    <a:pt x="239" y="409"/>
                    <a:pt x="244" y="406"/>
                    <a:pt x="247" y="407"/>
                  </a:cubicBezTo>
                  <a:cubicBezTo>
                    <a:pt x="249" y="407"/>
                    <a:pt x="254" y="409"/>
                    <a:pt x="255" y="411"/>
                  </a:cubicBezTo>
                  <a:cubicBezTo>
                    <a:pt x="258" y="413"/>
                    <a:pt x="260" y="419"/>
                    <a:pt x="262" y="420"/>
                  </a:cubicBezTo>
                  <a:cubicBezTo>
                    <a:pt x="265" y="421"/>
                    <a:pt x="270" y="421"/>
                    <a:pt x="272" y="421"/>
                  </a:cubicBezTo>
                  <a:cubicBezTo>
                    <a:pt x="275" y="420"/>
                    <a:pt x="279" y="417"/>
                    <a:pt x="282" y="416"/>
                  </a:cubicBezTo>
                  <a:cubicBezTo>
                    <a:pt x="283" y="416"/>
                    <a:pt x="287" y="417"/>
                    <a:pt x="288" y="418"/>
                  </a:cubicBezTo>
                  <a:cubicBezTo>
                    <a:pt x="290" y="418"/>
                    <a:pt x="294" y="420"/>
                    <a:pt x="296" y="422"/>
                  </a:cubicBezTo>
                  <a:cubicBezTo>
                    <a:pt x="298" y="424"/>
                    <a:pt x="300" y="428"/>
                    <a:pt x="302" y="430"/>
                  </a:cubicBezTo>
                  <a:cubicBezTo>
                    <a:pt x="303" y="432"/>
                    <a:pt x="306" y="435"/>
                    <a:pt x="308" y="436"/>
                  </a:cubicBezTo>
                  <a:cubicBezTo>
                    <a:pt x="310" y="436"/>
                    <a:pt x="313" y="436"/>
                    <a:pt x="315" y="436"/>
                  </a:cubicBezTo>
                  <a:cubicBezTo>
                    <a:pt x="316" y="437"/>
                    <a:pt x="320" y="439"/>
                    <a:pt x="322" y="440"/>
                  </a:cubicBezTo>
                  <a:cubicBezTo>
                    <a:pt x="323" y="440"/>
                    <a:pt x="327" y="442"/>
                    <a:pt x="328" y="441"/>
                  </a:cubicBezTo>
                  <a:cubicBezTo>
                    <a:pt x="330" y="441"/>
                    <a:pt x="333" y="437"/>
                    <a:pt x="335" y="436"/>
                  </a:cubicBezTo>
                  <a:cubicBezTo>
                    <a:pt x="337" y="435"/>
                    <a:pt x="341" y="433"/>
                    <a:pt x="344" y="433"/>
                  </a:cubicBezTo>
                  <a:cubicBezTo>
                    <a:pt x="347" y="433"/>
                    <a:pt x="354" y="434"/>
                    <a:pt x="357" y="436"/>
                  </a:cubicBezTo>
                  <a:cubicBezTo>
                    <a:pt x="358" y="437"/>
                    <a:pt x="358" y="441"/>
                    <a:pt x="358" y="442"/>
                  </a:cubicBezTo>
                  <a:cubicBezTo>
                    <a:pt x="359" y="445"/>
                    <a:pt x="360" y="451"/>
                    <a:pt x="362" y="453"/>
                  </a:cubicBezTo>
                  <a:cubicBezTo>
                    <a:pt x="363" y="454"/>
                    <a:pt x="368" y="455"/>
                    <a:pt x="369" y="456"/>
                  </a:cubicBezTo>
                  <a:cubicBezTo>
                    <a:pt x="371" y="457"/>
                    <a:pt x="373" y="461"/>
                    <a:pt x="374" y="463"/>
                  </a:cubicBezTo>
                  <a:cubicBezTo>
                    <a:pt x="375" y="465"/>
                    <a:pt x="375" y="469"/>
                    <a:pt x="375" y="471"/>
                  </a:cubicBezTo>
                  <a:cubicBezTo>
                    <a:pt x="375" y="473"/>
                    <a:pt x="373" y="476"/>
                    <a:pt x="373" y="478"/>
                  </a:cubicBezTo>
                  <a:cubicBezTo>
                    <a:pt x="373" y="480"/>
                    <a:pt x="371" y="485"/>
                    <a:pt x="372" y="488"/>
                  </a:cubicBezTo>
                  <a:cubicBezTo>
                    <a:pt x="372" y="489"/>
                    <a:pt x="375" y="492"/>
                    <a:pt x="376" y="492"/>
                  </a:cubicBezTo>
                  <a:cubicBezTo>
                    <a:pt x="378" y="493"/>
                    <a:pt x="383" y="491"/>
                    <a:pt x="385" y="492"/>
                  </a:cubicBezTo>
                  <a:cubicBezTo>
                    <a:pt x="387" y="493"/>
                    <a:pt x="390" y="497"/>
                    <a:pt x="391" y="499"/>
                  </a:cubicBezTo>
                  <a:cubicBezTo>
                    <a:pt x="392" y="501"/>
                    <a:pt x="393" y="505"/>
                    <a:pt x="394" y="507"/>
                  </a:cubicBezTo>
                  <a:cubicBezTo>
                    <a:pt x="394" y="511"/>
                    <a:pt x="394" y="521"/>
                    <a:pt x="393" y="526"/>
                  </a:cubicBezTo>
                  <a:cubicBezTo>
                    <a:pt x="392" y="528"/>
                    <a:pt x="390" y="534"/>
                    <a:pt x="388" y="536"/>
                  </a:cubicBezTo>
                  <a:cubicBezTo>
                    <a:pt x="386" y="538"/>
                    <a:pt x="380" y="540"/>
                    <a:pt x="377" y="542"/>
                  </a:cubicBezTo>
                  <a:cubicBezTo>
                    <a:pt x="376" y="544"/>
                    <a:pt x="373" y="547"/>
                    <a:pt x="372" y="549"/>
                  </a:cubicBezTo>
                  <a:cubicBezTo>
                    <a:pt x="371" y="551"/>
                    <a:pt x="369" y="554"/>
                    <a:pt x="369" y="556"/>
                  </a:cubicBezTo>
                  <a:cubicBezTo>
                    <a:pt x="369" y="559"/>
                    <a:pt x="372" y="564"/>
                    <a:pt x="372" y="567"/>
                  </a:cubicBezTo>
                  <a:cubicBezTo>
                    <a:pt x="373" y="569"/>
                    <a:pt x="371" y="573"/>
                    <a:pt x="371" y="575"/>
                  </a:cubicBezTo>
                  <a:cubicBezTo>
                    <a:pt x="370" y="578"/>
                    <a:pt x="369" y="582"/>
                    <a:pt x="368" y="583"/>
                  </a:cubicBezTo>
                  <a:cubicBezTo>
                    <a:pt x="366" y="585"/>
                    <a:pt x="363" y="587"/>
                    <a:pt x="361" y="589"/>
                  </a:cubicBezTo>
                  <a:cubicBezTo>
                    <a:pt x="360" y="590"/>
                    <a:pt x="356" y="592"/>
                    <a:pt x="354" y="594"/>
                  </a:cubicBezTo>
                  <a:cubicBezTo>
                    <a:pt x="353" y="595"/>
                    <a:pt x="348" y="597"/>
                    <a:pt x="347" y="599"/>
                  </a:cubicBezTo>
                  <a:cubicBezTo>
                    <a:pt x="345" y="600"/>
                    <a:pt x="343" y="603"/>
                    <a:pt x="341" y="605"/>
                  </a:cubicBezTo>
                  <a:cubicBezTo>
                    <a:pt x="340" y="606"/>
                    <a:pt x="337" y="609"/>
                    <a:pt x="335" y="610"/>
                  </a:cubicBezTo>
                  <a:cubicBezTo>
                    <a:pt x="333" y="612"/>
                    <a:pt x="329" y="613"/>
                    <a:pt x="326" y="614"/>
                  </a:cubicBezTo>
                  <a:cubicBezTo>
                    <a:pt x="324" y="614"/>
                    <a:pt x="320" y="613"/>
                    <a:pt x="318" y="615"/>
                  </a:cubicBezTo>
                  <a:cubicBezTo>
                    <a:pt x="316" y="616"/>
                    <a:pt x="316" y="621"/>
                    <a:pt x="314" y="623"/>
                  </a:cubicBezTo>
                  <a:cubicBezTo>
                    <a:pt x="313" y="624"/>
                    <a:pt x="308" y="625"/>
                    <a:pt x="306" y="625"/>
                  </a:cubicBezTo>
                  <a:cubicBezTo>
                    <a:pt x="304" y="625"/>
                    <a:pt x="300" y="624"/>
                    <a:pt x="299" y="624"/>
                  </a:cubicBezTo>
                  <a:cubicBezTo>
                    <a:pt x="296" y="624"/>
                    <a:pt x="290" y="623"/>
                    <a:pt x="287" y="624"/>
                  </a:cubicBezTo>
                  <a:cubicBezTo>
                    <a:pt x="285" y="624"/>
                    <a:pt x="281" y="627"/>
                    <a:pt x="280" y="629"/>
                  </a:cubicBezTo>
                  <a:cubicBezTo>
                    <a:pt x="278" y="630"/>
                    <a:pt x="277" y="634"/>
                    <a:pt x="276" y="635"/>
                  </a:cubicBezTo>
                  <a:cubicBezTo>
                    <a:pt x="274" y="636"/>
                    <a:pt x="271" y="638"/>
                    <a:pt x="269" y="638"/>
                  </a:cubicBezTo>
                  <a:cubicBezTo>
                    <a:pt x="267" y="638"/>
                    <a:pt x="264" y="635"/>
                    <a:pt x="262" y="635"/>
                  </a:cubicBezTo>
                  <a:cubicBezTo>
                    <a:pt x="260" y="635"/>
                    <a:pt x="256" y="634"/>
                    <a:pt x="254" y="635"/>
                  </a:cubicBezTo>
                  <a:cubicBezTo>
                    <a:pt x="253" y="636"/>
                    <a:pt x="250" y="639"/>
                    <a:pt x="250" y="641"/>
                  </a:cubicBezTo>
                  <a:cubicBezTo>
                    <a:pt x="250" y="642"/>
                    <a:pt x="251" y="645"/>
                    <a:pt x="252" y="647"/>
                  </a:cubicBezTo>
                  <a:cubicBezTo>
                    <a:pt x="252" y="649"/>
                    <a:pt x="251" y="653"/>
                    <a:pt x="250" y="654"/>
                  </a:cubicBezTo>
                  <a:cubicBezTo>
                    <a:pt x="250" y="656"/>
                    <a:pt x="247" y="660"/>
                    <a:pt x="247" y="662"/>
                  </a:cubicBezTo>
                  <a:cubicBezTo>
                    <a:pt x="246" y="664"/>
                    <a:pt x="247" y="668"/>
                    <a:pt x="247" y="670"/>
                  </a:cubicBezTo>
                  <a:cubicBezTo>
                    <a:pt x="248" y="672"/>
                    <a:pt x="249" y="677"/>
                    <a:pt x="251" y="679"/>
                  </a:cubicBezTo>
                  <a:cubicBezTo>
                    <a:pt x="253" y="683"/>
                    <a:pt x="260" y="690"/>
                    <a:pt x="263" y="694"/>
                  </a:cubicBezTo>
                  <a:cubicBezTo>
                    <a:pt x="265" y="698"/>
                    <a:pt x="269" y="708"/>
                    <a:pt x="270" y="712"/>
                  </a:cubicBezTo>
                  <a:cubicBezTo>
                    <a:pt x="272" y="716"/>
                    <a:pt x="276" y="725"/>
                    <a:pt x="276" y="729"/>
                  </a:cubicBezTo>
                  <a:cubicBezTo>
                    <a:pt x="276" y="732"/>
                    <a:pt x="273" y="737"/>
                    <a:pt x="272" y="740"/>
                  </a:cubicBezTo>
                  <a:cubicBezTo>
                    <a:pt x="271" y="743"/>
                    <a:pt x="268" y="748"/>
                    <a:pt x="266" y="751"/>
                  </a:cubicBezTo>
                  <a:cubicBezTo>
                    <a:pt x="264" y="752"/>
                    <a:pt x="260" y="754"/>
                    <a:pt x="258" y="755"/>
                  </a:cubicBezTo>
                  <a:cubicBezTo>
                    <a:pt x="257" y="756"/>
                    <a:pt x="253" y="757"/>
                    <a:pt x="252" y="758"/>
                  </a:cubicBezTo>
                  <a:cubicBezTo>
                    <a:pt x="251" y="759"/>
                    <a:pt x="249" y="761"/>
                    <a:pt x="248" y="763"/>
                  </a:cubicBezTo>
                  <a:cubicBezTo>
                    <a:pt x="248" y="765"/>
                    <a:pt x="248" y="771"/>
                    <a:pt x="248" y="774"/>
                  </a:cubicBezTo>
                  <a:cubicBezTo>
                    <a:pt x="247" y="777"/>
                    <a:pt x="245" y="783"/>
                    <a:pt x="244" y="786"/>
                  </a:cubicBezTo>
                  <a:cubicBezTo>
                    <a:pt x="244" y="789"/>
                    <a:pt x="246" y="795"/>
                    <a:pt x="244" y="797"/>
                  </a:cubicBezTo>
                  <a:cubicBezTo>
                    <a:pt x="244" y="799"/>
                    <a:pt x="240" y="801"/>
                    <a:pt x="239" y="802"/>
                  </a:cubicBezTo>
                  <a:cubicBezTo>
                    <a:pt x="238" y="804"/>
                    <a:pt x="239" y="807"/>
                    <a:pt x="239" y="809"/>
                  </a:cubicBezTo>
                  <a:cubicBezTo>
                    <a:pt x="240" y="810"/>
                    <a:pt x="243" y="812"/>
                    <a:pt x="244" y="813"/>
                  </a:cubicBezTo>
                  <a:cubicBezTo>
                    <a:pt x="245" y="813"/>
                    <a:pt x="248" y="813"/>
                    <a:pt x="249" y="814"/>
                  </a:cubicBezTo>
                  <a:cubicBezTo>
                    <a:pt x="251" y="814"/>
                    <a:pt x="255" y="813"/>
                    <a:pt x="257" y="814"/>
                  </a:cubicBezTo>
                  <a:cubicBezTo>
                    <a:pt x="259" y="815"/>
                    <a:pt x="261" y="818"/>
                    <a:pt x="261" y="819"/>
                  </a:cubicBezTo>
                  <a:cubicBezTo>
                    <a:pt x="262" y="821"/>
                    <a:pt x="262" y="824"/>
                    <a:pt x="262" y="825"/>
                  </a:cubicBezTo>
                  <a:cubicBezTo>
                    <a:pt x="262" y="827"/>
                    <a:pt x="258" y="829"/>
                    <a:pt x="258" y="831"/>
                  </a:cubicBezTo>
                  <a:cubicBezTo>
                    <a:pt x="257" y="833"/>
                    <a:pt x="259" y="838"/>
                    <a:pt x="260" y="841"/>
                  </a:cubicBezTo>
                  <a:cubicBezTo>
                    <a:pt x="260" y="842"/>
                    <a:pt x="263" y="846"/>
                    <a:pt x="264" y="847"/>
                  </a:cubicBezTo>
                  <a:cubicBezTo>
                    <a:pt x="267" y="848"/>
                    <a:pt x="272" y="849"/>
                    <a:pt x="274" y="849"/>
                  </a:cubicBezTo>
                  <a:cubicBezTo>
                    <a:pt x="277" y="849"/>
                    <a:pt x="282" y="846"/>
                    <a:pt x="285" y="846"/>
                  </a:cubicBezTo>
                  <a:cubicBezTo>
                    <a:pt x="286" y="845"/>
                    <a:pt x="290" y="844"/>
                    <a:pt x="292" y="845"/>
                  </a:cubicBezTo>
                  <a:cubicBezTo>
                    <a:pt x="294" y="845"/>
                    <a:pt x="296" y="848"/>
                    <a:pt x="297" y="849"/>
                  </a:cubicBezTo>
                  <a:cubicBezTo>
                    <a:pt x="298" y="850"/>
                    <a:pt x="298" y="854"/>
                    <a:pt x="299" y="856"/>
                  </a:cubicBezTo>
                  <a:cubicBezTo>
                    <a:pt x="299" y="859"/>
                    <a:pt x="300" y="865"/>
                    <a:pt x="299" y="868"/>
                  </a:cubicBezTo>
                  <a:cubicBezTo>
                    <a:pt x="299" y="870"/>
                    <a:pt x="297" y="875"/>
                    <a:pt x="296" y="877"/>
                  </a:cubicBezTo>
                  <a:cubicBezTo>
                    <a:pt x="294" y="879"/>
                    <a:pt x="292" y="883"/>
                    <a:pt x="290" y="885"/>
                  </a:cubicBezTo>
                  <a:cubicBezTo>
                    <a:pt x="289" y="887"/>
                    <a:pt x="284" y="890"/>
                    <a:pt x="282" y="891"/>
                  </a:cubicBezTo>
                  <a:cubicBezTo>
                    <a:pt x="280" y="891"/>
                    <a:pt x="275" y="891"/>
                    <a:pt x="273" y="892"/>
                  </a:cubicBezTo>
                  <a:cubicBezTo>
                    <a:pt x="271" y="894"/>
                    <a:pt x="269" y="897"/>
                    <a:pt x="268" y="899"/>
                  </a:cubicBezTo>
                  <a:cubicBezTo>
                    <a:pt x="268" y="901"/>
                    <a:pt x="269" y="905"/>
                    <a:pt x="270" y="906"/>
                  </a:cubicBezTo>
                  <a:cubicBezTo>
                    <a:pt x="271" y="908"/>
                    <a:pt x="275" y="909"/>
                    <a:pt x="277" y="909"/>
                  </a:cubicBezTo>
                  <a:cubicBezTo>
                    <a:pt x="280" y="911"/>
                    <a:pt x="286" y="915"/>
                    <a:pt x="288" y="917"/>
                  </a:cubicBezTo>
                  <a:cubicBezTo>
                    <a:pt x="290" y="918"/>
                    <a:pt x="295" y="919"/>
                    <a:pt x="296" y="920"/>
                  </a:cubicBezTo>
                  <a:cubicBezTo>
                    <a:pt x="297" y="921"/>
                    <a:pt x="297" y="924"/>
                    <a:pt x="296" y="925"/>
                  </a:cubicBezTo>
                  <a:cubicBezTo>
                    <a:pt x="296" y="927"/>
                    <a:pt x="295" y="929"/>
                    <a:pt x="294" y="930"/>
                  </a:cubicBezTo>
                  <a:cubicBezTo>
                    <a:pt x="292" y="931"/>
                    <a:pt x="288" y="932"/>
                    <a:pt x="286" y="932"/>
                  </a:cubicBezTo>
                  <a:cubicBezTo>
                    <a:pt x="284" y="932"/>
                    <a:pt x="280" y="931"/>
                    <a:pt x="278" y="931"/>
                  </a:cubicBezTo>
                  <a:cubicBezTo>
                    <a:pt x="277" y="931"/>
                    <a:pt x="273" y="931"/>
                    <a:pt x="272" y="932"/>
                  </a:cubicBezTo>
                  <a:cubicBezTo>
                    <a:pt x="271" y="933"/>
                    <a:pt x="269" y="935"/>
                    <a:pt x="268" y="936"/>
                  </a:cubicBezTo>
                  <a:cubicBezTo>
                    <a:pt x="267" y="937"/>
                    <a:pt x="264" y="938"/>
                    <a:pt x="263" y="938"/>
                  </a:cubicBezTo>
                  <a:cubicBezTo>
                    <a:pt x="261" y="939"/>
                    <a:pt x="257" y="939"/>
                    <a:pt x="256" y="941"/>
                  </a:cubicBezTo>
                  <a:cubicBezTo>
                    <a:pt x="255" y="942"/>
                    <a:pt x="255" y="945"/>
                    <a:pt x="256" y="946"/>
                  </a:cubicBezTo>
                  <a:cubicBezTo>
                    <a:pt x="256" y="948"/>
                    <a:pt x="257" y="950"/>
                    <a:pt x="259" y="951"/>
                  </a:cubicBezTo>
                  <a:cubicBezTo>
                    <a:pt x="260" y="953"/>
                    <a:pt x="265" y="954"/>
                    <a:pt x="268" y="954"/>
                  </a:cubicBezTo>
                  <a:cubicBezTo>
                    <a:pt x="270" y="955"/>
                    <a:pt x="274" y="954"/>
                    <a:pt x="276" y="955"/>
                  </a:cubicBezTo>
                  <a:cubicBezTo>
                    <a:pt x="278" y="955"/>
                    <a:pt x="282" y="957"/>
                    <a:pt x="283" y="958"/>
                  </a:cubicBezTo>
                  <a:cubicBezTo>
                    <a:pt x="284" y="959"/>
                    <a:pt x="284" y="961"/>
                    <a:pt x="284" y="962"/>
                  </a:cubicBezTo>
                  <a:cubicBezTo>
                    <a:pt x="285" y="964"/>
                    <a:pt x="286" y="967"/>
                    <a:pt x="287" y="969"/>
                  </a:cubicBezTo>
                  <a:cubicBezTo>
                    <a:pt x="287" y="972"/>
                    <a:pt x="287" y="977"/>
                    <a:pt x="285" y="979"/>
                  </a:cubicBezTo>
                  <a:cubicBezTo>
                    <a:pt x="283" y="980"/>
                    <a:pt x="279" y="980"/>
                    <a:pt x="277" y="980"/>
                  </a:cubicBezTo>
                  <a:cubicBezTo>
                    <a:pt x="275" y="980"/>
                    <a:pt x="271" y="978"/>
                    <a:pt x="269" y="977"/>
                  </a:cubicBezTo>
                  <a:cubicBezTo>
                    <a:pt x="267" y="976"/>
                    <a:pt x="262" y="975"/>
                    <a:pt x="260" y="975"/>
                  </a:cubicBezTo>
                  <a:cubicBezTo>
                    <a:pt x="259" y="975"/>
                    <a:pt x="256" y="977"/>
                    <a:pt x="255" y="978"/>
                  </a:cubicBezTo>
                  <a:cubicBezTo>
                    <a:pt x="254" y="978"/>
                    <a:pt x="252" y="981"/>
                    <a:pt x="251" y="982"/>
                  </a:cubicBezTo>
                  <a:cubicBezTo>
                    <a:pt x="249" y="983"/>
                    <a:pt x="244" y="985"/>
                    <a:pt x="242" y="985"/>
                  </a:cubicBezTo>
                  <a:cubicBezTo>
                    <a:pt x="240" y="985"/>
                    <a:pt x="236" y="986"/>
                    <a:pt x="234" y="985"/>
                  </a:cubicBezTo>
                  <a:cubicBezTo>
                    <a:pt x="233" y="984"/>
                    <a:pt x="232" y="980"/>
                    <a:pt x="230" y="979"/>
                  </a:cubicBezTo>
                  <a:cubicBezTo>
                    <a:pt x="229" y="978"/>
                    <a:pt x="226" y="975"/>
                    <a:pt x="224" y="975"/>
                  </a:cubicBezTo>
                  <a:cubicBezTo>
                    <a:pt x="222" y="975"/>
                    <a:pt x="219" y="977"/>
                    <a:pt x="217" y="977"/>
                  </a:cubicBezTo>
                  <a:cubicBezTo>
                    <a:pt x="215" y="978"/>
                    <a:pt x="211" y="978"/>
                    <a:pt x="209" y="977"/>
                  </a:cubicBezTo>
                  <a:cubicBezTo>
                    <a:pt x="208" y="977"/>
                    <a:pt x="205" y="974"/>
                    <a:pt x="203" y="973"/>
                  </a:cubicBezTo>
                  <a:cubicBezTo>
                    <a:pt x="202" y="973"/>
                    <a:pt x="199" y="974"/>
                    <a:pt x="198" y="974"/>
                  </a:cubicBezTo>
                  <a:cubicBezTo>
                    <a:pt x="196" y="975"/>
                    <a:pt x="195" y="977"/>
                    <a:pt x="194" y="977"/>
                  </a:cubicBezTo>
                  <a:cubicBezTo>
                    <a:pt x="192" y="978"/>
                    <a:pt x="188" y="979"/>
                    <a:pt x="186" y="979"/>
                  </a:cubicBezTo>
                  <a:cubicBezTo>
                    <a:pt x="184" y="979"/>
                    <a:pt x="181" y="977"/>
                    <a:pt x="180" y="976"/>
                  </a:cubicBezTo>
                  <a:cubicBezTo>
                    <a:pt x="179" y="976"/>
                    <a:pt x="176" y="977"/>
                    <a:pt x="175" y="977"/>
                  </a:cubicBezTo>
                  <a:cubicBezTo>
                    <a:pt x="173" y="976"/>
                    <a:pt x="171" y="974"/>
                    <a:pt x="170" y="974"/>
                  </a:cubicBezTo>
                  <a:cubicBezTo>
                    <a:pt x="168" y="974"/>
                    <a:pt x="165" y="973"/>
                    <a:pt x="164" y="974"/>
                  </a:cubicBezTo>
                  <a:cubicBezTo>
                    <a:pt x="163" y="974"/>
                    <a:pt x="161" y="976"/>
                    <a:pt x="161" y="978"/>
                  </a:cubicBezTo>
                  <a:cubicBezTo>
                    <a:pt x="161" y="980"/>
                    <a:pt x="163" y="985"/>
                    <a:pt x="163" y="988"/>
                  </a:cubicBezTo>
                  <a:cubicBezTo>
                    <a:pt x="163" y="990"/>
                    <a:pt x="164" y="994"/>
                    <a:pt x="163" y="996"/>
                  </a:cubicBezTo>
                  <a:cubicBezTo>
                    <a:pt x="163" y="997"/>
                    <a:pt x="161" y="999"/>
                    <a:pt x="160" y="1001"/>
                  </a:cubicBezTo>
                  <a:cubicBezTo>
                    <a:pt x="159" y="1002"/>
                    <a:pt x="159" y="1005"/>
                    <a:pt x="158" y="1006"/>
                  </a:cubicBezTo>
                  <a:cubicBezTo>
                    <a:pt x="158" y="1008"/>
                    <a:pt x="160" y="1011"/>
                    <a:pt x="159" y="1013"/>
                  </a:cubicBezTo>
                  <a:cubicBezTo>
                    <a:pt x="159" y="1014"/>
                    <a:pt x="157" y="1016"/>
                    <a:pt x="155" y="1017"/>
                  </a:cubicBezTo>
                  <a:cubicBezTo>
                    <a:pt x="154" y="1018"/>
                    <a:pt x="149" y="1020"/>
                    <a:pt x="147" y="1021"/>
                  </a:cubicBezTo>
                  <a:cubicBezTo>
                    <a:pt x="145" y="1023"/>
                    <a:pt x="140" y="1027"/>
                    <a:pt x="138" y="1029"/>
                  </a:cubicBezTo>
                  <a:cubicBezTo>
                    <a:pt x="135" y="1031"/>
                    <a:pt x="130" y="1034"/>
                    <a:pt x="128" y="1036"/>
                  </a:cubicBezTo>
                  <a:cubicBezTo>
                    <a:pt x="124" y="1037"/>
                    <a:pt x="118" y="1037"/>
                    <a:pt x="115" y="1038"/>
                  </a:cubicBezTo>
                  <a:cubicBezTo>
                    <a:pt x="112" y="1039"/>
                    <a:pt x="108" y="1041"/>
                    <a:pt x="106" y="1042"/>
                  </a:cubicBezTo>
                  <a:cubicBezTo>
                    <a:pt x="105" y="1043"/>
                    <a:pt x="102" y="1045"/>
                    <a:pt x="101" y="1047"/>
                  </a:cubicBezTo>
                  <a:cubicBezTo>
                    <a:pt x="100" y="1048"/>
                    <a:pt x="100" y="1052"/>
                    <a:pt x="100" y="1054"/>
                  </a:cubicBezTo>
                  <a:cubicBezTo>
                    <a:pt x="99" y="1057"/>
                    <a:pt x="99" y="1063"/>
                    <a:pt x="98" y="1066"/>
                  </a:cubicBezTo>
                  <a:cubicBezTo>
                    <a:pt x="97" y="1068"/>
                    <a:pt x="94" y="1072"/>
                    <a:pt x="92" y="1074"/>
                  </a:cubicBezTo>
                  <a:cubicBezTo>
                    <a:pt x="90" y="1077"/>
                    <a:pt x="84" y="1081"/>
                    <a:pt x="82" y="1083"/>
                  </a:cubicBezTo>
                  <a:cubicBezTo>
                    <a:pt x="79" y="1086"/>
                    <a:pt x="74" y="1091"/>
                    <a:pt x="71" y="1094"/>
                  </a:cubicBezTo>
                  <a:cubicBezTo>
                    <a:pt x="68" y="1096"/>
                    <a:pt x="60" y="1098"/>
                    <a:pt x="57" y="1100"/>
                  </a:cubicBezTo>
                  <a:cubicBezTo>
                    <a:pt x="56" y="1102"/>
                    <a:pt x="53" y="1105"/>
                    <a:pt x="51" y="1107"/>
                  </a:cubicBezTo>
                  <a:cubicBezTo>
                    <a:pt x="49" y="1109"/>
                    <a:pt x="44" y="1115"/>
                    <a:pt x="42" y="1117"/>
                  </a:cubicBezTo>
                  <a:cubicBezTo>
                    <a:pt x="40" y="1119"/>
                    <a:pt x="37" y="1123"/>
                    <a:pt x="35" y="1125"/>
                  </a:cubicBezTo>
                  <a:cubicBezTo>
                    <a:pt x="33" y="1127"/>
                    <a:pt x="27" y="1129"/>
                    <a:pt x="25" y="1130"/>
                  </a:cubicBezTo>
                  <a:cubicBezTo>
                    <a:pt x="22" y="1131"/>
                    <a:pt x="17" y="1132"/>
                    <a:pt x="14" y="1132"/>
                  </a:cubicBezTo>
                  <a:cubicBezTo>
                    <a:pt x="12" y="1132"/>
                    <a:pt x="7" y="1129"/>
                    <a:pt x="4" y="1130"/>
                  </a:cubicBezTo>
                  <a:cubicBezTo>
                    <a:pt x="4" y="1130"/>
                    <a:pt x="7" y="1125"/>
                    <a:pt x="8" y="1122"/>
                  </a:cubicBezTo>
                  <a:cubicBezTo>
                    <a:pt x="8" y="1118"/>
                    <a:pt x="8" y="1110"/>
                    <a:pt x="9" y="1107"/>
                  </a:cubicBezTo>
                  <a:cubicBezTo>
                    <a:pt x="10" y="1103"/>
                    <a:pt x="12" y="1095"/>
                    <a:pt x="14" y="1091"/>
                  </a:cubicBezTo>
                  <a:cubicBezTo>
                    <a:pt x="16" y="1089"/>
                    <a:pt x="21" y="1086"/>
                    <a:pt x="22" y="1084"/>
                  </a:cubicBezTo>
                  <a:cubicBezTo>
                    <a:pt x="25" y="1081"/>
                    <a:pt x="28" y="1076"/>
                    <a:pt x="30" y="1073"/>
                  </a:cubicBezTo>
                  <a:cubicBezTo>
                    <a:pt x="32" y="1069"/>
                    <a:pt x="35" y="1062"/>
                    <a:pt x="36" y="1058"/>
                  </a:cubicBezTo>
                  <a:cubicBezTo>
                    <a:pt x="38" y="1055"/>
                    <a:pt x="39" y="1048"/>
                    <a:pt x="41" y="1046"/>
                  </a:cubicBezTo>
                  <a:cubicBezTo>
                    <a:pt x="43" y="1044"/>
                    <a:pt x="47" y="1044"/>
                    <a:pt x="48" y="1043"/>
                  </a:cubicBezTo>
                  <a:cubicBezTo>
                    <a:pt x="51" y="1041"/>
                    <a:pt x="56" y="1037"/>
                    <a:pt x="58" y="1034"/>
                  </a:cubicBezTo>
                  <a:cubicBezTo>
                    <a:pt x="60" y="1031"/>
                    <a:pt x="62" y="1025"/>
                    <a:pt x="64" y="1021"/>
                  </a:cubicBezTo>
                  <a:cubicBezTo>
                    <a:pt x="65" y="1018"/>
                    <a:pt x="66" y="1011"/>
                    <a:pt x="68" y="1008"/>
                  </a:cubicBezTo>
                  <a:cubicBezTo>
                    <a:pt x="69" y="1007"/>
                    <a:pt x="72" y="1005"/>
                    <a:pt x="74" y="1005"/>
                  </a:cubicBezTo>
                  <a:cubicBezTo>
                    <a:pt x="77" y="1003"/>
                    <a:pt x="85" y="1004"/>
                    <a:pt x="87" y="1001"/>
                  </a:cubicBezTo>
                  <a:cubicBezTo>
                    <a:pt x="89" y="999"/>
                    <a:pt x="89" y="994"/>
                    <a:pt x="88" y="992"/>
                  </a:cubicBezTo>
                  <a:cubicBezTo>
                    <a:pt x="87" y="990"/>
                    <a:pt x="83" y="988"/>
                    <a:pt x="82" y="987"/>
                  </a:cubicBezTo>
                  <a:cubicBezTo>
                    <a:pt x="79" y="986"/>
                    <a:pt x="73" y="985"/>
                    <a:pt x="72" y="982"/>
                  </a:cubicBezTo>
                  <a:cubicBezTo>
                    <a:pt x="71" y="979"/>
                    <a:pt x="75" y="973"/>
                    <a:pt x="75" y="970"/>
                  </a:cubicBezTo>
                  <a:cubicBezTo>
                    <a:pt x="75" y="967"/>
                    <a:pt x="72" y="961"/>
                    <a:pt x="71" y="958"/>
                  </a:cubicBezTo>
                  <a:cubicBezTo>
                    <a:pt x="69" y="954"/>
                    <a:pt x="64" y="948"/>
                    <a:pt x="62" y="945"/>
                  </a:cubicBezTo>
                  <a:cubicBezTo>
                    <a:pt x="60" y="940"/>
                    <a:pt x="55" y="929"/>
                    <a:pt x="55" y="923"/>
                  </a:cubicBezTo>
                  <a:cubicBezTo>
                    <a:pt x="54" y="918"/>
                    <a:pt x="59" y="907"/>
                    <a:pt x="59" y="901"/>
                  </a:cubicBezTo>
                  <a:cubicBezTo>
                    <a:pt x="60" y="891"/>
                    <a:pt x="61" y="870"/>
                    <a:pt x="61" y="860"/>
                  </a:cubicBezTo>
                  <a:cubicBezTo>
                    <a:pt x="60" y="853"/>
                    <a:pt x="59" y="841"/>
                    <a:pt x="58" y="834"/>
                  </a:cubicBezTo>
                  <a:cubicBezTo>
                    <a:pt x="56" y="825"/>
                    <a:pt x="48" y="806"/>
                    <a:pt x="44" y="797"/>
                  </a:cubicBezTo>
                  <a:cubicBezTo>
                    <a:pt x="40" y="789"/>
                    <a:pt x="32" y="773"/>
                    <a:pt x="30" y="765"/>
                  </a:cubicBezTo>
                  <a:cubicBezTo>
                    <a:pt x="27" y="758"/>
                    <a:pt x="27" y="743"/>
                    <a:pt x="24" y="736"/>
                  </a:cubicBezTo>
                  <a:cubicBezTo>
                    <a:pt x="22" y="731"/>
                    <a:pt x="16" y="720"/>
                    <a:pt x="14" y="715"/>
                  </a:cubicBezTo>
                  <a:cubicBezTo>
                    <a:pt x="11" y="709"/>
                    <a:pt x="5" y="698"/>
                    <a:pt x="4" y="691"/>
                  </a:cubicBezTo>
                  <a:cubicBezTo>
                    <a:pt x="3" y="686"/>
                    <a:pt x="0" y="674"/>
                    <a:pt x="4" y="670"/>
                  </a:cubicBezTo>
                  <a:cubicBezTo>
                    <a:pt x="5" y="668"/>
                    <a:pt x="11" y="670"/>
                    <a:pt x="13" y="669"/>
                  </a:cubicBezTo>
                  <a:cubicBezTo>
                    <a:pt x="16" y="666"/>
                    <a:pt x="15" y="658"/>
                    <a:pt x="17" y="654"/>
                  </a:cubicBezTo>
                  <a:cubicBezTo>
                    <a:pt x="19" y="652"/>
                    <a:pt x="23" y="648"/>
                    <a:pt x="26" y="647"/>
                  </a:cubicBezTo>
                  <a:cubicBezTo>
                    <a:pt x="28" y="646"/>
                    <a:pt x="34" y="648"/>
                    <a:pt x="37" y="648"/>
                  </a:cubicBezTo>
                  <a:cubicBezTo>
                    <a:pt x="40" y="649"/>
                    <a:pt x="46" y="652"/>
                    <a:pt x="49" y="651"/>
                  </a:cubicBezTo>
                  <a:cubicBezTo>
                    <a:pt x="52" y="649"/>
                    <a:pt x="51" y="640"/>
                    <a:pt x="53" y="638"/>
                  </a:cubicBezTo>
                  <a:cubicBezTo>
                    <a:pt x="56" y="636"/>
                    <a:pt x="63" y="634"/>
                    <a:pt x="66" y="633"/>
                  </a:cubicBezTo>
                  <a:cubicBezTo>
                    <a:pt x="71" y="633"/>
                    <a:pt x="80" y="635"/>
                    <a:pt x="85" y="634"/>
                  </a:cubicBezTo>
                  <a:cubicBezTo>
                    <a:pt x="86" y="634"/>
                    <a:pt x="88" y="634"/>
                    <a:pt x="89" y="634"/>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52" name="Freeform 13"/>
            <p:cNvSpPr>
              <a:spLocks/>
            </p:cNvSpPr>
            <p:nvPr/>
          </p:nvSpPr>
          <p:spPr bwMode="auto">
            <a:xfrm>
              <a:off x="1077913" y="2830513"/>
              <a:ext cx="641350" cy="1042988"/>
            </a:xfrm>
            <a:custGeom>
              <a:avLst/>
              <a:gdLst/>
              <a:ahLst/>
              <a:cxnLst>
                <a:cxn ang="0">
                  <a:pos x="402" y="217"/>
                </a:cxn>
                <a:cxn ang="0">
                  <a:pos x="386" y="249"/>
                </a:cxn>
                <a:cxn ang="0">
                  <a:pos x="365" y="276"/>
                </a:cxn>
                <a:cxn ang="0">
                  <a:pos x="379" y="296"/>
                </a:cxn>
                <a:cxn ang="0">
                  <a:pos x="390" y="324"/>
                </a:cxn>
                <a:cxn ang="0">
                  <a:pos x="389" y="365"/>
                </a:cxn>
                <a:cxn ang="0">
                  <a:pos x="390" y="404"/>
                </a:cxn>
                <a:cxn ang="0">
                  <a:pos x="353" y="435"/>
                </a:cxn>
                <a:cxn ang="0">
                  <a:pos x="340" y="466"/>
                </a:cxn>
                <a:cxn ang="0">
                  <a:pos x="346" y="500"/>
                </a:cxn>
                <a:cxn ang="0">
                  <a:pos x="341" y="518"/>
                </a:cxn>
                <a:cxn ang="0">
                  <a:pos x="337" y="551"/>
                </a:cxn>
                <a:cxn ang="0">
                  <a:pos x="319" y="587"/>
                </a:cxn>
                <a:cxn ang="0">
                  <a:pos x="328" y="621"/>
                </a:cxn>
                <a:cxn ang="0">
                  <a:pos x="338" y="659"/>
                </a:cxn>
                <a:cxn ang="0">
                  <a:pos x="311" y="660"/>
                </a:cxn>
                <a:cxn ang="0">
                  <a:pos x="280" y="634"/>
                </a:cxn>
                <a:cxn ang="0">
                  <a:pos x="252" y="607"/>
                </a:cxn>
                <a:cxn ang="0">
                  <a:pos x="216" y="595"/>
                </a:cxn>
                <a:cxn ang="0">
                  <a:pos x="183" y="567"/>
                </a:cxn>
                <a:cxn ang="0">
                  <a:pos x="189" y="535"/>
                </a:cxn>
                <a:cxn ang="0">
                  <a:pos x="186" y="506"/>
                </a:cxn>
                <a:cxn ang="0">
                  <a:pos x="169" y="504"/>
                </a:cxn>
                <a:cxn ang="0">
                  <a:pos x="133" y="485"/>
                </a:cxn>
                <a:cxn ang="0">
                  <a:pos x="99" y="480"/>
                </a:cxn>
                <a:cxn ang="0">
                  <a:pos x="64" y="465"/>
                </a:cxn>
                <a:cxn ang="0">
                  <a:pos x="34" y="460"/>
                </a:cxn>
                <a:cxn ang="0">
                  <a:pos x="49" y="438"/>
                </a:cxn>
                <a:cxn ang="0">
                  <a:pos x="47" y="411"/>
                </a:cxn>
                <a:cxn ang="0">
                  <a:pos x="30" y="384"/>
                </a:cxn>
                <a:cxn ang="0">
                  <a:pos x="8" y="356"/>
                </a:cxn>
                <a:cxn ang="0">
                  <a:pos x="12" y="325"/>
                </a:cxn>
                <a:cxn ang="0">
                  <a:pos x="13" y="297"/>
                </a:cxn>
                <a:cxn ang="0">
                  <a:pos x="7" y="265"/>
                </a:cxn>
                <a:cxn ang="0">
                  <a:pos x="36" y="229"/>
                </a:cxn>
                <a:cxn ang="0">
                  <a:pos x="61" y="188"/>
                </a:cxn>
                <a:cxn ang="0">
                  <a:pos x="72" y="145"/>
                </a:cxn>
                <a:cxn ang="0">
                  <a:pos x="81" y="99"/>
                </a:cxn>
                <a:cxn ang="0">
                  <a:pos x="124" y="75"/>
                </a:cxn>
                <a:cxn ang="0">
                  <a:pos x="141" y="24"/>
                </a:cxn>
                <a:cxn ang="0">
                  <a:pos x="178" y="7"/>
                </a:cxn>
                <a:cxn ang="0">
                  <a:pos x="187" y="39"/>
                </a:cxn>
                <a:cxn ang="0">
                  <a:pos x="220" y="49"/>
                </a:cxn>
                <a:cxn ang="0">
                  <a:pos x="248" y="54"/>
                </a:cxn>
                <a:cxn ang="0">
                  <a:pos x="268" y="72"/>
                </a:cxn>
                <a:cxn ang="0">
                  <a:pos x="293" y="101"/>
                </a:cxn>
                <a:cxn ang="0">
                  <a:pos x="325" y="123"/>
                </a:cxn>
                <a:cxn ang="0">
                  <a:pos x="325" y="158"/>
                </a:cxn>
                <a:cxn ang="0">
                  <a:pos x="328" y="192"/>
                </a:cxn>
                <a:cxn ang="0">
                  <a:pos x="364" y="206"/>
                </a:cxn>
                <a:cxn ang="0">
                  <a:pos x="391" y="198"/>
                </a:cxn>
              </a:cxnLst>
              <a:rect l="0" t="0" r="r" b="b"/>
              <a:pathLst>
                <a:path w="408" h="663">
                  <a:moveTo>
                    <a:pt x="408" y="195"/>
                  </a:moveTo>
                  <a:cubicBezTo>
                    <a:pt x="408" y="196"/>
                    <a:pt x="405" y="199"/>
                    <a:pt x="405" y="201"/>
                  </a:cubicBezTo>
                  <a:cubicBezTo>
                    <a:pt x="404" y="202"/>
                    <a:pt x="404" y="206"/>
                    <a:pt x="403" y="208"/>
                  </a:cubicBezTo>
                  <a:cubicBezTo>
                    <a:pt x="403" y="210"/>
                    <a:pt x="403" y="215"/>
                    <a:pt x="402" y="217"/>
                  </a:cubicBezTo>
                  <a:cubicBezTo>
                    <a:pt x="401" y="219"/>
                    <a:pt x="399" y="224"/>
                    <a:pt x="397" y="226"/>
                  </a:cubicBezTo>
                  <a:cubicBezTo>
                    <a:pt x="396" y="227"/>
                    <a:pt x="394" y="230"/>
                    <a:pt x="393" y="231"/>
                  </a:cubicBezTo>
                  <a:cubicBezTo>
                    <a:pt x="392" y="233"/>
                    <a:pt x="389" y="237"/>
                    <a:pt x="388" y="239"/>
                  </a:cubicBezTo>
                  <a:cubicBezTo>
                    <a:pt x="387" y="242"/>
                    <a:pt x="387" y="247"/>
                    <a:pt x="386" y="249"/>
                  </a:cubicBezTo>
                  <a:cubicBezTo>
                    <a:pt x="385" y="252"/>
                    <a:pt x="383" y="257"/>
                    <a:pt x="381" y="259"/>
                  </a:cubicBezTo>
                  <a:cubicBezTo>
                    <a:pt x="380" y="261"/>
                    <a:pt x="375" y="264"/>
                    <a:pt x="373" y="266"/>
                  </a:cubicBezTo>
                  <a:cubicBezTo>
                    <a:pt x="372" y="267"/>
                    <a:pt x="370" y="271"/>
                    <a:pt x="368" y="272"/>
                  </a:cubicBezTo>
                  <a:cubicBezTo>
                    <a:pt x="368" y="273"/>
                    <a:pt x="364" y="275"/>
                    <a:pt x="365" y="276"/>
                  </a:cubicBezTo>
                  <a:cubicBezTo>
                    <a:pt x="365" y="279"/>
                    <a:pt x="371" y="280"/>
                    <a:pt x="373" y="282"/>
                  </a:cubicBezTo>
                  <a:cubicBezTo>
                    <a:pt x="374" y="283"/>
                    <a:pt x="375" y="289"/>
                    <a:pt x="377" y="290"/>
                  </a:cubicBezTo>
                  <a:cubicBezTo>
                    <a:pt x="378" y="291"/>
                    <a:pt x="379" y="291"/>
                    <a:pt x="381" y="291"/>
                  </a:cubicBezTo>
                  <a:cubicBezTo>
                    <a:pt x="380" y="293"/>
                    <a:pt x="380" y="295"/>
                    <a:pt x="379" y="296"/>
                  </a:cubicBezTo>
                  <a:cubicBezTo>
                    <a:pt x="379" y="299"/>
                    <a:pt x="377" y="303"/>
                    <a:pt x="377" y="305"/>
                  </a:cubicBezTo>
                  <a:cubicBezTo>
                    <a:pt x="377" y="308"/>
                    <a:pt x="376" y="312"/>
                    <a:pt x="377" y="314"/>
                  </a:cubicBezTo>
                  <a:cubicBezTo>
                    <a:pt x="379" y="316"/>
                    <a:pt x="383" y="318"/>
                    <a:pt x="385" y="320"/>
                  </a:cubicBezTo>
                  <a:cubicBezTo>
                    <a:pt x="386" y="321"/>
                    <a:pt x="389" y="323"/>
                    <a:pt x="390" y="324"/>
                  </a:cubicBezTo>
                  <a:cubicBezTo>
                    <a:pt x="391" y="327"/>
                    <a:pt x="392" y="332"/>
                    <a:pt x="392" y="335"/>
                  </a:cubicBezTo>
                  <a:cubicBezTo>
                    <a:pt x="392" y="338"/>
                    <a:pt x="388" y="343"/>
                    <a:pt x="387" y="346"/>
                  </a:cubicBezTo>
                  <a:cubicBezTo>
                    <a:pt x="387" y="349"/>
                    <a:pt x="391" y="354"/>
                    <a:pt x="391" y="357"/>
                  </a:cubicBezTo>
                  <a:cubicBezTo>
                    <a:pt x="391" y="359"/>
                    <a:pt x="389" y="363"/>
                    <a:pt x="389" y="365"/>
                  </a:cubicBezTo>
                  <a:cubicBezTo>
                    <a:pt x="388" y="368"/>
                    <a:pt x="385" y="373"/>
                    <a:pt x="384" y="376"/>
                  </a:cubicBezTo>
                  <a:cubicBezTo>
                    <a:pt x="383" y="378"/>
                    <a:pt x="382" y="384"/>
                    <a:pt x="383" y="387"/>
                  </a:cubicBezTo>
                  <a:cubicBezTo>
                    <a:pt x="384" y="389"/>
                    <a:pt x="390" y="392"/>
                    <a:pt x="391" y="394"/>
                  </a:cubicBezTo>
                  <a:cubicBezTo>
                    <a:pt x="392" y="396"/>
                    <a:pt x="392" y="402"/>
                    <a:pt x="390" y="404"/>
                  </a:cubicBezTo>
                  <a:cubicBezTo>
                    <a:pt x="389" y="406"/>
                    <a:pt x="386" y="408"/>
                    <a:pt x="384" y="409"/>
                  </a:cubicBezTo>
                  <a:cubicBezTo>
                    <a:pt x="381" y="412"/>
                    <a:pt x="375" y="418"/>
                    <a:pt x="371" y="420"/>
                  </a:cubicBezTo>
                  <a:cubicBezTo>
                    <a:pt x="369" y="421"/>
                    <a:pt x="365" y="421"/>
                    <a:pt x="363" y="422"/>
                  </a:cubicBezTo>
                  <a:cubicBezTo>
                    <a:pt x="360" y="424"/>
                    <a:pt x="355" y="432"/>
                    <a:pt x="353" y="435"/>
                  </a:cubicBezTo>
                  <a:cubicBezTo>
                    <a:pt x="351" y="438"/>
                    <a:pt x="349" y="443"/>
                    <a:pt x="348" y="445"/>
                  </a:cubicBezTo>
                  <a:cubicBezTo>
                    <a:pt x="347" y="446"/>
                    <a:pt x="345" y="447"/>
                    <a:pt x="345" y="448"/>
                  </a:cubicBezTo>
                  <a:cubicBezTo>
                    <a:pt x="344" y="451"/>
                    <a:pt x="348" y="458"/>
                    <a:pt x="347" y="461"/>
                  </a:cubicBezTo>
                  <a:cubicBezTo>
                    <a:pt x="346" y="462"/>
                    <a:pt x="341" y="464"/>
                    <a:pt x="340" y="466"/>
                  </a:cubicBezTo>
                  <a:cubicBezTo>
                    <a:pt x="339" y="468"/>
                    <a:pt x="340" y="474"/>
                    <a:pt x="342" y="476"/>
                  </a:cubicBezTo>
                  <a:cubicBezTo>
                    <a:pt x="343" y="478"/>
                    <a:pt x="350" y="480"/>
                    <a:pt x="351" y="482"/>
                  </a:cubicBezTo>
                  <a:cubicBezTo>
                    <a:pt x="352" y="484"/>
                    <a:pt x="351" y="489"/>
                    <a:pt x="350" y="491"/>
                  </a:cubicBezTo>
                  <a:cubicBezTo>
                    <a:pt x="350" y="493"/>
                    <a:pt x="348" y="498"/>
                    <a:pt x="346" y="500"/>
                  </a:cubicBezTo>
                  <a:cubicBezTo>
                    <a:pt x="344" y="501"/>
                    <a:pt x="339" y="500"/>
                    <a:pt x="337" y="502"/>
                  </a:cubicBezTo>
                  <a:cubicBezTo>
                    <a:pt x="336" y="503"/>
                    <a:pt x="335" y="505"/>
                    <a:pt x="335" y="506"/>
                  </a:cubicBezTo>
                  <a:cubicBezTo>
                    <a:pt x="334" y="508"/>
                    <a:pt x="333" y="513"/>
                    <a:pt x="334" y="515"/>
                  </a:cubicBezTo>
                  <a:cubicBezTo>
                    <a:pt x="335" y="517"/>
                    <a:pt x="339" y="517"/>
                    <a:pt x="341" y="518"/>
                  </a:cubicBezTo>
                  <a:cubicBezTo>
                    <a:pt x="343" y="519"/>
                    <a:pt x="346" y="522"/>
                    <a:pt x="347" y="524"/>
                  </a:cubicBezTo>
                  <a:cubicBezTo>
                    <a:pt x="348" y="527"/>
                    <a:pt x="348" y="532"/>
                    <a:pt x="348" y="535"/>
                  </a:cubicBezTo>
                  <a:cubicBezTo>
                    <a:pt x="347" y="538"/>
                    <a:pt x="346" y="544"/>
                    <a:pt x="344" y="547"/>
                  </a:cubicBezTo>
                  <a:cubicBezTo>
                    <a:pt x="342" y="548"/>
                    <a:pt x="338" y="550"/>
                    <a:pt x="337" y="551"/>
                  </a:cubicBezTo>
                  <a:cubicBezTo>
                    <a:pt x="335" y="553"/>
                    <a:pt x="333" y="559"/>
                    <a:pt x="332" y="562"/>
                  </a:cubicBezTo>
                  <a:cubicBezTo>
                    <a:pt x="331" y="564"/>
                    <a:pt x="331" y="569"/>
                    <a:pt x="330" y="571"/>
                  </a:cubicBezTo>
                  <a:cubicBezTo>
                    <a:pt x="329" y="573"/>
                    <a:pt x="326" y="576"/>
                    <a:pt x="325" y="577"/>
                  </a:cubicBezTo>
                  <a:cubicBezTo>
                    <a:pt x="323" y="580"/>
                    <a:pt x="320" y="585"/>
                    <a:pt x="319" y="587"/>
                  </a:cubicBezTo>
                  <a:cubicBezTo>
                    <a:pt x="318" y="590"/>
                    <a:pt x="318" y="596"/>
                    <a:pt x="318" y="599"/>
                  </a:cubicBezTo>
                  <a:cubicBezTo>
                    <a:pt x="317" y="600"/>
                    <a:pt x="315" y="604"/>
                    <a:pt x="315" y="606"/>
                  </a:cubicBezTo>
                  <a:cubicBezTo>
                    <a:pt x="315" y="609"/>
                    <a:pt x="318" y="614"/>
                    <a:pt x="320" y="616"/>
                  </a:cubicBezTo>
                  <a:cubicBezTo>
                    <a:pt x="322" y="617"/>
                    <a:pt x="326" y="619"/>
                    <a:pt x="328" y="621"/>
                  </a:cubicBezTo>
                  <a:cubicBezTo>
                    <a:pt x="330" y="623"/>
                    <a:pt x="333" y="627"/>
                    <a:pt x="333" y="630"/>
                  </a:cubicBezTo>
                  <a:cubicBezTo>
                    <a:pt x="334" y="632"/>
                    <a:pt x="333" y="638"/>
                    <a:pt x="334" y="641"/>
                  </a:cubicBezTo>
                  <a:cubicBezTo>
                    <a:pt x="334" y="644"/>
                    <a:pt x="338" y="649"/>
                    <a:pt x="338" y="652"/>
                  </a:cubicBezTo>
                  <a:cubicBezTo>
                    <a:pt x="339" y="654"/>
                    <a:pt x="338" y="657"/>
                    <a:pt x="338" y="659"/>
                  </a:cubicBezTo>
                  <a:cubicBezTo>
                    <a:pt x="337" y="660"/>
                    <a:pt x="336" y="660"/>
                    <a:pt x="335" y="660"/>
                  </a:cubicBezTo>
                  <a:cubicBezTo>
                    <a:pt x="333" y="660"/>
                    <a:pt x="330" y="659"/>
                    <a:pt x="328" y="660"/>
                  </a:cubicBezTo>
                  <a:cubicBezTo>
                    <a:pt x="326" y="660"/>
                    <a:pt x="324" y="662"/>
                    <a:pt x="323" y="662"/>
                  </a:cubicBezTo>
                  <a:cubicBezTo>
                    <a:pt x="320" y="663"/>
                    <a:pt x="314" y="662"/>
                    <a:pt x="311" y="660"/>
                  </a:cubicBezTo>
                  <a:cubicBezTo>
                    <a:pt x="309" y="659"/>
                    <a:pt x="306" y="653"/>
                    <a:pt x="304" y="651"/>
                  </a:cubicBezTo>
                  <a:cubicBezTo>
                    <a:pt x="301" y="650"/>
                    <a:pt x="295" y="648"/>
                    <a:pt x="292" y="647"/>
                  </a:cubicBezTo>
                  <a:cubicBezTo>
                    <a:pt x="290" y="646"/>
                    <a:pt x="285" y="645"/>
                    <a:pt x="284" y="644"/>
                  </a:cubicBezTo>
                  <a:cubicBezTo>
                    <a:pt x="282" y="642"/>
                    <a:pt x="281" y="636"/>
                    <a:pt x="280" y="634"/>
                  </a:cubicBezTo>
                  <a:cubicBezTo>
                    <a:pt x="279" y="632"/>
                    <a:pt x="276" y="628"/>
                    <a:pt x="274" y="626"/>
                  </a:cubicBezTo>
                  <a:cubicBezTo>
                    <a:pt x="273" y="624"/>
                    <a:pt x="269" y="619"/>
                    <a:pt x="267" y="617"/>
                  </a:cubicBezTo>
                  <a:cubicBezTo>
                    <a:pt x="264" y="616"/>
                    <a:pt x="259" y="614"/>
                    <a:pt x="257" y="613"/>
                  </a:cubicBezTo>
                  <a:cubicBezTo>
                    <a:pt x="255" y="611"/>
                    <a:pt x="253" y="608"/>
                    <a:pt x="252" y="607"/>
                  </a:cubicBezTo>
                  <a:cubicBezTo>
                    <a:pt x="250" y="605"/>
                    <a:pt x="247" y="602"/>
                    <a:pt x="245" y="601"/>
                  </a:cubicBezTo>
                  <a:cubicBezTo>
                    <a:pt x="242" y="600"/>
                    <a:pt x="237" y="597"/>
                    <a:pt x="234" y="597"/>
                  </a:cubicBezTo>
                  <a:cubicBezTo>
                    <a:pt x="232" y="597"/>
                    <a:pt x="228" y="597"/>
                    <a:pt x="226" y="597"/>
                  </a:cubicBezTo>
                  <a:cubicBezTo>
                    <a:pt x="223" y="597"/>
                    <a:pt x="218" y="596"/>
                    <a:pt x="216" y="595"/>
                  </a:cubicBezTo>
                  <a:cubicBezTo>
                    <a:pt x="213" y="594"/>
                    <a:pt x="208" y="591"/>
                    <a:pt x="206" y="590"/>
                  </a:cubicBezTo>
                  <a:cubicBezTo>
                    <a:pt x="203" y="588"/>
                    <a:pt x="197" y="587"/>
                    <a:pt x="195" y="585"/>
                  </a:cubicBezTo>
                  <a:cubicBezTo>
                    <a:pt x="192" y="583"/>
                    <a:pt x="188" y="578"/>
                    <a:pt x="186" y="575"/>
                  </a:cubicBezTo>
                  <a:cubicBezTo>
                    <a:pt x="185" y="573"/>
                    <a:pt x="184" y="569"/>
                    <a:pt x="183" y="567"/>
                  </a:cubicBezTo>
                  <a:cubicBezTo>
                    <a:pt x="183" y="566"/>
                    <a:pt x="182" y="563"/>
                    <a:pt x="182" y="561"/>
                  </a:cubicBezTo>
                  <a:cubicBezTo>
                    <a:pt x="182" y="559"/>
                    <a:pt x="182" y="555"/>
                    <a:pt x="183" y="553"/>
                  </a:cubicBezTo>
                  <a:cubicBezTo>
                    <a:pt x="184" y="550"/>
                    <a:pt x="188" y="547"/>
                    <a:pt x="188" y="544"/>
                  </a:cubicBezTo>
                  <a:cubicBezTo>
                    <a:pt x="189" y="542"/>
                    <a:pt x="188" y="537"/>
                    <a:pt x="189" y="535"/>
                  </a:cubicBezTo>
                  <a:cubicBezTo>
                    <a:pt x="190" y="532"/>
                    <a:pt x="194" y="528"/>
                    <a:pt x="194" y="525"/>
                  </a:cubicBezTo>
                  <a:cubicBezTo>
                    <a:pt x="194" y="523"/>
                    <a:pt x="192" y="520"/>
                    <a:pt x="190" y="518"/>
                  </a:cubicBezTo>
                  <a:cubicBezTo>
                    <a:pt x="189" y="517"/>
                    <a:pt x="184" y="515"/>
                    <a:pt x="183" y="513"/>
                  </a:cubicBezTo>
                  <a:cubicBezTo>
                    <a:pt x="183" y="512"/>
                    <a:pt x="186" y="508"/>
                    <a:pt x="186" y="506"/>
                  </a:cubicBezTo>
                  <a:cubicBezTo>
                    <a:pt x="186" y="505"/>
                    <a:pt x="187" y="502"/>
                    <a:pt x="186" y="500"/>
                  </a:cubicBezTo>
                  <a:cubicBezTo>
                    <a:pt x="185" y="499"/>
                    <a:pt x="182" y="497"/>
                    <a:pt x="181" y="496"/>
                  </a:cubicBezTo>
                  <a:cubicBezTo>
                    <a:pt x="179" y="496"/>
                    <a:pt x="175" y="498"/>
                    <a:pt x="174" y="499"/>
                  </a:cubicBezTo>
                  <a:cubicBezTo>
                    <a:pt x="172" y="500"/>
                    <a:pt x="171" y="503"/>
                    <a:pt x="169" y="504"/>
                  </a:cubicBezTo>
                  <a:cubicBezTo>
                    <a:pt x="167" y="505"/>
                    <a:pt x="161" y="505"/>
                    <a:pt x="159" y="505"/>
                  </a:cubicBezTo>
                  <a:cubicBezTo>
                    <a:pt x="155" y="503"/>
                    <a:pt x="151" y="497"/>
                    <a:pt x="148" y="495"/>
                  </a:cubicBezTo>
                  <a:cubicBezTo>
                    <a:pt x="146" y="493"/>
                    <a:pt x="141" y="492"/>
                    <a:pt x="139" y="490"/>
                  </a:cubicBezTo>
                  <a:cubicBezTo>
                    <a:pt x="137" y="489"/>
                    <a:pt x="135" y="486"/>
                    <a:pt x="133" y="485"/>
                  </a:cubicBezTo>
                  <a:cubicBezTo>
                    <a:pt x="131" y="484"/>
                    <a:pt x="126" y="481"/>
                    <a:pt x="123" y="481"/>
                  </a:cubicBezTo>
                  <a:cubicBezTo>
                    <a:pt x="121" y="481"/>
                    <a:pt x="118" y="484"/>
                    <a:pt x="115" y="484"/>
                  </a:cubicBezTo>
                  <a:cubicBezTo>
                    <a:pt x="113" y="485"/>
                    <a:pt x="108" y="486"/>
                    <a:pt x="106" y="485"/>
                  </a:cubicBezTo>
                  <a:cubicBezTo>
                    <a:pt x="104" y="485"/>
                    <a:pt x="101" y="482"/>
                    <a:pt x="99" y="480"/>
                  </a:cubicBezTo>
                  <a:cubicBezTo>
                    <a:pt x="96" y="477"/>
                    <a:pt x="92" y="470"/>
                    <a:pt x="89" y="468"/>
                  </a:cubicBezTo>
                  <a:cubicBezTo>
                    <a:pt x="87" y="466"/>
                    <a:pt x="83" y="465"/>
                    <a:pt x="81" y="464"/>
                  </a:cubicBezTo>
                  <a:cubicBezTo>
                    <a:pt x="78" y="463"/>
                    <a:pt x="73" y="460"/>
                    <a:pt x="71" y="460"/>
                  </a:cubicBezTo>
                  <a:cubicBezTo>
                    <a:pt x="69" y="460"/>
                    <a:pt x="66" y="464"/>
                    <a:pt x="64" y="465"/>
                  </a:cubicBezTo>
                  <a:cubicBezTo>
                    <a:pt x="62" y="465"/>
                    <a:pt x="59" y="461"/>
                    <a:pt x="57" y="461"/>
                  </a:cubicBezTo>
                  <a:cubicBezTo>
                    <a:pt x="55" y="462"/>
                    <a:pt x="53" y="465"/>
                    <a:pt x="51" y="466"/>
                  </a:cubicBezTo>
                  <a:cubicBezTo>
                    <a:pt x="48" y="467"/>
                    <a:pt x="42" y="467"/>
                    <a:pt x="40" y="466"/>
                  </a:cubicBezTo>
                  <a:cubicBezTo>
                    <a:pt x="38" y="465"/>
                    <a:pt x="35" y="462"/>
                    <a:pt x="34" y="460"/>
                  </a:cubicBezTo>
                  <a:cubicBezTo>
                    <a:pt x="33" y="457"/>
                    <a:pt x="33" y="451"/>
                    <a:pt x="34" y="449"/>
                  </a:cubicBezTo>
                  <a:cubicBezTo>
                    <a:pt x="34" y="447"/>
                    <a:pt x="37" y="445"/>
                    <a:pt x="38" y="445"/>
                  </a:cubicBezTo>
                  <a:cubicBezTo>
                    <a:pt x="40" y="444"/>
                    <a:pt x="43" y="443"/>
                    <a:pt x="45" y="442"/>
                  </a:cubicBezTo>
                  <a:cubicBezTo>
                    <a:pt x="46" y="441"/>
                    <a:pt x="48" y="439"/>
                    <a:pt x="49" y="438"/>
                  </a:cubicBezTo>
                  <a:cubicBezTo>
                    <a:pt x="50" y="436"/>
                    <a:pt x="51" y="432"/>
                    <a:pt x="51" y="431"/>
                  </a:cubicBezTo>
                  <a:cubicBezTo>
                    <a:pt x="50" y="429"/>
                    <a:pt x="48" y="427"/>
                    <a:pt x="47" y="425"/>
                  </a:cubicBezTo>
                  <a:cubicBezTo>
                    <a:pt x="47" y="424"/>
                    <a:pt x="45" y="420"/>
                    <a:pt x="45" y="419"/>
                  </a:cubicBezTo>
                  <a:cubicBezTo>
                    <a:pt x="45" y="417"/>
                    <a:pt x="46" y="413"/>
                    <a:pt x="47" y="411"/>
                  </a:cubicBezTo>
                  <a:cubicBezTo>
                    <a:pt x="47" y="409"/>
                    <a:pt x="50" y="407"/>
                    <a:pt x="50" y="406"/>
                  </a:cubicBezTo>
                  <a:cubicBezTo>
                    <a:pt x="51" y="404"/>
                    <a:pt x="51" y="401"/>
                    <a:pt x="51" y="400"/>
                  </a:cubicBezTo>
                  <a:cubicBezTo>
                    <a:pt x="49" y="397"/>
                    <a:pt x="44" y="393"/>
                    <a:pt x="41" y="391"/>
                  </a:cubicBezTo>
                  <a:cubicBezTo>
                    <a:pt x="38" y="389"/>
                    <a:pt x="32" y="386"/>
                    <a:pt x="30" y="384"/>
                  </a:cubicBezTo>
                  <a:cubicBezTo>
                    <a:pt x="28" y="383"/>
                    <a:pt x="25" y="379"/>
                    <a:pt x="23" y="378"/>
                  </a:cubicBezTo>
                  <a:cubicBezTo>
                    <a:pt x="21" y="376"/>
                    <a:pt x="16" y="372"/>
                    <a:pt x="14" y="371"/>
                  </a:cubicBezTo>
                  <a:cubicBezTo>
                    <a:pt x="12" y="369"/>
                    <a:pt x="9" y="367"/>
                    <a:pt x="8" y="365"/>
                  </a:cubicBezTo>
                  <a:cubicBezTo>
                    <a:pt x="7" y="363"/>
                    <a:pt x="7" y="358"/>
                    <a:pt x="8" y="356"/>
                  </a:cubicBezTo>
                  <a:cubicBezTo>
                    <a:pt x="9" y="354"/>
                    <a:pt x="13" y="351"/>
                    <a:pt x="14" y="349"/>
                  </a:cubicBezTo>
                  <a:cubicBezTo>
                    <a:pt x="15" y="347"/>
                    <a:pt x="18" y="343"/>
                    <a:pt x="19" y="340"/>
                  </a:cubicBezTo>
                  <a:cubicBezTo>
                    <a:pt x="19" y="338"/>
                    <a:pt x="18" y="333"/>
                    <a:pt x="17" y="331"/>
                  </a:cubicBezTo>
                  <a:cubicBezTo>
                    <a:pt x="16" y="329"/>
                    <a:pt x="13" y="327"/>
                    <a:pt x="12" y="325"/>
                  </a:cubicBezTo>
                  <a:cubicBezTo>
                    <a:pt x="11" y="323"/>
                    <a:pt x="8" y="320"/>
                    <a:pt x="7" y="318"/>
                  </a:cubicBezTo>
                  <a:cubicBezTo>
                    <a:pt x="6" y="317"/>
                    <a:pt x="5" y="313"/>
                    <a:pt x="6" y="311"/>
                  </a:cubicBezTo>
                  <a:cubicBezTo>
                    <a:pt x="6" y="308"/>
                    <a:pt x="11" y="306"/>
                    <a:pt x="12" y="304"/>
                  </a:cubicBezTo>
                  <a:cubicBezTo>
                    <a:pt x="13" y="302"/>
                    <a:pt x="13" y="299"/>
                    <a:pt x="13" y="297"/>
                  </a:cubicBezTo>
                  <a:cubicBezTo>
                    <a:pt x="12" y="296"/>
                    <a:pt x="10" y="293"/>
                    <a:pt x="9" y="292"/>
                  </a:cubicBezTo>
                  <a:cubicBezTo>
                    <a:pt x="8" y="290"/>
                    <a:pt x="4" y="287"/>
                    <a:pt x="3" y="285"/>
                  </a:cubicBezTo>
                  <a:cubicBezTo>
                    <a:pt x="2" y="283"/>
                    <a:pt x="0" y="280"/>
                    <a:pt x="0" y="278"/>
                  </a:cubicBezTo>
                  <a:cubicBezTo>
                    <a:pt x="0" y="275"/>
                    <a:pt x="5" y="268"/>
                    <a:pt x="7" y="265"/>
                  </a:cubicBezTo>
                  <a:cubicBezTo>
                    <a:pt x="9" y="263"/>
                    <a:pt x="12" y="257"/>
                    <a:pt x="14" y="255"/>
                  </a:cubicBezTo>
                  <a:cubicBezTo>
                    <a:pt x="16" y="253"/>
                    <a:pt x="20" y="249"/>
                    <a:pt x="22" y="247"/>
                  </a:cubicBezTo>
                  <a:cubicBezTo>
                    <a:pt x="25" y="244"/>
                    <a:pt x="29" y="241"/>
                    <a:pt x="31" y="239"/>
                  </a:cubicBezTo>
                  <a:cubicBezTo>
                    <a:pt x="33" y="236"/>
                    <a:pt x="36" y="231"/>
                    <a:pt x="36" y="229"/>
                  </a:cubicBezTo>
                  <a:cubicBezTo>
                    <a:pt x="37" y="225"/>
                    <a:pt x="36" y="219"/>
                    <a:pt x="37" y="215"/>
                  </a:cubicBezTo>
                  <a:cubicBezTo>
                    <a:pt x="38" y="213"/>
                    <a:pt x="40" y="208"/>
                    <a:pt x="41" y="206"/>
                  </a:cubicBezTo>
                  <a:cubicBezTo>
                    <a:pt x="44" y="202"/>
                    <a:pt x="51" y="198"/>
                    <a:pt x="54" y="195"/>
                  </a:cubicBezTo>
                  <a:cubicBezTo>
                    <a:pt x="56" y="193"/>
                    <a:pt x="60" y="190"/>
                    <a:pt x="61" y="188"/>
                  </a:cubicBezTo>
                  <a:cubicBezTo>
                    <a:pt x="63" y="186"/>
                    <a:pt x="67" y="181"/>
                    <a:pt x="68" y="178"/>
                  </a:cubicBezTo>
                  <a:cubicBezTo>
                    <a:pt x="69" y="176"/>
                    <a:pt x="69" y="171"/>
                    <a:pt x="69" y="168"/>
                  </a:cubicBezTo>
                  <a:cubicBezTo>
                    <a:pt x="69" y="166"/>
                    <a:pt x="71" y="161"/>
                    <a:pt x="72" y="158"/>
                  </a:cubicBezTo>
                  <a:cubicBezTo>
                    <a:pt x="72" y="155"/>
                    <a:pt x="72" y="149"/>
                    <a:pt x="72" y="145"/>
                  </a:cubicBezTo>
                  <a:cubicBezTo>
                    <a:pt x="71" y="142"/>
                    <a:pt x="72" y="135"/>
                    <a:pt x="71" y="132"/>
                  </a:cubicBezTo>
                  <a:cubicBezTo>
                    <a:pt x="71" y="128"/>
                    <a:pt x="67" y="121"/>
                    <a:pt x="67" y="117"/>
                  </a:cubicBezTo>
                  <a:cubicBezTo>
                    <a:pt x="67" y="115"/>
                    <a:pt x="70" y="110"/>
                    <a:pt x="71" y="109"/>
                  </a:cubicBezTo>
                  <a:cubicBezTo>
                    <a:pt x="73" y="106"/>
                    <a:pt x="79" y="102"/>
                    <a:pt x="81" y="99"/>
                  </a:cubicBezTo>
                  <a:cubicBezTo>
                    <a:pt x="83" y="97"/>
                    <a:pt x="85" y="92"/>
                    <a:pt x="88" y="90"/>
                  </a:cubicBezTo>
                  <a:cubicBezTo>
                    <a:pt x="90" y="89"/>
                    <a:pt x="97" y="90"/>
                    <a:pt x="99" y="89"/>
                  </a:cubicBezTo>
                  <a:cubicBezTo>
                    <a:pt x="102" y="88"/>
                    <a:pt x="107" y="85"/>
                    <a:pt x="109" y="83"/>
                  </a:cubicBezTo>
                  <a:cubicBezTo>
                    <a:pt x="113" y="81"/>
                    <a:pt x="121" y="78"/>
                    <a:pt x="124" y="75"/>
                  </a:cubicBezTo>
                  <a:cubicBezTo>
                    <a:pt x="125" y="73"/>
                    <a:pt x="128" y="67"/>
                    <a:pt x="129" y="65"/>
                  </a:cubicBezTo>
                  <a:cubicBezTo>
                    <a:pt x="130" y="62"/>
                    <a:pt x="131" y="56"/>
                    <a:pt x="132" y="53"/>
                  </a:cubicBezTo>
                  <a:cubicBezTo>
                    <a:pt x="133" y="50"/>
                    <a:pt x="135" y="43"/>
                    <a:pt x="136" y="40"/>
                  </a:cubicBezTo>
                  <a:cubicBezTo>
                    <a:pt x="138" y="36"/>
                    <a:pt x="140" y="28"/>
                    <a:pt x="141" y="24"/>
                  </a:cubicBezTo>
                  <a:cubicBezTo>
                    <a:pt x="143" y="21"/>
                    <a:pt x="147" y="16"/>
                    <a:pt x="150" y="13"/>
                  </a:cubicBezTo>
                  <a:cubicBezTo>
                    <a:pt x="152" y="10"/>
                    <a:pt x="155" y="4"/>
                    <a:pt x="158" y="3"/>
                  </a:cubicBezTo>
                  <a:cubicBezTo>
                    <a:pt x="161" y="1"/>
                    <a:pt x="170" y="0"/>
                    <a:pt x="173" y="1"/>
                  </a:cubicBezTo>
                  <a:cubicBezTo>
                    <a:pt x="175" y="2"/>
                    <a:pt x="177" y="5"/>
                    <a:pt x="178" y="7"/>
                  </a:cubicBezTo>
                  <a:cubicBezTo>
                    <a:pt x="179" y="8"/>
                    <a:pt x="182" y="10"/>
                    <a:pt x="182" y="12"/>
                  </a:cubicBezTo>
                  <a:cubicBezTo>
                    <a:pt x="182" y="13"/>
                    <a:pt x="179" y="17"/>
                    <a:pt x="179" y="18"/>
                  </a:cubicBezTo>
                  <a:cubicBezTo>
                    <a:pt x="178" y="21"/>
                    <a:pt x="179" y="26"/>
                    <a:pt x="180" y="29"/>
                  </a:cubicBezTo>
                  <a:cubicBezTo>
                    <a:pt x="181" y="32"/>
                    <a:pt x="185" y="36"/>
                    <a:pt x="187" y="39"/>
                  </a:cubicBezTo>
                  <a:cubicBezTo>
                    <a:pt x="190" y="42"/>
                    <a:pt x="193" y="51"/>
                    <a:pt x="197" y="53"/>
                  </a:cubicBezTo>
                  <a:cubicBezTo>
                    <a:pt x="199" y="54"/>
                    <a:pt x="204" y="55"/>
                    <a:pt x="207" y="54"/>
                  </a:cubicBezTo>
                  <a:cubicBezTo>
                    <a:pt x="209" y="54"/>
                    <a:pt x="211" y="50"/>
                    <a:pt x="213" y="49"/>
                  </a:cubicBezTo>
                  <a:cubicBezTo>
                    <a:pt x="215" y="48"/>
                    <a:pt x="218" y="49"/>
                    <a:pt x="220" y="49"/>
                  </a:cubicBezTo>
                  <a:cubicBezTo>
                    <a:pt x="222" y="49"/>
                    <a:pt x="226" y="50"/>
                    <a:pt x="228" y="51"/>
                  </a:cubicBezTo>
                  <a:cubicBezTo>
                    <a:pt x="230" y="52"/>
                    <a:pt x="231" y="57"/>
                    <a:pt x="233" y="58"/>
                  </a:cubicBezTo>
                  <a:cubicBezTo>
                    <a:pt x="235" y="58"/>
                    <a:pt x="239" y="58"/>
                    <a:pt x="241" y="58"/>
                  </a:cubicBezTo>
                  <a:cubicBezTo>
                    <a:pt x="243" y="58"/>
                    <a:pt x="247" y="55"/>
                    <a:pt x="248" y="54"/>
                  </a:cubicBezTo>
                  <a:cubicBezTo>
                    <a:pt x="250" y="53"/>
                    <a:pt x="254" y="48"/>
                    <a:pt x="256" y="49"/>
                  </a:cubicBezTo>
                  <a:cubicBezTo>
                    <a:pt x="258" y="49"/>
                    <a:pt x="262" y="52"/>
                    <a:pt x="262" y="54"/>
                  </a:cubicBezTo>
                  <a:cubicBezTo>
                    <a:pt x="264" y="56"/>
                    <a:pt x="262" y="62"/>
                    <a:pt x="263" y="64"/>
                  </a:cubicBezTo>
                  <a:cubicBezTo>
                    <a:pt x="264" y="66"/>
                    <a:pt x="267" y="70"/>
                    <a:pt x="268" y="72"/>
                  </a:cubicBezTo>
                  <a:cubicBezTo>
                    <a:pt x="270" y="75"/>
                    <a:pt x="273" y="80"/>
                    <a:pt x="274" y="83"/>
                  </a:cubicBezTo>
                  <a:cubicBezTo>
                    <a:pt x="275" y="86"/>
                    <a:pt x="274" y="91"/>
                    <a:pt x="276" y="93"/>
                  </a:cubicBezTo>
                  <a:cubicBezTo>
                    <a:pt x="277" y="95"/>
                    <a:pt x="280" y="98"/>
                    <a:pt x="282" y="99"/>
                  </a:cubicBezTo>
                  <a:cubicBezTo>
                    <a:pt x="284" y="100"/>
                    <a:pt x="291" y="100"/>
                    <a:pt x="293" y="101"/>
                  </a:cubicBezTo>
                  <a:cubicBezTo>
                    <a:pt x="297" y="102"/>
                    <a:pt x="303" y="105"/>
                    <a:pt x="305" y="108"/>
                  </a:cubicBezTo>
                  <a:cubicBezTo>
                    <a:pt x="307" y="109"/>
                    <a:pt x="308" y="115"/>
                    <a:pt x="309" y="116"/>
                  </a:cubicBezTo>
                  <a:cubicBezTo>
                    <a:pt x="311" y="117"/>
                    <a:pt x="314" y="118"/>
                    <a:pt x="316" y="119"/>
                  </a:cubicBezTo>
                  <a:cubicBezTo>
                    <a:pt x="318" y="120"/>
                    <a:pt x="323" y="121"/>
                    <a:pt x="325" y="123"/>
                  </a:cubicBezTo>
                  <a:cubicBezTo>
                    <a:pt x="326" y="124"/>
                    <a:pt x="327" y="128"/>
                    <a:pt x="327" y="130"/>
                  </a:cubicBezTo>
                  <a:cubicBezTo>
                    <a:pt x="326" y="132"/>
                    <a:pt x="323" y="136"/>
                    <a:pt x="323" y="138"/>
                  </a:cubicBezTo>
                  <a:cubicBezTo>
                    <a:pt x="324" y="141"/>
                    <a:pt x="329" y="147"/>
                    <a:pt x="329" y="150"/>
                  </a:cubicBezTo>
                  <a:cubicBezTo>
                    <a:pt x="329" y="152"/>
                    <a:pt x="327" y="157"/>
                    <a:pt x="325" y="158"/>
                  </a:cubicBezTo>
                  <a:cubicBezTo>
                    <a:pt x="324" y="159"/>
                    <a:pt x="321" y="159"/>
                    <a:pt x="320" y="161"/>
                  </a:cubicBezTo>
                  <a:cubicBezTo>
                    <a:pt x="319" y="162"/>
                    <a:pt x="318" y="166"/>
                    <a:pt x="319" y="168"/>
                  </a:cubicBezTo>
                  <a:cubicBezTo>
                    <a:pt x="320" y="172"/>
                    <a:pt x="325" y="177"/>
                    <a:pt x="327" y="181"/>
                  </a:cubicBezTo>
                  <a:cubicBezTo>
                    <a:pt x="327" y="184"/>
                    <a:pt x="327" y="190"/>
                    <a:pt x="328" y="192"/>
                  </a:cubicBezTo>
                  <a:cubicBezTo>
                    <a:pt x="329" y="195"/>
                    <a:pt x="331" y="201"/>
                    <a:pt x="333" y="203"/>
                  </a:cubicBezTo>
                  <a:cubicBezTo>
                    <a:pt x="335" y="205"/>
                    <a:pt x="341" y="205"/>
                    <a:pt x="344" y="206"/>
                  </a:cubicBezTo>
                  <a:cubicBezTo>
                    <a:pt x="347" y="207"/>
                    <a:pt x="352" y="209"/>
                    <a:pt x="355" y="209"/>
                  </a:cubicBezTo>
                  <a:cubicBezTo>
                    <a:pt x="358" y="209"/>
                    <a:pt x="362" y="208"/>
                    <a:pt x="364" y="206"/>
                  </a:cubicBezTo>
                  <a:cubicBezTo>
                    <a:pt x="366" y="205"/>
                    <a:pt x="367" y="199"/>
                    <a:pt x="369" y="197"/>
                  </a:cubicBezTo>
                  <a:cubicBezTo>
                    <a:pt x="370" y="196"/>
                    <a:pt x="373" y="194"/>
                    <a:pt x="375" y="194"/>
                  </a:cubicBezTo>
                  <a:cubicBezTo>
                    <a:pt x="378" y="193"/>
                    <a:pt x="384" y="193"/>
                    <a:pt x="386" y="195"/>
                  </a:cubicBezTo>
                  <a:cubicBezTo>
                    <a:pt x="388" y="195"/>
                    <a:pt x="389" y="198"/>
                    <a:pt x="391" y="198"/>
                  </a:cubicBezTo>
                  <a:cubicBezTo>
                    <a:pt x="393" y="199"/>
                    <a:pt x="396" y="196"/>
                    <a:pt x="398" y="195"/>
                  </a:cubicBezTo>
                  <a:cubicBezTo>
                    <a:pt x="400" y="195"/>
                    <a:pt x="406" y="193"/>
                    <a:pt x="408" y="195"/>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sp>
          <p:nvSpPr>
            <p:cNvPr id="53" name="Freeform 14"/>
            <p:cNvSpPr>
              <a:spLocks/>
            </p:cNvSpPr>
            <p:nvPr/>
          </p:nvSpPr>
          <p:spPr bwMode="auto">
            <a:xfrm>
              <a:off x="4054475" y="1303338"/>
              <a:ext cx="2025650" cy="1803400"/>
            </a:xfrm>
            <a:custGeom>
              <a:avLst/>
              <a:gdLst/>
              <a:ahLst/>
              <a:cxnLst>
                <a:cxn ang="0">
                  <a:pos x="1214" y="477"/>
                </a:cxn>
                <a:cxn ang="0">
                  <a:pos x="1098" y="521"/>
                </a:cxn>
                <a:cxn ang="0">
                  <a:pos x="1013" y="462"/>
                </a:cxn>
                <a:cxn ang="0">
                  <a:pos x="993" y="568"/>
                </a:cxn>
                <a:cxn ang="0">
                  <a:pos x="996" y="650"/>
                </a:cxn>
                <a:cxn ang="0">
                  <a:pos x="1064" y="705"/>
                </a:cxn>
                <a:cxn ang="0">
                  <a:pos x="1145" y="730"/>
                </a:cxn>
                <a:cxn ang="0">
                  <a:pos x="1139" y="798"/>
                </a:cxn>
                <a:cxn ang="0">
                  <a:pos x="1149" y="877"/>
                </a:cxn>
                <a:cxn ang="0">
                  <a:pos x="1063" y="910"/>
                </a:cxn>
                <a:cxn ang="0">
                  <a:pos x="993" y="959"/>
                </a:cxn>
                <a:cxn ang="0">
                  <a:pos x="889" y="1001"/>
                </a:cxn>
                <a:cxn ang="0">
                  <a:pos x="806" y="985"/>
                </a:cxn>
                <a:cxn ang="0">
                  <a:pos x="746" y="948"/>
                </a:cxn>
                <a:cxn ang="0">
                  <a:pos x="649" y="913"/>
                </a:cxn>
                <a:cxn ang="0">
                  <a:pos x="562" y="956"/>
                </a:cxn>
                <a:cxn ang="0">
                  <a:pos x="582" y="1059"/>
                </a:cxn>
                <a:cxn ang="0">
                  <a:pos x="535" y="1141"/>
                </a:cxn>
                <a:cxn ang="0">
                  <a:pos x="427" y="1086"/>
                </a:cxn>
                <a:cxn ang="0">
                  <a:pos x="430" y="994"/>
                </a:cxn>
                <a:cxn ang="0">
                  <a:pos x="442" y="919"/>
                </a:cxn>
                <a:cxn ang="0">
                  <a:pos x="419" y="871"/>
                </a:cxn>
                <a:cxn ang="0">
                  <a:pos x="423" y="851"/>
                </a:cxn>
                <a:cxn ang="0">
                  <a:pos x="353" y="844"/>
                </a:cxn>
                <a:cxn ang="0">
                  <a:pos x="314" y="757"/>
                </a:cxn>
                <a:cxn ang="0">
                  <a:pos x="353" y="727"/>
                </a:cxn>
                <a:cxn ang="0">
                  <a:pos x="320" y="687"/>
                </a:cxn>
                <a:cxn ang="0">
                  <a:pos x="270" y="693"/>
                </a:cxn>
                <a:cxn ang="0">
                  <a:pos x="189" y="674"/>
                </a:cxn>
                <a:cxn ang="0">
                  <a:pos x="153" y="651"/>
                </a:cxn>
                <a:cxn ang="0">
                  <a:pos x="104" y="674"/>
                </a:cxn>
                <a:cxn ang="0">
                  <a:pos x="44" y="658"/>
                </a:cxn>
                <a:cxn ang="0">
                  <a:pos x="2" y="595"/>
                </a:cxn>
                <a:cxn ang="0">
                  <a:pos x="41" y="540"/>
                </a:cxn>
                <a:cxn ang="0">
                  <a:pos x="108" y="491"/>
                </a:cxn>
                <a:cxn ang="0">
                  <a:pos x="179" y="455"/>
                </a:cxn>
                <a:cxn ang="0">
                  <a:pos x="247" y="432"/>
                </a:cxn>
                <a:cxn ang="0">
                  <a:pos x="333" y="395"/>
                </a:cxn>
                <a:cxn ang="0">
                  <a:pos x="392" y="319"/>
                </a:cxn>
                <a:cxn ang="0">
                  <a:pos x="402" y="216"/>
                </a:cxn>
                <a:cxn ang="0">
                  <a:pos x="436" y="179"/>
                </a:cxn>
                <a:cxn ang="0">
                  <a:pos x="475" y="181"/>
                </a:cxn>
                <a:cxn ang="0">
                  <a:pos x="545" y="215"/>
                </a:cxn>
                <a:cxn ang="0">
                  <a:pos x="580" y="181"/>
                </a:cxn>
                <a:cxn ang="0">
                  <a:pos x="616" y="142"/>
                </a:cxn>
                <a:cxn ang="0">
                  <a:pos x="614" y="69"/>
                </a:cxn>
                <a:cxn ang="0">
                  <a:pos x="617" y="18"/>
                </a:cxn>
                <a:cxn ang="0">
                  <a:pos x="698" y="41"/>
                </a:cxn>
                <a:cxn ang="0">
                  <a:pos x="741" y="100"/>
                </a:cxn>
                <a:cxn ang="0">
                  <a:pos x="767" y="155"/>
                </a:cxn>
                <a:cxn ang="0">
                  <a:pos x="840" y="165"/>
                </a:cxn>
                <a:cxn ang="0">
                  <a:pos x="925" y="172"/>
                </a:cxn>
                <a:cxn ang="0">
                  <a:pos x="969" y="115"/>
                </a:cxn>
                <a:cxn ang="0">
                  <a:pos x="1023" y="146"/>
                </a:cxn>
                <a:cxn ang="0">
                  <a:pos x="1102" y="160"/>
                </a:cxn>
                <a:cxn ang="0">
                  <a:pos x="1153" y="189"/>
                </a:cxn>
                <a:cxn ang="0">
                  <a:pos x="1242" y="234"/>
                </a:cxn>
                <a:cxn ang="0">
                  <a:pos x="1256" y="306"/>
                </a:cxn>
                <a:cxn ang="0">
                  <a:pos x="1264" y="338"/>
                </a:cxn>
              </a:cxnLst>
              <a:rect l="0" t="0" r="r" b="b"/>
              <a:pathLst>
                <a:path w="1289" h="1146">
                  <a:moveTo>
                    <a:pt x="1289" y="419"/>
                  </a:moveTo>
                  <a:cubicBezTo>
                    <a:pt x="1289" y="424"/>
                    <a:pt x="1288" y="435"/>
                    <a:pt x="1287" y="440"/>
                  </a:cubicBezTo>
                  <a:cubicBezTo>
                    <a:pt x="1286" y="444"/>
                    <a:pt x="1282" y="452"/>
                    <a:pt x="1281" y="456"/>
                  </a:cubicBezTo>
                  <a:cubicBezTo>
                    <a:pt x="1279" y="460"/>
                    <a:pt x="1274" y="470"/>
                    <a:pt x="1270" y="470"/>
                  </a:cubicBezTo>
                  <a:cubicBezTo>
                    <a:pt x="1266" y="470"/>
                    <a:pt x="1258" y="472"/>
                    <a:pt x="1254" y="471"/>
                  </a:cubicBezTo>
                  <a:cubicBezTo>
                    <a:pt x="1250" y="470"/>
                    <a:pt x="1242" y="463"/>
                    <a:pt x="1237" y="463"/>
                  </a:cubicBezTo>
                  <a:cubicBezTo>
                    <a:pt x="1234" y="463"/>
                    <a:pt x="1228" y="467"/>
                    <a:pt x="1225" y="469"/>
                  </a:cubicBezTo>
                  <a:cubicBezTo>
                    <a:pt x="1222" y="470"/>
                    <a:pt x="1216" y="474"/>
                    <a:pt x="1214" y="477"/>
                  </a:cubicBezTo>
                  <a:cubicBezTo>
                    <a:pt x="1212" y="479"/>
                    <a:pt x="1211" y="486"/>
                    <a:pt x="1210" y="489"/>
                  </a:cubicBezTo>
                  <a:cubicBezTo>
                    <a:pt x="1209" y="493"/>
                    <a:pt x="1205" y="502"/>
                    <a:pt x="1202" y="505"/>
                  </a:cubicBezTo>
                  <a:cubicBezTo>
                    <a:pt x="1198" y="509"/>
                    <a:pt x="1186" y="511"/>
                    <a:pt x="1180" y="513"/>
                  </a:cubicBezTo>
                  <a:cubicBezTo>
                    <a:pt x="1176" y="515"/>
                    <a:pt x="1167" y="520"/>
                    <a:pt x="1163" y="521"/>
                  </a:cubicBezTo>
                  <a:cubicBezTo>
                    <a:pt x="1159" y="522"/>
                    <a:pt x="1151" y="522"/>
                    <a:pt x="1147" y="523"/>
                  </a:cubicBezTo>
                  <a:cubicBezTo>
                    <a:pt x="1143" y="524"/>
                    <a:pt x="1136" y="529"/>
                    <a:pt x="1132" y="529"/>
                  </a:cubicBezTo>
                  <a:cubicBezTo>
                    <a:pt x="1126" y="530"/>
                    <a:pt x="1115" y="528"/>
                    <a:pt x="1110" y="527"/>
                  </a:cubicBezTo>
                  <a:cubicBezTo>
                    <a:pt x="1107" y="526"/>
                    <a:pt x="1101" y="523"/>
                    <a:pt x="1098" y="521"/>
                  </a:cubicBezTo>
                  <a:cubicBezTo>
                    <a:pt x="1094" y="518"/>
                    <a:pt x="1088" y="508"/>
                    <a:pt x="1084" y="504"/>
                  </a:cubicBezTo>
                  <a:cubicBezTo>
                    <a:pt x="1081" y="502"/>
                    <a:pt x="1074" y="500"/>
                    <a:pt x="1071" y="499"/>
                  </a:cubicBezTo>
                  <a:cubicBezTo>
                    <a:pt x="1068" y="497"/>
                    <a:pt x="1063" y="494"/>
                    <a:pt x="1061" y="491"/>
                  </a:cubicBezTo>
                  <a:cubicBezTo>
                    <a:pt x="1060" y="489"/>
                    <a:pt x="1057" y="484"/>
                    <a:pt x="1056" y="481"/>
                  </a:cubicBezTo>
                  <a:cubicBezTo>
                    <a:pt x="1055" y="479"/>
                    <a:pt x="1054" y="475"/>
                    <a:pt x="1052" y="473"/>
                  </a:cubicBezTo>
                  <a:cubicBezTo>
                    <a:pt x="1049" y="471"/>
                    <a:pt x="1039" y="473"/>
                    <a:pt x="1035" y="472"/>
                  </a:cubicBezTo>
                  <a:cubicBezTo>
                    <a:pt x="1031" y="470"/>
                    <a:pt x="1025" y="465"/>
                    <a:pt x="1021" y="463"/>
                  </a:cubicBezTo>
                  <a:cubicBezTo>
                    <a:pt x="1019" y="463"/>
                    <a:pt x="1015" y="462"/>
                    <a:pt x="1013" y="462"/>
                  </a:cubicBezTo>
                  <a:cubicBezTo>
                    <a:pt x="1009" y="464"/>
                    <a:pt x="1007" y="472"/>
                    <a:pt x="1004" y="475"/>
                  </a:cubicBezTo>
                  <a:cubicBezTo>
                    <a:pt x="1003" y="477"/>
                    <a:pt x="999" y="482"/>
                    <a:pt x="998" y="485"/>
                  </a:cubicBezTo>
                  <a:cubicBezTo>
                    <a:pt x="997" y="488"/>
                    <a:pt x="997" y="496"/>
                    <a:pt x="997" y="499"/>
                  </a:cubicBezTo>
                  <a:cubicBezTo>
                    <a:pt x="997" y="505"/>
                    <a:pt x="997" y="515"/>
                    <a:pt x="996" y="521"/>
                  </a:cubicBezTo>
                  <a:cubicBezTo>
                    <a:pt x="996" y="524"/>
                    <a:pt x="993" y="531"/>
                    <a:pt x="992" y="534"/>
                  </a:cubicBezTo>
                  <a:cubicBezTo>
                    <a:pt x="992" y="537"/>
                    <a:pt x="993" y="542"/>
                    <a:pt x="993" y="545"/>
                  </a:cubicBezTo>
                  <a:cubicBezTo>
                    <a:pt x="993" y="548"/>
                    <a:pt x="994" y="554"/>
                    <a:pt x="994" y="557"/>
                  </a:cubicBezTo>
                  <a:cubicBezTo>
                    <a:pt x="994" y="560"/>
                    <a:pt x="993" y="565"/>
                    <a:pt x="993" y="568"/>
                  </a:cubicBezTo>
                  <a:cubicBezTo>
                    <a:pt x="993" y="571"/>
                    <a:pt x="996" y="578"/>
                    <a:pt x="995" y="581"/>
                  </a:cubicBezTo>
                  <a:cubicBezTo>
                    <a:pt x="994" y="584"/>
                    <a:pt x="989" y="586"/>
                    <a:pt x="987" y="588"/>
                  </a:cubicBezTo>
                  <a:cubicBezTo>
                    <a:pt x="986" y="590"/>
                    <a:pt x="984" y="592"/>
                    <a:pt x="984" y="593"/>
                  </a:cubicBezTo>
                  <a:cubicBezTo>
                    <a:pt x="983" y="596"/>
                    <a:pt x="985" y="603"/>
                    <a:pt x="984" y="606"/>
                  </a:cubicBezTo>
                  <a:cubicBezTo>
                    <a:pt x="983" y="609"/>
                    <a:pt x="977" y="614"/>
                    <a:pt x="976" y="617"/>
                  </a:cubicBezTo>
                  <a:cubicBezTo>
                    <a:pt x="976" y="620"/>
                    <a:pt x="976" y="626"/>
                    <a:pt x="977" y="629"/>
                  </a:cubicBezTo>
                  <a:cubicBezTo>
                    <a:pt x="979" y="634"/>
                    <a:pt x="985" y="641"/>
                    <a:pt x="989" y="645"/>
                  </a:cubicBezTo>
                  <a:cubicBezTo>
                    <a:pt x="991" y="646"/>
                    <a:pt x="995" y="648"/>
                    <a:pt x="996" y="650"/>
                  </a:cubicBezTo>
                  <a:cubicBezTo>
                    <a:pt x="998" y="652"/>
                    <a:pt x="1001" y="657"/>
                    <a:pt x="1003" y="660"/>
                  </a:cubicBezTo>
                  <a:cubicBezTo>
                    <a:pt x="1004" y="662"/>
                    <a:pt x="1006" y="667"/>
                    <a:pt x="1007" y="669"/>
                  </a:cubicBezTo>
                  <a:cubicBezTo>
                    <a:pt x="1009" y="671"/>
                    <a:pt x="1012" y="675"/>
                    <a:pt x="1014" y="676"/>
                  </a:cubicBezTo>
                  <a:cubicBezTo>
                    <a:pt x="1017" y="678"/>
                    <a:pt x="1023" y="677"/>
                    <a:pt x="1026" y="678"/>
                  </a:cubicBezTo>
                  <a:cubicBezTo>
                    <a:pt x="1028" y="680"/>
                    <a:pt x="1031" y="684"/>
                    <a:pt x="1033" y="687"/>
                  </a:cubicBezTo>
                  <a:cubicBezTo>
                    <a:pt x="1035" y="689"/>
                    <a:pt x="1040" y="697"/>
                    <a:pt x="1043" y="698"/>
                  </a:cubicBezTo>
                  <a:cubicBezTo>
                    <a:pt x="1045" y="699"/>
                    <a:pt x="1050" y="698"/>
                    <a:pt x="1053" y="698"/>
                  </a:cubicBezTo>
                  <a:cubicBezTo>
                    <a:pt x="1056" y="699"/>
                    <a:pt x="1062" y="703"/>
                    <a:pt x="1064" y="705"/>
                  </a:cubicBezTo>
                  <a:cubicBezTo>
                    <a:pt x="1066" y="707"/>
                    <a:pt x="1069" y="712"/>
                    <a:pt x="1071" y="714"/>
                  </a:cubicBezTo>
                  <a:cubicBezTo>
                    <a:pt x="1073" y="716"/>
                    <a:pt x="1077" y="720"/>
                    <a:pt x="1080" y="720"/>
                  </a:cubicBezTo>
                  <a:cubicBezTo>
                    <a:pt x="1084" y="721"/>
                    <a:pt x="1091" y="718"/>
                    <a:pt x="1095" y="719"/>
                  </a:cubicBezTo>
                  <a:cubicBezTo>
                    <a:pt x="1098" y="720"/>
                    <a:pt x="1102" y="724"/>
                    <a:pt x="1105" y="726"/>
                  </a:cubicBezTo>
                  <a:cubicBezTo>
                    <a:pt x="1106" y="727"/>
                    <a:pt x="1109" y="731"/>
                    <a:pt x="1111" y="731"/>
                  </a:cubicBezTo>
                  <a:cubicBezTo>
                    <a:pt x="1115" y="733"/>
                    <a:pt x="1123" y="731"/>
                    <a:pt x="1127" y="730"/>
                  </a:cubicBezTo>
                  <a:cubicBezTo>
                    <a:pt x="1129" y="729"/>
                    <a:pt x="1133" y="726"/>
                    <a:pt x="1136" y="726"/>
                  </a:cubicBezTo>
                  <a:cubicBezTo>
                    <a:pt x="1138" y="726"/>
                    <a:pt x="1143" y="729"/>
                    <a:pt x="1145" y="730"/>
                  </a:cubicBezTo>
                  <a:cubicBezTo>
                    <a:pt x="1146" y="732"/>
                    <a:pt x="1147" y="738"/>
                    <a:pt x="1148" y="740"/>
                  </a:cubicBezTo>
                  <a:cubicBezTo>
                    <a:pt x="1149" y="742"/>
                    <a:pt x="1152" y="747"/>
                    <a:pt x="1154" y="749"/>
                  </a:cubicBezTo>
                  <a:cubicBezTo>
                    <a:pt x="1156" y="750"/>
                    <a:pt x="1162" y="749"/>
                    <a:pt x="1164" y="750"/>
                  </a:cubicBezTo>
                  <a:cubicBezTo>
                    <a:pt x="1166" y="752"/>
                    <a:pt x="1169" y="757"/>
                    <a:pt x="1170" y="759"/>
                  </a:cubicBezTo>
                  <a:cubicBezTo>
                    <a:pt x="1171" y="764"/>
                    <a:pt x="1169" y="774"/>
                    <a:pt x="1166" y="778"/>
                  </a:cubicBezTo>
                  <a:cubicBezTo>
                    <a:pt x="1164" y="780"/>
                    <a:pt x="1159" y="783"/>
                    <a:pt x="1157" y="785"/>
                  </a:cubicBezTo>
                  <a:cubicBezTo>
                    <a:pt x="1155" y="786"/>
                    <a:pt x="1150" y="787"/>
                    <a:pt x="1148" y="788"/>
                  </a:cubicBezTo>
                  <a:cubicBezTo>
                    <a:pt x="1145" y="790"/>
                    <a:pt x="1140" y="795"/>
                    <a:pt x="1139" y="798"/>
                  </a:cubicBezTo>
                  <a:cubicBezTo>
                    <a:pt x="1138" y="800"/>
                    <a:pt x="1138" y="805"/>
                    <a:pt x="1138" y="808"/>
                  </a:cubicBezTo>
                  <a:cubicBezTo>
                    <a:pt x="1138" y="810"/>
                    <a:pt x="1139" y="814"/>
                    <a:pt x="1139" y="816"/>
                  </a:cubicBezTo>
                  <a:cubicBezTo>
                    <a:pt x="1139" y="820"/>
                    <a:pt x="1137" y="825"/>
                    <a:pt x="1137" y="828"/>
                  </a:cubicBezTo>
                  <a:cubicBezTo>
                    <a:pt x="1137" y="830"/>
                    <a:pt x="1139" y="833"/>
                    <a:pt x="1140" y="835"/>
                  </a:cubicBezTo>
                  <a:cubicBezTo>
                    <a:pt x="1141" y="838"/>
                    <a:pt x="1142" y="845"/>
                    <a:pt x="1142" y="848"/>
                  </a:cubicBezTo>
                  <a:cubicBezTo>
                    <a:pt x="1142" y="852"/>
                    <a:pt x="1139" y="860"/>
                    <a:pt x="1140" y="864"/>
                  </a:cubicBezTo>
                  <a:cubicBezTo>
                    <a:pt x="1140" y="866"/>
                    <a:pt x="1145" y="870"/>
                    <a:pt x="1146" y="872"/>
                  </a:cubicBezTo>
                  <a:cubicBezTo>
                    <a:pt x="1147" y="873"/>
                    <a:pt x="1148" y="875"/>
                    <a:pt x="1149" y="877"/>
                  </a:cubicBezTo>
                  <a:cubicBezTo>
                    <a:pt x="1144" y="876"/>
                    <a:pt x="1138" y="874"/>
                    <a:pt x="1134" y="874"/>
                  </a:cubicBezTo>
                  <a:cubicBezTo>
                    <a:pt x="1131" y="874"/>
                    <a:pt x="1124" y="875"/>
                    <a:pt x="1122" y="877"/>
                  </a:cubicBezTo>
                  <a:cubicBezTo>
                    <a:pt x="1119" y="879"/>
                    <a:pt x="1117" y="885"/>
                    <a:pt x="1115" y="888"/>
                  </a:cubicBezTo>
                  <a:cubicBezTo>
                    <a:pt x="1113" y="890"/>
                    <a:pt x="1107" y="895"/>
                    <a:pt x="1103" y="896"/>
                  </a:cubicBezTo>
                  <a:cubicBezTo>
                    <a:pt x="1099" y="898"/>
                    <a:pt x="1090" y="896"/>
                    <a:pt x="1086" y="896"/>
                  </a:cubicBezTo>
                  <a:cubicBezTo>
                    <a:pt x="1084" y="897"/>
                    <a:pt x="1080" y="898"/>
                    <a:pt x="1078" y="899"/>
                  </a:cubicBezTo>
                  <a:cubicBezTo>
                    <a:pt x="1076" y="901"/>
                    <a:pt x="1072" y="905"/>
                    <a:pt x="1070" y="906"/>
                  </a:cubicBezTo>
                  <a:cubicBezTo>
                    <a:pt x="1068" y="907"/>
                    <a:pt x="1065" y="910"/>
                    <a:pt x="1063" y="910"/>
                  </a:cubicBezTo>
                  <a:cubicBezTo>
                    <a:pt x="1058" y="911"/>
                    <a:pt x="1048" y="910"/>
                    <a:pt x="1043" y="910"/>
                  </a:cubicBezTo>
                  <a:cubicBezTo>
                    <a:pt x="1041" y="911"/>
                    <a:pt x="1036" y="911"/>
                    <a:pt x="1034" y="913"/>
                  </a:cubicBezTo>
                  <a:cubicBezTo>
                    <a:pt x="1032" y="914"/>
                    <a:pt x="1030" y="919"/>
                    <a:pt x="1029" y="921"/>
                  </a:cubicBezTo>
                  <a:cubicBezTo>
                    <a:pt x="1028" y="924"/>
                    <a:pt x="1030" y="931"/>
                    <a:pt x="1029" y="934"/>
                  </a:cubicBezTo>
                  <a:cubicBezTo>
                    <a:pt x="1028" y="937"/>
                    <a:pt x="1027" y="942"/>
                    <a:pt x="1025" y="944"/>
                  </a:cubicBezTo>
                  <a:cubicBezTo>
                    <a:pt x="1023" y="947"/>
                    <a:pt x="1019" y="952"/>
                    <a:pt x="1016" y="954"/>
                  </a:cubicBezTo>
                  <a:cubicBezTo>
                    <a:pt x="1013" y="955"/>
                    <a:pt x="1006" y="955"/>
                    <a:pt x="1003" y="955"/>
                  </a:cubicBezTo>
                  <a:cubicBezTo>
                    <a:pt x="1000" y="956"/>
                    <a:pt x="995" y="958"/>
                    <a:pt x="993" y="959"/>
                  </a:cubicBezTo>
                  <a:cubicBezTo>
                    <a:pt x="990" y="962"/>
                    <a:pt x="988" y="969"/>
                    <a:pt x="985" y="972"/>
                  </a:cubicBezTo>
                  <a:cubicBezTo>
                    <a:pt x="983" y="974"/>
                    <a:pt x="976" y="976"/>
                    <a:pt x="973" y="977"/>
                  </a:cubicBezTo>
                  <a:cubicBezTo>
                    <a:pt x="969" y="978"/>
                    <a:pt x="961" y="976"/>
                    <a:pt x="957" y="977"/>
                  </a:cubicBezTo>
                  <a:cubicBezTo>
                    <a:pt x="954" y="978"/>
                    <a:pt x="949" y="984"/>
                    <a:pt x="946" y="986"/>
                  </a:cubicBezTo>
                  <a:cubicBezTo>
                    <a:pt x="943" y="989"/>
                    <a:pt x="938" y="995"/>
                    <a:pt x="935" y="997"/>
                  </a:cubicBezTo>
                  <a:cubicBezTo>
                    <a:pt x="933" y="999"/>
                    <a:pt x="927" y="1003"/>
                    <a:pt x="924" y="1004"/>
                  </a:cubicBezTo>
                  <a:cubicBezTo>
                    <a:pt x="918" y="1005"/>
                    <a:pt x="906" y="1005"/>
                    <a:pt x="900" y="1004"/>
                  </a:cubicBezTo>
                  <a:cubicBezTo>
                    <a:pt x="897" y="1004"/>
                    <a:pt x="892" y="1001"/>
                    <a:pt x="889" y="1001"/>
                  </a:cubicBezTo>
                  <a:cubicBezTo>
                    <a:pt x="886" y="1000"/>
                    <a:pt x="878" y="1002"/>
                    <a:pt x="875" y="1001"/>
                  </a:cubicBezTo>
                  <a:cubicBezTo>
                    <a:pt x="872" y="1000"/>
                    <a:pt x="867" y="997"/>
                    <a:pt x="865" y="995"/>
                  </a:cubicBezTo>
                  <a:cubicBezTo>
                    <a:pt x="864" y="993"/>
                    <a:pt x="863" y="987"/>
                    <a:pt x="861" y="985"/>
                  </a:cubicBezTo>
                  <a:cubicBezTo>
                    <a:pt x="860" y="983"/>
                    <a:pt x="857" y="979"/>
                    <a:pt x="855" y="978"/>
                  </a:cubicBezTo>
                  <a:cubicBezTo>
                    <a:pt x="852" y="977"/>
                    <a:pt x="847" y="977"/>
                    <a:pt x="844" y="977"/>
                  </a:cubicBezTo>
                  <a:cubicBezTo>
                    <a:pt x="840" y="978"/>
                    <a:pt x="833" y="985"/>
                    <a:pt x="829" y="986"/>
                  </a:cubicBezTo>
                  <a:cubicBezTo>
                    <a:pt x="827" y="987"/>
                    <a:pt x="820" y="987"/>
                    <a:pt x="817" y="987"/>
                  </a:cubicBezTo>
                  <a:cubicBezTo>
                    <a:pt x="814" y="987"/>
                    <a:pt x="809" y="984"/>
                    <a:pt x="806" y="985"/>
                  </a:cubicBezTo>
                  <a:cubicBezTo>
                    <a:pt x="803" y="986"/>
                    <a:pt x="799" y="992"/>
                    <a:pt x="796" y="994"/>
                  </a:cubicBezTo>
                  <a:cubicBezTo>
                    <a:pt x="792" y="996"/>
                    <a:pt x="784" y="998"/>
                    <a:pt x="780" y="1000"/>
                  </a:cubicBezTo>
                  <a:cubicBezTo>
                    <a:pt x="777" y="1001"/>
                    <a:pt x="771" y="1006"/>
                    <a:pt x="767" y="1005"/>
                  </a:cubicBezTo>
                  <a:cubicBezTo>
                    <a:pt x="764" y="1005"/>
                    <a:pt x="758" y="999"/>
                    <a:pt x="756" y="996"/>
                  </a:cubicBezTo>
                  <a:cubicBezTo>
                    <a:pt x="754" y="993"/>
                    <a:pt x="753" y="985"/>
                    <a:pt x="753" y="982"/>
                  </a:cubicBezTo>
                  <a:cubicBezTo>
                    <a:pt x="753" y="978"/>
                    <a:pt x="754" y="972"/>
                    <a:pt x="754" y="969"/>
                  </a:cubicBezTo>
                  <a:cubicBezTo>
                    <a:pt x="754" y="966"/>
                    <a:pt x="753" y="959"/>
                    <a:pt x="752" y="956"/>
                  </a:cubicBezTo>
                  <a:cubicBezTo>
                    <a:pt x="751" y="954"/>
                    <a:pt x="748" y="950"/>
                    <a:pt x="746" y="948"/>
                  </a:cubicBezTo>
                  <a:cubicBezTo>
                    <a:pt x="742" y="946"/>
                    <a:pt x="734" y="944"/>
                    <a:pt x="730" y="944"/>
                  </a:cubicBezTo>
                  <a:cubicBezTo>
                    <a:pt x="728" y="943"/>
                    <a:pt x="723" y="943"/>
                    <a:pt x="721" y="943"/>
                  </a:cubicBezTo>
                  <a:cubicBezTo>
                    <a:pt x="717" y="942"/>
                    <a:pt x="711" y="940"/>
                    <a:pt x="708" y="938"/>
                  </a:cubicBezTo>
                  <a:cubicBezTo>
                    <a:pt x="705" y="937"/>
                    <a:pt x="701" y="934"/>
                    <a:pt x="698" y="933"/>
                  </a:cubicBezTo>
                  <a:cubicBezTo>
                    <a:pt x="693" y="932"/>
                    <a:pt x="682" y="932"/>
                    <a:pt x="677" y="930"/>
                  </a:cubicBezTo>
                  <a:cubicBezTo>
                    <a:pt x="674" y="929"/>
                    <a:pt x="667" y="927"/>
                    <a:pt x="664" y="925"/>
                  </a:cubicBezTo>
                  <a:cubicBezTo>
                    <a:pt x="662" y="923"/>
                    <a:pt x="661" y="917"/>
                    <a:pt x="659" y="915"/>
                  </a:cubicBezTo>
                  <a:cubicBezTo>
                    <a:pt x="657" y="914"/>
                    <a:pt x="651" y="913"/>
                    <a:pt x="649" y="913"/>
                  </a:cubicBezTo>
                  <a:cubicBezTo>
                    <a:pt x="647" y="912"/>
                    <a:pt x="642" y="912"/>
                    <a:pt x="640" y="913"/>
                  </a:cubicBezTo>
                  <a:cubicBezTo>
                    <a:pt x="638" y="913"/>
                    <a:pt x="635" y="917"/>
                    <a:pt x="633" y="919"/>
                  </a:cubicBezTo>
                  <a:cubicBezTo>
                    <a:pt x="631" y="921"/>
                    <a:pt x="628" y="925"/>
                    <a:pt x="626" y="926"/>
                  </a:cubicBezTo>
                  <a:cubicBezTo>
                    <a:pt x="622" y="928"/>
                    <a:pt x="615" y="926"/>
                    <a:pt x="612" y="926"/>
                  </a:cubicBezTo>
                  <a:cubicBezTo>
                    <a:pt x="609" y="927"/>
                    <a:pt x="602" y="929"/>
                    <a:pt x="599" y="931"/>
                  </a:cubicBezTo>
                  <a:cubicBezTo>
                    <a:pt x="595" y="934"/>
                    <a:pt x="590" y="941"/>
                    <a:pt x="586" y="944"/>
                  </a:cubicBezTo>
                  <a:cubicBezTo>
                    <a:pt x="583" y="946"/>
                    <a:pt x="576" y="949"/>
                    <a:pt x="573" y="951"/>
                  </a:cubicBezTo>
                  <a:cubicBezTo>
                    <a:pt x="571" y="952"/>
                    <a:pt x="564" y="954"/>
                    <a:pt x="562" y="956"/>
                  </a:cubicBezTo>
                  <a:cubicBezTo>
                    <a:pt x="560" y="959"/>
                    <a:pt x="557" y="964"/>
                    <a:pt x="556" y="967"/>
                  </a:cubicBezTo>
                  <a:cubicBezTo>
                    <a:pt x="555" y="971"/>
                    <a:pt x="556" y="980"/>
                    <a:pt x="556" y="984"/>
                  </a:cubicBezTo>
                  <a:cubicBezTo>
                    <a:pt x="556" y="987"/>
                    <a:pt x="554" y="994"/>
                    <a:pt x="554" y="997"/>
                  </a:cubicBezTo>
                  <a:cubicBezTo>
                    <a:pt x="553" y="1001"/>
                    <a:pt x="551" y="1009"/>
                    <a:pt x="552" y="1014"/>
                  </a:cubicBezTo>
                  <a:cubicBezTo>
                    <a:pt x="552" y="1019"/>
                    <a:pt x="555" y="1028"/>
                    <a:pt x="557" y="1033"/>
                  </a:cubicBezTo>
                  <a:cubicBezTo>
                    <a:pt x="558" y="1036"/>
                    <a:pt x="559" y="1041"/>
                    <a:pt x="561" y="1043"/>
                  </a:cubicBezTo>
                  <a:cubicBezTo>
                    <a:pt x="564" y="1046"/>
                    <a:pt x="573" y="1047"/>
                    <a:pt x="576" y="1049"/>
                  </a:cubicBezTo>
                  <a:cubicBezTo>
                    <a:pt x="578" y="1051"/>
                    <a:pt x="581" y="1056"/>
                    <a:pt x="582" y="1059"/>
                  </a:cubicBezTo>
                  <a:cubicBezTo>
                    <a:pt x="583" y="1063"/>
                    <a:pt x="581" y="1071"/>
                    <a:pt x="581" y="1075"/>
                  </a:cubicBezTo>
                  <a:cubicBezTo>
                    <a:pt x="581" y="1079"/>
                    <a:pt x="585" y="1085"/>
                    <a:pt x="585" y="1089"/>
                  </a:cubicBezTo>
                  <a:cubicBezTo>
                    <a:pt x="585" y="1094"/>
                    <a:pt x="580" y="1102"/>
                    <a:pt x="577" y="1106"/>
                  </a:cubicBezTo>
                  <a:cubicBezTo>
                    <a:pt x="575" y="1109"/>
                    <a:pt x="569" y="1112"/>
                    <a:pt x="568" y="1115"/>
                  </a:cubicBezTo>
                  <a:cubicBezTo>
                    <a:pt x="566" y="1118"/>
                    <a:pt x="568" y="1124"/>
                    <a:pt x="568" y="1127"/>
                  </a:cubicBezTo>
                  <a:cubicBezTo>
                    <a:pt x="567" y="1130"/>
                    <a:pt x="565" y="1136"/>
                    <a:pt x="563" y="1138"/>
                  </a:cubicBezTo>
                  <a:cubicBezTo>
                    <a:pt x="561" y="1140"/>
                    <a:pt x="555" y="1145"/>
                    <a:pt x="552" y="1145"/>
                  </a:cubicBezTo>
                  <a:cubicBezTo>
                    <a:pt x="548" y="1146"/>
                    <a:pt x="539" y="1142"/>
                    <a:pt x="535" y="1141"/>
                  </a:cubicBezTo>
                  <a:cubicBezTo>
                    <a:pt x="532" y="1140"/>
                    <a:pt x="526" y="1137"/>
                    <a:pt x="523" y="1136"/>
                  </a:cubicBezTo>
                  <a:cubicBezTo>
                    <a:pt x="519" y="1135"/>
                    <a:pt x="512" y="1132"/>
                    <a:pt x="508" y="1132"/>
                  </a:cubicBezTo>
                  <a:cubicBezTo>
                    <a:pt x="504" y="1132"/>
                    <a:pt x="497" y="1133"/>
                    <a:pt x="493" y="1133"/>
                  </a:cubicBezTo>
                  <a:cubicBezTo>
                    <a:pt x="491" y="1133"/>
                    <a:pt x="488" y="1133"/>
                    <a:pt x="485" y="1132"/>
                  </a:cubicBezTo>
                  <a:cubicBezTo>
                    <a:pt x="483" y="1132"/>
                    <a:pt x="481" y="1132"/>
                    <a:pt x="479" y="1131"/>
                  </a:cubicBezTo>
                  <a:cubicBezTo>
                    <a:pt x="474" y="1130"/>
                    <a:pt x="464" y="1125"/>
                    <a:pt x="459" y="1122"/>
                  </a:cubicBezTo>
                  <a:cubicBezTo>
                    <a:pt x="453" y="1118"/>
                    <a:pt x="442" y="1108"/>
                    <a:pt x="438" y="1102"/>
                  </a:cubicBezTo>
                  <a:cubicBezTo>
                    <a:pt x="434" y="1099"/>
                    <a:pt x="429" y="1091"/>
                    <a:pt x="427" y="1086"/>
                  </a:cubicBezTo>
                  <a:cubicBezTo>
                    <a:pt x="425" y="1081"/>
                    <a:pt x="422" y="1070"/>
                    <a:pt x="421" y="1065"/>
                  </a:cubicBezTo>
                  <a:cubicBezTo>
                    <a:pt x="421" y="1061"/>
                    <a:pt x="422" y="1054"/>
                    <a:pt x="423" y="1051"/>
                  </a:cubicBezTo>
                  <a:cubicBezTo>
                    <a:pt x="423" y="1048"/>
                    <a:pt x="426" y="1044"/>
                    <a:pt x="428" y="1043"/>
                  </a:cubicBezTo>
                  <a:cubicBezTo>
                    <a:pt x="429" y="1040"/>
                    <a:pt x="434" y="1036"/>
                    <a:pt x="435" y="1034"/>
                  </a:cubicBezTo>
                  <a:cubicBezTo>
                    <a:pt x="437" y="1030"/>
                    <a:pt x="440" y="1022"/>
                    <a:pt x="441" y="1018"/>
                  </a:cubicBezTo>
                  <a:cubicBezTo>
                    <a:pt x="442" y="1015"/>
                    <a:pt x="444" y="1009"/>
                    <a:pt x="444" y="1005"/>
                  </a:cubicBezTo>
                  <a:cubicBezTo>
                    <a:pt x="444" y="1004"/>
                    <a:pt x="442" y="1000"/>
                    <a:pt x="441" y="999"/>
                  </a:cubicBezTo>
                  <a:cubicBezTo>
                    <a:pt x="439" y="997"/>
                    <a:pt x="432" y="996"/>
                    <a:pt x="430" y="994"/>
                  </a:cubicBezTo>
                  <a:cubicBezTo>
                    <a:pt x="428" y="992"/>
                    <a:pt x="426" y="985"/>
                    <a:pt x="426" y="982"/>
                  </a:cubicBezTo>
                  <a:cubicBezTo>
                    <a:pt x="426" y="977"/>
                    <a:pt x="427" y="967"/>
                    <a:pt x="430" y="963"/>
                  </a:cubicBezTo>
                  <a:cubicBezTo>
                    <a:pt x="431" y="960"/>
                    <a:pt x="436" y="957"/>
                    <a:pt x="438" y="956"/>
                  </a:cubicBezTo>
                  <a:cubicBezTo>
                    <a:pt x="441" y="955"/>
                    <a:pt x="446" y="955"/>
                    <a:pt x="448" y="953"/>
                  </a:cubicBezTo>
                  <a:cubicBezTo>
                    <a:pt x="450" y="951"/>
                    <a:pt x="453" y="946"/>
                    <a:pt x="454" y="943"/>
                  </a:cubicBezTo>
                  <a:cubicBezTo>
                    <a:pt x="455" y="941"/>
                    <a:pt x="455" y="936"/>
                    <a:pt x="455" y="934"/>
                  </a:cubicBezTo>
                  <a:cubicBezTo>
                    <a:pt x="455" y="931"/>
                    <a:pt x="452" y="926"/>
                    <a:pt x="450" y="923"/>
                  </a:cubicBezTo>
                  <a:cubicBezTo>
                    <a:pt x="449" y="922"/>
                    <a:pt x="444" y="920"/>
                    <a:pt x="442" y="919"/>
                  </a:cubicBezTo>
                  <a:cubicBezTo>
                    <a:pt x="439" y="918"/>
                    <a:pt x="433" y="917"/>
                    <a:pt x="430" y="917"/>
                  </a:cubicBezTo>
                  <a:cubicBezTo>
                    <a:pt x="427" y="916"/>
                    <a:pt x="421" y="915"/>
                    <a:pt x="418" y="913"/>
                  </a:cubicBezTo>
                  <a:cubicBezTo>
                    <a:pt x="416" y="912"/>
                    <a:pt x="412" y="909"/>
                    <a:pt x="410" y="907"/>
                  </a:cubicBezTo>
                  <a:cubicBezTo>
                    <a:pt x="408" y="905"/>
                    <a:pt x="403" y="901"/>
                    <a:pt x="402" y="898"/>
                  </a:cubicBezTo>
                  <a:cubicBezTo>
                    <a:pt x="401" y="895"/>
                    <a:pt x="402" y="888"/>
                    <a:pt x="402" y="884"/>
                  </a:cubicBezTo>
                  <a:cubicBezTo>
                    <a:pt x="402" y="882"/>
                    <a:pt x="403" y="878"/>
                    <a:pt x="404" y="876"/>
                  </a:cubicBezTo>
                  <a:cubicBezTo>
                    <a:pt x="405" y="874"/>
                    <a:pt x="408" y="872"/>
                    <a:pt x="410" y="872"/>
                  </a:cubicBezTo>
                  <a:cubicBezTo>
                    <a:pt x="412" y="871"/>
                    <a:pt x="416" y="871"/>
                    <a:pt x="419" y="871"/>
                  </a:cubicBezTo>
                  <a:cubicBezTo>
                    <a:pt x="421" y="870"/>
                    <a:pt x="426" y="871"/>
                    <a:pt x="429" y="871"/>
                  </a:cubicBezTo>
                  <a:cubicBezTo>
                    <a:pt x="431" y="872"/>
                    <a:pt x="435" y="872"/>
                    <a:pt x="437" y="872"/>
                  </a:cubicBezTo>
                  <a:cubicBezTo>
                    <a:pt x="439" y="871"/>
                    <a:pt x="444" y="869"/>
                    <a:pt x="445" y="867"/>
                  </a:cubicBezTo>
                  <a:cubicBezTo>
                    <a:pt x="446" y="865"/>
                    <a:pt x="446" y="861"/>
                    <a:pt x="445" y="860"/>
                  </a:cubicBezTo>
                  <a:cubicBezTo>
                    <a:pt x="445" y="858"/>
                    <a:pt x="445" y="855"/>
                    <a:pt x="444" y="855"/>
                  </a:cubicBezTo>
                  <a:cubicBezTo>
                    <a:pt x="443" y="853"/>
                    <a:pt x="439" y="854"/>
                    <a:pt x="437" y="854"/>
                  </a:cubicBezTo>
                  <a:cubicBezTo>
                    <a:pt x="435" y="855"/>
                    <a:pt x="432" y="857"/>
                    <a:pt x="430" y="857"/>
                  </a:cubicBezTo>
                  <a:cubicBezTo>
                    <a:pt x="427" y="857"/>
                    <a:pt x="425" y="852"/>
                    <a:pt x="423" y="851"/>
                  </a:cubicBezTo>
                  <a:cubicBezTo>
                    <a:pt x="420" y="850"/>
                    <a:pt x="414" y="851"/>
                    <a:pt x="411" y="852"/>
                  </a:cubicBezTo>
                  <a:cubicBezTo>
                    <a:pt x="409" y="852"/>
                    <a:pt x="406" y="854"/>
                    <a:pt x="404" y="854"/>
                  </a:cubicBezTo>
                  <a:cubicBezTo>
                    <a:pt x="402" y="854"/>
                    <a:pt x="399" y="852"/>
                    <a:pt x="397" y="852"/>
                  </a:cubicBezTo>
                  <a:cubicBezTo>
                    <a:pt x="394" y="851"/>
                    <a:pt x="388" y="849"/>
                    <a:pt x="385" y="850"/>
                  </a:cubicBezTo>
                  <a:cubicBezTo>
                    <a:pt x="383" y="850"/>
                    <a:pt x="380" y="854"/>
                    <a:pt x="378" y="855"/>
                  </a:cubicBezTo>
                  <a:cubicBezTo>
                    <a:pt x="375" y="855"/>
                    <a:pt x="371" y="856"/>
                    <a:pt x="369" y="855"/>
                  </a:cubicBezTo>
                  <a:cubicBezTo>
                    <a:pt x="365" y="855"/>
                    <a:pt x="358" y="852"/>
                    <a:pt x="355" y="849"/>
                  </a:cubicBezTo>
                  <a:cubicBezTo>
                    <a:pt x="354" y="848"/>
                    <a:pt x="354" y="845"/>
                    <a:pt x="353" y="844"/>
                  </a:cubicBezTo>
                  <a:cubicBezTo>
                    <a:pt x="352" y="843"/>
                    <a:pt x="348" y="844"/>
                    <a:pt x="346" y="843"/>
                  </a:cubicBezTo>
                  <a:cubicBezTo>
                    <a:pt x="343" y="843"/>
                    <a:pt x="337" y="843"/>
                    <a:pt x="334" y="841"/>
                  </a:cubicBezTo>
                  <a:cubicBezTo>
                    <a:pt x="332" y="840"/>
                    <a:pt x="330" y="834"/>
                    <a:pt x="329" y="833"/>
                  </a:cubicBezTo>
                  <a:cubicBezTo>
                    <a:pt x="327" y="831"/>
                    <a:pt x="322" y="829"/>
                    <a:pt x="320" y="827"/>
                  </a:cubicBezTo>
                  <a:cubicBezTo>
                    <a:pt x="318" y="825"/>
                    <a:pt x="315" y="820"/>
                    <a:pt x="314" y="817"/>
                  </a:cubicBezTo>
                  <a:cubicBezTo>
                    <a:pt x="313" y="812"/>
                    <a:pt x="312" y="801"/>
                    <a:pt x="312" y="796"/>
                  </a:cubicBezTo>
                  <a:cubicBezTo>
                    <a:pt x="311" y="790"/>
                    <a:pt x="311" y="778"/>
                    <a:pt x="311" y="772"/>
                  </a:cubicBezTo>
                  <a:cubicBezTo>
                    <a:pt x="311" y="768"/>
                    <a:pt x="314" y="761"/>
                    <a:pt x="314" y="757"/>
                  </a:cubicBezTo>
                  <a:cubicBezTo>
                    <a:pt x="315" y="752"/>
                    <a:pt x="314" y="741"/>
                    <a:pt x="314" y="736"/>
                  </a:cubicBezTo>
                  <a:cubicBezTo>
                    <a:pt x="314" y="733"/>
                    <a:pt x="313" y="729"/>
                    <a:pt x="314" y="726"/>
                  </a:cubicBezTo>
                  <a:cubicBezTo>
                    <a:pt x="314" y="724"/>
                    <a:pt x="316" y="721"/>
                    <a:pt x="318" y="719"/>
                  </a:cubicBezTo>
                  <a:cubicBezTo>
                    <a:pt x="319" y="718"/>
                    <a:pt x="324" y="718"/>
                    <a:pt x="327" y="718"/>
                  </a:cubicBezTo>
                  <a:cubicBezTo>
                    <a:pt x="328" y="718"/>
                    <a:pt x="332" y="719"/>
                    <a:pt x="334" y="720"/>
                  </a:cubicBezTo>
                  <a:cubicBezTo>
                    <a:pt x="336" y="721"/>
                    <a:pt x="337" y="726"/>
                    <a:pt x="338" y="728"/>
                  </a:cubicBezTo>
                  <a:cubicBezTo>
                    <a:pt x="340" y="730"/>
                    <a:pt x="343" y="733"/>
                    <a:pt x="345" y="733"/>
                  </a:cubicBezTo>
                  <a:cubicBezTo>
                    <a:pt x="347" y="733"/>
                    <a:pt x="352" y="729"/>
                    <a:pt x="353" y="727"/>
                  </a:cubicBezTo>
                  <a:cubicBezTo>
                    <a:pt x="354" y="725"/>
                    <a:pt x="351" y="720"/>
                    <a:pt x="352" y="718"/>
                  </a:cubicBezTo>
                  <a:cubicBezTo>
                    <a:pt x="353" y="717"/>
                    <a:pt x="357" y="717"/>
                    <a:pt x="359" y="716"/>
                  </a:cubicBezTo>
                  <a:cubicBezTo>
                    <a:pt x="361" y="713"/>
                    <a:pt x="364" y="706"/>
                    <a:pt x="363" y="703"/>
                  </a:cubicBezTo>
                  <a:cubicBezTo>
                    <a:pt x="361" y="700"/>
                    <a:pt x="353" y="700"/>
                    <a:pt x="350" y="699"/>
                  </a:cubicBezTo>
                  <a:cubicBezTo>
                    <a:pt x="348" y="699"/>
                    <a:pt x="343" y="699"/>
                    <a:pt x="342" y="698"/>
                  </a:cubicBezTo>
                  <a:cubicBezTo>
                    <a:pt x="341" y="697"/>
                    <a:pt x="341" y="693"/>
                    <a:pt x="340" y="692"/>
                  </a:cubicBezTo>
                  <a:cubicBezTo>
                    <a:pt x="338" y="690"/>
                    <a:pt x="333" y="693"/>
                    <a:pt x="330" y="693"/>
                  </a:cubicBezTo>
                  <a:cubicBezTo>
                    <a:pt x="327" y="692"/>
                    <a:pt x="322" y="689"/>
                    <a:pt x="320" y="687"/>
                  </a:cubicBezTo>
                  <a:cubicBezTo>
                    <a:pt x="320" y="686"/>
                    <a:pt x="319" y="683"/>
                    <a:pt x="319" y="681"/>
                  </a:cubicBezTo>
                  <a:cubicBezTo>
                    <a:pt x="319" y="679"/>
                    <a:pt x="322" y="676"/>
                    <a:pt x="321" y="674"/>
                  </a:cubicBezTo>
                  <a:cubicBezTo>
                    <a:pt x="321" y="672"/>
                    <a:pt x="319" y="670"/>
                    <a:pt x="317" y="669"/>
                  </a:cubicBezTo>
                  <a:cubicBezTo>
                    <a:pt x="315" y="669"/>
                    <a:pt x="310" y="671"/>
                    <a:pt x="308" y="673"/>
                  </a:cubicBezTo>
                  <a:cubicBezTo>
                    <a:pt x="305" y="674"/>
                    <a:pt x="303" y="678"/>
                    <a:pt x="301" y="680"/>
                  </a:cubicBezTo>
                  <a:cubicBezTo>
                    <a:pt x="298" y="682"/>
                    <a:pt x="293" y="686"/>
                    <a:pt x="290" y="687"/>
                  </a:cubicBezTo>
                  <a:cubicBezTo>
                    <a:pt x="288" y="688"/>
                    <a:pt x="282" y="688"/>
                    <a:pt x="279" y="689"/>
                  </a:cubicBezTo>
                  <a:cubicBezTo>
                    <a:pt x="277" y="690"/>
                    <a:pt x="272" y="692"/>
                    <a:pt x="270" y="693"/>
                  </a:cubicBezTo>
                  <a:cubicBezTo>
                    <a:pt x="267" y="694"/>
                    <a:pt x="260" y="696"/>
                    <a:pt x="257" y="698"/>
                  </a:cubicBezTo>
                  <a:cubicBezTo>
                    <a:pt x="255" y="699"/>
                    <a:pt x="249" y="702"/>
                    <a:pt x="247" y="703"/>
                  </a:cubicBezTo>
                  <a:cubicBezTo>
                    <a:pt x="245" y="703"/>
                    <a:pt x="240" y="704"/>
                    <a:pt x="239" y="703"/>
                  </a:cubicBezTo>
                  <a:cubicBezTo>
                    <a:pt x="236" y="702"/>
                    <a:pt x="234" y="695"/>
                    <a:pt x="233" y="693"/>
                  </a:cubicBezTo>
                  <a:cubicBezTo>
                    <a:pt x="233" y="691"/>
                    <a:pt x="233" y="687"/>
                    <a:pt x="232" y="686"/>
                  </a:cubicBezTo>
                  <a:cubicBezTo>
                    <a:pt x="229" y="683"/>
                    <a:pt x="221" y="679"/>
                    <a:pt x="218" y="678"/>
                  </a:cubicBezTo>
                  <a:cubicBezTo>
                    <a:pt x="213" y="676"/>
                    <a:pt x="202" y="676"/>
                    <a:pt x="197" y="675"/>
                  </a:cubicBezTo>
                  <a:cubicBezTo>
                    <a:pt x="195" y="675"/>
                    <a:pt x="191" y="674"/>
                    <a:pt x="189" y="674"/>
                  </a:cubicBezTo>
                  <a:cubicBezTo>
                    <a:pt x="186" y="674"/>
                    <a:pt x="180" y="674"/>
                    <a:pt x="179" y="672"/>
                  </a:cubicBezTo>
                  <a:cubicBezTo>
                    <a:pt x="177" y="670"/>
                    <a:pt x="176" y="665"/>
                    <a:pt x="176" y="663"/>
                  </a:cubicBezTo>
                  <a:cubicBezTo>
                    <a:pt x="177" y="661"/>
                    <a:pt x="181" y="658"/>
                    <a:pt x="181" y="656"/>
                  </a:cubicBezTo>
                  <a:cubicBezTo>
                    <a:pt x="182" y="654"/>
                    <a:pt x="182" y="650"/>
                    <a:pt x="181" y="648"/>
                  </a:cubicBezTo>
                  <a:cubicBezTo>
                    <a:pt x="181" y="646"/>
                    <a:pt x="180" y="642"/>
                    <a:pt x="178" y="641"/>
                  </a:cubicBezTo>
                  <a:cubicBezTo>
                    <a:pt x="176" y="640"/>
                    <a:pt x="171" y="642"/>
                    <a:pt x="170" y="644"/>
                  </a:cubicBezTo>
                  <a:cubicBezTo>
                    <a:pt x="168" y="645"/>
                    <a:pt x="168" y="650"/>
                    <a:pt x="166" y="651"/>
                  </a:cubicBezTo>
                  <a:cubicBezTo>
                    <a:pt x="163" y="653"/>
                    <a:pt x="156" y="650"/>
                    <a:pt x="153" y="651"/>
                  </a:cubicBezTo>
                  <a:cubicBezTo>
                    <a:pt x="151" y="651"/>
                    <a:pt x="148" y="654"/>
                    <a:pt x="146" y="654"/>
                  </a:cubicBezTo>
                  <a:cubicBezTo>
                    <a:pt x="144" y="654"/>
                    <a:pt x="139" y="652"/>
                    <a:pt x="137" y="651"/>
                  </a:cubicBezTo>
                  <a:cubicBezTo>
                    <a:pt x="136" y="651"/>
                    <a:pt x="134" y="650"/>
                    <a:pt x="133" y="649"/>
                  </a:cubicBezTo>
                  <a:cubicBezTo>
                    <a:pt x="130" y="649"/>
                    <a:pt x="124" y="650"/>
                    <a:pt x="122" y="650"/>
                  </a:cubicBezTo>
                  <a:cubicBezTo>
                    <a:pt x="120" y="651"/>
                    <a:pt x="116" y="653"/>
                    <a:pt x="114" y="654"/>
                  </a:cubicBezTo>
                  <a:cubicBezTo>
                    <a:pt x="113" y="655"/>
                    <a:pt x="109" y="656"/>
                    <a:pt x="108" y="657"/>
                  </a:cubicBezTo>
                  <a:cubicBezTo>
                    <a:pt x="106" y="658"/>
                    <a:pt x="103" y="661"/>
                    <a:pt x="102" y="663"/>
                  </a:cubicBezTo>
                  <a:cubicBezTo>
                    <a:pt x="101" y="666"/>
                    <a:pt x="105" y="671"/>
                    <a:pt x="104" y="674"/>
                  </a:cubicBezTo>
                  <a:cubicBezTo>
                    <a:pt x="104" y="676"/>
                    <a:pt x="103" y="680"/>
                    <a:pt x="102" y="682"/>
                  </a:cubicBezTo>
                  <a:cubicBezTo>
                    <a:pt x="100" y="683"/>
                    <a:pt x="96" y="685"/>
                    <a:pt x="94" y="685"/>
                  </a:cubicBezTo>
                  <a:cubicBezTo>
                    <a:pt x="91" y="686"/>
                    <a:pt x="87" y="684"/>
                    <a:pt x="84" y="685"/>
                  </a:cubicBezTo>
                  <a:cubicBezTo>
                    <a:pt x="82" y="685"/>
                    <a:pt x="79" y="688"/>
                    <a:pt x="77" y="689"/>
                  </a:cubicBezTo>
                  <a:cubicBezTo>
                    <a:pt x="76" y="690"/>
                    <a:pt x="74" y="691"/>
                    <a:pt x="72" y="692"/>
                  </a:cubicBezTo>
                  <a:cubicBezTo>
                    <a:pt x="72" y="692"/>
                    <a:pt x="65" y="677"/>
                    <a:pt x="61" y="673"/>
                  </a:cubicBezTo>
                  <a:cubicBezTo>
                    <a:pt x="60" y="671"/>
                    <a:pt x="56" y="668"/>
                    <a:pt x="55" y="666"/>
                  </a:cubicBezTo>
                  <a:cubicBezTo>
                    <a:pt x="52" y="664"/>
                    <a:pt x="46" y="661"/>
                    <a:pt x="44" y="658"/>
                  </a:cubicBezTo>
                  <a:cubicBezTo>
                    <a:pt x="42" y="656"/>
                    <a:pt x="42" y="650"/>
                    <a:pt x="41" y="648"/>
                  </a:cubicBezTo>
                  <a:cubicBezTo>
                    <a:pt x="40" y="645"/>
                    <a:pt x="40" y="638"/>
                    <a:pt x="38" y="636"/>
                  </a:cubicBezTo>
                  <a:cubicBezTo>
                    <a:pt x="37" y="634"/>
                    <a:pt x="33" y="631"/>
                    <a:pt x="31" y="630"/>
                  </a:cubicBezTo>
                  <a:cubicBezTo>
                    <a:pt x="28" y="629"/>
                    <a:pt x="22" y="628"/>
                    <a:pt x="20" y="626"/>
                  </a:cubicBezTo>
                  <a:cubicBezTo>
                    <a:pt x="17" y="624"/>
                    <a:pt x="14" y="619"/>
                    <a:pt x="12" y="618"/>
                  </a:cubicBezTo>
                  <a:cubicBezTo>
                    <a:pt x="11" y="616"/>
                    <a:pt x="7" y="614"/>
                    <a:pt x="6" y="612"/>
                  </a:cubicBezTo>
                  <a:cubicBezTo>
                    <a:pt x="4" y="611"/>
                    <a:pt x="1" y="608"/>
                    <a:pt x="1" y="606"/>
                  </a:cubicBezTo>
                  <a:cubicBezTo>
                    <a:pt x="0" y="603"/>
                    <a:pt x="1" y="598"/>
                    <a:pt x="2" y="595"/>
                  </a:cubicBezTo>
                  <a:cubicBezTo>
                    <a:pt x="2" y="592"/>
                    <a:pt x="3" y="587"/>
                    <a:pt x="4" y="585"/>
                  </a:cubicBezTo>
                  <a:cubicBezTo>
                    <a:pt x="5" y="582"/>
                    <a:pt x="8" y="577"/>
                    <a:pt x="9" y="575"/>
                  </a:cubicBezTo>
                  <a:cubicBezTo>
                    <a:pt x="11" y="574"/>
                    <a:pt x="13" y="573"/>
                    <a:pt x="15" y="572"/>
                  </a:cubicBezTo>
                  <a:cubicBezTo>
                    <a:pt x="17" y="571"/>
                    <a:pt x="21" y="570"/>
                    <a:pt x="23" y="569"/>
                  </a:cubicBezTo>
                  <a:cubicBezTo>
                    <a:pt x="24" y="568"/>
                    <a:pt x="28" y="565"/>
                    <a:pt x="29" y="563"/>
                  </a:cubicBezTo>
                  <a:cubicBezTo>
                    <a:pt x="31" y="562"/>
                    <a:pt x="33" y="558"/>
                    <a:pt x="34" y="556"/>
                  </a:cubicBezTo>
                  <a:cubicBezTo>
                    <a:pt x="35" y="554"/>
                    <a:pt x="36" y="550"/>
                    <a:pt x="37" y="548"/>
                  </a:cubicBezTo>
                  <a:cubicBezTo>
                    <a:pt x="38" y="546"/>
                    <a:pt x="39" y="542"/>
                    <a:pt x="41" y="540"/>
                  </a:cubicBezTo>
                  <a:cubicBezTo>
                    <a:pt x="41" y="539"/>
                    <a:pt x="44" y="537"/>
                    <a:pt x="45" y="536"/>
                  </a:cubicBezTo>
                  <a:cubicBezTo>
                    <a:pt x="47" y="535"/>
                    <a:pt x="51" y="536"/>
                    <a:pt x="52" y="536"/>
                  </a:cubicBezTo>
                  <a:cubicBezTo>
                    <a:pt x="54" y="535"/>
                    <a:pt x="56" y="533"/>
                    <a:pt x="57" y="532"/>
                  </a:cubicBezTo>
                  <a:cubicBezTo>
                    <a:pt x="58" y="530"/>
                    <a:pt x="59" y="526"/>
                    <a:pt x="60" y="524"/>
                  </a:cubicBezTo>
                  <a:cubicBezTo>
                    <a:pt x="62" y="521"/>
                    <a:pt x="68" y="517"/>
                    <a:pt x="71" y="515"/>
                  </a:cubicBezTo>
                  <a:cubicBezTo>
                    <a:pt x="74" y="512"/>
                    <a:pt x="80" y="507"/>
                    <a:pt x="83" y="505"/>
                  </a:cubicBezTo>
                  <a:cubicBezTo>
                    <a:pt x="87" y="502"/>
                    <a:pt x="93" y="497"/>
                    <a:pt x="97" y="495"/>
                  </a:cubicBezTo>
                  <a:cubicBezTo>
                    <a:pt x="100" y="493"/>
                    <a:pt x="106" y="492"/>
                    <a:pt x="108" y="491"/>
                  </a:cubicBezTo>
                  <a:cubicBezTo>
                    <a:pt x="111" y="490"/>
                    <a:pt x="115" y="486"/>
                    <a:pt x="118" y="486"/>
                  </a:cubicBezTo>
                  <a:cubicBezTo>
                    <a:pt x="121" y="485"/>
                    <a:pt x="127" y="487"/>
                    <a:pt x="130" y="486"/>
                  </a:cubicBezTo>
                  <a:cubicBezTo>
                    <a:pt x="132" y="486"/>
                    <a:pt x="138" y="485"/>
                    <a:pt x="140" y="483"/>
                  </a:cubicBezTo>
                  <a:cubicBezTo>
                    <a:pt x="142" y="481"/>
                    <a:pt x="143" y="476"/>
                    <a:pt x="144" y="473"/>
                  </a:cubicBezTo>
                  <a:cubicBezTo>
                    <a:pt x="146" y="471"/>
                    <a:pt x="150" y="468"/>
                    <a:pt x="152" y="466"/>
                  </a:cubicBezTo>
                  <a:cubicBezTo>
                    <a:pt x="154" y="465"/>
                    <a:pt x="160" y="465"/>
                    <a:pt x="163" y="464"/>
                  </a:cubicBezTo>
                  <a:cubicBezTo>
                    <a:pt x="165" y="464"/>
                    <a:pt x="168" y="460"/>
                    <a:pt x="170" y="459"/>
                  </a:cubicBezTo>
                  <a:cubicBezTo>
                    <a:pt x="172" y="458"/>
                    <a:pt x="177" y="456"/>
                    <a:pt x="179" y="455"/>
                  </a:cubicBezTo>
                  <a:cubicBezTo>
                    <a:pt x="182" y="453"/>
                    <a:pt x="186" y="449"/>
                    <a:pt x="187" y="447"/>
                  </a:cubicBezTo>
                  <a:cubicBezTo>
                    <a:pt x="189" y="445"/>
                    <a:pt x="190" y="441"/>
                    <a:pt x="192" y="439"/>
                  </a:cubicBezTo>
                  <a:cubicBezTo>
                    <a:pt x="194" y="437"/>
                    <a:pt x="197" y="432"/>
                    <a:pt x="200" y="431"/>
                  </a:cubicBezTo>
                  <a:cubicBezTo>
                    <a:pt x="202" y="429"/>
                    <a:pt x="207" y="428"/>
                    <a:pt x="210" y="427"/>
                  </a:cubicBezTo>
                  <a:cubicBezTo>
                    <a:pt x="213" y="427"/>
                    <a:pt x="219" y="426"/>
                    <a:pt x="222" y="426"/>
                  </a:cubicBezTo>
                  <a:cubicBezTo>
                    <a:pt x="224" y="425"/>
                    <a:pt x="228" y="426"/>
                    <a:pt x="230" y="426"/>
                  </a:cubicBezTo>
                  <a:cubicBezTo>
                    <a:pt x="232" y="427"/>
                    <a:pt x="237" y="430"/>
                    <a:pt x="239" y="431"/>
                  </a:cubicBezTo>
                  <a:cubicBezTo>
                    <a:pt x="241" y="431"/>
                    <a:pt x="245" y="432"/>
                    <a:pt x="247" y="432"/>
                  </a:cubicBezTo>
                  <a:cubicBezTo>
                    <a:pt x="250" y="432"/>
                    <a:pt x="254" y="429"/>
                    <a:pt x="257" y="428"/>
                  </a:cubicBezTo>
                  <a:cubicBezTo>
                    <a:pt x="260" y="427"/>
                    <a:pt x="267" y="424"/>
                    <a:pt x="270" y="423"/>
                  </a:cubicBezTo>
                  <a:cubicBezTo>
                    <a:pt x="274" y="422"/>
                    <a:pt x="282" y="422"/>
                    <a:pt x="285" y="421"/>
                  </a:cubicBezTo>
                  <a:cubicBezTo>
                    <a:pt x="288" y="420"/>
                    <a:pt x="294" y="416"/>
                    <a:pt x="296" y="415"/>
                  </a:cubicBezTo>
                  <a:cubicBezTo>
                    <a:pt x="300" y="413"/>
                    <a:pt x="308" y="412"/>
                    <a:pt x="312" y="411"/>
                  </a:cubicBezTo>
                  <a:cubicBezTo>
                    <a:pt x="315" y="410"/>
                    <a:pt x="321" y="409"/>
                    <a:pt x="324" y="408"/>
                  </a:cubicBezTo>
                  <a:cubicBezTo>
                    <a:pt x="326" y="407"/>
                    <a:pt x="330" y="405"/>
                    <a:pt x="332" y="403"/>
                  </a:cubicBezTo>
                  <a:cubicBezTo>
                    <a:pt x="333" y="401"/>
                    <a:pt x="332" y="396"/>
                    <a:pt x="333" y="395"/>
                  </a:cubicBezTo>
                  <a:cubicBezTo>
                    <a:pt x="334" y="392"/>
                    <a:pt x="338" y="388"/>
                    <a:pt x="341" y="386"/>
                  </a:cubicBezTo>
                  <a:cubicBezTo>
                    <a:pt x="343" y="385"/>
                    <a:pt x="349" y="385"/>
                    <a:pt x="351" y="384"/>
                  </a:cubicBezTo>
                  <a:cubicBezTo>
                    <a:pt x="354" y="383"/>
                    <a:pt x="358" y="381"/>
                    <a:pt x="360" y="380"/>
                  </a:cubicBezTo>
                  <a:cubicBezTo>
                    <a:pt x="362" y="378"/>
                    <a:pt x="365" y="372"/>
                    <a:pt x="367" y="370"/>
                  </a:cubicBezTo>
                  <a:cubicBezTo>
                    <a:pt x="369" y="367"/>
                    <a:pt x="372" y="362"/>
                    <a:pt x="373" y="359"/>
                  </a:cubicBezTo>
                  <a:cubicBezTo>
                    <a:pt x="376" y="356"/>
                    <a:pt x="381" y="352"/>
                    <a:pt x="382" y="349"/>
                  </a:cubicBezTo>
                  <a:cubicBezTo>
                    <a:pt x="384" y="346"/>
                    <a:pt x="387" y="339"/>
                    <a:pt x="388" y="336"/>
                  </a:cubicBezTo>
                  <a:cubicBezTo>
                    <a:pt x="390" y="332"/>
                    <a:pt x="392" y="323"/>
                    <a:pt x="392" y="319"/>
                  </a:cubicBezTo>
                  <a:cubicBezTo>
                    <a:pt x="393" y="315"/>
                    <a:pt x="391" y="307"/>
                    <a:pt x="392" y="303"/>
                  </a:cubicBezTo>
                  <a:cubicBezTo>
                    <a:pt x="392" y="300"/>
                    <a:pt x="396" y="294"/>
                    <a:pt x="396" y="291"/>
                  </a:cubicBezTo>
                  <a:cubicBezTo>
                    <a:pt x="397" y="287"/>
                    <a:pt x="395" y="279"/>
                    <a:pt x="395" y="274"/>
                  </a:cubicBezTo>
                  <a:cubicBezTo>
                    <a:pt x="395" y="270"/>
                    <a:pt x="395" y="263"/>
                    <a:pt x="396" y="259"/>
                  </a:cubicBezTo>
                  <a:cubicBezTo>
                    <a:pt x="397" y="256"/>
                    <a:pt x="400" y="252"/>
                    <a:pt x="401" y="250"/>
                  </a:cubicBezTo>
                  <a:cubicBezTo>
                    <a:pt x="402" y="246"/>
                    <a:pt x="404" y="239"/>
                    <a:pt x="405" y="235"/>
                  </a:cubicBezTo>
                  <a:cubicBezTo>
                    <a:pt x="406" y="233"/>
                    <a:pt x="406" y="228"/>
                    <a:pt x="406" y="225"/>
                  </a:cubicBezTo>
                  <a:cubicBezTo>
                    <a:pt x="406" y="223"/>
                    <a:pt x="403" y="218"/>
                    <a:pt x="402" y="216"/>
                  </a:cubicBezTo>
                  <a:cubicBezTo>
                    <a:pt x="402" y="214"/>
                    <a:pt x="401" y="209"/>
                    <a:pt x="401" y="207"/>
                  </a:cubicBezTo>
                  <a:cubicBezTo>
                    <a:pt x="402" y="205"/>
                    <a:pt x="403" y="200"/>
                    <a:pt x="404" y="198"/>
                  </a:cubicBezTo>
                  <a:cubicBezTo>
                    <a:pt x="405" y="197"/>
                    <a:pt x="408" y="194"/>
                    <a:pt x="409" y="194"/>
                  </a:cubicBezTo>
                  <a:cubicBezTo>
                    <a:pt x="411" y="193"/>
                    <a:pt x="415" y="193"/>
                    <a:pt x="417" y="193"/>
                  </a:cubicBezTo>
                  <a:cubicBezTo>
                    <a:pt x="419" y="193"/>
                    <a:pt x="422" y="195"/>
                    <a:pt x="423" y="195"/>
                  </a:cubicBezTo>
                  <a:cubicBezTo>
                    <a:pt x="425" y="195"/>
                    <a:pt x="427" y="194"/>
                    <a:pt x="429" y="193"/>
                  </a:cubicBezTo>
                  <a:cubicBezTo>
                    <a:pt x="431" y="192"/>
                    <a:pt x="435" y="189"/>
                    <a:pt x="436" y="187"/>
                  </a:cubicBezTo>
                  <a:cubicBezTo>
                    <a:pt x="437" y="185"/>
                    <a:pt x="436" y="181"/>
                    <a:pt x="436" y="179"/>
                  </a:cubicBezTo>
                  <a:cubicBezTo>
                    <a:pt x="436" y="177"/>
                    <a:pt x="435" y="173"/>
                    <a:pt x="436" y="172"/>
                  </a:cubicBezTo>
                  <a:cubicBezTo>
                    <a:pt x="437" y="170"/>
                    <a:pt x="441" y="170"/>
                    <a:pt x="442" y="169"/>
                  </a:cubicBezTo>
                  <a:cubicBezTo>
                    <a:pt x="445" y="168"/>
                    <a:pt x="449" y="164"/>
                    <a:pt x="451" y="164"/>
                  </a:cubicBezTo>
                  <a:cubicBezTo>
                    <a:pt x="452" y="164"/>
                    <a:pt x="455" y="165"/>
                    <a:pt x="456" y="165"/>
                  </a:cubicBezTo>
                  <a:cubicBezTo>
                    <a:pt x="458" y="166"/>
                    <a:pt x="461" y="168"/>
                    <a:pt x="461" y="169"/>
                  </a:cubicBezTo>
                  <a:cubicBezTo>
                    <a:pt x="462" y="170"/>
                    <a:pt x="461" y="172"/>
                    <a:pt x="462" y="173"/>
                  </a:cubicBezTo>
                  <a:cubicBezTo>
                    <a:pt x="462" y="175"/>
                    <a:pt x="466" y="178"/>
                    <a:pt x="467" y="179"/>
                  </a:cubicBezTo>
                  <a:cubicBezTo>
                    <a:pt x="469" y="180"/>
                    <a:pt x="473" y="180"/>
                    <a:pt x="475" y="181"/>
                  </a:cubicBezTo>
                  <a:cubicBezTo>
                    <a:pt x="477" y="181"/>
                    <a:pt x="480" y="184"/>
                    <a:pt x="482" y="185"/>
                  </a:cubicBezTo>
                  <a:cubicBezTo>
                    <a:pt x="484" y="185"/>
                    <a:pt x="488" y="182"/>
                    <a:pt x="490" y="182"/>
                  </a:cubicBezTo>
                  <a:cubicBezTo>
                    <a:pt x="493" y="181"/>
                    <a:pt x="497" y="182"/>
                    <a:pt x="499" y="183"/>
                  </a:cubicBezTo>
                  <a:cubicBezTo>
                    <a:pt x="501" y="184"/>
                    <a:pt x="502" y="188"/>
                    <a:pt x="504" y="189"/>
                  </a:cubicBezTo>
                  <a:cubicBezTo>
                    <a:pt x="506" y="191"/>
                    <a:pt x="510" y="195"/>
                    <a:pt x="512" y="196"/>
                  </a:cubicBezTo>
                  <a:cubicBezTo>
                    <a:pt x="516" y="199"/>
                    <a:pt x="524" y="203"/>
                    <a:pt x="528" y="205"/>
                  </a:cubicBezTo>
                  <a:cubicBezTo>
                    <a:pt x="531" y="206"/>
                    <a:pt x="536" y="208"/>
                    <a:pt x="539" y="210"/>
                  </a:cubicBezTo>
                  <a:cubicBezTo>
                    <a:pt x="541" y="211"/>
                    <a:pt x="544" y="214"/>
                    <a:pt x="545" y="215"/>
                  </a:cubicBezTo>
                  <a:cubicBezTo>
                    <a:pt x="546" y="217"/>
                    <a:pt x="547" y="220"/>
                    <a:pt x="548" y="222"/>
                  </a:cubicBezTo>
                  <a:cubicBezTo>
                    <a:pt x="549" y="223"/>
                    <a:pt x="552" y="226"/>
                    <a:pt x="554" y="226"/>
                  </a:cubicBezTo>
                  <a:cubicBezTo>
                    <a:pt x="556" y="227"/>
                    <a:pt x="559" y="227"/>
                    <a:pt x="560" y="227"/>
                  </a:cubicBezTo>
                  <a:cubicBezTo>
                    <a:pt x="562" y="226"/>
                    <a:pt x="566" y="223"/>
                    <a:pt x="567" y="222"/>
                  </a:cubicBezTo>
                  <a:cubicBezTo>
                    <a:pt x="569" y="219"/>
                    <a:pt x="572" y="213"/>
                    <a:pt x="573" y="210"/>
                  </a:cubicBezTo>
                  <a:cubicBezTo>
                    <a:pt x="575" y="207"/>
                    <a:pt x="576" y="201"/>
                    <a:pt x="577" y="198"/>
                  </a:cubicBezTo>
                  <a:cubicBezTo>
                    <a:pt x="577" y="196"/>
                    <a:pt x="577" y="191"/>
                    <a:pt x="577" y="188"/>
                  </a:cubicBezTo>
                  <a:cubicBezTo>
                    <a:pt x="578" y="186"/>
                    <a:pt x="579" y="183"/>
                    <a:pt x="580" y="181"/>
                  </a:cubicBezTo>
                  <a:cubicBezTo>
                    <a:pt x="581" y="181"/>
                    <a:pt x="583" y="179"/>
                    <a:pt x="584" y="179"/>
                  </a:cubicBezTo>
                  <a:cubicBezTo>
                    <a:pt x="586" y="179"/>
                    <a:pt x="589" y="179"/>
                    <a:pt x="591" y="178"/>
                  </a:cubicBezTo>
                  <a:cubicBezTo>
                    <a:pt x="592" y="178"/>
                    <a:pt x="595" y="178"/>
                    <a:pt x="596" y="177"/>
                  </a:cubicBezTo>
                  <a:cubicBezTo>
                    <a:pt x="597" y="176"/>
                    <a:pt x="599" y="174"/>
                    <a:pt x="599" y="172"/>
                  </a:cubicBezTo>
                  <a:cubicBezTo>
                    <a:pt x="600" y="171"/>
                    <a:pt x="599" y="167"/>
                    <a:pt x="600" y="165"/>
                  </a:cubicBezTo>
                  <a:cubicBezTo>
                    <a:pt x="601" y="163"/>
                    <a:pt x="605" y="159"/>
                    <a:pt x="606" y="157"/>
                  </a:cubicBezTo>
                  <a:cubicBezTo>
                    <a:pt x="608" y="155"/>
                    <a:pt x="612" y="153"/>
                    <a:pt x="613" y="151"/>
                  </a:cubicBezTo>
                  <a:cubicBezTo>
                    <a:pt x="615" y="149"/>
                    <a:pt x="616" y="144"/>
                    <a:pt x="616" y="142"/>
                  </a:cubicBezTo>
                  <a:cubicBezTo>
                    <a:pt x="617" y="139"/>
                    <a:pt x="618" y="132"/>
                    <a:pt x="617" y="128"/>
                  </a:cubicBezTo>
                  <a:cubicBezTo>
                    <a:pt x="617" y="126"/>
                    <a:pt x="613" y="121"/>
                    <a:pt x="612" y="118"/>
                  </a:cubicBezTo>
                  <a:cubicBezTo>
                    <a:pt x="612" y="116"/>
                    <a:pt x="610" y="112"/>
                    <a:pt x="610" y="110"/>
                  </a:cubicBezTo>
                  <a:cubicBezTo>
                    <a:pt x="610" y="108"/>
                    <a:pt x="612" y="103"/>
                    <a:pt x="612" y="101"/>
                  </a:cubicBezTo>
                  <a:cubicBezTo>
                    <a:pt x="612" y="98"/>
                    <a:pt x="611" y="94"/>
                    <a:pt x="610" y="91"/>
                  </a:cubicBezTo>
                  <a:cubicBezTo>
                    <a:pt x="610" y="90"/>
                    <a:pt x="608" y="86"/>
                    <a:pt x="608" y="85"/>
                  </a:cubicBezTo>
                  <a:cubicBezTo>
                    <a:pt x="608" y="82"/>
                    <a:pt x="609" y="78"/>
                    <a:pt x="610" y="75"/>
                  </a:cubicBezTo>
                  <a:cubicBezTo>
                    <a:pt x="611" y="74"/>
                    <a:pt x="612" y="70"/>
                    <a:pt x="614" y="69"/>
                  </a:cubicBezTo>
                  <a:cubicBezTo>
                    <a:pt x="616" y="69"/>
                    <a:pt x="620" y="70"/>
                    <a:pt x="622" y="69"/>
                  </a:cubicBezTo>
                  <a:cubicBezTo>
                    <a:pt x="623" y="68"/>
                    <a:pt x="624" y="66"/>
                    <a:pt x="624" y="64"/>
                  </a:cubicBezTo>
                  <a:cubicBezTo>
                    <a:pt x="624" y="62"/>
                    <a:pt x="621" y="59"/>
                    <a:pt x="620" y="58"/>
                  </a:cubicBezTo>
                  <a:cubicBezTo>
                    <a:pt x="619" y="57"/>
                    <a:pt x="615" y="56"/>
                    <a:pt x="614" y="55"/>
                  </a:cubicBezTo>
                  <a:cubicBezTo>
                    <a:pt x="613" y="54"/>
                    <a:pt x="611" y="52"/>
                    <a:pt x="610" y="51"/>
                  </a:cubicBezTo>
                  <a:cubicBezTo>
                    <a:pt x="609" y="49"/>
                    <a:pt x="608" y="45"/>
                    <a:pt x="608" y="43"/>
                  </a:cubicBezTo>
                  <a:cubicBezTo>
                    <a:pt x="608" y="39"/>
                    <a:pt x="612" y="31"/>
                    <a:pt x="613" y="27"/>
                  </a:cubicBezTo>
                  <a:cubicBezTo>
                    <a:pt x="614" y="25"/>
                    <a:pt x="616" y="21"/>
                    <a:pt x="617" y="18"/>
                  </a:cubicBezTo>
                  <a:cubicBezTo>
                    <a:pt x="618" y="16"/>
                    <a:pt x="619" y="11"/>
                    <a:pt x="621" y="9"/>
                  </a:cubicBezTo>
                  <a:cubicBezTo>
                    <a:pt x="623" y="7"/>
                    <a:pt x="627" y="4"/>
                    <a:pt x="629" y="3"/>
                  </a:cubicBezTo>
                  <a:cubicBezTo>
                    <a:pt x="632" y="2"/>
                    <a:pt x="638" y="0"/>
                    <a:pt x="641" y="0"/>
                  </a:cubicBezTo>
                  <a:cubicBezTo>
                    <a:pt x="644" y="0"/>
                    <a:pt x="651" y="1"/>
                    <a:pt x="654" y="2"/>
                  </a:cubicBezTo>
                  <a:cubicBezTo>
                    <a:pt x="657" y="4"/>
                    <a:pt x="662" y="8"/>
                    <a:pt x="664" y="11"/>
                  </a:cubicBezTo>
                  <a:cubicBezTo>
                    <a:pt x="667" y="13"/>
                    <a:pt x="673" y="19"/>
                    <a:pt x="676" y="22"/>
                  </a:cubicBezTo>
                  <a:cubicBezTo>
                    <a:pt x="679" y="25"/>
                    <a:pt x="686" y="33"/>
                    <a:pt x="690" y="36"/>
                  </a:cubicBezTo>
                  <a:cubicBezTo>
                    <a:pt x="692" y="37"/>
                    <a:pt x="696" y="40"/>
                    <a:pt x="698" y="41"/>
                  </a:cubicBezTo>
                  <a:cubicBezTo>
                    <a:pt x="702" y="44"/>
                    <a:pt x="709" y="48"/>
                    <a:pt x="712" y="50"/>
                  </a:cubicBezTo>
                  <a:cubicBezTo>
                    <a:pt x="715" y="52"/>
                    <a:pt x="721" y="57"/>
                    <a:pt x="725" y="60"/>
                  </a:cubicBezTo>
                  <a:cubicBezTo>
                    <a:pt x="727" y="62"/>
                    <a:pt x="732" y="67"/>
                    <a:pt x="735" y="69"/>
                  </a:cubicBezTo>
                  <a:cubicBezTo>
                    <a:pt x="737" y="70"/>
                    <a:pt x="741" y="73"/>
                    <a:pt x="742" y="75"/>
                  </a:cubicBezTo>
                  <a:cubicBezTo>
                    <a:pt x="745" y="78"/>
                    <a:pt x="750" y="83"/>
                    <a:pt x="751" y="87"/>
                  </a:cubicBezTo>
                  <a:cubicBezTo>
                    <a:pt x="752" y="89"/>
                    <a:pt x="753" y="94"/>
                    <a:pt x="752" y="97"/>
                  </a:cubicBezTo>
                  <a:cubicBezTo>
                    <a:pt x="752" y="98"/>
                    <a:pt x="749" y="100"/>
                    <a:pt x="748" y="100"/>
                  </a:cubicBezTo>
                  <a:cubicBezTo>
                    <a:pt x="747" y="101"/>
                    <a:pt x="743" y="100"/>
                    <a:pt x="741" y="100"/>
                  </a:cubicBezTo>
                  <a:cubicBezTo>
                    <a:pt x="739" y="101"/>
                    <a:pt x="735" y="101"/>
                    <a:pt x="734" y="103"/>
                  </a:cubicBezTo>
                  <a:cubicBezTo>
                    <a:pt x="733" y="104"/>
                    <a:pt x="733" y="108"/>
                    <a:pt x="733" y="109"/>
                  </a:cubicBezTo>
                  <a:cubicBezTo>
                    <a:pt x="734" y="112"/>
                    <a:pt x="739" y="115"/>
                    <a:pt x="740" y="117"/>
                  </a:cubicBezTo>
                  <a:cubicBezTo>
                    <a:pt x="742" y="118"/>
                    <a:pt x="743" y="122"/>
                    <a:pt x="743" y="124"/>
                  </a:cubicBezTo>
                  <a:cubicBezTo>
                    <a:pt x="743" y="126"/>
                    <a:pt x="741" y="130"/>
                    <a:pt x="741" y="132"/>
                  </a:cubicBezTo>
                  <a:cubicBezTo>
                    <a:pt x="741" y="134"/>
                    <a:pt x="744" y="139"/>
                    <a:pt x="745" y="141"/>
                  </a:cubicBezTo>
                  <a:cubicBezTo>
                    <a:pt x="747" y="143"/>
                    <a:pt x="754" y="145"/>
                    <a:pt x="756" y="147"/>
                  </a:cubicBezTo>
                  <a:cubicBezTo>
                    <a:pt x="759" y="149"/>
                    <a:pt x="764" y="154"/>
                    <a:pt x="767" y="155"/>
                  </a:cubicBezTo>
                  <a:cubicBezTo>
                    <a:pt x="770" y="156"/>
                    <a:pt x="775" y="157"/>
                    <a:pt x="777" y="157"/>
                  </a:cubicBezTo>
                  <a:cubicBezTo>
                    <a:pt x="780" y="157"/>
                    <a:pt x="785" y="156"/>
                    <a:pt x="788" y="156"/>
                  </a:cubicBezTo>
                  <a:cubicBezTo>
                    <a:pt x="789" y="156"/>
                    <a:pt x="793" y="157"/>
                    <a:pt x="794" y="157"/>
                  </a:cubicBezTo>
                  <a:cubicBezTo>
                    <a:pt x="796" y="158"/>
                    <a:pt x="801" y="159"/>
                    <a:pt x="803" y="158"/>
                  </a:cubicBezTo>
                  <a:cubicBezTo>
                    <a:pt x="805" y="158"/>
                    <a:pt x="809" y="155"/>
                    <a:pt x="811" y="155"/>
                  </a:cubicBezTo>
                  <a:cubicBezTo>
                    <a:pt x="813" y="155"/>
                    <a:pt x="817" y="156"/>
                    <a:pt x="819" y="156"/>
                  </a:cubicBezTo>
                  <a:cubicBezTo>
                    <a:pt x="822" y="157"/>
                    <a:pt x="831" y="156"/>
                    <a:pt x="834" y="158"/>
                  </a:cubicBezTo>
                  <a:cubicBezTo>
                    <a:pt x="836" y="159"/>
                    <a:pt x="838" y="164"/>
                    <a:pt x="840" y="165"/>
                  </a:cubicBezTo>
                  <a:cubicBezTo>
                    <a:pt x="843" y="166"/>
                    <a:pt x="850" y="166"/>
                    <a:pt x="853" y="166"/>
                  </a:cubicBezTo>
                  <a:cubicBezTo>
                    <a:pt x="856" y="167"/>
                    <a:pt x="862" y="168"/>
                    <a:pt x="865" y="169"/>
                  </a:cubicBezTo>
                  <a:cubicBezTo>
                    <a:pt x="868" y="170"/>
                    <a:pt x="873" y="176"/>
                    <a:pt x="876" y="177"/>
                  </a:cubicBezTo>
                  <a:cubicBezTo>
                    <a:pt x="879" y="180"/>
                    <a:pt x="887" y="183"/>
                    <a:pt x="891" y="185"/>
                  </a:cubicBezTo>
                  <a:cubicBezTo>
                    <a:pt x="894" y="186"/>
                    <a:pt x="900" y="190"/>
                    <a:pt x="903" y="190"/>
                  </a:cubicBezTo>
                  <a:cubicBezTo>
                    <a:pt x="905" y="190"/>
                    <a:pt x="910" y="188"/>
                    <a:pt x="912" y="187"/>
                  </a:cubicBezTo>
                  <a:cubicBezTo>
                    <a:pt x="914" y="185"/>
                    <a:pt x="916" y="179"/>
                    <a:pt x="918" y="177"/>
                  </a:cubicBezTo>
                  <a:cubicBezTo>
                    <a:pt x="919" y="176"/>
                    <a:pt x="923" y="173"/>
                    <a:pt x="925" y="172"/>
                  </a:cubicBezTo>
                  <a:cubicBezTo>
                    <a:pt x="927" y="171"/>
                    <a:pt x="931" y="172"/>
                    <a:pt x="932" y="171"/>
                  </a:cubicBezTo>
                  <a:cubicBezTo>
                    <a:pt x="934" y="170"/>
                    <a:pt x="937" y="164"/>
                    <a:pt x="939" y="163"/>
                  </a:cubicBezTo>
                  <a:cubicBezTo>
                    <a:pt x="942" y="162"/>
                    <a:pt x="949" y="164"/>
                    <a:pt x="952" y="163"/>
                  </a:cubicBezTo>
                  <a:cubicBezTo>
                    <a:pt x="954" y="163"/>
                    <a:pt x="958" y="161"/>
                    <a:pt x="960" y="160"/>
                  </a:cubicBezTo>
                  <a:cubicBezTo>
                    <a:pt x="962" y="158"/>
                    <a:pt x="966" y="152"/>
                    <a:pt x="966" y="148"/>
                  </a:cubicBezTo>
                  <a:cubicBezTo>
                    <a:pt x="967" y="145"/>
                    <a:pt x="963" y="139"/>
                    <a:pt x="962" y="136"/>
                  </a:cubicBezTo>
                  <a:cubicBezTo>
                    <a:pt x="962" y="134"/>
                    <a:pt x="962" y="129"/>
                    <a:pt x="963" y="127"/>
                  </a:cubicBezTo>
                  <a:cubicBezTo>
                    <a:pt x="964" y="124"/>
                    <a:pt x="967" y="117"/>
                    <a:pt x="969" y="115"/>
                  </a:cubicBezTo>
                  <a:cubicBezTo>
                    <a:pt x="970" y="114"/>
                    <a:pt x="973" y="113"/>
                    <a:pt x="975" y="113"/>
                  </a:cubicBezTo>
                  <a:cubicBezTo>
                    <a:pt x="978" y="113"/>
                    <a:pt x="984" y="117"/>
                    <a:pt x="986" y="118"/>
                  </a:cubicBezTo>
                  <a:cubicBezTo>
                    <a:pt x="988" y="120"/>
                    <a:pt x="991" y="125"/>
                    <a:pt x="992" y="126"/>
                  </a:cubicBezTo>
                  <a:cubicBezTo>
                    <a:pt x="994" y="127"/>
                    <a:pt x="996" y="129"/>
                    <a:pt x="998" y="129"/>
                  </a:cubicBezTo>
                  <a:cubicBezTo>
                    <a:pt x="999" y="130"/>
                    <a:pt x="1003" y="130"/>
                    <a:pt x="1004" y="130"/>
                  </a:cubicBezTo>
                  <a:cubicBezTo>
                    <a:pt x="1007" y="130"/>
                    <a:pt x="1012" y="131"/>
                    <a:pt x="1014" y="133"/>
                  </a:cubicBezTo>
                  <a:cubicBezTo>
                    <a:pt x="1016" y="134"/>
                    <a:pt x="1017" y="139"/>
                    <a:pt x="1019" y="140"/>
                  </a:cubicBezTo>
                  <a:cubicBezTo>
                    <a:pt x="1020" y="142"/>
                    <a:pt x="1021" y="145"/>
                    <a:pt x="1023" y="146"/>
                  </a:cubicBezTo>
                  <a:cubicBezTo>
                    <a:pt x="1026" y="147"/>
                    <a:pt x="1033" y="144"/>
                    <a:pt x="1036" y="143"/>
                  </a:cubicBezTo>
                  <a:cubicBezTo>
                    <a:pt x="1039" y="142"/>
                    <a:pt x="1043" y="137"/>
                    <a:pt x="1046" y="136"/>
                  </a:cubicBezTo>
                  <a:cubicBezTo>
                    <a:pt x="1048" y="135"/>
                    <a:pt x="1054" y="133"/>
                    <a:pt x="1057" y="133"/>
                  </a:cubicBezTo>
                  <a:cubicBezTo>
                    <a:pt x="1060" y="133"/>
                    <a:pt x="1066" y="134"/>
                    <a:pt x="1069" y="135"/>
                  </a:cubicBezTo>
                  <a:cubicBezTo>
                    <a:pt x="1072" y="137"/>
                    <a:pt x="1077" y="142"/>
                    <a:pt x="1080" y="144"/>
                  </a:cubicBezTo>
                  <a:cubicBezTo>
                    <a:pt x="1082" y="146"/>
                    <a:pt x="1085" y="151"/>
                    <a:pt x="1087" y="153"/>
                  </a:cubicBezTo>
                  <a:cubicBezTo>
                    <a:pt x="1088" y="155"/>
                    <a:pt x="1090" y="158"/>
                    <a:pt x="1092" y="159"/>
                  </a:cubicBezTo>
                  <a:cubicBezTo>
                    <a:pt x="1094" y="160"/>
                    <a:pt x="1099" y="159"/>
                    <a:pt x="1102" y="160"/>
                  </a:cubicBezTo>
                  <a:cubicBezTo>
                    <a:pt x="1104" y="160"/>
                    <a:pt x="1109" y="160"/>
                    <a:pt x="1109" y="160"/>
                  </a:cubicBezTo>
                  <a:cubicBezTo>
                    <a:pt x="1112" y="163"/>
                    <a:pt x="1115" y="166"/>
                    <a:pt x="1117" y="168"/>
                  </a:cubicBezTo>
                  <a:cubicBezTo>
                    <a:pt x="1118" y="171"/>
                    <a:pt x="1122" y="177"/>
                    <a:pt x="1123" y="180"/>
                  </a:cubicBezTo>
                  <a:cubicBezTo>
                    <a:pt x="1125" y="183"/>
                    <a:pt x="1125" y="191"/>
                    <a:pt x="1127" y="194"/>
                  </a:cubicBezTo>
                  <a:cubicBezTo>
                    <a:pt x="1129" y="196"/>
                    <a:pt x="1134" y="199"/>
                    <a:pt x="1136" y="199"/>
                  </a:cubicBezTo>
                  <a:cubicBezTo>
                    <a:pt x="1139" y="199"/>
                    <a:pt x="1143" y="199"/>
                    <a:pt x="1145" y="197"/>
                  </a:cubicBezTo>
                  <a:cubicBezTo>
                    <a:pt x="1146" y="196"/>
                    <a:pt x="1144" y="191"/>
                    <a:pt x="1146" y="189"/>
                  </a:cubicBezTo>
                  <a:cubicBezTo>
                    <a:pt x="1147" y="188"/>
                    <a:pt x="1151" y="188"/>
                    <a:pt x="1153" y="189"/>
                  </a:cubicBezTo>
                  <a:cubicBezTo>
                    <a:pt x="1156" y="190"/>
                    <a:pt x="1162" y="195"/>
                    <a:pt x="1165" y="197"/>
                  </a:cubicBezTo>
                  <a:cubicBezTo>
                    <a:pt x="1168" y="197"/>
                    <a:pt x="1174" y="196"/>
                    <a:pt x="1177" y="197"/>
                  </a:cubicBezTo>
                  <a:cubicBezTo>
                    <a:pt x="1181" y="198"/>
                    <a:pt x="1186" y="203"/>
                    <a:pt x="1190" y="204"/>
                  </a:cubicBezTo>
                  <a:cubicBezTo>
                    <a:pt x="1193" y="205"/>
                    <a:pt x="1199" y="205"/>
                    <a:pt x="1201" y="206"/>
                  </a:cubicBezTo>
                  <a:cubicBezTo>
                    <a:pt x="1203" y="208"/>
                    <a:pt x="1205" y="213"/>
                    <a:pt x="1207" y="215"/>
                  </a:cubicBezTo>
                  <a:cubicBezTo>
                    <a:pt x="1210" y="216"/>
                    <a:pt x="1216" y="216"/>
                    <a:pt x="1219" y="217"/>
                  </a:cubicBezTo>
                  <a:cubicBezTo>
                    <a:pt x="1223" y="219"/>
                    <a:pt x="1229" y="222"/>
                    <a:pt x="1232" y="224"/>
                  </a:cubicBezTo>
                  <a:cubicBezTo>
                    <a:pt x="1235" y="226"/>
                    <a:pt x="1242" y="230"/>
                    <a:pt x="1242" y="234"/>
                  </a:cubicBezTo>
                  <a:cubicBezTo>
                    <a:pt x="1242" y="236"/>
                    <a:pt x="1238" y="240"/>
                    <a:pt x="1236" y="241"/>
                  </a:cubicBezTo>
                  <a:cubicBezTo>
                    <a:pt x="1234" y="242"/>
                    <a:pt x="1230" y="240"/>
                    <a:pt x="1228" y="241"/>
                  </a:cubicBezTo>
                  <a:cubicBezTo>
                    <a:pt x="1225" y="243"/>
                    <a:pt x="1221" y="249"/>
                    <a:pt x="1220" y="252"/>
                  </a:cubicBezTo>
                  <a:cubicBezTo>
                    <a:pt x="1220" y="255"/>
                    <a:pt x="1223" y="260"/>
                    <a:pt x="1224" y="263"/>
                  </a:cubicBezTo>
                  <a:cubicBezTo>
                    <a:pt x="1225" y="265"/>
                    <a:pt x="1228" y="270"/>
                    <a:pt x="1229" y="273"/>
                  </a:cubicBezTo>
                  <a:cubicBezTo>
                    <a:pt x="1231" y="278"/>
                    <a:pt x="1231" y="289"/>
                    <a:pt x="1234" y="293"/>
                  </a:cubicBezTo>
                  <a:cubicBezTo>
                    <a:pt x="1236" y="296"/>
                    <a:pt x="1242" y="299"/>
                    <a:pt x="1245" y="301"/>
                  </a:cubicBezTo>
                  <a:cubicBezTo>
                    <a:pt x="1248" y="302"/>
                    <a:pt x="1254" y="303"/>
                    <a:pt x="1256" y="306"/>
                  </a:cubicBezTo>
                  <a:cubicBezTo>
                    <a:pt x="1257" y="307"/>
                    <a:pt x="1258" y="309"/>
                    <a:pt x="1258" y="311"/>
                  </a:cubicBezTo>
                  <a:cubicBezTo>
                    <a:pt x="1259" y="313"/>
                    <a:pt x="1260" y="319"/>
                    <a:pt x="1258" y="321"/>
                  </a:cubicBezTo>
                  <a:cubicBezTo>
                    <a:pt x="1257" y="323"/>
                    <a:pt x="1250" y="321"/>
                    <a:pt x="1248" y="321"/>
                  </a:cubicBezTo>
                  <a:cubicBezTo>
                    <a:pt x="1247" y="322"/>
                    <a:pt x="1244" y="322"/>
                    <a:pt x="1244" y="323"/>
                  </a:cubicBezTo>
                  <a:cubicBezTo>
                    <a:pt x="1242" y="325"/>
                    <a:pt x="1243" y="331"/>
                    <a:pt x="1244" y="333"/>
                  </a:cubicBezTo>
                  <a:cubicBezTo>
                    <a:pt x="1245" y="335"/>
                    <a:pt x="1249" y="338"/>
                    <a:pt x="1251" y="338"/>
                  </a:cubicBezTo>
                  <a:cubicBezTo>
                    <a:pt x="1253" y="338"/>
                    <a:pt x="1256" y="334"/>
                    <a:pt x="1258" y="334"/>
                  </a:cubicBezTo>
                  <a:cubicBezTo>
                    <a:pt x="1260" y="334"/>
                    <a:pt x="1263" y="336"/>
                    <a:pt x="1264" y="338"/>
                  </a:cubicBezTo>
                  <a:cubicBezTo>
                    <a:pt x="1266" y="341"/>
                    <a:pt x="1264" y="347"/>
                    <a:pt x="1264" y="349"/>
                  </a:cubicBezTo>
                  <a:cubicBezTo>
                    <a:pt x="1264" y="353"/>
                    <a:pt x="1265" y="359"/>
                    <a:pt x="1265" y="363"/>
                  </a:cubicBezTo>
                  <a:cubicBezTo>
                    <a:pt x="1265" y="367"/>
                    <a:pt x="1261" y="375"/>
                    <a:pt x="1262" y="380"/>
                  </a:cubicBezTo>
                  <a:cubicBezTo>
                    <a:pt x="1263" y="382"/>
                    <a:pt x="1265" y="386"/>
                    <a:pt x="1267" y="388"/>
                  </a:cubicBezTo>
                  <a:cubicBezTo>
                    <a:pt x="1269" y="389"/>
                    <a:pt x="1274" y="391"/>
                    <a:pt x="1276" y="392"/>
                  </a:cubicBezTo>
                  <a:cubicBezTo>
                    <a:pt x="1278" y="394"/>
                    <a:pt x="1282" y="398"/>
                    <a:pt x="1283" y="401"/>
                  </a:cubicBezTo>
                  <a:cubicBezTo>
                    <a:pt x="1285" y="405"/>
                    <a:pt x="1288" y="414"/>
                    <a:pt x="1289" y="419"/>
                  </a:cubicBezTo>
                  <a:close/>
                </a:path>
              </a:pathLst>
            </a:custGeom>
            <a:solidFill>
              <a:schemeClr val="bg1">
                <a:lumMod val="85000"/>
              </a:schemeClr>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800" b="1">
                <a:solidFill>
                  <a:schemeClr val="tx1">
                    <a:lumMod val="75000"/>
                    <a:lumOff val="25000"/>
                  </a:schemeClr>
                </a:solidFill>
              </a:endParaRPr>
            </a:p>
          </p:txBody>
        </p:sp>
      </p:grpSp>
      <p:sp>
        <p:nvSpPr>
          <p:cNvPr id="54" name="Oval 53"/>
          <p:cNvSpPr/>
          <p:nvPr/>
        </p:nvSpPr>
        <p:spPr>
          <a:xfrm>
            <a:off x="6583495" y="4751151"/>
            <a:ext cx="147516" cy="147516"/>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grpSp>
        <p:nvGrpSpPr>
          <p:cNvPr id="55" name="Group 279"/>
          <p:cNvGrpSpPr/>
          <p:nvPr/>
        </p:nvGrpSpPr>
        <p:grpSpPr>
          <a:xfrm>
            <a:off x="6479172" y="4322043"/>
            <a:ext cx="356162" cy="356162"/>
            <a:chOff x="846989" y="1401020"/>
            <a:chExt cx="877416" cy="877416"/>
          </a:xfrm>
          <a:effectLst/>
        </p:grpSpPr>
        <p:sp>
          <p:nvSpPr>
            <p:cNvPr id="56" name="Teardrop 55"/>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7" name="Oval 5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lumMod val="75000"/>
                      <a:lumOff val="25000"/>
                    </a:schemeClr>
                  </a:solidFill>
                </a:rPr>
                <a:t>80%</a:t>
              </a:r>
            </a:p>
          </p:txBody>
        </p:sp>
      </p:grpSp>
      <p:grpSp>
        <p:nvGrpSpPr>
          <p:cNvPr id="58" name="Group 279"/>
          <p:cNvGrpSpPr/>
          <p:nvPr/>
        </p:nvGrpSpPr>
        <p:grpSpPr>
          <a:xfrm>
            <a:off x="7162346" y="3696633"/>
            <a:ext cx="356162" cy="356162"/>
            <a:chOff x="846989" y="1401020"/>
            <a:chExt cx="877416" cy="877416"/>
          </a:xfrm>
          <a:effectLst/>
        </p:grpSpPr>
        <p:sp>
          <p:nvSpPr>
            <p:cNvPr id="59" name="Teardrop 5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60" name="Oval 5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lumMod val="75000"/>
                      <a:lumOff val="25000"/>
                    </a:schemeClr>
                  </a:solidFill>
                </a:rPr>
                <a:t>70%</a:t>
              </a:r>
            </a:p>
          </p:txBody>
        </p:sp>
      </p:grpSp>
      <p:grpSp>
        <p:nvGrpSpPr>
          <p:cNvPr id="61" name="Group 279"/>
          <p:cNvGrpSpPr/>
          <p:nvPr/>
        </p:nvGrpSpPr>
        <p:grpSpPr>
          <a:xfrm>
            <a:off x="5663140" y="3750394"/>
            <a:ext cx="356162" cy="356162"/>
            <a:chOff x="846989" y="1401020"/>
            <a:chExt cx="877416" cy="877416"/>
          </a:xfrm>
          <a:effectLst/>
        </p:grpSpPr>
        <p:sp>
          <p:nvSpPr>
            <p:cNvPr id="62" name="Teardrop 61"/>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63" name="Oval 6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lumMod val="75000"/>
                      <a:lumOff val="25000"/>
                    </a:schemeClr>
                  </a:solidFill>
                </a:rPr>
                <a:t>60%</a:t>
              </a:r>
            </a:p>
          </p:txBody>
        </p:sp>
      </p:grpSp>
      <p:grpSp>
        <p:nvGrpSpPr>
          <p:cNvPr id="64" name="Group 279"/>
          <p:cNvGrpSpPr/>
          <p:nvPr/>
        </p:nvGrpSpPr>
        <p:grpSpPr>
          <a:xfrm>
            <a:off x="4785796" y="4573888"/>
            <a:ext cx="356162" cy="356162"/>
            <a:chOff x="846989" y="1401020"/>
            <a:chExt cx="877416" cy="877416"/>
          </a:xfrm>
          <a:effectLst/>
        </p:grpSpPr>
        <p:sp>
          <p:nvSpPr>
            <p:cNvPr id="65" name="Teardrop 64"/>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66" name="Oval 6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lumMod val="75000"/>
                      <a:lumOff val="25000"/>
                    </a:schemeClr>
                  </a:solidFill>
                </a:rPr>
                <a:t>50%</a:t>
              </a:r>
            </a:p>
          </p:txBody>
        </p:sp>
      </p:grpSp>
      <p:grpSp>
        <p:nvGrpSpPr>
          <p:cNvPr id="67" name="Group 279"/>
          <p:cNvGrpSpPr/>
          <p:nvPr/>
        </p:nvGrpSpPr>
        <p:grpSpPr>
          <a:xfrm>
            <a:off x="3513631" y="4467744"/>
            <a:ext cx="356162" cy="356162"/>
            <a:chOff x="846989" y="1401020"/>
            <a:chExt cx="877416" cy="877416"/>
          </a:xfrm>
          <a:effectLst/>
        </p:grpSpPr>
        <p:sp>
          <p:nvSpPr>
            <p:cNvPr id="68" name="Teardrop 67"/>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69" name="Oval 6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lumMod val="75000"/>
                      <a:lumOff val="25000"/>
                    </a:schemeClr>
                  </a:solidFill>
                </a:rPr>
                <a:t>90%</a:t>
              </a:r>
            </a:p>
          </p:txBody>
        </p:sp>
      </p:grpSp>
      <p:grpSp>
        <p:nvGrpSpPr>
          <p:cNvPr id="70" name="Group 279"/>
          <p:cNvGrpSpPr/>
          <p:nvPr/>
        </p:nvGrpSpPr>
        <p:grpSpPr>
          <a:xfrm>
            <a:off x="2156698" y="4589143"/>
            <a:ext cx="356162" cy="356162"/>
            <a:chOff x="846989" y="1401020"/>
            <a:chExt cx="877416" cy="877416"/>
          </a:xfrm>
          <a:effectLst/>
        </p:grpSpPr>
        <p:sp>
          <p:nvSpPr>
            <p:cNvPr id="71" name="Teardrop 70"/>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72" name="Oval 7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lumMod val="75000"/>
                      <a:lumOff val="25000"/>
                    </a:schemeClr>
                  </a:solidFill>
                </a:rPr>
                <a:t>50%</a:t>
              </a:r>
            </a:p>
          </p:txBody>
        </p:sp>
      </p:grpSp>
      <p:sp>
        <p:nvSpPr>
          <p:cNvPr id="73" name="Oval 72"/>
          <p:cNvSpPr/>
          <p:nvPr/>
        </p:nvSpPr>
        <p:spPr>
          <a:xfrm>
            <a:off x="7272613" y="4144557"/>
            <a:ext cx="147516" cy="147516"/>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74" name="Oval 73"/>
          <p:cNvSpPr/>
          <p:nvPr/>
        </p:nvSpPr>
        <p:spPr>
          <a:xfrm>
            <a:off x="5770276" y="4197110"/>
            <a:ext cx="147516" cy="147516"/>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75" name="Oval 74"/>
          <p:cNvSpPr/>
          <p:nvPr/>
        </p:nvSpPr>
        <p:spPr>
          <a:xfrm>
            <a:off x="4892933" y="5004465"/>
            <a:ext cx="147516" cy="147516"/>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76" name="Oval 75"/>
          <p:cNvSpPr/>
          <p:nvPr/>
        </p:nvSpPr>
        <p:spPr>
          <a:xfrm>
            <a:off x="3616398" y="4907426"/>
            <a:ext cx="147516" cy="147516"/>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77" name="Oval 76"/>
          <p:cNvSpPr/>
          <p:nvPr/>
        </p:nvSpPr>
        <p:spPr>
          <a:xfrm>
            <a:off x="2255076" y="5023443"/>
            <a:ext cx="147516" cy="147516"/>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78" name="TextBox 77"/>
          <p:cNvSpPr txBox="1"/>
          <p:nvPr/>
        </p:nvSpPr>
        <p:spPr>
          <a:xfrm>
            <a:off x="567038" y="1981200"/>
            <a:ext cx="3889748" cy="615553"/>
          </a:xfrm>
          <a:prstGeom prst="rect">
            <a:avLst/>
          </a:prstGeom>
          <a:noFill/>
        </p:spPr>
        <p:txBody>
          <a:bodyPr wrap="square" rtlCol="0">
            <a:spAutoFit/>
          </a:bodyPr>
          <a:lstStyle/>
          <a:p>
            <a:r>
              <a:rPr lang="en-US" sz="1400" b="1" dirty="0">
                <a:solidFill>
                  <a:schemeClr val="bg1">
                    <a:lumMod val="65000"/>
                  </a:schemeClr>
                </a:solidFill>
              </a:rPr>
              <a:t>Description</a:t>
            </a:r>
            <a:endParaRPr lang="en-US" sz="14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by injected humour.</a:t>
            </a:r>
          </a:p>
        </p:txBody>
      </p:sp>
      <p:graphicFrame>
        <p:nvGraphicFramePr>
          <p:cNvPr id="79" name="Chart 78"/>
          <p:cNvGraphicFramePr/>
          <p:nvPr/>
        </p:nvGraphicFramePr>
        <p:xfrm>
          <a:off x="510369" y="2672802"/>
          <a:ext cx="3739662" cy="1552097"/>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wipe(left)">
                                      <p:cBhvr>
                                        <p:cTn id="7" dur="500"/>
                                        <p:tgtEl>
                                          <p:spTgt spid="78"/>
                                        </p:tgtEl>
                                      </p:cBhvr>
                                    </p:animEffect>
                                  </p:childTnLst>
                                </p:cTn>
                              </p:par>
                            </p:childTnLst>
                          </p:cTn>
                        </p:par>
                        <p:par>
                          <p:cTn id="8" fill="hold">
                            <p:stCondLst>
                              <p:cond delay="500"/>
                            </p:stCondLst>
                            <p:childTnLst>
                              <p:par>
                                <p:cTn id="9" presetID="53" presetClass="entr" presetSubtype="0" fill="hold" nodeType="after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p:cTn id="11" dur="500" fill="hold"/>
                                        <p:tgtEl>
                                          <p:spTgt spid="43"/>
                                        </p:tgtEl>
                                        <p:attrNameLst>
                                          <p:attrName>ppt_w</p:attrName>
                                        </p:attrNameLst>
                                      </p:cBhvr>
                                      <p:tavLst>
                                        <p:tav tm="0">
                                          <p:val>
                                            <p:fltVal val="0"/>
                                          </p:val>
                                        </p:tav>
                                        <p:tav tm="100000">
                                          <p:val>
                                            <p:strVal val="#ppt_w"/>
                                          </p:val>
                                        </p:tav>
                                      </p:tavLst>
                                    </p:anim>
                                    <p:anim calcmode="lin" valueType="num">
                                      <p:cBhvr>
                                        <p:cTn id="12" dur="500" fill="hold"/>
                                        <p:tgtEl>
                                          <p:spTgt spid="43"/>
                                        </p:tgtEl>
                                        <p:attrNameLst>
                                          <p:attrName>ppt_h</p:attrName>
                                        </p:attrNameLst>
                                      </p:cBhvr>
                                      <p:tavLst>
                                        <p:tav tm="0">
                                          <p:val>
                                            <p:fltVal val="0"/>
                                          </p:val>
                                        </p:tav>
                                        <p:tav tm="100000">
                                          <p:val>
                                            <p:strVal val="#ppt_h"/>
                                          </p:val>
                                        </p:tav>
                                      </p:tavLst>
                                    </p:anim>
                                    <p:animEffect transition="in" filter="fade">
                                      <p:cBhvr>
                                        <p:cTn id="13" dur="500"/>
                                        <p:tgtEl>
                                          <p:spTgt spid="43"/>
                                        </p:tgtEl>
                                      </p:cBhvr>
                                    </p:animEffect>
                                  </p:childTnLst>
                                </p:cTn>
                              </p:par>
                            </p:childTnLst>
                          </p:cTn>
                        </p:par>
                        <p:par>
                          <p:cTn id="14" fill="hold">
                            <p:stCondLst>
                              <p:cond delay="1000"/>
                            </p:stCondLst>
                            <p:childTnLst>
                              <p:par>
                                <p:cTn id="15" presetID="53" presetClass="entr" presetSubtype="0" fill="hold" grpId="0" nodeType="afterEffect">
                                  <p:stCondLst>
                                    <p:cond delay="0"/>
                                  </p:stCondLst>
                                  <p:childTnLst>
                                    <p:set>
                                      <p:cBhvr>
                                        <p:cTn id="16" dur="1" fill="hold">
                                          <p:stCondLst>
                                            <p:cond delay="0"/>
                                          </p:stCondLst>
                                        </p:cTn>
                                        <p:tgtEl>
                                          <p:spTgt spid="54"/>
                                        </p:tgtEl>
                                        <p:attrNameLst>
                                          <p:attrName>style.visibility</p:attrName>
                                        </p:attrNameLst>
                                      </p:cBhvr>
                                      <p:to>
                                        <p:strVal val="visible"/>
                                      </p:to>
                                    </p:set>
                                    <p:anim calcmode="lin" valueType="num">
                                      <p:cBhvr>
                                        <p:cTn id="17" dur="500" fill="hold"/>
                                        <p:tgtEl>
                                          <p:spTgt spid="54"/>
                                        </p:tgtEl>
                                        <p:attrNameLst>
                                          <p:attrName>ppt_w</p:attrName>
                                        </p:attrNameLst>
                                      </p:cBhvr>
                                      <p:tavLst>
                                        <p:tav tm="0">
                                          <p:val>
                                            <p:fltVal val="0"/>
                                          </p:val>
                                        </p:tav>
                                        <p:tav tm="100000">
                                          <p:val>
                                            <p:strVal val="#ppt_w"/>
                                          </p:val>
                                        </p:tav>
                                      </p:tavLst>
                                    </p:anim>
                                    <p:anim calcmode="lin" valueType="num">
                                      <p:cBhvr>
                                        <p:cTn id="18" dur="500" fill="hold"/>
                                        <p:tgtEl>
                                          <p:spTgt spid="54"/>
                                        </p:tgtEl>
                                        <p:attrNameLst>
                                          <p:attrName>ppt_h</p:attrName>
                                        </p:attrNameLst>
                                      </p:cBhvr>
                                      <p:tavLst>
                                        <p:tav tm="0">
                                          <p:val>
                                            <p:fltVal val="0"/>
                                          </p:val>
                                        </p:tav>
                                        <p:tav tm="100000">
                                          <p:val>
                                            <p:strVal val="#ppt_h"/>
                                          </p:val>
                                        </p:tav>
                                      </p:tavLst>
                                    </p:anim>
                                    <p:animEffect transition="in" filter="fade">
                                      <p:cBhvr>
                                        <p:cTn id="19" dur="500"/>
                                        <p:tgtEl>
                                          <p:spTgt spid="54"/>
                                        </p:tgtEl>
                                      </p:cBhvr>
                                    </p:animEffect>
                                  </p:childTnLst>
                                </p:cTn>
                              </p:par>
                              <p:par>
                                <p:cTn id="20" presetID="2" presetClass="entr" presetSubtype="1" accel="50000" decel="50000" fill="hold" nodeType="withEffect">
                                  <p:stCondLst>
                                    <p:cond delay="0"/>
                                  </p:stCondLst>
                                  <p:childTnLst>
                                    <p:set>
                                      <p:cBhvr>
                                        <p:cTn id="21" dur="1" fill="hold">
                                          <p:stCondLst>
                                            <p:cond delay="0"/>
                                          </p:stCondLst>
                                        </p:cTn>
                                        <p:tgtEl>
                                          <p:spTgt spid="55"/>
                                        </p:tgtEl>
                                        <p:attrNameLst>
                                          <p:attrName>style.visibility</p:attrName>
                                        </p:attrNameLst>
                                      </p:cBhvr>
                                      <p:to>
                                        <p:strVal val="visible"/>
                                      </p:to>
                                    </p:set>
                                    <p:anim calcmode="lin" valueType="num">
                                      <p:cBhvr additive="base">
                                        <p:cTn id="22" dur="500" fill="hold"/>
                                        <p:tgtEl>
                                          <p:spTgt spid="55"/>
                                        </p:tgtEl>
                                        <p:attrNameLst>
                                          <p:attrName>ppt_x</p:attrName>
                                        </p:attrNameLst>
                                      </p:cBhvr>
                                      <p:tavLst>
                                        <p:tav tm="0">
                                          <p:val>
                                            <p:strVal val="#ppt_x"/>
                                          </p:val>
                                        </p:tav>
                                        <p:tav tm="100000">
                                          <p:val>
                                            <p:strVal val="#ppt_x"/>
                                          </p:val>
                                        </p:tav>
                                      </p:tavLst>
                                    </p:anim>
                                    <p:anim calcmode="lin" valueType="num">
                                      <p:cBhvr additive="base">
                                        <p:cTn id="23" dur="500" fill="hold"/>
                                        <p:tgtEl>
                                          <p:spTgt spid="55"/>
                                        </p:tgtEl>
                                        <p:attrNameLst>
                                          <p:attrName>ppt_y</p:attrName>
                                        </p:attrNameLst>
                                      </p:cBhvr>
                                      <p:tavLst>
                                        <p:tav tm="0">
                                          <p:val>
                                            <p:strVal val="0-#ppt_h/2"/>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73"/>
                                        </p:tgtEl>
                                        <p:attrNameLst>
                                          <p:attrName>style.visibility</p:attrName>
                                        </p:attrNameLst>
                                      </p:cBhvr>
                                      <p:to>
                                        <p:strVal val="visible"/>
                                      </p:to>
                                    </p:set>
                                    <p:anim calcmode="lin" valueType="num">
                                      <p:cBhvr>
                                        <p:cTn id="27" dur="500" fill="hold"/>
                                        <p:tgtEl>
                                          <p:spTgt spid="73"/>
                                        </p:tgtEl>
                                        <p:attrNameLst>
                                          <p:attrName>ppt_w</p:attrName>
                                        </p:attrNameLst>
                                      </p:cBhvr>
                                      <p:tavLst>
                                        <p:tav tm="0">
                                          <p:val>
                                            <p:fltVal val="0"/>
                                          </p:val>
                                        </p:tav>
                                        <p:tav tm="100000">
                                          <p:val>
                                            <p:strVal val="#ppt_w"/>
                                          </p:val>
                                        </p:tav>
                                      </p:tavLst>
                                    </p:anim>
                                    <p:anim calcmode="lin" valueType="num">
                                      <p:cBhvr>
                                        <p:cTn id="28" dur="500" fill="hold"/>
                                        <p:tgtEl>
                                          <p:spTgt spid="73"/>
                                        </p:tgtEl>
                                        <p:attrNameLst>
                                          <p:attrName>ppt_h</p:attrName>
                                        </p:attrNameLst>
                                      </p:cBhvr>
                                      <p:tavLst>
                                        <p:tav tm="0">
                                          <p:val>
                                            <p:fltVal val="0"/>
                                          </p:val>
                                        </p:tav>
                                        <p:tav tm="100000">
                                          <p:val>
                                            <p:strVal val="#ppt_h"/>
                                          </p:val>
                                        </p:tav>
                                      </p:tavLst>
                                    </p:anim>
                                    <p:animEffect transition="in" filter="fade">
                                      <p:cBhvr>
                                        <p:cTn id="29" dur="500"/>
                                        <p:tgtEl>
                                          <p:spTgt spid="73"/>
                                        </p:tgtEl>
                                      </p:cBhvr>
                                    </p:animEffect>
                                  </p:childTnLst>
                                </p:cTn>
                              </p:par>
                              <p:par>
                                <p:cTn id="30" presetID="2" presetClass="entr" presetSubtype="1" accel="50000" decel="50000" fill="hold" nodeType="withEffect">
                                  <p:stCondLst>
                                    <p:cond delay="0"/>
                                  </p:stCondLst>
                                  <p:childTnLst>
                                    <p:set>
                                      <p:cBhvr>
                                        <p:cTn id="31" dur="1" fill="hold">
                                          <p:stCondLst>
                                            <p:cond delay="0"/>
                                          </p:stCondLst>
                                        </p:cTn>
                                        <p:tgtEl>
                                          <p:spTgt spid="58"/>
                                        </p:tgtEl>
                                        <p:attrNameLst>
                                          <p:attrName>style.visibility</p:attrName>
                                        </p:attrNameLst>
                                      </p:cBhvr>
                                      <p:to>
                                        <p:strVal val="visible"/>
                                      </p:to>
                                    </p:set>
                                    <p:anim calcmode="lin" valueType="num">
                                      <p:cBhvr additive="base">
                                        <p:cTn id="32" dur="500" fill="hold"/>
                                        <p:tgtEl>
                                          <p:spTgt spid="58"/>
                                        </p:tgtEl>
                                        <p:attrNameLst>
                                          <p:attrName>ppt_x</p:attrName>
                                        </p:attrNameLst>
                                      </p:cBhvr>
                                      <p:tavLst>
                                        <p:tav tm="0">
                                          <p:val>
                                            <p:strVal val="#ppt_x"/>
                                          </p:val>
                                        </p:tav>
                                        <p:tav tm="100000">
                                          <p:val>
                                            <p:strVal val="#ppt_x"/>
                                          </p:val>
                                        </p:tav>
                                      </p:tavLst>
                                    </p:anim>
                                    <p:anim calcmode="lin" valueType="num">
                                      <p:cBhvr additive="base">
                                        <p:cTn id="33" dur="500" fill="hold"/>
                                        <p:tgtEl>
                                          <p:spTgt spid="58"/>
                                        </p:tgtEl>
                                        <p:attrNameLst>
                                          <p:attrName>ppt_y</p:attrName>
                                        </p:attrNameLst>
                                      </p:cBhvr>
                                      <p:tavLst>
                                        <p:tav tm="0">
                                          <p:val>
                                            <p:strVal val="0-#ppt_h/2"/>
                                          </p:val>
                                        </p:tav>
                                        <p:tav tm="100000">
                                          <p:val>
                                            <p:strVal val="#ppt_y"/>
                                          </p:val>
                                        </p:tav>
                                      </p:tavLst>
                                    </p:anim>
                                  </p:childTnLst>
                                </p:cTn>
                              </p:par>
                            </p:childTnLst>
                          </p:cTn>
                        </p:par>
                        <p:par>
                          <p:cTn id="34" fill="hold">
                            <p:stCondLst>
                              <p:cond delay="2000"/>
                            </p:stCondLst>
                            <p:childTnLst>
                              <p:par>
                                <p:cTn id="35" presetID="53" presetClass="entr" presetSubtype="0" fill="hold" grpId="0" nodeType="afterEffect">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cBhvr>
                                        <p:cTn id="37" dur="500" fill="hold"/>
                                        <p:tgtEl>
                                          <p:spTgt spid="74"/>
                                        </p:tgtEl>
                                        <p:attrNameLst>
                                          <p:attrName>ppt_w</p:attrName>
                                        </p:attrNameLst>
                                      </p:cBhvr>
                                      <p:tavLst>
                                        <p:tav tm="0">
                                          <p:val>
                                            <p:fltVal val="0"/>
                                          </p:val>
                                        </p:tav>
                                        <p:tav tm="100000">
                                          <p:val>
                                            <p:strVal val="#ppt_w"/>
                                          </p:val>
                                        </p:tav>
                                      </p:tavLst>
                                    </p:anim>
                                    <p:anim calcmode="lin" valueType="num">
                                      <p:cBhvr>
                                        <p:cTn id="38" dur="500" fill="hold"/>
                                        <p:tgtEl>
                                          <p:spTgt spid="74"/>
                                        </p:tgtEl>
                                        <p:attrNameLst>
                                          <p:attrName>ppt_h</p:attrName>
                                        </p:attrNameLst>
                                      </p:cBhvr>
                                      <p:tavLst>
                                        <p:tav tm="0">
                                          <p:val>
                                            <p:fltVal val="0"/>
                                          </p:val>
                                        </p:tav>
                                        <p:tav tm="100000">
                                          <p:val>
                                            <p:strVal val="#ppt_h"/>
                                          </p:val>
                                        </p:tav>
                                      </p:tavLst>
                                    </p:anim>
                                    <p:animEffect transition="in" filter="fade">
                                      <p:cBhvr>
                                        <p:cTn id="39" dur="500"/>
                                        <p:tgtEl>
                                          <p:spTgt spid="74"/>
                                        </p:tgtEl>
                                      </p:cBhvr>
                                    </p:animEffect>
                                  </p:childTnLst>
                                </p:cTn>
                              </p:par>
                              <p:par>
                                <p:cTn id="40" presetID="2" presetClass="entr" presetSubtype="1" accel="50000" decel="50000" fill="hold" nodeType="withEffect">
                                  <p:stCondLst>
                                    <p:cond delay="0"/>
                                  </p:stCondLst>
                                  <p:childTnLst>
                                    <p:set>
                                      <p:cBhvr>
                                        <p:cTn id="41" dur="1" fill="hold">
                                          <p:stCondLst>
                                            <p:cond delay="0"/>
                                          </p:stCondLst>
                                        </p:cTn>
                                        <p:tgtEl>
                                          <p:spTgt spid="61"/>
                                        </p:tgtEl>
                                        <p:attrNameLst>
                                          <p:attrName>style.visibility</p:attrName>
                                        </p:attrNameLst>
                                      </p:cBhvr>
                                      <p:to>
                                        <p:strVal val="visible"/>
                                      </p:to>
                                    </p:set>
                                    <p:anim calcmode="lin" valueType="num">
                                      <p:cBhvr additive="base">
                                        <p:cTn id="42" dur="500" fill="hold"/>
                                        <p:tgtEl>
                                          <p:spTgt spid="61"/>
                                        </p:tgtEl>
                                        <p:attrNameLst>
                                          <p:attrName>ppt_x</p:attrName>
                                        </p:attrNameLst>
                                      </p:cBhvr>
                                      <p:tavLst>
                                        <p:tav tm="0">
                                          <p:val>
                                            <p:strVal val="#ppt_x"/>
                                          </p:val>
                                        </p:tav>
                                        <p:tav tm="100000">
                                          <p:val>
                                            <p:strVal val="#ppt_x"/>
                                          </p:val>
                                        </p:tav>
                                      </p:tavLst>
                                    </p:anim>
                                    <p:anim calcmode="lin" valueType="num">
                                      <p:cBhvr additive="base">
                                        <p:cTn id="43" dur="500" fill="hold"/>
                                        <p:tgtEl>
                                          <p:spTgt spid="61"/>
                                        </p:tgtEl>
                                        <p:attrNameLst>
                                          <p:attrName>ppt_y</p:attrName>
                                        </p:attrNameLst>
                                      </p:cBhvr>
                                      <p:tavLst>
                                        <p:tav tm="0">
                                          <p:val>
                                            <p:strVal val="0-#ppt_h/2"/>
                                          </p:val>
                                        </p:tav>
                                        <p:tav tm="100000">
                                          <p:val>
                                            <p:strVal val="#ppt_y"/>
                                          </p:val>
                                        </p:tav>
                                      </p:tavLst>
                                    </p:anim>
                                  </p:childTnLst>
                                </p:cTn>
                              </p:par>
                            </p:childTnLst>
                          </p:cTn>
                        </p:par>
                        <p:par>
                          <p:cTn id="44" fill="hold">
                            <p:stCondLst>
                              <p:cond delay="2500"/>
                            </p:stCondLst>
                            <p:childTnLst>
                              <p:par>
                                <p:cTn id="45" presetID="53" presetClass="entr" presetSubtype="0" fill="hold" grpId="0" nodeType="afterEffect">
                                  <p:stCondLst>
                                    <p:cond delay="0"/>
                                  </p:stCondLst>
                                  <p:childTnLst>
                                    <p:set>
                                      <p:cBhvr>
                                        <p:cTn id="46" dur="1" fill="hold">
                                          <p:stCondLst>
                                            <p:cond delay="0"/>
                                          </p:stCondLst>
                                        </p:cTn>
                                        <p:tgtEl>
                                          <p:spTgt spid="75"/>
                                        </p:tgtEl>
                                        <p:attrNameLst>
                                          <p:attrName>style.visibility</p:attrName>
                                        </p:attrNameLst>
                                      </p:cBhvr>
                                      <p:to>
                                        <p:strVal val="visible"/>
                                      </p:to>
                                    </p:set>
                                    <p:anim calcmode="lin" valueType="num">
                                      <p:cBhvr>
                                        <p:cTn id="47" dur="500" fill="hold"/>
                                        <p:tgtEl>
                                          <p:spTgt spid="75"/>
                                        </p:tgtEl>
                                        <p:attrNameLst>
                                          <p:attrName>ppt_w</p:attrName>
                                        </p:attrNameLst>
                                      </p:cBhvr>
                                      <p:tavLst>
                                        <p:tav tm="0">
                                          <p:val>
                                            <p:fltVal val="0"/>
                                          </p:val>
                                        </p:tav>
                                        <p:tav tm="100000">
                                          <p:val>
                                            <p:strVal val="#ppt_w"/>
                                          </p:val>
                                        </p:tav>
                                      </p:tavLst>
                                    </p:anim>
                                    <p:anim calcmode="lin" valueType="num">
                                      <p:cBhvr>
                                        <p:cTn id="48" dur="500" fill="hold"/>
                                        <p:tgtEl>
                                          <p:spTgt spid="75"/>
                                        </p:tgtEl>
                                        <p:attrNameLst>
                                          <p:attrName>ppt_h</p:attrName>
                                        </p:attrNameLst>
                                      </p:cBhvr>
                                      <p:tavLst>
                                        <p:tav tm="0">
                                          <p:val>
                                            <p:fltVal val="0"/>
                                          </p:val>
                                        </p:tav>
                                        <p:tav tm="100000">
                                          <p:val>
                                            <p:strVal val="#ppt_h"/>
                                          </p:val>
                                        </p:tav>
                                      </p:tavLst>
                                    </p:anim>
                                    <p:animEffect transition="in" filter="fade">
                                      <p:cBhvr>
                                        <p:cTn id="49" dur="500"/>
                                        <p:tgtEl>
                                          <p:spTgt spid="75"/>
                                        </p:tgtEl>
                                      </p:cBhvr>
                                    </p:animEffect>
                                  </p:childTnLst>
                                </p:cTn>
                              </p:par>
                              <p:par>
                                <p:cTn id="50" presetID="2" presetClass="entr" presetSubtype="1" accel="50000" decel="50000" fill="hold" nodeType="withEffect">
                                  <p:stCondLst>
                                    <p:cond delay="0"/>
                                  </p:stCondLst>
                                  <p:childTnLst>
                                    <p:set>
                                      <p:cBhvr>
                                        <p:cTn id="51" dur="1" fill="hold">
                                          <p:stCondLst>
                                            <p:cond delay="0"/>
                                          </p:stCondLst>
                                        </p:cTn>
                                        <p:tgtEl>
                                          <p:spTgt spid="64"/>
                                        </p:tgtEl>
                                        <p:attrNameLst>
                                          <p:attrName>style.visibility</p:attrName>
                                        </p:attrNameLst>
                                      </p:cBhvr>
                                      <p:to>
                                        <p:strVal val="visible"/>
                                      </p:to>
                                    </p:set>
                                    <p:anim calcmode="lin" valueType="num">
                                      <p:cBhvr additive="base">
                                        <p:cTn id="52" dur="500" fill="hold"/>
                                        <p:tgtEl>
                                          <p:spTgt spid="64"/>
                                        </p:tgtEl>
                                        <p:attrNameLst>
                                          <p:attrName>ppt_x</p:attrName>
                                        </p:attrNameLst>
                                      </p:cBhvr>
                                      <p:tavLst>
                                        <p:tav tm="0">
                                          <p:val>
                                            <p:strVal val="#ppt_x"/>
                                          </p:val>
                                        </p:tav>
                                        <p:tav tm="100000">
                                          <p:val>
                                            <p:strVal val="#ppt_x"/>
                                          </p:val>
                                        </p:tav>
                                      </p:tavLst>
                                    </p:anim>
                                    <p:anim calcmode="lin" valueType="num">
                                      <p:cBhvr additive="base">
                                        <p:cTn id="53" dur="500" fill="hold"/>
                                        <p:tgtEl>
                                          <p:spTgt spid="64"/>
                                        </p:tgtEl>
                                        <p:attrNameLst>
                                          <p:attrName>ppt_y</p:attrName>
                                        </p:attrNameLst>
                                      </p:cBhvr>
                                      <p:tavLst>
                                        <p:tav tm="0">
                                          <p:val>
                                            <p:strVal val="0-#ppt_h/2"/>
                                          </p:val>
                                        </p:tav>
                                        <p:tav tm="100000">
                                          <p:val>
                                            <p:strVal val="#ppt_y"/>
                                          </p:val>
                                        </p:tav>
                                      </p:tavLst>
                                    </p:anim>
                                  </p:childTnLst>
                                </p:cTn>
                              </p:par>
                            </p:childTnLst>
                          </p:cTn>
                        </p:par>
                        <p:par>
                          <p:cTn id="54" fill="hold">
                            <p:stCondLst>
                              <p:cond delay="3000"/>
                            </p:stCondLst>
                            <p:childTnLst>
                              <p:par>
                                <p:cTn id="55" presetID="53" presetClass="entr" presetSubtype="0" fill="hold" grpId="0" nodeType="afterEffect">
                                  <p:stCondLst>
                                    <p:cond delay="0"/>
                                  </p:stCondLst>
                                  <p:childTnLst>
                                    <p:set>
                                      <p:cBhvr>
                                        <p:cTn id="56" dur="1" fill="hold">
                                          <p:stCondLst>
                                            <p:cond delay="0"/>
                                          </p:stCondLst>
                                        </p:cTn>
                                        <p:tgtEl>
                                          <p:spTgt spid="76"/>
                                        </p:tgtEl>
                                        <p:attrNameLst>
                                          <p:attrName>style.visibility</p:attrName>
                                        </p:attrNameLst>
                                      </p:cBhvr>
                                      <p:to>
                                        <p:strVal val="visible"/>
                                      </p:to>
                                    </p:set>
                                    <p:anim calcmode="lin" valueType="num">
                                      <p:cBhvr>
                                        <p:cTn id="57" dur="500" fill="hold"/>
                                        <p:tgtEl>
                                          <p:spTgt spid="76"/>
                                        </p:tgtEl>
                                        <p:attrNameLst>
                                          <p:attrName>ppt_w</p:attrName>
                                        </p:attrNameLst>
                                      </p:cBhvr>
                                      <p:tavLst>
                                        <p:tav tm="0">
                                          <p:val>
                                            <p:fltVal val="0"/>
                                          </p:val>
                                        </p:tav>
                                        <p:tav tm="100000">
                                          <p:val>
                                            <p:strVal val="#ppt_w"/>
                                          </p:val>
                                        </p:tav>
                                      </p:tavLst>
                                    </p:anim>
                                    <p:anim calcmode="lin" valueType="num">
                                      <p:cBhvr>
                                        <p:cTn id="58" dur="500" fill="hold"/>
                                        <p:tgtEl>
                                          <p:spTgt spid="76"/>
                                        </p:tgtEl>
                                        <p:attrNameLst>
                                          <p:attrName>ppt_h</p:attrName>
                                        </p:attrNameLst>
                                      </p:cBhvr>
                                      <p:tavLst>
                                        <p:tav tm="0">
                                          <p:val>
                                            <p:fltVal val="0"/>
                                          </p:val>
                                        </p:tav>
                                        <p:tav tm="100000">
                                          <p:val>
                                            <p:strVal val="#ppt_h"/>
                                          </p:val>
                                        </p:tav>
                                      </p:tavLst>
                                    </p:anim>
                                    <p:animEffect transition="in" filter="fade">
                                      <p:cBhvr>
                                        <p:cTn id="59" dur="500"/>
                                        <p:tgtEl>
                                          <p:spTgt spid="76"/>
                                        </p:tgtEl>
                                      </p:cBhvr>
                                    </p:animEffect>
                                  </p:childTnLst>
                                </p:cTn>
                              </p:par>
                              <p:par>
                                <p:cTn id="60" presetID="2" presetClass="entr" presetSubtype="1" accel="50000" decel="50000" fill="hold" nodeType="withEffect">
                                  <p:stCondLst>
                                    <p:cond delay="0"/>
                                  </p:stCondLst>
                                  <p:childTnLst>
                                    <p:set>
                                      <p:cBhvr>
                                        <p:cTn id="61" dur="1" fill="hold">
                                          <p:stCondLst>
                                            <p:cond delay="0"/>
                                          </p:stCondLst>
                                        </p:cTn>
                                        <p:tgtEl>
                                          <p:spTgt spid="67"/>
                                        </p:tgtEl>
                                        <p:attrNameLst>
                                          <p:attrName>style.visibility</p:attrName>
                                        </p:attrNameLst>
                                      </p:cBhvr>
                                      <p:to>
                                        <p:strVal val="visible"/>
                                      </p:to>
                                    </p:set>
                                    <p:anim calcmode="lin" valueType="num">
                                      <p:cBhvr additive="base">
                                        <p:cTn id="62" dur="500" fill="hold"/>
                                        <p:tgtEl>
                                          <p:spTgt spid="67"/>
                                        </p:tgtEl>
                                        <p:attrNameLst>
                                          <p:attrName>ppt_x</p:attrName>
                                        </p:attrNameLst>
                                      </p:cBhvr>
                                      <p:tavLst>
                                        <p:tav tm="0">
                                          <p:val>
                                            <p:strVal val="#ppt_x"/>
                                          </p:val>
                                        </p:tav>
                                        <p:tav tm="100000">
                                          <p:val>
                                            <p:strVal val="#ppt_x"/>
                                          </p:val>
                                        </p:tav>
                                      </p:tavLst>
                                    </p:anim>
                                    <p:anim calcmode="lin" valueType="num">
                                      <p:cBhvr additive="base">
                                        <p:cTn id="63" dur="500" fill="hold"/>
                                        <p:tgtEl>
                                          <p:spTgt spid="67"/>
                                        </p:tgtEl>
                                        <p:attrNameLst>
                                          <p:attrName>ppt_y</p:attrName>
                                        </p:attrNameLst>
                                      </p:cBhvr>
                                      <p:tavLst>
                                        <p:tav tm="0">
                                          <p:val>
                                            <p:strVal val="0-#ppt_h/2"/>
                                          </p:val>
                                        </p:tav>
                                        <p:tav tm="100000">
                                          <p:val>
                                            <p:strVal val="#ppt_y"/>
                                          </p:val>
                                        </p:tav>
                                      </p:tavLst>
                                    </p:anim>
                                  </p:childTnLst>
                                </p:cTn>
                              </p:par>
                            </p:childTnLst>
                          </p:cTn>
                        </p:par>
                        <p:par>
                          <p:cTn id="64" fill="hold">
                            <p:stCondLst>
                              <p:cond delay="3500"/>
                            </p:stCondLst>
                            <p:childTnLst>
                              <p:par>
                                <p:cTn id="65" presetID="53" presetClass="entr" presetSubtype="0" fill="hold" grpId="0" nodeType="afterEffect">
                                  <p:stCondLst>
                                    <p:cond delay="0"/>
                                  </p:stCondLst>
                                  <p:childTnLst>
                                    <p:set>
                                      <p:cBhvr>
                                        <p:cTn id="66" dur="1" fill="hold">
                                          <p:stCondLst>
                                            <p:cond delay="0"/>
                                          </p:stCondLst>
                                        </p:cTn>
                                        <p:tgtEl>
                                          <p:spTgt spid="77"/>
                                        </p:tgtEl>
                                        <p:attrNameLst>
                                          <p:attrName>style.visibility</p:attrName>
                                        </p:attrNameLst>
                                      </p:cBhvr>
                                      <p:to>
                                        <p:strVal val="visible"/>
                                      </p:to>
                                    </p:set>
                                    <p:anim calcmode="lin" valueType="num">
                                      <p:cBhvr>
                                        <p:cTn id="67" dur="500" fill="hold"/>
                                        <p:tgtEl>
                                          <p:spTgt spid="77"/>
                                        </p:tgtEl>
                                        <p:attrNameLst>
                                          <p:attrName>ppt_w</p:attrName>
                                        </p:attrNameLst>
                                      </p:cBhvr>
                                      <p:tavLst>
                                        <p:tav tm="0">
                                          <p:val>
                                            <p:fltVal val="0"/>
                                          </p:val>
                                        </p:tav>
                                        <p:tav tm="100000">
                                          <p:val>
                                            <p:strVal val="#ppt_w"/>
                                          </p:val>
                                        </p:tav>
                                      </p:tavLst>
                                    </p:anim>
                                    <p:anim calcmode="lin" valueType="num">
                                      <p:cBhvr>
                                        <p:cTn id="68" dur="500" fill="hold"/>
                                        <p:tgtEl>
                                          <p:spTgt spid="77"/>
                                        </p:tgtEl>
                                        <p:attrNameLst>
                                          <p:attrName>ppt_h</p:attrName>
                                        </p:attrNameLst>
                                      </p:cBhvr>
                                      <p:tavLst>
                                        <p:tav tm="0">
                                          <p:val>
                                            <p:fltVal val="0"/>
                                          </p:val>
                                        </p:tav>
                                        <p:tav tm="100000">
                                          <p:val>
                                            <p:strVal val="#ppt_h"/>
                                          </p:val>
                                        </p:tav>
                                      </p:tavLst>
                                    </p:anim>
                                    <p:animEffect transition="in" filter="fade">
                                      <p:cBhvr>
                                        <p:cTn id="69" dur="500"/>
                                        <p:tgtEl>
                                          <p:spTgt spid="77"/>
                                        </p:tgtEl>
                                      </p:cBhvr>
                                    </p:animEffect>
                                  </p:childTnLst>
                                </p:cTn>
                              </p:par>
                              <p:par>
                                <p:cTn id="70" presetID="2" presetClass="entr" presetSubtype="1" accel="50000" decel="50000" fill="hold" nodeType="withEffect">
                                  <p:stCondLst>
                                    <p:cond delay="0"/>
                                  </p:stCondLst>
                                  <p:childTnLst>
                                    <p:set>
                                      <p:cBhvr>
                                        <p:cTn id="71" dur="1" fill="hold">
                                          <p:stCondLst>
                                            <p:cond delay="0"/>
                                          </p:stCondLst>
                                        </p:cTn>
                                        <p:tgtEl>
                                          <p:spTgt spid="70"/>
                                        </p:tgtEl>
                                        <p:attrNameLst>
                                          <p:attrName>style.visibility</p:attrName>
                                        </p:attrNameLst>
                                      </p:cBhvr>
                                      <p:to>
                                        <p:strVal val="visible"/>
                                      </p:to>
                                    </p:set>
                                    <p:anim calcmode="lin" valueType="num">
                                      <p:cBhvr additive="base">
                                        <p:cTn id="72" dur="500" fill="hold"/>
                                        <p:tgtEl>
                                          <p:spTgt spid="70"/>
                                        </p:tgtEl>
                                        <p:attrNameLst>
                                          <p:attrName>ppt_x</p:attrName>
                                        </p:attrNameLst>
                                      </p:cBhvr>
                                      <p:tavLst>
                                        <p:tav tm="0">
                                          <p:val>
                                            <p:strVal val="#ppt_x"/>
                                          </p:val>
                                        </p:tav>
                                        <p:tav tm="100000">
                                          <p:val>
                                            <p:strVal val="#ppt_x"/>
                                          </p:val>
                                        </p:tav>
                                      </p:tavLst>
                                    </p:anim>
                                    <p:anim calcmode="lin" valueType="num">
                                      <p:cBhvr additive="base">
                                        <p:cTn id="73" dur="500" fill="hold"/>
                                        <p:tgtEl>
                                          <p:spTgt spid="70"/>
                                        </p:tgtEl>
                                        <p:attrNameLst>
                                          <p:attrName>ppt_y</p:attrName>
                                        </p:attrNameLst>
                                      </p:cBhvr>
                                      <p:tavLst>
                                        <p:tav tm="0">
                                          <p:val>
                                            <p:strVal val="0-#ppt_h/2"/>
                                          </p:val>
                                        </p:tav>
                                        <p:tav tm="100000">
                                          <p:val>
                                            <p:strVal val="#ppt_y"/>
                                          </p:val>
                                        </p:tav>
                                      </p:tavLst>
                                    </p:anim>
                                  </p:childTnLst>
                                </p:cTn>
                              </p:par>
                            </p:childTnLst>
                          </p:cTn>
                        </p:par>
                        <p:par>
                          <p:cTn id="74" fill="hold">
                            <p:stCondLst>
                              <p:cond delay="4000"/>
                            </p:stCondLst>
                            <p:childTnLst>
                              <p:par>
                                <p:cTn id="75" presetID="10" presetClass="entr" presetSubtype="0" fill="hold" grpId="0" nodeType="afterEffect">
                                  <p:stCondLst>
                                    <p:cond delay="0"/>
                                  </p:stCondLst>
                                  <p:childTnLst>
                                    <p:set>
                                      <p:cBhvr>
                                        <p:cTn id="76" dur="1" fill="hold">
                                          <p:stCondLst>
                                            <p:cond delay="0"/>
                                          </p:stCondLst>
                                        </p:cTn>
                                        <p:tgtEl>
                                          <p:spTgt spid="79">
                                            <p:graphicEl>
                                              <a:chart seriesIdx="-3" categoryIdx="-3" bldStep="gridLegend"/>
                                            </p:graphicEl>
                                          </p:spTgt>
                                        </p:tgtEl>
                                        <p:attrNameLst>
                                          <p:attrName>style.visibility</p:attrName>
                                        </p:attrNameLst>
                                      </p:cBhvr>
                                      <p:to>
                                        <p:strVal val="visible"/>
                                      </p:to>
                                    </p:set>
                                    <p:animEffect transition="in" filter="fade">
                                      <p:cBhvr>
                                        <p:cTn id="77" dur="1000"/>
                                        <p:tgtEl>
                                          <p:spTgt spid="79">
                                            <p:graphicEl>
                                              <a:chart seriesIdx="-3" categoryIdx="-3" bldStep="gridLegend"/>
                                            </p:graphicEl>
                                          </p:spTgt>
                                        </p:tgtEl>
                                      </p:cBhvr>
                                    </p:animEffect>
                                  </p:childTnLst>
                                </p:cTn>
                              </p:par>
                            </p:childTnLst>
                          </p:cTn>
                        </p:par>
                        <p:par>
                          <p:cTn id="78" fill="hold">
                            <p:stCondLst>
                              <p:cond delay="5000"/>
                            </p:stCondLst>
                            <p:childTnLst>
                              <p:par>
                                <p:cTn id="79" presetID="12" presetClass="entr" presetSubtype="4" fill="hold" grpId="0" nodeType="afterEffect">
                                  <p:stCondLst>
                                    <p:cond delay="0"/>
                                  </p:stCondLst>
                                  <p:childTnLst>
                                    <p:set>
                                      <p:cBhvr>
                                        <p:cTn id="80" dur="1" fill="hold">
                                          <p:stCondLst>
                                            <p:cond delay="0"/>
                                          </p:stCondLst>
                                        </p:cTn>
                                        <p:tgtEl>
                                          <p:spTgt spid="79">
                                            <p:graphicEl>
                                              <a:chart seriesIdx="0" categoryIdx="-4" bldStep="series"/>
                                            </p:graphicEl>
                                          </p:spTgt>
                                        </p:tgtEl>
                                        <p:attrNameLst>
                                          <p:attrName>style.visibility</p:attrName>
                                        </p:attrNameLst>
                                      </p:cBhvr>
                                      <p:to>
                                        <p:strVal val="visible"/>
                                      </p:to>
                                    </p:set>
                                    <p:animEffect transition="in" filter="slide(fromBottom)">
                                      <p:cBhvr>
                                        <p:cTn id="81" dur="500"/>
                                        <p:tgtEl>
                                          <p:spTgt spid="79">
                                            <p:graphicEl>
                                              <a:chart seriesIdx="0" categoryIdx="-4" bldStep="series"/>
                                            </p:graphicEl>
                                          </p:spTgt>
                                        </p:tgtEl>
                                      </p:cBhvr>
                                    </p:animEffect>
                                  </p:childTnLst>
                                </p:cTn>
                              </p:par>
                            </p:childTnLst>
                          </p:cTn>
                        </p:par>
                        <p:par>
                          <p:cTn id="82" fill="hold">
                            <p:stCondLst>
                              <p:cond delay="5500"/>
                            </p:stCondLst>
                            <p:childTnLst>
                              <p:par>
                                <p:cTn id="83" presetID="12" presetClass="entr" presetSubtype="4" fill="hold" grpId="0" nodeType="afterEffect">
                                  <p:stCondLst>
                                    <p:cond delay="0"/>
                                  </p:stCondLst>
                                  <p:childTnLst>
                                    <p:set>
                                      <p:cBhvr>
                                        <p:cTn id="84" dur="1" fill="hold">
                                          <p:stCondLst>
                                            <p:cond delay="0"/>
                                          </p:stCondLst>
                                        </p:cTn>
                                        <p:tgtEl>
                                          <p:spTgt spid="79">
                                            <p:graphicEl>
                                              <a:chart seriesIdx="1" categoryIdx="-4" bldStep="series"/>
                                            </p:graphicEl>
                                          </p:spTgt>
                                        </p:tgtEl>
                                        <p:attrNameLst>
                                          <p:attrName>style.visibility</p:attrName>
                                        </p:attrNameLst>
                                      </p:cBhvr>
                                      <p:to>
                                        <p:strVal val="visible"/>
                                      </p:to>
                                    </p:set>
                                    <p:animEffect transition="in" filter="slide(fromBottom)">
                                      <p:cBhvr>
                                        <p:cTn id="85" dur="500"/>
                                        <p:tgtEl>
                                          <p:spTgt spid="79">
                                            <p:graphicEl>
                                              <a:chart seriesIdx="1" categoryIdx="-4" bldStep="series"/>
                                            </p:graphicEl>
                                          </p:spTgt>
                                        </p:tgtEl>
                                      </p:cBhvr>
                                    </p:animEffect>
                                  </p:childTnLst>
                                </p:cTn>
                              </p:par>
                            </p:childTnLst>
                          </p:cTn>
                        </p:par>
                        <p:par>
                          <p:cTn id="86" fill="hold">
                            <p:stCondLst>
                              <p:cond delay="6000"/>
                            </p:stCondLst>
                            <p:childTnLst>
                              <p:par>
                                <p:cTn id="87" presetID="12" presetClass="entr" presetSubtype="4" fill="hold" grpId="0" nodeType="afterEffect">
                                  <p:stCondLst>
                                    <p:cond delay="0"/>
                                  </p:stCondLst>
                                  <p:childTnLst>
                                    <p:set>
                                      <p:cBhvr>
                                        <p:cTn id="88" dur="1" fill="hold">
                                          <p:stCondLst>
                                            <p:cond delay="0"/>
                                          </p:stCondLst>
                                        </p:cTn>
                                        <p:tgtEl>
                                          <p:spTgt spid="79">
                                            <p:graphicEl>
                                              <a:chart seriesIdx="2" categoryIdx="-4" bldStep="series"/>
                                            </p:graphicEl>
                                          </p:spTgt>
                                        </p:tgtEl>
                                        <p:attrNameLst>
                                          <p:attrName>style.visibility</p:attrName>
                                        </p:attrNameLst>
                                      </p:cBhvr>
                                      <p:to>
                                        <p:strVal val="visible"/>
                                      </p:to>
                                    </p:set>
                                    <p:animEffect transition="in" filter="slide(fromBottom)">
                                      <p:cBhvr>
                                        <p:cTn id="89" dur="500"/>
                                        <p:tgtEl>
                                          <p:spTgt spid="79">
                                            <p:graphicEl>
                                              <a:chart seriesIdx="2" categoryIdx="-4" bldStep="series"/>
                                            </p:graphicEl>
                                          </p:spTgt>
                                        </p:tgtEl>
                                      </p:cBhvr>
                                    </p:animEffect>
                                  </p:childTnLst>
                                </p:cTn>
                              </p:par>
                            </p:childTnLst>
                          </p:cTn>
                        </p:par>
                        <p:par>
                          <p:cTn id="90" fill="hold">
                            <p:stCondLst>
                              <p:cond delay="6500"/>
                            </p:stCondLst>
                            <p:childTnLst>
                              <p:par>
                                <p:cTn id="91" presetID="12" presetClass="entr" presetSubtype="4" fill="hold" grpId="0" nodeType="afterEffect">
                                  <p:stCondLst>
                                    <p:cond delay="0"/>
                                  </p:stCondLst>
                                  <p:childTnLst>
                                    <p:set>
                                      <p:cBhvr>
                                        <p:cTn id="92" dur="1" fill="hold">
                                          <p:stCondLst>
                                            <p:cond delay="0"/>
                                          </p:stCondLst>
                                        </p:cTn>
                                        <p:tgtEl>
                                          <p:spTgt spid="79">
                                            <p:graphicEl>
                                              <a:chart seriesIdx="3" categoryIdx="-4" bldStep="series"/>
                                            </p:graphicEl>
                                          </p:spTgt>
                                        </p:tgtEl>
                                        <p:attrNameLst>
                                          <p:attrName>style.visibility</p:attrName>
                                        </p:attrNameLst>
                                      </p:cBhvr>
                                      <p:to>
                                        <p:strVal val="visible"/>
                                      </p:to>
                                    </p:set>
                                    <p:animEffect transition="in" filter="slide(fromBottom)">
                                      <p:cBhvr>
                                        <p:cTn id="93" dur="500"/>
                                        <p:tgtEl>
                                          <p:spTgt spid="79">
                                            <p:graphicEl>
                                              <a:chart seriesIdx="3" categoryIdx="-4" bldStep="series"/>
                                            </p:graphicEl>
                                          </p:spTgt>
                                        </p:tgtEl>
                                      </p:cBhvr>
                                    </p:animEffect>
                                  </p:childTnLst>
                                </p:cTn>
                              </p:par>
                            </p:childTnLst>
                          </p:cTn>
                        </p:par>
                        <p:par>
                          <p:cTn id="94" fill="hold">
                            <p:stCondLst>
                              <p:cond delay="7000"/>
                            </p:stCondLst>
                            <p:childTnLst>
                              <p:par>
                                <p:cTn id="95" presetID="12" presetClass="entr" presetSubtype="4" fill="hold" grpId="0" nodeType="afterEffect">
                                  <p:stCondLst>
                                    <p:cond delay="0"/>
                                  </p:stCondLst>
                                  <p:childTnLst>
                                    <p:set>
                                      <p:cBhvr>
                                        <p:cTn id="96" dur="1" fill="hold">
                                          <p:stCondLst>
                                            <p:cond delay="0"/>
                                          </p:stCondLst>
                                        </p:cTn>
                                        <p:tgtEl>
                                          <p:spTgt spid="79">
                                            <p:graphicEl>
                                              <a:chart seriesIdx="4" categoryIdx="-4" bldStep="series"/>
                                            </p:graphicEl>
                                          </p:spTgt>
                                        </p:tgtEl>
                                        <p:attrNameLst>
                                          <p:attrName>style.visibility</p:attrName>
                                        </p:attrNameLst>
                                      </p:cBhvr>
                                      <p:to>
                                        <p:strVal val="visible"/>
                                      </p:to>
                                    </p:set>
                                    <p:animEffect transition="in" filter="slide(fromBottom)">
                                      <p:cBhvr>
                                        <p:cTn id="97" dur="500"/>
                                        <p:tgtEl>
                                          <p:spTgt spid="79">
                                            <p:graphicEl>
                                              <a:chart seriesIdx="4" categoryIdx="-4" bldStep="series"/>
                                            </p:graphicEl>
                                          </p:spTgt>
                                        </p:tgtEl>
                                      </p:cBhvr>
                                    </p:animEffect>
                                  </p:childTnLst>
                                </p:cTn>
                              </p:par>
                            </p:childTnLst>
                          </p:cTn>
                        </p:par>
                        <p:par>
                          <p:cTn id="98" fill="hold">
                            <p:stCondLst>
                              <p:cond delay="7500"/>
                            </p:stCondLst>
                            <p:childTnLst>
                              <p:par>
                                <p:cTn id="99" presetID="12" presetClass="entr" presetSubtype="4" fill="hold" grpId="0" nodeType="afterEffect">
                                  <p:stCondLst>
                                    <p:cond delay="0"/>
                                  </p:stCondLst>
                                  <p:childTnLst>
                                    <p:set>
                                      <p:cBhvr>
                                        <p:cTn id="100" dur="1" fill="hold">
                                          <p:stCondLst>
                                            <p:cond delay="0"/>
                                          </p:stCondLst>
                                        </p:cTn>
                                        <p:tgtEl>
                                          <p:spTgt spid="79">
                                            <p:graphicEl>
                                              <a:chart seriesIdx="5" categoryIdx="-4" bldStep="series"/>
                                            </p:graphicEl>
                                          </p:spTgt>
                                        </p:tgtEl>
                                        <p:attrNameLst>
                                          <p:attrName>style.visibility</p:attrName>
                                        </p:attrNameLst>
                                      </p:cBhvr>
                                      <p:to>
                                        <p:strVal val="visible"/>
                                      </p:to>
                                    </p:set>
                                    <p:animEffect transition="in" filter="slide(fromBottom)">
                                      <p:cBhvr>
                                        <p:cTn id="101" dur="500"/>
                                        <p:tgtEl>
                                          <p:spTgt spid="79">
                                            <p:graphicEl>
                                              <a:chart seriesIdx="5"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73" grpId="0" animBg="1"/>
      <p:bldP spid="74" grpId="0" animBg="1"/>
      <p:bldP spid="75" grpId="0" animBg="1"/>
      <p:bldP spid="76" grpId="0" animBg="1"/>
      <p:bldP spid="77" grpId="0" animBg="1"/>
      <p:bldP spid="78" grpId="0"/>
      <p:bldGraphic spid="79" grpId="0">
        <p:bldSub>
          <a:bldChart bld="series"/>
        </p:bldSub>
      </p:bldGraphic>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Italy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Italy Map Slide</a:t>
            </a:r>
            <a:endParaRPr lang="en-US" dirty="0"/>
          </a:p>
        </p:txBody>
      </p:sp>
      <p:grpSp>
        <p:nvGrpSpPr>
          <p:cNvPr id="78" name="Group 77"/>
          <p:cNvGrpSpPr/>
          <p:nvPr/>
        </p:nvGrpSpPr>
        <p:grpSpPr>
          <a:xfrm>
            <a:off x="3270484" y="2209800"/>
            <a:ext cx="3072934" cy="3629564"/>
            <a:chOff x="5076826" y="889000"/>
            <a:chExt cx="3400424" cy="4016376"/>
          </a:xfrm>
          <a:solidFill>
            <a:schemeClr val="bg1">
              <a:lumMod val="85000"/>
            </a:schemeClr>
          </a:solidFill>
        </p:grpSpPr>
        <p:sp>
          <p:nvSpPr>
            <p:cNvPr id="79" name="Freeform 5"/>
            <p:cNvSpPr>
              <a:spLocks/>
            </p:cNvSpPr>
            <p:nvPr/>
          </p:nvSpPr>
          <p:spPr bwMode="auto">
            <a:xfrm>
              <a:off x="6723063" y="4233863"/>
              <a:ext cx="966787" cy="650875"/>
            </a:xfrm>
            <a:custGeom>
              <a:avLst/>
              <a:gdLst/>
              <a:ahLst/>
              <a:cxnLst>
                <a:cxn ang="0">
                  <a:pos x="506" y="287"/>
                </a:cxn>
                <a:cxn ang="0">
                  <a:pos x="506" y="281"/>
                </a:cxn>
                <a:cxn ang="0">
                  <a:pos x="508" y="270"/>
                </a:cxn>
                <a:cxn ang="0">
                  <a:pos x="494" y="257"/>
                </a:cxn>
                <a:cxn ang="0">
                  <a:pos x="488" y="239"/>
                </a:cxn>
                <a:cxn ang="0">
                  <a:pos x="489" y="227"/>
                </a:cxn>
                <a:cxn ang="0">
                  <a:pos x="468" y="218"/>
                </a:cxn>
                <a:cxn ang="0">
                  <a:pos x="468" y="192"/>
                </a:cxn>
                <a:cxn ang="0">
                  <a:pos x="471" y="171"/>
                </a:cxn>
                <a:cxn ang="0">
                  <a:pos x="481" y="131"/>
                </a:cxn>
                <a:cxn ang="0">
                  <a:pos x="495" y="99"/>
                </a:cxn>
                <a:cxn ang="0">
                  <a:pos x="518" y="62"/>
                </a:cxn>
                <a:cxn ang="0">
                  <a:pos x="531" y="23"/>
                </a:cxn>
                <a:cxn ang="0">
                  <a:pos x="531" y="2"/>
                </a:cxn>
                <a:cxn ang="0">
                  <a:pos x="506" y="13"/>
                </a:cxn>
                <a:cxn ang="0">
                  <a:pos x="479" y="25"/>
                </a:cxn>
                <a:cxn ang="0">
                  <a:pos x="474" y="22"/>
                </a:cxn>
                <a:cxn ang="0">
                  <a:pos x="439" y="42"/>
                </a:cxn>
                <a:cxn ang="0">
                  <a:pos x="400" y="44"/>
                </a:cxn>
                <a:cxn ang="0">
                  <a:pos x="365" y="66"/>
                </a:cxn>
                <a:cxn ang="0">
                  <a:pos x="317" y="77"/>
                </a:cxn>
                <a:cxn ang="0">
                  <a:pos x="277" y="80"/>
                </a:cxn>
                <a:cxn ang="0">
                  <a:pos x="255" y="80"/>
                </a:cxn>
                <a:cxn ang="0">
                  <a:pos x="212" y="88"/>
                </a:cxn>
                <a:cxn ang="0">
                  <a:pos x="187" y="62"/>
                </a:cxn>
                <a:cxn ang="0">
                  <a:pos x="164" y="67"/>
                </a:cxn>
                <a:cxn ang="0">
                  <a:pos x="150" y="41"/>
                </a:cxn>
                <a:cxn ang="0">
                  <a:pos x="113" y="50"/>
                </a:cxn>
                <a:cxn ang="0">
                  <a:pos x="106" y="67"/>
                </a:cxn>
                <a:cxn ang="0">
                  <a:pos x="82" y="87"/>
                </a:cxn>
                <a:cxn ang="0">
                  <a:pos x="54" y="62"/>
                </a:cxn>
                <a:cxn ang="0">
                  <a:pos x="47" y="64"/>
                </a:cxn>
                <a:cxn ang="0">
                  <a:pos x="34" y="75"/>
                </a:cxn>
                <a:cxn ang="0">
                  <a:pos x="14" y="90"/>
                </a:cxn>
                <a:cxn ang="0">
                  <a:pos x="10" y="103"/>
                </a:cxn>
                <a:cxn ang="0">
                  <a:pos x="6" y="114"/>
                </a:cxn>
                <a:cxn ang="0">
                  <a:pos x="3" y="137"/>
                </a:cxn>
                <a:cxn ang="0">
                  <a:pos x="9" y="163"/>
                </a:cxn>
                <a:cxn ang="0">
                  <a:pos x="33" y="182"/>
                </a:cxn>
                <a:cxn ang="0">
                  <a:pos x="82" y="186"/>
                </a:cxn>
                <a:cxn ang="0">
                  <a:pos x="106" y="203"/>
                </a:cxn>
                <a:cxn ang="0">
                  <a:pos x="142" y="213"/>
                </a:cxn>
                <a:cxn ang="0">
                  <a:pos x="172" y="236"/>
                </a:cxn>
                <a:cxn ang="0">
                  <a:pos x="201" y="245"/>
                </a:cxn>
                <a:cxn ang="0">
                  <a:pos x="228" y="266"/>
                </a:cxn>
                <a:cxn ang="0">
                  <a:pos x="254" y="282"/>
                </a:cxn>
                <a:cxn ang="0">
                  <a:pos x="302" y="282"/>
                </a:cxn>
                <a:cxn ang="0">
                  <a:pos x="342" y="298"/>
                </a:cxn>
                <a:cxn ang="0">
                  <a:pos x="365" y="333"/>
                </a:cxn>
                <a:cxn ang="0">
                  <a:pos x="392" y="346"/>
                </a:cxn>
                <a:cxn ang="0">
                  <a:pos x="424" y="359"/>
                </a:cxn>
                <a:cxn ang="0">
                  <a:pos x="453" y="360"/>
                </a:cxn>
                <a:cxn ang="0">
                  <a:pos x="479" y="363"/>
                </a:cxn>
                <a:cxn ang="0">
                  <a:pos x="477" y="333"/>
                </a:cxn>
                <a:cxn ang="0">
                  <a:pos x="491" y="300"/>
                </a:cxn>
              </a:cxnLst>
              <a:rect l="0" t="0" r="r" b="b"/>
              <a:pathLst>
                <a:path w="546" h="368">
                  <a:moveTo>
                    <a:pt x="491" y="300"/>
                  </a:moveTo>
                  <a:cubicBezTo>
                    <a:pt x="493" y="299"/>
                    <a:pt x="495" y="297"/>
                    <a:pt x="497" y="297"/>
                  </a:cubicBezTo>
                  <a:cubicBezTo>
                    <a:pt x="498" y="296"/>
                    <a:pt x="500" y="296"/>
                    <a:pt x="501" y="296"/>
                  </a:cubicBezTo>
                  <a:cubicBezTo>
                    <a:pt x="501" y="295"/>
                    <a:pt x="502" y="293"/>
                    <a:pt x="502" y="291"/>
                  </a:cubicBezTo>
                  <a:cubicBezTo>
                    <a:pt x="502" y="291"/>
                    <a:pt x="502" y="289"/>
                    <a:pt x="502" y="288"/>
                  </a:cubicBezTo>
                  <a:cubicBezTo>
                    <a:pt x="503" y="287"/>
                    <a:pt x="505" y="287"/>
                    <a:pt x="506" y="287"/>
                  </a:cubicBezTo>
                  <a:cubicBezTo>
                    <a:pt x="506" y="286"/>
                    <a:pt x="507" y="285"/>
                    <a:pt x="508" y="285"/>
                  </a:cubicBezTo>
                  <a:cubicBezTo>
                    <a:pt x="509" y="285"/>
                    <a:pt x="511" y="287"/>
                    <a:pt x="512" y="287"/>
                  </a:cubicBezTo>
                  <a:cubicBezTo>
                    <a:pt x="513" y="287"/>
                    <a:pt x="514" y="285"/>
                    <a:pt x="514" y="284"/>
                  </a:cubicBezTo>
                  <a:cubicBezTo>
                    <a:pt x="514" y="283"/>
                    <a:pt x="512" y="282"/>
                    <a:pt x="512" y="282"/>
                  </a:cubicBezTo>
                  <a:cubicBezTo>
                    <a:pt x="511" y="281"/>
                    <a:pt x="511" y="279"/>
                    <a:pt x="510" y="279"/>
                  </a:cubicBezTo>
                  <a:cubicBezTo>
                    <a:pt x="509" y="279"/>
                    <a:pt x="507" y="281"/>
                    <a:pt x="506" y="281"/>
                  </a:cubicBezTo>
                  <a:cubicBezTo>
                    <a:pt x="505" y="281"/>
                    <a:pt x="503" y="280"/>
                    <a:pt x="503" y="279"/>
                  </a:cubicBezTo>
                  <a:cubicBezTo>
                    <a:pt x="503" y="278"/>
                    <a:pt x="502" y="276"/>
                    <a:pt x="503" y="276"/>
                  </a:cubicBezTo>
                  <a:cubicBezTo>
                    <a:pt x="503" y="276"/>
                    <a:pt x="504" y="276"/>
                    <a:pt x="505" y="276"/>
                  </a:cubicBezTo>
                  <a:cubicBezTo>
                    <a:pt x="506" y="277"/>
                    <a:pt x="507" y="278"/>
                    <a:pt x="508" y="278"/>
                  </a:cubicBezTo>
                  <a:cubicBezTo>
                    <a:pt x="509" y="277"/>
                    <a:pt x="510" y="276"/>
                    <a:pt x="510" y="275"/>
                  </a:cubicBezTo>
                  <a:cubicBezTo>
                    <a:pt x="510" y="273"/>
                    <a:pt x="508" y="271"/>
                    <a:pt x="508" y="270"/>
                  </a:cubicBezTo>
                  <a:cubicBezTo>
                    <a:pt x="507" y="269"/>
                    <a:pt x="507" y="268"/>
                    <a:pt x="507" y="267"/>
                  </a:cubicBezTo>
                  <a:cubicBezTo>
                    <a:pt x="506" y="266"/>
                    <a:pt x="504" y="264"/>
                    <a:pt x="503" y="264"/>
                  </a:cubicBezTo>
                  <a:cubicBezTo>
                    <a:pt x="503" y="264"/>
                    <a:pt x="501" y="266"/>
                    <a:pt x="500" y="266"/>
                  </a:cubicBezTo>
                  <a:cubicBezTo>
                    <a:pt x="498" y="265"/>
                    <a:pt x="494" y="264"/>
                    <a:pt x="493" y="262"/>
                  </a:cubicBezTo>
                  <a:cubicBezTo>
                    <a:pt x="493" y="262"/>
                    <a:pt x="492" y="260"/>
                    <a:pt x="492" y="259"/>
                  </a:cubicBezTo>
                  <a:cubicBezTo>
                    <a:pt x="493" y="259"/>
                    <a:pt x="494" y="258"/>
                    <a:pt x="494" y="257"/>
                  </a:cubicBezTo>
                  <a:cubicBezTo>
                    <a:pt x="494" y="257"/>
                    <a:pt x="494" y="255"/>
                    <a:pt x="493" y="255"/>
                  </a:cubicBezTo>
                  <a:cubicBezTo>
                    <a:pt x="493" y="254"/>
                    <a:pt x="491" y="256"/>
                    <a:pt x="490" y="255"/>
                  </a:cubicBezTo>
                  <a:cubicBezTo>
                    <a:pt x="489" y="255"/>
                    <a:pt x="488" y="254"/>
                    <a:pt x="488" y="253"/>
                  </a:cubicBezTo>
                  <a:cubicBezTo>
                    <a:pt x="487" y="252"/>
                    <a:pt x="485" y="250"/>
                    <a:pt x="485" y="248"/>
                  </a:cubicBezTo>
                  <a:cubicBezTo>
                    <a:pt x="485" y="247"/>
                    <a:pt x="484" y="243"/>
                    <a:pt x="485" y="241"/>
                  </a:cubicBezTo>
                  <a:cubicBezTo>
                    <a:pt x="485" y="241"/>
                    <a:pt x="487" y="239"/>
                    <a:pt x="488" y="239"/>
                  </a:cubicBezTo>
                  <a:cubicBezTo>
                    <a:pt x="489" y="240"/>
                    <a:pt x="487" y="242"/>
                    <a:pt x="488" y="243"/>
                  </a:cubicBezTo>
                  <a:cubicBezTo>
                    <a:pt x="488" y="243"/>
                    <a:pt x="490" y="244"/>
                    <a:pt x="491" y="244"/>
                  </a:cubicBezTo>
                  <a:cubicBezTo>
                    <a:pt x="493" y="244"/>
                    <a:pt x="495" y="242"/>
                    <a:pt x="496" y="241"/>
                  </a:cubicBezTo>
                  <a:cubicBezTo>
                    <a:pt x="496" y="240"/>
                    <a:pt x="498" y="238"/>
                    <a:pt x="497" y="236"/>
                  </a:cubicBezTo>
                  <a:cubicBezTo>
                    <a:pt x="497" y="235"/>
                    <a:pt x="494" y="233"/>
                    <a:pt x="492" y="231"/>
                  </a:cubicBezTo>
                  <a:cubicBezTo>
                    <a:pt x="492" y="230"/>
                    <a:pt x="490" y="228"/>
                    <a:pt x="489" y="227"/>
                  </a:cubicBezTo>
                  <a:cubicBezTo>
                    <a:pt x="489" y="227"/>
                    <a:pt x="487" y="225"/>
                    <a:pt x="486" y="225"/>
                  </a:cubicBezTo>
                  <a:cubicBezTo>
                    <a:pt x="485" y="226"/>
                    <a:pt x="486" y="228"/>
                    <a:pt x="485" y="228"/>
                  </a:cubicBezTo>
                  <a:cubicBezTo>
                    <a:pt x="485" y="229"/>
                    <a:pt x="483" y="228"/>
                    <a:pt x="482" y="228"/>
                  </a:cubicBezTo>
                  <a:cubicBezTo>
                    <a:pt x="480" y="227"/>
                    <a:pt x="476" y="225"/>
                    <a:pt x="475" y="224"/>
                  </a:cubicBezTo>
                  <a:cubicBezTo>
                    <a:pt x="473" y="224"/>
                    <a:pt x="470" y="223"/>
                    <a:pt x="469" y="222"/>
                  </a:cubicBezTo>
                  <a:cubicBezTo>
                    <a:pt x="468" y="221"/>
                    <a:pt x="468" y="219"/>
                    <a:pt x="468" y="218"/>
                  </a:cubicBezTo>
                  <a:cubicBezTo>
                    <a:pt x="468" y="216"/>
                    <a:pt x="467" y="213"/>
                    <a:pt x="467" y="211"/>
                  </a:cubicBezTo>
                  <a:cubicBezTo>
                    <a:pt x="466" y="209"/>
                    <a:pt x="467" y="206"/>
                    <a:pt x="467" y="204"/>
                  </a:cubicBezTo>
                  <a:cubicBezTo>
                    <a:pt x="467" y="203"/>
                    <a:pt x="467" y="202"/>
                    <a:pt x="467" y="201"/>
                  </a:cubicBezTo>
                  <a:cubicBezTo>
                    <a:pt x="468" y="200"/>
                    <a:pt x="470" y="199"/>
                    <a:pt x="471" y="198"/>
                  </a:cubicBezTo>
                  <a:cubicBezTo>
                    <a:pt x="471" y="198"/>
                    <a:pt x="472" y="195"/>
                    <a:pt x="471" y="194"/>
                  </a:cubicBezTo>
                  <a:cubicBezTo>
                    <a:pt x="471" y="193"/>
                    <a:pt x="469" y="193"/>
                    <a:pt x="468" y="192"/>
                  </a:cubicBezTo>
                  <a:cubicBezTo>
                    <a:pt x="467" y="191"/>
                    <a:pt x="466" y="189"/>
                    <a:pt x="465" y="188"/>
                  </a:cubicBezTo>
                  <a:cubicBezTo>
                    <a:pt x="465" y="187"/>
                    <a:pt x="464" y="186"/>
                    <a:pt x="464" y="185"/>
                  </a:cubicBezTo>
                  <a:cubicBezTo>
                    <a:pt x="464" y="184"/>
                    <a:pt x="465" y="184"/>
                    <a:pt x="466" y="183"/>
                  </a:cubicBezTo>
                  <a:cubicBezTo>
                    <a:pt x="466" y="182"/>
                    <a:pt x="465" y="179"/>
                    <a:pt x="465" y="177"/>
                  </a:cubicBezTo>
                  <a:cubicBezTo>
                    <a:pt x="466" y="176"/>
                    <a:pt x="468" y="176"/>
                    <a:pt x="469" y="175"/>
                  </a:cubicBezTo>
                  <a:cubicBezTo>
                    <a:pt x="470" y="174"/>
                    <a:pt x="471" y="172"/>
                    <a:pt x="471" y="171"/>
                  </a:cubicBezTo>
                  <a:cubicBezTo>
                    <a:pt x="472" y="170"/>
                    <a:pt x="473" y="168"/>
                    <a:pt x="474" y="167"/>
                  </a:cubicBezTo>
                  <a:cubicBezTo>
                    <a:pt x="475" y="166"/>
                    <a:pt x="478" y="165"/>
                    <a:pt x="478" y="164"/>
                  </a:cubicBezTo>
                  <a:cubicBezTo>
                    <a:pt x="479" y="161"/>
                    <a:pt x="479" y="155"/>
                    <a:pt x="479" y="153"/>
                  </a:cubicBezTo>
                  <a:cubicBezTo>
                    <a:pt x="479" y="150"/>
                    <a:pt x="478" y="145"/>
                    <a:pt x="479" y="142"/>
                  </a:cubicBezTo>
                  <a:cubicBezTo>
                    <a:pt x="479" y="141"/>
                    <a:pt x="480" y="139"/>
                    <a:pt x="481" y="137"/>
                  </a:cubicBezTo>
                  <a:cubicBezTo>
                    <a:pt x="481" y="136"/>
                    <a:pt x="481" y="133"/>
                    <a:pt x="481" y="131"/>
                  </a:cubicBezTo>
                  <a:cubicBezTo>
                    <a:pt x="480" y="130"/>
                    <a:pt x="479" y="127"/>
                    <a:pt x="479" y="126"/>
                  </a:cubicBezTo>
                  <a:cubicBezTo>
                    <a:pt x="480" y="124"/>
                    <a:pt x="482" y="121"/>
                    <a:pt x="483" y="119"/>
                  </a:cubicBezTo>
                  <a:cubicBezTo>
                    <a:pt x="483" y="117"/>
                    <a:pt x="486" y="114"/>
                    <a:pt x="487" y="112"/>
                  </a:cubicBezTo>
                  <a:cubicBezTo>
                    <a:pt x="488" y="111"/>
                    <a:pt x="489" y="108"/>
                    <a:pt x="490" y="107"/>
                  </a:cubicBezTo>
                  <a:cubicBezTo>
                    <a:pt x="491" y="106"/>
                    <a:pt x="493" y="105"/>
                    <a:pt x="494" y="104"/>
                  </a:cubicBezTo>
                  <a:cubicBezTo>
                    <a:pt x="495" y="103"/>
                    <a:pt x="494" y="100"/>
                    <a:pt x="495" y="99"/>
                  </a:cubicBezTo>
                  <a:cubicBezTo>
                    <a:pt x="495" y="98"/>
                    <a:pt x="497" y="95"/>
                    <a:pt x="498" y="94"/>
                  </a:cubicBezTo>
                  <a:cubicBezTo>
                    <a:pt x="499" y="92"/>
                    <a:pt x="500" y="88"/>
                    <a:pt x="501" y="86"/>
                  </a:cubicBezTo>
                  <a:cubicBezTo>
                    <a:pt x="502" y="84"/>
                    <a:pt x="504" y="81"/>
                    <a:pt x="505" y="80"/>
                  </a:cubicBezTo>
                  <a:cubicBezTo>
                    <a:pt x="507" y="78"/>
                    <a:pt x="510" y="74"/>
                    <a:pt x="512" y="72"/>
                  </a:cubicBezTo>
                  <a:cubicBezTo>
                    <a:pt x="512" y="72"/>
                    <a:pt x="512" y="70"/>
                    <a:pt x="513" y="69"/>
                  </a:cubicBezTo>
                  <a:cubicBezTo>
                    <a:pt x="514" y="67"/>
                    <a:pt x="517" y="64"/>
                    <a:pt x="518" y="62"/>
                  </a:cubicBezTo>
                  <a:cubicBezTo>
                    <a:pt x="520" y="60"/>
                    <a:pt x="521" y="55"/>
                    <a:pt x="522" y="53"/>
                  </a:cubicBezTo>
                  <a:cubicBezTo>
                    <a:pt x="523" y="52"/>
                    <a:pt x="525" y="51"/>
                    <a:pt x="525" y="50"/>
                  </a:cubicBezTo>
                  <a:cubicBezTo>
                    <a:pt x="527" y="48"/>
                    <a:pt x="527" y="42"/>
                    <a:pt x="528" y="40"/>
                  </a:cubicBezTo>
                  <a:cubicBezTo>
                    <a:pt x="528" y="38"/>
                    <a:pt x="528" y="35"/>
                    <a:pt x="529" y="34"/>
                  </a:cubicBezTo>
                  <a:cubicBezTo>
                    <a:pt x="530" y="32"/>
                    <a:pt x="533" y="30"/>
                    <a:pt x="533" y="29"/>
                  </a:cubicBezTo>
                  <a:cubicBezTo>
                    <a:pt x="533" y="27"/>
                    <a:pt x="531" y="25"/>
                    <a:pt x="531" y="23"/>
                  </a:cubicBezTo>
                  <a:cubicBezTo>
                    <a:pt x="531" y="22"/>
                    <a:pt x="533" y="18"/>
                    <a:pt x="534" y="17"/>
                  </a:cubicBezTo>
                  <a:cubicBezTo>
                    <a:pt x="535" y="15"/>
                    <a:pt x="538" y="13"/>
                    <a:pt x="540" y="12"/>
                  </a:cubicBezTo>
                  <a:cubicBezTo>
                    <a:pt x="541" y="11"/>
                    <a:pt x="545" y="9"/>
                    <a:pt x="546" y="8"/>
                  </a:cubicBezTo>
                  <a:cubicBezTo>
                    <a:pt x="546" y="7"/>
                    <a:pt x="546" y="6"/>
                    <a:pt x="545" y="5"/>
                  </a:cubicBezTo>
                  <a:cubicBezTo>
                    <a:pt x="544" y="3"/>
                    <a:pt x="538" y="4"/>
                    <a:pt x="536" y="3"/>
                  </a:cubicBezTo>
                  <a:cubicBezTo>
                    <a:pt x="534" y="3"/>
                    <a:pt x="532" y="3"/>
                    <a:pt x="531" y="2"/>
                  </a:cubicBezTo>
                  <a:cubicBezTo>
                    <a:pt x="530" y="2"/>
                    <a:pt x="529" y="0"/>
                    <a:pt x="528" y="0"/>
                  </a:cubicBezTo>
                  <a:cubicBezTo>
                    <a:pt x="527" y="0"/>
                    <a:pt x="525" y="2"/>
                    <a:pt x="524" y="3"/>
                  </a:cubicBezTo>
                  <a:cubicBezTo>
                    <a:pt x="523" y="3"/>
                    <a:pt x="522" y="2"/>
                    <a:pt x="521" y="3"/>
                  </a:cubicBezTo>
                  <a:cubicBezTo>
                    <a:pt x="520" y="4"/>
                    <a:pt x="519" y="7"/>
                    <a:pt x="519" y="8"/>
                  </a:cubicBezTo>
                  <a:cubicBezTo>
                    <a:pt x="517" y="9"/>
                    <a:pt x="514" y="13"/>
                    <a:pt x="512" y="13"/>
                  </a:cubicBezTo>
                  <a:cubicBezTo>
                    <a:pt x="510" y="14"/>
                    <a:pt x="507" y="12"/>
                    <a:pt x="506" y="13"/>
                  </a:cubicBezTo>
                  <a:cubicBezTo>
                    <a:pt x="505" y="13"/>
                    <a:pt x="504" y="13"/>
                    <a:pt x="503" y="13"/>
                  </a:cubicBezTo>
                  <a:cubicBezTo>
                    <a:pt x="502" y="14"/>
                    <a:pt x="502" y="17"/>
                    <a:pt x="501" y="18"/>
                  </a:cubicBezTo>
                  <a:cubicBezTo>
                    <a:pt x="500" y="20"/>
                    <a:pt x="497" y="23"/>
                    <a:pt x="495" y="24"/>
                  </a:cubicBezTo>
                  <a:cubicBezTo>
                    <a:pt x="493" y="25"/>
                    <a:pt x="489" y="27"/>
                    <a:pt x="487" y="28"/>
                  </a:cubicBezTo>
                  <a:cubicBezTo>
                    <a:pt x="485" y="28"/>
                    <a:pt x="482" y="28"/>
                    <a:pt x="480" y="27"/>
                  </a:cubicBezTo>
                  <a:cubicBezTo>
                    <a:pt x="480" y="27"/>
                    <a:pt x="479" y="25"/>
                    <a:pt x="479" y="25"/>
                  </a:cubicBezTo>
                  <a:cubicBezTo>
                    <a:pt x="479" y="23"/>
                    <a:pt x="480" y="20"/>
                    <a:pt x="480" y="19"/>
                  </a:cubicBezTo>
                  <a:cubicBezTo>
                    <a:pt x="479" y="17"/>
                    <a:pt x="479" y="14"/>
                    <a:pt x="478" y="13"/>
                  </a:cubicBezTo>
                  <a:cubicBezTo>
                    <a:pt x="477" y="12"/>
                    <a:pt x="474" y="11"/>
                    <a:pt x="473" y="11"/>
                  </a:cubicBezTo>
                  <a:cubicBezTo>
                    <a:pt x="472" y="12"/>
                    <a:pt x="471" y="12"/>
                    <a:pt x="470" y="13"/>
                  </a:cubicBezTo>
                  <a:cubicBezTo>
                    <a:pt x="470" y="14"/>
                    <a:pt x="472" y="15"/>
                    <a:pt x="472" y="16"/>
                  </a:cubicBezTo>
                  <a:cubicBezTo>
                    <a:pt x="473" y="17"/>
                    <a:pt x="474" y="20"/>
                    <a:pt x="474" y="22"/>
                  </a:cubicBezTo>
                  <a:cubicBezTo>
                    <a:pt x="474" y="24"/>
                    <a:pt x="473" y="30"/>
                    <a:pt x="472" y="33"/>
                  </a:cubicBezTo>
                  <a:cubicBezTo>
                    <a:pt x="471" y="36"/>
                    <a:pt x="468" y="40"/>
                    <a:pt x="466" y="41"/>
                  </a:cubicBezTo>
                  <a:cubicBezTo>
                    <a:pt x="463" y="43"/>
                    <a:pt x="459" y="47"/>
                    <a:pt x="456" y="47"/>
                  </a:cubicBezTo>
                  <a:cubicBezTo>
                    <a:pt x="455" y="48"/>
                    <a:pt x="452" y="48"/>
                    <a:pt x="450" y="47"/>
                  </a:cubicBezTo>
                  <a:cubicBezTo>
                    <a:pt x="449" y="47"/>
                    <a:pt x="447" y="44"/>
                    <a:pt x="446" y="43"/>
                  </a:cubicBezTo>
                  <a:cubicBezTo>
                    <a:pt x="444" y="42"/>
                    <a:pt x="441" y="42"/>
                    <a:pt x="439" y="42"/>
                  </a:cubicBezTo>
                  <a:cubicBezTo>
                    <a:pt x="437" y="42"/>
                    <a:pt x="433" y="42"/>
                    <a:pt x="431" y="41"/>
                  </a:cubicBezTo>
                  <a:cubicBezTo>
                    <a:pt x="430" y="40"/>
                    <a:pt x="428" y="36"/>
                    <a:pt x="426" y="35"/>
                  </a:cubicBezTo>
                  <a:cubicBezTo>
                    <a:pt x="425" y="35"/>
                    <a:pt x="422" y="35"/>
                    <a:pt x="421" y="35"/>
                  </a:cubicBezTo>
                  <a:cubicBezTo>
                    <a:pt x="419" y="36"/>
                    <a:pt x="417" y="39"/>
                    <a:pt x="415" y="40"/>
                  </a:cubicBezTo>
                  <a:cubicBezTo>
                    <a:pt x="414" y="42"/>
                    <a:pt x="410" y="44"/>
                    <a:pt x="408" y="44"/>
                  </a:cubicBezTo>
                  <a:cubicBezTo>
                    <a:pt x="406" y="45"/>
                    <a:pt x="402" y="44"/>
                    <a:pt x="400" y="44"/>
                  </a:cubicBezTo>
                  <a:cubicBezTo>
                    <a:pt x="398" y="44"/>
                    <a:pt x="394" y="43"/>
                    <a:pt x="392" y="44"/>
                  </a:cubicBezTo>
                  <a:cubicBezTo>
                    <a:pt x="390" y="45"/>
                    <a:pt x="388" y="50"/>
                    <a:pt x="387" y="52"/>
                  </a:cubicBezTo>
                  <a:cubicBezTo>
                    <a:pt x="386" y="54"/>
                    <a:pt x="384" y="58"/>
                    <a:pt x="382" y="59"/>
                  </a:cubicBezTo>
                  <a:cubicBezTo>
                    <a:pt x="380" y="61"/>
                    <a:pt x="376" y="63"/>
                    <a:pt x="374" y="64"/>
                  </a:cubicBezTo>
                  <a:cubicBezTo>
                    <a:pt x="373" y="65"/>
                    <a:pt x="370" y="66"/>
                    <a:pt x="369" y="66"/>
                  </a:cubicBezTo>
                  <a:cubicBezTo>
                    <a:pt x="368" y="66"/>
                    <a:pt x="366" y="66"/>
                    <a:pt x="365" y="66"/>
                  </a:cubicBezTo>
                  <a:cubicBezTo>
                    <a:pt x="364" y="67"/>
                    <a:pt x="362" y="68"/>
                    <a:pt x="362" y="69"/>
                  </a:cubicBezTo>
                  <a:cubicBezTo>
                    <a:pt x="359" y="70"/>
                    <a:pt x="354" y="72"/>
                    <a:pt x="351" y="72"/>
                  </a:cubicBezTo>
                  <a:cubicBezTo>
                    <a:pt x="349" y="73"/>
                    <a:pt x="344" y="71"/>
                    <a:pt x="341" y="72"/>
                  </a:cubicBezTo>
                  <a:cubicBezTo>
                    <a:pt x="340" y="72"/>
                    <a:pt x="337" y="73"/>
                    <a:pt x="335" y="73"/>
                  </a:cubicBezTo>
                  <a:cubicBezTo>
                    <a:pt x="333" y="74"/>
                    <a:pt x="329" y="77"/>
                    <a:pt x="327" y="77"/>
                  </a:cubicBezTo>
                  <a:cubicBezTo>
                    <a:pt x="324" y="78"/>
                    <a:pt x="319" y="77"/>
                    <a:pt x="317" y="77"/>
                  </a:cubicBezTo>
                  <a:cubicBezTo>
                    <a:pt x="315" y="78"/>
                    <a:pt x="311" y="80"/>
                    <a:pt x="308" y="80"/>
                  </a:cubicBezTo>
                  <a:cubicBezTo>
                    <a:pt x="307" y="80"/>
                    <a:pt x="303" y="80"/>
                    <a:pt x="301" y="79"/>
                  </a:cubicBezTo>
                  <a:cubicBezTo>
                    <a:pt x="299" y="79"/>
                    <a:pt x="295" y="77"/>
                    <a:pt x="293" y="77"/>
                  </a:cubicBezTo>
                  <a:cubicBezTo>
                    <a:pt x="292" y="77"/>
                    <a:pt x="290" y="77"/>
                    <a:pt x="289" y="78"/>
                  </a:cubicBezTo>
                  <a:cubicBezTo>
                    <a:pt x="288" y="78"/>
                    <a:pt x="287" y="80"/>
                    <a:pt x="285" y="80"/>
                  </a:cubicBezTo>
                  <a:cubicBezTo>
                    <a:pt x="283" y="81"/>
                    <a:pt x="279" y="80"/>
                    <a:pt x="277" y="80"/>
                  </a:cubicBezTo>
                  <a:cubicBezTo>
                    <a:pt x="276" y="79"/>
                    <a:pt x="275" y="77"/>
                    <a:pt x="274" y="77"/>
                  </a:cubicBezTo>
                  <a:cubicBezTo>
                    <a:pt x="273" y="76"/>
                    <a:pt x="271" y="76"/>
                    <a:pt x="270" y="76"/>
                  </a:cubicBezTo>
                  <a:cubicBezTo>
                    <a:pt x="269" y="76"/>
                    <a:pt x="267" y="78"/>
                    <a:pt x="266" y="78"/>
                  </a:cubicBezTo>
                  <a:cubicBezTo>
                    <a:pt x="265" y="78"/>
                    <a:pt x="264" y="79"/>
                    <a:pt x="263" y="79"/>
                  </a:cubicBezTo>
                  <a:cubicBezTo>
                    <a:pt x="263" y="79"/>
                    <a:pt x="261" y="77"/>
                    <a:pt x="260" y="77"/>
                  </a:cubicBezTo>
                  <a:cubicBezTo>
                    <a:pt x="259" y="77"/>
                    <a:pt x="257" y="79"/>
                    <a:pt x="255" y="80"/>
                  </a:cubicBezTo>
                  <a:cubicBezTo>
                    <a:pt x="254" y="80"/>
                    <a:pt x="251" y="82"/>
                    <a:pt x="249" y="83"/>
                  </a:cubicBezTo>
                  <a:cubicBezTo>
                    <a:pt x="248" y="83"/>
                    <a:pt x="247" y="86"/>
                    <a:pt x="246" y="86"/>
                  </a:cubicBezTo>
                  <a:cubicBezTo>
                    <a:pt x="245" y="87"/>
                    <a:pt x="243" y="89"/>
                    <a:pt x="242" y="89"/>
                  </a:cubicBezTo>
                  <a:cubicBezTo>
                    <a:pt x="240" y="90"/>
                    <a:pt x="236" y="92"/>
                    <a:pt x="234" y="93"/>
                  </a:cubicBezTo>
                  <a:cubicBezTo>
                    <a:pt x="231" y="93"/>
                    <a:pt x="225" y="93"/>
                    <a:pt x="222" y="92"/>
                  </a:cubicBezTo>
                  <a:cubicBezTo>
                    <a:pt x="220" y="92"/>
                    <a:pt x="215" y="89"/>
                    <a:pt x="212" y="88"/>
                  </a:cubicBezTo>
                  <a:cubicBezTo>
                    <a:pt x="211" y="87"/>
                    <a:pt x="207" y="86"/>
                    <a:pt x="205" y="85"/>
                  </a:cubicBezTo>
                  <a:cubicBezTo>
                    <a:pt x="203" y="83"/>
                    <a:pt x="201" y="80"/>
                    <a:pt x="199" y="79"/>
                  </a:cubicBezTo>
                  <a:cubicBezTo>
                    <a:pt x="197" y="78"/>
                    <a:pt x="194" y="78"/>
                    <a:pt x="192" y="78"/>
                  </a:cubicBezTo>
                  <a:cubicBezTo>
                    <a:pt x="191" y="77"/>
                    <a:pt x="189" y="75"/>
                    <a:pt x="188" y="74"/>
                  </a:cubicBezTo>
                  <a:cubicBezTo>
                    <a:pt x="188" y="72"/>
                    <a:pt x="188" y="69"/>
                    <a:pt x="188" y="67"/>
                  </a:cubicBezTo>
                  <a:cubicBezTo>
                    <a:pt x="188" y="66"/>
                    <a:pt x="188" y="63"/>
                    <a:pt x="187" y="62"/>
                  </a:cubicBezTo>
                  <a:cubicBezTo>
                    <a:pt x="186" y="62"/>
                    <a:pt x="185" y="62"/>
                    <a:pt x="184" y="62"/>
                  </a:cubicBezTo>
                  <a:cubicBezTo>
                    <a:pt x="183" y="62"/>
                    <a:pt x="182" y="61"/>
                    <a:pt x="181" y="61"/>
                  </a:cubicBezTo>
                  <a:cubicBezTo>
                    <a:pt x="180" y="62"/>
                    <a:pt x="180" y="64"/>
                    <a:pt x="180" y="65"/>
                  </a:cubicBezTo>
                  <a:cubicBezTo>
                    <a:pt x="179" y="65"/>
                    <a:pt x="177" y="67"/>
                    <a:pt x="176" y="67"/>
                  </a:cubicBezTo>
                  <a:cubicBezTo>
                    <a:pt x="174" y="68"/>
                    <a:pt x="171" y="66"/>
                    <a:pt x="169" y="66"/>
                  </a:cubicBezTo>
                  <a:cubicBezTo>
                    <a:pt x="168" y="66"/>
                    <a:pt x="165" y="67"/>
                    <a:pt x="164" y="67"/>
                  </a:cubicBezTo>
                  <a:cubicBezTo>
                    <a:pt x="163" y="67"/>
                    <a:pt x="161" y="66"/>
                    <a:pt x="161" y="65"/>
                  </a:cubicBezTo>
                  <a:cubicBezTo>
                    <a:pt x="159" y="64"/>
                    <a:pt x="159" y="60"/>
                    <a:pt x="158" y="59"/>
                  </a:cubicBezTo>
                  <a:cubicBezTo>
                    <a:pt x="158" y="57"/>
                    <a:pt x="158" y="52"/>
                    <a:pt x="157" y="50"/>
                  </a:cubicBezTo>
                  <a:cubicBezTo>
                    <a:pt x="156" y="49"/>
                    <a:pt x="154" y="49"/>
                    <a:pt x="153" y="48"/>
                  </a:cubicBezTo>
                  <a:cubicBezTo>
                    <a:pt x="152" y="47"/>
                    <a:pt x="151" y="46"/>
                    <a:pt x="150" y="45"/>
                  </a:cubicBezTo>
                  <a:cubicBezTo>
                    <a:pt x="150" y="44"/>
                    <a:pt x="150" y="42"/>
                    <a:pt x="150" y="41"/>
                  </a:cubicBezTo>
                  <a:cubicBezTo>
                    <a:pt x="148" y="40"/>
                    <a:pt x="145" y="40"/>
                    <a:pt x="143" y="41"/>
                  </a:cubicBezTo>
                  <a:cubicBezTo>
                    <a:pt x="142" y="42"/>
                    <a:pt x="141" y="44"/>
                    <a:pt x="140" y="45"/>
                  </a:cubicBezTo>
                  <a:cubicBezTo>
                    <a:pt x="139" y="46"/>
                    <a:pt x="136" y="49"/>
                    <a:pt x="135" y="50"/>
                  </a:cubicBezTo>
                  <a:cubicBezTo>
                    <a:pt x="133" y="51"/>
                    <a:pt x="128" y="51"/>
                    <a:pt x="125" y="51"/>
                  </a:cubicBezTo>
                  <a:cubicBezTo>
                    <a:pt x="123" y="51"/>
                    <a:pt x="120" y="50"/>
                    <a:pt x="118" y="50"/>
                  </a:cubicBezTo>
                  <a:cubicBezTo>
                    <a:pt x="117" y="49"/>
                    <a:pt x="114" y="50"/>
                    <a:pt x="113" y="50"/>
                  </a:cubicBezTo>
                  <a:cubicBezTo>
                    <a:pt x="112" y="50"/>
                    <a:pt x="110" y="51"/>
                    <a:pt x="109" y="52"/>
                  </a:cubicBezTo>
                  <a:cubicBezTo>
                    <a:pt x="108" y="53"/>
                    <a:pt x="106" y="55"/>
                    <a:pt x="106" y="56"/>
                  </a:cubicBezTo>
                  <a:cubicBezTo>
                    <a:pt x="106" y="57"/>
                    <a:pt x="107" y="59"/>
                    <a:pt x="106" y="60"/>
                  </a:cubicBezTo>
                  <a:cubicBezTo>
                    <a:pt x="106" y="60"/>
                    <a:pt x="105" y="60"/>
                    <a:pt x="104" y="61"/>
                  </a:cubicBezTo>
                  <a:cubicBezTo>
                    <a:pt x="104" y="61"/>
                    <a:pt x="104" y="63"/>
                    <a:pt x="104" y="63"/>
                  </a:cubicBezTo>
                  <a:cubicBezTo>
                    <a:pt x="105" y="64"/>
                    <a:pt x="106" y="66"/>
                    <a:pt x="106" y="67"/>
                  </a:cubicBezTo>
                  <a:cubicBezTo>
                    <a:pt x="107" y="69"/>
                    <a:pt x="106" y="72"/>
                    <a:pt x="106" y="74"/>
                  </a:cubicBezTo>
                  <a:cubicBezTo>
                    <a:pt x="105" y="75"/>
                    <a:pt x="102" y="76"/>
                    <a:pt x="100" y="77"/>
                  </a:cubicBezTo>
                  <a:cubicBezTo>
                    <a:pt x="99" y="78"/>
                    <a:pt x="95" y="80"/>
                    <a:pt x="93" y="81"/>
                  </a:cubicBezTo>
                  <a:cubicBezTo>
                    <a:pt x="92" y="82"/>
                    <a:pt x="91" y="84"/>
                    <a:pt x="90" y="85"/>
                  </a:cubicBezTo>
                  <a:cubicBezTo>
                    <a:pt x="90" y="85"/>
                    <a:pt x="87" y="85"/>
                    <a:pt x="86" y="85"/>
                  </a:cubicBezTo>
                  <a:cubicBezTo>
                    <a:pt x="85" y="85"/>
                    <a:pt x="83" y="87"/>
                    <a:pt x="82" y="87"/>
                  </a:cubicBezTo>
                  <a:cubicBezTo>
                    <a:pt x="80" y="88"/>
                    <a:pt x="77" y="88"/>
                    <a:pt x="75" y="88"/>
                  </a:cubicBezTo>
                  <a:cubicBezTo>
                    <a:pt x="74" y="87"/>
                    <a:pt x="71" y="83"/>
                    <a:pt x="70" y="82"/>
                  </a:cubicBezTo>
                  <a:cubicBezTo>
                    <a:pt x="69" y="82"/>
                    <a:pt x="66" y="80"/>
                    <a:pt x="65" y="80"/>
                  </a:cubicBezTo>
                  <a:cubicBezTo>
                    <a:pt x="63" y="78"/>
                    <a:pt x="60" y="76"/>
                    <a:pt x="59" y="74"/>
                  </a:cubicBezTo>
                  <a:cubicBezTo>
                    <a:pt x="58" y="72"/>
                    <a:pt x="58" y="68"/>
                    <a:pt x="57" y="66"/>
                  </a:cubicBezTo>
                  <a:cubicBezTo>
                    <a:pt x="57" y="65"/>
                    <a:pt x="55" y="63"/>
                    <a:pt x="54" y="62"/>
                  </a:cubicBezTo>
                  <a:cubicBezTo>
                    <a:pt x="54" y="61"/>
                    <a:pt x="56" y="59"/>
                    <a:pt x="55" y="58"/>
                  </a:cubicBezTo>
                  <a:cubicBezTo>
                    <a:pt x="55" y="57"/>
                    <a:pt x="52" y="57"/>
                    <a:pt x="51" y="56"/>
                  </a:cubicBezTo>
                  <a:cubicBezTo>
                    <a:pt x="51" y="56"/>
                    <a:pt x="50" y="54"/>
                    <a:pt x="49" y="54"/>
                  </a:cubicBezTo>
                  <a:cubicBezTo>
                    <a:pt x="48" y="54"/>
                    <a:pt x="46" y="55"/>
                    <a:pt x="46" y="56"/>
                  </a:cubicBezTo>
                  <a:cubicBezTo>
                    <a:pt x="45" y="57"/>
                    <a:pt x="44" y="60"/>
                    <a:pt x="45" y="61"/>
                  </a:cubicBezTo>
                  <a:cubicBezTo>
                    <a:pt x="45" y="62"/>
                    <a:pt x="47" y="63"/>
                    <a:pt x="47" y="64"/>
                  </a:cubicBezTo>
                  <a:cubicBezTo>
                    <a:pt x="47" y="65"/>
                    <a:pt x="45" y="67"/>
                    <a:pt x="45" y="68"/>
                  </a:cubicBezTo>
                  <a:cubicBezTo>
                    <a:pt x="45" y="69"/>
                    <a:pt x="46" y="70"/>
                    <a:pt x="46" y="71"/>
                  </a:cubicBezTo>
                  <a:cubicBezTo>
                    <a:pt x="45" y="72"/>
                    <a:pt x="43" y="74"/>
                    <a:pt x="42" y="74"/>
                  </a:cubicBezTo>
                  <a:cubicBezTo>
                    <a:pt x="41" y="74"/>
                    <a:pt x="40" y="72"/>
                    <a:pt x="39" y="72"/>
                  </a:cubicBezTo>
                  <a:cubicBezTo>
                    <a:pt x="38" y="71"/>
                    <a:pt x="37" y="72"/>
                    <a:pt x="36" y="72"/>
                  </a:cubicBezTo>
                  <a:cubicBezTo>
                    <a:pt x="35" y="73"/>
                    <a:pt x="35" y="75"/>
                    <a:pt x="34" y="75"/>
                  </a:cubicBezTo>
                  <a:cubicBezTo>
                    <a:pt x="34" y="77"/>
                    <a:pt x="33" y="79"/>
                    <a:pt x="32" y="80"/>
                  </a:cubicBezTo>
                  <a:cubicBezTo>
                    <a:pt x="31" y="81"/>
                    <a:pt x="29" y="82"/>
                    <a:pt x="28" y="82"/>
                  </a:cubicBezTo>
                  <a:cubicBezTo>
                    <a:pt x="27" y="83"/>
                    <a:pt x="25" y="81"/>
                    <a:pt x="24" y="81"/>
                  </a:cubicBezTo>
                  <a:cubicBezTo>
                    <a:pt x="23" y="82"/>
                    <a:pt x="20" y="83"/>
                    <a:pt x="19" y="84"/>
                  </a:cubicBezTo>
                  <a:cubicBezTo>
                    <a:pt x="18" y="84"/>
                    <a:pt x="17" y="87"/>
                    <a:pt x="16" y="88"/>
                  </a:cubicBezTo>
                  <a:cubicBezTo>
                    <a:pt x="16" y="88"/>
                    <a:pt x="14" y="89"/>
                    <a:pt x="14" y="90"/>
                  </a:cubicBezTo>
                  <a:cubicBezTo>
                    <a:pt x="13" y="90"/>
                    <a:pt x="10" y="91"/>
                    <a:pt x="9" y="92"/>
                  </a:cubicBezTo>
                  <a:cubicBezTo>
                    <a:pt x="8" y="92"/>
                    <a:pt x="5" y="93"/>
                    <a:pt x="5" y="94"/>
                  </a:cubicBezTo>
                  <a:cubicBezTo>
                    <a:pt x="5" y="95"/>
                    <a:pt x="8" y="95"/>
                    <a:pt x="8" y="96"/>
                  </a:cubicBezTo>
                  <a:cubicBezTo>
                    <a:pt x="8" y="96"/>
                    <a:pt x="7" y="98"/>
                    <a:pt x="7" y="99"/>
                  </a:cubicBezTo>
                  <a:cubicBezTo>
                    <a:pt x="8" y="99"/>
                    <a:pt x="10" y="99"/>
                    <a:pt x="10" y="100"/>
                  </a:cubicBezTo>
                  <a:cubicBezTo>
                    <a:pt x="11" y="101"/>
                    <a:pt x="10" y="102"/>
                    <a:pt x="10" y="103"/>
                  </a:cubicBezTo>
                  <a:cubicBezTo>
                    <a:pt x="10" y="103"/>
                    <a:pt x="8" y="103"/>
                    <a:pt x="8" y="104"/>
                  </a:cubicBezTo>
                  <a:cubicBezTo>
                    <a:pt x="8" y="105"/>
                    <a:pt x="8" y="106"/>
                    <a:pt x="8" y="107"/>
                  </a:cubicBezTo>
                  <a:cubicBezTo>
                    <a:pt x="7" y="107"/>
                    <a:pt x="6" y="108"/>
                    <a:pt x="6" y="108"/>
                  </a:cubicBezTo>
                  <a:cubicBezTo>
                    <a:pt x="6" y="109"/>
                    <a:pt x="8" y="109"/>
                    <a:pt x="8" y="110"/>
                  </a:cubicBezTo>
                  <a:cubicBezTo>
                    <a:pt x="9" y="111"/>
                    <a:pt x="9" y="112"/>
                    <a:pt x="8" y="113"/>
                  </a:cubicBezTo>
                  <a:cubicBezTo>
                    <a:pt x="8" y="113"/>
                    <a:pt x="7" y="114"/>
                    <a:pt x="6" y="114"/>
                  </a:cubicBezTo>
                  <a:cubicBezTo>
                    <a:pt x="5" y="114"/>
                    <a:pt x="4" y="116"/>
                    <a:pt x="4" y="116"/>
                  </a:cubicBezTo>
                  <a:cubicBezTo>
                    <a:pt x="4" y="117"/>
                    <a:pt x="4" y="119"/>
                    <a:pt x="5" y="120"/>
                  </a:cubicBezTo>
                  <a:cubicBezTo>
                    <a:pt x="5" y="121"/>
                    <a:pt x="7" y="122"/>
                    <a:pt x="7" y="123"/>
                  </a:cubicBezTo>
                  <a:cubicBezTo>
                    <a:pt x="8" y="124"/>
                    <a:pt x="7" y="127"/>
                    <a:pt x="7" y="128"/>
                  </a:cubicBezTo>
                  <a:cubicBezTo>
                    <a:pt x="7" y="130"/>
                    <a:pt x="7" y="133"/>
                    <a:pt x="7" y="135"/>
                  </a:cubicBezTo>
                  <a:cubicBezTo>
                    <a:pt x="6" y="135"/>
                    <a:pt x="4" y="136"/>
                    <a:pt x="3" y="137"/>
                  </a:cubicBezTo>
                  <a:cubicBezTo>
                    <a:pt x="3" y="137"/>
                    <a:pt x="1" y="138"/>
                    <a:pt x="0" y="139"/>
                  </a:cubicBezTo>
                  <a:cubicBezTo>
                    <a:pt x="0" y="140"/>
                    <a:pt x="0" y="141"/>
                    <a:pt x="0" y="142"/>
                  </a:cubicBezTo>
                  <a:cubicBezTo>
                    <a:pt x="1" y="143"/>
                    <a:pt x="3" y="144"/>
                    <a:pt x="3" y="145"/>
                  </a:cubicBezTo>
                  <a:cubicBezTo>
                    <a:pt x="4" y="146"/>
                    <a:pt x="5" y="149"/>
                    <a:pt x="6" y="151"/>
                  </a:cubicBezTo>
                  <a:cubicBezTo>
                    <a:pt x="7" y="153"/>
                    <a:pt x="8" y="156"/>
                    <a:pt x="8" y="158"/>
                  </a:cubicBezTo>
                  <a:cubicBezTo>
                    <a:pt x="8" y="159"/>
                    <a:pt x="8" y="162"/>
                    <a:pt x="9" y="163"/>
                  </a:cubicBezTo>
                  <a:cubicBezTo>
                    <a:pt x="9" y="164"/>
                    <a:pt x="13" y="166"/>
                    <a:pt x="14" y="168"/>
                  </a:cubicBezTo>
                  <a:cubicBezTo>
                    <a:pt x="15" y="168"/>
                    <a:pt x="16" y="170"/>
                    <a:pt x="16" y="170"/>
                  </a:cubicBezTo>
                  <a:cubicBezTo>
                    <a:pt x="18" y="171"/>
                    <a:pt x="21" y="170"/>
                    <a:pt x="22" y="170"/>
                  </a:cubicBezTo>
                  <a:cubicBezTo>
                    <a:pt x="24" y="170"/>
                    <a:pt x="26" y="172"/>
                    <a:pt x="28" y="173"/>
                  </a:cubicBezTo>
                  <a:cubicBezTo>
                    <a:pt x="29" y="173"/>
                    <a:pt x="30" y="174"/>
                    <a:pt x="31" y="175"/>
                  </a:cubicBezTo>
                  <a:cubicBezTo>
                    <a:pt x="32" y="177"/>
                    <a:pt x="32" y="180"/>
                    <a:pt x="33" y="182"/>
                  </a:cubicBezTo>
                  <a:cubicBezTo>
                    <a:pt x="34" y="184"/>
                    <a:pt x="37" y="188"/>
                    <a:pt x="39" y="190"/>
                  </a:cubicBezTo>
                  <a:cubicBezTo>
                    <a:pt x="41" y="191"/>
                    <a:pt x="44" y="191"/>
                    <a:pt x="46" y="191"/>
                  </a:cubicBezTo>
                  <a:cubicBezTo>
                    <a:pt x="49" y="191"/>
                    <a:pt x="54" y="188"/>
                    <a:pt x="57" y="187"/>
                  </a:cubicBezTo>
                  <a:cubicBezTo>
                    <a:pt x="58" y="187"/>
                    <a:pt x="62" y="187"/>
                    <a:pt x="64" y="187"/>
                  </a:cubicBezTo>
                  <a:cubicBezTo>
                    <a:pt x="66" y="187"/>
                    <a:pt x="70" y="186"/>
                    <a:pt x="73" y="186"/>
                  </a:cubicBezTo>
                  <a:cubicBezTo>
                    <a:pt x="75" y="186"/>
                    <a:pt x="80" y="186"/>
                    <a:pt x="82" y="186"/>
                  </a:cubicBezTo>
                  <a:cubicBezTo>
                    <a:pt x="83" y="186"/>
                    <a:pt x="86" y="186"/>
                    <a:pt x="87" y="186"/>
                  </a:cubicBezTo>
                  <a:cubicBezTo>
                    <a:pt x="89" y="186"/>
                    <a:pt x="92" y="188"/>
                    <a:pt x="93" y="189"/>
                  </a:cubicBezTo>
                  <a:cubicBezTo>
                    <a:pt x="94" y="190"/>
                    <a:pt x="94" y="192"/>
                    <a:pt x="94" y="193"/>
                  </a:cubicBezTo>
                  <a:cubicBezTo>
                    <a:pt x="95" y="194"/>
                    <a:pt x="100" y="194"/>
                    <a:pt x="101" y="195"/>
                  </a:cubicBezTo>
                  <a:cubicBezTo>
                    <a:pt x="102" y="196"/>
                    <a:pt x="102" y="199"/>
                    <a:pt x="102" y="200"/>
                  </a:cubicBezTo>
                  <a:cubicBezTo>
                    <a:pt x="103" y="201"/>
                    <a:pt x="105" y="202"/>
                    <a:pt x="106" y="203"/>
                  </a:cubicBezTo>
                  <a:cubicBezTo>
                    <a:pt x="109" y="203"/>
                    <a:pt x="113" y="199"/>
                    <a:pt x="115" y="199"/>
                  </a:cubicBezTo>
                  <a:cubicBezTo>
                    <a:pt x="117" y="199"/>
                    <a:pt x="122" y="200"/>
                    <a:pt x="124" y="200"/>
                  </a:cubicBezTo>
                  <a:cubicBezTo>
                    <a:pt x="125" y="201"/>
                    <a:pt x="126" y="202"/>
                    <a:pt x="127" y="202"/>
                  </a:cubicBezTo>
                  <a:cubicBezTo>
                    <a:pt x="129" y="203"/>
                    <a:pt x="133" y="202"/>
                    <a:pt x="134" y="203"/>
                  </a:cubicBezTo>
                  <a:cubicBezTo>
                    <a:pt x="136" y="204"/>
                    <a:pt x="136" y="207"/>
                    <a:pt x="137" y="208"/>
                  </a:cubicBezTo>
                  <a:cubicBezTo>
                    <a:pt x="138" y="209"/>
                    <a:pt x="141" y="211"/>
                    <a:pt x="142" y="213"/>
                  </a:cubicBezTo>
                  <a:cubicBezTo>
                    <a:pt x="143" y="214"/>
                    <a:pt x="146" y="215"/>
                    <a:pt x="147" y="217"/>
                  </a:cubicBezTo>
                  <a:cubicBezTo>
                    <a:pt x="148" y="218"/>
                    <a:pt x="149" y="221"/>
                    <a:pt x="151" y="222"/>
                  </a:cubicBezTo>
                  <a:cubicBezTo>
                    <a:pt x="151" y="223"/>
                    <a:pt x="153" y="222"/>
                    <a:pt x="154" y="223"/>
                  </a:cubicBezTo>
                  <a:cubicBezTo>
                    <a:pt x="155" y="224"/>
                    <a:pt x="158" y="227"/>
                    <a:pt x="159" y="228"/>
                  </a:cubicBezTo>
                  <a:cubicBezTo>
                    <a:pt x="160" y="229"/>
                    <a:pt x="162" y="230"/>
                    <a:pt x="163" y="231"/>
                  </a:cubicBezTo>
                  <a:cubicBezTo>
                    <a:pt x="166" y="232"/>
                    <a:pt x="170" y="234"/>
                    <a:pt x="172" y="236"/>
                  </a:cubicBezTo>
                  <a:cubicBezTo>
                    <a:pt x="173" y="236"/>
                    <a:pt x="175" y="238"/>
                    <a:pt x="176" y="239"/>
                  </a:cubicBezTo>
                  <a:cubicBezTo>
                    <a:pt x="178" y="239"/>
                    <a:pt x="180" y="239"/>
                    <a:pt x="181" y="239"/>
                  </a:cubicBezTo>
                  <a:cubicBezTo>
                    <a:pt x="182" y="240"/>
                    <a:pt x="184" y="241"/>
                    <a:pt x="185" y="242"/>
                  </a:cubicBezTo>
                  <a:cubicBezTo>
                    <a:pt x="186" y="242"/>
                    <a:pt x="189" y="242"/>
                    <a:pt x="190" y="242"/>
                  </a:cubicBezTo>
                  <a:cubicBezTo>
                    <a:pt x="192" y="243"/>
                    <a:pt x="194" y="244"/>
                    <a:pt x="196" y="244"/>
                  </a:cubicBezTo>
                  <a:cubicBezTo>
                    <a:pt x="197" y="244"/>
                    <a:pt x="200" y="244"/>
                    <a:pt x="201" y="245"/>
                  </a:cubicBezTo>
                  <a:cubicBezTo>
                    <a:pt x="203" y="246"/>
                    <a:pt x="207" y="250"/>
                    <a:pt x="209" y="252"/>
                  </a:cubicBezTo>
                  <a:cubicBezTo>
                    <a:pt x="210" y="252"/>
                    <a:pt x="211" y="255"/>
                    <a:pt x="212" y="255"/>
                  </a:cubicBezTo>
                  <a:cubicBezTo>
                    <a:pt x="212" y="256"/>
                    <a:pt x="213" y="255"/>
                    <a:pt x="214" y="256"/>
                  </a:cubicBezTo>
                  <a:cubicBezTo>
                    <a:pt x="215" y="256"/>
                    <a:pt x="215" y="259"/>
                    <a:pt x="215" y="260"/>
                  </a:cubicBezTo>
                  <a:cubicBezTo>
                    <a:pt x="216" y="261"/>
                    <a:pt x="219" y="264"/>
                    <a:pt x="221" y="264"/>
                  </a:cubicBezTo>
                  <a:cubicBezTo>
                    <a:pt x="223" y="265"/>
                    <a:pt x="227" y="265"/>
                    <a:pt x="228" y="266"/>
                  </a:cubicBezTo>
                  <a:cubicBezTo>
                    <a:pt x="230" y="267"/>
                    <a:pt x="231" y="270"/>
                    <a:pt x="233" y="271"/>
                  </a:cubicBezTo>
                  <a:cubicBezTo>
                    <a:pt x="234" y="271"/>
                    <a:pt x="236" y="271"/>
                    <a:pt x="237" y="271"/>
                  </a:cubicBezTo>
                  <a:cubicBezTo>
                    <a:pt x="239" y="271"/>
                    <a:pt x="243" y="271"/>
                    <a:pt x="245" y="272"/>
                  </a:cubicBezTo>
                  <a:cubicBezTo>
                    <a:pt x="246" y="273"/>
                    <a:pt x="247" y="275"/>
                    <a:pt x="248" y="275"/>
                  </a:cubicBezTo>
                  <a:cubicBezTo>
                    <a:pt x="249" y="276"/>
                    <a:pt x="252" y="276"/>
                    <a:pt x="253" y="277"/>
                  </a:cubicBezTo>
                  <a:cubicBezTo>
                    <a:pt x="254" y="278"/>
                    <a:pt x="253" y="281"/>
                    <a:pt x="254" y="282"/>
                  </a:cubicBezTo>
                  <a:cubicBezTo>
                    <a:pt x="255" y="283"/>
                    <a:pt x="259" y="284"/>
                    <a:pt x="260" y="284"/>
                  </a:cubicBezTo>
                  <a:cubicBezTo>
                    <a:pt x="262" y="283"/>
                    <a:pt x="265" y="281"/>
                    <a:pt x="267" y="281"/>
                  </a:cubicBezTo>
                  <a:cubicBezTo>
                    <a:pt x="269" y="281"/>
                    <a:pt x="272" y="282"/>
                    <a:pt x="274" y="281"/>
                  </a:cubicBezTo>
                  <a:cubicBezTo>
                    <a:pt x="276" y="281"/>
                    <a:pt x="281" y="279"/>
                    <a:pt x="283" y="279"/>
                  </a:cubicBezTo>
                  <a:cubicBezTo>
                    <a:pt x="285" y="278"/>
                    <a:pt x="291" y="279"/>
                    <a:pt x="293" y="280"/>
                  </a:cubicBezTo>
                  <a:cubicBezTo>
                    <a:pt x="295" y="280"/>
                    <a:pt x="299" y="282"/>
                    <a:pt x="302" y="282"/>
                  </a:cubicBezTo>
                  <a:cubicBezTo>
                    <a:pt x="303" y="282"/>
                    <a:pt x="307" y="281"/>
                    <a:pt x="309" y="281"/>
                  </a:cubicBezTo>
                  <a:cubicBezTo>
                    <a:pt x="310" y="281"/>
                    <a:pt x="314" y="283"/>
                    <a:pt x="315" y="283"/>
                  </a:cubicBezTo>
                  <a:cubicBezTo>
                    <a:pt x="317" y="284"/>
                    <a:pt x="321" y="284"/>
                    <a:pt x="323" y="285"/>
                  </a:cubicBezTo>
                  <a:cubicBezTo>
                    <a:pt x="324" y="286"/>
                    <a:pt x="327" y="288"/>
                    <a:pt x="329" y="289"/>
                  </a:cubicBezTo>
                  <a:cubicBezTo>
                    <a:pt x="330" y="290"/>
                    <a:pt x="333" y="291"/>
                    <a:pt x="334" y="291"/>
                  </a:cubicBezTo>
                  <a:cubicBezTo>
                    <a:pt x="336" y="293"/>
                    <a:pt x="340" y="297"/>
                    <a:pt x="342" y="298"/>
                  </a:cubicBezTo>
                  <a:cubicBezTo>
                    <a:pt x="343" y="300"/>
                    <a:pt x="348" y="302"/>
                    <a:pt x="349" y="304"/>
                  </a:cubicBezTo>
                  <a:cubicBezTo>
                    <a:pt x="350" y="305"/>
                    <a:pt x="350" y="308"/>
                    <a:pt x="350" y="309"/>
                  </a:cubicBezTo>
                  <a:cubicBezTo>
                    <a:pt x="351" y="311"/>
                    <a:pt x="352" y="313"/>
                    <a:pt x="353" y="315"/>
                  </a:cubicBezTo>
                  <a:cubicBezTo>
                    <a:pt x="354" y="316"/>
                    <a:pt x="356" y="317"/>
                    <a:pt x="357" y="318"/>
                  </a:cubicBezTo>
                  <a:cubicBezTo>
                    <a:pt x="359" y="320"/>
                    <a:pt x="360" y="325"/>
                    <a:pt x="361" y="328"/>
                  </a:cubicBezTo>
                  <a:cubicBezTo>
                    <a:pt x="362" y="329"/>
                    <a:pt x="364" y="331"/>
                    <a:pt x="365" y="333"/>
                  </a:cubicBezTo>
                  <a:cubicBezTo>
                    <a:pt x="365" y="334"/>
                    <a:pt x="364" y="336"/>
                    <a:pt x="364" y="337"/>
                  </a:cubicBezTo>
                  <a:cubicBezTo>
                    <a:pt x="365" y="338"/>
                    <a:pt x="368" y="339"/>
                    <a:pt x="370" y="340"/>
                  </a:cubicBezTo>
                  <a:cubicBezTo>
                    <a:pt x="370" y="340"/>
                    <a:pt x="371" y="342"/>
                    <a:pt x="372" y="342"/>
                  </a:cubicBezTo>
                  <a:cubicBezTo>
                    <a:pt x="373" y="343"/>
                    <a:pt x="377" y="343"/>
                    <a:pt x="378" y="343"/>
                  </a:cubicBezTo>
                  <a:cubicBezTo>
                    <a:pt x="380" y="343"/>
                    <a:pt x="383" y="344"/>
                    <a:pt x="384" y="345"/>
                  </a:cubicBezTo>
                  <a:cubicBezTo>
                    <a:pt x="386" y="345"/>
                    <a:pt x="390" y="345"/>
                    <a:pt x="392" y="346"/>
                  </a:cubicBezTo>
                  <a:cubicBezTo>
                    <a:pt x="394" y="346"/>
                    <a:pt x="398" y="347"/>
                    <a:pt x="399" y="348"/>
                  </a:cubicBezTo>
                  <a:cubicBezTo>
                    <a:pt x="400" y="349"/>
                    <a:pt x="401" y="353"/>
                    <a:pt x="402" y="354"/>
                  </a:cubicBezTo>
                  <a:cubicBezTo>
                    <a:pt x="403" y="355"/>
                    <a:pt x="404" y="356"/>
                    <a:pt x="405" y="356"/>
                  </a:cubicBezTo>
                  <a:cubicBezTo>
                    <a:pt x="407" y="356"/>
                    <a:pt x="410" y="355"/>
                    <a:pt x="412" y="356"/>
                  </a:cubicBezTo>
                  <a:cubicBezTo>
                    <a:pt x="414" y="356"/>
                    <a:pt x="416" y="357"/>
                    <a:pt x="418" y="358"/>
                  </a:cubicBezTo>
                  <a:cubicBezTo>
                    <a:pt x="419" y="358"/>
                    <a:pt x="422" y="359"/>
                    <a:pt x="424" y="359"/>
                  </a:cubicBezTo>
                  <a:cubicBezTo>
                    <a:pt x="425" y="359"/>
                    <a:pt x="427" y="356"/>
                    <a:pt x="428" y="356"/>
                  </a:cubicBezTo>
                  <a:cubicBezTo>
                    <a:pt x="429" y="355"/>
                    <a:pt x="432" y="354"/>
                    <a:pt x="433" y="354"/>
                  </a:cubicBezTo>
                  <a:cubicBezTo>
                    <a:pt x="434" y="353"/>
                    <a:pt x="436" y="352"/>
                    <a:pt x="437" y="352"/>
                  </a:cubicBezTo>
                  <a:cubicBezTo>
                    <a:pt x="439" y="352"/>
                    <a:pt x="443" y="352"/>
                    <a:pt x="444" y="353"/>
                  </a:cubicBezTo>
                  <a:cubicBezTo>
                    <a:pt x="446" y="353"/>
                    <a:pt x="447" y="356"/>
                    <a:pt x="448" y="357"/>
                  </a:cubicBezTo>
                  <a:cubicBezTo>
                    <a:pt x="449" y="358"/>
                    <a:pt x="451" y="360"/>
                    <a:pt x="453" y="360"/>
                  </a:cubicBezTo>
                  <a:cubicBezTo>
                    <a:pt x="454" y="360"/>
                    <a:pt x="457" y="357"/>
                    <a:pt x="458" y="357"/>
                  </a:cubicBezTo>
                  <a:cubicBezTo>
                    <a:pt x="460" y="356"/>
                    <a:pt x="463" y="357"/>
                    <a:pt x="465" y="357"/>
                  </a:cubicBezTo>
                  <a:cubicBezTo>
                    <a:pt x="466" y="358"/>
                    <a:pt x="468" y="362"/>
                    <a:pt x="469" y="363"/>
                  </a:cubicBezTo>
                  <a:cubicBezTo>
                    <a:pt x="470" y="364"/>
                    <a:pt x="472" y="366"/>
                    <a:pt x="473" y="366"/>
                  </a:cubicBezTo>
                  <a:cubicBezTo>
                    <a:pt x="474" y="367"/>
                    <a:pt x="476" y="368"/>
                    <a:pt x="477" y="367"/>
                  </a:cubicBezTo>
                  <a:cubicBezTo>
                    <a:pt x="479" y="367"/>
                    <a:pt x="478" y="364"/>
                    <a:pt x="479" y="363"/>
                  </a:cubicBezTo>
                  <a:cubicBezTo>
                    <a:pt x="480" y="362"/>
                    <a:pt x="483" y="364"/>
                    <a:pt x="484" y="363"/>
                  </a:cubicBezTo>
                  <a:cubicBezTo>
                    <a:pt x="485" y="362"/>
                    <a:pt x="484" y="358"/>
                    <a:pt x="483" y="357"/>
                  </a:cubicBezTo>
                  <a:cubicBezTo>
                    <a:pt x="483" y="355"/>
                    <a:pt x="481" y="353"/>
                    <a:pt x="481" y="352"/>
                  </a:cubicBezTo>
                  <a:cubicBezTo>
                    <a:pt x="481" y="351"/>
                    <a:pt x="481" y="348"/>
                    <a:pt x="481" y="347"/>
                  </a:cubicBezTo>
                  <a:cubicBezTo>
                    <a:pt x="481" y="346"/>
                    <a:pt x="479" y="344"/>
                    <a:pt x="479" y="343"/>
                  </a:cubicBezTo>
                  <a:cubicBezTo>
                    <a:pt x="478" y="341"/>
                    <a:pt x="477" y="336"/>
                    <a:pt x="477" y="333"/>
                  </a:cubicBezTo>
                  <a:cubicBezTo>
                    <a:pt x="476" y="331"/>
                    <a:pt x="476" y="328"/>
                    <a:pt x="476" y="326"/>
                  </a:cubicBezTo>
                  <a:cubicBezTo>
                    <a:pt x="477" y="324"/>
                    <a:pt x="479" y="321"/>
                    <a:pt x="480" y="319"/>
                  </a:cubicBezTo>
                  <a:cubicBezTo>
                    <a:pt x="480" y="318"/>
                    <a:pt x="480" y="314"/>
                    <a:pt x="481" y="312"/>
                  </a:cubicBezTo>
                  <a:cubicBezTo>
                    <a:pt x="482" y="311"/>
                    <a:pt x="486" y="308"/>
                    <a:pt x="487" y="307"/>
                  </a:cubicBezTo>
                  <a:cubicBezTo>
                    <a:pt x="488" y="306"/>
                    <a:pt x="489" y="303"/>
                    <a:pt x="489" y="302"/>
                  </a:cubicBezTo>
                  <a:cubicBezTo>
                    <a:pt x="490" y="302"/>
                    <a:pt x="491" y="301"/>
                    <a:pt x="491" y="30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6"/>
            <p:cNvSpPr>
              <a:spLocks/>
            </p:cNvSpPr>
            <p:nvPr/>
          </p:nvSpPr>
          <p:spPr bwMode="auto">
            <a:xfrm>
              <a:off x="6581775" y="4843463"/>
              <a:ext cx="41275" cy="61913"/>
            </a:xfrm>
            <a:custGeom>
              <a:avLst/>
              <a:gdLst/>
              <a:ahLst/>
              <a:cxnLst>
                <a:cxn ang="0">
                  <a:pos x="22" y="29"/>
                </a:cxn>
                <a:cxn ang="0">
                  <a:pos x="17" y="34"/>
                </a:cxn>
                <a:cxn ang="0">
                  <a:pos x="13" y="34"/>
                </a:cxn>
                <a:cxn ang="0">
                  <a:pos x="9" y="32"/>
                </a:cxn>
                <a:cxn ang="0">
                  <a:pos x="8" y="29"/>
                </a:cxn>
                <a:cxn ang="0">
                  <a:pos x="6" y="28"/>
                </a:cxn>
                <a:cxn ang="0">
                  <a:pos x="6" y="23"/>
                </a:cxn>
                <a:cxn ang="0">
                  <a:pos x="2" y="21"/>
                </a:cxn>
                <a:cxn ang="0">
                  <a:pos x="1" y="16"/>
                </a:cxn>
                <a:cxn ang="0">
                  <a:pos x="0" y="11"/>
                </a:cxn>
                <a:cxn ang="0">
                  <a:pos x="1" y="8"/>
                </a:cxn>
                <a:cxn ang="0">
                  <a:pos x="0" y="5"/>
                </a:cxn>
                <a:cxn ang="0">
                  <a:pos x="1" y="1"/>
                </a:cxn>
                <a:cxn ang="0">
                  <a:pos x="5" y="1"/>
                </a:cxn>
                <a:cxn ang="0">
                  <a:pos x="7" y="4"/>
                </a:cxn>
                <a:cxn ang="0">
                  <a:pos x="6" y="5"/>
                </a:cxn>
                <a:cxn ang="0">
                  <a:pos x="7" y="10"/>
                </a:cxn>
                <a:cxn ang="0">
                  <a:pos x="12" y="13"/>
                </a:cxn>
                <a:cxn ang="0">
                  <a:pos x="14" y="13"/>
                </a:cxn>
                <a:cxn ang="0">
                  <a:pos x="17" y="16"/>
                </a:cxn>
                <a:cxn ang="0">
                  <a:pos x="21" y="19"/>
                </a:cxn>
                <a:cxn ang="0">
                  <a:pos x="23" y="23"/>
                </a:cxn>
                <a:cxn ang="0">
                  <a:pos x="23" y="26"/>
                </a:cxn>
                <a:cxn ang="0">
                  <a:pos x="22" y="29"/>
                </a:cxn>
              </a:cxnLst>
              <a:rect l="0" t="0" r="r" b="b"/>
              <a:pathLst>
                <a:path w="23" h="35">
                  <a:moveTo>
                    <a:pt x="22" y="29"/>
                  </a:moveTo>
                  <a:cubicBezTo>
                    <a:pt x="21" y="30"/>
                    <a:pt x="19" y="33"/>
                    <a:pt x="17" y="34"/>
                  </a:cubicBezTo>
                  <a:cubicBezTo>
                    <a:pt x="16" y="34"/>
                    <a:pt x="14" y="35"/>
                    <a:pt x="13" y="34"/>
                  </a:cubicBezTo>
                  <a:cubicBezTo>
                    <a:pt x="12" y="34"/>
                    <a:pt x="9" y="33"/>
                    <a:pt x="9" y="32"/>
                  </a:cubicBezTo>
                  <a:cubicBezTo>
                    <a:pt x="8" y="31"/>
                    <a:pt x="8" y="29"/>
                    <a:pt x="8" y="29"/>
                  </a:cubicBezTo>
                  <a:cubicBezTo>
                    <a:pt x="8" y="28"/>
                    <a:pt x="6" y="28"/>
                    <a:pt x="6" y="28"/>
                  </a:cubicBezTo>
                  <a:cubicBezTo>
                    <a:pt x="5" y="27"/>
                    <a:pt x="6" y="24"/>
                    <a:pt x="6" y="23"/>
                  </a:cubicBezTo>
                  <a:cubicBezTo>
                    <a:pt x="5" y="22"/>
                    <a:pt x="3" y="22"/>
                    <a:pt x="2" y="21"/>
                  </a:cubicBezTo>
                  <a:cubicBezTo>
                    <a:pt x="2" y="20"/>
                    <a:pt x="1" y="17"/>
                    <a:pt x="1" y="16"/>
                  </a:cubicBezTo>
                  <a:cubicBezTo>
                    <a:pt x="0" y="15"/>
                    <a:pt x="0" y="12"/>
                    <a:pt x="0" y="11"/>
                  </a:cubicBezTo>
                  <a:cubicBezTo>
                    <a:pt x="1" y="10"/>
                    <a:pt x="1" y="9"/>
                    <a:pt x="1" y="8"/>
                  </a:cubicBezTo>
                  <a:cubicBezTo>
                    <a:pt x="1" y="7"/>
                    <a:pt x="0" y="6"/>
                    <a:pt x="0" y="5"/>
                  </a:cubicBezTo>
                  <a:cubicBezTo>
                    <a:pt x="0" y="4"/>
                    <a:pt x="0" y="2"/>
                    <a:pt x="1" y="1"/>
                  </a:cubicBezTo>
                  <a:cubicBezTo>
                    <a:pt x="2" y="0"/>
                    <a:pt x="4" y="1"/>
                    <a:pt x="5" y="1"/>
                  </a:cubicBezTo>
                  <a:cubicBezTo>
                    <a:pt x="6" y="2"/>
                    <a:pt x="7" y="3"/>
                    <a:pt x="7" y="4"/>
                  </a:cubicBezTo>
                  <a:cubicBezTo>
                    <a:pt x="7" y="4"/>
                    <a:pt x="6" y="5"/>
                    <a:pt x="6" y="5"/>
                  </a:cubicBezTo>
                  <a:cubicBezTo>
                    <a:pt x="6" y="6"/>
                    <a:pt x="6" y="9"/>
                    <a:pt x="7" y="10"/>
                  </a:cubicBezTo>
                  <a:cubicBezTo>
                    <a:pt x="7" y="11"/>
                    <a:pt x="10" y="13"/>
                    <a:pt x="12" y="13"/>
                  </a:cubicBezTo>
                  <a:cubicBezTo>
                    <a:pt x="12" y="14"/>
                    <a:pt x="14" y="13"/>
                    <a:pt x="14" y="13"/>
                  </a:cubicBezTo>
                  <a:cubicBezTo>
                    <a:pt x="15" y="14"/>
                    <a:pt x="16" y="16"/>
                    <a:pt x="17" y="16"/>
                  </a:cubicBezTo>
                  <a:cubicBezTo>
                    <a:pt x="18" y="17"/>
                    <a:pt x="20" y="18"/>
                    <a:pt x="21" y="19"/>
                  </a:cubicBezTo>
                  <a:cubicBezTo>
                    <a:pt x="21" y="20"/>
                    <a:pt x="23" y="22"/>
                    <a:pt x="23" y="23"/>
                  </a:cubicBezTo>
                  <a:cubicBezTo>
                    <a:pt x="23" y="23"/>
                    <a:pt x="23" y="25"/>
                    <a:pt x="23" y="26"/>
                  </a:cubicBezTo>
                  <a:cubicBezTo>
                    <a:pt x="22" y="26"/>
                    <a:pt x="22" y="28"/>
                    <a:pt x="22" y="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7"/>
            <p:cNvSpPr>
              <a:spLocks/>
            </p:cNvSpPr>
            <p:nvPr/>
          </p:nvSpPr>
          <p:spPr bwMode="auto">
            <a:xfrm>
              <a:off x="6599238" y="4413250"/>
              <a:ext cx="28575" cy="25400"/>
            </a:xfrm>
            <a:custGeom>
              <a:avLst/>
              <a:gdLst/>
              <a:ahLst/>
              <a:cxnLst>
                <a:cxn ang="0">
                  <a:pos x="16" y="10"/>
                </a:cxn>
                <a:cxn ang="0">
                  <a:pos x="12" y="9"/>
                </a:cxn>
                <a:cxn ang="0">
                  <a:pos x="11" y="5"/>
                </a:cxn>
                <a:cxn ang="0">
                  <a:pos x="9" y="4"/>
                </a:cxn>
                <a:cxn ang="0">
                  <a:pos x="9" y="1"/>
                </a:cxn>
                <a:cxn ang="0">
                  <a:pos x="5" y="0"/>
                </a:cxn>
                <a:cxn ang="0">
                  <a:pos x="1" y="1"/>
                </a:cxn>
                <a:cxn ang="0">
                  <a:pos x="2" y="4"/>
                </a:cxn>
                <a:cxn ang="0">
                  <a:pos x="1" y="7"/>
                </a:cxn>
                <a:cxn ang="0">
                  <a:pos x="5" y="9"/>
                </a:cxn>
                <a:cxn ang="0">
                  <a:pos x="8" y="9"/>
                </a:cxn>
                <a:cxn ang="0">
                  <a:pos x="9" y="12"/>
                </a:cxn>
                <a:cxn ang="0">
                  <a:pos x="13" y="14"/>
                </a:cxn>
                <a:cxn ang="0">
                  <a:pos x="16" y="12"/>
                </a:cxn>
                <a:cxn ang="0">
                  <a:pos x="16" y="10"/>
                </a:cxn>
              </a:cxnLst>
              <a:rect l="0" t="0" r="r" b="b"/>
              <a:pathLst>
                <a:path w="16" h="14">
                  <a:moveTo>
                    <a:pt x="16" y="10"/>
                  </a:moveTo>
                  <a:cubicBezTo>
                    <a:pt x="15" y="9"/>
                    <a:pt x="13" y="10"/>
                    <a:pt x="12" y="9"/>
                  </a:cubicBezTo>
                  <a:cubicBezTo>
                    <a:pt x="11" y="8"/>
                    <a:pt x="12" y="6"/>
                    <a:pt x="11" y="5"/>
                  </a:cubicBezTo>
                  <a:cubicBezTo>
                    <a:pt x="11" y="5"/>
                    <a:pt x="9" y="4"/>
                    <a:pt x="9" y="4"/>
                  </a:cubicBezTo>
                  <a:cubicBezTo>
                    <a:pt x="9" y="3"/>
                    <a:pt x="10" y="1"/>
                    <a:pt x="9" y="1"/>
                  </a:cubicBezTo>
                  <a:cubicBezTo>
                    <a:pt x="8" y="0"/>
                    <a:pt x="6" y="0"/>
                    <a:pt x="5" y="0"/>
                  </a:cubicBezTo>
                  <a:cubicBezTo>
                    <a:pt x="4" y="0"/>
                    <a:pt x="1" y="0"/>
                    <a:pt x="1" y="1"/>
                  </a:cubicBezTo>
                  <a:cubicBezTo>
                    <a:pt x="0" y="2"/>
                    <a:pt x="2" y="3"/>
                    <a:pt x="2" y="4"/>
                  </a:cubicBezTo>
                  <a:cubicBezTo>
                    <a:pt x="2" y="5"/>
                    <a:pt x="1" y="6"/>
                    <a:pt x="1" y="7"/>
                  </a:cubicBezTo>
                  <a:cubicBezTo>
                    <a:pt x="1" y="8"/>
                    <a:pt x="4" y="8"/>
                    <a:pt x="5" y="9"/>
                  </a:cubicBezTo>
                  <a:cubicBezTo>
                    <a:pt x="5" y="9"/>
                    <a:pt x="7" y="9"/>
                    <a:pt x="8" y="9"/>
                  </a:cubicBezTo>
                  <a:cubicBezTo>
                    <a:pt x="8" y="9"/>
                    <a:pt x="8" y="11"/>
                    <a:pt x="9" y="12"/>
                  </a:cubicBezTo>
                  <a:cubicBezTo>
                    <a:pt x="10" y="13"/>
                    <a:pt x="12" y="14"/>
                    <a:pt x="13" y="14"/>
                  </a:cubicBezTo>
                  <a:cubicBezTo>
                    <a:pt x="14" y="14"/>
                    <a:pt x="16" y="13"/>
                    <a:pt x="16" y="12"/>
                  </a:cubicBezTo>
                  <a:cubicBezTo>
                    <a:pt x="16" y="12"/>
                    <a:pt x="16" y="11"/>
                    <a:pt x="16"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8"/>
            <p:cNvSpPr>
              <a:spLocks/>
            </p:cNvSpPr>
            <p:nvPr/>
          </p:nvSpPr>
          <p:spPr bwMode="auto">
            <a:xfrm>
              <a:off x="6670675" y="4424363"/>
              <a:ext cx="31750" cy="20638"/>
            </a:xfrm>
            <a:custGeom>
              <a:avLst/>
              <a:gdLst/>
              <a:ahLst/>
              <a:cxnLst>
                <a:cxn ang="0">
                  <a:pos x="11" y="3"/>
                </a:cxn>
                <a:cxn ang="0">
                  <a:pos x="7" y="3"/>
                </a:cxn>
                <a:cxn ang="0">
                  <a:pos x="6" y="0"/>
                </a:cxn>
                <a:cxn ang="0">
                  <a:pos x="4" y="2"/>
                </a:cxn>
                <a:cxn ang="0">
                  <a:pos x="3" y="3"/>
                </a:cxn>
                <a:cxn ang="0">
                  <a:pos x="0" y="4"/>
                </a:cxn>
                <a:cxn ang="0">
                  <a:pos x="2" y="6"/>
                </a:cxn>
                <a:cxn ang="0">
                  <a:pos x="2" y="9"/>
                </a:cxn>
                <a:cxn ang="0">
                  <a:pos x="6" y="9"/>
                </a:cxn>
                <a:cxn ang="0">
                  <a:pos x="9" y="7"/>
                </a:cxn>
                <a:cxn ang="0">
                  <a:pos x="12" y="10"/>
                </a:cxn>
                <a:cxn ang="0">
                  <a:pos x="13" y="11"/>
                </a:cxn>
                <a:cxn ang="0">
                  <a:pos x="18" y="9"/>
                </a:cxn>
                <a:cxn ang="0">
                  <a:pos x="16" y="5"/>
                </a:cxn>
                <a:cxn ang="0">
                  <a:pos x="13" y="5"/>
                </a:cxn>
                <a:cxn ang="0">
                  <a:pos x="11" y="3"/>
                </a:cxn>
              </a:cxnLst>
              <a:rect l="0" t="0" r="r" b="b"/>
              <a:pathLst>
                <a:path w="18" h="12">
                  <a:moveTo>
                    <a:pt x="11" y="3"/>
                  </a:moveTo>
                  <a:cubicBezTo>
                    <a:pt x="10" y="3"/>
                    <a:pt x="8" y="4"/>
                    <a:pt x="7" y="3"/>
                  </a:cubicBezTo>
                  <a:cubicBezTo>
                    <a:pt x="7" y="3"/>
                    <a:pt x="7" y="1"/>
                    <a:pt x="6" y="0"/>
                  </a:cubicBezTo>
                  <a:cubicBezTo>
                    <a:pt x="6" y="0"/>
                    <a:pt x="4" y="1"/>
                    <a:pt x="4" y="2"/>
                  </a:cubicBezTo>
                  <a:cubicBezTo>
                    <a:pt x="4" y="2"/>
                    <a:pt x="3" y="3"/>
                    <a:pt x="3" y="3"/>
                  </a:cubicBezTo>
                  <a:cubicBezTo>
                    <a:pt x="3" y="4"/>
                    <a:pt x="1" y="3"/>
                    <a:pt x="0" y="4"/>
                  </a:cubicBezTo>
                  <a:cubicBezTo>
                    <a:pt x="0" y="4"/>
                    <a:pt x="2" y="6"/>
                    <a:pt x="2" y="6"/>
                  </a:cubicBezTo>
                  <a:cubicBezTo>
                    <a:pt x="2" y="7"/>
                    <a:pt x="1" y="8"/>
                    <a:pt x="2" y="9"/>
                  </a:cubicBezTo>
                  <a:cubicBezTo>
                    <a:pt x="3" y="10"/>
                    <a:pt x="5" y="9"/>
                    <a:pt x="6" y="9"/>
                  </a:cubicBezTo>
                  <a:cubicBezTo>
                    <a:pt x="7" y="9"/>
                    <a:pt x="9" y="7"/>
                    <a:pt x="9" y="7"/>
                  </a:cubicBezTo>
                  <a:cubicBezTo>
                    <a:pt x="10" y="8"/>
                    <a:pt x="12" y="9"/>
                    <a:pt x="12" y="10"/>
                  </a:cubicBezTo>
                  <a:cubicBezTo>
                    <a:pt x="12" y="10"/>
                    <a:pt x="13" y="11"/>
                    <a:pt x="13" y="11"/>
                  </a:cubicBezTo>
                  <a:cubicBezTo>
                    <a:pt x="14" y="12"/>
                    <a:pt x="17" y="11"/>
                    <a:pt x="18" y="9"/>
                  </a:cubicBezTo>
                  <a:cubicBezTo>
                    <a:pt x="18" y="8"/>
                    <a:pt x="17" y="6"/>
                    <a:pt x="16" y="5"/>
                  </a:cubicBezTo>
                  <a:cubicBezTo>
                    <a:pt x="15" y="5"/>
                    <a:pt x="13" y="5"/>
                    <a:pt x="13" y="5"/>
                  </a:cubicBezTo>
                  <a:cubicBezTo>
                    <a:pt x="12" y="4"/>
                    <a:pt x="12" y="3"/>
                    <a:pt x="11"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9"/>
            <p:cNvSpPr>
              <a:spLocks/>
            </p:cNvSpPr>
            <p:nvPr/>
          </p:nvSpPr>
          <p:spPr bwMode="auto">
            <a:xfrm>
              <a:off x="6683375" y="4397375"/>
              <a:ext cx="12700" cy="15875"/>
            </a:xfrm>
            <a:custGeom>
              <a:avLst/>
              <a:gdLst/>
              <a:ahLst/>
              <a:cxnLst>
                <a:cxn ang="0">
                  <a:pos x="6" y="7"/>
                </a:cxn>
                <a:cxn ang="0">
                  <a:pos x="4" y="9"/>
                </a:cxn>
                <a:cxn ang="0">
                  <a:pos x="1" y="8"/>
                </a:cxn>
                <a:cxn ang="0">
                  <a:pos x="0" y="6"/>
                </a:cxn>
                <a:cxn ang="0">
                  <a:pos x="0" y="2"/>
                </a:cxn>
                <a:cxn ang="0">
                  <a:pos x="3" y="0"/>
                </a:cxn>
                <a:cxn ang="0">
                  <a:pos x="4" y="2"/>
                </a:cxn>
                <a:cxn ang="0">
                  <a:pos x="4" y="4"/>
                </a:cxn>
                <a:cxn ang="0">
                  <a:pos x="7" y="4"/>
                </a:cxn>
                <a:cxn ang="0">
                  <a:pos x="6" y="7"/>
                </a:cxn>
              </a:cxnLst>
              <a:rect l="0" t="0" r="r" b="b"/>
              <a:pathLst>
                <a:path w="7" h="9">
                  <a:moveTo>
                    <a:pt x="6" y="7"/>
                  </a:moveTo>
                  <a:cubicBezTo>
                    <a:pt x="6" y="8"/>
                    <a:pt x="5" y="9"/>
                    <a:pt x="4" y="9"/>
                  </a:cubicBezTo>
                  <a:cubicBezTo>
                    <a:pt x="4" y="9"/>
                    <a:pt x="2" y="9"/>
                    <a:pt x="1" y="8"/>
                  </a:cubicBezTo>
                  <a:cubicBezTo>
                    <a:pt x="0" y="8"/>
                    <a:pt x="0" y="6"/>
                    <a:pt x="0" y="6"/>
                  </a:cubicBezTo>
                  <a:cubicBezTo>
                    <a:pt x="0" y="5"/>
                    <a:pt x="0" y="2"/>
                    <a:pt x="0" y="2"/>
                  </a:cubicBezTo>
                  <a:cubicBezTo>
                    <a:pt x="1" y="1"/>
                    <a:pt x="2" y="0"/>
                    <a:pt x="3" y="0"/>
                  </a:cubicBezTo>
                  <a:cubicBezTo>
                    <a:pt x="3" y="0"/>
                    <a:pt x="4" y="1"/>
                    <a:pt x="4" y="2"/>
                  </a:cubicBezTo>
                  <a:cubicBezTo>
                    <a:pt x="4" y="2"/>
                    <a:pt x="3" y="4"/>
                    <a:pt x="4" y="4"/>
                  </a:cubicBezTo>
                  <a:cubicBezTo>
                    <a:pt x="4" y="5"/>
                    <a:pt x="6" y="4"/>
                    <a:pt x="7" y="4"/>
                  </a:cubicBezTo>
                  <a:cubicBezTo>
                    <a:pt x="7" y="5"/>
                    <a:pt x="7" y="6"/>
                    <a:pt x="6"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0"/>
            <p:cNvSpPr>
              <a:spLocks/>
            </p:cNvSpPr>
            <p:nvPr/>
          </p:nvSpPr>
          <p:spPr bwMode="auto">
            <a:xfrm>
              <a:off x="7535863" y="4048125"/>
              <a:ext cx="17462" cy="17463"/>
            </a:xfrm>
            <a:custGeom>
              <a:avLst/>
              <a:gdLst/>
              <a:ahLst/>
              <a:cxnLst>
                <a:cxn ang="0">
                  <a:pos x="8" y="6"/>
                </a:cxn>
                <a:cxn ang="0">
                  <a:pos x="10" y="4"/>
                </a:cxn>
                <a:cxn ang="0">
                  <a:pos x="9" y="1"/>
                </a:cxn>
                <a:cxn ang="0">
                  <a:pos x="7" y="0"/>
                </a:cxn>
                <a:cxn ang="0">
                  <a:pos x="4" y="0"/>
                </a:cxn>
                <a:cxn ang="0">
                  <a:pos x="3" y="3"/>
                </a:cxn>
                <a:cxn ang="0">
                  <a:pos x="1" y="4"/>
                </a:cxn>
                <a:cxn ang="0">
                  <a:pos x="1" y="7"/>
                </a:cxn>
                <a:cxn ang="0">
                  <a:pos x="3" y="8"/>
                </a:cxn>
                <a:cxn ang="0">
                  <a:pos x="4" y="10"/>
                </a:cxn>
                <a:cxn ang="0">
                  <a:pos x="6" y="8"/>
                </a:cxn>
                <a:cxn ang="0">
                  <a:pos x="8" y="6"/>
                </a:cxn>
              </a:cxnLst>
              <a:rect l="0" t="0" r="r" b="b"/>
              <a:pathLst>
                <a:path w="10" h="10">
                  <a:moveTo>
                    <a:pt x="8" y="6"/>
                  </a:moveTo>
                  <a:cubicBezTo>
                    <a:pt x="8" y="5"/>
                    <a:pt x="9" y="4"/>
                    <a:pt x="10" y="4"/>
                  </a:cubicBezTo>
                  <a:cubicBezTo>
                    <a:pt x="10" y="3"/>
                    <a:pt x="9" y="1"/>
                    <a:pt x="9" y="1"/>
                  </a:cubicBezTo>
                  <a:cubicBezTo>
                    <a:pt x="8" y="0"/>
                    <a:pt x="7" y="0"/>
                    <a:pt x="7" y="0"/>
                  </a:cubicBezTo>
                  <a:cubicBezTo>
                    <a:pt x="6" y="0"/>
                    <a:pt x="5" y="0"/>
                    <a:pt x="4" y="0"/>
                  </a:cubicBezTo>
                  <a:cubicBezTo>
                    <a:pt x="4" y="1"/>
                    <a:pt x="4" y="2"/>
                    <a:pt x="3" y="3"/>
                  </a:cubicBezTo>
                  <a:cubicBezTo>
                    <a:pt x="3" y="3"/>
                    <a:pt x="2" y="4"/>
                    <a:pt x="1" y="4"/>
                  </a:cubicBezTo>
                  <a:cubicBezTo>
                    <a:pt x="1" y="5"/>
                    <a:pt x="0" y="6"/>
                    <a:pt x="1" y="7"/>
                  </a:cubicBezTo>
                  <a:cubicBezTo>
                    <a:pt x="1" y="8"/>
                    <a:pt x="2" y="8"/>
                    <a:pt x="3" y="8"/>
                  </a:cubicBezTo>
                  <a:cubicBezTo>
                    <a:pt x="3" y="8"/>
                    <a:pt x="4" y="10"/>
                    <a:pt x="4" y="10"/>
                  </a:cubicBezTo>
                  <a:cubicBezTo>
                    <a:pt x="5" y="10"/>
                    <a:pt x="6" y="9"/>
                    <a:pt x="6" y="8"/>
                  </a:cubicBezTo>
                  <a:cubicBezTo>
                    <a:pt x="6" y="8"/>
                    <a:pt x="7" y="6"/>
                    <a:pt x="8"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1"/>
            <p:cNvSpPr>
              <a:spLocks/>
            </p:cNvSpPr>
            <p:nvPr/>
          </p:nvSpPr>
          <p:spPr bwMode="auto">
            <a:xfrm>
              <a:off x="7497763" y="4114800"/>
              <a:ext cx="12700" cy="12700"/>
            </a:xfrm>
            <a:custGeom>
              <a:avLst/>
              <a:gdLst/>
              <a:ahLst/>
              <a:cxnLst>
                <a:cxn ang="0">
                  <a:pos x="7" y="3"/>
                </a:cxn>
                <a:cxn ang="0">
                  <a:pos x="5" y="1"/>
                </a:cxn>
                <a:cxn ang="0">
                  <a:pos x="3" y="1"/>
                </a:cxn>
                <a:cxn ang="0">
                  <a:pos x="1" y="1"/>
                </a:cxn>
                <a:cxn ang="0">
                  <a:pos x="0" y="3"/>
                </a:cxn>
                <a:cxn ang="0">
                  <a:pos x="0" y="6"/>
                </a:cxn>
                <a:cxn ang="0">
                  <a:pos x="2" y="7"/>
                </a:cxn>
                <a:cxn ang="0">
                  <a:pos x="5" y="7"/>
                </a:cxn>
                <a:cxn ang="0">
                  <a:pos x="6" y="5"/>
                </a:cxn>
                <a:cxn ang="0">
                  <a:pos x="7" y="3"/>
                </a:cxn>
              </a:cxnLst>
              <a:rect l="0" t="0" r="r" b="b"/>
              <a:pathLst>
                <a:path w="7" h="7">
                  <a:moveTo>
                    <a:pt x="7" y="3"/>
                  </a:moveTo>
                  <a:cubicBezTo>
                    <a:pt x="7" y="2"/>
                    <a:pt x="6" y="1"/>
                    <a:pt x="5" y="1"/>
                  </a:cubicBezTo>
                  <a:cubicBezTo>
                    <a:pt x="4" y="0"/>
                    <a:pt x="3" y="1"/>
                    <a:pt x="3" y="1"/>
                  </a:cubicBezTo>
                  <a:cubicBezTo>
                    <a:pt x="2" y="1"/>
                    <a:pt x="1" y="0"/>
                    <a:pt x="1" y="1"/>
                  </a:cubicBezTo>
                  <a:cubicBezTo>
                    <a:pt x="0" y="1"/>
                    <a:pt x="0" y="3"/>
                    <a:pt x="0" y="3"/>
                  </a:cubicBezTo>
                  <a:cubicBezTo>
                    <a:pt x="0" y="4"/>
                    <a:pt x="0" y="5"/>
                    <a:pt x="0" y="6"/>
                  </a:cubicBezTo>
                  <a:cubicBezTo>
                    <a:pt x="0" y="6"/>
                    <a:pt x="1" y="7"/>
                    <a:pt x="2" y="7"/>
                  </a:cubicBezTo>
                  <a:cubicBezTo>
                    <a:pt x="3" y="7"/>
                    <a:pt x="5" y="7"/>
                    <a:pt x="5" y="7"/>
                  </a:cubicBezTo>
                  <a:cubicBezTo>
                    <a:pt x="6" y="6"/>
                    <a:pt x="6" y="5"/>
                    <a:pt x="6" y="5"/>
                  </a:cubicBezTo>
                  <a:cubicBezTo>
                    <a:pt x="6" y="4"/>
                    <a:pt x="7" y="4"/>
                    <a:pt x="7"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12"/>
            <p:cNvSpPr>
              <a:spLocks/>
            </p:cNvSpPr>
            <p:nvPr/>
          </p:nvSpPr>
          <p:spPr bwMode="auto">
            <a:xfrm>
              <a:off x="7426325" y="4144963"/>
              <a:ext cx="22225" cy="19050"/>
            </a:xfrm>
            <a:custGeom>
              <a:avLst/>
              <a:gdLst/>
              <a:ahLst/>
              <a:cxnLst>
                <a:cxn ang="0">
                  <a:pos x="12" y="6"/>
                </a:cxn>
                <a:cxn ang="0">
                  <a:pos x="13" y="2"/>
                </a:cxn>
                <a:cxn ang="0">
                  <a:pos x="11" y="0"/>
                </a:cxn>
                <a:cxn ang="0">
                  <a:pos x="7" y="1"/>
                </a:cxn>
                <a:cxn ang="0">
                  <a:pos x="4" y="0"/>
                </a:cxn>
                <a:cxn ang="0">
                  <a:pos x="1" y="1"/>
                </a:cxn>
                <a:cxn ang="0">
                  <a:pos x="1" y="5"/>
                </a:cxn>
                <a:cxn ang="0">
                  <a:pos x="4" y="7"/>
                </a:cxn>
                <a:cxn ang="0">
                  <a:pos x="7" y="10"/>
                </a:cxn>
                <a:cxn ang="0">
                  <a:pos x="10" y="11"/>
                </a:cxn>
                <a:cxn ang="0">
                  <a:pos x="12" y="9"/>
                </a:cxn>
                <a:cxn ang="0">
                  <a:pos x="12" y="6"/>
                </a:cxn>
              </a:cxnLst>
              <a:rect l="0" t="0" r="r" b="b"/>
              <a:pathLst>
                <a:path w="13" h="11">
                  <a:moveTo>
                    <a:pt x="12" y="6"/>
                  </a:moveTo>
                  <a:cubicBezTo>
                    <a:pt x="12" y="5"/>
                    <a:pt x="13" y="3"/>
                    <a:pt x="13" y="2"/>
                  </a:cubicBezTo>
                  <a:cubicBezTo>
                    <a:pt x="12" y="2"/>
                    <a:pt x="12" y="0"/>
                    <a:pt x="11" y="0"/>
                  </a:cubicBezTo>
                  <a:cubicBezTo>
                    <a:pt x="10" y="0"/>
                    <a:pt x="8" y="1"/>
                    <a:pt x="7" y="1"/>
                  </a:cubicBezTo>
                  <a:cubicBezTo>
                    <a:pt x="7" y="1"/>
                    <a:pt x="5" y="0"/>
                    <a:pt x="4" y="0"/>
                  </a:cubicBezTo>
                  <a:cubicBezTo>
                    <a:pt x="3" y="0"/>
                    <a:pt x="2" y="0"/>
                    <a:pt x="1" y="1"/>
                  </a:cubicBezTo>
                  <a:cubicBezTo>
                    <a:pt x="1" y="2"/>
                    <a:pt x="0" y="4"/>
                    <a:pt x="1" y="5"/>
                  </a:cubicBezTo>
                  <a:cubicBezTo>
                    <a:pt x="1" y="6"/>
                    <a:pt x="4" y="6"/>
                    <a:pt x="4" y="7"/>
                  </a:cubicBezTo>
                  <a:cubicBezTo>
                    <a:pt x="5" y="7"/>
                    <a:pt x="6" y="9"/>
                    <a:pt x="7" y="10"/>
                  </a:cubicBezTo>
                  <a:cubicBezTo>
                    <a:pt x="7" y="10"/>
                    <a:pt x="9" y="11"/>
                    <a:pt x="10" y="11"/>
                  </a:cubicBezTo>
                  <a:cubicBezTo>
                    <a:pt x="10" y="11"/>
                    <a:pt x="12" y="10"/>
                    <a:pt x="12" y="9"/>
                  </a:cubicBezTo>
                  <a:cubicBezTo>
                    <a:pt x="13" y="8"/>
                    <a:pt x="12" y="7"/>
                    <a:pt x="12"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3"/>
            <p:cNvSpPr>
              <a:spLocks/>
            </p:cNvSpPr>
            <p:nvPr/>
          </p:nvSpPr>
          <p:spPr bwMode="auto">
            <a:xfrm>
              <a:off x="7458075" y="4162425"/>
              <a:ext cx="23812" cy="33338"/>
            </a:xfrm>
            <a:custGeom>
              <a:avLst/>
              <a:gdLst/>
              <a:ahLst/>
              <a:cxnLst>
                <a:cxn ang="0">
                  <a:pos x="11" y="0"/>
                </a:cxn>
                <a:cxn ang="0">
                  <a:pos x="8" y="2"/>
                </a:cxn>
                <a:cxn ang="0">
                  <a:pos x="3" y="1"/>
                </a:cxn>
                <a:cxn ang="0">
                  <a:pos x="0" y="5"/>
                </a:cxn>
                <a:cxn ang="0">
                  <a:pos x="0" y="10"/>
                </a:cxn>
                <a:cxn ang="0">
                  <a:pos x="4" y="13"/>
                </a:cxn>
                <a:cxn ang="0">
                  <a:pos x="8" y="18"/>
                </a:cxn>
                <a:cxn ang="0">
                  <a:pos x="11" y="18"/>
                </a:cxn>
                <a:cxn ang="0">
                  <a:pos x="11" y="15"/>
                </a:cxn>
                <a:cxn ang="0">
                  <a:pos x="10" y="11"/>
                </a:cxn>
                <a:cxn ang="0">
                  <a:pos x="13" y="8"/>
                </a:cxn>
                <a:cxn ang="0">
                  <a:pos x="11" y="4"/>
                </a:cxn>
                <a:cxn ang="0">
                  <a:pos x="13" y="1"/>
                </a:cxn>
                <a:cxn ang="0">
                  <a:pos x="11" y="0"/>
                </a:cxn>
              </a:cxnLst>
              <a:rect l="0" t="0" r="r" b="b"/>
              <a:pathLst>
                <a:path w="14" h="19">
                  <a:moveTo>
                    <a:pt x="11" y="0"/>
                  </a:moveTo>
                  <a:cubicBezTo>
                    <a:pt x="10" y="0"/>
                    <a:pt x="9" y="2"/>
                    <a:pt x="8" y="2"/>
                  </a:cubicBezTo>
                  <a:cubicBezTo>
                    <a:pt x="7" y="2"/>
                    <a:pt x="4" y="1"/>
                    <a:pt x="3" y="1"/>
                  </a:cubicBezTo>
                  <a:cubicBezTo>
                    <a:pt x="2" y="2"/>
                    <a:pt x="1" y="4"/>
                    <a:pt x="0" y="5"/>
                  </a:cubicBezTo>
                  <a:cubicBezTo>
                    <a:pt x="0" y="6"/>
                    <a:pt x="0" y="9"/>
                    <a:pt x="0" y="10"/>
                  </a:cubicBezTo>
                  <a:cubicBezTo>
                    <a:pt x="1" y="11"/>
                    <a:pt x="3" y="12"/>
                    <a:pt x="4" y="13"/>
                  </a:cubicBezTo>
                  <a:cubicBezTo>
                    <a:pt x="5" y="14"/>
                    <a:pt x="7" y="18"/>
                    <a:pt x="8" y="18"/>
                  </a:cubicBezTo>
                  <a:cubicBezTo>
                    <a:pt x="9" y="19"/>
                    <a:pt x="10" y="19"/>
                    <a:pt x="11" y="18"/>
                  </a:cubicBezTo>
                  <a:cubicBezTo>
                    <a:pt x="11" y="17"/>
                    <a:pt x="11" y="15"/>
                    <a:pt x="11" y="15"/>
                  </a:cubicBezTo>
                  <a:cubicBezTo>
                    <a:pt x="11" y="14"/>
                    <a:pt x="10" y="12"/>
                    <a:pt x="10" y="11"/>
                  </a:cubicBezTo>
                  <a:cubicBezTo>
                    <a:pt x="10" y="10"/>
                    <a:pt x="13" y="9"/>
                    <a:pt x="13" y="8"/>
                  </a:cubicBezTo>
                  <a:cubicBezTo>
                    <a:pt x="14" y="7"/>
                    <a:pt x="11" y="5"/>
                    <a:pt x="11" y="4"/>
                  </a:cubicBezTo>
                  <a:cubicBezTo>
                    <a:pt x="11" y="3"/>
                    <a:pt x="13" y="2"/>
                    <a:pt x="13" y="1"/>
                  </a:cubicBezTo>
                  <a:cubicBezTo>
                    <a:pt x="12" y="0"/>
                    <a:pt x="11" y="0"/>
                    <a:pt x="11"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14"/>
            <p:cNvSpPr>
              <a:spLocks/>
            </p:cNvSpPr>
            <p:nvPr/>
          </p:nvSpPr>
          <p:spPr bwMode="auto">
            <a:xfrm>
              <a:off x="7472363" y="4198938"/>
              <a:ext cx="23812" cy="26988"/>
            </a:xfrm>
            <a:custGeom>
              <a:avLst/>
              <a:gdLst/>
              <a:ahLst/>
              <a:cxnLst>
                <a:cxn ang="0">
                  <a:pos x="11" y="6"/>
                </a:cxn>
                <a:cxn ang="0">
                  <a:pos x="6" y="6"/>
                </a:cxn>
                <a:cxn ang="0">
                  <a:pos x="5" y="2"/>
                </a:cxn>
                <a:cxn ang="0">
                  <a:pos x="2" y="0"/>
                </a:cxn>
                <a:cxn ang="0">
                  <a:pos x="0" y="3"/>
                </a:cxn>
                <a:cxn ang="0">
                  <a:pos x="1" y="8"/>
                </a:cxn>
                <a:cxn ang="0">
                  <a:pos x="4" y="11"/>
                </a:cxn>
                <a:cxn ang="0">
                  <a:pos x="7" y="13"/>
                </a:cxn>
                <a:cxn ang="0">
                  <a:pos x="13" y="13"/>
                </a:cxn>
                <a:cxn ang="0">
                  <a:pos x="13" y="11"/>
                </a:cxn>
                <a:cxn ang="0">
                  <a:pos x="11" y="9"/>
                </a:cxn>
                <a:cxn ang="0">
                  <a:pos x="11" y="6"/>
                </a:cxn>
              </a:cxnLst>
              <a:rect l="0" t="0" r="r" b="b"/>
              <a:pathLst>
                <a:path w="14" h="15">
                  <a:moveTo>
                    <a:pt x="11" y="6"/>
                  </a:moveTo>
                  <a:cubicBezTo>
                    <a:pt x="11" y="5"/>
                    <a:pt x="7" y="7"/>
                    <a:pt x="6" y="6"/>
                  </a:cubicBezTo>
                  <a:cubicBezTo>
                    <a:pt x="5" y="6"/>
                    <a:pt x="6" y="3"/>
                    <a:pt x="5" y="2"/>
                  </a:cubicBezTo>
                  <a:cubicBezTo>
                    <a:pt x="4" y="1"/>
                    <a:pt x="3" y="0"/>
                    <a:pt x="2" y="0"/>
                  </a:cubicBezTo>
                  <a:cubicBezTo>
                    <a:pt x="1" y="0"/>
                    <a:pt x="1" y="2"/>
                    <a:pt x="0" y="3"/>
                  </a:cubicBezTo>
                  <a:cubicBezTo>
                    <a:pt x="0" y="4"/>
                    <a:pt x="0" y="7"/>
                    <a:pt x="1" y="8"/>
                  </a:cubicBezTo>
                  <a:cubicBezTo>
                    <a:pt x="1" y="9"/>
                    <a:pt x="3" y="10"/>
                    <a:pt x="4" y="11"/>
                  </a:cubicBezTo>
                  <a:cubicBezTo>
                    <a:pt x="5" y="12"/>
                    <a:pt x="6" y="13"/>
                    <a:pt x="7" y="13"/>
                  </a:cubicBezTo>
                  <a:cubicBezTo>
                    <a:pt x="9" y="14"/>
                    <a:pt x="12" y="15"/>
                    <a:pt x="13" y="13"/>
                  </a:cubicBezTo>
                  <a:cubicBezTo>
                    <a:pt x="14" y="13"/>
                    <a:pt x="13" y="12"/>
                    <a:pt x="13" y="11"/>
                  </a:cubicBezTo>
                  <a:cubicBezTo>
                    <a:pt x="13" y="10"/>
                    <a:pt x="11" y="9"/>
                    <a:pt x="11" y="9"/>
                  </a:cubicBezTo>
                  <a:cubicBezTo>
                    <a:pt x="11" y="8"/>
                    <a:pt x="12" y="6"/>
                    <a:pt x="11"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15"/>
            <p:cNvSpPr>
              <a:spLocks/>
            </p:cNvSpPr>
            <p:nvPr/>
          </p:nvSpPr>
          <p:spPr bwMode="auto">
            <a:xfrm>
              <a:off x="7351713" y="4146550"/>
              <a:ext cx="20637" cy="17463"/>
            </a:xfrm>
            <a:custGeom>
              <a:avLst/>
              <a:gdLst/>
              <a:ahLst/>
              <a:cxnLst>
                <a:cxn ang="0">
                  <a:pos x="12" y="4"/>
                </a:cxn>
                <a:cxn ang="0">
                  <a:pos x="8" y="4"/>
                </a:cxn>
                <a:cxn ang="0">
                  <a:pos x="5" y="1"/>
                </a:cxn>
                <a:cxn ang="0">
                  <a:pos x="2" y="1"/>
                </a:cxn>
                <a:cxn ang="0">
                  <a:pos x="0" y="3"/>
                </a:cxn>
                <a:cxn ang="0">
                  <a:pos x="2" y="7"/>
                </a:cxn>
                <a:cxn ang="0">
                  <a:pos x="7" y="9"/>
                </a:cxn>
                <a:cxn ang="0">
                  <a:pos x="7" y="8"/>
                </a:cxn>
                <a:cxn ang="0">
                  <a:pos x="11" y="7"/>
                </a:cxn>
                <a:cxn ang="0">
                  <a:pos x="12" y="4"/>
                </a:cxn>
              </a:cxnLst>
              <a:rect l="0" t="0" r="r" b="b"/>
              <a:pathLst>
                <a:path w="12" h="10">
                  <a:moveTo>
                    <a:pt x="12" y="4"/>
                  </a:moveTo>
                  <a:cubicBezTo>
                    <a:pt x="11" y="3"/>
                    <a:pt x="9" y="5"/>
                    <a:pt x="8" y="4"/>
                  </a:cubicBezTo>
                  <a:cubicBezTo>
                    <a:pt x="7" y="4"/>
                    <a:pt x="6" y="1"/>
                    <a:pt x="5" y="1"/>
                  </a:cubicBezTo>
                  <a:cubicBezTo>
                    <a:pt x="4" y="0"/>
                    <a:pt x="2" y="0"/>
                    <a:pt x="2" y="1"/>
                  </a:cubicBezTo>
                  <a:cubicBezTo>
                    <a:pt x="1" y="1"/>
                    <a:pt x="0" y="3"/>
                    <a:pt x="0" y="3"/>
                  </a:cubicBezTo>
                  <a:cubicBezTo>
                    <a:pt x="0" y="5"/>
                    <a:pt x="1" y="7"/>
                    <a:pt x="2" y="7"/>
                  </a:cubicBezTo>
                  <a:cubicBezTo>
                    <a:pt x="3" y="9"/>
                    <a:pt x="6" y="10"/>
                    <a:pt x="7" y="9"/>
                  </a:cubicBezTo>
                  <a:cubicBezTo>
                    <a:pt x="7" y="9"/>
                    <a:pt x="7" y="8"/>
                    <a:pt x="7" y="8"/>
                  </a:cubicBezTo>
                  <a:cubicBezTo>
                    <a:pt x="8" y="7"/>
                    <a:pt x="10" y="8"/>
                    <a:pt x="11" y="7"/>
                  </a:cubicBezTo>
                  <a:cubicBezTo>
                    <a:pt x="11" y="7"/>
                    <a:pt x="12" y="5"/>
                    <a:pt x="12"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16"/>
            <p:cNvSpPr>
              <a:spLocks/>
            </p:cNvSpPr>
            <p:nvPr/>
          </p:nvSpPr>
          <p:spPr bwMode="auto">
            <a:xfrm>
              <a:off x="7285038" y="4159250"/>
              <a:ext cx="14287" cy="17463"/>
            </a:xfrm>
            <a:custGeom>
              <a:avLst/>
              <a:gdLst/>
              <a:ahLst/>
              <a:cxnLst>
                <a:cxn ang="0">
                  <a:pos x="8" y="5"/>
                </a:cxn>
                <a:cxn ang="0">
                  <a:pos x="7" y="9"/>
                </a:cxn>
                <a:cxn ang="0">
                  <a:pos x="2" y="8"/>
                </a:cxn>
                <a:cxn ang="0">
                  <a:pos x="0" y="3"/>
                </a:cxn>
                <a:cxn ang="0">
                  <a:pos x="2" y="0"/>
                </a:cxn>
                <a:cxn ang="0">
                  <a:pos x="6" y="0"/>
                </a:cxn>
                <a:cxn ang="0">
                  <a:pos x="8" y="3"/>
                </a:cxn>
                <a:cxn ang="0">
                  <a:pos x="8" y="5"/>
                </a:cxn>
              </a:cxnLst>
              <a:rect l="0" t="0" r="r" b="b"/>
              <a:pathLst>
                <a:path w="8" h="10">
                  <a:moveTo>
                    <a:pt x="8" y="5"/>
                  </a:moveTo>
                  <a:cubicBezTo>
                    <a:pt x="8" y="6"/>
                    <a:pt x="8" y="9"/>
                    <a:pt x="7" y="9"/>
                  </a:cubicBezTo>
                  <a:cubicBezTo>
                    <a:pt x="6" y="10"/>
                    <a:pt x="3" y="9"/>
                    <a:pt x="2" y="8"/>
                  </a:cubicBezTo>
                  <a:cubicBezTo>
                    <a:pt x="1" y="7"/>
                    <a:pt x="0" y="4"/>
                    <a:pt x="0" y="3"/>
                  </a:cubicBezTo>
                  <a:cubicBezTo>
                    <a:pt x="0" y="2"/>
                    <a:pt x="1" y="1"/>
                    <a:pt x="2" y="0"/>
                  </a:cubicBezTo>
                  <a:cubicBezTo>
                    <a:pt x="3" y="0"/>
                    <a:pt x="5" y="0"/>
                    <a:pt x="6" y="0"/>
                  </a:cubicBezTo>
                  <a:cubicBezTo>
                    <a:pt x="6" y="1"/>
                    <a:pt x="8" y="2"/>
                    <a:pt x="8" y="3"/>
                  </a:cubicBezTo>
                  <a:cubicBezTo>
                    <a:pt x="8" y="3"/>
                    <a:pt x="8" y="5"/>
                    <a:pt x="8"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17"/>
            <p:cNvSpPr>
              <a:spLocks/>
            </p:cNvSpPr>
            <p:nvPr/>
          </p:nvSpPr>
          <p:spPr bwMode="auto">
            <a:xfrm>
              <a:off x="5130800" y="1309688"/>
              <a:ext cx="284162" cy="225425"/>
            </a:xfrm>
            <a:custGeom>
              <a:avLst/>
              <a:gdLst/>
              <a:ahLst/>
              <a:cxnLst>
                <a:cxn ang="0">
                  <a:pos x="159" y="91"/>
                </a:cxn>
                <a:cxn ang="0">
                  <a:pos x="145" y="94"/>
                </a:cxn>
                <a:cxn ang="0">
                  <a:pos x="134" y="105"/>
                </a:cxn>
                <a:cxn ang="0">
                  <a:pos x="120" y="102"/>
                </a:cxn>
                <a:cxn ang="0">
                  <a:pos x="104" y="100"/>
                </a:cxn>
                <a:cxn ang="0">
                  <a:pos x="93" y="105"/>
                </a:cxn>
                <a:cxn ang="0">
                  <a:pos x="82" y="115"/>
                </a:cxn>
                <a:cxn ang="0">
                  <a:pos x="67" y="121"/>
                </a:cxn>
                <a:cxn ang="0">
                  <a:pos x="60" y="127"/>
                </a:cxn>
                <a:cxn ang="0">
                  <a:pos x="51" y="124"/>
                </a:cxn>
                <a:cxn ang="0">
                  <a:pos x="46" y="119"/>
                </a:cxn>
                <a:cxn ang="0">
                  <a:pos x="42" y="112"/>
                </a:cxn>
                <a:cxn ang="0">
                  <a:pos x="37" y="111"/>
                </a:cxn>
                <a:cxn ang="0">
                  <a:pos x="37" y="106"/>
                </a:cxn>
                <a:cxn ang="0">
                  <a:pos x="30" y="104"/>
                </a:cxn>
                <a:cxn ang="0">
                  <a:pos x="29" y="92"/>
                </a:cxn>
                <a:cxn ang="0">
                  <a:pos x="30" y="83"/>
                </a:cxn>
                <a:cxn ang="0">
                  <a:pos x="26" y="73"/>
                </a:cxn>
                <a:cxn ang="0">
                  <a:pos x="20" y="75"/>
                </a:cxn>
                <a:cxn ang="0">
                  <a:pos x="11" y="70"/>
                </a:cxn>
                <a:cxn ang="0">
                  <a:pos x="5" y="63"/>
                </a:cxn>
                <a:cxn ang="0">
                  <a:pos x="12" y="63"/>
                </a:cxn>
                <a:cxn ang="0">
                  <a:pos x="11" y="57"/>
                </a:cxn>
                <a:cxn ang="0">
                  <a:pos x="7" y="54"/>
                </a:cxn>
                <a:cxn ang="0">
                  <a:pos x="0" y="47"/>
                </a:cxn>
                <a:cxn ang="0">
                  <a:pos x="0" y="38"/>
                </a:cxn>
                <a:cxn ang="0">
                  <a:pos x="5" y="31"/>
                </a:cxn>
                <a:cxn ang="0">
                  <a:pos x="15" y="32"/>
                </a:cxn>
                <a:cxn ang="0">
                  <a:pos x="26" y="27"/>
                </a:cxn>
                <a:cxn ang="0">
                  <a:pos x="32" y="22"/>
                </a:cxn>
                <a:cxn ang="0">
                  <a:pos x="36" y="13"/>
                </a:cxn>
                <a:cxn ang="0">
                  <a:pos x="44" y="19"/>
                </a:cxn>
                <a:cxn ang="0">
                  <a:pos x="49" y="28"/>
                </a:cxn>
                <a:cxn ang="0">
                  <a:pos x="56" y="26"/>
                </a:cxn>
                <a:cxn ang="0">
                  <a:pos x="62" y="27"/>
                </a:cxn>
                <a:cxn ang="0">
                  <a:pos x="73" y="17"/>
                </a:cxn>
                <a:cxn ang="0">
                  <a:pos x="82" y="15"/>
                </a:cxn>
                <a:cxn ang="0">
                  <a:pos x="89" y="22"/>
                </a:cxn>
                <a:cxn ang="0">
                  <a:pos x="95" y="13"/>
                </a:cxn>
                <a:cxn ang="0">
                  <a:pos x="110" y="7"/>
                </a:cxn>
                <a:cxn ang="0">
                  <a:pos x="118" y="0"/>
                </a:cxn>
                <a:cxn ang="0">
                  <a:pos x="123" y="6"/>
                </a:cxn>
                <a:cxn ang="0">
                  <a:pos x="136" y="7"/>
                </a:cxn>
                <a:cxn ang="0">
                  <a:pos x="141" y="18"/>
                </a:cxn>
                <a:cxn ang="0">
                  <a:pos x="144" y="24"/>
                </a:cxn>
                <a:cxn ang="0">
                  <a:pos x="148" y="37"/>
                </a:cxn>
                <a:cxn ang="0">
                  <a:pos x="147" y="49"/>
                </a:cxn>
                <a:cxn ang="0">
                  <a:pos x="151" y="63"/>
                </a:cxn>
                <a:cxn ang="0">
                  <a:pos x="158" y="75"/>
                </a:cxn>
                <a:cxn ang="0">
                  <a:pos x="155" y="81"/>
                </a:cxn>
              </a:cxnLst>
              <a:rect l="0" t="0" r="r" b="b"/>
              <a:pathLst>
                <a:path w="160" h="127">
                  <a:moveTo>
                    <a:pt x="159" y="85"/>
                  </a:moveTo>
                  <a:cubicBezTo>
                    <a:pt x="159" y="86"/>
                    <a:pt x="160" y="90"/>
                    <a:pt x="159" y="91"/>
                  </a:cubicBezTo>
                  <a:cubicBezTo>
                    <a:pt x="158" y="92"/>
                    <a:pt x="154" y="94"/>
                    <a:pt x="152" y="94"/>
                  </a:cubicBezTo>
                  <a:cubicBezTo>
                    <a:pt x="150" y="95"/>
                    <a:pt x="147" y="93"/>
                    <a:pt x="145" y="94"/>
                  </a:cubicBezTo>
                  <a:cubicBezTo>
                    <a:pt x="143" y="95"/>
                    <a:pt x="141" y="100"/>
                    <a:pt x="140" y="101"/>
                  </a:cubicBezTo>
                  <a:cubicBezTo>
                    <a:pt x="139" y="102"/>
                    <a:pt x="136" y="104"/>
                    <a:pt x="134" y="105"/>
                  </a:cubicBezTo>
                  <a:cubicBezTo>
                    <a:pt x="132" y="105"/>
                    <a:pt x="128" y="104"/>
                    <a:pt x="127" y="104"/>
                  </a:cubicBezTo>
                  <a:cubicBezTo>
                    <a:pt x="125" y="104"/>
                    <a:pt x="122" y="102"/>
                    <a:pt x="120" y="102"/>
                  </a:cubicBezTo>
                  <a:cubicBezTo>
                    <a:pt x="118" y="102"/>
                    <a:pt x="113" y="103"/>
                    <a:pt x="110" y="102"/>
                  </a:cubicBezTo>
                  <a:cubicBezTo>
                    <a:pt x="108" y="102"/>
                    <a:pt x="105" y="100"/>
                    <a:pt x="104" y="100"/>
                  </a:cubicBezTo>
                  <a:cubicBezTo>
                    <a:pt x="102" y="100"/>
                    <a:pt x="98" y="100"/>
                    <a:pt x="97" y="101"/>
                  </a:cubicBezTo>
                  <a:cubicBezTo>
                    <a:pt x="96" y="101"/>
                    <a:pt x="94" y="104"/>
                    <a:pt x="93" y="105"/>
                  </a:cubicBezTo>
                  <a:cubicBezTo>
                    <a:pt x="92" y="106"/>
                    <a:pt x="90" y="109"/>
                    <a:pt x="89" y="110"/>
                  </a:cubicBezTo>
                  <a:cubicBezTo>
                    <a:pt x="87" y="112"/>
                    <a:pt x="84" y="114"/>
                    <a:pt x="82" y="115"/>
                  </a:cubicBezTo>
                  <a:cubicBezTo>
                    <a:pt x="80" y="116"/>
                    <a:pt x="77" y="115"/>
                    <a:pt x="75" y="115"/>
                  </a:cubicBezTo>
                  <a:cubicBezTo>
                    <a:pt x="73" y="116"/>
                    <a:pt x="69" y="119"/>
                    <a:pt x="67" y="121"/>
                  </a:cubicBezTo>
                  <a:cubicBezTo>
                    <a:pt x="66" y="121"/>
                    <a:pt x="65" y="123"/>
                    <a:pt x="65" y="124"/>
                  </a:cubicBezTo>
                  <a:cubicBezTo>
                    <a:pt x="64" y="125"/>
                    <a:pt x="61" y="127"/>
                    <a:pt x="60" y="127"/>
                  </a:cubicBezTo>
                  <a:cubicBezTo>
                    <a:pt x="58" y="127"/>
                    <a:pt x="56" y="125"/>
                    <a:pt x="55" y="124"/>
                  </a:cubicBezTo>
                  <a:cubicBezTo>
                    <a:pt x="54" y="124"/>
                    <a:pt x="52" y="124"/>
                    <a:pt x="51" y="124"/>
                  </a:cubicBezTo>
                  <a:cubicBezTo>
                    <a:pt x="51" y="124"/>
                    <a:pt x="51" y="123"/>
                    <a:pt x="50" y="123"/>
                  </a:cubicBezTo>
                  <a:cubicBezTo>
                    <a:pt x="49" y="122"/>
                    <a:pt x="46" y="121"/>
                    <a:pt x="46" y="119"/>
                  </a:cubicBezTo>
                  <a:cubicBezTo>
                    <a:pt x="45" y="118"/>
                    <a:pt x="45" y="115"/>
                    <a:pt x="44" y="113"/>
                  </a:cubicBezTo>
                  <a:cubicBezTo>
                    <a:pt x="44" y="113"/>
                    <a:pt x="43" y="112"/>
                    <a:pt x="42" y="112"/>
                  </a:cubicBezTo>
                  <a:cubicBezTo>
                    <a:pt x="41" y="112"/>
                    <a:pt x="39" y="113"/>
                    <a:pt x="38" y="113"/>
                  </a:cubicBezTo>
                  <a:cubicBezTo>
                    <a:pt x="38" y="113"/>
                    <a:pt x="37" y="111"/>
                    <a:pt x="37" y="111"/>
                  </a:cubicBezTo>
                  <a:cubicBezTo>
                    <a:pt x="37" y="110"/>
                    <a:pt x="38" y="109"/>
                    <a:pt x="38" y="108"/>
                  </a:cubicBezTo>
                  <a:cubicBezTo>
                    <a:pt x="38" y="108"/>
                    <a:pt x="38" y="107"/>
                    <a:pt x="37" y="106"/>
                  </a:cubicBezTo>
                  <a:cubicBezTo>
                    <a:pt x="36" y="106"/>
                    <a:pt x="33" y="107"/>
                    <a:pt x="32" y="106"/>
                  </a:cubicBezTo>
                  <a:cubicBezTo>
                    <a:pt x="31" y="106"/>
                    <a:pt x="30" y="105"/>
                    <a:pt x="30" y="104"/>
                  </a:cubicBezTo>
                  <a:cubicBezTo>
                    <a:pt x="29" y="103"/>
                    <a:pt x="28" y="99"/>
                    <a:pt x="28" y="98"/>
                  </a:cubicBezTo>
                  <a:cubicBezTo>
                    <a:pt x="28" y="96"/>
                    <a:pt x="29" y="94"/>
                    <a:pt x="29" y="92"/>
                  </a:cubicBezTo>
                  <a:cubicBezTo>
                    <a:pt x="29" y="91"/>
                    <a:pt x="26" y="87"/>
                    <a:pt x="26" y="86"/>
                  </a:cubicBezTo>
                  <a:cubicBezTo>
                    <a:pt x="27" y="85"/>
                    <a:pt x="30" y="84"/>
                    <a:pt x="30" y="83"/>
                  </a:cubicBezTo>
                  <a:cubicBezTo>
                    <a:pt x="31" y="81"/>
                    <a:pt x="29" y="78"/>
                    <a:pt x="29" y="76"/>
                  </a:cubicBezTo>
                  <a:cubicBezTo>
                    <a:pt x="28" y="75"/>
                    <a:pt x="27" y="73"/>
                    <a:pt x="26" y="73"/>
                  </a:cubicBezTo>
                  <a:cubicBezTo>
                    <a:pt x="25" y="72"/>
                    <a:pt x="24" y="72"/>
                    <a:pt x="23" y="73"/>
                  </a:cubicBezTo>
                  <a:cubicBezTo>
                    <a:pt x="22" y="73"/>
                    <a:pt x="21" y="75"/>
                    <a:pt x="20" y="75"/>
                  </a:cubicBezTo>
                  <a:cubicBezTo>
                    <a:pt x="18" y="75"/>
                    <a:pt x="16" y="74"/>
                    <a:pt x="15" y="73"/>
                  </a:cubicBezTo>
                  <a:cubicBezTo>
                    <a:pt x="14" y="72"/>
                    <a:pt x="12" y="71"/>
                    <a:pt x="11" y="70"/>
                  </a:cubicBezTo>
                  <a:cubicBezTo>
                    <a:pt x="10" y="69"/>
                    <a:pt x="9" y="67"/>
                    <a:pt x="8" y="67"/>
                  </a:cubicBezTo>
                  <a:cubicBezTo>
                    <a:pt x="7" y="66"/>
                    <a:pt x="5" y="64"/>
                    <a:pt x="5" y="63"/>
                  </a:cubicBezTo>
                  <a:cubicBezTo>
                    <a:pt x="5" y="62"/>
                    <a:pt x="8" y="63"/>
                    <a:pt x="8" y="63"/>
                  </a:cubicBezTo>
                  <a:cubicBezTo>
                    <a:pt x="9" y="63"/>
                    <a:pt x="11" y="64"/>
                    <a:pt x="12" y="63"/>
                  </a:cubicBezTo>
                  <a:cubicBezTo>
                    <a:pt x="12" y="63"/>
                    <a:pt x="12" y="62"/>
                    <a:pt x="12" y="61"/>
                  </a:cubicBezTo>
                  <a:cubicBezTo>
                    <a:pt x="12" y="60"/>
                    <a:pt x="11" y="58"/>
                    <a:pt x="11" y="57"/>
                  </a:cubicBezTo>
                  <a:cubicBezTo>
                    <a:pt x="11" y="56"/>
                    <a:pt x="10" y="54"/>
                    <a:pt x="9" y="53"/>
                  </a:cubicBezTo>
                  <a:cubicBezTo>
                    <a:pt x="9" y="53"/>
                    <a:pt x="7" y="54"/>
                    <a:pt x="7" y="54"/>
                  </a:cubicBezTo>
                  <a:cubicBezTo>
                    <a:pt x="5" y="54"/>
                    <a:pt x="3" y="52"/>
                    <a:pt x="2" y="51"/>
                  </a:cubicBezTo>
                  <a:cubicBezTo>
                    <a:pt x="1" y="50"/>
                    <a:pt x="0" y="48"/>
                    <a:pt x="0" y="47"/>
                  </a:cubicBezTo>
                  <a:cubicBezTo>
                    <a:pt x="0" y="46"/>
                    <a:pt x="2" y="44"/>
                    <a:pt x="2" y="43"/>
                  </a:cubicBezTo>
                  <a:cubicBezTo>
                    <a:pt x="2" y="42"/>
                    <a:pt x="0" y="39"/>
                    <a:pt x="0" y="38"/>
                  </a:cubicBezTo>
                  <a:cubicBezTo>
                    <a:pt x="0" y="37"/>
                    <a:pt x="2" y="34"/>
                    <a:pt x="3" y="33"/>
                  </a:cubicBezTo>
                  <a:cubicBezTo>
                    <a:pt x="3" y="33"/>
                    <a:pt x="4" y="31"/>
                    <a:pt x="5" y="31"/>
                  </a:cubicBezTo>
                  <a:cubicBezTo>
                    <a:pt x="6" y="31"/>
                    <a:pt x="9" y="31"/>
                    <a:pt x="10" y="31"/>
                  </a:cubicBezTo>
                  <a:cubicBezTo>
                    <a:pt x="11" y="32"/>
                    <a:pt x="14" y="32"/>
                    <a:pt x="15" y="32"/>
                  </a:cubicBezTo>
                  <a:cubicBezTo>
                    <a:pt x="17" y="31"/>
                    <a:pt x="21" y="31"/>
                    <a:pt x="23" y="30"/>
                  </a:cubicBezTo>
                  <a:cubicBezTo>
                    <a:pt x="24" y="30"/>
                    <a:pt x="25" y="28"/>
                    <a:pt x="26" y="27"/>
                  </a:cubicBezTo>
                  <a:cubicBezTo>
                    <a:pt x="27" y="27"/>
                    <a:pt x="29" y="27"/>
                    <a:pt x="30" y="26"/>
                  </a:cubicBezTo>
                  <a:cubicBezTo>
                    <a:pt x="31" y="25"/>
                    <a:pt x="32" y="23"/>
                    <a:pt x="32" y="22"/>
                  </a:cubicBezTo>
                  <a:cubicBezTo>
                    <a:pt x="33" y="21"/>
                    <a:pt x="31" y="17"/>
                    <a:pt x="31" y="16"/>
                  </a:cubicBezTo>
                  <a:cubicBezTo>
                    <a:pt x="32" y="15"/>
                    <a:pt x="34" y="14"/>
                    <a:pt x="36" y="13"/>
                  </a:cubicBezTo>
                  <a:cubicBezTo>
                    <a:pt x="37" y="13"/>
                    <a:pt x="38" y="14"/>
                    <a:pt x="39" y="14"/>
                  </a:cubicBezTo>
                  <a:cubicBezTo>
                    <a:pt x="40" y="15"/>
                    <a:pt x="43" y="18"/>
                    <a:pt x="44" y="19"/>
                  </a:cubicBezTo>
                  <a:cubicBezTo>
                    <a:pt x="45" y="21"/>
                    <a:pt x="44" y="24"/>
                    <a:pt x="45" y="25"/>
                  </a:cubicBezTo>
                  <a:cubicBezTo>
                    <a:pt x="45" y="27"/>
                    <a:pt x="48" y="28"/>
                    <a:pt x="49" y="28"/>
                  </a:cubicBezTo>
                  <a:cubicBezTo>
                    <a:pt x="50" y="28"/>
                    <a:pt x="52" y="25"/>
                    <a:pt x="53" y="25"/>
                  </a:cubicBezTo>
                  <a:cubicBezTo>
                    <a:pt x="54" y="24"/>
                    <a:pt x="56" y="25"/>
                    <a:pt x="56" y="26"/>
                  </a:cubicBezTo>
                  <a:cubicBezTo>
                    <a:pt x="57" y="26"/>
                    <a:pt x="58" y="28"/>
                    <a:pt x="59" y="28"/>
                  </a:cubicBezTo>
                  <a:cubicBezTo>
                    <a:pt x="60" y="29"/>
                    <a:pt x="62" y="27"/>
                    <a:pt x="62" y="27"/>
                  </a:cubicBezTo>
                  <a:cubicBezTo>
                    <a:pt x="63" y="26"/>
                    <a:pt x="64" y="23"/>
                    <a:pt x="65" y="22"/>
                  </a:cubicBezTo>
                  <a:cubicBezTo>
                    <a:pt x="67" y="20"/>
                    <a:pt x="71" y="19"/>
                    <a:pt x="73" y="17"/>
                  </a:cubicBezTo>
                  <a:cubicBezTo>
                    <a:pt x="74" y="17"/>
                    <a:pt x="76" y="14"/>
                    <a:pt x="78" y="14"/>
                  </a:cubicBezTo>
                  <a:cubicBezTo>
                    <a:pt x="79" y="14"/>
                    <a:pt x="81" y="14"/>
                    <a:pt x="82" y="15"/>
                  </a:cubicBezTo>
                  <a:cubicBezTo>
                    <a:pt x="83" y="15"/>
                    <a:pt x="84" y="18"/>
                    <a:pt x="85" y="19"/>
                  </a:cubicBezTo>
                  <a:cubicBezTo>
                    <a:pt x="86" y="20"/>
                    <a:pt x="88" y="22"/>
                    <a:pt x="89" y="22"/>
                  </a:cubicBezTo>
                  <a:cubicBezTo>
                    <a:pt x="91" y="21"/>
                    <a:pt x="93" y="18"/>
                    <a:pt x="94" y="17"/>
                  </a:cubicBezTo>
                  <a:cubicBezTo>
                    <a:pt x="94" y="16"/>
                    <a:pt x="95" y="14"/>
                    <a:pt x="95" y="13"/>
                  </a:cubicBezTo>
                  <a:cubicBezTo>
                    <a:pt x="96" y="12"/>
                    <a:pt x="98" y="11"/>
                    <a:pt x="99" y="11"/>
                  </a:cubicBezTo>
                  <a:cubicBezTo>
                    <a:pt x="102" y="9"/>
                    <a:pt x="108" y="9"/>
                    <a:pt x="110" y="7"/>
                  </a:cubicBezTo>
                  <a:cubicBezTo>
                    <a:pt x="111" y="6"/>
                    <a:pt x="112" y="5"/>
                    <a:pt x="113" y="4"/>
                  </a:cubicBezTo>
                  <a:cubicBezTo>
                    <a:pt x="114" y="3"/>
                    <a:pt x="116" y="0"/>
                    <a:pt x="118" y="0"/>
                  </a:cubicBezTo>
                  <a:cubicBezTo>
                    <a:pt x="119" y="1"/>
                    <a:pt x="118" y="5"/>
                    <a:pt x="120" y="6"/>
                  </a:cubicBezTo>
                  <a:cubicBezTo>
                    <a:pt x="120" y="6"/>
                    <a:pt x="122" y="6"/>
                    <a:pt x="123" y="6"/>
                  </a:cubicBezTo>
                  <a:cubicBezTo>
                    <a:pt x="125" y="6"/>
                    <a:pt x="128" y="5"/>
                    <a:pt x="130" y="6"/>
                  </a:cubicBezTo>
                  <a:cubicBezTo>
                    <a:pt x="132" y="6"/>
                    <a:pt x="135" y="6"/>
                    <a:pt x="136" y="7"/>
                  </a:cubicBezTo>
                  <a:cubicBezTo>
                    <a:pt x="137" y="8"/>
                    <a:pt x="137" y="11"/>
                    <a:pt x="138" y="12"/>
                  </a:cubicBezTo>
                  <a:cubicBezTo>
                    <a:pt x="138" y="14"/>
                    <a:pt x="140" y="17"/>
                    <a:pt x="141" y="18"/>
                  </a:cubicBezTo>
                  <a:cubicBezTo>
                    <a:pt x="142" y="19"/>
                    <a:pt x="143" y="19"/>
                    <a:pt x="144" y="19"/>
                  </a:cubicBezTo>
                  <a:cubicBezTo>
                    <a:pt x="144" y="21"/>
                    <a:pt x="144" y="23"/>
                    <a:pt x="144" y="24"/>
                  </a:cubicBezTo>
                  <a:cubicBezTo>
                    <a:pt x="144" y="26"/>
                    <a:pt x="144" y="29"/>
                    <a:pt x="144" y="30"/>
                  </a:cubicBezTo>
                  <a:cubicBezTo>
                    <a:pt x="145" y="32"/>
                    <a:pt x="147" y="35"/>
                    <a:pt x="148" y="37"/>
                  </a:cubicBezTo>
                  <a:cubicBezTo>
                    <a:pt x="149" y="38"/>
                    <a:pt x="152" y="40"/>
                    <a:pt x="152" y="42"/>
                  </a:cubicBezTo>
                  <a:cubicBezTo>
                    <a:pt x="152" y="44"/>
                    <a:pt x="148" y="47"/>
                    <a:pt x="147" y="49"/>
                  </a:cubicBezTo>
                  <a:cubicBezTo>
                    <a:pt x="146" y="51"/>
                    <a:pt x="145" y="55"/>
                    <a:pt x="145" y="57"/>
                  </a:cubicBezTo>
                  <a:cubicBezTo>
                    <a:pt x="146" y="59"/>
                    <a:pt x="149" y="62"/>
                    <a:pt x="151" y="63"/>
                  </a:cubicBezTo>
                  <a:cubicBezTo>
                    <a:pt x="152" y="65"/>
                    <a:pt x="157" y="68"/>
                    <a:pt x="158" y="70"/>
                  </a:cubicBezTo>
                  <a:cubicBezTo>
                    <a:pt x="158" y="71"/>
                    <a:pt x="159" y="73"/>
                    <a:pt x="158" y="75"/>
                  </a:cubicBezTo>
                  <a:cubicBezTo>
                    <a:pt x="158" y="76"/>
                    <a:pt x="155" y="77"/>
                    <a:pt x="154" y="78"/>
                  </a:cubicBezTo>
                  <a:cubicBezTo>
                    <a:pt x="154" y="79"/>
                    <a:pt x="155" y="80"/>
                    <a:pt x="155" y="81"/>
                  </a:cubicBezTo>
                  <a:cubicBezTo>
                    <a:pt x="156" y="82"/>
                    <a:pt x="158" y="84"/>
                    <a:pt x="159" y="8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18"/>
            <p:cNvSpPr>
              <a:spLocks/>
            </p:cNvSpPr>
            <p:nvPr/>
          </p:nvSpPr>
          <p:spPr bwMode="auto">
            <a:xfrm>
              <a:off x="6589713" y="1054100"/>
              <a:ext cx="428625" cy="403225"/>
            </a:xfrm>
            <a:custGeom>
              <a:avLst/>
              <a:gdLst/>
              <a:ahLst/>
              <a:cxnLst>
                <a:cxn ang="0">
                  <a:pos x="240" y="218"/>
                </a:cxn>
                <a:cxn ang="0">
                  <a:pos x="233" y="225"/>
                </a:cxn>
                <a:cxn ang="0">
                  <a:pos x="219" y="226"/>
                </a:cxn>
                <a:cxn ang="0">
                  <a:pos x="214" y="219"/>
                </a:cxn>
                <a:cxn ang="0">
                  <a:pos x="213" y="205"/>
                </a:cxn>
                <a:cxn ang="0">
                  <a:pos x="193" y="184"/>
                </a:cxn>
                <a:cxn ang="0">
                  <a:pos x="186" y="188"/>
                </a:cxn>
                <a:cxn ang="0">
                  <a:pos x="182" y="203"/>
                </a:cxn>
                <a:cxn ang="0">
                  <a:pos x="166" y="199"/>
                </a:cxn>
                <a:cxn ang="0">
                  <a:pos x="154" y="193"/>
                </a:cxn>
                <a:cxn ang="0">
                  <a:pos x="139" y="190"/>
                </a:cxn>
                <a:cxn ang="0">
                  <a:pos x="128" y="192"/>
                </a:cxn>
                <a:cxn ang="0">
                  <a:pos x="122" y="198"/>
                </a:cxn>
                <a:cxn ang="0">
                  <a:pos x="125" y="206"/>
                </a:cxn>
                <a:cxn ang="0">
                  <a:pos x="123" y="213"/>
                </a:cxn>
                <a:cxn ang="0">
                  <a:pos x="114" y="221"/>
                </a:cxn>
                <a:cxn ang="0">
                  <a:pos x="107" y="216"/>
                </a:cxn>
                <a:cxn ang="0">
                  <a:pos x="99" y="190"/>
                </a:cxn>
                <a:cxn ang="0">
                  <a:pos x="79" y="176"/>
                </a:cxn>
                <a:cxn ang="0">
                  <a:pos x="58" y="183"/>
                </a:cxn>
                <a:cxn ang="0">
                  <a:pos x="42" y="188"/>
                </a:cxn>
                <a:cxn ang="0">
                  <a:pos x="31" y="179"/>
                </a:cxn>
                <a:cxn ang="0">
                  <a:pos x="25" y="159"/>
                </a:cxn>
                <a:cxn ang="0">
                  <a:pos x="8" y="138"/>
                </a:cxn>
                <a:cxn ang="0">
                  <a:pos x="20" y="118"/>
                </a:cxn>
                <a:cxn ang="0">
                  <a:pos x="1" y="90"/>
                </a:cxn>
                <a:cxn ang="0">
                  <a:pos x="16" y="68"/>
                </a:cxn>
                <a:cxn ang="0">
                  <a:pos x="27" y="44"/>
                </a:cxn>
                <a:cxn ang="0">
                  <a:pos x="46" y="21"/>
                </a:cxn>
                <a:cxn ang="0">
                  <a:pos x="56" y="3"/>
                </a:cxn>
                <a:cxn ang="0">
                  <a:pos x="73" y="6"/>
                </a:cxn>
                <a:cxn ang="0">
                  <a:pos x="91" y="11"/>
                </a:cxn>
                <a:cxn ang="0">
                  <a:pos x="110" y="10"/>
                </a:cxn>
                <a:cxn ang="0">
                  <a:pos x="123" y="13"/>
                </a:cxn>
                <a:cxn ang="0">
                  <a:pos x="136" y="19"/>
                </a:cxn>
                <a:cxn ang="0">
                  <a:pos x="155" y="13"/>
                </a:cxn>
                <a:cxn ang="0">
                  <a:pos x="170" y="15"/>
                </a:cxn>
                <a:cxn ang="0">
                  <a:pos x="185" y="18"/>
                </a:cxn>
                <a:cxn ang="0">
                  <a:pos x="197" y="20"/>
                </a:cxn>
                <a:cxn ang="0">
                  <a:pos x="202" y="28"/>
                </a:cxn>
                <a:cxn ang="0">
                  <a:pos x="190" y="43"/>
                </a:cxn>
                <a:cxn ang="0">
                  <a:pos x="180" y="52"/>
                </a:cxn>
                <a:cxn ang="0">
                  <a:pos x="170" y="59"/>
                </a:cxn>
                <a:cxn ang="0">
                  <a:pos x="161" y="72"/>
                </a:cxn>
                <a:cxn ang="0">
                  <a:pos x="161" y="79"/>
                </a:cxn>
                <a:cxn ang="0">
                  <a:pos x="165" y="91"/>
                </a:cxn>
                <a:cxn ang="0">
                  <a:pos x="177" y="85"/>
                </a:cxn>
                <a:cxn ang="0">
                  <a:pos x="193" y="95"/>
                </a:cxn>
                <a:cxn ang="0">
                  <a:pos x="199" y="103"/>
                </a:cxn>
                <a:cxn ang="0">
                  <a:pos x="187" y="118"/>
                </a:cxn>
                <a:cxn ang="0">
                  <a:pos x="180" y="127"/>
                </a:cxn>
                <a:cxn ang="0">
                  <a:pos x="179" y="139"/>
                </a:cxn>
                <a:cxn ang="0">
                  <a:pos x="192" y="138"/>
                </a:cxn>
                <a:cxn ang="0">
                  <a:pos x="198" y="151"/>
                </a:cxn>
                <a:cxn ang="0">
                  <a:pos x="190" y="165"/>
                </a:cxn>
                <a:cxn ang="0">
                  <a:pos x="206" y="174"/>
                </a:cxn>
                <a:cxn ang="0">
                  <a:pos x="218" y="185"/>
                </a:cxn>
                <a:cxn ang="0">
                  <a:pos x="228" y="196"/>
                </a:cxn>
                <a:cxn ang="0">
                  <a:pos x="242" y="209"/>
                </a:cxn>
              </a:cxnLst>
              <a:rect l="0" t="0" r="r" b="b"/>
              <a:pathLst>
                <a:path w="243" h="228">
                  <a:moveTo>
                    <a:pt x="242" y="209"/>
                  </a:moveTo>
                  <a:cubicBezTo>
                    <a:pt x="243" y="210"/>
                    <a:pt x="243" y="214"/>
                    <a:pt x="242" y="215"/>
                  </a:cubicBezTo>
                  <a:cubicBezTo>
                    <a:pt x="242" y="216"/>
                    <a:pt x="241" y="217"/>
                    <a:pt x="240" y="218"/>
                  </a:cubicBezTo>
                  <a:cubicBezTo>
                    <a:pt x="239" y="218"/>
                    <a:pt x="237" y="217"/>
                    <a:pt x="236" y="218"/>
                  </a:cubicBezTo>
                  <a:cubicBezTo>
                    <a:pt x="235" y="218"/>
                    <a:pt x="234" y="220"/>
                    <a:pt x="234" y="221"/>
                  </a:cubicBezTo>
                  <a:cubicBezTo>
                    <a:pt x="233" y="222"/>
                    <a:pt x="234" y="224"/>
                    <a:pt x="233" y="225"/>
                  </a:cubicBezTo>
                  <a:cubicBezTo>
                    <a:pt x="233" y="226"/>
                    <a:pt x="230" y="226"/>
                    <a:pt x="228" y="226"/>
                  </a:cubicBezTo>
                  <a:cubicBezTo>
                    <a:pt x="228" y="226"/>
                    <a:pt x="226" y="228"/>
                    <a:pt x="225" y="228"/>
                  </a:cubicBezTo>
                  <a:cubicBezTo>
                    <a:pt x="224" y="228"/>
                    <a:pt x="221" y="226"/>
                    <a:pt x="219" y="226"/>
                  </a:cubicBezTo>
                  <a:cubicBezTo>
                    <a:pt x="218" y="226"/>
                    <a:pt x="216" y="226"/>
                    <a:pt x="214" y="226"/>
                  </a:cubicBezTo>
                  <a:cubicBezTo>
                    <a:pt x="214" y="226"/>
                    <a:pt x="213" y="224"/>
                    <a:pt x="213" y="224"/>
                  </a:cubicBezTo>
                  <a:cubicBezTo>
                    <a:pt x="213" y="224"/>
                    <a:pt x="212" y="222"/>
                    <a:pt x="214" y="219"/>
                  </a:cubicBezTo>
                  <a:cubicBezTo>
                    <a:pt x="215" y="217"/>
                    <a:pt x="217" y="216"/>
                    <a:pt x="217" y="215"/>
                  </a:cubicBezTo>
                  <a:cubicBezTo>
                    <a:pt x="218" y="214"/>
                    <a:pt x="218" y="212"/>
                    <a:pt x="218" y="210"/>
                  </a:cubicBezTo>
                  <a:cubicBezTo>
                    <a:pt x="217" y="209"/>
                    <a:pt x="214" y="207"/>
                    <a:pt x="213" y="205"/>
                  </a:cubicBezTo>
                  <a:cubicBezTo>
                    <a:pt x="211" y="204"/>
                    <a:pt x="208" y="200"/>
                    <a:pt x="207" y="198"/>
                  </a:cubicBezTo>
                  <a:cubicBezTo>
                    <a:pt x="206" y="197"/>
                    <a:pt x="203" y="194"/>
                    <a:pt x="202" y="192"/>
                  </a:cubicBezTo>
                  <a:cubicBezTo>
                    <a:pt x="200" y="190"/>
                    <a:pt x="196" y="186"/>
                    <a:pt x="193" y="184"/>
                  </a:cubicBezTo>
                  <a:cubicBezTo>
                    <a:pt x="192" y="184"/>
                    <a:pt x="191" y="182"/>
                    <a:pt x="190" y="182"/>
                  </a:cubicBezTo>
                  <a:cubicBezTo>
                    <a:pt x="189" y="181"/>
                    <a:pt x="187" y="182"/>
                    <a:pt x="186" y="183"/>
                  </a:cubicBezTo>
                  <a:cubicBezTo>
                    <a:pt x="185" y="184"/>
                    <a:pt x="185" y="187"/>
                    <a:pt x="186" y="188"/>
                  </a:cubicBezTo>
                  <a:cubicBezTo>
                    <a:pt x="186" y="189"/>
                    <a:pt x="187" y="192"/>
                    <a:pt x="187" y="193"/>
                  </a:cubicBezTo>
                  <a:cubicBezTo>
                    <a:pt x="188" y="194"/>
                    <a:pt x="188" y="197"/>
                    <a:pt x="187" y="199"/>
                  </a:cubicBezTo>
                  <a:cubicBezTo>
                    <a:pt x="187" y="200"/>
                    <a:pt x="183" y="203"/>
                    <a:pt x="182" y="203"/>
                  </a:cubicBezTo>
                  <a:cubicBezTo>
                    <a:pt x="180" y="204"/>
                    <a:pt x="177" y="204"/>
                    <a:pt x="175" y="203"/>
                  </a:cubicBezTo>
                  <a:cubicBezTo>
                    <a:pt x="174" y="203"/>
                    <a:pt x="173" y="200"/>
                    <a:pt x="171" y="199"/>
                  </a:cubicBezTo>
                  <a:cubicBezTo>
                    <a:pt x="170" y="198"/>
                    <a:pt x="167" y="199"/>
                    <a:pt x="166" y="199"/>
                  </a:cubicBezTo>
                  <a:cubicBezTo>
                    <a:pt x="165" y="198"/>
                    <a:pt x="165" y="196"/>
                    <a:pt x="164" y="195"/>
                  </a:cubicBezTo>
                  <a:cubicBezTo>
                    <a:pt x="162" y="195"/>
                    <a:pt x="159" y="196"/>
                    <a:pt x="158" y="195"/>
                  </a:cubicBezTo>
                  <a:cubicBezTo>
                    <a:pt x="157" y="195"/>
                    <a:pt x="155" y="193"/>
                    <a:pt x="154" y="193"/>
                  </a:cubicBezTo>
                  <a:cubicBezTo>
                    <a:pt x="153" y="192"/>
                    <a:pt x="150" y="193"/>
                    <a:pt x="149" y="193"/>
                  </a:cubicBezTo>
                  <a:cubicBezTo>
                    <a:pt x="147" y="193"/>
                    <a:pt x="144" y="193"/>
                    <a:pt x="143" y="192"/>
                  </a:cubicBezTo>
                  <a:cubicBezTo>
                    <a:pt x="142" y="192"/>
                    <a:pt x="140" y="190"/>
                    <a:pt x="139" y="190"/>
                  </a:cubicBezTo>
                  <a:cubicBezTo>
                    <a:pt x="138" y="189"/>
                    <a:pt x="135" y="188"/>
                    <a:pt x="134" y="189"/>
                  </a:cubicBezTo>
                  <a:cubicBezTo>
                    <a:pt x="133" y="189"/>
                    <a:pt x="133" y="192"/>
                    <a:pt x="132" y="192"/>
                  </a:cubicBezTo>
                  <a:cubicBezTo>
                    <a:pt x="131" y="193"/>
                    <a:pt x="128" y="192"/>
                    <a:pt x="128" y="192"/>
                  </a:cubicBezTo>
                  <a:cubicBezTo>
                    <a:pt x="127" y="193"/>
                    <a:pt x="127" y="195"/>
                    <a:pt x="126" y="196"/>
                  </a:cubicBezTo>
                  <a:cubicBezTo>
                    <a:pt x="126" y="196"/>
                    <a:pt x="125" y="198"/>
                    <a:pt x="125" y="198"/>
                  </a:cubicBezTo>
                  <a:cubicBezTo>
                    <a:pt x="124" y="198"/>
                    <a:pt x="122" y="198"/>
                    <a:pt x="122" y="198"/>
                  </a:cubicBezTo>
                  <a:cubicBezTo>
                    <a:pt x="121" y="199"/>
                    <a:pt x="119" y="201"/>
                    <a:pt x="118" y="203"/>
                  </a:cubicBezTo>
                  <a:cubicBezTo>
                    <a:pt x="118" y="203"/>
                    <a:pt x="118" y="205"/>
                    <a:pt x="119" y="205"/>
                  </a:cubicBezTo>
                  <a:cubicBezTo>
                    <a:pt x="120" y="206"/>
                    <a:pt x="123" y="205"/>
                    <a:pt x="125" y="206"/>
                  </a:cubicBezTo>
                  <a:cubicBezTo>
                    <a:pt x="125" y="206"/>
                    <a:pt x="127" y="207"/>
                    <a:pt x="128" y="208"/>
                  </a:cubicBezTo>
                  <a:cubicBezTo>
                    <a:pt x="128" y="209"/>
                    <a:pt x="128" y="211"/>
                    <a:pt x="127" y="212"/>
                  </a:cubicBezTo>
                  <a:cubicBezTo>
                    <a:pt x="127" y="212"/>
                    <a:pt x="124" y="212"/>
                    <a:pt x="123" y="213"/>
                  </a:cubicBezTo>
                  <a:cubicBezTo>
                    <a:pt x="123" y="214"/>
                    <a:pt x="123" y="216"/>
                    <a:pt x="123" y="217"/>
                  </a:cubicBezTo>
                  <a:cubicBezTo>
                    <a:pt x="122" y="219"/>
                    <a:pt x="121" y="221"/>
                    <a:pt x="119" y="222"/>
                  </a:cubicBezTo>
                  <a:cubicBezTo>
                    <a:pt x="118" y="222"/>
                    <a:pt x="115" y="221"/>
                    <a:pt x="114" y="221"/>
                  </a:cubicBezTo>
                  <a:cubicBezTo>
                    <a:pt x="113" y="221"/>
                    <a:pt x="110" y="222"/>
                    <a:pt x="109" y="221"/>
                  </a:cubicBezTo>
                  <a:cubicBezTo>
                    <a:pt x="109" y="221"/>
                    <a:pt x="108" y="221"/>
                    <a:pt x="107" y="220"/>
                  </a:cubicBezTo>
                  <a:cubicBezTo>
                    <a:pt x="107" y="218"/>
                    <a:pt x="107" y="217"/>
                    <a:pt x="107" y="216"/>
                  </a:cubicBezTo>
                  <a:cubicBezTo>
                    <a:pt x="106" y="214"/>
                    <a:pt x="101" y="212"/>
                    <a:pt x="100" y="210"/>
                  </a:cubicBezTo>
                  <a:cubicBezTo>
                    <a:pt x="99" y="207"/>
                    <a:pt x="100" y="201"/>
                    <a:pt x="100" y="199"/>
                  </a:cubicBezTo>
                  <a:cubicBezTo>
                    <a:pt x="100" y="197"/>
                    <a:pt x="100" y="192"/>
                    <a:pt x="99" y="190"/>
                  </a:cubicBezTo>
                  <a:cubicBezTo>
                    <a:pt x="99" y="188"/>
                    <a:pt x="97" y="182"/>
                    <a:pt x="95" y="181"/>
                  </a:cubicBezTo>
                  <a:cubicBezTo>
                    <a:pt x="93" y="179"/>
                    <a:pt x="87" y="181"/>
                    <a:pt x="85" y="180"/>
                  </a:cubicBezTo>
                  <a:cubicBezTo>
                    <a:pt x="83" y="179"/>
                    <a:pt x="81" y="177"/>
                    <a:pt x="79" y="176"/>
                  </a:cubicBezTo>
                  <a:cubicBezTo>
                    <a:pt x="77" y="176"/>
                    <a:pt x="71" y="177"/>
                    <a:pt x="68" y="178"/>
                  </a:cubicBezTo>
                  <a:cubicBezTo>
                    <a:pt x="67" y="178"/>
                    <a:pt x="65" y="181"/>
                    <a:pt x="64" y="182"/>
                  </a:cubicBezTo>
                  <a:cubicBezTo>
                    <a:pt x="62" y="182"/>
                    <a:pt x="59" y="182"/>
                    <a:pt x="58" y="183"/>
                  </a:cubicBezTo>
                  <a:cubicBezTo>
                    <a:pt x="56" y="183"/>
                    <a:pt x="55" y="187"/>
                    <a:pt x="54" y="188"/>
                  </a:cubicBezTo>
                  <a:cubicBezTo>
                    <a:pt x="52" y="189"/>
                    <a:pt x="48" y="192"/>
                    <a:pt x="46" y="191"/>
                  </a:cubicBezTo>
                  <a:cubicBezTo>
                    <a:pt x="44" y="191"/>
                    <a:pt x="43" y="189"/>
                    <a:pt x="42" y="188"/>
                  </a:cubicBezTo>
                  <a:cubicBezTo>
                    <a:pt x="42" y="186"/>
                    <a:pt x="44" y="181"/>
                    <a:pt x="42" y="179"/>
                  </a:cubicBezTo>
                  <a:cubicBezTo>
                    <a:pt x="42" y="178"/>
                    <a:pt x="39" y="178"/>
                    <a:pt x="38" y="178"/>
                  </a:cubicBezTo>
                  <a:cubicBezTo>
                    <a:pt x="36" y="178"/>
                    <a:pt x="32" y="180"/>
                    <a:pt x="31" y="179"/>
                  </a:cubicBezTo>
                  <a:cubicBezTo>
                    <a:pt x="29" y="178"/>
                    <a:pt x="29" y="174"/>
                    <a:pt x="29" y="172"/>
                  </a:cubicBezTo>
                  <a:cubicBezTo>
                    <a:pt x="29" y="170"/>
                    <a:pt x="30" y="166"/>
                    <a:pt x="29" y="164"/>
                  </a:cubicBezTo>
                  <a:cubicBezTo>
                    <a:pt x="29" y="163"/>
                    <a:pt x="26" y="160"/>
                    <a:pt x="25" y="159"/>
                  </a:cubicBezTo>
                  <a:cubicBezTo>
                    <a:pt x="24" y="158"/>
                    <a:pt x="21" y="157"/>
                    <a:pt x="19" y="156"/>
                  </a:cubicBezTo>
                  <a:cubicBezTo>
                    <a:pt x="17" y="155"/>
                    <a:pt x="14" y="151"/>
                    <a:pt x="12" y="149"/>
                  </a:cubicBezTo>
                  <a:cubicBezTo>
                    <a:pt x="11" y="146"/>
                    <a:pt x="8" y="141"/>
                    <a:pt x="8" y="138"/>
                  </a:cubicBezTo>
                  <a:cubicBezTo>
                    <a:pt x="8" y="135"/>
                    <a:pt x="10" y="131"/>
                    <a:pt x="11" y="129"/>
                  </a:cubicBezTo>
                  <a:cubicBezTo>
                    <a:pt x="12" y="128"/>
                    <a:pt x="17" y="127"/>
                    <a:pt x="18" y="126"/>
                  </a:cubicBezTo>
                  <a:cubicBezTo>
                    <a:pt x="19" y="124"/>
                    <a:pt x="20" y="120"/>
                    <a:pt x="20" y="118"/>
                  </a:cubicBezTo>
                  <a:cubicBezTo>
                    <a:pt x="20" y="116"/>
                    <a:pt x="18" y="111"/>
                    <a:pt x="17" y="109"/>
                  </a:cubicBezTo>
                  <a:cubicBezTo>
                    <a:pt x="15" y="107"/>
                    <a:pt x="10" y="105"/>
                    <a:pt x="9" y="104"/>
                  </a:cubicBezTo>
                  <a:cubicBezTo>
                    <a:pt x="6" y="101"/>
                    <a:pt x="1" y="94"/>
                    <a:pt x="1" y="90"/>
                  </a:cubicBezTo>
                  <a:cubicBezTo>
                    <a:pt x="0" y="87"/>
                    <a:pt x="0" y="80"/>
                    <a:pt x="2" y="77"/>
                  </a:cubicBezTo>
                  <a:cubicBezTo>
                    <a:pt x="3" y="74"/>
                    <a:pt x="7" y="70"/>
                    <a:pt x="9" y="69"/>
                  </a:cubicBezTo>
                  <a:cubicBezTo>
                    <a:pt x="10" y="68"/>
                    <a:pt x="15" y="69"/>
                    <a:pt x="16" y="68"/>
                  </a:cubicBezTo>
                  <a:cubicBezTo>
                    <a:pt x="17" y="66"/>
                    <a:pt x="17" y="61"/>
                    <a:pt x="17" y="59"/>
                  </a:cubicBezTo>
                  <a:cubicBezTo>
                    <a:pt x="17" y="57"/>
                    <a:pt x="15" y="51"/>
                    <a:pt x="16" y="49"/>
                  </a:cubicBezTo>
                  <a:cubicBezTo>
                    <a:pt x="18" y="46"/>
                    <a:pt x="24" y="45"/>
                    <a:pt x="27" y="44"/>
                  </a:cubicBezTo>
                  <a:cubicBezTo>
                    <a:pt x="30" y="43"/>
                    <a:pt x="36" y="42"/>
                    <a:pt x="38" y="40"/>
                  </a:cubicBezTo>
                  <a:cubicBezTo>
                    <a:pt x="40" y="38"/>
                    <a:pt x="43" y="35"/>
                    <a:pt x="44" y="33"/>
                  </a:cubicBezTo>
                  <a:cubicBezTo>
                    <a:pt x="45" y="30"/>
                    <a:pt x="44" y="23"/>
                    <a:pt x="46" y="21"/>
                  </a:cubicBezTo>
                  <a:cubicBezTo>
                    <a:pt x="47" y="19"/>
                    <a:pt x="53" y="19"/>
                    <a:pt x="54" y="17"/>
                  </a:cubicBezTo>
                  <a:cubicBezTo>
                    <a:pt x="55" y="16"/>
                    <a:pt x="55" y="13"/>
                    <a:pt x="55" y="11"/>
                  </a:cubicBezTo>
                  <a:cubicBezTo>
                    <a:pt x="55" y="9"/>
                    <a:pt x="56" y="6"/>
                    <a:pt x="56" y="3"/>
                  </a:cubicBezTo>
                  <a:cubicBezTo>
                    <a:pt x="58" y="3"/>
                    <a:pt x="61" y="0"/>
                    <a:pt x="62" y="0"/>
                  </a:cubicBezTo>
                  <a:cubicBezTo>
                    <a:pt x="64" y="0"/>
                    <a:pt x="68" y="2"/>
                    <a:pt x="70" y="3"/>
                  </a:cubicBezTo>
                  <a:cubicBezTo>
                    <a:pt x="71" y="3"/>
                    <a:pt x="72" y="6"/>
                    <a:pt x="73" y="6"/>
                  </a:cubicBezTo>
                  <a:cubicBezTo>
                    <a:pt x="73" y="7"/>
                    <a:pt x="75" y="10"/>
                    <a:pt x="76" y="10"/>
                  </a:cubicBezTo>
                  <a:cubicBezTo>
                    <a:pt x="78" y="11"/>
                    <a:pt x="83" y="11"/>
                    <a:pt x="85" y="11"/>
                  </a:cubicBezTo>
                  <a:cubicBezTo>
                    <a:pt x="86" y="11"/>
                    <a:pt x="90" y="11"/>
                    <a:pt x="91" y="11"/>
                  </a:cubicBezTo>
                  <a:cubicBezTo>
                    <a:pt x="93" y="11"/>
                    <a:pt x="95" y="10"/>
                    <a:pt x="97" y="10"/>
                  </a:cubicBezTo>
                  <a:cubicBezTo>
                    <a:pt x="98" y="9"/>
                    <a:pt x="102" y="10"/>
                    <a:pt x="104" y="10"/>
                  </a:cubicBezTo>
                  <a:cubicBezTo>
                    <a:pt x="105" y="10"/>
                    <a:pt x="108" y="10"/>
                    <a:pt x="110" y="10"/>
                  </a:cubicBezTo>
                  <a:cubicBezTo>
                    <a:pt x="111" y="10"/>
                    <a:pt x="114" y="8"/>
                    <a:pt x="116" y="8"/>
                  </a:cubicBezTo>
                  <a:cubicBezTo>
                    <a:pt x="117" y="8"/>
                    <a:pt x="120" y="8"/>
                    <a:pt x="121" y="9"/>
                  </a:cubicBezTo>
                  <a:cubicBezTo>
                    <a:pt x="122" y="9"/>
                    <a:pt x="122" y="12"/>
                    <a:pt x="123" y="13"/>
                  </a:cubicBezTo>
                  <a:cubicBezTo>
                    <a:pt x="124" y="14"/>
                    <a:pt x="128" y="12"/>
                    <a:pt x="130" y="13"/>
                  </a:cubicBezTo>
                  <a:cubicBezTo>
                    <a:pt x="131" y="14"/>
                    <a:pt x="132" y="16"/>
                    <a:pt x="133" y="17"/>
                  </a:cubicBezTo>
                  <a:cubicBezTo>
                    <a:pt x="134" y="17"/>
                    <a:pt x="135" y="19"/>
                    <a:pt x="136" y="19"/>
                  </a:cubicBezTo>
                  <a:cubicBezTo>
                    <a:pt x="138" y="20"/>
                    <a:pt x="141" y="19"/>
                    <a:pt x="142" y="19"/>
                  </a:cubicBezTo>
                  <a:cubicBezTo>
                    <a:pt x="145" y="18"/>
                    <a:pt x="149" y="17"/>
                    <a:pt x="151" y="16"/>
                  </a:cubicBezTo>
                  <a:cubicBezTo>
                    <a:pt x="152" y="16"/>
                    <a:pt x="154" y="13"/>
                    <a:pt x="155" y="13"/>
                  </a:cubicBezTo>
                  <a:cubicBezTo>
                    <a:pt x="156" y="12"/>
                    <a:pt x="159" y="13"/>
                    <a:pt x="160" y="14"/>
                  </a:cubicBezTo>
                  <a:cubicBezTo>
                    <a:pt x="161" y="14"/>
                    <a:pt x="164" y="16"/>
                    <a:pt x="166" y="17"/>
                  </a:cubicBezTo>
                  <a:cubicBezTo>
                    <a:pt x="167" y="17"/>
                    <a:pt x="169" y="15"/>
                    <a:pt x="170" y="15"/>
                  </a:cubicBezTo>
                  <a:cubicBezTo>
                    <a:pt x="171" y="15"/>
                    <a:pt x="173" y="16"/>
                    <a:pt x="174" y="17"/>
                  </a:cubicBezTo>
                  <a:cubicBezTo>
                    <a:pt x="175" y="17"/>
                    <a:pt x="177" y="19"/>
                    <a:pt x="178" y="19"/>
                  </a:cubicBezTo>
                  <a:cubicBezTo>
                    <a:pt x="180" y="19"/>
                    <a:pt x="183" y="19"/>
                    <a:pt x="185" y="18"/>
                  </a:cubicBezTo>
                  <a:cubicBezTo>
                    <a:pt x="185" y="18"/>
                    <a:pt x="186" y="17"/>
                    <a:pt x="187" y="16"/>
                  </a:cubicBezTo>
                  <a:cubicBezTo>
                    <a:pt x="188" y="16"/>
                    <a:pt x="189" y="18"/>
                    <a:pt x="190" y="18"/>
                  </a:cubicBezTo>
                  <a:cubicBezTo>
                    <a:pt x="192" y="18"/>
                    <a:pt x="195" y="19"/>
                    <a:pt x="197" y="20"/>
                  </a:cubicBezTo>
                  <a:cubicBezTo>
                    <a:pt x="198" y="20"/>
                    <a:pt x="199" y="22"/>
                    <a:pt x="200" y="23"/>
                  </a:cubicBezTo>
                  <a:cubicBezTo>
                    <a:pt x="201" y="23"/>
                    <a:pt x="202" y="24"/>
                    <a:pt x="202" y="24"/>
                  </a:cubicBezTo>
                  <a:cubicBezTo>
                    <a:pt x="203" y="25"/>
                    <a:pt x="203" y="27"/>
                    <a:pt x="202" y="28"/>
                  </a:cubicBezTo>
                  <a:cubicBezTo>
                    <a:pt x="202" y="31"/>
                    <a:pt x="201" y="37"/>
                    <a:pt x="199" y="38"/>
                  </a:cubicBezTo>
                  <a:cubicBezTo>
                    <a:pt x="198" y="39"/>
                    <a:pt x="196" y="39"/>
                    <a:pt x="195" y="39"/>
                  </a:cubicBezTo>
                  <a:cubicBezTo>
                    <a:pt x="193" y="40"/>
                    <a:pt x="191" y="42"/>
                    <a:pt x="190" y="43"/>
                  </a:cubicBezTo>
                  <a:cubicBezTo>
                    <a:pt x="189" y="44"/>
                    <a:pt x="189" y="46"/>
                    <a:pt x="188" y="47"/>
                  </a:cubicBezTo>
                  <a:cubicBezTo>
                    <a:pt x="187" y="47"/>
                    <a:pt x="185" y="48"/>
                    <a:pt x="185" y="48"/>
                  </a:cubicBezTo>
                  <a:cubicBezTo>
                    <a:pt x="183" y="49"/>
                    <a:pt x="181" y="51"/>
                    <a:pt x="180" y="52"/>
                  </a:cubicBezTo>
                  <a:cubicBezTo>
                    <a:pt x="179" y="53"/>
                    <a:pt x="178" y="55"/>
                    <a:pt x="177" y="56"/>
                  </a:cubicBezTo>
                  <a:cubicBezTo>
                    <a:pt x="176" y="56"/>
                    <a:pt x="174" y="56"/>
                    <a:pt x="173" y="57"/>
                  </a:cubicBezTo>
                  <a:cubicBezTo>
                    <a:pt x="172" y="57"/>
                    <a:pt x="170" y="58"/>
                    <a:pt x="170" y="59"/>
                  </a:cubicBezTo>
                  <a:cubicBezTo>
                    <a:pt x="169" y="61"/>
                    <a:pt x="169" y="64"/>
                    <a:pt x="168" y="66"/>
                  </a:cubicBezTo>
                  <a:cubicBezTo>
                    <a:pt x="168" y="67"/>
                    <a:pt x="167" y="69"/>
                    <a:pt x="166" y="69"/>
                  </a:cubicBezTo>
                  <a:cubicBezTo>
                    <a:pt x="165" y="70"/>
                    <a:pt x="162" y="71"/>
                    <a:pt x="161" y="72"/>
                  </a:cubicBezTo>
                  <a:cubicBezTo>
                    <a:pt x="160" y="72"/>
                    <a:pt x="159" y="71"/>
                    <a:pt x="158" y="71"/>
                  </a:cubicBezTo>
                  <a:cubicBezTo>
                    <a:pt x="157" y="72"/>
                    <a:pt x="156" y="75"/>
                    <a:pt x="157" y="76"/>
                  </a:cubicBezTo>
                  <a:cubicBezTo>
                    <a:pt x="157" y="77"/>
                    <a:pt x="160" y="78"/>
                    <a:pt x="161" y="79"/>
                  </a:cubicBezTo>
                  <a:cubicBezTo>
                    <a:pt x="162" y="80"/>
                    <a:pt x="164" y="82"/>
                    <a:pt x="164" y="83"/>
                  </a:cubicBezTo>
                  <a:cubicBezTo>
                    <a:pt x="164" y="84"/>
                    <a:pt x="162" y="86"/>
                    <a:pt x="162" y="87"/>
                  </a:cubicBezTo>
                  <a:cubicBezTo>
                    <a:pt x="162" y="88"/>
                    <a:pt x="164" y="90"/>
                    <a:pt x="165" y="91"/>
                  </a:cubicBezTo>
                  <a:cubicBezTo>
                    <a:pt x="165" y="92"/>
                    <a:pt x="168" y="92"/>
                    <a:pt x="168" y="91"/>
                  </a:cubicBezTo>
                  <a:cubicBezTo>
                    <a:pt x="170" y="91"/>
                    <a:pt x="169" y="86"/>
                    <a:pt x="171" y="85"/>
                  </a:cubicBezTo>
                  <a:cubicBezTo>
                    <a:pt x="172" y="84"/>
                    <a:pt x="175" y="85"/>
                    <a:pt x="177" y="85"/>
                  </a:cubicBezTo>
                  <a:cubicBezTo>
                    <a:pt x="178" y="86"/>
                    <a:pt x="180" y="89"/>
                    <a:pt x="181" y="90"/>
                  </a:cubicBezTo>
                  <a:cubicBezTo>
                    <a:pt x="183" y="91"/>
                    <a:pt x="187" y="90"/>
                    <a:pt x="189" y="91"/>
                  </a:cubicBezTo>
                  <a:cubicBezTo>
                    <a:pt x="190" y="92"/>
                    <a:pt x="192" y="94"/>
                    <a:pt x="193" y="95"/>
                  </a:cubicBezTo>
                  <a:cubicBezTo>
                    <a:pt x="193" y="96"/>
                    <a:pt x="195" y="97"/>
                    <a:pt x="196" y="97"/>
                  </a:cubicBezTo>
                  <a:cubicBezTo>
                    <a:pt x="197" y="98"/>
                    <a:pt x="199" y="97"/>
                    <a:pt x="200" y="98"/>
                  </a:cubicBezTo>
                  <a:cubicBezTo>
                    <a:pt x="201" y="99"/>
                    <a:pt x="200" y="102"/>
                    <a:pt x="199" y="103"/>
                  </a:cubicBezTo>
                  <a:cubicBezTo>
                    <a:pt x="199" y="105"/>
                    <a:pt x="198" y="109"/>
                    <a:pt x="197" y="111"/>
                  </a:cubicBezTo>
                  <a:cubicBezTo>
                    <a:pt x="196" y="113"/>
                    <a:pt x="193" y="116"/>
                    <a:pt x="192" y="117"/>
                  </a:cubicBezTo>
                  <a:cubicBezTo>
                    <a:pt x="191" y="118"/>
                    <a:pt x="188" y="118"/>
                    <a:pt x="187" y="118"/>
                  </a:cubicBezTo>
                  <a:cubicBezTo>
                    <a:pt x="186" y="119"/>
                    <a:pt x="182" y="119"/>
                    <a:pt x="182" y="121"/>
                  </a:cubicBezTo>
                  <a:cubicBezTo>
                    <a:pt x="181" y="122"/>
                    <a:pt x="183" y="124"/>
                    <a:pt x="182" y="125"/>
                  </a:cubicBezTo>
                  <a:cubicBezTo>
                    <a:pt x="182" y="126"/>
                    <a:pt x="180" y="127"/>
                    <a:pt x="180" y="127"/>
                  </a:cubicBezTo>
                  <a:cubicBezTo>
                    <a:pt x="179" y="128"/>
                    <a:pt x="181" y="131"/>
                    <a:pt x="180" y="132"/>
                  </a:cubicBezTo>
                  <a:cubicBezTo>
                    <a:pt x="180" y="133"/>
                    <a:pt x="178" y="134"/>
                    <a:pt x="178" y="134"/>
                  </a:cubicBezTo>
                  <a:cubicBezTo>
                    <a:pt x="177" y="135"/>
                    <a:pt x="178" y="138"/>
                    <a:pt x="179" y="139"/>
                  </a:cubicBezTo>
                  <a:cubicBezTo>
                    <a:pt x="180" y="140"/>
                    <a:pt x="184" y="141"/>
                    <a:pt x="185" y="140"/>
                  </a:cubicBezTo>
                  <a:cubicBezTo>
                    <a:pt x="186" y="140"/>
                    <a:pt x="186" y="138"/>
                    <a:pt x="187" y="138"/>
                  </a:cubicBezTo>
                  <a:cubicBezTo>
                    <a:pt x="188" y="137"/>
                    <a:pt x="191" y="137"/>
                    <a:pt x="192" y="138"/>
                  </a:cubicBezTo>
                  <a:cubicBezTo>
                    <a:pt x="193" y="138"/>
                    <a:pt x="196" y="138"/>
                    <a:pt x="196" y="139"/>
                  </a:cubicBezTo>
                  <a:cubicBezTo>
                    <a:pt x="197" y="140"/>
                    <a:pt x="198" y="142"/>
                    <a:pt x="198" y="143"/>
                  </a:cubicBezTo>
                  <a:cubicBezTo>
                    <a:pt x="199" y="145"/>
                    <a:pt x="199" y="149"/>
                    <a:pt x="198" y="151"/>
                  </a:cubicBezTo>
                  <a:cubicBezTo>
                    <a:pt x="197" y="152"/>
                    <a:pt x="195" y="153"/>
                    <a:pt x="194" y="154"/>
                  </a:cubicBezTo>
                  <a:cubicBezTo>
                    <a:pt x="193" y="156"/>
                    <a:pt x="192" y="159"/>
                    <a:pt x="192" y="161"/>
                  </a:cubicBezTo>
                  <a:cubicBezTo>
                    <a:pt x="191" y="162"/>
                    <a:pt x="190" y="164"/>
                    <a:pt x="190" y="165"/>
                  </a:cubicBezTo>
                  <a:cubicBezTo>
                    <a:pt x="190" y="166"/>
                    <a:pt x="191" y="168"/>
                    <a:pt x="192" y="169"/>
                  </a:cubicBezTo>
                  <a:cubicBezTo>
                    <a:pt x="194" y="170"/>
                    <a:pt x="199" y="169"/>
                    <a:pt x="201" y="170"/>
                  </a:cubicBezTo>
                  <a:cubicBezTo>
                    <a:pt x="202" y="170"/>
                    <a:pt x="205" y="172"/>
                    <a:pt x="206" y="174"/>
                  </a:cubicBezTo>
                  <a:cubicBezTo>
                    <a:pt x="207" y="175"/>
                    <a:pt x="207" y="178"/>
                    <a:pt x="208" y="179"/>
                  </a:cubicBezTo>
                  <a:cubicBezTo>
                    <a:pt x="209" y="180"/>
                    <a:pt x="212" y="181"/>
                    <a:pt x="213" y="181"/>
                  </a:cubicBezTo>
                  <a:cubicBezTo>
                    <a:pt x="214" y="182"/>
                    <a:pt x="217" y="184"/>
                    <a:pt x="218" y="185"/>
                  </a:cubicBezTo>
                  <a:cubicBezTo>
                    <a:pt x="218" y="186"/>
                    <a:pt x="219" y="188"/>
                    <a:pt x="219" y="189"/>
                  </a:cubicBezTo>
                  <a:cubicBezTo>
                    <a:pt x="220" y="191"/>
                    <a:pt x="222" y="194"/>
                    <a:pt x="224" y="195"/>
                  </a:cubicBezTo>
                  <a:cubicBezTo>
                    <a:pt x="225" y="195"/>
                    <a:pt x="227" y="195"/>
                    <a:pt x="228" y="196"/>
                  </a:cubicBezTo>
                  <a:cubicBezTo>
                    <a:pt x="229" y="197"/>
                    <a:pt x="229" y="201"/>
                    <a:pt x="229" y="202"/>
                  </a:cubicBezTo>
                  <a:cubicBezTo>
                    <a:pt x="230" y="203"/>
                    <a:pt x="233" y="206"/>
                    <a:pt x="234" y="207"/>
                  </a:cubicBezTo>
                  <a:cubicBezTo>
                    <a:pt x="236" y="208"/>
                    <a:pt x="240" y="207"/>
                    <a:pt x="242" y="20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19"/>
            <p:cNvSpPr>
              <a:spLocks/>
            </p:cNvSpPr>
            <p:nvPr/>
          </p:nvSpPr>
          <p:spPr bwMode="auto">
            <a:xfrm>
              <a:off x="6073775" y="889000"/>
              <a:ext cx="531812" cy="549275"/>
            </a:xfrm>
            <a:custGeom>
              <a:avLst/>
              <a:gdLst/>
              <a:ahLst/>
              <a:cxnLst>
                <a:cxn ang="0">
                  <a:pos x="281" y="98"/>
                </a:cxn>
                <a:cxn ang="0">
                  <a:pos x="245" y="96"/>
                </a:cxn>
                <a:cxn ang="0">
                  <a:pos x="225" y="118"/>
                </a:cxn>
                <a:cxn ang="0">
                  <a:pos x="221" y="136"/>
                </a:cxn>
                <a:cxn ang="0">
                  <a:pos x="211" y="168"/>
                </a:cxn>
                <a:cxn ang="0">
                  <a:pos x="227" y="202"/>
                </a:cxn>
                <a:cxn ang="0">
                  <a:pos x="197" y="219"/>
                </a:cxn>
                <a:cxn ang="0">
                  <a:pos x="179" y="251"/>
                </a:cxn>
                <a:cxn ang="0">
                  <a:pos x="157" y="236"/>
                </a:cxn>
                <a:cxn ang="0">
                  <a:pos x="155" y="255"/>
                </a:cxn>
                <a:cxn ang="0">
                  <a:pos x="129" y="269"/>
                </a:cxn>
                <a:cxn ang="0">
                  <a:pos x="117" y="304"/>
                </a:cxn>
                <a:cxn ang="0">
                  <a:pos x="89" y="301"/>
                </a:cxn>
                <a:cxn ang="0">
                  <a:pos x="76" y="294"/>
                </a:cxn>
                <a:cxn ang="0">
                  <a:pos x="58" y="283"/>
                </a:cxn>
                <a:cxn ang="0">
                  <a:pos x="37" y="288"/>
                </a:cxn>
                <a:cxn ang="0">
                  <a:pos x="14" y="268"/>
                </a:cxn>
                <a:cxn ang="0">
                  <a:pos x="8" y="237"/>
                </a:cxn>
                <a:cxn ang="0">
                  <a:pos x="24" y="182"/>
                </a:cxn>
                <a:cxn ang="0">
                  <a:pos x="17" y="160"/>
                </a:cxn>
                <a:cxn ang="0">
                  <a:pos x="31" y="150"/>
                </a:cxn>
                <a:cxn ang="0">
                  <a:pos x="14" y="134"/>
                </a:cxn>
                <a:cxn ang="0">
                  <a:pos x="16" y="125"/>
                </a:cxn>
                <a:cxn ang="0">
                  <a:pos x="20" y="109"/>
                </a:cxn>
                <a:cxn ang="0">
                  <a:pos x="5" y="106"/>
                </a:cxn>
                <a:cxn ang="0">
                  <a:pos x="5" y="90"/>
                </a:cxn>
                <a:cxn ang="0">
                  <a:pos x="8" y="74"/>
                </a:cxn>
                <a:cxn ang="0">
                  <a:pos x="14" y="57"/>
                </a:cxn>
                <a:cxn ang="0">
                  <a:pos x="32" y="53"/>
                </a:cxn>
                <a:cxn ang="0">
                  <a:pos x="47" y="58"/>
                </a:cxn>
                <a:cxn ang="0">
                  <a:pos x="54" y="65"/>
                </a:cxn>
                <a:cxn ang="0">
                  <a:pos x="75" y="73"/>
                </a:cxn>
                <a:cxn ang="0">
                  <a:pos x="99" y="69"/>
                </a:cxn>
                <a:cxn ang="0">
                  <a:pos x="105" y="49"/>
                </a:cxn>
                <a:cxn ang="0">
                  <a:pos x="118" y="30"/>
                </a:cxn>
                <a:cxn ang="0">
                  <a:pos x="140" y="25"/>
                </a:cxn>
                <a:cxn ang="0">
                  <a:pos x="155" y="26"/>
                </a:cxn>
                <a:cxn ang="0">
                  <a:pos x="168" y="22"/>
                </a:cxn>
                <a:cxn ang="0">
                  <a:pos x="191" y="23"/>
                </a:cxn>
                <a:cxn ang="0">
                  <a:pos x="216" y="23"/>
                </a:cxn>
                <a:cxn ang="0">
                  <a:pos x="240" y="9"/>
                </a:cxn>
                <a:cxn ang="0">
                  <a:pos x="261" y="1"/>
                </a:cxn>
                <a:cxn ang="0">
                  <a:pos x="272" y="10"/>
                </a:cxn>
                <a:cxn ang="0">
                  <a:pos x="259" y="16"/>
                </a:cxn>
                <a:cxn ang="0">
                  <a:pos x="259" y="29"/>
                </a:cxn>
                <a:cxn ang="0">
                  <a:pos x="263" y="40"/>
                </a:cxn>
                <a:cxn ang="0">
                  <a:pos x="278" y="43"/>
                </a:cxn>
                <a:cxn ang="0">
                  <a:pos x="280" y="57"/>
                </a:cxn>
                <a:cxn ang="0">
                  <a:pos x="294" y="70"/>
                </a:cxn>
              </a:cxnLst>
              <a:rect l="0" t="0" r="r" b="b"/>
              <a:pathLst>
                <a:path w="300" h="311">
                  <a:moveTo>
                    <a:pt x="300" y="78"/>
                  </a:moveTo>
                  <a:cubicBezTo>
                    <a:pt x="298" y="80"/>
                    <a:pt x="294" y="82"/>
                    <a:pt x="294" y="84"/>
                  </a:cubicBezTo>
                  <a:cubicBezTo>
                    <a:pt x="292" y="87"/>
                    <a:pt x="293" y="95"/>
                    <a:pt x="290" y="97"/>
                  </a:cubicBezTo>
                  <a:cubicBezTo>
                    <a:pt x="289" y="99"/>
                    <a:pt x="283" y="97"/>
                    <a:pt x="281" y="98"/>
                  </a:cubicBezTo>
                  <a:cubicBezTo>
                    <a:pt x="279" y="99"/>
                    <a:pt x="275" y="102"/>
                    <a:pt x="273" y="103"/>
                  </a:cubicBezTo>
                  <a:cubicBezTo>
                    <a:pt x="271" y="103"/>
                    <a:pt x="266" y="102"/>
                    <a:pt x="264" y="101"/>
                  </a:cubicBezTo>
                  <a:cubicBezTo>
                    <a:pt x="261" y="100"/>
                    <a:pt x="258" y="95"/>
                    <a:pt x="255" y="94"/>
                  </a:cubicBezTo>
                  <a:cubicBezTo>
                    <a:pt x="253" y="93"/>
                    <a:pt x="247" y="95"/>
                    <a:pt x="245" y="96"/>
                  </a:cubicBezTo>
                  <a:cubicBezTo>
                    <a:pt x="244" y="98"/>
                    <a:pt x="243" y="102"/>
                    <a:pt x="242" y="104"/>
                  </a:cubicBezTo>
                  <a:cubicBezTo>
                    <a:pt x="241" y="107"/>
                    <a:pt x="243" y="114"/>
                    <a:pt x="241" y="116"/>
                  </a:cubicBezTo>
                  <a:cubicBezTo>
                    <a:pt x="240" y="118"/>
                    <a:pt x="235" y="119"/>
                    <a:pt x="233" y="119"/>
                  </a:cubicBezTo>
                  <a:cubicBezTo>
                    <a:pt x="231" y="120"/>
                    <a:pt x="227" y="118"/>
                    <a:pt x="225" y="118"/>
                  </a:cubicBezTo>
                  <a:cubicBezTo>
                    <a:pt x="222" y="118"/>
                    <a:pt x="215" y="119"/>
                    <a:pt x="213" y="121"/>
                  </a:cubicBezTo>
                  <a:cubicBezTo>
                    <a:pt x="212" y="122"/>
                    <a:pt x="211" y="125"/>
                    <a:pt x="212" y="126"/>
                  </a:cubicBezTo>
                  <a:cubicBezTo>
                    <a:pt x="212" y="128"/>
                    <a:pt x="217" y="129"/>
                    <a:pt x="218" y="130"/>
                  </a:cubicBezTo>
                  <a:cubicBezTo>
                    <a:pt x="219" y="131"/>
                    <a:pt x="221" y="134"/>
                    <a:pt x="221" y="136"/>
                  </a:cubicBezTo>
                  <a:cubicBezTo>
                    <a:pt x="221" y="139"/>
                    <a:pt x="218" y="143"/>
                    <a:pt x="216" y="145"/>
                  </a:cubicBezTo>
                  <a:cubicBezTo>
                    <a:pt x="215" y="147"/>
                    <a:pt x="210" y="149"/>
                    <a:pt x="209" y="151"/>
                  </a:cubicBezTo>
                  <a:cubicBezTo>
                    <a:pt x="208" y="153"/>
                    <a:pt x="206" y="159"/>
                    <a:pt x="207" y="161"/>
                  </a:cubicBezTo>
                  <a:cubicBezTo>
                    <a:pt x="207" y="163"/>
                    <a:pt x="210" y="167"/>
                    <a:pt x="211" y="168"/>
                  </a:cubicBezTo>
                  <a:cubicBezTo>
                    <a:pt x="213" y="170"/>
                    <a:pt x="219" y="172"/>
                    <a:pt x="222" y="174"/>
                  </a:cubicBezTo>
                  <a:cubicBezTo>
                    <a:pt x="224" y="176"/>
                    <a:pt x="229" y="179"/>
                    <a:pt x="231" y="182"/>
                  </a:cubicBezTo>
                  <a:cubicBezTo>
                    <a:pt x="232" y="184"/>
                    <a:pt x="232" y="190"/>
                    <a:pt x="231" y="192"/>
                  </a:cubicBezTo>
                  <a:cubicBezTo>
                    <a:pt x="231" y="195"/>
                    <a:pt x="228" y="200"/>
                    <a:pt x="227" y="202"/>
                  </a:cubicBezTo>
                  <a:cubicBezTo>
                    <a:pt x="226" y="205"/>
                    <a:pt x="224" y="212"/>
                    <a:pt x="221" y="213"/>
                  </a:cubicBezTo>
                  <a:cubicBezTo>
                    <a:pt x="219" y="214"/>
                    <a:pt x="216" y="213"/>
                    <a:pt x="215" y="213"/>
                  </a:cubicBezTo>
                  <a:cubicBezTo>
                    <a:pt x="211" y="213"/>
                    <a:pt x="205" y="213"/>
                    <a:pt x="202" y="214"/>
                  </a:cubicBezTo>
                  <a:cubicBezTo>
                    <a:pt x="200" y="215"/>
                    <a:pt x="198" y="217"/>
                    <a:pt x="197" y="219"/>
                  </a:cubicBezTo>
                  <a:cubicBezTo>
                    <a:pt x="196" y="221"/>
                    <a:pt x="197" y="225"/>
                    <a:pt x="197" y="227"/>
                  </a:cubicBezTo>
                  <a:cubicBezTo>
                    <a:pt x="196" y="229"/>
                    <a:pt x="196" y="233"/>
                    <a:pt x="196" y="235"/>
                  </a:cubicBezTo>
                  <a:cubicBezTo>
                    <a:pt x="194" y="238"/>
                    <a:pt x="190" y="243"/>
                    <a:pt x="188" y="245"/>
                  </a:cubicBezTo>
                  <a:cubicBezTo>
                    <a:pt x="186" y="247"/>
                    <a:pt x="182" y="251"/>
                    <a:pt x="179" y="251"/>
                  </a:cubicBezTo>
                  <a:cubicBezTo>
                    <a:pt x="178" y="250"/>
                    <a:pt x="175" y="248"/>
                    <a:pt x="174" y="246"/>
                  </a:cubicBezTo>
                  <a:cubicBezTo>
                    <a:pt x="173" y="245"/>
                    <a:pt x="173" y="241"/>
                    <a:pt x="172" y="239"/>
                  </a:cubicBezTo>
                  <a:cubicBezTo>
                    <a:pt x="171" y="238"/>
                    <a:pt x="168" y="236"/>
                    <a:pt x="166" y="235"/>
                  </a:cubicBezTo>
                  <a:cubicBezTo>
                    <a:pt x="164" y="235"/>
                    <a:pt x="159" y="235"/>
                    <a:pt x="157" y="236"/>
                  </a:cubicBezTo>
                  <a:cubicBezTo>
                    <a:pt x="154" y="237"/>
                    <a:pt x="149" y="240"/>
                    <a:pt x="148" y="243"/>
                  </a:cubicBezTo>
                  <a:cubicBezTo>
                    <a:pt x="148" y="245"/>
                    <a:pt x="148" y="248"/>
                    <a:pt x="149" y="249"/>
                  </a:cubicBezTo>
                  <a:cubicBezTo>
                    <a:pt x="150" y="250"/>
                    <a:pt x="154" y="248"/>
                    <a:pt x="155" y="249"/>
                  </a:cubicBezTo>
                  <a:cubicBezTo>
                    <a:pt x="156" y="251"/>
                    <a:pt x="155" y="254"/>
                    <a:pt x="155" y="255"/>
                  </a:cubicBezTo>
                  <a:cubicBezTo>
                    <a:pt x="154" y="257"/>
                    <a:pt x="151" y="259"/>
                    <a:pt x="149" y="259"/>
                  </a:cubicBezTo>
                  <a:cubicBezTo>
                    <a:pt x="148" y="259"/>
                    <a:pt x="146" y="258"/>
                    <a:pt x="145" y="258"/>
                  </a:cubicBezTo>
                  <a:cubicBezTo>
                    <a:pt x="143" y="258"/>
                    <a:pt x="139" y="259"/>
                    <a:pt x="137" y="260"/>
                  </a:cubicBezTo>
                  <a:cubicBezTo>
                    <a:pt x="135" y="262"/>
                    <a:pt x="130" y="266"/>
                    <a:pt x="129" y="269"/>
                  </a:cubicBezTo>
                  <a:cubicBezTo>
                    <a:pt x="128" y="271"/>
                    <a:pt x="129" y="276"/>
                    <a:pt x="128" y="279"/>
                  </a:cubicBezTo>
                  <a:cubicBezTo>
                    <a:pt x="128" y="282"/>
                    <a:pt x="128" y="289"/>
                    <a:pt x="126" y="292"/>
                  </a:cubicBezTo>
                  <a:cubicBezTo>
                    <a:pt x="125" y="293"/>
                    <a:pt x="122" y="294"/>
                    <a:pt x="121" y="295"/>
                  </a:cubicBezTo>
                  <a:cubicBezTo>
                    <a:pt x="119" y="297"/>
                    <a:pt x="118" y="302"/>
                    <a:pt x="117" y="304"/>
                  </a:cubicBezTo>
                  <a:cubicBezTo>
                    <a:pt x="115" y="306"/>
                    <a:pt x="111" y="310"/>
                    <a:pt x="108" y="310"/>
                  </a:cubicBezTo>
                  <a:cubicBezTo>
                    <a:pt x="106" y="311"/>
                    <a:pt x="102" y="309"/>
                    <a:pt x="100" y="308"/>
                  </a:cubicBezTo>
                  <a:cubicBezTo>
                    <a:pt x="98" y="307"/>
                    <a:pt x="97" y="303"/>
                    <a:pt x="95" y="302"/>
                  </a:cubicBezTo>
                  <a:cubicBezTo>
                    <a:pt x="94" y="301"/>
                    <a:pt x="90" y="300"/>
                    <a:pt x="89" y="301"/>
                  </a:cubicBezTo>
                  <a:cubicBezTo>
                    <a:pt x="87" y="302"/>
                    <a:pt x="87" y="307"/>
                    <a:pt x="85" y="308"/>
                  </a:cubicBezTo>
                  <a:cubicBezTo>
                    <a:pt x="83" y="309"/>
                    <a:pt x="79" y="309"/>
                    <a:pt x="77" y="308"/>
                  </a:cubicBezTo>
                  <a:cubicBezTo>
                    <a:pt x="75" y="307"/>
                    <a:pt x="73" y="302"/>
                    <a:pt x="73" y="300"/>
                  </a:cubicBezTo>
                  <a:cubicBezTo>
                    <a:pt x="73" y="298"/>
                    <a:pt x="75" y="296"/>
                    <a:pt x="76" y="294"/>
                  </a:cubicBezTo>
                  <a:cubicBezTo>
                    <a:pt x="76" y="292"/>
                    <a:pt x="77" y="287"/>
                    <a:pt x="75" y="285"/>
                  </a:cubicBezTo>
                  <a:cubicBezTo>
                    <a:pt x="74" y="283"/>
                    <a:pt x="67" y="283"/>
                    <a:pt x="65" y="283"/>
                  </a:cubicBezTo>
                  <a:cubicBezTo>
                    <a:pt x="63" y="283"/>
                    <a:pt x="61" y="284"/>
                    <a:pt x="59" y="284"/>
                  </a:cubicBezTo>
                  <a:cubicBezTo>
                    <a:pt x="58" y="284"/>
                    <a:pt x="58" y="284"/>
                    <a:pt x="58" y="283"/>
                  </a:cubicBezTo>
                  <a:cubicBezTo>
                    <a:pt x="57" y="282"/>
                    <a:pt x="54" y="279"/>
                    <a:pt x="52" y="278"/>
                  </a:cubicBezTo>
                  <a:cubicBezTo>
                    <a:pt x="50" y="277"/>
                    <a:pt x="46" y="277"/>
                    <a:pt x="44" y="277"/>
                  </a:cubicBezTo>
                  <a:cubicBezTo>
                    <a:pt x="43" y="278"/>
                    <a:pt x="40" y="279"/>
                    <a:pt x="39" y="281"/>
                  </a:cubicBezTo>
                  <a:cubicBezTo>
                    <a:pt x="38" y="282"/>
                    <a:pt x="38" y="286"/>
                    <a:pt x="37" y="288"/>
                  </a:cubicBezTo>
                  <a:cubicBezTo>
                    <a:pt x="36" y="289"/>
                    <a:pt x="32" y="292"/>
                    <a:pt x="30" y="292"/>
                  </a:cubicBezTo>
                  <a:cubicBezTo>
                    <a:pt x="27" y="291"/>
                    <a:pt x="21" y="286"/>
                    <a:pt x="19" y="283"/>
                  </a:cubicBezTo>
                  <a:cubicBezTo>
                    <a:pt x="18" y="282"/>
                    <a:pt x="16" y="278"/>
                    <a:pt x="16" y="276"/>
                  </a:cubicBezTo>
                  <a:cubicBezTo>
                    <a:pt x="15" y="274"/>
                    <a:pt x="15" y="270"/>
                    <a:pt x="14" y="268"/>
                  </a:cubicBezTo>
                  <a:cubicBezTo>
                    <a:pt x="14" y="265"/>
                    <a:pt x="13" y="260"/>
                    <a:pt x="12" y="258"/>
                  </a:cubicBezTo>
                  <a:cubicBezTo>
                    <a:pt x="11" y="257"/>
                    <a:pt x="8" y="255"/>
                    <a:pt x="7" y="254"/>
                  </a:cubicBezTo>
                  <a:cubicBezTo>
                    <a:pt x="6" y="252"/>
                    <a:pt x="5" y="250"/>
                    <a:pt x="5" y="248"/>
                  </a:cubicBezTo>
                  <a:cubicBezTo>
                    <a:pt x="4" y="245"/>
                    <a:pt x="6" y="240"/>
                    <a:pt x="8" y="237"/>
                  </a:cubicBezTo>
                  <a:cubicBezTo>
                    <a:pt x="9" y="235"/>
                    <a:pt x="12" y="231"/>
                    <a:pt x="14" y="229"/>
                  </a:cubicBezTo>
                  <a:cubicBezTo>
                    <a:pt x="15" y="225"/>
                    <a:pt x="18" y="218"/>
                    <a:pt x="20" y="214"/>
                  </a:cubicBezTo>
                  <a:cubicBezTo>
                    <a:pt x="21" y="211"/>
                    <a:pt x="24" y="204"/>
                    <a:pt x="25" y="201"/>
                  </a:cubicBezTo>
                  <a:cubicBezTo>
                    <a:pt x="25" y="196"/>
                    <a:pt x="24" y="187"/>
                    <a:pt x="24" y="182"/>
                  </a:cubicBezTo>
                  <a:cubicBezTo>
                    <a:pt x="24" y="180"/>
                    <a:pt x="26" y="174"/>
                    <a:pt x="25" y="172"/>
                  </a:cubicBezTo>
                  <a:cubicBezTo>
                    <a:pt x="23" y="170"/>
                    <a:pt x="18" y="172"/>
                    <a:pt x="16" y="171"/>
                  </a:cubicBezTo>
                  <a:cubicBezTo>
                    <a:pt x="15" y="170"/>
                    <a:pt x="13" y="167"/>
                    <a:pt x="13" y="166"/>
                  </a:cubicBezTo>
                  <a:cubicBezTo>
                    <a:pt x="13" y="164"/>
                    <a:pt x="15" y="161"/>
                    <a:pt x="17" y="160"/>
                  </a:cubicBezTo>
                  <a:cubicBezTo>
                    <a:pt x="19" y="158"/>
                    <a:pt x="25" y="158"/>
                    <a:pt x="27" y="158"/>
                  </a:cubicBezTo>
                  <a:cubicBezTo>
                    <a:pt x="29" y="158"/>
                    <a:pt x="31" y="161"/>
                    <a:pt x="33" y="161"/>
                  </a:cubicBezTo>
                  <a:cubicBezTo>
                    <a:pt x="34" y="160"/>
                    <a:pt x="34" y="157"/>
                    <a:pt x="34" y="155"/>
                  </a:cubicBezTo>
                  <a:cubicBezTo>
                    <a:pt x="34" y="154"/>
                    <a:pt x="31" y="152"/>
                    <a:pt x="31" y="150"/>
                  </a:cubicBezTo>
                  <a:cubicBezTo>
                    <a:pt x="31" y="149"/>
                    <a:pt x="32" y="146"/>
                    <a:pt x="32" y="144"/>
                  </a:cubicBezTo>
                  <a:cubicBezTo>
                    <a:pt x="32" y="142"/>
                    <a:pt x="31" y="139"/>
                    <a:pt x="30" y="137"/>
                  </a:cubicBezTo>
                  <a:cubicBezTo>
                    <a:pt x="29" y="135"/>
                    <a:pt x="25" y="132"/>
                    <a:pt x="23" y="132"/>
                  </a:cubicBezTo>
                  <a:cubicBezTo>
                    <a:pt x="21" y="131"/>
                    <a:pt x="16" y="135"/>
                    <a:pt x="14" y="134"/>
                  </a:cubicBezTo>
                  <a:cubicBezTo>
                    <a:pt x="13" y="133"/>
                    <a:pt x="12" y="130"/>
                    <a:pt x="12" y="129"/>
                  </a:cubicBezTo>
                  <a:cubicBezTo>
                    <a:pt x="12" y="128"/>
                    <a:pt x="12" y="128"/>
                    <a:pt x="12" y="127"/>
                  </a:cubicBezTo>
                  <a:cubicBezTo>
                    <a:pt x="13" y="127"/>
                    <a:pt x="14" y="128"/>
                    <a:pt x="14" y="127"/>
                  </a:cubicBezTo>
                  <a:cubicBezTo>
                    <a:pt x="15" y="127"/>
                    <a:pt x="16" y="126"/>
                    <a:pt x="16" y="125"/>
                  </a:cubicBezTo>
                  <a:cubicBezTo>
                    <a:pt x="16" y="124"/>
                    <a:pt x="15" y="123"/>
                    <a:pt x="15" y="122"/>
                  </a:cubicBezTo>
                  <a:cubicBezTo>
                    <a:pt x="15" y="120"/>
                    <a:pt x="16" y="118"/>
                    <a:pt x="17" y="116"/>
                  </a:cubicBezTo>
                  <a:cubicBezTo>
                    <a:pt x="18" y="115"/>
                    <a:pt x="19" y="114"/>
                    <a:pt x="20" y="113"/>
                  </a:cubicBezTo>
                  <a:cubicBezTo>
                    <a:pt x="20" y="112"/>
                    <a:pt x="20" y="110"/>
                    <a:pt x="20" y="109"/>
                  </a:cubicBezTo>
                  <a:cubicBezTo>
                    <a:pt x="19" y="108"/>
                    <a:pt x="18" y="107"/>
                    <a:pt x="17" y="107"/>
                  </a:cubicBezTo>
                  <a:cubicBezTo>
                    <a:pt x="16" y="106"/>
                    <a:pt x="15" y="105"/>
                    <a:pt x="15" y="105"/>
                  </a:cubicBezTo>
                  <a:cubicBezTo>
                    <a:pt x="13" y="105"/>
                    <a:pt x="10" y="106"/>
                    <a:pt x="8" y="106"/>
                  </a:cubicBezTo>
                  <a:cubicBezTo>
                    <a:pt x="7" y="106"/>
                    <a:pt x="5" y="106"/>
                    <a:pt x="5" y="106"/>
                  </a:cubicBezTo>
                  <a:cubicBezTo>
                    <a:pt x="4" y="105"/>
                    <a:pt x="3" y="103"/>
                    <a:pt x="2" y="102"/>
                  </a:cubicBezTo>
                  <a:cubicBezTo>
                    <a:pt x="1" y="101"/>
                    <a:pt x="0" y="99"/>
                    <a:pt x="0" y="98"/>
                  </a:cubicBezTo>
                  <a:cubicBezTo>
                    <a:pt x="0" y="96"/>
                    <a:pt x="1" y="93"/>
                    <a:pt x="2" y="92"/>
                  </a:cubicBezTo>
                  <a:cubicBezTo>
                    <a:pt x="3" y="92"/>
                    <a:pt x="5" y="91"/>
                    <a:pt x="5" y="90"/>
                  </a:cubicBezTo>
                  <a:cubicBezTo>
                    <a:pt x="6" y="89"/>
                    <a:pt x="5" y="86"/>
                    <a:pt x="5" y="84"/>
                  </a:cubicBezTo>
                  <a:cubicBezTo>
                    <a:pt x="6" y="83"/>
                    <a:pt x="7" y="82"/>
                    <a:pt x="7" y="81"/>
                  </a:cubicBezTo>
                  <a:cubicBezTo>
                    <a:pt x="8" y="80"/>
                    <a:pt x="10" y="79"/>
                    <a:pt x="10" y="78"/>
                  </a:cubicBezTo>
                  <a:cubicBezTo>
                    <a:pt x="10" y="77"/>
                    <a:pt x="8" y="75"/>
                    <a:pt x="8" y="74"/>
                  </a:cubicBezTo>
                  <a:cubicBezTo>
                    <a:pt x="8" y="74"/>
                    <a:pt x="8" y="72"/>
                    <a:pt x="8" y="71"/>
                  </a:cubicBezTo>
                  <a:cubicBezTo>
                    <a:pt x="9" y="70"/>
                    <a:pt x="11" y="69"/>
                    <a:pt x="12" y="68"/>
                  </a:cubicBezTo>
                  <a:cubicBezTo>
                    <a:pt x="13" y="66"/>
                    <a:pt x="14" y="63"/>
                    <a:pt x="14" y="61"/>
                  </a:cubicBezTo>
                  <a:cubicBezTo>
                    <a:pt x="14" y="60"/>
                    <a:pt x="13" y="58"/>
                    <a:pt x="14" y="57"/>
                  </a:cubicBezTo>
                  <a:cubicBezTo>
                    <a:pt x="15" y="56"/>
                    <a:pt x="18" y="55"/>
                    <a:pt x="20" y="55"/>
                  </a:cubicBezTo>
                  <a:cubicBezTo>
                    <a:pt x="21" y="55"/>
                    <a:pt x="24" y="56"/>
                    <a:pt x="25" y="56"/>
                  </a:cubicBezTo>
                  <a:cubicBezTo>
                    <a:pt x="26" y="57"/>
                    <a:pt x="28" y="57"/>
                    <a:pt x="29" y="56"/>
                  </a:cubicBezTo>
                  <a:cubicBezTo>
                    <a:pt x="30" y="56"/>
                    <a:pt x="31" y="54"/>
                    <a:pt x="32" y="53"/>
                  </a:cubicBezTo>
                  <a:cubicBezTo>
                    <a:pt x="33" y="52"/>
                    <a:pt x="36" y="51"/>
                    <a:pt x="37" y="51"/>
                  </a:cubicBezTo>
                  <a:cubicBezTo>
                    <a:pt x="38" y="50"/>
                    <a:pt x="41" y="51"/>
                    <a:pt x="42" y="51"/>
                  </a:cubicBezTo>
                  <a:cubicBezTo>
                    <a:pt x="43" y="52"/>
                    <a:pt x="44" y="53"/>
                    <a:pt x="44" y="54"/>
                  </a:cubicBezTo>
                  <a:cubicBezTo>
                    <a:pt x="45" y="55"/>
                    <a:pt x="46" y="57"/>
                    <a:pt x="47" y="58"/>
                  </a:cubicBezTo>
                  <a:cubicBezTo>
                    <a:pt x="48" y="58"/>
                    <a:pt x="50" y="56"/>
                    <a:pt x="51" y="56"/>
                  </a:cubicBezTo>
                  <a:cubicBezTo>
                    <a:pt x="52" y="56"/>
                    <a:pt x="54" y="57"/>
                    <a:pt x="54" y="58"/>
                  </a:cubicBezTo>
                  <a:cubicBezTo>
                    <a:pt x="55" y="58"/>
                    <a:pt x="57" y="61"/>
                    <a:pt x="57" y="62"/>
                  </a:cubicBezTo>
                  <a:cubicBezTo>
                    <a:pt x="57" y="63"/>
                    <a:pt x="54" y="64"/>
                    <a:pt x="54" y="65"/>
                  </a:cubicBezTo>
                  <a:cubicBezTo>
                    <a:pt x="53" y="66"/>
                    <a:pt x="53" y="68"/>
                    <a:pt x="53" y="69"/>
                  </a:cubicBezTo>
                  <a:cubicBezTo>
                    <a:pt x="54" y="70"/>
                    <a:pt x="58" y="71"/>
                    <a:pt x="59" y="72"/>
                  </a:cubicBezTo>
                  <a:cubicBezTo>
                    <a:pt x="61" y="72"/>
                    <a:pt x="64" y="71"/>
                    <a:pt x="65" y="71"/>
                  </a:cubicBezTo>
                  <a:cubicBezTo>
                    <a:pt x="68" y="72"/>
                    <a:pt x="73" y="73"/>
                    <a:pt x="75" y="73"/>
                  </a:cubicBezTo>
                  <a:cubicBezTo>
                    <a:pt x="76" y="74"/>
                    <a:pt x="78" y="74"/>
                    <a:pt x="79" y="74"/>
                  </a:cubicBezTo>
                  <a:cubicBezTo>
                    <a:pt x="81" y="74"/>
                    <a:pt x="85" y="74"/>
                    <a:pt x="86" y="74"/>
                  </a:cubicBezTo>
                  <a:cubicBezTo>
                    <a:pt x="88" y="74"/>
                    <a:pt x="92" y="75"/>
                    <a:pt x="93" y="74"/>
                  </a:cubicBezTo>
                  <a:cubicBezTo>
                    <a:pt x="95" y="73"/>
                    <a:pt x="98" y="70"/>
                    <a:pt x="99" y="69"/>
                  </a:cubicBezTo>
                  <a:cubicBezTo>
                    <a:pt x="100" y="68"/>
                    <a:pt x="101" y="65"/>
                    <a:pt x="102" y="64"/>
                  </a:cubicBezTo>
                  <a:cubicBezTo>
                    <a:pt x="102" y="63"/>
                    <a:pt x="104" y="62"/>
                    <a:pt x="104" y="61"/>
                  </a:cubicBezTo>
                  <a:cubicBezTo>
                    <a:pt x="105" y="60"/>
                    <a:pt x="105" y="56"/>
                    <a:pt x="105" y="54"/>
                  </a:cubicBezTo>
                  <a:cubicBezTo>
                    <a:pt x="106" y="53"/>
                    <a:pt x="105" y="50"/>
                    <a:pt x="105" y="49"/>
                  </a:cubicBezTo>
                  <a:cubicBezTo>
                    <a:pt x="106" y="47"/>
                    <a:pt x="107" y="44"/>
                    <a:pt x="108" y="43"/>
                  </a:cubicBezTo>
                  <a:cubicBezTo>
                    <a:pt x="108" y="42"/>
                    <a:pt x="109" y="39"/>
                    <a:pt x="110" y="37"/>
                  </a:cubicBezTo>
                  <a:cubicBezTo>
                    <a:pt x="111" y="36"/>
                    <a:pt x="114" y="36"/>
                    <a:pt x="116" y="35"/>
                  </a:cubicBezTo>
                  <a:cubicBezTo>
                    <a:pt x="117" y="34"/>
                    <a:pt x="117" y="31"/>
                    <a:pt x="118" y="30"/>
                  </a:cubicBezTo>
                  <a:cubicBezTo>
                    <a:pt x="119" y="30"/>
                    <a:pt x="121" y="31"/>
                    <a:pt x="122" y="31"/>
                  </a:cubicBezTo>
                  <a:cubicBezTo>
                    <a:pt x="124" y="31"/>
                    <a:pt x="127" y="29"/>
                    <a:pt x="128" y="28"/>
                  </a:cubicBezTo>
                  <a:cubicBezTo>
                    <a:pt x="130" y="27"/>
                    <a:pt x="132" y="25"/>
                    <a:pt x="133" y="25"/>
                  </a:cubicBezTo>
                  <a:cubicBezTo>
                    <a:pt x="135" y="24"/>
                    <a:pt x="138" y="25"/>
                    <a:pt x="140" y="25"/>
                  </a:cubicBezTo>
                  <a:cubicBezTo>
                    <a:pt x="141" y="25"/>
                    <a:pt x="144" y="24"/>
                    <a:pt x="145" y="24"/>
                  </a:cubicBezTo>
                  <a:cubicBezTo>
                    <a:pt x="146" y="25"/>
                    <a:pt x="148" y="26"/>
                    <a:pt x="148" y="27"/>
                  </a:cubicBezTo>
                  <a:cubicBezTo>
                    <a:pt x="149" y="27"/>
                    <a:pt x="150" y="28"/>
                    <a:pt x="151" y="28"/>
                  </a:cubicBezTo>
                  <a:cubicBezTo>
                    <a:pt x="152" y="29"/>
                    <a:pt x="153" y="26"/>
                    <a:pt x="155" y="26"/>
                  </a:cubicBezTo>
                  <a:cubicBezTo>
                    <a:pt x="156" y="26"/>
                    <a:pt x="158" y="26"/>
                    <a:pt x="159" y="25"/>
                  </a:cubicBezTo>
                  <a:cubicBezTo>
                    <a:pt x="160" y="25"/>
                    <a:pt x="161" y="21"/>
                    <a:pt x="163" y="20"/>
                  </a:cubicBezTo>
                  <a:cubicBezTo>
                    <a:pt x="163" y="20"/>
                    <a:pt x="165" y="19"/>
                    <a:pt x="166" y="19"/>
                  </a:cubicBezTo>
                  <a:cubicBezTo>
                    <a:pt x="167" y="20"/>
                    <a:pt x="168" y="22"/>
                    <a:pt x="168" y="22"/>
                  </a:cubicBezTo>
                  <a:cubicBezTo>
                    <a:pt x="170" y="23"/>
                    <a:pt x="173" y="24"/>
                    <a:pt x="174" y="24"/>
                  </a:cubicBezTo>
                  <a:cubicBezTo>
                    <a:pt x="176" y="24"/>
                    <a:pt x="178" y="22"/>
                    <a:pt x="179" y="22"/>
                  </a:cubicBezTo>
                  <a:cubicBezTo>
                    <a:pt x="181" y="22"/>
                    <a:pt x="184" y="21"/>
                    <a:pt x="186" y="21"/>
                  </a:cubicBezTo>
                  <a:cubicBezTo>
                    <a:pt x="187" y="22"/>
                    <a:pt x="190" y="23"/>
                    <a:pt x="191" y="23"/>
                  </a:cubicBezTo>
                  <a:cubicBezTo>
                    <a:pt x="193" y="24"/>
                    <a:pt x="196" y="26"/>
                    <a:pt x="198" y="26"/>
                  </a:cubicBezTo>
                  <a:cubicBezTo>
                    <a:pt x="199" y="26"/>
                    <a:pt x="201" y="25"/>
                    <a:pt x="202" y="25"/>
                  </a:cubicBezTo>
                  <a:cubicBezTo>
                    <a:pt x="204" y="25"/>
                    <a:pt x="206" y="25"/>
                    <a:pt x="207" y="25"/>
                  </a:cubicBezTo>
                  <a:cubicBezTo>
                    <a:pt x="210" y="25"/>
                    <a:pt x="214" y="24"/>
                    <a:pt x="216" y="23"/>
                  </a:cubicBezTo>
                  <a:cubicBezTo>
                    <a:pt x="218" y="22"/>
                    <a:pt x="220" y="19"/>
                    <a:pt x="221" y="18"/>
                  </a:cubicBezTo>
                  <a:cubicBezTo>
                    <a:pt x="223" y="17"/>
                    <a:pt x="226" y="16"/>
                    <a:pt x="227" y="15"/>
                  </a:cubicBezTo>
                  <a:cubicBezTo>
                    <a:pt x="229" y="13"/>
                    <a:pt x="231" y="11"/>
                    <a:pt x="233" y="10"/>
                  </a:cubicBezTo>
                  <a:cubicBezTo>
                    <a:pt x="235" y="9"/>
                    <a:pt x="238" y="9"/>
                    <a:pt x="240" y="9"/>
                  </a:cubicBezTo>
                  <a:cubicBezTo>
                    <a:pt x="241" y="9"/>
                    <a:pt x="244" y="9"/>
                    <a:pt x="246" y="9"/>
                  </a:cubicBezTo>
                  <a:cubicBezTo>
                    <a:pt x="247" y="8"/>
                    <a:pt x="249" y="5"/>
                    <a:pt x="250" y="5"/>
                  </a:cubicBezTo>
                  <a:cubicBezTo>
                    <a:pt x="252" y="4"/>
                    <a:pt x="256" y="5"/>
                    <a:pt x="257" y="5"/>
                  </a:cubicBezTo>
                  <a:cubicBezTo>
                    <a:pt x="258" y="4"/>
                    <a:pt x="260" y="2"/>
                    <a:pt x="261" y="1"/>
                  </a:cubicBezTo>
                  <a:cubicBezTo>
                    <a:pt x="262" y="1"/>
                    <a:pt x="266" y="0"/>
                    <a:pt x="268" y="0"/>
                  </a:cubicBezTo>
                  <a:cubicBezTo>
                    <a:pt x="269" y="1"/>
                    <a:pt x="272" y="2"/>
                    <a:pt x="273" y="3"/>
                  </a:cubicBezTo>
                  <a:cubicBezTo>
                    <a:pt x="274" y="4"/>
                    <a:pt x="275" y="7"/>
                    <a:pt x="275" y="8"/>
                  </a:cubicBezTo>
                  <a:cubicBezTo>
                    <a:pt x="274" y="9"/>
                    <a:pt x="273" y="10"/>
                    <a:pt x="272" y="10"/>
                  </a:cubicBezTo>
                  <a:cubicBezTo>
                    <a:pt x="272" y="11"/>
                    <a:pt x="272" y="14"/>
                    <a:pt x="272" y="15"/>
                  </a:cubicBezTo>
                  <a:cubicBezTo>
                    <a:pt x="271" y="16"/>
                    <a:pt x="268" y="17"/>
                    <a:pt x="266" y="17"/>
                  </a:cubicBezTo>
                  <a:cubicBezTo>
                    <a:pt x="265" y="17"/>
                    <a:pt x="264" y="15"/>
                    <a:pt x="263" y="15"/>
                  </a:cubicBezTo>
                  <a:cubicBezTo>
                    <a:pt x="262" y="15"/>
                    <a:pt x="260" y="16"/>
                    <a:pt x="259" y="16"/>
                  </a:cubicBezTo>
                  <a:cubicBezTo>
                    <a:pt x="258" y="17"/>
                    <a:pt x="257" y="19"/>
                    <a:pt x="257" y="20"/>
                  </a:cubicBezTo>
                  <a:cubicBezTo>
                    <a:pt x="256" y="21"/>
                    <a:pt x="255" y="22"/>
                    <a:pt x="255" y="23"/>
                  </a:cubicBezTo>
                  <a:cubicBezTo>
                    <a:pt x="255" y="24"/>
                    <a:pt x="255" y="26"/>
                    <a:pt x="255" y="27"/>
                  </a:cubicBezTo>
                  <a:cubicBezTo>
                    <a:pt x="256" y="28"/>
                    <a:pt x="259" y="28"/>
                    <a:pt x="259" y="29"/>
                  </a:cubicBezTo>
                  <a:cubicBezTo>
                    <a:pt x="260" y="30"/>
                    <a:pt x="260" y="32"/>
                    <a:pt x="260" y="33"/>
                  </a:cubicBezTo>
                  <a:cubicBezTo>
                    <a:pt x="260" y="34"/>
                    <a:pt x="259" y="36"/>
                    <a:pt x="259" y="37"/>
                  </a:cubicBezTo>
                  <a:cubicBezTo>
                    <a:pt x="259" y="38"/>
                    <a:pt x="259" y="39"/>
                    <a:pt x="260" y="40"/>
                  </a:cubicBezTo>
                  <a:cubicBezTo>
                    <a:pt x="261" y="40"/>
                    <a:pt x="263" y="40"/>
                    <a:pt x="263" y="40"/>
                  </a:cubicBezTo>
                  <a:cubicBezTo>
                    <a:pt x="264" y="41"/>
                    <a:pt x="265" y="42"/>
                    <a:pt x="266" y="43"/>
                  </a:cubicBezTo>
                  <a:cubicBezTo>
                    <a:pt x="267" y="43"/>
                    <a:pt x="268" y="45"/>
                    <a:pt x="269" y="45"/>
                  </a:cubicBezTo>
                  <a:cubicBezTo>
                    <a:pt x="270" y="45"/>
                    <a:pt x="272" y="43"/>
                    <a:pt x="273" y="43"/>
                  </a:cubicBezTo>
                  <a:cubicBezTo>
                    <a:pt x="274" y="42"/>
                    <a:pt x="277" y="43"/>
                    <a:pt x="278" y="43"/>
                  </a:cubicBezTo>
                  <a:cubicBezTo>
                    <a:pt x="278" y="44"/>
                    <a:pt x="278" y="46"/>
                    <a:pt x="279" y="46"/>
                  </a:cubicBezTo>
                  <a:cubicBezTo>
                    <a:pt x="280" y="47"/>
                    <a:pt x="282" y="46"/>
                    <a:pt x="282" y="47"/>
                  </a:cubicBezTo>
                  <a:cubicBezTo>
                    <a:pt x="283" y="48"/>
                    <a:pt x="282" y="51"/>
                    <a:pt x="282" y="52"/>
                  </a:cubicBezTo>
                  <a:cubicBezTo>
                    <a:pt x="282" y="54"/>
                    <a:pt x="280" y="56"/>
                    <a:pt x="280" y="57"/>
                  </a:cubicBezTo>
                  <a:cubicBezTo>
                    <a:pt x="279" y="58"/>
                    <a:pt x="279" y="61"/>
                    <a:pt x="279" y="62"/>
                  </a:cubicBezTo>
                  <a:cubicBezTo>
                    <a:pt x="280" y="64"/>
                    <a:pt x="281" y="66"/>
                    <a:pt x="283" y="67"/>
                  </a:cubicBezTo>
                  <a:cubicBezTo>
                    <a:pt x="283" y="67"/>
                    <a:pt x="286" y="67"/>
                    <a:pt x="287" y="67"/>
                  </a:cubicBezTo>
                  <a:cubicBezTo>
                    <a:pt x="289" y="67"/>
                    <a:pt x="292" y="68"/>
                    <a:pt x="294" y="70"/>
                  </a:cubicBezTo>
                  <a:cubicBezTo>
                    <a:pt x="295" y="71"/>
                    <a:pt x="296" y="74"/>
                    <a:pt x="297" y="76"/>
                  </a:cubicBezTo>
                  <a:cubicBezTo>
                    <a:pt x="298" y="76"/>
                    <a:pt x="299" y="77"/>
                    <a:pt x="300" y="7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20"/>
            <p:cNvSpPr>
              <a:spLocks/>
            </p:cNvSpPr>
            <p:nvPr/>
          </p:nvSpPr>
          <p:spPr bwMode="auto">
            <a:xfrm>
              <a:off x="5572125" y="1077913"/>
              <a:ext cx="744537" cy="776288"/>
            </a:xfrm>
            <a:custGeom>
              <a:avLst/>
              <a:gdLst/>
              <a:ahLst/>
              <a:cxnLst>
                <a:cxn ang="0">
                  <a:pos x="328" y="213"/>
                </a:cxn>
                <a:cxn ang="0">
                  <a:pos x="332" y="274"/>
                </a:cxn>
                <a:cxn ang="0">
                  <a:pos x="358" y="299"/>
                </a:cxn>
                <a:cxn ang="0">
                  <a:pos x="401" y="337"/>
                </a:cxn>
                <a:cxn ang="0">
                  <a:pos x="412" y="364"/>
                </a:cxn>
                <a:cxn ang="0">
                  <a:pos x="337" y="368"/>
                </a:cxn>
                <a:cxn ang="0">
                  <a:pos x="271" y="365"/>
                </a:cxn>
                <a:cxn ang="0">
                  <a:pos x="235" y="343"/>
                </a:cxn>
                <a:cxn ang="0">
                  <a:pos x="191" y="351"/>
                </a:cxn>
                <a:cxn ang="0">
                  <a:pos x="140" y="344"/>
                </a:cxn>
                <a:cxn ang="0">
                  <a:pos x="134" y="398"/>
                </a:cxn>
                <a:cxn ang="0">
                  <a:pos x="119" y="433"/>
                </a:cxn>
                <a:cxn ang="0">
                  <a:pos x="103" y="415"/>
                </a:cxn>
                <a:cxn ang="0">
                  <a:pos x="80" y="391"/>
                </a:cxn>
                <a:cxn ang="0">
                  <a:pos x="65" y="369"/>
                </a:cxn>
                <a:cxn ang="0">
                  <a:pos x="49" y="352"/>
                </a:cxn>
                <a:cxn ang="0">
                  <a:pos x="15" y="350"/>
                </a:cxn>
                <a:cxn ang="0">
                  <a:pos x="7" y="317"/>
                </a:cxn>
                <a:cxn ang="0">
                  <a:pos x="15" y="293"/>
                </a:cxn>
                <a:cxn ang="0">
                  <a:pos x="35" y="292"/>
                </a:cxn>
                <a:cxn ang="0">
                  <a:pos x="44" y="264"/>
                </a:cxn>
                <a:cxn ang="0">
                  <a:pos x="18" y="219"/>
                </a:cxn>
                <a:cxn ang="0">
                  <a:pos x="6" y="183"/>
                </a:cxn>
                <a:cxn ang="0">
                  <a:pos x="27" y="128"/>
                </a:cxn>
                <a:cxn ang="0">
                  <a:pos x="39" y="110"/>
                </a:cxn>
                <a:cxn ang="0">
                  <a:pos x="59" y="116"/>
                </a:cxn>
                <a:cxn ang="0">
                  <a:pos x="51" y="136"/>
                </a:cxn>
                <a:cxn ang="0">
                  <a:pos x="71" y="157"/>
                </a:cxn>
                <a:cxn ang="0">
                  <a:pos x="83" y="172"/>
                </a:cxn>
                <a:cxn ang="0">
                  <a:pos x="92" y="154"/>
                </a:cxn>
                <a:cxn ang="0">
                  <a:pos x="84" y="132"/>
                </a:cxn>
                <a:cxn ang="0">
                  <a:pos x="96" y="105"/>
                </a:cxn>
                <a:cxn ang="0">
                  <a:pos x="120" y="79"/>
                </a:cxn>
                <a:cxn ang="0">
                  <a:pos x="125" y="51"/>
                </a:cxn>
                <a:cxn ang="0">
                  <a:pos x="123" y="27"/>
                </a:cxn>
                <a:cxn ang="0">
                  <a:pos x="145" y="34"/>
                </a:cxn>
                <a:cxn ang="0">
                  <a:pos x="153" y="40"/>
                </a:cxn>
                <a:cxn ang="0">
                  <a:pos x="163" y="70"/>
                </a:cxn>
                <a:cxn ang="0">
                  <a:pos x="188" y="67"/>
                </a:cxn>
                <a:cxn ang="0">
                  <a:pos x="205" y="56"/>
                </a:cxn>
                <a:cxn ang="0">
                  <a:pos x="226" y="57"/>
                </a:cxn>
                <a:cxn ang="0">
                  <a:pos x="241" y="77"/>
                </a:cxn>
                <a:cxn ang="0">
                  <a:pos x="259" y="76"/>
                </a:cxn>
                <a:cxn ang="0">
                  <a:pos x="245" y="54"/>
                </a:cxn>
                <a:cxn ang="0">
                  <a:pos x="250" y="40"/>
                </a:cxn>
                <a:cxn ang="0">
                  <a:pos x="241" y="16"/>
                </a:cxn>
                <a:cxn ang="0">
                  <a:pos x="265" y="1"/>
                </a:cxn>
                <a:cxn ang="0">
                  <a:pos x="281" y="15"/>
                </a:cxn>
                <a:cxn ang="0">
                  <a:pos x="296" y="20"/>
                </a:cxn>
                <a:cxn ang="0">
                  <a:pos x="316" y="37"/>
                </a:cxn>
                <a:cxn ang="0">
                  <a:pos x="301" y="53"/>
                </a:cxn>
                <a:cxn ang="0">
                  <a:pos x="309" y="94"/>
                </a:cxn>
                <a:cxn ang="0">
                  <a:pos x="291" y="147"/>
                </a:cxn>
                <a:cxn ang="0">
                  <a:pos x="314" y="185"/>
                </a:cxn>
                <a:cxn ang="0">
                  <a:pos x="342" y="176"/>
                </a:cxn>
              </a:cxnLst>
              <a:rect l="0" t="0" r="r" b="b"/>
              <a:pathLst>
                <a:path w="421" h="439">
                  <a:moveTo>
                    <a:pt x="343" y="177"/>
                  </a:moveTo>
                  <a:cubicBezTo>
                    <a:pt x="343" y="180"/>
                    <a:pt x="343" y="184"/>
                    <a:pt x="343" y="186"/>
                  </a:cubicBezTo>
                  <a:cubicBezTo>
                    <a:pt x="342" y="189"/>
                    <a:pt x="342" y="194"/>
                    <a:pt x="342" y="197"/>
                  </a:cubicBezTo>
                  <a:cubicBezTo>
                    <a:pt x="341" y="199"/>
                    <a:pt x="338" y="203"/>
                    <a:pt x="337" y="205"/>
                  </a:cubicBezTo>
                  <a:cubicBezTo>
                    <a:pt x="335" y="207"/>
                    <a:pt x="330" y="210"/>
                    <a:pt x="328" y="213"/>
                  </a:cubicBezTo>
                  <a:cubicBezTo>
                    <a:pt x="326" y="215"/>
                    <a:pt x="322" y="219"/>
                    <a:pt x="321" y="222"/>
                  </a:cubicBezTo>
                  <a:cubicBezTo>
                    <a:pt x="319" y="226"/>
                    <a:pt x="318" y="234"/>
                    <a:pt x="318" y="238"/>
                  </a:cubicBezTo>
                  <a:cubicBezTo>
                    <a:pt x="319" y="242"/>
                    <a:pt x="320" y="249"/>
                    <a:pt x="321" y="253"/>
                  </a:cubicBezTo>
                  <a:cubicBezTo>
                    <a:pt x="322" y="255"/>
                    <a:pt x="327" y="259"/>
                    <a:pt x="328" y="262"/>
                  </a:cubicBezTo>
                  <a:cubicBezTo>
                    <a:pt x="329" y="265"/>
                    <a:pt x="331" y="271"/>
                    <a:pt x="332" y="274"/>
                  </a:cubicBezTo>
                  <a:cubicBezTo>
                    <a:pt x="332" y="276"/>
                    <a:pt x="333" y="281"/>
                    <a:pt x="334" y="284"/>
                  </a:cubicBezTo>
                  <a:cubicBezTo>
                    <a:pt x="335" y="286"/>
                    <a:pt x="337" y="290"/>
                    <a:pt x="339" y="292"/>
                  </a:cubicBezTo>
                  <a:cubicBezTo>
                    <a:pt x="340" y="293"/>
                    <a:pt x="343" y="295"/>
                    <a:pt x="345" y="295"/>
                  </a:cubicBezTo>
                  <a:cubicBezTo>
                    <a:pt x="347" y="296"/>
                    <a:pt x="351" y="295"/>
                    <a:pt x="353" y="296"/>
                  </a:cubicBezTo>
                  <a:cubicBezTo>
                    <a:pt x="354" y="296"/>
                    <a:pt x="357" y="298"/>
                    <a:pt x="358" y="299"/>
                  </a:cubicBezTo>
                  <a:cubicBezTo>
                    <a:pt x="360" y="301"/>
                    <a:pt x="364" y="306"/>
                    <a:pt x="365" y="308"/>
                  </a:cubicBezTo>
                  <a:cubicBezTo>
                    <a:pt x="367" y="310"/>
                    <a:pt x="370" y="316"/>
                    <a:pt x="372" y="318"/>
                  </a:cubicBezTo>
                  <a:cubicBezTo>
                    <a:pt x="374" y="321"/>
                    <a:pt x="381" y="323"/>
                    <a:pt x="384" y="324"/>
                  </a:cubicBezTo>
                  <a:cubicBezTo>
                    <a:pt x="386" y="326"/>
                    <a:pt x="393" y="327"/>
                    <a:pt x="395" y="329"/>
                  </a:cubicBezTo>
                  <a:cubicBezTo>
                    <a:pt x="397" y="331"/>
                    <a:pt x="400" y="335"/>
                    <a:pt x="401" y="337"/>
                  </a:cubicBezTo>
                  <a:cubicBezTo>
                    <a:pt x="402" y="339"/>
                    <a:pt x="402" y="343"/>
                    <a:pt x="403" y="344"/>
                  </a:cubicBezTo>
                  <a:cubicBezTo>
                    <a:pt x="404" y="345"/>
                    <a:pt x="407" y="347"/>
                    <a:pt x="408" y="348"/>
                  </a:cubicBezTo>
                  <a:cubicBezTo>
                    <a:pt x="409" y="349"/>
                    <a:pt x="411" y="353"/>
                    <a:pt x="413" y="354"/>
                  </a:cubicBezTo>
                  <a:cubicBezTo>
                    <a:pt x="414" y="356"/>
                    <a:pt x="418" y="358"/>
                    <a:pt x="421" y="359"/>
                  </a:cubicBezTo>
                  <a:cubicBezTo>
                    <a:pt x="418" y="361"/>
                    <a:pt x="414" y="363"/>
                    <a:pt x="412" y="364"/>
                  </a:cubicBezTo>
                  <a:cubicBezTo>
                    <a:pt x="408" y="365"/>
                    <a:pt x="400" y="365"/>
                    <a:pt x="396" y="366"/>
                  </a:cubicBezTo>
                  <a:cubicBezTo>
                    <a:pt x="392" y="366"/>
                    <a:pt x="383" y="368"/>
                    <a:pt x="378" y="369"/>
                  </a:cubicBezTo>
                  <a:cubicBezTo>
                    <a:pt x="375" y="370"/>
                    <a:pt x="369" y="375"/>
                    <a:pt x="366" y="375"/>
                  </a:cubicBezTo>
                  <a:cubicBezTo>
                    <a:pt x="362" y="375"/>
                    <a:pt x="355" y="370"/>
                    <a:pt x="351" y="369"/>
                  </a:cubicBezTo>
                  <a:cubicBezTo>
                    <a:pt x="347" y="368"/>
                    <a:pt x="340" y="367"/>
                    <a:pt x="337" y="368"/>
                  </a:cubicBezTo>
                  <a:cubicBezTo>
                    <a:pt x="333" y="369"/>
                    <a:pt x="327" y="375"/>
                    <a:pt x="323" y="376"/>
                  </a:cubicBezTo>
                  <a:cubicBezTo>
                    <a:pt x="319" y="377"/>
                    <a:pt x="309" y="377"/>
                    <a:pt x="304" y="375"/>
                  </a:cubicBezTo>
                  <a:cubicBezTo>
                    <a:pt x="302" y="374"/>
                    <a:pt x="299" y="370"/>
                    <a:pt x="297" y="368"/>
                  </a:cubicBezTo>
                  <a:cubicBezTo>
                    <a:pt x="295" y="367"/>
                    <a:pt x="289" y="364"/>
                    <a:pt x="286" y="363"/>
                  </a:cubicBezTo>
                  <a:cubicBezTo>
                    <a:pt x="283" y="363"/>
                    <a:pt x="275" y="366"/>
                    <a:pt x="271" y="365"/>
                  </a:cubicBezTo>
                  <a:cubicBezTo>
                    <a:pt x="269" y="364"/>
                    <a:pt x="265" y="358"/>
                    <a:pt x="262" y="356"/>
                  </a:cubicBezTo>
                  <a:cubicBezTo>
                    <a:pt x="260" y="355"/>
                    <a:pt x="255" y="353"/>
                    <a:pt x="252" y="354"/>
                  </a:cubicBezTo>
                  <a:cubicBezTo>
                    <a:pt x="248" y="354"/>
                    <a:pt x="243" y="362"/>
                    <a:pt x="240" y="361"/>
                  </a:cubicBezTo>
                  <a:cubicBezTo>
                    <a:pt x="237" y="361"/>
                    <a:pt x="233" y="356"/>
                    <a:pt x="233" y="354"/>
                  </a:cubicBezTo>
                  <a:cubicBezTo>
                    <a:pt x="232" y="351"/>
                    <a:pt x="236" y="345"/>
                    <a:pt x="235" y="343"/>
                  </a:cubicBezTo>
                  <a:cubicBezTo>
                    <a:pt x="234" y="340"/>
                    <a:pt x="229" y="337"/>
                    <a:pt x="226" y="336"/>
                  </a:cubicBezTo>
                  <a:cubicBezTo>
                    <a:pt x="225" y="335"/>
                    <a:pt x="220" y="336"/>
                    <a:pt x="218" y="336"/>
                  </a:cubicBezTo>
                  <a:cubicBezTo>
                    <a:pt x="216" y="336"/>
                    <a:pt x="211" y="334"/>
                    <a:pt x="209" y="335"/>
                  </a:cubicBezTo>
                  <a:cubicBezTo>
                    <a:pt x="206" y="336"/>
                    <a:pt x="202" y="340"/>
                    <a:pt x="200" y="341"/>
                  </a:cubicBezTo>
                  <a:cubicBezTo>
                    <a:pt x="197" y="344"/>
                    <a:pt x="194" y="350"/>
                    <a:pt x="191" y="351"/>
                  </a:cubicBezTo>
                  <a:cubicBezTo>
                    <a:pt x="186" y="353"/>
                    <a:pt x="177" y="350"/>
                    <a:pt x="173" y="348"/>
                  </a:cubicBezTo>
                  <a:cubicBezTo>
                    <a:pt x="171" y="346"/>
                    <a:pt x="170" y="340"/>
                    <a:pt x="168" y="339"/>
                  </a:cubicBezTo>
                  <a:cubicBezTo>
                    <a:pt x="166" y="337"/>
                    <a:pt x="161" y="337"/>
                    <a:pt x="159" y="338"/>
                  </a:cubicBezTo>
                  <a:cubicBezTo>
                    <a:pt x="156" y="339"/>
                    <a:pt x="152" y="346"/>
                    <a:pt x="149" y="347"/>
                  </a:cubicBezTo>
                  <a:cubicBezTo>
                    <a:pt x="146" y="347"/>
                    <a:pt x="142" y="343"/>
                    <a:pt x="140" y="344"/>
                  </a:cubicBezTo>
                  <a:cubicBezTo>
                    <a:pt x="137" y="345"/>
                    <a:pt x="133" y="351"/>
                    <a:pt x="131" y="353"/>
                  </a:cubicBezTo>
                  <a:cubicBezTo>
                    <a:pt x="129" y="356"/>
                    <a:pt x="126" y="363"/>
                    <a:pt x="125" y="366"/>
                  </a:cubicBezTo>
                  <a:cubicBezTo>
                    <a:pt x="124" y="370"/>
                    <a:pt x="123" y="377"/>
                    <a:pt x="123" y="380"/>
                  </a:cubicBezTo>
                  <a:cubicBezTo>
                    <a:pt x="124" y="382"/>
                    <a:pt x="126" y="387"/>
                    <a:pt x="128" y="389"/>
                  </a:cubicBezTo>
                  <a:cubicBezTo>
                    <a:pt x="129" y="391"/>
                    <a:pt x="134" y="395"/>
                    <a:pt x="134" y="398"/>
                  </a:cubicBezTo>
                  <a:cubicBezTo>
                    <a:pt x="135" y="400"/>
                    <a:pt x="133" y="404"/>
                    <a:pt x="132" y="406"/>
                  </a:cubicBezTo>
                  <a:cubicBezTo>
                    <a:pt x="131" y="408"/>
                    <a:pt x="127" y="408"/>
                    <a:pt x="127" y="410"/>
                  </a:cubicBezTo>
                  <a:cubicBezTo>
                    <a:pt x="126" y="411"/>
                    <a:pt x="127" y="416"/>
                    <a:pt x="127" y="417"/>
                  </a:cubicBezTo>
                  <a:cubicBezTo>
                    <a:pt x="126" y="419"/>
                    <a:pt x="123" y="420"/>
                    <a:pt x="122" y="422"/>
                  </a:cubicBezTo>
                  <a:cubicBezTo>
                    <a:pt x="121" y="424"/>
                    <a:pt x="120" y="430"/>
                    <a:pt x="119" y="433"/>
                  </a:cubicBezTo>
                  <a:cubicBezTo>
                    <a:pt x="119" y="434"/>
                    <a:pt x="117" y="437"/>
                    <a:pt x="116" y="439"/>
                  </a:cubicBezTo>
                  <a:cubicBezTo>
                    <a:pt x="115" y="437"/>
                    <a:pt x="115" y="435"/>
                    <a:pt x="114" y="435"/>
                  </a:cubicBezTo>
                  <a:cubicBezTo>
                    <a:pt x="113" y="433"/>
                    <a:pt x="109" y="433"/>
                    <a:pt x="109" y="431"/>
                  </a:cubicBezTo>
                  <a:cubicBezTo>
                    <a:pt x="107" y="430"/>
                    <a:pt x="108" y="425"/>
                    <a:pt x="108" y="423"/>
                  </a:cubicBezTo>
                  <a:cubicBezTo>
                    <a:pt x="107" y="421"/>
                    <a:pt x="104" y="417"/>
                    <a:pt x="103" y="415"/>
                  </a:cubicBezTo>
                  <a:cubicBezTo>
                    <a:pt x="102" y="413"/>
                    <a:pt x="103" y="409"/>
                    <a:pt x="101" y="407"/>
                  </a:cubicBezTo>
                  <a:cubicBezTo>
                    <a:pt x="101" y="407"/>
                    <a:pt x="98" y="406"/>
                    <a:pt x="97" y="406"/>
                  </a:cubicBezTo>
                  <a:cubicBezTo>
                    <a:pt x="95" y="405"/>
                    <a:pt x="90" y="407"/>
                    <a:pt x="88" y="406"/>
                  </a:cubicBezTo>
                  <a:cubicBezTo>
                    <a:pt x="86" y="406"/>
                    <a:pt x="83" y="403"/>
                    <a:pt x="82" y="401"/>
                  </a:cubicBezTo>
                  <a:cubicBezTo>
                    <a:pt x="81" y="399"/>
                    <a:pt x="80" y="394"/>
                    <a:pt x="80" y="391"/>
                  </a:cubicBezTo>
                  <a:cubicBezTo>
                    <a:pt x="80" y="390"/>
                    <a:pt x="81" y="387"/>
                    <a:pt x="81" y="386"/>
                  </a:cubicBezTo>
                  <a:cubicBezTo>
                    <a:pt x="81" y="384"/>
                    <a:pt x="79" y="381"/>
                    <a:pt x="78" y="380"/>
                  </a:cubicBezTo>
                  <a:cubicBezTo>
                    <a:pt x="77" y="379"/>
                    <a:pt x="73" y="377"/>
                    <a:pt x="72" y="376"/>
                  </a:cubicBezTo>
                  <a:cubicBezTo>
                    <a:pt x="71" y="375"/>
                    <a:pt x="71" y="371"/>
                    <a:pt x="69" y="371"/>
                  </a:cubicBezTo>
                  <a:cubicBezTo>
                    <a:pt x="69" y="370"/>
                    <a:pt x="66" y="369"/>
                    <a:pt x="65" y="369"/>
                  </a:cubicBezTo>
                  <a:cubicBezTo>
                    <a:pt x="64" y="369"/>
                    <a:pt x="61" y="371"/>
                    <a:pt x="60" y="371"/>
                  </a:cubicBezTo>
                  <a:cubicBezTo>
                    <a:pt x="59" y="370"/>
                    <a:pt x="57" y="368"/>
                    <a:pt x="56" y="367"/>
                  </a:cubicBezTo>
                  <a:cubicBezTo>
                    <a:pt x="56" y="366"/>
                    <a:pt x="55" y="363"/>
                    <a:pt x="54" y="361"/>
                  </a:cubicBezTo>
                  <a:cubicBezTo>
                    <a:pt x="54" y="360"/>
                    <a:pt x="53" y="356"/>
                    <a:pt x="52" y="355"/>
                  </a:cubicBezTo>
                  <a:cubicBezTo>
                    <a:pt x="52" y="354"/>
                    <a:pt x="50" y="353"/>
                    <a:pt x="49" y="352"/>
                  </a:cubicBezTo>
                  <a:cubicBezTo>
                    <a:pt x="48" y="352"/>
                    <a:pt x="44" y="351"/>
                    <a:pt x="43" y="352"/>
                  </a:cubicBezTo>
                  <a:cubicBezTo>
                    <a:pt x="41" y="352"/>
                    <a:pt x="40" y="355"/>
                    <a:pt x="39" y="356"/>
                  </a:cubicBezTo>
                  <a:cubicBezTo>
                    <a:pt x="38" y="357"/>
                    <a:pt x="35" y="360"/>
                    <a:pt x="33" y="360"/>
                  </a:cubicBezTo>
                  <a:cubicBezTo>
                    <a:pt x="30" y="360"/>
                    <a:pt x="25" y="358"/>
                    <a:pt x="23" y="356"/>
                  </a:cubicBezTo>
                  <a:cubicBezTo>
                    <a:pt x="21" y="355"/>
                    <a:pt x="17" y="352"/>
                    <a:pt x="15" y="350"/>
                  </a:cubicBezTo>
                  <a:cubicBezTo>
                    <a:pt x="14" y="348"/>
                    <a:pt x="13" y="344"/>
                    <a:pt x="12" y="343"/>
                  </a:cubicBezTo>
                  <a:cubicBezTo>
                    <a:pt x="11" y="342"/>
                    <a:pt x="10" y="339"/>
                    <a:pt x="9" y="338"/>
                  </a:cubicBezTo>
                  <a:cubicBezTo>
                    <a:pt x="8" y="337"/>
                    <a:pt x="6" y="336"/>
                    <a:pt x="5" y="335"/>
                  </a:cubicBezTo>
                  <a:cubicBezTo>
                    <a:pt x="4" y="332"/>
                    <a:pt x="5" y="327"/>
                    <a:pt x="5" y="324"/>
                  </a:cubicBezTo>
                  <a:cubicBezTo>
                    <a:pt x="5" y="322"/>
                    <a:pt x="7" y="319"/>
                    <a:pt x="7" y="317"/>
                  </a:cubicBezTo>
                  <a:cubicBezTo>
                    <a:pt x="7" y="315"/>
                    <a:pt x="6" y="311"/>
                    <a:pt x="5" y="309"/>
                  </a:cubicBezTo>
                  <a:cubicBezTo>
                    <a:pt x="4" y="308"/>
                    <a:pt x="1" y="305"/>
                    <a:pt x="0" y="304"/>
                  </a:cubicBezTo>
                  <a:cubicBezTo>
                    <a:pt x="0" y="302"/>
                    <a:pt x="1" y="299"/>
                    <a:pt x="2" y="297"/>
                  </a:cubicBezTo>
                  <a:cubicBezTo>
                    <a:pt x="3" y="296"/>
                    <a:pt x="7" y="297"/>
                    <a:pt x="9" y="296"/>
                  </a:cubicBezTo>
                  <a:cubicBezTo>
                    <a:pt x="11" y="295"/>
                    <a:pt x="14" y="293"/>
                    <a:pt x="15" y="293"/>
                  </a:cubicBezTo>
                  <a:cubicBezTo>
                    <a:pt x="17" y="293"/>
                    <a:pt x="21" y="293"/>
                    <a:pt x="23" y="294"/>
                  </a:cubicBezTo>
                  <a:cubicBezTo>
                    <a:pt x="24" y="295"/>
                    <a:pt x="24" y="297"/>
                    <a:pt x="25" y="298"/>
                  </a:cubicBezTo>
                  <a:cubicBezTo>
                    <a:pt x="26" y="300"/>
                    <a:pt x="29" y="302"/>
                    <a:pt x="30" y="302"/>
                  </a:cubicBezTo>
                  <a:cubicBezTo>
                    <a:pt x="32" y="302"/>
                    <a:pt x="34" y="298"/>
                    <a:pt x="35" y="297"/>
                  </a:cubicBezTo>
                  <a:cubicBezTo>
                    <a:pt x="35" y="295"/>
                    <a:pt x="35" y="293"/>
                    <a:pt x="35" y="292"/>
                  </a:cubicBezTo>
                  <a:cubicBezTo>
                    <a:pt x="35" y="290"/>
                    <a:pt x="34" y="287"/>
                    <a:pt x="35" y="286"/>
                  </a:cubicBezTo>
                  <a:cubicBezTo>
                    <a:pt x="36" y="285"/>
                    <a:pt x="39" y="285"/>
                    <a:pt x="40" y="285"/>
                  </a:cubicBezTo>
                  <a:cubicBezTo>
                    <a:pt x="41" y="284"/>
                    <a:pt x="44" y="283"/>
                    <a:pt x="46" y="282"/>
                  </a:cubicBezTo>
                  <a:cubicBezTo>
                    <a:pt x="47" y="280"/>
                    <a:pt x="48" y="277"/>
                    <a:pt x="48" y="275"/>
                  </a:cubicBezTo>
                  <a:cubicBezTo>
                    <a:pt x="48" y="272"/>
                    <a:pt x="45" y="266"/>
                    <a:pt x="44" y="264"/>
                  </a:cubicBezTo>
                  <a:cubicBezTo>
                    <a:pt x="42" y="262"/>
                    <a:pt x="38" y="259"/>
                    <a:pt x="37" y="257"/>
                  </a:cubicBezTo>
                  <a:cubicBezTo>
                    <a:pt x="35" y="255"/>
                    <a:pt x="32" y="250"/>
                    <a:pt x="31" y="247"/>
                  </a:cubicBezTo>
                  <a:cubicBezTo>
                    <a:pt x="30" y="244"/>
                    <a:pt x="29" y="238"/>
                    <a:pt x="28" y="234"/>
                  </a:cubicBezTo>
                  <a:cubicBezTo>
                    <a:pt x="27" y="232"/>
                    <a:pt x="26" y="227"/>
                    <a:pt x="24" y="225"/>
                  </a:cubicBezTo>
                  <a:cubicBezTo>
                    <a:pt x="23" y="223"/>
                    <a:pt x="19" y="221"/>
                    <a:pt x="18" y="219"/>
                  </a:cubicBezTo>
                  <a:cubicBezTo>
                    <a:pt x="17" y="217"/>
                    <a:pt x="17" y="213"/>
                    <a:pt x="16" y="211"/>
                  </a:cubicBezTo>
                  <a:cubicBezTo>
                    <a:pt x="15" y="210"/>
                    <a:pt x="13" y="207"/>
                    <a:pt x="11" y="206"/>
                  </a:cubicBezTo>
                  <a:cubicBezTo>
                    <a:pt x="10" y="205"/>
                    <a:pt x="5" y="203"/>
                    <a:pt x="4" y="201"/>
                  </a:cubicBezTo>
                  <a:cubicBezTo>
                    <a:pt x="3" y="200"/>
                    <a:pt x="2" y="197"/>
                    <a:pt x="2" y="196"/>
                  </a:cubicBezTo>
                  <a:cubicBezTo>
                    <a:pt x="2" y="193"/>
                    <a:pt x="5" y="186"/>
                    <a:pt x="6" y="183"/>
                  </a:cubicBezTo>
                  <a:cubicBezTo>
                    <a:pt x="7" y="179"/>
                    <a:pt x="7" y="171"/>
                    <a:pt x="9" y="168"/>
                  </a:cubicBezTo>
                  <a:cubicBezTo>
                    <a:pt x="10" y="166"/>
                    <a:pt x="13" y="162"/>
                    <a:pt x="14" y="160"/>
                  </a:cubicBezTo>
                  <a:cubicBezTo>
                    <a:pt x="16" y="158"/>
                    <a:pt x="18" y="152"/>
                    <a:pt x="19" y="150"/>
                  </a:cubicBezTo>
                  <a:cubicBezTo>
                    <a:pt x="20" y="147"/>
                    <a:pt x="25" y="143"/>
                    <a:pt x="26" y="140"/>
                  </a:cubicBezTo>
                  <a:cubicBezTo>
                    <a:pt x="27" y="138"/>
                    <a:pt x="27" y="131"/>
                    <a:pt x="27" y="128"/>
                  </a:cubicBezTo>
                  <a:cubicBezTo>
                    <a:pt x="27" y="125"/>
                    <a:pt x="24" y="120"/>
                    <a:pt x="25" y="117"/>
                  </a:cubicBezTo>
                  <a:cubicBezTo>
                    <a:pt x="25" y="116"/>
                    <a:pt x="25" y="113"/>
                    <a:pt x="26" y="112"/>
                  </a:cubicBezTo>
                  <a:cubicBezTo>
                    <a:pt x="27" y="111"/>
                    <a:pt x="29" y="109"/>
                    <a:pt x="30" y="107"/>
                  </a:cubicBezTo>
                  <a:cubicBezTo>
                    <a:pt x="31" y="108"/>
                    <a:pt x="32" y="109"/>
                    <a:pt x="33" y="109"/>
                  </a:cubicBezTo>
                  <a:cubicBezTo>
                    <a:pt x="35" y="110"/>
                    <a:pt x="38" y="110"/>
                    <a:pt x="39" y="110"/>
                  </a:cubicBezTo>
                  <a:cubicBezTo>
                    <a:pt x="40" y="110"/>
                    <a:pt x="40" y="108"/>
                    <a:pt x="41" y="108"/>
                  </a:cubicBezTo>
                  <a:cubicBezTo>
                    <a:pt x="42" y="108"/>
                    <a:pt x="43" y="108"/>
                    <a:pt x="44" y="109"/>
                  </a:cubicBezTo>
                  <a:cubicBezTo>
                    <a:pt x="45" y="110"/>
                    <a:pt x="46" y="113"/>
                    <a:pt x="48" y="114"/>
                  </a:cubicBezTo>
                  <a:cubicBezTo>
                    <a:pt x="49" y="115"/>
                    <a:pt x="52" y="114"/>
                    <a:pt x="54" y="115"/>
                  </a:cubicBezTo>
                  <a:cubicBezTo>
                    <a:pt x="55" y="115"/>
                    <a:pt x="58" y="115"/>
                    <a:pt x="59" y="116"/>
                  </a:cubicBezTo>
                  <a:cubicBezTo>
                    <a:pt x="60" y="117"/>
                    <a:pt x="60" y="122"/>
                    <a:pt x="59" y="124"/>
                  </a:cubicBezTo>
                  <a:cubicBezTo>
                    <a:pt x="59" y="125"/>
                    <a:pt x="58" y="128"/>
                    <a:pt x="57" y="129"/>
                  </a:cubicBezTo>
                  <a:cubicBezTo>
                    <a:pt x="56" y="130"/>
                    <a:pt x="53" y="130"/>
                    <a:pt x="52" y="131"/>
                  </a:cubicBezTo>
                  <a:cubicBezTo>
                    <a:pt x="51" y="132"/>
                    <a:pt x="48" y="133"/>
                    <a:pt x="48" y="134"/>
                  </a:cubicBezTo>
                  <a:cubicBezTo>
                    <a:pt x="48" y="135"/>
                    <a:pt x="50" y="136"/>
                    <a:pt x="51" y="136"/>
                  </a:cubicBezTo>
                  <a:cubicBezTo>
                    <a:pt x="53" y="137"/>
                    <a:pt x="55" y="136"/>
                    <a:pt x="56" y="137"/>
                  </a:cubicBezTo>
                  <a:cubicBezTo>
                    <a:pt x="58" y="138"/>
                    <a:pt x="59" y="142"/>
                    <a:pt x="61" y="143"/>
                  </a:cubicBezTo>
                  <a:cubicBezTo>
                    <a:pt x="62" y="144"/>
                    <a:pt x="65" y="144"/>
                    <a:pt x="66" y="145"/>
                  </a:cubicBezTo>
                  <a:cubicBezTo>
                    <a:pt x="67" y="146"/>
                    <a:pt x="67" y="150"/>
                    <a:pt x="68" y="152"/>
                  </a:cubicBezTo>
                  <a:cubicBezTo>
                    <a:pt x="68" y="153"/>
                    <a:pt x="70" y="155"/>
                    <a:pt x="71" y="157"/>
                  </a:cubicBezTo>
                  <a:cubicBezTo>
                    <a:pt x="71" y="158"/>
                    <a:pt x="73" y="161"/>
                    <a:pt x="72" y="163"/>
                  </a:cubicBezTo>
                  <a:cubicBezTo>
                    <a:pt x="72" y="164"/>
                    <a:pt x="70" y="165"/>
                    <a:pt x="70" y="166"/>
                  </a:cubicBezTo>
                  <a:cubicBezTo>
                    <a:pt x="70" y="166"/>
                    <a:pt x="70" y="169"/>
                    <a:pt x="70" y="169"/>
                  </a:cubicBezTo>
                  <a:cubicBezTo>
                    <a:pt x="72" y="171"/>
                    <a:pt x="76" y="169"/>
                    <a:pt x="78" y="170"/>
                  </a:cubicBezTo>
                  <a:cubicBezTo>
                    <a:pt x="80" y="170"/>
                    <a:pt x="82" y="172"/>
                    <a:pt x="83" y="172"/>
                  </a:cubicBezTo>
                  <a:cubicBezTo>
                    <a:pt x="85" y="173"/>
                    <a:pt x="87" y="172"/>
                    <a:pt x="88" y="172"/>
                  </a:cubicBezTo>
                  <a:cubicBezTo>
                    <a:pt x="89" y="171"/>
                    <a:pt x="90" y="167"/>
                    <a:pt x="90" y="166"/>
                  </a:cubicBezTo>
                  <a:cubicBezTo>
                    <a:pt x="90" y="165"/>
                    <a:pt x="90" y="163"/>
                    <a:pt x="90" y="162"/>
                  </a:cubicBezTo>
                  <a:cubicBezTo>
                    <a:pt x="91" y="161"/>
                    <a:pt x="95" y="161"/>
                    <a:pt x="95" y="160"/>
                  </a:cubicBezTo>
                  <a:cubicBezTo>
                    <a:pt x="95" y="158"/>
                    <a:pt x="93" y="155"/>
                    <a:pt x="92" y="154"/>
                  </a:cubicBezTo>
                  <a:cubicBezTo>
                    <a:pt x="91" y="153"/>
                    <a:pt x="89" y="153"/>
                    <a:pt x="88" y="153"/>
                  </a:cubicBezTo>
                  <a:cubicBezTo>
                    <a:pt x="87" y="152"/>
                    <a:pt x="86" y="148"/>
                    <a:pt x="86" y="146"/>
                  </a:cubicBezTo>
                  <a:cubicBezTo>
                    <a:pt x="85" y="145"/>
                    <a:pt x="84" y="143"/>
                    <a:pt x="84" y="141"/>
                  </a:cubicBezTo>
                  <a:cubicBezTo>
                    <a:pt x="84" y="140"/>
                    <a:pt x="86" y="138"/>
                    <a:pt x="86" y="137"/>
                  </a:cubicBezTo>
                  <a:cubicBezTo>
                    <a:pt x="86" y="136"/>
                    <a:pt x="84" y="133"/>
                    <a:pt x="84" y="132"/>
                  </a:cubicBezTo>
                  <a:cubicBezTo>
                    <a:pt x="84" y="130"/>
                    <a:pt x="85" y="128"/>
                    <a:pt x="85" y="126"/>
                  </a:cubicBezTo>
                  <a:cubicBezTo>
                    <a:pt x="86" y="124"/>
                    <a:pt x="87" y="120"/>
                    <a:pt x="89" y="119"/>
                  </a:cubicBezTo>
                  <a:cubicBezTo>
                    <a:pt x="90" y="118"/>
                    <a:pt x="93" y="119"/>
                    <a:pt x="94" y="118"/>
                  </a:cubicBezTo>
                  <a:cubicBezTo>
                    <a:pt x="96" y="117"/>
                    <a:pt x="94" y="112"/>
                    <a:pt x="94" y="110"/>
                  </a:cubicBezTo>
                  <a:cubicBezTo>
                    <a:pt x="94" y="109"/>
                    <a:pt x="95" y="106"/>
                    <a:pt x="96" y="105"/>
                  </a:cubicBezTo>
                  <a:cubicBezTo>
                    <a:pt x="97" y="104"/>
                    <a:pt x="101" y="103"/>
                    <a:pt x="102" y="102"/>
                  </a:cubicBezTo>
                  <a:cubicBezTo>
                    <a:pt x="102" y="101"/>
                    <a:pt x="103" y="100"/>
                    <a:pt x="103" y="99"/>
                  </a:cubicBezTo>
                  <a:cubicBezTo>
                    <a:pt x="105" y="98"/>
                    <a:pt x="108" y="98"/>
                    <a:pt x="109" y="96"/>
                  </a:cubicBezTo>
                  <a:cubicBezTo>
                    <a:pt x="110" y="95"/>
                    <a:pt x="112" y="91"/>
                    <a:pt x="113" y="89"/>
                  </a:cubicBezTo>
                  <a:cubicBezTo>
                    <a:pt x="114" y="87"/>
                    <a:pt x="118" y="82"/>
                    <a:pt x="120" y="79"/>
                  </a:cubicBezTo>
                  <a:cubicBezTo>
                    <a:pt x="121" y="77"/>
                    <a:pt x="122" y="72"/>
                    <a:pt x="123" y="70"/>
                  </a:cubicBezTo>
                  <a:cubicBezTo>
                    <a:pt x="124" y="68"/>
                    <a:pt x="126" y="66"/>
                    <a:pt x="126" y="65"/>
                  </a:cubicBezTo>
                  <a:cubicBezTo>
                    <a:pt x="126" y="63"/>
                    <a:pt x="126" y="61"/>
                    <a:pt x="125" y="59"/>
                  </a:cubicBezTo>
                  <a:cubicBezTo>
                    <a:pt x="125" y="58"/>
                    <a:pt x="123" y="56"/>
                    <a:pt x="123" y="55"/>
                  </a:cubicBezTo>
                  <a:cubicBezTo>
                    <a:pt x="123" y="54"/>
                    <a:pt x="125" y="52"/>
                    <a:pt x="125" y="51"/>
                  </a:cubicBezTo>
                  <a:cubicBezTo>
                    <a:pt x="125" y="49"/>
                    <a:pt x="125" y="46"/>
                    <a:pt x="124" y="44"/>
                  </a:cubicBezTo>
                  <a:cubicBezTo>
                    <a:pt x="123" y="43"/>
                    <a:pt x="120" y="43"/>
                    <a:pt x="120" y="42"/>
                  </a:cubicBezTo>
                  <a:cubicBezTo>
                    <a:pt x="119" y="41"/>
                    <a:pt x="118" y="39"/>
                    <a:pt x="119" y="38"/>
                  </a:cubicBezTo>
                  <a:cubicBezTo>
                    <a:pt x="119" y="37"/>
                    <a:pt x="121" y="36"/>
                    <a:pt x="121" y="35"/>
                  </a:cubicBezTo>
                  <a:cubicBezTo>
                    <a:pt x="122" y="33"/>
                    <a:pt x="122" y="29"/>
                    <a:pt x="123" y="27"/>
                  </a:cubicBezTo>
                  <a:cubicBezTo>
                    <a:pt x="124" y="26"/>
                    <a:pt x="128" y="26"/>
                    <a:pt x="129" y="25"/>
                  </a:cubicBezTo>
                  <a:cubicBezTo>
                    <a:pt x="130" y="25"/>
                    <a:pt x="133" y="25"/>
                    <a:pt x="134" y="25"/>
                  </a:cubicBezTo>
                  <a:cubicBezTo>
                    <a:pt x="135" y="26"/>
                    <a:pt x="137" y="27"/>
                    <a:pt x="138" y="28"/>
                  </a:cubicBezTo>
                  <a:cubicBezTo>
                    <a:pt x="138" y="29"/>
                    <a:pt x="138" y="32"/>
                    <a:pt x="139" y="33"/>
                  </a:cubicBezTo>
                  <a:cubicBezTo>
                    <a:pt x="140" y="34"/>
                    <a:pt x="144" y="34"/>
                    <a:pt x="145" y="34"/>
                  </a:cubicBezTo>
                  <a:cubicBezTo>
                    <a:pt x="146" y="33"/>
                    <a:pt x="147" y="31"/>
                    <a:pt x="147" y="30"/>
                  </a:cubicBezTo>
                  <a:cubicBezTo>
                    <a:pt x="147" y="29"/>
                    <a:pt x="147" y="27"/>
                    <a:pt x="148" y="26"/>
                  </a:cubicBezTo>
                  <a:cubicBezTo>
                    <a:pt x="148" y="26"/>
                    <a:pt x="151" y="25"/>
                    <a:pt x="151" y="25"/>
                  </a:cubicBezTo>
                  <a:cubicBezTo>
                    <a:pt x="153" y="26"/>
                    <a:pt x="153" y="29"/>
                    <a:pt x="153" y="30"/>
                  </a:cubicBezTo>
                  <a:cubicBezTo>
                    <a:pt x="153" y="32"/>
                    <a:pt x="153" y="37"/>
                    <a:pt x="153" y="40"/>
                  </a:cubicBezTo>
                  <a:cubicBezTo>
                    <a:pt x="153" y="42"/>
                    <a:pt x="151" y="46"/>
                    <a:pt x="151" y="49"/>
                  </a:cubicBezTo>
                  <a:cubicBezTo>
                    <a:pt x="151" y="50"/>
                    <a:pt x="152" y="53"/>
                    <a:pt x="153" y="54"/>
                  </a:cubicBezTo>
                  <a:cubicBezTo>
                    <a:pt x="153" y="56"/>
                    <a:pt x="157" y="57"/>
                    <a:pt x="158" y="58"/>
                  </a:cubicBezTo>
                  <a:cubicBezTo>
                    <a:pt x="159" y="60"/>
                    <a:pt x="158" y="64"/>
                    <a:pt x="159" y="65"/>
                  </a:cubicBezTo>
                  <a:cubicBezTo>
                    <a:pt x="160" y="67"/>
                    <a:pt x="162" y="69"/>
                    <a:pt x="163" y="70"/>
                  </a:cubicBezTo>
                  <a:cubicBezTo>
                    <a:pt x="165" y="70"/>
                    <a:pt x="169" y="69"/>
                    <a:pt x="171" y="69"/>
                  </a:cubicBezTo>
                  <a:cubicBezTo>
                    <a:pt x="173" y="70"/>
                    <a:pt x="175" y="71"/>
                    <a:pt x="177" y="71"/>
                  </a:cubicBezTo>
                  <a:cubicBezTo>
                    <a:pt x="178" y="71"/>
                    <a:pt x="179" y="69"/>
                    <a:pt x="180" y="69"/>
                  </a:cubicBezTo>
                  <a:cubicBezTo>
                    <a:pt x="182" y="69"/>
                    <a:pt x="184" y="72"/>
                    <a:pt x="185" y="71"/>
                  </a:cubicBezTo>
                  <a:cubicBezTo>
                    <a:pt x="186" y="71"/>
                    <a:pt x="188" y="68"/>
                    <a:pt x="188" y="67"/>
                  </a:cubicBezTo>
                  <a:cubicBezTo>
                    <a:pt x="189" y="65"/>
                    <a:pt x="189" y="61"/>
                    <a:pt x="190" y="60"/>
                  </a:cubicBezTo>
                  <a:cubicBezTo>
                    <a:pt x="191" y="59"/>
                    <a:pt x="194" y="60"/>
                    <a:pt x="195" y="60"/>
                  </a:cubicBezTo>
                  <a:cubicBezTo>
                    <a:pt x="196" y="60"/>
                    <a:pt x="198" y="62"/>
                    <a:pt x="199" y="62"/>
                  </a:cubicBezTo>
                  <a:cubicBezTo>
                    <a:pt x="200" y="62"/>
                    <a:pt x="203" y="59"/>
                    <a:pt x="204" y="59"/>
                  </a:cubicBezTo>
                  <a:cubicBezTo>
                    <a:pt x="204" y="58"/>
                    <a:pt x="205" y="57"/>
                    <a:pt x="205" y="56"/>
                  </a:cubicBezTo>
                  <a:cubicBezTo>
                    <a:pt x="206" y="56"/>
                    <a:pt x="209" y="56"/>
                    <a:pt x="210" y="55"/>
                  </a:cubicBezTo>
                  <a:cubicBezTo>
                    <a:pt x="211" y="54"/>
                    <a:pt x="213" y="52"/>
                    <a:pt x="214" y="52"/>
                  </a:cubicBezTo>
                  <a:cubicBezTo>
                    <a:pt x="215" y="52"/>
                    <a:pt x="217" y="52"/>
                    <a:pt x="218" y="52"/>
                  </a:cubicBezTo>
                  <a:cubicBezTo>
                    <a:pt x="219" y="53"/>
                    <a:pt x="219" y="57"/>
                    <a:pt x="220" y="57"/>
                  </a:cubicBezTo>
                  <a:cubicBezTo>
                    <a:pt x="222" y="58"/>
                    <a:pt x="225" y="56"/>
                    <a:pt x="226" y="57"/>
                  </a:cubicBezTo>
                  <a:cubicBezTo>
                    <a:pt x="227" y="57"/>
                    <a:pt x="229" y="59"/>
                    <a:pt x="230" y="60"/>
                  </a:cubicBezTo>
                  <a:cubicBezTo>
                    <a:pt x="230" y="62"/>
                    <a:pt x="230" y="65"/>
                    <a:pt x="231" y="67"/>
                  </a:cubicBezTo>
                  <a:cubicBezTo>
                    <a:pt x="231" y="68"/>
                    <a:pt x="233" y="71"/>
                    <a:pt x="234" y="72"/>
                  </a:cubicBezTo>
                  <a:cubicBezTo>
                    <a:pt x="235" y="73"/>
                    <a:pt x="239" y="72"/>
                    <a:pt x="240" y="74"/>
                  </a:cubicBezTo>
                  <a:cubicBezTo>
                    <a:pt x="241" y="74"/>
                    <a:pt x="241" y="76"/>
                    <a:pt x="241" y="77"/>
                  </a:cubicBezTo>
                  <a:cubicBezTo>
                    <a:pt x="242" y="78"/>
                    <a:pt x="241" y="79"/>
                    <a:pt x="241" y="80"/>
                  </a:cubicBezTo>
                  <a:cubicBezTo>
                    <a:pt x="242" y="81"/>
                    <a:pt x="243" y="84"/>
                    <a:pt x="244" y="84"/>
                  </a:cubicBezTo>
                  <a:cubicBezTo>
                    <a:pt x="246" y="85"/>
                    <a:pt x="250" y="86"/>
                    <a:pt x="251" y="86"/>
                  </a:cubicBezTo>
                  <a:cubicBezTo>
                    <a:pt x="253" y="85"/>
                    <a:pt x="256" y="84"/>
                    <a:pt x="257" y="82"/>
                  </a:cubicBezTo>
                  <a:cubicBezTo>
                    <a:pt x="258" y="81"/>
                    <a:pt x="259" y="78"/>
                    <a:pt x="259" y="76"/>
                  </a:cubicBezTo>
                  <a:cubicBezTo>
                    <a:pt x="259" y="74"/>
                    <a:pt x="257" y="70"/>
                    <a:pt x="256" y="69"/>
                  </a:cubicBezTo>
                  <a:cubicBezTo>
                    <a:pt x="255" y="68"/>
                    <a:pt x="252" y="67"/>
                    <a:pt x="250" y="66"/>
                  </a:cubicBezTo>
                  <a:cubicBezTo>
                    <a:pt x="249" y="65"/>
                    <a:pt x="247" y="63"/>
                    <a:pt x="246" y="61"/>
                  </a:cubicBezTo>
                  <a:cubicBezTo>
                    <a:pt x="246" y="61"/>
                    <a:pt x="247" y="59"/>
                    <a:pt x="247" y="59"/>
                  </a:cubicBezTo>
                  <a:cubicBezTo>
                    <a:pt x="247" y="57"/>
                    <a:pt x="245" y="55"/>
                    <a:pt x="245" y="54"/>
                  </a:cubicBezTo>
                  <a:cubicBezTo>
                    <a:pt x="246" y="54"/>
                    <a:pt x="247" y="52"/>
                    <a:pt x="248" y="52"/>
                  </a:cubicBezTo>
                  <a:cubicBezTo>
                    <a:pt x="250" y="51"/>
                    <a:pt x="253" y="52"/>
                    <a:pt x="255" y="51"/>
                  </a:cubicBezTo>
                  <a:cubicBezTo>
                    <a:pt x="256" y="51"/>
                    <a:pt x="258" y="48"/>
                    <a:pt x="258" y="46"/>
                  </a:cubicBezTo>
                  <a:cubicBezTo>
                    <a:pt x="258" y="45"/>
                    <a:pt x="255" y="43"/>
                    <a:pt x="254" y="42"/>
                  </a:cubicBezTo>
                  <a:cubicBezTo>
                    <a:pt x="253" y="41"/>
                    <a:pt x="251" y="40"/>
                    <a:pt x="250" y="40"/>
                  </a:cubicBezTo>
                  <a:cubicBezTo>
                    <a:pt x="249" y="39"/>
                    <a:pt x="247" y="41"/>
                    <a:pt x="246" y="42"/>
                  </a:cubicBezTo>
                  <a:cubicBezTo>
                    <a:pt x="244" y="42"/>
                    <a:pt x="241" y="42"/>
                    <a:pt x="240" y="41"/>
                  </a:cubicBezTo>
                  <a:cubicBezTo>
                    <a:pt x="238" y="39"/>
                    <a:pt x="240" y="32"/>
                    <a:pt x="239" y="29"/>
                  </a:cubicBezTo>
                  <a:cubicBezTo>
                    <a:pt x="239" y="28"/>
                    <a:pt x="238" y="25"/>
                    <a:pt x="238" y="23"/>
                  </a:cubicBezTo>
                  <a:cubicBezTo>
                    <a:pt x="238" y="21"/>
                    <a:pt x="240" y="18"/>
                    <a:pt x="241" y="16"/>
                  </a:cubicBezTo>
                  <a:cubicBezTo>
                    <a:pt x="241" y="14"/>
                    <a:pt x="244" y="12"/>
                    <a:pt x="244" y="11"/>
                  </a:cubicBezTo>
                  <a:cubicBezTo>
                    <a:pt x="245" y="9"/>
                    <a:pt x="245" y="6"/>
                    <a:pt x="246" y="5"/>
                  </a:cubicBezTo>
                  <a:cubicBezTo>
                    <a:pt x="247" y="3"/>
                    <a:pt x="251" y="2"/>
                    <a:pt x="253" y="1"/>
                  </a:cubicBezTo>
                  <a:cubicBezTo>
                    <a:pt x="255" y="1"/>
                    <a:pt x="258" y="0"/>
                    <a:pt x="260" y="0"/>
                  </a:cubicBezTo>
                  <a:cubicBezTo>
                    <a:pt x="261" y="0"/>
                    <a:pt x="264" y="0"/>
                    <a:pt x="265" y="1"/>
                  </a:cubicBezTo>
                  <a:cubicBezTo>
                    <a:pt x="266" y="1"/>
                    <a:pt x="268" y="4"/>
                    <a:pt x="268" y="6"/>
                  </a:cubicBezTo>
                  <a:cubicBezTo>
                    <a:pt x="268" y="7"/>
                    <a:pt x="267" y="10"/>
                    <a:pt x="267" y="11"/>
                  </a:cubicBezTo>
                  <a:cubicBezTo>
                    <a:pt x="268" y="13"/>
                    <a:pt x="271" y="14"/>
                    <a:pt x="273" y="15"/>
                  </a:cubicBezTo>
                  <a:cubicBezTo>
                    <a:pt x="274" y="16"/>
                    <a:pt x="276" y="17"/>
                    <a:pt x="277" y="17"/>
                  </a:cubicBezTo>
                  <a:cubicBezTo>
                    <a:pt x="278" y="17"/>
                    <a:pt x="280" y="16"/>
                    <a:pt x="281" y="15"/>
                  </a:cubicBezTo>
                  <a:cubicBezTo>
                    <a:pt x="282" y="14"/>
                    <a:pt x="283" y="11"/>
                    <a:pt x="284" y="10"/>
                  </a:cubicBezTo>
                  <a:cubicBezTo>
                    <a:pt x="285" y="10"/>
                    <a:pt x="287" y="12"/>
                    <a:pt x="288" y="12"/>
                  </a:cubicBezTo>
                  <a:cubicBezTo>
                    <a:pt x="289" y="13"/>
                    <a:pt x="292" y="13"/>
                    <a:pt x="292" y="14"/>
                  </a:cubicBezTo>
                  <a:cubicBezTo>
                    <a:pt x="293" y="15"/>
                    <a:pt x="293" y="17"/>
                    <a:pt x="293" y="18"/>
                  </a:cubicBezTo>
                  <a:cubicBezTo>
                    <a:pt x="294" y="19"/>
                    <a:pt x="295" y="19"/>
                    <a:pt x="296" y="20"/>
                  </a:cubicBezTo>
                  <a:cubicBezTo>
                    <a:pt x="296" y="21"/>
                    <a:pt x="296" y="21"/>
                    <a:pt x="296" y="22"/>
                  </a:cubicBezTo>
                  <a:cubicBezTo>
                    <a:pt x="296" y="23"/>
                    <a:pt x="297" y="26"/>
                    <a:pt x="298" y="27"/>
                  </a:cubicBezTo>
                  <a:cubicBezTo>
                    <a:pt x="300" y="28"/>
                    <a:pt x="305" y="24"/>
                    <a:pt x="307" y="25"/>
                  </a:cubicBezTo>
                  <a:cubicBezTo>
                    <a:pt x="309" y="25"/>
                    <a:pt x="313" y="28"/>
                    <a:pt x="314" y="30"/>
                  </a:cubicBezTo>
                  <a:cubicBezTo>
                    <a:pt x="315" y="32"/>
                    <a:pt x="316" y="35"/>
                    <a:pt x="316" y="37"/>
                  </a:cubicBezTo>
                  <a:cubicBezTo>
                    <a:pt x="316" y="39"/>
                    <a:pt x="315" y="42"/>
                    <a:pt x="315" y="43"/>
                  </a:cubicBezTo>
                  <a:cubicBezTo>
                    <a:pt x="315" y="45"/>
                    <a:pt x="318" y="47"/>
                    <a:pt x="318" y="48"/>
                  </a:cubicBezTo>
                  <a:cubicBezTo>
                    <a:pt x="318" y="50"/>
                    <a:pt x="318" y="53"/>
                    <a:pt x="317" y="54"/>
                  </a:cubicBezTo>
                  <a:cubicBezTo>
                    <a:pt x="315" y="54"/>
                    <a:pt x="313" y="51"/>
                    <a:pt x="311" y="51"/>
                  </a:cubicBezTo>
                  <a:cubicBezTo>
                    <a:pt x="309" y="51"/>
                    <a:pt x="303" y="51"/>
                    <a:pt x="301" y="53"/>
                  </a:cubicBezTo>
                  <a:cubicBezTo>
                    <a:pt x="299" y="54"/>
                    <a:pt x="297" y="57"/>
                    <a:pt x="297" y="59"/>
                  </a:cubicBezTo>
                  <a:cubicBezTo>
                    <a:pt x="297" y="60"/>
                    <a:pt x="299" y="63"/>
                    <a:pt x="300" y="64"/>
                  </a:cubicBezTo>
                  <a:cubicBezTo>
                    <a:pt x="302" y="65"/>
                    <a:pt x="307" y="63"/>
                    <a:pt x="309" y="65"/>
                  </a:cubicBezTo>
                  <a:cubicBezTo>
                    <a:pt x="310" y="67"/>
                    <a:pt x="308" y="73"/>
                    <a:pt x="308" y="75"/>
                  </a:cubicBezTo>
                  <a:cubicBezTo>
                    <a:pt x="308" y="80"/>
                    <a:pt x="309" y="89"/>
                    <a:pt x="309" y="94"/>
                  </a:cubicBezTo>
                  <a:cubicBezTo>
                    <a:pt x="308" y="97"/>
                    <a:pt x="305" y="104"/>
                    <a:pt x="304" y="107"/>
                  </a:cubicBezTo>
                  <a:cubicBezTo>
                    <a:pt x="302" y="111"/>
                    <a:pt x="299" y="118"/>
                    <a:pt x="298" y="122"/>
                  </a:cubicBezTo>
                  <a:cubicBezTo>
                    <a:pt x="296" y="124"/>
                    <a:pt x="293" y="128"/>
                    <a:pt x="292" y="130"/>
                  </a:cubicBezTo>
                  <a:cubicBezTo>
                    <a:pt x="290" y="133"/>
                    <a:pt x="288" y="138"/>
                    <a:pt x="289" y="141"/>
                  </a:cubicBezTo>
                  <a:cubicBezTo>
                    <a:pt x="289" y="143"/>
                    <a:pt x="290" y="145"/>
                    <a:pt x="291" y="147"/>
                  </a:cubicBezTo>
                  <a:cubicBezTo>
                    <a:pt x="292" y="148"/>
                    <a:pt x="295" y="150"/>
                    <a:pt x="296" y="151"/>
                  </a:cubicBezTo>
                  <a:cubicBezTo>
                    <a:pt x="297" y="153"/>
                    <a:pt x="298" y="158"/>
                    <a:pt x="298" y="161"/>
                  </a:cubicBezTo>
                  <a:cubicBezTo>
                    <a:pt x="299" y="163"/>
                    <a:pt x="299" y="167"/>
                    <a:pt x="300" y="169"/>
                  </a:cubicBezTo>
                  <a:cubicBezTo>
                    <a:pt x="300" y="171"/>
                    <a:pt x="302" y="175"/>
                    <a:pt x="303" y="176"/>
                  </a:cubicBezTo>
                  <a:cubicBezTo>
                    <a:pt x="305" y="179"/>
                    <a:pt x="311" y="184"/>
                    <a:pt x="314" y="185"/>
                  </a:cubicBezTo>
                  <a:cubicBezTo>
                    <a:pt x="316" y="185"/>
                    <a:pt x="320" y="182"/>
                    <a:pt x="321" y="181"/>
                  </a:cubicBezTo>
                  <a:cubicBezTo>
                    <a:pt x="322" y="179"/>
                    <a:pt x="322" y="175"/>
                    <a:pt x="323" y="174"/>
                  </a:cubicBezTo>
                  <a:cubicBezTo>
                    <a:pt x="324" y="172"/>
                    <a:pt x="327" y="171"/>
                    <a:pt x="328" y="170"/>
                  </a:cubicBezTo>
                  <a:cubicBezTo>
                    <a:pt x="330" y="170"/>
                    <a:pt x="334" y="170"/>
                    <a:pt x="336" y="171"/>
                  </a:cubicBezTo>
                  <a:cubicBezTo>
                    <a:pt x="338" y="172"/>
                    <a:pt x="341" y="175"/>
                    <a:pt x="342" y="176"/>
                  </a:cubicBezTo>
                  <a:cubicBezTo>
                    <a:pt x="342" y="177"/>
                    <a:pt x="342" y="177"/>
                    <a:pt x="343" y="17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21"/>
            <p:cNvSpPr>
              <a:spLocks/>
            </p:cNvSpPr>
            <p:nvPr/>
          </p:nvSpPr>
          <p:spPr bwMode="auto">
            <a:xfrm>
              <a:off x="5076826" y="1138238"/>
              <a:ext cx="700087" cy="939800"/>
            </a:xfrm>
            <a:custGeom>
              <a:avLst/>
              <a:gdLst/>
              <a:ahLst/>
              <a:cxnLst>
                <a:cxn ang="0">
                  <a:pos x="384" y="418"/>
                </a:cxn>
                <a:cxn ang="0">
                  <a:pos x="348" y="407"/>
                </a:cxn>
                <a:cxn ang="0">
                  <a:pos x="319" y="423"/>
                </a:cxn>
                <a:cxn ang="0">
                  <a:pos x="279" y="435"/>
                </a:cxn>
                <a:cxn ang="0">
                  <a:pos x="251" y="448"/>
                </a:cxn>
                <a:cxn ang="0">
                  <a:pos x="227" y="469"/>
                </a:cxn>
                <a:cxn ang="0">
                  <a:pos x="215" y="498"/>
                </a:cxn>
                <a:cxn ang="0">
                  <a:pos x="199" y="525"/>
                </a:cxn>
                <a:cxn ang="0">
                  <a:pos x="165" y="523"/>
                </a:cxn>
                <a:cxn ang="0">
                  <a:pos x="160" y="516"/>
                </a:cxn>
                <a:cxn ang="0">
                  <a:pos x="149" y="497"/>
                </a:cxn>
                <a:cxn ang="0">
                  <a:pos x="116" y="507"/>
                </a:cxn>
                <a:cxn ang="0">
                  <a:pos x="87" y="498"/>
                </a:cxn>
                <a:cxn ang="0">
                  <a:pos x="70" y="489"/>
                </a:cxn>
                <a:cxn ang="0">
                  <a:pos x="48" y="473"/>
                </a:cxn>
                <a:cxn ang="0">
                  <a:pos x="34" y="444"/>
                </a:cxn>
                <a:cxn ang="0">
                  <a:pos x="31" y="424"/>
                </a:cxn>
                <a:cxn ang="0">
                  <a:pos x="47" y="393"/>
                </a:cxn>
                <a:cxn ang="0">
                  <a:pos x="64" y="384"/>
                </a:cxn>
                <a:cxn ang="0">
                  <a:pos x="51" y="346"/>
                </a:cxn>
                <a:cxn ang="0">
                  <a:pos x="34" y="343"/>
                </a:cxn>
                <a:cxn ang="0">
                  <a:pos x="19" y="323"/>
                </a:cxn>
                <a:cxn ang="0">
                  <a:pos x="10" y="308"/>
                </a:cxn>
                <a:cxn ang="0">
                  <a:pos x="4" y="283"/>
                </a:cxn>
                <a:cxn ang="0">
                  <a:pos x="26" y="279"/>
                </a:cxn>
                <a:cxn ang="0">
                  <a:pos x="45" y="277"/>
                </a:cxn>
                <a:cxn ang="0">
                  <a:pos x="67" y="265"/>
                </a:cxn>
                <a:cxn ang="0">
                  <a:pos x="73" y="247"/>
                </a:cxn>
                <a:cxn ang="0">
                  <a:pos x="85" y="228"/>
                </a:cxn>
                <a:cxn ang="0">
                  <a:pos x="96" y="221"/>
                </a:cxn>
                <a:cxn ang="0">
                  <a:pos x="124" y="202"/>
                </a:cxn>
                <a:cxn ang="0">
                  <a:pos x="158" y="201"/>
                </a:cxn>
                <a:cxn ang="0">
                  <a:pos x="190" y="188"/>
                </a:cxn>
                <a:cxn ang="0">
                  <a:pos x="189" y="167"/>
                </a:cxn>
                <a:cxn ang="0">
                  <a:pos x="179" y="134"/>
                </a:cxn>
                <a:cxn ang="0">
                  <a:pos x="183" y="117"/>
                </a:cxn>
                <a:cxn ang="0">
                  <a:pos x="209" y="98"/>
                </a:cxn>
                <a:cxn ang="0">
                  <a:pos x="230" y="69"/>
                </a:cxn>
                <a:cxn ang="0">
                  <a:pos x="231" y="47"/>
                </a:cxn>
                <a:cxn ang="0">
                  <a:pos x="241" y="34"/>
                </a:cxn>
                <a:cxn ang="0">
                  <a:pos x="260" y="20"/>
                </a:cxn>
                <a:cxn ang="0">
                  <a:pos x="281" y="2"/>
                </a:cxn>
                <a:cxn ang="0">
                  <a:pos x="279" y="32"/>
                </a:cxn>
                <a:cxn ang="0">
                  <a:pos x="297" y="61"/>
                </a:cxn>
                <a:cxn ang="0">
                  <a:pos x="306" y="78"/>
                </a:cxn>
                <a:cxn ang="0">
                  <a:pos x="294" y="126"/>
                </a:cxn>
                <a:cxn ang="0">
                  <a:pos x="291" y="172"/>
                </a:cxn>
                <a:cxn ang="0">
                  <a:pos x="311" y="213"/>
                </a:cxn>
                <a:cxn ang="0">
                  <a:pos x="320" y="251"/>
                </a:cxn>
                <a:cxn ang="0">
                  <a:pos x="305" y="264"/>
                </a:cxn>
                <a:cxn ang="0">
                  <a:pos x="280" y="270"/>
                </a:cxn>
                <a:cxn ang="0">
                  <a:pos x="289" y="304"/>
                </a:cxn>
                <a:cxn ang="0">
                  <a:pos x="319" y="322"/>
                </a:cxn>
                <a:cxn ang="0">
                  <a:pos x="336" y="333"/>
                </a:cxn>
                <a:cxn ang="0">
                  <a:pos x="358" y="346"/>
                </a:cxn>
                <a:cxn ang="0">
                  <a:pos x="377" y="372"/>
                </a:cxn>
                <a:cxn ang="0">
                  <a:pos x="394" y="401"/>
                </a:cxn>
              </a:cxnLst>
              <a:rect l="0" t="0" r="r" b="b"/>
              <a:pathLst>
                <a:path w="396" h="531">
                  <a:moveTo>
                    <a:pt x="394" y="401"/>
                  </a:moveTo>
                  <a:cubicBezTo>
                    <a:pt x="395" y="401"/>
                    <a:pt x="395" y="403"/>
                    <a:pt x="396" y="405"/>
                  </a:cubicBezTo>
                  <a:cubicBezTo>
                    <a:pt x="395" y="407"/>
                    <a:pt x="394" y="409"/>
                    <a:pt x="393" y="410"/>
                  </a:cubicBezTo>
                  <a:cubicBezTo>
                    <a:pt x="392" y="412"/>
                    <a:pt x="389" y="415"/>
                    <a:pt x="388" y="418"/>
                  </a:cubicBezTo>
                  <a:cubicBezTo>
                    <a:pt x="386" y="418"/>
                    <a:pt x="385" y="418"/>
                    <a:pt x="384" y="418"/>
                  </a:cubicBezTo>
                  <a:cubicBezTo>
                    <a:pt x="382" y="418"/>
                    <a:pt x="377" y="417"/>
                    <a:pt x="376" y="416"/>
                  </a:cubicBezTo>
                  <a:cubicBezTo>
                    <a:pt x="374" y="414"/>
                    <a:pt x="372" y="410"/>
                    <a:pt x="371" y="408"/>
                  </a:cubicBezTo>
                  <a:cubicBezTo>
                    <a:pt x="370" y="407"/>
                    <a:pt x="367" y="406"/>
                    <a:pt x="366" y="405"/>
                  </a:cubicBezTo>
                  <a:cubicBezTo>
                    <a:pt x="363" y="404"/>
                    <a:pt x="358" y="404"/>
                    <a:pt x="356" y="404"/>
                  </a:cubicBezTo>
                  <a:cubicBezTo>
                    <a:pt x="354" y="405"/>
                    <a:pt x="349" y="405"/>
                    <a:pt x="348" y="407"/>
                  </a:cubicBezTo>
                  <a:cubicBezTo>
                    <a:pt x="346" y="408"/>
                    <a:pt x="346" y="413"/>
                    <a:pt x="345" y="415"/>
                  </a:cubicBezTo>
                  <a:cubicBezTo>
                    <a:pt x="344" y="419"/>
                    <a:pt x="341" y="426"/>
                    <a:pt x="338" y="428"/>
                  </a:cubicBezTo>
                  <a:cubicBezTo>
                    <a:pt x="336" y="430"/>
                    <a:pt x="330" y="430"/>
                    <a:pt x="327" y="430"/>
                  </a:cubicBezTo>
                  <a:cubicBezTo>
                    <a:pt x="326" y="431"/>
                    <a:pt x="323" y="432"/>
                    <a:pt x="321" y="431"/>
                  </a:cubicBezTo>
                  <a:cubicBezTo>
                    <a:pt x="320" y="430"/>
                    <a:pt x="321" y="425"/>
                    <a:pt x="319" y="423"/>
                  </a:cubicBezTo>
                  <a:cubicBezTo>
                    <a:pt x="318" y="422"/>
                    <a:pt x="315" y="422"/>
                    <a:pt x="314" y="421"/>
                  </a:cubicBezTo>
                  <a:cubicBezTo>
                    <a:pt x="311" y="421"/>
                    <a:pt x="306" y="422"/>
                    <a:pt x="303" y="423"/>
                  </a:cubicBezTo>
                  <a:cubicBezTo>
                    <a:pt x="302" y="423"/>
                    <a:pt x="299" y="425"/>
                    <a:pt x="298" y="426"/>
                  </a:cubicBezTo>
                  <a:cubicBezTo>
                    <a:pt x="296" y="427"/>
                    <a:pt x="295" y="431"/>
                    <a:pt x="293" y="432"/>
                  </a:cubicBezTo>
                  <a:cubicBezTo>
                    <a:pt x="290" y="434"/>
                    <a:pt x="283" y="434"/>
                    <a:pt x="279" y="435"/>
                  </a:cubicBezTo>
                  <a:cubicBezTo>
                    <a:pt x="277" y="435"/>
                    <a:pt x="273" y="433"/>
                    <a:pt x="271" y="434"/>
                  </a:cubicBezTo>
                  <a:cubicBezTo>
                    <a:pt x="269" y="435"/>
                    <a:pt x="267" y="438"/>
                    <a:pt x="266" y="440"/>
                  </a:cubicBezTo>
                  <a:cubicBezTo>
                    <a:pt x="265" y="441"/>
                    <a:pt x="264" y="445"/>
                    <a:pt x="263" y="446"/>
                  </a:cubicBezTo>
                  <a:cubicBezTo>
                    <a:pt x="262" y="447"/>
                    <a:pt x="261" y="450"/>
                    <a:pt x="259" y="451"/>
                  </a:cubicBezTo>
                  <a:cubicBezTo>
                    <a:pt x="257" y="451"/>
                    <a:pt x="253" y="450"/>
                    <a:pt x="251" y="448"/>
                  </a:cubicBezTo>
                  <a:cubicBezTo>
                    <a:pt x="249" y="447"/>
                    <a:pt x="248" y="441"/>
                    <a:pt x="246" y="439"/>
                  </a:cubicBezTo>
                  <a:cubicBezTo>
                    <a:pt x="246" y="438"/>
                    <a:pt x="243" y="437"/>
                    <a:pt x="242" y="437"/>
                  </a:cubicBezTo>
                  <a:cubicBezTo>
                    <a:pt x="240" y="437"/>
                    <a:pt x="238" y="440"/>
                    <a:pt x="237" y="441"/>
                  </a:cubicBezTo>
                  <a:cubicBezTo>
                    <a:pt x="235" y="444"/>
                    <a:pt x="234" y="452"/>
                    <a:pt x="233" y="455"/>
                  </a:cubicBezTo>
                  <a:cubicBezTo>
                    <a:pt x="232" y="459"/>
                    <a:pt x="229" y="466"/>
                    <a:pt x="227" y="469"/>
                  </a:cubicBezTo>
                  <a:cubicBezTo>
                    <a:pt x="225" y="471"/>
                    <a:pt x="219" y="475"/>
                    <a:pt x="217" y="477"/>
                  </a:cubicBezTo>
                  <a:cubicBezTo>
                    <a:pt x="216" y="478"/>
                    <a:pt x="215" y="480"/>
                    <a:pt x="215" y="482"/>
                  </a:cubicBezTo>
                  <a:cubicBezTo>
                    <a:pt x="215" y="483"/>
                    <a:pt x="216" y="485"/>
                    <a:pt x="217" y="486"/>
                  </a:cubicBezTo>
                  <a:cubicBezTo>
                    <a:pt x="217" y="487"/>
                    <a:pt x="218" y="490"/>
                    <a:pt x="218" y="491"/>
                  </a:cubicBezTo>
                  <a:cubicBezTo>
                    <a:pt x="218" y="493"/>
                    <a:pt x="215" y="496"/>
                    <a:pt x="215" y="498"/>
                  </a:cubicBezTo>
                  <a:cubicBezTo>
                    <a:pt x="215" y="499"/>
                    <a:pt x="215" y="502"/>
                    <a:pt x="215" y="503"/>
                  </a:cubicBezTo>
                  <a:cubicBezTo>
                    <a:pt x="216" y="505"/>
                    <a:pt x="216" y="509"/>
                    <a:pt x="215" y="511"/>
                  </a:cubicBezTo>
                  <a:cubicBezTo>
                    <a:pt x="214" y="513"/>
                    <a:pt x="210" y="513"/>
                    <a:pt x="209" y="514"/>
                  </a:cubicBezTo>
                  <a:cubicBezTo>
                    <a:pt x="207" y="516"/>
                    <a:pt x="203" y="518"/>
                    <a:pt x="201" y="520"/>
                  </a:cubicBezTo>
                  <a:cubicBezTo>
                    <a:pt x="200" y="521"/>
                    <a:pt x="200" y="524"/>
                    <a:pt x="199" y="525"/>
                  </a:cubicBezTo>
                  <a:cubicBezTo>
                    <a:pt x="197" y="526"/>
                    <a:pt x="193" y="526"/>
                    <a:pt x="191" y="526"/>
                  </a:cubicBezTo>
                  <a:cubicBezTo>
                    <a:pt x="189" y="526"/>
                    <a:pt x="185" y="524"/>
                    <a:pt x="182" y="524"/>
                  </a:cubicBezTo>
                  <a:cubicBezTo>
                    <a:pt x="181" y="524"/>
                    <a:pt x="178" y="524"/>
                    <a:pt x="177" y="524"/>
                  </a:cubicBezTo>
                  <a:cubicBezTo>
                    <a:pt x="175" y="523"/>
                    <a:pt x="173" y="519"/>
                    <a:pt x="171" y="519"/>
                  </a:cubicBezTo>
                  <a:cubicBezTo>
                    <a:pt x="169" y="519"/>
                    <a:pt x="166" y="522"/>
                    <a:pt x="165" y="523"/>
                  </a:cubicBezTo>
                  <a:cubicBezTo>
                    <a:pt x="164" y="525"/>
                    <a:pt x="164" y="528"/>
                    <a:pt x="163" y="529"/>
                  </a:cubicBezTo>
                  <a:cubicBezTo>
                    <a:pt x="161" y="530"/>
                    <a:pt x="158" y="531"/>
                    <a:pt x="157" y="530"/>
                  </a:cubicBezTo>
                  <a:cubicBezTo>
                    <a:pt x="156" y="530"/>
                    <a:pt x="155" y="529"/>
                    <a:pt x="154" y="528"/>
                  </a:cubicBezTo>
                  <a:cubicBezTo>
                    <a:pt x="156" y="527"/>
                    <a:pt x="159" y="525"/>
                    <a:pt x="159" y="524"/>
                  </a:cubicBezTo>
                  <a:cubicBezTo>
                    <a:pt x="160" y="522"/>
                    <a:pt x="160" y="518"/>
                    <a:pt x="160" y="516"/>
                  </a:cubicBezTo>
                  <a:cubicBezTo>
                    <a:pt x="159" y="514"/>
                    <a:pt x="156" y="512"/>
                    <a:pt x="155" y="511"/>
                  </a:cubicBezTo>
                  <a:cubicBezTo>
                    <a:pt x="154" y="510"/>
                    <a:pt x="152" y="507"/>
                    <a:pt x="152" y="506"/>
                  </a:cubicBezTo>
                  <a:cubicBezTo>
                    <a:pt x="153" y="504"/>
                    <a:pt x="155" y="502"/>
                    <a:pt x="155" y="500"/>
                  </a:cubicBezTo>
                  <a:cubicBezTo>
                    <a:pt x="155" y="499"/>
                    <a:pt x="154" y="498"/>
                    <a:pt x="153" y="498"/>
                  </a:cubicBezTo>
                  <a:cubicBezTo>
                    <a:pt x="152" y="497"/>
                    <a:pt x="150" y="496"/>
                    <a:pt x="149" y="497"/>
                  </a:cubicBezTo>
                  <a:cubicBezTo>
                    <a:pt x="148" y="497"/>
                    <a:pt x="148" y="501"/>
                    <a:pt x="147" y="502"/>
                  </a:cubicBezTo>
                  <a:cubicBezTo>
                    <a:pt x="144" y="503"/>
                    <a:pt x="139" y="501"/>
                    <a:pt x="137" y="501"/>
                  </a:cubicBezTo>
                  <a:cubicBezTo>
                    <a:pt x="134" y="501"/>
                    <a:pt x="130" y="503"/>
                    <a:pt x="127" y="505"/>
                  </a:cubicBezTo>
                  <a:cubicBezTo>
                    <a:pt x="126" y="506"/>
                    <a:pt x="124" y="509"/>
                    <a:pt x="122" y="509"/>
                  </a:cubicBezTo>
                  <a:cubicBezTo>
                    <a:pt x="121" y="509"/>
                    <a:pt x="118" y="507"/>
                    <a:pt x="116" y="507"/>
                  </a:cubicBezTo>
                  <a:cubicBezTo>
                    <a:pt x="115" y="506"/>
                    <a:pt x="111" y="507"/>
                    <a:pt x="110" y="507"/>
                  </a:cubicBezTo>
                  <a:cubicBezTo>
                    <a:pt x="108" y="507"/>
                    <a:pt x="105" y="509"/>
                    <a:pt x="104" y="509"/>
                  </a:cubicBezTo>
                  <a:cubicBezTo>
                    <a:pt x="102" y="508"/>
                    <a:pt x="100" y="505"/>
                    <a:pt x="98" y="505"/>
                  </a:cubicBezTo>
                  <a:cubicBezTo>
                    <a:pt x="96" y="504"/>
                    <a:pt x="93" y="504"/>
                    <a:pt x="91" y="503"/>
                  </a:cubicBezTo>
                  <a:cubicBezTo>
                    <a:pt x="90" y="502"/>
                    <a:pt x="88" y="499"/>
                    <a:pt x="87" y="498"/>
                  </a:cubicBezTo>
                  <a:cubicBezTo>
                    <a:pt x="85" y="497"/>
                    <a:pt x="82" y="497"/>
                    <a:pt x="80" y="496"/>
                  </a:cubicBezTo>
                  <a:cubicBezTo>
                    <a:pt x="79" y="495"/>
                    <a:pt x="77" y="494"/>
                    <a:pt x="76" y="493"/>
                  </a:cubicBezTo>
                  <a:cubicBezTo>
                    <a:pt x="76" y="492"/>
                    <a:pt x="75" y="490"/>
                    <a:pt x="74" y="489"/>
                  </a:cubicBezTo>
                  <a:cubicBezTo>
                    <a:pt x="74" y="489"/>
                    <a:pt x="72" y="487"/>
                    <a:pt x="71" y="487"/>
                  </a:cubicBezTo>
                  <a:cubicBezTo>
                    <a:pt x="71" y="488"/>
                    <a:pt x="70" y="489"/>
                    <a:pt x="70" y="489"/>
                  </a:cubicBezTo>
                  <a:cubicBezTo>
                    <a:pt x="68" y="489"/>
                    <a:pt x="65" y="486"/>
                    <a:pt x="64" y="485"/>
                  </a:cubicBezTo>
                  <a:cubicBezTo>
                    <a:pt x="62" y="484"/>
                    <a:pt x="60" y="483"/>
                    <a:pt x="58" y="483"/>
                  </a:cubicBezTo>
                  <a:cubicBezTo>
                    <a:pt x="57" y="482"/>
                    <a:pt x="53" y="484"/>
                    <a:pt x="51" y="484"/>
                  </a:cubicBezTo>
                  <a:cubicBezTo>
                    <a:pt x="50" y="484"/>
                    <a:pt x="49" y="481"/>
                    <a:pt x="48" y="480"/>
                  </a:cubicBezTo>
                  <a:cubicBezTo>
                    <a:pt x="47" y="479"/>
                    <a:pt x="48" y="475"/>
                    <a:pt x="48" y="473"/>
                  </a:cubicBezTo>
                  <a:cubicBezTo>
                    <a:pt x="48" y="472"/>
                    <a:pt x="48" y="471"/>
                    <a:pt x="48" y="470"/>
                  </a:cubicBezTo>
                  <a:cubicBezTo>
                    <a:pt x="48" y="468"/>
                    <a:pt x="45" y="465"/>
                    <a:pt x="44" y="464"/>
                  </a:cubicBezTo>
                  <a:cubicBezTo>
                    <a:pt x="42" y="463"/>
                    <a:pt x="38" y="463"/>
                    <a:pt x="37" y="462"/>
                  </a:cubicBezTo>
                  <a:cubicBezTo>
                    <a:pt x="35" y="460"/>
                    <a:pt x="34" y="454"/>
                    <a:pt x="34" y="452"/>
                  </a:cubicBezTo>
                  <a:cubicBezTo>
                    <a:pt x="33" y="450"/>
                    <a:pt x="33" y="446"/>
                    <a:pt x="34" y="444"/>
                  </a:cubicBezTo>
                  <a:cubicBezTo>
                    <a:pt x="34" y="442"/>
                    <a:pt x="34" y="440"/>
                    <a:pt x="35" y="439"/>
                  </a:cubicBezTo>
                  <a:cubicBezTo>
                    <a:pt x="36" y="438"/>
                    <a:pt x="38" y="437"/>
                    <a:pt x="39" y="436"/>
                  </a:cubicBezTo>
                  <a:cubicBezTo>
                    <a:pt x="39" y="435"/>
                    <a:pt x="39" y="434"/>
                    <a:pt x="39" y="433"/>
                  </a:cubicBezTo>
                  <a:cubicBezTo>
                    <a:pt x="39" y="432"/>
                    <a:pt x="35" y="430"/>
                    <a:pt x="34" y="429"/>
                  </a:cubicBezTo>
                  <a:cubicBezTo>
                    <a:pt x="33" y="428"/>
                    <a:pt x="31" y="425"/>
                    <a:pt x="31" y="424"/>
                  </a:cubicBezTo>
                  <a:cubicBezTo>
                    <a:pt x="30" y="422"/>
                    <a:pt x="31" y="417"/>
                    <a:pt x="31" y="415"/>
                  </a:cubicBezTo>
                  <a:cubicBezTo>
                    <a:pt x="32" y="413"/>
                    <a:pt x="33" y="411"/>
                    <a:pt x="34" y="410"/>
                  </a:cubicBezTo>
                  <a:cubicBezTo>
                    <a:pt x="35" y="409"/>
                    <a:pt x="37" y="408"/>
                    <a:pt x="38" y="407"/>
                  </a:cubicBezTo>
                  <a:cubicBezTo>
                    <a:pt x="40" y="405"/>
                    <a:pt x="42" y="401"/>
                    <a:pt x="44" y="399"/>
                  </a:cubicBezTo>
                  <a:cubicBezTo>
                    <a:pt x="45" y="398"/>
                    <a:pt x="47" y="395"/>
                    <a:pt x="47" y="393"/>
                  </a:cubicBezTo>
                  <a:cubicBezTo>
                    <a:pt x="48" y="391"/>
                    <a:pt x="45" y="388"/>
                    <a:pt x="46" y="386"/>
                  </a:cubicBezTo>
                  <a:cubicBezTo>
                    <a:pt x="46" y="384"/>
                    <a:pt x="48" y="382"/>
                    <a:pt x="49" y="381"/>
                  </a:cubicBezTo>
                  <a:cubicBezTo>
                    <a:pt x="50" y="381"/>
                    <a:pt x="53" y="379"/>
                    <a:pt x="55" y="380"/>
                  </a:cubicBezTo>
                  <a:cubicBezTo>
                    <a:pt x="56" y="380"/>
                    <a:pt x="57" y="382"/>
                    <a:pt x="58" y="383"/>
                  </a:cubicBezTo>
                  <a:cubicBezTo>
                    <a:pt x="60" y="384"/>
                    <a:pt x="63" y="385"/>
                    <a:pt x="64" y="384"/>
                  </a:cubicBezTo>
                  <a:cubicBezTo>
                    <a:pt x="65" y="382"/>
                    <a:pt x="62" y="377"/>
                    <a:pt x="62" y="375"/>
                  </a:cubicBezTo>
                  <a:cubicBezTo>
                    <a:pt x="61" y="373"/>
                    <a:pt x="57" y="369"/>
                    <a:pt x="57" y="366"/>
                  </a:cubicBezTo>
                  <a:cubicBezTo>
                    <a:pt x="56" y="365"/>
                    <a:pt x="56" y="361"/>
                    <a:pt x="57" y="359"/>
                  </a:cubicBezTo>
                  <a:cubicBezTo>
                    <a:pt x="57" y="357"/>
                    <a:pt x="58" y="353"/>
                    <a:pt x="57" y="352"/>
                  </a:cubicBezTo>
                  <a:cubicBezTo>
                    <a:pt x="57" y="350"/>
                    <a:pt x="53" y="348"/>
                    <a:pt x="51" y="346"/>
                  </a:cubicBezTo>
                  <a:cubicBezTo>
                    <a:pt x="50" y="345"/>
                    <a:pt x="49" y="343"/>
                    <a:pt x="48" y="342"/>
                  </a:cubicBezTo>
                  <a:cubicBezTo>
                    <a:pt x="47" y="342"/>
                    <a:pt x="45" y="342"/>
                    <a:pt x="44" y="342"/>
                  </a:cubicBezTo>
                  <a:cubicBezTo>
                    <a:pt x="43" y="343"/>
                    <a:pt x="42" y="345"/>
                    <a:pt x="41" y="346"/>
                  </a:cubicBezTo>
                  <a:cubicBezTo>
                    <a:pt x="40" y="347"/>
                    <a:pt x="38" y="347"/>
                    <a:pt x="37" y="347"/>
                  </a:cubicBezTo>
                  <a:cubicBezTo>
                    <a:pt x="35" y="346"/>
                    <a:pt x="35" y="343"/>
                    <a:pt x="34" y="343"/>
                  </a:cubicBezTo>
                  <a:cubicBezTo>
                    <a:pt x="32" y="342"/>
                    <a:pt x="29" y="342"/>
                    <a:pt x="27" y="341"/>
                  </a:cubicBezTo>
                  <a:cubicBezTo>
                    <a:pt x="25" y="341"/>
                    <a:pt x="23" y="338"/>
                    <a:pt x="22" y="337"/>
                  </a:cubicBezTo>
                  <a:cubicBezTo>
                    <a:pt x="21" y="336"/>
                    <a:pt x="19" y="334"/>
                    <a:pt x="18" y="333"/>
                  </a:cubicBezTo>
                  <a:cubicBezTo>
                    <a:pt x="18" y="331"/>
                    <a:pt x="18" y="328"/>
                    <a:pt x="18" y="327"/>
                  </a:cubicBezTo>
                  <a:cubicBezTo>
                    <a:pt x="18" y="326"/>
                    <a:pt x="19" y="324"/>
                    <a:pt x="19" y="323"/>
                  </a:cubicBezTo>
                  <a:cubicBezTo>
                    <a:pt x="20" y="322"/>
                    <a:pt x="18" y="319"/>
                    <a:pt x="18" y="318"/>
                  </a:cubicBezTo>
                  <a:cubicBezTo>
                    <a:pt x="18" y="317"/>
                    <a:pt x="17" y="314"/>
                    <a:pt x="17" y="313"/>
                  </a:cubicBezTo>
                  <a:cubicBezTo>
                    <a:pt x="17" y="312"/>
                    <a:pt x="18" y="310"/>
                    <a:pt x="17" y="309"/>
                  </a:cubicBezTo>
                  <a:cubicBezTo>
                    <a:pt x="17" y="309"/>
                    <a:pt x="15" y="307"/>
                    <a:pt x="15" y="307"/>
                  </a:cubicBezTo>
                  <a:cubicBezTo>
                    <a:pt x="13" y="307"/>
                    <a:pt x="11" y="308"/>
                    <a:pt x="10" y="308"/>
                  </a:cubicBezTo>
                  <a:cubicBezTo>
                    <a:pt x="9" y="307"/>
                    <a:pt x="6" y="307"/>
                    <a:pt x="6" y="306"/>
                  </a:cubicBezTo>
                  <a:cubicBezTo>
                    <a:pt x="5" y="304"/>
                    <a:pt x="5" y="301"/>
                    <a:pt x="5" y="300"/>
                  </a:cubicBezTo>
                  <a:cubicBezTo>
                    <a:pt x="4" y="298"/>
                    <a:pt x="2" y="296"/>
                    <a:pt x="1" y="295"/>
                  </a:cubicBezTo>
                  <a:cubicBezTo>
                    <a:pt x="1" y="294"/>
                    <a:pt x="0" y="291"/>
                    <a:pt x="0" y="290"/>
                  </a:cubicBezTo>
                  <a:cubicBezTo>
                    <a:pt x="0" y="288"/>
                    <a:pt x="3" y="284"/>
                    <a:pt x="4" y="283"/>
                  </a:cubicBezTo>
                  <a:cubicBezTo>
                    <a:pt x="5" y="282"/>
                    <a:pt x="8" y="281"/>
                    <a:pt x="9" y="281"/>
                  </a:cubicBezTo>
                  <a:cubicBezTo>
                    <a:pt x="11" y="280"/>
                    <a:pt x="14" y="283"/>
                    <a:pt x="15" y="283"/>
                  </a:cubicBezTo>
                  <a:cubicBezTo>
                    <a:pt x="16" y="282"/>
                    <a:pt x="17" y="282"/>
                    <a:pt x="18" y="281"/>
                  </a:cubicBezTo>
                  <a:cubicBezTo>
                    <a:pt x="19" y="281"/>
                    <a:pt x="20" y="279"/>
                    <a:pt x="21" y="278"/>
                  </a:cubicBezTo>
                  <a:cubicBezTo>
                    <a:pt x="22" y="278"/>
                    <a:pt x="25" y="279"/>
                    <a:pt x="26" y="279"/>
                  </a:cubicBezTo>
                  <a:cubicBezTo>
                    <a:pt x="27" y="280"/>
                    <a:pt x="28" y="283"/>
                    <a:pt x="29" y="284"/>
                  </a:cubicBezTo>
                  <a:cubicBezTo>
                    <a:pt x="30" y="284"/>
                    <a:pt x="33" y="283"/>
                    <a:pt x="34" y="283"/>
                  </a:cubicBezTo>
                  <a:cubicBezTo>
                    <a:pt x="35" y="282"/>
                    <a:pt x="37" y="281"/>
                    <a:pt x="38" y="280"/>
                  </a:cubicBezTo>
                  <a:cubicBezTo>
                    <a:pt x="39" y="280"/>
                    <a:pt x="39" y="278"/>
                    <a:pt x="39" y="277"/>
                  </a:cubicBezTo>
                  <a:cubicBezTo>
                    <a:pt x="41" y="276"/>
                    <a:pt x="44" y="278"/>
                    <a:pt x="45" y="277"/>
                  </a:cubicBezTo>
                  <a:cubicBezTo>
                    <a:pt x="47" y="277"/>
                    <a:pt x="49" y="276"/>
                    <a:pt x="50" y="275"/>
                  </a:cubicBezTo>
                  <a:cubicBezTo>
                    <a:pt x="50" y="273"/>
                    <a:pt x="47" y="270"/>
                    <a:pt x="48" y="269"/>
                  </a:cubicBezTo>
                  <a:cubicBezTo>
                    <a:pt x="49" y="267"/>
                    <a:pt x="52" y="266"/>
                    <a:pt x="53" y="265"/>
                  </a:cubicBezTo>
                  <a:cubicBezTo>
                    <a:pt x="55" y="265"/>
                    <a:pt x="60" y="264"/>
                    <a:pt x="62" y="264"/>
                  </a:cubicBezTo>
                  <a:cubicBezTo>
                    <a:pt x="64" y="264"/>
                    <a:pt x="66" y="265"/>
                    <a:pt x="67" y="265"/>
                  </a:cubicBezTo>
                  <a:cubicBezTo>
                    <a:pt x="68" y="265"/>
                    <a:pt x="71" y="265"/>
                    <a:pt x="71" y="265"/>
                  </a:cubicBezTo>
                  <a:cubicBezTo>
                    <a:pt x="72" y="264"/>
                    <a:pt x="72" y="263"/>
                    <a:pt x="73" y="262"/>
                  </a:cubicBezTo>
                  <a:cubicBezTo>
                    <a:pt x="73" y="261"/>
                    <a:pt x="77" y="261"/>
                    <a:pt x="77" y="260"/>
                  </a:cubicBezTo>
                  <a:cubicBezTo>
                    <a:pt x="78" y="258"/>
                    <a:pt x="78" y="254"/>
                    <a:pt x="77" y="253"/>
                  </a:cubicBezTo>
                  <a:cubicBezTo>
                    <a:pt x="77" y="251"/>
                    <a:pt x="74" y="248"/>
                    <a:pt x="73" y="247"/>
                  </a:cubicBezTo>
                  <a:cubicBezTo>
                    <a:pt x="73" y="245"/>
                    <a:pt x="71" y="242"/>
                    <a:pt x="72" y="241"/>
                  </a:cubicBezTo>
                  <a:cubicBezTo>
                    <a:pt x="72" y="239"/>
                    <a:pt x="75" y="237"/>
                    <a:pt x="77" y="236"/>
                  </a:cubicBezTo>
                  <a:cubicBezTo>
                    <a:pt x="78" y="235"/>
                    <a:pt x="80" y="236"/>
                    <a:pt x="81" y="236"/>
                  </a:cubicBezTo>
                  <a:cubicBezTo>
                    <a:pt x="82" y="235"/>
                    <a:pt x="85" y="235"/>
                    <a:pt x="86" y="234"/>
                  </a:cubicBezTo>
                  <a:cubicBezTo>
                    <a:pt x="87" y="233"/>
                    <a:pt x="86" y="229"/>
                    <a:pt x="85" y="228"/>
                  </a:cubicBezTo>
                  <a:cubicBezTo>
                    <a:pt x="85" y="227"/>
                    <a:pt x="83" y="225"/>
                    <a:pt x="83" y="224"/>
                  </a:cubicBezTo>
                  <a:cubicBezTo>
                    <a:pt x="83" y="223"/>
                    <a:pt x="82" y="222"/>
                    <a:pt x="82" y="221"/>
                  </a:cubicBezTo>
                  <a:cubicBezTo>
                    <a:pt x="83" y="221"/>
                    <a:pt x="85" y="221"/>
                    <a:pt x="86" y="221"/>
                  </a:cubicBezTo>
                  <a:cubicBezTo>
                    <a:pt x="87" y="222"/>
                    <a:pt x="89" y="224"/>
                    <a:pt x="91" y="224"/>
                  </a:cubicBezTo>
                  <a:cubicBezTo>
                    <a:pt x="92" y="224"/>
                    <a:pt x="95" y="222"/>
                    <a:pt x="96" y="221"/>
                  </a:cubicBezTo>
                  <a:cubicBezTo>
                    <a:pt x="96" y="220"/>
                    <a:pt x="97" y="218"/>
                    <a:pt x="98" y="218"/>
                  </a:cubicBezTo>
                  <a:cubicBezTo>
                    <a:pt x="100" y="216"/>
                    <a:pt x="104" y="213"/>
                    <a:pt x="106" y="212"/>
                  </a:cubicBezTo>
                  <a:cubicBezTo>
                    <a:pt x="108" y="212"/>
                    <a:pt x="111" y="213"/>
                    <a:pt x="113" y="212"/>
                  </a:cubicBezTo>
                  <a:cubicBezTo>
                    <a:pt x="115" y="211"/>
                    <a:pt x="118" y="209"/>
                    <a:pt x="120" y="207"/>
                  </a:cubicBezTo>
                  <a:cubicBezTo>
                    <a:pt x="121" y="206"/>
                    <a:pt x="123" y="203"/>
                    <a:pt x="124" y="202"/>
                  </a:cubicBezTo>
                  <a:cubicBezTo>
                    <a:pt x="125" y="201"/>
                    <a:pt x="127" y="198"/>
                    <a:pt x="128" y="198"/>
                  </a:cubicBezTo>
                  <a:cubicBezTo>
                    <a:pt x="129" y="197"/>
                    <a:pt x="133" y="197"/>
                    <a:pt x="135" y="197"/>
                  </a:cubicBezTo>
                  <a:cubicBezTo>
                    <a:pt x="136" y="197"/>
                    <a:pt x="139" y="199"/>
                    <a:pt x="141" y="199"/>
                  </a:cubicBezTo>
                  <a:cubicBezTo>
                    <a:pt x="144" y="200"/>
                    <a:pt x="149" y="199"/>
                    <a:pt x="151" y="199"/>
                  </a:cubicBezTo>
                  <a:cubicBezTo>
                    <a:pt x="153" y="199"/>
                    <a:pt x="156" y="201"/>
                    <a:pt x="158" y="201"/>
                  </a:cubicBezTo>
                  <a:cubicBezTo>
                    <a:pt x="159" y="201"/>
                    <a:pt x="163" y="202"/>
                    <a:pt x="165" y="202"/>
                  </a:cubicBezTo>
                  <a:cubicBezTo>
                    <a:pt x="167" y="201"/>
                    <a:pt x="170" y="199"/>
                    <a:pt x="171" y="198"/>
                  </a:cubicBezTo>
                  <a:cubicBezTo>
                    <a:pt x="172" y="197"/>
                    <a:pt x="174" y="192"/>
                    <a:pt x="176" y="191"/>
                  </a:cubicBezTo>
                  <a:cubicBezTo>
                    <a:pt x="178" y="190"/>
                    <a:pt x="181" y="192"/>
                    <a:pt x="183" y="191"/>
                  </a:cubicBezTo>
                  <a:cubicBezTo>
                    <a:pt x="185" y="191"/>
                    <a:pt x="189" y="189"/>
                    <a:pt x="190" y="188"/>
                  </a:cubicBezTo>
                  <a:cubicBezTo>
                    <a:pt x="191" y="187"/>
                    <a:pt x="190" y="183"/>
                    <a:pt x="190" y="182"/>
                  </a:cubicBezTo>
                  <a:cubicBezTo>
                    <a:pt x="189" y="181"/>
                    <a:pt x="187" y="179"/>
                    <a:pt x="186" y="178"/>
                  </a:cubicBezTo>
                  <a:cubicBezTo>
                    <a:pt x="186" y="177"/>
                    <a:pt x="185" y="176"/>
                    <a:pt x="185" y="175"/>
                  </a:cubicBezTo>
                  <a:cubicBezTo>
                    <a:pt x="186" y="174"/>
                    <a:pt x="189" y="173"/>
                    <a:pt x="189" y="172"/>
                  </a:cubicBezTo>
                  <a:cubicBezTo>
                    <a:pt x="190" y="170"/>
                    <a:pt x="189" y="168"/>
                    <a:pt x="189" y="167"/>
                  </a:cubicBezTo>
                  <a:cubicBezTo>
                    <a:pt x="188" y="165"/>
                    <a:pt x="183" y="162"/>
                    <a:pt x="182" y="160"/>
                  </a:cubicBezTo>
                  <a:cubicBezTo>
                    <a:pt x="180" y="159"/>
                    <a:pt x="177" y="156"/>
                    <a:pt x="176" y="154"/>
                  </a:cubicBezTo>
                  <a:cubicBezTo>
                    <a:pt x="176" y="152"/>
                    <a:pt x="177" y="148"/>
                    <a:pt x="178" y="146"/>
                  </a:cubicBezTo>
                  <a:cubicBezTo>
                    <a:pt x="179" y="144"/>
                    <a:pt x="183" y="141"/>
                    <a:pt x="183" y="139"/>
                  </a:cubicBezTo>
                  <a:cubicBezTo>
                    <a:pt x="183" y="137"/>
                    <a:pt x="180" y="135"/>
                    <a:pt x="179" y="134"/>
                  </a:cubicBezTo>
                  <a:cubicBezTo>
                    <a:pt x="178" y="132"/>
                    <a:pt x="176" y="129"/>
                    <a:pt x="175" y="127"/>
                  </a:cubicBezTo>
                  <a:cubicBezTo>
                    <a:pt x="175" y="126"/>
                    <a:pt x="175" y="123"/>
                    <a:pt x="175" y="121"/>
                  </a:cubicBezTo>
                  <a:cubicBezTo>
                    <a:pt x="175" y="120"/>
                    <a:pt x="175" y="118"/>
                    <a:pt x="175" y="116"/>
                  </a:cubicBezTo>
                  <a:cubicBezTo>
                    <a:pt x="177" y="116"/>
                    <a:pt x="178" y="116"/>
                    <a:pt x="179" y="116"/>
                  </a:cubicBezTo>
                  <a:cubicBezTo>
                    <a:pt x="180" y="116"/>
                    <a:pt x="182" y="116"/>
                    <a:pt x="183" y="117"/>
                  </a:cubicBezTo>
                  <a:cubicBezTo>
                    <a:pt x="184" y="117"/>
                    <a:pt x="187" y="118"/>
                    <a:pt x="188" y="118"/>
                  </a:cubicBezTo>
                  <a:cubicBezTo>
                    <a:pt x="189" y="118"/>
                    <a:pt x="191" y="116"/>
                    <a:pt x="192" y="116"/>
                  </a:cubicBezTo>
                  <a:cubicBezTo>
                    <a:pt x="193" y="114"/>
                    <a:pt x="192" y="110"/>
                    <a:pt x="192" y="108"/>
                  </a:cubicBezTo>
                  <a:cubicBezTo>
                    <a:pt x="193" y="106"/>
                    <a:pt x="196" y="102"/>
                    <a:pt x="198" y="101"/>
                  </a:cubicBezTo>
                  <a:cubicBezTo>
                    <a:pt x="200" y="99"/>
                    <a:pt x="206" y="100"/>
                    <a:pt x="209" y="98"/>
                  </a:cubicBezTo>
                  <a:cubicBezTo>
                    <a:pt x="210" y="98"/>
                    <a:pt x="214" y="95"/>
                    <a:pt x="215" y="93"/>
                  </a:cubicBezTo>
                  <a:cubicBezTo>
                    <a:pt x="216" y="91"/>
                    <a:pt x="215" y="84"/>
                    <a:pt x="216" y="81"/>
                  </a:cubicBezTo>
                  <a:cubicBezTo>
                    <a:pt x="217" y="79"/>
                    <a:pt x="220" y="75"/>
                    <a:pt x="222" y="74"/>
                  </a:cubicBezTo>
                  <a:cubicBezTo>
                    <a:pt x="224" y="74"/>
                    <a:pt x="227" y="75"/>
                    <a:pt x="229" y="74"/>
                  </a:cubicBezTo>
                  <a:cubicBezTo>
                    <a:pt x="229" y="73"/>
                    <a:pt x="229" y="70"/>
                    <a:pt x="230" y="69"/>
                  </a:cubicBezTo>
                  <a:cubicBezTo>
                    <a:pt x="231" y="69"/>
                    <a:pt x="234" y="69"/>
                    <a:pt x="235" y="68"/>
                  </a:cubicBezTo>
                  <a:cubicBezTo>
                    <a:pt x="236" y="67"/>
                    <a:pt x="238" y="63"/>
                    <a:pt x="238" y="62"/>
                  </a:cubicBezTo>
                  <a:cubicBezTo>
                    <a:pt x="238" y="60"/>
                    <a:pt x="236" y="58"/>
                    <a:pt x="235" y="56"/>
                  </a:cubicBezTo>
                  <a:cubicBezTo>
                    <a:pt x="235" y="54"/>
                    <a:pt x="235" y="50"/>
                    <a:pt x="234" y="49"/>
                  </a:cubicBezTo>
                  <a:cubicBezTo>
                    <a:pt x="233" y="48"/>
                    <a:pt x="232" y="48"/>
                    <a:pt x="231" y="47"/>
                  </a:cubicBezTo>
                  <a:cubicBezTo>
                    <a:pt x="230" y="46"/>
                    <a:pt x="228" y="44"/>
                    <a:pt x="228" y="43"/>
                  </a:cubicBezTo>
                  <a:cubicBezTo>
                    <a:pt x="228" y="42"/>
                    <a:pt x="228" y="40"/>
                    <a:pt x="228" y="40"/>
                  </a:cubicBezTo>
                  <a:cubicBezTo>
                    <a:pt x="229" y="38"/>
                    <a:pt x="233" y="38"/>
                    <a:pt x="234" y="36"/>
                  </a:cubicBezTo>
                  <a:cubicBezTo>
                    <a:pt x="234" y="36"/>
                    <a:pt x="234" y="34"/>
                    <a:pt x="234" y="34"/>
                  </a:cubicBezTo>
                  <a:cubicBezTo>
                    <a:pt x="236" y="33"/>
                    <a:pt x="240" y="35"/>
                    <a:pt x="241" y="34"/>
                  </a:cubicBezTo>
                  <a:cubicBezTo>
                    <a:pt x="243" y="34"/>
                    <a:pt x="245" y="32"/>
                    <a:pt x="246" y="31"/>
                  </a:cubicBezTo>
                  <a:cubicBezTo>
                    <a:pt x="246" y="30"/>
                    <a:pt x="246" y="27"/>
                    <a:pt x="247" y="26"/>
                  </a:cubicBezTo>
                  <a:cubicBezTo>
                    <a:pt x="248" y="25"/>
                    <a:pt x="251" y="27"/>
                    <a:pt x="252" y="26"/>
                  </a:cubicBezTo>
                  <a:cubicBezTo>
                    <a:pt x="253" y="25"/>
                    <a:pt x="252" y="21"/>
                    <a:pt x="254" y="20"/>
                  </a:cubicBezTo>
                  <a:cubicBezTo>
                    <a:pt x="255" y="19"/>
                    <a:pt x="259" y="21"/>
                    <a:pt x="260" y="20"/>
                  </a:cubicBezTo>
                  <a:cubicBezTo>
                    <a:pt x="261" y="19"/>
                    <a:pt x="260" y="16"/>
                    <a:pt x="260" y="15"/>
                  </a:cubicBezTo>
                  <a:cubicBezTo>
                    <a:pt x="260" y="13"/>
                    <a:pt x="258" y="10"/>
                    <a:pt x="258" y="9"/>
                  </a:cubicBezTo>
                  <a:cubicBezTo>
                    <a:pt x="259" y="7"/>
                    <a:pt x="263" y="6"/>
                    <a:pt x="264" y="6"/>
                  </a:cubicBezTo>
                  <a:cubicBezTo>
                    <a:pt x="267" y="4"/>
                    <a:pt x="271" y="1"/>
                    <a:pt x="273" y="1"/>
                  </a:cubicBezTo>
                  <a:cubicBezTo>
                    <a:pt x="275" y="0"/>
                    <a:pt x="279" y="1"/>
                    <a:pt x="281" y="2"/>
                  </a:cubicBezTo>
                  <a:cubicBezTo>
                    <a:pt x="282" y="4"/>
                    <a:pt x="282" y="8"/>
                    <a:pt x="282" y="10"/>
                  </a:cubicBezTo>
                  <a:cubicBezTo>
                    <a:pt x="282" y="11"/>
                    <a:pt x="283" y="15"/>
                    <a:pt x="283" y="16"/>
                  </a:cubicBezTo>
                  <a:cubicBezTo>
                    <a:pt x="283" y="18"/>
                    <a:pt x="282" y="20"/>
                    <a:pt x="282" y="21"/>
                  </a:cubicBezTo>
                  <a:cubicBezTo>
                    <a:pt x="281" y="23"/>
                    <a:pt x="283" y="26"/>
                    <a:pt x="282" y="28"/>
                  </a:cubicBezTo>
                  <a:cubicBezTo>
                    <a:pt x="282" y="29"/>
                    <a:pt x="279" y="31"/>
                    <a:pt x="279" y="32"/>
                  </a:cubicBezTo>
                  <a:cubicBezTo>
                    <a:pt x="278" y="34"/>
                    <a:pt x="278" y="38"/>
                    <a:pt x="278" y="40"/>
                  </a:cubicBezTo>
                  <a:cubicBezTo>
                    <a:pt x="279" y="42"/>
                    <a:pt x="280" y="45"/>
                    <a:pt x="281" y="46"/>
                  </a:cubicBezTo>
                  <a:cubicBezTo>
                    <a:pt x="283" y="48"/>
                    <a:pt x="288" y="49"/>
                    <a:pt x="289" y="51"/>
                  </a:cubicBezTo>
                  <a:cubicBezTo>
                    <a:pt x="290" y="52"/>
                    <a:pt x="291" y="56"/>
                    <a:pt x="292" y="57"/>
                  </a:cubicBezTo>
                  <a:cubicBezTo>
                    <a:pt x="293" y="58"/>
                    <a:pt x="296" y="60"/>
                    <a:pt x="297" y="61"/>
                  </a:cubicBezTo>
                  <a:cubicBezTo>
                    <a:pt x="298" y="61"/>
                    <a:pt x="300" y="63"/>
                    <a:pt x="301" y="64"/>
                  </a:cubicBezTo>
                  <a:cubicBezTo>
                    <a:pt x="302" y="65"/>
                    <a:pt x="305" y="67"/>
                    <a:pt x="306" y="68"/>
                  </a:cubicBezTo>
                  <a:cubicBezTo>
                    <a:pt x="307" y="69"/>
                    <a:pt x="308" y="72"/>
                    <a:pt x="310" y="73"/>
                  </a:cubicBezTo>
                  <a:cubicBezTo>
                    <a:pt x="310" y="73"/>
                    <a:pt x="310" y="73"/>
                    <a:pt x="310" y="73"/>
                  </a:cubicBezTo>
                  <a:cubicBezTo>
                    <a:pt x="309" y="75"/>
                    <a:pt x="307" y="77"/>
                    <a:pt x="306" y="78"/>
                  </a:cubicBezTo>
                  <a:cubicBezTo>
                    <a:pt x="305" y="79"/>
                    <a:pt x="305" y="82"/>
                    <a:pt x="305" y="83"/>
                  </a:cubicBezTo>
                  <a:cubicBezTo>
                    <a:pt x="304" y="86"/>
                    <a:pt x="307" y="91"/>
                    <a:pt x="307" y="94"/>
                  </a:cubicBezTo>
                  <a:cubicBezTo>
                    <a:pt x="307" y="97"/>
                    <a:pt x="307" y="104"/>
                    <a:pt x="306" y="106"/>
                  </a:cubicBezTo>
                  <a:cubicBezTo>
                    <a:pt x="305" y="109"/>
                    <a:pt x="300" y="113"/>
                    <a:pt x="299" y="116"/>
                  </a:cubicBezTo>
                  <a:cubicBezTo>
                    <a:pt x="298" y="118"/>
                    <a:pt x="296" y="124"/>
                    <a:pt x="294" y="126"/>
                  </a:cubicBezTo>
                  <a:cubicBezTo>
                    <a:pt x="293" y="128"/>
                    <a:pt x="290" y="132"/>
                    <a:pt x="289" y="134"/>
                  </a:cubicBezTo>
                  <a:cubicBezTo>
                    <a:pt x="287" y="137"/>
                    <a:pt x="287" y="145"/>
                    <a:pt x="286" y="149"/>
                  </a:cubicBezTo>
                  <a:cubicBezTo>
                    <a:pt x="285" y="152"/>
                    <a:pt x="282" y="159"/>
                    <a:pt x="282" y="162"/>
                  </a:cubicBezTo>
                  <a:cubicBezTo>
                    <a:pt x="282" y="163"/>
                    <a:pt x="283" y="166"/>
                    <a:pt x="284" y="167"/>
                  </a:cubicBezTo>
                  <a:cubicBezTo>
                    <a:pt x="285" y="169"/>
                    <a:pt x="290" y="171"/>
                    <a:pt x="291" y="172"/>
                  </a:cubicBezTo>
                  <a:cubicBezTo>
                    <a:pt x="293" y="173"/>
                    <a:pt x="295" y="176"/>
                    <a:pt x="296" y="177"/>
                  </a:cubicBezTo>
                  <a:cubicBezTo>
                    <a:pt x="297" y="179"/>
                    <a:pt x="297" y="183"/>
                    <a:pt x="298" y="185"/>
                  </a:cubicBezTo>
                  <a:cubicBezTo>
                    <a:pt x="299" y="187"/>
                    <a:pt x="303" y="189"/>
                    <a:pt x="304" y="191"/>
                  </a:cubicBezTo>
                  <a:cubicBezTo>
                    <a:pt x="306" y="193"/>
                    <a:pt x="307" y="198"/>
                    <a:pt x="308" y="200"/>
                  </a:cubicBezTo>
                  <a:cubicBezTo>
                    <a:pt x="309" y="204"/>
                    <a:pt x="310" y="210"/>
                    <a:pt x="311" y="213"/>
                  </a:cubicBezTo>
                  <a:cubicBezTo>
                    <a:pt x="312" y="216"/>
                    <a:pt x="315" y="221"/>
                    <a:pt x="317" y="223"/>
                  </a:cubicBezTo>
                  <a:cubicBezTo>
                    <a:pt x="318" y="225"/>
                    <a:pt x="322" y="228"/>
                    <a:pt x="324" y="230"/>
                  </a:cubicBezTo>
                  <a:cubicBezTo>
                    <a:pt x="325" y="232"/>
                    <a:pt x="328" y="238"/>
                    <a:pt x="328" y="241"/>
                  </a:cubicBezTo>
                  <a:cubicBezTo>
                    <a:pt x="328" y="243"/>
                    <a:pt x="327" y="246"/>
                    <a:pt x="326" y="248"/>
                  </a:cubicBezTo>
                  <a:cubicBezTo>
                    <a:pt x="324" y="249"/>
                    <a:pt x="321" y="250"/>
                    <a:pt x="320" y="251"/>
                  </a:cubicBezTo>
                  <a:cubicBezTo>
                    <a:pt x="319" y="251"/>
                    <a:pt x="316" y="251"/>
                    <a:pt x="315" y="252"/>
                  </a:cubicBezTo>
                  <a:cubicBezTo>
                    <a:pt x="314" y="253"/>
                    <a:pt x="315" y="256"/>
                    <a:pt x="315" y="258"/>
                  </a:cubicBezTo>
                  <a:cubicBezTo>
                    <a:pt x="315" y="259"/>
                    <a:pt x="315" y="261"/>
                    <a:pt x="315" y="263"/>
                  </a:cubicBezTo>
                  <a:cubicBezTo>
                    <a:pt x="314" y="264"/>
                    <a:pt x="312" y="268"/>
                    <a:pt x="310" y="268"/>
                  </a:cubicBezTo>
                  <a:cubicBezTo>
                    <a:pt x="309" y="268"/>
                    <a:pt x="306" y="266"/>
                    <a:pt x="305" y="264"/>
                  </a:cubicBezTo>
                  <a:cubicBezTo>
                    <a:pt x="304" y="263"/>
                    <a:pt x="304" y="261"/>
                    <a:pt x="303" y="260"/>
                  </a:cubicBezTo>
                  <a:cubicBezTo>
                    <a:pt x="301" y="259"/>
                    <a:pt x="297" y="259"/>
                    <a:pt x="295" y="259"/>
                  </a:cubicBezTo>
                  <a:cubicBezTo>
                    <a:pt x="294" y="259"/>
                    <a:pt x="291" y="261"/>
                    <a:pt x="289" y="262"/>
                  </a:cubicBezTo>
                  <a:cubicBezTo>
                    <a:pt x="287" y="263"/>
                    <a:pt x="283" y="262"/>
                    <a:pt x="282" y="263"/>
                  </a:cubicBezTo>
                  <a:cubicBezTo>
                    <a:pt x="281" y="265"/>
                    <a:pt x="280" y="268"/>
                    <a:pt x="280" y="270"/>
                  </a:cubicBezTo>
                  <a:cubicBezTo>
                    <a:pt x="281" y="271"/>
                    <a:pt x="284" y="274"/>
                    <a:pt x="285" y="275"/>
                  </a:cubicBezTo>
                  <a:cubicBezTo>
                    <a:pt x="286" y="277"/>
                    <a:pt x="287" y="281"/>
                    <a:pt x="287" y="283"/>
                  </a:cubicBezTo>
                  <a:cubicBezTo>
                    <a:pt x="287" y="285"/>
                    <a:pt x="285" y="288"/>
                    <a:pt x="285" y="290"/>
                  </a:cubicBezTo>
                  <a:cubicBezTo>
                    <a:pt x="285" y="293"/>
                    <a:pt x="284" y="298"/>
                    <a:pt x="285" y="301"/>
                  </a:cubicBezTo>
                  <a:cubicBezTo>
                    <a:pt x="286" y="302"/>
                    <a:pt x="288" y="303"/>
                    <a:pt x="289" y="304"/>
                  </a:cubicBezTo>
                  <a:cubicBezTo>
                    <a:pt x="290" y="305"/>
                    <a:pt x="291" y="308"/>
                    <a:pt x="292" y="309"/>
                  </a:cubicBezTo>
                  <a:cubicBezTo>
                    <a:pt x="293" y="310"/>
                    <a:pt x="294" y="314"/>
                    <a:pt x="295" y="316"/>
                  </a:cubicBezTo>
                  <a:cubicBezTo>
                    <a:pt x="297" y="318"/>
                    <a:pt x="301" y="321"/>
                    <a:pt x="303" y="322"/>
                  </a:cubicBezTo>
                  <a:cubicBezTo>
                    <a:pt x="305" y="324"/>
                    <a:pt x="310" y="326"/>
                    <a:pt x="313" y="326"/>
                  </a:cubicBezTo>
                  <a:cubicBezTo>
                    <a:pt x="315" y="326"/>
                    <a:pt x="318" y="323"/>
                    <a:pt x="319" y="322"/>
                  </a:cubicBezTo>
                  <a:cubicBezTo>
                    <a:pt x="320" y="321"/>
                    <a:pt x="321" y="318"/>
                    <a:pt x="323" y="318"/>
                  </a:cubicBezTo>
                  <a:cubicBezTo>
                    <a:pt x="324" y="317"/>
                    <a:pt x="328" y="318"/>
                    <a:pt x="329" y="318"/>
                  </a:cubicBezTo>
                  <a:cubicBezTo>
                    <a:pt x="330" y="319"/>
                    <a:pt x="332" y="320"/>
                    <a:pt x="332" y="321"/>
                  </a:cubicBezTo>
                  <a:cubicBezTo>
                    <a:pt x="333" y="322"/>
                    <a:pt x="334" y="326"/>
                    <a:pt x="334" y="327"/>
                  </a:cubicBezTo>
                  <a:cubicBezTo>
                    <a:pt x="335" y="329"/>
                    <a:pt x="336" y="332"/>
                    <a:pt x="336" y="333"/>
                  </a:cubicBezTo>
                  <a:cubicBezTo>
                    <a:pt x="337" y="334"/>
                    <a:pt x="339" y="336"/>
                    <a:pt x="340" y="337"/>
                  </a:cubicBezTo>
                  <a:cubicBezTo>
                    <a:pt x="341" y="337"/>
                    <a:pt x="344" y="335"/>
                    <a:pt x="345" y="335"/>
                  </a:cubicBezTo>
                  <a:cubicBezTo>
                    <a:pt x="346" y="335"/>
                    <a:pt x="349" y="336"/>
                    <a:pt x="349" y="337"/>
                  </a:cubicBezTo>
                  <a:cubicBezTo>
                    <a:pt x="351" y="337"/>
                    <a:pt x="351" y="341"/>
                    <a:pt x="352" y="342"/>
                  </a:cubicBezTo>
                  <a:cubicBezTo>
                    <a:pt x="353" y="343"/>
                    <a:pt x="357" y="345"/>
                    <a:pt x="358" y="346"/>
                  </a:cubicBezTo>
                  <a:cubicBezTo>
                    <a:pt x="359" y="347"/>
                    <a:pt x="361" y="350"/>
                    <a:pt x="361" y="352"/>
                  </a:cubicBezTo>
                  <a:cubicBezTo>
                    <a:pt x="361" y="353"/>
                    <a:pt x="360" y="356"/>
                    <a:pt x="360" y="357"/>
                  </a:cubicBezTo>
                  <a:cubicBezTo>
                    <a:pt x="360" y="360"/>
                    <a:pt x="361" y="365"/>
                    <a:pt x="362" y="367"/>
                  </a:cubicBezTo>
                  <a:cubicBezTo>
                    <a:pt x="363" y="369"/>
                    <a:pt x="366" y="372"/>
                    <a:pt x="368" y="372"/>
                  </a:cubicBezTo>
                  <a:cubicBezTo>
                    <a:pt x="370" y="373"/>
                    <a:pt x="375" y="371"/>
                    <a:pt x="377" y="372"/>
                  </a:cubicBezTo>
                  <a:cubicBezTo>
                    <a:pt x="378" y="372"/>
                    <a:pt x="381" y="373"/>
                    <a:pt x="381" y="373"/>
                  </a:cubicBezTo>
                  <a:cubicBezTo>
                    <a:pt x="383" y="375"/>
                    <a:pt x="382" y="379"/>
                    <a:pt x="383" y="381"/>
                  </a:cubicBezTo>
                  <a:cubicBezTo>
                    <a:pt x="384" y="383"/>
                    <a:pt x="387" y="387"/>
                    <a:pt x="388" y="389"/>
                  </a:cubicBezTo>
                  <a:cubicBezTo>
                    <a:pt x="388" y="391"/>
                    <a:pt x="387" y="396"/>
                    <a:pt x="389" y="397"/>
                  </a:cubicBezTo>
                  <a:cubicBezTo>
                    <a:pt x="389" y="399"/>
                    <a:pt x="393" y="399"/>
                    <a:pt x="394" y="40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22"/>
            <p:cNvSpPr>
              <a:spLocks/>
            </p:cNvSpPr>
            <p:nvPr/>
          </p:nvSpPr>
          <p:spPr bwMode="auto">
            <a:xfrm>
              <a:off x="5297488" y="1852613"/>
              <a:ext cx="703262" cy="319088"/>
            </a:xfrm>
            <a:custGeom>
              <a:avLst/>
              <a:gdLst/>
              <a:ahLst/>
              <a:cxnLst>
                <a:cxn ang="0">
                  <a:pos x="274" y="13"/>
                </a:cxn>
                <a:cxn ang="0">
                  <a:pos x="292" y="16"/>
                </a:cxn>
                <a:cxn ang="0">
                  <a:pos x="310" y="29"/>
                </a:cxn>
                <a:cxn ang="0">
                  <a:pos x="307" y="51"/>
                </a:cxn>
                <a:cxn ang="0">
                  <a:pos x="320" y="50"/>
                </a:cxn>
                <a:cxn ang="0">
                  <a:pos x="338" y="59"/>
                </a:cxn>
                <a:cxn ang="0">
                  <a:pos x="348" y="71"/>
                </a:cxn>
                <a:cxn ang="0">
                  <a:pos x="363" y="93"/>
                </a:cxn>
                <a:cxn ang="0">
                  <a:pos x="381" y="108"/>
                </a:cxn>
                <a:cxn ang="0">
                  <a:pos x="397" y="129"/>
                </a:cxn>
                <a:cxn ang="0">
                  <a:pos x="384" y="128"/>
                </a:cxn>
                <a:cxn ang="0">
                  <a:pos x="371" y="119"/>
                </a:cxn>
                <a:cxn ang="0">
                  <a:pos x="361" y="114"/>
                </a:cxn>
                <a:cxn ang="0">
                  <a:pos x="364" y="124"/>
                </a:cxn>
                <a:cxn ang="0">
                  <a:pos x="344" y="109"/>
                </a:cxn>
                <a:cxn ang="0">
                  <a:pos x="334" y="107"/>
                </a:cxn>
                <a:cxn ang="0">
                  <a:pos x="325" y="95"/>
                </a:cxn>
                <a:cxn ang="0">
                  <a:pos x="311" y="86"/>
                </a:cxn>
                <a:cxn ang="0">
                  <a:pos x="301" y="84"/>
                </a:cxn>
                <a:cxn ang="0">
                  <a:pos x="294" y="76"/>
                </a:cxn>
                <a:cxn ang="0">
                  <a:pos x="281" y="67"/>
                </a:cxn>
                <a:cxn ang="0">
                  <a:pos x="268" y="63"/>
                </a:cxn>
                <a:cxn ang="0">
                  <a:pos x="266" y="73"/>
                </a:cxn>
                <a:cxn ang="0">
                  <a:pos x="258" y="67"/>
                </a:cxn>
                <a:cxn ang="0">
                  <a:pos x="252" y="58"/>
                </a:cxn>
                <a:cxn ang="0">
                  <a:pos x="221" y="48"/>
                </a:cxn>
                <a:cxn ang="0">
                  <a:pos x="209" y="44"/>
                </a:cxn>
                <a:cxn ang="0">
                  <a:pos x="186" y="48"/>
                </a:cxn>
                <a:cxn ang="0">
                  <a:pos x="174" y="56"/>
                </a:cxn>
                <a:cxn ang="0">
                  <a:pos x="160" y="63"/>
                </a:cxn>
                <a:cxn ang="0">
                  <a:pos x="149" y="73"/>
                </a:cxn>
                <a:cxn ang="0">
                  <a:pos x="145" y="88"/>
                </a:cxn>
                <a:cxn ang="0">
                  <a:pos x="128" y="99"/>
                </a:cxn>
                <a:cxn ang="0">
                  <a:pos x="113" y="114"/>
                </a:cxn>
                <a:cxn ang="0">
                  <a:pos x="108" y="129"/>
                </a:cxn>
                <a:cxn ang="0">
                  <a:pos x="103" y="144"/>
                </a:cxn>
                <a:cxn ang="0">
                  <a:pos x="94" y="154"/>
                </a:cxn>
                <a:cxn ang="0">
                  <a:pos x="80" y="161"/>
                </a:cxn>
                <a:cxn ang="0">
                  <a:pos x="66" y="168"/>
                </a:cxn>
                <a:cxn ang="0">
                  <a:pos x="45" y="174"/>
                </a:cxn>
                <a:cxn ang="0">
                  <a:pos x="30" y="180"/>
                </a:cxn>
                <a:cxn ang="0">
                  <a:pos x="12" y="180"/>
                </a:cxn>
                <a:cxn ang="0">
                  <a:pos x="3" y="169"/>
                </a:cxn>
                <a:cxn ang="0">
                  <a:pos x="7" y="157"/>
                </a:cxn>
                <a:cxn ang="0">
                  <a:pos x="15" y="142"/>
                </a:cxn>
                <a:cxn ang="0">
                  <a:pos x="26" y="128"/>
                </a:cxn>
                <a:cxn ang="0">
                  <a:pos x="32" y="126"/>
                </a:cxn>
                <a:cxn ang="0">
                  <a:pos x="46" y="115"/>
                </a:cxn>
                <a:cxn ang="0">
                  <a:pos x="66" y="122"/>
                </a:cxn>
                <a:cxn ang="0">
                  <a:pos x="84" y="110"/>
                </a:cxn>
                <a:cxn ang="0">
                  <a:pos x="90" y="94"/>
                </a:cxn>
                <a:cxn ang="0">
                  <a:pos x="90" y="78"/>
                </a:cxn>
                <a:cxn ang="0">
                  <a:pos x="108" y="51"/>
                </a:cxn>
                <a:cxn ang="0">
                  <a:pos x="121" y="35"/>
                </a:cxn>
                <a:cxn ang="0">
                  <a:pos x="138" y="42"/>
                </a:cxn>
                <a:cxn ang="0">
                  <a:pos x="154" y="31"/>
                </a:cxn>
                <a:cxn ang="0">
                  <a:pos x="178" y="19"/>
                </a:cxn>
                <a:cxn ang="0">
                  <a:pos x="196" y="27"/>
                </a:cxn>
                <a:cxn ang="0">
                  <a:pos x="220" y="11"/>
                </a:cxn>
                <a:cxn ang="0">
                  <a:pos x="241" y="1"/>
                </a:cxn>
                <a:cxn ang="0">
                  <a:pos x="259" y="14"/>
                </a:cxn>
              </a:cxnLst>
              <a:rect l="0" t="0" r="r" b="b"/>
              <a:pathLst>
                <a:path w="397" h="180">
                  <a:moveTo>
                    <a:pt x="263" y="14"/>
                  </a:moveTo>
                  <a:cubicBezTo>
                    <a:pt x="264" y="14"/>
                    <a:pt x="266" y="13"/>
                    <a:pt x="267" y="13"/>
                  </a:cubicBezTo>
                  <a:cubicBezTo>
                    <a:pt x="268" y="13"/>
                    <a:pt x="272" y="13"/>
                    <a:pt x="274" y="13"/>
                  </a:cubicBezTo>
                  <a:cubicBezTo>
                    <a:pt x="276" y="14"/>
                    <a:pt x="279" y="16"/>
                    <a:pt x="280" y="16"/>
                  </a:cubicBezTo>
                  <a:cubicBezTo>
                    <a:pt x="281" y="17"/>
                    <a:pt x="284" y="19"/>
                    <a:pt x="286" y="19"/>
                  </a:cubicBezTo>
                  <a:cubicBezTo>
                    <a:pt x="288" y="18"/>
                    <a:pt x="291" y="16"/>
                    <a:pt x="292" y="16"/>
                  </a:cubicBezTo>
                  <a:cubicBezTo>
                    <a:pt x="294" y="15"/>
                    <a:pt x="297" y="15"/>
                    <a:pt x="299" y="15"/>
                  </a:cubicBezTo>
                  <a:cubicBezTo>
                    <a:pt x="300" y="16"/>
                    <a:pt x="302" y="18"/>
                    <a:pt x="303" y="19"/>
                  </a:cubicBezTo>
                  <a:cubicBezTo>
                    <a:pt x="305" y="22"/>
                    <a:pt x="309" y="26"/>
                    <a:pt x="310" y="29"/>
                  </a:cubicBezTo>
                  <a:cubicBezTo>
                    <a:pt x="311" y="31"/>
                    <a:pt x="312" y="36"/>
                    <a:pt x="312" y="39"/>
                  </a:cubicBezTo>
                  <a:cubicBezTo>
                    <a:pt x="312" y="40"/>
                    <a:pt x="311" y="44"/>
                    <a:pt x="311" y="46"/>
                  </a:cubicBezTo>
                  <a:cubicBezTo>
                    <a:pt x="310" y="47"/>
                    <a:pt x="307" y="50"/>
                    <a:pt x="307" y="51"/>
                  </a:cubicBezTo>
                  <a:cubicBezTo>
                    <a:pt x="307" y="52"/>
                    <a:pt x="307" y="55"/>
                    <a:pt x="308" y="56"/>
                  </a:cubicBezTo>
                  <a:cubicBezTo>
                    <a:pt x="309" y="56"/>
                    <a:pt x="312" y="55"/>
                    <a:pt x="313" y="54"/>
                  </a:cubicBezTo>
                  <a:cubicBezTo>
                    <a:pt x="315" y="54"/>
                    <a:pt x="318" y="51"/>
                    <a:pt x="320" y="50"/>
                  </a:cubicBezTo>
                  <a:cubicBezTo>
                    <a:pt x="322" y="50"/>
                    <a:pt x="325" y="50"/>
                    <a:pt x="326" y="50"/>
                  </a:cubicBezTo>
                  <a:cubicBezTo>
                    <a:pt x="328" y="50"/>
                    <a:pt x="331" y="50"/>
                    <a:pt x="332" y="51"/>
                  </a:cubicBezTo>
                  <a:cubicBezTo>
                    <a:pt x="334" y="52"/>
                    <a:pt x="336" y="57"/>
                    <a:pt x="338" y="59"/>
                  </a:cubicBezTo>
                  <a:cubicBezTo>
                    <a:pt x="338" y="60"/>
                    <a:pt x="339" y="61"/>
                    <a:pt x="340" y="62"/>
                  </a:cubicBezTo>
                  <a:cubicBezTo>
                    <a:pt x="341" y="64"/>
                    <a:pt x="342" y="65"/>
                    <a:pt x="342" y="65"/>
                  </a:cubicBezTo>
                  <a:cubicBezTo>
                    <a:pt x="344" y="67"/>
                    <a:pt x="346" y="70"/>
                    <a:pt x="348" y="71"/>
                  </a:cubicBezTo>
                  <a:cubicBezTo>
                    <a:pt x="349" y="72"/>
                    <a:pt x="353" y="73"/>
                    <a:pt x="355" y="74"/>
                  </a:cubicBezTo>
                  <a:cubicBezTo>
                    <a:pt x="356" y="76"/>
                    <a:pt x="358" y="81"/>
                    <a:pt x="359" y="83"/>
                  </a:cubicBezTo>
                  <a:cubicBezTo>
                    <a:pt x="360" y="85"/>
                    <a:pt x="361" y="91"/>
                    <a:pt x="363" y="93"/>
                  </a:cubicBezTo>
                  <a:cubicBezTo>
                    <a:pt x="364" y="95"/>
                    <a:pt x="367" y="96"/>
                    <a:pt x="368" y="97"/>
                  </a:cubicBezTo>
                  <a:cubicBezTo>
                    <a:pt x="370" y="98"/>
                    <a:pt x="372" y="101"/>
                    <a:pt x="373" y="103"/>
                  </a:cubicBezTo>
                  <a:cubicBezTo>
                    <a:pt x="375" y="104"/>
                    <a:pt x="379" y="107"/>
                    <a:pt x="381" y="108"/>
                  </a:cubicBezTo>
                  <a:cubicBezTo>
                    <a:pt x="383" y="109"/>
                    <a:pt x="387" y="110"/>
                    <a:pt x="388" y="111"/>
                  </a:cubicBezTo>
                  <a:cubicBezTo>
                    <a:pt x="390" y="112"/>
                    <a:pt x="394" y="115"/>
                    <a:pt x="395" y="117"/>
                  </a:cubicBezTo>
                  <a:cubicBezTo>
                    <a:pt x="396" y="120"/>
                    <a:pt x="397" y="126"/>
                    <a:pt x="397" y="129"/>
                  </a:cubicBezTo>
                  <a:cubicBezTo>
                    <a:pt x="397" y="130"/>
                    <a:pt x="397" y="131"/>
                    <a:pt x="397" y="132"/>
                  </a:cubicBezTo>
                  <a:cubicBezTo>
                    <a:pt x="396" y="132"/>
                    <a:pt x="394" y="131"/>
                    <a:pt x="393" y="131"/>
                  </a:cubicBezTo>
                  <a:cubicBezTo>
                    <a:pt x="391" y="130"/>
                    <a:pt x="386" y="129"/>
                    <a:pt x="384" y="128"/>
                  </a:cubicBezTo>
                  <a:cubicBezTo>
                    <a:pt x="383" y="127"/>
                    <a:pt x="381" y="125"/>
                    <a:pt x="379" y="123"/>
                  </a:cubicBezTo>
                  <a:cubicBezTo>
                    <a:pt x="378" y="122"/>
                    <a:pt x="376" y="120"/>
                    <a:pt x="375" y="119"/>
                  </a:cubicBezTo>
                  <a:cubicBezTo>
                    <a:pt x="374" y="119"/>
                    <a:pt x="372" y="120"/>
                    <a:pt x="371" y="119"/>
                  </a:cubicBezTo>
                  <a:cubicBezTo>
                    <a:pt x="370" y="118"/>
                    <a:pt x="369" y="115"/>
                    <a:pt x="368" y="114"/>
                  </a:cubicBezTo>
                  <a:cubicBezTo>
                    <a:pt x="368" y="113"/>
                    <a:pt x="366" y="111"/>
                    <a:pt x="365" y="111"/>
                  </a:cubicBezTo>
                  <a:cubicBezTo>
                    <a:pt x="364" y="111"/>
                    <a:pt x="361" y="113"/>
                    <a:pt x="361" y="114"/>
                  </a:cubicBezTo>
                  <a:cubicBezTo>
                    <a:pt x="361" y="114"/>
                    <a:pt x="362" y="116"/>
                    <a:pt x="363" y="117"/>
                  </a:cubicBezTo>
                  <a:cubicBezTo>
                    <a:pt x="363" y="118"/>
                    <a:pt x="365" y="120"/>
                    <a:pt x="366" y="121"/>
                  </a:cubicBezTo>
                  <a:cubicBezTo>
                    <a:pt x="366" y="122"/>
                    <a:pt x="365" y="124"/>
                    <a:pt x="364" y="124"/>
                  </a:cubicBezTo>
                  <a:cubicBezTo>
                    <a:pt x="363" y="125"/>
                    <a:pt x="359" y="123"/>
                    <a:pt x="358" y="122"/>
                  </a:cubicBezTo>
                  <a:cubicBezTo>
                    <a:pt x="355" y="121"/>
                    <a:pt x="350" y="119"/>
                    <a:pt x="348" y="117"/>
                  </a:cubicBezTo>
                  <a:cubicBezTo>
                    <a:pt x="346" y="116"/>
                    <a:pt x="345" y="111"/>
                    <a:pt x="344" y="109"/>
                  </a:cubicBezTo>
                  <a:cubicBezTo>
                    <a:pt x="343" y="108"/>
                    <a:pt x="340" y="105"/>
                    <a:pt x="339" y="105"/>
                  </a:cubicBezTo>
                  <a:cubicBezTo>
                    <a:pt x="338" y="105"/>
                    <a:pt x="335" y="105"/>
                    <a:pt x="335" y="106"/>
                  </a:cubicBezTo>
                  <a:cubicBezTo>
                    <a:pt x="334" y="106"/>
                    <a:pt x="334" y="107"/>
                    <a:pt x="334" y="107"/>
                  </a:cubicBezTo>
                  <a:cubicBezTo>
                    <a:pt x="332" y="107"/>
                    <a:pt x="330" y="105"/>
                    <a:pt x="329" y="104"/>
                  </a:cubicBezTo>
                  <a:cubicBezTo>
                    <a:pt x="328" y="103"/>
                    <a:pt x="328" y="100"/>
                    <a:pt x="328" y="99"/>
                  </a:cubicBezTo>
                  <a:cubicBezTo>
                    <a:pt x="327" y="98"/>
                    <a:pt x="326" y="96"/>
                    <a:pt x="325" y="95"/>
                  </a:cubicBezTo>
                  <a:cubicBezTo>
                    <a:pt x="324" y="94"/>
                    <a:pt x="322" y="93"/>
                    <a:pt x="321" y="93"/>
                  </a:cubicBezTo>
                  <a:cubicBezTo>
                    <a:pt x="319" y="92"/>
                    <a:pt x="316" y="91"/>
                    <a:pt x="314" y="90"/>
                  </a:cubicBezTo>
                  <a:cubicBezTo>
                    <a:pt x="313" y="89"/>
                    <a:pt x="312" y="87"/>
                    <a:pt x="311" y="86"/>
                  </a:cubicBezTo>
                  <a:cubicBezTo>
                    <a:pt x="310" y="86"/>
                    <a:pt x="308" y="85"/>
                    <a:pt x="306" y="85"/>
                  </a:cubicBezTo>
                  <a:cubicBezTo>
                    <a:pt x="306" y="85"/>
                    <a:pt x="304" y="86"/>
                    <a:pt x="304" y="85"/>
                  </a:cubicBezTo>
                  <a:cubicBezTo>
                    <a:pt x="303" y="85"/>
                    <a:pt x="301" y="85"/>
                    <a:pt x="301" y="84"/>
                  </a:cubicBezTo>
                  <a:cubicBezTo>
                    <a:pt x="300" y="84"/>
                    <a:pt x="300" y="82"/>
                    <a:pt x="299" y="81"/>
                  </a:cubicBezTo>
                  <a:cubicBezTo>
                    <a:pt x="298" y="81"/>
                    <a:pt x="296" y="82"/>
                    <a:pt x="296" y="81"/>
                  </a:cubicBezTo>
                  <a:cubicBezTo>
                    <a:pt x="294" y="80"/>
                    <a:pt x="295" y="77"/>
                    <a:pt x="294" y="76"/>
                  </a:cubicBezTo>
                  <a:cubicBezTo>
                    <a:pt x="293" y="74"/>
                    <a:pt x="290" y="73"/>
                    <a:pt x="288" y="71"/>
                  </a:cubicBezTo>
                  <a:cubicBezTo>
                    <a:pt x="288" y="71"/>
                    <a:pt x="288" y="68"/>
                    <a:pt x="287" y="67"/>
                  </a:cubicBezTo>
                  <a:cubicBezTo>
                    <a:pt x="286" y="66"/>
                    <a:pt x="283" y="67"/>
                    <a:pt x="281" y="67"/>
                  </a:cubicBezTo>
                  <a:cubicBezTo>
                    <a:pt x="280" y="67"/>
                    <a:pt x="276" y="66"/>
                    <a:pt x="275" y="65"/>
                  </a:cubicBezTo>
                  <a:cubicBezTo>
                    <a:pt x="274" y="64"/>
                    <a:pt x="273" y="63"/>
                    <a:pt x="272" y="63"/>
                  </a:cubicBezTo>
                  <a:cubicBezTo>
                    <a:pt x="271" y="62"/>
                    <a:pt x="269" y="62"/>
                    <a:pt x="268" y="63"/>
                  </a:cubicBezTo>
                  <a:cubicBezTo>
                    <a:pt x="267" y="63"/>
                    <a:pt x="267" y="65"/>
                    <a:pt x="267" y="66"/>
                  </a:cubicBezTo>
                  <a:cubicBezTo>
                    <a:pt x="267" y="67"/>
                    <a:pt x="268" y="69"/>
                    <a:pt x="268" y="70"/>
                  </a:cubicBezTo>
                  <a:cubicBezTo>
                    <a:pt x="267" y="71"/>
                    <a:pt x="267" y="73"/>
                    <a:pt x="266" y="73"/>
                  </a:cubicBezTo>
                  <a:cubicBezTo>
                    <a:pt x="265" y="73"/>
                    <a:pt x="263" y="73"/>
                    <a:pt x="262" y="72"/>
                  </a:cubicBezTo>
                  <a:cubicBezTo>
                    <a:pt x="261" y="72"/>
                    <a:pt x="261" y="70"/>
                    <a:pt x="261" y="69"/>
                  </a:cubicBezTo>
                  <a:cubicBezTo>
                    <a:pt x="260" y="68"/>
                    <a:pt x="258" y="68"/>
                    <a:pt x="258" y="67"/>
                  </a:cubicBezTo>
                  <a:cubicBezTo>
                    <a:pt x="257" y="66"/>
                    <a:pt x="256" y="64"/>
                    <a:pt x="256" y="63"/>
                  </a:cubicBezTo>
                  <a:cubicBezTo>
                    <a:pt x="256" y="62"/>
                    <a:pt x="257" y="60"/>
                    <a:pt x="256" y="59"/>
                  </a:cubicBezTo>
                  <a:cubicBezTo>
                    <a:pt x="256" y="58"/>
                    <a:pt x="253" y="58"/>
                    <a:pt x="252" y="58"/>
                  </a:cubicBezTo>
                  <a:cubicBezTo>
                    <a:pt x="250" y="56"/>
                    <a:pt x="244" y="53"/>
                    <a:pt x="241" y="53"/>
                  </a:cubicBezTo>
                  <a:cubicBezTo>
                    <a:pt x="239" y="52"/>
                    <a:pt x="232" y="52"/>
                    <a:pt x="229" y="51"/>
                  </a:cubicBezTo>
                  <a:cubicBezTo>
                    <a:pt x="227" y="51"/>
                    <a:pt x="224" y="48"/>
                    <a:pt x="221" y="48"/>
                  </a:cubicBezTo>
                  <a:cubicBezTo>
                    <a:pt x="220" y="48"/>
                    <a:pt x="219" y="49"/>
                    <a:pt x="218" y="50"/>
                  </a:cubicBezTo>
                  <a:cubicBezTo>
                    <a:pt x="217" y="50"/>
                    <a:pt x="216" y="49"/>
                    <a:pt x="215" y="48"/>
                  </a:cubicBezTo>
                  <a:cubicBezTo>
                    <a:pt x="213" y="48"/>
                    <a:pt x="211" y="45"/>
                    <a:pt x="209" y="44"/>
                  </a:cubicBezTo>
                  <a:cubicBezTo>
                    <a:pt x="207" y="43"/>
                    <a:pt x="202" y="43"/>
                    <a:pt x="200" y="43"/>
                  </a:cubicBezTo>
                  <a:cubicBezTo>
                    <a:pt x="198" y="43"/>
                    <a:pt x="194" y="43"/>
                    <a:pt x="192" y="44"/>
                  </a:cubicBezTo>
                  <a:cubicBezTo>
                    <a:pt x="190" y="44"/>
                    <a:pt x="187" y="47"/>
                    <a:pt x="186" y="48"/>
                  </a:cubicBezTo>
                  <a:cubicBezTo>
                    <a:pt x="185" y="49"/>
                    <a:pt x="183" y="50"/>
                    <a:pt x="182" y="50"/>
                  </a:cubicBezTo>
                  <a:cubicBezTo>
                    <a:pt x="181" y="50"/>
                    <a:pt x="179" y="50"/>
                    <a:pt x="178" y="51"/>
                  </a:cubicBezTo>
                  <a:cubicBezTo>
                    <a:pt x="177" y="52"/>
                    <a:pt x="175" y="55"/>
                    <a:pt x="174" y="56"/>
                  </a:cubicBezTo>
                  <a:cubicBezTo>
                    <a:pt x="173" y="57"/>
                    <a:pt x="170" y="57"/>
                    <a:pt x="168" y="58"/>
                  </a:cubicBezTo>
                  <a:cubicBezTo>
                    <a:pt x="167" y="59"/>
                    <a:pt x="165" y="61"/>
                    <a:pt x="163" y="62"/>
                  </a:cubicBezTo>
                  <a:cubicBezTo>
                    <a:pt x="163" y="62"/>
                    <a:pt x="161" y="62"/>
                    <a:pt x="160" y="63"/>
                  </a:cubicBezTo>
                  <a:cubicBezTo>
                    <a:pt x="159" y="63"/>
                    <a:pt x="158" y="65"/>
                    <a:pt x="157" y="66"/>
                  </a:cubicBezTo>
                  <a:cubicBezTo>
                    <a:pt x="155" y="67"/>
                    <a:pt x="152" y="68"/>
                    <a:pt x="151" y="69"/>
                  </a:cubicBezTo>
                  <a:cubicBezTo>
                    <a:pt x="150" y="70"/>
                    <a:pt x="149" y="72"/>
                    <a:pt x="149" y="73"/>
                  </a:cubicBezTo>
                  <a:cubicBezTo>
                    <a:pt x="148" y="74"/>
                    <a:pt x="150" y="76"/>
                    <a:pt x="150" y="77"/>
                  </a:cubicBezTo>
                  <a:cubicBezTo>
                    <a:pt x="150" y="78"/>
                    <a:pt x="149" y="81"/>
                    <a:pt x="149" y="82"/>
                  </a:cubicBezTo>
                  <a:cubicBezTo>
                    <a:pt x="148" y="83"/>
                    <a:pt x="146" y="86"/>
                    <a:pt x="145" y="88"/>
                  </a:cubicBezTo>
                  <a:cubicBezTo>
                    <a:pt x="144" y="90"/>
                    <a:pt x="141" y="94"/>
                    <a:pt x="139" y="95"/>
                  </a:cubicBezTo>
                  <a:cubicBezTo>
                    <a:pt x="138" y="96"/>
                    <a:pt x="134" y="96"/>
                    <a:pt x="133" y="97"/>
                  </a:cubicBezTo>
                  <a:cubicBezTo>
                    <a:pt x="131" y="97"/>
                    <a:pt x="129" y="99"/>
                    <a:pt x="128" y="99"/>
                  </a:cubicBezTo>
                  <a:cubicBezTo>
                    <a:pt x="127" y="99"/>
                    <a:pt x="125" y="99"/>
                    <a:pt x="124" y="100"/>
                  </a:cubicBezTo>
                  <a:cubicBezTo>
                    <a:pt x="122" y="101"/>
                    <a:pt x="119" y="104"/>
                    <a:pt x="117" y="106"/>
                  </a:cubicBezTo>
                  <a:cubicBezTo>
                    <a:pt x="116" y="108"/>
                    <a:pt x="115" y="112"/>
                    <a:pt x="113" y="114"/>
                  </a:cubicBezTo>
                  <a:cubicBezTo>
                    <a:pt x="113" y="115"/>
                    <a:pt x="111" y="117"/>
                    <a:pt x="111" y="118"/>
                  </a:cubicBezTo>
                  <a:cubicBezTo>
                    <a:pt x="110" y="120"/>
                    <a:pt x="111" y="124"/>
                    <a:pt x="110" y="125"/>
                  </a:cubicBezTo>
                  <a:cubicBezTo>
                    <a:pt x="110" y="126"/>
                    <a:pt x="108" y="128"/>
                    <a:pt x="108" y="129"/>
                  </a:cubicBezTo>
                  <a:cubicBezTo>
                    <a:pt x="107" y="130"/>
                    <a:pt x="104" y="132"/>
                    <a:pt x="104" y="134"/>
                  </a:cubicBezTo>
                  <a:cubicBezTo>
                    <a:pt x="103" y="135"/>
                    <a:pt x="102" y="139"/>
                    <a:pt x="102" y="141"/>
                  </a:cubicBezTo>
                  <a:cubicBezTo>
                    <a:pt x="102" y="142"/>
                    <a:pt x="103" y="143"/>
                    <a:pt x="103" y="144"/>
                  </a:cubicBezTo>
                  <a:cubicBezTo>
                    <a:pt x="103" y="145"/>
                    <a:pt x="102" y="146"/>
                    <a:pt x="101" y="147"/>
                  </a:cubicBezTo>
                  <a:cubicBezTo>
                    <a:pt x="100" y="147"/>
                    <a:pt x="98" y="148"/>
                    <a:pt x="97" y="149"/>
                  </a:cubicBezTo>
                  <a:cubicBezTo>
                    <a:pt x="96" y="150"/>
                    <a:pt x="95" y="152"/>
                    <a:pt x="94" y="154"/>
                  </a:cubicBezTo>
                  <a:cubicBezTo>
                    <a:pt x="92" y="155"/>
                    <a:pt x="90" y="158"/>
                    <a:pt x="88" y="159"/>
                  </a:cubicBezTo>
                  <a:cubicBezTo>
                    <a:pt x="87" y="159"/>
                    <a:pt x="85" y="159"/>
                    <a:pt x="84" y="159"/>
                  </a:cubicBezTo>
                  <a:cubicBezTo>
                    <a:pt x="83" y="160"/>
                    <a:pt x="81" y="160"/>
                    <a:pt x="80" y="161"/>
                  </a:cubicBezTo>
                  <a:cubicBezTo>
                    <a:pt x="79" y="162"/>
                    <a:pt x="77" y="164"/>
                    <a:pt x="76" y="164"/>
                  </a:cubicBezTo>
                  <a:cubicBezTo>
                    <a:pt x="75" y="165"/>
                    <a:pt x="73" y="165"/>
                    <a:pt x="72" y="165"/>
                  </a:cubicBezTo>
                  <a:cubicBezTo>
                    <a:pt x="71" y="166"/>
                    <a:pt x="68" y="168"/>
                    <a:pt x="66" y="168"/>
                  </a:cubicBezTo>
                  <a:cubicBezTo>
                    <a:pt x="64" y="169"/>
                    <a:pt x="60" y="168"/>
                    <a:pt x="58" y="169"/>
                  </a:cubicBezTo>
                  <a:cubicBezTo>
                    <a:pt x="56" y="170"/>
                    <a:pt x="53" y="173"/>
                    <a:pt x="51" y="173"/>
                  </a:cubicBezTo>
                  <a:cubicBezTo>
                    <a:pt x="49" y="174"/>
                    <a:pt x="46" y="173"/>
                    <a:pt x="45" y="174"/>
                  </a:cubicBezTo>
                  <a:cubicBezTo>
                    <a:pt x="43" y="174"/>
                    <a:pt x="40" y="176"/>
                    <a:pt x="40" y="176"/>
                  </a:cubicBezTo>
                  <a:cubicBezTo>
                    <a:pt x="39" y="176"/>
                    <a:pt x="36" y="176"/>
                    <a:pt x="34" y="177"/>
                  </a:cubicBezTo>
                  <a:cubicBezTo>
                    <a:pt x="33" y="177"/>
                    <a:pt x="31" y="180"/>
                    <a:pt x="30" y="180"/>
                  </a:cubicBezTo>
                  <a:cubicBezTo>
                    <a:pt x="29" y="180"/>
                    <a:pt x="25" y="180"/>
                    <a:pt x="24" y="180"/>
                  </a:cubicBezTo>
                  <a:cubicBezTo>
                    <a:pt x="22" y="179"/>
                    <a:pt x="19" y="178"/>
                    <a:pt x="17" y="178"/>
                  </a:cubicBezTo>
                  <a:cubicBezTo>
                    <a:pt x="16" y="178"/>
                    <a:pt x="13" y="179"/>
                    <a:pt x="12" y="180"/>
                  </a:cubicBezTo>
                  <a:cubicBezTo>
                    <a:pt x="10" y="180"/>
                    <a:pt x="4" y="180"/>
                    <a:pt x="4" y="180"/>
                  </a:cubicBezTo>
                  <a:cubicBezTo>
                    <a:pt x="4" y="180"/>
                    <a:pt x="3" y="177"/>
                    <a:pt x="3" y="176"/>
                  </a:cubicBezTo>
                  <a:cubicBezTo>
                    <a:pt x="3" y="174"/>
                    <a:pt x="3" y="171"/>
                    <a:pt x="3" y="169"/>
                  </a:cubicBezTo>
                  <a:cubicBezTo>
                    <a:pt x="3" y="168"/>
                    <a:pt x="0" y="166"/>
                    <a:pt x="0" y="165"/>
                  </a:cubicBezTo>
                  <a:cubicBezTo>
                    <a:pt x="0" y="164"/>
                    <a:pt x="1" y="162"/>
                    <a:pt x="2" y="161"/>
                  </a:cubicBezTo>
                  <a:cubicBezTo>
                    <a:pt x="3" y="160"/>
                    <a:pt x="6" y="158"/>
                    <a:pt x="7" y="157"/>
                  </a:cubicBezTo>
                  <a:cubicBezTo>
                    <a:pt x="8" y="156"/>
                    <a:pt x="9" y="154"/>
                    <a:pt x="10" y="153"/>
                  </a:cubicBezTo>
                  <a:cubicBezTo>
                    <a:pt x="11" y="151"/>
                    <a:pt x="11" y="148"/>
                    <a:pt x="12" y="147"/>
                  </a:cubicBezTo>
                  <a:cubicBezTo>
                    <a:pt x="12" y="145"/>
                    <a:pt x="14" y="143"/>
                    <a:pt x="15" y="142"/>
                  </a:cubicBezTo>
                  <a:cubicBezTo>
                    <a:pt x="17" y="141"/>
                    <a:pt x="23" y="140"/>
                    <a:pt x="24" y="139"/>
                  </a:cubicBezTo>
                  <a:cubicBezTo>
                    <a:pt x="25" y="138"/>
                    <a:pt x="27" y="135"/>
                    <a:pt x="27" y="134"/>
                  </a:cubicBezTo>
                  <a:cubicBezTo>
                    <a:pt x="27" y="132"/>
                    <a:pt x="25" y="130"/>
                    <a:pt x="26" y="128"/>
                  </a:cubicBezTo>
                  <a:cubicBezTo>
                    <a:pt x="26" y="127"/>
                    <a:pt x="27" y="126"/>
                    <a:pt x="28" y="125"/>
                  </a:cubicBezTo>
                  <a:cubicBezTo>
                    <a:pt x="28" y="125"/>
                    <a:pt x="29" y="124"/>
                    <a:pt x="29" y="124"/>
                  </a:cubicBezTo>
                  <a:cubicBezTo>
                    <a:pt x="30" y="125"/>
                    <a:pt x="31" y="126"/>
                    <a:pt x="32" y="126"/>
                  </a:cubicBezTo>
                  <a:cubicBezTo>
                    <a:pt x="33" y="127"/>
                    <a:pt x="36" y="126"/>
                    <a:pt x="38" y="125"/>
                  </a:cubicBezTo>
                  <a:cubicBezTo>
                    <a:pt x="39" y="124"/>
                    <a:pt x="39" y="121"/>
                    <a:pt x="40" y="119"/>
                  </a:cubicBezTo>
                  <a:cubicBezTo>
                    <a:pt x="41" y="118"/>
                    <a:pt x="44" y="115"/>
                    <a:pt x="46" y="115"/>
                  </a:cubicBezTo>
                  <a:cubicBezTo>
                    <a:pt x="48" y="115"/>
                    <a:pt x="50" y="119"/>
                    <a:pt x="52" y="120"/>
                  </a:cubicBezTo>
                  <a:cubicBezTo>
                    <a:pt x="53" y="120"/>
                    <a:pt x="56" y="120"/>
                    <a:pt x="57" y="120"/>
                  </a:cubicBezTo>
                  <a:cubicBezTo>
                    <a:pt x="60" y="120"/>
                    <a:pt x="64" y="122"/>
                    <a:pt x="66" y="122"/>
                  </a:cubicBezTo>
                  <a:cubicBezTo>
                    <a:pt x="68" y="122"/>
                    <a:pt x="72" y="122"/>
                    <a:pt x="74" y="121"/>
                  </a:cubicBezTo>
                  <a:cubicBezTo>
                    <a:pt x="75" y="120"/>
                    <a:pt x="75" y="117"/>
                    <a:pt x="76" y="116"/>
                  </a:cubicBezTo>
                  <a:cubicBezTo>
                    <a:pt x="78" y="114"/>
                    <a:pt x="82" y="112"/>
                    <a:pt x="84" y="110"/>
                  </a:cubicBezTo>
                  <a:cubicBezTo>
                    <a:pt x="85" y="109"/>
                    <a:pt x="89" y="109"/>
                    <a:pt x="90" y="107"/>
                  </a:cubicBezTo>
                  <a:cubicBezTo>
                    <a:pt x="91" y="105"/>
                    <a:pt x="91" y="101"/>
                    <a:pt x="90" y="99"/>
                  </a:cubicBezTo>
                  <a:cubicBezTo>
                    <a:pt x="90" y="98"/>
                    <a:pt x="90" y="95"/>
                    <a:pt x="90" y="94"/>
                  </a:cubicBezTo>
                  <a:cubicBezTo>
                    <a:pt x="90" y="92"/>
                    <a:pt x="93" y="89"/>
                    <a:pt x="93" y="87"/>
                  </a:cubicBezTo>
                  <a:cubicBezTo>
                    <a:pt x="93" y="86"/>
                    <a:pt x="92" y="83"/>
                    <a:pt x="92" y="82"/>
                  </a:cubicBezTo>
                  <a:cubicBezTo>
                    <a:pt x="91" y="81"/>
                    <a:pt x="90" y="79"/>
                    <a:pt x="90" y="78"/>
                  </a:cubicBezTo>
                  <a:cubicBezTo>
                    <a:pt x="90" y="76"/>
                    <a:pt x="91" y="74"/>
                    <a:pt x="92" y="73"/>
                  </a:cubicBezTo>
                  <a:cubicBezTo>
                    <a:pt x="94" y="71"/>
                    <a:pt x="100" y="67"/>
                    <a:pt x="102" y="65"/>
                  </a:cubicBezTo>
                  <a:cubicBezTo>
                    <a:pt x="104" y="62"/>
                    <a:pt x="107" y="55"/>
                    <a:pt x="108" y="51"/>
                  </a:cubicBezTo>
                  <a:cubicBezTo>
                    <a:pt x="109" y="48"/>
                    <a:pt x="110" y="40"/>
                    <a:pt x="112" y="37"/>
                  </a:cubicBezTo>
                  <a:cubicBezTo>
                    <a:pt x="113" y="36"/>
                    <a:pt x="115" y="33"/>
                    <a:pt x="117" y="33"/>
                  </a:cubicBezTo>
                  <a:cubicBezTo>
                    <a:pt x="118" y="33"/>
                    <a:pt x="121" y="34"/>
                    <a:pt x="121" y="35"/>
                  </a:cubicBezTo>
                  <a:cubicBezTo>
                    <a:pt x="123" y="37"/>
                    <a:pt x="124" y="43"/>
                    <a:pt x="126" y="44"/>
                  </a:cubicBezTo>
                  <a:cubicBezTo>
                    <a:pt x="128" y="46"/>
                    <a:pt x="132" y="47"/>
                    <a:pt x="134" y="47"/>
                  </a:cubicBezTo>
                  <a:cubicBezTo>
                    <a:pt x="136" y="46"/>
                    <a:pt x="137" y="43"/>
                    <a:pt x="138" y="42"/>
                  </a:cubicBezTo>
                  <a:cubicBezTo>
                    <a:pt x="139" y="41"/>
                    <a:pt x="140" y="37"/>
                    <a:pt x="141" y="36"/>
                  </a:cubicBezTo>
                  <a:cubicBezTo>
                    <a:pt x="142" y="34"/>
                    <a:pt x="144" y="31"/>
                    <a:pt x="146" y="30"/>
                  </a:cubicBezTo>
                  <a:cubicBezTo>
                    <a:pt x="148" y="29"/>
                    <a:pt x="152" y="31"/>
                    <a:pt x="154" y="31"/>
                  </a:cubicBezTo>
                  <a:cubicBezTo>
                    <a:pt x="158" y="30"/>
                    <a:pt x="165" y="30"/>
                    <a:pt x="168" y="28"/>
                  </a:cubicBezTo>
                  <a:cubicBezTo>
                    <a:pt x="170" y="27"/>
                    <a:pt x="171" y="23"/>
                    <a:pt x="173" y="22"/>
                  </a:cubicBezTo>
                  <a:cubicBezTo>
                    <a:pt x="174" y="21"/>
                    <a:pt x="177" y="19"/>
                    <a:pt x="178" y="19"/>
                  </a:cubicBezTo>
                  <a:cubicBezTo>
                    <a:pt x="181" y="18"/>
                    <a:pt x="186" y="17"/>
                    <a:pt x="189" y="17"/>
                  </a:cubicBezTo>
                  <a:cubicBezTo>
                    <a:pt x="190" y="18"/>
                    <a:pt x="193" y="18"/>
                    <a:pt x="194" y="19"/>
                  </a:cubicBezTo>
                  <a:cubicBezTo>
                    <a:pt x="196" y="21"/>
                    <a:pt x="195" y="26"/>
                    <a:pt x="196" y="27"/>
                  </a:cubicBezTo>
                  <a:cubicBezTo>
                    <a:pt x="198" y="28"/>
                    <a:pt x="201" y="27"/>
                    <a:pt x="202" y="26"/>
                  </a:cubicBezTo>
                  <a:cubicBezTo>
                    <a:pt x="205" y="26"/>
                    <a:pt x="211" y="26"/>
                    <a:pt x="213" y="24"/>
                  </a:cubicBezTo>
                  <a:cubicBezTo>
                    <a:pt x="216" y="22"/>
                    <a:pt x="219" y="15"/>
                    <a:pt x="220" y="11"/>
                  </a:cubicBezTo>
                  <a:cubicBezTo>
                    <a:pt x="221" y="9"/>
                    <a:pt x="221" y="4"/>
                    <a:pt x="223" y="3"/>
                  </a:cubicBezTo>
                  <a:cubicBezTo>
                    <a:pt x="224" y="1"/>
                    <a:pt x="229" y="1"/>
                    <a:pt x="231" y="0"/>
                  </a:cubicBezTo>
                  <a:cubicBezTo>
                    <a:pt x="233" y="0"/>
                    <a:pt x="238" y="0"/>
                    <a:pt x="241" y="1"/>
                  </a:cubicBezTo>
                  <a:cubicBezTo>
                    <a:pt x="242" y="2"/>
                    <a:pt x="245" y="3"/>
                    <a:pt x="246" y="4"/>
                  </a:cubicBezTo>
                  <a:cubicBezTo>
                    <a:pt x="247" y="6"/>
                    <a:pt x="249" y="10"/>
                    <a:pt x="251" y="12"/>
                  </a:cubicBezTo>
                  <a:cubicBezTo>
                    <a:pt x="252" y="13"/>
                    <a:pt x="257" y="14"/>
                    <a:pt x="259" y="14"/>
                  </a:cubicBezTo>
                  <a:cubicBezTo>
                    <a:pt x="260" y="14"/>
                    <a:pt x="261" y="14"/>
                    <a:pt x="263"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3"/>
            <p:cNvSpPr>
              <a:spLocks/>
            </p:cNvSpPr>
            <p:nvPr/>
          </p:nvSpPr>
          <p:spPr bwMode="auto">
            <a:xfrm>
              <a:off x="6288088" y="2754313"/>
              <a:ext cx="12700" cy="15875"/>
            </a:xfrm>
            <a:custGeom>
              <a:avLst/>
              <a:gdLst/>
              <a:ahLst/>
              <a:cxnLst>
                <a:cxn ang="0">
                  <a:pos x="6" y="4"/>
                </a:cxn>
                <a:cxn ang="0">
                  <a:pos x="6" y="2"/>
                </a:cxn>
                <a:cxn ang="0">
                  <a:pos x="3" y="0"/>
                </a:cxn>
                <a:cxn ang="0">
                  <a:pos x="1" y="1"/>
                </a:cxn>
                <a:cxn ang="0">
                  <a:pos x="0" y="3"/>
                </a:cxn>
                <a:cxn ang="0">
                  <a:pos x="2" y="6"/>
                </a:cxn>
                <a:cxn ang="0">
                  <a:pos x="2" y="8"/>
                </a:cxn>
                <a:cxn ang="0">
                  <a:pos x="5" y="9"/>
                </a:cxn>
                <a:cxn ang="0">
                  <a:pos x="5" y="6"/>
                </a:cxn>
                <a:cxn ang="0">
                  <a:pos x="6" y="4"/>
                </a:cxn>
              </a:cxnLst>
              <a:rect l="0" t="0" r="r" b="b"/>
              <a:pathLst>
                <a:path w="7" h="9">
                  <a:moveTo>
                    <a:pt x="6" y="4"/>
                  </a:moveTo>
                  <a:cubicBezTo>
                    <a:pt x="6" y="4"/>
                    <a:pt x="7" y="2"/>
                    <a:pt x="6" y="2"/>
                  </a:cubicBezTo>
                  <a:cubicBezTo>
                    <a:pt x="6" y="1"/>
                    <a:pt x="4" y="0"/>
                    <a:pt x="3" y="0"/>
                  </a:cubicBezTo>
                  <a:cubicBezTo>
                    <a:pt x="3" y="0"/>
                    <a:pt x="2" y="1"/>
                    <a:pt x="1" y="1"/>
                  </a:cubicBezTo>
                  <a:cubicBezTo>
                    <a:pt x="1" y="1"/>
                    <a:pt x="0" y="3"/>
                    <a:pt x="0" y="3"/>
                  </a:cubicBezTo>
                  <a:cubicBezTo>
                    <a:pt x="0" y="4"/>
                    <a:pt x="1" y="5"/>
                    <a:pt x="2" y="6"/>
                  </a:cubicBezTo>
                  <a:cubicBezTo>
                    <a:pt x="2" y="6"/>
                    <a:pt x="1" y="8"/>
                    <a:pt x="2" y="8"/>
                  </a:cubicBezTo>
                  <a:cubicBezTo>
                    <a:pt x="3" y="9"/>
                    <a:pt x="5" y="9"/>
                    <a:pt x="5" y="9"/>
                  </a:cubicBezTo>
                  <a:cubicBezTo>
                    <a:pt x="6" y="8"/>
                    <a:pt x="5" y="7"/>
                    <a:pt x="5" y="6"/>
                  </a:cubicBezTo>
                  <a:cubicBezTo>
                    <a:pt x="5" y="5"/>
                    <a:pt x="6" y="5"/>
                    <a:pt x="6"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24"/>
            <p:cNvSpPr>
              <a:spLocks/>
            </p:cNvSpPr>
            <p:nvPr/>
          </p:nvSpPr>
          <p:spPr bwMode="auto">
            <a:xfrm>
              <a:off x="6226175" y="2709863"/>
              <a:ext cx="19050" cy="28575"/>
            </a:xfrm>
            <a:custGeom>
              <a:avLst/>
              <a:gdLst/>
              <a:ahLst/>
              <a:cxnLst>
                <a:cxn ang="0">
                  <a:pos x="10" y="8"/>
                </a:cxn>
                <a:cxn ang="0">
                  <a:pos x="9" y="4"/>
                </a:cxn>
                <a:cxn ang="0">
                  <a:pos x="7" y="1"/>
                </a:cxn>
                <a:cxn ang="0">
                  <a:pos x="4" y="0"/>
                </a:cxn>
                <a:cxn ang="0">
                  <a:pos x="2" y="1"/>
                </a:cxn>
                <a:cxn ang="0">
                  <a:pos x="3" y="4"/>
                </a:cxn>
                <a:cxn ang="0">
                  <a:pos x="0" y="5"/>
                </a:cxn>
                <a:cxn ang="0">
                  <a:pos x="0" y="8"/>
                </a:cxn>
                <a:cxn ang="0">
                  <a:pos x="4" y="9"/>
                </a:cxn>
                <a:cxn ang="0">
                  <a:pos x="6" y="13"/>
                </a:cxn>
                <a:cxn ang="0">
                  <a:pos x="10" y="16"/>
                </a:cxn>
                <a:cxn ang="0">
                  <a:pos x="11" y="12"/>
                </a:cxn>
                <a:cxn ang="0">
                  <a:pos x="10" y="8"/>
                </a:cxn>
              </a:cxnLst>
              <a:rect l="0" t="0" r="r" b="b"/>
              <a:pathLst>
                <a:path w="11" h="16">
                  <a:moveTo>
                    <a:pt x="10" y="8"/>
                  </a:moveTo>
                  <a:cubicBezTo>
                    <a:pt x="10" y="7"/>
                    <a:pt x="10" y="4"/>
                    <a:pt x="9" y="4"/>
                  </a:cubicBezTo>
                  <a:cubicBezTo>
                    <a:pt x="9" y="3"/>
                    <a:pt x="7" y="2"/>
                    <a:pt x="7" y="1"/>
                  </a:cubicBezTo>
                  <a:cubicBezTo>
                    <a:pt x="6" y="1"/>
                    <a:pt x="4" y="0"/>
                    <a:pt x="4" y="0"/>
                  </a:cubicBezTo>
                  <a:cubicBezTo>
                    <a:pt x="3" y="0"/>
                    <a:pt x="3" y="1"/>
                    <a:pt x="2" y="1"/>
                  </a:cubicBezTo>
                  <a:cubicBezTo>
                    <a:pt x="2" y="2"/>
                    <a:pt x="3" y="3"/>
                    <a:pt x="3" y="4"/>
                  </a:cubicBezTo>
                  <a:cubicBezTo>
                    <a:pt x="3" y="4"/>
                    <a:pt x="1" y="4"/>
                    <a:pt x="0" y="5"/>
                  </a:cubicBezTo>
                  <a:cubicBezTo>
                    <a:pt x="0" y="6"/>
                    <a:pt x="0" y="7"/>
                    <a:pt x="0" y="8"/>
                  </a:cubicBezTo>
                  <a:cubicBezTo>
                    <a:pt x="1" y="9"/>
                    <a:pt x="3" y="9"/>
                    <a:pt x="4" y="9"/>
                  </a:cubicBezTo>
                  <a:cubicBezTo>
                    <a:pt x="5" y="10"/>
                    <a:pt x="5" y="13"/>
                    <a:pt x="6" y="13"/>
                  </a:cubicBezTo>
                  <a:cubicBezTo>
                    <a:pt x="7" y="14"/>
                    <a:pt x="9" y="16"/>
                    <a:pt x="10" y="16"/>
                  </a:cubicBezTo>
                  <a:cubicBezTo>
                    <a:pt x="11" y="15"/>
                    <a:pt x="11" y="13"/>
                    <a:pt x="11" y="12"/>
                  </a:cubicBezTo>
                  <a:cubicBezTo>
                    <a:pt x="11" y="11"/>
                    <a:pt x="10" y="9"/>
                    <a:pt x="1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5"/>
            <p:cNvSpPr>
              <a:spLocks/>
            </p:cNvSpPr>
            <p:nvPr/>
          </p:nvSpPr>
          <p:spPr bwMode="auto">
            <a:xfrm>
              <a:off x="6065838" y="2722563"/>
              <a:ext cx="17462" cy="19050"/>
            </a:xfrm>
            <a:custGeom>
              <a:avLst/>
              <a:gdLst/>
              <a:ahLst/>
              <a:cxnLst>
                <a:cxn ang="0">
                  <a:pos x="10" y="6"/>
                </a:cxn>
                <a:cxn ang="0">
                  <a:pos x="9" y="2"/>
                </a:cxn>
                <a:cxn ang="0">
                  <a:pos x="5" y="0"/>
                </a:cxn>
                <a:cxn ang="0">
                  <a:pos x="2" y="2"/>
                </a:cxn>
                <a:cxn ang="0">
                  <a:pos x="1" y="3"/>
                </a:cxn>
                <a:cxn ang="0">
                  <a:pos x="0" y="7"/>
                </a:cxn>
                <a:cxn ang="0">
                  <a:pos x="2" y="8"/>
                </a:cxn>
                <a:cxn ang="0">
                  <a:pos x="4" y="9"/>
                </a:cxn>
                <a:cxn ang="0">
                  <a:pos x="6" y="10"/>
                </a:cxn>
                <a:cxn ang="0">
                  <a:pos x="9" y="10"/>
                </a:cxn>
                <a:cxn ang="0">
                  <a:pos x="10" y="6"/>
                </a:cxn>
              </a:cxnLst>
              <a:rect l="0" t="0" r="r" b="b"/>
              <a:pathLst>
                <a:path w="10" h="11">
                  <a:moveTo>
                    <a:pt x="10" y="6"/>
                  </a:moveTo>
                  <a:cubicBezTo>
                    <a:pt x="10" y="5"/>
                    <a:pt x="9" y="3"/>
                    <a:pt x="9" y="2"/>
                  </a:cubicBezTo>
                  <a:cubicBezTo>
                    <a:pt x="8" y="1"/>
                    <a:pt x="6" y="0"/>
                    <a:pt x="5" y="0"/>
                  </a:cubicBezTo>
                  <a:cubicBezTo>
                    <a:pt x="4" y="0"/>
                    <a:pt x="3" y="1"/>
                    <a:pt x="2" y="2"/>
                  </a:cubicBezTo>
                  <a:cubicBezTo>
                    <a:pt x="2" y="2"/>
                    <a:pt x="2" y="3"/>
                    <a:pt x="1" y="3"/>
                  </a:cubicBezTo>
                  <a:cubicBezTo>
                    <a:pt x="1" y="4"/>
                    <a:pt x="0" y="6"/>
                    <a:pt x="0" y="7"/>
                  </a:cubicBezTo>
                  <a:cubicBezTo>
                    <a:pt x="0" y="8"/>
                    <a:pt x="2" y="8"/>
                    <a:pt x="2" y="8"/>
                  </a:cubicBezTo>
                  <a:cubicBezTo>
                    <a:pt x="3" y="8"/>
                    <a:pt x="4" y="9"/>
                    <a:pt x="4" y="9"/>
                  </a:cubicBezTo>
                  <a:cubicBezTo>
                    <a:pt x="5" y="9"/>
                    <a:pt x="5" y="10"/>
                    <a:pt x="6" y="10"/>
                  </a:cubicBezTo>
                  <a:cubicBezTo>
                    <a:pt x="6" y="11"/>
                    <a:pt x="8" y="10"/>
                    <a:pt x="9" y="10"/>
                  </a:cubicBezTo>
                  <a:cubicBezTo>
                    <a:pt x="10" y="9"/>
                    <a:pt x="10" y="7"/>
                    <a:pt x="10"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6"/>
            <p:cNvSpPr>
              <a:spLocks/>
            </p:cNvSpPr>
            <p:nvPr/>
          </p:nvSpPr>
          <p:spPr bwMode="auto">
            <a:xfrm>
              <a:off x="5995988" y="2619375"/>
              <a:ext cx="20637" cy="23813"/>
            </a:xfrm>
            <a:custGeom>
              <a:avLst/>
              <a:gdLst/>
              <a:ahLst/>
              <a:cxnLst>
                <a:cxn ang="0">
                  <a:pos x="10" y="8"/>
                </a:cxn>
                <a:cxn ang="0">
                  <a:pos x="8" y="5"/>
                </a:cxn>
                <a:cxn ang="0">
                  <a:pos x="8" y="2"/>
                </a:cxn>
                <a:cxn ang="0">
                  <a:pos x="6" y="0"/>
                </a:cxn>
                <a:cxn ang="0">
                  <a:pos x="4" y="2"/>
                </a:cxn>
                <a:cxn ang="0">
                  <a:pos x="4" y="5"/>
                </a:cxn>
                <a:cxn ang="0">
                  <a:pos x="3" y="9"/>
                </a:cxn>
                <a:cxn ang="0">
                  <a:pos x="1" y="9"/>
                </a:cxn>
                <a:cxn ang="0">
                  <a:pos x="0" y="12"/>
                </a:cxn>
                <a:cxn ang="0">
                  <a:pos x="4" y="14"/>
                </a:cxn>
                <a:cxn ang="0">
                  <a:pos x="9" y="13"/>
                </a:cxn>
                <a:cxn ang="0">
                  <a:pos x="10" y="8"/>
                </a:cxn>
              </a:cxnLst>
              <a:rect l="0" t="0" r="r" b="b"/>
              <a:pathLst>
                <a:path w="11" h="14">
                  <a:moveTo>
                    <a:pt x="10" y="8"/>
                  </a:moveTo>
                  <a:cubicBezTo>
                    <a:pt x="10" y="7"/>
                    <a:pt x="9" y="6"/>
                    <a:pt x="8" y="5"/>
                  </a:cubicBezTo>
                  <a:cubicBezTo>
                    <a:pt x="8" y="4"/>
                    <a:pt x="9" y="2"/>
                    <a:pt x="8" y="2"/>
                  </a:cubicBezTo>
                  <a:cubicBezTo>
                    <a:pt x="8" y="1"/>
                    <a:pt x="6" y="0"/>
                    <a:pt x="6" y="0"/>
                  </a:cubicBezTo>
                  <a:cubicBezTo>
                    <a:pt x="5" y="0"/>
                    <a:pt x="4" y="1"/>
                    <a:pt x="4" y="2"/>
                  </a:cubicBezTo>
                  <a:cubicBezTo>
                    <a:pt x="3" y="2"/>
                    <a:pt x="4" y="4"/>
                    <a:pt x="4" y="5"/>
                  </a:cubicBezTo>
                  <a:cubicBezTo>
                    <a:pt x="4" y="6"/>
                    <a:pt x="4" y="9"/>
                    <a:pt x="3" y="9"/>
                  </a:cubicBezTo>
                  <a:cubicBezTo>
                    <a:pt x="3" y="10"/>
                    <a:pt x="2" y="9"/>
                    <a:pt x="1" y="9"/>
                  </a:cubicBezTo>
                  <a:cubicBezTo>
                    <a:pt x="1" y="10"/>
                    <a:pt x="0" y="11"/>
                    <a:pt x="0" y="12"/>
                  </a:cubicBezTo>
                  <a:cubicBezTo>
                    <a:pt x="1" y="13"/>
                    <a:pt x="3" y="14"/>
                    <a:pt x="4" y="14"/>
                  </a:cubicBezTo>
                  <a:cubicBezTo>
                    <a:pt x="6" y="14"/>
                    <a:pt x="8" y="13"/>
                    <a:pt x="9" y="13"/>
                  </a:cubicBezTo>
                  <a:cubicBezTo>
                    <a:pt x="10" y="12"/>
                    <a:pt x="11" y="9"/>
                    <a:pt x="1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27"/>
            <p:cNvSpPr>
              <a:spLocks/>
            </p:cNvSpPr>
            <p:nvPr/>
          </p:nvSpPr>
          <p:spPr bwMode="auto">
            <a:xfrm>
              <a:off x="6010275" y="2520950"/>
              <a:ext cx="104775" cy="71438"/>
            </a:xfrm>
            <a:custGeom>
              <a:avLst/>
              <a:gdLst/>
              <a:ahLst/>
              <a:cxnLst>
                <a:cxn ang="0">
                  <a:pos x="54" y="16"/>
                </a:cxn>
                <a:cxn ang="0">
                  <a:pos x="55" y="5"/>
                </a:cxn>
                <a:cxn ang="0">
                  <a:pos x="50" y="0"/>
                </a:cxn>
                <a:cxn ang="0">
                  <a:pos x="47" y="6"/>
                </a:cxn>
                <a:cxn ang="0">
                  <a:pos x="45" y="10"/>
                </a:cxn>
                <a:cxn ang="0">
                  <a:pos x="42" y="12"/>
                </a:cxn>
                <a:cxn ang="0">
                  <a:pos x="39" y="18"/>
                </a:cxn>
                <a:cxn ang="0">
                  <a:pos x="36" y="14"/>
                </a:cxn>
                <a:cxn ang="0">
                  <a:pos x="31" y="10"/>
                </a:cxn>
                <a:cxn ang="0">
                  <a:pos x="26" y="8"/>
                </a:cxn>
                <a:cxn ang="0">
                  <a:pos x="27" y="15"/>
                </a:cxn>
                <a:cxn ang="0">
                  <a:pos x="25" y="19"/>
                </a:cxn>
                <a:cxn ang="0">
                  <a:pos x="16" y="14"/>
                </a:cxn>
                <a:cxn ang="0">
                  <a:pos x="11" y="17"/>
                </a:cxn>
                <a:cxn ang="0">
                  <a:pos x="3" y="18"/>
                </a:cxn>
                <a:cxn ang="0">
                  <a:pos x="1" y="28"/>
                </a:cxn>
                <a:cxn ang="0">
                  <a:pos x="10" y="35"/>
                </a:cxn>
                <a:cxn ang="0">
                  <a:pos x="17" y="35"/>
                </a:cxn>
                <a:cxn ang="0">
                  <a:pos x="22" y="31"/>
                </a:cxn>
                <a:cxn ang="0">
                  <a:pos x="29" y="33"/>
                </a:cxn>
                <a:cxn ang="0">
                  <a:pos x="32" y="28"/>
                </a:cxn>
                <a:cxn ang="0">
                  <a:pos x="35" y="29"/>
                </a:cxn>
                <a:cxn ang="0">
                  <a:pos x="37" y="31"/>
                </a:cxn>
                <a:cxn ang="0">
                  <a:pos x="37" y="27"/>
                </a:cxn>
                <a:cxn ang="0">
                  <a:pos x="42" y="28"/>
                </a:cxn>
                <a:cxn ang="0">
                  <a:pos x="44" y="37"/>
                </a:cxn>
                <a:cxn ang="0">
                  <a:pos x="50" y="39"/>
                </a:cxn>
                <a:cxn ang="0">
                  <a:pos x="54" y="34"/>
                </a:cxn>
                <a:cxn ang="0">
                  <a:pos x="49" y="28"/>
                </a:cxn>
                <a:cxn ang="0">
                  <a:pos x="53" y="25"/>
                </a:cxn>
                <a:cxn ang="0">
                  <a:pos x="56" y="29"/>
                </a:cxn>
                <a:cxn ang="0">
                  <a:pos x="58" y="23"/>
                </a:cxn>
              </a:cxnLst>
              <a:rect l="0" t="0" r="r" b="b"/>
              <a:pathLst>
                <a:path w="59" h="40">
                  <a:moveTo>
                    <a:pt x="55" y="21"/>
                  </a:moveTo>
                  <a:cubicBezTo>
                    <a:pt x="54" y="20"/>
                    <a:pt x="53" y="17"/>
                    <a:pt x="54" y="16"/>
                  </a:cubicBezTo>
                  <a:cubicBezTo>
                    <a:pt x="54" y="14"/>
                    <a:pt x="56" y="12"/>
                    <a:pt x="56" y="10"/>
                  </a:cubicBezTo>
                  <a:cubicBezTo>
                    <a:pt x="56" y="9"/>
                    <a:pt x="55" y="6"/>
                    <a:pt x="55" y="5"/>
                  </a:cubicBezTo>
                  <a:cubicBezTo>
                    <a:pt x="54" y="4"/>
                    <a:pt x="53" y="3"/>
                    <a:pt x="52" y="2"/>
                  </a:cubicBezTo>
                  <a:cubicBezTo>
                    <a:pt x="52" y="2"/>
                    <a:pt x="51" y="0"/>
                    <a:pt x="50" y="0"/>
                  </a:cubicBezTo>
                  <a:cubicBezTo>
                    <a:pt x="49" y="0"/>
                    <a:pt x="48" y="2"/>
                    <a:pt x="47" y="3"/>
                  </a:cubicBezTo>
                  <a:cubicBezTo>
                    <a:pt x="47" y="3"/>
                    <a:pt x="48" y="5"/>
                    <a:pt x="47" y="6"/>
                  </a:cubicBezTo>
                  <a:cubicBezTo>
                    <a:pt x="47" y="6"/>
                    <a:pt x="46" y="7"/>
                    <a:pt x="45" y="8"/>
                  </a:cubicBezTo>
                  <a:cubicBezTo>
                    <a:pt x="45" y="8"/>
                    <a:pt x="45" y="9"/>
                    <a:pt x="45" y="10"/>
                  </a:cubicBezTo>
                  <a:cubicBezTo>
                    <a:pt x="45" y="10"/>
                    <a:pt x="44" y="10"/>
                    <a:pt x="43" y="10"/>
                  </a:cubicBezTo>
                  <a:cubicBezTo>
                    <a:pt x="43" y="10"/>
                    <a:pt x="42" y="11"/>
                    <a:pt x="42" y="12"/>
                  </a:cubicBezTo>
                  <a:cubicBezTo>
                    <a:pt x="42" y="13"/>
                    <a:pt x="42" y="15"/>
                    <a:pt x="42" y="16"/>
                  </a:cubicBezTo>
                  <a:cubicBezTo>
                    <a:pt x="41" y="17"/>
                    <a:pt x="40" y="18"/>
                    <a:pt x="39" y="18"/>
                  </a:cubicBezTo>
                  <a:cubicBezTo>
                    <a:pt x="38" y="18"/>
                    <a:pt x="37" y="17"/>
                    <a:pt x="37" y="16"/>
                  </a:cubicBezTo>
                  <a:cubicBezTo>
                    <a:pt x="36" y="16"/>
                    <a:pt x="36" y="14"/>
                    <a:pt x="36" y="14"/>
                  </a:cubicBezTo>
                  <a:cubicBezTo>
                    <a:pt x="35" y="13"/>
                    <a:pt x="34" y="13"/>
                    <a:pt x="33" y="12"/>
                  </a:cubicBezTo>
                  <a:cubicBezTo>
                    <a:pt x="32" y="12"/>
                    <a:pt x="31" y="11"/>
                    <a:pt x="31" y="10"/>
                  </a:cubicBezTo>
                  <a:cubicBezTo>
                    <a:pt x="30" y="10"/>
                    <a:pt x="30" y="7"/>
                    <a:pt x="29" y="6"/>
                  </a:cubicBezTo>
                  <a:cubicBezTo>
                    <a:pt x="28" y="6"/>
                    <a:pt x="27" y="7"/>
                    <a:pt x="26" y="8"/>
                  </a:cubicBezTo>
                  <a:cubicBezTo>
                    <a:pt x="26" y="8"/>
                    <a:pt x="26" y="10"/>
                    <a:pt x="27" y="10"/>
                  </a:cubicBezTo>
                  <a:cubicBezTo>
                    <a:pt x="27" y="12"/>
                    <a:pt x="27" y="14"/>
                    <a:pt x="27" y="15"/>
                  </a:cubicBezTo>
                  <a:cubicBezTo>
                    <a:pt x="27" y="15"/>
                    <a:pt x="26" y="16"/>
                    <a:pt x="26" y="17"/>
                  </a:cubicBezTo>
                  <a:cubicBezTo>
                    <a:pt x="25" y="18"/>
                    <a:pt x="26" y="19"/>
                    <a:pt x="25" y="19"/>
                  </a:cubicBezTo>
                  <a:cubicBezTo>
                    <a:pt x="24" y="20"/>
                    <a:pt x="21" y="18"/>
                    <a:pt x="20" y="18"/>
                  </a:cubicBezTo>
                  <a:cubicBezTo>
                    <a:pt x="19" y="17"/>
                    <a:pt x="17" y="14"/>
                    <a:pt x="16" y="14"/>
                  </a:cubicBezTo>
                  <a:cubicBezTo>
                    <a:pt x="15" y="13"/>
                    <a:pt x="13" y="14"/>
                    <a:pt x="13" y="15"/>
                  </a:cubicBezTo>
                  <a:cubicBezTo>
                    <a:pt x="12" y="15"/>
                    <a:pt x="12" y="16"/>
                    <a:pt x="11" y="17"/>
                  </a:cubicBezTo>
                  <a:cubicBezTo>
                    <a:pt x="10" y="17"/>
                    <a:pt x="8" y="16"/>
                    <a:pt x="7" y="16"/>
                  </a:cubicBezTo>
                  <a:cubicBezTo>
                    <a:pt x="6" y="17"/>
                    <a:pt x="4" y="18"/>
                    <a:pt x="3" y="18"/>
                  </a:cubicBezTo>
                  <a:cubicBezTo>
                    <a:pt x="2" y="19"/>
                    <a:pt x="0" y="22"/>
                    <a:pt x="0" y="23"/>
                  </a:cubicBezTo>
                  <a:cubicBezTo>
                    <a:pt x="0" y="24"/>
                    <a:pt x="0" y="27"/>
                    <a:pt x="1" y="28"/>
                  </a:cubicBezTo>
                  <a:cubicBezTo>
                    <a:pt x="2" y="29"/>
                    <a:pt x="5" y="29"/>
                    <a:pt x="6" y="30"/>
                  </a:cubicBezTo>
                  <a:cubicBezTo>
                    <a:pt x="7" y="31"/>
                    <a:pt x="8" y="35"/>
                    <a:pt x="10" y="35"/>
                  </a:cubicBezTo>
                  <a:cubicBezTo>
                    <a:pt x="11" y="35"/>
                    <a:pt x="13" y="33"/>
                    <a:pt x="14" y="33"/>
                  </a:cubicBezTo>
                  <a:cubicBezTo>
                    <a:pt x="14" y="33"/>
                    <a:pt x="16" y="35"/>
                    <a:pt x="17" y="35"/>
                  </a:cubicBezTo>
                  <a:cubicBezTo>
                    <a:pt x="18" y="35"/>
                    <a:pt x="20" y="36"/>
                    <a:pt x="21" y="35"/>
                  </a:cubicBezTo>
                  <a:cubicBezTo>
                    <a:pt x="22" y="34"/>
                    <a:pt x="21" y="32"/>
                    <a:pt x="22" y="31"/>
                  </a:cubicBezTo>
                  <a:cubicBezTo>
                    <a:pt x="23" y="30"/>
                    <a:pt x="24" y="30"/>
                    <a:pt x="25" y="30"/>
                  </a:cubicBezTo>
                  <a:cubicBezTo>
                    <a:pt x="26" y="30"/>
                    <a:pt x="28" y="33"/>
                    <a:pt x="29" y="33"/>
                  </a:cubicBezTo>
                  <a:cubicBezTo>
                    <a:pt x="30" y="33"/>
                    <a:pt x="31" y="31"/>
                    <a:pt x="32" y="31"/>
                  </a:cubicBezTo>
                  <a:cubicBezTo>
                    <a:pt x="32" y="30"/>
                    <a:pt x="31" y="28"/>
                    <a:pt x="32" y="28"/>
                  </a:cubicBezTo>
                  <a:cubicBezTo>
                    <a:pt x="32" y="27"/>
                    <a:pt x="34" y="27"/>
                    <a:pt x="34" y="27"/>
                  </a:cubicBezTo>
                  <a:cubicBezTo>
                    <a:pt x="35" y="27"/>
                    <a:pt x="35" y="28"/>
                    <a:pt x="35" y="29"/>
                  </a:cubicBezTo>
                  <a:cubicBezTo>
                    <a:pt x="35" y="29"/>
                    <a:pt x="34" y="31"/>
                    <a:pt x="35" y="31"/>
                  </a:cubicBezTo>
                  <a:cubicBezTo>
                    <a:pt x="35" y="31"/>
                    <a:pt x="36" y="31"/>
                    <a:pt x="37" y="31"/>
                  </a:cubicBezTo>
                  <a:cubicBezTo>
                    <a:pt x="37" y="30"/>
                    <a:pt x="37" y="29"/>
                    <a:pt x="37" y="28"/>
                  </a:cubicBezTo>
                  <a:cubicBezTo>
                    <a:pt x="37" y="28"/>
                    <a:pt x="37" y="27"/>
                    <a:pt x="37" y="27"/>
                  </a:cubicBezTo>
                  <a:cubicBezTo>
                    <a:pt x="38" y="26"/>
                    <a:pt x="39" y="26"/>
                    <a:pt x="39" y="27"/>
                  </a:cubicBezTo>
                  <a:cubicBezTo>
                    <a:pt x="40" y="27"/>
                    <a:pt x="42" y="28"/>
                    <a:pt x="42" y="28"/>
                  </a:cubicBezTo>
                  <a:cubicBezTo>
                    <a:pt x="42" y="29"/>
                    <a:pt x="42" y="31"/>
                    <a:pt x="42" y="32"/>
                  </a:cubicBezTo>
                  <a:cubicBezTo>
                    <a:pt x="42" y="33"/>
                    <a:pt x="43" y="36"/>
                    <a:pt x="44" y="37"/>
                  </a:cubicBezTo>
                  <a:cubicBezTo>
                    <a:pt x="45" y="37"/>
                    <a:pt x="48" y="36"/>
                    <a:pt x="49" y="37"/>
                  </a:cubicBezTo>
                  <a:cubicBezTo>
                    <a:pt x="49" y="37"/>
                    <a:pt x="49" y="39"/>
                    <a:pt x="50" y="39"/>
                  </a:cubicBezTo>
                  <a:cubicBezTo>
                    <a:pt x="51" y="39"/>
                    <a:pt x="52" y="40"/>
                    <a:pt x="53" y="40"/>
                  </a:cubicBezTo>
                  <a:cubicBezTo>
                    <a:pt x="54" y="39"/>
                    <a:pt x="54" y="36"/>
                    <a:pt x="54" y="34"/>
                  </a:cubicBezTo>
                  <a:cubicBezTo>
                    <a:pt x="54" y="33"/>
                    <a:pt x="51" y="32"/>
                    <a:pt x="50" y="31"/>
                  </a:cubicBezTo>
                  <a:cubicBezTo>
                    <a:pt x="50" y="30"/>
                    <a:pt x="49" y="29"/>
                    <a:pt x="49" y="28"/>
                  </a:cubicBezTo>
                  <a:cubicBezTo>
                    <a:pt x="49" y="27"/>
                    <a:pt x="50" y="26"/>
                    <a:pt x="50" y="26"/>
                  </a:cubicBezTo>
                  <a:cubicBezTo>
                    <a:pt x="51" y="25"/>
                    <a:pt x="53" y="25"/>
                    <a:pt x="53" y="25"/>
                  </a:cubicBezTo>
                  <a:cubicBezTo>
                    <a:pt x="54" y="26"/>
                    <a:pt x="53" y="28"/>
                    <a:pt x="54" y="29"/>
                  </a:cubicBezTo>
                  <a:cubicBezTo>
                    <a:pt x="54" y="29"/>
                    <a:pt x="55" y="29"/>
                    <a:pt x="56" y="29"/>
                  </a:cubicBezTo>
                  <a:cubicBezTo>
                    <a:pt x="57" y="28"/>
                    <a:pt x="58" y="27"/>
                    <a:pt x="58" y="27"/>
                  </a:cubicBezTo>
                  <a:cubicBezTo>
                    <a:pt x="58" y="26"/>
                    <a:pt x="59" y="24"/>
                    <a:pt x="58" y="23"/>
                  </a:cubicBezTo>
                  <a:cubicBezTo>
                    <a:pt x="58" y="22"/>
                    <a:pt x="55" y="22"/>
                    <a:pt x="55"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28"/>
            <p:cNvSpPr>
              <a:spLocks/>
            </p:cNvSpPr>
            <p:nvPr/>
          </p:nvSpPr>
          <p:spPr bwMode="auto">
            <a:xfrm>
              <a:off x="5924550" y="2444750"/>
              <a:ext cx="17462" cy="30163"/>
            </a:xfrm>
            <a:custGeom>
              <a:avLst/>
              <a:gdLst/>
              <a:ahLst/>
              <a:cxnLst>
                <a:cxn ang="0">
                  <a:pos x="9" y="4"/>
                </a:cxn>
                <a:cxn ang="0">
                  <a:pos x="7" y="0"/>
                </a:cxn>
                <a:cxn ang="0">
                  <a:pos x="5" y="0"/>
                </a:cxn>
                <a:cxn ang="0">
                  <a:pos x="4" y="3"/>
                </a:cxn>
                <a:cxn ang="0">
                  <a:pos x="2" y="6"/>
                </a:cxn>
                <a:cxn ang="0">
                  <a:pos x="3" y="10"/>
                </a:cxn>
                <a:cxn ang="0">
                  <a:pos x="1" y="11"/>
                </a:cxn>
                <a:cxn ang="0">
                  <a:pos x="1" y="15"/>
                </a:cxn>
                <a:cxn ang="0">
                  <a:pos x="3" y="16"/>
                </a:cxn>
                <a:cxn ang="0">
                  <a:pos x="5" y="17"/>
                </a:cxn>
                <a:cxn ang="0">
                  <a:pos x="8" y="15"/>
                </a:cxn>
                <a:cxn ang="0">
                  <a:pos x="9" y="12"/>
                </a:cxn>
                <a:cxn ang="0">
                  <a:pos x="10" y="8"/>
                </a:cxn>
                <a:cxn ang="0">
                  <a:pos x="9" y="4"/>
                </a:cxn>
              </a:cxnLst>
              <a:rect l="0" t="0" r="r" b="b"/>
              <a:pathLst>
                <a:path w="10" h="17">
                  <a:moveTo>
                    <a:pt x="9" y="4"/>
                  </a:moveTo>
                  <a:cubicBezTo>
                    <a:pt x="8" y="3"/>
                    <a:pt x="8" y="1"/>
                    <a:pt x="7" y="0"/>
                  </a:cubicBezTo>
                  <a:cubicBezTo>
                    <a:pt x="7" y="0"/>
                    <a:pt x="5" y="0"/>
                    <a:pt x="5" y="0"/>
                  </a:cubicBezTo>
                  <a:cubicBezTo>
                    <a:pt x="4" y="1"/>
                    <a:pt x="5" y="3"/>
                    <a:pt x="4" y="3"/>
                  </a:cubicBezTo>
                  <a:cubicBezTo>
                    <a:pt x="4" y="4"/>
                    <a:pt x="2" y="5"/>
                    <a:pt x="2" y="6"/>
                  </a:cubicBezTo>
                  <a:cubicBezTo>
                    <a:pt x="1" y="7"/>
                    <a:pt x="3" y="9"/>
                    <a:pt x="3" y="10"/>
                  </a:cubicBezTo>
                  <a:cubicBezTo>
                    <a:pt x="2" y="10"/>
                    <a:pt x="1" y="11"/>
                    <a:pt x="1" y="11"/>
                  </a:cubicBezTo>
                  <a:cubicBezTo>
                    <a:pt x="0" y="12"/>
                    <a:pt x="0" y="14"/>
                    <a:pt x="1" y="15"/>
                  </a:cubicBezTo>
                  <a:cubicBezTo>
                    <a:pt x="1" y="15"/>
                    <a:pt x="3" y="15"/>
                    <a:pt x="3" y="16"/>
                  </a:cubicBezTo>
                  <a:cubicBezTo>
                    <a:pt x="4" y="16"/>
                    <a:pt x="5" y="17"/>
                    <a:pt x="5" y="17"/>
                  </a:cubicBezTo>
                  <a:cubicBezTo>
                    <a:pt x="6" y="17"/>
                    <a:pt x="8" y="16"/>
                    <a:pt x="8" y="15"/>
                  </a:cubicBezTo>
                  <a:cubicBezTo>
                    <a:pt x="8" y="14"/>
                    <a:pt x="8" y="13"/>
                    <a:pt x="9" y="12"/>
                  </a:cubicBezTo>
                  <a:cubicBezTo>
                    <a:pt x="9" y="11"/>
                    <a:pt x="10" y="9"/>
                    <a:pt x="10" y="8"/>
                  </a:cubicBezTo>
                  <a:cubicBezTo>
                    <a:pt x="10" y="7"/>
                    <a:pt x="9" y="5"/>
                    <a:pt x="9"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29"/>
            <p:cNvSpPr>
              <a:spLocks/>
            </p:cNvSpPr>
            <p:nvPr/>
          </p:nvSpPr>
          <p:spPr bwMode="auto">
            <a:xfrm>
              <a:off x="5951538" y="2309813"/>
              <a:ext cx="9525" cy="12700"/>
            </a:xfrm>
            <a:custGeom>
              <a:avLst/>
              <a:gdLst/>
              <a:ahLst/>
              <a:cxnLst>
                <a:cxn ang="0">
                  <a:pos x="4" y="1"/>
                </a:cxn>
                <a:cxn ang="0">
                  <a:pos x="1" y="1"/>
                </a:cxn>
                <a:cxn ang="0">
                  <a:pos x="0" y="4"/>
                </a:cxn>
                <a:cxn ang="0">
                  <a:pos x="1" y="7"/>
                </a:cxn>
                <a:cxn ang="0">
                  <a:pos x="4" y="7"/>
                </a:cxn>
                <a:cxn ang="0">
                  <a:pos x="5" y="3"/>
                </a:cxn>
                <a:cxn ang="0">
                  <a:pos x="4" y="1"/>
                </a:cxn>
              </a:cxnLst>
              <a:rect l="0" t="0" r="r" b="b"/>
              <a:pathLst>
                <a:path w="5" h="8">
                  <a:moveTo>
                    <a:pt x="4" y="1"/>
                  </a:moveTo>
                  <a:cubicBezTo>
                    <a:pt x="3" y="0"/>
                    <a:pt x="1" y="1"/>
                    <a:pt x="1" y="1"/>
                  </a:cubicBezTo>
                  <a:cubicBezTo>
                    <a:pt x="0" y="1"/>
                    <a:pt x="0" y="3"/>
                    <a:pt x="0" y="4"/>
                  </a:cubicBezTo>
                  <a:cubicBezTo>
                    <a:pt x="0" y="5"/>
                    <a:pt x="1" y="7"/>
                    <a:pt x="1" y="7"/>
                  </a:cubicBezTo>
                  <a:cubicBezTo>
                    <a:pt x="2" y="8"/>
                    <a:pt x="4" y="7"/>
                    <a:pt x="4" y="7"/>
                  </a:cubicBezTo>
                  <a:cubicBezTo>
                    <a:pt x="5" y="6"/>
                    <a:pt x="5" y="4"/>
                    <a:pt x="5" y="3"/>
                  </a:cubicBezTo>
                  <a:cubicBezTo>
                    <a:pt x="5" y="2"/>
                    <a:pt x="4" y="1"/>
                    <a:pt x="4"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30"/>
            <p:cNvSpPr>
              <a:spLocks/>
            </p:cNvSpPr>
            <p:nvPr/>
          </p:nvSpPr>
          <p:spPr bwMode="auto">
            <a:xfrm>
              <a:off x="5899150" y="1927225"/>
              <a:ext cx="728662" cy="795338"/>
            </a:xfrm>
            <a:custGeom>
              <a:avLst/>
              <a:gdLst/>
              <a:ahLst/>
              <a:cxnLst>
                <a:cxn ang="0">
                  <a:pos x="334" y="361"/>
                </a:cxn>
                <a:cxn ang="0">
                  <a:pos x="337" y="391"/>
                </a:cxn>
                <a:cxn ang="0">
                  <a:pos x="327" y="415"/>
                </a:cxn>
                <a:cxn ang="0">
                  <a:pos x="313" y="428"/>
                </a:cxn>
                <a:cxn ang="0">
                  <a:pos x="296" y="446"/>
                </a:cxn>
                <a:cxn ang="0">
                  <a:pos x="252" y="436"/>
                </a:cxn>
                <a:cxn ang="0">
                  <a:pos x="238" y="445"/>
                </a:cxn>
                <a:cxn ang="0">
                  <a:pos x="224" y="441"/>
                </a:cxn>
                <a:cxn ang="0">
                  <a:pos x="227" y="430"/>
                </a:cxn>
                <a:cxn ang="0">
                  <a:pos x="232" y="406"/>
                </a:cxn>
                <a:cxn ang="0">
                  <a:pos x="218" y="395"/>
                </a:cxn>
                <a:cxn ang="0">
                  <a:pos x="194" y="364"/>
                </a:cxn>
                <a:cxn ang="0">
                  <a:pos x="164" y="353"/>
                </a:cxn>
                <a:cxn ang="0">
                  <a:pos x="170" y="332"/>
                </a:cxn>
                <a:cxn ang="0">
                  <a:pos x="138" y="320"/>
                </a:cxn>
                <a:cxn ang="0">
                  <a:pos x="125" y="322"/>
                </a:cxn>
                <a:cxn ang="0">
                  <a:pos x="130" y="301"/>
                </a:cxn>
                <a:cxn ang="0">
                  <a:pos x="129" y="257"/>
                </a:cxn>
                <a:cxn ang="0">
                  <a:pos x="118" y="234"/>
                </a:cxn>
                <a:cxn ang="0">
                  <a:pos x="97" y="202"/>
                </a:cxn>
                <a:cxn ang="0">
                  <a:pos x="96" y="180"/>
                </a:cxn>
                <a:cxn ang="0">
                  <a:pos x="89" y="148"/>
                </a:cxn>
                <a:cxn ang="0">
                  <a:pos x="79" y="109"/>
                </a:cxn>
                <a:cxn ang="0">
                  <a:pos x="58" y="91"/>
                </a:cxn>
                <a:cxn ang="0">
                  <a:pos x="41" y="66"/>
                </a:cxn>
                <a:cxn ang="0">
                  <a:pos x="15" y="32"/>
                </a:cxn>
                <a:cxn ang="0">
                  <a:pos x="7" y="19"/>
                </a:cxn>
                <a:cxn ang="0">
                  <a:pos x="29" y="1"/>
                </a:cxn>
                <a:cxn ang="0">
                  <a:pos x="49" y="18"/>
                </a:cxn>
                <a:cxn ang="0">
                  <a:pos x="87" y="40"/>
                </a:cxn>
                <a:cxn ang="0">
                  <a:pos x="98" y="36"/>
                </a:cxn>
                <a:cxn ang="0">
                  <a:pos x="129" y="65"/>
                </a:cxn>
                <a:cxn ang="0">
                  <a:pos x="165" y="64"/>
                </a:cxn>
                <a:cxn ang="0">
                  <a:pos x="197" y="70"/>
                </a:cxn>
                <a:cxn ang="0">
                  <a:pos x="225" y="78"/>
                </a:cxn>
                <a:cxn ang="0">
                  <a:pos x="242" y="64"/>
                </a:cxn>
                <a:cxn ang="0">
                  <a:pos x="264" y="49"/>
                </a:cxn>
                <a:cxn ang="0">
                  <a:pos x="289" y="60"/>
                </a:cxn>
                <a:cxn ang="0">
                  <a:pos x="311" y="71"/>
                </a:cxn>
                <a:cxn ang="0">
                  <a:pos x="318" y="82"/>
                </a:cxn>
                <a:cxn ang="0">
                  <a:pos x="310" y="108"/>
                </a:cxn>
                <a:cxn ang="0">
                  <a:pos x="340" y="135"/>
                </a:cxn>
                <a:cxn ang="0">
                  <a:pos x="369" y="147"/>
                </a:cxn>
                <a:cxn ang="0">
                  <a:pos x="390" y="145"/>
                </a:cxn>
                <a:cxn ang="0">
                  <a:pos x="409" y="149"/>
                </a:cxn>
                <a:cxn ang="0">
                  <a:pos x="399" y="165"/>
                </a:cxn>
                <a:cxn ang="0">
                  <a:pos x="390" y="186"/>
                </a:cxn>
                <a:cxn ang="0">
                  <a:pos x="376" y="209"/>
                </a:cxn>
                <a:cxn ang="0">
                  <a:pos x="380" y="231"/>
                </a:cxn>
                <a:cxn ang="0">
                  <a:pos x="388" y="255"/>
                </a:cxn>
                <a:cxn ang="0">
                  <a:pos x="363" y="279"/>
                </a:cxn>
                <a:cxn ang="0">
                  <a:pos x="353" y="298"/>
                </a:cxn>
                <a:cxn ang="0">
                  <a:pos x="363" y="329"/>
                </a:cxn>
              </a:cxnLst>
              <a:rect l="0" t="0" r="r" b="b"/>
              <a:pathLst>
                <a:path w="412" h="450">
                  <a:moveTo>
                    <a:pt x="353" y="347"/>
                  </a:moveTo>
                  <a:cubicBezTo>
                    <a:pt x="352" y="347"/>
                    <a:pt x="351" y="347"/>
                    <a:pt x="351" y="348"/>
                  </a:cubicBezTo>
                  <a:cubicBezTo>
                    <a:pt x="349" y="349"/>
                    <a:pt x="344" y="349"/>
                    <a:pt x="342" y="350"/>
                  </a:cubicBezTo>
                  <a:cubicBezTo>
                    <a:pt x="340" y="350"/>
                    <a:pt x="338" y="353"/>
                    <a:pt x="337" y="354"/>
                  </a:cubicBezTo>
                  <a:cubicBezTo>
                    <a:pt x="336" y="356"/>
                    <a:pt x="334" y="359"/>
                    <a:pt x="334" y="361"/>
                  </a:cubicBezTo>
                  <a:cubicBezTo>
                    <a:pt x="334" y="363"/>
                    <a:pt x="336" y="366"/>
                    <a:pt x="337" y="368"/>
                  </a:cubicBezTo>
                  <a:cubicBezTo>
                    <a:pt x="338" y="370"/>
                    <a:pt x="341" y="372"/>
                    <a:pt x="342" y="373"/>
                  </a:cubicBezTo>
                  <a:cubicBezTo>
                    <a:pt x="343" y="375"/>
                    <a:pt x="344" y="379"/>
                    <a:pt x="344" y="381"/>
                  </a:cubicBezTo>
                  <a:cubicBezTo>
                    <a:pt x="344" y="382"/>
                    <a:pt x="342" y="385"/>
                    <a:pt x="341" y="386"/>
                  </a:cubicBezTo>
                  <a:cubicBezTo>
                    <a:pt x="340" y="387"/>
                    <a:pt x="338" y="390"/>
                    <a:pt x="337" y="391"/>
                  </a:cubicBezTo>
                  <a:cubicBezTo>
                    <a:pt x="336" y="392"/>
                    <a:pt x="333" y="393"/>
                    <a:pt x="332" y="394"/>
                  </a:cubicBezTo>
                  <a:cubicBezTo>
                    <a:pt x="332" y="395"/>
                    <a:pt x="331" y="398"/>
                    <a:pt x="331" y="399"/>
                  </a:cubicBezTo>
                  <a:cubicBezTo>
                    <a:pt x="331" y="401"/>
                    <a:pt x="333" y="404"/>
                    <a:pt x="332" y="406"/>
                  </a:cubicBezTo>
                  <a:cubicBezTo>
                    <a:pt x="332" y="407"/>
                    <a:pt x="330" y="408"/>
                    <a:pt x="329" y="409"/>
                  </a:cubicBezTo>
                  <a:cubicBezTo>
                    <a:pt x="328" y="411"/>
                    <a:pt x="326" y="415"/>
                    <a:pt x="327" y="415"/>
                  </a:cubicBezTo>
                  <a:cubicBezTo>
                    <a:pt x="326" y="415"/>
                    <a:pt x="319" y="417"/>
                    <a:pt x="316" y="417"/>
                  </a:cubicBezTo>
                  <a:cubicBezTo>
                    <a:pt x="314" y="418"/>
                    <a:pt x="310" y="418"/>
                    <a:pt x="309" y="418"/>
                  </a:cubicBezTo>
                  <a:cubicBezTo>
                    <a:pt x="307" y="419"/>
                    <a:pt x="304" y="421"/>
                    <a:pt x="304" y="423"/>
                  </a:cubicBezTo>
                  <a:cubicBezTo>
                    <a:pt x="304" y="424"/>
                    <a:pt x="305" y="427"/>
                    <a:pt x="306" y="428"/>
                  </a:cubicBezTo>
                  <a:cubicBezTo>
                    <a:pt x="308" y="429"/>
                    <a:pt x="311" y="427"/>
                    <a:pt x="313" y="428"/>
                  </a:cubicBezTo>
                  <a:cubicBezTo>
                    <a:pt x="314" y="429"/>
                    <a:pt x="317" y="431"/>
                    <a:pt x="317" y="433"/>
                  </a:cubicBezTo>
                  <a:cubicBezTo>
                    <a:pt x="318" y="435"/>
                    <a:pt x="316" y="438"/>
                    <a:pt x="315" y="439"/>
                  </a:cubicBezTo>
                  <a:cubicBezTo>
                    <a:pt x="314" y="441"/>
                    <a:pt x="311" y="442"/>
                    <a:pt x="309" y="443"/>
                  </a:cubicBezTo>
                  <a:cubicBezTo>
                    <a:pt x="308" y="444"/>
                    <a:pt x="305" y="444"/>
                    <a:pt x="303" y="444"/>
                  </a:cubicBezTo>
                  <a:cubicBezTo>
                    <a:pt x="301" y="445"/>
                    <a:pt x="297" y="445"/>
                    <a:pt x="296" y="446"/>
                  </a:cubicBezTo>
                  <a:cubicBezTo>
                    <a:pt x="295" y="447"/>
                    <a:pt x="294" y="449"/>
                    <a:pt x="292" y="450"/>
                  </a:cubicBezTo>
                  <a:cubicBezTo>
                    <a:pt x="289" y="449"/>
                    <a:pt x="283" y="447"/>
                    <a:pt x="281" y="445"/>
                  </a:cubicBezTo>
                  <a:cubicBezTo>
                    <a:pt x="277" y="444"/>
                    <a:pt x="270" y="441"/>
                    <a:pt x="267" y="440"/>
                  </a:cubicBezTo>
                  <a:cubicBezTo>
                    <a:pt x="264" y="440"/>
                    <a:pt x="258" y="439"/>
                    <a:pt x="255" y="438"/>
                  </a:cubicBezTo>
                  <a:cubicBezTo>
                    <a:pt x="254" y="438"/>
                    <a:pt x="253" y="436"/>
                    <a:pt x="252" y="436"/>
                  </a:cubicBezTo>
                  <a:cubicBezTo>
                    <a:pt x="251" y="436"/>
                    <a:pt x="248" y="436"/>
                    <a:pt x="247" y="436"/>
                  </a:cubicBezTo>
                  <a:cubicBezTo>
                    <a:pt x="246" y="436"/>
                    <a:pt x="243" y="436"/>
                    <a:pt x="242" y="436"/>
                  </a:cubicBezTo>
                  <a:cubicBezTo>
                    <a:pt x="241" y="437"/>
                    <a:pt x="240" y="437"/>
                    <a:pt x="239" y="438"/>
                  </a:cubicBezTo>
                  <a:cubicBezTo>
                    <a:pt x="239" y="439"/>
                    <a:pt x="240" y="441"/>
                    <a:pt x="240" y="442"/>
                  </a:cubicBezTo>
                  <a:cubicBezTo>
                    <a:pt x="240" y="443"/>
                    <a:pt x="239" y="444"/>
                    <a:pt x="238" y="445"/>
                  </a:cubicBezTo>
                  <a:cubicBezTo>
                    <a:pt x="238" y="446"/>
                    <a:pt x="238" y="447"/>
                    <a:pt x="238" y="448"/>
                  </a:cubicBezTo>
                  <a:cubicBezTo>
                    <a:pt x="237" y="449"/>
                    <a:pt x="233" y="450"/>
                    <a:pt x="232" y="450"/>
                  </a:cubicBezTo>
                  <a:cubicBezTo>
                    <a:pt x="231" y="450"/>
                    <a:pt x="229" y="450"/>
                    <a:pt x="229" y="449"/>
                  </a:cubicBezTo>
                  <a:cubicBezTo>
                    <a:pt x="228" y="449"/>
                    <a:pt x="229" y="446"/>
                    <a:pt x="229" y="445"/>
                  </a:cubicBezTo>
                  <a:cubicBezTo>
                    <a:pt x="228" y="444"/>
                    <a:pt x="226" y="442"/>
                    <a:pt x="224" y="441"/>
                  </a:cubicBezTo>
                  <a:cubicBezTo>
                    <a:pt x="223" y="441"/>
                    <a:pt x="220" y="442"/>
                    <a:pt x="219" y="441"/>
                  </a:cubicBezTo>
                  <a:cubicBezTo>
                    <a:pt x="219" y="441"/>
                    <a:pt x="218" y="439"/>
                    <a:pt x="218" y="438"/>
                  </a:cubicBezTo>
                  <a:cubicBezTo>
                    <a:pt x="218" y="437"/>
                    <a:pt x="219" y="434"/>
                    <a:pt x="219" y="432"/>
                  </a:cubicBezTo>
                  <a:cubicBezTo>
                    <a:pt x="220" y="432"/>
                    <a:pt x="221" y="430"/>
                    <a:pt x="222" y="429"/>
                  </a:cubicBezTo>
                  <a:cubicBezTo>
                    <a:pt x="223" y="429"/>
                    <a:pt x="226" y="429"/>
                    <a:pt x="227" y="430"/>
                  </a:cubicBezTo>
                  <a:cubicBezTo>
                    <a:pt x="228" y="430"/>
                    <a:pt x="231" y="431"/>
                    <a:pt x="232" y="430"/>
                  </a:cubicBezTo>
                  <a:cubicBezTo>
                    <a:pt x="233" y="430"/>
                    <a:pt x="234" y="426"/>
                    <a:pt x="234" y="425"/>
                  </a:cubicBezTo>
                  <a:cubicBezTo>
                    <a:pt x="235" y="423"/>
                    <a:pt x="236" y="419"/>
                    <a:pt x="235" y="416"/>
                  </a:cubicBezTo>
                  <a:cubicBezTo>
                    <a:pt x="235" y="415"/>
                    <a:pt x="233" y="413"/>
                    <a:pt x="233" y="411"/>
                  </a:cubicBezTo>
                  <a:cubicBezTo>
                    <a:pt x="233" y="410"/>
                    <a:pt x="233" y="407"/>
                    <a:pt x="232" y="406"/>
                  </a:cubicBezTo>
                  <a:cubicBezTo>
                    <a:pt x="232" y="405"/>
                    <a:pt x="229" y="406"/>
                    <a:pt x="228" y="406"/>
                  </a:cubicBezTo>
                  <a:cubicBezTo>
                    <a:pt x="228" y="406"/>
                    <a:pt x="227" y="408"/>
                    <a:pt x="226" y="408"/>
                  </a:cubicBezTo>
                  <a:cubicBezTo>
                    <a:pt x="225" y="408"/>
                    <a:pt x="225" y="404"/>
                    <a:pt x="224" y="403"/>
                  </a:cubicBezTo>
                  <a:cubicBezTo>
                    <a:pt x="223" y="402"/>
                    <a:pt x="222" y="398"/>
                    <a:pt x="221" y="397"/>
                  </a:cubicBezTo>
                  <a:cubicBezTo>
                    <a:pt x="220" y="396"/>
                    <a:pt x="219" y="396"/>
                    <a:pt x="218" y="395"/>
                  </a:cubicBezTo>
                  <a:cubicBezTo>
                    <a:pt x="218" y="394"/>
                    <a:pt x="220" y="392"/>
                    <a:pt x="219" y="391"/>
                  </a:cubicBezTo>
                  <a:cubicBezTo>
                    <a:pt x="219" y="390"/>
                    <a:pt x="216" y="389"/>
                    <a:pt x="214" y="389"/>
                  </a:cubicBezTo>
                  <a:cubicBezTo>
                    <a:pt x="212" y="388"/>
                    <a:pt x="207" y="388"/>
                    <a:pt x="205" y="386"/>
                  </a:cubicBezTo>
                  <a:cubicBezTo>
                    <a:pt x="204" y="384"/>
                    <a:pt x="205" y="377"/>
                    <a:pt x="203" y="375"/>
                  </a:cubicBezTo>
                  <a:cubicBezTo>
                    <a:pt x="202" y="372"/>
                    <a:pt x="197" y="366"/>
                    <a:pt x="194" y="364"/>
                  </a:cubicBezTo>
                  <a:cubicBezTo>
                    <a:pt x="191" y="363"/>
                    <a:pt x="185" y="363"/>
                    <a:pt x="183" y="362"/>
                  </a:cubicBezTo>
                  <a:cubicBezTo>
                    <a:pt x="181" y="362"/>
                    <a:pt x="179" y="361"/>
                    <a:pt x="178" y="360"/>
                  </a:cubicBezTo>
                  <a:cubicBezTo>
                    <a:pt x="177" y="360"/>
                    <a:pt x="175" y="361"/>
                    <a:pt x="174" y="361"/>
                  </a:cubicBezTo>
                  <a:cubicBezTo>
                    <a:pt x="172" y="360"/>
                    <a:pt x="169" y="358"/>
                    <a:pt x="167" y="357"/>
                  </a:cubicBezTo>
                  <a:cubicBezTo>
                    <a:pt x="166" y="356"/>
                    <a:pt x="164" y="354"/>
                    <a:pt x="164" y="353"/>
                  </a:cubicBezTo>
                  <a:cubicBezTo>
                    <a:pt x="164" y="352"/>
                    <a:pt x="164" y="350"/>
                    <a:pt x="164" y="350"/>
                  </a:cubicBezTo>
                  <a:cubicBezTo>
                    <a:pt x="165" y="349"/>
                    <a:pt x="167" y="348"/>
                    <a:pt x="168" y="347"/>
                  </a:cubicBezTo>
                  <a:cubicBezTo>
                    <a:pt x="169" y="346"/>
                    <a:pt x="169" y="343"/>
                    <a:pt x="169" y="341"/>
                  </a:cubicBezTo>
                  <a:cubicBezTo>
                    <a:pt x="170" y="340"/>
                    <a:pt x="168" y="338"/>
                    <a:pt x="168" y="337"/>
                  </a:cubicBezTo>
                  <a:cubicBezTo>
                    <a:pt x="168" y="335"/>
                    <a:pt x="170" y="333"/>
                    <a:pt x="170" y="332"/>
                  </a:cubicBezTo>
                  <a:cubicBezTo>
                    <a:pt x="169" y="331"/>
                    <a:pt x="168" y="329"/>
                    <a:pt x="167" y="328"/>
                  </a:cubicBezTo>
                  <a:cubicBezTo>
                    <a:pt x="165" y="326"/>
                    <a:pt x="160" y="324"/>
                    <a:pt x="157" y="323"/>
                  </a:cubicBezTo>
                  <a:cubicBezTo>
                    <a:pt x="156" y="322"/>
                    <a:pt x="152" y="322"/>
                    <a:pt x="151" y="321"/>
                  </a:cubicBezTo>
                  <a:cubicBezTo>
                    <a:pt x="149" y="321"/>
                    <a:pt x="146" y="323"/>
                    <a:pt x="144" y="323"/>
                  </a:cubicBezTo>
                  <a:cubicBezTo>
                    <a:pt x="143" y="322"/>
                    <a:pt x="140" y="319"/>
                    <a:pt x="138" y="320"/>
                  </a:cubicBezTo>
                  <a:cubicBezTo>
                    <a:pt x="137" y="320"/>
                    <a:pt x="137" y="322"/>
                    <a:pt x="136" y="323"/>
                  </a:cubicBezTo>
                  <a:cubicBezTo>
                    <a:pt x="136" y="324"/>
                    <a:pt x="137" y="326"/>
                    <a:pt x="136" y="327"/>
                  </a:cubicBezTo>
                  <a:cubicBezTo>
                    <a:pt x="136" y="327"/>
                    <a:pt x="134" y="329"/>
                    <a:pt x="133" y="329"/>
                  </a:cubicBezTo>
                  <a:cubicBezTo>
                    <a:pt x="132" y="329"/>
                    <a:pt x="129" y="327"/>
                    <a:pt x="128" y="326"/>
                  </a:cubicBezTo>
                  <a:cubicBezTo>
                    <a:pt x="127" y="325"/>
                    <a:pt x="125" y="323"/>
                    <a:pt x="125" y="322"/>
                  </a:cubicBezTo>
                  <a:cubicBezTo>
                    <a:pt x="124" y="321"/>
                    <a:pt x="123" y="319"/>
                    <a:pt x="123" y="317"/>
                  </a:cubicBezTo>
                  <a:cubicBezTo>
                    <a:pt x="124" y="316"/>
                    <a:pt x="125" y="313"/>
                    <a:pt x="126" y="313"/>
                  </a:cubicBezTo>
                  <a:cubicBezTo>
                    <a:pt x="126" y="312"/>
                    <a:pt x="128" y="313"/>
                    <a:pt x="128" y="313"/>
                  </a:cubicBezTo>
                  <a:cubicBezTo>
                    <a:pt x="129" y="311"/>
                    <a:pt x="128" y="308"/>
                    <a:pt x="128" y="306"/>
                  </a:cubicBezTo>
                  <a:cubicBezTo>
                    <a:pt x="128" y="305"/>
                    <a:pt x="130" y="302"/>
                    <a:pt x="130" y="301"/>
                  </a:cubicBezTo>
                  <a:cubicBezTo>
                    <a:pt x="131" y="300"/>
                    <a:pt x="132" y="298"/>
                    <a:pt x="132" y="297"/>
                  </a:cubicBezTo>
                  <a:cubicBezTo>
                    <a:pt x="133" y="294"/>
                    <a:pt x="132" y="287"/>
                    <a:pt x="132" y="284"/>
                  </a:cubicBezTo>
                  <a:cubicBezTo>
                    <a:pt x="132" y="280"/>
                    <a:pt x="132" y="272"/>
                    <a:pt x="131" y="268"/>
                  </a:cubicBezTo>
                  <a:cubicBezTo>
                    <a:pt x="131" y="267"/>
                    <a:pt x="130" y="265"/>
                    <a:pt x="129" y="264"/>
                  </a:cubicBezTo>
                  <a:cubicBezTo>
                    <a:pt x="129" y="262"/>
                    <a:pt x="129" y="259"/>
                    <a:pt x="129" y="257"/>
                  </a:cubicBezTo>
                  <a:cubicBezTo>
                    <a:pt x="129" y="256"/>
                    <a:pt x="126" y="253"/>
                    <a:pt x="125" y="252"/>
                  </a:cubicBezTo>
                  <a:cubicBezTo>
                    <a:pt x="125" y="251"/>
                    <a:pt x="124" y="248"/>
                    <a:pt x="123" y="247"/>
                  </a:cubicBezTo>
                  <a:cubicBezTo>
                    <a:pt x="123" y="246"/>
                    <a:pt x="121" y="244"/>
                    <a:pt x="120" y="243"/>
                  </a:cubicBezTo>
                  <a:cubicBezTo>
                    <a:pt x="119" y="243"/>
                    <a:pt x="119" y="242"/>
                    <a:pt x="118" y="241"/>
                  </a:cubicBezTo>
                  <a:cubicBezTo>
                    <a:pt x="118" y="240"/>
                    <a:pt x="119" y="236"/>
                    <a:pt x="118" y="234"/>
                  </a:cubicBezTo>
                  <a:cubicBezTo>
                    <a:pt x="118" y="232"/>
                    <a:pt x="115" y="229"/>
                    <a:pt x="114" y="227"/>
                  </a:cubicBezTo>
                  <a:cubicBezTo>
                    <a:pt x="112" y="224"/>
                    <a:pt x="109" y="219"/>
                    <a:pt x="107" y="216"/>
                  </a:cubicBezTo>
                  <a:cubicBezTo>
                    <a:pt x="106" y="215"/>
                    <a:pt x="103" y="214"/>
                    <a:pt x="101" y="213"/>
                  </a:cubicBezTo>
                  <a:cubicBezTo>
                    <a:pt x="100" y="212"/>
                    <a:pt x="99" y="209"/>
                    <a:pt x="99" y="208"/>
                  </a:cubicBezTo>
                  <a:cubicBezTo>
                    <a:pt x="98" y="207"/>
                    <a:pt x="98" y="203"/>
                    <a:pt x="97" y="202"/>
                  </a:cubicBezTo>
                  <a:cubicBezTo>
                    <a:pt x="97" y="201"/>
                    <a:pt x="95" y="199"/>
                    <a:pt x="94" y="198"/>
                  </a:cubicBezTo>
                  <a:cubicBezTo>
                    <a:pt x="93" y="197"/>
                    <a:pt x="93" y="195"/>
                    <a:pt x="93" y="193"/>
                  </a:cubicBezTo>
                  <a:cubicBezTo>
                    <a:pt x="93" y="192"/>
                    <a:pt x="95" y="191"/>
                    <a:pt x="95" y="190"/>
                  </a:cubicBezTo>
                  <a:cubicBezTo>
                    <a:pt x="96" y="189"/>
                    <a:pt x="95" y="187"/>
                    <a:pt x="95" y="186"/>
                  </a:cubicBezTo>
                  <a:cubicBezTo>
                    <a:pt x="96" y="185"/>
                    <a:pt x="96" y="182"/>
                    <a:pt x="96" y="180"/>
                  </a:cubicBezTo>
                  <a:cubicBezTo>
                    <a:pt x="96" y="178"/>
                    <a:pt x="96" y="175"/>
                    <a:pt x="95" y="173"/>
                  </a:cubicBezTo>
                  <a:cubicBezTo>
                    <a:pt x="94" y="172"/>
                    <a:pt x="91" y="171"/>
                    <a:pt x="91" y="170"/>
                  </a:cubicBezTo>
                  <a:cubicBezTo>
                    <a:pt x="90" y="169"/>
                    <a:pt x="88" y="166"/>
                    <a:pt x="88" y="165"/>
                  </a:cubicBezTo>
                  <a:cubicBezTo>
                    <a:pt x="87" y="163"/>
                    <a:pt x="89" y="158"/>
                    <a:pt x="89" y="156"/>
                  </a:cubicBezTo>
                  <a:cubicBezTo>
                    <a:pt x="89" y="154"/>
                    <a:pt x="89" y="150"/>
                    <a:pt x="89" y="148"/>
                  </a:cubicBezTo>
                  <a:cubicBezTo>
                    <a:pt x="89" y="146"/>
                    <a:pt x="87" y="142"/>
                    <a:pt x="86" y="140"/>
                  </a:cubicBezTo>
                  <a:cubicBezTo>
                    <a:pt x="86" y="139"/>
                    <a:pt x="87" y="136"/>
                    <a:pt x="87" y="135"/>
                  </a:cubicBezTo>
                  <a:cubicBezTo>
                    <a:pt x="87" y="133"/>
                    <a:pt x="87" y="130"/>
                    <a:pt x="87" y="128"/>
                  </a:cubicBezTo>
                  <a:cubicBezTo>
                    <a:pt x="86" y="126"/>
                    <a:pt x="83" y="121"/>
                    <a:pt x="82" y="119"/>
                  </a:cubicBezTo>
                  <a:cubicBezTo>
                    <a:pt x="81" y="117"/>
                    <a:pt x="80" y="111"/>
                    <a:pt x="79" y="109"/>
                  </a:cubicBezTo>
                  <a:cubicBezTo>
                    <a:pt x="78" y="108"/>
                    <a:pt x="76" y="106"/>
                    <a:pt x="76" y="105"/>
                  </a:cubicBezTo>
                  <a:cubicBezTo>
                    <a:pt x="75" y="105"/>
                    <a:pt x="73" y="103"/>
                    <a:pt x="73" y="102"/>
                  </a:cubicBezTo>
                  <a:cubicBezTo>
                    <a:pt x="72" y="101"/>
                    <a:pt x="70" y="98"/>
                    <a:pt x="69" y="97"/>
                  </a:cubicBezTo>
                  <a:cubicBezTo>
                    <a:pt x="68" y="96"/>
                    <a:pt x="65" y="96"/>
                    <a:pt x="64" y="95"/>
                  </a:cubicBezTo>
                  <a:cubicBezTo>
                    <a:pt x="62" y="94"/>
                    <a:pt x="59" y="92"/>
                    <a:pt x="58" y="91"/>
                  </a:cubicBezTo>
                  <a:cubicBezTo>
                    <a:pt x="58" y="91"/>
                    <a:pt x="57" y="91"/>
                    <a:pt x="57" y="90"/>
                  </a:cubicBezTo>
                  <a:cubicBezTo>
                    <a:pt x="57" y="89"/>
                    <a:pt x="57" y="88"/>
                    <a:pt x="57" y="87"/>
                  </a:cubicBezTo>
                  <a:cubicBezTo>
                    <a:pt x="57" y="84"/>
                    <a:pt x="56" y="78"/>
                    <a:pt x="55" y="75"/>
                  </a:cubicBezTo>
                  <a:cubicBezTo>
                    <a:pt x="54" y="73"/>
                    <a:pt x="50" y="70"/>
                    <a:pt x="48" y="69"/>
                  </a:cubicBezTo>
                  <a:cubicBezTo>
                    <a:pt x="47" y="68"/>
                    <a:pt x="43" y="67"/>
                    <a:pt x="41" y="66"/>
                  </a:cubicBezTo>
                  <a:cubicBezTo>
                    <a:pt x="39" y="65"/>
                    <a:pt x="35" y="62"/>
                    <a:pt x="33" y="61"/>
                  </a:cubicBezTo>
                  <a:cubicBezTo>
                    <a:pt x="32" y="59"/>
                    <a:pt x="30" y="56"/>
                    <a:pt x="28" y="55"/>
                  </a:cubicBezTo>
                  <a:cubicBezTo>
                    <a:pt x="27" y="54"/>
                    <a:pt x="24" y="53"/>
                    <a:pt x="23" y="51"/>
                  </a:cubicBezTo>
                  <a:cubicBezTo>
                    <a:pt x="21" y="49"/>
                    <a:pt x="20" y="43"/>
                    <a:pt x="19" y="41"/>
                  </a:cubicBezTo>
                  <a:cubicBezTo>
                    <a:pt x="18" y="39"/>
                    <a:pt x="16" y="34"/>
                    <a:pt x="15" y="32"/>
                  </a:cubicBezTo>
                  <a:cubicBezTo>
                    <a:pt x="13" y="31"/>
                    <a:pt x="9" y="30"/>
                    <a:pt x="8" y="29"/>
                  </a:cubicBezTo>
                  <a:cubicBezTo>
                    <a:pt x="6" y="28"/>
                    <a:pt x="4" y="25"/>
                    <a:pt x="2" y="23"/>
                  </a:cubicBezTo>
                  <a:cubicBezTo>
                    <a:pt x="2" y="23"/>
                    <a:pt x="1" y="22"/>
                    <a:pt x="0" y="20"/>
                  </a:cubicBezTo>
                  <a:cubicBezTo>
                    <a:pt x="0" y="20"/>
                    <a:pt x="0" y="20"/>
                    <a:pt x="0" y="20"/>
                  </a:cubicBezTo>
                  <a:cubicBezTo>
                    <a:pt x="2" y="20"/>
                    <a:pt x="5" y="20"/>
                    <a:pt x="7" y="19"/>
                  </a:cubicBezTo>
                  <a:cubicBezTo>
                    <a:pt x="8" y="19"/>
                    <a:pt x="11" y="17"/>
                    <a:pt x="12" y="16"/>
                  </a:cubicBezTo>
                  <a:cubicBezTo>
                    <a:pt x="12" y="15"/>
                    <a:pt x="14" y="14"/>
                    <a:pt x="14" y="13"/>
                  </a:cubicBezTo>
                  <a:cubicBezTo>
                    <a:pt x="15" y="11"/>
                    <a:pt x="15" y="8"/>
                    <a:pt x="16" y="6"/>
                  </a:cubicBezTo>
                  <a:cubicBezTo>
                    <a:pt x="17" y="5"/>
                    <a:pt x="20" y="2"/>
                    <a:pt x="22" y="1"/>
                  </a:cubicBezTo>
                  <a:cubicBezTo>
                    <a:pt x="23" y="0"/>
                    <a:pt x="27" y="0"/>
                    <a:pt x="29" y="1"/>
                  </a:cubicBezTo>
                  <a:cubicBezTo>
                    <a:pt x="30" y="1"/>
                    <a:pt x="32" y="3"/>
                    <a:pt x="33" y="4"/>
                  </a:cubicBezTo>
                  <a:cubicBezTo>
                    <a:pt x="34" y="5"/>
                    <a:pt x="38" y="5"/>
                    <a:pt x="40" y="6"/>
                  </a:cubicBezTo>
                  <a:cubicBezTo>
                    <a:pt x="41" y="6"/>
                    <a:pt x="44" y="5"/>
                    <a:pt x="46" y="5"/>
                  </a:cubicBezTo>
                  <a:cubicBezTo>
                    <a:pt x="47" y="6"/>
                    <a:pt x="49" y="8"/>
                    <a:pt x="49" y="9"/>
                  </a:cubicBezTo>
                  <a:cubicBezTo>
                    <a:pt x="50" y="11"/>
                    <a:pt x="49" y="16"/>
                    <a:pt x="49" y="18"/>
                  </a:cubicBezTo>
                  <a:cubicBezTo>
                    <a:pt x="50" y="19"/>
                    <a:pt x="51" y="21"/>
                    <a:pt x="52" y="22"/>
                  </a:cubicBezTo>
                  <a:cubicBezTo>
                    <a:pt x="54" y="24"/>
                    <a:pt x="59" y="26"/>
                    <a:pt x="62" y="26"/>
                  </a:cubicBezTo>
                  <a:cubicBezTo>
                    <a:pt x="65" y="27"/>
                    <a:pt x="70" y="26"/>
                    <a:pt x="73" y="27"/>
                  </a:cubicBezTo>
                  <a:cubicBezTo>
                    <a:pt x="75" y="28"/>
                    <a:pt x="79" y="30"/>
                    <a:pt x="81" y="31"/>
                  </a:cubicBezTo>
                  <a:cubicBezTo>
                    <a:pt x="83" y="33"/>
                    <a:pt x="86" y="37"/>
                    <a:pt x="87" y="40"/>
                  </a:cubicBezTo>
                  <a:cubicBezTo>
                    <a:pt x="88" y="41"/>
                    <a:pt x="88" y="45"/>
                    <a:pt x="90" y="46"/>
                  </a:cubicBezTo>
                  <a:cubicBezTo>
                    <a:pt x="91" y="48"/>
                    <a:pt x="94" y="50"/>
                    <a:pt x="95" y="49"/>
                  </a:cubicBezTo>
                  <a:cubicBezTo>
                    <a:pt x="97" y="49"/>
                    <a:pt x="98" y="44"/>
                    <a:pt x="98" y="42"/>
                  </a:cubicBezTo>
                  <a:cubicBezTo>
                    <a:pt x="98" y="42"/>
                    <a:pt x="97" y="40"/>
                    <a:pt x="97" y="39"/>
                  </a:cubicBezTo>
                  <a:cubicBezTo>
                    <a:pt x="97" y="38"/>
                    <a:pt x="98" y="36"/>
                    <a:pt x="98" y="36"/>
                  </a:cubicBezTo>
                  <a:cubicBezTo>
                    <a:pt x="100" y="36"/>
                    <a:pt x="101" y="40"/>
                    <a:pt x="102" y="41"/>
                  </a:cubicBezTo>
                  <a:cubicBezTo>
                    <a:pt x="103" y="42"/>
                    <a:pt x="103" y="46"/>
                    <a:pt x="105" y="47"/>
                  </a:cubicBezTo>
                  <a:cubicBezTo>
                    <a:pt x="106" y="48"/>
                    <a:pt x="111" y="49"/>
                    <a:pt x="113" y="50"/>
                  </a:cubicBezTo>
                  <a:cubicBezTo>
                    <a:pt x="116" y="51"/>
                    <a:pt x="121" y="54"/>
                    <a:pt x="123" y="56"/>
                  </a:cubicBezTo>
                  <a:cubicBezTo>
                    <a:pt x="125" y="58"/>
                    <a:pt x="126" y="63"/>
                    <a:pt x="129" y="65"/>
                  </a:cubicBezTo>
                  <a:cubicBezTo>
                    <a:pt x="130" y="66"/>
                    <a:pt x="134" y="66"/>
                    <a:pt x="136" y="67"/>
                  </a:cubicBezTo>
                  <a:cubicBezTo>
                    <a:pt x="138" y="68"/>
                    <a:pt x="142" y="72"/>
                    <a:pt x="145" y="72"/>
                  </a:cubicBezTo>
                  <a:cubicBezTo>
                    <a:pt x="147" y="72"/>
                    <a:pt x="151" y="71"/>
                    <a:pt x="153" y="70"/>
                  </a:cubicBezTo>
                  <a:cubicBezTo>
                    <a:pt x="154" y="69"/>
                    <a:pt x="156" y="66"/>
                    <a:pt x="157" y="65"/>
                  </a:cubicBezTo>
                  <a:cubicBezTo>
                    <a:pt x="159" y="65"/>
                    <a:pt x="163" y="64"/>
                    <a:pt x="165" y="64"/>
                  </a:cubicBezTo>
                  <a:cubicBezTo>
                    <a:pt x="167" y="65"/>
                    <a:pt x="171" y="67"/>
                    <a:pt x="173" y="68"/>
                  </a:cubicBezTo>
                  <a:cubicBezTo>
                    <a:pt x="175" y="70"/>
                    <a:pt x="179" y="76"/>
                    <a:pt x="182" y="77"/>
                  </a:cubicBezTo>
                  <a:cubicBezTo>
                    <a:pt x="184" y="78"/>
                    <a:pt x="188" y="79"/>
                    <a:pt x="189" y="79"/>
                  </a:cubicBezTo>
                  <a:cubicBezTo>
                    <a:pt x="191" y="79"/>
                    <a:pt x="193" y="77"/>
                    <a:pt x="194" y="76"/>
                  </a:cubicBezTo>
                  <a:cubicBezTo>
                    <a:pt x="196" y="75"/>
                    <a:pt x="196" y="71"/>
                    <a:pt x="197" y="70"/>
                  </a:cubicBezTo>
                  <a:cubicBezTo>
                    <a:pt x="198" y="69"/>
                    <a:pt x="201" y="68"/>
                    <a:pt x="202" y="68"/>
                  </a:cubicBezTo>
                  <a:cubicBezTo>
                    <a:pt x="204" y="69"/>
                    <a:pt x="206" y="70"/>
                    <a:pt x="207" y="71"/>
                  </a:cubicBezTo>
                  <a:cubicBezTo>
                    <a:pt x="209" y="72"/>
                    <a:pt x="211" y="75"/>
                    <a:pt x="212" y="76"/>
                  </a:cubicBezTo>
                  <a:cubicBezTo>
                    <a:pt x="213" y="77"/>
                    <a:pt x="216" y="79"/>
                    <a:pt x="218" y="79"/>
                  </a:cubicBezTo>
                  <a:cubicBezTo>
                    <a:pt x="220" y="79"/>
                    <a:pt x="223" y="78"/>
                    <a:pt x="225" y="78"/>
                  </a:cubicBezTo>
                  <a:cubicBezTo>
                    <a:pt x="227" y="78"/>
                    <a:pt x="231" y="78"/>
                    <a:pt x="233" y="78"/>
                  </a:cubicBezTo>
                  <a:cubicBezTo>
                    <a:pt x="235" y="78"/>
                    <a:pt x="238" y="80"/>
                    <a:pt x="240" y="79"/>
                  </a:cubicBezTo>
                  <a:cubicBezTo>
                    <a:pt x="241" y="79"/>
                    <a:pt x="243" y="76"/>
                    <a:pt x="243" y="75"/>
                  </a:cubicBezTo>
                  <a:cubicBezTo>
                    <a:pt x="243" y="74"/>
                    <a:pt x="240" y="71"/>
                    <a:pt x="240" y="70"/>
                  </a:cubicBezTo>
                  <a:cubicBezTo>
                    <a:pt x="240" y="68"/>
                    <a:pt x="241" y="65"/>
                    <a:pt x="242" y="64"/>
                  </a:cubicBezTo>
                  <a:cubicBezTo>
                    <a:pt x="243" y="64"/>
                    <a:pt x="246" y="63"/>
                    <a:pt x="246" y="62"/>
                  </a:cubicBezTo>
                  <a:cubicBezTo>
                    <a:pt x="247" y="61"/>
                    <a:pt x="247" y="58"/>
                    <a:pt x="247" y="57"/>
                  </a:cubicBezTo>
                  <a:cubicBezTo>
                    <a:pt x="249" y="56"/>
                    <a:pt x="252" y="55"/>
                    <a:pt x="254" y="55"/>
                  </a:cubicBezTo>
                  <a:cubicBezTo>
                    <a:pt x="255" y="54"/>
                    <a:pt x="260" y="55"/>
                    <a:pt x="261" y="54"/>
                  </a:cubicBezTo>
                  <a:cubicBezTo>
                    <a:pt x="262" y="53"/>
                    <a:pt x="263" y="50"/>
                    <a:pt x="264" y="49"/>
                  </a:cubicBezTo>
                  <a:cubicBezTo>
                    <a:pt x="266" y="47"/>
                    <a:pt x="272" y="46"/>
                    <a:pt x="274" y="47"/>
                  </a:cubicBezTo>
                  <a:cubicBezTo>
                    <a:pt x="275" y="47"/>
                    <a:pt x="278" y="49"/>
                    <a:pt x="278" y="50"/>
                  </a:cubicBezTo>
                  <a:cubicBezTo>
                    <a:pt x="279" y="51"/>
                    <a:pt x="277" y="54"/>
                    <a:pt x="277" y="56"/>
                  </a:cubicBezTo>
                  <a:cubicBezTo>
                    <a:pt x="278" y="57"/>
                    <a:pt x="281" y="59"/>
                    <a:pt x="283" y="59"/>
                  </a:cubicBezTo>
                  <a:cubicBezTo>
                    <a:pt x="284" y="60"/>
                    <a:pt x="287" y="60"/>
                    <a:pt x="289" y="60"/>
                  </a:cubicBezTo>
                  <a:cubicBezTo>
                    <a:pt x="291" y="60"/>
                    <a:pt x="294" y="60"/>
                    <a:pt x="296" y="61"/>
                  </a:cubicBezTo>
                  <a:cubicBezTo>
                    <a:pt x="297" y="62"/>
                    <a:pt x="300" y="65"/>
                    <a:pt x="301" y="67"/>
                  </a:cubicBezTo>
                  <a:cubicBezTo>
                    <a:pt x="302" y="68"/>
                    <a:pt x="302" y="72"/>
                    <a:pt x="303" y="74"/>
                  </a:cubicBezTo>
                  <a:cubicBezTo>
                    <a:pt x="305" y="75"/>
                    <a:pt x="308" y="76"/>
                    <a:pt x="309" y="75"/>
                  </a:cubicBezTo>
                  <a:cubicBezTo>
                    <a:pt x="310" y="75"/>
                    <a:pt x="310" y="72"/>
                    <a:pt x="311" y="71"/>
                  </a:cubicBezTo>
                  <a:cubicBezTo>
                    <a:pt x="312" y="71"/>
                    <a:pt x="314" y="70"/>
                    <a:pt x="315" y="70"/>
                  </a:cubicBezTo>
                  <a:cubicBezTo>
                    <a:pt x="316" y="70"/>
                    <a:pt x="318" y="71"/>
                    <a:pt x="319" y="71"/>
                  </a:cubicBezTo>
                  <a:cubicBezTo>
                    <a:pt x="320" y="72"/>
                    <a:pt x="322" y="74"/>
                    <a:pt x="322" y="75"/>
                  </a:cubicBezTo>
                  <a:cubicBezTo>
                    <a:pt x="323" y="76"/>
                    <a:pt x="323" y="78"/>
                    <a:pt x="322" y="79"/>
                  </a:cubicBezTo>
                  <a:cubicBezTo>
                    <a:pt x="322" y="80"/>
                    <a:pt x="319" y="81"/>
                    <a:pt x="318" y="82"/>
                  </a:cubicBezTo>
                  <a:cubicBezTo>
                    <a:pt x="317" y="84"/>
                    <a:pt x="315" y="87"/>
                    <a:pt x="314" y="89"/>
                  </a:cubicBezTo>
                  <a:cubicBezTo>
                    <a:pt x="313" y="91"/>
                    <a:pt x="313" y="95"/>
                    <a:pt x="312" y="96"/>
                  </a:cubicBezTo>
                  <a:cubicBezTo>
                    <a:pt x="311" y="97"/>
                    <a:pt x="308" y="97"/>
                    <a:pt x="307" y="98"/>
                  </a:cubicBezTo>
                  <a:cubicBezTo>
                    <a:pt x="306" y="99"/>
                    <a:pt x="306" y="101"/>
                    <a:pt x="307" y="103"/>
                  </a:cubicBezTo>
                  <a:cubicBezTo>
                    <a:pt x="307" y="104"/>
                    <a:pt x="309" y="107"/>
                    <a:pt x="310" y="108"/>
                  </a:cubicBezTo>
                  <a:cubicBezTo>
                    <a:pt x="312" y="109"/>
                    <a:pt x="316" y="111"/>
                    <a:pt x="318" y="113"/>
                  </a:cubicBezTo>
                  <a:cubicBezTo>
                    <a:pt x="319" y="114"/>
                    <a:pt x="322" y="118"/>
                    <a:pt x="323" y="120"/>
                  </a:cubicBezTo>
                  <a:cubicBezTo>
                    <a:pt x="324" y="122"/>
                    <a:pt x="326" y="128"/>
                    <a:pt x="327" y="130"/>
                  </a:cubicBezTo>
                  <a:cubicBezTo>
                    <a:pt x="328" y="132"/>
                    <a:pt x="332" y="134"/>
                    <a:pt x="333" y="135"/>
                  </a:cubicBezTo>
                  <a:cubicBezTo>
                    <a:pt x="335" y="136"/>
                    <a:pt x="338" y="136"/>
                    <a:pt x="340" y="135"/>
                  </a:cubicBezTo>
                  <a:cubicBezTo>
                    <a:pt x="341" y="135"/>
                    <a:pt x="345" y="134"/>
                    <a:pt x="346" y="134"/>
                  </a:cubicBezTo>
                  <a:cubicBezTo>
                    <a:pt x="349" y="134"/>
                    <a:pt x="354" y="134"/>
                    <a:pt x="355" y="136"/>
                  </a:cubicBezTo>
                  <a:cubicBezTo>
                    <a:pt x="357" y="137"/>
                    <a:pt x="356" y="142"/>
                    <a:pt x="357" y="143"/>
                  </a:cubicBezTo>
                  <a:cubicBezTo>
                    <a:pt x="359" y="144"/>
                    <a:pt x="362" y="144"/>
                    <a:pt x="364" y="145"/>
                  </a:cubicBezTo>
                  <a:cubicBezTo>
                    <a:pt x="365" y="145"/>
                    <a:pt x="368" y="147"/>
                    <a:pt x="369" y="147"/>
                  </a:cubicBezTo>
                  <a:cubicBezTo>
                    <a:pt x="371" y="148"/>
                    <a:pt x="374" y="147"/>
                    <a:pt x="376" y="146"/>
                  </a:cubicBezTo>
                  <a:cubicBezTo>
                    <a:pt x="377" y="146"/>
                    <a:pt x="378" y="143"/>
                    <a:pt x="379" y="143"/>
                  </a:cubicBezTo>
                  <a:cubicBezTo>
                    <a:pt x="380" y="143"/>
                    <a:pt x="381" y="143"/>
                    <a:pt x="382" y="144"/>
                  </a:cubicBezTo>
                  <a:cubicBezTo>
                    <a:pt x="383" y="145"/>
                    <a:pt x="384" y="145"/>
                    <a:pt x="385" y="146"/>
                  </a:cubicBezTo>
                  <a:cubicBezTo>
                    <a:pt x="386" y="146"/>
                    <a:pt x="389" y="145"/>
                    <a:pt x="390" y="145"/>
                  </a:cubicBezTo>
                  <a:cubicBezTo>
                    <a:pt x="391" y="144"/>
                    <a:pt x="391" y="143"/>
                    <a:pt x="392" y="142"/>
                  </a:cubicBezTo>
                  <a:cubicBezTo>
                    <a:pt x="394" y="142"/>
                    <a:pt x="397" y="142"/>
                    <a:pt x="398" y="142"/>
                  </a:cubicBezTo>
                  <a:cubicBezTo>
                    <a:pt x="399" y="142"/>
                    <a:pt x="401" y="143"/>
                    <a:pt x="402" y="144"/>
                  </a:cubicBezTo>
                  <a:cubicBezTo>
                    <a:pt x="403" y="144"/>
                    <a:pt x="405" y="146"/>
                    <a:pt x="406" y="146"/>
                  </a:cubicBezTo>
                  <a:cubicBezTo>
                    <a:pt x="406" y="147"/>
                    <a:pt x="408" y="148"/>
                    <a:pt x="409" y="149"/>
                  </a:cubicBezTo>
                  <a:cubicBezTo>
                    <a:pt x="410" y="150"/>
                    <a:pt x="412" y="152"/>
                    <a:pt x="412" y="154"/>
                  </a:cubicBezTo>
                  <a:cubicBezTo>
                    <a:pt x="412" y="155"/>
                    <a:pt x="411" y="156"/>
                    <a:pt x="410" y="156"/>
                  </a:cubicBezTo>
                  <a:cubicBezTo>
                    <a:pt x="410" y="157"/>
                    <a:pt x="408" y="158"/>
                    <a:pt x="407" y="158"/>
                  </a:cubicBezTo>
                  <a:cubicBezTo>
                    <a:pt x="407" y="160"/>
                    <a:pt x="406" y="163"/>
                    <a:pt x="405" y="163"/>
                  </a:cubicBezTo>
                  <a:cubicBezTo>
                    <a:pt x="404" y="165"/>
                    <a:pt x="399" y="165"/>
                    <a:pt x="399" y="165"/>
                  </a:cubicBezTo>
                  <a:cubicBezTo>
                    <a:pt x="399" y="165"/>
                    <a:pt x="397" y="169"/>
                    <a:pt x="397" y="170"/>
                  </a:cubicBezTo>
                  <a:cubicBezTo>
                    <a:pt x="397" y="172"/>
                    <a:pt x="399" y="174"/>
                    <a:pt x="399" y="176"/>
                  </a:cubicBezTo>
                  <a:cubicBezTo>
                    <a:pt x="399" y="177"/>
                    <a:pt x="399" y="178"/>
                    <a:pt x="398" y="179"/>
                  </a:cubicBezTo>
                  <a:cubicBezTo>
                    <a:pt x="398" y="180"/>
                    <a:pt x="398" y="181"/>
                    <a:pt x="397" y="181"/>
                  </a:cubicBezTo>
                  <a:cubicBezTo>
                    <a:pt x="396" y="183"/>
                    <a:pt x="392" y="185"/>
                    <a:pt x="390" y="186"/>
                  </a:cubicBezTo>
                  <a:cubicBezTo>
                    <a:pt x="389" y="187"/>
                    <a:pt x="387" y="189"/>
                    <a:pt x="386" y="190"/>
                  </a:cubicBezTo>
                  <a:cubicBezTo>
                    <a:pt x="384" y="191"/>
                    <a:pt x="381" y="191"/>
                    <a:pt x="380" y="192"/>
                  </a:cubicBezTo>
                  <a:cubicBezTo>
                    <a:pt x="379" y="193"/>
                    <a:pt x="378" y="197"/>
                    <a:pt x="378" y="198"/>
                  </a:cubicBezTo>
                  <a:cubicBezTo>
                    <a:pt x="378" y="200"/>
                    <a:pt x="379" y="203"/>
                    <a:pt x="379" y="205"/>
                  </a:cubicBezTo>
                  <a:cubicBezTo>
                    <a:pt x="379" y="206"/>
                    <a:pt x="377" y="208"/>
                    <a:pt x="376" y="209"/>
                  </a:cubicBezTo>
                  <a:cubicBezTo>
                    <a:pt x="375" y="210"/>
                    <a:pt x="373" y="209"/>
                    <a:pt x="372" y="210"/>
                  </a:cubicBezTo>
                  <a:cubicBezTo>
                    <a:pt x="371" y="211"/>
                    <a:pt x="371" y="213"/>
                    <a:pt x="371" y="213"/>
                  </a:cubicBezTo>
                  <a:cubicBezTo>
                    <a:pt x="371" y="215"/>
                    <a:pt x="373" y="218"/>
                    <a:pt x="374" y="220"/>
                  </a:cubicBezTo>
                  <a:cubicBezTo>
                    <a:pt x="374" y="221"/>
                    <a:pt x="374" y="225"/>
                    <a:pt x="375" y="227"/>
                  </a:cubicBezTo>
                  <a:cubicBezTo>
                    <a:pt x="376" y="228"/>
                    <a:pt x="378" y="230"/>
                    <a:pt x="380" y="231"/>
                  </a:cubicBezTo>
                  <a:cubicBezTo>
                    <a:pt x="381" y="232"/>
                    <a:pt x="385" y="231"/>
                    <a:pt x="386" y="232"/>
                  </a:cubicBezTo>
                  <a:cubicBezTo>
                    <a:pt x="388" y="233"/>
                    <a:pt x="391" y="236"/>
                    <a:pt x="393" y="237"/>
                  </a:cubicBezTo>
                  <a:cubicBezTo>
                    <a:pt x="394" y="239"/>
                    <a:pt x="397" y="244"/>
                    <a:pt x="397" y="246"/>
                  </a:cubicBezTo>
                  <a:cubicBezTo>
                    <a:pt x="397" y="248"/>
                    <a:pt x="395" y="251"/>
                    <a:pt x="394" y="252"/>
                  </a:cubicBezTo>
                  <a:cubicBezTo>
                    <a:pt x="393" y="253"/>
                    <a:pt x="389" y="254"/>
                    <a:pt x="388" y="255"/>
                  </a:cubicBezTo>
                  <a:cubicBezTo>
                    <a:pt x="387" y="256"/>
                    <a:pt x="387" y="260"/>
                    <a:pt x="385" y="261"/>
                  </a:cubicBezTo>
                  <a:cubicBezTo>
                    <a:pt x="383" y="263"/>
                    <a:pt x="375" y="260"/>
                    <a:pt x="373" y="262"/>
                  </a:cubicBezTo>
                  <a:cubicBezTo>
                    <a:pt x="372" y="263"/>
                    <a:pt x="371" y="266"/>
                    <a:pt x="371" y="268"/>
                  </a:cubicBezTo>
                  <a:cubicBezTo>
                    <a:pt x="370" y="269"/>
                    <a:pt x="371" y="274"/>
                    <a:pt x="369" y="275"/>
                  </a:cubicBezTo>
                  <a:cubicBezTo>
                    <a:pt x="368" y="277"/>
                    <a:pt x="365" y="279"/>
                    <a:pt x="363" y="279"/>
                  </a:cubicBezTo>
                  <a:cubicBezTo>
                    <a:pt x="362" y="279"/>
                    <a:pt x="361" y="277"/>
                    <a:pt x="361" y="277"/>
                  </a:cubicBezTo>
                  <a:cubicBezTo>
                    <a:pt x="360" y="276"/>
                    <a:pt x="358" y="276"/>
                    <a:pt x="357" y="276"/>
                  </a:cubicBezTo>
                  <a:cubicBezTo>
                    <a:pt x="356" y="276"/>
                    <a:pt x="353" y="280"/>
                    <a:pt x="353" y="281"/>
                  </a:cubicBezTo>
                  <a:cubicBezTo>
                    <a:pt x="352" y="283"/>
                    <a:pt x="353" y="288"/>
                    <a:pt x="353" y="290"/>
                  </a:cubicBezTo>
                  <a:cubicBezTo>
                    <a:pt x="353" y="292"/>
                    <a:pt x="352" y="296"/>
                    <a:pt x="353" y="298"/>
                  </a:cubicBezTo>
                  <a:cubicBezTo>
                    <a:pt x="354" y="299"/>
                    <a:pt x="357" y="301"/>
                    <a:pt x="358" y="303"/>
                  </a:cubicBezTo>
                  <a:cubicBezTo>
                    <a:pt x="358" y="304"/>
                    <a:pt x="358" y="307"/>
                    <a:pt x="359" y="308"/>
                  </a:cubicBezTo>
                  <a:cubicBezTo>
                    <a:pt x="359" y="309"/>
                    <a:pt x="362" y="311"/>
                    <a:pt x="363" y="313"/>
                  </a:cubicBezTo>
                  <a:cubicBezTo>
                    <a:pt x="364" y="315"/>
                    <a:pt x="365" y="321"/>
                    <a:pt x="364" y="324"/>
                  </a:cubicBezTo>
                  <a:cubicBezTo>
                    <a:pt x="364" y="325"/>
                    <a:pt x="364" y="328"/>
                    <a:pt x="363" y="329"/>
                  </a:cubicBezTo>
                  <a:cubicBezTo>
                    <a:pt x="363" y="331"/>
                    <a:pt x="359" y="333"/>
                    <a:pt x="359" y="334"/>
                  </a:cubicBezTo>
                  <a:cubicBezTo>
                    <a:pt x="357" y="336"/>
                    <a:pt x="357" y="342"/>
                    <a:pt x="356" y="344"/>
                  </a:cubicBezTo>
                  <a:cubicBezTo>
                    <a:pt x="355" y="344"/>
                    <a:pt x="354" y="346"/>
                    <a:pt x="353" y="34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31"/>
            <p:cNvSpPr>
              <a:spLocks/>
            </p:cNvSpPr>
            <p:nvPr/>
          </p:nvSpPr>
          <p:spPr bwMode="auto">
            <a:xfrm>
              <a:off x="5762625" y="1668463"/>
              <a:ext cx="982662" cy="520700"/>
            </a:xfrm>
            <a:custGeom>
              <a:avLst/>
              <a:gdLst/>
              <a:ahLst/>
              <a:cxnLst>
                <a:cxn ang="0">
                  <a:pos x="19" y="83"/>
                </a:cxn>
                <a:cxn ang="0">
                  <a:pos x="20" y="55"/>
                </a:cxn>
                <a:cxn ang="0">
                  <a:pos x="32" y="10"/>
                </a:cxn>
                <a:cxn ang="0">
                  <a:pos x="65" y="14"/>
                </a:cxn>
                <a:cxn ang="0">
                  <a:pos x="110" y="2"/>
                </a:cxn>
                <a:cxn ang="0">
                  <a:pos x="132" y="27"/>
                </a:cxn>
                <a:cxn ang="0">
                  <a:pos x="178" y="29"/>
                </a:cxn>
                <a:cxn ang="0">
                  <a:pos x="229" y="34"/>
                </a:cxn>
                <a:cxn ang="0">
                  <a:pos x="288" y="32"/>
                </a:cxn>
                <a:cxn ang="0">
                  <a:pos x="325" y="25"/>
                </a:cxn>
                <a:cxn ang="0">
                  <a:pos x="358" y="40"/>
                </a:cxn>
                <a:cxn ang="0">
                  <a:pos x="383" y="29"/>
                </a:cxn>
                <a:cxn ang="0">
                  <a:pos x="414" y="31"/>
                </a:cxn>
                <a:cxn ang="0">
                  <a:pos x="450" y="28"/>
                </a:cxn>
                <a:cxn ang="0">
                  <a:pos x="471" y="53"/>
                </a:cxn>
                <a:cxn ang="0">
                  <a:pos x="468" y="64"/>
                </a:cxn>
                <a:cxn ang="0">
                  <a:pos x="458" y="65"/>
                </a:cxn>
                <a:cxn ang="0">
                  <a:pos x="466" y="76"/>
                </a:cxn>
                <a:cxn ang="0">
                  <a:pos x="467" y="99"/>
                </a:cxn>
                <a:cxn ang="0">
                  <a:pos x="457" y="96"/>
                </a:cxn>
                <a:cxn ang="0">
                  <a:pos x="453" y="88"/>
                </a:cxn>
                <a:cxn ang="0">
                  <a:pos x="443" y="95"/>
                </a:cxn>
                <a:cxn ang="0">
                  <a:pos x="452" y="109"/>
                </a:cxn>
                <a:cxn ang="0">
                  <a:pos x="457" y="109"/>
                </a:cxn>
                <a:cxn ang="0">
                  <a:pos x="472" y="101"/>
                </a:cxn>
                <a:cxn ang="0">
                  <a:pos x="474" y="127"/>
                </a:cxn>
                <a:cxn ang="0">
                  <a:pos x="492" y="182"/>
                </a:cxn>
                <a:cxn ang="0">
                  <a:pos x="524" y="221"/>
                </a:cxn>
                <a:cxn ang="0">
                  <a:pos x="554" y="240"/>
                </a:cxn>
                <a:cxn ang="0">
                  <a:pos x="544" y="266"/>
                </a:cxn>
                <a:cxn ang="0">
                  <a:pos x="526" y="264"/>
                </a:cxn>
                <a:cxn ang="0">
                  <a:pos x="514" y="251"/>
                </a:cxn>
                <a:cxn ang="0">
                  <a:pos x="500" y="243"/>
                </a:cxn>
                <a:cxn ang="0">
                  <a:pos x="481" y="248"/>
                </a:cxn>
                <a:cxn ang="0">
                  <a:pos x="472" y="254"/>
                </a:cxn>
                <a:cxn ang="0">
                  <a:pos x="463" y="270"/>
                </a:cxn>
                <a:cxn ang="0">
                  <a:pos x="456" y="289"/>
                </a:cxn>
                <a:cxn ang="0">
                  <a:pos x="434" y="289"/>
                </a:cxn>
                <a:cxn ang="0">
                  <a:pos x="410" y="281"/>
                </a:cxn>
                <a:cxn ang="0">
                  <a:pos x="387" y="254"/>
                </a:cxn>
                <a:cxn ang="0">
                  <a:pos x="391" y="235"/>
                </a:cxn>
                <a:cxn ang="0">
                  <a:pos x="396" y="217"/>
                </a:cxn>
                <a:cxn ang="0">
                  <a:pos x="380" y="220"/>
                </a:cxn>
                <a:cxn ang="0">
                  <a:pos x="360" y="205"/>
                </a:cxn>
                <a:cxn ang="0">
                  <a:pos x="341" y="195"/>
                </a:cxn>
                <a:cxn ang="0">
                  <a:pos x="323" y="208"/>
                </a:cxn>
                <a:cxn ang="0">
                  <a:pos x="317" y="225"/>
                </a:cxn>
                <a:cxn ang="0">
                  <a:pos x="289" y="222"/>
                </a:cxn>
                <a:cxn ang="0">
                  <a:pos x="271" y="222"/>
                </a:cxn>
                <a:cxn ang="0">
                  <a:pos x="242" y="210"/>
                </a:cxn>
                <a:cxn ang="0">
                  <a:pos x="213" y="213"/>
                </a:cxn>
                <a:cxn ang="0">
                  <a:pos x="182" y="193"/>
                </a:cxn>
                <a:cxn ang="0">
                  <a:pos x="175" y="188"/>
                </a:cxn>
                <a:cxn ang="0">
                  <a:pos x="158" y="177"/>
                </a:cxn>
                <a:cxn ang="0">
                  <a:pos x="126" y="164"/>
                </a:cxn>
                <a:cxn ang="0">
                  <a:pos x="110" y="150"/>
                </a:cxn>
                <a:cxn ang="0">
                  <a:pos x="91" y="159"/>
                </a:cxn>
                <a:cxn ang="0">
                  <a:pos x="77" y="166"/>
                </a:cxn>
                <a:cxn ang="0">
                  <a:pos x="57" y="154"/>
                </a:cxn>
                <a:cxn ang="0">
                  <a:pos x="48" y="150"/>
                </a:cxn>
                <a:cxn ang="0">
                  <a:pos x="36" y="119"/>
                </a:cxn>
                <a:cxn ang="0">
                  <a:pos x="11" y="117"/>
                </a:cxn>
                <a:cxn ang="0">
                  <a:pos x="8" y="105"/>
                </a:cxn>
              </a:cxnLst>
              <a:rect l="0" t="0" r="r" b="b"/>
              <a:pathLst>
                <a:path w="555" h="294">
                  <a:moveTo>
                    <a:pt x="8" y="105"/>
                  </a:moveTo>
                  <a:cubicBezTo>
                    <a:pt x="9" y="103"/>
                    <a:pt x="11" y="100"/>
                    <a:pt x="11" y="99"/>
                  </a:cubicBezTo>
                  <a:cubicBezTo>
                    <a:pt x="12" y="96"/>
                    <a:pt x="13" y="90"/>
                    <a:pt x="14" y="88"/>
                  </a:cubicBezTo>
                  <a:cubicBezTo>
                    <a:pt x="15" y="86"/>
                    <a:pt x="18" y="85"/>
                    <a:pt x="19" y="83"/>
                  </a:cubicBezTo>
                  <a:cubicBezTo>
                    <a:pt x="19" y="82"/>
                    <a:pt x="18" y="77"/>
                    <a:pt x="19" y="76"/>
                  </a:cubicBezTo>
                  <a:cubicBezTo>
                    <a:pt x="19" y="74"/>
                    <a:pt x="23" y="74"/>
                    <a:pt x="24" y="72"/>
                  </a:cubicBezTo>
                  <a:cubicBezTo>
                    <a:pt x="25" y="70"/>
                    <a:pt x="27" y="66"/>
                    <a:pt x="26" y="64"/>
                  </a:cubicBezTo>
                  <a:cubicBezTo>
                    <a:pt x="26" y="61"/>
                    <a:pt x="21" y="57"/>
                    <a:pt x="20" y="55"/>
                  </a:cubicBezTo>
                  <a:cubicBezTo>
                    <a:pt x="18" y="53"/>
                    <a:pt x="16" y="48"/>
                    <a:pt x="15" y="46"/>
                  </a:cubicBezTo>
                  <a:cubicBezTo>
                    <a:pt x="15" y="43"/>
                    <a:pt x="16" y="36"/>
                    <a:pt x="17" y="32"/>
                  </a:cubicBezTo>
                  <a:cubicBezTo>
                    <a:pt x="18" y="29"/>
                    <a:pt x="21" y="22"/>
                    <a:pt x="23" y="19"/>
                  </a:cubicBezTo>
                  <a:cubicBezTo>
                    <a:pt x="25" y="17"/>
                    <a:pt x="29" y="11"/>
                    <a:pt x="32" y="10"/>
                  </a:cubicBezTo>
                  <a:cubicBezTo>
                    <a:pt x="34" y="9"/>
                    <a:pt x="38" y="13"/>
                    <a:pt x="41" y="13"/>
                  </a:cubicBezTo>
                  <a:cubicBezTo>
                    <a:pt x="44" y="12"/>
                    <a:pt x="48" y="5"/>
                    <a:pt x="51" y="4"/>
                  </a:cubicBezTo>
                  <a:cubicBezTo>
                    <a:pt x="53" y="3"/>
                    <a:pt x="58" y="3"/>
                    <a:pt x="60" y="5"/>
                  </a:cubicBezTo>
                  <a:cubicBezTo>
                    <a:pt x="62" y="6"/>
                    <a:pt x="63" y="12"/>
                    <a:pt x="65" y="14"/>
                  </a:cubicBezTo>
                  <a:cubicBezTo>
                    <a:pt x="69" y="16"/>
                    <a:pt x="78" y="19"/>
                    <a:pt x="83" y="17"/>
                  </a:cubicBezTo>
                  <a:cubicBezTo>
                    <a:pt x="86" y="16"/>
                    <a:pt x="89" y="10"/>
                    <a:pt x="92" y="7"/>
                  </a:cubicBezTo>
                  <a:cubicBezTo>
                    <a:pt x="94" y="6"/>
                    <a:pt x="98" y="2"/>
                    <a:pt x="101" y="1"/>
                  </a:cubicBezTo>
                  <a:cubicBezTo>
                    <a:pt x="103" y="0"/>
                    <a:pt x="108" y="2"/>
                    <a:pt x="110" y="2"/>
                  </a:cubicBezTo>
                  <a:cubicBezTo>
                    <a:pt x="112" y="2"/>
                    <a:pt x="117" y="1"/>
                    <a:pt x="118" y="2"/>
                  </a:cubicBezTo>
                  <a:cubicBezTo>
                    <a:pt x="121" y="3"/>
                    <a:pt x="126" y="6"/>
                    <a:pt x="127" y="9"/>
                  </a:cubicBezTo>
                  <a:cubicBezTo>
                    <a:pt x="128" y="11"/>
                    <a:pt x="124" y="17"/>
                    <a:pt x="125" y="20"/>
                  </a:cubicBezTo>
                  <a:cubicBezTo>
                    <a:pt x="125" y="22"/>
                    <a:pt x="129" y="27"/>
                    <a:pt x="132" y="27"/>
                  </a:cubicBezTo>
                  <a:cubicBezTo>
                    <a:pt x="135" y="28"/>
                    <a:pt x="140" y="20"/>
                    <a:pt x="144" y="20"/>
                  </a:cubicBezTo>
                  <a:cubicBezTo>
                    <a:pt x="147" y="19"/>
                    <a:pt x="152" y="21"/>
                    <a:pt x="154" y="22"/>
                  </a:cubicBezTo>
                  <a:cubicBezTo>
                    <a:pt x="157" y="24"/>
                    <a:pt x="161" y="30"/>
                    <a:pt x="163" y="31"/>
                  </a:cubicBezTo>
                  <a:cubicBezTo>
                    <a:pt x="167" y="32"/>
                    <a:pt x="175" y="29"/>
                    <a:pt x="178" y="29"/>
                  </a:cubicBezTo>
                  <a:cubicBezTo>
                    <a:pt x="181" y="30"/>
                    <a:pt x="187" y="33"/>
                    <a:pt x="189" y="34"/>
                  </a:cubicBezTo>
                  <a:cubicBezTo>
                    <a:pt x="191" y="36"/>
                    <a:pt x="194" y="40"/>
                    <a:pt x="196" y="41"/>
                  </a:cubicBezTo>
                  <a:cubicBezTo>
                    <a:pt x="201" y="43"/>
                    <a:pt x="211" y="43"/>
                    <a:pt x="215" y="42"/>
                  </a:cubicBezTo>
                  <a:cubicBezTo>
                    <a:pt x="219" y="41"/>
                    <a:pt x="225" y="35"/>
                    <a:pt x="229" y="34"/>
                  </a:cubicBezTo>
                  <a:cubicBezTo>
                    <a:pt x="232" y="33"/>
                    <a:pt x="239" y="34"/>
                    <a:pt x="243" y="35"/>
                  </a:cubicBezTo>
                  <a:cubicBezTo>
                    <a:pt x="247" y="36"/>
                    <a:pt x="254" y="41"/>
                    <a:pt x="258" y="41"/>
                  </a:cubicBezTo>
                  <a:cubicBezTo>
                    <a:pt x="261" y="41"/>
                    <a:pt x="267" y="36"/>
                    <a:pt x="270" y="35"/>
                  </a:cubicBezTo>
                  <a:cubicBezTo>
                    <a:pt x="275" y="34"/>
                    <a:pt x="284" y="32"/>
                    <a:pt x="288" y="32"/>
                  </a:cubicBezTo>
                  <a:cubicBezTo>
                    <a:pt x="292" y="31"/>
                    <a:pt x="300" y="31"/>
                    <a:pt x="304" y="30"/>
                  </a:cubicBezTo>
                  <a:cubicBezTo>
                    <a:pt x="306" y="29"/>
                    <a:pt x="310" y="27"/>
                    <a:pt x="313" y="25"/>
                  </a:cubicBezTo>
                  <a:cubicBezTo>
                    <a:pt x="314" y="25"/>
                    <a:pt x="315" y="25"/>
                    <a:pt x="315" y="25"/>
                  </a:cubicBezTo>
                  <a:cubicBezTo>
                    <a:pt x="318" y="26"/>
                    <a:pt x="323" y="25"/>
                    <a:pt x="325" y="25"/>
                  </a:cubicBezTo>
                  <a:cubicBezTo>
                    <a:pt x="328" y="25"/>
                    <a:pt x="333" y="25"/>
                    <a:pt x="335" y="26"/>
                  </a:cubicBezTo>
                  <a:cubicBezTo>
                    <a:pt x="337" y="27"/>
                    <a:pt x="339" y="30"/>
                    <a:pt x="341" y="30"/>
                  </a:cubicBezTo>
                  <a:cubicBezTo>
                    <a:pt x="343" y="32"/>
                    <a:pt x="348" y="33"/>
                    <a:pt x="351" y="34"/>
                  </a:cubicBezTo>
                  <a:cubicBezTo>
                    <a:pt x="353" y="35"/>
                    <a:pt x="356" y="39"/>
                    <a:pt x="358" y="40"/>
                  </a:cubicBezTo>
                  <a:cubicBezTo>
                    <a:pt x="360" y="41"/>
                    <a:pt x="365" y="43"/>
                    <a:pt x="368" y="43"/>
                  </a:cubicBezTo>
                  <a:cubicBezTo>
                    <a:pt x="369" y="44"/>
                    <a:pt x="372" y="43"/>
                    <a:pt x="373" y="42"/>
                  </a:cubicBezTo>
                  <a:cubicBezTo>
                    <a:pt x="375" y="41"/>
                    <a:pt x="378" y="38"/>
                    <a:pt x="380" y="36"/>
                  </a:cubicBezTo>
                  <a:cubicBezTo>
                    <a:pt x="381" y="34"/>
                    <a:pt x="382" y="30"/>
                    <a:pt x="383" y="29"/>
                  </a:cubicBezTo>
                  <a:cubicBezTo>
                    <a:pt x="385" y="27"/>
                    <a:pt x="390" y="26"/>
                    <a:pt x="393" y="26"/>
                  </a:cubicBezTo>
                  <a:cubicBezTo>
                    <a:pt x="395" y="27"/>
                    <a:pt x="397" y="30"/>
                    <a:pt x="398" y="30"/>
                  </a:cubicBezTo>
                  <a:cubicBezTo>
                    <a:pt x="400" y="31"/>
                    <a:pt x="403" y="33"/>
                    <a:pt x="405" y="33"/>
                  </a:cubicBezTo>
                  <a:cubicBezTo>
                    <a:pt x="407" y="33"/>
                    <a:pt x="412" y="32"/>
                    <a:pt x="414" y="31"/>
                  </a:cubicBezTo>
                  <a:cubicBezTo>
                    <a:pt x="415" y="29"/>
                    <a:pt x="416" y="25"/>
                    <a:pt x="418" y="24"/>
                  </a:cubicBezTo>
                  <a:cubicBezTo>
                    <a:pt x="420" y="23"/>
                    <a:pt x="424" y="23"/>
                    <a:pt x="425" y="23"/>
                  </a:cubicBezTo>
                  <a:cubicBezTo>
                    <a:pt x="428" y="22"/>
                    <a:pt x="433" y="21"/>
                    <a:pt x="435" y="22"/>
                  </a:cubicBezTo>
                  <a:cubicBezTo>
                    <a:pt x="439" y="22"/>
                    <a:pt x="446" y="26"/>
                    <a:pt x="450" y="28"/>
                  </a:cubicBezTo>
                  <a:cubicBezTo>
                    <a:pt x="452" y="29"/>
                    <a:pt x="455" y="32"/>
                    <a:pt x="456" y="34"/>
                  </a:cubicBezTo>
                  <a:cubicBezTo>
                    <a:pt x="458" y="35"/>
                    <a:pt x="461" y="39"/>
                    <a:pt x="462" y="41"/>
                  </a:cubicBezTo>
                  <a:cubicBezTo>
                    <a:pt x="464" y="43"/>
                    <a:pt x="468" y="46"/>
                    <a:pt x="469" y="49"/>
                  </a:cubicBezTo>
                  <a:cubicBezTo>
                    <a:pt x="470" y="50"/>
                    <a:pt x="470" y="51"/>
                    <a:pt x="471" y="53"/>
                  </a:cubicBezTo>
                  <a:cubicBezTo>
                    <a:pt x="470" y="54"/>
                    <a:pt x="470" y="54"/>
                    <a:pt x="469" y="55"/>
                  </a:cubicBezTo>
                  <a:cubicBezTo>
                    <a:pt x="469" y="55"/>
                    <a:pt x="469" y="56"/>
                    <a:pt x="469" y="57"/>
                  </a:cubicBezTo>
                  <a:cubicBezTo>
                    <a:pt x="469" y="58"/>
                    <a:pt x="471" y="61"/>
                    <a:pt x="470" y="62"/>
                  </a:cubicBezTo>
                  <a:cubicBezTo>
                    <a:pt x="470" y="63"/>
                    <a:pt x="469" y="64"/>
                    <a:pt x="468" y="64"/>
                  </a:cubicBezTo>
                  <a:cubicBezTo>
                    <a:pt x="467" y="64"/>
                    <a:pt x="466" y="64"/>
                    <a:pt x="466" y="64"/>
                  </a:cubicBezTo>
                  <a:cubicBezTo>
                    <a:pt x="465" y="63"/>
                    <a:pt x="465" y="62"/>
                    <a:pt x="464" y="61"/>
                  </a:cubicBezTo>
                  <a:cubicBezTo>
                    <a:pt x="463" y="61"/>
                    <a:pt x="461" y="61"/>
                    <a:pt x="461" y="61"/>
                  </a:cubicBezTo>
                  <a:cubicBezTo>
                    <a:pt x="460" y="62"/>
                    <a:pt x="458" y="64"/>
                    <a:pt x="458" y="65"/>
                  </a:cubicBezTo>
                  <a:cubicBezTo>
                    <a:pt x="458" y="66"/>
                    <a:pt x="460" y="69"/>
                    <a:pt x="461" y="69"/>
                  </a:cubicBezTo>
                  <a:cubicBezTo>
                    <a:pt x="462" y="69"/>
                    <a:pt x="465" y="67"/>
                    <a:pt x="466" y="68"/>
                  </a:cubicBezTo>
                  <a:cubicBezTo>
                    <a:pt x="467" y="68"/>
                    <a:pt x="468" y="70"/>
                    <a:pt x="468" y="70"/>
                  </a:cubicBezTo>
                  <a:cubicBezTo>
                    <a:pt x="468" y="72"/>
                    <a:pt x="466" y="74"/>
                    <a:pt x="466" y="76"/>
                  </a:cubicBezTo>
                  <a:cubicBezTo>
                    <a:pt x="465" y="78"/>
                    <a:pt x="467" y="83"/>
                    <a:pt x="467" y="85"/>
                  </a:cubicBezTo>
                  <a:cubicBezTo>
                    <a:pt x="467" y="87"/>
                    <a:pt x="467" y="90"/>
                    <a:pt x="467" y="91"/>
                  </a:cubicBezTo>
                  <a:cubicBezTo>
                    <a:pt x="468" y="92"/>
                    <a:pt x="469" y="94"/>
                    <a:pt x="469" y="96"/>
                  </a:cubicBezTo>
                  <a:cubicBezTo>
                    <a:pt x="469" y="97"/>
                    <a:pt x="468" y="99"/>
                    <a:pt x="467" y="99"/>
                  </a:cubicBezTo>
                  <a:cubicBezTo>
                    <a:pt x="466" y="100"/>
                    <a:pt x="465" y="99"/>
                    <a:pt x="465" y="99"/>
                  </a:cubicBezTo>
                  <a:cubicBezTo>
                    <a:pt x="464" y="98"/>
                    <a:pt x="463" y="94"/>
                    <a:pt x="461" y="95"/>
                  </a:cubicBezTo>
                  <a:cubicBezTo>
                    <a:pt x="460" y="95"/>
                    <a:pt x="461" y="97"/>
                    <a:pt x="460" y="97"/>
                  </a:cubicBezTo>
                  <a:cubicBezTo>
                    <a:pt x="459" y="98"/>
                    <a:pt x="457" y="97"/>
                    <a:pt x="457" y="96"/>
                  </a:cubicBezTo>
                  <a:cubicBezTo>
                    <a:pt x="456" y="95"/>
                    <a:pt x="456" y="93"/>
                    <a:pt x="457" y="93"/>
                  </a:cubicBezTo>
                  <a:cubicBezTo>
                    <a:pt x="457" y="92"/>
                    <a:pt x="458" y="91"/>
                    <a:pt x="458" y="90"/>
                  </a:cubicBezTo>
                  <a:cubicBezTo>
                    <a:pt x="458" y="89"/>
                    <a:pt x="457" y="88"/>
                    <a:pt x="456" y="88"/>
                  </a:cubicBezTo>
                  <a:cubicBezTo>
                    <a:pt x="456" y="87"/>
                    <a:pt x="454" y="88"/>
                    <a:pt x="453" y="88"/>
                  </a:cubicBezTo>
                  <a:cubicBezTo>
                    <a:pt x="452" y="89"/>
                    <a:pt x="454" y="92"/>
                    <a:pt x="453" y="93"/>
                  </a:cubicBezTo>
                  <a:cubicBezTo>
                    <a:pt x="453" y="94"/>
                    <a:pt x="451" y="94"/>
                    <a:pt x="450" y="94"/>
                  </a:cubicBezTo>
                  <a:cubicBezTo>
                    <a:pt x="449" y="94"/>
                    <a:pt x="448" y="93"/>
                    <a:pt x="447" y="93"/>
                  </a:cubicBezTo>
                  <a:cubicBezTo>
                    <a:pt x="446" y="93"/>
                    <a:pt x="444" y="94"/>
                    <a:pt x="443" y="95"/>
                  </a:cubicBezTo>
                  <a:cubicBezTo>
                    <a:pt x="442" y="97"/>
                    <a:pt x="442" y="101"/>
                    <a:pt x="443" y="103"/>
                  </a:cubicBezTo>
                  <a:cubicBezTo>
                    <a:pt x="443" y="104"/>
                    <a:pt x="445" y="107"/>
                    <a:pt x="446" y="109"/>
                  </a:cubicBezTo>
                  <a:cubicBezTo>
                    <a:pt x="447" y="110"/>
                    <a:pt x="449" y="112"/>
                    <a:pt x="450" y="111"/>
                  </a:cubicBezTo>
                  <a:cubicBezTo>
                    <a:pt x="451" y="111"/>
                    <a:pt x="452" y="110"/>
                    <a:pt x="452" y="109"/>
                  </a:cubicBezTo>
                  <a:cubicBezTo>
                    <a:pt x="452" y="109"/>
                    <a:pt x="451" y="107"/>
                    <a:pt x="451" y="106"/>
                  </a:cubicBezTo>
                  <a:cubicBezTo>
                    <a:pt x="452" y="106"/>
                    <a:pt x="453" y="105"/>
                    <a:pt x="454" y="105"/>
                  </a:cubicBezTo>
                  <a:cubicBezTo>
                    <a:pt x="455" y="106"/>
                    <a:pt x="454" y="108"/>
                    <a:pt x="454" y="109"/>
                  </a:cubicBezTo>
                  <a:cubicBezTo>
                    <a:pt x="455" y="109"/>
                    <a:pt x="456" y="109"/>
                    <a:pt x="457" y="109"/>
                  </a:cubicBezTo>
                  <a:cubicBezTo>
                    <a:pt x="459" y="109"/>
                    <a:pt x="461" y="107"/>
                    <a:pt x="462" y="106"/>
                  </a:cubicBezTo>
                  <a:cubicBezTo>
                    <a:pt x="463" y="106"/>
                    <a:pt x="466" y="106"/>
                    <a:pt x="467" y="105"/>
                  </a:cubicBezTo>
                  <a:cubicBezTo>
                    <a:pt x="467" y="105"/>
                    <a:pt x="468" y="103"/>
                    <a:pt x="468" y="102"/>
                  </a:cubicBezTo>
                  <a:cubicBezTo>
                    <a:pt x="469" y="102"/>
                    <a:pt x="471" y="100"/>
                    <a:pt x="472" y="101"/>
                  </a:cubicBezTo>
                  <a:cubicBezTo>
                    <a:pt x="473" y="101"/>
                    <a:pt x="474" y="104"/>
                    <a:pt x="474" y="105"/>
                  </a:cubicBezTo>
                  <a:cubicBezTo>
                    <a:pt x="475" y="107"/>
                    <a:pt x="475" y="110"/>
                    <a:pt x="475" y="111"/>
                  </a:cubicBezTo>
                  <a:cubicBezTo>
                    <a:pt x="475" y="113"/>
                    <a:pt x="474" y="116"/>
                    <a:pt x="474" y="118"/>
                  </a:cubicBezTo>
                  <a:cubicBezTo>
                    <a:pt x="473" y="120"/>
                    <a:pt x="474" y="125"/>
                    <a:pt x="474" y="127"/>
                  </a:cubicBezTo>
                  <a:cubicBezTo>
                    <a:pt x="475" y="131"/>
                    <a:pt x="478" y="138"/>
                    <a:pt x="479" y="142"/>
                  </a:cubicBezTo>
                  <a:cubicBezTo>
                    <a:pt x="480" y="146"/>
                    <a:pt x="482" y="153"/>
                    <a:pt x="483" y="157"/>
                  </a:cubicBezTo>
                  <a:cubicBezTo>
                    <a:pt x="484" y="161"/>
                    <a:pt x="486" y="169"/>
                    <a:pt x="487" y="172"/>
                  </a:cubicBezTo>
                  <a:cubicBezTo>
                    <a:pt x="488" y="175"/>
                    <a:pt x="491" y="180"/>
                    <a:pt x="492" y="182"/>
                  </a:cubicBezTo>
                  <a:cubicBezTo>
                    <a:pt x="494" y="185"/>
                    <a:pt x="499" y="190"/>
                    <a:pt x="501" y="193"/>
                  </a:cubicBezTo>
                  <a:cubicBezTo>
                    <a:pt x="503" y="195"/>
                    <a:pt x="506" y="199"/>
                    <a:pt x="507" y="201"/>
                  </a:cubicBezTo>
                  <a:cubicBezTo>
                    <a:pt x="509" y="204"/>
                    <a:pt x="512" y="211"/>
                    <a:pt x="515" y="214"/>
                  </a:cubicBezTo>
                  <a:cubicBezTo>
                    <a:pt x="517" y="216"/>
                    <a:pt x="522" y="219"/>
                    <a:pt x="524" y="221"/>
                  </a:cubicBezTo>
                  <a:cubicBezTo>
                    <a:pt x="527" y="224"/>
                    <a:pt x="532" y="231"/>
                    <a:pt x="535" y="233"/>
                  </a:cubicBezTo>
                  <a:cubicBezTo>
                    <a:pt x="537" y="235"/>
                    <a:pt x="541" y="237"/>
                    <a:pt x="544" y="238"/>
                  </a:cubicBezTo>
                  <a:cubicBezTo>
                    <a:pt x="545" y="239"/>
                    <a:pt x="547" y="239"/>
                    <a:pt x="549" y="239"/>
                  </a:cubicBezTo>
                  <a:cubicBezTo>
                    <a:pt x="550" y="239"/>
                    <a:pt x="552" y="240"/>
                    <a:pt x="554" y="240"/>
                  </a:cubicBezTo>
                  <a:cubicBezTo>
                    <a:pt x="553" y="242"/>
                    <a:pt x="553" y="244"/>
                    <a:pt x="553" y="246"/>
                  </a:cubicBezTo>
                  <a:cubicBezTo>
                    <a:pt x="553" y="248"/>
                    <a:pt x="555" y="253"/>
                    <a:pt x="554" y="255"/>
                  </a:cubicBezTo>
                  <a:cubicBezTo>
                    <a:pt x="554" y="257"/>
                    <a:pt x="553" y="261"/>
                    <a:pt x="552" y="262"/>
                  </a:cubicBezTo>
                  <a:cubicBezTo>
                    <a:pt x="550" y="264"/>
                    <a:pt x="546" y="265"/>
                    <a:pt x="544" y="266"/>
                  </a:cubicBezTo>
                  <a:cubicBezTo>
                    <a:pt x="543" y="267"/>
                    <a:pt x="542" y="271"/>
                    <a:pt x="541" y="272"/>
                  </a:cubicBezTo>
                  <a:cubicBezTo>
                    <a:pt x="539" y="273"/>
                    <a:pt x="536" y="277"/>
                    <a:pt x="533" y="277"/>
                  </a:cubicBezTo>
                  <a:cubicBezTo>
                    <a:pt x="531" y="277"/>
                    <a:pt x="527" y="273"/>
                    <a:pt x="526" y="271"/>
                  </a:cubicBezTo>
                  <a:cubicBezTo>
                    <a:pt x="526" y="270"/>
                    <a:pt x="527" y="266"/>
                    <a:pt x="526" y="264"/>
                  </a:cubicBezTo>
                  <a:cubicBezTo>
                    <a:pt x="526" y="263"/>
                    <a:pt x="526" y="261"/>
                    <a:pt x="525" y="260"/>
                  </a:cubicBezTo>
                  <a:cubicBezTo>
                    <a:pt x="524" y="258"/>
                    <a:pt x="519" y="259"/>
                    <a:pt x="517" y="257"/>
                  </a:cubicBezTo>
                  <a:cubicBezTo>
                    <a:pt x="516" y="256"/>
                    <a:pt x="516" y="253"/>
                    <a:pt x="515" y="252"/>
                  </a:cubicBezTo>
                  <a:cubicBezTo>
                    <a:pt x="515" y="251"/>
                    <a:pt x="514" y="251"/>
                    <a:pt x="514" y="251"/>
                  </a:cubicBezTo>
                  <a:cubicBezTo>
                    <a:pt x="513" y="250"/>
                    <a:pt x="512" y="249"/>
                    <a:pt x="512" y="248"/>
                  </a:cubicBezTo>
                  <a:cubicBezTo>
                    <a:pt x="512" y="246"/>
                    <a:pt x="515" y="243"/>
                    <a:pt x="514" y="241"/>
                  </a:cubicBezTo>
                  <a:cubicBezTo>
                    <a:pt x="513" y="239"/>
                    <a:pt x="508" y="241"/>
                    <a:pt x="506" y="241"/>
                  </a:cubicBezTo>
                  <a:cubicBezTo>
                    <a:pt x="504" y="241"/>
                    <a:pt x="501" y="242"/>
                    <a:pt x="500" y="243"/>
                  </a:cubicBezTo>
                  <a:cubicBezTo>
                    <a:pt x="499" y="244"/>
                    <a:pt x="497" y="247"/>
                    <a:pt x="496" y="248"/>
                  </a:cubicBezTo>
                  <a:cubicBezTo>
                    <a:pt x="495" y="248"/>
                    <a:pt x="495" y="248"/>
                    <a:pt x="495" y="248"/>
                  </a:cubicBezTo>
                  <a:cubicBezTo>
                    <a:pt x="493" y="249"/>
                    <a:pt x="488" y="250"/>
                    <a:pt x="486" y="250"/>
                  </a:cubicBezTo>
                  <a:cubicBezTo>
                    <a:pt x="484" y="250"/>
                    <a:pt x="482" y="247"/>
                    <a:pt x="481" y="248"/>
                  </a:cubicBezTo>
                  <a:cubicBezTo>
                    <a:pt x="480" y="249"/>
                    <a:pt x="481" y="252"/>
                    <a:pt x="480" y="253"/>
                  </a:cubicBezTo>
                  <a:cubicBezTo>
                    <a:pt x="480" y="254"/>
                    <a:pt x="479" y="257"/>
                    <a:pt x="478" y="258"/>
                  </a:cubicBezTo>
                  <a:cubicBezTo>
                    <a:pt x="477" y="259"/>
                    <a:pt x="473" y="259"/>
                    <a:pt x="472" y="258"/>
                  </a:cubicBezTo>
                  <a:cubicBezTo>
                    <a:pt x="471" y="257"/>
                    <a:pt x="472" y="255"/>
                    <a:pt x="472" y="254"/>
                  </a:cubicBezTo>
                  <a:cubicBezTo>
                    <a:pt x="471" y="252"/>
                    <a:pt x="469" y="249"/>
                    <a:pt x="467" y="249"/>
                  </a:cubicBezTo>
                  <a:cubicBezTo>
                    <a:pt x="466" y="249"/>
                    <a:pt x="464" y="252"/>
                    <a:pt x="463" y="253"/>
                  </a:cubicBezTo>
                  <a:cubicBezTo>
                    <a:pt x="462" y="256"/>
                    <a:pt x="461" y="260"/>
                    <a:pt x="461" y="262"/>
                  </a:cubicBezTo>
                  <a:cubicBezTo>
                    <a:pt x="461" y="264"/>
                    <a:pt x="463" y="268"/>
                    <a:pt x="463" y="270"/>
                  </a:cubicBezTo>
                  <a:cubicBezTo>
                    <a:pt x="464" y="272"/>
                    <a:pt x="463" y="275"/>
                    <a:pt x="463" y="277"/>
                  </a:cubicBezTo>
                  <a:cubicBezTo>
                    <a:pt x="462" y="279"/>
                    <a:pt x="460" y="282"/>
                    <a:pt x="460" y="284"/>
                  </a:cubicBezTo>
                  <a:cubicBezTo>
                    <a:pt x="459" y="285"/>
                    <a:pt x="459" y="288"/>
                    <a:pt x="459" y="290"/>
                  </a:cubicBezTo>
                  <a:cubicBezTo>
                    <a:pt x="458" y="289"/>
                    <a:pt x="457" y="289"/>
                    <a:pt x="456" y="289"/>
                  </a:cubicBezTo>
                  <a:cubicBezTo>
                    <a:pt x="455" y="289"/>
                    <a:pt x="454" y="292"/>
                    <a:pt x="453" y="292"/>
                  </a:cubicBezTo>
                  <a:cubicBezTo>
                    <a:pt x="451" y="293"/>
                    <a:pt x="448" y="294"/>
                    <a:pt x="446" y="293"/>
                  </a:cubicBezTo>
                  <a:cubicBezTo>
                    <a:pt x="445" y="293"/>
                    <a:pt x="442" y="291"/>
                    <a:pt x="441" y="291"/>
                  </a:cubicBezTo>
                  <a:cubicBezTo>
                    <a:pt x="439" y="290"/>
                    <a:pt x="436" y="290"/>
                    <a:pt x="434" y="289"/>
                  </a:cubicBezTo>
                  <a:cubicBezTo>
                    <a:pt x="433" y="288"/>
                    <a:pt x="434" y="283"/>
                    <a:pt x="432" y="282"/>
                  </a:cubicBezTo>
                  <a:cubicBezTo>
                    <a:pt x="431" y="280"/>
                    <a:pt x="426" y="280"/>
                    <a:pt x="423" y="280"/>
                  </a:cubicBezTo>
                  <a:cubicBezTo>
                    <a:pt x="422" y="280"/>
                    <a:pt x="418" y="281"/>
                    <a:pt x="417" y="281"/>
                  </a:cubicBezTo>
                  <a:cubicBezTo>
                    <a:pt x="415" y="282"/>
                    <a:pt x="412" y="282"/>
                    <a:pt x="410" y="281"/>
                  </a:cubicBezTo>
                  <a:cubicBezTo>
                    <a:pt x="409" y="280"/>
                    <a:pt x="405" y="278"/>
                    <a:pt x="404" y="276"/>
                  </a:cubicBezTo>
                  <a:cubicBezTo>
                    <a:pt x="403" y="274"/>
                    <a:pt x="401" y="268"/>
                    <a:pt x="400" y="266"/>
                  </a:cubicBezTo>
                  <a:cubicBezTo>
                    <a:pt x="399" y="264"/>
                    <a:pt x="396" y="260"/>
                    <a:pt x="395" y="259"/>
                  </a:cubicBezTo>
                  <a:cubicBezTo>
                    <a:pt x="393" y="257"/>
                    <a:pt x="389" y="255"/>
                    <a:pt x="387" y="254"/>
                  </a:cubicBezTo>
                  <a:cubicBezTo>
                    <a:pt x="386" y="253"/>
                    <a:pt x="384" y="250"/>
                    <a:pt x="384" y="249"/>
                  </a:cubicBezTo>
                  <a:cubicBezTo>
                    <a:pt x="383" y="247"/>
                    <a:pt x="383" y="245"/>
                    <a:pt x="384" y="244"/>
                  </a:cubicBezTo>
                  <a:cubicBezTo>
                    <a:pt x="385" y="243"/>
                    <a:pt x="388" y="243"/>
                    <a:pt x="389" y="242"/>
                  </a:cubicBezTo>
                  <a:cubicBezTo>
                    <a:pt x="390" y="241"/>
                    <a:pt x="390" y="237"/>
                    <a:pt x="391" y="235"/>
                  </a:cubicBezTo>
                  <a:cubicBezTo>
                    <a:pt x="392" y="233"/>
                    <a:pt x="394" y="230"/>
                    <a:pt x="395" y="228"/>
                  </a:cubicBezTo>
                  <a:cubicBezTo>
                    <a:pt x="396" y="227"/>
                    <a:pt x="399" y="226"/>
                    <a:pt x="399" y="225"/>
                  </a:cubicBezTo>
                  <a:cubicBezTo>
                    <a:pt x="400" y="224"/>
                    <a:pt x="400" y="222"/>
                    <a:pt x="399" y="221"/>
                  </a:cubicBezTo>
                  <a:cubicBezTo>
                    <a:pt x="399" y="220"/>
                    <a:pt x="397" y="218"/>
                    <a:pt x="396" y="217"/>
                  </a:cubicBezTo>
                  <a:cubicBezTo>
                    <a:pt x="395" y="217"/>
                    <a:pt x="393" y="216"/>
                    <a:pt x="392" y="216"/>
                  </a:cubicBezTo>
                  <a:cubicBezTo>
                    <a:pt x="391" y="216"/>
                    <a:pt x="389" y="217"/>
                    <a:pt x="388" y="217"/>
                  </a:cubicBezTo>
                  <a:cubicBezTo>
                    <a:pt x="387" y="218"/>
                    <a:pt x="387" y="221"/>
                    <a:pt x="386" y="221"/>
                  </a:cubicBezTo>
                  <a:cubicBezTo>
                    <a:pt x="385" y="222"/>
                    <a:pt x="382" y="221"/>
                    <a:pt x="380" y="220"/>
                  </a:cubicBezTo>
                  <a:cubicBezTo>
                    <a:pt x="379" y="218"/>
                    <a:pt x="379" y="214"/>
                    <a:pt x="378" y="213"/>
                  </a:cubicBezTo>
                  <a:cubicBezTo>
                    <a:pt x="377" y="211"/>
                    <a:pt x="374" y="208"/>
                    <a:pt x="373" y="207"/>
                  </a:cubicBezTo>
                  <a:cubicBezTo>
                    <a:pt x="371" y="206"/>
                    <a:pt x="368" y="206"/>
                    <a:pt x="366" y="206"/>
                  </a:cubicBezTo>
                  <a:cubicBezTo>
                    <a:pt x="364" y="206"/>
                    <a:pt x="361" y="206"/>
                    <a:pt x="360" y="205"/>
                  </a:cubicBezTo>
                  <a:cubicBezTo>
                    <a:pt x="358" y="205"/>
                    <a:pt x="355" y="203"/>
                    <a:pt x="354" y="202"/>
                  </a:cubicBezTo>
                  <a:cubicBezTo>
                    <a:pt x="354" y="200"/>
                    <a:pt x="356" y="197"/>
                    <a:pt x="355" y="196"/>
                  </a:cubicBezTo>
                  <a:cubicBezTo>
                    <a:pt x="355" y="195"/>
                    <a:pt x="352" y="193"/>
                    <a:pt x="351" y="193"/>
                  </a:cubicBezTo>
                  <a:cubicBezTo>
                    <a:pt x="349" y="192"/>
                    <a:pt x="343" y="193"/>
                    <a:pt x="341" y="195"/>
                  </a:cubicBezTo>
                  <a:cubicBezTo>
                    <a:pt x="340" y="196"/>
                    <a:pt x="339" y="199"/>
                    <a:pt x="338" y="200"/>
                  </a:cubicBezTo>
                  <a:cubicBezTo>
                    <a:pt x="337" y="201"/>
                    <a:pt x="332" y="200"/>
                    <a:pt x="331" y="201"/>
                  </a:cubicBezTo>
                  <a:cubicBezTo>
                    <a:pt x="329" y="201"/>
                    <a:pt x="326" y="202"/>
                    <a:pt x="324" y="203"/>
                  </a:cubicBezTo>
                  <a:cubicBezTo>
                    <a:pt x="324" y="204"/>
                    <a:pt x="324" y="207"/>
                    <a:pt x="323" y="208"/>
                  </a:cubicBezTo>
                  <a:cubicBezTo>
                    <a:pt x="323" y="209"/>
                    <a:pt x="320" y="210"/>
                    <a:pt x="319" y="210"/>
                  </a:cubicBezTo>
                  <a:cubicBezTo>
                    <a:pt x="318" y="211"/>
                    <a:pt x="317" y="214"/>
                    <a:pt x="317" y="216"/>
                  </a:cubicBezTo>
                  <a:cubicBezTo>
                    <a:pt x="317" y="217"/>
                    <a:pt x="320" y="220"/>
                    <a:pt x="320" y="221"/>
                  </a:cubicBezTo>
                  <a:cubicBezTo>
                    <a:pt x="320" y="222"/>
                    <a:pt x="318" y="225"/>
                    <a:pt x="317" y="225"/>
                  </a:cubicBezTo>
                  <a:cubicBezTo>
                    <a:pt x="315" y="226"/>
                    <a:pt x="312" y="224"/>
                    <a:pt x="310" y="224"/>
                  </a:cubicBezTo>
                  <a:cubicBezTo>
                    <a:pt x="308" y="224"/>
                    <a:pt x="304" y="224"/>
                    <a:pt x="302" y="224"/>
                  </a:cubicBezTo>
                  <a:cubicBezTo>
                    <a:pt x="300" y="224"/>
                    <a:pt x="297" y="225"/>
                    <a:pt x="295" y="225"/>
                  </a:cubicBezTo>
                  <a:cubicBezTo>
                    <a:pt x="293" y="225"/>
                    <a:pt x="290" y="223"/>
                    <a:pt x="289" y="222"/>
                  </a:cubicBezTo>
                  <a:cubicBezTo>
                    <a:pt x="288" y="221"/>
                    <a:pt x="286" y="218"/>
                    <a:pt x="284" y="217"/>
                  </a:cubicBezTo>
                  <a:cubicBezTo>
                    <a:pt x="283" y="216"/>
                    <a:pt x="281" y="215"/>
                    <a:pt x="279" y="214"/>
                  </a:cubicBezTo>
                  <a:cubicBezTo>
                    <a:pt x="278" y="214"/>
                    <a:pt x="275" y="215"/>
                    <a:pt x="274" y="216"/>
                  </a:cubicBezTo>
                  <a:cubicBezTo>
                    <a:pt x="273" y="217"/>
                    <a:pt x="273" y="221"/>
                    <a:pt x="271" y="222"/>
                  </a:cubicBezTo>
                  <a:cubicBezTo>
                    <a:pt x="270" y="223"/>
                    <a:pt x="268" y="225"/>
                    <a:pt x="266" y="225"/>
                  </a:cubicBezTo>
                  <a:cubicBezTo>
                    <a:pt x="265" y="225"/>
                    <a:pt x="261" y="224"/>
                    <a:pt x="259" y="223"/>
                  </a:cubicBezTo>
                  <a:cubicBezTo>
                    <a:pt x="256" y="222"/>
                    <a:pt x="252" y="216"/>
                    <a:pt x="250" y="214"/>
                  </a:cubicBezTo>
                  <a:cubicBezTo>
                    <a:pt x="248" y="213"/>
                    <a:pt x="244" y="211"/>
                    <a:pt x="242" y="210"/>
                  </a:cubicBezTo>
                  <a:cubicBezTo>
                    <a:pt x="240" y="210"/>
                    <a:pt x="236" y="211"/>
                    <a:pt x="234" y="211"/>
                  </a:cubicBezTo>
                  <a:cubicBezTo>
                    <a:pt x="233" y="212"/>
                    <a:pt x="231" y="215"/>
                    <a:pt x="230" y="216"/>
                  </a:cubicBezTo>
                  <a:cubicBezTo>
                    <a:pt x="228" y="217"/>
                    <a:pt x="224" y="218"/>
                    <a:pt x="222" y="218"/>
                  </a:cubicBezTo>
                  <a:cubicBezTo>
                    <a:pt x="219" y="218"/>
                    <a:pt x="215" y="214"/>
                    <a:pt x="213" y="213"/>
                  </a:cubicBezTo>
                  <a:cubicBezTo>
                    <a:pt x="211" y="212"/>
                    <a:pt x="207" y="212"/>
                    <a:pt x="206" y="211"/>
                  </a:cubicBezTo>
                  <a:cubicBezTo>
                    <a:pt x="203" y="209"/>
                    <a:pt x="202" y="204"/>
                    <a:pt x="200" y="202"/>
                  </a:cubicBezTo>
                  <a:cubicBezTo>
                    <a:pt x="198" y="200"/>
                    <a:pt x="193" y="197"/>
                    <a:pt x="190" y="196"/>
                  </a:cubicBezTo>
                  <a:cubicBezTo>
                    <a:pt x="188" y="195"/>
                    <a:pt x="183" y="194"/>
                    <a:pt x="182" y="193"/>
                  </a:cubicBezTo>
                  <a:cubicBezTo>
                    <a:pt x="180" y="192"/>
                    <a:pt x="180" y="188"/>
                    <a:pt x="179" y="187"/>
                  </a:cubicBezTo>
                  <a:cubicBezTo>
                    <a:pt x="178" y="186"/>
                    <a:pt x="177" y="182"/>
                    <a:pt x="175" y="182"/>
                  </a:cubicBezTo>
                  <a:cubicBezTo>
                    <a:pt x="175" y="182"/>
                    <a:pt x="174" y="184"/>
                    <a:pt x="174" y="185"/>
                  </a:cubicBezTo>
                  <a:cubicBezTo>
                    <a:pt x="174" y="186"/>
                    <a:pt x="175" y="188"/>
                    <a:pt x="175" y="188"/>
                  </a:cubicBezTo>
                  <a:cubicBezTo>
                    <a:pt x="175" y="190"/>
                    <a:pt x="174" y="195"/>
                    <a:pt x="172" y="195"/>
                  </a:cubicBezTo>
                  <a:cubicBezTo>
                    <a:pt x="171" y="196"/>
                    <a:pt x="168" y="194"/>
                    <a:pt x="167" y="192"/>
                  </a:cubicBezTo>
                  <a:cubicBezTo>
                    <a:pt x="165" y="191"/>
                    <a:pt x="165" y="187"/>
                    <a:pt x="164" y="186"/>
                  </a:cubicBezTo>
                  <a:cubicBezTo>
                    <a:pt x="163" y="183"/>
                    <a:pt x="160" y="179"/>
                    <a:pt x="158" y="177"/>
                  </a:cubicBezTo>
                  <a:cubicBezTo>
                    <a:pt x="156" y="176"/>
                    <a:pt x="152" y="174"/>
                    <a:pt x="150" y="173"/>
                  </a:cubicBezTo>
                  <a:cubicBezTo>
                    <a:pt x="147" y="172"/>
                    <a:pt x="142" y="173"/>
                    <a:pt x="139" y="172"/>
                  </a:cubicBezTo>
                  <a:cubicBezTo>
                    <a:pt x="136" y="172"/>
                    <a:pt x="131" y="170"/>
                    <a:pt x="129" y="168"/>
                  </a:cubicBezTo>
                  <a:cubicBezTo>
                    <a:pt x="128" y="167"/>
                    <a:pt x="127" y="165"/>
                    <a:pt x="126" y="164"/>
                  </a:cubicBezTo>
                  <a:cubicBezTo>
                    <a:pt x="126" y="162"/>
                    <a:pt x="127" y="157"/>
                    <a:pt x="126" y="155"/>
                  </a:cubicBezTo>
                  <a:cubicBezTo>
                    <a:pt x="126" y="154"/>
                    <a:pt x="124" y="152"/>
                    <a:pt x="123" y="151"/>
                  </a:cubicBezTo>
                  <a:cubicBezTo>
                    <a:pt x="121" y="151"/>
                    <a:pt x="118" y="152"/>
                    <a:pt x="117" y="152"/>
                  </a:cubicBezTo>
                  <a:cubicBezTo>
                    <a:pt x="115" y="151"/>
                    <a:pt x="111" y="151"/>
                    <a:pt x="110" y="150"/>
                  </a:cubicBezTo>
                  <a:cubicBezTo>
                    <a:pt x="109" y="149"/>
                    <a:pt x="107" y="147"/>
                    <a:pt x="106" y="147"/>
                  </a:cubicBezTo>
                  <a:cubicBezTo>
                    <a:pt x="104" y="146"/>
                    <a:pt x="100" y="146"/>
                    <a:pt x="99" y="147"/>
                  </a:cubicBezTo>
                  <a:cubicBezTo>
                    <a:pt x="97" y="148"/>
                    <a:pt x="94" y="151"/>
                    <a:pt x="93" y="152"/>
                  </a:cubicBezTo>
                  <a:cubicBezTo>
                    <a:pt x="92" y="154"/>
                    <a:pt x="92" y="157"/>
                    <a:pt x="91" y="159"/>
                  </a:cubicBezTo>
                  <a:cubicBezTo>
                    <a:pt x="91" y="160"/>
                    <a:pt x="89" y="161"/>
                    <a:pt x="89" y="162"/>
                  </a:cubicBezTo>
                  <a:cubicBezTo>
                    <a:pt x="88" y="163"/>
                    <a:pt x="85" y="165"/>
                    <a:pt x="84" y="165"/>
                  </a:cubicBezTo>
                  <a:cubicBezTo>
                    <a:pt x="82" y="166"/>
                    <a:pt x="79" y="166"/>
                    <a:pt x="77" y="166"/>
                  </a:cubicBezTo>
                  <a:cubicBezTo>
                    <a:pt x="77" y="166"/>
                    <a:pt x="77" y="166"/>
                    <a:pt x="77" y="166"/>
                  </a:cubicBezTo>
                  <a:cubicBezTo>
                    <a:pt x="76" y="165"/>
                    <a:pt x="75" y="164"/>
                    <a:pt x="75" y="163"/>
                  </a:cubicBezTo>
                  <a:cubicBezTo>
                    <a:pt x="73" y="161"/>
                    <a:pt x="71" y="156"/>
                    <a:pt x="69" y="155"/>
                  </a:cubicBezTo>
                  <a:cubicBezTo>
                    <a:pt x="68" y="154"/>
                    <a:pt x="65" y="154"/>
                    <a:pt x="63" y="154"/>
                  </a:cubicBezTo>
                  <a:cubicBezTo>
                    <a:pt x="62" y="154"/>
                    <a:pt x="59" y="154"/>
                    <a:pt x="57" y="154"/>
                  </a:cubicBezTo>
                  <a:cubicBezTo>
                    <a:pt x="55" y="155"/>
                    <a:pt x="52" y="158"/>
                    <a:pt x="50" y="158"/>
                  </a:cubicBezTo>
                  <a:cubicBezTo>
                    <a:pt x="49" y="159"/>
                    <a:pt x="46" y="160"/>
                    <a:pt x="45" y="160"/>
                  </a:cubicBezTo>
                  <a:cubicBezTo>
                    <a:pt x="44" y="159"/>
                    <a:pt x="44" y="156"/>
                    <a:pt x="44" y="155"/>
                  </a:cubicBezTo>
                  <a:cubicBezTo>
                    <a:pt x="44" y="154"/>
                    <a:pt x="47" y="151"/>
                    <a:pt x="48" y="150"/>
                  </a:cubicBezTo>
                  <a:cubicBezTo>
                    <a:pt x="48" y="148"/>
                    <a:pt x="49" y="144"/>
                    <a:pt x="49" y="143"/>
                  </a:cubicBezTo>
                  <a:cubicBezTo>
                    <a:pt x="49" y="140"/>
                    <a:pt x="48" y="135"/>
                    <a:pt x="47" y="133"/>
                  </a:cubicBezTo>
                  <a:cubicBezTo>
                    <a:pt x="46" y="130"/>
                    <a:pt x="42" y="126"/>
                    <a:pt x="40" y="123"/>
                  </a:cubicBezTo>
                  <a:cubicBezTo>
                    <a:pt x="39" y="122"/>
                    <a:pt x="37" y="120"/>
                    <a:pt x="36" y="119"/>
                  </a:cubicBezTo>
                  <a:cubicBezTo>
                    <a:pt x="34" y="119"/>
                    <a:pt x="31" y="119"/>
                    <a:pt x="29" y="120"/>
                  </a:cubicBezTo>
                  <a:cubicBezTo>
                    <a:pt x="28" y="120"/>
                    <a:pt x="25" y="122"/>
                    <a:pt x="23" y="123"/>
                  </a:cubicBezTo>
                  <a:cubicBezTo>
                    <a:pt x="21" y="123"/>
                    <a:pt x="18" y="121"/>
                    <a:pt x="17" y="120"/>
                  </a:cubicBezTo>
                  <a:cubicBezTo>
                    <a:pt x="16" y="120"/>
                    <a:pt x="13" y="118"/>
                    <a:pt x="11" y="117"/>
                  </a:cubicBezTo>
                  <a:cubicBezTo>
                    <a:pt x="9" y="117"/>
                    <a:pt x="5" y="117"/>
                    <a:pt x="4" y="117"/>
                  </a:cubicBezTo>
                  <a:cubicBezTo>
                    <a:pt x="3" y="117"/>
                    <a:pt x="1" y="118"/>
                    <a:pt x="0" y="118"/>
                  </a:cubicBezTo>
                  <a:cubicBezTo>
                    <a:pt x="1" y="115"/>
                    <a:pt x="4" y="112"/>
                    <a:pt x="5" y="110"/>
                  </a:cubicBezTo>
                  <a:cubicBezTo>
                    <a:pt x="6" y="109"/>
                    <a:pt x="7" y="107"/>
                    <a:pt x="8" y="10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32"/>
            <p:cNvSpPr>
              <a:spLocks/>
            </p:cNvSpPr>
            <p:nvPr/>
          </p:nvSpPr>
          <p:spPr bwMode="auto">
            <a:xfrm>
              <a:off x="6575425" y="2093913"/>
              <a:ext cx="504825" cy="504825"/>
            </a:xfrm>
            <a:custGeom>
              <a:avLst/>
              <a:gdLst/>
              <a:ahLst/>
              <a:cxnLst>
                <a:cxn ang="0">
                  <a:pos x="282" y="231"/>
                </a:cxn>
                <a:cxn ang="0">
                  <a:pos x="267" y="235"/>
                </a:cxn>
                <a:cxn ang="0">
                  <a:pos x="255" y="239"/>
                </a:cxn>
                <a:cxn ang="0">
                  <a:pos x="252" y="253"/>
                </a:cxn>
                <a:cxn ang="0">
                  <a:pos x="240" y="257"/>
                </a:cxn>
                <a:cxn ang="0">
                  <a:pos x="226" y="255"/>
                </a:cxn>
                <a:cxn ang="0">
                  <a:pos x="222" y="267"/>
                </a:cxn>
                <a:cxn ang="0">
                  <a:pos x="210" y="279"/>
                </a:cxn>
                <a:cxn ang="0">
                  <a:pos x="200" y="286"/>
                </a:cxn>
                <a:cxn ang="0">
                  <a:pos x="188" y="275"/>
                </a:cxn>
                <a:cxn ang="0">
                  <a:pos x="177" y="275"/>
                </a:cxn>
                <a:cxn ang="0">
                  <a:pos x="175" y="262"/>
                </a:cxn>
                <a:cxn ang="0">
                  <a:pos x="176" y="249"/>
                </a:cxn>
                <a:cxn ang="0">
                  <a:pos x="167" y="247"/>
                </a:cxn>
                <a:cxn ang="0">
                  <a:pos x="157" y="242"/>
                </a:cxn>
                <a:cxn ang="0">
                  <a:pos x="146" y="231"/>
                </a:cxn>
                <a:cxn ang="0">
                  <a:pos x="138" y="238"/>
                </a:cxn>
                <a:cxn ang="0">
                  <a:pos x="125" y="219"/>
                </a:cxn>
                <a:cxn ang="0">
                  <a:pos x="125" y="197"/>
                </a:cxn>
                <a:cxn ang="0">
                  <a:pos x="117" y="181"/>
                </a:cxn>
                <a:cxn ang="0">
                  <a:pos x="114" y="162"/>
                </a:cxn>
                <a:cxn ang="0">
                  <a:pos x="104" y="139"/>
                </a:cxn>
                <a:cxn ang="0">
                  <a:pos x="100" y="127"/>
                </a:cxn>
                <a:cxn ang="0">
                  <a:pos x="98" y="113"/>
                </a:cxn>
                <a:cxn ang="0">
                  <a:pos x="83" y="121"/>
                </a:cxn>
                <a:cxn ang="0">
                  <a:pos x="67" y="106"/>
                </a:cxn>
                <a:cxn ang="0">
                  <a:pos x="56" y="97"/>
                </a:cxn>
                <a:cxn ang="0">
                  <a:pos x="41" y="104"/>
                </a:cxn>
                <a:cxn ang="0">
                  <a:pos x="40" y="89"/>
                </a:cxn>
                <a:cxn ang="0">
                  <a:pos x="28" y="82"/>
                </a:cxn>
                <a:cxn ang="0">
                  <a:pos x="16" y="85"/>
                </a:cxn>
                <a:cxn ang="0">
                  <a:pos x="17" y="71"/>
                </a:cxn>
                <a:cxn ang="0">
                  <a:pos x="28" y="62"/>
                </a:cxn>
                <a:cxn ang="0">
                  <a:pos x="24" y="52"/>
                </a:cxn>
                <a:cxn ang="0">
                  <a:pos x="10" y="48"/>
                </a:cxn>
                <a:cxn ang="0">
                  <a:pos x="0" y="50"/>
                </a:cxn>
                <a:cxn ang="0">
                  <a:pos x="4" y="30"/>
                </a:cxn>
                <a:cxn ang="0">
                  <a:pos x="8" y="9"/>
                </a:cxn>
                <a:cxn ang="0">
                  <a:pos x="19" y="18"/>
                </a:cxn>
                <a:cxn ang="0">
                  <a:pos x="27" y="10"/>
                </a:cxn>
                <a:cxn ang="0">
                  <a:pos x="35" y="13"/>
                </a:cxn>
                <a:cxn ang="0">
                  <a:pos x="46" y="19"/>
                </a:cxn>
                <a:cxn ang="0">
                  <a:pos x="55" y="13"/>
                </a:cxn>
                <a:cxn ang="0">
                  <a:pos x="58" y="17"/>
                </a:cxn>
                <a:cxn ang="0">
                  <a:pos x="67" y="31"/>
                </a:cxn>
                <a:cxn ang="0">
                  <a:pos x="85" y="26"/>
                </a:cxn>
                <a:cxn ang="0">
                  <a:pos x="94" y="6"/>
                </a:cxn>
                <a:cxn ang="0">
                  <a:pos x="109" y="4"/>
                </a:cxn>
                <a:cxn ang="0">
                  <a:pos x="149" y="34"/>
                </a:cxn>
                <a:cxn ang="0">
                  <a:pos x="172" y="53"/>
                </a:cxn>
                <a:cxn ang="0">
                  <a:pos x="195" y="68"/>
                </a:cxn>
                <a:cxn ang="0">
                  <a:pos x="215" y="69"/>
                </a:cxn>
                <a:cxn ang="0">
                  <a:pos x="226" y="80"/>
                </a:cxn>
                <a:cxn ang="0">
                  <a:pos x="232" y="97"/>
                </a:cxn>
                <a:cxn ang="0">
                  <a:pos x="247" y="129"/>
                </a:cxn>
                <a:cxn ang="0">
                  <a:pos x="268" y="175"/>
                </a:cxn>
                <a:cxn ang="0">
                  <a:pos x="276" y="207"/>
                </a:cxn>
              </a:cxnLst>
              <a:rect l="0" t="0" r="r" b="b"/>
              <a:pathLst>
                <a:path w="286" h="286">
                  <a:moveTo>
                    <a:pt x="284" y="224"/>
                  </a:moveTo>
                  <a:cubicBezTo>
                    <a:pt x="285" y="226"/>
                    <a:pt x="285" y="227"/>
                    <a:pt x="286" y="229"/>
                  </a:cubicBezTo>
                  <a:cubicBezTo>
                    <a:pt x="284" y="230"/>
                    <a:pt x="283" y="231"/>
                    <a:pt x="282" y="231"/>
                  </a:cubicBezTo>
                  <a:cubicBezTo>
                    <a:pt x="281" y="232"/>
                    <a:pt x="278" y="231"/>
                    <a:pt x="277" y="231"/>
                  </a:cubicBezTo>
                  <a:cubicBezTo>
                    <a:pt x="275" y="232"/>
                    <a:pt x="272" y="231"/>
                    <a:pt x="271" y="232"/>
                  </a:cubicBezTo>
                  <a:cubicBezTo>
                    <a:pt x="270" y="232"/>
                    <a:pt x="268" y="234"/>
                    <a:pt x="267" y="235"/>
                  </a:cubicBezTo>
                  <a:cubicBezTo>
                    <a:pt x="266" y="236"/>
                    <a:pt x="265" y="236"/>
                    <a:pt x="264" y="237"/>
                  </a:cubicBezTo>
                  <a:cubicBezTo>
                    <a:pt x="263" y="237"/>
                    <a:pt x="260" y="237"/>
                    <a:pt x="259" y="237"/>
                  </a:cubicBezTo>
                  <a:cubicBezTo>
                    <a:pt x="258" y="237"/>
                    <a:pt x="256" y="238"/>
                    <a:pt x="255" y="239"/>
                  </a:cubicBezTo>
                  <a:cubicBezTo>
                    <a:pt x="254" y="241"/>
                    <a:pt x="255" y="244"/>
                    <a:pt x="254" y="245"/>
                  </a:cubicBezTo>
                  <a:cubicBezTo>
                    <a:pt x="254" y="246"/>
                    <a:pt x="252" y="247"/>
                    <a:pt x="252" y="248"/>
                  </a:cubicBezTo>
                  <a:cubicBezTo>
                    <a:pt x="252" y="249"/>
                    <a:pt x="252" y="252"/>
                    <a:pt x="252" y="253"/>
                  </a:cubicBezTo>
                  <a:cubicBezTo>
                    <a:pt x="251" y="254"/>
                    <a:pt x="250" y="255"/>
                    <a:pt x="250" y="256"/>
                  </a:cubicBezTo>
                  <a:cubicBezTo>
                    <a:pt x="249" y="257"/>
                    <a:pt x="246" y="257"/>
                    <a:pt x="245" y="257"/>
                  </a:cubicBezTo>
                  <a:cubicBezTo>
                    <a:pt x="244" y="257"/>
                    <a:pt x="241" y="257"/>
                    <a:pt x="240" y="257"/>
                  </a:cubicBezTo>
                  <a:cubicBezTo>
                    <a:pt x="239" y="256"/>
                    <a:pt x="237" y="255"/>
                    <a:pt x="236" y="254"/>
                  </a:cubicBezTo>
                  <a:cubicBezTo>
                    <a:pt x="235" y="254"/>
                    <a:pt x="232" y="253"/>
                    <a:pt x="230" y="253"/>
                  </a:cubicBezTo>
                  <a:cubicBezTo>
                    <a:pt x="229" y="253"/>
                    <a:pt x="227" y="254"/>
                    <a:pt x="226" y="255"/>
                  </a:cubicBezTo>
                  <a:cubicBezTo>
                    <a:pt x="225" y="256"/>
                    <a:pt x="224" y="258"/>
                    <a:pt x="224" y="260"/>
                  </a:cubicBezTo>
                  <a:cubicBezTo>
                    <a:pt x="223" y="260"/>
                    <a:pt x="222" y="261"/>
                    <a:pt x="222" y="262"/>
                  </a:cubicBezTo>
                  <a:cubicBezTo>
                    <a:pt x="222" y="263"/>
                    <a:pt x="222" y="266"/>
                    <a:pt x="222" y="267"/>
                  </a:cubicBezTo>
                  <a:cubicBezTo>
                    <a:pt x="222" y="269"/>
                    <a:pt x="221" y="272"/>
                    <a:pt x="220" y="273"/>
                  </a:cubicBezTo>
                  <a:cubicBezTo>
                    <a:pt x="219" y="274"/>
                    <a:pt x="216" y="276"/>
                    <a:pt x="215" y="276"/>
                  </a:cubicBezTo>
                  <a:cubicBezTo>
                    <a:pt x="214" y="277"/>
                    <a:pt x="211" y="278"/>
                    <a:pt x="210" y="279"/>
                  </a:cubicBezTo>
                  <a:cubicBezTo>
                    <a:pt x="209" y="280"/>
                    <a:pt x="208" y="282"/>
                    <a:pt x="207" y="283"/>
                  </a:cubicBezTo>
                  <a:cubicBezTo>
                    <a:pt x="207" y="284"/>
                    <a:pt x="204" y="284"/>
                    <a:pt x="203" y="285"/>
                  </a:cubicBezTo>
                  <a:cubicBezTo>
                    <a:pt x="202" y="285"/>
                    <a:pt x="201" y="286"/>
                    <a:pt x="200" y="286"/>
                  </a:cubicBezTo>
                  <a:cubicBezTo>
                    <a:pt x="199" y="286"/>
                    <a:pt x="196" y="285"/>
                    <a:pt x="195" y="284"/>
                  </a:cubicBezTo>
                  <a:cubicBezTo>
                    <a:pt x="194" y="283"/>
                    <a:pt x="194" y="280"/>
                    <a:pt x="193" y="279"/>
                  </a:cubicBezTo>
                  <a:cubicBezTo>
                    <a:pt x="192" y="278"/>
                    <a:pt x="189" y="276"/>
                    <a:pt x="188" y="275"/>
                  </a:cubicBezTo>
                  <a:cubicBezTo>
                    <a:pt x="187" y="275"/>
                    <a:pt x="186" y="274"/>
                    <a:pt x="185" y="273"/>
                  </a:cubicBezTo>
                  <a:cubicBezTo>
                    <a:pt x="183" y="273"/>
                    <a:pt x="181" y="275"/>
                    <a:pt x="179" y="275"/>
                  </a:cubicBezTo>
                  <a:cubicBezTo>
                    <a:pt x="179" y="275"/>
                    <a:pt x="178" y="275"/>
                    <a:pt x="177" y="275"/>
                  </a:cubicBezTo>
                  <a:cubicBezTo>
                    <a:pt x="177" y="274"/>
                    <a:pt x="177" y="273"/>
                    <a:pt x="176" y="272"/>
                  </a:cubicBezTo>
                  <a:cubicBezTo>
                    <a:pt x="176" y="271"/>
                    <a:pt x="175" y="268"/>
                    <a:pt x="175" y="267"/>
                  </a:cubicBezTo>
                  <a:cubicBezTo>
                    <a:pt x="175" y="266"/>
                    <a:pt x="175" y="263"/>
                    <a:pt x="175" y="262"/>
                  </a:cubicBezTo>
                  <a:cubicBezTo>
                    <a:pt x="176" y="262"/>
                    <a:pt x="177" y="261"/>
                    <a:pt x="177" y="260"/>
                  </a:cubicBezTo>
                  <a:cubicBezTo>
                    <a:pt x="178" y="259"/>
                    <a:pt x="180" y="255"/>
                    <a:pt x="180" y="254"/>
                  </a:cubicBezTo>
                  <a:cubicBezTo>
                    <a:pt x="180" y="252"/>
                    <a:pt x="177" y="251"/>
                    <a:pt x="176" y="249"/>
                  </a:cubicBezTo>
                  <a:cubicBezTo>
                    <a:pt x="175" y="248"/>
                    <a:pt x="177" y="245"/>
                    <a:pt x="176" y="244"/>
                  </a:cubicBezTo>
                  <a:cubicBezTo>
                    <a:pt x="175" y="243"/>
                    <a:pt x="172" y="243"/>
                    <a:pt x="171" y="243"/>
                  </a:cubicBezTo>
                  <a:cubicBezTo>
                    <a:pt x="170" y="243"/>
                    <a:pt x="168" y="246"/>
                    <a:pt x="167" y="247"/>
                  </a:cubicBezTo>
                  <a:cubicBezTo>
                    <a:pt x="166" y="248"/>
                    <a:pt x="166" y="249"/>
                    <a:pt x="165" y="250"/>
                  </a:cubicBezTo>
                  <a:cubicBezTo>
                    <a:pt x="164" y="250"/>
                    <a:pt x="160" y="249"/>
                    <a:pt x="159" y="248"/>
                  </a:cubicBezTo>
                  <a:cubicBezTo>
                    <a:pt x="158" y="247"/>
                    <a:pt x="157" y="243"/>
                    <a:pt x="157" y="242"/>
                  </a:cubicBezTo>
                  <a:cubicBezTo>
                    <a:pt x="156" y="240"/>
                    <a:pt x="156" y="237"/>
                    <a:pt x="155" y="236"/>
                  </a:cubicBezTo>
                  <a:cubicBezTo>
                    <a:pt x="155" y="235"/>
                    <a:pt x="153" y="234"/>
                    <a:pt x="152" y="233"/>
                  </a:cubicBezTo>
                  <a:cubicBezTo>
                    <a:pt x="151" y="232"/>
                    <a:pt x="148" y="231"/>
                    <a:pt x="146" y="231"/>
                  </a:cubicBezTo>
                  <a:cubicBezTo>
                    <a:pt x="145" y="231"/>
                    <a:pt x="144" y="232"/>
                    <a:pt x="143" y="232"/>
                  </a:cubicBezTo>
                  <a:cubicBezTo>
                    <a:pt x="142" y="233"/>
                    <a:pt x="142" y="236"/>
                    <a:pt x="141" y="237"/>
                  </a:cubicBezTo>
                  <a:cubicBezTo>
                    <a:pt x="141" y="238"/>
                    <a:pt x="139" y="239"/>
                    <a:pt x="138" y="238"/>
                  </a:cubicBezTo>
                  <a:cubicBezTo>
                    <a:pt x="136" y="238"/>
                    <a:pt x="133" y="235"/>
                    <a:pt x="132" y="234"/>
                  </a:cubicBezTo>
                  <a:cubicBezTo>
                    <a:pt x="131" y="232"/>
                    <a:pt x="130" y="228"/>
                    <a:pt x="129" y="226"/>
                  </a:cubicBezTo>
                  <a:cubicBezTo>
                    <a:pt x="128" y="224"/>
                    <a:pt x="126" y="221"/>
                    <a:pt x="125" y="219"/>
                  </a:cubicBezTo>
                  <a:cubicBezTo>
                    <a:pt x="125" y="217"/>
                    <a:pt x="124" y="212"/>
                    <a:pt x="124" y="209"/>
                  </a:cubicBezTo>
                  <a:cubicBezTo>
                    <a:pt x="125" y="207"/>
                    <a:pt x="126" y="204"/>
                    <a:pt x="126" y="202"/>
                  </a:cubicBezTo>
                  <a:cubicBezTo>
                    <a:pt x="126" y="201"/>
                    <a:pt x="125" y="199"/>
                    <a:pt x="125" y="197"/>
                  </a:cubicBezTo>
                  <a:cubicBezTo>
                    <a:pt x="124" y="196"/>
                    <a:pt x="123" y="194"/>
                    <a:pt x="122" y="193"/>
                  </a:cubicBezTo>
                  <a:cubicBezTo>
                    <a:pt x="121" y="192"/>
                    <a:pt x="118" y="190"/>
                    <a:pt x="117" y="188"/>
                  </a:cubicBezTo>
                  <a:cubicBezTo>
                    <a:pt x="117" y="186"/>
                    <a:pt x="117" y="183"/>
                    <a:pt x="117" y="181"/>
                  </a:cubicBezTo>
                  <a:cubicBezTo>
                    <a:pt x="117" y="179"/>
                    <a:pt x="119" y="176"/>
                    <a:pt x="119" y="175"/>
                  </a:cubicBezTo>
                  <a:cubicBezTo>
                    <a:pt x="119" y="173"/>
                    <a:pt x="120" y="170"/>
                    <a:pt x="119" y="168"/>
                  </a:cubicBezTo>
                  <a:cubicBezTo>
                    <a:pt x="119" y="166"/>
                    <a:pt x="116" y="163"/>
                    <a:pt x="114" y="162"/>
                  </a:cubicBezTo>
                  <a:cubicBezTo>
                    <a:pt x="113" y="161"/>
                    <a:pt x="110" y="159"/>
                    <a:pt x="109" y="158"/>
                  </a:cubicBezTo>
                  <a:cubicBezTo>
                    <a:pt x="108" y="156"/>
                    <a:pt x="106" y="154"/>
                    <a:pt x="106" y="152"/>
                  </a:cubicBezTo>
                  <a:cubicBezTo>
                    <a:pt x="105" y="149"/>
                    <a:pt x="105" y="142"/>
                    <a:pt x="104" y="139"/>
                  </a:cubicBezTo>
                  <a:cubicBezTo>
                    <a:pt x="103" y="138"/>
                    <a:pt x="102" y="136"/>
                    <a:pt x="101" y="135"/>
                  </a:cubicBezTo>
                  <a:cubicBezTo>
                    <a:pt x="101" y="134"/>
                    <a:pt x="99" y="132"/>
                    <a:pt x="98" y="131"/>
                  </a:cubicBezTo>
                  <a:cubicBezTo>
                    <a:pt x="98" y="130"/>
                    <a:pt x="99" y="128"/>
                    <a:pt x="100" y="127"/>
                  </a:cubicBezTo>
                  <a:cubicBezTo>
                    <a:pt x="100" y="125"/>
                    <a:pt x="103" y="123"/>
                    <a:pt x="103" y="121"/>
                  </a:cubicBezTo>
                  <a:cubicBezTo>
                    <a:pt x="103" y="120"/>
                    <a:pt x="103" y="117"/>
                    <a:pt x="102" y="116"/>
                  </a:cubicBezTo>
                  <a:cubicBezTo>
                    <a:pt x="101" y="115"/>
                    <a:pt x="99" y="113"/>
                    <a:pt x="98" y="113"/>
                  </a:cubicBezTo>
                  <a:cubicBezTo>
                    <a:pt x="96" y="113"/>
                    <a:pt x="94" y="114"/>
                    <a:pt x="93" y="115"/>
                  </a:cubicBezTo>
                  <a:cubicBezTo>
                    <a:pt x="92" y="116"/>
                    <a:pt x="92" y="119"/>
                    <a:pt x="91" y="120"/>
                  </a:cubicBezTo>
                  <a:cubicBezTo>
                    <a:pt x="89" y="121"/>
                    <a:pt x="85" y="121"/>
                    <a:pt x="83" y="121"/>
                  </a:cubicBezTo>
                  <a:cubicBezTo>
                    <a:pt x="82" y="121"/>
                    <a:pt x="79" y="119"/>
                    <a:pt x="77" y="118"/>
                  </a:cubicBezTo>
                  <a:cubicBezTo>
                    <a:pt x="76" y="116"/>
                    <a:pt x="75" y="111"/>
                    <a:pt x="73" y="110"/>
                  </a:cubicBezTo>
                  <a:cubicBezTo>
                    <a:pt x="72" y="108"/>
                    <a:pt x="69" y="107"/>
                    <a:pt x="67" y="106"/>
                  </a:cubicBezTo>
                  <a:cubicBezTo>
                    <a:pt x="67" y="105"/>
                    <a:pt x="64" y="104"/>
                    <a:pt x="64" y="104"/>
                  </a:cubicBezTo>
                  <a:cubicBezTo>
                    <a:pt x="63" y="102"/>
                    <a:pt x="62" y="98"/>
                    <a:pt x="61" y="97"/>
                  </a:cubicBezTo>
                  <a:cubicBezTo>
                    <a:pt x="60" y="97"/>
                    <a:pt x="57" y="97"/>
                    <a:pt x="56" y="97"/>
                  </a:cubicBezTo>
                  <a:cubicBezTo>
                    <a:pt x="54" y="97"/>
                    <a:pt x="51" y="97"/>
                    <a:pt x="49" y="98"/>
                  </a:cubicBezTo>
                  <a:cubicBezTo>
                    <a:pt x="48" y="99"/>
                    <a:pt x="47" y="102"/>
                    <a:pt x="45" y="103"/>
                  </a:cubicBezTo>
                  <a:cubicBezTo>
                    <a:pt x="44" y="104"/>
                    <a:pt x="42" y="104"/>
                    <a:pt x="41" y="104"/>
                  </a:cubicBezTo>
                  <a:cubicBezTo>
                    <a:pt x="39" y="103"/>
                    <a:pt x="36" y="100"/>
                    <a:pt x="36" y="98"/>
                  </a:cubicBezTo>
                  <a:cubicBezTo>
                    <a:pt x="35" y="96"/>
                    <a:pt x="37" y="93"/>
                    <a:pt x="38" y="92"/>
                  </a:cubicBezTo>
                  <a:cubicBezTo>
                    <a:pt x="38" y="91"/>
                    <a:pt x="40" y="90"/>
                    <a:pt x="40" y="89"/>
                  </a:cubicBezTo>
                  <a:cubicBezTo>
                    <a:pt x="41" y="87"/>
                    <a:pt x="40" y="84"/>
                    <a:pt x="39" y="83"/>
                  </a:cubicBezTo>
                  <a:cubicBezTo>
                    <a:pt x="38" y="82"/>
                    <a:pt x="35" y="81"/>
                    <a:pt x="34" y="81"/>
                  </a:cubicBezTo>
                  <a:cubicBezTo>
                    <a:pt x="32" y="81"/>
                    <a:pt x="29" y="81"/>
                    <a:pt x="28" y="82"/>
                  </a:cubicBezTo>
                  <a:cubicBezTo>
                    <a:pt x="27" y="82"/>
                    <a:pt x="27" y="84"/>
                    <a:pt x="26" y="84"/>
                  </a:cubicBezTo>
                  <a:cubicBezTo>
                    <a:pt x="25" y="85"/>
                    <a:pt x="22" y="86"/>
                    <a:pt x="20" y="86"/>
                  </a:cubicBezTo>
                  <a:cubicBezTo>
                    <a:pt x="19" y="86"/>
                    <a:pt x="18" y="85"/>
                    <a:pt x="16" y="85"/>
                  </a:cubicBezTo>
                  <a:cubicBezTo>
                    <a:pt x="17" y="84"/>
                    <a:pt x="17" y="83"/>
                    <a:pt x="17" y="82"/>
                  </a:cubicBezTo>
                  <a:cubicBezTo>
                    <a:pt x="17" y="80"/>
                    <a:pt x="15" y="78"/>
                    <a:pt x="15" y="76"/>
                  </a:cubicBezTo>
                  <a:cubicBezTo>
                    <a:pt x="15" y="75"/>
                    <a:pt x="17" y="71"/>
                    <a:pt x="17" y="71"/>
                  </a:cubicBezTo>
                  <a:cubicBezTo>
                    <a:pt x="17" y="71"/>
                    <a:pt x="22" y="71"/>
                    <a:pt x="23" y="69"/>
                  </a:cubicBezTo>
                  <a:cubicBezTo>
                    <a:pt x="24" y="69"/>
                    <a:pt x="25" y="66"/>
                    <a:pt x="25" y="64"/>
                  </a:cubicBezTo>
                  <a:cubicBezTo>
                    <a:pt x="26" y="64"/>
                    <a:pt x="28" y="63"/>
                    <a:pt x="28" y="62"/>
                  </a:cubicBezTo>
                  <a:cubicBezTo>
                    <a:pt x="29" y="62"/>
                    <a:pt x="30" y="61"/>
                    <a:pt x="30" y="60"/>
                  </a:cubicBezTo>
                  <a:cubicBezTo>
                    <a:pt x="30" y="58"/>
                    <a:pt x="28" y="56"/>
                    <a:pt x="27" y="55"/>
                  </a:cubicBezTo>
                  <a:cubicBezTo>
                    <a:pt x="26" y="54"/>
                    <a:pt x="24" y="53"/>
                    <a:pt x="24" y="52"/>
                  </a:cubicBezTo>
                  <a:cubicBezTo>
                    <a:pt x="23" y="52"/>
                    <a:pt x="21" y="50"/>
                    <a:pt x="20" y="50"/>
                  </a:cubicBezTo>
                  <a:cubicBezTo>
                    <a:pt x="19" y="49"/>
                    <a:pt x="17" y="48"/>
                    <a:pt x="16" y="48"/>
                  </a:cubicBezTo>
                  <a:cubicBezTo>
                    <a:pt x="15" y="48"/>
                    <a:pt x="12" y="48"/>
                    <a:pt x="10" y="48"/>
                  </a:cubicBezTo>
                  <a:cubicBezTo>
                    <a:pt x="9" y="49"/>
                    <a:pt x="9" y="50"/>
                    <a:pt x="8" y="51"/>
                  </a:cubicBezTo>
                  <a:cubicBezTo>
                    <a:pt x="7" y="51"/>
                    <a:pt x="4" y="52"/>
                    <a:pt x="3" y="52"/>
                  </a:cubicBezTo>
                  <a:cubicBezTo>
                    <a:pt x="2" y="51"/>
                    <a:pt x="1" y="51"/>
                    <a:pt x="0" y="50"/>
                  </a:cubicBezTo>
                  <a:cubicBezTo>
                    <a:pt x="0" y="48"/>
                    <a:pt x="0" y="45"/>
                    <a:pt x="1" y="44"/>
                  </a:cubicBezTo>
                  <a:cubicBezTo>
                    <a:pt x="1" y="42"/>
                    <a:pt x="3" y="39"/>
                    <a:pt x="4" y="37"/>
                  </a:cubicBezTo>
                  <a:cubicBezTo>
                    <a:pt x="4" y="35"/>
                    <a:pt x="5" y="32"/>
                    <a:pt x="4" y="30"/>
                  </a:cubicBezTo>
                  <a:cubicBezTo>
                    <a:pt x="4" y="28"/>
                    <a:pt x="2" y="24"/>
                    <a:pt x="2" y="22"/>
                  </a:cubicBezTo>
                  <a:cubicBezTo>
                    <a:pt x="2" y="20"/>
                    <a:pt x="3" y="16"/>
                    <a:pt x="4" y="13"/>
                  </a:cubicBezTo>
                  <a:cubicBezTo>
                    <a:pt x="5" y="12"/>
                    <a:pt x="7" y="9"/>
                    <a:pt x="8" y="9"/>
                  </a:cubicBezTo>
                  <a:cubicBezTo>
                    <a:pt x="10" y="9"/>
                    <a:pt x="12" y="12"/>
                    <a:pt x="13" y="14"/>
                  </a:cubicBezTo>
                  <a:cubicBezTo>
                    <a:pt x="13" y="15"/>
                    <a:pt x="12" y="17"/>
                    <a:pt x="13" y="18"/>
                  </a:cubicBezTo>
                  <a:cubicBezTo>
                    <a:pt x="14" y="19"/>
                    <a:pt x="18" y="19"/>
                    <a:pt x="19" y="18"/>
                  </a:cubicBezTo>
                  <a:cubicBezTo>
                    <a:pt x="20" y="17"/>
                    <a:pt x="21" y="14"/>
                    <a:pt x="21" y="13"/>
                  </a:cubicBezTo>
                  <a:cubicBezTo>
                    <a:pt x="22" y="12"/>
                    <a:pt x="21" y="9"/>
                    <a:pt x="22" y="8"/>
                  </a:cubicBezTo>
                  <a:cubicBezTo>
                    <a:pt x="23" y="7"/>
                    <a:pt x="25" y="10"/>
                    <a:pt x="27" y="10"/>
                  </a:cubicBezTo>
                  <a:cubicBezTo>
                    <a:pt x="29" y="10"/>
                    <a:pt x="34" y="9"/>
                    <a:pt x="36" y="8"/>
                  </a:cubicBezTo>
                  <a:cubicBezTo>
                    <a:pt x="36" y="9"/>
                    <a:pt x="36" y="10"/>
                    <a:pt x="36" y="10"/>
                  </a:cubicBezTo>
                  <a:cubicBezTo>
                    <a:pt x="36" y="11"/>
                    <a:pt x="34" y="12"/>
                    <a:pt x="35" y="13"/>
                  </a:cubicBezTo>
                  <a:cubicBezTo>
                    <a:pt x="35" y="14"/>
                    <a:pt x="36" y="15"/>
                    <a:pt x="37" y="15"/>
                  </a:cubicBezTo>
                  <a:cubicBezTo>
                    <a:pt x="38" y="16"/>
                    <a:pt x="40" y="16"/>
                    <a:pt x="41" y="16"/>
                  </a:cubicBezTo>
                  <a:cubicBezTo>
                    <a:pt x="42" y="17"/>
                    <a:pt x="44" y="19"/>
                    <a:pt x="46" y="19"/>
                  </a:cubicBezTo>
                  <a:cubicBezTo>
                    <a:pt x="47" y="19"/>
                    <a:pt x="50" y="20"/>
                    <a:pt x="51" y="19"/>
                  </a:cubicBezTo>
                  <a:cubicBezTo>
                    <a:pt x="52" y="19"/>
                    <a:pt x="52" y="17"/>
                    <a:pt x="52" y="16"/>
                  </a:cubicBezTo>
                  <a:cubicBezTo>
                    <a:pt x="52" y="15"/>
                    <a:pt x="54" y="14"/>
                    <a:pt x="55" y="13"/>
                  </a:cubicBezTo>
                  <a:cubicBezTo>
                    <a:pt x="55" y="13"/>
                    <a:pt x="55" y="12"/>
                    <a:pt x="55" y="11"/>
                  </a:cubicBezTo>
                  <a:cubicBezTo>
                    <a:pt x="55" y="11"/>
                    <a:pt x="56" y="11"/>
                    <a:pt x="56" y="12"/>
                  </a:cubicBezTo>
                  <a:cubicBezTo>
                    <a:pt x="57" y="13"/>
                    <a:pt x="57" y="16"/>
                    <a:pt x="58" y="17"/>
                  </a:cubicBezTo>
                  <a:cubicBezTo>
                    <a:pt x="60" y="19"/>
                    <a:pt x="65" y="18"/>
                    <a:pt x="66" y="20"/>
                  </a:cubicBezTo>
                  <a:cubicBezTo>
                    <a:pt x="67" y="21"/>
                    <a:pt x="67" y="23"/>
                    <a:pt x="67" y="24"/>
                  </a:cubicBezTo>
                  <a:cubicBezTo>
                    <a:pt x="68" y="26"/>
                    <a:pt x="67" y="30"/>
                    <a:pt x="67" y="31"/>
                  </a:cubicBezTo>
                  <a:cubicBezTo>
                    <a:pt x="68" y="33"/>
                    <a:pt x="72" y="37"/>
                    <a:pt x="74" y="37"/>
                  </a:cubicBezTo>
                  <a:cubicBezTo>
                    <a:pt x="77" y="37"/>
                    <a:pt x="80" y="33"/>
                    <a:pt x="82" y="32"/>
                  </a:cubicBezTo>
                  <a:cubicBezTo>
                    <a:pt x="83" y="31"/>
                    <a:pt x="84" y="27"/>
                    <a:pt x="85" y="26"/>
                  </a:cubicBezTo>
                  <a:cubicBezTo>
                    <a:pt x="87" y="25"/>
                    <a:pt x="91" y="24"/>
                    <a:pt x="93" y="22"/>
                  </a:cubicBezTo>
                  <a:cubicBezTo>
                    <a:pt x="94" y="21"/>
                    <a:pt x="95" y="17"/>
                    <a:pt x="95" y="15"/>
                  </a:cubicBezTo>
                  <a:cubicBezTo>
                    <a:pt x="96" y="13"/>
                    <a:pt x="94" y="8"/>
                    <a:pt x="94" y="6"/>
                  </a:cubicBezTo>
                  <a:cubicBezTo>
                    <a:pt x="94" y="4"/>
                    <a:pt x="94" y="2"/>
                    <a:pt x="95" y="0"/>
                  </a:cubicBezTo>
                  <a:cubicBezTo>
                    <a:pt x="97" y="0"/>
                    <a:pt x="99" y="0"/>
                    <a:pt x="100" y="0"/>
                  </a:cubicBezTo>
                  <a:cubicBezTo>
                    <a:pt x="103" y="1"/>
                    <a:pt x="107" y="3"/>
                    <a:pt x="109" y="4"/>
                  </a:cubicBezTo>
                  <a:cubicBezTo>
                    <a:pt x="113" y="6"/>
                    <a:pt x="120" y="13"/>
                    <a:pt x="123" y="17"/>
                  </a:cubicBezTo>
                  <a:cubicBezTo>
                    <a:pt x="126" y="19"/>
                    <a:pt x="131" y="23"/>
                    <a:pt x="134" y="25"/>
                  </a:cubicBezTo>
                  <a:cubicBezTo>
                    <a:pt x="137" y="27"/>
                    <a:pt x="145" y="31"/>
                    <a:pt x="149" y="34"/>
                  </a:cubicBezTo>
                  <a:cubicBezTo>
                    <a:pt x="151" y="36"/>
                    <a:pt x="155" y="42"/>
                    <a:pt x="158" y="44"/>
                  </a:cubicBezTo>
                  <a:cubicBezTo>
                    <a:pt x="159" y="45"/>
                    <a:pt x="163" y="47"/>
                    <a:pt x="165" y="48"/>
                  </a:cubicBezTo>
                  <a:cubicBezTo>
                    <a:pt x="167" y="49"/>
                    <a:pt x="170" y="52"/>
                    <a:pt x="172" y="53"/>
                  </a:cubicBezTo>
                  <a:cubicBezTo>
                    <a:pt x="173" y="55"/>
                    <a:pt x="176" y="58"/>
                    <a:pt x="177" y="59"/>
                  </a:cubicBezTo>
                  <a:cubicBezTo>
                    <a:pt x="180" y="61"/>
                    <a:pt x="185" y="64"/>
                    <a:pt x="188" y="65"/>
                  </a:cubicBezTo>
                  <a:cubicBezTo>
                    <a:pt x="189" y="66"/>
                    <a:pt x="193" y="67"/>
                    <a:pt x="195" y="68"/>
                  </a:cubicBezTo>
                  <a:cubicBezTo>
                    <a:pt x="198" y="69"/>
                    <a:pt x="203" y="73"/>
                    <a:pt x="206" y="73"/>
                  </a:cubicBezTo>
                  <a:cubicBezTo>
                    <a:pt x="207" y="72"/>
                    <a:pt x="208" y="69"/>
                    <a:pt x="209" y="68"/>
                  </a:cubicBezTo>
                  <a:cubicBezTo>
                    <a:pt x="211" y="68"/>
                    <a:pt x="214" y="68"/>
                    <a:pt x="215" y="69"/>
                  </a:cubicBezTo>
                  <a:cubicBezTo>
                    <a:pt x="216" y="69"/>
                    <a:pt x="219" y="71"/>
                    <a:pt x="220" y="72"/>
                  </a:cubicBezTo>
                  <a:cubicBezTo>
                    <a:pt x="220" y="73"/>
                    <a:pt x="220" y="75"/>
                    <a:pt x="221" y="76"/>
                  </a:cubicBezTo>
                  <a:cubicBezTo>
                    <a:pt x="222" y="78"/>
                    <a:pt x="224" y="79"/>
                    <a:pt x="226" y="80"/>
                  </a:cubicBezTo>
                  <a:cubicBezTo>
                    <a:pt x="227" y="81"/>
                    <a:pt x="231" y="83"/>
                    <a:pt x="231" y="84"/>
                  </a:cubicBezTo>
                  <a:cubicBezTo>
                    <a:pt x="232" y="86"/>
                    <a:pt x="230" y="89"/>
                    <a:pt x="230" y="91"/>
                  </a:cubicBezTo>
                  <a:cubicBezTo>
                    <a:pt x="230" y="93"/>
                    <a:pt x="231" y="96"/>
                    <a:pt x="232" y="97"/>
                  </a:cubicBezTo>
                  <a:cubicBezTo>
                    <a:pt x="233" y="100"/>
                    <a:pt x="237" y="103"/>
                    <a:pt x="238" y="106"/>
                  </a:cubicBezTo>
                  <a:cubicBezTo>
                    <a:pt x="240" y="108"/>
                    <a:pt x="240" y="114"/>
                    <a:pt x="240" y="116"/>
                  </a:cubicBezTo>
                  <a:cubicBezTo>
                    <a:pt x="242" y="119"/>
                    <a:pt x="245" y="126"/>
                    <a:pt x="247" y="129"/>
                  </a:cubicBezTo>
                  <a:cubicBezTo>
                    <a:pt x="248" y="131"/>
                    <a:pt x="251" y="134"/>
                    <a:pt x="252" y="136"/>
                  </a:cubicBezTo>
                  <a:cubicBezTo>
                    <a:pt x="254" y="140"/>
                    <a:pt x="256" y="149"/>
                    <a:pt x="258" y="153"/>
                  </a:cubicBezTo>
                  <a:cubicBezTo>
                    <a:pt x="260" y="159"/>
                    <a:pt x="266" y="169"/>
                    <a:pt x="268" y="175"/>
                  </a:cubicBezTo>
                  <a:cubicBezTo>
                    <a:pt x="269" y="177"/>
                    <a:pt x="271" y="182"/>
                    <a:pt x="271" y="185"/>
                  </a:cubicBezTo>
                  <a:cubicBezTo>
                    <a:pt x="272" y="187"/>
                    <a:pt x="271" y="193"/>
                    <a:pt x="272" y="195"/>
                  </a:cubicBezTo>
                  <a:cubicBezTo>
                    <a:pt x="272" y="199"/>
                    <a:pt x="275" y="205"/>
                    <a:pt x="276" y="207"/>
                  </a:cubicBezTo>
                  <a:cubicBezTo>
                    <a:pt x="278" y="212"/>
                    <a:pt x="283" y="220"/>
                    <a:pt x="284" y="22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33"/>
            <p:cNvSpPr>
              <a:spLocks/>
            </p:cNvSpPr>
            <p:nvPr/>
          </p:nvSpPr>
          <p:spPr bwMode="auto">
            <a:xfrm>
              <a:off x="6521450" y="2236788"/>
              <a:ext cx="371475" cy="498475"/>
            </a:xfrm>
            <a:custGeom>
              <a:avLst/>
              <a:gdLst/>
              <a:ahLst/>
              <a:cxnLst>
                <a:cxn ang="0">
                  <a:pos x="203" y="203"/>
                </a:cxn>
                <a:cxn ang="0">
                  <a:pos x="190" y="213"/>
                </a:cxn>
                <a:cxn ang="0">
                  <a:pos x="175" y="225"/>
                </a:cxn>
                <a:cxn ang="0">
                  <a:pos x="163" y="222"/>
                </a:cxn>
                <a:cxn ang="0">
                  <a:pos x="151" y="236"/>
                </a:cxn>
                <a:cxn ang="0">
                  <a:pos x="139" y="242"/>
                </a:cxn>
                <a:cxn ang="0">
                  <a:pos x="133" y="252"/>
                </a:cxn>
                <a:cxn ang="0">
                  <a:pos x="128" y="262"/>
                </a:cxn>
                <a:cxn ang="0">
                  <a:pos x="118" y="267"/>
                </a:cxn>
                <a:cxn ang="0">
                  <a:pos x="109" y="278"/>
                </a:cxn>
                <a:cxn ang="0">
                  <a:pos x="100" y="277"/>
                </a:cxn>
                <a:cxn ang="0">
                  <a:pos x="95" y="269"/>
                </a:cxn>
                <a:cxn ang="0">
                  <a:pos x="87" y="265"/>
                </a:cxn>
                <a:cxn ang="0">
                  <a:pos x="88" y="253"/>
                </a:cxn>
                <a:cxn ang="0">
                  <a:pos x="70" y="252"/>
                </a:cxn>
                <a:cxn ang="0">
                  <a:pos x="61" y="238"/>
                </a:cxn>
                <a:cxn ang="0">
                  <a:pos x="56" y="224"/>
                </a:cxn>
                <a:cxn ang="0">
                  <a:pos x="40" y="216"/>
                </a:cxn>
                <a:cxn ang="0">
                  <a:pos x="25" y="221"/>
                </a:cxn>
                <a:cxn ang="0">
                  <a:pos x="15" y="209"/>
                </a:cxn>
                <a:cxn ang="0">
                  <a:pos x="13" y="200"/>
                </a:cxn>
                <a:cxn ang="0">
                  <a:pos x="11" y="190"/>
                </a:cxn>
                <a:cxn ang="0">
                  <a:pos x="1" y="185"/>
                </a:cxn>
                <a:cxn ang="0">
                  <a:pos x="1" y="172"/>
                </a:cxn>
                <a:cxn ang="0">
                  <a:pos x="11" y="154"/>
                </a:cxn>
                <a:cxn ang="0">
                  <a:pos x="7" y="133"/>
                </a:cxn>
                <a:cxn ang="0">
                  <a:pos x="1" y="115"/>
                </a:cxn>
                <a:cxn ang="0">
                  <a:pos x="9" y="102"/>
                </a:cxn>
                <a:cxn ang="0">
                  <a:pos x="19" y="93"/>
                </a:cxn>
                <a:cxn ang="0">
                  <a:pos x="36" y="80"/>
                </a:cxn>
                <a:cxn ang="0">
                  <a:pos x="41" y="62"/>
                </a:cxn>
                <a:cxn ang="0">
                  <a:pos x="23" y="52"/>
                </a:cxn>
                <a:cxn ang="0">
                  <a:pos x="20" y="35"/>
                </a:cxn>
                <a:cxn ang="0">
                  <a:pos x="26" y="23"/>
                </a:cxn>
                <a:cxn ang="0">
                  <a:pos x="38" y="11"/>
                </a:cxn>
                <a:cxn ang="0">
                  <a:pos x="50" y="5"/>
                </a:cxn>
                <a:cxn ang="0">
                  <a:pos x="64" y="0"/>
                </a:cxn>
                <a:cxn ang="0">
                  <a:pos x="68" y="11"/>
                </a:cxn>
                <a:cxn ang="0">
                  <a:pos x="75" y="22"/>
                </a:cxn>
                <a:cxn ang="0">
                  <a:pos x="91" y="16"/>
                </a:cxn>
                <a:cxn ang="0">
                  <a:pos x="103" y="29"/>
                </a:cxn>
                <a:cxn ang="0">
                  <a:pos x="121" y="39"/>
                </a:cxn>
                <a:cxn ang="0">
                  <a:pos x="132" y="35"/>
                </a:cxn>
                <a:cxn ang="0">
                  <a:pos x="128" y="50"/>
                </a:cxn>
                <a:cxn ang="0">
                  <a:pos x="136" y="71"/>
                </a:cxn>
                <a:cxn ang="0">
                  <a:pos x="149" y="87"/>
                </a:cxn>
                <a:cxn ang="0">
                  <a:pos x="147" y="107"/>
                </a:cxn>
                <a:cxn ang="0">
                  <a:pos x="156" y="121"/>
                </a:cxn>
                <a:cxn ang="0">
                  <a:pos x="159" y="145"/>
                </a:cxn>
                <a:cxn ang="0">
                  <a:pos x="171" y="156"/>
                </a:cxn>
                <a:cxn ang="0">
                  <a:pos x="182" y="152"/>
                </a:cxn>
                <a:cxn ang="0">
                  <a:pos x="189" y="167"/>
                </a:cxn>
                <a:cxn ang="0">
                  <a:pos x="201" y="162"/>
                </a:cxn>
                <a:cxn ang="0">
                  <a:pos x="210" y="173"/>
                </a:cxn>
                <a:cxn ang="0">
                  <a:pos x="205" y="186"/>
                </a:cxn>
              </a:cxnLst>
              <a:rect l="0" t="0" r="r" b="b"/>
              <a:pathLst>
                <a:path w="210" h="282">
                  <a:moveTo>
                    <a:pt x="207" y="194"/>
                  </a:moveTo>
                  <a:cubicBezTo>
                    <a:pt x="207" y="196"/>
                    <a:pt x="206" y="198"/>
                    <a:pt x="206" y="199"/>
                  </a:cubicBezTo>
                  <a:cubicBezTo>
                    <a:pt x="206" y="200"/>
                    <a:pt x="203" y="202"/>
                    <a:pt x="203" y="203"/>
                  </a:cubicBezTo>
                  <a:cubicBezTo>
                    <a:pt x="202" y="205"/>
                    <a:pt x="201" y="208"/>
                    <a:pt x="201" y="210"/>
                  </a:cubicBezTo>
                  <a:cubicBezTo>
                    <a:pt x="200" y="211"/>
                    <a:pt x="199" y="214"/>
                    <a:pt x="198" y="214"/>
                  </a:cubicBezTo>
                  <a:cubicBezTo>
                    <a:pt x="196" y="215"/>
                    <a:pt x="192" y="213"/>
                    <a:pt x="190" y="213"/>
                  </a:cubicBezTo>
                  <a:cubicBezTo>
                    <a:pt x="187" y="213"/>
                    <a:pt x="182" y="214"/>
                    <a:pt x="180" y="216"/>
                  </a:cubicBezTo>
                  <a:cubicBezTo>
                    <a:pt x="179" y="217"/>
                    <a:pt x="177" y="219"/>
                    <a:pt x="176" y="221"/>
                  </a:cubicBezTo>
                  <a:cubicBezTo>
                    <a:pt x="176" y="222"/>
                    <a:pt x="175" y="224"/>
                    <a:pt x="175" y="225"/>
                  </a:cubicBezTo>
                  <a:cubicBezTo>
                    <a:pt x="174" y="226"/>
                    <a:pt x="172" y="228"/>
                    <a:pt x="171" y="228"/>
                  </a:cubicBezTo>
                  <a:cubicBezTo>
                    <a:pt x="169" y="228"/>
                    <a:pt x="168" y="225"/>
                    <a:pt x="167" y="224"/>
                  </a:cubicBezTo>
                  <a:cubicBezTo>
                    <a:pt x="166" y="223"/>
                    <a:pt x="164" y="222"/>
                    <a:pt x="163" y="222"/>
                  </a:cubicBezTo>
                  <a:cubicBezTo>
                    <a:pt x="162" y="222"/>
                    <a:pt x="160" y="224"/>
                    <a:pt x="160" y="224"/>
                  </a:cubicBezTo>
                  <a:cubicBezTo>
                    <a:pt x="159" y="226"/>
                    <a:pt x="159" y="230"/>
                    <a:pt x="157" y="232"/>
                  </a:cubicBezTo>
                  <a:cubicBezTo>
                    <a:pt x="156" y="233"/>
                    <a:pt x="152" y="235"/>
                    <a:pt x="151" y="236"/>
                  </a:cubicBezTo>
                  <a:cubicBezTo>
                    <a:pt x="150" y="237"/>
                    <a:pt x="150" y="240"/>
                    <a:pt x="149" y="241"/>
                  </a:cubicBezTo>
                  <a:cubicBezTo>
                    <a:pt x="148" y="242"/>
                    <a:pt x="145" y="243"/>
                    <a:pt x="144" y="244"/>
                  </a:cubicBezTo>
                  <a:cubicBezTo>
                    <a:pt x="143" y="244"/>
                    <a:pt x="140" y="242"/>
                    <a:pt x="139" y="242"/>
                  </a:cubicBezTo>
                  <a:cubicBezTo>
                    <a:pt x="138" y="242"/>
                    <a:pt x="135" y="243"/>
                    <a:pt x="134" y="244"/>
                  </a:cubicBezTo>
                  <a:cubicBezTo>
                    <a:pt x="133" y="244"/>
                    <a:pt x="132" y="246"/>
                    <a:pt x="132" y="247"/>
                  </a:cubicBezTo>
                  <a:cubicBezTo>
                    <a:pt x="132" y="248"/>
                    <a:pt x="133" y="251"/>
                    <a:pt x="133" y="252"/>
                  </a:cubicBezTo>
                  <a:cubicBezTo>
                    <a:pt x="134" y="253"/>
                    <a:pt x="135" y="255"/>
                    <a:pt x="135" y="257"/>
                  </a:cubicBezTo>
                  <a:cubicBezTo>
                    <a:pt x="135" y="258"/>
                    <a:pt x="134" y="260"/>
                    <a:pt x="133" y="261"/>
                  </a:cubicBezTo>
                  <a:cubicBezTo>
                    <a:pt x="132" y="262"/>
                    <a:pt x="129" y="262"/>
                    <a:pt x="128" y="262"/>
                  </a:cubicBezTo>
                  <a:cubicBezTo>
                    <a:pt x="127" y="262"/>
                    <a:pt x="125" y="260"/>
                    <a:pt x="124" y="260"/>
                  </a:cubicBezTo>
                  <a:cubicBezTo>
                    <a:pt x="123" y="260"/>
                    <a:pt x="120" y="260"/>
                    <a:pt x="120" y="261"/>
                  </a:cubicBezTo>
                  <a:cubicBezTo>
                    <a:pt x="119" y="262"/>
                    <a:pt x="118" y="266"/>
                    <a:pt x="118" y="267"/>
                  </a:cubicBezTo>
                  <a:cubicBezTo>
                    <a:pt x="118" y="268"/>
                    <a:pt x="119" y="270"/>
                    <a:pt x="119" y="271"/>
                  </a:cubicBezTo>
                  <a:cubicBezTo>
                    <a:pt x="119" y="272"/>
                    <a:pt x="117" y="274"/>
                    <a:pt x="116" y="275"/>
                  </a:cubicBezTo>
                  <a:cubicBezTo>
                    <a:pt x="115" y="276"/>
                    <a:pt x="111" y="277"/>
                    <a:pt x="109" y="278"/>
                  </a:cubicBezTo>
                  <a:cubicBezTo>
                    <a:pt x="108" y="279"/>
                    <a:pt x="107" y="281"/>
                    <a:pt x="106" y="282"/>
                  </a:cubicBezTo>
                  <a:cubicBezTo>
                    <a:pt x="105" y="282"/>
                    <a:pt x="102" y="282"/>
                    <a:pt x="101" y="281"/>
                  </a:cubicBezTo>
                  <a:cubicBezTo>
                    <a:pt x="100" y="281"/>
                    <a:pt x="99" y="278"/>
                    <a:pt x="100" y="277"/>
                  </a:cubicBezTo>
                  <a:cubicBezTo>
                    <a:pt x="100" y="276"/>
                    <a:pt x="101" y="274"/>
                    <a:pt x="101" y="273"/>
                  </a:cubicBezTo>
                  <a:cubicBezTo>
                    <a:pt x="102" y="272"/>
                    <a:pt x="101" y="269"/>
                    <a:pt x="100" y="268"/>
                  </a:cubicBezTo>
                  <a:cubicBezTo>
                    <a:pt x="99" y="268"/>
                    <a:pt x="96" y="268"/>
                    <a:pt x="95" y="269"/>
                  </a:cubicBezTo>
                  <a:cubicBezTo>
                    <a:pt x="94" y="269"/>
                    <a:pt x="93" y="272"/>
                    <a:pt x="92" y="272"/>
                  </a:cubicBezTo>
                  <a:cubicBezTo>
                    <a:pt x="91" y="272"/>
                    <a:pt x="88" y="270"/>
                    <a:pt x="88" y="269"/>
                  </a:cubicBezTo>
                  <a:cubicBezTo>
                    <a:pt x="87" y="268"/>
                    <a:pt x="87" y="266"/>
                    <a:pt x="87" y="265"/>
                  </a:cubicBezTo>
                  <a:cubicBezTo>
                    <a:pt x="87" y="264"/>
                    <a:pt x="89" y="263"/>
                    <a:pt x="89" y="262"/>
                  </a:cubicBezTo>
                  <a:cubicBezTo>
                    <a:pt x="90" y="261"/>
                    <a:pt x="90" y="258"/>
                    <a:pt x="90" y="257"/>
                  </a:cubicBezTo>
                  <a:cubicBezTo>
                    <a:pt x="89" y="256"/>
                    <a:pt x="89" y="254"/>
                    <a:pt x="88" y="253"/>
                  </a:cubicBezTo>
                  <a:cubicBezTo>
                    <a:pt x="87" y="252"/>
                    <a:pt x="84" y="252"/>
                    <a:pt x="82" y="252"/>
                  </a:cubicBezTo>
                  <a:cubicBezTo>
                    <a:pt x="81" y="252"/>
                    <a:pt x="78" y="254"/>
                    <a:pt x="76" y="254"/>
                  </a:cubicBezTo>
                  <a:cubicBezTo>
                    <a:pt x="75" y="254"/>
                    <a:pt x="72" y="252"/>
                    <a:pt x="70" y="252"/>
                  </a:cubicBezTo>
                  <a:cubicBezTo>
                    <a:pt x="69" y="251"/>
                    <a:pt x="66" y="249"/>
                    <a:pt x="65" y="248"/>
                  </a:cubicBezTo>
                  <a:cubicBezTo>
                    <a:pt x="64" y="247"/>
                    <a:pt x="65" y="244"/>
                    <a:pt x="64" y="243"/>
                  </a:cubicBezTo>
                  <a:cubicBezTo>
                    <a:pt x="63" y="242"/>
                    <a:pt x="61" y="240"/>
                    <a:pt x="61" y="238"/>
                  </a:cubicBezTo>
                  <a:cubicBezTo>
                    <a:pt x="60" y="237"/>
                    <a:pt x="59" y="235"/>
                    <a:pt x="59" y="234"/>
                  </a:cubicBezTo>
                  <a:cubicBezTo>
                    <a:pt x="58" y="232"/>
                    <a:pt x="59" y="230"/>
                    <a:pt x="59" y="228"/>
                  </a:cubicBezTo>
                  <a:cubicBezTo>
                    <a:pt x="59" y="227"/>
                    <a:pt x="57" y="225"/>
                    <a:pt x="56" y="224"/>
                  </a:cubicBezTo>
                  <a:cubicBezTo>
                    <a:pt x="56" y="223"/>
                    <a:pt x="54" y="223"/>
                    <a:pt x="53" y="222"/>
                  </a:cubicBezTo>
                  <a:cubicBezTo>
                    <a:pt x="51" y="221"/>
                    <a:pt x="48" y="218"/>
                    <a:pt x="46" y="217"/>
                  </a:cubicBezTo>
                  <a:cubicBezTo>
                    <a:pt x="44" y="217"/>
                    <a:pt x="41" y="216"/>
                    <a:pt x="40" y="216"/>
                  </a:cubicBezTo>
                  <a:cubicBezTo>
                    <a:pt x="39" y="217"/>
                    <a:pt x="36" y="218"/>
                    <a:pt x="35" y="219"/>
                  </a:cubicBezTo>
                  <a:cubicBezTo>
                    <a:pt x="34" y="220"/>
                    <a:pt x="32" y="223"/>
                    <a:pt x="31" y="223"/>
                  </a:cubicBezTo>
                  <a:cubicBezTo>
                    <a:pt x="30" y="223"/>
                    <a:pt x="27" y="222"/>
                    <a:pt x="25" y="221"/>
                  </a:cubicBezTo>
                  <a:cubicBezTo>
                    <a:pt x="25" y="221"/>
                    <a:pt x="24" y="218"/>
                    <a:pt x="23" y="217"/>
                  </a:cubicBezTo>
                  <a:cubicBezTo>
                    <a:pt x="22" y="216"/>
                    <a:pt x="19" y="214"/>
                    <a:pt x="18" y="213"/>
                  </a:cubicBezTo>
                  <a:cubicBezTo>
                    <a:pt x="17" y="212"/>
                    <a:pt x="16" y="210"/>
                    <a:pt x="15" y="209"/>
                  </a:cubicBezTo>
                  <a:cubicBezTo>
                    <a:pt x="14" y="208"/>
                    <a:pt x="10" y="208"/>
                    <a:pt x="10" y="207"/>
                  </a:cubicBezTo>
                  <a:cubicBezTo>
                    <a:pt x="9" y="206"/>
                    <a:pt x="10" y="202"/>
                    <a:pt x="10" y="201"/>
                  </a:cubicBezTo>
                  <a:cubicBezTo>
                    <a:pt x="11" y="201"/>
                    <a:pt x="12" y="201"/>
                    <a:pt x="13" y="200"/>
                  </a:cubicBezTo>
                  <a:cubicBezTo>
                    <a:pt x="13" y="199"/>
                    <a:pt x="14" y="197"/>
                    <a:pt x="14" y="196"/>
                  </a:cubicBezTo>
                  <a:cubicBezTo>
                    <a:pt x="14" y="195"/>
                    <a:pt x="14" y="193"/>
                    <a:pt x="14" y="192"/>
                  </a:cubicBezTo>
                  <a:cubicBezTo>
                    <a:pt x="13" y="191"/>
                    <a:pt x="12" y="190"/>
                    <a:pt x="11" y="190"/>
                  </a:cubicBezTo>
                  <a:cubicBezTo>
                    <a:pt x="10" y="190"/>
                    <a:pt x="8" y="192"/>
                    <a:pt x="8" y="192"/>
                  </a:cubicBezTo>
                  <a:cubicBezTo>
                    <a:pt x="6" y="192"/>
                    <a:pt x="3" y="191"/>
                    <a:pt x="2" y="190"/>
                  </a:cubicBezTo>
                  <a:cubicBezTo>
                    <a:pt x="1" y="189"/>
                    <a:pt x="1" y="186"/>
                    <a:pt x="1" y="185"/>
                  </a:cubicBezTo>
                  <a:cubicBezTo>
                    <a:pt x="2" y="184"/>
                    <a:pt x="3" y="182"/>
                    <a:pt x="4" y="181"/>
                  </a:cubicBezTo>
                  <a:cubicBezTo>
                    <a:pt x="4" y="180"/>
                    <a:pt x="3" y="177"/>
                    <a:pt x="3" y="176"/>
                  </a:cubicBezTo>
                  <a:cubicBezTo>
                    <a:pt x="2" y="175"/>
                    <a:pt x="1" y="173"/>
                    <a:pt x="1" y="172"/>
                  </a:cubicBezTo>
                  <a:cubicBezTo>
                    <a:pt x="2" y="171"/>
                    <a:pt x="3" y="169"/>
                    <a:pt x="4" y="169"/>
                  </a:cubicBezTo>
                  <a:cubicBezTo>
                    <a:pt x="5" y="167"/>
                    <a:pt x="5" y="161"/>
                    <a:pt x="7" y="159"/>
                  </a:cubicBezTo>
                  <a:cubicBezTo>
                    <a:pt x="7" y="158"/>
                    <a:pt x="11" y="156"/>
                    <a:pt x="11" y="154"/>
                  </a:cubicBezTo>
                  <a:cubicBezTo>
                    <a:pt x="12" y="153"/>
                    <a:pt x="12" y="150"/>
                    <a:pt x="12" y="149"/>
                  </a:cubicBezTo>
                  <a:cubicBezTo>
                    <a:pt x="13" y="146"/>
                    <a:pt x="12" y="140"/>
                    <a:pt x="11" y="138"/>
                  </a:cubicBezTo>
                  <a:cubicBezTo>
                    <a:pt x="10" y="136"/>
                    <a:pt x="7" y="134"/>
                    <a:pt x="7" y="133"/>
                  </a:cubicBezTo>
                  <a:cubicBezTo>
                    <a:pt x="6" y="132"/>
                    <a:pt x="6" y="129"/>
                    <a:pt x="6" y="128"/>
                  </a:cubicBezTo>
                  <a:cubicBezTo>
                    <a:pt x="5" y="126"/>
                    <a:pt x="2" y="124"/>
                    <a:pt x="1" y="123"/>
                  </a:cubicBezTo>
                  <a:cubicBezTo>
                    <a:pt x="0" y="121"/>
                    <a:pt x="1" y="117"/>
                    <a:pt x="1" y="115"/>
                  </a:cubicBezTo>
                  <a:cubicBezTo>
                    <a:pt x="1" y="113"/>
                    <a:pt x="0" y="108"/>
                    <a:pt x="1" y="106"/>
                  </a:cubicBezTo>
                  <a:cubicBezTo>
                    <a:pt x="1" y="105"/>
                    <a:pt x="4" y="101"/>
                    <a:pt x="5" y="101"/>
                  </a:cubicBezTo>
                  <a:cubicBezTo>
                    <a:pt x="6" y="101"/>
                    <a:pt x="8" y="101"/>
                    <a:pt x="9" y="102"/>
                  </a:cubicBezTo>
                  <a:cubicBezTo>
                    <a:pt x="9" y="102"/>
                    <a:pt x="10" y="104"/>
                    <a:pt x="11" y="104"/>
                  </a:cubicBezTo>
                  <a:cubicBezTo>
                    <a:pt x="13" y="104"/>
                    <a:pt x="16" y="102"/>
                    <a:pt x="17" y="100"/>
                  </a:cubicBezTo>
                  <a:cubicBezTo>
                    <a:pt x="19" y="99"/>
                    <a:pt x="18" y="94"/>
                    <a:pt x="19" y="93"/>
                  </a:cubicBezTo>
                  <a:cubicBezTo>
                    <a:pt x="19" y="91"/>
                    <a:pt x="20" y="88"/>
                    <a:pt x="21" y="87"/>
                  </a:cubicBezTo>
                  <a:cubicBezTo>
                    <a:pt x="23" y="85"/>
                    <a:pt x="31" y="88"/>
                    <a:pt x="33" y="86"/>
                  </a:cubicBezTo>
                  <a:cubicBezTo>
                    <a:pt x="35" y="85"/>
                    <a:pt x="35" y="81"/>
                    <a:pt x="36" y="80"/>
                  </a:cubicBezTo>
                  <a:cubicBezTo>
                    <a:pt x="37" y="79"/>
                    <a:pt x="41" y="78"/>
                    <a:pt x="42" y="77"/>
                  </a:cubicBezTo>
                  <a:cubicBezTo>
                    <a:pt x="43" y="76"/>
                    <a:pt x="45" y="73"/>
                    <a:pt x="45" y="71"/>
                  </a:cubicBezTo>
                  <a:cubicBezTo>
                    <a:pt x="45" y="69"/>
                    <a:pt x="42" y="64"/>
                    <a:pt x="41" y="62"/>
                  </a:cubicBezTo>
                  <a:cubicBezTo>
                    <a:pt x="39" y="61"/>
                    <a:pt x="36" y="58"/>
                    <a:pt x="34" y="57"/>
                  </a:cubicBezTo>
                  <a:cubicBezTo>
                    <a:pt x="33" y="56"/>
                    <a:pt x="29" y="57"/>
                    <a:pt x="28" y="56"/>
                  </a:cubicBezTo>
                  <a:cubicBezTo>
                    <a:pt x="26" y="55"/>
                    <a:pt x="24" y="53"/>
                    <a:pt x="23" y="52"/>
                  </a:cubicBezTo>
                  <a:cubicBezTo>
                    <a:pt x="22" y="50"/>
                    <a:pt x="22" y="46"/>
                    <a:pt x="22" y="45"/>
                  </a:cubicBezTo>
                  <a:cubicBezTo>
                    <a:pt x="21" y="43"/>
                    <a:pt x="19" y="40"/>
                    <a:pt x="19" y="38"/>
                  </a:cubicBezTo>
                  <a:cubicBezTo>
                    <a:pt x="19" y="38"/>
                    <a:pt x="19" y="36"/>
                    <a:pt x="20" y="35"/>
                  </a:cubicBezTo>
                  <a:cubicBezTo>
                    <a:pt x="21" y="34"/>
                    <a:pt x="23" y="35"/>
                    <a:pt x="24" y="34"/>
                  </a:cubicBezTo>
                  <a:cubicBezTo>
                    <a:pt x="25" y="33"/>
                    <a:pt x="27" y="31"/>
                    <a:pt x="27" y="30"/>
                  </a:cubicBezTo>
                  <a:cubicBezTo>
                    <a:pt x="27" y="28"/>
                    <a:pt x="26" y="25"/>
                    <a:pt x="26" y="23"/>
                  </a:cubicBezTo>
                  <a:cubicBezTo>
                    <a:pt x="26" y="22"/>
                    <a:pt x="27" y="18"/>
                    <a:pt x="28" y="17"/>
                  </a:cubicBezTo>
                  <a:cubicBezTo>
                    <a:pt x="29" y="16"/>
                    <a:pt x="32" y="16"/>
                    <a:pt x="34" y="15"/>
                  </a:cubicBezTo>
                  <a:cubicBezTo>
                    <a:pt x="35" y="14"/>
                    <a:pt x="37" y="12"/>
                    <a:pt x="38" y="11"/>
                  </a:cubicBezTo>
                  <a:cubicBezTo>
                    <a:pt x="40" y="10"/>
                    <a:pt x="44" y="8"/>
                    <a:pt x="45" y="6"/>
                  </a:cubicBezTo>
                  <a:cubicBezTo>
                    <a:pt x="46" y="6"/>
                    <a:pt x="46" y="5"/>
                    <a:pt x="46" y="4"/>
                  </a:cubicBezTo>
                  <a:cubicBezTo>
                    <a:pt x="48" y="4"/>
                    <a:pt x="49" y="5"/>
                    <a:pt x="50" y="5"/>
                  </a:cubicBezTo>
                  <a:cubicBezTo>
                    <a:pt x="52" y="5"/>
                    <a:pt x="55" y="4"/>
                    <a:pt x="56" y="3"/>
                  </a:cubicBezTo>
                  <a:cubicBezTo>
                    <a:pt x="57" y="3"/>
                    <a:pt x="57" y="1"/>
                    <a:pt x="58" y="1"/>
                  </a:cubicBezTo>
                  <a:cubicBezTo>
                    <a:pt x="59" y="0"/>
                    <a:pt x="62" y="0"/>
                    <a:pt x="64" y="0"/>
                  </a:cubicBezTo>
                  <a:cubicBezTo>
                    <a:pt x="65" y="0"/>
                    <a:pt x="68" y="1"/>
                    <a:pt x="69" y="2"/>
                  </a:cubicBezTo>
                  <a:cubicBezTo>
                    <a:pt x="70" y="3"/>
                    <a:pt x="71" y="6"/>
                    <a:pt x="70" y="8"/>
                  </a:cubicBezTo>
                  <a:cubicBezTo>
                    <a:pt x="70" y="9"/>
                    <a:pt x="68" y="10"/>
                    <a:pt x="68" y="11"/>
                  </a:cubicBezTo>
                  <a:cubicBezTo>
                    <a:pt x="67" y="12"/>
                    <a:pt x="65" y="15"/>
                    <a:pt x="66" y="17"/>
                  </a:cubicBezTo>
                  <a:cubicBezTo>
                    <a:pt x="66" y="19"/>
                    <a:pt x="69" y="22"/>
                    <a:pt x="71" y="23"/>
                  </a:cubicBezTo>
                  <a:cubicBezTo>
                    <a:pt x="72" y="23"/>
                    <a:pt x="74" y="23"/>
                    <a:pt x="75" y="22"/>
                  </a:cubicBezTo>
                  <a:cubicBezTo>
                    <a:pt x="77" y="21"/>
                    <a:pt x="78" y="18"/>
                    <a:pt x="79" y="17"/>
                  </a:cubicBezTo>
                  <a:cubicBezTo>
                    <a:pt x="81" y="16"/>
                    <a:pt x="84" y="16"/>
                    <a:pt x="86" y="16"/>
                  </a:cubicBezTo>
                  <a:cubicBezTo>
                    <a:pt x="87" y="16"/>
                    <a:pt x="90" y="16"/>
                    <a:pt x="91" y="16"/>
                  </a:cubicBezTo>
                  <a:cubicBezTo>
                    <a:pt x="92" y="17"/>
                    <a:pt x="93" y="21"/>
                    <a:pt x="94" y="23"/>
                  </a:cubicBezTo>
                  <a:cubicBezTo>
                    <a:pt x="94" y="23"/>
                    <a:pt x="97" y="24"/>
                    <a:pt x="97" y="25"/>
                  </a:cubicBezTo>
                  <a:cubicBezTo>
                    <a:pt x="99" y="26"/>
                    <a:pt x="102" y="27"/>
                    <a:pt x="103" y="29"/>
                  </a:cubicBezTo>
                  <a:cubicBezTo>
                    <a:pt x="105" y="30"/>
                    <a:pt x="106" y="35"/>
                    <a:pt x="107" y="37"/>
                  </a:cubicBezTo>
                  <a:cubicBezTo>
                    <a:pt x="109" y="38"/>
                    <a:pt x="112" y="40"/>
                    <a:pt x="113" y="40"/>
                  </a:cubicBezTo>
                  <a:cubicBezTo>
                    <a:pt x="115" y="40"/>
                    <a:pt x="119" y="40"/>
                    <a:pt x="121" y="39"/>
                  </a:cubicBezTo>
                  <a:cubicBezTo>
                    <a:pt x="122" y="38"/>
                    <a:pt x="122" y="35"/>
                    <a:pt x="123" y="34"/>
                  </a:cubicBezTo>
                  <a:cubicBezTo>
                    <a:pt x="124" y="33"/>
                    <a:pt x="126" y="32"/>
                    <a:pt x="128" y="32"/>
                  </a:cubicBezTo>
                  <a:cubicBezTo>
                    <a:pt x="129" y="32"/>
                    <a:pt x="131" y="34"/>
                    <a:pt x="132" y="35"/>
                  </a:cubicBezTo>
                  <a:cubicBezTo>
                    <a:pt x="133" y="36"/>
                    <a:pt x="133" y="39"/>
                    <a:pt x="133" y="40"/>
                  </a:cubicBezTo>
                  <a:cubicBezTo>
                    <a:pt x="133" y="42"/>
                    <a:pt x="130" y="44"/>
                    <a:pt x="130" y="46"/>
                  </a:cubicBezTo>
                  <a:cubicBezTo>
                    <a:pt x="129" y="47"/>
                    <a:pt x="128" y="49"/>
                    <a:pt x="128" y="50"/>
                  </a:cubicBezTo>
                  <a:cubicBezTo>
                    <a:pt x="129" y="51"/>
                    <a:pt x="131" y="53"/>
                    <a:pt x="131" y="54"/>
                  </a:cubicBezTo>
                  <a:cubicBezTo>
                    <a:pt x="132" y="55"/>
                    <a:pt x="133" y="57"/>
                    <a:pt x="134" y="58"/>
                  </a:cubicBezTo>
                  <a:cubicBezTo>
                    <a:pt x="135" y="61"/>
                    <a:pt x="135" y="68"/>
                    <a:pt x="136" y="71"/>
                  </a:cubicBezTo>
                  <a:cubicBezTo>
                    <a:pt x="136" y="73"/>
                    <a:pt x="138" y="75"/>
                    <a:pt x="139" y="77"/>
                  </a:cubicBezTo>
                  <a:cubicBezTo>
                    <a:pt x="140" y="78"/>
                    <a:pt x="143" y="80"/>
                    <a:pt x="144" y="81"/>
                  </a:cubicBezTo>
                  <a:cubicBezTo>
                    <a:pt x="146" y="82"/>
                    <a:pt x="149" y="85"/>
                    <a:pt x="149" y="87"/>
                  </a:cubicBezTo>
                  <a:cubicBezTo>
                    <a:pt x="150" y="89"/>
                    <a:pt x="149" y="92"/>
                    <a:pt x="149" y="94"/>
                  </a:cubicBezTo>
                  <a:cubicBezTo>
                    <a:pt x="149" y="95"/>
                    <a:pt x="147" y="98"/>
                    <a:pt x="147" y="100"/>
                  </a:cubicBezTo>
                  <a:cubicBezTo>
                    <a:pt x="147" y="102"/>
                    <a:pt x="147" y="105"/>
                    <a:pt x="147" y="107"/>
                  </a:cubicBezTo>
                  <a:cubicBezTo>
                    <a:pt x="148" y="109"/>
                    <a:pt x="151" y="111"/>
                    <a:pt x="152" y="112"/>
                  </a:cubicBezTo>
                  <a:cubicBezTo>
                    <a:pt x="153" y="113"/>
                    <a:pt x="154" y="115"/>
                    <a:pt x="155" y="116"/>
                  </a:cubicBezTo>
                  <a:cubicBezTo>
                    <a:pt x="155" y="118"/>
                    <a:pt x="156" y="120"/>
                    <a:pt x="156" y="121"/>
                  </a:cubicBezTo>
                  <a:cubicBezTo>
                    <a:pt x="156" y="123"/>
                    <a:pt x="155" y="126"/>
                    <a:pt x="154" y="128"/>
                  </a:cubicBezTo>
                  <a:cubicBezTo>
                    <a:pt x="154" y="131"/>
                    <a:pt x="155" y="136"/>
                    <a:pt x="155" y="138"/>
                  </a:cubicBezTo>
                  <a:cubicBezTo>
                    <a:pt x="156" y="140"/>
                    <a:pt x="158" y="143"/>
                    <a:pt x="159" y="145"/>
                  </a:cubicBezTo>
                  <a:cubicBezTo>
                    <a:pt x="160" y="147"/>
                    <a:pt x="161" y="151"/>
                    <a:pt x="162" y="153"/>
                  </a:cubicBezTo>
                  <a:cubicBezTo>
                    <a:pt x="163" y="154"/>
                    <a:pt x="166" y="157"/>
                    <a:pt x="168" y="157"/>
                  </a:cubicBezTo>
                  <a:cubicBezTo>
                    <a:pt x="169" y="158"/>
                    <a:pt x="171" y="157"/>
                    <a:pt x="171" y="156"/>
                  </a:cubicBezTo>
                  <a:cubicBezTo>
                    <a:pt x="172" y="155"/>
                    <a:pt x="172" y="152"/>
                    <a:pt x="173" y="151"/>
                  </a:cubicBezTo>
                  <a:cubicBezTo>
                    <a:pt x="174" y="151"/>
                    <a:pt x="175" y="150"/>
                    <a:pt x="176" y="150"/>
                  </a:cubicBezTo>
                  <a:cubicBezTo>
                    <a:pt x="178" y="150"/>
                    <a:pt x="181" y="151"/>
                    <a:pt x="182" y="152"/>
                  </a:cubicBezTo>
                  <a:cubicBezTo>
                    <a:pt x="183" y="153"/>
                    <a:pt x="185" y="154"/>
                    <a:pt x="185" y="155"/>
                  </a:cubicBezTo>
                  <a:cubicBezTo>
                    <a:pt x="186" y="156"/>
                    <a:pt x="186" y="159"/>
                    <a:pt x="187" y="161"/>
                  </a:cubicBezTo>
                  <a:cubicBezTo>
                    <a:pt x="187" y="162"/>
                    <a:pt x="188" y="166"/>
                    <a:pt x="189" y="167"/>
                  </a:cubicBezTo>
                  <a:cubicBezTo>
                    <a:pt x="190" y="168"/>
                    <a:pt x="194" y="169"/>
                    <a:pt x="195" y="169"/>
                  </a:cubicBezTo>
                  <a:cubicBezTo>
                    <a:pt x="196" y="168"/>
                    <a:pt x="196" y="167"/>
                    <a:pt x="197" y="166"/>
                  </a:cubicBezTo>
                  <a:cubicBezTo>
                    <a:pt x="198" y="165"/>
                    <a:pt x="200" y="162"/>
                    <a:pt x="201" y="162"/>
                  </a:cubicBezTo>
                  <a:cubicBezTo>
                    <a:pt x="202" y="162"/>
                    <a:pt x="205" y="162"/>
                    <a:pt x="206" y="163"/>
                  </a:cubicBezTo>
                  <a:cubicBezTo>
                    <a:pt x="207" y="164"/>
                    <a:pt x="205" y="167"/>
                    <a:pt x="206" y="168"/>
                  </a:cubicBezTo>
                  <a:cubicBezTo>
                    <a:pt x="207" y="170"/>
                    <a:pt x="210" y="171"/>
                    <a:pt x="210" y="173"/>
                  </a:cubicBezTo>
                  <a:cubicBezTo>
                    <a:pt x="210" y="174"/>
                    <a:pt x="208" y="178"/>
                    <a:pt x="207" y="179"/>
                  </a:cubicBezTo>
                  <a:cubicBezTo>
                    <a:pt x="207" y="180"/>
                    <a:pt x="206" y="181"/>
                    <a:pt x="205" y="181"/>
                  </a:cubicBezTo>
                  <a:cubicBezTo>
                    <a:pt x="205" y="182"/>
                    <a:pt x="205" y="185"/>
                    <a:pt x="205" y="186"/>
                  </a:cubicBezTo>
                  <a:cubicBezTo>
                    <a:pt x="205" y="187"/>
                    <a:pt x="206" y="190"/>
                    <a:pt x="206" y="191"/>
                  </a:cubicBezTo>
                  <a:cubicBezTo>
                    <a:pt x="207" y="192"/>
                    <a:pt x="207" y="193"/>
                    <a:pt x="207" y="19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34"/>
            <p:cNvSpPr>
              <a:spLocks/>
            </p:cNvSpPr>
            <p:nvPr/>
          </p:nvSpPr>
          <p:spPr bwMode="auto">
            <a:xfrm>
              <a:off x="6835775" y="3265488"/>
              <a:ext cx="19050" cy="28575"/>
            </a:xfrm>
            <a:custGeom>
              <a:avLst/>
              <a:gdLst/>
              <a:ahLst/>
              <a:cxnLst>
                <a:cxn ang="0">
                  <a:pos x="6" y="8"/>
                </a:cxn>
                <a:cxn ang="0">
                  <a:pos x="6" y="6"/>
                </a:cxn>
                <a:cxn ang="0">
                  <a:pos x="9" y="5"/>
                </a:cxn>
                <a:cxn ang="0">
                  <a:pos x="11" y="3"/>
                </a:cxn>
                <a:cxn ang="0">
                  <a:pos x="9" y="1"/>
                </a:cxn>
                <a:cxn ang="0">
                  <a:pos x="5" y="1"/>
                </a:cxn>
                <a:cxn ang="0">
                  <a:pos x="4" y="3"/>
                </a:cxn>
                <a:cxn ang="0">
                  <a:pos x="1" y="5"/>
                </a:cxn>
                <a:cxn ang="0">
                  <a:pos x="0" y="7"/>
                </a:cxn>
                <a:cxn ang="0">
                  <a:pos x="1" y="10"/>
                </a:cxn>
                <a:cxn ang="0">
                  <a:pos x="1" y="13"/>
                </a:cxn>
                <a:cxn ang="0">
                  <a:pos x="2" y="15"/>
                </a:cxn>
                <a:cxn ang="0">
                  <a:pos x="5" y="15"/>
                </a:cxn>
                <a:cxn ang="0">
                  <a:pos x="7" y="11"/>
                </a:cxn>
                <a:cxn ang="0">
                  <a:pos x="6" y="9"/>
                </a:cxn>
                <a:cxn ang="0">
                  <a:pos x="6" y="8"/>
                </a:cxn>
              </a:cxnLst>
              <a:rect l="0" t="0" r="r" b="b"/>
              <a:pathLst>
                <a:path w="11" h="16">
                  <a:moveTo>
                    <a:pt x="6" y="8"/>
                  </a:moveTo>
                  <a:cubicBezTo>
                    <a:pt x="6" y="7"/>
                    <a:pt x="6" y="7"/>
                    <a:pt x="6" y="6"/>
                  </a:cubicBezTo>
                  <a:cubicBezTo>
                    <a:pt x="7" y="6"/>
                    <a:pt x="8" y="5"/>
                    <a:pt x="9" y="5"/>
                  </a:cubicBezTo>
                  <a:cubicBezTo>
                    <a:pt x="10" y="5"/>
                    <a:pt x="11" y="4"/>
                    <a:pt x="11" y="3"/>
                  </a:cubicBezTo>
                  <a:cubicBezTo>
                    <a:pt x="11" y="2"/>
                    <a:pt x="10" y="1"/>
                    <a:pt x="9" y="1"/>
                  </a:cubicBezTo>
                  <a:cubicBezTo>
                    <a:pt x="8" y="0"/>
                    <a:pt x="6" y="1"/>
                    <a:pt x="5" y="1"/>
                  </a:cubicBezTo>
                  <a:cubicBezTo>
                    <a:pt x="5" y="1"/>
                    <a:pt x="4" y="2"/>
                    <a:pt x="4" y="3"/>
                  </a:cubicBezTo>
                  <a:cubicBezTo>
                    <a:pt x="3" y="3"/>
                    <a:pt x="1" y="4"/>
                    <a:pt x="1" y="5"/>
                  </a:cubicBezTo>
                  <a:cubicBezTo>
                    <a:pt x="0" y="5"/>
                    <a:pt x="0" y="6"/>
                    <a:pt x="0" y="7"/>
                  </a:cubicBezTo>
                  <a:cubicBezTo>
                    <a:pt x="0" y="8"/>
                    <a:pt x="1" y="9"/>
                    <a:pt x="1" y="10"/>
                  </a:cubicBezTo>
                  <a:cubicBezTo>
                    <a:pt x="1" y="11"/>
                    <a:pt x="1" y="12"/>
                    <a:pt x="1" y="13"/>
                  </a:cubicBezTo>
                  <a:cubicBezTo>
                    <a:pt x="1" y="14"/>
                    <a:pt x="1" y="15"/>
                    <a:pt x="2" y="15"/>
                  </a:cubicBezTo>
                  <a:cubicBezTo>
                    <a:pt x="2" y="16"/>
                    <a:pt x="4" y="15"/>
                    <a:pt x="5" y="15"/>
                  </a:cubicBezTo>
                  <a:cubicBezTo>
                    <a:pt x="5" y="14"/>
                    <a:pt x="7" y="12"/>
                    <a:pt x="7" y="11"/>
                  </a:cubicBezTo>
                  <a:cubicBezTo>
                    <a:pt x="7" y="11"/>
                    <a:pt x="6" y="10"/>
                    <a:pt x="6" y="9"/>
                  </a:cubicBezTo>
                  <a:cubicBezTo>
                    <a:pt x="6" y="9"/>
                    <a:pt x="6" y="8"/>
                    <a:pt x="6"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5"/>
            <p:cNvSpPr>
              <a:spLocks/>
            </p:cNvSpPr>
            <p:nvPr/>
          </p:nvSpPr>
          <p:spPr bwMode="auto">
            <a:xfrm>
              <a:off x="6807200" y="3263900"/>
              <a:ext cx="7937" cy="15875"/>
            </a:xfrm>
            <a:custGeom>
              <a:avLst/>
              <a:gdLst/>
              <a:ahLst/>
              <a:cxnLst>
                <a:cxn ang="0">
                  <a:pos x="3" y="1"/>
                </a:cxn>
                <a:cxn ang="0">
                  <a:pos x="0" y="2"/>
                </a:cxn>
                <a:cxn ang="0">
                  <a:pos x="0" y="4"/>
                </a:cxn>
                <a:cxn ang="0">
                  <a:pos x="1" y="6"/>
                </a:cxn>
                <a:cxn ang="0">
                  <a:pos x="1" y="8"/>
                </a:cxn>
                <a:cxn ang="0">
                  <a:pos x="4" y="7"/>
                </a:cxn>
                <a:cxn ang="0">
                  <a:pos x="5" y="4"/>
                </a:cxn>
                <a:cxn ang="0">
                  <a:pos x="3" y="1"/>
                </a:cxn>
              </a:cxnLst>
              <a:rect l="0" t="0" r="r" b="b"/>
              <a:pathLst>
                <a:path w="5" h="9">
                  <a:moveTo>
                    <a:pt x="3" y="1"/>
                  </a:moveTo>
                  <a:cubicBezTo>
                    <a:pt x="2" y="0"/>
                    <a:pt x="1" y="1"/>
                    <a:pt x="0" y="2"/>
                  </a:cubicBezTo>
                  <a:cubicBezTo>
                    <a:pt x="0" y="2"/>
                    <a:pt x="0" y="4"/>
                    <a:pt x="0" y="4"/>
                  </a:cubicBezTo>
                  <a:cubicBezTo>
                    <a:pt x="0" y="5"/>
                    <a:pt x="1" y="6"/>
                    <a:pt x="1" y="6"/>
                  </a:cubicBezTo>
                  <a:cubicBezTo>
                    <a:pt x="1" y="7"/>
                    <a:pt x="1" y="8"/>
                    <a:pt x="1" y="8"/>
                  </a:cubicBezTo>
                  <a:cubicBezTo>
                    <a:pt x="2" y="9"/>
                    <a:pt x="3" y="8"/>
                    <a:pt x="4" y="7"/>
                  </a:cubicBezTo>
                  <a:cubicBezTo>
                    <a:pt x="4" y="6"/>
                    <a:pt x="5" y="5"/>
                    <a:pt x="5" y="4"/>
                  </a:cubicBezTo>
                  <a:cubicBezTo>
                    <a:pt x="5" y="3"/>
                    <a:pt x="4" y="1"/>
                    <a:pt x="3"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6"/>
            <p:cNvSpPr>
              <a:spLocks noEditPoints="1"/>
            </p:cNvSpPr>
            <p:nvPr/>
          </p:nvSpPr>
          <p:spPr bwMode="auto">
            <a:xfrm>
              <a:off x="6415088" y="2540000"/>
              <a:ext cx="717550" cy="617538"/>
            </a:xfrm>
            <a:custGeom>
              <a:avLst/>
              <a:gdLst/>
              <a:ahLst/>
              <a:cxnLst>
                <a:cxn ang="0">
                  <a:pos x="40" y="47"/>
                </a:cxn>
                <a:cxn ang="0">
                  <a:pos x="45" y="21"/>
                </a:cxn>
                <a:cxn ang="0">
                  <a:pos x="61" y="0"/>
                </a:cxn>
                <a:cxn ang="0">
                  <a:pos x="68" y="20"/>
                </a:cxn>
                <a:cxn ang="0">
                  <a:pos x="70" y="29"/>
                </a:cxn>
                <a:cxn ang="0">
                  <a:pos x="85" y="49"/>
                </a:cxn>
                <a:cxn ang="0">
                  <a:pos x="113" y="50"/>
                </a:cxn>
                <a:cxn ang="0">
                  <a:pos x="124" y="71"/>
                </a:cxn>
                <a:cxn ang="0">
                  <a:pos x="148" y="81"/>
                </a:cxn>
                <a:cxn ang="0">
                  <a:pos x="152" y="100"/>
                </a:cxn>
                <a:cxn ang="0">
                  <a:pos x="161" y="109"/>
                </a:cxn>
                <a:cxn ang="0">
                  <a:pos x="178" y="95"/>
                </a:cxn>
                <a:cxn ang="0">
                  <a:pos x="195" y="85"/>
                </a:cxn>
                <a:cxn ang="0">
                  <a:pos x="204" y="72"/>
                </a:cxn>
                <a:cxn ang="0">
                  <a:pos x="223" y="50"/>
                </a:cxn>
                <a:cxn ang="0">
                  <a:pos x="240" y="44"/>
                </a:cxn>
                <a:cxn ang="0">
                  <a:pos x="266" y="27"/>
                </a:cxn>
                <a:cxn ang="0">
                  <a:pos x="283" y="26"/>
                </a:cxn>
                <a:cxn ang="0">
                  <a:pos x="294" y="36"/>
                </a:cxn>
                <a:cxn ang="0">
                  <a:pos x="284" y="56"/>
                </a:cxn>
                <a:cxn ang="0">
                  <a:pos x="263" y="69"/>
                </a:cxn>
                <a:cxn ang="0">
                  <a:pos x="258" y="84"/>
                </a:cxn>
                <a:cxn ang="0">
                  <a:pos x="267" y="104"/>
                </a:cxn>
                <a:cxn ang="0">
                  <a:pos x="284" y="130"/>
                </a:cxn>
                <a:cxn ang="0">
                  <a:pos x="288" y="149"/>
                </a:cxn>
                <a:cxn ang="0">
                  <a:pos x="266" y="146"/>
                </a:cxn>
                <a:cxn ang="0">
                  <a:pos x="245" y="158"/>
                </a:cxn>
                <a:cxn ang="0">
                  <a:pos x="261" y="181"/>
                </a:cxn>
                <a:cxn ang="0">
                  <a:pos x="287" y="191"/>
                </a:cxn>
                <a:cxn ang="0">
                  <a:pos x="300" y="213"/>
                </a:cxn>
                <a:cxn ang="0">
                  <a:pos x="327" y="220"/>
                </a:cxn>
                <a:cxn ang="0">
                  <a:pos x="340" y="221"/>
                </a:cxn>
                <a:cxn ang="0">
                  <a:pos x="369" y="237"/>
                </a:cxn>
                <a:cxn ang="0">
                  <a:pos x="391" y="234"/>
                </a:cxn>
                <a:cxn ang="0">
                  <a:pos x="403" y="270"/>
                </a:cxn>
                <a:cxn ang="0">
                  <a:pos x="390" y="298"/>
                </a:cxn>
                <a:cxn ang="0">
                  <a:pos x="373" y="337"/>
                </a:cxn>
                <a:cxn ang="0">
                  <a:pos x="350" y="336"/>
                </a:cxn>
                <a:cxn ang="0">
                  <a:pos x="341" y="346"/>
                </a:cxn>
                <a:cxn ang="0">
                  <a:pos x="320" y="340"/>
                </a:cxn>
                <a:cxn ang="0">
                  <a:pos x="277" y="333"/>
                </a:cxn>
                <a:cxn ang="0">
                  <a:pos x="255" y="347"/>
                </a:cxn>
                <a:cxn ang="0">
                  <a:pos x="224" y="314"/>
                </a:cxn>
                <a:cxn ang="0">
                  <a:pos x="196" y="303"/>
                </a:cxn>
                <a:cxn ang="0">
                  <a:pos x="163" y="277"/>
                </a:cxn>
                <a:cxn ang="0">
                  <a:pos x="110" y="235"/>
                </a:cxn>
                <a:cxn ang="0">
                  <a:pos x="97" y="196"/>
                </a:cxn>
                <a:cxn ang="0">
                  <a:pos x="52" y="171"/>
                </a:cxn>
                <a:cxn ang="0">
                  <a:pos x="32" y="144"/>
                </a:cxn>
                <a:cxn ang="0">
                  <a:pos x="21" y="120"/>
                </a:cxn>
                <a:cxn ang="0">
                  <a:pos x="11" y="97"/>
                </a:cxn>
                <a:cxn ang="0">
                  <a:pos x="14" y="81"/>
                </a:cxn>
                <a:cxn ang="0">
                  <a:pos x="35" y="68"/>
                </a:cxn>
              </a:cxnLst>
              <a:rect l="0" t="0" r="r" b="b"/>
              <a:pathLst>
                <a:path w="405" h="349">
                  <a:moveTo>
                    <a:pt x="35" y="68"/>
                  </a:moveTo>
                  <a:cubicBezTo>
                    <a:pt x="34" y="68"/>
                    <a:pt x="36" y="64"/>
                    <a:pt x="37" y="62"/>
                  </a:cubicBezTo>
                  <a:cubicBezTo>
                    <a:pt x="38" y="61"/>
                    <a:pt x="40" y="60"/>
                    <a:pt x="40" y="59"/>
                  </a:cubicBezTo>
                  <a:cubicBezTo>
                    <a:pt x="41" y="57"/>
                    <a:pt x="39" y="54"/>
                    <a:pt x="39" y="52"/>
                  </a:cubicBezTo>
                  <a:cubicBezTo>
                    <a:pt x="39" y="51"/>
                    <a:pt x="40" y="48"/>
                    <a:pt x="40" y="47"/>
                  </a:cubicBezTo>
                  <a:cubicBezTo>
                    <a:pt x="41" y="46"/>
                    <a:pt x="44" y="45"/>
                    <a:pt x="45" y="44"/>
                  </a:cubicBezTo>
                  <a:cubicBezTo>
                    <a:pt x="46" y="43"/>
                    <a:pt x="48" y="40"/>
                    <a:pt x="49" y="39"/>
                  </a:cubicBezTo>
                  <a:cubicBezTo>
                    <a:pt x="50" y="38"/>
                    <a:pt x="52" y="35"/>
                    <a:pt x="52" y="34"/>
                  </a:cubicBezTo>
                  <a:cubicBezTo>
                    <a:pt x="52" y="32"/>
                    <a:pt x="51" y="28"/>
                    <a:pt x="50" y="26"/>
                  </a:cubicBezTo>
                  <a:cubicBezTo>
                    <a:pt x="49" y="25"/>
                    <a:pt x="46" y="23"/>
                    <a:pt x="45" y="21"/>
                  </a:cubicBezTo>
                  <a:cubicBezTo>
                    <a:pt x="44" y="19"/>
                    <a:pt x="42" y="16"/>
                    <a:pt x="42" y="14"/>
                  </a:cubicBezTo>
                  <a:cubicBezTo>
                    <a:pt x="42" y="12"/>
                    <a:pt x="44" y="9"/>
                    <a:pt x="45" y="7"/>
                  </a:cubicBezTo>
                  <a:cubicBezTo>
                    <a:pt x="46" y="6"/>
                    <a:pt x="48" y="3"/>
                    <a:pt x="50" y="3"/>
                  </a:cubicBezTo>
                  <a:cubicBezTo>
                    <a:pt x="52" y="2"/>
                    <a:pt x="57" y="2"/>
                    <a:pt x="59" y="1"/>
                  </a:cubicBezTo>
                  <a:cubicBezTo>
                    <a:pt x="59" y="0"/>
                    <a:pt x="60" y="0"/>
                    <a:pt x="61" y="0"/>
                  </a:cubicBezTo>
                  <a:cubicBezTo>
                    <a:pt x="61" y="1"/>
                    <a:pt x="62" y="3"/>
                    <a:pt x="63" y="4"/>
                  </a:cubicBezTo>
                  <a:cubicBezTo>
                    <a:pt x="63" y="5"/>
                    <a:pt x="64" y="8"/>
                    <a:pt x="64" y="9"/>
                  </a:cubicBezTo>
                  <a:cubicBezTo>
                    <a:pt x="63" y="10"/>
                    <a:pt x="62" y="12"/>
                    <a:pt x="61" y="13"/>
                  </a:cubicBezTo>
                  <a:cubicBezTo>
                    <a:pt x="61" y="14"/>
                    <a:pt x="61" y="17"/>
                    <a:pt x="62" y="18"/>
                  </a:cubicBezTo>
                  <a:cubicBezTo>
                    <a:pt x="63" y="19"/>
                    <a:pt x="66" y="20"/>
                    <a:pt x="68" y="20"/>
                  </a:cubicBezTo>
                  <a:cubicBezTo>
                    <a:pt x="68" y="20"/>
                    <a:pt x="70" y="18"/>
                    <a:pt x="71" y="18"/>
                  </a:cubicBezTo>
                  <a:cubicBezTo>
                    <a:pt x="72" y="18"/>
                    <a:pt x="73" y="19"/>
                    <a:pt x="74" y="20"/>
                  </a:cubicBezTo>
                  <a:cubicBezTo>
                    <a:pt x="74" y="21"/>
                    <a:pt x="74" y="23"/>
                    <a:pt x="74" y="24"/>
                  </a:cubicBezTo>
                  <a:cubicBezTo>
                    <a:pt x="74" y="25"/>
                    <a:pt x="73" y="27"/>
                    <a:pt x="73" y="28"/>
                  </a:cubicBezTo>
                  <a:cubicBezTo>
                    <a:pt x="72" y="29"/>
                    <a:pt x="71" y="29"/>
                    <a:pt x="70" y="29"/>
                  </a:cubicBezTo>
                  <a:cubicBezTo>
                    <a:pt x="70" y="30"/>
                    <a:pt x="69" y="34"/>
                    <a:pt x="70" y="35"/>
                  </a:cubicBezTo>
                  <a:cubicBezTo>
                    <a:pt x="70" y="36"/>
                    <a:pt x="74" y="36"/>
                    <a:pt x="75" y="37"/>
                  </a:cubicBezTo>
                  <a:cubicBezTo>
                    <a:pt x="76" y="38"/>
                    <a:pt x="77" y="40"/>
                    <a:pt x="78" y="41"/>
                  </a:cubicBezTo>
                  <a:cubicBezTo>
                    <a:pt x="79" y="42"/>
                    <a:pt x="82" y="44"/>
                    <a:pt x="83" y="45"/>
                  </a:cubicBezTo>
                  <a:cubicBezTo>
                    <a:pt x="84" y="46"/>
                    <a:pt x="85" y="49"/>
                    <a:pt x="85" y="49"/>
                  </a:cubicBezTo>
                  <a:cubicBezTo>
                    <a:pt x="87" y="50"/>
                    <a:pt x="90" y="51"/>
                    <a:pt x="91" y="51"/>
                  </a:cubicBezTo>
                  <a:cubicBezTo>
                    <a:pt x="92" y="51"/>
                    <a:pt x="94" y="48"/>
                    <a:pt x="95" y="47"/>
                  </a:cubicBezTo>
                  <a:cubicBezTo>
                    <a:pt x="96" y="46"/>
                    <a:pt x="99" y="45"/>
                    <a:pt x="100" y="44"/>
                  </a:cubicBezTo>
                  <a:cubicBezTo>
                    <a:pt x="101" y="44"/>
                    <a:pt x="104" y="45"/>
                    <a:pt x="106" y="45"/>
                  </a:cubicBezTo>
                  <a:cubicBezTo>
                    <a:pt x="108" y="46"/>
                    <a:pt x="111" y="49"/>
                    <a:pt x="113" y="50"/>
                  </a:cubicBezTo>
                  <a:cubicBezTo>
                    <a:pt x="114" y="51"/>
                    <a:pt x="116" y="51"/>
                    <a:pt x="116" y="52"/>
                  </a:cubicBezTo>
                  <a:cubicBezTo>
                    <a:pt x="117" y="53"/>
                    <a:pt x="119" y="55"/>
                    <a:pt x="119" y="56"/>
                  </a:cubicBezTo>
                  <a:cubicBezTo>
                    <a:pt x="119" y="58"/>
                    <a:pt x="118" y="60"/>
                    <a:pt x="119" y="62"/>
                  </a:cubicBezTo>
                  <a:cubicBezTo>
                    <a:pt x="119" y="63"/>
                    <a:pt x="120" y="65"/>
                    <a:pt x="121" y="66"/>
                  </a:cubicBezTo>
                  <a:cubicBezTo>
                    <a:pt x="121" y="68"/>
                    <a:pt x="123" y="70"/>
                    <a:pt x="124" y="71"/>
                  </a:cubicBezTo>
                  <a:cubicBezTo>
                    <a:pt x="125" y="72"/>
                    <a:pt x="124" y="75"/>
                    <a:pt x="125" y="76"/>
                  </a:cubicBezTo>
                  <a:cubicBezTo>
                    <a:pt x="126" y="77"/>
                    <a:pt x="129" y="79"/>
                    <a:pt x="130" y="80"/>
                  </a:cubicBezTo>
                  <a:cubicBezTo>
                    <a:pt x="132" y="80"/>
                    <a:pt x="135" y="82"/>
                    <a:pt x="136" y="82"/>
                  </a:cubicBezTo>
                  <a:cubicBezTo>
                    <a:pt x="138" y="82"/>
                    <a:pt x="141" y="80"/>
                    <a:pt x="142" y="80"/>
                  </a:cubicBezTo>
                  <a:cubicBezTo>
                    <a:pt x="144" y="80"/>
                    <a:pt x="147" y="80"/>
                    <a:pt x="148" y="81"/>
                  </a:cubicBezTo>
                  <a:cubicBezTo>
                    <a:pt x="149" y="82"/>
                    <a:pt x="149" y="84"/>
                    <a:pt x="150" y="85"/>
                  </a:cubicBezTo>
                  <a:cubicBezTo>
                    <a:pt x="150" y="86"/>
                    <a:pt x="150" y="89"/>
                    <a:pt x="149" y="90"/>
                  </a:cubicBezTo>
                  <a:cubicBezTo>
                    <a:pt x="149" y="91"/>
                    <a:pt x="147" y="92"/>
                    <a:pt x="147" y="93"/>
                  </a:cubicBezTo>
                  <a:cubicBezTo>
                    <a:pt x="147" y="94"/>
                    <a:pt x="147" y="96"/>
                    <a:pt x="148" y="97"/>
                  </a:cubicBezTo>
                  <a:cubicBezTo>
                    <a:pt x="148" y="98"/>
                    <a:pt x="151" y="100"/>
                    <a:pt x="152" y="100"/>
                  </a:cubicBezTo>
                  <a:cubicBezTo>
                    <a:pt x="153" y="100"/>
                    <a:pt x="154" y="97"/>
                    <a:pt x="155" y="97"/>
                  </a:cubicBezTo>
                  <a:cubicBezTo>
                    <a:pt x="156" y="96"/>
                    <a:pt x="159" y="96"/>
                    <a:pt x="160" y="96"/>
                  </a:cubicBezTo>
                  <a:cubicBezTo>
                    <a:pt x="161" y="97"/>
                    <a:pt x="162" y="100"/>
                    <a:pt x="161" y="101"/>
                  </a:cubicBezTo>
                  <a:cubicBezTo>
                    <a:pt x="161" y="102"/>
                    <a:pt x="160" y="104"/>
                    <a:pt x="160" y="105"/>
                  </a:cubicBezTo>
                  <a:cubicBezTo>
                    <a:pt x="159" y="106"/>
                    <a:pt x="160" y="109"/>
                    <a:pt x="161" y="109"/>
                  </a:cubicBezTo>
                  <a:cubicBezTo>
                    <a:pt x="162" y="110"/>
                    <a:pt x="165" y="110"/>
                    <a:pt x="166" y="110"/>
                  </a:cubicBezTo>
                  <a:cubicBezTo>
                    <a:pt x="167" y="109"/>
                    <a:pt x="168" y="107"/>
                    <a:pt x="169" y="106"/>
                  </a:cubicBezTo>
                  <a:cubicBezTo>
                    <a:pt x="171" y="105"/>
                    <a:pt x="175" y="104"/>
                    <a:pt x="176" y="103"/>
                  </a:cubicBezTo>
                  <a:cubicBezTo>
                    <a:pt x="177" y="102"/>
                    <a:pt x="179" y="100"/>
                    <a:pt x="179" y="99"/>
                  </a:cubicBezTo>
                  <a:cubicBezTo>
                    <a:pt x="179" y="98"/>
                    <a:pt x="178" y="96"/>
                    <a:pt x="178" y="95"/>
                  </a:cubicBezTo>
                  <a:cubicBezTo>
                    <a:pt x="178" y="94"/>
                    <a:pt x="179" y="90"/>
                    <a:pt x="180" y="89"/>
                  </a:cubicBezTo>
                  <a:cubicBezTo>
                    <a:pt x="180" y="88"/>
                    <a:pt x="183" y="88"/>
                    <a:pt x="184" y="88"/>
                  </a:cubicBezTo>
                  <a:cubicBezTo>
                    <a:pt x="185" y="88"/>
                    <a:pt x="187" y="90"/>
                    <a:pt x="188" y="90"/>
                  </a:cubicBezTo>
                  <a:cubicBezTo>
                    <a:pt x="189" y="90"/>
                    <a:pt x="192" y="90"/>
                    <a:pt x="193" y="89"/>
                  </a:cubicBezTo>
                  <a:cubicBezTo>
                    <a:pt x="194" y="88"/>
                    <a:pt x="195" y="86"/>
                    <a:pt x="195" y="85"/>
                  </a:cubicBezTo>
                  <a:cubicBezTo>
                    <a:pt x="195" y="83"/>
                    <a:pt x="194" y="81"/>
                    <a:pt x="193" y="80"/>
                  </a:cubicBezTo>
                  <a:cubicBezTo>
                    <a:pt x="193" y="79"/>
                    <a:pt x="192" y="76"/>
                    <a:pt x="192" y="75"/>
                  </a:cubicBezTo>
                  <a:cubicBezTo>
                    <a:pt x="192" y="74"/>
                    <a:pt x="193" y="72"/>
                    <a:pt x="194" y="72"/>
                  </a:cubicBezTo>
                  <a:cubicBezTo>
                    <a:pt x="195" y="71"/>
                    <a:pt x="198" y="70"/>
                    <a:pt x="199" y="70"/>
                  </a:cubicBezTo>
                  <a:cubicBezTo>
                    <a:pt x="200" y="70"/>
                    <a:pt x="203" y="72"/>
                    <a:pt x="204" y="72"/>
                  </a:cubicBezTo>
                  <a:cubicBezTo>
                    <a:pt x="205" y="71"/>
                    <a:pt x="208" y="70"/>
                    <a:pt x="209" y="69"/>
                  </a:cubicBezTo>
                  <a:cubicBezTo>
                    <a:pt x="210" y="68"/>
                    <a:pt x="210" y="65"/>
                    <a:pt x="211" y="64"/>
                  </a:cubicBezTo>
                  <a:cubicBezTo>
                    <a:pt x="212" y="63"/>
                    <a:pt x="216" y="61"/>
                    <a:pt x="217" y="60"/>
                  </a:cubicBezTo>
                  <a:cubicBezTo>
                    <a:pt x="219" y="58"/>
                    <a:pt x="219" y="54"/>
                    <a:pt x="220" y="52"/>
                  </a:cubicBezTo>
                  <a:cubicBezTo>
                    <a:pt x="220" y="52"/>
                    <a:pt x="222" y="50"/>
                    <a:pt x="223" y="50"/>
                  </a:cubicBezTo>
                  <a:cubicBezTo>
                    <a:pt x="224" y="50"/>
                    <a:pt x="226" y="51"/>
                    <a:pt x="227" y="52"/>
                  </a:cubicBezTo>
                  <a:cubicBezTo>
                    <a:pt x="228" y="53"/>
                    <a:pt x="229" y="56"/>
                    <a:pt x="231" y="56"/>
                  </a:cubicBezTo>
                  <a:cubicBezTo>
                    <a:pt x="232" y="56"/>
                    <a:pt x="234" y="54"/>
                    <a:pt x="235" y="53"/>
                  </a:cubicBezTo>
                  <a:cubicBezTo>
                    <a:pt x="235" y="52"/>
                    <a:pt x="236" y="50"/>
                    <a:pt x="236" y="49"/>
                  </a:cubicBezTo>
                  <a:cubicBezTo>
                    <a:pt x="237" y="47"/>
                    <a:pt x="239" y="45"/>
                    <a:pt x="240" y="44"/>
                  </a:cubicBezTo>
                  <a:cubicBezTo>
                    <a:pt x="242" y="42"/>
                    <a:pt x="247" y="41"/>
                    <a:pt x="250" y="41"/>
                  </a:cubicBezTo>
                  <a:cubicBezTo>
                    <a:pt x="252" y="41"/>
                    <a:pt x="256" y="43"/>
                    <a:pt x="258" y="42"/>
                  </a:cubicBezTo>
                  <a:cubicBezTo>
                    <a:pt x="259" y="42"/>
                    <a:pt x="260" y="39"/>
                    <a:pt x="261" y="38"/>
                  </a:cubicBezTo>
                  <a:cubicBezTo>
                    <a:pt x="261" y="36"/>
                    <a:pt x="262" y="33"/>
                    <a:pt x="263" y="31"/>
                  </a:cubicBezTo>
                  <a:cubicBezTo>
                    <a:pt x="263" y="30"/>
                    <a:pt x="266" y="28"/>
                    <a:pt x="266" y="27"/>
                  </a:cubicBezTo>
                  <a:cubicBezTo>
                    <a:pt x="266" y="26"/>
                    <a:pt x="267" y="24"/>
                    <a:pt x="267" y="22"/>
                  </a:cubicBezTo>
                  <a:cubicBezTo>
                    <a:pt x="268" y="22"/>
                    <a:pt x="269" y="22"/>
                    <a:pt x="269" y="22"/>
                  </a:cubicBezTo>
                  <a:cubicBezTo>
                    <a:pt x="271" y="22"/>
                    <a:pt x="273" y="20"/>
                    <a:pt x="275" y="20"/>
                  </a:cubicBezTo>
                  <a:cubicBezTo>
                    <a:pt x="276" y="21"/>
                    <a:pt x="277" y="22"/>
                    <a:pt x="278" y="22"/>
                  </a:cubicBezTo>
                  <a:cubicBezTo>
                    <a:pt x="279" y="23"/>
                    <a:pt x="282" y="25"/>
                    <a:pt x="283" y="26"/>
                  </a:cubicBezTo>
                  <a:cubicBezTo>
                    <a:pt x="284" y="27"/>
                    <a:pt x="284" y="30"/>
                    <a:pt x="285" y="31"/>
                  </a:cubicBezTo>
                  <a:cubicBezTo>
                    <a:pt x="286" y="32"/>
                    <a:pt x="289" y="33"/>
                    <a:pt x="290" y="33"/>
                  </a:cubicBezTo>
                  <a:cubicBezTo>
                    <a:pt x="291" y="33"/>
                    <a:pt x="292" y="32"/>
                    <a:pt x="293" y="32"/>
                  </a:cubicBezTo>
                  <a:cubicBezTo>
                    <a:pt x="293" y="32"/>
                    <a:pt x="293" y="32"/>
                    <a:pt x="294" y="32"/>
                  </a:cubicBezTo>
                  <a:cubicBezTo>
                    <a:pt x="294" y="33"/>
                    <a:pt x="294" y="35"/>
                    <a:pt x="294" y="36"/>
                  </a:cubicBezTo>
                  <a:cubicBezTo>
                    <a:pt x="294" y="38"/>
                    <a:pt x="296" y="40"/>
                    <a:pt x="297" y="41"/>
                  </a:cubicBezTo>
                  <a:cubicBezTo>
                    <a:pt x="297" y="42"/>
                    <a:pt x="297" y="45"/>
                    <a:pt x="297" y="46"/>
                  </a:cubicBezTo>
                  <a:cubicBezTo>
                    <a:pt x="296" y="47"/>
                    <a:pt x="294" y="48"/>
                    <a:pt x="294" y="49"/>
                  </a:cubicBezTo>
                  <a:cubicBezTo>
                    <a:pt x="293" y="49"/>
                    <a:pt x="293" y="52"/>
                    <a:pt x="292" y="53"/>
                  </a:cubicBezTo>
                  <a:cubicBezTo>
                    <a:pt x="291" y="54"/>
                    <a:pt x="287" y="55"/>
                    <a:pt x="284" y="56"/>
                  </a:cubicBezTo>
                  <a:cubicBezTo>
                    <a:pt x="283" y="56"/>
                    <a:pt x="281" y="55"/>
                    <a:pt x="280" y="55"/>
                  </a:cubicBezTo>
                  <a:cubicBezTo>
                    <a:pt x="277" y="56"/>
                    <a:pt x="273" y="58"/>
                    <a:pt x="270" y="59"/>
                  </a:cubicBezTo>
                  <a:cubicBezTo>
                    <a:pt x="268" y="59"/>
                    <a:pt x="263" y="60"/>
                    <a:pt x="262" y="62"/>
                  </a:cubicBezTo>
                  <a:cubicBezTo>
                    <a:pt x="261" y="62"/>
                    <a:pt x="260" y="65"/>
                    <a:pt x="260" y="66"/>
                  </a:cubicBezTo>
                  <a:cubicBezTo>
                    <a:pt x="261" y="67"/>
                    <a:pt x="262" y="69"/>
                    <a:pt x="263" y="69"/>
                  </a:cubicBezTo>
                  <a:cubicBezTo>
                    <a:pt x="264" y="70"/>
                    <a:pt x="267" y="70"/>
                    <a:pt x="268" y="71"/>
                  </a:cubicBezTo>
                  <a:cubicBezTo>
                    <a:pt x="269" y="71"/>
                    <a:pt x="272" y="73"/>
                    <a:pt x="272" y="75"/>
                  </a:cubicBezTo>
                  <a:cubicBezTo>
                    <a:pt x="271" y="76"/>
                    <a:pt x="269" y="77"/>
                    <a:pt x="268" y="77"/>
                  </a:cubicBezTo>
                  <a:cubicBezTo>
                    <a:pt x="267" y="78"/>
                    <a:pt x="263" y="78"/>
                    <a:pt x="262" y="79"/>
                  </a:cubicBezTo>
                  <a:cubicBezTo>
                    <a:pt x="260" y="80"/>
                    <a:pt x="258" y="83"/>
                    <a:pt x="258" y="84"/>
                  </a:cubicBezTo>
                  <a:cubicBezTo>
                    <a:pt x="258" y="85"/>
                    <a:pt x="258" y="87"/>
                    <a:pt x="259" y="88"/>
                  </a:cubicBezTo>
                  <a:cubicBezTo>
                    <a:pt x="260" y="89"/>
                    <a:pt x="262" y="88"/>
                    <a:pt x="263" y="88"/>
                  </a:cubicBezTo>
                  <a:cubicBezTo>
                    <a:pt x="264" y="89"/>
                    <a:pt x="266" y="90"/>
                    <a:pt x="267" y="91"/>
                  </a:cubicBezTo>
                  <a:cubicBezTo>
                    <a:pt x="268" y="93"/>
                    <a:pt x="268" y="96"/>
                    <a:pt x="268" y="98"/>
                  </a:cubicBezTo>
                  <a:cubicBezTo>
                    <a:pt x="268" y="99"/>
                    <a:pt x="267" y="102"/>
                    <a:pt x="267" y="104"/>
                  </a:cubicBezTo>
                  <a:cubicBezTo>
                    <a:pt x="267" y="106"/>
                    <a:pt x="268" y="109"/>
                    <a:pt x="269" y="110"/>
                  </a:cubicBezTo>
                  <a:cubicBezTo>
                    <a:pt x="270" y="111"/>
                    <a:pt x="272" y="113"/>
                    <a:pt x="273" y="114"/>
                  </a:cubicBezTo>
                  <a:cubicBezTo>
                    <a:pt x="275" y="115"/>
                    <a:pt x="280" y="116"/>
                    <a:pt x="282" y="118"/>
                  </a:cubicBezTo>
                  <a:cubicBezTo>
                    <a:pt x="283" y="119"/>
                    <a:pt x="284" y="123"/>
                    <a:pt x="284" y="125"/>
                  </a:cubicBezTo>
                  <a:cubicBezTo>
                    <a:pt x="285" y="127"/>
                    <a:pt x="284" y="129"/>
                    <a:pt x="284" y="130"/>
                  </a:cubicBezTo>
                  <a:cubicBezTo>
                    <a:pt x="285" y="131"/>
                    <a:pt x="287" y="132"/>
                    <a:pt x="288" y="133"/>
                  </a:cubicBezTo>
                  <a:cubicBezTo>
                    <a:pt x="289" y="134"/>
                    <a:pt x="291" y="136"/>
                    <a:pt x="292" y="137"/>
                  </a:cubicBezTo>
                  <a:cubicBezTo>
                    <a:pt x="293" y="138"/>
                    <a:pt x="294" y="141"/>
                    <a:pt x="294" y="143"/>
                  </a:cubicBezTo>
                  <a:cubicBezTo>
                    <a:pt x="294" y="144"/>
                    <a:pt x="293" y="147"/>
                    <a:pt x="292" y="148"/>
                  </a:cubicBezTo>
                  <a:cubicBezTo>
                    <a:pt x="291" y="149"/>
                    <a:pt x="289" y="149"/>
                    <a:pt x="288" y="149"/>
                  </a:cubicBezTo>
                  <a:cubicBezTo>
                    <a:pt x="286" y="149"/>
                    <a:pt x="284" y="148"/>
                    <a:pt x="283" y="148"/>
                  </a:cubicBezTo>
                  <a:cubicBezTo>
                    <a:pt x="282" y="147"/>
                    <a:pt x="281" y="143"/>
                    <a:pt x="280" y="143"/>
                  </a:cubicBezTo>
                  <a:cubicBezTo>
                    <a:pt x="279" y="142"/>
                    <a:pt x="276" y="140"/>
                    <a:pt x="275" y="140"/>
                  </a:cubicBezTo>
                  <a:cubicBezTo>
                    <a:pt x="274" y="140"/>
                    <a:pt x="272" y="141"/>
                    <a:pt x="271" y="142"/>
                  </a:cubicBezTo>
                  <a:cubicBezTo>
                    <a:pt x="269" y="143"/>
                    <a:pt x="267" y="145"/>
                    <a:pt x="266" y="146"/>
                  </a:cubicBezTo>
                  <a:cubicBezTo>
                    <a:pt x="265" y="147"/>
                    <a:pt x="264" y="149"/>
                    <a:pt x="263" y="150"/>
                  </a:cubicBezTo>
                  <a:cubicBezTo>
                    <a:pt x="261" y="151"/>
                    <a:pt x="257" y="151"/>
                    <a:pt x="255" y="151"/>
                  </a:cubicBezTo>
                  <a:cubicBezTo>
                    <a:pt x="254" y="151"/>
                    <a:pt x="250" y="149"/>
                    <a:pt x="249" y="150"/>
                  </a:cubicBezTo>
                  <a:cubicBezTo>
                    <a:pt x="247" y="150"/>
                    <a:pt x="245" y="152"/>
                    <a:pt x="245" y="153"/>
                  </a:cubicBezTo>
                  <a:cubicBezTo>
                    <a:pt x="244" y="154"/>
                    <a:pt x="244" y="157"/>
                    <a:pt x="245" y="158"/>
                  </a:cubicBezTo>
                  <a:cubicBezTo>
                    <a:pt x="245" y="158"/>
                    <a:pt x="247" y="159"/>
                    <a:pt x="248" y="159"/>
                  </a:cubicBezTo>
                  <a:cubicBezTo>
                    <a:pt x="249" y="161"/>
                    <a:pt x="250" y="164"/>
                    <a:pt x="250" y="166"/>
                  </a:cubicBezTo>
                  <a:cubicBezTo>
                    <a:pt x="251" y="168"/>
                    <a:pt x="250" y="171"/>
                    <a:pt x="251" y="172"/>
                  </a:cubicBezTo>
                  <a:cubicBezTo>
                    <a:pt x="251" y="174"/>
                    <a:pt x="253" y="178"/>
                    <a:pt x="254" y="180"/>
                  </a:cubicBezTo>
                  <a:cubicBezTo>
                    <a:pt x="256" y="181"/>
                    <a:pt x="259" y="181"/>
                    <a:pt x="261" y="181"/>
                  </a:cubicBezTo>
                  <a:cubicBezTo>
                    <a:pt x="262" y="181"/>
                    <a:pt x="265" y="179"/>
                    <a:pt x="266" y="179"/>
                  </a:cubicBezTo>
                  <a:cubicBezTo>
                    <a:pt x="267" y="180"/>
                    <a:pt x="270" y="181"/>
                    <a:pt x="272" y="182"/>
                  </a:cubicBezTo>
                  <a:cubicBezTo>
                    <a:pt x="273" y="183"/>
                    <a:pt x="273" y="187"/>
                    <a:pt x="274" y="188"/>
                  </a:cubicBezTo>
                  <a:cubicBezTo>
                    <a:pt x="275" y="189"/>
                    <a:pt x="278" y="191"/>
                    <a:pt x="279" y="191"/>
                  </a:cubicBezTo>
                  <a:cubicBezTo>
                    <a:pt x="281" y="192"/>
                    <a:pt x="285" y="191"/>
                    <a:pt x="287" y="191"/>
                  </a:cubicBezTo>
                  <a:cubicBezTo>
                    <a:pt x="288" y="191"/>
                    <a:pt x="291" y="191"/>
                    <a:pt x="293" y="192"/>
                  </a:cubicBezTo>
                  <a:cubicBezTo>
                    <a:pt x="295" y="192"/>
                    <a:pt x="298" y="196"/>
                    <a:pt x="299" y="198"/>
                  </a:cubicBezTo>
                  <a:cubicBezTo>
                    <a:pt x="300" y="199"/>
                    <a:pt x="301" y="202"/>
                    <a:pt x="301" y="204"/>
                  </a:cubicBezTo>
                  <a:cubicBezTo>
                    <a:pt x="301" y="205"/>
                    <a:pt x="298" y="207"/>
                    <a:pt x="297" y="208"/>
                  </a:cubicBezTo>
                  <a:cubicBezTo>
                    <a:pt x="297" y="210"/>
                    <a:pt x="299" y="212"/>
                    <a:pt x="300" y="213"/>
                  </a:cubicBezTo>
                  <a:cubicBezTo>
                    <a:pt x="301" y="214"/>
                    <a:pt x="303" y="216"/>
                    <a:pt x="305" y="216"/>
                  </a:cubicBezTo>
                  <a:cubicBezTo>
                    <a:pt x="306" y="216"/>
                    <a:pt x="310" y="216"/>
                    <a:pt x="311" y="215"/>
                  </a:cubicBezTo>
                  <a:cubicBezTo>
                    <a:pt x="313" y="215"/>
                    <a:pt x="315" y="212"/>
                    <a:pt x="316" y="212"/>
                  </a:cubicBezTo>
                  <a:cubicBezTo>
                    <a:pt x="318" y="212"/>
                    <a:pt x="321" y="214"/>
                    <a:pt x="322" y="215"/>
                  </a:cubicBezTo>
                  <a:cubicBezTo>
                    <a:pt x="323" y="216"/>
                    <a:pt x="326" y="218"/>
                    <a:pt x="327" y="220"/>
                  </a:cubicBezTo>
                  <a:cubicBezTo>
                    <a:pt x="328" y="221"/>
                    <a:pt x="328" y="225"/>
                    <a:pt x="329" y="227"/>
                  </a:cubicBezTo>
                  <a:cubicBezTo>
                    <a:pt x="330" y="228"/>
                    <a:pt x="332" y="231"/>
                    <a:pt x="334" y="231"/>
                  </a:cubicBezTo>
                  <a:cubicBezTo>
                    <a:pt x="335" y="231"/>
                    <a:pt x="336" y="227"/>
                    <a:pt x="337" y="226"/>
                  </a:cubicBezTo>
                  <a:cubicBezTo>
                    <a:pt x="337" y="226"/>
                    <a:pt x="339" y="226"/>
                    <a:pt x="340" y="225"/>
                  </a:cubicBezTo>
                  <a:cubicBezTo>
                    <a:pt x="341" y="224"/>
                    <a:pt x="340" y="222"/>
                    <a:pt x="340" y="221"/>
                  </a:cubicBezTo>
                  <a:cubicBezTo>
                    <a:pt x="341" y="219"/>
                    <a:pt x="343" y="217"/>
                    <a:pt x="345" y="216"/>
                  </a:cubicBezTo>
                  <a:cubicBezTo>
                    <a:pt x="347" y="216"/>
                    <a:pt x="350" y="217"/>
                    <a:pt x="351" y="218"/>
                  </a:cubicBezTo>
                  <a:cubicBezTo>
                    <a:pt x="353" y="219"/>
                    <a:pt x="356" y="222"/>
                    <a:pt x="358" y="223"/>
                  </a:cubicBezTo>
                  <a:cubicBezTo>
                    <a:pt x="359" y="225"/>
                    <a:pt x="360" y="231"/>
                    <a:pt x="362" y="233"/>
                  </a:cubicBezTo>
                  <a:cubicBezTo>
                    <a:pt x="364" y="235"/>
                    <a:pt x="367" y="236"/>
                    <a:pt x="369" y="237"/>
                  </a:cubicBezTo>
                  <a:cubicBezTo>
                    <a:pt x="371" y="237"/>
                    <a:pt x="375" y="236"/>
                    <a:pt x="377" y="235"/>
                  </a:cubicBezTo>
                  <a:cubicBezTo>
                    <a:pt x="378" y="234"/>
                    <a:pt x="379" y="231"/>
                    <a:pt x="380" y="230"/>
                  </a:cubicBezTo>
                  <a:cubicBezTo>
                    <a:pt x="381" y="229"/>
                    <a:pt x="382" y="227"/>
                    <a:pt x="384" y="227"/>
                  </a:cubicBezTo>
                  <a:cubicBezTo>
                    <a:pt x="384" y="227"/>
                    <a:pt x="386" y="228"/>
                    <a:pt x="387" y="229"/>
                  </a:cubicBezTo>
                  <a:cubicBezTo>
                    <a:pt x="389" y="230"/>
                    <a:pt x="390" y="233"/>
                    <a:pt x="391" y="234"/>
                  </a:cubicBezTo>
                  <a:cubicBezTo>
                    <a:pt x="392" y="236"/>
                    <a:pt x="393" y="239"/>
                    <a:pt x="394" y="240"/>
                  </a:cubicBezTo>
                  <a:cubicBezTo>
                    <a:pt x="396" y="242"/>
                    <a:pt x="401" y="245"/>
                    <a:pt x="402" y="247"/>
                  </a:cubicBezTo>
                  <a:cubicBezTo>
                    <a:pt x="402" y="247"/>
                    <a:pt x="402" y="247"/>
                    <a:pt x="402" y="247"/>
                  </a:cubicBezTo>
                  <a:cubicBezTo>
                    <a:pt x="404" y="250"/>
                    <a:pt x="405" y="256"/>
                    <a:pt x="405" y="259"/>
                  </a:cubicBezTo>
                  <a:cubicBezTo>
                    <a:pt x="405" y="262"/>
                    <a:pt x="404" y="268"/>
                    <a:pt x="403" y="270"/>
                  </a:cubicBezTo>
                  <a:cubicBezTo>
                    <a:pt x="402" y="272"/>
                    <a:pt x="399" y="273"/>
                    <a:pt x="398" y="275"/>
                  </a:cubicBezTo>
                  <a:cubicBezTo>
                    <a:pt x="397" y="277"/>
                    <a:pt x="395" y="281"/>
                    <a:pt x="395" y="283"/>
                  </a:cubicBezTo>
                  <a:cubicBezTo>
                    <a:pt x="395" y="284"/>
                    <a:pt x="395" y="287"/>
                    <a:pt x="395" y="289"/>
                  </a:cubicBezTo>
                  <a:cubicBezTo>
                    <a:pt x="395" y="290"/>
                    <a:pt x="395" y="290"/>
                    <a:pt x="395" y="290"/>
                  </a:cubicBezTo>
                  <a:cubicBezTo>
                    <a:pt x="394" y="293"/>
                    <a:pt x="391" y="296"/>
                    <a:pt x="390" y="298"/>
                  </a:cubicBezTo>
                  <a:cubicBezTo>
                    <a:pt x="389" y="300"/>
                    <a:pt x="387" y="304"/>
                    <a:pt x="386" y="306"/>
                  </a:cubicBezTo>
                  <a:cubicBezTo>
                    <a:pt x="386" y="308"/>
                    <a:pt x="385" y="313"/>
                    <a:pt x="385" y="316"/>
                  </a:cubicBezTo>
                  <a:cubicBezTo>
                    <a:pt x="384" y="318"/>
                    <a:pt x="385" y="323"/>
                    <a:pt x="384" y="325"/>
                  </a:cubicBezTo>
                  <a:cubicBezTo>
                    <a:pt x="384" y="328"/>
                    <a:pt x="381" y="332"/>
                    <a:pt x="379" y="334"/>
                  </a:cubicBezTo>
                  <a:cubicBezTo>
                    <a:pt x="378" y="335"/>
                    <a:pt x="375" y="336"/>
                    <a:pt x="373" y="337"/>
                  </a:cubicBezTo>
                  <a:cubicBezTo>
                    <a:pt x="372" y="338"/>
                    <a:pt x="368" y="339"/>
                    <a:pt x="367" y="341"/>
                  </a:cubicBezTo>
                  <a:cubicBezTo>
                    <a:pt x="366" y="339"/>
                    <a:pt x="364" y="338"/>
                    <a:pt x="362" y="337"/>
                  </a:cubicBezTo>
                  <a:cubicBezTo>
                    <a:pt x="362" y="336"/>
                    <a:pt x="360" y="335"/>
                    <a:pt x="359" y="335"/>
                  </a:cubicBezTo>
                  <a:cubicBezTo>
                    <a:pt x="357" y="335"/>
                    <a:pt x="355" y="337"/>
                    <a:pt x="353" y="337"/>
                  </a:cubicBezTo>
                  <a:cubicBezTo>
                    <a:pt x="352" y="337"/>
                    <a:pt x="351" y="336"/>
                    <a:pt x="350" y="336"/>
                  </a:cubicBezTo>
                  <a:cubicBezTo>
                    <a:pt x="349" y="336"/>
                    <a:pt x="347" y="335"/>
                    <a:pt x="345" y="335"/>
                  </a:cubicBezTo>
                  <a:cubicBezTo>
                    <a:pt x="344" y="335"/>
                    <a:pt x="343" y="337"/>
                    <a:pt x="342" y="337"/>
                  </a:cubicBezTo>
                  <a:cubicBezTo>
                    <a:pt x="341" y="338"/>
                    <a:pt x="338" y="340"/>
                    <a:pt x="338" y="341"/>
                  </a:cubicBezTo>
                  <a:cubicBezTo>
                    <a:pt x="339" y="342"/>
                    <a:pt x="342" y="342"/>
                    <a:pt x="342" y="343"/>
                  </a:cubicBezTo>
                  <a:cubicBezTo>
                    <a:pt x="342" y="343"/>
                    <a:pt x="341" y="345"/>
                    <a:pt x="341" y="346"/>
                  </a:cubicBezTo>
                  <a:cubicBezTo>
                    <a:pt x="340" y="347"/>
                    <a:pt x="336" y="348"/>
                    <a:pt x="335" y="348"/>
                  </a:cubicBezTo>
                  <a:cubicBezTo>
                    <a:pt x="334" y="348"/>
                    <a:pt x="332" y="346"/>
                    <a:pt x="331" y="346"/>
                  </a:cubicBezTo>
                  <a:cubicBezTo>
                    <a:pt x="330" y="345"/>
                    <a:pt x="329" y="343"/>
                    <a:pt x="328" y="343"/>
                  </a:cubicBezTo>
                  <a:cubicBezTo>
                    <a:pt x="327" y="342"/>
                    <a:pt x="324" y="343"/>
                    <a:pt x="323" y="342"/>
                  </a:cubicBezTo>
                  <a:cubicBezTo>
                    <a:pt x="322" y="342"/>
                    <a:pt x="321" y="341"/>
                    <a:pt x="320" y="340"/>
                  </a:cubicBezTo>
                  <a:cubicBezTo>
                    <a:pt x="319" y="339"/>
                    <a:pt x="316" y="336"/>
                    <a:pt x="314" y="335"/>
                  </a:cubicBezTo>
                  <a:cubicBezTo>
                    <a:pt x="312" y="334"/>
                    <a:pt x="307" y="335"/>
                    <a:pt x="305" y="334"/>
                  </a:cubicBezTo>
                  <a:cubicBezTo>
                    <a:pt x="303" y="333"/>
                    <a:pt x="300" y="332"/>
                    <a:pt x="298" y="331"/>
                  </a:cubicBezTo>
                  <a:cubicBezTo>
                    <a:pt x="296" y="331"/>
                    <a:pt x="291" y="331"/>
                    <a:pt x="289" y="331"/>
                  </a:cubicBezTo>
                  <a:cubicBezTo>
                    <a:pt x="286" y="331"/>
                    <a:pt x="280" y="332"/>
                    <a:pt x="277" y="333"/>
                  </a:cubicBezTo>
                  <a:cubicBezTo>
                    <a:pt x="274" y="334"/>
                    <a:pt x="269" y="337"/>
                    <a:pt x="267" y="339"/>
                  </a:cubicBezTo>
                  <a:cubicBezTo>
                    <a:pt x="266" y="339"/>
                    <a:pt x="263" y="340"/>
                    <a:pt x="263" y="341"/>
                  </a:cubicBezTo>
                  <a:cubicBezTo>
                    <a:pt x="262" y="342"/>
                    <a:pt x="263" y="343"/>
                    <a:pt x="263" y="344"/>
                  </a:cubicBezTo>
                  <a:cubicBezTo>
                    <a:pt x="262" y="345"/>
                    <a:pt x="261" y="348"/>
                    <a:pt x="260" y="348"/>
                  </a:cubicBezTo>
                  <a:cubicBezTo>
                    <a:pt x="259" y="349"/>
                    <a:pt x="256" y="348"/>
                    <a:pt x="255" y="347"/>
                  </a:cubicBezTo>
                  <a:cubicBezTo>
                    <a:pt x="253" y="347"/>
                    <a:pt x="250" y="345"/>
                    <a:pt x="249" y="344"/>
                  </a:cubicBezTo>
                  <a:cubicBezTo>
                    <a:pt x="248" y="342"/>
                    <a:pt x="248" y="339"/>
                    <a:pt x="247" y="338"/>
                  </a:cubicBezTo>
                  <a:cubicBezTo>
                    <a:pt x="246" y="336"/>
                    <a:pt x="245" y="331"/>
                    <a:pt x="244" y="329"/>
                  </a:cubicBezTo>
                  <a:cubicBezTo>
                    <a:pt x="242" y="327"/>
                    <a:pt x="237" y="323"/>
                    <a:pt x="234" y="321"/>
                  </a:cubicBezTo>
                  <a:cubicBezTo>
                    <a:pt x="232" y="319"/>
                    <a:pt x="227" y="315"/>
                    <a:pt x="224" y="314"/>
                  </a:cubicBezTo>
                  <a:cubicBezTo>
                    <a:pt x="222" y="313"/>
                    <a:pt x="217" y="312"/>
                    <a:pt x="215" y="311"/>
                  </a:cubicBezTo>
                  <a:cubicBezTo>
                    <a:pt x="213" y="310"/>
                    <a:pt x="209" y="309"/>
                    <a:pt x="208" y="309"/>
                  </a:cubicBezTo>
                  <a:cubicBezTo>
                    <a:pt x="206" y="309"/>
                    <a:pt x="204" y="310"/>
                    <a:pt x="203" y="310"/>
                  </a:cubicBezTo>
                  <a:cubicBezTo>
                    <a:pt x="202" y="310"/>
                    <a:pt x="201" y="309"/>
                    <a:pt x="200" y="309"/>
                  </a:cubicBezTo>
                  <a:cubicBezTo>
                    <a:pt x="199" y="307"/>
                    <a:pt x="198" y="304"/>
                    <a:pt x="196" y="303"/>
                  </a:cubicBezTo>
                  <a:cubicBezTo>
                    <a:pt x="194" y="302"/>
                    <a:pt x="190" y="301"/>
                    <a:pt x="188" y="302"/>
                  </a:cubicBezTo>
                  <a:cubicBezTo>
                    <a:pt x="187" y="302"/>
                    <a:pt x="184" y="303"/>
                    <a:pt x="183" y="303"/>
                  </a:cubicBezTo>
                  <a:cubicBezTo>
                    <a:pt x="182" y="303"/>
                    <a:pt x="180" y="303"/>
                    <a:pt x="179" y="303"/>
                  </a:cubicBezTo>
                  <a:cubicBezTo>
                    <a:pt x="177" y="302"/>
                    <a:pt x="174" y="296"/>
                    <a:pt x="173" y="294"/>
                  </a:cubicBezTo>
                  <a:cubicBezTo>
                    <a:pt x="171" y="290"/>
                    <a:pt x="166" y="281"/>
                    <a:pt x="163" y="277"/>
                  </a:cubicBezTo>
                  <a:cubicBezTo>
                    <a:pt x="161" y="273"/>
                    <a:pt x="155" y="266"/>
                    <a:pt x="152" y="263"/>
                  </a:cubicBezTo>
                  <a:cubicBezTo>
                    <a:pt x="149" y="260"/>
                    <a:pt x="143" y="254"/>
                    <a:pt x="139" y="251"/>
                  </a:cubicBezTo>
                  <a:cubicBezTo>
                    <a:pt x="137" y="249"/>
                    <a:pt x="132" y="244"/>
                    <a:pt x="128" y="242"/>
                  </a:cubicBezTo>
                  <a:cubicBezTo>
                    <a:pt x="126" y="241"/>
                    <a:pt x="119" y="240"/>
                    <a:pt x="116" y="238"/>
                  </a:cubicBezTo>
                  <a:cubicBezTo>
                    <a:pt x="114" y="238"/>
                    <a:pt x="111" y="237"/>
                    <a:pt x="110" y="235"/>
                  </a:cubicBezTo>
                  <a:cubicBezTo>
                    <a:pt x="109" y="234"/>
                    <a:pt x="110" y="232"/>
                    <a:pt x="110" y="231"/>
                  </a:cubicBezTo>
                  <a:cubicBezTo>
                    <a:pt x="110" y="229"/>
                    <a:pt x="108" y="227"/>
                    <a:pt x="108" y="225"/>
                  </a:cubicBezTo>
                  <a:cubicBezTo>
                    <a:pt x="107" y="223"/>
                    <a:pt x="108" y="219"/>
                    <a:pt x="108" y="217"/>
                  </a:cubicBezTo>
                  <a:cubicBezTo>
                    <a:pt x="107" y="214"/>
                    <a:pt x="104" y="209"/>
                    <a:pt x="103" y="206"/>
                  </a:cubicBezTo>
                  <a:cubicBezTo>
                    <a:pt x="102" y="204"/>
                    <a:pt x="100" y="198"/>
                    <a:pt x="97" y="196"/>
                  </a:cubicBezTo>
                  <a:cubicBezTo>
                    <a:pt x="95" y="193"/>
                    <a:pt x="88" y="191"/>
                    <a:pt x="85" y="189"/>
                  </a:cubicBezTo>
                  <a:cubicBezTo>
                    <a:pt x="82" y="187"/>
                    <a:pt x="78" y="181"/>
                    <a:pt x="75" y="178"/>
                  </a:cubicBezTo>
                  <a:cubicBezTo>
                    <a:pt x="73" y="177"/>
                    <a:pt x="68" y="173"/>
                    <a:pt x="66" y="171"/>
                  </a:cubicBezTo>
                  <a:cubicBezTo>
                    <a:pt x="64" y="171"/>
                    <a:pt x="61" y="169"/>
                    <a:pt x="60" y="169"/>
                  </a:cubicBezTo>
                  <a:cubicBezTo>
                    <a:pt x="58" y="169"/>
                    <a:pt x="54" y="171"/>
                    <a:pt x="52" y="171"/>
                  </a:cubicBezTo>
                  <a:cubicBezTo>
                    <a:pt x="51" y="171"/>
                    <a:pt x="49" y="171"/>
                    <a:pt x="48" y="171"/>
                  </a:cubicBezTo>
                  <a:cubicBezTo>
                    <a:pt x="47" y="170"/>
                    <a:pt x="46" y="167"/>
                    <a:pt x="45" y="166"/>
                  </a:cubicBezTo>
                  <a:cubicBezTo>
                    <a:pt x="44" y="164"/>
                    <a:pt x="43" y="161"/>
                    <a:pt x="42" y="159"/>
                  </a:cubicBezTo>
                  <a:cubicBezTo>
                    <a:pt x="40" y="157"/>
                    <a:pt x="37" y="153"/>
                    <a:pt x="35" y="151"/>
                  </a:cubicBezTo>
                  <a:cubicBezTo>
                    <a:pt x="34" y="149"/>
                    <a:pt x="32" y="146"/>
                    <a:pt x="32" y="144"/>
                  </a:cubicBezTo>
                  <a:cubicBezTo>
                    <a:pt x="31" y="144"/>
                    <a:pt x="32" y="142"/>
                    <a:pt x="32" y="141"/>
                  </a:cubicBezTo>
                  <a:cubicBezTo>
                    <a:pt x="31" y="140"/>
                    <a:pt x="28" y="139"/>
                    <a:pt x="28" y="138"/>
                  </a:cubicBezTo>
                  <a:cubicBezTo>
                    <a:pt x="27" y="137"/>
                    <a:pt x="28" y="135"/>
                    <a:pt x="27" y="134"/>
                  </a:cubicBezTo>
                  <a:cubicBezTo>
                    <a:pt x="27" y="132"/>
                    <a:pt x="24" y="129"/>
                    <a:pt x="23" y="127"/>
                  </a:cubicBezTo>
                  <a:cubicBezTo>
                    <a:pt x="23" y="125"/>
                    <a:pt x="22" y="122"/>
                    <a:pt x="21" y="120"/>
                  </a:cubicBezTo>
                  <a:cubicBezTo>
                    <a:pt x="20" y="118"/>
                    <a:pt x="17" y="115"/>
                    <a:pt x="15" y="113"/>
                  </a:cubicBezTo>
                  <a:cubicBezTo>
                    <a:pt x="12" y="111"/>
                    <a:pt x="5" y="106"/>
                    <a:pt x="2" y="104"/>
                  </a:cubicBezTo>
                  <a:cubicBezTo>
                    <a:pt x="2" y="104"/>
                    <a:pt x="1" y="104"/>
                    <a:pt x="0" y="103"/>
                  </a:cubicBezTo>
                  <a:cubicBezTo>
                    <a:pt x="2" y="102"/>
                    <a:pt x="3" y="100"/>
                    <a:pt x="4" y="99"/>
                  </a:cubicBezTo>
                  <a:cubicBezTo>
                    <a:pt x="5" y="98"/>
                    <a:pt x="9" y="98"/>
                    <a:pt x="11" y="97"/>
                  </a:cubicBezTo>
                  <a:cubicBezTo>
                    <a:pt x="13" y="97"/>
                    <a:pt x="16" y="97"/>
                    <a:pt x="17" y="96"/>
                  </a:cubicBezTo>
                  <a:cubicBezTo>
                    <a:pt x="19" y="95"/>
                    <a:pt x="22" y="94"/>
                    <a:pt x="23" y="92"/>
                  </a:cubicBezTo>
                  <a:cubicBezTo>
                    <a:pt x="24" y="91"/>
                    <a:pt x="26" y="88"/>
                    <a:pt x="25" y="86"/>
                  </a:cubicBezTo>
                  <a:cubicBezTo>
                    <a:pt x="25" y="84"/>
                    <a:pt x="22" y="82"/>
                    <a:pt x="21" y="81"/>
                  </a:cubicBezTo>
                  <a:cubicBezTo>
                    <a:pt x="19" y="80"/>
                    <a:pt x="16" y="82"/>
                    <a:pt x="14" y="81"/>
                  </a:cubicBezTo>
                  <a:cubicBezTo>
                    <a:pt x="13" y="80"/>
                    <a:pt x="12" y="77"/>
                    <a:pt x="12" y="76"/>
                  </a:cubicBezTo>
                  <a:cubicBezTo>
                    <a:pt x="12" y="74"/>
                    <a:pt x="15" y="72"/>
                    <a:pt x="17" y="71"/>
                  </a:cubicBezTo>
                  <a:cubicBezTo>
                    <a:pt x="18" y="71"/>
                    <a:pt x="22" y="71"/>
                    <a:pt x="24" y="70"/>
                  </a:cubicBezTo>
                  <a:cubicBezTo>
                    <a:pt x="27" y="70"/>
                    <a:pt x="34" y="68"/>
                    <a:pt x="35" y="68"/>
                  </a:cubicBezTo>
                  <a:close/>
                  <a:moveTo>
                    <a:pt x="35" y="68"/>
                  </a:moveTo>
                  <a:cubicBezTo>
                    <a:pt x="35" y="68"/>
                    <a:pt x="35" y="68"/>
                    <a:pt x="35" y="68"/>
                  </a:cubicBezTo>
                  <a:cubicBezTo>
                    <a:pt x="35" y="68"/>
                    <a:pt x="35" y="68"/>
                    <a:pt x="35" y="6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7"/>
            <p:cNvSpPr>
              <a:spLocks/>
            </p:cNvSpPr>
            <p:nvPr/>
          </p:nvSpPr>
          <p:spPr bwMode="auto">
            <a:xfrm>
              <a:off x="5437188" y="3159125"/>
              <a:ext cx="495300" cy="919163"/>
            </a:xfrm>
            <a:custGeom>
              <a:avLst/>
              <a:gdLst/>
              <a:ahLst/>
              <a:cxnLst>
                <a:cxn ang="0">
                  <a:pos x="101" y="509"/>
                </a:cxn>
                <a:cxn ang="0">
                  <a:pos x="81" y="510"/>
                </a:cxn>
                <a:cxn ang="0">
                  <a:pos x="73" y="512"/>
                </a:cxn>
                <a:cxn ang="0">
                  <a:pos x="71" y="495"/>
                </a:cxn>
                <a:cxn ang="0">
                  <a:pos x="59" y="472"/>
                </a:cxn>
                <a:cxn ang="0">
                  <a:pos x="44" y="456"/>
                </a:cxn>
                <a:cxn ang="0">
                  <a:pos x="45" y="422"/>
                </a:cxn>
                <a:cxn ang="0">
                  <a:pos x="40" y="393"/>
                </a:cxn>
                <a:cxn ang="0">
                  <a:pos x="49" y="363"/>
                </a:cxn>
                <a:cxn ang="0">
                  <a:pos x="47" y="327"/>
                </a:cxn>
                <a:cxn ang="0">
                  <a:pos x="66" y="338"/>
                </a:cxn>
                <a:cxn ang="0">
                  <a:pos x="64" y="321"/>
                </a:cxn>
                <a:cxn ang="0">
                  <a:pos x="65" y="301"/>
                </a:cxn>
                <a:cxn ang="0">
                  <a:pos x="69" y="289"/>
                </a:cxn>
                <a:cxn ang="0">
                  <a:pos x="49" y="292"/>
                </a:cxn>
                <a:cxn ang="0">
                  <a:pos x="40" y="278"/>
                </a:cxn>
                <a:cxn ang="0">
                  <a:pos x="48" y="259"/>
                </a:cxn>
                <a:cxn ang="0">
                  <a:pos x="53" y="229"/>
                </a:cxn>
                <a:cxn ang="0">
                  <a:pos x="48" y="201"/>
                </a:cxn>
                <a:cxn ang="0">
                  <a:pos x="39" y="164"/>
                </a:cxn>
                <a:cxn ang="0">
                  <a:pos x="21" y="143"/>
                </a:cxn>
                <a:cxn ang="0">
                  <a:pos x="12" y="135"/>
                </a:cxn>
                <a:cxn ang="0">
                  <a:pos x="1" y="135"/>
                </a:cxn>
                <a:cxn ang="0">
                  <a:pos x="2" y="114"/>
                </a:cxn>
                <a:cxn ang="0">
                  <a:pos x="14" y="81"/>
                </a:cxn>
                <a:cxn ang="0">
                  <a:pos x="15" y="61"/>
                </a:cxn>
                <a:cxn ang="0">
                  <a:pos x="34" y="84"/>
                </a:cxn>
                <a:cxn ang="0">
                  <a:pos x="79" y="87"/>
                </a:cxn>
                <a:cxn ang="0">
                  <a:pos x="121" y="60"/>
                </a:cxn>
                <a:cxn ang="0">
                  <a:pos x="156" y="28"/>
                </a:cxn>
                <a:cxn ang="0">
                  <a:pos x="168" y="3"/>
                </a:cxn>
                <a:cxn ang="0">
                  <a:pos x="188" y="8"/>
                </a:cxn>
                <a:cxn ang="0">
                  <a:pos x="194" y="16"/>
                </a:cxn>
                <a:cxn ang="0">
                  <a:pos x="209" y="19"/>
                </a:cxn>
                <a:cxn ang="0">
                  <a:pos x="221" y="27"/>
                </a:cxn>
                <a:cxn ang="0">
                  <a:pos x="231" y="38"/>
                </a:cxn>
                <a:cxn ang="0">
                  <a:pos x="236" y="52"/>
                </a:cxn>
                <a:cxn ang="0">
                  <a:pos x="249" y="58"/>
                </a:cxn>
                <a:cxn ang="0">
                  <a:pos x="228" y="71"/>
                </a:cxn>
                <a:cxn ang="0">
                  <a:pos x="247" y="78"/>
                </a:cxn>
                <a:cxn ang="0">
                  <a:pos x="259" y="91"/>
                </a:cxn>
                <a:cxn ang="0">
                  <a:pos x="253" y="101"/>
                </a:cxn>
                <a:cxn ang="0">
                  <a:pos x="267" y="131"/>
                </a:cxn>
                <a:cxn ang="0">
                  <a:pos x="280" y="161"/>
                </a:cxn>
                <a:cxn ang="0">
                  <a:pos x="255" y="198"/>
                </a:cxn>
                <a:cxn ang="0">
                  <a:pos x="262" y="260"/>
                </a:cxn>
                <a:cxn ang="0">
                  <a:pos x="255" y="293"/>
                </a:cxn>
                <a:cxn ang="0">
                  <a:pos x="254" y="334"/>
                </a:cxn>
                <a:cxn ang="0">
                  <a:pos x="247" y="385"/>
                </a:cxn>
                <a:cxn ang="0">
                  <a:pos x="243" y="422"/>
                </a:cxn>
                <a:cxn ang="0">
                  <a:pos x="237" y="449"/>
                </a:cxn>
                <a:cxn ang="0">
                  <a:pos x="225" y="464"/>
                </a:cxn>
                <a:cxn ang="0">
                  <a:pos x="202" y="454"/>
                </a:cxn>
                <a:cxn ang="0">
                  <a:pos x="170" y="442"/>
                </a:cxn>
                <a:cxn ang="0">
                  <a:pos x="148" y="451"/>
                </a:cxn>
                <a:cxn ang="0">
                  <a:pos x="142" y="484"/>
                </a:cxn>
                <a:cxn ang="0">
                  <a:pos x="126" y="505"/>
                </a:cxn>
              </a:cxnLst>
              <a:rect l="0" t="0" r="r" b="b"/>
              <a:pathLst>
                <a:path w="280" h="519">
                  <a:moveTo>
                    <a:pt x="116" y="513"/>
                  </a:moveTo>
                  <a:cubicBezTo>
                    <a:pt x="116" y="514"/>
                    <a:pt x="114" y="514"/>
                    <a:pt x="113" y="514"/>
                  </a:cubicBezTo>
                  <a:cubicBezTo>
                    <a:pt x="112" y="514"/>
                    <a:pt x="110" y="513"/>
                    <a:pt x="109" y="513"/>
                  </a:cubicBezTo>
                  <a:cubicBezTo>
                    <a:pt x="109" y="512"/>
                    <a:pt x="109" y="511"/>
                    <a:pt x="108" y="510"/>
                  </a:cubicBezTo>
                  <a:cubicBezTo>
                    <a:pt x="108" y="510"/>
                    <a:pt x="106" y="510"/>
                    <a:pt x="106" y="510"/>
                  </a:cubicBezTo>
                  <a:cubicBezTo>
                    <a:pt x="105" y="510"/>
                    <a:pt x="105" y="512"/>
                    <a:pt x="104" y="512"/>
                  </a:cubicBezTo>
                  <a:cubicBezTo>
                    <a:pt x="103" y="512"/>
                    <a:pt x="102" y="510"/>
                    <a:pt x="101" y="509"/>
                  </a:cubicBezTo>
                  <a:cubicBezTo>
                    <a:pt x="101" y="508"/>
                    <a:pt x="101" y="506"/>
                    <a:pt x="100" y="505"/>
                  </a:cubicBezTo>
                  <a:cubicBezTo>
                    <a:pt x="100" y="504"/>
                    <a:pt x="97" y="504"/>
                    <a:pt x="96" y="504"/>
                  </a:cubicBezTo>
                  <a:cubicBezTo>
                    <a:pt x="95" y="503"/>
                    <a:pt x="94" y="501"/>
                    <a:pt x="93" y="501"/>
                  </a:cubicBezTo>
                  <a:cubicBezTo>
                    <a:pt x="92" y="501"/>
                    <a:pt x="91" y="504"/>
                    <a:pt x="90" y="504"/>
                  </a:cubicBezTo>
                  <a:cubicBezTo>
                    <a:pt x="90" y="505"/>
                    <a:pt x="88" y="504"/>
                    <a:pt x="87" y="505"/>
                  </a:cubicBezTo>
                  <a:cubicBezTo>
                    <a:pt x="86" y="505"/>
                    <a:pt x="84" y="506"/>
                    <a:pt x="83" y="507"/>
                  </a:cubicBezTo>
                  <a:cubicBezTo>
                    <a:pt x="82" y="507"/>
                    <a:pt x="82" y="509"/>
                    <a:pt x="81" y="510"/>
                  </a:cubicBezTo>
                  <a:cubicBezTo>
                    <a:pt x="81" y="510"/>
                    <a:pt x="80" y="511"/>
                    <a:pt x="80" y="512"/>
                  </a:cubicBezTo>
                  <a:cubicBezTo>
                    <a:pt x="80" y="513"/>
                    <a:pt x="82" y="514"/>
                    <a:pt x="82" y="515"/>
                  </a:cubicBezTo>
                  <a:cubicBezTo>
                    <a:pt x="82" y="516"/>
                    <a:pt x="81" y="518"/>
                    <a:pt x="81" y="518"/>
                  </a:cubicBezTo>
                  <a:cubicBezTo>
                    <a:pt x="80" y="519"/>
                    <a:pt x="78" y="518"/>
                    <a:pt x="78" y="518"/>
                  </a:cubicBezTo>
                  <a:cubicBezTo>
                    <a:pt x="77" y="517"/>
                    <a:pt x="76" y="515"/>
                    <a:pt x="76" y="515"/>
                  </a:cubicBezTo>
                  <a:cubicBezTo>
                    <a:pt x="76" y="514"/>
                    <a:pt x="78" y="512"/>
                    <a:pt x="77" y="511"/>
                  </a:cubicBezTo>
                  <a:cubicBezTo>
                    <a:pt x="76" y="510"/>
                    <a:pt x="74" y="512"/>
                    <a:pt x="73" y="512"/>
                  </a:cubicBezTo>
                  <a:cubicBezTo>
                    <a:pt x="73" y="511"/>
                    <a:pt x="72" y="510"/>
                    <a:pt x="72" y="509"/>
                  </a:cubicBezTo>
                  <a:cubicBezTo>
                    <a:pt x="72" y="508"/>
                    <a:pt x="71" y="505"/>
                    <a:pt x="72" y="503"/>
                  </a:cubicBezTo>
                  <a:cubicBezTo>
                    <a:pt x="72" y="502"/>
                    <a:pt x="73" y="499"/>
                    <a:pt x="74" y="497"/>
                  </a:cubicBezTo>
                  <a:cubicBezTo>
                    <a:pt x="74" y="497"/>
                    <a:pt x="76" y="496"/>
                    <a:pt x="76" y="496"/>
                  </a:cubicBezTo>
                  <a:cubicBezTo>
                    <a:pt x="76" y="495"/>
                    <a:pt x="75" y="493"/>
                    <a:pt x="74" y="492"/>
                  </a:cubicBezTo>
                  <a:cubicBezTo>
                    <a:pt x="74" y="492"/>
                    <a:pt x="72" y="491"/>
                    <a:pt x="71" y="491"/>
                  </a:cubicBezTo>
                  <a:cubicBezTo>
                    <a:pt x="70" y="492"/>
                    <a:pt x="71" y="494"/>
                    <a:pt x="71" y="495"/>
                  </a:cubicBezTo>
                  <a:cubicBezTo>
                    <a:pt x="71" y="496"/>
                    <a:pt x="70" y="498"/>
                    <a:pt x="70" y="498"/>
                  </a:cubicBezTo>
                  <a:cubicBezTo>
                    <a:pt x="69" y="498"/>
                    <a:pt x="68" y="496"/>
                    <a:pt x="67" y="495"/>
                  </a:cubicBezTo>
                  <a:cubicBezTo>
                    <a:pt x="67" y="495"/>
                    <a:pt x="65" y="494"/>
                    <a:pt x="65" y="493"/>
                  </a:cubicBezTo>
                  <a:cubicBezTo>
                    <a:pt x="64" y="491"/>
                    <a:pt x="64" y="486"/>
                    <a:pt x="64" y="483"/>
                  </a:cubicBezTo>
                  <a:cubicBezTo>
                    <a:pt x="64" y="482"/>
                    <a:pt x="65" y="478"/>
                    <a:pt x="64" y="477"/>
                  </a:cubicBezTo>
                  <a:cubicBezTo>
                    <a:pt x="63" y="476"/>
                    <a:pt x="60" y="477"/>
                    <a:pt x="60" y="476"/>
                  </a:cubicBezTo>
                  <a:cubicBezTo>
                    <a:pt x="59" y="475"/>
                    <a:pt x="60" y="473"/>
                    <a:pt x="59" y="472"/>
                  </a:cubicBezTo>
                  <a:cubicBezTo>
                    <a:pt x="59" y="471"/>
                    <a:pt x="56" y="471"/>
                    <a:pt x="56" y="470"/>
                  </a:cubicBezTo>
                  <a:cubicBezTo>
                    <a:pt x="55" y="469"/>
                    <a:pt x="55" y="468"/>
                    <a:pt x="55" y="467"/>
                  </a:cubicBezTo>
                  <a:cubicBezTo>
                    <a:pt x="55" y="467"/>
                    <a:pt x="53" y="467"/>
                    <a:pt x="53" y="466"/>
                  </a:cubicBezTo>
                  <a:cubicBezTo>
                    <a:pt x="52" y="466"/>
                    <a:pt x="51" y="465"/>
                    <a:pt x="51" y="464"/>
                  </a:cubicBezTo>
                  <a:cubicBezTo>
                    <a:pt x="50" y="463"/>
                    <a:pt x="50" y="461"/>
                    <a:pt x="49" y="460"/>
                  </a:cubicBezTo>
                  <a:cubicBezTo>
                    <a:pt x="48" y="460"/>
                    <a:pt x="46" y="460"/>
                    <a:pt x="45" y="460"/>
                  </a:cubicBezTo>
                  <a:cubicBezTo>
                    <a:pt x="44" y="459"/>
                    <a:pt x="44" y="457"/>
                    <a:pt x="44" y="456"/>
                  </a:cubicBezTo>
                  <a:cubicBezTo>
                    <a:pt x="43" y="454"/>
                    <a:pt x="42" y="450"/>
                    <a:pt x="41" y="449"/>
                  </a:cubicBezTo>
                  <a:cubicBezTo>
                    <a:pt x="40" y="448"/>
                    <a:pt x="37" y="446"/>
                    <a:pt x="36" y="445"/>
                  </a:cubicBezTo>
                  <a:cubicBezTo>
                    <a:pt x="35" y="444"/>
                    <a:pt x="33" y="443"/>
                    <a:pt x="32" y="441"/>
                  </a:cubicBezTo>
                  <a:cubicBezTo>
                    <a:pt x="32" y="439"/>
                    <a:pt x="32" y="435"/>
                    <a:pt x="33" y="434"/>
                  </a:cubicBezTo>
                  <a:cubicBezTo>
                    <a:pt x="34" y="431"/>
                    <a:pt x="38" y="428"/>
                    <a:pt x="40" y="427"/>
                  </a:cubicBezTo>
                  <a:cubicBezTo>
                    <a:pt x="41" y="427"/>
                    <a:pt x="43" y="427"/>
                    <a:pt x="44" y="426"/>
                  </a:cubicBezTo>
                  <a:cubicBezTo>
                    <a:pt x="45" y="426"/>
                    <a:pt x="45" y="423"/>
                    <a:pt x="45" y="422"/>
                  </a:cubicBezTo>
                  <a:cubicBezTo>
                    <a:pt x="44" y="421"/>
                    <a:pt x="42" y="418"/>
                    <a:pt x="41" y="417"/>
                  </a:cubicBezTo>
                  <a:cubicBezTo>
                    <a:pt x="40" y="416"/>
                    <a:pt x="39" y="412"/>
                    <a:pt x="37" y="411"/>
                  </a:cubicBezTo>
                  <a:cubicBezTo>
                    <a:pt x="37" y="411"/>
                    <a:pt x="35" y="411"/>
                    <a:pt x="34" y="411"/>
                  </a:cubicBezTo>
                  <a:cubicBezTo>
                    <a:pt x="33" y="410"/>
                    <a:pt x="34" y="408"/>
                    <a:pt x="34" y="407"/>
                  </a:cubicBezTo>
                  <a:cubicBezTo>
                    <a:pt x="34" y="406"/>
                    <a:pt x="34" y="403"/>
                    <a:pt x="34" y="402"/>
                  </a:cubicBezTo>
                  <a:cubicBezTo>
                    <a:pt x="35" y="401"/>
                    <a:pt x="38" y="400"/>
                    <a:pt x="38" y="399"/>
                  </a:cubicBezTo>
                  <a:cubicBezTo>
                    <a:pt x="39" y="398"/>
                    <a:pt x="41" y="395"/>
                    <a:pt x="40" y="393"/>
                  </a:cubicBezTo>
                  <a:cubicBezTo>
                    <a:pt x="40" y="392"/>
                    <a:pt x="39" y="391"/>
                    <a:pt x="38" y="390"/>
                  </a:cubicBezTo>
                  <a:cubicBezTo>
                    <a:pt x="37" y="389"/>
                    <a:pt x="35" y="389"/>
                    <a:pt x="35" y="387"/>
                  </a:cubicBezTo>
                  <a:cubicBezTo>
                    <a:pt x="34" y="386"/>
                    <a:pt x="36" y="384"/>
                    <a:pt x="37" y="383"/>
                  </a:cubicBezTo>
                  <a:cubicBezTo>
                    <a:pt x="38" y="382"/>
                    <a:pt x="41" y="379"/>
                    <a:pt x="42" y="378"/>
                  </a:cubicBezTo>
                  <a:cubicBezTo>
                    <a:pt x="44" y="376"/>
                    <a:pt x="46" y="373"/>
                    <a:pt x="47" y="371"/>
                  </a:cubicBezTo>
                  <a:cubicBezTo>
                    <a:pt x="48" y="370"/>
                    <a:pt x="49" y="370"/>
                    <a:pt x="49" y="369"/>
                  </a:cubicBezTo>
                  <a:cubicBezTo>
                    <a:pt x="50" y="368"/>
                    <a:pt x="49" y="365"/>
                    <a:pt x="49" y="363"/>
                  </a:cubicBezTo>
                  <a:cubicBezTo>
                    <a:pt x="49" y="362"/>
                    <a:pt x="51" y="360"/>
                    <a:pt x="51" y="359"/>
                  </a:cubicBezTo>
                  <a:cubicBezTo>
                    <a:pt x="51" y="358"/>
                    <a:pt x="49" y="356"/>
                    <a:pt x="48" y="354"/>
                  </a:cubicBezTo>
                  <a:cubicBezTo>
                    <a:pt x="48" y="353"/>
                    <a:pt x="49" y="351"/>
                    <a:pt x="49" y="350"/>
                  </a:cubicBezTo>
                  <a:cubicBezTo>
                    <a:pt x="49" y="348"/>
                    <a:pt x="50" y="345"/>
                    <a:pt x="49" y="344"/>
                  </a:cubicBezTo>
                  <a:cubicBezTo>
                    <a:pt x="49" y="343"/>
                    <a:pt x="48" y="341"/>
                    <a:pt x="48" y="340"/>
                  </a:cubicBezTo>
                  <a:cubicBezTo>
                    <a:pt x="48" y="339"/>
                    <a:pt x="49" y="337"/>
                    <a:pt x="49" y="336"/>
                  </a:cubicBezTo>
                  <a:cubicBezTo>
                    <a:pt x="49" y="334"/>
                    <a:pt x="48" y="330"/>
                    <a:pt x="47" y="327"/>
                  </a:cubicBezTo>
                  <a:cubicBezTo>
                    <a:pt x="47" y="326"/>
                    <a:pt x="46" y="323"/>
                    <a:pt x="47" y="322"/>
                  </a:cubicBezTo>
                  <a:cubicBezTo>
                    <a:pt x="48" y="321"/>
                    <a:pt x="50" y="320"/>
                    <a:pt x="51" y="320"/>
                  </a:cubicBezTo>
                  <a:cubicBezTo>
                    <a:pt x="52" y="321"/>
                    <a:pt x="54" y="325"/>
                    <a:pt x="55" y="327"/>
                  </a:cubicBezTo>
                  <a:cubicBezTo>
                    <a:pt x="55" y="328"/>
                    <a:pt x="54" y="331"/>
                    <a:pt x="54" y="332"/>
                  </a:cubicBezTo>
                  <a:cubicBezTo>
                    <a:pt x="55" y="333"/>
                    <a:pt x="58" y="333"/>
                    <a:pt x="59" y="334"/>
                  </a:cubicBezTo>
                  <a:cubicBezTo>
                    <a:pt x="60" y="335"/>
                    <a:pt x="60" y="337"/>
                    <a:pt x="61" y="337"/>
                  </a:cubicBezTo>
                  <a:cubicBezTo>
                    <a:pt x="62" y="338"/>
                    <a:pt x="65" y="339"/>
                    <a:pt x="66" y="338"/>
                  </a:cubicBezTo>
                  <a:cubicBezTo>
                    <a:pt x="67" y="338"/>
                    <a:pt x="68" y="336"/>
                    <a:pt x="68" y="335"/>
                  </a:cubicBezTo>
                  <a:cubicBezTo>
                    <a:pt x="68" y="335"/>
                    <a:pt x="67" y="333"/>
                    <a:pt x="66" y="333"/>
                  </a:cubicBezTo>
                  <a:cubicBezTo>
                    <a:pt x="66" y="333"/>
                    <a:pt x="65" y="334"/>
                    <a:pt x="65" y="334"/>
                  </a:cubicBezTo>
                  <a:cubicBezTo>
                    <a:pt x="64" y="334"/>
                    <a:pt x="62" y="333"/>
                    <a:pt x="62" y="332"/>
                  </a:cubicBezTo>
                  <a:cubicBezTo>
                    <a:pt x="61" y="332"/>
                    <a:pt x="60" y="330"/>
                    <a:pt x="60" y="329"/>
                  </a:cubicBezTo>
                  <a:cubicBezTo>
                    <a:pt x="59" y="328"/>
                    <a:pt x="59" y="325"/>
                    <a:pt x="60" y="324"/>
                  </a:cubicBezTo>
                  <a:cubicBezTo>
                    <a:pt x="60" y="323"/>
                    <a:pt x="64" y="322"/>
                    <a:pt x="64" y="321"/>
                  </a:cubicBezTo>
                  <a:cubicBezTo>
                    <a:pt x="64" y="320"/>
                    <a:pt x="62" y="319"/>
                    <a:pt x="62" y="318"/>
                  </a:cubicBezTo>
                  <a:cubicBezTo>
                    <a:pt x="62" y="317"/>
                    <a:pt x="63" y="315"/>
                    <a:pt x="63" y="313"/>
                  </a:cubicBezTo>
                  <a:cubicBezTo>
                    <a:pt x="64" y="312"/>
                    <a:pt x="64" y="310"/>
                    <a:pt x="65" y="309"/>
                  </a:cubicBezTo>
                  <a:cubicBezTo>
                    <a:pt x="65" y="309"/>
                    <a:pt x="66" y="311"/>
                    <a:pt x="67" y="311"/>
                  </a:cubicBezTo>
                  <a:cubicBezTo>
                    <a:pt x="68" y="311"/>
                    <a:pt x="68" y="309"/>
                    <a:pt x="68" y="308"/>
                  </a:cubicBezTo>
                  <a:cubicBezTo>
                    <a:pt x="67" y="307"/>
                    <a:pt x="65" y="307"/>
                    <a:pt x="64" y="306"/>
                  </a:cubicBezTo>
                  <a:cubicBezTo>
                    <a:pt x="64" y="305"/>
                    <a:pt x="64" y="302"/>
                    <a:pt x="65" y="301"/>
                  </a:cubicBezTo>
                  <a:cubicBezTo>
                    <a:pt x="65" y="300"/>
                    <a:pt x="66" y="297"/>
                    <a:pt x="67" y="297"/>
                  </a:cubicBezTo>
                  <a:cubicBezTo>
                    <a:pt x="68" y="297"/>
                    <a:pt x="69" y="300"/>
                    <a:pt x="70" y="301"/>
                  </a:cubicBezTo>
                  <a:cubicBezTo>
                    <a:pt x="71" y="301"/>
                    <a:pt x="73" y="302"/>
                    <a:pt x="74" y="301"/>
                  </a:cubicBezTo>
                  <a:cubicBezTo>
                    <a:pt x="75" y="301"/>
                    <a:pt x="76" y="299"/>
                    <a:pt x="76" y="298"/>
                  </a:cubicBezTo>
                  <a:cubicBezTo>
                    <a:pt x="75" y="297"/>
                    <a:pt x="73" y="296"/>
                    <a:pt x="73" y="295"/>
                  </a:cubicBezTo>
                  <a:cubicBezTo>
                    <a:pt x="72" y="294"/>
                    <a:pt x="73" y="291"/>
                    <a:pt x="72" y="290"/>
                  </a:cubicBezTo>
                  <a:cubicBezTo>
                    <a:pt x="72" y="289"/>
                    <a:pt x="70" y="289"/>
                    <a:pt x="69" y="289"/>
                  </a:cubicBezTo>
                  <a:cubicBezTo>
                    <a:pt x="68" y="289"/>
                    <a:pt x="65" y="288"/>
                    <a:pt x="65" y="289"/>
                  </a:cubicBezTo>
                  <a:cubicBezTo>
                    <a:pt x="64" y="289"/>
                    <a:pt x="65" y="292"/>
                    <a:pt x="65" y="293"/>
                  </a:cubicBezTo>
                  <a:cubicBezTo>
                    <a:pt x="65" y="293"/>
                    <a:pt x="65" y="295"/>
                    <a:pt x="64" y="295"/>
                  </a:cubicBezTo>
                  <a:cubicBezTo>
                    <a:pt x="63" y="295"/>
                    <a:pt x="61" y="294"/>
                    <a:pt x="60" y="293"/>
                  </a:cubicBezTo>
                  <a:cubicBezTo>
                    <a:pt x="60" y="292"/>
                    <a:pt x="59" y="290"/>
                    <a:pt x="58" y="290"/>
                  </a:cubicBezTo>
                  <a:cubicBezTo>
                    <a:pt x="57" y="289"/>
                    <a:pt x="54" y="289"/>
                    <a:pt x="53" y="290"/>
                  </a:cubicBezTo>
                  <a:cubicBezTo>
                    <a:pt x="52" y="290"/>
                    <a:pt x="49" y="291"/>
                    <a:pt x="49" y="292"/>
                  </a:cubicBezTo>
                  <a:cubicBezTo>
                    <a:pt x="49" y="292"/>
                    <a:pt x="51" y="293"/>
                    <a:pt x="51" y="293"/>
                  </a:cubicBezTo>
                  <a:cubicBezTo>
                    <a:pt x="51" y="294"/>
                    <a:pt x="50" y="296"/>
                    <a:pt x="50" y="296"/>
                  </a:cubicBezTo>
                  <a:cubicBezTo>
                    <a:pt x="49" y="297"/>
                    <a:pt x="47" y="298"/>
                    <a:pt x="47" y="297"/>
                  </a:cubicBezTo>
                  <a:cubicBezTo>
                    <a:pt x="46" y="297"/>
                    <a:pt x="46" y="293"/>
                    <a:pt x="46" y="292"/>
                  </a:cubicBezTo>
                  <a:cubicBezTo>
                    <a:pt x="45" y="292"/>
                    <a:pt x="42" y="292"/>
                    <a:pt x="41" y="291"/>
                  </a:cubicBezTo>
                  <a:cubicBezTo>
                    <a:pt x="41" y="291"/>
                    <a:pt x="40" y="289"/>
                    <a:pt x="40" y="288"/>
                  </a:cubicBezTo>
                  <a:cubicBezTo>
                    <a:pt x="39" y="286"/>
                    <a:pt x="40" y="281"/>
                    <a:pt x="40" y="278"/>
                  </a:cubicBezTo>
                  <a:cubicBezTo>
                    <a:pt x="40" y="277"/>
                    <a:pt x="40" y="274"/>
                    <a:pt x="41" y="273"/>
                  </a:cubicBezTo>
                  <a:cubicBezTo>
                    <a:pt x="41" y="272"/>
                    <a:pt x="43" y="271"/>
                    <a:pt x="43" y="270"/>
                  </a:cubicBezTo>
                  <a:cubicBezTo>
                    <a:pt x="44" y="269"/>
                    <a:pt x="43" y="267"/>
                    <a:pt x="43" y="266"/>
                  </a:cubicBezTo>
                  <a:cubicBezTo>
                    <a:pt x="42" y="265"/>
                    <a:pt x="39" y="266"/>
                    <a:pt x="39" y="265"/>
                  </a:cubicBezTo>
                  <a:cubicBezTo>
                    <a:pt x="38" y="264"/>
                    <a:pt x="37" y="262"/>
                    <a:pt x="38" y="261"/>
                  </a:cubicBezTo>
                  <a:cubicBezTo>
                    <a:pt x="39" y="260"/>
                    <a:pt x="42" y="259"/>
                    <a:pt x="44" y="259"/>
                  </a:cubicBezTo>
                  <a:cubicBezTo>
                    <a:pt x="45" y="258"/>
                    <a:pt x="47" y="260"/>
                    <a:pt x="48" y="259"/>
                  </a:cubicBezTo>
                  <a:cubicBezTo>
                    <a:pt x="50" y="259"/>
                    <a:pt x="52" y="257"/>
                    <a:pt x="54" y="256"/>
                  </a:cubicBezTo>
                  <a:cubicBezTo>
                    <a:pt x="54" y="256"/>
                    <a:pt x="55" y="255"/>
                    <a:pt x="56" y="254"/>
                  </a:cubicBezTo>
                  <a:cubicBezTo>
                    <a:pt x="56" y="252"/>
                    <a:pt x="55" y="248"/>
                    <a:pt x="55" y="246"/>
                  </a:cubicBezTo>
                  <a:cubicBezTo>
                    <a:pt x="54" y="245"/>
                    <a:pt x="53" y="244"/>
                    <a:pt x="53" y="243"/>
                  </a:cubicBezTo>
                  <a:cubicBezTo>
                    <a:pt x="52" y="241"/>
                    <a:pt x="53" y="237"/>
                    <a:pt x="53" y="236"/>
                  </a:cubicBezTo>
                  <a:cubicBezTo>
                    <a:pt x="53" y="234"/>
                    <a:pt x="51" y="233"/>
                    <a:pt x="51" y="232"/>
                  </a:cubicBezTo>
                  <a:cubicBezTo>
                    <a:pt x="51" y="231"/>
                    <a:pt x="53" y="230"/>
                    <a:pt x="53" y="229"/>
                  </a:cubicBezTo>
                  <a:cubicBezTo>
                    <a:pt x="53" y="228"/>
                    <a:pt x="54" y="226"/>
                    <a:pt x="55" y="225"/>
                  </a:cubicBezTo>
                  <a:cubicBezTo>
                    <a:pt x="55" y="224"/>
                    <a:pt x="53" y="221"/>
                    <a:pt x="54" y="220"/>
                  </a:cubicBezTo>
                  <a:cubicBezTo>
                    <a:pt x="54" y="219"/>
                    <a:pt x="56" y="219"/>
                    <a:pt x="56" y="218"/>
                  </a:cubicBezTo>
                  <a:cubicBezTo>
                    <a:pt x="56" y="217"/>
                    <a:pt x="56" y="214"/>
                    <a:pt x="56" y="212"/>
                  </a:cubicBezTo>
                  <a:cubicBezTo>
                    <a:pt x="56" y="212"/>
                    <a:pt x="56" y="210"/>
                    <a:pt x="56" y="209"/>
                  </a:cubicBezTo>
                  <a:cubicBezTo>
                    <a:pt x="56" y="207"/>
                    <a:pt x="54" y="204"/>
                    <a:pt x="53" y="203"/>
                  </a:cubicBezTo>
                  <a:cubicBezTo>
                    <a:pt x="52" y="202"/>
                    <a:pt x="49" y="202"/>
                    <a:pt x="48" y="201"/>
                  </a:cubicBezTo>
                  <a:cubicBezTo>
                    <a:pt x="48" y="200"/>
                    <a:pt x="48" y="199"/>
                    <a:pt x="47" y="198"/>
                  </a:cubicBezTo>
                  <a:cubicBezTo>
                    <a:pt x="46" y="197"/>
                    <a:pt x="42" y="198"/>
                    <a:pt x="41" y="197"/>
                  </a:cubicBezTo>
                  <a:cubicBezTo>
                    <a:pt x="41" y="197"/>
                    <a:pt x="41" y="195"/>
                    <a:pt x="40" y="195"/>
                  </a:cubicBezTo>
                  <a:cubicBezTo>
                    <a:pt x="40" y="193"/>
                    <a:pt x="41" y="189"/>
                    <a:pt x="41" y="187"/>
                  </a:cubicBezTo>
                  <a:cubicBezTo>
                    <a:pt x="41" y="185"/>
                    <a:pt x="42" y="182"/>
                    <a:pt x="42" y="181"/>
                  </a:cubicBezTo>
                  <a:cubicBezTo>
                    <a:pt x="42" y="178"/>
                    <a:pt x="39" y="175"/>
                    <a:pt x="39" y="173"/>
                  </a:cubicBezTo>
                  <a:cubicBezTo>
                    <a:pt x="38" y="170"/>
                    <a:pt x="40" y="166"/>
                    <a:pt x="39" y="164"/>
                  </a:cubicBezTo>
                  <a:cubicBezTo>
                    <a:pt x="38" y="163"/>
                    <a:pt x="35" y="163"/>
                    <a:pt x="34" y="162"/>
                  </a:cubicBezTo>
                  <a:cubicBezTo>
                    <a:pt x="34" y="161"/>
                    <a:pt x="33" y="161"/>
                    <a:pt x="32" y="160"/>
                  </a:cubicBezTo>
                  <a:cubicBezTo>
                    <a:pt x="32" y="159"/>
                    <a:pt x="32" y="155"/>
                    <a:pt x="32" y="154"/>
                  </a:cubicBezTo>
                  <a:cubicBezTo>
                    <a:pt x="31" y="153"/>
                    <a:pt x="30" y="151"/>
                    <a:pt x="30" y="150"/>
                  </a:cubicBezTo>
                  <a:cubicBezTo>
                    <a:pt x="30" y="149"/>
                    <a:pt x="31" y="146"/>
                    <a:pt x="30" y="145"/>
                  </a:cubicBezTo>
                  <a:cubicBezTo>
                    <a:pt x="30" y="144"/>
                    <a:pt x="26" y="142"/>
                    <a:pt x="24" y="142"/>
                  </a:cubicBezTo>
                  <a:cubicBezTo>
                    <a:pt x="23" y="142"/>
                    <a:pt x="22" y="143"/>
                    <a:pt x="21" y="143"/>
                  </a:cubicBezTo>
                  <a:cubicBezTo>
                    <a:pt x="20" y="143"/>
                    <a:pt x="19" y="142"/>
                    <a:pt x="18" y="142"/>
                  </a:cubicBezTo>
                  <a:cubicBezTo>
                    <a:pt x="17" y="143"/>
                    <a:pt x="18" y="145"/>
                    <a:pt x="17" y="146"/>
                  </a:cubicBezTo>
                  <a:cubicBezTo>
                    <a:pt x="16" y="146"/>
                    <a:pt x="14" y="146"/>
                    <a:pt x="13" y="146"/>
                  </a:cubicBezTo>
                  <a:cubicBezTo>
                    <a:pt x="12" y="146"/>
                    <a:pt x="11" y="145"/>
                    <a:pt x="11" y="144"/>
                  </a:cubicBezTo>
                  <a:cubicBezTo>
                    <a:pt x="10" y="143"/>
                    <a:pt x="11" y="140"/>
                    <a:pt x="11" y="139"/>
                  </a:cubicBezTo>
                  <a:cubicBezTo>
                    <a:pt x="11" y="139"/>
                    <a:pt x="12" y="138"/>
                    <a:pt x="12" y="137"/>
                  </a:cubicBezTo>
                  <a:cubicBezTo>
                    <a:pt x="12" y="137"/>
                    <a:pt x="12" y="135"/>
                    <a:pt x="12" y="135"/>
                  </a:cubicBezTo>
                  <a:cubicBezTo>
                    <a:pt x="11" y="135"/>
                    <a:pt x="9" y="136"/>
                    <a:pt x="8" y="136"/>
                  </a:cubicBezTo>
                  <a:cubicBezTo>
                    <a:pt x="7" y="138"/>
                    <a:pt x="8" y="141"/>
                    <a:pt x="7" y="142"/>
                  </a:cubicBezTo>
                  <a:cubicBezTo>
                    <a:pt x="7" y="143"/>
                    <a:pt x="5" y="143"/>
                    <a:pt x="5" y="144"/>
                  </a:cubicBezTo>
                  <a:cubicBezTo>
                    <a:pt x="4" y="145"/>
                    <a:pt x="6" y="148"/>
                    <a:pt x="5" y="149"/>
                  </a:cubicBezTo>
                  <a:cubicBezTo>
                    <a:pt x="4" y="149"/>
                    <a:pt x="3" y="149"/>
                    <a:pt x="2" y="149"/>
                  </a:cubicBezTo>
                  <a:cubicBezTo>
                    <a:pt x="1" y="148"/>
                    <a:pt x="1" y="144"/>
                    <a:pt x="1" y="142"/>
                  </a:cubicBezTo>
                  <a:cubicBezTo>
                    <a:pt x="1" y="140"/>
                    <a:pt x="0" y="136"/>
                    <a:pt x="1" y="135"/>
                  </a:cubicBezTo>
                  <a:cubicBezTo>
                    <a:pt x="1" y="134"/>
                    <a:pt x="2" y="133"/>
                    <a:pt x="3" y="132"/>
                  </a:cubicBezTo>
                  <a:cubicBezTo>
                    <a:pt x="3" y="132"/>
                    <a:pt x="5" y="132"/>
                    <a:pt x="6" y="132"/>
                  </a:cubicBezTo>
                  <a:cubicBezTo>
                    <a:pt x="6" y="131"/>
                    <a:pt x="7" y="129"/>
                    <a:pt x="8" y="128"/>
                  </a:cubicBezTo>
                  <a:cubicBezTo>
                    <a:pt x="8" y="127"/>
                    <a:pt x="8" y="124"/>
                    <a:pt x="9" y="123"/>
                  </a:cubicBezTo>
                  <a:cubicBezTo>
                    <a:pt x="9" y="122"/>
                    <a:pt x="11" y="121"/>
                    <a:pt x="11" y="120"/>
                  </a:cubicBezTo>
                  <a:cubicBezTo>
                    <a:pt x="11" y="119"/>
                    <a:pt x="8" y="118"/>
                    <a:pt x="7" y="118"/>
                  </a:cubicBezTo>
                  <a:cubicBezTo>
                    <a:pt x="5" y="117"/>
                    <a:pt x="3" y="115"/>
                    <a:pt x="2" y="114"/>
                  </a:cubicBezTo>
                  <a:cubicBezTo>
                    <a:pt x="2" y="113"/>
                    <a:pt x="1" y="111"/>
                    <a:pt x="1" y="111"/>
                  </a:cubicBezTo>
                  <a:cubicBezTo>
                    <a:pt x="1" y="110"/>
                    <a:pt x="4" y="108"/>
                    <a:pt x="4" y="107"/>
                  </a:cubicBezTo>
                  <a:cubicBezTo>
                    <a:pt x="5" y="106"/>
                    <a:pt x="4" y="103"/>
                    <a:pt x="5" y="101"/>
                  </a:cubicBezTo>
                  <a:cubicBezTo>
                    <a:pt x="5" y="100"/>
                    <a:pt x="4" y="96"/>
                    <a:pt x="6" y="94"/>
                  </a:cubicBezTo>
                  <a:cubicBezTo>
                    <a:pt x="6" y="94"/>
                    <a:pt x="10" y="94"/>
                    <a:pt x="11" y="93"/>
                  </a:cubicBezTo>
                  <a:cubicBezTo>
                    <a:pt x="11" y="92"/>
                    <a:pt x="11" y="89"/>
                    <a:pt x="11" y="88"/>
                  </a:cubicBezTo>
                  <a:cubicBezTo>
                    <a:pt x="12" y="86"/>
                    <a:pt x="13" y="83"/>
                    <a:pt x="14" y="81"/>
                  </a:cubicBezTo>
                  <a:cubicBezTo>
                    <a:pt x="14" y="80"/>
                    <a:pt x="17" y="78"/>
                    <a:pt x="17" y="77"/>
                  </a:cubicBezTo>
                  <a:cubicBezTo>
                    <a:pt x="17" y="76"/>
                    <a:pt x="15" y="74"/>
                    <a:pt x="15" y="74"/>
                  </a:cubicBezTo>
                  <a:cubicBezTo>
                    <a:pt x="13" y="73"/>
                    <a:pt x="11" y="73"/>
                    <a:pt x="10" y="72"/>
                  </a:cubicBezTo>
                  <a:cubicBezTo>
                    <a:pt x="9" y="72"/>
                    <a:pt x="8" y="70"/>
                    <a:pt x="8" y="69"/>
                  </a:cubicBezTo>
                  <a:cubicBezTo>
                    <a:pt x="7" y="67"/>
                    <a:pt x="8" y="64"/>
                    <a:pt x="9" y="62"/>
                  </a:cubicBezTo>
                  <a:cubicBezTo>
                    <a:pt x="9" y="61"/>
                    <a:pt x="9" y="59"/>
                    <a:pt x="10" y="59"/>
                  </a:cubicBezTo>
                  <a:cubicBezTo>
                    <a:pt x="11" y="58"/>
                    <a:pt x="14" y="60"/>
                    <a:pt x="15" y="61"/>
                  </a:cubicBezTo>
                  <a:cubicBezTo>
                    <a:pt x="16" y="61"/>
                    <a:pt x="19" y="62"/>
                    <a:pt x="20" y="63"/>
                  </a:cubicBezTo>
                  <a:cubicBezTo>
                    <a:pt x="20" y="64"/>
                    <a:pt x="18" y="66"/>
                    <a:pt x="18" y="67"/>
                  </a:cubicBezTo>
                  <a:cubicBezTo>
                    <a:pt x="18" y="68"/>
                    <a:pt x="20" y="70"/>
                    <a:pt x="21" y="71"/>
                  </a:cubicBezTo>
                  <a:cubicBezTo>
                    <a:pt x="21" y="72"/>
                    <a:pt x="21" y="74"/>
                    <a:pt x="21" y="75"/>
                  </a:cubicBezTo>
                  <a:cubicBezTo>
                    <a:pt x="22" y="77"/>
                    <a:pt x="24" y="79"/>
                    <a:pt x="25" y="81"/>
                  </a:cubicBezTo>
                  <a:cubicBezTo>
                    <a:pt x="26" y="82"/>
                    <a:pt x="27" y="84"/>
                    <a:pt x="28" y="84"/>
                  </a:cubicBezTo>
                  <a:cubicBezTo>
                    <a:pt x="30" y="85"/>
                    <a:pt x="33" y="84"/>
                    <a:pt x="34" y="84"/>
                  </a:cubicBezTo>
                  <a:cubicBezTo>
                    <a:pt x="36" y="84"/>
                    <a:pt x="38" y="86"/>
                    <a:pt x="40" y="86"/>
                  </a:cubicBezTo>
                  <a:cubicBezTo>
                    <a:pt x="41" y="86"/>
                    <a:pt x="43" y="85"/>
                    <a:pt x="44" y="85"/>
                  </a:cubicBezTo>
                  <a:cubicBezTo>
                    <a:pt x="46" y="85"/>
                    <a:pt x="50" y="86"/>
                    <a:pt x="52" y="87"/>
                  </a:cubicBezTo>
                  <a:cubicBezTo>
                    <a:pt x="53" y="87"/>
                    <a:pt x="54" y="90"/>
                    <a:pt x="55" y="91"/>
                  </a:cubicBezTo>
                  <a:cubicBezTo>
                    <a:pt x="57" y="92"/>
                    <a:pt x="60" y="92"/>
                    <a:pt x="61" y="92"/>
                  </a:cubicBezTo>
                  <a:cubicBezTo>
                    <a:pt x="64" y="92"/>
                    <a:pt x="68" y="90"/>
                    <a:pt x="71" y="90"/>
                  </a:cubicBezTo>
                  <a:cubicBezTo>
                    <a:pt x="73" y="89"/>
                    <a:pt x="77" y="88"/>
                    <a:pt x="79" y="87"/>
                  </a:cubicBezTo>
                  <a:cubicBezTo>
                    <a:pt x="81" y="85"/>
                    <a:pt x="82" y="81"/>
                    <a:pt x="84" y="79"/>
                  </a:cubicBezTo>
                  <a:cubicBezTo>
                    <a:pt x="86" y="77"/>
                    <a:pt x="92" y="74"/>
                    <a:pt x="95" y="73"/>
                  </a:cubicBezTo>
                  <a:cubicBezTo>
                    <a:pt x="96" y="72"/>
                    <a:pt x="97" y="71"/>
                    <a:pt x="99" y="71"/>
                  </a:cubicBezTo>
                  <a:cubicBezTo>
                    <a:pt x="100" y="71"/>
                    <a:pt x="103" y="73"/>
                    <a:pt x="104" y="73"/>
                  </a:cubicBezTo>
                  <a:cubicBezTo>
                    <a:pt x="106" y="74"/>
                    <a:pt x="110" y="72"/>
                    <a:pt x="111" y="72"/>
                  </a:cubicBezTo>
                  <a:cubicBezTo>
                    <a:pt x="112" y="71"/>
                    <a:pt x="114" y="69"/>
                    <a:pt x="115" y="68"/>
                  </a:cubicBezTo>
                  <a:cubicBezTo>
                    <a:pt x="117" y="66"/>
                    <a:pt x="120" y="62"/>
                    <a:pt x="121" y="60"/>
                  </a:cubicBezTo>
                  <a:cubicBezTo>
                    <a:pt x="121" y="59"/>
                    <a:pt x="122" y="55"/>
                    <a:pt x="122" y="54"/>
                  </a:cubicBezTo>
                  <a:cubicBezTo>
                    <a:pt x="123" y="53"/>
                    <a:pt x="124" y="50"/>
                    <a:pt x="125" y="49"/>
                  </a:cubicBezTo>
                  <a:cubicBezTo>
                    <a:pt x="126" y="48"/>
                    <a:pt x="129" y="48"/>
                    <a:pt x="130" y="47"/>
                  </a:cubicBezTo>
                  <a:cubicBezTo>
                    <a:pt x="132" y="46"/>
                    <a:pt x="134" y="43"/>
                    <a:pt x="136" y="41"/>
                  </a:cubicBezTo>
                  <a:cubicBezTo>
                    <a:pt x="137" y="40"/>
                    <a:pt x="140" y="38"/>
                    <a:pt x="141" y="37"/>
                  </a:cubicBezTo>
                  <a:cubicBezTo>
                    <a:pt x="143" y="35"/>
                    <a:pt x="147" y="28"/>
                    <a:pt x="150" y="27"/>
                  </a:cubicBezTo>
                  <a:cubicBezTo>
                    <a:pt x="152" y="27"/>
                    <a:pt x="154" y="28"/>
                    <a:pt x="156" y="28"/>
                  </a:cubicBezTo>
                  <a:cubicBezTo>
                    <a:pt x="157" y="28"/>
                    <a:pt x="160" y="28"/>
                    <a:pt x="161" y="27"/>
                  </a:cubicBezTo>
                  <a:cubicBezTo>
                    <a:pt x="162" y="26"/>
                    <a:pt x="164" y="23"/>
                    <a:pt x="165" y="22"/>
                  </a:cubicBezTo>
                  <a:cubicBezTo>
                    <a:pt x="166" y="22"/>
                    <a:pt x="169" y="22"/>
                    <a:pt x="169" y="21"/>
                  </a:cubicBezTo>
                  <a:cubicBezTo>
                    <a:pt x="171" y="20"/>
                    <a:pt x="171" y="15"/>
                    <a:pt x="171" y="13"/>
                  </a:cubicBezTo>
                  <a:cubicBezTo>
                    <a:pt x="171" y="12"/>
                    <a:pt x="170" y="10"/>
                    <a:pt x="170" y="9"/>
                  </a:cubicBezTo>
                  <a:cubicBezTo>
                    <a:pt x="170" y="8"/>
                    <a:pt x="168" y="7"/>
                    <a:pt x="168" y="6"/>
                  </a:cubicBezTo>
                  <a:cubicBezTo>
                    <a:pt x="168" y="6"/>
                    <a:pt x="168" y="4"/>
                    <a:pt x="168" y="3"/>
                  </a:cubicBezTo>
                  <a:cubicBezTo>
                    <a:pt x="168" y="3"/>
                    <a:pt x="170" y="2"/>
                    <a:pt x="171" y="1"/>
                  </a:cubicBezTo>
                  <a:cubicBezTo>
                    <a:pt x="171" y="1"/>
                    <a:pt x="173" y="2"/>
                    <a:pt x="173" y="2"/>
                  </a:cubicBezTo>
                  <a:cubicBezTo>
                    <a:pt x="175" y="2"/>
                    <a:pt x="177" y="2"/>
                    <a:pt x="178" y="1"/>
                  </a:cubicBezTo>
                  <a:cubicBezTo>
                    <a:pt x="180" y="1"/>
                    <a:pt x="182" y="0"/>
                    <a:pt x="183" y="0"/>
                  </a:cubicBezTo>
                  <a:cubicBezTo>
                    <a:pt x="185" y="0"/>
                    <a:pt x="187" y="2"/>
                    <a:pt x="187" y="3"/>
                  </a:cubicBezTo>
                  <a:cubicBezTo>
                    <a:pt x="188" y="3"/>
                    <a:pt x="189" y="5"/>
                    <a:pt x="189" y="5"/>
                  </a:cubicBezTo>
                  <a:cubicBezTo>
                    <a:pt x="189" y="6"/>
                    <a:pt x="188" y="8"/>
                    <a:pt x="188" y="8"/>
                  </a:cubicBezTo>
                  <a:cubicBezTo>
                    <a:pt x="188" y="9"/>
                    <a:pt x="188" y="11"/>
                    <a:pt x="188" y="12"/>
                  </a:cubicBezTo>
                  <a:cubicBezTo>
                    <a:pt x="188" y="13"/>
                    <a:pt x="188" y="15"/>
                    <a:pt x="189" y="15"/>
                  </a:cubicBezTo>
                  <a:cubicBezTo>
                    <a:pt x="190" y="15"/>
                    <a:pt x="192" y="15"/>
                    <a:pt x="192" y="15"/>
                  </a:cubicBezTo>
                  <a:cubicBezTo>
                    <a:pt x="193" y="14"/>
                    <a:pt x="191" y="12"/>
                    <a:pt x="192" y="11"/>
                  </a:cubicBezTo>
                  <a:cubicBezTo>
                    <a:pt x="192" y="11"/>
                    <a:pt x="193" y="10"/>
                    <a:pt x="193" y="10"/>
                  </a:cubicBezTo>
                  <a:cubicBezTo>
                    <a:pt x="194" y="10"/>
                    <a:pt x="194" y="11"/>
                    <a:pt x="194" y="12"/>
                  </a:cubicBezTo>
                  <a:cubicBezTo>
                    <a:pt x="195" y="13"/>
                    <a:pt x="194" y="15"/>
                    <a:pt x="194" y="16"/>
                  </a:cubicBezTo>
                  <a:cubicBezTo>
                    <a:pt x="195" y="16"/>
                    <a:pt x="196" y="18"/>
                    <a:pt x="196" y="18"/>
                  </a:cubicBezTo>
                  <a:cubicBezTo>
                    <a:pt x="197" y="17"/>
                    <a:pt x="197" y="15"/>
                    <a:pt x="198" y="15"/>
                  </a:cubicBezTo>
                  <a:cubicBezTo>
                    <a:pt x="198" y="14"/>
                    <a:pt x="200" y="16"/>
                    <a:pt x="201" y="15"/>
                  </a:cubicBezTo>
                  <a:cubicBezTo>
                    <a:pt x="202" y="14"/>
                    <a:pt x="200" y="12"/>
                    <a:pt x="200" y="12"/>
                  </a:cubicBezTo>
                  <a:cubicBezTo>
                    <a:pt x="201" y="11"/>
                    <a:pt x="203" y="11"/>
                    <a:pt x="204" y="12"/>
                  </a:cubicBezTo>
                  <a:cubicBezTo>
                    <a:pt x="205" y="12"/>
                    <a:pt x="206" y="14"/>
                    <a:pt x="206" y="14"/>
                  </a:cubicBezTo>
                  <a:cubicBezTo>
                    <a:pt x="207" y="15"/>
                    <a:pt x="208" y="18"/>
                    <a:pt x="209" y="19"/>
                  </a:cubicBezTo>
                  <a:cubicBezTo>
                    <a:pt x="210" y="20"/>
                    <a:pt x="211" y="21"/>
                    <a:pt x="211" y="21"/>
                  </a:cubicBezTo>
                  <a:cubicBezTo>
                    <a:pt x="212" y="22"/>
                    <a:pt x="216" y="23"/>
                    <a:pt x="217" y="25"/>
                  </a:cubicBezTo>
                  <a:cubicBezTo>
                    <a:pt x="217" y="26"/>
                    <a:pt x="216" y="27"/>
                    <a:pt x="215" y="28"/>
                  </a:cubicBezTo>
                  <a:cubicBezTo>
                    <a:pt x="215" y="29"/>
                    <a:pt x="215" y="32"/>
                    <a:pt x="216" y="33"/>
                  </a:cubicBezTo>
                  <a:cubicBezTo>
                    <a:pt x="216" y="34"/>
                    <a:pt x="218" y="35"/>
                    <a:pt x="219" y="35"/>
                  </a:cubicBezTo>
                  <a:cubicBezTo>
                    <a:pt x="220" y="34"/>
                    <a:pt x="220" y="32"/>
                    <a:pt x="220" y="31"/>
                  </a:cubicBezTo>
                  <a:cubicBezTo>
                    <a:pt x="220" y="30"/>
                    <a:pt x="220" y="28"/>
                    <a:pt x="221" y="27"/>
                  </a:cubicBezTo>
                  <a:cubicBezTo>
                    <a:pt x="222" y="26"/>
                    <a:pt x="226" y="27"/>
                    <a:pt x="227" y="26"/>
                  </a:cubicBezTo>
                  <a:cubicBezTo>
                    <a:pt x="227" y="25"/>
                    <a:pt x="228" y="23"/>
                    <a:pt x="228" y="22"/>
                  </a:cubicBezTo>
                  <a:cubicBezTo>
                    <a:pt x="229" y="22"/>
                    <a:pt x="231" y="23"/>
                    <a:pt x="231" y="23"/>
                  </a:cubicBezTo>
                  <a:cubicBezTo>
                    <a:pt x="232" y="24"/>
                    <a:pt x="234" y="27"/>
                    <a:pt x="235" y="28"/>
                  </a:cubicBezTo>
                  <a:cubicBezTo>
                    <a:pt x="236" y="29"/>
                    <a:pt x="237" y="32"/>
                    <a:pt x="237" y="34"/>
                  </a:cubicBezTo>
                  <a:cubicBezTo>
                    <a:pt x="237" y="35"/>
                    <a:pt x="237" y="36"/>
                    <a:pt x="236" y="37"/>
                  </a:cubicBezTo>
                  <a:cubicBezTo>
                    <a:pt x="235" y="38"/>
                    <a:pt x="232" y="37"/>
                    <a:pt x="231" y="38"/>
                  </a:cubicBezTo>
                  <a:cubicBezTo>
                    <a:pt x="231" y="39"/>
                    <a:pt x="232" y="41"/>
                    <a:pt x="231" y="42"/>
                  </a:cubicBezTo>
                  <a:cubicBezTo>
                    <a:pt x="231" y="43"/>
                    <a:pt x="230" y="45"/>
                    <a:pt x="230" y="45"/>
                  </a:cubicBezTo>
                  <a:cubicBezTo>
                    <a:pt x="229" y="46"/>
                    <a:pt x="228" y="47"/>
                    <a:pt x="228" y="48"/>
                  </a:cubicBezTo>
                  <a:cubicBezTo>
                    <a:pt x="227" y="49"/>
                    <a:pt x="226" y="53"/>
                    <a:pt x="227" y="54"/>
                  </a:cubicBezTo>
                  <a:cubicBezTo>
                    <a:pt x="228" y="54"/>
                    <a:pt x="230" y="52"/>
                    <a:pt x="230" y="52"/>
                  </a:cubicBezTo>
                  <a:cubicBezTo>
                    <a:pt x="231" y="51"/>
                    <a:pt x="233" y="48"/>
                    <a:pt x="234" y="49"/>
                  </a:cubicBezTo>
                  <a:cubicBezTo>
                    <a:pt x="235" y="49"/>
                    <a:pt x="236" y="51"/>
                    <a:pt x="236" y="52"/>
                  </a:cubicBezTo>
                  <a:cubicBezTo>
                    <a:pt x="235" y="53"/>
                    <a:pt x="234" y="54"/>
                    <a:pt x="235" y="54"/>
                  </a:cubicBezTo>
                  <a:cubicBezTo>
                    <a:pt x="235" y="55"/>
                    <a:pt x="237" y="55"/>
                    <a:pt x="238" y="54"/>
                  </a:cubicBezTo>
                  <a:cubicBezTo>
                    <a:pt x="238" y="54"/>
                    <a:pt x="238" y="52"/>
                    <a:pt x="239" y="51"/>
                  </a:cubicBezTo>
                  <a:cubicBezTo>
                    <a:pt x="240" y="51"/>
                    <a:pt x="243" y="51"/>
                    <a:pt x="245" y="51"/>
                  </a:cubicBezTo>
                  <a:cubicBezTo>
                    <a:pt x="246" y="51"/>
                    <a:pt x="249" y="52"/>
                    <a:pt x="250" y="53"/>
                  </a:cubicBezTo>
                  <a:cubicBezTo>
                    <a:pt x="250" y="54"/>
                    <a:pt x="251" y="56"/>
                    <a:pt x="251" y="57"/>
                  </a:cubicBezTo>
                  <a:cubicBezTo>
                    <a:pt x="250" y="57"/>
                    <a:pt x="250" y="58"/>
                    <a:pt x="249" y="58"/>
                  </a:cubicBezTo>
                  <a:cubicBezTo>
                    <a:pt x="248" y="59"/>
                    <a:pt x="245" y="57"/>
                    <a:pt x="244" y="57"/>
                  </a:cubicBezTo>
                  <a:cubicBezTo>
                    <a:pt x="242" y="57"/>
                    <a:pt x="240" y="60"/>
                    <a:pt x="240" y="61"/>
                  </a:cubicBezTo>
                  <a:cubicBezTo>
                    <a:pt x="239" y="62"/>
                    <a:pt x="240" y="65"/>
                    <a:pt x="239" y="66"/>
                  </a:cubicBezTo>
                  <a:cubicBezTo>
                    <a:pt x="239" y="66"/>
                    <a:pt x="238" y="67"/>
                    <a:pt x="238" y="68"/>
                  </a:cubicBezTo>
                  <a:cubicBezTo>
                    <a:pt x="238" y="69"/>
                    <a:pt x="239" y="71"/>
                    <a:pt x="238" y="71"/>
                  </a:cubicBezTo>
                  <a:cubicBezTo>
                    <a:pt x="237" y="72"/>
                    <a:pt x="236" y="71"/>
                    <a:pt x="235" y="70"/>
                  </a:cubicBezTo>
                  <a:cubicBezTo>
                    <a:pt x="233" y="70"/>
                    <a:pt x="229" y="69"/>
                    <a:pt x="228" y="71"/>
                  </a:cubicBezTo>
                  <a:cubicBezTo>
                    <a:pt x="227" y="71"/>
                    <a:pt x="227" y="74"/>
                    <a:pt x="227" y="75"/>
                  </a:cubicBezTo>
                  <a:cubicBezTo>
                    <a:pt x="228" y="75"/>
                    <a:pt x="231" y="74"/>
                    <a:pt x="232" y="74"/>
                  </a:cubicBezTo>
                  <a:cubicBezTo>
                    <a:pt x="234" y="75"/>
                    <a:pt x="237" y="77"/>
                    <a:pt x="238" y="77"/>
                  </a:cubicBezTo>
                  <a:cubicBezTo>
                    <a:pt x="240" y="76"/>
                    <a:pt x="241" y="75"/>
                    <a:pt x="242" y="74"/>
                  </a:cubicBezTo>
                  <a:cubicBezTo>
                    <a:pt x="244" y="74"/>
                    <a:pt x="247" y="72"/>
                    <a:pt x="248" y="73"/>
                  </a:cubicBezTo>
                  <a:cubicBezTo>
                    <a:pt x="248" y="74"/>
                    <a:pt x="248" y="76"/>
                    <a:pt x="248" y="76"/>
                  </a:cubicBezTo>
                  <a:cubicBezTo>
                    <a:pt x="248" y="77"/>
                    <a:pt x="247" y="78"/>
                    <a:pt x="247" y="78"/>
                  </a:cubicBezTo>
                  <a:cubicBezTo>
                    <a:pt x="248" y="79"/>
                    <a:pt x="249" y="82"/>
                    <a:pt x="251" y="83"/>
                  </a:cubicBezTo>
                  <a:cubicBezTo>
                    <a:pt x="252" y="84"/>
                    <a:pt x="254" y="83"/>
                    <a:pt x="255" y="83"/>
                  </a:cubicBezTo>
                  <a:cubicBezTo>
                    <a:pt x="256" y="84"/>
                    <a:pt x="257" y="86"/>
                    <a:pt x="258" y="87"/>
                  </a:cubicBezTo>
                  <a:cubicBezTo>
                    <a:pt x="259" y="87"/>
                    <a:pt x="261" y="87"/>
                    <a:pt x="262" y="87"/>
                  </a:cubicBezTo>
                  <a:cubicBezTo>
                    <a:pt x="263" y="88"/>
                    <a:pt x="265" y="89"/>
                    <a:pt x="265" y="90"/>
                  </a:cubicBezTo>
                  <a:cubicBezTo>
                    <a:pt x="265" y="91"/>
                    <a:pt x="264" y="92"/>
                    <a:pt x="263" y="92"/>
                  </a:cubicBezTo>
                  <a:cubicBezTo>
                    <a:pt x="262" y="92"/>
                    <a:pt x="260" y="91"/>
                    <a:pt x="259" y="91"/>
                  </a:cubicBezTo>
                  <a:cubicBezTo>
                    <a:pt x="259" y="91"/>
                    <a:pt x="258" y="92"/>
                    <a:pt x="258" y="93"/>
                  </a:cubicBezTo>
                  <a:cubicBezTo>
                    <a:pt x="258" y="93"/>
                    <a:pt x="259" y="94"/>
                    <a:pt x="259" y="95"/>
                  </a:cubicBezTo>
                  <a:cubicBezTo>
                    <a:pt x="259" y="95"/>
                    <a:pt x="259" y="97"/>
                    <a:pt x="258" y="97"/>
                  </a:cubicBezTo>
                  <a:cubicBezTo>
                    <a:pt x="258" y="97"/>
                    <a:pt x="256" y="97"/>
                    <a:pt x="256" y="97"/>
                  </a:cubicBezTo>
                  <a:cubicBezTo>
                    <a:pt x="255" y="97"/>
                    <a:pt x="255" y="95"/>
                    <a:pt x="254" y="95"/>
                  </a:cubicBezTo>
                  <a:cubicBezTo>
                    <a:pt x="253" y="95"/>
                    <a:pt x="253" y="96"/>
                    <a:pt x="253" y="97"/>
                  </a:cubicBezTo>
                  <a:cubicBezTo>
                    <a:pt x="252" y="98"/>
                    <a:pt x="252" y="100"/>
                    <a:pt x="253" y="101"/>
                  </a:cubicBezTo>
                  <a:cubicBezTo>
                    <a:pt x="254" y="102"/>
                    <a:pt x="258" y="102"/>
                    <a:pt x="259" y="103"/>
                  </a:cubicBezTo>
                  <a:cubicBezTo>
                    <a:pt x="260" y="104"/>
                    <a:pt x="263" y="108"/>
                    <a:pt x="263" y="109"/>
                  </a:cubicBezTo>
                  <a:cubicBezTo>
                    <a:pt x="263" y="111"/>
                    <a:pt x="262" y="114"/>
                    <a:pt x="262" y="116"/>
                  </a:cubicBezTo>
                  <a:cubicBezTo>
                    <a:pt x="262" y="117"/>
                    <a:pt x="263" y="120"/>
                    <a:pt x="264" y="121"/>
                  </a:cubicBezTo>
                  <a:cubicBezTo>
                    <a:pt x="265" y="122"/>
                    <a:pt x="267" y="122"/>
                    <a:pt x="267" y="123"/>
                  </a:cubicBezTo>
                  <a:cubicBezTo>
                    <a:pt x="268" y="124"/>
                    <a:pt x="268" y="126"/>
                    <a:pt x="268" y="127"/>
                  </a:cubicBezTo>
                  <a:cubicBezTo>
                    <a:pt x="268" y="128"/>
                    <a:pt x="267" y="130"/>
                    <a:pt x="267" y="131"/>
                  </a:cubicBezTo>
                  <a:cubicBezTo>
                    <a:pt x="267" y="132"/>
                    <a:pt x="266" y="133"/>
                    <a:pt x="266" y="134"/>
                  </a:cubicBezTo>
                  <a:cubicBezTo>
                    <a:pt x="265" y="135"/>
                    <a:pt x="265" y="138"/>
                    <a:pt x="265" y="139"/>
                  </a:cubicBezTo>
                  <a:cubicBezTo>
                    <a:pt x="266" y="141"/>
                    <a:pt x="268" y="144"/>
                    <a:pt x="269" y="146"/>
                  </a:cubicBezTo>
                  <a:cubicBezTo>
                    <a:pt x="270" y="148"/>
                    <a:pt x="274" y="150"/>
                    <a:pt x="275" y="152"/>
                  </a:cubicBezTo>
                  <a:cubicBezTo>
                    <a:pt x="275" y="152"/>
                    <a:pt x="274" y="154"/>
                    <a:pt x="275" y="155"/>
                  </a:cubicBezTo>
                  <a:cubicBezTo>
                    <a:pt x="275" y="156"/>
                    <a:pt x="278" y="157"/>
                    <a:pt x="279" y="158"/>
                  </a:cubicBezTo>
                  <a:cubicBezTo>
                    <a:pt x="280" y="158"/>
                    <a:pt x="280" y="160"/>
                    <a:pt x="280" y="161"/>
                  </a:cubicBezTo>
                  <a:cubicBezTo>
                    <a:pt x="280" y="162"/>
                    <a:pt x="278" y="164"/>
                    <a:pt x="277" y="165"/>
                  </a:cubicBezTo>
                  <a:cubicBezTo>
                    <a:pt x="276" y="168"/>
                    <a:pt x="276" y="173"/>
                    <a:pt x="275" y="176"/>
                  </a:cubicBezTo>
                  <a:cubicBezTo>
                    <a:pt x="274" y="177"/>
                    <a:pt x="272" y="178"/>
                    <a:pt x="271" y="179"/>
                  </a:cubicBezTo>
                  <a:cubicBezTo>
                    <a:pt x="270" y="181"/>
                    <a:pt x="272" y="185"/>
                    <a:pt x="271" y="187"/>
                  </a:cubicBezTo>
                  <a:cubicBezTo>
                    <a:pt x="271" y="189"/>
                    <a:pt x="268" y="191"/>
                    <a:pt x="267" y="191"/>
                  </a:cubicBezTo>
                  <a:cubicBezTo>
                    <a:pt x="266" y="192"/>
                    <a:pt x="265" y="192"/>
                    <a:pt x="264" y="192"/>
                  </a:cubicBezTo>
                  <a:cubicBezTo>
                    <a:pt x="261" y="193"/>
                    <a:pt x="256" y="196"/>
                    <a:pt x="255" y="198"/>
                  </a:cubicBezTo>
                  <a:cubicBezTo>
                    <a:pt x="254" y="199"/>
                    <a:pt x="253" y="202"/>
                    <a:pt x="252" y="204"/>
                  </a:cubicBezTo>
                  <a:cubicBezTo>
                    <a:pt x="251" y="206"/>
                    <a:pt x="248" y="209"/>
                    <a:pt x="247" y="211"/>
                  </a:cubicBezTo>
                  <a:cubicBezTo>
                    <a:pt x="246" y="214"/>
                    <a:pt x="245" y="219"/>
                    <a:pt x="245" y="222"/>
                  </a:cubicBezTo>
                  <a:cubicBezTo>
                    <a:pt x="245" y="225"/>
                    <a:pt x="248" y="230"/>
                    <a:pt x="249" y="233"/>
                  </a:cubicBezTo>
                  <a:cubicBezTo>
                    <a:pt x="249" y="236"/>
                    <a:pt x="250" y="242"/>
                    <a:pt x="252" y="244"/>
                  </a:cubicBezTo>
                  <a:cubicBezTo>
                    <a:pt x="253" y="247"/>
                    <a:pt x="260" y="249"/>
                    <a:pt x="261" y="252"/>
                  </a:cubicBezTo>
                  <a:cubicBezTo>
                    <a:pt x="262" y="254"/>
                    <a:pt x="263" y="258"/>
                    <a:pt x="262" y="260"/>
                  </a:cubicBezTo>
                  <a:cubicBezTo>
                    <a:pt x="262" y="261"/>
                    <a:pt x="260" y="262"/>
                    <a:pt x="260" y="263"/>
                  </a:cubicBezTo>
                  <a:cubicBezTo>
                    <a:pt x="260" y="264"/>
                    <a:pt x="260" y="267"/>
                    <a:pt x="259" y="268"/>
                  </a:cubicBezTo>
                  <a:cubicBezTo>
                    <a:pt x="258" y="270"/>
                    <a:pt x="255" y="273"/>
                    <a:pt x="255" y="275"/>
                  </a:cubicBezTo>
                  <a:cubicBezTo>
                    <a:pt x="254" y="276"/>
                    <a:pt x="254" y="279"/>
                    <a:pt x="254" y="280"/>
                  </a:cubicBezTo>
                  <a:cubicBezTo>
                    <a:pt x="255" y="281"/>
                    <a:pt x="257" y="283"/>
                    <a:pt x="258" y="284"/>
                  </a:cubicBezTo>
                  <a:cubicBezTo>
                    <a:pt x="258" y="285"/>
                    <a:pt x="259" y="288"/>
                    <a:pt x="259" y="290"/>
                  </a:cubicBezTo>
                  <a:cubicBezTo>
                    <a:pt x="258" y="291"/>
                    <a:pt x="255" y="292"/>
                    <a:pt x="255" y="293"/>
                  </a:cubicBezTo>
                  <a:cubicBezTo>
                    <a:pt x="254" y="293"/>
                    <a:pt x="255" y="295"/>
                    <a:pt x="255" y="296"/>
                  </a:cubicBezTo>
                  <a:cubicBezTo>
                    <a:pt x="255" y="297"/>
                    <a:pt x="257" y="299"/>
                    <a:pt x="257" y="300"/>
                  </a:cubicBezTo>
                  <a:cubicBezTo>
                    <a:pt x="257" y="302"/>
                    <a:pt x="257" y="307"/>
                    <a:pt x="256" y="309"/>
                  </a:cubicBezTo>
                  <a:cubicBezTo>
                    <a:pt x="256" y="311"/>
                    <a:pt x="254" y="313"/>
                    <a:pt x="253" y="315"/>
                  </a:cubicBezTo>
                  <a:cubicBezTo>
                    <a:pt x="253" y="316"/>
                    <a:pt x="252" y="319"/>
                    <a:pt x="252" y="321"/>
                  </a:cubicBezTo>
                  <a:cubicBezTo>
                    <a:pt x="253" y="323"/>
                    <a:pt x="254" y="327"/>
                    <a:pt x="255" y="329"/>
                  </a:cubicBezTo>
                  <a:cubicBezTo>
                    <a:pt x="255" y="330"/>
                    <a:pt x="255" y="333"/>
                    <a:pt x="254" y="334"/>
                  </a:cubicBezTo>
                  <a:cubicBezTo>
                    <a:pt x="254" y="336"/>
                    <a:pt x="252" y="338"/>
                    <a:pt x="251" y="339"/>
                  </a:cubicBezTo>
                  <a:cubicBezTo>
                    <a:pt x="251" y="340"/>
                    <a:pt x="251" y="342"/>
                    <a:pt x="251" y="343"/>
                  </a:cubicBezTo>
                  <a:cubicBezTo>
                    <a:pt x="251" y="344"/>
                    <a:pt x="250" y="345"/>
                    <a:pt x="250" y="346"/>
                  </a:cubicBezTo>
                  <a:cubicBezTo>
                    <a:pt x="249" y="349"/>
                    <a:pt x="250" y="354"/>
                    <a:pt x="250" y="356"/>
                  </a:cubicBezTo>
                  <a:cubicBezTo>
                    <a:pt x="250" y="360"/>
                    <a:pt x="249" y="366"/>
                    <a:pt x="249" y="369"/>
                  </a:cubicBezTo>
                  <a:cubicBezTo>
                    <a:pt x="248" y="372"/>
                    <a:pt x="244" y="376"/>
                    <a:pt x="245" y="379"/>
                  </a:cubicBezTo>
                  <a:cubicBezTo>
                    <a:pt x="245" y="381"/>
                    <a:pt x="247" y="383"/>
                    <a:pt x="247" y="385"/>
                  </a:cubicBezTo>
                  <a:cubicBezTo>
                    <a:pt x="248" y="388"/>
                    <a:pt x="247" y="394"/>
                    <a:pt x="246" y="397"/>
                  </a:cubicBezTo>
                  <a:cubicBezTo>
                    <a:pt x="245" y="399"/>
                    <a:pt x="243" y="403"/>
                    <a:pt x="242" y="405"/>
                  </a:cubicBezTo>
                  <a:cubicBezTo>
                    <a:pt x="242" y="406"/>
                    <a:pt x="242" y="410"/>
                    <a:pt x="241" y="411"/>
                  </a:cubicBezTo>
                  <a:cubicBezTo>
                    <a:pt x="240" y="411"/>
                    <a:pt x="239" y="411"/>
                    <a:pt x="239" y="411"/>
                  </a:cubicBezTo>
                  <a:cubicBezTo>
                    <a:pt x="238" y="412"/>
                    <a:pt x="238" y="414"/>
                    <a:pt x="238" y="415"/>
                  </a:cubicBezTo>
                  <a:cubicBezTo>
                    <a:pt x="239" y="416"/>
                    <a:pt x="241" y="416"/>
                    <a:pt x="242" y="417"/>
                  </a:cubicBezTo>
                  <a:cubicBezTo>
                    <a:pt x="242" y="418"/>
                    <a:pt x="242" y="421"/>
                    <a:pt x="243" y="422"/>
                  </a:cubicBezTo>
                  <a:cubicBezTo>
                    <a:pt x="244" y="423"/>
                    <a:pt x="247" y="423"/>
                    <a:pt x="247" y="424"/>
                  </a:cubicBezTo>
                  <a:cubicBezTo>
                    <a:pt x="247" y="425"/>
                    <a:pt x="245" y="426"/>
                    <a:pt x="244" y="426"/>
                  </a:cubicBezTo>
                  <a:cubicBezTo>
                    <a:pt x="243" y="427"/>
                    <a:pt x="242" y="426"/>
                    <a:pt x="241" y="426"/>
                  </a:cubicBezTo>
                  <a:cubicBezTo>
                    <a:pt x="240" y="427"/>
                    <a:pt x="239" y="429"/>
                    <a:pt x="238" y="430"/>
                  </a:cubicBezTo>
                  <a:cubicBezTo>
                    <a:pt x="238" y="431"/>
                    <a:pt x="238" y="434"/>
                    <a:pt x="237" y="435"/>
                  </a:cubicBezTo>
                  <a:cubicBezTo>
                    <a:pt x="237" y="437"/>
                    <a:pt x="235" y="441"/>
                    <a:pt x="235" y="444"/>
                  </a:cubicBezTo>
                  <a:cubicBezTo>
                    <a:pt x="235" y="445"/>
                    <a:pt x="237" y="448"/>
                    <a:pt x="237" y="449"/>
                  </a:cubicBezTo>
                  <a:cubicBezTo>
                    <a:pt x="237" y="451"/>
                    <a:pt x="236" y="453"/>
                    <a:pt x="236" y="454"/>
                  </a:cubicBezTo>
                  <a:cubicBezTo>
                    <a:pt x="235" y="455"/>
                    <a:pt x="236" y="458"/>
                    <a:pt x="235" y="459"/>
                  </a:cubicBezTo>
                  <a:cubicBezTo>
                    <a:pt x="234" y="460"/>
                    <a:pt x="231" y="458"/>
                    <a:pt x="230" y="459"/>
                  </a:cubicBezTo>
                  <a:cubicBezTo>
                    <a:pt x="230" y="460"/>
                    <a:pt x="230" y="462"/>
                    <a:pt x="230" y="463"/>
                  </a:cubicBezTo>
                  <a:cubicBezTo>
                    <a:pt x="230" y="464"/>
                    <a:pt x="231" y="466"/>
                    <a:pt x="230" y="467"/>
                  </a:cubicBezTo>
                  <a:cubicBezTo>
                    <a:pt x="229" y="467"/>
                    <a:pt x="227" y="467"/>
                    <a:pt x="226" y="467"/>
                  </a:cubicBezTo>
                  <a:cubicBezTo>
                    <a:pt x="226" y="466"/>
                    <a:pt x="225" y="465"/>
                    <a:pt x="225" y="464"/>
                  </a:cubicBezTo>
                  <a:cubicBezTo>
                    <a:pt x="224" y="463"/>
                    <a:pt x="225" y="461"/>
                    <a:pt x="224" y="461"/>
                  </a:cubicBezTo>
                  <a:cubicBezTo>
                    <a:pt x="223" y="460"/>
                    <a:pt x="221" y="462"/>
                    <a:pt x="219" y="462"/>
                  </a:cubicBezTo>
                  <a:cubicBezTo>
                    <a:pt x="218" y="462"/>
                    <a:pt x="215" y="462"/>
                    <a:pt x="213" y="461"/>
                  </a:cubicBezTo>
                  <a:cubicBezTo>
                    <a:pt x="213" y="461"/>
                    <a:pt x="212" y="460"/>
                    <a:pt x="212" y="459"/>
                  </a:cubicBezTo>
                  <a:cubicBezTo>
                    <a:pt x="211" y="459"/>
                    <a:pt x="208" y="460"/>
                    <a:pt x="207" y="460"/>
                  </a:cubicBezTo>
                  <a:cubicBezTo>
                    <a:pt x="206" y="459"/>
                    <a:pt x="205" y="457"/>
                    <a:pt x="205" y="456"/>
                  </a:cubicBezTo>
                  <a:cubicBezTo>
                    <a:pt x="204" y="455"/>
                    <a:pt x="203" y="454"/>
                    <a:pt x="202" y="454"/>
                  </a:cubicBezTo>
                  <a:cubicBezTo>
                    <a:pt x="201" y="453"/>
                    <a:pt x="198" y="453"/>
                    <a:pt x="197" y="453"/>
                  </a:cubicBezTo>
                  <a:cubicBezTo>
                    <a:pt x="196" y="452"/>
                    <a:pt x="195" y="449"/>
                    <a:pt x="195" y="448"/>
                  </a:cubicBezTo>
                  <a:cubicBezTo>
                    <a:pt x="194" y="447"/>
                    <a:pt x="195" y="445"/>
                    <a:pt x="194" y="444"/>
                  </a:cubicBezTo>
                  <a:cubicBezTo>
                    <a:pt x="193" y="442"/>
                    <a:pt x="189" y="441"/>
                    <a:pt x="186" y="440"/>
                  </a:cubicBezTo>
                  <a:cubicBezTo>
                    <a:pt x="185" y="440"/>
                    <a:pt x="182" y="440"/>
                    <a:pt x="180" y="440"/>
                  </a:cubicBezTo>
                  <a:cubicBezTo>
                    <a:pt x="178" y="440"/>
                    <a:pt x="176" y="441"/>
                    <a:pt x="174" y="442"/>
                  </a:cubicBezTo>
                  <a:cubicBezTo>
                    <a:pt x="173" y="442"/>
                    <a:pt x="171" y="442"/>
                    <a:pt x="170" y="442"/>
                  </a:cubicBezTo>
                  <a:cubicBezTo>
                    <a:pt x="170" y="443"/>
                    <a:pt x="170" y="445"/>
                    <a:pt x="170" y="446"/>
                  </a:cubicBezTo>
                  <a:cubicBezTo>
                    <a:pt x="169" y="446"/>
                    <a:pt x="168" y="447"/>
                    <a:pt x="167" y="447"/>
                  </a:cubicBezTo>
                  <a:cubicBezTo>
                    <a:pt x="166" y="447"/>
                    <a:pt x="164" y="445"/>
                    <a:pt x="163" y="445"/>
                  </a:cubicBezTo>
                  <a:cubicBezTo>
                    <a:pt x="162" y="445"/>
                    <a:pt x="161" y="446"/>
                    <a:pt x="160" y="446"/>
                  </a:cubicBezTo>
                  <a:cubicBezTo>
                    <a:pt x="159" y="446"/>
                    <a:pt x="157" y="446"/>
                    <a:pt x="156" y="446"/>
                  </a:cubicBezTo>
                  <a:cubicBezTo>
                    <a:pt x="155" y="446"/>
                    <a:pt x="152" y="447"/>
                    <a:pt x="151" y="447"/>
                  </a:cubicBezTo>
                  <a:cubicBezTo>
                    <a:pt x="150" y="448"/>
                    <a:pt x="149" y="450"/>
                    <a:pt x="148" y="451"/>
                  </a:cubicBezTo>
                  <a:cubicBezTo>
                    <a:pt x="146" y="452"/>
                    <a:pt x="143" y="454"/>
                    <a:pt x="142" y="456"/>
                  </a:cubicBezTo>
                  <a:cubicBezTo>
                    <a:pt x="141" y="458"/>
                    <a:pt x="140" y="461"/>
                    <a:pt x="140" y="463"/>
                  </a:cubicBezTo>
                  <a:cubicBezTo>
                    <a:pt x="140" y="465"/>
                    <a:pt x="141" y="469"/>
                    <a:pt x="142" y="470"/>
                  </a:cubicBezTo>
                  <a:cubicBezTo>
                    <a:pt x="143" y="471"/>
                    <a:pt x="146" y="472"/>
                    <a:pt x="146" y="473"/>
                  </a:cubicBezTo>
                  <a:cubicBezTo>
                    <a:pt x="147" y="474"/>
                    <a:pt x="149" y="477"/>
                    <a:pt x="148" y="479"/>
                  </a:cubicBezTo>
                  <a:cubicBezTo>
                    <a:pt x="148" y="480"/>
                    <a:pt x="144" y="480"/>
                    <a:pt x="143" y="481"/>
                  </a:cubicBezTo>
                  <a:cubicBezTo>
                    <a:pt x="143" y="482"/>
                    <a:pt x="142" y="484"/>
                    <a:pt x="142" y="484"/>
                  </a:cubicBezTo>
                  <a:cubicBezTo>
                    <a:pt x="142" y="485"/>
                    <a:pt x="143" y="487"/>
                    <a:pt x="144" y="488"/>
                  </a:cubicBezTo>
                  <a:cubicBezTo>
                    <a:pt x="144" y="489"/>
                    <a:pt x="145" y="492"/>
                    <a:pt x="144" y="493"/>
                  </a:cubicBezTo>
                  <a:cubicBezTo>
                    <a:pt x="144" y="494"/>
                    <a:pt x="142" y="493"/>
                    <a:pt x="142" y="493"/>
                  </a:cubicBezTo>
                  <a:cubicBezTo>
                    <a:pt x="141" y="493"/>
                    <a:pt x="140" y="492"/>
                    <a:pt x="139" y="492"/>
                  </a:cubicBezTo>
                  <a:cubicBezTo>
                    <a:pt x="138" y="493"/>
                    <a:pt x="138" y="495"/>
                    <a:pt x="137" y="495"/>
                  </a:cubicBezTo>
                  <a:cubicBezTo>
                    <a:pt x="136" y="496"/>
                    <a:pt x="132" y="497"/>
                    <a:pt x="130" y="498"/>
                  </a:cubicBezTo>
                  <a:cubicBezTo>
                    <a:pt x="129" y="499"/>
                    <a:pt x="127" y="503"/>
                    <a:pt x="126" y="505"/>
                  </a:cubicBezTo>
                  <a:cubicBezTo>
                    <a:pt x="125" y="506"/>
                    <a:pt x="124" y="508"/>
                    <a:pt x="123" y="509"/>
                  </a:cubicBezTo>
                  <a:cubicBezTo>
                    <a:pt x="123" y="509"/>
                    <a:pt x="121" y="509"/>
                    <a:pt x="120" y="509"/>
                  </a:cubicBezTo>
                  <a:cubicBezTo>
                    <a:pt x="120" y="510"/>
                    <a:pt x="118" y="510"/>
                    <a:pt x="118" y="511"/>
                  </a:cubicBezTo>
                  <a:cubicBezTo>
                    <a:pt x="117" y="511"/>
                    <a:pt x="117" y="513"/>
                    <a:pt x="116" y="5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38"/>
            <p:cNvSpPr>
              <a:spLocks/>
            </p:cNvSpPr>
            <p:nvPr/>
          </p:nvSpPr>
          <p:spPr bwMode="auto">
            <a:xfrm>
              <a:off x="5484813" y="3975100"/>
              <a:ext cx="39687" cy="63500"/>
            </a:xfrm>
            <a:custGeom>
              <a:avLst/>
              <a:gdLst/>
              <a:ahLst/>
              <a:cxnLst>
                <a:cxn ang="0">
                  <a:pos x="22" y="16"/>
                </a:cxn>
                <a:cxn ang="0">
                  <a:pos x="19" y="15"/>
                </a:cxn>
                <a:cxn ang="0">
                  <a:pos x="22" y="11"/>
                </a:cxn>
                <a:cxn ang="0">
                  <a:pos x="20" y="7"/>
                </a:cxn>
                <a:cxn ang="0">
                  <a:pos x="17" y="5"/>
                </a:cxn>
                <a:cxn ang="0">
                  <a:pos x="16" y="1"/>
                </a:cxn>
                <a:cxn ang="0">
                  <a:pos x="10" y="0"/>
                </a:cxn>
                <a:cxn ang="0">
                  <a:pos x="5" y="0"/>
                </a:cxn>
                <a:cxn ang="0">
                  <a:pos x="2" y="2"/>
                </a:cxn>
                <a:cxn ang="0">
                  <a:pos x="2" y="4"/>
                </a:cxn>
                <a:cxn ang="0">
                  <a:pos x="4" y="6"/>
                </a:cxn>
                <a:cxn ang="0">
                  <a:pos x="3" y="8"/>
                </a:cxn>
                <a:cxn ang="0">
                  <a:pos x="1" y="8"/>
                </a:cxn>
                <a:cxn ang="0">
                  <a:pos x="2" y="13"/>
                </a:cxn>
                <a:cxn ang="0">
                  <a:pos x="5" y="15"/>
                </a:cxn>
                <a:cxn ang="0">
                  <a:pos x="5" y="19"/>
                </a:cxn>
                <a:cxn ang="0">
                  <a:pos x="7" y="22"/>
                </a:cxn>
                <a:cxn ang="0">
                  <a:pos x="7" y="26"/>
                </a:cxn>
                <a:cxn ang="0">
                  <a:pos x="9" y="29"/>
                </a:cxn>
                <a:cxn ang="0">
                  <a:pos x="9" y="32"/>
                </a:cxn>
                <a:cxn ang="0">
                  <a:pos x="11" y="36"/>
                </a:cxn>
                <a:cxn ang="0">
                  <a:pos x="13" y="35"/>
                </a:cxn>
                <a:cxn ang="0">
                  <a:pos x="18" y="35"/>
                </a:cxn>
                <a:cxn ang="0">
                  <a:pos x="19" y="31"/>
                </a:cxn>
                <a:cxn ang="0">
                  <a:pos x="19" y="25"/>
                </a:cxn>
                <a:cxn ang="0">
                  <a:pos x="20" y="20"/>
                </a:cxn>
                <a:cxn ang="0">
                  <a:pos x="22" y="16"/>
                </a:cxn>
              </a:cxnLst>
              <a:rect l="0" t="0" r="r" b="b"/>
              <a:pathLst>
                <a:path w="22" h="36">
                  <a:moveTo>
                    <a:pt x="22" y="16"/>
                  </a:moveTo>
                  <a:cubicBezTo>
                    <a:pt x="21" y="15"/>
                    <a:pt x="19" y="15"/>
                    <a:pt x="19" y="15"/>
                  </a:cubicBezTo>
                  <a:cubicBezTo>
                    <a:pt x="19" y="14"/>
                    <a:pt x="22" y="12"/>
                    <a:pt x="22" y="11"/>
                  </a:cubicBezTo>
                  <a:cubicBezTo>
                    <a:pt x="22" y="10"/>
                    <a:pt x="21" y="8"/>
                    <a:pt x="20" y="7"/>
                  </a:cubicBezTo>
                  <a:cubicBezTo>
                    <a:pt x="20" y="7"/>
                    <a:pt x="17" y="5"/>
                    <a:pt x="17" y="5"/>
                  </a:cubicBezTo>
                  <a:cubicBezTo>
                    <a:pt x="16" y="4"/>
                    <a:pt x="16" y="2"/>
                    <a:pt x="16" y="1"/>
                  </a:cubicBezTo>
                  <a:cubicBezTo>
                    <a:pt x="15" y="0"/>
                    <a:pt x="11" y="0"/>
                    <a:pt x="10" y="0"/>
                  </a:cubicBezTo>
                  <a:cubicBezTo>
                    <a:pt x="8" y="0"/>
                    <a:pt x="6" y="0"/>
                    <a:pt x="5" y="0"/>
                  </a:cubicBezTo>
                  <a:cubicBezTo>
                    <a:pt x="4" y="0"/>
                    <a:pt x="3" y="1"/>
                    <a:pt x="2" y="2"/>
                  </a:cubicBezTo>
                  <a:cubicBezTo>
                    <a:pt x="2" y="2"/>
                    <a:pt x="2" y="4"/>
                    <a:pt x="2" y="4"/>
                  </a:cubicBezTo>
                  <a:cubicBezTo>
                    <a:pt x="2" y="5"/>
                    <a:pt x="3" y="5"/>
                    <a:pt x="4" y="6"/>
                  </a:cubicBezTo>
                  <a:cubicBezTo>
                    <a:pt x="4" y="6"/>
                    <a:pt x="3" y="7"/>
                    <a:pt x="3" y="8"/>
                  </a:cubicBezTo>
                  <a:cubicBezTo>
                    <a:pt x="2" y="8"/>
                    <a:pt x="1" y="8"/>
                    <a:pt x="1" y="8"/>
                  </a:cubicBezTo>
                  <a:cubicBezTo>
                    <a:pt x="0" y="9"/>
                    <a:pt x="2" y="12"/>
                    <a:pt x="2" y="13"/>
                  </a:cubicBezTo>
                  <a:cubicBezTo>
                    <a:pt x="3" y="14"/>
                    <a:pt x="4" y="14"/>
                    <a:pt x="5" y="15"/>
                  </a:cubicBezTo>
                  <a:cubicBezTo>
                    <a:pt x="5" y="16"/>
                    <a:pt x="5" y="18"/>
                    <a:pt x="5" y="19"/>
                  </a:cubicBezTo>
                  <a:cubicBezTo>
                    <a:pt x="5" y="20"/>
                    <a:pt x="7" y="21"/>
                    <a:pt x="7" y="22"/>
                  </a:cubicBezTo>
                  <a:cubicBezTo>
                    <a:pt x="8" y="23"/>
                    <a:pt x="7" y="25"/>
                    <a:pt x="7" y="26"/>
                  </a:cubicBezTo>
                  <a:cubicBezTo>
                    <a:pt x="8" y="27"/>
                    <a:pt x="9" y="28"/>
                    <a:pt x="9" y="29"/>
                  </a:cubicBezTo>
                  <a:cubicBezTo>
                    <a:pt x="9" y="29"/>
                    <a:pt x="9" y="31"/>
                    <a:pt x="9" y="32"/>
                  </a:cubicBezTo>
                  <a:cubicBezTo>
                    <a:pt x="9" y="33"/>
                    <a:pt x="10" y="35"/>
                    <a:pt x="11" y="36"/>
                  </a:cubicBezTo>
                  <a:cubicBezTo>
                    <a:pt x="12" y="36"/>
                    <a:pt x="13" y="35"/>
                    <a:pt x="13" y="35"/>
                  </a:cubicBezTo>
                  <a:cubicBezTo>
                    <a:pt x="14" y="34"/>
                    <a:pt x="17" y="35"/>
                    <a:pt x="18" y="35"/>
                  </a:cubicBezTo>
                  <a:cubicBezTo>
                    <a:pt x="19" y="34"/>
                    <a:pt x="19" y="32"/>
                    <a:pt x="19" y="31"/>
                  </a:cubicBezTo>
                  <a:cubicBezTo>
                    <a:pt x="19" y="29"/>
                    <a:pt x="19" y="26"/>
                    <a:pt x="19" y="25"/>
                  </a:cubicBezTo>
                  <a:cubicBezTo>
                    <a:pt x="19" y="24"/>
                    <a:pt x="20" y="21"/>
                    <a:pt x="20" y="20"/>
                  </a:cubicBezTo>
                  <a:cubicBezTo>
                    <a:pt x="20" y="19"/>
                    <a:pt x="22" y="17"/>
                    <a:pt x="22"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39"/>
            <p:cNvSpPr>
              <a:spLocks/>
            </p:cNvSpPr>
            <p:nvPr/>
          </p:nvSpPr>
          <p:spPr bwMode="auto">
            <a:xfrm>
              <a:off x="5448300" y="3944938"/>
              <a:ext cx="30162" cy="42863"/>
            </a:xfrm>
            <a:custGeom>
              <a:avLst/>
              <a:gdLst/>
              <a:ahLst/>
              <a:cxnLst>
                <a:cxn ang="0">
                  <a:pos x="17" y="12"/>
                </a:cxn>
                <a:cxn ang="0">
                  <a:pos x="16" y="7"/>
                </a:cxn>
                <a:cxn ang="0">
                  <a:pos x="16" y="1"/>
                </a:cxn>
                <a:cxn ang="0">
                  <a:pos x="10" y="0"/>
                </a:cxn>
                <a:cxn ang="0">
                  <a:pos x="8" y="2"/>
                </a:cxn>
                <a:cxn ang="0">
                  <a:pos x="6" y="5"/>
                </a:cxn>
                <a:cxn ang="0">
                  <a:pos x="3" y="5"/>
                </a:cxn>
                <a:cxn ang="0">
                  <a:pos x="1" y="9"/>
                </a:cxn>
                <a:cxn ang="0">
                  <a:pos x="1" y="11"/>
                </a:cxn>
                <a:cxn ang="0">
                  <a:pos x="4" y="12"/>
                </a:cxn>
                <a:cxn ang="0">
                  <a:pos x="4" y="16"/>
                </a:cxn>
                <a:cxn ang="0">
                  <a:pos x="5" y="19"/>
                </a:cxn>
                <a:cxn ang="0">
                  <a:pos x="8" y="20"/>
                </a:cxn>
                <a:cxn ang="0">
                  <a:pos x="12" y="24"/>
                </a:cxn>
                <a:cxn ang="0">
                  <a:pos x="14" y="20"/>
                </a:cxn>
                <a:cxn ang="0">
                  <a:pos x="17" y="18"/>
                </a:cxn>
                <a:cxn ang="0">
                  <a:pos x="16" y="14"/>
                </a:cxn>
                <a:cxn ang="0">
                  <a:pos x="17" y="12"/>
                </a:cxn>
              </a:cxnLst>
              <a:rect l="0" t="0" r="r" b="b"/>
              <a:pathLst>
                <a:path w="17" h="24">
                  <a:moveTo>
                    <a:pt x="17" y="12"/>
                  </a:moveTo>
                  <a:cubicBezTo>
                    <a:pt x="17" y="12"/>
                    <a:pt x="16" y="8"/>
                    <a:pt x="16" y="7"/>
                  </a:cubicBezTo>
                  <a:cubicBezTo>
                    <a:pt x="16" y="6"/>
                    <a:pt x="17" y="3"/>
                    <a:pt x="16" y="1"/>
                  </a:cubicBezTo>
                  <a:cubicBezTo>
                    <a:pt x="15" y="0"/>
                    <a:pt x="12" y="0"/>
                    <a:pt x="10" y="0"/>
                  </a:cubicBezTo>
                  <a:cubicBezTo>
                    <a:pt x="10" y="1"/>
                    <a:pt x="8" y="2"/>
                    <a:pt x="8" y="2"/>
                  </a:cubicBezTo>
                  <a:cubicBezTo>
                    <a:pt x="7" y="3"/>
                    <a:pt x="6" y="4"/>
                    <a:pt x="6" y="5"/>
                  </a:cubicBezTo>
                  <a:cubicBezTo>
                    <a:pt x="5" y="5"/>
                    <a:pt x="3" y="5"/>
                    <a:pt x="3" y="5"/>
                  </a:cubicBezTo>
                  <a:cubicBezTo>
                    <a:pt x="2" y="6"/>
                    <a:pt x="1" y="8"/>
                    <a:pt x="1" y="9"/>
                  </a:cubicBezTo>
                  <a:cubicBezTo>
                    <a:pt x="0" y="9"/>
                    <a:pt x="1" y="11"/>
                    <a:pt x="1" y="11"/>
                  </a:cubicBezTo>
                  <a:cubicBezTo>
                    <a:pt x="2" y="12"/>
                    <a:pt x="3" y="11"/>
                    <a:pt x="4" y="12"/>
                  </a:cubicBezTo>
                  <a:cubicBezTo>
                    <a:pt x="4" y="13"/>
                    <a:pt x="4" y="15"/>
                    <a:pt x="4" y="16"/>
                  </a:cubicBezTo>
                  <a:cubicBezTo>
                    <a:pt x="4" y="17"/>
                    <a:pt x="5" y="19"/>
                    <a:pt x="5" y="19"/>
                  </a:cubicBezTo>
                  <a:cubicBezTo>
                    <a:pt x="6" y="20"/>
                    <a:pt x="8" y="20"/>
                    <a:pt x="8" y="20"/>
                  </a:cubicBezTo>
                  <a:cubicBezTo>
                    <a:pt x="9" y="21"/>
                    <a:pt x="10" y="24"/>
                    <a:pt x="12" y="24"/>
                  </a:cubicBezTo>
                  <a:cubicBezTo>
                    <a:pt x="13" y="24"/>
                    <a:pt x="13" y="21"/>
                    <a:pt x="14" y="20"/>
                  </a:cubicBezTo>
                  <a:cubicBezTo>
                    <a:pt x="15" y="20"/>
                    <a:pt x="16" y="19"/>
                    <a:pt x="17" y="18"/>
                  </a:cubicBezTo>
                  <a:cubicBezTo>
                    <a:pt x="17" y="17"/>
                    <a:pt x="16" y="15"/>
                    <a:pt x="16" y="14"/>
                  </a:cubicBezTo>
                  <a:cubicBezTo>
                    <a:pt x="16" y="14"/>
                    <a:pt x="17" y="12"/>
                    <a:pt x="17"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40"/>
            <p:cNvSpPr>
              <a:spLocks/>
            </p:cNvSpPr>
            <p:nvPr/>
          </p:nvSpPr>
          <p:spPr bwMode="auto">
            <a:xfrm>
              <a:off x="5462588" y="3206750"/>
              <a:ext cx="42862" cy="52388"/>
            </a:xfrm>
            <a:custGeom>
              <a:avLst/>
              <a:gdLst/>
              <a:ahLst/>
              <a:cxnLst>
                <a:cxn ang="0">
                  <a:pos x="18" y="14"/>
                </a:cxn>
                <a:cxn ang="0">
                  <a:pos x="14" y="13"/>
                </a:cxn>
                <a:cxn ang="0">
                  <a:pos x="11" y="15"/>
                </a:cxn>
                <a:cxn ang="0">
                  <a:pos x="7" y="16"/>
                </a:cxn>
                <a:cxn ang="0">
                  <a:pos x="7" y="19"/>
                </a:cxn>
                <a:cxn ang="0">
                  <a:pos x="9" y="20"/>
                </a:cxn>
                <a:cxn ang="0">
                  <a:pos x="10" y="25"/>
                </a:cxn>
                <a:cxn ang="0">
                  <a:pos x="8" y="29"/>
                </a:cxn>
                <a:cxn ang="0">
                  <a:pos x="5" y="27"/>
                </a:cxn>
                <a:cxn ang="0">
                  <a:pos x="1" y="26"/>
                </a:cxn>
                <a:cxn ang="0">
                  <a:pos x="0" y="22"/>
                </a:cxn>
                <a:cxn ang="0">
                  <a:pos x="2" y="20"/>
                </a:cxn>
                <a:cxn ang="0">
                  <a:pos x="2" y="17"/>
                </a:cxn>
                <a:cxn ang="0">
                  <a:pos x="4" y="16"/>
                </a:cxn>
                <a:cxn ang="0">
                  <a:pos x="6" y="14"/>
                </a:cxn>
                <a:cxn ang="0">
                  <a:pos x="8" y="9"/>
                </a:cxn>
                <a:cxn ang="0">
                  <a:pos x="10" y="9"/>
                </a:cxn>
                <a:cxn ang="0">
                  <a:pos x="13" y="8"/>
                </a:cxn>
                <a:cxn ang="0">
                  <a:pos x="13" y="7"/>
                </a:cxn>
                <a:cxn ang="0">
                  <a:pos x="11" y="6"/>
                </a:cxn>
                <a:cxn ang="0">
                  <a:pos x="11" y="3"/>
                </a:cxn>
                <a:cxn ang="0">
                  <a:pos x="14" y="1"/>
                </a:cxn>
                <a:cxn ang="0">
                  <a:pos x="19" y="1"/>
                </a:cxn>
                <a:cxn ang="0">
                  <a:pos x="22" y="5"/>
                </a:cxn>
                <a:cxn ang="0">
                  <a:pos x="24" y="6"/>
                </a:cxn>
                <a:cxn ang="0">
                  <a:pos x="23" y="9"/>
                </a:cxn>
                <a:cxn ang="0">
                  <a:pos x="24" y="13"/>
                </a:cxn>
                <a:cxn ang="0">
                  <a:pos x="22" y="15"/>
                </a:cxn>
                <a:cxn ang="0">
                  <a:pos x="19" y="15"/>
                </a:cxn>
                <a:cxn ang="0">
                  <a:pos x="18" y="14"/>
                </a:cxn>
              </a:cxnLst>
              <a:rect l="0" t="0" r="r" b="b"/>
              <a:pathLst>
                <a:path w="24" h="29">
                  <a:moveTo>
                    <a:pt x="18" y="14"/>
                  </a:moveTo>
                  <a:cubicBezTo>
                    <a:pt x="17" y="13"/>
                    <a:pt x="15" y="13"/>
                    <a:pt x="14" y="13"/>
                  </a:cubicBezTo>
                  <a:cubicBezTo>
                    <a:pt x="13" y="13"/>
                    <a:pt x="12" y="14"/>
                    <a:pt x="11" y="15"/>
                  </a:cubicBezTo>
                  <a:cubicBezTo>
                    <a:pt x="10" y="15"/>
                    <a:pt x="8" y="16"/>
                    <a:pt x="7" y="16"/>
                  </a:cubicBezTo>
                  <a:cubicBezTo>
                    <a:pt x="7" y="17"/>
                    <a:pt x="6" y="19"/>
                    <a:pt x="7" y="19"/>
                  </a:cubicBezTo>
                  <a:cubicBezTo>
                    <a:pt x="7" y="20"/>
                    <a:pt x="9" y="20"/>
                    <a:pt x="9" y="20"/>
                  </a:cubicBezTo>
                  <a:cubicBezTo>
                    <a:pt x="10" y="21"/>
                    <a:pt x="10" y="24"/>
                    <a:pt x="10" y="25"/>
                  </a:cubicBezTo>
                  <a:cubicBezTo>
                    <a:pt x="10" y="26"/>
                    <a:pt x="9" y="29"/>
                    <a:pt x="8" y="29"/>
                  </a:cubicBezTo>
                  <a:cubicBezTo>
                    <a:pt x="7" y="29"/>
                    <a:pt x="6" y="27"/>
                    <a:pt x="5" y="27"/>
                  </a:cubicBezTo>
                  <a:cubicBezTo>
                    <a:pt x="4" y="27"/>
                    <a:pt x="2" y="27"/>
                    <a:pt x="1" y="26"/>
                  </a:cubicBezTo>
                  <a:cubicBezTo>
                    <a:pt x="0" y="25"/>
                    <a:pt x="0" y="23"/>
                    <a:pt x="0" y="22"/>
                  </a:cubicBezTo>
                  <a:cubicBezTo>
                    <a:pt x="1" y="21"/>
                    <a:pt x="2" y="21"/>
                    <a:pt x="2" y="20"/>
                  </a:cubicBezTo>
                  <a:cubicBezTo>
                    <a:pt x="3" y="19"/>
                    <a:pt x="1" y="18"/>
                    <a:pt x="2" y="17"/>
                  </a:cubicBezTo>
                  <a:cubicBezTo>
                    <a:pt x="2" y="16"/>
                    <a:pt x="3" y="16"/>
                    <a:pt x="4" y="16"/>
                  </a:cubicBezTo>
                  <a:cubicBezTo>
                    <a:pt x="4" y="15"/>
                    <a:pt x="6" y="15"/>
                    <a:pt x="6" y="14"/>
                  </a:cubicBezTo>
                  <a:cubicBezTo>
                    <a:pt x="7" y="13"/>
                    <a:pt x="7" y="10"/>
                    <a:pt x="8" y="9"/>
                  </a:cubicBezTo>
                  <a:cubicBezTo>
                    <a:pt x="9" y="9"/>
                    <a:pt x="10" y="9"/>
                    <a:pt x="10" y="9"/>
                  </a:cubicBezTo>
                  <a:cubicBezTo>
                    <a:pt x="11" y="8"/>
                    <a:pt x="12" y="9"/>
                    <a:pt x="13" y="8"/>
                  </a:cubicBezTo>
                  <a:cubicBezTo>
                    <a:pt x="13" y="8"/>
                    <a:pt x="13" y="7"/>
                    <a:pt x="13" y="7"/>
                  </a:cubicBezTo>
                  <a:cubicBezTo>
                    <a:pt x="13" y="6"/>
                    <a:pt x="11" y="6"/>
                    <a:pt x="11" y="6"/>
                  </a:cubicBezTo>
                  <a:cubicBezTo>
                    <a:pt x="11" y="5"/>
                    <a:pt x="11" y="4"/>
                    <a:pt x="11" y="3"/>
                  </a:cubicBezTo>
                  <a:cubicBezTo>
                    <a:pt x="12" y="2"/>
                    <a:pt x="13" y="1"/>
                    <a:pt x="14" y="1"/>
                  </a:cubicBezTo>
                  <a:cubicBezTo>
                    <a:pt x="15" y="1"/>
                    <a:pt x="18" y="0"/>
                    <a:pt x="19" y="1"/>
                  </a:cubicBezTo>
                  <a:cubicBezTo>
                    <a:pt x="20" y="1"/>
                    <a:pt x="21" y="4"/>
                    <a:pt x="22" y="5"/>
                  </a:cubicBezTo>
                  <a:cubicBezTo>
                    <a:pt x="23" y="5"/>
                    <a:pt x="24" y="5"/>
                    <a:pt x="24" y="6"/>
                  </a:cubicBezTo>
                  <a:cubicBezTo>
                    <a:pt x="24" y="7"/>
                    <a:pt x="23" y="8"/>
                    <a:pt x="23" y="9"/>
                  </a:cubicBezTo>
                  <a:cubicBezTo>
                    <a:pt x="23" y="10"/>
                    <a:pt x="24" y="12"/>
                    <a:pt x="24" y="13"/>
                  </a:cubicBezTo>
                  <a:cubicBezTo>
                    <a:pt x="24" y="14"/>
                    <a:pt x="22" y="15"/>
                    <a:pt x="22" y="15"/>
                  </a:cubicBezTo>
                  <a:cubicBezTo>
                    <a:pt x="21" y="16"/>
                    <a:pt x="20" y="16"/>
                    <a:pt x="19" y="15"/>
                  </a:cubicBezTo>
                  <a:cubicBezTo>
                    <a:pt x="19" y="15"/>
                    <a:pt x="18" y="14"/>
                    <a:pt x="18"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41"/>
            <p:cNvSpPr>
              <a:spLocks/>
            </p:cNvSpPr>
            <p:nvPr/>
          </p:nvSpPr>
          <p:spPr bwMode="auto">
            <a:xfrm>
              <a:off x="5786438" y="3155950"/>
              <a:ext cx="12700" cy="15875"/>
            </a:xfrm>
            <a:custGeom>
              <a:avLst/>
              <a:gdLst/>
              <a:ahLst/>
              <a:cxnLst>
                <a:cxn ang="0">
                  <a:pos x="6" y="2"/>
                </a:cxn>
                <a:cxn ang="0">
                  <a:pos x="4" y="1"/>
                </a:cxn>
                <a:cxn ang="0">
                  <a:pos x="1" y="1"/>
                </a:cxn>
                <a:cxn ang="0">
                  <a:pos x="0" y="4"/>
                </a:cxn>
                <a:cxn ang="0">
                  <a:pos x="2" y="6"/>
                </a:cxn>
                <a:cxn ang="0">
                  <a:pos x="2" y="9"/>
                </a:cxn>
                <a:cxn ang="0">
                  <a:pos x="5" y="9"/>
                </a:cxn>
                <a:cxn ang="0">
                  <a:pos x="7" y="6"/>
                </a:cxn>
                <a:cxn ang="0">
                  <a:pos x="6" y="3"/>
                </a:cxn>
                <a:cxn ang="0">
                  <a:pos x="6" y="2"/>
                </a:cxn>
              </a:cxnLst>
              <a:rect l="0" t="0" r="r" b="b"/>
              <a:pathLst>
                <a:path w="7" h="9">
                  <a:moveTo>
                    <a:pt x="6" y="2"/>
                  </a:moveTo>
                  <a:cubicBezTo>
                    <a:pt x="6" y="1"/>
                    <a:pt x="4" y="1"/>
                    <a:pt x="4" y="1"/>
                  </a:cubicBezTo>
                  <a:cubicBezTo>
                    <a:pt x="3" y="1"/>
                    <a:pt x="2" y="0"/>
                    <a:pt x="1" y="1"/>
                  </a:cubicBezTo>
                  <a:cubicBezTo>
                    <a:pt x="1" y="1"/>
                    <a:pt x="0" y="3"/>
                    <a:pt x="0" y="4"/>
                  </a:cubicBezTo>
                  <a:cubicBezTo>
                    <a:pt x="1" y="5"/>
                    <a:pt x="2" y="6"/>
                    <a:pt x="2" y="6"/>
                  </a:cubicBezTo>
                  <a:cubicBezTo>
                    <a:pt x="2" y="7"/>
                    <a:pt x="2" y="8"/>
                    <a:pt x="2" y="9"/>
                  </a:cubicBezTo>
                  <a:cubicBezTo>
                    <a:pt x="3" y="9"/>
                    <a:pt x="5" y="9"/>
                    <a:pt x="5" y="9"/>
                  </a:cubicBezTo>
                  <a:cubicBezTo>
                    <a:pt x="6" y="8"/>
                    <a:pt x="7" y="7"/>
                    <a:pt x="7" y="6"/>
                  </a:cubicBezTo>
                  <a:cubicBezTo>
                    <a:pt x="7" y="5"/>
                    <a:pt x="6" y="4"/>
                    <a:pt x="6" y="3"/>
                  </a:cubicBezTo>
                  <a:cubicBezTo>
                    <a:pt x="6" y="3"/>
                    <a:pt x="7" y="2"/>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42"/>
            <p:cNvSpPr>
              <a:spLocks/>
            </p:cNvSpPr>
            <p:nvPr/>
          </p:nvSpPr>
          <p:spPr bwMode="auto">
            <a:xfrm>
              <a:off x="5803900" y="3154363"/>
              <a:ext cx="17462" cy="23813"/>
            </a:xfrm>
            <a:custGeom>
              <a:avLst/>
              <a:gdLst/>
              <a:ahLst/>
              <a:cxnLst>
                <a:cxn ang="0">
                  <a:pos x="3" y="7"/>
                </a:cxn>
                <a:cxn ang="0">
                  <a:pos x="4" y="4"/>
                </a:cxn>
                <a:cxn ang="0">
                  <a:pos x="5" y="3"/>
                </a:cxn>
                <a:cxn ang="0">
                  <a:pos x="6" y="1"/>
                </a:cxn>
                <a:cxn ang="0">
                  <a:pos x="8" y="0"/>
                </a:cxn>
                <a:cxn ang="0">
                  <a:pos x="9" y="3"/>
                </a:cxn>
                <a:cxn ang="0">
                  <a:pos x="8" y="5"/>
                </a:cxn>
                <a:cxn ang="0">
                  <a:pos x="10" y="7"/>
                </a:cxn>
                <a:cxn ang="0">
                  <a:pos x="7" y="11"/>
                </a:cxn>
                <a:cxn ang="0">
                  <a:pos x="6" y="13"/>
                </a:cxn>
                <a:cxn ang="0">
                  <a:pos x="3" y="13"/>
                </a:cxn>
                <a:cxn ang="0">
                  <a:pos x="0" y="11"/>
                </a:cxn>
                <a:cxn ang="0">
                  <a:pos x="1" y="8"/>
                </a:cxn>
                <a:cxn ang="0">
                  <a:pos x="3" y="7"/>
                </a:cxn>
              </a:cxnLst>
              <a:rect l="0" t="0" r="r" b="b"/>
              <a:pathLst>
                <a:path w="10" h="13">
                  <a:moveTo>
                    <a:pt x="3" y="7"/>
                  </a:moveTo>
                  <a:cubicBezTo>
                    <a:pt x="4" y="6"/>
                    <a:pt x="3" y="5"/>
                    <a:pt x="4" y="4"/>
                  </a:cubicBezTo>
                  <a:cubicBezTo>
                    <a:pt x="4" y="4"/>
                    <a:pt x="5" y="4"/>
                    <a:pt x="5" y="3"/>
                  </a:cubicBezTo>
                  <a:cubicBezTo>
                    <a:pt x="6" y="3"/>
                    <a:pt x="5" y="1"/>
                    <a:pt x="6" y="1"/>
                  </a:cubicBezTo>
                  <a:cubicBezTo>
                    <a:pt x="6" y="0"/>
                    <a:pt x="7" y="0"/>
                    <a:pt x="8" y="0"/>
                  </a:cubicBezTo>
                  <a:cubicBezTo>
                    <a:pt x="8" y="1"/>
                    <a:pt x="9" y="2"/>
                    <a:pt x="9" y="3"/>
                  </a:cubicBezTo>
                  <a:cubicBezTo>
                    <a:pt x="9" y="3"/>
                    <a:pt x="8" y="5"/>
                    <a:pt x="8" y="5"/>
                  </a:cubicBezTo>
                  <a:cubicBezTo>
                    <a:pt x="8" y="6"/>
                    <a:pt x="10" y="7"/>
                    <a:pt x="10" y="7"/>
                  </a:cubicBezTo>
                  <a:cubicBezTo>
                    <a:pt x="10" y="8"/>
                    <a:pt x="8" y="10"/>
                    <a:pt x="7" y="11"/>
                  </a:cubicBezTo>
                  <a:cubicBezTo>
                    <a:pt x="7" y="11"/>
                    <a:pt x="7" y="12"/>
                    <a:pt x="6" y="13"/>
                  </a:cubicBezTo>
                  <a:cubicBezTo>
                    <a:pt x="6" y="13"/>
                    <a:pt x="4" y="13"/>
                    <a:pt x="3" y="13"/>
                  </a:cubicBezTo>
                  <a:cubicBezTo>
                    <a:pt x="3" y="12"/>
                    <a:pt x="1" y="12"/>
                    <a:pt x="0" y="11"/>
                  </a:cubicBezTo>
                  <a:cubicBezTo>
                    <a:pt x="0" y="10"/>
                    <a:pt x="0" y="9"/>
                    <a:pt x="1" y="8"/>
                  </a:cubicBezTo>
                  <a:cubicBezTo>
                    <a:pt x="1" y="8"/>
                    <a:pt x="3" y="7"/>
                    <a:pt x="3"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43"/>
            <p:cNvSpPr>
              <a:spLocks/>
            </p:cNvSpPr>
            <p:nvPr/>
          </p:nvSpPr>
          <p:spPr bwMode="auto">
            <a:xfrm>
              <a:off x="5821363" y="3163888"/>
              <a:ext cx="12700" cy="25400"/>
            </a:xfrm>
            <a:custGeom>
              <a:avLst/>
              <a:gdLst/>
              <a:ahLst/>
              <a:cxnLst>
                <a:cxn ang="0">
                  <a:pos x="5" y="14"/>
                </a:cxn>
                <a:cxn ang="0">
                  <a:pos x="5" y="10"/>
                </a:cxn>
                <a:cxn ang="0">
                  <a:pos x="7" y="7"/>
                </a:cxn>
                <a:cxn ang="0">
                  <a:pos x="7" y="3"/>
                </a:cxn>
                <a:cxn ang="0">
                  <a:pos x="6" y="1"/>
                </a:cxn>
                <a:cxn ang="0">
                  <a:pos x="2" y="2"/>
                </a:cxn>
                <a:cxn ang="0">
                  <a:pos x="2" y="5"/>
                </a:cxn>
                <a:cxn ang="0">
                  <a:pos x="0" y="7"/>
                </a:cxn>
                <a:cxn ang="0">
                  <a:pos x="0" y="10"/>
                </a:cxn>
                <a:cxn ang="0">
                  <a:pos x="2" y="13"/>
                </a:cxn>
                <a:cxn ang="0">
                  <a:pos x="3" y="15"/>
                </a:cxn>
                <a:cxn ang="0">
                  <a:pos x="5" y="14"/>
                </a:cxn>
              </a:cxnLst>
              <a:rect l="0" t="0" r="r" b="b"/>
              <a:pathLst>
                <a:path w="7" h="15">
                  <a:moveTo>
                    <a:pt x="5" y="14"/>
                  </a:moveTo>
                  <a:cubicBezTo>
                    <a:pt x="6" y="13"/>
                    <a:pt x="5" y="11"/>
                    <a:pt x="5" y="10"/>
                  </a:cubicBezTo>
                  <a:cubicBezTo>
                    <a:pt x="5" y="9"/>
                    <a:pt x="6" y="8"/>
                    <a:pt x="7" y="7"/>
                  </a:cubicBezTo>
                  <a:cubicBezTo>
                    <a:pt x="7" y="6"/>
                    <a:pt x="7" y="4"/>
                    <a:pt x="7" y="3"/>
                  </a:cubicBezTo>
                  <a:cubicBezTo>
                    <a:pt x="7" y="3"/>
                    <a:pt x="6" y="1"/>
                    <a:pt x="6" y="1"/>
                  </a:cubicBezTo>
                  <a:cubicBezTo>
                    <a:pt x="5" y="0"/>
                    <a:pt x="3" y="1"/>
                    <a:pt x="2" y="2"/>
                  </a:cubicBezTo>
                  <a:cubicBezTo>
                    <a:pt x="2" y="3"/>
                    <a:pt x="2" y="4"/>
                    <a:pt x="2" y="5"/>
                  </a:cubicBezTo>
                  <a:cubicBezTo>
                    <a:pt x="2" y="6"/>
                    <a:pt x="1" y="7"/>
                    <a:pt x="0" y="7"/>
                  </a:cubicBezTo>
                  <a:cubicBezTo>
                    <a:pt x="0" y="8"/>
                    <a:pt x="0" y="10"/>
                    <a:pt x="0" y="10"/>
                  </a:cubicBezTo>
                  <a:cubicBezTo>
                    <a:pt x="0" y="11"/>
                    <a:pt x="2" y="12"/>
                    <a:pt x="2" y="13"/>
                  </a:cubicBezTo>
                  <a:cubicBezTo>
                    <a:pt x="3" y="13"/>
                    <a:pt x="3" y="15"/>
                    <a:pt x="3" y="15"/>
                  </a:cubicBezTo>
                  <a:cubicBezTo>
                    <a:pt x="4" y="15"/>
                    <a:pt x="5" y="14"/>
                    <a:pt x="5"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44"/>
            <p:cNvSpPr>
              <a:spLocks/>
            </p:cNvSpPr>
            <p:nvPr/>
          </p:nvSpPr>
          <p:spPr bwMode="auto">
            <a:xfrm>
              <a:off x="5895975" y="3286125"/>
              <a:ext cx="14287" cy="11113"/>
            </a:xfrm>
            <a:custGeom>
              <a:avLst/>
              <a:gdLst/>
              <a:ahLst/>
              <a:cxnLst>
                <a:cxn ang="0">
                  <a:pos x="5" y="5"/>
                </a:cxn>
                <a:cxn ang="0">
                  <a:pos x="7" y="4"/>
                </a:cxn>
                <a:cxn ang="0">
                  <a:pos x="7" y="0"/>
                </a:cxn>
                <a:cxn ang="0">
                  <a:pos x="5" y="0"/>
                </a:cxn>
                <a:cxn ang="0">
                  <a:pos x="3" y="2"/>
                </a:cxn>
                <a:cxn ang="0">
                  <a:pos x="1" y="4"/>
                </a:cxn>
                <a:cxn ang="0">
                  <a:pos x="0" y="6"/>
                </a:cxn>
                <a:cxn ang="0">
                  <a:pos x="2" y="7"/>
                </a:cxn>
                <a:cxn ang="0">
                  <a:pos x="4" y="6"/>
                </a:cxn>
                <a:cxn ang="0">
                  <a:pos x="5" y="5"/>
                </a:cxn>
              </a:cxnLst>
              <a:rect l="0" t="0" r="r" b="b"/>
              <a:pathLst>
                <a:path w="8" h="7">
                  <a:moveTo>
                    <a:pt x="5" y="5"/>
                  </a:moveTo>
                  <a:cubicBezTo>
                    <a:pt x="5" y="4"/>
                    <a:pt x="7" y="4"/>
                    <a:pt x="7" y="4"/>
                  </a:cubicBezTo>
                  <a:cubicBezTo>
                    <a:pt x="7" y="3"/>
                    <a:pt x="8" y="1"/>
                    <a:pt x="7" y="0"/>
                  </a:cubicBezTo>
                  <a:cubicBezTo>
                    <a:pt x="7" y="0"/>
                    <a:pt x="5" y="0"/>
                    <a:pt x="5" y="0"/>
                  </a:cubicBezTo>
                  <a:cubicBezTo>
                    <a:pt x="4" y="1"/>
                    <a:pt x="4" y="2"/>
                    <a:pt x="3" y="2"/>
                  </a:cubicBezTo>
                  <a:cubicBezTo>
                    <a:pt x="3" y="2"/>
                    <a:pt x="1" y="3"/>
                    <a:pt x="1" y="4"/>
                  </a:cubicBezTo>
                  <a:cubicBezTo>
                    <a:pt x="1" y="4"/>
                    <a:pt x="0" y="5"/>
                    <a:pt x="0" y="6"/>
                  </a:cubicBezTo>
                  <a:cubicBezTo>
                    <a:pt x="0" y="7"/>
                    <a:pt x="1" y="7"/>
                    <a:pt x="2" y="7"/>
                  </a:cubicBezTo>
                  <a:cubicBezTo>
                    <a:pt x="2" y="7"/>
                    <a:pt x="3" y="7"/>
                    <a:pt x="4" y="6"/>
                  </a:cubicBezTo>
                  <a:cubicBezTo>
                    <a:pt x="4" y="6"/>
                    <a:pt x="4" y="5"/>
                    <a:pt x="5"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45"/>
            <p:cNvSpPr>
              <a:spLocks/>
            </p:cNvSpPr>
            <p:nvPr/>
          </p:nvSpPr>
          <p:spPr bwMode="auto">
            <a:xfrm>
              <a:off x="5900738" y="3303588"/>
              <a:ext cx="11112" cy="7938"/>
            </a:xfrm>
            <a:custGeom>
              <a:avLst/>
              <a:gdLst/>
              <a:ahLst/>
              <a:cxnLst>
                <a:cxn ang="0">
                  <a:pos x="4" y="1"/>
                </a:cxn>
                <a:cxn ang="0">
                  <a:pos x="1" y="0"/>
                </a:cxn>
                <a:cxn ang="0">
                  <a:pos x="0" y="3"/>
                </a:cxn>
                <a:cxn ang="0">
                  <a:pos x="2" y="5"/>
                </a:cxn>
                <a:cxn ang="0">
                  <a:pos x="4" y="5"/>
                </a:cxn>
                <a:cxn ang="0">
                  <a:pos x="6" y="4"/>
                </a:cxn>
                <a:cxn ang="0">
                  <a:pos x="6" y="2"/>
                </a:cxn>
                <a:cxn ang="0">
                  <a:pos x="4" y="1"/>
                </a:cxn>
              </a:cxnLst>
              <a:rect l="0" t="0" r="r" b="b"/>
              <a:pathLst>
                <a:path w="6" h="5">
                  <a:moveTo>
                    <a:pt x="4" y="1"/>
                  </a:moveTo>
                  <a:cubicBezTo>
                    <a:pt x="4" y="0"/>
                    <a:pt x="2" y="0"/>
                    <a:pt x="1" y="0"/>
                  </a:cubicBezTo>
                  <a:cubicBezTo>
                    <a:pt x="1" y="0"/>
                    <a:pt x="0" y="2"/>
                    <a:pt x="0" y="3"/>
                  </a:cubicBezTo>
                  <a:cubicBezTo>
                    <a:pt x="0" y="4"/>
                    <a:pt x="1" y="5"/>
                    <a:pt x="2" y="5"/>
                  </a:cubicBezTo>
                  <a:cubicBezTo>
                    <a:pt x="3" y="5"/>
                    <a:pt x="4" y="5"/>
                    <a:pt x="4" y="5"/>
                  </a:cubicBezTo>
                  <a:cubicBezTo>
                    <a:pt x="5" y="5"/>
                    <a:pt x="6" y="4"/>
                    <a:pt x="6" y="4"/>
                  </a:cubicBezTo>
                  <a:cubicBezTo>
                    <a:pt x="6" y="3"/>
                    <a:pt x="6" y="2"/>
                    <a:pt x="6" y="2"/>
                  </a:cubicBezTo>
                  <a:cubicBezTo>
                    <a:pt x="5" y="1"/>
                    <a:pt x="5" y="1"/>
                    <a:pt x="4"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46"/>
            <p:cNvSpPr>
              <a:spLocks/>
            </p:cNvSpPr>
            <p:nvPr/>
          </p:nvSpPr>
          <p:spPr bwMode="auto">
            <a:xfrm>
              <a:off x="7532688" y="2760663"/>
              <a:ext cx="9525" cy="14288"/>
            </a:xfrm>
            <a:custGeom>
              <a:avLst/>
              <a:gdLst/>
              <a:ahLst/>
              <a:cxnLst>
                <a:cxn ang="0">
                  <a:pos x="5" y="5"/>
                </a:cxn>
                <a:cxn ang="0">
                  <a:pos x="5" y="1"/>
                </a:cxn>
                <a:cxn ang="0">
                  <a:pos x="2" y="1"/>
                </a:cxn>
                <a:cxn ang="0">
                  <a:pos x="2" y="2"/>
                </a:cxn>
                <a:cxn ang="0">
                  <a:pos x="0" y="3"/>
                </a:cxn>
                <a:cxn ang="0">
                  <a:pos x="2" y="5"/>
                </a:cxn>
                <a:cxn ang="0">
                  <a:pos x="2" y="7"/>
                </a:cxn>
                <a:cxn ang="0">
                  <a:pos x="3" y="8"/>
                </a:cxn>
                <a:cxn ang="0">
                  <a:pos x="4" y="7"/>
                </a:cxn>
                <a:cxn ang="0">
                  <a:pos x="5" y="6"/>
                </a:cxn>
                <a:cxn ang="0">
                  <a:pos x="5" y="5"/>
                </a:cxn>
              </a:cxnLst>
              <a:rect l="0" t="0" r="r" b="b"/>
              <a:pathLst>
                <a:path w="6" h="8">
                  <a:moveTo>
                    <a:pt x="5" y="5"/>
                  </a:moveTo>
                  <a:cubicBezTo>
                    <a:pt x="6" y="4"/>
                    <a:pt x="6" y="2"/>
                    <a:pt x="5" y="1"/>
                  </a:cubicBezTo>
                  <a:cubicBezTo>
                    <a:pt x="5" y="1"/>
                    <a:pt x="3" y="0"/>
                    <a:pt x="2" y="1"/>
                  </a:cubicBezTo>
                  <a:cubicBezTo>
                    <a:pt x="2" y="1"/>
                    <a:pt x="2" y="2"/>
                    <a:pt x="2" y="2"/>
                  </a:cubicBezTo>
                  <a:cubicBezTo>
                    <a:pt x="2" y="3"/>
                    <a:pt x="0" y="3"/>
                    <a:pt x="0" y="3"/>
                  </a:cubicBezTo>
                  <a:cubicBezTo>
                    <a:pt x="0" y="4"/>
                    <a:pt x="2" y="4"/>
                    <a:pt x="2" y="5"/>
                  </a:cubicBezTo>
                  <a:cubicBezTo>
                    <a:pt x="2" y="5"/>
                    <a:pt x="2" y="6"/>
                    <a:pt x="2" y="7"/>
                  </a:cubicBezTo>
                  <a:cubicBezTo>
                    <a:pt x="2" y="7"/>
                    <a:pt x="2" y="8"/>
                    <a:pt x="3" y="8"/>
                  </a:cubicBezTo>
                  <a:cubicBezTo>
                    <a:pt x="3" y="8"/>
                    <a:pt x="4" y="7"/>
                    <a:pt x="4" y="7"/>
                  </a:cubicBezTo>
                  <a:cubicBezTo>
                    <a:pt x="5" y="7"/>
                    <a:pt x="4" y="6"/>
                    <a:pt x="5" y="6"/>
                  </a:cubicBezTo>
                  <a:cubicBezTo>
                    <a:pt x="5" y="5"/>
                    <a:pt x="5" y="5"/>
                    <a:pt x="5"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47"/>
            <p:cNvSpPr>
              <a:spLocks/>
            </p:cNvSpPr>
            <p:nvPr/>
          </p:nvSpPr>
          <p:spPr bwMode="auto">
            <a:xfrm>
              <a:off x="7546975" y="2762250"/>
              <a:ext cx="7937" cy="7938"/>
            </a:xfrm>
            <a:custGeom>
              <a:avLst/>
              <a:gdLst/>
              <a:ahLst/>
              <a:cxnLst>
                <a:cxn ang="0">
                  <a:pos x="3" y="0"/>
                </a:cxn>
                <a:cxn ang="0">
                  <a:pos x="1" y="1"/>
                </a:cxn>
                <a:cxn ang="0">
                  <a:pos x="0" y="2"/>
                </a:cxn>
                <a:cxn ang="0">
                  <a:pos x="0" y="5"/>
                </a:cxn>
                <a:cxn ang="0">
                  <a:pos x="3" y="5"/>
                </a:cxn>
                <a:cxn ang="0">
                  <a:pos x="4" y="2"/>
                </a:cxn>
                <a:cxn ang="0">
                  <a:pos x="4" y="1"/>
                </a:cxn>
                <a:cxn ang="0">
                  <a:pos x="3" y="0"/>
                </a:cxn>
              </a:cxnLst>
              <a:rect l="0" t="0" r="r" b="b"/>
              <a:pathLst>
                <a:path w="5" h="5">
                  <a:moveTo>
                    <a:pt x="3" y="0"/>
                  </a:moveTo>
                  <a:cubicBezTo>
                    <a:pt x="2" y="0"/>
                    <a:pt x="1" y="0"/>
                    <a:pt x="1" y="1"/>
                  </a:cubicBezTo>
                  <a:cubicBezTo>
                    <a:pt x="1" y="1"/>
                    <a:pt x="0" y="2"/>
                    <a:pt x="0" y="2"/>
                  </a:cubicBezTo>
                  <a:cubicBezTo>
                    <a:pt x="0" y="3"/>
                    <a:pt x="0" y="4"/>
                    <a:pt x="0" y="5"/>
                  </a:cubicBezTo>
                  <a:cubicBezTo>
                    <a:pt x="1" y="5"/>
                    <a:pt x="2" y="5"/>
                    <a:pt x="3" y="5"/>
                  </a:cubicBezTo>
                  <a:cubicBezTo>
                    <a:pt x="4" y="4"/>
                    <a:pt x="4" y="3"/>
                    <a:pt x="4" y="2"/>
                  </a:cubicBezTo>
                  <a:cubicBezTo>
                    <a:pt x="5" y="2"/>
                    <a:pt x="4" y="1"/>
                    <a:pt x="4" y="1"/>
                  </a:cubicBezTo>
                  <a:cubicBezTo>
                    <a:pt x="4" y="0"/>
                    <a:pt x="3"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48"/>
            <p:cNvSpPr>
              <a:spLocks/>
            </p:cNvSpPr>
            <p:nvPr/>
          </p:nvSpPr>
          <p:spPr bwMode="auto">
            <a:xfrm>
              <a:off x="7543800" y="2749550"/>
              <a:ext cx="12700" cy="11113"/>
            </a:xfrm>
            <a:custGeom>
              <a:avLst/>
              <a:gdLst/>
              <a:ahLst/>
              <a:cxnLst>
                <a:cxn ang="0">
                  <a:pos x="4" y="4"/>
                </a:cxn>
                <a:cxn ang="0">
                  <a:pos x="1" y="6"/>
                </a:cxn>
                <a:cxn ang="0">
                  <a:pos x="0" y="4"/>
                </a:cxn>
                <a:cxn ang="0">
                  <a:pos x="2" y="1"/>
                </a:cxn>
                <a:cxn ang="0">
                  <a:pos x="6" y="1"/>
                </a:cxn>
                <a:cxn ang="0">
                  <a:pos x="7" y="3"/>
                </a:cxn>
                <a:cxn ang="0">
                  <a:pos x="4" y="4"/>
                </a:cxn>
              </a:cxnLst>
              <a:rect l="0" t="0" r="r" b="b"/>
              <a:pathLst>
                <a:path w="7" h="6">
                  <a:moveTo>
                    <a:pt x="4" y="4"/>
                  </a:moveTo>
                  <a:cubicBezTo>
                    <a:pt x="4" y="5"/>
                    <a:pt x="2" y="6"/>
                    <a:pt x="1" y="6"/>
                  </a:cubicBezTo>
                  <a:cubicBezTo>
                    <a:pt x="1" y="6"/>
                    <a:pt x="0" y="4"/>
                    <a:pt x="0" y="4"/>
                  </a:cubicBezTo>
                  <a:cubicBezTo>
                    <a:pt x="0" y="3"/>
                    <a:pt x="1" y="1"/>
                    <a:pt x="2" y="1"/>
                  </a:cubicBezTo>
                  <a:cubicBezTo>
                    <a:pt x="3" y="0"/>
                    <a:pt x="5" y="0"/>
                    <a:pt x="6" y="1"/>
                  </a:cubicBezTo>
                  <a:cubicBezTo>
                    <a:pt x="6" y="1"/>
                    <a:pt x="7" y="2"/>
                    <a:pt x="7" y="3"/>
                  </a:cubicBezTo>
                  <a:cubicBezTo>
                    <a:pt x="6" y="3"/>
                    <a:pt x="5" y="4"/>
                    <a:pt x="4"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49"/>
            <p:cNvSpPr>
              <a:spLocks/>
            </p:cNvSpPr>
            <p:nvPr/>
          </p:nvSpPr>
          <p:spPr bwMode="auto">
            <a:xfrm>
              <a:off x="7388225" y="2816225"/>
              <a:ext cx="1089025" cy="776288"/>
            </a:xfrm>
            <a:custGeom>
              <a:avLst/>
              <a:gdLst/>
              <a:ahLst/>
              <a:cxnLst>
                <a:cxn ang="0">
                  <a:pos x="4" y="100"/>
                </a:cxn>
                <a:cxn ang="0">
                  <a:pos x="16" y="82"/>
                </a:cxn>
                <a:cxn ang="0">
                  <a:pos x="35" y="66"/>
                </a:cxn>
                <a:cxn ang="0">
                  <a:pos x="27" y="43"/>
                </a:cxn>
                <a:cxn ang="0">
                  <a:pos x="35" y="17"/>
                </a:cxn>
                <a:cxn ang="0">
                  <a:pos x="92" y="16"/>
                </a:cxn>
                <a:cxn ang="0">
                  <a:pos x="130" y="13"/>
                </a:cxn>
                <a:cxn ang="0">
                  <a:pos x="179" y="1"/>
                </a:cxn>
                <a:cxn ang="0">
                  <a:pos x="202" y="24"/>
                </a:cxn>
                <a:cxn ang="0">
                  <a:pos x="188" y="52"/>
                </a:cxn>
                <a:cxn ang="0">
                  <a:pos x="161" y="76"/>
                </a:cxn>
                <a:cxn ang="0">
                  <a:pos x="191" y="120"/>
                </a:cxn>
                <a:cxn ang="0">
                  <a:pos x="235" y="138"/>
                </a:cxn>
                <a:cxn ang="0">
                  <a:pos x="263" y="150"/>
                </a:cxn>
                <a:cxn ang="0">
                  <a:pos x="282" y="160"/>
                </a:cxn>
                <a:cxn ang="0">
                  <a:pos x="327" y="170"/>
                </a:cxn>
                <a:cxn ang="0">
                  <a:pos x="373" y="186"/>
                </a:cxn>
                <a:cxn ang="0">
                  <a:pos x="427" y="222"/>
                </a:cxn>
                <a:cxn ang="0">
                  <a:pos x="486" y="247"/>
                </a:cxn>
                <a:cxn ang="0">
                  <a:pos x="513" y="255"/>
                </a:cxn>
                <a:cxn ang="0">
                  <a:pos x="522" y="258"/>
                </a:cxn>
                <a:cxn ang="0">
                  <a:pos x="535" y="278"/>
                </a:cxn>
                <a:cxn ang="0">
                  <a:pos x="574" y="306"/>
                </a:cxn>
                <a:cxn ang="0">
                  <a:pos x="605" y="338"/>
                </a:cxn>
                <a:cxn ang="0">
                  <a:pos x="615" y="367"/>
                </a:cxn>
                <a:cxn ang="0">
                  <a:pos x="606" y="390"/>
                </a:cxn>
                <a:cxn ang="0">
                  <a:pos x="601" y="414"/>
                </a:cxn>
                <a:cxn ang="0">
                  <a:pos x="595" y="439"/>
                </a:cxn>
                <a:cxn ang="0">
                  <a:pos x="571" y="430"/>
                </a:cxn>
                <a:cxn ang="0">
                  <a:pos x="547" y="418"/>
                </a:cxn>
                <a:cxn ang="0">
                  <a:pos x="531" y="399"/>
                </a:cxn>
                <a:cxn ang="0">
                  <a:pos x="531" y="380"/>
                </a:cxn>
                <a:cxn ang="0">
                  <a:pos x="517" y="365"/>
                </a:cxn>
                <a:cxn ang="0">
                  <a:pos x="514" y="344"/>
                </a:cxn>
                <a:cxn ang="0">
                  <a:pos x="495" y="338"/>
                </a:cxn>
                <a:cxn ang="0">
                  <a:pos x="466" y="338"/>
                </a:cxn>
                <a:cxn ang="0">
                  <a:pos x="444" y="339"/>
                </a:cxn>
                <a:cxn ang="0">
                  <a:pos x="426" y="332"/>
                </a:cxn>
                <a:cxn ang="0">
                  <a:pos x="398" y="324"/>
                </a:cxn>
                <a:cxn ang="0">
                  <a:pos x="400" y="317"/>
                </a:cxn>
                <a:cxn ang="0">
                  <a:pos x="408" y="308"/>
                </a:cxn>
                <a:cxn ang="0">
                  <a:pos x="408" y="300"/>
                </a:cxn>
                <a:cxn ang="0">
                  <a:pos x="388" y="306"/>
                </a:cxn>
                <a:cxn ang="0">
                  <a:pos x="357" y="307"/>
                </a:cxn>
                <a:cxn ang="0">
                  <a:pos x="332" y="311"/>
                </a:cxn>
                <a:cxn ang="0">
                  <a:pos x="316" y="292"/>
                </a:cxn>
                <a:cxn ang="0">
                  <a:pos x="313" y="271"/>
                </a:cxn>
                <a:cxn ang="0">
                  <a:pos x="299" y="265"/>
                </a:cxn>
                <a:cxn ang="0">
                  <a:pos x="277" y="262"/>
                </a:cxn>
                <a:cxn ang="0">
                  <a:pos x="256" y="258"/>
                </a:cxn>
                <a:cxn ang="0">
                  <a:pos x="227" y="232"/>
                </a:cxn>
                <a:cxn ang="0">
                  <a:pos x="213" y="232"/>
                </a:cxn>
                <a:cxn ang="0">
                  <a:pos x="189" y="221"/>
                </a:cxn>
                <a:cxn ang="0">
                  <a:pos x="193" y="196"/>
                </a:cxn>
                <a:cxn ang="0">
                  <a:pos x="160" y="183"/>
                </a:cxn>
                <a:cxn ang="0">
                  <a:pos x="145" y="201"/>
                </a:cxn>
                <a:cxn ang="0">
                  <a:pos x="121" y="201"/>
                </a:cxn>
                <a:cxn ang="0">
                  <a:pos x="93" y="192"/>
                </a:cxn>
                <a:cxn ang="0">
                  <a:pos x="64" y="184"/>
                </a:cxn>
                <a:cxn ang="0">
                  <a:pos x="49" y="157"/>
                </a:cxn>
                <a:cxn ang="0">
                  <a:pos x="39" y="135"/>
                </a:cxn>
              </a:cxnLst>
              <a:rect l="0" t="0" r="r" b="b"/>
              <a:pathLst>
                <a:path w="615" h="439">
                  <a:moveTo>
                    <a:pt x="17" y="118"/>
                  </a:moveTo>
                  <a:cubicBezTo>
                    <a:pt x="17" y="118"/>
                    <a:pt x="17" y="118"/>
                    <a:pt x="17" y="118"/>
                  </a:cubicBezTo>
                  <a:cubicBezTo>
                    <a:pt x="15" y="117"/>
                    <a:pt x="13" y="112"/>
                    <a:pt x="12" y="110"/>
                  </a:cubicBezTo>
                  <a:cubicBezTo>
                    <a:pt x="10" y="108"/>
                    <a:pt x="6" y="103"/>
                    <a:pt x="4" y="100"/>
                  </a:cubicBezTo>
                  <a:cubicBezTo>
                    <a:pt x="3" y="97"/>
                    <a:pt x="0" y="90"/>
                    <a:pt x="1" y="87"/>
                  </a:cubicBezTo>
                  <a:cubicBezTo>
                    <a:pt x="2" y="85"/>
                    <a:pt x="6" y="80"/>
                    <a:pt x="8" y="79"/>
                  </a:cubicBezTo>
                  <a:cubicBezTo>
                    <a:pt x="9" y="78"/>
                    <a:pt x="12" y="76"/>
                    <a:pt x="14" y="77"/>
                  </a:cubicBezTo>
                  <a:cubicBezTo>
                    <a:pt x="15" y="77"/>
                    <a:pt x="15" y="81"/>
                    <a:pt x="16" y="82"/>
                  </a:cubicBezTo>
                  <a:cubicBezTo>
                    <a:pt x="17" y="82"/>
                    <a:pt x="21" y="81"/>
                    <a:pt x="22" y="79"/>
                  </a:cubicBezTo>
                  <a:cubicBezTo>
                    <a:pt x="23" y="78"/>
                    <a:pt x="23" y="75"/>
                    <a:pt x="24" y="74"/>
                  </a:cubicBezTo>
                  <a:cubicBezTo>
                    <a:pt x="26" y="73"/>
                    <a:pt x="30" y="73"/>
                    <a:pt x="31" y="72"/>
                  </a:cubicBezTo>
                  <a:cubicBezTo>
                    <a:pt x="33" y="71"/>
                    <a:pt x="35" y="68"/>
                    <a:pt x="35" y="66"/>
                  </a:cubicBezTo>
                  <a:cubicBezTo>
                    <a:pt x="35" y="64"/>
                    <a:pt x="33" y="61"/>
                    <a:pt x="32" y="60"/>
                  </a:cubicBezTo>
                  <a:cubicBezTo>
                    <a:pt x="30" y="59"/>
                    <a:pt x="25" y="58"/>
                    <a:pt x="24" y="56"/>
                  </a:cubicBezTo>
                  <a:cubicBezTo>
                    <a:pt x="23" y="54"/>
                    <a:pt x="23" y="50"/>
                    <a:pt x="24" y="48"/>
                  </a:cubicBezTo>
                  <a:cubicBezTo>
                    <a:pt x="24" y="46"/>
                    <a:pt x="27" y="44"/>
                    <a:pt x="27" y="43"/>
                  </a:cubicBezTo>
                  <a:cubicBezTo>
                    <a:pt x="27" y="40"/>
                    <a:pt x="25" y="36"/>
                    <a:pt x="25" y="34"/>
                  </a:cubicBezTo>
                  <a:cubicBezTo>
                    <a:pt x="25" y="33"/>
                    <a:pt x="25" y="30"/>
                    <a:pt x="25" y="29"/>
                  </a:cubicBezTo>
                  <a:cubicBezTo>
                    <a:pt x="26" y="27"/>
                    <a:pt x="28" y="23"/>
                    <a:pt x="30" y="21"/>
                  </a:cubicBezTo>
                  <a:cubicBezTo>
                    <a:pt x="31" y="20"/>
                    <a:pt x="33" y="18"/>
                    <a:pt x="35" y="17"/>
                  </a:cubicBezTo>
                  <a:cubicBezTo>
                    <a:pt x="36" y="17"/>
                    <a:pt x="38" y="17"/>
                    <a:pt x="39" y="17"/>
                  </a:cubicBezTo>
                  <a:cubicBezTo>
                    <a:pt x="43" y="18"/>
                    <a:pt x="52" y="18"/>
                    <a:pt x="57" y="18"/>
                  </a:cubicBezTo>
                  <a:cubicBezTo>
                    <a:pt x="61" y="18"/>
                    <a:pt x="68" y="19"/>
                    <a:pt x="72" y="19"/>
                  </a:cubicBezTo>
                  <a:cubicBezTo>
                    <a:pt x="77" y="19"/>
                    <a:pt x="87" y="17"/>
                    <a:pt x="92" y="16"/>
                  </a:cubicBezTo>
                  <a:cubicBezTo>
                    <a:pt x="95" y="15"/>
                    <a:pt x="101" y="13"/>
                    <a:pt x="104" y="12"/>
                  </a:cubicBezTo>
                  <a:cubicBezTo>
                    <a:pt x="106" y="12"/>
                    <a:pt x="110" y="10"/>
                    <a:pt x="112" y="10"/>
                  </a:cubicBezTo>
                  <a:cubicBezTo>
                    <a:pt x="114" y="10"/>
                    <a:pt x="118" y="13"/>
                    <a:pt x="120" y="13"/>
                  </a:cubicBezTo>
                  <a:cubicBezTo>
                    <a:pt x="123" y="14"/>
                    <a:pt x="128" y="13"/>
                    <a:pt x="130" y="13"/>
                  </a:cubicBezTo>
                  <a:cubicBezTo>
                    <a:pt x="134" y="12"/>
                    <a:pt x="142" y="10"/>
                    <a:pt x="146" y="9"/>
                  </a:cubicBezTo>
                  <a:cubicBezTo>
                    <a:pt x="148" y="8"/>
                    <a:pt x="152" y="6"/>
                    <a:pt x="155" y="6"/>
                  </a:cubicBezTo>
                  <a:cubicBezTo>
                    <a:pt x="157" y="5"/>
                    <a:pt x="162" y="4"/>
                    <a:pt x="165" y="4"/>
                  </a:cubicBezTo>
                  <a:cubicBezTo>
                    <a:pt x="168" y="3"/>
                    <a:pt x="175" y="0"/>
                    <a:pt x="179" y="1"/>
                  </a:cubicBezTo>
                  <a:cubicBezTo>
                    <a:pt x="181" y="1"/>
                    <a:pt x="185" y="5"/>
                    <a:pt x="188" y="6"/>
                  </a:cubicBezTo>
                  <a:cubicBezTo>
                    <a:pt x="190" y="7"/>
                    <a:pt x="195" y="9"/>
                    <a:pt x="197" y="11"/>
                  </a:cubicBezTo>
                  <a:cubicBezTo>
                    <a:pt x="199" y="13"/>
                    <a:pt x="201" y="18"/>
                    <a:pt x="201" y="20"/>
                  </a:cubicBezTo>
                  <a:cubicBezTo>
                    <a:pt x="202" y="21"/>
                    <a:pt x="202" y="23"/>
                    <a:pt x="202" y="24"/>
                  </a:cubicBezTo>
                  <a:cubicBezTo>
                    <a:pt x="203" y="27"/>
                    <a:pt x="206" y="31"/>
                    <a:pt x="206" y="34"/>
                  </a:cubicBezTo>
                  <a:cubicBezTo>
                    <a:pt x="205" y="36"/>
                    <a:pt x="203" y="39"/>
                    <a:pt x="201" y="41"/>
                  </a:cubicBezTo>
                  <a:cubicBezTo>
                    <a:pt x="200" y="43"/>
                    <a:pt x="198" y="46"/>
                    <a:pt x="196" y="47"/>
                  </a:cubicBezTo>
                  <a:cubicBezTo>
                    <a:pt x="194" y="49"/>
                    <a:pt x="189" y="51"/>
                    <a:pt x="188" y="52"/>
                  </a:cubicBezTo>
                  <a:cubicBezTo>
                    <a:pt x="186" y="54"/>
                    <a:pt x="185" y="58"/>
                    <a:pt x="184" y="59"/>
                  </a:cubicBezTo>
                  <a:cubicBezTo>
                    <a:pt x="182" y="61"/>
                    <a:pt x="178" y="62"/>
                    <a:pt x="176" y="63"/>
                  </a:cubicBezTo>
                  <a:cubicBezTo>
                    <a:pt x="174" y="65"/>
                    <a:pt x="169" y="68"/>
                    <a:pt x="167" y="70"/>
                  </a:cubicBezTo>
                  <a:cubicBezTo>
                    <a:pt x="166" y="72"/>
                    <a:pt x="162" y="74"/>
                    <a:pt x="161" y="76"/>
                  </a:cubicBezTo>
                  <a:cubicBezTo>
                    <a:pt x="160" y="78"/>
                    <a:pt x="159" y="83"/>
                    <a:pt x="160" y="85"/>
                  </a:cubicBezTo>
                  <a:cubicBezTo>
                    <a:pt x="160" y="90"/>
                    <a:pt x="164" y="99"/>
                    <a:pt x="167" y="104"/>
                  </a:cubicBezTo>
                  <a:cubicBezTo>
                    <a:pt x="168" y="106"/>
                    <a:pt x="172" y="111"/>
                    <a:pt x="174" y="113"/>
                  </a:cubicBezTo>
                  <a:cubicBezTo>
                    <a:pt x="177" y="116"/>
                    <a:pt x="187" y="118"/>
                    <a:pt x="191" y="120"/>
                  </a:cubicBezTo>
                  <a:cubicBezTo>
                    <a:pt x="195" y="122"/>
                    <a:pt x="204" y="128"/>
                    <a:pt x="209" y="129"/>
                  </a:cubicBezTo>
                  <a:cubicBezTo>
                    <a:pt x="210" y="130"/>
                    <a:pt x="214" y="128"/>
                    <a:pt x="216" y="128"/>
                  </a:cubicBezTo>
                  <a:cubicBezTo>
                    <a:pt x="219" y="129"/>
                    <a:pt x="221" y="134"/>
                    <a:pt x="224" y="135"/>
                  </a:cubicBezTo>
                  <a:cubicBezTo>
                    <a:pt x="226" y="136"/>
                    <a:pt x="232" y="137"/>
                    <a:pt x="235" y="138"/>
                  </a:cubicBezTo>
                  <a:cubicBezTo>
                    <a:pt x="237" y="139"/>
                    <a:pt x="241" y="142"/>
                    <a:pt x="243" y="142"/>
                  </a:cubicBezTo>
                  <a:cubicBezTo>
                    <a:pt x="245" y="143"/>
                    <a:pt x="250" y="143"/>
                    <a:pt x="252" y="144"/>
                  </a:cubicBezTo>
                  <a:cubicBezTo>
                    <a:pt x="254" y="145"/>
                    <a:pt x="256" y="149"/>
                    <a:pt x="258" y="149"/>
                  </a:cubicBezTo>
                  <a:cubicBezTo>
                    <a:pt x="259" y="150"/>
                    <a:pt x="262" y="150"/>
                    <a:pt x="263" y="150"/>
                  </a:cubicBezTo>
                  <a:cubicBezTo>
                    <a:pt x="265" y="150"/>
                    <a:pt x="268" y="151"/>
                    <a:pt x="269" y="152"/>
                  </a:cubicBezTo>
                  <a:cubicBezTo>
                    <a:pt x="270" y="153"/>
                    <a:pt x="272" y="155"/>
                    <a:pt x="273" y="156"/>
                  </a:cubicBezTo>
                  <a:cubicBezTo>
                    <a:pt x="274" y="156"/>
                    <a:pt x="278" y="156"/>
                    <a:pt x="279" y="157"/>
                  </a:cubicBezTo>
                  <a:cubicBezTo>
                    <a:pt x="280" y="157"/>
                    <a:pt x="281" y="159"/>
                    <a:pt x="282" y="160"/>
                  </a:cubicBezTo>
                  <a:cubicBezTo>
                    <a:pt x="284" y="160"/>
                    <a:pt x="288" y="160"/>
                    <a:pt x="289" y="160"/>
                  </a:cubicBezTo>
                  <a:cubicBezTo>
                    <a:pt x="292" y="160"/>
                    <a:pt x="297" y="161"/>
                    <a:pt x="299" y="162"/>
                  </a:cubicBezTo>
                  <a:cubicBezTo>
                    <a:pt x="303" y="163"/>
                    <a:pt x="308" y="167"/>
                    <a:pt x="312" y="168"/>
                  </a:cubicBezTo>
                  <a:cubicBezTo>
                    <a:pt x="315" y="170"/>
                    <a:pt x="323" y="169"/>
                    <a:pt x="327" y="170"/>
                  </a:cubicBezTo>
                  <a:cubicBezTo>
                    <a:pt x="329" y="170"/>
                    <a:pt x="333" y="173"/>
                    <a:pt x="335" y="174"/>
                  </a:cubicBezTo>
                  <a:cubicBezTo>
                    <a:pt x="339" y="175"/>
                    <a:pt x="347" y="177"/>
                    <a:pt x="351" y="178"/>
                  </a:cubicBezTo>
                  <a:cubicBezTo>
                    <a:pt x="354" y="179"/>
                    <a:pt x="361" y="182"/>
                    <a:pt x="365" y="183"/>
                  </a:cubicBezTo>
                  <a:cubicBezTo>
                    <a:pt x="367" y="184"/>
                    <a:pt x="371" y="185"/>
                    <a:pt x="373" y="186"/>
                  </a:cubicBezTo>
                  <a:cubicBezTo>
                    <a:pt x="376" y="187"/>
                    <a:pt x="382" y="190"/>
                    <a:pt x="385" y="192"/>
                  </a:cubicBezTo>
                  <a:cubicBezTo>
                    <a:pt x="387" y="193"/>
                    <a:pt x="391" y="196"/>
                    <a:pt x="393" y="197"/>
                  </a:cubicBezTo>
                  <a:cubicBezTo>
                    <a:pt x="397" y="200"/>
                    <a:pt x="405" y="208"/>
                    <a:pt x="410" y="211"/>
                  </a:cubicBezTo>
                  <a:cubicBezTo>
                    <a:pt x="414" y="214"/>
                    <a:pt x="423" y="219"/>
                    <a:pt x="427" y="222"/>
                  </a:cubicBezTo>
                  <a:cubicBezTo>
                    <a:pt x="430" y="224"/>
                    <a:pt x="436" y="229"/>
                    <a:pt x="440" y="230"/>
                  </a:cubicBezTo>
                  <a:cubicBezTo>
                    <a:pt x="444" y="232"/>
                    <a:pt x="453" y="233"/>
                    <a:pt x="458" y="234"/>
                  </a:cubicBezTo>
                  <a:cubicBezTo>
                    <a:pt x="461" y="235"/>
                    <a:pt x="467" y="237"/>
                    <a:pt x="470" y="238"/>
                  </a:cubicBezTo>
                  <a:cubicBezTo>
                    <a:pt x="474" y="240"/>
                    <a:pt x="482" y="245"/>
                    <a:pt x="486" y="247"/>
                  </a:cubicBezTo>
                  <a:cubicBezTo>
                    <a:pt x="488" y="248"/>
                    <a:pt x="493" y="250"/>
                    <a:pt x="495" y="251"/>
                  </a:cubicBezTo>
                  <a:cubicBezTo>
                    <a:pt x="497" y="251"/>
                    <a:pt x="502" y="250"/>
                    <a:pt x="504" y="250"/>
                  </a:cubicBezTo>
                  <a:cubicBezTo>
                    <a:pt x="506" y="250"/>
                    <a:pt x="511" y="250"/>
                    <a:pt x="513" y="251"/>
                  </a:cubicBezTo>
                  <a:cubicBezTo>
                    <a:pt x="514" y="252"/>
                    <a:pt x="514" y="254"/>
                    <a:pt x="513" y="255"/>
                  </a:cubicBezTo>
                  <a:cubicBezTo>
                    <a:pt x="513" y="256"/>
                    <a:pt x="511" y="257"/>
                    <a:pt x="511" y="258"/>
                  </a:cubicBezTo>
                  <a:cubicBezTo>
                    <a:pt x="511" y="259"/>
                    <a:pt x="512" y="261"/>
                    <a:pt x="513" y="261"/>
                  </a:cubicBezTo>
                  <a:cubicBezTo>
                    <a:pt x="514" y="261"/>
                    <a:pt x="516" y="259"/>
                    <a:pt x="517" y="259"/>
                  </a:cubicBezTo>
                  <a:cubicBezTo>
                    <a:pt x="518" y="258"/>
                    <a:pt x="521" y="257"/>
                    <a:pt x="522" y="258"/>
                  </a:cubicBezTo>
                  <a:cubicBezTo>
                    <a:pt x="523" y="258"/>
                    <a:pt x="522" y="261"/>
                    <a:pt x="522" y="262"/>
                  </a:cubicBezTo>
                  <a:cubicBezTo>
                    <a:pt x="523" y="264"/>
                    <a:pt x="526" y="265"/>
                    <a:pt x="527" y="267"/>
                  </a:cubicBezTo>
                  <a:cubicBezTo>
                    <a:pt x="527" y="268"/>
                    <a:pt x="525" y="272"/>
                    <a:pt x="526" y="274"/>
                  </a:cubicBezTo>
                  <a:cubicBezTo>
                    <a:pt x="527" y="276"/>
                    <a:pt x="533" y="277"/>
                    <a:pt x="535" y="278"/>
                  </a:cubicBezTo>
                  <a:cubicBezTo>
                    <a:pt x="536" y="279"/>
                    <a:pt x="538" y="282"/>
                    <a:pt x="539" y="283"/>
                  </a:cubicBezTo>
                  <a:cubicBezTo>
                    <a:pt x="541" y="285"/>
                    <a:pt x="547" y="290"/>
                    <a:pt x="551" y="291"/>
                  </a:cubicBezTo>
                  <a:cubicBezTo>
                    <a:pt x="554" y="293"/>
                    <a:pt x="561" y="295"/>
                    <a:pt x="565" y="298"/>
                  </a:cubicBezTo>
                  <a:cubicBezTo>
                    <a:pt x="567" y="299"/>
                    <a:pt x="572" y="304"/>
                    <a:pt x="574" y="306"/>
                  </a:cubicBezTo>
                  <a:cubicBezTo>
                    <a:pt x="577" y="309"/>
                    <a:pt x="583" y="314"/>
                    <a:pt x="586" y="316"/>
                  </a:cubicBezTo>
                  <a:cubicBezTo>
                    <a:pt x="588" y="318"/>
                    <a:pt x="591" y="323"/>
                    <a:pt x="593" y="325"/>
                  </a:cubicBezTo>
                  <a:cubicBezTo>
                    <a:pt x="594" y="326"/>
                    <a:pt x="597" y="328"/>
                    <a:pt x="598" y="329"/>
                  </a:cubicBezTo>
                  <a:cubicBezTo>
                    <a:pt x="600" y="331"/>
                    <a:pt x="604" y="335"/>
                    <a:pt x="605" y="338"/>
                  </a:cubicBezTo>
                  <a:cubicBezTo>
                    <a:pt x="605" y="340"/>
                    <a:pt x="605" y="344"/>
                    <a:pt x="605" y="346"/>
                  </a:cubicBezTo>
                  <a:cubicBezTo>
                    <a:pt x="606" y="348"/>
                    <a:pt x="608" y="352"/>
                    <a:pt x="609" y="354"/>
                  </a:cubicBezTo>
                  <a:cubicBezTo>
                    <a:pt x="610" y="355"/>
                    <a:pt x="613" y="357"/>
                    <a:pt x="614" y="359"/>
                  </a:cubicBezTo>
                  <a:cubicBezTo>
                    <a:pt x="615" y="361"/>
                    <a:pt x="615" y="365"/>
                    <a:pt x="615" y="367"/>
                  </a:cubicBezTo>
                  <a:cubicBezTo>
                    <a:pt x="614" y="369"/>
                    <a:pt x="611" y="371"/>
                    <a:pt x="610" y="372"/>
                  </a:cubicBezTo>
                  <a:cubicBezTo>
                    <a:pt x="609" y="374"/>
                    <a:pt x="609" y="379"/>
                    <a:pt x="608" y="381"/>
                  </a:cubicBezTo>
                  <a:cubicBezTo>
                    <a:pt x="608" y="382"/>
                    <a:pt x="606" y="384"/>
                    <a:pt x="606" y="385"/>
                  </a:cubicBezTo>
                  <a:cubicBezTo>
                    <a:pt x="605" y="386"/>
                    <a:pt x="606" y="388"/>
                    <a:pt x="606" y="390"/>
                  </a:cubicBezTo>
                  <a:cubicBezTo>
                    <a:pt x="605" y="391"/>
                    <a:pt x="601" y="391"/>
                    <a:pt x="600" y="392"/>
                  </a:cubicBezTo>
                  <a:cubicBezTo>
                    <a:pt x="599" y="394"/>
                    <a:pt x="599" y="399"/>
                    <a:pt x="599" y="401"/>
                  </a:cubicBezTo>
                  <a:cubicBezTo>
                    <a:pt x="598" y="403"/>
                    <a:pt x="597" y="407"/>
                    <a:pt x="598" y="408"/>
                  </a:cubicBezTo>
                  <a:cubicBezTo>
                    <a:pt x="598" y="410"/>
                    <a:pt x="600" y="412"/>
                    <a:pt x="601" y="414"/>
                  </a:cubicBezTo>
                  <a:cubicBezTo>
                    <a:pt x="601" y="416"/>
                    <a:pt x="600" y="421"/>
                    <a:pt x="600" y="423"/>
                  </a:cubicBezTo>
                  <a:cubicBezTo>
                    <a:pt x="600" y="425"/>
                    <a:pt x="601" y="428"/>
                    <a:pt x="601" y="430"/>
                  </a:cubicBezTo>
                  <a:cubicBezTo>
                    <a:pt x="601" y="432"/>
                    <a:pt x="601" y="436"/>
                    <a:pt x="599" y="438"/>
                  </a:cubicBezTo>
                  <a:cubicBezTo>
                    <a:pt x="598" y="438"/>
                    <a:pt x="596" y="439"/>
                    <a:pt x="595" y="439"/>
                  </a:cubicBezTo>
                  <a:cubicBezTo>
                    <a:pt x="594" y="438"/>
                    <a:pt x="591" y="438"/>
                    <a:pt x="590" y="437"/>
                  </a:cubicBezTo>
                  <a:cubicBezTo>
                    <a:pt x="589" y="436"/>
                    <a:pt x="587" y="432"/>
                    <a:pt x="585" y="431"/>
                  </a:cubicBezTo>
                  <a:cubicBezTo>
                    <a:pt x="584" y="430"/>
                    <a:pt x="581" y="429"/>
                    <a:pt x="580" y="429"/>
                  </a:cubicBezTo>
                  <a:cubicBezTo>
                    <a:pt x="578" y="428"/>
                    <a:pt x="573" y="429"/>
                    <a:pt x="571" y="430"/>
                  </a:cubicBezTo>
                  <a:cubicBezTo>
                    <a:pt x="570" y="430"/>
                    <a:pt x="569" y="432"/>
                    <a:pt x="568" y="432"/>
                  </a:cubicBezTo>
                  <a:cubicBezTo>
                    <a:pt x="566" y="431"/>
                    <a:pt x="563" y="426"/>
                    <a:pt x="561" y="425"/>
                  </a:cubicBezTo>
                  <a:cubicBezTo>
                    <a:pt x="559" y="423"/>
                    <a:pt x="555" y="421"/>
                    <a:pt x="553" y="420"/>
                  </a:cubicBezTo>
                  <a:cubicBezTo>
                    <a:pt x="551" y="420"/>
                    <a:pt x="549" y="419"/>
                    <a:pt x="547" y="418"/>
                  </a:cubicBezTo>
                  <a:cubicBezTo>
                    <a:pt x="545" y="416"/>
                    <a:pt x="540" y="412"/>
                    <a:pt x="539" y="409"/>
                  </a:cubicBezTo>
                  <a:cubicBezTo>
                    <a:pt x="538" y="409"/>
                    <a:pt x="538" y="406"/>
                    <a:pt x="538" y="406"/>
                  </a:cubicBezTo>
                  <a:cubicBezTo>
                    <a:pt x="537" y="405"/>
                    <a:pt x="535" y="405"/>
                    <a:pt x="534" y="404"/>
                  </a:cubicBezTo>
                  <a:cubicBezTo>
                    <a:pt x="533" y="403"/>
                    <a:pt x="530" y="400"/>
                    <a:pt x="531" y="399"/>
                  </a:cubicBezTo>
                  <a:cubicBezTo>
                    <a:pt x="531" y="398"/>
                    <a:pt x="533" y="399"/>
                    <a:pt x="534" y="398"/>
                  </a:cubicBezTo>
                  <a:cubicBezTo>
                    <a:pt x="535" y="397"/>
                    <a:pt x="534" y="394"/>
                    <a:pt x="533" y="392"/>
                  </a:cubicBezTo>
                  <a:cubicBezTo>
                    <a:pt x="533" y="391"/>
                    <a:pt x="531" y="389"/>
                    <a:pt x="531" y="388"/>
                  </a:cubicBezTo>
                  <a:cubicBezTo>
                    <a:pt x="531" y="386"/>
                    <a:pt x="532" y="382"/>
                    <a:pt x="531" y="380"/>
                  </a:cubicBezTo>
                  <a:cubicBezTo>
                    <a:pt x="531" y="378"/>
                    <a:pt x="528" y="374"/>
                    <a:pt x="527" y="372"/>
                  </a:cubicBezTo>
                  <a:cubicBezTo>
                    <a:pt x="527" y="370"/>
                    <a:pt x="526" y="367"/>
                    <a:pt x="525" y="366"/>
                  </a:cubicBezTo>
                  <a:cubicBezTo>
                    <a:pt x="524" y="365"/>
                    <a:pt x="522" y="364"/>
                    <a:pt x="521" y="364"/>
                  </a:cubicBezTo>
                  <a:cubicBezTo>
                    <a:pt x="520" y="364"/>
                    <a:pt x="518" y="366"/>
                    <a:pt x="517" y="365"/>
                  </a:cubicBezTo>
                  <a:cubicBezTo>
                    <a:pt x="516" y="364"/>
                    <a:pt x="517" y="360"/>
                    <a:pt x="517" y="359"/>
                  </a:cubicBezTo>
                  <a:cubicBezTo>
                    <a:pt x="517" y="357"/>
                    <a:pt x="516" y="354"/>
                    <a:pt x="516" y="352"/>
                  </a:cubicBezTo>
                  <a:cubicBezTo>
                    <a:pt x="515" y="350"/>
                    <a:pt x="513" y="348"/>
                    <a:pt x="513" y="346"/>
                  </a:cubicBezTo>
                  <a:cubicBezTo>
                    <a:pt x="513" y="345"/>
                    <a:pt x="514" y="344"/>
                    <a:pt x="514" y="344"/>
                  </a:cubicBezTo>
                  <a:cubicBezTo>
                    <a:pt x="513" y="342"/>
                    <a:pt x="509" y="343"/>
                    <a:pt x="508" y="342"/>
                  </a:cubicBezTo>
                  <a:cubicBezTo>
                    <a:pt x="507" y="342"/>
                    <a:pt x="507" y="339"/>
                    <a:pt x="506" y="338"/>
                  </a:cubicBezTo>
                  <a:cubicBezTo>
                    <a:pt x="505" y="338"/>
                    <a:pt x="504" y="340"/>
                    <a:pt x="503" y="340"/>
                  </a:cubicBezTo>
                  <a:cubicBezTo>
                    <a:pt x="501" y="341"/>
                    <a:pt x="497" y="339"/>
                    <a:pt x="495" y="338"/>
                  </a:cubicBezTo>
                  <a:cubicBezTo>
                    <a:pt x="492" y="338"/>
                    <a:pt x="487" y="339"/>
                    <a:pt x="485" y="338"/>
                  </a:cubicBezTo>
                  <a:cubicBezTo>
                    <a:pt x="484" y="338"/>
                    <a:pt x="482" y="336"/>
                    <a:pt x="481" y="336"/>
                  </a:cubicBezTo>
                  <a:cubicBezTo>
                    <a:pt x="480" y="336"/>
                    <a:pt x="477" y="337"/>
                    <a:pt x="476" y="338"/>
                  </a:cubicBezTo>
                  <a:cubicBezTo>
                    <a:pt x="474" y="338"/>
                    <a:pt x="468" y="338"/>
                    <a:pt x="466" y="338"/>
                  </a:cubicBezTo>
                  <a:cubicBezTo>
                    <a:pt x="465" y="339"/>
                    <a:pt x="463" y="340"/>
                    <a:pt x="462" y="340"/>
                  </a:cubicBezTo>
                  <a:cubicBezTo>
                    <a:pt x="460" y="341"/>
                    <a:pt x="454" y="340"/>
                    <a:pt x="452" y="340"/>
                  </a:cubicBezTo>
                  <a:cubicBezTo>
                    <a:pt x="451" y="341"/>
                    <a:pt x="449" y="342"/>
                    <a:pt x="448" y="342"/>
                  </a:cubicBezTo>
                  <a:cubicBezTo>
                    <a:pt x="447" y="341"/>
                    <a:pt x="445" y="339"/>
                    <a:pt x="444" y="339"/>
                  </a:cubicBezTo>
                  <a:cubicBezTo>
                    <a:pt x="443" y="338"/>
                    <a:pt x="440" y="339"/>
                    <a:pt x="439" y="339"/>
                  </a:cubicBezTo>
                  <a:cubicBezTo>
                    <a:pt x="438" y="338"/>
                    <a:pt x="436" y="335"/>
                    <a:pt x="435" y="335"/>
                  </a:cubicBezTo>
                  <a:cubicBezTo>
                    <a:pt x="433" y="334"/>
                    <a:pt x="431" y="335"/>
                    <a:pt x="430" y="335"/>
                  </a:cubicBezTo>
                  <a:cubicBezTo>
                    <a:pt x="429" y="335"/>
                    <a:pt x="427" y="333"/>
                    <a:pt x="426" y="332"/>
                  </a:cubicBezTo>
                  <a:cubicBezTo>
                    <a:pt x="424" y="331"/>
                    <a:pt x="420" y="328"/>
                    <a:pt x="418" y="328"/>
                  </a:cubicBezTo>
                  <a:cubicBezTo>
                    <a:pt x="417" y="327"/>
                    <a:pt x="414" y="328"/>
                    <a:pt x="412" y="328"/>
                  </a:cubicBezTo>
                  <a:cubicBezTo>
                    <a:pt x="410" y="327"/>
                    <a:pt x="406" y="324"/>
                    <a:pt x="404" y="324"/>
                  </a:cubicBezTo>
                  <a:cubicBezTo>
                    <a:pt x="402" y="323"/>
                    <a:pt x="399" y="323"/>
                    <a:pt x="398" y="324"/>
                  </a:cubicBezTo>
                  <a:cubicBezTo>
                    <a:pt x="397" y="324"/>
                    <a:pt x="396" y="326"/>
                    <a:pt x="395" y="326"/>
                  </a:cubicBezTo>
                  <a:cubicBezTo>
                    <a:pt x="394" y="325"/>
                    <a:pt x="394" y="322"/>
                    <a:pt x="394" y="321"/>
                  </a:cubicBezTo>
                  <a:cubicBezTo>
                    <a:pt x="394" y="320"/>
                    <a:pt x="394" y="319"/>
                    <a:pt x="394" y="319"/>
                  </a:cubicBezTo>
                  <a:cubicBezTo>
                    <a:pt x="395" y="318"/>
                    <a:pt x="399" y="318"/>
                    <a:pt x="400" y="317"/>
                  </a:cubicBezTo>
                  <a:cubicBezTo>
                    <a:pt x="400" y="317"/>
                    <a:pt x="400" y="315"/>
                    <a:pt x="400" y="315"/>
                  </a:cubicBezTo>
                  <a:cubicBezTo>
                    <a:pt x="400" y="314"/>
                    <a:pt x="399" y="312"/>
                    <a:pt x="399" y="311"/>
                  </a:cubicBezTo>
                  <a:cubicBezTo>
                    <a:pt x="399" y="310"/>
                    <a:pt x="400" y="308"/>
                    <a:pt x="401" y="308"/>
                  </a:cubicBezTo>
                  <a:cubicBezTo>
                    <a:pt x="402" y="307"/>
                    <a:pt x="406" y="309"/>
                    <a:pt x="408" y="308"/>
                  </a:cubicBezTo>
                  <a:cubicBezTo>
                    <a:pt x="409" y="308"/>
                    <a:pt x="412" y="308"/>
                    <a:pt x="413" y="308"/>
                  </a:cubicBezTo>
                  <a:cubicBezTo>
                    <a:pt x="413" y="307"/>
                    <a:pt x="414" y="305"/>
                    <a:pt x="414" y="304"/>
                  </a:cubicBezTo>
                  <a:cubicBezTo>
                    <a:pt x="414" y="303"/>
                    <a:pt x="413" y="300"/>
                    <a:pt x="412" y="299"/>
                  </a:cubicBezTo>
                  <a:cubicBezTo>
                    <a:pt x="411" y="299"/>
                    <a:pt x="409" y="300"/>
                    <a:pt x="408" y="300"/>
                  </a:cubicBezTo>
                  <a:cubicBezTo>
                    <a:pt x="406" y="301"/>
                    <a:pt x="403" y="299"/>
                    <a:pt x="401" y="300"/>
                  </a:cubicBezTo>
                  <a:cubicBezTo>
                    <a:pt x="400" y="300"/>
                    <a:pt x="399" y="302"/>
                    <a:pt x="398" y="302"/>
                  </a:cubicBezTo>
                  <a:cubicBezTo>
                    <a:pt x="397" y="303"/>
                    <a:pt x="395" y="305"/>
                    <a:pt x="394" y="306"/>
                  </a:cubicBezTo>
                  <a:cubicBezTo>
                    <a:pt x="393" y="307"/>
                    <a:pt x="390" y="307"/>
                    <a:pt x="388" y="306"/>
                  </a:cubicBezTo>
                  <a:cubicBezTo>
                    <a:pt x="387" y="305"/>
                    <a:pt x="387" y="301"/>
                    <a:pt x="386" y="300"/>
                  </a:cubicBezTo>
                  <a:cubicBezTo>
                    <a:pt x="385" y="299"/>
                    <a:pt x="380" y="299"/>
                    <a:pt x="378" y="299"/>
                  </a:cubicBezTo>
                  <a:cubicBezTo>
                    <a:pt x="376" y="299"/>
                    <a:pt x="370" y="300"/>
                    <a:pt x="367" y="301"/>
                  </a:cubicBezTo>
                  <a:cubicBezTo>
                    <a:pt x="364" y="302"/>
                    <a:pt x="359" y="305"/>
                    <a:pt x="357" y="307"/>
                  </a:cubicBezTo>
                  <a:cubicBezTo>
                    <a:pt x="353" y="309"/>
                    <a:pt x="348" y="316"/>
                    <a:pt x="346" y="320"/>
                  </a:cubicBezTo>
                  <a:cubicBezTo>
                    <a:pt x="345" y="321"/>
                    <a:pt x="344" y="322"/>
                    <a:pt x="343" y="324"/>
                  </a:cubicBezTo>
                  <a:cubicBezTo>
                    <a:pt x="342" y="322"/>
                    <a:pt x="340" y="320"/>
                    <a:pt x="339" y="319"/>
                  </a:cubicBezTo>
                  <a:cubicBezTo>
                    <a:pt x="338" y="317"/>
                    <a:pt x="334" y="312"/>
                    <a:pt x="332" y="311"/>
                  </a:cubicBezTo>
                  <a:cubicBezTo>
                    <a:pt x="330" y="311"/>
                    <a:pt x="326" y="312"/>
                    <a:pt x="324" y="311"/>
                  </a:cubicBezTo>
                  <a:cubicBezTo>
                    <a:pt x="322" y="310"/>
                    <a:pt x="318" y="306"/>
                    <a:pt x="317" y="304"/>
                  </a:cubicBezTo>
                  <a:cubicBezTo>
                    <a:pt x="316" y="303"/>
                    <a:pt x="315" y="299"/>
                    <a:pt x="315" y="298"/>
                  </a:cubicBezTo>
                  <a:cubicBezTo>
                    <a:pt x="315" y="296"/>
                    <a:pt x="316" y="293"/>
                    <a:pt x="316" y="292"/>
                  </a:cubicBezTo>
                  <a:cubicBezTo>
                    <a:pt x="317" y="291"/>
                    <a:pt x="317" y="288"/>
                    <a:pt x="316" y="287"/>
                  </a:cubicBezTo>
                  <a:cubicBezTo>
                    <a:pt x="316" y="286"/>
                    <a:pt x="313" y="285"/>
                    <a:pt x="312" y="284"/>
                  </a:cubicBezTo>
                  <a:cubicBezTo>
                    <a:pt x="311" y="282"/>
                    <a:pt x="310" y="279"/>
                    <a:pt x="310" y="277"/>
                  </a:cubicBezTo>
                  <a:cubicBezTo>
                    <a:pt x="311" y="275"/>
                    <a:pt x="312" y="273"/>
                    <a:pt x="313" y="271"/>
                  </a:cubicBezTo>
                  <a:cubicBezTo>
                    <a:pt x="313" y="269"/>
                    <a:pt x="315" y="266"/>
                    <a:pt x="314" y="264"/>
                  </a:cubicBezTo>
                  <a:cubicBezTo>
                    <a:pt x="314" y="262"/>
                    <a:pt x="311" y="259"/>
                    <a:pt x="309" y="258"/>
                  </a:cubicBezTo>
                  <a:cubicBezTo>
                    <a:pt x="308" y="257"/>
                    <a:pt x="305" y="257"/>
                    <a:pt x="304" y="258"/>
                  </a:cubicBezTo>
                  <a:cubicBezTo>
                    <a:pt x="302" y="259"/>
                    <a:pt x="301" y="264"/>
                    <a:pt x="299" y="265"/>
                  </a:cubicBezTo>
                  <a:cubicBezTo>
                    <a:pt x="297" y="266"/>
                    <a:pt x="293" y="266"/>
                    <a:pt x="291" y="265"/>
                  </a:cubicBezTo>
                  <a:cubicBezTo>
                    <a:pt x="289" y="264"/>
                    <a:pt x="288" y="259"/>
                    <a:pt x="286" y="258"/>
                  </a:cubicBezTo>
                  <a:cubicBezTo>
                    <a:pt x="285" y="257"/>
                    <a:pt x="283" y="258"/>
                    <a:pt x="281" y="258"/>
                  </a:cubicBezTo>
                  <a:cubicBezTo>
                    <a:pt x="280" y="258"/>
                    <a:pt x="278" y="261"/>
                    <a:pt x="277" y="262"/>
                  </a:cubicBezTo>
                  <a:cubicBezTo>
                    <a:pt x="276" y="263"/>
                    <a:pt x="276" y="267"/>
                    <a:pt x="275" y="268"/>
                  </a:cubicBezTo>
                  <a:cubicBezTo>
                    <a:pt x="275" y="270"/>
                    <a:pt x="273" y="273"/>
                    <a:pt x="271" y="273"/>
                  </a:cubicBezTo>
                  <a:cubicBezTo>
                    <a:pt x="269" y="273"/>
                    <a:pt x="265" y="269"/>
                    <a:pt x="263" y="267"/>
                  </a:cubicBezTo>
                  <a:cubicBezTo>
                    <a:pt x="261" y="265"/>
                    <a:pt x="259" y="260"/>
                    <a:pt x="256" y="258"/>
                  </a:cubicBezTo>
                  <a:cubicBezTo>
                    <a:pt x="254" y="256"/>
                    <a:pt x="248" y="254"/>
                    <a:pt x="246" y="253"/>
                  </a:cubicBezTo>
                  <a:cubicBezTo>
                    <a:pt x="243" y="252"/>
                    <a:pt x="236" y="251"/>
                    <a:pt x="234" y="249"/>
                  </a:cubicBezTo>
                  <a:cubicBezTo>
                    <a:pt x="232" y="248"/>
                    <a:pt x="228" y="246"/>
                    <a:pt x="227" y="244"/>
                  </a:cubicBezTo>
                  <a:cubicBezTo>
                    <a:pt x="226" y="241"/>
                    <a:pt x="228" y="235"/>
                    <a:pt x="227" y="232"/>
                  </a:cubicBezTo>
                  <a:cubicBezTo>
                    <a:pt x="227" y="230"/>
                    <a:pt x="227" y="227"/>
                    <a:pt x="226" y="226"/>
                  </a:cubicBezTo>
                  <a:cubicBezTo>
                    <a:pt x="224" y="224"/>
                    <a:pt x="221" y="221"/>
                    <a:pt x="219" y="221"/>
                  </a:cubicBezTo>
                  <a:cubicBezTo>
                    <a:pt x="217" y="221"/>
                    <a:pt x="214" y="223"/>
                    <a:pt x="213" y="224"/>
                  </a:cubicBezTo>
                  <a:cubicBezTo>
                    <a:pt x="212" y="226"/>
                    <a:pt x="214" y="230"/>
                    <a:pt x="213" y="232"/>
                  </a:cubicBezTo>
                  <a:cubicBezTo>
                    <a:pt x="212" y="233"/>
                    <a:pt x="208" y="233"/>
                    <a:pt x="207" y="233"/>
                  </a:cubicBezTo>
                  <a:cubicBezTo>
                    <a:pt x="205" y="232"/>
                    <a:pt x="205" y="227"/>
                    <a:pt x="204" y="226"/>
                  </a:cubicBezTo>
                  <a:cubicBezTo>
                    <a:pt x="202" y="224"/>
                    <a:pt x="198" y="223"/>
                    <a:pt x="196" y="222"/>
                  </a:cubicBezTo>
                  <a:cubicBezTo>
                    <a:pt x="194" y="222"/>
                    <a:pt x="190" y="222"/>
                    <a:pt x="189" y="221"/>
                  </a:cubicBezTo>
                  <a:cubicBezTo>
                    <a:pt x="188" y="220"/>
                    <a:pt x="186" y="216"/>
                    <a:pt x="186" y="215"/>
                  </a:cubicBezTo>
                  <a:cubicBezTo>
                    <a:pt x="187" y="213"/>
                    <a:pt x="190" y="212"/>
                    <a:pt x="191" y="211"/>
                  </a:cubicBezTo>
                  <a:cubicBezTo>
                    <a:pt x="192" y="209"/>
                    <a:pt x="193" y="206"/>
                    <a:pt x="193" y="204"/>
                  </a:cubicBezTo>
                  <a:cubicBezTo>
                    <a:pt x="193" y="202"/>
                    <a:pt x="193" y="198"/>
                    <a:pt x="193" y="196"/>
                  </a:cubicBezTo>
                  <a:cubicBezTo>
                    <a:pt x="192" y="194"/>
                    <a:pt x="189" y="190"/>
                    <a:pt x="187" y="188"/>
                  </a:cubicBezTo>
                  <a:cubicBezTo>
                    <a:pt x="184" y="186"/>
                    <a:pt x="179" y="183"/>
                    <a:pt x="176" y="182"/>
                  </a:cubicBezTo>
                  <a:cubicBezTo>
                    <a:pt x="173" y="181"/>
                    <a:pt x="168" y="180"/>
                    <a:pt x="166" y="180"/>
                  </a:cubicBezTo>
                  <a:cubicBezTo>
                    <a:pt x="164" y="181"/>
                    <a:pt x="161" y="182"/>
                    <a:pt x="160" y="183"/>
                  </a:cubicBezTo>
                  <a:cubicBezTo>
                    <a:pt x="159" y="184"/>
                    <a:pt x="159" y="187"/>
                    <a:pt x="158" y="189"/>
                  </a:cubicBezTo>
                  <a:cubicBezTo>
                    <a:pt x="157" y="190"/>
                    <a:pt x="152" y="193"/>
                    <a:pt x="151" y="195"/>
                  </a:cubicBezTo>
                  <a:cubicBezTo>
                    <a:pt x="150" y="196"/>
                    <a:pt x="151" y="198"/>
                    <a:pt x="150" y="199"/>
                  </a:cubicBezTo>
                  <a:cubicBezTo>
                    <a:pt x="149" y="200"/>
                    <a:pt x="146" y="201"/>
                    <a:pt x="145" y="201"/>
                  </a:cubicBezTo>
                  <a:cubicBezTo>
                    <a:pt x="143" y="200"/>
                    <a:pt x="144" y="196"/>
                    <a:pt x="143" y="195"/>
                  </a:cubicBezTo>
                  <a:cubicBezTo>
                    <a:pt x="142" y="193"/>
                    <a:pt x="139" y="191"/>
                    <a:pt x="137" y="191"/>
                  </a:cubicBezTo>
                  <a:cubicBezTo>
                    <a:pt x="135" y="191"/>
                    <a:pt x="131" y="194"/>
                    <a:pt x="130" y="196"/>
                  </a:cubicBezTo>
                  <a:cubicBezTo>
                    <a:pt x="128" y="197"/>
                    <a:pt x="124" y="200"/>
                    <a:pt x="121" y="201"/>
                  </a:cubicBezTo>
                  <a:cubicBezTo>
                    <a:pt x="120" y="202"/>
                    <a:pt x="118" y="202"/>
                    <a:pt x="116" y="202"/>
                  </a:cubicBezTo>
                  <a:cubicBezTo>
                    <a:pt x="114" y="202"/>
                    <a:pt x="113" y="202"/>
                    <a:pt x="112" y="202"/>
                  </a:cubicBezTo>
                  <a:cubicBezTo>
                    <a:pt x="110" y="201"/>
                    <a:pt x="106" y="199"/>
                    <a:pt x="104" y="198"/>
                  </a:cubicBezTo>
                  <a:cubicBezTo>
                    <a:pt x="101" y="197"/>
                    <a:pt x="97" y="192"/>
                    <a:pt x="93" y="192"/>
                  </a:cubicBezTo>
                  <a:cubicBezTo>
                    <a:pt x="92" y="192"/>
                    <a:pt x="89" y="194"/>
                    <a:pt x="87" y="195"/>
                  </a:cubicBezTo>
                  <a:cubicBezTo>
                    <a:pt x="85" y="195"/>
                    <a:pt x="81" y="198"/>
                    <a:pt x="79" y="198"/>
                  </a:cubicBezTo>
                  <a:cubicBezTo>
                    <a:pt x="76" y="198"/>
                    <a:pt x="70" y="196"/>
                    <a:pt x="68" y="195"/>
                  </a:cubicBezTo>
                  <a:cubicBezTo>
                    <a:pt x="66" y="193"/>
                    <a:pt x="66" y="187"/>
                    <a:pt x="64" y="184"/>
                  </a:cubicBezTo>
                  <a:cubicBezTo>
                    <a:pt x="63" y="183"/>
                    <a:pt x="60" y="180"/>
                    <a:pt x="60" y="179"/>
                  </a:cubicBezTo>
                  <a:cubicBezTo>
                    <a:pt x="59" y="176"/>
                    <a:pt x="61" y="170"/>
                    <a:pt x="61" y="167"/>
                  </a:cubicBezTo>
                  <a:cubicBezTo>
                    <a:pt x="60" y="164"/>
                    <a:pt x="59" y="159"/>
                    <a:pt x="57" y="157"/>
                  </a:cubicBezTo>
                  <a:cubicBezTo>
                    <a:pt x="55" y="156"/>
                    <a:pt x="51" y="158"/>
                    <a:pt x="49" y="157"/>
                  </a:cubicBezTo>
                  <a:cubicBezTo>
                    <a:pt x="46" y="157"/>
                    <a:pt x="41" y="155"/>
                    <a:pt x="39" y="154"/>
                  </a:cubicBezTo>
                  <a:cubicBezTo>
                    <a:pt x="38" y="153"/>
                    <a:pt x="35" y="151"/>
                    <a:pt x="34" y="150"/>
                  </a:cubicBezTo>
                  <a:cubicBezTo>
                    <a:pt x="32" y="147"/>
                    <a:pt x="31" y="140"/>
                    <a:pt x="32" y="137"/>
                  </a:cubicBezTo>
                  <a:cubicBezTo>
                    <a:pt x="33" y="136"/>
                    <a:pt x="38" y="137"/>
                    <a:pt x="39" y="135"/>
                  </a:cubicBezTo>
                  <a:cubicBezTo>
                    <a:pt x="40" y="133"/>
                    <a:pt x="36" y="127"/>
                    <a:pt x="35" y="125"/>
                  </a:cubicBezTo>
                  <a:cubicBezTo>
                    <a:pt x="33" y="123"/>
                    <a:pt x="28" y="121"/>
                    <a:pt x="26" y="120"/>
                  </a:cubicBezTo>
                  <a:cubicBezTo>
                    <a:pt x="24" y="119"/>
                    <a:pt x="19" y="120"/>
                    <a:pt x="17" y="1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50"/>
            <p:cNvSpPr>
              <a:spLocks/>
            </p:cNvSpPr>
            <p:nvPr/>
          </p:nvSpPr>
          <p:spPr bwMode="auto">
            <a:xfrm>
              <a:off x="7681913" y="3509963"/>
              <a:ext cx="458787" cy="873125"/>
            </a:xfrm>
            <a:custGeom>
              <a:avLst/>
              <a:gdLst/>
              <a:ahLst/>
              <a:cxnLst>
                <a:cxn ang="0">
                  <a:pos x="252" y="238"/>
                </a:cxn>
                <a:cxn ang="0">
                  <a:pos x="247" y="253"/>
                </a:cxn>
                <a:cxn ang="0">
                  <a:pos x="240" y="261"/>
                </a:cxn>
                <a:cxn ang="0">
                  <a:pos x="231" y="258"/>
                </a:cxn>
                <a:cxn ang="0">
                  <a:pos x="224" y="256"/>
                </a:cxn>
                <a:cxn ang="0">
                  <a:pos x="205" y="257"/>
                </a:cxn>
                <a:cxn ang="0">
                  <a:pos x="154" y="292"/>
                </a:cxn>
                <a:cxn ang="0">
                  <a:pos x="149" y="312"/>
                </a:cxn>
                <a:cxn ang="0">
                  <a:pos x="158" y="349"/>
                </a:cxn>
                <a:cxn ang="0">
                  <a:pos x="156" y="377"/>
                </a:cxn>
                <a:cxn ang="0">
                  <a:pos x="125" y="398"/>
                </a:cxn>
                <a:cxn ang="0">
                  <a:pos x="96" y="459"/>
                </a:cxn>
                <a:cxn ang="0">
                  <a:pos x="61" y="487"/>
                </a:cxn>
                <a:cxn ang="0">
                  <a:pos x="17" y="484"/>
                </a:cxn>
                <a:cxn ang="0">
                  <a:pos x="10" y="442"/>
                </a:cxn>
                <a:cxn ang="0">
                  <a:pos x="16" y="418"/>
                </a:cxn>
                <a:cxn ang="0">
                  <a:pos x="39" y="389"/>
                </a:cxn>
                <a:cxn ang="0">
                  <a:pos x="46" y="352"/>
                </a:cxn>
                <a:cxn ang="0">
                  <a:pos x="32" y="331"/>
                </a:cxn>
                <a:cxn ang="0">
                  <a:pos x="59" y="311"/>
                </a:cxn>
                <a:cxn ang="0">
                  <a:pos x="89" y="299"/>
                </a:cxn>
                <a:cxn ang="0">
                  <a:pos x="83" y="262"/>
                </a:cxn>
                <a:cxn ang="0">
                  <a:pos x="67" y="234"/>
                </a:cxn>
                <a:cxn ang="0">
                  <a:pos x="58" y="188"/>
                </a:cxn>
                <a:cxn ang="0">
                  <a:pos x="36" y="145"/>
                </a:cxn>
                <a:cxn ang="0">
                  <a:pos x="14" y="112"/>
                </a:cxn>
                <a:cxn ang="0">
                  <a:pos x="6" y="86"/>
                </a:cxn>
                <a:cxn ang="0">
                  <a:pos x="2" y="69"/>
                </a:cxn>
                <a:cxn ang="0">
                  <a:pos x="10" y="50"/>
                </a:cxn>
                <a:cxn ang="0">
                  <a:pos x="24" y="41"/>
                </a:cxn>
                <a:cxn ang="0">
                  <a:pos x="46" y="34"/>
                </a:cxn>
                <a:cxn ang="0">
                  <a:pos x="54" y="57"/>
                </a:cxn>
                <a:cxn ang="0">
                  <a:pos x="81" y="46"/>
                </a:cxn>
                <a:cxn ang="0">
                  <a:pos x="104" y="45"/>
                </a:cxn>
                <a:cxn ang="0">
                  <a:pos x="109" y="23"/>
                </a:cxn>
                <a:cxn ang="0">
                  <a:pos x="121" y="2"/>
                </a:cxn>
                <a:cxn ang="0">
                  <a:pos x="139" y="5"/>
                </a:cxn>
                <a:cxn ang="0">
                  <a:pos x="139" y="31"/>
                </a:cxn>
                <a:cxn ang="0">
                  <a:pos x="131" y="57"/>
                </a:cxn>
                <a:cxn ang="0">
                  <a:pos x="131" y="99"/>
                </a:cxn>
                <a:cxn ang="0">
                  <a:pos x="162" y="107"/>
                </a:cxn>
                <a:cxn ang="0">
                  <a:pos x="189" y="121"/>
                </a:cxn>
                <a:cxn ang="0">
                  <a:pos x="217" y="133"/>
                </a:cxn>
                <a:cxn ang="0">
                  <a:pos x="238" y="150"/>
                </a:cxn>
                <a:cxn ang="0">
                  <a:pos x="236" y="170"/>
                </a:cxn>
                <a:cxn ang="0">
                  <a:pos x="244" y="196"/>
                </a:cxn>
                <a:cxn ang="0">
                  <a:pos x="246" y="219"/>
                </a:cxn>
                <a:cxn ang="0">
                  <a:pos x="257" y="227"/>
                </a:cxn>
              </a:cxnLst>
              <a:rect l="0" t="0" r="r" b="b"/>
              <a:pathLst>
                <a:path w="259" h="494">
                  <a:moveTo>
                    <a:pt x="259" y="228"/>
                  </a:moveTo>
                  <a:cubicBezTo>
                    <a:pt x="259" y="229"/>
                    <a:pt x="259" y="231"/>
                    <a:pt x="258" y="232"/>
                  </a:cubicBezTo>
                  <a:cubicBezTo>
                    <a:pt x="258" y="232"/>
                    <a:pt x="256" y="232"/>
                    <a:pt x="255" y="233"/>
                  </a:cubicBezTo>
                  <a:cubicBezTo>
                    <a:pt x="254" y="234"/>
                    <a:pt x="252" y="236"/>
                    <a:pt x="252" y="238"/>
                  </a:cubicBezTo>
                  <a:cubicBezTo>
                    <a:pt x="252" y="239"/>
                    <a:pt x="252" y="242"/>
                    <a:pt x="252" y="243"/>
                  </a:cubicBezTo>
                  <a:cubicBezTo>
                    <a:pt x="252" y="244"/>
                    <a:pt x="255" y="246"/>
                    <a:pt x="254" y="248"/>
                  </a:cubicBezTo>
                  <a:cubicBezTo>
                    <a:pt x="254" y="249"/>
                    <a:pt x="251" y="248"/>
                    <a:pt x="250" y="249"/>
                  </a:cubicBezTo>
                  <a:cubicBezTo>
                    <a:pt x="249" y="250"/>
                    <a:pt x="247" y="252"/>
                    <a:pt x="247" y="253"/>
                  </a:cubicBezTo>
                  <a:cubicBezTo>
                    <a:pt x="246" y="254"/>
                    <a:pt x="246" y="257"/>
                    <a:pt x="246" y="257"/>
                  </a:cubicBezTo>
                  <a:cubicBezTo>
                    <a:pt x="245" y="258"/>
                    <a:pt x="244" y="259"/>
                    <a:pt x="244" y="259"/>
                  </a:cubicBezTo>
                  <a:cubicBezTo>
                    <a:pt x="243" y="260"/>
                    <a:pt x="243" y="262"/>
                    <a:pt x="242" y="262"/>
                  </a:cubicBezTo>
                  <a:cubicBezTo>
                    <a:pt x="242" y="262"/>
                    <a:pt x="240" y="262"/>
                    <a:pt x="240" y="261"/>
                  </a:cubicBezTo>
                  <a:cubicBezTo>
                    <a:pt x="240" y="261"/>
                    <a:pt x="241" y="259"/>
                    <a:pt x="240" y="259"/>
                  </a:cubicBezTo>
                  <a:cubicBezTo>
                    <a:pt x="239" y="258"/>
                    <a:pt x="237" y="259"/>
                    <a:pt x="236" y="259"/>
                  </a:cubicBezTo>
                  <a:cubicBezTo>
                    <a:pt x="235" y="258"/>
                    <a:pt x="234" y="258"/>
                    <a:pt x="233" y="258"/>
                  </a:cubicBezTo>
                  <a:cubicBezTo>
                    <a:pt x="233" y="258"/>
                    <a:pt x="231" y="258"/>
                    <a:pt x="231" y="258"/>
                  </a:cubicBezTo>
                  <a:cubicBezTo>
                    <a:pt x="230" y="259"/>
                    <a:pt x="231" y="260"/>
                    <a:pt x="231" y="261"/>
                  </a:cubicBezTo>
                  <a:cubicBezTo>
                    <a:pt x="231" y="262"/>
                    <a:pt x="230" y="263"/>
                    <a:pt x="229" y="263"/>
                  </a:cubicBezTo>
                  <a:cubicBezTo>
                    <a:pt x="228" y="263"/>
                    <a:pt x="226" y="260"/>
                    <a:pt x="225" y="259"/>
                  </a:cubicBezTo>
                  <a:cubicBezTo>
                    <a:pt x="225" y="258"/>
                    <a:pt x="225" y="256"/>
                    <a:pt x="224" y="256"/>
                  </a:cubicBezTo>
                  <a:cubicBezTo>
                    <a:pt x="224" y="255"/>
                    <a:pt x="223" y="254"/>
                    <a:pt x="222" y="254"/>
                  </a:cubicBezTo>
                  <a:cubicBezTo>
                    <a:pt x="221" y="254"/>
                    <a:pt x="219" y="255"/>
                    <a:pt x="218" y="256"/>
                  </a:cubicBezTo>
                  <a:cubicBezTo>
                    <a:pt x="216" y="256"/>
                    <a:pt x="212" y="256"/>
                    <a:pt x="210" y="256"/>
                  </a:cubicBezTo>
                  <a:cubicBezTo>
                    <a:pt x="209" y="256"/>
                    <a:pt x="206" y="257"/>
                    <a:pt x="205" y="257"/>
                  </a:cubicBezTo>
                  <a:cubicBezTo>
                    <a:pt x="200" y="259"/>
                    <a:pt x="189" y="262"/>
                    <a:pt x="185" y="264"/>
                  </a:cubicBezTo>
                  <a:cubicBezTo>
                    <a:pt x="180" y="267"/>
                    <a:pt x="171" y="273"/>
                    <a:pt x="167" y="277"/>
                  </a:cubicBezTo>
                  <a:cubicBezTo>
                    <a:pt x="164" y="279"/>
                    <a:pt x="160" y="284"/>
                    <a:pt x="158" y="286"/>
                  </a:cubicBezTo>
                  <a:cubicBezTo>
                    <a:pt x="157" y="288"/>
                    <a:pt x="155" y="291"/>
                    <a:pt x="154" y="292"/>
                  </a:cubicBezTo>
                  <a:cubicBezTo>
                    <a:pt x="154" y="294"/>
                    <a:pt x="154" y="298"/>
                    <a:pt x="153" y="299"/>
                  </a:cubicBezTo>
                  <a:cubicBezTo>
                    <a:pt x="153" y="300"/>
                    <a:pt x="151" y="303"/>
                    <a:pt x="151" y="304"/>
                  </a:cubicBezTo>
                  <a:cubicBezTo>
                    <a:pt x="151" y="305"/>
                    <a:pt x="151" y="307"/>
                    <a:pt x="151" y="308"/>
                  </a:cubicBezTo>
                  <a:cubicBezTo>
                    <a:pt x="150" y="309"/>
                    <a:pt x="149" y="311"/>
                    <a:pt x="149" y="312"/>
                  </a:cubicBezTo>
                  <a:cubicBezTo>
                    <a:pt x="150" y="314"/>
                    <a:pt x="153" y="317"/>
                    <a:pt x="153" y="319"/>
                  </a:cubicBezTo>
                  <a:cubicBezTo>
                    <a:pt x="154" y="322"/>
                    <a:pt x="153" y="329"/>
                    <a:pt x="154" y="332"/>
                  </a:cubicBezTo>
                  <a:cubicBezTo>
                    <a:pt x="154" y="334"/>
                    <a:pt x="156" y="338"/>
                    <a:pt x="156" y="340"/>
                  </a:cubicBezTo>
                  <a:cubicBezTo>
                    <a:pt x="157" y="343"/>
                    <a:pt x="158" y="347"/>
                    <a:pt x="158" y="349"/>
                  </a:cubicBezTo>
                  <a:cubicBezTo>
                    <a:pt x="158" y="350"/>
                    <a:pt x="159" y="353"/>
                    <a:pt x="159" y="354"/>
                  </a:cubicBezTo>
                  <a:cubicBezTo>
                    <a:pt x="159" y="357"/>
                    <a:pt x="161" y="361"/>
                    <a:pt x="161" y="363"/>
                  </a:cubicBezTo>
                  <a:cubicBezTo>
                    <a:pt x="162" y="365"/>
                    <a:pt x="162" y="368"/>
                    <a:pt x="161" y="370"/>
                  </a:cubicBezTo>
                  <a:cubicBezTo>
                    <a:pt x="161" y="372"/>
                    <a:pt x="158" y="375"/>
                    <a:pt x="156" y="377"/>
                  </a:cubicBezTo>
                  <a:cubicBezTo>
                    <a:pt x="154" y="379"/>
                    <a:pt x="150" y="382"/>
                    <a:pt x="149" y="383"/>
                  </a:cubicBezTo>
                  <a:cubicBezTo>
                    <a:pt x="147" y="385"/>
                    <a:pt x="144" y="389"/>
                    <a:pt x="142" y="391"/>
                  </a:cubicBezTo>
                  <a:cubicBezTo>
                    <a:pt x="140" y="393"/>
                    <a:pt x="135" y="395"/>
                    <a:pt x="132" y="396"/>
                  </a:cubicBezTo>
                  <a:cubicBezTo>
                    <a:pt x="130" y="397"/>
                    <a:pt x="126" y="397"/>
                    <a:pt x="125" y="398"/>
                  </a:cubicBezTo>
                  <a:cubicBezTo>
                    <a:pt x="123" y="399"/>
                    <a:pt x="120" y="403"/>
                    <a:pt x="119" y="404"/>
                  </a:cubicBezTo>
                  <a:cubicBezTo>
                    <a:pt x="115" y="409"/>
                    <a:pt x="110" y="419"/>
                    <a:pt x="107" y="424"/>
                  </a:cubicBezTo>
                  <a:cubicBezTo>
                    <a:pt x="104" y="428"/>
                    <a:pt x="96" y="434"/>
                    <a:pt x="95" y="439"/>
                  </a:cubicBezTo>
                  <a:cubicBezTo>
                    <a:pt x="93" y="444"/>
                    <a:pt x="97" y="454"/>
                    <a:pt x="96" y="459"/>
                  </a:cubicBezTo>
                  <a:cubicBezTo>
                    <a:pt x="96" y="462"/>
                    <a:pt x="93" y="469"/>
                    <a:pt x="92" y="472"/>
                  </a:cubicBezTo>
                  <a:cubicBezTo>
                    <a:pt x="90" y="475"/>
                    <a:pt x="88" y="481"/>
                    <a:pt x="86" y="483"/>
                  </a:cubicBezTo>
                  <a:cubicBezTo>
                    <a:pt x="84" y="485"/>
                    <a:pt x="78" y="489"/>
                    <a:pt x="75" y="489"/>
                  </a:cubicBezTo>
                  <a:cubicBezTo>
                    <a:pt x="72" y="490"/>
                    <a:pt x="65" y="487"/>
                    <a:pt x="61" y="487"/>
                  </a:cubicBezTo>
                  <a:cubicBezTo>
                    <a:pt x="59" y="487"/>
                    <a:pt x="53" y="488"/>
                    <a:pt x="51" y="489"/>
                  </a:cubicBezTo>
                  <a:cubicBezTo>
                    <a:pt x="47" y="490"/>
                    <a:pt x="40" y="494"/>
                    <a:pt x="36" y="494"/>
                  </a:cubicBezTo>
                  <a:cubicBezTo>
                    <a:pt x="34" y="494"/>
                    <a:pt x="30" y="491"/>
                    <a:pt x="28" y="491"/>
                  </a:cubicBezTo>
                  <a:cubicBezTo>
                    <a:pt x="25" y="489"/>
                    <a:pt x="19" y="486"/>
                    <a:pt x="17" y="484"/>
                  </a:cubicBezTo>
                  <a:cubicBezTo>
                    <a:pt x="15" y="482"/>
                    <a:pt x="11" y="477"/>
                    <a:pt x="10" y="474"/>
                  </a:cubicBezTo>
                  <a:cubicBezTo>
                    <a:pt x="10" y="472"/>
                    <a:pt x="10" y="466"/>
                    <a:pt x="10" y="464"/>
                  </a:cubicBezTo>
                  <a:cubicBezTo>
                    <a:pt x="9" y="461"/>
                    <a:pt x="9" y="455"/>
                    <a:pt x="9" y="453"/>
                  </a:cubicBezTo>
                  <a:cubicBezTo>
                    <a:pt x="9" y="450"/>
                    <a:pt x="10" y="445"/>
                    <a:pt x="10" y="442"/>
                  </a:cubicBezTo>
                  <a:cubicBezTo>
                    <a:pt x="10" y="439"/>
                    <a:pt x="7" y="434"/>
                    <a:pt x="6" y="432"/>
                  </a:cubicBezTo>
                  <a:cubicBezTo>
                    <a:pt x="6" y="431"/>
                    <a:pt x="6" y="428"/>
                    <a:pt x="6" y="427"/>
                  </a:cubicBezTo>
                  <a:cubicBezTo>
                    <a:pt x="7" y="426"/>
                    <a:pt x="10" y="426"/>
                    <a:pt x="11" y="425"/>
                  </a:cubicBezTo>
                  <a:cubicBezTo>
                    <a:pt x="13" y="424"/>
                    <a:pt x="15" y="419"/>
                    <a:pt x="16" y="418"/>
                  </a:cubicBezTo>
                  <a:cubicBezTo>
                    <a:pt x="18" y="417"/>
                    <a:pt x="23" y="418"/>
                    <a:pt x="25" y="417"/>
                  </a:cubicBezTo>
                  <a:cubicBezTo>
                    <a:pt x="28" y="416"/>
                    <a:pt x="32" y="412"/>
                    <a:pt x="33" y="410"/>
                  </a:cubicBezTo>
                  <a:cubicBezTo>
                    <a:pt x="35" y="407"/>
                    <a:pt x="35" y="399"/>
                    <a:pt x="36" y="396"/>
                  </a:cubicBezTo>
                  <a:cubicBezTo>
                    <a:pt x="36" y="394"/>
                    <a:pt x="38" y="391"/>
                    <a:pt x="39" y="389"/>
                  </a:cubicBezTo>
                  <a:cubicBezTo>
                    <a:pt x="40" y="386"/>
                    <a:pt x="44" y="381"/>
                    <a:pt x="44" y="378"/>
                  </a:cubicBezTo>
                  <a:cubicBezTo>
                    <a:pt x="44" y="377"/>
                    <a:pt x="42" y="374"/>
                    <a:pt x="42" y="373"/>
                  </a:cubicBezTo>
                  <a:cubicBezTo>
                    <a:pt x="42" y="370"/>
                    <a:pt x="47" y="366"/>
                    <a:pt x="47" y="363"/>
                  </a:cubicBezTo>
                  <a:cubicBezTo>
                    <a:pt x="48" y="360"/>
                    <a:pt x="48" y="354"/>
                    <a:pt x="46" y="352"/>
                  </a:cubicBezTo>
                  <a:cubicBezTo>
                    <a:pt x="45" y="349"/>
                    <a:pt x="39" y="348"/>
                    <a:pt x="37" y="346"/>
                  </a:cubicBezTo>
                  <a:cubicBezTo>
                    <a:pt x="36" y="345"/>
                    <a:pt x="35" y="342"/>
                    <a:pt x="33" y="342"/>
                  </a:cubicBezTo>
                  <a:cubicBezTo>
                    <a:pt x="32" y="341"/>
                    <a:pt x="29" y="341"/>
                    <a:pt x="28" y="340"/>
                  </a:cubicBezTo>
                  <a:cubicBezTo>
                    <a:pt x="27" y="338"/>
                    <a:pt x="30" y="333"/>
                    <a:pt x="32" y="331"/>
                  </a:cubicBezTo>
                  <a:cubicBezTo>
                    <a:pt x="33" y="328"/>
                    <a:pt x="38" y="324"/>
                    <a:pt x="40" y="323"/>
                  </a:cubicBezTo>
                  <a:cubicBezTo>
                    <a:pt x="41" y="322"/>
                    <a:pt x="44" y="322"/>
                    <a:pt x="45" y="321"/>
                  </a:cubicBezTo>
                  <a:cubicBezTo>
                    <a:pt x="47" y="320"/>
                    <a:pt x="49" y="315"/>
                    <a:pt x="51" y="314"/>
                  </a:cubicBezTo>
                  <a:cubicBezTo>
                    <a:pt x="53" y="313"/>
                    <a:pt x="57" y="311"/>
                    <a:pt x="59" y="311"/>
                  </a:cubicBezTo>
                  <a:cubicBezTo>
                    <a:pt x="61" y="310"/>
                    <a:pt x="65" y="309"/>
                    <a:pt x="67" y="309"/>
                  </a:cubicBezTo>
                  <a:cubicBezTo>
                    <a:pt x="69" y="309"/>
                    <a:pt x="74" y="311"/>
                    <a:pt x="76" y="311"/>
                  </a:cubicBezTo>
                  <a:cubicBezTo>
                    <a:pt x="78" y="311"/>
                    <a:pt x="81" y="309"/>
                    <a:pt x="82" y="308"/>
                  </a:cubicBezTo>
                  <a:cubicBezTo>
                    <a:pt x="84" y="306"/>
                    <a:pt x="88" y="302"/>
                    <a:pt x="89" y="299"/>
                  </a:cubicBezTo>
                  <a:cubicBezTo>
                    <a:pt x="91" y="296"/>
                    <a:pt x="93" y="289"/>
                    <a:pt x="93" y="285"/>
                  </a:cubicBezTo>
                  <a:cubicBezTo>
                    <a:pt x="93" y="281"/>
                    <a:pt x="94" y="274"/>
                    <a:pt x="93" y="270"/>
                  </a:cubicBezTo>
                  <a:cubicBezTo>
                    <a:pt x="92" y="269"/>
                    <a:pt x="90" y="265"/>
                    <a:pt x="88" y="264"/>
                  </a:cubicBezTo>
                  <a:cubicBezTo>
                    <a:pt x="87" y="263"/>
                    <a:pt x="84" y="263"/>
                    <a:pt x="83" y="262"/>
                  </a:cubicBezTo>
                  <a:cubicBezTo>
                    <a:pt x="81" y="260"/>
                    <a:pt x="80" y="255"/>
                    <a:pt x="78" y="253"/>
                  </a:cubicBezTo>
                  <a:cubicBezTo>
                    <a:pt x="77" y="251"/>
                    <a:pt x="74" y="250"/>
                    <a:pt x="72" y="248"/>
                  </a:cubicBezTo>
                  <a:cubicBezTo>
                    <a:pt x="71" y="247"/>
                    <a:pt x="69" y="243"/>
                    <a:pt x="68" y="241"/>
                  </a:cubicBezTo>
                  <a:cubicBezTo>
                    <a:pt x="67" y="239"/>
                    <a:pt x="67" y="236"/>
                    <a:pt x="67" y="234"/>
                  </a:cubicBezTo>
                  <a:cubicBezTo>
                    <a:pt x="66" y="232"/>
                    <a:pt x="64" y="229"/>
                    <a:pt x="64" y="227"/>
                  </a:cubicBezTo>
                  <a:cubicBezTo>
                    <a:pt x="63" y="224"/>
                    <a:pt x="64" y="218"/>
                    <a:pt x="63" y="214"/>
                  </a:cubicBezTo>
                  <a:cubicBezTo>
                    <a:pt x="63" y="211"/>
                    <a:pt x="60" y="204"/>
                    <a:pt x="60" y="201"/>
                  </a:cubicBezTo>
                  <a:cubicBezTo>
                    <a:pt x="59" y="197"/>
                    <a:pt x="59" y="191"/>
                    <a:pt x="58" y="188"/>
                  </a:cubicBezTo>
                  <a:cubicBezTo>
                    <a:pt x="57" y="185"/>
                    <a:pt x="54" y="180"/>
                    <a:pt x="53" y="177"/>
                  </a:cubicBezTo>
                  <a:cubicBezTo>
                    <a:pt x="52" y="174"/>
                    <a:pt x="52" y="167"/>
                    <a:pt x="50" y="164"/>
                  </a:cubicBezTo>
                  <a:cubicBezTo>
                    <a:pt x="48" y="161"/>
                    <a:pt x="41" y="157"/>
                    <a:pt x="39" y="154"/>
                  </a:cubicBezTo>
                  <a:cubicBezTo>
                    <a:pt x="38" y="152"/>
                    <a:pt x="38" y="147"/>
                    <a:pt x="36" y="145"/>
                  </a:cubicBezTo>
                  <a:cubicBezTo>
                    <a:pt x="35" y="142"/>
                    <a:pt x="30" y="139"/>
                    <a:pt x="28" y="138"/>
                  </a:cubicBezTo>
                  <a:cubicBezTo>
                    <a:pt x="26" y="137"/>
                    <a:pt x="23" y="136"/>
                    <a:pt x="23" y="135"/>
                  </a:cubicBezTo>
                  <a:cubicBezTo>
                    <a:pt x="21" y="133"/>
                    <a:pt x="21" y="128"/>
                    <a:pt x="20" y="126"/>
                  </a:cubicBezTo>
                  <a:cubicBezTo>
                    <a:pt x="18" y="122"/>
                    <a:pt x="16" y="115"/>
                    <a:pt x="14" y="112"/>
                  </a:cubicBezTo>
                  <a:cubicBezTo>
                    <a:pt x="13" y="110"/>
                    <a:pt x="9" y="106"/>
                    <a:pt x="8" y="104"/>
                  </a:cubicBezTo>
                  <a:cubicBezTo>
                    <a:pt x="8" y="101"/>
                    <a:pt x="9" y="96"/>
                    <a:pt x="8" y="94"/>
                  </a:cubicBezTo>
                  <a:cubicBezTo>
                    <a:pt x="8" y="93"/>
                    <a:pt x="6" y="91"/>
                    <a:pt x="6" y="90"/>
                  </a:cubicBezTo>
                  <a:cubicBezTo>
                    <a:pt x="6" y="89"/>
                    <a:pt x="6" y="87"/>
                    <a:pt x="6" y="86"/>
                  </a:cubicBezTo>
                  <a:cubicBezTo>
                    <a:pt x="5" y="86"/>
                    <a:pt x="4" y="84"/>
                    <a:pt x="3" y="83"/>
                  </a:cubicBezTo>
                  <a:cubicBezTo>
                    <a:pt x="3" y="83"/>
                    <a:pt x="3" y="81"/>
                    <a:pt x="2" y="80"/>
                  </a:cubicBezTo>
                  <a:cubicBezTo>
                    <a:pt x="2" y="79"/>
                    <a:pt x="0" y="76"/>
                    <a:pt x="0" y="75"/>
                  </a:cubicBezTo>
                  <a:cubicBezTo>
                    <a:pt x="0" y="73"/>
                    <a:pt x="2" y="71"/>
                    <a:pt x="2" y="69"/>
                  </a:cubicBezTo>
                  <a:cubicBezTo>
                    <a:pt x="2" y="67"/>
                    <a:pt x="1" y="63"/>
                    <a:pt x="0" y="61"/>
                  </a:cubicBezTo>
                  <a:cubicBezTo>
                    <a:pt x="1" y="59"/>
                    <a:pt x="4" y="58"/>
                    <a:pt x="5" y="57"/>
                  </a:cubicBezTo>
                  <a:cubicBezTo>
                    <a:pt x="6" y="57"/>
                    <a:pt x="9" y="57"/>
                    <a:pt x="10" y="56"/>
                  </a:cubicBezTo>
                  <a:cubicBezTo>
                    <a:pt x="10" y="55"/>
                    <a:pt x="10" y="52"/>
                    <a:pt x="10" y="50"/>
                  </a:cubicBezTo>
                  <a:cubicBezTo>
                    <a:pt x="10" y="49"/>
                    <a:pt x="7" y="47"/>
                    <a:pt x="7" y="45"/>
                  </a:cubicBezTo>
                  <a:cubicBezTo>
                    <a:pt x="7" y="44"/>
                    <a:pt x="10" y="41"/>
                    <a:pt x="12" y="40"/>
                  </a:cubicBezTo>
                  <a:cubicBezTo>
                    <a:pt x="14" y="39"/>
                    <a:pt x="18" y="38"/>
                    <a:pt x="20" y="39"/>
                  </a:cubicBezTo>
                  <a:cubicBezTo>
                    <a:pt x="21" y="39"/>
                    <a:pt x="23" y="41"/>
                    <a:pt x="24" y="41"/>
                  </a:cubicBezTo>
                  <a:cubicBezTo>
                    <a:pt x="25" y="41"/>
                    <a:pt x="29" y="41"/>
                    <a:pt x="31" y="40"/>
                  </a:cubicBezTo>
                  <a:cubicBezTo>
                    <a:pt x="32" y="40"/>
                    <a:pt x="33" y="37"/>
                    <a:pt x="34" y="37"/>
                  </a:cubicBezTo>
                  <a:cubicBezTo>
                    <a:pt x="35" y="36"/>
                    <a:pt x="38" y="34"/>
                    <a:pt x="40" y="34"/>
                  </a:cubicBezTo>
                  <a:cubicBezTo>
                    <a:pt x="41" y="33"/>
                    <a:pt x="45" y="33"/>
                    <a:pt x="46" y="34"/>
                  </a:cubicBezTo>
                  <a:cubicBezTo>
                    <a:pt x="47" y="35"/>
                    <a:pt x="47" y="38"/>
                    <a:pt x="47" y="39"/>
                  </a:cubicBezTo>
                  <a:cubicBezTo>
                    <a:pt x="48" y="41"/>
                    <a:pt x="50" y="44"/>
                    <a:pt x="50" y="45"/>
                  </a:cubicBezTo>
                  <a:cubicBezTo>
                    <a:pt x="50" y="47"/>
                    <a:pt x="48" y="51"/>
                    <a:pt x="48" y="52"/>
                  </a:cubicBezTo>
                  <a:cubicBezTo>
                    <a:pt x="49" y="54"/>
                    <a:pt x="52" y="57"/>
                    <a:pt x="54" y="57"/>
                  </a:cubicBezTo>
                  <a:cubicBezTo>
                    <a:pt x="56" y="58"/>
                    <a:pt x="61" y="58"/>
                    <a:pt x="62" y="57"/>
                  </a:cubicBezTo>
                  <a:cubicBezTo>
                    <a:pt x="64" y="56"/>
                    <a:pt x="64" y="52"/>
                    <a:pt x="65" y="51"/>
                  </a:cubicBezTo>
                  <a:cubicBezTo>
                    <a:pt x="66" y="50"/>
                    <a:pt x="69" y="50"/>
                    <a:pt x="71" y="50"/>
                  </a:cubicBezTo>
                  <a:cubicBezTo>
                    <a:pt x="73" y="49"/>
                    <a:pt x="78" y="46"/>
                    <a:pt x="81" y="46"/>
                  </a:cubicBezTo>
                  <a:cubicBezTo>
                    <a:pt x="83" y="46"/>
                    <a:pt x="87" y="46"/>
                    <a:pt x="88" y="47"/>
                  </a:cubicBezTo>
                  <a:cubicBezTo>
                    <a:pt x="90" y="48"/>
                    <a:pt x="92" y="52"/>
                    <a:pt x="94" y="53"/>
                  </a:cubicBezTo>
                  <a:cubicBezTo>
                    <a:pt x="96" y="54"/>
                    <a:pt x="99" y="54"/>
                    <a:pt x="101" y="53"/>
                  </a:cubicBezTo>
                  <a:cubicBezTo>
                    <a:pt x="102" y="52"/>
                    <a:pt x="105" y="48"/>
                    <a:pt x="104" y="45"/>
                  </a:cubicBezTo>
                  <a:cubicBezTo>
                    <a:pt x="104" y="44"/>
                    <a:pt x="101" y="42"/>
                    <a:pt x="101" y="40"/>
                  </a:cubicBezTo>
                  <a:cubicBezTo>
                    <a:pt x="100" y="38"/>
                    <a:pt x="100" y="35"/>
                    <a:pt x="101" y="33"/>
                  </a:cubicBezTo>
                  <a:cubicBezTo>
                    <a:pt x="101" y="31"/>
                    <a:pt x="103" y="27"/>
                    <a:pt x="105" y="26"/>
                  </a:cubicBezTo>
                  <a:cubicBezTo>
                    <a:pt x="105" y="25"/>
                    <a:pt x="108" y="24"/>
                    <a:pt x="109" y="23"/>
                  </a:cubicBezTo>
                  <a:cubicBezTo>
                    <a:pt x="109" y="21"/>
                    <a:pt x="109" y="17"/>
                    <a:pt x="110" y="16"/>
                  </a:cubicBezTo>
                  <a:cubicBezTo>
                    <a:pt x="110" y="15"/>
                    <a:pt x="112" y="13"/>
                    <a:pt x="112" y="12"/>
                  </a:cubicBezTo>
                  <a:cubicBezTo>
                    <a:pt x="113" y="11"/>
                    <a:pt x="114" y="7"/>
                    <a:pt x="115" y="6"/>
                  </a:cubicBezTo>
                  <a:cubicBezTo>
                    <a:pt x="116" y="5"/>
                    <a:pt x="119" y="2"/>
                    <a:pt x="121" y="2"/>
                  </a:cubicBezTo>
                  <a:cubicBezTo>
                    <a:pt x="122" y="1"/>
                    <a:pt x="126" y="2"/>
                    <a:pt x="128" y="2"/>
                  </a:cubicBezTo>
                  <a:cubicBezTo>
                    <a:pt x="129" y="2"/>
                    <a:pt x="133" y="0"/>
                    <a:pt x="134" y="0"/>
                  </a:cubicBezTo>
                  <a:cubicBezTo>
                    <a:pt x="136" y="0"/>
                    <a:pt x="138" y="1"/>
                    <a:pt x="140" y="2"/>
                  </a:cubicBezTo>
                  <a:cubicBezTo>
                    <a:pt x="140" y="3"/>
                    <a:pt x="139" y="4"/>
                    <a:pt x="139" y="5"/>
                  </a:cubicBezTo>
                  <a:cubicBezTo>
                    <a:pt x="138" y="6"/>
                    <a:pt x="135" y="9"/>
                    <a:pt x="135" y="10"/>
                  </a:cubicBezTo>
                  <a:cubicBezTo>
                    <a:pt x="134" y="13"/>
                    <a:pt x="135" y="18"/>
                    <a:pt x="135" y="20"/>
                  </a:cubicBezTo>
                  <a:cubicBezTo>
                    <a:pt x="136" y="22"/>
                    <a:pt x="138" y="24"/>
                    <a:pt x="138" y="26"/>
                  </a:cubicBezTo>
                  <a:cubicBezTo>
                    <a:pt x="139" y="27"/>
                    <a:pt x="139" y="30"/>
                    <a:pt x="139" y="31"/>
                  </a:cubicBezTo>
                  <a:cubicBezTo>
                    <a:pt x="140" y="32"/>
                    <a:pt x="142" y="33"/>
                    <a:pt x="142" y="34"/>
                  </a:cubicBezTo>
                  <a:cubicBezTo>
                    <a:pt x="142" y="36"/>
                    <a:pt x="139" y="38"/>
                    <a:pt x="138" y="39"/>
                  </a:cubicBezTo>
                  <a:cubicBezTo>
                    <a:pt x="137" y="41"/>
                    <a:pt x="137" y="47"/>
                    <a:pt x="136" y="49"/>
                  </a:cubicBezTo>
                  <a:cubicBezTo>
                    <a:pt x="135" y="51"/>
                    <a:pt x="132" y="55"/>
                    <a:pt x="131" y="57"/>
                  </a:cubicBezTo>
                  <a:cubicBezTo>
                    <a:pt x="129" y="59"/>
                    <a:pt x="124" y="62"/>
                    <a:pt x="123" y="65"/>
                  </a:cubicBezTo>
                  <a:cubicBezTo>
                    <a:pt x="122" y="68"/>
                    <a:pt x="122" y="75"/>
                    <a:pt x="122" y="78"/>
                  </a:cubicBezTo>
                  <a:cubicBezTo>
                    <a:pt x="123" y="82"/>
                    <a:pt x="130" y="86"/>
                    <a:pt x="131" y="89"/>
                  </a:cubicBezTo>
                  <a:cubicBezTo>
                    <a:pt x="131" y="92"/>
                    <a:pt x="130" y="97"/>
                    <a:pt x="131" y="99"/>
                  </a:cubicBezTo>
                  <a:cubicBezTo>
                    <a:pt x="132" y="100"/>
                    <a:pt x="135" y="101"/>
                    <a:pt x="136" y="102"/>
                  </a:cubicBezTo>
                  <a:cubicBezTo>
                    <a:pt x="139" y="104"/>
                    <a:pt x="143" y="109"/>
                    <a:pt x="146" y="110"/>
                  </a:cubicBezTo>
                  <a:cubicBezTo>
                    <a:pt x="149" y="110"/>
                    <a:pt x="155" y="110"/>
                    <a:pt x="157" y="109"/>
                  </a:cubicBezTo>
                  <a:cubicBezTo>
                    <a:pt x="159" y="109"/>
                    <a:pt x="161" y="108"/>
                    <a:pt x="162" y="107"/>
                  </a:cubicBezTo>
                  <a:cubicBezTo>
                    <a:pt x="163" y="107"/>
                    <a:pt x="165" y="108"/>
                    <a:pt x="166" y="108"/>
                  </a:cubicBezTo>
                  <a:cubicBezTo>
                    <a:pt x="168" y="108"/>
                    <a:pt x="171" y="107"/>
                    <a:pt x="173" y="107"/>
                  </a:cubicBezTo>
                  <a:cubicBezTo>
                    <a:pt x="175" y="107"/>
                    <a:pt x="179" y="110"/>
                    <a:pt x="181" y="111"/>
                  </a:cubicBezTo>
                  <a:cubicBezTo>
                    <a:pt x="184" y="113"/>
                    <a:pt x="187" y="119"/>
                    <a:pt x="189" y="121"/>
                  </a:cubicBezTo>
                  <a:cubicBezTo>
                    <a:pt x="192" y="123"/>
                    <a:pt x="198" y="126"/>
                    <a:pt x="201" y="127"/>
                  </a:cubicBezTo>
                  <a:cubicBezTo>
                    <a:pt x="203" y="128"/>
                    <a:pt x="207" y="129"/>
                    <a:pt x="209" y="130"/>
                  </a:cubicBezTo>
                  <a:cubicBezTo>
                    <a:pt x="210" y="131"/>
                    <a:pt x="212" y="132"/>
                    <a:pt x="212" y="133"/>
                  </a:cubicBezTo>
                  <a:cubicBezTo>
                    <a:pt x="213" y="133"/>
                    <a:pt x="216" y="133"/>
                    <a:pt x="217" y="133"/>
                  </a:cubicBezTo>
                  <a:cubicBezTo>
                    <a:pt x="218" y="134"/>
                    <a:pt x="221" y="137"/>
                    <a:pt x="222" y="138"/>
                  </a:cubicBezTo>
                  <a:cubicBezTo>
                    <a:pt x="223" y="140"/>
                    <a:pt x="225" y="144"/>
                    <a:pt x="227" y="145"/>
                  </a:cubicBezTo>
                  <a:cubicBezTo>
                    <a:pt x="228" y="146"/>
                    <a:pt x="232" y="148"/>
                    <a:pt x="234" y="149"/>
                  </a:cubicBezTo>
                  <a:cubicBezTo>
                    <a:pt x="235" y="149"/>
                    <a:pt x="237" y="149"/>
                    <a:pt x="238" y="150"/>
                  </a:cubicBezTo>
                  <a:cubicBezTo>
                    <a:pt x="239" y="150"/>
                    <a:pt x="241" y="150"/>
                    <a:pt x="241" y="150"/>
                  </a:cubicBezTo>
                  <a:cubicBezTo>
                    <a:pt x="242" y="151"/>
                    <a:pt x="241" y="153"/>
                    <a:pt x="240" y="154"/>
                  </a:cubicBezTo>
                  <a:cubicBezTo>
                    <a:pt x="240" y="156"/>
                    <a:pt x="238" y="160"/>
                    <a:pt x="237" y="162"/>
                  </a:cubicBezTo>
                  <a:cubicBezTo>
                    <a:pt x="237" y="164"/>
                    <a:pt x="236" y="168"/>
                    <a:pt x="236" y="170"/>
                  </a:cubicBezTo>
                  <a:cubicBezTo>
                    <a:pt x="236" y="173"/>
                    <a:pt x="236" y="178"/>
                    <a:pt x="237" y="180"/>
                  </a:cubicBezTo>
                  <a:cubicBezTo>
                    <a:pt x="238" y="182"/>
                    <a:pt x="240" y="186"/>
                    <a:pt x="241" y="187"/>
                  </a:cubicBezTo>
                  <a:cubicBezTo>
                    <a:pt x="242" y="188"/>
                    <a:pt x="244" y="188"/>
                    <a:pt x="245" y="189"/>
                  </a:cubicBezTo>
                  <a:cubicBezTo>
                    <a:pt x="246" y="191"/>
                    <a:pt x="245" y="194"/>
                    <a:pt x="244" y="196"/>
                  </a:cubicBezTo>
                  <a:cubicBezTo>
                    <a:pt x="244" y="197"/>
                    <a:pt x="242" y="200"/>
                    <a:pt x="242" y="202"/>
                  </a:cubicBezTo>
                  <a:cubicBezTo>
                    <a:pt x="241" y="203"/>
                    <a:pt x="241" y="205"/>
                    <a:pt x="241" y="207"/>
                  </a:cubicBezTo>
                  <a:cubicBezTo>
                    <a:pt x="241" y="208"/>
                    <a:pt x="240" y="212"/>
                    <a:pt x="241" y="214"/>
                  </a:cubicBezTo>
                  <a:cubicBezTo>
                    <a:pt x="242" y="216"/>
                    <a:pt x="246" y="217"/>
                    <a:pt x="246" y="219"/>
                  </a:cubicBezTo>
                  <a:cubicBezTo>
                    <a:pt x="247" y="220"/>
                    <a:pt x="246" y="223"/>
                    <a:pt x="247" y="225"/>
                  </a:cubicBezTo>
                  <a:cubicBezTo>
                    <a:pt x="248" y="226"/>
                    <a:pt x="251" y="227"/>
                    <a:pt x="252" y="228"/>
                  </a:cubicBezTo>
                  <a:cubicBezTo>
                    <a:pt x="253" y="228"/>
                    <a:pt x="254" y="230"/>
                    <a:pt x="254" y="230"/>
                  </a:cubicBezTo>
                  <a:cubicBezTo>
                    <a:pt x="255" y="230"/>
                    <a:pt x="256" y="227"/>
                    <a:pt x="257" y="227"/>
                  </a:cubicBezTo>
                  <a:cubicBezTo>
                    <a:pt x="257" y="227"/>
                    <a:pt x="259" y="228"/>
                    <a:pt x="259" y="2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51"/>
            <p:cNvSpPr>
              <a:spLocks/>
            </p:cNvSpPr>
            <p:nvPr/>
          </p:nvSpPr>
          <p:spPr bwMode="auto">
            <a:xfrm>
              <a:off x="7539038" y="3135313"/>
              <a:ext cx="457200" cy="482600"/>
            </a:xfrm>
            <a:custGeom>
              <a:avLst/>
              <a:gdLst/>
              <a:ahLst/>
              <a:cxnLst>
                <a:cxn ang="0">
                  <a:pos x="252" y="155"/>
                </a:cxn>
                <a:cxn ang="0">
                  <a:pos x="241" y="177"/>
                </a:cxn>
                <a:cxn ang="0">
                  <a:pos x="236" y="192"/>
                </a:cxn>
                <a:cxn ang="0">
                  <a:pos x="222" y="212"/>
                </a:cxn>
                <a:cxn ang="0">
                  <a:pos x="209" y="214"/>
                </a:cxn>
                <a:cxn ang="0">
                  <a:pos x="193" y="224"/>
                </a:cxn>
                <a:cxn ang="0">
                  <a:pos x="186" y="238"/>
                </a:cxn>
                <a:cxn ang="0">
                  <a:pos x="185" y="257"/>
                </a:cxn>
                <a:cxn ang="0">
                  <a:pos x="169" y="259"/>
                </a:cxn>
                <a:cxn ang="0">
                  <a:pos x="146" y="263"/>
                </a:cxn>
                <a:cxn ang="0">
                  <a:pos x="129" y="264"/>
                </a:cxn>
                <a:cxn ang="0">
                  <a:pos x="127" y="246"/>
                </a:cxn>
                <a:cxn ang="0">
                  <a:pos x="112" y="252"/>
                </a:cxn>
                <a:cxn ang="0">
                  <a:pos x="93" y="252"/>
                </a:cxn>
                <a:cxn ang="0">
                  <a:pos x="91" y="268"/>
                </a:cxn>
                <a:cxn ang="0">
                  <a:pos x="80" y="273"/>
                </a:cxn>
                <a:cxn ang="0">
                  <a:pos x="66" y="254"/>
                </a:cxn>
                <a:cxn ang="0">
                  <a:pos x="58" y="239"/>
                </a:cxn>
                <a:cxn ang="0">
                  <a:pos x="69" y="226"/>
                </a:cxn>
                <a:cxn ang="0">
                  <a:pos x="78" y="210"/>
                </a:cxn>
                <a:cxn ang="0">
                  <a:pos x="87" y="194"/>
                </a:cxn>
                <a:cxn ang="0">
                  <a:pos x="79" y="182"/>
                </a:cxn>
                <a:cxn ang="0">
                  <a:pos x="67" y="172"/>
                </a:cxn>
                <a:cxn ang="0">
                  <a:pos x="46" y="159"/>
                </a:cxn>
                <a:cxn ang="0">
                  <a:pos x="39" y="142"/>
                </a:cxn>
                <a:cxn ang="0">
                  <a:pos x="25" y="127"/>
                </a:cxn>
                <a:cxn ang="0">
                  <a:pos x="26" y="115"/>
                </a:cxn>
                <a:cxn ang="0">
                  <a:pos x="16" y="101"/>
                </a:cxn>
                <a:cxn ang="0">
                  <a:pos x="2" y="81"/>
                </a:cxn>
                <a:cxn ang="0">
                  <a:pos x="11" y="64"/>
                </a:cxn>
                <a:cxn ang="0">
                  <a:pos x="26" y="62"/>
                </a:cxn>
                <a:cxn ang="0">
                  <a:pos x="35" y="43"/>
                </a:cxn>
                <a:cxn ang="0">
                  <a:pos x="31" y="22"/>
                </a:cxn>
                <a:cxn ang="0">
                  <a:pos x="52" y="11"/>
                </a:cxn>
                <a:cxn ang="0">
                  <a:pos x="65" y="19"/>
                </a:cxn>
                <a:cxn ang="0">
                  <a:pos x="75" y="3"/>
                </a:cxn>
                <a:cxn ang="0">
                  <a:pos x="102" y="8"/>
                </a:cxn>
                <a:cxn ang="0">
                  <a:pos x="106" y="31"/>
                </a:cxn>
                <a:cxn ang="0">
                  <a:pos x="111" y="42"/>
                </a:cxn>
                <a:cxn ang="0">
                  <a:pos x="128" y="52"/>
                </a:cxn>
                <a:cxn ang="0">
                  <a:pos x="141" y="46"/>
                </a:cxn>
                <a:cxn ang="0">
                  <a:pos x="149" y="69"/>
                </a:cxn>
                <a:cxn ang="0">
                  <a:pos x="178" y="87"/>
                </a:cxn>
                <a:cxn ang="0">
                  <a:pos x="192" y="82"/>
                </a:cxn>
                <a:cxn ang="0">
                  <a:pos x="206" y="85"/>
                </a:cxn>
                <a:cxn ang="0">
                  <a:pos x="224" y="78"/>
                </a:cxn>
                <a:cxn ang="0">
                  <a:pos x="225" y="97"/>
                </a:cxn>
                <a:cxn ang="0">
                  <a:pos x="231" y="112"/>
                </a:cxn>
                <a:cxn ang="0">
                  <a:pos x="239" y="131"/>
                </a:cxn>
              </a:cxnLst>
              <a:rect l="0" t="0" r="r" b="b"/>
              <a:pathLst>
                <a:path w="258" h="273">
                  <a:moveTo>
                    <a:pt x="254" y="139"/>
                  </a:moveTo>
                  <a:cubicBezTo>
                    <a:pt x="255" y="140"/>
                    <a:pt x="257" y="142"/>
                    <a:pt x="258" y="144"/>
                  </a:cubicBezTo>
                  <a:cubicBezTo>
                    <a:pt x="256" y="148"/>
                    <a:pt x="253" y="153"/>
                    <a:pt x="252" y="155"/>
                  </a:cubicBezTo>
                  <a:cubicBezTo>
                    <a:pt x="251" y="157"/>
                    <a:pt x="249" y="161"/>
                    <a:pt x="248" y="162"/>
                  </a:cubicBezTo>
                  <a:cubicBezTo>
                    <a:pt x="247" y="163"/>
                    <a:pt x="244" y="165"/>
                    <a:pt x="243" y="167"/>
                  </a:cubicBezTo>
                  <a:cubicBezTo>
                    <a:pt x="242" y="169"/>
                    <a:pt x="242" y="175"/>
                    <a:pt x="241" y="177"/>
                  </a:cubicBezTo>
                  <a:cubicBezTo>
                    <a:pt x="240" y="179"/>
                    <a:pt x="237" y="182"/>
                    <a:pt x="237" y="184"/>
                  </a:cubicBezTo>
                  <a:cubicBezTo>
                    <a:pt x="236" y="186"/>
                    <a:pt x="238" y="189"/>
                    <a:pt x="237" y="190"/>
                  </a:cubicBezTo>
                  <a:cubicBezTo>
                    <a:pt x="237" y="191"/>
                    <a:pt x="236" y="191"/>
                    <a:pt x="236" y="192"/>
                  </a:cubicBezTo>
                  <a:cubicBezTo>
                    <a:pt x="235" y="193"/>
                    <a:pt x="233" y="196"/>
                    <a:pt x="233" y="197"/>
                  </a:cubicBezTo>
                  <a:cubicBezTo>
                    <a:pt x="231" y="200"/>
                    <a:pt x="229" y="204"/>
                    <a:pt x="227" y="206"/>
                  </a:cubicBezTo>
                  <a:cubicBezTo>
                    <a:pt x="226" y="208"/>
                    <a:pt x="223" y="211"/>
                    <a:pt x="222" y="212"/>
                  </a:cubicBezTo>
                  <a:cubicBezTo>
                    <a:pt x="222" y="213"/>
                    <a:pt x="222" y="213"/>
                    <a:pt x="221" y="214"/>
                  </a:cubicBezTo>
                  <a:cubicBezTo>
                    <a:pt x="219" y="213"/>
                    <a:pt x="217" y="212"/>
                    <a:pt x="215" y="212"/>
                  </a:cubicBezTo>
                  <a:cubicBezTo>
                    <a:pt x="214" y="212"/>
                    <a:pt x="210" y="214"/>
                    <a:pt x="209" y="214"/>
                  </a:cubicBezTo>
                  <a:cubicBezTo>
                    <a:pt x="207" y="214"/>
                    <a:pt x="203" y="213"/>
                    <a:pt x="202" y="214"/>
                  </a:cubicBezTo>
                  <a:cubicBezTo>
                    <a:pt x="200" y="214"/>
                    <a:pt x="197" y="217"/>
                    <a:pt x="196" y="218"/>
                  </a:cubicBezTo>
                  <a:cubicBezTo>
                    <a:pt x="195" y="219"/>
                    <a:pt x="194" y="223"/>
                    <a:pt x="193" y="224"/>
                  </a:cubicBezTo>
                  <a:cubicBezTo>
                    <a:pt x="193" y="225"/>
                    <a:pt x="191" y="227"/>
                    <a:pt x="191" y="228"/>
                  </a:cubicBezTo>
                  <a:cubicBezTo>
                    <a:pt x="190" y="229"/>
                    <a:pt x="190" y="233"/>
                    <a:pt x="190" y="235"/>
                  </a:cubicBezTo>
                  <a:cubicBezTo>
                    <a:pt x="189" y="236"/>
                    <a:pt x="186" y="237"/>
                    <a:pt x="186" y="238"/>
                  </a:cubicBezTo>
                  <a:cubicBezTo>
                    <a:pt x="184" y="239"/>
                    <a:pt x="182" y="243"/>
                    <a:pt x="182" y="245"/>
                  </a:cubicBezTo>
                  <a:cubicBezTo>
                    <a:pt x="181" y="247"/>
                    <a:pt x="181" y="250"/>
                    <a:pt x="182" y="252"/>
                  </a:cubicBezTo>
                  <a:cubicBezTo>
                    <a:pt x="182" y="254"/>
                    <a:pt x="185" y="256"/>
                    <a:pt x="185" y="257"/>
                  </a:cubicBezTo>
                  <a:cubicBezTo>
                    <a:pt x="186" y="260"/>
                    <a:pt x="183" y="264"/>
                    <a:pt x="182" y="265"/>
                  </a:cubicBezTo>
                  <a:cubicBezTo>
                    <a:pt x="180" y="266"/>
                    <a:pt x="177" y="266"/>
                    <a:pt x="175" y="265"/>
                  </a:cubicBezTo>
                  <a:cubicBezTo>
                    <a:pt x="173" y="264"/>
                    <a:pt x="171" y="260"/>
                    <a:pt x="169" y="259"/>
                  </a:cubicBezTo>
                  <a:cubicBezTo>
                    <a:pt x="168" y="258"/>
                    <a:pt x="164" y="258"/>
                    <a:pt x="162" y="258"/>
                  </a:cubicBezTo>
                  <a:cubicBezTo>
                    <a:pt x="159" y="258"/>
                    <a:pt x="154" y="261"/>
                    <a:pt x="152" y="262"/>
                  </a:cubicBezTo>
                  <a:cubicBezTo>
                    <a:pt x="150" y="262"/>
                    <a:pt x="147" y="262"/>
                    <a:pt x="146" y="263"/>
                  </a:cubicBezTo>
                  <a:cubicBezTo>
                    <a:pt x="145" y="264"/>
                    <a:pt x="145" y="268"/>
                    <a:pt x="143" y="269"/>
                  </a:cubicBezTo>
                  <a:cubicBezTo>
                    <a:pt x="142" y="270"/>
                    <a:pt x="137" y="270"/>
                    <a:pt x="135" y="269"/>
                  </a:cubicBezTo>
                  <a:cubicBezTo>
                    <a:pt x="133" y="269"/>
                    <a:pt x="130" y="266"/>
                    <a:pt x="129" y="264"/>
                  </a:cubicBezTo>
                  <a:cubicBezTo>
                    <a:pt x="129" y="263"/>
                    <a:pt x="131" y="259"/>
                    <a:pt x="131" y="257"/>
                  </a:cubicBezTo>
                  <a:cubicBezTo>
                    <a:pt x="131" y="256"/>
                    <a:pt x="129" y="253"/>
                    <a:pt x="128" y="251"/>
                  </a:cubicBezTo>
                  <a:cubicBezTo>
                    <a:pt x="128" y="250"/>
                    <a:pt x="128" y="247"/>
                    <a:pt x="127" y="246"/>
                  </a:cubicBezTo>
                  <a:cubicBezTo>
                    <a:pt x="126" y="245"/>
                    <a:pt x="122" y="245"/>
                    <a:pt x="121" y="246"/>
                  </a:cubicBezTo>
                  <a:cubicBezTo>
                    <a:pt x="119" y="246"/>
                    <a:pt x="116" y="248"/>
                    <a:pt x="115" y="249"/>
                  </a:cubicBezTo>
                  <a:cubicBezTo>
                    <a:pt x="114" y="249"/>
                    <a:pt x="113" y="252"/>
                    <a:pt x="112" y="252"/>
                  </a:cubicBezTo>
                  <a:cubicBezTo>
                    <a:pt x="110" y="253"/>
                    <a:pt x="106" y="253"/>
                    <a:pt x="105" y="253"/>
                  </a:cubicBezTo>
                  <a:cubicBezTo>
                    <a:pt x="104" y="253"/>
                    <a:pt x="102" y="251"/>
                    <a:pt x="101" y="251"/>
                  </a:cubicBezTo>
                  <a:cubicBezTo>
                    <a:pt x="99" y="250"/>
                    <a:pt x="95" y="251"/>
                    <a:pt x="93" y="252"/>
                  </a:cubicBezTo>
                  <a:cubicBezTo>
                    <a:pt x="91" y="253"/>
                    <a:pt x="88" y="256"/>
                    <a:pt x="88" y="257"/>
                  </a:cubicBezTo>
                  <a:cubicBezTo>
                    <a:pt x="88" y="259"/>
                    <a:pt x="91" y="261"/>
                    <a:pt x="91" y="262"/>
                  </a:cubicBezTo>
                  <a:cubicBezTo>
                    <a:pt x="91" y="264"/>
                    <a:pt x="91" y="267"/>
                    <a:pt x="91" y="268"/>
                  </a:cubicBezTo>
                  <a:cubicBezTo>
                    <a:pt x="90" y="269"/>
                    <a:pt x="87" y="269"/>
                    <a:pt x="86" y="269"/>
                  </a:cubicBezTo>
                  <a:cubicBezTo>
                    <a:pt x="85" y="270"/>
                    <a:pt x="82" y="271"/>
                    <a:pt x="81" y="273"/>
                  </a:cubicBezTo>
                  <a:cubicBezTo>
                    <a:pt x="81" y="273"/>
                    <a:pt x="80" y="273"/>
                    <a:pt x="80" y="273"/>
                  </a:cubicBezTo>
                  <a:cubicBezTo>
                    <a:pt x="79" y="271"/>
                    <a:pt x="75" y="268"/>
                    <a:pt x="73" y="266"/>
                  </a:cubicBezTo>
                  <a:cubicBezTo>
                    <a:pt x="73" y="264"/>
                    <a:pt x="72" y="261"/>
                    <a:pt x="71" y="259"/>
                  </a:cubicBezTo>
                  <a:cubicBezTo>
                    <a:pt x="70" y="258"/>
                    <a:pt x="67" y="256"/>
                    <a:pt x="66" y="254"/>
                  </a:cubicBezTo>
                  <a:cubicBezTo>
                    <a:pt x="65" y="252"/>
                    <a:pt x="63" y="248"/>
                    <a:pt x="62" y="246"/>
                  </a:cubicBezTo>
                  <a:cubicBezTo>
                    <a:pt x="61" y="245"/>
                    <a:pt x="58" y="244"/>
                    <a:pt x="56" y="243"/>
                  </a:cubicBezTo>
                  <a:cubicBezTo>
                    <a:pt x="57" y="242"/>
                    <a:pt x="58" y="240"/>
                    <a:pt x="58" y="239"/>
                  </a:cubicBezTo>
                  <a:cubicBezTo>
                    <a:pt x="59" y="238"/>
                    <a:pt x="61" y="236"/>
                    <a:pt x="63" y="235"/>
                  </a:cubicBezTo>
                  <a:cubicBezTo>
                    <a:pt x="64" y="234"/>
                    <a:pt x="67" y="233"/>
                    <a:pt x="68" y="232"/>
                  </a:cubicBezTo>
                  <a:cubicBezTo>
                    <a:pt x="69" y="231"/>
                    <a:pt x="69" y="227"/>
                    <a:pt x="69" y="226"/>
                  </a:cubicBezTo>
                  <a:cubicBezTo>
                    <a:pt x="69" y="224"/>
                    <a:pt x="67" y="221"/>
                    <a:pt x="68" y="219"/>
                  </a:cubicBezTo>
                  <a:cubicBezTo>
                    <a:pt x="68" y="217"/>
                    <a:pt x="70" y="214"/>
                    <a:pt x="72" y="213"/>
                  </a:cubicBezTo>
                  <a:cubicBezTo>
                    <a:pt x="73" y="212"/>
                    <a:pt x="77" y="211"/>
                    <a:pt x="78" y="210"/>
                  </a:cubicBezTo>
                  <a:cubicBezTo>
                    <a:pt x="79" y="209"/>
                    <a:pt x="80" y="205"/>
                    <a:pt x="81" y="204"/>
                  </a:cubicBezTo>
                  <a:cubicBezTo>
                    <a:pt x="82" y="203"/>
                    <a:pt x="84" y="202"/>
                    <a:pt x="85" y="201"/>
                  </a:cubicBezTo>
                  <a:cubicBezTo>
                    <a:pt x="86" y="199"/>
                    <a:pt x="87" y="196"/>
                    <a:pt x="87" y="194"/>
                  </a:cubicBezTo>
                  <a:cubicBezTo>
                    <a:pt x="87" y="192"/>
                    <a:pt x="86" y="189"/>
                    <a:pt x="85" y="187"/>
                  </a:cubicBezTo>
                  <a:cubicBezTo>
                    <a:pt x="85" y="186"/>
                    <a:pt x="85" y="182"/>
                    <a:pt x="84" y="182"/>
                  </a:cubicBezTo>
                  <a:cubicBezTo>
                    <a:pt x="83" y="181"/>
                    <a:pt x="81" y="182"/>
                    <a:pt x="79" y="182"/>
                  </a:cubicBezTo>
                  <a:cubicBezTo>
                    <a:pt x="77" y="182"/>
                    <a:pt x="73" y="183"/>
                    <a:pt x="71" y="182"/>
                  </a:cubicBezTo>
                  <a:cubicBezTo>
                    <a:pt x="70" y="182"/>
                    <a:pt x="69" y="179"/>
                    <a:pt x="69" y="178"/>
                  </a:cubicBezTo>
                  <a:cubicBezTo>
                    <a:pt x="68" y="177"/>
                    <a:pt x="68" y="173"/>
                    <a:pt x="67" y="172"/>
                  </a:cubicBezTo>
                  <a:cubicBezTo>
                    <a:pt x="67" y="170"/>
                    <a:pt x="66" y="165"/>
                    <a:pt x="64" y="164"/>
                  </a:cubicBezTo>
                  <a:cubicBezTo>
                    <a:pt x="62" y="162"/>
                    <a:pt x="58" y="161"/>
                    <a:pt x="55" y="160"/>
                  </a:cubicBezTo>
                  <a:cubicBezTo>
                    <a:pt x="53" y="160"/>
                    <a:pt x="48" y="160"/>
                    <a:pt x="46" y="159"/>
                  </a:cubicBezTo>
                  <a:cubicBezTo>
                    <a:pt x="45" y="159"/>
                    <a:pt x="42" y="157"/>
                    <a:pt x="41" y="156"/>
                  </a:cubicBezTo>
                  <a:cubicBezTo>
                    <a:pt x="39" y="155"/>
                    <a:pt x="38" y="152"/>
                    <a:pt x="37" y="150"/>
                  </a:cubicBezTo>
                  <a:cubicBezTo>
                    <a:pt x="37" y="148"/>
                    <a:pt x="39" y="144"/>
                    <a:pt x="39" y="142"/>
                  </a:cubicBezTo>
                  <a:cubicBezTo>
                    <a:pt x="38" y="139"/>
                    <a:pt x="38" y="134"/>
                    <a:pt x="36" y="131"/>
                  </a:cubicBezTo>
                  <a:cubicBezTo>
                    <a:pt x="35" y="130"/>
                    <a:pt x="32" y="128"/>
                    <a:pt x="31" y="128"/>
                  </a:cubicBezTo>
                  <a:cubicBezTo>
                    <a:pt x="29" y="127"/>
                    <a:pt x="26" y="128"/>
                    <a:pt x="25" y="127"/>
                  </a:cubicBezTo>
                  <a:cubicBezTo>
                    <a:pt x="24" y="126"/>
                    <a:pt x="21" y="124"/>
                    <a:pt x="20" y="122"/>
                  </a:cubicBezTo>
                  <a:cubicBezTo>
                    <a:pt x="20" y="121"/>
                    <a:pt x="20" y="119"/>
                    <a:pt x="21" y="118"/>
                  </a:cubicBezTo>
                  <a:cubicBezTo>
                    <a:pt x="22" y="117"/>
                    <a:pt x="25" y="116"/>
                    <a:pt x="26" y="115"/>
                  </a:cubicBezTo>
                  <a:cubicBezTo>
                    <a:pt x="27" y="114"/>
                    <a:pt x="26" y="111"/>
                    <a:pt x="26" y="109"/>
                  </a:cubicBezTo>
                  <a:cubicBezTo>
                    <a:pt x="25" y="108"/>
                    <a:pt x="25" y="104"/>
                    <a:pt x="23" y="103"/>
                  </a:cubicBezTo>
                  <a:cubicBezTo>
                    <a:pt x="22" y="101"/>
                    <a:pt x="18" y="102"/>
                    <a:pt x="16" y="101"/>
                  </a:cubicBezTo>
                  <a:cubicBezTo>
                    <a:pt x="14" y="100"/>
                    <a:pt x="11" y="97"/>
                    <a:pt x="10" y="95"/>
                  </a:cubicBezTo>
                  <a:cubicBezTo>
                    <a:pt x="9" y="94"/>
                    <a:pt x="8" y="90"/>
                    <a:pt x="7" y="89"/>
                  </a:cubicBezTo>
                  <a:cubicBezTo>
                    <a:pt x="6" y="87"/>
                    <a:pt x="3" y="83"/>
                    <a:pt x="2" y="81"/>
                  </a:cubicBezTo>
                  <a:cubicBezTo>
                    <a:pt x="1" y="79"/>
                    <a:pt x="0" y="74"/>
                    <a:pt x="0" y="71"/>
                  </a:cubicBezTo>
                  <a:cubicBezTo>
                    <a:pt x="1" y="69"/>
                    <a:pt x="3" y="66"/>
                    <a:pt x="5" y="65"/>
                  </a:cubicBezTo>
                  <a:cubicBezTo>
                    <a:pt x="6" y="64"/>
                    <a:pt x="9" y="63"/>
                    <a:pt x="11" y="64"/>
                  </a:cubicBezTo>
                  <a:cubicBezTo>
                    <a:pt x="12" y="64"/>
                    <a:pt x="13" y="67"/>
                    <a:pt x="15" y="68"/>
                  </a:cubicBezTo>
                  <a:cubicBezTo>
                    <a:pt x="16" y="68"/>
                    <a:pt x="19" y="68"/>
                    <a:pt x="21" y="68"/>
                  </a:cubicBezTo>
                  <a:cubicBezTo>
                    <a:pt x="23" y="67"/>
                    <a:pt x="24" y="63"/>
                    <a:pt x="26" y="62"/>
                  </a:cubicBezTo>
                  <a:cubicBezTo>
                    <a:pt x="27" y="61"/>
                    <a:pt x="30" y="61"/>
                    <a:pt x="31" y="60"/>
                  </a:cubicBezTo>
                  <a:cubicBezTo>
                    <a:pt x="33" y="59"/>
                    <a:pt x="36" y="56"/>
                    <a:pt x="36" y="54"/>
                  </a:cubicBezTo>
                  <a:cubicBezTo>
                    <a:pt x="37" y="52"/>
                    <a:pt x="36" y="46"/>
                    <a:pt x="35" y="43"/>
                  </a:cubicBezTo>
                  <a:cubicBezTo>
                    <a:pt x="35" y="42"/>
                    <a:pt x="33" y="39"/>
                    <a:pt x="32" y="37"/>
                  </a:cubicBezTo>
                  <a:cubicBezTo>
                    <a:pt x="31" y="35"/>
                    <a:pt x="30" y="29"/>
                    <a:pt x="30" y="27"/>
                  </a:cubicBezTo>
                  <a:cubicBezTo>
                    <a:pt x="30" y="26"/>
                    <a:pt x="30" y="24"/>
                    <a:pt x="31" y="22"/>
                  </a:cubicBezTo>
                  <a:cubicBezTo>
                    <a:pt x="33" y="22"/>
                    <a:pt x="35" y="22"/>
                    <a:pt x="36" y="21"/>
                  </a:cubicBezTo>
                  <a:cubicBezTo>
                    <a:pt x="39" y="20"/>
                    <a:pt x="43" y="17"/>
                    <a:pt x="45" y="16"/>
                  </a:cubicBezTo>
                  <a:cubicBezTo>
                    <a:pt x="46" y="14"/>
                    <a:pt x="50" y="11"/>
                    <a:pt x="52" y="11"/>
                  </a:cubicBezTo>
                  <a:cubicBezTo>
                    <a:pt x="54" y="11"/>
                    <a:pt x="57" y="13"/>
                    <a:pt x="58" y="15"/>
                  </a:cubicBezTo>
                  <a:cubicBezTo>
                    <a:pt x="59" y="16"/>
                    <a:pt x="58" y="20"/>
                    <a:pt x="60" y="21"/>
                  </a:cubicBezTo>
                  <a:cubicBezTo>
                    <a:pt x="61" y="21"/>
                    <a:pt x="64" y="20"/>
                    <a:pt x="65" y="19"/>
                  </a:cubicBezTo>
                  <a:cubicBezTo>
                    <a:pt x="66" y="18"/>
                    <a:pt x="65" y="16"/>
                    <a:pt x="66" y="15"/>
                  </a:cubicBezTo>
                  <a:cubicBezTo>
                    <a:pt x="67" y="13"/>
                    <a:pt x="72" y="10"/>
                    <a:pt x="73" y="9"/>
                  </a:cubicBezTo>
                  <a:cubicBezTo>
                    <a:pt x="74" y="7"/>
                    <a:pt x="74" y="4"/>
                    <a:pt x="75" y="3"/>
                  </a:cubicBezTo>
                  <a:cubicBezTo>
                    <a:pt x="76" y="2"/>
                    <a:pt x="79" y="1"/>
                    <a:pt x="81" y="0"/>
                  </a:cubicBezTo>
                  <a:cubicBezTo>
                    <a:pt x="83" y="0"/>
                    <a:pt x="88" y="1"/>
                    <a:pt x="91" y="2"/>
                  </a:cubicBezTo>
                  <a:cubicBezTo>
                    <a:pt x="94" y="3"/>
                    <a:pt x="99" y="6"/>
                    <a:pt x="102" y="8"/>
                  </a:cubicBezTo>
                  <a:cubicBezTo>
                    <a:pt x="104" y="10"/>
                    <a:pt x="107" y="14"/>
                    <a:pt x="108" y="16"/>
                  </a:cubicBezTo>
                  <a:cubicBezTo>
                    <a:pt x="108" y="18"/>
                    <a:pt x="108" y="22"/>
                    <a:pt x="108" y="24"/>
                  </a:cubicBezTo>
                  <a:cubicBezTo>
                    <a:pt x="108" y="26"/>
                    <a:pt x="107" y="29"/>
                    <a:pt x="106" y="31"/>
                  </a:cubicBezTo>
                  <a:cubicBezTo>
                    <a:pt x="105" y="32"/>
                    <a:pt x="102" y="33"/>
                    <a:pt x="101" y="35"/>
                  </a:cubicBezTo>
                  <a:cubicBezTo>
                    <a:pt x="101" y="36"/>
                    <a:pt x="103" y="40"/>
                    <a:pt x="104" y="41"/>
                  </a:cubicBezTo>
                  <a:cubicBezTo>
                    <a:pt x="105" y="42"/>
                    <a:pt x="109" y="42"/>
                    <a:pt x="111" y="42"/>
                  </a:cubicBezTo>
                  <a:cubicBezTo>
                    <a:pt x="113" y="43"/>
                    <a:pt x="117" y="44"/>
                    <a:pt x="119" y="46"/>
                  </a:cubicBezTo>
                  <a:cubicBezTo>
                    <a:pt x="120" y="47"/>
                    <a:pt x="120" y="52"/>
                    <a:pt x="122" y="53"/>
                  </a:cubicBezTo>
                  <a:cubicBezTo>
                    <a:pt x="123" y="53"/>
                    <a:pt x="127" y="53"/>
                    <a:pt x="128" y="52"/>
                  </a:cubicBezTo>
                  <a:cubicBezTo>
                    <a:pt x="129" y="50"/>
                    <a:pt x="127" y="46"/>
                    <a:pt x="128" y="44"/>
                  </a:cubicBezTo>
                  <a:cubicBezTo>
                    <a:pt x="129" y="43"/>
                    <a:pt x="132" y="41"/>
                    <a:pt x="134" y="41"/>
                  </a:cubicBezTo>
                  <a:cubicBezTo>
                    <a:pt x="136" y="41"/>
                    <a:pt x="139" y="44"/>
                    <a:pt x="141" y="46"/>
                  </a:cubicBezTo>
                  <a:cubicBezTo>
                    <a:pt x="142" y="47"/>
                    <a:pt x="142" y="50"/>
                    <a:pt x="142" y="52"/>
                  </a:cubicBezTo>
                  <a:cubicBezTo>
                    <a:pt x="143" y="55"/>
                    <a:pt x="141" y="61"/>
                    <a:pt x="142" y="64"/>
                  </a:cubicBezTo>
                  <a:cubicBezTo>
                    <a:pt x="143" y="66"/>
                    <a:pt x="147" y="68"/>
                    <a:pt x="149" y="69"/>
                  </a:cubicBezTo>
                  <a:cubicBezTo>
                    <a:pt x="151" y="71"/>
                    <a:pt x="158" y="72"/>
                    <a:pt x="161" y="73"/>
                  </a:cubicBezTo>
                  <a:cubicBezTo>
                    <a:pt x="163" y="74"/>
                    <a:pt x="169" y="76"/>
                    <a:pt x="171" y="78"/>
                  </a:cubicBezTo>
                  <a:cubicBezTo>
                    <a:pt x="174" y="80"/>
                    <a:pt x="176" y="85"/>
                    <a:pt x="178" y="87"/>
                  </a:cubicBezTo>
                  <a:cubicBezTo>
                    <a:pt x="180" y="89"/>
                    <a:pt x="184" y="93"/>
                    <a:pt x="186" y="93"/>
                  </a:cubicBezTo>
                  <a:cubicBezTo>
                    <a:pt x="188" y="93"/>
                    <a:pt x="190" y="90"/>
                    <a:pt x="190" y="88"/>
                  </a:cubicBezTo>
                  <a:cubicBezTo>
                    <a:pt x="191" y="87"/>
                    <a:pt x="191" y="83"/>
                    <a:pt x="192" y="82"/>
                  </a:cubicBezTo>
                  <a:cubicBezTo>
                    <a:pt x="193" y="81"/>
                    <a:pt x="195" y="78"/>
                    <a:pt x="196" y="78"/>
                  </a:cubicBezTo>
                  <a:cubicBezTo>
                    <a:pt x="198" y="78"/>
                    <a:pt x="200" y="77"/>
                    <a:pt x="201" y="78"/>
                  </a:cubicBezTo>
                  <a:cubicBezTo>
                    <a:pt x="203" y="79"/>
                    <a:pt x="204" y="84"/>
                    <a:pt x="206" y="85"/>
                  </a:cubicBezTo>
                  <a:cubicBezTo>
                    <a:pt x="208" y="86"/>
                    <a:pt x="212" y="86"/>
                    <a:pt x="214" y="85"/>
                  </a:cubicBezTo>
                  <a:cubicBezTo>
                    <a:pt x="216" y="84"/>
                    <a:pt x="217" y="79"/>
                    <a:pt x="219" y="78"/>
                  </a:cubicBezTo>
                  <a:cubicBezTo>
                    <a:pt x="220" y="77"/>
                    <a:pt x="223" y="77"/>
                    <a:pt x="224" y="78"/>
                  </a:cubicBezTo>
                  <a:cubicBezTo>
                    <a:pt x="226" y="79"/>
                    <a:pt x="229" y="82"/>
                    <a:pt x="229" y="84"/>
                  </a:cubicBezTo>
                  <a:cubicBezTo>
                    <a:pt x="230" y="86"/>
                    <a:pt x="228" y="89"/>
                    <a:pt x="228" y="91"/>
                  </a:cubicBezTo>
                  <a:cubicBezTo>
                    <a:pt x="227" y="93"/>
                    <a:pt x="226" y="95"/>
                    <a:pt x="225" y="97"/>
                  </a:cubicBezTo>
                  <a:cubicBezTo>
                    <a:pt x="225" y="99"/>
                    <a:pt x="226" y="102"/>
                    <a:pt x="227" y="104"/>
                  </a:cubicBezTo>
                  <a:cubicBezTo>
                    <a:pt x="228" y="105"/>
                    <a:pt x="231" y="106"/>
                    <a:pt x="231" y="107"/>
                  </a:cubicBezTo>
                  <a:cubicBezTo>
                    <a:pt x="232" y="108"/>
                    <a:pt x="232" y="111"/>
                    <a:pt x="231" y="112"/>
                  </a:cubicBezTo>
                  <a:cubicBezTo>
                    <a:pt x="231" y="113"/>
                    <a:pt x="230" y="116"/>
                    <a:pt x="230" y="118"/>
                  </a:cubicBezTo>
                  <a:cubicBezTo>
                    <a:pt x="230" y="119"/>
                    <a:pt x="231" y="123"/>
                    <a:pt x="232" y="124"/>
                  </a:cubicBezTo>
                  <a:cubicBezTo>
                    <a:pt x="233" y="126"/>
                    <a:pt x="237" y="130"/>
                    <a:pt x="239" y="131"/>
                  </a:cubicBezTo>
                  <a:cubicBezTo>
                    <a:pt x="241" y="132"/>
                    <a:pt x="245" y="131"/>
                    <a:pt x="247" y="131"/>
                  </a:cubicBezTo>
                  <a:cubicBezTo>
                    <a:pt x="249" y="132"/>
                    <a:pt x="253" y="137"/>
                    <a:pt x="254" y="13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52"/>
            <p:cNvSpPr>
              <a:spLocks/>
            </p:cNvSpPr>
            <p:nvPr/>
          </p:nvSpPr>
          <p:spPr bwMode="auto">
            <a:xfrm>
              <a:off x="7200900" y="3397250"/>
              <a:ext cx="26987" cy="14288"/>
            </a:xfrm>
            <a:custGeom>
              <a:avLst/>
              <a:gdLst/>
              <a:ahLst/>
              <a:cxnLst>
                <a:cxn ang="0">
                  <a:pos x="13" y="1"/>
                </a:cxn>
                <a:cxn ang="0">
                  <a:pos x="10" y="2"/>
                </a:cxn>
                <a:cxn ang="0">
                  <a:pos x="6" y="1"/>
                </a:cxn>
                <a:cxn ang="0">
                  <a:pos x="2" y="1"/>
                </a:cxn>
                <a:cxn ang="0">
                  <a:pos x="0" y="4"/>
                </a:cxn>
                <a:cxn ang="0">
                  <a:pos x="3" y="7"/>
                </a:cxn>
                <a:cxn ang="0">
                  <a:pos x="6" y="7"/>
                </a:cxn>
                <a:cxn ang="0">
                  <a:pos x="9" y="7"/>
                </a:cxn>
                <a:cxn ang="0">
                  <a:pos x="10" y="5"/>
                </a:cxn>
                <a:cxn ang="0">
                  <a:pos x="14" y="7"/>
                </a:cxn>
                <a:cxn ang="0">
                  <a:pos x="15" y="3"/>
                </a:cxn>
                <a:cxn ang="0">
                  <a:pos x="13" y="1"/>
                </a:cxn>
              </a:cxnLst>
              <a:rect l="0" t="0" r="r" b="b"/>
              <a:pathLst>
                <a:path w="15" h="8">
                  <a:moveTo>
                    <a:pt x="13" y="1"/>
                  </a:moveTo>
                  <a:cubicBezTo>
                    <a:pt x="12" y="0"/>
                    <a:pt x="11" y="2"/>
                    <a:pt x="10" y="2"/>
                  </a:cubicBezTo>
                  <a:cubicBezTo>
                    <a:pt x="9" y="2"/>
                    <a:pt x="7" y="1"/>
                    <a:pt x="6" y="1"/>
                  </a:cubicBezTo>
                  <a:cubicBezTo>
                    <a:pt x="5" y="1"/>
                    <a:pt x="3" y="1"/>
                    <a:pt x="2" y="1"/>
                  </a:cubicBezTo>
                  <a:cubicBezTo>
                    <a:pt x="2" y="2"/>
                    <a:pt x="1" y="3"/>
                    <a:pt x="0" y="4"/>
                  </a:cubicBezTo>
                  <a:cubicBezTo>
                    <a:pt x="0" y="5"/>
                    <a:pt x="2" y="7"/>
                    <a:pt x="3" y="7"/>
                  </a:cubicBezTo>
                  <a:cubicBezTo>
                    <a:pt x="3" y="8"/>
                    <a:pt x="5" y="7"/>
                    <a:pt x="6" y="7"/>
                  </a:cubicBezTo>
                  <a:cubicBezTo>
                    <a:pt x="7" y="7"/>
                    <a:pt x="8" y="7"/>
                    <a:pt x="9" y="7"/>
                  </a:cubicBezTo>
                  <a:cubicBezTo>
                    <a:pt x="9" y="7"/>
                    <a:pt x="10" y="6"/>
                    <a:pt x="10" y="5"/>
                  </a:cubicBezTo>
                  <a:cubicBezTo>
                    <a:pt x="11" y="5"/>
                    <a:pt x="13" y="8"/>
                    <a:pt x="14" y="7"/>
                  </a:cubicBezTo>
                  <a:cubicBezTo>
                    <a:pt x="15" y="7"/>
                    <a:pt x="15" y="4"/>
                    <a:pt x="15" y="3"/>
                  </a:cubicBezTo>
                  <a:cubicBezTo>
                    <a:pt x="15" y="3"/>
                    <a:pt x="14" y="1"/>
                    <a:pt x="13"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53"/>
            <p:cNvSpPr>
              <a:spLocks/>
            </p:cNvSpPr>
            <p:nvPr/>
          </p:nvSpPr>
          <p:spPr bwMode="auto">
            <a:xfrm>
              <a:off x="7145338" y="3321050"/>
              <a:ext cx="9525" cy="14288"/>
            </a:xfrm>
            <a:custGeom>
              <a:avLst/>
              <a:gdLst/>
              <a:ahLst/>
              <a:cxnLst>
                <a:cxn ang="0">
                  <a:pos x="6" y="2"/>
                </a:cxn>
                <a:cxn ang="0">
                  <a:pos x="5" y="0"/>
                </a:cxn>
                <a:cxn ang="0">
                  <a:pos x="1" y="0"/>
                </a:cxn>
                <a:cxn ang="0">
                  <a:pos x="0" y="3"/>
                </a:cxn>
                <a:cxn ang="0">
                  <a:pos x="1" y="7"/>
                </a:cxn>
                <a:cxn ang="0">
                  <a:pos x="5" y="7"/>
                </a:cxn>
                <a:cxn ang="0">
                  <a:pos x="5" y="4"/>
                </a:cxn>
                <a:cxn ang="0">
                  <a:pos x="6" y="2"/>
                </a:cxn>
              </a:cxnLst>
              <a:rect l="0" t="0" r="r" b="b"/>
              <a:pathLst>
                <a:path w="6" h="8">
                  <a:moveTo>
                    <a:pt x="6" y="2"/>
                  </a:moveTo>
                  <a:cubicBezTo>
                    <a:pt x="6" y="1"/>
                    <a:pt x="5" y="0"/>
                    <a:pt x="5" y="0"/>
                  </a:cubicBezTo>
                  <a:cubicBezTo>
                    <a:pt x="4" y="0"/>
                    <a:pt x="2" y="0"/>
                    <a:pt x="1" y="0"/>
                  </a:cubicBezTo>
                  <a:cubicBezTo>
                    <a:pt x="0" y="0"/>
                    <a:pt x="0" y="2"/>
                    <a:pt x="0" y="3"/>
                  </a:cubicBezTo>
                  <a:cubicBezTo>
                    <a:pt x="0" y="4"/>
                    <a:pt x="0" y="6"/>
                    <a:pt x="1" y="7"/>
                  </a:cubicBezTo>
                  <a:cubicBezTo>
                    <a:pt x="2" y="7"/>
                    <a:pt x="5" y="8"/>
                    <a:pt x="5" y="7"/>
                  </a:cubicBezTo>
                  <a:cubicBezTo>
                    <a:pt x="6" y="7"/>
                    <a:pt x="5" y="5"/>
                    <a:pt x="5" y="4"/>
                  </a:cubicBezTo>
                  <a:cubicBezTo>
                    <a:pt x="6" y="4"/>
                    <a:pt x="6" y="2"/>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54"/>
            <p:cNvSpPr>
              <a:spLocks/>
            </p:cNvSpPr>
            <p:nvPr/>
          </p:nvSpPr>
          <p:spPr bwMode="auto">
            <a:xfrm>
              <a:off x="7099300" y="3325813"/>
              <a:ext cx="38100" cy="28575"/>
            </a:xfrm>
            <a:custGeom>
              <a:avLst/>
              <a:gdLst/>
              <a:ahLst/>
              <a:cxnLst>
                <a:cxn ang="0">
                  <a:pos x="22" y="4"/>
                </a:cxn>
                <a:cxn ang="0">
                  <a:pos x="18" y="3"/>
                </a:cxn>
                <a:cxn ang="0">
                  <a:pos x="14" y="1"/>
                </a:cxn>
                <a:cxn ang="0">
                  <a:pos x="10" y="2"/>
                </a:cxn>
                <a:cxn ang="0">
                  <a:pos x="5" y="1"/>
                </a:cxn>
                <a:cxn ang="0">
                  <a:pos x="2" y="4"/>
                </a:cxn>
                <a:cxn ang="0">
                  <a:pos x="1" y="10"/>
                </a:cxn>
                <a:cxn ang="0">
                  <a:pos x="4" y="13"/>
                </a:cxn>
                <a:cxn ang="0">
                  <a:pos x="7" y="16"/>
                </a:cxn>
                <a:cxn ang="0">
                  <a:pos x="11" y="14"/>
                </a:cxn>
                <a:cxn ang="0">
                  <a:pos x="16" y="14"/>
                </a:cxn>
                <a:cxn ang="0">
                  <a:pos x="20" y="14"/>
                </a:cxn>
                <a:cxn ang="0">
                  <a:pos x="22" y="8"/>
                </a:cxn>
                <a:cxn ang="0">
                  <a:pos x="22" y="4"/>
                </a:cxn>
              </a:cxnLst>
              <a:rect l="0" t="0" r="r" b="b"/>
              <a:pathLst>
                <a:path w="22" h="16">
                  <a:moveTo>
                    <a:pt x="22" y="4"/>
                  </a:moveTo>
                  <a:cubicBezTo>
                    <a:pt x="21" y="3"/>
                    <a:pt x="19" y="3"/>
                    <a:pt x="18" y="3"/>
                  </a:cubicBezTo>
                  <a:cubicBezTo>
                    <a:pt x="17" y="2"/>
                    <a:pt x="15" y="1"/>
                    <a:pt x="14" y="1"/>
                  </a:cubicBezTo>
                  <a:cubicBezTo>
                    <a:pt x="13" y="0"/>
                    <a:pt x="11" y="2"/>
                    <a:pt x="10" y="2"/>
                  </a:cubicBezTo>
                  <a:cubicBezTo>
                    <a:pt x="9" y="2"/>
                    <a:pt x="6" y="1"/>
                    <a:pt x="5" y="1"/>
                  </a:cubicBezTo>
                  <a:cubicBezTo>
                    <a:pt x="4" y="1"/>
                    <a:pt x="2" y="3"/>
                    <a:pt x="2" y="4"/>
                  </a:cubicBezTo>
                  <a:cubicBezTo>
                    <a:pt x="1" y="6"/>
                    <a:pt x="0" y="9"/>
                    <a:pt x="1" y="10"/>
                  </a:cubicBezTo>
                  <a:cubicBezTo>
                    <a:pt x="1" y="11"/>
                    <a:pt x="4" y="12"/>
                    <a:pt x="4" y="13"/>
                  </a:cubicBezTo>
                  <a:cubicBezTo>
                    <a:pt x="5" y="13"/>
                    <a:pt x="6" y="16"/>
                    <a:pt x="7" y="16"/>
                  </a:cubicBezTo>
                  <a:cubicBezTo>
                    <a:pt x="8" y="16"/>
                    <a:pt x="9" y="14"/>
                    <a:pt x="11" y="14"/>
                  </a:cubicBezTo>
                  <a:cubicBezTo>
                    <a:pt x="12" y="13"/>
                    <a:pt x="15" y="15"/>
                    <a:pt x="16" y="14"/>
                  </a:cubicBezTo>
                  <a:cubicBezTo>
                    <a:pt x="17" y="14"/>
                    <a:pt x="19" y="14"/>
                    <a:pt x="20" y="14"/>
                  </a:cubicBezTo>
                  <a:cubicBezTo>
                    <a:pt x="21" y="13"/>
                    <a:pt x="21" y="9"/>
                    <a:pt x="22" y="8"/>
                  </a:cubicBezTo>
                  <a:cubicBezTo>
                    <a:pt x="22" y="7"/>
                    <a:pt x="22" y="5"/>
                    <a:pt x="22"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55"/>
            <p:cNvSpPr>
              <a:spLocks/>
            </p:cNvSpPr>
            <p:nvPr/>
          </p:nvSpPr>
          <p:spPr bwMode="auto">
            <a:xfrm>
              <a:off x="7064375" y="3025775"/>
              <a:ext cx="628650" cy="565150"/>
            </a:xfrm>
            <a:custGeom>
              <a:avLst/>
              <a:gdLst/>
              <a:ahLst/>
              <a:cxnLst>
                <a:cxn ang="0">
                  <a:pos x="349" y="266"/>
                </a:cxn>
                <a:cxn ang="0">
                  <a:pos x="337" y="288"/>
                </a:cxn>
                <a:cxn ang="0">
                  <a:pos x="324" y="305"/>
                </a:cxn>
                <a:cxn ang="0">
                  <a:pos x="309" y="300"/>
                </a:cxn>
                <a:cxn ang="0">
                  <a:pos x="292" y="313"/>
                </a:cxn>
                <a:cxn ang="0">
                  <a:pos x="275" y="318"/>
                </a:cxn>
                <a:cxn ang="0">
                  <a:pos x="265" y="316"/>
                </a:cxn>
                <a:cxn ang="0">
                  <a:pos x="265" y="307"/>
                </a:cxn>
                <a:cxn ang="0">
                  <a:pos x="248" y="295"/>
                </a:cxn>
                <a:cxn ang="0">
                  <a:pos x="233" y="285"/>
                </a:cxn>
                <a:cxn ang="0">
                  <a:pos x="213" y="277"/>
                </a:cxn>
                <a:cxn ang="0">
                  <a:pos x="204" y="274"/>
                </a:cxn>
                <a:cxn ang="0">
                  <a:pos x="208" y="260"/>
                </a:cxn>
                <a:cxn ang="0">
                  <a:pos x="216" y="244"/>
                </a:cxn>
                <a:cxn ang="0">
                  <a:pos x="200" y="213"/>
                </a:cxn>
                <a:cxn ang="0">
                  <a:pos x="176" y="184"/>
                </a:cxn>
                <a:cxn ang="0">
                  <a:pos x="168" y="183"/>
                </a:cxn>
                <a:cxn ang="0">
                  <a:pos x="153" y="191"/>
                </a:cxn>
                <a:cxn ang="0">
                  <a:pos x="127" y="196"/>
                </a:cxn>
                <a:cxn ang="0">
                  <a:pos x="100" y="209"/>
                </a:cxn>
                <a:cxn ang="0">
                  <a:pos x="110" y="193"/>
                </a:cxn>
                <a:cxn ang="0">
                  <a:pos x="123" y="172"/>
                </a:cxn>
                <a:cxn ang="0">
                  <a:pos x="95" y="151"/>
                </a:cxn>
                <a:cxn ang="0">
                  <a:pos x="76" y="159"/>
                </a:cxn>
                <a:cxn ang="0">
                  <a:pos x="59" y="154"/>
                </a:cxn>
                <a:cxn ang="0">
                  <a:pos x="57" y="165"/>
                </a:cxn>
                <a:cxn ang="0">
                  <a:pos x="49" y="138"/>
                </a:cxn>
                <a:cxn ang="0">
                  <a:pos x="26" y="103"/>
                </a:cxn>
                <a:cxn ang="0">
                  <a:pos x="0" y="67"/>
                </a:cxn>
                <a:cxn ang="0">
                  <a:pos x="18" y="42"/>
                </a:cxn>
                <a:cxn ang="0">
                  <a:pos x="28" y="15"/>
                </a:cxn>
                <a:cxn ang="0">
                  <a:pos x="50" y="24"/>
                </a:cxn>
                <a:cxn ang="0">
                  <a:pos x="63" y="5"/>
                </a:cxn>
                <a:cxn ang="0">
                  <a:pos x="89" y="12"/>
                </a:cxn>
                <a:cxn ang="0">
                  <a:pos x="102" y="23"/>
                </a:cxn>
                <a:cxn ang="0">
                  <a:pos x="127" y="22"/>
                </a:cxn>
                <a:cxn ang="0">
                  <a:pos x="152" y="19"/>
                </a:cxn>
                <a:cxn ang="0">
                  <a:pos x="187" y="9"/>
                </a:cxn>
                <a:cxn ang="0">
                  <a:pos x="218" y="7"/>
                </a:cxn>
                <a:cxn ang="0">
                  <a:pos x="222" y="36"/>
                </a:cxn>
                <a:cxn ang="0">
                  <a:pos x="243" y="61"/>
                </a:cxn>
                <a:cxn ang="0">
                  <a:pos x="270" y="77"/>
                </a:cxn>
                <a:cxn ang="0">
                  <a:pos x="299" y="84"/>
                </a:cxn>
                <a:cxn ang="0">
                  <a:pos x="304" y="116"/>
                </a:cxn>
                <a:cxn ang="0">
                  <a:pos x="283" y="130"/>
                </a:cxn>
                <a:cxn ang="0">
                  <a:pos x="270" y="143"/>
                </a:cxn>
                <a:cxn ang="0">
                  <a:pos x="291" y="165"/>
                </a:cxn>
                <a:cxn ang="0">
                  <a:pos x="288" y="184"/>
                </a:cxn>
                <a:cxn ang="0">
                  <a:pos x="307" y="204"/>
                </a:cxn>
                <a:cxn ang="0">
                  <a:pos x="323" y="222"/>
                </a:cxn>
                <a:cxn ang="0">
                  <a:pos x="339" y="244"/>
                </a:cxn>
              </a:cxnLst>
              <a:rect l="0" t="0" r="r" b="b"/>
              <a:pathLst>
                <a:path w="355" h="320">
                  <a:moveTo>
                    <a:pt x="353" y="249"/>
                  </a:moveTo>
                  <a:cubicBezTo>
                    <a:pt x="354" y="251"/>
                    <a:pt x="355" y="254"/>
                    <a:pt x="355" y="256"/>
                  </a:cubicBezTo>
                  <a:cubicBezTo>
                    <a:pt x="355" y="258"/>
                    <a:pt x="354" y="261"/>
                    <a:pt x="353" y="263"/>
                  </a:cubicBezTo>
                  <a:cubicBezTo>
                    <a:pt x="352" y="264"/>
                    <a:pt x="350" y="265"/>
                    <a:pt x="349" y="266"/>
                  </a:cubicBezTo>
                  <a:cubicBezTo>
                    <a:pt x="348" y="267"/>
                    <a:pt x="347" y="271"/>
                    <a:pt x="346" y="272"/>
                  </a:cubicBezTo>
                  <a:cubicBezTo>
                    <a:pt x="345" y="273"/>
                    <a:pt x="341" y="274"/>
                    <a:pt x="340" y="275"/>
                  </a:cubicBezTo>
                  <a:cubicBezTo>
                    <a:pt x="338" y="276"/>
                    <a:pt x="336" y="279"/>
                    <a:pt x="336" y="281"/>
                  </a:cubicBezTo>
                  <a:cubicBezTo>
                    <a:pt x="335" y="283"/>
                    <a:pt x="337" y="286"/>
                    <a:pt x="337" y="288"/>
                  </a:cubicBezTo>
                  <a:cubicBezTo>
                    <a:pt x="337" y="289"/>
                    <a:pt x="337" y="293"/>
                    <a:pt x="336" y="294"/>
                  </a:cubicBezTo>
                  <a:cubicBezTo>
                    <a:pt x="335" y="295"/>
                    <a:pt x="332" y="296"/>
                    <a:pt x="331" y="297"/>
                  </a:cubicBezTo>
                  <a:cubicBezTo>
                    <a:pt x="329" y="298"/>
                    <a:pt x="327" y="300"/>
                    <a:pt x="326" y="301"/>
                  </a:cubicBezTo>
                  <a:cubicBezTo>
                    <a:pt x="326" y="302"/>
                    <a:pt x="325" y="304"/>
                    <a:pt x="324" y="305"/>
                  </a:cubicBezTo>
                  <a:cubicBezTo>
                    <a:pt x="324" y="305"/>
                    <a:pt x="323" y="305"/>
                    <a:pt x="323" y="304"/>
                  </a:cubicBezTo>
                  <a:cubicBezTo>
                    <a:pt x="322" y="304"/>
                    <a:pt x="323" y="302"/>
                    <a:pt x="322" y="302"/>
                  </a:cubicBezTo>
                  <a:cubicBezTo>
                    <a:pt x="321" y="300"/>
                    <a:pt x="318" y="300"/>
                    <a:pt x="316" y="300"/>
                  </a:cubicBezTo>
                  <a:cubicBezTo>
                    <a:pt x="314" y="299"/>
                    <a:pt x="310" y="299"/>
                    <a:pt x="309" y="300"/>
                  </a:cubicBezTo>
                  <a:cubicBezTo>
                    <a:pt x="307" y="300"/>
                    <a:pt x="304" y="300"/>
                    <a:pt x="303" y="301"/>
                  </a:cubicBezTo>
                  <a:cubicBezTo>
                    <a:pt x="301" y="302"/>
                    <a:pt x="301" y="306"/>
                    <a:pt x="299" y="307"/>
                  </a:cubicBezTo>
                  <a:cubicBezTo>
                    <a:pt x="299" y="307"/>
                    <a:pt x="297" y="308"/>
                    <a:pt x="297" y="308"/>
                  </a:cubicBezTo>
                  <a:cubicBezTo>
                    <a:pt x="295" y="309"/>
                    <a:pt x="293" y="311"/>
                    <a:pt x="292" y="313"/>
                  </a:cubicBezTo>
                  <a:cubicBezTo>
                    <a:pt x="291" y="314"/>
                    <a:pt x="292" y="317"/>
                    <a:pt x="291" y="318"/>
                  </a:cubicBezTo>
                  <a:cubicBezTo>
                    <a:pt x="290" y="319"/>
                    <a:pt x="288" y="320"/>
                    <a:pt x="288" y="320"/>
                  </a:cubicBezTo>
                  <a:cubicBezTo>
                    <a:pt x="286" y="320"/>
                    <a:pt x="283" y="318"/>
                    <a:pt x="282" y="318"/>
                  </a:cubicBezTo>
                  <a:cubicBezTo>
                    <a:pt x="280" y="318"/>
                    <a:pt x="276" y="319"/>
                    <a:pt x="275" y="318"/>
                  </a:cubicBezTo>
                  <a:cubicBezTo>
                    <a:pt x="274" y="318"/>
                    <a:pt x="275" y="316"/>
                    <a:pt x="275" y="315"/>
                  </a:cubicBezTo>
                  <a:cubicBezTo>
                    <a:pt x="274" y="314"/>
                    <a:pt x="272" y="313"/>
                    <a:pt x="271" y="313"/>
                  </a:cubicBezTo>
                  <a:cubicBezTo>
                    <a:pt x="270" y="313"/>
                    <a:pt x="269" y="316"/>
                    <a:pt x="269" y="316"/>
                  </a:cubicBezTo>
                  <a:cubicBezTo>
                    <a:pt x="268" y="316"/>
                    <a:pt x="266" y="316"/>
                    <a:pt x="265" y="316"/>
                  </a:cubicBezTo>
                  <a:cubicBezTo>
                    <a:pt x="264" y="315"/>
                    <a:pt x="262" y="315"/>
                    <a:pt x="261" y="314"/>
                  </a:cubicBezTo>
                  <a:cubicBezTo>
                    <a:pt x="261" y="313"/>
                    <a:pt x="261" y="312"/>
                    <a:pt x="262" y="311"/>
                  </a:cubicBezTo>
                  <a:cubicBezTo>
                    <a:pt x="262" y="310"/>
                    <a:pt x="264" y="311"/>
                    <a:pt x="265" y="311"/>
                  </a:cubicBezTo>
                  <a:cubicBezTo>
                    <a:pt x="266" y="310"/>
                    <a:pt x="265" y="308"/>
                    <a:pt x="265" y="307"/>
                  </a:cubicBezTo>
                  <a:cubicBezTo>
                    <a:pt x="265" y="306"/>
                    <a:pt x="264" y="303"/>
                    <a:pt x="263" y="302"/>
                  </a:cubicBezTo>
                  <a:cubicBezTo>
                    <a:pt x="262" y="300"/>
                    <a:pt x="258" y="301"/>
                    <a:pt x="257" y="300"/>
                  </a:cubicBezTo>
                  <a:cubicBezTo>
                    <a:pt x="256" y="299"/>
                    <a:pt x="254" y="297"/>
                    <a:pt x="253" y="296"/>
                  </a:cubicBezTo>
                  <a:cubicBezTo>
                    <a:pt x="252" y="296"/>
                    <a:pt x="249" y="296"/>
                    <a:pt x="248" y="295"/>
                  </a:cubicBezTo>
                  <a:cubicBezTo>
                    <a:pt x="247" y="295"/>
                    <a:pt x="246" y="292"/>
                    <a:pt x="245" y="291"/>
                  </a:cubicBezTo>
                  <a:cubicBezTo>
                    <a:pt x="245" y="290"/>
                    <a:pt x="244" y="288"/>
                    <a:pt x="243" y="287"/>
                  </a:cubicBezTo>
                  <a:cubicBezTo>
                    <a:pt x="242" y="286"/>
                    <a:pt x="239" y="285"/>
                    <a:pt x="238" y="285"/>
                  </a:cubicBezTo>
                  <a:cubicBezTo>
                    <a:pt x="237" y="285"/>
                    <a:pt x="234" y="285"/>
                    <a:pt x="233" y="285"/>
                  </a:cubicBezTo>
                  <a:cubicBezTo>
                    <a:pt x="232" y="286"/>
                    <a:pt x="229" y="287"/>
                    <a:pt x="228" y="287"/>
                  </a:cubicBezTo>
                  <a:cubicBezTo>
                    <a:pt x="226" y="287"/>
                    <a:pt x="222" y="285"/>
                    <a:pt x="220" y="284"/>
                  </a:cubicBezTo>
                  <a:cubicBezTo>
                    <a:pt x="219" y="283"/>
                    <a:pt x="218" y="278"/>
                    <a:pt x="217" y="277"/>
                  </a:cubicBezTo>
                  <a:cubicBezTo>
                    <a:pt x="216" y="277"/>
                    <a:pt x="214" y="277"/>
                    <a:pt x="213" y="277"/>
                  </a:cubicBezTo>
                  <a:cubicBezTo>
                    <a:pt x="212" y="277"/>
                    <a:pt x="210" y="277"/>
                    <a:pt x="210" y="276"/>
                  </a:cubicBezTo>
                  <a:cubicBezTo>
                    <a:pt x="210" y="276"/>
                    <a:pt x="210" y="275"/>
                    <a:pt x="209" y="274"/>
                  </a:cubicBezTo>
                  <a:cubicBezTo>
                    <a:pt x="209" y="274"/>
                    <a:pt x="208" y="274"/>
                    <a:pt x="207" y="274"/>
                  </a:cubicBezTo>
                  <a:cubicBezTo>
                    <a:pt x="206" y="274"/>
                    <a:pt x="204" y="275"/>
                    <a:pt x="204" y="274"/>
                  </a:cubicBezTo>
                  <a:cubicBezTo>
                    <a:pt x="203" y="274"/>
                    <a:pt x="201" y="272"/>
                    <a:pt x="201" y="272"/>
                  </a:cubicBezTo>
                  <a:cubicBezTo>
                    <a:pt x="200" y="270"/>
                    <a:pt x="200" y="268"/>
                    <a:pt x="201" y="267"/>
                  </a:cubicBezTo>
                  <a:cubicBezTo>
                    <a:pt x="201" y="266"/>
                    <a:pt x="203" y="265"/>
                    <a:pt x="204" y="264"/>
                  </a:cubicBezTo>
                  <a:cubicBezTo>
                    <a:pt x="205" y="263"/>
                    <a:pt x="207" y="261"/>
                    <a:pt x="208" y="260"/>
                  </a:cubicBezTo>
                  <a:cubicBezTo>
                    <a:pt x="208" y="259"/>
                    <a:pt x="206" y="257"/>
                    <a:pt x="205" y="256"/>
                  </a:cubicBezTo>
                  <a:cubicBezTo>
                    <a:pt x="205" y="255"/>
                    <a:pt x="206" y="253"/>
                    <a:pt x="207" y="252"/>
                  </a:cubicBezTo>
                  <a:cubicBezTo>
                    <a:pt x="208" y="250"/>
                    <a:pt x="211" y="248"/>
                    <a:pt x="212" y="246"/>
                  </a:cubicBezTo>
                  <a:cubicBezTo>
                    <a:pt x="213" y="246"/>
                    <a:pt x="216" y="245"/>
                    <a:pt x="216" y="244"/>
                  </a:cubicBezTo>
                  <a:cubicBezTo>
                    <a:pt x="217" y="243"/>
                    <a:pt x="217" y="241"/>
                    <a:pt x="217" y="240"/>
                  </a:cubicBezTo>
                  <a:cubicBezTo>
                    <a:pt x="216" y="239"/>
                    <a:pt x="213" y="238"/>
                    <a:pt x="212" y="237"/>
                  </a:cubicBezTo>
                  <a:cubicBezTo>
                    <a:pt x="210" y="234"/>
                    <a:pt x="209" y="228"/>
                    <a:pt x="208" y="225"/>
                  </a:cubicBezTo>
                  <a:cubicBezTo>
                    <a:pt x="206" y="222"/>
                    <a:pt x="202" y="216"/>
                    <a:pt x="200" y="213"/>
                  </a:cubicBezTo>
                  <a:cubicBezTo>
                    <a:pt x="199" y="210"/>
                    <a:pt x="197" y="204"/>
                    <a:pt x="195" y="202"/>
                  </a:cubicBezTo>
                  <a:cubicBezTo>
                    <a:pt x="194" y="200"/>
                    <a:pt x="191" y="198"/>
                    <a:pt x="189" y="197"/>
                  </a:cubicBezTo>
                  <a:cubicBezTo>
                    <a:pt x="188" y="195"/>
                    <a:pt x="185" y="191"/>
                    <a:pt x="183" y="189"/>
                  </a:cubicBezTo>
                  <a:cubicBezTo>
                    <a:pt x="181" y="188"/>
                    <a:pt x="177" y="186"/>
                    <a:pt x="176" y="184"/>
                  </a:cubicBezTo>
                  <a:cubicBezTo>
                    <a:pt x="176" y="184"/>
                    <a:pt x="176" y="183"/>
                    <a:pt x="176" y="182"/>
                  </a:cubicBezTo>
                  <a:cubicBezTo>
                    <a:pt x="175" y="181"/>
                    <a:pt x="173" y="181"/>
                    <a:pt x="172" y="181"/>
                  </a:cubicBezTo>
                  <a:cubicBezTo>
                    <a:pt x="171" y="182"/>
                    <a:pt x="171" y="184"/>
                    <a:pt x="170" y="184"/>
                  </a:cubicBezTo>
                  <a:cubicBezTo>
                    <a:pt x="170" y="184"/>
                    <a:pt x="169" y="183"/>
                    <a:pt x="168" y="183"/>
                  </a:cubicBezTo>
                  <a:cubicBezTo>
                    <a:pt x="167" y="184"/>
                    <a:pt x="166" y="187"/>
                    <a:pt x="165" y="188"/>
                  </a:cubicBezTo>
                  <a:cubicBezTo>
                    <a:pt x="164" y="189"/>
                    <a:pt x="164" y="192"/>
                    <a:pt x="162" y="192"/>
                  </a:cubicBezTo>
                  <a:cubicBezTo>
                    <a:pt x="161" y="193"/>
                    <a:pt x="159" y="191"/>
                    <a:pt x="158" y="191"/>
                  </a:cubicBezTo>
                  <a:cubicBezTo>
                    <a:pt x="156" y="191"/>
                    <a:pt x="154" y="190"/>
                    <a:pt x="153" y="191"/>
                  </a:cubicBezTo>
                  <a:cubicBezTo>
                    <a:pt x="152" y="191"/>
                    <a:pt x="150" y="194"/>
                    <a:pt x="148" y="194"/>
                  </a:cubicBezTo>
                  <a:cubicBezTo>
                    <a:pt x="146" y="195"/>
                    <a:pt x="142" y="197"/>
                    <a:pt x="140" y="198"/>
                  </a:cubicBezTo>
                  <a:cubicBezTo>
                    <a:pt x="138" y="198"/>
                    <a:pt x="135" y="199"/>
                    <a:pt x="133" y="199"/>
                  </a:cubicBezTo>
                  <a:cubicBezTo>
                    <a:pt x="132" y="198"/>
                    <a:pt x="129" y="196"/>
                    <a:pt x="127" y="196"/>
                  </a:cubicBezTo>
                  <a:cubicBezTo>
                    <a:pt x="125" y="195"/>
                    <a:pt x="121" y="197"/>
                    <a:pt x="119" y="198"/>
                  </a:cubicBezTo>
                  <a:cubicBezTo>
                    <a:pt x="117" y="199"/>
                    <a:pt x="113" y="201"/>
                    <a:pt x="112" y="202"/>
                  </a:cubicBezTo>
                  <a:cubicBezTo>
                    <a:pt x="111" y="203"/>
                    <a:pt x="110" y="206"/>
                    <a:pt x="109" y="206"/>
                  </a:cubicBezTo>
                  <a:cubicBezTo>
                    <a:pt x="107" y="208"/>
                    <a:pt x="102" y="209"/>
                    <a:pt x="100" y="209"/>
                  </a:cubicBezTo>
                  <a:cubicBezTo>
                    <a:pt x="99" y="208"/>
                    <a:pt x="97" y="206"/>
                    <a:pt x="97" y="205"/>
                  </a:cubicBezTo>
                  <a:cubicBezTo>
                    <a:pt x="97" y="204"/>
                    <a:pt x="101" y="202"/>
                    <a:pt x="102" y="200"/>
                  </a:cubicBezTo>
                  <a:cubicBezTo>
                    <a:pt x="102" y="199"/>
                    <a:pt x="101" y="196"/>
                    <a:pt x="102" y="195"/>
                  </a:cubicBezTo>
                  <a:cubicBezTo>
                    <a:pt x="103" y="194"/>
                    <a:pt x="109" y="195"/>
                    <a:pt x="110" y="193"/>
                  </a:cubicBezTo>
                  <a:cubicBezTo>
                    <a:pt x="112" y="192"/>
                    <a:pt x="112" y="188"/>
                    <a:pt x="113" y="186"/>
                  </a:cubicBezTo>
                  <a:cubicBezTo>
                    <a:pt x="114" y="184"/>
                    <a:pt x="118" y="181"/>
                    <a:pt x="120" y="180"/>
                  </a:cubicBezTo>
                  <a:cubicBezTo>
                    <a:pt x="121" y="179"/>
                    <a:pt x="123" y="179"/>
                    <a:pt x="124" y="178"/>
                  </a:cubicBezTo>
                  <a:cubicBezTo>
                    <a:pt x="125" y="176"/>
                    <a:pt x="123" y="173"/>
                    <a:pt x="123" y="172"/>
                  </a:cubicBezTo>
                  <a:cubicBezTo>
                    <a:pt x="122" y="171"/>
                    <a:pt x="121" y="169"/>
                    <a:pt x="120" y="168"/>
                  </a:cubicBezTo>
                  <a:cubicBezTo>
                    <a:pt x="118" y="166"/>
                    <a:pt x="112" y="167"/>
                    <a:pt x="110" y="166"/>
                  </a:cubicBezTo>
                  <a:cubicBezTo>
                    <a:pt x="107" y="165"/>
                    <a:pt x="104" y="161"/>
                    <a:pt x="102" y="159"/>
                  </a:cubicBezTo>
                  <a:cubicBezTo>
                    <a:pt x="100" y="157"/>
                    <a:pt x="98" y="152"/>
                    <a:pt x="95" y="151"/>
                  </a:cubicBezTo>
                  <a:cubicBezTo>
                    <a:pt x="94" y="150"/>
                    <a:pt x="91" y="148"/>
                    <a:pt x="89" y="148"/>
                  </a:cubicBezTo>
                  <a:cubicBezTo>
                    <a:pt x="88" y="148"/>
                    <a:pt x="85" y="150"/>
                    <a:pt x="83" y="151"/>
                  </a:cubicBezTo>
                  <a:cubicBezTo>
                    <a:pt x="82" y="152"/>
                    <a:pt x="79" y="155"/>
                    <a:pt x="78" y="156"/>
                  </a:cubicBezTo>
                  <a:cubicBezTo>
                    <a:pt x="77" y="157"/>
                    <a:pt x="77" y="159"/>
                    <a:pt x="76" y="159"/>
                  </a:cubicBezTo>
                  <a:cubicBezTo>
                    <a:pt x="75" y="160"/>
                    <a:pt x="73" y="159"/>
                    <a:pt x="72" y="159"/>
                  </a:cubicBezTo>
                  <a:cubicBezTo>
                    <a:pt x="71" y="158"/>
                    <a:pt x="69" y="155"/>
                    <a:pt x="68" y="155"/>
                  </a:cubicBezTo>
                  <a:cubicBezTo>
                    <a:pt x="67" y="154"/>
                    <a:pt x="64" y="154"/>
                    <a:pt x="63" y="154"/>
                  </a:cubicBezTo>
                  <a:cubicBezTo>
                    <a:pt x="62" y="154"/>
                    <a:pt x="60" y="154"/>
                    <a:pt x="59" y="154"/>
                  </a:cubicBezTo>
                  <a:cubicBezTo>
                    <a:pt x="58" y="155"/>
                    <a:pt x="57" y="158"/>
                    <a:pt x="58" y="159"/>
                  </a:cubicBezTo>
                  <a:cubicBezTo>
                    <a:pt x="58" y="160"/>
                    <a:pt x="61" y="160"/>
                    <a:pt x="61" y="161"/>
                  </a:cubicBezTo>
                  <a:cubicBezTo>
                    <a:pt x="62" y="161"/>
                    <a:pt x="62" y="163"/>
                    <a:pt x="62" y="164"/>
                  </a:cubicBezTo>
                  <a:cubicBezTo>
                    <a:pt x="61" y="165"/>
                    <a:pt x="58" y="165"/>
                    <a:pt x="57" y="165"/>
                  </a:cubicBezTo>
                  <a:cubicBezTo>
                    <a:pt x="56" y="165"/>
                    <a:pt x="54" y="165"/>
                    <a:pt x="53" y="164"/>
                  </a:cubicBezTo>
                  <a:cubicBezTo>
                    <a:pt x="52" y="163"/>
                    <a:pt x="51" y="160"/>
                    <a:pt x="50" y="159"/>
                  </a:cubicBezTo>
                  <a:cubicBezTo>
                    <a:pt x="50" y="156"/>
                    <a:pt x="52" y="152"/>
                    <a:pt x="52" y="150"/>
                  </a:cubicBezTo>
                  <a:cubicBezTo>
                    <a:pt x="52" y="147"/>
                    <a:pt x="50" y="141"/>
                    <a:pt x="49" y="138"/>
                  </a:cubicBezTo>
                  <a:cubicBezTo>
                    <a:pt x="48" y="135"/>
                    <a:pt x="45" y="128"/>
                    <a:pt x="43" y="125"/>
                  </a:cubicBezTo>
                  <a:cubicBezTo>
                    <a:pt x="42" y="124"/>
                    <a:pt x="38" y="122"/>
                    <a:pt x="36" y="121"/>
                  </a:cubicBezTo>
                  <a:cubicBezTo>
                    <a:pt x="34" y="119"/>
                    <a:pt x="30" y="115"/>
                    <a:pt x="29" y="112"/>
                  </a:cubicBezTo>
                  <a:cubicBezTo>
                    <a:pt x="28" y="110"/>
                    <a:pt x="27" y="106"/>
                    <a:pt x="26" y="103"/>
                  </a:cubicBezTo>
                  <a:cubicBezTo>
                    <a:pt x="24" y="101"/>
                    <a:pt x="21" y="95"/>
                    <a:pt x="19" y="92"/>
                  </a:cubicBezTo>
                  <a:cubicBezTo>
                    <a:pt x="17" y="88"/>
                    <a:pt x="12" y="81"/>
                    <a:pt x="9" y="78"/>
                  </a:cubicBezTo>
                  <a:cubicBezTo>
                    <a:pt x="7" y="75"/>
                    <a:pt x="3" y="70"/>
                    <a:pt x="1" y="68"/>
                  </a:cubicBezTo>
                  <a:cubicBezTo>
                    <a:pt x="1" y="67"/>
                    <a:pt x="0" y="67"/>
                    <a:pt x="0" y="67"/>
                  </a:cubicBezTo>
                  <a:cubicBezTo>
                    <a:pt x="1" y="65"/>
                    <a:pt x="5" y="64"/>
                    <a:pt x="6" y="63"/>
                  </a:cubicBezTo>
                  <a:cubicBezTo>
                    <a:pt x="8" y="62"/>
                    <a:pt x="11" y="61"/>
                    <a:pt x="12" y="60"/>
                  </a:cubicBezTo>
                  <a:cubicBezTo>
                    <a:pt x="14" y="58"/>
                    <a:pt x="17" y="54"/>
                    <a:pt x="17" y="51"/>
                  </a:cubicBezTo>
                  <a:cubicBezTo>
                    <a:pt x="18" y="49"/>
                    <a:pt x="17" y="44"/>
                    <a:pt x="18" y="42"/>
                  </a:cubicBezTo>
                  <a:cubicBezTo>
                    <a:pt x="18" y="39"/>
                    <a:pt x="19" y="34"/>
                    <a:pt x="19" y="32"/>
                  </a:cubicBezTo>
                  <a:cubicBezTo>
                    <a:pt x="20" y="30"/>
                    <a:pt x="22" y="26"/>
                    <a:pt x="23" y="24"/>
                  </a:cubicBezTo>
                  <a:cubicBezTo>
                    <a:pt x="24" y="22"/>
                    <a:pt x="27" y="19"/>
                    <a:pt x="28" y="16"/>
                  </a:cubicBezTo>
                  <a:cubicBezTo>
                    <a:pt x="28" y="16"/>
                    <a:pt x="28" y="16"/>
                    <a:pt x="28" y="15"/>
                  </a:cubicBezTo>
                  <a:cubicBezTo>
                    <a:pt x="30" y="15"/>
                    <a:pt x="32" y="14"/>
                    <a:pt x="33" y="15"/>
                  </a:cubicBezTo>
                  <a:cubicBezTo>
                    <a:pt x="35" y="15"/>
                    <a:pt x="41" y="15"/>
                    <a:pt x="42" y="17"/>
                  </a:cubicBezTo>
                  <a:cubicBezTo>
                    <a:pt x="44" y="18"/>
                    <a:pt x="43" y="21"/>
                    <a:pt x="44" y="22"/>
                  </a:cubicBezTo>
                  <a:cubicBezTo>
                    <a:pt x="45" y="23"/>
                    <a:pt x="48" y="24"/>
                    <a:pt x="50" y="24"/>
                  </a:cubicBezTo>
                  <a:cubicBezTo>
                    <a:pt x="52" y="24"/>
                    <a:pt x="56" y="25"/>
                    <a:pt x="58" y="23"/>
                  </a:cubicBezTo>
                  <a:cubicBezTo>
                    <a:pt x="59" y="22"/>
                    <a:pt x="59" y="18"/>
                    <a:pt x="59" y="16"/>
                  </a:cubicBezTo>
                  <a:cubicBezTo>
                    <a:pt x="59" y="14"/>
                    <a:pt x="58" y="10"/>
                    <a:pt x="59" y="8"/>
                  </a:cubicBezTo>
                  <a:cubicBezTo>
                    <a:pt x="59" y="7"/>
                    <a:pt x="62" y="5"/>
                    <a:pt x="63" y="5"/>
                  </a:cubicBezTo>
                  <a:cubicBezTo>
                    <a:pt x="65" y="4"/>
                    <a:pt x="69" y="4"/>
                    <a:pt x="71" y="5"/>
                  </a:cubicBezTo>
                  <a:cubicBezTo>
                    <a:pt x="72" y="6"/>
                    <a:pt x="74" y="9"/>
                    <a:pt x="75" y="9"/>
                  </a:cubicBezTo>
                  <a:cubicBezTo>
                    <a:pt x="78" y="10"/>
                    <a:pt x="83" y="9"/>
                    <a:pt x="85" y="10"/>
                  </a:cubicBezTo>
                  <a:cubicBezTo>
                    <a:pt x="86" y="10"/>
                    <a:pt x="89" y="11"/>
                    <a:pt x="89" y="12"/>
                  </a:cubicBezTo>
                  <a:cubicBezTo>
                    <a:pt x="90" y="14"/>
                    <a:pt x="88" y="17"/>
                    <a:pt x="88" y="19"/>
                  </a:cubicBezTo>
                  <a:cubicBezTo>
                    <a:pt x="88" y="21"/>
                    <a:pt x="88" y="26"/>
                    <a:pt x="90" y="28"/>
                  </a:cubicBezTo>
                  <a:cubicBezTo>
                    <a:pt x="91" y="29"/>
                    <a:pt x="95" y="29"/>
                    <a:pt x="96" y="28"/>
                  </a:cubicBezTo>
                  <a:cubicBezTo>
                    <a:pt x="98" y="28"/>
                    <a:pt x="100" y="24"/>
                    <a:pt x="102" y="23"/>
                  </a:cubicBezTo>
                  <a:cubicBezTo>
                    <a:pt x="103" y="23"/>
                    <a:pt x="105" y="24"/>
                    <a:pt x="106" y="24"/>
                  </a:cubicBezTo>
                  <a:cubicBezTo>
                    <a:pt x="108" y="25"/>
                    <a:pt x="110" y="27"/>
                    <a:pt x="112" y="27"/>
                  </a:cubicBezTo>
                  <a:cubicBezTo>
                    <a:pt x="115" y="28"/>
                    <a:pt x="122" y="27"/>
                    <a:pt x="125" y="25"/>
                  </a:cubicBezTo>
                  <a:cubicBezTo>
                    <a:pt x="126" y="25"/>
                    <a:pt x="126" y="22"/>
                    <a:pt x="127" y="22"/>
                  </a:cubicBezTo>
                  <a:cubicBezTo>
                    <a:pt x="129" y="21"/>
                    <a:pt x="134" y="23"/>
                    <a:pt x="136" y="24"/>
                  </a:cubicBezTo>
                  <a:cubicBezTo>
                    <a:pt x="138" y="25"/>
                    <a:pt x="141" y="31"/>
                    <a:pt x="143" y="31"/>
                  </a:cubicBezTo>
                  <a:cubicBezTo>
                    <a:pt x="145" y="32"/>
                    <a:pt x="150" y="30"/>
                    <a:pt x="151" y="28"/>
                  </a:cubicBezTo>
                  <a:cubicBezTo>
                    <a:pt x="153" y="26"/>
                    <a:pt x="151" y="21"/>
                    <a:pt x="152" y="19"/>
                  </a:cubicBezTo>
                  <a:cubicBezTo>
                    <a:pt x="154" y="17"/>
                    <a:pt x="158" y="14"/>
                    <a:pt x="160" y="13"/>
                  </a:cubicBezTo>
                  <a:cubicBezTo>
                    <a:pt x="162" y="11"/>
                    <a:pt x="167" y="9"/>
                    <a:pt x="169" y="9"/>
                  </a:cubicBezTo>
                  <a:cubicBezTo>
                    <a:pt x="172" y="8"/>
                    <a:pt x="177" y="11"/>
                    <a:pt x="180" y="11"/>
                  </a:cubicBezTo>
                  <a:cubicBezTo>
                    <a:pt x="182" y="11"/>
                    <a:pt x="186" y="10"/>
                    <a:pt x="187" y="9"/>
                  </a:cubicBezTo>
                  <a:cubicBezTo>
                    <a:pt x="189" y="7"/>
                    <a:pt x="190" y="3"/>
                    <a:pt x="191" y="2"/>
                  </a:cubicBezTo>
                  <a:cubicBezTo>
                    <a:pt x="193" y="1"/>
                    <a:pt x="198" y="1"/>
                    <a:pt x="200" y="0"/>
                  </a:cubicBezTo>
                  <a:cubicBezTo>
                    <a:pt x="202" y="2"/>
                    <a:pt x="207" y="1"/>
                    <a:pt x="209" y="2"/>
                  </a:cubicBezTo>
                  <a:cubicBezTo>
                    <a:pt x="211" y="3"/>
                    <a:pt x="216" y="5"/>
                    <a:pt x="218" y="7"/>
                  </a:cubicBezTo>
                  <a:cubicBezTo>
                    <a:pt x="219" y="9"/>
                    <a:pt x="223" y="15"/>
                    <a:pt x="222" y="17"/>
                  </a:cubicBezTo>
                  <a:cubicBezTo>
                    <a:pt x="221" y="19"/>
                    <a:pt x="216" y="18"/>
                    <a:pt x="215" y="19"/>
                  </a:cubicBezTo>
                  <a:cubicBezTo>
                    <a:pt x="214" y="22"/>
                    <a:pt x="215" y="29"/>
                    <a:pt x="217" y="32"/>
                  </a:cubicBezTo>
                  <a:cubicBezTo>
                    <a:pt x="218" y="33"/>
                    <a:pt x="221" y="35"/>
                    <a:pt x="222" y="36"/>
                  </a:cubicBezTo>
                  <a:cubicBezTo>
                    <a:pt x="224" y="37"/>
                    <a:pt x="229" y="39"/>
                    <a:pt x="232" y="39"/>
                  </a:cubicBezTo>
                  <a:cubicBezTo>
                    <a:pt x="234" y="40"/>
                    <a:pt x="238" y="38"/>
                    <a:pt x="240" y="39"/>
                  </a:cubicBezTo>
                  <a:cubicBezTo>
                    <a:pt x="242" y="41"/>
                    <a:pt x="243" y="46"/>
                    <a:pt x="244" y="49"/>
                  </a:cubicBezTo>
                  <a:cubicBezTo>
                    <a:pt x="244" y="52"/>
                    <a:pt x="242" y="58"/>
                    <a:pt x="243" y="61"/>
                  </a:cubicBezTo>
                  <a:cubicBezTo>
                    <a:pt x="243" y="62"/>
                    <a:pt x="246" y="65"/>
                    <a:pt x="247" y="66"/>
                  </a:cubicBezTo>
                  <a:cubicBezTo>
                    <a:pt x="249" y="69"/>
                    <a:pt x="249" y="75"/>
                    <a:pt x="251" y="77"/>
                  </a:cubicBezTo>
                  <a:cubicBezTo>
                    <a:pt x="253" y="78"/>
                    <a:pt x="259" y="80"/>
                    <a:pt x="262" y="80"/>
                  </a:cubicBezTo>
                  <a:cubicBezTo>
                    <a:pt x="264" y="80"/>
                    <a:pt x="268" y="77"/>
                    <a:pt x="270" y="77"/>
                  </a:cubicBezTo>
                  <a:cubicBezTo>
                    <a:pt x="272" y="76"/>
                    <a:pt x="275" y="74"/>
                    <a:pt x="276" y="74"/>
                  </a:cubicBezTo>
                  <a:cubicBezTo>
                    <a:pt x="280" y="74"/>
                    <a:pt x="284" y="79"/>
                    <a:pt x="287" y="80"/>
                  </a:cubicBezTo>
                  <a:cubicBezTo>
                    <a:pt x="289" y="81"/>
                    <a:pt x="293" y="83"/>
                    <a:pt x="295" y="84"/>
                  </a:cubicBezTo>
                  <a:cubicBezTo>
                    <a:pt x="296" y="84"/>
                    <a:pt x="297" y="84"/>
                    <a:pt x="299" y="84"/>
                  </a:cubicBezTo>
                  <a:cubicBezTo>
                    <a:pt x="298" y="86"/>
                    <a:pt x="298" y="88"/>
                    <a:pt x="298" y="89"/>
                  </a:cubicBezTo>
                  <a:cubicBezTo>
                    <a:pt x="298" y="91"/>
                    <a:pt x="299" y="97"/>
                    <a:pt x="300" y="99"/>
                  </a:cubicBezTo>
                  <a:cubicBezTo>
                    <a:pt x="301" y="101"/>
                    <a:pt x="303" y="104"/>
                    <a:pt x="303" y="105"/>
                  </a:cubicBezTo>
                  <a:cubicBezTo>
                    <a:pt x="304" y="108"/>
                    <a:pt x="305" y="114"/>
                    <a:pt x="304" y="116"/>
                  </a:cubicBezTo>
                  <a:cubicBezTo>
                    <a:pt x="304" y="118"/>
                    <a:pt x="301" y="121"/>
                    <a:pt x="299" y="122"/>
                  </a:cubicBezTo>
                  <a:cubicBezTo>
                    <a:pt x="298" y="123"/>
                    <a:pt x="295" y="123"/>
                    <a:pt x="294" y="124"/>
                  </a:cubicBezTo>
                  <a:cubicBezTo>
                    <a:pt x="292" y="125"/>
                    <a:pt x="291" y="129"/>
                    <a:pt x="289" y="130"/>
                  </a:cubicBezTo>
                  <a:cubicBezTo>
                    <a:pt x="287" y="130"/>
                    <a:pt x="284" y="130"/>
                    <a:pt x="283" y="130"/>
                  </a:cubicBezTo>
                  <a:cubicBezTo>
                    <a:pt x="281" y="129"/>
                    <a:pt x="280" y="126"/>
                    <a:pt x="279" y="126"/>
                  </a:cubicBezTo>
                  <a:cubicBezTo>
                    <a:pt x="277" y="125"/>
                    <a:pt x="274" y="126"/>
                    <a:pt x="273" y="127"/>
                  </a:cubicBezTo>
                  <a:cubicBezTo>
                    <a:pt x="271" y="128"/>
                    <a:pt x="269" y="131"/>
                    <a:pt x="268" y="133"/>
                  </a:cubicBezTo>
                  <a:cubicBezTo>
                    <a:pt x="268" y="136"/>
                    <a:pt x="269" y="141"/>
                    <a:pt x="270" y="143"/>
                  </a:cubicBezTo>
                  <a:cubicBezTo>
                    <a:pt x="271" y="145"/>
                    <a:pt x="274" y="149"/>
                    <a:pt x="275" y="151"/>
                  </a:cubicBezTo>
                  <a:cubicBezTo>
                    <a:pt x="276" y="152"/>
                    <a:pt x="277" y="156"/>
                    <a:pt x="278" y="157"/>
                  </a:cubicBezTo>
                  <a:cubicBezTo>
                    <a:pt x="279" y="159"/>
                    <a:pt x="282" y="162"/>
                    <a:pt x="284" y="163"/>
                  </a:cubicBezTo>
                  <a:cubicBezTo>
                    <a:pt x="286" y="164"/>
                    <a:pt x="290" y="163"/>
                    <a:pt x="291" y="165"/>
                  </a:cubicBezTo>
                  <a:cubicBezTo>
                    <a:pt x="293" y="166"/>
                    <a:pt x="293" y="170"/>
                    <a:pt x="294" y="171"/>
                  </a:cubicBezTo>
                  <a:cubicBezTo>
                    <a:pt x="294" y="173"/>
                    <a:pt x="295" y="176"/>
                    <a:pt x="294" y="177"/>
                  </a:cubicBezTo>
                  <a:cubicBezTo>
                    <a:pt x="293" y="178"/>
                    <a:pt x="290" y="179"/>
                    <a:pt x="289" y="180"/>
                  </a:cubicBezTo>
                  <a:cubicBezTo>
                    <a:pt x="288" y="181"/>
                    <a:pt x="288" y="183"/>
                    <a:pt x="288" y="184"/>
                  </a:cubicBezTo>
                  <a:cubicBezTo>
                    <a:pt x="289" y="186"/>
                    <a:pt x="292" y="188"/>
                    <a:pt x="293" y="189"/>
                  </a:cubicBezTo>
                  <a:cubicBezTo>
                    <a:pt x="294" y="190"/>
                    <a:pt x="297" y="189"/>
                    <a:pt x="299" y="190"/>
                  </a:cubicBezTo>
                  <a:cubicBezTo>
                    <a:pt x="300" y="190"/>
                    <a:pt x="303" y="192"/>
                    <a:pt x="304" y="193"/>
                  </a:cubicBezTo>
                  <a:cubicBezTo>
                    <a:pt x="306" y="196"/>
                    <a:pt x="306" y="201"/>
                    <a:pt x="307" y="204"/>
                  </a:cubicBezTo>
                  <a:cubicBezTo>
                    <a:pt x="307" y="206"/>
                    <a:pt x="305" y="210"/>
                    <a:pt x="305" y="212"/>
                  </a:cubicBezTo>
                  <a:cubicBezTo>
                    <a:pt x="306" y="214"/>
                    <a:pt x="307" y="217"/>
                    <a:pt x="309" y="218"/>
                  </a:cubicBezTo>
                  <a:cubicBezTo>
                    <a:pt x="310" y="219"/>
                    <a:pt x="313" y="221"/>
                    <a:pt x="314" y="221"/>
                  </a:cubicBezTo>
                  <a:cubicBezTo>
                    <a:pt x="316" y="222"/>
                    <a:pt x="321" y="222"/>
                    <a:pt x="323" y="222"/>
                  </a:cubicBezTo>
                  <a:cubicBezTo>
                    <a:pt x="326" y="223"/>
                    <a:pt x="330" y="224"/>
                    <a:pt x="332" y="226"/>
                  </a:cubicBezTo>
                  <a:cubicBezTo>
                    <a:pt x="334" y="227"/>
                    <a:pt x="335" y="232"/>
                    <a:pt x="335" y="234"/>
                  </a:cubicBezTo>
                  <a:cubicBezTo>
                    <a:pt x="336" y="235"/>
                    <a:pt x="336" y="239"/>
                    <a:pt x="337" y="240"/>
                  </a:cubicBezTo>
                  <a:cubicBezTo>
                    <a:pt x="337" y="241"/>
                    <a:pt x="338" y="244"/>
                    <a:pt x="339" y="244"/>
                  </a:cubicBezTo>
                  <a:cubicBezTo>
                    <a:pt x="341" y="245"/>
                    <a:pt x="345" y="244"/>
                    <a:pt x="347" y="244"/>
                  </a:cubicBezTo>
                  <a:cubicBezTo>
                    <a:pt x="349" y="244"/>
                    <a:pt x="351" y="243"/>
                    <a:pt x="352" y="244"/>
                  </a:cubicBezTo>
                  <a:cubicBezTo>
                    <a:pt x="353" y="244"/>
                    <a:pt x="353" y="248"/>
                    <a:pt x="353" y="24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56"/>
            <p:cNvSpPr>
              <a:spLocks/>
            </p:cNvSpPr>
            <p:nvPr/>
          </p:nvSpPr>
          <p:spPr bwMode="auto">
            <a:xfrm>
              <a:off x="7115175" y="2801938"/>
              <a:ext cx="334962" cy="279400"/>
            </a:xfrm>
            <a:custGeom>
              <a:avLst/>
              <a:gdLst/>
              <a:ahLst/>
              <a:cxnLst>
                <a:cxn ang="0">
                  <a:pos x="190" y="74"/>
                </a:cxn>
                <a:cxn ang="0">
                  <a:pos x="179" y="82"/>
                </a:cxn>
                <a:cxn ang="0">
                  <a:pos x="171" y="90"/>
                </a:cxn>
                <a:cxn ang="0">
                  <a:pos x="163" y="87"/>
                </a:cxn>
                <a:cxn ang="0">
                  <a:pos x="159" y="108"/>
                </a:cxn>
                <a:cxn ang="0">
                  <a:pos x="172" y="126"/>
                </a:cxn>
                <a:cxn ang="0">
                  <a:pos x="163" y="128"/>
                </a:cxn>
                <a:cxn ang="0">
                  <a:pos x="152" y="137"/>
                </a:cxn>
                <a:cxn ang="0">
                  <a:pos x="132" y="139"/>
                </a:cxn>
                <a:cxn ang="0">
                  <a:pos x="123" y="154"/>
                </a:cxn>
                <a:cxn ang="0">
                  <a:pos x="108" y="150"/>
                </a:cxn>
                <a:cxn ang="0">
                  <a:pos x="97" y="151"/>
                </a:cxn>
                <a:cxn ang="0">
                  <a:pos x="78" y="150"/>
                </a:cxn>
                <a:cxn ang="0">
                  <a:pos x="68" y="154"/>
                </a:cxn>
                <a:cxn ang="0">
                  <a:pos x="60" y="145"/>
                </a:cxn>
                <a:cxn ang="0">
                  <a:pos x="57" y="136"/>
                </a:cxn>
                <a:cxn ang="0">
                  <a:pos x="43" y="131"/>
                </a:cxn>
                <a:cxn ang="0">
                  <a:pos x="31" y="134"/>
                </a:cxn>
                <a:cxn ang="0">
                  <a:pos x="30" y="149"/>
                </a:cxn>
                <a:cxn ang="0">
                  <a:pos x="16" y="148"/>
                </a:cxn>
                <a:cxn ang="0">
                  <a:pos x="5" y="141"/>
                </a:cxn>
                <a:cxn ang="0">
                  <a:pos x="0" y="135"/>
                </a:cxn>
                <a:cxn ang="0">
                  <a:pos x="8" y="122"/>
                </a:cxn>
                <a:cxn ang="0">
                  <a:pos x="7" y="99"/>
                </a:cxn>
                <a:cxn ang="0">
                  <a:pos x="14" y="87"/>
                </a:cxn>
                <a:cxn ang="0">
                  <a:pos x="23" y="90"/>
                </a:cxn>
                <a:cxn ang="0">
                  <a:pos x="29" y="80"/>
                </a:cxn>
                <a:cxn ang="0">
                  <a:pos x="40" y="73"/>
                </a:cxn>
                <a:cxn ang="0">
                  <a:pos x="39" y="64"/>
                </a:cxn>
                <a:cxn ang="0">
                  <a:pos x="41" y="49"/>
                </a:cxn>
                <a:cxn ang="0">
                  <a:pos x="53" y="47"/>
                </a:cxn>
                <a:cxn ang="0">
                  <a:pos x="60" y="46"/>
                </a:cxn>
                <a:cxn ang="0">
                  <a:pos x="71" y="54"/>
                </a:cxn>
                <a:cxn ang="0">
                  <a:pos x="78" y="68"/>
                </a:cxn>
                <a:cxn ang="0">
                  <a:pos x="100" y="57"/>
                </a:cxn>
                <a:cxn ang="0">
                  <a:pos x="112" y="41"/>
                </a:cxn>
                <a:cxn ang="0">
                  <a:pos x="111" y="23"/>
                </a:cxn>
                <a:cxn ang="0">
                  <a:pos x="122" y="6"/>
                </a:cxn>
                <a:cxn ang="0">
                  <a:pos x="131" y="0"/>
                </a:cxn>
                <a:cxn ang="0">
                  <a:pos x="146" y="5"/>
                </a:cxn>
                <a:cxn ang="0">
                  <a:pos x="162" y="9"/>
                </a:cxn>
                <a:cxn ang="0">
                  <a:pos x="177" y="20"/>
                </a:cxn>
                <a:cxn ang="0">
                  <a:pos x="185" y="29"/>
                </a:cxn>
                <a:cxn ang="0">
                  <a:pos x="180" y="42"/>
                </a:cxn>
                <a:cxn ang="0">
                  <a:pos x="179" y="56"/>
                </a:cxn>
                <a:cxn ang="0">
                  <a:pos x="187" y="68"/>
                </a:cxn>
              </a:cxnLst>
              <a:rect l="0" t="0" r="r" b="b"/>
              <a:pathLst>
                <a:path w="190" h="158">
                  <a:moveTo>
                    <a:pt x="187" y="68"/>
                  </a:moveTo>
                  <a:cubicBezTo>
                    <a:pt x="188" y="69"/>
                    <a:pt x="190" y="72"/>
                    <a:pt x="190" y="74"/>
                  </a:cubicBezTo>
                  <a:cubicBezTo>
                    <a:pt x="190" y="76"/>
                    <a:pt x="188" y="79"/>
                    <a:pt x="186" y="80"/>
                  </a:cubicBezTo>
                  <a:cubicBezTo>
                    <a:pt x="185" y="81"/>
                    <a:pt x="181" y="81"/>
                    <a:pt x="179" y="82"/>
                  </a:cubicBezTo>
                  <a:cubicBezTo>
                    <a:pt x="178" y="83"/>
                    <a:pt x="178" y="86"/>
                    <a:pt x="177" y="87"/>
                  </a:cubicBezTo>
                  <a:cubicBezTo>
                    <a:pt x="176" y="89"/>
                    <a:pt x="172" y="90"/>
                    <a:pt x="171" y="90"/>
                  </a:cubicBezTo>
                  <a:cubicBezTo>
                    <a:pt x="170" y="89"/>
                    <a:pt x="170" y="85"/>
                    <a:pt x="169" y="85"/>
                  </a:cubicBezTo>
                  <a:cubicBezTo>
                    <a:pt x="167" y="84"/>
                    <a:pt x="164" y="86"/>
                    <a:pt x="163" y="87"/>
                  </a:cubicBezTo>
                  <a:cubicBezTo>
                    <a:pt x="161" y="88"/>
                    <a:pt x="157" y="93"/>
                    <a:pt x="156" y="95"/>
                  </a:cubicBezTo>
                  <a:cubicBezTo>
                    <a:pt x="155" y="98"/>
                    <a:pt x="158" y="105"/>
                    <a:pt x="159" y="108"/>
                  </a:cubicBezTo>
                  <a:cubicBezTo>
                    <a:pt x="161" y="111"/>
                    <a:pt x="165" y="116"/>
                    <a:pt x="167" y="118"/>
                  </a:cubicBezTo>
                  <a:cubicBezTo>
                    <a:pt x="168" y="120"/>
                    <a:pt x="170" y="125"/>
                    <a:pt x="172" y="126"/>
                  </a:cubicBezTo>
                  <a:cubicBezTo>
                    <a:pt x="172" y="126"/>
                    <a:pt x="172" y="126"/>
                    <a:pt x="172" y="126"/>
                  </a:cubicBezTo>
                  <a:cubicBezTo>
                    <a:pt x="170" y="127"/>
                    <a:pt x="165" y="127"/>
                    <a:pt x="163" y="128"/>
                  </a:cubicBezTo>
                  <a:cubicBezTo>
                    <a:pt x="162" y="129"/>
                    <a:pt x="161" y="133"/>
                    <a:pt x="159" y="135"/>
                  </a:cubicBezTo>
                  <a:cubicBezTo>
                    <a:pt x="158" y="136"/>
                    <a:pt x="154" y="137"/>
                    <a:pt x="152" y="137"/>
                  </a:cubicBezTo>
                  <a:cubicBezTo>
                    <a:pt x="149" y="137"/>
                    <a:pt x="144" y="134"/>
                    <a:pt x="141" y="135"/>
                  </a:cubicBezTo>
                  <a:cubicBezTo>
                    <a:pt x="139" y="135"/>
                    <a:pt x="134" y="137"/>
                    <a:pt x="132" y="139"/>
                  </a:cubicBezTo>
                  <a:cubicBezTo>
                    <a:pt x="130" y="140"/>
                    <a:pt x="126" y="143"/>
                    <a:pt x="124" y="145"/>
                  </a:cubicBezTo>
                  <a:cubicBezTo>
                    <a:pt x="123" y="147"/>
                    <a:pt x="125" y="152"/>
                    <a:pt x="123" y="154"/>
                  </a:cubicBezTo>
                  <a:cubicBezTo>
                    <a:pt x="122" y="156"/>
                    <a:pt x="117" y="158"/>
                    <a:pt x="115" y="157"/>
                  </a:cubicBezTo>
                  <a:cubicBezTo>
                    <a:pt x="113" y="157"/>
                    <a:pt x="110" y="151"/>
                    <a:pt x="108" y="150"/>
                  </a:cubicBezTo>
                  <a:cubicBezTo>
                    <a:pt x="106" y="149"/>
                    <a:pt x="101" y="147"/>
                    <a:pt x="99" y="148"/>
                  </a:cubicBezTo>
                  <a:cubicBezTo>
                    <a:pt x="98" y="148"/>
                    <a:pt x="98" y="151"/>
                    <a:pt x="97" y="151"/>
                  </a:cubicBezTo>
                  <a:cubicBezTo>
                    <a:pt x="94" y="153"/>
                    <a:pt x="87" y="154"/>
                    <a:pt x="84" y="153"/>
                  </a:cubicBezTo>
                  <a:cubicBezTo>
                    <a:pt x="82" y="153"/>
                    <a:pt x="80" y="151"/>
                    <a:pt x="78" y="150"/>
                  </a:cubicBezTo>
                  <a:cubicBezTo>
                    <a:pt x="77" y="150"/>
                    <a:pt x="75" y="149"/>
                    <a:pt x="74" y="149"/>
                  </a:cubicBezTo>
                  <a:cubicBezTo>
                    <a:pt x="72" y="150"/>
                    <a:pt x="70" y="154"/>
                    <a:pt x="68" y="154"/>
                  </a:cubicBezTo>
                  <a:cubicBezTo>
                    <a:pt x="67" y="155"/>
                    <a:pt x="63" y="155"/>
                    <a:pt x="62" y="154"/>
                  </a:cubicBezTo>
                  <a:cubicBezTo>
                    <a:pt x="60" y="152"/>
                    <a:pt x="60" y="147"/>
                    <a:pt x="60" y="145"/>
                  </a:cubicBezTo>
                  <a:cubicBezTo>
                    <a:pt x="60" y="143"/>
                    <a:pt x="62" y="140"/>
                    <a:pt x="61" y="138"/>
                  </a:cubicBezTo>
                  <a:cubicBezTo>
                    <a:pt x="61" y="137"/>
                    <a:pt x="58" y="136"/>
                    <a:pt x="57" y="136"/>
                  </a:cubicBezTo>
                  <a:cubicBezTo>
                    <a:pt x="55" y="135"/>
                    <a:pt x="50" y="136"/>
                    <a:pt x="47" y="135"/>
                  </a:cubicBezTo>
                  <a:cubicBezTo>
                    <a:pt x="46" y="135"/>
                    <a:pt x="44" y="132"/>
                    <a:pt x="43" y="131"/>
                  </a:cubicBezTo>
                  <a:cubicBezTo>
                    <a:pt x="41" y="130"/>
                    <a:pt x="37" y="130"/>
                    <a:pt x="35" y="131"/>
                  </a:cubicBezTo>
                  <a:cubicBezTo>
                    <a:pt x="34" y="131"/>
                    <a:pt x="31" y="133"/>
                    <a:pt x="31" y="134"/>
                  </a:cubicBezTo>
                  <a:cubicBezTo>
                    <a:pt x="30" y="136"/>
                    <a:pt x="31" y="140"/>
                    <a:pt x="31" y="142"/>
                  </a:cubicBezTo>
                  <a:cubicBezTo>
                    <a:pt x="31" y="144"/>
                    <a:pt x="31" y="148"/>
                    <a:pt x="30" y="149"/>
                  </a:cubicBezTo>
                  <a:cubicBezTo>
                    <a:pt x="28" y="151"/>
                    <a:pt x="24" y="150"/>
                    <a:pt x="22" y="150"/>
                  </a:cubicBezTo>
                  <a:cubicBezTo>
                    <a:pt x="20" y="150"/>
                    <a:pt x="17" y="149"/>
                    <a:pt x="16" y="148"/>
                  </a:cubicBezTo>
                  <a:cubicBezTo>
                    <a:pt x="15" y="147"/>
                    <a:pt x="16" y="144"/>
                    <a:pt x="14" y="143"/>
                  </a:cubicBezTo>
                  <a:cubicBezTo>
                    <a:pt x="13" y="141"/>
                    <a:pt x="7" y="141"/>
                    <a:pt x="5" y="141"/>
                  </a:cubicBezTo>
                  <a:cubicBezTo>
                    <a:pt x="4" y="140"/>
                    <a:pt x="2" y="141"/>
                    <a:pt x="0" y="141"/>
                  </a:cubicBezTo>
                  <a:cubicBezTo>
                    <a:pt x="0" y="139"/>
                    <a:pt x="0" y="136"/>
                    <a:pt x="0" y="135"/>
                  </a:cubicBezTo>
                  <a:cubicBezTo>
                    <a:pt x="0" y="133"/>
                    <a:pt x="2" y="129"/>
                    <a:pt x="3" y="127"/>
                  </a:cubicBezTo>
                  <a:cubicBezTo>
                    <a:pt x="4" y="125"/>
                    <a:pt x="7" y="124"/>
                    <a:pt x="8" y="122"/>
                  </a:cubicBezTo>
                  <a:cubicBezTo>
                    <a:pt x="9" y="120"/>
                    <a:pt x="10" y="114"/>
                    <a:pt x="10" y="111"/>
                  </a:cubicBezTo>
                  <a:cubicBezTo>
                    <a:pt x="10" y="108"/>
                    <a:pt x="9" y="102"/>
                    <a:pt x="7" y="99"/>
                  </a:cubicBezTo>
                  <a:cubicBezTo>
                    <a:pt x="8" y="97"/>
                    <a:pt x="10" y="95"/>
                    <a:pt x="10" y="94"/>
                  </a:cubicBezTo>
                  <a:cubicBezTo>
                    <a:pt x="11" y="92"/>
                    <a:pt x="12" y="88"/>
                    <a:pt x="14" y="87"/>
                  </a:cubicBezTo>
                  <a:cubicBezTo>
                    <a:pt x="15" y="86"/>
                    <a:pt x="18" y="87"/>
                    <a:pt x="19" y="87"/>
                  </a:cubicBezTo>
                  <a:cubicBezTo>
                    <a:pt x="20" y="88"/>
                    <a:pt x="22" y="90"/>
                    <a:pt x="23" y="90"/>
                  </a:cubicBezTo>
                  <a:cubicBezTo>
                    <a:pt x="24" y="90"/>
                    <a:pt x="27" y="88"/>
                    <a:pt x="28" y="87"/>
                  </a:cubicBezTo>
                  <a:cubicBezTo>
                    <a:pt x="29" y="85"/>
                    <a:pt x="28" y="82"/>
                    <a:pt x="29" y="80"/>
                  </a:cubicBezTo>
                  <a:cubicBezTo>
                    <a:pt x="29" y="78"/>
                    <a:pt x="30" y="74"/>
                    <a:pt x="31" y="72"/>
                  </a:cubicBezTo>
                  <a:cubicBezTo>
                    <a:pt x="33" y="71"/>
                    <a:pt x="38" y="74"/>
                    <a:pt x="40" y="73"/>
                  </a:cubicBezTo>
                  <a:cubicBezTo>
                    <a:pt x="41" y="72"/>
                    <a:pt x="41" y="70"/>
                    <a:pt x="41" y="69"/>
                  </a:cubicBezTo>
                  <a:cubicBezTo>
                    <a:pt x="41" y="67"/>
                    <a:pt x="39" y="65"/>
                    <a:pt x="39" y="64"/>
                  </a:cubicBezTo>
                  <a:cubicBezTo>
                    <a:pt x="38" y="62"/>
                    <a:pt x="37" y="58"/>
                    <a:pt x="37" y="56"/>
                  </a:cubicBezTo>
                  <a:cubicBezTo>
                    <a:pt x="37" y="54"/>
                    <a:pt x="40" y="51"/>
                    <a:pt x="41" y="49"/>
                  </a:cubicBezTo>
                  <a:cubicBezTo>
                    <a:pt x="42" y="48"/>
                    <a:pt x="45" y="47"/>
                    <a:pt x="47" y="47"/>
                  </a:cubicBezTo>
                  <a:cubicBezTo>
                    <a:pt x="48" y="46"/>
                    <a:pt x="52" y="46"/>
                    <a:pt x="53" y="47"/>
                  </a:cubicBezTo>
                  <a:cubicBezTo>
                    <a:pt x="54" y="47"/>
                    <a:pt x="53" y="50"/>
                    <a:pt x="54" y="50"/>
                  </a:cubicBezTo>
                  <a:cubicBezTo>
                    <a:pt x="56" y="51"/>
                    <a:pt x="58" y="47"/>
                    <a:pt x="60" y="46"/>
                  </a:cubicBezTo>
                  <a:cubicBezTo>
                    <a:pt x="62" y="46"/>
                    <a:pt x="66" y="46"/>
                    <a:pt x="68" y="47"/>
                  </a:cubicBezTo>
                  <a:cubicBezTo>
                    <a:pt x="70" y="48"/>
                    <a:pt x="71" y="52"/>
                    <a:pt x="71" y="54"/>
                  </a:cubicBezTo>
                  <a:cubicBezTo>
                    <a:pt x="72" y="56"/>
                    <a:pt x="71" y="61"/>
                    <a:pt x="72" y="63"/>
                  </a:cubicBezTo>
                  <a:cubicBezTo>
                    <a:pt x="73" y="65"/>
                    <a:pt x="76" y="68"/>
                    <a:pt x="78" y="68"/>
                  </a:cubicBezTo>
                  <a:cubicBezTo>
                    <a:pt x="81" y="69"/>
                    <a:pt x="87" y="70"/>
                    <a:pt x="90" y="68"/>
                  </a:cubicBezTo>
                  <a:cubicBezTo>
                    <a:pt x="93" y="67"/>
                    <a:pt x="98" y="61"/>
                    <a:pt x="100" y="57"/>
                  </a:cubicBezTo>
                  <a:cubicBezTo>
                    <a:pt x="101" y="55"/>
                    <a:pt x="101" y="48"/>
                    <a:pt x="103" y="46"/>
                  </a:cubicBezTo>
                  <a:cubicBezTo>
                    <a:pt x="105" y="44"/>
                    <a:pt x="110" y="43"/>
                    <a:pt x="112" y="41"/>
                  </a:cubicBezTo>
                  <a:cubicBezTo>
                    <a:pt x="113" y="39"/>
                    <a:pt x="113" y="34"/>
                    <a:pt x="113" y="32"/>
                  </a:cubicBezTo>
                  <a:cubicBezTo>
                    <a:pt x="113" y="30"/>
                    <a:pt x="110" y="25"/>
                    <a:pt x="111" y="23"/>
                  </a:cubicBezTo>
                  <a:cubicBezTo>
                    <a:pt x="112" y="21"/>
                    <a:pt x="116" y="18"/>
                    <a:pt x="118" y="16"/>
                  </a:cubicBezTo>
                  <a:cubicBezTo>
                    <a:pt x="119" y="14"/>
                    <a:pt x="121" y="9"/>
                    <a:pt x="122" y="6"/>
                  </a:cubicBezTo>
                  <a:cubicBezTo>
                    <a:pt x="123" y="5"/>
                    <a:pt x="126" y="3"/>
                    <a:pt x="127" y="2"/>
                  </a:cubicBezTo>
                  <a:cubicBezTo>
                    <a:pt x="128" y="1"/>
                    <a:pt x="130" y="1"/>
                    <a:pt x="131" y="0"/>
                  </a:cubicBezTo>
                  <a:cubicBezTo>
                    <a:pt x="132" y="1"/>
                    <a:pt x="133" y="2"/>
                    <a:pt x="134" y="2"/>
                  </a:cubicBezTo>
                  <a:cubicBezTo>
                    <a:pt x="137" y="4"/>
                    <a:pt x="143" y="4"/>
                    <a:pt x="146" y="5"/>
                  </a:cubicBezTo>
                  <a:cubicBezTo>
                    <a:pt x="148" y="6"/>
                    <a:pt x="150" y="8"/>
                    <a:pt x="152" y="8"/>
                  </a:cubicBezTo>
                  <a:cubicBezTo>
                    <a:pt x="154" y="9"/>
                    <a:pt x="159" y="8"/>
                    <a:pt x="162" y="9"/>
                  </a:cubicBezTo>
                  <a:cubicBezTo>
                    <a:pt x="164" y="10"/>
                    <a:pt x="168" y="14"/>
                    <a:pt x="170" y="15"/>
                  </a:cubicBezTo>
                  <a:cubicBezTo>
                    <a:pt x="172" y="17"/>
                    <a:pt x="175" y="19"/>
                    <a:pt x="177" y="20"/>
                  </a:cubicBezTo>
                  <a:cubicBezTo>
                    <a:pt x="180" y="22"/>
                    <a:pt x="186" y="23"/>
                    <a:pt x="190" y="25"/>
                  </a:cubicBezTo>
                  <a:cubicBezTo>
                    <a:pt x="188" y="26"/>
                    <a:pt x="186" y="28"/>
                    <a:pt x="185" y="29"/>
                  </a:cubicBezTo>
                  <a:cubicBezTo>
                    <a:pt x="183" y="31"/>
                    <a:pt x="181" y="35"/>
                    <a:pt x="180" y="37"/>
                  </a:cubicBezTo>
                  <a:cubicBezTo>
                    <a:pt x="180" y="38"/>
                    <a:pt x="180" y="41"/>
                    <a:pt x="180" y="42"/>
                  </a:cubicBezTo>
                  <a:cubicBezTo>
                    <a:pt x="180" y="44"/>
                    <a:pt x="182" y="48"/>
                    <a:pt x="182" y="51"/>
                  </a:cubicBezTo>
                  <a:cubicBezTo>
                    <a:pt x="182" y="52"/>
                    <a:pt x="179" y="54"/>
                    <a:pt x="179" y="56"/>
                  </a:cubicBezTo>
                  <a:cubicBezTo>
                    <a:pt x="178" y="58"/>
                    <a:pt x="178" y="62"/>
                    <a:pt x="179" y="64"/>
                  </a:cubicBezTo>
                  <a:cubicBezTo>
                    <a:pt x="180" y="66"/>
                    <a:pt x="185" y="67"/>
                    <a:pt x="187" y="6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57"/>
            <p:cNvSpPr>
              <a:spLocks/>
            </p:cNvSpPr>
            <p:nvPr/>
          </p:nvSpPr>
          <p:spPr bwMode="auto">
            <a:xfrm>
              <a:off x="6134100" y="1027113"/>
              <a:ext cx="644525" cy="750888"/>
            </a:xfrm>
            <a:custGeom>
              <a:avLst/>
              <a:gdLst/>
              <a:ahLst/>
              <a:cxnLst>
                <a:cxn ang="0">
                  <a:pos x="83" y="366"/>
                </a:cxn>
                <a:cxn ang="0">
                  <a:pos x="40" y="328"/>
                </a:cxn>
                <a:cxn ang="0">
                  <a:pos x="14" y="303"/>
                </a:cxn>
                <a:cxn ang="0">
                  <a:pos x="10" y="242"/>
                </a:cxn>
                <a:cxn ang="0">
                  <a:pos x="31" y="205"/>
                </a:cxn>
                <a:cxn ang="0">
                  <a:pos x="51" y="230"/>
                </a:cxn>
                <a:cxn ang="0">
                  <a:pos x="83" y="226"/>
                </a:cxn>
                <a:cxn ang="0">
                  <a:pos x="103" y="182"/>
                </a:cxn>
                <a:cxn ang="0">
                  <a:pos x="115" y="171"/>
                </a:cxn>
                <a:cxn ang="0">
                  <a:pos x="140" y="168"/>
                </a:cxn>
                <a:cxn ang="0">
                  <a:pos x="163" y="141"/>
                </a:cxn>
                <a:cxn ang="0">
                  <a:pos x="197" y="114"/>
                </a:cxn>
                <a:cxn ang="0">
                  <a:pos x="175" y="73"/>
                </a:cxn>
                <a:cxn ang="0">
                  <a:pos x="179" y="43"/>
                </a:cxn>
                <a:cxn ang="0">
                  <a:pos x="211" y="18"/>
                </a:cxn>
                <a:cxn ang="0">
                  <a:pos x="256" y="19"/>
                </a:cxn>
                <a:cxn ang="0">
                  <a:pos x="274" y="7"/>
                </a:cxn>
                <a:cxn ang="0">
                  <a:pos x="301" y="15"/>
                </a:cxn>
                <a:cxn ang="0">
                  <a:pos x="311" y="32"/>
                </a:cxn>
                <a:cxn ang="0">
                  <a:pos x="273" y="64"/>
                </a:cxn>
                <a:cxn ang="0">
                  <a:pos x="258" y="105"/>
                </a:cxn>
                <a:cxn ang="0">
                  <a:pos x="268" y="144"/>
                </a:cxn>
                <a:cxn ang="0">
                  <a:pos x="286" y="179"/>
                </a:cxn>
                <a:cxn ang="0">
                  <a:pos x="299" y="203"/>
                </a:cxn>
                <a:cxn ang="0">
                  <a:pos x="325" y="193"/>
                </a:cxn>
                <a:cxn ang="0">
                  <a:pos x="357" y="214"/>
                </a:cxn>
                <a:cxn ang="0">
                  <a:pos x="359" y="238"/>
                </a:cxn>
                <a:cxn ang="0">
                  <a:pos x="340" y="250"/>
                </a:cxn>
                <a:cxn ang="0">
                  <a:pos x="308" y="269"/>
                </a:cxn>
                <a:cxn ang="0">
                  <a:pos x="276" y="280"/>
                </a:cxn>
                <a:cxn ang="0">
                  <a:pos x="293" y="263"/>
                </a:cxn>
                <a:cxn ang="0">
                  <a:pos x="302" y="260"/>
                </a:cxn>
                <a:cxn ang="0">
                  <a:pos x="295" y="258"/>
                </a:cxn>
                <a:cxn ang="0">
                  <a:pos x="282" y="263"/>
                </a:cxn>
                <a:cxn ang="0">
                  <a:pos x="274" y="268"/>
                </a:cxn>
                <a:cxn ang="0">
                  <a:pos x="259" y="275"/>
                </a:cxn>
                <a:cxn ang="0">
                  <a:pos x="260" y="285"/>
                </a:cxn>
                <a:cxn ang="0">
                  <a:pos x="252" y="293"/>
                </a:cxn>
                <a:cxn ang="0">
                  <a:pos x="245" y="292"/>
                </a:cxn>
                <a:cxn ang="0">
                  <a:pos x="238" y="297"/>
                </a:cxn>
                <a:cxn ang="0">
                  <a:pos x="244" y="319"/>
                </a:cxn>
                <a:cxn ang="0">
                  <a:pos x="256" y="326"/>
                </a:cxn>
                <a:cxn ang="0">
                  <a:pos x="262" y="315"/>
                </a:cxn>
                <a:cxn ang="0">
                  <a:pos x="266" y="306"/>
                </a:cxn>
                <a:cxn ang="0">
                  <a:pos x="263" y="327"/>
                </a:cxn>
                <a:cxn ang="0">
                  <a:pos x="265" y="344"/>
                </a:cxn>
                <a:cxn ang="0">
                  <a:pos x="265" y="356"/>
                </a:cxn>
                <a:cxn ang="0">
                  <a:pos x="261" y="359"/>
                </a:cxn>
                <a:cxn ang="0">
                  <a:pos x="267" y="362"/>
                </a:cxn>
                <a:cxn ang="0">
                  <a:pos x="280" y="370"/>
                </a:cxn>
                <a:cxn ang="0">
                  <a:pos x="284" y="380"/>
                </a:cxn>
                <a:cxn ang="0">
                  <a:pos x="291" y="384"/>
                </a:cxn>
                <a:cxn ang="0">
                  <a:pos x="294" y="399"/>
                </a:cxn>
                <a:cxn ang="0">
                  <a:pos x="284" y="410"/>
                </a:cxn>
                <a:cxn ang="0">
                  <a:pos x="278" y="404"/>
                </a:cxn>
                <a:cxn ang="0">
                  <a:pos x="283" y="416"/>
                </a:cxn>
                <a:cxn ang="0">
                  <a:pos x="268" y="416"/>
                </a:cxn>
                <a:cxn ang="0">
                  <a:pos x="252" y="404"/>
                </a:cxn>
                <a:cxn ang="0">
                  <a:pos x="208" y="387"/>
                </a:cxn>
                <a:cxn ang="0">
                  <a:pos x="173" y="392"/>
                </a:cxn>
                <a:cxn ang="0">
                  <a:pos x="141" y="397"/>
                </a:cxn>
                <a:cxn ang="0">
                  <a:pos x="103" y="388"/>
                </a:cxn>
              </a:cxnLst>
              <a:rect l="0" t="0" r="r" b="b"/>
              <a:pathLst>
                <a:path w="364" h="425">
                  <a:moveTo>
                    <a:pt x="103" y="388"/>
                  </a:moveTo>
                  <a:cubicBezTo>
                    <a:pt x="100" y="387"/>
                    <a:pt x="96" y="385"/>
                    <a:pt x="95" y="383"/>
                  </a:cubicBezTo>
                  <a:cubicBezTo>
                    <a:pt x="93" y="382"/>
                    <a:pt x="91" y="378"/>
                    <a:pt x="90" y="377"/>
                  </a:cubicBezTo>
                  <a:cubicBezTo>
                    <a:pt x="89" y="376"/>
                    <a:pt x="86" y="374"/>
                    <a:pt x="85" y="373"/>
                  </a:cubicBezTo>
                  <a:cubicBezTo>
                    <a:pt x="84" y="372"/>
                    <a:pt x="84" y="368"/>
                    <a:pt x="83" y="366"/>
                  </a:cubicBezTo>
                  <a:cubicBezTo>
                    <a:pt x="82" y="364"/>
                    <a:pt x="79" y="360"/>
                    <a:pt x="77" y="358"/>
                  </a:cubicBezTo>
                  <a:cubicBezTo>
                    <a:pt x="75" y="356"/>
                    <a:pt x="68" y="355"/>
                    <a:pt x="66" y="353"/>
                  </a:cubicBezTo>
                  <a:cubicBezTo>
                    <a:pt x="63" y="352"/>
                    <a:pt x="56" y="350"/>
                    <a:pt x="54" y="347"/>
                  </a:cubicBezTo>
                  <a:cubicBezTo>
                    <a:pt x="52" y="345"/>
                    <a:pt x="49" y="339"/>
                    <a:pt x="47" y="337"/>
                  </a:cubicBezTo>
                  <a:cubicBezTo>
                    <a:pt x="46" y="335"/>
                    <a:pt x="42" y="330"/>
                    <a:pt x="40" y="328"/>
                  </a:cubicBezTo>
                  <a:cubicBezTo>
                    <a:pt x="39" y="327"/>
                    <a:pt x="36" y="325"/>
                    <a:pt x="35" y="325"/>
                  </a:cubicBezTo>
                  <a:cubicBezTo>
                    <a:pt x="33" y="324"/>
                    <a:pt x="29" y="325"/>
                    <a:pt x="27" y="324"/>
                  </a:cubicBezTo>
                  <a:cubicBezTo>
                    <a:pt x="25" y="324"/>
                    <a:pt x="22" y="322"/>
                    <a:pt x="21" y="321"/>
                  </a:cubicBezTo>
                  <a:cubicBezTo>
                    <a:pt x="19" y="319"/>
                    <a:pt x="17" y="315"/>
                    <a:pt x="16" y="313"/>
                  </a:cubicBezTo>
                  <a:cubicBezTo>
                    <a:pt x="15" y="310"/>
                    <a:pt x="14" y="305"/>
                    <a:pt x="14" y="303"/>
                  </a:cubicBezTo>
                  <a:cubicBezTo>
                    <a:pt x="13" y="300"/>
                    <a:pt x="11" y="294"/>
                    <a:pt x="10" y="291"/>
                  </a:cubicBezTo>
                  <a:cubicBezTo>
                    <a:pt x="9" y="288"/>
                    <a:pt x="4" y="284"/>
                    <a:pt x="3" y="282"/>
                  </a:cubicBezTo>
                  <a:cubicBezTo>
                    <a:pt x="2" y="278"/>
                    <a:pt x="1" y="271"/>
                    <a:pt x="0" y="267"/>
                  </a:cubicBezTo>
                  <a:cubicBezTo>
                    <a:pt x="0" y="263"/>
                    <a:pt x="1" y="255"/>
                    <a:pt x="3" y="251"/>
                  </a:cubicBezTo>
                  <a:cubicBezTo>
                    <a:pt x="4" y="248"/>
                    <a:pt x="8" y="244"/>
                    <a:pt x="10" y="242"/>
                  </a:cubicBezTo>
                  <a:cubicBezTo>
                    <a:pt x="12" y="239"/>
                    <a:pt x="17" y="236"/>
                    <a:pt x="19" y="234"/>
                  </a:cubicBezTo>
                  <a:cubicBezTo>
                    <a:pt x="20" y="232"/>
                    <a:pt x="23" y="228"/>
                    <a:pt x="24" y="226"/>
                  </a:cubicBezTo>
                  <a:cubicBezTo>
                    <a:pt x="24" y="223"/>
                    <a:pt x="24" y="218"/>
                    <a:pt x="25" y="215"/>
                  </a:cubicBezTo>
                  <a:cubicBezTo>
                    <a:pt x="25" y="213"/>
                    <a:pt x="25" y="209"/>
                    <a:pt x="25" y="206"/>
                  </a:cubicBezTo>
                  <a:cubicBezTo>
                    <a:pt x="27" y="206"/>
                    <a:pt x="29" y="205"/>
                    <a:pt x="31" y="205"/>
                  </a:cubicBezTo>
                  <a:cubicBezTo>
                    <a:pt x="33" y="205"/>
                    <a:pt x="40" y="205"/>
                    <a:pt x="41" y="207"/>
                  </a:cubicBezTo>
                  <a:cubicBezTo>
                    <a:pt x="43" y="209"/>
                    <a:pt x="42" y="214"/>
                    <a:pt x="42" y="216"/>
                  </a:cubicBezTo>
                  <a:cubicBezTo>
                    <a:pt x="41" y="218"/>
                    <a:pt x="39" y="220"/>
                    <a:pt x="39" y="222"/>
                  </a:cubicBezTo>
                  <a:cubicBezTo>
                    <a:pt x="39" y="224"/>
                    <a:pt x="41" y="229"/>
                    <a:pt x="43" y="230"/>
                  </a:cubicBezTo>
                  <a:cubicBezTo>
                    <a:pt x="45" y="231"/>
                    <a:pt x="49" y="231"/>
                    <a:pt x="51" y="230"/>
                  </a:cubicBezTo>
                  <a:cubicBezTo>
                    <a:pt x="53" y="229"/>
                    <a:pt x="53" y="224"/>
                    <a:pt x="55" y="223"/>
                  </a:cubicBezTo>
                  <a:cubicBezTo>
                    <a:pt x="56" y="222"/>
                    <a:pt x="60" y="223"/>
                    <a:pt x="61" y="224"/>
                  </a:cubicBezTo>
                  <a:cubicBezTo>
                    <a:pt x="63" y="225"/>
                    <a:pt x="64" y="229"/>
                    <a:pt x="66" y="230"/>
                  </a:cubicBezTo>
                  <a:cubicBezTo>
                    <a:pt x="68" y="231"/>
                    <a:pt x="72" y="233"/>
                    <a:pt x="74" y="232"/>
                  </a:cubicBezTo>
                  <a:cubicBezTo>
                    <a:pt x="77" y="232"/>
                    <a:pt x="81" y="228"/>
                    <a:pt x="83" y="226"/>
                  </a:cubicBezTo>
                  <a:cubicBezTo>
                    <a:pt x="84" y="224"/>
                    <a:pt x="85" y="219"/>
                    <a:pt x="87" y="217"/>
                  </a:cubicBezTo>
                  <a:cubicBezTo>
                    <a:pt x="88" y="216"/>
                    <a:pt x="91" y="215"/>
                    <a:pt x="92" y="214"/>
                  </a:cubicBezTo>
                  <a:cubicBezTo>
                    <a:pt x="94" y="211"/>
                    <a:pt x="94" y="204"/>
                    <a:pt x="94" y="201"/>
                  </a:cubicBezTo>
                  <a:cubicBezTo>
                    <a:pt x="95" y="198"/>
                    <a:pt x="94" y="193"/>
                    <a:pt x="95" y="191"/>
                  </a:cubicBezTo>
                  <a:cubicBezTo>
                    <a:pt x="96" y="188"/>
                    <a:pt x="101" y="184"/>
                    <a:pt x="103" y="182"/>
                  </a:cubicBezTo>
                  <a:cubicBezTo>
                    <a:pt x="105" y="181"/>
                    <a:pt x="109" y="180"/>
                    <a:pt x="111" y="180"/>
                  </a:cubicBezTo>
                  <a:cubicBezTo>
                    <a:pt x="112" y="180"/>
                    <a:pt x="114" y="181"/>
                    <a:pt x="115" y="181"/>
                  </a:cubicBezTo>
                  <a:cubicBezTo>
                    <a:pt x="117" y="181"/>
                    <a:pt x="120" y="179"/>
                    <a:pt x="121" y="177"/>
                  </a:cubicBezTo>
                  <a:cubicBezTo>
                    <a:pt x="121" y="176"/>
                    <a:pt x="122" y="173"/>
                    <a:pt x="121" y="171"/>
                  </a:cubicBezTo>
                  <a:cubicBezTo>
                    <a:pt x="120" y="170"/>
                    <a:pt x="116" y="172"/>
                    <a:pt x="115" y="171"/>
                  </a:cubicBezTo>
                  <a:cubicBezTo>
                    <a:pt x="114" y="170"/>
                    <a:pt x="114" y="167"/>
                    <a:pt x="114" y="165"/>
                  </a:cubicBezTo>
                  <a:cubicBezTo>
                    <a:pt x="115" y="162"/>
                    <a:pt x="120" y="159"/>
                    <a:pt x="123" y="158"/>
                  </a:cubicBezTo>
                  <a:cubicBezTo>
                    <a:pt x="125" y="157"/>
                    <a:pt x="130" y="157"/>
                    <a:pt x="132" y="157"/>
                  </a:cubicBezTo>
                  <a:cubicBezTo>
                    <a:pt x="134" y="158"/>
                    <a:pt x="137" y="160"/>
                    <a:pt x="138" y="161"/>
                  </a:cubicBezTo>
                  <a:cubicBezTo>
                    <a:pt x="139" y="163"/>
                    <a:pt x="139" y="167"/>
                    <a:pt x="140" y="168"/>
                  </a:cubicBezTo>
                  <a:cubicBezTo>
                    <a:pt x="141" y="170"/>
                    <a:pt x="144" y="172"/>
                    <a:pt x="145" y="173"/>
                  </a:cubicBezTo>
                  <a:cubicBezTo>
                    <a:pt x="148" y="173"/>
                    <a:pt x="152" y="169"/>
                    <a:pt x="154" y="167"/>
                  </a:cubicBezTo>
                  <a:cubicBezTo>
                    <a:pt x="156" y="165"/>
                    <a:pt x="160" y="160"/>
                    <a:pt x="162" y="157"/>
                  </a:cubicBezTo>
                  <a:cubicBezTo>
                    <a:pt x="162" y="155"/>
                    <a:pt x="162" y="151"/>
                    <a:pt x="163" y="149"/>
                  </a:cubicBezTo>
                  <a:cubicBezTo>
                    <a:pt x="163" y="147"/>
                    <a:pt x="162" y="143"/>
                    <a:pt x="163" y="141"/>
                  </a:cubicBezTo>
                  <a:cubicBezTo>
                    <a:pt x="164" y="139"/>
                    <a:pt x="166" y="137"/>
                    <a:pt x="168" y="136"/>
                  </a:cubicBezTo>
                  <a:cubicBezTo>
                    <a:pt x="171" y="135"/>
                    <a:pt x="177" y="135"/>
                    <a:pt x="181" y="135"/>
                  </a:cubicBezTo>
                  <a:cubicBezTo>
                    <a:pt x="182" y="135"/>
                    <a:pt x="185" y="136"/>
                    <a:pt x="187" y="135"/>
                  </a:cubicBezTo>
                  <a:cubicBezTo>
                    <a:pt x="190" y="134"/>
                    <a:pt x="192" y="127"/>
                    <a:pt x="193" y="124"/>
                  </a:cubicBezTo>
                  <a:cubicBezTo>
                    <a:pt x="194" y="122"/>
                    <a:pt x="197" y="117"/>
                    <a:pt x="197" y="114"/>
                  </a:cubicBezTo>
                  <a:cubicBezTo>
                    <a:pt x="198" y="112"/>
                    <a:pt x="198" y="106"/>
                    <a:pt x="197" y="104"/>
                  </a:cubicBezTo>
                  <a:cubicBezTo>
                    <a:pt x="195" y="101"/>
                    <a:pt x="190" y="98"/>
                    <a:pt x="188" y="96"/>
                  </a:cubicBezTo>
                  <a:cubicBezTo>
                    <a:pt x="185" y="94"/>
                    <a:pt x="179" y="92"/>
                    <a:pt x="177" y="90"/>
                  </a:cubicBezTo>
                  <a:cubicBezTo>
                    <a:pt x="176" y="89"/>
                    <a:pt x="173" y="85"/>
                    <a:pt x="173" y="83"/>
                  </a:cubicBezTo>
                  <a:cubicBezTo>
                    <a:pt x="172" y="81"/>
                    <a:pt x="174" y="75"/>
                    <a:pt x="175" y="73"/>
                  </a:cubicBezTo>
                  <a:cubicBezTo>
                    <a:pt x="176" y="71"/>
                    <a:pt x="181" y="69"/>
                    <a:pt x="182" y="67"/>
                  </a:cubicBezTo>
                  <a:cubicBezTo>
                    <a:pt x="184" y="65"/>
                    <a:pt x="187" y="61"/>
                    <a:pt x="187" y="58"/>
                  </a:cubicBezTo>
                  <a:cubicBezTo>
                    <a:pt x="187" y="56"/>
                    <a:pt x="185" y="53"/>
                    <a:pt x="184" y="52"/>
                  </a:cubicBezTo>
                  <a:cubicBezTo>
                    <a:pt x="183" y="51"/>
                    <a:pt x="178" y="50"/>
                    <a:pt x="178" y="48"/>
                  </a:cubicBezTo>
                  <a:cubicBezTo>
                    <a:pt x="177" y="47"/>
                    <a:pt x="178" y="44"/>
                    <a:pt x="179" y="43"/>
                  </a:cubicBezTo>
                  <a:cubicBezTo>
                    <a:pt x="181" y="41"/>
                    <a:pt x="188" y="40"/>
                    <a:pt x="191" y="40"/>
                  </a:cubicBezTo>
                  <a:cubicBezTo>
                    <a:pt x="193" y="40"/>
                    <a:pt x="197" y="42"/>
                    <a:pt x="199" y="41"/>
                  </a:cubicBezTo>
                  <a:cubicBezTo>
                    <a:pt x="201" y="41"/>
                    <a:pt x="206" y="40"/>
                    <a:pt x="207" y="38"/>
                  </a:cubicBezTo>
                  <a:cubicBezTo>
                    <a:pt x="209" y="36"/>
                    <a:pt x="207" y="29"/>
                    <a:pt x="208" y="26"/>
                  </a:cubicBezTo>
                  <a:cubicBezTo>
                    <a:pt x="209" y="24"/>
                    <a:pt x="210" y="20"/>
                    <a:pt x="211" y="18"/>
                  </a:cubicBezTo>
                  <a:cubicBezTo>
                    <a:pt x="213" y="17"/>
                    <a:pt x="219" y="15"/>
                    <a:pt x="221" y="16"/>
                  </a:cubicBezTo>
                  <a:cubicBezTo>
                    <a:pt x="224" y="17"/>
                    <a:pt x="227" y="22"/>
                    <a:pt x="230" y="23"/>
                  </a:cubicBezTo>
                  <a:cubicBezTo>
                    <a:pt x="232" y="24"/>
                    <a:pt x="237" y="25"/>
                    <a:pt x="239" y="25"/>
                  </a:cubicBezTo>
                  <a:cubicBezTo>
                    <a:pt x="241" y="24"/>
                    <a:pt x="245" y="21"/>
                    <a:pt x="247" y="20"/>
                  </a:cubicBezTo>
                  <a:cubicBezTo>
                    <a:pt x="249" y="19"/>
                    <a:pt x="255" y="21"/>
                    <a:pt x="256" y="19"/>
                  </a:cubicBezTo>
                  <a:cubicBezTo>
                    <a:pt x="259" y="17"/>
                    <a:pt x="258" y="9"/>
                    <a:pt x="260" y="6"/>
                  </a:cubicBezTo>
                  <a:cubicBezTo>
                    <a:pt x="260" y="4"/>
                    <a:pt x="264" y="2"/>
                    <a:pt x="266" y="0"/>
                  </a:cubicBezTo>
                  <a:cubicBezTo>
                    <a:pt x="267" y="1"/>
                    <a:pt x="268" y="2"/>
                    <a:pt x="269" y="3"/>
                  </a:cubicBezTo>
                  <a:cubicBezTo>
                    <a:pt x="269" y="4"/>
                    <a:pt x="269" y="6"/>
                    <a:pt x="270" y="6"/>
                  </a:cubicBezTo>
                  <a:cubicBezTo>
                    <a:pt x="270" y="7"/>
                    <a:pt x="273" y="7"/>
                    <a:pt x="274" y="7"/>
                  </a:cubicBezTo>
                  <a:cubicBezTo>
                    <a:pt x="275" y="8"/>
                    <a:pt x="279" y="9"/>
                    <a:pt x="280" y="10"/>
                  </a:cubicBezTo>
                  <a:cubicBezTo>
                    <a:pt x="282" y="11"/>
                    <a:pt x="284" y="14"/>
                    <a:pt x="286" y="15"/>
                  </a:cubicBezTo>
                  <a:cubicBezTo>
                    <a:pt x="287" y="15"/>
                    <a:pt x="290" y="15"/>
                    <a:pt x="291" y="15"/>
                  </a:cubicBezTo>
                  <a:cubicBezTo>
                    <a:pt x="292" y="15"/>
                    <a:pt x="296" y="15"/>
                    <a:pt x="297" y="14"/>
                  </a:cubicBezTo>
                  <a:cubicBezTo>
                    <a:pt x="298" y="14"/>
                    <a:pt x="300" y="15"/>
                    <a:pt x="301" y="15"/>
                  </a:cubicBezTo>
                  <a:cubicBezTo>
                    <a:pt x="303" y="15"/>
                    <a:pt x="306" y="13"/>
                    <a:pt x="308" y="14"/>
                  </a:cubicBezTo>
                  <a:cubicBezTo>
                    <a:pt x="310" y="14"/>
                    <a:pt x="312" y="17"/>
                    <a:pt x="313" y="17"/>
                  </a:cubicBezTo>
                  <a:cubicBezTo>
                    <a:pt x="313" y="17"/>
                    <a:pt x="313" y="18"/>
                    <a:pt x="313" y="18"/>
                  </a:cubicBezTo>
                  <a:cubicBezTo>
                    <a:pt x="313" y="21"/>
                    <a:pt x="312" y="24"/>
                    <a:pt x="312" y="26"/>
                  </a:cubicBezTo>
                  <a:cubicBezTo>
                    <a:pt x="312" y="28"/>
                    <a:pt x="312" y="31"/>
                    <a:pt x="311" y="32"/>
                  </a:cubicBezTo>
                  <a:cubicBezTo>
                    <a:pt x="310" y="34"/>
                    <a:pt x="304" y="34"/>
                    <a:pt x="303" y="36"/>
                  </a:cubicBezTo>
                  <a:cubicBezTo>
                    <a:pt x="301" y="38"/>
                    <a:pt x="302" y="45"/>
                    <a:pt x="301" y="48"/>
                  </a:cubicBezTo>
                  <a:cubicBezTo>
                    <a:pt x="300" y="50"/>
                    <a:pt x="297" y="53"/>
                    <a:pt x="295" y="55"/>
                  </a:cubicBezTo>
                  <a:cubicBezTo>
                    <a:pt x="293" y="57"/>
                    <a:pt x="287" y="58"/>
                    <a:pt x="284" y="59"/>
                  </a:cubicBezTo>
                  <a:cubicBezTo>
                    <a:pt x="281" y="60"/>
                    <a:pt x="275" y="61"/>
                    <a:pt x="273" y="64"/>
                  </a:cubicBezTo>
                  <a:cubicBezTo>
                    <a:pt x="272" y="66"/>
                    <a:pt x="274" y="72"/>
                    <a:pt x="274" y="74"/>
                  </a:cubicBezTo>
                  <a:cubicBezTo>
                    <a:pt x="274" y="76"/>
                    <a:pt x="274" y="81"/>
                    <a:pt x="273" y="83"/>
                  </a:cubicBezTo>
                  <a:cubicBezTo>
                    <a:pt x="272" y="84"/>
                    <a:pt x="267" y="83"/>
                    <a:pt x="266" y="84"/>
                  </a:cubicBezTo>
                  <a:cubicBezTo>
                    <a:pt x="264" y="85"/>
                    <a:pt x="260" y="89"/>
                    <a:pt x="259" y="92"/>
                  </a:cubicBezTo>
                  <a:cubicBezTo>
                    <a:pt x="257" y="95"/>
                    <a:pt x="257" y="102"/>
                    <a:pt x="258" y="105"/>
                  </a:cubicBezTo>
                  <a:cubicBezTo>
                    <a:pt x="258" y="109"/>
                    <a:pt x="263" y="116"/>
                    <a:pt x="266" y="119"/>
                  </a:cubicBezTo>
                  <a:cubicBezTo>
                    <a:pt x="267" y="120"/>
                    <a:pt x="272" y="122"/>
                    <a:pt x="274" y="124"/>
                  </a:cubicBezTo>
                  <a:cubicBezTo>
                    <a:pt x="275" y="126"/>
                    <a:pt x="277" y="131"/>
                    <a:pt x="277" y="133"/>
                  </a:cubicBezTo>
                  <a:cubicBezTo>
                    <a:pt x="277" y="135"/>
                    <a:pt x="276" y="139"/>
                    <a:pt x="275" y="141"/>
                  </a:cubicBezTo>
                  <a:cubicBezTo>
                    <a:pt x="274" y="142"/>
                    <a:pt x="269" y="143"/>
                    <a:pt x="268" y="144"/>
                  </a:cubicBezTo>
                  <a:cubicBezTo>
                    <a:pt x="267" y="146"/>
                    <a:pt x="265" y="150"/>
                    <a:pt x="265" y="153"/>
                  </a:cubicBezTo>
                  <a:cubicBezTo>
                    <a:pt x="265" y="156"/>
                    <a:pt x="268" y="161"/>
                    <a:pt x="269" y="164"/>
                  </a:cubicBezTo>
                  <a:cubicBezTo>
                    <a:pt x="271" y="166"/>
                    <a:pt x="274" y="170"/>
                    <a:pt x="276" y="171"/>
                  </a:cubicBezTo>
                  <a:cubicBezTo>
                    <a:pt x="278" y="172"/>
                    <a:pt x="281" y="173"/>
                    <a:pt x="282" y="174"/>
                  </a:cubicBezTo>
                  <a:cubicBezTo>
                    <a:pt x="283" y="175"/>
                    <a:pt x="286" y="178"/>
                    <a:pt x="286" y="179"/>
                  </a:cubicBezTo>
                  <a:cubicBezTo>
                    <a:pt x="287" y="181"/>
                    <a:pt x="286" y="185"/>
                    <a:pt x="286" y="187"/>
                  </a:cubicBezTo>
                  <a:cubicBezTo>
                    <a:pt x="286" y="189"/>
                    <a:pt x="286" y="193"/>
                    <a:pt x="288" y="194"/>
                  </a:cubicBezTo>
                  <a:cubicBezTo>
                    <a:pt x="289" y="195"/>
                    <a:pt x="293" y="193"/>
                    <a:pt x="295" y="193"/>
                  </a:cubicBezTo>
                  <a:cubicBezTo>
                    <a:pt x="296" y="193"/>
                    <a:pt x="299" y="193"/>
                    <a:pt x="299" y="194"/>
                  </a:cubicBezTo>
                  <a:cubicBezTo>
                    <a:pt x="301" y="196"/>
                    <a:pt x="299" y="201"/>
                    <a:pt x="299" y="203"/>
                  </a:cubicBezTo>
                  <a:cubicBezTo>
                    <a:pt x="300" y="204"/>
                    <a:pt x="301" y="206"/>
                    <a:pt x="303" y="206"/>
                  </a:cubicBezTo>
                  <a:cubicBezTo>
                    <a:pt x="305" y="207"/>
                    <a:pt x="309" y="204"/>
                    <a:pt x="311" y="203"/>
                  </a:cubicBezTo>
                  <a:cubicBezTo>
                    <a:pt x="312" y="202"/>
                    <a:pt x="313" y="198"/>
                    <a:pt x="315" y="198"/>
                  </a:cubicBezTo>
                  <a:cubicBezTo>
                    <a:pt x="316" y="197"/>
                    <a:pt x="319" y="197"/>
                    <a:pt x="321" y="197"/>
                  </a:cubicBezTo>
                  <a:cubicBezTo>
                    <a:pt x="322" y="196"/>
                    <a:pt x="324" y="193"/>
                    <a:pt x="325" y="193"/>
                  </a:cubicBezTo>
                  <a:cubicBezTo>
                    <a:pt x="328" y="192"/>
                    <a:pt x="334" y="191"/>
                    <a:pt x="336" y="191"/>
                  </a:cubicBezTo>
                  <a:cubicBezTo>
                    <a:pt x="338" y="192"/>
                    <a:pt x="340" y="194"/>
                    <a:pt x="342" y="195"/>
                  </a:cubicBezTo>
                  <a:cubicBezTo>
                    <a:pt x="344" y="196"/>
                    <a:pt x="350" y="194"/>
                    <a:pt x="352" y="196"/>
                  </a:cubicBezTo>
                  <a:cubicBezTo>
                    <a:pt x="354" y="197"/>
                    <a:pt x="356" y="203"/>
                    <a:pt x="356" y="205"/>
                  </a:cubicBezTo>
                  <a:cubicBezTo>
                    <a:pt x="357" y="207"/>
                    <a:pt x="357" y="212"/>
                    <a:pt x="357" y="214"/>
                  </a:cubicBezTo>
                  <a:cubicBezTo>
                    <a:pt x="357" y="216"/>
                    <a:pt x="356" y="222"/>
                    <a:pt x="357" y="225"/>
                  </a:cubicBezTo>
                  <a:cubicBezTo>
                    <a:pt x="358" y="227"/>
                    <a:pt x="363" y="229"/>
                    <a:pt x="364" y="231"/>
                  </a:cubicBezTo>
                  <a:cubicBezTo>
                    <a:pt x="364" y="232"/>
                    <a:pt x="364" y="233"/>
                    <a:pt x="364" y="235"/>
                  </a:cubicBezTo>
                  <a:cubicBezTo>
                    <a:pt x="364" y="235"/>
                    <a:pt x="363" y="235"/>
                    <a:pt x="363" y="235"/>
                  </a:cubicBezTo>
                  <a:cubicBezTo>
                    <a:pt x="362" y="235"/>
                    <a:pt x="360" y="237"/>
                    <a:pt x="359" y="238"/>
                  </a:cubicBezTo>
                  <a:cubicBezTo>
                    <a:pt x="357" y="239"/>
                    <a:pt x="354" y="240"/>
                    <a:pt x="353" y="241"/>
                  </a:cubicBezTo>
                  <a:cubicBezTo>
                    <a:pt x="352" y="242"/>
                    <a:pt x="350" y="243"/>
                    <a:pt x="350" y="244"/>
                  </a:cubicBezTo>
                  <a:cubicBezTo>
                    <a:pt x="349" y="245"/>
                    <a:pt x="348" y="247"/>
                    <a:pt x="347" y="248"/>
                  </a:cubicBezTo>
                  <a:cubicBezTo>
                    <a:pt x="346" y="248"/>
                    <a:pt x="345" y="247"/>
                    <a:pt x="344" y="247"/>
                  </a:cubicBezTo>
                  <a:cubicBezTo>
                    <a:pt x="343" y="247"/>
                    <a:pt x="341" y="249"/>
                    <a:pt x="340" y="250"/>
                  </a:cubicBezTo>
                  <a:cubicBezTo>
                    <a:pt x="337" y="251"/>
                    <a:pt x="332" y="255"/>
                    <a:pt x="330" y="257"/>
                  </a:cubicBezTo>
                  <a:cubicBezTo>
                    <a:pt x="329" y="257"/>
                    <a:pt x="326" y="258"/>
                    <a:pt x="325" y="259"/>
                  </a:cubicBezTo>
                  <a:cubicBezTo>
                    <a:pt x="323" y="259"/>
                    <a:pt x="321" y="261"/>
                    <a:pt x="319" y="262"/>
                  </a:cubicBezTo>
                  <a:cubicBezTo>
                    <a:pt x="318" y="263"/>
                    <a:pt x="315" y="265"/>
                    <a:pt x="313" y="266"/>
                  </a:cubicBezTo>
                  <a:cubicBezTo>
                    <a:pt x="312" y="266"/>
                    <a:pt x="309" y="268"/>
                    <a:pt x="308" y="269"/>
                  </a:cubicBezTo>
                  <a:cubicBezTo>
                    <a:pt x="306" y="270"/>
                    <a:pt x="304" y="272"/>
                    <a:pt x="302" y="273"/>
                  </a:cubicBezTo>
                  <a:cubicBezTo>
                    <a:pt x="299" y="275"/>
                    <a:pt x="292" y="277"/>
                    <a:pt x="289" y="278"/>
                  </a:cubicBezTo>
                  <a:cubicBezTo>
                    <a:pt x="287" y="279"/>
                    <a:pt x="283" y="283"/>
                    <a:pt x="281" y="283"/>
                  </a:cubicBezTo>
                  <a:cubicBezTo>
                    <a:pt x="280" y="284"/>
                    <a:pt x="278" y="284"/>
                    <a:pt x="278" y="284"/>
                  </a:cubicBezTo>
                  <a:cubicBezTo>
                    <a:pt x="277" y="283"/>
                    <a:pt x="276" y="281"/>
                    <a:pt x="276" y="280"/>
                  </a:cubicBezTo>
                  <a:cubicBezTo>
                    <a:pt x="276" y="279"/>
                    <a:pt x="276" y="277"/>
                    <a:pt x="277" y="276"/>
                  </a:cubicBezTo>
                  <a:cubicBezTo>
                    <a:pt x="278" y="275"/>
                    <a:pt x="281" y="275"/>
                    <a:pt x="282" y="274"/>
                  </a:cubicBezTo>
                  <a:cubicBezTo>
                    <a:pt x="283" y="274"/>
                    <a:pt x="285" y="272"/>
                    <a:pt x="286" y="271"/>
                  </a:cubicBezTo>
                  <a:cubicBezTo>
                    <a:pt x="287" y="270"/>
                    <a:pt x="289" y="269"/>
                    <a:pt x="290" y="268"/>
                  </a:cubicBezTo>
                  <a:cubicBezTo>
                    <a:pt x="291" y="267"/>
                    <a:pt x="292" y="264"/>
                    <a:pt x="293" y="263"/>
                  </a:cubicBezTo>
                  <a:cubicBezTo>
                    <a:pt x="293" y="263"/>
                    <a:pt x="295" y="263"/>
                    <a:pt x="295" y="263"/>
                  </a:cubicBezTo>
                  <a:cubicBezTo>
                    <a:pt x="296" y="264"/>
                    <a:pt x="296" y="265"/>
                    <a:pt x="297" y="266"/>
                  </a:cubicBezTo>
                  <a:cubicBezTo>
                    <a:pt x="298" y="266"/>
                    <a:pt x="300" y="265"/>
                    <a:pt x="301" y="265"/>
                  </a:cubicBezTo>
                  <a:cubicBezTo>
                    <a:pt x="302" y="264"/>
                    <a:pt x="304" y="263"/>
                    <a:pt x="304" y="262"/>
                  </a:cubicBezTo>
                  <a:cubicBezTo>
                    <a:pt x="304" y="261"/>
                    <a:pt x="303" y="260"/>
                    <a:pt x="302" y="260"/>
                  </a:cubicBezTo>
                  <a:cubicBezTo>
                    <a:pt x="302" y="260"/>
                    <a:pt x="301" y="262"/>
                    <a:pt x="300" y="262"/>
                  </a:cubicBezTo>
                  <a:cubicBezTo>
                    <a:pt x="300" y="262"/>
                    <a:pt x="298" y="261"/>
                    <a:pt x="298" y="261"/>
                  </a:cubicBezTo>
                  <a:cubicBezTo>
                    <a:pt x="298" y="260"/>
                    <a:pt x="301" y="258"/>
                    <a:pt x="301" y="257"/>
                  </a:cubicBezTo>
                  <a:cubicBezTo>
                    <a:pt x="301" y="257"/>
                    <a:pt x="299" y="257"/>
                    <a:pt x="298" y="257"/>
                  </a:cubicBezTo>
                  <a:cubicBezTo>
                    <a:pt x="297" y="257"/>
                    <a:pt x="296" y="258"/>
                    <a:pt x="295" y="258"/>
                  </a:cubicBezTo>
                  <a:cubicBezTo>
                    <a:pt x="294" y="257"/>
                    <a:pt x="291" y="256"/>
                    <a:pt x="290" y="256"/>
                  </a:cubicBezTo>
                  <a:cubicBezTo>
                    <a:pt x="289" y="256"/>
                    <a:pt x="288" y="256"/>
                    <a:pt x="287" y="256"/>
                  </a:cubicBezTo>
                  <a:cubicBezTo>
                    <a:pt x="287" y="256"/>
                    <a:pt x="287" y="258"/>
                    <a:pt x="286" y="258"/>
                  </a:cubicBezTo>
                  <a:cubicBezTo>
                    <a:pt x="286" y="259"/>
                    <a:pt x="283" y="259"/>
                    <a:pt x="282" y="260"/>
                  </a:cubicBezTo>
                  <a:cubicBezTo>
                    <a:pt x="282" y="260"/>
                    <a:pt x="282" y="262"/>
                    <a:pt x="282" y="263"/>
                  </a:cubicBezTo>
                  <a:cubicBezTo>
                    <a:pt x="282" y="264"/>
                    <a:pt x="283" y="266"/>
                    <a:pt x="283" y="267"/>
                  </a:cubicBezTo>
                  <a:cubicBezTo>
                    <a:pt x="283" y="268"/>
                    <a:pt x="281" y="269"/>
                    <a:pt x="280" y="269"/>
                  </a:cubicBezTo>
                  <a:cubicBezTo>
                    <a:pt x="279" y="268"/>
                    <a:pt x="280" y="265"/>
                    <a:pt x="279" y="265"/>
                  </a:cubicBezTo>
                  <a:cubicBezTo>
                    <a:pt x="279" y="265"/>
                    <a:pt x="277" y="266"/>
                    <a:pt x="277" y="267"/>
                  </a:cubicBezTo>
                  <a:cubicBezTo>
                    <a:pt x="276" y="267"/>
                    <a:pt x="275" y="268"/>
                    <a:pt x="274" y="268"/>
                  </a:cubicBezTo>
                  <a:cubicBezTo>
                    <a:pt x="273" y="268"/>
                    <a:pt x="272" y="267"/>
                    <a:pt x="271" y="267"/>
                  </a:cubicBezTo>
                  <a:cubicBezTo>
                    <a:pt x="270" y="267"/>
                    <a:pt x="268" y="267"/>
                    <a:pt x="267" y="267"/>
                  </a:cubicBezTo>
                  <a:cubicBezTo>
                    <a:pt x="266" y="268"/>
                    <a:pt x="266" y="269"/>
                    <a:pt x="265" y="269"/>
                  </a:cubicBezTo>
                  <a:cubicBezTo>
                    <a:pt x="265" y="270"/>
                    <a:pt x="264" y="273"/>
                    <a:pt x="262" y="274"/>
                  </a:cubicBezTo>
                  <a:cubicBezTo>
                    <a:pt x="262" y="274"/>
                    <a:pt x="260" y="274"/>
                    <a:pt x="259" y="275"/>
                  </a:cubicBezTo>
                  <a:cubicBezTo>
                    <a:pt x="258" y="275"/>
                    <a:pt x="257" y="277"/>
                    <a:pt x="257" y="278"/>
                  </a:cubicBezTo>
                  <a:cubicBezTo>
                    <a:pt x="258" y="279"/>
                    <a:pt x="261" y="277"/>
                    <a:pt x="262" y="278"/>
                  </a:cubicBezTo>
                  <a:cubicBezTo>
                    <a:pt x="264" y="278"/>
                    <a:pt x="266" y="278"/>
                    <a:pt x="266" y="279"/>
                  </a:cubicBezTo>
                  <a:cubicBezTo>
                    <a:pt x="267" y="281"/>
                    <a:pt x="266" y="284"/>
                    <a:pt x="265" y="285"/>
                  </a:cubicBezTo>
                  <a:cubicBezTo>
                    <a:pt x="264" y="285"/>
                    <a:pt x="261" y="285"/>
                    <a:pt x="260" y="285"/>
                  </a:cubicBezTo>
                  <a:cubicBezTo>
                    <a:pt x="259" y="285"/>
                    <a:pt x="259" y="283"/>
                    <a:pt x="258" y="282"/>
                  </a:cubicBezTo>
                  <a:cubicBezTo>
                    <a:pt x="256" y="282"/>
                    <a:pt x="253" y="283"/>
                    <a:pt x="253" y="284"/>
                  </a:cubicBezTo>
                  <a:cubicBezTo>
                    <a:pt x="252" y="284"/>
                    <a:pt x="252" y="287"/>
                    <a:pt x="252" y="288"/>
                  </a:cubicBezTo>
                  <a:cubicBezTo>
                    <a:pt x="253" y="289"/>
                    <a:pt x="254" y="291"/>
                    <a:pt x="254" y="292"/>
                  </a:cubicBezTo>
                  <a:cubicBezTo>
                    <a:pt x="253" y="292"/>
                    <a:pt x="252" y="293"/>
                    <a:pt x="252" y="293"/>
                  </a:cubicBezTo>
                  <a:cubicBezTo>
                    <a:pt x="252" y="295"/>
                    <a:pt x="253" y="298"/>
                    <a:pt x="253" y="300"/>
                  </a:cubicBezTo>
                  <a:cubicBezTo>
                    <a:pt x="252" y="301"/>
                    <a:pt x="250" y="301"/>
                    <a:pt x="250" y="301"/>
                  </a:cubicBezTo>
                  <a:cubicBezTo>
                    <a:pt x="249" y="302"/>
                    <a:pt x="247" y="301"/>
                    <a:pt x="246" y="301"/>
                  </a:cubicBezTo>
                  <a:cubicBezTo>
                    <a:pt x="245" y="300"/>
                    <a:pt x="243" y="299"/>
                    <a:pt x="243" y="298"/>
                  </a:cubicBezTo>
                  <a:cubicBezTo>
                    <a:pt x="243" y="297"/>
                    <a:pt x="245" y="294"/>
                    <a:pt x="245" y="292"/>
                  </a:cubicBezTo>
                  <a:cubicBezTo>
                    <a:pt x="244" y="291"/>
                    <a:pt x="242" y="290"/>
                    <a:pt x="241" y="289"/>
                  </a:cubicBezTo>
                  <a:cubicBezTo>
                    <a:pt x="241" y="289"/>
                    <a:pt x="241" y="286"/>
                    <a:pt x="240" y="286"/>
                  </a:cubicBezTo>
                  <a:cubicBezTo>
                    <a:pt x="239" y="286"/>
                    <a:pt x="237" y="288"/>
                    <a:pt x="236" y="289"/>
                  </a:cubicBezTo>
                  <a:cubicBezTo>
                    <a:pt x="236" y="290"/>
                    <a:pt x="236" y="292"/>
                    <a:pt x="236" y="293"/>
                  </a:cubicBezTo>
                  <a:cubicBezTo>
                    <a:pt x="237" y="294"/>
                    <a:pt x="238" y="296"/>
                    <a:pt x="238" y="297"/>
                  </a:cubicBezTo>
                  <a:cubicBezTo>
                    <a:pt x="238" y="298"/>
                    <a:pt x="236" y="299"/>
                    <a:pt x="236" y="300"/>
                  </a:cubicBezTo>
                  <a:cubicBezTo>
                    <a:pt x="235" y="302"/>
                    <a:pt x="235" y="306"/>
                    <a:pt x="235" y="309"/>
                  </a:cubicBezTo>
                  <a:cubicBezTo>
                    <a:pt x="235" y="310"/>
                    <a:pt x="236" y="313"/>
                    <a:pt x="237" y="314"/>
                  </a:cubicBezTo>
                  <a:cubicBezTo>
                    <a:pt x="238" y="315"/>
                    <a:pt x="241" y="314"/>
                    <a:pt x="242" y="315"/>
                  </a:cubicBezTo>
                  <a:cubicBezTo>
                    <a:pt x="243" y="315"/>
                    <a:pt x="243" y="318"/>
                    <a:pt x="244" y="319"/>
                  </a:cubicBezTo>
                  <a:cubicBezTo>
                    <a:pt x="245" y="319"/>
                    <a:pt x="247" y="319"/>
                    <a:pt x="248" y="319"/>
                  </a:cubicBezTo>
                  <a:cubicBezTo>
                    <a:pt x="250" y="319"/>
                    <a:pt x="253" y="318"/>
                    <a:pt x="254" y="318"/>
                  </a:cubicBezTo>
                  <a:cubicBezTo>
                    <a:pt x="255" y="318"/>
                    <a:pt x="257" y="318"/>
                    <a:pt x="258" y="319"/>
                  </a:cubicBezTo>
                  <a:cubicBezTo>
                    <a:pt x="258" y="320"/>
                    <a:pt x="257" y="322"/>
                    <a:pt x="257" y="323"/>
                  </a:cubicBezTo>
                  <a:cubicBezTo>
                    <a:pt x="257" y="323"/>
                    <a:pt x="256" y="325"/>
                    <a:pt x="256" y="326"/>
                  </a:cubicBezTo>
                  <a:cubicBezTo>
                    <a:pt x="256" y="327"/>
                    <a:pt x="257" y="328"/>
                    <a:pt x="258" y="328"/>
                  </a:cubicBezTo>
                  <a:cubicBezTo>
                    <a:pt x="259" y="328"/>
                    <a:pt x="260" y="328"/>
                    <a:pt x="260" y="327"/>
                  </a:cubicBezTo>
                  <a:cubicBezTo>
                    <a:pt x="260" y="326"/>
                    <a:pt x="260" y="325"/>
                    <a:pt x="260" y="324"/>
                  </a:cubicBezTo>
                  <a:cubicBezTo>
                    <a:pt x="260" y="323"/>
                    <a:pt x="260" y="320"/>
                    <a:pt x="260" y="319"/>
                  </a:cubicBezTo>
                  <a:cubicBezTo>
                    <a:pt x="261" y="318"/>
                    <a:pt x="261" y="316"/>
                    <a:pt x="262" y="315"/>
                  </a:cubicBezTo>
                  <a:cubicBezTo>
                    <a:pt x="262" y="313"/>
                    <a:pt x="262" y="311"/>
                    <a:pt x="262" y="309"/>
                  </a:cubicBezTo>
                  <a:cubicBezTo>
                    <a:pt x="263" y="308"/>
                    <a:pt x="263" y="307"/>
                    <a:pt x="263" y="306"/>
                  </a:cubicBezTo>
                  <a:cubicBezTo>
                    <a:pt x="263" y="305"/>
                    <a:pt x="262" y="303"/>
                    <a:pt x="263" y="302"/>
                  </a:cubicBezTo>
                  <a:cubicBezTo>
                    <a:pt x="263" y="302"/>
                    <a:pt x="265" y="302"/>
                    <a:pt x="265" y="302"/>
                  </a:cubicBezTo>
                  <a:cubicBezTo>
                    <a:pt x="266" y="303"/>
                    <a:pt x="266" y="305"/>
                    <a:pt x="266" y="306"/>
                  </a:cubicBezTo>
                  <a:cubicBezTo>
                    <a:pt x="266" y="307"/>
                    <a:pt x="265" y="308"/>
                    <a:pt x="265" y="309"/>
                  </a:cubicBezTo>
                  <a:cubicBezTo>
                    <a:pt x="265" y="311"/>
                    <a:pt x="264" y="314"/>
                    <a:pt x="264" y="315"/>
                  </a:cubicBezTo>
                  <a:cubicBezTo>
                    <a:pt x="264" y="317"/>
                    <a:pt x="263" y="320"/>
                    <a:pt x="263" y="321"/>
                  </a:cubicBezTo>
                  <a:cubicBezTo>
                    <a:pt x="263" y="322"/>
                    <a:pt x="264" y="323"/>
                    <a:pt x="264" y="324"/>
                  </a:cubicBezTo>
                  <a:cubicBezTo>
                    <a:pt x="264" y="325"/>
                    <a:pt x="263" y="327"/>
                    <a:pt x="263" y="327"/>
                  </a:cubicBezTo>
                  <a:cubicBezTo>
                    <a:pt x="262" y="328"/>
                    <a:pt x="261" y="330"/>
                    <a:pt x="261" y="331"/>
                  </a:cubicBezTo>
                  <a:cubicBezTo>
                    <a:pt x="261" y="333"/>
                    <a:pt x="262" y="335"/>
                    <a:pt x="262" y="337"/>
                  </a:cubicBezTo>
                  <a:cubicBezTo>
                    <a:pt x="263" y="337"/>
                    <a:pt x="262" y="339"/>
                    <a:pt x="262" y="339"/>
                  </a:cubicBezTo>
                  <a:cubicBezTo>
                    <a:pt x="263" y="340"/>
                    <a:pt x="264" y="339"/>
                    <a:pt x="264" y="340"/>
                  </a:cubicBezTo>
                  <a:cubicBezTo>
                    <a:pt x="265" y="341"/>
                    <a:pt x="265" y="343"/>
                    <a:pt x="265" y="344"/>
                  </a:cubicBezTo>
                  <a:cubicBezTo>
                    <a:pt x="265" y="344"/>
                    <a:pt x="267" y="345"/>
                    <a:pt x="267" y="345"/>
                  </a:cubicBezTo>
                  <a:cubicBezTo>
                    <a:pt x="267" y="346"/>
                    <a:pt x="268" y="347"/>
                    <a:pt x="268" y="348"/>
                  </a:cubicBezTo>
                  <a:cubicBezTo>
                    <a:pt x="268" y="349"/>
                    <a:pt x="266" y="350"/>
                    <a:pt x="266" y="350"/>
                  </a:cubicBezTo>
                  <a:cubicBezTo>
                    <a:pt x="266" y="351"/>
                    <a:pt x="267" y="353"/>
                    <a:pt x="267" y="354"/>
                  </a:cubicBezTo>
                  <a:cubicBezTo>
                    <a:pt x="266" y="355"/>
                    <a:pt x="266" y="356"/>
                    <a:pt x="265" y="356"/>
                  </a:cubicBezTo>
                  <a:cubicBezTo>
                    <a:pt x="264" y="356"/>
                    <a:pt x="263" y="355"/>
                    <a:pt x="262" y="354"/>
                  </a:cubicBezTo>
                  <a:cubicBezTo>
                    <a:pt x="262" y="354"/>
                    <a:pt x="262" y="352"/>
                    <a:pt x="262" y="352"/>
                  </a:cubicBezTo>
                  <a:cubicBezTo>
                    <a:pt x="261" y="351"/>
                    <a:pt x="259" y="352"/>
                    <a:pt x="259" y="352"/>
                  </a:cubicBezTo>
                  <a:cubicBezTo>
                    <a:pt x="258" y="353"/>
                    <a:pt x="258" y="355"/>
                    <a:pt x="258" y="356"/>
                  </a:cubicBezTo>
                  <a:cubicBezTo>
                    <a:pt x="259" y="357"/>
                    <a:pt x="260" y="358"/>
                    <a:pt x="261" y="359"/>
                  </a:cubicBezTo>
                  <a:cubicBezTo>
                    <a:pt x="261" y="360"/>
                    <a:pt x="260" y="361"/>
                    <a:pt x="260" y="361"/>
                  </a:cubicBezTo>
                  <a:cubicBezTo>
                    <a:pt x="260" y="362"/>
                    <a:pt x="259" y="363"/>
                    <a:pt x="260" y="363"/>
                  </a:cubicBezTo>
                  <a:cubicBezTo>
                    <a:pt x="260" y="364"/>
                    <a:pt x="262" y="363"/>
                    <a:pt x="262" y="363"/>
                  </a:cubicBezTo>
                  <a:cubicBezTo>
                    <a:pt x="263" y="363"/>
                    <a:pt x="263" y="361"/>
                    <a:pt x="264" y="360"/>
                  </a:cubicBezTo>
                  <a:cubicBezTo>
                    <a:pt x="264" y="360"/>
                    <a:pt x="266" y="361"/>
                    <a:pt x="267" y="362"/>
                  </a:cubicBezTo>
                  <a:cubicBezTo>
                    <a:pt x="267" y="362"/>
                    <a:pt x="268" y="365"/>
                    <a:pt x="269" y="365"/>
                  </a:cubicBezTo>
                  <a:cubicBezTo>
                    <a:pt x="269" y="366"/>
                    <a:pt x="270" y="367"/>
                    <a:pt x="271" y="367"/>
                  </a:cubicBezTo>
                  <a:cubicBezTo>
                    <a:pt x="272" y="367"/>
                    <a:pt x="273" y="365"/>
                    <a:pt x="274" y="365"/>
                  </a:cubicBezTo>
                  <a:cubicBezTo>
                    <a:pt x="275" y="365"/>
                    <a:pt x="277" y="366"/>
                    <a:pt x="277" y="367"/>
                  </a:cubicBezTo>
                  <a:cubicBezTo>
                    <a:pt x="278" y="368"/>
                    <a:pt x="279" y="369"/>
                    <a:pt x="280" y="370"/>
                  </a:cubicBezTo>
                  <a:cubicBezTo>
                    <a:pt x="282" y="372"/>
                    <a:pt x="286" y="373"/>
                    <a:pt x="287" y="375"/>
                  </a:cubicBezTo>
                  <a:cubicBezTo>
                    <a:pt x="288" y="376"/>
                    <a:pt x="290" y="377"/>
                    <a:pt x="290" y="378"/>
                  </a:cubicBezTo>
                  <a:cubicBezTo>
                    <a:pt x="291" y="379"/>
                    <a:pt x="291" y="380"/>
                    <a:pt x="291" y="380"/>
                  </a:cubicBezTo>
                  <a:cubicBezTo>
                    <a:pt x="290" y="381"/>
                    <a:pt x="289" y="380"/>
                    <a:pt x="288" y="380"/>
                  </a:cubicBezTo>
                  <a:cubicBezTo>
                    <a:pt x="287" y="380"/>
                    <a:pt x="285" y="379"/>
                    <a:pt x="284" y="380"/>
                  </a:cubicBezTo>
                  <a:cubicBezTo>
                    <a:pt x="283" y="380"/>
                    <a:pt x="282" y="381"/>
                    <a:pt x="282" y="381"/>
                  </a:cubicBezTo>
                  <a:cubicBezTo>
                    <a:pt x="282" y="382"/>
                    <a:pt x="282" y="384"/>
                    <a:pt x="283" y="385"/>
                  </a:cubicBezTo>
                  <a:cubicBezTo>
                    <a:pt x="283" y="385"/>
                    <a:pt x="285" y="385"/>
                    <a:pt x="286" y="385"/>
                  </a:cubicBezTo>
                  <a:cubicBezTo>
                    <a:pt x="287" y="384"/>
                    <a:pt x="288" y="383"/>
                    <a:pt x="289" y="383"/>
                  </a:cubicBezTo>
                  <a:cubicBezTo>
                    <a:pt x="290" y="383"/>
                    <a:pt x="291" y="383"/>
                    <a:pt x="291" y="384"/>
                  </a:cubicBezTo>
                  <a:cubicBezTo>
                    <a:pt x="292" y="384"/>
                    <a:pt x="292" y="387"/>
                    <a:pt x="292" y="387"/>
                  </a:cubicBezTo>
                  <a:cubicBezTo>
                    <a:pt x="293" y="388"/>
                    <a:pt x="295" y="388"/>
                    <a:pt x="296" y="389"/>
                  </a:cubicBezTo>
                  <a:cubicBezTo>
                    <a:pt x="297" y="390"/>
                    <a:pt x="297" y="391"/>
                    <a:pt x="297" y="392"/>
                  </a:cubicBezTo>
                  <a:cubicBezTo>
                    <a:pt x="297" y="393"/>
                    <a:pt x="296" y="394"/>
                    <a:pt x="295" y="395"/>
                  </a:cubicBezTo>
                  <a:cubicBezTo>
                    <a:pt x="295" y="396"/>
                    <a:pt x="294" y="398"/>
                    <a:pt x="294" y="399"/>
                  </a:cubicBezTo>
                  <a:cubicBezTo>
                    <a:pt x="293" y="400"/>
                    <a:pt x="294" y="403"/>
                    <a:pt x="294" y="404"/>
                  </a:cubicBezTo>
                  <a:cubicBezTo>
                    <a:pt x="294" y="405"/>
                    <a:pt x="294" y="408"/>
                    <a:pt x="293" y="409"/>
                  </a:cubicBezTo>
                  <a:cubicBezTo>
                    <a:pt x="293" y="410"/>
                    <a:pt x="292" y="412"/>
                    <a:pt x="291" y="412"/>
                  </a:cubicBezTo>
                  <a:cubicBezTo>
                    <a:pt x="290" y="413"/>
                    <a:pt x="287" y="413"/>
                    <a:pt x="286" y="413"/>
                  </a:cubicBezTo>
                  <a:cubicBezTo>
                    <a:pt x="285" y="412"/>
                    <a:pt x="284" y="410"/>
                    <a:pt x="284" y="410"/>
                  </a:cubicBezTo>
                  <a:cubicBezTo>
                    <a:pt x="284" y="408"/>
                    <a:pt x="285" y="407"/>
                    <a:pt x="285" y="406"/>
                  </a:cubicBezTo>
                  <a:cubicBezTo>
                    <a:pt x="286" y="404"/>
                    <a:pt x="286" y="401"/>
                    <a:pt x="285" y="400"/>
                  </a:cubicBezTo>
                  <a:cubicBezTo>
                    <a:pt x="285" y="399"/>
                    <a:pt x="283" y="398"/>
                    <a:pt x="282" y="399"/>
                  </a:cubicBezTo>
                  <a:cubicBezTo>
                    <a:pt x="281" y="399"/>
                    <a:pt x="281" y="401"/>
                    <a:pt x="280" y="402"/>
                  </a:cubicBezTo>
                  <a:cubicBezTo>
                    <a:pt x="279" y="402"/>
                    <a:pt x="278" y="403"/>
                    <a:pt x="278" y="404"/>
                  </a:cubicBezTo>
                  <a:cubicBezTo>
                    <a:pt x="278" y="405"/>
                    <a:pt x="278" y="407"/>
                    <a:pt x="279" y="407"/>
                  </a:cubicBezTo>
                  <a:cubicBezTo>
                    <a:pt x="279" y="407"/>
                    <a:pt x="281" y="407"/>
                    <a:pt x="281" y="407"/>
                  </a:cubicBezTo>
                  <a:cubicBezTo>
                    <a:pt x="282" y="408"/>
                    <a:pt x="281" y="410"/>
                    <a:pt x="281" y="411"/>
                  </a:cubicBezTo>
                  <a:cubicBezTo>
                    <a:pt x="281" y="412"/>
                    <a:pt x="279" y="412"/>
                    <a:pt x="279" y="413"/>
                  </a:cubicBezTo>
                  <a:cubicBezTo>
                    <a:pt x="279" y="414"/>
                    <a:pt x="282" y="415"/>
                    <a:pt x="283" y="416"/>
                  </a:cubicBezTo>
                  <a:cubicBezTo>
                    <a:pt x="283" y="417"/>
                    <a:pt x="282" y="419"/>
                    <a:pt x="281" y="420"/>
                  </a:cubicBezTo>
                  <a:cubicBezTo>
                    <a:pt x="280" y="421"/>
                    <a:pt x="279" y="424"/>
                    <a:pt x="277" y="425"/>
                  </a:cubicBezTo>
                  <a:cubicBezTo>
                    <a:pt x="276" y="425"/>
                    <a:pt x="274" y="424"/>
                    <a:pt x="273" y="424"/>
                  </a:cubicBezTo>
                  <a:cubicBezTo>
                    <a:pt x="272" y="423"/>
                    <a:pt x="272" y="419"/>
                    <a:pt x="271" y="418"/>
                  </a:cubicBezTo>
                  <a:cubicBezTo>
                    <a:pt x="270" y="418"/>
                    <a:pt x="269" y="417"/>
                    <a:pt x="268" y="416"/>
                  </a:cubicBezTo>
                  <a:cubicBezTo>
                    <a:pt x="268" y="416"/>
                    <a:pt x="268" y="414"/>
                    <a:pt x="267" y="414"/>
                  </a:cubicBezTo>
                  <a:cubicBezTo>
                    <a:pt x="266" y="414"/>
                    <a:pt x="264" y="414"/>
                    <a:pt x="263" y="415"/>
                  </a:cubicBezTo>
                  <a:cubicBezTo>
                    <a:pt x="262" y="415"/>
                    <a:pt x="261" y="416"/>
                    <a:pt x="261" y="416"/>
                  </a:cubicBezTo>
                  <a:cubicBezTo>
                    <a:pt x="260" y="414"/>
                    <a:pt x="260" y="413"/>
                    <a:pt x="259" y="412"/>
                  </a:cubicBezTo>
                  <a:cubicBezTo>
                    <a:pt x="258" y="409"/>
                    <a:pt x="254" y="406"/>
                    <a:pt x="252" y="404"/>
                  </a:cubicBezTo>
                  <a:cubicBezTo>
                    <a:pt x="251" y="402"/>
                    <a:pt x="248" y="398"/>
                    <a:pt x="246" y="397"/>
                  </a:cubicBezTo>
                  <a:cubicBezTo>
                    <a:pt x="245" y="395"/>
                    <a:pt x="242" y="392"/>
                    <a:pt x="240" y="391"/>
                  </a:cubicBezTo>
                  <a:cubicBezTo>
                    <a:pt x="236" y="389"/>
                    <a:pt x="229" y="385"/>
                    <a:pt x="225" y="385"/>
                  </a:cubicBezTo>
                  <a:cubicBezTo>
                    <a:pt x="223" y="384"/>
                    <a:pt x="218" y="385"/>
                    <a:pt x="215" y="386"/>
                  </a:cubicBezTo>
                  <a:cubicBezTo>
                    <a:pt x="214" y="386"/>
                    <a:pt x="210" y="386"/>
                    <a:pt x="208" y="387"/>
                  </a:cubicBezTo>
                  <a:cubicBezTo>
                    <a:pt x="206" y="388"/>
                    <a:pt x="205" y="392"/>
                    <a:pt x="204" y="394"/>
                  </a:cubicBezTo>
                  <a:cubicBezTo>
                    <a:pt x="202" y="395"/>
                    <a:pt x="197" y="396"/>
                    <a:pt x="195" y="396"/>
                  </a:cubicBezTo>
                  <a:cubicBezTo>
                    <a:pt x="193" y="396"/>
                    <a:pt x="190" y="394"/>
                    <a:pt x="188" y="393"/>
                  </a:cubicBezTo>
                  <a:cubicBezTo>
                    <a:pt x="187" y="393"/>
                    <a:pt x="185" y="390"/>
                    <a:pt x="183" y="389"/>
                  </a:cubicBezTo>
                  <a:cubicBezTo>
                    <a:pt x="180" y="389"/>
                    <a:pt x="175" y="390"/>
                    <a:pt x="173" y="392"/>
                  </a:cubicBezTo>
                  <a:cubicBezTo>
                    <a:pt x="172" y="393"/>
                    <a:pt x="171" y="397"/>
                    <a:pt x="170" y="399"/>
                  </a:cubicBezTo>
                  <a:cubicBezTo>
                    <a:pt x="168" y="401"/>
                    <a:pt x="165" y="404"/>
                    <a:pt x="163" y="405"/>
                  </a:cubicBezTo>
                  <a:cubicBezTo>
                    <a:pt x="162" y="406"/>
                    <a:pt x="159" y="407"/>
                    <a:pt x="158" y="406"/>
                  </a:cubicBezTo>
                  <a:cubicBezTo>
                    <a:pt x="155" y="406"/>
                    <a:pt x="150" y="404"/>
                    <a:pt x="148" y="403"/>
                  </a:cubicBezTo>
                  <a:cubicBezTo>
                    <a:pt x="146" y="402"/>
                    <a:pt x="143" y="398"/>
                    <a:pt x="141" y="397"/>
                  </a:cubicBezTo>
                  <a:cubicBezTo>
                    <a:pt x="138" y="396"/>
                    <a:pt x="133" y="395"/>
                    <a:pt x="131" y="393"/>
                  </a:cubicBezTo>
                  <a:cubicBezTo>
                    <a:pt x="129" y="393"/>
                    <a:pt x="127" y="390"/>
                    <a:pt x="125" y="389"/>
                  </a:cubicBezTo>
                  <a:cubicBezTo>
                    <a:pt x="123" y="388"/>
                    <a:pt x="118" y="388"/>
                    <a:pt x="115" y="388"/>
                  </a:cubicBezTo>
                  <a:cubicBezTo>
                    <a:pt x="113" y="388"/>
                    <a:pt x="108" y="389"/>
                    <a:pt x="105" y="388"/>
                  </a:cubicBezTo>
                  <a:cubicBezTo>
                    <a:pt x="105" y="388"/>
                    <a:pt x="104" y="388"/>
                    <a:pt x="103" y="38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58"/>
            <p:cNvSpPr>
              <a:spLocks/>
            </p:cNvSpPr>
            <p:nvPr/>
          </p:nvSpPr>
          <p:spPr bwMode="auto">
            <a:xfrm>
              <a:off x="6600825" y="1530350"/>
              <a:ext cx="23812" cy="28575"/>
            </a:xfrm>
            <a:custGeom>
              <a:avLst/>
              <a:gdLst/>
              <a:ahLst/>
              <a:cxnLst>
                <a:cxn ang="0">
                  <a:pos x="0" y="15"/>
                </a:cxn>
                <a:cxn ang="0">
                  <a:pos x="1" y="12"/>
                </a:cxn>
                <a:cxn ang="0">
                  <a:pos x="3" y="9"/>
                </a:cxn>
                <a:cxn ang="0">
                  <a:pos x="4" y="6"/>
                </a:cxn>
                <a:cxn ang="0">
                  <a:pos x="7" y="3"/>
                </a:cxn>
                <a:cxn ang="0">
                  <a:pos x="9" y="1"/>
                </a:cxn>
                <a:cxn ang="0">
                  <a:pos x="11" y="1"/>
                </a:cxn>
                <a:cxn ang="0">
                  <a:pos x="13" y="2"/>
                </a:cxn>
                <a:cxn ang="0">
                  <a:pos x="12" y="4"/>
                </a:cxn>
                <a:cxn ang="0">
                  <a:pos x="10" y="7"/>
                </a:cxn>
                <a:cxn ang="0">
                  <a:pos x="8" y="8"/>
                </a:cxn>
                <a:cxn ang="0">
                  <a:pos x="7" y="11"/>
                </a:cxn>
                <a:cxn ang="0">
                  <a:pos x="6" y="14"/>
                </a:cxn>
                <a:cxn ang="0">
                  <a:pos x="5" y="15"/>
                </a:cxn>
                <a:cxn ang="0">
                  <a:pos x="3" y="16"/>
                </a:cxn>
                <a:cxn ang="0">
                  <a:pos x="2" y="15"/>
                </a:cxn>
                <a:cxn ang="0">
                  <a:pos x="0" y="15"/>
                </a:cxn>
              </a:cxnLst>
              <a:rect l="0" t="0" r="r" b="b"/>
              <a:pathLst>
                <a:path w="13" h="16">
                  <a:moveTo>
                    <a:pt x="0" y="15"/>
                  </a:moveTo>
                  <a:cubicBezTo>
                    <a:pt x="0" y="14"/>
                    <a:pt x="0" y="13"/>
                    <a:pt x="1" y="12"/>
                  </a:cubicBezTo>
                  <a:cubicBezTo>
                    <a:pt x="1" y="12"/>
                    <a:pt x="2" y="10"/>
                    <a:pt x="3" y="9"/>
                  </a:cubicBezTo>
                  <a:cubicBezTo>
                    <a:pt x="3" y="8"/>
                    <a:pt x="4" y="6"/>
                    <a:pt x="4" y="6"/>
                  </a:cubicBezTo>
                  <a:cubicBezTo>
                    <a:pt x="5" y="5"/>
                    <a:pt x="6" y="3"/>
                    <a:pt x="7" y="3"/>
                  </a:cubicBezTo>
                  <a:cubicBezTo>
                    <a:pt x="7" y="2"/>
                    <a:pt x="8" y="1"/>
                    <a:pt x="9" y="1"/>
                  </a:cubicBezTo>
                  <a:cubicBezTo>
                    <a:pt x="10" y="0"/>
                    <a:pt x="11" y="1"/>
                    <a:pt x="11" y="1"/>
                  </a:cubicBezTo>
                  <a:cubicBezTo>
                    <a:pt x="11" y="1"/>
                    <a:pt x="12" y="1"/>
                    <a:pt x="13" y="2"/>
                  </a:cubicBezTo>
                  <a:cubicBezTo>
                    <a:pt x="13" y="2"/>
                    <a:pt x="12" y="4"/>
                    <a:pt x="12" y="4"/>
                  </a:cubicBezTo>
                  <a:cubicBezTo>
                    <a:pt x="12" y="5"/>
                    <a:pt x="11" y="6"/>
                    <a:pt x="10" y="7"/>
                  </a:cubicBezTo>
                  <a:cubicBezTo>
                    <a:pt x="10" y="7"/>
                    <a:pt x="9" y="8"/>
                    <a:pt x="8" y="8"/>
                  </a:cubicBezTo>
                  <a:cubicBezTo>
                    <a:pt x="8" y="9"/>
                    <a:pt x="7" y="10"/>
                    <a:pt x="7" y="11"/>
                  </a:cubicBezTo>
                  <a:cubicBezTo>
                    <a:pt x="7" y="12"/>
                    <a:pt x="6" y="13"/>
                    <a:pt x="6" y="14"/>
                  </a:cubicBezTo>
                  <a:cubicBezTo>
                    <a:pt x="6" y="14"/>
                    <a:pt x="5" y="15"/>
                    <a:pt x="5" y="15"/>
                  </a:cubicBezTo>
                  <a:cubicBezTo>
                    <a:pt x="4" y="16"/>
                    <a:pt x="3" y="16"/>
                    <a:pt x="3" y="16"/>
                  </a:cubicBezTo>
                  <a:cubicBezTo>
                    <a:pt x="2" y="16"/>
                    <a:pt x="2" y="15"/>
                    <a:pt x="2" y="15"/>
                  </a:cubicBezTo>
                  <a:cubicBezTo>
                    <a:pt x="1" y="15"/>
                    <a:pt x="0" y="15"/>
                    <a:pt x="0"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59"/>
            <p:cNvSpPr>
              <a:spLocks/>
            </p:cNvSpPr>
            <p:nvPr/>
          </p:nvSpPr>
          <p:spPr bwMode="auto">
            <a:xfrm>
              <a:off x="6846888" y="2498725"/>
              <a:ext cx="500062" cy="479425"/>
            </a:xfrm>
            <a:custGeom>
              <a:avLst/>
              <a:gdLst/>
              <a:ahLst/>
              <a:cxnLst>
                <a:cxn ang="0">
                  <a:pos x="273" y="178"/>
                </a:cxn>
                <a:cxn ang="0">
                  <a:pos x="264" y="204"/>
                </a:cxn>
                <a:cxn ang="0">
                  <a:pos x="251" y="229"/>
                </a:cxn>
                <a:cxn ang="0">
                  <a:pos x="223" y="235"/>
                </a:cxn>
                <a:cxn ang="0">
                  <a:pos x="211" y="218"/>
                </a:cxn>
                <a:cxn ang="0">
                  <a:pos x="198" y="219"/>
                </a:cxn>
                <a:cxn ang="0">
                  <a:pos x="190" y="236"/>
                </a:cxn>
                <a:cxn ang="0">
                  <a:pos x="182" y="244"/>
                </a:cxn>
                <a:cxn ang="0">
                  <a:pos x="174" y="262"/>
                </a:cxn>
                <a:cxn ang="0">
                  <a:pos x="161" y="266"/>
                </a:cxn>
                <a:cxn ang="0">
                  <a:pos x="150" y="264"/>
                </a:cxn>
                <a:cxn ang="0">
                  <a:pos x="140" y="251"/>
                </a:cxn>
                <a:cxn ang="0">
                  <a:pos x="125" y="261"/>
                </a:cxn>
                <a:cxn ang="0">
                  <a:pos x="107" y="242"/>
                </a:cxn>
                <a:cxn ang="0">
                  <a:pos x="96" y="249"/>
                </a:cxn>
                <a:cxn ang="0">
                  <a:pos x="85" y="251"/>
                </a:cxn>
                <a:cxn ang="0">
                  <a:pos x="72" y="236"/>
                </a:cxn>
                <a:cxn ang="0">
                  <a:pos x="56" y="237"/>
                </a:cxn>
                <a:cxn ang="0">
                  <a:pos x="55" y="222"/>
                </a:cxn>
                <a:cxn ang="0">
                  <a:pos x="35" y="215"/>
                </a:cxn>
                <a:cxn ang="0">
                  <a:pos x="22" y="203"/>
                </a:cxn>
                <a:cxn ang="0">
                  <a:pos x="7" y="196"/>
                </a:cxn>
                <a:cxn ang="0">
                  <a:pos x="1" y="182"/>
                </a:cxn>
                <a:cxn ang="0">
                  <a:pos x="11" y="175"/>
                </a:cxn>
                <a:cxn ang="0">
                  <a:pos x="27" y="166"/>
                </a:cxn>
                <a:cxn ang="0">
                  <a:pos x="39" y="172"/>
                </a:cxn>
                <a:cxn ang="0">
                  <a:pos x="50" y="167"/>
                </a:cxn>
                <a:cxn ang="0">
                  <a:pos x="40" y="154"/>
                </a:cxn>
                <a:cxn ang="0">
                  <a:pos x="29" y="138"/>
                </a:cxn>
                <a:cxn ang="0">
                  <a:pos x="24" y="122"/>
                </a:cxn>
                <a:cxn ang="0">
                  <a:pos x="15" y="112"/>
                </a:cxn>
                <a:cxn ang="0">
                  <a:pos x="24" y="101"/>
                </a:cxn>
                <a:cxn ang="0">
                  <a:pos x="19" y="93"/>
                </a:cxn>
                <a:cxn ang="0">
                  <a:pos x="26" y="83"/>
                </a:cxn>
                <a:cxn ang="0">
                  <a:pos x="48" y="77"/>
                </a:cxn>
                <a:cxn ang="0">
                  <a:pos x="53" y="65"/>
                </a:cxn>
                <a:cxn ang="0">
                  <a:pos x="49" y="56"/>
                </a:cxn>
                <a:cxn ang="0">
                  <a:pos x="61" y="47"/>
                </a:cxn>
                <a:cxn ang="0">
                  <a:pos x="68" y="33"/>
                </a:cxn>
                <a:cxn ang="0">
                  <a:pos x="76" y="24"/>
                </a:cxn>
                <a:cxn ang="0">
                  <a:pos x="91" y="28"/>
                </a:cxn>
                <a:cxn ang="0">
                  <a:pos x="98" y="19"/>
                </a:cxn>
                <a:cxn ang="0">
                  <a:pos x="105" y="8"/>
                </a:cxn>
                <a:cxn ang="0">
                  <a:pos x="117" y="3"/>
                </a:cxn>
                <a:cxn ang="0">
                  <a:pos x="132" y="0"/>
                </a:cxn>
                <a:cxn ang="0">
                  <a:pos x="143" y="32"/>
                </a:cxn>
                <a:cxn ang="0">
                  <a:pos x="162" y="62"/>
                </a:cxn>
                <a:cxn ang="0">
                  <a:pos x="196" y="96"/>
                </a:cxn>
                <a:cxn ang="0">
                  <a:pos x="214" y="111"/>
                </a:cxn>
                <a:cxn ang="0">
                  <a:pos x="234" y="131"/>
                </a:cxn>
                <a:cxn ang="0">
                  <a:pos x="257" y="140"/>
                </a:cxn>
                <a:cxn ang="0">
                  <a:pos x="269" y="147"/>
                </a:cxn>
                <a:cxn ang="0">
                  <a:pos x="273" y="167"/>
                </a:cxn>
              </a:cxnLst>
              <a:rect l="0" t="0" r="r" b="b"/>
              <a:pathLst>
                <a:path w="282" h="271">
                  <a:moveTo>
                    <a:pt x="282" y="172"/>
                  </a:moveTo>
                  <a:cubicBezTo>
                    <a:pt x="281" y="173"/>
                    <a:pt x="279" y="173"/>
                    <a:pt x="278" y="174"/>
                  </a:cubicBezTo>
                  <a:cubicBezTo>
                    <a:pt x="277" y="175"/>
                    <a:pt x="274" y="177"/>
                    <a:pt x="273" y="178"/>
                  </a:cubicBezTo>
                  <a:cubicBezTo>
                    <a:pt x="272" y="181"/>
                    <a:pt x="270" y="186"/>
                    <a:pt x="269" y="188"/>
                  </a:cubicBezTo>
                  <a:cubicBezTo>
                    <a:pt x="267" y="190"/>
                    <a:pt x="263" y="193"/>
                    <a:pt x="262" y="195"/>
                  </a:cubicBezTo>
                  <a:cubicBezTo>
                    <a:pt x="261" y="197"/>
                    <a:pt x="264" y="202"/>
                    <a:pt x="264" y="204"/>
                  </a:cubicBezTo>
                  <a:cubicBezTo>
                    <a:pt x="264" y="206"/>
                    <a:pt x="264" y="211"/>
                    <a:pt x="263" y="213"/>
                  </a:cubicBezTo>
                  <a:cubicBezTo>
                    <a:pt x="261" y="215"/>
                    <a:pt x="256" y="216"/>
                    <a:pt x="254" y="218"/>
                  </a:cubicBezTo>
                  <a:cubicBezTo>
                    <a:pt x="252" y="220"/>
                    <a:pt x="252" y="227"/>
                    <a:pt x="251" y="229"/>
                  </a:cubicBezTo>
                  <a:cubicBezTo>
                    <a:pt x="249" y="233"/>
                    <a:pt x="244" y="239"/>
                    <a:pt x="241" y="240"/>
                  </a:cubicBezTo>
                  <a:cubicBezTo>
                    <a:pt x="238" y="242"/>
                    <a:pt x="232" y="241"/>
                    <a:pt x="229" y="240"/>
                  </a:cubicBezTo>
                  <a:cubicBezTo>
                    <a:pt x="227" y="240"/>
                    <a:pt x="224" y="237"/>
                    <a:pt x="223" y="235"/>
                  </a:cubicBezTo>
                  <a:cubicBezTo>
                    <a:pt x="222" y="233"/>
                    <a:pt x="223" y="228"/>
                    <a:pt x="222" y="226"/>
                  </a:cubicBezTo>
                  <a:cubicBezTo>
                    <a:pt x="222" y="224"/>
                    <a:pt x="221" y="220"/>
                    <a:pt x="219" y="219"/>
                  </a:cubicBezTo>
                  <a:cubicBezTo>
                    <a:pt x="217" y="218"/>
                    <a:pt x="213" y="218"/>
                    <a:pt x="211" y="218"/>
                  </a:cubicBezTo>
                  <a:cubicBezTo>
                    <a:pt x="209" y="219"/>
                    <a:pt x="207" y="223"/>
                    <a:pt x="205" y="222"/>
                  </a:cubicBezTo>
                  <a:cubicBezTo>
                    <a:pt x="204" y="222"/>
                    <a:pt x="205" y="219"/>
                    <a:pt x="204" y="219"/>
                  </a:cubicBezTo>
                  <a:cubicBezTo>
                    <a:pt x="203" y="218"/>
                    <a:pt x="199" y="218"/>
                    <a:pt x="198" y="219"/>
                  </a:cubicBezTo>
                  <a:cubicBezTo>
                    <a:pt x="196" y="219"/>
                    <a:pt x="193" y="220"/>
                    <a:pt x="192" y="221"/>
                  </a:cubicBezTo>
                  <a:cubicBezTo>
                    <a:pt x="191" y="223"/>
                    <a:pt x="188" y="226"/>
                    <a:pt x="188" y="228"/>
                  </a:cubicBezTo>
                  <a:cubicBezTo>
                    <a:pt x="188" y="230"/>
                    <a:pt x="189" y="234"/>
                    <a:pt x="190" y="236"/>
                  </a:cubicBezTo>
                  <a:cubicBezTo>
                    <a:pt x="190" y="237"/>
                    <a:pt x="192" y="239"/>
                    <a:pt x="192" y="241"/>
                  </a:cubicBezTo>
                  <a:cubicBezTo>
                    <a:pt x="192" y="242"/>
                    <a:pt x="192" y="244"/>
                    <a:pt x="191" y="245"/>
                  </a:cubicBezTo>
                  <a:cubicBezTo>
                    <a:pt x="189" y="246"/>
                    <a:pt x="184" y="243"/>
                    <a:pt x="182" y="244"/>
                  </a:cubicBezTo>
                  <a:cubicBezTo>
                    <a:pt x="181" y="246"/>
                    <a:pt x="180" y="250"/>
                    <a:pt x="180" y="252"/>
                  </a:cubicBezTo>
                  <a:cubicBezTo>
                    <a:pt x="179" y="254"/>
                    <a:pt x="180" y="257"/>
                    <a:pt x="179" y="259"/>
                  </a:cubicBezTo>
                  <a:cubicBezTo>
                    <a:pt x="178" y="260"/>
                    <a:pt x="175" y="262"/>
                    <a:pt x="174" y="262"/>
                  </a:cubicBezTo>
                  <a:cubicBezTo>
                    <a:pt x="173" y="262"/>
                    <a:pt x="171" y="260"/>
                    <a:pt x="170" y="259"/>
                  </a:cubicBezTo>
                  <a:cubicBezTo>
                    <a:pt x="169" y="259"/>
                    <a:pt x="166" y="258"/>
                    <a:pt x="165" y="259"/>
                  </a:cubicBezTo>
                  <a:cubicBezTo>
                    <a:pt x="163" y="260"/>
                    <a:pt x="162" y="264"/>
                    <a:pt x="161" y="266"/>
                  </a:cubicBezTo>
                  <a:cubicBezTo>
                    <a:pt x="161" y="267"/>
                    <a:pt x="159" y="269"/>
                    <a:pt x="158" y="271"/>
                  </a:cubicBezTo>
                  <a:cubicBezTo>
                    <a:pt x="158" y="271"/>
                    <a:pt x="158" y="271"/>
                    <a:pt x="158" y="271"/>
                  </a:cubicBezTo>
                  <a:cubicBezTo>
                    <a:pt x="157" y="269"/>
                    <a:pt x="152" y="266"/>
                    <a:pt x="150" y="264"/>
                  </a:cubicBezTo>
                  <a:cubicBezTo>
                    <a:pt x="149" y="263"/>
                    <a:pt x="148" y="260"/>
                    <a:pt x="147" y="258"/>
                  </a:cubicBezTo>
                  <a:cubicBezTo>
                    <a:pt x="146" y="257"/>
                    <a:pt x="145" y="254"/>
                    <a:pt x="143" y="253"/>
                  </a:cubicBezTo>
                  <a:cubicBezTo>
                    <a:pt x="142" y="252"/>
                    <a:pt x="140" y="251"/>
                    <a:pt x="140" y="251"/>
                  </a:cubicBezTo>
                  <a:cubicBezTo>
                    <a:pt x="138" y="251"/>
                    <a:pt x="137" y="253"/>
                    <a:pt x="136" y="254"/>
                  </a:cubicBezTo>
                  <a:cubicBezTo>
                    <a:pt x="135" y="255"/>
                    <a:pt x="134" y="258"/>
                    <a:pt x="133" y="259"/>
                  </a:cubicBezTo>
                  <a:cubicBezTo>
                    <a:pt x="131" y="260"/>
                    <a:pt x="127" y="261"/>
                    <a:pt x="125" y="261"/>
                  </a:cubicBezTo>
                  <a:cubicBezTo>
                    <a:pt x="123" y="260"/>
                    <a:pt x="120" y="259"/>
                    <a:pt x="118" y="257"/>
                  </a:cubicBezTo>
                  <a:cubicBezTo>
                    <a:pt x="116" y="255"/>
                    <a:pt x="115" y="249"/>
                    <a:pt x="114" y="247"/>
                  </a:cubicBezTo>
                  <a:cubicBezTo>
                    <a:pt x="112" y="246"/>
                    <a:pt x="109" y="243"/>
                    <a:pt x="107" y="242"/>
                  </a:cubicBezTo>
                  <a:cubicBezTo>
                    <a:pt x="106" y="241"/>
                    <a:pt x="103" y="240"/>
                    <a:pt x="101" y="240"/>
                  </a:cubicBezTo>
                  <a:cubicBezTo>
                    <a:pt x="99" y="241"/>
                    <a:pt x="97" y="243"/>
                    <a:pt x="96" y="245"/>
                  </a:cubicBezTo>
                  <a:cubicBezTo>
                    <a:pt x="96" y="246"/>
                    <a:pt x="97" y="248"/>
                    <a:pt x="96" y="249"/>
                  </a:cubicBezTo>
                  <a:cubicBezTo>
                    <a:pt x="95" y="250"/>
                    <a:pt x="93" y="250"/>
                    <a:pt x="93" y="250"/>
                  </a:cubicBezTo>
                  <a:cubicBezTo>
                    <a:pt x="92" y="251"/>
                    <a:pt x="91" y="255"/>
                    <a:pt x="90" y="255"/>
                  </a:cubicBezTo>
                  <a:cubicBezTo>
                    <a:pt x="88" y="255"/>
                    <a:pt x="86" y="252"/>
                    <a:pt x="85" y="251"/>
                  </a:cubicBezTo>
                  <a:cubicBezTo>
                    <a:pt x="84" y="249"/>
                    <a:pt x="84" y="245"/>
                    <a:pt x="83" y="244"/>
                  </a:cubicBezTo>
                  <a:cubicBezTo>
                    <a:pt x="82" y="242"/>
                    <a:pt x="79" y="240"/>
                    <a:pt x="78" y="239"/>
                  </a:cubicBezTo>
                  <a:cubicBezTo>
                    <a:pt x="77" y="238"/>
                    <a:pt x="74" y="236"/>
                    <a:pt x="72" y="236"/>
                  </a:cubicBezTo>
                  <a:cubicBezTo>
                    <a:pt x="71" y="236"/>
                    <a:pt x="69" y="239"/>
                    <a:pt x="67" y="239"/>
                  </a:cubicBezTo>
                  <a:cubicBezTo>
                    <a:pt x="66" y="240"/>
                    <a:pt x="62" y="240"/>
                    <a:pt x="61" y="240"/>
                  </a:cubicBezTo>
                  <a:cubicBezTo>
                    <a:pt x="59" y="240"/>
                    <a:pt x="57" y="238"/>
                    <a:pt x="56" y="237"/>
                  </a:cubicBezTo>
                  <a:cubicBezTo>
                    <a:pt x="55" y="236"/>
                    <a:pt x="53" y="234"/>
                    <a:pt x="53" y="232"/>
                  </a:cubicBezTo>
                  <a:cubicBezTo>
                    <a:pt x="54" y="231"/>
                    <a:pt x="57" y="229"/>
                    <a:pt x="57" y="228"/>
                  </a:cubicBezTo>
                  <a:cubicBezTo>
                    <a:pt x="57" y="226"/>
                    <a:pt x="56" y="223"/>
                    <a:pt x="55" y="222"/>
                  </a:cubicBezTo>
                  <a:cubicBezTo>
                    <a:pt x="54" y="220"/>
                    <a:pt x="51" y="216"/>
                    <a:pt x="49" y="216"/>
                  </a:cubicBezTo>
                  <a:cubicBezTo>
                    <a:pt x="47" y="215"/>
                    <a:pt x="44" y="215"/>
                    <a:pt x="43" y="215"/>
                  </a:cubicBezTo>
                  <a:cubicBezTo>
                    <a:pt x="41" y="215"/>
                    <a:pt x="37" y="216"/>
                    <a:pt x="35" y="215"/>
                  </a:cubicBezTo>
                  <a:cubicBezTo>
                    <a:pt x="34" y="215"/>
                    <a:pt x="31" y="213"/>
                    <a:pt x="30" y="212"/>
                  </a:cubicBezTo>
                  <a:cubicBezTo>
                    <a:pt x="29" y="211"/>
                    <a:pt x="29" y="207"/>
                    <a:pt x="28" y="206"/>
                  </a:cubicBezTo>
                  <a:cubicBezTo>
                    <a:pt x="26" y="205"/>
                    <a:pt x="23" y="204"/>
                    <a:pt x="22" y="203"/>
                  </a:cubicBezTo>
                  <a:cubicBezTo>
                    <a:pt x="21" y="203"/>
                    <a:pt x="18" y="205"/>
                    <a:pt x="17" y="205"/>
                  </a:cubicBezTo>
                  <a:cubicBezTo>
                    <a:pt x="15" y="205"/>
                    <a:pt x="12" y="205"/>
                    <a:pt x="10" y="204"/>
                  </a:cubicBezTo>
                  <a:cubicBezTo>
                    <a:pt x="9" y="202"/>
                    <a:pt x="7" y="198"/>
                    <a:pt x="7" y="196"/>
                  </a:cubicBezTo>
                  <a:cubicBezTo>
                    <a:pt x="6" y="195"/>
                    <a:pt x="7" y="192"/>
                    <a:pt x="6" y="190"/>
                  </a:cubicBezTo>
                  <a:cubicBezTo>
                    <a:pt x="6" y="188"/>
                    <a:pt x="5" y="185"/>
                    <a:pt x="4" y="183"/>
                  </a:cubicBezTo>
                  <a:cubicBezTo>
                    <a:pt x="3" y="183"/>
                    <a:pt x="1" y="182"/>
                    <a:pt x="1" y="182"/>
                  </a:cubicBezTo>
                  <a:cubicBezTo>
                    <a:pt x="0" y="181"/>
                    <a:pt x="0" y="178"/>
                    <a:pt x="1" y="177"/>
                  </a:cubicBezTo>
                  <a:cubicBezTo>
                    <a:pt x="1" y="176"/>
                    <a:pt x="3" y="174"/>
                    <a:pt x="5" y="174"/>
                  </a:cubicBezTo>
                  <a:cubicBezTo>
                    <a:pt x="6" y="173"/>
                    <a:pt x="10" y="175"/>
                    <a:pt x="11" y="175"/>
                  </a:cubicBezTo>
                  <a:cubicBezTo>
                    <a:pt x="13" y="175"/>
                    <a:pt x="17" y="175"/>
                    <a:pt x="19" y="174"/>
                  </a:cubicBezTo>
                  <a:cubicBezTo>
                    <a:pt x="20" y="173"/>
                    <a:pt x="21" y="171"/>
                    <a:pt x="22" y="170"/>
                  </a:cubicBezTo>
                  <a:cubicBezTo>
                    <a:pt x="23" y="169"/>
                    <a:pt x="25" y="167"/>
                    <a:pt x="27" y="166"/>
                  </a:cubicBezTo>
                  <a:cubicBezTo>
                    <a:pt x="28" y="165"/>
                    <a:pt x="30" y="164"/>
                    <a:pt x="31" y="164"/>
                  </a:cubicBezTo>
                  <a:cubicBezTo>
                    <a:pt x="32" y="164"/>
                    <a:pt x="35" y="166"/>
                    <a:pt x="36" y="167"/>
                  </a:cubicBezTo>
                  <a:cubicBezTo>
                    <a:pt x="37" y="167"/>
                    <a:pt x="38" y="171"/>
                    <a:pt x="39" y="172"/>
                  </a:cubicBezTo>
                  <a:cubicBezTo>
                    <a:pt x="40" y="172"/>
                    <a:pt x="42" y="173"/>
                    <a:pt x="44" y="173"/>
                  </a:cubicBezTo>
                  <a:cubicBezTo>
                    <a:pt x="45" y="173"/>
                    <a:pt x="47" y="173"/>
                    <a:pt x="48" y="172"/>
                  </a:cubicBezTo>
                  <a:cubicBezTo>
                    <a:pt x="49" y="171"/>
                    <a:pt x="50" y="168"/>
                    <a:pt x="50" y="167"/>
                  </a:cubicBezTo>
                  <a:cubicBezTo>
                    <a:pt x="50" y="165"/>
                    <a:pt x="49" y="162"/>
                    <a:pt x="48" y="161"/>
                  </a:cubicBezTo>
                  <a:cubicBezTo>
                    <a:pt x="47" y="160"/>
                    <a:pt x="45" y="158"/>
                    <a:pt x="44" y="157"/>
                  </a:cubicBezTo>
                  <a:cubicBezTo>
                    <a:pt x="43" y="156"/>
                    <a:pt x="41" y="155"/>
                    <a:pt x="40" y="154"/>
                  </a:cubicBezTo>
                  <a:cubicBezTo>
                    <a:pt x="40" y="153"/>
                    <a:pt x="41" y="151"/>
                    <a:pt x="40" y="149"/>
                  </a:cubicBezTo>
                  <a:cubicBezTo>
                    <a:pt x="40" y="147"/>
                    <a:pt x="39" y="143"/>
                    <a:pt x="38" y="142"/>
                  </a:cubicBezTo>
                  <a:cubicBezTo>
                    <a:pt x="36" y="140"/>
                    <a:pt x="31" y="139"/>
                    <a:pt x="29" y="138"/>
                  </a:cubicBezTo>
                  <a:cubicBezTo>
                    <a:pt x="28" y="137"/>
                    <a:pt x="26" y="135"/>
                    <a:pt x="25" y="134"/>
                  </a:cubicBezTo>
                  <a:cubicBezTo>
                    <a:pt x="24" y="133"/>
                    <a:pt x="23" y="130"/>
                    <a:pt x="23" y="128"/>
                  </a:cubicBezTo>
                  <a:cubicBezTo>
                    <a:pt x="23" y="126"/>
                    <a:pt x="24" y="123"/>
                    <a:pt x="24" y="122"/>
                  </a:cubicBezTo>
                  <a:cubicBezTo>
                    <a:pt x="24" y="120"/>
                    <a:pt x="24" y="117"/>
                    <a:pt x="23" y="115"/>
                  </a:cubicBezTo>
                  <a:cubicBezTo>
                    <a:pt x="22" y="114"/>
                    <a:pt x="20" y="113"/>
                    <a:pt x="19" y="112"/>
                  </a:cubicBezTo>
                  <a:cubicBezTo>
                    <a:pt x="18" y="112"/>
                    <a:pt x="16" y="113"/>
                    <a:pt x="15" y="112"/>
                  </a:cubicBezTo>
                  <a:cubicBezTo>
                    <a:pt x="14" y="111"/>
                    <a:pt x="14" y="109"/>
                    <a:pt x="14" y="108"/>
                  </a:cubicBezTo>
                  <a:cubicBezTo>
                    <a:pt x="14" y="107"/>
                    <a:pt x="16" y="104"/>
                    <a:pt x="18" y="103"/>
                  </a:cubicBezTo>
                  <a:cubicBezTo>
                    <a:pt x="19" y="102"/>
                    <a:pt x="23" y="102"/>
                    <a:pt x="24" y="101"/>
                  </a:cubicBezTo>
                  <a:cubicBezTo>
                    <a:pt x="25" y="101"/>
                    <a:pt x="27" y="100"/>
                    <a:pt x="28" y="99"/>
                  </a:cubicBezTo>
                  <a:cubicBezTo>
                    <a:pt x="28" y="97"/>
                    <a:pt x="25" y="95"/>
                    <a:pt x="24" y="95"/>
                  </a:cubicBezTo>
                  <a:cubicBezTo>
                    <a:pt x="23" y="94"/>
                    <a:pt x="20" y="94"/>
                    <a:pt x="19" y="93"/>
                  </a:cubicBezTo>
                  <a:cubicBezTo>
                    <a:pt x="18" y="93"/>
                    <a:pt x="17" y="91"/>
                    <a:pt x="16" y="90"/>
                  </a:cubicBezTo>
                  <a:cubicBezTo>
                    <a:pt x="16" y="89"/>
                    <a:pt x="17" y="86"/>
                    <a:pt x="18" y="86"/>
                  </a:cubicBezTo>
                  <a:cubicBezTo>
                    <a:pt x="19" y="84"/>
                    <a:pt x="24" y="83"/>
                    <a:pt x="26" y="83"/>
                  </a:cubicBezTo>
                  <a:cubicBezTo>
                    <a:pt x="29" y="82"/>
                    <a:pt x="33" y="80"/>
                    <a:pt x="36" y="79"/>
                  </a:cubicBezTo>
                  <a:cubicBezTo>
                    <a:pt x="37" y="79"/>
                    <a:pt x="39" y="80"/>
                    <a:pt x="40" y="80"/>
                  </a:cubicBezTo>
                  <a:cubicBezTo>
                    <a:pt x="43" y="79"/>
                    <a:pt x="47" y="78"/>
                    <a:pt x="48" y="77"/>
                  </a:cubicBezTo>
                  <a:cubicBezTo>
                    <a:pt x="49" y="76"/>
                    <a:pt x="49" y="73"/>
                    <a:pt x="50" y="73"/>
                  </a:cubicBezTo>
                  <a:cubicBezTo>
                    <a:pt x="50" y="72"/>
                    <a:pt x="52" y="71"/>
                    <a:pt x="53" y="70"/>
                  </a:cubicBezTo>
                  <a:cubicBezTo>
                    <a:pt x="53" y="69"/>
                    <a:pt x="53" y="66"/>
                    <a:pt x="53" y="65"/>
                  </a:cubicBezTo>
                  <a:cubicBezTo>
                    <a:pt x="52" y="64"/>
                    <a:pt x="50" y="62"/>
                    <a:pt x="50" y="60"/>
                  </a:cubicBezTo>
                  <a:cubicBezTo>
                    <a:pt x="50" y="59"/>
                    <a:pt x="50" y="57"/>
                    <a:pt x="50" y="56"/>
                  </a:cubicBezTo>
                  <a:cubicBezTo>
                    <a:pt x="49" y="56"/>
                    <a:pt x="49" y="56"/>
                    <a:pt x="49" y="56"/>
                  </a:cubicBezTo>
                  <a:cubicBezTo>
                    <a:pt x="50" y="55"/>
                    <a:pt x="53" y="55"/>
                    <a:pt x="53" y="54"/>
                  </a:cubicBezTo>
                  <a:cubicBezTo>
                    <a:pt x="54" y="53"/>
                    <a:pt x="55" y="51"/>
                    <a:pt x="56" y="50"/>
                  </a:cubicBezTo>
                  <a:cubicBezTo>
                    <a:pt x="57" y="49"/>
                    <a:pt x="60" y="48"/>
                    <a:pt x="61" y="47"/>
                  </a:cubicBezTo>
                  <a:cubicBezTo>
                    <a:pt x="62" y="47"/>
                    <a:pt x="65" y="45"/>
                    <a:pt x="66" y="44"/>
                  </a:cubicBezTo>
                  <a:cubicBezTo>
                    <a:pt x="67" y="43"/>
                    <a:pt x="68" y="40"/>
                    <a:pt x="68" y="38"/>
                  </a:cubicBezTo>
                  <a:cubicBezTo>
                    <a:pt x="68" y="37"/>
                    <a:pt x="68" y="34"/>
                    <a:pt x="68" y="33"/>
                  </a:cubicBezTo>
                  <a:cubicBezTo>
                    <a:pt x="68" y="32"/>
                    <a:pt x="69" y="31"/>
                    <a:pt x="70" y="31"/>
                  </a:cubicBezTo>
                  <a:cubicBezTo>
                    <a:pt x="70" y="29"/>
                    <a:pt x="71" y="27"/>
                    <a:pt x="72" y="26"/>
                  </a:cubicBezTo>
                  <a:cubicBezTo>
                    <a:pt x="73" y="25"/>
                    <a:pt x="75" y="24"/>
                    <a:pt x="76" y="24"/>
                  </a:cubicBezTo>
                  <a:cubicBezTo>
                    <a:pt x="78" y="24"/>
                    <a:pt x="81" y="25"/>
                    <a:pt x="82" y="25"/>
                  </a:cubicBezTo>
                  <a:cubicBezTo>
                    <a:pt x="83" y="26"/>
                    <a:pt x="85" y="27"/>
                    <a:pt x="86" y="28"/>
                  </a:cubicBezTo>
                  <a:cubicBezTo>
                    <a:pt x="87" y="28"/>
                    <a:pt x="90" y="28"/>
                    <a:pt x="91" y="28"/>
                  </a:cubicBezTo>
                  <a:cubicBezTo>
                    <a:pt x="92" y="28"/>
                    <a:pt x="95" y="28"/>
                    <a:pt x="96" y="27"/>
                  </a:cubicBezTo>
                  <a:cubicBezTo>
                    <a:pt x="96" y="26"/>
                    <a:pt x="97" y="25"/>
                    <a:pt x="98" y="24"/>
                  </a:cubicBezTo>
                  <a:cubicBezTo>
                    <a:pt x="98" y="23"/>
                    <a:pt x="98" y="20"/>
                    <a:pt x="98" y="19"/>
                  </a:cubicBezTo>
                  <a:cubicBezTo>
                    <a:pt x="98" y="18"/>
                    <a:pt x="100" y="17"/>
                    <a:pt x="100" y="16"/>
                  </a:cubicBezTo>
                  <a:cubicBezTo>
                    <a:pt x="101" y="15"/>
                    <a:pt x="100" y="12"/>
                    <a:pt x="101" y="10"/>
                  </a:cubicBezTo>
                  <a:cubicBezTo>
                    <a:pt x="102" y="9"/>
                    <a:pt x="104" y="8"/>
                    <a:pt x="105" y="8"/>
                  </a:cubicBezTo>
                  <a:cubicBezTo>
                    <a:pt x="106" y="8"/>
                    <a:pt x="109" y="8"/>
                    <a:pt x="110" y="8"/>
                  </a:cubicBezTo>
                  <a:cubicBezTo>
                    <a:pt x="111" y="7"/>
                    <a:pt x="112" y="7"/>
                    <a:pt x="113" y="6"/>
                  </a:cubicBezTo>
                  <a:cubicBezTo>
                    <a:pt x="114" y="5"/>
                    <a:pt x="116" y="3"/>
                    <a:pt x="117" y="3"/>
                  </a:cubicBezTo>
                  <a:cubicBezTo>
                    <a:pt x="118" y="2"/>
                    <a:pt x="121" y="3"/>
                    <a:pt x="123" y="2"/>
                  </a:cubicBezTo>
                  <a:cubicBezTo>
                    <a:pt x="124" y="2"/>
                    <a:pt x="127" y="3"/>
                    <a:pt x="128" y="2"/>
                  </a:cubicBezTo>
                  <a:cubicBezTo>
                    <a:pt x="129" y="2"/>
                    <a:pt x="130" y="1"/>
                    <a:pt x="132" y="0"/>
                  </a:cubicBezTo>
                  <a:cubicBezTo>
                    <a:pt x="132" y="2"/>
                    <a:pt x="132" y="3"/>
                    <a:pt x="133" y="4"/>
                  </a:cubicBezTo>
                  <a:cubicBezTo>
                    <a:pt x="133" y="7"/>
                    <a:pt x="135" y="13"/>
                    <a:pt x="136" y="16"/>
                  </a:cubicBezTo>
                  <a:cubicBezTo>
                    <a:pt x="137" y="20"/>
                    <a:pt x="141" y="28"/>
                    <a:pt x="143" y="32"/>
                  </a:cubicBezTo>
                  <a:cubicBezTo>
                    <a:pt x="145" y="35"/>
                    <a:pt x="149" y="40"/>
                    <a:pt x="150" y="43"/>
                  </a:cubicBezTo>
                  <a:cubicBezTo>
                    <a:pt x="152" y="46"/>
                    <a:pt x="154" y="52"/>
                    <a:pt x="155" y="54"/>
                  </a:cubicBezTo>
                  <a:cubicBezTo>
                    <a:pt x="157" y="57"/>
                    <a:pt x="161" y="60"/>
                    <a:pt x="162" y="62"/>
                  </a:cubicBezTo>
                  <a:cubicBezTo>
                    <a:pt x="164" y="64"/>
                    <a:pt x="167" y="69"/>
                    <a:pt x="168" y="70"/>
                  </a:cubicBezTo>
                  <a:cubicBezTo>
                    <a:pt x="171" y="74"/>
                    <a:pt x="177" y="82"/>
                    <a:pt x="180" y="85"/>
                  </a:cubicBezTo>
                  <a:cubicBezTo>
                    <a:pt x="184" y="89"/>
                    <a:pt x="192" y="93"/>
                    <a:pt x="196" y="96"/>
                  </a:cubicBezTo>
                  <a:cubicBezTo>
                    <a:pt x="198" y="97"/>
                    <a:pt x="201" y="99"/>
                    <a:pt x="203" y="100"/>
                  </a:cubicBezTo>
                  <a:cubicBezTo>
                    <a:pt x="205" y="101"/>
                    <a:pt x="209" y="103"/>
                    <a:pt x="211" y="105"/>
                  </a:cubicBezTo>
                  <a:cubicBezTo>
                    <a:pt x="212" y="106"/>
                    <a:pt x="213" y="110"/>
                    <a:pt x="214" y="111"/>
                  </a:cubicBezTo>
                  <a:cubicBezTo>
                    <a:pt x="216" y="113"/>
                    <a:pt x="219" y="116"/>
                    <a:pt x="221" y="118"/>
                  </a:cubicBezTo>
                  <a:cubicBezTo>
                    <a:pt x="223" y="119"/>
                    <a:pt x="226" y="121"/>
                    <a:pt x="228" y="122"/>
                  </a:cubicBezTo>
                  <a:cubicBezTo>
                    <a:pt x="230" y="124"/>
                    <a:pt x="232" y="129"/>
                    <a:pt x="234" y="131"/>
                  </a:cubicBezTo>
                  <a:cubicBezTo>
                    <a:pt x="236" y="132"/>
                    <a:pt x="240" y="132"/>
                    <a:pt x="241" y="133"/>
                  </a:cubicBezTo>
                  <a:cubicBezTo>
                    <a:pt x="244" y="134"/>
                    <a:pt x="248" y="137"/>
                    <a:pt x="251" y="138"/>
                  </a:cubicBezTo>
                  <a:cubicBezTo>
                    <a:pt x="252" y="139"/>
                    <a:pt x="255" y="139"/>
                    <a:pt x="257" y="140"/>
                  </a:cubicBezTo>
                  <a:cubicBezTo>
                    <a:pt x="258" y="140"/>
                    <a:pt x="262" y="142"/>
                    <a:pt x="264" y="142"/>
                  </a:cubicBezTo>
                  <a:cubicBezTo>
                    <a:pt x="264" y="143"/>
                    <a:pt x="266" y="142"/>
                    <a:pt x="267" y="142"/>
                  </a:cubicBezTo>
                  <a:cubicBezTo>
                    <a:pt x="268" y="143"/>
                    <a:pt x="269" y="145"/>
                    <a:pt x="269" y="147"/>
                  </a:cubicBezTo>
                  <a:cubicBezTo>
                    <a:pt x="269" y="148"/>
                    <a:pt x="268" y="151"/>
                    <a:pt x="268" y="153"/>
                  </a:cubicBezTo>
                  <a:cubicBezTo>
                    <a:pt x="267" y="155"/>
                    <a:pt x="267" y="160"/>
                    <a:pt x="268" y="162"/>
                  </a:cubicBezTo>
                  <a:cubicBezTo>
                    <a:pt x="269" y="164"/>
                    <a:pt x="272" y="166"/>
                    <a:pt x="273" y="167"/>
                  </a:cubicBezTo>
                  <a:cubicBezTo>
                    <a:pt x="275" y="168"/>
                    <a:pt x="279" y="169"/>
                    <a:pt x="281" y="170"/>
                  </a:cubicBezTo>
                  <a:cubicBezTo>
                    <a:pt x="281" y="170"/>
                    <a:pt x="282" y="171"/>
                    <a:pt x="282" y="17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08" name="Oval 207"/>
          <p:cNvSpPr/>
          <p:nvPr/>
        </p:nvSpPr>
        <p:spPr>
          <a:xfrm>
            <a:off x="5008966" y="5329979"/>
            <a:ext cx="362050" cy="362050"/>
          </a:xfrm>
          <a:prstGeom prst="ellipse">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09" name="Oval 208"/>
          <p:cNvSpPr/>
          <p:nvPr/>
        </p:nvSpPr>
        <p:spPr>
          <a:xfrm>
            <a:off x="3690147" y="4467529"/>
            <a:ext cx="348200" cy="348200"/>
          </a:xfrm>
          <a:prstGeom prst="ellipse">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10" name="Oval 209"/>
          <p:cNvSpPr/>
          <p:nvPr/>
        </p:nvSpPr>
        <p:spPr>
          <a:xfrm>
            <a:off x="4144274" y="3247302"/>
            <a:ext cx="671172" cy="671172"/>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11" name="Oval 210"/>
          <p:cNvSpPr/>
          <p:nvPr/>
        </p:nvSpPr>
        <p:spPr>
          <a:xfrm>
            <a:off x="5168586" y="3666684"/>
            <a:ext cx="602310" cy="602310"/>
          </a:xfrm>
          <a:prstGeom prst="ellipse">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12" name="Oval 211"/>
          <p:cNvSpPr/>
          <p:nvPr/>
        </p:nvSpPr>
        <p:spPr>
          <a:xfrm>
            <a:off x="3178338" y="2380519"/>
            <a:ext cx="1001688" cy="1001688"/>
          </a:xfrm>
          <a:prstGeom prst="ellipse">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213" name="Oval 212"/>
          <p:cNvSpPr/>
          <p:nvPr/>
        </p:nvSpPr>
        <p:spPr>
          <a:xfrm>
            <a:off x="4440648" y="2596668"/>
            <a:ext cx="317526" cy="317526"/>
          </a:xfrm>
          <a:prstGeom prst="ellipse">
            <a:avLst/>
          </a:pr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cxnSp>
        <p:nvCxnSpPr>
          <p:cNvPr id="214" name="Straight Connector 213"/>
          <p:cNvCxnSpPr/>
          <p:nvPr/>
        </p:nvCxnSpPr>
        <p:spPr>
          <a:xfrm rot="10800000">
            <a:off x="2352676" y="2880569"/>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rot="10800000">
            <a:off x="4590589" y="2754638"/>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rot="10800000">
            <a:off x="3178338" y="3582094"/>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rot="10800000">
            <a:off x="5489825" y="3967046"/>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rot="10800000">
            <a:off x="2554336" y="4640835"/>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rot="10800000">
            <a:off x="5176490" y="5510210"/>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20" name="Text Placeholder 3"/>
          <p:cNvSpPr txBox="1">
            <a:spLocks/>
          </p:cNvSpPr>
          <p:nvPr/>
        </p:nvSpPr>
        <p:spPr>
          <a:xfrm>
            <a:off x="945204" y="2618517"/>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1"/>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221" name="Text Placeholder 3"/>
          <p:cNvSpPr txBox="1">
            <a:spLocks/>
          </p:cNvSpPr>
          <p:nvPr/>
        </p:nvSpPr>
        <p:spPr>
          <a:xfrm>
            <a:off x="6019567" y="2520204"/>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2"/>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222" name="Text Placeholder 3"/>
          <p:cNvSpPr txBox="1">
            <a:spLocks/>
          </p:cNvSpPr>
          <p:nvPr/>
        </p:nvSpPr>
        <p:spPr>
          <a:xfrm>
            <a:off x="6869754" y="3732741"/>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4"/>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223" name="Text Placeholder 3"/>
          <p:cNvSpPr txBox="1">
            <a:spLocks/>
          </p:cNvSpPr>
          <p:nvPr/>
        </p:nvSpPr>
        <p:spPr>
          <a:xfrm>
            <a:off x="1742292" y="3356171"/>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3"/>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224" name="Text Placeholder 3"/>
          <p:cNvSpPr txBox="1">
            <a:spLocks/>
          </p:cNvSpPr>
          <p:nvPr/>
        </p:nvSpPr>
        <p:spPr>
          <a:xfrm>
            <a:off x="1076656" y="4415679"/>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5"/>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225" name="Text Placeholder 3"/>
          <p:cNvSpPr txBox="1">
            <a:spLocks/>
          </p:cNvSpPr>
          <p:nvPr/>
        </p:nvSpPr>
        <p:spPr>
          <a:xfrm>
            <a:off x="6555429" y="5263451"/>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6"/>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p:cTn id="7" dur="500" fill="hold"/>
                                        <p:tgtEl>
                                          <p:spTgt spid="78"/>
                                        </p:tgtEl>
                                        <p:attrNameLst>
                                          <p:attrName>ppt_w</p:attrName>
                                        </p:attrNameLst>
                                      </p:cBhvr>
                                      <p:tavLst>
                                        <p:tav tm="0">
                                          <p:val>
                                            <p:fltVal val="0"/>
                                          </p:val>
                                        </p:tav>
                                        <p:tav tm="100000">
                                          <p:val>
                                            <p:strVal val="#ppt_w"/>
                                          </p:val>
                                        </p:tav>
                                      </p:tavLst>
                                    </p:anim>
                                    <p:anim calcmode="lin" valueType="num">
                                      <p:cBhvr>
                                        <p:cTn id="8" dur="500" fill="hold"/>
                                        <p:tgtEl>
                                          <p:spTgt spid="78"/>
                                        </p:tgtEl>
                                        <p:attrNameLst>
                                          <p:attrName>ppt_h</p:attrName>
                                        </p:attrNameLst>
                                      </p:cBhvr>
                                      <p:tavLst>
                                        <p:tav tm="0">
                                          <p:val>
                                            <p:fltVal val="0"/>
                                          </p:val>
                                        </p:tav>
                                        <p:tav tm="100000">
                                          <p:val>
                                            <p:strVal val="#ppt_h"/>
                                          </p:val>
                                        </p:tav>
                                      </p:tavLst>
                                    </p:anim>
                                    <p:animEffect transition="in" filter="fade">
                                      <p:cBhvr>
                                        <p:cTn id="9" dur="500"/>
                                        <p:tgtEl>
                                          <p:spTgt spid="78"/>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212"/>
                                        </p:tgtEl>
                                        <p:attrNameLst>
                                          <p:attrName>style.visibility</p:attrName>
                                        </p:attrNameLst>
                                      </p:cBhvr>
                                      <p:to>
                                        <p:strVal val="visible"/>
                                      </p:to>
                                    </p:set>
                                    <p:anim calcmode="lin" valueType="num">
                                      <p:cBhvr>
                                        <p:cTn id="13" dur="500" fill="hold"/>
                                        <p:tgtEl>
                                          <p:spTgt spid="212"/>
                                        </p:tgtEl>
                                        <p:attrNameLst>
                                          <p:attrName>ppt_w</p:attrName>
                                        </p:attrNameLst>
                                      </p:cBhvr>
                                      <p:tavLst>
                                        <p:tav tm="0">
                                          <p:val>
                                            <p:fltVal val="0"/>
                                          </p:val>
                                        </p:tav>
                                        <p:tav tm="100000">
                                          <p:val>
                                            <p:strVal val="#ppt_w"/>
                                          </p:val>
                                        </p:tav>
                                      </p:tavLst>
                                    </p:anim>
                                    <p:anim calcmode="lin" valueType="num">
                                      <p:cBhvr>
                                        <p:cTn id="14" dur="500" fill="hold"/>
                                        <p:tgtEl>
                                          <p:spTgt spid="212"/>
                                        </p:tgtEl>
                                        <p:attrNameLst>
                                          <p:attrName>ppt_h</p:attrName>
                                        </p:attrNameLst>
                                      </p:cBhvr>
                                      <p:tavLst>
                                        <p:tav tm="0">
                                          <p:val>
                                            <p:fltVal val="0"/>
                                          </p:val>
                                        </p:tav>
                                        <p:tav tm="100000">
                                          <p:val>
                                            <p:strVal val="#ppt_h"/>
                                          </p:val>
                                        </p:tav>
                                      </p:tavLst>
                                    </p:anim>
                                    <p:animEffect transition="in" filter="fade">
                                      <p:cBhvr>
                                        <p:cTn id="15" dur="500"/>
                                        <p:tgtEl>
                                          <p:spTgt spid="212"/>
                                        </p:tgtEl>
                                      </p:cBhvr>
                                    </p:animEffect>
                                  </p:childTnLst>
                                </p:cTn>
                              </p:par>
                            </p:childTnLst>
                          </p:cTn>
                        </p:par>
                        <p:par>
                          <p:cTn id="16" fill="hold">
                            <p:stCondLst>
                              <p:cond delay="1000"/>
                            </p:stCondLst>
                            <p:childTnLst>
                              <p:par>
                                <p:cTn id="17" presetID="22" presetClass="entr" presetSubtype="2" fill="hold" nodeType="afterEffect">
                                  <p:stCondLst>
                                    <p:cond delay="0"/>
                                  </p:stCondLst>
                                  <p:childTnLst>
                                    <p:set>
                                      <p:cBhvr>
                                        <p:cTn id="18" dur="1" fill="hold">
                                          <p:stCondLst>
                                            <p:cond delay="0"/>
                                          </p:stCondLst>
                                        </p:cTn>
                                        <p:tgtEl>
                                          <p:spTgt spid="214"/>
                                        </p:tgtEl>
                                        <p:attrNameLst>
                                          <p:attrName>style.visibility</p:attrName>
                                        </p:attrNameLst>
                                      </p:cBhvr>
                                      <p:to>
                                        <p:strVal val="visible"/>
                                      </p:to>
                                    </p:set>
                                    <p:animEffect transition="in" filter="wipe(right)">
                                      <p:cBhvr>
                                        <p:cTn id="19" dur="500"/>
                                        <p:tgtEl>
                                          <p:spTgt spid="214"/>
                                        </p:tgtEl>
                                      </p:cBhvr>
                                    </p:animEffect>
                                  </p:childTnLst>
                                </p:cTn>
                              </p:par>
                              <p:par>
                                <p:cTn id="20" presetID="2" presetClass="entr" presetSubtype="8" accel="50000" decel="50000" fill="hold" grpId="0" nodeType="withEffect">
                                  <p:stCondLst>
                                    <p:cond delay="0"/>
                                  </p:stCondLst>
                                  <p:childTnLst>
                                    <p:set>
                                      <p:cBhvr>
                                        <p:cTn id="21" dur="1" fill="hold">
                                          <p:stCondLst>
                                            <p:cond delay="0"/>
                                          </p:stCondLst>
                                        </p:cTn>
                                        <p:tgtEl>
                                          <p:spTgt spid="220"/>
                                        </p:tgtEl>
                                        <p:attrNameLst>
                                          <p:attrName>style.visibility</p:attrName>
                                        </p:attrNameLst>
                                      </p:cBhvr>
                                      <p:to>
                                        <p:strVal val="visible"/>
                                      </p:to>
                                    </p:set>
                                    <p:anim calcmode="lin" valueType="num">
                                      <p:cBhvr additive="base">
                                        <p:cTn id="22" dur="500" fill="hold"/>
                                        <p:tgtEl>
                                          <p:spTgt spid="220"/>
                                        </p:tgtEl>
                                        <p:attrNameLst>
                                          <p:attrName>ppt_x</p:attrName>
                                        </p:attrNameLst>
                                      </p:cBhvr>
                                      <p:tavLst>
                                        <p:tav tm="0">
                                          <p:val>
                                            <p:strVal val="0-#ppt_w/2"/>
                                          </p:val>
                                        </p:tav>
                                        <p:tav tm="100000">
                                          <p:val>
                                            <p:strVal val="#ppt_x"/>
                                          </p:val>
                                        </p:tav>
                                      </p:tavLst>
                                    </p:anim>
                                    <p:anim calcmode="lin" valueType="num">
                                      <p:cBhvr additive="base">
                                        <p:cTn id="23" dur="500" fill="hold"/>
                                        <p:tgtEl>
                                          <p:spTgt spid="220"/>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213"/>
                                        </p:tgtEl>
                                        <p:attrNameLst>
                                          <p:attrName>style.visibility</p:attrName>
                                        </p:attrNameLst>
                                      </p:cBhvr>
                                      <p:to>
                                        <p:strVal val="visible"/>
                                      </p:to>
                                    </p:set>
                                    <p:anim calcmode="lin" valueType="num">
                                      <p:cBhvr>
                                        <p:cTn id="27" dur="500" fill="hold"/>
                                        <p:tgtEl>
                                          <p:spTgt spid="213"/>
                                        </p:tgtEl>
                                        <p:attrNameLst>
                                          <p:attrName>ppt_w</p:attrName>
                                        </p:attrNameLst>
                                      </p:cBhvr>
                                      <p:tavLst>
                                        <p:tav tm="0">
                                          <p:val>
                                            <p:fltVal val="0"/>
                                          </p:val>
                                        </p:tav>
                                        <p:tav tm="100000">
                                          <p:val>
                                            <p:strVal val="#ppt_w"/>
                                          </p:val>
                                        </p:tav>
                                      </p:tavLst>
                                    </p:anim>
                                    <p:anim calcmode="lin" valueType="num">
                                      <p:cBhvr>
                                        <p:cTn id="28" dur="500" fill="hold"/>
                                        <p:tgtEl>
                                          <p:spTgt spid="213"/>
                                        </p:tgtEl>
                                        <p:attrNameLst>
                                          <p:attrName>ppt_h</p:attrName>
                                        </p:attrNameLst>
                                      </p:cBhvr>
                                      <p:tavLst>
                                        <p:tav tm="0">
                                          <p:val>
                                            <p:fltVal val="0"/>
                                          </p:val>
                                        </p:tav>
                                        <p:tav tm="100000">
                                          <p:val>
                                            <p:strVal val="#ppt_h"/>
                                          </p:val>
                                        </p:tav>
                                      </p:tavLst>
                                    </p:anim>
                                    <p:animEffect transition="in" filter="fade">
                                      <p:cBhvr>
                                        <p:cTn id="29" dur="500"/>
                                        <p:tgtEl>
                                          <p:spTgt spid="213"/>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215"/>
                                        </p:tgtEl>
                                        <p:attrNameLst>
                                          <p:attrName>style.visibility</p:attrName>
                                        </p:attrNameLst>
                                      </p:cBhvr>
                                      <p:to>
                                        <p:strVal val="visible"/>
                                      </p:to>
                                    </p:set>
                                    <p:animEffect transition="in" filter="wipe(left)">
                                      <p:cBhvr>
                                        <p:cTn id="33" dur="500"/>
                                        <p:tgtEl>
                                          <p:spTgt spid="215"/>
                                        </p:tgtEl>
                                      </p:cBhvr>
                                    </p:animEffect>
                                  </p:childTnLst>
                                </p:cTn>
                              </p:par>
                              <p:par>
                                <p:cTn id="34" presetID="2" presetClass="entr" presetSubtype="2" accel="50000" decel="50000" fill="hold" grpId="0" nodeType="withEffect">
                                  <p:stCondLst>
                                    <p:cond delay="0"/>
                                  </p:stCondLst>
                                  <p:childTnLst>
                                    <p:set>
                                      <p:cBhvr>
                                        <p:cTn id="35" dur="1" fill="hold">
                                          <p:stCondLst>
                                            <p:cond delay="0"/>
                                          </p:stCondLst>
                                        </p:cTn>
                                        <p:tgtEl>
                                          <p:spTgt spid="221"/>
                                        </p:tgtEl>
                                        <p:attrNameLst>
                                          <p:attrName>style.visibility</p:attrName>
                                        </p:attrNameLst>
                                      </p:cBhvr>
                                      <p:to>
                                        <p:strVal val="visible"/>
                                      </p:to>
                                    </p:set>
                                    <p:anim calcmode="lin" valueType="num">
                                      <p:cBhvr additive="base">
                                        <p:cTn id="36" dur="500" fill="hold"/>
                                        <p:tgtEl>
                                          <p:spTgt spid="221"/>
                                        </p:tgtEl>
                                        <p:attrNameLst>
                                          <p:attrName>ppt_x</p:attrName>
                                        </p:attrNameLst>
                                      </p:cBhvr>
                                      <p:tavLst>
                                        <p:tav tm="0">
                                          <p:val>
                                            <p:strVal val="1+#ppt_w/2"/>
                                          </p:val>
                                        </p:tav>
                                        <p:tav tm="100000">
                                          <p:val>
                                            <p:strVal val="#ppt_x"/>
                                          </p:val>
                                        </p:tav>
                                      </p:tavLst>
                                    </p:anim>
                                    <p:anim calcmode="lin" valueType="num">
                                      <p:cBhvr additive="base">
                                        <p:cTn id="37" dur="500" fill="hold"/>
                                        <p:tgtEl>
                                          <p:spTgt spid="221"/>
                                        </p:tgtEl>
                                        <p:attrNameLst>
                                          <p:attrName>ppt_y</p:attrName>
                                        </p:attrNameLst>
                                      </p:cBhvr>
                                      <p:tavLst>
                                        <p:tav tm="0">
                                          <p:val>
                                            <p:strVal val="#ppt_y"/>
                                          </p:val>
                                        </p:tav>
                                        <p:tav tm="100000">
                                          <p:val>
                                            <p:strVal val="#ppt_y"/>
                                          </p:val>
                                        </p:tav>
                                      </p:tavLst>
                                    </p:anim>
                                  </p:childTnLst>
                                </p:cTn>
                              </p:par>
                            </p:childTnLst>
                          </p:cTn>
                        </p:par>
                        <p:par>
                          <p:cTn id="38" fill="hold">
                            <p:stCondLst>
                              <p:cond delay="2500"/>
                            </p:stCondLst>
                            <p:childTnLst>
                              <p:par>
                                <p:cTn id="39" presetID="53" presetClass="entr" presetSubtype="0" fill="hold" grpId="0" nodeType="afterEffect">
                                  <p:stCondLst>
                                    <p:cond delay="0"/>
                                  </p:stCondLst>
                                  <p:childTnLst>
                                    <p:set>
                                      <p:cBhvr>
                                        <p:cTn id="40" dur="1" fill="hold">
                                          <p:stCondLst>
                                            <p:cond delay="0"/>
                                          </p:stCondLst>
                                        </p:cTn>
                                        <p:tgtEl>
                                          <p:spTgt spid="210"/>
                                        </p:tgtEl>
                                        <p:attrNameLst>
                                          <p:attrName>style.visibility</p:attrName>
                                        </p:attrNameLst>
                                      </p:cBhvr>
                                      <p:to>
                                        <p:strVal val="visible"/>
                                      </p:to>
                                    </p:set>
                                    <p:anim calcmode="lin" valueType="num">
                                      <p:cBhvr>
                                        <p:cTn id="41" dur="500" fill="hold"/>
                                        <p:tgtEl>
                                          <p:spTgt spid="210"/>
                                        </p:tgtEl>
                                        <p:attrNameLst>
                                          <p:attrName>ppt_w</p:attrName>
                                        </p:attrNameLst>
                                      </p:cBhvr>
                                      <p:tavLst>
                                        <p:tav tm="0">
                                          <p:val>
                                            <p:fltVal val="0"/>
                                          </p:val>
                                        </p:tav>
                                        <p:tav tm="100000">
                                          <p:val>
                                            <p:strVal val="#ppt_w"/>
                                          </p:val>
                                        </p:tav>
                                      </p:tavLst>
                                    </p:anim>
                                    <p:anim calcmode="lin" valueType="num">
                                      <p:cBhvr>
                                        <p:cTn id="42" dur="500" fill="hold"/>
                                        <p:tgtEl>
                                          <p:spTgt spid="210"/>
                                        </p:tgtEl>
                                        <p:attrNameLst>
                                          <p:attrName>ppt_h</p:attrName>
                                        </p:attrNameLst>
                                      </p:cBhvr>
                                      <p:tavLst>
                                        <p:tav tm="0">
                                          <p:val>
                                            <p:fltVal val="0"/>
                                          </p:val>
                                        </p:tav>
                                        <p:tav tm="100000">
                                          <p:val>
                                            <p:strVal val="#ppt_h"/>
                                          </p:val>
                                        </p:tav>
                                      </p:tavLst>
                                    </p:anim>
                                    <p:animEffect transition="in" filter="fade">
                                      <p:cBhvr>
                                        <p:cTn id="43" dur="500"/>
                                        <p:tgtEl>
                                          <p:spTgt spid="210"/>
                                        </p:tgtEl>
                                      </p:cBhvr>
                                    </p:animEffect>
                                  </p:childTnLst>
                                </p:cTn>
                              </p:par>
                            </p:childTnLst>
                          </p:cTn>
                        </p:par>
                        <p:par>
                          <p:cTn id="44" fill="hold">
                            <p:stCondLst>
                              <p:cond delay="3000"/>
                            </p:stCondLst>
                            <p:childTnLst>
                              <p:par>
                                <p:cTn id="45" presetID="22" presetClass="entr" presetSubtype="2" fill="hold" nodeType="afterEffect">
                                  <p:stCondLst>
                                    <p:cond delay="0"/>
                                  </p:stCondLst>
                                  <p:childTnLst>
                                    <p:set>
                                      <p:cBhvr>
                                        <p:cTn id="46" dur="1" fill="hold">
                                          <p:stCondLst>
                                            <p:cond delay="0"/>
                                          </p:stCondLst>
                                        </p:cTn>
                                        <p:tgtEl>
                                          <p:spTgt spid="216"/>
                                        </p:tgtEl>
                                        <p:attrNameLst>
                                          <p:attrName>style.visibility</p:attrName>
                                        </p:attrNameLst>
                                      </p:cBhvr>
                                      <p:to>
                                        <p:strVal val="visible"/>
                                      </p:to>
                                    </p:set>
                                    <p:animEffect transition="in" filter="wipe(right)">
                                      <p:cBhvr>
                                        <p:cTn id="47" dur="500"/>
                                        <p:tgtEl>
                                          <p:spTgt spid="216"/>
                                        </p:tgtEl>
                                      </p:cBhvr>
                                    </p:animEffect>
                                  </p:childTnLst>
                                </p:cTn>
                              </p:par>
                              <p:par>
                                <p:cTn id="48" presetID="2" presetClass="entr" presetSubtype="8" accel="50000" decel="50000" fill="hold" grpId="0" nodeType="withEffect">
                                  <p:stCondLst>
                                    <p:cond delay="0"/>
                                  </p:stCondLst>
                                  <p:childTnLst>
                                    <p:set>
                                      <p:cBhvr>
                                        <p:cTn id="49" dur="1" fill="hold">
                                          <p:stCondLst>
                                            <p:cond delay="0"/>
                                          </p:stCondLst>
                                        </p:cTn>
                                        <p:tgtEl>
                                          <p:spTgt spid="223"/>
                                        </p:tgtEl>
                                        <p:attrNameLst>
                                          <p:attrName>style.visibility</p:attrName>
                                        </p:attrNameLst>
                                      </p:cBhvr>
                                      <p:to>
                                        <p:strVal val="visible"/>
                                      </p:to>
                                    </p:set>
                                    <p:anim calcmode="lin" valueType="num">
                                      <p:cBhvr additive="base">
                                        <p:cTn id="50" dur="500" fill="hold"/>
                                        <p:tgtEl>
                                          <p:spTgt spid="223"/>
                                        </p:tgtEl>
                                        <p:attrNameLst>
                                          <p:attrName>ppt_x</p:attrName>
                                        </p:attrNameLst>
                                      </p:cBhvr>
                                      <p:tavLst>
                                        <p:tav tm="0">
                                          <p:val>
                                            <p:strVal val="0-#ppt_w/2"/>
                                          </p:val>
                                        </p:tav>
                                        <p:tav tm="100000">
                                          <p:val>
                                            <p:strVal val="#ppt_x"/>
                                          </p:val>
                                        </p:tav>
                                      </p:tavLst>
                                    </p:anim>
                                    <p:anim calcmode="lin" valueType="num">
                                      <p:cBhvr additive="base">
                                        <p:cTn id="51" dur="500" fill="hold"/>
                                        <p:tgtEl>
                                          <p:spTgt spid="223"/>
                                        </p:tgtEl>
                                        <p:attrNameLst>
                                          <p:attrName>ppt_y</p:attrName>
                                        </p:attrNameLst>
                                      </p:cBhvr>
                                      <p:tavLst>
                                        <p:tav tm="0">
                                          <p:val>
                                            <p:strVal val="#ppt_y"/>
                                          </p:val>
                                        </p:tav>
                                        <p:tav tm="100000">
                                          <p:val>
                                            <p:strVal val="#ppt_y"/>
                                          </p:val>
                                        </p:tav>
                                      </p:tavLst>
                                    </p:anim>
                                  </p:childTnLst>
                                </p:cTn>
                              </p:par>
                            </p:childTnLst>
                          </p:cTn>
                        </p:par>
                        <p:par>
                          <p:cTn id="52" fill="hold">
                            <p:stCondLst>
                              <p:cond delay="3500"/>
                            </p:stCondLst>
                            <p:childTnLst>
                              <p:par>
                                <p:cTn id="53" presetID="53" presetClass="entr" presetSubtype="0" fill="hold" grpId="0" nodeType="afterEffect">
                                  <p:stCondLst>
                                    <p:cond delay="0"/>
                                  </p:stCondLst>
                                  <p:childTnLst>
                                    <p:set>
                                      <p:cBhvr>
                                        <p:cTn id="54" dur="1" fill="hold">
                                          <p:stCondLst>
                                            <p:cond delay="0"/>
                                          </p:stCondLst>
                                        </p:cTn>
                                        <p:tgtEl>
                                          <p:spTgt spid="211"/>
                                        </p:tgtEl>
                                        <p:attrNameLst>
                                          <p:attrName>style.visibility</p:attrName>
                                        </p:attrNameLst>
                                      </p:cBhvr>
                                      <p:to>
                                        <p:strVal val="visible"/>
                                      </p:to>
                                    </p:set>
                                    <p:anim calcmode="lin" valueType="num">
                                      <p:cBhvr>
                                        <p:cTn id="55" dur="500" fill="hold"/>
                                        <p:tgtEl>
                                          <p:spTgt spid="211"/>
                                        </p:tgtEl>
                                        <p:attrNameLst>
                                          <p:attrName>ppt_w</p:attrName>
                                        </p:attrNameLst>
                                      </p:cBhvr>
                                      <p:tavLst>
                                        <p:tav tm="0">
                                          <p:val>
                                            <p:fltVal val="0"/>
                                          </p:val>
                                        </p:tav>
                                        <p:tav tm="100000">
                                          <p:val>
                                            <p:strVal val="#ppt_w"/>
                                          </p:val>
                                        </p:tav>
                                      </p:tavLst>
                                    </p:anim>
                                    <p:anim calcmode="lin" valueType="num">
                                      <p:cBhvr>
                                        <p:cTn id="56" dur="500" fill="hold"/>
                                        <p:tgtEl>
                                          <p:spTgt spid="211"/>
                                        </p:tgtEl>
                                        <p:attrNameLst>
                                          <p:attrName>ppt_h</p:attrName>
                                        </p:attrNameLst>
                                      </p:cBhvr>
                                      <p:tavLst>
                                        <p:tav tm="0">
                                          <p:val>
                                            <p:fltVal val="0"/>
                                          </p:val>
                                        </p:tav>
                                        <p:tav tm="100000">
                                          <p:val>
                                            <p:strVal val="#ppt_h"/>
                                          </p:val>
                                        </p:tav>
                                      </p:tavLst>
                                    </p:anim>
                                    <p:animEffect transition="in" filter="fade">
                                      <p:cBhvr>
                                        <p:cTn id="57" dur="500"/>
                                        <p:tgtEl>
                                          <p:spTgt spid="211"/>
                                        </p:tgtEl>
                                      </p:cBhvr>
                                    </p:animEffect>
                                  </p:childTnLst>
                                </p:cTn>
                              </p:par>
                            </p:childTnLst>
                          </p:cTn>
                        </p:par>
                        <p:par>
                          <p:cTn id="58" fill="hold">
                            <p:stCondLst>
                              <p:cond delay="4000"/>
                            </p:stCondLst>
                            <p:childTnLst>
                              <p:par>
                                <p:cTn id="59" presetID="22" presetClass="entr" presetSubtype="8" fill="hold" nodeType="afterEffect">
                                  <p:stCondLst>
                                    <p:cond delay="0"/>
                                  </p:stCondLst>
                                  <p:childTnLst>
                                    <p:set>
                                      <p:cBhvr>
                                        <p:cTn id="60" dur="1" fill="hold">
                                          <p:stCondLst>
                                            <p:cond delay="0"/>
                                          </p:stCondLst>
                                        </p:cTn>
                                        <p:tgtEl>
                                          <p:spTgt spid="217"/>
                                        </p:tgtEl>
                                        <p:attrNameLst>
                                          <p:attrName>style.visibility</p:attrName>
                                        </p:attrNameLst>
                                      </p:cBhvr>
                                      <p:to>
                                        <p:strVal val="visible"/>
                                      </p:to>
                                    </p:set>
                                    <p:animEffect transition="in" filter="wipe(left)">
                                      <p:cBhvr>
                                        <p:cTn id="61" dur="500"/>
                                        <p:tgtEl>
                                          <p:spTgt spid="217"/>
                                        </p:tgtEl>
                                      </p:cBhvr>
                                    </p:animEffect>
                                  </p:childTnLst>
                                </p:cTn>
                              </p:par>
                              <p:par>
                                <p:cTn id="62" presetID="2" presetClass="entr" presetSubtype="2" accel="50000" decel="50000" fill="hold" grpId="0" nodeType="withEffect">
                                  <p:stCondLst>
                                    <p:cond delay="0"/>
                                  </p:stCondLst>
                                  <p:childTnLst>
                                    <p:set>
                                      <p:cBhvr>
                                        <p:cTn id="63" dur="1" fill="hold">
                                          <p:stCondLst>
                                            <p:cond delay="0"/>
                                          </p:stCondLst>
                                        </p:cTn>
                                        <p:tgtEl>
                                          <p:spTgt spid="222"/>
                                        </p:tgtEl>
                                        <p:attrNameLst>
                                          <p:attrName>style.visibility</p:attrName>
                                        </p:attrNameLst>
                                      </p:cBhvr>
                                      <p:to>
                                        <p:strVal val="visible"/>
                                      </p:to>
                                    </p:set>
                                    <p:anim calcmode="lin" valueType="num">
                                      <p:cBhvr additive="base">
                                        <p:cTn id="64" dur="500" fill="hold"/>
                                        <p:tgtEl>
                                          <p:spTgt spid="222"/>
                                        </p:tgtEl>
                                        <p:attrNameLst>
                                          <p:attrName>ppt_x</p:attrName>
                                        </p:attrNameLst>
                                      </p:cBhvr>
                                      <p:tavLst>
                                        <p:tav tm="0">
                                          <p:val>
                                            <p:strVal val="1+#ppt_w/2"/>
                                          </p:val>
                                        </p:tav>
                                        <p:tav tm="100000">
                                          <p:val>
                                            <p:strVal val="#ppt_x"/>
                                          </p:val>
                                        </p:tav>
                                      </p:tavLst>
                                    </p:anim>
                                    <p:anim calcmode="lin" valueType="num">
                                      <p:cBhvr additive="base">
                                        <p:cTn id="65" dur="500" fill="hold"/>
                                        <p:tgtEl>
                                          <p:spTgt spid="222"/>
                                        </p:tgtEl>
                                        <p:attrNameLst>
                                          <p:attrName>ppt_y</p:attrName>
                                        </p:attrNameLst>
                                      </p:cBhvr>
                                      <p:tavLst>
                                        <p:tav tm="0">
                                          <p:val>
                                            <p:strVal val="#ppt_y"/>
                                          </p:val>
                                        </p:tav>
                                        <p:tav tm="100000">
                                          <p:val>
                                            <p:strVal val="#ppt_y"/>
                                          </p:val>
                                        </p:tav>
                                      </p:tavLst>
                                    </p:anim>
                                  </p:childTnLst>
                                </p:cTn>
                              </p:par>
                            </p:childTnLst>
                          </p:cTn>
                        </p:par>
                        <p:par>
                          <p:cTn id="66" fill="hold">
                            <p:stCondLst>
                              <p:cond delay="4500"/>
                            </p:stCondLst>
                            <p:childTnLst>
                              <p:par>
                                <p:cTn id="67" presetID="53" presetClass="entr" presetSubtype="0" fill="hold" grpId="0" nodeType="afterEffect">
                                  <p:stCondLst>
                                    <p:cond delay="0"/>
                                  </p:stCondLst>
                                  <p:childTnLst>
                                    <p:set>
                                      <p:cBhvr>
                                        <p:cTn id="68" dur="1" fill="hold">
                                          <p:stCondLst>
                                            <p:cond delay="0"/>
                                          </p:stCondLst>
                                        </p:cTn>
                                        <p:tgtEl>
                                          <p:spTgt spid="209"/>
                                        </p:tgtEl>
                                        <p:attrNameLst>
                                          <p:attrName>style.visibility</p:attrName>
                                        </p:attrNameLst>
                                      </p:cBhvr>
                                      <p:to>
                                        <p:strVal val="visible"/>
                                      </p:to>
                                    </p:set>
                                    <p:anim calcmode="lin" valueType="num">
                                      <p:cBhvr>
                                        <p:cTn id="69" dur="500" fill="hold"/>
                                        <p:tgtEl>
                                          <p:spTgt spid="209"/>
                                        </p:tgtEl>
                                        <p:attrNameLst>
                                          <p:attrName>ppt_w</p:attrName>
                                        </p:attrNameLst>
                                      </p:cBhvr>
                                      <p:tavLst>
                                        <p:tav tm="0">
                                          <p:val>
                                            <p:fltVal val="0"/>
                                          </p:val>
                                        </p:tav>
                                        <p:tav tm="100000">
                                          <p:val>
                                            <p:strVal val="#ppt_w"/>
                                          </p:val>
                                        </p:tav>
                                      </p:tavLst>
                                    </p:anim>
                                    <p:anim calcmode="lin" valueType="num">
                                      <p:cBhvr>
                                        <p:cTn id="70" dur="500" fill="hold"/>
                                        <p:tgtEl>
                                          <p:spTgt spid="209"/>
                                        </p:tgtEl>
                                        <p:attrNameLst>
                                          <p:attrName>ppt_h</p:attrName>
                                        </p:attrNameLst>
                                      </p:cBhvr>
                                      <p:tavLst>
                                        <p:tav tm="0">
                                          <p:val>
                                            <p:fltVal val="0"/>
                                          </p:val>
                                        </p:tav>
                                        <p:tav tm="100000">
                                          <p:val>
                                            <p:strVal val="#ppt_h"/>
                                          </p:val>
                                        </p:tav>
                                      </p:tavLst>
                                    </p:anim>
                                    <p:animEffect transition="in" filter="fade">
                                      <p:cBhvr>
                                        <p:cTn id="71" dur="500"/>
                                        <p:tgtEl>
                                          <p:spTgt spid="209"/>
                                        </p:tgtEl>
                                      </p:cBhvr>
                                    </p:animEffect>
                                  </p:childTnLst>
                                </p:cTn>
                              </p:par>
                            </p:childTnLst>
                          </p:cTn>
                        </p:par>
                        <p:par>
                          <p:cTn id="72" fill="hold">
                            <p:stCondLst>
                              <p:cond delay="5000"/>
                            </p:stCondLst>
                            <p:childTnLst>
                              <p:par>
                                <p:cTn id="73" presetID="22" presetClass="entr" presetSubtype="2" fill="hold" nodeType="afterEffect">
                                  <p:stCondLst>
                                    <p:cond delay="0"/>
                                  </p:stCondLst>
                                  <p:childTnLst>
                                    <p:set>
                                      <p:cBhvr>
                                        <p:cTn id="74" dur="1" fill="hold">
                                          <p:stCondLst>
                                            <p:cond delay="0"/>
                                          </p:stCondLst>
                                        </p:cTn>
                                        <p:tgtEl>
                                          <p:spTgt spid="218"/>
                                        </p:tgtEl>
                                        <p:attrNameLst>
                                          <p:attrName>style.visibility</p:attrName>
                                        </p:attrNameLst>
                                      </p:cBhvr>
                                      <p:to>
                                        <p:strVal val="visible"/>
                                      </p:to>
                                    </p:set>
                                    <p:animEffect transition="in" filter="wipe(right)">
                                      <p:cBhvr>
                                        <p:cTn id="75" dur="500"/>
                                        <p:tgtEl>
                                          <p:spTgt spid="218"/>
                                        </p:tgtEl>
                                      </p:cBhvr>
                                    </p:animEffect>
                                  </p:childTnLst>
                                </p:cTn>
                              </p:par>
                              <p:par>
                                <p:cTn id="76" presetID="2" presetClass="entr" presetSubtype="8" accel="50000" decel="50000" fill="hold" grpId="0" nodeType="withEffect">
                                  <p:stCondLst>
                                    <p:cond delay="0"/>
                                  </p:stCondLst>
                                  <p:childTnLst>
                                    <p:set>
                                      <p:cBhvr>
                                        <p:cTn id="77" dur="1" fill="hold">
                                          <p:stCondLst>
                                            <p:cond delay="0"/>
                                          </p:stCondLst>
                                        </p:cTn>
                                        <p:tgtEl>
                                          <p:spTgt spid="224"/>
                                        </p:tgtEl>
                                        <p:attrNameLst>
                                          <p:attrName>style.visibility</p:attrName>
                                        </p:attrNameLst>
                                      </p:cBhvr>
                                      <p:to>
                                        <p:strVal val="visible"/>
                                      </p:to>
                                    </p:set>
                                    <p:anim calcmode="lin" valueType="num">
                                      <p:cBhvr additive="base">
                                        <p:cTn id="78" dur="500" fill="hold"/>
                                        <p:tgtEl>
                                          <p:spTgt spid="224"/>
                                        </p:tgtEl>
                                        <p:attrNameLst>
                                          <p:attrName>ppt_x</p:attrName>
                                        </p:attrNameLst>
                                      </p:cBhvr>
                                      <p:tavLst>
                                        <p:tav tm="0">
                                          <p:val>
                                            <p:strVal val="0-#ppt_w/2"/>
                                          </p:val>
                                        </p:tav>
                                        <p:tav tm="100000">
                                          <p:val>
                                            <p:strVal val="#ppt_x"/>
                                          </p:val>
                                        </p:tav>
                                      </p:tavLst>
                                    </p:anim>
                                    <p:anim calcmode="lin" valueType="num">
                                      <p:cBhvr additive="base">
                                        <p:cTn id="79" dur="500" fill="hold"/>
                                        <p:tgtEl>
                                          <p:spTgt spid="224"/>
                                        </p:tgtEl>
                                        <p:attrNameLst>
                                          <p:attrName>ppt_y</p:attrName>
                                        </p:attrNameLst>
                                      </p:cBhvr>
                                      <p:tavLst>
                                        <p:tav tm="0">
                                          <p:val>
                                            <p:strVal val="#ppt_y"/>
                                          </p:val>
                                        </p:tav>
                                        <p:tav tm="100000">
                                          <p:val>
                                            <p:strVal val="#ppt_y"/>
                                          </p:val>
                                        </p:tav>
                                      </p:tavLst>
                                    </p:anim>
                                  </p:childTnLst>
                                </p:cTn>
                              </p:par>
                            </p:childTnLst>
                          </p:cTn>
                        </p:par>
                        <p:par>
                          <p:cTn id="80" fill="hold">
                            <p:stCondLst>
                              <p:cond delay="5500"/>
                            </p:stCondLst>
                            <p:childTnLst>
                              <p:par>
                                <p:cTn id="81" presetID="53" presetClass="entr" presetSubtype="0" fill="hold" grpId="0" nodeType="afterEffect">
                                  <p:stCondLst>
                                    <p:cond delay="0"/>
                                  </p:stCondLst>
                                  <p:childTnLst>
                                    <p:set>
                                      <p:cBhvr>
                                        <p:cTn id="82" dur="1" fill="hold">
                                          <p:stCondLst>
                                            <p:cond delay="0"/>
                                          </p:stCondLst>
                                        </p:cTn>
                                        <p:tgtEl>
                                          <p:spTgt spid="208"/>
                                        </p:tgtEl>
                                        <p:attrNameLst>
                                          <p:attrName>style.visibility</p:attrName>
                                        </p:attrNameLst>
                                      </p:cBhvr>
                                      <p:to>
                                        <p:strVal val="visible"/>
                                      </p:to>
                                    </p:set>
                                    <p:anim calcmode="lin" valueType="num">
                                      <p:cBhvr>
                                        <p:cTn id="83" dur="500" fill="hold"/>
                                        <p:tgtEl>
                                          <p:spTgt spid="208"/>
                                        </p:tgtEl>
                                        <p:attrNameLst>
                                          <p:attrName>ppt_w</p:attrName>
                                        </p:attrNameLst>
                                      </p:cBhvr>
                                      <p:tavLst>
                                        <p:tav tm="0">
                                          <p:val>
                                            <p:fltVal val="0"/>
                                          </p:val>
                                        </p:tav>
                                        <p:tav tm="100000">
                                          <p:val>
                                            <p:strVal val="#ppt_w"/>
                                          </p:val>
                                        </p:tav>
                                      </p:tavLst>
                                    </p:anim>
                                    <p:anim calcmode="lin" valueType="num">
                                      <p:cBhvr>
                                        <p:cTn id="84" dur="500" fill="hold"/>
                                        <p:tgtEl>
                                          <p:spTgt spid="208"/>
                                        </p:tgtEl>
                                        <p:attrNameLst>
                                          <p:attrName>ppt_h</p:attrName>
                                        </p:attrNameLst>
                                      </p:cBhvr>
                                      <p:tavLst>
                                        <p:tav tm="0">
                                          <p:val>
                                            <p:fltVal val="0"/>
                                          </p:val>
                                        </p:tav>
                                        <p:tav tm="100000">
                                          <p:val>
                                            <p:strVal val="#ppt_h"/>
                                          </p:val>
                                        </p:tav>
                                      </p:tavLst>
                                    </p:anim>
                                    <p:animEffect transition="in" filter="fade">
                                      <p:cBhvr>
                                        <p:cTn id="85" dur="500"/>
                                        <p:tgtEl>
                                          <p:spTgt spid="208"/>
                                        </p:tgtEl>
                                      </p:cBhvr>
                                    </p:animEffect>
                                  </p:childTnLst>
                                </p:cTn>
                              </p:par>
                            </p:childTnLst>
                          </p:cTn>
                        </p:par>
                        <p:par>
                          <p:cTn id="86" fill="hold">
                            <p:stCondLst>
                              <p:cond delay="6000"/>
                            </p:stCondLst>
                            <p:childTnLst>
                              <p:par>
                                <p:cTn id="87" presetID="22" presetClass="entr" presetSubtype="8" fill="hold" nodeType="afterEffect">
                                  <p:stCondLst>
                                    <p:cond delay="0"/>
                                  </p:stCondLst>
                                  <p:childTnLst>
                                    <p:set>
                                      <p:cBhvr>
                                        <p:cTn id="88" dur="1" fill="hold">
                                          <p:stCondLst>
                                            <p:cond delay="0"/>
                                          </p:stCondLst>
                                        </p:cTn>
                                        <p:tgtEl>
                                          <p:spTgt spid="219"/>
                                        </p:tgtEl>
                                        <p:attrNameLst>
                                          <p:attrName>style.visibility</p:attrName>
                                        </p:attrNameLst>
                                      </p:cBhvr>
                                      <p:to>
                                        <p:strVal val="visible"/>
                                      </p:to>
                                    </p:set>
                                    <p:animEffect transition="in" filter="wipe(left)">
                                      <p:cBhvr>
                                        <p:cTn id="89" dur="500"/>
                                        <p:tgtEl>
                                          <p:spTgt spid="219"/>
                                        </p:tgtEl>
                                      </p:cBhvr>
                                    </p:animEffect>
                                  </p:childTnLst>
                                </p:cTn>
                              </p:par>
                              <p:par>
                                <p:cTn id="90" presetID="2" presetClass="entr" presetSubtype="2" accel="50000" decel="50000" fill="hold" grpId="0" nodeType="withEffect">
                                  <p:stCondLst>
                                    <p:cond delay="0"/>
                                  </p:stCondLst>
                                  <p:childTnLst>
                                    <p:set>
                                      <p:cBhvr>
                                        <p:cTn id="91" dur="1" fill="hold">
                                          <p:stCondLst>
                                            <p:cond delay="0"/>
                                          </p:stCondLst>
                                        </p:cTn>
                                        <p:tgtEl>
                                          <p:spTgt spid="225"/>
                                        </p:tgtEl>
                                        <p:attrNameLst>
                                          <p:attrName>style.visibility</p:attrName>
                                        </p:attrNameLst>
                                      </p:cBhvr>
                                      <p:to>
                                        <p:strVal val="visible"/>
                                      </p:to>
                                    </p:set>
                                    <p:anim calcmode="lin" valueType="num">
                                      <p:cBhvr additive="base">
                                        <p:cTn id="92" dur="500" fill="hold"/>
                                        <p:tgtEl>
                                          <p:spTgt spid="225"/>
                                        </p:tgtEl>
                                        <p:attrNameLst>
                                          <p:attrName>ppt_x</p:attrName>
                                        </p:attrNameLst>
                                      </p:cBhvr>
                                      <p:tavLst>
                                        <p:tav tm="0">
                                          <p:val>
                                            <p:strVal val="1+#ppt_w/2"/>
                                          </p:val>
                                        </p:tav>
                                        <p:tav tm="100000">
                                          <p:val>
                                            <p:strVal val="#ppt_x"/>
                                          </p:val>
                                        </p:tav>
                                      </p:tavLst>
                                    </p:anim>
                                    <p:anim calcmode="lin" valueType="num">
                                      <p:cBhvr additive="base">
                                        <p:cTn id="93" dur="500" fill="hold"/>
                                        <p:tgtEl>
                                          <p:spTgt spid="2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animBg="1"/>
      <p:bldP spid="209" grpId="0" animBg="1"/>
      <p:bldP spid="210" grpId="0" animBg="1"/>
      <p:bldP spid="211" grpId="0" animBg="1"/>
      <p:bldP spid="212" grpId="0" animBg="1"/>
      <p:bldP spid="213" grpId="0" animBg="1"/>
      <p:bldP spid="220" grpId="0"/>
      <p:bldP spid="221" grpId="0"/>
      <p:bldP spid="222" grpId="0"/>
      <p:bldP spid="223" grpId="0"/>
      <p:bldP spid="224" grpId="0"/>
      <p:bldP spid="22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Russia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Russia Map Slide</a:t>
            </a:r>
            <a:endParaRPr lang="en-US" dirty="0"/>
          </a:p>
        </p:txBody>
      </p:sp>
      <p:grpSp>
        <p:nvGrpSpPr>
          <p:cNvPr id="133" name="Group 132"/>
          <p:cNvGrpSpPr/>
          <p:nvPr/>
        </p:nvGrpSpPr>
        <p:grpSpPr>
          <a:xfrm>
            <a:off x="3276600" y="2031076"/>
            <a:ext cx="5238750" cy="2902874"/>
            <a:chOff x="1447800" y="841376"/>
            <a:chExt cx="6248400" cy="3462338"/>
          </a:xfrm>
          <a:solidFill>
            <a:schemeClr val="bg1">
              <a:lumMod val="85000"/>
            </a:schemeClr>
          </a:solidFill>
        </p:grpSpPr>
        <p:sp>
          <p:nvSpPr>
            <p:cNvPr id="134" name="Freeform 5"/>
            <p:cNvSpPr>
              <a:spLocks/>
            </p:cNvSpPr>
            <p:nvPr/>
          </p:nvSpPr>
          <p:spPr bwMode="auto">
            <a:xfrm>
              <a:off x="7658100" y="2109788"/>
              <a:ext cx="38100" cy="20638"/>
            </a:xfrm>
            <a:custGeom>
              <a:avLst/>
              <a:gdLst/>
              <a:ahLst/>
              <a:cxnLst>
                <a:cxn ang="0">
                  <a:pos x="25" y="2"/>
                </a:cxn>
                <a:cxn ang="0">
                  <a:pos x="23" y="5"/>
                </a:cxn>
                <a:cxn ang="0">
                  <a:pos x="19" y="8"/>
                </a:cxn>
                <a:cxn ang="0">
                  <a:pos x="10" y="13"/>
                </a:cxn>
                <a:cxn ang="0">
                  <a:pos x="1" y="7"/>
                </a:cxn>
                <a:cxn ang="0">
                  <a:pos x="4" y="2"/>
                </a:cxn>
                <a:cxn ang="0">
                  <a:pos x="16" y="0"/>
                </a:cxn>
                <a:cxn ang="0">
                  <a:pos x="25" y="2"/>
                </a:cxn>
              </a:cxnLst>
              <a:rect l="0" t="0" r="r" b="b"/>
              <a:pathLst>
                <a:path w="25" h="13">
                  <a:moveTo>
                    <a:pt x="25" y="2"/>
                  </a:moveTo>
                  <a:cubicBezTo>
                    <a:pt x="25" y="3"/>
                    <a:pt x="23" y="4"/>
                    <a:pt x="23" y="5"/>
                  </a:cubicBezTo>
                  <a:cubicBezTo>
                    <a:pt x="22" y="5"/>
                    <a:pt x="20" y="7"/>
                    <a:pt x="19" y="8"/>
                  </a:cubicBezTo>
                  <a:cubicBezTo>
                    <a:pt x="17" y="10"/>
                    <a:pt x="12" y="13"/>
                    <a:pt x="10" y="13"/>
                  </a:cubicBezTo>
                  <a:cubicBezTo>
                    <a:pt x="7" y="13"/>
                    <a:pt x="1" y="10"/>
                    <a:pt x="1" y="7"/>
                  </a:cubicBezTo>
                  <a:cubicBezTo>
                    <a:pt x="0" y="6"/>
                    <a:pt x="3" y="3"/>
                    <a:pt x="4" y="2"/>
                  </a:cubicBezTo>
                  <a:cubicBezTo>
                    <a:pt x="7" y="0"/>
                    <a:pt x="13" y="0"/>
                    <a:pt x="16" y="0"/>
                  </a:cubicBezTo>
                  <a:cubicBezTo>
                    <a:pt x="19" y="0"/>
                    <a:pt x="25" y="0"/>
                    <a:pt x="2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6"/>
            <p:cNvSpPr>
              <a:spLocks/>
            </p:cNvSpPr>
            <p:nvPr/>
          </p:nvSpPr>
          <p:spPr bwMode="auto">
            <a:xfrm>
              <a:off x="7645400" y="3184526"/>
              <a:ext cx="15875" cy="44450"/>
            </a:xfrm>
            <a:custGeom>
              <a:avLst/>
              <a:gdLst/>
              <a:ahLst/>
              <a:cxnLst>
                <a:cxn ang="0">
                  <a:pos x="9" y="8"/>
                </a:cxn>
                <a:cxn ang="0">
                  <a:pos x="10" y="21"/>
                </a:cxn>
                <a:cxn ang="0">
                  <a:pos x="6" y="28"/>
                </a:cxn>
                <a:cxn ang="0">
                  <a:pos x="0" y="28"/>
                </a:cxn>
                <a:cxn ang="0">
                  <a:pos x="0" y="24"/>
                </a:cxn>
                <a:cxn ang="0">
                  <a:pos x="2" y="16"/>
                </a:cxn>
                <a:cxn ang="0">
                  <a:pos x="1" y="5"/>
                </a:cxn>
                <a:cxn ang="0">
                  <a:pos x="3" y="1"/>
                </a:cxn>
                <a:cxn ang="0">
                  <a:pos x="7" y="1"/>
                </a:cxn>
                <a:cxn ang="0">
                  <a:pos x="9" y="8"/>
                </a:cxn>
              </a:cxnLst>
              <a:rect l="0" t="0" r="r" b="b"/>
              <a:pathLst>
                <a:path w="10" h="29">
                  <a:moveTo>
                    <a:pt x="9" y="8"/>
                  </a:moveTo>
                  <a:cubicBezTo>
                    <a:pt x="10" y="11"/>
                    <a:pt x="10" y="18"/>
                    <a:pt x="10" y="21"/>
                  </a:cubicBezTo>
                  <a:cubicBezTo>
                    <a:pt x="9" y="23"/>
                    <a:pt x="7" y="27"/>
                    <a:pt x="6" y="28"/>
                  </a:cubicBezTo>
                  <a:cubicBezTo>
                    <a:pt x="4" y="29"/>
                    <a:pt x="1" y="29"/>
                    <a:pt x="0" y="28"/>
                  </a:cubicBezTo>
                  <a:cubicBezTo>
                    <a:pt x="0" y="28"/>
                    <a:pt x="0" y="25"/>
                    <a:pt x="0" y="24"/>
                  </a:cubicBezTo>
                  <a:cubicBezTo>
                    <a:pt x="0" y="22"/>
                    <a:pt x="2" y="18"/>
                    <a:pt x="2" y="16"/>
                  </a:cubicBezTo>
                  <a:cubicBezTo>
                    <a:pt x="2" y="13"/>
                    <a:pt x="0" y="8"/>
                    <a:pt x="1" y="5"/>
                  </a:cubicBezTo>
                  <a:cubicBezTo>
                    <a:pt x="1" y="4"/>
                    <a:pt x="2" y="1"/>
                    <a:pt x="3" y="1"/>
                  </a:cubicBezTo>
                  <a:cubicBezTo>
                    <a:pt x="4" y="0"/>
                    <a:pt x="6" y="1"/>
                    <a:pt x="7" y="1"/>
                  </a:cubicBezTo>
                  <a:cubicBezTo>
                    <a:pt x="8" y="2"/>
                    <a:pt x="9" y="6"/>
                    <a:pt x="9"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7"/>
            <p:cNvSpPr>
              <a:spLocks/>
            </p:cNvSpPr>
            <p:nvPr/>
          </p:nvSpPr>
          <p:spPr bwMode="auto">
            <a:xfrm>
              <a:off x="7640638" y="3114676"/>
              <a:ext cx="14288" cy="14288"/>
            </a:xfrm>
            <a:custGeom>
              <a:avLst/>
              <a:gdLst/>
              <a:ahLst/>
              <a:cxnLst>
                <a:cxn ang="0">
                  <a:pos x="8" y="4"/>
                </a:cxn>
                <a:cxn ang="0">
                  <a:pos x="7" y="9"/>
                </a:cxn>
                <a:cxn ang="0">
                  <a:pos x="3" y="9"/>
                </a:cxn>
                <a:cxn ang="0">
                  <a:pos x="1" y="4"/>
                </a:cxn>
                <a:cxn ang="0">
                  <a:pos x="1" y="0"/>
                </a:cxn>
                <a:cxn ang="0">
                  <a:pos x="5" y="0"/>
                </a:cxn>
                <a:cxn ang="0">
                  <a:pos x="8" y="4"/>
                </a:cxn>
              </a:cxnLst>
              <a:rect l="0" t="0" r="r" b="b"/>
              <a:pathLst>
                <a:path w="9" h="10">
                  <a:moveTo>
                    <a:pt x="8" y="4"/>
                  </a:moveTo>
                  <a:cubicBezTo>
                    <a:pt x="9" y="5"/>
                    <a:pt x="9" y="9"/>
                    <a:pt x="7" y="9"/>
                  </a:cubicBezTo>
                  <a:cubicBezTo>
                    <a:pt x="7" y="10"/>
                    <a:pt x="4" y="9"/>
                    <a:pt x="3" y="9"/>
                  </a:cubicBezTo>
                  <a:cubicBezTo>
                    <a:pt x="2" y="8"/>
                    <a:pt x="1" y="5"/>
                    <a:pt x="1" y="4"/>
                  </a:cubicBezTo>
                  <a:cubicBezTo>
                    <a:pt x="0" y="3"/>
                    <a:pt x="0" y="1"/>
                    <a:pt x="1" y="0"/>
                  </a:cubicBezTo>
                  <a:cubicBezTo>
                    <a:pt x="2" y="0"/>
                    <a:pt x="4" y="0"/>
                    <a:pt x="5" y="0"/>
                  </a:cubicBezTo>
                  <a:cubicBezTo>
                    <a:pt x="6" y="1"/>
                    <a:pt x="8" y="2"/>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8"/>
            <p:cNvSpPr>
              <a:spLocks/>
            </p:cNvSpPr>
            <p:nvPr/>
          </p:nvSpPr>
          <p:spPr bwMode="auto">
            <a:xfrm>
              <a:off x="7627938" y="3079751"/>
              <a:ext cx="12700" cy="19050"/>
            </a:xfrm>
            <a:custGeom>
              <a:avLst/>
              <a:gdLst/>
              <a:ahLst/>
              <a:cxnLst>
                <a:cxn ang="0">
                  <a:pos x="9" y="6"/>
                </a:cxn>
                <a:cxn ang="0">
                  <a:pos x="8" y="11"/>
                </a:cxn>
                <a:cxn ang="0">
                  <a:pos x="3" y="9"/>
                </a:cxn>
                <a:cxn ang="0">
                  <a:pos x="1" y="2"/>
                </a:cxn>
                <a:cxn ang="0">
                  <a:pos x="5" y="1"/>
                </a:cxn>
                <a:cxn ang="0">
                  <a:pos x="8" y="3"/>
                </a:cxn>
                <a:cxn ang="0">
                  <a:pos x="9" y="6"/>
                </a:cxn>
              </a:cxnLst>
              <a:rect l="0" t="0" r="r" b="b"/>
              <a:pathLst>
                <a:path w="9" h="12">
                  <a:moveTo>
                    <a:pt x="9" y="6"/>
                  </a:moveTo>
                  <a:cubicBezTo>
                    <a:pt x="9" y="7"/>
                    <a:pt x="9" y="11"/>
                    <a:pt x="8" y="11"/>
                  </a:cubicBezTo>
                  <a:cubicBezTo>
                    <a:pt x="6" y="12"/>
                    <a:pt x="4" y="10"/>
                    <a:pt x="3" y="9"/>
                  </a:cubicBezTo>
                  <a:cubicBezTo>
                    <a:pt x="2" y="8"/>
                    <a:pt x="0" y="4"/>
                    <a:pt x="1" y="2"/>
                  </a:cubicBezTo>
                  <a:cubicBezTo>
                    <a:pt x="1" y="1"/>
                    <a:pt x="4" y="0"/>
                    <a:pt x="5" y="1"/>
                  </a:cubicBezTo>
                  <a:cubicBezTo>
                    <a:pt x="6" y="1"/>
                    <a:pt x="7" y="2"/>
                    <a:pt x="8" y="3"/>
                  </a:cubicBezTo>
                  <a:cubicBezTo>
                    <a:pt x="8" y="4"/>
                    <a:pt x="9" y="5"/>
                    <a:pt x="9"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9"/>
            <p:cNvSpPr>
              <a:spLocks/>
            </p:cNvSpPr>
            <p:nvPr/>
          </p:nvSpPr>
          <p:spPr bwMode="auto">
            <a:xfrm>
              <a:off x="7581900" y="2144713"/>
              <a:ext cx="57150" cy="22225"/>
            </a:xfrm>
            <a:custGeom>
              <a:avLst/>
              <a:gdLst/>
              <a:ahLst/>
              <a:cxnLst>
                <a:cxn ang="0">
                  <a:pos x="38" y="9"/>
                </a:cxn>
                <a:cxn ang="0">
                  <a:pos x="36" y="13"/>
                </a:cxn>
                <a:cxn ang="0">
                  <a:pos x="28" y="13"/>
                </a:cxn>
                <a:cxn ang="0">
                  <a:pos x="21" y="12"/>
                </a:cxn>
                <a:cxn ang="0">
                  <a:pos x="10" y="14"/>
                </a:cxn>
                <a:cxn ang="0">
                  <a:pos x="1" y="11"/>
                </a:cxn>
                <a:cxn ang="0">
                  <a:pos x="0" y="3"/>
                </a:cxn>
                <a:cxn ang="0">
                  <a:pos x="4" y="0"/>
                </a:cxn>
                <a:cxn ang="0">
                  <a:pos x="8" y="0"/>
                </a:cxn>
                <a:cxn ang="0">
                  <a:pos x="12" y="6"/>
                </a:cxn>
                <a:cxn ang="0">
                  <a:pos x="23" y="6"/>
                </a:cxn>
                <a:cxn ang="0">
                  <a:pos x="28" y="3"/>
                </a:cxn>
                <a:cxn ang="0">
                  <a:pos x="36" y="5"/>
                </a:cxn>
                <a:cxn ang="0">
                  <a:pos x="38" y="9"/>
                </a:cxn>
              </a:cxnLst>
              <a:rect l="0" t="0" r="r" b="b"/>
              <a:pathLst>
                <a:path w="38" h="14">
                  <a:moveTo>
                    <a:pt x="38" y="9"/>
                  </a:moveTo>
                  <a:cubicBezTo>
                    <a:pt x="38" y="10"/>
                    <a:pt x="37" y="12"/>
                    <a:pt x="36" y="13"/>
                  </a:cubicBezTo>
                  <a:cubicBezTo>
                    <a:pt x="35" y="14"/>
                    <a:pt x="30" y="13"/>
                    <a:pt x="28" y="13"/>
                  </a:cubicBezTo>
                  <a:cubicBezTo>
                    <a:pt x="26" y="12"/>
                    <a:pt x="23" y="12"/>
                    <a:pt x="21" y="12"/>
                  </a:cubicBezTo>
                  <a:cubicBezTo>
                    <a:pt x="18" y="12"/>
                    <a:pt x="13" y="14"/>
                    <a:pt x="10" y="14"/>
                  </a:cubicBezTo>
                  <a:cubicBezTo>
                    <a:pt x="8" y="14"/>
                    <a:pt x="3" y="12"/>
                    <a:pt x="1" y="11"/>
                  </a:cubicBezTo>
                  <a:cubicBezTo>
                    <a:pt x="0" y="9"/>
                    <a:pt x="0" y="5"/>
                    <a:pt x="0" y="3"/>
                  </a:cubicBezTo>
                  <a:cubicBezTo>
                    <a:pt x="1" y="2"/>
                    <a:pt x="3" y="1"/>
                    <a:pt x="4" y="0"/>
                  </a:cubicBezTo>
                  <a:cubicBezTo>
                    <a:pt x="5" y="0"/>
                    <a:pt x="7" y="0"/>
                    <a:pt x="8" y="0"/>
                  </a:cubicBezTo>
                  <a:cubicBezTo>
                    <a:pt x="9" y="1"/>
                    <a:pt x="11" y="5"/>
                    <a:pt x="12" y="6"/>
                  </a:cubicBezTo>
                  <a:cubicBezTo>
                    <a:pt x="15" y="7"/>
                    <a:pt x="20" y="7"/>
                    <a:pt x="23" y="6"/>
                  </a:cubicBezTo>
                  <a:cubicBezTo>
                    <a:pt x="24" y="6"/>
                    <a:pt x="27" y="3"/>
                    <a:pt x="28" y="3"/>
                  </a:cubicBezTo>
                  <a:cubicBezTo>
                    <a:pt x="30" y="3"/>
                    <a:pt x="34" y="3"/>
                    <a:pt x="36" y="5"/>
                  </a:cubicBezTo>
                  <a:cubicBezTo>
                    <a:pt x="37" y="5"/>
                    <a:pt x="38" y="8"/>
                    <a:pt x="38"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0"/>
            <p:cNvSpPr>
              <a:spLocks/>
            </p:cNvSpPr>
            <p:nvPr/>
          </p:nvSpPr>
          <p:spPr bwMode="auto">
            <a:xfrm>
              <a:off x="7612063" y="3317876"/>
              <a:ext cx="25400" cy="76200"/>
            </a:xfrm>
            <a:custGeom>
              <a:avLst/>
              <a:gdLst/>
              <a:ahLst/>
              <a:cxnLst>
                <a:cxn ang="0">
                  <a:pos x="16" y="8"/>
                </a:cxn>
                <a:cxn ang="0">
                  <a:pos x="15" y="20"/>
                </a:cxn>
                <a:cxn ang="0">
                  <a:pos x="12" y="31"/>
                </a:cxn>
                <a:cxn ang="0">
                  <a:pos x="10" y="43"/>
                </a:cxn>
                <a:cxn ang="0">
                  <a:pos x="6" y="49"/>
                </a:cxn>
                <a:cxn ang="0">
                  <a:pos x="1" y="48"/>
                </a:cxn>
                <a:cxn ang="0">
                  <a:pos x="1" y="40"/>
                </a:cxn>
                <a:cxn ang="0">
                  <a:pos x="4" y="30"/>
                </a:cxn>
                <a:cxn ang="0">
                  <a:pos x="6" y="19"/>
                </a:cxn>
                <a:cxn ang="0">
                  <a:pos x="7" y="6"/>
                </a:cxn>
                <a:cxn ang="0">
                  <a:pos x="11" y="0"/>
                </a:cxn>
                <a:cxn ang="0">
                  <a:pos x="15" y="3"/>
                </a:cxn>
                <a:cxn ang="0">
                  <a:pos x="16" y="8"/>
                </a:cxn>
              </a:cxnLst>
              <a:rect l="0" t="0" r="r" b="b"/>
              <a:pathLst>
                <a:path w="17" h="50">
                  <a:moveTo>
                    <a:pt x="16" y="8"/>
                  </a:moveTo>
                  <a:cubicBezTo>
                    <a:pt x="17" y="11"/>
                    <a:pt x="16" y="17"/>
                    <a:pt x="15" y="20"/>
                  </a:cubicBezTo>
                  <a:cubicBezTo>
                    <a:pt x="15" y="23"/>
                    <a:pt x="12" y="28"/>
                    <a:pt x="12" y="31"/>
                  </a:cubicBezTo>
                  <a:cubicBezTo>
                    <a:pt x="11" y="34"/>
                    <a:pt x="11" y="41"/>
                    <a:pt x="10" y="43"/>
                  </a:cubicBezTo>
                  <a:cubicBezTo>
                    <a:pt x="10" y="45"/>
                    <a:pt x="8" y="49"/>
                    <a:pt x="6" y="49"/>
                  </a:cubicBezTo>
                  <a:cubicBezTo>
                    <a:pt x="5" y="50"/>
                    <a:pt x="2" y="49"/>
                    <a:pt x="1" y="48"/>
                  </a:cubicBezTo>
                  <a:cubicBezTo>
                    <a:pt x="0" y="46"/>
                    <a:pt x="1" y="42"/>
                    <a:pt x="1" y="40"/>
                  </a:cubicBezTo>
                  <a:cubicBezTo>
                    <a:pt x="1" y="37"/>
                    <a:pt x="3" y="32"/>
                    <a:pt x="4" y="30"/>
                  </a:cubicBezTo>
                  <a:cubicBezTo>
                    <a:pt x="4" y="27"/>
                    <a:pt x="6" y="21"/>
                    <a:pt x="6" y="19"/>
                  </a:cubicBezTo>
                  <a:cubicBezTo>
                    <a:pt x="7" y="16"/>
                    <a:pt x="6" y="9"/>
                    <a:pt x="7" y="6"/>
                  </a:cubicBezTo>
                  <a:cubicBezTo>
                    <a:pt x="8" y="4"/>
                    <a:pt x="10" y="0"/>
                    <a:pt x="11" y="0"/>
                  </a:cubicBezTo>
                  <a:cubicBezTo>
                    <a:pt x="13" y="0"/>
                    <a:pt x="14" y="2"/>
                    <a:pt x="15" y="3"/>
                  </a:cubicBezTo>
                  <a:cubicBezTo>
                    <a:pt x="15" y="4"/>
                    <a:pt x="16" y="7"/>
                    <a:pt x="16"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1"/>
            <p:cNvSpPr>
              <a:spLocks/>
            </p:cNvSpPr>
            <p:nvPr/>
          </p:nvSpPr>
          <p:spPr bwMode="auto">
            <a:xfrm>
              <a:off x="7620000" y="2998788"/>
              <a:ext cx="12700" cy="22225"/>
            </a:xfrm>
            <a:custGeom>
              <a:avLst/>
              <a:gdLst/>
              <a:ahLst/>
              <a:cxnLst>
                <a:cxn ang="0">
                  <a:pos x="8" y="4"/>
                </a:cxn>
                <a:cxn ang="0">
                  <a:pos x="8" y="11"/>
                </a:cxn>
                <a:cxn ang="0">
                  <a:pos x="5" y="15"/>
                </a:cxn>
                <a:cxn ang="0">
                  <a:pos x="2" y="10"/>
                </a:cxn>
                <a:cxn ang="0">
                  <a:pos x="1" y="4"/>
                </a:cxn>
                <a:cxn ang="0">
                  <a:pos x="4" y="0"/>
                </a:cxn>
                <a:cxn ang="0">
                  <a:pos x="8" y="4"/>
                </a:cxn>
              </a:cxnLst>
              <a:rect l="0" t="0" r="r" b="b"/>
              <a:pathLst>
                <a:path w="8" h="15">
                  <a:moveTo>
                    <a:pt x="8" y="4"/>
                  </a:moveTo>
                  <a:cubicBezTo>
                    <a:pt x="8" y="5"/>
                    <a:pt x="8" y="9"/>
                    <a:pt x="8" y="11"/>
                  </a:cubicBezTo>
                  <a:cubicBezTo>
                    <a:pt x="7" y="12"/>
                    <a:pt x="6" y="15"/>
                    <a:pt x="5" y="15"/>
                  </a:cubicBezTo>
                  <a:cubicBezTo>
                    <a:pt x="3" y="15"/>
                    <a:pt x="2" y="12"/>
                    <a:pt x="2" y="10"/>
                  </a:cubicBezTo>
                  <a:cubicBezTo>
                    <a:pt x="1" y="9"/>
                    <a:pt x="0" y="6"/>
                    <a:pt x="1" y="4"/>
                  </a:cubicBezTo>
                  <a:cubicBezTo>
                    <a:pt x="1" y="3"/>
                    <a:pt x="3" y="0"/>
                    <a:pt x="4" y="0"/>
                  </a:cubicBezTo>
                  <a:cubicBezTo>
                    <a:pt x="5" y="0"/>
                    <a:pt x="7" y="3"/>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2"/>
            <p:cNvSpPr>
              <a:spLocks/>
            </p:cNvSpPr>
            <p:nvPr/>
          </p:nvSpPr>
          <p:spPr bwMode="auto">
            <a:xfrm>
              <a:off x="7602538" y="2928938"/>
              <a:ext cx="17463" cy="25400"/>
            </a:xfrm>
            <a:custGeom>
              <a:avLst/>
              <a:gdLst/>
              <a:ahLst/>
              <a:cxnLst>
                <a:cxn ang="0">
                  <a:pos x="11" y="9"/>
                </a:cxn>
                <a:cxn ang="0">
                  <a:pos x="10" y="13"/>
                </a:cxn>
                <a:cxn ang="0">
                  <a:pos x="7" y="15"/>
                </a:cxn>
                <a:cxn ang="0">
                  <a:pos x="2" y="13"/>
                </a:cxn>
                <a:cxn ang="0">
                  <a:pos x="0" y="6"/>
                </a:cxn>
                <a:cxn ang="0">
                  <a:pos x="2" y="1"/>
                </a:cxn>
                <a:cxn ang="0">
                  <a:pos x="9" y="2"/>
                </a:cxn>
                <a:cxn ang="0">
                  <a:pos x="11" y="9"/>
                </a:cxn>
              </a:cxnLst>
              <a:rect l="0" t="0" r="r" b="b"/>
              <a:pathLst>
                <a:path w="11" h="16">
                  <a:moveTo>
                    <a:pt x="11" y="9"/>
                  </a:moveTo>
                  <a:cubicBezTo>
                    <a:pt x="11" y="10"/>
                    <a:pt x="10" y="12"/>
                    <a:pt x="10" y="13"/>
                  </a:cubicBezTo>
                  <a:cubicBezTo>
                    <a:pt x="9" y="13"/>
                    <a:pt x="8" y="15"/>
                    <a:pt x="7" y="15"/>
                  </a:cubicBezTo>
                  <a:cubicBezTo>
                    <a:pt x="6" y="16"/>
                    <a:pt x="3" y="14"/>
                    <a:pt x="2" y="13"/>
                  </a:cubicBezTo>
                  <a:cubicBezTo>
                    <a:pt x="1" y="12"/>
                    <a:pt x="0" y="8"/>
                    <a:pt x="0" y="6"/>
                  </a:cubicBezTo>
                  <a:cubicBezTo>
                    <a:pt x="0" y="5"/>
                    <a:pt x="1" y="1"/>
                    <a:pt x="2" y="1"/>
                  </a:cubicBezTo>
                  <a:cubicBezTo>
                    <a:pt x="3" y="0"/>
                    <a:pt x="8" y="1"/>
                    <a:pt x="9" y="2"/>
                  </a:cubicBezTo>
                  <a:cubicBezTo>
                    <a:pt x="10" y="3"/>
                    <a:pt x="11" y="7"/>
                    <a:pt x="11"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3"/>
            <p:cNvSpPr>
              <a:spLocks/>
            </p:cNvSpPr>
            <p:nvPr/>
          </p:nvSpPr>
          <p:spPr bwMode="auto">
            <a:xfrm>
              <a:off x="7554913" y="3427413"/>
              <a:ext cx="52388" cy="150813"/>
            </a:xfrm>
            <a:custGeom>
              <a:avLst/>
              <a:gdLst/>
              <a:ahLst/>
              <a:cxnLst>
                <a:cxn ang="0">
                  <a:pos x="34" y="3"/>
                </a:cxn>
                <a:cxn ang="0">
                  <a:pos x="34" y="13"/>
                </a:cxn>
                <a:cxn ang="0">
                  <a:pos x="26" y="25"/>
                </a:cxn>
                <a:cxn ang="0">
                  <a:pos x="24" y="36"/>
                </a:cxn>
                <a:cxn ang="0">
                  <a:pos x="20" y="48"/>
                </a:cxn>
                <a:cxn ang="0">
                  <a:pos x="14" y="55"/>
                </a:cxn>
                <a:cxn ang="0">
                  <a:pos x="14" y="69"/>
                </a:cxn>
                <a:cxn ang="0">
                  <a:pos x="16" y="79"/>
                </a:cxn>
                <a:cxn ang="0">
                  <a:pos x="16" y="84"/>
                </a:cxn>
                <a:cxn ang="0">
                  <a:pos x="15" y="92"/>
                </a:cxn>
                <a:cxn ang="0">
                  <a:pos x="9" y="99"/>
                </a:cxn>
                <a:cxn ang="0">
                  <a:pos x="5" y="95"/>
                </a:cxn>
                <a:cxn ang="0">
                  <a:pos x="4" y="86"/>
                </a:cxn>
                <a:cxn ang="0">
                  <a:pos x="4" y="75"/>
                </a:cxn>
                <a:cxn ang="0">
                  <a:pos x="3" y="65"/>
                </a:cxn>
                <a:cxn ang="0">
                  <a:pos x="0" y="57"/>
                </a:cxn>
                <a:cxn ang="0">
                  <a:pos x="2" y="50"/>
                </a:cxn>
                <a:cxn ang="0">
                  <a:pos x="7" y="42"/>
                </a:cxn>
                <a:cxn ang="0">
                  <a:pos x="5" y="34"/>
                </a:cxn>
                <a:cxn ang="0">
                  <a:pos x="2" y="31"/>
                </a:cxn>
                <a:cxn ang="0">
                  <a:pos x="4" y="26"/>
                </a:cxn>
                <a:cxn ang="0">
                  <a:pos x="14" y="23"/>
                </a:cxn>
                <a:cxn ang="0">
                  <a:pos x="20" y="19"/>
                </a:cxn>
                <a:cxn ang="0">
                  <a:pos x="22" y="8"/>
                </a:cxn>
                <a:cxn ang="0">
                  <a:pos x="22" y="2"/>
                </a:cxn>
                <a:cxn ang="0">
                  <a:pos x="28" y="0"/>
                </a:cxn>
                <a:cxn ang="0">
                  <a:pos x="34" y="3"/>
                </a:cxn>
              </a:cxnLst>
              <a:rect l="0" t="0" r="r" b="b"/>
              <a:pathLst>
                <a:path w="35" h="99">
                  <a:moveTo>
                    <a:pt x="34" y="3"/>
                  </a:moveTo>
                  <a:cubicBezTo>
                    <a:pt x="35" y="5"/>
                    <a:pt x="35" y="11"/>
                    <a:pt x="34" y="13"/>
                  </a:cubicBezTo>
                  <a:cubicBezTo>
                    <a:pt x="33" y="17"/>
                    <a:pt x="27" y="21"/>
                    <a:pt x="26" y="25"/>
                  </a:cubicBezTo>
                  <a:cubicBezTo>
                    <a:pt x="25" y="27"/>
                    <a:pt x="24" y="33"/>
                    <a:pt x="24" y="36"/>
                  </a:cubicBezTo>
                  <a:cubicBezTo>
                    <a:pt x="23" y="39"/>
                    <a:pt x="21" y="45"/>
                    <a:pt x="20" y="48"/>
                  </a:cubicBezTo>
                  <a:cubicBezTo>
                    <a:pt x="19" y="50"/>
                    <a:pt x="15" y="53"/>
                    <a:pt x="14" y="55"/>
                  </a:cubicBezTo>
                  <a:cubicBezTo>
                    <a:pt x="13" y="58"/>
                    <a:pt x="13" y="65"/>
                    <a:pt x="14" y="69"/>
                  </a:cubicBezTo>
                  <a:cubicBezTo>
                    <a:pt x="14" y="71"/>
                    <a:pt x="16" y="76"/>
                    <a:pt x="16" y="79"/>
                  </a:cubicBezTo>
                  <a:cubicBezTo>
                    <a:pt x="16" y="80"/>
                    <a:pt x="16" y="83"/>
                    <a:pt x="16" y="84"/>
                  </a:cubicBezTo>
                  <a:cubicBezTo>
                    <a:pt x="16" y="86"/>
                    <a:pt x="15" y="90"/>
                    <a:pt x="15" y="92"/>
                  </a:cubicBezTo>
                  <a:cubicBezTo>
                    <a:pt x="14" y="94"/>
                    <a:pt x="11" y="98"/>
                    <a:pt x="9" y="99"/>
                  </a:cubicBezTo>
                  <a:cubicBezTo>
                    <a:pt x="8" y="99"/>
                    <a:pt x="5" y="97"/>
                    <a:pt x="5" y="95"/>
                  </a:cubicBezTo>
                  <a:cubicBezTo>
                    <a:pt x="4" y="93"/>
                    <a:pt x="4" y="89"/>
                    <a:pt x="4" y="86"/>
                  </a:cubicBezTo>
                  <a:cubicBezTo>
                    <a:pt x="4" y="84"/>
                    <a:pt x="4" y="78"/>
                    <a:pt x="4" y="75"/>
                  </a:cubicBezTo>
                  <a:cubicBezTo>
                    <a:pt x="4" y="73"/>
                    <a:pt x="4" y="68"/>
                    <a:pt x="3" y="65"/>
                  </a:cubicBezTo>
                  <a:cubicBezTo>
                    <a:pt x="3" y="63"/>
                    <a:pt x="0" y="59"/>
                    <a:pt x="0" y="57"/>
                  </a:cubicBezTo>
                  <a:cubicBezTo>
                    <a:pt x="0" y="55"/>
                    <a:pt x="1" y="52"/>
                    <a:pt x="2" y="50"/>
                  </a:cubicBezTo>
                  <a:cubicBezTo>
                    <a:pt x="3" y="48"/>
                    <a:pt x="6" y="44"/>
                    <a:pt x="7" y="42"/>
                  </a:cubicBezTo>
                  <a:cubicBezTo>
                    <a:pt x="7" y="40"/>
                    <a:pt x="6" y="36"/>
                    <a:pt x="5" y="34"/>
                  </a:cubicBezTo>
                  <a:cubicBezTo>
                    <a:pt x="5" y="33"/>
                    <a:pt x="3" y="32"/>
                    <a:pt x="2" y="31"/>
                  </a:cubicBezTo>
                  <a:cubicBezTo>
                    <a:pt x="2" y="29"/>
                    <a:pt x="3" y="27"/>
                    <a:pt x="4" y="26"/>
                  </a:cubicBezTo>
                  <a:cubicBezTo>
                    <a:pt x="6" y="24"/>
                    <a:pt x="11" y="24"/>
                    <a:pt x="14" y="23"/>
                  </a:cubicBezTo>
                  <a:cubicBezTo>
                    <a:pt x="15" y="22"/>
                    <a:pt x="19" y="20"/>
                    <a:pt x="20" y="19"/>
                  </a:cubicBezTo>
                  <a:cubicBezTo>
                    <a:pt x="22" y="16"/>
                    <a:pt x="23" y="11"/>
                    <a:pt x="22" y="8"/>
                  </a:cubicBezTo>
                  <a:cubicBezTo>
                    <a:pt x="22" y="6"/>
                    <a:pt x="21" y="3"/>
                    <a:pt x="22" y="2"/>
                  </a:cubicBezTo>
                  <a:cubicBezTo>
                    <a:pt x="23" y="1"/>
                    <a:pt x="27" y="0"/>
                    <a:pt x="28" y="0"/>
                  </a:cubicBezTo>
                  <a:cubicBezTo>
                    <a:pt x="30" y="0"/>
                    <a:pt x="33" y="1"/>
                    <a:pt x="34"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4"/>
            <p:cNvSpPr>
              <a:spLocks/>
            </p:cNvSpPr>
            <p:nvPr/>
          </p:nvSpPr>
          <p:spPr bwMode="auto">
            <a:xfrm>
              <a:off x="7570788" y="2805113"/>
              <a:ext cx="34925" cy="79375"/>
            </a:xfrm>
            <a:custGeom>
              <a:avLst/>
              <a:gdLst/>
              <a:ahLst/>
              <a:cxnLst>
                <a:cxn ang="0">
                  <a:pos x="23" y="23"/>
                </a:cxn>
                <a:cxn ang="0">
                  <a:pos x="21" y="30"/>
                </a:cxn>
                <a:cxn ang="0">
                  <a:pos x="18" y="37"/>
                </a:cxn>
                <a:cxn ang="0">
                  <a:pos x="17" y="46"/>
                </a:cxn>
                <a:cxn ang="0">
                  <a:pos x="15" y="52"/>
                </a:cxn>
                <a:cxn ang="0">
                  <a:pos x="10" y="53"/>
                </a:cxn>
                <a:cxn ang="0">
                  <a:pos x="6" y="47"/>
                </a:cxn>
                <a:cxn ang="0">
                  <a:pos x="7" y="39"/>
                </a:cxn>
                <a:cxn ang="0">
                  <a:pos x="11" y="34"/>
                </a:cxn>
                <a:cxn ang="0">
                  <a:pos x="10" y="27"/>
                </a:cxn>
                <a:cxn ang="0">
                  <a:pos x="7" y="19"/>
                </a:cxn>
                <a:cxn ang="0">
                  <a:pos x="2" y="14"/>
                </a:cxn>
                <a:cxn ang="0">
                  <a:pos x="0" y="7"/>
                </a:cxn>
                <a:cxn ang="0">
                  <a:pos x="2" y="1"/>
                </a:cxn>
                <a:cxn ang="0">
                  <a:pos x="8" y="1"/>
                </a:cxn>
                <a:cxn ang="0">
                  <a:pos x="13" y="8"/>
                </a:cxn>
                <a:cxn ang="0">
                  <a:pos x="20" y="16"/>
                </a:cxn>
                <a:cxn ang="0">
                  <a:pos x="23" y="23"/>
                </a:cxn>
              </a:cxnLst>
              <a:rect l="0" t="0" r="r" b="b"/>
              <a:pathLst>
                <a:path w="23" h="53">
                  <a:moveTo>
                    <a:pt x="23" y="23"/>
                  </a:moveTo>
                  <a:cubicBezTo>
                    <a:pt x="23" y="25"/>
                    <a:pt x="21" y="29"/>
                    <a:pt x="21" y="30"/>
                  </a:cubicBezTo>
                  <a:cubicBezTo>
                    <a:pt x="20" y="32"/>
                    <a:pt x="18" y="35"/>
                    <a:pt x="18" y="37"/>
                  </a:cubicBezTo>
                  <a:cubicBezTo>
                    <a:pt x="18" y="39"/>
                    <a:pt x="18" y="44"/>
                    <a:pt x="17" y="46"/>
                  </a:cubicBezTo>
                  <a:cubicBezTo>
                    <a:pt x="17" y="47"/>
                    <a:pt x="17" y="51"/>
                    <a:pt x="15" y="52"/>
                  </a:cubicBezTo>
                  <a:cubicBezTo>
                    <a:pt x="14" y="53"/>
                    <a:pt x="11" y="53"/>
                    <a:pt x="10" y="53"/>
                  </a:cubicBezTo>
                  <a:cubicBezTo>
                    <a:pt x="8" y="52"/>
                    <a:pt x="6" y="49"/>
                    <a:pt x="6" y="47"/>
                  </a:cubicBezTo>
                  <a:cubicBezTo>
                    <a:pt x="5" y="45"/>
                    <a:pt x="6" y="41"/>
                    <a:pt x="7" y="39"/>
                  </a:cubicBezTo>
                  <a:cubicBezTo>
                    <a:pt x="7" y="37"/>
                    <a:pt x="10" y="36"/>
                    <a:pt x="11" y="34"/>
                  </a:cubicBezTo>
                  <a:cubicBezTo>
                    <a:pt x="11" y="32"/>
                    <a:pt x="10" y="29"/>
                    <a:pt x="10" y="27"/>
                  </a:cubicBezTo>
                  <a:cubicBezTo>
                    <a:pt x="9" y="25"/>
                    <a:pt x="8" y="21"/>
                    <a:pt x="7" y="19"/>
                  </a:cubicBezTo>
                  <a:cubicBezTo>
                    <a:pt x="6" y="17"/>
                    <a:pt x="3" y="15"/>
                    <a:pt x="2" y="14"/>
                  </a:cubicBezTo>
                  <a:cubicBezTo>
                    <a:pt x="1" y="12"/>
                    <a:pt x="0" y="9"/>
                    <a:pt x="0" y="7"/>
                  </a:cubicBezTo>
                  <a:cubicBezTo>
                    <a:pt x="0" y="5"/>
                    <a:pt x="1" y="2"/>
                    <a:pt x="2" y="1"/>
                  </a:cubicBezTo>
                  <a:cubicBezTo>
                    <a:pt x="4" y="0"/>
                    <a:pt x="6" y="0"/>
                    <a:pt x="8" y="1"/>
                  </a:cubicBezTo>
                  <a:cubicBezTo>
                    <a:pt x="10" y="2"/>
                    <a:pt x="12" y="6"/>
                    <a:pt x="13" y="8"/>
                  </a:cubicBezTo>
                  <a:cubicBezTo>
                    <a:pt x="15" y="10"/>
                    <a:pt x="18" y="14"/>
                    <a:pt x="20" y="16"/>
                  </a:cubicBezTo>
                  <a:cubicBezTo>
                    <a:pt x="21" y="18"/>
                    <a:pt x="23" y="22"/>
                    <a:pt x="23" y="2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5"/>
            <p:cNvSpPr>
              <a:spLocks/>
            </p:cNvSpPr>
            <p:nvPr/>
          </p:nvSpPr>
          <p:spPr bwMode="auto">
            <a:xfrm>
              <a:off x="5030788" y="841376"/>
              <a:ext cx="2566988" cy="3462338"/>
            </a:xfrm>
            <a:custGeom>
              <a:avLst/>
              <a:gdLst/>
              <a:ahLst/>
              <a:cxnLst>
                <a:cxn ang="0">
                  <a:pos x="1473" y="1123"/>
                </a:cxn>
                <a:cxn ang="0">
                  <a:pos x="1403" y="933"/>
                </a:cxn>
                <a:cxn ang="0">
                  <a:pos x="1331" y="695"/>
                </a:cxn>
                <a:cxn ang="0">
                  <a:pos x="1327" y="723"/>
                </a:cxn>
                <a:cxn ang="0">
                  <a:pos x="1290" y="784"/>
                </a:cxn>
                <a:cxn ang="0">
                  <a:pos x="1247" y="923"/>
                </a:cxn>
                <a:cxn ang="0">
                  <a:pos x="1252" y="1041"/>
                </a:cxn>
                <a:cxn ang="0">
                  <a:pos x="1186" y="1057"/>
                </a:cxn>
                <a:cxn ang="0">
                  <a:pos x="1131" y="1133"/>
                </a:cxn>
                <a:cxn ang="0">
                  <a:pos x="1024" y="1249"/>
                </a:cxn>
                <a:cxn ang="0">
                  <a:pos x="1004" y="1463"/>
                </a:cxn>
                <a:cxn ang="0">
                  <a:pos x="1045" y="1566"/>
                </a:cxn>
                <a:cxn ang="0">
                  <a:pos x="1071" y="1582"/>
                </a:cxn>
                <a:cxn ang="0">
                  <a:pos x="1127" y="1508"/>
                </a:cxn>
                <a:cxn ang="0">
                  <a:pos x="1238" y="1606"/>
                </a:cxn>
                <a:cxn ang="0">
                  <a:pos x="1312" y="1889"/>
                </a:cxn>
                <a:cxn ang="0">
                  <a:pos x="1189" y="2193"/>
                </a:cxn>
                <a:cxn ang="0">
                  <a:pos x="1130" y="2159"/>
                </a:cxn>
                <a:cxn ang="0">
                  <a:pos x="1152" y="1912"/>
                </a:cxn>
                <a:cxn ang="0">
                  <a:pos x="993" y="1933"/>
                </a:cxn>
                <a:cxn ang="0">
                  <a:pos x="751" y="1800"/>
                </a:cxn>
                <a:cxn ang="0">
                  <a:pos x="568" y="1727"/>
                </a:cxn>
                <a:cxn ang="0">
                  <a:pos x="483" y="1632"/>
                </a:cxn>
                <a:cxn ang="0">
                  <a:pos x="390" y="1510"/>
                </a:cxn>
                <a:cxn ang="0">
                  <a:pos x="252" y="1567"/>
                </a:cxn>
                <a:cxn ang="0">
                  <a:pos x="152" y="1526"/>
                </a:cxn>
                <a:cxn ang="0">
                  <a:pos x="87" y="1330"/>
                </a:cxn>
                <a:cxn ang="0">
                  <a:pos x="28" y="1258"/>
                </a:cxn>
                <a:cxn ang="0">
                  <a:pos x="9" y="1011"/>
                </a:cxn>
                <a:cxn ang="0">
                  <a:pos x="102" y="855"/>
                </a:cxn>
                <a:cxn ang="0">
                  <a:pos x="95" y="730"/>
                </a:cxn>
                <a:cxn ang="0">
                  <a:pos x="190" y="746"/>
                </a:cxn>
                <a:cxn ang="0">
                  <a:pos x="313" y="695"/>
                </a:cxn>
                <a:cxn ang="0">
                  <a:pos x="382" y="765"/>
                </a:cxn>
                <a:cxn ang="0">
                  <a:pos x="458" y="769"/>
                </a:cxn>
                <a:cxn ang="0">
                  <a:pos x="558" y="711"/>
                </a:cxn>
                <a:cxn ang="0">
                  <a:pos x="539" y="653"/>
                </a:cxn>
                <a:cxn ang="0">
                  <a:pos x="619" y="585"/>
                </a:cxn>
                <a:cxn ang="0">
                  <a:pos x="643" y="612"/>
                </a:cxn>
                <a:cxn ang="0">
                  <a:pos x="718" y="561"/>
                </a:cxn>
                <a:cxn ang="0">
                  <a:pos x="833" y="481"/>
                </a:cxn>
                <a:cxn ang="0">
                  <a:pos x="966" y="445"/>
                </a:cxn>
                <a:cxn ang="0">
                  <a:pos x="1086" y="353"/>
                </a:cxn>
                <a:cxn ang="0">
                  <a:pos x="1063" y="277"/>
                </a:cxn>
                <a:cxn ang="0">
                  <a:pos x="1136" y="181"/>
                </a:cxn>
                <a:cxn ang="0">
                  <a:pos x="1262" y="119"/>
                </a:cxn>
                <a:cxn ang="0">
                  <a:pos x="1338" y="96"/>
                </a:cxn>
                <a:cxn ang="0">
                  <a:pos x="1320" y="55"/>
                </a:cxn>
                <a:cxn ang="0">
                  <a:pos x="1391" y="43"/>
                </a:cxn>
                <a:cxn ang="0">
                  <a:pos x="1454" y="87"/>
                </a:cxn>
                <a:cxn ang="0">
                  <a:pos x="1402" y="164"/>
                </a:cxn>
                <a:cxn ang="0">
                  <a:pos x="1315" y="200"/>
                </a:cxn>
                <a:cxn ang="0">
                  <a:pos x="1362" y="314"/>
                </a:cxn>
                <a:cxn ang="0">
                  <a:pos x="1389" y="323"/>
                </a:cxn>
                <a:cxn ang="0">
                  <a:pos x="1462" y="309"/>
                </a:cxn>
                <a:cxn ang="0">
                  <a:pos x="1457" y="375"/>
                </a:cxn>
                <a:cxn ang="0">
                  <a:pos x="1488" y="513"/>
                </a:cxn>
                <a:cxn ang="0">
                  <a:pos x="1452" y="680"/>
                </a:cxn>
                <a:cxn ang="0">
                  <a:pos x="1425" y="751"/>
                </a:cxn>
                <a:cxn ang="0">
                  <a:pos x="1500" y="854"/>
                </a:cxn>
                <a:cxn ang="0">
                  <a:pos x="1602" y="976"/>
                </a:cxn>
                <a:cxn ang="0">
                  <a:pos x="1630" y="1136"/>
                </a:cxn>
              </a:cxnLst>
              <a:rect l="0" t="0" r="r" b="b"/>
              <a:pathLst>
                <a:path w="1683" h="2270">
                  <a:moveTo>
                    <a:pt x="1679" y="1252"/>
                  </a:moveTo>
                  <a:cubicBezTo>
                    <a:pt x="1680" y="1254"/>
                    <a:pt x="1683" y="1259"/>
                    <a:pt x="1683" y="1261"/>
                  </a:cubicBezTo>
                  <a:cubicBezTo>
                    <a:pt x="1683" y="1262"/>
                    <a:pt x="1681" y="1265"/>
                    <a:pt x="1680" y="1266"/>
                  </a:cubicBezTo>
                  <a:cubicBezTo>
                    <a:pt x="1678" y="1266"/>
                    <a:pt x="1674" y="1265"/>
                    <a:pt x="1672" y="1264"/>
                  </a:cubicBezTo>
                  <a:cubicBezTo>
                    <a:pt x="1670" y="1263"/>
                    <a:pt x="1667" y="1259"/>
                    <a:pt x="1665" y="1258"/>
                  </a:cubicBezTo>
                  <a:cubicBezTo>
                    <a:pt x="1663" y="1258"/>
                    <a:pt x="1659" y="1259"/>
                    <a:pt x="1657" y="1258"/>
                  </a:cubicBezTo>
                  <a:cubicBezTo>
                    <a:pt x="1654" y="1258"/>
                    <a:pt x="1649" y="1256"/>
                    <a:pt x="1647" y="1254"/>
                  </a:cubicBezTo>
                  <a:cubicBezTo>
                    <a:pt x="1645" y="1253"/>
                    <a:pt x="1641" y="1249"/>
                    <a:pt x="1639" y="1247"/>
                  </a:cubicBezTo>
                  <a:cubicBezTo>
                    <a:pt x="1637" y="1244"/>
                    <a:pt x="1635" y="1238"/>
                    <a:pt x="1633" y="1236"/>
                  </a:cubicBezTo>
                  <a:cubicBezTo>
                    <a:pt x="1631" y="1234"/>
                    <a:pt x="1627" y="1230"/>
                    <a:pt x="1624" y="1228"/>
                  </a:cubicBezTo>
                  <a:cubicBezTo>
                    <a:pt x="1622" y="1227"/>
                    <a:pt x="1616" y="1226"/>
                    <a:pt x="1614" y="1224"/>
                  </a:cubicBezTo>
                  <a:cubicBezTo>
                    <a:pt x="1612" y="1223"/>
                    <a:pt x="1609" y="1221"/>
                    <a:pt x="1607" y="1220"/>
                  </a:cubicBezTo>
                  <a:cubicBezTo>
                    <a:pt x="1606" y="1218"/>
                    <a:pt x="1603" y="1214"/>
                    <a:pt x="1602" y="1213"/>
                  </a:cubicBezTo>
                  <a:cubicBezTo>
                    <a:pt x="1600" y="1212"/>
                    <a:pt x="1596" y="1210"/>
                    <a:pt x="1594" y="1210"/>
                  </a:cubicBezTo>
                  <a:cubicBezTo>
                    <a:pt x="1592" y="1209"/>
                    <a:pt x="1587" y="1207"/>
                    <a:pt x="1585" y="1206"/>
                  </a:cubicBezTo>
                  <a:cubicBezTo>
                    <a:pt x="1582" y="1205"/>
                    <a:pt x="1577" y="1201"/>
                    <a:pt x="1575" y="1199"/>
                  </a:cubicBezTo>
                  <a:cubicBezTo>
                    <a:pt x="1570" y="1196"/>
                    <a:pt x="1560" y="1189"/>
                    <a:pt x="1555" y="1186"/>
                  </a:cubicBezTo>
                  <a:cubicBezTo>
                    <a:pt x="1552" y="1184"/>
                    <a:pt x="1545" y="1182"/>
                    <a:pt x="1543" y="1181"/>
                  </a:cubicBezTo>
                  <a:cubicBezTo>
                    <a:pt x="1538" y="1177"/>
                    <a:pt x="1531" y="1169"/>
                    <a:pt x="1527" y="1165"/>
                  </a:cubicBezTo>
                  <a:cubicBezTo>
                    <a:pt x="1524" y="1163"/>
                    <a:pt x="1520" y="1157"/>
                    <a:pt x="1517" y="1155"/>
                  </a:cubicBezTo>
                  <a:cubicBezTo>
                    <a:pt x="1515" y="1153"/>
                    <a:pt x="1509" y="1150"/>
                    <a:pt x="1507" y="1149"/>
                  </a:cubicBezTo>
                  <a:cubicBezTo>
                    <a:pt x="1504" y="1148"/>
                    <a:pt x="1498" y="1146"/>
                    <a:pt x="1495" y="1145"/>
                  </a:cubicBezTo>
                  <a:cubicBezTo>
                    <a:pt x="1492" y="1143"/>
                    <a:pt x="1486" y="1139"/>
                    <a:pt x="1484" y="1136"/>
                  </a:cubicBezTo>
                  <a:cubicBezTo>
                    <a:pt x="1480" y="1134"/>
                    <a:pt x="1475" y="1127"/>
                    <a:pt x="1473" y="1123"/>
                  </a:cubicBezTo>
                  <a:cubicBezTo>
                    <a:pt x="1470" y="1120"/>
                    <a:pt x="1464" y="1113"/>
                    <a:pt x="1461" y="1110"/>
                  </a:cubicBezTo>
                  <a:cubicBezTo>
                    <a:pt x="1459" y="1108"/>
                    <a:pt x="1453" y="1106"/>
                    <a:pt x="1451" y="1104"/>
                  </a:cubicBezTo>
                  <a:cubicBezTo>
                    <a:pt x="1448" y="1102"/>
                    <a:pt x="1443" y="1096"/>
                    <a:pt x="1441" y="1093"/>
                  </a:cubicBezTo>
                  <a:cubicBezTo>
                    <a:pt x="1439" y="1089"/>
                    <a:pt x="1436" y="1081"/>
                    <a:pt x="1434" y="1078"/>
                  </a:cubicBezTo>
                  <a:cubicBezTo>
                    <a:pt x="1432" y="1076"/>
                    <a:pt x="1428" y="1072"/>
                    <a:pt x="1427" y="1070"/>
                  </a:cubicBezTo>
                  <a:cubicBezTo>
                    <a:pt x="1425" y="1068"/>
                    <a:pt x="1421" y="1064"/>
                    <a:pt x="1420" y="1061"/>
                  </a:cubicBezTo>
                  <a:cubicBezTo>
                    <a:pt x="1419" y="1059"/>
                    <a:pt x="1419" y="1055"/>
                    <a:pt x="1418" y="1053"/>
                  </a:cubicBezTo>
                  <a:cubicBezTo>
                    <a:pt x="1418" y="1050"/>
                    <a:pt x="1418" y="1045"/>
                    <a:pt x="1418" y="1043"/>
                  </a:cubicBezTo>
                  <a:cubicBezTo>
                    <a:pt x="1417" y="1041"/>
                    <a:pt x="1415" y="1037"/>
                    <a:pt x="1414" y="1035"/>
                  </a:cubicBezTo>
                  <a:cubicBezTo>
                    <a:pt x="1414" y="1034"/>
                    <a:pt x="1416" y="1031"/>
                    <a:pt x="1416" y="1029"/>
                  </a:cubicBezTo>
                  <a:cubicBezTo>
                    <a:pt x="1415" y="1027"/>
                    <a:pt x="1412" y="1025"/>
                    <a:pt x="1411" y="1023"/>
                  </a:cubicBezTo>
                  <a:cubicBezTo>
                    <a:pt x="1411" y="1021"/>
                    <a:pt x="1410" y="1018"/>
                    <a:pt x="1410" y="1017"/>
                  </a:cubicBezTo>
                  <a:cubicBezTo>
                    <a:pt x="1410" y="1015"/>
                    <a:pt x="1411" y="1011"/>
                    <a:pt x="1410" y="1009"/>
                  </a:cubicBezTo>
                  <a:cubicBezTo>
                    <a:pt x="1409" y="1007"/>
                    <a:pt x="1404" y="1007"/>
                    <a:pt x="1402" y="1007"/>
                  </a:cubicBezTo>
                  <a:cubicBezTo>
                    <a:pt x="1400" y="1006"/>
                    <a:pt x="1396" y="1007"/>
                    <a:pt x="1394" y="1007"/>
                  </a:cubicBezTo>
                  <a:cubicBezTo>
                    <a:pt x="1393" y="1006"/>
                    <a:pt x="1390" y="1003"/>
                    <a:pt x="1390" y="1001"/>
                  </a:cubicBezTo>
                  <a:cubicBezTo>
                    <a:pt x="1389" y="999"/>
                    <a:pt x="1389" y="994"/>
                    <a:pt x="1391" y="992"/>
                  </a:cubicBezTo>
                  <a:cubicBezTo>
                    <a:pt x="1392" y="991"/>
                    <a:pt x="1397" y="990"/>
                    <a:pt x="1399" y="989"/>
                  </a:cubicBezTo>
                  <a:cubicBezTo>
                    <a:pt x="1400" y="989"/>
                    <a:pt x="1403" y="988"/>
                    <a:pt x="1403" y="986"/>
                  </a:cubicBezTo>
                  <a:cubicBezTo>
                    <a:pt x="1405" y="983"/>
                    <a:pt x="1400" y="976"/>
                    <a:pt x="1401" y="973"/>
                  </a:cubicBezTo>
                  <a:cubicBezTo>
                    <a:pt x="1402" y="971"/>
                    <a:pt x="1405" y="969"/>
                    <a:pt x="1407" y="968"/>
                  </a:cubicBezTo>
                  <a:cubicBezTo>
                    <a:pt x="1408" y="966"/>
                    <a:pt x="1409" y="962"/>
                    <a:pt x="1410" y="960"/>
                  </a:cubicBezTo>
                  <a:cubicBezTo>
                    <a:pt x="1410" y="957"/>
                    <a:pt x="1408" y="949"/>
                    <a:pt x="1407" y="946"/>
                  </a:cubicBezTo>
                  <a:cubicBezTo>
                    <a:pt x="1406" y="943"/>
                    <a:pt x="1404" y="936"/>
                    <a:pt x="1403" y="933"/>
                  </a:cubicBezTo>
                  <a:cubicBezTo>
                    <a:pt x="1403" y="929"/>
                    <a:pt x="1404" y="921"/>
                    <a:pt x="1404" y="917"/>
                  </a:cubicBezTo>
                  <a:cubicBezTo>
                    <a:pt x="1404" y="914"/>
                    <a:pt x="1403" y="908"/>
                    <a:pt x="1402" y="905"/>
                  </a:cubicBezTo>
                  <a:cubicBezTo>
                    <a:pt x="1401" y="902"/>
                    <a:pt x="1397" y="897"/>
                    <a:pt x="1394" y="895"/>
                  </a:cubicBezTo>
                  <a:cubicBezTo>
                    <a:pt x="1393" y="893"/>
                    <a:pt x="1389" y="891"/>
                    <a:pt x="1388" y="889"/>
                  </a:cubicBezTo>
                  <a:cubicBezTo>
                    <a:pt x="1387" y="886"/>
                    <a:pt x="1386" y="880"/>
                    <a:pt x="1386" y="877"/>
                  </a:cubicBezTo>
                  <a:cubicBezTo>
                    <a:pt x="1385" y="873"/>
                    <a:pt x="1384" y="867"/>
                    <a:pt x="1384" y="864"/>
                  </a:cubicBezTo>
                  <a:cubicBezTo>
                    <a:pt x="1383" y="855"/>
                    <a:pt x="1382" y="837"/>
                    <a:pt x="1380" y="828"/>
                  </a:cubicBezTo>
                  <a:cubicBezTo>
                    <a:pt x="1380" y="825"/>
                    <a:pt x="1380" y="819"/>
                    <a:pt x="1379" y="817"/>
                  </a:cubicBezTo>
                  <a:cubicBezTo>
                    <a:pt x="1378" y="813"/>
                    <a:pt x="1375" y="805"/>
                    <a:pt x="1373" y="801"/>
                  </a:cubicBezTo>
                  <a:cubicBezTo>
                    <a:pt x="1372" y="799"/>
                    <a:pt x="1368" y="796"/>
                    <a:pt x="1367" y="794"/>
                  </a:cubicBezTo>
                  <a:cubicBezTo>
                    <a:pt x="1365" y="789"/>
                    <a:pt x="1365" y="779"/>
                    <a:pt x="1365" y="774"/>
                  </a:cubicBezTo>
                  <a:cubicBezTo>
                    <a:pt x="1365" y="770"/>
                    <a:pt x="1365" y="762"/>
                    <a:pt x="1367" y="759"/>
                  </a:cubicBezTo>
                  <a:cubicBezTo>
                    <a:pt x="1367" y="756"/>
                    <a:pt x="1371" y="753"/>
                    <a:pt x="1372" y="751"/>
                  </a:cubicBezTo>
                  <a:cubicBezTo>
                    <a:pt x="1373" y="749"/>
                    <a:pt x="1376" y="744"/>
                    <a:pt x="1376" y="741"/>
                  </a:cubicBezTo>
                  <a:cubicBezTo>
                    <a:pt x="1376" y="739"/>
                    <a:pt x="1375" y="735"/>
                    <a:pt x="1374" y="733"/>
                  </a:cubicBezTo>
                  <a:cubicBezTo>
                    <a:pt x="1373" y="732"/>
                    <a:pt x="1370" y="732"/>
                    <a:pt x="1369" y="732"/>
                  </a:cubicBezTo>
                  <a:cubicBezTo>
                    <a:pt x="1369" y="733"/>
                    <a:pt x="1368" y="735"/>
                    <a:pt x="1368" y="735"/>
                  </a:cubicBezTo>
                  <a:cubicBezTo>
                    <a:pt x="1366" y="735"/>
                    <a:pt x="1364" y="731"/>
                    <a:pt x="1364" y="730"/>
                  </a:cubicBezTo>
                  <a:cubicBezTo>
                    <a:pt x="1363" y="728"/>
                    <a:pt x="1365" y="724"/>
                    <a:pt x="1364" y="722"/>
                  </a:cubicBezTo>
                  <a:cubicBezTo>
                    <a:pt x="1364" y="720"/>
                    <a:pt x="1361" y="718"/>
                    <a:pt x="1360" y="717"/>
                  </a:cubicBezTo>
                  <a:cubicBezTo>
                    <a:pt x="1358" y="715"/>
                    <a:pt x="1352" y="714"/>
                    <a:pt x="1350" y="713"/>
                  </a:cubicBezTo>
                  <a:cubicBezTo>
                    <a:pt x="1348" y="711"/>
                    <a:pt x="1344" y="707"/>
                    <a:pt x="1342" y="705"/>
                  </a:cubicBezTo>
                  <a:cubicBezTo>
                    <a:pt x="1341" y="703"/>
                    <a:pt x="1339" y="701"/>
                    <a:pt x="1338" y="700"/>
                  </a:cubicBezTo>
                  <a:cubicBezTo>
                    <a:pt x="1337" y="698"/>
                    <a:pt x="1332" y="697"/>
                    <a:pt x="1331" y="695"/>
                  </a:cubicBezTo>
                  <a:cubicBezTo>
                    <a:pt x="1329" y="694"/>
                    <a:pt x="1326" y="691"/>
                    <a:pt x="1325" y="689"/>
                  </a:cubicBezTo>
                  <a:cubicBezTo>
                    <a:pt x="1324" y="686"/>
                    <a:pt x="1321" y="680"/>
                    <a:pt x="1320" y="677"/>
                  </a:cubicBezTo>
                  <a:cubicBezTo>
                    <a:pt x="1319" y="673"/>
                    <a:pt x="1315" y="664"/>
                    <a:pt x="1318" y="661"/>
                  </a:cubicBezTo>
                  <a:cubicBezTo>
                    <a:pt x="1319" y="659"/>
                    <a:pt x="1324" y="660"/>
                    <a:pt x="1325" y="659"/>
                  </a:cubicBezTo>
                  <a:cubicBezTo>
                    <a:pt x="1327" y="657"/>
                    <a:pt x="1327" y="653"/>
                    <a:pt x="1326" y="652"/>
                  </a:cubicBezTo>
                  <a:cubicBezTo>
                    <a:pt x="1325" y="651"/>
                    <a:pt x="1323" y="650"/>
                    <a:pt x="1322" y="650"/>
                  </a:cubicBezTo>
                  <a:cubicBezTo>
                    <a:pt x="1321" y="650"/>
                    <a:pt x="1320" y="653"/>
                    <a:pt x="1319" y="653"/>
                  </a:cubicBezTo>
                  <a:cubicBezTo>
                    <a:pt x="1317" y="654"/>
                    <a:pt x="1314" y="652"/>
                    <a:pt x="1312" y="652"/>
                  </a:cubicBezTo>
                  <a:cubicBezTo>
                    <a:pt x="1311" y="652"/>
                    <a:pt x="1308" y="651"/>
                    <a:pt x="1307" y="652"/>
                  </a:cubicBezTo>
                  <a:cubicBezTo>
                    <a:pt x="1305" y="654"/>
                    <a:pt x="1304" y="660"/>
                    <a:pt x="1303" y="663"/>
                  </a:cubicBezTo>
                  <a:cubicBezTo>
                    <a:pt x="1302" y="665"/>
                    <a:pt x="1301" y="670"/>
                    <a:pt x="1299" y="673"/>
                  </a:cubicBezTo>
                  <a:cubicBezTo>
                    <a:pt x="1298" y="674"/>
                    <a:pt x="1294" y="676"/>
                    <a:pt x="1294" y="678"/>
                  </a:cubicBezTo>
                  <a:cubicBezTo>
                    <a:pt x="1293" y="680"/>
                    <a:pt x="1293" y="685"/>
                    <a:pt x="1294" y="687"/>
                  </a:cubicBezTo>
                  <a:cubicBezTo>
                    <a:pt x="1294" y="689"/>
                    <a:pt x="1299" y="692"/>
                    <a:pt x="1299" y="692"/>
                  </a:cubicBezTo>
                  <a:cubicBezTo>
                    <a:pt x="1300" y="692"/>
                    <a:pt x="1305" y="693"/>
                    <a:pt x="1306" y="694"/>
                  </a:cubicBezTo>
                  <a:cubicBezTo>
                    <a:pt x="1308" y="696"/>
                    <a:pt x="1309" y="702"/>
                    <a:pt x="1310" y="704"/>
                  </a:cubicBezTo>
                  <a:cubicBezTo>
                    <a:pt x="1312" y="708"/>
                    <a:pt x="1316" y="716"/>
                    <a:pt x="1319" y="718"/>
                  </a:cubicBezTo>
                  <a:cubicBezTo>
                    <a:pt x="1321" y="719"/>
                    <a:pt x="1325" y="719"/>
                    <a:pt x="1327" y="719"/>
                  </a:cubicBezTo>
                  <a:cubicBezTo>
                    <a:pt x="1328" y="719"/>
                    <a:pt x="1331" y="718"/>
                    <a:pt x="1333" y="718"/>
                  </a:cubicBezTo>
                  <a:cubicBezTo>
                    <a:pt x="1334" y="719"/>
                    <a:pt x="1336" y="720"/>
                    <a:pt x="1337" y="721"/>
                  </a:cubicBezTo>
                  <a:cubicBezTo>
                    <a:pt x="1338" y="723"/>
                    <a:pt x="1338" y="726"/>
                    <a:pt x="1338" y="727"/>
                  </a:cubicBezTo>
                  <a:cubicBezTo>
                    <a:pt x="1337" y="728"/>
                    <a:pt x="1335" y="728"/>
                    <a:pt x="1335" y="728"/>
                  </a:cubicBezTo>
                  <a:cubicBezTo>
                    <a:pt x="1333" y="728"/>
                    <a:pt x="1330" y="727"/>
                    <a:pt x="1329" y="726"/>
                  </a:cubicBezTo>
                  <a:cubicBezTo>
                    <a:pt x="1328" y="725"/>
                    <a:pt x="1328" y="723"/>
                    <a:pt x="1327" y="723"/>
                  </a:cubicBezTo>
                  <a:cubicBezTo>
                    <a:pt x="1326" y="722"/>
                    <a:pt x="1323" y="723"/>
                    <a:pt x="1322" y="725"/>
                  </a:cubicBezTo>
                  <a:cubicBezTo>
                    <a:pt x="1321" y="726"/>
                    <a:pt x="1321" y="729"/>
                    <a:pt x="1321" y="730"/>
                  </a:cubicBezTo>
                  <a:cubicBezTo>
                    <a:pt x="1321" y="735"/>
                    <a:pt x="1320" y="744"/>
                    <a:pt x="1320" y="748"/>
                  </a:cubicBezTo>
                  <a:cubicBezTo>
                    <a:pt x="1320" y="755"/>
                    <a:pt x="1320" y="769"/>
                    <a:pt x="1322" y="775"/>
                  </a:cubicBezTo>
                  <a:cubicBezTo>
                    <a:pt x="1322" y="779"/>
                    <a:pt x="1324" y="785"/>
                    <a:pt x="1326" y="788"/>
                  </a:cubicBezTo>
                  <a:cubicBezTo>
                    <a:pt x="1327" y="790"/>
                    <a:pt x="1332" y="793"/>
                    <a:pt x="1333" y="795"/>
                  </a:cubicBezTo>
                  <a:cubicBezTo>
                    <a:pt x="1334" y="797"/>
                    <a:pt x="1334" y="802"/>
                    <a:pt x="1334" y="804"/>
                  </a:cubicBezTo>
                  <a:cubicBezTo>
                    <a:pt x="1333" y="805"/>
                    <a:pt x="1330" y="807"/>
                    <a:pt x="1330" y="807"/>
                  </a:cubicBezTo>
                  <a:cubicBezTo>
                    <a:pt x="1330" y="808"/>
                    <a:pt x="1331" y="813"/>
                    <a:pt x="1330" y="815"/>
                  </a:cubicBezTo>
                  <a:cubicBezTo>
                    <a:pt x="1330" y="816"/>
                    <a:pt x="1330" y="819"/>
                    <a:pt x="1329" y="820"/>
                  </a:cubicBezTo>
                  <a:cubicBezTo>
                    <a:pt x="1328" y="820"/>
                    <a:pt x="1324" y="820"/>
                    <a:pt x="1324" y="820"/>
                  </a:cubicBezTo>
                  <a:cubicBezTo>
                    <a:pt x="1324" y="819"/>
                    <a:pt x="1322" y="815"/>
                    <a:pt x="1321" y="813"/>
                  </a:cubicBezTo>
                  <a:cubicBezTo>
                    <a:pt x="1321" y="812"/>
                    <a:pt x="1322" y="808"/>
                    <a:pt x="1322" y="807"/>
                  </a:cubicBezTo>
                  <a:cubicBezTo>
                    <a:pt x="1321" y="806"/>
                    <a:pt x="1318" y="803"/>
                    <a:pt x="1316" y="803"/>
                  </a:cubicBezTo>
                  <a:cubicBezTo>
                    <a:pt x="1316" y="803"/>
                    <a:pt x="1314" y="804"/>
                    <a:pt x="1313" y="805"/>
                  </a:cubicBezTo>
                  <a:cubicBezTo>
                    <a:pt x="1312" y="806"/>
                    <a:pt x="1313" y="810"/>
                    <a:pt x="1312" y="812"/>
                  </a:cubicBezTo>
                  <a:cubicBezTo>
                    <a:pt x="1312" y="813"/>
                    <a:pt x="1311" y="815"/>
                    <a:pt x="1310" y="816"/>
                  </a:cubicBezTo>
                  <a:cubicBezTo>
                    <a:pt x="1309" y="816"/>
                    <a:pt x="1307" y="815"/>
                    <a:pt x="1306" y="814"/>
                  </a:cubicBezTo>
                  <a:cubicBezTo>
                    <a:pt x="1305" y="812"/>
                    <a:pt x="1308" y="807"/>
                    <a:pt x="1306" y="805"/>
                  </a:cubicBezTo>
                  <a:cubicBezTo>
                    <a:pt x="1306" y="804"/>
                    <a:pt x="1303" y="803"/>
                    <a:pt x="1302" y="803"/>
                  </a:cubicBezTo>
                  <a:cubicBezTo>
                    <a:pt x="1301" y="803"/>
                    <a:pt x="1299" y="805"/>
                    <a:pt x="1299" y="805"/>
                  </a:cubicBezTo>
                  <a:cubicBezTo>
                    <a:pt x="1297" y="804"/>
                    <a:pt x="1295" y="801"/>
                    <a:pt x="1294" y="800"/>
                  </a:cubicBezTo>
                  <a:cubicBezTo>
                    <a:pt x="1293" y="797"/>
                    <a:pt x="1295" y="791"/>
                    <a:pt x="1294" y="788"/>
                  </a:cubicBezTo>
                  <a:cubicBezTo>
                    <a:pt x="1293" y="787"/>
                    <a:pt x="1291" y="784"/>
                    <a:pt x="1290" y="784"/>
                  </a:cubicBezTo>
                  <a:cubicBezTo>
                    <a:pt x="1289" y="783"/>
                    <a:pt x="1285" y="783"/>
                    <a:pt x="1284" y="782"/>
                  </a:cubicBezTo>
                  <a:cubicBezTo>
                    <a:pt x="1283" y="782"/>
                    <a:pt x="1280" y="779"/>
                    <a:pt x="1279" y="778"/>
                  </a:cubicBezTo>
                  <a:cubicBezTo>
                    <a:pt x="1278" y="776"/>
                    <a:pt x="1278" y="772"/>
                    <a:pt x="1277" y="771"/>
                  </a:cubicBezTo>
                  <a:cubicBezTo>
                    <a:pt x="1276" y="771"/>
                    <a:pt x="1274" y="772"/>
                    <a:pt x="1273" y="772"/>
                  </a:cubicBezTo>
                  <a:cubicBezTo>
                    <a:pt x="1272" y="774"/>
                    <a:pt x="1273" y="778"/>
                    <a:pt x="1273" y="780"/>
                  </a:cubicBezTo>
                  <a:cubicBezTo>
                    <a:pt x="1273" y="783"/>
                    <a:pt x="1275" y="787"/>
                    <a:pt x="1274" y="790"/>
                  </a:cubicBezTo>
                  <a:cubicBezTo>
                    <a:pt x="1274" y="791"/>
                    <a:pt x="1274" y="794"/>
                    <a:pt x="1273" y="795"/>
                  </a:cubicBezTo>
                  <a:cubicBezTo>
                    <a:pt x="1271" y="797"/>
                    <a:pt x="1267" y="797"/>
                    <a:pt x="1265" y="797"/>
                  </a:cubicBezTo>
                  <a:cubicBezTo>
                    <a:pt x="1262" y="796"/>
                    <a:pt x="1257" y="793"/>
                    <a:pt x="1255" y="793"/>
                  </a:cubicBezTo>
                  <a:cubicBezTo>
                    <a:pt x="1253" y="794"/>
                    <a:pt x="1251" y="798"/>
                    <a:pt x="1250" y="800"/>
                  </a:cubicBezTo>
                  <a:cubicBezTo>
                    <a:pt x="1249" y="803"/>
                    <a:pt x="1251" y="809"/>
                    <a:pt x="1250" y="812"/>
                  </a:cubicBezTo>
                  <a:cubicBezTo>
                    <a:pt x="1249" y="815"/>
                    <a:pt x="1247" y="819"/>
                    <a:pt x="1245" y="820"/>
                  </a:cubicBezTo>
                  <a:cubicBezTo>
                    <a:pt x="1244" y="822"/>
                    <a:pt x="1239" y="824"/>
                    <a:pt x="1237" y="826"/>
                  </a:cubicBezTo>
                  <a:cubicBezTo>
                    <a:pt x="1236" y="827"/>
                    <a:pt x="1234" y="832"/>
                    <a:pt x="1234" y="832"/>
                  </a:cubicBezTo>
                  <a:cubicBezTo>
                    <a:pt x="1234" y="833"/>
                    <a:pt x="1232" y="840"/>
                    <a:pt x="1232" y="842"/>
                  </a:cubicBezTo>
                  <a:cubicBezTo>
                    <a:pt x="1231" y="844"/>
                    <a:pt x="1230" y="848"/>
                    <a:pt x="1229" y="850"/>
                  </a:cubicBezTo>
                  <a:cubicBezTo>
                    <a:pt x="1229" y="851"/>
                    <a:pt x="1225" y="854"/>
                    <a:pt x="1225" y="856"/>
                  </a:cubicBezTo>
                  <a:cubicBezTo>
                    <a:pt x="1224" y="858"/>
                    <a:pt x="1227" y="863"/>
                    <a:pt x="1228" y="865"/>
                  </a:cubicBezTo>
                  <a:cubicBezTo>
                    <a:pt x="1230" y="867"/>
                    <a:pt x="1235" y="869"/>
                    <a:pt x="1236" y="871"/>
                  </a:cubicBezTo>
                  <a:cubicBezTo>
                    <a:pt x="1237" y="873"/>
                    <a:pt x="1237" y="878"/>
                    <a:pt x="1237" y="880"/>
                  </a:cubicBezTo>
                  <a:cubicBezTo>
                    <a:pt x="1237" y="883"/>
                    <a:pt x="1236" y="888"/>
                    <a:pt x="1237" y="891"/>
                  </a:cubicBezTo>
                  <a:cubicBezTo>
                    <a:pt x="1237" y="894"/>
                    <a:pt x="1241" y="899"/>
                    <a:pt x="1242" y="901"/>
                  </a:cubicBezTo>
                  <a:cubicBezTo>
                    <a:pt x="1243" y="903"/>
                    <a:pt x="1245" y="908"/>
                    <a:pt x="1245" y="910"/>
                  </a:cubicBezTo>
                  <a:cubicBezTo>
                    <a:pt x="1246" y="913"/>
                    <a:pt x="1247" y="920"/>
                    <a:pt x="1247" y="923"/>
                  </a:cubicBezTo>
                  <a:cubicBezTo>
                    <a:pt x="1247" y="929"/>
                    <a:pt x="1244" y="941"/>
                    <a:pt x="1245" y="946"/>
                  </a:cubicBezTo>
                  <a:cubicBezTo>
                    <a:pt x="1246" y="951"/>
                    <a:pt x="1251" y="960"/>
                    <a:pt x="1253" y="965"/>
                  </a:cubicBezTo>
                  <a:cubicBezTo>
                    <a:pt x="1254" y="968"/>
                    <a:pt x="1257" y="974"/>
                    <a:pt x="1258" y="978"/>
                  </a:cubicBezTo>
                  <a:cubicBezTo>
                    <a:pt x="1259" y="980"/>
                    <a:pt x="1258" y="986"/>
                    <a:pt x="1259" y="988"/>
                  </a:cubicBezTo>
                  <a:cubicBezTo>
                    <a:pt x="1260" y="990"/>
                    <a:pt x="1263" y="993"/>
                    <a:pt x="1265" y="994"/>
                  </a:cubicBezTo>
                  <a:cubicBezTo>
                    <a:pt x="1267" y="994"/>
                    <a:pt x="1270" y="993"/>
                    <a:pt x="1271" y="992"/>
                  </a:cubicBezTo>
                  <a:cubicBezTo>
                    <a:pt x="1273" y="990"/>
                    <a:pt x="1274" y="984"/>
                    <a:pt x="1275" y="982"/>
                  </a:cubicBezTo>
                  <a:cubicBezTo>
                    <a:pt x="1277" y="981"/>
                    <a:pt x="1280" y="978"/>
                    <a:pt x="1282" y="978"/>
                  </a:cubicBezTo>
                  <a:cubicBezTo>
                    <a:pt x="1283" y="977"/>
                    <a:pt x="1287" y="979"/>
                    <a:pt x="1289" y="979"/>
                  </a:cubicBezTo>
                  <a:cubicBezTo>
                    <a:pt x="1292" y="980"/>
                    <a:pt x="1299" y="981"/>
                    <a:pt x="1300" y="983"/>
                  </a:cubicBezTo>
                  <a:cubicBezTo>
                    <a:pt x="1301" y="985"/>
                    <a:pt x="1301" y="990"/>
                    <a:pt x="1300" y="992"/>
                  </a:cubicBezTo>
                  <a:cubicBezTo>
                    <a:pt x="1299" y="993"/>
                    <a:pt x="1296" y="995"/>
                    <a:pt x="1294" y="995"/>
                  </a:cubicBezTo>
                  <a:cubicBezTo>
                    <a:pt x="1293" y="996"/>
                    <a:pt x="1289" y="995"/>
                    <a:pt x="1288" y="995"/>
                  </a:cubicBezTo>
                  <a:cubicBezTo>
                    <a:pt x="1286" y="996"/>
                    <a:pt x="1285" y="998"/>
                    <a:pt x="1284" y="999"/>
                  </a:cubicBezTo>
                  <a:cubicBezTo>
                    <a:pt x="1284" y="1001"/>
                    <a:pt x="1286" y="1005"/>
                    <a:pt x="1286" y="1007"/>
                  </a:cubicBezTo>
                  <a:cubicBezTo>
                    <a:pt x="1285" y="1008"/>
                    <a:pt x="1284" y="1010"/>
                    <a:pt x="1283" y="1010"/>
                  </a:cubicBezTo>
                  <a:cubicBezTo>
                    <a:pt x="1281" y="1011"/>
                    <a:pt x="1276" y="1011"/>
                    <a:pt x="1274" y="1011"/>
                  </a:cubicBezTo>
                  <a:cubicBezTo>
                    <a:pt x="1271" y="1012"/>
                    <a:pt x="1266" y="1014"/>
                    <a:pt x="1265" y="1016"/>
                  </a:cubicBezTo>
                  <a:cubicBezTo>
                    <a:pt x="1263" y="1019"/>
                    <a:pt x="1264" y="1025"/>
                    <a:pt x="1264" y="1027"/>
                  </a:cubicBezTo>
                  <a:cubicBezTo>
                    <a:pt x="1264" y="1030"/>
                    <a:pt x="1266" y="1036"/>
                    <a:pt x="1266" y="1038"/>
                  </a:cubicBezTo>
                  <a:cubicBezTo>
                    <a:pt x="1266" y="1040"/>
                    <a:pt x="1265" y="1044"/>
                    <a:pt x="1264" y="1045"/>
                  </a:cubicBezTo>
                  <a:cubicBezTo>
                    <a:pt x="1263" y="1046"/>
                    <a:pt x="1260" y="1047"/>
                    <a:pt x="1259" y="1047"/>
                  </a:cubicBezTo>
                  <a:cubicBezTo>
                    <a:pt x="1257" y="1046"/>
                    <a:pt x="1257" y="1042"/>
                    <a:pt x="1256" y="1041"/>
                  </a:cubicBezTo>
                  <a:cubicBezTo>
                    <a:pt x="1255" y="1040"/>
                    <a:pt x="1253" y="1041"/>
                    <a:pt x="1252" y="1041"/>
                  </a:cubicBezTo>
                  <a:cubicBezTo>
                    <a:pt x="1251" y="1042"/>
                    <a:pt x="1250" y="1046"/>
                    <a:pt x="1250" y="1048"/>
                  </a:cubicBezTo>
                  <a:cubicBezTo>
                    <a:pt x="1250" y="1050"/>
                    <a:pt x="1251" y="1056"/>
                    <a:pt x="1251" y="1059"/>
                  </a:cubicBezTo>
                  <a:cubicBezTo>
                    <a:pt x="1251" y="1061"/>
                    <a:pt x="1250" y="1066"/>
                    <a:pt x="1248" y="1067"/>
                  </a:cubicBezTo>
                  <a:cubicBezTo>
                    <a:pt x="1247" y="1069"/>
                    <a:pt x="1243" y="1070"/>
                    <a:pt x="1241" y="1071"/>
                  </a:cubicBezTo>
                  <a:cubicBezTo>
                    <a:pt x="1238" y="1072"/>
                    <a:pt x="1231" y="1072"/>
                    <a:pt x="1228" y="1071"/>
                  </a:cubicBezTo>
                  <a:cubicBezTo>
                    <a:pt x="1226" y="1071"/>
                    <a:pt x="1222" y="1069"/>
                    <a:pt x="1221" y="1067"/>
                  </a:cubicBezTo>
                  <a:cubicBezTo>
                    <a:pt x="1220" y="1066"/>
                    <a:pt x="1219" y="1062"/>
                    <a:pt x="1220" y="1060"/>
                  </a:cubicBezTo>
                  <a:cubicBezTo>
                    <a:pt x="1220" y="1058"/>
                    <a:pt x="1224" y="1059"/>
                    <a:pt x="1226" y="1058"/>
                  </a:cubicBezTo>
                  <a:cubicBezTo>
                    <a:pt x="1228" y="1057"/>
                    <a:pt x="1232" y="1053"/>
                    <a:pt x="1234" y="1051"/>
                  </a:cubicBezTo>
                  <a:cubicBezTo>
                    <a:pt x="1235" y="1049"/>
                    <a:pt x="1239" y="1045"/>
                    <a:pt x="1240" y="1042"/>
                  </a:cubicBezTo>
                  <a:cubicBezTo>
                    <a:pt x="1240" y="1041"/>
                    <a:pt x="1240" y="1039"/>
                    <a:pt x="1239" y="1038"/>
                  </a:cubicBezTo>
                  <a:cubicBezTo>
                    <a:pt x="1238" y="1037"/>
                    <a:pt x="1236" y="1036"/>
                    <a:pt x="1235" y="1036"/>
                  </a:cubicBezTo>
                  <a:cubicBezTo>
                    <a:pt x="1234" y="1036"/>
                    <a:pt x="1232" y="1037"/>
                    <a:pt x="1231" y="1037"/>
                  </a:cubicBezTo>
                  <a:cubicBezTo>
                    <a:pt x="1230" y="1038"/>
                    <a:pt x="1230" y="1041"/>
                    <a:pt x="1229" y="1042"/>
                  </a:cubicBezTo>
                  <a:cubicBezTo>
                    <a:pt x="1228" y="1044"/>
                    <a:pt x="1226" y="1047"/>
                    <a:pt x="1225" y="1048"/>
                  </a:cubicBezTo>
                  <a:cubicBezTo>
                    <a:pt x="1224" y="1049"/>
                    <a:pt x="1221" y="1051"/>
                    <a:pt x="1219" y="1051"/>
                  </a:cubicBezTo>
                  <a:cubicBezTo>
                    <a:pt x="1218" y="1051"/>
                    <a:pt x="1216" y="1048"/>
                    <a:pt x="1215" y="1047"/>
                  </a:cubicBezTo>
                  <a:cubicBezTo>
                    <a:pt x="1213" y="1046"/>
                    <a:pt x="1211" y="1043"/>
                    <a:pt x="1209" y="1043"/>
                  </a:cubicBezTo>
                  <a:cubicBezTo>
                    <a:pt x="1207" y="1043"/>
                    <a:pt x="1204" y="1045"/>
                    <a:pt x="1202" y="1046"/>
                  </a:cubicBezTo>
                  <a:cubicBezTo>
                    <a:pt x="1201" y="1047"/>
                    <a:pt x="1199" y="1051"/>
                    <a:pt x="1199" y="1052"/>
                  </a:cubicBezTo>
                  <a:cubicBezTo>
                    <a:pt x="1199" y="1054"/>
                    <a:pt x="1200" y="1057"/>
                    <a:pt x="1200" y="1058"/>
                  </a:cubicBezTo>
                  <a:cubicBezTo>
                    <a:pt x="1199" y="1060"/>
                    <a:pt x="1196" y="1061"/>
                    <a:pt x="1195" y="1062"/>
                  </a:cubicBezTo>
                  <a:cubicBezTo>
                    <a:pt x="1194" y="1062"/>
                    <a:pt x="1191" y="1061"/>
                    <a:pt x="1189" y="1060"/>
                  </a:cubicBezTo>
                  <a:cubicBezTo>
                    <a:pt x="1188" y="1060"/>
                    <a:pt x="1187" y="1057"/>
                    <a:pt x="1186" y="1057"/>
                  </a:cubicBezTo>
                  <a:cubicBezTo>
                    <a:pt x="1184" y="1057"/>
                    <a:pt x="1182" y="1060"/>
                    <a:pt x="1181" y="1062"/>
                  </a:cubicBezTo>
                  <a:cubicBezTo>
                    <a:pt x="1180" y="1063"/>
                    <a:pt x="1178" y="1066"/>
                    <a:pt x="1177" y="1066"/>
                  </a:cubicBezTo>
                  <a:cubicBezTo>
                    <a:pt x="1175" y="1067"/>
                    <a:pt x="1170" y="1065"/>
                    <a:pt x="1168" y="1066"/>
                  </a:cubicBezTo>
                  <a:cubicBezTo>
                    <a:pt x="1167" y="1066"/>
                    <a:pt x="1164" y="1069"/>
                    <a:pt x="1163" y="1070"/>
                  </a:cubicBezTo>
                  <a:cubicBezTo>
                    <a:pt x="1163" y="1070"/>
                    <a:pt x="1162" y="1075"/>
                    <a:pt x="1161" y="1077"/>
                  </a:cubicBezTo>
                  <a:cubicBezTo>
                    <a:pt x="1161" y="1078"/>
                    <a:pt x="1159" y="1079"/>
                    <a:pt x="1159" y="1080"/>
                  </a:cubicBezTo>
                  <a:cubicBezTo>
                    <a:pt x="1158" y="1082"/>
                    <a:pt x="1155" y="1084"/>
                    <a:pt x="1156" y="1086"/>
                  </a:cubicBezTo>
                  <a:cubicBezTo>
                    <a:pt x="1156" y="1087"/>
                    <a:pt x="1157" y="1088"/>
                    <a:pt x="1158" y="1088"/>
                  </a:cubicBezTo>
                  <a:cubicBezTo>
                    <a:pt x="1159" y="1089"/>
                    <a:pt x="1162" y="1088"/>
                    <a:pt x="1163" y="1089"/>
                  </a:cubicBezTo>
                  <a:cubicBezTo>
                    <a:pt x="1164" y="1089"/>
                    <a:pt x="1163" y="1091"/>
                    <a:pt x="1163" y="1092"/>
                  </a:cubicBezTo>
                  <a:cubicBezTo>
                    <a:pt x="1162" y="1093"/>
                    <a:pt x="1160" y="1095"/>
                    <a:pt x="1160" y="1096"/>
                  </a:cubicBezTo>
                  <a:cubicBezTo>
                    <a:pt x="1159" y="1096"/>
                    <a:pt x="1158" y="1098"/>
                    <a:pt x="1158" y="1099"/>
                  </a:cubicBezTo>
                  <a:cubicBezTo>
                    <a:pt x="1157" y="1100"/>
                    <a:pt x="1158" y="1102"/>
                    <a:pt x="1159" y="1102"/>
                  </a:cubicBezTo>
                  <a:cubicBezTo>
                    <a:pt x="1161" y="1103"/>
                    <a:pt x="1166" y="1100"/>
                    <a:pt x="1168" y="1101"/>
                  </a:cubicBezTo>
                  <a:cubicBezTo>
                    <a:pt x="1169" y="1101"/>
                    <a:pt x="1171" y="1103"/>
                    <a:pt x="1171" y="1104"/>
                  </a:cubicBezTo>
                  <a:cubicBezTo>
                    <a:pt x="1171" y="1106"/>
                    <a:pt x="1169" y="1110"/>
                    <a:pt x="1167" y="1111"/>
                  </a:cubicBezTo>
                  <a:cubicBezTo>
                    <a:pt x="1165" y="1112"/>
                    <a:pt x="1161" y="1114"/>
                    <a:pt x="1158" y="1114"/>
                  </a:cubicBezTo>
                  <a:cubicBezTo>
                    <a:pt x="1156" y="1114"/>
                    <a:pt x="1153" y="1111"/>
                    <a:pt x="1151" y="1111"/>
                  </a:cubicBezTo>
                  <a:cubicBezTo>
                    <a:pt x="1150" y="1111"/>
                    <a:pt x="1147" y="1112"/>
                    <a:pt x="1146" y="1113"/>
                  </a:cubicBezTo>
                  <a:cubicBezTo>
                    <a:pt x="1145" y="1114"/>
                    <a:pt x="1145" y="1118"/>
                    <a:pt x="1144" y="1119"/>
                  </a:cubicBezTo>
                  <a:cubicBezTo>
                    <a:pt x="1142" y="1120"/>
                    <a:pt x="1138" y="1121"/>
                    <a:pt x="1137" y="1122"/>
                  </a:cubicBezTo>
                  <a:cubicBezTo>
                    <a:pt x="1136" y="1123"/>
                    <a:pt x="1136" y="1124"/>
                    <a:pt x="1136" y="1125"/>
                  </a:cubicBezTo>
                  <a:cubicBezTo>
                    <a:pt x="1136" y="1126"/>
                    <a:pt x="1136" y="1129"/>
                    <a:pt x="1136" y="1130"/>
                  </a:cubicBezTo>
                  <a:cubicBezTo>
                    <a:pt x="1135" y="1131"/>
                    <a:pt x="1132" y="1133"/>
                    <a:pt x="1131" y="1133"/>
                  </a:cubicBezTo>
                  <a:cubicBezTo>
                    <a:pt x="1130" y="1133"/>
                    <a:pt x="1128" y="1131"/>
                    <a:pt x="1127" y="1131"/>
                  </a:cubicBezTo>
                  <a:cubicBezTo>
                    <a:pt x="1125" y="1131"/>
                    <a:pt x="1122" y="1132"/>
                    <a:pt x="1120" y="1133"/>
                  </a:cubicBezTo>
                  <a:cubicBezTo>
                    <a:pt x="1118" y="1134"/>
                    <a:pt x="1112" y="1136"/>
                    <a:pt x="1110" y="1139"/>
                  </a:cubicBezTo>
                  <a:cubicBezTo>
                    <a:pt x="1109" y="1140"/>
                    <a:pt x="1107" y="1144"/>
                    <a:pt x="1107" y="1146"/>
                  </a:cubicBezTo>
                  <a:cubicBezTo>
                    <a:pt x="1107" y="1148"/>
                    <a:pt x="1111" y="1151"/>
                    <a:pt x="1112" y="1153"/>
                  </a:cubicBezTo>
                  <a:cubicBezTo>
                    <a:pt x="1113" y="1154"/>
                    <a:pt x="1114" y="1156"/>
                    <a:pt x="1114" y="1158"/>
                  </a:cubicBezTo>
                  <a:cubicBezTo>
                    <a:pt x="1114" y="1159"/>
                    <a:pt x="1113" y="1163"/>
                    <a:pt x="1111" y="1164"/>
                  </a:cubicBezTo>
                  <a:cubicBezTo>
                    <a:pt x="1110" y="1165"/>
                    <a:pt x="1106" y="1165"/>
                    <a:pt x="1105" y="1164"/>
                  </a:cubicBezTo>
                  <a:cubicBezTo>
                    <a:pt x="1103" y="1164"/>
                    <a:pt x="1101" y="1161"/>
                    <a:pt x="1100" y="1160"/>
                  </a:cubicBezTo>
                  <a:cubicBezTo>
                    <a:pt x="1099" y="1158"/>
                    <a:pt x="1099" y="1154"/>
                    <a:pt x="1098" y="1152"/>
                  </a:cubicBezTo>
                  <a:cubicBezTo>
                    <a:pt x="1097" y="1151"/>
                    <a:pt x="1095" y="1151"/>
                    <a:pt x="1094" y="1151"/>
                  </a:cubicBezTo>
                  <a:cubicBezTo>
                    <a:pt x="1093" y="1151"/>
                    <a:pt x="1091" y="1152"/>
                    <a:pt x="1090" y="1153"/>
                  </a:cubicBezTo>
                  <a:cubicBezTo>
                    <a:pt x="1089" y="1154"/>
                    <a:pt x="1087" y="1157"/>
                    <a:pt x="1086" y="1158"/>
                  </a:cubicBezTo>
                  <a:cubicBezTo>
                    <a:pt x="1084" y="1161"/>
                    <a:pt x="1079" y="1166"/>
                    <a:pt x="1076" y="1169"/>
                  </a:cubicBezTo>
                  <a:cubicBezTo>
                    <a:pt x="1073" y="1171"/>
                    <a:pt x="1069" y="1175"/>
                    <a:pt x="1066" y="1177"/>
                  </a:cubicBezTo>
                  <a:cubicBezTo>
                    <a:pt x="1063" y="1179"/>
                    <a:pt x="1058" y="1181"/>
                    <a:pt x="1056" y="1183"/>
                  </a:cubicBezTo>
                  <a:cubicBezTo>
                    <a:pt x="1054" y="1184"/>
                    <a:pt x="1050" y="1187"/>
                    <a:pt x="1049" y="1189"/>
                  </a:cubicBezTo>
                  <a:cubicBezTo>
                    <a:pt x="1048" y="1191"/>
                    <a:pt x="1047" y="1196"/>
                    <a:pt x="1046" y="1198"/>
                  </a:cubicBezTo>
                  <a:cubicBezTo>
                    <a:pt x="1045" y="1199"/>
                    <a:pt x="1043" y="1200"/>
                    <a:pt x="1042" y="1201"/>
                  </a:cubicBezTo>
                  <a:cubicBezTo>
                    <a:pt x="1040" y="1202"/>
                    <a:pt x="1037" y="1204"/>
                    <a:pt x="1036" y="1205"/>
                  </a:cubicBezTo>
                  <a:cubicBezTo>
                    <a:pt x="1035" y="1207"/>
                    <a:pt x="1034" y="1212"/>
                    <a:pt x="1033" y="1214"/>
                  </a:cubicBezTo>
                  <a:cubicBezTo>
                    <a:pt x="1032" y="1217"/>
                    <a:pt x="1028" y="1223"/>
                    <a:pt x="1027" y="1226"/>
                  </a:cubicBezTo>
                  <a:cubicBezTo>
                    <a:pt x="1026" y="1229"/>
                    <a:pt x="1025" y="1235"/>
                    <a:pt x="1024" y="1238"/>
                  </a:cubicBezTo>
                  <a:cubicBezTo>
                    <a:pt x="1024" y="1241"/>
                    <a:pt x="1023" y="1246"/>
                    <a:pt x="1024" y="1249"/>
                  </a:cubicBezTo>
                  <a:cubicBezTo>
                    <a:pt x="1024" y="1253"/>
                    <a:pt x="1028" y="1260"/>
                    <a:pt x="1029" y="1264"/>
                  </a:cubicBezTo>
                  <a:cubicBezTo>
                    <a:pt x="1029" y="1266"/>
                    <a:pt x="1028" y="1271"/>
                    <a:pt x="1028" y="1274"/>
                  </a:cubicBezTo>
                  <a:cubicBezTo>
                    <a:pt x="1027" y="1276"/>
                    <a:pt x="1024" y="1280"/>
                    <a:pt x="1022" y="1282"/>
                  </a:cubicBezTo>
                  <a:cubicBezTo>
                    <a:pt x="1021" y="1283"/>
                    <a:pt x="1019" y="1286"/>
                    <a:pt x="1018" y="1288"/>
                  </a:cubicBezTo>
                  <a:cubicBezTo>
                    <a:pt x="1018" y="1290"/>
                    <a:pt x="1017" y="1294"/>
                    <a:pt x="1017" y="1297"/>
                  </a:cubicBezTo>
                  <a:cubicBezTo>
                    <a:pt x="1017" y="1298"/>
                    <a:pt x="1018" y="1302"/>
                    <a:pt x="1019" y="1304"/>
                  </a:cubicBezTo>
                  <a:cubicBezTo>
                    <a:pt x="1020" y="1306"/>
                    <a:pt x="1022" y="1311"/>
                    <a:pt x="1023" y="1313"/>
                  </a:cubicBezTo>
                  <a:cubicBezTo>
                    <a:pt x="1023" y="1316"/>
                    <a:pt x="1022" y="1321"/>
                    <a:pt x="1022" y="1323"/>
                  </a:cubicBezTo>
                  <a:cubicBezTo>
                    <a:pt x="1021" y="1326"/>
                    <a:pt x="1018" y="1330"/>
                    <a:pt x="1017" y="1333"/>
                  </a:cubicBezTo>
                  <a:cubicBezTo>
                    <a:pt x="1017" y="1336"/>
                    <a:pt x="1018" y="1342"/>
                    <a:pt x="1018" y="1344"/>
                  </a:cubicBezTo>
                  <a:cubicBezTo>
                    <a:pt x="1018" y="1346"/>
                    <a:pt x="1018" y="1350"/>
                    <a:pt x="1017" y="1352"/>
                  </a:cubicBezTo>
                  <a:cubicBezTo>
                    <a:pt x="1017" y="1353"/>
                    <a:pt x="1014" y="1354"/>
                    <a:pt x="1013" y="1355"/>
                  </a:cubicBezTo>
                  <a:cubicBezTo>
                    <a:pt x="1012" y="1357"/>
                    <a:pt x="1013" y="1362"/>
                    <a:pt x="1012" y="1363"/>
                  </a:cubicBezTo>
                  <a:cubicBezTo>
                    <a:pt x="1011" y="1365"/>
                    <a:pt x="1007" y="1368"/>
                    <a:pt x="1006" y="1370"/>
                  </a:cubicBezTo>
                  <a:cubicBezTo>
                    <a:pt x="1006" y="1372"/>
                    <a:pt x="1007" y="1378"/>
                    <a:pt x="1007" y="1380"/>
                  </a:cubicBezTo>
                  <a:cubicBezTo>
                    <a:pt x="1007" y="1382"/>
                    <a:pt x="1005" y="1385"/>
                    <a:pt x="1005" y="1387"/>
                  </a:cubicBezTo>
                  <a:cubicBezTo>
                    <a:pt x="1004" y="1389"/>
                    <a:pt x="1004" y="1392"/>
                    <a:pt x="1005" y="1394"/>
                  </a:cubicBezTo>
                  <a:cubicBezTo>
                    <a:pt x="1005" y="1395"/>
                    <a:pt x="1007" y="1396"/>
                    <a:pt x="1007" y="1397"/>
                  </a:cubicBezTo>
                  <a:cubicBezTo>
                    <a:pt x="1008" y="1399"/>
                    <a:pt x="1008" y="1402"/>
                    <a:pt x="1008" y="1403"/>
                  </a:cubicBezTo>
                  <a:cubicBezTo>
                    <a:pt x="1007" y="1406"/>
                    <a:pt x="1003" y="1409"/>
                    <a:pt x="1002" y="1411"/>
                  </a:cubicBezTo>
                  <a:cubicBezTo>
                    <a:pt x="1002" y="1413"/>
                    <a:pt x="1002" y="1418"/>
                    <a:pt x="1002" y="1420"/>
                  </a:cubicBezTo>
                  <a:cubicBezTo>
                    <a:pt x="1002" y="1426"/>
                    <a:pt x="1004" y="1436"/>
                    <a:pt x="1005" y="1442"/>
                  </a:cubicBezTo>
                  <a:cubicBezTo>
                    <a:pt x="1005" y="1445"/>
                    <a:pt x="1006" y="1451"/>
                    <a:pt x="1006" y="1454"/>
                  </a:cubicBezTo>
                  <a:cubicBezTo>
                    <a:pt x="1006" y="1456"/>
                    <a:pt x="1005" y="1461"/>
                    <a:pt x="1004" y="1463"/>
                  </a:cubicBezTo>
                  <a:cubicBezTo>
                    <a:pt x="1002" y="1465"/>
                    <a:pt x="998" y="1468"/>
                    <a:pt x="997" y="1470"/>
                  </a:cubicBezTo>
                  <a:cubicBezTo>
                    <a:pt x="996" y="1472"/>
                    <a:pt x="996" y="1478"/>
                    <a:pt x="995" y="1480"/>
                  </a:cubicBezTo>
                  <a:cubicBezTo>
                    <a:pt x="995" y="1482"/>
                    <a:pt x="995" y="1485"/>
                    <a:pt x="994" y="1487"/>
                  </a:cubicBezTo>
                  <a:cubicBezTo>
                    <a:pt x="994" y="1488"/>
                    <a:pt x="990" y="1491"/>
                    <a:pt x="989" y="1493"/>
                  </a:cubicBezTo>
                  <a:cubicBezTo>
                    <a:pt x="988" y="1495"/>
                    <a:pt x="990" y="1501"/>
                    <a:pt x="990" y="1501"/>
                  </a:cubicBezTo>
                  <a:cubicBezTo>
                    <a:pt x="990" y="1502"/>
                    <a:pt x="992" y="1506"/>
                    <a:pt x="992" y="1508"/>
                  </a:cubicBezTo>
                  <a:cubicBezTo>
                    <a:pt x="992" y="1512"/>
                    <a:pt x="990" y="1519"/>
                    <a:pt x="988" y="1523"/>
                  </a:cubicBezTo>
                  <a:cubicBezTo>
                    <a:pt x="986" y="1525"/>
                    <a:pt x="981" y="1527"/>
                    <a:pt x="979" y="1530"/>
                  </a:cubicBezTo>
                  <a:cubicBezTo>
                    <a:pt x="977" y="1531"/>
                    <a:pt x="974" y="1537"/>
                    <a:pt x="974" y="1538"/>
                  </a:cubicBezTo>
                  <a:cubicBezTo>
                    <a:pt x="974" y="1538"/>
                    <a:pt x="973" y="1548"/>
                    <a:pt x="973" y="1552"/>
                  </a:cubicBezTo>
                  <a:cubicBezTo>
                    <a:pt x="973" y="1554"/>
                    <a:pt x="974" y="1559"/>
                    <a:pt x="976" y="1560"/>
                  </a:cubicBezTo>
                  <a:cubicBezTo>
                    <a:pt x="977" y="1561"/>
                    <a:pt x="981" y="1561"/>
                    <a:pt x="982" y="1561"/>
                  </a:cubicBezTo>
                  <a:cubicBezTo>
                    <a:pt x="984" y="1560"/>
                    <a:pt x="987" y="1556"/>
                    <a:pt x="989" y="1555"/>
                  </a:cubicBezTo>
                  <a:cubicBezTo>
                    <a:pt x="989" y="1555"/>
                    <a:pt x="991" y="1556"/>
                    <a:pt x="992" y="1556"/>
                  </a:cubicBezTo>
                  <a:cubicBezTo>
                    <a:pt x="994" y="1557"/>
                    <a:pt x="997" y="1560"/>
                    <a:pt x="999" y="1560"/>
                  </a:cubicBezTo>
                  <a:cubicBezTo>
                    <a:pt x="1001" y="1560"/>
                    <a:pt x="1005" y="1557"/>
                    <a:pt x="1007" y="1556"/>
                  </a:cubicBezTo>
                  <a:cubicBezTo>
                    <a:pt x="1008" y="1555"/>
                    <a:pt x="1009" y="1551"/>
                    <a:pt x="1011" y="1551"/>
                  </a:cubicBezTo>
                  <a:cubicBezTo>
                    <a:pt x="1013" y="1549"/>
                    <a:pt x="1017" y="1550"/>
                    <a:pt x="1019" y="1549"/>
                  </a:cubicBezTo>
                  <a:cubicBezTo>
                    <a:pt x="1020" y="1548"/>
                    <a:pt x="1021" y="1543"/>
                    <a:pt x="1023" y="1542"/>
                  </a:cubicBezTo>
                  <a:cubicBezTo>
                    <a:pt x="1024" y="1541"/>
                    <a:pt x="1027" y="1541"/>
                    <a:pt x="1028" y="1542"/>
                  </a:cubicBezTo>
                  <a:cubicBezTo>
                    <a:pt x="1030" y="1542"/>
                    <a:pt x="1033" y="1545"/>
                    <a:pt x="1033" y="1546"/>
                  </a:cubicBezTo>
                  <a:cubicBezTo>
                    <a:pt x="1034" y="1548"/>
                    <a:pt x="1030" y="1552"/>
                    <a:pt x="1031" y="1554"/>
                  </a:cubicBezTo>
                  <a:cubicBezTo>
                    <a:pt x="1032" y="1557"/>
                    <a:pt x="1039" y="1558"/>
                    <a:pt x="1041" y="1560"/>
                  </a:cubicBezTo>
                  <a:cubicBezTo>
                    <a:pt x="1042" y="1561"/>
                    <a:pt x="1045" y="1564"/>
                    <a:pt x="1045" y="1566"/>
                  </a:cubicBezTo>
                  <a:cubicBezTo>
                    <a:pt x="1046" y="1568"/>
                    <a:pt x="1044" y="1571"/>
                    <a:pt x="1044" y="1573"/>
                  </a:cubicBezTo>
                  <a:cubicBezTo>
                    <a:pt x="1044" y="1574"/>
                    <a:pt x="1044" y="1576"/>
                    <a:pt x="1045" y="1576"/>
                  </a:cubicBezTo>
                  <a:cubicBezTo>
                    <a:pt x="1046" y="1577"/>
                    <a:pt x="1050" y="1577"/>
                    <a:pt x="1052" y="1576"/>
                  </a:cubicBezTo>
                  <a:cubicBezTo>
                    <a:pt x="1053" y="1576"/>
                    <a:pt x="1057" y="1574"/>
                    <a:pt x="1058" y="1573"/>
                  </a:cubicBezTo>
                  <a:cubicBezTo>
                    <a:pt x="1059" y="1571"/>
                    <a:pt x="1058" y="1567"/>
                    <a:pt x="1057" y="1565"/>
                  </a:cubicBezTo>
                  <a:cubicBezTo>
                    <a:pt x="1056" y="1564"/>
                    <a:pt x="1052" y="1562"/>
                    <a:pt x="1051" y="1561"/>
                  </a:cubicBezTo>
                  <a:cubicBezTo>
                    <a:pt x="1050" y="1559"/>
                    <a:pt x="1048" y="1556"/>
                    <a:pt x="1048" y="1554"/>
                  </a:cubicBezTo>
                  <a:cubicBezTo>
                    <a:pt x="1047" y="1552"/>
                    <a:pt x="1049" y="1547"/>
                    <a:pt x="1050" y="1546"/>
                  </a:cubicBezTo>
                  <a:cubicBezTo>
                    <a:pt x="1051" y="1544"/>
                    <a:pt x="1053" y="1542"/>
                    <a:pt x="1055" y="1541"/>
                  </a:cubicBezTo>
                  <a:cubicBezTo>
                    <a:pt x="1056" y="1540"/>
                    <a:pt x="1060" y="1539"/>
                    <a:pt x="1061" y="1539"/>
                  </a:cubicBezTo>
                  <a:cubicBezTo>
                    <a:pt x="1063" y="1540"/>
                    <a:pt x="1065" y="1542"/>
                    <a:pt x="1065" y="1543"/>
                  </a:cubicBezTo>
                  <a:cubicBezTo>
                    <a:pt x="1065" y="1544"/>
                    <a:pt x="1064" y="1548"/>
                    <a:pt x="1063" y="1549"/>
                  </a:cubicBezTo>
                  <a:cubicBezTo>
                    <a:pt x="1062" y="1550"/>
                    <a:pt x="1059" y="1550"/>
                    <a:pt x="1059" y="1551"/>
                  </a:cubicBezTo>
                  <a:cubicBezTo>
                    <a:pt x="1058" y="1552"/>
                    <a:pt x="1057" y="1554"/>
                    <a:pt x="1057" y="1555"/>
                  </a:cubicBezTo>
                  <a:cubicBezTo>
                    <a:pt x="1057" y="1556"/>
                    <a:pt x="1058" y="1558"/>
                    <a:pt x="1059" y="1559"/>
                  </a:cubicBezTo>
                  <a:cubicBezTo>
                    <a:pt x="1061" y="1559"/>
                    <a:pt x="1064" y="1558"/>
                    <a:pt x="1065" y="1557"/>
                  </a:cubicBezTo>
                  <a:cubicBezTo>
                    <a:pt x="1067" y="1556"/>
                    <a:pt x="1069" y="1554"/>
                    <a:pt x="1070" y="1553"/>
                  </a:cubicBezTo>
                  <a:cubicBezTo>
                    <a:pt x="1071" y="1553"/>
                    <a:pt x="1075" y="1553"/>
                    <a:pt x="1076" y="1554"/>
                  </a:cubicBezTo>
                  <a:cubicBezTo>
                    <a:pt x="1077" y="1555"/>
                    <a:pt x="1076" y="1558"/>
                    <a:pt x="1075" y="1559"/>
                  </a:cubicBezTo>
                  <a:cubicBezTo>
                    <a:pt x="1075" y="1560"/>
                    <a:pt x="1074" y="1562"/>
                    <a:pt x="1074" y="1563"/>
                  </a:cubicBezTo>
                  <a:cubicBezTo>
                    <a:pt x="1074" y="1565"/>
                    <a:pt x="1076" y="1568"/>
                    <a:pt x="1076" y="1570"/>
                  </a:cubicBezTo>
                  <a:cubicBezTo>
                    <a:pt x="1076" y="1571"/>
                    <a:pt x="1075" y="1573"/>
                    <a:pt x="1074" y="1574"/>
                  </a:cubicBezTo>
                  <a:cubicBezTo>
                    <a:pt x="1074" y="1575"/>
                    <a:pt x="1071" y="1577"/>
                    <a:pt x="1070" y="1578"/>
                  </a:cubicBezTo>
                  <a:cubicBezTo>
                    <a:pt x="1070" y="1579"/>
                    <a:pt x="1070" y="1581"/>
                    <a:pt x="1071" y="1582"/>
                  </a:cubicBezTo>
                  <a:cubicBezTo>
                    <a:pt x="1072" y="1583"/>
                    <a:pt x="1076" y="1582"/>
                    <a:pt x="1077" y="1581"/>
                  </a:cubicBezTo>
                  <a:cubicBezTo>
                    <a:pt x="1079" y="1580"/>
                    <a:pt x="1082" y="1577"/>
                    <a:pt x="1083" y="1576"/>
                  </a:cubicBezTo>
                  <a:cubicBezTo>
                    <a:pt x="1085" y="1575"/>
                    <a:pt x="1088" y="1575"/>
                    <a:pt x="1089" y="1574"/>
                  </a:cubicBezTo>
                  <a:cubicBezTo>
                    <a:pt x="1090" y="1573"/>
                    <a:pt x="1092" y="1571"/>
                    <a:pt x="1092" y="1570"/>
                  </a:cubicBezTo>
                  <a:cubicBezTo>
                    <a:pt x="1092" y="1568"/>
                    <a:pt x="1089" y="1566"/>
                    <a:pt x="1089" y="1565"/>
                  </a:cubicBezTo>
                  <a:cubicBezTo>
                    <a:pt x="1089" y="1563"/>
                    <a:pt x="1092" y="1560"/>
                    <a:pt x="1093" y="1558"/>
                  </a:cubicBezTo>
                  <a:cubicBezTo>
                    <a:pt x="1093" y="1557"/>
                    <a:pt x="1093" y="1554"/>
                    <a:pt x="1093" y="1552"/>
                  </a:cubicBezTo>
                  <a:cubicBezTo>
                    <a:pt x="1094" y="1551"/>
                    <a:pt x="1094" y="1546"/>
                    <a:pt x="1096" y="1545"/>
                  </a:cubicBezTo>
                  <a:cubicBezTo>
                    <a:pt x="1096" y="1544"/>
                    <a:pt x="1098" y="1543"/>
                    <a:pt x="1099" y="1544"/>
                  </a:cubicBezTo>
                  <a:cubicBezTo>
                    <a:pt x="1100" y="1544"/>
                    <a:pt x="1100" y="1547"/>
                    <a:pt x="1100" y="1548"/>
                  </a:cubicBezTo>
                  <a:cubicBezTo>
                    <a:pt x="1100" y="1550"/>
                    <a:pt x="1100" y="1554"/>
                    <a:pt x="1101" y="1555"/>
                  </a:cubicBezTo>
                  <a:cubicBezTo>
                    <a:pt x="1101" y="1556"/>
                    <a:pt x="1103" y="1559"/>
                    <a:pt x="1104" y="1559"/>
                  </a:cubicBezTo>
                  <a:cubicBezTo>
                    <a:pt x="1105" y="1559"/>
                    <a:pt x="1105" y="1557"/>
                    <a:pt x="1105" y="1556"/>
                  </a:cubicBezTo>
                  <a:cubicBezTo>
                    <a:pt x="1106" y="1554"/>
                    <a:pt x="1107" y="1549"/>
                    <a:pt x="1107" y="1546"/>
                  </a:cubicBezTo>
                  <a:cubicBezTo>
                    <a:pt x="1107" y="1544"/>
                    <a:pt x="1105" y="1540"/>
                    <a:pt x="1103" y="1537"/>
                  </a:cubicBezTo>
                  <a:cubicBezTo>
                    <a:pt x="1102" y="1536"/>
                    <a:pt x="1100" y="1534"/>
                    <a:pt x="1099" y="1532"/>
                  </a:cubicBezTo>
                  <a:cubicBezTo>
                    <a:pt x="1097" y="1531"/>
                    <a:pt x="1093" y="1530"/>
                    <a:pt x="1092" y="1528"/>
                  </a:cubicBezTo>
                  <a:cubicBezTo>
                    <a:pt x="1091" y="1527"/>
                    <a:pt x="1090" y="1524"/>
                    <a:pt x="1090" y="1523"/>
                  </a:cubicBezTo>
                  <a:cubicBezTo>
                    <a:pt x="1090" y="1522"/>
                    <a:pt x="1091" y="1520"/>
                    <a:pt x="1091" y="1519"/>
                  </a:cubicBezTo>
                  <a:cubicBezTo>
                    <a:pt x="1093" y="1518"/>
                    <a:pt x="1097" y="1519"/>
                    <a:pt x="1098" y="1519"/>
                  </a:cubicBezTo>
                  <a:cubicBezTo>
                    <a:pt x="1099" y="1519"/>
                    <a:pt x="1102" y="1520"/>
                    <a:pt x="1103" y="1519"/>
                  </a:cubicBezTo>
                  <a:cubicBezTo>
                    <a:pt x="1106" y="1518"/>
                    <a:pt x="1108" y="1513"/>
                    <a:pt x="1110" y="1512"/>
                  </a:cubicBezTo>
                  <a:cubicBezTo>
                    <a:pt x="1112" y="1510"/>
                    <a:pt x="1117" y="1507"/>
                    <a:pt x="1119" y="1507"/>
                  </a:cubicBezTo>
                  <a:cubicBezTo>
                    <a:pt x="1121" y="1506"/>
                    <a:pt x="1125" y="1508"/>
                    <a:pt x="1127" y="1508"/>
                  </a:cubicBezTo>
                  <a:cubicBezTo>
                    <a:pt x="1129" y="1508"/>
                    <a:pt x="1133" y="1505"/>
                    <a:pt x="1135" y="1506"/>
                  </a:cubicBezTo>
                  <a:cubicBezTo>
                    <a:pt x="1137" y="1506"/>
                    <a:pt x="1140" y="1509"/>
                    <a:pt x="1142" y="1510"/>
                  </a:cubicBezTo>
                  <a:cubicBezTo>
                    <a:pt x="1144" y="1511"/>
                    <a:pt x="1148" y="1512"/>
                    <a:pt x="1150" y="1513"/>
                  </a:cubicBezTo>
                  <a:cubicBezTo>
                    <a:pt x="1151" y="1513"/>
                    <a:pt x="1153" y="1512"/>
                    <a:pt x="1154" y="1512"/>
                  </a:cubicBezTo>
                  <a:cubicBezTo>
                    <a:pt x="1156" y="1513"/>
                    <a:pt x="1157" y="1519"/>
                    <a:pt x="1159" y="1520"/>
                  </a:cubicBezTo>
                  <a:cubicBezTo>
                    <a:pt x="1161" y="1521"/>
                    <a:pt x="1165" y="1520"/>
                    <a:pt x="1167" y="1520"/>
                  </a:cubicBezTo>
                  <a:cubicBezTo>
                    <a:pt x="1169" y="1520"/>
                    <a:pt x="1172" y="1518"/>
                    <a:pt x="1173" y="1519"/>
                  </a:cubicBezTo>
                  <a:cubicBezTo>
                    <a:pt x="1174" y="1519"/>
                    <a:pt x="1176" y="1522"/>
                    <a:pt x="1178" y="1522"/>
                  </a:cubicBezTo>
                  <a:cubicBezTo>
                    <a:pt x="1179" y="1523"/>
                    <a:pt x="1182" y="1521"/>
                    <a:pt x="1184" y="1521"/>
                  </a:cubicBezTo>
                  <a:cubicBezTo>
                    <a:pt x="1187" y="1521"/>
                    <a:pt x="1191" y="1522"/>
                    <a:pt x="1193" y="1523"/>
                  </a:cubicBezTo>
                  <a:cubicBezTo>
                    <a:pt x="1195" y="1525"/>
                    <a:pt x="1198" y="1529"/>
                    <a:pt x="1199" y="1532"/>
                  </a:cubicBezTo>
                  <a:cubicBezTo>
                    <a:pt x="1199" y="1533"/>
                    <a:pt x="1196" y="1537"/>
                    <a:pt x="1197" y="1539"/>
                  </a:cubicBezTo>
                  <a:cubicBezTo>
                    <a:pt x="1197" y="1540"/>
                    <a:pt x="1200" y="1541"/>
                    <a:pt x="1201" y="1541"/>
                  </a:cubicBezTo>
                  <a:cubicBezTo>
                    <a:pt x="1203" y="1542"/>
                    <a:pt x="1206" y="1544"/>
                    <a:pt x="1208" y="1545"/>
                  </a:cubicBezTo>
                  <a:cubicBezTo>
                    <a:pt x="1209" y="1547"/>
                    <a:pt x="1210" y="1551"/>
                    <a:pt x="1211" y="1553"/>
                  </a:cubicBezTo>
                  <a:cubicBezTo>
                    <a:pt x="1211" y="1555"/>
                    <a:pt x="1211" y="1560"/>
                    <a:pt x="1213" y="1561"/>
                  </a:cubicBezTo>
                  <a:cubicBezTo>
                    <a:pt x="1214" y="1563"/>
                    <a:pt x="1218" y="1566"/>
                    <a:pt x="1220" y="1567"/>
                  </a:cubicBezTo>
                  <a:cubicBezTo>
                    <a:pt x="1221" y="1567"/>
                    <a:pt x="1225" y="1566"/>
                    <a:pt x="1226" y="1567"/>
                  </a:cubicBezTo>
                  <a:cubicBezTo>
                    <a:pt x="1228" y="1568"/>
                    <a:pt x="1229" y="1572"/>
                    <a:pt x="1230" y="1574"/>
                  </a:cubicBezTo>
                  <a:cubicBezTo>
                    <a:pt x="1232" y="1576"/>
                    <a:pt x="1237" y="1577"/>
                    <a:pt x="1239" y="1579"/>
                  </a:cubicBezTo>
                  <a:cubicBezTo>
                    <a:pt x="1240" y="1580"/>
                    <a:pt x="1239" y="1585"/>
                    <a:pt x="1239" y="1587"/>
                  </a:cubicBezTo>
                  <a:cubicBezTo>
                    <a:pt x="1238" y="1588"/>
                    <a:pt x="1236" y="1591"/>
                    <a:pt x="1236" y="1592"/>
                  </a:cubicBezTo>
                  <a:cubicBezTo>
                    <a:pt x="1236" y="1594"/>
                    <a:pt x="1239" y="1596"/>
                    <a:pt x="1239" y="1598"/>
                  </a:cubicBezTo>
                  <a:cubicBezTo>
                    <a:pt x="1240" y="1600"/>
                    <a:pt x="1239" y="1604"/>
                    <a:pt x="1238" y="1606"/>
                  </a:cubicBezTo>
                  <a:cubicBezTo>
                    <a:pt x="1237" y="1608"/>
                    <a:pt x="1234" y="1610"/>
                    <a:pt x="1234" y="1612"/>
                  </a:cubicBezTo>
                  <a:cubicBezTo>
                    <a:pt x="1234" y="1613"/>
                    <a:pt x="1237" y="1614"/>
                    <a:pt x="1238" y="1615"/>
                  </a:cubicBezTo>
                  <a:cubicBezTo>
                    <a:pt x="1239" y="1616"/>
                    <a:pt x="1242" y="1619"/>
                    <a:pt x="1242" y="1621"/>
                  </a:cubicBezTo>
                  <a:cubicBezTo>
                    <a:pt x="1242" y="1622"/>
                    <a:pt x="1240" y="1625"/>
                    <a:pt x="1240" y="1627"/>
                  </a:cubicBezTo>
                  <a:cubicBezTo>
                    <a:pt x="1239" y="1629"/>
                    <a:pt x="1239" y="1633"/>
                    <a:pt x="1239" y="1635"/>
                  </a:cubicBezTo>
                  <a:cubicBezTo>
                    <a:pt x="1240" y="1640"/>
                    <a:pt x="1247" y="1650"/>
                    <a:pt x="1249" y="1655"/>
                  </a:cubicBezTo>
                  <a:cubicBezTo>
                    <a:pt x="1252" y="1660"/>
                    <a:pt x="1256" y="1670"/>
                    <a:pt x="1259" y="1675"/>
                  </a:cubicBezTo>
                  <a:cubicBezTo>
                    <a:pt x="1261" y="1676"/>
                    <a:pt x="1265" y="1679"/>
                    <a:pt x="1267" y="1680"/>
                  </a:cubicBezTo>
                  <a:cubicBezTo>
                    <a:pt x="1269" y="1681"/>
                    <a:pt x="1273" y="1683"/>
                    <a:pt x="1274" y="1685"/>
                  </a:cubicBezTo>
                  <a:cubicBezTo>
                    <a:pt x="1276" y="1688"/>
                    <a:pt x="1275" y="1693"/>
                    <a:pt x="1275" y="1695"/>
                  </a:cubicBezTo>
                  <a:cubicBezTo>
                    <a:pt x="1276" y="1697"/>
                    <a:pt x="1275" y="1701"/>
                    <a:pt x="1276" y="1703"/>
                  </a:cubicBezTo>
                  <a:cubicBezTo>
                    <a:pt x="1279" y="1706"/>
                    <a:pt x="1288" y="1707"/>
                    <a:pt x="1290" y="1711"/>
                  </a:cubicBezTo>
                  <a:cubicBezTo>
                    <a:pt x="1292" y="1713"/>
                    <a:pt x="1290" y="1720"/>
                    <a:pt x="1291" y="1722"/>
                  </a:cubicBezTo>
                  <a:cubicBezTo>
                    <a:pt x="1292" y="1725"/>
                    <a:pt x="1295" y="1730"/>
                    <a:pt x="1297" y="1733"/>
                  </a:cubicBezTo>
                  <a:cubicBezTo>
                    <a:pt x="1299" y="1735"/>
                    <a:pt x="1302" y="1740"/>
                    <a:pt x="1303" y="1743"/>
                  </a:cubicBezTo>
                  <a:cubicBezTo>
                    <a:pt x="1305" y="1746"/>
                    <a:pt x="1305" y="1754"/>
                    <a:pt x="1306" y="1757"/>
                  </a:cubicBezTo>
                  <a:cubicBezTo>
                    <a:pt x="1307" y="1760"/>
                    <a:pt x="1310" y="1765"/>
                    <a:pt x="1310" y="1767"/>
                  </a:cubicBezTo>
                  <a:cubicBezTo>
                    <a:pt x="1311" y="1771"/>
                    <a:pt x="1310" y="1778"/>
                    <a:pt x="1310" y="1781"/>
                  </a:cubicBezTo>
                  <a:cubicBezTo>
                    <a:pt x="1310" y="1788"/>
                    <a:pt x="1307" y="1801"/>
                    <a:pt x="1306" y="1807"/>
                  </a:cubicBezTo>
                  <a:cubicBezTo>
                    <a:pt x="1306" y="1812"/>
                    <a:pt x="1305" y="1820"/>
                    <a:pt x="1306" y="1825"/>
                  </a:cubicBezTo>
                  <a:cubicBezTo>
                    <a:pt x="1307" y="1828"/>
                    <a:pt x="1312" y="1834"/>
                    <a:pt x="1313" y="1838"/>
                  </a:cubicBezTo>
                  <a:cubicBezTo>
                    <a:pt x="1314" y="1843"/>
                    <a:pt x="1313" y="1853"/>
                    <a:pt x="1312" y="1857"/>
                  </a:cubicBezTo>
                  <a:cubicBezTo>
                    <a:pt x="1311" y="1861"/>
                    <a:pt x="1308" y="1869"/>
                    <a:pt x="1308" y="1874"/>
                  </a:cubicBezTo>
                  <a:cubicBezTo>
                    <a:pt x="1308" y="1878"/>
                    <a:pt x="1311" y="1885"/>
                    <a:pt x="1312" y="1889"/>
                  </a:cubicBezTo>
                  <a:cubicBezTo>
                    <a:pt x="1313" y="1897"/>
                    <a:pt x="1314" y="1913"/>
                    <a:pt x="1314" y="1921"/>
                  </a:cubicBezTo>
                  <a:cubicBezTo>
                    <a:pt x="1314" y="1929"/>
                    <a:pt x="1313" y="1944"/>
                    <a:pt x="1312" y="1951"/>
                  </a:cubicBezTo>
                  <a:cubicBezTo>
                    <a:pt x="1312" y="1958"/>
                    <a:pt x="1309" y="1971"/>
                    <a:pt x="1308" y="1977"/>
                  </a:cubicBezTo>
                  <a:cubicBezTo>
                    <a:pt x="1307" y="1984"/>
                    <a:pt x="1306" y="1999"/>
                    <a:pt x="1305" y="2006"/>
                  </a:cubicBezTo>
                  <a:cubicBezTo>
                    <a:pt x="1303" y="2011"/>
                    <a:pt x="1297" y="2021"/>
                    <a:pt x="1297" y="2027"/>
                  </a:cubicBezTo>
                  <a:cubicBezTo>
                    <a:pt x="1297" y="2029"/>
                    <a:pt x="1300" y="2034"/>
                    <a:pt x="1301" y="2037"/>
                  </a:cubicBezTo>
                  <a:cubicBezTo>
                    <a:pt x="1301" y="2040"/>
                    <a:pt x="1302" y="2047"/>
                    <a:pt x="1301" y="2050"/>
                  </a:cubicBezTo>
                  <a:cubicBezTo>
                    <a:pt x="1299" y="2053"/>
                    <a:pt x="1292" y="2057"/>
                    <a:pt x="1291" y="2061"/>
                  </a:cubicBezTo>
                  <a:cubicBezTo>
                    <a:pt x="1289" y="2066"/>
                    <a:pt x="1292" y="2077"/>
                    <a:pt x="1292" y="2082"/>
                  </a:cubicBezTo>
                  <a:cubicBezTo>
                    <a:pt x="1293" y="2087"/>
                    <a:pt x="1294" y="2099"/>
                    <a:pt x="1293" y="2104"/>
                  </a:cubicBezTo>
                  <a:cubicBezTo>
                    <a:pt x="1292" y="2110"/>
                    <a:pt x="1287" y="2119"/>
                    <a:pt x="1285" y="2124"/>
                  </a:cubicBezTo>
                  <a:cubicBezTo>
                    <a:pt x="1283" y="2128"/>
                    <a:pt x="1280" y="2138"/>
                    <a:pt x="1278" y="2143"/>
                  </a:cubicBezTo>
                  <a:cubicBezTo>
                    <a:pt x="1276" y="2148"/>
                    <a:pt x="1273" y="2157"/>
                    <a:pt x="1271" y="2161"/>
                  </a:cubicBezTo>
                  <a:cubicBezTo>
                    <a:pt x="1268" y="2165"/>
                    <a:pt x="1262" y="2173"/>
                    <a:pt x="1259" y="2176"/>
                  </a:cubicBezTo>
                  <a:cubicBezTo>
                    <a:pt x="1256" y="2178"/>
                    <a:pt x="1248" y="2183"/>
                    <a:pt x="1248" y="2183"/>
                  </a:cubicBezTo>
                  <a:cubicBezTo>
                    <a:pt x="1247" y="2183"/>
                    <a:pt x="1243" y="2190"/>
                    <a:pt x="1241" y="2192"/>
                  </a:cubicBezTo>
                  <a:cubicBezTo>
                    <a:pt x="1239" y="2193"/>
                    <a:pt x="1234" y="2195"/>
                    <a:pt x="1232" y="2196"/>
                  </a:cubicBezTo>
                  <a:cubicBezTo>
                    <a:pt x="1230" y="2196"/>
                    <a:pt x="1225" y="2195"/>
                    <a:pt x="1223" y="2195"/>
                  </a:cubicBezTo>
                  <a:cubicBezTo>
                    <a:pt x="1221" y="2195"/>
                    <a:pt x="1218" y="2196"/>
                    <a:pt x="1216" y="2197"/>
                  </a:cubicBezTo>
                  <a:cubicBezTo>
                    <a:pt x="1214" y="2198"/>
                    <a:pt x="1211" y="2203"/>
                    <a:pt x="1208" y="2203"/>
                  </a:cubicBezTo>
                  <a:cubicBezTo>
                    <a:pt x="1206" y="2203"/>
                    <a:pt x="1201" y="2201"/>
                    <a:pt x="1199" y="2199"/>
                  </a:cubicBezTo>
                  <a:cubicBezTo>
                    <a:pt x="1197" y="2196"/>
                    <a:pt x="1199" y="2190"/>
                    <a:pt x="1197" y="2188"/>
                  </a:cubicBezTo>
                  <a:cubicBezTo>
                    <a:pt x="1196" y="2187"/>
                    <a:pt x="1193" y="2186"/>
                    <a:pt x="1192" y="2186"/>
                  </a:cubicBezTo>
                  <a:cubicBezTo>
                    <a:pt x="1190" y="2187"/>
                    <a:pt x="1189" y="2191"/>
                    <a:pt x="1189" y="2193"/>
                  </a:cubicBezTo>
                  <a:cubicBezTo>
                    <a:pt x="1189" y="2194"/>
                    <a:pt x="1191" y="2196"/>
                    <a:pt x="1191" y="2197"/>
                  </a:cubicBezTo>
                  <a:cubicBezTo>
                    <a:pt x="1190" y="2199"/>
                    <a:pt x="1186" y="2202"/>
                    <a:pt x="1184" y="2201"/>
                  </a:cubicBezTo>
                  <a:cubicBezTo>
                    <a:pt x="1182" y="2200"/>
                    <a:pt x="1181" y="2191"/>
                    <a:pt x="1180" y="2192"/>
                  </a:cubicBezTo>
                  <a:cubicBezTo>
                    <a:pt x="1179" y="2192"/>
                    <a:pt x="1175" y="2192"/>
                    <a:pt x="1174" y="2193"/>
                  </a:cubicBezTo>
                  <a:cubicBezTo>
                    <a:pt x="1172" y="2195"/>
                    <a:pt x="1173" y="2202"/>
                    <a:pt x="1172" y="2204"/>
                  </a:cubicBezTo>
                  <a:cubicBezTo>
                    <a:pt x="1171" y="2208"/>
                    <a:pt x="1168" y="2216"/>
                    <a:pt x="1167" y="2220"/>
                  </a:cubicBezTo>
                  <a:cubicBezTo>
                    <a:pt x="1167" y="2225"/>
                    <a:pt x="1171" y="2234"/>
                    <a:pt x="1170" y="2239"/>
                  </a:cubicBezTo>
                  <a:cubicBezTo>
                    <a:pt x="1170" y="2241"/>
                    <a:pt x="1168" y="2245"/>
                    <a:pt x="1166" y="2246"/>
                  </a:cubicBezTo>
                  <a:cubicBezTo>
                    <a:pt x="1164" y="2247"/>
                    <a:pt x="1156" y="2245"/>
                    <a:pt x="1154" y="2247"/>
                  </a:cubicBezTo>
                  <a:cubicBezTo>
                    <a:pt x="1153" y="2248"/>
                    <a:pt x="1151" y="2251"/>
                    <a:pt x="1151" y="2253"/>
                  </a:cubicBezTo>
                  <a:cubicBezTo>
                    <a:pt x="1152" y="2255"/>
                    <a:pt x="1157" y="2256"/>
                    <a:pt x="1158" y="2258"/>
                  </a:cubicBezTo>
                  <a:cubicBezTo>
                    <a:pt x="1159" y="2259"/>
                    <a:pt x="1160" y="2264"/>
                    <a:pt x="1159" y="2266"/>
                  </a:cubicBezTo>
                  <a:cubicBezTo>
                    <a:pt x="1158" y="2267"/>
                    <a:pt x="1153" y="2270"/>
                    <a:pt x="1153" y="2270"/>
                  </a:cubicBezTo>
                  <a:cubicBezTo>
                    <a:pt x="1153" y="2270"/>
                    <a:pt x="1147" y="2268"/>
                    <a:pt x="1146" y="2267"/>
                  </a:cubicBezTo>
                  <a:cubicBezTo>
                    <a:pt x="1145" y="2265"/>
                    <a:pt x="1148" y="2262"/>
                    <a:pt x="1148" y="2260"/>
                  </a:cubicBezTo>
                  <a:cubicBezTo>
                    <a:pt x="1148" y="2257"/>
                    <a:pt x="1146" y="2252"/>
                    <a:pt x="1144" y="2250"/>
                  </a:cubicBezTo>
                  <a:cubicBezTo>
                    <a:pt x="1142" y="2248"/>
                    <a:pt x="1137" y="2248"/>
                    <a:pt x="1135" y="2246"/>
                  </a:cubicBezTo>
                  <a:cubicBezTo>
                    <a:pt x="1134" y="2245"/>
                    <a:pt x="1131" y="2242"/>
                    <a:pt x="1130" y="2240"/>
                  </a:cubicBezTo>
                  <a:cubicBezTo>
                    <a:pt x="1130" y="2238"/>
                    <a:pt x="1131" y="2234"/>
                    <a:pt x="1133" y="2234"/>
                  </a:cubicBezTo>
                  <a:cubicBezTo>
                    <a:pt x="1135" y="2232"/>
                    <a:pt x="1141" y="2235"/>
                    <a:pt x="1144" y="2235"/>
                  </a:cubicBezTo>
                  <a:cubicBezTo>
                    <a:pt x="1146" y="2235"/>
                    <a:pt x="1150" y="2235"/>
                    <a:pt x="1151" y="2233"/>
                  </a:cubicBezTo>
                  <a:cubicBezTo>
                    <a:pt x="1153" y="2231"/>
                    <a:pt x="1153" y="2225"/>
                    <a:pt x="1153" y="2222"/>
                  </a:cubicBezTo>
                  <a:cubicBezTo>
                    <a:pt x="1153" y="2214"/>
                    <a:pt x="1146" y="2192"/>
                    <a:pt x="1146" y="2191"/>
                  </a:cubicBezTo>
                  <a:cubicBezTo>
                    <a:pt x="1146" y="2190"/>
                    <a:pt x="1134" y="2167"/>
                    <a:pt x="1130" y="2159"/>
                  </a:cubicBezTo>
                  <a:cubicBezTo>
                    <a:pt x="1127" y="2154"/>
                    <a:pt x="1123" y="2143"/>
                    <a:pt x="1120" y="2138"/>
                  </a:cubicBezTo>
                  <a:cubicBezTo>
                    <a:pt x="1117" y="2135"/>
                    <a:pt x="1108" y="2131"/>
                    <a:pt x="1107" y="2126"/>
                  </a:cubicBezTo>
                  <a:cubicBezTo>
                    <a:pt x="1107" y="2124"/>
                    <a:pt x="1109" y="2119"/>
                    <a:pt x="1110" y="2117"/>
                  </a:cubicBezTo>
                  <a:cubicBezTo>
                    <a:pt x="1112" y="2115"/>
                    <a:pt x="1119" y="2113"/>
                    <a:pt x="1121" y="2111"/>
                  </a:cubicBezTo>
                  <a:cubicBezTo>
                    <a:pt x="1123" y="2108"/>
                    <a:pt x="1122" y="2101"/>
                    <a:pt x="1123" y="2098"/>
                  </a:cubicBezTo>
                  <a:cubicBezTo>
                    <a:pt x="1123" y="2095"/>
                    <a:pt x="1125" y="2090"/>
                    <a:pt x="1128" y="2089"/>
                  </a:cubicBezTo>
                  <a:cubicBezTo>
                    <a:pt x="1130" y="2087"/>
                    <a:pt x="1136" y="2088"/>
                    <a:pt x="1139" y="2087"/>
                  </a:cubicBezTo>
                  <a:cubicBezTo>
                    <a:pt x="1144" y="2087"/>
                    <a:pt x="1154" y="2088"/>
                    <a:pt x="1158" y="2087"/>
                  </a:cubicBezTo>
                  <a:cubicBezTo>
                    <a:pt x="1161" y="2087"/>
                    <a:pt x="1166" y="2085"/>
                    <a:pt x="1168" y="2083"/>
                  </a:cubicBezTo>
                  <a:cubicBezTo>
                    <a:pt x="1169" y="2082"/>
                    <a:pt x="1171" y="2080"/>
                    <a:pt x="1172" y="2079"/>
                  </a:cubicBezTo>
                  <a:cubicBezTo>
                    <a:pt x="1173" y="2074"/>
                    <a:pt x="1173" y="2063"/>
                    <a:pt x="1172" y="2057"/>
                  </a:cubicBezTo>
                  <a:cubicBezTo>
                    <a:pt x="1171" y="2054"/>
                    <a:pt x="1169" y="2047"/>
                    <a:pt x="1168" y="2043"/>
                  </a:cubicBezTo>
                  <a:cubicBezTo>
                    <a:pt x="1167" y="2039"/>
                    <a:pt x="1163" y="2029"/>
                    <a:pt x="1164" y="2024"/>
                  </a:cubicBezTo>
                  <a:cubicBezTo>
                    <a:pt x="1165" y="2021"/>
                    <a:pt x="1171" y="2017"/>
                    <a:pt x="1172" y="2013"/>
                  </a:cubicBezTo>
                  <a:cubicBezTo>
                    <a:pt x="1173" y="2011"/>
                    <a:pt x="1174" y="2004"/>
                    <a:pt x="1173" y="2002"/>
                  </a:cubicBezTo>
                  <a:cubicBezTo>
                    <a:pt x="1172" y="1998"/>
                    <a:pt x="1166" y="1993"/>
                    <a:pt x="1164" y="1990"/>
                  </a:cubicBezTo>
                  <a:cubicBezTo>
                    <a:pt x="1163" y="1987"/>
                    <a:pt x="1160" y="1982"/>
                    <a:pt x="1159" y="1979"/>
                  </a:cubicBezTo>
                  <a:cubicBezTo>
                    <a:pt x="1158" y="1974"/>
                    <a:pt x="1162" y="1963"/>
                    <a:pt x="1159" y="1959"/>
                  </a:cubicBezTo>
                  <a:cubicBezTo>
                    <a:pt x="1158" y="1957"/>
                    <a:pt x="1152" y="1956"/>
                    <a:pt x="1150" y="1955"/>
                  </a:cubicBezTo>
                  <a:cubicBezTo>
                    <a:pt x="1149" y="1952"/>
                    <a:pt x="1148" y="1945"/>
                    <a:pt x="1149" y="1942"/>
                  </a:cubicBezTo>
                  <a:cubicBezTo>
                    <a:pt x="1149" y="1940"/>
                    <a:pt x="1153" y="1936"/>
                    <a:pt x="1155" y="1934"/>
                  </a:cubicBezTo>
                  <a:cubicBezTo>
                    <a:pt x="1156" y="1932"/>
                    <a:pt x="1159" y="1928"/>
                    <a:pt x="1159" y="1926"/>
                  </a:cubicBezTo>
                  <a:cubicBezTo>
                    <a:pt x="1160" y="1924"/>
                    <a:pt x="1160" y="1919"/>
                    <a:pt x="1159" y="1917"/>
                  </a:cubicBezTo>
                  <a:cubicBezTo>
                    <a:pt x="1158" y="1915"/>
                    <a:pt x="1154" y="1913"/>
                    <a:pt x="1152" y="1912"/>
                  </a:cubicBezTo>
                  <a:cubicBezTo>
                    <a:pt x="1150" y="1909"/>
                    <a:pt x="1146" y="1903"/>
                    <a:pt x="1144" y="1899"/>
                  </a:cubicBezTo>
                  <a:cubicBezTo>
                    <a:pt x="1143" y="1896"/>
                    <a:pt x="1141" y="1889"/>
                    <a:pt x="1141" y="1885"/>
                  </a:cubicBezTo>
                  <a:cubicBezTo>
                    <a:pt x="1142" y="1882"/>
                    <a:pt x="1147" y="1878"/>
                    <a:pt x="1147" y="1875"/>
                  </a:cubicBezTo>
                  <a:cubicBezTo>
                    <a:pt x="1146" y="1874"/>
                    <a:pt x="1144" y="1871"/>
                    <a:pt x="1143" y="1871"/>
                  </a:cubicBezTo>
                  <a:cubicBezTo>
                    <a:pt x="1141" y="1870"/>
                    <a:pt x="1138" y="1870"/>
                    <a:pt x="1137" y="1871"/>
                  </a:cubicBezTo>
                  <a:cubicBezTo>
                    <a:pt x="1134" y="1872"/>
                    <a:pt x="1132" y="1878"/>
                    <a:pt x="1131" y="1880"/>
                  </a:cubicBezTo>
                  <a:cubicBezTo>
                    <a:pt x="1127" y="1884"/>
                    <a:pt x="1119" y="1890"/>
                    <a:pt x="1116" y="1894"/>
                  </a:cubicBezTo>
                  <a:cubicBezTo>
                    <a:pt x="1114" y="1896"/>
                    <a:pt x="1109" y="1901"/>
                    <a:pt x="1108" y="1904"/>
                  </a:cubicBezTo>
                  <a:cubicBezTo>
                    <a:pt x="1106" y="1906"/>
                    <a:pt x="1103" y="1913"/>
                    <a:pt x="1102" y="1916"/>
                  </a:cubicBezTo>
                  <a:cubicBezTo>
                    <a:pt x="1101" y="1918"/>
                    <a:pt x="1100" y="1922"/>
                    <a:pt x="1099" y="1924"/>
                  </a:cubicBezTo>
                  <a:cubicBezTo>
                    <a:pt x="1097" y="1926"/>
                    <a:pt x="1089" y="1927"/>
                    <a:pt x="1087" y="1930"/>
                  </a:cubicBezTo>
                  <a:cubicBezTo>
                    <a:pt x="1084" y="1932"/>
                    <a:pt x="1081" y="1937"/>
                    <a:pt x="1080" y="1940"/>
                  </a:cubicBezTo>
                  <a:cubicBezTo>
                    <a:pt x="1078" y="1943"/>
                    <a:pt x="1081" y="1952"/>
                    <a:pt x="1079" y="1955"/>
                  </a:cubicBezTo>
                  <a:cubicBezTo>
                    <a:pt x="1078" y="1957"/>
                    <a:pt x="1073" y="1959"/>
                    <a:pt x="1071" y="1960"/>
                  </a:cubicBezTo>
                  <a:cubicBezTo>
                    <a:pt x="1066" y="1962"/>
                    <a:pt x="1056" y="1964"/>
                    <a:pt x="1051" y="1967"/>
                  </a:cubicBezTo>
                  <a:cubicBezTo>
                    <a:pt x="1050" y="1968"/>
                    <a:pt x="1047" y="1971"/>
                    <a:pt x="1046" y="1973"/>
                  </a:cubicBezTo>
                  <a:cubicBezTo>
                    <a:pt x="1045" y="1975"/>
                    <a:pt x="1048" y="1980"/>
                    <a:pt x="1046" y="1981"/>
                  </a:cubicBezTo>
                  <a:cubicBezTo>
                    <a:pt x="1044" y="1983"/>
                    <a:pt x="1039" y="1981"/>
                    <a:pt x="1037" y="1980"/>
                  </a:cubicBezTo>
                  <a:cubicBezTo>
                    <a:pt x="1034" y="1978"/>
                    <a:pt x="1033" y="1972"/>
                    <a:pt x="1030" y="1971"/>
                  </a:cubicBezTo>
                  <a:cubicBezTo>
                    <a:pt x="1027" y="1970"/>
                    <a:pt x="1021" y="1976"/>
                    <a:pt x="1018" y="1975"/>
                  </a:cubicBezTo>
                  <a:cubicBezTo>
                    <a:pt x="1016" y="1973"/>
                    <a:pt x="1015" y="1966"/>
                    <a:pt x="1014" y="1963"/>
                  </a:cubicBezTo>
                  <a:cubicBezTo>
                    <a:pt x="1013" y="1960"/>
                    <a:pt x="1012" y="1954"/>
                    <a:pt x="1011" y="1952"/>
                  </a:cubicBezTo>
                  <a:cubicBezTo>
                    <a:pt x="1009" y="1950"/>
                    <a:pt x="1002" y="1949"/>
                    <a:pt x="1000" y="1946"/>
                  </a:cubicBezTo>
                  <a:cubicBezTo>
                    <a:pt x="997" y="1944"/>
                    <a:pt x="996" y="1935"/>
                    <a:pt x="993" y="1933"/>
                  </a:cubicBezTo>
                  <a:cubicBezTo>
                    <a:pt x="991" y="1931"/>
                    <a:pt x="986" y="1929"/>
                    <a:pt x="984" y="1928"/>
                  </a:cubicBezTo>
                  <a:cubicBezTo>
                    <a:pt x="979" y="1928"/>
                    <a:pt x="971" y="1930"/>
                    <a:pt x="967" y="1930"/>
                  </a:cubicBezTo>
                  <a:cubicBezTo>
                    <a:pt x="963" y="1930"/>
                    <a:pt x="957" y="1930"/>
                    <a:pt x="954" y="1928"/>
                  </a:cubicBezTo>
                  <a:cubicBezTo>
                    <a:pt x="951" y="1927"/>
                    <a:pt x="948" y="1923"/>
                    <a:pt x="945" y="1922"/>
                  </a:cubicBezTo>
                  <a:cubicBezTo>
                    <a:pt x="943" y="1921"/>
                    <a:pt x="939" y="1922"/>
                    <a:pt x="937" y="1922"/>
                  </a:cubicBezTo>
                  <a:cubicBezTo>
                    <a:pt x="934" y="1923"/>
                    <a:pt x="930" y="1926"/>
                    <a:pt x="927" y="1926"/>
                  </a:cubicBezTo>
                  <a:cubicBezTo>
                    <a:pt x="924" y="1926"/>
                    <a:pt x="919" y="1922"/>
                    <a:pt x="916" y="1922"/>
                  </a:cubicBezTo>
                  <a:cubicBezTo>
                    <a:pt x="914" y="1922"/>
                    <a:pt x="910" y="1923"/>
                    <a:pt x="908" y="1924"/>
                  </a:cubicBezTo>
                  <a:cubicBezTo>
                    <a:pt x="905" y="1925"/>
                    <a:pt x="901" y="1931"/>
                    <a:pt x="898" y="1932"/>
                  </a:cubicBezTo>
                  <a:cubicBezTo>
                    <a:pt x="894" y="1933"/>
                    <a:pt x="884" y="1931"/>
                    <a:pt x="879" y="1929"/>
                  </a:cubicBezTo>
                  <a:cubicBezTo>
                    <a:pt x="872" y="1927"/>
                    <a:pt x="857" y="1920"/>
                    <a:pt x="851" y="1915"/>
                  </a:cubicBezTo>
                  <a:cubicBezTo>
                    <a:pt x="847" y="1912"/>
                    <a:pt x="841" y="1905"/>
                    <a:pt x="839" y="1900"/>
                  </a:cubicBezTo>
                  <a:cubicBezTo>
                    <a:pt x="838" y="1897"/>
                    <a:pt x="839" y="1889"/>
                    <a:pt x="837" y="1886"/>
                  </a:cubicBezTo>
                  <a:cubicBezTo>
                    <a:pt x="836" y="1883"/>
                    <a:pt x="829" y="1882"/>
                    <a:pt x="826" y="1880"/>
                  </a:cubicBezTo>
                  <a:cubicBezTo>
                    <a:pt x="825" y="1879"/>
                    <a:pt x="822" y="1875"/>
                    <a:pt x="821" y="1873"/>
                  </a:cubicBezTo>
                  <a:cubicBezTo>
                    <a:pt x="820" y="1871"/>
                    <a:pt x="820" y="1866"/>
                    <a:pt x="818" y="1864"/>
                  </a:cubicBezTo>
                  <a:cubicBezTo>
                    <a:pt x="816" y="1862"/>
                    <a:pt x="811" y="1862"/>
                    <a:pt x="809" y="1861"/>
                  </a:cubicBezTo>
                  <a:cubicBezTo>
                    <a:pt x="807" y="1859"/>
                    <a:pt x="805" y="1853"/>
                    <a:pt x="803" y="1851"/>
                  </a:cubicBezTo>
                  <a:cubicBezTo>
                    <a:pt x="800" y="1847"/>
                    <a:pt x="790" y="1837"/>
                    <a:pt x="790" y="1837"/>
                  </a:cubicBezTo>
                  <a:cubicBezTo>
                    <a:pt x="790" y="1836"/>
                    <a:pt x="788" y="1828"/>
                    <a:pt x="786" y="1826"/>
                  </a:cubicBezTo>
                  <a:cubicBezTo>
                    <a:pt x="784" y="1825"/>
                    <a:pt x="781" y="1822"/>
                    <a:pt x="779" y="1822"/>
                  </a:cubicBezTo>
                  <a:cubicBezTo>
                    <a:pt x="777" y="1821"/>
                    <a:pt x="772" y="1820"/>
                    <a:pt x="770" y="1819"/>
                  </a:cubicBezTo>
                  <a:cubicBezTo>
                    <a:pt x="768" y="1817"/>
                    <a:pt x="768" y="1810"/>
                    <a:pt x="766" y="1807"/>
                  </a:cubicBezTo>
                  <a:cubicBezTo>
                    <a:pt x="763" y="1804"/>
                    <a:pt x="754" y="1802"/>
                    <a:pt x="751" y="1800"/>
                  </a:cubicBezTo>
                  <a:cubicBezTo>
                    <a:pt x="748" y="1798"/>
                    <a:pt x="743" y="1791"/>
                    <a:pt x="740" y="1789"/>
                  </a:cubicBezTo>
                  <a:cubicBezTo>
                    <a:pt x="736" y="1788"/>
                    <a:pt x="728" y="1789"/>
                    <a:pt x="725" y="1788"/>
                  </a:cubicBezTo>
                  <a:cubicBezTo>
                    <a:pt x="721" y="1787"/>
                    <a:pt x="714" y="1784"/>
                    <a:pt x="711" y="1784"/>
                  </a:cubicBezTo>
                  <a:cubicBezTo>
                    <a:pt x="710" y="1784"/>
                    <a:pt x="707" y="1785"/>
                    <a:pt x="706" y="1786"/>
                  </a:cubicBezTo>
                  <a:cubicBezTo>
                    <a:pt x="704" y="1787"/>
                    <a:pt x="705" y="1791"/>
                    <a:pt x="704" y="1792"/>
                  </a:cubicBezTo>
                  <a:cubicBezTo>
                    <a:pt x="702" y="1794"/>
                    <a:pt x="695" y="1793"/>
                    <a:pt x="692" y="1793"/>
                  </a:cubicBezTo>
                  <a:cubicBezTo>
                    <a:pt x="686" y="1792"/>
                    <a:pt x="675" y="1786"/>
                    <a:pt x="669" y="1785"/>
                  </a:cubicBezTo>
                  <a:cubicBezTo>
                    <a:pt x="666" y="1784"/>
                    <a:pt x="659" y="1784"/>
                    <a:pt x="655" y="1785"/>
                  </a:cubicBezTo>
                  <a:cubicBezTo>
                    <a:pt x="652" y="1786"/>
                    <a:pt x="649" y="1792"/>
                    <a:pt x="646" y="1794"/>
                  </a:cubicBezTo>
                  <a:cubicBezTo>
                    <a:pt x="644" y="1796"/>
                    <a:pt x="640" y="1800"/>
                    <a:pt x="637" y="1801"/>
                  </a:cubicBezTo>
                  <a:cubicBezTo>
                    <a:pt x="633" y="1803"/>
                    <a:pt x="624" y="1801"/>
                    <a:pt x="620" y="1801"/>
                  </a:cubicBezTo>
                  <a:cubicBezTo>
                    <a:pt x="619" y="1802"/>
                    <a:pt x="615" y="1802"/>
                    <a:pt x="614" y="1803"/>
                  </a:cubicBezTo>
                  <a:cubicBezTo>
                    <a:pt x="613" y="1803"/>
                    <a:pt x="612" y="1804"/>
                    <a:pt x="611" y="1805"/>
                  </a:cubicBezTo>
                  <a:cubicBezTo>
                    <a:pt x="609" y="1801"/>
                    <a:pt x="607" y="1796"/>
                    <a:pt x="605" y="1793"/>
                  </a:cubicBezTo>
                  <a:cubicBezTo>
                    <a:pt x="604" y="1790"/>
                    <a:pt x="601" y="1783"/>
                    <a:pt x="598" y="1781"/>
                  </a:cubicBezTo>
                  <a:cubicBezTo>
                    <a:pt x="595" y="1779"/>
                    <a:pt x="587" y="1780"/>
                    <a:pt x="584" y="1778"/>
                  </a:cubicBezTo>
                  <a:cubicBezTo>
                    <a:pt x="582" y="1776"/>
                    <a:pt x="580" y="1770"/>
                    <a:pt x="580" y="1767"/>
                  </a:cubicBezTo>
                  <a:cubicBezTo>
                    <a:pt x="580" y="1764"/>
                    <a:pt x="582" y="1758"/>
                    <a:pt x="584" y="1756"/>
                  </a:cubicBezTo>
                  <a:cubicBezTo>
                    <a:pt x="586" y="1753"/>
                    <a:pt x="593" y="1752"/>
                    <a:pt x="593" y="1749"/>
                  </a:cubicBezTo>
                  <a:cubicBezTo>
                    <a:pt x="594" y="1746"/>
                    <a:pt x="591" y="1742"/>
                    <a:pt x="589" y="1739"/>
                  </a:cubicBezTo>
                  <a:cubicBezTo>
                    <a:pt x="588" y="1738"/>
                    <a:pt x="586" y="1735"/>
                    <a:pt x="584" y="1734"/>
                  </a:cubicBezTo>
                  <a:cubicBezTo>
                    <a:pt x="582" y="1733"/>
                    <a:pt x="577" y="1735"/>
                    <a:pt x="574" y="1735"/>
                  </a:cubicBezTo>
                  <a:cubicBezTo>
                    <a:pt x="572" y="1735"/>
                    <a:pt x="567" y="1736"/>
                    <a:pt x="565" y="1734"/>
                  </a:cubicBezTo>
                  <a:cubicBezTo>
                    <a:pt x="564" y="1733"/>
                    <a:pt x="567" y="1728"/>
                    <a:pt x="568" y="1727"/>
                  </a:cubicBezTo>
                  <a:cubicBezTo>
                    <a:pt x="569" y="1723"/>
                    <a:pt x="573" y="1715"/>
                    <a:pt x="574" y="1711"/>
                  </a:cubicBezTo>
                  <a:cubicBezTo>
                    <a:pt x="574" y="1706"/>
                    <a:pt x="573" y="1696"/>
                    <a:pt x="571" y="1691"/>
                  </a:cubicBezTo>
                  <a:cubicBezTo>
                    <a:pt x="570" y="1689"/>
                    <a:pt x="567" y="1684"/>
                    <a:pt x="565" y="1683"/>
                  </a:cubicBezTo>
                  <a:cubicBezTo>
                    <a:pt x="564" y="1683"/>
                    <a:pt x="561" y="1683"/>
                    <a:pt x="560" y="1684"/>
                  </a:cubicBezTo>
                  <a:cubicBezTo>
                    <a:pt x="559" y="1684"/>
                    <a:pt x="558" y="1688"/>
                    <a:pt x="557" y="1689"/>
                  </a:cubicBezTo>
                  <a:cubicBezTo>
                    <a:pt x="556" y="1691"/>
                    <a:pt x="555" y="1695"/>
                    <a:pt x="553" y="1695"/>
                  </a:cubicBezTo>
                  <a:cubicBezTo>
                    <a:pt x="551" y="1696"/>
                    <a:pt x="547" y="1694"/>
                    <a:pt x="546" y="1692"/>
                  </a:cubicBezTo>
                  <a:cubicBezTo>
                    <a:pt x="544" y="1691"/>
                    <a:pt x="543" y="1687"/>
                    <a:pt x="543" y="1685"/>
                  </a:cubicBezTo>
                  <a:cubicBezTo>
                    <a:pt x="542" y="1682"/>
                    <a:pt x="542" y="1675"/>
                    <a:pt x="541" y="1673"/>
                  </a:cubicBezTo>
                  <a:cubicBezTo>
                    <a:pt x="540" y="1671"/>
                    <a:pt x="537" y="1669"/>
                    <a:pt x="536" y="1668"/>
                  </a:cubicBezTo>
                  <a:cubicBezTo>
                    <a:pt x="534" y="1667"/>
                    <a:pt x="530" y="1667"/>
                    <a:pt x="529" y="1668"/>
                  </a:cubicBezTo>
                  <a:cubicBezTo>
                    <a:pt x="527" y="1668"/>
                    <a:pt x="523" y="1668"/>
                    <a:pt x="522" y="1669"/>
                  </a:cubicBezTo>
                  <a:cubicBezTo>
                    <a:pt x="520" y="1671"/>
                    <a:pt x="519" y="1677"/>
                    <a:pt x="517" y="1679"/>
                  </a:cubicBezTo>
                  <a:cubicBezTo>
                    <a:pt x="515" y="1680"/>
                    <a:pt x="510" y="1681"/>
                    <a:pt x="508" y="1681"/>
                  </a:cubicBezTo>
                  <a:cubicBezTo>
                    <a:pt x="506" y="1680"/>
                    <a:pt x="503" y="1678"/>
                    <a:pt x="502" y="1676"/>
                  </a:cubicBezTo>
                  <a:cubicBezTo>
                    <a:pt x="502" y="1674"/>
                    <a:pt x="502" y="1671"/>
                    <a:pt x="503" y="1669"/>
                  </a:cubicBezTo>
                  <a:cubicBezTo>
                    <a:pt x="504" y="1668"/>
                    <a:pt x="507" y="1667"/>
                    <a:pt x="508" y="1666"/>
                  </a:cubicBezTo>
                  <a:cubicBezTo>
                    <a:pt x="509" y="1665"/>
                    <a:pt x="509" y="1661"/>
                    <a:pt x="509" y="1660"/>
                  </a:cubicBezTo>
                  <a:cubicBezTo>
                    <a:pt x="508" y="1658"/>
                    <a:pt x="506" y="1656"/>
                    <a:pt x="504" y="1655"/>
                  </a:cubicBezTo>
                  <a:cubicBezTo>
                    <a:pt x="503" y="1654"/>
                    <a:pt x="498" y="1653"/>
                    <a:pt x="496" y="1652"/>
                  </a:cubicBezTo>
                  <a:cubicBezTo>
                    <a:pt x="493" y="1651"/>
                    <a:pt x="487" y="1652"/>
                    <a:pt x="485" y="1651"/>
                  </a:cubicBezTo>
                  <a:cubicBezTo>
                    <a:pt x="484" y="1650"/>
                    <a:pt x="482" y="1649"/>
                    <a:pt x="482" y="1647"/>
                  </a:cubicBezTo>
                  <a:cubicBezTo>
                    <a:pt x="481" y="1646"/>
                    <a:pt x="482" y="1641"/>
                    <a:pt x="482" y="1639"/>
                  </a:cubicBezTo>
                  <a:cubicBezTo>
                    <a:pt x="483" y="1637"/>
                    <a:pt x="484" y="1634"/>
                    <a:pt x="483" y="1632"/>
                  </a:cubicBezTo>
                  <a:cubicBezTo>
                    <a:pt x="483" y="1630"/>
                    <a:pt x="479" y="1628"/>
                    <a:pt x="477" y="1627"/>
                  </a:cubicBezTo>
                  <a:cubicBezTo>
                    <a:pt x="475" y="1626"/>
                    <a:pt x="471" y="1625"/>
                    <a:pt x="469" y="1623"/>
                  </a:cubicBezTo>
                  <a:cubicBezTo>
                    <a:pt x="468" y="1622"/>
                    <a:pt x="466" y="1616"/>
                    <a:pt x="466" y="1615"/>
                  </a:cubicBezTo>
                  <a:cubicBezTo>
                    <a:pt x="466" y="1615"/>
                    <a:pt x="466" y="1609"/>
                    <a:pt x="465" y="1606"/>
                  </a:cubicBezTo>
                  <a:cubicBezTo>
                    <a:pt x="465" y="1605"/>
                    <a:pt x="464" y="1600"/>
                    <a:pt x="462" y="1599"/>
                  </a:cubicBezTo>
                  <a:cubicBezTo>
                    <a:pt x="461" y="1599"/>
                    <a:pt x="457" y="1601"/>
                    <a:pt x="456" y="1601"/>
                  </a:cubicBezTo>
                  <a:cubicBezTo>
                    <a:pt x="454" y="1601"/>
                    <a:pt x="448" y="1602"/>
                    <a:pt x="446" y="1601"/>
                  </a:cubicBezTo>
                  <a:cubicBezTo>
                    <a:pt x="445" y="1599"/>
                    <a:pt x="445" y="1595"/>
                    <a:pt x="444" y="1593"/>
                  </a:cubicBezTo>
                  <a:cubicBezTo>
                    <a:pt x="444" y="1590"/>
                    <a:pt x="444" y="1583"/>
                    <a:pt x="443" y="1579"/>
                  </a:cubicBezTo>
                  <a:cubicBezTo>
                    <a:pt x="443" y="1577"/>
                    <a:pt x="440" y="1574"/>
                    <a:pt x="438" y="1573"/>
                  </a:cubicBezTo>
                  <a:cubicBezTo>
                    <a:pt x="436" y="1572"/>
                    <a:pt x="435" y="1571"/>
                    <a:pt x="434" y="1570"/>
                  </a:cubicBezTo>
                  <a:cubicBezTo>
                    <a:pt x="433" y="1568"/>
                    <a:pt x="433" y="1564"/>
                    <a:pt x="432" y="1562"/>
                  </a:cubicBezTo>
                  <a:cubicBezTo>
                    <a:pt x="432" y="1560"/>
                    <a:pt x="430" y="1557"/>
                    <a:pt x="429" y="1555"/>
                  </a:cubicBezTo>
                  <a:cubicBezTo>
                    <a:pt x="427" y="1553"/>
                    <a:pt x="423" y="1551"/>
                    <a:pt x="422" y="1549"/>
                  </a:cubicBezTo>
                  <a:cubicBezTo>
                    <a:pt x="421" y="1547"/>
                    <a:pt x="419" y="1541"/>
                    <a:pt x="418" y="1538"/>
                  </a:cubicBezTo>
                  <a:cubicBezTo>
                    <a:pt x="418" y="1536"/>
                    <a:pt x="418" y="1532"/>
                    <a:pt x="416" y="1530"/>
                  </a:cubicBezTo>
                  <a:cubicBezTo>
                    <a:pt x="415" y="1529"/>
                    <a:pt x="411" y="1530"/>
                    <a:pt x="410" y="1529"/>
                  </a:cubicBezTo>
                  <a:cubicBezTo>
                    <a:pt x="409" y="1528"/>
                    <a:pt x="407" y="1525"/>
                    <a:pt x="407" y="1523"/>
                  </a:cubicBezTo>
                  <a:cubicBezTo>
                    <a:pt x="407" y="1521"/>
                    <a:pt x="410" y="1518"/>
                    <a:pt x="410" y="1516"/>
                  </a:cubicBezTo>
                  <a:cubicBezTo>
                    <a:pt x="410" y="1514"/>
                    <a:pt x="409" y="1511"/>
                    <a:pt x="408" y="1510"/>
                  </a:cubicBezTo>
                  <a:cubicBezTo>
                    <a:pt x="407" y="1508"/>
                    <a:pt x="404" y="1504"/>
                    <a:pt x="402" y="1503"/>
                  </a:cubicBezTo>
                  <a:cubicBezTo>
                    <a:pt x="401" y="1502"/>
                    <a:pt x="397" y="1502"/>
                    <a:pt x="396" y="1502"/>
                  </a:cubicBezTo>
                  <a:cubicBezTo>
                    <a:pt x="395" y="1502"/>
                    <a:pt x="393" y="1502"/>
                    <a:pt x="393" y="1503"/>
                  </a:cubicBezTo>
                  <a:cubicBezTo>
                    <a:pt x="391" y="1504"/>
                    <a:pt x="392" y="1508"/>
                    <a:pt x="390" y="1510"/>
                  </a:cubicBezTo>
                  <a:cubicBezTo>
                    <a:pt x="389" y="1510"/>
                    <a:pt x="387" y="1510"/>
                    <a:pt x="385" y="1510"/>
                  </a:cubicBezTo>
                  <a:cubicBezTo>
                    <a:pt x="384" y="1510"/>
                    <a:pt x="381" y="1508"/>
                    <a:pt x="380" y="1509"/>
                  </a:cubicBezTo>
                  <a:cubicBezTo>
                    <a:pt x="378" y="1510"/>
                    <a:pt x="378" y="1514"/>
                    <a:pt x="376" y="1515"/>
                  </a:cubicBezTo>
                  <a:cubicBezTo>
                    <a:pt x="374" y="1516"/>
                    <a:pt x="369" y="1516"/>
                    <a:pt x="367" y="1515"/>
                  </a:cubicBezTo>
                  <a:cubicBezTo>
                    <a:pt x="365" y="1515"/>
                    <a:pt x="361" y="1514"/>
                    <a:pt x="360" y="1512"/>
                  </a:cubicBezTo>
                  <a:cubicBezTo>
                    <a:pt x="359" y="1510"/>
                    <a:pt x="358" y="1505"/>
                    <a:pt x="357" y="1502"/>
                  </a:cubicBezTo>
                  <a:cubicBezTo>
                    <a:pt x="357" y="1499"/>
                    <a:pt x="356" y="1492"/>
                    <a:pt x="354" y="1488"/>
                  </a:cubicBezTo>
                  <a:cubicBezTo>
                    <a:pt x="352" y="1485"/>
                    <a:pt x="346" y="1479"/>
                    <a:pt x="343" y="1476"/>
                  </a:cubicBezTo>
                  <a:cubicBezTo>
                    <a:pt x="341" y="1475"/>
                    <a:pt x="335" y="1473"/>
                    <a:pt x="333" y="1472"/>
                  </a:cubicBezTo>
                  <a:cubicBezTo>
                    <a:pt x="329" y="1471"/>
                    <a:pt x="322" y="1469"/>
                    <a:pt x="319" y="1469"/>
                  </a:cubicBezTo>
                  <a:cubicBezTo>
                    <a:pt x="315" y="1469"/>
                    <a:pt x="306" y="1469"/>
                    <a:pt x="301" y="1470"/>
                  </a:cubicBezTo>
                  <a:cubicBezTo>
                    <a:pt x="300" y="1470"/>
                    <a:pt x="296" y="1472"/>
                    <a:pt x="294" y="1473"/>
                  </a:cubicBezTo>
                  <a:cubicBezTo>
                    <a:pt x="293" y="1475"/>
                    <a:pt x="294" y="1478"/>
                    <a:pt x="293" y="1480"/>
                  </a:cubicBezTo>
                  <a:cubicBezTo>
                    <a:pt x="293" y="1482"/>
                    <a:pt x="292" y="1487"/>
                    <a:pt x="291" y="1489"/>
                  </a:cubicBezTo>
                  <a:cubicBezTo>
                    <a:pt x="290" y="1491"/>
                    <a:pt x="287" y="1493"/>
                    <a:pt x="286" y="1494"/>
                  </a:cubicBezTo>
                  <a:cubicBezTo>
                    <a:pt x="285" y="1496"/>
                    <a:pt x="284" y="1499"/>
                    <a:pt x="284" y="1501"/>
                  </a:cubicBezTo>
                  <a:cubicBezTo>
                    <a:pt x="284" y="1503"/>
                    <a:pt x="286" y="1506"/>
                    <a:pt x="286" y="1508"/>
                  </a:cubicBezTo>
                  <a:cubicBezTo>
                    <a:pt x="286" y="1511"/>
                    <a:pt x="286" y="1516"/>
                    <a:pt x="285" y="1519"/>
                  </a:cubicBezTo>
                  <a:cubicBezTo>
                    <a:pt x="284" y="1521"/>
                    <a:pt x="280" y="1523"/>
                    <a:pt x="279" y="1524"/>
                  </a:cubicBezTo>
                  <a:cubicBezTo>
                    <a:pt x="276" y="1526"/>
                    <a:pt x="271" y="1529"/>
                    <a:pt x="269" y="1531"/>
                  </a:cubicBezTo>
                  <a:cubicBezTo>
                    <a:pt x="267" y="1533"/>
                    <a:pt x="264" y="1538"/>
                    <a:pt x="263" y="1540"/>
                  </a:cubicBezTo>
                  <a:cubicBezTo>
                    <a:pt x="262" y="1542"/>
                    <a:pt x="261" y="1547"/>
                    <a:pt x="260" y="1549"/>
                  </a:cubicBezTo>
                  <a:cubicBezTo>
                    <a:pt x="259" y="1552"/>
                    <a:pt x="258" y="1558"/>
                    <a:pt x="257" y="1561"/>
                  </a:cubicBezTo>
                  <a:cubicBezTo>
                    <a:pt x="256" y="1562"/>
                    <a:pt x="254" y="1566"/>
                    <a:pt x="252" y="1567"/>
                  </a:cubicBezTo>
                  <a:cubicBezTo>
                    <a:pt x="251" y="1568"/>
                    <a:pt x="249" y="1568"/>
                    <a:pt x="248" y="1569"/>
                  </a:cubicBezTo>
                  <a:cubicBezTo>
                    <a:pt x="247" y="1570"/>
                    <a:pt x="249" y="1573"/>
                    <a:pt x="249" y="1575"/>
                  </a:cubicBezTo>
                  <a:cubicBezTo>
                    <a:pt x="249" y="1576"/>
                    <a:pt x="249" y="1579"/>
                    <a:pt x="248" y="1579"/>
                  </a:cubicBezTo>
                  <a:cubicBezTo>
                    <a:pt x="247" y="1580"/>
                    <a:pt x="244" y="1580"/>
                    <a:pt x="243" y="1579"/>
                  </a:cubicBezTo>
                  <a:cubicBezTo>
                    <a:pt x="241" y="1578"/>
                    <a:pt x="241" y="1574"/>
                    <a:pt x="241" y="1572"/>
                  </a:cubicBezTo>
                  <a:cubicBezTo>
                    <a:pt x="240" y="1570"/>
                    <a:pt x="242" y="1565"/>
                    <a:pt x="241" y="1563"/>
                  </a:cubicBezTo>
                  <a:cubicBezTo>
                    <a:pt x="240" y="1562"/>
                    <a:pt x="236" y="1562"/>
                    <a:pt x="236" y="1561"/>
                  </a:cubicBezTo>
                  <a:cubicBezTo>
                    <a:pt x="234" y="1559"/>
                    <a:pt x="235" y="1555"/>
                    <a:pt x="234" y="1553"/>
                  </a:cubicBezTo>
                  <a:cubicBezTo>
                    <a:pt x="233" y="1551"/>
                    <a:pt x="230" y="1547"/>
                    <a:pt x="228" y="1548"/>
                  </a:cubicBezTo>
                  <a:cubicBezTo>
                    <a:pt x="226" y="1548"/>
                    <a:pt x="224" y="1550"/>
                    <a:pt x="223" y="1552"/>
                  </a:cubicBezTo>
                  <a:cubicBezTo>
                    <a:pt x="222" y="1553"/>
                    <a:pt x="223" y="1558"/>
                    <a:pt x="222" y="1560"/>
                  </a:cubicBezTo>
                  <a:cubicBezTo>
                    <a:pt x="221" y="1562"/>
                    <a:pt x="216" y="1563"/>
                    <a:pt x="213" y="1563"/>
                  </a:cubicBezTo>
                  <a:cubicBezTo>
                    <a:pt x="211" y="1564"/>
                    <a:pt x="206" y="1564"/>
                    <a:pt x="204" y="1564"/>
                  </a:cubicBezTo>
                  <a:cubicBezTo>
                    <a:pt x="202" y="1565"/>
                    <a:pt x="198" y="1566"/>
                    <a:pt x="197" y="1566"/>
                  </a:cubicBezTo>
                  <a:cubicBezTo>
                    <a:pt x="193" y="1567"/>
                    <a:pt x="186" y="1567"/>
                    <a:pt x="183" y="1569"/>
                  </a:cubicBezTo>
                  <a:cubicBezTo>
                    <a:pt x="182" y="1570"/>
                    <a:pt x="180" y="1573"/>
                    <a:pt x="179" y="1574"/>
                  </a:cubicBezTo>
                  <a:cubicBezTo>
                    <a:pt x="177" y="1576"/>
                    <a:pt x="177" y="1580"/>
                    <a:pt x="175" y="1581"/>
                  </a:cubicBezTo>
                  <a:cubicBezTo>
                    <a:pt x="174" y="1583"/>
                    <a:pt x="169" y="1586"/>
                    <a:pt x="167" y="1586"/>
                  </a:cubicBezTo>
                  <a:cubicBezTo>
                    <a:pt x="164" y="1585"/>
                    <a:pt x="160" y="1581"/>
                    <a:pt x="158" y="1579"/>
                  </a:cubicBezTo>
                  <a:cubicBezTo>
                    <a:pt x="156" y="1576"/>
                    <a:pt x="152" y="1569"/>
                    <a:pt x="151" y="1565"/>
                  </a:cubicBezTo>
                  <a:cubicBezTo>
                    <a:pt x="151" y="1561"/>
                    <a:pt x="153" y="1555"/>
                    <a:pt x="153" y="1551"/>
                  </a:cubicBezTo>
                  <a:cubicBezTo>
                    <a:pt x="154" y="1548"/>
                    <a:pt x="154" y="1543"/>
                    <a:pt x="153" y="1541"/>
                  </a:cubicBezTo>
                  <a:cubicBezTo>
                    <a:pt x="153" y="1539"/>
                    <a:pt x="151" y="1535"/>
                    <a:pt x="151" y="1533"/>
                  </a:cubicBezTo>
                  <a:cubicBezTo>
                    <a:pt x="151" y="1531"/>
                    <a:pt x="151" y="1528"/>
                    <a:pt x="152" y="1526"/>
                  </a:cubicBezTo>
                  <a:cubicBezTo>
                    <a:pt x="152" y="1524"/>
                    <a:pt x="153" y="1519"/>
                    <a:pt x="154" y="1517"/>
                  </a:cubicBezTo>
                  <a:cubicBezTo>
                    <a:pt x="154" y="1515"/>
                    <a:pt x="157" y="1511"/>
                    <a:pt x="157" y="1509"/>
                  </a:cubicBezTo>
                  <a:cubicBezTo>
                    <a:pt x="158" y="1507"/>
                    <a:pt x="156" y="1501"/>
                    <a:pt x="157" y="1499"/>
                  </a:cubicBezTo>
                  <a:cubicBezTo>
                    <a:pt x="158" y="1497"/>
                    <a:pt x="163" y="1494"/>
                    <a:pt x="164" y="1492"/>
                  </a:cubicBezTo>
                  <a:cubicBezTo>
                    <a:pt x="165" y="1490"/>
                    <a:pt x="167" y="1486"/>
                    <a:pt x="167" y="1484"/>
                  </a:cubicBezTo>
                  <a:cubicBezTo>
                    <a:pt x="168" y="1482"/>
                    <a:pt x="169" y="1476"/>
                    <a:pt x="169" y="1473"/>
                  </a:cubicBezTo>
                  <a:cubicBezTo>
                    <a:pt x="169" y="1470"/>
                    <a:pt x="168" y="1466"/>
                    <a:pt x="167" y="1464"/>
                  </a:cubicBezTo>
                  <a:cubicBezTo>
                    <a:pt x="165" y="1462"/>
                    <a:pt x="160" y="1460"/>
                    <a:pt x="157" y="1459"/>
                  </a:cubicBezTo>
                  <a:cubicBezTo>
                    <a:pt x="154" y="1456"/>
                    <a:pt x="149" y="1451"/>
                    <a:pt x="146" y="1448"/>
                  </a:cubicBezTo>
                  <a:cubicBezTo>
                    <a:pt x="143" y="1444"/>
                    <a:pt x="136" y="1436"/>
                    <a:pt x="135" y="1431"/>
                  </a:cubicBezTo>
                  <a:cubicBezTo>
                    <a:pt x="134" y="1429"/>
                    <a:pt x="134" y="1423"/>
                    <a:pt x="135" y="1420"/>
                  </a:cubicBezTo>
                  <a:cubicBezTo>
                    <a:pt x="136" y="1418"/>
                    <a:pt x="139" y="1414"/>
                    <a:pt x="140" y="1412"/>
                  </a:cubicBezTo>
                  <a:cubicBezTo>
                    <a:pt x="140" y="1409"/>
                    <a:pt x="139" y="1404"/>
                    <a:pt x="137" y="1402"/>
                  </a:cubicBezTo>
                  <a:cubicBezTo>
                    <a:pt x="136" y="1399"/>
                    <a:pt x="130" y="1395"/>
                    <a:pt x="129" y="1393"/>
                  </a:cubicBezTo>
                  <a:cubicBezTo>
                    <a:pt x="127" y="1391"/>
                    <a:pt x="125" y="1387"/>
                    <a:pt x="125" y="1385"/>
                  </a:cubicBezTo>
                  <a:cubicBezTo>
                    <a:pt x="124" y="1382"/>
                    <a:pt x="125" y="1376"/>
                    <a:pt x="125" y="1373"/>
                  </a:cubicBezTo>
                  <a:cubicBezTo>
                    <a:pt x="126" y="1371"/>
                    <a:pt x="127" y="1365"/>
                    <a:pt x="127" y="1363"/>
                  </a:cubicBezTo>
                  <a:cubicBezTo>
                    <a:pt x="127" y="1360"/>
                    <a:pt x="125" y="1355"/>
                    <a:pt x="124" y="1353"/>
                  </a:cubicBezTo>
                  <a:cubicBezTo>
                    <a:pt x="122" y="1350"/>
                    <a:pt x="117" y="1345"/>
                    <a:pt x="115" y="1342"/>
                  </a:cubicBezTo>
                  <a:cubicBezTo>
                    <a:pt x="113" y="1339"/>
                    <a:pt x="111" y="1331"/>
                    <a:pt x="108" y="1329"/>
                  </a:cubicBezTo>
                  <a:cubicBezTo>
                    <a:pt x="107" y="1327"/>
                    <a:pt x="103" y="1327"/>
                    <a:pt x="101" y="1327"/>
                  </a:cubicBezTo>
                  <a:cubicBezTo>
                    <a:pt x="100" y="1327"/>
                    <a:pt x="96" y="1328"/>
                    <a:pt x="95" y="1329"/>
                  </a:cubicBezTo>
                  <a:cubicBezTo>
                    <a:pt x="94" y="1329"/>
                    <a:pt x="92" y="1331"/>
                    <a:pt x="91" y="1332"/>
                  </a:cubicBezTo>
                  <a:cubicBezTo>
                    <a:pt x="90" y="1332"/>
                    <a:pt x="87" y="1331"/>
                    <a:pt x="87" y="1330"/>
                  </a:cubicBezTo>
                  <a:cubicBezTo>
                    <a:pt x="85" y="1329"/>
                    <a:pt x="85" y="1324"/>
                    <a:pt x="85" y="1322"/>
                  </a:cubicBezTo>
                  <a:cubicBezTo>
                    <a:pt x="85" y="1321"/>
                    <a:pt x="87" y="1317"/>
                    <a:pt x="88" y="1315"/>
                  </a:cubicBezTo>
                  <a:cubicBezTo>
                    <a:pt x="88" y="1314"/>
                    <a:pt x="86" y="1311"/>
                    <a:pt x="87" y="1311"/>
                  </a:cubicBezTo>
                  <a:cubicBezTo>
                    <a:pt x="88" y="1310"/>
                    <a:pt x="91" y="1312"/>
                    <a:pt x="93" y="1312"/>
                  </a:cubicBezTo>
                  <a:cubicBezTo>
                    <a:pt x="94" y="1313"/>
                    <a:pt x="97" y="1314"/>
                    <a:pt x="98" y="1313"/>
                  </a:cubicBezTo>
                  <a:cubicBezTo>
                    <a:pt x="99" y="1313"/>
                    <a:pt x="101" y="1311"/>
                    <a:pt x="101" y="1310"/>
                  </a:cubicBezTo>
                  <a:cubicBezTo>
                    <a:pt x="102" y="1308"/>
                    <a:pt x="101" y="1305"/>
                    <a:pt x="100" y="1303"/>
                  </a:cubicBezTo>
                  <a:cubicBezTo>
                    <a:pt x="99" y="1302"/>
                    <a:pt x="97" y="1301"/>
                    <a:pt x="96" y="1300"/>
                  </a:cubicBezTo>
                  <a:cubicBezTo>
                    <a:pt x="94" y="1297"/>
                    <a:pt x="93" y="1292"/>
                    <a:pt x="90" y="1290"/>
                  </a:cubicBezTo>
                  <a:cubicBezTo>
                    <a:pt x="89" y="1289"/>
                    <a:pt x="87" y="1288"/>
                    <a:pt x="86" y="1288"/>
                  </a:cubicBezTo>
                  <a:cubicBezTo>
                    <a:pt x="84" y="1288"/>
                    <a:pt x="80" y="1291"/>
                    <a:pt x="78" y="1291"/>
                  </a:cubicBezTo>
                  <a:cubicBezTo>
                    <a:pt x="77" y="1291"/>
                    <a:pt x="74" y="1291"/>
                    <a:pt x="73" y="1291"/>
                  </a:cubicBezTo>
                  <a:cubicBezTo>
                    <a:pt x="71" y="1291"/>
                    <a:pt x="68" y="1289"/>
                    <a:pt x="66" y="1289"/>
                  </a:cubicBezTo>
                  <a:cubicBezTo>
                    <a:pt x="63" y="1289"/>
                    <a:pt x="59" y="1290"/>
                    <a:pt x="56" y="1290"/>
                  </a:cubicBezTo>
                  <a:cubicBezTo>
                    <a:pt x="54" y="1290"/>
                    <a:pt x="51" y="1290"/>
                    <a:pt x="50" y="1289"/>
                  </a:cubicBezTo>
                  <a:cubicBezTo>
                    <a:pt x="48" y="1288"/>
                    <a:pt x="46" y="1283"/>
                    <a:pt x="44" y="1282"/>
                  </a:cubicBezTo>
                  <a:cubicBezTo>
                    <a:pt x="42" y="1281"/>
                    <a:pt x="40" y="1281"/>
                    <a:pt x="38" y="1282"/>
                  </a:cubicBezTo>
                  <a:cubicBezTo>
                    <a:pt x="37" y="1283"/>
                    <a:pt x="37" y="1286"/>
                    <a:pt x="35" y="1287"/>
                  </a:cubicBezTo>
                  <a:cubicBezTo>
                    <a:pt x="33" y="1287"/>
                    <a:pt x="28" y="1285"/>
                    <a:pt x="26" y="1284"/>
                  </a:cubicBezTo>
                  <a:cubicBezTo>
                    <a:pt x="25" y="1282"/>
                    <a:pt x="23" y="1279"/>
                    <a:pt x="22" y="1277"/>
                  </a:cubicBezTo>
                  <a:cubicBezTo>
                    <a:pt x="22" y="1275"/>
                    <a:pt x="23" y="1270"/>
                    <a:pt x="24" y="1269"/>
                  </a:cubicBezTo>
                  <a:cubicBezTo>
                    <a:pt x="25" y="1267"/>
                    <a:pt x="29" y="1267"/>
                    <a:pt x="30" y="1265"/>
                  </a:cubicBezTo>
                  <a:cubicBezTo>
                    <a:pt x="31" y="1265"/>
                    <a:pt x="32" y="1263"/>
                    <a:pt x="32" y="1262"/>
                  </a:cubicBezTo>
                  <a:cubicBezTo>
                    <a:pt x="31" y="1260"/>
                    <a:pt x="29" y="1259"/>
                    <a:pt x="28" y="1258"/>
                  </a:cubicBezTo>
                  <a:cubicBezTo>
                    <a:pt x="28" y="1256"/>
                    <a:pt x="27" y="1252"/>
                    <a:pt x="28" y="1250"/>
                  </a:cubicBezTo>
                  <a:cubicBezTo>
                    <a:pt x="29" y="1249"/>
                    <a:pt x="33" y="1248"/>
                    <a:pt x="34" y="1247"/>
                  </a:cubicBezTo>
                  <a:cubicBezTo>
                    <a:pt x="35" y="1245"/>
                    <a:pt x="35" y="1240"/>
                    <a:pt x="36" y="1239"/>
                  </a:cubicBezTo>
                  <a:cubicBezTo>
                    <a:pt x="37" y="1237"/>
                    <a:pt x="41" y="1235"/>
                    <a:pt x="42" y="1233"/>
                  </a:cubicBezTo>
                  <a:cubicBezTo>
                    <a:pt x="43" y="1231"/>
                    <a:pt x="46" y="1226"/>
                    <a:pt x="45" y="1223"/>
                  </a:cubicBezTo>
                  <a:cubicBezTo>
                    <a:pt x="45" y="1221"/>
                    <a:pt x="40" y="1218"/>
                    <a:pt x="39" y="1216"/>
                  </a:cubicBezTo>
                  <a:cubicBezTo>
                    <a:pt x="37" y="1213"/>
                    <a:pt x="34" y="1204"/>
                    <a:pt x="32" y="1201"/>
                  </a:cubicBezTo>
                  <a:cubicBezTo>
                    <a:pt x="30" y="1199"/>
                    <a:pt x="27" y="1196"/>
                    <a:pt x="25" y="1194"/>
                  </a:cubicBezTo>
                  <a:cubicBezTo>
                    <a:pt x="23" y="1192"/>
                    <a:pt x="19" y="1190"/>
                    <a:pt x="18" y="1188"/>
                  </a:cubicBezTo>
                  <a:cubicBezTo>
                    <a:pt x="17" y="1185"/>
                    <a:pt x="15" y="1179"/>
                    <a:pt x="16" y="1176"/>
                  </a:cubicBezTo>
                  <a:cubicBezTo>
                    <a:pt x="16" y="1174"/>
                    <a:pt x="21" y="1170"/>
                    <a:pt x="21" y="1168"/>
                  </a:cubicBezTo>
                  <a:cubicBezTo>
                    <a:pt x="22" y="1166"/>
                    <a:pt x="23" y="1161"/>
                    <a:pt x="22" y="1159"/>
                  </a:cubicBezTo>
                  <a:cubicBezTo>
                    <a:pt x="22" y="1156"/>
                    <a:pt x="19" y="1151"/>
                    <a:pt x="17" y="1149"/>
                  </a:cubicBezTo>
                  <a:cubicBezTo>
                    <a:pt x="15" y="1148"/>
                    <a:pt x="10" y="1147"/>
                    <a:pt x="9" y="1145"/>
                  </a:cubicBezTo>
                  <a:cubicBezTo>
                    <a:pt x="8" y="1144"/>
                    <a:pt x="6" y="1142"/>
                    <a:pt x="6" y="1141"/>
                  </a:cubicBezTo>
                  <a:cubicBezTo>
                    <a:pt x="6" y="1139"/>
                    <a:pt x="9" y="1135"/>
                    <a:pt x="10" y="1134"/>
                  </a:cubicBezTo>
                  <a:cubicBezTo>
                    <a:pt x="12" y="1133"/>
                    <a:pt x="17" y="1136"/>
                    <a:pt x="19" y="1135"/>
                  </a:cubicBezTo>
                  <a:cubicBezTo>
                    <a:pt x="21" y="1135"/>
                    <a:pt x="26" y="1133"/>
                    <a:pt x="28" y="1131"/>
                  </a:cubicBezTo>
                  <a:cubicBezTo>
                    <a:pt x="29" y="1129"/>
                    <a:pt x="30" y="1124"/>
                    <a:pt x="30" y="1121"/>
                  </a:cubicBezTo>
                  <a:cubicBezTo>
                    <a:pt x="31" y="1116"/>
                    <a:pt x="31" y="1104"/>
                    <a:pt x="31" y="1098"/>
                  </a:cubicBezTo>
                  <a:cubicBezTo>
                    <a:pt x="30" y="1089"/>
                    <a:pt x="26" y="1072"/>
                    <a:pt x="25" y="1063"/>
                  </a:cubicBezTo>
                  <a:cubicBezTo>
                    <a:pt x="24" y="1057"/>
                    <a:pt x="24" y="1044"/>
                    <a:pt x="23" y="1038"/>
                  </a:cubicBezTo>
                  <a:cubicBezTo>
                    <a:pt x="22" y="1034"/>
                    <a:pt x="19" y="1026"/>
                    <a:pt x="16" y="1022"/>
                  </a:cubicBezTo>
                  <a:cubicBezTo>
                    <a:pt x="15" y="1019"/>
                    <a:pt x="11" y="1013"/>
                    <a:pt x="9" y="1011"/>
                  </a:cubicBezTo>
                  <a:cubicBezTo>
                    <a:pt x="7" y="1009"/>
                    <a:pt x="1" y="1006"/>
                    <a:pt x="0" y="1003"/>
                  </a:cubicBezTo>
                  <a:cubicBezTo>
                    <a:pt x="0" y="1001"/>
                    <a:pt x="0" y="995"/>
                    <a:pt x="1" y="994"/>
                  </a:cubicBezTo>
                  <a:cubicBezTo>
                    <a:pt x="3" y="992"/>
                    <a:pt x="8" y="995"/>
                    <a:pt x="11" y="995"/>
                  </a:cubicBezTo>
                  <a:cubicBezTo>
                    <a:pt x="13" y="995"/>
                    <a:pt x="18" y="995"/>
                    <a:pt x="20" y="994"/>
                  </a:cubicBezTo>
                  <a:cubicBezTo>
                    <a:pt x="23" y="994"/>
                    <a:pt x="26" y="991"/>
                    <a:pt x="28" y="989"/>
                  </a:cubicBezTo>
                  <a:cubicBezTo>
                    <a:pt x="30" y="987"/>
                    <a:pt x="33" y="982"/>
                    <a:pt x="36" y="980"/>
                  </a:cubicBezTo>
                  <a:cubicBezTo>
                    <a:pt x="37" y="978"/>
                    <a:pt x="41" y="975"/>
                    <a:pt x="43" y="974"/>
                  </a:cubicBezTo>
                  <a:cubicBezTo>
                    <a:pt x="46" y="974"/>
                    <a:pt x="53" y="976"/>
                    <a:pt x="57" y="977"/>
                  </a:cubicBezTo>
                  <a:cubicBezTo>
                    <a:pt x="58" y="977"/>
                    <a:pt x="62" y="979"/>
                    <a:pt x="63" y="978"/>
                  </a:cubicBezTo>
                  <a:cubicBezTo>
                    <a:pt x="65" y="978"/>
                    <a:pt x="67" y="974"/>
                    <a:pt x="68" y="972"/>
                  </a:cubicBezTo>
                  <a:cubicBezTo>
                    <a:pt x="68" y="969"/>
                    <a:pt x="65" y="962"/>
                    <a:pt x="64" y="959"/>
                  </a:cubicBezTo>
                  <a:cubicBezTo>
                    <a:pt x="64" y="956"/>
                    <a:pt x="65" y="951"/>
                    <a:pt x="66" y="948"/>
                  </a:cubicBezTo>
                  <a:cubicBezTo>
                    <a:pt x="67" y="945"/>
                    <a:pt x="72" y="940"/>
                    <a:pt x="75" y="938"/>
                  </a:cubicBezTo>
                  <a:cubicBezTo>
                    <a:pt x="76" y="938"/>
                    <a:pt x="81" y="940"/>
                    <a:pt x="83" y="939"/>
                  </a:cubicBezTo>
                  <a:cubicBezTo>
                    <a:pt x="84" y="938"/>
                    <a:pt x="85" y="936"/>
                    <a:pt x="86" y="935"/>
                  </a:cubicBezTo>
                  <a:cubicBezTo>
                    <a:pt x="87" y="933"/>
                    <a:pt x="86" y="929"/>
                    <a:pt x="86" y="927"/>
                  </a:cubicBezTo>
                  <a:cubicBezTo>
                    <a:pt x="87" y="925"/>
                    <a:pt x="90" y="920"/>
                    <a:pt x="92" y="918"/>
                  </a:cubicBezTo>
                  <a:cubicBezTo>
                    <a:pt x="95" y="914"/>
                    <a:pt x="102" y="908"/>
                    <a:pt x="105" y="905"/>
                  </a:cubicBezTo>
                  <a:cubicBezTo>
                    <a:pt x="108" y="902"/>
                    <a:pt x="114" y="899"/>
                    <a:pt x="115" y="896"/>
                  </a:cubicBezTo>
                  <a:cubicBezTo>
                    <a:pt x="116" y="895"/>
                    <a:pt x="118" y="892"/>
                    <a:pt x="118" y="890"/>
                  </a:cubicBezTo>
                  <a:cubicBezTo>
                    <a:pt x="118" y="888"/>
                    <a:pt x="116" y="883"/>
                    <a:pt x="114" y="881"/>
                  </a:cubicBezTo>
                  <a:cubicBezTo>
                    <a:pt x="113" y="879"/>
                    <a:pt x="108" y="877"/>
                    <a:pt x="106" y="875"/>
                  </a:cubicBezTo>
                  <a:cubicBezTo>
                    <a:pt x="105" y="874"/>
                    <a:pt x="102" y="870"/>
                    <a:pt x="101" y="867"/>
                  </a:cubicBezTo>
                  <a:cubicBezTo>
                    <a:pt x="101" y="864"/>
                    <a:pt x="102" y="858"/>
                    <a:pt x="102" y="855"/>
                  </a:cubicBezTo>
                  <a:cubicBezTo>
                    <a:pt x="101" y="851"/>
                    <a:pt x="99" y="843"/>
                    <a:pt x="96" y="840"/>
                  </a:cubicBezTo>
                  <a:cubicBezTo>
                    <a:pt x="95" y="838"/>
                    <a:pt x="91" y="834"/>
                    <a:pt x="89" y="832"/>
                  </a:cubicBezTo>
                  <a:cubicBezTo>
                    <a:pt x="87" y="831"/>
                    <a:pt x="81" y="829"/>
                    <a:pt x="79" y="827"/>
                  </a:cubicBezTo>
                  <a:cubicBezTo>
                    <a:pt x="77" y="826"/>
                    <a:pt x="73" y="824"/>
                    <a:pt x="72" y="822"/>
                  </a:cubicBezTo>
                  <a:cubicBezTo>
                    <a:pt x="70" y="819"/>
                    <a:pt x="71" y="812"/>
                    <a:pt x="70" y="809"/>
                  </a:cubicBezTo>
                  <a:cubicBezTo>
                    <a:pt x="70" y="807"/>
                    <a:pt x="67" y="803"/>
                    <a:pt x="66" y="801"/>
                  </a:cubicBezTo>
                  <a:cubicBezTo>
                    <a:pt x="65" y="800"/>
                    <a:pt x="63" y="797"/>
                    <a:pt x="63" y="795"/>
                  </a:cubicBezTo>
                  <a:cubicBezTo>
                    <a:pt x="63" y="793"/>
                    <a:pt x="66" y="787"/>
                    <a:pt x="66" y="784"/>
                  </a:cubicBezTo>
                  <a:cubicBezTo>
                    <a:pt x="66" y="782"/>
                    <a:pt x="65" y="776"/>
                    <a:pt x="64" y="774"/>
                  </a:cubicBezTo>
                  <a:cubicBezTo>
                    <a:pt x="64" y="773"/>
                    <a:pt x="61" y="771"/>
                    <a:pt x="60" y="770"/>
                  </a:cubicBezTo>
                  <a:cubicBezTo>
                    <a:pt x="59" y="768"/>
                    <a:pt x="60" y="764"/>
                    <a:pt x="60" y="762"/>
                  </a:cubicBezTo>
                  <a:cubicBezTo>
                    <a:pt x="60" y="761"/>
                    <a:pt x="60" y="758"/>
                    <a:pt x="59" y="757"/>
                  </a:cubicBezTo>
                  <a:cubicBezTo>
                    <a:pt x="61" y="755"/>
                    <a:pt x="62" y="754"/>
                    <a:pt x="62" y="753"/>
                  </a:cubicBezTo>
                  <a:cubicBezTo>
                    <a:pt x="62" y="753"/>
                    <a:pt x="62" y="752"/>
                    <a:pt x="62" y="752"/>
                  </a:cubicBezTo>
                  <a:cubicBezTo>
                    <a:pt x="63" y="751"/>
                    <a:pt x="64" y="751"/>
                    <a:pt x="64" y="751"/>
                  </a:cubicBezTo>
                  <a:cubicBezTo>
                    <a:pt x="65" y="750"/>
                    <a:pt x="66" y="747"/>
                    <a:pt x="67" y="745"/>
                  </a:cubicBezTo>
                  <a:cubicBezTo>
                    <a:pt x="68" y="745"/>
                    <a:pt x="71" y="744"/>
                    <a:pt x="72" y="743"/>
                  </a:cubicBezTo>
                  <a:cubicBezTo>
                    <a:pt x="74" y="744"/>
                    <a:pt x="77" y="748"/>
                    <a:pt x="79" y="749"/>
                  </a:cubicBezTo>
                  <a:cubicBezTo>
                    <a:pt x="80" y="750"/>
                    <a:pt x="85" y="751"/>
                    <a:pt x="87" y="750"/>
                  </a:cubicBezTo>
                  <a:cubicBezTo>
                    <a:pt x="88" y="750"/>
                    <a:pt x="92" y="749"/>
                    <a:pt x="93" y="747"/>
                  </a:cubicBezTo>
                  <a:cubicBezTo>
                    <a:pt x="93" y="746"/>
                    <a:pt x="94" y="744"/>
                    <a:pt x="94" y="742"/>
                  </a:cubicBezTo>
                  <a:cubicBezTo>
                    <a:pt x="94" y="741"/>
                    <a:pt x="90" y="740"/>
                    <a:pt x="89" y="738"/>
                  </a:cubicBezTo>
                  <a:cubicBezTo>
                    <a:pt x="89" y="736"/>
                    <a:pt x="89" y="732"/>
                    <a:pt x="90" y="731"/>
                  </a:cubicBezTo>
                  <a:cubicBezTo>
                    <a:pt x="91" y="730"/>
                    <a:pt x="94" y="729"/>
                    <a:pt x="95" y="730"/>
                  </a:cubicBezTo>
                  <a:cubicBezTo>
                    <a:pt x="96" y="730"/>
                    <a:pt x="98" y="732"/>
                    <a:pt x="98" y="733"/>
                  </a:cubicBezTo>
                  <a:cubicBezTo>
                    <a:pt x="99" y="735"/>
                    <a:pt x="97" y="737"/>
                    <a:pt x="98" y="738"/>
                  </a:cubicBezTo>
                  <a:cubicBezTo>
                    <a:pt x="98" y="740"/>
                    <a:pt x="103" y="743"/>
                    <a:pt x="103" y="745"/>
                  </a:cubicBezTo>
                  <a:cubicBezTo>
                    <a:pt x="103" y="747"/>
                    <a:pt x="103" y="750"/>
                    <a:pt x="102" y="751"/>
                  </a:cubicBezTo>
                  <a:cubicBezTo>
                    <a:pt x="102" y="752"/>
                    <a:pt x="100" y="753"/>
                    <a:pt x="100" y="754"/>
                  </a:cubicBezTo>
                  <a:cubicBezTo>
                    <a:pt x="100" y="756"/>
                    <a:pt x="100" y="759"/>
                    <a:pt x="101" y="761"/>
                  </a:cubicBezTo>
                  <a:cubicBezTo>
                    <a:pt x="102" y="763"/>
                    <a:pt x="106" y="766"/>
                    <a:pt x="108" y="767"/>
                  </a:cubicBezTo>
                  <a:cubicBezTo>
                    <a:pt x="110" y="768"/>
                    <a:pt x="113" y="771"/>
                    <a:pt x="115" y="770"/>
                  </a:cubicBezTo>
                  <a:cubicBezTo>
                    <a:pt x="116" y="770"/>
                    <a:pt x="118" y="768"/>
                    <a:pt x="118" y="767"/>
                  </a:cubicBezTo>
                  <a:cubicBezTo>
                    <a:pt x="118" y="766"/>
                    <a:pt x="117" y="763"/>
                    <a:pt x="116" y="762"/>
                  </a:cubicBezTo>
                  <a:cubicBezTo>
                    <a:pt x="115" y="761"/>
                    <a:pt x="111" y="761"/>
                    <a:pt x="110" y="760"/>
                  </a:cubicBezTo>
                  <a:cubicBezTo>
                    <a:pt x="109" y="759"/>
                    <a:pt x="108" y="755"/>
                    <a:pt x="109" y="754"/>
                  </a:cubicBezTo>
                  <a:cubicBezTo>
                    <a:pt x="109" y="752"/>
                    <a:pt x="113" y="752"/>
                    <a:pt x="114" y="751"/>
                  </a:cubicBezTo>
                  <a:cubicBezTo>
                    <a:pt x="117" y="751"/>
                    <a:pt x="122" y="752"/>
                    <a:pt x="124" y="751"/>
                  </a:cubicBezTo>
                  <a:cubicBezTo>
                    <a:pt x="127" y="749"/>
                    <a:pt x="130" y="742"/>
                    <a:pt x="133" y="740"/>
                  </a:cubicBezTo>
                  <a:cubicBezTo>
                    <a:pt x="135" y="738"/>
                    <a:pt x="141" y="735"/>
                    <a:pt x="144" y="734"/>
                  </a:cubicBezTo>
                  <a:cubicBezTo>
                    <a:pt x="147" y="733"/>
                    <a:pt x="154" y="735"/>
                    <a:pt x="158" y="735"/>
                  </a:cubicBezTo>
                  <a:cubicBezTo>
                    <a:pt x="161" y="736"/>
                    <a:pt x="166" y="736"/>
                    <a:pt x="169" y="736"/>
                  </a:cubicBezTo>
                  <a:cubicBezTo>
                    <a:pt x="171" y="735"/>
                    <a:pt x="174" y="733"/>
                    <a:pt x="176" y="732"/>
                  </a:cubicBezTo>
                  <a:cubicBezTo>
                    <a:pt x="179" y="731"/>
                    <a:pt x="184" y="731"/>
                    <a:pt x="187" y="731"/>
                  </a:cubicBezTo>
                  <a:cubicBezTo>
                    <a:pt x="189" y="732"/>
                    <a:pt x="193" y="732"/>
                    <a:pt x="195" y="734"/>
                  </a:cubicBezTo>
                  <a:cubicBezTo>
                    <a:pt x="195" y="735"/>
                    <a:pt x="195" y="737"/>
                    <a:pt x="195" y="738"/>
                  </a:cubicBezTo>
                  <a:cubicBezTo>
                    <a:pt x="194" y="739"/>
                    <a:pt x="191" y="739"/>
                    <a:pt x="191" y="741"/>
                  </a:cubicBezTo>
                  <a:cubicBezTo>
                    <a:pt x="190" y="742"/>
                    <a:pt x="190" y="745"/>
                    <a:pt x="190" y="746"/>
                  </a:cubicBezTo>
                  <a:cubicBezTo>
                    <a:pt x="190" y="748"/>
                    <a:pt x="193" y="752"/>
                    <a:pt x="195" y="753"/>
                  </a:cubicBezTo>
                  <a:cubicBezTo>
                    <a:pt x="197" y="754"/>
                    <a:pt x="202" y="756"/>
                    <a:pt x="205" y="756"/>
                  </a:cubicBezTo>
                  <a:cubicBezTo>
                    <a:pt x="209" y="756"/>
                    <a:pt x="217" y="755"/>
                    <a:pt x="221" y="755"/>
                  </a:cubicBezTo>
                  <a:cubicBezTo>
                    <a:pt x="223" y="756"/>
                    <a:pt x="226" y="758"/>
                    <a:pt x="228" y="758"/>
                  </a:cubicBezTo>
                  <a:cubicBezTo>
                    <a:pt x="231" y="758"/>
                    <a:pt x="237" y="759"/>
                    <a:pt x="239" y="758"/>
                  </a:cubicBezTo>
                  <a:cubicBezTo>
                    <a:pt x="244" y="757"/>
                    <a:pt x="251" y="750"/>
                    <a:pt x="255" y="748"/>
                  </a:cubicBezTo>
                  <a:cubicBezTo>
                    <a:pt x="259" y="746"/>
                    <a:pt x="267" y="744"/>
                    <a:pt x="270" y="742"/>
                  </a:cubicBezTo>
                  <a:cubicBezTo>
                    <a:pt x="272" y="742"/>
                    <a:pt x="277" y="741"/>
                    <a:pt x="278" y="739"/>
                  </a:cubicBezTo>
                  <a:cubicBezTo>
                    <a:pt x="280" y="738"/>
                    <a:pt x="279" y="733"/>
                    <a:pt x="279" y="731"/>
                  </a:cubicBezTo>
                  <a:cubicBezTo>
                    <a:pt x="278" y="730"/>
                    <a:pt x="277" y="728"/>
                    <a:pt x="276" y="727"/>
                  </a:cubicBezTo>
                  <a:cubicBezTo>
                    <a:pt x="275" y="726"/>
                    <a:pt x="270" y="726"/>
                    <a:pt x="269" y="724"/>
                  </a:cubicBezTo>
                  <a:cubicBezTo>
                    <a:pt x="269" y="723"/>
                    <a:pt x="270" y="720"/>
                    <a:pt x="270" y="718"/>
                  </a:cubicBezTo>
                  <a:cubicBezTo>
                    <a:pt x="270" y="717"/>
                    <a:pt x="269" y="714"/>
                    <a:pt x="269" y="713"/>
                  </a:cubicBezTo>
                  <a:cubicBezTo>
                    <a:pt x="268" y="712"/>
                    <a:pt x="265" y="712"/>
                    <a:pt x="264" y="711"/>
                  </a:cubicBezTo>
                  <a:cubicBezTo>
                    <a:pt x="263" y="710"/>
                    <a:pt x="262" y="706"/>
                    <a:pt x="262" y="704"/>
                  </a:cubicBezTo>
                  <a:cubicBezTo>
                    <a:pt x="262" y="703"/>
                    <a:pt x="264" y="700"/>
                    <a:pt x="265" y="699"/>
                  </a:cubicBezTo>
                  <a:cubicBezTo>
                    <a:pt x="267" y="698"/>
                    <a:pt x="271" y="700"/>
                    <a:pt x="272" y="699"/>
                  </a:cubicBezTo>
                  <a:cubicBezTo>
                    <a:pt x="274" y="697"/>
                    <a:pt x="275" y="692"/>
                    <a:pt x="277" y="691"/>
                  </a:cubicBezTo>
                  <a:cubicBezTo>
                    <a:pt x="279" y="690"/>
                    <a:pt x="284" y="689"/>
                    <a:pt x="286" y="690"/>
                  </a:cubicBezTo>
                  <a:cubicBezTo>
                    <a:pt x="287" y="690"/>
                    <a:pt x="289" y="693"/>
                    <a:pt x="290" y="694"/>
                  </a:cubicBezTo>
                  <a:cubicBezTo>
                    <a:pt x="291" y="695"/>
                    <a:pt x="293" y="698"/>
                    <a:pt x="295" y="698"/>
                  </a:cubicBezTo>
                  <a:cubicBezTo>
                    <a:pt x="296" y="699"/>
                    <a:pt x="300" y="696"/>
                    <a:pt x="301" y="696"/>
                  </a:cubicBezTo>
                  <a:cubicBezTo>
                    <a:pt x="303" y="696"/>
                    <a:pt x="307" y="699"/>
                    <a:pt x="308" y="699"/>
                  </a:cubicBezTo>
                  <a:cubicBezTo>
                    <a:pt x="310" y="698"/>
                    <a:pt x="311" y="695"/>
                    <a:pt x="313" y="695"/>
                  </a:cubicBezTo>
                  <a:cubicBezTo>
                    <a:pt x="314" y="694"/>
                    <a:pt x="317" y="696"/>
                    <a:pt x="318" y="696"/>
                  </a:cubicBezTo>
                  <a:cubicBezTo>
                    <a:pt x="319" y="696"/>
                    <a:pt x="321" y="694"/>
                    <a:pt x="322" y="693"/>
                  </a:cubicBezTo>
                  <a:cubicBezTo>
                    <a:pt x="323" y="692"/>
                    <a:pt x="323" y="687"/>
                    <a:pt x="324" y="686"/>
                  </a:cubicBezTo>
                  <a:cubicBezTo>
                    <a:pt x="325" y="684"/>
                    <a:pt x="326" y="680"/>
                    <a:pt x="328" y="680"/>
                  </a:cubicBezTo>
                  <a:cubicBezTo>
                    <a:pt x="330" y="679"/>
                    <a:pt x="335" y="680"/>
                    <a:pt x="338" y="681"/>
                  </a:cubicBezTo>
                  <a:cubicBezTo>
                    <a:pt x="341" y="683"/>
                    <a:pt x="346" y="690"/>
                    <a:pt x="349" y="692"/>
                  </a:cubicBezTo>
                  <a:cubicBezTo>
                    <a:pt x="352" y="694"/>
                    <a:pt x="360" y="695"/>
                    <a:pt x="363" y="697"/>
                  </a:cubicBezTo>
                  <a:cubicBezTo>
                    <a:pt x="365" y="699"/>
                    <a:pt x="368" y="704"/>
                    <a:pt x="370" y="706"/>
                  </a:cubicBezTo>
                  <a:cubicBezTo>
                    <a:pt x="371" y="708"/>
                    <a:pt x="375" y="712"/>
                    <a:pt x="376" y="714"/>
                  </a:cubicBezTo>
                  <a:cubicBezTo>
                    <a:pt x="377" y="715"/>
                    <a:pt x="378" y="718"/>
                    <a:pt x="377" y="720"/>
                  </a:cubicBezTo>
                  <a:cubicBezTo>
                    <a:pt x="377" y="721"/>
                    <a:pt x="375" y="723"/>
                    <a:pt x="375" y="723"/>
                  </a:cubicBezTo>
                  <a:cubicBezTo>
                    <a:pt x="373" y="724"/>
                    <a:pt x="369" y="723"/>
                    <a:pt x="368" y="724"/>
                  </a:cubicBezTo>
                  <a:cubicBezTo>
                    <a:pt x="368" y="725"/>
                    <a:pt x="368" y="728"/>
                    <a:pt x="369" y="728"/>
                  </a:cubicBezTo>
                  <a:cubicBezTo>
                    <a:pt x="370" y="730"/>
                    <a:pt x="373" y="729"/>
                    <a:pt x="375" y="729"/>
                  </a:cubicBezTo>
                  <a:cubicBezTo>
                    <a:pt x="376" y="729"/>
                    <a:pt x="379" y="728"/>
                    <a:pt x="381" y="729"/>
                  </a:cubicBezTo>
                  <a:cubicBezTo>
                    <a:pt x="382" y="729"/>
                    <a:pt x="385" y="731"/>
                    <a:pt x="387" y="733"/>
                  </a:cubicBezTo>
                  <a:cubicBezTo>
                    <a:pt x="388" y="734"/>
                    <a:pt x="391" y="737"/>
                    <a:pt x="391" y="739"/>
                  </a:cubicBezTo>
                  <a:cubicBezTo>
                    <a:pt x="391" y="740"/>
                    <a:pt x="391" y="745"/>
                    <a:pt x="389" y="746"/>
                  </a:cubicBezTo>
                  <a:cubicBezTo>
                    <a:pt x="388" y="747"/>
                    <a:pt x="385" y="746"/>
                    <a:pt x="384" y="746"/>
                  </a:cubicBezTo>
                  <a:cubicBezTo>
                    <a:pt x="382" y="746"/>
                    <a:pt x="380" y="746"/>
                    <a:pt x="379" y="746"/>
                  </a:cubicBezTo>
                  <a:cubicBezTo>
                    <a:pt x="378" y="746"/>
                    <a:pt x="376" y="748"/>
                    <a:pt x="376" y="749"/>
                  </a:cubicBezTo>
                  <a:cubicBezTo>
                    <a:pt x="375" y="751"/>
                    <a:pt x="374" y="754"/>
                    <a:pt x="374" y="755"/>
                  </a:cubicBezTo>
                  <a:cubicBezTo>
                    <a:pt x="374" y="757"/>
                    <a:pt x="375" y="759"/>
                    <a:pt x="376" y="761"/>
                  </a:cubicBezTo>
                  <a:cubicBezTo>
                    <a:pt x="377" y="762"/>
                    <a:pt x="381" y="764"/>
                    <a:pt x="382" y="765"/>
                  </a:cubicBezTo>
                  <a:cubicBezTo>
                    <a:pt x="384" y="765"/>
                    <a:pt x="387" y="767"/>
                    <a:pt x="388" y="766"/>
                  </a:cubicBezTo>
                  <a:cubicBezTo>
                    <a:pt x="389" y="766"/>
                    <a:pt x="390" y="765"/>
                    <a:pt x="390" y="764"/>
                  </a:cubicBezTo>
                  <a:cubicBezTo>
                    <a:pt x="390" y="762"/>
                    <a:pt x="390" y="760"/>
                    <a:pt x="389" y="759"/>
                  </a:cubicBezTo>
                  <a:cubicBezTo>
                    <a:pt x="388" y="758"/>
                    <a:pt x="385" y="758"/>
                    <a:pt x="385" y="757"/>
                  </a:cubicBezTo>
                  <a:cubicBezTo>
                    <a:pt x="384" y="756"/>
                    <a:pt x="384" y="754"/>
                    <a:pt x="384" y="753"/>
                  </a:cubicBezTo>
                  <a:cubicBezTo>
                    <a:pt x="385" y="752"/>
                    <a:pt x="389" y="753"/>
                    <a:pt x="390" y="753"/>
                  </a:cubicBezTo>
                  <a:cubicBezTo>
                    <a:pt x="394" y="753"/>
                    <a:pt x="400" y="755"/>
                    <a:pt x="402" y="757"/>
                  </a:cubicBezTo>
                  <a:cubicBezTo>
                    <a:pt x="404" y="758"/>
                    <a:pt x="405" y="762"/>
                    <a:pt x="405" y="764"/>
                  </a:cubicBezTo>
                  <a:cubicBezTo>
                    <a:pt x="405" y="766"/>
                    <a:pt x="403" y="768"/>
                    <a:pt x="403" y="769"/>
                  </a:cubicBezTo>
                  <a:cubicBezTo>
                    <a:pt x="402" y="771"/>
                    <a:pt x="402" y="774"/>
                    <a:pt x="402" y="775"/>
                  </a:cubicBezTo>
                  <a:cubicBezTo>
                    <a:pt x="402" y="777"/>
                    <a:pt x="403" y="781"/>
                    <a:pt x="404" y="782"/>
                  </a:cubicBezTo>
                  <a:cubicBezTo>
                    <a:pt x="407" y="785"/>
                    <a:pt x="415" y="789"/>
                    <a:pt x="419" y="791"/>
                  </a:cubicBezTo>
                  <a:cubicBezTo>
                    <a:pt x="422" y="792"/>
                    <a:pt x="427" y="793"/>
                    <a:pt x="429" y="795"/>
                  </a:cubicBezTo>
                  <a:cubicBezTo>
                    <a:pt x="431" y="796"/>
                    <a:pt x="435" y="800"/>
                    <a:pt x="437" y="801"/>
                  </a:cubicBezTo>
                  <a:cubicBezTo>
                    <a:pt x="439" y="801"/>
                    <a:pt x="443" y="802"/>
                    <a:pt x="444" y="801"/>
                  </a:cubicBezTo>
                  <a:cubicBezTo>
                    <a:pt x="445" y="800"/>
                    <a:pt x="443" y="797"/>
                    <a:pt x="444" y="796"/>
                  </a:cubicBezTo>
                  <a:cubicBezTo>
                    <a:pt x="445" y="795"/>
                    <a:pt x="448" y="795"/>
                    <a:pt x="449" y="795"/>
                  </a:cubicBezTo>
                  <a:cubicBezTo>
                    <a:pt x="450" y="796"/>
                    <a:pt x="450" y="800"/>
                    <a:pt x="451" y="801"/>
                  </a:cubicBezTo>
                  <a:cubicBezTo>
                    <a:pt x="452" y="802"/>
                    <a:pt x="455" y="803"/>
                    <a:pt x="457" y="803"/>
                  </a:cubicBezTo>
                  <a:cubicBezTo>
                    <a:pt x="459" y="803"/>
                    <a:pt x="462" y="801"/>
                    <a:pt x="463" y="800"/>
                  </a:cubicBezTo>
                  <a:cubicBezTo>
                    <a:pt x="464" y="797"/>
                    <a:pt x="462" y="792"/>
                    <a:pt x="460" y="790"/>
                  </a:cubicBezTo>
                  <a:cubicBezTo>
                    <a:pt x="460" y="787"/>
                    <a:pt x="456" y="784"/>
                    <a:pt x="456" y="782"/>
                  </a:cubicBezTo>
                  <a:cubicBezTo>
                    <a:pt x="455" y="779"/>
                    <a:pt x="453" y="774"/>
                    <a:pt x="454" y="771"/>
                  </a:cubicBezTo>
                  <a:cubicBezTo>
                    <a:pt x="454" y="770"/>
                    <a:pt x="458" y="770"/>
                    <a:pt x="458" y="769"/>
                  </a:cubicBezTo>
                  <a:cubicBezTo>
                    <a:pt x="459" y="767"/>
                    <a:pt x="458" y="763"/>
                    <a:pt x="457" y="761"/>
                  </a:cubicBezTo>
                  <a:cubicBezTo>
                    <a:pt x="457" y="758"/>
                    <a:pt x="454" y="754"/>
                    <a:pt x="453" y="751"/>
                  </a:cubicBezTo>
                  <a:cubicBezTo>
                    <a:pt x="452" y="749"/>
                    <a:pt x="450" y="744"/>
                    <a:pt x="449" y="742"/>
                  </a:cubicBezTo>
                  <a:cubicBezTo>
                    <a:pt x="449" y="739"/>
                    <a:pt x="448" y="735"/>
                    <a:pt x="449" y="732"/>
                  </a:cubicBezTo>
                  <a:cubicBezTo>
                    <a:pt x="449" y="731"/>
                    <a:pt x="451" y="728"/>
                    <a:pt x="452" y="728"/>
                  </a:cubicBezTo>
                  <a:cubicBezTo>
                    <a:pt x="454" y="728"/>
                    <a:pt x="457" y="730"/>
                    <a:pt x="458" y="731"/>
                  </a:cubicBezTo>
                  <a:cubicBezTo>
                    <a:pt x="460" y="733"/>
                    <a:pt x="462" y="739"/>
                    <a:pt x="464" y="740"/>
                  </a:cubicBezTo>
                  <a:cubicBezTo>
                    <a:pt x="466" y="742"/>
                    <a:pt x="470" y="743"/>
                    <a:pt x="472" y="744"/>
                  </a:cubicBezTo>
                  <a:cubicBezTo>
                    <a:pt x="475" y="744"/>
                    <a:pt x="480" y="744"/>
                    <a:pt x="483" y="744"/>
                  </a:cubicBezTo>
                  <a:cubicBezTo>
                    <a:pt x="485" y="743"/>
                    <a:pt x="490" y="743"/>
                    <a:pt x="493" y="742"/>
                  </a:cubicBezTo>
                  <a:cubicBezTo>
                    <a:pt x="494" y="741"/>
                    <a:pt x="496" y="739"/>
                    <a:pt x="497" y="737"/>
                  </a:cubicBezTo>
                  <a:cubicBezTo>
                    <a:pt x="498" y="734"/>
                    <a:pt x="497" y="727"/>
                    <a:pt x="498" y="724"/>
                  </a:cubicBezTo>
                  <a:cubicBezTo>
                    <a:pt x="499" y="721"/>
                    <a:pt x="503" y="716"/>
                    <a:pt x="505" y="714"/>
                  </a:cubicBezTo>
                  <a:cubicBezTo>
                    <a:pt x="506" y="712"/>
                    <a:pt x="511" y="709"/>
                    <a:pt x="513" y="709"/>
                  </a:cubicBezTo>
                  <a:cubicBezTo>
                    <a:pt x="515" y="708"/>
                    <a:pt x="518" y="709"/>
                    <a:pt x="519" y="710"/>
                  </a:cubicBezTo>
                  <a:cubicBezTo>
                    <a:pt x="521" y="711"/>
                    <a:pt x="523" y="713"/>
                    <a:pt x="525" y="713"/>
                  </a:cubicBezTo>
                  <a:cubicBezTo>
                    <a:pt x="527" y="714"/>
                    <a:pt x="533" y="714"/>
                    <a:pt x="536" y="714"/>
                  </a:cubicBezTo>
                  <a:cubicBezTo>
                    <a:pt x="538" y="715"/>
                    <a:pt x="543" y="719"/>
                    <a:pt x="545" y="720"/>
                  </a:cubicBezTo>
                  <a:cubicBezTo>
                    <a:pt x="547" y="720"/>
                    <a:pt x="550" y="721"/>
                    <a:pt x="552" y="720"/>
                  </a:cubicBezTo>
                  <a:cubicBezTo>
                    <a:pt x="554" y="720"/>
                    <a:pt x="558" y="719"/>
                    <a:pt x="559" y="718"/>
                  </a:cubicBezTo>
                  <a:cubicBezTo>
                    <a:pt x="561" y="716"/>
                    <a:pt x="563" y="712"/>
                    <a:pt x="563" y="710"/>
                  </a:cubicBezTo>
                  <a:cubicBezTo>
                    <a:pt x="563" y="710"/>
                    <a:pt x="562" y="708"/>
                    <a:pt x="561" y="707"/>
                  </a:cubicBezTo>
                  <a:cubicBezTo>
                    <a:pt x="561" y="706"/>
                    <a:pt x="558" y="706"/>
                    <a:pt x="557" y="707"/>
                  </a:cubicBezTo>
                  <a:cubicBezTo>
                    <a:pt x="557" y="708"/>
                    <a:pt x="558" y="710"/>
                    <a:pt x="558" y="711"/>
                  </a:cubicBezTo>
                  <a:cubicBezTo>
                    <a:pt x="557" y="712"/>
                    <a:pt x="553" y="712"/>
                    <a:pt x="552" y="711"/>
                  </a:cubicBezTo>
                  <a:cubicBezTo>
                    <a:pt x="550" y="710"/>
                    <a:pt x="549" y="707"/>
                    <a:pt x="549" y="705"/>
                  </a:cubicBezTo>
                  <a:cubicBezTo>
                    <a:pt x="548" y="704"/>
                    <a:pt x="547" y="700"/>
                    <a:pt x="547" y="697"/>
                  </a:cubicBezTo>
                  <a:cubicBezTo>
                    <a:pt x="547" y="695"/>
                    <a:pt x="548" y="691"/>
                    <a:pt x="550" y="689"/>
                  </a:cubicBezTo>
                  <a:cubicBezTo>
                    <a:pt x="551" y="689"/>
                    <a:pt x="554" y="690"/>
                    <a:pt x="556" y="689"/>
                  </a:cubicBezTo>
                  <a:cubicBezTo>
                    <a:pt x="557" y="689"/>
                    <a:pt x="559" y="686"/>
                    <a:pt x="561" y="686"/>
                  </a:cubicBezTo>
                  <a:cubicBezTo>
                    <a:pt x="562" y="686"/>
                    <a:pt x="564" y="688"/>
                    <a:pt x="565" y="688"/>
                  </a:cubicBezTo>
                  <a:cubicBezTo>
                    <a:pt x="566" y="689"/>
                    <a:pt x="567" y="692"/>
                    <a:pt x="568" y="693"/>
                  </a:cubicBezTo>
                  <a:cubicBezTo>
                    <a:pt x="569" y="693"/>
                    <a:pt x="572" y="692"/>
                    <a:pt x="573" y="692"/>
                  </a:cubicBezTo>
                  <a:cubicBezTo>
                    <a:pt x="574" y="691"/>
                    <a:pt x="575" y="688"/>
                    <a:pt x="574" y="687"/>
                  </a:cubicBezTo>
                  <a:cubicBezTo>
                    <a:pt x="574" y="685"/>
                    <a:pt x="572" y="682"/>
                    <a:pt x="572" y="681"/>
                  </a:cubicBezTo>
                  <a:cubicBezTo>
                    <a:pt x="570" y="678"/>
                    <a:pt x="567" y="674"/>
                    <a:pt x="565" y="672"/>
                  </a:cubicBezTo>
                  <a:cubicBezTo>
                    <a:pt x="564" y="671"/>
                    <a:pt x="562" y="669"/>
                    <a:pt x="561" y="668"/>
                  </a:cubicBezTo>
                  <a:cubicBezTo>
                    <a:pt x="560" y="668"/>
                    <a:pt x="557" y="667"/>
                    <a:pt x="557" y="666"/>
                  </a:cubicBezTo>
                  <a:cubicBezTo>
                    <a:pt x="556" y="665"/>
                    <a:pt x="557" y="663"/>
                    <a:pt x="557" y="662"/>
                  </a:cubicBezTo>
                  <a:cubicBezTo>
                    <a:pt x="557" y="661"/>
                    <a:pt x="560" y="659"/>
                    <a:pt x="560" y="657"/>
                  </a:cubicBezTo>
                  <a:cubicBezTo>
                    <a:pt x="561" y="656"/>
                    <a:pt x="562" y="651"/>
                    <a:pt x="562" y="650"/>
                  </a:cubicBezTo>
                  <a:cubicBezTo>
                    <a:pt x="561" y="648"/>
                    <a:pt x="559" y="646"/>
                    <a:pt x="558" y="646"/>
                  </a:cubicBezTo>
                  <a:cubicBezTo>
                    <a:pt x="557" y="646"/>
                    <a:pt x="555" y="645"/>
                    <a:pt x="554" y="646"/>
                  </a:cubicBezTo>
                  <a:cubicBezTo>
                    <a:pt x="554" y="646"/>
                    <a:pt x="552" y="647"/>
                    <a:pt x="552" y="647"/>
                  </a:cubicBezTo>
                  <a:cubicBezTo>
                    <a:pt x="551" y="649"/>
                    <a:pt x="552" y="652"/>
                    <a:pt x="551" y="653"/>
                  </a:cubicBezTo>
                  <a:cubicBezTo>
                    <a:pt x="551" y="655"/>
                    <a:pt x="549" y="657"/>
                    <a:pt x="548" y="658"/>
                  </a:cubicBezTo>
                  <a:cubicBezTo>
                    <a:pt x="546" y="658"/>
                    <a:pt x="544" y="658"/>
                    <a:pt x="543" y="657"/>
                  </a:cubicBezTo>
                  <a:cubicBezTo>
                    <a:pt x="542" y="657"/>
                    <a:pt x="539" y="655"/>
                    <a:pt x="539" y="653"/>
                  </a:cubicBezTo>
                  <a:cubicBezTo>
                    <a:pt x="539" y="652"/>
                    <a:pt x="539" y="650"/>
                    <a:pt x="540" y="649"/>
                  </a:cubicBezTo>
                  <a:cubicBezTo>
                    <a:pt x="541" y="648"/>
                    <a:pt x="543" y="647"/>
                    <a:pt x="544" y="646"/>
                  </a:cubicBezTo>
                  <a:cubicBezTo>
                    <a:pt x="544" y="646"/>
                    <a:pt x="545" y="643"/>
                    <a:pt x="544" y="642"/>
                  </a:cubicBezTo>
                  <a:cubicBezTo>
                    <a:pt x="544" y="641"/>
                    <a:pt x="543" y="640"/>
                    <a:pt x="542" y="639"/>
                  </a:cubicBezTo>
                  <a:cubicBezTo>
                    <a:pt x="542" y="638"/>
                    <a:pt x="544" y="634"/>
                    <a:pt x="545" y="633"/>
                  </a:cubicBezTo>
                  <a:cubicBezTo>
                    <a:pt x="546" y="631"/>
                    <a:pt x="548" y="628"/>
                    <a:pt x="550" y="627"/>
                  </a:cubicBezTo>
                  <a:cubicBezTo>
                    <a:pt x="551" y="626"/>
                    <a:pt x="554" y="625"/>
                    <a:pt x="555" y="624"/>
                  </a:cubicBezTo>
                  <a:cubicBezTo>
                    <a:pt x="556" y="623"/>
                    <a:pt x="558" y="620"/>
                    <a:pt x="557" y="618"/>
                  </a:cubicBezTo>
                  <a:cubicBezTo>
                    <a:pt x="557" y="617"/>
                    <a:pt x="554" y="615"/>
                    <a:pt x="553" y="614"/>
                  </a:cubicBezTo>
                  <a:cubicBezTo>
                    <a:pt x="551" y="612"/>
                    <a:pt x="545" y="610"/>
                    <a:pt x="544" y="607"/>
                  </a:cubicBezTo>
                  <a:cubicBezTo>
                    <a:pt x="543" y="606"/>
                    <a:pt x="542" y="603"/>
                    <a:pt x="543" y="602"/>
                  </a:cubicBezTo>
                  <a:cubicBezTo>
                    <a:pt x="545" y="600"/>
                    <a:pt x="550" y="601"/>
                    <a:pt x="552" y="601"/>
                  </a:cubicBezTo>
                  <a:cubicBezTo>
                    <a:pt x="554" y="601"/>
                    <a:pt x="559" y="603"/>
                    <a:pt x="561" y="603"/>
                  </a:cubicBezTo>
                  <a:cubicBezTo>
                    <a:pt x="564" y="603"/>
                    <a:pt x="569" y="601"/>
                    <a:pt x="571" y="600"/>
                  </a:cubicBezTo>
                  <a:cubicBezTo>
                    <a:pt x="574" y="599"/>
                    <a:pt x="579" y="597"/>
                    <a:pt x="582" y="595"/>
                  </a:cubicBezTo>
                  <a:cubicBezTo>
                    <a:pt x="585" y="593"/>
                    <a:pt x="592" y="587"/>
                    <a:pt x="595" y="585"/>
                  </a:cubicBezTo>
                  <a:cubicBezTo>
                    <a:pt x="600" y="582"/>
                    <a:pt x="608" y="579"/>
                    <a:pt x="613" y="577"/>
                  </a:cubicBezTo>
                  <a:cubicBezTo>
                    <a:pt x="616" y="575"/>
                    <a:pt x="623" y="573"/>
                    <a:pt x="626" y="572"/>
                  </a:cubicBezTo>
                  <a:cubicBezTo>
                    <a:pt x="629" y="570"/>
                    <a:pt x="633" y="567"/>
                    <a:pt x="635" y="566"/>
                  </a:cubicBezTo>
                  <a:cubicBezTo>
                    <a:pt x="637" y="566"/>
                    <a:pt x="641" y="566"/>
                    <a:pt x="642" y="568"/>
                  </a:cubicBezTo>
                  <a:cubicBezTo>
                    <a:pt x="643" y="569"/>
                    <a:pt x="641" y="572"/>
                    <a:pt x="640" y="573"/>
                  </a:cubicBezTo>
                  <a:cubicBezTo>
                    <a:pt x="639" y="574"/>
                    <a:pt x="637" y="576"/>
                    <a:pt x="635" y="576"/>
                  </a:cubicBezTo>
                  <a:cubicBezTo>
                    <a:pt x="633" y="578"/>
                    <a:pt x="627" y="580"/>
                    <a:pt x="625" y="581"/>
                  </a:cubicBezTo>
                  <a:cubicBezTo>
                    <a:pt x="623" y="582"/>
                    <a:pt x="620" y="583"/>
                    <a:pt x="619" y="585"/>
                  </a:cubicBezTo>
                  <a:cubicBezTo>
                    <a:pt x="618" y="586"/>
                    <a:pt x="619" y="589"/>
                    <a:pt x="619" y="590"/>
                  </a:cubicBezTo>
                  <a:cubicBezTo>
                    <a:pt x="618" y="591"/>
                    <a:pt x="617" y="594"/>
                    <a:pt x="617" y="595"/>
                  </a:cubicBezTo>
                  <a:cubicBezTo>
                    <a:pt x="617" y="596"/>
                    <a:pt x="616" y="598"/>
                    <a:pt x="616" y="599"/>
                  </a:cubicBezTo>
                  <a:cubicBezTo>
                    <a:pt x="617" y="600"/>
                    <a:pt x="620" y="600"/>
                    <a:pt x="621" y="600"/>
                  </a:cubicBezTo>
                  <a:cubicBezTo>
                    <a:pt x="623" y="600"/>
                    <a:pt x="627" y="600"/>
                    <a:pt x="628" y="599"/>
                  </a:cubicBezTo>
                  <a:cubicBezTo>
                    <a:pt x="630" y="597"/>
                    <a:pt x="630" y="592"/>
                    <a:pt x="631" y="590"/>
                  </a:cubicBezTo>
                  <a:cubicBezTo>
                    <a:pt x="632" y="588"/>
                    <a:pt x="635" y="585"/>
                    <a:pt x="636" y="583"/>
                  </a:cubicBezTo>
                  <a:cubicBezTo>
                    <a:pt x="638" y="581"/>
                    <a:pt x="643" y="578"/>
                    <a:pt x="644" y="577"/>
                  </a:cubicBezTo>
                  <a:cubicBezTo>
                    <a:pt x="645" y="576"/>
                    <a:pt x="646" y="574"/>
                    <a:pt x="647" y="574"/>
                  </a:cubicBezTo>
                  <a:cubicBezTo>
                    <a:pt x="649" y="574"/>
                    <a:pt x="651" y="578"/>
                    <a:pt x="651" y="580"/>
                  </a:cubicBezTo>
                  <a:cubicBezTo>
                    <a:pt x="652" y="582"/>
                    <a:pt x="652" y="585"/>
                    <a:pt x="652" y="587"/>
                  </a:cubicBezTo>
                  <a:cubicBezTo>
                    <a:pt x="652" y="588"/>
                    <a:pt x="650" y="591"/>
                    <a:pt x="650" y="593"/>
                  </a:cubicBezTo>
                  <a:cubicBezTo>
                    <a:pt x="649" y="593"/>
                    <a:pt x="649" y="595"/>
                    <a:pt x="649" y="595"/>
                  </a:cubicBezTo>
                  <a:cubicBezTo>
                    <a:pt x="647" y="595"/>
                    <a:pt x="646" y="592"/>
                    <a:pt x="645" y="591"/>
                  </a:cubicBezTo>
                  <a:cubicBezTo>
                    <a:pt x="645" y="590"/>
                    <a:pt x="646" y="587"/>
                    <a:pt x="646" y="587"/>
                  </a:cubicBezTo>
                  <a:cubicBezTo>
                    <a:pt x="645" y="586"/>
                    <a:pt x="643" y="586"/>
                    <a:pt x="642" y="586"/>
                  </a:cubicBezTo>
                  <a:cubicBezTo>
                    <a:pt x="641" y="587"/>
                    <a:pt x="640" y="589"/>
                    <a:pt x="640" y="590"/>
                  </a:cubicBezTo>
                  <a:cubicBezTo>
                    <a:pt x="640" y="591"/>
                    <a:pt x="640" y="593"/>
                    <a:pt x="641" y="593"/>
                  </a:cubicBezTo>
                  <a:cubicBezTo>
                    <a:pt x="641" y="594"/>
                    <a:pt x="643" y="594"/>
                    <a:pt x="643" y="595"/>
                  </a:cubicBezTo>
                  <a:cubicBezTo>
                    <a:pt x="644" y="596"/>
                    <a:pt x="644" y="599"/>
                    <a:pt x="643" y="600"/>
                  </a:cubicBezTo>
                  <a:cubicBezTo>
                    <a:pt x="643" y="601"/>
                    <a:pt x="640" y="602"/>
                    <a:pt x="639" y="603"/>
                  </a:cubicBezTo>
                  <a:cubicBezTo>
                    <a:pt x="638" y="604"/>
                    <a:pt x="636" y="607"/>
                    <a:pt x="636" y="608"/>
                  </a:cubicBezTo>
                  <a:cubicBezTo>
                    <a:pt x="637" y="610"/>
                    <a:pt x="639" y="611"/>
                    <a:pt x="640" y="612"/>
                  </a:cubicBezTo>
                  <a:cubicBezTo>
                    <a:pt x="641" y="612"/>
                    <a:pt x="643" y="612"/>
                    <a:pt x="643" y="612"/>
                  </a:cubicBezTo>
                  <a:cubicBezTo>
                    <a:pt x="644" y="613"/>
                    <a:pt x="643" y="615"/>
                    <a:pt x="643" y="616"/>
                  </a:cubicBezTo>
                  <a:cubicBezTo>
                    <a:pt x="643" y="617"/>
                    <a:pt x="644" y="618"/>
                    <a:pt x="645" y="619"/>
                  </a:cubicBezTo>
                  <a:cubicBezTo>
                    <a:pt x="646" y="619"/>
                    <a:pt x="650" y="619"/>
                    <a:pt x="651" y="618"/>
                  </a:cubicBezTo>
                  <a:cubicBezTo>
                    <a:pt x="652" y="617"/>
                    <a:pt x="652" y="613"/>
                    <a:pt x="653" y="611"/>
                  </a:cubicBezTo>
                  <a:cubicBezTo>
                    <a:pt x="653" y="610"/>
                    <a:pt x="656" y="609"/>
                    <a:pt x="656" y="608"/>
                  </a:cubicBezTo>
                  <a:cubicBezTo>
                    <a:pt x="658" y="605"/>
                    <a:pt x="659" y="599"/>
                    <a:pt x="659" y="596"/>
                  </a:cubicBezTo>
                  <a:cubicBezTo>
                    <a:pt x="660" y="593"/>
                    <a:pt x="660" y="585"/>
                    <a:pt x="659" y="581"/>
                  </a:cubicBezTo>
                  <a:cubicBezTo>
                    <a:pt x="658" y="579"/>
                    <a:pt x="655" y="576"/>
                    <a:pt x="654" y="574"/>
                  </a:cubicBezTo>
                  <a:cubicBezTo>
                    <a:pt x="654" y="572"/>
                    <a:pt x="653" y="567"/>
                    <a:pt x="653" y="565"/>
                  </a:cubicBezTo>
                  <a:cubicBezTo>
                    <a:pt x="654" y="563"/>
                    <a:pt x="655" y="558"/>
                    <a:pt x="657" y="557"/>
                  </a:cubicBezTo>
                  <a:cubicBezTo>
                    <a:pt x="658" y="556"/>
                    <a:pt x="663" y="555"/>
                    <a:pt x="665" y="554"/>
                  </a:cubicBezTo>
                  <a:cubicBezTo>
                    <a:pt x="668" y="552"/>
                    <a:pt x="673" y="548"/>
                    <a:pt x="676" y="547"/>
                  </a:cubicBezTo>
                  <a:cubicBezTo>
                    <a:pt x="679" y="546"/>
                    <a:pt x="685" y="544"/>
                    <a:pt x="688" y="543"/>
                  </a:cubicBezTo>
                  <a:cubicBezTo>
                    <a:pt x="690" y="542"/>
                    <a:pt x="695" y="541"/>
                    <a:pt x="698" y="541"/>
                  </a:cubicBezTo>
                  <a:cubicBezTo>
                    <a:pt x="701" y="541"/>
                    <a:pt x="707" y="541"/>
                    <a:pt x="708" y="542"/>
                  </a:cubicBezTo>
                  <a:cubicBezTo>
                    <a:pt x="710" y="544"/>
                    <a:pt x="711" y="548"/>
                    <a:pt x="710" y="550"/>
                  </a:cubicBezTo>
                  <a:cubicBezTo>
                    <a:pt x="710" y="551"/>
                    <a:pt x="708" y="553"/>
                    <a:pt x="707" y="554"/>
                  </a:cubicBezTo>
                  <a:cubicBezTo>
                    <a:pt x="705" y="555"/>
                    <a:pt x="702" y="555"/>
                    <a:pt x="700" y="556"/>
                  </a:cubicBezTo>
                  <a:cubicBezTo>
                    <a:pt x="699" y="557"/>
                    <a:pt x="696" y="558"/>
                    <a:pt x="695" y="559"/>
                  </a:cubicBezTo>
                  <a:cubicBezTo>
                    <a:pt x="695" y="560"/>
                    <a:pt x="695" y="563"/>
                    <a:pt x="696" y="564"/>
                  </a:cubicBezTo>
                  <a:cubicBezTo>
                    <a:pt x="696" y="565"/>
                    <a:pt x="698" y="566"/>
                    <a:pt x="699" y="567"/>
                  </a:cubicBezTo>
                  <a:cubicBezTo>
                    <a:pt x="701" y="567"/>
                    <a:pt x="704" y="567"/>
                    <a:pt x="706" y="567"/>
                  </a:cubicBezTo>
                  <a:cubicBezTo>
                    <a:pt x="707" y="566"/>
                    <a:pt x="709" y="562"/>
                    <a:pt x="710" y="561"/>
                  </a:cubicBezTo>
                  <a:cubicBezTo>
                    <a:pt x="712" y="560"/>
                    <a:pt x="716" y="562"/>
                    <a:pt x="718" y="561"/>
                  </a:cubicBezTo>
                  <a:cubicBezTo>
                    <a:pt x="720" y="561"/>
                    <a:pt x="724" y="557"/>
                    <a:pt x="726" y="557"/>
                  </a:cubicBezTo>
                  <a:cubicBezTo>
                    <a:pt x="726" y="557"/>
                    <a:pt x="728" y="557"/>
                    <a:pt x="728" y="557"/>
                  </a:cubicBezTo>
                  <a:cubicBezTo>
                    <a:pt x="729" y="558"/>
                    <a:pt x="728" y="560"/>
                    <a:pt x="729" y="561"/>
                  </a:cubicBezTo>
                  <a:cubicBezTo>
                    <a:pt x="730" y="562"/>
                    <a:pt x="732" y="561"/>
                    <a:pt x="733" y="560"/>
                  </a:cubicBezTo>
                  <a:cubicBezTo>
                    <a:pt x="735" y="559"/>
                    <a:pt x="738" y="554"/>
                    <a:pt x="741" y="553"/>
                  </a:cubicBezTo>
                  <a:cubicBezTo>
                    <a:pt x="742" y="552"/>
                    <a:pt x="744" y="552"/>
                    <a:pt x="745" y="553"/>
                  </a:cubicBezTo>
                  <a:cubicBezTo>
                    <a:pt x="746" y="553"/>
                    <a:pt x="748" y="554"/>
                    <a:pt x="748" y="554"/>
                  </a:cubicBezTo>
                  <a:cubicBezTo>
                    <a:pt x="750" y="554"/>
                    <a:pt x="751" y="552"/>
                    <a:pt x="753" y="552"/>
                  </a:cubicBezTo>
                  <a:cubicBezTo>
                    <a:pt x="754" y="552"/>
                    <a:pt x="758" y="552"/>
                    <a:pt x="759" y="553"/>
                  </a:cubicBezTo>
                  <a:cubicBezTo>
                    <a:pt x="760" y="554"/>
                    <a:pt x="760" y="556"/>
                    <a:pt x="761" y="557"/>
                  </a:cubicBezTo>
                  <a:cubicBezTo>
                    <a:pt x="762" y="558"/>
                    <a:pt x="766" y="556"/>
                    <a:pt x="768" y="557"/>
                  </a:cubicBezTo>
                  <a:cubicBezTo>
                    <a:pt x="768" y="557"/>
                    <a:pt x="769" y="558"/>
                    <a:pt x="769" y="559"/>
                  </a:cubicBezTo>
                  <a:cubicBezTo>
                    <a:pt x="769" y="560"/>
                    <a:pt x="766" y="560"/>
                    <a:pt x="766" y="561"/>
                  </a:cubicBezTo>
                  <a:cubicBezTo>
                    <a:pt x="765" y="562"/>
                    <a:pt x="765" y="565"/>
                    <a:pt x="766" y="566"/>
                  </a:cubicBezTo>
                  <a:cubicBezTo>
                    <a:pt x="767" y="567"/>
                    <a:pt x="771" y="564"/>
                    <a:pt x="773" y="563"/>
                  </a:cubicBezTo>
                  <a:cubicBezTo>
                    <a:pt x="776" y="562"/>
                    <a:pt x="782" y="558"/>
                    <a:pt x="784" y="555"/>
                  </a:cubicBezTo>
                  <a:cubicBezTo>
                    <a:pt x="786" y="553"/>
                    <a:pt x="788" y="546"/>
                    <a:pt x="790" y="543"/>
                  </a:cubicBezTo>
                  <a:cubicBezTo>
                    <a:pt x="791" y="542"/>
                    <a:pt x="794" y="541"/>
                    <a:pt x="795" y="540"/>
                  </a:cubicBezTo>
                  <a:cubicBezTo>
                    <a:pt x="796" y="539"/>
                    <a:pt x="799" y="535"/>
                    <a:pt x="800" y="533"/>
                  </a:cubicBezTo>
                  <a:cubicBezTo>
                    <a:pt x="802" y="530"/>
                    <a:pt x="805" y="520"/>
                    <a:pt x="804" y="519"/>
                  </a:cubicBezTo>
                  <a:cubicBezTo>
                    <a:pt x="804" y="519"/>
                    <a:pt x="810" y="507"/>
                    <a:pt x="813" y="503"/>
                  </a:cubicBezTo>
                  <a:cubicBezTo>
                    <a:pt x="815" y="499"/>
                    <a:pt x="821" y="494"/>
                    <a:pt x="824" y="491"/>
                  </a:cubicBezTo>
                  <a:cubicBezTo>
                    <a:pt x="825" y="490"/>
                    <a:pt x="828" y="489"/>
                    <a:pt x="829" y="488"/>
                  </a:cubicBezTo>
                  <a:cubicBezTo>
                    <a:pt x="831" y="487"/>
                    <a:pt x="832" y="482"/>
                    <a:pt x="833" y="481"/>
                  </a:cubicBezTo>
                  <a:cubicBezTo>
                    <a:pt x="834" y="479"/>
                    <a:pt x="839" y="476"/>
                    <a:pt x="841" y="475"/>
                  </a:cubicBezTo>
                  <a:cubicBezTo>
                    <a:pt x="844" y="474"/>
                    <a:pt x="850" y="472"/>
                    <a:pt x="854" y="471"/>
                  </a:cubicBezTo>
                  <a:cubicBezTo>
                    <a:pt x="856" y="471"/>
                    <a:pt x="860" y="471"/>
                    <a:pt x="862" y="470"/>
                  </a:cubicBezTo>
                  <a:cubicBezTo>
                    <a:pt x="864" y="470"/>
                    <a:pt x="868" y="467"/>
                    <a:pt x="870" y="467"/>
                  </a:cubicBezTo>
                  <a:cubicBezTo>
                    <a:pt x="873" y="466"/>
                    <a:pt x="878" y="467"/>
                    <a:pt x="881" y="467"/>
                  </a:cubicBezTo>
                  <a:cubicBezTo>
                    <a:pt x="885" y="467"/>
                    <a:pt x="894" y="467"/>
                    <a:pt x="898" y="469"/>
                  </a:cubicBezTo>
                  <a:cubicBezTo>
                    <a:pt x="900" y="470"/>
                    <a:pt x="901" y="474"/>
                    <a:pt x="902" y="476"/>
                  </a:cubicBezTo>
                  <a:cubicBezTo>
                    <a:pt x="903" y="478"/>
                    <a:pt x="904" y="482"/>
                    <a:pt x="905" y="484"/>
                  </a:cubicBezTo>
                  <a:cubicBezTo>
                    <a:pt x="906" y="487"/>
                    <a:pt x="910" y="492"/>
                    <a:pt x="912" y="494"/>
                  </a:cubicBezTo>
                  <a:cubicBezTo>
                    <a:pt x="914" y="495"/>
                    <a:pt x="918" y="495"/>
                    <a:pt x="921" y="495"/>
                  </a:cubicBezTo>
                  <a:cubicBezTo>
                    <a:pt x="923" y="495"/>
                    <a:pt x="927" y="495"/>
                    <a:pt x="929" y="494"/>
                  </a:cubicBezTo>
                  <a:cubicBezTo>
                    <a:pt x="931" y="493"/>
                    <a:pt x="934" y="490"/>
                    <a:pt x="935" y="489"/>
                  </a:cubicBezTo>
                  <a:cubicBezTo>
                    <a:pt x="937" y="488"/>
                    <a:pt x="940" y="488"/>
                    <a:pt x="941" y="488"/>
                  </a:cubicBezTo>
                  <a:cubicBezTo>
                    <a:pt x="943" y="488"/>
                    <a:pt x="946" y="491"/>
                    <a:pt x="947" y="491"/>
                  </a:cubicBezTo>
                  <a:cubicBezTo>
                    <a:pt x="948" y="491"/>
                    <a:pt x="951" y="490"/>
                    <a:pt x="951" y="489"/>
                  </a:cubicBezTo>
                  <a:cubicBezTo>
                    <a:pt x="952" y="488"/>
                    <a:pt x="949" y="486"/>
                    <a:pt x="949" y="484"/>
                  </a:cubicBezTo>
                  <a:cubicBezTo>
                    <a:pt x="949" y="483"/>
                    <a:pt x="950" y="481"/>
                    <a:pt x="951" y="480"/>
                  </a:cubicBezTo>
                  <a:cubicBezTo>
                    <a:pt x="952" y="480"/>
                    <a:pt x="954" y="481"/>
                    <a:pt x="956" y="481"/>
                  </a:cubicBezTo>
                  <a:cubicBezTo>
                    <a:pt x="957" y="481"/>
                    <a:pt x="960" y="483"/>
                    <a:pt x="961" y="482"/>
                  </a:cubicBezTo>
                  <a:cubicBezTo>
                    <a:pt x="961" y="481"/>
                    <a:pt x="961" y="480"/>
                    <a:pt x="961" y="479"/>
                  </a:cubicBezTo>
                  <a:cubicBezTo>
                    <a:pt x="961" y="478"/>
                    <a:pt x="959" y="476"/>
                    <a:pt x="958" y="474"/>
                  </a:cubicBezTo>
                  <a:cubicBezTo>
                    <a:pt x="958" y="471"/>
                    <a:pt x="957" y="465"/>
                    <a:pt x="958" y="462"/>
                  </a:cubicBezTo>
                  <a:cubicBezTo>
                    <a:pt x="958" y="460"/>
                    <a:pt x="958" y="455"/>
                    <a:pt x="959" y="453"/>
                  </a:cubicBezTo>
                  <a:cubicBezTo>
                    <a:pt x="960" y="451"/>
                    <a:pt x="964" y="447"/>
                    <a:pt x="966" y="445"/>
                  </a:cubicBezTo>
                  <a:cubicBezTo>
                    <a:pt x="967" y="443"/>
                    <a:pt x="969" y="439"/>
                    <a:pt x="969" y="437"/>
                  </a:cubicBezTo>
                  <a:cubicBezTo>
                    <a:pt x="970" y="435"/>
                    <a:pt x="970" y="429"/>
                    <a:pt x="971" y="427"/>
                  </a:cubicBezTo>
                  <a:cubicBezTo>
                    <a:pt x="972" y="425"/>
                    <a:pt x="974" y="422"/>
                    <a:pt x="976" y="421"/>
                  </a:cubicBezTo>
                  <a:cubicBezTo>
                    <a:pt x="979" y="420"/>
                    <a:pt x="986" y="422"/>
                    <a:pt x="989" y="421"/>
                  </a:cubicBezTo>
                  <a:cubicBezTo>
                    <a:pt x="991" y="420"/>
                    <a:pt x="993" y="415"/>
                    <a:pt x="995" y="413"/>
                  </a:cubicBezTo>
                  <a:cubicBezTo>
                    <a:pt x="998" y="409"/>
                    <a:pt x="1005" y="401"/>
                    <a:pt x="1008" y="397"/>
                  </a:cubicBezTo>
                  <a:cubicBezTo>
                    <a:pt x="1009" y="394"/>
                    <a:pt x="1012" y="388"/>
                    <a:pt x="1013" y="384"/>
                  </a:cubicBezTo>
                  <a:cubicBezTo>
                    <a:pt x="1013" y="381"/>
                    <a:pt x="1011" y="376"/>
                    <a:pt x="1012" y="373"/>
                  </a:cubicBezTo>
                  <a:cubicBezTo>
                    <a:pt x="1013" y="371"/>
                    <a:pt x="1015" y="367"/>
                    <a:pt x="1017" y="367"/>
                  </a:cubicBezTo>
                  <a:cubicBezTo>
                    <a:pt x="1018" y="366"/>
                    <a:pt x="1020" y="367"/>
                    <a:pt x="1020" y="368"/>
                  </a:cubicBezTo>
                  <a:cubicBezTo>
                    <a:pt x="1021" y="368"/>
                    <a:pt x="1023" y="369"/>
                    <a:pt x="1023" y="370"/>
                  </a:cubicBezTo>
                  <a:cubicBezTo>
                    <a:pt x="1025" y="370"/>
                    <a:pt x="1027" y="368"/>
                    <a:pt x="1028" y="368"/>
                  </a:cubicBezTo>
                  <a:cubicBezTo>
                    <a:pt x="1030" y="368"/>
                    <a:pt x="1032" y="368"/>
                    <a:pt x="1033" y="369"/>
                  </a:cubicBezTo>
                  <a:cubicBezTo>
                    <a:pt x="1035" y="369"/>
                    <a:pt x="1035" y="373"/>
                    <a:pt x="1036" y="374"/>
                  </a:cubicBezTo>
                  <a:cubicBezTo>
                    <a:pt x="1038" y="375"/>
                    <a:pt x="1041" y="375"/>
                    <a:pt x="1042" y="375"/>
                  </a:cubicBezTo>
                  <a:cubicBezTo>
                    <a:pt x="1044" y="374"/>
                    <a:pt x="1048" y="368"/>
                    <a:pt x="1050" y="367"/>
                  </a:cubicBezTo>
                  <a:cubicBezTo>
                    <a:pt x="1052" y="366"/>
                    <a:pt x="1057" y="367"/>
                    <a:pt x="1059" y="366"/>
                  </a:cubicBezTo>
                  <a:cubicBezTo>
                    <a:pt x="1061" y="365"/>
                    <a:pt x="1062" y="360"/>
                    <a:pt x="1064" y="359"/>
                  </a:cubicBezTo>
                  <a:cubicBezTo>
                    <a:pt x="1065" y="358"/>
                    <a:pt x="1068" y="359"/>
                    <a:pt x="1069" y="360"/>
                  </a:cubicBezTo>
                  <a:cubicBezTo>
                    <a:pt x="1070" y="361"/>
                    <a:pt x="1070" y="366"/>
                    <a:pt x="1072" y="367"/>
                  </a:cubicBezTo>
                  <a:cubicBezTo>
                    <a:pt x="1073" y="367"/>
                    <a:pt x="1075" y="368"/>
                    <a:pt x="1076" y="368"/>
                  </a:cubicBezTo>
                  <a:cubicBezTo>
                    <a:pt x="1078" y="367"/>
                    <a:pt x="1080" y="365"/>
                    <a:pt x="1080" y="363"/>
                  </a:cubicBezTo>
                  <a:cubicBezTo>
                    <a:pt x="1081" y="362"/>
                    <a:pt x="1081" y="358"/>
                    <a:pt x="1082" y="357"/>
                  </a:cubicBezTo>
                  <a:cubicBezTo>
                    <a:pt x="1083" y="355"/>
                    <a:pt x="1085" y="354"/>
                    <a:pt x="1086" y="353"/>
                  </a:cubicBezTo>
                  <a:cubicBezTo>
                    <a:pt x="1088" y="353"/>
                    <a:pt x="1091" y="352"/>
                    <a:pt x="1092" y="351"/>
                  </a:cubicBezTo>
                  <a:cubicBezTo>
                    <a:pt x="1093" y="349"/>
                    <a:pt x="1096" y="345"/>
                    <a:pt x="1095" y="344"/>
                  </a:cubicBezTo>
                  <a:cubicBezTo>
                    <a:pt x="1094" y="342"/>
                    <a:pt x="1090" y="344"/>
                    <a:pt x="1088" y="344"/>
                  </a:cubicBezTo>
                  <a:cubicBezTo>
                    <a:pt x="1086" y="343"/>
                    <a:pt x="1081" y="341"/>
                    <a:pt x="1079" y="339"/>
                  </a:cubicBezTo>
                  <a:cubicBezTo>
                    <a:pt x="1078" y="337"/>
                    <a:pt x="1079" y="332"/>
                    <a:pt x="1077" y="330"/>
                  </a:cubicBezTo>
                  <a:cubicBezTo>
                    <a:pt x="1077" y="330"/>
                    <a:pt x="1073" y="330"/>
                    <a:pt x="1072" y="330"/>
                  </a:cubicBezTo>
                  <a:cubicBezTo>
                    <a:pt x="1071" y="330"/>
                    <a:pt x="1069" y="332"/>
                    <a:pt x="1068" y="332"/>
                  </a:cubicBezTo>
                  <a:cubicBezTo>
                    <a:pt x="1067" y="332"/>
                    <a:pt x="1064" y="330"/>
                    <a:pt x="1063" y="330"/>
                  </a:cubicBezTo>
                  <a:cubicBezTo>
                    <a:pt x="1062" y="329"/>
                    <a:pt x="1059" y="328"/>
                    <a:pt x="1058" y="328"/>
                  </a:cubicBezTo>
                  <a:cubicBezTo>
                    <a:pt x="1057" y="327"/>
                    <a:pt x="1054" y="328"/>
                    <a:pt x="1052" y="329"/>
                  </a:cubicBezTo>
                  <a:cubicBezTo>
                    <a:pt x="1051" y="330"/>
                    <a:pt x="1050" y="333"/>
                    <a:pt x="1049" y="333"/>
                  </a:cubicBezTo>
                  <a:cubicBezTo>
                    <a:pt x="1047" y="334"/>
                    <a:pt x="1043" y="334"/>
                    <a:pt x="1041" y="333"/>
                  </a:cubicBezTo>
                  <a:cubicBezTo>
                    <a:pt x="1040" y="333"/>
                    <a:pt x="1038" y="332"/>
                    <a:pt x="1038" y="331"/>
                  </a:cubicBezTo>
                  <a:cubicBezTo>
                    <a:pt x="1037" y="330"/>
                    <a:pt x="1039" y="327"/>
                    <a:pt x="1039" y="326"/>
                  </a:cubicBezTo>
                  <a:cubicBezTo>
                    <a:pt x="1039" y="325"/>
                    <a:pt x="1038" y="322"/>
                    <a:pt x="1037" y="321"/>
                  </a:cubicBezTo>
                  <a:cubicBezTo>
                    <a:pt x="1036" y="320"/>
                    <a:pt x="1033" y="320"/>
                    <a:pt x="1032" y="319"/>
                  </a:cubicBezTo>
                  <a:cubicBezTo>
                    <a:pt x="1029" y="318"/>
                    <a:pt x="1025" y="316"/>
                    <a:pt x="1023" y="315"/>
                  </a:cubicBezTo>
                  <a:cubicBezTo>
                    <a:pt x="1022" y="314"/>
                    <a:pt x="1020" y="310"/>
                    <a:pt x="1021" y="309"/>
                  </a:cubicBezTo>
                  <a:cubicBezTo>
                    <a:pt x="1021" y="307"/>
                    <a:pt x="1026" y="304"/>
                    <a:pt x="1028" y="303"/>
                  </a:cubicBezTo>
                  <a:cubicBezTo>
                    <a:pt x="1030" y="302"/>
                    <a:pt x="1034" y="302"/>
                    <a:pt x="1036" y="301"/>
                  </a:cubicBezTo>
                  <a:cubicBezTo>
                    <a:pt x="1037" y="300"/>
                    <a:pt x="1040" y="297"/>
                    <a:pt x="1041" y="296"/>
                  </a:cubicBezTo>
                  <a:cubicBezTo>
                    <a:pt x="1043" y="293"/>
                    <a:pt x="1045" y="286"/>
                    <a:pt x="1047" y="283"/>
                  </a:cubicBezTo>
                  <a:cubicBezTo>
                    <a:pt x="1049" y="281"/>
                    <a:pt x="1053" y="278"/>
                    <a:pt x="1056" y="277"/>
                  </a:cubicBezTo>
                  <a:cubicBezTo>
                    <a:pt x="1057" y="277"/>
                    <a:pt x="1061" y="277"/>
                    <a:pt x="1063" y="277"/>
                  </a:cubicBezTo>
                  <a:cubicBezTo>
                    <a:pt x="1064" y="276"/>
                    <a:pt x="1067" y="274"/>
                    <a:pt x="1068" y="273"/>
                  </a:cubicBezTo>
                  <a:cubicBezTo>
                    <a:pt x="1068" y="272"/>
                    <a:pt x="1068" y="270"/>
                    <a:pt x="1068" y="269"/>
                  </a:cubicBezTo>
                  <a:cubicBezTo>
                    <a:pt x="1067" y="268"/>
                    <a:pt x="1063" y="268"/>
                    <a:pt x="1062" y="267"/>
                  </a:cubicBezTo>
                  <a:cubicBezTo>
                    <a:pt x="1061" y="266"/>
                    <a:pt x="1059" y="264"/>
                    <a:pt x="1059" y="262"/>
                  </a:cubicBezTo>
                  <a:cubicBezTo>
                    <a:pt x="1060" y="261"/>
                    <a:pt x="1063" y="260"/>
                    <a:pt x="1064" y="259"/>
                  </a:cubicBezTo>
                  <a:cubicBezTo>
                    <a:pt x="1065" y="258"/>
                    <a:pt x="1067" y="258"/>
                    <a:pt x="1067" y="257"/>
                  </a:cubicBezTo>
                  <a:cubicBezTo>
                    <a:pt x="1068" y="256"/>
                    <a:pt x="1068" y="252"/>
                    <a:pt x="1069" y="251"/>
                  </a:cubicBezTo>
                  <a:cubicBezTo>
                    <a:pt x="1069" y="249"/>
                    <a:pt x="1069" y="244"/>
                    <a:pt x="1070" y="243"/>
                  </a:cubicBezTo>
                  <a:cubicBezTo>
                    <a:pt x="1071" y="241"/>
                    <a:pt x="1074" y="241"/>
                    <a:pt x="1076" y="240"/>
                  </a:cubicBezTo>
                  <a:cubicBezTo>
                    <a:pt x="1077" y="240"/>
                    <a:pt x="1079" y="239"/>
                    <a:pt x="1080" y="238"/>
                  </a:cubicBezTo>
                  <a:cubicBezTo>
                    <a:pt x="1081" y="236"/>
                    <a:pt x="1080" y="231"/>
                    <a:pt x="1080" y="229"/>
                  </a:cubicBezTo>
                  <a:cubicBezTo>
                    <a:pt x="1080" y="227"/>
                    <a:pt x="1080" y="223"/>
                    <a:pt x="1081" y="222"/>
                  </a:cubicBezTo>
                  <a:cubicBezTo>
                    <a:pt x="1082" y="220"/>
                    <a:pt x="1087" y="219"/>
                    <a:pt x="1089" y="217"/>
                  </a:cubicBezTo>
                  <a:cubicBezTo>
                    <a:pt x="1092" y="216"/>
                    <a:pt x="1096" y="215"/>
                    <a:pt x="1098" y="213"/>
                  </a:cubicBezTo>
                  <a:cubicBezTo>
                    <a:pt x="1099" y="212"/>
                    <a:pt x="1100" y="208"/>
                    <a:pt x="1102" y="206"/>
                  </a:cubicBezTo>
                  <a:cubicBezTo>
                    <a:pt x="1103" y="204"/>
                    <a:pt x="1108" y="200"/>
                    <a:pt x="1110" y="199"/>
                  </a:cubicBezTo>
                  <a:cubicBezTo>
                    <a:pt x="1112" y="199"/>
                    <a:pt x="1116" y="199"/>
                    <a:pt x="1117" y="198"/>
                  </a:cubicBezTo>
                  <a:cubicBezTo>
                    <a:pt x="1119" y="197"/>
                    <a:pt x="1120" y="191"/>
                    <a:pt x="1121" y="189"/>
                  </a:cubicBezTo>
                  <a:cubicBezTo>
                    <a:pt x="1122" y="188"/>
                    <a:pt x="1124" y="185"/>
                    <a:pt x="1125" y="183"/>
                  </a:cubicBezTo>
                  <a:cubicBezTo>
                    <a:pt x="1127" y="181"/>
                    <a:pt x="1130" y="177"/>
                    <a:pt x="1132" y="175"/>
                  </a:cubicBezTo>
                  <a:cubicBezTo>
                    <a:pt x="1133" y="174"/>
                    <a:pt x="1137" y="173"/>
                    <a:pt x="1138" y="174"/>
                  </a:cubicBezTo>
                  <a:cubicBezTo>
                    <a:pt x="1139" y="174"/>
                    <a:pt x="1139" y="176"/>
                    <a:pt x="1139" y="176"/>
                  </a:cubicBezTo>
                  <a:cubicBezTo>
                    <a:pt x="1139" y="177"/>
                    <a:pt x="1137" y="177"/>
                    <a:pt x="1136" y="178"/>
                  </a:cubicBezTo>
                  <a:cubicBezTo>
                    <a:pt x="1136" y="178"/>
                    <a:pt x="1135" y="181"/>
                    <a:pt x="1136" y="181"/>
                  </a:cubicBezTo>
                  <a:cubicBezTo>
                    <a:pt x="1137" y="182"/>
                    <a:pt x="1140" y="182"/>
                    <a:pt x="1141" y="181"/>
                  </a:cubicBezTo>
                  <a:cubicBezTo>
                    <a:pt x="1142" y="181"/>
                    <a:pt x="1142" y="179"/>
                    <a:pt x="1143" y="178"/>
                  </a:cubicBezTo>
                  <a:cubicBezTo>
                    <a:pt x="1145" y="177"/>
                    <a:pt x="1148" y="175"/>
                    <a:pt x="1149" y="174"/>
                  </a:cubicBezTo>
                  <a:cubicBezTo>
                    <a:pt x="1151" y="174"/>
                    <a:pt x="1156" y="174"/>
                    <a:pt x="1157" y="173"/>
                  </a:cubicBezTo>
                  <a:cubicBezTo>
                    <a:pt x="1159" y="172"/>
                    <a:pt x="1161" y="169"/>
                    <a:pt x="1162" y="168"/>
                  </a:cubicBezTo>
                  <a:cubicBezTo>
                    <a:pt x="1165" y="166"/>
                    <a:pt x="1169" y="162"/>
                    <a:pt x="1172" y="160"/>
                  </a:cubicBezTo>
                  <a:cubicBezTo>
                    <a:pt x="1175" y="158"/>
                    <a:pt x="1182" y="155"/>
                    <a:pt x="1186" y="154"/>
                  </a:cubicBezTo>
                  <a:cubicBezTo>
                    <a:pt x="1189" y="153"/>
                    <a:pt x="1195" y="154"/>
                    <a:pt x="1197" y="153"/>
                  </a:cubicBezTo>
                  <a:cubicBezTo>
                    <a:pt x="1200" y="152"/>
                    <a:pt x="1204" y="148"/>
                    <a:pt x="1206" y="146"/>
                  </a:cubicBezTo>
                  <a:cubicBezTo>
                    <a:pt x="1209" y="143"/>
                    <a:pt x="1214" y="136"/>
                    <a:pt x="1217" y="133"/>
                  </a:cubicBezTo>
                  <a:cubicBezTo>
                    <a:pt x="1219" y="132"/>
                    <a:pt x="1223" y="132"/>
                    <a:pt x="1224" y="131"/>
                  </a:cubicBezTo>
                  <a:cubicBezTo>
                    <a:pt x="1226" y="130"/>
                    <a:pt x="1227" y="125"/>
                    <a:pt x="1228" y="123"/>
                  </a:cubicBezTo>
                  <a:cubicBezTo>
                    <a:pt x="1229" y="122"/>
                    <a:pt x="1231" y="119"/>
                    <a:pt x="1233" y="119"/>
                  </a:cubicBezTo>
                  <a:cubicBezTo>
                    <a:pt x="1234" y="119"/>
                    <a:pt x="1236" y="122"/>
                    <a:pt x="1237" y="123"/>
                  </a:cubicBezTo>
                  <a:cubicBezTo>
                    <a:pt x="1237" y="124"/>
                    <a:pt x="1237" y="126"/>
                    <a:pt x="1236" y="127"/>
                  </a:cubicBezTo>
                  <a:cubicBezTo>
                    <a:pt x="1236" y="128"/>
                    <a:pt x="1234" y="128"/>
                    <a:pt x="1234" y="128"/>
                  </a:cubicBezTo>
                  <a:cubicBezTo>
                    <a:pt x="1233" y="129"/>
                    <a:pt x="1233" y="132"/>
                    <a:pt x="1234" y="133"/>
                  </a:cubicBezTo>
                  <a:cubicBezTo>
                    <a:pt x="1234" y="133"/>
                    <a:pt x="1237" y="134"/>
                    <a:pt x="1238" y="133"/>
                  </a:cubicBezTo>
                  <a:cubicBezTo>
                    <a:pt x="1239" y="133"/>
                    <a:pt x="1241" y="130"/>
                    <a:pt x="1242" y="128"/>
                  </a:cubicBezTo>
                  <a:cubicBezTo>
                    <a:pt x="1242" y="126"/>
                    <a:pt x="1242" y="122"/>
                    <a:pt x="1242" y="120"/>
                  </a:cubicBezTo>
                  <a:cubicBezTo>
                    <a:pt x="1243" y="118"/>
                    <a:pt x="1244" y="114"/>
                    <a:pt x="1246" y="113"/>
                  </a:cubicBezTo>
                  <a:cubicBezTo>
                    <a:pt x="1247" y="112"/>
                    <a:pt x="1251" y="110"/>
                    <a:pt x="1252" y="111"/>
                  </a:cubicBezTo>
                  <a:cubicBezTo>
                    <a:pt x="1253" y="112"/>
                    <a:pt x="1254" y="115"/>
                    <a:pt x="1255" y="116"/>
                  </a:cubicBezTo>
                  <a:cubicBezTo>
                    <a:pt x="1256" y="117"/>
                    <a:pt x="1260" y="119"/>
                    <a:pt x="1262" y="119"/>
                  </a:cubicBezTo>
                  <a:cubicBezTo>
                    <a:pt x="1263" y="119"/>
                    <a:pt x="1265" y="118"/>
                    <a:pt x="1266" y="117"/>
                  </a:cubicBezTo>
                  <a:cubicBezTo>
                    <a:pt x="1266" y="116"/>
                    <a:pt x="1267" y="113"/>
                    <a:pt x="1267" y="112"/>
                  </a:cubicBezTo>
                  <a:cubicBezTo>
                    <a:pt x="1267" y="111"/>
                    <a:pt x="1266" y="110"/>
                    <a:pt x="1265" y="109"/>
                  </a:cubicBezTo>
                  <a:cubicBezTo>
                    <a:pt x="1264" y="109"/>
                    <a:pt x="1262" y="111"/>
                    <a:pt x="1261" y="111"/>
                  </a:cubicBezTo>
                  <a:cubicBezTo>
                    <a:pt x="1260" y="110"/>
                    <a:pt x="1257" y="109"/>
                    <a:pt x="1257" y="108"/>
                  </a:cubicBezTo>
                  <a:cubicBezTo>
                    <a:pt x="1256" y="106"/>
                    <a:pt x="1256" y="103"/>
                    <a:pt x="1257" y="101"/>
                  </a:cubicBezTo>
                  <a:cubicBezTo>
                    <a:pt x="1257" y="100"/>
                    <a:pt x="1259" y="99"/>
                    <a:pt x="1260" y="98"/>
                  </a:cubicBezTo>
                  <a:cubicBezTo>
                    <a:pt x="1262" y="97"/>
                    <a:pt x="1266" y="97"/>
                    <a:pt x="1267" y="97"/>
                  </a:cubicBezTo>
                  <a:cubicBezTo>
                    <a:pt x="1269" y="97"/>
                    <a:pt x="1271" y="98"/>
                    <a:pt x="1272" y="99"/>
                  </a:cubicBezTo>
                  <a:cubicBezTo>
                    <a:pt x="1273" y="100"/>
                    <a:pt x="1275" y="103"/>
                    <a:pt x="1276" y="104"/>
                  </a:cubicBezTo>
                  <a:cubicBezTo>
                    <a:pt x="1277" y="104"/>
                    <a:pt x="1281" y="105"/>
                    <a:pt x="1282" y="104"/>
                  </a:cubicBezTo>
                  <a:cubicBezTo>
                    <a:pt x="1283" y="103"/>
                    <a:pt x="1281" y="99"/>
                    <a:pt x="1281" y="97"/>
                  </a:cubicBezTo>
                  <a:cubicBezTo>
                    <a:pt x="1282" y="96"/>
                    <a:pt x="1285" y="95"/>
                    <a:pt x="1286" y="95"/>
                  </a:cubicBezTo>
                  <a:cubicBezTo>
                    <a:pt x="1288" y="95"/>
                    <a:pt x="1289" y="99"/>
                    <a:pt x="1290" y="100"/>
                  </a:cubicBezTo>
                  <a:cubicBezTo>
                    <a:pt x="1292" y="101"/>
                    <a:pt x="1295" y="104"/>
                    <a:pt x="1297" y="105"/>
                  </a:cubicBezTo>
                  <a:cubicBezTo>
                    <a:pt x="1298" y="106"/>
                    <a:pt x="1302" y="106"/>
                    <a:pt x="1303" y="105"/>
                  </a:cubicBezTo>
                  <a:cubicBezTo>
                    <a:pt x="1305" y="105"/>
                    <a:pt x="1307" y="102"/>
                    <a:pt x="1308" y="102"/>
                  </a:cubicBezTo>
                  <a:cubicBezTo>
                    <a:pt x="1309" y="101"/>
                    <a:pt x="1313" y="101"/>
                    <a:pt x="1314" y="102"/>
                  </a:cubicBezTo>
                  <a:cubicBezTo>
                    <a:pt x="1316" y="102"/>
                    <a:pt x="1318" y="105"/>
                    <a:pt x="1319" y="105"/>
                  </a:cubicBezTo>
                  <a:cubicBezTo>
                    <a:pt x="1320" y="106"/>
                    <a:pt x="1323" y="107"/>
                    <a:pt x="1324" y="107"/>
                  </a:cubicBezTo>
                  <a:cubicBezTo>
                    <a:pt x="1326" y="107"/>
                    <a:pt x="1329" y="105"/>
                    <a:pt x="1331" y="105"/>
                  </a:cubicBezTo>
                  <a:cubicBezTo>
                    <a:pt x="1333" y="105"/>
                    <a:pt x="1337" y="108"/>
                    <a:pt x="1339" y="107"/>
                  </a:cubicBezTo>
                  <a:cubicBezTo>
                    <a:pt x="1340" y="107"/>
                    <a:pt x="1342" y="103"/>
                    <a:pt x="1342" y="101"/>
                  </a:cubicBezTo>
                  <a:cubicBezTo>
                    <a:pt x="1342" y="99"/>
                    <a:pt x="1338" y="97"/>
                    <a:pt x="1338" y="96"/>
                  </a:cubicBezTo>
                  <a:cubicBezTo>
                    <a:pt x="1339" y="94"/>
                    <a:pt x="1343" y="95"/>
                    <a:pt x="1344" y="93"/>
                  </a:cubicBezTo>
                  <a:cubicBezTo>
                    <a:pt x="1345" y="93"/>
                    <a:pt x="1346" y="90"/>
                    <a:pt x="1345" y="89"/>
                  </a:cubicBezTo>
                  <a:cubicBezTo>
                    <a:pt x="1345" y="88"/>
                    <a:pt x="1342" y="87"/>
                    <a:pt x="1341" y="87"/>
                  </a:cubicBezTo>
                  <a:cubicBezTo>
                    <a:pt x="1340" y="87"/>
                    <a:pt x="1337" y="87"/>
                    <a:pt x="1336" y="88"/>
                  </a:cubicBezTo>
                  <a:cubicBezTo>
                    <a:pt x="1335" y="88"/>
                    <a:pt x="1335" y="91"/>
                    <a:pt x="1334" y="92"/>
                  </a:cubicBezTo>
                  <a:cubicBezTo>
                    <a:pt x="1333" y="93"/>
                    <a:pt x="1331" y="95"/>
                    <a:pt x="1330" y="96"/>
                  </a:cubicBezTo>
                  <a:cubicBezTo>
                    <a:pt x="1329" y="96"/>
                    <a:pt x="1326" y="94"/>
                    <a:pt x="1325" y="93"/>
                  </a:cubicBezTo>
                  <a:cubicBezTo>
                    <a:pt x="1324" y="92"/>
                    <a:pt x="1322" y="89"/>
                    <a:pt x="1320" y="88"/>
                  </a:cubicBezTo>
                  <a:cubicBezTo>
                    <a:pt x="1319" y="88"/>
                    <a:pt x="1317" y="87"/>
                    <a:pt x="1316" y="88"/>
                  </a:cubicBezTo>
                  <a:cubicBezTo>
                    <a:pt x="1315" y="88"/>
                    <a:pt x="1313" y="90"/>
                    <a:pt x="1312" y="90"/>
                  </a:cubicBezTo>
                  <a:cubicBezTo>
                    <a:pt x="1311" y="91"/>
                    <a:pt x="1309" y="94"/>
                    <a:pt x="1308" y="94"/>
                  </a:cubicBezTo>
                  <a:cubicBezTo>
                    <a:pt x="1307" y="95"/>
                    <a:pt x="1304" y="95"/>
                    <a:pt x="1303" y="94"/>
                  </a:cubicBezTo>
                  <a:cubicBezTo>
                    <a:pt x="1302" y="93"/>
                    <a:pt x="1301" y="89"/>
                    <a:pt x="1302" y="88"/>
                  </a:cubicBezTo>
                  <a:cubicBezTo>
                    <a:pt x="1302" y="86"/>
                    <a:pt x="1305" y="85"/>
                    <a:pt x="1305" y="84"/>
                  </a:cubicBezTo>
                  <a:cubicBezTo>
                    <a:pt x="1306" y="81"/>
                    <a:pt x="1304" y="76"/>
                    <a:pt x="1305" y="73"/>
                  </a:cubicBezTo>
                  <a:cubicBezTo>
                    <a:pt x="1306" y="72"/>
                    <a:pt x="1307" y="69"/>
                    <a:pt x="1309" y="69"/>
                  </a:cubicBezTo>
                  <a:cubicBezTo>
                    <a:pt x="1311" y="68"/>
                    <a:pt x="1314" y="72"/>
                    <a:pt x="1316" y="72"/>
                  </a:cubicBezTo>
                  <a:cubicBezTo>
                    <a:pt x="1317" y="72"/>
                    <a:pt x="1321" y="73"/>
                    <a:pt x="1322" y="71"/>
                  </a:cubicBezTo>
                  <a:cubicBezTo>
                    <a:pt x="1323" y="70"/>
                    <a:pt x="1323" y="67"/>
                    <a:pt x="1322" y="65"/>
                  </a:cubicBezTo>
                  <a:cubicBezTo>
                    <a:pt x="1322" y="64"/>
                    <a:pt x="1321" y="63"/>
                    <a:pt x="1321" y="62"/>
                  </a:cubicBezTo>
                  <a:cubicBezTo>
                    <a:pt x="1322" y="60"/>
                    <a:pt x="1325" y="58"/>
                    <a:pt x="1325" y="56"/>
                  </a:cubicBezTo>
                  <a:cubicBezTo>
                    <a:pt x="1326" y="55"/>
                    <a:pt x="1326" y="52"/>
                    <a:pt x="1325" y="51"/>
                  </a:cubicBezTo>
                  <a:cubicBezTo>
                    <a:pt x="1325" y="51"/>
                    <a:pt x="1323" y="51"/>
                    <a:pt x="1322" y="51"/>
                  </a:cubicBezTo>
                  <a:cubicBezTo>
                    <a:pt x="1321" y="52"/>
                    <a:pt x="1321" y="54"/>
                    <a:pt x="1320" y="55"/>
                  </a:cubicBezTo>
                  <a:cubicBezTo>
                    <a:pt x="1319" y="56"/>
                    <a:pt x="1318" y="57"/>
                    <a:pt x="1317" y="56"/>
                  </a:cubicBezTo>
                  <a:cubicBezTo>
                    <a:pt x="1316" y="56"/>
                    <a:pt x="1315" y="54"/>
                    <a:pt x="1315" y="53"/>
                  </a:cubicBezTo>
                  <a:cubicBezTo>
                    <a:pt x="1315" y="51"/>
                    <a:pt x="1317" y="50"/>
                    <a:pt x="1318" y="49"/>
                  </a:cubicBezTo>
                  <a:cubicBezTo>
                    <a:pt x="1318" y="48"/>
                    <a:pt x="1321" y="46"/>
                    <a:pt x="1321" y="45"/>
                  </a:cubicBezTo>
                  <a:cubicBezTo>
                    <a:pt x="1322" y="43"/>
                    <a:pt x="1322" y="39"/>
                    <a:pt x="1323" y="38"/>
                  </a:cubicBezTo>
                  <a:cubicBezTo>
                    <a:pt x="1324" y="36"/>
                    <a:pt x="1326" y="34"/>
                    <a:pt x="1328" y="33"/>
                  </a:cubicBezTo>
                  <a:cubicBezTo>
                    <a:pt x="1330" y="32"/>
                    <a:pt x="1336" y="34"/>
                    <a:pt x="1338" y="34"/>
                  </a:cubicBezTo>
                  <a:cubicBezTo>
                    <a:pt x="1341" y="33"/>
                    <a:pt x="1345" y="28"/>
                    <a:pt x="1348" y="27"/>
                  </a:cubicBezTo>
                  <a:cubicBezTo>
                    <a:pt x="1351" y="25"/>
                    <a:pt x="1357" y="22"/>
                    <a:pt x="1360" y="20"/>
                  </a:cubicBezTo>
                  <a:cubicBezTo>
                    <a:pt x="1363" y="19"/>
                    <a:pt x="1369" y="19"/>
                    <a:pt x="1371" y="17"/>
                  </a:cubicBezTo>
                  <a:cubicBezTo>
                    <a:pt x="1373" y="16"/>
                    <a:pt x="1376" y="12"/>
                    <a:pt x="1377" y="10"/>
                  </a:cubicBezTo>
                  <a:cubicBezTo>
                    <a:pt x="1378" y="9"/>
                    <a:pt x="1378" y="5"/>
                    <a:pt x="1379" y="3"/>
                  </a:cubicBezTo>
                  <a:cubicBezTo>
                    <a:pt x="1381" y="2"/>
                    <a:pt x="1384" y="0"/>
                    <a:pt x="1386" y="0"/>
                  </a:cubicBezTo>
                  <a:cubicBezTo>
                    <a:pt x="1388" y="0"/>
                    <a:pt x="1390" y="3"/>
                    <a:pt x="1390" y="4"/>
                  </a:cubicBezTo>
                  <a:cubicBezTo>
                    <a:pt x="1391" y="6"/>
                    <a:pt x="1389" y="7"/>
                    <a:pt x="1388" y="8"/>
                  </a:cubicBezTo>
                  <a:cubicBezTo>
                    <a:pt x="1388" y="10"/>
                    <a:pt x="1389" y="12"/>
                    <a:pt x="1389" y="14"/>
                  </a:cubicBezTo>
                  <a:cubicBezTo>
                    <a:pt x="1389" y="15"/>
                    <a:pt x="1386" y="17"/>
                    <a:pt x="1386" y="19"/>
                  </a:cubicBezTo>
                  <a:cubicBezTo>
                    <a:pt x="1386" y="21"/>
                    <a:pt x="1387" y="25"/>
                    <a:pt x="1389" y="26"/>
                  </a:cubicBezTo>
                  <a:cubicBezTo>
                    <a:pt x="1390" y="28"/>
                    <a:pt x="1395" y="26"/>
                    <a:pt x="1397" y="26"/>
                  </a:cubicBezTo>
                  <a:cubicBezTo>
                    <a:pt x="1399" y="27"/>
                    <a:pt x="1401" y="29"/>
                    <a:pt x="1401" y="30"/>
                  </a:cubicBezTo>
                  <a:cubicBezTo>
                    <a:pt x="1401" y="31"/>
                    <a:pt x="1400" y="33"/>
                    <a:pt x="1399" y="33"/>
                  </a:cubicBezTo>
                  <a:cubicBezTo>
                    <a:pt x="1398" y="34"/>
                    <a:pt x="1395" y="34"/>
                    <a:pt x="1394" y="35"/>
                  </a:cubicBezTo>
                  <a:cubicBezTo>
                    <a:pt x="1392" y="36"/>
                    <a:pt x="1390" y="39"/>
                    <a:pt x="1390" y="40"/>
                  </a:cubicBezTo>
                  <a:cubicBezTo>
                    <a:pt x="1390" y="41"/>
                    <a:pt x="1390" y="43"/>
                    <a:pt x="1391" y="43"/>
                  </a:cubicBezTo>
                  <a:cubicBezTo>
                    <a:pt x="1392" y="44"/>
                    <a:pt x="1396" y="43"/>
                    <a:pt x="1398" y="43"/>
                  </a:cubicBezTo>
                  <a:cubicBezTo>
                    <a:pt x="1399" y="43"/>
                    <a:pt x="1401" y="41"/>
                    <a:pt x="1403" y="42"/>
                  </a:cubicBezTo>
                  <a:cubicBezTo>
                    <a:pt x="1404" y="42"/>
                    <a:pt x="1407" y="44"/>
                    <a:pt x="1408" y="45"/>
                  </a:cubicBezTo>
                  <a:cubicBezTo>
                    <a:pt x="1408" y="47"/>
                    <a:pt x="1407" y="49"/>
                    <a:pt x="1406" y="50"/>
                  </a:cubicBezTo>
                  <a:cubicBezTo>
                    <a:pt x="1406" y="51"/>
                    <a:pt x="1403" y="52"/>
                    <a:pt x="1403" y="53"/>
                  </a:cubicBezTo>
                  <a:cubicBezTo>
                    <a:pt x="1402" y="54"/>
                    <a:pt x="1404" y="57"/>
                    <a:pt x="1404" y="58"/>
                  </a:cubicBezTo>
                  <a:cubicBezTo>
                    <a:pt x="1404" y="59"/>
                    <a:pt x="1402" y="61"/>
                    <a:pt x="1402" y="62"/>
                  </a:cubicBezTo>
                  <a:cubicBezTo>
                    <a:pt x="1401" y="63"/>
                    <a:pt x="1400" y="65"/>
                    <a:pt x="1399" y="65"/>
                  </a:cubicBezTo>
                  <a:cubicBezTo>
                    <a:pt x="1397" y="66"/>
                    <a:pt x="1394" y="66"/>
                    <a:pt x="1393" y="67"/>
                  </a:cubicBezTo>
                  <a:cubicBezTo>
                    <a:pt x="1392" y="68"/>
                    <a:pt x="1391" y="71"/>
                    <a:pt x="1392" y="72"/>
                  </a:cubicBezTo>
                  <a:cubicBezTo>
                    <a:pt x="1392" y="73"/>
                    <a:pt x="1395" y="74"/>
                    <a:pt x="1396" y="75"/>
                  </a:cubicBezTo>
                  <a:cubicBezTo>
                    <a:pt x="1398" y="75"/>
                    <a:pt x="1401" y="75"/>
                    <a:pt x="1402" y="74"/>
                  </a:cubicBezTo>
                  <a:cubicBezTo>
                    <a:pt x="1404" y="74"/>
                    <a:pt x="1406" y="71"/>
                    <a:pt x="1407" y="71"/>
                  </a:cubicBezTo>
                  <a:cubicBezTo>
                    <a:pt x="1408" y="71"/>
                    <a:pt x="1410" y="71"/>
                    <a:pt x="1411" y="72"/>
                  </a:cubicBezTo>
                  <a:cubicBezTo>
                    <a:pt x="1412" y="73"/>
                    <a:pt x="1412" y="76"/>
                    <a:pt x="1413" y="77"/>
                  </a:cubicBezTo>
                  <a:cubicBezTo>
                    <a:pt x="1414" y="78"/>
                    <a:pt x="1416" y="77"/>
                    <a:pt x="1417" y="77"/>
                  </a:cubicBezTo>
                  <a:cubicBezTo>
                    <a:pt x="1418" y="76"/>
                    <a:pt x="1417" y="73"/>
                    <a:pt x="1418" y="73"/>
                  </a:cubicBezTo>
                  <a:cubicBezTo>
                    <a:pt x="1419" y="72"/>
                    <a:pt x="1423" y="72"/>
                    <a:pt x="1424" y="73"/>
                  </a:cubicBezTo>
                  <a:cubicBezTo>
                    <a:pt x="1426" y="74"/>
                    <a:pt x="1429" y="79"/>
                    <a:pt x="1430" y="81"/>
                  </a:cubicBezTo>
                  <a:cubicBezTo>
                    <a:pt x="1431" y="83"/>
                    <a:pt x="1433" y="87"/>
                    <a:pt x="1433" y="88"/>
                  </a:cubicBezTo>
                  <a:cubicBezTo>
                    <a:pt x="1434" y="90"/>
                    <a:pt x="1433" y="93"/>
                    <a:pt x="1434" y="95"/>
                  </a:cubicBezTo>
                  <a:cubicBezTo>
                    <a:pt x="1435" y="96"/>
                    <a:pt x="1439" y="96"/>
                    <a:pt x="1441" y="95"/>
                  </a:cubicBezTo>
                  <a:cubicBezTo>
                    <a:pt x="1443" y="95"/>
                    <a:pt x="1446" y="92"/>
                    <a:pt x="1448" y="91"/>
                  </a:cubicBezTo>
                  <a:cubicBezTo>
                    <a:pt x="1449" y="90"/>
                    <a:pt x="1453" y="88"/>
                    <a:pt x="1454" y="87"/>
                  </a:cubicBezTo>
                  <a:cubicBezTo>
                    <a:pt x="1457" y="87"/>
                    <a:pt x="1462" y="87"/>
                    <a:pt x="1464" y="88"/>
                  </a:cubicBezTo>
                  <a:cubicBezTo>
                    <a:pt x="1465" y="89"/>
                    <a:pt x="1466" y="92"/>
                    <a:pt x="1466" y="94"/>
                  </a:cubicBezTo>
                  <a:cubicBezTo>
                    <a:pt x="1466" y="95"/>
                    <a:pt x="1466" y="97"/>
                    <a:pt x="1465" y="98"/>
                  </a:cubicBezTo>
                  <a:cubicBezTo>
                    <a:pt x="1463" y="98"/>
                    <a:pt x="1461" y="95"/>
                    <a:pt x="1459" y="95"/>
                  </a:cubicBezTo>
                  <a:cubicBezTo>
                    <a:pt x="1458" y="96"/>
                    <a:pt x="1456" y="97"/>
                    <a:pt x="1455" y="99"/>
                  </a:cubicBezTo>
                  <a:cubicBezTo>
                    <a:pt x="1455" y="100"/>
                    <a:pt x="1454" y="102"/>
                    <a:pt x="1455" y="103"/>
                  </a:cubicBezTo>
                  <a:cubicBezTo>
                    <a:pt x="1456" y="104"/>
                    <a:pt x="1459" y="102"/>
                    <a:pt x="1460" y="102"/>
                  </a:cubicBezTo>
                  <a:cubicBezTo>
                    <a:pt x="1462" y="103"/>
                    <a:pt x="1463" y="107"/>
                    <a:pt x="1463" y="109"/>
                  </a:cubicBezTo>
                  <a:cubicBezTo>
                    <a:pt x="1463" y="110"/>
                    <a:pt x="1462" y="112"/>
                    <a:pt x="1461" y="113"/>
                  </a:cubicBezTo>
                  <a:cubicBezTo>
                    <a:pt x="1459" y="114"/>
                    <a:pt x="1456" y="114"/>
                    <a:pt x="1455" y="114"/>
                  </a:cubicBezTo>
                  <a:cubicBezTo>
                    <a:pt x="1453" y="114"/>
                    <a:pt x="1451" y="110"/>
                    <a:pt x="1450" y="111"/>
                  </a:cubicBezTo>
                  <a:cubicBezTo>
                    <a:pt x="1449" y="111"/>
                    <a:pt x="1447" y="113"/>
                    <a:pt x="1447" y="114"/>
                  </a:cubicBezTo>
                  <a:cubicBezTo>
                    <a:pt x="1447" y="116"/>
                    <a:pt x="1448" y="119"/>
                    <a:pt x="1449" y="119"/>
                  </a:cubicBezTo>
                  <a:cubicBezTo>
                    <a:pt x="1450" y="120"/>
                    <a:pt x="1453" y="119"/>
                    <a:pt x="1453" y="120"/>
                  </a:cubicBezTo>
                  <a:cubicBezTo>
                    <a:pt x="1455" y="121"/>
                    <a:pt x="1456" y="124"/>
                    <a:pt x="1455" y="125"/>
                  </a:cubicBezTo>
                  <a:cubicBezTo>
                    <a:pt x="1454" y="127"/>
                    <a:pt x="1450" y="129"/>
                    <a:pt x="1449" y="130"/>
                  </a:cubicBezTo>
                  <a:cubicBezTo>
                    <a:pt x="1446" y="131"/>
                    <a:pt x="1440" y="131"/>
                    <a:pt x="1437" y="132"/>
                  </a:cubicBezTo>
                  <a:cubicBezTo>
                    <a:pt x="1434" y="134"/>
                    <a:pt x="1428" y="139"/>
                    <a:pt x="1425" y="142"/>
                  </a:cubicBezTo>
                  <a:cubicBezTo>
                    <a:pt x="1424" y="143"/>
                    <a:pt x="1422" y="147"/>
                    <a:pt x="1421" y="149"/>
                  </a:cubicBezTo>
                  <a:cubicBezTo>
                    <a:pt x="1421" y="151"/>
                    <a:pt x="1421" y="155"/>
                    <a:pt x="1420" y="156"/>
                  </a:cubicBezTo>
                  <a:cubicBezTo>
                    <a:pt x="1419" y="157"/>
                    <a:pt x="1415" y="155"/>
                    <a:pt x="1414" y="156"/>
                  </a:cubicBezTo>
                  <a:cubicBezTo>
                    <a:pt x="1413" y="157"/>
                    <a:pt x="1412" y="159"/>
                    <a:pt x="1411" y="161"/>
                  </a:cubicBezTo>
                  <a:cubicBezTo>
                    <a:pt x="1410" y="162"/>
                    <a:pt x="1409" y="165"/>
                    <a:pt x="1408" y="165"/>
                  </a:cubicBezTo>
                  <a:cubicBezTo>
                    <a:pt x="1406" y="166"/>
                    <a:pt x="1403" y="165"/>
                    <a:pt x="1402" y="164"/>
                  </a:cubicBezTo>
                  <a:cubicBezTo>
                    <a:pt x="1400" y="163"/>
                    <a:pt x="1401" y="157"/>
                    <a:pt x="1399" y="155"/>
                  </a:cubicBezTo>
                  <a:cubicBezTo>
                    <a:pt x="1398" y="154"/>
                    <a:pt x="1395" y="153"/>
                    <a:pt x="1393" y="153"/>
                  </a:cubicBezTo>
                  <a:cubicBezTo>
                    <a:pt x="1392" y="153"/>
                    <a:pt x="1391" y="155"/>
                    <a:pt x="1389" y="155"/>
                  </a:cubicBezTo>
                  <a:cubicBezTo>
                    <a:pt x="1388" y="155"/>
                    <a:pt x="1386" y="155"/>
                    <a:pt x="1384" y="154"/>
                  </a:cubicBezTo>
                  <a:cubicBezTo>
                    <a:pt x="1384" y="154"/>
                    <a:pt x="1383" y="152"/>
                    <a:pt x="1382" y="152"/>
                  </a:cubicBezTo>
                  <a:cubicBezTo>
                    <a:pt x="1381" y="152"/>
                    <a:pt x="1379" y="153"/>
                    <a:pt x="1379" y="154"/>
                  </a:cubicBezTo>
                  <a:cubicBezTo>
                    <a:pt x="1378" y="156"/>
                    <a:pt x="1378" y="160"/>
                    <a:pt x="1377" y="162"/>
                  </a:cubicBezTo>
                  <a:cubicBezTo>
                    <a:pt x="1377" y="164"/>
                    <a:pt x="1376" y="167"/>
                    <a:pt x="1375" y="169"/>
                  </a:cubicBezTo>
                  <a:cubicBezTo>
                    <a:pt x="1373" y="170"/>
                    <a:pt x="1369" y="171"/>
                    <a:pt x="1368" y="173"/>
                  </a:cubicBezTo>
                  <a:cubicBezTo>
                    <a:pt x="1367" y="174"/>
                    <a:pt x="1366" y="178"/>
                    <a:pt x="1366" y="180"/>
                  </a:cubicBezTo>
                  <a:cubicBezTo>
                    <a:pt x="1365" y="183"/>
                    <a:pt x="1368" y="190"/>
                    <a:pt x="1367" y="193"/>
                  </a:cubicBezTo>
                  <a:cubicBezTo>
                    <a:pt x="1367" y="196"/>
                    <a:pt x="1365" y="201"/>
                    <a:pt x="1363" y="203"/>
                  </a:cubicBezTo>
                  <a:cubicBezTo>
                    <a:pt x="1362" y="205"/>
                    <a:pt x="1358" y="209"/>
                    <a:pt x="1356" y="209"/>
                  </a:cubicBezTo>
                  <a:cubicBezTo>
                    <a:pt x="1354" y="210"/>
                    <a:pt x="1351" y="209"/>
                    <a:pt x="1350" y="208"/>
                  </a:cubicBezTo>
                  <a:cubicBezTo>
                    <a:pt x="1348" y="208"/>
                    <a:pt x="1346" y="205"/>
                    <a:pt x="1345" y="205"/>
                  </a:cubicBezTo>
                  <a:cubicBezTo>
                    <a:pt x="1343" y="204"/>
                    <a:pt x="1340" y="206"/>
                    <a:pt x="1339" y="207"/>
                  </a:cubicBezTo>
                  <a:cubicBezTo>
                    <a:pt x="1338" y="207"/>
                    <a:pt x="1336" y="209"/>
                    <a:pt x="1335" y="210"/>
                  </a:cubicBezTo>
                  <a:cubicBezTo>
                    <a:pt x="1334" y="210"/>
                    <a:pt x="1331" y="209"/>
                    <a:pt x="1330" y="208"/>
                  </a:cubicBezTo>
                  <a:cubicBezTo>
                    <a:pt x="1327" y="206"/>
                    <a:pt x="1325" y="200"/>
                    <a:pt x="1323" y="197"/>
                  </a:cubicBezTo>
                  <a:cubicBezTo>
                    <a:pt x="1322" y="196"/>
                    <a:pt x="1319" y="192"/>
                    <a:pt x="1317" y="192"/>
                  </a:cubicBezTo>
                  <a:cubicBezTo>
                    <a:pt x="1315" y="191"/>
                    <a:pt x="1313" y="191"/>
                    <a:pt x="1312" y="191"/>
                  </a:cubicBezTo>
                  <a:cubicBezTo>
                    <a:pt x="1311" y="192"/>
                    <a:pt x="1309" y="193"/>
                    <a:pt x="1309" y="194"/>
                  </a:cubicBezTo>
                  <a:cubicBezTo>
                    <a:pt x="1309" y="195"/>
                    <a:pt x="1309" y="197"/>
                    <a:pt x="1309" y="198"/>
                  </a:cubicBezTo>
                  <a:cubicBezTo>
                    <a:pt x="1310" y="199"/>
                    <a:pt x="1314" y="200"/>
                    <a:pt x="1315" y="200"/>
                  </a:cubicBezTo>
                  <a:cubicBezTo>
                    <a:pt x="1316" y="202"/>
                    <a:pt x="1319" y="204"/>
                    <a:pt x="1319" y="206"/>
                  </a:cubicBezTo>
                  <a:cubicBezTo>
                    <a:pt x="1319" y="207"/>
                    <a:pt x="1318" y="209"/>
                    <a:pt x="1317" y="209"/>
                  </a:cubicBezTo>
                  <a:cubicBezTo>
                    <a:pt x="1316" y="210"/>
                    <a:pt x="1313" y="208"/>
                    <a:pt x="1312" y="208"/>
                  </a:cubicBezTo>
                  <a:cubicBezTo>
                    <a:pt x="1311" y="207"/>
                    <a:pt x="1310" y="206"/>
                    <a:pt x="1309" y="206"/>
                  </a:cubicBezTo>
                  <a:cubicBezTo>
                    <a:pt x="1308" y="206"/>
                    <a:pt x="1307" y="208"/>
                    <a:pt x="1306" y="209"/>
                  </a:cubicBezTo>
                  <a:cubicBezTo>
                    <a:pt x="1305" y="210"/>
                    <a:pt x="1304" y="213"/>
                    <a:pt x="1304" y="214"/>
                  </a:cubicBezTo>
                  <a:cubicBezTo>
                    <a:pt x="1305" y="215"/>
                    <a:pt x="1306" y="217"/>
                    <a:pt x="1307" y="217"/>
                  </a:cubicBezTo>
                  <a:cubicBezTo>
                    <a:pt x="1309" y="218"/>
                    <a:pt x="1314" y="215"/>
                    <a:pt x="1316" y="215"/>
                  </a:cubicBezTo>
                  <a:cubicBezTo>
                    <a:pt x="1317" y="215"/>
                    <a:pt x="1319" y="215"/>
                    <a:pt x="1320" y="215"/>
                  </a:cubicBezTo>
                  <a:cubicBezTo>
                    <a:pt x="1321" y="217"/>
                    <a:pt x="1321" y="221"/>
                    <a:pt x="1321" y="222"/>
                  </a:cubicBezTo>
                  <a:cubicBezTo>
                    <a:pt x="1322" y="224"/>
                    <a:pt x="1324" y="228"/>
                    <a:pt x="1326" y="229"/>
                  </a:cubicBezTo>
                  <a:cubicBezTo>
                    <a:pt x="1327" y="230"/>
                    <a:pt x="1330" y="231"/>
                    <a:pt x="1332" y="231"/>
                  </a:cubicBezTo>
                  <a:cubicBezTo>
                    <a:pt x="1333" y="230"/>
                    <a:pt x="1335" y="226"/>
                    <a:pt x="1336" y="225"/>
                  </a:cubicBezTo>
                  <a:cubicBezTo>
                    <a:pt x="1337" y="223"/>
                    <a:pt x="1341" y="221"/>
                    <a:pt x="1343" y="220"/>
                  </a:cubicBezTo>
                  <a:cubicBezTo>
                    <a:pt x="1344" y="220"/>
                    <a:pt x="1348" y="221"/>
                    <a:pt x="1350" y="222"/>
                  </a:cubicBezTo>
                  <a:cubicBezTo>
                    <a:pt x="1352" y="224"/>
                    <a:pt x="1352" y="230"/>
                    <a:pt x="1354" y="232"/>
                  </a:cubicBezTo>
                  <a:cubicBezTo>
                    <a:pt x="1356" y="234"/>
                    <a:pt x="1361" y="238"/>
                    <a:pt x="1362" y="240"/>
                  </a:cubicBezTo>
                  <a:cubicBezTo>
                    <a:pt x="1364" y="242"/>
                    <a:pt x="1366" y="246"/>
                    <a:pt x="1367" y="248"/>
                  </a:cubicBezTo>
                  <a:cubicBezTo>
                    <a:pt x="1367" y="251"/>
                    <a:pt x="1366" y="257"/>
                    <a:pt x="1367" y="260"/>
                  </a:cubicBezTo>
                  <a:cubicBezTo>
                    <a:pt x="1368" y="263"/>
                    <a:pt x="1373" y="267"/>
                    <a:pt x="1374" y="270"/>
                  </a:cubicBezTo>
                  <a:cubicBezTo>
                    <a:pt x="1375" y="272"/>
                    <a:pt x="1377" y="278"/>
                    <a:pt x="1377" y="280"/>
                  </a:cubicBezTo>
                  <a:cubicBezTo>
                    <a:pt x="1377" y="284"/>
                    <a:pt x="1375" y="292"/>
                    <a:pt x="1374" y="295"/>
                  </a:cubicBezTo>
                  <a:cubicBezTo>
                    <a:pt x="1373" y="299"/>
                    <a:pt x="1370" y="305"/>
                    <a:pt x="1368" y="308"/>
                  </a:cubicBezTo>
                  <a:cubicBezTo>
                    <a:pt x="1367" y="309"/>
                    <a:pt x="1364" y="313"/>
                    <a:pt x="1362" y="314"/>
                  </a:cubicBezTo>
                  <a:cubicBezTo>
                    <a:pt x="1360" y="316"/>
                    <a:pt x="1355" y="315"/>
                    <a:pt x="1352" y="315"/>
                  </a:cubicBezTo>
                  <a:cubicBezTo>
                    <a:pt x="1349" y="316"/>
                    <a:pt x="1343" y="318"/>
                    <a:pt x="1340" y="320"/>
                  </a:cubicBezTo>
                  <a:cubicBezTo>
                    <a:pt x="1338" y="320"/>
                    <a:pt x="1334" y="322"/>
                    <a:pt x="1333" y="324"/>
                  </a:cubicBezTo>
                  <a:cubicBezTo>
                    <a:pt x="1333" y="325"/>
                    <a:pt x="1332" y="328"/>
                    <a:pt x="1333" y="329"/>
                  </a:cubicBezTo>
                  <a:cubicBezTo>
                    <a:pt x="1333" y="330"/>
                    <a:pt x="1335" y="331"/>
                    <a:pt x="1336" y="331"/>
                  </a:cubicBezTo>
                  <a:cubicBezTo>
                    <a:pt x="1338" y="331"/>
                    <a:pt x="1341" y="330"/>
                    <a:pt x="1342" y="329"/>
                  </a:cubicBezTo>
                  <a:cubicBezTo>
                    <a:pt x="1344" y="328"/>
                    <a:pt x="1345" y="324"/>
                    <a:pt x="1347" y="324"/>
                  </a:cubicBezTo>
                  <a:cubicBezTo>
                    <a:pt x="1348" y="323"/>
                    <a:pt x="1350" y="324"/>
                    <a:pt x="1351" y="324"/>
                  </a:cubicBezTo>
                  <a:cubicBezTo>
                    <a:pt x="1352" y="325"/>
                    <a:pt x="1352" y="328"/>
                    <a:pt x="1351" y="329"/>
                  </a:cubicBezTo>
                  <a:cubicBezTo>
                    <a:pt x="1351" y="331"/>
                    <a:pt x="1349" y="333"/>
                    <a:pt x="1348" y="334"/>
                  </a:cubicBezTo>
                  <a:cubicBezTo>
                    <a:pt x="1347" y="335"/>
                    <a:pt x="1344" y="335"/>
                    <a:pt x="1343" y="336"/>
                  </a:cubicBezTo>
                  <a:cubicBezTo>
                    <a:pt x="1342" y="337"/>
                    <a:pt x="1340" y="339"/>
                    <a:pt x="1339" y="341"/>
                  </a:cubicBezTo>
                  <a:cubicBezTo>
                    <a:pt x="1339" y="342"/>
                    <a:pt x="1339" y="344"/>
                    <a:pt x="1340" y="345"/>
                  </a:cubicBezTo>
                  <a:cubicBezTo>
                    <a:pt x="1341" y="345"/>
                    <a:pt x="1344" y="342"/>
                    <a:pt x="1345" y="342"/>
                  </a:cubicBezTo>
                  <a:cubicBezTo>
                    <a:pt x="1346" y="342"/>
                    <a:pt x="1349" y="343"/>
                    <a:pt x="1350" y="343"/>
                  </a:cubicBezTo>
                  <a:cubicBezTo>
                    <a:pt x="1352" y="343"/>
                    <a:pt x="1355" y="342"/>
                    <a:pt x="1355" y="341"/>
                  </a:cubicBezTo>
                  <a:cubicBezTo>
                    <a:pt x="1356" y="339"/>
                    <a:pt x="1355" y="335"/>
                    <a:pt x="1356" y="333"/>
                  </a:cubicBezTo>
                  <a:cubicBezTo>
                    <a:pt x="1356" y="331"/>
                    <a:pt x="1359" y="329"/>
                    <a:pt x="1359" y="328"/>
                  </a:cubicBezTo>
                  <a:cubicBezTo>
                    <a:pt x="1360" y="326"/>
                    <a:pt x="1358" y="323"/>
                    <a:pt x="1359" y="322"/>
                  </a:cubicBezTo>
                  <a:cubicBezTo>
                    <a:pt x="1360" y="321"/>
                    <a:pt x="1363" y="320"/>
                    <a:pt x="1364" y="320"/>
                  </a:cubicBezTo>
                  <a:cubicBezTo>
                    <a:pt x="1365" y="321"/>
                    <a:pt x="1366" y="323"/>
                    <a:pt x="1367" y="324"/>
                  </a:cubicBezTo>
                  <a:cubicBezTo>
                    <a:pt x="1369" y="324"/>
                    <a:pt x="1373" y="324"/>
                    <a:pt x="1374" y="324"/>
                  </a:cubicBezTo>
                  <a:cubicBezTo>
                    <a:pt x="1376" y="324"/>
                    <a:pt x="1379" y="322"/>
                    <a:pt x="1380" y="322"/>
                  </a:cubicBezTo>
                  <a:cubicBezTo>
                    <a:pt x="1383" y="322"/>
                    <a:pt x="1387" y="324"/>
                    <a:pt x="1389" y="323"/>
                  </a:cubicBezTo>
                  <a:cubicBezTo>
                    <a:pt x="1390" y="323"/>
                    <a:pt x="1392" y="321"/>
                    <a:pt x="1392" y="319"/>
                  </a:cubicBezTo>
                  <a:cubicBezTo>
                    <a:pt x="1392" y="318"/>
                    <a:pt x="1390" y="317"/>
                    <a:pt x="1389" y="316"/>
                  </a:cubicBezTo>
                  <a:cubicBezTo>
                    <a:pt x="1388" y="315"/>
                    <a:pt x="1386" y="315"/>
                    <a:pt x="1385" y="314"/>
                  </a:cubicBezTo>
                  <a:cubicBezTo>
                    <a:pt x="1384" y="313"/>
                    <a:pt x="1383" y="310"/>
                    <a:pt x="1383" y="309"/>
                  </a:cubicBezTo>
                  <a:cubicBezTo>
                    <a:pt x="1384" y="307"/>
                    <a:pt x="1388" y="306"/>
                    <a:pt x="1390" y="305"/>
                  </a:cubicBezTo>
                  <a:cubicBezTo>
                    <a:pt x="1392" y="305"/>
                    <a:pt x="1395" y="306"/>
                    <a:pt x="1397" y="306"/>
                  </a:cubicBezTo>
                  <a:cubicBezTo>
                    <a:pt x="1398" y="306"/>
                    <a:pt x="1401" y="305"/>
                    <a:pt x="1402" y="306"/>
                  </a:cubicBezTo>
                  <a:cubicBezTo>
                    <a:pt x="1403" y="306"/>
                    <a:pt x="1402" y="310"/>
                    <a:pt x="1403" y="311"/>
                  </a:cubicBezTo>
                  <a:cubicBezTo>
                    <a:pt x="1404" y="312"/>
                    <a:pt x="1407" y="313"/>
                    <a:pt x="1408" y="313"/>
                  </a:cubicBezTo>
                  <a:cubicBezTo>
                    <a:pt x="1409" y="313"/>
                    <a:pt x="1410" y="311"/>
                    <a:pt x="1411" y="311"/>
                  </a:cubicBezTo>
                  <a:cubicBezTo>
                    <a:pt x="1413" y="310"/>
                    <a:pt x="1416" y="310"/>
                    <a:pt x="1418" y="310"/>
                  </a:cubicBezTo>
                  <a:cubicBezTo>
                    <a:pt x="1419" y="310"/>
                    <a:pt x="1422" y="312"/>
                    <a:pt x="1423" y="312"/>
                  </a:cubicBezTo>
                  <a:cubicBezTo>
                    <a:pt x="1424" y="313"/>
                    <a:pt x="1427" y="316"/>
                    <a:pt x="1427" y="317"/>
                  </a:cubicBezTo>
                  <a:cubicBezTo>
                    <a:pt x="1427" y="318"/>
                    <a:pt x="1426" y="321"/>
                    <a:pt x="1427" y="322"/>
                  </a:cubicBezTo>
                  <a:cubicBezTo>
                    <a:pt x="1427" y="323"/>
                    <a:pt x="1428" y="325"/>
                    <a:pt x="1429" y="326"/>
                  </a:cubicBezTo>
                  <a:cubicBezTo>
                    <a:pt x="1430" y="327"/>
                    <a:pt x="1432" y="327"/>
                    <a:pt x="1433" y="326"/>
                  </a:cubicBezTo>
                  <a:cubicBezTo>
                    <a:pt x="1434" y="326"/>
                    <a:pt x="1435" y="323"/>
                    <a:pt x="1435" y="322"/>
                  </a:cubicBezTo>
                  <a:cubicBezTo>
                    <a:pt x="1436" y="321"/>
                    <a:pt x="1436" y="317"/>
                    <a:pt x="1437" y="315"/>
                  </a:cubicBezTo>
                  <a:cubicBezTo>
                    <a:pt x="1437" y="315"/>
                    <a:pt x="1440" y="314"/>
                    <a:pt x="1441" y="314"/>
                  </a:cubicBezTo>
                  <a:cubicBezTo>
                    <a:pt x="1442" y="314"/>
                    <a:pt x="1445" y="314"/>
                    <a:pt x="1446" y="315"/>
                  </a:cubicBezTo>
                  <a:cubicBezTo>
                    <a:pt x="1447" y="316"/>
                    <a:pt x="1447" y="320"/>
                    <a:pt x="1448" y="320"/>
                  </a:cubicBezTo>
                  <a:cubicBezTo>
                    <a:pt x="1449" y="320"/>
                    <a:pt x="1451" y="318"/>
                    <a:pt x="1452" y="317"/>
                  </a:cubicBezTo>
                  <a:cubicBezTo>
                    <a:pt x="1453" y="315"/>
                    <a:pt x="1455" y="311"/>
                    <a:pt x="1456" y="310"/>
                  </a:cubicBezTo>
                  <a:cubicBezTo>
                    <a:pt x="1458" y="309"/>
                    <a:pt x="1461" y="309"/>
                    <a:pt x="1462" y="309"/>
                  </a:cubicBezTo>
                  <a:cubicBezTo>
                    <a:pt x="1463" y="309"/>
                    <a:pt x="1465" y="311"/>
                    <a:pt x="1465" y="312"/>
                  </a:cubicBezTo>
                  <a:cubicBezTo>
                    <a:pt x="1465" y="313"/>
                    <a:pt x="1462" y="315"/>
                    <a:pt x="1463" y="316"/>
                  </a:cubicBezTo>
                  <a:cubicBezTo>
                    <a:pt x="1463" y="317"/>
                    <a:pt x="1464" y="319"/>
                    <a:pt x="1465" y="320"/>
                  </a:cubicBezTo>
                  <a:cubicBezTo>
                    <a:pt x="1466" y="321"/>
                    <a:pt x="1470" y="321"/>
                    <a:pt x="1472" y="320"/>
                  </a:cubicBezTo>
                  <a:cubicBezTo>
                    <a:pt x="1474" y="319"/>
                    <a:pt x="1476" y="315"/>
                    <a:pt x="1477" y="314"/>
                  </a:cubicBezTo>
                  <a:cubicBezTo>
                    <a:pt x="1479" y="313"/>
                    <a:pt x="1482" y="312"/>
                    <a:pt x="1484" y="312"/>
                  </a:cubicBezTo>
                  <a:cubicBezTo>
                    <a:pt x="1486" y="312"/>
                    <a:pt x="1493" y="314"/>
                    <a:pt x="1494" y="315"/>
                  </a:cubicBezTo>
                  <a:cubicBezTo>
                    <a:pt x="1495" y="315"/>
                    <a:pt x="1496" y="321"/>
                    <a:pt x="1496" y="323"/>
                  </a:cubicBezTo>
                  <a:cubicBezTo>
                    <a:pt x="1496" y="325"/>
                    <a:pt x="1493" y="327"/>
                    <a:pt x="1493" y="328"/>
                  </a:cubicBezTo>
                  <a:cubicBezTo>
                    <a:pt x="1493" y="329"/>
                    <a:pt x="1494" y="332"/>
                    <a:pt x="1494" y="332"/>
                  </a:cubicBezTo>
                  <a:cubicBezTo>
                    <a:pt x="1496" y="333"/>
                    <a:pt x="1500" y="331"/>
                    <a:pt x="1502" y="331"/>
                  </a:cubicBezTo>
                  <a:cubicBezTo>
                    <a:pt x="1503" y="331"/>
                    <a:pt x="1506" y="332"/>
                    <a:pt x="1507" y="334"/>
                  </a:cubicBezTo>
                  <a:cubicBezTo>
                    <a:pt x="1507" y="335"/>
                    <a:pt x="1505" y="337"/>
                    <a:pt x="1504" y="337"/>
                  </a:cubicBezTo>
                  <a:cubicBezTo>
                    <a:pt x="1502" y="339"/>
                    <a:pt x="1497" y="340"/>
                    <a:pt x="1495" y="342"/>
                  </a:cubicBezTo>
                  <a:cubicBezTo>
                    <a:pt x="1493" y="343"/>
                    <a:pt x="1490" y="348"/>
                    <a:pt x="1489" y="350"/>
                  </a:cubicBezTo>
                  <a:cubicBezTo>
                    <a:pt x="1487" y="352"/>
                    <a:pt x="1484" y="357"/>
                    <a:pt x="1483" y="359"/>
                  </a:cubicBezTo>
                  <a:cubicBezTo>
                    <a:pt x="1482" y="361"/>
                    <a:pt x="1479" y="366"/>
                    <a:pt x="1477" y="368"/>
                  </a:cubicBezTo>
                  <a:cubicBezTo>
                    <a:pt x="1476" y="369"/>
                    <a:pt x="1473" y="370"/>
                    <a:pt x="1472" y="370"/>
                  </a:cubicBezTo>
                  <a:cubicBezTo>
                    <a:pt x="1471" y="370"/>
                    <a:pt x="1468" y="369"/>
                    <a:pt x="1468" y="368"/>
                  </a:cubicBezTo>
                  <a:cubicBezTo>
                    <a:pt x="1466" y="368"/>
                    <a:pt x="1466" y="364"/>
                    <a:pt x="1464" y="364"/>
                  </a:cubicBezTo>
                  <a:cubicBezTo>
                    <a:pt x="1463" y="363"/>
                    <a:pt x="1460" y="365"/>
                    <a:pt x="1458" y="365"/>
                  </a:cubicBezTo>
                  <a:cubicBezTo>
                    <a:pt x="1457" y="366"/>
                    <a:pt x="1454" y="367"/>
                    <a:pt x="1453" y="369"/>
                  </a:cubicBezTo>
                  <a:cubicBezTo>
                    <a:pt x="1452" y="370"/>
                    <a:pt x="1451" y="373"/>
                    <a:pt x="1452" y="374"/>
                  </a:cubicBezTo>
                  <a:cubicBezTo>
                    <a:pt x="1453" y="375"/>
                    <a:pt x="1456" y="375"/>
                    <a:pt x="1457" y="375"/>
                  </a:cubicBezTo>
                  <a:cubicBezTo>
                    <a:pt x="1459" y="375"/>
                    <a:pt x="1463" y="372"/>
                    <a:pt x="1465" y="372"/>
                  </a:cubicBezTo>
                  <a:cubicBezTo>
                    <a:pt x="1467" y="373"/>
                    <a:pt x="1470" y="374"/>
                    <a:pt x="1471" y="376"/>
                  </a:cubicBezTo>
                  <a:cubicBezTo>
                    <a:pt x="1472" y="377"/>
                    <a:pt x="1472" y="381"/>
                    <a:pt x="1472" y="382"/>
                  </a:cubicBezTo>
                  <a:cubicBezTo>
                    <a:pt x="1471" y="384"/>
                    <a:pt x="1468" y="385"/>
                    <a:pt x="1468" y="387"/>
                  </a:cubicBezTo>
                  <a:cubicBezTo>
                    <a:pt x="1467" y="388"/>
                    <a:pt x="1468" y="391"/>
                    <a:pt x="1468" y="392"/>
                  </a:cubicBezTo>
                  <a:cubicBezTo>
                    <a:pt x="1469" y="394"/>
                    <a:pt x="1473" y="396"/>
                    <a:pt x="1474" y="398"/>
                  </a:cubicBezTo>
                  <a:cubicBezTo>
                    <a:pt x="1474" y="400"/>
                    <a:pt x="1475" y="404"/>
                    <a:pt x="1474" y="405"/>
                  </a:cubicBezTo>
                  <a:cubicBezTo>
                    <a:pt x="1474" y="407"/>
                    <a:pt x="1471" y="409"/>
                    <a:pt x="1471" y="410"/>
                  </a:cubicBezTo>
                  <a:cubicBezTo>
                    <a:pt x="1470" y="411"/>
                    <a:pt x="1471" y="415"/>
                    <a:pt x="1471" y="416"/>
                  </a:cubicBezTo>
                  <a:cubicBezTo>
                    <a:pt x="1472" y="418"/>
                    <a:pt x="1476" y="419"/>
                    <a:pt x="1477" y="421"/>
                  </a:cubicBezTo>
                  <a:cubicBezTo>
                    <a:pt x="1477" y="423"/>
                    <a:pt x="1476" y="427"/>
                    <a:pt x="1476" y="429"/>
                  </a:cubicBezTo>
                  <a:cubicBezTo>
                    <a:pt x="1476" y="430"/>
                    <a:pt x="1474" y="431"/>
                    <a:pt x="1474" y="433"/>
                  </a:cubicBezTo>
                  <a:cubicBezTo>
                    <a:pt x="1474" y="434"/>
                    <a:pt x="1477" y="438"/>
                    <a:pt x="1477" y="440"/>
                  </a:cubicBezTo>
                  <a:cubicBezTo>
                    <a:pt x="1478" y="442"/>
                    <a:pt x="1478" y="446"/>
                    <a:pt x="1478" y="448"/>
                  </a:cubicBezTo>
                  <a:cubicBezTo>
                    <a:pt x="1478" y="451"/>
                    <a:pt x="1476" y="457"/>
                    <a:pt x="1476" y="460"/>
                  </a:cubicBezTo>
                  <a:cubicBezTo>
                    <a:pt x="1476" y="461"/>
                    <a:pt x="1478" y="465"/>
                    <a:pt x="1478" y="467"/>
                  </a:cubicBezTo>
                  <a:cubicBezTo>
                    <a:pt x="1478" y="470"/>
                    <a:pt x="1475" y="475"/>
                    <a:pt x="1475" y="478"/>
                  </a:cubicBezTo>
                  <a:cubicBezTo>
                    <a:pt x="1474" y="481"/>
                    <a:pt x="1476" y="486"/>
                    <a:pt x="1476" y="487"/>
                  </a:cubicBezTo>
                  <a:cubicBezTo>
                    <a:pt x="1476" y="487"/>
                    <a:pt x="1481" y="491"/>
                    <a:pt x="1482" y="492"/>
                  </a:cubicBezTo>
                  <a:cubicBezTo>
                    <a:pt x="1483" y="494"/>
                    <a:pt x="1485" y="497"/>
                    <a:pt x="1485" y="498"/>
                  </a:cubicBezTo>
                  <a:cubicBezTo>
                    <a:pt x="1484" y="500"/>
                    <a:pt x="1482" y="501"/>
                    <a:pt x="1482" y="503"/>
                  </a:cubicBezTo>
                  <a:cubicBezTo>
                    <a:pt x="1481" y="504"/>
                    <a:pt x="1479" y="509"/>
                    <a:pt x="1480" y="510"/>
                  </a:cubicBezTo>
                  <a:cubicBezTo>
                    <a:pt x="1481" y="511"/>
                    <a:pt x="1484" y="509"/>
                    <a:pt x="1485" y="510"/>
                  </a:cubicBezTo>
                  <a:cubicBezTo>
                    <a:pt x="1486" y="510"/>
                    <a:pt x="1487" y="512"/>
                    <a:pt x="1488" y="513"/>
                  </a:cubicBezTo>
                  <a:cubicBezTo>
                    <a:pt x="1489" y="515"/>
                    <a:pt x="1489" y="519"/>
                    <a:pt x="1489" y="521"/>
                  </a:cubicBezTo>
                  <a:cubicBezTo>
                    <a:pt x="1489" y="522"/>
                    <a:pt x="1486" y="524"/>
                    <a:pt x="1486" y="526"/>
                  </a:cubicBezTo>
                  <a:cubicBezTo>
                    <a:pt x="1486" y="527"/>
                    <a:pt x="1488" y="529"/>
                    <a:pt x="1489" y="529"/>
                  </a:cubicBezTo>
                  <a:cubicBezTo>
                    <a:pt x="1491" y="531"/>
                    <a:pt x="1498" y="531"/>
                    <a:pt x="1499" y="534"/>
                  </a:cubicBezTo>
                  <a:cubicBezTo>
                    <a:pt x="1500" y="535"/>
                    <a:pt x="1499" y="539"/>
                    <a:pt x="1499" y="540"/>
                  </a:cubicBezTo>
                  <a:cubicBezTo>
                    <a:pt x="1498" y="542"/>
                    <a:pt x="1496" y="546"/>
                    <a:pt x="1496" y="548"/>
                  </a:cubicBezTo>
                  <a:cubicBezTo>
                    <a:pt x="1495" y="550"/>
                    <a:pt x="1496" y="554"/>
                    <a:pt x="1497" y="556"/>
                  </a:cubicBezTo>
                  <a:cubicBezTo>
                    <a:pt x="1498" y="564"/>
                    <a:pt x="1501" y="580"/>
                    <a:pt x="1504" y="587"/>
                  </a:cubicBezTo>
                  <a:cubicBezTo>
                    <a:pt x="1506" y="590"/>
                    <a:pt x="1510" y="596"/>
                    <a:pt x="1513" y="599"/>
                  </a:cubicBezTo>
                  <a:cubicBezTo>
                    <a:pt x="1514" y="600"/>
                    <a:pt x="1518" y="601"/>
                    <a:pt x="1519" y="603"/>
                  </a:cubicBezTo>
                  <a:cubicBezTo>
                    <a:pt x="1520" y="604"/>
                    <a:pt x="1520" y="608"/>
                    <a:pt x="1519" y="609"/>
                  </a:cubicBezTo>
                  <a:cubicBezTo>
                    <a:pt x="1518" y="611"/>
                    <a:pt x="1514" y="611"/>
                    <a:pt x="1512" y="611"/>
                  </a:cubicBezTo>
                  <a:cubicBezTo>
                    <a:pt x="1509" y="612"/>
                    <a:pt x="1504" y="611"/>
                    <a:pt x="1501" y="611"/>
                  </a:cubicBezTo>
                  <a:cubicBezTo>
                    <a:pt x="1498" y="611"/>
                    <a:pt x="1493" y="612"/>
                    <a:pt x="1490" y="612"/>
                  </a:cubicBezTo>
                  <a:cubicBezTo>
                    <a:pt x="1487" y="613"/>
                    <a:pt x="1480" y="613"/>
                    <a:pt x="1477" y="615"/>
                  </a:cubicBezTo>
                  <a:cubicBezTo>
                    <a:pt x="1475" y="615"/>
                    <a:pt x="1473" y="618"/>
                    <a:pt x="1472" y="619"/>
                  </a:cubicBezTo>
                  <a:cubicBezTo>
                    <a:pt x="1470" y="622"/>
                    <a:pt x="1471" y="628"/>
                    <a:pt x="1469" y="630"/>
                  </a:cubicBezTo>
                  <a:cubicBezTo>
                    <a:pt x="1469" y="632"/>
                    <a:pt x="1466" y="633"/>
                    <a:pt x="1465" y="634"/>
                  </a:cubicBezTo>
                  <a:cubicBezTo>
                    <a:pt x="1464" y="636"/>
                    <a:pt x="1462" y="638"/>
                    <a:pt x="1461" y="639"/>
                  </a:cubicBezTo>
                  <a:cubicBezTo>
                    <a:pt x="1459" y="642"/>
                    <a:pt x="1456" y="647"/>
                    <a:pt x="1456" y="650"/>
                  </a:cubicBezTo>
                  <a:cubicBezTo>
                    <a:pt x="1455" y="653"/>
                    <a:pt x="1456" y="657"/>
                    <a:pt x="1457" y="659"/>
                  </a:cubicBezTo>
                  <a:cubicBezTo>
                    <a:pt x="1457" y="662"/>
                    <a:pt x="1460" y="667"/>
                    <a:pt x="1460" y="670"/>
                  </a:cubicBezTo>
                  <a:cubicBezTo>
                    <a:pt x="1460" y="671"/>
                    <a:pt x="1457" y="672"/>
                    <a:pt x="1456" y="673"/>
                  </a:cubicBezTo>
                  <a:cubicBezTo>
                    <a:pt x="1455" y="675"/>
                    <a:pt x="1452" y="678"/>
                    <a:pt x="1452" y="680"/>
                  </a:cubicBezTo>
                  <a:cubicBezTo>
                    <a:pt x="1452" y="683"/>
                    <a:pt x="1455" y="688"/>
                    <a:pt x="1456" y="690"/>
                  </a:cubicBezTo>
                  <a:cubicBezTo>
                    <a:pt x="1457" y="693"/>
                    <a:pt x="1458" y="700"/>
                    <a:pt x="1460" y="702"/>
                  </a:cubicBezTo>
                  <a:cubicBezTo>
                    <a:pt x="1461" y="704"/>
                    <a:pt x="1466" y="705"/>
                    <a:pt x="1467" y="706"/>
                  </a:cubicBezTo>
                  <a:cubicBezTo>
                    <a:pt x="1467" y="708"/>
                    <a:pt x="1467" y="712"/>
                    <a:pt x="1466" y="713"/>
                  </a:cubicBezTo>
                  <a:cubicBezTo>
                    <a:pt x="1465" y="714"/>
                    <a:pt x="1461" y="714"/>
                    <a:pt x="1459" y="714"/>
                  </a:cubicBezTo>
                  <a:cubicBezTo>
                    <a:pt x="1457" y="714"/>
                    <a:pt x="1452" y="711"/>
                    <a:pt x="1452" y="710"/>
                  </a:cubicBezTo>
                  <a:cubicBezTo>
                    <a:pt x="1452" y="710"/>
                    <a:pt x="1454" y="704"/>
                    <a:pt x="1453" y="703"/>
                  </a:cubicBezTo>
                  <a:cubicBezTo>
                    <a:pt x="1452" y="701"/>
                    <a:pt x="1448" y="702"/>
                    <a:pt x="1446" y="701"/>
                  </a:cubicBezTo>
                  <a:cubicBezTo>
                    <a:pt x="1445" y="700"/>
                    <a:pt x="1444" y="698"/>
                    <a:pt x="1443" y="697"/>
                  </a:cubicBezTo>
                  <a:cubicBezTo>
                    <a:pt x="1442" y="696"/>
                    <a:pt x="1440" y="693"/>
                    <a:pt x="1439" y="693"/>
                  </a:cubicBezTo>
                  <a:cubicBezTo>
                    <a:pt x="1438" y="693"/>
                    <a:pt x="1437" y="696"/>
                    <a:pt x="1436" y="697"/>
                  </a:cubicBezTo>
                  <a:cubicBezTo>
                    <a:pt x="1435" y="699"/>
                    <a:pt x="1434" y="703"/>
                    <a:pt x="1435" y="705"/>
                  </a:cubicBezTo>
                  <a:cubicBezTo>
                    <a:pt x="1435" y="707"/>
                    <a:pt x="1438" y="710"/>
                    <a:pt x="1438" y="712"/>
                  </a:cubicBezTo>
                  <a:cubicBezTo>
                    <a:pt x="1439" y="713"/>
                    <a:pt x="1440" y="716"/>
                    <a:pt x="1440" y="718"/>
                  </a:cubicBezTo>
                  <a:cubicBezTo>
                    <a:pt x="1439" y="719"/>
                    <a:pt x="1436" y="721"/>
                    <a:pt x="1436" y="723"/>
                  </a:cubicBezTo>
                  <a:cubicBezTo>
                    <a:pt x="1436" y="724"/>
                    <a:pt x="1436" y="726"/>
                    <a:pt x="1437" y="727"/>
                  </a:cubicBezTo>
                  <a:cubicBezTo>
                    <a:pt x="1438" y="728"/>
                    <a:pt x="1442" y="729"/>
                    <a:pt x="1443" y="730"/>
                  </a:cubicBezTo>
                  <a:cubicBezTo>
                    <a:pt x="1444" y="731"/>
                    <a:pt x="1446" y="734"/>
                    <a:pt x="1446" y="736"/>
                  </a:cubicBezTo>
                  <a:cubicBezTo>
                    <a:pt x="1447" y="737"/>
                    <a:pt x="1447" y="741"/>
                    <a:pt x="1446" y="742"/>
                  </a:cubicBezTo>
                  <a:cubicBezTo>
                    <a:pt x="1446" y="744"/>
                    <a:pt x="1443" y="747"/>
                    <a:pt x="1442" y="747"/>
                  </a:cubicBezTo>
                  <a:cubicBezTo>
                    <a:pt x="1440" y="748"/>
                    <a:pt x="1436" y="746"/>
                    <a:pt x="1434" y="745"/>
                  </a:cubicBezTo>
                  <a:cubicBezTo>
                    <a:pt x="1432" y="744"/>
                    <a:pt x="1430" y="742"/>
                    <a:pt x="1428" y="742"/>
                  </a:cubicBezTo>
                  <a:cubicBezTo>
                    <a:pt x="1427" y="742"/>
                    <a:pt x="1425" y="742"/>
                    <a:pt x="1424" y="743"/>
                  </a:cubicBezTo>
                  <a:cubicBezTo>
                    <a:pt x="1423" y="745"/>
                    <a:pt x="1424" y="749"/>
                    <a:pt x="1425" y="751"/>
                  </a:cubicBezTo>
                  <a:cubicBezTo>
                    <a:pt x="1425" y="752"/>
                    <a:pt x="1428" y="754"/>
                    <a:pt x="1428" y="756"/>
                  </a:cubicBezTo>
                  <a:cubicBezTo>
                    <a:pt x="1428" y="757"/>
                    <a:pt x="1427" y="760"/>
                    <a:pt x="1426" y="760"/>
                  </a:cubicBezTo>
                  <a:cubicBezTo>
                    <a:pt x="1424" y="761"/>
                    <a:pt x="1421" y="758"/>
                    <a:pt x="1420" y="759"/>
                  </a:cubicBezTo>
                  <a:cubicBezTo>
                    <a:pt x="1418" y="759"/>
                    <a:pt x="1416" y="763"/>
                    <a:pt x="1415" y="764"/>
                  </a:cubicBezTo>
                  <a:cubicBezTo>
                    <a:pt x="1415" y="767"/>
                    <a:pt x="1418" y="773"/>
                    <a:pt x="1419" y="776"/>
                  </a:cubicBezTo>
                  <a:cubicBezTo>
                    <a:pt x="1420" y="779"/>
                    <a:pt x="1423" y="785"/>
                    <a:pt x="1425" y="789"/>
                  </a:cubicBezTo>
                  <a:cubicBezTo>
                    <a:pt x="1426" y="790"/>
                    <a:pt x="1428" y="794"/>
                    <a:pt x="1429" y="794"/>
                  </a:cubicBezTo>
                  <a:cubicBezTo>
                    <a:pt x="1431" y="795"/>
                    <a:pt x="1435" y="793"/>
                    <a:pt x="1436" y="794"/>
                  </a:cubicBezTo>
                  <a:cubicBezTo>
                    <a:pt x="1437" y="795"/>
                    <a:pt x="1438" y="797"/>
                    <a:pt x="1438" y="798"/>
                  </a:cubicBezTo>
                  <a:cubicBezTo>
                    <a:pt x="1439" y="800"/>
                    <a:pt x="1441" y="803"/>
                    <a:pt x="1442" y="804"/>
                  </a:cubicBezTo>
                  <a:cubicBezTo>
                    <a:pt x="1443" y="805"/>
                    <a:pt x="1446" y="804"/>
                    <a:pt x="1447" y="805"/>
                  </a:cubicBezTo>
                  <a:cubicBezTo>
                    <a:pt x="1448" y="806"/>
                    <a:pt x="1448" y="809"/>
                    <a:pt x="1448" y="811"/>
                  </a:cubicBezTo>
                  <a:cubicBezTo>
                    <a:pt x="1448" y="812"/>
                    <a:pt x="1447" y="814"/>
                    <a:pt x="1447" y="815"/>
                  </a:cubicBezTo>
                  <a:cubicBezTo>
                    <a:pt x="1448" y="817"/>
                    <a:pt x="1453" y="817"/>
                    <a:pt x="1454" y="819"/>
                  </a:cubicBezTo>
                  <a:cubicBezTo>
                    <a:pt x="1455" y="821"/>
                    <a:pt x="1455" y="827"/>
                    <a:pt x="1455" y="830"/>
                  </a:cubicBezTo>
                  <a:cubicBezTo>
                    <a:pt x="1457" y="835"/>
                    <a:pt x="1461" y="845"/>
                    <a:pt x="1464" y="850"/>
                  </a:cubicBezTo>
                  <a:cubicBezTo>
                    <a:pt x="1466" y="855"/>
                    <a:pt x="1470" y="863"/>
                    <a:pt x="1473" y="867"/>
                  </a:cubicBezTo>
                  <a:cubicBezTo>
                    <a:pt x="1475" y="869"/>
                    <a:pt x="1478" y="873"/>
                    <a:pt x="1481" y="873"/>
                  </a:cubicBezTo>
                  <a:cubicBezTo>
                    <a:pt x="1482" y="874"/>
                    <a:pt x="1486" y="874"/>
                    <a:pt x="1488" y="874"/>
                  </a:cubicBezTo>
                  <a:cubicBezTo>
                    <a:pt x="1490" y="874"/>
                    <a:pt x="1494" y="874"/>
                    <a:pt x="1495" y="872"/>
                  </a:cubicBezTo>
                  <a:cubicBezTo>
                    <a:pt x="1496" y="871"/>
                    <a:pt x="1496" y="868"/>
                    <a:pt x="1495" y="867"/>
                  </a:cubicBezTo>
                  <a:cubicBezTo>
                    <a:pt x="1494" y="867"/>
                    <a:pt x="1492" y="866"/>
                    <a:pt x="1491" y="865"/>
                  </a:cubicBezTo>
                  <a:cubicBezTo>
                    <a:pt x="1491" y="863"/>
                    <a:pt x="1492" y="860"/>
                    <a:pt x="1493" y="859"/>
                  </a:cubicBezTo>
                  <a:cubicBezTo>
                    <a:pt x="1494" y="857"/>
                    <a:pt x="1498" y="855"/>
                    <a:pt x="1500" y="854"/>
                  </a:cubicBezTo>
                  <a:cubicBezTo>
                    <a:pt x="1502" y="853"/>
                    <a:pt x="1505" y="849"/>
                    <a:pt x="1507" y="849"/>
                  </a:cubicBezTo>
                  <a:cubicBezTo>
                    <a:pt x="1509" y="848"/>
                    <a:pt x="1513" y="849"/>
                    <a:pt x="1515" y="850"/>
                  </a:cubicBezTo>
                  <a:cubicBezTo>
                    <a:pt x="1517" y="851"/>
                    <a:pt x="1520" y="856"/>
                    <a:pt x="1521" y="858"/>
                  </a:cubicBezTo>
                  <a:cubicBezTo>
                    <a:pt x="1522" y="860"/>
                    <a:pt x="1521" y="865"/>
                    <a:pt x="1521" y="867"/>
                  </a:cubicBezTo>
                  <a:cubicBezTo>
                    <a:pt x="1521" y="869"/>
                    <a:pt x="1521" y="874"/>
                    <a:pt x="1522" y="876"/>
                  </a:cubicBezTo>
                  <a:cubicBezTo>
                    <a:pt x="1523" y="879"/>
                    <a:pt x="1530" y="885"/>
                    <a:pt x="1533" y="886"/>
                  </a:cubicBezTo>
                  <a:cubicBezTo>
                    <a:pt x="1535" y="887"/>
                    <a:pt x="1539" y="887"/>
                    <a:pt x="1541" y="888"/>
                  </a:cubicBezTo>
                  <a:cubicBezTo>
                    <a:pt x="1543" y="889"/>
                    <a:pt x="1546" y="895"/>
                    <a:pt x="1549" y="895"/>
                  </a:cubicBezTo>
                  <a:cubicBezTo>
                    <a:pt x="1551" y="895"/>
                    <a:pt x="1553" y="891"/>
                    <a:pt x="1555" y="890"/>
                  </a:cubicBezTo>
                  <a:cubicBezTo>
                    <a:pt x="1556" y="889"/>
                    <a:pt x="1560" y="885"/>
                    <a:pt x="1562" y="885"/>
                  </a:cubicBezTo>
                  <a:cubicBezTo>
                    <a:pt x="1564" y="886"/>
                    <a:pt x="1567" y="891"/>
                    <a:pt x="1569" y="892"/>
                  </a:cubicBezTo>
                  <a:cubicBezTo>
                    <a:pt x="1572" y="893"/>
                    <a:pt x="1579" y="894"/>
                    <a:pt x="1581" y="895"/>
                  </a:cubicBezTo>
                  <a:cubicBezTo>
                    <a:pt x="1584" y="897"/>
                    <a:pt x="1589" y="900"/>
                    <a:pt x="1590" y="903"/>
                  </a:cubicBezTo>
                  <a:cubicBezTo>
                    <a:pt x="1591" y="905"/>
                    <a:pt x="1590" y="911"/>
                    <a:pt x="1589" y="913"/>
                  </a:cubicBezTo>
                  <a:cubicBezTo>
                    <a:pt x="1588" y="916"/>
                    <a:pt x="1585" y="920"/>
                    <a:pt x="1583" y="920"/>
                  </a:cubicBezTo>
                  <a:cubicBezTo>
                    <a:pt x="1581" y="921"/>
                    <a:pt x="1577" y="919"/>
                    <a:pt x="1574" y="919"/>
                  </a:cubicBezTo>
                  <a:cubicBezTo>
                    <a:pt x="1573" y="919"/>
                    <a:pt x="1568" y="919"/>
                    <a:pt x="1567" y="920"/>
                  </a:cubicBezTo>
                  <a:cubicBezTo>
                    <a:pt x="1566" y="921"/>
                    <a:pt x="1565" y="925"/>
                    <a:pt x="1565" y="927"/>
                  </a:cubicBezTo>
                  <a:cubicBezTo>
                    <a:pt x="1564" y="929"/>
                    <a:pt x="1564" y="934"/>
                    <a:pt x="1565" y="936"/>
                  </a:cubicBezTo>
                  <a:cubicBezTo>
                    <a:pt x="1566" y="938"/>
                    <a:pt x="1569" y="941"/>
                    <a:pt x="1570" y="943"/>
                  </a:cubicBezTo>
                  <a:cubicBezTo>
                    <a:pt x="1571" y="945"/>
                    <a:pt x="1573" y="950"/>
                    <a:pt x="1574" y="952"/>
                  </a:cubicBezTo>
                  <a:cubicBezTo>
                    <a:pt x="1576" y="955"/>
                    <a:pt x="1581" y="959"/>
                    <a:pt x="1583" y="961"/>
                  </a:cubicBezTo>
                  <a:cubicBezTo>
                    <a:pt x="1585" y="964"/>
                    <a:pt x="1589" y="969"/>
                    <a:pt x="1591" y="971"/>
                  </a:cubicBezTo>
                  <a:cubicBezTo>
                    <a:pt x="1593" y="973"/>
                    <a:pt x="1599" y="975"/>
                    <a:pt x="1602" y="976"/>
                  </a:cubicBezTo>
                  <a:cubicBezTo>
                    <a:pt x="1606" y="977"/>
                    <a:pt x="1615" y="978"/>
                    <a:pt x="1618" y="980"/>
                  </a:cubicBezTo>
                  <a:cubicBezTo>
                    <a:pt x="1620" y="981"/>
                    <a:pt x="1624" y="984"/>
                    <a:pt x="1626" y="986"/>
                  </a:cubicBezTo>
                  <a:cubicBezTo>
                    <a:pt x="1627" y="988"/>
                    <a:pt x="1630" y="992"/>
                    <a:pt x="1630" y="994"/>
                  </a:cubicBezTo>
                  <a:cubicBezTo>
                    <a:pt x="1631" y="998"/>
                    <a:pt x="1632" y="1006"/>
                    <a:pt x="1630" y="1009"/>
                  </a:cubicBezTo>
                  <a:cubicBezTo>
                    <a:pt x="1629" y="1011"/>
                    <a:pt x="1625" y="1012"/>
                    <a:pt x="1623" y="1013"/>
                  </a:cubicBezTo>
                  <a:cubicBezTo>
                    <a:pt x="1620" y="1015"/>
                    <a:pt x="1614" y="1017"/>
                    <a:pt x="1613" y="1019"/>
                  </a:cubicBezTo>
                  <a:cubicBezTo>
                    <a:pt x="1611" y="1021"/>
                    <a:pt x="1610" y="1027"/>
                    <a:pt x="1610" y="1030"/>
                  </a:cubicBezTo>
                  <a:cubicBezTo>
                    <a:pt x="1611" y="1033"/>
                    <a:pt x="1615" y="1038"/>
                    <a:pt x="1616" y="1041"/>
                  </a:cubicBezTo>
                  <a:cubicBezTo>
                    <a:pt x="1616" y="1044"/>
                    <a:pt x="1614" y="1049"/>
                    <a:pt x="1614" y="1052"/>
                  </a:cubicBezTo>
                  <a:cubicBezTo>
                    <a:pt x="1614" y="1056"/>
                    <a:pt x="1617" y="1062"/>
                    <a:pt x="1619" y="1066"/>
                  </a:cubicBezTo>
                  <a:cubicBezTo>
                    <a:pt x="1620" y="1069"/>
                    <a:pt x="1626" y="1077"/>
                    <a:pt x="1626" y="1077"/>
                  </a:cubicBezTo>
                  <a:cubicBezTo>
                    <a:pt x="1627" y="1077"/>
                    <a:pt x="1635" y="1077"/>
                    <a:pt x="1638" y="1079"/>
                  </a:cubicBezTo>
                  <a:cubicBezTo>
                    <a:pt x="1639" y="1080"/>
                    <a:pt x="1640" y="1084"/>
                    <a:pt x="1641" y="1085"/>
                  </a:cubicBezTo>
                  <a:cubicBezTo>
                    <a:pt x="1642" y="1087"/>
                    <a:pt x="1644" y="1090"/>
                    <a:pt x="1646" y="1091"/>
                  </a:cubicBezTo>
                  <a:cubicBezTo>
                    <a:pt x="1648" y="1092"/>
                    <a:pt x="1652" y="1090"/>
                    <a:pt x="1654" y="1091"/>
                  </a:cubicBezTo>
                  <a:cubicBezTo>
                    <a:pt x="1655" y="1092"/>
                    <a:pt x="1658" y="1095"/>
                    <a:pt x="1658" y="1097"/>
                  </a:cubicBezTo>
                  <a:cubicBezTo>
                    <a:pt x="1658" y="1098"/>
                    <a:pt x="1656" y="1101"/>
                    <a:pt x="1655" y="1102"/>
                  </a:cubicBezTo>
                  <a:cubicBezTo>
                    <a:pt x="1653" y="1103"/>
                    <a:pt x="1648" y="1100"/>
                    <a:pt x="1646" y="1101"/>
                  </a:cubicBezTo>
                  <a:cubicBezTo>
                    <a:pt x="1644" y="1102"/>
                    <a:pt x="1643" y="1106"/>
                    <a:pt x="1642" y="1108"/>
                  </a:cubicBezTo>
                  <a:cubicBezTo>
                    <a:pt x="1641" y="1110"/>
                    <a:pt x="1641" y="1116"/>
                    <a:pt x="1641" y="1118"/>
                  </a:cubicBezTo>
                  <a:cubicBezTo>
                    <a:pt x="1641" y="1122"/>
                    <a:pt x="1646" y="1129"/>
                    <a:pt x="1644" y="1131"/>
                  </a:cubicBezTo>
                  <a:cubicBezTo>
                    <a:pt x="1643" y="1132"/>
                    <a:pt x="1640" y="1131"/>
                    <a:pt x="1639" y="1131"/>
                  </a:cubicBezTo>
                  <a:cubicBezTo>
                    <a:pt x="1638" y="1132"/>
                    <a:pt x="1638" y="1135"/>
                    <a:pt x="1637" y="1135"/>
                  </a:cubicBezTo>
                  <a:cubicBezTo>
                    <a:pt x="1635" y="1136"/>
                    <a:pt x="1632" y="1135"/>
                    <a:pt x="1630" y="1136"/>
                  </a:cubicBezTo>
                  <a:cubicBezTo>
                    <a:pt x="1629" y="1137"/>
                    <a:pt x="1626" y="1139"/>
                    <a:pt x="1626" y="1141"/>
                  </a:cubicBezTo>
                  <a:cubicBezTo>
                    <a:pt x="1626" y="1142"/>
                    <a:pt x="1628" y="1144"/>
                    <a:pt x="1629" y="1144"/>
                  </a:cubicBezTo>
                  <a:cubicBezTo>
                    <a:pt x="1631" y="1144"/>
                    <a:pt x="1634" y="1141"/>
                    <a:pt x="1636" y="1141"/>
                  </a:cubicBezTo>
                  <a:cubicBezTo>
                    <a:pt x="1637" y="1141"/>
                    <a:pt x="1641" y="1141"/>
                    <a:pt x="1643" y="1142"/>
                  </a:cubicBezTo>
                  <a:cubicBezTo>
                    <a:pt x="1644" y="1143"/>
                    <a:pt x="1647" y="1145"/>
                    <a:pt x="1647" y="1146"/>
                  </a:cubicBezTo>
                  <a:cubicBezTo>
                    <a:pt x="1648" y="1148"/>
                    <a:pt x="1645" y="1151"/>
                    <a:pt x="1645" y="1153"/>
                  </a:cubicBezTo>
                  <a:cubicBezTo>
                    <a:pt x="1645" y="1154"/>
                    <a:pt x="1647" y="1157"/>
                    <a:pt x="1648" y="1158"/>
                  </a:cubicBezTo>
                  <a:cubicBezTo>
                    <a:pt x="1651" y="1161"/>
                    <a:pt x="1658" y="1164"/>
                    <a:pt x="1659" y="1167"/>
                  </a:cubicBezTo>
                  <a:cubicBezTo>
                    <a:pt x="1661" y="1169"/>
                    <a:pt x="1659" y="1175"/>
                    <a:pt x="1660" y="1178"/>
                  </a:cubicBezTo>
                  <a:cubicBezTo>
                    <a:pt x="1661" y="1180"/>
                    <a:pt x="1666" y="1183"/>
                    <a:pt x="1668" y="1185"/>
                  </a:cubicBezTo>
                  <a:cubicBezTo>
                    <a:pt x="1670" y="1187"/>
                    <a:pt x="1673" y="1190"/>
                    <a:pt x="1673" y="1192"/>
                  </a:cubicBezTo>
                  <a:cubicBezTo>
                    <a:pt x="1673" y="1193"/>
                    <a:pt x="1670" y="1196"/>
                    <a:pt x="1670" y="1198"/>
                  </a:cubicBezTo>
                  <a:cubicBezTo>
                    <a:pt x="1670" y="1199"/>
                    <a:pt x="1672" y="1203"/>
                    <a:pt x="1672" y="1204"/>
                  </a:cubicBezTo>
                  <a:cubicBezTo>
                    <a:pt x="1673" y="1206"/>
                    <a:pt x="1675" y="1208"/>
                    <a:pt x="1675" y="1209"/>
                  </a:cubicBezTo>
                  <a:cubicBezTo>
                    <a:pt x="1676" y="1211"/>
                    <a:pt x="1676" y="1216"/>
                    <a:pt x="1675" y="1218"/>
                  </a:cubicBezTo>
                  <a:cubicBezTo>
                    <a:pt x="1675" y="1220"/>
                    <a:pt x="1673" y="1223"/>
                    <a:pt x="1674" y="1224"/>
                  </a:cubicBezTo>
                  <a:cubicBezTo>
                    <a:pt x="1674" y="1226"/>
                    <a:pt x="1677" y="1228"/>
                    <a:pt x="1678" y="1229"/>
                  </a:cubicBezTo>
                  <a:cubicBezTo>
                    <a:pt x="1678" y="1231"/>
                    <a:pt x="1679" y="1235"/>
                    <a:pt x="1679" y="1237"/>
                  </a:cubicBezTo>
                  <a:cubicBezTo>
                    <a:pt x="1679" y="1239"/>
                    <a:pt x="1676" y="1242"/>
                    <a:pt x="1676" y="1244"/>
                  </a:cubicBezTo>
                  <a:cubicBezTo>
                    <a:pt x="1676" y="1246"/>
                    <a:pt x="1678" y="1250"/>
                    <a:pt x="1679" y="12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6"/>
            <p:cNvSpPr>
              <a:spLocks/>
            </p:cNvSpPr>
            <p:nvPr/>
          </p:nvSpPr>
          <p:spPr bwMode="auto">
            <a:xfrm>
              <a:off x="7523163" y="3595688"/>
              <a:ext cx="33338" cy="90488"/>
            </a:xfrm>
            <a:custGeom>
              <a:avLst/>
              <a:gdLst/>
              <a:ahLst/>
              <a:cxnLst>
                <a:cxn ang="0">
                  <a:pos x="21" y="4"/>
                </a:cxn>
                <a:cxn ang="0">
                  <a:pos x="19" y="10"/>
                </a:cxn>
                <a:cxn ang="0">
                  <a:pos x="14" y="17"/>
                </a:cxn>
                <a:cxn ang="0">
                  <a:pos x="12" y="30"/>
                </a:cxn>
                <a:cxn ang="0">
                  <a:pos x="10" y="43"/>
                </a:cxn>
                <a:cxn ang="0">
                  <a:pos x="8" y="53"/>
                </a:cxn>
                <a:cxn ang="0">
                  <a:pos x="6" y="57"/>
                </a:cxn>
                <a:cxn ang="0">
                  <a:pos x="2" y="55"/>
                </a:cxn>
                <a:cxn ang="0">
                  <a:pos x="2" y="44"/>
                </a:cxn>
                <a:cxn ang="0">
                  <a:pos x="5" y="31"/>
                </a:cxn>
                <a:cxn ang="0">
                  <a:pos x="4" y="22"/>
                </a:cxn>
                <a:cxn ang="0">
                  <a:pos x="0" y="12"/>
                </a:cxn>
                <a:cxn ang="0">
                  <a:pos x="1" y="7"/>
                </a:cxn>
                <a:cxn ang="0">
                  <a:pos x="9" y="2"/>
                </a:cxn>
                <a:cxn ang="0">
                  <a:pos x="16" y="0"/>
                </a:cxn>
                <a:cxn ang="0">
                  <a:pos x="21" y="4"/>
                </a:cxn>
              </a:cxnLst>
              <a:rect l="0" t="0" r="r" b="b"/>
              <a:pathLst>
                <a:path w="21" h="57">
                  <a:moveTo>
                    <a:pt x="21" y="4"/>
                  </a:moveTo>
                  <a:lnTo>
                    <a:pt x="19" y="10"/>
                  </a:lnTo>
                  <a:lnTo>
                    <a:pt x="14" y="17"/>
                  </a:lnTo>
                  <a:lnTo>
                    <a:pt x="12" y="30"/>
                  </a:lnTo>
                  <a:lnTo>
                    <a:pt x="10" y="43"/>
                  </a:lnTo>
                  <a:lnTo>
                    <a:pt x="8" y="53"/>
                  </a:lnTo>
                  <a:lnTo>
                    <a:pt x="6" y="57"/>
                  </a:lnTo>
                  <a:lnTo>
                    <a:pt x="2" y="55"/>
                  </a:lnTo>
                  <a:lnTo>
                    <a:pt x="2" y="44"/>
                  </a:lnTo>
                  <a:lnTo>
                    <a:pt x="5" y="31"/>
                  </a:lnTo>
                  <a:lnTo>
                    <a:pt x="4" y="22"/>
                  </a:lnTo>
                  <a:lnTo>
                    <a:pt x="0" y="12"/>
                  </a:lnTo>
                  <a:lnTo>
                    <a:pt x="1" y="7"/>
                  </a:lnTo>
                  <a:lnTo>
                    <a:pt x="9" y="2"/>
                  </a:lnTo>
                  <a:lnTo>
                    <a:pt x="16" y="0"/>
                  </a:lnTo>
                  <a:lnTo>
                    <a:pt x="21" y="4"/>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7"/>
            <p:cNvSpPr>
              <a:spLocks/>
            </p:cNvSpPr>
            <p:nvPr/>
          </p:nvSpPr>
          <p:spPr bwMode="auto">
            <a:xfrm>
              <a:off x="6835775" y="3041651"/>
              <a:ext cx="466725" cy="623888"/>
            </a:xfrm>
            <a:custGeom>
              <a:avLst/>
              <a:gdLst/>
              <a:ahLst/>
              <a:cxnLst>
                <a:cxn ang="0">
                  <a:pos x="304" y="367"/>
                </a:cxn>
                <a:cxn ang="0">
                  <a:pos x="290" y="353"/>
                </a:cxn>
                <a:cxn ang="0">
                  <a:pos x="273" y="358"/>
                </a:cxn>
                <a:cxn ang="0">
                  <a:pos x="261" y="372"/>
                </a:cxn>
                <a:cxn ang="0">
                  <a:pos x="272" y="395"/>
                </a:cxn>
                <a:cxn ang="0">
                  <a:pos x="270" y="409"/>
                </a:cxn>
                <a:cxn ang="0">
                  <a:pos x="242" y="385"/>
                </a:cxn>
                <a:cxn ang="0">
                  <a:pos x="229" y="345"/>
                </a:cxn>
                <a:cxn ang="0">
                  <a:pos x="209" y="319"/>
                </a:cxn>
                <a:cxn ang="0">
                  <a:pos x="189" y="290"/>
                </a:cxn>
                <a:cxn ang="0">
                  <a:pos x="164" y="263"/>
                </a:cxn>
                <a:cxn ang="0">
                  <a:pos x="131" y="209"/>
                </a:cxn>
                <a:cxn ang="0">
                  <a:pos x="104" y="162"/>
                </a:cxn>
                <a:cxn ang="0">
                  <a:pos x="75" y="153"/>
                </a:cxn>
                <a:cxn ang="0">
                  <a:pos x="67" y="140"/>
                </a:cxn>
                <a:cxn ang="0">
                  <a:pos x="53" y="123"/>
                </a:cxn>
                <a:cxn ang="0">
                  <a:pos x="37" y="83"/>
                </a:cxn>
                <a:cxn ang="0">
                  <a:pos x="18" y="66"/>
                </a:cxn>
                <a:cxn ang="0">
                  <a:pos x="26" y="56"/>
                </a:cxn>
                <a:cxn ang="0">
                  <a:pos x="33" y="46"/>
                </a:cxn>
                <a:cxn ang="0">
                  <a:pos x="22" y="22"/>
                </a:cxn>
                <a:cxn ang="0">
                  <a:pos x="7" y="17"/>
                </a:cxn>
                <a:cxn ang="0">
                  <a:pos x="2" y="9"/>
                </a:cxn>
                <a:cxn ang="0">
                  <a:pos x="10" y="1"/>
                </a:cxn>
                <a:cxn ang="0">
                  <a:pos x="28" y="8"/>
                </a:cxn>
                <a:cxn ang="0">
                  <a:pos x="38" y="24"/>
                </a:cxn>
                <a:cxn ang="0">
                  <a:pos x="60" y="38"/>
                </a:cxn>
                <a:cxn ang="0">
                  <a:pos x="56" y="45"/>
                </a:cxn>
                <a:cxn ang="0">
                  <a:pos x="73" y="58"/>
                </a:cxn>
                <a:cxn ang="0">
                  <a:pos x="90" y="69"/>
                </a:cxn>
                <a:cxn ang="0">
                  <a:pos x="89" y="79"/>
                </a:cxn>
                <a:cxn ang="0">
                  <a:pos x="93" y="88"/>
                </a:cxn>
                <a:cxn ang="0">
                  <a:pos x="100" y="105"/>
                </a:cxn>
                <a:cxn ang="0">
                  <a:pos x="131" y="123"/>
                </a:cxn>
                <a:cxn ang="0">
                  <a:pos x="141" y="126"/>
                </a:cxn>
                <a:cxn ang="0">
                  <a:pos x="188" y="169"/>
                </a:cxn>
                <a:cxn ang="0">
                  <a:pos x="209" y="193"/>
                </a:cxn>
                <a:cxn ang="0">
                  <a:pos x="224" y="200"/>
                </a:cxn>
                <a:cxn ang="0">
                  <a:pos x="249" y="206"/>
                </a:cxn>
                <a:cxn ang="0">
                  <a:pos x="250" y="222"/>
                </a:cxn>
                <a:cxn ang="0">
                  <a:pos x="217" y="214"/>
                </a:cxn>
                <a:cxn ang="0">
                  <a:pos x="195" y="228"/>
                </a:cxn>
                <a:cxn ang="0">
                  <a:pos x="206" y="252"/>
                </a:cxn>
                <a:cxn ang="0">
                  <a:pos x="213" y="280"/>
                </a:cxn>
                <a:cxn ang="0">
                  <a:pos x="226" y="311"/>
                </a:cxn>
                <a:cxn ang="0">
                  <a:pos x="253" y="322"/>
                </a:cxn>
                <a:cxn ang="0">
                  <a:pos x="274" y="341"/>
                </a:cxn>
                <a:cxn ang="0">
                  <a:pos x="280" y="330"/>
                </a:cxn>
                <a:cxn ang="0">
                  <a:pos x="298" y="341"/>
                </a:cxn>
              </a:cxnLst>
              <a:rect l="0" t="0" r="r" b="b"/>
              <a:pathLst>
                <a:path w="306" h="409">
                  <a:moveTo>
                    <a:pt x="305" y="351"/>
                  </a:moveTo>
                  <a:cubicBezTo>
                    <a:pt x="306" y="353"/>
                    <a:pt x="306" y="358"/>
                    <a:pt x="305" y="360"/>
                  </a:cubicBezTo>
                  <a:cubicBezTo>
                    <a:pt x="305" y="362"/>
                    <a:pt x="305" y="366"/>
                    <a:pt x="304" y="367"/>
                  </a:cubicBezTo>
                  <a:cubicBezTo>
                    <a:pt x="303" y="367"/>
                    <a:pt x="300" y="365"/>
                    <a:pt x="299" y="364"/>
                  </a:cubicBezTo>
                  <a:cubicBezTo>
                    <a:pt x="298" y="362"/>
                    <a:pt x="297" y="357"/>
                    <a:pt x="296" y="356"/>
                  </a:cubicBezTo>
                  <a:cubicBezTo>
                    <a:pt x="295" y="354"/>
                    <a:pt x="292" y="353"/>
                    <a:pt x="290" y="353"/>
                  </a:cubicBezTo>
                  <a:cubicBezTo>
                    <a:pt x="289" y="353"/>
                    <a:pt x="285" y="353"/>
                    <a:pt x="283" y="353"/>
                  </a:cubicBezTo>
                  <a:cubicBezTo>
                    <a:pt x="282" y="354"/>
                    <a:pt x="280" y="357"/>
                    <a:pt x="279" y="358"/>
                  </a:cubicBezTo>
                  <a:cubicBezTo>
                    <a:pt x="278" y="358"/>
                    <a:pt x="275" y="358"/>
                    <a:pt x="273" y="358"/>
                  </a:cubicBezTo>
                  <a:cubicBezTo>
                    <a:pt x="271" y="359"/>
                    <a:pt x="267" y="358"/>
                    <a:pt x="265" y="359"/>
                  </a:cubicBezTo>
                  <a:cubicBezTo>
                    <a:pt x="263" y="360"/>
                    <a:pt x="261" y="362"/>
                    <a:pt x="260" y="364"/>
                  </a:cubicBezTo>
                  <a:cubicBezTo>
                    <a:pt x="260" y="366"/>
                    <a:pt x="260" y="370"/>
                    <a:pt x="261" y="372"/>
                  </a:cubicBezTo>
                  <a:cubicBezTo>
                    <a:pt x="262" y="373"/>
                    <a:pt x="265" y="375"/>
                    <a:pt x="266" y="376"/>
                  </a:cubicBezTo>
                  <a:cubicBezTo>
                    <a:pt x="267" y="377"/>
                    <a:pt x="269" y="382"/>
                    <a:pt x="270" y="384"/>
                  </a:cubicBezTo>
                  <a:cubicBezTo>
                    <a:pt x="271" y="387"/>
                    <a:pt x="271" y="392"/>
                    <a:pt x="272" y="395"/>
                  </a:cubicBezTo>
                  <a:cubicBezTo>
                    <a:pt x="272" y="397"/>
                    <a:pt x="271" y="399"/>
                    <a:pt x="272" y="401"/>
                  </a:cubicBezTo>
                  <a:cubicBezTo>
                    <a:pt x="272" y="403"/>
                    <a:pt x="276" y="406"/>
                    <a:pt x="275" y="408"/>
                  </a:cubicBezTo>
                  <a:cubicBezTo>
                    <a:pt x="275" y="409"/>
                    <a:pt x="271" y="409"/>
                    <a:pt x="270" y="409"/>
                  </a:cubicBezTo>
                  <a:cubicBezTo>
                    <a:pt x="266" y="408"/>
                    <a:pt x="261" y="402"/>
                    <a:pt x="258" y="400"/>
                  </a:cubicBezTo>
                  <a:cubicBezTo>
                    <a:pt x="255" y="397"/>
                    <a:pt x="250" y="392"/>
                    <a:pt x="248" y="389"/>
                  </a:cubicBezTo>
                  <a:cubicBezTo>
                    <a:pt x="246" y="388"/>
                    <a:pt x="243" y="386"/>
                    <a:pt x="242" y="385"/>
                  </a:cubicBezTo>
                  <a:cubicBezTo>
                    <a:pt x="239" y="381"/>
                    <a:pt x="240" y="372"/>
                    <a:pt x="239" y="368"/>
                  </a:cubicBezTo>
                  <a:cubicBezTo>
                    <a:pt x="238" y="365"/>
                    <a:pt x="236" y="360"/>
                    <a:pt x="235" y="358"/>
                  </a:cubicBezTo>
                  <a:cubicBezTo>
                    <a:pt x="234" y="355"/>
                    <a:pt x="231" y="348"/>
                    <a:pt x="229" y="345"/>
                  </a:cubicBezTo>
                  <a:cubicBezTo>
                    <a:pt x="228" y="343"/>
                    <a:pt x="225" y="341"/>
                    <a:pt x="223" y="340"/>
                  </a:cubicBezTo>
                  <a:cubicBezTo>
                    <a:pt x="221" y="338"/>
                    <a:pt x="218" y="334"/>
                    <a:pt x="216" y="332"/>
                  </a:cubicBezTo>
                  <a:cubicBezTo>
                    <a:pt x="214" y="329"/>
                    <a:pt x="210" y="323"/>
                    <a:pt x="209" y="319"/>
                  </a:cubicBezTo>
                  <a:cubicBezTo>
                    <a:pt x="207" y="316"/>
                    <a:pt x="208" y="308"/>
                    <a:pt x="206" y="305"/>
                  </a:cubicBezTo>
                  <a:cubicBezTo>
                    <a:pt x="205" y="302"/>
                    <a:pt x="201" y="298"/>
                    <a:pt x="199" y="296"/>
                  </a:cubicBezTo>
                  <a:cubicBezTo>
                    <a:pt x="197" y="295"/>
                    <a:pt x="192" y="292"/>
                    <a:pt x="189" y="290"/>
                  </a:cubicBezTo>
                  <a:cubicBezTo>
                    <a:pt x="187" y="289"/>
                    <a:pt x="183" y="287"/>
                    <a:pt x="181" y="286"/>
                  </a:cubicBezTo>
                  <a:cubicBezTo>
                    <a:pt x="178" y="283"/>
                    <a:pt x="172" y="277"/>
                    <a:pt x="170" y="274"/>
                  </a:cubicBezTo>
                  <a:cubicBezTo>
                    <a:pt x="168" y="271"/>
                    <a:pt x="165" y="266"/>
                    <a:pt x="164" y="263"/>
                  </a:cubicBezTo>
                  <a:cubicBezTo>
                    <a:pt x="162" y="258"/>
                    <a:pt x="160" y="249"/>
                    <a:pt x="158" y="245"/>
                  </a:cubicBezTo>
                  <a:cubicBezTo>
                    <a:pt x="155" y="239"/>
                    <a:pt x="147" y="230"/>
                    <a:pt x="144" y="225"/>
                  </a:cubicBezTo>
                  <a:cubicBezTo>
                    <a:pt x="141" y="221"/>
                    <a:pt x="134" y="213"/>
                    <a:pt x="131" y="209"/>
                  </a:cubicBezTo>
                  <a:cubicBezTo>
                    <a:pt x="128" y="206"/>
                    <a:pt x="122" y="199"/>
                    <a:pt x="119" y="195"/>
                  </a:cubicBezTo>
                  <a:cubicBezTo>
                    <a:pt x="116" y="191"/>
                    <a:pt x="112" y="181"/>
                    <a:pt x="110" y="176"/>
                  </a:cubicBezTo>
                  <a:cubicBezTo>
                    <a:pt x="108" y="173"/>
                    <a:pt x="106" y="166"/>
                    <a:pt x="104" y="162"/>
                  </a:cubicBezTo>
                  <a:cubicBezTo>
                    <a:pt x="103" y="160"/>
                    <a:pt x="101" y="155"/>
                    <a:pt x="98" y="154"/>
                  </a:cubicBezTo>
                  <a:cubicBezTo>
                    <a:pt x="96" y="153"/>
                    <a:pt x="91" y="153"/>
                    <a:pt x="88" y="153"/>
                  </a:cubicBezTo>
                  <a:cubicBezTo>
                    <a:pt x="85" y="153"/>
                    <a:pt x="78" y="154"/>
                    <a:pt x="75" y="153"/>
                  </a:cubicBezTo>
                  <a:cubicBezTo>
                    <a:pt x="73" y="152"/>
                    <a:pt x="71" y="148"/>
                    <a:pt x="71" y="147"/>
                  </a:cubicBezTo>
                  <a:cubicBezTo>
                    <a:pt x="71" y="147"/>
                    <a:pt x="72" y="143"/>
                    <a:pt x="71" y="142"/>
                  </a:cubicBezTo>
                  <a:cubicBezTo>
                    <a:pt x="70" y="141"/>
                    <a:pt x="68" y="141"/>
                    <a:pt x="67" y="140"/>
                  </a:cubicBezTo>
                  <a:cubicBezTo>
                    <a:pt x="65" y="140"/>
                    <a:pt x="61" y="139"/>
                    <a:pt x="60" y="138"/>
                  </a:cubicBezTo>
                  <a:cubicBezTo>
                    <a:pt x="58" y="137"/>
                    <a:pt x="59" y="132"/>
                    <a:pt x="58" y="130"/>
                  </a:cubicBezTo>
                  <a:cubicBezTo>
                    <a:pt x="57" y="128"/>
                    <a:pt x="54" y="125"/>
                    <a:pt x="53" y="123"/>
                  </a:cubicBezTo>
                  <a:cubicBezTo>
                    <a:pt x="51" y="119"/>
                    <a:pt x="47" y="112"/>
                    <a:pt x="45" y="109"/>
                  </a:cubicBezTo>
                  <a:cubicBezTo>
                    <a:pt x="44" y="105"/>
                    <a:pt x="41" y="98"/>
                    <a:pt x="40" y="94"/>
                  </a:cubicBezTo>
                  <a:cubicBezTo>
                    <a:pt x="39" y="92"/>
                    <a:pt x="39" y="85"/>
                    <a:pt x="37" y="83"/>
                  </a:cubicBezTo>
                  <a:cubicBezTo>
                    <a:pt x="36" y="81"/>
                    <a:pt x="30" y="78"/>
                    <a:pt x="28" y="77"/>
                  </a:cubicBezTo>
                  <a:cubicBezTo>
                    <a:pt x="27" y="76"/>
                    <a:pt x="24" y="74"/>
                    <a:pt x="23" y="73"/>
                  </a:cubicBezTo>
                  <a:cubicBezTo>
                    <a:pt x="21" y="71"/>
                    <a:pt x="18" y="68"/>
                    <a:pt x="18" y="66"/>
                  </a:cubicBezTo>
                  <a:cubicBezTo>
                    <a:pt x="17" y="63"/>
                    <a:pt x="17" y="58"/>
                    <a:pt x="18" y="56"/>
                  </a:cubicBezTo>
                  <a:cubicBezTo>
                    <a:pt x="18" y="55"/>
                    <a:pt x="19" y="52"/>
                    <a:pt x="20" y="52"/>
                  </a:cubicBezTo>
                  <a:cubicBezTo>
                    <a:pt x="22" y="52"/>
                    <a:pt x="24" y="55"/>
                    <a:pt x="26" y="56"/>
                  </a:cubicBezTo>
                  <a:cubicBezTo>
                    <a:pt x="27" y="56"/>
                    <a:pt x="30" y="57"/>
                    <a:pt x="31" y="56"/>
                  </a:cubicBezTo>
                  <a:cubicBezTo>
                    <a:pt x="33" y="55"/>
                    <a:pt x="34" y="52"/>
                    <a:pt x="34" y="51"/>
                  </a:cubicBezTo>
                  <a:cubicBezTo>
                    <a:pt x="34" y="49"/>
                    <a:pt x="34" y="47"/>
                    <a:pt x="33" y="46"/>
                  </a:cubicBezTo>
                  <a:cubicBezTo>
                    <a:pt x="32" y="44"/>
                    <a:pt x="28" y="42"/>
                    <a:pt x="27" y="41"/>
                  </a:cubicBezTo>
                  <a:cubicBezTo>
                    <a:pt x="26" y="38"/>
                    <a:pt x="29" y="34"/>
                    <a:pt x="28" y="32"/>
                  </a:cubicBezTo>
                  <a:cubicBezTo>
                    <a:pt x="28" y="29"/>
                    <a:pt x="24" y="24"/>
                    <a:pt x="22" y="22"/>
                  </a:cubicBezTo>
                  <a:cubicBezTo>
                    <a:pt x="21" y="22"/>
                    <a:pt x="17" y="23"/>
                    <a:pt x="16" y="22"/>
                  </a:cubicBezTo>
                  <a:cubicBezTo>
                    <a:pt x="15" y="22"/>
                    <a:pt x="13" y="21"/>
                    <a:pt x="12" y="21"/>
                  </a:cubicBezTo>
                  <a:cubicBezTo>
                    <a:pt x="11" y="20"/>
                    <a:pt x="9" y="17"/>
                    <a:pt x="7" y="17"/>
                  </a:cubicBezTo>
                  <a:cubicBezTo>
                    <a:pt x="6" y="16"/>
                    <a:pt x="4" y="17"/>
                    <a:pt x="3" y="17"/>
                  </a:cubicBezTo>
                  <a:cubicBezTo>
                    <a:pt x="2" y="16"/>
                    <a:pt x="1" y="14"/>
                    <a:pt x="0" y="13"/>
                  </a:cubicBezTo>
                  <a:cubicBezTo>
                    <a:pt x="0" y="12"/>
                    <a:pt x="1" y="9"/>
                    <a:pt x="2" y="9"/>
                  </a:cubicBezTo>
                  <a:cubicBezTo>
                    <a:pt x="3" y="8"/>
                    <a:pt x="6" y="10"/>
                    <a:pt x="7" y="9"/>
                  </a:cubicBezTo>
                  <a:cubicBezTo>
                    <a:pt x="8" y="9"/>
                    <a:pt x="10" y="8"/>
                    <a:pt x="11" y="7"/>
                  </a:cubicBezTo>
                  <a:cubicBezTo>
                    <a:pt x="11" y="6"/>
                    <a:pt x="9" y="2"/>
                    <a:pt x="10" y="1"/>
                  </a:cubicBezTo>
                  <a:cubicBezTo>
                    <a:pt x="11" y="0"/>
                    <a:pt x="14" y="1"/>
                    <a:pt x="16" y="1"/>
                  </a:cubicBezTo>
                  <a:cubicBezTo>
                    <a:pt x="18" y="1"/>
                    <a:pt x="22" y="1"/>
                    <a:pt x="24" y="2"/>
                  </a:cubicBezTo>
                  <a:cubicBezTo>
                    <a:pt x="26" y="3"/>
                    <a:pt x="28" y="6"/>
                    <a:pt x="28" y="8"/>
                  </a:cubicBezTo>
                  <a:cubicBezTo>
                    <a:pt x="29" y="10"/>
                    <a:pt x="28" y="13"/>
                    <a:pt x="29" y="15"/>
                  </a:cubicBezTo>
                  <a:cubicBezTo>
                    <a:pt x="29" y="17"/>
                    <a:pt x="30" y="21"/>
                    <a:pt x="31" y="22"/>
                  </a:cubicBezTo>
                  <a:cubicBezTo>
                    <a:pt x="32" y="23"/>
                    <a:pt x="37" y="23"/>
                    <a:pt x="38" y="24"/>
                  </a:cubicBezTo>
                  <a:cubicBezTo>
                    <a:pt x="40" y="25"/>
                    <a:pt x="44" y="28"/>
                    <a:pt x="46" y="30"/>
                  </a:cubicBezTo>
                  <a:cubicBezTo>
                    <a:pt x="48" y="31"/>
                    <a:pt x="51" y="34"/>
                    <a:pt x="53" y="35"/>
                  </a:cubicBezTo>
                  <a:cubicBezTo>
                    <a:pt x="54" y="36"/>
                    <a:pt x="59" y="37"/>
                    <a:pt x="60" y="38"/>
                  </a:cubicBezTo>
                  <a:cubicBezTo>
                    <a:pt x="62" y="39"/>
                    <a:pt x="65" y="41"/>
                    <a:pt x="65" y="43"/>
                  </a:cubicBezTo>
                  <a:cubicBezTo>
                    <a:pt x="65" y="43"/>
                    <a:pt x="63" y="45"/>
                    <a:pt x="62" y="45"/>
                  </a:cubicBezTo>
                  <a:cubicBezTo>
                    <a:pt x="61" y="45"/>
                    <a:pt x="57" y="44"/>
                    <a:pt x="56" y="45"/>
                  </a:cubicBezTo>
                  <a:cubicBezTo>
                    <a:pt x="55" y="46"/>
                    <a:pt x="56" y="49"/>
                    <a:pt x="57" y="50"/>
                  </a:cubicBezTo>
                  <a:cubicBezTo>
                    <a:pt x="58" y="52"/>
                    <a:pt x="62" y="54"/>
                    <a:pt x="64" y="55"/>
                  </a:cubicBezTo>
                  <a:cubicBezTo>
                    <a:pt x="66" y="56"/>
                    <a:pt x="70" y="58"/>
                    <a:pt x="73" y="58"/>
                  </a:cubicBezTo>
                  <a:cubicBezTo>
                    <a:pt x="75" y="59"/>
                    <a:pt x="80" y="57"/>
                    <a:pt x="82" y="58"/>
                  </a:cubicBezTo>
                  <a:cubicBezTo>
                    <a:pt x="83" y="59"/>
                    <a:pt x="86" y="61"/>
                    <a:pt x="87" y="62"/>
                  </a:cubicBezTo>
                  <a:cubicBezTo>
                    <a:pt x="88" y="64"/>
                    <a:pt x="89" y="67"/>
                    <a:pt x="90" y="69"/>
                  </a:cubicBezTo>
                  <a:cubicBezTo>
                    <a:pt x="90" y="70"/>
                    <a:pt x="93" y="72"/>
                    <a:pt x="93" y="74"/>
                  </a:cubicBezTo>
                  <a:cubicBezTo>
                    <a:pt x="94" y="75"/>
                    <a:pt x="94" y="78"/>
                    <a:pt x="93" y="79"/>
                  </a:cubicBezTo>
                  <a:cubicBezTo>
                    <a:pt x="92" y="80"/>
                    <a:pt x="90" y="79"/>
                    <a:pt x="89" y="79"/>
                  </a:cubicBezTo>
                  <a:cubicBezTo>
                    <a:pt x="88" y="79"/>
                    <a:pt x="85" y="79"/>
                    <a:pt x="84" y="80"/>
                  </a:cubicBezTo>
                  <a:cubicBezTo>
                    <a:pt x="84" y="81"/>
                    <a:pt x="85" y="85"/>
                    <a:pt x="87" y="86"/>
                  </a:cubicBezTo>
                  <a:cubicBezTo>
                    <a:pt x="88" y="87"/>
                    <a:pt x="91" y="87"/>
                    <a:pt x="93" y="88"/>
                  </a:cubicBezTo>
                  <a:cubicBezTo>
                    <a:pt x="94" y="89"/>
                    <a:pt x="97" y="92"/>
                    <a:pt x="97" y="94"/>
                  </a:cubicBezTo>
                  <a:cubicBezTo>
                    <a:pt x="97" y="95"/>
                    <a:pt x="95" y="98"/>
                    <a:pt x="96" y="99"/>
                  </a:cubicBezTo>
                  <a:cubicBezTo>
                    <a:pt x="96" y="101"/>
                    <a:pt x="99" y="104"/>
                    <a:pt x="100" y="105"/>
                  </a:cubicBezTo>
                  <a:cubicBezTo>
                    <a:pt x="102" y="107"/>
                    <a:pt x="108" y="109"/>
                    <a:pt x="110" y="110"/>
                  </a:cubicBezTo>
                  <a:cubicBezTo>
                    <a:pt x="114" y="111"/>
                    <a:pt x="123" y="113"/>
                    <a:pt x="126" y="115"/>
                  </a:cubicBezTo>
                  <a:cubicBezTo>
                    <a:pt x="128" y="117"/>
                    <a:pt x="130" y="121"/>
                    <a:pt x="131" y="123"/>
                  </a:cubicBezTo>
                  <a:cubicBezTo>
                    <a:pt x="132" y="125"/>
                    <a:pt x="131" y="129"/>
                    <a:pt x="133" y="130"/>
                  </a:cubicBezTo>
                  <a:cubicBezTo>
                    <a:pt x="134" y="131"/>
                    <a:pt x="137" y="130"/>
                    <a:pt x="138" y="130"/>
                  </a:cubicBezTo>
                  <a:cubicBezTo>
                    <a:pt x="139" y="129"/>
                    <a:pt x="140" y="126"/>
                    <a:pt x="141" y="126"/>
                  </a:cubicBezTo>
                  <a:cubicBezTo>
                    <a:pt x="143" y="126"/>
                    <a:pt x="144" y="132"/>
                    <a:pt x="146" y="133"/>
                  </a:cubicBezTo>
                  <a:cubicBezTo>
                    <a:pt x="151" y="139"/>
                    <a:pt x="161" y="150"/>
                    <a:pt x="167" y="155"/>
                  </a:cubicBezTo>
                  <a:cubicBezTo>
                    <a:pt x="172" y="159"/>
                    <a:pt x="183" y="165"/>
                    <a:pt x="188" y="169"/>
                  </a:cubicBezTo>
                  <a:cubicBezTo>
                    <a:pt x="191" y="172"/>
                    <a:pt x="197" y="177"/>
                    <a:pt x="200" y="179"/>
                  </a:cubicBezTo>
                  <a:cubicBezTo>
                    <a:pt x="202" y="181"/>
                    <a:pt x="205" y="185"/>
                    <a:pt x="206" y="187"/>
                  </a:cubicBezTo>
                  <a:cubicBezTo>
                    <a:pt x="207" y="188"/>
                    <a:pt x="207" y="192"/>
                    <a:pt x="209" y="193"/>
                  </a:cubicBezTo>
                  <a:cubicBezTo>
                    <a:pt x="210" y="193"/>
                    <a:pt x="213" y="193"/>
                    <a:pt x="214" y="193"/>
                  </a:cubicBezTo>
                  <a:cubicBezTo>
                    <a:pt x="216" y="194"/>
                    <a:pt x="218" y="193"/>
                    <a:pt x="219" y="194"/>
                  </a:cubicBezTo>
                  <a:cubicBezTo>
                    <a:pt x="221" y="195"/>
                    <a:pt x="222" y="199"/>
                    <a:pt x="224" y="200"/>
                  </a:cubicBezTo>
                  <a:cubicBezTo>
                    <a:pt x="226" y="202"/>
                    <a:pt x="230" y="204"/>
                    <a:pt x="233" y="205"/>
                  </a:cubicBezTo>
                  <a:cubicBezTo>
                    <a:pt x="235" y="206"/>
                    <a:pt x="240" y="205"/>
                    <a:pt x="242" y="205"/>
                  </a:cubicBezTo>
                  <a:cubicBezTo>
                    <a:pt x="244" y="205"/>
                    <a:pt x="247" y="205"/>
                    <a:pt x="249" y="206"/>
                  </a:cubicBezTo>
                  <a:cubicBezTo>
                    <a:pt x="251" y="207"/>
                    <a:pt x="254" y="211"/>
                    <a:pt x="255" y="213"/>
                  </a:cubicBezTo>
                  <a:cubicBezTo>
                    <a:pt x="256" y="215"/>
                    <a:pt x="257" y="218"/>
                    <a:pt x="256" y="220"/>
                  </a:cubicBezTo>
                  <a:cubicBezTo>
                    <a:pt x="255" y="221"/>
                    <a:pt x="252" y="222"/>
                    <a:pt x="250" y="222"/>
                  </a:cubicBezTo>
                  <a:cubicBezTo>
                    <a:pt x="248" y="221"/>
                    <a:pt x="245" y="218"/>
                    <a:pt x="243" y="218"/>
                  </a:cubicBezTo>
                  <a:cubicBezTo>
                    <a:pt x="240" y="216"/>
                    <a:pt x="234" y="215"/>
                    <a:pt x="231" y="214"/>
                  </a:cubicBezTo>
                  <a:cubicBezTo>
                    <a:pt x="228" y="214"/>
                    <a:pt x="221" y="214"/>
                    <a:pt x="217" y="214"/>
                  </a:cubicBezTo>
                  <a:cubicBezTo>
                    <a:pt x="215" y="214"/>
                    <a:pt x="210" y="215"/>
                    <a:pt x="207" y="216"/>
                  </a:cubicBezTo>
                  <a:cubicBezTo>
                    <a:pt x="205" y="217"/>
                    <a:pt x="200" y="219"/>
                    <a:pt x="198" y="222"/>
                  </a:cubicBezTo>
                  <a:cubicBezTo>
                    <a:pt x="197" y="223"/>
                    <a:pt x="195" y="227"/>
                    <a:pt x="195" y="228"/>
                  </a:cubicBezTo>
                  <a:cubicBezTo>
                    <a:pt x="195" y="231"/>
                    <a:pt x="195" y="235"/>
                    <a:pt x="196" y="238"/>
                  </a:cubicBezTo>
                  <a:cubicBezTo>
                    <a:pt x="197" y="240"/>
                    <a:pt x="200" y="243"/>
                    <a:pt x="202" y="245"/>
                  </a:cubicBezTo>
                  <a:cubicBezTo>
                    <a:pt x="203" y="246"/>
                    <a:pt x="205" y="250"/>
                    <a:pt x="206" y="252"/>
                  </a:cubicBezTo>
                  <a:cubicBezTo>
                    <a:pt x="207" y="254"/>
                    <a:pt x="207" y="260"/>
                    <a:pt x="207" y="263"/>
                  </a:cubicBezTo>
                  <a:cubicBezTo>
                    <a:pt x="207" y="266"/>
                    <a:pt x="206" y="270"/>
                    <a:pt x="206" y="272"/>
                  </a:cubicBezTo>
                  <a:cubicBezTo>
                    <a:pt x="207" y="274"/>
                    <a:pt x="212" y="278"/>
                    <a:pt x="213" y="280"/>
                  </a:cubicBezTo>
                  <a:cubicBezTo>
                    <a:pt x="215" y="283"/>
                    <a:pt x="219" y="288"/>
                    <a:pt x="220" y="291"/>
                  </a:cubicBezTo>
                  <a:cubicBezTo>
                    <a:pt x="221" y="294"/>
                    <a:pt x="221" y="299"/>
                    <a:pt x="222" y="302"/>
                  </a:cubicBezTo>
                  <a:cubicBezTo>
                    <a:pt x="223" y="304"/>
                    <a:pt x="224" y="309"/>
                    <a:pt x="226" y="311"/>
                  </a:cubicBezTo>
                  <a:cubicBezTo>
                    <a:pt x="228" y="313"/>
                    <a:pt x="233" y="314"/>
                    <a:pt x="236" y="315"/>
                  </a:cubicBezTo>
                  <a:cubicBezTo>
                    <a:pt x="238" y="316"/>
                    <a:pt x="242" y="319"/>
                    <a:pt x="244" y="320"/>
                  </a:cubicBezTo>
                  <a:cubicBezTo>
                    <a:pt x="246" y="321"/>
                    <a:pt x="251" y="322"/>
                    <a:pt x="253" y="322"/>
                  </a:cubicBezTo>
                  <a:cubicBezTo>
                    <a:pt x="255" y="323"/>
                    <a:pt x="259" y="324"/>
                    <a:pt x="261" y="325"/>
                  </a:cubicBezTo>
                  <a:cubicBezTo>
                    <a:pt x="264" y="327"/>
                    <a:pt x="268" y="334"/>
                    <a:pt x="270" y="336"/>
                  </a:cubicBezTo>
                  <a:cubicBezTo>
                    <a:pt x="271" y="337"/>
                    <a:pt x="273" y="340"/>
                    <a:pt x="274" y="341"/>
                  </a:cubicBezTo>
                  <a:cubicBezTo>
                    <a:pt x="276" y="341"/>
                    <a:pt x="279" y="342"/>
                    <a:pt x="280" y="341"/>
                  </a:cubicBezTo>
                  <a:cubicBezTo>
                    <a:pt x="281" y="340"/>
                    <a:pt x="281" y="338"/>
                    <a:pt x="281" y="336"/>
                  </a:cubicBezTo>
                  <a:cubicBezTo>
                    <a:pt x="281" y="335"/>
                    <a:pt x="279" y="332"/>
                    <a:pt x="280" y="330"/>
                  </a:cubicBezTo>
                  <a:cubicBezTo>
                    <a:pt x="281" y="329"/>
                    <a:pt x="283" y="329"/>
                    <a:pt x="284" y="329"/>
                  </a:cubicBezTo>
                  <a:cubicBezTo>
                    <a:pt x="286" y="329"/>
                    <a:pt x="289" y="331"/>
                    <a:pt x="291" y="332"/>
                  </a:cubicBezTo>
                  <a:cubicBezTo>
                    <a:pt x="293" y="334"/>
                    <a:pt x="297" y="341"/>
                    <a:pt x="298" y="341"/>
                  </a:cubicBezTo>
                  <a:cubicBezTo>
                    <a:pt x="299" y="341"/>
                    <a:pt x="304" y="348"/>
                    <a:pt x="305" y="35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8"/>
            <p:cNvSpPr>
              <a:spLocks/>
            </p:cNvSpPr>
            <p:nvPr/>
          </p:nvSpPr>
          <p:spPr bwMode="auto">
            <a:xfrm>
              <a:off x="7262813" y="2019301"/>
              <a:ext cx="28575" cy="80963"/>
            </a:xfrm>
            <a:custGeom>
              <a:avLst/>
              <a:gdLst/>
              <a:ahLst/>
              <a:cxnLst>
                <a:cxn ang="0">
                  <a:pos x="15" y="34"/>
                </a:cxn>
                <a:cxn ang="0">
                  <a:pos x="18" y="49"/>
                </a:cxn>
                <a:cxn ang="0">
                  <a:pos x="15" y="53"/>
                </a:cxn>
                <a:cxn ang="0">
                  <a:pos x="10" y="51"/>
                </a:cxn>
                <a:cxn ang="0">
                  <a:pos x="8" y="44"/>
                </a:cxn>
                <a:cxn ang="0">
                  <a:pos x="8" y="36"/>
                </a:cxn>
                <a:cxn ang="0">
                  <a:pos x="3" y="31"/>
                </a:cxn>
                <a:cxn ang="0">
                  <a:pos x="0" y="23"/>
                </a:cxn>
                <a:cxn ang="0">
                  <a:pos x="5" y="17"/>
                </a:cxn>
                <a:cxn ang="0">
                  <a:pos x="5" y="10"/>
                </a:cxn>
                <a:cxn ang="0">
                  <a:pos x="0" y="8"/>
                </a:cxn>
                <a:cxn ang="0">
                  <a:pos x="3" y="1"/>
                </a:cxn>
                <a:cxn ang="0">
                  <a:pos x="7" y="0"/>
                </a:cxn>
                <a:cxn ang="0">
                  <a:pos x="12" y="4"/>
                </a:cxn>
                <a:cxn ang="0">
                  <a:pos x="18" y="8"/>
                </a:cxn>
                <a:cxn ang="0">
                  <a:pos x="17" y="17"/>
                </a:cxn>
                <a:cxn ang="0">
                  <a:pos x="15" y="34"/>
                </a:cxn>
              </a:cxnLst>
              <a:rect l="0" t="0" r="r" b="b"/>
              <a:pathLst>
                <a:path w="19" h="53">
                  <a:moveTo>
                    <a:pt x="15" y="34"/>
                  </a:moveTo>
                  <a:cubicBezTo>
                    <a:pt x="15" y="38"/>
                    <a:pt x="19" y="45"/>
                    <a:pt x="18" y="49"/>
                  </a:cubicBezTo>
                  <a:cubicBezTo>
                    <a:pt x="18" y="50"/>
                    <a:pt x="16" y="52"/>
                    <a:pt x="15" y="53"/>
                  </a:cubicBezTo>
                  <a:cubicBezTo>
                    <a:pt x="14" y="53"/>
                    <a:pt x="11" y="52"/>
                    <a:pt x="10" y="51"/>
                  </a:cubicBezTo>
                  <a:cubicBezTo>
                    <a:pt x="9" y="49"/>
                    <a:pt x="8" y="46"/>
                    <a:pt x="8" y="44"/>
                  </a:cubicBezTo>
                  <a:cubicBezTo>
                    <a:pt x="7" y="42"/>
                    <a:pt x="9" y="38"/>
                    <a:pt x="8" y="36"/>
                  </a:cubicBezTo>
                  <a:cubicBezTo>
                    <a:pt x="8" y="35"/>
                    <a:pt x="4" y="33"/>
                    <a:pt x="3" y="31"/>
                  </a:cubicBezTo>
                  <a:cubicBezTo>
                    <a:pt x="2" y="30"/>
                    <a:pt x="0" y="25"/>
                    <a:pt x="0" y="23"/>
                  </a:cubicBezTo>
                  <a:cubicBezTo>
                    <a:pt x="0" y="21"/>
                    <a:pt x="4" y="19"/>
                    <a:pt x="5" y="17"/>
                  </a:cubicBezTo>
                  <a:cubicBezTo>
                    <a:pt x="5" y="15"/>
                    <a:pt x="6" y="12"/>
                    <a:pt x="5" y="10"/>
                  </a:cubicBezTo>
                  <a:cubicBezTo>
                    <a:pt x="4" y="9"/>
                    <a:pt x="1" y="9"/>
                    <a:pt x="0" y="8"/>
                  </a:cubicBezTo>
                  <a:cubicBezTo>
                    <a:pt x="0" y="6"/>
                    <a:pt x="2" y="2"/>
                    <a:pt x="3" y="1"/>
                  </a:cubicBezTo>
                  <a:cubicBezTo>
                    <a:pt x="4" y="0"/>
                    <a:pt x="6" y="0"/>
                    <a:pt x="7" y="0"/>
                  </a:cubicBezTo>
                  <a:cubicBezTo>
                    <a:pt x="8" y="1"/>
                    <a:pt x="10" y="3"/>
                    <a:pt x="12" y="4"/>
                  </a:cubicBezTo>
                  <a:cubicBezTo>
                    <a:pt x="13" y="5"/>
                    <a:pt x="17" y="7"/>
                    <a:pt x="18" y="8"/>
                  </a:cubicBezTo>
                  <a:cubicBezTo>
                    <a:pt x="19" y="10"/>
                    <a:pt x="17" y="15"/>
                    <a:pt x="17" y="17"/>
                  </a:cubicBezTo>
                  <a:cubicBezTo>
                    <a:pt x="16" y="22"/>
                    <a:pt x="15" y="30"/>
                    <a:pt x="15" y="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9"/>
            <p:cNvSpPr>
              <a:spLocks/>
            </p:cNvSpPr>
            <p:nvPr/>
          </p:nvSpPr>
          <p:spPr bwMode="auto">
            <a:xfrm>
              <a:off x="6648450" y="903288"/>
              <a:ext cx="25400" cy="22225"/>
            </a:xfrm>
            <a:custGeom>
              <a:avLst/>
              <a:gdLst/>
              <a:ahLst/>
              <a:cxnLst>
                <a:cxn ang="0">
                  <a:pos x="15" y="1"/>
                </a:cxn>
                <a:cxn ang="0">
                  <a:pos x="15" y="7"/>
                </a:cxn>
                <a:cxn ang="0">
                  <a:pos x="12" y="8"/>
                </a:cxn>
                <a:cxn ang="0">
                  <a:pos x="8" y="13"/>
                </a:cxn>
                <a:cxn ang="0">
                  <a:pos x="1" y="12"/>
                </a:cxn>
                <a:cxn ang="0">
                  <a:pos x="0" y="7"/>
                </a:cxn>
                <a:cxn ang="0">
                  <a:pos x="4" y="5"/>
                </a:cxn>
                <a:cxn ang="0">
                  <a:pos x="8" y="2"/>
                </a:cxn>
                <a:cxn ang="0">
                  <a:pos x="11" y="1"/>
                </a:cxn>
                <a:cxn ang="0">
                  <a:pos x="15" y="1"/>
                </a:cxn>
              </a:cxnLst>
              <a:rect l="0" t="0" r="r" b="b"/>
              <a:pathLst>
                <a:path w="16" h="14">
                  <a:moveTo>
                    <a:pt x="15" y="1"/>
                  </a:moveTo>
                  <a:cubicBezTo>
                    <a:pt x="16" y="2"/>
                    <a:pt x="16" y="5"/>
                    <a:pt x="15" y="7"/>
                  </a:cubicBezTo>
                  <a:cubicBezTo>
                    <a:pt x="14" y="7"/>
                    <a:pt x="12" y="8"/>
                    <a:pt x="12" y="8"/>
                  </a:cubicBezTo>
                  <a:cubicBezTo>
                    <a:pt x="11" y="9"/>
                    <a:pt x="10" y="12"/>
                    <a:pt x="8" y="13"/>
                  </a:cubicBezTo>
                  <a:cubicBezTo>
                    <a:pt x="6" y="14"/>
                    <a:pt x="2" y="13"/>
                    <a:pt x="1" y="12"/>
                  </a:cubicBezTo>
                  <a:cubicBezTo>
                    <a:pt x="0" y="11"/>
                    <a:pt x="0" y="8"/>
                    <a:pt x="0" y="7"/>
                  </a:cubicBezTo>
                  <a:cubicBezTo>
                    <a:pt x="1" y="7"/>
                    <a:pt x="3" y="6"/>
                    <a:pt x="4" y="5"/>
                  </a:cubicBezTo>
                  <a:cubicBezTo>
                    <a:pt x="5" y="5"/>
                    <a:pt x="7" y="3"/>
                    <a:pt x="8" y="2"/>
                  </a:cubicBezTo>
                  <a:cubicBezTo>
                    <a:pt x="9" y="2"/>
                    <a:pt x="10" y="1"/>
                    <a:pt x="11" y="1"/>
                  </a:cubicBezTo>
                  <a:cubicBezTo>
                    <a:pt x="12" y="1"/>
                    <a:pt x="14" y="0"/>
                    <a:pt x="1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20"/>
            <p:cNvSpPr>
              <a:spLocks/>
            </p:cNvSpPr>
            <p:nvPr/>
          </p:nvSpPr>
          <p:spPr bwMode="auto">
            <a:xfrm>
              <a:off x="6594475" y="958851"/>
              <a:ext cx="61913" cy="123825"/>
            </a:xfrm>
            <a:custGeom>
              <a:avLst/>
              <a:gdLst/>
              <a:ahLst/>
              <a:cxnLst>
                <a:cxn ang="0">
                  <a:pos x="40" y="12"/>
                </a:cxn>
                <a:cxn ang="0">
                  <a:pos x="41" y="26"/>
                </a:cxn>
                <a:cxn ang="0">
                  <a:pos x="40" y="35"/>
                </a:cxn>
                <a:cxn ang="0">
                  <a:pos x="37" y="44"/>
                </a:cxn>
                <a:cxn ang="0">
                  <a:pos x="37" y="56"/>
                </a:cxn>
                <a:cxn ang="0">
                  <a:pos x="32" y="62"/>
                </a:cxn>
                <a:cxn ang="0">
                  <a:pos x="32" y="75"/>
                </a:cxn>
                <a:cxn ang="0">
                  <a:pos x="27" y="80"/>
                </a:cxn>
                <a:cxn ang="0">
                  <a:pos x="21" y="78"/>
                </a:cxn>
                <a:cxn ang="0">
                  <a:pos x="17" y="72"/>
                </a:cxn>
                <a:cxn ang="0">
                  <a:pos x="14" y="61"/>
                </a:cxn>
                <a:cxn ang="0">
                  <a:pos x="6" y="52"/>
                </a:cxn>
                <a:cxn ang="0">
                  <a:pos x="0" y="41"/>
                </a:cxn>
                <a:cxn ang="0">
                  <a:pos x="1" y="35"/>
                </a:cxn>
                <a:cxn ang="0">
                  <a:pos x="4" y="30"/>
                </a:cxn>
                <a:cxn ang="0">
                  <a:pos x="5" y="25"/>
                </a:cxn>
                <a:cxn ang="0">
                  <a:pos x="1" y="22"/>
                </a:cxn>
                <a:cxn ang="0">
                  <a:pos x="2" y="16"/>
                </a:cxn>
                <a:cxn ang="0">
                  <a:pos x="7" y="13"/>
                </a:cxn>
                <a:cxn ang="0">
                  <a:pos x="14" y="9"/>
                </a:cxn>
                <a:cxn ang="0">
                  <a:pos x="17" y="9"/>
                </a:cxn>
                <a:cxn ang="0">
                  <a:pos x="23" y="9"/>
                </a:cxn>
                <a:cxn ang="0">
                  <a:pos x="26" y="4"/>
                </a:cxn>
                <a:cxn ang="0">
                  <a:pos x="31" y="1"/>
                </a:cxn>
                <a:cxn ang="0">
                  <a:pos x="37" y="1"/>
                </a:cxn>
                <a:cxn ang="0">
                  <a:pos x="40" y="12"/>
                </a:cxn>
              </a:cxnLst>
              <a:rect l="0" t="0" r="r" b="b"/>
              <a:pathLst>
                <a:path w="41" h="81">
                  <a:moveTo>
                    <a:pt x="40" y="12"/>
                  </a:moveTo>
                  <a:cubicBezTo>
                    <a:pt x="41" y="15"/>
                    <a:pt x="41" y="23"/>
                    <a:pt x="41" y="26"/>
                  </a:cubicBezTo>
                  <a:cubicBezTo>
                    <a:pt x="41" y="28"/>
                    <a:pt x="41" y="33"/>
                    <a:pt x="40" y="35"/>
                  </a:cubicBezTo>
                  <a:cubicBezTo>
                    <a:pt x="40" y="38"/>
                    <a:pt x="37" y="42"/>
                    <a:pt x="37" y="44"/>
                  </a:cubicBezTo>
                  <a:cubicBezTo>
                    <a:pt x="36" y="47"/>
                    <a:pt x="37" y="53"/>
                    <a:pt x="37" y="56"/>
                  </a:cubicBezTo>
                  <a:cubicBezTo>
                    <a:pt x="36" y="58"/>
                    <a:pt x="32" y="60"/>
                    <a:pt x="32" y="62"/>
                  </a:cubicBezTo>
                  <a:cubicBezTo>
                    <a:pt x="31" y="65"/>
                    <a:pt x="32" y="74"/>
                    <a:pt x="32" y="75"/>
                  </a:cubicBezTo>
                  <a:cubicBezTo>
                    <a:pt x="32" y="75"/>
                    <a:pt x="29" y="80"/>
                    <a:pt x="27" y="80"/>
                  </a:cubicBezTo>
                  <a:cubicBezTo>
                    <a:pt x="25" y="81"/>
                    <a:pt x="22" y="79"/>
                    <a:pt x="21" y="78"/>
                  </a:cubicBezTo>
                  <a:cubicBezTo>
                    <a:pt x="19" y="77"/>
                    <a:pt x="18" y="73"/>
                    <a:pt x="17" y="72"/>
                  </a:cubicBezTo>
                  <a:cubicBezTo>
                    <a:pt x="16" y="69"/>
                    <a:pt x="16" y="63"/>
                    <a:pt x="14" y="61"/>
                  </a:cubicBezTo>
                  <a:cubicBezTo>
                    <a:pt x="13" y="58"/>
                    <a:pt x="8" y="55"/>
                    <a:pt x="6" y="52"/>
                  </a:cubicBezTo>
                  <a:cubicBezTo>
                    <a:pt x="5" y="50"/>
                    <a:pt x="1" y="44"/>
                    <a:pt x="0" y="41"/>
                  </a:cubicBezTo>
                  <a:cubicBezTo>
                    <a:pt x="0" y="40"/>
                    <a:pt x="1" y="37"/>
                    <a:pt x="1" y="35"/>
                  </a:cubicBezTo>
                  <a:cubicBezTo>
                    <a:pt x="2" y="34"/>
                    <a:pt x="3" y="32"/>
                    <a:pt x="4" y="30"/>
                  </a:cubicBezTo>
                  <a:cubicBezTo>
                    <a:pt x="4" y="29"/>
                    <a:pt x="5" y="26"/>
                    <a:pt x="5" y="25"/>
                  </a:cubicBezTo>
                  <a:cubicBezTo>
                    <a:pt x="5" y="24"/>
                    <a:pt x="2" y="23"/>
                    <a:pt x="1" y="22"/>
                  </a:cubicBezTo>
                  <a:cubicBezTo>
                    <a:pt x="1" y="21"/>
                    <a:pt x="2" y="17"/>
                    <a:pt x="2" y="16"/>
                  </a:cubicBezTo>
                  <a:cubicBezTo>
                    <a:pt x="3" y="15"/>
                    <a:pt x="6" y="14"/>
                    <a:pt x="7" y="13"/>
                  </a:cubicBezTo>
                  <a:cubicBezTo>
                    <a:pt x="9" y="12"/>
                    <a:pt x="12" y="9"/>
                    <a:pt x="14" y="9"/>
                  </a:cubicBezTo>
                  <a:cubicBezTo>
                    <a:pt x="15" y="8"/>
                    <a:pt x="16" y="9"/>
                    <a:pt x="17" y="9"/>
                  </a:cubicBezTo>
                  <a:cubicBezTo>
                    <a:pt x="19" y="10"/>
                    <a:pt x="22" y="10"/>
                    <a:pt x="23" y="9"/>
                  </a:cubicBezTo>
                  <a:cubicBezTo>
                    <a:pt x="25" y="9"/>
                    <a:pt x="25" y="5"/>
                    <a:pt x="26" y="4"/>
                  </a:cubicBezTo>
                  <a:cubicBezTo>
                    <a:pt x="27" y="3"/>
                    <a:pt x="30" y="1"/>
                    <a:pt x="31" y="1"/>
                  </a:cubicBezTo>
                  <a:cubicBezTo>
                    <a:pt x="33" y="0"/>
                    <a:pt x="36" y="0"/>
                    <a:pt x="37" y="1"/>
                  </a:cubicBezTo>
                  <a:cubicBezTo>
                    <a:pt x="39" y="3"/>
                    <a:pt x="40" y="9"/>
                    <a:pt x="40"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21"/>
            <p:cNvSpPr>
              <a:spLocks/>
            </p:cNvSpPr>
            <p:nvPr/>
          </p:nvSpPr>
          <p:spPr bwMode="auto">
            <a:xfrm>
              <a:off x="6602413" y="3121026"/>
              <a:ext cx="39688" cy="49213"/>
            </a:xfrm>
            <a:custGeom>
              <a:avLst/>
              <a:gdLst/>
              <a:ahLst/>
              <a:cxnLst>
                <a:cxn ang="0">
                  <a:pos x="25" y="3"/>
                </a:cxn>
                <a:cxn ang="0">
                  <a:pos x="25" y="7"/>
                </a:cxn>
                <a:cxn ang="0">
                  <a:pos x="19" y="10"/>
                </a:cxn>
                <a:cxn ang="0">
                  <a:pos x="18" y="15"/>
                </a:cxn>
                <a:cxn ang="0">
                  <a:pos x="23" y="19"/>
                </a:cxn>
                <a:cxn ang="0">
                  <a:pos x="24" y="25"/>
                </a:cxn>
                <a:cxn ang="0">
                  <a:pos x="22" y="31"/>
                </a:cxn>
                <a:cxn ang="0">
                  <a:pos x="16" y="32"/>
                </a:cxn>
                <a:cxn ang="0">
                  <a:pos x="12" y="29"/>
                </a:cxn>
                <a:cxn ang="0">
                  <a:pos x="11" y="24"/>
                </a:cxn>
                <a:cxn ang="0">
                  <a:pos x="9" y="24"/>
                </a:cxn>
                <a:cxn ang="0">
                  <a:pos x="6" y="24"/>
                </a:cxn>
                <a:cxn ang="0">
                  <a:pos x="5" y="28"/>
                </a:cxn>
                <a:cxn ang="0">
                  <a:pos x="1" y="27"/>
                </a:cxn>
                <a:cxn ang="0">
                  <a:pos x="0" y="21"/>
                </a:cxn>
                <a:cxn ang="0">
                  <a:pos x="2" y="17"/>
                </a:cxn>
                <a:cxn ang="0">
                  <a:pos x="1" y="8"/>
                </a:cxn>
                <a:cxn ang="0">
                  <a:pos x="4" y="3"/>
                </a:cxn>
                <a:cxn ang="0">
                  <a:pos x="8" y="3"/>
                </a:cxn>
                <a:cxn ang="0">
                  <a:pos x="10" y="6"/>
                </a:cxn>
                <a:cxn ang="0">
                  <a:pos x="14" y="5"/>
                </a:cxn>
                <a:cxn ang="0">
                  <a:pos x="16" y="2"/>
                </a:cxn>
                <a:cxn ang="0">
                  <a:pos x="23" y="0"/>
                </a:cxn>
                <a:cxn ang="0">
                  <a:pos x="25" y="3"/>
                </a:cxn>
              </a:cxnLst>
              <a:rect l="0" t="0" r="r" b="b"/>
              <a:pathLst>
                <a:path w="26" h="32">
                  <a:moveTo>
                    <a:pt x="25" y="3"/>
                  </a:moveTo>
                  <a:cubicBezTo>
                    <a:pt x="26" y="4"/>
                    <a:pt x="25" y="6"/>
                    <a:pt x="25" y="7"/>
                  </a:cubicBezTo>
                  <a:cubicBezTo>
                    <a:pt x="24" y="8"/>
                    <a:pt x="20" y="8"/>
                    <a:pt x="19" y="10"/>
                  </a:cubicBezTo>
                  <a:cubicBezTo>
                    <a:pt x="19" y="11"/>
                    <a:pt x="18" y="13"/>
                    <a:pt x="18" y="15"/>
                  </a:cubicBezTo>
                  <a:cubicBezTo>
                    <a:pt x="19" y="16"/>
                    <a:pt x="22" y="18"/>
                    <a:pt x="23" y="19"/>
                  </a:cubicBezTo>
                  <a:cubicBezTo>
                    <a:pt x="23" y="21"/>
                    <a:pt x="24" y="24"/>
                    <a:pt x="24" y="25"/>
                  </a:cubicBezTo>
                  <a:cubicBezTo>
                    <a:pt x="23" y="27"/>
                    <a:pt x="23" y="31"/>
                    <a:pt x="22" y="31"/>
                  </a:cubicBezTo>
                  <a:cubicBezTo>
                    <a:pt x="21" y="32"/>
                    <a:pt x="18" y="32"/>
                    <a:pt x="16" y="32"/>
                  </a:cubicBezTo>
                  <a:cubicBezTo>
                    <a:pt x="15" y="31"/>
                    <a:pt x="13" y="30"/>
                    <a:pt x="12" y="29"/>
                  </a:cubicBezTo>
                  <a:cubicBezTo>
                    <a:pt x="11" y="28"/>
                    <a:pt x="12" y="25"/>
                    <a:pt x="11" y="24"/>
                  </a:cubicBezTo>
                  <a:cubicBezTo>
                    <a:pt x="11" y="24"/>
                    <a:pt x="10" y="24"/>
                    <a:pt x="9" y="24"/>
                  </a:cubicBezTo>
                  <a:cubicBezTo>
                    <a:pt x="8" y="23"/>
                    <a:pt x="7" y="24"/>
                    <a:pt x="6" y="24"/>
                  </a:cubicBezTo>
                  <a:cubicBezTo>
                    <a:pt x="6" y="25"/>
                    <a:pt x="6" y="28"/>
                    <a:pt x="5" y="28"/>
                  </a:cubicBezTo>
                  <a:cubicBezTo>
                    <a:pt x="4" y="29"/>
                    <a:pt x="1" y="28"/>
                    <a:pt x="1" y="27"/>
                  </a:cubicBezTo>
                  <a:cubicBezTo>
                    <a:pt x="0" y="26"/>
                    <a:pt x="0" y="23"/>
                    <a:pt x="0" y="21"/>
                  </a:cubicBezTo>
                  <a:cubicBezTo>
                    <a:pt x="0" y="20"/>
                    <a:pt x="2" y="18"/>
                    <a:pt x="2" y="17"/>
                  </a:cubicBezTo>
                  <a:cubicBezTo>
                    <a:pt x="2" y="15"/>
                    <a:pt x="1" y="11"/>
                    <a:pt x="1" y="8"/>
                  </a:cubicBezTo>
                  <a:cubicBezTo>
                    <a:pt x="1" y="7"/>
                    <a:pt x="3" y="3"/>
                    <a:pt x="4" y="3"/>
                  </a:cubicBezTo>
                  <a:cubicBezTo>
                    <a:pt x="5" y="2"/>
                    <a:pt x="7" y="3"/>
                    <a:pt x="8" y="3"/>
                  </a:cubicBezTo>
                  <a:cubicBezTo>
                    <a:pt x="8" y="4"/>
                    <a:pt x="9" y="6"/>
                    <a:pt x="10" y="6"/>
                  </a:cubicBezTo>
                  <a:cubicBezTo>
                    <a:pt x="11" y="7"/>
                    <a:pt x="14" y="6"/>
                    <a:pt x="14" y="5"/>
                  </a:cubicBezTo>
                  <a:cubicBezTo>
                    <a:pt x="15" y="5"/>
                    <a:pt x="15" y="3"/>
                    <a:pt x="16" y="2"/>
                  </a:cubicBezTo>
                  <a:cubicBezTo>
                    <a:pt x="18" y="1"/>
                    <a:pt x="21" y="0"/>
                    <a:pt x="23" y="0"/>
                  </a:cubicBezTo>
                  <a:cubicBezTo>
                    <a:pt x="24" y="1"/>
                    <a:pt x="25" y="2"/>
                    <a:pt x="25"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22"/>
            <p:cNvSpPr>
              <a:spLocks/>
            </p:cNvSpPr>
            <p:nvPr/>
          </p:nvSpPr>
          <p:spPr bwMode="auto">
            <a:xfrm>
              <a:off x="6554788" y="1355726"/>
              <a:ext cx="52388" cy="38100"/>
            </a:xfrm>
            <a:custGeom>
              <a:avLst/>
              <a:gdLst/>
              <a:ahLst/>
              <a:cxnLst>
                <a:cxn ang="0">
                  <a:pos x="35" y="15"/>
                </a:cxn>
                <a:cxn ang="0">
                  <a:pos x="34" y="21"/>
                </a:cxn>
                <a:cxn ang="0">
                  <a:pos x="26" y="24"/>
                </a:cxn>
                <a:cxn ang="0">
                  <a:pos x="17" y="23"/>
                </a:cxn>
                <a:cxn ang="0">
                  <a:pos x="7" y="24"/>
                </a:cxn>
                <a:cxn ang="0">
                  <a:pos x="0" y="18"/>
                </a:cxn>
                <a:cxn ang="0">
                  <a:pos x="2" y="14"/>
                </a:cxn>
                <a:cxn ang="0">
                  <a:pos x="8" y="14"/>
                </a:cxn>
                <a:cxn ang="0">
                  <a:pos x="14" y="10"/>
                </a:cxn>
                <a:cxn ang="0">
                  <a:pos x="17" y="3"/>
                </a:cxn>
                <a:cxn ang="0">
                  <a:pos x="22" y="0"/>
                </a:cxn>
                <a:cxn ang="0">
                  <a:pos x="27" y="1"/>
                </a:cxn>
                <a:cxn ang="0">
                  <a:pos x="30" y="6"/>
                </a:cxn>
                <a:cxn ang="0">
                  <a:pos x="34" y="11"/>
                </a:cxn>
                <a:cxn ang="0">
                  <a:pos x="35" y="15"/>
                </a:cxn>
              </a:cxnLst>
              <a:rect l="0" t="0" r="r" b="b"/>
              <a:pathLst>
                <a:path w="35" h="25">
                  <a:moveTo>
                    <a:pt x="35" y="15"/>
                  </a:moveTo>
                  <a:cubicBezTo>
                    <a:pt x="35" y="17"/>
                    <a:pt x="35" y="20"/>
                    <a:pt x="34" y="21"/>
                  </a:cubicBezTo>
                  <a:cubicBezTo>
                    <a:pt x="32" y="22"/>
                    <a:pt x="28" y="23"/>
                    <a:pt x="26" y="24"/>
                  </a:cubicBezTo>
                  <a:cubicBezTo>
                    <a:pt x="24" y="24"/>
                    <a:pt x="19" y="23"/>
                    <a:pt x="17" y="23"/>
                  </a:cubicBezTo>
                  <a:cubicBezTo>
                    <a:pt x="15" y="24"/>
                    <a:pt x="10" y="25"/>
                    <a:pt x="7" y="24"/>
                  </a:cubicBezTo>
                  <a:cubicBezTo>
                    <a:pt x="5" y="23"/>
                    <a:pt x="0" y="20"/>
                    <a:pt x="0" y="18"/>
                  </a:cubicBezTo>
                  <a:cubicBezTo>
                    <a:pt x="0" y="17"/>
                    <a:pt x="1" y="15"/>
                    <a:pt x="2" y="14"/>
                  </a:cubicBezTo>
                  <a:cubicBezTo>
                    <a:pt x="3" y="14"/>
                    <a:pt x="6" y="15"/>
                    <a:pt x="8" y="14"/>
                  </a:cubicBezTo>
                  <a:cubicBezTo>
                    <a:pt x="9" y="14"/>
                    <a:pt x="12" y="11"/>
                    <a:pt x="14" y="10"/>
                  </a:cubicBezTo>
                  <a:cubicBezTo>
                    <a:pt x="15" y="9"/>
                    <a:pt x="16" y="5"/>
                    <a:pt x="17" y="3"/>
                  </a:cubicBezTo>
                  <a:cubicBezTo>
                    <a:pt x="18" y="2"/>
                    <a:pt x="21" y="1"/>
                    <a:pt x="22" y="0"/>
                  </a:cubicBezTo>
                  <a:cubicBezTo>
                    <a:pt x="24" y="0"/>
                    <a:pt x="26" y="0"/>
                    <a:pt x="27" y="1"/>
                  </a:cubicBezTo>
                  <a:cubicBezTo>
                    <a:pt x="28" y="2"/>
                    <a:pt x="29" y="5"/>
                    <a:pt x="30" y="6"/>
                  </a:cubicBezTo>
                  <a:cubicBezTo>
                    <a:pt x="31" y="7"/>
                    <a:pt x="33" y="10"/>
                    <a:pt x="34" y="11"/>
                  </a:cubicBezTo>
                  <a:cubicBezTo>
                    <a:pt x="35" y="12"/>
                    <a:pt x="35" y="14"/>
                    <a:pt x="35"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23"/>
            <p:cNvSpPr>
              <a:spLocks/>
            </p:cNvSpPr>
            <p:nvPr/>
          </p:nvSpPr>
          <p:spPr bwMode="auto">
            <a:xfrm>
              <a:off x="6570663" y="3146426"/>
              <a:ext cx="26988" cy="31750"/>
            </a:xfrm>
            <a:custGeom>
              <a:avLst/>
              <a:gdLst/>
              <a:ahLst/>
              <a:cxnLst>
                <a:cxn ang="0">
                  <a:pos x="17" y="2"/>
                </a:cxn>
                <a:cxn ang="0">
                  <a:pos x="17" y="7"/>
                </a:cxn>
                <a:cxn ang="0">
                  <a:pos x="16" y="12"/>
                </a:cxn>
                <a:cxn ang="0">
                  <a:pos x="10" y="12"/>
                </a:cxn>
                <a:cxn ang="0">
                  <a:pos x="8" y="14"/>
                </a:cxn>
                <a:cxn ang="0">
                  <a:pos x="7" y="20"/>
                </a:cxn>
                <a:cxn ang="0">
                  <a:pos x="3" y="21"/>
                </a:cxn>
                <a:cxn ang="0">
                  <a:pos x="1" y="15"/>
                </a:cxn>
                <a:cxn ang="0">
                  <a:pos x="4" y="8"/>
                </a:cxn>
                <a:cxn ang="0">
                  <a:pos x="6" y="2"/>
                </a:cxn>
                <a:cxn ang="0">
                  <a:pos x="11" y="0"/>
                </a:cxn>
                <a:cxn ang="0">
                  <a:pos x="17" y="2"/>
                </a:cxn>
              </a:cxnLst>
              <a:rect l="0" t="0" r="r" b="b"/>
              <a:pathLst>
                <a:path w="18" h="21">
                  <a:moveTo>
                    <a:pt x="17" y="2"/>
                  </a:moveTo>
                  <a:cubicBezTo>
                    <a:pt x="18" y="3"/>
                    <a:pt x="17" y="6"/>
                    <a:pt x="17" y="7"/>
                  </a:cubicBezTo>
                  <a:cubicBezTo>
                    <a:pt x="17" y="8"/>
                    <a:pt x="17" y="11"/>
                    <a:pt x="16" y="12"/>
                  </a:cubicBezTo>
                  <a:cubicBezTo>
                    <a:pt x="15" y="12"/>
                    <a:pt x="12" y="12"/>
                    <a:pt x="10" y="12"/>
                  </a:cubicBezTo>
                  <a:cubicBezTo>
                    <a:pt x="10" y="12"/>
                    <a:pt x="9" y="13"/>
                    <a:pt x="8" y="14"/>
                  </a:cubicBezTo>
                  <a:cubicBezTo>
                    <a:pt x="7" y="15"/>
                    <a:pt x="8" y="19"/>
                    <a:pt x="7" y="20"/>
                  </a:cubicBezTo>
                  <a:cubicBezTo>
                    <a:pt x="6" y="20"/>
                    <a:pt x="4" y="21"/>
                    <a:pt x="3" y="21"/>
                  </a:cubicBezTo>
                  <a:cubicBezTo>
                    <a:pt x="2" y="20"/>
                    <a:pt x="0" y="17"/>
                    <a:pt x="1" y="15"/>
                  </a:cubicBezTo>
                  <a:cubicBezTo>
                    <a:pt x="1" y="13"/>
                    <a:pt x="3" y="10"/>
                    <a:pt x="4" y="8"/>
                  </a:cubicBezTo>
                  <a:cubicBezTo>
                    <a:pt x="5" y="7"/>
                    <a:pt x="5" y="3"/>
                    <a:pt x="6" y="2"/>
                  </a:cubicBezTo>
                  <a:cubicBezTo>
                    <a:pt x="7" y="1"/>
                    <a:pt x="10" y="0"/>
                    <a:pt x="11" y="0"/>
                  </a:cubicBezTo>
                  <a:cubicBezTo>
                    <a:pt x="13" y="0"/>
                    <a:pt x="16" y="1"/>
                    <a:pt x="17"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24"/>
            <p:cNvSpPr>
              <a:spLocks/>
            </p:cNvSpPr>
            <p:nvPr/>
          </p:nvSpPr>
          <p:spPr bwMode="auto">
            <a:xfrm>
              <a:off x="5827713" y="1462088"/>
              <a:ext cx="114300" cy="65088"/>
            </a:xfrm>
            <a:custGeom>
              <a:avLst/>
              <a:gdLst/>
              <a:ahLst/>
              <a:cxnLst>
                <a:cxn ang="0">
                  <a:pos x="73" y="2"/>
                </a:cxn>
                <a:cxn ang="0">
                  <a:pos x="73" y="13"/>
                </a:cxn>
                <a:cxn ang="0">
                  <a:pos x="67" y="24"/>
                </a:cxn>
                <a:cxn ang="0">
                  <a:pos x="58" y="32"/>
                </a:cxn>
                <a:cxn ang="0">
                  <a:pos x="54" y="38"/>
                </a:cxn>
                <a:cxn ang="0">
                  <a:pos x="49" y="41"/>
                </a:cxn>
                <a:cxn ang="0">
                  <a:pos x="42" y="36"/>
                </a:cxn>
                <a:cxn ang="0">
                  <a:pos x="34" y="38"/>
                </a:cxn>
                <a:cxn ang="0">
                  <a:pos x="27" y="42"/>
                </a:cxn>
                <a:cxn ang="0">
                  <a:pos x="11" y="41"/>
                </a:cxn>
                <a:cxn ang="0">
                  <a:pos x="4" y="33"/>
                </a:cxn>
                <a:cxn ang="0">
                  <a:pos x="1" y="26"/>
                </a:cxn>
                <a:cxn ang="0">
                  <a:pos x="8" y="25"/>
                </a:cxn>
                <a:cxn ang="0">
                  <a:pos x="12" y="29"/>
                </a:cxn>
                <a:cxn ang="0">
                  <a:pos x="15" y="23"/>
                </a:cxn>
                <a:cxn ang="0">
                  <a:pos x="18" y="15"/>
                </a:cxn>
                <a:cxn ang="0">
                  <a:pos x="27" y="12"/>
                </a:cxn>
                <a:cxn ang="0">
                  <a:pos x="35" y="16"/>
                </a:cxn>
                <a:cxn ang="0">
                  <a:pos x="42" y="15"/>
                </a:cxn>
                <a:cxn ang="0">
                  <a:pos x="49" y="7"/>
                </a:cxn>
                <a:cxn ang="0">
                  <a:pos x="56" y="6"/>
                </a:cxn>
                <a:cxn ang="0">
                  <a:pos x="65" y="7"/>
                </a:cxn>
                <a:cxn ang="0">
                  <a:pos x="66" y="1"/>
                </a:cxn>
                <a:cxn ang="0">
                  <a:pos x="73" y="2"/>
                </a:cxn>
              </a:cxnLst>
              <a:rect l="0" t="0" r="r" b="b"/>
              <a:pathLst>
                <a:path w="75" h="43">
                  <a:moveTo>
                    <a:pt x="73" y="2"/>
                  </a:moveTo>
                  <a:cubicBezTo>
                    <a:pt x="75" y="4"/>
                    <a:pt x="74" y="10"/>
                    <a:pt x="73" y="13"/>
                  </a:cubicBezTo>
                  <a:cubicBezTo>
                    <a:pt x="72" y="16"/>
                    <a:pt x="69" y="22"/>
                    <a:pt x="67" y="24"/>
                  </a:cubicBezTo>
                  <a:cubicBezTo>
                    <a:pt x="66" y="27"/>
                    <a:pt x="60" y="30"/>
                    <a:pt x="58" y="32"/>
                  </a:cubicBezTo>
                  <a:cubicBezTo>
                    <a:pt x="57" y="34"/>
                    <a:pt x="56" y="37"/>
                    <a:pt x="54" y="38"/>
                  </a:cubicBezTo>
                  <a:cubicBezTo>
                    <a:pt x="53" y="39"/>
                    <a:pt x="50" y="41"/>
                    <a:pt x="49" y="41"/>
                  </a:cubicBezTo>
                  <a:cubicBezTo>
                    <a:pt x="47" y="41"/>
                    <a:pt x="44" y="37"/>
                    <a:pt x="42" y="36"/>
                  </a:cubicBezTo>
                  <a:cubicBezTo>
                    <a:pt x="40" y="36"/>
                    <a:pt x="36" y="37"/>
                    <a:pt x="34" y="38"/>
                  </a:cubicBezTo>
                  <a:cubicBezTo>
                    <a:pt x="32" y="38"/>
                    <a:pt x="29" y="41"/>
                    <a:pt x="27" y="42"/>
                  </a:cubicBezTo>
                  <a:cubicBezTo>
                    <a:pt x="23" y="42"/>
                    <a:pt x="14" y="43"/>
                    <a:pt x="11" y="41"/>
                  </a:cubicBezTo>
                  <a:cubicBezTo>
                    <a:pt x="8" y="40"/>
                    <a:pt x="5" y="36"/>
                    <a:pt x="4" y="33"/>
                  </a:cubicBezTo>
                  <a:cubicBezTo>
                    <a:pt x="3" y="32"/>
                    <a:pt x="0" y="28"/>
                    <a:pt x="1" y="26"/>
                  </a:cubicBezTo>
                  <a:cubicBezTo>
                    <a:pt x="2" y="25"/>
                    <a:pt x="6" y="25"/>
                    <a:pt x="8" y="25"/>
                  </a:cubicBezTo>
                  <a:cubicBezTo>
                    <a:pt x="9" y="26"/>
                    <a:pt x="11" y="29"/>
                    <a:pt x="12" y="29"/>
                  </a:cubicBezTo>
                  <a:cubicBezTo>
                    <a:pt x="14" y="29"/>
                    <a:pt x="15" y="25"/>
                    <a:pt x="15" y="23"/>
                  </a:cubicBezTo>
                  <a:cubicBezTo>
                    <a:pt x="16" y="21"/>
                    <a:pt x="17" y="16"/>
                    <a:pt x="18" y="15"/>
                  </a:cubicBezTo>
                  <a:cubicBezTo>
                    <a:pt x="20" y="13"/>
                    <a:pt x="24" y="12"/>
                    <a:pt x="27" y="12"/>
                  </a:cubicBezTo>
                  <a:cubicBezTo>
                    <a:pt x="29" y="12"/>
                    <a:pt x="33" y="15"/>
                    <a:pt x="35" y="16"/>
                  </a:cubicBezTo>
                  <a:cubicBezTo>
                    <a:pt x="37" y="16"/>
                    <a:pt x="41" y="16"/>
                    <a:pt x="42" y="15"/>
                  </a:cubicBezTo>
                  <a:cubicBezTo>
                    <a:pt x="45" y="14"/>
                    <a:pt x="47" y="8"/>
                    <a:pt x="49" y="7"/>
                  </a:cubicBezTo>
                  <a:cubicBezTo>
                    <a:pt x="51" y="6"/>
                    <a:pt x="55" y="6"/>
                    <a:pt x="56" y="6"/>
                  </a:cubicBezTo>
                  <a:cubicBezTo>
                    <a:pt x="59" y="7"/>
                    <a:pt x="63" y="8"/>
                    <a:pt x="65" y="7"/>
                  </a:cubicBezTo>
                  <a:cubicBezTo>
                    <a:pt x="66" y="6"/>
                    <a:pt x="65" y="2"/>
                    <a:pt x="66" y="1"/>
                  </a:cubicBezTo>
                  <a:cubicBezTo>
                    <a:pt x="67" y="0"/>
                    <a:pt x="72" y="0"/>
                    <a:pt x="73"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25"/>
            <p:cNvSpPr>
              <a:spLocks/>
            </p:cNvSpPr>
            <p:nvPr/>
          </p:nvSpPr>
          <p:spPr bwMode="auto">
            <a:xfrm>
              <a:off x="5815013" y="1673226"/>
              <a:ext cx="92075" cy="73025"/>
            </a:xfrm>
            <a:custGeom>
              <a:avLst/>
              <a:gdLst/>
              <a:ahLst/>
              <a:cxnLst>
                <a:cxn ang="0">
                  <a:pos x="60" y="20"/>
                </a:cxn>
                <a:cxn ang="0">
                  <a:pos x="60" y="25"/>
                </a:cxn>
                <a:cxn ang="0">
                  <a:pos x="54" y="30"/>
                </a:cxn>
                <a:cxn ang="0">
                  <a:pos x="43" y="31"/>
                </a:cxn>
                <a:cxn ang="0">
                  <a:pos x="36" y="38"/>
                </a:cxn>
                <a:cxn ang="0">
                  <a:pos x="34" y="40"/>
                </a:cxn>
                <a:cxn ang="0">
                  <a:pos x="26" y="41"/>
                </a:cxn>
                <a:cxn ang="0">
                  <a:pos x="17" y="38"/>
                </a:cxn>
                <a:cxn ang="0">
                  <a:pos x="11" y="43"/>
                </a:cxn>
                <a:cxn ang="0">
                  <a:pos x="8" y="47"/>
                </a:cxn>
                <a:cxn ang="0">
                  <a:pos x="0" y="44"/>
                </a:cxn>
                <a:cxn ang="0">
                  <a:pos x="1" y="39"/>
                </a:cxn>
                <a:cxn ang="0">
                  <a:pos x="6" y="33"/>
                </a:cxn>
                <a:cxn ang="0">
                  <a:pos x="5" y="24"/>
                </a:cxn>
                <a:cxn ang="0">
                  <a:pos x="4" y="11"/>
                </a:cxn>
                <a:cxn ang="0">
                  <a:pos x="10" y="2"/>
                </a:cxn>
                <a:cxn ang="0">
                  <a:pos x="23" y="3"/>
                </a:cxn>
                <a:cxn ang="0">
                  <a:pos x="31" y="1"/>
                </a:cxn>
                <a:cxn ang="0">
                  <a:pos x="38" y="7"/>
                </a:cxn>
                <a:cxn ang="0">
                  <a:pos x="48" y="9"/>
                </a:cxn>
                <a:cxn ang="0">
                  <a:pos x="52" y="17"/>
                </a:cxn>
                <a:cxn ang="0">
                  <a:pos x="60" y="20"/>
                </a:cxn>
              </a:cxnLst>
              <a:rect l="0" t="0" r="r" b="b"/>
              <a:pathLst>
                <a:path w="61" h="48">
                  <a:moveTo>
                    <a:pt x="60" y="20"/>
                  </a:moveTo>
                  <a:cubicBezTo>
                    <a:pt x="61" y="21"/>
                    <a:pt x="61" y="24"/>
                    <a:pt x="60" y="25"/>
                  </a:cubicBezTo>
                  <a:cubicBezTo>
                    <a:pt x="59" y="27"/>
                    <a:pt x="56" y="30"/>
                    <a:pt x="54" y="30"/>
                  </a:cubicBezTo>
                  <a:cubicBezTo>
                    <a:pt x="51" y="31"/>
                    <a:pt x="46" y="30"/>
                    <a:pt x="43" y="31"/>
                  </a:cubicBezTo>
                  <a:cubicBezTo>
                    <a:pt x="41" y="32"/>
                    <a:pt x="38" y="36"/>
                    <a:pt x="36" y="38"/>
                  </a:cubicBezTo>
                  <a:cubicBezTo>
                    <a:pt x="35" y="39"/>
                    <a:pt x="34" y="40"/>
                    <a:pt x="34" y="40"/>
                  </a:cubicBezTo>
                  <a:cubicBezTo>
                    <a:pt x="32" y="41"/>
                    <a:pt x="28" y="42"/>
                    <a:pt x="26" y="41"/>
                  </a:cubicBezTo>
                  <a:cubicBezTo>
                    <a:pt x="23" y="41"/>
                    <a:pt x="19" y="37"/>
                    <a:pt x="17" y="38"/>
                  </a:cubicBezTo>
                  <a:cubicBezTo>
                    <a:pt x="15" y="38"/>
                    <a:pt x="12" y="42"/>
                    <a:pt x="11" y="43"/>
                  </a:cubicBezTo>
                  <a:cubicBezTo>
                    <a:pt x="10" y="44"/>
                    <a:pt x="9" y="47"/>
                    <a:pt x="8" y="47"/>
                  </a:cubicBezTo>
                  <a:cubicBezTo>
                    <a:pt x="6" y="48"/>
                    <a:pt x="1" y="46"/>
                    <a:pt x="0" y="44"/>
                  </a:cubicBezTo>
                  <a:cubicBezTo>
                    <a:pt x="0" y="43"/>
                    <a:pt x="0" y="40"/>
                    <a:pt x="1" y="39"/>
                  </a:cubicBezTo>
                  <a:cubicBezTo>
                    <a:pt x="2" y="38"/>
                    <a:pt x="5" y="35"/>
                    <a:pt x="6" y="33"/>
                  </a:cubicBezTo>
                  <a:cubicBezTo>
                    <a:pt x="6" y="31"/>
                    <a:pt x="5" y="27"/>
                    <a:pt x="5" y="24"/>
                  </a:cubicBezTo>
                  <a:cubicBezTo>
                    <a:pt x="5" y="21"/>
                    <a:pt x="3" y="14"/>
                    <a:pt x="4" y="11"/>
                  </a:cubicBezTo>
                  <a:cubicBezTo>
                    <a:pt x="5" y="8"/>
                    <a:pt x="8" y="3"/>
                    <a:pt x="10" y="2"/>
                  </a:cubicBezTo>
                  <a:cubicBezTo>
                    <a:pt x="13" y="1"/>
                    <a:pt x="20" y="3"/>
                    <a:pt x="23" y="3"/>
                  </a:cubicBezTo>
                  <a:cubicBezTo>
                    <a:pt x="25" y="3"/>
                    <a:pt x="29" y="0"/>
                    <a:pt x="31" y="1"/>
                  </a:cubicBezTo>
                  <a:cubicBezTo>
                    <a:pt x="33" y="1"/>
                    <a:pt x="36" y="6"/>
                    <a:pt x="38" y="7"/>
                  </a:cubicBezTo>
                  <a:cubicBezTo>
                    <a:pt x="40" y="8"/>
                    <a:pt x="46" y="7"/>
                    <a:pt x="48" y="9"/>
                  </a:cubicBezTo>
                  <a:cubicBezTo>
                    <a:pt x="50" y="10"/>
                    <a:pt x="50" y="16"/>
                    <a:pt x="52" y="17"/>
                  </a:cubicBezTo>
                  <a:cubicBezTo>
                    <a:pt x="53" y="19"/>
                    <a:pt x="59" y="18"/>
                    <a:pt x="60"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26"/>
            <p:cNvSpPr>
              <a:spLocks/>
            </p:cNvSpPr>
            <p:nvPr/>
          </p:nvSpPr>
          <p:spPr bwMode="auto">
            <a:xfrm>
              <a:off x="5646738" y="1512888"/>
              <a:ext cx="179388" cy="157163"/>
            </a:xfrm>
            <a:custGeom>
              <a:avLst/>
              <a:gdLst/>
              <a:ahLst/>
              <a:cxnLst>
                <a:cxn ang="0">
                  <a:pos x="117" y="36"/>
                </a:cxn>
                <a:cxn ang="0">
                  <a:pos x="105" y="43"/>
                </a:cxn>
                <a:cxn ang="0">
                  <a:pos x="80" y="35"/>
                </a:cxn>
                <a:cxn ang="0">
                  <a:pos x="77" y="18"/>
                </a:cxn>
                <a:cxn ang="0">
                  <a:pos x="68" y="25"/>
                </a:cxn>
                <a:cxn ang="0">
                  <a:pos x="81" y="46"/>
                </a:cxn>
                <a:cxn ang="0">
                  <a:pos x="104" y="47"/>
                </a:cxn>
                <a:cxn ang="0">
                  <a:pos x="106" y="56"/>
                </a:cxn>
                <a:cxn ang="0">
                  <a:pos x="92" y="61"/>
                </a:cxn>
                <a:cxn ang="0">
                  <a:pos x="84" y="65"/>
                </a:cxn>
                <a:cxn ang="0">
                  <a:pos x="73" y="75"/>
                </a:cxn>
                <a:cxn ang="0">
                  <a:pos x="68" y="87"/>
                </a:cxn>
                <a:cxn ang="0">
                  <a:pos x="63" y="77"/>
                </a:cxn>
                <a:cxn ang="0">
                  <a:pos x="56" y="76"/>
                </a:cxn>
                <a:cxn ang="0">
                  <a:pos x="61" y="88"/>
                </a:cxn>
                <a:cxn ang="0">
                  <a:pos x="60" y="102"/>
                </a:cxn>
                <a:cxn ang="0">
                  <a:pos x="48" y="103"/>
                </a:cxn>
                <a:cxn ang="0">
                  <a:pos x="34" y="93"/>
                </a:cxn>
                <a:cxn ang="0">
                  <a:pos x="14" y="91"/>
                </a:cxn>
                <a:cxn ang="0">
                  <a:pos x="12" y="78"/>
                </a:cxn>
                <a:cxn ang="0">
                  <a:pos x="5" y="70"/>
                </a:cxn>
                <a:cxn ang="0">
                  <a:pos x="9" y="60"/>
                </a:cxn>
                <a:cxn ang="0">
                  <a:pos x="3" y="54"/>
                </a:cxn>
                <a:cxn ang="0">
                  <a:pos x="4" y="44"/>
                </a:cxn>
                <a:cxn ang="0">
                  <a:pos x="8" y="31"/>
                </a:cxn>
                <a:cxn ang="0">
                  <a:pos x="14" y="24"/>
                </a:cxn>
                <a:cxn ang="0">
                  <a:pos x="25" y="29"/>
                </a:cxn>
                <a:cxn ang="0">
                  <a:pos x="41" y="37"/>
                </a:cxn>
                <a:cxn ang="0">
                  <a:pos x="54" y="39"/>
                </a:cxn>
                <a:cxn ang="0">
                  <a:pos x="51" y="28"/>
                </a:cxn>
                <a:cxn ang="0">
                  <a:pos x="43" y="19"/>
                </a:cxn>
                <a:cxn ang="0">
                  <a:pos x="43" y="10"/>
                </a:cxn>
                <a:cxn ang="0">
                  <a:pos x="57" y="10"/>
                </a:cxn>
                <a:cxn ang="0">
                  <a:pos x="68" y="13"/>
                </a:cxn>
                <a:cxn ang="0">
                  <a:pos x="88" y="1"/>
                </a:cxn>
                <a:cxn ang="0">
                  <a:pos x="105" y="1"/>
                </a:cxn>
                <a:cxn ang="0">
                  <a:pos x="110" y="9"/>
                </a:cxn>
                <a:cxn ang="0">
                  <a:pos x="113" y="20"/>
                </a:cxn>
              </a:cxnLst>
              <a:rect l="0" t="0" r="r" b="b"/>
              <a:pathLst>
                <a:path w="117" h="103">
                  <a:moveTo>
                    <a:pt x="114" y="28"/>
                  </a:moveTo>
                  <a:cubicBezTo>
                    <a:pt x="115" y="30"/>
                    <a:pt x="117" y="34"/>
                    <a:pt x="117" y="36"/>
                  </a:cubicBezTo>
                  <a:cubicBezTo>
                    <a:pt x="117" y="37"/>
                    <a:pt x="116" y="41"/>
                    <a:pt x="114" y="42"/>
                  </a:cubicBezTo>
                  <a:cubicBezTo>
                    <a:pt x="112" y="43"/>
                    <a:pt x="107" y="43"/>
                    <a:pt x="105" y="43"/>
                  </a:cubicBezTo>
                  <a:cubicBezTo>
                    <a:pt x="101" y="43"/>
                    <a:pt x="95" y="43"/>
                    <a:pt x="92" y="42"/>
                  </a:cubicBezTo>
                  <a:cubicBezTo>
                    <a:pt x="89" y="41"/>
                    <a:pt x="82" y="38"/>
                    <a:pt x="80" y="35"/>
                  </a:cubicBezTo>
                  <a:cubicBezTo>
                    <a:pt x="78" y="34"/>
                    <a:pt x="78" y="29"/>
                    <a:pt x="78" y="26"/>
                  </a:cubicBezTo>
                  <a:cubicBezTo>
                    <a:pt x="77" y="24"/>
                    <a:pt x="78" y="20"/>
                    <a:pt x="77" y="18"/>
                  </a:cubicBezTo>
                  <a:cubicBezTo>
                    <a:pt x="76" y="17"/>
                    <a:pt x="73" y="18"/>
                    <a:pt x="72" y="19"/>
                  </a:cubicBezTo>
                  <a:cubicBezTo>
                    <a:pt x="70" y="20"/>
                    <a:pt x="69" y="23"/>
                    <a:pt x="68" y="25"/>
                  </a:cubicBezTo>
                  <a:cubicBezTo>
                    <a:pt x="68" y="27"/>
                    <a:pt x="70" y="32"/>
                    <a:pt x="71" y="35"/>
                  </a:cubicBezTo>
                  <a:cubicBezTo>
                    <a:pt x="73" y="38"/>
                    <a:pt x="78" y="44"/>
                    <a:pt x="81" y="46"/>
                  </a:cubicBezTo>
                  <a:cubicBezTo>
                    <a:pt x="84" y="47"/>
                    <a:pt x="90" y="48"/>
                    <a:pt x="93" y="48"/>
                  </a:cubicBezTo>
                  <a:cubicBezTo>
                    <a:pt x="95" y="48"/>
                    <a:pt x="101" y="46"/>
                    <a:pt x="104" y="47"/>
                  </a:cubicBezTo>
                  <a:cubicBezTo>
                    <a:pt x="105" y="47"/>
                    <a:pt x="109" y="48"/>
                    <a:pt x="109" y="50"/>
                  </a:cubicBezTo>
                  <a:cubicBezTo>
                    <a:pt x="110" y="51"/>
                    <a:pt x="107" y="55"/>
                    <a:pt x="106" y="56"/>
                  </a:cubicBezTo>
                  <a:cubicBezTo>
                    <a:pt x="105" y="58"/>
                    <a:pt x="101" y="64"/>
                    <a:pt x="98" y="64"/>
                  </a:cubicBezTo>
                  <a:cubicBezTo>
                    <a:pt x="96" y="64"/>
                    <a:pt x="93" y="62"/>
                    <a:pt x="92" y="61"/>
                  </a:cubicBezTo>
                  <a:cubicBezTo>
                    <a:pt x="90" y="60"/>
                    <a:pt x="88" y="58"/>
                    <a:pt x="86" y="59"/>
                  </a:cubicBezTo>
                  <a:cubicBezTo>
                    <a:pt x="85" y="59"/>
                    <a:pt x="85" y="64"/>
                    <a:pt x="84" y="65"/>
                  </a:cubicBezTo>
                  <a:cubicBezTo>
                    <a:pt x="83" y="67"/>
                    <a:pt x="80" y="69"/>
                    <a:pt x="78" y="71"/>
                  </a:cubicBezTo>
                  <a:cubicBezTo>
                    <a:pt x="77" y="72"/>
                    <a:pt x="74" y="74"/>
                    <a:pt x="73" y="75"/>
                  </a:cubicBezTo>
                  <a:cubicBezTo>
                    <a:pt x="72" y="77"/>
                    <a:pt x="71" y="80"/>
                    <a:pt x="71" y="82"/>
                  </a:cubicBezTo>
                  <a:cubicBezTo>
                    <a:pt x="70" y="83"/>
                    <a:pt x="69" y="87"/>
                    <a:pt x="68" y="87"/>
                  </a:cubicBezTo>
                  <a:cubicBezTo>
                    <a:pt x="67" y="87"/>
                    <a:pt x="65" y="85"/>
                    <a:pt x="64" y="85"/>
                  </a:cubicBezTo>
                  <a:cubicBezTo>
                    <a:pt x="63" y="83"/>
                    <a:pt x="64" y="79"/>
                    <a:pt x="63" y="77"/>
                  </a:cubicBezTo>
                  <a:cubicBezTo>
                    <a:pt x="63" y="76"/>
                    <a:pt x="61" y="73"/>
                    <a:pt x="60" y="73"/>
                  </a:cubicBezTo>
                  <a:cubicBezTo>
                    <a:pt x="59" y="73"/>
                    <a:pt x="57" y="74"/>
                    <a:pt x="56" y="76"/>
                  </a:cubicBezTo>
                  <a:cubicBezTo>
                    <a:pt x="56" y="77"/>
                    <a:pt x="56" y="80"/>
                    <a:pt x="57" y="82"/>
                  </a:cubicBezTo>
                  <a:cubicBezTo>
                    <a:pt x="57" y="84"/>
                    <a:pt x="60" y="86"/>
                    <a:pt x="61" y="88"/>
                  </a:cubicBezTo>
                  <a:cubicBezTo>
                    <a:pt x="62" y="90"/>
                    <a:pt x="63" y="94"/>
                    <a:pt x="63" y="96"/>
                  </a:cubicBezTo>
                  <a:cubicBezTo>
                    <a:pt x="63" y="98"/>
                    <a:pt x="62" y="101"/>
                    <a:pt x="60" y="102"/>
                  </a:cubicBezTo>
                  <a:cubicBezTo>
                    <a:pt x="59" y="102"/>
                    <a:pt x="56" y="99"/>
                    <a:pt x="54" y="99"/>
                  </a:cubicBezTo>
                  <a:cubicBezTo>
                    <a:pt x="52" y="99"/>
                    <a:pt x="50" y="103"/>
                    <a:pt x="48" y="103"/>
                  </a:cubicBezTo>
                  <a:cubicBezTo>
                    <a:pt x="46" y="103"/>
                    <a:pt x="44" y="100"/>
                    <a:pt x="43" y="99"/>
                  </a:cubicBezTo>
                  <a:cubicBezTo>
                    <a:pt x="40" y="98"/>
                    <a:pt x="36" y="94"/>
                    <a:pt x="34" y="93"/>
                  </a:cubicBezTo>
                  <a:cubicBezTo>
                    <a:pt x="32" y="93"/>
                    <a:pt x="28" y="92"/>
                    <a:pt x="25" y="92"/>
                  </a:cubicBezTo>
                  <a:cubicBezTo>
                    <a:pt x="23" y="92"/>
                    <a:pt x="16" y="92"/>
                    <a:pt x="14" y="91"/>
                  </a:cubicBezTo>
                  <a:cubicBezTo>
                    <a:pt x="12" y="90"/>
                    <a:pt x="10" y="86"/>
                    <a:pt x="9" y="84"/>
                  </a:cubicBezTo>
                  <a:cubicBezTo>
                    <a:pt x="9" y="83"/>
                    <a:pt x="12" y="80"/>
                    <a:pt x="12" y="78"/>
                  </a:cubicBezTo>
                  <a:cubicBezTo>
                    <a:pt x="12" y="77"/>
                    <a:pt x="12" y="74"/>
                    <a:pt x="11" y="73"/>
                  </a:cubicBezTo>
                  <a:cubicBezTo>
                    <a:pt x="10" y="71"/>
                    <a:pt x="6" y="71"/>
                    <a:pt x="5" y="70"/>
                  </a:cubicBezTo>
                  <a:cubicBezTo>
                    <a:pt x="4" y="68"/>
                    <a:pt x="2" y="65"/>
                    <a:pt x="3" y="64"/>
                  </a:cubicBezTo>
                  <a:cubicBezTo>
                    <a:pt x="4" y="62"/>
                    <a:pt x="8" y="61"/>
                    <a:pt x="9" y="60"/>
                  </a:cubicBezTo>
                  <a:cubicBezTo>
                    <a:pt x="9" y="59"/>
                    <a:pt x="9" y="56"/>
                    <a:pt x="8" y="56"/>
                  </a:cubicBezTo>
                  <a:cubicBezTo>
                    <a:pt x="7" y="55"/>
                    <a:pt x="4" y="55"/>
                    <a:pt x="3" y="54"/>
                  </a:cubicBezTo>
                  <a:cubicBezTo>
                    <a:pt x="2" y="54"/>
                    <a:pt x="1" y="51"/>
                    <a:pt x="0" y="50"/>
                  </a:cubicBezTo>
                  <a:cubicBezTo>
                    <a:pt x="0" y="48"/>
                    <a:pt x="4" y="46"/>
                    <a:pt x="4" y="44"/>
                  </a:cubicBezTo>
                  <a:cubicBezTo>
                    <a:pt x="5" y="42"/>
                    <a:pt x="3" y="37"/>
                    <a:pt x="4" y="35"/>
                  </a:cubicBezTo>
                  <a:cubicBezTo>
                    <a:pt x="4" y="34"/>
                    <a:pt x="7" y="32"/>
                    <a:pt x="8" y="31"/>
                  </a:cubicBezTo>
                  <a:cubicBezTo>
                    <a:pt x="9" y="30"/>
                    <a:pt x="8" y="26"/>
                    <a:pt x="9" y="25"/>
                  </a:cubicBezTo>
                  <a:cubicBezTo>
                    <a:pt x="10" y="24"/>
                    <a:pt x="13" y="24"/>
                    <a:pt x="14" y="24"/>
                  </a:cubicBezTo>
                  <a:cubicBezTo>
                    <a:pt x="16" y="25"/>
                    <a:pt x="17" y="30"/>
                    <a:pt x="19" y="31"/>
                  </a:cubicBezTo>
                  <a:cubicBezTo>
                    <a:pt x="20" y="31"/>
                    <a:pt x="23" y="29"/>
                    <a:pt x="25" y="29"/>
                  </a:cubicBezTo>
                  <a:cubicBezTo>
                    <a:pt x="27" y="29"/>
                    <a:pt x="31" y="29"/>
                    <a:pt x="32" y="30"/>
                  </a:cubicBezTo>
                  <a:cubicBezTo>
                    <a:pt x="35" y="31"/>
                    <a:pt x="39" y="35"/>
                    <a:pt x="41" y="37"/>
                  </a:cubicBezTo>
                  <a:cubicBezTo>
                    <a:pt x="43" y="38"/>
                    <a:pt x="46" y="39"/>
                    <a:pt x="47" y="40"/>
                  </a:cubicBezTo>
                  <a:cubicBezTo>
                    <a:pt x="49" y="40"/>
                    <a:pt x="53" y="41"/>
                    <a:pt x="54" y="39"/>
                  </a:cubicBezTo>
                  <a:cubicBezTo>
                    <a:pt x="56" y="38"/>
                    <a:pt x="56" y="33"/>
                    <a:pt x="55" y="32"/>
                  </a:cubicBezTo>
                  <a:cubicBezTo>
                    <a:pt x="55" y="30"/>
                    <a:pt x="52" y="28"/>
                    <a:pt x="51" y="28"/>
                  </a:cubicBezTo>
                  <a:cubicBezTo>
                    <a:pt x="49" y="27"/>
                    <a:pt x="46" y="27"/>
                    <a:pt x="45" y="25"/>
                  </a:cubicBezTo>
                  <a:cubicBezTo>
                    <a:pt x="44" y="24"/>
                    <a:pt x="44" y="20"/>
                    <a:pt x="43" y="19"/>
                  </a:cubicBezTo>
                  <a:cubicBezTo>
                    <a:pt x="43" y="18"/>
                    <a:pt x="44" y="16"/>
                    <a:pt x="44" y="15"/>
                  </a:cubicBezTo>
                  <a:cubicBezTo>
                    <a:pt x="44" y="13"/>
                    <a:pt x="43" y="11"/>
                    <a:pt x="43" y="10"/>
                  </a:cubicBezTo>
                  <a:cubicBezTo>
                    <a:pt x="43" y="9"/>
                    <a:pt x="45" y="8"/>
                    <a:pt x="46" y="8"/>
                  </a:cubicBezTo>
                  <a:cubicBezTo>
                    <a:pt x="49" y="7"/>
                    <a:pt x="54" y="9"/>
                    <a:pt x="57" y="10"/>
                  </a:cubicBezTo>
                  <a:cubicBezTo>
                    <a:pt x="58" y="11"/>
                    <a:pt x="61" y="14"/>
                    <a:pt x="63" y="14"/>
                  </a:cubicBezTo>
                  <a:cubicBezTo>
                    <a:pt x="65" y="14"/>
                    <a:pt x="67" y="13"/>
                    <a:pt x="68" y="13"/>
                  </a:cubicBezTo>
                  <a:cubicBezTo>
                    <a:pt x="72" y="11"/>
                    <a:pt x="76" y="5"/>
                    <a:pt x="80" y="3"/>
                  </a:cubicBezTo>
                  <a:cubicBezTo>
                    <a:pt x="82" y="2"/>
                    <a:pt x="86" y="1"/>
                    <a:pt x="88" y="1"/>
                  </a:cubicBezTo>
                  <a:cubicBezTo>
                    <a:pt x="91" y="1"/>
                    <a:pt x="94" y="4"/>
                    <a:pt x="96" y="4"/>
                  </a:cubicBezTo>
                  <a:cubicBezTo>
                    <a:pt x="99" y="4"/>
                    <a:pt x="103" y="2"/>
                    <a:pt x="105" y="1"/>
                  </a:cubicBezTo>
                  <a:cubicBezTo>
                    <a:pt x="106" y="1"/>
                    <a:pt x="108" y="0"/>
                    <a:pt x="108" y="0"/>
                  </a:cubicBezTo>
                  <a:cubicBezTo>
                    <a:pt x="110" y="1"/>
                    <a:pt x="110" y="6"/>
                    <a:pt x="110" y="9"/>
                  </a:cubicBezTo>
                  <a:cubicBezTo>
                    <a:pt x="110" y="10"/>
                    <a:pt x="108" y="11"/>
                    <a:pt x="108" y="12"/>
                  </a:cubicBezTo>
                  <a:cubicBezTo>
                    <a:pt x="108" y="15"/>
                    <a:pt x="112" y="18"/>
                    <a:pt x="113" y="20"/>
                  </a:cubicBezTo>
                  <a:cubicBezTo>
                    <a:pt x="114" y="22"/>
                    <a:pt x="114" y="26"/>
                    <a:pt x="114" y="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7"/>
            <p:cNvSpPr>
              <a:spLocks/>
            </p:cNvSpPr>
            <p:nvPr/>
          </p:nvSpPr>
          <p:spPr bwMode="auto">
            <a:xfrm>
              <a:off x="5799138" y="1371601"/>
              <a:ext cx="22225" cy="30163"/>
            </a:xfrm>
            <a:custGeom>
              <a:avLst/>
              <a:gdLst/>
              <a:ahLst/>
              <a:cxnLst>
                <a:cxn ang="0">
                  <a:pos x="12" y="2"/>
                </a:cxn>
                <a:cxn ang="0">
                  <a:pos x="14" y="9"/>
                </a:cxn>
                <a:cxn ang="0">
                  <a:pos x="11" y="12"/>
                </a:cxn>
                <a:cxn ang="0">
                  <a:pos x="7" y="18"/>
                </a:cxn>
                <a:cxn ang="0">
                  <a:pos x="2" y="18"/>
                </a:cxn>
                <a:cxn ang="0">
                  <a:pos x="0" y="13"/>
                </a:cxn>
                <a:cxn ang="0">
                  <a:pos x="3" y="7"/>
                </a:cxn>
                <a:cxn ang="0">
                  <a:pos x="3" y="1"/>
                </a:cxn>
                <a:cxn ang="0">
                  <a:pos x="7" y="0"/>
                </a:cxn>
                <a:cxn ang="0">
                  <a:pos x="12" y="2"/>
                </a:cxn>
              </a:cxnLst>
              <a:rect l="0" t="0" r="r" b="b"/>
              <a:pathLst>
                <a:path w="14" h="19">
                  <a:moveTo>
                    <a:pt x="12" y="2"/>
                  </a:moveTo>
                  <a:cubicBezTo>
                    <a:pt x="13" y="3"/>
                    <a:pt x="14" y="7"/>
                    <a:pt x="14" y="9"/>
                  </a:cubicBezTo>
                  <a:cubicBezTo>
                    <a:pt x="13" y="10"/>
                    <a:pt x="11" y="11"/>
                    <a:pt x="11" y="12"/>
                  </a:cubicBezTo>
                  <a:cubicBezTo>
                    <a:pt x="10" y="14"/>
                    <a:pt x="9" y="17"/>
                    <a:pt x="7" y="18"/>
                  </a:cubicBezTo>
                  <a:cubicBezTo>
                    <a:pt x="6" y="19"/>
                    <a:pt x="3" y="19"/>
                    <a:pt x="2" y="18"/>
                  </a:cubicBezTo>
                  <a:cubicBezTo>
                    <a:pt x="1" y="17"/>
                    <a:pt x="0" y="14"/>
                    <a:pt x="0" y="13"/>
                  </a:cubicBezTo>
                  <a:cubicBezTo>
                    <a:pt x="1" y="11"/>
                    <a:pt x="2" y="9"/>
                    <a:pt x="3" y="7"/>
                  </a:cubicBezTo>
                  <a:cubicBezTo>
                    <a:pt x="3" y="6"/>
                    <a:pt x="2" y="3"/>
                    <a:pt x="3" y="1"/>
                  </a:cubicBezTo>
                  <a:cubicBezTo>
                    <a:pt x="4" y="1"/>
                    <a:pt x="6" y="0"/>
                    <a:pt x="7" y="0"/>
                  </a:cubicBezTo>
                  <a:cubicBezTo>
                    <a:pt x="9" y="0"/>
                    <a:pt x="11" y="1"/>
                    <a:pt x="12"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28"/>
            <p:cNvSpPr>
              <a:spLocks/>
            </p:cNvSpPr>
            <p:nvPr/>
          </p:nvSpPr>
          <p:spPr bwMode="auto">
            <a:xfrm>
              <a:off x="5784850" y="1666876"/>
              <a:ext cx="28575" cy="34925"/>
            </a:xfrm>
            <a:custGeom>
              <a:avLst/>
              <a:gdLst/>
              <a:ahLst/>
              <a:cxnLst>
                <a:cxn ang="0">
                  <a:pos x="18" y="8"/>
                </a:cxn>
                <a:cxn ang="0">
                  <a:pos x="18" y="18"/>
                </a:cxn>
                <a:cxn ang="0">
                  <a:pos x="12" y="23"/>
                </a:cxn>
                <a:cxn ang="0">
                  <a:pos x="4" y="20"/>
                </a:cxn>
                <a:cxn ang="0">
                  <a:pos x="0" y="11"/>
                </a:cxn>
                <a:cxn ang="0">
                  <a:pos x="3" y="2"/>
                </a:cxn>
                <a:cxn ang="0">
                  <a:pos x="13" y="1"/>
                </a:cxn>
                <a:cxn ang="0">
                  <a:pos x="18" y="8"/>
                </a:cxn>
              </a:cxnLst>
              <a:rect l="0" t="0" r="r" b="b"/>
              <a:pathLst>
                <a:path w="19" h="23">
                  <a:moveTo>
                    <a:pt x="18" y="8"/>
                  </a:moveTo>
                  <a:cubicBezTo>
                    <a:pt x="19" y="10"/>
                    <a:pt x="19" y="15"/>
                    <a:pt x="18" y="18"/>
                  </a:cubicBezTo>
                  <a:cubicBezTo>
                    <a:pt x="17" y="19"/>
                    <a:pt x="14" y="22"/>
                    <a:pt x="12" y="23"/>
                  </a:cubicBezTo>
                  <a:cubicBezTo>
                    <a:pt x="10" y="23"/>
                    <a:pt x="5" y="21"/>
                    <a:pt x="4" y="20"/>
                  </a:cubicBezTo>
                  <a:cubicBezTo>
                    <a:pt x="2" y="18"/>
                    <a:pt x="0" y="13"/>
                    <a:pt x="0" y="11"/>
                  </a:cubicBezTo>
                  <a:cubicBezTo>
                    <a:pt x="0" y="9"/>
                    <a:pt x="1" y="3"/>
                    <a:pt x="3" y="2"/>
                  </a:cubicBezTo>
                  <a:cubicBezTo>
                    <a:pt x="5" y="0"/>
                    <a:pt x="11" y="0"/>
                    <a:pt x="13" y="1"/>
                  </a:cubicBezTo>
                  <a:cubicBezTo>
                    <a:pt x="15" y="2"/>
                    <a:pt x="17" y="6"/>
                    <a:pt x="18"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9"/>
            <p:cNvSpPr>
              <a:spLocks/>
            </p:cNvSpPr>
            <p:nvPr/>
          </p:nvSpPr>
          <p:spPr bwMode="auto">
            <a:xfrm>
              <a:off x="5683250" y="1738313"/>
              <a:ext cx="31750" cy="17463"/>
            </a:xfrm>
            <a:custGeom>
              <a:avLst/>
              <a:gdLst/>
              <a:ahLst/>
              <a:cxnLst>
                <a:cxn ang="0">
                  <a:pos x="19" y="6"/>
                </a:cxn>
                <a:cxn ang="0">
                  <a:pos x="21" y="11"/>
                </a:cxn>
                <a:cxn ang="0">
                  <a:pos x="16" y="12"/>
                </a:cxn>
                <a:cxn ang="0">
                  <a:pos x="8" y="12"/>
                </a:cxn>
                <a:cxn ang="0">
                  <a:pos x="1" y="5"/>
                </a:cxn>
                <a:cxn ang="0">
                  <a:pos x="0" y="1"/>
                </a:cxn>
                <a:cxn ang="0">
                  <a:pos x="6" y="1"/>
                </a:cxn>
                <a:cxn ang="0">
                  <a:pos x="14" y="5"/>
                </a:cxn>
                <a:cxn ang="0">
                  <a:pos x="19" y="6"/>
                </a:cxn>
              </a:cxnLst>
              <a:rect l="0" t="0" r="r" b="b"/>
              <a:pathLst>
                <a:path w="21" h="12">
                  <a:moveTo>
                    <a:pt x="19" y="6"/>
                  </a:moveTo>
                  <a:cubicBezTo>
                    <a:pt x="20" y="7"/>
                    <a:pt x="21" y="10"/>
                    <a:pt x="21" y="11"/>
                  </a:cubicBezTo>
                  <a:cubicBezTo>
                    <a:pt x="20" y="12"/>
                    <a:pt x="17" y="12"/>
                    <a:pt x="16" y="12"/>
                  </a:cubicBezTo>
                  <a:cubicBezTo>
                    <a:pt x="14" y="12"/>
                    <a:pt x="10" y="12"/>
                    <a:pt x="8" y="12"/>
                  </a:cubicBezTo>
                  <a:cubicBezTo>
                    <a:pt x="6" y="11"/>
                    <a:pt x="2" y="7"/>
                    <a:pt x="1" y="5"/>
                  </a:cubicBezTo>
                  <a:cubicBezTo>
                    <a:pt x="1" y="4"/>
                    <a:pt x="0" y="2"/>
                    <a:pt x="0" y="1"/>
                  </a:cubicBezTo>
                  <a:cubicBezTo>
                    <a:pt x="1" y="0"/>
                    <a:pt x="5" y="1"/>
                    <a:pt x="6" y="1"/>
                  </a:cubicBezTo>
                  <a:cubicBezTo>
                    <a:pt x="8" y="1"/>
                    <a:pt x="12" y="4"/>
                    <a:pt x="14" y="5"/>
                  </a:cubicBezTo>
                  <a:cubicBezTo>
                    <a:pt x="15" y="5"/>
                    <a:pt x="18" y="5"/>
                    <a:pt x="19"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30"/>
            <p:cNvSpPr>
              <a:spLocks/>
            </p:cNvSpPr>
            <p:nvPr/>
          </p:nvSpPr>
          <p:spPr bwMode="auto">
            <a:xfrm>
              <a:off x="5610225" y="1614488"/>
              <a:ext cx="31750" cy="42863"/>
            </a:xfrm>
            <a:custGeom>
              <a:avLst/>
              <a:gdLst/>
              <a:ahLst/>
              <a:cxnLst>
                <a:cxn ang="0">
                  <a:pos x="18" y="20"/>
                </a:cxn>
                <a:cxn ang="0">
                  <a:pos x="20" y="23"/>
                </a:cxn>
                <a:cxn ang="0">
                  <a:pos x="16" y="27"/>
                </a:cxn>
                <a:cxn ang="0">
                  <a:pos x="10" y="23"/>
                </a:cxn>
                <a:cxn ang="0">
                  <a:pos x="4" y="12"/>
                </a:cxn>
                <a:cxn ang="0">
                  <a:pos x="0" y="6"/>
                </a:cxn>
                <a:cxn ang="0">
                  <a:pos x="2" y="0"/>
                </a:cxn>
                <a:cxn ang="0">
                  <a:pos x="5" y="1"/>
                </a:cxn>
                <a:cxn ang="0">
                  <a:pos x="8" y="6"/>
                </a:cxn>
                <a:cxn ang="0">
                  <a:pos x="13" y="9"/>
                </a:cxn>
                <a:cxn ang="0">
                  <a:pos x="14" y="16"/>
                </a:cxn>
                <a:cxn ang="0">
                  <a:pos x="18" y="20"/>
                </a:cxn>
              </a:cxnLst>
              <a:rect l="0" t="0" r="r" b="b"/>
              <a:pathLst>
                <a:path w="21" h="28">
                  <a:moveTo>
                    <a:pt x="18" y="20"/>
                  </a:moveTo>
                  <a:cubicBezTo>
                    <a:pt x="19" y="20"/>
                    <a:pt x="21" y="22"/>
                    <a:pt x="20" y="23"/>
                  </a:cubicBezTo>
                  <a:cubicBezTo>
                    <a:pt x="20" y="25"/>
                    <a:pt x="18" y="27"/>
                    <a:pt x="16" y="27"/>
                  </a:cubicBezTo>
                  <a:cubicBezTo>
                    <a:pt x="15" y="28"/>
                    <a:pt x="12" y="25"/>
                    <a:pt x="10" y="23"/>
                  </a:cubicBezTo>
                  <a:cubicBezTo>
                    <a:pt x="8" y="21"/>
                    <a:pt x="5" y="15"/>
                    <a:pt x="4" y="12"/>
                  </a:cubicBezTo>
                  <a:cubicBezTo>
                    <a:pt x="3" y="11"/>
                    <a:pt x="0" y="7"/>
                    <a:pt x="0" y="6"/>
                  </a:cubicBezTo>
                  <a:cubicBezTo>
                    <a:pt x="0" y="4"/>
                    <a:pt x="1" y="1"/>
                    <a:pt x="2" y="0"/>
                  </a:cubicBezTo>
                  <a:cubicBezTo>
                    <a:pt x="3" y="0"/>
                    <a:pt x="5" y="0"/>
                    <a:pt x="5" y="1"/>
                  </a:cubicBezTo>
                  <a:cubicBezTo>
                    <a:pt x="7" y="2"/>
                    <a:pt x="7" y="5"/>
                    <a:pt x="8" y="6"/>
                  </a:cubicBezTo>
                  <a:cubicBezTo>
                    <a:pt x="9" y="7"/>
                    <a:pt x="12" y="8"/>
                    <a:pt x="13" y="9"/>
                  </a:cubicBezTo>
                  <a:cubicBezTo>
                    <a:pt x="14" y="11"/>
                    <a:pt x="13" y="15"/>
                    <a:pt x="14" y="16"/>
                  </a:cubicBezTo>
                  <a:cubicBezTo>
                    <a:pt x="15" y="18"/>
                    <a:pt x="17" y="19"/>
                    <a:pt x="18"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31"/>
            <p:cNvSpPr>
              <a:spLocks/>
            </p:cNvSpPr>
            <p:nvPr/>
          </p:nvSpPr>
          <p:spPr bwMode="auto">
            <a:xfrm>
              <a:off x="3421063" y="1652588"/>
              <a:ext cx="2541588" cy="2451100"/>
            </a:xfrm>
            <a:custGeom>
              <a:avLst/>
              <a:gdLst/>
              <a:ahLst/>
              <a:cxnLst>
                <a:cxn ang="0">
                  <a:pos x="1623" y="1442"/>
                </a:cxn>
                <a:cxn ang="0">
                  <a:pos x="1483" y="1524"/>
                </a:cxn>
                <a:cxn ang="0">
                  <a:pos x="1309" y="1605"/>
                </a:cxn>
                <a:cxn ang="0">
                  <a:pos x="1114" y="1561"/>
                </a:cxn>
                <a:cxn ang="0">
                  <a:pos x="952" y="1487"/>
                </a:cxn>
                <a:cxn ang="0">
                  <a:pos x="865" y="1577"/>
                </a:cxn>
                <a:cxn ang="0">
                  <a:pos x="725" y="1547"/>
                </a:cxn>
                <a:cxn ang="0">
                  <a:pos x="571" y="1558"/>
                </a:cxn>
                <a:cxn ang="0">
                  <a:pos x="440" y="1560"/>
                </a:cxn>
                <a:cxn ang="0">
                  <a:pos x="326" y="1452"/>
                </a:cxn>
                <a:cxn ang="0">
                  <a:pos x="234" y="1431"/>
                </a:cxn>
                <a:cxn ang="0">
                  <a:pos x="183" y="1215"/>
                </a:cxn>
                <a:cxn ang="0">
                  <a:pos x="93" y="1212"/>
                </a:cxn>
                <a:cxn ang="0">
                  <a:pos x="62" y="1184"/>
                </a:cxn>
                <a:cxn ang="0">
                  <a:pos x="1" y="1150"/>
                </a:cxn>
                <a:cxn ang="0">
                  <a:pos x="23" y="1056"/>
                </a:cxn>
                <a:cxn ang="0">
                  <a:pos x="60" y="1018"/>
                </a:cxn>
                <a:cxn ang="0">
                  <a:pos x="93" y="934"/>
                </a:cxn>
                <a:cxn ang="0">
                  <a:pos x="194" y="964"/>
                </a:cxn>
                <a:cxn ang="0">
                  <a:pos x="290" y="891"/>
                </a:cxn>
                <a:cxn ang="0">
                  <a:pos x="381" y="892"/>
                </a:cxn>
                <a:cxn ang="0">
                  <a:pos x="474" y="902"/>
                </a:cxn>
                <a:cxn ang="0">
                  <a:pos x="523" y="833"/>
                </a:cxn>
                <a:cxn ang="0">
                  <a:pos x="579" y="744"/>
                </a:cxn>
                <a:cxn ang="0">
                  <a:pos x="555" y="641"/>
                </a:cxn>
                <a:cxn ang="0">
                  <a:pos x="541" y="522"/>
                </a:cxn>
                <a:cxn ang="0">
                  <a:pos x="569" y="450"/>
                </a:cxn>
                <a:cxn ang="0">
                  <a:pos x="554" y="364"/>
                </a:cxn>
                <a:cxn ang="0">
                  <a:pos x="550" y="256"/>
                </a:cxn>
                <a:cxn ang="0">
                  <a:pos x="607" y="326"/>
                </a:cxn>
                <a:cxn ang="0">
                  <a:pos x="597" y="381"/>
                </a:cxn>
                <a:cxn ang="0">
                  <a:pos x="606" y="393"/>
                </a:cxn>
                <a:cxn ang="0">
                  <a:pos x="594" y="261"/>
                </a:cxn>
                <a:cxn ang="0">
                  <a:pos x="707" y="210"/>
                </a:cxn>
                <a:cxn ang="0">
                  <a:pos x="721" y="159"/>
                </a:cxn>
                <a:cxn ang="0">
                  <a:pos x="787" y="120"/>
                </a:cxn>
                <a:cxn ang="0">
                  <a:pos x="853" y="91"/>
                </a:cxn>
                <a:cxn ang="0">
                  <a:pos x="933" y="99"/>
                </a:cxn>
                <a:cxn ang="0">
                  <a:pos x="948" y="56"/>
                </a:cxn>
                <a:cxn ang="0">
                  <a:pos x="1005" y="13"/>
                </a:cxn>
                <a:cxn ang="0">
                  <a:pos x="1040" y="49"/>
                </a:cxn>
                <a:cxn ang="0">
                  <a:pos x="1092" y="46"/>
                </a:cxn>
                <a:cxn ang="0">
                  <a:pos x="1130" y="70"/>
                </a:cxn>
                <a:cxn ang="0">
                  <a:pos x="1144" y="116"/>
                </a:cxn>
                <a:cxn ang="0">
                  <a:pos x="1095" y="185"/>
                </a:cxn>
                <a:cxn ang="0">
                  <a:pos x="1039" y="259"/>
                </a:cxn>
                <a:cxn ang="0">
                  <a:pos x="1083" y="248"/>
                </a:cxn>
                <a:cxn ang="0">
                  <a:pos x="1122" y="252"/>
                </a:cxn>
                <a:cxn ang="0">
                  <a:pos x="1161" y="373"/>
                </a:cxn>
                <a:cxn ang="0">
                  <a:pos x="1076" y="462"/>
                </a:cxn>
                <a:cxn ang="0">
                  <a:pos x="1065" y="613"/>
                </a:cxn>
                <a:cxn ang="0">
                  <a:pos x="1084" y="726"/>
                </a:cxn>
                <a:cxn ang="0">
                  <a:pos x="1142" y="756"/>
                </a:cxn>
                <a:cxn ang="0">
                  <a:pos x="1164" y="797"/>
                </a:cxn>
                <a:cxn ang="0">
                  <a:pos x="1225" y="941"/>
                </a:cxn>
                <a:cxn ang="0">
                  <a:pos x="1235" y="1042"/>
                </a:cxn>
                <a:cxn ang="0">
                  <a:pos x="1305" y="1043"/>
                </a:cxn>
                <a:cxn ang="0">
                  <a:pos x="1350" y="941"/>
                </a:cxn>
                <a:cxn ang="0">
                  <a:pos x="1452" y="970"/>
                </a:cxn>
                <a:cxn ang="0">
                  <a:pos x="1500" y="1061"/>
                </a:cxn>
                <a:cxn ang="0">
                  <a:pos x="1565" y="1128"/>
                </a:cxn>
                <a:cxn ang="0">
                  <a:pos x="1616" y="1152"/>
                </a:cxn>
                <a:cxn ang="0">
                  <a:pos x="1661" y="1261"/>
                </a:cxn>
              </a:cxnLst>
              <a:rect l="0" t="0" r="r" b="b"/>
              <a:pathLst>
                <a:path w="1667" h="1607">
                  <a:moveTo>
                    <a:pt x="1661" y="1261"/>
                  </a:moveTo>
                  <a:cubicBezTo>
                    <a:pt x="1663" y="1264"/>
                    <a:pt x="1665" y="1269"/>
                    <a:pt x="1667" y="1273"/>
                  </a:cubicBezTo>
                  <a:cubicBezTo>
                    <a:pt x="1663" y="1276"/>
                    <a:pt x="1659" y="1281"/>
                    <a:pt x="1656" y="1283"/>
                  </a:cubicBezTo>
                  <a:cubicBezTo>
                    <a:pt x="1653" y="1285"/>
                    <a:pt x="1646" y="1290"/>
                    <a:pt x="1643" y="1292"/>
                  </a:cubicBezTo>
                  <a:cubicBezTo>
                    <a:pt x="1639" y="1296"/>
                    <a:pt x="1631" y="1302"/>
                    <a:pt x="1627" y="1305"/>
                  </a:cubicBezTo>
                  <a:cubicBezTo>
                    <a:pt x="1625" y="1308"/>
                    <a:pt x="1619" y="1311"/>
                    <a:pt x="1617" y="1314"/>
                  </a:cubicBezTo>
                  <a:cubicBezTo>
                    <a:pt x="1616" y="1316"/>
                    <a:pt x="1614" y="1320"/>
                    <a:pt x="1614" y="1322"/>
                  </a:cubicBezTo>
                  <a:cubicBezTo>
                    <a:pt x="1614" y="1325"/>
                    <a:pt x="1618" y="1331"/>
                    <a:pt x="1621" y="1333"/>
                  </a:cubicBezTo>
                  <a:cubicBezTo>
                    <a:pt x="1624" y="1336"/>
                    <a:pt x="1634" y="1336"/>
                    <a:pt x="1637" y="1339"/>
                  </a:cubicBezTo>
                  <a:cubicBezTo>
                    <a:pt x="1639" y="1343"/>
                    <a:pt x="1639" y="1352"/>
                    <a:pt x="1640" y="1356"/>
                  </a:cubicBezTo>
                  <a:cubicBezTo>
                    <a:pt x="1640" y="1361"/>
                    <a:pt x="1640" y="1372"/>
                    <a:pt x="1639" y="1377"/>
                  </a:cubicBezTo>
                  <a:cubicBezTo>
                    <a:pt x="1638" y="1382"/>
                    <a:pt x="1636" y="1390"/>
                    <a:pt x="1635" y="1395"/>
                  </a:cubicBezTo>
                  <a:cubicBezTo>
                    <a:pt x="1633" y="1401"/>
                    <a:pt x="1631" y="1413"/>
                    <a:pt x="1630" y="1419"/>
                  </a:cubicBezTo>
                  <a:cubicBezTo>
                    <a:pt x="1628" y="1425"/>
                    <a:pt x="1623" y="1436"/>
                    <a:pt x="1623" y="1442"/>
                  </a:cubicBezTo>
                  <a:cubicBezTo>
                    <a:pt x="1622" y="1448"/>
                    <a:pt x="1622" y="1461"/>
                    <a:pt x="1624" y="1467"/>
                  </a:cubicBezTo>
                  <a:cubicBezTo>
                    <a:pt x="1626" y="1471"/>
                    <a:pt x="1633" y="1475"/>
                    <a:pt x="1634" y="1479"/>
                  </a:cubicBezTo>
                  <a:cubicBezTo>
                    <a:pt x="1635" y="1482"/>
                    <a:pt x="1635" y="1489"/>
                    <a:pt x="1635" y="1492"/>
                  </a:cubicBezTo>
                  <a:cubicBezTo>
                    <a:pt x="1634" y="1495"/>
                    <a:pt x="1633" y="1500"/>
                    <a:pt x="1631" y="1502"/>
                  </a:cubicBezTo>
                  <a:cubicBezTo>
                    <a:pt x="1629" y="1504"/>
                    <a:pt x="1623" y="1505"/>
                    <a:pt x="1620" y="1506"/>
                  </a:cubicBezTo>
                  <a:cubicBezTo>
                    <a:pt x="1616" y="1508"/>
                    <a:pt x="1608" y="1511"/>
                    <a:pt x="1605" y="1514"/>
                  </a:cubicBezTo>
                  <a:cubicBezTo>
                    <a:pt x="1603" y="1516"/>
                    <a:pt x="1600" y="1523"/>
                    <a:pt x="1598" y="1526"/>
                  </a:cubicBezTo>
                  <a:cubicBezTo>
                    <a:pt x="1597" y="1528"/>
                    <a:pt x="1597" y="1534"/>
                    <a:pt x="1595" y="1536"/>
                  </a:cubicBezTo>
                  <a:cubicBezTo>
                    <a:pt x="1593" y="1538"/>
                    <a:pt x="1586" y="1538"/>
                    <a:pt x="1583" y="1538"/>
                  </a:cubicBezTo>
                  <a:cubicBezTo>
                    <a:pt x="1576" y="1536"/>
                    <a:pt x="1565" y="1529"/>
                    <a:pt x="1559" y="1526"/>
                  </a:cubicBezTo>
                  <a:cubicBezTo>
                    <a:pt x="1553" y="1524"/>
                    <a:pt x="1542" y="1519"/>
                    <a:pt x="1536" y="1518"/>
                  </a:cubicBezTo>
                  <a:cubicBezTo>
                    <a:pt x="1531" y="1517"/>
                    <a:pt x="1522" y="1519"/>
                    <a:pt x="1517" y="1521"/>
                  </a:cubicBezTo>
                  <a:cubicBezTo>
                    <a:pt x="1512" y="1523"/>
                    <a:pt x="1504" y="1532"/>
                    <a:pt x="1499" y="1532"/>
                  </a:cubicBezTo>
                  <a:cubicBezTo>
                    <a:pt x="1495" y="1532"/>
                    <a:pt x="1487" y="1526"/>
                    <a:pt x="1483" y="1524"/>
                  </a:cubicBezTo>
                  <a:cubicBezTo>
                    <a:pt x="1479" y="1521"/>
                    <a:pt x="1471" y="1514"/>
                    <a:pt x="1466" y="1514"/>
                  </a:cubicBezTo>
                  <a:cubicBezTo>
                    <a:pt x="1462" y="1513"/>
                    <a:pt x="1453" y="1516"/>
                    <a:pt x="1450" y="1519"/>
                  </a:cubicBezTo>
                  <a:cubicBezTo>
                    <a:pt x="1446" y="1522"/>
                    <a:pt x="1442" y="1531"/>
                    <a:pt x="1439" y="1534"/>
                  </a:cubicBezTo>
                  <a:cubicBezTo>
                    <a:pt x="1435" y="1536"/>
                    <a:pt x="1426" y="1538"/>
                    <a:pt x="1423" y="1541"/>
                  </a:cubicBezTo>
                  <a:cubicBezTo>
                    <a:pt x="1420" y="1543"/>
                    <a:pt x="1416" y="1549"/>
                    <a:pt x="1415" y="1552"/>
                  </a:cubicBezTo>
                  <a:cubicBezTo>
                    <a:pt x="1413" y="1555"/>
                    <a:pt x="1414" y="1563"/>
                    <a:pt x="1412" y="1567"/>
                  </a:cubicBezTo>
                  <a:cubicBezTo>
                    <a:pt x="1410" y="1570"/>
                    <a:pt x="1405" y="1574"/>
                    <a:pt x="1402" y="1575"/>
                  </a:cubicBezTo>
                  <a:cubicBezTo>
                    <a:pt x="1396" y="1579"/>
                    <a:pt x="1383" y="1582"/>
                    <a:pt x="1376" y="1584"/>
                  </a:cubicBezTo>
                  <a:cubicBezTo>
                    <a:pt x="1373" y="1584"/>
                    <a:pt x="1367" y="1583"/>
                    <a:pt x="1364" y="1585"/>
                  </a:cubicBezTo>
                  <a:cubicBezTo>
                    <a:pt x="1362" y="1586"/>
                    <a:pt x="1360" y="1591"/>
                    <a:pt x="1358" y="1592"/>
                  </a:cubicBezTo>
                  <a:cubicBezTo>
                    <a:pt x="1355" y="1596"/>
                    <a:pt x="1347" y="1604"/>
                    <a:pt x="1342" y="1606"/>
                  </a:cubicBezTo>
                  <a:cubicBezTo>
                    <a:pt x="1339" y="1607"/>
                    <a:pt x="1333" y="1606"/>
                    <a:pt x="1331" y="1606"/>
                  </a:cubicBezTo>
                  <a:cubicBezTo>
                    <a:pt x="1327" y="1605"/>
                    <a:pt x="1320" y="1601"/>
                    <a:pt x="1316" y="1601"/>
                  </a:cubicBezTo>
                  <a:cubicBezTo>
                    <a:pt x="1314" y="1602"/>
                    <a:pt x="1311" y="1605"/>
                    <a:pt x="1309" y="1605"/>
                  </a:cubicBezTo>
                  <a:cubicBezTo>
                    <a:pt x="1306" y="1606"/>
                    <a:pt x="1299" y="1606"/>
                    <a:pt x="1296" y="1605"/>
                  </a:cubicBezTo>
                  <a:cubicBezTo>
                    <a:pt x="1292" y="1605"/>
                    <a:pt x="1286" y="1600"/>
                    <a:pt x="1282" y="1600"/>
                  </a:cubicBezTo>
                  <a:cubicBezTo>
                    <a:pt x="1278" y="1600"/>
                    <a:pt x="1270" y="1602"/>
                    <a:pt x="1267" y="1603"/>
                  </a:cubicBezTo>
                  <a:cubicBezTo>
                    <a:pt x="1262" y="1603"/>
                    <a:pt x="1254" y="1603"/>
                    <a:pt x="1250" y="1602"/>
                  </a:cubicBezTo>
                  <a:cubicBezTo>
                    <a:pt x="1245" y="1600"/>
                    <a:pt x="1237" y="1592"/>
                    <a:pt x="1232" y="1588"/>
                  </a:cubicBezTo>
                  <a:cubicBezTo>
                    <a:pt x="1229" y="1586"/>
                    <a:pt x="1224" y="1580"/>
                    <a:pt x="1221" y="1578"/>
                  </a:cubicBezTo>
                  <a:cubicBezTo>
                    <a:pt x="1218" y="1577"/>
                    <a:pt x="1211" y="1576"/>
                    <a:pt x="1208" y="1576"/>
                  </a:cubicBezTo>
                  <a:cubicBezTo>
                    <a:pt x="1205" y="1577"/>
                    <a:pt x="1197" y="1581"/>
                    <a:pt x="1194" y="1580"/>
                  </a:cubicBezTo>
                  <a:cubicBezTo>
                    <a:pt x="1191" y="1579"/>
                    <a:pt x="1188" y="1573"/>
                    <a:pt x="1186" y="1571"/>
                  </a:cubicBezTo>
                  <a:cubicBezTo>
                    <a:pt x="1183" y="1568"/>
                    <a:pt x="1178" y="1562"/>
                    <a:pt x="1174" y="1560"/>
                  </a:cubicBezTo>
                  <a:cubicBezTo>
                    <a:pt x="1170" y="1558"/>
                    <a:pt x="1162" y="1557"/>
                    <a:pt x="1158" y="1557"/>
                  </a:cubicBezTo>
                  <a:cubicBezTo>
                    <a:pt x="1155" y="1557"/>
                    <a:pt x="1148" y="1558"/>
                    <a:pt x="1144" y="1558"/>
                  </a:cubicBezTo>
                  <a:cubicBezTo>
                    <a:pt x="1140" y="1558"/>
                    <a:pt x="1131" y="1555"/>
                    <a:pt x="1127" y="1556"/>
                  </a:cubicBezTo>
                  <a:cubicBezTo>
                    <a:pt x="1123" y="1556"/>
                    <a:pt x="1117" y="1559"/>
                    <a:pt x="1114" y="1561"/>
                  </a:cubicBezTo>
                  <a:cubicBezTo>
                    <a:pt x="1109" y="1563"/>
                    <a:pt x="1098" y="1568"/>
                    <a:pt x="1093" y="1569"/>
                  </a:cubicBezTo>
                  <a:cubicBezTo>
                    <a:pt x="1090" y="1570"/>
                    <a:pt x="1085" y="1570"/>
                    <a:pt x="1083" y="1571"/>
                  </a:cubicBezTo>
                  <a:cubicBezTo>
                    <a:pt x="1081" y="1572"/>
                    <a:pt x="1079" y="1574"/>
                    <a:pt x="1078" y="1575"/>
                  </a:cubicBezTo>
                  <a:cubicBezTo>
                    <a:pt x="1074" y="1576"/>
                    <a:pt x="1060" y="1578"/>
                    <a:pt x="1059" y="1578"/>
                  </a:cubicBezTo>
                  <a:cubicBezTo>
                    <a:pt x="1059" y="1577"/>
                    <a:pt x="1052" y="1572"/>
                    <a:pt x="1049" y="1570"/>
                  </a:cubicBezTo>
                  <a:cubicBezTo>
                    <a:pt x="1046" y="1568"/>
                    <a:pt x="1040" y="1566"/>
                    <a:pt x="1037" y="1565"/>
                  </a:cubicBezTo>
                  <a:cubicBezTo>
                    <a:pt x="1035" y="1563"/>
                    <a:pt x="1032" y="1561"/>
                    <a:pt x="1030" y="1559"/>
                  </a:cubicBezTo>
                  <a:cubicBezTo>
                    <a:pt x="1028" y="1555"/>
                    <a:pt x="1025" y="1546"/>
                    <a:pt x="1023" y="1542"/>
                  </a:cubicBezTo>
                  <a:cubicBezTo>
                    <a:pt x="1021" y="1541"/>
                    <a:pt x="1018" y="1538"/>
                    <a:pt x="1017" y="1536"/>
                  </a:cubicBezTo>
                  <a:cubicBezTo>
                    <a:pt x="1015" y="1531"/>
                    <a:pt x="1018" y="1520"/>
                    <a:pt x="1016" y="1515"/>
                  </a:cubicBezTo>
                  <a:cubicBezTo>
                    <a:pt x="1014" y="1513"/>
                    <a:pt x="1010" y="1508"/>
                    <a:pt x="1008" y="1507"/>
                  </a:cubicBezTo>
                  <a:cubicBezTo>
                    <a:pt x="1005" y="1505"/>
                    <a:pt x="997" y="1503"/>
                    <a:pt x="994" y="1502"/>
                  </a:cubicBezTo>
                  <a:cubicBezTo>
                    <a:pt x="986" y="1499"/>
                    <a:pt x="972" y="1495"/>
                    <a:pt x="965" y="1492"/>
                  </a:cubicBezTo>
                  <a:cubicBezTo>
                    <a:pt x="962" y="1491"/>
                    <a:pt x="955" y="1487"/>
                    <a:pt x="952" y="1487"/>
                  </a:cubicBezTo>
                  <a:cubicBezTo>
                    <a:pt x="949" y="1486"/>
                    <a:pt x="944" y="1487"/>
                    <a:pt x="942" y="1487"/>
                  </a:cubicBezTo>
                  <a:cubicBezTo>
                    <a:pt x="938" y="1486"/>
                    <a:pt x="931" y="1481"/>
                    <a:pt x="928" y="1479"/>
                  </a:cubicBezTo>
                  <a:cubicBezTo>
                    <a:pt x="924" y="1477"/>
                    <a:pt x="917" y="1471"/>
                    <a:pt x="913" y="1469"/>
                  </a:cubicBezTo>
                  <a:cubicBezTo>
                    <a:pt x="909" y="1468"/>
                    <a:pt x="901" y="1464"/>
                    <a:pt x="898" y="1465"/>
                  </a:cubicBezTo>
                  <a:cubicBezTo>
                    <a:pt x="896" y="1465"/>
                    <a:pt x="894" y="1467"/>
                    <a:pt x="893" y="1468"/>
                  </a:cubicBezTo>
                  <a:cubicBezTo>
                    <a:pt x="892" y="1470"/>
                    <a:pt x="891" y="1475"/>
                    <a:pt x="890" y="1477"/>
                  </a:cubicBezTo>
                  <a:cubicBezTo>
                    <a:pt x="888" y="1481"/>
                    <a:pt x="883" y="1486"/>
                    <a:pt x="880" y="1489"/>
                  </a:cubicBezTo>
                  <a:cubicBezTo>
                    <a:pt x="878" y="1491"/>
                    <a:pt x="871" y="1494"/>
                    <a:pt x="869" y="1496"/>
                  </a:cubicBezTo>
                  <a:cubicBezTo>
                    <a:pt x="867" y="1498"/>
                    <a:pt x="864" y="1502"/>
                    <a:pt x="863" y="1504"/>
                  </a:cubicBezTo>
                  <a:cubicBezTo>
                    <a:pt x="861" y="1508"/>
                    <a:pt x="860" y="1517"/>
                    <a:pt x="859" y="1522"/>
                  </a:cubicBezTo>
                  <a:cubicBezTo>
                    <a:pt x="859" y="1526"/>
                    <a:pt x="858" y="1536"/>
                    <a:pt x="859" y="1540"/>
                  </a:cubicBezTo>
                  <a:cubicBezTo>
                    <a:pt x="860" y="1544"/>
                    <a:pt x="864" y="1550"/>
                    <a:pt x="866" y="1554"/>
                  </a:cubicBezTo>
                  <a:cubicBezTo>
                    <a:pt x="868" y="1557"/>
                    <a:pt x="873" y="1564"/>
                    <a:pt x="872" y="1568"/>
                  </a:cubicBezTo>
                  <a:cubicBezTo>
                    <a:pt x="872" y="1571"/>
                    <a:pt x="867" y="1575"/>
                    <a:pt x="865" y="1577"/>
                  </a:cubicBezTo>
                  <a:cubicBezTo>
                    <a:pt x="863" y="1579"/>
                    <a:pt x="859" y="1583"/>
                    <a:pt x="857" y="1585"/>
                  </a:cubicBezTo>
                  <a:cubicBezTo>
                    <a:pt x="854" y="1587"/>
                    <a:pt x="843" y="1592"/>
                    <a:pt x="843" y="1593"/>
                  </a:cubicBezTo>
                  <a:cubicBezTo>
                    <a:pt x="843" y="1594"/>
                    <a:pt x="839" y="1599"/>
                    <a:pt x="837" y="1599"/>
                  </a:cubicBezTo>
                  <a:cubicBezTo>
                    <a:pt x="835" y="1601"/>
                    <a:pt x="829" y="1601"/>
                    <a:pt x="826" y="1600"/>
                  </a:cubicBezTo>
                  <a:cubicBezTo>
                    <a:pt x="823" y="1600"/>
                    <a:pt x="820" y="1595"/>
                    <a:pt x="818" y="1595"/>
                  </a:cubicBezTo>
                  <a:cubicBezTo>
                    <a:pt x="814" y="1594"/>
                    <a:pt x="806" y="1596"/>
                    <a:pt x="803" y="1595"/>
                  </a:cubicBezTo>
                  <a:cubicBezTo>
                    <a:pt x="800" y="1595"/>
                    <a:pt x="795" y="1592"/>
                    <a:pt x="792" y="1590"/>
                  </a:cubicBezTo>
                  <a:cubicBezTo>
                    <a:pt x="790" y="1589"/>
                    <a:pt x="786" y="1585"/>
                    <a:pt x="784" y="1585"/>
                  </a:cubicBezTo>
                  <a:cubicBezTo>
                    <a:pt x="781" y="1583"/>
                    <a:pt x="774" y="1583"/>
                    <a:pt x="771" y="1583"/>
                  </a:cubicBezTo>
                  <a:cubicBezTo>
                    <a:pt x="768" y="1584"/>
                    <a:pt x="765" y="1586"/>
                    <a:pt x="763" y="1586"/>
                  </a:cubicBezTo>
                  <a:cubicBezTo>
                    <a:pt x="759" y="1586"/>
                    <a:pt x="753" y="1583"/>
                    <a:pt x="750" y="1581"/>
                  </a:cubicBezTo>
                  <a:cubicBezTo>
                    <a:pt x="748" y="1579"/>
                    <a:pt x="743" y="1575"/>
                    <a:pt x="740" y="1572"/>
                  </a:cubicBezTo>
                  <a:cubicBezTo>
                    <a:pt x="738" y="1571"/>
                    <a:pt x="734" y="1567"/>
                    <a:pt x="733" y="1565"/>
                  </a:cubicBezTo>
                  <a:cubicBezTo>
                    <a:pt x="730" y="1561"/>
                    <a:pt x="728" y="1550"/>
                    <a:pt x="725" y="1547"/>
                  </a:cubicBezTo>
                  <a:cubicBezTo>
                    <a:pt x="723" y="1545"/>
                    <a:pt x="717" y="1543"/>
                    <a:pt x="715" y="1542"/>
                  </a:cubicBezTo>
                  <a:cubicBezTo>
                    <a:pt x="711" y="1541"/>
                    <a:pt x="704" y="1540"/>
                    <a:pt x="700" y="1540"/>
                  </a:cubicBezTo>
                  <a:cubicBezTo>
                    <a:pt x="697" y="1539"/>
                    <a:pt x="689" y="1540"/>
                    <a:pt x="686" y="1541"/>
                  </a:cubicBezTo>
                  <a:cubicBezTo>
                    <a:pt x="683" y="1541"/>
                    <a:pt x="677" y="1542"/>
                    <a:pt x="675" y="1543"/>
                  </a:cubicBezTo>
                  <a:cubicBezTo>
                    <a:pt x="674" y="1544"/>
                    <a:pt x="673" y="1546"/>
                    <a:pt x="672" y="1546"/>
                  </a:cubicBezTo>
                  <a:cubicBezTo>
                    <a:pt x="670" y="1547"/>
                    <a:pt x="665" y="1545"/>
                    <a:pt x="663" y="1542"/>
                  </a:cubicBezTo>
                  <a:cubicBezTo>
                    <a:pt x="662" y="1540"/>
                    <a:pt x="666" y="1533"/>
                    <a:pt x="664" y="1531"/>
                  </a:cubicBezTo>
                  <a:cubicBezTo>
                    <a:pt x="661" y="1527"/>
                    <a:pt x="649" y="1529"/>
                    <a:pt x="645" y="1530"/>
                  </a:cubicBezTo>
                  <a:cubicBezTo>
                    <a:pt x="640" y="1530"/>
                    <a:pt x="631" y="1531"/>
                    <a:pt x="628" y="1533"/>
                  </a:cubicBezTo>
                  <a:cubicBezTo>
                    <a:pt x="625" y="1534"/>
                    <a:pt x="621" y="1541"/>
                    <a:pt x="618" y="1542"/>
                  </a:cubicBezTo>
                  <a:cubicBezTo>
                    <a:pt x="615" y="1543"/>
                    <a:pt x="609" y="1542"/>
                    <a:pt x="606" y="1542"/>
                  </a:cubicBezTo>
                  <a:cubicBezTo>
                    <a:pt x="604" y="1543"/>
                    <a:pt x="596" y="1547"/>
                    <a:pt x="596" y="1547"/>
                  </a:cubicBezTo>
                  <a:cubicBezTo>
                    <a:pt x="595" y="1547"/>
                    <a:pt x="587" y="1551"/>
                    <a:pt x="584" y="1552"/>
                  </a:cubicBezTo>
                  <a:cubicBezTo>
                    <a:pt x="581" y="1554"/>
                    <a:pt x="574" y="1558"/>
                    <a:pt x="571" y="1558"/>
                  </a:cubicBezTo>
                  <a:cubicBezTo>
                    <a:pt x="567" y="1558"/>
                    <a:pt x="562" y="1554"/>
                    <a:pt x="558" y="1554"/>
                  </a:cubicBezTo>
                  <a:cubicBezTo>
                    <a:pt x="556" y="1554"/>
                    <a:pt x="551" y="1554"/>
                    <a:pt x="550" y="1556"/>
                  </a:cubicBezTo>
                  <a:cubicBezTo>
                    <a:pt x="549" y="1557"/>
                    <a:pt x="550" y="1562"/>
                    <a:pt x="549" y="1563"/>
                  </a:cubicBezTo>
                  <a:cubicBezTo>
                    <a:pt x="549" y="1566"/>
                    <a:pt x="546" y="1571"/>
                    <a:pt x="544" y="1573"/>
                  </a:cubicBezTo>
                  <a:cubicBezTo>
                    <a:pt x="541" y="1575"/>
                    <a:pt x="534" y="1578"/>
                    <a:pt x="530" y="1579"/>
                  </a:cubicBezTo>
                  <a:cubicBezTo>
                    <a:pt x="526" y="1581"/>
                    <a:pt x="516" y="1582"/>
                    <a:pt x="511" y="1583"/>
                  </a:cubicBezTo>
                  <a:cubicBezTo>
                    <a:pt x="506" y="1584"/>
                    <a:pt x="495" y="1584"/>
                    <a:pt x="491" y="1586"/>
                  </a:cubicBezTo>
                  <a:cubicBezTo>
                    <a:pt x="489" y="1586"/>
                    <a:pt x="485" y="1589"/>
                    <a:pt x="483" y="1589"/>
                  </a:cubicBezTo>
                  <a:cubicBezTo>
                    <a:pt x="480" y="1590"/>
                    <a:pt x="475" y="1592"/>
                    <a:pt x="472" y="1592"/>
                  </a:cubicBezTo>
                  <a:cubicBezTo>
                    <a:pt x="470" y="1593"/>
                    <a:pt x="465" y="1595"/>
                    <a:pt x="463" y="1593"/>
                  </a:cubicBezTo>
                  <a:cubicBezTo>
                    <a:pt x="462" y="1591"/>
                    <a:pt x="466" y="1587"/>
                    <a:pt x="465" y="1585"/>
                  </a:cubicBezTo>
                  <a:cubicBezTo>
                    <a:pt x="463" y="1583"/>
                    <a:pt x="457" y="1585"/>
                    <a:pt x="455" y="1584"/>
                  </a:cubicBezTo>
                  <a:cubicBezTo>
                    <a:pt x="452" y="1583"/>
                    <a:pt x="448" y="1577"/>
                    <a:pt x="446" y="1574"/>
                  </a:cubicBezTo>
                  <a:cubicBezTo>
                    <a:pt x="444" y="1571"/>
                    <a:pt x="443" y="1563"/>
                    <a:pt x="440" y="1560"/>
                  </a:cubicBezTo>
                  <a:cubicBezTo>
                    <a:pt x="438" y="1558"/>
                    <a:pt x="431" y="1557"/>
                    <a:pt x="428" y="1557"/>
                  </a:cubicBezTo>
                  <a:cubicBezTo>
                    <a:pt x="426" y="1558"/>
                    <a:pt x="421" y="1560"/>
                    <a:pt x="418" y="1561"/>
                  </a:cubicBezTo>
                  <a:cubicBezTo>
                    <a:pt x="413" y="1561"/>
                    <a:pt x="403" y="1563"/>
                    <a:pt x="399" y="1562"/>
                  </a:cubicBezTo>
                  <a:cubicBezTo>
                    <a:pt x="395" y="1560"/>
                    <a:pt x="389" y="1554"/>
                    <a:pt x="387" y="1551"/>
                  </a:cubicBezTo>
                  <a:cubicBezTo>
                    <a:pt x="385" y="1548"/>
                    <a:pt x="382" y="1542"/>
                    <a:pt x="381" y="1539"/>
                  </a:cubicBezTo>
                  <a:cubicBezTo>
                    <a:pt x="381" y="1535"/>
                    <a:pt x="384" y="1527"/>
                    <a:pt x="383" y="1523"/>
                  </a:cubicBezTo>
                  <a:cubicBezTo>
                    <a:pt x="382" y="1520"/>
                    <a:pt x="380" y="1514"/>
                    <a:pt x="378" y="1512"/>
                  </a:cubicBezTo>
                  <a:cubicBezTo>
                    <a:pt x="376" y="1510"/>
                    <a:pt x="371" y="1510"/>
                    <a:pt x="369" y="1509"/>
                  </a:cubicBezTo>
                  <a:cubicBezTo>
                    <a:pt x="366" y="1508"/>
                    <a:pt x="358" y="1504"/>
                    <a:pt x="358" y="1504"/>
                  </a:cubicBezTo>
                  <a:cubicBezTo>
                    <a:pt x="358" y="1503"/>
                    <a:pt x="358" y="1496"/>
                    <a:pt x="358" y="1493"/>
                  </a:cubicBezTo>
                  <a:cubicBezTo>
                    <a:pt x="357" y="1489"/>
                    <a:pt x="358" y="1480"/>
                    <a:pt x="357" y="1476"/>
                  </a:cubicBezTo>
                  <a:cubicBezTo>
                    <a:pt x="356" y="1472"/>
                    <a:pt x="352" y="1467"/>
                    <a:pt x="349" y="1464"/>
                  </a:cubicBezTo>
                  <a:cubicBezTo>
                    <a:pt x="346" y="1461"/>
                    <a:pt x="340" y="1457"/>
                    <a:pt x="337" y="1455"/>
                  </a:cubicBezTo>
                  <a:cubicBezTo>
                    <a:pt x="334" y="1454"/>
                    <a:pt x="329" y="1452"/>
                    <a:pt x="326" y="1452"/>
                  </a:cubicBezTo>
                  <a:cubicBezTo>
                    <a:pt x="324" y="1452"/>
                    <a:pt x="320" y="1456"/>
                    <a:pt x="318" y="1456"/>
                  </a:cubicBezTo>
                  <a:cubicBezTo>
                    <a:pt x="316" y="1456"/>
                    <a:pt x="313" y="1451"/>
                    <a:pt x="311" y="1451"/>
                  </a:cubicBezTo>
                  <a:cubicBezTo>
                    <a:pt x="309" y="1452"/>
                    <a:pt x="304" y="1459"/>
                    <a:pt x="303" y="1458"/>
                  </a:cubicBezTo>
                  <a:cubicBezTo>
                    <a:pt x="301" y="1458"/>
                    <a:pt x="292" y="1459"/>
                    <a:pt x="288" y="1459"/>
                  </a:cubicBezTo>
                  <a:cubicBezTo>
                    <a:pt x="285" y="1460"/>
                    <a:pt x="280" y="1462"/>
                    <a:pt x="277" y="1461"/>
                  </a:cubicBezTo>
                  <a:cubicBezTo>
                    <a:pt x="273" y="1460"/>
                    <a:pt x="268" y="1454"/>
                    <a:pt x="266" y="1450"/>
                  </a:cubicBezTo>
                  <a:cubicBezTo>
                    <a:pt x="264" y="1447"/>
                    <a:pt x="262" y="1440"/>
                    <a:pt x="260" y="1437"/>
                  </a:cubicBezTo>
                  <a:cubicBezTo>
                    <a:pt x="259" y="1435"/>
                    <a:pt x="257" y="1433"/>
                    <a:pt x="256" y="1432"/>
                  </a:cubicBezTo>
                  <a:cubicBezTo>
                    <a:pt x="255" y="1429"/>
                    <a:pt x="255" y="1424"/>
                    <a:pt x="255" y="1421"/>
                  </a:cubicBezTo>
                  <a:cubicBezTo>
                    <a:pt x="254" y="1419"/>
                    <a:pt x="252" y="1414"/>
                    <a:pt x="250" y="1412"/>
                  </a:cubicBezTo>
                  <a:cubicBezTo>
                    <a:pt x="248" y="1411"/>
                    <a:pt x="242" y="1411"/>
                    <a:pt x="240" y="1412"/>
                  </a:cubicBezTo>
                  <a:cubicBezTo>
                    <a:pt x="239" y="1412"/>
                    <a:pt x="236" y="1413"/>
                    <a:pt x="235" y="1414"/>
                  </a:cubicBezTo>
                  <a:cubicBezTo>
                    <a:pt x="234" y="1416"/>
                    <a:pt x="236" y="1421"/>
                    <a:pt x="235" y="1424"/>
                  </a:cubicBezTo>
                  <a:cubicBezTo>
                    <a:pt x="235" y="1426"/>
                    <a:pt x="235" y="1430"/>
                    <a:pt x="234" y="1431"/>
                  </a:cubicBezTo>
                  <a:cubicBezTo>
                    <a:pt x="232" y="1434"/>
                    <a:pt x="225" y="1435"/>
                    <a:pt x="223" y="1437"/>
                  </a:cubicBezTo>
                  <a:cubicBezTo>
                    <a:pt x="221" y="1438"/>
                    <a:pt x="218" y="1443"/>
                    <a:pt x="216" y="1444"/>
                  </a:cubicBezTo>
                  <a:cubicBezTo>
                    <a:pt x="214" y="1444"/>
                    <a:pt x="210" y="1443"/>
                    <a:pt x="209" y="1441"/>
                  </a:cubicBezTo>
                  <a:cubicBezTo>
                    <a:pt x="207" y="1438"/>
                    <a:pt x="209" y="1431"/>
                    <a:pt x="209" y="1427"/>
                  </a:cubicBezTo>
                  <a:cubicBezTo>
                    <a:pt x="209" y="1422"/>
                    <a:pt x="210" y="1412"/>
                    <a:pt x="210" y="1406"/>
                  </a:cubicBezTo>
                  <a:cubicBezTo>
                    <a:pt x="210" y="1397"/>
                    <a:pt x="210" y="1378"/>
                    <a:pt x="209" y="1368"/>
                  </a:cubicBezTo>
                  <a:cubicBezTo>
                    <a:pt x="207" y="1352"/>
                    <a:pt x="199" y="1320"/>
                    <a:pt x="195" y="1304"/>
                  </a:cubicBezTo>
                  <a:cubicBezTo>
                    <a:pt x="193" y="1293"/>
                    <a:pt x="188" y="1271"/>
                    <a:pt x="183" y="1261"/>
                  </a:cubicBezTo>
                  <a:cubicBezTo>
                    <a:pt x="181" y="1256"/>
                    <a:pt x="174" y="1247"/>
                    <a:pt x="171" y="1242"/>
                  </a:cubicBezTo>
                  <a:cubicBezTo>
                    <a:pt x="169" y="1240"/>
                    <a:pt x="164" y="1235"/>
                    <a:pt x="163" y="1232"/>
                  </a:cubicBezTo>
                  <a:cubicBezTo>
                    <a:pt x="162" y="1230"/>
                    <a:pt x="161" y="1226"/>
                    <a:pt x="161" y="1224"/>
                  </a:cubicBezTo>
                  <a:cubicBezTo>
                    <a:pt x="161" y="1221"/>
                    <a:pt x="162" y="1215"/>
                    <a:pt x="165" y="1214"/>
                  </a:cubicBezTo>
                  <a:cubicBezTo>
                    <a:pt x="167" y="1213"/>
                    <a:pt x="171" y="1220"/>
                    <a:pt x="174" y="1220"/>
                  </a:cubicBezTo>
                  <a:cubicBezTo>
                    <a:pt x="176" y="1220"/>
                    <a:pt x="181" y="1217"/>
                    <a:pt x="183" y="1215"/>
                  </a:cubicBezTo>
                  <a:cubicBezTo>
                    <a:pt x="185" y="1214"/>
                    <a:pt x="189" y="1210"/>
                    <a:pt x="189" y="1208"/>
                  </a:cubicBezTo>
                  <a:cubicBezTo>
                    <a:pt x="189" y="1206"/>
                    <a:pt x="188" y="1201"/>
                    <a:pt x="187" y="1201"/>
                  </a:cubicBezTo>
                  <a:cubicBezTo>
                    <a:pt x="185" y="1200"/>
                    <a:pt x="183" y="1201"/>
                    <a:pt x="181" y="1202"/>
                  </a:cubicBezTo>
                  <a:cubicBezTo>
                    <a:pt x="180" y="1202"/>
                    <a:pt x="178" y="1205"/>
                    <a:pt x="176" y="1206"/>
                  </a:cubicBezTo>
                  <a:cubicBezTo>
                    <a:pt x="174" y="1207"/>
                    <a:pt x="170" y="1207"/>
                    <a:pt x="168" y="1206"/>
                  </a:cubicBezTo>
                  <a:cubicBezTo>
                    <a:pt x="166" y="1206"/>
                    <a:pt x="164" y="1204"/>
                    <a:pt x="163" y="1204"/>
                  </a:cubicBezTo>
                  <a:cubicBezTo>
                    <a:pt x="161" y="1204"/>
                    <a:pt x="159" y="1204"/>
                    <a:pt x="157" y="1205"/>
                  </a:cubicBezTo>
                  <a:cubicBezTo>
                    <a:pt x="156" y="1205"/>
                    <a:pt x="152" y="1207"/>
                    <a:pt x="150" y="1207"/>
                  </a:cubicBezTo>
                  <a:cubicBezTo>
                    <a:pt x="149" y="1207"/>
                    <a:pt x="145" y="1205"/>
                    <a:pt x="144" y="1205"/>
                  </a:cubicBezTo>
                  <a:cubicBezTo>
                    <a:pt x="142" y="1205"/>
                    <a:pt x="138" y="1207"/>
                    <a:pt x="137" y="1207"/>
                  </a:cubicBezTo>
                  <a:cubicBezTo>
                    <a:pt x="134" y="1209"/>
                    <a:pt x="130" y="1214"/>
                    <a:pt x="127" y="1215"/>
                  </a:cubicBezTo>
                  <a:cubicBezTo>
                    <a:pt x="125" y="1216"/>
                    <a:pt x="121" y="1218"/>
                    <a:pt x="119" y="1219"/>
                  </a:cubicBezTo>
                  <a:cubicBezTo>
                    <a:pt x="115" y="1219"/>
                    <a:pt x="108" y="1218"/>
                    <a:pt x="104" y="1217"/>
                  </a:cubicBezTo>
                  <a:cubicBezTo>
                    <a:pt x="101" y="1217"/>
                    <a:pt x="96" y="1212"/>
                    <a:pt x="93" y="1212"/>
                  </a:cubicBezTo>
                  <a:cubicBezTo>
                    <a:pt x="91" y="1212"/>
                    <a:pt x="88" y="1212"/>
                    <a:pt x="88" y="1213"/>
                  </a:cubicBezTo>
                  <a:cubicBezTo>
                    <a:pt x="86" y="1214"/>
                    <a:pt x="88" y="1219"/>
                    <a:pt x="87" y="1220"/>
                  </a:cubicBezTo>
                  <a:cubicBezTo>
                    <a:pt x="85" y="1222"/>
                    <a:pt x="75" y="1221"/>
                    <a:pt x="75" y="1221"/>
                  </a:cubicBezTo>
                  <a:cubicBezTo>
                    <a:pt x="75" y="1220"/>
                    <a:pt x="73" y="1212"/>
                    <a:pt x="71" y="1210"/>
                  </a:cubicBezTo>
                  <a:cubicBezTo>
                    <a:pt x="70" y="1209"/>
                    <a:pt x="67" y="1208"/>
                    <a:pt x="66" y="1208"/>
                  </a:cubicBezTo>
                  <a:cubicBezTo>
                    <a:pt x="65" y="1208"/>
                    <a:pt x="63" y="1210"/>
                    <a:pt x="62" y="1210"/>
                  </a:cubicBezTo>
                  <a:cubicBezTo>
                    <a:pt x="60" y="1211"/>
                    <a:pt x="55" y="1213"/>
                    <a:pt x="54" y="1211"/>
                  </a:cubicBezTo>
                  <a:cubicBezTo>
                    <a:pt x="52" y="1210"/>
                    <a:pt x="52" y="1204"/>
                    <a:pt x="53" y="1201"/>
                  </a:cubicBezTo>
                  <a:cubicBezTo>
                    <a:pt x="54" y="1199"/>
                    <a:pt x="58" y="1195"/>
                    <a:pt x="60" y="1194"/>
                  </a:cubicBezTo>
                  <a:cubicBezTo>
                    <a:pt x="62" y="1194"/>
                    <a:pt x="67" y="1196"/>
                    <a:pt x="69" y="1195"/>
                  </a:cubicBezTo>
                  <a:cubicBezTo>
                    <a:pt x="70" y="1194"/>
                    <a:pt x="73" y="1192"/>
                    <a:pt x="73" y="1191"/>
                  </a:cubicBezTo>
                  <a:cubicBezTo>
                    <a:pt x="73" y="1190"/>
                    <a:pt x="72" y="1187"/>
                    <a:pt x="72" y="1186"/>
                  </a:cubicBezTo>
                  <a:cubicBezTo>
                    <a:pt x="71" y="1185"/>
                    <a:pt x="68" y="1183"/>
                    <a:pt x="67" y="1183"/>
                  </a:cubicBezTo>
                  <a:cubicBezTo>
                    <a:pt x="66" y="1183"/>
                    <a:pt x="63" y="1184"/>
                    <a:pt x="62" y="1184"/>
                  </a:cubicBezTo>
                  <a:cubicBezTo>
                    <a:pt x="60" y="1184"/>
                    <a:pt x="56" y="1184"/>
                    <a:pt x="54" y="1182"/>
                  </a:cubicBezTo>
                  <a:cubicBezTo>
                    <a:pt x="53" y="1181"/>
                    <a:pt x="53" y="1175"/>
                    <a:pt x="51" y="1173"/>
                  </a:cubicBezTo>
                  <a:cubicBezTo>
                    <a:pt x="50" y="1172"/>
                    <a:pt x="48" y="1170"/>
                    <a:pt x="47" y="1170"/>
                  </a:cubicBezTo>
                  <a:cubicBezTo>
                    <a:pt x="46" y="1170"/>
                    <a:pt x="45" y="1174"/>
                    <a:pt x="44" y="1174"/>
                  </a:cubicBezTo>
                  <a:cubicBezTo>
                    <a:pt x="43" y="1174"/>
                    <a:pt x="40" y="1172"/>
                    <a:pt x="39" y="1172"/>
                  </a:cubicBezTo>
                  <a:cubicBezTo>
                    <a:pt x="38" y="1172"/>
                    <a:pt x="34" y="1173"/>
                    <a:pt x="33" y="1172"/>
                  </a:cubicBezTo>
                  <a:cubicBezTo>
                    <a:pt x="32" y="1171"/>
                    <a:pt x="32" y="1168"/>
                    <a:pt x="33" y="1166"/>
                  </a:cubicBezTo>
                  <a:cubicBezTo>
                    <a:pt x="33" y="1165"/>
                    <a:pt x="35" y="1162"/>
                    <a:pt x="36" y="1161"/>
                  </a:cubicBezTo>
                  <a:cubicBezTo>
                    <a:pt x="36" y="1159"/>
                    <a:pt x="38" y="1154"/>
                    <a:pt x="37" y="1153"/>
                  </a:cubicBezTo>
                  <a:cubicBezTo>
                    <a:pt x="35" y="1150"/>
                    <a:pt x="29" y="1146"/>
                    <a:pt x="27" y="1147"/>
                  </a:cubicBezTo>
                  <a:cubicBezTo>
                    <a:pt x="25" y="1148"/>
                    <a:pt x="29" y="1154"/>
                    <a:pt x="28" y="1155"/>
                  </a:cubicBezTo>
                  <a:cubicBezTo>
                    <a:pt x="26" y="1156"/>
                    <a:pt x="22" y="1153"/>
                    <a:pt x="20" y="1153"/>
                  </a:cubicBezTo>
                  <a:cubicBezTo>
                    <a:pt x="17" y="1153"/>
                    <a:pt x="12" y="1155"/>
                    <a:pt x="9" y="1155"/>
                  </a:cubicBezTo>
                  <a:cubicBezTo>
                    <a:pt x="7" y="1154"/>
                    <a:pt x="2" y="1152"/>
                    <a:pt x="1" y="1150"/>
                  </a:cubicBezTo>
                  <a:cubicBezTo>
                    <a:pt x="0" y="1147"/>
                    <a:pt x="1" y="1142"/>
                    <a:pt x="1" y="1139"/>
                  </a:cubicBezTo>
                  <a:cubicBezTo>
                    <a:pt x="2" y="1136"/>
                    <a:pt x="5" y="1130"/>
                    <a:pt x="7" y="1128"/>
                  </a:cubicBezTo>
                  <a:cubicBezTo>
                    <a:pt x="8" y="1126"/>
                    <a:pt x="13" y="1125"/>
                    <a:pt x="14" y="1123"/>
                  </a:cubicBezTo>
                  <a:cubicBezTo>
                    <a:pt x="15" y="1120"/>
                    <a:pt x="14" y="1114"/>
                    <a:pt x="13" y="1111"/>
                  </a:cubicBezTo>
                  <a:cubicBezTo>
                    <a:pt x="13" y="1109"/>
                    <a:pt x="10" y="1105"/>
                    <a:pt x="10" y="1103"/>
                  </a:cubicBezTo>
                  <a:cubicBezTo>
                    <a:pt x="10" y="1100"/>
                    <a:pt x="14" y="1096"/>
                    <a:pt x="14" y="1093"/>
                  </a:cubicBezTo>
                  <a:cubicBezTo>
                    <a:pt x="14" y="1091"/>
                    <a:pt x="15" y="1086"/>
                    <a:pt x="14" y="1084"/>
                  </a:cubicBezTo>
                  <a:cubicBezTo>
                    <a:pt x="13" y="1082"/>
                    <a:pt x="9" y="1079"/>
                    <a:pt x="7" y="1078"/>
                  </a:cubicBezTo>
                  <a:cubicBezTo>
                    <a:pt x="6" y="1078"/>
                    <a:pt x="5" y="1078"/>
                    <a:pt x="4" y="1078"/>
                  </a:cubicBezTo>
                  <a:cubicBezTo>
                    <a:pt x="5" y="1076"/>
                    <a:pt x="6" y="1074"/>
                    <a:pt x="7" y="1074"/>
                  </a:cubicBezTo>
                  <a:cubicBezTo>
                    <a:pt x="8" y="1072"/>
                    <a:pt x="11" y="1071"/>
                    <a:pt x="13" y="1070"/>
                  </a:cubicBezTo>
                  <a:cubicBezTo>
                    <a:pt x="14" y="1069"/>
                    <a:pt x="18" y="1067"/>
                    <a:pt x="18" y="1065"/>
                  </a:cubicBezTo>
                  <a:cubicBezTo>
                    <a:pt x="19" y="1063"/>
                    <a:pt x="19" y="1060"/>
                    <a:pt x="19" y="1059"/>
                  </a:cubicBezTo>
                  <a:cubicBezTo>
                    <a:pt x="20" y="1058"/>
                    <a:pt x="23" y="1057"/>
                    <a:pt x="23" y="1056"/>
                  </a:cubicBezTo>
                  <a:cubicBezTo>
                    <a:pt x="24" y="1054"/>
                    <a:pt x="20" y="1048"/>
                    <a:pt x="22" y="1046"/>
                  </a:cubicBezTo>
                  <a:cubicBezTo>
                    <a:pt x="22" y="1045"/>
                    <a:pt x="27" y="1044"/>
                    <a:pt x="28" y="1043"/>
                  </a:cubicBezTo>
                  <a:cubicBezTo>
                    <a:pt x="30" y="1043"/>
                    <a:pt x="33" y="1043"/>
                    <a:pt x="34" y="1042"/>
                  </a:cubicBezTo>
                  <a:cubicBezTo>
                    <a:pt x="35" y="1041"/>
                    <a:pt x="34" y="1038"/>
                    <a:pt x="35" y="1037"/>
                  </a:cubicBezTo>
                  <a:cubicBezTo>
                    <a:pt x="35" y="1036"/>
                    <a:pt x="37" y="1036"/>
                    <a:pt x="38" y="1036"/>
                  </a:cubicBezTo>
                  <a:cubicBezTo>
                    <a:pt x="39" y="1036"/>
                    <a:pt x="43" y="1039"/>
                    <a:pt x="44" y="1038"/>
                  </a:cubicBezTo>
                  <a:cubicBezTo>
                    <a:pt x="45" y="1037"/>
                    <a:pt x="44" y="1034"/>
                    <a:pt x="44" y="1032"/>
                  </a:cubicBezTo>
                  <a:cubicBezTo>
                    <a:pt x="44" y="1031"/>
                    <a:pt x="43" y="1028"/>
                    <a:pt x="43" y="1027"/>
                  </a:cubicBezTo>
                  <a:cubicBezTo>
                    <a:pt x="43" y="1026"/>
                    <a:pt x="44" y="1023"/>
                    <a:pt x="45" y="1023"/>
                  </a:cubicBezTo>
                  <a:cubicBezTo>
                    <a:pt x="47" y="1022"/>
                    <a:pt x="50" y="1025"/>
                    <a:pt x="51" y="1024"/>
                  </a:cubicBezTo>
                  <a:cubicBezTo>
                    <a:pt x="52" y="1023"/>
                    <a:pt x="51" y="1020"/>
                    <a:pt x="50" y="1019"/>
                  </a:cubicBezTo>
                  <a:cubicBezTo>
                    <a:pt x="50" y="1018"/>
                    <a:pt x="50" y="1015"/>
                    <a:pt x="50" y="1014"/>
                  </a:cubicBezTo>
                  <a:cubicBezTo>
                    <a:pt x="51" y="1013"/>
                    <a:pt x="54" y="1013"/>
                    <a:pt x="55" y="1013"/>
                  </a:cubicBezTo>
                  <a:cubicBezTo>
                    <a:pt x="57" y="1014"/>
                    <a:pt x="59" y="1018"/>
                    <a:pt x="60" y="1018"/>
                  </a:cubicBezTo>
                  <a:cubicBezTo>
                    <a:pt x="62" y="1019"/>
                    <a:pt x="66" y="1018"/>
                    <a:pt x="68" y="1017"/>
                  </a:cubicBezTo>
                  <a:cubicBezTo>
                    <a:pt x="70" y="1016"/>
                    <a:pt x="73" y="1013"/>
                    <a:pt x="74" y="1011"/>
                  </a:cubicBezTo>
                  <a:cubicBezTo>
                    <a:pt x="75" y="1009"/>
                    <a:pt x="75" y="1004"/>
                    <a:pt x="75" y="1001"/>
                  </a:cubicBezTo>
                  <a:cubicBezTo>
                    <a:pt x="75" y="996"/>
                    <a:pt x="73" y="987"/>
                    <a:pt x="72" y="982"/>
                  </a:cubicBezTo>
                  <a:cubicBezTo>
                    <a:pt x="71" y="978"/>
                    <a:pt x="68" y="971"/>
                    <a:pt x="67" y="967"/>
                  </a:cubicBezTo>
                  <a:cubicBezTo>
                    <a:pt x="66" y="963"/>
                    <a:pt x="63" y="955"/>
                    <a:pt x="63" y="950"/>
                  </a:cubicBezTo>
                  <a:cubicBezTo>
                    <a:pt x="63" y="948"/>
                    <a:pt x="63" y="942"/>
                    <a:pt x="65" y="940"/>
                  </a:cubicBezTo>
                  <a:cubicBezTo>
                    <a:pt x="66" y="937"/>
                    <a:pt x="69" y="933"/>
                    <a:pt x="71" y="931"/>
                  </a:cubicBezTo>
                  <a:cubicBezTo>
                    <a:pt x="73" y="928"/>
                    <a:pt x="78" y="925"/>
                    <a:pt x="80" y="922"/>
                  </a:cubicBezTo>
                  <a:cubicBezTo>
                    <a:pt x="82" y="921"/>
                    <a:pt x="84" y="917"/>
                    <a:pt x="86" y="916"/>
                  </a:cubicBezTo>
                  <a:cubicBezTo>
                    <a:pt x="88" y="915"/>
                    <a:pt x="93" y="913"/>
                    <a:pt x="95" y="913"/>
                  </a:cubicBezTo>
                  <a:cubicBezTo>
                    <a:pt x="96" y="914"/>
                    <a:pt x="99" y="916"/>
                    <a:pt x="100" y="918"/>
                  </a:cubicBezTo>
                  <a:cubicBezTo>
                    <a:pt x="101" y="919"/>
                    <a:pt x="101" y="923"/>
                    <a:pt x="100" y="925"/>
                  </a:cubicBezTo>
                  <a:cubicBezTo>
                    <a:pt x="99" y="927"/>
                    <a:pt x="95" y="932"/>
                    <a:pt x="93" y="934"/>
                  </a:cubicBezTo>
                  <a:cubicBezTo>
                    <a:pt x="92" y="936"/>
                    <a:pt x="87" y="937"/>
                    <a:pt x="86" y="939"/>
                  </a:cubicBezTo>
                  <a:cubicBezTo>
                    <a:pt x="86" y="941"/>
                    <a:pt x="87" y="944"/>
                    <a:pt x="88" y="945"/>
                  </a:cubicBezTo>
                  <a:cubicBezTo>
                    <a:pt x="90" y="947"/>
                    <a:pt x="95" y="947"/>
                    <a:pt x="97" y="947"/>
                  </a:cubicBezTo>
                  <a:cubicBezTo>
                    <a:pt x="99" y="947"/>
                    <a:pt x="103" y="945"/>
                    <a:pt x="105" y="945"/>
                  </a:cubicBezTo>
                  <a:cubicBezTo>
                    <a:pt x="106" y="945"/>
                    <a:pt x="110" y="945"/>
                    <a:pt x="111" y="945"/>
                  </a:cubicBezTo>
                  <a:cubicBezTo>
                    <a:pt x="114" y="946"/>
                    <a:pt x="118" y="951"/>
                    <a:pt x="121" y="953"/>
                  </a:cubicBezTo>
                  <a:cubicBezTo>
                    <a:pt x="123" y="955"/>
                    <a:pt x="126" y="959"/>
                    <a:pt x="128" y="961"/>
                  </a:cubicBezTo>
                  <a:cubicBezTo>
                    <a:pt x="130" y="962"/>
                    <a:pt x="135" y="962"/>
                    <a:pt x="137" y="962"/>
                  </a:cubicBezTo>
                  <a:cubicBezTo>
                    <a:pt x="140" y="961"/>
                    <a:pt x="144" y="958"/>
                    <a:pt x="146" y="957"/>
                  </a:cubicBezTo>
                  <a:cubicBezTo>
                    <a:pt x="148" y="956"/>
                    <a:pt x="153" y="954"/>
                    <a:pt x="155" y="954"/>
                  </a:cubicBezTo>
                  <a:cubicBezTo>
                    <a:pt x="157" y="954"/>
                    <a:pt x="161" y="956"/>
                    <a:pt x="163" y="957"/>
                  </a:cubicBezTo>
                  <a:cubicBezTo>
                    <a:pt x="165" y="959"/>
                    <a:pt x="166" y="965"/>
                    <a:pt x="168" y="966"/>
                  </a:cubicBezTo>
                  <a:cubicBezTo>
                    <a:pt x="171" y="968"/>
                    <a:pt x="179" y="966"/>
                    <a:pt x="182" y="966"/>
                  </a:cubicBezTo>
                  <a:cubicBezTo>
                    <a:pt x="185" y="966"/>
                    <a:pt x="191" y="965"/>
                    <a:pt x="194" y="964"/>
                  </a:cubicBezTo>
                  <a:cubicBezTo>
                    <a:pt x="197" y="963"/>
                    <a:pt x="204" y="960"/>
                    <a:pt x="207" y="959"/>
                  </a:cubicBezTo>
                  <a:cubicBezTo>
                    <a:pt x="210" y="957"/>
                    <a:pt x="214" y="953"/>
                    <a:pt x="216" y="952"/>
                  </a:cubicBezTo>
                  <a:cubicBezTo>
                    <a:pt x="218" y="951"/>
                    <a:pt x="223" y="952"/>
                    <a:pt x="225" y="951"/>
                  </a:cubicBezTo>
                  <a:cubicBezTo>
                    <a:pt x="226" y="951"/>
                    <a:pt x="229" y="950"/>
                    <a:pt x="231" y="949"/>
                  </a:cubicBezTo>
                  <a:cubicBezTo>
                    <a:pt x="232" y="947"/>
                    <a:pt x="235" y="943"/>
                    <a:pt x="235" y="941"/>
                  </a:cubicBezTo>
                  <a:cubicBezTo>
                    <a:pt x="237" y="938"/>
                    <a:pt x="237" y="932"/>
                    <a:pt x="238" y="929"/>
                  </a:cubicBezTo>
                  <a:cubicBezTo>
                    <a:pt x="239" y="927"/>
                    <a:pt x="240" y="923"/>
                    <a:pt x="242" y="922"/>
                  </a:cubicBezTo>
                  <a:cubicBezTo>
                    <a:pt x="244" y="921"/>
                    <a:pt x="248" y="920"/>
                    <a:pt x="250" y="920"/>
                  </a:cubicBezTo>
                  <a:cubicBezTo>
                    <a:pt x="253" y="919"/>
                    <a:pt x="259" y="922"/>
                    <a:pt x="262" y="922"/>
                  </a:cubicBezTo>
                  <a:cubicBezTo>
                    <a:pt x="264" y="922"/>
                    <a:pt x="269" y="921"/>
                    <a:pt x="270" y="919"/>
                  </a:cubicBezTo>
                  <a:cubicBezTo>
                    <a:pt x="272" y="917"/>
                    <a:pt x="272" y="912"/>
                    <a:pt x="273" y="910"/>
                  </a:cubicBezTo>
                  <a:cubicBezTo>
                    <a:pt x="274" y="908"/>
                    <a:pt x="275" y="903"/>
                    <a:pt x="277" y="901"/>
                  </a:cubicBezTo>
                  <a:cubicBezTo>
                    <a:pt x="278" y="899"/>
                    <a:pt x="282" y="898"/>
                    <a:pt x="283" y="897"/>
                  </a:cubicBezTo>
                  <a:cubicBezTo>
                    <a:pt x="285" y="895"/>
                    <a:pt x="289" y="893"/>
                    <a:pt x="290" y="891"/>
                  </a:cubicBezTo>
                  <a:cubicBezTo>
                    <a:pt x="291" y="889"/>
                    <a:pt x="290" y="885"/>
                    <a:pt x="290" y="883"/>
                  </a:cubicBezTo>
                  <a:cubicBezTo>
                    <a:pt x="290" y="881"/>
                    <a:pt x="290" y="877"/>
                    <a:pt x="291" y="876"/>
                  </a:cubicBezTo>
                  <a:cubicBezTo>
                    <a:pt x="293" y="874"/>
                    <a:pt x="299" y="873"/>
                    <a:pt x="302" y="872"/>
                  </a:cubicBezTo>
                  <a:cubicBezTo>
                    <a:pt x="304" y="871"/>
                    <a:pt x="307" y="869"/>
                    <a:pt x="308" y="868"/>
                  </a:cubicBezTo>
                  <a:cubicBezTo>
                    <a:pt x="309" y="867"/>
                    <a:pt x="308" y="862"/>
                    <a:pt x="309" y="861"/>
                  </a:cubicBezTo>
                  <a:cubicBezTo>
                    <a:pt x="311" y="859"/>
                    <a:pt x="315" y="858"/>
                    <a:pt x="317" y="858"/>
                  </a:cubicBezTo>
                  <a:cubicBezTo>
                    <a:pt x="319" y="858"/>
                    <a:pt x="323" y="859"/>
                    <a:pt x="324" y="860"/>
                  </a:cubicBezTo>
                  <a:cubicBezTo>
                    <a:pt x="326" y="861"/>
                    <a:pt x="328" y="866"/>
                    <a:pt x="330" y="867"/>
                  </a:cubicBezTo>
                  <a:cubicBezTo>
                    <a:pt x="332" y="870"/>
                    <a:pt x="338" y="873"/>
                    <a:pt x="341" y="875"/>
                  </a:cubicBezTo>
                  <a:cubicBezTo>
                    <a:pt x="343" y="876"/>
                    <a:pt x="348" y="878"/>
                    <a:pt x="351" y="878"/>
                  </a:cubicBezTo>
                  <a:cubicBezTo>
                    <a:pt x="353" y="878"/>
                    <a:pt x="357" y="876"/>
                    <a:pt x="359" y="876"/>
                  </a:cubicBezTo>
                  <a:cubicBezTo>
                    <a:pt x="362" y="877"/>
                    <a:pt x="363" y="883"/>
                    <a:pt x="365" y="885"/>
                  </a:cubicBezTo>
                  <a:cubicBezTo>
                    <a:pt x="366" y="887"/>
                    <a:pt x="369" y="888"/>
                    <a:pt x="371" y="889"/>
                  </a:cubicBezTo>
                  <a:cubicBezTo>
                    <a:pt x="373" y="890"/>
                    <a:pt x="378" y="891"/>
                    <a:pt x="381" y="892"/>
                  </a:cubicBezTo>
                  <a:cubicBezTo>
                    <a:pt x="385" y="892"/>
                    <a:pt x="392" y="892"/>
                    <a:pt x="396" y="892"/>
                  </a:cubicBezTo>
                  <a:cubicBezTo>
                    <a:pt x="397" y="892"/>
                    <a:pt x="398" y="891"/>
                    <a:pt x="399" y="891"/>
                  </a:cubicBezTo>
                  <a:cubicBezTo>
                    <a:pt x="401" y="891"/>
                    <a:pt x="404" y="891"/>
                    <a:pt x="405" y="892"/>
                  </a:cubicBezTo>
                  <a:cubicBezTo>
                    <a:pt x="406" y="894"/>
                    <a:pt x="406" y="898"/>
                    <a:pt x="406" y="900"/>
                  </a:cubicBezTo>
                  <a:cubicBezTo>
                    <a:pt x="407" y="901"/>
                    <a:pt x="408" y="903"/>
                    <a:pt x="409" y="904"/>
                  </a:cubicBezTo>
                  <a:cubicBezTo>
                    <a:pt x="412" y="906"/>
                    <a:pt x="418" y="906"/>
                    <a:pt x="422" y="906"/>
                  </a:cubicBezTo>
                  <a:cubicBezTo>
                    <a:pt x="423" y="906"/>
                    <a:pt x="426" y="905"/>
                    <a:pt x="427" y="906"/>
                  </a:cubicBezTo>
                  <a:cubicBezTo>
                    <a:pt x="428" y="906"/>
                    <a:pt x="431" y="906"/>
                    <a:pt x="432" y="907"/>
                  </a:cubicBezTo>
                  <a:cubicBezTo>
                    <a:pt x="433" y="908"/>
                    <a:pt x="434" y="912"/>
                    <a:pt x="435" y="914"/>
                  </a:cubicBezTo>
                  <a:cubicBezTo>
                    <a:pt x="436" y="915"/>
                    <a:pt x="439" y="918"/>
                    <a:pt x="440" y="918"/>
                  </a:cubicBezTo>
                  <a:cubicBezTo>
                    <a:pt x="442" y="918"/>
                    <a:pt x="445" y="914"/>
                    <a:pt x="446" y="913"/>
                  </a:cubicBezTo>
                  <a:cubicBezTo>
                    <a:pt x="448" y="912"/>
                    <a:pt x="450" y="909"/>
                    <a:pt x="451" y="908"/>
                  </a:cubicBezTo>
                  <a:cubicBezTo>
                    <a:pt x="454" y="906"/>
                    <a:pt x="460" y="904"/>
                    <a:pt x="463" y="903"/>
                  </a:cubicBezTo>
                  <a:cubicBezTo>
                    <a:pt x="466" y="903"/>
                    <a:pt x="471" y="902"/>
                    <a:pt x="474" y="902"/>
                  </a:cubicBezTo>
                  <a:cubicBezTo>
                    <a:pt x="476" y="903"/>
                    <a:pt x="479" y="907"/>
                    <a:pt x="482" y="909"/>
                  </a:cubicBezTo>
                  <a:cubicBezTo>
                    <a:pt x="483" y="910"/>
                    <a:pt x="487" y="913"/>
                    <a:pt x="489" y="913"/>
                  </a:cubicBezTo>
                  <a:cubicBezTo>
                    <a:pt x="492" y="913"/>
                    <a:pt x="498" y="908"/>
                    <a:pt x="502" y="907"/>
                  </a:cubicBezTo>
                  <a:cubicBezTo>
                    <a:pt x="505" y="906"/>
                    <a:pt x="513" y="904"/>
                    <a:pt x="517" y="903"/>
                  </a:cubicBezTo>
                  <a:cubicBezTo>
                    <a:pt x="520" y="903"/>
                    <a:pt x="525" y="901"/>
                    <a:pt x="528" y="901"/>
                  </a:cubicBezTo>
                  <a:cubicBezTo>
                    <a:pt x="530" y="901"/>
                    <a:pt x="534" y="905"/>
                    <a:pt x="536" y="904"/>
                  </a:cubicBezTo>
                  <a:cubicBezTo>
                    <a:pt x="538" y="903"/>
                    <a:pt x="538" y="899"/>
                    <a:pt x="539" y="897"/>
                  </a:cubicBezTo>
                  <a:cubicBezTo>
                    <a:pt x="540" y="894"/>
                    <a:pt x="543" y="889"/>
                    <a:pt x="542" y="886"/>
                  </a:cubicBezTo>
                  <a:cubicBezTo>
                    <a:pt x="542" y="884"/>
                    <a:pt x="540" y="879"/>
                    <a:pt x="538" y="877"/>
                  </a:cubicBezTo>
                  <a:cubicBezTo>
                    <a:pt x="536" y="875"/>
                    <a:pt x="530" y="874"/>
                    <a:pt x="528" y="873"/>
                  </a:cubicBezTo>
                  <a:cubicBezTo>
                    <a:pt x="525" y="871"/>
                    <a:pt x="520" y="869"/>
                    <a:pt x="518" y="867"/>
                  </a:cubicBezTo>
                  <a:cubicBezTo>
                    <a:pt x="516" y="865"/>
                    <a:pt x="514" y="859"/>
                    <a:pt x="514" y="856"/>
                  </a:cubicBezTo>
                  <a:cubicBezTo>
                    <a:pt x="514" y="852"/>
                    <a:pt x="519" y="845"/>
                    <a:pt x="520" y="841"/>
                  </a:cubicBezTo>
                  <a:cubicBezTo>
                    <a:pt x="521" y="839"/>
                    <a:pt x="522" y="835"/>
                    <a:pt x="523" y="833"/>
                  </a:cubicBezTo>
                  <a:cubicBezTo>
                    <a:pt x="525" y="832"/>
                    <a:pt x="531" y="831"/>
                    <a:pt x="533" y="829"/>
                  </a:cubicBezTo>
                  <a:cubicBezTo>
                    <a:pt x="534" y="828"/>
                    <a:pt x="537" y="825"/>
                    <a:pt x="538" y="823"/>
                  </a:cubicBezTo>
                  <a:cubicBezTo>
                    <a:pt x="540" y="820"/>
                    <a:pt x="545" y="816"/>
                    <a:pt x="546" y="813"/>
                  </a:cubicBezTo>
                  <a:cubicBezTo>
                    <a:pt x="547" y="811"/>
                    <a:pt x="545" y="806"/>
                    <a:pt x="546" y="804"/>
                  </a:cubicBezTo>
                  <a:cubicBezTo>
                    <a:pt x="547" y="803"/>
                    <a:pt x="550" y="802"/>
                    <a:pt x="551" y="801"/>
                  </a:cubicBezTo>
                  <a:cubicBezTo>
                    <a:pt x="553" y="800"/>
                    <a:pt x="556" y="797"/>
                    <a:pt x="557" y="795"/>
                  </a:cubicBezTo>
                  <a:cubicBezTo>
                    <a:pt x="559" y="792"/>
                    <a:pt x="562" y="787"/>
                    <a:pt x="561" y="784"/>
                  </a:cubicBezTo>
                  <a:cubicBezTo>
                    <a:pt x="560" y="782"/>
                    <a:pt x="556" y="779"/>
                    <a:pt x="555" y="778"/>
                  </a:cubicBezTo>
                  <a:cubicBezTo>
                    <a:pt x="553" y="776"/>
                    <a:pt x="550" y="771"/>
                    <a:pt x="549" y="768"/>
                  </a:cubicBezTo>
                  <a:cubicBezTo>
                    <a:pt x="549" y="767"/>
                    <a:pt x="552" y="763"/>
                    <a:pt x="553" y="762"/>
                  </a:cubicBezTo>
                  <a:cubicBezTo>
                    <a:pt x="554" y="759"/>
                    <a:pt x="557" y="755"/>
                    <a:pt x="559" y="754"/>
                  </a:cubicBezTo>
                  <a:cubicBezTo>
                    <a:pt x="560" y="752"/>
                    <a:pt x="564" y="751"/>
                    <a:pt x="565" y="750"/>
                  </a:cubicBezTo>
                  <a:cubicBezTo>
                    <a:pt x="568" y="750"/>
                    <a:pt x="573" y="752"/>
                    <a:pt x="575" y="751"/>
                  </a:cubicBezTo>
                  <a:cubicBezTo>
                    <a:pt x="577" y="750"/>
                    <a:pt x="578" y="746"/>
                    <a:pt x="579" y="744"/>
                  </a:cubicBezTo>
                  <a:cubicBezTo>
                    <a:pt x="579" y="742"/>
                    <a:pt x="578" y="736"/>
                    <a:pt x="578" y="734"/>
                  </a:cubicBezTo>
                  <a:cubicBezTo>
                    <a:pt x="578" y="731"/>
                    <a:pt x="577" y="727"/>
                    <a:pt x="578" y="725"/>
                  </a:cubicBezTo>
                  <a:cubicBezTo>
                    <a:pt x="579" y="723"/>
                    <a:pt x="583" y="722"/>
                    <a:pt x="583" y="720"/>
                  </a:cubicBezTo>
                  <a:cubicBezTo>
                    <a:pt x="585" y="718"/>
                    <a:pt x="586" y="712"/>
                    <a:pt x="586" y="710"/>
                  </a:cubicBezTo>
                  <a:cubicBezTo>
                    <a:pt x="586" y="708"/>
                    <a:pt x="584" y="705"/>
                    <a:pt x="582" y="704"/>
                  </a:cubicBezTo>
                  <a:cubicBezTo>
                    <a:pt x="580" y="702"/>
                    <a:pt x="574" y="702"/>
                    <a:pt x="571" y="702"/>
                  </a:cubicBezTo>
                  <a:cubicBezTo>
                    <a:pt x="568" y="702"/>
                    <a:pt x="561" y="704"/>
                    <a:pt x="559" y="702"/>
                  </a:cubicBezTo>
                  <a:cubicBezTo>
                    <a:pt x="556" y="701"/>
                    <a:pt x="553" y="695"/>
                    <a:pt x="552" y="693"/>
                  </a:cubicBezTo>
                  <a:cubicBezTo>
                    <a:pt x="550" y="690"/>
                    <a:pt x="549" y="683"/>
                    <a:pt x="550" y="679"/>
                  </a:cubicBezTo>
                  <a:cubicBezTo>
                    <a:pt x="550" y="677"/>
                    <a:pt x="553" y="672"/>
                    <a:pt x="555" y="670"/>
                  </a:cubicBezTo>
                  <a:cubicBezTo>
                    <a:pt x="556" y="669"/>
                    <a:pt x="559" y="667"/>
                    <a:pt x="560" y="665"/>
                  </a:cubicBezTo>
                  <a:cubicBezTo>
                    <a:pt x="561" y="663"/>
                    <a:pt x="561" y="659"/>
                    <a:pt x="561" y="657"/>
                  </a:cubicBezTo>
                  <a:cubicBezTo>
                    <a:pt x="560" y="655"/>
                    <a:pt x="556" y="651"/>
                    <a:pt x="555" y="649"/>
                  </a:cubicBezTo>
                  <a:cubicBezTo>
                    <a:pt x="555" y="647"/>
                    <a:pt x="556" y="643"/>
                    <a:pt x="555" y="641"/>
                  </a:cubicBezTo>
                  <a:cubicBezTo>
                    <a:pt x="554" y="640"/>
                    <a:pt x="548" y="639"/>
                    <a:pt x="547" y="638"/>
                  </a:cubicBezTo>
                  <a:cubicBezTo>
                    <a:pt x="544" y="635"/>
                    <a:pt x="539" y="630"/>
                    <a:pt x="538" y="627"/>
                  </a:cubicBezTo>
                  <a:cubicBezTo>
                    <a:pt x="537" y="624"/>
                    <a:pt x="538" y="618"/>
                    <a:pt x="539" y="616"/>
                  </a:cubicBezTo>
                  <a:cubicBezTo>
                    <a:pt x="540" y="615"/>
                    <a:pt x="543" y="614"/>
                    <a:pt x="543" y="613"/>
                  </a:cubicBezTo>
                  <a:cubicBezTo>
                    <a:pt x="544" y="610"/>
                    <a:pt x="543" y="605"/>
                    <a:pt x="543" y="603"/>
                  </a:cubicBezTo>
                  <a:cubicBezTo>
                    <a:pt x="542" y="600"/>
                    <a:pt x="539" y="594"/>
                    <a:pt x="539" y="591"/>
                  </a:cubicBezTo>
                  <a:cubicBezTo>
                    <a:pt x="540" y="589"/>
                    <a:pt x="543" y="587"/>
                    <a:pt x="544" y="586"/>
                  </a:cubicBezTo>
                  <a:cubicBezTo>
                    <a:pt x="545" y="584"/>
                    <a:pt x="548" y="580"/>
                    <a:pt x="548" y="578"/>
                  </a:cubicBezTo>
                  <a:cubicBezTo>
                    <a:pt x="549" y="575"/>
                    <a:pt x="548" y="569"/>
                    <a:pt x="547" y="566"/>
                  </a:cubicBezTo>
                  <a:cubicBezTo>
                    <a:pt x="545" y="563"/>
                    <a:pt x="536" y="559"/>
                    <a:pt x="534" y="556"/>
                  </a:cubicBezTo>
                  <a:cubicBezTo>
                    <a:pt x="533" y="554"/>
                    <a:pt x="532" y="549"/>
                    <a:pt x="533" y="547"/>
                  </a:cubicBezTo>
                  <a:cubicBezTo>
                    <a:pt x="533" y="544"/>
                    <a:pt x="537" y="540"/>
                    <a:pt x="539" y="537"/>
                  </a:cubicBezTo>
                  <a:cubicBezTo>
                    <a:pt x="539" y="536"/>
                    <a:pt x="541" y="533"/>
                    <a:pt x="542" y="532"/>
                  </a:cubicBezTo>
                  <a:cubicBezTo>
                    <a:pt x="542" y="529"/>
                    <a:pt x="541" y="524"/>
                    <a:pt x="541" y="522"/>
                  </a:cubicBezTo>
                  <a:cubicBezTo>
                    <a:pt x="540" y="519"/>
                    <a:pt x="535" y="515"/>
                    <a:pt x="534" y="513"/>
                  </a:cubicBezTo>
                  <a:cubicBezTo>
                    <a:pt x="533" y="511"/>
                    <a:pt x="533" y="506"/>
                    <a:pt x="534" y="504"/>
                  </a:cubicBezTo>
                  <a:cubicBezTo>
                    <a:pt x="535" y="504"/>
                    <a:pt x="537" y="503"/>
                    <a:pt x="537" y="503"/>
                  </a:cubicBezTo>
                  <a:cubicBezTo>
                    <a:pt x="539" y="503"/>
                    <a:pt x="540" y="507"/>
                    <a:pt x="542" y="507"/>
                  </a:cubicBezTo>
                  <a:cubicBezTo>
                    <a:pt x="544" y="509"/>
                    <a:pt x="549" y="511"/>
                    <a:pt x="551" y="510"/>
                  </a:cubicBezTo>
                  <a:cubicBezTo>
                    <a:pt x="552" y="510"/>
                    <a:pt x="553" y="508"/>
                    <a:pt x="553" y="506"/>
                  </a:cubicBezTo>
                  <a:cubicBezTo>
                    <a:pt x="553" y="504"/>
                    <a:pt x="551" y="500"/>
                    <a:pt x="552" y="498"/>
                  </a:cubicBezTo>
                  <a:cubicBezTo>
                    <a:pt x="553" y="497"/>
                    <a:pt x="555" y="495"/>
                    <a:pt x="557" y="494"/>
                  </a:cubicBezTo>
                  <a:cubicBezTo>
                    <a:pt x="558" y="493"/>
                    <a:pt x="563" y="494"/>
                    <a:pt x="564" y="493"/>
                  </a:cubicBezTo>
                  <a:cubicBezTo>
                    <a:pt x="566" y="492"/>
                    <a:pt x="566" y="488"/>
                    <a:pt x="567" y="486"/>
                  </a:cubicBezTo>
                  <a:cubicBezTo>
                    <a:pt x="568" y="485"/>
                    <a:pt x="571" y="481"/>
                    <a:pt x="571" y="479"/>
                  </a:cubicBezTo>
                  <a:cubicBezTo>
                    <a:pt x="572" y="477"/>
                    <a:pt x="572" y="471"/>
                    <a:pt x="571" y="469"/>
                  </a:cubicBezTo>
                  <a:cubicBezTo>
                    <a:pt x="571" y="467"/>
                    <a:pt x="567" y="464"/>
                    <a:pt x="567" y="462"/>
                  </a:cubicBezTo>
                  <a:cubicBezTo>
                    <a:pt x="566" y="459"/>
                    <a:pt x="569" y="453"/>
                    <a:pt x="569" y="450"/>
                  </a:cubicBezTo>
                  <a:cubicBezTo>
                    <a:pt x="569" y="447"/>
                    <a:pt x="566" y="441"/>
                    <a:pt x="564" y="438"/>
                  </a:cubicBezTo>
                  <a:cubicBezTo>
                    <a:pt x="563" y="436"/>
                    <a:pt x="561" y="430"/>
                    <a:pt x="559" y="429"/>
                  </a:cubicBezTo>
                  <a:cubicBezTo>
                    <a:pt x="557" y="428"/>
                    <a:pt x="552" y="429"/>
                    <a:pt x="550" y="429"/>
                  </a:cubicBezTo>
                  <a:cubicBezTo>
                    <a:pt x="547" y="430"/>
                    <a:pt x="541" y="434"/>
                    <a:pt x="537" y="435"/>
                  </a:cubicBezTo>
                  <a:cubicBezTo>
                    <a:pt x="535" y="435"/>
                    <a:pt x="530" y="436"/>
                    <a:pt x="528" y="434"/>
                  </a:cubicBezTo>
                  <a:cubicBezTo>
                    <a:pt x="524" y="432"/>
                    <a:pt x="521" y="423"/>
                    <a:pt x="520" y="420"/>
                  </a:cubicBezTo>
                  <a:cubicBezTo>
                    <a:pt x="519" y="417"/>
                    <a:pt x="519" y="410"/>
                    <a:pt x="517" y="407"/>
                  </a:cubicBezTo>
                  <a:cubicBezTo>
                    <a:pt x="516" y="404"/>
                    <a:pt x="510" y="400"/>
                    <a:pt x="509" y="397"/>
                  </a:cubicBezTo>
                  <a:cubicBezTo>
                    <a:pt x="509" y="395"/>
                    <a:pt x="510" y="390"/>
                    <a:pt x="511" y="388"/>
                  </a:cubicBezTo>
                  <a:cubicBezTo>
                    <a:pt x="512" y="386"/>
                    <a:pt x="518" y="383"/>
                    <a:pt x="520" y="382"/>
                  </a:cubicBezTo>
                  <a:cubicBezTo>
                    <a:pt x="523" y="380"/>
                    <a:pt x="530" y="380"/>
                    <a:pt x="533" y="378"/>
                  </a:cubicBezTo>
                  <a:cubicBezTo>
                    <a:pt x="535" y="377"/>
                    <a:pt x="536" y="372"/>
                    <a:pt x="537" y="371"/>
                  </a:cubicBezTo>
                  <a:cubicBezTo>
                    <a:pt x="539" y="369"/>
                    <a:pt x="543" y="365"/>
                    <a:pt x="546" y="365"/>
                  </a:cubicBezTo>
                  <a:cubicBezTo>
                    <a:pt x="548" y="364"/>
                    <a:pt x="552" y="365"/>
                    <a:pt x="554" y="364"/>
                  </a:cubicBezTo>
                  <a:cubicBezTo>
                    <a:pt x="555" y="364"/>
                    <a:pt x="559" y="362"/>
                    <a:pt x="560" y="361"/>
                  </a:cubicBezTo>
                  <a:cubicBezTo>
                    <a:pt x="561" y="359"/>
                    <a:pt x="560" y="353"/>
                    <a:pt x="559" y="351"/>
                  </a:cubicBezTo>
                  <a:cubicBezTo>
                    <a:pt x="559" y="347"/>
                    <a:pt x="557" y="341"/>
                    <a:pt x="557" y="338"/>
                  </a:cubicBezTo>
                  <a:cubicBezTo>
                    <a:pt x="557" y="335"/>
                    <a:pt x="559" y="329"/>
                    <a:pt x="559" y="327"/>
                  </a:cubicBezTo>
                  <a:cubicBezTo>
                    <a:pt x="559" y="324"/>
                    <a:pt x="556" y="319"/>
                    <a:pt x="555" y="317"/>
                  </a:cubicBezTo>
                  <a:cubicBezTo>
                    <a:pt x="553" y="313"/>
                    <a:pt x="547" y="308"/>
                    <a:pt x="545" y="305"/>
                  </a:cubicBezTo>
                  <a:cubicBezTo>
                    <a:pt x="545" y="302"/>
                    <a:pt x="544" y="297"/>
                    <a:pt x="545" y="294"/>
                  </a:cubicBezTo>
                  <a:cubicBezTo>
                    <a:pt x="546" y="292"/>
                    <a:pt x="550" y="290"/>
                    <a:pt x="552" y="290"/>
                  </a:cubicBezTo>
                  <a:cubicBezTo>
                    <a:pt x="554" y="289"/>
                    <a:pt x="559" y="289"/>
                    <a:pt x="561" y="288"/>
                  </a:cubicBezTo>
                  <a:cubicBezTo>
                    <a:pt x="562" y="287"/>
                    <a:pt x="565" y="285"/>
                    <a:pt x="565" y="284"/>
                  </a:cubicBezTo>
                  <a:cubicBezTo>
                    <a:pt x="567" y="281"/>
                    <a:pt x="569" y="274"/>
                    <a:pt x="568" y="271"/>
                  </a:cubicBezTo>
                  <a:cubicBezTo>
                    <a:pt x="568" y="269"/>
                    <a:pt x="566" y="266"/>
                    <a:pt x="564" y="265"/>
                  </a:cubicBezTo>
                  <a:cubicBezTo>
                    <a:pt x="563" y="263"/>
                    <a:pt x="558" y="264"/>
                    <a:pt x="557" y="264"/>
                  </a:cubicBezTo>
                  <a:cubicBezTo>
                    <a:pt x="554" y="262"/>
                    <a:pt x="551" y="258"/>
                    <a:pt x="550" y="256"/>
                  </a:cubicBezTo>
                  <a:cubicBezTo>
                    <a:pt x="550" y="255"/>
                    <a:pt x="550" y="252"/>
                    <a:pt x="550" y="250"/>
                  </a:cubicBezTo>
                  <a:cubicBezTo>
                    <a:pt x="552" y="250"/>
                    <a:pt x="554" y="249"/>
                    <a:pt x="555" y="249"/>
                  </a:cubicBezTo>
                  <a:cubicBezTo>
                    <a:pt x="557" y="249"/>
                    <a:pt x="562" y="250"/>
                    <a:pt x="564" y="251"/>
                  </a:cubicBezTo>
                  <a:cubicBezTo>
                    <a:pt x="567" y="253"/>
                    <a:pt x="572" y="260"/>
                    <a:pt x="575" y="263"/>
                  </a:cubicBezTo>
                  <a:cubicBezTo>
                    <a:pt x="577" y="266"/>
                    <a:pt x="582" y="273"/>
                    <a:pt x="584" y="276"/>
                  </a:cubicBezTo>
                  <a:cubicBezTo>
                    <a:pt x="586" y="280"/>
                    <a:pt x="587" y="289"/>
                    <a:pt x="589" y="293"/>
                  </a:cubicBezTo>
                  <a:cubicBezTo>
                    <a:pt x="590" y="295"/>
                    <a:pt x="591" y="300"/>
                    <a:pt x="592" y="301"/>
                  </a:cubicBezTo>
                  <a:cubicBezTo>
                    <a:pt x="594" y="303"/>
                    <a:pt x="599" y="304"/>
                    <a:pt x="601" y="304"/>
                  </a:cubicBezTo>
                  <a:cubicBezTo>
                    <a:pt x="605" y="305"/>
                    <a:pt x="612" y="304"/>
                    <a:pt x="615" y="305"/>
                  </a:cubicBezTo>
                  <a:cubicBezTo>
                    <a:pt x="616" y="305"/>
                    <a:pt x="618" y="306"/>
                    <a:pt x="619" y="307"/>
                  </a:cubicBezTo>
                  <a:cubicBezTo>
                    <a:pt x="620" y="309"/>
                    <a:pt x="618" y="313"/>
                    <a:pt x="617" y="314"/>
                  </a:cubicBezTo>
                  <a:cubicBezTo>
                    <a:pt x="617" y="315"/>
                    <a:pt x="615" y="317"/>
                    <a:pt x="615" y="318"/>
                  </a:cubicBezTo>
                  <a:cubicBezTo>
                    <a:pt x="614" y="319"/>
                    <a:pt x="614" y="322"/>
                    <a:pt x="613" y="324"/>
                  </a:cubicBezTo>
                  <a:cubicBezTo>
                    <a:pt x="612" y="325"/>
                    <a:pt x="609" y="326"/>
                    <a:pt x="607" y="326"/>
                  </a:cubicBezTo>
                  <a:cubicBezTo>
                    <a:pt x="605" y="326"/>
                    <a:pt x="601" y="324"/>
                    <a:pt x="599" y="324"/>
                  </a:cubicBezTo>
                  <a:cubicBezTo>
                    <a:pt x="598" y="325"/>
                    <a:pt x="595" y="328"/>
                    <a:pt x="595" y="329"/>
                  </a:cubicBezTo>
                  <a:cubicBezTo>
                    <a:pt x="594" y="332"/>
                    <a:pt x="597" y="337"/>
                    <a:pt x="596" y="340"/>
                  </a:cubicBezTo>
                  <a:cubicBezTo>
                    <a:pt x="595" y="342"/>
                    <a:pt x="591" y="345"/>
                    <a:pt x="590" y="347"/>
                  </a:cubicBezTo>
                  <a:cubicBezTo>
                    <a:pt x="590" y="349"/>
                    <a:pt x="589" y="353"/>
                    <a:pt x="589" y="355"/>
                  </a:cubicBezTo>
                  <a:cubicBezTo>
                    <a:pt x="588" y="356"/>
                    <a:pt x="588" y="360"/>
                    <a:pt x="589" y="361"/>
                  </a:cubicBezTo>
                  <a:cubicBezTo>
                    <a:pt x="590" y="362"/>
                    <a:pt x="594" y="362"/>
                    <a:pt x="595" y="361"/>
                  </a:cubicBezTo>
                  <a:cubicBezTo>
                    <a:pt x="597" y="360"/>
                    <a:pt x="598" y="355"/>
                    <a:pt x="600" y="353"/>
                  </a:cubicBezTo>
                  <a:cubicBezTo>
                    <a:pt x="601" y="352"/>
                    <a:pt x="604" y="348"/>
                    <a:pt x="605" y="349"/>
                  </a:cubicBezTo>
                  <a:cubicBezTo>
                    <a:pt x="607" y="349"/>
                    <a:pt x="608" y="353"/>
                    <a:pt x="609" y="354"/>
                  </a:cubicBezTo>
                  <a:cubicBezTo>
                    <a:pt x="609" y="356"/>
                    <a:pt x="607" y="359"/>
                    <a:pt x="606" y="361"/>
                  </a:cubicBezTo>
                  <a:cubicBezTo>
                    <a:pt x="605" y="362"/>
                    <a:pt x="602" y="365"/>
                    <a:pt x="601" y="366"/>
                  </a:cubicBezTo>
                  <a:cubicBezTo>
                    <a:pt x="600" y="368"/>
                    <a:pt x="599" y="372"/>
                    <a:pt x="598" y="374"/>
                  </a:cubicBezTo>
                  <a:cubicBezTo>
                    <a:pt x="598" y="376"/>
                    <a:pt x="597" y="379"/>
                    <a:pt x="597" y="381"/>
                  </a:cubicBezTo>
                  <a:cubicBezTo>
                    <a:pt x="596" y="382"/>
                    <a:pt x="594" y="383"/>
                    <a:pt x="593" y="384"/>
                  </a:cubicBezTo>
                  <a:cubicBezTo>
                    <a:pt x="592" y="385"/>
                    <a:pt x="589" y="385"/>
                    <a:pt x="589" y="386"/>
                  </a:cubicBezTo>
                  <a:cubicBezTo>
                    <a:pt x="588" y="387"/>
                    <a:pt x="587" y="390"/>
                    <a:pt x="587" y="392"/>
                  </a:cubicBezTo>
                  <a:cubicBezTo>
                    <a:pt x="588" y="394"/>
                    <a:pt x="594" y="397"/>
                    <a:pt x="595" y="399"/>
                  </a:cubicBezTo>
                  <a:cubicBezTo>
                    <a:pt x="596" y="401"/>
                    <a:pt x="595" y="404"/>
                    <a:pt x="595" y="406"/>
                  </a:cubicBezTo>
                  <a:cubicBezTo>
                    <a:pt x="595" y="409"/>
                    <a:pt x="596" y="415"/>
                    <a:pt x="597" y="418"/>
                  </a:cubicBezTo>
                  <a:cubicBezTo>
                    <a:pt x="598" y="421"/>
                    <a:pt x="599" y="429"/>
                    <a:pt x="602" y="431"/>
                  </a:cubicBezTo>
                  <a:cubicBezTo>
                    <a:pt x="604" y="433"/>
                    <a:pt x="608" y="435"/>
                    <a:pt x="611" y="435"/>
                  </a:cubicBezTo>
                  <a:cubicBezTo>
                    <a:pt x="613" y="435"/>
                    <a:pt x="619" y="434"/>
                    <a:pt x="620" y="432"/>
                  </a:cubicBezTo>
                  <a:cubicBezTo>
                    <a:pt x="621" y="430"/>
                    <a:pt x="620" y="424"/>
                    <a:pt x="618" y="422"/>
                  </a:cubicBezTo>
                  <a:cubicBezTo>
                    <a:pt x="617" y="420"/>
                    <a:pt x="612" y="418"/>
                    <a:pt x="611" y="416"/>
                  </a:cubicBezTo>
                  <a:cubicBezTo>
                    <a:pt x="609" y="414"/>
                    <a:pt x="607" y="411"/>
                    <a:pt x="606" y="409"/>
                  </a:cubicBezTo>
                  <a:cubicBezTo>
                    <a:pt x="605" y="406"/>
                    <a:pt x="606" y="402"/>
                    <a:pt x="606" y="400"/>
                  </a:cubicBezTo>
                  <a:cubicBezTo>
                    <a:pt x="606" y="398"/>
                    <a:pt x="605" y="394"/>
                    <a:pt x="606" y="393"/>
                  </a:cubicBezTo>
                  <a:cubicBezTo>
                    <a:pt x="607" y="389"/>
                    <a:pt x="614" y="384"/>
                    <a:pt x="616" y="380"/>
                  </a:cubicBezTo>
                  <a:cubicBezTo>
                    <a:pt x="617" y="377"/>
                    <a:pt x="620" y="370"/>
                    <a:pt x="620" y="366"/>
                  </a:cubicBezTo>
                  <a:cubicBezTo>
                    <a:pt x="620" y="363"/>
                    <a:pt x="618" y="356"/>
                    <a:pt x="618" y="353"/>
                  </a:cubicBezTo>
                  <a:cubicBezTo>
                    <a:pt x="618" y="349"/>
                    <a:pt x="617" y="342"/>
                    <a:pt x="617" y="338"/>
                  </a:cubicBezTo>
                  <a:cubicBezTo>
                    <a:pt x="618" y="334"/>
                    <a:pt x="619" y="328"/>
                    <a:pt x="621" y="325"/>
                  </a:cubicBezTo>
                  <a:cubicBezTo>
                    <a:pt x="622" y="323"/>
                    <a:pt x="625" y="319"/>
                    <a:pt x="626" y="317"/>
                  </a:cubicBezTo>
                  <a:cubicBezTo>
                    <a:pt x="627" y="315"/>
                    <a:pt x="627" y="310"/>
                    <a:pt x="627" y="307"/>
                  </a:cubicBezTo>
                  <a:cubicBezTo>
                    <a:pt x="626" y="304"/>
                    <a:pt x="626" y="299"/>
                    <a:pt x="624" y="297"/>
                  </a:cubicBezTo>
                  <a:cubicBezTo>
                    <a:pt x="623" y="295"/>
                    <a:pt x="618" y="295"/>
                    <a:pt x="616" y="293"/>
                  </a:cubicBezTo>
                  <a:cubicBezTo>
                    <a:pt x="615" y="291"/>
                    <a:pt x="615" y="287"/>
                    <a:pt x="615" y="285"/>
                  </a:cubicBezTo>
                  <a:cubicBezTo>
                    <a:pt x="615" y="283"/>
                    <a:pt x="618" y="280"/>
                    <a:pt x="618" y="279"/>
                  </a:cubicBezTo>
                  <a:cubicBezTo>
                    <a:pt x="618" y="276"/>
                    <a:pt x="614" y="272"/>
                    <a:pt x="613" y="271"/>
                  </a:cubicBezTo>
                  <a:cubicBezTo>
                    <a:pt x="611" y="269"/>
                    <a:pt x="605" y="267"/>
                    <a:pt x="603" y="266"/>
                  </a:cubicBezTo>
                  <a:cubicBezTo>
                    <a:pt x="601" y="265"/>
                    <a:pt x="596" y="263"/>
                    <a:pt x="594" y="261"/>
                  </a:cubicBezTo>
                  <a:cubicBezTo>
                    <a:pt x="593" y="259"/>
                    <a:pt x="592" y="254"/>
                    <a:pt x="593" y="252"/>
                  </a:cubicBezTo>
                  <a:cubicBezTo>
                    <a:pt x="593" y="248"/>
                    <a:pt x="598" y="243"/>
                    <a:pt x="599" y="240"/>
                  </a:cubicBezTo>
                  <a:cubicBezTo>
                    <a:pt x="600" y="236"/>
                    <a:pt x="598" y="226"/>
                    <a:pt x="598" y="222"/>
                  </a:cubicBezTo>
                  <a:cubicBezTo>
                    <a:pt x="599" y="219"/>
                    <a:pt x="600" y="213"/>
                    <a:pt x="601" y="210"/>
                  </a:cubicBezTo>
                  <a:cubicBezTo>
                    <a:pt x="602" y="207"/>
                    <a:pt x="605" y="201"/>
                    <a:pt x="608" y="200"/>
                  </a:cubicBezTo>
                  <a:cubicBezTo>
                    <a:pt x="610" y="198"/>
                    <a:pt x="616" y="197"/>
                    <a:pt x="619" y="197"/>
                  </a:cubicBezTo>
                  <a:cubicBezTo>
                    <a:pt x="621" y="197"/>
                    <a:pt x="626" y="199"/>
                    <a:pt x="628" y="200"/>
                  </a:cubicBezTo>
                  <a:cubicBezTo>
                    <a:pt x="631" y="201"/>
                    <a:pt x="638" y="204"/>
                    <a:pt x="642" y="204"/>
                  </a:cubicBezTo>
                  <a:cubicBezTo>
                    <a:pt x="647" y="205"/>
                    <a:pt x="659" y="204"/>
                    <a:pt x="665" y="204"/>
                  </a:cubicBezTo>
                  <a:cubicBezTo>
                    <a:pt x="669" y="204"/>
                    <a:pt x="677" y="206"/>
                    <a:pt x="681" y="206"/>
                  </a:cubicBezTo>
                  <a:cubicBezTo>
                    <a:pt x="683" y="206"/>
                    <a:pt x="688" y="207"/>
                    <a:pt x="690" y="207"/>
                  </a:cubicBezTo>
                  <a:cubicBezTo>
                    <a:pt x="692" y="206"/>
                    <a:pt x="695" y="203"/>
                    <a:pt x="697" y="203"/>
                  </a:cubicBezTo>
                  <a:cubicBezTo>
                    <a:pt x="699" y="203"/>
                    <a:pt x="704" y="202"/>
                    <a:pt x="706" y="204"/>
                  </a:cubicBezTo>
                  <a:cubicBezTo>
                    <a:pt x="707" y="205"/>
                    <a:pt x="707" y="208"/>
                    <a:pt x="707" y="210"/>
                  </a:cubicBezTo>
                  <a:cubicBezTo>
                    <a:pt x="707" y="210"/>
                    <a:pt x="706" y="212"/>
                    <a:pt x="706" y="212"/>
                  </a:cubicBezTo>
                  <a:cubicBezTo>
                    <a:pt x="705" y="213"/>
                    <a:pt x="702" y="213"/>
                    <a:pt x="702" y="214"/>
                  </a:cubicBezTo>
                  <a:cubicBezTo>
                    <a:pt x="701" y="216"/>
                    <a:pt x="704" y="219"/>
                    <a:pt x="705" y="220"/>
                  </a:cubicBezTo>
                  <a:cubicBezTo>
                    <a:pt x="708" y="221"/>
                    <a:pt x="715" y="221"/>
                    <a:pt x="718" y="220"/>
                  </a:cubicBezTo>
                  <a:cubicBezTo>
                    <a:pt x="722" y="219"/>
                    <a:pt x="730" y="214"/>
                    <a:pt x="732" y="211"/>
                  </a:cubicBezTo>
                  <a:cubicBezTo>
                    <a:pt x="733" y="210"/>
                    <a:pt x="734" y="206"/>
                    <a:pt x="733" y="205"/>
                  </a:cubicBezTo>
                  <a:cubicBezTo>
                    <a:pt x="732" y="203"/>
                    <a:pt x="727" y="201"/>
                    <a:pt x="727" y="199"/>
                  </a:cubicBezTo>
                  <a:cubicBezTo>
                    <a:pt x="726" y="198"/>
                    <a:pt x="727" y="196"/>
                    <a:pt x="727" y="195"/>
                  </a:cubicBezTo>
                  <a:cubicBezTo>
                    <a:pt x="728" y="194"/>
                    <a:pt x="731" y="193"/>
                    <a:pt x="731" y="192"/>
                  </a:cubicBezTo>
                  <a:cubicBezTo>
                    <a:pt x="731" y="191"/>
                    <a:pt x="729" y="189"/>
                    <a:pt x="728" y="188"/>
                  </a:cubicBezTo>
                  <a:cubicBezTo>
                    <a:pt x="727" y="187"/>
                    <a:pt x="725" y="185"/>
                    <a:pt x="725" y="184"/>
                  </a:cubicBezTo>
                  <a:cubicBezTo>
                    <a:pt x="725" y="182"/>
                    <a:pt x="729" y="179"/>
                    <a:pt x="730" y="177"/>
                  </a:cubicBezTo>
                  <a:cubicBezTo>
                    <a:pt x="730" y="175"/>
                    <a:pt x="729" y="171"/>
                    <a:pt x="728" y="169"/>
                  </a:cubicBezTo>
                  <a:cubicBezTo>
                    <a:pt x="727" y="167"/>
                    <a:pt x="723" y="162"/>
                    <a:pt x="721" y="159"/>
                  </a:cubicBezTo>
                  <a:cubicBezTo>
                    <a:pt x="720" y="158"/>
                    <a:pt x="718" y="154"/>
                    <a:pt x="719" y="152"/>
                  </a:cubicBezTo>
                  <a:cubicBezTo>
                    <a:pt x="719" y="150"/>
                    <a:pt x="722" y="147"/>
                    <a:pt x="723" y="147"/>
                  </a:cubicBezTo>
                  <a:cubicBezTo>
                    <a:pt x="725" y="147"/>
                    <a:pt x="726" y="154"/>
                    <a:pt x="727" y="155"/>
                  </a:cubicBezTo>
                  <a:cubicBezTo>
                    <a:pt x="729" y="156"/>
                    <a:pt x="733" y="156"/>
                    <a:pt x="735" y="156"/>
                  </a:cubicBezTo>
                  <a:cubicBezTo>
                    <a:pt x="738" y="155"/>
                    <a:pt x="744" y="152"/>
                    <a:pt x="746" y="149"/>
                  </a:cubicBezTo>
                  <a:cubicBezTo>
                    <a:pt x="747" y="148"/>
                    <a:pt x="747" y="145"/>
                    <a:pt x="746" y="143"/>
                  </a:cubicBezTo>
                  <a:cubicBezTo>
                    <a:pt x="745" y="142"/>
                    <a:pt x="741" y="141"/>
                    <a:pt x="740" y="140"/>
                  </a:cubicBezTo>
                  <a:cubicBezTo>
                    <a:pt x="740" y="139"/>
                    <a:pt x="739" y="136"/>
                    <a:pt x="740" y="135"/>
                  </a:cubicBezTo>
                  <a:cubicBezTo>
                    <a:pt x="741" y="134"/>
                    <a:pt x="746" y="134"/>
                    <a:pt x="748" y="134"/>
                  </a:cubicBezTo>
                  <a:cubicBezTo>
                    <a:pt x="749" y="134"/>
                    <a:pt x="753" y="135"/>
                    <a:pt x="754" y="135"/>
                  </a:cubicBezTo>
                  <a:cubicBezTo>
                    <a:pt x="757" y="134"/>
                    <a:pt x="758" y="129"/>
                    <a:pt x="760" y="127"/>
                  </a:cubicBezTo>
                  <a:cubicBezTo>
                    <a:pt x="761" y="126"/>
                    <a:pt x="765" y="122"/>
                    <a:pt x="767" y="121"/>
                  </a:cubicBezTo>
                  <a:cubicBezTo>
                    <a:pt x="768" y="120"/>
                    <a:pt x="772" y="120"/>
                    <a:pt x="774" y="119"/>
                  </a:cubicBezTo>
                  <a:cubicBezTo>
                    <a:pt x="777" y="119"/>
                    <a:pt x="784" y="121"/>
                    <a:pt x="787" y="120"/>
                  </a:cubicBezTo>
                  <a:cubicBezTo>
                    <a:pt x="790" y="119"/>
                    <a:pt x="794" y="113"/>
                    <a:pt x="798" y="113"/>
                  </a:cubicBezTo>
                  <a:cubicBezTo>
                    <a:pt x="800" y="112"/>
                    <a:pt x="804" y="117"/>
                    <a:pt x="806" y="117"/>
                  </a:cubicBezTo>
                  <a:cubicBezTo>
                    <a:pt x="809" y="117"/>
                    <a:pt x="814" y="112"/>
                    <a:pt x="817" y="112"/>
                  </a:cubicBezTo>
                  <a:cubicBezTo>
                    <a:pt x="819" y="112"/>
                    <a:pt x="823" y="116"/>
                    <a:pt x="825" y="115"/>
                  </a:cubicBezTo>
                  <a:cubicBezTo>
                    <a:pt x="827" y="115"/>
                    <a:pt x="829" y="111"/>
                    <a:pt x="831" y="110"/>
                  </a:cubicBezTo>
                  <a:cubicBezTo>
                    <a:pt x="834" y="109"/>
                    <a:pt x="840" y="111"/>
                    <a:pt x="842" y="109"/>
                  </a:cubicBezTo>
                  <a:cubicBezTo>
                    <a:pt x="843" y="108"/>
                    <a:pt x="845" y="105"/>
                    <a:pt x="844" y="104"/>
                  </a:cubicBezTo>
                  <a:cubicBezTo>
                    <a:pt x="844" y="103"/>
                    <a:pt x="841" y="102"/>
                    <a:pt x="839" y="102"/>
                  </a:cubicBezTo>
                  <a:cubicBezTo>
                    <a:pt x="838" y="101"/>
                    <a:pt x="835" y="100"/>
                    <a:pt x="834" y="99"/>
                  </a:cubicBezTo>
                  <a:cubicBezTo>
                    <a:pt x="834" y="98"/>
                    <a:pt x="836" y="96"/>
                    <a:pt x="837" y="95"/>
                  </a:cubicBezTo>
                  <a:cubicBezTo>
                    <a:pt x="838" y="94"/>
                    <a:pt x="841" y="94"/>
                    <a:pt x="842" y="95"/>
                  </a:cubicBezTo>
                  <a:cubicBezTo>
                    <a:pt x="843" y="95"/>
                    <a:pt x="844" y="97"/>
                    <a:pt x="844" y="97"/>
                  </a:cubicBezTo>
                  <a:cubicBezTo>
                    <a:pt x="846" y="97"/>
                    <a:pt x="847" y="95"/>
                    <a:pt x="848" y="94"/>
                  </a:cubicBezTo>
                  <a:cubicBezTo>
                    <a:pt x="849" y="93"/>
                    <a:pt x="852" y="91"/>
                    <a:pt x="853" y="91"/>
                  </a:cubicBezTo>
                  <a:cubicBezTo>
                    <a:pt x="855" y="91"/>
                    <a:pt x="859" y="94"/>
                    <a:pt x="862" y="94"/>
                  </a:cubicBezTo>
                  <a:cubicBezTo>
                    <a:pt x="864" y="95"/>
                    <a:pt x="869" y="95"/>
                    <a:pt x="872" y="95"/>
                  </a:cubicBezTo>
                  <a:cubicBezTo>
                    <a:pt x="873" y="96"/>
                    <a:pt x="874" y="96"/>
                    <a:pt x="875" y="97"/>
                  </a:cubicBezTo>
                  <a:cubicBezTo>
                    <a:pt x="876" y="98"/>
                    <a:pt x="876" y="101"/>
                    <a:pt x="876" y="103"/>
                  </a:cubicBezTo>
                  <a:cubicBezTo>
                    <a:pt x="876" y="103"/>
                    <a:pt x="874" y="105"/>
                    <a:pt x="875" y="106"/>
                  </a:cubicBezTo>
                  <a:cubicBezTo>
                    <a:pt x="876" y="108"/>
                    <a:pt x="881" y="105"/>
                    <a:pt x="884" y="106"/>
                  </a:cubicBezTo>
                  <a:cubicBezTo>
                    <a:pt x="885" y="106"/>
                    <a:pt x="888" y="108"/>
                    <a:pt x="889" y="107"/>
                  </a:cubicBezTo>
                  <a:cubicBezTo>
                    <a:pt x="891" y="107"/>
                    <a:pt x="893" y="104"/>
                    <a:pt x="894" y="103"/>
                  </a:cubicBezTo>
                  <a:cubicBezTo>
                    <a:pt x="896" y="102"/>
                    <a:pt x="899" y="103"/>
                    <a:pt x="901" y="103"/>
                  </a:cubicBezTo>
                  <a:cubicBezTo>
                    <a:pt x="903" y="102"/>
                    <a:pt x="906" y="97"/>
                    <a:pt x="907" y="95"/>
                  </a:cubicBezTo>
                  <a:cubicBezTo>
                    <a:pt x="908" y="94"/>
                    <a:pt x="908" y="92"/>
                    <a:pt x="909" y="91"/>
                  </a:cubicBezTo>
                  <a:cubicBezTo>
                    <a:pt x="910" y="90"/>
                    <a:pt x="915" y="91"/>
                    <a:pt x="917" y="91"/>
                  </a:cubicBezTo>
                  <a:cubicBezTo>
                    <a:pt x="919" y="91"/>
                    <a:pt x="924" y="92"/>
                    <a:pt x="926" y="93"/>
                  </a:cubicBezTo>
                  <a:cubicBezTo>
                    <a:pt x="928" y="94"/>
                    <a:pt x="930" y="100"/>
                    <a:pt x="933" y="99"/>
                  </a:cubicBezTo>
                  <a:cubicBezTo>
                    <a:pt x="934" y="99"/>
                    <a:pt x="934" y="94"/>
                    <a:pt x="934" y="93"/>
                  </a:cubicBezTo>
                  <a:cubicBezTo>
                    <a:pt x="933" y="90"/>
                    <a:pt x="927" y="87"/>
                    <a:pt x="925" y="85"/>
                  </a:cubicBezTo>
                  <a:cubicBezTo>
                    <a:pt x="924" y="84"/>
                    <a:pt x="920" y="81"/>
                    <a:pt x="920" y="80"/>
                  </a:cubicBezTo>
                  <a:cubicBezTo>
                    <a:pt x="920" y="78"/>
                    <a:pt x="921" y="76"/>
                    <a:pt x="922" y="75"/>
                  </a:cubicBezTo>
                  <a:cubicBezTo>
                    <a:pt x="926" y="73"/>
                    <a:pt x="935" y="73"/>
                    <a:pt x="939" y="74"/>
                  </a:cubicBezTo>
                  <a:cubicBezTo>
                    <a:pt x="941" y="74"/>
                    <a:pt x="945" y="76"/>
                    <a:pt x="947" y="77"/>
                  </a:cubicBezTo>
                  <a:cubicBezTo>
                    <a:pt x="950" y="78"/>
                    <a:pt x="955" y="80"/>
                    <a:pt x="958" y="82"/>
                  </a:cubicBezTo>
                  <a:cubicBezTo>
                    <a:pt x="960" y="82"/>
                    <a:pt x="963" y="86"/>
                    <a:pt x="965" y="85"/>
                  </a:cubicBezTo>
                  <a:cubicBezTo>
                    <a:pt x="966" y="85"/>
                    <a:pt x="966" y="82"/>
                    <a:pt x="966" y="81"/>
                  </a:cubicBezTo>
                  <a:cubicBezTo>
                    <a:pt x="966" y="80"/>
                    <a:pt x="965" y="78"/>
                    <a:pt x="964" y="77"/>
                  </a:cubicBezTo>
                  <a:cubicBezTo>
                    <a:pt x="962" y="75"/>
                    <a:pt x="958" y="74"/>
                    <a:pt x="956" y="73"/>
                  </a:cubicBezTo>
                  <a:cubicBezTo>
                    <a:pt x="955" y="72"/>
                    <a:pt x="952" y="71"/>
                    <a:pt x="952" y="69"/>
                  </a:cubicBezTo>
                  <a:cubicBezTo>
                    <a:pt x="951" y="68"/>
                    <a:pt x="953" y="64"/>
                    <a:pt x="953" y="62"/>
                  </a:cubicBezTo>
                  <a:cubicBezTo>
                    <a:pt x="952" y="60"/>
                    <a:pt x="947" y="58"/>
                    <a:pt x="948" y="56"/>
                  </a:cubicBezTo>
                  <a:cubicBezTo>
                    <a:pt x="948" y="55"/>
                    <a:pt x="951" y="53"/>
                    <a:pt x="951" y="53"/>
                  </a:cubicBezTo>
                  <a:cubicBezTo>
                    <a:pt x="953" y="51"/>
                    <a:pt x="955" y="48"/>
                    <a:pt x="956" y="46"/>
                  </a:cubicBezTo>
                  <a:cubicBezTo>
                    <a:pt x="956" y="45"/>
                    <a:pt x="956" y="42"/>
                    <a:pt x="956" y="41"/>
                  </a:cubicBezTo>
                  <a:cubicBezTo>
                    <a:pt x="957" y="39"/>
                    <a:pt x="960" y="36"/>
                    <a:pt x="961" y="34"/>
                  </a:cubicBezTo>
                  <a:cubicBezTo>
                    <a:pt x="962" y="31"/>
                    <a:pt x="961" y="25"/>
                    <a:pt x="963" y="23"/>
                  </a:cubicBezTo>
                  <a:cubicBezTo>
                    <a:pt x="965" y="21"/>
                    <a:pt x="972" y="26"/>
                    <a:pt x="975" y="24"/>
                  </a:cubicBezTo>
                  <a:cubicBezTo>
                    <a:pt x="976" y="23"/>
                    <a:pt x="977" y="18"/>
                    <a:pt x="977" y="17"/>
                  </a:cubicBezTo>
                  <a:cubicBezTo>
                    <a:pt x="977" y="17"/>
                    <a:pt x="975" y="13"/>
                    <a:pt x="975" y="12"/>
                  </a:cubicBezTo>
                  <a:cubicBezTo>
                    <a:pt x="977" y="10"/>
                    <a:pt x="982" y="13"/>
                    <a:pt x="983" y="12"/>
                  </a:cubicBezTo>
                  <a:cubicBezTo>
                    <a:pt x="985" y="11"/>
                    <a:pt x="986" y="8"/>
                    <a:pt x="987" y="7"/>
                  </a:cubicBezTo>
                  <a:cubicBezTo>
                    <a:pt x="987" y="6"/>
                    <a:pt x="986" y="3"/>
                    <a:pt x="987" y="2"/>
                  </a:cubicBezTo>
                  <a:cubicBezTo>
                    <a:pt x="989" y="0"/>
                    <a:pt x="994" y="1"/>
                    <a:pt x="996" y="2"/>
                  </a:cubicBezTo>
                  <a:cubicBezTo>
                    <a:pt x="998" y="3"/>
                    <a:pt x="1001" y="6"/>
                    <a:pt x="1002" y="8"/>
                  </a:cubicBezTo>
                  <a:cubicBezTo>
                    <a:pt x="1003" y="9"/>
                    <a:pt x="1003" y="12"/>
                    <a:pt x="1005" y="13"/>
                  </a:cubicBezTo>
                  <a:cubicBezTo>
                    <a:pt x="1006" y="14"/>
                    <a:pt x="1009" y="12"/>
                    <a:pt x="1011" y="12"/>
                  </a:cubicBezTo>
                  <a:cubicBezTo>
                    <a:pt x="1012" y="13"/>
                    <a:pt x="1014" y="15"/>
                    <a:pt x="1015" y="16"/>
                  </a:cubicBezTo>
                  <a:cubicBezTo>
                    <a:pt x="1016" y="17"/>
                    <a:pt x="1018" y="17"/>
                    <a:pt x="1019" y="18"/>
                  </a:cubicBezTo>
                  <a:cubicBezTo>
                    <a:pt x="1019" y="19"/>
                    <a:pt x="1017" y="23"/>
                    <a:pt x="1015" y="24"/>
                  </a:cubicBezTo>
                  <a:cubicBezTo>
                    <a:pt x="1014" y="26"/>
                    <a:pt x="1009" y="26"/>
                    <a:pt x="1007" y="27"/>
                  </a:cubicBezTo>
                  <a:cubicBezTo>
                    <a:pt x="1006" y="27"/>
                    <a:pt x="1002" y="28"/>
                    <a:pt x="1001" y="30"/>
                  </a:cubicBezTo>
                  <a:cubicBezTo>
                    <a:pt x="1000" y="31"/>
                    <a:pt x="1000" y="35"/>
                    <a:pt x="1000" y="36"/>
                  </a:cubicBezTo>
                  <a:cubicBezTo>
                    <a:pt x="1001" y="37"/>
                    <a:pt x="1004" y="39"/>
                    <a:pt x="1005" y="39"/>
                  </a:cubicBezTo>
                  <a:cubicBezTo>
                    <a:pt x="1006" y="39"/>
                    <a:pt x="1008" y="37"/>
                    <a:pt x="1010" y="37"/>
                  </a:cubicBezTo>
                  <a:cubicBezTo>
                    <a:pt x="1011" y="37"/>
                    <a:pt x="1012" y="40"/>
                    <a:pt x="1013" y="41"/>
                  </a:cubicBezTo>
                  <a:cubicBezTo>
                    <a:pt x="1014" y="42"/>
                    <a:pt x="1017" y="42"/>
                    <a:pt x="1019" y="42"/>
                  </a:cubicBezTo>
                  <a:cubicBezTo>
                    <a:pt x="1021" y="42"/>
                    <a:pt x="1026" y="40"/>
                    <a:pt x="1028" y="40"/>
                  </a:cubicBezTo>
                  <a:cubicBezTo>
                    <a:pt x="1030" y="39"/>
                    <a:pt x="1036" y="38"/>
                    <a:pt x="1037" y="40"/>
                  </a:cubicBezTo>
                  <a:cubicBezTo>
                    <a:pt x="1039" y="41"/>
                    <a:pt x="1041" y="46"/>
                    <a:pt x="1040" y="49"/>
                  </a:cubicBezTo>
                  <a:cubicBezTo>
                    <a:pt x="1040" y="50"/>
                    <a:pt x="1037" y="53"/>
                    <a:pt x="1036" y="54"/>
                  </a:cubicBezTo>
                  <a:cubicBezTo>
                    <a:pt x="1035" y="55"/>
                    <a:pt x="1031" y="58"/>
                    <a:pt x="1031" y="59"/>
                  </a:cubicBezTo>
                  <a:cubicBezTo>
                    <a:pt x="1030" y="61"/>
                    <a:pt x="1030" y="65"/>
                    <a:pt x="1031" y="67"/>
                  </a:cubicBezTo>
                  <a:cubicBezTo>
                    <a:pt x="1032" y="68"/>
                    <a:pt x="1037" y="70"/>
                    <a:pt x="1039" y="70"/>
                  </a:cubicBezTo>
                  <a:cubicBezTo>
                    <a:pt x="1041" y="70"/>
                    <a:pt x="1045" y="69"/>
                    <a:pt x="1047" y="68"/>
                  </a:cubicBezTo>
                  <a:cubicBezTo>
                    <a:pt x="1048" y="67"/>
                    <a:pt x="1052" y="65"/>
                    <a:pt x="1052" y="63"/>
                  </a:cubicBezTo>
                  <a:cubicBezTo>
                    <a:pt x="1052" y="62"/>
                    <a:pt x="1051" y="60"/>
                    <a:pt x="1051" y="59"/>
                  </a:cubicBezTo>
                  <a:cubicBezTo>
                    <a:pt x="1050" y="58"/>
                    <a:pt x="1046" y="57"/>
                    <a:pt x="1046" y="56"/>
                  </a:cubicBezTo>
                  <a:cubicBezTo>
                    <a:pt x="1045" y="54"/>
                    <a:pt x="1047" y="50"/>
                    <a:pt x="1049" y="49"/>
                  </a:cubicBezTo>
                  <a:cubicBezTo>
                    <a:pt x="1050" y="49"/>
                    <a:pt x="1052" y="49"/>
                    <a:pt x="1054" y="49"/>
                  </a:cubicBezTo>
                  <a:cubicBezTo>
                    <a:pt x="1056" y="50"/>
                    <a:pt x="1059" y="54"/>
                    <a:pt x="1061" y="54"/>
                  </a:cubicBezTo>
                  <a:cubicBezTo>
                    <a:pt x="1063" y="55"/>
                    <a:pt x="1071" y="54"/>
                    <a:pt x="1072" y="54"/>
                  </a:cubicBezTo>
                  <a:cubicBezTo>
                    <a:pt x="1072" y="54"/>
                    <a:pt x="1081" y="50"/>
                    <a:pt x="1084" y="49"/>
                  </a:cubicBezTo>
                  <a:cubicBezTo>
                    <a:pt x="1086" y="48"/>
                    <a:pt x="1089" y="46"/>
                    <a:pt x="1092" y="46"/>
                  </a:cubicBezTo>
                  <a:cubicBezTo>
                    <a:pt x="1093" y="46"/>
                    <a:pt x="1095" y="47"/>
                    <a:pt x="1095" y="47"/>
                  </a:cubicBezTo>
                  <a:cubicBezTo>
                    <a:pt x="1096" y="48"/>
                    <a:pt x="1096" y="51"/>
                    <a:pt x="1096" y="52"/>
                  </a:cubicBezTo>
                  <a:cubicBezTo>
                    <a:pt x="1097" y="53"/>
                    <a:pt x="1100" y="55"/>
                    <a:pt x="1101" y="56"/>
                  </a:cubicBezTo>
                  <a:cubicBezTo>
                    <a:pt x="1102" y="58"/>
                    <a:pt x="1104" y="61"/>
                    <a:pt x="1104" y="63"/>
                  </a:cubicBezTo>
                  <a:cubicBezTo>
                    <a:pt x="1104" y="64"/>
                    <a:pt x="1102" y="65"/>
                    <a:pt x="1103" y="66"/>
                  </a:cubicBezTo>
                  <a:cubicBezTo>
                    <a:pt x="1103" y="68"/>
                    <a:pt x="1108" y="67"/>
                    <a:pt x="1110" y="67"/>
                  </a:cubicBezTo>
                  <a:cubicBezTo>
                    <a:pt x="1111" y="67"/>
                    <a:pt x="1114" y="64"/>
                    <a:pt x="1115" y="64"/>
                  </a:cubicBezTo>
                  <a:cubicBezTo>
                    <a:pt x="1117" y="64"/>
                    <a:pt x="1119" y="66"/>
                    <a:pt x="1119" y="67"/>
                  </a:cubicBezTo>
                  <a:cubicBezTo>
                    <a:pt x="1120" y="68"/>
                    <a:pt x="1117" y="71"/>
                    <a:pt x="1117" y="72"/>
                  </a:cubicBezTo>
                  <a:cubicBezTo>
                    <a:pt x="1117" y="74"/>
                    <a:pt x="1119" y="78"/>
                    <a:pt x="1121" y="80"/>
                  </a:cubicBezTo>
                  <a:cubicBezTo>
                    <a:pt x="1122" y="81"/>
                    <a:pt x="1124" y="82"/>
                    <a:pt x="1125" y="81"/>
                  </a:cubicBezTo>
                  <a:cubicBezTo>
                    <a:pt x="1126" y="81"/>
                    <a:pt x="1125" y="78"/>
                    <a:pt x="1125" y="77"/>
                  </a:cubicBezTo>
                  <a:cubicBezTo>
                    <a:pt x="1125" y="76"/>
                    <a:pt x="1124" y="73"/>
                    <a:pt x="1125" y="72"/>
                  </a:cubicBezTo>
                  <a:cubicBezTo>
                    <a:pt x="1125" y="71"/>
                    <a:pt x="1129" y="69"/>
                    <a:pt x="1130" y="70"/>
                  </a:cubicBezTo>
                  <a:cubicBezTo>
                    <a:pt x="1132" y="70"/>
                    <a:pt x="1134" y="74"/>
                    <a:pt x="1134" y="76"/>
                  </a:cubicBezTo>
                  <a:cubicBezTo>
                    <a:pt x="1135" y="78"/>
                    <a:pt x="1133" y="82"/>
                    <a:pt x="1133" y="84"/>
                  </a:cubicBezTo>
                  <a:cubicBezTo>
                    <a:pt x="1134" y="85"/>
                    <a:pt x="1137" y="87"/>
                    <a:pt x="1138" y="88"/>
                  </a:cubicBezTo>
                  <a:cubicBezTo>
                    <a:pt x="1139" y="90"/>
                    <a:pt x="1140" y="93"/>
                    <a:pt x="1140" y="95"/>
                  </a:cubicBezTo>
                  <a:cubicBezTo>
                    <a:pt x="1141" y="96"/>
                    <a:pt x="1140" y="100"/>
                    <a:pt x="1139" y="102"/>
                  </a:cubicBezTo>
                  <a:cubicBezTo>
                    <a:pt x="1139" y="103"/>
                    <a:pt x="1137" y="106"/>
                    <a:pt x="1136" y="106"/>
                  </a:cubicBezTo>
                  <a:cubicBezTo>
                    <a:pt x="1134" y="106"/>
                    <a:pt x="1134" y="100"/>
                    <a:pt x="1132" y="99"/>
                  </a:cubicBezTo>
                  <a:cubicBezTo>
                    <a:pt x="1131" y="99"/>
                    <a:pt x="1129" y="100"/>
                    <a:pt x="1128" y="100"/>
                  </a:cubicBezTo>
                  <a:cubicBezTo>
                    <a:pt x="1127" y="99"/>
                    <a:pt x="1126" y="97"/>
                    <a:pt x="1125" y="97"/>
                  </a:cubicBezTo>
                  <a:cubicBezTo>
                    <a:pt x="1124" y="96"/>
                    <a:pt x="1123" y="98"/>
                    <a:pt x="1122" y="98"/>
                  </a:cubicBezTo>
                  <a:cubicBezTo>
                    <a:pt x="1122" y="99"/>
                    <a:pt x="1122" y="102"/>
                    <a:pt x="1123" y="104"/>
                  </a:cubicBezTo>
                  <a:cubicBezTo>
                    <a:pt x="1124" y="105"/>
                    <a:pt x="1126" y="109"/>
                    <a:pt x="1128" y="110"/>
                  </a:cubicBezTo>
                  <a:cubicBezTo>
                    <a:pt x="1130" y="112"/>
                    <a:pt x="1136" y="113"/>
                    <a:pt x="1138" y="114"/>
                  </a:cubicBezTo>
                  <a:cubicBezTo>
                    <a:pt x="1140" y="115"/>
                    <a:pt x="1143" y="115"/>
                    <a:pt x="1144" y="116"/>
                  </a:cubicBezTo>
                  <a:cubicBezTo>
                    <a:pt x="1145" y="118"/>
                    <a:pt x="1145" y="124"/>
                    <a:pt x="1145" y="126"/>
                  </a:cubicBezTo>
                  <a:cubicBezTo>
                    <a:pt x="1145" y="130"/>
                    <a:pt x="1143" y="139"/>
                    <a:pt x="1141" y="142"/>
                  </a:cubicBezTo>
                  <a:cubicBezTo>
                    <a:pt x="1140" y="143"/>
                    <a:pt x="1138" y="146"/>
                    <a:pt x="1137" y="146"/>
                  </a:cubicBezTo>
                  <a:cubicBezTo>
                    <a:pt x="1136" y="147"/>
                    <a:pt x="1133" y="147"/>
                    <a:pt x="1132" y="147"/>
                  </a:cubicBezTo>
                  <a:cubicBezTo>
                    <a:pt x="1131" y="148"/>
                    <a:pt x="1130" y="150"/>
                    <a:pt x="1130" y="151"/>
                  </a:cubicBezTo>
                  <a:cubicBezTo>
                    <a:pt x="1129" y="153"/>
                    <a:pt x="1129" y="156"/>
                    <a:pt x="1128" y="158"/>
                  </a:cubicBezTo>
                  <a:cubicBezTo>
                    <a:pt x="1128" y="159"/>
                    <a:pt x="1127" y="161"/>
                    <a:pt x="1126" y="161"/>
                  </a:cubicBezTo>
                  <a:cubicBezTo>
                    <a:pt x="1125" y="162"/>
                    <a:pt x="1121" y="161"/>
                    <a:pt x="1120" y="162"/>
                  </a:cubicBezTo>
                  <a:cubicBezTo>
                    <a:pt x="1118" y="163"/>
                    <a:pt x="1116" y="166"/>
                    <a:pt x="1116" y="168"/>
                  </a:cubicBezTo>
                  <a:cubicBezTo>
                    <a:pt x="1115" y="170"/>
                    <a:pt x="1115" y="174"/>
                    <a:pt x="1114" y="176"/>
                  </a:cubicBezTo>
                  <a:cubicBezTo>
                    <a:pt x="1113" y="177"/>
                    <a:pt x="1109" y="175"/>
                    <a:pt x="1108" y="176"/>
                  </a:cubicBezTo>
                  <a:cubicBezTo>
                    <a:pt x="1106" y="176"/>
                    <a:pt x="1104" y="180"/>
                    <a:pt x="1103" y="181"/>
                  </a:cubicBezTo>
                  <a:cubicBezTo>
                    <a:pt x="1102" y="182"/>
                    <a:pt x="1101" y="185"/>
                    <a:pt x="1099" y="185"/>
                  </a:cubicBezTo>
                  <a:cubicBezTo>
                    <a:pt x="1099" y="186"/>
                    <a:pt x="1096" y="185"/>
                    <a:pt x="1095" y="185"/>
                  </a:cubicBezTo>
                  <a:cubicBezTo>
                    <a:pt x="1094" y="186"/>
                    <a:pt x="1092" y="189"/>
                    <a:pt x="1092" y="191"/>
                  </a:cubicBezTo>
                  <a:cubicBezTo>
                    <a:pt x="1092" y="193"/>
                    <a:pt x="1096" y="195"/>
                    <a:pt x="1097" y="197"/>
                  </a:cubicBezTo>
                  <a:cubicBezTo>
                    <a:pt x="1097" y="199"/>
                    <a:pt x="1097" y="203"/>
                    <a:pt x="1096" y="205"/>
                  </a:cubicBezTo>
                  <a:cubicBezTo>
                    <a:pt x="1095" y="207"/>
                    <a:pt x="1091" y="208"/>
                    <a:pt x="1090" y="209"/>
                  </a:cubicBezTo>
                  <a:cubicBezTo>
                    <a:pt x="1087" y="210"/>
                    <a:pt x="1083" y="212"/>
                    <a:pt x="1081" y="214"/>
                  </a:cubicBezTo>
                  <a:cubicBezTo>
                    <a:pt x="1080" y="216"/>
                    <a:pt x="1078" y="220"/>
                    <a:pt x="1077" y="222"/>
                  </a:cubicBezTo>
                  <a:cubicBezTo>
                    <a:pt x="1077" y="224"/>
                    <a:pt x="1076" y="227"/>
                    <a:pt x="1075" y="229"/>
                  </a:cubicBezTo>
                  <a:cubicBezTo>
                    <a:pt x="1074" y="230"/>
                    <a:pt x="1071" y="231"/>
                    <a:pt x="1069" y="231"/>
                  </a:cubicBezTo>
                  <a:cubicBezTo>
                    <a:pt x="1068" y="232"/>
                    <a:pt x="1065" y="231"/>
                    <a:pt x="1063" y="232"/>
                  </a:cubicBezTo>
                  <a:cubicBezTo>
                    <a:pt x="1061" y="233"/>
                    <a:pt x="1058" y="234"/>
                    <a:pt x="1057" y="236"/>
                  </a:cubicBezTo>
                  <a:cubicBezTo>
                    <a:pt x="1056" y="238"/>
                    <a:pt x="1059" y="244"/>
                    <a:pt x="1057" y="246"/>
                  </a:cubicBezTo>
                  <a:cubicBezTo>
                    <a:pt x="1056" y="247"/>
                    <a:pt x="1052" y="248"/>
                    <a:pt x="1050" y="249"/>
                  </a:cubicBezTo>
                  <a:cubicBezTo>
                    <a:pt x="1048" y="250"/>
                    <a:pt x="1044" y="252"/>
                    <a:pt x="1042" y="254"/>
                  </a:cubicBezTo>
                  <a:cubicBezTo>
                    <a:pt x="1041" y="255"/>
                    <a:pt x="1039" y="258"/>
                    <a:pt x="1039" y="259"/>
                  </a:cubicBezTo>
                  <a:cubicBezTo>
                    <a:pt x="1038" y="261"/>
                    <a:pt x="1040" y="265"/>
                    <a:pt x="1039" y="267"/>
                  </a:cubicBezTo>
                  <a:cubicBezTo>
                    <a:pt x="1039" y="269"/>
                    <a:pt x="1037" y="271"/>
                    <a:pt x="1036" y="272"/>
                  </a:cubicBezTo>
                  <a:cubicBezTo>
                    <a:pt x="1035" y="273"/>
                    <a:pt x="1032" y="274"/>
                    <a:pt x="1031" y="275"/>
                  </a:cubicBezTo>
                  <a:cubicBezTo>
                    <a:pt x="1030" y="275"/>
                    <a:pt x="1028" y="277"/>
                    <a:pt x="1028" y="278"/>
                  </a:cubicBezTo>
                  <a:cubicBezTo>
                    <a:pt x="1027" y="280"/>
                    <a:pt x="1028" y="283"/>
                    <a:pt x="1029" y="284"/>
                  </a:cubicBezTo>
                  <a:cubicBezTo>
                    <a:pt x="1031" y="285"/>
                    <a:pt x="1036" y="284"/>
                    <a:pt x="1038" y="283"/>
                  </a:cubicBezTo>
                  <a:cubicBezTo>
                    <a:pt x="1040" y="282"/>
                    <a:pt x="1043" y="280"/>
                    <a:pt x="1044" y="278"/>
                  </a:cubicBezTo>
                  <a:cubicBezTo>
                    <a:pt x="1045" y="276"/>
                    <a:pt x="1045" y="271"/>
                    <a:pt x="1046" y="268"/>
                  </a:cubicBezTo>
                  <a:cubicBezTo>
                    <a:pt x="1047" y="266"/>
                    <a:pt x="1048" y="261"/>
                    <a:pt x="1050" y="259"/>
                  </a:cubicBezTo>
                  <a:cubicBezTo>
                    <a:pt x="1052" y="258"/>
                    <a:pt x="1057" y="258"/>
                    <a:pt x="1059" y="258"/>
                  </a:cubicBezTo>
                  <a:cubicBezTo>
                    <a:pt x="1061" y="258"/>
                    <a:pt x="1066" y="262"/>
                    <a:pt x="1068" y="261"/>
                  </a:cubicBezTo>
                  <a:cubicBezTo>
                    <a:pt x="1070" y="261"/>
                    <a:pt x="1075" y="259"/>
                    <a:pt x="1077" y="258"/>
                  </a:cubicBezTo>
                  <a:cubicBezTo>
                    <a:pt x="1078" y="256"/>
                    <a:pt x="1077" y="250"/>
                    <a:pt x="1078" y="249"/>
                  </a:cubicBezTo>
                  <a:cubicBezTo>
                    <a:pt x="1079" y="248"/>
                    <a:pt x="1082" y="248"/>
                    <a:pt x="1083" y="248"/>
                  </a:cubicBezTo>
                  <a:cubicBezTo>
                    <a:pt x="1085" y="248"/>
                    <a:pt x="1088" y="249"/>
                    <a:pt x="1089" y="248"/>
                  </a:cubicBezTo>
                  <a:cubicBezTo>
                    <a:pt x="1091" y="246"/>
                    <a:pt x="1091" y="241"/>
                    <a:pt x="1090" y="239"/>
                  </a:cubicBezTo>
                  <a:cubicBezTo>
                    <a:pt x="1090" y="238"/>
                    <a:pt x="1088" y="237"/>
                    <a:pt x="1088" y="236"/>
                  </a:cubicBezTo>
                  <a:cubicBezTo>
                    <a:pt x="1087" y="235"/>
                    <a:pt x="1088" y="232"/>
                    <a:pt x="1089" y="231"/>
                  </a:cubicBezTo>
                  <a:cubicBezTo>
                    <a:pt x="1090" y="231"/>
                    <a:pt x="1093" y="230"/>
                    <a:pt x="1094" y="231"/>
                  </a:cubicBezTo>
                  <a:cubicBezTo>
                    <a:pt x="1096" y="232"/>
                    <a:pt x="1098" y="236"/>
                    <a:pt x="1100" y="237"/>
                  </a:cubicBezTo>
                  <a:cubicBezTo>
                    <a:pt x="1101" y="238"/>
                    <a:pt x="1103" y="238"/>
                    <a:pt x="1105" y="238"/>
                  </a:cubicBezTo>
                  <a:cubicBezTo>
                    <a:pt x="1106" y="237"/>
                    <a:pt x="1106" y="232"/>
                    <a:pt x="1107" y="231"/>
                  </a:cubicBezTo>
                  <a:cubicBezTo>
                    <a:pt x="1108" y="230"/>
                    <a:pt x="1111" y="228"/>
                    <a:pt x="1112" y="227"/>
                  </a:cubicBezTo>
                  <a:cubicBezTo>
                    <a:pt x="1113" y="226"/>
                    <a:pt x="1114" y="226"/>
                    <a:pt x="1115" y="225"/>
                  </a:cubicBezTo>
                  <a:cubicBezTo>
                    <a:pt x="1116" y="226"/>
                    <a:pt x="1116" y="229"/>
                    <a:pt x="1116" y="230"/>
                  </a:cubicBezTo>
                  <a:cubicBezTo>
                    <a:pt x="1116" y="232"/>
                    <a:pt x="1115" y="236"/>
                    <a:pt x="1116" y="238"/>
                  </a:cubicBezTo>
                  <a:cubicBezTo>
                    <a:pt x="1117" y="239"/>
                    <a:pt x="1120" y="241"/>
                    <a:pt x="1120" y="242"/>
                  </a:cubicBezTo>
                  <a:cubicBezTo>
                    <a:pt x="1121" y="244"/>
                    <a:pt x="1122" y="250"/>
                    <a:pt x="1122" y="252"/>
                  </a:cubicBezTo>
                  <a:cubicBezTo>
                    <a:pt x="1122" y="255"/>
                    <a:pt x="1119" y="261"/>
                    <a:pt x="1119" y="263"/>
                  </a:cubicBezTo>
                  <a:cubicBezTo>
                    <a:pt x="1119" y="265"/>
                    <a:pt x="1121" y="268"/>
                    <a:pt x="1122" y="269"/>
                  </a:cubicBezTo>
                  <a:cubicBezTo>
                    <a:pt x="1123" y="271"/>
                    <a:pt x="1126" y="275"/>
                    <a:pt x="1126" y="277"/>
                  </a:cubicBezTo>
                  <a:cubicBezTo>
                    <a:pt x="1127" y="280"/>
                    <a:pt x="1126" y="287"/>
                    <a:pt x="1128" y="290"/>
                  </a:cubicBezTo>
                  <a:cubicBezTo>
                    <a:pt x="1129" y="292"/>
                    <a:pt x="1133" y="294"/>
                    <a:pt x="1135" y="295"/>
                  </a:cubicBezTo>
                  <a:cubicBezTo>
                    <a:pt x="1137" y="297"/>
                    <a:pt x="1143" y="299"/>
                    <a:pt x="1145" y="300"/>
                  </a:cubicBezTo>
                  <a:cubicBezTo>
                    <a:pt x="1147" y="302"/>
                    <a:pt x="1151" y="306"/>
                    <a:pt x="1152" y="308"/>
                  </a:cubicBezTo>
                  <a:cubicBezTo>
                    <a:pt x="1155" y="311"/>
                    <a:pt x="1157" y="319"/>
                    <a:pt x="1158" y="323"/>
                  </a:cubicBezTo>
                  <a:cubicBezTo>
                    <a:pt x="1158" y="326"/>
                    <a:pt x="1157" y="332"/>
                    <a:pt x="1157" y="335"/>
                  </a:cubicBezTo>
                  <a:cubicBezTo>
                    <a:pt x="1158" y="338"/>
                    <a:pt x="1161" y="342"/>
                    <a:pt x="1162" y="343"/>
                  </a:cubicBezTo>
                  <a:cubicBezTo>
                    <a:pt x="1164" y="345"/>
                    <a:pt x="1169" y="347"/>
                    <a:pt x="1170" y="349"/>
                  </a:cubicBezTo>
                  <a:cubicBezTo>
                    <a:pt x="1172" y="351"/>
                    <a:pt x="1174" y="356"/>
                    <a:pt x="1174" y="358"/>
                  </a:cubicBezTo>
                  <a:cubicBezTo>
                    <a:pt x="1174" y="360"/>
                    <a:pt x="1172" y="363"/>
                    <a:pt x="1171" y="364"/>
                  </a:cubicBezTo>
                  <a:cubicBezTo>
                    <a:pt x="1170" y="367"/>
                    <a:pt x="1164" y="370"/>
                    <a:pt x="1161" y="373"/>
                  </a:cubicBezTo>
                  <a:cubicBezTo>
                    <a:pt x="1158" y="376"/>
                    <a:pt x="1151" y="382"/>
                    <a:pt x="1148" y="386"/>
                  </a:cubicBezTo>
                  <a:cubicBezTo>
                    <a:pt x="1146" y="388"/>
                    <a:pt x="1143" y="393"/>
                    <a:pt x="1142" y="395"/>
                  </a:cubicBezTo>
                  <a:cubicBezTo>
                    <a:pt x="1142" y="397"/>
                    <a:pt x="1143" y="401"/>
                    <a:pt x="1142" y="403"/>
                  </a:cubicBezTo>
                  <a:cubicBezTo>
                    <a:pt x="1141" y="404"/>
                    <a:pt x="1140" y="406"/>
                    <a:pt x="1139" y="407"/>
                  </a:cubicBezTo>
                  <a:cubicBezTo>
                    <a:pt x="1137" y="408"/>
                    <a:pt x="1132" y="406"/>
                    <a:pt x="1131" y="406"/>
                  </a:cubicBezTo>
                  <a:cubicBezTo>
                    <a:pt x="1128" y="408"/>
                    <a:pt x="1123" y="413"/>
                    <a:pt x="1122" y="416"/>
                  </a:cubicBezTo>
                  <a:cubicBezTo>
                    <a:pt x="1121" y="419"/>
                    <a:pt x="1120" y="424"/>
                    <a:pt x="1120" y="427"/>
                  </a:cubicBezTo>
                  <a:cubicBezTo>
                    <a:pt x="1121" y="430"/>
                    <a:pt x="1124" y="437"/>
                    <a:pt x="1124" y="440"/>
                  </a:cubicBezTo>
                  <a:cubicBezTo>
                    <a:pt x="1123" y="442"/>
                    <a:pt x="1121" y="446"/>
                    <a:pt x="1119" y="446"/>
                  </a:cubicBezTo>
                  <a:cubicBezTo>
                    <a:pt x="1118" y="447"/>
                    <a:pt x="1114" y="445"/>
                    <a:pt x="1113" y="445"/>
                  </a:cubicBezTo>
                  <a:cubicBezTo>
                    <a:pt x="1109" y="444"/>
                    <a:pt x="1102" y="442"/>
                    <a:pt x="1099" y="442"/>
                  </a:cubicBezTo>
                  <a:cubicBezTo>
                    <a:pt x="1097" y="443"/>
                    <a:pt x="1093" y="446"/>
                    <a:pt x="1092" y="448"/>
                  </a:cubicBezTo>
                  <a:cubicBezTo>
                    <a:pt x="1089" y="450"/>
                    <a:pt x="1086" y="455"/>
                    <a:pt x="1084" y="457"/>
                  </a:cubicBezTo>
                  <a:cubicBezTo>
                    <a:pt x="1082" y="459"/>
                    <a:pt x="1079" y="462"/>
                    <a:pt x="1076" y="462"/>
                  </a:cubicBezTo>
                  <a:cubicBezTo>
                    <a:pt x="1074" y="463"/>
                    <a:pt x="1069" y="463"/>
                    <a:pt x="1067" y="463"/>
                  </a:cubicBezTo>
                  <a:cubicBezTo>
                    <a:pt x="1064" y="463"/>
                    <a:pt x="1059" y="460"/>
                    <a:pt x="1057" y="462"/>
                  </a:cubicBezTo>
                  <a:cubicBezTo>
                    <a:pt x="1056" y="463"/>
                    <a:pt x="1056" y="469"/>
                    <a:pt x="1056" y="471"/>
                  </a:cubicBezTo>
                  <a:cubicBezTo>
                    <a:pt x="1057" y="474"/>
                    <a:pt x="1063" y="477"/>
                    <a:pt x="1065" y="479"/>
                  </a:cubicBezTo>
                  <a:cubicBezTo>
                    <a:pt x="1067" y="481"/>
                    <a:pt x="1071" y="487"/>
                    <a:pt x="1072" y="490"/>
                  </a:cubicBezTo>
                  <a:cubicBezTo>
                    <a:pt x="1075" y="494"/>
                    <a:pt x="1078" y="502"/>
                    <a:pt x="1079" y="506"/>
                  </a:cubicBezTo>
                  <a:cubicBezTo>
                    <a:pt x="1080" y="512"/>
                    <a:pt x="1080" y="525"/>
                    <a:pt x="1081" y="531"/>
                  </a:cubicBezTo>
                  <a:cubicBezTo>
                    <a:pt x="1082" y="540"/>
                    <a:pt x="1086" y="557"/>
                    <a:pt x="1087" y="566"/>
                  </a:cubicBezTo>
                  <a:cubicBezTo>
                    <a:pt x="1087" y="572"/>
                    <a:pt x="1087" y="584"/>
                    <a:pt x="1086" y="589"/>
                  </a:cubicBezTo>
                  <a:cubicBezTo>
                    <a:pt x="1086" y="592"/>
                    <a:pt x="1085" y="597"/>
                    <a:pt x="1084" y="599"/>
                  </a:cubicBezTo>
                  <a:cubicBezTo>
                    <a:pt x="1082" y="601"/>
                    <a:pt x="1077" y="603"/>
                    <a:pt x="1075" y="603"/>
                  </a:cubicBezTo>
                  <a:cubicBezTo>
                    <a:pt x="1073" y="604"/>
                    <a:pt x="1068" y="601"/>
                    <a:pt x="1066" y="602"/>
                  </a:cubicBezTo>
                  <a:cubicBezTo>
                    <a:pt x="1065" y="603"/>
                    <a:pt x="1062" y="607"/>
                    <a:pt x="1062" y="609"/>
                  </a:cubicBezTo>
                  <a:cubicBezTo>
                    <a:pt x="1062" y="610"/>
                    <a:pt x="1064" y="612"/>
                    <a:pt x="1065" y="613"/>
                  </a:cubicBezTo>
                  <a:cubicBezTo>
                    <a:pt x="1066" y="615"/>
                    <a:pt x="1071" y="616"/>
                    <a:pt x="1073" y="617"/>
                  </a:cubicBezTo>
                  <a:cubicBezTo>
                    <a:pt x="1075" y="619"/>
                    <a:pt x="1078" y="624"/>
                    <a:pt x="1078" y="627"/>
                  </a:cubicBezTo>
                  <a:cubicBezTo>
                    <a:pt x="1079" y="629"/>
                    <a:pt x="1078" y="634"/>
                    <a:pt x="1077" y="636"/>
                  </a:cubicBezTo>
                  <a:cubicBezTo>
                    <a:pt x="1077" y="638"/>
                    <a:pt x="1072" y="642"/>
                    <a:pt x="1072" y="644"/>
                  </a:cubicBezTo>
                  <a:cubicBezTo>
                    <a:pt x="1071" y="647"/>
                    <a:pt x="1073" y="653"/>
                    <a:pt x="1074" y="656"/>
                  </a:cubicBezTo>
                  <a:cubicBezTo>
                    <a:pt x="1075" y="658"/>
                    <a:pt x="1079" y="660"/>
                    <a:pt x="1081" y="662"/>
                  </a:cubicBezTo>
                  <a:cubicBezTo>
                    <a:pt x="1083" y="664"/>
                    <a:pt x="1086" y="667"/>
                    <a:pt x="1088" y="669"/>
                  </a:cubicBezTo>
                  <a:cubicBezTo>
                    <a:pt x="1090" y="672"/>
                    <a:pt x="1093" y="681"/>
                    <a:pt x="1095" y="684"/>
                  </a:cubicBezTo>
                  <a:cubicBezTo>
                    <a:pt x="1096" y="686"/>
                    <a:pt x="1101" y="689"/>
                    <a:pt x="1101" y="691"/>
                  </a:cubicBezTo>
                  <a:cubicBezTo>
                    <a:pt x="1102" y="694"/>
                    <a:pt x="1099" y="699"/>
                    <a:pt x="1098" y="701"/>
                  </a:cubicBezTo>
                  <a:cubicBezTo>
                    <a:pt x="1097" y="703"/>
                    <a:pt x="1093" y="705"/>
                    <a:pt x="1092" y="707"/>
                  </a:cubicBezTo>
                  <a:cubicBezTo>
                    <a:pt x="1091" y="708"/>
                    <a:pt x="1091" y="713"/>
                    <a:pt x="1090" y="715"/>
                  </a:cubicBezTo>
                  <a:cubicBezTo>
                    <a:pt x="1089" y="716"/>
                    <a:pt x="1085" y="717"/>
                    <a:pt x="1084" y="718"/>
                  </a:cubicBezTo>
                  <a:cubicBezTo>
                    <a:pt x="1083" y="720"/>
                    <a:pt x="1084" y="724"/>
                    <a:pt x="1084" y="726"/>
                  </a:cubicBezTo>
                  <a:cubicBezTo>
                    <a:pt x="1085" y="727"/>
                    <a:pt x="1087" y="728"/>
                    <a:pt x="1088" y="730"/>
                  </a:cubicBezTo>
                  <a:cubicBezTo>
                    <a:pt x="1088" y="731"/>
                    <a:pt x="1087" y="733"/>
                    <a:pt x="1086" y="733"/>
                  </a:cubicBezTo>
                  <a:cubicBezTo>
                    <a:pt x="1085" y="735"/>
                    <a:pt x="1081" y="735"/>
                    <a:pt x="1080" y="737"/>
                  </a:cubicBezTo>
                  <a:cubicBezTo>
                    <a:pt x="1079" y="738"/>
                    <a:pt x="1078" y="743"/>
                    <a:pt x="1078" y="745"/>
                  </a:cubicBezTo>
                  <a:cubicBezTo>
                    <a:pt x="1079" y="747"/>
                    <a:pt x="1081" y="750"/>
                    <a:pt x="1082" y="752"/>
                  </a:cubicBezTo>
                  <a:cubicBezTo>
                    <a:pt x="1084" y="753"/>
                    <a:pt x="1089" y="755"/>
                    <a:pt x="1091" y="755"/>
                  </a:cubicBezTo>
                  <a:cubicBezTo>
                    <a:pt x="1093" y="754"/>
                    <a:pt x="1093" y="751"/>
                    <a:pt x="1094" y="750"/>
                  </a:cubicBezTo>
                  <a:cubicBezTo>
                    <a:pt x="1096" y="749"/>
                    <a:pt x="1098" y="749"/>
                    <a:pt x="1100" y="750"/>
                  </a:cubicBezTo>
                  <a:cubicBezTo>
                    <a:pt x="1102" y="751"/>
                    <a:pt x="1104" y="756"/>
                    <a:pt x="1106" y="757"/>
                  </a:cubicBezTo>
                  <a:cubicBezTo>
                    <a:pt x="1107" y="758"/>
                    <a:pt x="1110" y="758"/>
                    <a:pt x="1112" y="758"/>
                  </a:cubicBezTo>
                  <a:cubicBezTo>
                    <a:pt x="1115" y="758"/>
                    <a:pt x="1119" y="757"/>
                    <a:pt x="1122" y="757"/>
                  </a:cubicBezTo>
                  <a:cubicBezTo>
                    <a:pt x="1124" y="757"/>
                    <a:pt x="1127" y="759"/>
                    <a:pt x="1129" y="759"/>
                  </a:cubicBezTo>
                  <a:cubicBezTo>
                    <a:pt x="1130" y="759"/>
                    <a:pt x="1133" y="759"/>
                    <a:pt x="1134" y="759"/>
                  </a:cubicBezTo>
                  <a:cubicBezTo>
                    <a:pt x="1136" y="759"/>
                    <a:pt x="1140" y="756"/>
                    <a:pt x="1142" y="756"/>
                  </a:cubicBezTo>
                  <a:cubicBezTo>
                    <a:pt x="1143" y="756"/>
                    <a:pt x="1145" y="757"/>
                    <a:pt x="1146" y="758"/>
                  </a:cubicBezTo>
                  <a:cubicBezTo>
                    <a:pt x="1149" y="760"/>
                    <a:pt x="1150" y="765"/>
                    <a:pt x="1152" y="768"/>
                  </a:cubicBezTo>
                  <a:cubicBezTo>
                    <a:pt x="1153" y="769"/>
                    <a:pt x="1155" y="770"/>
                    <a:pt x="1156" y="771"/>
                  </a:cubicBezTo>
                  <a:cubicBezTo>
                    <a:pt x="1157" y="773"/>
                    <a:pt x="1158" y="776"/>
                    <a:pt x="1157" y="778"/>
                  </a:cubicBezTo>
                  <a:cubicBezTo>
                    <a:pt x="1157" y="779"/>
                    <a:pt x="1155" y="781"/>
                    <a:pt x="1154" y="781"/>
                  </a:cubicBezTo>
                  <a:cubicBezTo>
                    <a:pt x="1153" y="782"/>
                    <a:pt x="1150" y="781"/>
                    <a:pt x="1149" y="780"/>
                  </a:cubicBezTo>
                  <a:cubicBezTo>
                    <a:pt x="1147" y="780"/>
                    <a:pt x="1144" y="778"/>
                    <a:pt x="1143" y="779"/>
                  </a:cubicBezTo>
                  <a:cubicBezTo>
                    <a:pt x="1142" y="779"/>
                    <a:pt x="1144" y="782"/>
                    <a:pt x="1144" y="783"/>
                  </a:cubicBezTo>
                  <a:cubicBezTo>
                    <a:pt x="1143" y="785"/>
                    <a:pt x="1141" y="789"/>
                    <a:pt x="1141" y="790"/>
                  </a:cubicBezTo>
                  <a:cubicBezTo>
                    <a:pt x="1141" y="792"/>
                    <a:pt x="1141" y="797"/>
                    <a:pt x="1143" y="798"/>
                  </a:cubicBezTo>
                  <a:cubicBezTo>
                    <a:pt x="1143" y="799"/>
                    <a:pt x="1146" y="800"/>
                    <a:pt x="1147" y="800"/>
                  </a:cubicBezTo>
                  <a:cubicBezTo>
                    <a:pt x="1148" y="799"/>
                    <a:pt x="1150" y="797"/>
                    <a:pt x="1151" y="797"/>
                  </a:cubicBezTo>
                  <a:cubicBezTo>
                    <a:pt x="1152" y="796"/>
                    <a:pt x="1156" y="795"/>
                    <a:pt x="1157" y="795"/>
                  </a:cubicBezTo>
                  <a:cubicBezTo>
                    <a:pt x="1159" y="795"/>
                    <a:pt x="1163" y="795"/>
                    <a:pt x="1164" y="797"/>
                  </a:cubicBezTo>
                  <a:cubicBezTo>
                    <a:pt x="1167" y="799"/>
                    <a:pt x="1169" y="807"/>
                    <a:pt x="1171" y="810"/>
                  </a:cubicBezTo>
                  <a:cubicBezTo>
                    <a:pt x="1173" y="813"/>
                    <a:pt x="1178" y="818"/>
                    <a:pt x="1180" y="821"/>
                  </a:cubicBezTo>
                  <a:cubicBezTo>
                    <a:pt x="1181" y="823"/>
                    <a:pt x="1183" y="828"/>
                    <a:pt x="1183" y="831"/>
                  </a:cubicBezTo>
                  <a:cubicBezTo>
                    <a:pt x="1183" y="833"/>
                    <a:pt x="1182" y="839"/>
                    <a:pt x="1181" y="841"/>
                  </a:cubicBezTo>
                  <a:cubicBezTo>
                    <a:pt x="1181" y="844"/>
                    <a:pt x="1180" y="850"/>
                    <a:pt x="1181" y="853"/>
                  </a:cubicBezTo>
                  <a:cubicBezTo>
                    <a:pt x="1181" y="855"/>
                    <a:pt x="1183" y="859"/>
                    <a:pt x="1185" y="861"/>
                  </a:cubicBezTo>
                  <a:cubicBezTo>
                    <a:pt x="1186" y="863"/>
                    <a:pt x="1192" y="867"/>
                    <a:pt x="1193" y="870"/>
                  </a:cubicBezTo>
                  <a:cubicBezTo>
                    <a:pt x="1195" y="872"/>
                    <a:pt x="1196" y="877"/>
                    <a:pt x="1196" y="880"/>
                  </a:cubicBezTo>
                  <a:cubicBezTo>
                    <a:pt x="1195" y="882"/>
                    <a:pt x="1192" y="886"/>
                    <a:pt x="1191" y="888"/>
                  </a:cubicBezTo>
                  <a:cubicBezTo>
                    <a:pt x="1190" y="891"/>
                    <a:pt x="1190" y="897"/>
                    <a:pt x="1191" y="899"/>
                  </a:cubicBezTo>
                  <a:cubicBezTo>
                    <a:pt x="1192" y="904"/>
                    <a:pt x="1199" y="912"/>
                    <a:pt x="1202" y="916"/>
                  </a:cubicBezTo>
                  <a:cubicBezTo>
                    <a:pt x="1205" y="919"/>
                    <a:pt x="1210" y="924"/>
                    <a:pt x="1213" y="927"/>
                  </a:cubicBezTo>
                  <a:cubicBezTo>
                    <a:pt x="1216" y="928"/>
                    <a:pt x="1221" y="930"/>
                    <a:pt x="1223" y="932"/>
                  </a:cubicBezTo>
                  <a:cubicBezTo>
                    <a:pt x="1224" y="934"/>
                    <a:pt x="1225" y="938"/>
                    <a:pt x="1225" y="941"/>
                  </a:cubicBezTo>
                  <a:cubicBezTo>
                    <a:pt x="1225" y="944"/>
                    <a:pt x="1224" y="950"/>
                    <a:pt x="1223" y="952"/>
                  </a:cubicBezTo>
                  <a:cubicBezTo>
                    <a:pt x="1223" y="954"/>
                    <a:pt x="1221" y="958"/>
                    <a:pt x="1220" y="960"/>
                  </a:cubicBezTo>
                  <a:cubicBezTo>
                    <a:pt x="1219" y="962"/>
                    <a:pt x="1214" y="965"/>
                    <a:pt x="1213" y="967"/>
                  </a:cubicBezTo>
                  <a:cubicBezTo>
                    <a:pt x="1212" y="969"/>
                    <a:pt x="1214" y="975"/>
                    <a:pt x="1213" y="977"/>
                  </a:cubicBezTo>
                  <a:cubicBezTo>
                    <a:pt x="1213" y="979"/>
                    <a:pt x="1210" y="983"/>
                    <a:pt x="1210" y="985"/>
                  </a:cubicBezTo>
                  <a:cubicBezTo>
                    <a:pt x="1209" y="987"/>
                    <a:pt x="1208" y="992"/>
                    <a:pt x="1208" y="994"/>
                  </a:cubicBezTo>
                  <a:cubicBezTo>
                    <a:pt x="1207" y="996"/>
                    <a:pt x="1207" y="999"/>
                    <a:pt x="1207" y="1001"/>
                  </a:cubicBezTo>
                  <a:cubicBezTo>
                    <a:pt x="1207" y="1003"/>
                    <a:pt x="1209" y="1007"/>
                    <a:pt x="1209" y="1009"/>
                  </a:cubicBezTo>
                  <a:cubicBezTo>
                    <a:pt x="1210" y="1011"/>
                    <a:pt x="1210" y="1016"/>
                    <a:pt x="1209" y="1019"/>
                  </a:cubicBezTo>
                  <a:cubicBezTo>
                    <a:pt x="1209" y="1023"/>
                    <a:pt x="1207" y="1029"/>
                    <a:pt x="1207" y="1033"/>
                  </a:cubicBezTo>
                  <a:cubicBezTo>
                    <a:pt x="1208" y="1037"/>
                    <a:pt x="1212" y="1044"/>
                    <a:pt x="1214" y="1047"/>
                  </a:cubicBezTo>
                  <a:cubicBezTo>
                    <a:pt x="1216" y="1049"/>
                    <a:pt x="1220" y="1053"/>
                    <a:pt x="1223" y="1054"/>
                  </a:cubicBezTo>
                  <a:cubicBezTo>
                    <a:pt x="1225" y="1054"/>
                    <a:pt x="1230" y="1051"/>
                    <a:pt x="1231" y="1049"/>
                  </a:cubicBezTo>
                  <a:cubicBezTo>
                    <a:pt x="1233" y="1048"/>
                    <a:pt x="1233" y="1044"/>
                    <a:pt x="1235" y="1042"/>
                  </a:cubicBezTo>
                  <a:cubicBezTo>
                    <a:pt x="1236" y="1041"/>
                    <a:pt x="1238" y="1038"/>
                    <a:pt x="1239" y="1037"/>
                  </a:cubicBezTo>
                  <a:cubicBezTo>
                    <a:pt x="1242" y="1035"/>
                    <a:pt x="1249" y="1035"/>
                    <a:pt x="1253" y="1034"/>
                  </a:cubicBezTo>
                  <a:cubicBezTo>
                    <a:pt x="1254" y="1034"/>
                    <a:pt x="1258" y="1033"/>
                    <a:pt x="1260" y="1032"/>
                  </a:cubicBezTo>
                  <a:cubicBezTo>
                    <a:pt x="1262" y="1032"/>
                    <a:pt x="1267" y="1032"/>
                    <a:pt x="1269" y="1031"/>
                  </a:cubicBezTo>
                  <a:cubicBezTo>
                    <a:pt x="1272" y="1031"/>
                    <a:pt x="1277" y="1030"/>
                    <a:pt x="1278" y="1028"/>
                  </a:cubicBezTo>
                  <a:cubicBezTo>
                    <a:pt x="1279" y="1026"/>
                    <a:pt x="1278" y="1021"/>
                    <a:pt x="1279" y="1020"/>
                  </a:cubicBezTo>
                  <a:cubicBezTo>
                    <a:pt x="1280" y="1018"/>
                    <a:pt x="1282" y="1016"/>
                    <a:pt x="1284" y="1016"/>
                  </a:cubicBezTo>
                  <a:cubicBezTo>
                    <a:pt x="1286" y="1015"/>
                    <a:pt x="1289" y="1019"/>
                    <a:pt x="1290" y="1021"/>
                  </a:cubicBezTo>
                  <a:cubicBezTo>
                    <a:pt x="1291" y="1023"/>
                    <a:pt x="1290" y="1027"/>
                    <a:pt x="1292" y="1029"/>
                  </a:cubicBezTo>
                  <a:cubicBezTo>
                    <a:pt x="1292" y="1030"/>
                    <a:pt x="1296" y="1030"/>
                    <a:pt x="1297" y="1031"/>
                  </a:cubicBezTo>
                  <a:cubicBezTo>
                    <a:pt x="1298" y="1033"/>
                    <a:pt x="1296" y="1038"/>
                    <a:pt x="1297" y="1040"/>
                  </a:cubicBezTo>
                  <a:cubicBezTo>
                    <a:pt x="1297" y="1042"/>
                    <a:pt x="1297" y="1046"/>
                    <a:pt x="1299" y="1047"/>
                  </a:cubicBezTo>
                  <a:cubicBezTo>
                    <a:pt x="1300" y="1048"/>
                    <a:pt x="1303" y="1048"/>
                    <a:pt x="1304" y="1047"/>
                  </a:cubicBezTo>
                  <a:cubicBezTo>
                    <a:pt x="1305" y="1047"/>
                    <a:pt x="1305" y="1044"/>
                    <a:pt x="1305" y="1043"/>
                  </a:cubicBezTo>
                  <a:cubicBezTo>
                    <a:pt x="1305" y="1041"/>
                    <a:pt x="1303" y="1038"/>
                    <a:pt x="1304" y="1037"/>
                  </a:cubicBezTo>
                  <a:cubicBezTo>
                    <a:pt x="1305" y="1036"/>
                    <a:pt x="1307" y="1036"/>
                    <a:pt x="1308" y="1035"/>
                  </a:cubicBezTo>
                  <a:cubicBezTo>
                    <a:pt x="1310" y="1034"/>
                    <a:pt x="1312" y="1030"/>
                    <a:pt x="1313" y="1029"/>
                  </a:cubicBezTo>
                  <a:cubicBezTo>
                    <a:pt x="1314" y="1026"/>
                    <a:pt x="1315" y="1020"/>
                    <a:pt x="1316" y="1017"/>
                  </a:cubicBezTo>
                  <a:cubicBezTo>
                    <a:pt x="1317" y="1015"/>
                    <a:pt x="1318" y="1010"/>
                    <a:pt x="1319" y="1008"/>
                  </a:cubicBezTo>
                  <a:cubicBezTo>
                    <a:pt x="1320" y="1006"/>
                    <a:pt x="1323" y="1001"/>
                    <a:pt x="1325" y="999"/>
                  </a:cubicBezTo>
                  <a:cubicBezTo>
                    <a:pt x="1327" y="997"/>
                    <a:pt x="1332" y="994"/>
                    <a:pt x="1335" y="992"/>
                  </a:cubicBezTo>
                  <a:cubicBezTo>
                    <a:pt x="1336" y="991"/>
                    <a:pt x="1340" y="989"/>
                    <a:pt x="1341" y="987"/>
                  </a:cubicBezTo>
                  <a:cubicBezTo>
                    <a:pt x="1342" y="984"/>
                    <a:pt x="1342" y="979"/>
                    <a:pt x="1342" y="976"/>
                  </a:cubicBezTo>
                  <a:cubicBezTo>
                    <a:pt x="1342" y="974"/>
                    <a:pt x="1340" y="971"/>
                    <a:pt x="1340" y="969"/>
                  </a:cubicBezTo>
                  <a:cubicBezTo>
                    <a:pt x="1340" y="967"/>
                    <a:pt x="1341" y="964"/>
                    <a:pt x="1342" y="962"/>
                  </a:cubicBezTo>
                  <a:cubicBezTo>
                    <a:pt x="1343" y="961"/>
                    <a:pt x="1346" y="959"/>
                    <a:pt x="1347" y="957"/>
                  </a:cubicBezTo>
                  <a:cubicBezTo>
                    <a:pt x="1348" y="955"/>
                    <a:pt x="1349" y="950"/>
                    <a:pt x="1349" y="948"/>
                  </a:cubicBezTo>
                  <a:cubicBezTo>
                    <a:pt x="1350" y="946"/>
                    <a:pt x="1349" y="943"/>
                    <a:pt x="1350" y="941"/>
                  </a:cubicBezTo>
                  <a:cubicBezTo>
                    <a:pt x="1352" y="940"/>
                    <a:pt x="1356" y="938"/>
                    <a:pt x="1357" y="938"/>
                  </a:cubicBezTo>
                  <a:cubicBezTo>
                    <a:pt x="1362" y="937"/>
                    <a:pt x="1371" y="937"/>
                    <a:pt x="1375" y="937"/>
                  </a:cubicBezTo>
                  <a:cubicBezTo>
                    <a:pt x="1378" y="937"/>
                    <a:pt x="1385" y="939"/>
                    <a:pt x="1389" y="940"/>
                  </a:cubicBezTo>
                  <a:cubicBezTo>
                    <a:pt x="1391" y="941"/>
                    <a:pt x="1397" y="943"/>
                    <a:pt x="1399" y="944"/>
                  </a:cubicBezTo>
                  <a:cubicBezTo>
                    <a:pt x="1402" y="947"/>
                    <a:pt x="1408" y="953"/>
                    <a:pt x="1410" y="956"/>
                  </a:cubicBezTo>
                  <a:cubicBezTo>
                    <a:pt x="1412" y="960"/>
                    <a:pt x="1413" y="967"/>
                    <a:pt x="1413" y="970"/>
                  </a:cubicBezTo>
                  <a:cubicBezTo>
                    <a:pt x="1414" y="973"/>
                    <a:pt x="1415" y="978"/>
                    <a:pt x="1416" y="980"/>
                  </a:cubicBezTo>
                  <a:cubicBezTo>
                    <a:pt x="1417" y="982"/>
                    <a:pt x="1421" y="983"/>
                    <a:pt x="1423" y="983"/>
                  </a:cubicBezTo>
                  <a:cubicBezTo>
                    <a:pt x="1425" y="984"/>
                    <a:pt x="1430" y="984"/>
                    <a:pt x="1432" y="983"/>
                  </a:cubicBezTo>
                  <a:cubicBezTo>
                    <a:pt x="1434" y="982"/>
                    <a:pt x="1434" y="978"/>
                    <a:pt x="1436" y="977"/>
                  </a:cubicBezTo>
                  <a:cubicBezTo>
                    <a:pt x="1437" y="976"/>
                    <a:pt x="1440" y="978"/>
                    <a:pt x="1441" y="978"/>
                  </a:cubicBezTo>
                  <a:cubicBezTo>
                    <a:pt x="1443" y="978"/>
                    <a:pt x="1445" y="978"/>
                    <a:pt x="1446" y="978"/>
                  </a:cubicBezTo>
                  <a:cubicBezTo>
                    <a:pt x="1448" y="976"/>
                    <a:pt x="1447" y="972"/>
                    <a:pt x="1449" y="971"/>
                  </a:cubicBezTo>
                  <a:cubicBezTo>
                    <a:pt x="1449" y="970"/>
                    <a:pt x="1451" y="970"/>
                    <a:pt x="1452" y="970"/>
                  </a:cubicBezTo>
                  <a:cubicBezTo>
                    <a:pt x="1453" y="970"/>
                    <a:pt x="1457" y="970"/>
                    <a:pt x="1458" y="971"/>
                  </a:cubicBezTo>
                  <a:cubicBezTo>
                    <a:pt x="1460" y="972"/>
                    <a:pt x="1463" y="976"/>
                    <a:pt x="1464" y="978"/>
                  </a:cubicBezTo>
                  <a:cubicBezTo>
                    <a:pt x="1465" y="979"/>
                    <a:pt x="1466" y="982"/>
                    <a:pt x="1466" y="984"/>
                  </a:cubicBezTo>
                  <a:cubicBezTo>
                    <a:pt x="1466" y="986"/>
                    <a:pt x="1463" y="989"/>
                    <a:pt x="1463" y="991"/>
                  </a:cubicBezTo>
                  <a:cubicBezTo>
                    <a:pt x="1463" y="993"/>
                    <a:pt x="1465" y="996"/>
                    <a:pt x="1466" y="997"/>
                  </a:cubicBezTo>
                  <a:cubicBezTo>
                    <a:pt x="1467" y="998"/>
                    <a:pt x="1471" y="997"/>
                    <a:pt x="1472" y="998"/>
                  </a:cubicBezTo>
                  <a:cubicBezTo>
                    <a:pt x="1474" y="1000"/>
                    <a:pt x="1474" y="1004"/>
                    <a:pt x="1474" y="1006"/>
                  </a:cubicBezTo>
                  <a:cubicBezTo>
                    <a:pt x="1475" y="1009"/>
                    <a:pt x="1477" y="1015"/>
                    <a:pt x="1478" y="1017"/>
                  </a:cubicBezTo>
                  <a:cubicBezTo>
                    <a:pt x="1479" y="1019"/>
                    <a:pt x="1483" y="1021"/>
                    <a:pt x="1485" y="1023"/>
                  </a:cubicBezTo>
                  <a:cubicBezTo>
                    <a:pt x="1486" y="1025"/>
                    <a:pt x="1488" y="1028"/>
                    <a:pt x="1488" y="1030"/>
                  </a:cubicBezTo>
                  <a:cubicBezTo>
                    <a:pt x="1489" y="1032"/>
                    <a:pt x="1489" y="1036"/>
                    <a:pt x="1490" y="1038"/>
                  </a:cubicBezTo>
                  <a:cubicBezTo>
                    <a:pt x="1491" y="1039"/>
                    <a:pt x="1492" y="1040"/>
                    <a:pt x="1494" y="1041"/>
                  </a:cubicBezTo>
                  <a:cubicBezTo>
                    <a:pt x="1496" y="1042"/>
                    <a:pt x="1499" y="1045"/>
                    <a:pt x="1499" y="1047"/>
                  </a:cubicBezTo>
                  <a:cubicBezTo>
                    <a:pt x="1500" y="1051"/>
                    <a:pt x="1500" y="1058"/>
                    <a:pt x="1500" y="1061"/>
                  </a:cubicBezTo>
                  <a:cubicBezTo>
                    <a:pt x="1501" y="1063"/>
                    <a:pt x="1501" y="1067"/>
                    <a:pt x="1502" y="1069"/>
                  </a:cubicBezTo>
                  <a:cubicBezTo>
                    <a:pt x="1504" y="1070"/>
                    <a:pt x="1510" y="1069"/>
                    <a:pt x="1512" y="1069"/>
                  </a:cubicBezTo>
                  <a:cubicBezTo>
                    <a:pt x="1513" y="1069"/>
                    <a:pt x="1517" y="1067"/>
                    <a:pt x="1518" y="1067"/>
                  </a:cubicBezTo>
                  <a:cubicBezTo>
                    <a:pt x="1520" y="1068"/>
                    <a:pt x="1521" y="1073"/>
                    <a:pt x="1521" y="1074"/>
                  </a:cubicBezTo>
                  <a:cubicBezTo>
                    <a:pt x="1522" y="1077"/>
                    <a:pt x="1522" y="1083"/>
                    <a:pt x="1522" y="1083"/>
                  </a:cubicBezTo>
                  <a:cubicBezTo>
                    <a:pt x="1522" y="1084"/>
                    <a:pt x="1524" y="1090"/>
                    <a:pt x="1525" y="1091"/>
                  </a:cubicBezTo>
                  <a:cubicBezTo>
                    <a:pt x="1527" y="1093"/>
                    <a:pt x="1531" y="1094"/>
                    <a:pt x="1533" y="1095"/>
                  </a:cubicBezTo>
                  <a:cubicBezTo>
                    <a:pt x="1535" y="1096"/>
                    <a:pt x="1539" y="1098"/>
                    <a:pt x="1539" y="1100"/>
                  </a:cubicBezTo>
                  <a:cubicBezTo>
                    <a:pt x="1540" y="1102"/>
                    <a:pt x="1539" y="1105"/>
                    <a:pt x="1538" y="1107"/>
                  </a:cubicBezTo>
                  <a:cubicBezTo>
                    <a:pt x="1538" y="1109"/>
                    <a:pt x="1537" y="1114"/>
                    <a:pt x="1538" y="1115"/>
                  </a:cubicBezTo>
                  <a:cubicBezTo>
                    <a:pt x="1538" y="1117"/>
                    <a:pt x="1540" y="1118"/>
                    <a:pt x="1541" y="1119"/>
                  </a:cubicBezTo>
                  <a:cubicBezTo>
                    <a:pt x="1543" y="1120"/>
                    <a:pt x="1549" y="1119"/>
                    <a:pt x="1552" y="1120"/>
                  </a:cubicBezTo>
                  <a:cubicBezTo>
                    <a:pt x="1554" y="1121"/>
                    <a:pt x="1559" y="1122"/>
                    <a:pt x="1560" y="1123"/>
                  </a:cubicBezTo>
                  <a:cubicBezTo>
                    <a:pt x="1562" y="1124"/>
                    <a:pt x="1564" y="1126"/>
                    <a:pt x="1565" y="1128"/>
                  </a:cubicBezTo>
                  <a:cubicBezTo>
                    <a:pt x="1565" y="1129"/>
                    <a:pt x="1565" y="1133"/>
                    <a:pt x="1564" y="1134"/>
                  </a:cubicBezTo>
                  <a:cubicBezTo>
                    <a:pt x="1563" y="1135"/>
                    <a:pt x="1560" y="1136"/>
                    <a:pt x="1559" y="1137"/>
                  </a:cubicBezTo>
                  <a:cubicBezTo>
                    <a:pt x="1558" y="1139"/>
                    <a:pt x="1558" y="1142"/>
                    <a:pt x="1558" y="1144"/>
                  </a:cubicBezTo>
                  <a:cubicBezTo>
                    <a:pt x="1559" y="1146"/>
                    <a:pt x="1562" y="1148"/>
                    <a:pt x="1564" y="1149"/>
                  </a:cubicBezTo>
                  <a:cubicBezTo>
                    <a:pt x="1566" y="1149"/>
                    <a:pt x="1571" y="1148"/>
                    <a:pt x="1573" y="1147"/>
                  </a:cubicBezTo>
                  <a:cubicBezTo>
                    <a:pt x="1575" y="1145"/>
                    <a:pt x="1576" y="1139"/>
                    <a:pt x="1578" y="1137"/>
                  </a:cubicBezTo>
                  <a:cubicBezTo>
                    <a:pt x="1579" y="1136"/>
                    <a:pt x="1583" y="1136"/>
                    <a:pt x="1585" y="1136"/>
                  </a:cubicBezTo>
                  <a:cubicBezTo>
                    <a:pt x="1586" y="1135"/>
                    <a:pt x="1590" y="1135"/>
                    <a:pt x="1592" y="1136"/>
                  </a:cubicBezTo>
                  <a:cubicBezTo>
                    <a:pt x="1593" y="1137"/>
                    <a:pt x="1596" y="1139"/>
                    <a:pt x="1597" y="1141"/>
                  </a:cubicBezTo>
                  <a:cubicBezTo>
                    <a:pt x="1598" y="1143"/>
                    <a:pt x="1598" y="1150"/>
                    <a:pt x="1599" y="1153"/>
                  </a:cubicBezTo>
                  <a:cubicBezTo>
                    <a:pt x="1599" y="1155"/>
                    <a:pt x="1600" y="1159"/>
                    <a:pt x="1602" y="1160"/>
                  </a:cubicBezTo>
                  <a:cubicBezTo>
                    <a:pt x="1603" y="1162"/>
                    <a:pt x="1607" y="1164"/>
                    <a:pt x="1609" y="1163"/>
                  </a:cubicBezTo>
                  <a:cubicBezTo>
                    <a:pt x="1611" y="1163"/>
                    <a:pt x="1612" y="1159"/>
                    <a:pt x="1613" y="1157"/>
                  </a:cubicBezTo>
                  <a:cubicBezTo>
                    <a:pt x="1614" y="1156"/>
                    <a:pt x="1615" y="1152"/>
                    <a:pt x="1616" y="1152"/>
                  </a:cubicBezTo>
                  <a:cubicBezTo>
                    <a:pt x="1617" y="1151"/>
                    <a:pt x="1620" y="1151"/>
                    <a:pt x="1621" y="1151"/>
                  </a:cubicBezTo>
                  <a:cubicBezTo>
                    <a:pt x="1623" y="1152"/>
                    <a:pt x="1626" y="1157"/>
                    <a:pt x="1627" y="1159"/>
                  </a:cubicBezTo>
                  <a:cubicBezTo>
                    <a:pt x="1629" y="1164"/>
                    <a:pt x="1630" y="1174"/>
                    <a:pt x="1630" y="1179"/>
                  </a:cubicBezTo>
                  <a:cubicBezTo>
                    <a:pt x="1629" y="1183"/>
                    <a:pt x="1625" y="1191"/>
                    <a:pt x="1624" y="1195"/>
                  </a:cubicBezTo>
                  <a:cubicBezTo>
                    <a:pt x="1623" y="1196"/>
                    <a:pt x="1620" y="1201"/>
                    <a:pt x="1621" y="1202"/>
                  </a:cubicBezTo>
                  <a:cubicBezTo>
                    <a:pt x="1623" y="1204"/>
                    <a:pt x="1628" y="1203"/>
                    <a:pt x="1630" y="1203"/>
                  </a:cubicBezTo>
                  <a:cubicBezTo>
                    <a:pt x="1633" y="1203"/>
                    <a:pt x="1638" y="1201"/>
                    <a:pt x="1640" y="1202"/>
                  </a:cubicBezTo>
                  <a:cubicBezTo>
                    <a:pt x="1642" y="1203"/>
                    <a:pt x="1644" y="1206"/>
                    <a:pt x="1645" y="1207"/>
                  </a:cubicBezTo>
                  <a:cubicBezTo>
                    <a:pt x="1647" y="1210"/>
                    <a:pt x="1650" y="1214"/>
                    <a:pt x="1649" y="1217"/>
                  </a:cubicBezTo>
                  <a:cubicBezTo>
                    <a:pt x="1649" y="1220"/>
                    <a:pt x="1642" y="1221"/>
                    <a:pt x="1640" y="1224"/>
                  </a:cubicBezTo>
                  <a:cubicBezTo>
                    <a:pt x="1638" y="1226"/>
                    <a:pt x="1636" y="1232"/>
                    <a:pt x="1636" y="1235"/>
                  </a:cubicBezTo>
                  <a:cubicBezTo>
                    <a:pt x="1636" y="1238"/>
                    <a:pt x="1638" y="1244"/>
                    <a:pt x="1640" y="1246"/>
                  </a:cubicBezTo>
                  <a:cubicBezTo>
                    <a:pt x="1643" y="1248"/>
                    <a:pt x="1651" y="1247"/>
                    <a:pt x="1654" y="1249"/>
                  </a:cubicBezTo>
                  <a:cubicBezTo>
                    <a:pt x="1657" y="1251"/>
                    <a:pt x="1660" y="1258"/>
                    <a:pt x="1661" y="126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32"/>
            <p:cNvSpPr>
              <a:spLocks/>
            </p:cNvSpPr>
            <p:nvPr/>
          </p:nvSpPr>
          <p:spPr bwMode="auto">
            <a:xfrm>
              <a:off x="5130800" y="1908176"/>
              <a:ext cx="50800" cy="38100"/>
            </a:xfrm>
            <a:custGeom>
              <a:avLst/>
              <a:gdLst/>
              <a:ahLst/>
              <a:cxnLst>
                <a:cxn ang="0">
                  <a:pos x="33" y="8"/>
                </a:cxn>
                <a:cxn ang="0">
                  <a:pos x="29" y="16"/>
                </a:cxn>
                <a:cxn ang="0">
                  <a:pos x="27" y="21"/>
                </a:cxn>
                <a:cxn ang="0">
                  <a:pos x="22" y="25"/>
                </a:cxn>
                <a:cxn ang="0">
                  <a:pos x="16" y="24"/>
                </a:cxn>
                <a:cxn ang="0">
                  <a:pos x="10" y="21"/>
                </a:cxn>
                <a:cxn ang="0">
                  <a:pos x="2" y="21"/>
                </a:cxn>
                <a:cxn ang="0">
                  <a:pos x="0" y="16"/>
                </a:cxn>
                <a:cxn ang="0">
                  <a:pos x="5" y="12"/>
                </a:cxn>
                <a:cxn ang="0">
                  <a:pos x="2" y="6"/>
                </a:cxn>
                <a:cxn ang="0">
                  <a:pos x="4" y="0"/>
                </a:cxn>
                <a:cxn ang="0">
                  <a:pos x="10" y="1"/>
                </a:cxn>
                <a:cxn ang="0">
                  <a:pos x="13" y="4"/>
                </a:cxn>
                <a:cxn ang="0">
                  <a:pos x="19" y="1"/>
                </a:cxn>
                <a:cxn ang="0">
                  <a:pos x="27" y="1"/>
                </a:cxn>
                <a:cxn ang="0">
                  <a:pos x="33" y="8"/>
                </a:cxn>
              </a:cxnLst>
              <a:rect l="0" t="0" r="r" b="b"/>
              <a:pathLst>
                <a:path w="33" h="25">
                  <a:moveTo>
                    <a:pt x="33" y="8"/>
                  </a:moveTo>
                  <a:cubicBezTo>
                    <a:pt x="33" y="10"/>
                    <a:pt x="30" y="14"/>
                    <a:pt x="29" y="16"/>
                  </a:cubicBezTo>
                  <a:cubicBezTo>
                    <a:pt x="28" y="17"/>
                    <a:pt x="28" y="20"/>
                    <a:pt x="27" y="21"/>
                  </a:cubicBezTo>
                  <a:cubicBezTo>
                    <a:pt x="26" y="22"/>
                    <a:pt x="24" y="24"/>
                    <a:pt x="22" y="25"/>
                  </a:cubicBezTo>
                  <a:cubicBezTo>
                    <a:pt x="21" y="25"/>
                    <a:pt x="17" y="25"/>
                    <a:pt x="16" y="24"/>
                  </a:cubicBezTo>
                  <a:cubicBezTo>
                    <a:pt x="14" y="24"/>
                    <a:pt x="11" y="21"/>
                    <a:pt x="10" y="21"/>
                  </a:cubicBezTo>
                  <a:cubicBezTo>
                    <a:pt x="8" y="21"/>
                    <a:pt x="4" y="22"/>
                    <a:pt x="2" y="21"/>
                  </a:cubicBezTo>
                  <a:cubicBezTo>
                    <a:pt x="1" y="21"/>
                    <a:pt x="0" y="17"/>
                    <a:pt x="0" y="16"/>
                  </a:cubicBezTo>
                  <a:cubicBezTo>
                    <a:pt x="0" y="14"/>
                    <a:pt x="5" y="13"/>
                    <a:pt x="5" y="12"/>
                  </a:cubicBezTo>
                  <a:cubicBezTo>
                    <a:pt x="5" y="10"/>
                    <a:pt x="2" y="8"/>
                    <a:pt x="2" y="6"/>
                  </a:cubicBezTo>
                  <a:cubicBezTo>
                    <a:pt x="2" y="5"/>
                    <a:pt x="3" y="1"/>
                    <a:pt x="4" y="0"/>
                  </a:cubicBezTo>
                  <a:cubicBezTo>
                    <a:pt x="5" y="0"/>
                    <a:pt x="9" y="0"/>
                    <a:pt x="10" y="1"/>
                  </a:cubicBezTo>
                  <a:cubicBezTo>
                    <a:pt x="11" y="2"/>
                    <a:pt x="12" y="4"/>
                    <a:pt x="13" y="4"/>
                  </a:cubicBezTo>
                  <a:cubicBezTo>
                    <a:pt x="14" y="5"/>
                    <a:pt x="17" y="2"/>
                    <a:pt x="19" y="1"/>
                  </a:cubicBezTo>
                  <a:cubicBezTo>
                    <a:pt x="21" y="1"/>
                    <a:pt x="25" y="0"/>
                    <a:pt x="27" y="1"/>
                  </a:cubicBezTo>
                  <a:cubicBezTo>
                    <a:pt x="29" y="2"/>
                    <a:pt x="32" y="6"/>
                    <a:pt x="33"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33"/>
            <p:cNvSpPr>
              <a:spLocks/>
            </p:cNvSpPr>
            <p:nvPr/>
          </p:nvSpPr>
          <p:spPr bwMode="auto">
            <a:xfrm>
              <a:off x="5087938" y="1954213"/>
              <a:ext cx="52388" cy="38100"/>
            </a:xfrm>
            <a:custGeom>
              <a:avLst/>
              <a:gdLst/>
              <a:ahLst/>
              <a:cxnLst>
                <a:cxn ang="0">
                  <a:pos x="35" y="12"/>
                </a:cxn>
                <a:cxn ang="0">
                  <a:pos x="35" y="13"/>
                </a:cxn>
                <a:cxn ang="0">
                  <a:pos x="30" y="15"/>
                </a:cxn>
                <a:cxn ang="0">
                  <a:pos x="27" y="21"/>
                </a:cxn>
                <a:cxn ang="0">
                  <a:pos x="25" y="22"/>
                </a:cxn>
                <a:cxn ang="0">
                  <a:pos x="24" y="19"/>
                </a:cxn>
                <a:cxn ang="0">
                  <a:pos x="22" y="16"/>
                </a:cxn>
                <a:cxn ang="0">
                  <a:pos x="15" y="18"/>
                </a:cxn>
                <a:cxn ang="0">
                  <a:pos x="11" y="21"/>
                </a:cxn>
                <a:cxn ang="0">
                  <a:pos x="6" y="25"/>
                </a:cxn>
                <a:cxn ang="0">
                  <a:pos x="2" y="23"/>
                </a:cxn>
                <a:cxn ang="0">
                  <a:pos x="1" y="16"/>
                </a:cxn>
                <a:cxn ang="0">
                  <a:pos x="6" y="12"/>
                </a:cxn>
                <a:cxn ang="0">
                  <a:pos x="9" y="6"/>
                </a:cxn>
                <a:cxn ang="0">
                  <a:pos x="15" y="6"/>
                </a:cxn>
                <a:cxn ang="0">
                  <a:pos x="19" y="10"/>
                </a:cxn>
                <a:cxn ang="0">
                  <a:pos x="23" y="7"/>
                </a:cxn>
                <a:cxn ang="0">
                  <a:pos x="25" y="1"/>
                </a:cxn>
                <a:cxn ang="0">
                  <a:pos x="31" y="2"/>
                </a:cxn>
                <a:cxn ang="0">
                  <a:pos x="30" y="7"/>
                </a:cxn>
                <a:cxn ang="0">
                  <a:pos x="30" y="11"/>
                </a:cxn>
                <a:cxn ang="0">
                  <a:pos x="35" y="12"/>
                </a:cxn>
              </a:cxnLst>
              <a:rect l="0" t="0" r="r" b="b"/>
              <a:pathLst>
                <a:path w="35" h="25">
                  <a:moveTo>
                    <a:pt x="35" y="12"/>
                  </a:moveTo>
                  <a:cubicBezTo>
                    <a:pt x="35" y="12"/>
                    <a:pt x="35" y="13"/>
                    <a:pt x="35" y="13"/>
                  </a:cubicBezTo>
                  <a:cubicBezTo>
                    <a:pt x="34" y="14"/>
                    <a:pt x="31" y="15"/>
                    <a:pt x="30" y="15"/>
                  </a:cubicBezTo>
                  <a:cubicBezTo>
                    <a:pt x="29" y="17"/>
                    <a:pt x="28" y="20"/>
                    <a:pt x="27" y="21"/>
                  </a:cubicBezTo>
                  <a:cubicBezTo>
                    <a:pt x="27" y="21"/>
                    <a:pt x="26" y="21"/>
                    <a:pt x="25" y="22"/>
                  </a:cubicBezTo>
                  <a:cubicBezTo>
                    <a:pt x="25" y="21"/>
                    <a:pt x="25" y="20"/>
                    <a:pt x="24" y="19"/>
                  </a:cubicBezTo>
                  <a:cubicBezTo>
                    <a:pt x="24" y="18"/>
                    <a:pt x="23" y="16"/>
                    <a:pt x="22" y="16"/>
                  </a:cubicBezTo>
                  <a:cubicBezTo>
                    <a:pt x="20" y="15"/>
                    <a:pt x="16" y="17"/>
                    <a:pt x="15" y="18"/>
                  </a:cubicBezTo>
                  <a:cubicBezTo>
                    <a:pt x="14" y="19"/>
                    <a:pt x="12" y="21"/>
                    <a:pt x="11" y="21"/>
                  </a:cubicBezTo>
                  <a:cubicBezTo>
                    <a:pt x="10" y="22"/>
                    <a:pt x="7" y="25"/>
                    <a:pt x="6" y="25"/>
                  </a:cubicBezTo>
                  <a:cubicBezTo>
                    <a:pt x="5" y="25"/>
                    <a:pt x="3" y="24"/>
                    <a:pt x="2" y="23"/>
                  </a:cubicBezTo>
                  <a:cubicBezTo>
                    <a:pt x="1" y="22"/>
                    <a:pt x="0" y="18"/>
                    <a:pt x="1" y="16"/>
                  </a:cubicBezTo>
                  <a:cubicBezTo>
                    <a:pt x="2" y="15"/>
                    <a:pt x="5" y="14"/>
                    <a:pt x="6" y="12"/>
                  </a:cubicBezTo>
                  <a:cubicBezTo>
                    <a:pt x="7" y="11"/>
                    <a:pt x="8" y="7"/>
                    <a:pt x="9" y="6"/>
                  </a:cubicBezTo>
                  <a:cubicBezTo>
                    <a:pt x="10" y="6"/>
                    <a:pt x="13" y="6"/>
                    <a:pt x="15" y="6"/>
                  </a:cubicBezTo>
                  <a:cubicBezTo>
                    <a:pt x="16" y="7"/>
                    <a:pt x="17" y="10"/>
                    <a:pt x="19" y="10"/>
                  </a:cubicBezTo>
                  <a:cubicBezTo>
                    <a:pt x="20" y="10"/>
                    <a:pt x="22" y="8"/>
                    <a:pt x="23" y="7"/>
                  </a:cubicBezTo>
                  <a:cubicBezTo>
                    <a:pt x="24" y="6"/>
                    <a:pt x="24" y="2"/>
                    <a:pt x="25" y="1"/>
                  </a:cubicBezTo>
                  <a:cubicBezTo>
                    <a:pt x="26" y="0"/>
                    <a:pt x="30" y="1"/>
                    <a:pt x="31" y="2"/>
                  </a:cubicBezTo>
                  <a:cubicBezTo>
                    <a:pt x="32" y="3"/>
                    <a:pt x="30" y="6"/>
                    <a:pt x="30" y="7"/>
                  </a:cubicBezTo>
                  <a:cubicBezTo>
                    <a:pt x="30" y="8"/>
                    <a:pt x="30" y="10"/>
                    <a:pt x="30" y="11"/>
                  </a:cubicBezTo>
                  <a:cubicBezTo>
                    <a:pt x="31" y="12"/>
                    <a:pt x="34" y="12"/>
                    <a:pt x="35"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4"/>
            <p:cNvSpPr>
              <a:spLocks/>
            </p:cNvSpPr>
            <p:nvPr/>
          </p:nvSpPr>
          <p:spPr bwMode="auto">
            <a:xfrm>
              <a:off x="4838700" y="1512888"/>
              <a:ext cx="123825" cy="125413"/>
            </a:xfrm>
            <a:custGeom>
              <a:avLst/>
              <a:gdLst/>
              <a:ahLst/>
              <a:cxnLst>
                <a:cxn ang="0">
                  <a:pos x="79" y="36"/>
                </a:cxn>
                <a:cxn ang="0">
                  <a:pos x="79" y="47"/>
                </a:cxn>
                <a:cxn ang="0">
                  <a:pos x="71" y="60"/>
                </a:cxn>
                <a:cxn ang="0">
                  <a:pos x="60" y="65"/>
                </a:cxn>
                <a:cxn ang="0">
                  <a:pos x="48" y="64"/>
                </a:cxn>
                <a:cxn ang="0">
                  <a:pos x="40" y="69"/>
                </a:cxn>
                <a:cxn ang="0">
                  <a:pos x="33" y="70"/>
                </a:cxn>
                <a:cxn ang="0">
                  <a:pos x="26" y="72"/>
                </a:cxn>
                <a:cxn ang="0">
                  <a:pos x="22" y="77"/>
                </a:cxn>
                <a:cxn ang="0">
                  <a:pos x="14" y="81"/>
                </a:cxn>
                <a:cxn ang="0">
                  <a:pos x="4" y="80"/>
                </a:cxn>
                <a:cxn ang="0">
                  <a:pos x="0" y="72"/>
                </a:cxn>
                <a:cxn ang="0">
                  <a:pos x="6" y="67"/>
                </a:cxn>
                <a:cxn ang="0">
                  <a:pos x="9" y="59"/>
                </a:cxn>
                <a:cxn ang="0">
                  <a:pos x="9" y="49"/>
                </a:cxn>
                <a:cxn ang="0">
                  <a:pos x="17" y="43"/>
                </a:cxn>
                <a:cxn ang="0">
                  <a:pos x="22" y="40"/>
                </a:cxn>
                <a:cxn ang="0">
                  <a:pos x="20" y="28"/>
                </a:cxn>
                <a:cxn ang="0">
                  <a:pos x="23" y="20"/>
                </a:cxn>
                <a:cxn ang="0">
                  <a:pos x="22" y="8"/>
                </a:cxn>
                <a:cxn ang="0">
                  <a:pos x="27" y="2"/>
                </a:cxn>
                <a:cxn ang="0">
                  <a:pos x="30" y="8"/>
                </a:cxn>
                <a:cxn ang="0">
                  <a:pos x="34" y="10"/>
                </a:cxn>
                <a:cxn ang="0">
                  <a:pos x="35" y="3"/>
                </a:cxn>
                <a:cxn ang="0">
                  <a:pos x="37" y="0"/>
                </a:cxn>
                <a:cxn ang="0">
                  <a:pos x="45" y="3"/>
                </a:cxn>
                <a:cxn ang="0">
                  <a:pos x="46" y="10"/>
                </a:cxn>
                <a:cxn ang="0">
                  <a:pos x="42" y="14"/>
                </a:cxn>
                <a:cxn ang="0">
                  <a:pos x="43" y="19"/>
                </a:cxn>
                <a:cxn ang="0">
                  <a:pos x="47" y="22"/>
                </a:cxn>
                <a:cxn ang="0">
                  <a:pos x="50" y="16"/>
                </a:cxn>
                <a:cxn ang="0">
                  <a:pos x="56" y="16"/>
                </a:cxn>
                <a:cxn ang="0">
                  <a:pos x="61" y="20"/>
                </a:cxn>
                <a:cxn ang="0">
                  <a:pos x="65" y="26"/>
                </a:cxn>
                <a:cxn ang="0">
                  <a:pos x="63" y="29"/>
                </a:cxn>
                <a:cxn ang="0">
                  <a:pos x="65" y="33"/>
                </a:cxn>
                <a:cxn ang="0">
                  <a:pos x="74" y="33"/>
                </a:cxn>
                <a:cxn ang="0">
                  <a:pos x="79" y="36"/>
                </a:cxn>
              </a:cxnLst>
              <a:rect l="0" t="0" r="r" b="b"/>
              <a:pathLst>
                <a:path w="81" h="82">
                  <a:moveTo>
                    <a:pt x="79" y="36"/>
                  </a:moveTo>
                  <a:cubicBezTo>
                    <a:pt x="81" y="38"/>
                    <a:pt x="80" y="44"/>
                    <a:pt x="79" y="47"/>
                  </a:cubicBezTo>
                  <a:cubicBezTo>
                    <a:pt x="78" y="51"/>
                    <a:pt x="74" y="57"/>
                    <a:pt x="71" y="60"/>
                  </a:cubicBezTo>
                  <a:cubicBezTo>
                    <a:pt x="68" y="62"/>
                    <a:pt x="63" y="64"/>
                    <a:pt x="60" y="65"/>
                  </a:cubicBezTo>
                  <a:cubicBezTo>
                    <a:pt x="57" y="65"/>
                    <a:pt x="51" y="64"/>
                    <a:pt x="48" y="64"/>
                  </a:cubicBezTo>
                  <a:cubicBezTo>
                    <a:pt x="46" y="65"/>
                    <a:pt x="42" y="68"/>
                    <a:pt x="40" y="69"/>
                  </a:cubicBezTo>
                  <a:cubicBezTo>
                    <a:pt x="38" y="69"/>
                    <a:pt x="34" y="70"/>
                    <a:pt x="33" y="70"/>
                  </a:cubicBezTo>
                  <a:cubicBezTo>
                    <a:pt x="31" y="70"/>
                    <a:pt x="28" y="71"/>
                    <a:pt x="26" y="72"/>
                  </a:cubicBezTo>
                  <a:cubicBezTo>
                    <a:pt x="25" y="73"/>
                    <a:pt x="23" y="76"/>
                    <a:pt x="22" y="77"/>
                  </a:cubicBezTo>
                  <a:cubicBezTo>
                    <a:pt x="20" y="78"/>
                    <a:pt x="16" y="80"/>
                    <a:pt x="14" y="81"/>
                  </a:cubicBezTo>
                  <a:cubicBezTo>
                    <a:pt x="11" y="81"/>
                    <a:pt x="6" y="82"/>
                    <a:pt x="4" y="80"/>
                  </a:cubicBezTo>
                  <a:cubicBezTo>
                    <a:pt x="2" y="79"/>
                    <a:pt x="0" y="74"/>
                    <a:pt x="0" y="72"/>
                  </a:cubicBezTo>
                  <a:cubicBezTo>
                    <a:pt x="1" y="71"/>
                    <a:pt x="5" y="68"/>
                    <a:pt x="6" y="67"/>
                  </a:cubicBezTo>
                  <a:cubicBezTo>
                    <a:pt x="7" y="65"/>
                    <a:pt x="8" y="61"/>
                    <a:pt x="9" y="59"/>
                  </a:cubicBezTo>
                  <a:cubicBezTo>
                    <a:pt x="9" y="57"/>
                    <a:pt x="8" y="51"/>
                    <a:pt x="9" y="49"/>
                  </a:cubicBezTo>
                  <a:cubicBezTo>
                    <a:pt x="10" y="47"/>
                    <a:pt x="15" y="44"/>
                    <a:pt x="17" y="43"/>
                  </a:cubicBezTo>
                  <a:cubicBezTo>
                    <a:pt x="18" y="42"/>
                    <a:pt x="21" y="41"/>
                    <a:pt x="22" y="40"/>
                  </a:cubicBezTo>
                  <a:cubicBezTo>
                    <a:pt x="23" y="37"/>
                    <a:pt x="20" y="31"/>
                    <a:pt x="20" y="28"/>
                  </a:cubicBezTo>
                  <a:cubicBezTo>
                    <a:pt x="20" y="26"/>
                    <a:pt x="23" y="22"/>
                    <a:pt x="23" y="20"/>
                  </a:cubicBezTo>
                  <a:cubicBezTo>
                    <a:pt x="24" y="17"/>
                    <a:pt x="21" y="11"/>
                    <a:pt x="22" y="8"/>
                  </a:cubicBezTo>
                  <a:cubicBezTo>
                    <a:pt x="22" y="6"/>
                    <a:pt x="25" y="2"/>
                    <a:pt x="27" y="2"/>
                  </a:cubicBezTo>
                  <a:cubicBezTo>
                    <a:pt x="28" y="3"/>
                    <a:pt x="29" y="7"/>
                    <a:pt x="30" y="8"/>
                  </a:cubicBezTo>
                  <a:cubicBezTo>
                    <a:pt x="31" y="9"/>
                    <a:pt x="33" y="10"/>
                    <a:pt x="34" y="10"/>
                  </a:cubicBezTo>
                  <a:cubicBezTo>
                    <a:pt x="36" y="9"/>
                    <a:pt x="34" y="4"/>
                    <a:pt x="35" y="3"/>
                  </a:cubicBezTo>
                  <a:cubicBezTo>
                    <a:pt x="35" y="2"/>
                    <a:pt x="36" y="0"/>
                    <a:pt x="37" y="0"/>
                  </a:cubicBezTo>
                  <a:cubicBezTo>
                    <a:pt x="39" y="0"/>
                    <a:pt x="44" y="2"/>
                    <a:pt x="45" y="3"/>
                  </a:cubicBezTo>
                  <a:cubicBezTo>
                    <a:pt x="46" y="5"/>
                    <a:pt x="46" y="9"/>
                    <a:pt x="46" y="10"/>
                  </a:cubicBezTo>
                  <a:cubicBezTo>
                    <a:pt x="45" y="11"/>
                    <a:pt x="43" y="13"/>
                    <a:pt x="42" y="14"/>
                  </a:cubicBezTo>
                  <a:cubicBezTo>
                    <a:pt x="42" y="15"/>
                    <a:pt x="42" y="18"/>
                    <a:pt x="43" y="19"/>
                  </a:cubicBezTo>
                  <a:cubicBezTo>
                    <a:pt x="44" y="20"/>
                    <a:pt x="46" y="22"/>
                    <a:pt x="47" y="22"/>
                  </a:cubicBezTo>
                  <a:cubicBezTo>
                    <a:pt x="49" y="21"/>
                    <a:pt x="49" y="17"/>
                    <a:pt x="50" y="16"/>
                  </a:cubicBezTo>
                  <a:cubicBezTo>
                    <a:pt x="51" y="15"/>
                    <a:pt x="54" y="16"/>
                    <a:pt x="56" y="16"/>
                  </a:cubicBezTo>
                  <a:cubicBezTo>
                    <a:pt x="57" y="16"/>
                    <a:pt x="60" y="18"/>
                    <a:pt x="61" y="20"/>
                  </a:cubicBezTo>
                  <a:cubicBezTo>
                    <a:pt x="63" y="21"/>
                    <a:pt x="65" y="24"/>
                    <a:pt x="65" y="26"/>
                  </a:cubicBezTo>
                  <a:cubicBezTo>
                    <a:pt x="65" y="27"/>
                    <a:pt x="63" y="28"/>
                    <a:pt x="63" y="29"/>
                  </a:cubicBezTo>
                  <a:cubicBezTo>
                    <a:pt x="63" y="30"/>
                    <a:pt x="64" y="32"/>
                    <a:pt x="65" y="33"/>
                  </a:cubicBezTo>
                  <a:cubicBezTo>
                    <a:pt x="67" y="34"/>
                    <a:pt x="72" y="32"/>
                    <a:pt x="74" y="33"/>
                  </a:cubicBezTo>
                  <a:cubicBezTo>
                    <a:pt x="75" y="33"/>
                    <a:pt x="79" y="35"/>
                    <a:pt x="79" y="3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5"/>
            <p:cNvSpPr>
              <a:spLocks/>
            </p:cNvSpPr>
            <p:nvPr/>
          </p:nvSpPr>
          <p:spPr bwMode="auto">
            <a:xfrm>
              <a:off x="4730750" y="1447801"/>
              <a:ext cx="120650" cy="125413"/>
            </a:xfrm>
            <a:custGeom>
              <a:avLst/>
              <a:gdLst/>
              <a:ahLst/>
              <a:cxnLst>
                <a:cxn ang="0">
                  <a:pos x="76" y="18"/>
                </a:cxn>
                <a:cxn ang="0">
                  <a:pos x="79" y="27"/>
                </a:cxn>
                <a:cxn ang="0">
                  <a:pos x="76" y="33"/>
                </a:cxn>
                <a:cxn ang="0">
                  <a:pos x="78" y="43"/>
                </a:cxn>
                <a:cxn ang="0">
                  <a:pos x="73" y="46"/>
                </a:cxn>
                <a:cxn ang="0">
                  <a:pos x="67" y="46"/>
                </a:cxn>
                <a:cxn ang="0">
                  <a:pos x="66" y="52"/>
                </a:cxn>
                <a:cxn ang="0">
                  <a:pos x="73" y="56"/>
                </a:cxn>
                <a:cxn ang="0">
                  <a:pos x="78" y="61"/>
                </a:cxn>
                <a:cxn ang="0">
                  <a:pos x="75" y="65"/>
                </a:cxn>
                <a:cxn ang="0">
                  <a:pos x="71" y="73"/>
                </a:cxn>
                <a:cxn ang="0">
                  <a:pos x="67" y="79"/>
                </a:cxn>
                <a:cxn ang="0">
                  <a:pos x="61" y="79"/>
                </a:cxn>
                <a:cxn ang="0">
                  <a:pos x="53" y="82"/>
                </a:cxn>
                <a:cxn ang="0">
                  <a:pos x="45" y="79"/>
                </a:cxn>
                <a:cxn ang="0">
                  <a:pos x="40" y="68"/>
                </a:cxn>
                <a:cxn ang="0">
                  <a:pos x="29" y="68"/>
                </a:cxn>
                <a:cxn ang="0">
                  <a:pos x="24" y="64"/>
                </a:cxn>
                <a:cxn ang="0">
                  <a:pos x="18" y="62"/>
                </a:cxn>
                <a:cxn ang="0">
                  <a:pos x="12" y="53"/>
                </a:cxn>
                <a:cxn ang="0">
                  <a:pos x="10" y="38"/>
                </a:cxn>
                <a:cxn ang="0">
                  <a:pos x="4" y="35"/>
                </a:cxn>
                <a:cxn ang="0">
                  <a:pos x="0" y="30"/>
                </a:cxn>
                <a:cxn ang="0">
                  <a:pos x="7" y="25"/>
                </a:cxn>
                <a:cxn ang="0">
                  <a:pos x="7" y="21"/>
                </a:cxn>
                <a:cxn ang="0">
                  <a:pos x="16" y="20"/>
                </a:cxn>
                <a:cxn ang="0">
                  <a:pos x="19" y="11"/>
                </a:cxn>
                <a:cxn ang="0">
                  <a:pos x="22" y="6"/>
                </a:cxn>
                <a:cxn ang="0">
                  <a:pos x="30" y="7"/>
                </a:cxn>
                <a:cxn ang="0">
                  <a:pos x="38" y="0"/>
                </a:cxn>
                <a:cxn ang="0">
                  <a:pos x="50" y="2"/>
                </a:cxn>
                <a:cxn ang="0">
                  <a:pos x="49" y="8"/>
                </a:cxn>
                <a:cxn ang="0">
                  <a:pos x="46" y="14"/>
                </a:cxn>
                <a:cxn ang="0">
                  <a:pos x="46" y="21"/>
                </a:cxn>
                <a:cxn ang="0">
                  <a:pos x="46" y="27"/>
                </a:cxn>
                <a:cxn ang="0">
                  <a:pos x="50" y="26"/>
                </a:cxn>
                <a:cxn ang="0">
                  <a:pos x="53" y="17"/>
                </a:cxn>
                <a:cxn ang="0">
                  <a:pos x="58" y="13"/>
                </a:cxn>
                <a:cxn ang="0">
                  <a:pos x="67" y="10"/>
                </a:cxn>
                <a:cxn ang="0">
                  <a:pos x="76" y="18"/>
                </a:cxn>
              </a:cxnLst>
              <a:rect l="0" t="0" r="r" b="b"/>
              <a:pathLst>
                <a:path w="79" h="82">
                  <a:moveTo>
                    <a:pt x="76" y="18"/>
                  </a:moveTo>
                  <a:cubicBezTo>
                    <a:pt x="77" y="20"/>
                    <a:pt x="79" y="25"/>
                    <a:pt x="79" y="27"/>
                  </a:cubicBezTo>
                  <a:cubicBezTo>
                    <a:pt x="79" y="28"/>
                    <a:pt x="77" y="32"/>
                    <a:pt x="76" y="33"/>
                  </a:cubicBezTo>
                  <a:cubicBezTo>
                    <a:pt x="76" y="36"/>
                    <a:pt x="79" y="41"/>
                    <a:pt x="78" y="43"/>
                  </a:cubicBezTo>
                  <a:cubicBezTo>
                    <a:pt x="77" y="45"/>
                    <a:pt x="74" y="45"/>
                    <a:pt x="73" y="46"/>
                  </a:cubicBezTo>
                  <a:cubicBezTo>
                    <a:pt x="71" y="46"/>
                    <a:pt x="68" y="45"/>
                    <a:pt x="67" y="46"/>
                  </a:cubicBezTo>
                  <a:cubicBezTo>
                    <a:pt x="66" y="47"/>
                    <a:pt x="66" y="51"/>
                    <a:pt x="66" y="52"/>
                  </a:cubicBezTo>
                  <a:cubicBezTo>
                    <a:pt x="67" y="54"/>
                    <a:pt x="71" y="54"/>
                    <a:pt x="73" y="56"/>
                  </a:cubicBezTo>
                  <a:cubicBezTo>
                    <a:pt x="74" y="57"/>
                    <a:pt x="78" y="59"/>
                    <a:pt x="78" y="61"/>
                  </a:cubicBezTo>
                  <a:cubicBezTo>
                    <a:pt x="78" y="62"/>
                    <a:pt x="75" y="64"/>
                    <a:pt x="75" y="65"/>
                  </a:cubicBezTo>
                  <a:cubicBezTo>
                    <a:pt x="74" y="67"/>
                    <a:pt x="72" y="71"/>
                    <a:pt x="71" y="73"/>
                  </a:cubicBezTo>
                  <a:cubicBezTo>
                    <a:pt x="70" y="74"/>
                    <a:pt x="68" y="78"/>
                    <a:pt x="67" y="79"/>
                  </a:cubicBezTo>
                  <a:cubicBezTo>
                    <a:pt x="65" y="80"/>
                    <a:pt x="62" y="79"/>
                    <a:pt x="61" y="79"/>
                  </a:cubicBezTo>
                  <a:cubicBezTo>
                    <a:pt x="59" y="80"/>
                    <a:pt x="55" y="82"/>
                    <a:pt x="53" y="82"/>
                  </a:cubicBezTo>
                  <a:cubicBezTo>
                    <a:pt x="51" y="82"/>
                    <a:pt x="46" y="81"/>
                    <a:pt x="45" y="79"/>
                  </a:cubicBezTo>
                  <a:cubicBezTo>
                    <a:pt x="43" y="77"/>
                    <a:pt x="42" y="70"/>
                    <a:pt x="40" y="68"/>
                  </a:cubicBezTo>
                  <a:cubicBezTo>
                    <a:pt x="38" y="67"/>
                    <a:pt x="32" y="69"/>
                    <a:pt x="29" y="68"/>
                  </a:cubicBezTo>
                  <a:cubicBezTo>
                    <a:pt x="28" y="68"/>
                    <a:pt x="26" y="65"/>
                    <a:pt x="24" y="64"/>
                  </a:cubicBezTo>
                  <a:cubicBezTo>
                    <a:pt x="23" y="63"/>
                    <a:pt x="19" y="63"/>
                    <a:pt x="18" y="62"/>
                  </a:cubicBezTo>
                  <a:cubicBezTo>
                    <a:pt x="16" y="60"/>
                    <a:pt x="13" y="55"/>
                    <a:pt x="12" y="53"/>
                  </a:cubicBezTo>
                  <a:cubicBezTo>
                    <a:pt x="11" y="49"/>
                    <a:pt x="13" y="41"/>
                    <a:pt x="10" y="38"/>
                  </a:cubicBezTo>
                  <a:cubicBezTo>
                    <a:pt x="9" y="36"/>
                    <a:pt x="5" y="36"/>
                    <a:pt x="4" y="35"/>
                  </a:cubicBezTo>
                  <a:cubicBezTo>
                    <a:pt x="2" y="34"/>
                    <a:pt x="0" y="31"/>
                    <a:pt x="0" y="30"/>
                  </a:cubicBezTo>
                  <a:cubicBezTo>
                    <a:pt x="0" y="28"/>
                    <a:pt x="5" y="27"/>
                    <a:pt x="7" y="25"/>
                  </a:cubicBezTo>
                  <a:cubicBezTo>
                    <a:pt x="7" y="24"/>
                    <a:pt x="7" y="22"/>
                    <a:pt x="7" y="21"/>
                  </a:cubicBezTo>
                  <a:cubicBezTo>
                    <a:pt x="9" y="20"/>
                    <a:pt x="15" y="22"/>
                    <a:pt x="16" y="20"/>
                  </a:cubicBezTo>
                  <a:cubicBezTo>
                    <a:pt x="18" y="19"/>
                    <a:pt x="19" y="13"/>
                    <a:pt x="19" y="11"/>
                  </a:cubicBezTo>
                  <a:cubicBezTo>
                    <a:pt x="20" y="10"/>
                    <a:pt x="20" y="6"/>
                    <a:pt x="22" y="6"/>
                  </a:cubicBezTo>
                  <a:cubicBezTo>
                    <a:pt x="24" y="5"/>
                    <a:pt x="28" y="8"/>
                    <a:pt x="30" y="7"/>
                  </a:cubicBezTo>
                  <a:cubicBezTo>
                    <a:pt x="32" y="6"/>
                    <a:pt x="35" y="1"/>
                    <a:pt x="38" y="0"/>
                  </a:cubicBezTo>
                  <a:cubicBezTo>
                    <a:pt x="41" y="0"/>
                    <a:pt x="49" y="0"/>
                    <a:pt x="50" y="2"/>
                  </a:cubicBezTo>
                  <a:cubicBezTo>
                    <a:pt x="51" y="4"/>
                    <a:pt x="50" y="7"/>
                    <a:pt x="49" y="8"/>
                  </a:cubicBezTo>
                  <a:cubicBezTo>
                    <a:pt x="49" y="10"/>
                    <a:pt x="47" y="13"/>
                    <a:pt x="46" y="14"/>
                  </a:cubicBezTo>
                  <a:cubicBezTo>
                    <a:pt x="46" y="16"/>
                    <a:pt x="46" y="20"/>
                    <a:pt x="46" y="21"/>
                  </a:cubicBezTo>
                  <a:cubicBezTo>
                    <a:pt x="46" y="23"/>
                    <a:pt x="45" y="26"/>
                    <a:pt x="46" y="27"/>
                  </a:cubicBezTo>
                  <a:cubicBezTo>
                    <a:pt x="47" y="28"/>
                    <a:pt x="50" y="27"/>
                    <a:pt x="50" y="26"/>
                  </a:cubicBezTo>
                  <a:cubicBezTo>
                    <a:pt x="52" y="24"/>
                    <a:pt x="52" y="19"/>
                    <a:pt x="53" y="17"/>
                  </a:cubicBezTo>
                  <a:cubicBezTo>
                    <a:pt x="54" y="15"/>
                    <a:pt x="57" y="14"/>
                    <a:pt x="58" y="13"/>
                  </a:cubicBezTo>
                  <a:cubicBezTo>
                    <a:pt x="60" y="12"/>
                    <a:pt x="65" y="9"/>
                    <a:pt x="67" y="10"/>
                  </a:cubicBezTo>
                  <a:cubicBezTo>
                    <a:pt x="70" y="10"/>
                    <a:pt x="74" y="16"/>
                    <a:pt x="76" y="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6"/>
            <p:cNvSpPr>
              <a:spLocks/>
            </p:cNvSpPr>
            <p:nvPr/>
          </p:nvSpPr>
          <p:spPr bwMode="auto">
            <a:xfrm>
              <a:off x="4711700" y="1344613"/>
              <a:ext cx="103188" cy="109538"/>
            </a:xfrm>
            <a:custGeom>
              <a:avLst/>
              <a:gdLst/>
              <a:ahLst/>
              <a:cxnLst>
                <a:cxn ang="0">
                  <a:pos x="66" y="33"/>
                </a:cxn>
                <a:cxn ang="0">
                  <a:pos x="65" y="40"/>
                </a:cxn>
                <a:cxn ang="0">
                  <a:pos x="59" y="45"/>
                </a:cxn>
                <a:cxn ang="0">
                  <a:pos x="60" y="53"/>
                </a:cxn>
                <a:cxn ang="0">
                  <a:pos x="59" y="62"/>
                </a:cxn>
                <a:cxn ang="0">
                  <a:pos x="54" y="63"/>
                </a:cxn>
                <a:cxn ang="0">
                  <a:pos x="45" y="61"/>
                </a:cxn>
                <a:cxn ang="0">
                  <a:pos x="36" y="64"/>
                </a:cxn>
                <a:cxn ang="0">
                  <a:pos x="31" y="68"/>
                </a:cxn>
                <a:cxn ang="0">
                  <a:pos x="27" y="70"/>
                </a:cxn>
                <a:cxn ang="0">
                  <a:pos x="18" y="72"/>
                </a:cxn>
                <a:cxn ang="0">
                  <a:pos x="10" y="70"/>
                </a:cxn>
                <a:cxn ang="0">
                  <a:pos x="8" y="65"/>
                </a:cxn>
                <a:cxn ang="0">
                  <a:pos x="11" y="60"/>
                </a:cxn>
                <a:cxn ang="0">
                  <a:pos x="13" y="54"/>
                </a:cxn>
                <a:cxn ang="0">
                  <a:pos x="8" y="53"/>
                </a:cxn>
                <a:cxn ang="0">
                  <a:pos x="5" y="57"/>
                </a:cxn>
                <a:cxn ang="0">
                  <a:pos x="1" y="53"/>
                </a:cxn>
                <a:cxn ang="0">
                  <a:pos x="2" y="44"/>
                </a:cxn>
                <a:cxn ang="0">
                  <a:pos x="8" y="39"/>
                </a:cxn>
                <a:cxn ang="0">
                  <a:pos x="13" y="37"/>
                </a:cxn>
                <a:cxn ang="0">
                  <a:pos x="12" y="31"/>
                </a:cxn>
                <a:cxn ang="0">
                  <a:pos x="9" y="28"/>
                </a:cxn>
                <a:cxn ang="0">
                  <a:pos x="11" y="23"/>
                </a:cxn>
                <a:cxn ang="0">
                  <a:pos x="16" y="23"/>
                </a:cxn>
                <a:cxn ang="0">
                  <a:pos x="25" y="16"/>
                </a:cxn>
                <a:cxn ang="0">
                  <a:pos x="32" y="15"/>
                </a:cxn>
                <a:cxn ang="0">
                  <a:pos x="39" y="16"/>
                </a:cxn>
                <a:cxn ang="0">
                  <a:pos x="43" y="8"/>
                </a:cxn>
                <a:cxn ang="0">
                  <a:pos x="41" y="3"/>
                </a:cxn>
                <a:cxn ang="0">
                  <a:pos x="45" y="0"/>
                </a:cxn>
                <a:cxn ang="0">
                  <a:pos x="51" y="3"/>
                </a:cxn>
                <a:cxn ang="0">
                  <a:pos x="53" y="10"/>
                </a:cxn>
                <a:cxn ang="0">
                  <a:pos x="54" y="19"/>
                </a:cxn>
                <a:cxn ang="0">
                  <a:pos x="58" y="24"/>
                </a:cxn>
                <a:cxn ang="0">
                  <a:pos x="66" y="33"/>
                </a:cxn>
              </a:cxnLst>
              <a:rect l="0" t="0" r="r" b="b"/>
              <a:pathLst>
                <a:path w="67" h="72">
                  <a:moveTo>
                    <a:pt x="66" y="33"/>
                  </a:moveTo>
                  <a:cubicBezTo>
                    <a:pt x="67" y="35"/>
                    <a:pt x="66" y="39"/>
                    <a:pt x="65" y="40"/>
                  </a:cubicBezTo>
                  <a:cubicBezTo>
                    <a:pt x="64" y="42"/>
                    <a:pt x="60" y="43"/>
                    <a:pt x="59" y="45"/>
                  </a:cubicBezTo>
                  <a:cubicBezTo>
                    <a:pt x="58" y="47"/>
                    <a:pt x="60" y="51"/>
                    <a:pt x="60" y="53"/>
                  </a:cubicBezTo>
                  <a:cubicBezTo>
                    <a:pt x="60" y="55"/>
                    <a:pt x="60" y="60"/>
                    <a:pt x="59" y="62"/>
                  </a:cubicBezTo>
                  <a:cubicBezTo>
                    <a:pt x="58" y="63"/>
                    <a:pt x="55" y="63"/>
                    <a:pt x="54" y="63"/>
                  </a:cubicBezTo>
                  <a:cubicBezTo>
                    <a:pt x="52" y="63"/>
                    <a:pt x="48" y="61"/>
                    <a:pt x="45" y="61"/>
                  </a:cubicBezTo>
                  <a:cubicBezTo>
                    <a:pt x="43" y="61"/>
                    <a:pt x="38" y="63"/>
                    <a:pt x="36" y="64"/>
                  </a:cubicBezTo>
                  <a:cubicBezTo>
                    <a:pt x="35" y="65"/>
                    <a:pt x="32" y="67"/>
                    <a:pt x="31" y="68"/>
                  </a:cubicBezTo>
                  <a:cubicBezTo>
                    <a:pt x="30" y="69"/>
                    <a:pt x="28" y="70"/>
                    <a:pt x="27" y="70"/>
                  </a:cubicBezTo>
                  <a:cubicBezTo>
                    <a:pt x="25" y="71"/>
                    <a:pt x="20" y="72"/>
                    <a:pt x="18" y="72"/>
                  </a:cubicBezTo>
                  <a:cubicBezTo>
                    <a:pt x="16" y="72"/>
                    <a:pt x="12" y="71"/>
                    <a:pt x="10" y="70"/>
                  </a:cubicBezTo>
                  <a:cubicBezTo>
                    <a:pt x="9" y="69"/>
                    <a:pt x="8" y="66"/>
                    <a:pt x="8" y="65"/>
                  </a:cubicBezTo>
                  <a:cubicBezTo>
                    <a:pt x="8" y="64"/>
                    <a:pt x="10" y="61"/>
                    <a:pt x="11" y="60"/>
                  </a:cubicBezTo>
                  <a:cubicBezTo>
                    <a:pt x="11" y="59"/>
                    <a:pt x="14" y="56"/>
                    <a:pt x="13" y="54"/>
                  </a:cubicBezTo>
                  <a:cubicBezTo>
                    <a:pt x="12" y="53"/>
                    <a:pt x="9" y="53"/>
                    <a:pt x="8" y="53"/>
                  </a:cubicBezTo>
                  <a:cubicBezTo>
                    <a:pt x="7" y="54"/>
                    <a:pt x="6" y="57"/>
                    <a:pt x="5" y="57"/>
                  </a:cubicBezTo>
                  <a:cubicBezTo>
                    <a:pt x="4" y="57"/>
                    <a:pt x="2" y="55"/>
                    <a:pt x="1" y="53"/>
                  </a:cubicBezTo>
                  <a:cubicBezTo>
                    <a:pt x="0" y="51"/>
                    <a:pt x="1" y="46"/>
                    <a:pt x="2" y="44"/>
                  </a:cubicBezTo>
                  <a:cubicBezTo>
                    <a:pt x="3" y="42"/>
                    <a:pt x="6" y="40"/>
                    <a:pt x="8" y="39"/>
                  </a:cubicBezTo>
                  <a:cubicBezTo>
                    <a:pt x="9" y="38"/>
                    <a:pt x="13" y="38"/>
                    <a:pt x="13" y="37"/>
                  </a:cubicBezTo>
                  <a:cubicBezTo>
                    <a:pt x="14" y="35"/>
                    <a:pt x="13" y="33"/>
                    <a:pt x="12" y="31"/>
                  </a:cubicBezTo>
                  <a:cubicBezTo>
                    <a:pt x="12" y="30"/>
                    <a:pt x="9" y="29"/>
                    <a:pt x="9" y="28"/>
                  </a:cubicBezTo>
                  <a:cubicBezTo>
                    <a:pt x="8" y="26"/>
                    <a:pt x="10" y="24"/>
                    <a:pt x="11" y="23"/>
                  </a:cubicBezTo>
                  <a:cubicBezTo>
                    <a:pt x="12" y="22"/>
                    <a:pt x="15" y="24"/>
                    <a:pt x="16" y="23"/>
                  </a:cubicBezTo>
                  <a:cubicBezTo>
                    <a:pt x="19" y="23"/>
                    <a:pt x="23" y="18"/>
                    <a:pt x="25" y="16"/>
                  </a:cubicBezTo>
                  <a:cubicBezTo>
                    <a:pt x="27" y="16"/>
                    <a:pt x="31" y="15"/>
                    <a:pt x="32" y="15"/>
                  </a:cubicBezTo>
                  <a:cubicBezTo>
                    <a:pt x="34" y="15"/>
                    <a:pt x="38" y="16"/>
                    <a:pt x="39" y="16"/>
                  </a:cubicBezTo>
                  <a:cubicBezTo>
                    <a:pt x="41" y="15"/>
                    <a:pt x="43" y="10"/>
                    <a:pt x="43" y="8"/>
                  </a:cubicBezTo>
                  <a:cubicBezTo>
                    <a:pt x="43" y="7"/>
                    <a:pt x="40" y="4"/>
                    <a:pt x="41" y="3"/>
                  </a:cubicBezTo>
                  <a:cubicBezTo>
                    <a:pt x="41" y="2"/>
                    <a:pt x="43" y="1"/>
                    <a:pt x="45" y="0"/>
                  </a:cubicBezTo>
                  <a:cubicBezTo>
                    <a:pt x="46" y="0"/>
                    <a:pt x="50" y="2"/>
                    <a:pt x="51" y="3"/>
                  </a:cubicBezTo>
                  <a:cubicBezTo>
                    <a:pt x="52" y="5"/>
                    <a:pt x="53" y="9"/>
                    <a:pt x="53" y="10"/>
                  </a:cubicBezTo>
                  <a:cubicBezTo>
                    <a:pt x="53" y="12"/>
                    <a:pt x="53" y="17"/>
                    <a:pt x="54" y="19"/>
                  </a:cubicBezTo>
                  <a:cubicBezTo>
                    <a:pt x="54" y="20"/>
                    <a:pt x="57" y="23"/>
                    <a:pt x="58" y="24"/>
                  </a:cubicBezTo>
                  <a:cubicBezTo>
                    <a:pt x="60" y="27"/>
                    <a:pt x="65" y="30"/>
                    <a:pt x="66" y="3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7"/>
            <p:cNvSpPr>
              <a:spLocks/>
            </p:cNvSpPr>
            <p:nvPr/>
          </p:nvSpPr>
          <p:spPr bwMode="auto">
            <a:xfrm>
              <a:off x="4752975" y="1724026"/>
              <a:ext cx="31750" cy="15875"/>
            </a:xfrm>
            <a:custGeom>
              <a:avLst/>
              <a:gdLst/>
              <a:ahLst/>
              <a:cxnLst>
                <a:cxn ang="0">
                  <a:pos x="20" y="3"/>
                </a:cxn>
                <a:cxn ang="0">
                  <a:pos x="17" y="7"/>
                </a:cxn>
                <a:cxn ang="0">
                  <a:pos x="11" y="6"/>
                </a:cxn>
                <a:cxn ang="0">
                  <a:pos x="5" y="10"/>
                </a:cxn>
                <a:cxn ang="0">
                  <a:pos x="0" y="7"/>
                </a:cxn>
                <a:cxn ang="0">
                  <a:pos x="4" y="3"/>
                </a:cxn>
                <a:cxn ang="0">
                  <a:pos x="10" y="2"/>
                </a:cxn>
                <a:cxn ang="0">
                  <a:pos x="16" y="1"/>
                </a:cxn>
                <a:cxn ang="0">
                  <a:pos x="20" y="3"/>
                </a:cxn>
              </a:cxnLst>
              <a:rect l="0" t="0" r="r" b="b"/>
              <a:pathLst>
                <a:path w="20" h="10">
                  <a:moveTo>
                    <a:pt x="20" y="3"/>
                  </a:moveTo>
                  <a:cubicBezTo>
                    <a:pt x="20" y="4"/>
                    <a:pt x="18" y="6"/>
                    <a:pt x="17" y="7"/>
                  </a:cubicBezTo>
                  <a:cubicBezTo>
                    <a:pt x="16" y="8"/>
                    <a:pt x="13" y="6"/>
                    <a:pt x="11" y="6"/>
                  </a:cubicBezTo>
                  <a:cubicBezTo>
                    <a:pt x="9" y="7"/>
                    <a:pt x="6" y="10"/>
                    <a:pt x="5" y="10"/>
                  </a:cubicBezTo>
                  <a:cubicBezTo>
                    <a:pt x="3" y="10"/>
                    <a:pt x="0" y="8"/>
                    <a:pt x="0" y="7"/>
                  </a:cubicBezTo>
                  <a:cubicBezTo>
                    <a:pt x="0" y="5"/>
                    <a:pt x="3" y="4"/>
                    <a:pt x="4" y="3"/>
                  </a:cubicBezTo>
                  <a:cubicBezTo>
                    <a:pt x="5" y="2"/>
                    <a:pt x="9" y="2"/>
                    <a:pt x="10" y="2"/>
                  </a:cubicBezTo>
                  <a:cubicBezTo>
                    <a:pt x="12" y="1"/>
                    <a:pt x="15" y="0"/>
                    <a:pt x="16" y="1"/>
                  </a:cubicBezTo>
                  <a:cubicBezTo>
                    <a:pt x="17" y="1"/>
                    <a:pt x="20" y="2"/>
                    <a:pt x="20"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8"/>
            <p:cNvSpPr>
              <a:spLocks/>
            </p:cNvSpPr>
            <p:nvPr/>
          </p:nvSpPr>
          <p:spPr bwMode="auto">
            <a:xfrm>
              <a:off x="4754563" y="1744663"/>
              <a:ext cx="22225" cy="17463"/>
            </a:xfrm>
            <a:custGeom>
              <a:avLst/>
              <a:gdLst/>
              <a:ahLst/>
              <a:cxnLst>
                <a:cxn ang="0">
                  <a:pos x="13" y="4"/>
                </a:cxn>
                <a:cxn ang="0">
                  <a:pos x="13" y="8"/>
                </a:cxn>
                <a:cxn ang="0">
                  <a:pos x="9" y="12"/>
                </a:cxn>
                <a:cxn ang="0">
                  <a:pos x="2" y="9"/>
                </a:cxn>
                <a:cxn ang="0">
                  <a:pos x="0" y="3"/>
                </a:cxn>
                <a:cxn ang="0">
                  <a:pos x="3" y="0"/>
                </a:cxn>
                <a:cxn ang="0">
                  <a:pos x="8" y="3"/>
                </a:cxn>
                <a:cxn ang="0">
                  <a:pos x="13" y="4"/>
                </a:cxn>
              </a:cxnLst>
              <a:rect l="0" t="0" r="r" b="b"/>
              <a:pathLst>
                <a:path w="14" h="12">
                  <a:moveTo>
                    <a:pt x="13" y="4"/>
                  </a:moveTo>
                  <a:cubicBezTo>
                    <a:pt x="14" y="5"/>
                    <a:pt x="14" y="7"/>
                    <a:pt x="13" y="8"/>
                  </a:cubicBezTo>
                  <a:cubicBezTo>
                    <a:pt x="13" y="9"/>
                    <a:pt x="11" y="12"/>
                    <a:pt x="9" y="12"/>
                  </a:cubicBezTo>
                  <a:cubicBezTo>
                    <a:pt x="8" y="12"/>
                    <a:pt x="3" y="11"/>
                    <a:pt x="2" y="9"/>
                  </a:cubicBezTo>
                  <a:cubicBezTo>
                    <a:pt x="1" y="8"/>
                    <a:pt x="0" y="5"/>
                    <a:pt x="0" y="3"/>
                  </a:cubicBezTo>
                  <a:cubicBezTo>
                    <a:pt x="1" y="2"/>
                    <a:pt x="2" y="0"/>
                    <a:pt x="3" y="0"/>
                  </a:cubicBezTo>
                  <a:cubicBezTo>
                    <a:pt x="5" y="0"/>
                    <a:pt x="7" y="2"/>
                    <a:pt x="8" y="3"/>
                  </a:cubicBezTo>
                  <a:cubicBezTo>
                    <a:pt x="9" y="3"/>
                    <a:pt x="12" y="3"/>
                    <a:pt x="13"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9"/>
            <p:cNvSpPr>
              <a:spLocks/>
            </p:cNvSpPr>
            <p:nvPr/>
          </p:nvSpPr>
          <p:spPr bwMode="auto">
            <a:xfrm>
              <a:off x="4749800" y="1704976"/>
              <a:ext cx="25400" cy="20638"/>
            </a:xfrm>
            <a:custGeom>
              <a:avLst/>
              <a:gdLst/>
              <a:ahLst/>
              <a:cxnLst>
                <a:cxn ang="0">
                  <a:pos x="14" y="0"/>
                </a:cxn>
                <a:cxn ang="0">
                  <a:pos x="16" y="7"/>
                </a:cxn>
                <a:cxn ang="0">
                  <a:pos x="9" y="13"/>
                </a:cxn>
                <a:cxn ang="0">
                  <a:pos x="1" y="12"/>
                </a:cxn>
                <a:cxn ang="0">
                  <a:pos x="0" y="7"/>
                </a:cxn>
                <a:cxn ang="0">
                  <a:pos x="7" y="4"/>
                </a:cxn>
                <a:cxn ang="0">
                  <a:pos x="9" y="0"/>
                </a:cxn>
                <a:cxn ang="0">
                  <a:pos x="14" y="0"/>
                </a:cxn>
              </a:cxnLst>
              <a:rect l="0" t="0" r="r" b="b"/>
              <a:pathLst>
                <a:path w="16" h="14">
                  <a:moveTo>
                    <a:pt x="14" y="0"/>
                  </a:moveTo>
                  <a:cubicBezTo>
                    <a:pt x="15" y="2"/>
                    <a:pt x="16" y="6"/>
                    <a:pt x="16" y="7"/>
                  </a:cubicBezTo>
                  <a:cubicBezTo>
                    <a:pt x="15" y="9"/>
                    <a:pt x="11" y="12"/>
                    <a:pt x="9" y="13"/>
                  </a:cubicBezTo>
                  <a:cubicBezTo>
                    <a:pt x="7" y="13"/>
                    <a:pt x="2" y="14"/>
                    <a:pt x="1" y="12"/>
                  </a:cubicBezTo>
                  <a:cubicBezTo>
                    <a:pt x="0" y="11"/>
                    <a:pt x="0" y="8"/>
                    <a:pt x="0" y="7"/>
                  </a:cubicBezTo>
                  <a:cubicBezTo>
                    <a:pt x="1" y="6"/>
                    <a:pt x="6" y="6"/>
                    <a:pt x="7" y="4"/>
                  </a:cubicBezTo>
                  <a:cubicBezTo>
                    <a:pt x="8" y="4"/>
                    <a:pt x="8" y="1"/>
                    <a:pt x="9" y="0"/>
                  </a:cubicBezTo>
                  <a:cubicBezTo>
                    <a:pt x="10" y="0"/>
                    <a:pt x="13" y="0"/>
                    <a:pt x="14"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40"/>
            <p:cNvSpPr>
              <a:spLocks/>
            </p:cNvSpPr>
            <p:nvPr/>
          </p:nvSpPr>
          <p:spPr bwMode="auto">
            <a:xfrm>
              <a:off x="4691063" y="1443038"/>
              <a:ext cx="47625" cy="41275"/>
            </a:xfrm>
            <a:custGeom>
              <a:avLst/>
              <a:gdLst/>
              <a:ahLst/>
              <a:cxnLst>
                <a:cxn ang="0">
                  <a:pos x="30" y="17"/>
                </a:cxn>
                <a:cxn ang="0">
                  <a:pos x="29" y="23"/>
                </a:cxn>
                <a:cxn ang="0">
                  <a:pos x="25" y="27"/>
                </a:cxn>
                <a:cxn ang="0">
                  <a:pos x="22" y="28"/>
                </a:cxn>
                <a:cxn ang="0">
                  <a:pos x="12" y="24"/>
                </a:cxn>
                <a:cxn ang="0">
                  <a:pos x="4" y="14"/>
                </a:cxn>
                <a:cxn ang="0">
                  <a:pos x="0" y="9"/>
                </a:cxn>
                <a:cxn ang="0">
                  <a:pos x="4" y="1"/>
                </a:cxn>
                <a:cxn ang="0">
                  <a:pos x="12" y="1"/>
                </a:cxn>
                <a:cxn ang="0">
                  <a:pos x="18" y="7"/>
                </a:cxn>
                <a:cxn ang="0">
                  <a:pos x="20" y="11"/>
                </a:cxn>
                <a:cxn ang="0">
                  <a:pos x="27" y="12"/>
                </a:cxn>
                <a:cxn ang="0">
                  <a:pos x="30" y="17"/>
                </a:cxn>
              </a:cxnLst>
              <a:rect l="0" t="0" r="r" b="b"/>
              <a:pathLst>
                <a:path w="31" h="28">
                  <a:moveTo>
                    <a:pt x="30" y="17"/>
                  </a:moveTo>
                  <a:cubicBezTo>
                    <a:pt x="31" y="18"/>
                    <a:pt x="30" y="21"/>
                    <a:pt x="29" y="23"/>
                  </a:cubicBezTo>
                  <a:cubicBezTo>
                    <a:pt x="28" y="24"/>
                    <a:pt x="26" y="26"/>
                    <a:pt x="25" y="27"/>
                  </a:cubicBezTo>
                  <a:cubicBezTo>
                    <a:pt x="24" y="28"/>
                    <a:pt x="22" y="28"/>
                    <a:pt x="22" y="28"/>
                  </a:cubicBezTo>
                  <a:cubicBezTo>
                    <a:pt x="19" y="28"/>
                    <a:pt x="14" y="26"/>
                    <a:pt x="12" y="24"/>
                  </a:cubicBezTo>
                  <a:cubicBezTo>
                    <a:pt x="10" y="22"/>
                    <a:pt x="6" y="17"/>
                    <a:pt x="4" y="14"/>
                  </a:cubicBezTo>
                  <a:cubicBezTo>
                    <a:pt x="3" y="13"/>
                    <a:pt x="1" y="11"/>
                    <a:pt x="0" y="9"/>
                  </a:cubicBezTo>
                  <a:cubicBezTo>
                    <a:pt x="0" y="7"/>
                    <a:pt x="2" y="2"/>
                    <a:pt x="4" y="1"/>
                  </a:cubicBezTo>
                  <a:cubicBezTo>
                    <a:pt x="5" y="0"/>
                    <a:pt x="10" y="1"/>
                    <a:pt x="12" y="1"/>
                  </a:cubicBezTo>
                  <a:cubicBezTo>
                    <a:pt x="14" y="2"/>
                    <a:pt x="17" y="5"/>
                    <a:pt x="18" y="7"/>
                  </a:cubicBezTo>
                  <a:cubicBezTo>
                    <a:pt x="19" y="8"/>
                    <a:pt x="20" y="10"/>
                    <a:pt x="20" y="11"/>
                  </a:cubicBezTo>
                  <a:cubicBezTo>
                    <a:pt x="22" y="12"/>
                    <a:pt x="25" y="11"/>
                    <a:pt x="27" y="12"/>
                  </a:cubicBezTo>
                  <a:cubicBezTo>
                    <a:pt x="28" y="13"/>
                    <a:pt x="30" y="15"/>
                    <a:pt x="30"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41"/>
            <p:cNvSpPr>
              <a:spLocks/>
            </p:cNvSpPr>
            <p:nvPr/>
          </p:nvSpPr>
          <p:spPr bwMode="auto">
            <a:xfrm>
              <a:off x="4714875" y="1751013"/>
              <a:ext cx="20638" cy="11113"/>
            </a:xfrm>
            <a:custGeom>
              <a:avLst/>
              <a:gdLst/>
              <a:ahLst/>
              <a:cxnLst>
                <a:cxn ang="0">
                  <a:pos x="11" y="2"/>
                </a:cxn>
                <a:cxn ang="0">
                  <a:pos x="12" y="6"/>
                </a:cxn>
                <a:cxn ang="0">
                  <a:pos x="7" y="8"/>
                </a:cxn>
                <a:cxn ang="0">
                  <a:pos x="2" y="6"/>
                </a:cxn>
                <a:cxn ang="0">
                  <a:pos x="1" y="2"/>
                </a:cxn>
                <a:cxn ang="0">
                  <a:pos x="6" y="0"/>
                </a:cxn>
                <a:cxn ang="0">
                  <a:pos x="11" y="2"/>
                </a:cxn>
              </a:cxnLst>
              <a:rect l="0" t="0" r="r" b="b"/>
              <a:pathLst>
                <a:path w="13" h="8">
                  <a:moveTo>
                    <a:pt x="11" y="2"/>
                  </a:moveTo>
                  <a:cubicBezTo>
                    <a:pt x="12" y="3"/>
                    <a:pt x="13" y="5"/>
                    <a:pt x="12" y="6"/>
                  </a:cubicBezTo>
                  <a:cubicBezTo>
                    <a:pt x="11" y="7"/>
                    <a:pt x="8" y="8"/>
                    <a:pt x="7" y="8"/>
                  </a:cubicBezTo>
                  <a:cubicBezTo>
                    <a:pt x="5" y="8"/>
                    <a:pt x="3" y="7"/>
                    <a:pt x="2" y="6"/>
                  </a:cubicBezTo>
                  <a:cubicBezTo>
                    <a:pt x="1" y="5"/>
                    <a:pt x="0" y="3"/>
                    <a:pt x="1" y="2"/>
                  </a:cubicBezTo>
                  <a:cubicBezTo>
                    <a:pt x="1" y="1"/>
                    <a:pt x="4" y="0"/>
                    <a:pt x="6" y="0"/>
                  </a:cubicBezTo>
                  <a:cubicBezTo>
                    <a:pt x="7" y="0"/>
                    <a:pt x="10" y="1"/>
                    <a:pt x="11"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42"/>
            <p:cNvSpPr>
              <a:spLocks/>
            </p:cNvSpPr>
            <p:nvPr/>
          </p:nvSpPr>
          <p:spPr bwMode="auto">
            <a:xfrm>
              <a:off x="4689475" y="1344613"/>
              <a:ext cx="20638" cy="12700"/>
            </a:xfrm>
            <a:custGeom>
              <a:avLst/>
              <a:gdLst/>
              <a:ahLst/>
              <a:cxnLst>
                <a:cxn ang="0">
                  <a:pos x="13" y="3"/>
                </a:cxn>
                <a:cxn ang="0">
                  <a:pos x="12" y="6"/>
                </a:cxn>
                <a:cxn ang="0">
                  <a:pos x="8" y="8"/>
                </a:cxn>
                <a:cxn ang="0">
                  <a:pos x="3" y="7"/>
                </a:cxn>
                <a:cxn ang="0">
                  <a:pos x="1" y="3"/>
                </a:cxn>
                <a:cxn ang="0">
                  <a:pos x="4" y="0"/>
                </a:cxn>
                <a:cxn ang="0">
                  <a:pos x="10" y="0"/>
                </a:cxn>
                <a:cxn ang="0">
                  <a:pos x="13" y="3"/>
                </a:cxn>
              </a:cxnLst>
              <a:rect l="0" t="0" r="r" b="b"/>
              <a:pathLst>
                <a:path w="14" h="8">
                  <a:moveTo>
                    <a:pt x="13" y="3"/>
                  </a:moveTo>
                  <a:cubicBezTo>
                    <a:pt x="14" y="4"/>
                    <a:pt x="12" y="6"/>
                    <a:pt x="12" y="6"/>
                  </a:cubicBezTo>
                  <a:cubicBezTo>
                    <a:pt x="11" y="7"/>
                    <a:pt x="9" y="8"/>
                    <a:pt x="8" y="8"/>
                  </a:cubicBezTo>
                  <a:cubicBezTo>
                    <a:pt x="6" y="8"/>
                    <a:pt x="4" y="7"/>
                    <a:pt x="3" y="7"/>
                  </a:cubicBezTo>
                  <a:cubicBezTo>
                    <a:pt x="2" y="6"/>
                    <a:pt x="0" y="4"/>
                    <a:pt x="1" y="3"/>
                  </a:cubicBezTo>
                  <a:cubicBezTo>
                    <a:pt x="1" y="2"/>
                    <a:pt x="3" y="0"/>
                    <a:pt x="4" y="0"/>
                  </a:cubicBezTo>
                  <a:cubicBezTo>
                    <a:pt x="6" y="0"/>
                    <a:pt x="8" y="0"/>
                    <a:pt x="10" y="0"/>
                  </a:cubicBezTo>
                  <a:cubicBezTo>
                    <a:pt x="11" y="1"/>
                    <a:pt x="13" y="2"/>
                    <a:pt x="13"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43"/>
            <p:cNvSpPr>
              <a:spLocks/>
            </p:cNvSpPr>
            <p:nvPr/>
          </p:nvSpPr>
          <p:spPr bwMode="auto">
            <a:xfrm>
              <a:off x="4618038" y="1677988"/>
              <a:ext cx="15875" cy="12700"/>
            </a:xfrm>
            <a:custGeom>
              <a:avLst/>
              <a:gdLst/>
              <a:ahLst/>
              <a:cxnLst>
                <a:cxn ang="0">
                  <a:pos x="9" y="1"/>
                </a:cxn>
                <a:cxn ang="0">
                  <a:pos x="11" y="5"/>
                </a:cxn>
                <a:cxn ang="0">
                  <a:pos x="5" y="8"/>
                </a:cxn>
                <a:cxn ang="0">
                  <a:pos x="0" y="6"/>
                </a:cxn>
                <a:cxn ang="0">
                  <a:pos x="4" y="1"/>
                </a:cxn>
                <a:cxn ang="0">
                  <a:pos x="9" y="1"/>
                </a:cxn>
              </a:cxnLst>
              <a:rect l="0" t="0" r="r" b="b"/>
              <a:pathLst>
                <a:path w="11" h="8">
                  <a:moveTo>
                    <a:pt x="9" y="1"/>
                  </a:moveTo>
                  <a:cubicBezTo>
                    <a:pt x="10" y="1"/>
                    <a:pt x="11" y="4"/>
                    <a:pt x="11" y="5"/>
                  </a:cubicBezTo>
                  <a:cubicBezTo>
                    <a:pt x="10" y="7"/>
                    <a:pt x="7" y="8"/>
                    <a:pt x="5" y="8"/>
                  </a:cubicBezTo>
                  <a:cubicBezTo>
                    <a:pt x="4" y="8"/>
                    <a:pt x="0" y="7"/>
                    <a:pt x="0" y="6"/>
                  </a:cubicBezTo>
                  <a:cubicBezTo>
                    <a:pt x="0" y="4"/>
                    <a:pt x="3" y="1"/>
                    <a:pt x="4" y="1"/>
                  </a:cubicBezTo>
                  <a:cubicBezTo>
                    <a:pt x="6" y="0"/>
                    <a:pt x="8" y="0"/>
                    <a:pt x="9"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44"/>
            <p:cNvSpPr>
              <a:spLocks/>
            </p:cNvSpPr>
            <p:nvPr/>
          </p:nvSpPr>
          <p:spPr bwMode="auto">
            <a:xfrm>
              <a:off x="4448175" y="1752601"/>
              <a:ext cx="19050" cy="20638"/>
            </a:xfrm>
            <a:custGeom>
              <a:avLst/>
              <a:gdLst/>
              <a:ahLst/>
              <a:cxnLst>
                <a:cxn ang="0">
                  <a:pos x="10" y="5"/>
                </a:cxn>
                <a:cxn ang="0">
                  <a:pos x="12" y="11"/>
                </a:cxn>
                <a:cxn ang="0">
                  <a:pos x="10" y="13"/>
                </a:cxn>
                <a:cxn ang="0">
                  <a:pos x="5" y="12"/>
                </a:cxn>
                <a:cxn ang="0">
                  <a:pos x="0" y="8"/>
                </a:cxn>
                <a:cxn ang="0">
                  <a:pos x="0" y="2"/>
                </a:cxn>
                <a:cxn ang="0">
                  <a:pos x="2" y="0"/>
                </a:cxn>
                <a:cxn ang="0">
                  <a:pos x="6" y="4"/>
                </a:cxn>
                <a:cxn ang="0">
                  <a:pos x="10" y="5"/>
                </a:cxn>
              </a:cxnLst>
              <a:rect l="0" t="0" r="r" b="b"/>
              <a:pathLst>
                <a:path w="12" h="13">
                  <a:moveTo>
                    <a:pt x="10" y="5"/>
                  </a:moveTo>
                  <a:cubicBezTo>
                    <a:pt x="11" y="6"/>
                    <a:pt x="12" y="9"/>
                    <a:pt x="12" y="11"/>
                  </a:cubicBezTo>
                  <a:cubicBezTo>
                    <a:pt x="12" y="11"/>
                    <a:pt x="11" y="13"/>
                    <a:pt x="10" y="13"/>
                  </a:cubicBezTo>
                  <a:cubicBezTo>
                    <a:pt x="9" y="13"/>
                    <a:pt x="6" y="13"/>
                    <a:pt x="5" y="12"/>
                  </a:cubicBezTo>
                  <a:cubicBezTo>
                    <a:pt x="3" y="12"/>
                    <a:pt x="1" y="9"/>
                    <a:pt x="0" y="8"/>
                  </a:cubicBezTo>
                  <a:cubicBezTo>
                    <a:pt x="0" y="6"/>
                    <a:pt x="0" y="4"/>
                    <a:pt x="0" y="2"/>
                  </a:cubicBezTo>
                  <a:cubicBezTo>
                    <a:pt x="0" y="2"/>
                    <a:pt x="1" y="0"/>
                    <a:pt x="2" y="0"/>
                  </a:cubicBezTo>
                  <a:cubicBezTo>
                    <a:pt x="4" y="0"/>
                    <a:pt x="5" y="3"/>
                    <a:pt x="6" y="4"/>
                  </a:cubicBezTo>
                  <a:cubicBezTo>
                    <a:pt x="7" y="4"/>
                    <a:pt x="9" y="4"/>
                    <a:pt x="10"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45"/>
            <p:cNvSpPr>
              <a:spLocks/>
            </p:cNvSpPr>
            <p:nvPr/>
          </p:nvSpPr>
          <p:spPr bwMode="auto">
            <a:xfrm>
              <a:off x="4405313" y="1797051"/>
              <a:ext cx="31750" cy="23813"/>
            </a:xfrm>
            <a:custGeom>
              <a:avLst/>
              <a:gdLst/>
              <a:ahLst/>
              <a:cxnLst>
                <a:cxn ang="0">
                  <a:pos x="20" y="4"/>
                </a:cxn>
                <a:cxn ang="0">
                  <a:pos x="16" y="8"/>
                </a:cxn>
                <a:cxn ang="0">
                  <a:pos x="15" y="15"/>
                </a:cxn>
                <a:cxn ang="0">
                  <a:pos x="10" y="14"/>
                </a:cxn>
                <a:cxn ang="0">
                  <a:pos x="6" y="14"/>
                </a:cxn>
                <a:cxn ang="0">
                  <a:pos x="1" y="12"/>
                </a:cxn>
                <a:cxn ang="0">
                  <a:pos x="1" y="8"/>
                </a:cxn>
                <a:cxn ang="0">
                  <a:pos x="8" y="6"/>
                </a:cxn>
                <a:cxn ang="0">
                  <a:pos x="11" y="2"/>
                </a:cxn>
                <a:cxn ang="0">
                  <a:pos x="16" y="1"/>
                </a:cxn>
                <a:cxn ang="0">
                  <a:pos x="20" y="4"/>
                </a:cxn>
              </a:cxnLst>
              <a:rect l="0" t="0" r="r" b="b"/>
              <a:pathLst>
                <a:path w="20" h="15">
                  <a:moveTo>
                    <a:pt x="20" y="4"/>
                  </a:moveTo>
                  <a:cubicBezTo>
                    <a:pt x="20" y="5"/>
                    <a:pt x="17" y="7"/>
                    <a:pt x="16" y="8"/>
                  </a:cubicBezTo>
                  <a:cubicBezTo>
                    <a:pt x="16" y="9"/>
                    <a:pt x="16" y="14"/>
                    <a:pt x="15" y="15"/>
                  </a:cubicBezTo>
                  <a:cubicBezTo>
                    <a:pt x="14" y="15"/>
                    <a:pt x="11" y="14"/>
                    <a:pt x="10" y="14"/>
                  </a:cubicBezTo>
                  <a:cubicBezTo>
                    <a:pt x="9" y="14"/>
                    <a:pt x="7" y="14"/>
                    <a:pt x="6" y="14"/>
                  </a:cubicBezTo>
                  <a:cubicBezTo>
                    <a:pt x="4" y="14"/>
                    <a:pt x="1" y="13"/>
                    <a:pt x="1" y="12"/>
                  </a:cubicBezTo>
                  <a:cubicBezTo>
                    <a:pt x="0" y="11"/>
                    <a:pt x="1" y="9"/>
                    <a:pt x="1" y="8"/>
                  </a:cubicBezTo>
                  <a:cubicBezTo>
                    <a:pt x="2" y="7"/>
                    <a:pt x="6" y="7"/>
                    <a:pt x="8" y="6"/>
                  </a:cubicBezTo>
                  <a:cubicBezTo>
                    <a:pt x="9" y="5"/>
                    <a:pt x="10" y="3"/>
                    <a:pt x="11" y="2"/>
                  </a:cubicBezTo>
                  <a:cubicBezTo>
                    <a:pt x="12" y="2"/>
                    <a:pt x="14" y="0"/>
                    <a:pt x="16" y="1"/>
                  </a:cubicBezTo>
                  <a:cubicBezTo>
                    <a:pt x="17" y="1"/>
                    <a:pt x="20" y="3"/>
                    <a:pt x="2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6"/>
            <p:cNvSpPr>
              <a:spLocks/>
            </p:cNvSpPr>
            <p:nvPr/>
          </p:nvSpPr>
          <p:spPr bwMode="auto">
            <a:xfrm>
              <a:off x="4276725" y="1981201"/>
              <a:ext cx="28575" cy="36513"/>
            </a:xfrm>
            <a:custGeom>
              <a:avLst/>
              <a:gdLst/>
              <a:ahLst/>
              <a:cxnLst>
                <a:cxn ang="0">
                  <a:pos x="18" y="4"/>
                </a:cxn>
                <a:cxn ang="0">
                  <a:pos x="16" y="9"/>
                </a:cxn>
                <a:cxn ang="0">
                  <a:pos x="18" y="19"/>
                </a:cxn>
                <a:cxn ang="0">
                  <a:pos x="12" y="24"/>
                </a:cxn>
                <a:cxn ang="0">
                  <a:pos x="7" y="20"/>
                </a:cxn>
                <a:cxn ang="0">
                  <a:pos x="0" y="17"/>
                </a:cxn>
                <a:cxn ang="0">
                  <a:pos x="2" y="11"/>
                </a:cxn>
                <a:cxn ang="0">
                  <a:pos x="5" y="7"/>
                </a:cxn>
                <a:cxn ang="0">
                  <a:pos x="8" y="3"/>
                </a:cxn>
                <a:cxn ang="0">
                  <a:pos x="14" y="0"/>
                </a:cxn>
                <a:cxn ang="0">
                  <a:pos x="18" y="4"/>
                </a:cxn>
              </a:cxnLst>
              <a:rect l="0" t="0" r="r" b="b"/>
              <a:pathLst>
                <a:path w="19" h="24">
                  <a:moveTo>
                    <a:pt x="18" y="4"/>
                  </a:moveTo>
                  <a:cubicBezTo>
                    <a:pt x="18" y="5"/>
                    <a:pt x="17" y="8"/>
                    <a:pt x="16" y="9"/>
                  </a:cubicBezTo>
                  <a:cubicBezTo>
                    <a:pt x="16" y="11"/>
                    <a:pt x="19" y="16"/>
                    <a:pt x="18" y="19"/>
                  </a:cubicBezTo>
                  <a:cubicBezTo>
                    <a:pt x="17" y="21"/>
                    <a:pt x="14" y="24"/>
                    <a:pt x="12" y="24"/>
                  </a:cubicBezTo>
                  <a:cubicBezTo>
                    <a:pt x="10" y="24"/>
                    <a:pt x="8" y="21"/>
                    <a:pt x="7" y="20"/>
                  </a:cubicBezTo>
                  <a:cubicBezTo>
                    <a:pt x="6" y="19"/>
                    <a:pt x="1" y="19"/>
                    <a:pt x="0" y="17"/>
                  </a:cubicBezTo>
                  <a:cubicBezTo>
                    <a:pt x="0" y="16"/>
                    <a:pt x="1" y="12"/>
                    <a:pt x="2" y="11"/>
                  </a:cubicBezTo>
                  <a:cubicBezTo>
                    <a:pt x="2" y="10"/>
                    <a:pt x="4" y="8"/>
                    <a:pt x="5" y="7"/>
                  </a:cubicBezTo>
                  <a:cubicBezTo>
                    <a:pt x="6" y="6"/>
                    <a:pt x="7" y="3"/>
                    <a:pt x="8" y="3"/>
                  </a:cubicBezTo>
                  <a:cubicBezTo>
                    <a:pt x="9" y="2"/>
                    <a:pt x="12" y="0"/>
                    <a:pt x="14" y="0"/>
                  </a:cubicBezTo>
                  <a:cubicBezTo>
                    <a:pt x="15" y="1"/>
                    <a:pt x="17" y="3"/>
                    <a:pt x="1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47"/>
            <p:cNvSpPr>
              <a:spLocks/>
            </p:cNvSpPr>
            <p:nvPr/>
          </p:nvSpPr>
          <p:spPr bwMode="auto">
            <a:xfrm>
              <a:off x="2789238" y="1900238"/>
              <a:ext cx="1525588" cy="1398588"/>
            </a:xfrm>
            <a:custGeom>
              <a:avLst/>
              <a:gdLst/>
              <a:ahLst/>
              <a:cxnLst>
                <a:cxn ang="0">
                  <a:pos x="360" y="375"/>
                </a:cxn>
                <a:cxn ang="0">
                  <a:pos x="422" y="293"/>
                </a:cxn>
                <a:cxn ang="0">
                  <a:pos x="488" y="280"/>
                </a:cxn>
                <a:cxn ang="0">
                  <a:pos x="589" y="258"/>
                </a:cxn>
                <a:cxn ang="0">
                  <a:pos x="634" y="211"/>
                </a:cxn>
                <a:cxn ang="0">
                  <a:pos x="674" y="176"/>
                </a:cxn>
                <a:cxn ang="0">
                  <a:pos x="709" y="217"/>
                </a:cxn>
                <a:cxn ang="0">
                  <a:pos x="704" y="137"/>
                </a:cxn>
                <a:cxn ang="0">
                  <a:pos x="736" y="74"/>
                </a:cxn>
                <a:cxn ang="0">
                  <a:pos x="839" y="1"/>
                </a:cxn>
                <a:cxn ang="0">
                  <a:pos x="843" y="91"/>
                </a:cxn>
                <a:cxn ang="0">
                  <a:pos x="806" y="190"/>
                </a:cxn>
                <a:cxn ang="0">
                  <a:pos x="780" y="291"/>
                </a:cxn>
                <a:cxn ang="0">
                  <a:pos x="717" y="338"/>
                </a:cxn>
                <a:cxn ang="0">
                  <a:pos x="664" y="312"/>
                </a:cxn>
                <a:cxn ang="0">
                  <a:pos x="760" y="347"/>
                </a:cxn>
                <a:cxn ang="0">
                  <a:pos x="832" y="253"/>
                </a:cxn>
                <a:cxn ang="0">
                  <a:pos x="855" y="328"/>
                </a:cxn>
                <a:cxn ang="0">
                  <a:pos x="889" y="352"/>
                </a:cxn>
                <a:cxn ang="0">
                  <a:pos x="887" y="299"/>
                </a:cxn>
                <a:cxn ang="0">
                  <a:pos x="852" y="235"/>
                </a:cxn>
                <a:cxn ang="0">
                  <a:pos x="832" y="193"/>
                </a:cxn>
                <a:cxn ang="0">
                  <a:pos x="869" y="95"/>
                </a:cxn>
                <a:cxn ang="0">
                  <a:pos x="919" y="70"/>
                </a:cxn>
                <a:cxn ang="0">
                  <a:pos x="925" y="146"/>
                </a:cxn>
                <a:cxn ang="0">
                  <a:pos x="923" y="136"/>
                </a:cxn>
                <a:cxn ang="0">
                  <a:pos x="956" y="105"/>
                </a:cxn>
                <a:cxn ang="0">
                  <a:pos x="975" y="126"/>
                </a:cxn>
                <a:cxn ang="0">
                  <a:pos x="951" y="209"/>
                </a:cxn>
                <a:cxn ang="0">
                  <a:pos x="978" y="276"/>
                </a:cxn>
                <a:cxn ang="0">
                  <a:pos x="956" y="345"/>
                </a:cxn>
                <a:cxn ang="0">
                  <a:pos x="958" y="424"/>
                </a:cxn>
                <a:cxn ang="0">
                  <a:pos x="969" y="508"/>
                </a:cxn>
                <a:cxn ang="0">
                  <a:pos x="989" y="589"/>
                </a:cxn>
                <a:cxn ang="0">
                  <a:pos x="952" y="661"/>
                </a:cxn>
                <a:cxn ang="0">
                  <a:pos x="942" y="739"/>
                </a:cxn>
                <a:cxn ang="0">
                  <a:pos x="846" y="745"/>
                </a:cxn>
                <a:cxn ang="0">
                  <a:pos x="773" y="714"/>
                </a:cxn>
                <a:cxn ang="0">
                  <a:pos x="704" y="729"/>
                </a:cxn>
                <a:cxn ang="0">
                  <a:pos x="639" y="789"/>
                </a:cxn>
                <a:cxn ang="0">
                  <a:pos x="535" y="791"/>
                </a:cxn>
                <a:cxn ang="0">
                  <a:pos x="494" y="760"/>
                </a:cxn>
                <a:cxn ang="0">
                  <a:pos x="464" y="852"/>
                </a:cxn>
                <a:cxn ang="0">
                  <a:pos x="436" y="884"/>
                </a:cxn>
                <a:cxn ang="0">
                  <a:pos x="373" y="892"/>
                </a:cxn>
                <a:cxn ang="0">
                  <a:pos x="241" y="883"/>
                </a:cxn>
                <a:cxn ang="0">
                  <a:pos x="126" y="840"/>
                </a:cxn>
                <a:cxn ang="0">
                  <a:pos x="111" y="885"/>
                </a:cxn>
                <a:cxn ang="0">
                  <a:pos x="66" y="907"/>
                </a:cxn>
                <a:cxn ang="0">
                  <a:pos x="29" y="876"/>
                </a:cxn>
                <a:cxn ang="0">
                  <a:pos x="28" y="826"/>
                </a:cxn>
                <a:cxn ang="0">
                  <a:pos x="88" y="780"/>
                </a:cxn>
                <a:cxn ang="0">
                  <a:pos x="56" y="750"/>
                </a:cxn>
                <a:cxn ang="0">
                  <a:pos x="67" y="700"/>
                </a:cxn>
                <a:cxn ang="0">
                  <a:pos x="79" y="724"/>
                </a:cxn>
                <a:cxn ang="0">
                  <a:pos x="123" y="718"/>
                </a:cxn>
                <a:cxn ang="0">
                  <a:pos x="92" y="661"/>
                </a:cxn>
                <a:cxn ang="0">
                  <a:pos x="122" y="631"/>
                </a:cxn>
                <a:cxn ang="0">
                  <a:pos x="181" y="593"/>
                </a:cxn>
                <a:cxn ang="0">
                  <a:pos x="227" y="522"/>
                </a:cxn>
                <a:cxn ang="0">
                  <a:pos x="304" y="448"/>
                </a:cxn>
              </a:cxnLst>
              <a:rect l="0" t="0" r="r" b="b"/>
              <a:pathLst>
                <a:path w="1000" h="917">
                  <a:moveTo>
                    <a:pt x="316" y="428"/>
                  </a:moveTo>
                  <a:cubicBezTo>
                    <a:pt x="316" y="428"/>
                    <a:pt x="316" y="427"/>
                    <a:pt x="316" y="427"/>
                  </a:cubicBezTo>
                  <a:cubicBezTo>
                    <a:pt x="317" y="426"/>
                    <a:pt x="320" y="426"/>
                    <a:pt x="321" y="425"/>
                  </a:cubicBezTo>
                  <a:cubicBezTo>
                    <a:pt x="322" y="425"/>
                    <a:pt x="325" y="425"/>
                    <a:pt x="327" y="424"/>
                  </a:cubicBezTo>
                  <a:cubicBezTo>
                    <a:pt x="328" y="424"/>
                    <a:pt x="332" y="422"/>
                    <a:pt x="333" y="422"/>
                  </a:cubicBezTo>
                  <a:cubicBezTo>
                    <a:pt x="336" y="420"/>
                    <a:pt x="340" y="416"/>
                    <a:pt x="343" y="414"/>
                  </a:cubicBezTo>
                  <a:cubicBezTo>
                    <a:pt x="344" y="413"/>
                    <a:pt x="348" y="409"/>
                    <a:pt x="348" y="407"/>
                  </a:cubicBezTo>
                  <a:cubicBezTo>
                    <a:pt x="349" y="406"/>
                    <a:pt x="347" y="403"/>
                    <a:pt x="347" y="403"/>
                  </a:cubicBezTo>
                  <a:cubicBezTo>
                    <a:pt x="347" y="403"/>
                    <a:pt x="348" y="394"/>
                    <a:pt x="349" y="391"/>
                  </a:cubicBezTo>
                  <a:cubicBezTo>
                    <a:pt x="350" y="389"/>
                    <a:pt x="355" y="385"/>
                    <a:pt x="357" y="383"/>
                  </a:cubicBezTo>
                  <a:cubicBezTo>
                    <a:pt x="358" y="381"/>
                    <a:pt x="359" y="377"/>
                    <a:pt x="360" y="375"/>
                  </a:cubicBezTo>
                  <a:cubicBezTo>
                    <a:pt x="362" y="372"/>
                    <a:pt x="363" y="367"/>
                    <a:pt x="365" y="365"/>
                  </a:cubicBezTo>
                  <a:cubicBezTo>
                    <a:pt x="367" y="363"/>
                    <a:pt x="372" y="361"/>
                    <a:pt x="374" y="359"/>
                  </a:cubicBezTo>
                  <a:cubicBezTo>
                    <a:pt x="378" y="357"/>
                    <a:pt x="383" y="351"/>
                    <a:pt x="386" y="348"/>
                  </a:cubicBezTo>
                  <a:cubicBezTo>
                    <a:pt x="389" y="345"/>
                    <a:pt x="396" y="339"/>
                    <a:pt x="398" y="336"/>
                  </a:cubicBezTo>
                  <a:cubicBezTo>
                    <a:pt x="400" y="334"/>
                    <a:pt x="402" y="329"/>
                    <a:pt x="403" y="326"/>
                  </a:cubicBezTo>
                  <a:cubicBezTo>
                    <a:pt x="404" y="323"/>
                    <a:pt x="404" y="316"/>
                    <a:pt x="404" y="313"/>
                  </a:cubicBezTo>
                  <a:cubicBezTo>
                    <a:pt x="404" y="311"/>
                    <a:pt x="404" y="308"/>
                    <a:pt x="404" y="307"/>
                  </a:cubicBezTo>
                  <a:cubicBezTo>
                    <a:pt x="405" y="306"/>
                    <a:pt x="407" y="304"/>
                    <a:pt x="409" y="303"/>
                  </a:cubicBezTo>
                  <a:cubicBezTo>
                    <a:pt x="410" y="303"/>
                    <a:pt x="413" y="304"/>
                    <a:pt x="415" y="304"/>
                  </a:cubicBezTo>
                  <a:cubicBezTo>
                    <a:pt x="417" y="303"/>
                    <a:pt x="421" y="301"/>
                    <a:pt x="422" y="299"/>
                  </a:cubicBezTo>
                  <a:cubicBezTo>
                    <a:pt x="423" y="298"/>
                    <a:pt x="421" y="294"/>
                    <a:pt x="422" y="293"/>
                  </a:cubicBezTo>
                  <a:cubicBezTo>
                    <a:pt x="423" y="291"/>
                    <a:pt x="425" y="289"/>
                    <a:pt x="427" y="287"/>
                  </a:cubicBezTo>
                  <a:cubicBezTo>
                    <a:pt x="428" y="286"/>
                    <a:pt x="431" y="284"/>
                    <a:pt x="433" y="283"/>
                  </a:cubicBezTo>
                  <a:cubicBezTo>
                    <a:pt x="434" y="283"/>
                    <a:pt x="439" y="282"/>
                    <a:pt x="440" y="283"/>
                  </a:cubicBezTo>
                  <a:cubicBezTo>
                    <a:pt x="441" y="283"/>
                    <a:pt x="441" y="286"/>
                    <a:pt x="441" y="288"/>
                  </a:cubicBezTo>
                  <a:cubicBezTo>
                    <a:pt x="442" y="289"/>
                    <a:pt x="442" y="293"/>
                    <a:pt x="442" y="295"/>
                  </a:cubicBezTo>
                  <a:cubicBezTo>
                    <a:pt x="442" y="296"/>
                    <a:pt x="440" y="300"/>
                    <a:pt x="441" y="301"/>
                  </a:cubicBezTo>
                  <a:cubicBezTo>
                    <a:pt x="441" y="303"/>
                    <a:pt x="444" y="305"/>
                    <a:pt x="445" y="305"/>
                  </a:cubicBezTo>
                  <a:cubicBezTo>
                    <a:pt x="448" y="306"/>
                    <a:pt x="453" y="302"/>
                    <a:pt x="455" y="301"/>
                  </a:cubicBezTo>
                  <a:cubicBezTo>
                    <a:pt x="459" y="299"/>
                    <a:pt x="466" y="296"/>
                    <a:pt x="469" y="294"/>
                  </a:cubicBezTo>
                  <a:cubicBezTo>
                    <a:pt x="472" y="292"/>
                    <a:pt x="477" y="286"/>
                    <a:pt x="480" y="284"/>
                  </a:cubicBezTo>
                  <a:cubicBezTo>
                    <a:pt x="482" y="282"/>
                    <a:pt x="486" y="280"/>
                    <a:pt x="488" y="280"/>
                  </a:cubicBezTo>
                  <a:cubicBezTo>
                    <a:pt x="491" y="279"/>
                    <a:pt x="497" y="279"/>
                    <a:pt x="500" y="279"/>
                  </a:cubicBezTo>
                  <a:cubicBezTo>
                    <a:pt x="502" y="279"/>
                    <a:pt x="507" y="280"/>
                    <a:pt x="510" y="280"/>
                  </a:cubicBezTo>
                  <a:cubicBezTo>
                    <a:pt x="512" y="280"/>
                    <a:pt x="516" y="280"/>
                    <a:pt x="518" y="279"/>
                  </a:cubicBezTo>
                  <a:cubicBezTo>
                    <a:pt x="520" y="278"/>
                    <a:pt x="525" y="273"/>
                    <a:pt x="527" y="271"/>
                  </a:cubicBezTo>
                  <a:cubicBezTo>
                    <a:pt x="529" y="269"/>
                    <a:pt x="534" y="263"/>
                    <a:pt x="536" y="261"/>
                  </a:cubicBezTo>
                  <a:cubicBezTo>
                    <a:pt x="539" y="259"/>
                    <a:pt x="545" y="256"/>
                    <a:pt x="548" y="255"/>
                  </a:cubicBezTo>
                  <a:cubicBezTo>
                    <a:pt x="550" y="254"/>
                    <a:pt x="553" y="255"/>
                    <a:pt x="555" y="255"/>
                  </a:cubicBezTo>
                  <a:cubicBezTo>
                    <a:pt x="558" y="255"/>
                    <a:pt x="563" y="256"/>
                    <a:pt x="565" y="256"/>
                  </a:cubicBezTo>
                  <a:cubicBezTo>
                    <a:pt x="568" y="256"/>
                    <a:pt x="573" y="258"/>
                    <a:pt x="576" y="258"/>
                  </a:cubicBezTo>
                  <a:cubicBezTo>
                    <a:pt x="577" y="259"/>
                    <a:pt x="580" y="261"/>
                    <a:pt x="582" y="261"/>
                  </a:cubicBezTo>
                  <a:cubicBezTo>
                    <a:pt x="584" y="261"/>
                    <a:pt x="587" y="259"/>
                    <a:pt x="589" y="258"/>
                  </a:cubicBezTo>
                  <a:cubicBezTo>
                    <a:pt x="592" y="256"/>
                    <a:pt x="596" y="251"/>
                    <a:pt x="599" y="250"/>
                  </a:cubicBezTo>
                  <a:cubicBezTo>
                    <a:pt x="601" y="248"/>
                    <a:pt x="605" y="246"/>
                    <a:pt x="607" y="245"/>
                  </a:cubicBezTo>
                  <a:cubicBezTo>
                    <a:pt x="609" y="245"/>
                    <a:pt x="614" y="246"/>
                    <a:pt x="616" y="246"/>
                  </a:cubicBezTo>
                  <a:cubicBezTo>
                    <a:pt x="619" y="246"/>
                    <a:pt x="626" y="248"/>
                    <a:pt x="628" y="246"/>
                  </a:cubicBezTo>
                  <a:cubicBezTo>
                    <a:pt x="630" y="245"/>
                    <a:pt x="631" y="242"/>
                    <a:pt x="632" y="240"/>
                  </a:cubicBezTo>
                  <a:cubicBezTo>
                    <a:pt x="632" y="239"/>
                    <a:pt x="631" y="237"/>
                    <a:pt x="632" y="236"/>
                  </a:cubicBezTo>
                  <a:cubicBezTo>
                    <a:pt x="633" y="235"/>
                    <a:pt x="636" y="236"/>
                    <a:pt x="638" y="236"/>
                  </a:cubicBezTo>
                  <a:cubicBezTo>
                    <a:pt x="639" y="235"/>
                    <a:pt x="640" y="233"/>
                    <a:pt x="641" y="232"/>
                  </a:cubicBezTo>
                  <a:cubicBezTo>
                    <a:pt x="642" y="231"/>
                    <a:pt x="643" y="228"/>
                    <a:pt x="643" y="226"/>
                  </a:cubicBezTo>
                  <a:cubicBezTo>
                    <a:pt x="643" y="225"/>
                    <a:pt x="641" y="222"/>
                    <a:pt x="640" y="220"/>
                  </a:cubicBezTo>
                  <a:cubicBezTo>
                    <a:pt x="639" y="218"/>
                    <a:pt x="635" y="213"/>
                    <a:pt x="634" y="211"/>
                  </a:cubicBezTo>
                  <a:cubicBezTo>
                    <a:pt x="633" y="209"/>
                    <a:pt x="632" y="205"/>
                    <a:pt x="632" y="203"/>
                  </a:cubicBezTo>
                  <a:cubicBezTo>
                    <a:pt x="632" y="200"/>
                    <a:pt x="634" y="196"/>
                    <a:pt x="635" y="194"/>
                  </a:cubicBezTo>
                  <a:cubicBezTo>
                    <a:pt x="637" y="192"/>
                    <a:pt x="641" y="189"/>
                    <a:pt x="642" y="188"/>
                  </a:cubicBezTo>
                  <a:cubicBezTo>
                    <a:pt x="644" y="186"/>
                    <a:pt x="647" y="183"/>
                    <a:pt x="649" y="181"/>
                  </a:cubicBezTo>
                  <a:cubicBezTo>
                    <a:pt x="650" y="180"/>
                    <a:pt x="653" y="177"/>
                    <a:pt x="654" y="175"/>
                  </a:cubicBezTo>
                  <a:cubicBezTo>
                    <a:pt x="655" y="173"/>
                    <a:pt x="655" y="169"/>
                    <a:pt x="655" y="167"/>
                  </a:cubicBezTo>
                  <a:cubicBezTo>
                    <a:pt x="656" y="165"/>
                    <a:pt x="658" y="162"/>
                    <a:pt x="660" y="162"/>
                  </a:cubicBezTo>
                  <a:cubicBezTo>
                    <a:pt x="661" y="161"/>
                    <a:pt x="663" y="163"/>
                    <a:pt x="664" y="163"/>
                  </a:cubicBezTo>
                  <a:cubicBezTo>
                    <a:pt x="664" y="163"/>
                    <a:pt x="665" y="163"/>
                    <a:pt x="666" y="163"/>
                  </a:cubicBezTo>
                  <a:cubicBezTo>
                    <a:pt x="666" y="165"/>
                    <a:pt x="665" y="167"/>
                    <a:pt x="666" y="168"/>
                  </a:cubicBezTo>
                  <a:cubicBezTo>
                    <a:pt x="667" y="171"/>
                    <a:pt x="673" y="174"/>
                    <a:pt x="674" y="176"/>
                  </a:cubicBezTo>
                  <a:cubicBezTo>
                    <a:pt x="676" y="178"/>
                    <a:pt x="678" y="182"/>
                    <a:pt x="679" y="184"/>
                  </a:cubicBezTo>
                  <a:cubicBezTo>
                    <a:pt x="680" y="187"/>
                    <a:pt x="683" y="192"/>
                    <a:pt x="684" y="195"/>
                  </a:cubicBezTo>
                  <a:cubicBezTo>
                    <a:pt x="685" y="196"/>
                    <a:pt x="688" y="200"/>
                    <a:pt x="688" y="202"/>
                  </a:cubicBezTo>
                  <a:cubicBezTo>
                    <a:pt x="688" y="204"/>
                    <a:pt x="686" y="207"/>
                    <a:pt x="685" y="209"/>
                  </a:cubicBezTo>
                  <a:cubicBezTo>
                    <a:pt x="685" y="210"/>
                    <a:pt x="685" y="213"/>
                    <a:pt x="686" y="213"/>
                  </a:cubicBezTo>
                  <a:cubicBezTo>
                    <a:pt x="686" y="215"/>
                    <a:pt x="690" y="215"/>
                    <a:pt x="691" y="216"/>
                  </a:cubicBezTo>
                  <a:cubicBezTo>
                    <a:pt x="692" y="218"/>
                    <a:pt x="691" y="221"/>
                    <a:pt x="691" y="222"/>
                  </a:cubicBezTo>
                  <a:cubicBezTo>
                    <a:pt x="691" y="223"/>
                    <a:pt x="690" y="224"/>
                    <a:pt x="690" y="225"/>
                  </a:cubicBezTo>
                  <a:cubicBezTo>
                    <a:pt x="691" y="226"/>
                    <a:pt x="693" y="227"/>
                    <a:pt x="694" y="227"/>
                  </a:cubicBezTo>
                  <a:cubicBezTo>
                    <a:pt x="696" y="227"/>
                    <a:pt x="700" y="225"/>
                    <a:pt x="701" y="224"/>
                  </a:cubicBezTo>
                  <a:cubicBezTo>
                    <a:pt x="704" y="223"/>
                    <a:pt x="707" y="218"/>
                    <a:pt x="709" y="217"/>
                  </a:cubicBezTo>
                  <a:cubicBezTo>
                    <a:pt x="711" y="216"/>
                    <a:pt x="715" y="217"/>
                    <a:pt x="716" y="216"/>
                  </a:cubicBezTo>
                  <a:cubicBezTo>
                    <a:pt x="718" y="214"/>
                    <a:pt x="720" y="208"/>
                    <a:pt x="720" y="205"/>
                  </a:cubicBezTo>
                  <a:cubicBezTo>
                    <a:pt x="719" y="203"/>
                    <a:pt x="717" y="198"/>
                    <a:pt x="716" y="196"/>
                  </a:cubicBezTo>
                  <a:cubicBezTo>
                    <a:pt x="714" y="194"/>
                    <a:pt x="710" y="192"/>
                    <a:pt x="709" y="189"/>
                  </a:cubicBezTo>
                  <a:cubicBezTo>
                    <a:pt x="709" y="187"/>
                    <a:pt x="710" y="182"/>
                    <a:pt x="712" y="179"/>
                  </a:cubicBezTo>
                  <a:cubicBezTo>
                    <a:pt x="713" y="176"/>
                    <a:pt x="719" y="172"/>
                    <a:pt x="721" y="169"/>
                  </a:cubicBezTo>
                  <a:cubicBezTo>
                    <a:pt x="721" y="167"/>
                    <a:pt x="722" y="164"/>
                    <a:pt x="721" y="163"/>
                  </a:cubicBezTo>
                  <a:cubicBezTo>
                    <a:pt x="721" y="161"/>
                    <a:pt x="717" y="161"/>
                    <a:pt x="716" y="160"/>
                  </a:cubicBezTo>
                  <a:cubicBezTo>
                    <a:pt x="714" y="158"/>
                    <a:pt x="714" y="153"/>
                    <a:pt x="713" y="150"/>
                  </a:cubicBezTo>
                  <a:cubicBezTo>
                    <a:pt x="712" y="149"/>
                    <a:pt x="711" y="147"/>
                    <a:pt x="710" y="146"/>
                  </a:cubicBezTo>
                  <a:cubicBezTo>
                    <a:pt x="709" y="143"/>
                    <a:pt x="703" y="140"/>
                    <a:pt x="704" y="137"/>
                  </a:cubicBezTo>
                  <a:cubicBezTo>
                    <a:pt x="704" y="135"/>
                    <a:pt x="708" y="131"/>
                    <a:pt x="710" y="130"/>
                  </a:cubicBezTo>
                  <a:cubicBezTo>
                    <a:pt x="714" y="127"/>
                    <a:pt x="722" y="126"/>
                    <a:pt x="725" y="123"/>
                  </a:cubicBezTo>
                  <a:cubicBezTo>
                    <a:pt x="727" y="120"/>
                    <a:pt x="728" y="113"/>
                    <a:pt x="729" y="110"/>
                  </a:cubicBezTo>
                  <a:cubicBezTo>
                    <a:pt x="729" y="109"/>
                    <a:pt x="731" y="106"/>
                    <a:pt x="732" y="104"/>
                  </a:cubicBezTo>
                  <a:cubicBezTo>
                    <a:pt x="733" y="103"/>
                    <a:pt x="738" y="100"/>
                    <a:pt x="739" y="98"/>
                  </a:cubicBezTo>
                  <a:cubicBezTo>
                    <a:pt x="740" y="96"/>
                    <a:pt x="738" y="92"/>
                    <a:pt x="737" y="90"/>
                  </a:cubicBezTo>
                  <a:cubicBezTo>
                    <a:pt x="736" y="89"/>
                    <a:pt x="734" y="88"/>
                    <a:pt x="733" y="86"/>
                  </a:cubicBezTo>
                  <a:cubicBezTo>
                    <a:pt x="733" y="85"/>
                    <a:pt x="733" y="84"/>
                    <a:pt x="734" y="83"/>
                  </a:cubicBezTo>
                  <a:cubicBezTo>
                    <a:pt x="734" y="82"/>
                    <a:pt x="736" y="82"/>
                    <a:pt x="737" y="81"/>
                  </a:cubicBezTo>
                  <a:cubicBezTo>
                    <a:pt x="738" y="80"/>
                    <a:pt x="740" y="79"/>
                    <a:pt x="740" y="77"/>
                  </a:cubicBezTo>
                  <a:cubicBezTo>
                    <a:pt x="740" y="76"/>
                    <a:pt x="737" y="75"/>
                    <a:pt x="736" y="74"/>
                  </a:cubicBezTo>
                  <a:cubicBezTo>
                    <a:pt x="736" y="73"/>
                    <a:pt x="736" y="70"/>
                    <a:pt x="737" y="69"/>
                  </a:cubicBezTo>
                  <a:cubicBezTo>
                    <a:pt x="740" y="66"/>
                    <a:pt x="749" y="66"/>
                    <a:pt x="753" y="66"/>
                  </a:cubicBezTo>
                  <a:cubicBezTo>
                    <a:pt x="755" y="65"/>
                    <a:pt x="761" y="65"/>
                    <a:pt x="764" y="64"/>
                  </a:cubicBezTo>
                  <a:cubicBezTo>
                    <a:pt x="769" y="62"/>
                    <a:pt x="777" y="57"/>
                    <a:pt x="781" y="54"/>
                  </a:cubicBezTo>
                  <a:cubicBezTo>
                    <a:pt x="784" y="51"/>
                    <a:pt x="788" y="45"/>
                    <a:pt x="790" y="42"/>
                  </a:cubicBezTo>
                  <a:cubicBezTo>
                    <a:pt x="793" y="39"/>
                    <a:pt x="800" y="35"/>
                    <a:pt x="803" y="32"/>
                  </a:cubicBezTo>
                  <a:cubicBezTo>
                    <a:pt x="804" y="31"/>
                    <a:pt x="808" y="28"/>
                    <a:pt x="809" y="26"/>
                  </a:cubicBezTo>
                  <a:cubicBezTo>
                    <a:pt x="811" y="24"/>
                    <a:pt x="812" y="18"/>
                    <a:pt x="814" y="15"/>
                  </a:cubicBezTo>
                  <a:cubicBezTo>
                    <a:pt x="816" y="13"/>
                    <a:pt x="821" y="11"/>
                    <a:pt x="823" y="10"/>
                  </a:cubicBezTo>
                  <a:cubicBezTo>
                    <a:pt x="826" y="8"/>
                    <a:pt x="829" y="3"/>
                    <a:pt x="831" y="2"/>
                  </a:cubicBezTo>
                  <a:cubicBezTo>
                    <a:pt x="833" y="1"/>
                    <a:pt x="837" y="0"/>
                    <a:pt x="839" y="1"/>
                  </a:cubicBezTo>
                  <a:cubicBezTo>
                    <a:pt x="840" y="2"/>
                    <a:pt x="839" y="6"/>
                    <a:pt x="840" y="8"/>
                  </a:cubicBezTo>
                  <a:cubicBezTo>
                    <a:pt x="842" y="10"/>
                    <a:pt x="846" y="12"/>
                    <a:pt x="849" y="13"/>
                  </a:cubicBezTo>
                  <a:cubicBezTo>
                    <a:pt x="852" y="14"/>
                    <a:pt x="859" y="12"/>
                    <a:pt x="862" y="13"/>
                  </a:cubicBezTo>
                  <a:cubicBezTo>
                    <a:pt x="865" y="14"/>
                    <a:pt x="869" y="19"/>
                    <a:pt x="871" y="21"/>
                  </a:cubicBezTo>
                  <a:cubicBezTo>
                    <a:pt x="872" y="24"/>
                    <a:pt x="873" y="30"/>
                    <a:pt x="873" y="33"/>
                  </a:cubicBezTo>
                  <a:cubicBezTo>
                    <a:pt x="874" y="38"/>
                    <a:pt x="873" y="47"/>
                    <a:pt x="872" y="51"/>
                  </a:cubicBezTo>
                  <a:cubicBezTo>
                    <a:pt x="871" y="54"/>
                    <a:pt x="868" y="60"/>
                    <a:pt x="867" y="63"/>
                  </a:cubicBezTo>
                  <a:cubicBezTo>
                    <a:pt x="865" y="66"/>
                    <a:pt x="859" y="72"/>
                    <a:pt x="856" y="75"/>
                  </a:cubicBezTo>
                  <a:cubicBezTo>
                    <a:pt x="855" y="76"/>
                    <a:pt x="853" y="79"/>
                    <a:pt x="852" y="80"/>
                  </a:cubicBezTo>
                  <a:cubicBezTo>
                    <a:pt x="851" y="82"/>
                    <a:pt x="851" y="85"/>
                    <a:pt x="850" y="87"/>
                  </a:cubicBezTo>
                  <a:cubicBezTo>
                    <a:pt x="849" y="88"/>
                    <a:pt x="845" y="90"/>
                    <a:pt x="843" y="91"/>
                  </a:cubicBezTo>
                  <a:cubicBezTo>
                    <a:pt x="842" y="92"/>
                    <a:pt x="838" y="92"/>
                    <a:pt x="837" y="93"/>
                  </a:cubicBezTo>
                  <a:cubicBezTo>
                    <a:pt x="836" y="94"/>
                    <a:pt x="833" y="95"/>
                    <a:pt x="832" y="97"/>
                  </a:cubicBezTo>
                  <a:cubicBezTo>
                    <a:pt x="831" y="99"/>
                    <a:pt x="831" y="105"/>
                    <a:pt x="832" y="108"/>
                  </a:cubicBezTo>
                  <a:cubicBezTo>
                    <a:pt x="833" y="110"/>
                    <a:pt x="837" y="114"/>
                    <a:pt x="838" y="116"/>
                  </a:cubicBezTo>
                  <a:cubicBezTo>
                    <a:pt x="839" y="119"/>
                    <a:pt x="840" y="126"/>
                    <a:pt x="839" y="129"/>
                  </a:cubicBezTo>
                  <a:cubicBezTo>
                    <a:pt x="839" y="133"/>
                    <a:pt x="837" y="142"/>
                    <a:pt x="834" y="146"/>
                  </a:cubicBezTo>
                  <a:cubicBezTo>
                    <a:pt x="832" y="149"/>
                    <a:pt x="824" y="151"/>
                    <a:pt x="822" y="154"/>
                  </a:cubicBezTo>
                  <a:cubicBezTo>
                    <a:pt x="820" y="156"/>
                    <a:pt x="819" y="162"/>
                    <a:pt x="818" y="164"/>
                  </a:cubicBezTo>
                  <a:cubicBezTo>
                    <a:pt x="817" y="167"/>
                    <a:pt x="817" y="173"/>
                    <a:pt x="816" y="176"/>
                  </a:cubicBezTo>
                  <a:cubicBezTo>
                    <a:pt x="816" y="178"/>
                    <a:pt x="813" y="180"/>
                    <a:pt x="812" y="181"/>
                  </a:cubicBezTo>
                  <a:cubicBezTo>
                    <a:pt x="811" y="183"/>
                    <a:pt x="807" y="187"/>
                    <a:pt x="806" y="190"/>
                  </a:cubicBezTo>
                  <a:cubicBezTo>
                    <a:pt x="804" y="193"/>
                    <a:pt x="802" y="199"/>
                    <a:pt x="802" y="203"/>
                  </a:cubicBezTo>
                  <a:cubicBezTo>
                    <a:pt x="801" y="204"/>
                    <a:pt x="802" y="208"/>
                    <a:pt x="801" y="210"/>
                  </a:cubicBezTo>
                  <a:cubicBezTo>
                    <a:pt x="800" y="212"/>
                    <a:pt x="795" y="214"/>
                    <a:pt x="794" y="217"/>
                  </a:cubicBezTo>
                  <a:cubicBezTo>
                    <a:pt x="793" y="220"/>
                    <a:pt x="791" y="227"/>
                    <a:pt x="792" y="230"/>
                  </a:cubicBezTo>
                  <a:cubicBezTo>
                    <a:pt x="792" y="234"/>
                    <a:pt x="794" y="241"/>
                    <a:pt x="795" y="244"/>
                  </a:cubicBezTo>
                  <a:cubicBezTo>
                    <a:pt x="796" y="247"/>
                    <a:pt x="801" y="252"/>
                    <a:pt x="801" y="255"/>
                  </a:cubicBezTo>
                  <a:cubicBezTo>
                    <a:pt x="801" y="257"/>
                    <a:pt x="801" y="260"/>
                    <a:pt x="800" y="262"/>
                  </a:cubicBezTo>
                  <a:cubicBezTo>
                    <a:pt x="798" y="264"/>
                    <a:pt x="792" y="267"/>
                    <a:pt x="789" y="269"/>
                  </a:cubicBezTo>
                  <a:cubicBezTo>
                    <a:pt x="788" y="270"/>
                    <a:pt x="784" y="271"/>
                    <a:pt x="783" y="272"/>
                  </a:cubicBezTo>
                  <a:cubicBezTo>
                    <a:pt x="781" y="274"/>
                    <a:pt x="779" y="278"/>
                    <a:pt x="778" y="280"/>
                  </a:cubicBezTo>
                  <a:cubicBezTo>
                    <a:pt x="778" y="283"/>
                    <a:pt x="780" y="289"/>
                    <a:pt x="780" y="291"/>
                  </a:cubicBezTo>
                  <a:cubicBezTo>
                    <a:pt x="779" y="294"/>
                    <a:pt x="777" y="298"/>
                    <a:pt x="775" y="300"/>
                  </a:cubicBezTo>
                  <a:cubicBezTo>
                    <a:pt x="773" y="300"/>
                    <a:pt x="770" y="300"/>
                    <a:pt x="768" y="300"/>
                  </a:cubicBezTo>
                  <a:cubicBezTo>
                    <a:pt x="767" y="300"/>
                    <a:pt x="765" y="298"/>
                    <a:pt x="764" y="298"/>
                  </a:cubicBezTo>
                  <a:cubicBezTo>
                    <a:pt x="762" y="298"/>
                    <a:pt x="758" y="300"/>
                    <a:pt x="757" y="301"/>
                  </a:cubicBezTo>
                  <a:cubicBezTo>
                    <a:pt x="755" y="303"/>
                    <a:pt x="753" y="307"/>
                    <a:pt x="752" y="309"/>
                  </a:cubicBezTo>
                  <a:cubicBezTo>
                    <a:pt x="750" y="312"/>
                    <a:pt x="747" y="319"/>
                    <a:pt x="744" y="321"/>
                  </a:cubicBezTo>
                  <a:cubicBezTo>
                    <a:pt x="743" y="323"/>
                    <a:pt x="738" y="326"/>
                    <a:pt x="736" y="327"/>
                  </a:cubicBezTo>
                  <a:cubicBezTo>
                    <a:pt x="733" y="327"/>
                    <a:pt x="729" y="327"/>
                    <a:pt x="726" y="327"/>
                  </a:cubicBezTo>
                  <a:cubicBezTo>
                    <a:pt x="725" y="327"/>
                    <a:pt x="721" y="325"/>
                    <a:pt x="720" y="326"/>
                  </a:cubicBezTo>
                  <a:cubicBezTo>
                    <a:pt x="719" y="327"/>
                    <a:pt x="720" y="330"/>
                    <a:pt x="720" y="331"/>
                  </a:cubicBezTo>
                  <a:cubicBezTo>
                    <a:pt x="719" y="333"/>
                    <a:pt x="718" y="337"/>
                    <a:pt x="717" y="338"/>
                  </a:cubicBezTo>
                  <a:cubicBezTo>
                    <a:pt x="715" y="339"/>
                    <a:pt x="712" y="340"/>
                    <a:pt x="710" y="340"/>
                  </a:cubicBezTo>
                  <a:cubicBezTo>
                    <a:pt x="709" y="340"/>
                    <a:pt x="706" y="340"/>
                    <a:pt x="704" y="340"/>
                  </a:cubicBezTo>
                  <a:cubicBezTo>
                    <a:pt x="703" y="340"/>
                    <a:pt x="700" y="341"/>
                    <a:pt x="699" y="340"/>
                  </a:cubicBezTo>
                  <a:cubicBezTo>
                    <a:pt x="697" y="340"/>
                    <a:pt x="694" y="338"/>
                    <a:pt x="693" y="336"/>
                  </a:cubicBezTo>
                  <a:cubicBezTo>
                    <a:pt x="692" y="334"/>
                    <a:pt x="692" y="331"/>
                    <a:pt x="692" y="329"/>
                  </a:cubicBezTo>
                  <a:cubicBezTo>
                    <a:pt x="691" y="327"/>
                    <a:pt x="689" y="322"/>
                    <a:pt x="688" y="320"/>
                  </a:cubicBezTo>
                  <a:cubicBezTo>
                    <a:pt x="687" y="318"/>
                    <a:pt x="684" y="316"/>
                    <a:pt x="683" y="315"/>
                  </a:cubicBezTo>
                  <a:cubicBezTo>
                    <a:pt x="681" y="314"/>
                    <a:pt x="679" y="312"/>
                    <a:pt x="677" y="311"/>
                  </a:cubicBezTo>
                  <a:cubicBezTo>
                    <a:pt x="676" y="311"/>
                    <a:pt x="672" y="312"/>
                    <a:pt x="671" y="312"/>
                  </a:cubicBezTo>
                  <a:cubicBezTo>
                    <a:pt x="670" y="312"/>
                    <a:pt x="668" y="310"/>
                    <a:pt x="667" y="309"/>
                  </a:cubicBezTo>
                  <a:cubicBezTo>
                    <a:pt x="666" y="309"/>
                    <a:pt x="664" y="311"/>
                    <a:pt x="664" y="312"/>
                  </a:cubicBezTo>
                  <a:cubicBezTo>
                    <a:pt x="663" y="313"/>
                    <a:pt x="664" y="316"/>
                    <a:pt x="664" y="317"/>
                  </a:cubicBezTo>
                  <a:cubicBezTo>
                    <a:pt x="665" y="320"/>
                    <a:pt x="669" y="325"/>
                    <a:pt x="671" y="328"/>
                  </a:cubicBezTo>
                  <a:cubicBezTo>
                    <a:pt x="672" y="331"/>
                    <a:pt x="675" y="338"/>
                    <a:pt x="677" y="341"/>
                  </a:cubicBezTo>
                  <a:cubicBezTo>
                    <a:pt x="679" y="343"/>
                    <a:pt x="683" y="347"/>
                    <a:pt x="685" y="348"/>
                  </a:cubicBezTo>
                  <a:cubicBezTo>
                    <a:pt x="688" y="350"/>
                    <a:pt x="694" y="349"/>
                    <a:pt x="697" y="350"/>
                  </a:cubicBezTo>
                  <a:cubicBezTo>
                    <a:pt x="699" y="351"/>
                    <a:pt x="703" y="354"/>
                    <a:pt x="705" y="356"/>
                  </a:cubicBezTo>
                  <a:cubicBezTo>
                    <a:pt x="707" y="358"/>
                    <a:pt x="711" y="362"/>
                    <a:pt x="714" y="363"/>
                  </a:cubicBezTo>
                  <a:cubicBezTo>
                    <a:pt x="715" y="364"/>
                    <a:pt x="719" y="364"/>
                    <a:pt x="721" y="363"/>
                  </a:cubicBezTo>
                  <a:cubicBezTo>
                    <a:pt x="724" y="362"/>
                    <a:pt x="729" y="358"/>
                    <a:pt x="731" y="356"/>
                  </a:cubicBezTo>
                  <a:cubicBezTo>
                    <a:pt x="735" y="354"/>
                    <a:pt x="742" y="350"/>
                    <a:pt x="746" y="349"/>
                  </a:cubicBezTo>
                  <a:cubicBezTo>
                    <a:pt x="749" y="348"/>
                    <a:pt x="756" y="349"/>
                    <a:pt x="760" y="347"/>
                  </a:cubicBezTo>
                  <a:cubicBezTo>
                    <a:pt x="763" y="346"/>
                    <a:pt x="770" y="342"/>
                    <a:pt x="773" y="340"/>
                  </a:cubicBezTo>
                  <a:cubicBezTo>
                    <a:pt x="775" y="337"/>
                    <a:pt x="780" y="332"/>
                    <a:pt x="783" y="329"/>
                  </a:cubicBezTo>
                  <a:cubicBezTo>
                    <a:pt x="786" y="326"/>
                    <a:pt x="793" y="319"/>
                    <a:pt x="797" y="316"/>
                  </a:cubicBezTo>
                  <a:cubicBezTo>
                    <a:pt x="801" y="314"/>
                    <a:pt x="808" y="310"/>
                    <a:pt x="811" y="307"/>
                  </a:cubicBezTo>
                  <a:cubicBezTo>
                    <a:pt x="813" y="305"/>
                    <a:pt x="816" y="300"/>
                    <a:pt x="817" y="297"/>
                  </a:cubicBezTo>
                  <a:cubicBezTo>
                    <a:pt x="817" y="294"/>
                    <a:pt x="817" y="288"/>
                    <a:pt x="817" y="285"/>
                  </a:cubicBezTo>
                  <a:cubicBezTo>
                    <a:pt x="817" y="283"/>
                    <a:pt x="814" y="278"/>
                    <a:pt x="814" y="275"/>
                  </a:cubicBezTo>
                  <a:cubicBezTo>
                    <a:pt x="814" y="273"/>
                    <a:pt x="816" y="270"/>
                    <a:pt x="817" y="268"/>
                  </a:cubicBezTo>
                  <a:cubicBezTo>
                    <a:pt x="817" y="267"/>
                    <a:pt x="820" y="265"/>
                    <a:pt x="821" y="264"/>
                  </a:cubicBezTo>
                  <a:cubicBezTo>
                    <a:pt x="823" y="262"/>
                    <a:pt x="823" y="257"/>
                    <a:pt x="825" y="256"/>
                  </a:cubicBezTo>
                  <a:cubicBezTo>
                    <a:pt x="826" y="254"/>
                    <a:pt x="830" y="253"/>
                    <a:pt x="832" y="253"/>
                  </a:cubicBezTo>
                  <a:cubicBezTo>
                    <a:pt x="835" y="253"/>
                    <a:pt x="840" y="256"/>
                    <a:pt x="843" y="256"/>
                  </a:cubicBezTo>
                  <a:cubicBezTo>
                    <a:pt x="847" y="257"/>
                    <a:pt x="854" y="255"/>
                    <a:pt x="857" y="256"/>
                  </a:cubicBezTo>
                  <a:cubicBezTo>
                    <a:pt x="859" y="256"/>
                    <a:pt x="864" y="257"/>
                    <a:pt x="865" y="259"/>
                  </a:cubicBezTo>
                  <a:cubicBezTo>
                    <a:pt x="866" y="260"/>
                    <a:pt x="866" y="264"/>
                    <a:pt x="866" y="265"/>
                  </a:cubicBezTo>
                  <a:cubicBezTo>
                    <a:pt x="866" y="268"/>
                    <a:pt x="865" y="274"/>
                    <a:pt x="866" y="277"/>
                  </a:cubicBezTo>
                  <a:cubicBezTo>
                    <a:pt x="866" y="279"/>
                    <a:pt x="868" y="282"/>
                    <a:pt x="868" y="284"/>
                  </a:cubicBezTo>
                  <a:cubicBezTo>
                    <a:pt x="869" y="286"/>
                    <a:pt x="870" y="291"/>
                    <a:pt x="870" y="294"/>
                  </a:cubicBezTo>
                  <a:cubicBezTo>
                    <a:pt x="870" y="296"/>
                    <a:pt x="869" y="301"/>
                    <a:pt x="869" y="303"/>
                  </a:cubicBezTo>
                  <a:cubicBezTo>
                    <a:pt x="867" y="306"/>
                    <a:pt x="864" y="310"/>
                    <a:pt x="862" y="312"/>
                  </a:cubicBezTo>
                  <a:cubicBezTo>
                    <a:pt x="861" y="313"/>
                    <a:pt x="857" y="317"/>
                    <a:pt x="856" y="319"/>
                  </a:cubicBezTo>
                  <a:cubicBezTo>
                    <a:pt x="855" y="321"/>
                    <a:pt x="855" y="326"/>
                    <a:pt x="855" y="328"/>
                  </a:cubicBezTo>
                  <a:cubicBezTo>
                    <a:pt x="855" y="331"/>
                    <a:pt x="856" y="335"/>
                    <a:pt x="857" y="337"/>
                  </a:cubicBezTo>
                  <a:cubicBezTo>
                    <a:pt x="858" y="340"/>
                    <a:pt x="863" y="344"/>
                    <a:pt x="866" y="346"/>
                  </a:cubicBezTo>
                  <a:cubicBezTo>
                    <a:pt x="868" y="347"/>
                    <a:pt x="873" y="347"/>
                    <a:pt x="875" y="348"/>
                  </a:cubicBezTo>
                  <a:cubicBezTo>
                    <a:pt x="877" y="349"/>
                    <a:pt x="882" y="353"/>
                    <a:pt x="884" y="356"/>
                  </a:cubicBezTo>
                  <a:cubicBezTo>
                    <a:pt x="885" y="357"/>
                    <a:pt x="887" y="360"/>
                    <a:pt x="888" y="362"/>
                  </a:cubicBezTo>
                  <a:cubicBezTo>
                    <a:pt x="888" y="364"/>
                    <a:pt x="889" y="369"/>
                    <a:pt x="891" y="371"/>
                  </a:cubicBezTo>
                  <a:cubicBezTo>
                    <a:pt x="891" y="372"/>
                    <a:pt x="893" y="375"/>
                    <a:pt x="894" y="376"/>
                  </a:cubicBezTo>
                  <a:cubicBezTo>
                    <a:pt x="895" y="376"/>
                    <a:pt x="898" y="377"/>
                    <a:pt x="899" y="376"/>
                  </a:cubicBezTo>
                  <a:cubicBezTo>
                    <a:pt x="901" y="375"/>
                    <a:pt x="900" y="369"/>
                    <a:pt x="899" y="366"/>
                  </a:cubicBezTo>
                  <a:cubicBezTo>
                    <a:pt x="898" y="365"/>
                    <a:pt x="894" y="362"/>
                    <a:pt x="893" y="361"/>
                  </a:cubicBezTo>
                  <a:cubicBezTo>
                    <a:pt x="892" y="359"/>
                    <a:pt x="890" y="354"/>
                    <a:pt x="889" y="352"/>
                  </a:cubicBezTo>
                  <a:cubicBezTo>
                    <a:pt x="889" y="350"/>
                    <a:pt x="890" y="346"/>
                    <a:pt x="889" y="345"/>
                  </a:cubicBezTo>
                  <a:cubicBezTo>
                    <a:pt x="888" y="343"/>
                    <a:pt x="886" y="342"/>
                    <a:pt x="884" y="342"/>
                  </a:cubicBezTo>
                  <a:cubicBezTo>
                    <a:pt x="883" y="341"/>
                    <a:pt x="879" y="341"/>
                    <a:pt x="877" y="341"/>
                  </a:cubicBezTo>
                  <a:cubicBezTo>
                    <a:pt x="875" y="340"/>
                    <a:pt x="871" y="339"/>
                    <a:pt x="870" y="337"/>
                  </a:cubicBezTo>
                  <a:cubicBezTo>
                    <a:pt x="869" y="336"/>
                    <a:pt x="867" y="333"/>
                    <a:pt x="867" y="331"/>
                  </a:cubicBezTo>
                  <a:cubicBezTo>
                    <a:pt x="868" y="329"/>
                    <a:pt x="871" y="326"/>
                    <a:pt x="872" y="323"/>
                  </a:cubicBezTo>
                  <a:cubicBezTo>
                    <a:pt x="873" y="322"/>
                    <a:pt x="873" y="318"/>
                    <a:pt x="873" y="317"/>
                  </a:cubicBezTo>
                  <a:cubicBezTo>
                    <a:pt x="874" y="315"/>
                    <a:pt x="873" y="310"/>
                    <a:pt x="874" y="309"/>
                  </a:cubicBezTo>
                  <a:cubicBezTo>
                    <a:pt x="875" y="308"/>
                    <a:pt x="880" y="310"/>
                    <a:pt x="881" y="309"/>
                  </a:cubicBezTo>
                  <a:cubicBezTo>
                    <a:pt x="882" y="308"/>
                    <a:pt x="881" y="303"/>
                    <a:pt x="882" y="302"/>
                  </a:cubicBezTo>
                  <a:cubicBezTo>
                    <a:pt x="883" y="301"/>
                    <a:pt x="886" y="300"/>
                    <a:pt x="887" y="299"/>
                  </a:cubicBezTo>
                  <a:cubicBezTo>
                    <a:pt x="888" y="298"/>
                    <a:pt x="887" y="293"/>
                    <a:pt x="887" y="291"/>
                  </a:cubicBezTo>
                  <a:cubicBezTo>
                    <a:pt x="887" y="289"/>
                    <a:pt x="886" y="285"/>
                    <a:pt x="886" y="283"/>
                  </a:cubicBezTo>
                  <a:cubicBezTo>
                    <a:pt x="886" y="281"/>
                    <a:pt x="888" y="279"/>
                    <a:pt x="888" y="277"/>
                  </a:cubicBezTo>
                  <a:cubicBezTo>
                    <a:pt x="888" y="275"/>
                    <a:pt x="888" y="270"/>
                    <a:pt x="886" y="268"/>
                  </a:cubicBezTo>
                  <a:cubicBezTo>
                    <a:pt x="885" y="266"/>
                    <a:pt x="880" y="265"/>
                    <a:pt x="878" y="264"/>
                  </a:cubicBezTo>
                  <a:cubicBezTo>
                    <a:pt x="877" y="263"/>
                    <a:pt x="874" y="261"/>
                    <a:pt x="874" y="260"/>
                  </a:cubicBezTo>
                  <a:cubicBezTo>
                    <a:pt x="873" y="258"/>
                    <a:pt x="873" y="253"/>
                    <a:pt x="872" y="251"/>
                  </a:cubicBezTo>
                  <a:cubicBezTo>
                    <a:pt x="872" y="250"/>
                    <a:pt x="871" y="248"/>
                    <a:pt x="870" y="247"/>
                  </a:cubicBezTo>
                  <a:cubicBezTo>
                    <a:pt x="868" y="247"/>
                    <a:pt x="865" y="247"/>
                    <a:pt x="864" y="246"/>
                  </a:cubicBezTo>
                  <a:cubicBezTo>
                    <a:pt x="862" y="245"/>
                    <a:pt x="862" y="241"/>
                    <a:pt x="861" y="240"/>
                  </a:cubicBezTo>
                  <a:cubicBezTo>
                    <a:pt x="859" y="238"/>
                    <a:pt x="854" y="236"/>
                    <a:pt x="852" y="235"/>
                  </a:cubicBezTo>
                  <a:cubicBezTo>
                    <a:pt x="850" y="234"/>
                    <a:pt x="846" y="235"/>
                    <a:pt x="844" y="235"/>
                  </a:cubicBezTo>
                  <a:cubicBezTo>
                    <a:pt x="842" y="236"/>
                    <a:pt x="840" y="240"/>
                    <a:pt x="838" y="241"/>
                  </a:cubicBezTo>
                  <a:cubicBezTo>
                    <a:pt x="836" y="241"/>
                    <a:pt x="833" y="238"/>
                    <a:pt x="831" y="237"/>
                  </a:cubicBezTo>
                  <a:cubicBezTo>
                    <a:pt x="830" y="236"/>
                    <a:pt x="829" y="232"/>
                    <a:pt x="828" y="231"/>
                  </a:cubicBezTo>
                  <a:cubicBezTo>
                    <a:pt x="826" y="231"/>
                    <a:pt x="824" y="233"/>
                    <a:pt x="822" y="233"/>
                  </a:cubicBezTo>
                  <a:cubicBezTo>
                    <a:pt x="821" y="233"/>
                    <a:pt x="817" y="232"/>
                    <a:pt x="816" y="231"/>
                  </a:cubicBezTo>
                  <a:cubicBezTo>
                    <a:pt x="816" y="230"/>
                    <a:pt x="816" y="226"/>
                    <a:pt x="817" y="225"/>
                  </a:cubicBezTo>
                  <a:cubicBezTo>
                    <a:pt x="818" y="224"/>
                    <a:pt x="821" y="223"/>
                    <a:pt x="822" y="221"/>
                  </a:cubicBezTo>
                  <a:cubicBezTo>
                    <a:pt x="822" y="220"/>
                    <a:pt x="822" y="217"/>
                    <a:pt x="822" y="216"/>
                  </a:cubicBezTo>
                  <a:cubicBezTo>
                    <a:pt x="823" y="212"/>
                    <a:pt x="823" y="205"/>
                    <a:pt x="825" y="202"/>
                  </a:cubicBezTo>
                  <a:cubicBezTo>
                    <a:pt x="826" y="199"/>
                    <a:pt x="832" y="193"/>
                    <a:pt x="832" y="193"/>
                  </a:cubicBezTo>
                  <a:cubicBezTo>
                    <a:pt x="833" y="192"/>
                    <a:pt x="833" y="183"/>
                    <a:pt x="835" y="180"/>
                  </a:cubicBezTo>
                  <a:cubicBezTo>
                    <a:pt x="836" y="179"/>
                    <a:pt x="839" y="176"/>
                    <a:pt x="840" y="175"/>
                  </a:cubicBezTo>
                  <a:cubicBezTo>
                    <a:pt x="842" y="174"/>
                    <a:pt x="847" y="173"/>
                    <a:pt x="849" y="172"/>
                  </a:cubicBezTo>
                  <a:cubicBezTo>
                    <a:pt x="851" y="170"/>
                    <a:pt x="855" y="166"/>
                    <a:pt x="857" y="164"/>
                  </a:cubicBezTo>
                  <a:cubicBezTo>
                    <a:pt x="859" y="161"/>
                    <a:pt x="861" y="155"/>
                    <a:pt x="861" y="152"/>
                  </a:cubicBezTo>
                  <a:cubicBezTo>
                    <a:pt x="861" y="148"/>
                    <a:pt x="858" y="141"/>
                    <a:pt x="858" y="137"/>
                  </a:cubicBezTo>
                  <a:cubicBezTo>
                    <a:pt x="858" y="134"/>
                    <a:pt x="860" y="127"/>
                    <a:pt x="860" y="123"/>
                  </a:cubicBezTo>
                  <a:cubicBezTo>
                    <a:pt x="860" y="120"/>
                    <a:pt x="858" y="116"/>
                    <a:pt x="857" y="113"/>
                  </a:cubicBezTo>
                  <a:cubicBezTo>
                    <a:pt x="856" y="111"/>
                    <a:pt x="853" y="107"/>
                    <a:pt x="854" y="105"/>
                  </a:cubicBezTo>
                  <a:cubicBezTo>
                    <a:pt x="854" y="103"/>
                    <a:pt x="857" y="101"/>
                    <a:pt x="859" y="99"/>
                  </a:cubicBezTo>
                  <a:cubicBezTo>
                    <a:pt x="861" y="98"/>
                    <a:pt x="867" y="97"/>
                    <a:pt x="869" y="95"/>
                  </a:cubicBezTo>
                  <a:cubicBezTo>
                    <a:pt x="870" y="94"/>
                    <a:pt x="871" y="89"/>
                    <a:pt x="872" y="88"/>
                  </a:cubicBezTo>
                  <a:cubicBezTo>
                    <a:pt x="875" y="86"/>
                    <a:pt x="881" y="88"/>
                    <a:pt x="884" y="88"/>
                  </a:cubicBezTo>
                  <a:cubicBezTo>
                    <a:pt x="886" y="88"/>
                    <a:pt x="891" y="87"/>
                    <a:pt x="893" y="85"/>
                  </a:cubicBezTo>
                  <a:cubicBezTo>
                    <a:pt x="896" y="84"/>
                    <a:pt x="899" y="79"/>
                    <a:pt x="901" y="76"/>
                  </a:cubicBezTo>
                  <a:cubicBezTo>
                    <a:pt x="903" y="74"/>
                    <a:pt x="909" y="70"/>
                    <a:pt x="911" y="66"/>
                  </a:cubicBezTo>
                  <a:cubicBezTo>
                    <a:pt x="912" y="64"/>
                    <a:pt x="910" y="57"/>
                    <a:pt x="911" y="54"/>
                  </a:cubicBezTo>
                  <a:cubicBezTo>
                    <a:pt x="912" y="51"/>
                    <a:pt x="914" y="45"/>
                    <a:pt x="917" y="44"/>
                  </a:cubicBezTo>
                  <a:cubicBezTo>
                    <a:pt x="918" y="43"/>
                    <a:pt x="920" y="45"/>
                    <a:pt x="921" y="45"/>
                  </a:cubicBezTo>
                  <a:cubicBezTo>
                    <a:pt x="923" y="48"/>
                    <a:pt x="923" y="54"/>
                    <a:pt x="923" y="57"/>
                  </a:cubicBezTo>
                  <a:cubicBezTo>
                    <a:pt x="923" y="59"/>
                    <a:pt x="921" y="63"/>
                    <a:pt x="921" y="65"/>
                  </a:cubicBezTo>
                  <a:cubicBezTo>
                    <a:pt x="920" y="66"/>
                    <a:pt x="919" y="69"/>
                    <a:pt x="919" y="70"/>
                  </a:cubicBezTo>
                  <a:cubicBezTo>
                    <a:pt x="919" y="72"/>
                    <a:pt x="922" y="76"/>
                    <a:pt x="921" y="78"/>
                  </a:cubicBezTo>
                  <a:cubicBezTo>
                    <a:pt x="920" y="80"/>
                    <a:pt x="914" y="80"/>
                    <a:pt x="912" y="82"/>
                  </a:cubicBezTo>
                  <a:cubicBezTo>
                    <a:pt x="910" y="83"/>
                    <a:pt x="907" y="87"/>
                    <a:pt x="906" y="89"/>
                  </a:cubicBezTo>
                  <a:cubicBezTo>
                    <a:pt x="904" y="91"/>
                    <a:pt x="902" y="97"/>
                    <a:pt x="902" y="99"/>
                  </a:cubicBezTo>
                  <a:cubicBezTo>
                    <a:pt x="902" y="102"/>
                    <a:pt x="903" y="106"/>
                    <a:pt x="903" y="109"/>
                  </a:cubicBezTo>
                  <a:cubicBezTo>
                    <a:pt x="903" y="110"/>
                    <a:pt x="902" y="114"/>
                    <a:pt x="901" y="115"/>
                  </a:cubicBezTo>
                  <a:cubicBezTo>
                    <a:pt x="900" y="117"/>
                    <a:pt x="897" y="119"/>
                    <a:pt x="897" y="121"/>
                  </a:cubicBezTo>
                  <a:cubicBezTo>
                    <a:pt x="896" y="123"/>
                    <a:pt x="897" y="127"/>
                    <a:pt x="898" y="129"/>
                  </a:cubicBezTo>
                  <a:cubicBezTo>
                    <a:pt x="899" y="132"/>
                    <a:pt x="905" y="135"/>
                    <a:pt x="907" y="137"/>
                  </a:cubicBezTo>
                  <a:cubicBezTo>
                    <a:pt x="909" y="139"/>
                    <a:pt x="910" y="145"/>
                    <a:pt x="912" y="146"/>
                  </a:cubicBezTo>
                  <a:cubicBezTo>
                    <a:pt x="915" y="147"/>
                    <a:pt x="922" y="144"/>
                    <a:pt x="925" y="146"/>
                  </a:cubicBezTo>
                  <a:cubicBezTo>
                    <a:pt x="927" y="147"/>
                    <a:pt x="929" y="151"/>
                    <a:pt x="930" y="153"/>
                  </a:cubicBezTo>
                  <a:cubicBezTo>
                    <a:pt x="931" y="155"/>
                    <a:pt x="932" y="160"/>
                    <a:pt x="934" y="162"/>
                  </a:cubicBezTo>
                  <a:cubicBezTo>
                    <a:pt x="935" y="164"/>
                    <a:pt x="939" y="167"/>
                    <a:pt x="941" y="168"/>
                  </a:cubicBezTo>
                  <a:cubicBezTo>
                    <a:pt x="943" y="169"/>
                    <a:pt x="947" y="171"/>
                    <a:pt x="949" y="171"/>
                  </a:cubicBezTo>
                  <a:cubicBezTo>
                    <a:pt x="951" y="171"/>
                    <a:pt x="955" y="170"/>
                    <a:pt x="955" y="169"/>
                  </a:cubicBezTo>
                  <a:cubicBezTo>
                    <a:pt x="956" y="167"/>
                    <a:pt x="954" y="163"/>
                    <a:pt x="953" y="163"/>
                  </a:cubicBezTo>
                  <a:cubicBezTo>
                    <a:pt x="951" y="162"/>
                    <a:pt x="948" y="163"/>
                    <a:pt x="946" y="163"/>
                  </a:cubicBezTo>
                  <a:cubicBezTo>
                    <a:pt x="945" y="162"/>
                    <a:pt x="943" y="160"/>
                    <a:pt x="942" y="159"/>
                  </a:cubicBezTo>
                  <a:cubicBezTo>
                    <a:pt x="941" y="157"/>
                    <a:pt x="943" y="151"/>
                    <a:pt x="941" y="149"/>
                  </a:cubicBezTo>
                  <a:cubicBezTo>
                    <a:pt x="940" y="147"/>
                    <a:pt x="934" y="145"/>
                    <a:pt x="932" y="143"/>
                  </a:cubicBezTo>
                  <a:cubicBezTo>
                    <a:pt x="929" y="142"/>
                    <a:pt x="925" y="138"/>
                    <a:pt x="923" y="136"/>
                  </a:cubicBezTo>
                  <a:cubicBezTo>
                    <a:pt x="921" y="133"/>
                    <a:pt x="917" y="127"/>
                    <a:pt x="916" y="124"/>
                  </a:cubicBezTo>
                  <a:cubicBezTo>
                    <a:pt x="915" y="121"/>
                    <a:pt x="915" y="114"/>
                    <a:pt x="915" y="111"/>
                  </a:cubicBezTo>
                  <a:cubicBezTo>
                    <a:pt x="915" y="108"/>
                    <a:pt x="914" y="102"/>
                    <a:pt x="916" y="100"/>
                  </a:cubicBezTo>
                  <a:cubicBezTo>
                    <a:pt x="918" y="98"/>
                    <a:pt x="924" y="101"/>
                    <a:pt x="926" y="101"/>
                  </a:cubicBezTo>
                  <a:cubicBezTo>
                    <a:pt x="928" y="100"/>
                    <a:pt x="930" y="95"/>
                    <a:pt x="932" y="95"/>
                  </a:cubicBezTo>
                  <a:cubicBezTo>
                    <a:pt x="934" y="95"/>
                    <a:pt x="935" y="98"/>
                    <a:pt x="936" y="99"/>
                  </a:cubicBezTo>
                  <a:cubicBezTo>
                    <a:pt x="937" y="101"/>
                    <a:pt x="935" y="105"/>
                    <a:pt x="936" y="107"/>
                  </a:cubicBezTo>
                  <a:cubicBezTo>
                    <a:pt x="937" y="110"/>
                    <a:pt x="941" y="114"/>
                    <a:pt x="944" y="116"/>
                  </a:cubicBezTo>
                  <a:cubicBezTo>
                    <a:pt x="946" y="116"/>
                    <a:pt x="949" y="117"/>
                    <a:pt x="951" y="116"/>
                  </a:cubicBezTo>
                  <a:cubicBezTo>
                    <a:pt x="952" y="116"/>
                    <a:pt x="955" y="114"/>
                    <a:pt x="955" y="112"/>
                  </a:cubicBezTo>
                  <a:cubicBezTo>
                    <a:pt x="956" y="111"/>
                    <a:pt x="957" y="107"/>
                    <a:pt x="956" y="105"/>
                  </a:cubicBezTo>
                  <a:cubicBezTo>
                    <a:pt x="955" y="103"/>
                    <a:pt x="951" y="101"/>
                    <a:pt x="950" y="99"/>
                  </a:cubicBezTo>
                  <a:cubicBezTo>
                    <a:pt x="949" y="98"/>
                    <a:pt x="947" y="95"/>
                    <a:pt x="947" y="93"/>
                  </a:cubicBezTo>
                  <a:cubicBezTo>
                    <a:pt x="947" y="92"/>
                    <a:pt x="949" y="89"/>
                    <a:pt x="950" y="89"/>
                  </a:cubicBezTo>
                  <a:cubicBezTo>
                    <a:pt x="952" y="88"/>
                    <a:pt x="956" y="89"/>
                    <a:pt x="957" y="89"/>
                  </a:cubicBezTo>
                  <a:cubicBezTo>
                    <a:pt x="959" y="89"/>
                    <a:pt x="961" y="89"/>
                    <a:pt x="964" y="88"/>
                  </a:cubicBezTo>
                  <a:cubicBezTo>
                    <a:pt x="964" y="90"/>
                    <a:pt x="964" y="93"/>
                    <a:pt x="964" y="94"/>
                  </a:cubicBezTo>
                  <a:cubicBezTo>
                    <a:pt x="965" y="96"/>
                    <a:pt x="968" y="100"/>
                    <a:pt x="971" y="102"/>
                  </a:cubicBezTo>
                  <a:cubicBezTo>
                    <a:pt x="972" y="102"/>
                    <a:pt x="977" y="101"/>
                    <a:pt x="978" y="103"/>
                  </a:cubicBezTo>
                  <a:cubicBezTo>
                    <a:pt x="980" y="104"/>
                    <a:pt x="982" y="107"/>
                    <a:pt x="982" y="109"/>
                  </a:cubicBezTo>
                  <a:cubicBezTo>
                    <a:pt x="983" y="112"/>
                    <a:pt x="981" y="119"/>
                    <a:pt x="979" y="122"/>
                  </a:cubicBezTo>
                  <a:cubicBezTo>
                    <a:pt x="979" y="123"/>
                    <a:pt x="976" y="125"/>
                    <a:pt x="975" y="126"/>
                  </a:cubicBezTo>
                  <a:cubicBezTo>
                    <a:pt x="973" y="127"/>
                    <a:pt x="968" y="127"/>
                    <a:pt x="966" y="128"/>
                  </a:cubicBezTo>
                  <a:cubicBezTo>
                    <a:pt x="964" y="128"/>
                    <a:pt x="960" y="130"/>
                    <a:pt x="959" y="132"/>
                  </a:cubicBezTo>
                  <a:cubicBezTo>
                    <a:pt x="958" y="135"/>
                    <a:pt x="959" y="140"/>
                    <a:pt x="959" y="143"/>
                  </a:cubicBezTo>
                  <a:cubicBezTo>
                    <a:pt x="961" y="146"/>
                    <a:pt x="967" y="151"/>
                    <a:pt x="969" y="155"/>
                  </a:cubicBezTo>
                  <a:cubicBezTo>
                    <a:pt x="970" y="157"/>
                    <a:pt x="973" y="162"/>
                    <a:pt x="973" y="165"/>
                  </a:cubicBezTo>
                  <a:cubicBezTo>
                    <a:pt x="973" y="167"/>
                    <a:pt x="971" y="173"/>
                    <a:pt x="971" y="176"/>
                  </a:cubicBezTo>
                  <a:cubicBezTo>
                    <a:pt x="971" y="179"/>
                    <a:pt x="973" y="185"/>
                    <a:pt x="973" y="189"/>
                  </a:cubicBezTo>
                  <a:cubicBezTo>
                    <a:pt x="974" y="191"/>
                    <a:pt x="975" y="197"/>
                    <a:pt x="974" y="199"/>
                  </a:cubicBezTo>
                  <a:cubicBezTo>
                    <a:pt x="973" y="200"/>
                    <a:pt x="969" y="202"/>
                    <a:pt x="968" y="202"/>
                  </a:cubicBezTo>
                  <a:cubicBezTo>
                    <a:pt x="966" y="203"/>
                    <a:pt x="962" y="202"/>
                    <a:pt x="960" y="203"/>
                  </a:cubicBezTo>
                  <a:cubicBezTo>
                    <a:pt x="957" y="203"/>
                    <a:pt x="953" y="207"/>
                    <a:pt x="951" y="209"/>
                  </a:cubicBezTo>
                  <a:cubicBezTo>
                    <a:pt x="950" y="210"/>
                    <a:pt x="949" y="215"/>
                    <a:pt x="947" y="216"/>
                  </a:cubicBezTo>
                  <a:cubicBezTo>
                    <a:pt x="944" y="218"/>
                    <a:pt x="937" y="218"/>
                    <a:pt x="934" y="220"/>
                  </a:cubicBezTo>
                  <a:cubicBezTo>
                    <a:pt x="932" y="221"/>
                    <a:pt x="926" y="224"/>
                    <a:pt x="925" y="226"/>
                  </a:cubicBezTo>
                  <a:cubicBezTo>
                    <a:pt x="924" y="228"/>
                    <a:pt x="923" y="233"/>
                    <a:pt x="923" y="235"/>
                  </a:cubicBezTo>
                  <a:cubicBezTo>
                    <a:pt x="924" y="238"/>
                    <a:pt x="930" y="242"/>
                    <a:pt x="931" y="245"/>
                  </a:cubicBezTo>
                  <a:cubicBezTo>
                    <a:pt x="933" y="248"/>
                    <a:pt x="933" y="255"/>
                    <a:pt x="934" y="258"/>
                  </a:cubicBezTo>
                  <a:cubicBezTo>
                    <a:pt x="935" y="261"/>
                    <a:pt x="938" y="270"/>
                    <a:pt x="942" y="272"/>
                  </a:cubicBezTo>
                  <a:cubicBezTo>
                    <a:pt x="944" y="274"/>
                    <a:pt x="949" y="273"/>
                    <a:pt x="951" y="273"/>
                  </a:cubicBezTo>
                  <a:cubicBezTo>
                    <a:pt x="955" y="272"/>
                    <a:pt x="961" y="268"/>
                    <a:pt x="964" y="267"/>
                  </a:cubicBezTo>
                  <a:cubicBezTo>
                    <a:pt x="966" y="267"/>
                    <a:pt x="971" y="266"/>
                    <a:pt x="973" y="267"/>
                  </a:cubicBezTo>
                  <a:cubicBezTo>
                    <a:pt x="975" y="268"/>
                    <a:pt x="977" y="274"/>
                    <a:pt x="978" y="276"/>
                  </a:cubicBezTo>
                  <a:cubicBezTo>
                    <a:pt x="980" y="279"/>
                    <a:pt x="983" y="285"/>
                    <a:pt x="983" y="288"/>
                  </a:cubicBezTo>
                  <a:cubicBezTo>
                    <a:pt x="983" y="291"/>
                    <a:pt x="980" y="297"/>
                    <a:pt x="981" y="300"/>
                  </a:cubicBezTo>
                  <a:cubicBezTo>
                    <a:pt x="981" y="302"/>
                    <a:pt x="985" y="305"/>
                    <a:pt x="985" y="307"/>
                  </a:cubicBezTo>
                  <a:cubicBezTo>
                    <a:pt x="986" y="309"/>
                    <a:pt x="986" y="315"/>
                    <a:pt x="985" y="317"/>
                  </a:cubicBezTo>
                  <a:cubicBezTo>
                    <a:pt x="985" y="319"/>
                    <a:pt x="982" y="323"/>
                    <a:pt x="981" y="324"/>
                  </a:cubicBezTo>
                  <a:cubicBezTo>
                    <a:pt x="980" y="326"/>
                    <a:pt x="980" y="330"/>
                    <a:pt x="978" y="331"/>
                  </a:cubicBezTo>
                  <a:cubicBezTo>
                    <a:pt x="977" y="332"/>
                    <a:pt x="972" y="331"/>
                    <a:pt x="971" y="332"/>
                  </a:cubicBezTo>
                  <a:cubicBezTo>
                    <a:pt x="969" y="333"/>
                    <a:pt x="967" y="335"/>
                    <a:pt x="966" y="336"/>
                  </a:cubicBezTo>
                  <a:cubicBezTo>
                    <a:pt x="965" y="338"/>
                    <a:pt x="967" y="342"/>
                    <a:pt x="967" y="344"/>
                  </a:cubicBezTo>
                  <a:cubicBezTo>
                    <a:pt x="967" y="346"/>
                    <a:pt x="966" y="348"/>
                    <a:pt x="965" y="348"/>
                  </a:cubicBezTo>
                  <a:cubicBezTo>
                    <a:pt x="963" y="349"/>
                    <a:pt x="958" y="347"/>
                    <a:pt x="956" y="345"/>
                  </a:cubicBezTo>
                  <a:cubicBezTo>
                    <a:pt x="954" y="345"/>
                    <a:pt x="953" y="341"/>
                    <a:pt x="951" y="341"/>
                  </a:cubicBezTo>
                  <a:cubicBezTo>
                    <a:pt x="951" y="341"/>
                    <a:pt x="949" y="342"/>
                    <a:pt x="948" y="342"/>
                  </a:cubicBezTo>
                  <a:cubicBezTo>
                    <a:pt x="947" y="344"/>
                    <a:pt x="947" y="349"/>
                    <a:pt x="948" y="351"/>
                  </a:cubicBezTo>
                  <a:cubicBezTo>
                    <a:pt x="949" y="353"/>
                    <a:pt x="954" y="357"/>
                    <a:pt x="955" y="360"/>
                  </a:cubicBezTo>
                  <a:cubicBezTo>
                    <a:pt x="955" y="362"/>
                    <a:pt x="956" y="367"/>
                    <a:pt x="956" y="370"/>
                  </a:cubicBezTo>
                  <a:cubicBezTo>
                    <a:pt x="955" y="371"/>
                    <a:pt x="953" y="374"/>
                    <a:pt x="953" y="375"/>
                  </a:cubicBezTo>
                  <a:cubicBezTo>
                    <a:pt x="951" y="378"/>
                    <a:pt x="947" y="382"/>
                    <a:pt x="947" y="385"/>
                  </a:cubicBezTo>
                  <a:cubicBezTo>
                    <a:pt x="946" y="387"/>
                    <a:pt x="947" y="392"/>
                    <a:pt x="948" y="394"/>
                  </a:cubicBezTo>
                  <a:cubicBezTo>
                    <a:pt x="950" y="397"/>
                    <a:pt x="959" y="401"/>
                    <a:pt x="961" y="404"/>
                  </a:cubicBezTo>
                  <a:cubicBezTo>
                    <a:pt x="962" y="407"/>
                    <a:pt x="963" y="413"/>
                    <a:pt x="962" y="416"/>
                  </a:cubicBezTo>
                  <a:cubicBezTo>
                    <a:pt x="962" y="418"/>
                    <a:pt x="959" y="422"/>
                    <a:pt x="958" y="424"/>
                  </a:cubicBezTo>
                  <a:cubicBezTo>
                    <a:pt x="957" y="425"/>
                    <a:pt x="954" y="427"/>
                    <a:pt x="953" y="429"/>
                  </a:cubicBezTo>
                  <a:cubicBezTo>
                    <a:pt x="953" y="432"/>
                    <a:pt x="956" y="438"/>
                    <a:pt x="957" y="441"/>
                  </a:cubicBezTo>
                  <a:cubicBezTo>
                    <a:pt x="957" y="443"/>
                    <a:pt x="958" y="448"/>
                    <a:pt x="957" y="451"/>
                  </a:cubicBezTo>
                  <a:cubicBezTo>
                    <a:pt x="957" y="452"/>
                    <a:pt x="954" y="453"/>
                    <a:pt x="953" y="454"/>
                  </a:cubicBezTo>
                  <a:cubicBezTo>
                    <a:pt x="952" y="456"/>
                    <a:pt x="951" y="462"/>
                    <a:pt x="952" y="465"/>
                  </a:cubicBezTo>
                  <a:cubicBezTo>
                    <a:pt x="953" y="468"/>
                    <a:pt x="958" y="473"/>
                    <a:pt x="961" y="476"/>
                  </a:cubicBezTo>
                  <a:cubicBezTo>
                    <a:pt x="962" y="477"/>
                    <a:pt x="968" y="478"/>
                    <a:pt x="969" y="479"/>
                  </a:cubicBezTo>
                  <a:cubicBezTo>
                    <a:pt x="970" y="481"/>
                    <a:pt x="969" y="485"/>
                    <a:pt x="969" y="487"/>
                  </a:cubicBezTo>
                  <a:cubicBezTo>
                    <a:pt x="970" y="489"/>
                    <a:pt x="974" y="493"/>
                    <a:pt x="975" y="495"/>
                  </a:cubicBezTo>
                  <a:cubicBezTo>
                    <a:pt x="975" y="497"/>
                    <a:pt x="975" y="501"/>
                    <a:pt x="974" y="503"/>
                  </a:cubicBezTo>
                  <a:cubicBezTo>
                    <a:pt x="973" y="505"/>
                    <a:pt x="970" y="507"/>
                    <a:pt x="969" y="508"/>
                  </a:cubicBezTo>
                  <a:cubicBezTo>
                    <a:pt x="967" y="510"/>
                    <a:pt x="964" y="515"/>
                    <a:pt x="964" y="517"/>
                  </a:cubicBezTo>
                  <a:cubicBezTo>
                    <a:pt x="963" y="521"/>
                    <a:pt x="964" y="528"/>
                    <a:pt x="966" y="531"/>
                  </a:cubicBezTo>
                  <a:cubicBezTo>
                    <a:pt x="967" y="533"/>
                    <a:pt x="970" y="539"/>
                    <a:pt x="973" y="540"/>
                  </a:cubicBezTo>
                  <a:cubicBezTo>
                    <a:pt x="975" y="542"/>
                    <a:pt x="982" y="540"/>
                    <a:pt x="985" y="540"/>
                  </a:cubicBezTo>
                  <a:cubicBezTo>
                    <a:pt x="988" y="540"/>
                    <a:pt x="994" y="540"/>
                    <a:pt x="996" y="542"/>
                  </a:cubicBezTo>
                  <a:cubicBezTo>
                    <a:pt x="998" y="543"/>
                    <a:pt x="1000" y="546"/>
                    <a:pt x="1000" y="548"/>
                  </a:cubicBezTo>
                  <a:cubicBezTo>
                    <a:pt x="1000" y="550"/>
                    <a:pt x="999" y="556"/>
                    <a:pt x="997" y="558"/>
                  </a:cubicBezTo>
                  <a:cubicBezTo>
                    <a:pt x="997" y="560"/>
                    <a:pt x="993" y="561"/>
                    <a:pt x="992" y="563"/>
                  </a:cubicBezTo>
                  <a:cubicBezTo>
                    <a:pt x="991" y="565"/>
                    <a:pt x="992" y="569"/>
                    <a:pt x="992" y="572"/>
                  </a:cubicBezTo>
                  <a:cubicBezTo>
                    <a:pt x="992" y="574"/>
                    <a:pt x="993" y="580"/>
                    <a:pt x="993" y="582"/>
                  </a:cubicBezTo>
                  <a:cubicBezTo>
                    <a:pt x="992" y="584"/>
                    <a:pt x="991" y="588"/>
                    <a:pt x="989" y="589"/>
                  </a:cubicBezTo>
                  <a:cubicBezTo>
                    <a:pt x="987" y="590"/>
                    <a:pt x="982" y="588"/>
                    <a:pt x="979" y="588"/>
                  </a:cubicBezTo>
                  <a:cubicBezTo>
                    <a:pt x="978" y="589"/>
                    <a:pt x="974" y="590"/>
                    <a:pt x="973" y="592"/>
                  </a:cubicBezTo>
                  <a:cubicBezTo>
                    <a:pt x="971" y="593"/>
                    <a:pt x="968" y="597"/>
                    <a:pt x="967" y="600"/>
                  </a:cubicBezTo>
                  <a:cubicBezTo>
                    <a:pt x="966" y="601"/>
                    <a:pt x="963" y="605"/>
                    <a:pt x="963" y="606"/>
                  </a:cubicBezTo>
                  <a:cubicBezTo>
                    <a:pt x="964" y="609"/>
                    <a:pt x="967" y="614"/>
                    <a:pt x="969" y="616"/>
                  </a:cubicBezTo>
                  <a:cubicBezTo>
                    <a:pt x="970" y="617"/>
                    <a:pt x="974" y="620"/>
                    <a:pt x="975" y="622"/>
                  </a:cubicBezTo>
                  <a:cubicBezTo>
                    <a:pt x="976" y="625"/>
                    <a:pt x="973" y="630"/>
                    <a:pt x="971" y="633"/>
                  </a:cubicBezTo>
                  <a:cubicBezTo>
                    <a:pt x="970" y="635"/>
                    <a:pt x="967" y="638"/>
                    <a:pt x="965" y="639"/>
                  </a:cubicBezTo>
                  <a:cubicBezTo>
                    <a:pt x="964" y="640"/>
                    <a:pt x="961" y="641"/>
                    <a:pt x="960" y="642"/>
                  </a:cubicBezTo>
                  <a:cubicBezTo>
                    <a:pt x="959" y="644"/>
                    <a:pt x="961" y="649"/>
                    <a:pt x="960" y="651"/>
                  </a:cubicBezTo>
                  <a:cubicBezTo>
                    <a:pt x="959" y="654"/>
                    <a:pt x="954" y="658"/>
                    <a:pt x="952" y="661"/>
                  </a:cubicBezTo>
                  <a:cubicBezTo>
                    <a:pt x="951" y="663"/>
                    <a:pt x="948" y="666"/>
                    <a:pt x="947" y="667"/>
                  </a:cubicBezTo>
                  <a:cubicBezTo>
                    <a:pt x="945" y="669"/>
                    <a:pt x="939" y="670"/>
                    <a:pt x="937" y="671"/>
                  </a:cubicBezTo>
                  <a:cubicBezTo>
                    <a:pt x="936" y="673"/>
                    <a:pt x="935" y="677"/>
                    <a:pt x="934" y="679"/>
                  </a:cubicBezTo>
                  <a:cubicBezTo>
                    <a:pt x="933" y="683"/>
                    <a:pt x="928" y="690"/>
                    <a:pt x="928" y="694"/>
                  </a:cubicBezTo>
                  <a:cubicBezTo>
                    <a:pt x="928" y="697"/>
                    <a:pt x="930" y="703"/>
                    <a:pt x="932" y="705"/>
                  </a:cubicBezTo>
                  <a:cubicBezTo>
                    <a:pt x="934" y="707"/>
                    <a:pt x="939" y="709"/>
                    <a:pt x="942" y="711"/>
                  </a:cubicBezTo>
                  <a:cubicBezTo>
                    <a:pt x="944" y="712"/>
                    <a:pt x="950" y="713"/>
                    <a:pt x="952" y="715"/>
                  </a:cubicBezTo>
                  <a:cubicBezTo>
                    <a:pt x="954" y="717"/>
                    <a:pt x="956" y="722"/>
                    <a:pt x="956" y="724"/>
                  </a:cubicBezTo>
                  <a:cubicBezTo>
                    <a:pt x="957" y="727"/>
                    <a:pt x="954" y="732"/>
                    <a:pt x="953" y="735"/>
                  </a:cubicBezTo>
                  <a:cubicBezTo>
                    <a:pt x="952" y="737"/>
                    <a:pt x="952" y="741"/>
                    <a:pt x="950" y="742"/>
                  </a:cubicBezTo>
                  <a:cubicBezTo>
                    <a:pt x="948" y="743"/>
                    <a:pt x="944" y="739"/>
                    <a:pt x="942" y="739"/>
                  </a:cubicBezTo>
                  <a:cubicBezTo>
                    <a:pt x="939" y="739"/>
                    <a:pt x="934" y="741"/>
                    <a:pt x="931" y="741"/>
                  </a:cubicBezTo>
                  <a:cubicBezTo>
                    <a:pt x="927" y="742"/>
                    <a:pt x="919" y="744"/>
                    <a:pt x="916" y="745"/>
                  </a:cubicBezTo>
                  <a:cubicBezTo>
                    <a:pt x="912" y="746"/>
                    <a:pt x="906" y="751"/>
                    <a:pt x="903" y="751"/>
                  </a:cubicBezTo>
                  <a:cubicBezTo>
                    <a:pt x="901" y="751"/>
                    <a:pt x="897" y="748"/>
                    <a:pt x="896" y="747"/>
                  </a:cubicBezTo>
                  <a:cubicBezTo>
                    <a:pt x="893" y="745"/>
                    <a:pt x="890" y="741"/>
                    <a:pt x="888" y="740"/>
                  </a:cubicBezTo>
                  <a:cubicBezTo>
                    <a:pt x="885" y="740"/>
                    <a:pt x="880" y="741"/>
                    <a:pt x="877" y="741"/>
                  </a:cubicBezTo>
                  <a:cubicBezTo>
                    <a:pt x="874" y="742"/>
                    <a:pt x="868" y="744"/>
                    <a:pt x="865" y="746"/>
                  </a:cubicBezTo>
                  <a:cubicBezTo>
                    <a:pt x="864" y="747"/>
                    <a:pt x="862" y="750"/>
                    <a:pt x="860" y="751"/>
                  </a:cubicBezTo>
                  <a:cubicBezTo>
                    <a:pt x="859" y="752"/>
                    <a:pt x="856" y="756"/>
                    <a:pt x="854" y="756"/>
                  </a:cubicBezTo>
                  <a:cubicBezTo>
                    <a:pt x="853" y="756"/>
                    <a:pt x="850" y="753"/>
                    <a:pt x="849" y="752"/>
                  </a:cubicBezTo>
                  <a:cubicBezTo>
                    <a:pt x="848" y="750"/>
                    <a:pt x="847" y="746"/>
                    <a:pt x="846" y="745"/>
                  </a:cubicBezTo>
                  <a:cubicBezTo>
                    <a:pt x="845" y="744"/>
                    <a:pt x="842" y="744"/>
                    <a:pt x="841" y="744"/>
                  </a:cubicBezTo>
                  <a:cubicBezTo>
                    <a:pt x="840" y="743"/>
                    <a:pt x="837" y="744"/>
                    <a:pt x="836" y="744"/>
                  </a:cubicBezTo>
                  <a:cubicBezTo>
                    <a:pt x="832" y="744"/>
                    <a:pt x="826" y="744"/>
                    <a:pt x="823" y="742"/>
                  </a:cubicBezTo>
                  <a:cubicBezTo>
                    <a:pt x="822" y="741"/>
                    <a:pt x="821" y="739"/>
                    <a:pt x="820" y="738"/>
                  </a:cubicBezTo>
                  <a:cubicBezTo>
                    <a:pt x="820" y="736"/>
                    <a:pt x="820" y="732"/>
                    <a:pt x="819" y="730"/>
                  </a:cubicBezTo>
                  <a:cubicBezTo>
                    <a:pt x="818" y="729"/>
                    <a:pt x="815" y="729"/>
                    <a:pt x="813" y="729"/>
                  </a:cubicBezTo>
                  <a:cubicBezTo>
                    <a:pt x="812" y="729"/>
                    <a:pt x="811" y="730"/>
                    <a:pt x="810" y="730"/>
                  </a:cubicBezTo>
                  <a:cubicBezTo>
                    <a:pt x="806" y="730"/>
                    <a:pt x="799" y="730"/>
                    <a:pt x="795" y="730"/>
                  </a:cubicBezTo>
                  <a:cubicBezTo>
                    <a:pt x="792" y="729"/>
                    <a:pt x="787" y="728"/>
                    <a:pt x="785" y="727"/>
                  </a:cubicBezTo>
                  <a:cubicBezTo>
                    <a:pt x="783" y="726"/>
                    <a:pt x="780" y="725"/>
                    <a:pt x="779" y="723"/>
                  </a:cubicBezTo>
                  <a:cubicBezTo>
                    <a:pt x="777" y="721"/>
                    <a:pt x="776" y="715"/>
                    <a:pt x="773" y="714"/>
                  </a:cubicBezTo>
                  <a:cubicBezTo>
                    <a:pt x="771" y="714"/>
                    <a:pt x="767" y="716"/>
                    <a:pt x="765" y="716"/>
                  </a:cubicBezTo>
                  <a:cubicBezTo>
                    <a:pt x="762" y="716"/>
                    <a:pt x="757" y="714"/>
                    <a:pt x="755" y="713"/>
                  </a:cubicBezTo>
                  <a:cubicBezTo>
                    <a:pt x="752" y="711"/>
                    <a:pt x="746" y="708"/>
                    <a:pt x="744" y="705"/>
                  </a:cubicBezTo>
                  <a:cubicBezTo>
                    <a:pt x="742" y="704"/>
                    <a:pt x="740" y="699"/>
                    <a:pt x="738" y="698"/>
                  </a:cubicBezTo>
                  <a:cubicBezTo>
                    <a:pt x="737" y="697"/>
                    <a:pt x="733" y="696"/>
                    <a:pt x="731" y="696"/>
                  </a:cubicBezTo>
                  <a:cubicBezTo>
                    <a:pt x="729" y="696"/>
                    <a:pt x="725" y="697"/>
                    <a:pt x="723" y="699"/>
                  </a:cubicBezTo>
                  <a:cubicBezTo>
                    <a:pt x="722" y="700"/>
                    <a:pt x="723" y="705"/>
                    <a:pt x="722" y="706"/>
                  </a:cubicBezTo>
                  <a:cubicBezTo>
                    <a:pt x="721" y="707"/>
                    <a:pt x="718" y="709"/>
                    <a:pt x="716" y="710"/>
                  </a:cubicBezTo>
                  <a:cubicBezTo>
                    <a:pt x="713" y="711"/>
                    <a:pt x="707" y="712"/>
                    <a:pt x="705" y="714"/>
                  </a:cubicBezTo>
                  <a:cubicBezTo>
                    <a:pt x="704" y="715"/>
                    <a:pt x="704" y="719"/>
                    <a:pt x="704" y="721"/>
                  </a:cubicBezTo>
                  <a:cubicBezTo>
                    <a:pt x="704" y="723"/>
                    <a:pt x="705" y="727"/>
                    <a:pt x="704" y="729"/>
                  </a:cubicBezTo>
                  <a:cubicBezTo>
                    <a:pt x="703" y="731"/>
                    <a:pt x="699" y="733"/>
                    <a:pt x="697" y="735"/>
                  </a:cubicBezTo>
                  <a:cubicBezTo>
                    <a:pt x="696" y="736"/>
                    <a:pt x="692" y="737"/>
                    <a:pt x="691" y="739"/>
                  </a:cubicBezTo>
                  <a:cubicBezTo>
                    <a:pt x="689" y="741"/>
                    <a:pt x="688" y="746"/>
                    <a:pt x="687" y="748"/>
                  </a:cubicBezTo>
                  <a:cubicBezTo>
                    <a:pt x="686" y="750"/>
                    <a:pt x="686" y="755"/>
                    <a:pt x="684" y="757"/>
                  </a:cubicBezTo>
                  <a:cubicBezTo>
                    <a:pt x="683" y="759"/>
                    <a:pt x="678" y="760"/>
                    <a:pt x="676" y="760"/>
                  </a:cubicBezTo>
                  <a:cubicBezTo>
                    <a:pt x="673" y="760"/>
                    <a:pt x="667" y="757"/>
                    <a:pt x="664" y="758"/>
                  </a:cubicBezTo>
                  <a:cubicBezTo>
                    <a:pt x="662" y="758"/>
                    <a:pt x="658" y="759"/>
                    <a:pt x="656" y="760"/>
                  </a:cubicBezTo>
                  <a:cubicBezTo>
                    <a:pt x="654" y="761"/>
                    <a:pt x="653" y="765"/>
                    <a:pt x="652" y="767"/>
                  </a:cubicBezTo>
                  <a:cubicBezTo>
                    <a:pt x="651" y="770"/>
                    <a:pt x="651" y="776"/>
                    <a:pt x="649" y="779"/>
                  </a:cubicBezTo>
                  <a:cubicBezTo>
                    <a:pt x="649" y="781"/>
                    <a:pt x="646" y="785"/>
                    <a:pt x="645" y="787"/>
                  </a:cubicBezTo>
                  <a:cubicBezTo>
                    <a:pt x="643" y="788"/>
                    <a:pt x="640" y="789"/>
                    <a:pt x="639" y="789"/>
                  </a:cubicBezTo>
                  <a:cubicBezTo>
                    <a:pt x="637" y="790"/>
                    <a:pt x="632" y="789"/>
                    <a:pt x="630" y="790"/>
                  </a:cubicBezTo>
                  <a:cubicBezTo>
                    <a:pt x="628" y="791"/>
                    <a:pt x="624" y="795"/>
                    <a:pt x="621" y="797"/>
                  </a:cubicBezTo>
                  <a:cubicBezTo>
                    <a:pt x="618" y="798"/>
                    <a:pt x="611" y="801"/>
                    <a:pt x="608" y="802"/>
                  </a:cubicBezTo>
                  <a:cubicBezTo>
                    <a:pt x="605" y="803"/>
                    <a:pt x="599" y="804"/>
                    <a:pt x="596" y="804"/>
                  </a:cubicBezTo>
                  <a:cubicBezTo>
                    <a:pt x="593" y="804"/>
                    <a:pt x="585" y="806"/>
                    <a:pt x="582" y="804"/>
                  </a:cubicBezTo>
                  <a:cubicBezTo>
                    <a:pt x="580" y="803"/>
                    <a:pt x="579" y="797"/>
                    <a:pt x="577" y="795"/>
                  </a:cubicBezTo>
                  <a:cubicBezTo>
                    <a:pt x="575" y="794"/>
                    <a:pt x="571" y="792"/>
                    <a:pt x="569" y="792"/>
                  </a:cubicBezTo>
                  <a:cubicBezTo>
                    <a:pt x="567" y="792"/>
                    <a:pt x="562" y="794"/>
                    <a:pt x="560" y="795"/>
                  </a:cubicBezTo>
                  <a:cubicBezTo>
                    <a:pt x="558" y="796"/>
                    <a:pt x="554" y="799"/>
                    <a:pt x="551" y="800"/>
                  </a:cubicBezTo>
                  <a:cubicBezTo>
                    <a:pt x="549" y="800"/>
                    <a:pt x="544" y="800"/>
                    <a:pt x="542" y="799"/>
                  </a:cubicBezTo>
                  <a:cubicBezTo>
                    <a:pt x="540" y="797"/>
                    <a:pt x="537" y="793"/>
                    <a:pt x="535" y="791"/>
                  </a:cubicBezTo>
                  <a:cubicBezTo>
                    <a:pt x="532" y="789"/>
                    <a:pt x="528" y="784"/>
                    <a:pt x="525" y="783"/>
                  </a:cubicBezTo>
                  <a:cubicBezTo>
                    <a:pt x="524" y="783"/>
                    <a:pt x="520" y="783"/>
                    <a:pt x="519" y="783"/>
                  </a:cubicBezTo>
                  <a:cubicBezTo>
                    <a:pt x="517" y="783"/>
                    <a:pt x="513" y="785"/>
                    <a:pt x="511" y="785"/>
                  </a:cubicBezTo>
                  <a:cubicBezTo>
                    <a:pt x="509" y="785"/>
                    <a:pt x="504" y="785"/>
                    <a:pt x="502" y="783"/>
                  </a:cubicBezTo>
                  <a:cubicBezTo>
                    <a:pt x="501" y="782"/>
                    <a:pt x="500" y="779"/>
                    <a:pt x="500" y="777"/>
                  </a:cubicBezTo>
                  <a:cubicBezTo>
                    <a:pt x="501" y="775"/>
                    <a:pt x="506" y="774"/>
                    <a:pt x="507" y="772"/>
                  </a:cubicBezTo>
                  <a:cubicBezTo>
                    <a:pt x="509" y="770"/>
                    <a:pt x="513" y="765"/>
                    <a:pt x="514" y="763"/>
                  </a:cubicBezTo>
                  <a:cubicBezTo>
                    <a:pt x="515" y="761"/>
                    <a:pt x="515" y="757"/>
                    <a:pt x="514" y="756"/>
                  </a:cubicBezTo>
                  <a:cubicBezTo>
                    <a:pt x="513" y="754"/>
                    <a:pt x="510" y="752"/>
                    <a:pt x="509" y="751"/>
                  </a:cubicBezTo>
                  <a:cubicBezTo>
                    <a:pt x="507" y="751"/>
                    <a:pt x="502" y="753"/>
                    <a:pt x="500" y="754"/>
                  </a:cubicBezTo>
                  <a:cubicBezTo>
                    <a:pt x="498" y="755"/>
                    <a:pt x="496" y="759"/>
                    <a:pt x="494" y="760"/>
                  </a:cubicBezTo>
                  <a:cubicBezTo>
                    <a:pt x="492" y="763"/>
                    <a:pt x="487" y="766"/>
                    <a:pt x="485" y="769"/>
                  </a:cubicBezTo>
                  <a:cubicBezTo>
                    <a:pt x="483" y="771"/>
                    <a:pt x="480" y="775"/>
                    <a:pt x="479" y="778"/>
                  </a:cubicBezTo>
                  <a:cubicBezTo>
                    <a:pt x="477" y="780"/>
                    <a:pt x="477" y="786"/>
                    <a:pt x="477" y="788"/>
                  </a:cubicBezTo>
                  <a:cubicBezTo>
                    <a:pt x="477" y="793"/>
                    <a:pt x="480" y="801"/>
                    <a:pt x="481" y="805"/>
                  </a:cubicBezTo>
                  <a:cubicBezTo>
                    <a:pt x="482" y="809"/>
                    <a:pt x="485" y="816"/>
                    <a:pt x="486" y="820"/>
                  </a:cubicBezTo>
                  <a:cubicBezTo>
                    <a:pt x="487" y="825"/>
                    <a:pt x="489" y="834"/>
                    <a:pt x="489" y="839"/>
                  </a:cubicBezTo>
                  <a:cubicBezTo>
                    <a:pt x="489" y="842"/>
                    <a:pt x="489" y="847"/>
                    <a:pt x="488" y="849"/>
                  </a:cubicBezTo>
                  <a:cubicBezTo>
                    <a:pt x="487" y="851"/>
                    <a:pt x="484" y="854"/>
                    <a:pt x="482" y="855"/>
                  </a:cubicBezTo>
                  <a:cubicBezTo>
                    <a:pt x="480" y="856"/>
                    <a:pt x="476" y="857"/>
                    <a:pt x="474" y="856"/>
                  </a:cubicBezTo>
                  <a:cubicBezTo>
                    <a:pt x="473" y="856"/>
                    <a:pt x="471" y="852"/>
                    <a:pt x="469" y="851"/>
                  </a:cubicBezTo>
                  <a:cubicBezTo>
                    <a:pt x="468" y="851"/>
                    <a:pt x="465" y="851"/>
                    <a:pt x="464" y="852"/>
                  </a:cubicBezTo>
                  <a:cubicBezTo>
                    <a:pt x="464" y="853"/>
                    <a:pt x="464" y="856"/>
                    <a:pt x="464" y="857"/>
                  </a:cubicBezTo>
                  <a:cubicBezTo>
                    <a:pt x="465" y="858"/>
                    <a:pt x="466" y="861"/>
                    <a:pt x="465" y="862"/>
                  </a:cubicBezTo>
                  <a:cubicBezTo>
                    <a:pt x="464" y="863"/>
                    <a:pt x="461" y="860"/>
                    <a:pt x="459" y="861"/>
                  </a:cubicBezTo>
                  <a:cubicBezTo>
                    <a:pt x="458" y="861"/>
                    <a:pt x="457" y="864"/>
                    <a:pt x="457" y="865"/>
                  </a:cubicBezTo>
                  <a:cubicBezTo>
                    <a:pt x="457" y="866"/>
                    <a:pt x="458" y="869"/>
                    <a:pt x="458" y="870"/>
                  </a:cubicBezTo>
                  <a:cubicBezTo>
                    <a:pt x="458" y="872"/>
                    <a:pt x="459" y="875"/>
                    <a:pt x="458" y="876"/>
                  </a:cubicBezTo>
                  <a:cubicBezTo>
                    <a:pt x="457" y="877"/>
                    <a:pt x="453" y="874"/>
                    <a:pt x="452" y="874"/>
                  </a:cubicBezTo>
                  <a:cubicBezTo>
                    <a:pt x="451" y="874"/>
                    <a:pt x="449" y="874"/>
                    <a:pt x="449" y="875"/>
                  </a:cubicBezTo>
                  <a:cubicBezTo>
                    <a:pt x="448" y="876"/>
                    <a:pt x="449" y="879"/>
                    <a:pt x="448" y="880"/>
                  </a:cubicBezTo>
                  <a:cubicBezTo>
                    <a:pt x="447" y="881"/>
                    <a:pt x="444" y="881"/>
                    <a:pt x="442" y="881"/>
                  </a:cubicBezTo>
                  <a:cubicBezTo>
                    <a:pt x="441" y="882"/>
                    <a:pt x="436" y="883"/>
                    <a:pt x="436" y="884"/>
                  </a:cubicBezTo>
                  <a:cubicBezTo>
                    <a:pt x="434" y="886"/>
                    <a:pt x="438" y="892"/>
                    <a:pt x="437" y="894"/>
                  </a:cubicBezTo>
                  <a:cubicBezTo>
                    <a:pt x="437" y="895"/>
                    <a:pt x="434" y="896"/>
                    <a:pt x="433" y="897"/>
                  </a:cubicBezTo>
                  <a:cubicBezTo>
                    <a:pt x="433" y="898"/>
                    <a:pt x="433" y="901"/>
                    <a:pt x="432" y="903"/>
                  </a:cubicBezTo>
                  <a:cubicBezTo>
                    <a:pt x="432" y="905"/>
                    <a:pt x="428" y="907"/>
                    <a:pt x="427" y="908"/>
                  </a:cubicBezTo>
                  <a:cubicBezTo>
                    <a:pt x="425" y="909"/>
                    <a:pt x="422" y="910"/>
                    <a:pt x="421" y="912"/>
                  </a:cubicBezTo>
                  <a:cubicBezTo>
                    <a:pt x="420" y="912"/>
                    <a:pt x="419" y="914"/>
                    <a:pt x="418" y="916"/>
                  </a:cubicBezTo>
                  <a:cubicBezTo>
                    <a:pt x="414" y="916"/>
                    <a:pt x="408" y="917"/>
                    <a:pt x="406" y="916"/>
                  </a:cubicBezTo>
                  <a:cubicBezTo>
                    <a:pt x="402" y="915"/>
                    <a:pt x="398" y="910"/>
                    <a:pt x="396" y="907"/>
                  </a:cubicBezTo>
                  <a:cubicBezTo>
                    <a:pt x="393" y="905"/>
                    <a:pt x="391" y="898"/>
                    <a:pt x="388" y="897"/>
                  </a:cubicBezTo>
                  <a:cubicBezTo>
                    <a:pt x="386" y="896"/>
                    <a:pt x="382" y="898"/>
                    <a:pt x="380" y="897"/>
                  </a:cubicBezTo>
                  <a:cubicBezTo>
                    <a:pt x="378" y="897"/>
                    <a:pt x="375" y="893"/>
                    <a:pt x="373" y="892"/>
                  </a:cubicBezTo>
                  <a:cubicBezTo>
                    <a:pt x="371" y="892"/>
                    <a:pt x="367" y="893"/>
                    <a:pt x="365" y="893"/>
                  </a:cubicBezTo>
                  <a:cubicBezTo>
                    <a:pt x="363" y="894"/>
                    <a:pt x="360" y="896"/>
                    <a:pt x="358" y="896"/>
                  </a:cubicBezTo>
                  <a:cubicBezTo>
                    <a:pt x="357" y="896"/>
                    <a:pt x="353" y="894"/>
                    <a:pt x="351" y="894"/>
                  </a:cubicBezTo>
                  <a:cubicBezTo>
                    <a:pt x="350" y="895"/>
                    <a:pt x="348" y="898"/>
                    <a:pt x="347" y="898"/>
                  </a:cubicBezTo>
                  <a:cubicBezTo>
                    <a:pt x="345" y="899"/>
                    <a:pt x="339" y="899"/>
                    <a:pt x="336" y="899"/>
                  </a:cubicBezTo>
                  <a:cubicBezTo>
                    <a:pt x="332" y="898"/>
                    <a:pt x="324" y="897"/>
                    <a:pt x="320" y="896"/>
                  </a:cubicBezTo>
                  <a:cubicBezTo>
                    <a:pt x="313" y="895"/>
                    <a:pt x="299" y="890"/>
                    <a:pt x="292" y="888"/>
                  </a:cubicBezTo>
                  <a:cubicBezTo>
                    <a:pt x="287" y="886"/>
                    <a:pt x="278" y="881"/>
                    <a:pt x="274" y="880"/>
                  </a:cubicBezTo>
                  <a:cubicBezTo>
                    <a:pt x="271" y="879"/>
                    <a:pt x="266" y="878"/>
                    <a:pt x="263" y="878"/>
                  </a:cubicBezTo>
                  <a:cubicBezTo>
                    <a:pt x="260" y="879"/>
                    <a:pt x="256" y="882"/>
                    <a:pt x="253" y="882"/>
                  </a:cubicBezTo>
                  <a:cubicBezTo>
                    <a:pt x="250" y="883"/>
                    <a:pt x="244" y="884"/>
                    <a:pt x="241" y="883"/>
                  </a:cubicBezTo>
                  <a:cubicBezTo>
                    <a:pt x="238" y="882"/>
                    <a:pt x="233" y="877"/>
                    <a:pt x="230" y="876"/>
                  </a:cubicBezTo>
                  <a:cubicBezTo>
                    <a:pt x="227" y="875"/>
                    <a:pt x="220" y="874"/>
                    <a:pt x="216" y="873"/>
                  </a:cubicBezTo>
                  <a:cubicBezTo>
                    <a:pt x="214" y="873"/>
                    <a:pt x="208" y="873"/>
                    <a:pt x="205" y="872"/>
                  </a:cubicBezTo>
                  <a:cubicBezTo>
                    <a:pt x="204" y="872"/>
                    <a:pt x="200" y="871"/>
                    <a:pt x="200" y="870"/>
                  </a:cubicBezTo>
                  <a:cubicBezTo>
                    <a:pt x="200" y="870"/>
                    <a:pt x="199" y="865"/>
                    <a:pt x="198" y="864"/>
                  </a:cubicBezTo>
                  <a:cubicBezTo>
                    <a:pt x="195" y="862"/>
                    <a:pt x="188" y="863"/>
                    <a:pt x="185" y="862"/>
                  </a:cubicBezTo>
                  <a:cubicBezTo>
                    <a:pt x="183" y="861"/>
                    <a:pt x="178" y="860"/>
                    <a:pt x="175" y="859"/>
                  </a:cubicBezTo>
                  <a:cubicBezTo>
                    <a:pt x="173" y="858"/>
                    <a:pt x="169" y="855"/>
                    <a:pt x="167" y="854"/>
                  </a:cubicBezTo>
                  <a:cubicBezTo>
                    <a:pt x="163" y="853"/>
                    <a:pt x="156" y="856"/>
                    <a:pt x="152" y="855"/>
                  </a:cubicBezTo>
                  <a:cubicBezTo>
                    <a:pt x="149" y="855"/>
                    <a:pt x="143" y="850"/>
                    <a:pt x="140" y="849"/>
                  </a:cubicBezTo>
                  <a:cubicBezTo>
                    <a:pt x="137" y="847"/>
                    <a:pt x="129" y="843"/>
                    <a:pt x="126" y="840"/>
                  </a:cubicBezTo>
                  <a:cubicBezTo>
                    <a:pt x="125" y="838"/>
                    <a:pt x="124" y="833"/>
                    <a:pt x="122" y="832"/>
                  </a:cubicBezTo>
                  <a:cubicBezTo>
                    <a:pt x="120" y="831"/>
                    <a:pt x="116" y="833"/>
                    <a:pt x="114" y="834"/>
                  </a:cubicBezTo>
                  <a:cubicBezTo>
                    <a:pt x="112" y="835"/>
                    <a:pt x="108" y="840"/>
                    <a:pt x="107" y="843"/>
                  </a:cubicBezTo>
                  <a:cubicBezTo>
                    <a:pt x="107" y="844"/>
                    <a:pt x="106" y="848"/>
                    <a:pt x="107" y="849"/>
                  </a:cubicBezTo>
                  <a:cubicBezTo>
                    <a:pt x="107" y="851"/>
                    <a:pt x="110" y="853"/>
                    <a:pt x="110" y="854"/>
                  </a:cubicBezTo>
                  <a:cubicBezTo>
                    <a:pt x="111" y="856"/>
                    <a:pt x="112" y="859"/>
                    <a:pt x="110" y="860"/>
                  </a:cubicBezTo>
                  <a:cubicBezTo>
                    <a:pt x="109" y="862"/>
                    <a:pt x="105" y="859"/>
                    <a:pt x="103" y="860"/>
                  </a:cubicBezTo>
                  <a:cubicBezTo>
                    <a:pt x="101" y="860"/>
                    <a:pt x="99" y="864"/>
                    <a:pt x="99" y="865"/>
                  </a:cubicBezTo>
                  <a:cubicBezTo>
                    <a:pt x="99" y="867"/>
                    <a:pt x="101" y="871"/>
                    <a:pt x="102" y="872"/>
                  </a:cubicBezTo>
                  <a:cubicBezTo>
                    <a:pt x="103" y="874"/>
                    <a:pt x="106" y="875"/>
                    <a:pt x="107" y="877"/>
                  </a:cubicBezTo>
                  <a:cubicBezTo>
                    <a:pt x="108" y="878"/>
                    <a:pt x="110" y="883"/>
                    <a:pt x="111" y="885"/>
                  </a:cubicBezTo>
                  <a:cubicBezTo>
                    <a:pt x="112" y="887"/>
                    <a:pt x="117" y="890"/>
                    <a:pt x="117" y="892"/>
                  </a:cubicBezTo>
                  <a:cubicBezTo>
                    <a:pt x="117" y="894"/>
                    <a:pt x="114" y="898"/>
                    <a:pt x="112" y="898"/>
                  </a:cubicBezTo>
                  <a:cubicBezTo>
                    <a:pt x="110" y="899"/>
                    <a:pt x="106" y="900"/>
                    <a:pt x="104" y="899"/>
                  </a:cubicBezTo>
                  <a:cubicBezTo>
                    <a:pt x="101" y="897"/>
                    <a:pt x="101" y="888"/>
                    <a:pt x="100" y="885"/>
                  </a:cubicBezTo>
                  <a:cubicBezTo>
                    <a:pt x="98" y="883"/>
                    <a:pt x="95" y="879"/>
                    <a:pt x="93" y="878"/>
                  </a:cubicBezTo>
                  <a:cubicBezTo>
                    <a:pt x="90" y="877"/>
                    <a:pt x="85" y="879"/>
                    <a:pt x="83" y="879"/>
                  </a:cubicBezTo>
                  <a:cubicBezTo>
                    <a:pt x="81" y="879"/>
                    <a:pt x="76" y="877"/>
                    <a:pt x="74" y="877"/>
                  </a:cubicBezTo>
                  <a:cubicBezTo>
                    <a:pt x="72" y="877"/>
                    <a:pt x="68" y="879"/>
                    <a:pt x="67" y="880"/>
                  </a:cubicBezTo>
                  <a:cubicBezTo>
                    <a:pt x="65" y="882"/>
                    <a:pt x="63" y="887"/>
                    <a:pt x="64" y="889"/>
                  </a:cubicBezTo>
                  <a:cubicBezTo>
                    <a:pt x="64" y="891"/>
                    <a:pt x="67" y="893"/>
                    <a:pt x="68" y="895"/>
                  </a:cubicBezTo>
                  <a:cubicBezTo>
                    <a:pt x="68" y="898"/>
                    <a:pt x="68" y="904"/>
                    <a:pt x="66" y="907"/>
                  </a:cubicBezTo>
                  <a:cubicBezTo>
                    <a:pt x="66" y="908"/>
                    <a:pt x="63" y="909"/>
                    <a:pt x="62" y="910"/>
                  </a:cubicBezTo>
                  <a:cubicBezTo>
                    <a:pt x="58" y="911"/>
                    <a:pt x="51" y="913"/>
                    <a:pt x="47" y="913"/>
                  </a:cubicBezTo>
                  <a:cubicBezTo>
                    <a:pt x="44" y="912"/>
                    <a:pt x="38" y="909"/>
                    <a:pt x="35" y="908"/>
                  </a:cubicBezTo>
                  <a:cubicBezTo>
                    <a:pt x="33" y="907"/>
                    <a:pt x="29" y="904"/>
                    <a:pt x="26" y="904"/>
                  </a:cubicBezTo>
                  <a:cubicBezTo>
                    <a:pt x="25" y="903"/>
                    <a:pt x="25" y="902"/>
                    <a:pt x="24" y="901"/>
                  </a:cubicBezTo>
                  <a:cubicBezTo>
                    <a:pt x="24" y="900"/>
                    <a:pt x="22" y="900"/>
                    <a:pt x="22" y="899"/>
                  </a:cubicBezTo>
                  <a:cubicBezTo>
                    <a:pt x="21" y="897"/>
                    <a:pt x="22" y="894"/>
                    <a:pt x="23" y="893"/>
                  </a:cubicBezTo>
                  <a:cubicBezTo>
                    <a:pt x="24" y="891"/>
                    <a:pt x="29" y="890"/>
                    <a:pt x="30" y="889"/>
                  </a:cubicBezTo>
                  <a:cubicBezTo>
                    <a:pt x="32" y="887"/>
                    <a:pt x="34" y="884"/>
                    <a:pt x="34" y="883"/>
                  </a:cubicBezTo>
                  <a:cubicBezTo>
                    <a:pt x="35" y="881"/>
                    <a:pt x="35" y="879"/>
                    <a:pt x="34" y="878"/>
                  </a:cubicBezTo>
                  <a:cubicBezTo>
                    <a:pt x="33" y="877"/>
                    <a:pt x="30" y="877"/>
                    <a:pt x="29" y="876"/>
                  </a:cubicBezTo>
                  <a:cubicBezTo>
                    <a:pt x="27" y="875"/>
                    <a:pt x="25" y="871"/>
                    <a:pt x="23" y="870"/>
                  </a:cubicBezTo>
                  <a:cubicBezTo>
                    <a:pt x="22" y="870"/>
                    <a:pt x="19" y="869"/>
                    <a:pt x="18" y="869"/>
                  </a:cubicBezTo>
                  <a:cubicBezTo>
                    <a:pt x="16" y="869"/>
                    <a:pt x="14" y="870"/>
                    <a:pt x="12" y="870"/>
                  </a:cubicBezTo>
                  <a:cubicBezTo>
                    <a:pt x="10" y="871"/>
                    <a:pt x="5" y="872"/>
                    <a:pt x="4" y="871"/>
                  </a:cubicBezTo>
                  <a:cubicBezTo>
                    <a:pt x="3" y="870"/>
                    <a:pt x="5" y="865"/>
                    <a:pt x="4" y="863"/>
                  </a:cubicBezTo>
                  <a:cubicBezTo>
                    <a:pt x="4" y="862"/>
                    <a:pt x="1" y="862"/>
                    <a:pt x="1" y="861"/>
                  </a:cubicBezTo>
                  <a:cubicBezTo>
                    <a:pt x="0" y="859"/>
                    <a:pt x="2" y="854"/>
                    <a:pt x="3" y="852"/>
                  </a:cubicBezTo>
                  <a:cubicBezTo>
                    <a:pt x="4" y="850"/>
                    <a:pt x="6" y="847"/>
                    <a:pt x="7" y="845"/>
                  </a:cubicBezTo>
                  <a:cubicBezTo>
                    <a:pt x="9" y="843"/>
                    <a:pt x="12" y="838"/>
                    <a:pt x="14" y="836"/>
                  </a:cubicBezTo>
                  <a:cubicBezTo>
                    <a:pt x="15" y="836"/>
                    <a:pt x="18" y="835"/>
                    <a:pt x="19" y="834"/>
                  </a:cubicBezTo>
                  <a:cubicBezTo>
                    <a:pt x="22" y="833"/>
                    <a:pt x="26" y="828"/>
                    <a:pt x="28" y="826"/>
                  </a:cubicBezTo>
                  <a:cubicBezTo>
                    <a:pt x="29" y="823"/>
                    <a:pt x="29" y="816"/>
                    <a:pt x="30" y="813"/>
                  </a:cubicBezTo>
                  <a:cubicBezTo>
                    <a:pt x="31" y="811"/>
                    <a:pt x="34" y="808"/>
                    <a:pt x="36" y="807"/>
                  </a:cubicBezTo>
                  <a:cubicBezTo>
                    <a:pt x="38" y="805"/>
                    <a:pt x="43" y="802"/>
                    <a:pt x="45" y="800"/>
                  </a:cubicBezTo>
                  <a:cubicBezTo>
                    <a:pt x="47" y="798"/>
                    <a:pt x="50" y="793"/>
                    <a:pt x="50" y="791"/>
                  </a:cubicBezTo>
                  <a:cubicBezTo>
                    <a:pt x="51" y="789"/>
                    <a:pt x="49" y="784"/>
                    <a:pt x="50" y="782"/>
                  </a:cubicBezTo>
                  <a:cubicBezTo>
                    <a:pt x="51" y="781"/>
                    <a:pt x="55" y="780"/>
                    <a:pt x="56" y="780"/>
                  </a:cubicBezTo>
                  <a:cubicBezTo>
                    <a:pt x="59" y="779"/>
                    <a:pt x="65" y="780"/>
                    <a:pt x="68" y="781"/>
                  </a:cubicBezTo>
                  <a:cubicBezTo>
                    <a:pt x="70" y="781"/>
                    <a:pt x="75" y="782"/>
                    <a:pt x="77" y="783"/>
                  </a:cubicBezTo>
                  <a:cubicBezTo>
                    <a:pt x="79" y="784"/>
                    <a:pt x="81" y="787"/>
                    <a:pt x="83" y="787"/>
                  </a:cubicBezTo>
                  <a:cubicBezTo>
                    <a:pt x="85" y="788"/>
                    <a:pt x="88" y="788"/>
                    <a:pt x="89" y="787"/>
                  </a:cubicBezTo>
                  <a:cubicBezTo>
                    <a:pt x="90" y="786"/>
                    <a:pt x="88" y="781"/>
                    <a:pt x="88" y="780"/>
                  </a:cubicBezTo>
                  <a:cubicBezTo>
                    <a:pt x="89" y="778"/>
                    <a:pt x="91" y="776"/>
                    <a:pt x="93" y="775"/>
                  </a:cubicBezTo>
                  <a:cubicBezTo>
                    <a:pt x="95" y="774"/>
                    <a:pt x="99" y="774"/>
                    <a:pt x="101" y="773"/>
                  </a:cubicBezTo>
                  <a:cubicBezTo>
                    <a:pt x="103" y="773"/>
                    <a:pt x="108" y="770"/>
                    <a:pt x="109" y="768"/>
                  </a:cubicBezTo>
                  <a:cubicBezTo>
                    <a:pt x="109" y="766"/>
                    <a:pt x="107" y="761"/>
                    <a:pt x="106" y="760"/>
                  </a:cubicBezTo>
                  <a:cubicBezTo>
                    <a:pt x="104" y="758"/>
                    <a:pt x="98" y="754"/>
                    <a:pt x="96" y="754"/>
                  </a:cubicBezTo>
                  <a:cubicBezTo>
                    <a:pt x="94" y="755"/>
                    <a:pt x="93" y="759"/>
                    <a:pt x="92" y="760"/>
                  </a:cubicBezTo>
                  <a:cubicBezTo>
                    <a:pt x="90" y="761"/>
                    <a:pt x="85" y="761"/>
                    <a:pt x="83" y="761"/>
                  </a:cubicBezTo>
                  <a:cubicBezTo>
                    <a:pt x="81" y="761"/>
                    <a:pt x="75" y="760"/>
                    <a:pt x="73" y="759"/>
                  </a:cubicBezTo>
                  <a:cubicBezTo>
                    <a:pt x="72" y="758"/>
                    <a:pt x="72" y="755"/>
                    <a:pt x="71" y="754"/>
                  </a:cubicBezTo>
                  <a:cubicBezTo>
                    <a:pt x="69" y="753"/>
                    <a:pt x="65" y="755"/>
                    <a:pt x="62" y="754"/>
                  </a:cubicBezTo>
                  <a:cubicBezTo>
                    <a:pt x="61" y="754"/>
                    <a:pt x="58" y="751"/>
                    <a:pt x="56" y="750"/>
                  </a:cubicBezTo>
                  <a:cubicBezTo>
                    <a:pt x="55" y="748"/>
                    <a:pt x="54" y="744"/>
                    <a:pt x="53" y="743"/>
                  </a:cubicBezTo>
                  <a:cubicBezTo>
                    <a:pt x="52" y="743"/>
                    <a:pt x="49" y="743"/>
                    <a:pt x="48" y="743"/>
                  </a:cubicBezTo>
                  <a:cubicBezTo>
                    <a:pt x="47" y="744"/>
                    <a:pt x="44" y="745"/>
                    <a:pt x="43" y="745"/>
                  </a:cubicBezTo>
                  <a:cubicBezTo>
                    <a:pt x="41" y="745"/>
                    <a:pt x="37" y="745"/>
                    <a:pt x="35" y="744"/>
                  </a:cubicBezTo>
                  <a:cubicBezTo>
                    <a:pt x="34" y="742"/>
                    <a:pt x="32" y="738"/>
                    <a:pt x="32" y="735"/>
                  </a:cubicBezTo>
                  <a:cubicBezTo>
                    <a:pt x="31" y="732"/>
                    <a:pt x="29" y="725"/>
                    <a:pt x="30" y="722"/>
                  </a:cubicBezTo>
                  <a:cubicBezTo>
                    <a:pt x="31" y="719"/>
                    <a:pt x="35" y="714"/>
                    <a:pt x="37" y="711"/>
                  </a:cubicBezTo>
                  <a:cubicBezTo>
                    <a:pt x="38" y="708"/>
                    <a:pt x="40" y="702"/>
                    <a:pt x="42" y="699"/>
                  </a:cubicBezTo>
                  <a:cubicBezTo>
                    <a:pt x="44" y="697"/>
                    <a:pt x="49" y="692"/>
                    <a:pt x="52" y="691"/>
                  </a:cubicBezTo>
                  <a:cubicBezTo>
                    <a:pt x="54" y="691"/>
                    <a:pt x="58" y="693"/>
                    <a:pt x="60" y="694"/>
                  </a:cubicBezTo>
                  <a:cubicBezTo>
                    <a:pt x="62" y="695"/>
                    <a:pt x="66" y="698"/>
                    <a:pt x="67" y="700"/>
                  </a:cubicBezTo>
                  <a:cubicBezTo>
                    <a:pt x="68" y="702"/>
                    <a:pt x="69" y="705"/>
                    <a:pt x="69" y="706"/>
                  </a:cubicBezTo>
                  <a:cubicBezTo>
                    <a:pt x="69" y="708"/>
                    <a:pt x="67" y="710"/>
                    <a:pt x="66" y="711"/>
                  </a:cubicBezTo>
                  <a:cubicBezTo>
                    <a:pt x="65" y="712"/>
                    <a:pt x="64" y="714"/>
                    <a:pt x="63" y="714"/>
                  </a:cubicBezTo>
                  <a:cubicBezTo>
                    <a:pt x="62" y="715"/>
                    <a:pt x="60" y="714"/>
                    <a:pt x="59" y="714"/>
                  </a:cubicBezTo>
                  <a:cubicBezTo>
                    <a:pt x="58" y="715"/>
                    <a:pt x="57" y="718"/>
                    <a:pt x="58" y="720"/>
                  </a:cubicBezTo>
                  <a:cubicBezTo>
                    <a:pt x="58" y="721"/>
                    <a:pt x="61" y="722"/>
                    <a:pt x="63" y="722"/>
                  </a:cubicBezTo>
                  <a:cubicBezTo>
                    <a:pt x="64" y="722"/>
                    <a:pt x="66" y="719"/>
                    <a:pt x="68" y="719"/>
                  </a:cubicBezTo>
                  <a:cubicBezTo>
                    <a:pt x="70" y="718"/>
                    <a:pt x="73" y="719"/>
                    <a:pt x="74" y="720"/>
                  </a:cubicBezTo>
                  <a:cubicBezTo>
                    <a:pt x="75" y="721"/>
                    <a:pt x="73" y="723"/>
                    <a:pt x="73" y="724"/>
                  </a:cubicBezTo>
                  <a:cubicBezTo>
                    <a:pt x="73" y="725"/>
                    <a:pt x="73" y="728"/>
                    <a:pt x="74" y="728"/>
                  </a:cubicBezTo>
                  <a:cubicBezTo>
                    <a:pt x="76" y="728"/>
                    <a:pt x="77" y="725"/>
                    <a:pt x="79" y="724"/>
                  </a:cubicBezTo>
                  <a:cubicBezTo>
                    <a:pt x="80" y="723"/>
                    <a:pt x="83" y="722"/>
                    <a:pt x="85" y="722"/>
                  </a:cubicBezTo>
                  <a:cubicBezTo>
                    <a:pt x="86" y="722"/>
                    <a:pt x="89" y="722"/>
                    <a:pt x="90" y="723"/>
                  </a:cubicBezTo>
                  <a:cubicBezTo>
                    <a:pt x="90" y="724"/>
                    <a:pt x="89" y="727"/>
                    <a:pt x="90" y="728"/>
                  </a:cubicBezTo>
                  <a:cubicBezTo>
                    <a:pt x="91" y="729"/>
                    <a:pt x="93" y="731"/>
                    <a:pt x="94" y="731"/>
                  </a:cubicBezTo>
                  <a:cubicBezTo>
                    <a:pt x="96" y="732"/>
                    <a:pt x="98" y="731"/>
                    <a:pt x="99" y="730"/>
                  </a:cubicBezTo>
                  <a:cubicBezTo>
                    <a:pt x="100" y="729"/>
                    <a:pt x="102" y="726"/>
                    <a:pt x="103" y="726"/>
                  </a:cubicBezTo>
                  <a:cubicBezTo>
                    <a:pt x="105" y="725"/>
                    <a:pt x="109" y="725"/>
                    <a:pt x="111" y="725"/>
                  </a:cubicBezTo>
                  <a:cubicBezTo>
                    <a:pt x="113" y="726"/>
                    <a:pt x="115" y="728"/>
                    <a:pt x="116" y="729"/>
                  </a:cubicBezTo>
                  <a:cubicBezTo>
                    <a:pt x="117" y="729"/>
                    <a:pt x="119" y="727"/>
                    <a:pt x="120" y="727"/>
                  </a:cubicBezTo>
                  <a:cubicBezTo>
                    <a:pt x="122" y="726"/>
                    <a:pt x="124" y="723"/>
                    <a:pt x="124" y="721"/>
                  </a:cubicBezTo>
                  <a:cubicBezTo>
                    <a:pt x="124" y="721"/>
                    <a:pt x="123" y="719"/>
                    <a:pt x="123" y="718"/>
                  </a:cubicBezTo>
                  <a:cubicBezTo>
                    <a:pt x="122" y="717"/>
                    <a:pt x="119" y="717"/>
                    <a:pt x="118" y="716"/>
                  </a:cubicBezTo>
                  <a:cubicBezTo>
                    <a:pt x="117" y="714"/>
                    <a:pt x="117" y="710"/>
                    <a:pt x="118" y="709"/>
                  </a:cubicBezTo>
                  <a:cubicBezTo>
                    <a:pt x="119" y="708"/>
                    <a:pt x="121" y="706"/>
                    <a:pt x="122" y="706"/>
                  </a:cubicBezTo>
                  <a:cubicBezTo>
                    <a:pt x="124" y="705"/>
                    <a:pt x="127" y="706"/>
                    <a:pt x="128" y="705"/>
                  </a:cubicBezTo>
                  <a:cubicBezTo>
                    <a:pt x="129" y="704"/>
                    <a:pt x="129" y="701"/>
                    <a:pt x="129" y="700"/>
                  </a:cubicBezTo>
                  <a:cubicBezTo>
                    <a:pt x="129" y="699"/>
                    <a:pt x="129" y="696"/>
                    <a:pt x="128" y="695"/>
                  </a:cubicBezTo>
                  <a:cubicBezTo>
                    <a:pt x="128" y="692"/>
                    <a:pt x="123" y="687"/>
                    <a:pt x="122" y="686"/>
                  </a:cubicBezTo>
                  <a:cubicBezTo>
                    <a:pt x="118" y="683"/>
                    <a:pt x="113" y="676"/>
                    <a:pt x="109" y="673"/>
                  </a:cubicBezTo>
                  <a:cubicBezTo>
                    <a:pt x="108" y="671"/>
                    <a:pt x="104" y="669"/>
                    <a:pt x="102" y="668"/>
                  </a:cubicBezTo>
                  <a:cubicBezTo>
                    <a:pt x="101" y="668"/>
                    <a:pt x="97" y="668"/>
                    <a:pt x="95" y="666"/>
                  </a:cubicBezTo>
                  <a:cubicBezTo>
                    <a:pt x="94" y="666"/>
                    <a:pt x="92" y="663"/>
                    <a:pt x="92" y="661"/>
                  </a:cubicBezTo>
                  <a:cubicBezTo>
                    <a:pt x="91" y="660"/>
                    <a:pt x="90" y="656"/>
                    <a:pt x="89" y="655"/>
                  </a:cubicBezTo>
                  <a:cubicBezTo>
                    <a:pt x="89" y="653"/>
                    <a:pt x="87" y="650"/>
                    <a:pt x="87" y="648"/>
                  </a:cubicBezTo>
                  <a:cubicBezTo>
                    <a:pt x="87" y="647"/>
                    <a:pt x="87" y="646"/>
                    <a:pt x="87" y="645"/>
                  </a:cubicBezTo>
                  <a:cubicBezTo>
                    <a:pt x="88" y="644"/>
                    <a:pt x="91" y="643"/>
                    <a:pt x="92" y="642"/>
                  </a:cubicBezTo>
                  <a:cubicBezTo>
                    <a:pt x="93" y="641"/>
                    <a:pt x="95" y="638"/>
                    <a:pt x="96" y="637"/>
                  </a:cubicBezTo>
                  <a:cubicBezTo>
                    <a:pt x="97" y="635"/>
                    <a:pt x="98" y="630"/>
                    <a:pt x="99" y="628"/>
                  </a:cubicBezTo>
                  <a:cubicBezTo>
                    <a:pt x="100" y="626"/>
                    <a:pt x="101" y="622"/>
                    <a:pt x="102" y="620"/>
                  </a:cubicBezTo>
                  <a:cubicBezTo>
                    <a:pt x="103" y="619"/>
                    <a:pt x="105" y="618"/>
                    <a:pt x="106" y="618"/>
                  </a:cubicBezTo>
                  <a:cubicBezTo>
                    <a:pt x="108" y="618"/>
                    <a:pt x="111" y="619"/>
                    <a:pt x="112" y="621"/>
                  </a:cubicBezTo>
                  <a:cubicBezTo>
                    <a:pt x="114" y="622"/>
                    <a:pt x="114" y="626"/>
                    <a:pt x="115" y="627"/>
                  </a:cubicBezTo>
                  <a:cubicBezTo>
                    <a:pt x="117" y="628"/>
                    <a:pt x="120" y="630"/>
                    <a:pt x="122" y="631"/>
                  </a:cubicBezTo>
                  <a:cubicBezTo>
                    <a:pt x="125" y="631"/>
                    <a:pt x="131" y="631"/>
                    <a:pt x="133" y="629"/>
                  </a:cubicBezTo>
                  <a:cubicBezTo>
                    <a:pt x="134" y="628"/>
                    <a:pt x="136" y="625"/>
                    <a:pt x="136" y="623"/>
                  </a:cubicBezTo>
                  <a:cubicBezTo>
                    <a:pt x="138" y="619"/>
                    <a:pt x="138" y="611"/>
                    <a:pt x="140" y="607"/>
                  </a:cubicBezTo>
                  <a:cubicBezTo>
                    <a:pt x="141" y="605"/>
                    <a:pt x="143" y="600"/>
                    <a:pt x="145" y="599"/>
                  </a:cubicBezTo>
                  <a:cubicBezTo>
                    <a:pt x="147" y="597"/>
                    <a:pt x="153" y="596"/>
                    <a:pt x="155" y="597"/>
                  </a:cubicBezTo>
                  <a:cubicBezTo>
                    <a:pt x="157" y="598"/>
                    <a:pt x="159" y="601"/>
                    <a:pt x="160" y="603"/>
                  </a:cubicBezTo>
                  <a:cubicBezTo>
                    <a:pt x="161" y="604"/>
                    <a:pt x="162" y="608"/>
                    <a:pt x="164" y="609"/>
                  </a:cubicBezTo>
                  <a:cubicBezTo>
                    <a:pt x="165" y="610"/>
                    <a:pt x="169" y="610"/>
                    <a:pt x="170" y="610"/>
                  </a:cubicBezTo>
                  <a:cubicBezTo>
                    <a:pt x="172" y="610"/>
                    <a:pt x="175" y="608"/>
                    <a:pt x="177" y="607"/>
                  </a:cubicBezTo>
                  <a:cubicBezTo>
                    <a:pt x="178" y="606"/>
                    <a:pt x="181" y="604"/>
                    <a:pt x="182" y="602"/>
                  </a:cubicBezTo>
                  <a:cubicBezTo>
                    <a:pt x="183" y="600"/>
                    <a:pt x="180" y="595"/>
                    <a:pt x="181" y="593"/>
                  </a:cubicBezTo>
                  <a:cubicBezTo>
                    <a:pt x="181" y="591"/>
                    <a:pt x="183" y="587"/>
                    <a:pt x="185" y="586"/>
                  </a:cubicBezTo>
                  <a:cubicBezTo>
                    <a:pt x="186" y="584"/>
                    <a:pt x="190" y="583"/>
                    <a:pt x="192" y="582"/>
                  </a:cubicBezTo>
                  <a:cubicBezTo>
                    <a:pt x="195" y="582"/>
                    <a:pt x="201" y="584"/>
                    <a:pt x="203" y="584"/>
                  </a:cubicBezTo>
                  <a:cubicBezTo>
                    <a:pt x="207" y="584"/>
                    <a:pt x="213" y="584"/>
                    <a:pt x="216" y="582"/>
                  </a:cubicBezTo>
                  <a:cubicBezTo>
                    <a:pt x="218" y="580"/>
                    <a:pt x="218" y="574"/>
                    <a:pt x="218" y="571"/>
                  </a:cubicBezTo>
                  <a:cubicBezTo>
                    <a:pt x="219" y="568"/>
                    <a:pt x="217" y="562"/>
                    <a:pt x="218" y="559"/>
                  </a:cubicBezTo>
                  <a:cubicBezTo>
                    <a:pt x="219" y="557"/>
                    <a:pt x="224" y="555"/>
                    <a:pt x="226" y="553"/>
                  </a:cubicBezTo>
                  <a:cubicBezTo>
                    <a:pt x="226" y="551"/>
                    <a:pt x="227" y="547"/>
                    <a:pt x="227" y="546"/>
                  </a:cubicBezTo>
                  <a:cubicBezTo>
                    <a:pt x="226" y="544"/>
                    <a:pt x="223" y="541"/>
                    <a:pt x="222" y="539"/>
                  </a:cubicBezTo>
                  <a:cubicBezTo>
                    <a:pt x="222" y="537"/>
                    <a:pt x="221" y="534"/>
                    <a:pt x="221" y="533"/>
                  </a:cubicBezTo>
                  <a:cubicBezTo>
                    <a:pt x="221" y="529"/>
                    <a:pt x="225" y="524"/>
                    <a:pt x="227" y="522"/>
                  </a:cubicBezTo>
                  <a:cubicBezTo>
                    <a:pt x="229" y="519"/>
                    <a:pt x="234" y="517"/>
                    <a:pt x="237" y="515"/>
                  </a:cubicBezTo>
                  <a:cubicBezTo>
                    <a:pt x="239" y="514"/>
                    <a:pt x="243" y="514"/>
                    <a:pt x="245" y="513"/>
                  </a:cubicBezTo>
                  <a:cubicBezTo>
                    <a:pt x="247" y="512"/>
                    <a:pt x="250" y="510"/>
                    <a:pt x="251" y="509"/>
                  </a:cubicBezTo>
                  <a:cubicBezTo>
                    <a:pt x="253" y="507"/>
                    <a:pt x="255" y="503"/>
                    <a:pt x="257" y="501"/>
                  </a:cubicBezTo>
                  <a:cubicBezTo>
                    <a:pt x="260" y="499"/>
                    <a:pt x="267" y="496"/>
                    <a:pt x="270" y="494"/>
                  </a:cubicBezTo>
                  <a:cubicBezTo>
                    <a:pt x="273" y="492"/>
                    <a:pt x="278" y="487"/>
                    <a:pt x="280" y="485"/>
                  </a:cubicBezTo>
                  <a:cubicBezTo>
                    <a:pt x="282" y="483"/>
                    <a:pt x="288" y="479"/>
                    <a:pt x="290" y="476"/>
                  </a:cubicBezTo>
                  <a:cubicBezTo>
                    <a:pt x="291" y="475"/>
                    <a:pt x="291" y="470"/>
                    <a:pt x="291" y="469"/>
                  </a:cubicBezTo>
                  <a:cubicBezTo>
                    <a:pt x="292" y="467"/>
                    <a:pt x="295" y="463"/>
                    <a:pt x="296" y="461"/>
                  </a:cubicBezTo>
                  <a:cubicBezTo>
                    <a:pt x="297" y="459"/>
                    <a:pt x="298" y="455"/>
                    <a:pt x="299" y="453"/>
                  </a:cubicBezTo>
                  <a:cubicBezTo>
                    <a:pt x="300" y="452"/>
                    <a:pt x="303" y="449"/>
                    <a:pt x="304" y="448"/>
                  </a:cubicBezTo>
                  <a:cubicBezTo>
                    <a:pt x="305" y="447"/>
                    <a:pt x="308" y="445"/>
                    <a:pt x="309" y="444"/>
                  </a:cubicBezTo>
                  <a:cubicBezTo>
                    <a:pt x="311" y="442"/>
                    <a:pt x="314" y="438"/>
                    <a:pt x="315" y="436"/>
                  </a:cubicBezTo>
                  <a:cubicBezTo>
                    <a:pt x="315" y="435"/>
                    <a:pt x="314" y="431"/>
                    <a:pt x="315" y="429"/>
                  </a:cubicBezTo>
                  <a:cubicBezTo>
                    <a:pt x="315" y="429"/>
                    <a:pt x="315" y="429"/>
                    <a:pt x="316" y="4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48"/>
            <p:cNvSpPr>
              <a:spLocks/>
            </p:cNvSpPr>
            <p:nvPr/>
          </p:nvSpPr>
          <p:spPr bwMode="auto">
            <a:xfrm>
              <a:off x="4216400" y="2005013"/>
              <a:ext cx="44450" cy="23813"/>
            </a:xfrm>
            <a:custGeom>
              <a:avLst/>
              <a:gdLst/>
              <a:ahLst/>
              <a:cxnLst>
                <a:cxn ang="0">
                  <a:pos x="29" y="8"/>
                </a:cxn>
                <a:cxn ang="0">
                  <a:pos x="28" y="13"/>
                </a:cxn>
                <a:cxn ang="0">
                  <a:pos x="22" y="15"/>
                </a:cxn>
                <a:cxn ang="0">
                  <a:pos x="15" y="14"/>
                </a:cxn>
                <a:cxn ang="0">
                  <a:pos x="7" y="16"/>
                </a:cxn>
                <a:cxn ang="0">
                  <a:pos x="1" y="15"/>
                </a:cxn>
                <a:cxn ang="0">
                  <a:pos x="2" y="9"/>
                </a:cxn>
                <a:cxn ang="0">
                  <a:pos x="7" y="5"/>
                </a:cxn>
                <a:cxn ang="0">
                  <a:pos x="11" y="1"/>
                </a:cxn>
                <a:cxn ang="0">
                  <a:pos x="18" y="0"/>
                </a:cxn>
                <a:cxn ang="0">
                  <a:pos x="25" y="3"/>
                </a:cxn>
                <a:cxn ang="0">
                  <a:pos x="29" y="8"/>
                </a:cxn>
              </a:cxnLst>
              <a:rect l="0" t="0" r="r" b="b"/>
              <a:pathLst>
                <a:path w="29" h="16">
                  <a:moveTo>
                    <a:pt x="29" y="8"/>
                  </a:moveTo>
                  <a:cubicBezTo>
                    <a:pt x="29" y="9"/>
                    <a:pt x="29" y="12"/>
                    <a:pt x="28" y="13"/>
                  </a:cubicBezTo>
                  <a:cubicBezTo>
                    <a:pt x="27" y="15"/>
                    <a:pt x="24" y="15"/>
                    <a:pt x="22" y="15"/>
                  </a:cubicBezTo>
                  <a:cubicBezTo>
                    <a:pt x="20" y="15"/>
                    <a:pt x="17" y="14"/>
                    <a:pt x="15" y="14"/>
                  </a:cubicBezTo>
                  <a:cubicBezTo>
                    <a:pt x="13" y="14"/>
                    <a:pt x="8" y="16"/>
                    <a:pt x="7" y="16"/>
                  </a:cubicBezTo>
                  <a:cubicBezTo>
                    <a:pt x="6" y="16"/>
                    <a:pt x="1" y="16"/>
                    <a:pt x="1" y="15"/>
                  </a:cubicBezTo>
                  <a:cubicBezTo>
                    <a:pt x="0" y="13"/>
                    <a:pt x="1" y="10"/>
                    <a:pt x="2" y="9"/>
                  </a:cubicBezTo>
                  <a:cubicBezTo>
                    <a:pt x="2" y="8"/>
                    <a:pt x="6" y="6"/>
                    <a:pt x="7" y="5"/>
                  </a:cubicBezTo>
                  <a:cubicBezTo>
                    <a:pt x="8" y="4"/>
                    <a:pt x="10" y="2"/>
                    <a:pt x="11" y="1"/>
                  </a:cubicBezTo>
                  <a:cubicBezTo>
                    <a:pt x="13" y="0"/>
                    <a:pt x="16" y="0"/>
                    <a:pt x="18" y="0"/>
                  </a:cubicBezTo>
                  <a:cubicBezTo>
                    <a:pt x="20" y="0"/>
                    <a:pt x="24" y="2"/>
                    <a:pt x="25" y="3"/>
                  </a:cubicBezTo>
                  <a:cubicBezTo>
                    <a:pt x="27" y="4"/>
                    <a:pt x="28" y="6"/>
                    <a:pt x="29"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49"/>
            <p:cNvSpPr>
              <a:spLocks/>
            </p:cNvSpPr>
            <p:nvPr/>
          </p:nvSpPr>
          <p:spPr bwMode="auto">
            <a:xfrm>
              <a:off x="4225925" y="1946276"/>
              <a:ext cx="15875" cy="15875"/>
            </a:xfrm>
            <a:custGeom>
              <a:avLst/>
              <a:gdLst/>
              <a:ahLst/>
              <a:cxnLst>
                <a:cxn ang="0">
                  <a:pos x="9" y="4"/>
                </a:cxn>
                <a:cxn ang="0">
                  <a:pos x="9" y="8"/>
                </a:cxn>
                <a:cxn ang="0">
                  <a:pos x="3" y="11"/>
                </a:cxn>
                <a:cxn ang="0">
                  <a:pos x="0" y="7"/>
                </a:cxn>
                <a:cxn ang="0">
                  <a:pos x="2" y="3"/>
                </a:cxn>
                <a:cxn ang="0">
                  <a:pos x="6" y="2"/>
                </a:cxn>
                <a:cxn ang="0">
                  <a:pos x="9" y="0"/>
                </a:cxn>
                <a:cxn ang="0">
                  <a:pos x="9" y="4"/>
                </a:cxn>
              </a:cxnLst>
              <a:rect l="0" t="0" r="r" b="b"/>
              <a:pathLst>
                <a:path w="10" h="11">
                  <a:moveTo>
                    <a:pt x="9" y="4"/>
                  </a:moveTo>
                  <a:cubicBezTo>
                    <a:pt x="9" y="5"/>
                    <a:pt x="10" y="7"/>
                    <a:pt x="9" y="8"/>
                  </a:cubicBezTo>
                  <a:cubicBezTo>
                    <a:pt x="9" y="9"/>
                    <a:pt x="5" y="11"/>
                    <a:pt x="3" y="11"/>
                  </a:cubicBezTo>
                  <a:cubicBezTo>
                    <a:pt x="2" y="10"/>
                    <a:pt x="0" y="9"/>
                    <a:pt x="0" y="7"/>
                  </a:cubicBezTo>
                  <a:cubicBezTo>
                    <a:pt x="0" y="6"/>
                    <a:pt x="1" y="4"/>
                    <a:pt x="2" y="3"/>
                  </a:cubicBezTo>
                  <a:cubicBezTo>
                    <a:pt x="3" y="3"/>
                    <a:pt x="5" y="3"/>
                    <a:pt x="6" y="2"/>
                  </a:cubicBezTo>
                  <a:cubicBezTo>
                    <a:pt x="7" y="2"/>
                    <a:pt x="8" y="0"/>
                    <a:pt x="9" y="0"/>
                  </a:cubicBezTo>
                  <a:cubicBezTo>
                    <a:pt x="10" y="0"/>
                    <a:pt x="9" y="3"/>
                    <a:pt x="9"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50"/>
            <p:cNvSpPr>
              <a:spLocks/>
            </p:cNvSpPr>
            <p:nvPr/>
          </p:nvSpPr>
          <p:spPr bwMode="auto">
            <a:xfrm>
              <a:off x="4208463" y="1908176"/>
              <a:ext cx="25400" cy="15875"/>
            </a:xfrm>
            <a:custGeom>
              <a:avLst/>
              <a:gdLst/>
              <a:ahLst/>
              <a:cxnLst>
                <a:cxn ang="0">
                  <a:pos x="15" y="3"/>
                </a:cxn>
                <a:cxn ang="0">
                  <a:pos x="15" y="6"/>
                </a:cxn>
                <a:cxn ang="0">
                  <a:pos x="14" y="9"/>
                </a:cxn>
                <a:cxn ang="0">
                  <a:pos x="10" y="7"/>
                </a:cxn>
                <a:cxn ang="0">
                  <a:pos x="5" y="9"/>
                </a:cxn>
                <a:cxn ang="0">
                  <a:pos x="0" y="7"/>
                </a:cxn>
                <a:cxn ang="0">
                  <a:pos x="5" y="3"/>
                </a:cxn>
                <a:cxn ang="0">
                  <a:pos x="12" y="0"/>
                </a:cxn>
                <a:cxn ang="0">
                  <a:pos x="15" y="3"/>
                </a:cxn>
              </a:cxnLst>
              <a:rect l="0" t="0" r="r" b="b"/>
              <a:pathLst>
                <a:path w="16" h="10">
                  <a:moveTo>
                    <a:pt x="15" y="3"/>
                  </a:moveTo>
                  <a:cubicBezTo>
                    <a:pt x="15" y="4"/>
                    <a:pt x="16" y="5"/>
                    <a:pt x="15" y="6"/>
                  </a:cubicBezTo>
                  <a:cubicBezTo>
                    <a:pt x="15" y="7"/>
                    <a:pt x="15" y="9"/>
                    <a:pt x="14" y="9"/>
                  </a:cubicBezTo>
                  <a:cubicBezTo>
                    <a:pt x="13" y="10"/>
                    <a:pt x="11" y="7"/>
                    <a:pt x="10" y="7"/>
                  </a:cubicBezTo>
                  <a:cubicBezTo>
                    <a:pt x="8" y="7"/>
                    <a:pt x="6" y="9"/>
                    <a:pt x="5" y="9"/>
                  </a:cubicBezTo>
                  <a:cubicBezTo>
                    <a:pt x="4" y="9"/>
                    <a:pt x="1" y="8"/>
                    <a:pt x="0" y="7"/>
                  </a:cubicBezTo>
                  <a:cubicBezTo>
                    <a:pt x="0" y="6"/>
                    <a:pt x="3" y="4"/>
                    <a:pt x="5" y="3"/>
                  </a:cubicBezTo>
                  <a:cubicBezTo>
                    <a:pt x="6" y="2"/>
                    <a:pt x="10" y="0"/>
                    <a:pt x="12" y="0"/>
                  </a:cubicBezTo>
                  <a:cubicBezTo>
                    <a:pt x="13" y="0"/>
                    <a:pt x="14" y="2"/>
                    <a:pt x="15"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51"/>
            <p:cNvSpPr>
              <a:spLocks/>
            </p:cNvSpPr>
            <p:nvPr/>
          </p:nvSpPr>
          <p:spPr bwMode="auto">
            <a:xfrm>
              <a:off x="4171950" y="1933576"/>
              <a:ext cx="23813" cy="19050"/>
            </a:xfrm>
            <a:custGeom>
              <a:avLst/>
              <a:gdLst/>
              <a:ahLst/>
              <a:cxnLst>
                <a:cxn ang="0">
                  <a:pos x="15" y="2"/>
                </a:cxn>
                <a:cxn ang="0">
                  <a:pos x="13" y="6"/>
                </a:cxn>
                <a:cxn ang="0">
                  <a:pos x="10" y="8"/>
                </a:cxn>
                <a:cxn ang="0">
                  <a:pos x="9" y="11"/>
                </a:cxn>
                <a:cxn ang="0">
                  <a:pos x="3" y="13"/>
                </a:cxn>
                <a:cxn ang="0">
                  <a:pos x="1" y="10"/>
                </a:cxn>
                <a:cxn ang="0">
                  <a:pos x="2" y="5"/>
                </a:cxn>
                <a:cxn ang="0">
                  <a:pos x="4" y="4"/>
                </a:cxn>
                <a:cxn ang="0">
                  <a:pos x="7" y="0"/>
                </a:cxn>
                <a:cxn ang="0">
                  <a:pos x="12" y="0"/>
                </a:cxn>
                <a:cxn ang="0">
                  <a:pos x="15" y="2"/>
                </a:cxn>
              </a:cxnLst>
              <a:rect l="0" t="0" r="r" b="b"/>
              <a:pathLst>
                <a:path w="15" h="13">
                  <a:moveTo>
                    <a:pt x="15" y="2"/>
                  </a:moveTo>
                  <a:cubicBezTo>
                    <a:pt x="15" y="3"/>
                    <a:pt x="13" y="5"/>
                    <a:pt x="13" y="6"/>
                  </a:cubicBezTo>
                  <a:cubicBezTo>
                    <a:pt x="12" y="6"/>
                    <a:pt x="10" y="7"/>
                    <a:pt x="10" y="8"/>
                  </a:cubicBezTo>
                  <a:cubicBezTo>
                    <a:pt x="9" y="9"/>
                    <a:pt x="9" y="11"/>
                    <a:pt x="9" y="11"/>
                  </a:cubicBezTo>
                  <a:cubicBezTo>
                    <a:pt x="8" y="12"/>
                    <a:pt x="5" y="13"/>
                    <a:pt x="3" y="13"/>
                  </a:cubicBezTo>
                  <a:cubicBezTo>
                    <a:pt x="2" y="12"/>
                    <a:pt x="1" y="11"/>
                    <a:pt x="1" y="10"/>
                  </a:cubicBezTo>
                  <a:cubicBezTo>
                    <a:pt x="0" y="9"/>
                    <a:pt x="1" y="6"/>
                    <a:pt x="2" y="5"/>
                  </a:cubicBezTo>
                  <a:cubicBezTo>
                    <a:pt x="2" y="5"/>
                    <a:pt x="3" y="5"/>
                    <a:pt x="4" y="4"/>
                  </a:cubicBezTo>
                  <a:cubicBezTo>
                    <a:pt x="5" y="3"/>
                    <a:pt x="5" y="1"/>
                    <a:pt x="7" y="0"/>
                  </a:cubicBezTo>
                  <a:cubicBezTo>
                    <a:pt x="8" y="0"/>
                    <a:pt x="10" y="0"/>
                    <a:pt x="12" y="0"/>
                  </a:cubicBezTo>
                  <a:cubicBezTo>
                    <a:pt x="13" y="0"/>
                    <a:pt x="15" y="1"/>
                    <a:pt x="1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52"/>
            <p:cNvSpPr>
              <a:spLocks/>
            </p:cNvSpPr>
            <p:nvPr/>
          </p:nvSpPr>
          <p:spPr bwMode="auto">
            <a:xfrm>
              <a:off x="4073525" y="1868488"/>
              <a:ext cx="49213" cy="39688"/>
            </a:xfrm>
            <a:custGeom>
              <a:avLst/>
              <a:gdLst/>
              <a:ahLst/>
              <a:cxnLst>
                <a:cxn ang="0">
                  <a:pos x="31" y="11"/>
                </a:cxn>
                <a:cxn ang="0">
                  <a:pos x="30" y="21"/>
                </a:cxn>
                <a:cxn ang="0">
                  <a:pos x="23" y="25"/>
                </a:cxn>
                <a:cxn ang="0">
                  <a:pos x="16" y="23"/>
                </a:cxn>
                <a:cxn ang="0">
                  <a:pos x="13" y="19"/>
                </a:cxn>
                <a:cxn ang="0">
                  <a:pos x="6" y="22"/>
                </a:cxn>
                <a:cxn ang="0">
                  <a:pos x="3" y="19"/>
                </a:cxn>
                <a:cxn ang="0">
                  <a:pos x="1" y="14"/>
                </a:cxn>
                <a:cxn ang="0">
                  <a:pos x="9" y="9"/>
                </a:cxn>
                <a:cxn ang="0">
                  <a:pos x="12" y="2"/>
                </a:cxn>
                <a:cxn ang="0">
                  <a:pos x="19" y="0"/>
                </a:cxn>
                <a:cxn ang="0">
                  <a:pos x="28" y="4"/>
                </a:cxn>
                <a:cxn ang="0">
                  <a:pos x="31" y="11"/>
                </a:cxn>
              </a:cxnLst>
              <a:rect l="0" t="0" r="r" b="b"/>
              <a:pathLst>
                <a:path w="32" h="26">
                  <a:moveTo>
                    <a:pt x="31" y="11"/>
                  </a:moveTo>
                  <a:cubicBezTo>
                    <a:pt x="32" y="13"/>
                    <a:pt x="31" y="19"/>
                    <a:pt x="30" y="21"/>
                  </a:cubicBezTo>
                  <a:cubicBezTo>
                    <a:pt x="29" y="22"/>
                    <a:pt x="25" y="25"/>
                    <a:pt x="23" y="25"/>
                  </a:cubicBezTo>
                  <a:cubicBezTo>
                    <a:pt x="22" y="26"/>
                    <a:pt x="18" y="24"/>
                    <a:pt x="16" y="23"/>
                  </a:cubicBezTo>
                  <a:cubicBezTo>
                    <a:pt x="15" y="22"/>
                    <a:pt x="14" y="20"/>
                    <a:pt x="13" y="19"/>
                  </a:cubicBezTo>
                  <a:cubicBezTo>
                    <a:pt x="11" y="19"/>
                    <a:pt x="8" y="22"/>
                    <a:pt x="6" y="22"/>
                  </a:cubicBezTo>
                  <a:cubicBezTo>
                    <a:pt x="5" y="21"/>
                    <a:pt x="3" y="20"/>
                    <a:pt x="3" y="19"/>
                  </a:cubicBezTo>
                  <a:cubicBezTo>
                    <a:pt x="2" y="18"/>
                    <a:pt x="0" y="15"/>
                    <a:pt x="1" y="14"/>
                  </a:cubicBezTo>
                  <a:cubicBezTo>
                    <a:pt x="1" y="11"/>
                    <a:pt x="8" y="10"/>
                    <a:pt x="9" y="9"/>
                  </a:cubicBezTo>
                  <a:cubicBezTo>
                    <a:pt x="11" y="7"/>
                    <a:pt x="11" y="3"/>
                    <a:pt x="12" y="2"/>
                  </a:cubicBezTo>
                  <a:cubicBezTo>
                    <a:pt x="14" y="1"/>
                    <a:pt x="18" y="0"/>
                    <a:pt x="19" y="0"/>
                  </a:cubicBezTo>
                  <a:cubicBezTo>
                    <a:pt x="22" y="0"/>
                    <a:pt x="26" y="2"/>
                    <a:pt x="28" y="4"/>
                  </a:cubicBezTo>
                  <a:cubicBezTo>
                    <a:pt x="29" y="5"/>
                    <a:pt x="31" y="9"/>
                    <a:pt x="31"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53"/>
            <p:cNvSpPr>
              <a:spLocks/>
            </p:cNvSpPr>
            <p:nvPr/>
          </p:nvSpPr>
          <p:spPr bwMode="auto">
            <a:xfrm>
              <a:off x="3751263" y="1543051"/>
              <a:ext cx="447675" cy="157163"/>
            </a:xfrm>
            <a:custGeom>
              <a:avLst/>
              <a:gdLst/>
              <a:ahLst/>
              <a:cxnLst>
                <a:cxn ang="0">
                  <a:pos x="287" y="37"/>
                </a:cxn>
                <a:cxn ang="0">
                  <a:pos x="265" y="52"/>
                </a:cxn>
                <a:cxn ang="0">
                  <a:pos x="240" y="55"/>
                </a:cxn>
                <a:cxn ang="0">
                  <a:pos x="223" y="52"/>
                </a:cxn>
                <a:cxn ang="0">
                  <a:pos x="200" y="54"/>
                </a:cxn>
                <a:cxn ang="0">
                  <a:pos x="184" y="51"/>
                </a:cxn>
                <a:cxn ang="0">
                  <a:pos x="163" y="52"/>
                </a:cxn>
                <a:cxn ang="0">
                  <a:pos x="149" y="51"/>
                </a:cxn>
                <a:cxn ang="0">
                  <a:pos x="136" y="57"/>
                </a:cxn>
                <a:cxn ang="0">
                  <a:pos x="126" y="54"/>
                </a:cxn>
                <a:cxn ang="0">
                  <a:pos x="124" y="65"/>
                </a:cxn>
                <a:cxn ang="0">
                  <a:pos x="106" y="63"/>
                </a:cxn>
                <a:cxn ang="0">
                  <a:pos x="95" y="68"/>
                </a:cxn>
                <a:cxn ang="0">
                  <a:pos x="88" y="59"/>
                </a:cxn>
                <a:cxn ang="0">
                  <a:pos x="83" y="76"/>
                </a:cxn>
                <a:cxn ang="0">
                  <a:pos x="68" y="76"/>
                </a:cxn>
                <a:cxn ang="0">
                  <a:pos x="61" y="77"/>
                </a:cxn>
                <a:cxn ang="0">
                  <a:pos x="52" y="86"/>
                </a:cxn>
                <a:cxn ang="0">
                  <a:pos x="46" y="79"/>
                </a:cxn>
                <a:cxn ang="0">
                  <a:pos x="42" y="93"/>
                </a:cxn>
                <a:cxn ang="0">
                  <a:pos x="37" y="81"/>
                </a:cxn>
                <a:cxn ang="0">
                  <a:pos x="34" y="96"/>
                </a:cxn>
                <a:cxn ang="0">
                  <a:pos x="21" y="101"/>
                </a:cxn>
                <a:cxn ang="0">
                  <a:pos x="5" y="77"/>
                </a:cxn>
                <a:cxn ang="0">
                  <a:pos x="7" y="67"/>
                </a:cxn>
                <a:cxn ang="0">
                  <a:pos x="6" y="61"/>
                </a:cxn>
                <a:cxn ang="0">
                  <a:pos x="5" y="48"/>
                </a:cxn>
                <a:cxn ang="0">
                  <a:pos x="19" y="53"/>
                </a:cxn>
                <a:cxn ang="0">
                  <a:pos x="33" y="48"/>
                </a:cxn>
                <a:cxn ang="0">
                  <a:pos x="40" y="48"/>
                </a:cxn>
                <a:cxn ang="0">
                  <a:pos x="44" y="40"/>
                </a:cxn>
                <a:cxn ang="0">
                  <a:pos x="55" y="40"/>
                </a:cxn>
                <a:cxn ang="0">
                  <a:pos x="56" y="30"/>
                </a:cxn>
                <a:cxn ang="0">
                  <a:pos x="68" y="36"/>
                </a:cxn>
                <a:cxn ang="0">
                  <a:pos x="67" y="23"/>
                </a:cxn>
                <a:cxn ang="0">
                  <a:pos x="77" y="21"/>
                </a:cxn>
                <a:cxn ang="0">
                  <a:pos x="74" y="8"/>
                </a:cxn>
                <a:cxn ang="0">
                  <a:pos x="86" y="14"/>
                </a:cxn>
                <a:cxn ang="0">
                  <a:pos x="98" y="11"/>
                </a:cxn>
                <a:cxn ang="0">
                  <a:pos x="115" y="6"/>
                </a:cxn>
                <a:cxn ang="0">
                  <a:pos x="142" y="1"/>
                </a:cxn>
                <a:cxn ang="0">
                  <a:pos x="165" y="9"/>
                </a:cxn>
                <a:cxn ang="0">
                  <a:pos x="182" y="1"/>
                </a:cxn>
                <a:cxn ang="0">
                  <a:pos x="200" y="15"/>
                </a:cxn>
                <a:cxn ang="0">
                  <a:pos x="227" y="21"/>
                </a:cxn>
                <a:cxn ang="0">
                  <a:pos x="252" y="16"/>
                </a:cxn>
                <a:cxn ang="0">
                  <a:pos x="290" y="20"/>
                </a:cxn>
              </a:cxnLst>
              <a:rect l="0" t="0" r="r" b="b"/>
              <a:pathLst>
                <a:path w="293" h="103">
                  <a:moveTo>
                    <a:pt x="290" y="20"/>
                  </a:moveTo>
                  <a:cubicBezTo>
                    <a:pt x="291" y="22"/>
                    <a:pt x="293" y="27"/>
                    <a:pt x="293" y="29"/>
                  </a:cubicBezTo>
                  <a:cubicBezTo>
                    <a:pt x="293" y="32"/>
                    <a:pt x="289" y="36"/>
                    <a:pt x="287" y="37"/>
                  </a:cubicBezTo>
                  <a:cubicBezTo>
                    <a:pt x="285" y="39"/>
                    <a:pt x="281" y="42"/>
                    <a:pt x="280" y="44"/>
                  </a:cubicBezTo>
                  <a:cubicBezTo>
                    <a:pt x="278" y="46"/>
                    <a:pt x="276" y="50"/>
                    <a:pt x="274" y="51"/>
                  </a:cubicBezTo>
                  <a:cubicBezTo>
                    <a:pt x="272" y="52"/>
                    <a:pt x="267" y="52"/>
                    <a:pt x="265" y="52"/>
                  </a:cubicBezTo>
                  <a:cubicBezTo>
                    <a:pt x="263" y="51"/>
                    <a:pt x="259" y="50"/>
                    <a:pt x="258" y="50"/>
                  </a:cubicBezTo>
                  <a:cubicBezTo>
                    <a:pt x="256" y="50"/>
                    <a:pt x="252" y="49"/>
                    <a:pt x="250" y="50"/>
                  </a:cubicBezTo>
                  <a:cubicBezTo>
                    <a:pt x="248" y="50"/>
                    <a:pt x="243" y="54"/>
                    <a:pt x="240" y="55"/>
                  </a:cubicBezTo>
                  <a:cubicBezTo>
                    <a:pt x="238" y="55"/>
                    <a:pt x="235" y="56"/>
                    <a:pt x="233" y="55"/>
                  </a:cubicBezTo>
                  <a:cubicBezTo>
                    <a:pt x="231" y="55"/>
                    <a:pt x="229" y="52"/>
                    <a:pt x="228" y="51"/>
                  </a:cubicBezTo>
                  <a:cubicBezTo>
                    <a:pt x="226" y="51"/>
                    <a:pt x="224" y="51"/>
                    <a:pt x="223" y="52"/>
                  </a:cubicBezTo>
                  <a:cubicBezTo>
                    <a:pt x="221" y="53"/>
                    <a:pt x="218" y="56"/>
                    <a:pt x="216" y="57"/>
                  </a:cubicBezTo>
                  <a:cubicBezTo>
                    <a:pt x="214" y="57"/>
                    <a:pt x="209" y="57"/>
                    <a:pt x="207" y="57"/>
                  </a:cubicBezTo>
                  <a:cubicBezTo>
                    <a:pt x="205" y="56"/>
                    <a:pt x="201" y="55"/>
                    <a:pt x="200" y="54"/>
                  </a:cubicBezTo>
                  <a:cubicBezTo>
                    <a:pt x="198" y="53"/>
                    <a:pt x="195" y="49"/>
                    <a:pt x="193" y="48"/>
                  </a:cubicBezTo>
                  <a:cubicBezTo>
                    <a:pt x="193" y="48"/>
                    <a:pt x="191" y="49"/>
                    <a:pt x="190" y="49"/>
                  </a:cubicBezTo>
                  <a:cubicBezTo>
                    <a:pt x="188" y="49"/>
                    <a:pt x="185" y="51"/>
                    <a:pt x="184" y="51"/>
                  </a:cubicBezTo>
                  <a:cubicBezTo>
                    <a:pt x="182" y="52"/>
                    <a:pt x="177" y="53"/>
                    <a:pt x="175" y="53"/>
                  </a:cubicBezTo>
                  <a:cubicBezTo>
                    <a:pt x="173" y="53"/>
                    <a:pt x="170" y="51"/>
                    <a:pt x="169" y="51"/>
                  </a:cubicBezTo>
                  <a:cubicBezTo>
                    <a:pt x="167" y="50"/>
                    <a:pt x="164" y="52"/>
                    <a:pt x="163" y="52"/>
                  </a:cubicBezTo>
                  <a:cubicBezTo>
                    <a:pt x="162" y="53"/>
                    <a:pt x="159" y="56"/>
                    <a:pt x="157" y="57"/>
                  </a:cubicBezTo>
                  <a:cubicBezTo>
                    <a:pt x="156" y="57"/>
                    <a:pt x="152" y="56"/>
                    <a:pt x="151" y="55"/>
                  </a:cubicBezTo>
                  <a:cubicBezTo>
                    <a:pt x="150" y="55"/>
                    <a:pt x="150" y="52"/>
                    <a:pt x="149" y="51"/>
                  </a:cubicBezTo>
                  <a:cubicBezTo>
                    <a:pt x="148" y="50"/>
                    <a:pt x="146" y="51"/>
                    <a:pt x="145" y="52"/>
                  </a:cubicBezTo>
                  <a:cubicBezTo>
                    <a:pt x="143" y="52"/>
                    <a:pt x="143" y="55"/>
                    <a:pt x="142" y="56"/>
                  </a:cubicBezTo>
                  <a:cubicBezTo>
                    <a:pt x="140" y="56"/>
                    <a:pt x="138" y="57"/>
                    <a:pt x="136" y="57"/>
                  </a:cubicBezTo>
                  <a:cubicBezTo>
                    <a:pt x="135" y="57"/>
                    <a:pt x="134" y="57"/>
                    <a:pt x="133" y="56"/>
                  </a:cubicBezTo>
                  <a:cubicBezTo>
                    <a:pt x="132" y="56"/>
                    <a:pt x="131" y="54"/>
                    <a:pt x="130" y="54"/>
                  </a:cubicBezTo>
                  <a:cubicBezTo>
                    <a:pt x="129" y="53"/>
                    <a:pt x="127" y="53"/>
                    <a:pt x="126" y="54"/>
                  </a:cubicBezTo>
                  <a:cubicBezTo>
                    <a:pt x="126" y="55"/>
                    <a:pt x="125" y="56"/>
                    <a:pt x="125" y="57"/>
                  </a:cubicBezTo>
                  <a:cubicBezTo>
                    <a:pt x="125" y="58"/>
                    <a:pt x="127" y="60"/>
                    <a:pt x="127" y="61"/>
                  </a:cubicBezTo>
                  <a:cubicBezTo>
                    <a:pt x="127" y="62"/>
                    <a:pt x="125" y="64"/>
                    <a:pt x="124" y="65"/>
                  </a:cubicBezTo>
                  <a:cubicBezTo>
                    <a:pt x="122" y="66"/>
                    <a:pt x="117" y="67"/>
                    <a:pt x="115" y="67"/>
                  </a:cubicBezTo>
                  <a:cubicBezTo>
                    <a:pt x="113" y="68"/>
                    <a:pt x="108" y="69"/>
                    <a:pt x="106" y="68"/>
                  </a:cubicBezTo>
                  <a:cubicBezTo>
                    <a:pt x="105" y="67"/>
                    <a:pt x="107" y="64"/>
                    <a:pt x="106" y="63"/>
                  </a:cubicBezTo>
                  <a:cubicBezTo>
                    <a:pt x="106" y="62"/>
                    <a:pt x="103" y="61"/>
                    <a:pt x="102" y="61"/>
                  </a:cubicBezTo>
                  <a:cubicBezTo>
                    <a:pt x="101" y="61"/>
                    <a:pt x="101" y="64"/>
                    <a:pt x="100" y="65"/>
                  </a:cubicBezTo>
                  <a:cubicBezTo>
                    <a:pt x="99" y="66"/>
                    <a:pt x="96" y="68"/>
                    <a:pt x="95" y="68"/>
                  </a:cubicBezTo>
                  <a:cubicBezTo>
                    <a:pt x="93" y="68"/>
                    <a:pt x="90" y="67"/>
                    <a:pt x="90" y="66"/>
                  </a:cubicBezTo>
                  <a:cubicBezTo>
                    <a:pt x="89" y="64"/>
                    <a:pt x="93" y="60"/>
                    <a:pt x="92" y="59"/>
                  </a:cubicBezTo>
                  <a:cubicBezTo>
                    <a:pt x="91" y="58"/>
                    <a:pt x="89" y="58"/>
                    <a:pt x="88" y="59"/>
                  </a:cubicBezTo>
                  <a:cubicBezTo>
                    <a:pt x="87" y="59"/>
                    <a:pt x="86" y="61"/>
                    <a:pt x="85" y="62"/>
                  </a:cubicBezTo>
                  <a:cubicBezTo>
                    <a:pt x="85" y="63"/>
                    <a:pt x="86" y="66"/>
                    <a:pt x="86" y="68"/>
                  </a:cubicBezTo>
                  <a:cubicBezTo>
                    <a:pt x="85" y="70"/>
                    <a:pt x="84" y="74"/>
                    <a:pt x="83" y="76"/>
                  </a:cubicBezTo>
                  <a:cubicBezTo>
                    <a:pt x="82" y="77"/>
                    <a:pt x="80" y="79"/>
                    <a:pt x="78" y="80"/>
                  </a:cubicBezTo>
                  <a:cubicBezTo>
                    <a:pt x="77" y="81"/>
                    <a:pt x="74" y="82"/>
                    <a:pt x="72" y="81"/>
                  </a:cubicBezTo>
                  <a:cubicBezTo>
                    <a:pt x="71" y="81"/>
                    <a:pt x="69" y="78"/>
                    <a:pt x="68" y="76"/>
                  </a:cubicBezTo>
                  <a:cubicBezTo>
                    <a:pt x="68" y="75"/>
                    <a:pt x="68" y="70"/>
                    <a:pt x="67" y="69"/>
                  </a:cubicBezTo>
                  <a:cubicBezTo>
                    <a:pt x="66" y="69"/>
                    <a:pt x="64" y="70"/>
                    <a:pt x="64" y="71"/>
                  </a:cubicBezTo>
                  <a:cubicBezTo>
                    <a:pt x="62" y="72"/>
                    <a:pt x="62" y="75"/>
                    <a:pt x="61" y="77"/>
                  </a:cubicBezTo>
                  <a:cubicBezTo>
                    <a:pt x="61" y="78"/>
                    <a:pt x="60" y="81"/>
                    <a:pt x="60" y="83"/>
                  </a:cubicBezTo>
                  <a:cubicBezTo>
                    <a:pt x="59" y="84"/>
                    <a:pt x="58" y="86"/>
                    <a:pt x="57" y="87"/>
                  </a:cubicBezTo>
                  <a:cubicBezTo>
                    <a:pt x="56" y="87"/>
                    <a:pt x="53" y="87"/>
                    <a:pt x="52" y="86"/>
                  </a:cubicBezTo>
                  <a:cubicBezTo>
                    <a:pt x="51" y="85"/>
                    <a:pt x="52" y="82"/>
                    <a:pt x="51" y="80"/>
                  </a:cubicBezTo>
                  <a:cubicBezTo>
                    <a:pt x="51" y="79"/>
                    <a:pt x="50" y="78"/>
                    <a:pt x="49" y="77"/>
                  </a:cubicBezTo>
                  <a:cubicBezTo>
                    <a:pt x="48" y="77"/>
                    <a:pt x="46" y="78"/>
                    <a:pt x="46" y="79"/>
                  </a:cubicBezTo>
                  <a:cubicBezTo>
                    <a:pt x="45" y="80"/>
                    <a:pt x="47" y="84"/>
                    <a:pt x="47" y="85"/>
                  </a:cubicBezTo>
                  <a:cubicBezTo>
                    <a:pt x="47" y="87"/>
                    <a:pt x="46" y="89"/>
                    <a:pt x="45" y="90"/>
                  </a:cubicBezTo>
                  <a:cubicBezTo>
                    <a:pt x="45" y="91"/>
                    <a:pt x="43" y="93"/>
                    <a:pt x="42" y="93"/>
                  </a:cubicBezTo>
                  <a:cubicBezTo>
                    <a:pt x="40" y="92"/>
                    <a:pt x="39" y="90"/>
                    <a:pt x="39" y="89"/>
                  </a:cubicBezTo>
                  <a:cubicBezTo>
                    <a:pt x="38" y="87"/>
                    <a:pt x="41" y="84"/>
                    <a:pt x="40" y="83"/>
                  </a:cubicBezTo>
                  <a:cubicBezTo>
                    <a:pt x="40" y="82"/>
                    <a:pt x="38" y="81"/>
                    <a:pt x="37" y="81"/>
                  </a:cubicBezTo>
                  <a:cubicBezTo>
                    <a:pt x="36" y="81"/>
                    <a:pt x="34" y="83"/>
                    <a:pt x="34" y="84"/>
                  </a:cubicBezTo>
                  <a:cubicBezTo>
                    <a:pt x="33" y="85"/>
                    <a:pt x="35" y="88"/>
                    <a:pt x="35" y="89"/>
                  </a:cubicBezTo>
                  <a:cubicBezTo>
                    <a:pt x="35" y="91"/>
                    <a:pt x="34" y="94"/>
                    <a:pt x="34" y="96"/>
                  </a:cubicBezTo>
                  <a:cubicBezTo>
                    <a:pt x="34" y="97"/>
                    <a:pt x="33" y="101"/>
                    <a:pt x="32" y="102"/>
                  </a:cubicBezTo>
                  <a:cubicBezTo>
                    <a:pt x="31" y="103"/>
                    <a:pt x="27" y="103"/>
                    <a:pt x="26" y="103"/>
                  </a:cubicBezTo>
                  <a:cubicBezTo>
                    <a:pt x="25" y="103"/>
                    <a:pt x="22" y="102"/>
                    <a:pt x="21" y="101"/>
                  </a:cubicBezTo>
                  <a:cubicBezTo>
                    <a:pt x="20" y="99"/>
                    <a:pt x="20" y="94"/>
                    <a:pt x="18" y="92"/>
                  </a:cubicBezTo>
                  <a:cubicBezTo>
                    <a:pt x="17" y="90"/>
                    <a:pt x="12" y="88"/>
                    <a:pt x="10" y="86"/>
                  </a:cubicBezTo>
                  <a:cubicBezTo>
                    <a:pt x="9" y="84"/>
                    <a:pt x="7" y="79"/>
                    <a:pt x="5" y="77"/>
                  </a:cubicBezTo>
                  <a:cubicBezTo>
                    <a:pt x="4" y="76"/>
                    <a:pt x="1" y="75"/>
                    <a:pt x="0" y="73"/>
                  </a:cubicBezTo>
                  <a:cubicBezTo>
                    <a:pt x="0" y="72"/>
                    <a:pt x="0" y="69"/>
                    <a:pt x="1" y="68"/>
                  </a:cubicBezTo>
                  <a:cubicBezTo>
                    <a:pt x="2" y="66"/>
                    <a:pt x="6" y="67"/>
                    <a:pt x="7" y="67"/>
                  </a:cubicBezTo>
                  <a:cubicBezTo>
                    <a:pt x="9" y="67"/>
                    <a:pt x="14" y="70"/>
                    <a:pt x="15" y="69"/>
                  </a:cubicBezTo>
                  <a:cubicBezTo>
                    <a:pt x="16" y="68"/>
                    <a:pt x="14" y="65"/>
                    <a:pt x="13" y="64"/>
                  </a:cubicBezTo>
                  <a:cubicBezTo>
                    <a:pt x="12" y="62"/>
                    <a:pt x="8" y="62"/>
                    <a:pt x="6" y="61"/>
                  </a:cubicBezTo>
                  <a:cubicBezTo>
                    <a:pt x="5" y="60"/>
                    <a:pt x="1" y="58"/>
                    <a:pt x="0" y="56"/>
                  </a:cubicBezTo>
                  <a:cubicBezTo>
                    <a:pt x="0" y="55"/>
                    <a:pt x="0" y="51"/>
                    <a:pt x="0" y="50"/>
                  </a:cubicBezTo>
                  <a:cubicBezTo>
                    <a:pt x="1" y="49"/>
                    <a:pt x="4" y="48"/>
                    <a:pt x="5" y="48"/>
                  </a:cubicBezTo>
                  <a:cubicBezTo>
                    <a:pt x="7" y="48"/>
                    <a:pt x="11" y="48"/>
                    <a:pt x="13" y="49"/>
                  </a:cubicBezTo>
                  <a:cubicBezTo>
                    <a:pt x="13" y="50"/>
                    <a:pt x="14" y="52"/>
                    <a:pt x="15" y="52"/>
                  </a:cubicBezTo>
                  <a:cubicBezTo>
                    <a:pt x="16" y="53"/>
                    <a:pt x="18" y="53"/>
                    <a:pt x="19" y="53"/>
                  </a:cubicBezTo>
                  <a:cubicBezTo>
                    <a:pt x="21" y="52"/>
                    <a:pt x="21" y="48"/>
                    <a:pt x="22" y="48"/>
                  </a:cubicBezTo>
                  <a:cubicBezTo>
                    <a:pt x="23" y="47"/>
                    <a:pt x="26" y="46"/>
                    <a:pt x="27" y="46"/>
                  </a:cubicBezTo>
                  <a:cubicBezTo>
                    <a:pt x="28" y="46"/>
                    <a:pt x="31" y="47"/>
                    <a:pt x="33" y="48"/>
                  </a:cubicBezTo>
                  <a:cubicBezTo>
                    <a:pt x="33" y="48"/>
                    <a:pt x="33" y="51"/>
                    <a:pt x="34" y="51"/>
                  </a:cubicBezTo>
                  <a:cubicBezTo>
                    <a:pt x="35" y="52"/>
                    <a:pt x="38" y="52"/>
                    <a:pt x="39" y="52"/>
                  </a:cubicBezTo>
                  <a:cubicBezTo>
                    <a:pt x="40" y="51"/>
                    <a:pt x="40" y="49"/>
                    <a:pt x="40" y="48"/>
                  </a:cubicBezTo>
                  <a:cubicBezTo>
                    <a:pt x="40" y="48"/>
                    <a:pt x="38" y="47"/>
                    <a:pt x="38" y="46"/>
                  </a:cubicBezTo>
                  <a:cubicBezTo>
                    <a:pt x="38" y="45"/>
                    <a:pt x="39" y="44"/>
                    <a:pt x="39" y="44"/>
                  </a:cubicBezTo>
                  <a:cubicBezTo>
                    <a:pt x="40" y="43"/>
                    <a:pt x="43" y="41"/>
                    <a:pt x="44" y="40"/>
                  </a:cubicBezTo>
                  <a:cubicBezTo>
                    <a:pt x="45" y="39"/>
                    <a:pt x="47" y="37"/>
                    <a:pt x="49" y="37"/>
                  </a:cubicBezTo>
                  <a:cubicBezTo>
                    <a:pt x="50" y="37"/>
                    <a:pt x="50" y="39"/>
                    <a:pt x="51" y="40"/>
                  </a:cubicBezTo>
                  <a:cubicBezTo>
                    <a:pt x="51" y="40"/>
                    <a:pt x="54" y="41"/>
                    <a:pt x="55" y="40"/>
                  </a:cubicBezTo>
                  <a:cubicBezTo>
                    <a:pt x="55" y="39"/>
                    <a:pt x="55" y="37"/>
                    <a:pt x="55" y="36"/>
                  </a:cubicBezTo>
                  <a:cubicBezTo>
                    <a:pt x="55" y="35"/>
                    <a:pt x="54" y="33"/>
                    <a:pt x="54" y="33"/>
                  </a:cubicBezTo>
                  <a:cubicBezTo>
                    <a:pt x="54" y="32"/>
                    <a:pt x="55" y="30"/>
                    <a:pt x="56" y="30"/>
                  </a:cubicBezTo>
                  <a:cubicBezTo>
                    <a:pt x="57" y="29"/>
                    <a:pt x="60" y="30"/>
                    <a:pt x="61" y="30"/>
                  </a:cubicBezTo>
                  <a:cubicBezTo>
                    <a:pt x="62" y="31"/>
                    <a:pt x="63" y="34"/>
                    <a:pt x="64" y="35"/>
                  </a:cubicBezTo>
                  <a:cubicBezTo>
                    <a:pt x="65" y="35"/>
                    <a:pt x="67" y="36"/>
                    <a:pt x="68" y="36"/>
                  </a:cubicBezTo>
                  <a:cubicBezTo>
                    <a:pt x="69" y="35"/>
                    <a:pt x="70" y="33"/>
                    <a:pt x="70" y="32"/>
                  </a:cubicBezTo>
                  <a:cubicBezTo>
                    <a:pt x="70" y="31"/>
                    <a:pt x="68" y="31"/>
                    <a:pt x="67" y="30"/>
                  </a:cubicBezTo>
                  <a:cubicBezTo>
                    <a:pt x="66" y="28"/>
                    <a:pt x="66" y="24"/>
                    <a:pt x="67" y="23"/>
                  </a:cubicBezTo>
                  <a:cubicBezTo>
                    <a:pt x="68" y="22"/>
                    <a:pt x="70" y="23"/>
                    <a:pt x="71" y="23"/>
                  </a:cubicBezTo>
                  <a:cubicBezTo>
                    <a:pt x="72" y="23"/>
                    <a:pt x="74" y="25"/>
                    <a:pt x="75" y="24"/>
                  </a:cubicBezTo>
                  <a:cubicBezTo>
                    <a:pt x="76" y="24"/>
                    <a:pt x="77" y="22"/>
                    <a:pt x="77" y="21"/>
                  </a:cubicBezTo>
                  <a:cubicBezTo>
                    <a:pt x="77" y="20"/>
                    <a:pt x="74" y="19"/>
                    <a:pt x="73" y="18"/>
                  </a:cubicBezTo>
                  <a:cubicBezTo>
                    <a:pt x="72" y="17"/>
                    <a:pt x="72" y="15"/>
                    <a:pt x="72" y="14"/>
                  </a:cubicBezTo>
                  <a:cubicBezTo>
                    <a:pt x="72" y="12"/>
                    <a:pt x="73" y="9"/>
                    <a:pt x="74" y="8"/>
                  </a:cubicBezTo>
                  <a:cubicBezTo>
                    <a:pt x="75" y="7"/>
                    <a:pt x="79" y="7"/>
                    <a:pt x="80" y="7"/>
                  </a:cubicBezTo>
                  <a:cubicBezTo>
                    <a:pt x="81" y="8"/>
                    <a:pt x="82" y="9"/>
                    <a:pt x="83" y="10"/>
                  </a:cubicBezTo>
                  <a:cubicBezTo>
                    <a:pt x="84" y="11"/>
                    <a:pt x="85" y="14"/>
                    <a:pt x="86" y="14"/>
                  </a:cubicBezTo>
                  <a:cubicBezTo>
                    <a:pt x="87" y="15"/>
                    <a:pt x="89" y="16"/>
                    <a:pt x="90" y="15"/>
                  </a:cubicBezTo>
                  <a:cubicBezTo>
                    <a:pt x="91" y="15"/>
                    <a:pt x="92" y="11"/>
                    <a:pt x="94" y="11"/>
                  </a:cubicBezTo>
                  <a:cubicBezTo>
                    <a:pt x="95" y="10"/>
                    <a:pt x="97" y="10"/>
                    <a:pt x="98" y="11"/>
                  </a:cubicBezTo>
                  <a:cubicBezTo>
                    <a:pt x="99" y="11"/>
                    <a:pt x="101" y="13"/>
                    <a:pt x="102" y="13"/>
                  </a:cubicBezTo>
                  <a:cubicBezTo>
                    <a:pt x="104" y="13"/>
                    <a:pt x="107" y="13"/>
                    <a:pt x="108" y="13"/>
                  </a:cubicBezTo>
                  <a:cubicBezTo>
                    <a:pt x="110" y="12"/>
                    <a:pt x="113" y="7"/>
                    <a:pt x="115" y="6"/>
                  </a:cubicBezTo>
                  <a:cubicBezTo>
                    <a:pt x="117" y="5"/>
                    <a:pt x="122" y="7"/>
                    <a:pt x="124" y="6"/>
                  </a:cubicBezTo>
                  <a:cubicBezTo>
                    <a:pt x="126" y="6"/>
                    <a:pt x="130" y="1"/>
                    <a:pt x="132" y="1"/>
                  </a:cubicBezTo>
                  <a:cubicBezTo>
                    <a:pt x="134" y="0"/>
                    <a:pt x="139" y="0"/>
                    <a:pt x="142" y="1"/>
                  </a:cubicBezTo>
                  <a:cubicBezTo>
                    <a:pt x="144" y="1"/>
                    <a:pt x="148" y="5"/>
                    <a:pt x="151" y="5"/>
                  </a:cubicBezTo>
                  <a:cubicBezTo>
                    <a:pt x="153" y="6"/>
                    <a:pt x="157" y="6"/>
                    <a:pt x="159" y="6"/>
                  </a:cubicBezTo>
                  <a:cubicBezTo>
                    <a:pt x="160" y="7"/>
                    <a:pt x="163" y="8"/>
                    <a:pt x="165" y="9"/>
                  </a:cubicBezTo>
                  <a:cubicBezTo>
                    <a:pt x="166" y="9"/>
                    <a:pt x="169" y="10"/>
                    <a:pt x="171" y="9"/>
                  </a:cubicBezTo>
                  <a:cubicBezTo>
                    <a:pt x="173" y="9"/>
                    <a:pt x="175" y="5"/>
                    <a:pt x="176" y="4"/>
                  </a:cubicBezTo>
                  <a:cubicBezTo>
                    <a:pt x="178" y="3"/>
                    <a:pt x="180" y="1"/>
                    <a:pt x="182" y="1"/>
                  </a:cubicBezTo>
                  <a:cubicBezTo>
                    <a:pt x="183" y="0"/>
                    <a:pt x="186" y="1"/>
                    <a:pt x="187" y="2"/>
                  </a:cubicBezTo>
                  <a:cubicBezTo>
                    <a:pt x="189" y="3"/>
                    <a:pt x="192" y="7"/>
                    <a:pt x="194" y="9"/>
                  </a:cubicBezTo>
                  <a:cubicBezTo>
                    <a:pt x="195" y="10"/>
                    <a:pt x="198" y="14"/>
                    <a:pt x="200" y="15"/>
                  </a:cubicBezTo>
                  <a:cubicBezTo>
                    <a:pt x="202" y="16"/>
                    <a:pt x="207" y="16"/>
                    <a:pt x="209" y="16"/>
                  </a:cubicBezTo>
                  <a:cubicBezTo>
                    <a:pt x="211" y="16"/>
                    <a:pt x="216" y="14"/>
                    <a:pt x="218" y="15"/>
                  </a:cubicBezTo>
                  <a:cubicBezTo>
                    <a:pt x="221" y="15"/>
                    <a:pt x="225" y="20"/>
                    <a:pt x="227" y="21"/>
                  </a:cubicBezTo>
                  <a:cubicBezTo>
                    <a:pt x="230" y="21"/>
                    <a:pt x="237" y="18"/>
                    <a:pt x="238" y="18"/>
                  </a:cubicBezTo>
                  <a:cubicBezTo>
                    <a:pt x="239" y="19"/>
                    <a:pt x="244" y="21"/>
                    <a:pt x="245" y="21"/>
                  </a:cubicBezTo>
                  <a:cubicBezTo>
                    <a:pt x="248" y="20"/>
                    <a:pt x="251" y="17"/>
                    <a:pt x="252" y="16"/>
                  </a:cubicBezTo>
                  <a:cubicBezTo>
                    <a:pt x="255" y="15"/>
                    <a:pt x="259" y="12"/>
                    <a:pt x="262" y="11"/>
                  </a:cubicBezTo>
                  <a:cubicBezTo>
                    <a:pt x="267" y="10"/>
                    <a:pt x="276" y="12"/>
                    <a:pt x="281" y="14"/>
                  </a:cubicBezTo>
                  <a:cubicBezTo>
                    <a:pt x="283" y="14"/>
                    <a:pt x="288" y="17"/>
                    <a:pt x="290"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54"/>
            <p:cNvSpPr>
              <a:spLocks/>
            </p:cNvSpPr>
            <p:nvPr/>
          </p:nvSpPr>
          <p:spPr bwMode="auto">
            <a:xfrm>
              <a:off x="2001838" y="1323976"/>
              <a:ext cx="1803400" cy="1230313"/>
            </a:xfrm>
            <a:custGeom>
              <a:avLst/>
              <a:gdLst/>
              <a:ahLst/>
              <a:cxnLst>
                <a:cxn ang="0">
                  <a:pos x="1151" y="589"/>
                </a:cxn>
                <a:cxn ang="0">
                  <a:pos x="1106" y="636"/>
                </a:cxn>
                <a:cxn ang="0">
                  <a:pos x="1005" y="658"/>
                </a:cxn>
                <a:cxn ang="0">
                  <a:pos x="939" y="671"/>
                </a:cxn>
                <a:cxn ang="0">
                  <a:pos x="877" y="753"/>
                </a:cxn>
                <a:cxn ang="0">
                  <a:pos x="828" y="806"/>
                </a:cxn>
                <a:cxn ang="0">
                  <a:pos x="728" y="777"/>
                </a:cxn>
                <a:cxn ang="0">
                  <a:pos x="680" y="739"/>
                </a:cxn>
                <a:cxn ang="0">
                  <a:pos x="635" y="736"/>
                </a:cxn>
                <a:cxn ang="0">
                  <a:pos x="609" y="756"/>
                </a:cxn>
                <a:cxn ang="0">
                  <a:pos x="567" y="735"/>
                </a:cxn>
                <a:cxn ang="0">
                  <a:pos x="534" y="721"/>
                </a:cxn>
                <a:cxn ang="0">
                  <a:pos x="564" y="665"/>
                </a:cxn>
                <a:cxn ang="0">
                  <a:pos x="547" y="628"/>
                </a:cxn>
                <a:cxn ang="0">
                  <a:pos x="497" y="656"/>
                </a:cxn>
                <a:cxn ang="0">
                  <a:pos x="488" y="673"/>
                </a:cxn>
                <a:cxn ang="0">
                  <a:pos x="430" y="651"/>
                </a:cxn>
                <a:cxn ang="0">
                  <a:pos x="380" y="586"/>
                </a:cxn>
                <a:cxn ang="0">
                  <a:pos x="325" y="568"/>
                </a:cxn>
                <a:cxn ang="0">
                  <a:pos x="298" y="515"/>
                </a:cxn>
                <a:cxn ang="0">
                  <a:pos x="279" y="515"/>
                </a:cxn>
                <a:cxn ang="0">
                  <a:pos x="238" y="482"/>
                </a:cxn>
                <a:cxn ang="0">
                  <a:pos x="195" y="435"/>
                </a:cxn>
                <a:cxn ang="0">
                  <a:pos x="120" y="428"/>
                </a:cxn>
                <a:cxn ang="0">
                  <a:pos x="59" y="424"/>
                </a:cxn>
                <a:cxn ang="0">
                  <a:pos x="11" y="442"/>
                </a:cxn>
                <a:cxn ang="0">
                  <a:pos x="26" y="330"/>
                </a:cxn>
                <a:cxn ang="0">
                  <a:pos x="82" y="300"/>
                </a:cxn>
                <a:cxn ang="0">
                  <a:pos x="137" y="261"/>
                </a:cxn>
                <a:cxn ang="0">
                  <a:pos x="183" y="256"/>
                </a:cxn>
                <a:cxn ang="0">
                  <a:pos x="206" y="291"/>
                </a:cxn>
                <a:cxn ang="0">
                  <a:pos x="230" y="239"/>
                </a:cxn>
                <a:cxn ang="0">
                  <a:pos x="395" y="205"/>
                </a:cxn>
                <a:cxn ang="0">
                  <a:pos x="481" y="127"/>
                </a:cxn>
                <a:cxn ang="0">
                  <a:pos x="614" y="15"/>
                </a:cxn>
                <a:cxn ang="0">
                  <a:pos x="712" y="35"/>
                </a:cxn>
                <a:cxn ang="0">
                  <a:pos x="716" y="71"/>
                </a:cxn>
                <a:cxn ang="0">
                  <a:pos x="727" y="109"/>
                </a:cxn>
                <a:cxn ang="0">
                  <a:pos x="732" y="264"/>
                </a:cxn>
                <a:cxn ang="0">
                  <a:pos x="624" y="268"/>
                </a:cxn>
                <a:cxn ang="0">
                  <a:pos x="603" y="176"/>
                </a:cxn>
                <a:cxn ang="0">
                  <a:pos x="588" y="137"/>
                </a:cxn>
                <a:cxn ang="0">
                  <a:pos x="574" y="198"/>
                </a:cxn>
                <a:cxn ang="0">
                  <a:pos x="534" y="237"/>
                </a:cxn>
                <a:cxn ang="0">
                  <a:pos x="500" y="305"/>
                </a:cxn>
                <a:cxn ang="0">
                  <a:pos x="535" y="316"/>
                </a:cxn>
                <a:cxn ang="0">
                  <a:pos x="571" y="292"/>
                </a:cxn>
                <a:cxn ang="0">
                  <a:pos x="573" y="342"/>
                </a:cxn>
                <a:cxn ang="0">
                  <a:pos x="618" y="321"/>
                </a:cxn>
                <a:cxn ang="0">
                  <a:pos x="712" y="356"/>
                </a:cxn>
                <a:cxn ang="0">
                  <a:pos x="736" y="355"/>
                </a:cxn>
                <a:cxn ang="0">
                  <a:pos x="793" y="301"/>
                </a:cxn>
                <a:cxn ang="0">
                  <a:pos x="833" y="330"/>
                </a:cxn>
                <a:cxn ang="0">
                  <a:pos x="780" y="339"/>
                </a:cxn>
                <a:cxn ang="0">
                  <a:pos x="829" y="381"/>
                </a:cxn>
                <a:cxn ang="0">
                  <a:pos x="923" y="400"/>
                </a:cxn>
                <a:cxn ang="0">
                  <a:pos x="980" y="412"/>
                </a:cxn>
                <a:cxn ang="0">
                  <a:pos x="963" y="451"/>
                </a:cxn>
                <a:cxn ang="0">
                  <a:pos x="1064" y="467"/>
                </a:cxn>
                <a:cxn ang="0">
                  <a:pos x="1077" y="492"/>
                </a:cxn>
                <a:cxn ang="0">
                  <a:pos x="1120" y="451"/>
                </a:cxn>
              </a:cxnLst>
              <a:rect l="0" t="0" r="r" b="b"/>
              <a:pathLst>
                <a:path w="1183" h="807">
                  <a:moveTo>
                    <a:pt x="1183" y="538"/>
                  </a:moveTo>
                  <a:cubicBezTo>
                    <a:pt x="1183" y="539"/>
                    <a:pt x="1183" y="540"/>
                    <a:pt x="1183" y="541"/>
                  </a:cubicBezTo>
                  <a:cubicBezTo>
                    <a:pt x="1182" y="541"/>
                    <a:pt x="1181" y="541"/>
                    <a:pt x="1181" y="541"/>
                  </a:cubicBezTo>
                  <a:cubicBezTo>
                    <a:pt x="1180" y="541"/>
                    <a:pt x="1178" y="539"/>
                    <a:pt x="1177" y="540"/>
                  </a:cubicBezTo>
                  <a:cubicBezTo>
                    <a:pt x="1175" y="540"/>
                    <a:pt x="1173" y="543"/>
                    <a:pt x="1172" y="545"/>
                  </a:cubicBezTo>
                  <a:cubicBezTo>
                    <a:pt x="1172" y="547"/>
                    <a:pt x="1172" y="551"/>
                    <a:pt x="1171" y="553"/>
                  </a:cubicBezTo>
                  <a:cubicBezTo>
                    <a:pt x="1170" y="555"/>
                    <a:pt x="1167" y="558"/>
                    <a:pt x="1166" y="559"/>
                  </a:cubicBezTo>
                  <a:cubicBezTo>
                    <a:pt x="1164" y="561"/>
                    <a:pt x="1161" y="564"/>
                    <a:pt x="1159" y="566"/>
                  </a:cubicBezTo>
                  <a:cubicBezTo>
                    <a:pt x="1158" y="567"/>
                    <a:pt x="1154" y="570"/>
                    <a:pt x="1152" y="572"/>
                  </a:cubicBezTo>
                  <a:cubicBezTo>
                    <a:pt x="1151" y="574"/>
                    <a:pt x="1149" y="578"/>
                    <a:pt x="1149" y="581"/>
                  </a:cubicBezTo>
                  <a:cubicBezTo>
                    <a:pt x="1149" y="583"/>
                    <a:pt x="1150" y="587"/>
                    <a:pt x="1151" y="589"/>
                  </a:cubicBezTo>
                  <a:cubicBezTo>
                    <a:pt x="1152" y="591"/>
                    <a:pt x="1156" y="596"/>
                    <a:pt x="1157" y="598"/>
                  </a:cubicBezTo>
                  <a:cubicBezTo>
                    <a:pt x="1158" y="600"/>
                    <a:pt x="1160" y="603"/>
                    <a:pt x="1160" y="604"/>
                  </a:cubicBezTo>
                  <a:cubicBezTo>
                    <a:pt x="1160" y="606"/>
                    <a:pt x="1159" y="609"/>
                    <a:pt x="1158" y="610"/>
                  </a:cubicBezTo>
                  <a:cubicBezTo>
                    <a:pt x="1157" y="611"/>
                    <a:pt x="1156" y="613"/>
                    <a:pt x="1155" y="614"/>
                  </a:cubicBezTo>
                  <a:cubicBezTo>
                    <a:pt x="1153" y="614"/>
                    <a:pt x="1150" y="613"/>
                    <a:pt x="1149" y="614"/>
                  </a:cubicBezTo>
                  <a:cubicBezTo>
                    <a:pt x="1148" y="615"/>
                    <a:pt x="1149" y="617"/>
                    <a:pt x="1149" y="618"/>
                  </a:cubicBezTo>
                  <a:cubicBezTo>
                    <a:pt x="1148" y="620"/>
                    <a:pt x="1147" y="623"/>
                    <a:pt x="1145" y="624"/>
                  </a:cubicBezTo>
                  <a:cubicBezTo>
                    <a:pt x="1143" y="626"/>
                    <a:pt x="1136" y="624"/>
                    <a:pt x="1133" y="624"/>
                  </a:cubicBezTo>
                  <a:cubicBezTo>
                    <a:pt x="1131" y="624"/>
                    <a:pt x="1126" y="623"/>
                    <a:pt x="1124" y="623"/>
                  </a:cubicBezTo>
                  <a:cubicBezTo>
                    <a:pt x="1122" y="624"/>
                    <a:pt x="1118" y="626"/>
                    <a:pt x="1116" y="628"/>
                  </a:cubicBezTo>
                  <a:cubicBezTo>
                    <a:pt x="1113" y="629"/>
                    <a:pt x="1109" y="634"/>
                    <a:pt x="1106" y="636"/>
                  </a:cubicBezTo>
                  <a:cubicBezTo>
                    <a:pt x="1104" y="637"/>
                    <a:pt x="1101" y="639"/>
                    <a:pt x="1099" y="639"/>
                  </a:cubicBezTo>
                  <a:cubicBezTo>
                    <a:pt x="1097" y="639"/>
                    <a:pt x="1094" y="637"/>
                    <a:pt x="1093" y="636"/>
                  </a:cubicBezTo>
                  <a:cubicBezTo>
                    <a:pt x="1090" y="636"/>
                    <a:pt x="1085" y="634"/>
                    <a:pt x="1082" y="634"/>
                  </a:cubicBezTo>
                  <a:cubicBezTo>
                    <a:pt x="1080" y="634"/>
                    <a:pt x="1075" y="633"/>
                    <a:pt x="1072" y="633"/>
                  </a:cubicBezTo>
                  <a:cubicBezTo>
                    <a:pt x="1070" y="633"/>
                    <a:pt x="1067" y="632"/>
                    <a:pt x="1065" y="633"/>
                  </a:cubicBezTo>
                  <a:cubicBezTo>
                    <a:pt x="1062" y="634"/>
                    <a:pt x="1056" y="637"/>
                    <a:pt x="1053" y="639"/>
                  </a:cubicBezTo>
                  <a:cubicBezTo>
                    <a:pt x="1051" y="641"/>
                    <a:pt x="1046" y="647"/>
                    <a:pt x="1044" y="649"/>
                  </a:cubicBezTo>
                  <a:cubicBezTo>
                    <a:pt x="1042" y="651"/>
                    <a:pt x="1037" y="656"/>
                    <a:pt x="1035" y="657"/>
                  </a:cubicBezTo>
                  <a:cubicBezTo>
                    <a:pt x="1033" y="658"/>
                    <a:pt x="1029" y="658"/>
                    <a:pt x="1027" y="658"/>
                  </a:cubicBezTo>
                  <a:cubicBezTo>
                    <a:pt x="1024" y="658"/>
                    <a:pt x="1019" y="657"/>
                    <a:pt x="1017" y="657"/>
                  </a:cubicBezTo>
                  <a:cubicBezTo>
                    <a:pt x="1014" y="657"/>
                    <a:pt x="1008" y="657"/>
                    <a:pt x="1005" y="658"/>
                  </a:cubicBezTo>
                  <a:cubicBezTo>
                    <a:pt x="1003" y="658"/>
                    <a:pt x="999" y="660"/>
                    <a:pt x="997" y="662"/>
                  </a:cubicBezTo>
                  <a:cubicBezTo>
                    <a:pt x="994" y="664"/>
                    <a:pt x="989" y="670"/>
                    <a:pt x="986" y="672"/>
                  </a:cubicBezTo>
                  <a:cubicBezTo>
                    <a:pt x="983" y="674"/>
                    <a:pt x="976" y="677"/>
                    <a:pt x="972" y="679"/>
                  </a:cubicBezTo>
                  <a:cubicBezTo>
                    <a:pt x="970" y="680"/>
                    <a:pt x="965" y="684"/>
                    <a:pt x="962" y="683"/>
                  </a:cubicBezTo>
                  <a:cubicBezTo>
                    <a:pt x="961" y="683"/>
                    <a:pt x="958" y="681"/>
                    <a:pt x="958" y="679"/>
                  </a:cubicBezTo>
                  <a:cubicBezTo>
                    <a:pt x="957" y="678"/>
                    <a:pt x="959" y="674"/>
                    <a:pt x="959" y="673"/>
                  </a:cubicBezTo>
                  <a:cubicBezTo>
                    <a:pt x="959" y="671"/>
                    <a:pt x="959" y="667"/>
                    <a:pt x="958" y="666"/>
                  </a:cubicBezTo>
                  <a:cubicBezTo>
                    <a:pt x="958" y="664"/>
                    <a:pt x="958" y="661"/>
                    <a:pt x="957" y="661"/>
                  </a:cubicBezTo>
                  <a:cubicBezTo>
                    <a:pt x="956" y="660"/>
                    <a:pt x="951" y="661"/>
                    <a:pt x="950" y="661"/>
                  </a:cubicBezTo>
                  <a:cubicBezTo>
                    <a:pt x="948" y="662"/>
                    <a:pt x="945" y="664"/>
                    <a:pt x="944" y="665"/>
                  </a:cubicBezTo>
                  <a:cubicBezTo>
                    <a:pt x="942" y="667"/>
                    <a:pt x="940" y="669"/>
                    <a:pt x="939" y="671"/>
                  </a:cubicBezTo>
                  <a:cubicBezTo>
                    <a:pt x="938" y="672"/>
                    <a:pt x="940" y="676"/>
                    <a:pt x="939" y="677"/>
                  </a:cubicBezTo>
                  <a:cubicBezTo>
                    <a:pt x="938" y="679"/>
                    <a:pt x="934" y="681"/>
                    <a:pt x="932" y="682"/>
                  </a:cubicBezTo>
                  <a:cubicBezTo>
                    <a:pt x="930" y="682"/>
                    <a:pt x="927" y="681"/>
                    <a:pt x="926" y="681"/>
                  </a:cubicBezTo>
                  <a:cubicBezTo>
                    <a:pt x="924" y="682"/>
                    <a:pt x="922" y="684"/>
                    <a:pt x="921" y="685"/>
                  </a:cubicBezTo>
                  <a:cubicBezTo>
                    <a:pt x="921" y="686"/>
                    <a:pt x="921" y="689"/>
                    <a:pt x="921" y="691"/>
                  </a:cubicBezTo>
                  <a:cubicBezTo>
                    <a:pt x="921" y="694"/>
                    <a:pt x="921" y="701"/>
                    <a:pt x="920" y="704"/>
                  </a:cubicBezTo>
                  <a:cubicBezTo>
                    <a:pt x="919" y="707"/>
                    <a:pt x="917" y="712"/>
                    <a:pt x="915" y="714"/>
                  </a:cubicBezTo>
                  <a:cubicBezTo>
                    <a:pt x="913" y="717"/>
                    <a:pt x="906" y="723"/>
                    <a:pt x="903" y="726"/>
                  </a:cubicBezTo>
                  <a:cubicBezTo>
                    <a:pt x="900" y="729"/>
                    <a:pt x="895" y="735"/>
                    <a:pt x="891" y="737"/>
                  </a:cubicBezTo>
                  <a:cubicBezTo>
                    <a:pt x="889" y="739"/>
                    <a:pt x="884" y="741"/>
                    <a:pt x="882" y="743"/>
                  </a:cubicBezTo>
                  <a:cubicBezTo>
                    <a:pt x="880" y="745"/>
                    <a:pt x="879" y="750"/>
                    <a:pt x="877" y="753"/>
                  </a:cubicBezTo>
                  <a:cubicBezTo>
                    <a:pt x="876" y="755"/>
                    <a:pt x="875" y="759"/>
                    <a:pt x="874" y="761"/>
                  </a:cubicBezTo>
                  <a:cubicBezTo>
                    <a:pt x="872" y="763"/>
                    <a:pt x="867" y="767"/>
                    <a:pt x="866" y="769"/>
                  </a:cubicBezTo>
                  <a:cubicBezTo>
                    <a:pt x="865" y="772"/>
                    <a:pt x="864" y="781"/>
                    <a:pt x="864" y="781"/>
                  </a:cubicBezTo>
                  <a:cubicBezTo>
                    <a:pt x="864" y="781"/>
                    <a:pt x="866" y="784"/>
                    <a:pt x="865" y="785"/>
                  </a:cubicBezTo>
                  <a:cubicBezTo>
                    <a:pt x="865" y="787"/>
                    <a:pt x="861" y="791"/>
                    <a:pt x="860" y="792"/>
                  </a:cubicBezTo>
                  <a:cubicBezTo>
                    <a:pt x="857" y="794"/>
                    <a:pt x="853" y="798"/>
                    <a:pt x="850" y="800"/>
                  </a:cubicBezTo>
                  <a:cubicBezTo>
                    <a:pt x="849" y="800"/>
                    <a:pt x="845" y="802"/>
                    <a:pt x="844" y="802"/>
                  </a:cubicBezTo>
                  <a:cubicBezTo>
                    <a:pt x="842" y="803"/>
                    <a:pt x="839" y="803"/>
                    <a:pt x="838" y="803"/>
                  </a:cubicBezTo>
                  <a:cubicBezTo>
                    <a:pt x="837" y="804"/>
                    <a:pt x="834" y="804"/>
                    <a:pt x="833" y="805"/>
                  </a:cubicBezTo>
                  <a:cubicBezTo>
                    <a:pt x="833" y="805"/>
                    <a:pt x="833" y="806"/>
                    <a:pt x="833" y="806"/>
                  </a:cubicBezTo>
                  <a:cubicBezTo>
                    <a:pt x="831" y="806"/>
                    <a:pt x="829" y="806"/>
                    <a:pt x="828" y="806"/>
                  </a:cubicBezTo>
                  <a:cubicBezTo>
                    <a:pt x="824" y="807"/>
                    <a:pt x="818" y="807"/>
                    <a:pt x="814" y="806"/>
                  </a:cubicBezTo>
                  <a:cubicBezTo>
                    <a:pt x="811" y="805"/>
                    <a:pt x="804" y="800"/>
                    <a:pt x="801" y="798"/>
                  </a:cubicBezTo>
                  <a:cubicBezTo>
                    <a:pt x="797" y="795"/>
                    <a:pt x="789" y="789"/>
                    <a:pt x="784" y="787"/>
                  </a:cubicBezTo>
                  <a:cubicBezTo>
                    <a:pt x="782" y="785"/>
                    <a:pt x="776" y="782"/>
                    <a:pt x="773" y="781"/>
                  </a:cubicBezTo>
                  <a:cubicBezTo>
                    <a:pt x="771" y="781"/>
                    <a:pt x="766" y="783"/>
                    <a:pt x="763" y="783"/>
                  </a:cubicBezTo>
                  <a:cubicBezTo>
                    <a:pt x="761" y="784"/>
                    <a:pt x="757" y="787"/>
                    <a:pt x="755" y="787"/>
                  </a:cubicBezTo>
                  <a:cubicBezTo>
                    <a:pt x="753" y="787"/>
                    <a:pt x="749" y="786"/>
                    <a:pt x="747" y="785"/>
                  </a:cubicBezTo>
                  <a:cubicBezTo>
                    <a:pt x="746" y="784"/>
                    <a:pt x="744" y="782"/>
                    <a:pt x="743" y="781"/>
                  </a:cubicBezTo>
                  <a:cubicBezTo>
                    <a:pt x="741" y="781"/>
                    <a:pt x="739" y="783"/>
                    <a:pt x="738" y="783"/>
                  </a:cubicBezTo>
                  <a:cubicBezTo>
                    <a:pt x="737" y="783"/>
                    <a:pt x="734" y="782"/>
                    <a:pt x="733" y="782"/>
                  </a:cubicBezTo>
                  <a:cubicBezTo>
                    <a:pt x="731" y="781"/>
                    <a:pt x="729" y="778"/>
                    <a:pt x="728" y="777"/>
                  </a:cubicBezTo>
                  <a:cubicBezTo>
                    <a:pt x="727" y="776"/>
                    <a:pt x="725" y="774"/>
                    <a:pt x="723" y="773"/>
                  </a:cubicBezTo>
                  <a:cubicBezTo>
                    <a:pt x="722" y="773"/>
                    <a:pt x="719" y="774"/>
                    <a:pt x="718" y="774"/>
                  </a:cubicBezTo>
                  <a:cubicBezTo>
                    <a:pt x="717" y="775"/>
                    <a:pt x="715" y="777"/>
                    <a:pt x="714" y="777"/>
                  </a:cubicBezTo>
                  <a:cubicBezTo>
                    <a:pt x="712" y="778"/>
                    <a:pt x="707" y="776"/>
                    <a:pt x="705" y="775"/>
                  </a:cubicBezTo>
                  <a:cubicBezTo>
                    <a:pt x="703" y="773"/>
                    <a:pt x="704" y="766"/>
                    <a:pt x="703" y="764"/>
                  </a:cubicBezTo>
                  <a:cubicBezTo>
                    <a:pt x="702" y="762"/>
                    <a:pt x="700" y="758"/>
                    <a:pt x="699" y="757"/>
                  </a:cubicBezTo>
                  <a:cubicBezTo>
                    <a:pt x="698" y="756"/>
                    <a:pt x="695" y="753"/>
                    <a:pt x="694" y="753"/>
                  </a:cubicBezTo>
                  <a:cubicBezTo>
                    <a:pt x="692" y="753"/>
                    <a:pt x="688" y="756"/>
                    <a:pt x="687" y="756"/>
                  </a:cubicBezTo>
                  <a:cubicBezTo>
                    <a:pt x="685" y="755"/>
                    <a:pt x="682" y="754"/>
                    <a:pt x="682" y="753"/>
                  </a:cubicBezTo>
                  <a:cubicBezTo>
                    <a:pt x="681" y="751"/>
                    <a:pt x="683" y="748"/>
                    <a:pt x="683" y="747"/>
                  </a:cubicBezTo>
                  <a:cubicBezTo>
                    <a:pt x="683" y="745"/>
                    <a:pt x="681" y="741"/>
                    <a:pt x="680" y="739"/>
                  </a:cubicBezTo>
                  <a:cubicBezTo>
                    <a:pt x="680" y="737"/>
                    <a:pt x="677" y="735"/>
                    <a:pt x="676" y="734"/>
                  </a:cubicBezTo>
                  <a:cubicBezTo>
                    <a:pt x="675" y="732"/>
                    <a:pt x="672" y="729"/>
                    <a:pt x="670" y="729"/>
                  </a:cubicBezTo>
                  <a:cubicBezTo>
                    <a:pt x="669" y="729"/>
                    <a:pt x="668" y="731"/>
                    <a:pt x="667" y="731"/>
                  </a:cubicBezTo>
                  <a:cubicBezTo>
                    <a:pt x="666" y="732"/>
                    <a:pt x="663" y="731"/>
                    <a:pt x="662" y="731"/>
                  </a:cubicBezTo>
                  <a:cubicBezTo>
                    <a:pt x="661" y="730"/>
                    <a:pt x="659" y="726"/>
                    <a:pt x="658" y="725"/>
                  </a:cubicBezTo>
                  <a:cubicBezTo>
                    <a:pt x="656" y="725"/>
                    <a:pt x="655" y="728"/>
                    <a:pt x="654" y="728"/>
                  </a:cubicBezTo>
                  <a:cubicBezTo>
                    <a:pt x="653" y="728"/>
                    <a:pt x="651" y="726"/>
                    <a:pt x="650" y="725"/>
                  </a:cubicBezTo>
                  <a:cubicBezTo>
                    <a:pt x="649" y="724"/>
                    <a:pt x="649" y="723"/>
                    <a:pt x="648" y="723"/>
                  </a:cubicBezTo>
                  <a:cubicBezTo>
                    <a:pt x="646" y="722"/>
                    <a:pt x="644" y="724"/>
                    <a:pt x="643" y="725"/>
                  </a:cubicBezTo>
                  <a:cubicBezTo>
                    <a:pt x="641" y="726"/>
                    <a:pt x="639" y="730"/>
                    <a:pt x="638" y="731"/>
                  </a:cubicBezTo>
                  <a:cubicBezTo>
                    <a:pt x="637" y="732"/>
                    <a:pt x="635" y="734"/>
                    <a:pt x="635" y="736"/>
                  </a:cubicBezTo>
                  <a:cubicBezTo>
                    <a:pt x="635" y="738"/>
                    <a:pt x="639" y="740"/>
                    <a:pt x="639" y="741"/>
                  </a:cubicBezTo>
                  <a:cubicBezTo>
                    <a:pt x="640" y="743"/>
                    <a:pt x="640" y="747"/>
                    <a:pt x="639" y="748"/>
                  </a:cubicBezTo>
                  <a:cubicBezTo>
                    <a:pt x="639" y="749"/>
                    <a:pt x="637" y="751"/>
                    <a:pt x="636" y="752"/>
                  </a:cubicBezTo>
                  <a:cubicBezTo>
                    <a:pt x="636" y="753"/>
                    <a:pt x="635" y="755"/>
                    <a:pt x="635" y="756"/>
                  </a:cubicBezTo>
                  <a:cubicBezTo>
                    <a:pt x="635" y="757"/>
                    <a:pt x="637" y="761"/>
                    <a:pt x="635" y="761"/>
                  </a:cubicBezTo>
                  <a:cubicBezTo>
                    <a:pt x="634" y="762"/>
                    <a:pt x="633" y="759"/>
                    <a:pt x="633" y="758"/>
                  </a:cubicBezTo>
                  <a:cubicBezTo>
                    <a:pt x="632" y="756"/>
                    <a:pt x="631" y="752"/>
                    <a:pt x="630" y="750"/>
                  </a:cubicBezTo>
                  <a:cubicBezTo>
                    <a:pt x="629" y="748"/>
                    <a:pt x="626" y="746"/>
                    <a:pt x="625" y="745"/>
                  </a:cubicBezTo>
                  <a:cubicBezTo>
                    <a:pt x="623" y="745"/>
                    <a:pt x="620" y="745"/>
                    <a:pt x="618" y="746"/>
                  </a:cubicBezTo>
                  <a:cubicBezTo>
                    <a:pt x="617" y="746"/>
                    <a:pt x="616" y="749"/>
                    <a:pt x="615" y="751"/>
                  </a:cubicBezTo>
                  <a:cubicBezTo>
                    <a:pt x="614" y="752"/>
                    <a:pt x="611" y="755"/>
                    <a:pt x="609" y="756"/>
                  </a:cubicBezTo>
                  <a:cubicBezTo>
                    <a:pt x="609" y="757"/>
                    <a:pt x="607" y="759"/>
                    <a:pt x="606" y="759"/>
                  </a:cubicBezTo>
                  <a:cubicBezTo>
                    <a:pt x="605" y="759"/>
                    <a:pt x="602" y="757"/>
                    <a:pt x="600" y="756"/>
                  </a:cubicBezTo>
                  <a:cubicBezTo>
                    <a:pt x="599" y="755"/>
                    <a:pt x="597" y="755"/>
                    <a:pt x="597" y="754"/>
                  </a:cubicBezTo>
                  <a:cubicBezTo>
                    <a:pt x="596" y="753"/>
                    <a:pt x="598" y="749"/>
                    <a:pt x="598" y="748"/>
                  </a:cubicBezTo>
                  <a:cubicBezTo>
                    <a:pt x="598" y="746"/>
                    <a:pt x="597" y="744"/>
                    <a:pt x="596" y="743"/>
                  </a:cubicBezTo>
                  <a:cubicBezTo>
                    <a:pt x="595" y="742"/>
                    <a:pt x="591" y="743"/>
                    <a:pt x="590" y="743"/>
                  </a:cubicBezTo>
                  <a:cubicBezTo>
                    <a:pt x="589" y="742"/>
                    <a:pt x="586" y="743"/>
                    <a:pt x="585" y="742"/>
                  </a:cubicBezTo>
                  <a:cubicBezTo>
                    <a:pt x="583" y="742"/>
                    <a:pt x="582" y="740"/>
                    <a:pt x="581" y="739"/>
                  </a:cubicBezTo>
                  <a:cubicBezTo>
                    <a:pt x="580" y="739"/>
                    <a:pt x="579" y="739"/>
                    <a:pt x="578" y="739"/>
                  </a:cubicBezTo>
                  <a:cubicBezTo>
                    <a:pt x="576" y="739"/>
                    <a:pt x="574" y="738"/>
                    <a:pt x="572" y="738"/>
                  </a:cubicBezTo>
                  <a:cubicBezTo>
                    <a:pt x="571" y="737"/>
                    <a:pt x="569" y="735"/>
                    <a:pt x="567" y="735"/>
                  </a:cubicBezTo>
                  <a:cubicBezTo>
                    <a:pt x="566" y="735"/>
                    <a:pt x="562" y="736"/>
                    <a:pt x="560" y="736"/>
                  </a:cubicBezTo>
                  <a:cubicBezTo>
                    <a:pt x="559" y="736"/>
                    <a:pt x="556" y="735"/>
                    <a:pt x="555" y="736"/>
                  </a:cubicBezTo>
                  <a:cubicBezTo>
                    <a:pt x="554" y="736"/>
                    <a:pt x="553" y="740"/>
                    <a:pt x="552" y="741"/>
                  </a:cubicBezTo>
                  <a:cubicBezTo>
                    <a:pt x="551" y="742"/>
                    <a:pt x="549" y="743"/>
                    <a:pt x="548" y="744"/>
                  </a:cubicBezTo>
                  <a:cubicBezTo>
                    <a:pt x="547" y="745"/>
                    <a:pt x="546" y="748"/>
                    <a:pt x="545" y="749"/>
                  </a:cubicBezTo>
                  <a:cubicBezTo>
                    <a:pt x="543" y="750"/>
                    <a:pt x="539" y="750"/>
                    <a:pt x="537" y="749"/>
                  </a:cubicBezTo>
                  <a:cubicBezTo>
                    <a:pt x="535" y="749"/>
                    <a:pt x="531" y="747"/>
                    <a:pt x="530" y="745"/>
                  </a:cubicBezTo>
                  <a:cubicBezTo>
                    <a:pt x="529" y="743"/>
                    <a:pt x="528" y="738"/>
                    <a:pt x="528" y="736"/>
                  </a:cubicBezTo>
                  <a:cubicBezTo>
                    <a:pt x="529" y="734"/>
                    <a:pt x="534" y="732"/>
                    <a:pt x="535" y="731"/>
                  </a:cubicBezTo>
                  <a:cubicBezTo>
                    <a:pt x="536" y="730"/>
                    <a:pt x="536" y="727"/>
                    <a:pt x="536" y="726"/>
                  </a:cubicBezTo>
                  <a:cubicBezTo>
                    <a:pt x="536" y="725"/>
                    <a:pt x="535" y="722"/>
                    <a:pt x="534" y="721"/>
                  </a:cubicBezTo>
                  <a:cubicBezTo>
                    <a:pt x="533" y="720"/>
                    <a:pt x="529" y="718"/>
                    <a:pt x="528" y="717"/>
                  </a:cubicBezTo>
                  <a:cubicBezTo>
                    <a:pt x="527" y="716"/>
                    <a:pt x="525" y="713"/>
                    <a:pt x="525" y="712"/>
                  </a:cubicBezTo>
                  <a:cubicBezTo>
                    <a:pt x="524" y="710"/>
                    <a:pt x="526" y="706"/>
                    <a:pt x="527" y="705"/>
                  </a:cubicBezTo>
                  <a:cubicBezTo>
                    <a:pt x="528" y="703"/>
                    <a:pt x="530" y="702"/>
                    <a:pt x="531" y="700"/>
                  </a:cubicBezTo>
                  <a:cubicBezTo>
                    <a:pt x="533" y="699"/>
                    <a:pt x="538" y="696"/>
                    <a:pt x="539" y="694"/>
                  </a:cubicBezTo>
                  <a:cubicBezTo>
                    <a:pt x="540" y="692"/>
                    <a:pt x="540" y="688"/>
                    <a:pt x="542" y="686"/>
                  </a:cubicBezTo>
                  <a:cubicBezTo>
                    <a:pt x="543" y="685"/>
                    <a:pt x="548" y="687"/>
                    <a:pt x="550" y="686"/>
                  </a:cubicBezTo>
                  <a:cubicBezTo>
                    <a:pt x="551" y="686"/>
                    <a:pt x="555" y="685"/>
                    <a:pt x="557" y="684"/>
                  </a:cubicBezTo>
                  <a:cubicBezTo>
                    <a:pt x="558" y="683"/>
                    <a:pt x="559" y="680"/>
                    <a:pt x="559" y="679"/>
                  </a:cubicBezTo>
                  <a:cubicBezTo>
                    <a:pt x="560" y="677"/>
                    <a:pt x="559" y="673"/>
                    <a:pt x="559" y="671"/>
                  </a:cubicBezTo>
                  <a:cubicBezTo>
                    <a:pt x="560" y="669"/>
                    <a:pt x="563" y="667"/>
                    <a:pt x="564" y="665"/>
                  </a:cubicBezTo>
                  <a:cubicBezTo>
                    <a:pt x="566" y="663"/>
                    <a:pt x="568" y="660"/>
                    <a:pt x="569" y="658"/>
                  </a:cubicBezTo>
                  <a:cubicBezTo>
                    <a:pt x="569" y="656"/>
                    <a:pt x="569" y="653"/>
                    <a:pt x="569" y="652"/>
                  </a:cubicBezTo>
                  <a:cubicBezTo>
                    <a:pt x="568" y="651"/>
                    <a:pt x="564" y="652"/>
                    <a:pt x="564" y="651"/>
                  </a:cubicBezTo>
                  <a:cubicBezTo>
                    <a:pt x="563" y="650"/>
                    <a:pt x="563" y="647"/>
                    <a:pt x="564" y="646"/>
                  </a:cubicBezTo>
                  <a:cubicBezTo>
                    <a:pt x="564" y="645"/>
                    <a:pt x="566" y="643"/>
                    <a:pt x="567" y="642"/>
                  </a:cubicBezTo>
                  <a:cubicBezTo>
                    <a:pt x="567" y="641"/>
                    <a:pt x="567" y="638"/>
                    <a:pt x="567" y="636"/>
                  </a:cubicBezTo>
                  <a:cubicBezTo>
                    <a:pt x="567" y="635"/>
                    <a:pt x="565" y="633"/>
                    <a:pt x="564" y="632"/>
                  </a:cubicBezTo>
                  <a:cubicBezTo>
                    <a:pt x="564" y="631"/>
                    <a:pt x="563" y="628"/>
                    <a:pt x="562" y="627"/>
                  </a:cubicBezTo>
                  <a:cubicBezTo>
                    <a:pt x="561" y="626"/>
                    <a:pt x="559" y="625"/>
                    <a:pt x="558" y="624"/>
                  </a:cubicBezTo>
                  <a:cubicBezTo>
                    <a:pt x="556" y="624"/>
                    <a:pt x="553" y="625"/>
                    <a:pt x="552" y="625"/>
                  </a:cubicBezTo>
                  <a:cubicBezTo>
                    <a:pt x="550" y="626"/>
                    <a:pt x="548" y="627"/>
                    <a:pt x="547" y="628"/>
                  </a:cubicBezTo>
                  <a:cubicBezTo>
                    <a:pt x="547" y="630"/>
                    <a:pt x="548" y="634"/>
                    <a:pt x="547" y="635"/>
                  </a:cubicBezTo>
                  <a:cubicBezTo>
                    <a:pt x="545" y="637"/>
                    <a:pt x="540" y="637"/>
                    <a:pt x="538" y="638"/>
                  </a:cubicBezTo>
                  <a:cubicBezTo>
                    <a:pt x="535" y="638"/>
                    <a:pt x="530" y="640"/>
                    <a:pt x="528" y="641"/>
                  </a:cubicBezTo>
                  <a:cubicBezTo>
                    <a:pt x="527" y="641"/>
                    <a:pt x="524" y="642"/>
                    <a:pt x="523" y="643"/>
                  </a:cubicBezTo>
                  <a:cubicBezTo>
                    <a:pt x="522" y="643"/>
                    <a:pt x="520" y="643"/>
                    <a:pt x="519" y="644"/>
                  </a:cubicBezTo>
                  <a:cubicBezTo>
                    <a:pt x="517" y="644"/>
                    <a:pt x="513" y="645"/>
                    <a:pt x="511" y="645"/>
                  </a:cubicBezTo>
                  <a:cubicBezTo>
                    <a:pt x="510" y="645"/>
                    <a:pt x="508" y="644"/>
                    <a:pt x="507" y="644"/>
                  </a:cubicBezTo>
                  <a:cubicBezTo>
                    <a:pt x="506" y="643"/>
                    <a:pt x="503" y="642"/>
                    <a:pt x="501" y="642"/>
                  </a:cubicBezTo>
                  <a:cubicBezTo>
                    <a:pt x="500" y="642"/>
                    <a:pt x="498" y="644"/>
                    <a:pt x="497" y="645"/>
                  </a:cubicBezTo>
                  <a:cubicBezTo>
                    <a:pt x="496" y="646"/>
                    <a:pt x="495" y="649"/>
                    <a:pt x="495" y="650"/>
                  </a:cubicBezTo>
                  <a:cubicBezTo>
                    <a:pt x="495" y="652"/>
                    <a:pt x="496" y="655"/>
                    <a:pt x="497" y="656"/>
                  </a:cubicBezTo>
                  <a:cubicBezTo>
                    <a:pt x="498" y="657"/>
                    <a:pt x="500" y="657"/>
                    <a:pt x="501" y="658"/>
                  </a:cubicBezTo>
                  <a:cubicBezTo>
                    <a:pt x="502" y="659"/>
                    <a:pt x="504" y="661"/>
                    <a:pt x="505" y="663"/>
                  </a:cubicBezTo>
                  <a:cubicBezTo>
                    <a:pt x="505" y="664"/>
                    <a:pt x="504" y="665"/>
                    <a:pt x="504" y="666"/>
                  </a:cubicBezTo>
                  <a:cubicBezTo>
                    <a:pt x="503" y="666"/>
                    <a:pt x="501" y="666"/>
                    <a:pt x="500" y="666"/>
                  </a:cubicBezTo>
                  <a:cubicBezTo>
                    <a:pt x="500" y="667"/>
                    <a:pt x="500" y="669"/>
                    <a:pt x="500" y="670"/>
                  </a:cubicBezTo>
                  <a:cubicBezTo>
                    <a:pt x="501" y="671"/>
                    <a:pt x="502" y="673"/>
                    <a:pt x="503" y="674"/>
                  </a:cubicBezTo>
                  <a:cubicBezTo>
                    <a:pt x="503" y="675"/>
                    <a:pt x="503" y="678"/>
                    <a:pt x="502" y="679"/>
                  </a:cubicBezTo>
                  <a:cubicBezTo>
                    <a:pt x="501" y="680"/>
                    <a:pt x="499" y="682"/>
                    <a:pt x="498" y="682"/>
                  </a:cubicBezTo>
                  <a:cubicBezTo>
                    <a:pt x="497" y="683"/>
                    <a:pt x="496" y="685"/>
                    <a:pt x="495" y="684"/>
                  </a:cubicBezTo>
                  <a:cubicBezTo>
                    <a:pt x="494" y="684"/>
                    <a:pt x="493" y="682"/>
                    <a:pt x="493" y="681"/>
                  </a:cubicBezTo>
                  <a:cubicBezTo>
                    <a:pt x="491" y="679"/>
                    <a:pt x="489" y="675"/>
                    <a:pt x="488" y="673"/>
                  </a:cubicBezTo>
                  <a:cubicBezTo>
                    <a:pt x="487" y="671"/>
                    <a:pt x="486" y="668"/>
                    <a:pt x="485" y="667"/>
                  </a:cubicBezTo>
                  <a:cubicBezTo>
                    <a:pt x="484" y="666"/>
                    <a:pt x="483" y="664"/>
                    <a:pt x="482" y="663"/>
                  </a:cubicBezTo>
                  <a:cubicBezTo>
                    <a:pt x="481" y="663"/>
                    <a:pt x="479" y="663"/>
                    <a:pt x="478" y="664"/>
                  </a:cubicBezTo>
                  <a:cubicBezTo>
                    <a:pt x="477" y="664"/>
                    <a:pt x="477" y="667"/>
                    <a:pt x="477" y="668"/>
                  </a:cubicBezTo>
                  <a:cubicBezTo>
                    <a:pt x="476" y="670"/>
                    <a:pt x="476" y="673"/>
                    <a:pt x="474" y="675"/>
                  </a:cubicBezTo>
                  <a:cubicBezTo>
                    <a:pt x="474" y="675"/>
                    <a:pt x="472" y="676"/>
                    <a:pt x="472" y="676"/>
                  </a:cubicBezTo>
                  <a:cubicBezTo>
                    <a:pt x="469" y="677"/>
                    <a:pt x="465" y="677"/>
                    <a:pt x="463" y="677"/>
                  </a:cubicBezTo>
                  <a:cubicBezTo>
                    <a:pt x="461" y="677"/>
                    <a:pt x="456" y="676"/>
                    <a:pt x="454" y="675"/>
                  </a:cubicBezTo>
                  <a:cubicBezTo>
                    <a:pt x="452" y="674"/>
                    <a:pt x="450" y="669"/>
                    <a:pt x="448" y="667"/>
                  </a:cubicBezTo>
                  <a:cubicBezTo>
                    <a:pt x="446" y="665"/>
                    <a:pt x="443" y="659"/>
                    <a:pt x="441" y="658"/>
                  </a:cubicBezTo>
                  <a:cubicBezTo>
                    <a:pt x="439" y="655"/>
                    <a:pt x="433" y="653"/>
                    <a:pt x="430" y="651"/>
                  </a:cubicBezTo>
                  <a:cubicBezTo>
                    <a:pt x="428" y="650"/>
                    <a:pt x="424" y="649"/>
                    <a:pt x="423" y="648"/>
                  </a:cubicBezTo>
                  <a:cubicBezTo>
                    <a:pt x="421" y="646"/>
                    <a:pt x="419" y="642"/>
                    <a:pt x="418" y="639"/>
                  </a:cubicBezTo>
                  <a:cubicBezTo>
                    <a:pt x="417" y="637"/>
                    <a:pt x="415" y="630"/>
                    <a:pt x="414" y="627"/>
                  </a:cubicBezTo>
                  <a:cubicBezTo>
                    <a:pt x="414" y="625"/>
                    <a:pt x="413" y="620"/>
                    <a:pt x="412" y="617"/>
                  </a:cubicBezTo>
                  <a:cubicBezTo>
                    <a:pt x="410" y="614"/>
                    <a:pt x="407" y="607"/>
                    <a:pt x="404" y="605"/>
                  </a:cubicBezTo>
                  <a:cubicBezTo>
                    <a:pt x="403" y="603"/>
                    <a:pt x="399" y="600"/>
                    <a:pt x="397" y="599"/>
                  </a:cubicBezTo>
                  <a:cubicBezTo>
                    <a:pt x="394" y="597"/>
                    <a:pt x="387" y="595"/>
                    <a:pt x="386" y="593"/>
                  </a:cubicBezTo>
                  <a:cubicBezTo>
                    <a:pt x="386" y="591"/>
                    <a:pt x="389" y="587"/>
                    <a:pt x="389" y="585"/>
                  </a:cubicBezTo>
                  <a:cubicBezTo>
                    <a:pt x="388" y="584"/>
                    <a:pt x="387" y="582"/>
                    <a:pt x="385" y="582"/>
                  </a:cubicBezTo>
                  <a:cubicBezTo>
                    <a:pt x="384" y="581"/>
                    <a:pt x="382" y="582"/>
                    <a:pt x="381" y="582"/>
                  </a:cubicBezTo>
                  <a:cubicBezTo>
                    <a:pt x="380" y="583"/>
                    <a:pt x="381" y="585"/>
                    <a:pt x="380" y="586"/>
                  </a:cubicBezTo>
                  <a:cubicBezTo>
                    <a:pt x="379" y="587"/>
                    <a:pt x="377" y="589"/>
                    <a:pt x="375" y="589"/>
                  </a:cubicBezTo>
                  <a:cubicBezTo>
                    <a:pt x="373" y="589"/>
                    <a:pt x="370" y="587"/>
                    <a:pt x="369" y="586"/>
                  </a:cubicBezTo>
                  <a:cubicBezTo>
                    <a:pt x="368" y="584"/>
                    <a:pt x="366" y="580"/>
                    <a:pt x="364" y="578"/>
                  </a:cubicBezTo>
                  <a:cubicBezTo>
                    <a:pt x="363" y="577"/>
                    <a:pt x="360" y="576"/>
                    <a:pt x="358" y="576"/>
                  </a:cubicBezTo>
                  <a:cubicBezTo>
                    <a:pt x="356" y="576"/>
                    <a:pt x="353" y="575"/>
                    <a:pt x="351" y="575"/>
                  </a:cubicBezTo>
                  <a:cubicBezTo>
                    <a:pt x="349" y="576"/>
                    <a:pt x="347" y="577"/>
                    <a:pt x="346" y="578"/>
                  </a:cubicBezTo>
                  <a:cubicBezTo>
                    <a:pt x="343" y="579"/>
                    <a:pt x="338" y="583"/>
                    <a:pt x="336" y="585"/>
                  </a:cubicBezTo>
                  <a:cubicBezTo>
                    <a:pt x="335" y="586"/>
                    <a:pt x="333" y="589"/>
                    <a:pt x="332" y="588"/>
                  </a:cubicBezTo>
                  <a:cubicBezTo>
                    <a:pt x="330" y="588"/>
                    <a:pt x="328" y="585"/>
                    <a:pt x="327" y="583"/>
                  </a:cubicBezTo>
                  <a:cubicBezTo>
                    <a:pt x="326" y="581"/>
                    <a:pt x="324" y="578"/>
                    <a:pt x="324" y="576"/>
                  </a:cubicBezTo>
                  <a:cubicBezTo>
                    <a:pt x="324" y="574"/>
                    <a:pt x="325" y="570"/>
                    <a:pt x="325" y="568"/>
                  </a:cubicBezTo>
                  <a:cubicBezTo>
                    <a:pt x="326" y="565"/>
                    <a:pt x="325" y="558"/>
                    <a:pt x="325" y="555"/>
                  </a:cubicBezTo>
                  <a:cubicBezTo>
                    <a:pt x="325" y="554"/>
                    <a:pt x="323" y="551"/>
                    <a:pt x="323" y="550"/>
                  </a:cubicBezTo>
                  <a:cubicBezTo>
                    <a:pt x="322" y="547"/>
                    <a:pt x="324" y="542"/>
                    <a:pt x="323" y="540"/>
                  </a:cubicBezTo>
                  <a:cubicBezTo>
                    <a:pt x="323" y="539"/>
                    <a:pt x="322" y="536"/>
                    <a:pt x="321" y="535"/>
                  </a:cubicBezTo>
                  <a:cubicBezTo>
                    <a:pt x="320" y="534"/>
                    <a:pt x="317" y="533"/>
                    <a:pt x="316" y="533"/>
                  </a:cubicBezTo>
                  <a:cubicBezTo>
                    <a:pt x="315" y="533"/>
                    <a:pt x="312" y="535"/>
                    <a:pt x="311" y="535"/>
                  </a:cubicBezTo>
                  <a:cubicBezTo>
                    <a:pt x="309" y="536"/>
                    <a:pt x="306" y="536"/>
                    <a:pt x="304" y="536"/>
                  </a:cubicBezTo>
                  <a:cubicBezTo>
                    <a:pt x="303" y="535"/>
                    <a:pt x="302" y="533"/>
                    <a:pt x="301" y="532"/>
                  </a:cubicBezTo>
                  <a:cubicBezTo>
                    <a:pt x="299" y="530"/>
                    <a:pt x="295" y="528"/>
                    <a:pt x="294" y="526"/>
                  </a:cubicBezTo>
                  <a:cubicBezTo>
                    <a:pt x="294" y="525"/>
                    <a:pt x="295" y="522"/>
                    <a:pt x="295" y="521"/>
                  </a:cubicBezTo>
                  <a:cubicBezTo>
                    <a:pt x="296" y="519"/>
                    <a:pt x="297" y="517"/>
                    <a:pt x="298" y="515"/>
                  </a:cubicBezTo>
                  <a:cubicBezTo>
                    <a:pt x="299" y="514"/>
                    <a:pt x="301" y="513"/>
                    <a:pt x="302" y="512"/>
                  </a:cubicBezTo>
                  <a:cubicBezTo>
                    <a:pt x="302" y="511"/>
                    <a:pt x="304" y="509"/>
                    <a:pt x="304" y="507"/>
                  </a:cubicBezTo>
                  <a:cubicBezTo>
                    <a:pt x="304" y="506"/>
                    <a:pt x="302" y="505"/>
                    <a:pt x="301" y="504"/>
                  </a:cubicBezTo>
                  <a:cubicBezTo>
                    <a:pt x="301" y="504"/>
                    <a:pt x="299" y="503"/>
                    <a:pt x="298" y="503"/>
                  </a:cubicBezTo>
                  <a:cubicBezTo>
                    <a:pt x="297" y="503"/>
                    <a:pt x="295" y="503"/>
                    <a:pt x="294" y="503"/>
                  </a:cubicBezTo>
                  <a:cubicBezTo>
                    <a:pt x="292" y="504"/>
                    <a:pt x="289" y="505"/>
                    <a:pt x="289" y="506"/>
                  </a:cubicBezTo>
                  <a:cubicBezTo>
                    <a:pt x="289" y="507"/>
                    <a:pt x="291" y="510"/>
                    <a:pt x="291" y="511"/>
                  </a:cubicBezTo>
                  <a:cubicBezTo>
                    <a:pt x="291" y="512"/>
                    <a:pt x="292" y="516"/>
                    <a:pt x="291" y="517"/>
                  </a:cubicBezTo>
                  <a:cubicBezTo>
                    <a:pt x="291" y="518"/>
                    <a:pt x="290" y="520"/>
                    <a:pt x="289" y="520"/>
                  </a:cubicBezTo>
                  <a:cubicBezTo>
                    <a:pt x="288" y="520"/>
                    <a:pt x="285" y="518"/>
                    <a:pt x="284" y="518"/>
                  </a:cubicBezTo>
                  <a:cubicBezTo>
                    <a:pt x="283" y="517"/>
                    <a:pt x="280" y="516"/>
                    <a:pt x="279" y="515"/>
                  </a:cubicBezTo>
                  <a:cubicBezTo>
                    <a:pt x="277" y="515"/>
                    <a:pt x="274" y="515"/>
                    <a:pt x="274" y="514"/>
                  </a:cubicBezTo>
                  <a:cubicBezTo>
                    <a:pt x="273" y="513"/>
                    <a:pt x="272" y="510"/>
                    <a:pt x="272" y="509"/>
                  </a:cubicBezTo>
                  <a:cubicBezTo>
                    <a:pt x="272" y="507"/>
                    <a:pt x="272" y="504"/>
                    <a:pt x="273" y="502"/>
                  </a:cubicBezTo>
                  <a:cubicBezTo>
                    <a:pt x="273" y="501"/>
                    <a:pt x="275" y="500"/>
                    <a:pt x="276" y="499"/>
                  </a:cubicBezTo>
                  <a:cubicBezTo>
                    <a:pt x="276" y="497"/>
                    <a:pt x="275" y="495"/>
                    <a:pt x="274" y="494"/>
                  </a:cubicBezTo>
                  <a:cubicBezTo>
                    <a:pt x="273" y="493"/>
                    <a:pt x="270" y="495"/>
                    <a:pt x="269" y="495"/>
                  </a:cubicBezTo>
                  <a:cubicBezTo>
                    <a:pt x="268" y="494"/>
                    <a:pt x="267" y="492"/>
                    <a:pt x="267" y="492"/>
                  </a:cubicBezTo>
                  <a:cubicBezTo>
                    <a:pt x="265" y="490"/>
                    <a:pt x="263" y="487"/>
                    <a:pt x="261" y="486"/>
                  </a:cubicBezTo>
                  <a:cubicBezTo>
                    <a:pt x="259" y="486"/>
                    <a:pt x="256" y="486"/>
                    <a:pt x="254" y="486"/>
                  </a:cubicBezTo>
                  <a:cubicBezTo>
                    <a:pt x="252" y="486"/>
                    <a:pt x="247" y="486"/>
                    <a:pt x="245" y="486"/>
                  </a:cubicBezTo>
                  <a:cubicBezTo>
                    <a:pt x="243" y="485"/>
                    <a:pt x="240" y="483"/>
                    <a:pt x="238" y="482"/>
                  </a:cubicBezTo>
                  <a:cubicBezTo>
                    <a:pt x="237" y="480"/>
                    <a:pt x="234" y="475"/>
                    <a:pt x="233" y="473"/>
                  </a:cubicBezTo>
                  <a:cubicBezTo>
                    <a:pt x="231" y="471"/>
                    <a:pt x="229" y="465"/>
                    <a:pt x="227" y="464"/>
                  </a:cubicBezTo>
                  <a:cubicBezTo>
                    <a:pt x="226" y="463"/>
                    <a:pt x="222" y="464"/>
                    <a:pt x="220" y="464"/>
                  </a:cubicBezTo>
                  <a:cubicBezTo>
                    <a:pt x="218" y="464"/>
                    <a:pt x="214" y="465"/>
                    <a:pt x="212" y="465"/>
                  </a:cubicBezTo>
                  <a:cubicBezTo>
                    <a:pt x="210" y="464"/>
                    <a:pt x="209" y="462"/>
                    <a:pt x="208" y="461"/>
                  </a:cubicBezTo>
                  <a:cubicBezTo>
                    <a:pt x="207" y="460"/>
                    <a:pt x="205" y="458"/>
                    <a:pt x="204" y="458"/>
                  </a:cubicBezTo>
                  <a:cubicBezTo>
                    <a:pt x="203" y="458"/>
                    <a:pt x="201" y="459"/>
                    <a:pt x="201" y="458"/>
                  </a:cubicBezTo>
                  <a:cubicBezTo>
                    <a:pt x="200" y="458"/>
                    <a:pt x="197" y="458"/>
                    <a:pt x="197" y="457"/>
                  </a:cubicBezTo>
                  <a:cubicBezTo>
                    <a:pt x="196" y="455"/>
                    <a:pt x="198" y="450"/>
                    <a:pt x="198" y="448"/>
                  </a:cubicBezTo>
                  <a:cubicBezTo>
                    <a:pt x="198" y="446"/>
                    <a:pt x="198" y="442"/>
                    <a:pt x="198" y="440"/>
                  </a:cubicBezTo>
                  <a:cubicBezTo>
                    <a:pt x="197" y="439"/>
                    <a:pt x="196" y="436"/>
                    <a:pt x="195" y="435"/>
                  </a:cubicBezTo>
                  <a:cubicBezTo>
                    <a:pt x="194" y="435"/>
                    <a:pt x="191" y="435"/>
                    <a:pt x="189" y="435"/>
                  </a:cubicBezTo>
                  <a:cubicBezTo>
                    <a:pt x="188" y="434"/>
                    <a:pt x="186" y="431"/>
                    <a:pt x="185" y="429"/>
                  </a:cubicBezTo>
                  <a:cubicBezTo>
                    <a:pt x="183" y="428"/>
                    <a:pt x="180" y="424"/>
                    <a:pt x="178" y="423"/>
                  </a:cubicBezTo>
                  <a:cubicBezTo>
                    <a:pt x="177" y="423"/>
                    <a:pt x="175" y="423"/>
                    <a:pt x="174" y="423"/>
                  </a:cubicBezTo>
                  <a:cubicBezTo>
                    <a:pt x="173" y="425"/>
                    <a:pt x="174" y="429"/>
                    <a:pt x="173" y="430"/>
                  </a:cubicBezTo>
                  <a:cubicBezTo>
                    <a:pt x="173" y="432"/>
                    <a:pt x="170" y="434"/>
                    <a:pt x="169" y="434"/>
                  </a:cubicBezTo>
                  <a:cubicBezTo>
                    <a:pt x="167" y="436"/>
                    <a:pt x="161" y="437"/>
                    <a:pt x="158" y="438"/>
                  </a:cubicBezTo>
                  <a:cubicBezTo>
                    <a:pt x="155" y="438"/>
                    <a:pt x="150" y="439"/>
                    <a:pt x="148" y="438"/>
                  </a:cubicBezTo>
                  <a:cubicBezTo>
                    <a:pt x="146" y="438"/>
                    <a:pt x="143" y="435"/>
                    <a:pt x="142" y="434"/>
                  </a:cubicBezTo>
                  <a:cubicBezTo>
                    <a:pt x="140" y="433"/>
                    <a:pt x="137" y="429"/>
                    <a:pt x="135" y="429"/>
                  </a:cubicBezTo>
                  <a:cubicBezTo>
                    <a:pt x="132" y="427"/>
                    <a:pt x="124" y="429"/>
                    <a:pt x="120" y="428"/>
                  </a:cubicBezTo>
                  <a:cubicBezTo>
                    <a:pt x="117" y="427"/>
                    <a:pt x="112" y="425"/>
                    <a:pt x="109" y="423"/>
                  </a:cubicBezTo>
                  <a:cubicBezTo>
                    <a:pt x="108" y="422"/>
                    <a:pt x="105" y="419"/>
                    <a:pt x="103" y="418"/>
                  </a:cubicBezTo>
                  <a:cubicBezTo>
                    <a:pt x="101" y="417"/>
                    <a:pt x="97" y="418"/>
                    <a:pt x="95" y="418"/>
                  </a:cubicBezTo>
                  <a:cubicBezTo>
                    <a:pt x="93" y="418"/>
                    <a:pt x="89" y="416"/>
                    <a:pt x="87" y="415"/>
                  </a:cubicBezTo>
                  <a:cubicBezTo>
                    <a:pt x="85" y="414"/>
                    <a:pt x="82" y="409"/>
                    <a:pt x="80" y="407"/>
                  </a:cubicBezTo>
                  <a:cubicBezTo>
                    <a:pt x="78" y="406"/>
                    <a:pt x="75" y="405"/>
                    <a:pt x="74" y="405"/>
                  </a:cubicBezTo>
                  <a:cubicBezTo>
                    <a:pt x="72" y="404"/>
                    <a:pt x="68" y="405"/>
                    <a:pt x="66" y="405"/>
                  </a:cubicBezTo>
                  <a:cubicBezTo>
                    <a:pt x="64" y="405"/>
                    <a:pt x="62" y="403"/>
                    <a:pt x="60" y="403"/>
                  </a:cubicBezTo>
                  <a:cubicBezTo>
                    <a:pt x="59" y="404"/>
                    <a:pt x="56" y="406"/>
                    <a:pt x="56" y="408"/>
                  </a:cubicBezTo>
                  <a:cubicBezTo>
                    <a:pt x="55" y="410"/>
                    <a:pt x="58" y="415"/>
                    <a:pt x="58" y="417"/>
                  </a:cubicBezTo>
                  <a:cubicBezTo>
                    <a:pt x="59" y="419"/>
                    <a:pt x="58" y="422"/>
                    <a:pt x="59" y="424"/>
                  </a:cubicBezTo>
                  <a:cubicBezTo>
                    <a:pt x="59" y="425"/>
                    <a:pt x="61" y="428"/>
                    <a:pt x="61" y="430"/>
                  </a:cubicBezTo>
                  <a:cubicBezTo>
                    <a:pt x="61" y="432"/>
                    <a:pt x="59" y="435"/>
                    <a:pt x="58" y="437"/>
                  </a:cubicBezTo>
                  <a:cubicBezTo>
                    <a:pt x="57" y="438"/>
                    <a:pt x="55" y="441"/>
                    <a:pt x="53" y="443"/>
                  </a:cubicBezTo>
                  <a:cubicBezTo>
                    <a:pt x="52" y="444"/>
                    <a:pt x="48" y="446"/>
                    <a:pt x="46" y="447"/>
                  </a:cubicBezTo>
                  <a:cubicBezTo>
                    <a:pt x="45" y="448"/>
                    <a:pt x="41" y="449"/>
                    <a:pt x="39" y="450"/>
                  </a:cubicBezTo>
                  <a:cubicBezTo>
                    <a:pt x="38" y="451"/>
                    <a:pt x="35" y="452"/>
                    <a:pt x="34" y="452"/>
                  </a:cubicBezTo>
                  <a:cubicBezTo>
                    <a:pt x="32" y="451"/>
                    <a:pt x="31" y="448"/>
                    <a:pt x="30" y="447"/>
                  </a:cubicBezTo>
                  <a:cubicBezTo>
                    <a:pt x="28" y="446"/>
                    <a:pt x="24" y="445"/>
                    <a:pt x="22" y="444"/>
                  </a:cubicBezTo>
                  <a:cubicBezTo>
                    <a:pt x="20" y="444"/>
                    <a:pt x="16" y="445"/>
                    <a:pt x="15" y="444"/>
                  </a:cubicBezTo>
                  <a:cubicBezTo>
                    <a:pt x="14" y="444"/>
                    <a:pt x="12" y="443"/>
                    <a:pt x="10" y="442"/>
                  </a:cubicBezTo>
                  <a:cubicBezTo>
                    <a:pt x="10" y="442"/>
                    <a:pt x="11" y="442"/>
                    <a:pt x="11" y="442"/>
                  </a:cubicBezTo>
                  <a:cubicBezTo>
                    <a:pt x="12" y="441"/>
                    <a:pt x="16" y="438"/>
                    <a:pt x="16" y="437"/>
                  </a:cubicBezTo>
                  <a:cubicBezTo>
                    <a:pt x="18" y="433"/>
                    <a:pt x="17" y="426"/>
                    <a:pt x="17" y="422"/>
                  </a:cubicBezTo>
                  <a:cubicBezTo>
                    <a:pt x="16" y="418"/>
                    <a:pt x="12" y="410"/>
                    <a:pt x="11" y="406"/>
                  </a:cubicBezTo>
                  <a:cubicBezTo>
                    <a:pt x="10" y="405"/>
                    <a:pt x="6" y="401"/>
                    <a:pt x="6" y="399"/>
                  </a:cubicBezTo>
                  <a:cubicBezTo>
                    <a:pt x="6" y="396"/>
                    <a:pt x="11" y="391"/>
                    <a:pt x="11" y="388"/>
                  </a:cubicBezTo>
                  <a:cubicBezTo>
                    <a:pt x="10" y="385"/>
                    <a:pt x="7" y="381"/>
                    <a:pt x="6" y="378"/>
                  </a:cubicBezTo>
                  <a:cubicBezTo>
                    <a:pt x="5" y="376"/>
                    <a:pt x="1" y="373"/>
                    <a:pt x="1" y="370"/>
                  </a:cubicBezTo>
                  <a:cubicBezTo>
                    <a:pt x="1" y="368"/>
                    <a:pt x="4" y="362"/>
                    <a:pt x="4" y="360"/>
                  </a:cubicBezTo>
                  <a:cubicBezTo>
                    <a:pt x="4" y="357"/>
                    <a:pt x="0" y="350"/>
                    <a:pt x="1" y="347"/>
                  </a:cubicBezTo>
                  <a:cubicBezTo>
                    <a:pt x="3" y="344"/>
                    <a:pt x="12" y="345"/>
                    <a:pt x="15" y="343"/>
                  </a:cubicBezTo>
                  <a:cubicBezTo>
                    <a:pt x="19" y="341"/>
                    <a:pt x="24" y="334"/>
                    <a:pt x="26" y="330"/>
                  </a:cubicBezTo>
                  <a:cubicBezTo>
                    <a:pt x="28" y="327"/>
                    <a:pt x="27" y="318"/>
                    <a:pt x="30" y="315"/>
                  </a:cubicBezTo>
                  <a:cubicBezTo>
                    <a:pt x="32" y="313"/>
                    <a:pt x="39" y="315"/>
                    <a:pt x="42" y="314"/>
                  </a:cubicBezTo>
                  <a:cubicBezTo>
                    <a:pt x="44" y="313"/>
                    <a:pt x="48" y="310"/>
                    <a:pt x="49" y="308"/>
                  </a:cubicBezTo>
                  <a:cubicBezTo>
                    <a:pt x="52" y="305"/>
                    <a:pt x="56" y="297"/>
                    <a:pt x="59" y="294"/>
                  </a:cubicBezTo>
                  <a:cubicBezTo>
                    <a:pt x="60" y="292"/>
                    <a:pt x="63" y="290"/>
                    <a:pt x="64" y="290"/>
                  </a:cubicBezTo>
                  <a:cubicBezTo>
                    <a:pt x="67" y="289"/>
                    <a:pt x="73" y="289"/>
                    <a:pt x="76" y="288"/>
                  </a:cubicBezTo>
                  <a:cubicBezTo>
                    <a:pt x="79" y="287"/>
                    <a:pt x="84" y="286"/>
                    <a:pt x="86" y="285"/>
                  </a:cubicBezTo>
                  <a:cubicBezTo>
                    <a:pt x="88" y="285"/>
                    <a:pt x="91" y="284"/>
                    <a:pt x="91" y="284"/>
                  </a:cubicBezTo>
                  <a:cubicBezTo>
                    <a:pt x="91" y="284"/>
                    <a:pt x="90" y="289"/>
                    <a:pt x="89" y="291"/>
                  </a:cubicBezTo>
                  <a:cubicBezTo>
                    <a:pt x="88" y="292"/>
                    <a:pt x="86" y="293"/>
                    <a:pt x="85" y="294"/>
                  </a:cubicBezTo>
                  <a:cubicBezTo>
                    <a:pt x="84" y="296"/>
                    <a:pt x="83" y="298"/>
                    <a:pt x="82" y="300"/>
                  </a:cubicBezTo>
                  <a:cubicBezTo>
                    <a:pt x="82" y="301"/>
                    <a:pt x="80" y="304"/>
                    <a:pt x="80" y="305"/>
                  </a:cubicBezTo>
                  <a:cubicBezTo>
                    <a:pt x="80" y="306"/>
                    <a:pt x="80" y="309"/>
                    <a:pt x="81" y="310"/>
                  </a:cubicBezTo>
                  <a:cubicBezTo>
                    <a:pt x="82" y="311"/>
                    <a:pt x="86" y="310"/>
                    <a:pt x="87" y="309"/>
                  </a:cubicBezTo>
                  <a:cubicBezTo>
                    <a:pt x="90" y="308"/>
                    <a:pt x="95" y="302"/>
                    <a:pt x="96" y="299"/>
                  </a:cubicBezTo>
                  <a:cubicBezTo>
                    <a:pt x="98" y="297"/>
                    <a:pt x="99" y="291"/>
                    <a:pt x="101" y="288"/>
                  </a:cubicBezTo>
                  <a:cubicBezTo>
                    <a:pt x="101" y="286"/>
                    <a:pt x="103" y="281"/>
                    <a:pt x="104" y="280"/>
                  </a:cubicBezTo>
                  <a:cubicBezTo>
                    <a:pt x="106" y="279"/>
                    <a:pt x="112" y="280"/>
                    <a:pt x="114" y="279"/>
                  </a:cubicBezTo>
                  <a:cubicBezTo>
                    <a:pt x="116" y="279"/>
                    <a:pt x="119" y="277"/>
                    <a:pt x="121" y="276"/>
                  </a:cubicBezTo>
                  <a:cubicBezTo>
                    <a:pt x="123" y="275"/>
                    <a:pt x="125" y="271"/>
                    <a:pt x="127" y="270"/>
                  </a:cubicBezTo>
                  <a:cubicBezTo>
                    <a:pt x="129" y="269"/>
                    <a:pt x="132" y="267"/>
                    <a:pt x="134" y="266"/>
                  </a:cubicBezTo>
                  <a:cubicBezTo>
                    <a:pt x="135" y="265"/>
                    <a:pt x="136" y="262"/>
                    <a:pt x="137" y="261"/>
                  </a:cubicBezTo>
                  <a:cubicBezTo>
                    <a:pt x="140" y="260"/>
                    <a:pt x="145" y="261"/>
                    <a:pt x="148" y="262"/>
                  </a:cubicBezTo>
                  <a:cubicBezTo>
                    <a:pt x="149" y="262"/>
                    <a:pt x="152" y="264"/>
                    <a:pt x="153" y="265"/>
                  </a:cubicBezTo>
                  <a:cubicBezTo>
                    <a:pt x="154" y="266"/>
                    <a:pt x="156" y="270"/>
                    <a:pt x="157" y="271"/>
                  </a:cubicBezTo>
                  <a:cubicBezTo>
                    <a:pt x="159" y="271"/>
                    <a:pt x="162" y="271"/>
                    <a:pt x="163" y="270"/>
                  </a:cubicBezTo>
                  <a:cubicBezTo>
                    <a:pt x="165" y="268"/>
                    <a:pt x="161" y="263"/>
                    <a:pt x="161" y="260"/>
                  </a:cubicBezTo>
                  <a:cubicBezTo>
                    <a:pt x="161" y="258"/>
                    <a:pt x="162" y="254"/>
                    <a:pt x="164" y="252"/>
                  </a:cubicBezTo>
                  <a:cubicBezTo>
                    <a:pt x="165" y="251"/>
                    <a:pt x="168" y="249"/>
                    <a:pt x="170" y="249"/>
                  </a:cubicBezTo>
                  <a:cubicBezTo>
                    <a:pt x="172" y="249"/>
                    <a:pt x="176" y="249"/>
                    <a:pt x="177" y="249"/>
                  </a:cubicBezTo>
                  <a:cubicBezTo>
                    <a:pt x="178" y="249"/>
                    <a:pt x="180" y="248"/>
                    <a:pt x="181" y="249"/>
                  </a:cubicBezTo>
                  <a:cubicBezTo>
                    <a:pt x="182" y="250"/>
                    <a:pt x="180" y="252"/>
                    <a:pt x="180" y="253"/>
                  </a:cubicBezTo>
                  <a:cubicBezTo>
                    <a:pt x="181" y="254"/>
                    <a:pt x="182" y="255"/>
                    <a:pt x="183" y="256"/>
                  </a:cubicBezTo>
                  <a:cubicBezTo>
                    <a:pt x="185" y="257"/>
                    <a:pt x="188" y="256"/>
                    <a:pt x="189" y="257"/>
                  </a:cubicBezTo>
                  <a:cubicBezTo>
                    <a:pt x="190" y="258"/>
                    <a:pt x="189" y="261"/>
                    <a:pt x="190" y="262"/>
                  </a:cubicBezTo>
                  <a:cubicBezTo>
                    <a:pt x="190" y="263"/>
                    <a:pt x="193" y="264"/>
                    <a:pt x="194" y="265"/>
                  </a:cubicBezTo>
                  <a:cubicBezTo>
                    <a:pt x="195" y="265"/>
                    <a:pt x="199" y="266"/>
                    <a:pt x="201" y="267"/>
                  </a:cubicBezTo>
                  <a:cubicBezTo>
                    <a:pt x="202" y="268"/>
                    <a:pt x="204" y="270"/>
                    <a:pt x="206" y="271"/>
                  </a:cubicBezTo>
                  <a:cubicBezTo>
                    <a:pt x="207" y="273"/>
                    <a:pt x="211" y="275"/>
                    <a:pt x="211" y="277"/>
                  </a:cubicBezTo>
                  <a:cubicBezTo>
                    <a:pt x="210" y="278"/>
                    <a:pt x="208" y="279"/>
                    <a:pt x="206" y="279"/>
                  </a:cubicBezTo>
                  <a:cubicBezTo>
                    <a:pt x="205" y="280"/>
                    <a:pt x="203" y="279"/>
                    <a:pt x="202" y="280"/>
                  </a:cubicBezTo>
                  <a:cubicBezTo>
                    <a:pt x="202" y="281"/>
                    <a:pt x="203" y="284"/>
                    <a:pt x="204" y="285"/>
                  </a:cubicBezTo>
                  <a:cubicBezTo>
                    <a:pt x="204" y="286"/>
                    <a:pt x="206" y="286"/>
                    <a:pt x="207" y="287"/>
                  </a:cubicBezTo>
                  <a:cubicBezTo>
                    <a:pt x="207" y="288"/>
                    <a:pt x="206" y="290"/>
                    <a:pt x="206" y="291"/>
                  </a:cubicBezTo>
                  <a:cubicBezTo>
                    <a:pt x="207" y="293"/>
                    <a:pt x="209" y="295"/>
                    <a:pt x="210" y="296"/>
                  </a:cubicBezTo>
                  <a:cubicBezTo>
                    <a:pt x="212" y="296"/>
                    <a:pt x="216" y="296"/>
                    <a:pt x="218" y="295"/>
                  </a:cubicBezTo>
                  <a:cubicBezTo>
                    <a:pt x="220" y="295"/>
                    <a:pt x="223" y="294"/>
                    <a:pt x="224" y="293"/>
                  </a:cubicBezTo>
                  <a:cubicBezTo>
                    <a:pt x="226" y="291"/>
                    <a:pt x="226" y="284"/>
                    <a:pt x="226" y="281"/>
                  </a:cubicBezTo>
                  <a:cubicBezTo>
                    <a:pt x="226" y="278"/>
                    <a:pt x="226" y="273"/>
                    <a:pt x="225" y="271"/>
                  </a:cubicBezTo>
                  <a:cubicBezTo>
                    <a:pt x="224" y="269"/>
                    <a:pt x="219" y="266"/>
                    <a:pt x="218" y="264"/>
                  </a:cubicBezTo>
                  <a:cubicBezTo>
                    <a:pt x="217" y="262"/>
                    <a:pt x="215" y="259"/>
                    <a:pt x="215" y="257"/>
                  </a:cubicBezTo>
                  <a:cubicBezTo>
                    <a:pt x="216" y="255"/>
                    <a:pt x="219" y="252"/>
                    <a:pt x="219" y="250"/>
                  </a:cubicBezTo>
                  <a:cubicBezTo>
                    <a:pt x="219" y="249"/>
                    <a:pt x="217" y="248"/>
                    <a:pt x="217" y="246"/>
                  </a:cubicBezTo>
                  <a:cubicBezTo>
                    <a:pt x="217" y="245"/>
                    <a:pt x="217" y="241"/>
                    <a:pt x="218" y="240"/>
                  </a:cubicBezTo>
                  <a:cubicBezTo>
                    <a:pt x="220" y="238"/>
                    <a:pt x="228" y="241"/>
                    <a:pt x="230" y="239"/>
                  </a:cubicBezTo>
                  <a:cubicBezTo>
                    <a:pt x="231" y="238"/>
                    <a:pt x="231" y="235"/>
                    <a:pt x="231" y="234"/>
                  </a:cubicBezTo>
                  <a:cubicBezTo>
                    <a:pt x="230" y="233"/>
                    <a:pt x="226" y="232"/>
                    <a:pt x="225" y="232"/>
                  </a:cubicBezTo>
                  <a:cubicBezTo>
                    <a:pt x="223" y="231"/>
                    <a:pt x="217" y="230"/>
                    <a:pt x="215" y="229"/>
                  </a:cubicBezTo>
                  <a:cubicBezTo>
                    <a:pt x="214" y="228"/>
                    <a:pt x="215" y="224"/>
                    <a:pt x="215" y="224"/>
                  </a:cubicBezTo>
                  <a:cubicBezTo>
                    <a:pt x="215" y="224"/>
                    <a:pt x="230" y="226"/>
                    <a:pt x="236" y="227"/>
                  </a:cubicBezTo>
                  <a:cubicBezTo>
                    <a:pt x="244" y="228"/>
                    <a:pt x="261" y="231"/>
                    <a:pt x="270" y="232"/>
                  </a:cubicBezTo>
                  <a:cubicBezTo>
                    <a:pt x="282" y="234"/>
                    <a:pt x="307" y="238"/>
                    <a:pt x="319" y="239"/>
                  </a:cubicBezTo>
                  <a:cubicBezTo>
                    <a:pt x="328" y="241"/>
                    <a:pt x="345" y="245"/>
                    <a:pt x="354" y="245"/>
                  </a:cubicBezTo>
                  <a:cubicBezTo>
                    <a:pt x="361" y="245"/>
                    <a:pt x="375" y="243"/>
                    <a:pt x="381" y="239"/>
                  </a:cubicBezTo>
                  <a:cubicBezTo>
                    <a:pt x="385" y="237"/>
                    <a:pt x="390" y="231"/>
                    <a:pt x="392" y="227"/>
                  </a:cubicBezTo>
                  <a:cubicBezTo>
                    <a:pt x="394" y="222"/>
                    <a:pt x="394" y="210"/>
                    <a:pt x="395" y="205"/>
                  </a:cubicBezTo>
                  <a:cubicBezTo>
                    <a:pt x="395" y="200"/>
                    <a:pt x="394" y="188"/>
                    <a:pt x="398" y="184"/>
                  </a:cubicBezTo>
                  <a:cubicBezTo>
                    <a:pt x="400" y="182"/>
                    <a:pt x="409" y="180"/>
                    <a:pt x="412" y="180"/>
                  </a:cubicBezTo>
                  <a:cubicBezTo>
                    <a:pt x="415" y="180"/>
                    <a:pt x="419" y="182"/>
                    <a:pt x="422" y="182"/>
                  </a:cubicBezTo>
                  <a:cubicBezTo>
                    <a:pt x="424" y="182"/>
                    <a:pt x="428" y="180"/>
                    <a:pt x="429" y="178"/>
                  </a:cubicBezTo>
                  <a:cubicBezTo>
                    <a:pt x="430" y="175"/>
                    <a:pt x="428" y="169"/>
                    <a:pt x="429" y="167"/>
                  </a:cubicBezTo>
                  <a:cubicBezTo>
                    <a:pt x="430" y="165"/>
                    <a:pt x="433" y="162"/>
                    <a:pt x="435" y="162"/>
                  </a:cubicBezTo>
                  <a:cubicBezTo>
                    <a:pt x="438" y="160"/>
                    <a:pt x="446" y="162"/>
                    <a:pt x="448" y="161"/>
                  </a:cubicBezTo>
                  <a:cubicBezTo>
                    <a:pt x="451" y="159"/>
                    <a:pt x="454" y="152"/>
                    <a:pt x="455" y="149"/>
                  </a:cubicBezTo>
                  <a:cubicBezTo>
                    <a:pt x="455" y="146"/>
                    <a:pt x="451" y="139"/>
                    <a:pt x="453" y="136"/>
                  </a:cubicBezTo>
                  <a:cubicBezTo>
                    <a:pt x="456" y="133"/>
                    <a:pt x="465" y="137"/>
                    <a:pt x="469" y="135"/>
                  </a:cubicBezTo>
                  <a:cubicBezTo>
                    <a:pt x="472" y="134"/>
                    <a:pt x="478" y="129"/>
                    <a:pt x="481" y="127"/>
                  </a:cubicBezTo>
                  <a:cubicBezTo>
                    <a:pt x="484" y="126"/>
                    <a:pt x="489" y="121"/>
                    <a:pt x="492" y="120"/>
                  </a:cubicBezTo>
                  <a:cubicBezTo>
                    <a:pt x="496" y="119"/>
                    <a:pt x="506" y="121"/>
                    <a:pt x="509" y="119"/>
                  </a:cubicBezTo>
                  <a:cubicBezTo>
                    <a:pt x="512" y="117"/>
                    <a:pt x="516" y="109"/>
                    <a:pt x="518" y="106"/>
                  </a:cubicBezTo>
                  <a:cubicBezTo>
                    <a:pt x="519" y="103"/>
                    <a:pt x="522" y="97"/>
                    <a:pt x="524" y="94"/>
                  </a:cubicBezTo>
                  <a:cubicBezTo>
                    <a:pt x="526" y="91"/>
                    <a:pt x="531" y="85"/>
                    <a:pt x="534" y="82"/>
                  </a:cubicBezTo>
                  <a:cubicBezTo>
                    <a:pt x="536" y="80"/>
                    <a:pt x="539" y="74"/>
                    <a:pt x="541" y="72"/>
                  </a:cubicBezTo>
                  <a:cubicBezTo>
                    <a:pt x="546" y="69"/>
                    <a:pt x="556" y="66"/>
                    <a:pt x="562" y="65"/>
                  </a:cubicBezTo>
                  <a:cubicBezTo>
                    <a:pt x="567" y="65"/>
                    <a:pt x="577" y="69"/>
                    <a:pt x="581" y="68"/>
                  </a:cubicBezTo>
                  <a:cubicBezTo>
                    <a:pt x="588" y="66"/>
                    <a:pt x="601" y="59"/>
                    <a:pt x="604" y="53"/>
                  </a:cubicBezTo>
                  <a:cubicBezTo>
                    <a:pt x="607" y="48"/>
                    <a:pt x="605" y="35"/>
                    <a:pt x="607" y="29"/>
                  </a:cubicBezTo>
                  <a:cubicBezTo>
                    <a:pt x="608" y="26"/>
                    <a:pt x="611" y="18"/>
                    <a:pt x="614" y="15"/>
                  </a:cubicBezTo>
                  <a:cubicBezTo>
                    <a:pt x="616" y="13"/>
                    <a:pt x="623" y="12"/>
                    <a:pt x="626" y="11"/>
                  </a:cubicBezTo>
                  <a:cubicBezTo>
                    <a:pt x="629" y="11"/>
                    <a:pt x="634" y="11"/>
                    <a:pt x="637" y="10"/>
                  </a:cubicBezTo>
                  <a:cubicBezTo>
                    <a:pt x="639" y="9"/>
                    <a:pt x="642" y="3"/>
                    <a:pt x="644" y="2"/>
                  </a:cubicBezTo>
                  <a:cubicBezTo>
                    <a:pt x="646" y="1"/>
                    <a:pt x="652" y="0"/>
                    <a:pt x="655" y="0"/>
                  </a:cubicBezTo>
                  <a:cubicBezTo>
                    <a:pt x="658" y="0"/>
                    <a:pt x="664" y="0"/>
                    <a:pt x="666" y="1"/>
                  </a:cubicBezTo>
                  <a:cubicBezTo>
                    <a:pt x="669" y="2"/>
                    <a:pt x="672" y="9"/>
                    <a:pt x="675" y="11"/>
                  </a:cubicBezTo>
                  <a:cubicBezTo>
                    <a:pt x="678" y="14"/>
                    <a:pt x="685" y="20"/>
                    <a:pt x="689" y="22"/>
                  </a:cubicBezTo>
                  <a:cubicBezTo>
                    <a:pt x="692" y="23"/>
                    <a:pt x="699" y="22"/>
                    <a:pt x="702" y="22"/>
                  </a:cubicBezTo>
                  <a:cubicBezTo>
                    <a:pt x="704" y="22"/>
                    <a:pt x="710" y="22"/>
                    <a:pt x="710" y="22"/>
                  </a:cubicBezTo>
                  <a:cubicBezTo>
                    <a:pt x="710" y="22"/>
                    <a:pt x="709" y="26"/>
                    <a:pt x="709" y="27"/>
                  </a:cubicBezTo>
                  <a:cubicBezTo>
                    <a:pt x="709" y="29"/>
                    <a:pt x="710" y="33"/>
                    <a:pt x="712" y="35"/>
                  </a:cubicBezTo>
                  <a:cubicBezTo>
                    <a:pt x="714" y="36"/>
                    <a:pt x="719" y="34"/>
                    <a:pt x="721" y="35"/>
                  </a:cubicBezTo>
                  <a:cubicBezTo>
                    <a:pt x="724" y="36"/>
                    <a:pt x="727" y="40"/>
                    <a:pt x="728" y="42"/>
                  </a:cubicBezTo>
                  <a:cubicBezTo>
                    <a:pt x="729" y="44"/>
                    <a:pt x="730" y="49"/>
                    <a:pt x="730" y="51"/>
                  </a:cubicBezTo>
                  <a:cubicBezTo>
                    <a:pt x="729" y="54"/>
                    <a:pt x="728" y="59"/>
                    <a:pt x="726" y="61"/>
                  </a:cubicBezTo>
                  <a:cubicBezTo>
                    <a:pt x="725" y="62"/>
                    <a:pt x="722" y="63"/>
                    <a:pt x="720" y="63"/>
                  </a:cubicBezTo>
                  <a:cubicBezTo>
                    <a:pt x="719" y="62"/>
                    <a:pt x="716" y="59"/>
                    <a:pt x="716" y="57"/>
                  </a:cubicBezTo>
                  <a:cubicBezTo>
                    <a:pt x="715" y="55"/>
                    <a:pt x="717" y="51"/>
                    <a:pt x="716" y="49"/>
                  </a:cubicBezTo>
                  <a:cubicBezTo>
                    <a:pt x="715" y="49"/>
                    <a:pt x="713" y="49"/>
                    <a:pt x="713" y="50"/>
                  </a:cubicBezTo>
                  <a:cubicBezTo>
                    <a:pt x="711" y="50"/>
                    <a:pt x="710" y="54"/>
                    <a:pt x="709" y="56"/>
                  </a:cubicBezTo>
                  <a:cubicBezTo>
                    <a:pt x="709" y="58"/>
                    <a:pt x="708" y="62"/>
                    <a:pt x="709" y="64"/>
                  </a:cubicBezTo>
                  <a:cubicBezTo>
                    <a:pt x="710" y="66"/>
                    <a:pt x="714" y="69"/>
                    <a:pt x="716" y="71"/>
                  </a:cubicBezTo>
                  <a:cubicBezTo>
                    <a:pt x="717" y="72"/>
                    <a:pt x="720" y="73"/>
                    <a:pt x="720" y="75"/>
                  </a:cubicBezTo>
                  <a:cubicBezTo>
                    <a:pt x="721" y="76"/>
                    <a:pt x="718" y="79"/>
                    <a:pt x="717" y="80"/>
                  </a:cubicBezTo>
                  <a:cubicBezTo>
                    <a:pt x="715" y="80"/>
                    <a:pt x="712" y="80"/>
                    <a:pt x="711" y="81"/>
                  </a:cubicBezTo>
                  <a:cubicBezTo>
                    <a:pt x="709" y="81"/>
                    <a:pt x="705" y="84"/>
                    <a:pt x="704" y="84"/>
                  </a:cubicBezTo>
                  <a:cubicBezTo>
                    <a:pt x="702" y="84"/>
                    <a:pt x="699" y="81"/>
                    <a:pt x="697" y="82"/>
                  </a:cubicBezTo>
                  <a:cubicBezTo>
                    <a:pt x="697" y="83"/>
                    <a:pt x="696" y="85"/>
                    <a:pt x="697" y="86"/>
                  </a:cubicBezTo>
                  <a:cubicBezTo>
                    <a:pt x="697" y="87"/>
                    <a:pt x="701" y="87"/>
                    <a:pt x="703" y="87"/>
                  </a:cubicBezTo>
                  <a:cubicBezTo>
                    <a:pt x="706" y="88"/>
                    <a:pt x="710" y="86"/>
                    <a:pt x="713" y="87"/>
                  </a:cubicBezTo>
                  <a:cubicBezTo>
                    <a:pt x="714" y="88"/>
                    <a:pt x="717" y="89"/>
                    <a:pt x="718" y="90"/>
                  </a:cubicBezTo>
                  <a:cubicBezTo>
                    <a:pt x="719" y="92"/>
                    <a:pt x="720" y="95"/>
                    <a:pt x="721" y="97"/>
                  </a:cubicBezTo>
                  <a:cubicBezTo>
                    <a:pt x="723" y="100"/>
                    <a:pt x="726" y="106"/>
                    <a:pt x="727" y="109"/>
                  </a:cubicBezTo>
                  <a:cubicBezTo>
                    <a:pt x="729" y="112"/>
                    <a:pt x="734" y="117"/>
                    <a:pt x="736" y="121"/>
                  </a:cubicBezTo>
                  <a:cubicBezTo>
                    <a:pt x="737" y="123"/>
                    <a:pt x="738" y="127"/>
                    <a:pt x="738" y="130"/>
                  </a:cubicBezTo>
                  <a:cubicBezTo>
                    <a:pt x="738" y="133"/>
                    <a:pt x="735" y="140"/>
                    <a:pt x="734" y="144"/>
                  </a:cubicBezTo>
                  <a:cubicBezTo>
                    <a:pt x="734" y="147"/>
                    <a:pt x="733" y="153"/>
                    <a:pt x="733" y="156"/>
                  </a:cubicBezTo>
                  <a:cubicBezTo>
                    <a:pt x="733" y="162"/>
                    <a:pt x="734" y="176"/>
                    <a:pt x="734" y="183"/>
                  </a:cubicBezTo>
                  <a:cubicBezTo>
                    <a:pt x="734" y="187"/>
                    <a:pt x="734" y="196"/>
                    <a:pt x="733" y="200"/>
                  </a:cubicBezTo>
                  <a:cubicBezTo>
                    <a:pt x="733" y="203"/>
                    <a:pt x="731" y="208"/>
                    <a:pt x="731" y="211"/>
                  </a:cubicBezTo>
                  <a:cubicBezTo>
                    <a:pt x="730" y="213"/>
                    <a:pt x="731" y="217"/>
                    <a:pt x="731" y="220"/>
                  </a:cubicBezTo>
                  <a:cubicBezTo>
                    <a:pt x="731" y="223"/>
                    <a:pt x="733" y="229"/>
                    <a:pt x="734" y="233"/>
                  </a:cubicBezTo>
                  <a:cubicBezTo>
                    <a:pt x="734" y="235"/>
                    <a:pt x="733" y="240"/>
                    <a:pt x="733" y="243"/>
                  </a:cubicBezTo>
                  <a:cubicBezTo>
                    <a:pt x="732" y="248"/>
                    <a:pt x="733" y="259"/>
                    <a:pt x="732" y="264"/>
                  </a:cubicBezTo>
                  <a:cubicBezTo>
                    <a:pt x="731" y="266"/>
                    <a:pt x="730" y="270"/>
                    <a:pt x="729" y="271"/>
                  </a:cubicBezTo>
                  <a:cubicBezTo>
                    <a:pt x="728" y="273"/>
                    <a:pt x="724" y="275"/>
                    <a:pt x="723" y="277"/>
                  </a:cubicBezTo>
                  <a:cubicBezTo>
                    <a:pt x="722" y="279"/>
                    <a:pt x="720" y="284"/>
                    <a:pt x="719" y="287"/>
                  </a:cubicBezTo>
                  <a:cubicBezTo>
                    <a:pt x="718" y="289"/>
                    <a:pt x="716" y="292"/>
                    <a:pt x="714" y="293"/>
                  </a:cubicBezTo>
                  <a:cubicBezTo>
                    <a:pt x="713" y="294"/>
                    <a:pt x="709" y="295"/>
                    <a:pt x="707" y="296"/>
                  </a:cubicBezTo>
                  <a:cubicBezTo>
                    <a:pt x="703" y="297"/>
                    <a:pt x="695" y="300"/>
                    <a:pt x="691" y="301"/>
                  </a:cubicBezTo>
                  <a:cubicBezTo>
                    <a:pt x="687" y="301"/>
                    <a:pt x="678" y="299"/>
                    <a:pt x="673" y="299"/>
                  </a:cubicBezTo>
                  <a:cubicBezTo>
                    <a:pt x="671" y="299"/>
                    <a:pt x="665" y="301"/>
                    <a:pt x="662" y="300"/>
                  </a:cubicBezTo>
                  <a:cubicBezTo>
                    <a:pt x="658" y="300"/>
                    <a:pt x="650" y="296"/>
                    <a:pt x="647" y="294"/>
                  </a:cubicBezTo>
                  <a:cubicBezTo>
                    <a:pt x="644" y="292"/>
                    <a:pt x="638" y="287"/>
                    <a:pt x="635" y="284"/>
                  </a:cubicBezTo>
                  <a:cubicBezTo>
                    <a:pt x="632" y="281"/>
                    <a:pt x="626" y="273"/>
                    <a:pt x="624" y="268"/>
                  </a:cubicBezTo>
                  <a:cubicBezTo>
                    <a:pt x="622" y="265"/>
                    <a:pt x="619" y="259"/>
                    <a:pt x="618" y="256"/>
                  </a:cubicBezTo>
                  <a:cubicBezTo>
                    <a:pt x="617" y="253"/>
                    <a:pt x="616" y="247"/>
                    <a:pt x="615" y="243"/>
                  </a:cubicBezTo>
                  <a:cubicBezTo>
                    <a:pt x="614" y="240"/>
                    <a:pt x="613" y="232"/>
                    <a:pt x="612" y="229"/>
                  </a:cubicBezTo>
                  <a:cubicBezTo>
                    <a:pt x="611" y="227"/>
                    <a:pt x="607" y="223"/>
                    <a:pt x="606" y="221"/>
                  </a:cubicBezTo>
                  <a:cubicBezTo>
                    <a:pt x="605" y="218"/>
                    <a:pt x="602" y="213"/>
                    <a:pt x="602" y="211"/>
                  </a:cubicBezTo>
                  <a:cubicBezTo>
                    <a:pt x="601" y="208"/>
                    <a:pt x="602" y="203"/>
                    <a:pt x="602" y="200"/>
                  </a:cubicBezTo>
                  <a:cubicBezTo>
                    <a:pt x="602" y="199"/>
                    <a:pt x="603" y="195"/>
                    <a:pt x="603" y="194"/>
                  </a:cubicBezTo>
                  <a:cubicBezTo>
                    <a:pt x="602" y="192"/>
                    <a:pt x="599" y="191"/>
                    <a:pt x="599" y="190"/>
                  </a:cubicBezTo>
                  <a:cubicBezTo>
                    <a:pt x="599" y="188"/>
                    <a:pt x="600" y="185"/>
                    <a:pt x="600" y="184"/>
                  </a:cubicBezTo>
                  <a:cubicBezTo>
                    <a:pt x="601" y="183"/>
                    <a:pt x="603" y="181"/>
                    <a:pt x="603" y="180"/>
                  </a:cubicBezTo>
                  <a:cubicBezTo>
                    <a:pt x="603" y="179"/>
                    <a:pt x="603" y="177"/>
                    <a:pt x="603" y="176"/>
                  </a:cubicBezTo>
                  <a:cubicBezTo>
                    <a:pt x="602" y="175"/>
                    <a:pt x="600" y="174"/>
                    <a:pt x="599" y="173"/>
                  </a:cubicBezTo>
                  <a:cubicBezTo>
                    <a:pt x="598" y="171"/>
                    <a:pt x="597" y="167"/>
                    <a:pt x="597" y="164"/>
                  </a:cubicBezTo>
                  <a:cubicBezTo>
                    <a:pt x="596" y="162"/>
                    <a:pt x="597" y="157"/>
                    <a:pt x="597" y="155"/>
                  </a:cubicBezTo>
                  <a:cubicBezTo>
                    <a:pt x="597" y="152"/>
                    <a:pt x="598" y="147"/>
                    <a:pt x="598" y="144"/>
                  </a:cubicBezTo>
                  <a:cubicBezTo>
                    <a:pt x="598" y="143"/>
                    <a:pt x="598" y="139"/>
                    <a:pt x="599" y="137"/>
                  </a:cubicBezTo>
                  <a:cubicBezTo>
                    <a:pt x="599" y="135"/>
                    <a:pt x="600" y="132"/>
                    <a:pt x="600" y="130"/>
                  </a:cubicBezTo>
                  <a:cubicBezTo>
                    <a:pt x="600" y="129"/>
                    <a:pt x="601" y="127"/>
                    <a:pt x="600" y="126"/>
                  </a:cubicBezTo>
                  <a:cubicBezTo>
                    <a:pt x="599" y="126"/>
                    <a:pt x="597" y="127"/>
                    <a:pt x="596" y="128"/>
                  </a:cubicBezTo>
                  <a:cubicBezTo>
                    <a:pt x="595" y="129"/>
                    <a:pt x="594" y="132"/>
                    <a:pt x="593" y="133"/>
                  </a:cubicBezTo>
                  <a:cubicBezTo>
                    <a:pt x="593" y="134"/>
                    <a:pt x="592" y="136"/>
                    <a:pt x="591" y="137"/>
                  </a:cubicBezTo>
                  <a:cubicBezTo>
                    <a:pt x="590" y="137"/>
                    <a:pt x="588" y="137"/>
                    <a:pt x="588" y="137"/>
                  </a:cubicBezTo>
                  <a:cubicBezTo>
                    <a:pt x="587" y="137"/>
                    <a:pt x="585" y="139"/>
                    <a:pt x="585" y="140"/>
                  </a:cubicBezTo>
                  <a:cubicBezTo>
                    <a:pt x="584" y="140"/>
                    <a:pt x="584" y="142"/>
                    <a:pt x="584" y="143"/>
                  </a:cubicBezTo>
                  <a:cubicBezTo>
                    <a:pt x="584" y="144"/>
                    <a:pt x="586" y="145"/>
                    <a:pt x="586" y="146"/>
                  </a:cubicBezTo>
                  <a:cubicBezTo>
                    <a:pt x="587" y="148"/>
                    <a:pt x="587" y="151"/>
                    <a:pt x="587" y="153"/>
                  </a:cubicBezTo>
                  <a:cubicBezTo>
                    <a:pt x="586" y="154"/>
                    <a:pt x="585" y="157"/>
                    <a:pt x="583" y="158"/>
                  </a:cubicBezTo>
                  <a:cubicBezTo>
                    <a:pt x="582" y="159"/>
                    <a:pt x="580" y="159"/>
                    <a:pt x="579" y="160"/>
                  </a:cubicBezTo>
                  <a:cubicBezTo>
                    <a:pt x="578" y="161"/>
                    <a:pt x="578" y="165"/>
                    <a:pt x="578" y="167"/>
                  </a:cubicBezTo>
                  <a:cubicBezTo>
                    <a:pt x="577" y="169"/>
                    <a:pt x="578" y="171"/>
                    <a:pt x="577" y="172"/>
                  </a:cubicBezTo>
                  <a:cubicBezTo>
                    <a:pt x="576" y="173"/>
                    <a:pt x="574" y="174"/>
                    <a:pt x="573" y="175"/>
                  </a:cubicBezTo>
                  <a:cubicBezTo>
                    <a:pt x="573" y="176"/>
                    <a:pt x="572" y="179"/>
                    <a:pt x="571" y="181"/>
                  </a:cubicBezTo>
                  <a:cubicBezTo>
                    <a:pt x="571" y="185"/>
                    <a:pt x="574" y="193"/>
                    <a:pt x="574" y="198"/>
                  </a:cubicBezTo>
                  <a:cubicBezTo>
                    <a:pt x="574" y="201"/>
                    <a:pt x="573" y="207"/>
                    <a:pt x="572" y="209"/>
                  </a:cubicBezTo>
                  <a:cubicBezTo>
                    <a:pt x="572" y="211"/>
                    <a:pt x="569" y="215"/>
                    <a:pt x="568" y="217"/>
                  </a:cubicBezTo>
                  <a:cubicBezTo>
                    <a:pt x="567" y="218"/>
                    <a:pt x="565" y="220"/>
                    <a:pt x="564" y="220"/>
                  </a:cubicBezTo>
                  <a:cubicBezTo>
                    <a:pt x="563" y="220"/>
                    <a:pt x="561" y="220"/>
                    <a:pt x="560" y="220"/>
                  </a:cubicBezTo>
                  <a:cubicBezTo>
                    <a:pt x="559" y="221"/>
                    <a:pt x="556" y="222"/>
                    <a:pt x="555" y="223"/>
                  </a:cubicBezTo>
                  <a:cubicBezTo>
                    <a:pt x="554" y="224"/>
                    <a:pt x="552" y="226"/>
                    <a:pt x="551" y="226"/>
                  </a:cubicBezTo>
                  <a:cubicBezTo>
                    <a:pt x="550" y="226"/>
                    <a:pt x="548" y="225"/>
                    <a:pt x="547" y="225"/>
                  </a:cubicBezTo>
                  <a:cubicBezTo>
                    <a:pt x="545" y="225"/>
                    <a:pt x="541" y="225"/>
                    <a:pt x="539" y="225"/>
                  </a:cubicBezTo>
                  <a:cubicBezTo>
                    <a:pt x="538" y="225"/>
                    <a:pt x="536" y="225"/>
                    <a:pt x="535" y="226"/>
                  </a:cubicBezTo>
                  <a:cubicBezTo>
                    <a:pt x="534" y="227"/>
                    <a:pt x="535" y="229"/>
                    <a:pt x="535" y="231"/>
                  </a:cubicBezTo>
                  <a:cubicBezTo>
                    <a:pt x="535" y="232"/>
                    <a:pt x="534" y="235"/>
                    <a:pt x="534" y="237"/>
                  </a:cubicBezTo>
                  <a:cubicBezTo>
                    <a:pt x="533" y="239"/>
                    <a:pt x="529" y="242"/>
                    <a:pt x="527" y="243"/>
                  </a:cubicBezTo>
                  <a:cubicBezTo>
                    <a:pt x="525" y="245"/>
                    <a:pt x="519" y="248"/>
                    <a:pt x="517" y="250"/>
                  </a:cubicBezTo>
                  <a:cubicBezTo>
                    <a:pt x="515" y="251"/>
                    <a:pt x="512" y="253"/>
                    <a:pt x="511" y="254"/>
                  </a:cubicBezTo>
                  <a:cubicBezTo>
                    <a:pt x="509" y="255"/>
                    <a:pt x="505" y="257"/>
                    <a:pt x="505" y="258"/>
                  </a:cubicBezTo>
                  <a:cubicBezTo>
                    <a:pt x="504" y="260"/>
                    <a:pt x="507" y="264"/>
                    <a:pt x="507" y="266"/>
                  </a:cubicBezTo>
                  <a:cubicBezTo>
                    <a:pt x="507" y="267"/>
                    <a:pt x="507" y="271"/>
                    <a:pt x="507" y="272"/>
                  </a:cubicBezTo>
                  <a:cubicBezTo>
                    <a:pt x="506" y="274"/>
                    <a:pt x="506" y="278"/>
                    <a:pt x="507" y="280"/>
                  </a:cubicBezTo>
                  <a:cubicBezTo>
                    <a:pt x="507" y="281"/>
                    <a:pt x="510" y="284"/>
                    <a:pt x="510" y="286"/>
                  </a:cubicBezTo>
                  <a:cubicBezTo>
                    <a:pt x="511" y="288"/>
                    <a:pt x="509" y="291"/>
                    <a:pt x="508" y="293"/>
                  </a:cubicBezTo>
                  <a:cubicBezTo>
                    <a:pt x="507" y="295"/>
                    <a:pt x="505" y="297"/>
                    <a:pt x="504" y="298"/>
                  </a:cubicBezTo>
                  <a:cubicBezTo>
                    <a:pt x="503" y="300"/>
                    <a:pt x="501" y="303"/>
                    <a:pt x="500" y="305"/>
                  </a:cubicBezTo>
                  <a:cubicBezTo>
                    <a:pt x="500" y="307"/>
                    <a:pt x="499" y="310"/>
                    <a:pt x="500" y="311"/>
                  </a:cubicBezTo>
                  <a:cubicBezTo>
                    <a:pt x="501" y="314"/>
                    <a:pt x="507" y="315"/>
                    <a:pt x="508" y="317"/>
                  </a:cubicBezTo>
                  <a:cubicBezTo>
                    <a:pt x="509" y="319"/>
                    <a:pt x="508" y="323"/>
                    <a:pt x="508" y="324"/>
                  </a:cubicBezTo>
                  <a:cubicBezTo>
                    <a:pt x="508" y="326"/>
                    <a:pt x="510" y="330"/>
                    <a:pt x="511" y="332"/>
                  </a:cubicBezTo>
                  <a:cubicBezTo>
                    <a:pt x="512" y="334"/>
                    <a:pt x="514" y="338"/>
                    <a:pt x="516" y="339"/>
                  </a:cubicBezTo>
                  <a:cubicBezTo>
                    <a:pt x="517" y="340"/>
                    <a:pt x="521" y="340"/>
                    <a:pt x="523" y="340"/>
                  </a:cubicBezTo>
                  <a:cubicBezTo>
                    <a:pt x="525" y="339"/>
                    <a:pt x="530" y="338"/>
                    <a:pt x="532" y="337"/>
                  </a:cubicBezTo>
                  <a:cubicBezTo>
                    <a:pt x="534" y="336"/>
                    <a:pt x="537" y="332"/>
                    <a:pt x="538" y="330"/>
                  </a:cubicBezTo>
                  <a:cubicBezTo>
                    <a:pt x="539" y="329"/>
                    <a:pt x="540" y="327"/>
                    <a:pt x="541" y="326"/>
                  </a:cubicBezTo>
                  <a:cubicBezTo>
                    <a:pt x="542" y="324"/>
                    <a:pt x="543" y="321"/>
                    <a:pt x="542" y="319"/>
                  </a:cubicBezTo>
                  <a:cubicBezTo>
                    <a:pt x="541" y="318"/>
                    <a:pt x="536" y="317"/>
                    <a:pt x="535" y="316"/>
                  </a:cubicBezTo>
                  <a:cubicBezTo>
                    <a:pt x="534" y="315"/>
                    <a:pt x="532" y="313"/>
                    <a:pt x="532" y="312"/>
                  </a:cubicBezTo>
                  <a:cubicBezTo>
                    <a:pt x="532" y="309"/>
                    <a:pt x="535" y="305"/>
                    <a:pt x="536" y="303"/>
                  </a:cubicBezTo>
                  <a:cubicBezTo>
                    <a:pt x="537" y="302"/>
                    <a:pt x="539" y="299"/>
                    <a:pt x="540" y="297"/>
                  </a:cubicBezTo>
                  <a:cubicBezTo>
                    <a:pt x="540" y="295"/>
                    <a:pt x="539" y="290"/>
                    <a:pt x="540" y="288"/>
                  </a:cubicBezTo>
                  <a:cubicBezTo>
                    <a:pt x="541" y="286"/>
                    <a:pt x="542" y="282"/>
                    <a:pt x="543" y="281"/>
                  </a:cubicBezTo>
                  <a:cubicBezTo>
                    <a:pt x="544" y="280"/>
                    <a:pt x="548" y="281"/>
                    <a:pt x="549" y="281"/>
                  </a:cubicBezTo>
                  <a:cubicBezTo>
                    <a:pt x="550" y="282"/>
                    <a:pt x="551" y="285"/>
                    <a:pt x="552" y="285"/>
                  </a:cubicBezTo>
                  <a:cubicBezTo>
                    <a:pt x="553" y="286"/>
                    <a:pt x="556" y="287"/>
                    <a:pt x="557" y="286"/>
                  </a:cubicBezTo>
                  <a:cubicBezTo>
                    <a:pt x="559" y="286"/>
                    <a:pt x="559" y="281"/>
                    <a:pt x="561" y="281"/>
                  </a:cubicBezTo>
                  <a:cubicBezTo>
                    <a:pt x="562" y="280"/>
                    <a:pt x="566" y="281"/>
                    <a:pt x="568" y="282"/>
                  </a:cubicBezTo>
                  <a:cubicBezTo>
                    <a:pt x="569" y="284"/>
                    <a:pt x="571" y="289"/>
                    <a:pt x="571" y="292"/>
                  </a:cubicBezTo>
                  <a:cubicBezTo>
                    <a:pt x="571" y="293"/>
                    <a:pt x="568" y="296"/>
                    <a:pt x="568" y="298"/>
                  </a:cubicBezTo>
                  <a:cubicBezTo>
                    <a:pt x="567" y="299"/>
                    <a:pt x="567" y="303"/>
                    <a:pt x="567" y="305"/>
                  </a:cubicBezTo>
                  <a:cubicBezTo>
                    <a:pt x="567" y="307"/>
                    <a:pt x="570" y="309"/>
                    <a:pt x="570" y="311"/>
                  </a:cubicBezTo>
                  <a:cubicBezTo>
                    <a:pt x="570" y="312"/>
                    <a:pt x="570" y="315"/>
                    <a:pt x="569" y="316"/>
                  </a:cubicBezTo>
                  <a:cubicBezTo>
                    <a:pt x="567" y="317"/>
                    <a:pt x="564" y="314"/>
                    <a:pt x="562" y="315"/>
                  </a:cubicBezTo>
                  <a:cubicBezTo>
                    <a:pt x="561" y="315"/>
                    <a:pt x="557" y="315"/>
                    <a:pt x="557" y="316"/>
                  </a:cubicBezTo>
                  <a:cubicBezTo>
                    <a:pt x="556" y="317"/>
                    <a:pt x="557" y="320"/>
                    <a:pt x="558" y="321"/>
                  </a:cubicBezTo>
                  <a:cubicBezTo>
                    <a:pt x="559" y="322"/>
                    <a:pt x="563" y="321"/>
                    <a:pt x="565" y="321"/>
                  </a:cubicBezTo>
                  <a:cubicBezTo>
                    <a:pt x="567" y="322"/>
                    <a:pt x="569" y="324"/>
                    <a:pt x="570" y="325"/>
                  </a:cubicBezTo>
                  <a:cubicBezTo>
                    <a:pt x="571" y="326"/>
                    <a:pt x="572" y="330"/>
                    <a:pt x="573" y="331"/>
                  </a:cubicBezTo>
                  <a:cubicBezTo>
                    <a:pt x="573" y="334"/>
                    <a:pt x="573" y="340"/>
                    <a:pt x="573" y="342"/>
                  </a:cubicBezTo>
                  <a:cubicBezTo>
                    <a:pt x="574" y="345"/>
                    <a:pt x="574" y="352"/>
                    <a:pt x="576" y="354"/>
                  </a:cubicBezTo>
                  <a:cubicBezTo>
                    <a:pt x="577" y="355"/>
                    <a:pt x="581" y="354"/>
                    <a:pt x="582" y="355"/>
                  </a:cubicBezTo>
                  <a:cubicBezTo>
                    <a:pt x="582" y="356"/>
                    <a:pt x="583" y="358"/>
                    <a:pt x="583" y="358"/>
                  </a:cubicBezTo>
                  <a:cubicBezTo>
                    <a:pt x="583" y="360"/>
                    <a:pt x="581" y="364"/>
                    <a:pt x="581" y="366"/>
                  </a:cubicBezTo>
                  <a:cubicBezTo>
                    <a:pt x="581" y="367"/>
                    <a:pt x="580" y="371"/>
                    <a:pt x="582" y="372"/>
                  </a:cubicBezTo>
                  <a:cubicBezTo>
                    <a:pt x="583" y="372"/>
                    <a:pt x="585" y="370"/>
                    <a:pt x="586" y="370"/>
                  </a:cubicBezTo>
                  <a:cubicBezTo>
                    <a:pt x="588" y="368"/>
                    <a:pt x="590" y="362"/>
                    <a:pt x="592" y="360"/>
                  </a:cubicBezTo>
                  <a:cubicBezTo>
                    <a:pt x="594" y="359"/>
                    <a:pt x="599" y="357"/>
                    <a:pt x="601" y="355"/>
                  </a:cubicBezTo>
                  <a:cubicBezTo>
                    <a:pt x="604" y="352"/>
                    <a:pt x="608" y="345"/>
                    <a:pt x="609" y="341"/>
                  </a:cubicBezTo>
                  <a:cubicBezTo>
                    <a:pt x="610" y="338"/>
                    <a:pt x="611" y="331"/>
                    <a:pt x="612" y="328"/>
                  </a:cubicBezTo>
                  <a:cubicBezTo>
                    <a:pt x="613" y="326"/>
                    <a:pt x="616" y="322"/>
                    <a:pt x="618" y="321"/>
                  </a:cubicBezTo>
                  <a:cubicBezTo>
                    <a:pt x="620" y="320"/>
                    <a:pt x="624" y="321"/>
                    <a:pt x="626" y="321"/>
                  </a:cubicBezTo>
                  <a:cubicBezTo>
                    <a:pt x="630" y="321"/>
                    <a:pt x="639" y="321"/>
                    <a:pt x="644" y="321"/>
                  </a:cubicBezTo>
                  <a:cubicBezTo>
                    <a:pt x="646" y="321"/>
                    <a:pt x="650" y="321"/>
                    <a:pt x="652" y="321"/>
                  </a:cubicBezTo>
                  <a:cubicBezTo>
                    <a:pt x="654" y="322"/>
                    <a:pt x="658" y="324"/>
                    <a:pt x="659" y="325"/>
                  </a:cubicBezTo>
                  <a:cubicBezTo>
                    <a:pt x="661" y="326"/>
                    <a:pt x="665" y="330"/>
                    <a:pt x="667" y="330"/>
                  </a:cubicBezTo>
                  <a:cubicBezTo>
                    <a:pt x="670" y="331"/>
                    <a:pt x="677" y="330"/>
                    <a:pt x="680" y="329"/>
                  </a:cubicBezTo>
                  <a:cubicBezTo>
                    <a:pt x="683" y="329"/>
                    <a:pt x="689" y="326"/>
                    <a:pt x="692" y="326"/>
                  </a:cubicBezTo>
                  <a:cubicBezTo>
                    <a:pt x="695" y="325"/>
                    <a:pt x="700" y="326"/>
                    <a:pt x="702" y="328"/>
                  </a:cubicBezTo>
                  <a:cubicBezTo>
                    <a:pt x="703" y="330"/>
                    <a:pt x="700" y="336"/>
                    <a:pt x="701" y="338"/>
                  </a:cubicBezTo>
                  <a:cubicBezTo>
                    <a:pt x="702" y="340"/>
                    <a:pt x="708" y="343"/>
                    <a:pt x="710" y="345"/>
                  </a:cubicBezTo>
                  <a:cubicBezTo>
                    <a:pt x="711" y="347"/>
                    <a:pt x="713" y="353"/>
                    <a:pt x="712" y="356"/>
                  </a:cubicBezTo>
                  <a:cubicBezTo>
                    <a:pt x="711" y="358"/>
                    <a:pt x="706" y="358"/>
                    <a:pt x="704" y="359"/>
                  </a:cubicBezTo>
                  <a:cubicBezTo>
                    <a:pt x="704" y="360"/>
                    <a:pt x="703" y="362"/>
                    <a:pt x="703" y="363"/>
                  </a:cubicBezTo>
                  <a:cubicBezTo>
                    <a:pt x="703" y="364"/>
                    <a:pt x="707" y="365"/>
                    <a:pt x="708" y="366"/>
                  </a:cubicBezTo>
                  <a:cubicBezTo>
                    <a:pt x="708" y="367"/>
                    <a:pt x="707" y="370"/>
                    <a:pt x="707" y="371"/>
                  </a:cubicBezTo>
                  <a:cubicBezTo>
                    <a:pt x="707" y="372"/>
                    <a:pt x="705" y="373"/>
                    <a:pt x="706" y="374"/>
                  </a:cubicBezTo>
                  <a:cubicBezTo>
                    <a:pt x="706" y="375"/>
                    <a:pt x="709" y="376"/>
                    <a:pt x="710" y="376"/>
                  </a:cubicBezTo>
                  <a:cubicBezTo>
                    <a:pt x="712" y="376"/>
                    <a:pt x="716" y="374"/>
                    <a:pt x="718" y="373"/>
                  </a:cubicBezTo>
                  <a:cubicBezTo>
                    <a:pt x="719" y="371"/>
                    <a:pt x="720" y="367"/>
                    <a:pt x="722" y="366"/>
                  </a:cubicBezTo>
                  <a:cubicBezTo>
                    <a:pt x="723" y="365"/>
                    <a:pt x="728" y="366"/>
                    <a:pt x="730" y="366"/>
                  </a:cubicBezTo>
                  <a:cubicBezTo>
                    <a:pt x="731" y="365"/>
                    <a:pt x="734" y="363"/>
                    <a:pt x="735" y="362"/>
                  </a:cubicBezTo>
                  <a:cubicBezTo>
                    <a:pt x="736" y="361"/>
                    <a:pt x="734" y="357"/>
                    <a:pt x="736" y="355"/>
                  </a:cubicBezTo>
                  <a:cubicBezTo>
                    <a:pt x="737" y="354"/>
                    <a:pt x="741" y="354"/>
                    <a:pt x="743" y="353"/>
                  </a:cubicBezTo>
                  <a:cubicBezTo>
                    <a:pt x="745" y="352"/>
                    <a:pt x="750" y="350"/>
                    <a:pt x="751" y="348"/>
                  </a:cubicBezTo>
                  <a:cubicBezTo>
                    <a:pt x="752" y="346"/>
                    <a:pt x="751" y="342"/>
                    <a:pt x="751" y="340"/>
                  </a:cubicBezTo>
                  <a:cubicBezTo>
                    <a:pt x="751" y="338"/>
                    <a:pt x="749" y="334"/>
                    <a:pt x="750" y="332"/>
                  </a:cubicBezTo>
                  <a:cubicBezTo>
                    <a:pt x="750" y="330"/>
                    <a:pt x="752" y="326"/>
                    <a:pt x="754" y="324"/>
                  </a:cubicBezTo>
                  <a:cubicBezTo>
                    <a:pt x="755" y="323"/>
                    <a:pt x="757" y="322"/>
                    <a:pt x="759" y="322"/>
                  </a:cubicBezTo>
                  <a:cubicBezTo>
                    <a:pt x="760" y="322"/>
                    <a:pt x="763" y="322"/>
                    <a:pt x="764" y="321"/>
                  </a:cubicBezTo>
                  <a:cubicBezTo>
                    <a:pt x="766" y="320"/>
                    <a:pt x="768" y="316"/>
                    <a:pt x="770" y="315"/>
                  </a:cubicBezTo>
                  <a:cubicBezTo>
                    <a:pt x="772" y="315"/>
                    <a:pt x="775" y="318"/>
                    <a:pt x="777" y="318"/>
                  </a:cubicBezTo>
                  <a:cubicBezTo>
                    <a:pt x="779" y="318"/>
                    <a:pt x="783" y="316"/>
                    <a:pt x="785" y="315"/>
                  </a:cubicBezTo>
                  <a:cubicBezTo>
                    <a:pt x="788" y="312"/>
                    <a:pt x="790" y="303"/>
                    <a:pt x="793" y="301"/>
                  </a:cubicBezTo>
                  <a:cubicBezTo>
                    <a:pt x="795" y="299"/>
                    <a:pt x="800" y="299"/>
                    <a:pt x="802" y="298"/>
                  </a:cubicBezTo>
                  <a:cubicBezTo>
                    <a:pt x="804" y="295"/>
                    <a:pt x="805" y="287"/>
                    <a:pt x="806" y="284"/>
                  </a:cubicBezTo>
                  <a:cubicBezTo>
                    <a:pt x="806" y="281"/>
                    <a:pt x="805" y="276"/>
                    <a:pt x="806" y="274"/>
                  </a:cubicBezTo>
                  <a:cubicBezTo>
                    <a:pt x="807" y="273"/>
                    <a:pt x="809" y="269"/>
                    <a:pt x="811" y="269"/>
                  </a:cubicBezTo>
                  <a:cubicBezTo>
                    <a:pt x="813" y="269"/>
                    <a:pt x="814" y="275"/>
                    <a:pt x="815" y="277"/>
                  </a:cubicBezTo>
                  <a:cubicBezTo>
                    <a:pt x="815" y="279"/>
                    <a:pt x="815" y="283"/>
                    <a:pt x="816" y="284"/>
                  </a:cubicBezTo>
                  <a:cubicBezTo>
                    <a:pt x="817" y="288"/>
                    <a:pt x="824" y="291"/>
                    <a:pt x="827" y="293"/>
                  </a:cubicBezTo>
                  <a:cubicBezTo>
                    <a:pt x="830" y="295"/>
                    <a:pt x="836" y="300"/>
                    <a:pt x="837" y="304"/>
                  </a:cubicBezTo>
                  <a:cubicBezTo>
                    <a:pt x="837" y="306"/>
                    <a:pt x="837" y="309"/>
                    <a:pt x="836" y="311"/>
                  </a:cubicBezTo>
                  <a:cubicBezTo>
                    <a:pt x="835" y="313"/>
                    <a:pt x="831" y="315"/>
                    <a:pt x="831" y="317"/>
                  </a:cubicBezTo>
                  <a:cubicBezTo>
                    <a:pt x="830" y="320"/>
                    <a:pt x="833" y="326"/>
                    <a:pt x="833" y="330"/>
                  </a:cubicBezTo>
                  <a:cubicBezTo>
                    <a:pt x="833" y="331"/>
                    <a:pt x="832" y="334"/>
                    <a:pt x="831" y="336"/>
                  </a:cubicBezTo>
                  <a:cubicBezTo>
                    <a:pt x="830" y="337"/>
                    <a:pt x="828" y="338"/>
                    <a:pt x="828" y="339"/>
                  </a:cubicBezTo>
                  <a:cubicBezTo>
                    <a:pt x="827" y="340"/>
                    <a:pt x="827" y="344"/>
                    <a:pt x="826" y="345"/>
                  </a:cubicBezTo>
                  <a:cubicBezTo>
                    <a:pt x="826" y="347"/>
                    <a:pt x="826" y="349"/>
                    <a:pt x="825" y="350"/>
                  </a:cubicBezTo>
                  <a:cubicBezTo>
                    <a:pt x="824" y="351"/>
                    <a:pt x="822" y="351"/>
                    <a:pt x="821" y="351"/>
                  </a:cubicBezTo>
                  <a:cubicBezTo>
                    <a:pt x="819" y="351"/>
                    <a:pt x="815" y="348"/>
                    <a:pt x="814" y="347"/>
                  </a:cubicBezTo>
                  <a:cubicBezTo>
                    <a:pt x="812" y="345"/>
                    <a:pt x="809" y="339"/>
                    <a:pt x="807" y="337"/>
                  </a:cubicBezTo>
                  <a:cubicBezTo>
                    <a:pt x="805" y="336"/>
                    <a:pt x="802" y="335"/>
                    <a:pt x="800" y="335"/>
                  </a:cubicBezTo>
                  <a:cubicBezTo>
                    <a:pt x="799" y="335"/>
                    <a:pt x="795" y="335"/>
                    <a:pt x="794" y="336"/>
                  </a:cubicBezTo>
                  <a:cubicBezTo>
                    <a:pt x="792" y="336"/>
                    <a:pt x="790" y="338"/>
                    <a:pt x="789" y="338"/>
                  </a:cubicBezTo>
                  <a:cubicBezTo>
                    <a:pt x="787" y="339"/>
                    <a:pt x="782" y="338"/>
                    <a:pt x="780" y="339"/>
                  </a:cubicBezTo>
                  <a:cubicBezTo>
                    <a:pt x="778" y="340"/>
                    <a:pt x="775" y="342"/>
                    <a:pt x="774" y="344"/>
                  </a:cubicBezTo>
                  <a:cubicBezTo>
                    <a:pt x="773" y="345"/>
                    <a:pt x="772" y="348"/>
                    <a:pt x="772" y="350"/>
                  </a:cubicBezTo>
                  <a:cubicBezTo>
                    <a:pt x="772" y="352"/>
                    <a:pt x="776" y="357"/>
                    <a:pt x="776" y="359"/>
                  </a:cubicBezTo>
                  <a:cubicBezTo>
                    <a:pt x="776" y="361"/>
                    <a:pt x="774" y="364"/>
                    <a:pt x="773" y="366"/>
                  </a:cubicBezTo>
                  <a:cubicBezTo>
                    <a:pt x="772" y="368"/>
                    <a:pt x="769" y="371"/>
                    <a:pt x="768" y="373"/>
                  </a:cubicBezTo>
                  <a:cubicBezTo>
                    <a:pt x="768" y="375"/>
                    <a:pt x="768" y="379"/>
                    <a:pt x="769" y="381"/>
                  </a:cubicBezTo>
                  <a:cubicBezTo>
                    <a:pt x="770" y="383"/>
                    <a:pt x="776" y="386"/>
                    <a:pt x="778" y="388"/>
                  </a:cubicBezTo>
                  <a:cubicBezTo>
                    <a:pt x="781" y="390"/>
                    <a:pt x="787" y="397"/>
                    <a:pt x="791" y="398"/>
                  </a:cubicBezTo>
                  <a:cubicBezTo>
                    <a:pt x="794" y="399"/>
                    <a:pt x="801" y="399"/>
                    <a:pt x="805" y="398"/>
                  </a:cubicBezTo>
                  <a:cubicBezTo>
                    <a:pt x="808" y="397"/>
                    <a:pt x="815" y="393"/>
                    <a:pt x="818" y="391"/>
                  </a:cubicBezTo>
                  <a:cubicBezTo>
                    <a:pt x="821" y="389"/>
                    <a:pt x="825" y="382"/>
                    <a:pt x="829" y="381"/>
                  </a:cubicBezTo>
                  <a:cubicBezTo>
                    <a:pt x="830" y="380"/>
                    <a:pt x="834" y="381"/>
                    <a:pt x="835" y="382"/>
                  </a:cubicBezTo>
                  <a:cubicBezTo>
                    <a:pt x="837" y="383"/>
                    <a:pt x="839" y="387"/>
                    <a:pt x="841" y="388"/>
                  </a:cubicBezTo>
                  <a:cubicBezTo>
                    <a:pt x="843" y="389"/>
                    <a:pt x="848" y="389"/>
                    <a:pt x="850" y="388"/>
                  </a:cubicBezTo>
                  <a:cubicBezTo>
                    <a:pt x="852" y="387"/>
                    <a:pt x="853" y="381"/>
                    <a:pt x="854" y="380"/>
                  </a:cubicBezTo>
                  <a:cubicBezTo>
                    <a:pt x="855" y="379"/>
                    <a:pt x="858" y="379"/>
                    <a:pt x="859" y="379"/>
                  </a:cubicBezTo>
                  <a:cubicBezTo>
                    <a:pt x="861" y="380"/>
                    <a:pt x="861" y="386"/>
                    <a:pt x="863" y="387"/>
                  </a:cubicBezTo>
                  <a:cubicBezTo>
                    <a:pt x="864" y="389"/>
                    <a:pt x="867" y="390"/>
                    <a:pt x="869" y="391"/>
                  </a:cubicBezTo>
                  <a:cubicBezTo>
                    <a:pt x="874" y="392"/>
                    <a:pt x="883" y="392"/>
                    <a:pt x="887" y="392"/>
                  </a:cubicBezTo>
                  <a:cubicBezTo>
                    <a:pt x="892" y="393"/>
                    <a:pt x="902" y="390"/>
                    <a:pt x="906" y="392"/>
                  </a:cubicBezTo>
                  <a:cubicBezTo>
                    <a:pt x="908" y="393"/>
                    <a:pt x="910" y="398"/>
                    <a:pt x="913" y="400"/>
                  </a:cubicBezTo>
                  <a:cubicBezTo>
                    <a:pt x="915" y="401"/>
                    <a:pt x="921" y="400"/>
                    <a:pt x="923" y="400"/>
                  </a:cubicBezTo>
                  <a:cubicBezTo>
                    <a:pt x="926" y="400"/>
                    <a:pt x="931" y="399"/>
                    <a:pt x="934" y="399"/>
                  </a:cubicBezTo>
                  <a:cubicBezTo>
                    <a:pt x="935" y="399"/>
                    <a:pt x="939" y="402"/>
                    <a:pt x="941" y="402"/>
                  </a:cubicBezTo>
                  <a:cubicBezTo>
                    <a:pt x="942" y="403"/>
                    <a:pt x="945" y="401"/>
                    <a:pt x="947" y="401"/>
                  </a:cubicBezTo>
                  <a:cubicBezTo>
                    <a:pt x="949" y="401"/>
                    <a:pt x="953" y="402"/>
                    <a:pt x="955" y="403"/>
                  </a:cubicBezTo>
                  <a:cubicBezTo>
                    <a:pt x="957" y="404"/>
                    <a:pt x="962" y="405"/>
                    <a:pt x="964" y="406"/>
                  </a:cubicBezTo>
                  <a:cubicBezTo>
                    <a:pt x="967" y="406"/>
                    <a:pt x="972" y="407"/>
                    <a:pt x="975" y="407"/>
                  </a:cubicBezTo>
                  <a:cubicBezTo>
                    <a:pt x="978" y="407"/>
                    <a:pt x="984" y="406"/>
                    <a:pt x="986" y="407"/>
                  </a:cubicBezTo>
                  <a:cubicBezTo>
                    <a:pt x="988" y="408"/>
                    <a:pt x="989" y="411"/>
                    <a:pt x="989" y="413"/>
                  </a:cubicBezTo>
                  <a:cubicBezTo>
                    <a:pt x="990" y="414"/>
                    <a:pt x="990" y="416"/>
                    <a:pt x="989" y="416"/>
                  </a:cubicBezTo>
                  <a:cubicBezTo>
                    <a:pt x="988" y="417"/>
                    <a:pt x="983" y="417"/>
                    <a:pt x="981" y="416"/>
                  </a:cubicBezTo>
                  <a:cubicBezTo>
                    <a:pt x="980" y="415"/>
                    <a:pt x="980" y="412"/>
                    <a:pt x="980" y="412"/>
                  </a:cubicBezTo>
                  <a:cubicBezTo>
                    <a:pt x="979" y="411"/>
                    <a:pt x="976" y="411"/>
                    <a:pt x="975" y="412"/>
                  </a:cubicBezTo>
                  <a:cubicBezTo>
                    <a:pt x="974" y="413"/>
                    <a:pt x="974" y="416"/>
                    <a:pt x="973" y="417"/>
                  </a:cubicBezTo>
                  <a:cubicBezTo>
                    <a:pt x="972" y="418"/>
                    <a:pt x="968" y="416"/>
                    <a:pt x="967" y="417"/>
                  </a:cubicBezTo>
                  <a:cubicBezTo>
                    <a:pt x="965" y="418"/>
                    <a:pt x="962" y="420"/>
                    <a:pt x="962" y="421"/>
                  </a:cubicBezTo>
                  <a:cubicBezTo>
                    <a:pt x="961" y="423"/>
                    <a:pt x="963" y="426"/>
                    <a:pt x="962" y="427"/>
                  </a:cubicBezTo>
                  <a:cubicBezTo>
                    <a:pt x="961" y="429"/>
                    <a:pt x="957" y="429"/>
                    <a:pt x="955" y="430"/>
                  </a:cubicBezTo>
                  <a:cubicBezTo>
                    <a:pt x="954" y="430"/>
                    <a:pt x="952" y="429"/>
                    <a:pt x="951" y="430"/>
                  </a:cubicBezTo>
                  <a:cubicBezTo>
                    <a:pt x="950" y="431"/>
                    <a:pt x="950" y="436"/>
                    <a:pt x="951" y="438"/>
                  </a:cubicBezTo>
                  <a:cubicBezTo>
                    <a:pt x="951" y="439"/>
                    <a:pt x="954" y="441"/>
                    <a:pt x="956" y="442"/>
                  </a:cubicBezTo>
                  <a:cubicBezTo>
                    <a:pt x="958" y="443"/>
                    <a:pt x="963" y="442"/>
                    <a:pt x="964" y="444"/>
                  </a:cubicBezTo>
                  <a:cubicBezTo>
                    <a:pt x="965" y="445"/>
                    <a:pt x="963" y="449"/>
                    <a:pt x="963" y="451"/>
                  </a:cubicBezTo>
                  <a:cubicBezTo>
                    <a:pt x="964" y="453"/>
                    <a:pt x="967" y="455"/>
                    <a:pt x="969" y="455"/>
                  </a:cubicBezTo>
                  <a:cubicBezTo>
                    <a:pt x="971" y="455"/>
                    <a:pt x="974" y="453"/>
                    <a:pt x="976" y="452"/>
                  </a:cubicBezTo>
                  <a:cubicBezTo>
                    <a:pt x="977" y="451"/>
                    <a:pt x="980" y="447"/>
                    <a:pt x="982" y="446"/>
                  </a:cubicBezTo>
                  <a:cubicBezTo>
                    <a:pt x="985" y="445"/>
                    <a:pt x="991" y="445"/>
                    <a:pt x="994" y="446"/>
                  </a:cubicBezTo>
                  <a:cubicBezTo>
                    <a:pt x="997" y="447"/>
                    <a:pt x="1002" y="452"/>
                    <a:pt x="1004" y="454"/>
                  </a:cubicBezTo>
                  <a:cubicBezTo>
                    <a:pt x="1006" y="456"/>
                    <a:pt x="1009" y="460"/>
                    <a:pt x="1011" y="461"/>
                  </a:cubicBezTo>
                  <a:cubicBezTo>
                    <a:pt x="1013" y="464"/>
                    <a:pt x="1017" y="470"/>
                    <a:pt x="1020" y="470"/>
                  </a:cubicBezTo>
                  <a:cubicBezTo>
                    <a:pt x="1024" y="471"/>
                    <a:pt x="1032" y="466"/>
                    <a:pt x="1036" y="466"/>
                  </a:cubicBezTo>
                  <a:cubicBezTo>
                    <a:pt x="1038" y="467"/>
                    <a:pt x="1041" y="472"/>
                    <a:pt x="1043" y="472"/>
                  </a:cubicBezTo>
                  <a:cubicBezTo>
                    <a:pt x="1046" y="472"/>
                    <a:pt x="1051" y="466"/>
                    <a:pt x="1054" y="466"/>
                  </a:cubicBezTo>
                  <a:cubicBezTo>
                    <a:pt x="1056" y="465"/>
                    <a:pt x="1061" y="466"/>
                    <a:pt x="1064" y="467"/>
                  </a:cubicBezTo>
                  <a:cubicBezTo>
                    <a:pt x="1065" y="467"/>
                    <a:pt x="1070" y="469"/>
                    <a:pt x="1070" y="471"/>
                  </a:cubicBezTo>
                  <a:cubicBezTo>
                    <a:pt x="1070" y="473"/>
                    <a:pt x="1064" y="473"/>
                    <a:pt x="1064" y="475"/>
                  </a:cubicBezTo>
                  <a:cubicBezTo>
                    <a:pt x="1063" y="477"/>
                    <a:pt x="1065" y="480"/>
                    <a:pt x="1065" y="481"/>
                  </a:cubicBezTo>
                  <a:cubicBezTo>
                    <a:pt x="1064" y="483"/>
                    <a:pt x="1061" y="484"/>
                    <a:pt x="1059" y="485"/>
                  </a:cubicBezTo>
                  <a:cubicBezTo>
                    <a:pt x="1057" y="486"/>
                    <a:pt x="1052" y="488"/>
                    <a:pt x="1051" y="490"/>
                  </a:cubicBezTo>
                  <a:cubicBezTo>
                    <a:pt x="1050" y="492"/>
                    <a:pt x="1049" y="499"/>
                    <a:pt x="1051" y="501"/>
                  </a:cubicBezTo>
                  <a:cubicBezTo>
                    <a:pt x="1052" y="503"/>
                    <a:pt x="1056" y="506"/>
                    <a:pt x="1058" y="506"/>
                  </a:cubicBezTo>
                  <a:cubicBezTo>
                    <a:pt x="1060" y="505"/>
                    <a:pt x="1062" y="503"/>
                    <a:pt x="1063" y="501"/>
                  </a:cubicBezTo>
                  <a:cubicBezTo>
                    <a:pt x="1064" y="500"/>
                    <a:pt x="1062" y="495"/>
                    <a:pt x="1063" y="494"/>
                  </a:cubicBezTo>
                  <a:cubicBezTo>
                    <a:pt x="1064" y="492"/>
                    <a:pt x="1068" y="490"/>
                    <a:pt x="1070" y="489"/>
                  </a:cubicBezTo>
                  <a:cubicBezTo>
                    <a:pt x="1072" y="489"/>
                    <a:pt x="1076" y="490"/>
                    <a:pt x="1077" y="492"/>
                  </a:cubicBezTo>
                  <a:cubicBezTo>
                    <a:pt x="1078" y="493"/>
                    <a:pt x="1077" y="496"/>
                    <a:pt x="1078" y="496"/>
                  </a:cubicBezTo>
                  <a:cubicBezTo>
                    <a:pt x="1080" y="498"/>
                    <a:pt x="1086" y="498"/>
                    <a:pt x="1088" y="498"/>
                  </a:cubicBezTo>
                  <a:cubicBezTo>
                    <a:pt x="1091" y="497"/>
                    <a:pt x="1095" y="493"/>
                    <a:pt x="1097" y="491"/>
                  </a:cubicBezTo>
                  <a:cubicBezTo>
                    <a:pt x="1099" y="490"/>
                    <a:pt x="1103" y="487"/>
                    <a:pt x="1103" y="485"/>
                  </a:cubicBezTo>
                  <a:cubicBezTo>
                    <a:pt x="1104" y="484"/>
                    <a:pt x="1102" y="481"/>
                    <a:pt x="1101" y="480"/>
                  </a:cubicBezTo>
                  <a:cubicBezTo>
                    <a:pt x="1100" y="479"/>
                    <a:pt x="1097" y="479"/>
                    <a:pt x="1096" y="477"/>
                  </a:cubicBezTo>
                  <a:cubicBezTo>
                    <a:pt x="1096" y="476"/>
                    <a:pt x="1098" y="473"/>
                    <a:pt x="1099" y="472"/>
                  </a:cubicBezTo>
                  <a:cubicBezTo>
                    <a:pt x="1100" y="470"/>
                    <a:pt x="1102" y="468"/>
                    <a:pt x="1103" y="467"/>
                  </a:cubicBezTo>
                  <a:cubicBezTo>
                    <a:pt x="1103" y="465"/>
                    <a:pt x="1101" y="459"/>
                    <a:pt x="1102" y="457"/>
                  </a:cubicBezTo>
                  <a:cubicBezTo>
                    <a:pt x="1104" y="455"/>
                    <a:pt x="1110" y="457"/>
                    <a:pt x="1112" y="456"/>
                  </a:cubicBezTo>
                  <a:cubicBezTo>
                    <a:pt x="1114" y="456"/>
                    <a:pt x="1117" y="451"/>
                    <a:pt x="1120" y="451"/>
                  </a:cubicBezTo>
                  <a:cubicBezTo>
                    <a:pt x="1122" y="451"/>
                    <a:pt x="1125" y="452"/>
                    <a:pt x="1127" y="453"/>
                  </a:cubicBezTo>
                  <a:cubicBezTo>
                    <a:pt x="1129" y="455"/>
                    <a:pt x="1132" y="463"/>
                    <a:pt x="1134" y="466"/>
                  </a:cubicBezTo>
                  <a:cubicBezTo>
                    <a:pt x="1138" y="470"/>
                    <a:pt x="1147" y="478"/>
                    <a:pt x="1151" y="481"/>
                  </a:cubicBezTo>
                  <a:cubicBezTo>
                    <a:pt x="1154" y="484"/>
                    <a:pt x="1161" y="488"/>
                    <a:pt x="1164" y="491"/>
                  </a:cubicBezTo>
                  <a:cubicBezTo>
                    <a:pt x="1166" y="494"/>
                    <a:pt x="1167" y="502"/>
                    <a:pt x="1169" y="505"/>
                  </a:cubicBezTo>
                  <a:cubicBezTo>
                    <a:pt x="1171" y="510"/>
                    <a:pt x="1177" y="518"/>
                    <a:pt x="1179" y="523"/>
                  </a:cubicBezTo>
                  <a:cubicBezTo>
                    <a:pt x="1180" y="526"/>
                    <a:pt x="1182" y="534"/>
                    <a:pt x="1183" y="53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55"/>
            <p:cNvSpPr>
              <a:spLocks/>
            </p:cNvSpPr>
            <p:nvPr/>
          </p:nvSpPr>
          <p:spPr bwMode="auto">
            <a:xfrm>
              <a:off x="3582988" y="1647826"/>
              <a:ext cx="190500" cy="244475"/>
            </a:xfrm>
            <a:custGeom>
              <a:avLst/>
              <a:gdLst/>
              <a:ahLst/>
              <a:cxnLst>
                <a:cxn ang="0">
                  <a:pos x="124" y="32"/>
                </a:cxn>
                <a:cxn ang="0">
                  <a:pos x="117" y="37"/>
                </a:cxn>
                <a:cxn ang="0">
                  <a:pos x="113" y="44"/>
                </a:cxn>
                <a:cxn ang="0">
                  <a:pos x="106" y="46"/>
                </a:cxn>
                <a:cxn ang="0">
                  <a:pos x="96" y="53"/>
                </a:cxn>
                <a:cxn ang="0">
                  <a:pos x="89" y="55"/>
                </a:cxn>
                <a:cxn ang="0">
                  <a:pos x="86" y="66"/>
                </a:cxn>
                <a:cxn ang="0">
                  <a:pos x="74" y="75"/>
                </a:cxn>
                <a:cxn ang="0">
                  <a:pos x="65" y="83"/>
                </a:cxn>
                <a:cxn ang="0">
                  <a:pos x="63" y="101"/>
                </a:cxn>
                <a:cxn ang="0">
                  <a:pos x="58" y="129"/>
                </a:cxn>
                <a:cxn ang="0">
                  <a:pos x="59" y="157"/>
                </a:cxn>
                <a:cxn ang="0">
                  <a:pos x="48" y="155"/>
                </a:cxn>
                <a:cxn ang="0">
                  <a:pos x="38" y="145"/>
                </a:cxn>
                <a:cxn ang="0">
                  <a:pos x="29" y="141"/>
                </a:cxn>
                <a:cxn ang="0">
                  <a:pos x="24" y="136"/>
                </a:cxn>
                <a:cxn ang="0">
                  <a:pos x="15" y="135"/>
                </a:cxn>
                <a:cxn ang="0">
                  <a:pos x="15" y="123"/>
                </a:cxn>
                <a:cxn ang="0">
                  <a:pos x="8" y="114"/>
                </a:cxn>
                <a:cxn ang="0">
                  <a:pos x="10" y="98"/>
                </a:cxn>
                <a:cxn ang="0">
                  <a:pos x="18" y="98"/>
                </a:cxn>
                <a:cxn ang="0">
                  <a:pos x="24" y="102"/>
                </a:cxn>
                <a:cxn ang="0">
                  <a:pos x="21" y="95"/>
                </a:cxn>
                <a:cxn ang="0">
                  <a:pos x="21" y="89"/>
                </a:cxn>
                <a:cxn ang="0">
                  <a:pos x="29" y="88"/>
                </a:cxn>
                <a:cxn ang="0">
                  <a:pos x="23" y="85"/>
                </a:cxn>
                <a:cxn ang="0">
                  <a:pos x="24" y="77"/>
                </a:cxn>
                <a:cxn ang="0">
                  <a:pos x="15" y="68"/>
                </a:cxn>
                <a:cxn ang="0">
                  <a:pos x="11" y="62"/>
                </a:cxn>
                <a:cxn ang="0">
                  <a:pos x="3" y="63"/>
                </a:cxn>
                <a:cxn ang="0">
                  <a:pos x="5" y="45"/>
                </a:cxn>
                <a:cxn ang="0">
                  <a:pos x="22" y="29"/>
                </a:cxn>
                <a:cxn ang="0">
                  <a:pos x="28" y="36"/>
                </a:cxn>
                <a:cxn ang="0">
                  <a:pos x="39" y="39"/>
                </a:cxn>
                <a:cxn ang="0">
                  <a:pos x="54" y="28"/>
                </a:cxn>
                <a:cxn ang="0">
                  <a:pos x="63" y="19"/>
                </a:cxn>
                <a:cxn ang="0">
                  <a:pos x="57" y="11"/>
                </a:cxn>
                <a:cxn ang="0">
                  <a:pos x="64" y="5"/>
                </a:cxn>
                <a:cxn ang="0">
                  <a:pos x="73" y="11"/>
                </a:cxn>
                <a:cxn ang="0">
                  <a:pos x="84" y="2"/>
                </a:cxn>
                <a:cxn ang="0">
                  <a:pos x="104" y="5"/>
                </a:cxn>
                <a:cxn ang="0">
                  <a:pos x="124" y="26"/>
                </a:cxn>
              </a:cxnLst>
              <a:rect l="0" t="0" r="r" b="b"/>
              <a:pathLst>
                <a:path w="125" h="160">
                  <a:moveTo>
                    <a:pt x="124" y="26"/>
                  </a:moveTo>
                  <a:cubicBezTo>
                    <a:pt x="125" y="28"/>
                    <a:pt x="124" y="31"/>
                    <a:pt x="124" y="32"/>
                  </a:cubicBezTo>
                  <a:cubicBezTo>
                    <a:pt x="124" y="34"/>
                    <a:pt x="122" y="36"/>
                    <a:pt x="121" y="37"/>
                  </a:cubicBezTo>
                  <a:cubicBezTo>
                    <a:pt x="120" y="37"/>
                    <a:pt x="118" y="37"/>
                    <a:pt x="117" y="37"/>
                  </a:cubicBezTo>
                  <a:cubicBezTo>
                    <a:pt x="116" y="37"/>
                    <a:pt x="114" y="37"/>
                    <a:pt x="113" y="38"/>
                  </a:cubicBezTo>
                  <a:cubicBezTo>
                    <a:pt x="113" y="39"/>
                    <a:pt x="114" y="43"/>
                    <a:pt x="113" y="44"/>
                  </a:cubicBezTo>
                  <a:cubicBezTo>
                    <a:pt x="113" y="46"/>
                    <a:pt x="113" y="48"/>
                    <a:pt x="112" y="49"/>
                  </a:cubicBezTo>
                  <a:cubicBezTo>
                    <a:pt x="111" y="50"/>
                    <a:pt x="107" y="46"/>
                    <a:pt x="106" y="46"/>
                  </a:cubicBezTo>
                  <a:cubicBezTo>
                    <a:pt x="104" y="47"/>
                    <a:pt x="103" y="51"/>
                    <a:pt x="102" y="52"/>
                  </a:cubicBezTo>
                  <a:cubicBezTo>
                    <a:pt x="101" y="52"/>
                    <a:pt x="98" y="52"/>
                    <a:pt x="96" y="53"/>
                  </a:cubicBezTo>
                  <a:cubicBezTo>
                    <a:pt x="95" y="54"/>
                    <a:pt x="95" y="57"/>
                    <a:pt x="94" y="57"/>
                  </a:cubicBezTo>
                  <a:cubicBezTo>
                    <a:pt x="92" y="58"/>
                    <a:pt x="90" y="55"/>
                    <a:pt x="89" y="55"/>
                  </a:cubicBezTo>
                  <a:cubicBezTo>
                    <a:pt x="87" y="56"/>
                    <a:pt x="86" y="57"/>
                    <a:pt x="85" y="59"/>
                  </a:cubicBezTo>
                  <a:cubicBezTo>
                    <a:pt x="85" y="60"/>
                    <a:pt x="87" y="64"/>
                    <a:pt x="86" y="66"/>
                  </a:cubicBezTo>
                  <a:cubicBezTo>
                    <a:pt x="85" y="67"/>
                    <a:pt x="83" y="70"/>
                    <a:pt x="82" y="71"/>
                  </a:cubicBezTo>
                  <a:cubicBezTo>
                    <a:pt x="80" y="72"/>
                    <a:pt x="76" y="74"/>
                    <a:pt x="74" y="75"/>
                  </a:cubicBezTo>
                  <a:cubicBezTo>
                    <a:pt x="73" y="76"/>
                    <a:pt x="70" y="77"/>
                    <a:pt x="68" y="78"/>
                  </a:cubicBezTo>
                  <a:cubicBezTo>
                    <a:pt x="67" y="79"/>
                    <a:pt x="65" y="82"/>
                    <a:pt x="65" y="83"/>
                  </a:cubicBezTo>
                  <a:cubicBezTo>
                    <a:pt x="64" y="85"/>
                    <a:pt x="68" y="89"/>
                    <a:pt x="67" y="92"/>
                  </a:cubicBezTo>
                  <a:cubicBezTo>
                    <a:pt x="67" y="94"/>
                    <a:pt x="64" y="99"/>
                    <a:pt x="63" y="101"/>
                  </a:cubicBezTo>
                  <a:cubicBezTo>
                    <a:pt x="62" y="104"/>
                    <a:pt x="60" y="109"/>
                    <a:pt x="59" y="112"/>
                  </a:cubicBezTo>
                  <a:cubicBezTo>
                    <a:pt x="59" y="116"/>
                    <a:pt x="58" y="125"/>
                    <a:pt x="58" y="129"/>
                  </a:cubicBezTo>
                  <a:cubicBezTo>
                    <a:pt x="58" y="133"/>
                    <a:pt x="60" y="140"/>
                    <a:pt x="60" y="144"/>
                  </a:cubicBezTo>
                  <a:cubicBezTo>
                    <a:pt x="60" y="147"/>
                    <a:pt x="60" y="154"/>
                    <a:pt x="59" y="157"/>
                  </a:cubicBezTo>
                  <a:cubicBezTo>
                    <a:pt x="58" y="158"/>
                    <a:pt x="57" y="159"/>
                    <a:pt x="55" y="159"/>
                  </a:cubicBezTo>
                  <a:cubicBezTo>
                    <a:pt x="53" y="160"/>
                    <a:pt x="49" y="157"/>
                    <a:pt x="48" y="155"/>
                  </a:cubicBezTo>
                  <a:cubicBezTo>
                    <a:pt x="46" y="154"/>
                    <a:pt x="44" y="148"/>
                    <a:pt x="42" y="147"/>
                  </a:cubicBezTo>
                  <a:cubicBezTo>
                    <a:pt x="41" y="146"/>
                    <a:pt x="39" y="146"/>
                    <a:pt x="38" y="145"/>
                  </a:cubicBezTo>
                  <a:cubicBezTo>
                    <a:pt x="37" y="145"/>
                    <a:pt x="33" y="146"/>
                    <a:pt x="32" y="146"/>
                  </a:cubicBezTo>
                  <a:cubicBezTo>
                    <a:pt x="31" y="145"/>
                    <a:pt x="30" y="143"/>
                    <a:pt x="29" y="141"/>
                  </a:cubicBezTo>
                  <a:cubicBezTo>
                    <a:pt x="29" y="140"/>
                    <a:pt x="28" y="138"/>
                    <a:pt x="28" y="137"/>
                  </a:cubicBezTo>
                  <a:cubicBezTo>
                    <a:pt x="27" y="136"/>
                    <a:pt x="25" y="136"/>
                    <a:pt x="24" y="136"/>
                  </a:cubicBezTo>
                  <a:cubicBezTo>
                    <a:pt x="24" y="136"/>
                    <a:pt x="23" y="138"/>
                    <a:pt x="22" y="138"/>
                  </a:cubicBezTo>
                  <a:cubicBezTo>
                    <a:pt x="20" y="138"/>
                    <a:pt x="16" y="136"/>
                    <a:pt x="15" y="135"/>
                  </a:cubicBezTo>
                  <a:cubicBezTo>
                    <a:pt x="14" y="134"/>
                    <a:pt x="14" y="131"/>
                    <a:pt x="14" y="129"/>
                  </a:cubicBezTo>
                  <a:cubicBezTo>
                    <a:pt x="14" y="128"/>
                    <a:pt x="15" y="125"/>
                    <a:pt x="15" y="123"/>
                  </a:cubicBezTo>
                  <a:cubicBezTo>
                    <a:pt x="15" y="122"/>
                    <a:pt x="14" y="119"/>
                    <a:pt x="13" y="118"/>
                  </a:cubicBezTo>
                  <a:cubicBezTo>
                    <a:pt x="12" y="117"/>
                    <a:pt x="9" y="116"/>
                    <a:pt x="8" y="114"/>
                  </a:cubicBezTo>
                  <a:cubicBezTo>
                    <a:pt x="7" y="112"/>
                    <a:pt x="8" y="108"/>
                    <a:pt x="8" y="106"/>
                  </a:cubicBezTo>
                  <a:cubicBezTo>
                    <a:pt x="8" y="104"/>
                    <a:pt x="8" y="100"/>
                    <a:pt x="10" y="98"/>
                  </a:cubicBezTo>
                  <a:cubicBezTo>
                    <a:pt x="11" y="97"/>
                    <a:pt x="13" y="96"/>
                    <a:pt x="15" y="97"/>
                  </a:cubicBezTo>
                  <a:cubicBezTo>
                    <a:pt x="16" y="97"/>
                    <a:pt x="18" y="97"/>
                    <a:pt x="18" y="98"/>
                  </a:cubicBezTo>
                  <a:cubicBezTo>
                    <a:pt x="19" y="99"/>
                    <a:pt x="19" y="102"/>
                    <a:pt x="20" y="102"/>
                  </a:cubicBezTo>
                  <a:cubicBezTo>
                    <a:pt x="21" y="103"/>
                    <a:pt x="23" y="103"/>
                    <a:pt x="24" y="102"/>
                  </a:cubicBezTo>
                  <a:cubicBezTo>
                    <a:pt x="25" y="101"/>
                    <a:pt x="26" y="98"/>
                    <a:pt x="25" y="97"/>
                  </a:cubicBezTo>
                  <a:cubicBezTo>
                    <a:pt x="24" y="96"/>
                    <a:pt x="22" y="96"/>
                    <a:pt x="21" y="95"/>
                  </a:cubicBezTo>
                  <a:cubicBezTo>
                    <a:pt x="20" y="94"/>
                    <a:pt x="18" y="92"/>
                    <a:pt x="19" y="91"/>
                  </a:cubicBezTo>
                  <a:cubicBezTo>
                    <a:pt x="19" y="90"/>
                    <a:pt x="21" y="89"/>
                    <a:pt x="21" y="89"/>
                  </a:cubicBezTo>
                  <a:cubicBezTo>
                    <a:pt x="23" y="89"/>
                    <a:pt x="27" y="91"/>
                    <a:pt x="28" y="90"/>
                  </a:cubicBezTo>
                  <a:cubicBezTo>
                    <a:pt x="29" y="90"/>
                    <a:pt x="29" y="88"/>
                    <a:pt x="29" y="88"/>
                  </a:cubicBezTo>
                  <a:cubicBezTo>
                    <a:pt x="29" y="87"/>
                    <a:pt x="28" y="86"/>
                    <a:pt x="27" y="85"/>
                  </a:cubicBezTo>
                  <a:cubicBezTo>
                    <a:pt x="26" y="85"/>
                    <a:pt x="24" y="86"/>
                    <a:pt x="23" y="85"/>
                  </a:cubicBezTo>
                  <a:cubicBezTo>
                    <a:pt x="22" y="85"/>
                    <a:pt x="21" y="83"/>
                    <a:pt x="21" y="82"/>
                  </a:cubicBezTo>
                  <a:cubicBezTo>
                    <a:pt x="21" y="81"/>
                    <a:pt x="24" y="78"/>
                    <a:pt x="24" y="77"/>
                  </a:cubicBezTo>
                  <a:cubicBezTo>
                    <a:pt x="23" y="75"/>
                    <a:pt x="19" y="75"/>
                    <a:pt x="17" y="73"/>
                  </a:cubicBezTo>
                  <a:cubicBezTo>
                    <a:pt x="16" y="72"/>
                    <a:pt x="15" y="70"/>
                    <a:pt x="15" y="68"/>
                  </a:cubicBezTo>
                  <a:cubicBezTo>
                    <a:pt x="14" y="67"/>
                    <a:pt x="15" y="64"/>
                    <a:pt x="14" y="63"/>
                  </a:cubicBezTo>
                  <a:cubicBezTo>
                    <a:pt x="14" y="62"/>
                    <a:pt x="12" y="62"/>
                    <a:pt x="11" y="62"/>
                  </a:cubicBezTo>
                  <a:cubicBezTo>
                    <a:pt x="10" y="62"/>
                    <a:pt x="9" y="63"/>
                    <a:pt x="9" y="64"/>
                  </a:cubicBezTo>
                  <a:cubicBezTo>
                    <a:pt x="7" y="64"/>
                    <a:pt x="4" y="64"/>
                    <a:pt x="3" y="63"/>
                  </a:cubicBezTo>
                  <a:cubicBezTo>
                    <a:pt x="1" y="62"/>
                    <a:pt x="0" y="59"/>
                    <a:pt x="0" y="58"/>
                  </a:cubicBezTo>
                  <a:cubicBezTo>
                    <a:pt x="0" y="54"/>
                    <a:pt x="3" y="48"/>
                    <a:pt x="5" y="45"/>
                  </a:cubicBezTo>
                  <a:cubicBezTo>
                    <a:pt x="7" y="42"/>
                    <a:pt x="12" y="37"/>
                    <a:pt x="14" y="35"/>
                  </a:cubicBezTo>
                  <a:cubicBezTo>
                    <a:pt x="16" y="33"/>
                    <a:pt x="19" y="30"/>
                    <a:pt x="22" y="29"/>
                  </a:cubicBezTo>
                  <a:cubicBezTo>
                    <a:pt x="23" y="29"/>
                    <a:pt x="26" y="29"/>
                    <a:pt x="27" y="30"/>
                  </a:cubicBezTo>
                  <a:cubicBezTo>
                    <a:pt x="28" y="31"/>
                    <a:pt x="27" y="35"/>
                    <a:pt x="28" y="36"/>
                  </a:cubicBezTo>
                  <a:cubicBezTo>
                    <a:pt x="29" y="37"/>
                    <a:pt x="32" y="39"/>
                    <a:pt x="33" y="40"/>
                  </a:cubicBezTo>
                  <a:cubicBezTo>
                    <a:pt x="35" y="40"/>
                    <a:pt x="38" y="40"/>
                    <a:pt x="39" y="39"/>
                  </a:cubicBezTo>
                  <a:cubicBezTo>
                    <a:pt x="42" y="38"/>
                    <a:pt x="44" y="32"/>
                    <a:pt x="47" y="31"/>
                  </a:cubicBezTo>
                  <a:cubicBezTo>
                    <a:pt x="48" y="30"/>
                    <a:pt x="52" y="29"/>
                    <a:pt x="54" y="28"/>
                  </a:cubicBezTo>
                  <a:cubicBezTo>
                    <a:pt x="55" y="27"/>
                    <a:pt x="58" y="24"/>
                    <a:pt x="60" y="23"/>
                  </a:cubicBezTo>
                  <a:cubicBezTo>
                    <a:pt x="60" y="22"/>
                    <a:pt x="62" y="20"/>
                    <a:pt x="63" y="19"/>
                  </a:cubicBezTo>
                  <a:cubicBezTo>
                    <a:pt x="63" y="18"/>
                    <a:pt x="62" y="16"/>
                    <a:pt x="61" y="15"/>
                  </a:cubicBezTo>
                  <a:cubicBezTo>
                    <a:pt x="60" y="14"/>
                    <a:pt x="57" y="13"/>
                    <a:pt x="57" y="11"/>
                  </a:cubicBezTo>
                  <a:cubicBezTo>
                    <a:pt x="56" y="10"/>
                    <a:pt x="57" y="7"/>
                    <a:pt x="58" y="6"/>
                  </a:cubicBezTo>
                  <a:cubicBezTo>
                    <a:pt x="60" y="5"/>
                    <a:pt x="63" y="5"/>
                    <a:pt x="64" y="5"/>
                  </a:cubicBezTo>
                  <a:cubicBezTo>
                    <a:pt x="66" y="5"/>
                    <a:pt x="68" y="7"/>
                    <a:pt x="70" y="8"/>
                  </a:cubicBezTo>
                  <a:cubicBezTo>
                    <a:pt x="70" y="9"/>
                    <a:pt x="72" y="11"/>
                    <a:pt x="73" y="11"/>
                  </a:cubicBezTo>
                  <a:cubicBezTo>
                    <a:pt x="74" y="12"/>
                    <a:pt x="77" y="9"/>
                    <a:pt x="78" y="8"/>
                  </a:cubicBezTo>
                  <a:cubicBezTo>
                    <a:pt x="80" y="6"/>
                    <a:pt x="82" y="3"/>
                    <a:pt x="84" y="2"/>
                  </a:cubicBezTo>
                  <a:cubicBezTo>
                    <a:pt x="86" y="0"/>
                    <a:pt x="91" y="0"/>
                    <a:pt x="94" y="0"/>
                  </a:cubicBezTo>
                  <a:cubicBezTo>
                    <a:pt x="97" y="0"/>
                    <a:pt x="101" y="4"/>
                    <a:pt x="104" y="5"/>
                  </a:cubicBezTo>
                  <a:cubicBezTo>
                    <a:pt x="107" y="7"/>
                    <a:pt x="112" y="13"/>
                    <a:pt x="115" y="16"/>
                  </a:cubicBezTo>
                  <a:cubicBezTo>
                    <a:pt x="118" y="19"/>
                    <a:pt x="123" y="23"/>
                    <a:pt x="124"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56"/>
            <p:cNvSpPr>
              <a:spLocks/>
            </p:cNvSpPr>
            <p:nvPr/>
          </p:nvSpPr>
          <p:spPr bwMode="auto">
            <a:xfrm>
              <a:off x="3668713" y="1935163"/>
              <a:ext cx="42863" cy="77788"/>
            </a:xfrm>
            <a:custGeom>
              <a:avLst/>
              <a:gdLst/>
              <a:ahLst/>
              <a:cxnLst>
                <a:cxn ang="0">
                  <a:pos x="27" y="22"/>
                </a:cxn>
                <a:cxn ang="0">
                  <a:pos x="27" y="29"/>
                </a:cxn>
                <a:cxn ang="0">
                  <a:pos x="24" y="41"/>
                </a:cxn>
                <a:cxn ang="0">
                  <a:pos x="21" y="47"/>
                </a:cxn>
                <a:cxn ang="0">
                  <a:pos x="16" y="50"/>
                </a:cxn>
                <a:cxn ang="0">
                  <a:pos x="11" y="51"/>
                </a:cxn>
                <a:cxn ang="0">
                  <a:pos x="7" y="51"/>
                </a:cxn>
                <a:cxn ang="0">
                  <a:pos x="5" y="45"/>
                </a:cxn>
                <a:cxn ang="0">
                  <a:pos x="5" y="33"/>
                </a:cxn>
                <a:cxn ang="0">
                  <a:pos x="2" y="24"/>
                </a:cxn>
                <a:cxn ang="0">
                  <a:pos x="0" y="17"/>
                </a:cxn>
                <a:cxn ang="0">
                  <a:pos x="1" y="8"/>
                </a:cxn>
                <a:cxn ang="0">
                  <a:pos x="8" y="5"/>
                </a:cxn>
                <a:cxn ang="0">
                  <a:pos x="12" y="0"/>
                </a:cxn>
                <a:cxn ang="0">
                  <a:pos x="16" y="1"/>
                </a:cxn>
                <a:cxn ang="0">
                  <a:pos x="20" y="7"/>
                </a:cxn>
                <a:cxn ang="0">
                  <a:pos x="22" y="14"/>
                </a:cxn>
                <a:cxn ang="0">
                  <a:pos x="27" y="22"/>
                </a:cxn>
              </a:cxnLst>
              <a:rect l="0" t="0" r="r" b="b"/>
              <a:pathLst>
                <a:path w="28" h="51">
                  <a:moveTo>
                    <a:pt x="27" y="22"/>
                  </a:moveTo>
                  <a:cubicBezTo>
                    <a:pt x="28" y="24"/>
                    <a:pt x="27" y="28"/>
                    <a:pt x="27" y="29"/>
                  </a:cubicBezTo>
                  <a:cubicBezTo>
                    <a:pt x="27" y="32"/>
                    <a:pt x="25" y="38"/>
                    <a:pt x="24" y="41"/>
                  </a:cubicBezTo>
                  <a:cubicBezTo>
                    <a:pt x="23" y="42"/>
                    <a:pt x="22" y="45"/>
                    <a:pt x="21" y="47"/>
                  </a:cubicBezTo>
                  <a:cubicBezTo>
                    <a:pt x="20" y="48"/>
                    <a:pt x="17" y="49"/>
                    <a:pt x="16" y="50"/>
                  </a:cubicBezTo>
                  <a:cubicBezTo>
                    <a:pt x="15" y="51"/>
                    <a:pt x="12" y="51"/>
                    <a:pt x="11" y="51"/>
                  </a:cubicBezTo>
                  <a:cubicBezTo>
                    <a:pt x="10" y="51"/>
                    <a:pt x="8" y="51"/>
                    <a:pt x="7" y="51"/>
                  </a:cubicBezTo>
                  <a:cubicBezTo>
                    <a:pt x="6" y="50"/>
                    <a:pt x="5" y="47"/>
                    <a:pt x="5" y="45"/>
                  </a:cubicBezTo>
                  <a:cubicBezTo>
                    <a:pt x="4" y="42"/>
                    <a:pt x="6" y="36"/>
                    <a:pt x="5" y="33"/>
                  </a:cubicBezTo>
                  <a:cubicBezTo>
                    <a:pt x="5" y="31"/>
                    <a:pt x="3" y="26"/>
                    <a:pt x="2" y="24"/>
                  </a:cubicBezTo>
                  <a:cubicBezTo>
                    <a:pt x="1" y="22"/>
                    <a:pt x="0" y="19"/>
                    <a:pt x="0" y="17"/>
                  </a:cubicBezTo>
                  <a:cubicBezTo>
                    <a:pt x="0" y="15"/>
                    <a:pt x="0" y="10"/>
                    <a:pt x="1" y="8"/>
                  </a:cubicBezTo>
                  <a:cubicBezTo>
                    <a:pt x="2" y="7"/>
                    <a:pt x="7" y="6"/>
                    <a:pt x="8" y="5"/>
                  </a:cubicBezTo>
                  <a:cubicBezTo>
                    <a:pt x="10" y="4"/>
                    <a:pt x="11" y="1"/>
                    <a:pt x="12" y="0"/>
                  </a:cubicBezTo>
                  <a:cubicBezTo>
                    <a:pt x="13" y="0"/>
                    <a:pt x="15" y="0"/>
                    <a:pt x="16" y="1"/>
                  </a:cubicBezTo>
                  <a:cubicBezTo>
                    <a:pt x="17" y="2"/>
                    <a:pt x="19" y="5"/>
                    <a:pt x="20" y="7"/>
                  </a:cubicBezTo>
                  <a:cubicBezTo>
                    <a:pt x="20" y="9"/>
                    <a:pt x="21" y="12"/>
                    <a:pt x="22" y="14"/>
                  </a:cubicBezTo>
                  <a:cubicBezTo>
                    <a:pt x="23" y="16"/>
                    <a:pt x="26" y="20"/>
                    <a:pt x="27"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57"/>
            <p:cNvSpPr>
              <a:spLocks/>
            </p:cNvSpPr>
            <p:nvPr/>
          </p:nvSpPr>
          <p:spPr bwMode="auto">
            <a:xfrm>
              <a:off x="3644900" y="1887538"/>
              <a:ext cx="14288" cy="17463"/>
            </a:xfrm>
            <a:custGeom>
              <a:avLst/>
              <a:gdLst/>
              <a:ahLst/>
              <a:cxnLst>
                <a:cxn ang="0">
                  <a:pos x="8" y="6"/>
                </a:cxn>
                <a:cxn ang="0">
                  <a:pos x="9" y="8"/>
                </a:cxn>
                <a:cxn ang="0">
                  <a:pos x="6" y="11"/>
                </a:cxn>
                <a:cxn ang="0">
                  <a:pos x="2" y="8"/>
                </a:cxn>
                <a:cxn ang="0">
                  <a:pos x="0" y="5"/>
                </a:cxn>
                <a:cxn ang="0">
                  <a:pos x="1" y="1"/>
                </a:cxn>
                <a:cxn ang="0">
                  <a:pos x="6" y="1"/>
                </a:cxn>
                <a:cxn ang="0">
                  <a:pos x="8" y="6"/>
                </a:cxn>
              </a:cxnLst>
              <a:rect l="0" t="0" r="r" b="b"/>
              <a:pathLst>
                <a:path w="9" h="11">
                  <a:moveTo>
                    <a:pt x="8" y="6"/>
                  </a:moveTo>
                  <a:cubicBezTo>
                    <a:pt x="8" y="6"/>
                    <a:pt x="9" y="8"/>
                    <a:pt x="9" y="8"/>
                  </a:cubicBezTo>
                  <a:cubicBezTo>
                    <a:pt x="8" y="9"/>
                    <a:pt x="7" y="11"/>
                    <a:pt x="6" y="11"/>
                  </a:cubicBezTo>
                  <a:cubicBezTo>
                    <a:pt x="5" y="11"/>
                    <a:pt x="3" y="9"/>
                    <a:pt x="2" y="8"/>
                  </a:cubicBezTo>
                  <a:cubicBezTo>
                    <a:pt x="1" y="8"/>
                    <a:pt x="1" y="6"/>
                    <a:pt x="0" y="5"/>
                  </a:cubicBezTo>
                  <a:cubicBezTo>
                    <a:pt x="0" y="4"/>
                    <a:pt x="0" y="2"/>
                    <a:pt x="1" y="1"/>
                  </a:cubicBezTo>
                  <a:cubicBezTo>
                    <a:pt x="2" y="0"/>
                    <a:pt x="5" y="0"/>
                    <a:pt x="6" y="1"/>
                  </a:cubicBezTo>
                  <a:cubicBezTo>
                    <a:pt x="7" y="2"/>
                    <a:pt x="8" y="5"/>
                    <a:pt x="8"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58"/>
            <p:cNvSpPr>
              <a:spLocks/>
            </p:cNvSpPr>
            <p:nvPr/>
          </p:nvSpPr>
          <p:spPr bwMode="auto">
            <a:xfrm>
              <a:off x="3351213" y="1801813"/>
              <a:ext cx="77788" cy="58738"/>
            </a:xfrm>
            <a:custGeom>
              <a:avLst/>
              <a:gdLst/>
              <a:ahLst/>
              <a:cxnLst>
                <a:cxn ang="0">
                  <a:pos x="48" y="24"/>
                </a:cxn>
                <a:cxn ang="0">
                  <a:pos x="51" y="31"/>
                </a:cxn>
                <a:cxn ang="0">
                  <a:pos x="48" y="35"/>
                </a:cxn>
                <a:cxn ang="0">
                  <a:pos x="39" y="36"/>
                </a:cxn>
                <a:cxn ang="0">
                  <a:pos x="29" y="38"/>
                </a:cxn>
                <a:cxn ang="0">
                  <a:pos x="23" y="37"/>
                </a:cxn>
                <a:cxn ang="0">
                  <a:pos x="13" y="37"/>
                </a:cxn>
                <a:cxn ang="0">
                  <a:pos x="9" y="34"/>
                </a:cxn>
                <a:cxn ang="0">
                  <a:pos x="5" y="29"/>
                </a:cxn>
                <a:cxn ang="0">
                  <a:pos x="1" y="27"/>
                </a:cxn>
                <a:cxn ang="0">
                  <a:pos x="2" y="20"/>
                </a:cxn>
                <a:cxn ang="0">
                  <a:pos x="9" y="16"/>
                </a:cxn>
                <a:cxn ang="0">
                  <a:pos x="19" y="9"/>
                </a:cxn>
                <a:cxn ang="0">
                  <a:pos x="25" y="1"/>
                </a:cxn>
                <a:cxn ang="0">
                  <a:pos x="35" y="1"/>
                </a:cxn>
                <a:cxn ang="0">
                  <a:pos x="42" y="3"/>
                </a:cxn>
                <a:cxn ang="0">
                  <a:pos x="46" y="10"/>
                </a:cxn>
                <a:cxn ang="0">
                  <a:pos x="45" y="17"/>
                </a:cxn>
                <a:cxn ang="0">
                  <a:pos x="48" y="24"/>
                </a:cxn>
              </a:cxnLst>
              <a:rect l="0" t="0" r="r" b="b"/>
              <a:pathLst>
                <a:path w="51" h="38">
                  <a:moveTo>
                    <a:pt x="48" y="24"/>
                  </a:moveTo>
                  <a:cubicBezTo>
                    <a:pt x="49" y="26"/>
                    <a:pt x="51" y="29"/>
                    <a:pt x="51" y="31"/>
                  </a:cubicBezTo>
                  <a:cubicBezTo>
                    <a:pt x="51" y="32"/>
                    <a:pt x="49" y="34"/>
                    <a:pt x="48" y="35"/>
                  </a:cubicBezTo>
                  <a:cubicBezTo>
                    <a:pt x="46" y="36"/>
                    <a:pt x="42" y="36"/>
                    <a:pt x="39" y="36"/>
                  </a:cubicBezTo>
                  <a:cubicBezTo>
                    <a:pt x="37" y="36"/>
                    <a:pt x="32" y="38"/>
                    <a:pt x="29" y="38"/>
                  </a:cubicBezTo>
                  <a:cubicBezTo>
                    <a:pt x="27" y="38"/>
                    <a:pt x="25" y="37"/>
                    <a:pt x="23" y="37"/>
                  </a:cubicBezTo>
                  <a:cubicBezTo>
                    <a:pt x="21" y="37"/>
                    <a:pt x="16" y="38"/>
                    <a:pt x="13" y="37"/>
                  </a:cubicBezTo>
                  <a:cubicBezTo>
                    <a:pt x="12" y="37"/>
                    <a:pt x="10" y="35"/>
                    <a:pt x="9" y="34"/>
                  </a:cubicBezTo>
                  <a:cubicBezTo>
                    <a:pt x="8" y="33"/>
                    <a:pt x="6" y="30"/>
                    <a:pt x="5" y="29"/>
                  </a:cubicBezTo>
                  <a:cubicBezTo>
                    <a:pt x="4" y="28"/>
                    <a:pt x="2" y="28"/>
                    <a:pt x="1" y="27"/>
                  </a:cubicBezTo>
                  <a:cubicBezTo>
                    <a:pt x="0" y="25"/>
                    <a:pt x="1" y="21"/>
                    <a:pt x="2" y="20"/>
                  </a:cubicBezTo>
                  <a:cubicBezTo>
                    <a:pt x="3" y="18"/>
                    <a:pt x="7" y="17"/>
                    <a:pt x="9" y="16"/>
                  </a:cubicBezTo>
                  <a:cubicBezTo>
                    <a:pt x="11" y="14"/>
                    <a:pt x="16" y="11"/>
                    <a:pt x="19" y="9"/>
                  </a:cubicBezTo>
                  <a:cubicBezTo>
                    <a:pt x="20" y="7"/>
                    <a:pt x="23" y="2"/>
                    <a:pt x="25" y="1"/>
                  </a:cubicBezTo>
                  <a:cubicBezTo>
                    <a:pt x="28" y="0"/>
                    <a:pt x="33" y="0"/>
                    <a:pt x="35" y="1"/>
                  </a:cubicBezTo>
                  <a:cubicBezTo>
                    <a:pt x="37" y="1"/>
                    <a:pt x="40" y="2"/>
                    <a:pt x="42" y="3"/>
                  </a:cubicBezTo>
                  <a:cubicBezTo>
                    <a:pt x="43" y="4"/>
                    <a:pt x="45" y="8"/>
                    <a:pt x="46" y="10"/>
                  </a:cubicBezTo>
                  <a:cubicBezTo>
                    <a:pt x="46" y="12"/>
                    <a:pt x="45" y="16"/>
                    <a:pt x="45" y="17"/>
                  </a:cubicBezTo>
                  <a:cubicBezTo>
                    <a:pt x="45" y="19"/>
                    <a:pt x="47" y="22"/>
                    <a:pt x="48" y="2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59"/>
            <p:cNvSpPr>
              <a:spLocks/>
            </p:cNvSpPr>
            <p:nvPr/>
          </p:nvSpPr>
          <p:spPr bwMode="auto">
            <a:xfrm>
              <a:off x="3581400" y="1752601"/>
              <a:ext cx="17463" cy="36513"/>
            </a:xfrm>
            <a:custGeom>
              <a:avLst/>
              <a:gdLst/>
              <a:ahLst/>
              <a:cxnLst>
                <a:cxn ang="0">
                  <a:pos x="11" y="4"/>
                </a:cxn>
                <a:cxn ang="0">
                  <a:pos x="12" y="13"/>
                </a:cxn>
                <a:cxn ang="0">
                  <a:pos x="11" y="18"/>
                </a:cxn>
                <a:cxn ang="0">
                  <a:pos x="6" y="23"/>
                </a:cxn>
                <a:cxn ang="0">
                  <a:pos x="2" y="22"/>
                </a:cxn>
                <a:cxn ang="0">
                  <a:pos x="1" y="18"/>
                </a:cxn>
                <a:cxn ang="0">
                  <a:pos x="4" y="15"/>
                </a:cxn>
                <a:cxn ang="0">
                  <a:pos x="4" y="9"/>
                </a:cxn>
                <a:cxn ang="0">
                  <a:pos x="1" y="6"/>
                </a:cxn>
                <a:cxn ang="0">
                  <a:pos x="1" y="1"/>
                </a:cxn>
                <a:cxn ang="0">
                  <a:pos x="6" y="0"/>
                </a:cxn>
                <a:cxn ang="0">
                  <a:pos x="11" y="4"/>
                </a:cxn>
              </a:cxnLst>
              <a:rect l="0" t="0" r="r" b="b"/>
              <a:pathLst>
                <a:path w="12" h="23">
                  <a:moveTo>
                    <a:pt x="11" y="4"/>
                  </a:moveTo>
                  <a:cubicBezTo>
                    <a:pt x="12" y="6"/>
                    <a:pt x="12" y="11"/>
                    <a:pt x="12" y="13"/>
                  </a:cubicBezTo>
                  <a:cubicBezTo>
                    <a:pt x="12" y="14"/>
                    <a:pt x="11" y="17"/>
                    <a:pt x="11" y="18"/>
                  </a:cubicBezTo>
                  <a:cubicBezTo>
                    <a:pt x="10" y="20"/>
                    <a:pt x="7" y="22"/>
                    <a:pt x="6" y="23"/>
                  </a:cubicBezTo>
                  <a:cubicBezTo>
                    <a:pt x="5" y="23"/>
                    <a:pt x="3" y="23"/>
                    <a:pt x="2" y="22"/>
                  </a:cubicBezTo>
                  <a:cubicBezTo>
                    <a:pt x="1" y="22"/>
                    <a:pt x="1" y="19"/>
                    <a:pt x="1" y="18"/>
                  </a:cubicBezTo>
                  <a:cubicBezTo>
                    <a:pt x="1" y="17"/>
                    <a:pt x="4" y="16"/>
                    <a:pt x="4" y="15"/>
                  </a:cubicBezTo>
                  <a:cubicBezTo>
                    <a:pt x="5" y="14"/>
                    <a:pt x="5" y="10"/>
                    <a:pt x="4" y="9"/>
                  </a:cubicBezTo>
                  <a:cubicBezTo>
                    <a:pt x="4" y="8"/>
                    <a:pt x="1" y="7"/>
                    <a:pt x="1" y="6"/>
                  </a:cubicBezTo>
                  <a:cubicBezTo>
                    <a:pt x="0" y="5"/>
                    <a:pt x="1" y="2"/>
                    <a:pt x="1" y="1"/>
                  </a:cubicBezTo>
                  <a:cubicBezTo>
                    <a:pt x="2" y="0"/>
                    <a:pt x="5" y="0"/>
                    <a:pt x="6" y="0"/>
                  </a:cubicBezTo>
                  <a:cubicBezTo>
                    <a:pt x="8" y="0"/>
                    <a:pt x="11" y="2"/>
                    <a:pt x="11"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60"/>
            <p:cNvSpPr>
              <a:spLocks/>
            </p:cNvSpPr>
            <p:nvPr/>
          </p:nvSpPr>
          <p:spPr bwMode="auto">
            <a:xfrm>
              <a:off x="3629025" y="2011363"/>
              <a:ext cx="12700" cy="20638"/>
            </a:xfrm>
            <a:custGeom>
              <a:avLst/>
              <a:gdLst/>
              <a:ahLst/>
              <a:cxnLst>
                <a:cxn ang="0">
                  <a:pos x="7" y="2"/>
                </a:cxn>
                <a:cxn ang="0">
                  <a:pos x="8" y="7"/>
                </a:cxn>
                <a:cxn ang="0">
                  <a:pos x="6" y="10"/>
                </a:cxn>
                <a:cxn ang="0">
                  <a:pos x="6" y="13"/>
                </a:cxn>
                <a:cxn ang="0">
                  <a:pos x="4" y="14"/>
                </a:cxn>
                <a:cxn ang="0">
                  <a:pos x="1" y="12"/>
                </a:cxn>
                <a:cxn ang="0">
                  <a:pos x="0" y="5"/>
                </a:cxn>
                <a:cxn ang="0">
                  <a:pos x="2" y="0"/>
                </a:cxn>
                <a:cxn ang="0">
                  <a:pos x="7" y="2"/>
                </a:cxn>
              </a:cxnLst>
              <a:rect l="0" t="0" r="r" b="b"/>
              <a:pathLst>
                <a:path w="8" h="14">
                  <a:moveTo>
                    <a:pt x="7" y="2"/>
                  </a:moveTo>
                  <a:cubicBezTo>
                    <a:pt x="8" y="3"/>
                    <a:pt x="8" y="6"/>
                    <a:pt x="8" y="7"/>
                  </a:cubicBezTo>
                  <a:cubicBezTo>
                    <a:pt x="8" y="8"/>
                    <a:pt x="7" y="9"/>
                    <a:pt x="6" y="10"/>
                  </a:cubicBezTo>
                  <a:cubicBezTo>
                    <a:pt x="6" y="11"/>
                    <a:pt x="7" y="13"/>
                    <a:pt x="6" y="13"/>
                  </a:cubicBezTo>
                  <a:cubicBezTo>
                    <a:pt x="6" y="14"/>
                    <a:pt x="5" y="14"/>
                    <a:pt x="4" y="14"/>
                  </a:cubicBezTo>
                  <a:cubicBezTo>
                    <a:pt x="3" y="14"/>
                    <a:pt x="1" y="13"/>
                    <a:pt x="1" y="12"/>
                  </a:cubicBezTo>
                  <a:cubicBezTo>
                    <a:pt x="0" y="10"/>
                    <a:pt x="0" y="7"/>
                    <a:pt x="0" y="5"/>
                  </a:cubicBezTo>
                  <a:cubicBezTo>
                    <a:pt x="0" y="4"/>
                    <a:pt x="1" y="1"/>
                    <a:pt x="2" y="0"/>
                  </a:cubicBezTo>
                  <a:cubicBezTo>
                    <a:pt x="4" y="0"/>
                    <a:pt x="6" y="1"/>
                    <a:pt x="7"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61"/>
            <p:cNvSpPr>
              <a:spLocks/>
            </p:cNvSpPr>
            <p:nvPr/>
          </p:nvSpPr>
          <p:spPr bwMode="auto">
            <a:xfrm>
              <a:off x="4300538" y="1155701"/>
              <a:ext cx="17463" cy="23813"/>
            </a:xfrm>
            <a:custGeom>
              <a:avLst/>
              <a:gdLst/>
              <a:ahLst/>
              <a:cxnLst>
                <a:cxn ang="0">
                  <a:pos x="11" y="11"/>
                </a:cxn>
                <a:cxn ang="0">
                  <a:pos x="10" y="15"/>
                </a:cxn>
                <a:cxn ang="0">
                  <a:pos x="6" y="15"/>
                </a:cxn>
                <a:cxn ang="0">
                  <a:pos x="2" y="10"/>
                </a:cxn>
                <a:cxn ang="0">
                  <a:pos x="1" y="4"/>
                </a:cxn>
                <a:cxn ang="0">
                  <a:pos x="3" y="0"/>
                </a:cxn>
                <a:cxn ang="0">
                  <a:pos x="6" y="1"/>
                </a:cxn>
                <a:cxn ang="0">
                  <a:pos x="7" y="8"/>
                </a:cxn>
                <a:cxn ang="0">
                  <a:pos x="11" y="11"/>
                </a:cxn>
              </a:cxnLst>
              <a:rect l="0" t="0" r="r" b="b"/>
              <a:pathLst>
                <a:path w="11" h="16">
                  <a:moveTo>
                    <a:pt x="11" y="11"/>
                  </a:moveTo>
                  <a:cubicBezTo>
                    <a:pt x="11" y="12"/>
                    <a:pt x="11" y="15"/>
                    <a:pt x="10" y="15"/>
                  </a:cubicBezTo>
                  <a:cubicBezTo>
                    <a:pt x="10" y="16"/>
                    <a:pt x="7" y="16"/>
                    <a:pt x="6" y="15"/>
                  </a:cubicBezTo>
                  <a:cubicBezTo>
                    <a:pt x="5" y="15"/>
                    <a:pt x="3" y="12"/>
                    <a:pt x="2" y="10"/>
                  </a:cubicBezTo>
                  <a:cubicBezTo>
                    <a:pt x="1" y="9"/>
                    <a:pt x="0" y="6"/>
                    <a:pt x="1" y="4"/>
                  </a:cubicBezTo>
                  <a:cubicBezTo>
                    <a:pt x="1" y="3"/>
                    <a:pt x="2" y="1"/>
                    <a:pt x="3" y="0"/>
                  </a:cubicBezTo>
                  <a:cubicBezTo>
                    <a:pt x="4" y="0"/>
                    <a:pt x="6" y="1"/>
                    <a:pt x="6" y="1"/>
                  </a:cubicBezTo>
                  <a:cubicBezTo>
                    <a:pt x="7" y="3"/>
                    <a:pt x="6" y="6"/>
                    <a:pt x="7" y="8"/>
                  </a:cubicBezTo>
                  <a:cubicBezTo>
                    <a:pt x="8" y="9"/>
                    <a:pt x="10" y="10"/>
                    <a:pt x="11"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62"/>
            <p:cNvSpPr>
              <a:spLocks/>
            </p:cNvSpPr>
            <p:nvPr/>
          </p:nvSpPr>
          <p:spPr bwMode="auto">
            <a:xfrm>
              <a:off x="4264025" y="1214438"/>
              <a:ext cx="52388" cy="38100"/>
            </a:xfrm>
            <a:custGeom>
              <a:avLst/>
              <a:gdLst/>
              <a:ahLst/>
              <a:cxnLst>
                <a:cxn ang="0">
                  <a:pos x="34" y="6"/>
                </a:cxn>
                <a:cxn ang="0">
                  <a:pos x="33" y="14"/>
                </a:cxn>
                <a:cxn ang="0">
                  <a:pos x="30" y="19"/>
                </a:cxn>
                <a:cxn ang="0">
                  <a:pos x="23" y="20"/>
                </a:cxn>
                <a:cxn ang="0">
                  <a:pos x="18" y="24"/>
                </a:cxn>
                <a:cxn ang="0">
                  <a:pos x="10" y="25"/>
                </a:cxn>
                <a:cxn ang="0">
                  <a:pos x="3" y="21"/>
                </a:cxn>
                <a:cxn ang="0">
                  <a:pos x="0" y="14"/>
                </a:cxn>
                <a:cxn ang="0">
                  <a:pos x="1" y="9"/>
                </a:cxn>
                <a:cxn ang="0">
                  <a:pos x="5" y="5"/>
                </a:cxn>
                <a:cxn ang="0">
                  <a:pos x="12" y="6"/>
                </a:cxn>
                <a:cxn ang="0">
                  <a:pos x="20" y="5"/>
                </a:cxn>
                <a:cxn ang="0">
                  <a:pos x="25" y="1"/>
                </a:cxn>
                <a:cxn ang="0">
                  <a:pos x="29" y="1"/>
                </a:cxn>
                <a:cxn ang="0">
                  <a:pos x="34" y="6"/>
                </a:cxn>
              </a:cxnLst>
              <a:rect l="0" t="0" r="r" b="b"/>
              <a:pathLst>
                <a:path w="34" h="25">
                  <a:moveTo>
                    <a:pt x="34" y="6"/>
                  </a:moveTo>
                  <a:cubicBezTo>
                    <a:pt x="34" y="8"/>
                    <a:pt x="34" y="12"/>
                    <a:pt x="33" y="14"/>
                  </a:cubicBezTo>
                  <a:cubicBezTo>
                    <a:pt x="33" y="15"/>
                    <a:pt x="31" y="18"/>
                    <a:pt x="30" y="19"/>
                  </a:cubicBezTo>
                  <a:cubicBezTo>
                    <a:pt x="28" y="20"/>
                    <a:pt x="24" y="20"/>
                    <a:pt x="23" y="20"/>
                  </a:cubicBezTo>
                  <a:cubicBezTo>
                    <a:pt x="21" y="21"/>
                    <a:pt x="19" y="24"/>
                    <a:pt x="18" y="24"/>
                  </a:cubicBezTo>
                  <a:cubicBezTo>
                    <a:pt x="16" y="25"/>
                    <a:pt x="12" y="25"/>
                    <a:pt x="10" y="25"/>
                  </a:cubicBezTo>
                  <a:cubicBezTo>
                    <a:pt x="8" y="24"/>
                    <a:pt x="4" y="22"/>
                    <a:pt x="3" y="21"/>
                  </a:cubicBezTo>
                  <a:cubicBezTo>
                    <a:pt x="1" y="19"/>
                    <a:pt x="0" y="16"/>
                    <a:pt x="0" y="14"/>
                  </a:cubicBezTo>
                  <a:cubicBezTo>
                    <a:pt x="0" y="13"/>
                    <a:pt x="0" y="10"/>
                    <a:pt x="1" y="9"/>
                  </a:cubicBezTo>
                  <a:cubicBezTo>
                    <a:pt x="1" y="8"/>
                    <a:pt x="4" y="6"/>
                    <a:pt x="5" y="5"/>
                  </a:cubicBezTo>
                  <a:cubicBezTo>
                    <a:pt x="7" y="5"/>
                    <a:pt x="10" y="6"/>
                    <a:pt x="12" y="6"/>
                  </a:cubicBezTo>
                  <a:cubicBezTo>
                    <a:pt x="14" y="6"/>
                    <a:pt x="18" y="6"/>
                    <a:pt x="20" y="5"/>
                  </a:cubicBezTo>
                  <a:cubicBezTo>
                    <a:pt x="21" y="4"/>
                    <a:pt x="23" y="2"/>
                    <a:pt x="25" y="1"/>
                  </a:cubicBezTo>
                  <a:cubicBezTo>
                    <a:pt x="26" y="1"/>
                    <a:pt x="28" y="0"/>
                    <a:pt x="29" y="1"/>
                  </a:cubicBezTo>
                  <a:cubicBezTo>
                    <a:pt x="30" y="1"/>
                    <a:pt x="33" y="4"/>
                    <a:pt x="34"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63"/>
            <p:cNvSpPr>
              <a:spLocks/>
            </p:cNvSpPr>
            <p:nvPr/>
          </p:nvSpPr>
          <p:spPr bwMode="auto">
            <a:xfrm>
              <a:off x="4281488" y="1160463"/>
              <a:ext cx="12700" cy="17463"/>
            </a:xfrm>
            <a:custGeom>
              <a:avLst/>
              <a:gdLst/>
              <a:ahLst/>
              <a:cxnLst>
                <a:cxn ang="0">
                  <a:pos x="7" y="4"/>
                </a:cxn>
                <a:cxn ang="0">
                  <a:pos x="7" y="11"/>
                </a:cxn>
                <a:cxn ang="0">
                  <a:pos x="2" y="10"/>
                </a:cxn>
                <a:cxn ang="0">
                  <a:pos x="0" y="5"/>
                </a:cxn>
                <a:cxn ang="0">
                  <a:pos x="2" y="0"/>
                </a:cxn>
                <a:cxn ang="0">
                  <a:pos x="6" y="0"/>
                </a:cxn>
                <a:cxn ang="0">
                  <a:pos x="7" y="4"/>
                </a:cxn>
              </a:cxnLst>
              <a:rect l="0" t="0" r="r" b="b"/>
              <a:pathLst>
                <a:path w="9" h="12">
                  <a:moveTo>
                    <a:pt x="7" y="4"/>
                  </a:moveTo>
                  <a:cubicBezTo>
                    <a:pt x="8" y="6"/>
                    <a:pt x="9" y="10"/>
                    <a:pt x="7" y="11"/>
                  </a:cubicBezTo>
                  <a:cubicBezTo>
                    <a:pt x="6" y="12"/>
                    <a:pt x="3" y="11"/>
                    <a:pt x="2" y="10"/>
                  </a:cubicBezTo>
                  <a:cubicBezTo>
                    <a:pt x="1" y="10"/>
                    <a:pt x="0" y="7"/>
                    <a:pt x="0" y="5"/>
                  </a:cubicBezTo>
                  <a:cubicBezTo>
                    <a:pt x="0" y="4"/>
                    <a:pt x="1" y="1"/>
                    <a:pt x="2" y="0"/>
                  </a:cubicBezTo>
                  <a:cubicBezTo>
                    <a:pt x="3" y="0"/>
                    <a:pt x="5" y="0"/>
                    <a:pt x="6" y="0"/>
                  </a:cubicBezTo>
                  <a:cubicBezTo>
                    <a:pt x="7" y="1"/>
                    <a:pt x="7" y="3"/>
                    <a:pt x="7"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64"/>
            <p:cNvSpPr>
              <a:spLocks/>
            </p:cNvSpPr>
            <p:nvPr/>
          </p:nvSpPr>
          <p:spPr bwMode="auto">
            <a:xfrm>
              <a:off x="4244975" y="1114426"/>
              <a:ext cx="28575" cy="15875"/>
            </a:xfrm>
            <a:custGeom>
              <a:avLst/>
              <a:gdLst/>
              <a:ahLst/>
              <a:cxnLst>
                <a:cxn ang="0">
                  <a:pos x="17" y="5"/>
                </a:cxn>
                <a:cxn ang="0">
                  <a:pos x="16" y="9"/>
                </a:cxn>
                <a:cxn ang="0">
                  <a:pos x="7" y="9"/>
                </a:cxn>
                <a:cxn ang="0">
                  <a:pos x="2" y="6"/>
                </a:cxn>
                <a:cxn ang="0">
                  <a:pos x="1" y="2"/>
                </a:cxn>
                <a:cxn ang="0">
                  <a:pos x="8" y="1"/>
                </a:cxn>
                <a:cxn ang="0">
                  <a:pos x="13" y="2"/>
                </a:cxn>
                <a:cxn ang="0">
                  <a:pos x="17" y="5"/>
                </a:cxn>
              </a:cxnLst>
              <a:rect l="0" t="0" r="r" b="b"/>
              <a:pathLst>
                <a:path w="18" h="10">
                  <a:moveTo>
                    <a:pt x="17" y="5"/>
                  </a:moveTo>
                  <a:cubicBezTo>
                    <a:pt x="18" y="6"/>
                    <a:pt x="16" y="8"/>
                    <a:pt x="16" y="9"/>
                  </a:cubicBezTo>
                  <a:cubicBezTo>
                    <a:pt x="14" y="10"/>
                    <a:pt x="9" y="9"/>
                    <a:pt x="7" y="9"/>
                  </a:cubicBezTo>
                  <a:cubicBezTo>
                    <a:pt x="6" y="8"/>
                    <a:pt x="3" y="7"/>
                    <a:pt x="2" y="6"/>
                  </a:cubicBezTo>
                  <a:cubicBezTo>
                    <a:pt x="2" y="5"/>
                    <a:pt x="0" y="3"/>
                    <a:pt x="1" y="2"/>
                  </a:cubicBezTo>
                  <a:cubicBezTo>
                    <a:pt x="2" y="0"/>
                    <a:pt x="6" y="1"/>
                    <a:pt x="8" y="1"/>
                  </a:cubicBezTo>
                  <a:cubicBezTo>
                    <a:pt x="9" y="1"/>
                    <a:pt x="12" y="2"/>
                    <a:pt x="13" y="2"/>
                  </a:cubicBezTo>
                  <a:cubicBezTo>
                    <a:pt x="15" y="3"/>
                    <a:pt x="17" y="4"/>
                    <a:pt x="17"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65"/>
            <p:cNvSpPr>
              <a:spLocks/>
            </p:cNvSpPr>
            <p:nvPr/>
          </p:nvSpPr>
          <p:spPr bwMode="auto">
            <a:xfrm>
              <a:off x="4233863" y="1193801"/>
              <a:ext cx="31750" cy="17463"/>
            </a:xfrm>
            <a:custGeom>
              <a:avLst/>
              <a:gdLst/>
              <a:ahLst/>
              <a:cxnLst>
                <a:cxn ang="0">
                  <a:pos x="20" y="1"/>
                </a:cxn>
                <a:cxn ang="0">
                  <a:pos x="21" y="5"/>
                </a:cxn>
                <a:cxn ang="0">
                  <a:pos x="19" y="10"/>
                </a:cxn>
                <a:cxn ang="0">
                  <a:pos x="14" y="11"/>
                </a:cxn>
                <a:cxn ang="0">
                  <a:pos x="11" y="12"/>
                </a:cxn>
                <a:cxn ang="0">
                  <a:pos x="4" y="10"/>
                </a:cxn>
                <a:cxn ang="0">
                  <a:pos x="0" y="5"/>
                </a:cxn>
                <a:cxn ang="0">
                  <a:pos x="0" y="2"/>
                </a:cxn>
                <a:cxn ang="0">
                  <a:pos x="6" y="0"/>
                </a:cxn>
                <a:cxn ang="0">
                  <a:pos x="12" y="1"/>
                </a:cxn>
                <a:cxn ang="0">
                  <a:pos x="20" y="1"/>
                </a:cxn>
              </a:cxnLst>
              <a:rect l="0" t="0" r="r" b="b"/>
              <a:pathLst>
                <a:path w="21" h="12">
                  <a:moveTo>
                    <a:pt x="20" y="1"/>
                  </a:moveTo>
                  <a:cubicBezTo>
                    <a:pt x="21" y="2"/>
                    <a:pt x="21" y="4"/>
                    <a:pt x="21" y="5"/>
                  </a:cubicBezTo>
                  <a:cubicBezTo>
                    <a:pt x="21" y="6"/>
                    <a:pt x="20" y="9"/>
                    <a:pt x="19" y="10"/>
                  </a:cubicBezTo>
                  <a:cubicBezTo>
                    <a:pt x="18" y="10"/>
                    <a:pt x="15" y="11"/>
                    <a:pt x="14" y="11"/>
                  </a:cubicBezTo>
                  <a:cubicBezTo>
                    <a:pt x="13" y="11"/>
                    <a:pt x="12" y="12"/>
                    <a:pt x="11" y="12"/>
                  </a:cubicBezTo>
                  <a:cubicBezTo>
                    <a:pt x="9" y="12"/>
                    <a:pt x="6" y="10"/>
                    <a:pt x="4" y="10"/>
                  </a:cubicBezTo>
                  <a:cubicBezTo>
                    <a:pt x="3" y="9"/>
                    <a:pt x="1" y="6"/>
                    <a:pt x="0" y="5"/>
                  </a:cubicBezTo>
                  <a:cubicBezTo>
                    <a:pt x="0" y="4"/>
                    <a:pt x="0" y="2"/>
                    <a:pt x="0" y="2"/>
                  </a:cubicBezTo>
                  <a:cubicBezTo>
                    <a:pt x="1" y="0"/>
                    <a:pt x="4" y="0"/>
                    <a:pt x="6" y="0"/>
                  </a:cubicBezTo>
                  <a:cubicBezTo>
                    <a:pt x="7" y="0"/>
                    <a:pt x="10" y="1"/>
                    <a:pt x="12" y="1"/>
                  </a:cubicBezTo>
                  <a:cubicBezTo>
                    <a:pt x="14" y="1"/>
                    <a:pt x="18" y="0"/>
                    <a:pt x="20"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66"/>
            <p:cNvSpPr>
              <a:spLocks/>
            </p:cNvSpPr>
            <p:nvPr/>
          </p:nvSpPr>
          <p:spPr bwMode="auto">
            <a:xfrm>
              <a:off x="4200525" y="1209676"/>
              <a:ext cx="53975" cy="36513"/>
            </a:xfrm>
            <a:custGeom>
              <a:avLst/>
              <a:gdLst/>
              <a:ahLst/>
              <a:cxnLst>
                <a:cxn ang="0">
                  <a:pos x="36" y="12"/>
                </a:cxn>
                <a:cxn ang="0">
                  <a:pos x="34" y="17"/>
                </a:cxn>
                <a:cxn ang="0">
                  <a:pos x="25" y="21"/>
                </a:cxn>
                <a:cxn ang="0">
                  <a:pos x="15" y="24"/>
                </a:cxn>
                <a:cxn ang="0">
                  <a:pos x="5" y="20"/>
                </a:cxn>
                <a:cxn ang="0">
                  <a:pos x="1" y="13"/>
                </a:cxn>
                <a:cxn ang="0">
                  <a:pos x="3" y="7"/>
                </a:cxn>
                <a:cxn ang="0">
                  <a:pos x="10" y="1"/>
                </a:cxn>
                <a:cxn ang="0">
                  <a:pos x="17" y="2"/>
                </a:cxn>
                <a:cxn ang="0">
                  <a:pos x="21" y="6"/>
                </a:cxn>
                <a:cxn ang="0">
                  <a:pos x="28" y="5"/>
                </a:cxn>
                <a:cxn ang="0">
                  <a:pos x="34" y="7"/>
                </a:cxn>
                <a:cxn ang="0">
                  <a:pos x="36" y="12"/>
                </a:cxn>
              </a:cxnLst>
              <a:rect l="0" t="0" r="r" b="b"/>
              <a:pathLst>
                <a:path w="36" h="24">
                  <a:moveTo>
                    <a:pt x="36" y="12"/>
                  </a:moveTo>
                  <a:cubicBezTo>
                    <a:pt x="36" y="13"/>
                    <a:pt x="35" y="16"/>
                    <a:pt x="34" y="17"/>
                  </a:cubicBezTo>
                  <a:cubicBezTo>
                    <a:pt x="32" y="19"/>
                    <a:pt x="27" y="20"/>
                    <a:pt x="25" y="21"/>
                  </a:cubicBezTo>
                  <a:cubicBezTo>
                    <a:pt x="22" y="22"/>
                    <a:pt x="18" y="24"/>
                    <a:pt x="15" y="24"/>
                  </a:cubicBezTo>
                  <a:cubicBezTo>
                    <a:pt x="13" y="24"/>
                    <a:pt x="7" y="22"/>
                    <a:pt x="5" y="20"/>
                  </a:cubicBezTo>
                  <a:cubicBezTo>
                    <a:pt x="3" y="19"/>
                    <a:pt x="1" y="15"/>
                    <a:pt x="1" y="13"/>
                  </a:cubicBezTo>
                  <a:cubicBezTo>
                    <a:pt x="0" y="11"/>
                    <a:pt x="2" y="8"/>
                    <a:pt x="3" y="7"/>
                  </a:cubicBezTo>
                  <a:cubicBezTo>
                    <a:pt x="4" y="5"/>
                    <a:pt x="8" y="1"/>
                    <a:pt x="10" y="1"/>
                  </a:cubicBezTo>
                  <a:cubicBezTo>
                    <a:pt x="12" y="0"/>
                    <a:pt x="15" y="1"/>
                    <a:pt x="17" y="2"/>
                  </a:cubicBezTo>
                  <a:cubicBezTo>
                    <a:pt x="18" y="2"/>
                    <a:pt x="20" y="5"/>
                    <a:pt x="21" y="6"/>
                  </a:cubicBezTo>
                  <a:cubicBezTo>
                    <a:pt x="23" y="6"/>
                    <a:pt x="26" y="5"/>
                    <a:pt x="28" y="5"/>
                  </a:cubicBezTo>
                  <a:cubicBezTo>
                    <a:pt x="30" y="5"/>
                    <a:pt x="33" y="6"/>
                    <a:pt x="34" y="7"/>
                  </a:cubicBezTo>
                  <a:cubicBezTo>
                    <a:pt x="35" y="8"/>
                    <a:pt x="36" y="10"/>
                    <a:pt x="36"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67"/>
            <p:cNvSpPr>
              <a:spLocks/>
            </p:cNvSpPr>
            <p:nvPr/>
          </p:nvSpPr>
          <p:spPr bwMode="auto">
            <a:xfrm>
              <a:off x="4237038" y="1149351"/>
              <a:ext cx="14288" cy="17463"/>
            </a:xfrm>
            <a:custGeom>
              <a:avLst/>
              <a:gdLst/>
              <a:ahLst/>
              <a:cxnLst>
                <a:cxn ang="0">
                  <a:pos x="8" y="3"/>
                </a:cxn>
                <a:cxn ang="0">
                  <a:pos x="9" y="10"/>
                </a:cxn>
                <a:cxn ang="0">
                  <a:pos x="5" y="11"/>
                </a:cxn>
                <a:cxn ang="0">
                  <a:pos x="0" y="8"/>
                </a:cxn>
                <a:cxn ang="0">
                  <a:pos x="0" y="3"/>
                </a:cxn>
                <a:cxn ang="0">
                  <a:pos x="2" y="0"/>
                </a:cxn>
                <a:cxn ang="0">
                  <a:pos x="8" y="3"/>
                </a:cxn>
              </a:cxnLst>
              <a:rect l="0" t="0" r="r" b="b"/>
              <a:pathLst>
                <a:path w="10" h="11">
                  <a:moveTo>
                    <a:pt x="8" y="3"/>
                  </a:moveTo>
                  <a:cubicBezTo>
                    <a:pt x="9" y="4"/>
                    <a:pt x="10" y="9"/>
                    <a:pt x="9" y="10"/>
                  </a:cubicBezTo>
                  <a:cubicBezTo>
                    <a:pt x="8" y="11"/>
                    <a:pt x="6" y="11"/>
                    <a:pt x="5" y="11"/>
                  </a:cubicBezTo>
                  <a:cubicBezTo>
                    <a:pt x="3" y="11"/>
                    <a:pt x="1" y="9"/>
                    <a:pt x="0" y="8"/>
                  </a:cubicBezTo>
                  <a:cubicBezTo>
                    <a:pt x="0" y="7"/>
                    <a:pt x="0" y="4"/>
                    <a:pt x="0" y="3"/>
                  </a:cubicBezTo>
                  <a:cubicBezTo>
                    <a:pt x="1" y="2"/>
                    <a:pt x="2" y="0"/>
                    <a:pt x="2" y="0"/>
                  </a:cubicBezTo>
                  <a:cubicBezTo>
                    <a:pt x="4" y="0"/>
                    <a:pt x="7" y="1"/>
                    <a:pt x="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68"/>
            <p:cNvSpPr>
              <a:spLocks/>
            </p:cNvSpPr>
            <p:nvPr/>
          </p:nvSpPr>
          <p:spPr bwMode="auto">
            <a:xfrm>
              <a:off x="4222750" y="1125538"/>
              <a:ext cx="17463" cy="15875"/>
            </a:xfrm>
            <a:custGeom>
              <a:avLst/>
              <a:gdLst/>
              <a:ahLst/>
              <a:cxnLst>
                <a:cxn ang="0">
                  <a:pos x="10" y="5"/>
                </a:cxn>
                <a:cxn ang="0">
                  <a:pos x="10" y="10"/>
                </a:cxn>
                <a:cxn ang="0">
                  <a:pos x="3" y="9"/>
                </a:cxn>
                <a:cxn ang="0">
                  <a:pos x="1" y="6"/>
                </a:cxn>
                <a:cxn ang="0">
                  <a:pos x="2" y="1"/>
                </a:cxn>
                <a:cxn ang="0">
                  <a:pos x="7" y="1"/>
                </a:cxn>
                <a:cxn ang="0">
                  <a:pos x="10" y="5"/>
                </a:cxn>
              </a:cxnLst>
              <a:rect l="0" t="0" r="r" b="b"/>
              <a:pathLst>
                <a:path w="11" h="11">
                  <a:moveTo>
                    <a:pt x="10" y="5"/>
                  </a:moveTo>
                  <a:cubicBezTo>
                    <a:pt x="11" y="6"/>
                    <a:pt x="11" y="9"/>
                    <a:pt x="10" y="10"/>
                  </a:cubicBezTo>
                  <a:cubicBezTo>
                    <a:pt x="9" y="11"/>
                    <a:pt x="5" y="10"/>
                    <a:pt x="3" y="9"/>
                  </a:cubicBezTo>
                  <a:cubicBezTo>
                    <a:pt x="2" y="9"/>
                    <a:pt x="1" y="7"/>
                    <a:pt x="1" y="6"/>
                  </a:cubicBezTo>
                  <a:cubicBezTo>
                    <a:pt x="0" y="5"/>
                    <a:pt x="1" y="1"/>
                    <a:pt x="2" y="1"/>
                  </a:cubicBezTo>
                  <a:cubicBezTo>
                    <a:pt x="3" y="0"/>
                    <a:pt x="6" y="1"/>
                    <a:pt x="7" y="1"/>
                  </a:cubicBezTo>
                  <a:cubicBezTo>
                    <a:pt x="8" y="2"/>
                    <a:pt x="10" y="4"/>
                    <a:pt x="10"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69"/>
            <p:cNvSpPr>
              <a:spLocks/>
            </p:cNvSpPr>
            <p:nvPr/>
          </p:nvSpPr>
          <p:spPr bwMode="auto">
            <a:xfrm>
              <a:off x="4211638" y="1169988"/>
              <a:ext cx="12700" cy="14288"/>
            </a:xfrm>
            <a:custGeom>
              <a:avLst/>
              <a:gdLst/>
              <a:ahLst/>
              <a:cxnLst>
                <a:cxn ang="0">
                  <a:pos x="8" y="4"/>
                </a:cxn>
                <a:cxn ang="0">
                  <a:pos x="7" y="9"/>
                </a:cxn>
                <a:cxn ang="0">
                  <a:pos x="3" y="9"/>
                </a:cxn>
                <a:cxn ang="0">
                  <a:pos x="1" y="7"/>
                </a:cxn>
                <a:cxn ang="0">
                  <a:pos x="1" y="3"/>
                </a:cxn>
                <a:cxn ang="0">
                  <a:pos x="3" y="2"/>
                </a:cxn>
                <a:cxn ang="0">
                  <a:pos x="6" y="1"/>
                </a:cxn>
                <a:cxn ang="0">
                  <a:pos x="8" y="4"/>
                </a:cxn>
              </a:cxnLst>
              <a:rect l="0" t="0" r="r" b="b"/>
              <a:pathLst>
                <a:path w="8" h="10">
                  <a:moveTo>
                    <a:pt x="8" y="4"/>
                  </a:moveTo>
                  <a:cubicBezTo>
                    <a:pt x="8" y="6"/>
                    <a:pt x="8" y="8"/>
                    <a:pt x="7" y="9"/>
                  </a:cubicBezTo>
                  <a:cubicBezTo>
                    <a:pt x="7" y="9"/>
                    <a:pt x="4" y="10"/>
                    <a:pt x="3" y="9"/>
                  </a:cubicBezTo>
                  <a:cubicBezTo>
                    <a:pt x="2" y="9"/>
                    <a:pt x="1" y="8"/>
                    <a:pt x="1" y="7"/>
                  </a:cubicBezTo>
                  <a:cubicBezTo>
                    <a:pt x="0" y="6"/>
                    <a:pt x="1" y="4"/>
                    <a:pt x="1" y="3"/>
                  </a:cubicBezTo>
                  <a:cubicBezTo>
                    <a:pt x="2" y="3"/>
                    <a:pt x="3" y="2"/>
                    <a:pt x="3" y="2"/>
                  </a:cubicBezTo>
                  <a:cubicBezTo>
                    <a:pt x="4" y="1"/>
                    <a:pt x="5" y="0"/>
                    <a:pt x="6" y="1"/>
                  </a:cubicBezTo>
                  <a:cubicBezTo>
                    <a:pt x="7" y="1"/>
                    <a:pt x="7" y="3"/>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70"/>
            <p:cNvSpPr>
              <a:spLocks/>
            </p:cNvSpPr>
            <p:nvPr/>
          </p:nvSpPr>
          <p:spPr bwMode="auto">
            <a:xfrm>
              <a:off x="4208463" y="1154113"/>
              <a:ext cx="11113" cy="9525"/>
            </a:xfrm>
            <a:custGeom>
              <a:avLst/>
              <a:gdLst/>
              <a:ahLst/>
              <a:cxnLst>
                <a:cxn ang="0">
                  <a:pos x="7" y="3"/>
                </a:cxn>
                <a:cxn ang="0">
                  <a:pos x="6" y="5"/>
                </a:cxn>
                <a:cxn ang="0">
                  <a:pos x="4" y="6"/>
                </a:cxn>
                <a:cxn ang="0">
                  <a:pos x="1" y="4"/>
                </a:cxn>
                <a:cxn ang="0">
                  <a:pos x="2" y="0"/>
                </a:cxn>
                <a:cxn ang="0">
                  <a:pos x="4" y="0"/>
                </a:cxn>
                <a:cxn ang="0">
                  <a:pos x="7" y="3"/>
                </a:cxn>
              </a:cxnLst>
              <a:rect l="0" t="0" r="r" b="b"/>
              <a:pathLst>
                <a:path w="7" h="6">
                  <a:moveTo>
                    <a:pt x="7" y="3"/>
                  </a:moveTo>
                  <a:cubicBezTo>
                    <a:pt x="7" y="4"/>
                    <a:pt x="7" y="5"/>
                    <a:pt x="6" y="5"/>
                  </a:cubicBezTo>
                  <a:cubicBezTo>
                    <a:pt x="6" y="6"/>
                    <a:pt x="5" y="6"/>
                    <a:pt x="4" y="6"/>
                  </a:cubicBezTo>
                  <a:cubicBezTo>
                    <a:pt x="3" y="6"/>
                    <a:pt x="1" y="5"/>
                    <a:pt x="1" y="4"/>
                  </a:cubicBezTo>
                  <a:cubicBezTo>
                    <a:pt x="0" y="3"/>
                    <a:pt x="1" y="0"/>
                    <a:pt x="2" y="0"/>
                  </a:cubicBezTo>
                  <a:cubicBezTo>
                    <a:pt x="3" y="0"/>
                    <a:pt x="4" y="0"/>
                    <a:pt x="4" y="0"/>
                  </a:cubicBezTo>
                  <a:cubicBezTo>
                    <a:pt x="5" y="1"/>
                    <a:pt x="7" y="2"/>
                    <a:pt x="7"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71"/>
            <p:cNvSpPr>
              <a:spLocks/>
            </p:cNvSpPr>
            <p:nvPr/>
          </p:nvSpPr>
          <p:spPr bwMode="auto">
            <a:xfrm>
              <a:off x="4192588" y="1128713"/>
              <a:ext cx="25400" cy="20638"/>
            </a:xfrm>
            <a:custGeom>
              <a:avLst/>
              <a:gdLst/>
              <a:ahLst/>
              <a:cxnLst>
                <a:cxn ang="0">
                  <a:pos x="17" y="9"/>
                </a:cxn>
                <a:cxn ang="0">
                  <a:pos x="16" y="13"/>
                </a:cxn>
                <a:cxn ang="0">
                  <a:pos x="8" y="10"/>
                </a:cxn>
                <a:cxn ang="0">
                  <a:pos x="4" y="9"/>
                </a:cxn>
                <a:cxn ang="0">
                  <a:pos x="0" y="5"/>
                </a:cxn>
                <a:cxn ang="0">
                  <a:pos x="2" y="0"/>
                </a:cxn>
                <a:cxn ang="0">
                  <a:pos x="6" y="0"/>
                </a:cxn>
                <a:cxn ang="0">
                  <a:pos x="8" y="4"/>
                </a:cxn>
                <a:cxn ang="0">
                  <a:pos x="12" y="4"/>
                </a:cxn>
                <a:cxn ang="0">
                  <a:pos x="16" y="4"/>
                </a:cxn>
                <a:cxn ang="0">
                  <a:pos x="17" y="9"/>
                </a:cxn>
              </a:cxnLst>
              <a:rect l="0" t="0" r="r" b="b"/>
              <a:pathLst>
                <a:path w="17" h="14">
                  <a:moveTo>
                    <a:pt x="17" y="9"/>
                  </a:moveTo>
                  <a:cubicBezTo>
                    <a:pt x="17" y="10"/>
                    <a:pt x="17" y="13"/>
                    <a:pt x="16" y="13"/>
                  </a:cubicBezTo>
                  <a:cubicBezTo>
                    <a:pt x="14" y="14"/>
                    <a:pt x="10" y="11"/>
                    <a:pt x="8" y="10"/>
                  </a:cubicBezTo>
                  <a:cubicBezTo>
                    <a:pt x="7" y="10"/>
                    <a:pt x="5" y="10"/>
                    <a:pt x="4" y="9"/>
                  </a:cubicBezTo>
                  <a:cubicBezTo>
                    <a:pt x="3" y="8"/>
                    <a:pt x="1" y="6"/>
                    <a:pt x="0" y="5"/>
                  </a:cubicBezTo>
                  <a:cubicBezTo>
                    <a:pt x="0" y="4"/>
                    <a:pt x="1" y="1"/>
                    <a:pt x="2" y="0"/>
                  </a:cubicBezTo>
                  <a:cubicBezTo>
                    <a:pt x="3" y="0"/>
                    <a:pt x="5" y="0"/>
                    <a:pt x="6" y="0"/>
                  </a:cubicBezTo>
                  <a:cubicBezTo>
                    <a:pt x="7" y="1"/>
                    <a:pt x="7" y="3"/>
                    <a:pt x="8" y="4"/>
                  </a:cubicBezTo>
                  <a:cubicBezTo>
                    <a:pt x="9" y="4"/>
                    <a:pt x="11" y="4"/>
                    <a:pt x="12" y="4"/>
                  </a:cubicBezTo>
                  <a:cubicBezTo>
                    <a:pt x="13" y="4"/>
                    <a:pt x="15" y="3"/>
                    <a:pt x="16" y="4"/>
                  </a:cubicBezTo>
                  <a:cubicBezTo>
                    <a:pt x="17" y="5"/>
                    <a:pt x="17" y="8"/>
                    <a:pt x="17"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72"/>
            <p:cNvSpPr>
              <a:spLocks/>
            </p:cNvSpPr>
            <p:nvPr/>
          </p:nvSpPr>
          <p:spPr bwMode="auto">
            <a:xfrm>
              <a:off x="4205288" y="1187451"/>
              <a:ext cx="11113" cy="12700"/>
            </a:xfrm>
            <a:custGeom>
              <a:avLst/>
              <a:gdLst/>
              <a:ahLst/>
              <a:cxnLst>
                <a:cxn ang="0">
                  <a:pos x="7" y="2"/>
                </a:cxn>
                <a:cxn ang="0">
                  <a:pos x="7" y="6"/>
                </a:cxn>
                <a:cxn ang="0">
                  <a:pos x="5" y="8"/>
                </a:cxn>
                <a:cxn ang="0">
                  <a:pos x="0" y="5"/>
                </a:cxn>
                <a:cxn ang="0">
                  <a:pos x="1" y="1"/>
                </a:cxn>
                <a:cxn ang="0">
                  <a:pos x="4" y="1"/>
                </a:cxn>
                <a:cxn ang="0">
                  <a:pos x="7" y="2"/>
                </a:cxn>
              </a:cxnLst>
              <a:rect l="0" t="0" r="r" b="b"/>
              <a:pathLst>
                <a:path w="8" h="8">
                  <a:moveTo>
                    <a:pt x="7" y="2"/>
                  </a:moveTo>
                  <a:cubicBezTo>
                    <a:pt x="8" y="3"/>
                    <a:pt x="8" y="5"/>
                    <a:pt x="7" y="6"/>
                  </a:cubicBezTo>
                  <a:cubicBezTo>
                    <a:pt x="7" y="6"/>
                    <a:pt x="6" y="8"/>
                    <a:pt x="5" y="8"/>
                  </a:cubicBezTo>
                  <a:cubicBezTo>
                    <a:pt x="4" y="8"/>
                    <a:pt x="1" y="6"/>
                    <a:pt x="0" y="5"/>
                  </a:cubicBezTo>
                  <a:cubicBezTo>
                    <a:pt x="0" y="4"/>
                    <a:pt x="0" y="1"/>
                    <a:pt x="1" y="1"/>
                  </a:cubicBezTo>
                  <a:cubicBezTo>
                    <a:pt x="2" y="0"/>
                    <a:pt x="3" y="1"/>
                    <a:pt x="4" y="1"/>
                  </a:cubicBezTo>
                  <a:cubicBezTo>
                    <a:pt x="5" y="1"/>
                    <a:pt x="7" y="1"/>
                    <a:pt x="7"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73"/>
            <p:cNvSpPr>
              <a:spLocks/>
            </p:cNvSpPr>
            <p:nvPr/>
          </p:nvSpPr>
          <p:spPr bwMode="auto">
            <a:xfrm>
              <a:off x="4194175" y="1150938"/>
              <a:ext cx="11113" cy="30163"/>
            </a:xfrm>
            <a:custGeom>
              <a:avLst/>
              <a:gdLst/>
              <a:ahLst/>
              <a:cxnLst>
                <a:cxn ang="0">
                  <a:pos x="7" y="11"/>
                </a:cxn>
                <a:cxn ang="0">
                  <a:pos x="7" y="17"/>
                </a:cxn>
                <a:cxn ang="0">
                  <a:pos x="6" y="20"/>
                </a:cxn>
                <a:cxn ang="0">
                  <a:pos x="3" y="16"/>
                </a:cxn>
                <a:cxn ang="0">
                  <a:pos x="2" y="12"/>
                </a:cxn>
                <a:cxn ang="0">
                  <a:pos x="0" y="6"/>
                </a:cxn>
                <a:cxn ang="0">
                  <a:pos x="1" y="1"/>
                </a:cxn>
                <a:cxn ang="0">
                  <a:pos x="3" y="0"/>
                </a:cxn>
                <a:cxn ang="0">
                  <a:pos x="5" y="4"/>
                </a:cxn>
                <a:cxn ang="0">
                  <a:pos x="7" y="11"/>
                </a:cxn>
              </a:cxnLst>
              <a:rect l="0" t="0" r="r" b="b"/>
              <a:pathLst>
                <a:path w="7" h="20">
                  <a:moveTo>
                    <a:pt x="7" y="11"/>
                  </a:moveTo>
                  <a:cubicBezTo>
                    <a:pt x="7" y="12"/>
                    <a:pt x="7" y="15"/>
                    <a:pt x="7" y="17"/>
                  </a:cubicBezTo>
                  <a:cubicBezTo>
                    <a:pt x="7" y="18"/>
                    <a:pt x="7" y="20"/>
                    <a:pt x="6" y="20"/>
                  </a:cubicBezTo>
                  <a:cubicBezTo>
                    <a:pt x="4" y="20"/>
                    <a:pt x="3" y="17"/>
                    <a:pt x="3" y="16"/>
                  </a:cubicBezTo>
                  <a:cubicBezTo>
                    <a:pt x="2" y="15"/>
                    <a:pt x="2" y="13"/>
                    <a:pt x="2" y="12"/>
                  </a:cubicBezTo>
                  <a:cubicBezTo>
                    <a:pt x="2" y="11"/>
                    <a:pt x="0" y="8"/>
                    <a:pt x="0" y="6"/>
                  </a:cubicBezTo>
                  <a:cubicBezTo>
                    <a:pt x="0" y="5"/>
                    <a:pt x="0" y="2"/>
                    <a:pt x="1" y="1"/>
                  </a:cubicBezTo>
                  <a:cubicBezTo>
                    <a:pt x="1" y="1"/>
                    <a:pt x="3" y="0"/>
                    <a:pt x="3" y="0"/>
                  </a:cubicBezTo>
                  <a:cubicBezTo>
                    <a:pt x="4" y="1"/>
                    <a:pt x="5" y="3"/>
                    <a:pt x="5" y="4"/>
                  </a:cubicBezTo>
                  <a:cubicBezTo>
                    <a:pt x="6" y="6"/>
                    <a:pt x="7" y="9"/>
                    <a:pt x="7"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74"/>
            <p:cNvSpPr>
              <a:spLocks/>
            </p:cNvSpPr>
            <p:nvPr/>
          </p:nvSpPr>
          <p:spPr bwMode="auto">
            <a:xfrm>
              <a:off x="4192588" y="1201738"/>
              <a:ext cx="11113" cy="11113"/>
            </a:xfrm>
            <a:custGeom>
              <a:avLst/>
              <a:gdLst/>
              <a:ahLst/>
              <a:cxnLst>
                <a:cxn ang="0">
                  <a:pos x="7" y="3"/>
                </a:cxn>
                <a:cxn ang="0">
                  <a:pos x="6" y="7"/>
                </a:cxn>
                <a:cxn ang="0">
                  <a:pos x="1" y="6"/>
                </a:cxn>
                <a:cxn ang="0">
                  <a:pos x="1" y="2"/>
                </a:cxn>
                <a:cxn ang="0">
                  <a:pos x="4" y="1"/>
                </a:cxn>
                <a:cxn ang="0">
                  <a:pos x="7" y="3"/>
                </a:cxn>
              </a:cxnLst>
              <a:rect l="0" t="0" r="r" b="b"/>
              <a:pathLst>
                <a:path w="7" h="8">
                  <a:moveTo>
                    <a:pt x="7" y="3"/>
                  </a:moveTo>
                  <a:cubicBezTo>
                    <a:pt x="7" y="4"/>
                    <a:pt x="7" y="7"/>
                    <a:pt x="6" y="7"/>
                  </a:cubicBezTo>
                  <a:cubicBezTo>
                    <a:pt x="5" y="8"/>
                    <a:pt x="2" y="7"/>
                    <a:pt x="1" y="6"/>
                  </a:cubicBezTo>
                  <a:cubicBezTo>
                    <a:pt x="1" y="6"/>
                    <a:pt x="0" y="3"/>
                    <a:pt x="1" y="2"/>
                  </a:cubicBezTo>
                  <a:cubicBezTo>
                    <a:pt x="1" y="2"/>
                    <a:pt x="3" y="0"/>
                    <a:pt x="4" y="1"/>
                  </a:cubicBezTo>
                  <a:cubicBezTo>
                    <a:pt x="5" y="1"/>
                    <a:pt x="6" y="2"/>
                    <a:pt x="7"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75"/>
            <p:cNvSpPr>
              <a:spLocks/>
            </p:cNvSpPr>
            <p:nvPr/>
          </p:nvSpPr>
          <p:spPr bwMode="auto">
            <a:xfrm>
              <a:off x="4160838" y="1203326"/>
              <a:ext cx="33338" cy="34925"/>
            </a:xfrm>
            <a:custGeom>
              <a:avLst/>
              <a:gdLst/>
              <a:ahLst/>
              <a:cxnLst>
                <a:cxn ang="0">
                  <a:pos x="19" y="10"/>
                </a:cxn>
                <a:cxn ang="0">
                  <a:pos x="22" y="19"/>
                </a:cxn>
                <a:cxn ang="0">
                  <a:pos x="19" y="23"/>
                </a:cxn>
                <a:cxn ang="0">
                  <a:pos x="16" y="20"/>
                </a:cxn>
                <a:cxn ang="0">
                  <a:pos x="11" y="19"/>
                </a:cxn>
                <a:cxn ang="0">
                  <a:pos x="5" y="22"/>
                </a:cxn>
                <a:cxn ang="0">
                  <a:pos x="1" y="19"/>
                </a:cxn>
                <a:cxn ang="0">
                  <a:pos x="1" y="12"/>
                </a:cxn>
                <a:cxn ang="0">
                  <a:pos x="4" y="8"/>
                </a:cxn>
                <a:cxn ang="0">
                  <a:pos x="7" y="0"/>
                </a:cxn>
                <a:cxn ang="0">
                  <a:pos x="10" y="0"/>
                </a:cxn>
                <a:cxn ang="0">
                  <a:pos x="14" y="2"/>
                </a:cxn>
                <a:cxn ang="0">
                  <a:pos x="19" y="10"/>
                </a:cxn>
              </a:cxnLst>
              <a:rect l="0" t="0" r="r" b="b"/>
              <a:pathLst>
                <a:path w="22" h="23">
                  <a:moveTo>
                    <a:pt x="19" y="10"/>
                  </a:moveTo>
                  <a:cubicBezTo>
                    <a:pt x="20" y="12"/>
                    <a:pt x="22" y="17"/>
                    <a:pt x="22" y="19"/>
                  </a:cubicBezTo>
                  <a:cubicBezTo>
                    <a:pt x="21" y="20"/>
                    <a:pt x="20" y="22"/>
                    <a:pt x="19" y="23"/>
                  </a:cubicBezTo>
                  <a:cubicBezTo>
                    <a:pt x="18" y="23"/>
                    <a:pt x="17" y="21"/>
                    <a:pt x="16" y="20"/>
                  </a:cubicBezTo>
                  <a:cubicBezTo>
                    <a:pt x="14" y="20"/>
                    <a:pt x="12" y="18"/>
                    <a:pt x="11" y="19"/>
                  </a:cubicBezTo>
                  <a:cubicBezTo>
                    <a:pt x="9" y="19"/>
                    <a:pt x="7" y="22"/>
                    <a:pt x="5" y="22"/>
                  </a:cubicBezTo>
                  <a:cubicBezTo>
                    <a:pt x="4" y="22"/>
                    <a:pt x="2" y="20"/>
                    <a:pt x="1" y="19"/>
                  </a:cubicBezTo>
                  <a:cubicBezTo>
                    <a:pt x="0" y="17"/>
                    <a:pt x="0" y="14"/>
                    <a:pt x="1" y="12"/>
                  </a:cubicBezTo>
                  <a:cubicBezTo>
                    <a:pt x="1" y="11"/>
                    <a:pt x="3" y="9"/>
                    <a:pt x="4" y="8"/>
                  </a:cubicBezTo>
                  <a:cubicBezTo>
                    <a:pt x="5" y="6"/>
                    <a:pt x="5" y="2"/>
                    <a:pt x="7" y="0"/>
                  </a:cubicBezTo>
                  <a:cubicBezTo>
                    <a:pt x="7" y="0"/>
                    <a:pt x="9" y="0"/>
                    <a:pt x="10" y="0"/>
                  </a:cubicBezTo>
                  <a:cubicBezTo>
                    <a:pt x="11" y="0"/>
                    <a:pt x="13" y="1"/>
                    <a:pt x="14" y="2"/>
                  </a:cubicBezTo>
                  <a:cubicBezTo>
                    <a:pt x="16" y="4"/>
                    <a:pt x="18" y="8"/>
                    <a:pt x="19"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76"/>
            <p:cNvSpPr>
              <a:spLocks/>
            </p:cNvSpPr>
            <p:nvPr/>
          </p:nvSpPr>
          <p:spPr bwMode="auto">
            <a:xfrm>
              <a:off x="4183063" y="1192213"/>
              <a:ext cx="11113" cy="9525"/>
            </a:xfrm>
            <a:custGeom>
              <a:avLst/>
              <a:gdLst/>
              <a:ahLst/>
              <a:cxnLst>
                <a:cxn ang="0">
                  <a:pos x="6" y="3"/>
                </a:cxn>
                <a:cxn ang="0">
                  <a:pos x="4" y="6"/>
                </a:cxn>
                <a:cxn ang="0">
                  <a:pos x="0" y="4"/>
                </a:cxn>
                <a:cxn ang="0">
                  <a:pos x="0" y="1"/>
                </a:cxn>
                <a:cxn ang="0">
                  <a:pos x="4" y="0"/>
                </a:cxn>
                <a:cxn ang="0">
                  <a:pos x="6" y="3"/>
                </a:cxn>
              </a:cxnLst>
              <a:rect l="0" t="0" r="r" b="b"/>
              <a:pathLst>
                <a:path w="7" h="6">
                  <a:moveTo>
                    <a:pt x="6" y="3"/>
                  </a:moveTo>
                  <a:cubicBezTo>
                    <a:pt x="7" y="4"/>
                    <a:pt x="5" y="6"/>
                    <a:pt x="4" y="6"/>
                  </a:cubicBezTo>
                  <a:cubicBezTo>
                    <a:pt x="3" y="6"/>
                    <a:pt x="1" y="5"/>
                    <a:pt x="0" y="4"/>
                  </a:cubicBezTo>
                  <a:cubicBezTo>
                    <a:pt x="0" y="4"/>
                    <a:pt x="0" y="1"/>
                    <a:pt x="0" y="1"/>
                  </a:cubicBezTo>
                  <a:cubicBezTo>
                    <a:pt x="1" y="0"/>
                    <a:pt x="3" y="0"/>
                    <a:pt x="4" y="0"/>
                  </a:cubicBezTo>
                  <a:cubicBezTo>
                    <a:pt x="5" y="0"/>
                    <a:pt x="6" y="2"/>
                    <a:pt x="6"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77"/>
            <p:cNvSpPr>
              <a:spLocks/>
            </p:cNvSpPr>
            <p:nvPr/>
          </p:nvSpPr>
          <p:spPr bwMode="auto">
            <a:xfrm>
              <a:off x="4168775" y="1133476"/>
              <a:ext cx="23813" cy="50800"/>
            </a:xfrm>
            <a:custGeom>
              <a:avLst/>
              <a:gdLst/>
              <a:ahLst/>
              <a:cxnLst>
                <a:cxn ang="0">
                  <a:pos x="14" y="26"/>
                </a:cxn>
                <a:cxn ang="0">
                  <a:pos x="14" y="32"/>
                </a:cxn>
                <a:cxn ang="0">
                  <a:pos x="11" y="33"/>
                </a:cxn>
                <a:cxn ang="0">
                  <a:pos x="7" y="30"/>
                </a:cxn>
                <a:cxn ang="0">
                  <a:pos x="7" y="23"/>
                </a:cxn>
                <a:cxn ang="0">
                  <a:pos x="6" y="16"/>
                </a:cxn>
                <a:cxn ang="0">
                  <a:pos x="3" y="12"/>
                </a:cxn>
                <a:cxn ang="0">
                  <a:pos x="1" y="8"/>
                </a:cxn>
                <a:cxn ang="0">
                  <a:pos x="2" y="1"/>
                </a:cxn>
                <a:cxn ang="0">
                  <a:pos x="6" y="0"/>
                </a:cxn>
                <a:cxn ang="0">
                  <a:pos x="9" y="5"/>
                </a:cxn>
                <a:cxn ang="0">
                  <a:pos x="10" y="12"/>
                </a:cxn>
                <a:cxn ang="0">
                  <a:pos x="13" y="16"/>
                </a:cxn>
                <a:cxn ang="0">
                  <a:pos x="14" y="22"/>
                </a:cxn>
                <a:cxn ang="0">
                  <a:pos x="14" y="26"/>
                </a:cxn>
              </a:cxnLst>
              <a:rect l="0" t="0" r="r" b="b"/>
              <a:pathLst>
                <a:path w="15" h="33">
                  <a:moveTo>
                    <a:pt x="14" y="26"/>
                  </a:moveTo>
                  <a:cubicBezTo>
                    <a:pt x="14" y="27"/>
                    <a:pt x="15" y="30"/>
                    <a:pt x="14" y="32"/>
                  </a:cubicBezTo>
                  <a:cubicBezTo>
                    <a:pt x="14" y="32"/>
                    <a:pt x="12" y="33"/>
                    <a:pt x="11" y="33"/>
                  </a:cubicBezTo>
                  <a:cubicBezTo>
                    <a:pt x="10" y="33"/>
                    <a:pt x="7" y="31"/>
                    <a:pt x="7" y="30"/>
                  </a:cubicBezTo>
                  <a:cubicBezTo>
                    <a:pt x="6" y="28"/>
                    <a:pt x="7" y="24"/>
                    <a:pt x="7" y="23"/>
                  </a:cubicBezTo>
                  <a:cubicBezTo>
                    <a:pt x="7" y="21"/>
                    <a:pt x="7" y="18"/>
                    <a:pt x="6" y="16"/>
                  </a:cubicBezTo>
                  <a:cubicBezTo>
                    <a:pt x="6" y="15"/>
                    <a:pt x="4" y="13"/>
                    <a:pt x="3" y="12"/>
                  </a:cubicBezTo>
                  <a:cubicBezTo>
                    <a:pt x="2" y="11"/>
                    <a:pt x="1" y="9"/>
                    <a:pt x="1" y="8"/>
                  </a:cubicBezTo>
                  <a:cubicBezTo>
                    <a:pt x="0" y="6"/>
                    <a:pt x="0" y="2"/>
                    <a:pt x="2" y="1"/>
                  </a:cubicBezTo>
                  <a:cubicBezTo>
                    <a:pt x="2" y="0"/>
                    <a:pt x="5" y="0"/>
                    <a:pt x="6" y="0"/>
                  </a:cubicBezTo>
                  <a:cubicBezTo>
                    <a:pt x="7" y="1"/>
                    <a:pt x="8" y="3"/>
                    <a:pt x="9" y="5"/>
                  </a:cubicBezTo>
                  <a:cubicBezTo>
                    <a:pt x="9" y="6"/>
                    <a:pt x="9" y="10"/>
                    <a:pt x="10" y="12"/>
                  </a:cubicBezTo>
                  <a:cubicBezTo>
                    <a:pt x="10" y="13"/>
                    <a:pt x="12" y="15"/>
                    <a:pt x="13" y="16"/>
                  </a:cubicBezTo>
                  <a:cubicBezTo>
                    <a:pt x="13" y="17"/>
                    <a:pt x="14" y="21"/>
                    <a:pt x="14" y="22"/>
                  </a:cubicBezTo>
                  <a:cubicBezTo>
                    <a:pt x="14" y="23"/>
                    <a:pt x="14" y="25"/>
                    <a:pt x="14"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78"/>
            <p:cNvSpPr>
              <a:spLocks/>
            </p:cNvSpPr>
            <p:nvPr/>
          </p:nvSpPr>
          <p:spPr bwMode="auto">
            <a:xfrm>
              <a:off x="4176713" y="1249363"/>
              <a:ext cx="14288" cy="15875"/>
            </a:xfrm>
            <a:custGeom>
              <a:avLst/>
              <a:gdLst/>
              <a:ahLst/>
              <a:cxnLst>
                <a:cxn ang="0">
                  <a:pos x="6" y="1"/>
                </a:cxn>
                <a:cxn ang="0">
                  <a:pos x="9" y="6"/>
                </a:cxn>
                <a:cxn ang="0">
                  <a:pos x="4" y="11"/>
                </a:cxn>
                <a:cxn ang="0">
                  <a:pos x="2" y="7"/>
                </a:cxn>
                <a:cxn ang="0">
                  <a:pos x="1" y="6"/>
                </a:cxn>
                <a:cxn ang="0">
                  <a:pos x="1" y="2"/>
                </a:cxn>
                <a:cxn ang="0">
                  <a:pos x="3" y="0"/>
                </a:cxn>
                <a:cxn ang="0">
                  <a:pos x="6" y="1"/>
                </a:cxn>
              </a:cxnLst>
              <a:rect l="0" t="0" r="r" b="b"/>
              <a:pathLst>
                <a:path w="9" h="11">
                  <a:moveTo>
                    <a:pt x="6" y="1"/>
                  </a:moveTo>
                  <a:cubicBezTo>
                    <a:pt x="7" y="2"/>
                    <a:pt x="9" y="4"/>
                    <a:pt x="9" y="6"/>
                  </a:cubicBezTo>
                  <a:cubicBezTo>
                    <a:pt x="9" y="8"/>
                    <a:pt x="6" y="11"/>
                    <a:pt x="4" y="11"/>
                  </a:cubicBezTo>
                  <a:cubicBezTo>
                    <a:pt x="3" y="11"/>
                    <a:pt x="3" y="8"/>
                    <a:pt x="2" y="7"/>
                  </a:cubicBezTo>
                  <a:cubicBezTo>
                    <a:pt x="2" y="7"/>
                    <a:pt x="1" y="6"/>
                    <a:pt x="1" y="6"/>
                  </a:cubicBezTo>
                  <a:cubicBezTo>
                    <a:pt x="0" y="5"/>
                    <a:pt x="0" y="3"/>
                    <a:pt x="1" y="2"/>
                  </a:cubicBezTo>
                  <a:cubicBezTo>
                    <a:pt x="1" y="1"/>
                    <a:pt x="2" y="0"/>
                    <a:pt x="3" y="0"/>
                  </a:cubicBezTo>
                  <a:cubicBezTo>
                    <a:pt x="4" y="0"/>
                    <a:pt x="5" y="1"/>
                    <a:pt x="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79"/>
            <p:cNvSpPr>
              <a:spLocks/>
            </p:cNvSpPr>
            <p:nvPr/>
          </p:nvSpPr>
          <p:spPr bwMode="auto">
            <a:xfrm>
              <a:off x="4162425" y="1171576"/>
              <a:ext cx="14288" cy="14288"/>
            </a:xfrm>
            <a:custGeom>
              <a:avLst/>
              <a:gdLst/>
              <a:ahLst/>
              <a:cxnLst>
                <a:cxn ang="0">
                  <a:pos x="9" y="3"/>
                </a:cxn>
                <a:cxn ang="0">
                  <a:pos x="10" y="6"/>
                </a:cxn>
                <a:cxn ang="0">
                  <a:pos x="8" y="9"/>
                </a:cxn>
                <a:cxn ang="0">
                  <a:pos x="3" y="8"/>
                </a:cxn>
                <a:cxn ang="0">
                  <a:pos x="1" y="5"/>
                </a:cxn>
                <a:cxn ang="0">
                  <a:pos x="1" y="0"/>
                </a:cxn>
                <a:cxn ang="0">
                  <a:pos x="5" y="0"/>
                </a:cxn>
                <a:cxn ang="0">
                  <a:pos x="9" y="3"/>
                </a:cxn>
              </a:cxnLst>
              <a:rect l="0" t="0" r="r" b="b"/>
              <a:pathLst>
                <a:path w="10" h="9">
                  <a:moveTo>
                    <a:pt x="9" y="3"/>
                  </a:moveTo>
                  <a:cubicBezTo>
                    <a:pt x="9" y="4"/>
                    <a:pt x="10" y="5"/>
                    <a:pt x="10" y="6"/>
                  </a:cubicBezTo>
                  <a:cubicBezTo>
                    <a:pt x="10" y="7"/>
                    <a:pt x="9" y="8"/>
                    <a:pt x="8" y="9"/>
                  </a:cubicBezTo>
                  <a:cubicBezTo>
                    <a:pt x="7" y="9"/>
                    <a:pt x="5" y="9"/>
                    <a:pt x="3" y="8"/>
                  </a:cubicBezTo>
                  <a:cubicBezTo>
                    <a:pt x="3" y="7"/>
                    <a:pt x="1" y="6"/>
                    <a:pt x="1" y="5"/>
                  </a:cubicBezTo>
                  <a:cubicBezTo>
                    <a:pt x="1" y="4"/>
                    <a:pt x="0" y="1"/>
                    <a:pt x="1" y="0"/>
                  </a:cubicBezTo>
                  <a:cubicBezTo>
                    <a:pt x="2" y="0"/>
                    <a:pt x="4" y="0"/>
                    <a:pt x="5" y="0"/>
                  </a:cubicBezTo>
                  <a:cubicBezTo>
                    <a:pt x="6" y="1"/>
                    <a:pt x="8" y="2"/>
                    <a:pt x="9"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80"/>
            <p:cNvSpPr>
              <a:spLocks/>
            </p:cNvSpPr>
            <p:nvPr/>
          </p:nvSpPr>
          <p:spPr bwMode="auto">
            <a:xfrm>
              <a:off x="4157663" y="1249363"/>
              <a:ext cx="14288" cy="11113"/>
            </a:xfrm>
            <a:custGeom>
              <a:avLst/>
              <a:gdLst/>
              <a:ahLst/>
              <a:cxnLst>
                <a:cxn ang="0">
                  <a:pos x="9" y="1"/>
                </a:cxn>
                <a:cxn ang="0">
                  <a:pos x="9" y="6"/>
                </a:cxn>
                <a:cxn ang="0">
                  <a:pos x="5" y="7"/>
                </a:cxn>
                <a:cxn ang="0">
                  <a:pos x="1" y="5"/>
                </a:cxn>
                <a:cxn ang="0">
                  <a:pos x="0" y="1"/>
                </a:cxn>
                <a:cxn ang="0">
                  <a:pos x="4" y="0"/>
                </a:cxn>
                <a:cxn ang="0">
                  <a:pos x="9" y="1"/>
                </a:cxn>
              </a:cxnLst>
              <a:rect l="0" t="0" r="r" b="b"/>
              <a:pathLst>
                <a:path w="10" h="7">
                  <a:moveTo>
                    <a:pt x="9" y="1"/>
                  </a:moveTo>
                  <a:cubicBezTo>
                    <a:pt x="9" y="2"/>
                    <a:pt x="10" y="5"/>
                    <a:pt x="9" y="6"/>
                  </a:cubicBezTo>
                  <a:cubicBezTo>
                    <a:pt x="9" y="7"/>
                    <a:pt x="6" y="7"/>
                    <a:pt x="5" y="7"/>
                  </a:cubicBezTo>
                  <a:cubicBezTo>
                    <a:pt x="4" y="7"/>
                    <a:pt x="1" y="6"/>
                    <a:pt x="1" y="5"/>
                  </a:cubicBezTo>
                  <a:cubicBezTo>
                    <a:pt x="0" y="4"/>
                    <a:pt x="0" y="2"/>
                    <a:pt x="0" y="1"/>
                  </a:cubicBezTo>
                  <a:cubicBezTo>
                    <a:pt x="1" y="0"/>
                    <a:pt x="3" y="0"/>
                    <a:pt x="4" y="0"/>
                  </a:cubicBezTo>
                  <a:cubicBezTo>
                    <a:pt x="6" y="0"/>
                    <a:pt x="8" y="0"/>
                    <a:pt x="9"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81"/>
            <p:cNvSpPr>
              <a:spLocks/>
            </p:cNvSpPr>
            <p:nvPr/>
          </p:nvSpPr>
          <p:spPr bwMode="auto">
            <a:xfrm>
              <a:off x="4151313" y="1147763"/>
              <a:ext cx="20638" cy="17463"/>
            </a:xfrm>
            <a:custGeom>
              <a:avLst/>
              <a:gdLst/>
              <a:ahLst/>
              <a:cxnLst>
                <a:cxn ang="0">
                  <a:pos x="13" y="7"/>
                </a:cxn>
                <a:cxn ang="0">
                  <a:pos x="13" y="10"/>
                </a:cxn>
                <a:cxn ang="0">
                  <a:pos x="8" y="10"/>
                </a:cxn>
                <a:cxn ang="0">
                  <a:pos x="4" y="6"/>
                </a:cxn>
                <a:cxn ang="0">
                  <a:pos x="0" y="4"/>
                </a:cxn>
                <a:cxn ang="0">
                  <a:pos x="2" y="0"/>
                </a:cxn>
                <a:cxn ang="0">
                  <a:pos x="7" y="0"/>
                </a:cxn>
                <a:cxn ang="0">
                  <a:pos x="11" y="3"/>
                </a:cxn>
                <a:cxn ang="0">
                  <a:pos x="13" y="7"/>
                </a:cxn>
              </a:cxnLst>
              <a:rect l="0" t="0" r="r" b="b"/>
              <a:pathLst>
                <a:path w="14" h="11">
                  <a:moveTo>
                    <a:pt x="13" y="7"/>
                  </a:moveTo>
                  <a:cubicBezTo>
                    <a:pt x="13" y="7"/>
                    <a:pt x="14" y="9"/>
                    <a:pt x="13" y="10"/>
                  </a:cubicBezTo>
                  <a:cubicBezTo>
                    <a:pt x="12" y="11"/>
                    <a:pt x="9" y="10"/>
                    <a:pt x="8" y="10"/>
                  </a:cubicBezTo>
                  <a:cubicBezTo>
                    <a:pt x="7" y="9"/>
                    <a:pt x="5" y="7"/>
                    <a:pt x="4" y="6"/>
                  </a:cubicBezTo>
                  <a:cubicBezTo>
                    <a:pt x="3" y="5"/>
                    <a:pt x="1" y="5"/>
                    <a:pt x="0" y="4"/>
                  </a:cubicBezTo>
                  <a:cubicBezTo>
                    <a:pt x="0" y="3"/>
                    <a:pt x="1" y="1"/>
                    <a:pt x="2" y="0"/>
                  </a:cubicBezTo>
                  <a:cubicBezTo>
                    <a:pt x="3" y="0"/>
                    <a:pt x="6" y="0"/>
                    <a:pt x="7" y="0"/>
                  </a:cubicBezTo>
                  <a:cubicBezTo>
                    <a:pt x="8" y="1"/>
                    <a:pt x="10" y="2"/>
                    <a:pt x="11" y="3"/>
                  </a:cubicBezTo>
                  <a:cubicBezTo>
                    <a:pt x="11" y="4"/>
                    <a:pt x="13" y="6"/>
                    <a:pt x="13"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82"/>
            <p:cNvSpPr>
              <a:spLocks/>
            </p:cNvSpPr>
            <p:nvPr/>
          </p:nvSpPr>
          <p:spPr bwMode="auto">
            <a:xfrm>
              <a:off x="4135438" y="1203326"/>
              <a:ext cx="26988" cy="20638"/>
            </a:xfrm>
            <a:custGeom>
              <a:avLst/>
              <a:gdLst/>
              <a:ahLst/>
              <a:cxnLst>
                <a:cxn ang="0">
                  <a:pos x="17" y="3"/>
                </a:cxn>
                <a:cxn ang="0">
                  <a:pos x="16" y="8"/>
                </a:cxn>
                <a:cxn ang="0">
                  <a:pos x="11" y="12"/>
                </a:cxn>
                <a:cxn ang="0">
                  <a:pos x="6" y="14"/>
                </a:cxn>
                <a:cxn ang="0">
                  <a:pos x="1" y="10"/>
                </a:cxn>
                <a:cxn ang="0">
                  <a:pos x="3" y="6"/>
                </a:cxn>
                <a:cxn ang="0">
                  <a:pos x="9" y="4"/>
                </a:cxn>
                <a:cxn ang="0">
                  <a:pos x="13" y="0"/>
                </a:cxn>
                <a:cxn ang="0">
                  <a:pos x="17" y="3"/>
                </a:cxn>
              </a:cxnLst>
              <a:rect l="0" t="0" r="r" b="b"/>
              <a:pathLst>
                <a:path w="17" h="14">
                  <a:moveTo>
                    <a:pt x="17" y="3"/>
                  </a:moveTo>
                  <a:cubicBezTo>
                    <a:pt x="17" y="4"/>
                    <a:pt x="17" y="7"/>
                    <a:pt x="16" y="8"/>
                  </a:cubicBezTo>
                  <a:cubicBezTo>
                    <a:pt x="15" y="9"/>
                    <a:pt x="12" y="11"/>
                    <a:pt x="11" y="12"/>
                  </a:cubicBezTo>
                  <a:cubicBezTo>
                    <a:pt x="10" y="12"/>
                    <a:pt x="7" y="14"/>
                    <a:pt x="6" y="14"/>
                  </a:cubicBezTo>
                  <a:cubicBezTo>
                    <a:pt x="4" y="14"/>
                    <a:pt x="1" y="12"/>
                    <a:pt x="1" y="10"/>
                  </a:cubicBezTo>
                  <a:cubicBezTo>
                    <a:pt x="0" y="9"/>
                    <a:pt x="2" y="7"/>
                    <a:pt x="3" y="6"/>
                  </a:cubicBezTo>
                  <a:cubicBezTo>
                    <a:pt x="4" y="5"/>
                    <a:pt x="7" y="5"/>
                    <a:pt x="9" y="4"/>
                  </a:cubicBezTo>
                  <a:cubicBezTo>
                    <a:pt x="10" y="4"/>
                    <a:pt x="11" y="0"/>
                    <a:pt x="13" y="0"/>
                  </a:cubicBezTo>
                  <a:cubicBezTo>
                    <a:pt x="14" y="0"/>
                    <a:pt x="16" y="2"/>
                    <a:pt x="17"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83"/>
            <p:cNvSpPr>
              <a:spLocks/>
            </p:cNvSpPr>
            <p:nvPr/>
          </p:nvSpPr>
          <p:spPr bwMode="auto">
            <a:xfrm>
              <a:off x="4119563" y="1084263"/>
              <a:ext cx="14288" cy="12700"/>
            </a:xfrm>
            <a:custGeom>
              <a:avLst/>
              <a:gdLst/>
              <a:ahLst/>
              <a:cxnLst>
                <a:cxn ang="0">
                  <a:pos x="8" y="1"/>
                </a:cxn>
                <a:cxn ang="0">
                  <a:pos x="10" y="6"/>
                </a:cxn>
                <a:cxn ang="0">
                  <a:pos x="6" y="9"/>
                </a:cxn>
                <a:cxn ang="0">
                  <a:pos x="1" y="7"/>
                </a:cxn>
                <a:cxn ang="0">
                  <a:pos x="1" y="3"/>
                </a:cxn>
                <a:cxn ang="0">
                  <a:pos x="4" y="0"/>
                </a:cxn>
                <a:cxn ang="0">
                  <a:pos x="8" y="1"/>
                </a:cxn>
              </a:cxnLst>
              <a:rect l="0" t="0" r="r" b="b"/>
              <a:pathLst>
                <a:path w="10" h="9">
                  <a:moveTo>
                    <a:pt x="8" y="1"/>
                  </a:moveTo>
                  <a:cubicBezTo>
                    <a:pt x="9" y="2"/>
                    <a:pt x="10" y="5"/>
                    <a:pt x="10" y="6"/>
                  </a:cubicBezTo>
                  <a:cubicBezTo>
                    <a:pt x="9" y="7"/>
                    <a:pt x="7" y="9"/>
                    <a:pt x="6" y="9"/>
                  </a:cubicBezTo>
                  <a:cubicBezTo>
                    <a:pt x="4" y="9"/>
                    <a:pt x="1" y="8"/>
                    <a:pt x="1" y="7"/>
                  </a:cubicBezTo>
                  <a:cubicBezTo>
                    <a:pt x="0" y="6"/>
                    <a:pt x="0" y="4"/>
                    <a:pt x="1" y="3"/>
                  </a:cubicBezTo>
                  <a:cubicBezTo>
                    <a:pt x="1" y="2"/>
                    <a:pt x="3" y="0"/>
                    <a:pt x="4" y="0"/>
                  </a:cubicBezTo>
                  <a:cubicBezTo>
                    <a:pt x="5" y="0"/>
                    <a:pt x="8" y="0"/>
                    <a:pt x="8"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84"/>
            <p:cNvSpPr>
              <a:spLocks/>
            </p:cNvSpPr>
            <p:nvPr/>
          </p:nvSpPr>
          <p:spPr bwMode="auto">
            <a:xfrm>
              <a:off x="4122738" y="1143001"/>
              <a:ext cx="9525" cy="17463"/>
            </a:xfrm>
            <a:custGeom>
              <a:avLst/>
              <a:gdLst/>
              <a:ahLst/>
              <a:cxnLst>
                <a:cxn ang="0">
                  <a:pos x="6" y="1"/>
                </a:cxn>
                <a:cxn ang="0">
                  <a:pos x="7" y="5"/>
                </a:cxn>
                <a:cxn ang="0">
                  <a:pos x="5" y="11"/>
                </a:cxn>
                <a:cxn ang="0">
                  <a:pos x="2" y="9"/>
                </a:cxn>
                <a:cxn ang="0">
                  <a:pos x="0" y="3"/>
                </a:cxn>
                <a:cxn ang="0">
                  <a:pos x="3" y="0"/>
                </a:cxn>
                <a:cxn ang="0">
                  <a:pos x="6" y="1"/>
                </a:cxn>
              </a:cxnLst>
              <a:rect l="0" t="0" r="r" b="b"/>
              <a:pathLst>
                <a:path w="7" h="11">
                  <a:moveTo>
                    <a:pt x="6" y="1"/>
                  </a:moveTo>
                  <a:cubicBezTo>
                    <a:pt x="6" y="2"/>
                    <a:pt x="7" y="4"/>
                    <a:pt x="7" y="5"/>
                  </a:cubicBezTo>
                  <a:cubicBezTo>
                    <a:pt x="7" y="7"/>
                    <a:pt x="7" y="11"/>
                    <a:pt x="5" y="11"/>
                  </a:cubicBezTo>
                  <a:cubicBezTo>
                    <a:pt x="4" y="11"/>
                    <a:pt x="2" y="9"/>
                    <a:pt x="2" y="9"/>
                  </a:cubicBezTo>
                  <a:cubicBezTo>
                    <a:pt x="1" y="7"/>
                    <a:pt x="0" y="5"/>
                    <a:pt x="0" y="3"/>
                  </a:cubicBezTo>
                  <a:cubicBezTo>
                    <a:pt x="0" y="2"/>
                    <a:pt x="2" y="1"/>
                    <a:pt x="3" y="0"/>
                  </a:cubicBezTo>
                  <a:cubicBezTo>
                    <a:pt x="4" y="0"/>
                    <a:pt x="5" y="1"/>
                    <a:pt x="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85"/>
            <p:cNvSpPr>
              <a:spLocks/>
            </p:cNvSpPr>
            <p:nvPr/>
          </p:nvSpPr>
          <p:spPr bwMode="auto">
            <a:xfrm>
              <a:off x="4090988" y="1166813"/>
              <a:ext cx="33338" cy="23813"/>
            </a:xfrm>
            <a:custGeom>
              <a:avLst/>
              <a:gdLst/>
              <a:ahLst/>
              <a:cxnLst>
                <a:cxn ang="0">
                  <a:pos x="18" y="6"/>
                </a:cxn>
                <a:cxn ang="0">
                  <a:pos x="20" y="11"/>
                </a:cxn>
                <a:cxn ang="0">
                  <a:pos x="14" y="16"/>
                </a:cxn>
                <a:cxn ang="0">
                  <a:pos x="8" y="12"/>
                </a:cxn>
                <a:cxn ang="0">
                  <a:pos x="1" y="8"/>
                </a:cxn>
                <a:cxn ang="0">
                  <a:pos x="1" y="2"/>
                </a:cxn>
                <a:cxn ang="0">
                  <a:pos x="5" y="0"/>
                </a:cxn>
                <a:cxn ang="0">
                  <a:pos x="10" y="1"/>
                </a:cxn>
                <a:cxn ang="0">
                  <a:pos x="13" y="2"/>
                </a:cxn>
                <a:cxn ang="0">
                  <a:pos x="18" y="6"/>
                </a:cxn>
              </a:cxnLst>
              <a:rect l="0" t="0" r="r" b="b"/>
              <a:pathLst>
                <a:path w="21" h="16">
                  <a:moveTo>
                    <a:pt x="18" y="6"/>
                  </a:moveTo>
                  <a:cubicBezTo>
                    <a:pt x="19" y="7"/>
                    <a:pt x="21" y="10"/>
                    <a:pt x="20" y="11"/>
                  </a:cubicBezTo>
                  <a:cubicBezTo>
                    <a:pt x="20" y="13"/>
                    <a:pt x="16" y="16"/>
                    <a:pt x="14" y="16"/>
                  </a:cubicBezTo>
                  <a:cubicBezTo>
                    <a:pt x="13" y="16"/>
                    <a:pt x="9" y="13"/>
                    <a:pt x="8" y="12"/>
                  </a:cubicBezTo>
                  <a:cubicBezTo>
                    <a:pt x="6" y="11"/>
                    <a:pt x="2" y="10"/>
                    <a:pt x="1" y="8"/>
                  </a:cubicBezTo>
                  <a:cubicBezTo>
                    <a:pt x="0" y="7"/>
                    <a:pt x="0" y="3"/>
                    <a:pt x="1" y="2"/>
                  </a:cubicBezTo>
                  <a:cubicBezTo>
                    <a:pt x="1" y="1"/>
                    <a:pt x="4" y="0"/>
                    <a:pt x="5" y="0"/>
                  </a:cubicBezTo>
                  <a:cubicBezTo>
                    <a:pt x="6" y="0"/>
                    <a:pt x="9" y="1"/>
                    <a:pt x="10" y="1"/>
                  </a:cubicBezTo>
                  <a:cubicBezTo>
                    <a:pt x="11" y="2"/>
                    <a:pt x="12" y="1"/>
                    <a:pt x="13" y="2"/>
                  </a:cubicBezTo>
                  <a:cubicBezTo>
                    <a:pt x="15" y="2"/>
                    <a:pt x="17" y="5"/>
                    <a:pt x="18"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86"/>
            <p:cNvSpPr>
              <a:spLocks/>
            </p:cNvSpPr>
            <p:nvPr/>
          </p:nvSpPr>
          <p:spPr bwMode="auto">
            <a:xfrm>
              <a:off x="4029075" y="1093788"/>
              <a:ext cx="85725" cy="41275"/>
            </a:xfrm>
            <a:custGeom>
              <a:avLst/>
              <a:gdLst/>
              <a:ahLst/>
              <a:cxnLst>
                <a:cxn ang="0">
                  <a:pos x="56" y="18"/>
                </a:cxn>
                <a:cxn ang="0">
                  <a:pos x="55" y="25"/>
                </a:cxn>
                <a:cxn ang="0">
                  <a:pos x="46" y="27"/>
                </a:cxn>
                <a:cxn ang="0">
                  <a:pos x="38" y="26"/>
                </a:cxn>
                <a:cxn ang="0">
                  <a:pos x="33" y="23"/>
                </a:cxn>
                <a:cxn ang="0">
                  <a:pos x="24" y="23"/>
                </a:cxn>
                <a:cxn ang="0">
                  <a:pos x="21" y="18"/>
                </a:cxn>
                <a:cxn ang="0">
                  <a:pos x="15" y="19"/>
                </a:cxn>
                <a:cxn ang="0">
                  <a:pos x="9" y="24"/>
                </a:cxn>
                <a:cxn ang="0">
                  <a:pos x="1" y="25"/>
                </a:cxn>
                <a:cxn ang="0">
                  <a:pos x="0" y="18"/>
                </a:cxn>
                <a:cxn ang="0">
                  <a:pos x="2" y="13"/>
                </a:cxn>
                <a:cxn ang="0">
                  <a:pos x="2" y="9"/>
                </a:cxn>
                <a:cxn ang="0">
                  <a:pos x="8" y="6"/>
                </a:cxn>
                <a:cxn ang="0">
                  <a:pos x="12" y="8"/>
                </a:cxn>
                <a:cxn ang="0">
                  <a:pos x="17" y="4"/>
                </a:cxn>
                <a:cxn ang="0">
                  <a:pos x="20" y="4"/>
                </a:cxn>
                <a:cxn ang="0">
                  <a:pos x="24" y="5"/>
                </a:cxn>
                <a:cxn ang="0">
                  <a:pos x="26" y="10"/>
                </a:cxn>
                <a:cxn ang="0">
                  <a:pos x="29" y="13"/>
                </a:cxn>
                <a:cxn ang="0">
                  <a:pos x="35" y="11"/>
                </a:cxn>
                <a:cxn ang="0">
                  <a:pos x="40" y="4"/>
                </a:cxn>
                <a:cxn ang="0">
                  <a:pos x="44" y="1"/>
                </a:cxn>
                <a:cxn ang="0">
                  <a:pos x="49" y="0"/>
                </a:cxn>
                <a:cxn ang="0">
                  <a:pos x="51" y="4"/>
                </a:cxn>
                <a:cxn ang="0">
                  <a:pos x="53" y="13"/>
                </a:cxn>
                <a:cxn ang="0">
                  <a:pos x="56" y="18"/>
                </a:cxn>
              </a:cxnLst>
              <a:rect l="0" t="0" r="r" b="b"/>
              <a:pathLst>
                <a:path w="56" h="27">
                  <a:moveTo>
                    <a:pt x="56" y="18"/>
                  </a:moveTo>
                  <a:cubicBezTo>
                    <a:pt x="56" y="19"/>
                    <a:pt x="56" y="23"/>
                    <a:pt x="55" y="25"/>
                  </a:cubicBezTo>
                  <a:cubicBezTo>
                    <a:pt x="53" y="26"/>
                    <a:pt x="48" y="26"/>
                    <a:pt x="46" y="27"/>
                  </a:cubicBezTo>
                  <a:cubicBezTo>
                    <a:pt x="44" y="27"/>
                    <a:pt x="40" y="27"/>
                    <a:pt x="38" y="26"/>
                  </a:cubicBezTo>
                  <a:cubicBezTo>
                    <a:pt x="37" y="25"/>
                    <a:pt x="35" y="23"/>
                    <a:pt x="33" y="23"/>
                  </a:cubicBezTo>
                  <a:cubicBezTo>
                    <a:pt x="31" y="22"/>
                    <a:pt x="26" y="24"/>
                    <a:pt x="24" y="23"/>
                  </a:cubicBezTo>
                  <a:cubicBezTo>
                    <a:pt x="23" y="22"/>
                    <a:pt x="23" y="19"/>
                    <a:pt x="21" y="18"/>
                  </a:cubicBezTo>
                  <a:cubicBezTo>
                    <a:pt x="20" y="18"/>
                    <a:pt x="17" y="18"/>
                    <a:pt x="15" y="19"/>
                  </a:cubicBezTo>
                  <a:cubicBezTo>
                    <a:pt x="13" y="20"/>
                    <a:pt x="11" y="23"/>
                    <a:pt x="9" y="24"/>
                  </a:cubicBezTo>
                  <a:cubicBezTo>
                    <a:pt x="7" y="25"/>
                    <a:pt x="3" y="26"/>
                    <a:pt x="1" y="25"/>
                  </a:cubicBezTo>
                  <a:cubicBezTo>
                    <a:pt x="0" y="24"/>
                    <a:pt x="0" y="19"/>
                    <a:pt x="0" y="18"/>
                  </a:cubicBezTo>
                  <a:cubicBezTo>
                    <a:pt x="0" y="17"/>
                    <a:pt x="2" y="15"/>
                    <a:pt x="2" y="13"/>
                  </a:cubicBezTo>
                  <a:cubicBezTo>
                    <a:pt x="2" y="12"/>
                    <a:pt x="1" y="10"/>
                    <a:pt x="2" y="9"/>
                  </a:cubicBezTo>
                  <a:cubicBezTo>
                    <a:pt x="3" y="7"/>
                    <a:pt x="6" y="6"/>
                    <a:pt x="8" y="6"/>
                  </a:cubicBezTo>
                  <a:cubicBezTo>
                    <a:pt x="9" y="6"/>
                    <a:pt x="11" y="8"/>
                    <a:pt x="12" y="8"/>
                  </a:cubicBezTo>
                  <a:cubicBezTo>
                    <a:pt x="14" y="8"/>
                    <a:pt x="16" y="5"/>
                    <a:pt x="17" y="4"/>
                  </a:cubicBezTo>
                  <a:cubicBezTo>
                    <a:pt x="18" y="4"/>
                    <a:pt x="19" y="4"/>
                    <a:pt x="20" y="4"/>
                  </a:cubicBezTo>
                  <a:cubicBezTo>
                    <a:pt x="21" y="4"/>
                    <a:pt x="23" y="5"/>
                    <a:pt x="24" y="5"/>
                  </a:cubicBezTo>
                  <a:cubicBezTo>
                    <a:pt x="25" y="6"/>
                    <a:pt x="25" y="9"/>
                    <a:pt x="26" y="10"/>
                  </a:cubicBezTo>
                  <a:cubicBezTo>
                    <a:pt x="27" y="11"/>
                    <a:pt x="28" y="13"/>
                    <a:pt x="29" y="13"/>
                  </a:cubicBezTo>
                  <a:cubicBezTo>
                    <a:pt x="31" y="13"/>
                    <a:pt x="34" y="12"/>
                    <a:pt x="35" y="11"/>
                  </a:cubicBezTo>
                  <a:cubicBezTo>
                    <a:pt x="37" y="9"/>
                    <a:pt x="38" y="6"/>
                    <a:pt x="40" y="4"/>
                  </a:cubicBezTo>
                  <a:cubicBezTo>
                    <a:pt x="40" y="3"/>
                    <a:pt x="43" y="1"/>
                    <a:pt x="44" y="1"/>
                  </a:cubicBezTo>
                  <a:cubicBezTo>
                    <a:pt x="45" y="0"/>
                    <a:pt x="48" y="0"/>
                    <a:pt x="49" y="0"/>
                  </a:cubicBezTo>
                  <a:cubicBezTo>
                    <a:pt x="50" y="1"/>
                    <a:pt x="51" y="3"/>
                    <a:pt x="51" y="4"/>
                  </a:cubicBezTo>
                  <a:cubicBezTo>
                    <a:pt x="52" y="6"/>
                    <a:pt x="52" y="11"/>
                    <a:pt x="53" y="13"/>
                  </a:cubicBezTo>
                  <a:cubicBezTo>
                    <a:pt x="53" y="15"/>
                    <a:pt x="55" y="16"/>
                    <a:pt x="56" y="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87"/>
            <p:cNvSpPr>
              <a:spLocks/>
            </p:cNvSpPr>
            <p:nvPr/>
          </p:nvSpPr>
          <p:spPr bwMode="auto">
            <a:xfrm>
              <a:off x="4022725" y="1055688"/>
              <a:ext cx="63500" cy="42863"/>
            </a:xfrm>
            <a:custGeom>
              <a:avLst/>
              <a:gdLst/>
              <a:ahLst/>
              <a:cxnLst>
                <a:cxn ang="0">
                  <a:pos x="38" y="16"/>
                </a:cxn>
                <a:cxn ang="0">
                  <a:pos x="41" y="23"/>
                </a:cxn>
                <a:cxn ang="0">
                  <a:pos x="39" y="27"/>
                </a:cxn>
                <a:cxn ang="0">
                  <a:pos x="34" y="28"/>
                </a:cxn>
                <a:cxn ang="0">
                  <a:pos x="33" y="23"/>
                </a:cxn>
                <a:cxn ang="0">
                  <a:pos x="30" y="21"/>
                </a:cxn>
                <a:cxn ang="0">
                  <a:pos x="28" y="23"/>
                </a:cxn>
                <a:cxn ang="0">
                  <a:pos x="23" y="21"/>
                </a:cxn>
                <a:cxn ang="0">
                  <a:pos x="22" y="18"/>
                </a:cxn>
                <a:cxn ang="0">
                  <a:pos x="19" y="18"/>
                </a:cxn>
                <a:cxn ang="0">
                  <a:pos x="17" y="21"/>
                </a:cxn>
                <a:cxn ang="0">
                  <a:pos x="12" y="23"/>
                </a:cxn>
                <a:cxn ang="0">
                  <a:pos x="7" y="18"/>
                </a:cxn>
                <a:cxn ang="0">
                  <a:pos x="5" y="11"/>
                </a:cxn>
                <a:cxn ang="0">
                  <a:pos x="1" y="9"/>
                </a:cxn>
                <a:cxn ang="0">
                  <a:pos x="2" y="3"/>
                </a:cxn>
                <a:cxn ang="0">
                  <a:pos x="8" y="1"/>
                </a:cxn>
                <a:cxn ang="0">
                  <a:pos x="13" y="6"/>
                </a:cxn>
                <a:cxn ang="0">
                  <a:pos x="22" y="10"/>
                </a:cxn>
                <a:cxn ang="0">
                  <a:pos x="31" y="11"/>
                </a:cxn>
                <a:cxn ang="0">
                  <a:pos x="38" y="16"/>
                </a:cxn>
              </a:cxnLst>
              <a:rect l="0" t="0" r="r" b="b"/>
              <a:pathLst>
                <a:path w="41" h="29">
                  <a:moveTo>
                    <a:pt x="38" y="16"/>
                  </a:moveTo>
                  <a:cubicBezTo>
                    <a:pt x="40" y="17"/>
                    <a:pt x="41" y="21"/>
                    <a:pt x="41" y="23"/>
                  </a:cubicBezTo>
                  <a:cubicBezTo>
                    <a:pt x="41" y="24"/>
                    <a:pt x="40" y="26"/>
                    <a:pt x="39" y="27"/>
                  </a:cubicBezTo>
                  <a:cubicBezTo>
                    <a:pt x="38" y="28"/>
                    <a:pt x="35" y="29"/>
                    <a:pt x="34" y="28"/>
                  </a:cubicBezTo>
                  <a:cubicBezTo>
                    <a:pt x="33" y="27"/>
                    <a:pt x="34" y="24"/>
                    <a:pt x="33" y="23"/>
                  </a:cubicBezTo>
                  <a:cubicBezTo>
                    <a:pt x="33" y="22"/>
                    <a:pt x="31" y="21"/>
                    <a:pt x="30" y="21"/>
                  </a:cubicBezTo>
                  <a:cubicBezTo>
                    <a:pt x="29" y="21"/>
                    <a:pt x="28" y="23"/>
                    <a:pt x="28" y="23"/>
                  </a:cubicBezTo>
                  <a:cubicBezTo>
                    <a:pt x="26" y="24"/>
                    <a:pt x="23" y="22"/>
                    <a:pt x="23" y="21"/>
                  </a:cubicBezTo>
                  <a:cubicBezTo>
                    <a:pt x="22" y="21"/>
                    <a:pt x="23" y="19"/>
                    <a:pt x="22" y="18"/>
                  </a:cubicBezTo>
                  <a:cubicBezTo>
                    <a:pt x="21" y="18"/>
                    <a:pt x="20" y="18"/>
                    <a:pt x="19" y="18"/>
                  </a:cubicBezTo>
                  <a:cubicBezTo>
                    <a:pt x="19" y="18"/>
                    <a:pt x="18" y="20"/>
                    <a:pt x="17" y="21"/>
                  </a:cubicBezTo>
                  <a:cubicBezTo>
                    <a:pt x="16" y="22"/>
                    <a:pt x="14" y="24"/>
                    <a:pt x="12" y="23"/>
                  </a:cubicBezTo>
                  <a:cubicBezTo>
                    <a:pt x="10" y="23"/>
                    <a:pt x="8" y="20"/>
                    <a:pt x="7" y="18"/>
                  </a:cubicBezTo>
                  <a:cubicBezTo>
                    <a:pt x="6" y="17"/>
                    <a:pt x="6" y="13"/>
                    <a:pt x="5" y="11"/>
                  </a:cubicBezTo>
                  <a:cubicBezTo>
                    <a:pt x="4" y="10"/>
                    <a:pt x="1" y="10"/>
                    <a:pt x="1" y="9"/>
                  </a:cubicBezTo>
                  <a:cubicBezTo>
                    <a:pt x="0" y="7"/>
                    <a:pt x="1" y="4"/>
                    <a:pt x="2" y="3"/>
                  </a:cubicBezTo>
                  <a:cubicBezTo>
                    <a:pt x="3" y="2"/>
                    <a:pt x="7" y="0"/>
                    <a:pt x="8" y="1"/>
                  </a:cubicBezTo>
                  <a:cubicBezTo>
                    <a:pt x="10" y="1"/>
                    <a:pt x="12" y="5"/>
                    <a:pt x="13" y="6"/>
                  </a:cubicBezTo>
                  <a:cubicBezTo>
                    <a:pt x="16" y="7"/>
                    <a:pt x="20" y="10"/>
                    <a:pt x="22" y="10"/>
                  </a:cubicBezTo>
                  <a:cubicBezTo>
                    <a:pt x="24" y="11"/>
                    <a:pt x="29" y="10"/>
                    <a:pt x="31" y="11"/>
                  </a:cubicBezTo>
                  <a:cubicBezTo>
                    <a:pt x="33" y="11"/>
                    <a:pt x="37" y="14"/>
                    <a:pt x="38"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88"/>
            <p:cNvSpPr>
              <a:spLocks/>
            </p:cNvSpPr>
            <p:nvPr/>
          </p:nvSpPr>
          <p:spPr bwMode="auto">
            <a:xfrm>
              <a:off x="4052888" y="1157288"/>
              <a:ext cx="25400" cy="19050"/>
            </a:xfrm>
            <a:custGeom>
              <a:avLst/>
              <a:gdLst/>
              <a:ahLst/>
              <a:cxnLst>
                <a:cxn ang="0">
                  <a:pos x="15" y="6"/>
                </a:cxn>
                <a:cxn ang="0">
                  <a:pos x="14" y="11"/>
                </a:cxn>
                <a:cxn ang="0">
                  <a:pos x="8" y="12"/>
                </a:cxn>
                <a:cxn ang="0">
                  <a:pos x="4" y="11"/>
                </a:cxn>
                <a:cxn ang="0">
                  <a:pos x="0" y="6"/>
                </a:cxn>
                <a:cxn ang="0">
                  <a:pos x="2" y="1"/>
                </a:cxn>
                <a:cxn ang="0">
                  <a:pos x="6" y="0"/>
                </a:cxn>
                <a:cxn ang="0">
                  <a:pos x="11" y="2"/>
                </a:cxn>
                <a:cxn ang="0">
                  <a:pos x="15" y="6"/>
                </a:cxn>
              </a:cxnLst>
              <a:rect l="0" t="0" r="r" b="b"/>
              <a:pathLst>
                <a:path w="16" h="13">
                  <a:moveTo>
                    <a:pt x="15" y="6"/>
                  </a:moveTo>
                  <a:cubicBezTo>
                    <a:pt x="16" y="7"/>
                    <a:pt x="15" y="10"/>
                    <a:pt x="14" y="11"/>
                  </a:cubicBezTo>
                  <a:cubicBezTo>
                    <a:pt x="13" y="13"/>
                    <a:pt x="10" y="12"/>
                    <a:pt x="8" y="12"/>
                  </a:cubicBezTo>
                  <a:cubicBezTo>
                    <a:pt x="7" y="12"/>
                    <a:pt x="5" y="11"/>
                    <a:pt x="4" y="11"/>
                  </a:cubicBezTo>
                  <a:cubicBezTo>
                    <a:pt x="2" y="10"/>
                    <a:pt x="0" y="7"/>
                    <a:pt x="0" y="6"/>
                  </a:cubicBezTo>
                  <a:cubicBezTo>
                    <a:pt x="0" y="4"/>
                    <a:pt x="1" y="1"/>
                    <a:pt x="2" y="1"/>
                  </a:cubicBezTo>
                  <a:cubicBezTo>
                    <a:pt x="3" y="0"/>
                    <a:pt x="5" y="0"/>
                    <a:pt x="6" y="0"/>
                  </a:cubicBezTo>
                  <a:cubicBezTo>
                    <a:pt x="8" y="0"/>
                    <a:pt x="10" y="2"/>
                    <a:pt x="11" y="2"/>
                  </a:cubicBezTo>
                  <a:cubicBezTo>
                    <a:pt x="12" y="3"/>
                    <a:pt x="15" y="5"/>
                    <a:pt x="1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89"/>
            <p:cNvSpPr>
              <a:spLocks/>
            </p:cNvSpPr>
            <p:nvPr/>
          </p:nvSpPr>
          <p:spPr bwMode="auto">
            <a:xfrm>
              <a:off x="2084388" y="2200276"/>
              <a:ext cx="1187450" cy="1200150"/>
            </a:xfrm>
            <a:custGeom>
              <a:avLst/>
              <a:gdLst/>
              <a:ahLst/>
              <a:cxnLst>
                <a:cxn ang="0">
                  <a:pos x="753" y="272"/>
                </a:cxn>
                <a:cxn ang="0">
                  <a:pos x="689" y="325"/>
                </a:cxn>
                <a:cxn ang="0">
                  <a:pos x="665" y="387"/>
                </a:cxn>
                <a:cxn ang="0">
                  <a:pos x="622" y="406"/>
                </a:cxn>
                <a:cxn ang="0">
                  <a:pos x="574" y="424"/>
                </a:cxn>
                <a:cxn ang="0">
                  <a:pos x="551" y="458"/>
                </a:cxn>
                <a:cxn ang="0">
                  <a:pos x="590" y="508"/>
                </a:cxn>
                <a:cxn ang="0">
                  <a:pos x="573" y="528"/>
                </a:cxn>
                <a:cxn ang="0">
                  <a:pos x="536" y="531"/>
                </a:cxn>
                <a:cxn ang="0">
                  <a:pos x="528" y="514"/>
                </a:cxn>
                <a:cxn ang="0">
                  <a:pos x="494" y="538"/>
                </a:cxn>
                <a:cxn ang="0">
                  <a:pos x="535" y="562"/>
                </a:cxn>
                <a:cxn ang="0">
                  <a:pos x="550" y="583"/>
                </a:cxn>
                <a:cxn ang="0">
                  <a:pos x="507" y="603"/>
                </a:cxn>
                <a:cxn ang="0">
                  <a:pos x="463" y="664"/>
                </a:cxn>
                <a:cxn ang="0">
                  <a:pos x="496" y="686"/>
                </a:cxn>
                <a:cxn ang="0">
                  <a:pos x="490" y="732"/>
                </a:cxn>
                <a:cxn ang="0">
                  <a:pos x="458" y="781"/>
                </a:cxn>
                <a:cxn ang="0">
                  <a:pos x="409" y="734"/>
                </a:cxn>
                <a:cxn ang="0">
                  <a:pos x="354" y="682"/>
                </a:cxn>
                <a:cxn ang="0">
                  <a:pos x="292" y="638"/>
                </a:cxn>
                <a:cxn ang="0">
                  <a:pos x="281" y="592"/>
                </a:cxn>
                <a:cxn ang="0">
                  <a:pos x="237" y="548"/>
                </a:cxn>
                <a:cxn ang="0">
                  <a:pos x="180" y="520"/>
                </a:cxn>
                <a:cxn ang="0">
                  <a:pos x="110" y="516"/>
                </a:cxn>
                <a:cxn ang="0">
                  <a:pos x="84" y="495"/>
                </a:cxn>
                <a:cxn ang="0">
                  <a:pos x="52" y="456"/>
                </a:cxn>
                <a:cxn ang="0">
                  <a:pos x="56" y="399"/>
                </a:cxn>
                <a:cxn ang="0">
                  <a:pos x="18" y="358"/>
                </a:cxn>
                <a:cxn ang="0">
                  <a:pos x="13" y="311"/>
                </a:cxn>
                <a:cxn ang="0">
                  <a:pos x="72" y="288"/>
                </a:cxn>
                <a:cxn ang="0">
                  <a:pos x="83" y="226"/>
                </a:cxn>
                <a:cxn ang="0">
                  <a:pos x="108" y="216"/>
                </a:cxn>
                <a:cxn ang="0">
                  <a:pos x="136" y="203"/>
                </a:cxn>
                <a:cxn ang="0">
                  <a:pos x="150" y="174"/>
                </a:cxn>
                <a:cxn ang="0">
                  <a:pos x="194" y="161"/>
                </a:cxn>
                <a:cxn ang="0">
                  <a:pos x="243" y="129"/>
                </a:cxn>
                <a:cxn ang="0">
                  <a:pos x="282" y="104"/>
                </a:cxn>
                <a:cxn ang="0">
                  <a:pos x="256" y="72"/>
                </a:cxn>
                <a:cxn ang="0">
                  <a:pos x="217" y="50"/>
                </a:cxn>
                <a:cxn ang="0">
                  <a:pos x="260" y="27"/>
                </a:cxn>
                <a:cxn ang="0">
                  <a:pos x="309" y="3"/>
                </a:cxn>
                <a:cxn ang="0">
                  <a:pos x="342" y="24"/>
                </a:cxn>
                <a:cxn ang="0">
                  <a:pos x="393" y="92"/>
                </a:cxn>
                <a:cxn ang="0">
                  <a:pos x="430" y="92"/>
                </a:cxn>
                <a:cxn ang="0">
                  <a:pos x="445" y="91"/>
                </a:cxn>
                <a:cxn ang="0">
                  <a:pos x="452" y="69"/>
                </a:cxn>
                <a:cxn ang="0">
                  <a:pos x="497" y="50"/>
                </a:cxn>
                <a:cxn ang="0">
                  <a:pos x="514" y="77"/>
                </a:cxn>
                <a:cxn ang="0">
                  <a:pos x="484" y="119"/>
                </a:cxn>
                <a:cxn ang="0">
                  <a:pos x="473" y="161"/>
                </a:cxn>
                <a:cxn ang="0">
                  <a:pos x="512" y="160"/>
                </a:cxn>
                <a:cxn ang="0">
                  <a:pos x="542" y="179"/>
                </a:cxn>
                <a:cxn ang="0">
                  <a:pos x="578" y="183"/>
                </a:cxn>
                <a:cxn ang="0">
                  <a:pos x="588" y="150"/>
                </a:cxn>
                <a:cxn ang="0">
                  <a:pos x="621" y="159"/>
                </a:cxn>
                <a:cxn ang="0">
                  <a:pos x="650" y="200"/>
                </a:cxn>
                <a:cxn ang="0">
                  <a:pos x="692" y="210"/>
                </a:cxn>
                <a:cxn ang="0">
                  <a:pos x="778" y="231"/>
                </a:cxn>
              </a:cxnLst>
              <a:rect l="0" t="0" r="r" b="b"/>
              <a:pathLst>
                <a:path w="778" h="787">
                  <a:moveTo>
                    <a:pt x="778" y="231"/>
                  </a:moveTo>
                  <a:cubicBezTo>
                    <a:pt x="777" y="232"/>
                    <a:pt x="777" y="232"/>
                    <a:pt x="777" y="232"/>
                  </a:cubicBezTo>
                  <a:cubicBezTo>
                    <a:pt x="776" y="234"/>
                    <a:pt x="777" y="238"/>
                    <a:pt x="777" y="239"/>
                  </a:cubicBezTo>
                  <a:cubicBezTo>
                    <a:pt x="776" y="241"/>
                    <a:pt x="773" y="245"/>
                    <a:pt x="771" y="247"/>
                  </a:cubicBezTo>
                  <a:cubicBezTo>
                    <a:pt x="770" y="248"/>
                    <a:pt x="767" y="250"/>
                    <a:pt x="766" y="251"/>
                  </a:cubicBezTo>
                  <a:cubicBezTo>
                    <a:pt x="765" y="252"/>
                    <a:pt x="762" y="255"/>
                    <a:pt x="761" y="256"/>
                  </a:cubicBezTo>
                  <a:cubicBezTo>
                    <a:pt x="760" y="258"/>
                    <a:pt x="759" y="262"/>
                    <a:pt x="758" y="264"/>
                  </a:cubicBezTo>
                  <a:cubicBezTo>
                    <a:pt x="757" y="266"/>
                    <a:pt x="754" y="270"/>
                    <a:pt x="753" y="272"/>
                  </a:cubicBezTo>
                  <a:cubicBezTo>
                    <a:pt x="753" y="273"/>
                    <a:pt x="753" y="278"/>
                    <a:pt x="752" y="279"/>
                  </a:cubicBezTo>
                  <a:cubicBezTo>
                    <a:pt x="750" y="282"/>
                    <a:pt x="744" y="286"/>
                    <a:pt x="742" y="288"/>
                  </a:cubicBezTo>
                  <a:cubicBezTo>
                    <a:pt x="740" y="290"/>
                    <a:pt x="735" y="295"/>
                    <a:pt x="732" y="297"/>
                  </a:cubicBezTo>
                  <a:cubicBezTo>
                    <a:pt x="729" y="299"/>
                    <a:pt x="722" y="302"/>
                    <a:pt x="719" y="304"/>
                  </a:cubicBezTo>
                  <a:cubicBezTo>
                    <a:pt x="717" y="306"/>
                    <a:pt x="715" y="310"/>
                    <a:pt x="713" y="312"/>
                  </a:cubicBezTo>
                  <a:cubicBezTo>
                    <a:pt x="712" y="313"/>
                    <a:pt x="709" y="315"/>
                    <a:pt x="707" y="316"/>
                  </a:cubicBezTo>
                  <a:cubicBezTo>
                    <a:pt x="705" y="317"/>
                    <a:pt x="701" y="317"/>
                    <a:pt x="699" y="318"/>
                  </a:cubicBezTo>
                  <a:cubicBezTo>
                    <a:pt x="696" y="320"/>
                    <a:pt x="691" y="322"/>
                    <a:pt x="689" y="325"/>
                  </a:cubicBezTo>
                  <a:cubicBezTo>
                    <a:pt x="687" y="327"/>
                    <a:pt x="683" y="332"/>
                    <a:pt x="683" y="336"/>
                  </a:cubicBezTo>
                  <a:cubicBezTo>
                    <a:pt x="683" y="337"/>
                    <a:pt x="684" y="340"/>
                    <a:pt x="684" y="342"/>
                  </a:cubicBezTo>
                  <a:cubicBezTo>
                    <a:pt x="685" y="344"/>
                    <a:pt x="688" y="347"/>
                    <a:pt x="689" y="349"/>
                  </a:cubicBezTo>
                  <a:cubicBezTo>
                    <a:pt x="689" y="350"/>
                    <a:pt x="688" y="354"/>
                    <a:pt x="688" y="356"/>
                  </a:cubicBezTo>
                  <a:cubicBezTo>
                    <a:pt x="686" y="358"/>
                    <a:pt x="681" y="360"/>
                    <a:pt x="680" y="362"/>
                  </a:cubicBezTo>
                  <a:cubicBezTo>
                    <a:pt x="679" y="365"/>
                    <a:pt x="681" y="371"/>
                    <a:pt x="680" y="374"/>
                  </a:cubicBezTo>
                  <a:cubicBezTo>
                    <a:pt x="680" y="377"/>
                    <a:pt x="680" y="383"/>
                    <a:pt x="678" y="385"/>
                  </a:cubicBezTo>
                  <a:cubicBezTo>
                    <a:pt x="675" y="387"/>
                    <a:pt x="669" y="387"/>
                    <a:pt x="665" y="387"/>
                  </a:cubicBezTo>
                  <a:cubicBezTo>
                    <a:pt x="663" y="387"/>
                    <a:pt x="657" y="385"/>
                    <a:pt x="654" y="385"/>
                  </a:cubicBezTo>
                  <a:cubicBezTo>
                    <a:pt x="652" y="386"/>
                    <a:pt x="648" y="387"/>
                    <a:pt x="647" y="389"/>
                  </a:cubicBezTo>
                  <a:cubicBezTo>
                    <a:pt x="645" y="390"/>
                    <a:pt x="643" y="394"/>
                    <a:pt x="643" y="396"/>
                  </a:cubicBezTo>
                  <a:cubicBezTo>
                    <a:pt x="642" y="398"/>
                    <a:pt x="645" y="403"/>
                    <a:pt x="644" y="405"/>
                  </a:cubicBezTo>
                  <a:cubicBezTo>
                    <a:pt x="643" y="407"/>
                    <a:pt x="640" y="409"/>
                    <a:pt x="639" y="410"/>
                  </a:cubicBezTo>
                  <a:cubicBezTo>
                    <a:pt x="637" y="411"/>
                    <a:pt x="634" y="413"/>
                    <a:pt x="632" y="413"/>
                  </a:cubicBezTo>
                  <a:cubicBezTo>
                    <a:pt x="631" y="413"/>
                    <a:pt x="627" y="413"/>
                    <a:pt x="626" y="412"/>
                  </a:cubicBezTo>
                  <a:cubicBezTo>
                    <a:pt x="624" y="411"/>
                    <a:pt x="623" y="407"/>
                    <a:pt x="622" y="406"/>
                  </a:cubicBezTo>
                  <a:cubicBezTo>
                    <a:pt x="621" y="404"/>
                    <a:pt x="619" y="401"/>
                    <a:pt x="617" y="400"/>
                  </a:cubicBezTo>
                  <a:cubicBezTo>
                    <a:pt x="615" y="399"/>
                    <a:pt x="609" y="400"/>
                    <a:pt x="607" y="402"/>
                  </a:cubicBezTo>
                  <a:cubicBezTo>
                    <a:pt x="605" y="403"/>
                    <a:pt x="603" y="408"/>
                    <a:pt x="602" y="410"/>
                  </a:cubicBezTo>
                  <a:cubicBezTo>
                    <a:pt x="600" y="414"/>
                    <a:pt x="600" y="422"/>
                    <a:pt x="598" y="426"/>
                  </a:cubicBezTo>
                  <a:cubicBezTo>
                    <a:pt x="598" y="428"/>
                    <a:pt x="596" y="431"/>
                    <a:pt x="595" y="432"/>
                  </a:cubicBezTo>
                  <a:cubicBezTo>
                    <a:pt x="593" y="434"/>
                    <a:pt x="587" y="434"/>
                    <a:pt x="584" y="434"/>
                  </a:cubicBezTo>
                  <a:cubicBezTo>
                    <a:pt x="582" y="433"/>
                    <a:pt x="579" y="431"/>
                    <a:pt x="577" y="430"/>
                  </a:cubicBezTo>
                  <a:cubicBezTo>
                    <a:pt x="576" y="429"/>
                    <a:pt x="576" y="425"/>
                    <a:pt x="574" y="424"/>
                  </a:cubicBezTo>
                  <a:cubicBezTo>
                    <a:pt x="573" y="422"/>
                    <a:pt x="570" y="421"/>
                    <a:pt x="568" y="421"/>
                  </a:cubicBezTo>
                  <a:cubicBezTo>
                    <a:pt x="567" y="421"/>
                    <a:pt x="565" y="422"/>
                    <a:pt x="564" y="423"/>
                  </a:cubicBezTo>
                  <a:cubicBezTo>
                    <a:pt x="563" y="425"/>
                    <a:pt x="562" y="429"/>
                    <a:pt x="561" y="431"/>
                  </a:cubicBezTo>
                  <a:cubicBezTo>
                    <a:pt x="560" y="433"/>
                    <a:pt x="559" y="438"/>
                    <a:pt x="558" y="440"/>
                  </a:cubicBezTo>
                  <a:cubicBezTo>
                    <a:pt x="557" y="441"/>
                    <a:pt x="555" y="444"/>
                    <a:pt x="554" y="445"/>
                  </a:cubicBezTo>
                  <a:cubicBezTo>
                    <a:pt x="553" y="446"/>
                    <a:pt x="550" y="447"/>
                    <a:pt x="549" y="448"/>
                  </a:cubicBezTo>
                  <a:cubicBezTo>
                    <a:pt x="549" y="449"/>
                    <a:pt x="549" y="450"/>
                    <a:pt x="549" y="451"/>
                  </a:cubicBezTo>
                  <a:cubicBezTo>
                    <a:pt x="549" y="453"/>
                    <a:pt x="551" y="456"/>
                    <a:pt x="551" y="458"/>
                  </a:cubicBezTo>
                  <a:cubicBezTo>
                    <a:pt x="552" y="459"/>
                    <a:pt x="553" y="463"/>
                    <a:pt x="554" y="464"/>
                  </a:cubicBezTo>
                  <a:cubicBezTo>
                    <a:pt x="554" y="466"/>
                    <a:pt x="556" y="469"/>
                    <a:pt x="557" y="469"/>
                  </a:cubicBezTo>
                  <a:cubicBezTo>
                    <a:pt x="559" y="471"/>
                    <a:pt x="563" y="471"/>
                    <a:pt x="564" y="471"/>
                  </a:cubicBezTo>
                  <a:cubicBezTo>
                    <a:pt x="566" y="472"/>
                    <a:pt x="570" y="474"/>
                    <a:pt x="571" y="476"/>
                  </a:cubicBezTo>
                  <a:cubicBezTo>
                    <a:pt x="575" y="479"/>
                    <a:pt x="580" y="486"/>
                    <a:pt x="584" y="489"/>
                  </a:cubicBezTo>
                  <a:cubicBezTo>
                    <a:pt x="585" y="490"/>
                    <a:pt x="590" y="495"/>
                    <a:pt x="590" y="498"/>
                  </a:cubicBezTo>
                  <a:cubicBezTo>
                    <a:pt x="591" y="499"/>
                    <a:pt x="591" y="502"/>
                    <a:pt x="591" y="503"/>
                  </a:cubicBezTo>
                  <a:cubicBezTo>
                    <a:pt x="591" y="504"/>
                    <a:pt x="591" y="507"/>
                    <a:pt x="590" y="508"/>
                  </a:cubicBezTo>
                  <a:cubicBezTo>
                    <a:pt x="589" y="509"/>
                    <a:pt x="586" y="508"/>
                    <a:pt x="584" y="509"/>
                  </a:cubicBezTo>
                  <a:cubicBezTo>
                    <a:pt x="583" y="509"/>
                    <a:pt x="581" y="511"/>
                    <a:pt x="580" y="512"/>
                  </a:cubicBezTo>
                  <a:cubicBezTo>
                    <a:pt x="579" y="513"/>
                    <a:pt x="579" y="517"/>
                    <a:pt x="580" y="519"/>
                  </a:cubicBezTo>
                  <a:cubicBezTo>
                    <a:pt x="581" y="520"/>
                    <a:pt x="584" y="520"/>
                    <a:pt x="585" y="521"/>
                  </a:cubicBezTo>
                  <a:cubicBezTo>
                    <a:pt x="585" y="522"/>
                    <a:pt x="586" y="524"/>
                    <a:pt x="586" y="524"/>
                  </a:cubicBezTo>
                  <a:cubicBezTo>
                    <a:pt x="586" y="526"/>
                    <a:pt x="584" y="529"/>
                    <a:pt x="582" y="530"/>
                  </a:cubicBezTo>
                  <a:cubicBezTo>
                    <a:pt x="581" y="530"/>
                    <a:pt x="579" y="532"/>
                    <a:pt x="578" y="532"/>
                  </a:cubicBezTo>
                  <a:cubicBezTo>
                    <a:pt x="577" y="531"/>
                    <a:pt x="575" y="529"/>
                    <a:pt x="573" y="528"/>
                  </a:cubicBezTo>
                  <a:cubicBezTo>
                    <a:pt x="571" y="528"/>
                    <a:pt x="567" y="528"/>
                    <a:pt x="565" y="529"/>
                  </a:cubicBezTo>
                  <a:cubicBezTo>
                    <a:pt x="564" y="529"/>
                    <a:pt x="562" y="532"/>
                    <a:pt x="561" y="533"/>
                  </a:cubicBezTo>
                  <a:cubicBezTo>
                    <a:pt x="560" y="534"/>
                    <a:pt x="558" y="535"/>
                    <a:pt x="556" y="534"/>
                  </a:cubicBezTo>
                  <a:cubicBezTo>
                    <a:pt x="555" y="534"/>
                    <a:pt x="553" y="532"/>
                    <a:pt x="552" y="531"/>
                  </a:cubicBezTo>
                  <a:cubicBezTo>
                    <a:pt x="551" y="530"/>
                    <a:pt x="552" y="527"/>
                    <a:pt x="552" y="526"/>
                  </a:cubicBezTo>
                  <a:cubicBezTo>
                    <a:pt x="551" y="525"/>
                    <a:pt x="548" y="525"/>
                    <a:pt x="547" y="525"/>
                  </a:cubicBezTo>
                  <a:cubicBezTo>
                    <a:pt x="545" y="525"/>
                    <a:pt x="542" y="526"/>
                    <a:pt x="541" y="527"/>
                  </a:cubicBezTo>
                  <a:cubicBezTo>
                    <a:pt x="539" y="528"/>
                    <a:pt x="538" y="531"/>
                    <a:pt x="536" y="531"/>
                  </a:cubicBezTo>
                  <a:cubicBezTo>
                    <a:pt x="535" y="531"/>
                    <a:pt x="535" y="528"/>
                    <a:pt x="535" y="527"/>
                  </a:cubicBezTo>
                  <a:cubicBezTo>
                    <a:pt x="535" y="526"/>
                    <a:pt x="537" y="524"/>
                    <a:pt x="536" y="523"/>
                  </a:cubicBezTo>
                  <a:cubicBezTo>
                    <a:pt x="535" y="522"/>
                    <a:pt x="532" y="521"/>
                    <a:pt x="530" y="522"/>
                  </a:cubicBezTo>
                  <a:cubicBezTo>
                    <a:pt x="528" y="522"/>
                    <a:pt x="526" y="525"/>
                    <a:pt x="525" y="525"/>
                  </a:cubicBezTo>
                  <a:cubicBezTo>
                    <a:pt x="523" y="525"/>
                    <a:pt x="520" y="524"/>
                    <a:pt x="520" y="523"/>
                  </a:cubicBezTo>
                  <a:cubicBezTo>
                    <a:pt x="519" y="521"/>
                    <a:pt x="520" y="518"/>
                    <a:pt x="521" y="517"/>
                  </a:cubicBezTo>
                  <a:cubicBezTo>
                    <a:pt x="522" y="517"/>
                    <a:pt x="524" y="518"/>
                    <a:pt x="525" y="517"/>
                  </a:cubicBezTo>
                  <a:cubicBezTo>
                    <a:pt x="526" y="517"/>
                    <a:pt x="527" y="515"/>
                    <a:pt x="528" y="514"/>
                  </a:cubicBezTo>
                  <a:cubicBezTo>
                    <a:pt x="529" y="513"/>
                    <a:pt x="531" y="511"/>
                    <a:pt x="531" y="509"/>
                  </a:cubicBezTo>
                  <a:cubicBezTo>
                    <a:pt x="531" y="508"/>
                    <a:pt x="530" y="505"/>
                    <a:pt x="529" y="503"/>
                  </a:cubicBezTo>
                  <a:cubicBezTo>
                    <a:pt x="528" y="501"/>
                    <a:pt x="524" y="498"/>
                    <a:pt x="522" y="497"/>
                  </a:cubicBezTo>
                  <a:cubicBezTo>
                    <a:pt x="520" y="496"/>
                    <a:pt x="516" y="494"/>
                    <a:pt x="514" y="494"/>
                  </a:cubicBezTo>
                  <a:cubicBezTo>
                    <a:pt x="511" y="495"/>
                    <a:pt x="506" y="500"/>
                    <a:pt x="504" y="502"/>
                  </a:cubicBezTo>
                  <a:cubicBezTo>
                    <a:pt x="502" y="505"/>
                    <a:pt x="500" y="511"/>
                    <a:pt x="499" y="514"/>
                  </a:cubicBezTo>
                  <a:cubicBezTo>
                    <a:pt x="497" y="517"/>
                    <a:pt x="493" y="522"/>
                    <a:pt x="492" y="525"/>
                  </a:cubicBezTo>
                  <a:cubicBezTo>
                    <a:pt x="491" y="528"/>
                    <a:pt x="493" y="535"/>
                    <a:pt x="494" y="538"/>
                  </a:cubicBezTo>
                  <a:cubicBezTo>
                    <a:pt x="494" y="541"/>
                    <a:pt x="496" y="545"/>
                    <a:pt x="497" y="547"/>
                  </a:cubicBezTo>
                  <a:cubicBezTo>
                    <a:pt x="499" y="548"/>
                    <a:pt x="503" y="548"/>
                    <a:pt x="505" y="548"/>
                  </a:cubicBezTo>
                  <a:cubicBezTo>
                    <a:pt x="506" y="548"/>
                    <a:pt x="509" y="547"/>
                    <a:pt x="510" y="546"/>
                  </a:cubicBezTo>
                  <a:cubicBezTo>
                    <a:pt x="511" y="546"/>
                    <a:pt x="514" y="546"/>
                    <a:pt x="515" y="546"/>
                  </a:cubicBezTo>
                  <a:cubicBezTo>
                    <a:pt x="516" y="547"/>
                    <a:pt x="517" y="551"/>
                    <a:pt x="518" y="553"/>
                  </a:cubicBezTo>
                  <a:cubicBezTo>
                    <a:pt x="520" y="554"/>
                    <a:pt x="523" y="557"/>
                    <a:pt x="524" y="557"/>
                  </a:cubicBezTo>
                  <a:cubicBezTo>
                    <a:pt x="527" y="558"/>
                    <a:pt x="531" y="556"/>
                    <a:pt x="533" y="557"/>
                  </a:cubicBezTo>
                  <a:cubicBezTo>
                    <a:pt x="534" y="558"/>
                    <a:pt x="534" y="561"/>
                    <a:pt x="535" y="562"/>
                  </a:cubicBezTo>
                  <a:cubicBezTo>
                    <a:pt x="537" y="563"/>
                    <a:pt x="543" y="564"/>
                    <a:pt x="545" y="564"/>
                  </a:cubicBezTo>
                  <a:cubicBezTo>
                    <a:pt x="547" y="564"/>
                    <a:pt x="552" y="564"/>
                    <a:pt x="554" y="563"/>
                  </a:cubicBezTo>
                  <a:cubicBezTo>
                    <a:pt x="555" y="562"/>
                    <a:pt x="556" y="558"/>
                    <a:pt x="558" y="557"/>
                  </a:cubicBezTo>
                  <a:cubicBezTo>
                    <a:pt x="560" y="557"/>
                    <a:pt x="566" y="561"/>
                    <a:pt x="568" y="563"/>
                  </a:cubicBezTo>
                  <a:cubicBezTo>
                    <a:pt x="569" y="564"/>
                    <a:pt x="571" y="569"/>
                    <a:pt x="571" y="571"/>
                  </a:cubicBezTo>
                  <a:cubicBezTo>
                    <a:pt x="570" y="573"/>
                    <a:pt x="565" y="576"/>
                    <a:pt x="563" y="576"/>
                  </a:cubicBezTo>
                  <a:cubicBezTo>
                    <a:pt x="561" y="577"/>
                    <a:pt x="557" y="577"/>
                    <a:pt x="555" y="578"/>
                  </a:cubicBezTo>
                  <a:cubicBezTo>
                    <a:pt x="553" y="579"/>
                    <a:pt x="551" y="581"/>
                    <a:pt x="550" y="583"/>
                  </a:cubicBezTo>
                  <a:cubicBezTo>
                    <a:pt x="550" y="584"/>
                    <a:pt x="552" y="589"/>
                    <a:pt x="551" y="590"/>
                  </a:cubicBezTo>
                  <a:cubicBezTo>
                    <a:pt x="550" y="591"/>
                    <a:pt x="547" y="591"/>
                    <a:pt x="545" y="590"/>
                  </a:cubicBezTo>
                  <a:cubicBezTo>
                    <a:pt x="543" y="590"/>
                    <a:pt x="541" y="587"/>
                    <a:pt x="539" y="586"/>
                  </a:cubicBezTo>
                  <a:cubicBezTo>
                    <a:pt x="537" y="585"/>
                    <a:pt x="532" y="584"/>
                    <a:pt x="530" y="584"/>
                  </a:cubicBezTo>
                  <a:cubicBezTo>
                    <a:pt x="527" y="583"/>
                    <a:pt x="521" y="582"/>
                    <a:pt x="518" y="583"/>
                  </a:cubicBezTo>
                  <a:cubicBezTo>
                    <a:pt x="517" y="583"/>
                    <a:pt x="513" y="584"/>
                    <a:pt x="512" y="585"/>
                  </a:cubicBezTo>
                  <a:cubicBezTo>
                    <a:pt x="511" y="587"/>
                    <a:pt x="513" y="592"/>
                    <a:pt x="512" y="594"/>
                  </a:cubicBezTo>
                  <a:cubicBezTo>
                    <a:pt x="512" y="596"/>
                    <a:pt x="509" y="601"/>
                    <a:pt x="507" y="603"/>
                  </a:cubicBezTo>
                  <a:cubicBezTo>
                    <a:pt x="505" y="605"/>
                    <a:pt x="500" y="608"/>
                    <a:pt x="498" y="610"/>
                  </a:cubicBezTo>
                  <a:cubicBezTo>
                    <a:pt x="496" y="611"/>
                    <a:pt x="493" y="614"/>
                    <a:pt x="492" y="616"/>
                  </a:cubicBezTo>
                  <a:cubicBezTo>
                    <a:pt x="491" y="619"/>
                    <a:pt x="491" y="626"/>
                    <a:pt x="490" y="629"/>
                  </a:cubicBezTo>
                  <a:cubicBezTo>
                    <a:pt x="488" y="631"/>
                    <a:pt x="484" y="636"/>
                    <a:pt x="481" y="637"/>
                  </a:cubicBezTo>
                  <a:cubicBezTo>
                    <a:pt x="480" y="638"/>
                    <a:pt x="477" y="639"/>
                    <a:pt x="476" y="639"/>
                  </a:cubicBezTo>
                  <a:cubicBezTo>
                    <a:pt x="474" y="641"/>
                    <a:pt x="471" y="646"/>
                    <a:pt x="469" y="648"/>
                  </a:cubicBezTo>
                  <a:cubicBezTo>
                    <a:pt x="468" y="650"/>
                    <a:pt x="466" y="653"/>
                    <a:pt x="465" y="655"/>
                  </a:cubicBezTo>
                  <a:cubicBezTo>
                    <a:pt x="464" y="657"/>
                    <a:pt x="462" y="662"/>
                    <a:pt x="463" y="664"/>
                  </a:cubicBezTo>
                  <a:cubicBezTo>
                    <a:pt x="463" y="665"/>
                    <a:pt x="466" y="665"/>
                    <a:pt x="466" y="666"/>
                  </a:cubicBezTo>
                  <a:cubicBezTo>
                    <a:pt x="467" y="668"/>
                    <a:pt x="465" y="673"/>
                    <a:pt x="466" y="674"/>
                  </a:cubicBezTo>
                  <a:cubicBezTo>
                    <a:pt x="467" y="675"/>
                    <a:pt x="472" y="674"/>
                    <a:pt x="474" y="673"/>
                  </a:cubicBezTo>
                  <a:cubicBezTo>
                    <a:pt x="476" y="673"/>
                    <a:pt x="478" y="672"/>
                    <a:pt x="480" y="672"/>
                  </a:cubicBezTo>
                  <a:cubicBezTo>
                    <a:pt x="481" y="672"/>
                    <a:pt x="484" y="673"/>
                    <a:pt x="485" y="673"/>
                  </a:cubicBezTo>
                  <a:cubicBezTo>
                    <a:pt x="487" y="674"/>
                    <a:pt x="489" y="678"/>
                    <a:pt x="491" y="679"/>
                  </a:cubicBezTo>
                  <a:cubicBezTo>
                    <a:pt x="492" y="680"/>
                    <a:pt x="495" y="680"/>
                    <a:pt x="496" y="681"/>
                  </a:cubicBezTo>
                  <a:cubicBezTo>
                    <a:pt x="497" y="682"/>
                    <a:pt x="497" y="684"/>
                    <a:pt x="496" y="686"/>
                  </a:cubicBezTo>
                  <a:cubicBezTo>
                    <a:pt x="496" y="687"/>
                    <a:pt x="494" y="690"/>
                    <a:pt x="492" y="692"/>
                  </a:cubicBezTo>
                  <a:cubicBezTo>
                    <a:pt x="491" y="693"/>
                    <a:pt x="486" y="694"/>
                    <a:pt x="485" y="696"/>
                  </a:cubicBezTo>
                  <a:cubicBezTo>
                    <a:pt x="484" y="697"/>
                    <a:pt x="483" y="700"/>
                    <a:pt x="484" y="702"/>
                  </a:cubicBezTo>
                  <a:cubicBezTo>
                    <a:pt x="484" y="703"/>
                    <a:pt x="486" y="703"/>
                    <a:pt x="486" y="704"/>
                  </a:cubicBezTo>
                  <a:cubicBezTo>
                    <a:pt x="487" y="705"/>
                    <a:pt x="487" y="706"/>
                    <a:pt x="488" y="707"/>
                  </a:cubicBezTo>
                  <a:cubicBezTo>
                    <a:pt x="487" y="707"/>
                    <a:pt x="487" y="707"/>
                    <a:pt x="486" y="707"/>
                  </a:cubicBezTo>
                  <a:cubicBezTo>
                    <a:pt x="485" y="708"/>
                    <a:pt x="485" y="718"/>
                    <a:pt x="486" y="722"/>
                  </a:cubicBezTo>
                  <a:cubicBezTo>
                    <a:pt x="487" y="725"/>
                    <a:pt x="490" y="729"/>
                    <a:pt x="490" y="732"/>
                  </a:cubicBezTo>
                  <a:cubicBezTo>
                    <a:pt x="491" y="735"/>
                    <a:pt x="489" y="742"/>
                    <a:pt x="490" y="745"/>
                  </a:cubicBezTo>
                  <a:cubicBezTo>
                    <a:pt x="490" y="749"/>
                    <a:pt x="492" y="755"/>
                    <a:pt x="494" y="758"/>
                  </a:cubicBezTo>
                  <a:cubicBezTo>
                    <a:pt x="496" y="761"/>
                    <a:pt x="501" y="764"/>
                    <a:pt x="502" y="767"/>
                  </a:cubicBezTo>
                  <a:cubicBezTo>
                    <a:pt x="503" y="769"/>
                    <a:pt x="504" y="773"/>
                    <a:pt x="503" y="775"/>
                  </a:cubicBezTo>
                  <a:cubicBezTo>
                    <a:pt x="502" y="778"/>
                    <a:pt x="498" y="780"/>
                    <a:pt x="496" y="782"/>
                  </a:cubicBezTo>
                  <a:cubicBezTo>
                    <a:pt x="494" y="783"/>
                    <a:pt x="489" y="786"/>
                    <a:pt x="487" y="786"/>
                  </a:cubicBezTo>
                  <a:cubicBezTo>
                    <a:pt x="483" y="787"/>
                    <a:pt x="476" y="787"/>
                    <a:pt x="472" y="787"/>
                  </a:cubicBezTo>
                  <a:cubicBezTo>
                    <a:pt x="468" y="786"/>
                    <a:pt x="461" y="783"/>
                    <a:pt x="458" y="781"/>
                  </a:cubicBezTo>
                  <a:cubicBezTo>
                    <a:pt x="455" y="779"/>
                    <a:pt x="451" y="772"/>
                    <a:pt x="449" y="769"/>
                  </a:cubicBezTo>
                  <a:cubicBezTo>
                    <a:pt x="448" y="767"/>
                    <a:pt x="448" y="760"/>
                    <a:pt x="445" y="759"/>
                  </a:cubicBezTo>
                  <a:cubicBezTo>
                    <a:pt x="443" y="758"/>
                    <a:pt x="439" y="763"/>
                    <a:pt x="436" y="763"/>
                  </a:cubicBezTo>
                  <a:cubicBezTo>
                    <a:pt x="434" y="764"/>
                    <a:pt x="427" y="766"/>
                    <a:pt x="425" y="764"/>
                  </a:cubicBezTo>
                  <a:cubicBezTo>
                    <a:pt x="424" y="763"/>
                    <a:pt x="423" y="760"/>
                    <a:pt x="423" y="759"/>
                  </a:cubicBezTo>
                  <a:cubicBezTo>
                    <a:pt x="422" y="758"/>
                    <a:pt x="419" y="756"/>
                    <a:pt x="418" y="754"/>
                  </a:cubicBezTo>
                  <a:cubicBezTo>
                    <a:pt x="416" y="752"/>
                    <a:pt x="410" y="747"/>
                    <a:pt x="409" y="744"/>
                  </a:cubicBezTo>
                  <a:cubicBezTo>
                    <a:pt x="408" y="742"/>
                    <a:pt x="409" y="737"/>
                    <a:pt x="409" y="734"/>
                  </a:cubicBezTo>
                  <a:cubicBezTo>
                    <a:pt x="409" y="730"/>
                    <a:pt x="408" y="721"/>
                    <a:pt x="406" y="717"/>
                  </a:cubicBezTo>
                  <a:cubicBezTo>
                    <a:pt x="405" y="715"/>
                    <a:pt x="402" y="710"/>
                    <a:pt x="400" y="709"/>
                  </a:cubicBezTo>
                  <a:cubicBezTo>
                    <a:pt x="398" y="707"/>
                    <a:pt x="393" y="705"/>
                    <a:pt x="391" y="705"/>
                  </a:cubicBezTo>
                  <a:cubicBezTo>
                    <a:pt x="388" y="705"/>
                    <a:pt x="384" y="708"/>
                    <a:pt x="381" y="708"/>
                  </a:cubicBezTo>
                  <a:cubicBezTo>
                    <a:pt x="379" y="708"/>
                    <a:pt x="373" y="706"/>
                    <a:pt x="373" y="705"/>
                  </a:cubicBezTo>
                  <a:cubicBezTo>
                    <a:pt x="373" y="705"/>
                    <a:pt x="370" y="696"/>
                    <a:pt x="368" y="693"/>
                  </a:cubicBezTo>
                  <a:cubicBezTo>
                    <a:pt x="367" y="691"/>
                    <a:pt x="365" y="687"/>
                    <a:pt x="363" y="686"/>
                  </a:cubicBezTo>
                  <a:cubicBezTo>
                    <a:pt x="361" y="684"/>
                    <a:pt x="357" y="682"/>
                    <a:pt x="354" y="682"/>
                  </a:cubicBezTo>
                  <a:cubicBezTo>
                    <a:pt x="351" y="682"/>
                    <a:pt x="344" y="683"/>
                    <a:pt x="341" y="684"/>
                  </a:cubicBezTo>
                  <a:cubicBezTo>
                    <a:pt x="336" y="684"/>
                    <a:pt x="326" y="686"/>
                    <a:pt x="322" y="685"/>
                  </a:cubicBezTo>
                  <a:cubicBezTo>
                    <a:pt x="318" y="684"/>
                    <a:pt x="311" y="680"/>
                    <a:pt x="308" y="677"/>
                  </a:cubicBezTo>
                  <a:cubicBezTo>
                    <a:pt x="306" y="674"/>
                    <a:pt x="301" y="667"/>
                    <a:pt x="301" y="663"/>
                  </a:cubicBezTo>
                  <a:cubicBezTo>
                    <a:pt x="300" y="660"/>
                    <a:pt x="303" y="653"/>
                    <a:pt x="303" y="650"/>
                  </a:cubicBezTo>
                  <a:cubicBezTo>
                    <a:pt x="303" y="647"/>
                    <a:pt x="303" y="642"/>
                    <a:pt x="302" y="639"/>
                  </a:cubicBezTo>
                  <a:cubicBezTo>
                    <a:pt x="301" y="638"/>
                    <a:pt x="299" y="635"/>
                    <a:pt x="297" y="635"/>
                  </a:cubicBezTo>
                  <a:cubicBezTo>
                    <a:pt x="296" y="634"/>
                    <a:pt x="292" y="637"/>
                    <a:pt x="292" y="638"/>
                  </a:cubicBezTo>
                  <a:cubicBezTo>
                    <a:pt x="290" y="641"/>
                    <a:pt x="293" y="647"/>
                    <a:pt x="292" y="649"/>
                  </a:cubicBezTo>
                  <a:cubicBezTo>
                    <a:pt x="291" y="652"/>
                    <a:pt x="289" y="657"/>
                    <a:pt x="287" y="657"/>
                  </a:cubicBezTo>
                  <a:cubicBezTo>
                    <a:pt x="284" y="658"/>
                    <a:pt x="279" y="655"/>
                    <a:pt x="278" y="653"/>
                  </a:cubicBezTo>
                  <a:cubicBezTo>
                    <a:pt x="276" y="650"/>
                    <a:pt x="275" y="643"/>
                    <a:pt x="276" y="640"/>
                  </a:cubicBezTo>
                  <a:cubicBezTo>
                    <a:pt x="277" y="637"/>
                    <a:pt x="283" y="634"/>
                    <a:pt x="284" y="631"/>
                  </a:cubicBezTo>
                  <a:cubicBezTo>
                    <a:pt x="285" y="630"/>
                    <a:pt x="284" y="626"/>
                    <a:pt x="284" y="625"/>
                  </a:cubicBezTo>
                  <a:cubicBezTo>
                    <a:pt x="283" y="621"/>
                    <a:pt x="280" y="613"/>
                    <a:pt x="280" y="609"/>
                  </a:cubicBezTo>
                  <a:cubicBezTo>
                    <a:pt x="280" y="604"/>
                    <a:pt x="282" y="596"/>
                    <a:pt x="281" y="592"/>
                  </a:cubicBezTo>
                  <a:cubicBezTo>
                    <a:pt x="280" y="589"/>
                    <a:pt x="276" y="584"/>
                    <a:pt x="273" y="582"/>
                  </a:cubicBezTo>
                  <a:cubicBezTo>
                    <a:pt x="271" y="580"/>
                    <a:pt x="267" y="580"/>
                    <a:pt x="265" y="578"/>
                  </a:cubicBezTo>
                  <a:cubicBezTo>
                    <a:pt x="263" y="576"/>
                    <a:pt x="259" y="572"/>
                    <a:pt x="258" y="569"/>
                  </a:cubicBezTo>
                  <a:cubicBezTo>
                    <a:pt x="258" y="566"/>
                    <a:pt x="261" y="560"/>
                    <a:pt x="261" y="557"/>
                  </a:cubicBezTo>
                  <a:cubicBezTo>
                    <a:pt x="261" y="555"/>
                    <a:pt x="261" y="551"/>
                    <a:pt x="259" y="549"/>
                  </a:cubicBezTo>
                  <a:cubicBezTo>
                    <a:pt x="258" y="547"/>
                    <a:pt x="253" y="545"/>
                    <a:pt x="250" y="544"/>
                  </a:cubicBezTo>
                  <a:cubicBezTo>
                    <a:pt x="248" y="544"/>
                    <a:pt x="244" y="544"/>
                    <a:pt x="242" y="544"/>
                  </a:cubicBezTo>
                  <a:cubicBezTo>
                    <a:pt x="240" y="545"/>
                    <a:pt x="238" y="548"/>
                    <a:pt x="237" y="548"/>
                  </a:cubicBezTo>
                  <a:cubicBezTo>
                    <a:pt x="234" y="549"/>
                    <a:pt x="230" y="547"/>
                    <a:pt x="228" y="546"/>
                  </a:cubicBezTo>
                  <a:cubicBezTo>
                    <a:pt x="226" y="545"/>
                    <a:pt x="223" y="539"/>
                    <a:pt x="223" y="538"/>
                  </a:cubicBezTo>
                  <a:cubicBezTo>
                    <a:pt x="223" y="538"/>
                    <a:pt x="224" y="523"/>
                    <a:pt x="220" y="520"/>
                  </a:cubicBezTo>
                  <a:cubicBezTo>
                    <a:pt x="218" y="519"/>
                    <a:pt x="212" y="523"/>
                    <a:pt x="210" y="522"/>
                  </a:cubicBezTo>
                  <a:cubicBezTo>
                    <a:pt x="208" y="522"/>
                    <a:pt x="206" y="516"/>
                    <a:pt x="204" y="515"/>
                  </a:cubicBezTo>
                  <a:cubicBezTo>
                    <a:pt x="202" y="515"/>
                    <a:pt x="198" y="515"/>
                    <a:pt x="196" y="516"/>
                  </a:cubicBezTo>
                  <a:cubicBezTo>
                    <a:pt x="194" y="516"/>
                    <a:pt x="191" y="519"/>
                    <a:pt x="189" y="520"/>
                  </a:cubicBezTo>
                  <a:cubicBezTo>
                    <a:pt x="187" y="521"/>
                    <a:pt x="180" y="520"/>
                    <a:pt x="180" y="520"/>
                  </a:cubicBezTo>
                  <a:cubicBezTo>
                    <a:pt x="179" y="519"/>
                    <a:pt x="171" y="517"/>
                    <a:pt x="169" y="515"/>
                  </a:cubicBezTo>
                  <a:cubicBezTo>
                    <a:pt x="167" y="514"/>
                    <a:pt x="165" y="508"/>
                    <a:pt x="162" y="507"/>
                  </a:cubicBezTo>
                  <a:cubicBezTo>
                    <a:pt x="160" y="506"/>
                    <a:pt x="154" y="509"/>
                    <a:pt x="152" y="511"/>
                  </a:cubicBezTo>
                  <a:cubicBezTo>
                    <a:pt x="150" y="512"/>
                    <a:pt x="149" y="517"/>
                    <a:pt x="147" y="519"/>
                  </a:cubicBezTo>
                  <a:cubicBezTo>
                    <a:pt x="145" y="520"/>
                    <a:pt x="141" y="520"/>
                    <a:pt x="139" y="519"/>
                  </a:cubicBezTo>
                  <a:cubicBezTo>
                    <a:pt x="137" y="518"/>
                    <a:pt x="133" y="514"/>
                    <a:pt x="131" y="513"/>
                  </a:cubicBezTo>
                  <a:cubicBezTo>
                    <a:pt x="128" y="512"/>
                    <a:pt x="123" y="510"/>
                    <a:pt x="121" y="511"/>
                  </a:cubicBezTo>
                  <a:cubicBezTo>
                    <a:pt x="118" y="511"/>
                    <a:pt x="112" y="514"/>
                    <a:pt x="110" y="516"/>
                  </a:cubicBezTo>
                  <a:cubicBezTo>
                    <a:pt x="109" y="518"/>
                    <a:pt x="108" y="524"/>
                    <a:pt x="107" y="527"/>
                  </a:cubicBezTo>
                  <a:cubicBezTo>
                    <a:pt x="106" y="530"/>
                    <a:pt x="107" y="536"/>
                    <a:pt x="106" y="538"/>
                  </a:cubicBezTo>
                  <a:cubicBezTo>
                    <a:pt x="105" y="540"/>
                    <a:pt x="101" y="544"/>
                    <a:pt x="99" y="545"/>
                  </a:cubicBezTo>
                  <a:cubicBezTo>
                    <a:pt x="96" y="546"/>
                    <a:pt x="89" y="547"/>
                    <a:pt x="87" y="546"/>
                  </a:cubicBezTo>
                  <a:cubicBezTo>
                    <a:pt x="83" y="544"/>
                    <a:pt x="80" y="537"/>
                    <a:pt x="80" y="534"/>
                  </a:cubicBezTo>
                  <a:cubicBezTo>
                    <a:pt x="79" y="530"/>
                    <a:pt x="81" y="517"/>
                    <a:pt x="81" y="517"/>
                  </a:cubicBezTo>
                  <a:cubicBezTo>
                    <a:pt x="81" y="516"/>
                    <a:pt x="87" y="509"/>
                    <a:pt x="87" y="506"/>
                  </a:cubicBezTo>
                  <a:cubicBezTo>
                    <a:pt x="88" y="503"/>
                    <a:pt x="85" y="498"/>
                    <a:pt x="84" y="495"/>
                  </a:cubicBezTo>
                  <a:cubicBezTo>
                    <a:pt x="82" y="494"/>
                    <a:pt x="79" y="492"/>
                    <a:pt x="77" y="491"/>
                  </a:cubicBezTo>
                  <a:cubicBezTo>
                    <a:pt x="76" y="491"/>
                    <a:pt x="76" y="491"/>
                    <a:pt x="76" y="491"/>
                  </a:cubicBezTo>
                  <a:cubicBezTo>
                    <a:pt x="75" y="489"/>
                    <a:pt x="74" y="487"/>
                    <a:pt x="73" y="486"/>
                  </a:cubicBezTo>
                  <a:cubicBezTo>
                    <a:pt x="72" y="484"/>
                    <a:pt x="69" y="479"/>
                    <a:pt x="68" y="477"/>
                  </a:cubicBezTo>
                  <a:cubicBezTo>
                    <a:pt x="67" y="474"/>
                    <a:pt x="68" y="467"/>
                    <a:pt x="67" y="464"/>
                  </a:cubicBezTo>
                  <a:cubicBezTo>
                    <a:pt x="67" y="462"/>
                    <a:pt x="66" y="458"/>
                    <a:pt x="64" y="457"/>
                  </a:cubicBezTo>
                  <a:cubicBezTo>
                    <a:pt x="63" y="457"/>
                    <a:pt x="59" y="459"/>
                    <a:pt x="58" y="458"/>
                  </a:cubicBezTo>
                  <a:cubicBezTo>
                    <a:pt x="56" y="458"/>
                    <a:pt x="53" y="457"/>
                    <a:pt x="52" y="456"/>
                  </a:cubicBezTo>
                  <a:cubicBezTo>
                    <a:pt x="50" y="455"/>
                    <a:pt x="48" y="450"/>
                    <a:pt x="46" y="448"/>
                  </a:cubicBezTo>
                  <a:cubicBezTo>
                    <a:pt x="45" y="446"/>
                    <a:pt x="42" y="444"/>
                    <a:pt x="40" y="442"/>
                  </a:cubicBezTo>
                  <a:cubicBezTo>
                    <a:pt x="39" y="440"/>
                    <a:pt x="38" y="437"/>
                    <a:pt x="37" y="435"/>
                  </a:cubicBezTo>
                  <a:cubicBezTo>
                    <a:pt x="36" y="434"/>
                    <a:pt x="33" y="431"/>
                    <a:pt x="32" y="429"/>
                  </a:cubicBezTo>
                  <a:cubicBezTo>
                    <a:pt x="32" y="427"/>
                    <a:pt x="34" y="421"/>
                    <a:pt x="35" y="419"/>
                  </a:cubicBezTo>
                  <a:cubicBezTo>
                    <a:pt x="36" y="417"/>
                    <a:pt x="40" y="413"/>
                    <a:pt x="42" y="412"/>
                  </a:cubicBezTo>
                  <a:cubicBezTo>
                    <a:pt x="44" y="410"/>
                    <a:pt x="49" y="410"/>
                    <a:pt x="51" y="408"/>
                  </a:cubicBezTo>
                  <a:cubicBezTo>
                    <a:pt x="53" y="406"/>
                    <a:pt x="56" y="402"/>
                    <a:pt x="56" y="399"/>
                  </a:cubicBezTo>
                  <a:cubicBezTo>
                    <a:pt x="56" y="397"/>
                    <a:pt x="53" y="394"/>
                    <a:pt x="52" y="392"/>
                  </a:cubicBezTo>
                  <a:cubicBezTo>
                    <a:pt x="50" y="388"/>
                    <a:pt x="44" y="382"/>
                    <a:pt x="43" y="379"/>
                  </a:cubicBezTo>
                  <a:cubicBezTo>
                    <a:pt x="42" y="377"/>
                    <a:pt x="42" y="372"/>
                    <a:pt x="41" y="371"/>
                  </a:cubicBezTo>
                  <a:cubicBezTo>
                    <a:pt x="39" y="370"/>
                    <a:pt x="35" y="370"/>
                    <a:pt x="34" y="370"/>
                  </a:cubicBezTo>
                  <a:cubicBezTo>
                    <a:pt x="33" y="370"/>
                    <a:pt x="31" y="372"/>
                    <a:pt x="30" y="372"/>
                  </a:cubicBezTo>
                  <a:cubicBezTo>
                    <a:pt x="28" y="372"/>
                    <a:pt x="24" y="369"/>
                    <a:pt x="23" y="368"/>
                  </a:cubicBezTo>
                  <a:cubicBezTo>
                    <a:pt x="22" y="366"/>
                    <a:pt x="24" y="362"/>
                    <a:pt x="23" y="361"/>
                  </a:cubicBezTo>
                  <a:cubicBezTo>
                    <a:pt x="22" y="360"/>
                    <a:pt x="20" y="358"/>
                    <a:pt x="18" y="358"/>
                  </a:cubicBezTo>
                  <a:cubicBezTo>
                    <a:pt x="17" y="358"/>
                    <a:pt x="15" y="361"/>
                    <a:pt x="14" y="361"/>
                  </a:cubicBezTo>
                  <a:cubicBezTo>
                    <a:pt x="13" y="362"/>
                    <a:pt x="10" y="361"/>
                    <a:pt x="9" y="359"/>
                  </a:cubicBezTo>
                  <a:cubicBezTo>
                    <a:pt x="8" y="357"/>
                    <a:pt x="10" y="352"/>
                    <a:pt x="10" y="349"/>
                  </a:cubicBezTo>
                  <a:cubicBezTo>
                    <a:pt x="9" y="346"/>
                    <a:pt x="5" y="342"/>
                    <a:pt x="3" y="340"/>
                  </a:cubicBezTo>
                  <a:cubicBezTo>
                    <a:pt x="2" y="338"/>
                    <a:pt x="1" y="335"/>
                    <a:pt x="0" y="334"/>
                  </a:cubicBezTo>
                  <a:cubicBezTo>
                    <a:pt x="1" y="333"/>
                    <a:pt x="4" y="333"/>
                    <a:pt x="5" y="332"/>
                  </a:cubicBezTo>
                  <a:cubicBezTo>
                    <a:pt x="8" y="330"/>
                    <a:pt x="11" y="325"/>
                    <a:pt x="12" y="322"/>
                  </a:cubicBezTo>
                  <a:cubicBezTo>
                    <a:pt x="13" y="320"/>
                    <a:pt x="11" y="313"/>
                    <a:pt x="13" y="311"/>
                  </a:cubicBezTo>
                  <a:cubicBezTo>
                    <a:pt x="14" y="310"/>
                    <a:pt x="18" y="309"/>
                    <a:pt x="20" y="308"/>
                  </a:cubicBezTo>
                  <a:cubicBezTo>
                    <a:pt x="21" y="307"/>
                    <a:pt x="24" y="305"/>
                    <a:pt x="25" y="304"/>
                  </a:cubicBezTo>
                  <a:cubicBezTo>
                    <a:pt x="27" y="303"/>
                    <a:pt x="32" y="304"/>
                    <a:pt x="34" y="304"/>
                  </a:cubicBezTo>
                  <a:cubicBezTo>
                    <a:pt x="36" y="303"/>
                    <a:pt x="40" y="301"/>
                    <a:pt x="42" y="299"/>
                  </a:cubicBezTo>
                  <a:cubicBezTo>
                    <a:pt x="44" y="298"/>
                    <a:pt x="47" y="294"/>
                    <a:pt x="49" y="293"/>
                  </a:cubicBezTo>
                  <a:cubicBezTo>
                    <a:pt x="51" y="292"/>
                    <a:pt x="56" y="292"/>
                    <a:pt x="59" y="292"/>
                  </a:cubicBezTo>
                  <a:cubicBezTo>
                    <a:pt x="61" y="292"/>
                    <a:pt x="65" y="293"/>
                    <a:pt x="67" y="293"/>
                  </a:cubicBezTo>
                  <a:cubicBezTo>
                    <a:pt x="69" y="292"/>
                    <a:pt x="71" y="290"/>
                    <a:pt x="72" y="288"/>
                  </a:cubicBezTo>
                  <a:cubicBezTo>
                    <a:pt x="73" y="286"/>
                    <a:pt x="73" y="281"/>
                    <a:pt x="73" y="279"/>
                  </a:cubicBezTo>
                  <a:cubicBezTo>
                    <a:pt x="73" y="277"/>
                    <a:pt x="72" y="272"/>
                    <a:pt x="72" y="270"/>
                  </a:cubicBezTo>
                  <a:cubicBezTo>
                    <a:pt x="71" y="267"/>
                    <a:pt x="71" y="262"/>
                    <a:pt x="72" y="260"/>
                  </a:cubicBezTo>
                  <a:cubicBezTo>
                    <a:pt x="74" y="258"/>
                    <a:pt x="79" y="257"/>
                    <a:pt x="80" y="255"/>
                  </a:cubicBezTo>
                  <a:cubicBezTo>
                    <a:pt x="81" y="254"/>
                    <a:pt x="82" y="252"/>
                    <a:pt x="83" y="251"/>
                  </a:cubicBezTo>
                  <a:cubicBezTo>
                    <a:pt x="84" y="249"/>
                    <a:pt x="85" y="245"/>
                    <a:pt x="85" y="243"/>
                  </a:cubicBezTo>
                  <a:cubicBezTo>
                    <a:pt x="85" y="240"/>
                    <a:pt x="83" y="236"/>
                    <a:pt x="83" y="233"/>
                  </a:cubicBezTo>
                  <a:cubicBezTo>
                    <a:pt x="83" y="231"/>
                    <a:pt x="82" y="228"/>
                    <a:pt x="83" y="226"/>
                  </a:cubicBezTo>
                  <a:cubicBezTo>
                    <a:pt x="83" y="224"/>
                    <a:pt x="87" y="221"/>
                    <a:pt x="89" y="219"/>
                  </a:cubicBezTo>
                  <a:cubicBezTo>
                    <a:pt x="89" y="219"/>
                    <a:pt x="91" y="217"/>
                    <a:pt x="92" y="217"/>
                  </a:cubicBezTo>
                  <a:cubicBezTo>
                    <a:pt x="93" y="217"/>
                    <a:pt x="94" y="219"/>
                    <a:pt x="94" y="220"/>
                  </a:cubicBezTo>
                  <a:cubicBezTo>
                    <a:pt x="95" y="221"/>
                    <a:pt x="97" y="224"/>
                    <a:pt x="98" y="225"/>
                  </a:cubicBezTo>
                  <a:cubicBezTo>
                    <a:pt x="98" y="226"/>
                    <a:pt x="100" y="229"/>
                    <a:pt x="101" y="228"/>
                  </a:cubicBezTo>
                  <a:cubicBezTo>
                    <a:pt x="102" y="228"/>
                    <a:pt x="103" y="227"/>
                    <a:pt x="103" y="226"/>
                  </a:cubicBezTo>
                  <a:cubicBezTo>
                    <a:pt x="104" y="224"/>
                    <a:pt x="104" y="221"/>
                    <a:pt x="105" y="220"/>
                  </a:cubicBezTo>
                  <a:cubicBezTo>
                    <a:pt x="106" y="219"/>
                    <a:pt x="107" y="216"/>
                    <a:pt x="108" y="216"/>
                  </a:cubicBezTo>
                  <a:cubicBezTo>
                    <a:pt x="109" y="216"/>
                    <a:pt x="111" y="218"/>
                    <a:pt x="112" y="218"/>
                  </a:cubicBezTo>
                  <a:cubicBezTo>
                    <a:pt x="113" y="218"/>
                    <a:pt x="115" y="219"/>
                    <a:pt x="115" y="218"/>
                  </a:cubicBezTo>
                  <a:cubicBezTo>
                    <a:pt x="116" y="218"/>
                    <a:pt x="115" y="215"/>
                    <a:pt x="116" y="214"/>
                  </a:cubicBezTo>
                  <a:cubicBezTo>
                    <a:pt x="117" y="212"/>
                    <a:pt x="119" y="210"/>
                    <a:pt x="121" y="209"/>
                  </a:cubicBezTo>
                  <a:cubicBezTo>
                    <a:pt x="122" y="209"/>
                    <a:pt x="125" y="211"/>
                    <a:pt x="127" y="211"/>
                  </a:cubicBezTo>
                  <a:cubicBezTo>
                    <a:pt x="128" y="211"/>
                    <a:pt x="129" y="211"/>
                    <a:pt x="130" y="211"/>
                  </a:cubicBezTo>
                  <a:cubicBezTo>
                    <a:pt x="131" y="210"/>
                    <a:pt x="132" y="208"/>
                    <a:pt x="133" y="206"/>
                  </a:cubicBezTo>
                  <a:cubicBezTo>
                    <a:pt x="134" y="206"/>
                    <a:pt x="135" y="204"/>
                    <a:pt x="136" y="203"/>
                  </a:cubicBezTo>
                  <a:cubicBezTo>
                    <a:pt x="138" y="203"/>
                    <a:pt x="141" y="203"/>
                    <a:pt x="141" y="202"/>
                  </a:cubicBezTo>
                  <a:cubicBezTo>
                    <a:pt x="142" y="201"/>
                    <a:pt x="141" y="197"/>
                    <a:pt x="142" y="196"/>
                  </a:cubicBezTo>
                  <a:cubicBezTo>
                    <a:pt x="142" y="195"/>
                    <a:pt x="142" y="193"/>
                    <a:pt x="143" y="192"/>
                  </a:cubicBezTo>
                  <a:cubicBezTo>
                    <a:pt x="143" y="191"/>
                    <a:pt x="146" y="189"/>
                    <a:pt x="147" y="188"/>
                  </a:cubicBezTo>
                  <a:cubicBezTo>
                    <a:pt x="147" y="187"/>
                    <a:pt x="148" y="184"/>
                    <a:pt x="149" y="182"/>
                  </a:cubicBezTo>
                  <a:cubicBezTo>
                    <a:pt x="150" y="182"/>
                    <a:pt x="153" y="181"/>
                    <a:pt x="153" y="180"/>
                  </a:cubicBezTo>
                  <a:cubicBezTo>
                    <a:pt x="154" y="179"/>
                    <a:pt x="154" y="177"/>
                    <a:pt x="153" y="176"/>
                  </a:cubicBezTo>
                  <a:cubicBezTo>
                    <a:pt x="153" y="175"/>
                    <a:pt x="151" y="175"/>
                    <a:pt x="150" y="174"/>
                  </a:cubicBezTo>
                  <a:cubicBezTo>
                    <a:pt x="150" y="173"/>
                    <a:pt x="149" y="172"/>
                    <a:pt x="149" y="171"/>
                  </a:cubicBezTo>
                  <a:cubicBezTo>
                    <a:pt x="148" y="170"/>
                    <a:pt x="147" y="166"/>
                    <a:pt x="148" y="165"/>
                  </a:cubicBezTo>
                  <a:cubicBezTo>
                    <a:pt x="148" y="164"/>
                    <a:pt x="149" y="164"/>
                    <a:pt x="150" y="163"/>
                  </a:cubicBezTo>
                  <a:cubicBezTo>
                    <a:pt x="151" y="162"/>
                    <a:pt x="154" y="161"/>
                    <a:pt x="156" y="160"/>
                  </a:cubicBezTo>
                  <a:cubicBezTo>
                    <a:pt x="159" y="159"/>
                    <a:pt x="166" y="159"/>
                    <a:pt x="169" y="158"/>
                  </a:cubicBezTo>
                  <a:cubicBezTo>
                    <a:pt x="172" y="158"/>
                    <a:pt x="179" y="157"/>
                    <a:pt x="182" y="157"/>
                  </a:cubicBezTo>
                  <a:cubicBezTo>
                    <a:pt x="183" y="157"/>
                    <a:pt x="187" y="157"/>
                    <a:pt x="188" y="157"/>
                  </a:cubicBezTo>
                  <a:cubicBezTo>
                    <a:pt x="190" y="158"/>
                    <a:pt x="193" y="160"/>
                    <a:pt x="194" y="161"/>
                  </a:cubicBezTo>
                  <a:cubicBezTo>
                    <a:pt x="197" y="162"/>
                    <a:pt x="202" y="164"/>
                    <a:pt x="205" y="164"/>
                  </a:cubicBezTo>
                  <a:cubicBezTo>
                    <a:pt x="207" y="163"/>
                    <a:pt x="211" y="161"/>
                    <a:pt x="212" y="159"/>
                  </a:cubicBezTo>
                  <a:cubicBezTo>
                    <a:pt x="213" y="158"/>
                    <a:pt x="213" y="156"/>
                    <a:pt x="213" y="155"/>
                  </a:cubicBezTo>
                  <a:cubicBezTo>
                    <a:pt x="214" y="153"/>
                    <a:pt x="216" y="149"/>
                    <a:pt x="217" y="147"/>
                  </a:cubicBezTo>
                  <a:cubicBezTo>
                    <a:pt x="218" y="145"/>
                    <a:pt x="220" y="140"/>
                    <a:pt x="221" y="138"/>
                  </a:cubicBezTo>
                  <a:cubicBezTo>
                    <a:pt x="222" y="137"/>
                    <a:pt x="225" y="136"/>
                    <a:pt x="227" y="136"/>
                  </a:cubicBezTo>
                  <a:cubicBezTo>
                    <a:pt x="230" y="135"/>
                    <a:pt x="235" y="137"/>
                    <a:pt x="238" y="136"/>
                  </a:cubicBezTo>
                  <a:cubicBezTo>
                    <a:pt x="240" y="135"/>
                    <a:pt x="242" y="131"/>
                    <a:pt x="243" y="129"/>
                  </a:cubicBezTo>
                  <a:cubicBezTo>
                    <a:pt x="245" y="128"/>
                    <a:pt x="250" y="126"/>
                    <a:pt x="252" y="125"/>
                  </a:cubicBezTo>
                  <a:cubicBezTo>
                    <a:pt x="253" y="124"/>
                    <a:pt x="255" y="122"/>
                    <a:pt x="257" y="122"/>
                  </a:cubicBezTo>
                  <a:cubicBezTo>
                    <a:pt x="259" y="122"/>
                    <a:pt x="263" y="123"/>
                    <a:pt x="265" y="123"/>
                  </a:cubicBezTo>
                  <a:cubicBezTo>
                    <a:pt x="267" y="123"/>
                    <a:pt x="272" y="121"/>
                    <a:pt x="274" y="120"/>
                  </a:cubicBezTo>
                  <a:cubicBezTo>
                    <a:pt x="276" y="120"/>
                    <a:pt x="280" y="119"/>
                    <a:pt x="282" y="118"/>
                  </a:cubicBezTo>
                  <a:cubicBezTo>
                    <a:pt x="283" y="117"/>
                    <a:pt x="285" y="115"/>
                    <a:pt x="285" y="114"/>
                  </a:cubicBezTo>
                  <a:cubicBezTo>
                    <a:pt x="286" y="113"/>
                    <a:pt x="286" y="110"/>
                    <a:pt x="286" y="108"/>
                  </a:cubicBezTo>
                  <a:cubicBezTo>
                    <a:pt x="285" y="107"/>
                    <a:pt x="283" y="105"/>
                    <a:pt x="282" y="104"/>
                  </a:cubicBezTo>
                  <a:cubicBezTo>
                    <a:pt x="280" y="103"/>
                    <a:pt x="276" y="102"/>
                    <a:pt x="274" y="102"/>
                  </a:cubicBezTo>
                  <a:cubicBezTo>
                    <a:pt x="273" y="101"/>
                    <a:pt x="270" y="101"/>
                    <a:pt x="269" y="99"/>
                  </a:cubicBezTo>
                  <a:cubicBezTo>
                    <a:pt x="269" y="98"/>
                    <a:pt x="271" y="95"/>
                    <a:pt x="271" y="94"/>
                  </a:cubicBezTo>
                  <a:cubicBezTo>
                    <a:pt x="271" y="93"/>
                    <a:pt x="271" y="90"/>
                    <a:pt x="271" y="89"/>
                  </a:cubicBezTo>
                  <a:cubicBezTo>
                    <a:pt x="269" y="88"/>
                    <a:pt x="265" y="89"/>
                    <a:pt x="264" y="89"/>
                  </a:cubicBezTo>
                  <a:cubicBezTo>
                    <a:pt x="262" y="88"/>
                    <a:pt x="259" y="86"/>
                    <a:pt x="258" y="85"/>
                  </a:cubicBezTo>
                  <a:cubicBezTo>
                    <a:pt x="257" y="83"/>
                    <a:pt x="257" y="80"/>
                    <a:pt x="256" y="79"/>
                  </a:cubicBezTo>
                  <a:cubicBezTo>
                    <a:pt x="256" y="77"/>
                    <a:pt x="257" y="73"/>
                    <a:pt x="256" y="72"/>
                  </a:cubicBezTo>
                  <a:cubicBezTo>
                    <a:pt x="256" y="71"/>
                    <a:pt x="254" y="69"/>
                    <a:pt x="252" y="69"/>
                  </a:cubicBezTo>
                  <a:cubicBezTo>
                    <a:pt x="251" y="69"/>
                    <a:pt x="248" y="71"/>
                    <a:pt x="246" y="71"/>
                  </a:cubicBezTo>
                  <a:cubicBezTo>
                    <a:pt x="245" y="71"/>
                    <a:pt x="244" y="72"/>
                    <a:pt x="243" y="72"/>
                  </a:cubicBezTo>
                  <a:cubicBezTo>
                    <a:pt x="241" y="72"/>
                    <a:pt x="237" y="72"/>
                    <a:pt x="235" y="72"/>
                  </a:cubicBezTo>
                  <a:cubicBezTo>
                    <a:pt x="233" y="71"/>
                    <a:pt x="230" y="68"/>
                    <a:pt x="228" y="66"/>
                  </a:cubicBezTo>
                  <a:cubicBezTo>
                    <a:pt x="227" y="64"/>
                    <a:pt x="226" y="60"/>
                    <a:pt x="224" y="58"/>
                  </a:cubicBezTo>
                  <a:cubicBezTo>
                    <a:pt x="223" y="57"/>
                    <a:pt x="221" y="55"/>
                    <a:pt x="220" y="54"/>
                  </a:cubicBezTo>
                  <a:cubicBezTo>
                    <a:pt x="219" y="53"/>
                    <a:pt x="217" y="51"/>
                    <a:pt x="217" y="50"/>
                  </a:cubicBezTo>
                  <a:cubicBezTo>
                    <a:pt x="217" y="49"/>
                    <a:pt x="219" y="47"/>
                    <a:pt x="220" y="47"/>
                  </a:cubicBezTo>
                  <a:cubicBezTo>
                    <a:pt x="222" y="46"/>
                    <a:pt x="225" y="46"/>
                    <a:pt x="227" y="45"/>
                  </a:cubicBezTo>
                  <a:cubicBezTo>
                    <a:pt x="227" y="45"/>
                    <a:pt x="229" y="44"/>
                    <a:pt x="229" y="43"/>
                  </a:cubicBezTo>
                  <a:cubicBezTo>
                    <a:pt x="231" y="42"/>
                    <a:pt x="234" y="39"/>
                    <a:pt x="236" y="37"/>
                  </a:cubicBezTo>
                  <a:cubicBezTo>
                    <a:pt x="237" y="36"/>
                    <a:pt x="241" y="35"/>
                    <a:pt x="241" y="35"/>
                  </a:cubicBezTo>
                  <a:cubicBezTo>
                    <a:pt x="242" y="34"/>
                    <a:pt x="246" y="32"/>
                    <a:pt x="248" y="31"/>
                  </a:cubicBezTo>
                  <a:cubicBezTo>
                    <a:pt x="249" y="30"/>
                    <a:pt x="252" y="27"/>
                    <a:pt x="254" y="27"/>
                  </a:cubicBezTo>
                  <a:cubicBezTo>
                    <a:pt x="255" y="26"/>
                    <a:pt x="258" y="27"/>
                    <a:pt x="260" y="27"/>
                  </a:cubicBezTo>
                  <a:cubicBezTo>
                    <a:pt x="262" y="26"/>
                    <a:pt x="265" y="22"/>
                    <a:pt x="267" y="21"/>
                  </a:cubicBezTo>
                  <a:cubicBezTo>
                    <a:pt x="268" y="20"/>
                    <a:pt x="272" y="18"/>
                    <a:pt x="274" y="16"/>
                  </a:cubicBezTo>
                  <a:cubicBezTo>
                    <a:pt x="276" y="15"/>
                    <a:pt x="277" y="13"/>
                    <a:pt x="277" y="13"/>
                  </a:cubicBezTo>
                  <a:cubicBezTo>
                    <a:pt x="278" y="14"/>
                    <a:pt x="280" y="11"/>
                    <a:pt x="281" y="10"/>
                  </a:cubicBezTo>
                  <a:cubicBezTo>
                    <a:pt x="283" y="8"/>
                    <a:pt x="288" y="4"/>
                    <a:pt x="291" y="3"/>
                  </a:cubicBezTo>
                  <a:cubicBezTo>
                    <a:pt x="292" y="2"/>
                    <a:pt x="294" y="1"/>
                    <a:pt x="296" y="0"/>
                  </a:cubicBezTo>
                  <a:cubicBezTo>
                    <a:pt x="298" y="0"/>
                    <a:pt x="301" y="1"/>
                    <a:pt x="303" y="1"/>
                  </a:cubicBezTo>
                  <a:cubicBezTo>
                    <a:pt x="305" y="1"/>
                    <a:pt x="308" y="2"/>
                    <a:pt x="309" y="3"/>
                  </a:cubicBezTo>
                  <a:cubicBezTo>
                    <a:pt x="311" y="5"/>
                    <a:pt x="313" y="9"/>
                    <a:pt x="314" y="11"/>
                  </a:cubicBezTo>
                  <a:cubicBezTo>
                    <a:pt x="315" y="12"/>
                    <a:pt x="318" y="14"/>
                    <a:pt x="320" y="14"/>
                  </a:cubicBezTo>
                  <a:cubicBezTo>
                    <a:pt x="322" y="14"/>
                    <a:pt x="324" y="12"/>
                    <a:pt x="325" y="11"/>
                  </a:cubicBezTo>
                  <a:cubicBezTo>
                    <a:pt x="326" y="10"/>
                    <a:pt x="325" y="8"/>
                    <a:pt x="326" y="7"/>
                  </a:cubicBezTo>
                  <a:cubicBezTo>
                    <a:pt x="327" y="7"/>
                    <a:pt x="329" y="6"/>
                    <a:pt x="330" y="7"/>
                  </a:cubicBezTo>
                  <a:cubicBezTo>
                    <a:pt x="332" y="7"/>
                    <a:pt x="333" y="9"/>
                    <a:pt x="334" y="10"/>
                  </a:cubicBezTo>
                  <a:cubicBezTo>
                    <a:pt x="334" y="12"/>
                    <a:pt x="331" y="16"/>
                    <a:pt x="331" y="18"/>
                  </a:cubicBezTo>
                  <a:cubicBezTo>
                    <a:pt x="332" y="20"/>
                    <a:pt x="339" y="22"/>
                    <a:pt x="342" y="24"/>
                  </a:cubicBezTo>
                  <a:cubicBezTo>
                    <a:pt x="344" y="25"/>
                    <a:pt x="348" y="28"/>
                    <a:pt x="349" y="30"/>
                  </a:cubicBezTo>
                  <a:cubicBezTo>
                    <a:pt x="352" y="32"/>
                    <a:pt x="355" y="39"/>
                    <a:pt x="357" y="42"/>
                  </a:cubicBezTo>
                  <a:cubicBezTo>
                    <a:pt x="358" y="45"/>
                    <a:pt x="359" y="50"/>
                    <a:pt x="359" y="52"/>
                  </a:cubicBezTo>
                  <a:cubicBezTo>
                    <a:pt x="360" y="55"/>
                    <a:pt x="362" y="62"/>
                    <a:pt x="363" y="64"/>
                  </a:cubicBezTo>
                  <a:cubicBezTo>
                    <a:pt x="364" y="67"/>
                    <a:pt x="366" y="71"/>
                    <a:pt x="368" y="73"/>
                  </a:cubicBezTo>
                  <a:cubicBezTo>
                    <a:pt x="369" y="74"/>
                    <a:pt x="373" y="75"/>
                    <a:pt x="375" y="76"/>
                  </a:cubicBezTo>
                  <a:cubicBezTo>
                    <a:pt x="378" y="78"/>
                    <a:pt x="384" y="80"/>
                    <a:pt x="386" y="83"/>
                  </a:cubicBezTo>
                  <a:cubicBezTo>
                    <a:pt x="388" y="84"/>
                    <a:pt x="391" y="90"/>
                    <a:pt x="393" y="92"/>
                  </a:cubicBezTo>
                  <a:cubicBezTo>
                    <a:pt x="395" y="94"/>
                    <a:pt x="397" y="99"/>
                    <a:pt x="399" y="100"/>
                  </a:cubicBezTo>
                  <a:cubicBezTo>
                    <a:pt x="401" y="101"/>
                    <a:pt x="406" y="102"/>
                    <a:pt x="408" y="102"/>
                  </a:cubicBezTo>
                  <a:cubicBezTo>
                    <a:pt x="410" y="102"/>
                    <a:pt x="414" y="102"/>
                    <a:pt x="417" y="101"/>
                  </a:cubicBezTo>
                  <a:cubicBezTo>
                    <a:pt x="417" y="101"/>
                    <a:pt x="419" y="100"/>
                    <a:pt x="419" y="100"/>
                  </a:cubicBezTo>
                  <a:cubicBezTo>
                    <a:pt x="421" y="98"/>
                    <a:pt x="421" y="95"/>
                    <a:pt x="422" y="93"/>
                  </a:cubicBezTo>
                  <a:cubicBezTo>
                    <a:pt x="422" y="92"/>
                    <a:pt x="422" y="89"/>
                    <a:pt x="423" y="89"/>
                  </a:cubicBezTo>
                  <a:cubicBezTo>
                    <a:pt x="424" y="88"/>
                    <a:pt x="426" y="88"/>
                    <a:pt x="427" y="88"/>
                  </a:cubicBezTo>
                  <a:cubicBezTo>
                    <a:pt x="428" y="89"/>
                    <a:pt x="429" y="91"/>
                    <a:pt x="430" y="92"/>
                  </a:cubicBezTo>
                  <a:cubicBezTo>
                    <a:pt x="431" y="93"/>
                    <a:pt x="432" y="96"/>
                    <a:pt x="433" y="98"/>
                  </a:cubicBezTo>
                  <a:cubicBezTo>
                    <a:pt x="434" y="100"/>
                    <a:pt x="436" y="104"/>
                    <a:pt x="438" y="106"/>
                  </a:cubicBezTo>
                  <a:cubicBezTo>
                    <a:pt x="438" y="107"/>
                    <a:pt x="439" y="109"/>
                    <a:pt x="440" y="109"/>
                  </a:cubicBezTo>
                  <a:cubicBezTo>
                    <a:pt x="441" y="110"/>
                    <a:pt x="442" y="108"/>
                    <a:pt x="443" y="107"/>
                  </a:cubicBezTo>
                  <a:cubicBezTo>
                    <a:pt x="444" y="107"/>
                    <a:pt x="446" y="105"/>
                    <a:pt x="447" y="104"/>
                  </a:cubicBezTo>
                  <a:cubicBezTo>
                    <a:pt x="448" y="103"/>
                    <a:pt x="448" y="100"/>
                    <a:pt x="448" y="99"/>
                  </a:cubicBezTo>
                  <a:cubicBezTo>
                    <a:pt x="447" y="98"/>
                    <a:pt x="446" y="96"/>
                    <a:pt x="445" y="95"/>
                  </a:cubicBezTo>
                  <a:cubicBezTo>
                    <a:pt x="445" y="94"/>
                    <a:pt x="445" y="92"/>
                    <a:pt x="445" y="91"/>
                  </a:cubicBezTo>
                  <a:cubicBezTo>
                    <a:pt x="446" y="91"/>
                    <a:pt x="448" y="91"/>
                    <a:pt x="449" y="91"/>
                  </a:cubicBezTo>
                  <a:cubicBezTo>
                    <a:pt x="449" y="90"/>
                    <a:pt x="450" y="89"/>
                    <a:pt x="450" y="88"/>
                  </a:cubicBezTo>
                  <a:cubicBezTo>
                    <a:pt x="449" y="86"/>
                    <a:pt x="447" y="84"/>
                    <a:pt x="446" y="83"/>
                  </a:cubicBezTo>
                  <a:cubicBezTo>
                    <a:pt x="445" y="82"/>
                    <a:pt x="443" y="82"/>
                    <a:pt x="442" y="81"/>
                  </a:cubicBezTo>
                  <a:cubicBezTo>
                    <a:pt x="441" y="80"/>
                    <a:pt x="440" y="77"/>
                    <a:pt x="440" y="75"/>
                  </a:cubicBezTo>
                  <a:cubicBezTo>
                    <a:pt x="440" y="74"/>
                    <a:pt x="441" y="71"/>
                    <a:pt x="442" y="70"/>
                  </a:cubicBezTo>
                  <a:cubicBezTo>
                    <a:pt x="443" y="69"/>
                    <a:pt x="445" y="67"/>
                    <a:pt x="446" y="67"/>
                  </a:cubicBezTo>
                  <a:cubicBezTo>
                    <a:pt x="448" y="67"/>
                    <a:pt x="451" y="68"/>
                    <a:pt x="452" y="69"/>
                  </a:cubicBezTo>
                  <a:cubicBezTo>
                    <a:pt x="453" y="69"/>
                    <a:pt x="455" y="70"/>
                    <a:pt x="456" y="70"/>
                  </a:cubicBezTo>
                  <a:cubicBezTo>
                    <a:pt x="458" y="70"/>
                    <a:pt x="462" y="69"/>
                    <a:pt x="464" y="69"/>
                  </a:cubicBezTo>
                  <a:cubicBezTo>
                    <a:pt x="465" y="68"/>
                    <a:pt x="467" y="68"/>
                    <a:pt x="468" y="68"/>
                  </a:cubicBezTo>
                  <a:cubicBezTo>
                    <a:pt x="469" y="67"/>
                    <a:pt x="472" y="66"/>
                    <a:pt x="473" y="66"/>
                  </a:cubicBezTo>
                  <a:cubicBezTo>
                    <a:pt x="475" y="65"/>
                    <a:pt x="480" y="63"/>
                    <a:pt x="483" y="63"/>
                  </a:cubicBezTo>
                  <a:cubicBezTo>
                    <a:pt x="485" y="62"/>
                    <a:pt x="490" y="62"/>
                    <a:pt x="492" y="60"/>
                  </a:cubicBezTo>
                  <a:cubicBezTo>
                    <a:pt x="493" y="59"/>
                    <a:pt x="492" y="55"/>
                    <a:pt x="492" y="53"/>
                  </a:cubicBezTo>
                  <a:cubicBezTo>
                    <a:pt x="493" y="52"/>
                    <a:pt x="495" y="51"/>
                    <a:pt x="497" y="50"/>
                  </a:cubicBezTo>
                  <a:cubicBezTo>
                    <a:pt x="498" y="50"/>
                    <a:pt x="501" y="49"/>
                    <a:pt x="503" y="49"/>
                  </a:cubicBezTo>
                  <a:cubicBezTo>
                    <a:pt x="504" y="50"/>
                    <a:pt x="506" y="51"/>
                    <a:pt x="507" y="52"/>
                  </a:cubicBezTo>
                  <a:cubicBezTo>
                    <a:pt x="508" y="53"/>
                    <a:pt x="509" y="56"/>
                    <a:pt x="509" y="57"/>
                  </a:cubicBezTo>
                  <a:cubicBezTo>
                    <a:pt x="510" y="58"/>
                    <a:pt x="512" y="60"/>
                    <a:pt x="512" y="61"/>
                  </a:cubicBezTo>
                  <a:cubicBezTo>
                    <a:pt x="512" y="63"/>
                    <a:pt x="512" y="66"/>
                    <a:pt x="512" y="67"/>
                  </a:cubicBezTo>
                  <a:cubicBezTo>
                    <a:pt x="511" y="68"/>
                    <a:pt x="509" y="70"/>
                    <a:pt x="509" y="71"/>
                  </a:cubicBezTo>
                  <a:cubicBezTo>
                    <a:pt x="508" y="72"/>
                    <a:pt x="508" y="75"/>
                    <a:pt x="509" y="76"/>
                  </a:cubicBezTo>
                  <a:cubicBezTo>
                    <a:pt x="509" y="77"/>
                    <a:pt x="513" y="76"/>
                    <a:pt x="514" y="77"/>
                  </a:cubicBezTo>
                  <a:cubicBezTo>
                    <a:pt x="514" y="78"/>
                    <a:pt x="514" y="81"/>
                    <a:pt x="514" y="83"/>
                  </a:cubicBezTo>
                  <a:cubicBezTo>
                    <a:pt x="513" y="85"/>
                    <a:pt x="511" y="88"/>
                    <a:pt x="509" y="90"/>
                  </a:cubicBezTo>
                  <a:cubicBezTo>
                    <a:pt x="508" y="92"/>
                    <a:pt x="505" y="94"/>
                    <a:pt x="504" y="96"/>
                  </a:cubicBezTo>
                  <a:cubicBezTo>
                    <a:pt x="504" y="98"/>
                    <a:pt x="505" y="102"/>
                    <a:pt x="504" y="104"/>
                  </a:cubicBezTo>
                  <a:cubicBezTo>
                    <a:pt x="504" y="105"/>
                    <a:pt x="503" y="108"/>
                    <a:pt x="502" y="109"/>
                  </a:cubicBezTo>
                  <a:cubicBezTo>
                    <a:pt x="500" y="110"/>
                    <a:pt x="496" y="111"/>
                    <a:pt x="495" y="111"/>
                  </a:cubicBezTo>
                  <a:cubicBezTo>
                    <a:pt x="493" y="112"/>
                    <a:pt x="488" y="110"/>
                    <a:pt x="487" y="111"/>
                  </a:cubicBezTo>
                  <a:cubicBezTo>
                    <a:pt x="485" y="113"/>
                    <a:pt x="485" y="117"/>
                    <a:pt x="484" y="119"/>
                  </a:cubicBezTo>
                  <a:cubicBezTo>
                    <a:pt x="483" y="121"/>
                    <a:pt x="478" y="124"/>
                    <a:pt x="476" y="125"/>
                  </a:cubicBezTo>
                  <a:cubicBezTo>
                    <a:pt x="475" y="127"/>
                    <a:pt x="473" y="128"/>
                    <a:pt x="472" y="130"/>
                  </a:cubicBezTo>
                  <a:cubicBezTo>
                    <a:pt x="471" y="131"/>
                    <a:pt x="469" y="135"/>
                    <a:pt x="470" y="137"/>
                  </a:cubicBezTo>
                  <a:cubicBezTo>
                    <a:pt x="470" y="138"/>
                    <a:pt x="472" y="141"/>
                    <a:pt x="473" y="142"/>
                  </a:cubicBezTo>
                  <a:cubicBezTo>
                    <a:pt x="474" y="143"/>
                    <a:pt x="478" y="145"/>
                    <a:pt x="479" y="146"/>
                  </a:cubicBezTo>
                  <a:cubicBezTo>
                    <a:pt x="480" y="147"/>
                    <a:pt x="481" y="150"/>
                    <a:pt x="481" y="151"/>
                  </a:cubicBezTo>
                  <a:cubicBezTo>
                    <a:pt x="481" y="152"/>
                    <a:pt x="481" y="155"/>
                    <a:pt x="480" y="156"/>
                  </a:cubicBezTo>
                  <a:cubicBezTo>
                    <a:pt x="479" y="157"/>
                    <a:pt x="474" y="159"/>
                    <a:pt x="473" y="161"/>
                  </a:cubicBezTo>
                  <a:cubicBezTo>
                    <a:pt x="473" y="163"/>
                    <a:pt x="474" y="168"/>
                    <a:pt x="475" y="170"/>
                  </a:cubicBezTo>
                  <a:cubicBezTo>
                    <a:pt x="476" y="172"/>
                    <a:pt x="480" y="174"/>
                    <a:pt x="482" y="174"/>
                  </a:cubicBezTo>
                  <a:cubicBezTo>
                    <a:pt x="484" y="175"/>
                    <a:pt x="488" y="175"/>
                    <a:pt x="490" y="174"/>
                  </a:cubicBezTo>
                  <a:cubicBezTo>
                    <a:pt x="491" y="173"/>
                    <a:pt x="492" y="170"/>
                    <a:pt x="493" y="169"/>
                  </a:cubicBezTo>
                  <a:cubicBezTo>
                    <a:pt x="494" y="168"/>
                    <a:pt x="496" y="167"/>
                    <a:pt x="497" y="166"/>
                  </a:cubicBezTo>
                  <a:cubicBezTo>
                    <a:pt x="498" y="165"/>
                    <a:pt x="499" y="161"/>
                    <a:pt x="500" y="161"/>
                  </a:cubicBezTo>
                  <a:cubicBezTo>
                    <a:pt x="501" y="160"/>
                    <a:pt x="504" y="161"/>
                    <a:pt x="505" y="161"/>
                  </a:cubicBezTo>
                  <a:cubicBezTo>
                    <a:pt x="507" y="161"/>
                    <a:pt x="511" y="160"/>
                    <a:pt x="512" y="160"/>
                  </a:cubicBezTo>
                  <a:cubicBezTo>
                    <a:pt x="514" y="160"/>
                    <a:pt x="516" y="162"/>
                    <a:pt x="517" y="163"/>
                  </a:cubicBezTo>
                  <a:cubicBezTo>
                    <a:pt x="519" y="163"/>
                    <a:pt x="521" y="164"/>
                    <a:pt x="523" y="164"/>
                  </a:cubicBezTo>
                  <a:cubicBezTo>
                    <a:pt x="524" y="164"/>
                    <a:pt x="525" y="164"/>
                    <a:pt x="526" y="164"/>
                  </a:cubicBezTo>
                  <a:cubicBezTo>
                    <a:pt x="527" y="165"/>
                    <a:pt x="528" y="167"/>
                    <a:pt x="530" y="167"/>
                  </a:cubicBezTo>
                  <a:cubicBezTo>
                    <a:pt x="531" y="168"/>
                    <a:pt x="534" y="167"/>
                    <a:pt x="535" y="168"/>
                  </a:cubicBezTo>
                  <a:cubicBezTo>
                    <a:pt x="536" y="168"/>
                    <a:pt x="540" y="167"/>
                    <a:pt x="541" y="168"/>
                  </a:cubicBezTo>
                  <a:cubicBezTo>
                    <a:pt x="542" y="169"/>
                    <a:pt x="543" y="171"/>
                    <a:pt x="543" y="173"/>
                  </a:cubicBezTo>
                  <a:cubicBezTo>
                    <a:pt x="543" y="174"/>
                    <a:pt x="541" y="178"/>
                    <a:pt x="542" y="179"/>
                  </a:cubicBezTo>
                  <a:cubicBezTo>
                    <a:pt x="542" y="180"/>
                    <a:pt x="544" y="180"/>
                    <a:pt x="545" y="181"/>
                  </a:cubicBezTo>
                  <a:cubicBezTo>
                    <a:pt x="547" y="182"/>
                    <a:pt x="550" y="184"/>
                    <a:pt x="551" y="184"/>
                  </a:cubicBezTo>
                  <a:cubicBezTo>
                    <a:pt x="552" y="184"/>
                    <a:pt x="554" y="182"/>
                    <a:pt x="554" y="181"/>
                  </a:cubicBezTo>
                  <a:cubicBezTo>
                    <a:pt x="556" y="180"/>
                    <a:pt x="559" y="177"/>
                    <a:pt x="560" y="176"/>
                  </a:cubicBezTo>
                  <a:cubicBezTo>
                    <a:pt x="561" y="174"/>
                    <a:pt x="562" y="171"/>
                    <a:pt x="563" y="171"/>
                  </a:cubicBezTo>
                  <a:cubicBezTo>
                    <a:pt x="565" y="170"/>
                    <a:pt x="568" y="170"/>
                    <a:pt x="570" y="170"/>
                  </a:cubicBezTo>
                  <a:cubicBezTo>
                    <a:pt x="571" y="171"/>
                    <a:pt x="574" y="173"/>
                    <a:pt x="575" y="175"/>
                  </a:cubicBezTo>
                  <a:cubicBezTo>
                    <a:pt x="576" y="177"/>
                    <a:pt x="577" y="181"/>
                    <a:pt x="578" y="183"/>
                  </a:cubicBezTo>
                  <a:cubicBezTo>
                    <a:pt x="578" y="184"/>
                    <a:pt x="579" y="187"/>
                    <a:pt x="580" y="186"/>
                  </a:cubicBezTo>
                  <a:cubicBezTo>
                    <a:pt x="582" y="186"/>
                    <a:pt x="580" y="182"/>
                    <a:pt x="580" y="181"/>
                  </a:cubicBezTo>
                  <a:cubicBezTo>
                    <a:pt x="580" y="180"/>
                    <a:pt x="581" y="178"/>
                    <a:pt x="581" y="177"/>
                  </a:cubicBezTo>
                  <a:cubicBezTo>
                    <a:pt x="582" y="176"/>
                    <a:pt x="584" y="174"/>
                    <a:pt x="584" y="173"/>
                  </a:cubicBezTo>
                  <a:cubicBezTo>
                    <a:pt x="585" y="172"/>
                    <a:pt x="585" y="168"/>
                    <a:pt x="584" y="166"/>
                  </a:cubicBezTo>
                  <a:cubicBezTo>
                    <a:pt x="584" y="165"/>
                    <a:pt x="580" y="163"/>
                    <a:pt x="580" y="161"/>
                  </a:cubicBezTo>
                  <a:cubicBezTo>
                    <a:pt x="580" y="159"/>
                    <a:pt x="582" y="157"/>
                    <a:pt x="583" y="156"/>
                  </a:cubicBezTo>
                  <a:cubicBezTo>
                    <a:pt x="584" y="155"/>
                    <a:pt x="586" y="151"/>
                    <a:pt x="588" y="150"/>
                  </a:cubicBezTo>
                  <a:cubicBezTo>
                    <a:pt x="589" y="149"/>
                    <a:pt x="591" y="147"/>
                    <a:pt x="593" y="148"/>
                  </a:cubicBezTo>
                  <a:cubicBezTo>
                    <a:pt x="594" y="148"/>
                    <a:pt x="594" y="149"/>
                    <a:pt x="595" y="150"/>
                  </a:cubicBezTo>
                  <a:cubicBezTo>
                    <a:pt x="596" y="151"/>
                    <a:pt x="598" y="153"/>
                    <a:pt x="599" y="153"/>
                  </a:cubicBezTo>
                  <a:cubicBezTo>
                    <a:pt x="600" y="153"/>
                    <a:pt x="601" y="150"/>
                    <a:pt x="603" y="150"/>
                  </a:cubicBezTo>
                  <a:cubicBezTo>
                    <a:pt x="604" y="151"/>
                    <a:pt x="606" y="155"/>
                    <a:pt x="607" y="156"/>
                  </a:cubicBezTo>
                  <a:cubicBezTo>
                    <a:pt x="608" y="156"/>
                    <a:pt x="611" y="157"/>
                    <a:pt x="612" y="156"/>
                  </a:cubicBezTo>
                  <a:cubicBezTo>
                    <a:pt x="613" y="156"/>
                    <a:pt x="614" y="154"/>
                    <a:pt x="615" y="154"/>
                  </a:cubicBezTo>
                  <a:cubicBezTo>
                    <a:pt x="617" y="154"/>
                    <a:pt x="620" y="157"/>
                    <a:pt x="621" y="159"/>
                  </a:cubicBezTo>
                  <a:cubicBezTo>
                    <a:pt x="622" y="160"/>
                    <a:pt x="625" y="162"/>
                    <a:pt x="625" y="164"/>
                  </a:cubicBezTo>
                  <a:cubicBezTo>
                    <a:pt x="626" y="166"/>
                    <a:pt x="628" y="170"/>
                    <a:pt x="628" y="172"/>
                  </a:cubicBezTo>
                  <a:cubicBezTo>
                    <a:pt x="628" y="173"/>
                    <a:pt x="626" y="176"/>
                    <a:pt x="627" y="178"/>
                  </a:cubicBezTo>
                  <a:cubicBezTo>
                    <a:pt x="627" y="179"/>
                    <a:pt x="630" y="180"/>
                    <a:pt x="632" y="181"/>
                  </a:cubicBezTo>
                  <a:cubicBezTo>
                    <a:pt x="633" y="181"/>
                    <a:pt x="637" y="178"/>
                    <a:pt x="639" y="178"/>
                  </a:cubicBezTo>
                  <a:cubicBezTo>
                    <a:pt x="640" y="178"/>
                    <a:pt x="643" y="181"/>
                    <a:pt x="644" y="182"/>
                  </a:cubicBezTo>
                  <a:cubicBezTo>
                    <a:pt x="645" y="183"/>
                    <a:pt x="647" y="187"/>
                    <a:pt x="648" y="189"/>
                  </a:cubicBezTo>
                  <a:cubicBezTo>
                    <a:pt x="649" y="191"/>
                    <a:pt x="648" y="198"/>
                    <a:pt x="650" y="200"/>
                  </a:cubicBezTo>
                  <a:cubicBezTo>
                    <a:pt x="652" y="201"/>
                    <a:pt x="657" y="203"/>
                    <a:pt x="659" y="202"/>
                  </a:cubicBezTo>
                  <a:cubicBezTo>
                    <a:pt x="660" y="202"/>
                    <a:pt x="662" y="200"/>
                    <a:pt x="663" y="199"/>
                  </a:cubicBezTo>
                  <a:cubicBezTo>
                    <a:pt x="664" y="199"/>
                    <a:pt x="667" y="198"/>
                    <a:pt x="668" y="198"/>
                  </a:cubicBezTo>
                  <a:cubicBezTo>
                    <a:pt x="670" y="199"/>
                    <a:pt x="672" y="201"/>
                    <a:pt x="673" y="202"/>
                  </a:cubicBezTo>
                  <a:cubicBezTo>
                    <a:pt x="674" y="203"/>
                    <a:pt x="676" y="206"/>
                    <a:pt x="678" y="207"/>
                  </a:cubicBezTo>
                  <a:cubicBezTo>
                    <a:pt x="679" y="207"/>
                    <a:pt x="682" y="208"/>
                    <a:pt x="683" y="208"/>
                  </a:cubicBezTo>
                  <a:cubicBezTo>
                    <a:pt x="684" y="208"/>
                    <a:pt x="686" y="206"/>
                    <a:pt x="688" y="206"/>
                  </a:cubicBezTo>
                  <a:cubicBezTo>
                    <a:pt x="689" y="207"/>
                    <a:pt x="691" y="209"/>
                    <a:pt x="692" y="210"/>
                  </a:cubicBezTo>
                  <a:cubicBezTo>
                    <a:pt x="694" y="211"/>
                    <a:pt x="698" y="212"/>
                    <a:pt x="700" y="212"/>
                  </a:cubicBezTo>
                  <a:cubicBezTo>
                    <a:pt x="702" y="212"/>
                    <a:pt x="706" y="209"/>
                    <a:pt x="708" y="208"/>
                  </a:cubicBezTo>
                  <a:cubicBezTo>
                    <a:pt x="711" y="208"/>
                    <a:pt x="716" y="206"/>
                    <a:pt x="718" y="206"/>
                  </a:cubicBezTo>
                  <a:cubicBezTo>
                    <a:pt x="721" y="207"/>
                    <a:pt x="727" y="210"/>
                    <a:pt x="729" y="212"/>
                  </a:cubicBezTo>
                  <a:cubicBezTo>
                    <a:pt x="734" y="214"/>
                    <a:pt x="742" y="220"/>
                    <a:pt x="746" y="223"/>
                  </a:cubicBezTo>
                  <a:cubicBezTo>
                    <a:pt x="749" y="225"/>
                    <a:pt x="756" y="230"/>
                    <a:pt x="759" y="231"/>
                  </a:cubicBezTo>
                  <a:cubicBezTo>
                    <a:pt x="763" y="232"/>
                    <a:pt x="769" y="232"/>
                    <a:pt x="773" y="231"/>
                  </a:cubicBezTo>
                  <a:cubicBezTo>
                    <a:pt x="774" y="231"/>
                    <a:pt x="776" y="231"/>
                    <a:pt x="778" y="23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90"/>
            <p:cNvSpPr>
              <a:spLocks/>
            </p:cNvSpPr>
            <p:nvPr/>
          </p:nvSpPr>
          <p:spPr bwMode="auto">
            <a:xfrm>
              <a:off x="1781175" y="1938338"/>
              <a:ext cx="739775" cy="776288"/>
            </a:xfrm>
            <a:custGeom>
              <a:avLst/>
              <a:gdLst/>
              <a:ahLst/>
              <a:cxnLst>
                <a:cxn ang="0">
                  <a:pos x="473" y="292"/>
                </a:cxn>
                <a:cxn ang="0">
                  <a:pos x="442" y="301"/>
                </a:cxn>
                <a:cxn ang="0">
                  <a:pos x="416" y="319"/>
                </a:cxn>
                <a:cxn ang="0">
                  <a:pos x="393" y="333"/>
                </a:cxn>
                <a:cxn ang="0">
                  <a:pos x="355" y="332"/>
                </a:cxn>
                <a:cxn ang="0">
                  <a:pos x="349" y="346"/>
                </a:cxn>
                <a:cxn ang="0">
                  <a:pos x="346" y="360"/>
                </a:cxn>
                <a:cxn ang="0">
                  <a:pos x="335" y="375"/>
                </a:cxn>
                <a:cxn ang="0">
                  <a:pos x="320" y="381"/>
                </a:cxn>
                <a:cxn ang="0">
                  <a:pos x="307" y="388"/>
                </a:cxn>
                <a:cxn ang="0">
                  <a:pos x="297" y="397"/>
                </a:cxn>
                <a:cxn ang="0">
                  <a:pos x="282" y="398"/>
                </a:cxn>
                <a:cxn ang="0">
                  <a:pos x="279" y="427"/>
                </a:cxn>
                <a:cxn ang="0">
                  <a:pos x="271" y="460"/>
                </a:cxn>
                <a:cxn ang="0">
                  <a:pos x="241" y="471"/>
                </a:cxn>
                <a:cxn ang="0">
                  <a:pos x="212" y="483"/>
                </a:cxn>
                <a:cxn ang="0">
                  <a:pos x="198" y="505"/>
                </a:cxn>
                <a:cxn ang="0">
                  <a:pos x="165" y="489"/>
                </a:cxn>
                <a:cxn ang="0">
                  <a:pos x="144" y="481"/>
                </a:cxn>
                <a:cxn ang="0">
                  <a:pos x="129" y="499"/>
                </a:cxn>
                <a:cxn ang="0">
                  <a:pos x="91" y="509"/>
                </a:cxn>
                <a:cxn ang="0">
                  <a:pos x="57" y="494"/>
                </a:cxn>
                <a:cxn ang="0">
                  <a:pos x="49" y="457"/>
                </a:cxn>
                <a:cxn ang="0">
                  <a:pos x="30" y="414"/>
                </a:cxn>
                <a:cxn ang="0">
                  <a:pos x="28" y="378"/>
                </a:cxn>
                <a:cxn ang="0">
                  <a:pos x="0" y="333"/>
                </a:cxn>
                <a:cxn ang="0">
                  <a:pos x="28" y="294"/>
                </a:cxn>
                <a:cxn ang="0">
                  <a:pos x="25" y="256"/>
                </a:cxn>
                <a:cxn ang="0">
                  <a:pos x="43" y="238"/>
                </a:cxn>
                <a:cxn ang="0">
                  <a:pos x="40" y="198"/>
                </a:cxn>
                <a:cxn ang="0">
                  <a:pos x="7" y="158"/>
                </a:cxn>
                <a:cxn ang="0">
                  <a:pos x="49" y="120"/>
                </a:cxn>
                <a:cxn ang="0">
                  <a:pos x="82" y="152"/>
                </a:cxn>
                <a:cxn ang="0">
                  <a:pos x="97" y="119"/>
                </a:cxn>
                <a:cxn ang="0">
                  <a:pos x="114" y="73"/>
                </a:cxn>
                <a:cxn ang="0">
                  <a:pos x="154" y="39"/>
                </a:cxn>
                <a:cxn ang="0">
                  <a:pos x="178" y="49"/>
                </a:cxn>
                <a:cxn ang="0">
                  <a:pos x="202" y="34"/>
                </a:cxn>
                <a:cxn ang="0">
                  <a:pos x="200" y="5"/>
                </a:cxn>
                <a:cxn ang="0">
                  <a:pos x="224" y="4"/>
                </a:cxn>
                <a:cxn ang="0">
                  <a:pos x="253" y="20"/>
                </a:cxn>
                <a:cxn ang="0">
                  <a:pos x="292" y="35"/>
                </a:cxn>
                <a:cxn ang="0">
                  <a:pos x="318" y="20"/>
                </a:cxn>
                <a:cxn ang="0">
                  <a:pos x="339" y="32"/>
                </a:cxn>
                <a:cxn ang="0">
                  <a:pos x="345" y="55"/>
                </a:cxn>
                <a:cxn ang="0">
                  <a:pos x="364" y="61"/>
                </a:cxn>
                <a:cxn ang="0">
                  <a:pos x="389" y="83"/>
                </a:cxn>
                <a:cxn ang="0">
                  <a:pos x="413" y="92"/>
                </a:cxn>
                <a:cxn ang="0">
                  <a:pos x="416" y="106"/>
                </a:cxn>
                <a:cxn ang="0">
                  <a:pos x="433" y="117"/>
                </a:cxn>
                <a:cxn ang="0">
                  <a:pos x="438" y="100"/>
                </a:cxn>
                <a:cxn ang="0">
                  <a:pos x="446" y="109"/>
                </a:cxn>
                <a:cxn ang="0">
                  <a:pos x="445" y="129"/>
                </a:cxn>
                <a:cxn ang="0">
                  <a:pos x="465" y="132"/>
                </a:cxn>
                <a:cxn ang="0">
                  <a:pos x="469" y="165"/>
                </a:cxn>
                <a:cxn ang="0">
                  <a:pos x="473" y="188"/>
                </a:cxn>
                <a:cxn ang="0">
                  <a:pos x="447" y="203"/>
                </a:cxn>
                <a:cxn ang="0">
                  <a:pos x="426" y="217"/>
                </a:cxn>
                <a:cxn ang="0">
                  <a:pos x="423" y="230"/>
                </a:cxn>
                <a:cxn ang="0">
                  <a:pos x="445" y="243"/>
                </a:cxn>
                <a:cxn ang="0">
                  <a:pos x="457" y="257"/>
                </a:cxn>
                <a:cxn ang="0">
                  <a:pos x="468" y="271"/>
                </a:cxn>
              </a:cxnLst>
              <a:rect l="0" t="0" r="r" b="b"/>
              <a:pathLst>
                <a:path w="485" h="509">
                  <a:moveTo>
                    <a:pt x="485" y="280"/>
                  </a:moveTo>
                  <a:cubicBezTo>
                    <a:pt x="485" y="282"/>
                    <a:pt x="485" y="285"/>
                    <a:pt x="484" y="286"/>
                  </a:cubicBezTo>
                  <a:cubicBezTo>
                    <a:pt x="484" y="287"/>
                    <a:pt x="482" y="289"/>
                    <a:pt x="481" y="290"/>
                  </a:cubicBezTo>
                  <a:cubicBezTo>
                    <a:pt x="479" y="291"/>
                    <a:pt x="475" y="292"/>
                    <a:pt x="473" y="292"/>
                  </a:cubicBezTo>
                  <a:cubicBezTo>
                    <a:pt x="471" y="293"/>
                    <a:pt x="466" y="295"/>
                    <a:pt x="464" y="295"/>
                  </a:cubicBezTo>
                  <a:cubicBezTo>
                    <a:pt x="462" y="295"/>
                    <a:pt x="458" y="294"/>
                    <a:pt x="456" y="294"/>
                  </a:cubicBezTo>
                  <a:cubicBezTo>
                    <a:pt x="454" y="294"/>
                    <a:pt x="452" y="296"/>
                    <a:pt x="451" y="297"/>
                  </a:cubicBezTo>
                  <a:cubicBezTo>
                    <a:pt x="449" y="298"/>
                    <a:pt x="444" y="300"/>
                    <a:pt x="442" y="301"/>
                  </a:cubicBezTo>
                  <a:cubicBezTo>
                    <a:pt x="441" y="303"/>
                    <a:pt x="439" y="307"/>
                    <a:pt x="437" y="308"/>
                  </a:cubicBezTo>
                  <a:cubicBezTo>
                    <a:pt x="434" y="309"/>
                    <a:pt x="429" y="307"/>
                    <a:pt x="426" y="308"/>
                  </a:cubicBezTo>
                  <a:cubicBezTo>
                    <a:pt x="424" y="308"/>
                    <a:pt x="421" y="309"/>
                    <a:pt x="420" y="310"/>
                  </a:cubicBezTo>
                  <a:cubicBezTo>
                    <a:pt x="419" y="312"/>
                    <a:pt x="417" y="317"/>
                    <a:pt x="416" y="319"/>
                  </a:cubicBezTo>
                  <a:cubicBezTo>
                    <a:pt x="415" y="321"/>
                    <a:pt x="413" y="325"/>
                    <a:pt x="412" y="327"/>
                  </a:cubicBezTo>
                  <a:cubicBezTo>
                    <a:pt x="412" y="328"/>
                    <a:pt x="412" y="330"/>
                    <a:pt x="411" y="331"/>
                  </a:cubicBezTo>
                  <a:cubicBezTo>
                    <a:pt x="410" y="333"/>
                    <a:pt x="406" y="335"/>
                    <a:pt x="404" y="336"/>
                  </a:cubicBezTo>
                  <a:cubicBezTo>
                    <a:pt x="401" y="336"/>
                    <a:pt x="396" y="334"/>
                    <a:pt x="393" y="333"/>
                  </a:cubicBezTo>
                  <a:cubicBezTo>
                    <a:pt x="392" y="332"/>
                    <a:pt x="389" y="330"/>
                    <a:pt x="387" y="329"/>
                  </a:cubicBezTo>
                  <a:cubicBezTo>
                    <a:pt x="386" y="329"/>
                    <a:pt x="382" y="329"/>
                    <a:pt x="381" y="329"/>
                  </a:cubicBezTo>
                  <a:cubicBezTo>
                    <a:pt x="378" y="329"/>
                    <a:pt x="371" y="330"/>
                    <a:pt x="368" y="330"/>
                  </a:cubicBezTo>
                  <a:cubicBezTo>
                    <a:pt x="365" y="331"/>
                    <a:pt x="358" y="331"/>
                    <a:pt x="355" y="332"/>
                  </a:cubicBezTo>
                  <a:cubicBezTo>
                    <a:pt x="353" y="333"/>
                    <a:pt x="350" y="334"/>
                    <a:pt x="349" y="335"/>
                  </a:cubicBezTo>
                  <a:cubicBezTo>
                    <a:pt x="348" y="336"/>
                    <a:pt x="347" y="336"/>
                    <a:pt x="347" y="337"/>
                  </a:cubicBezTo>
                  <a:cubicBezTo>
                    <a:pt x="346" y="338"/>
                    <a:pt x="347" y="342"/>
                    <a:pt x="348" y="343"/>
                  </a:cubicBezTo>
                  <a:cubicBezTo>
                    <a:pt x="348" y="344"/>
                    <a:pt x="349" y="345"/>
                    <a:pt x="349" y="346"/>
                  </a:cubicBezTo>
                  <a:cubicBezTo>
                    <a:pt x="350" y="347"/>
                    <a:pt x="352" y="347"/>
                    <a:pt x="352" y="348"/>
                  </a:cubicBezTo>
                  <a:cubicBezTo>
                    <a:pt x="353" y="349"/>
                    <a:pt x="353" y="351"/>
                    <a:pt x="352" y="352"/>
                  </a:cubicBezTo>
                  <a:cubicBezTo>
                    <a:pt x="352" y="353"/>
                    <a:pt x="349" y="354"/>
                    <a:pt x="348" y="354"/>
                  </a:cubicBezTo>
                  <a:cubicBezTo>
                    <a:pt x="347" y="356"/>
                    <a:pt x="346" y="359"/>
                    <a:pt x="346" y="360"/>
                  </a:cubicBezTo>
                  <a:cubicBezTo>
                    <a:pt x="345" y="361"/>
                    <a:pt x="342" y="363"/>
                    <a:pt x="342" y="364"/>
                  </a:cubicBezTo>
                  <a:cubicBezTo>
                    <a:pt x="341" y="365"/>
                    <a:pt x="341" y="367"/>
                    <a:pt x="341" y="368"/>
                  </a:cubicBezTo>
                  <a:cubicBezTo>
                    <a:pt x="340" y="369"/>
                    <a:pt x="341" y="373"/>
                    <a:pt x="340" y="374"/>
                  </a:cubicBezTo>
                  <a:cubicBezTo>
                    <a:pt x="340" y="375"/>
                    <a:pt x="337" y="375"/>
                    <a:pt x="335" y="375"/>
                  </a:cubicBezTo>
                  <a:cubicBezTo>
                    <a:pt x="334" y="376"/>
                    <a:pt x="333" y="378"/>
                    <a:pt x="332" y="378"/>
                  </a:cubicBezTo>
                  <a:cubicBezTo>
                    <a:pt x="331" y="380"/>
                    <a:pt x="330" y="382"/>
                    <a:pt x="329" y="383"/>
                  </a:cubicBezTo>
                  <a:cubicBezTo>
                    <a:pt x="328" y="383"/>
                    <a:pt x="327" y="383"/>
                    <a:pt x="326" y="383"/>
                  </a:cubicBezTo>
                  <a:cubicBezTo>
                    <a:pt x="324" y="383"/>
                    <a:pt x="321" y="381"/>
                    <a:pt x="320" y="381"/>
                  </a:cubicBezTo>
                  <a:cubicBezTo>
                    <a:pt x="318" y="382"/>
                    <a:pt x="316" y="384"/>
                    <a:pt x="315" y="386"/>
                  </a:cubicBezTo>
                  <a:cubicBezTo>
                    <a:pt x="314" y="387"/>
                    <a:pt x="315" y="390"/>
                    <a:pt x="314" y="390"/>
                  </a:cubicBezTo>
                  <a:cubicBezTo>
                    <a:pt x="314" y="391"/>
                    <a:pt x="312" y="390"/>
                    <a:pt x="311" y="390"/>
                  </a:cubicBezTo>
                  <a:cubicBezTo>
                    <a:pt x="310" y="390"/>
                    <a:pt x="308" y="388"/>
                    <a:pt x="307" y="388"/>
                  </a:cubicBezTo>
                  <a:cubicBezTo>
                    <a:pt x="306" y="388"/>
                    <a:pt x="305" y="391"/>
                    <a:pt x="304" y="392"/>
                  </a:cubicBezTo>
                  <a:cubicBezTo>
                    <a:pt x="303" y="393"/>
                    <a:pt x="303" y="396"/>
                    <a:pt x="302" y="398"/>
                  </a:cubicBezTo>
                  <a:cubicBezTo>
                    <a:pt x="302" y="399"/>
                    <a:pt x="301" y="400"/>
                    <a:pt x="300" y="400"/>
                  </a:cubicBezTo>
                  <a:cubicBezTo>
                    <a:pt x="299" y="401"/>
                    <a:pt x="297" y="398"/>
                    <a:pt x="297" y="397"/>
                  </a:cubicBezTo>
                  <a:cubicBezTo>
                    <a:pt x="296" y="396"/>
                    <a:pt x="294" y="393"/>
                    <a:pt x="293" y="392"/>
                  </a:cubicBezTo>
                  <a:cubicBezTo>
                    <a:pt x="293" y="391"/>
                    <a:pt x="292" y="389"/>
                    <a:pt x="291" y="389"/>
                  </a:cubicBezTo>
                  <a:cubicBezTo>
                    <a:pt x="290" y="389"/>
                    <a:pt x="288" y="391"/>
                    <a:pt x="288" y="391"/>
                  </a:cubicBezTo>
                  <a:cubicBezTo>
                    <a:pt x="286" y="393"/>
                    <a:pt x="282" y="396"/>
                    <a:pt x="282" y="398"/>
                  </a:cubicBezTo>
                  <a:cubicBezTo>
                    <a:pt x="281" y="400"/>
                    <a:pt x="282" y="403"/>
                    <a:pt x="282" y="405"/>
                  </a:cubicBezTo>
                  <a:cubicBezTo>
                    <a:pt x="282" y="408"/>
                    <a:pt x="284" y="412"/>
                    <a:pt x="284" y="415"/>
                  </a:cubicBezTo>
                  <a:cubicBezTo>
                    <a:pt x="284" y="417"/>
                    <a:pt x="283" y="421"/>
                    <a:pt x="282" y="423"/>
                  </a:cubicBezTo>
                  <a:cubicBezTo>
                    <a:pt x="281" y="424"/>
                    <a:pt x="280" y="426"/>
                    <a:pt x="279" y="427"/>
                  </a:cubicBezTo>
                  <a:cubicBezTo>
                    <a:pt x="278" y="429"/>
                    <a:pt x="273" y="430"/>
                    <a:pt x="271" y="432"/>
                  </a:cubicBezTo>
                  <a:cubicBezTo>
                    <a:pt x="270" y="434"/>
                    <a:pt x="270" y="439"/>
                    <a:pt x="271" y="442"/>
                  </a:cubicBezTo>
                  <a:cubicBezTo>
                    <a:pt x="271" y="444"/>
                    <a:pt x="272" y="449"/>
                    <a:pt x="272" y="451"/>
                  </a:cubicBezTo>
                  <a:cubicBezTo>
                    <a:pt x="272" y="453"/>
                    <a:pt x="272" y="458"/>
                    <a:pt x="271" y="460"/>
                  </a:cubicBezTo>
                  <a:cubicBezTo>
                    <a:pt x="270" y="462"/>
                    <a:pt x="268" y="464"/>
                    <a:pt x="266" y="465"/>
                  </a:cubicBezTo>
                  <a:cubicBezTo>
                    <a:pt x="264" y="465"/>
                    <a:pt x="260" y="464"/>
                    <a:pt x="258" y="464"/>
                  </a:cubicBezTo>
                  <a:cubicBezTo>
                    <a:pt x="255" y="464"/>
                    <a:pt x="250" y="464"/>
                    <a:pt x="248" y="465"/>
                  </a:cubicBezTo>
                  <a:cubicBezTo>
                    <a:pt x="246" y="466"/>
                    <a:pt x="243" y="470"/>
                    <a:pt x="241" y="471"/>
                  </a:cubicBezTo>
                  <a:cubicBezTo>
                    <a:pt x="239" y="473"/>
                    <a:pt x="235" y="475"/>
                    <a:pt x="233" y="476"/>
                  </a:cubicBezTo>
                  <a:cubicBezTo>
                    <a:pt x="231" y="476"/>
                    <a:pt x="226" y="475"/>
                    <a:pt x="224" y="476"/>
                  </a:cubicBezTo>
                  <a:cubicBezTo>
                    <a:pt x="223" y="477"/>
                    <a:pt x="220" y="479"/>
                    <a:pt x="219" y="480"/>
                  </a:cubicBezTo>
                  <a:cubicBezTo>
                    <a:pt x="217" y="481"/>
                    <a:pt x="213" y="482"/>
                    <a:pt x="212" y="483"/>
                  </a:cubicBezTo>
                  <a:cubicBezTo>
                    <a:pt x="210" y="485"/>
                    <a:pt x="212" y="492"/>
                    <a:pt x="211" y="494"/>
                  </a:cubicBezTo>
                  <a:cubicBezTo>
                    <a:pt x="210" y="497"/>
                    <a:pt x="207" y="502"/>
                    <a:pt x="204" y="504"/>
                  </a:cubicBezTo>
                  <a:cubicBezTo>
                    <a:pt x="203" y="505"/>
                    <a:pt x="200" y="505"/>
                    <a:pt x="199" y="506"/>
                  </a:cubicBezTo>
                  <a:cubicBezTo>
                    <a:pt x="199" y="506"/>
                    <a:pt x="198" y="505"/>
                    <a:pt x="198" y="505"/>
                  </a:cubicBezTo>
                  <a:cubicBezTo>
                    <a:pt x="197" y="504"/>
                    <a:pt x="193" y="506"/>
                    <a:pt x="191" y="505"/>
                  </a:cubicBezTo>
                  <a:cubicBezTo>
                    <a:pt x="188" y="505"/>
                    <a:pt x="184" y="501"/>
                    <a:pt x="181" y="500"/>
                  </a:cubicBezTo>
                  <a:cubicBezTo>
                    <a:pt x="179" y="499"/>
                    <a:pt x="174" y="496"/>
                    <a:pt x="172" y="495"/>
                  </a:cubicBezTo>
                  <a:cubicBezTo>
                    <a:pt x="170" y="494"/>
                    <a:pt x="167" y="491"/>
                    <a:pt x="165" y="489"/>
                  </a:cubicBezTo>
                  <a:cubicBezTo>
                    <a:pt x="164" y="488"/>
                    <a:pt x="163" y="485"/>
                    <a:pt x="162" y="484"/>
                  </a:cubicBezTo>
                  <a:cubicBezTo>
                    <a:pt x="160" y="482"/>
                    <a:pt x="158" y="480"/>
                    <a:pt x="156" y="479"/>
                  </a:cubicBezTo>
                  <a:cubicBezTo>
                    <a:pt x="155" y="479"/>
                    <a:pt x="152" y="479"/>
                    <a:pt x="150" y="479"/>
                  </a:cubicBezTo>
                  <a:cubicBezTo>
                    <a:pt x="149" y="479"/>
                    <a:pt x="145" y="480"/>
                    <a:pt x="144" y="481"/>
                  </a:cubicBezTo>
                  <a:cubicBezTo>
                    <a:pt x="143" y="482"/>
                    <a:pt x="142" y="485"/>
                    <a:pt x="142" y="486"/>
                  </a:cubicBezTo>
                  <a:cubicBezTo>
                    <a:pt x="141" y="488"/>
                    <a:pt x="141" y="491"/>
                    <a:pt x="140" y="493"/>
                  </a:cubicBezTo>
                  <a:cubicBezTo>
                    <a:pt x="139" y="494"/>
                    <a:pt x="138" y="496"/>
                    <a:pt x="137" y="497"/>
                  </a:cubicBezTo>
                  <a:cubicBezTo>
                    <a:pt x="135" y="498"/>
                    <a:pt x="131" y="499"/>
                    <a:pt x="129" y="499"/>
                  </a:cubicBezTo>
                  <a:cubicBezTo>
                    <a:pt x="127" y="499"/>
                    <a:pt x="122" y="499"/>
                    <a:pt x="119" y="500"/>
                  </a:cubicBezTo>
                  <a:cubicBezTo>
                    <a:pt x="117" y="500"/>
                    <a:pt x="113" y="502"/>
                    <a:pt x="111" y="502"/>
                  </a:cubicBezTo>
                  <a:cubicBezTo>
                    <a:pt x="109" y="503"/>
                    <a:pt x="104" y="505"/>
                    <a:pt x="102" y="506"/>
                  </a:cubicBezTo>
                  <a:cubicBezTo>
                    <a:pt x="100" y="507"/>
                    <a:pt x="94" y="509"/>
                    <a:pt x="91" y="509"/>
                  </a:cubicBezTo>
                  <a:cubicBezTo>
                    <a:pt x="89" y="509"/>
                    <a:pt x="84" y="507"/>
                    <a:pt x="82" y="506"/>
                  </a:cubicBezTo>
                  <a:cubicBezTo>
                    <a:pt x="80" y="506"/>
                    <a:pt x="77" y="507"/>
                    <a:pt x="75" y="506"/>
                  </a:cubicBezTo>
                  <a:cubicBezTo>
                    <a:pt x="72" y="505"/>
                    <a:pt x="67" y="499"/>
                    <a:pt x="64" y="498"/>
                  </a:cubicBezTo>
                  <a:cubicBezTo>
                    <a:pt x="62" y="497"/>
                    <a:pt x="59" y="495"/>
                    <a:pt x="57" y="494"/>
                  </a:cubicBezTo>
                  <a:cubicBezTo>
                    <a:pt x="56" y="494"/>
                    <a:pt x="54" y="492"/>
                    <a:pt x="52" y="491"/>
                  </a:cubicBezTo>
                  <a:cubicBezTo>
                    <a:pt x="52" y="490"/>
                    <a:pt x="52" y="490"/>
                    <a:pt x="52" y="490"/>
                  </a:cubicBezTo>
                  <a:cubicBezTo>
                    <a:pt x="54" y="485"/>
                    <a:pt x="54" y="475"/>
                    <a:pt x="53" y="470"/>
                  </a:cubicBezTo>
                  <a:cubicBezTo>
                    <a:pt x="53" y="467"/>
                    <a:pt x="50" y="460"/>
                    <a:pt x="49" y="457"/>
                  </a:cubicBezTo>
                  <a:cubicBezTo>
                    <a:pt x="48" y="455"/>
                    <a:pt x="45" y="450"/>
                    <a:pt x="45" y="448"/>
                  </a:cubicBezTo>
                  <a:cubicBezTo>
                    <a:pt x="44" y="444"/>
                    <a:pt x="47" y="435"/>
                    <a:pt x="45" y="431"/>
                  </a:cubicBezTo>
                  <a:cubicBezTo>
                    <a:pt x="44" y="428"/>
                    <a:pt x="36" y="426"/>
                    <a:pt x="34" y="424"/>
                  </a:cubicBezTo>
                  <a:cubicBezTo>
                    <a:pt x="33" y="422"/>
                    <a:pt x="30" y="417"/>
                    <a:pt x="30" y="414"/>
                  </a:cubicBezTo>
                  <a:cubicBezTo>
                    <a:pt x="30" y="411"/>
                    <a:pt x="33" y="405"/>
                    <a:pt x="34" y="403"/>
                  </a:cubicBezTo>
                  <a:cubicBezTo>
                    <a:pt x="36" y="400"/>
                    <a:pt x="42" y="396"/>
                    <a:pt x="43" y="393"/>
                  </a:cubicBezTo>
                  <a:cubicBezTo>
                    <a:pt x="44" y="391"/>
                    <a:pt x="42" y="387"/>
                    <a:pt x="41" y="385"/>
                  </a:cubicBezTo>
                  <a:cubicBezTo>
                    <a:pt x="38" y="382"/>
                    <a:pt x="31" y="380"/>
                    <a:pt x="28" y="378"/>
                  </a:cubicBezTo>
                  <a:cubicBezTo>
                    <a:pt x="25" y="376"/>
                    <a:pt x="18" y="372"/>
                    <a:pt x="15" y="369"/>
                  </a:cubicBezTo>
                  <a:cubicBezTo>
                    <a:pt x="13" y="366"/>
                    <a:pt x="8" y="361"/>
                    <a:pt x="7" y="358"/>
                  </a:cubicBezTo>
                  <a:cubicBezTo>
                    <a:pt x="6" y="355"/>
                    <a:pt x="7" y="347"/>
                    <a:pt x="6" y="344"/>
                  </a:cubicBezTo>
                  <a:cubicBezTo>
                    <a:pt x="5" y="341"/>
                    <a:pt x="0" y="336"/>
                    <a:pt x="0" y="333"/>
                  </a:cubicBezTo>
                  <a:cubicBezTo>
                    <a:pt x="0" y="330"/>
                    <a:pt x="3" y="325"/>
                    <a:pt x="5" y="323"/>
                  </a:cubicBezTo>
                  <a:cubicBezTo>
                    <a:pt x="7" y="321"/>
                    <a:pt x="15" y="320"/>
                    <a:pt x="17" y="317"/>
                  </a:cubicBezTo>
                  <a:cubicBezTo>
                    <a:pt x="19" y="316"/>
                    <a:pt x="21" y="310"/>
                    <a:pt x="22" y="308"/>
                  </a:cubicBezTo>
                  <a:cubicBezTo>
                    <a:pt x="24" y="304"/>
                    <a:pt x="28" y="298"/>
                    <a:pt x="28" y="294"/>
                  </a:cubicBezTo>
                  <a:cubicBezTo>
                    <a:pt x="28" y="290"/>
                    <a:pt x="24" y="283"/>
                    <a:pt x="22" y="280"/>
                  </a:cubicBezTo>
                  <a:cubicBezTo>
                    <a:pt x="20" y="277"/>
                    <a:pt x="13" y="271"/>
                    <a:pt x="12" y="267"/>
                  </a:cubicBezTo>
                  <a:cubicBezTo>
                    <a:pt x="11" y="265"/>
                    <a:pt x="11" y="260"/>
                    <a:pt x="13" y="258"/>
                  </a:cubicBezTo>
                  <a:cubicBezTo>
                    <a:pt x="15" y="256"/>
                    <a:pt x="22" y="256"/>
                    <a:pt x="25" y="256"/>
                  </a:cubicBezTo>
                  <a:cubicBezTo>
                    <a:pt x="27" y="256"/>
                    <a:pt x="32" y="259"/>
                    <a:pt x="34" y="259"/>
                  </a:cubicBezTo>
                  <a:cubicBezTo>
                    <a:pt x="37" y="259"/>
                    <a:pt x="43" y="260"/>
                    <a:pt x="44" y="257"/>
                  </a:cubicBezTo>
                  <a:cubicBezTo>
                    <a:pt x="46" y="255"/>
                    <a:pt x="40" y="249"/>
                    <a:pt x="40" y="246"/>
                  </a:cubicBezTo>
                  <a:cubicBezTo>
                    <a:pt x="40" y="244"/>
                    <a:pt x="42" y="240"/>
                    <a:pt x="43" y="238"/>
                  </a:cubicBezTo>
                  <a:cubicBezTo>
                    <a:pt x="45" y="236"/>
                    <a:pt x="51" y="235"/>
                    <a:pt x="53" y="233"/>
                  </a:cubicBezTo>
                  <a:cubicBezTo>
                    <a:pt x="54" y="230"/>
                    <a:pt x="55" y="223"/>
                    <a:pt x="55" y="220"/>
                  </a:cubicBezTo>
                  <a:cubicBezTo>
                    <a:pt x="54" y="217"/>
                    <a:pt x="51" y="211"/>
                    <a:pt x="49" y="209"/>
                  </a:cubicBezTo>
                  <a:cubicBezTo>
                    <a:pt x="47" y="206"/>
                    <a:pt x="42" y="201"/>
                    <a:pt x="40" y="198"/>
                  </a:cubicBezTo>
                  <a:cubicBezTo>
                    <a:pt x="38" y="195"/>
                    <a:pt x="35" y="187"/>
                    <a:pt x="32" y="185"/>
                  </a:cubicBezTo>
                  <a:cubicBezTo>
                    <a:pt x="30" y="183"/>
                    <a:pt x="25" y="181"/>
                    <a:pt x="22" y="180"/>
                  </a:cubicBezTo>
                  <a:cubicBezTo>
                    <a:pt x="20" y="178"/>
                    <a:pt x="14" y="177"/>
                    <a:pt x="12" y="175"/>
                  </a:cubicBezTo>
                  <a:cubicBezTo>
                    <a:pt x="9" y="172"/>
                    <a:pt x="6" y="162"/>
                    <a:pt x="7" y="158"/>
                  </a:cubicBezTo>
                  <a:cubicBezTo>
                    <a:pt x="8" y="153"/>
                    <a:pt x="16" y="148"/>
                    <a:pt x="20" y="145"/>
                  </a:cubicBezTo>
                  <a:cubicBezTo>
                    <a:pt x="23" y="142"/>
                    <a:pt x="31" y="139"/>
                    <a:pt x="34" y="136"/>
                  </a:cubicBezTo>
                  <a:cubicBezTo>
                    <a:pt x="37" y="134"/>
                    <a:pt x="39" y="127"/>
                    <a:pt x="42" y="124"/>
                  </a:cubicBezTo>
                  <a:cubicBezTo>
                    <a:pt x="43" y="123"/>
                    <a:pt x="47" y="120"/>
                    <a:pt x="49" y="120"/>
                  </a:cubicBezTo>
                  <a:cubicBezTo>
                    <a:pt x="53" y="120"/>
                    <a:pt x="58" y="126"/>
                    <a:pt x="60" y="129"/>
                  </a:cubicBezTo>
                  <a:cubicBezTo>
                    <a:pt x="62" y="132"/>
                    <a:pt x="60" y="138"/>
                    <a:pt x="62" y="141"/>
                  </a:cubicBezTo>
                  <a:cubicBezTo>
                    <a:pt x="63" y="144"/>
                    <a:pt x="66" y="150"/>
                    <a:pt x="69" y="151"/>
                  </a:cubicBezTo>
                  <a:cubicBezTo>
                    <a:pt x="72" y="153"/>
                    <a:pt x="79" y="152"/>
                    <a:pt x="82" y="152"/>
                  </a:cubicBezTo>
                  <a:cubicBezTo>
                    <a:pt x="84" y="152"/>
                    <a:pt x="89" y="152"/>
                    <a:pt x="91" y="150"/>
                  </a:cubicBezTo>
                  <a:cubicBezTo>
                    <a:pt x="93" y="149"/>
                    <a:pt x="97" y="144"/>
                    <a:pt x="98" y="142"/>
                  </a:cubicBezTo>
                  <a:cubicBezTo>
                    <a:pt x="99" y="138"/>
                    <a:pt x="98" y="131"/>
                    <a:pt x="98" y="128"/>
                  </a:cubicBezTo>
                  <a:cubicBezTo>
                    <a:pt x="97" y="126"/>
                    <a:pt x="96" y="121"/>
                    <a:pt x="97" y="119"/>
                  </a:cubicBezTo>
                  <a:cubicBezTo>
                    <a:pt x="98" y="117"/>
                    <a:pt x="103" y="113"/>
                    <a:pt x="104" y="110"/>
                  </a:cubicBezTo>
                  <a:cubicBezTo>
                    <a:pt x="105" y="106"/>
                    <a:pt x="104" y="99"/>
                    <a:pt x="104" y="95"/>
                  </a:cubicBezTo>
                  <a:cubicBezTo>
                    <a:pt x="103" y="92"/>
                    <a:pt x="101" y="87"/>
                    <a:pt x="102" y="84"/>
                  </a:cubicBezTo>
                  <a:cubicBezTo>
                    <a:pt x="104" y="80"/>
                    <a:pt x="111" y="76"/>
                    <a:pt x="114" y="73"/>
                  </a:cubicBezTo>
                  <a:cubicBezTo>
                    <a:pt x="117" y="69"/>
                    <a:pt x="120" y="59"/>
                    <a:pt x="124" y="57"/>
                  </a:cubicBezTo>
                  <a:cubicBezTo>
                    <a:pt x="127" y="55"/>
                    <a:pt x="134" y="58"/>
                    <a:pt x="137" y="56"/>
                  </a:cubicBezTo>
                  <a:cubicBezTo>
                    <a:pt x="141" y="54"/>
                    <a:pt x="144" y="45"/>
                    <a:pt x="147" y="42"/>
                  </a:cubicBezTo>
                  <a:cubicBezTo>
                    <a:pt x="148" y="41"/>
                    <a:pt x="152" y="40"/>
                    <a:pt x="154" y="39"/>
                  </a:cubicBezTo>
                  <a:cubicBezTo>
                    <a:pt x="156" y="40"/>
                    <a:pt x="158" y="41"/>
                    <a:pt x="159" y="41"/>
                  </a:cubicBezTo>
                  <a:cubicBezTo>
                    <a:pt x="160" y="42"/>
                    <a:pt x="164" y="41"/>
                    <a:pt x="166" y="41"/>
                  </a:cubicBezTo>
                  <a:cubicBezTo>
                    <a:pt x="168" y="42"/>
                    <a:pt x="172" y="43"/>
                    <a:pt x="174" y="44"/>
                  </a:cubicBezTo>
                  <a:cubicBezTo>
                    <a:pt x="175" y="45"/>
                    <a:pt x="176" y="48"/>
                    <a:pt x="178" y="49"/>
                  </a:cubicBezTo>
                  <a:cubicBezTo>
                    <a:pt x="179" y="49"/>
                    <a:pt x="182" y="48"/>
                    <a:pt x="183" y="47"/>
                  </a:cubicBezTo>
                  <a:cubicBezTo>
                    <a:pt x="185" y="46"/>
                    <a:pt x="189" y="45"/>
                    <a:pt x="190" y="44"/>
                  </a:cubicBezTo>
                  <a:cubicBezTo>
                    <a:pt x="192" y="43"/>
                    <a:pt x="196" y="41"/>
                    <a:pt x="197" y="40"/>
                  </a:cubicBezTo>
                  <a:cubicBezTo>
                    <a:pt x="199" y="38"/>
                    <a:pt x="201" y="35"/>
                    <a:pt x="202" y="34"/>
                  </a:cubicBezTo>
                  <a:cubicBezTo>
                    <a:pt x="203" y="32"/>
                    <a:pt x="205" y="29"/>
                    <a:pt x="205" y="27"/>
                  </a:cubicBezTo>
                  <a:cubicBezTo>
                    <a:pt x="205" y="25"/>
                    <a:pt x="203" y="22"/>
                    <a:pt x="203" y="21"/>
                  </a:cubicBezTo>
                  <a:cubicBezTo>
                    <a:pt x="202" y="19"/>
                    <a:pt x="203" y="16"/>
                    <a:pt x="202" y="14"/>
                  </a:cubicBezTo>
                  <a:cubicBezTo>
                    <a:pt x="202" y="12"/>
                    <a:pt x="199" y="7"/>
                    <a:pt x="200" y="5"/>
                  </a:cubicBezTo>
                  <a:cubicBezTo>
                    <a:pt x="200" y="3"/>
                    <a:pt x="203" y="1"/>
                    <a:pt x="204" y="0"/>
                  </a:cubicBezTo>
                  <a:cubicBezTo>
                    <a:pt x="206" y="0"/>
                    <a:pt x="208" y="2"/>
                    <a:pt x="210" y="2"/>
                  </a:cubicBezTo>
                  <a:cubicBezTo>
                    <a:pt x="212" y="2"/>
                    <a:pt x="216" y="1"/>
                    <a:pt x="218" y="2"/>
                  </a:cubicBezTo>
                  <a:cubicBezTo>
                    <a:pt x="219" y="2"/>
                    <a:pt x="222" y="3"/>
                    <a:pt x="224" y="4"/>
                  </a:cubicBezTo>
                  <a:cubicBezTo>
                    <a:pt x="226" y="6"/>
                    <a:pt x="229" y="11"/>
                    <a:pt x="231" y="12"/>
                  </a:cubicBezTo>
                  <a:cubicBezTo>
                    <a:pt x="233" y="13"/>
                    <a:pt x="237" y="15"/>
                    <a:pt x="239" y="15"/>
                  </a:cubicBezTo>
                  <a:cubicBezTo>
                    <a:pt x="241" y="15"/>
                    <a:pt x="245" y="14"/>
                    <a:pt x="247" y="15"/>
                  </a:cubicBezTo>
                  <a:cubicBezTo>
                    <a:pt x="249" y="16"/>
                    <a:pt x="252" y="19"/>
                    <a:pt x="253" y="20"/>
                  </a:cubicBezTo>
                  <a:cubicBezTo>
                    <a:pt x="256" y="22"/>
                    <a:pt x="261" y="24"/>
                    <a:pt x="264" y="25"/>
                  </a:cubicBezTo>
                  <a:cubicBezTo>
                    <a:pt x="268" y="26"/>
                    <a:pt x="276" y="24"/>
                    <a:pt x="279" y="26"/>
                  </a:cubicBezTo>
                  <a:cubicBezTo>
                    <a:pt x="281" y="26"/>
                    <a:pt x="284" y="30"/>
                    <a:pt x="286" y="31"/>
                  </a:cubicBezTo>
                  <a:cubicBezTo>
                    <a:pt x="287" y="32"/>
                    <a:pt x="290" y="35"/>
                    <a:pt x="292" y="35"/>
                  </a:cubicBezTo>
                  <a:cubicBezTo>
                    <a:pt x="294" y="36"/>
                    <a:pt x="299" y="35"/>
                    <a:pt x="302" y="35"/>
                  </a:cubicBezTo>
                  <a:cubicBezTo>
                    <a:pt x="305" y="34"/>
                    <a:pt x="311" y="33"/>
                    <a:pt x="313" y="31"/>
                  </a:cubicBezTo>
                  <a:cubicBezTo>
                    <a:pt x="314" y="31"/>
                    <a:pt x="317" y="29"/>
                    <a:pt x="317" y="27"/>
                  </a:cubicBezTo>
                  <a:cubicBezTo>
                    <a:pt x="318" y="26"/>
                    <a:pt x="317" y="22"/>
                    <a:pt x="318" y="20"/>
                  </a:cubicBezTo>
                  <a:cubicBezTo>
                    <a:pt x="319" y="20"/>
                    <a:pt x="321" y="20"/>
                    <a:pt x="322" y="20"/>
                  </a:cubicBezTo>
                  <a:cubicBezTo>
                    <a:pt x="324" y="21"/>
                    <a:pt x="327" y="25"/>
                    <a:pt x="329" y="26"/>
                  </a:cubicBezTo>
                  <a:cubicBezTo>
                    <a:pt x="330" y="28"/>
                    <a:pt x="332" y="31"/>
                    <a:pt x="333" y="32"/>
                  </a:cubicBezTo>
                  <a:cubicBezTo>
                    <a:pt x="335" y="32"/>
                    <a:pt x="338" y="32"/>
                    <a:pt x="339" y="32"/>
                  </a:cubicBezTo>
                  <a:cubicBezTo>
                    <a:pt x="340" y="33"/>
                    <a:pt x="341" y="36"/>
                    <a:pt x="342" y="37"/>
                  </a:cubicBezTo>
                  <a:cubicBezTo>
                    <a:pt x="342" y="39"/>
                    <a:pt x="342" y="43"/>
                    <a:pt x="342" y="45"/>
                  </a:cubicBezTo>
                  <a:cubicBezTo>
                    <a:pt x="342" y="47"/>
                    <a:pt x="340" y="52"/>
                    <a:pt x="341" y="54"/>
                  </a:cubicBezTo>
                  <a:cubicBezTo>
                    <a:pt x="341" y="55"/>
                    <a:pt x="344" y="55"/>
                    <a:pt x="345" y="55"/>
                  </a:cubicBezTo>
                  <a:cubicBezTo>
                    <a:pt x="345" y="56"/>
                    <a:pt x="347" y="55"/>
                    <a:pt x="348" y="55"/>
                  </a:cubicBezTo>
                  <a:cubicBezTo>
                    <a:pt x="349" y="55"/>
                    <a:pt x="351" y="57"/>
                    <a:pt x="352" y="58"/>
                  </a:cubicBezTo>
                  <a:cubicBezTo>
                    <a:pt x="353" y="59"/>
                    <a:pt x="354" y="61"/>
                    <a:pt x="356" y="62"/>
                  </a:cubicBezTo>
                  <a:cubicBezTo>
                    <a:pt x="358" y="62"/>
                    <a:pt x="362" y="61"/>
                    <a:pt x="364" y="61"/>
                  </a:cubicBezTo>
                  <a:cubicBezTo>
                    <a:pt x="366" y="61"/>
                    <a:pt x="370" y="60"/>
                    <a:pt x="371" y="61"/>
                  </a:cubicBezTo>
                  <a:cubicBezTo>
                    <a:pt x="373" y="62"/>
                    <a:pt x="375" y="68"/>
                    <a:pt x="377" y="70"/>
                  </a:cubicBezTo>
                  <a:cubicBezTo>
                    <a:pt x="378" y="72"/>
                    <a:pt x="381" y="77"/>
                    <a:pt x="382" y="79"/>
                  </a:cubicBezTo>
                  <a:cubicBezTo>
                    <a:pt x="384" y="80"/>
                    <a:pt x="387" y="82"/>
                    <a:pt x="389" y="83"/>
                  </a:cubicBezTo>
                  <a:cubicBezTo>
                    <a:pt x="391" y="83"/>
                    <a:pt x="396" y="83"/>
                    <a:pt x="398" y="83"/>
                  </a:cubicBezTo>
                  <a:cubicBezTo>
                    <a:pt x="400" y="83"/>
                    <a:pt x="403" y="83"/>
                    <a:pt x="405" y="83"/>
                  </a:cubicBezTo>
                  <a:cubicBezTo>
                    <a:pt x="407" y="84"/>
                    <a:pt x="409" y="87"/>
                    <a:pt x="411" y="89"/>
                  </a:cubicBezTo>
                  <a:cubicBezTo>
                    <a:pt x="411" y="89"/>
                    <a:pt x="412" y="91"/>
                    <a:pt x="413" y="92"/>
                  </a:cubicBezTo>
                  <a:cubicBezTo>
                    <a:pt x="414" y="92"/>
                    <a:pt x="417" y="90"/>
                    <a:pt x="418" y="91"/>
                  </a:cubicBezTo>
                  <a:cubicBezTo>
                    <a:pt x="419" y="92"/>
                    <a:pt x="420" y="94"/>
                    <a:pt x="420" y="96"/>
                  </a:cubicBezTo>
                  <a:cubicBezTo>
                    <a:pt x="419" y="97"/>
                    <a:pt x="417" y="98"/>
                    <a:pt x="417" y="99"/>
                  </a:cubicBezTo>
                  <a:cubicBezTo>
                    <a:pt x="416" y="101"/>
                    <a:pt x="416" y="104"/>
                    <a:pt x="416" y="106"/>
                  </a:cubicBezTo>
                  <a:cubicBezTo>
                    <a:pt x="416" y="107"/>
                    <a:pt x="417" y="110"/>
                    <a:pt x="418" y="111"/>
                  </a:cubicBezTo>
                  <a:cubicBezTo>
                    <a:pt x="418" y="112"/>
                    <a:pt x="421" y="112"/>
                    <a:pt x="423" y="112"/>
                  </a:cubicBezTo>
                  <a:cubicBezTo>
                    <a:pt x="424" y="113"/>
                    <a:pt x="427" y="114"/>
                    <a:pt x="428" y="115"/>
                  </a:cubicBezTo>
                  <a:cubicBezTo>
                    <a:pt x="429" y="115"/>
                    <a:pt x="432" y="117"/>
                    <a:pt x="433" y="117"/>
                  </a:cubicBezTo>
                  <a:cubicBezTo>
                    <a:pt x="434" y="117"/>
                    <a:pt x="435" y="115"/>
                    <a:pt x="435" y="114"/>
                  </a:cubicBezTo>
                  <a:cubicBezTo>
                    <a:pt x="436" y="113"/>
                    <a:pt x="435" y="109"/>
                    <a:pt x="435" y="108"/>
                  </a:cubicBezTo>
                  <a:cubicBezTo>
                    <a:pt x="435" y="107"/>
                    <a:pt x="433" y="104"/>
                    <a:pt x="433" y="103"/>
                  </a:cubicBezTo>
                  <a:cubicBezTo>
                    <a:pt x="433" y="102"/>
                    <a:pt x="436" y="101"/>
                    <a:pt x="438" y="100"/>
                  </a:cubicBezTo>
                  <a:cubicBezTo>
                    <a:pt x="439" y="100"/>
                    <a:pt x="441" y="100"/>
                    <a:pt x="442" y="100"/>
                  </a:cubicBezTo>
                  <a:cubicBezTo>
                    <a:pt x="443" y="100"/>
                    <a:pt x="445" y="101"/>
                    <a:pt x="445" y="101"/>
                  </a:cubicBezTo>
                  <a:cubicBezTo>
                    <a:pt x="446" y="102"/>
                    <a:pt x="448" y="103"/>
                    <a:pt x="448" y="104"/>
                  </a:cubicBezTo>
                  <a:cubicBezTo>
                    <a:pt x="448" y="106"/>
                    <a:pt x="446" y="108"/>
                    <a:pt x="446" y="109"/>
                  </a:cubicBezTo>
                  <a:cubicBezTo>
                    <a:pt x="445" y="110"/>
                    <a:pt x="443" y="111"/>
                    <a:pt x="442" y="112"/>
                  </a:cubicBezTo>
                  <a:cubicBezTo>
                    <a:pt x="441" y="114"/>
                    <a:pt x="440" y="116"/>
                    <a:pt x="439" y="118"/>
                  </a:cubicBezTo>
                  <a:cubicBezTo>
                    <a:pt x="439" y="119"/>
                    <a:pt x="438" y="122"/>
                    <a:pt x="438" y="123"/>
                  </a:cubicBezTo>
                  <a:cubicBezTo>
                    <a:pt x="439" y="125"/>
                    <a:pt x="443" y="127"/>
                    <a:pt x="445" y="129"/>
                  </a:cubicBezTo>
                  <a:cubicBezTo>
                    <a:pt x="446" y="130"/>
                    <a:pt x="447" y="132"/>
                    <a:pt x="448" y="133"/>
                  </a:cubicBezTo>
                  <a:cubicBezTo>
                    <a:pt x="450" y="133"/>
                    <a:pt x="453" y="133"/>
                    <a:pt x="455" y="132"/>
                  </a:cubicBezTo>
                  <a:cubicBezTo>
                    <a:pt x="456" y="132"/>
                    <a:pt x="459" y="130"/>
                    <a:pt x="460" y="130"/>
                  </a:cubicBezTo>
                  <a:cubicBezTo>
                    <a:pt x="461" y="130"/>
                    <a:pt x="464" y="131"/>
                    <a:pt x="465" y="132"/>
                  </a:cubicBezTo>
                  <a:cubicBezTo>
                    <a:pt x="466" y="133"/>
                    <a:pt x="467" y="136"/>
                    <a:pt x="467" y="137"/>
                  </a:cubicBezTo>
                  <a:cubicBezTo>
                    <a:pt x="468" y="139"/>
                    <a:pt x="466" y="144"/>
                    <a:pt x="467" y="147"/>
                  </a:cubicBezTo>
                  <a:cubicBezTo>
                    <a:pt x="467" y="148"/>
                    <a:pt x="469" y="151"/>
                    <a:pt x="469" y="152"/>
                  </a:cubicBezTo>
                  <a:cubicBezTo>
                    <a:pt x="469" y="155"/>
                    <a:pt x="470" y="162"/>
                    <a:pt x="469" y="165"/>
                  </a:cubicBezTo>
                  <a:cubicBezTo>
                    <a:pt x="469" y="167"/>
                    <a:pt x="468" y="171"/>
                    <a:pt x="468" y="173"/>
                  </a:cubicBezTo>
                  <a:cubicBezTo>
                    <a:pt x="468" y="175"/>
                    <a:pt x="470" y="178"/>
                    <a:pt x="471" y="180"/>
                  </a:cubicBezTo>
                  <a:cubicBezTo>
                    <a:pt x="472" y="182"/>
                    <a:pt x="474" y="185"/>
                    <a:pt x="476" y="185"/>
                  </a:cubicBezTo>
                  <a:cubicBezTo>
                    <a:pt x="476" y="185"/>
                    <a:pt x="475" y="187"/>
                    <a:pt x="473" y="188"/>
                  </a:cubicBezTo>
                  <a:cubicBezTo>
                    <a:pt x="471" y="190"/>
                    <a:pt x="467" y="192"/>
                    <a:pt x="466" y="193"/>
                  </a:cubicBezTo>
                  <a:cubicBezTo>
                    <a:pt x="464" y="194"/>
                    <a:pt x="461" y="198"/>
                    <a:pt x="459" y="199"/>
                  </a:cubicBezTo>
                  <a:cubicBezTo>
                    <a:pt x="457" y="199"/>
                    <a:pt x="454" y="198"/>
                    <a:pt x="453" y="199"/>
                  </a:cubicBezTo>
                  <a:cubicBezTo>
                    <a:pt x="451" y="199"/>
                    <a:pt x="448" y="202"/>
                    <a:pt x="447" y="203"/>
                  </a:cubicBezTo>
                  <a:cubicBezTo>
                    <a:pt x="445" y="204"/>
                    <a:pt x="441" y="206"/>
                    <a:pt x="440" y="207"/>
                  </a:cubicBezTo>
                  <a:cubicBezTo>
                    <a:pt x="440" y="207"/>
                    <a:pt x="436" y="208"/>
                    <a:pt x="435" y="209"/>
                  </a:cubicBezTo>
                  <a:cubicBezTo>
                    <a:pt x="433" y="211"/>
                    <a:pt x="430" y="214"/>
                    <a:pt x="428" y="215"/>
                  </a:cubicBezTo>
                  <a:cubicBezTo>
                    <a:pt x="428" y="216"/>
                    <a:pt x="426" y="217"/>
                    <a:pt x="426" y="217"/>
                  </a:cubicBezTo>
                  <a:cubicBezTo>
                    <a:pt x="424" y="218"/>
                    <a:pt x="421" y="218"/>
                    <a:pt x="419" y="219"/>
                  </a:cubicBezTo>
                  <a:cubicBezTo>
                    <a:pt x="418" y="219"/>
                    <a:pt x="416" y="221"/>
                    <a:pt x="416" y="222"/>
                  </a:cubicBezTo>
                  <a:cubicBezTo>
                    <a:pt x="416" y="223"/>
                    <a:pt x="418" y="225"/>
                    <a:pt x="419" y="226"/>
                  </a:cubicBezTo>
                  <a:cubicBezTo>
                    <a:pt x="420" y="227"/>
                    <a:pt x="422" y="229"/>
                    <a:pt x="423" y="230"/>
                  </a:cubicBezTo>
                  <a:cubicBezTo>
                    <a:pt x="425" y="232"/>
                    <a:pt x="426" y="236"/>
                    <a:pt x="427" y="238"/>
                  </a:cubicBezTo>
                  <a:cubicBezTo>
                    <a:pt x="429" y="240"/>
                    <a:pt x="432" y="243"/>
                    <a:pt x="434" y="244"/>
                  </a:cubicBezTo>
                  <a:cubicBezTo>
                    <a:pt x="436" y="244"/>
                    <a:pt x="440" y="244"/>
                    <a:pt x="442" y="244"/>
                  </a:cubicBezTo>
                  <a:cubicBezTo>
                    <a:pt x="443" y="244"/>
                    <a:pt x="444" y="243"/>
                    <a:pt x="445" y="243"/>
                  </a:cubicBezTo>
                  <a:cubicBezTo>
                    <a:pt x="447" y="243"/>
                    <a:pt x="450" y="241"/>
                    <a:pt x="451" y="241"/>
                  </a:cubicBezTo>
                  <a:cubicBezTo>
                    <a:pt x="453" y="241"/>
                    <a:pt x="455" y="243"/>
                    <a:pt x="455" y="244"/>
                  </a:cubicBezTo>
                  <a:cubicBezTo>
                    <a:pt x="456" y="245"/>
                    <a:pt x="455" y="249"/>
                    <a:pt x="455" y="251"/>
                  </a:cubicBezTo>
                  <a:cubicBezTo>
                    <a:pt x="456" y="252"/>
                    <a:pt x="456" y="255"/>
                    <a:pt x="457" y="257"/>
                  </a:cubicBezTo>
                  <a:cubicBezTo>
                    <a:pt x="458" y="258"/>
                    <a:pt x="461" y="260"/>
                    <a:pt x="463" y="261"/>
                  </a:cubicBezTo>
                  <a:cubicBezTo>
                    <a:pt x="464" y="261"/>
                    <a:pt x="468" y="260"/>
                    <a:pt x="470" y="261"/>
                  </a:cubicBezTo>
                  <a:cubicBezTo>
                    <a:pt x="470" y="262"/>
                    <a:pt x="470" y="265"/>
                    <a:pt x="470" y="266"/>
                  </a:cubicBezTo>
                  <a:cubicBezTo>
                    <a:pt x="470" y="267"/>
                    <a:pt x="468" y="270"/>
                    <a:pt x="468" y="271"/>
                  </a:cubicBezTo>
                  <a:cubicBezTo>
                    <a:pt x="469" y="273"/>
                    <a:pt x="472" y="273"/>
                    <a:pt x="473" y="274"/>
                  </a:cubicBezTo>
                  <a:cubicBezTo>
                    <a:pt x="475" y="274"/>
                    <a:pt x="479" y="275"/>
                    <a:pt x="481" y="276"/>
                  </a:cubicBezTo>
                  <a:cubicBezTo>
                    <a:pt x="482" y="277"/>
                    <a:pt x="484" y="279"/>
                    <a:pt x="485" y="28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91"/>
            <p:cNvSpPr>
              <a:spLocks/>
            </p:cNvSpPr>
            <p:nvPr/>
          </p:nvSpPr>
          <p:spPr bwMode="auto">
            <a:xfrm>
              <a:off x="1447800" y="2668588"/>
              <a:ext cx="752475" cy="869950"/>
            </a:xfrm>
            <a:custGeom>
              <a:avLst/>
              <a:gdLst/>
              <a:ahLst/>
              <a:cxnLst>
                <a:cxn ang="0">
                  <a:pos x="427" y="52"/>
                </a:cxn>
                <a:cxn ang="0">
                  <a:pos x="441" y="61"/>
                </a:cxn>
                <a:cxn ang="0">
                  <a:pos x="461" y="72"/>
                </a:cxn>
                <a:cxn ang="0">
                  <a:pos x="460" y="105"/>
                </a:cxn>
                <a:cxn ang="0">
                  <a:pos x="458" y="135"/>
                </a:cxn>
                <a:cxn ang="0">
                  <a:pos x="482" y="150"/>
                </a:cxn>
                <a:cxn ang="0">
                  <a:pos x="494" y="184"/>
                </a:cxn>
                <a:cxn ang="0">
                  <a:pos x="454" y="192"/>
                </a:cxn>
                <a:cxn ang="0">
                  <a:pos x="437" y="219"/>
                </a:cxn>
                <a:cxn ang="0">
                  <a:pos x="391" y="237"/>
                </a:cxn>
                <a:cxn ang="0">
                  <a:pos x="387" y="273"/>
                </a:cxn>
                <a:cxn ang="0">
                  <a:pos x="396" y="299"/>
                </a:cxn>
                <a:cxn ang="0">
                  <a:pos x="400" y="343"/>
                </a:cxn>
                <a:cxn ang="0">
                  <a:pos x="388" y="359"/>
                </a:cxn>
                <a:cxn ang="0">
                  <a:pos x="400" y="398"/>
                </a:cxn>
                <a:cxn ang="0">
                  <a:pos x="381" y="404"/>
                </a:cxn>
                <a:cxn ang="0">
                  <a:pos x="364" y="401"/>
                </a:cxn>
                <a:cxn ang="0">
                  <a:pos x="345" y="392"/>
                </a:cxn>
                <a:cxn ang="0">
                  <a:pos x="317" y="389"/>
                </a:cxn>
                <a:cxn ang="0">
                  <a:pos x="290" y="388"/>
                </a:cxn>
                <a:cxn ang="0">
                  <a:pos x="253" y="397"/>
                </a:cxn>
                <a:cxn ang="0">
                  <a:pos x="243" y="426"/>
                </a:cxn>
                <a:cxn ang="0">
                  <a:pos x="227" y="452"/>
                </a:cxn>
                <a:cxn ang="0">
                  <a:pos x="235" y="456"/>
                </a:cxn>
                <a:cxn ang="0">
                  <a:pos x="223" y="467"/>
                </a:cxn>
                <a:cxn ang="0">
                  <a:pos x="204" y="485"/>
                </a:cxn>
                <a:cxn ang="0">
                  <a:pos x="198" y="510"/>
                </a:cxn>
                <a:cxn ang="0">
                  <a:pos x="192" y="555"/>
                </a:cxn>
                <a:cxn ang="0">
                  <a:pos x="129" y="552"/>
                </a:cxn>
                <a:cxn ang="0">
                  <a:pos x="114" y="469"/>
                </a:cxn>
                <a:cxn ang="0">
                  <a:pos x="110" y="410"/>
                </a:cxn>
                <a:cxn ang="0">
                  <a:pos x="75" y="380"/>
                </a:cxn>
                <a:cxn ang="0">
                  <a:pos x="47" y="300"/>
                </a:cxn>
                <a:cxn ang="0">
                  <a:pos x="15" y="231"/>
                </a:cxn>
                <a:cxn ang="0">
                  <a:pos x="8" y="186"/>
                </a:cxn>
                <a:cxn ang="0">
                  <a:pos x="1" y="61"/>
                </a:cxn>
                <a:cxn ang="0">
                  <a:pos x="17" y="55"/>
                </a:cxn>
                <a:cxn ang="0">
                  <a:pos x="17" y="72"/>
                </a:cxn>
                <a:cxn ang="0">
                  <a:pos x="33" y="87"/>
                </a:cxn>
                <a:cxn ang="0">
                  <a:pos x="62" y="75"/>
                </a:cxn>
                <a:cxn ang="0">
                  <a:pos x="85" y="79"/>
                </a:cxn>
                <a:cxn ang="0">
                  <a:pos x="91" y="72"/>
                </a:cxn>
                <a:cxn ang="0">
                  <a:pos x="88" y="59"/>
                </a:cxn>
                <a:cxn ang="0">
                  <a:pos x="100" y="44"/>
                </a:cxn>
                <a:cxn ang="0">
                  <a:pos x="119" y="66"/>
                </a:cxn>
                <a:cxn ang="0">
                  <a:pos x="141" y="74"/>
                </a:cxn>
                <a:cxn ang="0">
                  <a:pos x="152" y="64"/>
                </a:cxn>
                <a:cxn ang="0">
                  <a:pos x="130" y="46"/>
                </a:cxn>
                <a:cxn ang="0">
                  <a:pos x="184" y="52"/>
                </a:cxn>
                <a:cxn ang="0">
                  <a:pos x="219" y="52"/>
                </a:cxn>
                <a:cxn ang="0">
                  <a:pos x="244" y="33"/>
                </a:cxn>
                <a:cxn ang="0">
                  <a:pos x="271" y="12"/>
                </a:cxn>
                <a:cxn ang="0">
                  <a:pos x="301" y="27"/>
                </a:cxn>
                <a:cxn ang="0">
                  <a:pos x="338" y="21"/>
                </a:cxn>
                <a:cxn ang="0">
                  <a:pos x="361" y="7"/>
                </a:cxn>
                <a:cxn ang="0">
                  <a:pos x="381" y="5"/>
                </a:cxn>
                <a:cxn ang="0">
                  <a:pos x="410" y="26"/>
                </a:cxn>
              </a:cxnLst>
              <a:rect l="0" t="0" r="r" b="b"/>
              <a:pathLst>
                <a:path w="494" h="570">
                  <a:moveTo>
                    <a:pt x="418" y="27"/>
                  </a:moveTo>
                  <a:cubicBezTo>
                    <a:pt x="419" y="28"/>
                    <a:pt x="420" y="31"/>
                    <a:pt x="421" y="33"/>
                  </a:cubicBezTo>
                  <a:cubicBezTo>
                    <a:pt x="423" y="35"/>
                    <a:pt x="427" y="39"/>
                    <a:pt x="428" y="42"/>
                  </a:cubicBezTo>
                  <a:cubicBezTo>
                    <a:pt x="428" y="45"/>
                    <a:pt x="426" y="50"/>
                    <a:pt x="427" y="52"/>
                  </a:cubicBezTo>
                  <a:cubicBezTo>
                    <a:pt x="428" y="54"/>
                    <a:pt x="431" y="55"/>
                    <a:pt x="432" y="54"/>
                  </a:cubicBezTo>
                  <a:cubicBezTo>
                    <a:pt x="433" y="54"/>
                    <a:pt x="435" y="51"/>
                    <a:pt x="436" y="51"/>
                  </a:cubicBezTo>
                  <a:cubicBezTo>
                    <a:pt x="438" y="51"/>
                    <a:pt x="440" y="53"/>
                    <a:pt x="441" y="54"/>
                  </a:cubicBezTo>
                  <a:cubicBezTo>
                    <a:pt x="442" y="55"/>
                    <a:pt x="440" y="59"/>
                    <a:pt x="441" y="61"/>
                  </a:cubicBezTo>
                  <a:cubicBezTo>
                    <a:pt x="442" y="62"/>
                    <a:pt x="446" y="65"/>
                    <a:pt x="448" y="65"/>
                  </a:cubicBezTo>
                  <a:cubicBezTo>
                    <a:pt x="449" y="65"/>
                    <a:pt x="451" y="63"/>
                    <a:pt x="452" y="63"/>
                  </a:cubicBezTo>
                  <a:cubicBezTo>
                    <a:pt x="453" y="63"/>
                    <a:pt x="457" y="63"/>
                    <a:pt x="459" y="64"/>
                  </a:cubicBezTo>
                  <a:cubicBezTo>
                    <a:pt x="460" y="65"/>
                    <a:pt x="460" y="70"/>
                    <a:pt x="461" y="72"/>
                  </a:cubicBezTo>
                  <a:cubicBezTo>
                    <a:pt x="462" y="75"/>
                    <a:pt x="468" y="81"/>
                    <a:pt x="470" y="85"/>
                  </a:cubicBezTo>
                  <a:cubicBezTo>
                    <a:pt x="471" y="87"/>
                    <a:pt x="474" y="90"/>
                    <a:pt x="474" y="92"/>
                  </a:cubicBezTo>
                  <a:cubicBezTo>
                    <a:pt x="474" y="95"/>
                    <a:pt x="471" y="99"/>
                    <a:pt x="469" y="101"/>
                  </a:cubicBezTo>
                  <a:cubicBezTo>
                    <a:pt x="467" y="103"/>
                    <a:pt x="462" y="103"/>
                    <a:pt x="460" y="105"/>
                  </a:cubicBezTo>
                  <a:cubicBezTo>
                    <a:pt x="458" y="106"/>
                    <a:pt x="454" y="110"/>
                    <a:pt x="453" y="112"/>
                  </a:cubicBezTo>
                  <a:cubicBezTo>
                    <a:pt x="452" y="114"/>
                    <a:pt x="450" y="120"/>
                    <a:pt x="450" y="122"/>
                  </a:cubicBezTo>
                  <a:cubicBezTo>
                    <a:pt x="451" y="124"/>
                    <a:pt x="454" y="127"/>
                    <a:pt x="455" y="128"/>
                  </a:cubicBezTo>
                  <a:cubicBezTo>
                    <a:pt x="456" y="130"/>
                    <a:pt x="457" y="133"/>
                    <a:pt x="458" y="135"/>
                  </a:cubicBezTo>
                  <a:cubicBezTo>
                    <a:pt x="460" y="137"/>
                    <a:pt x="463" y="139"/>
                    <a:pt x="464" y="141"/>
                  </a:cubicBezTo>
                  <a:cubicBezTo>
                    <a:pt x="466" y="143"/>
                    <a:pt x="468" y="148"/>
                    <a:pt x="470" y="149"/>
                  </a:cubicBezTo>
                  <a:cubicBezTo>
                    <a:pt x="471" y="150"/>
                    <a:pt x="474" y="151"/>
                    <a:pt x="476" y="151"/>
                  </a:cubicBezTo>
                  <a:cubicBezTo>
                    <a:pt x="477" y="152"/>
                    <a:pt x="481" y="150"/>
                    <a:pt x="482" y="150"/>
                  </a:cubicBezTo>
                  <a:cubicBezTo>
                    <a:pt x="484" y="151"/>
                    <a:pt x="485" y="155"/>
                    <a:pt x="485" y="157"/>
                  </a:cubicBezTo>
                  <a:cubicBezTo>
                    <a:pt x="486" y="160"/>
                    <a:pt x="485" y="167"/>
                    <a:pt x="486" y="170"/>
                  </a:cubicBezTo>
                  <a:cubicBezTo>
                    <a:pt x="487" y="172"/>
                    <a:pt x="490" y="177"/>
                    <a:pt x="491" y="179"/>
                  </a:cubicBezTo>
                  <a:cubicBezTo>
                    <a:pt x="492" y="180"/>
                    <a:pt x="493" y="182"/>
                    <a:pt x="494" y="184"/>
                  </a:cubicBezTo>
                  <a:cubicBezTo>
                    <a:pt x="490" y="184"/>
                    <a:pt x="484" y="186"/>
                    <a:pt x="482" y="187"/>
                  </a:cubicBezTo>
                  <a:cubicBezTo>
                    <a:pt x="480" y="188"/>
                    <a:pt x="478" y="192"/>
                    <a:pt x="476" y="193"/>
                  </a:cubicBezTo>
                  <a:cubicBezTo>
                    <a:pt x="472" y="195"/>
                    <a:pt x="465" y="194"/>
                    <a:pt x="461" y="194"/>
                  </a:cubicBezTo>
                  <a:cubicBezTo>
                    <a:pt x="459" y="193"/>
                    <a:pt x="456" y="192"/>
                    <a:pt x="454" y="192"/>
                  </a:cubicBezTo>
                  <a:cubicBezTo>
                    <a:pt x="452" y="192"/>
                    <a:pt x="447" y="194"/>
                    <a:pt x="445" y="196"/>
                  </a:cubicBezTo>
                  <a:cubicBezTo>
                    <a:pt x="443" y="197"/>
                    <a:pt x="439" y="199"/>
                    <a:pt x="439" y="201"/>
                  </a:cubicBezTo>
                  <a:cubicBezTo>
                    <a:pt x="438" y="204"/>
                    <a:pt x="443" y="207"/>
                    <a:pt x="443" y="210"/>
                  </a:cubicBezTo>
                  <a:cubicBezTo>
                    <a:pt x="442" y="212"/>
                    <a:pt x="439" y="217"/>
                    <a:pt x="437" y="219"/>
                  </a:cubicBezTo>
                  <a:cubicBezTo>
                    <a:pt x="434" y="222"/>
                    <a:pt x="427" y="227"/>
                    <a:pt x="423" y="229"/>
                  </a:cubicBezTo>
                  <a:cubicBezTo>
                    <a:pt x="420" y="231"/>
                    <a:pt x="414" y="234"/>
                    <a:pt x="411" y="234"/>
                  </a:cubicBezTo>
                  <a:cubicBezTo>
                    <a:pt x="409" y="234"/>
                    <a:pt x="405" y="231"/>
                    <a:pt x="403" y="231"/>
                  </a:cubicBezTo>
                  <a:cubicBezTo>
                    <a:pt x="400" y="232"/>
                    <a:pt x="393" y="234"/>
                    <a:pt x="391" y="237"/>
                  </a:cubicBezTo>
                  <a:cubicBezTo>
                    <a:pt x="390" y="239"/>
                    <a:pt x="391" y="245"/>
                    <a:pt x="392" y="248"/>
                  </a:cubicBezTo>
                  <a:cubicBezTo>
                    <a:pt x="393" y="250"/>
                    <a:pt x="397" y="254"/>
                    <a:pt x="398" y="256"/>
                  </a:cubicBezTo>
                  <a:cubicBezTo>
                    <a:pt x="399" y="259"/>
                    <a:pt x="399" y="266"/>
                    <a:pt x="397" y="268"/>
                  </a:cubicBezTo>
                  <a:cubicBezTo>
                    <a:pt x="396" y="270"/>
                    <a:pt x="389" y="271"/>
                    <a:pt x="387" y="273"/>
                  </a:cubicBezTo>
                  <a:cubicBezTo>
                    <a:pt x="384" y="274"/>
                    <a:pt x="380" y="279"/>
                    <a:pt x="380" y="281"/>
                  </a:cubicBezTo>
                  <a:cubicBezTo>
                    <a:pt x="379" y="283"/>
                    <a:pt x="381" y="287"/>
                    <a:pt x="382" y="288"/>
                  </a:cubicBezTo>
                  <a:cubicBezTo>
                    <a:pt x="384" y="289"/>
                    <a:pt x="389" y="288"/>
                    <a:pt x="391" y="289"/>
                  </a:cubicBezTo>
                  <a:cubicBezTo>
                    <a:pt x="393" y="291"/>
                    <a:pt x="394" y="297"/>
                    <a:pt x="396" y="299"/>
                  </a:cubicBezTo>
                  <a:cubicBezTo>
                    <a:pt x="398" y="302"/>
                    <a:pt x="405" y="304"/>
                    <a:pt x="407" y="307"/>
                  </a:cubicBezTo>
                  <a:cubicBezTo>
                    <a:pt x="409" y="309"/>
                    <a:pt x="410" y="315"/>
                    <a:pt x="409" y="318"/>
                  </a:cubicBezTo>
                  <a:cubicBezTo>
                    <a:pt x="409" y="321"/>
                    <a:pt x="404" y="326"/>
                    <a:pt x="402" y="329"/>
                  </a:cubicBezTo>
                  <a:cubicBezTo>
                    <a:pt x="401" y="332"/>
                    <a:pt x="400" y="339"/>
                    <a:pt x="400" y="343"/>
                  </a:cubicBezTo>
                  <a:cubicBezTo>
                    <a:pt x="400" y="346"/>
                    <a:pt x="403" y="354"/>
                    <a:pt x="402" y="357"/>
                  </a:cubicBezTo>
                  <a:cubicBezTo>
                    <a:pt x="402" y="359"/>
                    <a:pt x="400" y="363"/>
                    <a:pt x="398" y="364"/>
                  </a:cubicBezTo>
                  <a:cubicBezTo>
                    <a:pt x="397" y="364"/>
                    <a:pt x="394" y="364"/>
                    <a:pt x="393" y="364"/>
                  </a:cubicBezTo>
                  <a:cubicBezTo>
                    <a:pt x="392" y="363"/>
                    <a:pt x="390" y="360"/>
                    <a:pt x="388" y="359"/>
                  </a:cubicBezTo>
                  <a:cubicBezTo>
                    <a:pt x="387" y="359"/>
                    <a:pt x="382" y="359"/>
                    <a:pt x="380" y="360"/>
                  </a:cubicBezTo>
                  <a:cubicBezTo>
                    <a:pt x="378" y="362"/>
                    <a:pt x="377" y="368"/>
                    <a:pt x="377" y="371"/>
                  </a:cubicBezTo>
                  <a:cubicBezTo>
                    <a:pt x="378" y="376"/>
                    <a:pt x="384" y="382"/>
                    <a:pt x="386" y="386"/>
                  </a:cubicBezTo>
                  <a:cubicBezTo>
                    <a:pt x="389" y="389"/>
                    <a:pt x="399" y="393"/>
                    <a:pt x="400" y="398"/>
                  </a:cubicBezTo>
                  <a:cubicBezTo>
                    <a:pt x="400" y="399"/>
                    <a:pt x="399" y="401"/>
                    <a:pt x="398" y="401"/>
                  </a:cubicBezTo>
                  <a:cubicBezTo>
                    <a:pt x="396" y="402"/>
                    <a:pt x="393" y="403"/>
                    <a:pt x="391" y="403"/>
                  </a:cubicBezTo>
                  <a:cubicBezTo>
                    <a:pt x="390" y="404"/>
                    <a:pt x="387" y="406"/>
                    <a:pt x="385" y="406"/>
                  </a:cubicBezTo>
                  <a:cubicBezTo>
                    <a:pt x="384" y="406"/>
                    <a:pt x="382" y="405"/>
                    <a:pt x="381" y="404"/>
                  </a:cubicBezTo>
                  <a:cubicBezTo>
                    <a:pt x="380" y="404"/>
                    <a:pt x="378" y="402"/>
                    <a:pt x="377" y="401"/>
                  </a:cubicBezTo>
                  <a:cubicBezTo>
                    <a:pt x="375" y="401"/>
                    <a:pt x="372" y="401"/>
                    <a:pt x="371" y="402"/>
                  </a:cubicBezTo>
                  <a:cubicBezTo>
                    <a:pt x="370" y="403"/>
                    <a:pt x="370" y="404"/>
                    <a:pt x="369" y="405"/>
                  </a:cubicBezTo>
                  <a:cubicBezTo>
                    <a:pt x="368" y="405"/>
                    <a:pt x="364" y="401"/>
                    <a:pt x="364" y="401"/>
                  </a:cubicBezTo>
                  <a:cubicBezTo>
                    <a:pt x="364" y="401"/>
                    <a:pt x="359" y="402"/>
                    <a:pt x="357" y="401"/>
                  </a:cubicBezTo>
                  <a:cubicBezTo>
                    <a:pt x="356" y="401"/>
                    <a:pt x="355" y="399"/>
                    <a:pt x="353" y="398"/>
                  </a:cubicBezTo>
                  <a:cubicBezTo>
                    <a:pt x="352" y="398"/>
                    <a:pt x="350" y="395"/>
                    <a:pt x="348" y="393"/>
                  </a:cubicBezTo>
                  <a:cubicBezTo>
                    <a:pt x="348" y="393"/>
                    <a:pt x="346" y="392"/>
                    <a:pt x="345" y="392"/>
                  </a:cubicBezTo>
                  <a:cubicBezTo>
                    <a:pt x="343" y="391"/>
                    <a:pt x="339" y="391"/>
                    <a:pt x="337" y="391"/>
                  </a:cubicBezTo>
                  <a:cubicBezTo>
                    <a:pt x="335" y="391"/>
                    <a:pt x="330" y="390"/>
                    <a:pt x="328" y="390"/>
                  </a:cubicBezTo>
                  <a:cubicBezTo>
                    <a:pt x="327" y="390"/>
                    <a:pt x="325" y="389"/>
                    <a:pt x="324" y="388"/>
                  </a:cubicBezTo>
                  <a:cubicBezTo>
                    <a:pt x="322" y="388"/>
                    <a:pt x="318" y="389"/>
                    <a:pt x="317" y="389"/>
                  </a:cubicBezTo>
                  <a:cubicBezTo>
                    <a:pt x="315" y="388"/>
                    <a:pt x="312" y="385"/>
                    <a:pt x="311" y="384"/>
                  </a:cubicBezTo>
                  <a:cubicBezTo>
                    <a:pt x="310" y="384"/>
                    <a:pt x="307" y="383"/>
                    <a:pt x="306" y="383"/>
                  </a:cubicBezTo>
                  <a:cubicBezTo>
                    <a:pt x="303" y="383"/>
                    <a:pt x="298" y="384"/>
                    <a:pt x="296" y="384"/>
                  </a:cubicBezTo>
                  <a:cubicBezTo>
                    <a:pt x="294" y="385"/>
                    <a:pt x="291" y="387"/>
                    <a:pt x="290" y="388"/>
                  </a:cubicBezTo>
                  <a:cubicBezTo>
                    <a:pt x="288" y="389"/>
                    <a:pt x="285" y="392"/>
                    <a:pt x="282" y="392"/>
                  </a:cubicBezTo>
                  <a:cubicBezTo>
                    <a:pt x="281" y="393"/>
                    <a:pt x="276" y="393"/>
                    <a:pt x="274" y="393"/>
                  </a:cubicBezTo>
                  <a:cubicBezTo>
                    <a:pt x="271" y="394"/>
                    <a:pt x="267" y="399"/>
                    <a:pt x="263" y="399"/>
                  </a:cubicBezTo>
                  <a:cubicBezTo>
                    <a:pt x="261" y="400"/>
                    <a:pt x="255" y="397"/>
                    <a:pt x="253" y="397"/>
                  </a:cubicBezTo>
                  <a:cubicBezTo>
                    <a:pt x="249" y="396"/>
                    <a:pt x="241" y="396"/>
                    <a:pt x="239" y="399"/>
                  </a:cubicBezTo>
                  <a:cubicBezTo>
                    <a:pt x="237" y="400"/>
                    <a:pt x="236" y="405"/>
                    <a:pt x="237" y="407"/>
                  </a:cubicBezTo>
                  <a:cubicBezTo>
                    <a:pt x="237" y="409"/>
                    <a:pt x="240" y="412"/>
                    <a:pt x="241" y="414"/>
                  </a:cubicBezTo>
                  <a:cubicBezTo>
                    <a:pt x="242" y="417"/>
                    <a:pt x="243" y="423"/>
                    <a:pt x="243" y="426"/>
                  </a:cubicBezTo>
                  <a:cubicBezTo>
                    <a:pt x="243" y="429"/>
                    <a:pt x="244" y="434"/>
                    <a:pt x="243" y="437"/>
                  </a:cubicBezTo>
                  <a:cubicBezTo>
                    <a:pt x="243" y="438"/>
                    <a:pt x="240" y="441"/>
                    <a:pt x="239" y="442"/>
                  </a:cubicBezTo>
                  <a:cubicBezTo>
                    <a:pt x="237" y="445"/>
                    <a:pt x="236" y="452"/>
                    <a:pt x="233" y="454"/>
                  </a:cubicBezTo>
                  <a:cubicBezTo>
                    <a:pt x="231" y="454"/>
                    <a:pt x="229" y="452"/>
                    <a:pt x="227" y="452"/>
                  </a:cubicBezTo>
                  <a:cubicBezTo>
                    <a:pt x="226" y="452"/>
                    <a:pt x="224" y="453"/>
                    <a:pt x="223" y="453"/>
                  </a:cubicBezTo>
                  <a:cubicBezTo>
                    <a:pt x="223" y="454"/>
                    <a:pt x="222" y="456"/>
                    <a:pt x="223" y="457"/>
                  </a:cubicBezTo>
                  <a:cubicBezTo>
                    <a:pt x="223" y="458"/>
                    <a:pt x="227" y="459"/>
                    <a:pt x="228" y="459"/>
                  </a:cubicBezTo>
                  <a:cubicBezTo>
                    <a:pt x="230" y="459"/>
                    <a:pt x="233" y="457"/>
                    <a:pt x="235" y="456"/>
                  </a:cubicBezTo>
                  <a:cubicBezTo>
                    <a:pt x="236" y="456"/>
                    <a:pt x="240" y="456"/>
                    <a:pt x="241" y="457"/>
                  </a:cubicBezTo>
                  <a:cubicBezTo>
                    <a:pt x="242" y="458"/>
                    <a:pt x="242" y="460"/>
                    <a:pt x="242" y="461"/>
                  </a:cubicBezTo>
                  <a:cubicBezTo>
                    <a:pt x="240" y="463"/>
                    <a:pt x="235" y="462"/>
                    <a:pt x="233" y="462"/>
                  </a:cubicBezTo>
                  <a:cubicBezTo>
                    <a:pt x="230" y="463"/>
                    <a:pt x="225" y="465"/>
                    <a:pt x="223" y="467"/>
                  </a:cubicBezTo>
                  <a:cubicBezTo>
                    <a:pt x="222" y="469"/>
                    <a:pt x="221" y="473"/>
                    <a:pt x="220" y="475"/>
                  </a:cubicBezTo>
                  <a:cubicBezTo>
                    <a:pt x="219" y="477"/>
                    <a:pt x="219" y="483"/>
                    <a:pt x="217" y="484"/>
                  </a:cubicBezTo>
                  <a:cubicBezTo>
                    <a:pt x="216" y="485"/>
                    <a:pt x="212" y="482"/>
                    <a:pt x="210" y="482"/>
                  </a:cubicBezTo>
                  <a:cubicBezTo>
                    <a:pt x="208" y="482"/>
                    <a:pt x="205" y="484"/>
                    <a:pt x="204" y="485"/>
                  </a:cubicBezTo>
                  <a:cubicBezTo>
                    <a:pt x="203" y="487"/>
                    <a:pt x="201" y="491"/>
                    <a:pt x="201" y="493"/>
                  </a:cubicBezTo>
                  <a:cubicBezTo>
                    <a:pt x="201" y="495"/>
                    <a:pt x="202" y="499"/>
                    <a:pt x="201" y="501"/>
                  </a:cubicBezTo>
                  <a:cubicBezTo>
                    <a:pt x="201" y="502"/>
                    <a:pt x="199" y="504"/>
                    <a:pt x="198" y="505"/>
                  </a:cubicBezTo>
                  <a:cubicBezTo>
                    <a:pt x="198" y="506"/>
                    <a:pt x="198" y="509"/>
                    <a:pt x="198" y="510"/>
                  </a:cubicBezTo>
                  <a:cubicBezTo>
                    <a:pt x="198" y="511"/>
                    <a:pt x="196" y="514"/>
                    <a:pt x="196" y="516"/>
                  </a:cubicBezTo>
                  <a:cubicBezTo>
                    <a:pt x="196" y="519"/>
                    <a:pt x="195" y="525"/>
                    <a:pt x="195" y="528"/>
                  </a:cubicBezTo>
                  <a:cubicBezTo>
                    <a:pt x="195" y="531"/>
                    <a:pt x="196" y="538"/>
                    <a:pt x="195" y="542"/>
                  </a:cubicBezTo>
                  <a:cubicBezTo>
                    <a:pt x="195" y="545"/>
                    <a:pt x="192" y="552"/>
                    <a:pt x="192" y="555"/>
                  </a:cubicBezTo>
                  <a:cubicBezTo>
                    <a:pt x="191" y="559"/>
                    <a:pt x="191" y="570"/>
                    <a:pt x="191" y="570"/>
                  </a:cubicBezTo>
                  <a:cubicBezTo>
                    <a:pt x="191" y="570"/>
                    <a:pt x="171" y="570"/>
                    <a:pt x="164" y="570"/>
                  </a:cubicBezTo>
                  <a:cubicBezTo>
                    <a:pt x="158" y="569"/>
                    <a:pt x="145" y="569"/>
                    <a:pt x="139" y="566"/>
                  </a:cubicBezTo>
                  <a:cubicBezTo>
                    <a:pt x="135" y="564"/>
                    <a:pt x="130" y="556"/>
                    <a:pt x="129" y="552"/>
                  </a:cubicBezTo>
                  <a:cubicBezTo>
                    <a:pt x="127" y="545"/>
                    <a:pt x="131" y="532"/>
                    <a:pt x="131" y="525"/>
                  </a:cubicBezTo>
                  <a:cubicBezTo>
                    <a:pt x="130" y="518"/>
                    <a:pt x="130" y="504"/>
                    <a:pt x="127" y="498"/>
                  </a:cubicBezTo>
                  <a:cubicBezTo>
                    <a:pt x="126" y="493"/>
                    <a:pt x="121" y="486"/>
                    <a:pt x="119" y="482"/>
                  </a:cubicBezTo>
                  <a:cubicBezTo>
                    <a:pt x="117" y="479"/>
                    <a:pt x="114" y="473"/>
                    <a:pt x="114" y="469"/>
                  </a:cubicBezTo>
                  <a:cubicBezTo>
                    <a:pt x="114" y="466"/>
                    <a:pt x="117" y="461"/>
                    <a:pt x="118" y="458"/>
                  </a:cubicBezTo>
                  <a:cubicBezTo>
                    <a:pt x="119" y="455"/>
                    <a:pt x="123" y="450"/>
                    <a:pt x="123" y="447"/>
                  </a:cubicBezTo>
                  <a:cubicBezTo>
                    <a:pt x="123" y="441"/>
                    <a:pt x="116" y="431"/>
                    <a:pt x="114" y="426"/>
                  </a:cubicBezTo>
                  <a:cubicBezTo>
                    <a:pt x="113" y="422"/>
                    <a:pt x="112" y="414"/>
                    <a:pt x="110" y="410"/>
                  </a:cubicBezTo>
                  <a:cubicBezTo>
                    <a:pt x="109" y="408"/>
                    <a:pt x="106" y="405"/>
                    <a:pt x="105" y="404"/>
                  </a:cubicBezTo>
                  <a:cubicBezTo>
                    <a:pt x="102" y="402"/>
                    <a:pt x="95" y="402"/>
                    <a:pt x="92" y="401"/>
                  </a:cubicBezTo>
                  <a:cubicBezTo>
                    <a:pt x="88" y="399"/>
                    <a:pt x="81" y="395"/>
                    <a:pt x="79" y="392"/>
                  </a:cubicBezTo>
                  <a:cubicBezTo>
                    <a:pt x="77" y="389"/>
                    <a:pt x="76" y="383"/>
                    <a:pt x="75" y="380"/>
                  </a:cubicBezTo>
                  <a:cubicBezTo>
                    <a:pt x="74" y="373"/>
                    <a:pt x="74" y="358"/>
                    <a:pt x="73" y="351"/>
                  </a:cubicBezTo>
                  <a:cubicBezTo>
                    <a:pt x="72" y="345"/>
                    <a:pt x="71" y="332"/>
                    <a:pt x="68" y="327"/>
                  </a:cubicBezTo>
                  <a:cubicBezTo>
                    <a:pt x="66" y="323"/>
                    <a:pt x="60" y="317"/>
                    <a:pt x="58" y="314"/>
                  </a:cubicBezTo>
                  <a:cubicBezTo>
                    <a:pt x="55" y="310"/>
                    <a:pt x="49" y="303"/>
                    <a:pt x="47" y="300"/>
                  </a:cubicBezTo>
                  <a:cubicBezTo>
                    <a:pt x="44" y="296"/>
                    <a:pt x="39" y="289"/>
                    <a:pt x="37" y="285"/>
                  </a:cubicBezTo>
                  <a:cubicBezTo>
                    <a:pt x="35" y="280"/>
                    <a:pt x="34" y="269"/>
                    <a:pt x="32" y="264"/>
                  </a:cubicBezTo>
                  <a:cubicBezTo>
                    <a:pt x="31" y="260"/>
                    <a:pt x="28" y="253"/>
                    <a:pt x="26" y="249"/>
                  </a:cubicBezTo>
                  <a:cubicBezTo>
                    <a:pt x="24" y="245"/>
                    <a:pt x="18" y="236"/>
                    <a:pt x="15" y="231"/>
                  </a:cubicBezTo>
                  <a:cubicBezTo>
                    <a:pt x="13" y="229"/>
                    <a:pt x="10" y="225"/>
                    <a:pt x="9" y="223"/>
                  </a:cubicBezTo>
                  <a:cubicBezTo>
                    <a:pt x="8" y="218"/>
                    <a:pt x="7" y="209"/>
                    <a:pt x="7" y="205"/>
                  </a:cubicBezTo>
                  <a:cubicBezTo>
                    <a:pt x="7" y="202"/>
                    <a:pt x="8" y="197"/>
                    <a:pt x="8" y="195"/>
                  </a:cubicBezTo>
                  <a:cubicBezTo>
                    <a:pt x="8" y="193"/>
                    <a:pt x="8" y="188"/>
                    <a:pt x="8" y="186"/>
                  </a:cubicBezTo>
                  <a:cubicBezTo>
                    <a:pt x="8" y="180"/>
                    <a:pt x="6" y="169"/>
                    <a:pt x="6" y="163"/>
                  </a:cubicBezTo>
                  <a:cubicBezTo>
                    <a:pt x="5" y="151"/>
                    <a:pt x="2" y="128"/>
                    <a:pt x="1" y="116"/>
                  </a:cubicBezTo>
                  <a:cubicBezTo>
                    <a:pt x="1" y="108"/>
                    <a:pt x="2" y="93"/>
                    <a:pt x="2" y="86"/>
                  </a:cubicBezTo>
                  <a:cubicBezTo>
                    <a:pt x="2" y="80"/>
                    <a:pt x="2" y="67"/>
                    <a:pt x="1" y="61"/>
                  </a:cubicBezTo>
                  <a:cubicBezTo>
                    <a:pt x="1" y="60"/>
                    <a:pt x="0" y="58"/>
                    <a:pt x="0" y="57"/>
                  </a:cubicBezTo>
                  <a:cubicBezTo>
                    <a:pt x="1" y="56"/>
                    <a:pt x="2" y="55"/>
                    <a:pt x="3" y="54"/>
                  </a:cubicBezTo>
                  <a:cubicBezTo>
                    <a:pt x="5" y="54"/>
                    <a:pt x="7" y="55"/>
                    <a:pt x="9" y="56"/>
                  </a:cubicBezTo>
                  <a:cubicBezTo>
                    <a:pt x="11" y="56"/>
                    <a:pt x="15" y="54"/>
                    <a:pt x="17" y="55"/>
                  </a:cubicBezTo>
                  <a:cubicBezTo>
                    <a:pt x="18" y="56"/>
                    <a:pt x="18" y="58"/>
                    <a:pt x="18" y="59"/>
                  </a:cubicBezTo>
                  <a:cubicBezTo>
                    <a:pt x="18" y="61"/>
                    <a:pt x="17" y="64"/>
                    <a:pt x="17" y="66"/>
                  </a:cubicBezTo>
                  <a:cubicBezTo>
                    <a:pt x="17" y="67"/>
                    <a:pt x="16" y="68"/>
                    <a:pt x="16" y="69"/>
                  </a:cubicBezTo>
                  <a:cubicBezTo>
                    <a:pt x="16" y="70"/>
                    <a:pt x="16" y="72"/>
                    <a:pt x="17" y="72"/>
                  </a:cubicBezTo>
                  <a:cubicBezTo>
                    <a:pt x="17" y="73"/>
                    <a:pt x="20" y="74"/>
                    <a:pt x="21" y="74"/>
                  </a:cubicBezTo>
                  <a:cubicBezTo>
                    <a:pt x="23" y="75"/>
                    <a:pt x="25" y="78"/>
                    <a:pt x="26" y="79"/>
                  </a:cubicBezTo>
                  <a:cubicBezTo>
                    <a:pt x="27" y="79"/>
                    <a:pt x="29" y="79"/>
                    <a:pt x="30" y="80"/>
                  </a:cubicBezTo>
                  <a:cubicBezTo>
                    <a:pt x="31" y="81"/>
                    <a:pt x="31" y="85"/>
                    <a:pt x="33" y="87"/>
                  </a:cubicBezTo>
                  <a:cubicBezTo>
                    <a:pt x="34" y="88"/>
                    <a:pt x="38" y="89"/>
                    <a:pt x="40" y="88"/>
                  </a:cubicBezTo>
                  <a:cubicBezTo>
                    <a:pt x="42" y="88"/>
                    <a:pt x="43" y="84"/>
                    <a:pt x="45" y="82"/>
                  </a:cubicBezTo>
                  <a:cubicBezTo>
                    <a:pt x="46" y="81"/>
                    <a:pt x="50" y="80"/>
                    <a:pt x="51" y="79"/>
                  </a:cubicBezTo>
                  <a:cubicBezTo>
                    <a:pt x="54" y="78"/>
                    <a:pt x="59" y="76"/>
                    <a:pt x="62" y="75"/>
                  </a:cubicBezTo>
                  <a:cubicBezTo>
                    <a:pt x="65" y="75"/>
                    <a:pt x="70" y="74"/>
                    <a:pt x="73" y="75"/>
                  </a:cubicBezTo>
                  <a:cubicBezTo>
                    <a:pt x="74" y="75"/>
                    <a:pt x="76" y="77"/>
                    <a:pt x="77" y="78"/>
                  </a:cubicBezTo>
                  <a:cubicBezTo>
                    <a:pt x="78" y="78"/>
                    <a:pt x="80" y="78"/>
                    <a:pt x="81" y="78"/>
                  </a:cubicBezTo>
                  <a:cubicBezTo>
                    <a:pt x="82" y="78"/>
                    <a:pt x="84" y="79"/>
                    <a:pt x="85" y="79"/>
                  </a:cubicBezTo>
                  <a:cubicBezTo>
                    <a:pt x="86" y="81"/>
                    <a:pt x="86" y="85"/>
                    <a:pt x="87" y="86"/>
                  </a:cubicBezTo>
                  <a:cubicBezTo>
                    <a:pt x="87" y="87"/>
                    <a:pt x="89" y="89"/>
                    <a:pt x="90" y="89"/>
                  </a:cubicBezTo>
                  <a:cubicBezTo>
                    <a:pt x="92" y="88"/>
                    <a:pt x="91" y="83"/>
                    <a:pt x="91" y="81"/>
                  </a:cubicBezTo>
                  <a:cubicBezTo>
                    <a:pt x="92" y="79"/>
                    <a:pt x="90" y="74"/>
                    <a:pt x="91" y="72"/>
                  </a:cubicBezTo>
                  <a:cubicBezTo>
                    <a:pt x="91" y="70"/>
                    <a:pt x="93" y="68"/>
                    <a:pt x="93" y="67"/>
                  </a:cubicBezTo>
                  <a:cubicBezTo>
                    <a:pt x="93" y="66"/>
                    <a:pt x="92" y="65"/>
                    <a:pt x="91" y="64"/>
                  </a:cubicBezTo>
                  <a:cubicBezTo>
                    <a:pt x="91" y="64"/>
                    <a:pt x="89" y="65"/>
                    <a:pt x="89" y="65"/>
                  </a:cubicBezTo>
                  <a:cubicBezTo>
                    <a:pt x="87" y="64"/>
                    <a:pt x="87" y="61"/>
                    <a:pt x="88" y="59"/>
                  </a:cubicBezTo>
                  <a:cubicBezTo>
                    <a:pt x="89" y="58"/>
                    <a:pt x="92" y="57"/>
                    <a:pt x="93" y="55"/>
                  </a:cubicBezTo>
                  <a:cubicBezTo>
                    <a:pt x="95" y="54"/>
                    <a:pt x="97" y="50"/>
                    <a:pt x="97" y="48"/>
                  </a:cubicBezTo>
                  <a:cubicBezTo>
                    <a:pt x="97" y="47"/>
                    <a:pt x="95" y="46"/>
                    <a:pt x="95" y="45"/>
                  </a:cubicBezTo>
                  <a:cubicBezTo>
                    <a:pt x="96" y="44"/>
                    <a:pt x="99" y="44"/>
                    <a:pt x="100" y="44"/>
                  </a:cubicBezTo>
                  <a:cubicBezTo>
                    <a:pt x="103" y="45"/>
                    <a:pt x="105" y="51"/>
                    <a:pt x="107" y="53"/>
                  </a:cubicBezTo>
                  <a:cubicBezTo>
                    <a:pt x="108" y="55"/>
                    <a:pt x="113" y="57"/>
                    <a:pt x="114" y="59"/>
                  </a:cubicBezTo>
                  <a:cubicBezTo>
                    <a:pt x="115" y="60"/>
                    <a:pt x="113" y="64"/>
                    <a:pt x="114" y="65"/>
                  </a:cubicBezTo>
                  <a:cubicBezTo>
                    <a:pt x="115" y="66"/>
                    <a:pt x="118" y="66"/>
                    <a:pt x="119" y="66"/>
                  </a:cubicBezTo>
                  <a:cubicBezTo>
                    <a:pt x="121" y="65"/>
                    <a:pt x="122" y="62"/>
                    <a:pt x="123" y="62"/>
                  </a:cubicBezTo>
                  <a:cubicBezTo>
                    <a:pt x="125" y="62"/>
                    <a:pt x="128" y="66"/>
                    <a:pt x="129" y="67"/>
                  </a:cubicBezTo>
                  <a:cubicBezTo>
                    <a:pt x="131" y="68"/>
                    <a:pt x="134" y="69"/>
                    <a:pt x="135" y="69"/>
                  </a:cubicBezTo>
                  <a:cubicBezTo>
                    <a:pt x="137" y="70"/>
                    <a:pt x="139" y="73"/>
                    <a:pt x="141" y="74"/>
                  </a:cubicBezTo>
                  <a:cubicBezTo>
                    <a:pt x="143" y="76"/>
                    <a:pt x="147" y="80"/>
                    <a:pt x="150" y="80"/>
                  </a:cubicBezTo>
                  <a:cubicBezTo>
                    <a:pt x="151" y="80"/>
                    <a:pt x="152" y="77"/>
                    <a:pt x="153" y="76"/>
                  </a:cubicBezTo>
                  <a:cubicBezTo>
                    <a:pt x="154" y="75"/>
                    <a:pt x="156" y="72"/>
                    <a:pt x="156" y="71"/>
                  </a:cubicBezTo>
                  <a:cubicBezTo>
                    <a:pt x="156" y="69"/>
                    <a:pt x="154" y="65"/>
                    <a:pt x="152" y="64"/>
                  </a:cubicBezTo>
                  <a:cubicBezTo>
                    <a:pt x="151" y="63"/>
                    <a:pt x="148" y="62"/>
                    <a:pt x="146" y="61"/>
                  </a:cubicBezTo>
                  <a:cubicBezTo>
                    <a:pt x="144" y="61"/>
                    <a:pt x="141" y="59"/>
                    <a:pt x="139" y="58"/>
                  </a:cubicBezTo>
                  <a:cubicBezTo>
                    <a:pt x="137" y="56"/>
                    <a:pt x="135" y="50"/>
                    <a:pt x="133" y="48"/>
                  </a:cubicBezTo>
                  <a:cubicBezTo>
                    <a:pt x="132" y="48"/>
                    <a:pt x="130" y="46"/>
                    <a:pt x="130" y="46"/>
                  </a:cubicBezTo>
                  <a:cubicBezTo>
                    <a:pt x="130" y="46"/>
                    <a:pt x="140" y="35"/>
                    <a:pt x="145" y="35"/>
                  </a:cubicBezTo>
                  <a:cubicBezTo>
                    <a:pt x="149" y="35"/>
                    <a:pt x="156" y="43"/>
                    <a:pt x="161" y="44"/>
                  </a:cubicBezTo>
                  <a:cubicBezTo>
                    <a:pt x="164" y="45"/>
                    <a:pt x="171" y="41"/>
                    <a:pt x="175" y="42"/>
                  </a:cubicBezTo>
                  <a:cubicBezTo>
                    <a:pt x="178" y="43"/>
                    <a:pt x="182" y="49"/>
                    <a:pt x="184" y="52"/>
                  </a:cubicBezTo>
                  <a:cubicBezTo>
                    <a:pt x="187" y="54"/>
                    <a:pt x="190" y="59"/>
                    <a:pt x="193" y="60"/>
                  </a:cubicBezTo>
                  <a:cubicBezTo>
                    <a:pt x="196" y="60"/>
                    <a:pt x="201" y="54"/>
                    <a:pt x="204" y="53"/>
                  </a:cubicBezTo>
                  <a:cubicBezTo>
                    <a:pt x="208" y="53"/>
                    <a:pt x="214" y="59"/>
                    <a:pt x="217" y="58"/>
                  </a:cubicBezTo>
                  <a:cubicBezTo>
                    <a:pt x="218" y="57"/>
                    <a:pt x="219" y="54"/>
                    <a:pt x="219" y="52"/>
                  </a:cubicBezTo>
                  <a:cubicBezTo>
                    <a:pt x="220" y="49"/>
                    <a:pt x="219" y="41"/>
                    <a:pt x="221" y="38"/>
                  </a:cubicBezTo>
                  <a:cubicBezTo>
                    <a:pt x="222" y="36"/>
                    <a:pt x="228" y="32"/>
                    <a:pt x="231" y="32"/>
                  </a:cubicBezTo>
                  <a:cubicBezTo>
                    <a:pt x="233" y="32"/>
                    <a:pt x="235" y="37"/>
                    <a:pt x="238" y="37"/>
                  </a:cubicBezTo>
                  <a:cubicBezTo>
                    <a:pt x="239" y="37"/>
                    <a:pt x="243" y="35"/>
                    <a:pt x="244" y="33"/>
                  </a:cubicBezTo>
                  <a:cubicBezTo>
                    <a:pt x="246" y="32"/>
                    <a:pt x="245" y="28"/>
                    <a:pt x="246" y="27"/>
                  </a:cubicBezTo>
                  <a:cubicBezTo>
                    <a:pt x="248" y="25"/>
                    <a:pt x="252" y="25"/>
                    <a:pt x="254" y="24"/>
                  </a:cubicBezTo>
                  <a:cubicBezTo>
                    <a:pt x="258" y="23"/>
                    <a:pt x="264" y="19"/>
                    <a:pt x="267" y="17"/>
                  </a:cubicBezTo>
                  <a:cubicBezTo>
                    <a:pt x="268" y="16"/>
                    <a:pt x="270" y="14"/>
                    <a:pt x="271" y="12"/>
                  </a:cubicBezTo>
                  <a:cubicBezTo>
                    <a:pt x="273" y="13"/>
                    <a:pt x="275" y="15"/>
                    <a:pt x="276" y="15"/>
                  </a:cubicBezTo>
                  <a:cubicBezTo>
                    <a:pt x="278" y="16"/>
                    <a:pt x="281" y="18"/>
                    <a:pt x="283" y="19"/>
                  </a:cubicBezTo>
                  <a:cubicBezTo>
                    <a:pt x="286" y="20"/>
                    <a:pt x="291" y="26"/>
                    <a:pt x="294" y="27"/>
                  </a:cubicBezTo>
                  <a:cubicBezTo>
                    <a:pt x="296" y="28"/>
                    <a:pt x="299" y="27"/>
                    <a:pt x="301" y="27"/>
                  </a:cubicBezTo>
                  <a:cubicBezTo>
                    <a:pt x="303" y="28"/>
                    <a:pt x="308" y="30"/>
                    <a:pt x="310" y="30"/>
                  </a:cubicBezTo>
                  <a:cubicBezTo>
                    <a:pt x="313" y="30"/>
                    <a:pt x="319" y="28"/>
                    <a:pt x="321" y="27"/>
                  </a:cubicBezTo>
                  <a:cubicBezTo>
                    <a:pt x="323" y="26"/>
                    <a:pt x="328" y="24"/>
                    <a:pt x="330" y="23"/>
                  </a:cubicBezTo>
                  <a:cubicBezTo>
                    <a:pt x="332" y="23"/>
                    <a:pt x="336" y="21"/>
                    <a:pt x="338" y="21"/>
                  </a:cubicBezTo>
                  <a:cubicBezTo>
                    <a:pt x="341" y="20"/>
                    <a:pt x="346" y="20"/>
                    <a:pt x="348" y="20"/>
                  </a:cubicBezTo>
                  <a:cubicBezTo>
                    <a:pt x="350" y="20"/>
                    <a:pt x="354" y="19"/>
                    <a:pt x="356" y="18"/>
                  </a:cubicBezTo>
                  <a:cubicBezTo>
                    <a:pt x="357" y="17"/>
                    <a:pt x="358" y="15"/>
                    <a:pt x="359" y="14"/>
                  </a:cubicBezTo>
                  <a:cubicBezTo>
                    <a:pt x="360" y="12"/>
                    <a:pt x="360" y="9"/>
                    <a:pt x="361" y="7"/>
                  </a:cubicBezTo>
                  <a:cubicBezTo>
                    <a:pt x="361" y="6"/>
                    <a:pt x="362" y="3"/>
                    <a:pt x="363" y="2"/>
                  </a:cubicBezTo>
                  <a:cubicBezTo>
                    <a:pt x="364" y="1"/>
                    <a:pt x="368" y="0"/>
                    <a:pt x="369" y="0"/>
                  </a:cubicBezTo>
                  <a:cubicBezTo>
                    <a:pt x="371" y="0"/>
                    <a:pt x="374" y="0"/>
                    <a:pt x="375" y="0"/>
                  </a:cubicBezTo>
                  <a:cubicBezTo>
                    <a:pt x="377" y="1"/>
                    <a:pt x="379" y="3"/>
                    <a:pt x="381" y="5"/>
                  </a:cubicBezTo>
                  <a:cubicBezTo>
                    <a:pt x="382" y="6"/>
                    <a:pt x="383" y="9"/>
                    <a:pt x="384" y="10"/>
                  </a:cubicBezTo>
                  <a:cubicBezTo>
                    <a:pt x="386" y="12"/>
                    <a:pt x="389" y="15"/>
                    <a:pt x="391" y="16"/>
                  </a:cubicBezTo>
                  <a:cubicBezTo>
                    <a:pt x="393" y="17"/>
                    <a:pt x="398" y="20"/>
                    <a:pt x="400" y="21"/>
                  </a:cubicBezTo>
                  <a:cubicBezTo>
                    <a:pt x="403" y="22"/>
                    <a:pt x="407" y="26"/>
                    <a:pt x="410" y="26"/>
                  </a:cubicBezTo>
                  <a:cubicBezTo>
                    <a:pt x="412" y="27"/>
                    <a:pt x="416" y="25"/>
                    <a:pt x="417" y="26"/>
                  </a:cubicBezTo>
                  <a:cubicBezTo>
                    <a:pt x="417" y="26"/>
                    <a:pt x="418" y="27"/>
                    <a:pt x="418" y="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50" name="Group 50"/>
          <p:cNvGrpSpPr/>
          <p:nvPr/>
        </p:nvGrpSpPr>
        <p:grpSpPr>
          <a:xfrm>
            <a:off x="3347532" y="4984154"/>
            <a:ext cx="883248" cy="883246"/>
            <a:chOff x="1400541" y="1592431"/>
            <a:chExt cx="1296169" cy="1296168"/>
          </a:xfrm>
        </p:grpSpPr>
        <p:sp>
          <p:nvSpPr>
            <p:cNvPr id="351" name="Oval 350"/>
            <p:cNvSpPr/>
            <p:nvPr/>
          </p:nvSpPr>
          <p:spPr>
            <a:xfrm>
              <a:off x="1533041"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2" name="Pie 351"/>
            <p:cNvSpPr/>
            <p:nvPr/>
          </p:nvSpPr>
          <p:spPr>
            <a:xfrm>
              <a:off x="1400541" y="1592431"/>
              <a:ext cx="1296169" cy="1296168"/>
            </a:xfrm>
            <a:prstGeom prst="pie">
              <a:avLst>
                <a:gd name="adj1" fmla="val 16202330"/>
                <a:gd name="adj2" fmla="val 1079923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3" name="TextBox 352"/>
            <p:cNvSpPr txBox="1"/>
            <p:nvPr/>
          </p:nvSpPr>
          <p:spPr>
            <a:xfrm>
              <a:off x="2100458" y="2085624"/>
              <a:ext cx="489216" cy="270998"/>
            </a:xfrm>
            <a:prstGeom prst="rect">
              <a:avLst/>
            </a:prstGeom>
            <a:noFill/>
          </p:spPr>
          <p:txBody>
            <a:bodyPr wrap="square" lIns="0" tIns="0" rIns="0" bIns="0" rtlCol="0">
              <a:spAutoFit/>
            </a:bodyPr>
            <a:lstStyle/>
            <a:p>
              <a:pPr algn="ctr"/>
              <a:r>
                <a:rPr lang="en-US" sz="1200" b="1" dirty="0">
                  <a:solidFill>
                    <a:schemeClr val="bg1"/>
                  </a:solidFill>
                </a:rPr>
                <a:t>75%</a:t>
              </a:r>
            </a:p>
          </p:txBody>
        </p:sp>
      </p:grpSp>
      <p:grpSp>
        <p:nvGrpSpPr>
          <p:cNvPr id="354" name="Group 51"/>
          <p:cNvGrpSpPr/>
          <p:nvPr/>
        </p:nvGrpSpPr>
        <p:grpSpPr>
          <a:xfrm>
            <a:off x="4349394" y="4984154"/>
            <a:ext cx="883248" cy="883246"/>
            <a:chOff x="3099936" y="1592431"/>
            <a:chExt cx="1296169" cy="1296168"/>
          </a:xfrm>
        </p:grpSpPr>
        <p:sp>
          <p:nvSpPr>
            <p:cNvPr id="355" name="Oval 354"/>
            <p:cNvSpPr/>
            <p:nvPr/>
          </p:nvSpPr>
          <p:spPr>
            <a:xfrm>
              <a:off x="3232436"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6" name="Pie 355"/>
            <p:cNvSpPr/>
            <p:nvPr/>
          </p:nvSpPr>
          <p:spPr>
            <a:xfrm>
              <a:off x="3099936" y="1592431"/>
              <a:ext cx="1296169" cy="1296168"/>
            </a:xfrm>
            <a:prstGeom prst="pie">
              <a:avLst>
                <a:gd name="adj1" fmla="val 16150781"/>
                <a:gd name="adj2" fmla="val 538898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7" name="TextBox 356"/>
            <p:cNvSpPr txBox="1"/>
            <p:nvPr/>
          </p:nvSpPr>
          <p:spPr>
            <a:xfrm>
              <a:off x="3799853" y="2104674"/>
              <a:ext cx="489216" cy="270998"/>
            </a:xfrm>
            <a:prstGeom prst="rect">
              <a:avLst/>
            </a:prstGeom>
            <a:noFill/>
          </p:spPr>
          <p:txBody>
            <a:bodyPr wrap="square" lIns="0" tIns="0" rIns="0" bIns="0" rtlCol="0">
              <a:spAutoFit/>
            </a:bodyPr>
            <a:lstStyle/>
            <a:p>
              <a:pPr algn="ctr"/>
              <a:r>
                <a:rPr lang="en-US" sz="1200" b="1" dirty="0">
                  <a:solidFill>
                    <a:schemeClr val="bg1"/>
                  </a:solidFill>
                </a:rPr>
                <a:t>50%</a:t>
              </a:r>
            </a:p>
          </p:txBody>
        </p:sp>
      </p:grpSp>
      <p:grpSp>
        <p:nvGrpSpPr>
          <p:cNvPr id="358" name="Group 60"/>
          <p:cNvGrpSpPr/>
          <p:nvPr/>
        </p:nvGrpSpPr>
        <p:grpSpPr>
          <a:xfrm>
            <a:off x="5400618" y="4984154"/>
            <a:ext cx="883248" cy="883246"/>
            <a:chOff x="4834295" y="1592431"/>
            <a:chExt cx="1296169" cy="1296168"/>
          </a:xfrm>
        </p:grpSpPr>
        <p:sp>
          <p:nvSpPr>
            <p:cNvPr id="359" name="Oval 358"/>
            <p:cNvSpPr/>
            <p:nvPr/>
          </p:nvSpPr>
          <p:spPr>
            <a:xfrm>
              <a:off x="4966795"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0" name="Pie 359"/>
            <p:cNvSpPr/>
            <p:nvPr/>
          </p:nvSpPr>
          <p:spPr>
            <a:xfrm>
              <a:off x="4834295" y="1592431"/>
              <a:ext cx="1296169" cy="1296168"/>
            </a:xfrm>
            <a:prstGeom prst="pie">
              <a:avLst>
                <a:gd name="adj1" fmla="val 16226626"/>
                <a:gd name="adj2" fmla="val 84825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1" name="TextBox 360"/>
            <p:cNvSpPr txBox="1"/>
            <p:nvPr/>
          </p:nvSpPr>
          <p:spPr>
            <a:xfrm>
              <a:off x="5524688" y="2104674"/>
              <a:ext cx="489216" cy="270998"/>
            </a:xfrm>
            <a:prstGeom prst="rect">
              <a:avLst/>
            </a:prstGeom>
            <a:noFill/>
          </p:spPr>
          <p:txBody>
            <a:bodyPr wrap="square" lIns="0" tIns="0" rIns="0" bIns="0" rtlCol="0">
              <a:spAutoFit/>
            </a:bodyPr>
            <a:lstStyle/>
            <a:p>
              <a:pPr algn="ctr"/>
              <a:r>
                <a:rPr lang="en-US" sz="1200" b="1" dirty="0">
                  <a:solidFill>
                    <a:schemeClr val="bg1"/>
                  </a:solidFill>
                </a:rPr>
                <a:t>65%</a:t>
              </a:r>
            </a:p>
          </p:txBody>
        </p:sp>
      </p:grpSp>
      <p:grpSp>
        <p:nvGrpSpPr>
          <p:cNvPr id="362" name="Group 61"/>
          <p:cNvGrpSpPr/>
          <p:nvPr/>
        </p:nvGrpSpPr>
        <p:grpSpPr>
          <a:xfrm>
            <a:off x="6501204" y="4984154"/>
            <a:ext cx="883248" cy="883246"/>
            <a:chOff x="6447291" y="1592431"/>
            <a:chExt cx="1296169" cy="1296168"/>
          </a:xfrm>
        </p:grpSpPr>
        <p:sp>
          <p:nvSpPr>
            <p:cNvPr id="363" name="Oval 362"/>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4" name="Pie 363"/>
            <p:cNvSpPr/>
            <p:nvPr/>
          </p:nvSpPr>
          <p:spPr>
            <a:xfrm>
              <a:off x="6447291" y="1592431"/>
              <a:ext cx="1296169" cy="1296168"/>
            </a:xfrm>
            <a:prstGeom prst="pie">
              <a:avLst>
                <a:gd name="adj1" fmla="val 16117363"/>
                <a:gd name="adj2" fmla="val 10216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5" name="TextBox 364"/>
            <p:cNvSpPr txBox="1"/>
            <p:nvPr/>
          </p:nvSpPr>
          <p:spPr>
            <a:xfrm>
              <a:off x="7151229" y="2134505"/>
              <a:ext cx="489216" cy="270998"/>
            </a:xfrm>
            <a:prstGeom prst="rect">
              <a:avLst/>
            </a:prstGeom>
            <a:noFill/>
          </p:spPr>
          <p:txBody>
            <a:bodyPr wrap="square" lIns="0" tIns="0" rIns="0" bIns="0" rtlCol="0">
              <a:spAutoFit/>
            </a:bodyPr>
            <a:lstStyle/>
            <a:p>
              <a:pPr algn="ctr"/>
              <a:r>
                <a:rPr lang="en-US" sz="1200" b="1" dirty="0">
                  <a:solidFill>
                    <a:schemeClr val="bg1"/>
                  </a:solidFill>
                </a:rPr>
                <a:t>70%</a:t>
              </a:r>
            </a:p>
          </p:txBody>
        </p:sp>
      </p:grpSp>
      <p:grpSp>
        <p:nvGrpSpPr>
          <p:cNvPr id="366" name="Group 52"/>
          <p:cNvGrpSpPr/>
          <p:nvPr/>
        </p:nvGrpSpPr>
        <p:grpSpPr>
          <a:xfrm>
            <a:off x="7574952" y="4984154"/>
            <a:ext cx="883248" cy="883246"/>
            <a:chOff x="6447291" y="1592431"/>
            <a:chExt cx="1296169" cy="1296168"/>
          </a:xfrm>
        </p:grpSpPr>
        <p:sp>
          <p:nvSpPr>
            <p:cNvPr id="367" name="Oval 366"/>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8" name="Pie 367"/>
            <p:cNvSpPr/>
            <p:nvPr/>
          </p:nvSpPr>
          <p:spPr>
            <a:xfrm>
              <a:off x="6447291" y="1592431"/>
              <a:ext cx="1296169" cy="1296168"/>
            </a:xfrm>
            <a:prstGeom prst="pie">
              <a:avLst>
                <a:gd name="adj1" fmla="val 16140775"/>
                <a:gd name="adj2" fmla="val 1370627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9" name="TextBox 368"/>
            <p:cNvSpPr txBox="1"/>
            <p:nvPr/>
          </p:nvSpPr>
          <p:spPr>
            <a:xfrm>
              <a:off x="7128158" y="2123724"/>
              <a:ext cx="489216" cy="270998"/>
            </a:xfrm>
            <a:prstGeom prst="rect">
              <a:avLst/>
            </a:prstGeom>
            <a:noFill/>
          </p:spPr>
          <p:txBody>
            <a:bodyPr wrap="square" lIns="0" tIns="0" rIns="0" bIns="0" rtlCol="0">
              <a:spAutoFit/>
            </a:bodyPr>
            <a:lstStyle/>
            <a:p>
              <a:pPr algn="ctr"/>
              <a:r>
                <a:rPr lang="en-US" sz="1200" b="1" dirty="0">
                  <a:solidFill>
                    <a:schemeClr val="bg1"/>
                  </a:solidFill>
                </a:rPr>
                <a:t>95%</a:t>
              </a:r>
            </a:p>
          </p:txBody>
        </p:sp>
      </p:grpSp>
      <p:sp>
        <p:nvSpPr>
          <p:cNvPr id="370" name="Oval 369"/>
          <p:cNvSpPr/>
          <p:nvPr/>
        </p:nvSpPr>
        <p:spPr>
          <a:xfrm>
            <a:off x="5080082" y="3359975"/>
            <a:ext cx="317526" cy="317526"/>
          </a:xfrm>
          <a:prstGeom prst="ellipse">
            <a:avLst/>
          </a:pr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371" name="Oval 370"/>
          <p:cNvSpPr/>
          <p:nvPr/>
        </p:nvSpPr>
        <p:spPr>
          <a:xfrm>
            <a:off x="4242518" y="2918841"/>
            <a:ext cx="317526" cy="317526"/>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372" name="Oval 371"/>
          <p:cNvSpPr/>
          <p:nvPr/>
        </p:nvSpPr>
        <p:spPr>
          <a:xfrm>
            <a:off x="3421380" y="3710857"/>
            <a:ext cx="317526" cy="317526"/>
          </a:xfrm>
          <a:prstGeom prst="ellipse">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373" name="Oval 372"/>
          <p:cNvSpPr/>
          <p:nvPr/>
        </p:nvSpPr>
        <p:spPr>
          <a:xfrm>
            <a:off x="7326031" y="3086546"/>
            <a:ext cx="317526" cy="317526"/>
          </a:xfrm>
          <a:prstGeom prst="ellipse">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374" name="Oval 373"/>
          <p:cNvSpPr/>
          <p:nvPr/>
        </p:nvSpPr>
        <p:spPr>
          <a:xfrm>
            <a:off x="5915564" y="3802614"/>
            <a:ext cx="317526" cy="317526"/>
          </a:xfrm>
          <a:prstGeom prst="ellipse">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375" name="Footer Text"/>
          <p:cNvSpPr txBox="1"/>
          <p:nvPr/>
        </p:nvSpPr>
        <p:spPr>
          <a:xfrm>
            <a:off x="674448" y="2342346"/>
            <a:ext cx="2525952" cy="677108"/>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available, but the majority have.</a:t>
            </a:r>
          </a:p>
        </p:txBody>
      </p:sp>
      <p:sp>
        <p:nvSpPr>
          <p:cNvPr id="376" name="Freeform 46"/>
          <p:cNvSpPr>
            <a:spLocks noEditPoints="1"/>
          </p:cNvSpPr>
          <p:nvPr/>
        </p:nvSpPr>
        <p:spPr bwMode="auto">
          <a:xfrm>
            <a:off x="643012" y="3253384"/>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Text Placeholder 3"/>
          <p:cNvSpPr txBox="1">
            <a:spLocks/>
          </p:cNvSpPr>
          <p:nvPr/>
        </p:nvSpPr>
        <p:spPr>
          <a:xfrm>
            <a:off x="1010056" y="3157517"/>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1"/>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78" name="Freeform 46"/>
          <p:cNvSpPr>
            <a:spLocks noEditPoints="1"/>
          </p:cNvSpPr>
          <p:nvPr/>
        </p:nvSpPr>
        <p:spPr bwMode="auto">
          <a:xfrm>
            <a:off x="643012" y="37907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Text Placeholder 3"/>
          <p:cNvSpPr txBox="1">
            <a:spLocks/>
          </p:cNvSpPr>
          <p:nvPr/>
        </p:nvSpPr>
        <p:spPr>
          <a:xfrm>
            <a:off x="1010056" y="36948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2"/>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80" name="Freeform 46"/>
          <p:cNvSpPr>
            <a:spLocks noEditPoints="1"/>
          </p:cNvSpPr>
          <p:nvPr/>
        </p:nvSpPr>
        <p:spPr bwMode="auto">
          <a:xfrm>
            <a:off x="643012" y="43241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Text Placeholder 3"/>
          <p:cNvSpPr txBox="1">
            <a:spLocks/>
          </p:cNvSpPr>
          <p:nvPr/>
        </p:nvSpPr>
        <p:spPr>
          <a:xfrm>
            <a:off x="1010056" y="42282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3"/>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82" name="Freeform 46"/>
          <p:cNvSpPr>
            <a:spLocks noEditPoints="1"/>
          </p:cNvSpPr>
          <p:nvPr/>
        </p:nvSpPr>
        <p:spPr bwMode="auto">
          <a:xfrm>
            <a:off x="643012" y="48575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Text Placeholder 3"/>
          <p:cNvSpPr txBox="1">
            <a:spLocks/>
          </p:cNvSpPr>
          <p:nvPr/>
        </p:nvSpPr>
        <p:spPr>
          <a:xfrm>
            <a:off x="1010056" y="47616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4"/>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84" name="Freeform 46"/>
          <p:cNvSpPr>
            <a:spLocks noEditPoints="1"/>
          </p:cNvSpPr>
          <p:nvPr/>
        </p:nvSpPr>
        <p:spPr bwMode="auto">
          <a:xfrm>
            <a:off x="643012" y="53909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Text Placeholder 3"/>
          <p:cNvSpPr txBox="1">
            <a:spLocks/>
          </p:cNvSpPr>
          <p:nvPr/>
        </p:nvSpPr>
        <p:spPr>
          <a:xfrm>
            <a:off x="1010056" y="52950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5"/>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cxnSp>
        <p:nvCxnSpPr>
          <p:cNvPr id="386" name="Shape 311"/>
          <p:cNvCxnSpPr/>
          <p:nvPr/>
        </p:nvCxnSpPr>
        <p:spPr>
          <a:xfrm rot="16200000" flipH="1">
            <a:off x="3121061" y="4316059"/>
            <a:ext cx="1128434" cy="207756"/>
          </a:xfrm>
          <a:prstGeom prst="bentConnector3">
            <a:avLst>
              <a:gd name="adj1" fmla="val 50000"/>
            </a:avLst>
          </a:prstGeom>
          <a:ln w="12700">
            <a:solidFill>
              <a:schemeClr val="bg1">
                <a:lumMod val="65000"/>
              </a:schemeClr>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87" name="Elbow Connector 386"/>
          <p:cNvCxnSpPr/>
          <p:nvPr/>
        </p:nvCxnSpPr>
        <p:spPr>
          <a:xfrm rot="16200000" flipH="1">
            <a:off x="4172957" y="3314869"/>
            <a:ext cx="1897608" cy="1440961"/>
          </a:xfrm>
          <a:prstGeom prst="bentConnector3">
            <a:avLst>
              <a:gd name="adj1" fmla="val 50000"/>
            </a:avLst>
          </a:prstGeom>
          <a:ln w="12700">
            <a:solidFill>
              <a:schemeClr val="bg1">
                <a:lumMod val="65000"/>
              </a:schemeClr>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88" name="Elbow Connector 387"/>
          <p:cNvCxnSpPr/>
          <p:nvPr/>
        </p:nvCxnSpPr>
        <p:spPr>
          <a:xfrm rot="5400000">
            <a:off x="4280170" y="4030336"/>
            <a:ext cx="1464666" cy="442970"/>
          </a:xfrm>
          <a:prstGeom prst="bentConnector3">
            <a:avLst>
              <a:gd name="adj1" fmla="val 50000"/>
            </a:avLst>
          </a:prstGeom>
          <a:ln w="12700">
            <a:solidFill>
              <a:schemeClr val="bg1">
                <a:lumMod val="65000"/>
              </a:schemeClr>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89" name="Elbow Connector 388"/>
          <p:cNvCxnSpPr/>
          <p:nvPr/>
        </p:nvCxnSpPr>
        <p:spPr>
          <a:xfrm rot="16200000" flipH="1">
            <a:off x="5991872" y="4033197"/>
            <a:ext cx="1026513" cy="875400"/>
          </a:xfrm>
          <a:prstGeom prst="bentConnector3">
            <a:avLst>
              <a:gd name="adj1" fmla="val 50000"/>
            </a:avLst>
          </a:prstGeom>
          <a:ln w="12700">
            <a:solidFill>
              <a:schemeClr val="bg1">
                <a:lumMod val="65000"/>
              </a:schemeClr>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0" name="Shape 321"/>
          <p:cNvCxnSpPr/>
          <p:nvPr/>
        </p:nvCxnSpPr>
        <p:spPr>
          <a:xfrm rot="16200000" flipH="1">
            <a:off x="6878787" y="3846364"/>
            <a:ext cx="1740891" cy="534688"/>
          </a:xfrm>
          <a:prstGeom prst="bentConnector3">
            <a:avLst>
              <a:gd name="adj1" fmla="val 50000"/>
            </a:avLst>
          </a:prstGeom>
          <a:ln w="12700">
            <a:solidFill>
              <a:schemeClr val="bg1">
                <a:lumMod val="65000"/>
              </a:schemeClr>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33"/>
                                        </p:tgtEl>
                                        <p:attrNameLst>
                                          <p:attrName>style.visibility</p:attrName>
                                        </p:attrNameLst>
                                      </p:cBhvr>
                                      <p:to>
                                        <p:strVal val="visible"/>
                                      </p:to>
                                    </p:set>
                                    <p:anim calcmode="lin" valueType="num">
                                      <p:cBhvr>
                                        <p:cTn id="7" dur="500" fill="hold"/>
                                        <p:tgtEl>
                                          <p:spTgt spid="133"/>
                                        </p:tgtEl>
                                        <p:attrNameLst>
                                          <p:attrName>ppt_w</p:attrName>
                                        </p:attrNameLst>
                                      </p:cBhvr>
                                      <p:tavLst>
                                        <p:tav tm="0">
                                          <p:val>
                                            <p:fltVal val="0"/>
                                          </p:val>
                                        </p:tav>
                                        <p:tav tm="100000">
                                          <p:val>
                                            <p:strVal val="#ppt_w"/>
                                          </p:val>
                                        </p:tav>
                                      </p:tavLst>
                                    </p:anim>
                                    <p:anim calcmode="lin" valueType="num">
                                      <p:cBhvr>
                                        <p:cTn id="8" dur="500" fill="hold"/>
                                        <p:tgtEl>
                                          <p:spTgt spid="133"/>
                                        </p:tgtEl>
                                        <p:attrNameLst>
                                          <p:attrName>ppt_h</p:attrName>
                                        </p:attrNameLst>
                                      </p:cBhvr>
                                      <p:tavLst>
                                        <p:tav tm="0">
                                          <p:val>
                                            <p:fltVal val="0"/>
                                          </p:val>
                                        </p:tav>
                                        <p:tav tm="100000">
                                          <p:val>
                                            <p:strVal val="#ppt_h"/>
                                          </p:val>
                                        </p:tav>
                                      </p:tavLst>
                                    </p:anim>
                                    <p:animEffect transition="in" filter="fade">
                                      <p:cBhvr>
                                        <p:cTn id="9" dur="500"/>
                                        <p:tgtEl>
                                          <p:spTgt spid="133"/>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72"/>
                                        </p:tgtEl>
                                        <p:attrNameLst>
                                          <p:attrName>style.visibility</p:attrName>
                                        </p:attrNameLst>
                                      </p:cBhvr>
                                      <p:to>
                                        <p:strVal val="visible"/>
                                      </p:to>
                                    </p:set>
                                    <p:anim calcmode="lin" valueType="num">
                                      <p:cBhvr>
                                        <p:cTn id="13" dur="500" fill="hold"/>
                                        <p:tgtEl>
                                          <p:spTgt spid="372"/>
                                        </p:tgtEl>
                                        <p:attrNameLst>
                                          <p:attrName>ppt_w</p:attrName>
                                        </p:attrNameLst>
                                      </p:cBhvr>
                                      <p:tavLst>
                                        <p:tav tm="0">
                                          <p:val>
                                            <p:fltVal val="0"/>
                                          </p:val>
                                        </p:tav>
                                        <p:tav tm="100000">
                                          <p:val>
                                            <p:strVal val="#ppt_w"/>
                                          </p:val>
                                        </p:tav>
                                      </p:tavLst>
                                    </p:anim>
                                    <p:anim calcmode="lin" valueType="num">
                                      <p:cBhvr>
                                        <p:cTn id="14" dur="500" fill="hold"/>
                                        <p:tgtEl>
                                          <p:spTgt spid="372"/>
                                        </p:tgtEl>
                                        <p:attrNameLst>
                                          <p:attrName>ppt_h</p:attrName>
                                        </p:attrNameLst>
                                      </p:cBhvr>
                                      <p:tavLst>
                                        <p:tav tm="0">
                                          <p:val>
                                            <p:fltVal val="0"/>
                                          </p:val>
                                        </p:tav>
                                        <p:tav tm="100000">
                                          <p:val>
                                            <p:strVal val="#ppt_h"/>
                                          </p:val>
                                        </p:tav>
                                      </p:tavLst>
                                    </p:anim>
                                    <p:animEffect transition="in" filter="fade">
                                      <p:cBhvr>
                                        <p:cTn id="15" dur="500"/>
                                        <p:tgtEl>
                                          <p:spTgt spid="372"/>
                                        </p:tgtEl>
                                      </p:cBhvr>
                                    </p:animEffect>
                                  </p:childTnLst>
                                </p:cTn>
                              </p:par>
                            </p:childTnLst>
                          </p:cTn>
                        </p:par>
                        <p:par>
                          <p:cTn id="16" fill="hold">
                            <p:stCondLst>
                              <p:cond delay="1000"/>
                            </p:stCondLst>
                            <p:childTnLst>
                              <p:par>
                                <p:cTn id="17" presetID="18" presetClass="entr" presetSubtype="6" fill="hold" nodeType="afterEffect">
                                  <p:stCondLst>
                                    <p:cond delay="0"/>
                                  </p:stCondLst>
                                  <p:childTnLst>
                                    <p:set>
                                      <p:cBhvr>
                                        <p:cTn id="18" dur="1" fill="hold">
                                          <p:stCondLst>
                                            <p:cond delay="0"/>
                                          </p:stCondLst>
                                        </p:cTn>
                                        <p:tgtEl>
                                          <p:spTgt spid="386"/>
                                        </p:tgtEl>
                                        <p:attrNameLst>
                                          <p:attrName>style.visibility</p:attrName>
                                        </p:attrNameLst>
                                      </p:cBhvr>
                                      <p:to>
                                        <p:strVal val="visible"/>
                                      </p:to>
                                    </p:set>
                                    <p:animEffect transition="in" filter="strips(downRight)">
                                      <p:cBhvr>
                                        <p:cTn id="19" dur="500"/>
                                        <p:tgtEl>
                                          <p:spTgt spid="386"/>
                                        </p:tgtEl>
                                      </p:cBhvr>
                                    </p:animEffect>
                                  </p:childTnLst>
                                </p:cTn>
                              </p:par>
                              <p:par>
                                <p:cTn id="20" presetID="20" presetClass="entr" presetSubtype="0" fill="hold" nodeType="withEffect">
                                  <p:stCondLst>
                                    <p:cond delay="0"/>
                                  </p:stCondLst>
                                  <p:childTnLst>
                                    <p:set>
                                      <p:cBhvr>
                                        <p:cTn id="21" dur="1" fill="hold">
                                          <p:stCondLst>
                                            <p:cond delay="0"/>
                                          </p:stCondLst>
                                        </p:cTn>
                                        <p:tgtEl>
                                          <p:spTgt spid="350"/>
                                        </p:tgtEl>
                                        <p:attrNameLst>
                                          <p:attrName>style.visibility</p:attrName>
                                        </p:attrNameLst>
                                      </p:cBhvr>
                                      <p:to>
                                        <p:strVal val="visible"/>
                                      </p:to>
                                    </p:set>
                                    <p:animEffect transition="in" filter="wedge">
                                      <p:cBhvr>
                                        <p:cTn id="22" dur="1000"/>
                                        <p:tgtEl>
                                          <p:spTgt spid="350"/>
                                        </p:tgtEl>
                                      </p:cBhvr>
                                    </p:animEffect>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370"/>
                                        </p:tgtEl>
                                        <p:attrNameLst>
                                          <p:attrName>style.visibility</p:attrName>
                                        </p:attrNameLst>
                                      </p:cBhvr>
                                      <p:to>
                                        <p:strVal val="visible"/>
                                      </p:to>
                                    </p:set>
                                    <p:anim calcmode="lin" valueType="num">
                                      <p:cBhvr>
                                        <p:cTn id="26" dur="500" fill="hold"/>
                                        <p:tgtEl>
                                          <p:spTgt spid="370"/>
                                        </p:tgtEl>
                                        <p:attrNameLst>
                                          <p:attrName>ppt_w</p:attrName>
                                        </p:attrNameLst>
                                      </p:cBhvr>
                                      <p:tavLst>
                                        <p:tav tm="0">
                                          <p:val>
                                            <p:fltVal val="0"/>
                                          </p:val>
                                        </p:tav>
                                        <p:tav tm="100000">
                                          <p:val>
                                            <p:strVal val="#ppt_w"/>
                                          </p:val>
                                        </p:tav>
                                      </p:tavLst>
                                    </p:anim>
                                    <p:anim calcmode="lin" valueType="num">
                                      <p:cBhvr>
                                        <p:cTn id="27" dur="500" fill="hold"/>
                                        <p:tgtEl>
                                          <p:spTgt spid="370"/>
                                        </p:tgtEl>
                                        <p:attrNameLst>
                                          <p:attrName>ppt_h</p:attrName>
                                        </p:attrNameLst>
                                      </p:cBhvr>
                                      <p:tavLst>
                                        <p:tav tm="0">
                                          <p:val>
                                            <p:fltVal val="0"/>
                                          </p:val>
                                        </p:tav>
                                        <p:tav tm="100000">
                                          <p:val>
                                            <p:strVal val="#ppt_h"/>
                                          </p:val>
                                        </p:tav>
                                      </p:tavLst>
                                    </p:anim>
                                    <p:animEffect transition="in" filter="fade">
                                      <p:cBhvr>
                                        <p:cTn id="28" dur="500"/>
                                        <p:tgtEl>
                                          <p:spTgt spid="370"/>
                                        </p:tgtEl>
                                      </p:cBhvr>
                                    </p:animEffect>
                                  </p:childTnLst>
                                </p:cTn>
                              </p:par>
                            </p:childTnLst>
                          </p:cTn>
                        </p:par>
                        <p:par>
                          <p:cTn id="29" fill="hold">
                            <p:stCondLst>
                              <p:cond delay="2500"/>
                            </p:stCondLst>
                            <p:childTnLst>
                              <p:par>
                                <p:cTn id="30" presetID="18" presetClass="entr" presetSubtype="12" fill="hold" nodeType="afterEffect">
                                  <p:stCondLst>
                                    <p:cond delay="0"/>
                                  </p:stCondLst>
                                  <p:childTnLst>
                                    <p:set>
                                      <p:cBhvr>
                                        <p:cTn id="31" dur="1" fill="hold">
                                          <p:stCondLst>
                                            <p:cond delay="0"/>
                                          </p:stCondLst>
                                        </p:cTn>
                                        <p:tgtEl>
                                          <p:spTgt spid="388"/>
                                        </p:tgtEl>
                                        <p:attrNameLst>
                                          <p:attrName>style.visibility</p:attrName>
                                        </p:attrNameLst>
                                      </p:cBhvr>
                                      <p:to>
                                        <p:strVal val="visible"/>
                                      </p:to>
                                    </p:set>
                                    <p:animEffect transition="in" filter="strips(downLeft)">
                                      <p:cBhvr>
                                        <p:cTn id="32" dur="500"/>
                                        <p:tgtEl>
                                          <p:spTgt spid="388"/>
                                        </p:tgtEl>
                                      </p:cBhvr>
                                    </p:animEffect>
                                  </p:childTnLst>
                                </p:cTn>
                              </p:par>
                              <p:par>
                                <p:cTn id="33" presetID="20" presetClass="entr" presetSubtype="0" fill="hold" nodeType="withEffect">
                                  <p:stCondLst>
                                    <p:cond delay="0"/>
                                  </p:stCondLst>
                                  <p:childTnLst>
                                    <p:set>
                                      <p:cBhvr>
                                        <p:cTn id="34" dur="1" fill="hold">
                                          <p:stCondLst>
                                            <p:cond delay="0"/>
                                          </p:stCondLst>
                                        </p:cTn>
                                        <p:tgtEl>
                                          <p:spTgt spid="354"/>
                                        </p:tgtEl>
                                        <p:attrNameLst>
                                          <p:attrName>style.visibility</p:attrName>
                                        </p:attrNameLst>
                                      </p:cBhvr>
                                      <p:to>
                                        <p:strVal val="visible"/>
                                      </p:to>
                                    </p:set>
                                    <p:animEffect transition="in" filter="wedge">
                                      <p:cBhvr>
                                        <p:cTn id="35" dur="1000"/>
                                        <p:tgtEl>
                                          <p:spTgt spid="354"/>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371"/>
                                        </p:tgtEl>
                                        <p:attrNameLst>
                                          <p:attrName>style.visibility</p:attrName>
                                        </p:attrNameLst>
                                      </p:cBhvr>
                                      <p:to>
                                        <p:strVal val="visible"/>
                                      </p:to>
                                    </p:set>
                                    <p:anim calcmode="lin" valueType="num">
                                      <p:cBhvr>
                                        <p:cTn id="39" dur="500" fill="hold"/>
                                        <p:tgtEl>
                                          <p:spTgt spid="371"/>
                                        </p:tgtEl>
                                        <p:attrNameLst>
                                          <p:attrName>ppt_w</p:attrName>
                                        </p:attrNameLst>
                                      </p:cBhvr>
                                      <p:tavLst>
                                        <p:tav tm="0">
                                          <p:val>
                                            <p:fltVal val="0"/>
                                          </p:val>
                                        </p:tav>
                                        <p:tav tm="100000">
                                          <p:val>
                                            <p:strVal val="#ppt_w"/>
                                          </p:val>
                                        </p:tav>
                                      </p:tavLst>
                                    </p:anim>
                                    <p:anim calcmode="lin" valueType="num">
                                      <p:cBhvr>
                                        <p:cTn id="40" dur="500" fill="hold"/>
                                        <p:tgtEl>
                                          <p:spTgt spid="371"/>
                                        </p:tgtEl>
                                        <p:attrNameLst>
                                          <p:attrName>ppt_h</p:attrName>
                                        </p:attrNameLst>
                                      </p:cBhvr>
                                      <p:tavLst>
                                        <p:tav tm="0">
                                          <p:val>
                                            <p:fltVal val="0"/>
                                          </p:val>
                                        </p:tav>
                                        <p:tav tm="100000">
                                          <p:val>
                                            <p:strVal val="#ppt_h"/>
                                          </p:val>
                                        </p:tav>
                                      </p:tavLst>
                                    </p:anim>
                                    <p:animEffect transition="in" filter="fade">
                                      <p:cBhvr>
                                        <p:cTn id="41" dur="500"/>
                                        <p:tgtEl>
                                          <p:spTgt spid="371"/>
                                        </p:tgtEl>
                                      </p:cBhvr>
                                    </p:animEffect>
                                  </p:childTnLst>
                                </p:cTn>
                              </p:par>
                            </p:childTnLst>
                          </p:cTn>
                        </p:par>
                        <p:par>
                          <p:cTn id="42" fill="hold">
                            <p:stCondLst>
                              <p:cond delay="4000"/>
                            </p:stCondLst>
                            <p:childTnLst>
                              <p:par>
                                <p:cTn id="43" presetID="18" presetClass="entr" presetSubtype="6" fill="hold" nodeType="afterEffect">
                                  <p:stCondLst>
                                    <p:cond delay="0"/>
                                  </p:stCondLst>
                                  <p:childTnLst>
                                    <p:set>
                                      <p:cBhvr>
                                        <p:cTn id="44" dur="1" fill="hold">
                                          <p:stCondLst>
                                            <p:cond delay="0"/>
                                          </p:stCondLst>
                                        </p:cTn>
                                        <p:tgtEl>
                                          <p:spTgt spid="387"/>
                                        </p:tgtEl>
                                        <p:attrNameLst>
                                          <p:attrName>style.visibility</p:attrName>
                                        </p:attrNameLst>
                                      </p:cBhvr>
                                      <p:to>
                                        <p:strVal val="visible"/>
                                      </p:to>
                                    </p:set>
                                    <p:animEffect transition="in" filter="strips(downRight)">
                                      <p:cBhvr>
                                        <p:cTn id="45" dur="500"/>
                                        <p:tgtEl>
                                          <p:spTgt spid="387"/>
                                        </p:tgtEl>
                                      </p:cBhvr>
                                    </p:animEffect>
                                  </p:childTnLst>
                                </p:cTn>
                              </p:par>
                              <p:par>
                                <p:cTn id="46" presetID="20" presetClass="entr" presetSubtype="0" fill="hold" nodeType="withEffect">
                                  <p:stCondLst>
                                    <p:cond delay="0"/>
                                  </p:stCondLst>
                                  <p:childTnLst>
                                    <p:set>
                                      <p:cBhvr>
                                        <p:cTn id="47" dur="1" fill="hold">
                                          <p:stCondLst>
                                            <p:cond delay="0"/>
                                          </p:stCondLst>
                                        </p:cTn>
                                        <p:tgtEl>
                                          <p:spTgt spid="358"/>
                                        </p:tgtEl>
                                        <p:attrNameLst>
                                          <p:attrName>style.visibility</p:attrName>
                                        </p:attrNameLst>
                                      </p:cBhvr>
                                      <p:to>
                                        <p:strVal val="visible"/>
                                      </p:to>
                                    </p:set>
                                    <p:animEffect transition="in" filter="wedge">
                                      <p:cBhvr>
                                        <p:cTn id="48" dur="1000"/>
                                        <p:tgtEl>
                                          <p:spTgt spid="358"/>
                                        </p:tgtEl>
                                      </p:cBhvr>
                                    </p:animEffect>
                                  </p:childTnLst>
                                </p:cTn>
                              </p:par>
                            </p:childTnLst>
                          </p:cTn>
                        </p:par>
                        <p:par>
                          <p:cTn id="49" fill="hold">
                            <p:stCondLst>
                              <p:cond delay="5000"/>
                            </p:stCondLst>
                            <p:childTnLst>
                              <p:par>
                                <p:cTn id="50" presetID="53" presetClass="entr" presetSubtype="0" fill="hold" grpId="0" nodeType="afterEffect">
                                  <p:stCondLst>
                                    <p:cond delay="0"/>
                                  </p:stCondLst>
                                  <p:childTnLst>
                                    <p:set>
                                      <p:cBhvr>
                                        <p:cTn id="51" dur="1" fill="hold">
                                          <p:stCondLst>
                                            <p:cond delay="0"/>
                                          </p:stCondLst>
                                        </p:cTn>
                                        <p:tgtEl>
                                          <p:spTgt spid="374"/>
                                        </p:tgtEl>
                                        <p:attrNameLst>
                                          <p:attrName>style.visibility</p:attrName>
                                        </p:attrNameLst>
                                      </p:cBhvr>
                                      <p:to>
                                        <p:strVal val="visible"/>
                                      </p:to>
                                    </p:set>
                                    <p:anim calcmode="lin" valueType="num">
                                      <p:cBhvr>
                                        <p:cTn id="52" dur="500" fill="hold"/>
                                        <p:tgtEl>
                                          <p:spTgt spid="374"/>
                                        </p:tgtEl>
                                        <p:attrNameLst>
                                          <p:attrName>ppt_w</p:attrName>
                                        </p:attrNameLst>
                                      </p:cBhvr>
                                      <p:tavLst>
                                        <p:tav tm="0">
                                          <p:val>
                                            <p:fltVal val="0"/>
                                          </p:val>
                                        </p:tav>
                                        <p:tav tm="100000">
                                          <p:val>
                                            <p:strVal val="#ppt_w"/>
                                          </p:val>
                                        </p:tav>
                                      </p:tavLst>
                                    </p:anim>
                                    <p:anim calcmode="lin" valueType="num">
                                      <p:cBhvr>
                                        <p:cTn id="53" dur="500" fill="hold"/>
                                        <p:tgtEl>
                                          <p:spTgt spid="374"/>
                                        </p:tgtEl>
                                        <p:attrNameLst>
                                          <p:attrName>ppt_h</p:attrName>
                                        </p:attrNameLst>
                                      </p:cBhvr>
                                      <p:tavLst>
                                        <p:tav tm="0">
                                          <p:val>
                                            <p:fltVal val="0"/>
                                          </p:val>
                                        </p:tav>
                                        <p:tav tm="100000">
                                          <p:val>
                                            <p:strVal val="#ppt_h"/>
                                          </p:val>
                                        </p:tav>
                                      </p:tavLst>
                                    </p:anim>
                                    <p:animEffect transition="in" filter="fade">
                                      <p:cBhvr>
                                        <p:cTn id="54" dur="500"/>
                                        <p:tgtEl>
                                          <p:spTgt spid="374"/>
                                        </p:tgtEl>
                                      </p:cBhvr>
                                    </p:animEffect>
                                  </p:childTnLst>
                                </p:cTn>
                              </p:par>
                            </p:childTnLst>
                          </p:cTn>
                        </p:par>
                        <p:par>
                          <p:cTn id="55" fill="hold">
                            <p:stCondLst>
                              <p:cond delay="5500"/>
                            </p:stCondLst>
                            <p:childTnLst>
                              <p:par>
                                <p:cTn id="56" presetID="18" presetClass="entr" presetSubtype="6" fill="hold" nodeType="afterEffect">
                                  <p:stCondLst>
                                    <p:cond delay="0"/>
                                  </p:stCondLst>
                                  <p:childTnLst>
                                    <p:set>
                                      <p:cBhvr>
                                        <p:cTn id="57" dur="1" fill="hold">
                                          <p:stCondLst>
                                            <p:cond delay="0"/>
                                          </p:stCondLst>
                                        </p:cTn>
                                        <p:tgtEl>
                                          <p:spTgt spid="389"/>
                                        </p:tgtEl>
                                        <p:attrNameLst>
                                          <p:attrName>style.visibility</p:attrName>
                                        </p:attrNameLst>
                                      </p:cBhvr>
                                      <p:to>
                                        <p:strVal val="visible"/>
                                      </p:to>
                                    </p:set>
                                    <p:animEffect transition="in" filter="strips(downRight)">
                                      <p:cBhvr>
                                        <p:cTn id="58" dur="500"/>
                                        <p:tgtEl>
                                          <p:spTgt spid="389"/>
                                        </p:tgtEl>
                                      </p:cBhvr>
                                    </p:animEffect>
                                  </p:childTnLst>
                                </p:cTn>
                              </p:par>
                              <p:par>
                                <p:cTn id="59" presetID="20" presetClass="entr" presetSubtype="0" fill="hold" nodeType="withEffect">
                                  <p:stCondLst>
                                    <p:cond delay="0"/>
                                  </p:stCondLst>
                                  <p:childTnLst>
                                    <p:set>
                                      <p:cBhvr>
                                        <p:cTn id="60" dur="1" fill="hold">
                                          <p:stCondLst>
                                            <p:cond delay="0"/>
                                          </p:stCondLst>
                                        </p:cTn>
                                        <p:tgtEl>
                                          <p:spTgt spid="362"/>
                                        </p:tgtEl>
                                        <p:attrNameLst>
                                          <p:attrName>style.visibility</p:attrName>
                                        </p:attrNameLst>
                                      </p:cBhvr>
                                      <p:to>
                                        <p:strVal val="visible"/>
                                      </p:to>
                                    </p:set>
                                    <p:animEffect transition="in" filter="wedge">
                                      <p:cBhvr>
                                        <p:cTn id="61" dur="1000"/>
                                        <p:tgtEl>
                                          <p:spTgt spid="362"/>
                                        </p:tgtEl>
                                      </p:cBhvr>
                                    </p:animEffect>
                                  </p:childTnLst>
                                </p:cTn>
                              </p:par>
                            </p:childTnLst>
                          </p:cTn>
                        </p:par>
                        <p:par>
                          <p:cTn id="62" fill="hold">
                            <p:stCondLst>
                              <p:cond delay="6500"/>
                            </p:stCondLst>
                            <p:childTnLst>
                              <p:par>
                                <p:cTn id="63" presetID="53" presetClass="entr" presetSubtype="0" fill="hold" grpId="0" nodeType="afterEffect">
                                  <p:stCondLst>
                                    <p:cond delay="0"/>
                                  </p:stCondLst>
                                  <p:childTnLst>
                                    <p:set>
                                      <p:cBhvr>
                                        <p:cTn id="64" dur="1" fill="hold">
                                          <p:stCondLst>
                                            <p:cond delay="0"/>
                                          </p:stCondLst>
                                        </p:cTn>
                                        <p:tgtEl>
                                          <p:spTgt spid="373"/>
                                        </p:tgtEl>
                                        <p:attrNameLst>
                                          <p:attrName>style.visibility</p:attrName>
                                        </p:attrNameLst>
                                      </p:cBhvr>
                                      <p:to>
                                        <p:strVal val="visible"/>
                                      </p:to>
                                    </p:set>
                                    <p:anim calcmode="lin" valueType="num">
                                      <p:cBhvr>
                                        <p:cTn id="65" dur="500" fill="hold"/>
                                        <p:tgtEl>
                                          <p:spTgt spid="373"/>
                                        </p:tgtEl>
                                        <p:attrNameLst>
                                          <p:attrName>ppt_w</p:attrName>
                                        </p:attrNameLst>
                                      </p:cBhvr>
                                      <p:tavLst>
                                        <p:tav tm="0">
                                          <p:val>
                                            <p:fltVal val="0"/>
                                          </p:val>
                                        </p:tav>
                                        <p:tav tm="100000">
                                          <p:val>
                                            <p:strVal val="#ppt_w"/>
                                          </p:val>
                                        </p:tav>
                                      </p:tavLst>
                                    </p:anim>
                                    <p:anim calcmode="lin" valueType="num">
                                      <p:cBhvr>
                                        <p:cTn id="66" dur="500" fill="hold"/>
                                        <p:tgtEl>
                                          <p:spTgt spid="373"/>
                                        </p:tgtEl>
                                        <p:attrNameLst>
                                          <p:attrName>ppt_h</p:attrName>
                                        </p:attrNameLst>
                                      </p:cBhvr>
                                      <p:tavLst>
                                        <p:tav tm="0">
                                          <p:val>
                                            <p:fltVal val="0"/>
                                          </p:val>
                                        </p:tav>
                                        <p:tav tm="100000">
                                          <p:val>
                                            <p:strVal val="#ppt_h"/>
                                          </p:val>
                                        </p:tav>
                                      </p:tavLst>
                                    </p:anim>
                                    <p:animEffect transition="in" filter="fade">
                                      <p:cBhvr>
                                        <p:cTn id="67" dur="500"/>
                                        <p:tgtEl>
                                          <p:spTgt spid="373"/>
                                        </p:tgtEl>
                                      </p:cBhvr>
                                    </p:animEffect>
                                  </p:childTnLst>
                                </p:cTn>
                              </p:par>
                            </p:childTnLst>
                          </p:cTn>
                        </p:par>
                        <p:par>
                          <p:cTn id="68" fill="hold">
                            <p:stCondLst>
                              <p:cond delay="7000"/>
                            </p:stCondLst>
                            <p:childTnLst>
                              <p:par>
                                <p:cTn id="69" presetID="18" presetClass="entr" presetSubtype="6" fill="hold" nodeType="afterEffect">
                                  <p:stCondLst>
                                    <p:cond delay="0"/>
                                  </p:stCondLst>
                                  <p:childTnLst>
                                    <p:set>
                                      <p:cBhvr>
                                        <p:cTn id="70" dur="1" fill="hold">
                                          <p:stCondLst>
                                            <p:cond delay="0"/>
                                          </p:stCondLst>
                                        </p:cTn>
                                        <p:tgtEl>
                                          <p:spTgt spid="390"/>
                                        </p:tgtEl>
                                        <p:attrNameLst>
                                          <p:attrName>style.visibility</p:attrName>
                                        </p:attrNameLst>
                                      </p:cBhvr>
                                      <p:to>
                                        <p:strVal val="visible"/>
                                      </p:to>
                                    </p:set>
                                    <p:animEffect transition="in" filter="strips(downRight)">
                                      <p:cBhvr>
                                        <p:cTn id="71" dur="500"/>
                                        <p:tgtEl>
                                          <p:spTgt spid="390"/>
                                        </p:tgtEl>
                                      </p:cBhvr>
                                    </p:animEffect>
                                  </p:childTnLst>
                                </p:cTn>
                              </p:par>
                              <p:par>
                                <p:cTn id="72" presetID="20" presetClass="entr" presetSubtype="0" fill="hold" nodeType="withEffect">
                                  <p:stCondLst>
                                    <p:cond delay="0"/>
                                  </p:stCondLst>
                                  <p:childTnLst>
                                    <p:set>
                                      <p:cBhvr>
                                        <p:cTn id="73" dur="1" fill="hold">
                                          <p:stCondLst>
                                            <p:cond delay="0"/>
                                          </p:stCondLst>
                                        </p:cTn>
                                        <p:tgtEl>
                                          <p:spTgt spid="366"/>
                                        </p:tgtEl>
                                        <p:attrNameLst>
                                          <p:attrName>style.visibility</p:attrName>
                                        </p:attrNameLst>
                                      </p:cBhvr>
                                      <p:to>
                                        <p:strVal val="visible"/>
                                      </p:to>
                                    </p:set>
                                    <p:animEffect transition="in" filter="wedge">
                                      <p:cBhvr>
                                        <p:cTn id="74" dur="1000"/>
                                        <p:tgtEl>
                                          <p:spTgt spid="366"/>
                                        </p:tgtEl>
                                      </p:cBhvr>
                                    </p:animEffect>
                                  </p:childTnLst>
                                </p:cTn>
                              </p:par>
                            </p:childTnLst>
                          </p:cTn>
                        </p:par>
                        <p:par>
                          <p:cTn id="75" fill="hold">
                            <p:stCondLst>
                              <p:cond delay="8000"/>
                            </p:stCondLst>
                            <p:childTnLst>
                              <p:par>
                                <p:cTn id="76" presetID="22" presetClass="entr" presetSubtype="8" fill="hold" grpId="0" nodeType="afterEffect">
                                  <p:stCondLst>
                                    <p:cond delay="0"/>
                                  </p:stCondLst>
                                  <p:childTnLst>
                                    <p:set>
                                      <p:cBhvr>
                                        <p:cTn id="77" dur="1" fill="hold">
                                          <p:stCondLst>
                                            <p:cond delay="0"/>
                                          </p:stCondLst>
                                        </p:cTn>
                                        <p:tgtEl>
                                          <p:spTgt spid="375"/>
                                        </p:tgtEl>
                                        <p:attrNameLst>
                                          <p:attrName>style.visibility</p:attrName>
                                        </p:attrNameLst>
                                      </p:cBhvr>
                                      <p:to>
                                        <p:strVal val="visible"/>
                                      </p:to>
                                    </p:set>
                                    <p:animEffect transition="in" filter="wipe(left)">
                                      <p:cBhvr>
                                        <p:cTn id="78" dur="500"/>
                                        <p:tgtEl>
                                          <p:spTgt spid="375"/>
                                        </p:tgtEl>
                                      </p:cBhvr>
                                    </p:animEffect>
                                  </p:childTnLst>
                                </p:cTn>
                              </p:par>
                            </p:childTnLst>
                          </p:cTn>
                        </p:par>
                        <p:par>
                          <p:cTn id="79" fill="hold">
                            <p:stCondLst>
                              <p:cond delay="8500"/>
                            </p:stCondLst>
                            <p:childTnLst>
                              <p:par>
                                <p:cTn id="80" presetID="53" presetClass="entr" presetSubtype="0" fill="hold" grpId="0" nodeType="afterEffect">
                                  <p:stCondLst>
                                    <p:cond delay="0"/>
                                  </p:stCondLst>
                                  <p:childTnLst>
                                    <p:set>
                                      <p:cBhvr>
                                        <p:cTn id="81" dur="1" fill="hold">
                                          <p:stCondLst>
                                            <p:cond delay="0"/>
                                          </p:stCondLst>
                                        </p:cTn>
                                        <p:tgtEl>
                                          <p:spTgt spid="376"/>
                                        </p:tgtEl>
                                        <p:attrNameLst>
                                          <p:attrName>style.visibility</p:attrName>
                                        </p:attrNameLst>
                                      </p:cBhvr>
                                      <p:to>
                                        <p:strVal val="visible"/>
                                      </p:to>
                                    </p:set>
                                    <p:anim calcmode="lin" valueType="num">
                                      <p:cBhvr>
                                        <p:cTn id="82" dur="500" fill="hold"/>
                                        <p:tgtEl>
                                          <p:spTgt spid="376"/>
                                        </p:tgtEl>
                                        <p:attrNameLst>
                                          <p:attrName>ppt_w</p:attrName>
                                        </p:attrNameLst>
                                      </p:cBhvr>
                                      <p:tavLst>
                                        <p:tav tm="0">
                                          <p:val>
                                            <p:fltVal val="0"/>
                                          </p:val>
                                        </p:tav>
                                        <p:tav tm="100000">
                                          <p:val>
                                            <p:strVal val="#ppt_w"/>
                                          </p:val>
                                        </p:tav>
                                      </p:tavLst>
                                    </p:anim>
                                    <p:anim calcmode="lin" valueType="num">
                                      <p:cBhvr>
                                        <p:cTn id="83" dur="500" fill="hold"/>
                                        <p:tgtEl>
                                          <p:spTgt spid="376"/>
                                        </p:tgtEl>
                                        <p:attrNameLst>
                                          <p:attrName>ppt_h</p:attrName>
                                        </p:attrNameLst>
                                      </p:cBhvr>
                                      <p:tavLst>
                                        <p:tav tm="0">
                                          <p:val>
                                            <p:fltVal val="0"/>
                                          </p:val>
                                        </p:tav>
                                        <p:tav tm="100000">
                                          <p:val>
                                            <p:strVal val="#ppt_h"/>
                                          </p:val>
                                        </p:tav>
                                      </p:tavLst>
                                    </p:anim>
                                    <p:animEffect transition="in" filter="fade">
                                      <p:cBhvr>
                                        <p:cTn id="84" dur="500"/>
                                        <p:tgtEl>
                                          <p:spTgt spid="376"/>
                                        </p:tgtEl>
                                      </p:cBhvr>
                                    </p:animEffect>
                                  </p:childTnLst>
                                </p:cTn>
                              </p:par>
                              <p:par>
                                <p:cTn id="85" presetID="2" presetClass="entr" presetSubtype="4" accel="50000" decel="50000" fill="hold" grpId="0" nodeType="withEffect">
                                  <p:stCondLst>
                                    <p:cond delay="0"/>
                                  </p:stCondLst>
                                  <p:childTnLst>
                                    <p:set>
                                      <p:cBhvr>
                                        <p:cTn id="86" dur="1" fill="hold">
                                          <p:stCondLst>
                                            <p:cond delay="0"/>
                                          </p:stCondLst>
                                        </p:cTn>
                                        <p:tgtEl>
                                          <p:spTgt spid="377"/>
                                        </p:tgtEl>
                                        <p:attrNameLst>
                                          <p:attrName>style.visibility</p:attrName>
                                        </p:attrNameLst>
                                      </p:cBhvr>
                                      <p:to>
                                        <p:strVal val="visible"/>
                                      </p:to>
                                    </p:set>
                                    <p:anim calcmode="lin" valueType="num">
                                      <p:cBhvr additive="base">
                                        <p:cTn id="87" dur="500" fill="hold"/>
                                        <p:tgtEl>
                                          <p:spTgt spid="377"/>
                                        </p:tgtEl>
                                        <p:attrNameLst>
                                          <p:attrName>ppt_x</p:attrName>
                                        </p:attrNameLst>
                                      </p:cBhvr>
                                      <p:tavLst>
                                        <p:tav tm="0">
                                          <p:val>
                                            <p:strVal val="#ppt_x"/>
                                          </p:val>
                                        </p:tav>
                                        <p:tav tm="100000">
                                          <p:val>
                                            <p:strVal val="#ppt_x"/>
                                          </p:val>
                                        </p:tav>
                                      </p:tavLst>
                                    </p:anim>
                                    <p:anim calcmode="lin" valueType="num">
                                      <p:cBhvr additive="base">
                                        <p:cTn id="88" dur="500" fill="hold"/>
                                        <p:tgtEl>
                                          <p:spTgt spid="377"/>
                                        </p:tgtEl>
                                        <p:attrNameLst>
                                          <p:attrName>ppt_y</p:attrName>
                                        </p:attrNameLst>
                                      </p:cBhvr>
                                      <p:tavLst>
                                        <p:tav tm="0">
                                          <p:val>
                                            <p:strVal val="1+#ppt_h/2"/>
                                          </p:val>
                                        </p:tav>
                                        <p:tav tm="100000">
                                          <p:val>
                                            <p:strVal val="#ppt_y"/>
                                          </p:val>
                                        </p:tav>
                                      </p:tavLst>
                                    </p:anim>
                                  </p:childTnLst>
                                </p:cTn>
                              </p:par>
                            </p:childTnLst>
                          </p:cTn>
                        </p:par>
                        <p:par>
                          <p:cTn id="89" fill="hold">
                            <p:stCondLst>
                              <p:cond delay="9000"/>
                            </p:stCondLst>
                            <p:childTnLst>
                              <p:par>
                                <p:cTn id="90" presetID="53" presetClass="entr" presetSubtype="0" fill="hold" grpId="0" nodeType="afterEffect">
                                  <p:stCondLst>
                                    <p:cond delay="0"/>
                                  </p:stCondLst>
                                  <p:childTnLst>
                                    <p:set>
                                      <p:cBhvr>
                                        <p:cTn id="91" dur="1" fill="hold">
                                          <p:stCondLst>
                                            <p:cond delay="0"/>
                                          </p:stCondLst>
                                        </p:cTn>
                                        <p:tgtEl>
                                          <p:spTgt spid="378"/>
                                        </p:tgtEl>
                                        <p:attrNameLst>
                                          <p:attrName>style.visibility</p:attrName>
                                        </p:attrNameLst>
                                      </p:cBhvr>
                                      <p:to>
                                        <p:strVal val="visible"/>
                                      </p:to>
                                    </p:set>
                                    <p:anim calcmode="lin" valueType="num">
                                      <p:cBhvr>
                                        <p:cTn id="92" dur="500" fill="hold"/>
                                        <p:tgtEl>
                                          <p:spTgt spid="378"/>
                                        </p:tgtEl>
                                        <p:attrNameLst>
                                          <p:attrName>ppt_w</p:attrName>
                                        </p:attrNameLst>
                                      </p:cBhvr>
                                      <p:tavLst>
                                        <p:tav tm="0">
                                          <p:val>
                                            <p:fltVal val="0"/>
                                          </p:val>
                                        </p:tav>
                                        <p:tav tm="100000">
                                          <p:val>
                                            <p:strVal val="#ppt_w"/>
                                          </p:val>
                                        </p:tav>
                                      </p:tavLst>
                                    </p:anim>
                                    <p:anim calcmode="lin" valueType="num">
                                      <p:cBhvr>
                                        <p:cTn id="93" dur="500" fill="hold"/>
                                        <p:tgtEl>
                                          <p:spTgt spid="378"/>
                                        </p:tgtEl>
                                        <p:attrNameLst>
                                          <p:attrName>ppt_h</p:attrName>
                                        </p:attrNameLst>
                                      </p:cBhvr>
                                      <p:tavLst>
                                        <p:tav tm="0">
                                          <p:val>
                                            <p:fltVal val="0"/>
                                          </p:val>
                                        </p:tav>
                                        <p:tav tm="100000">
                                          <p:val>
                                            <p:strVal val="#ppt_h"/>
                                          </p:val>
                                        </p:tav>
                                      </p:tavLst>
                                    </p:anim>
                                    <p:animEffect transition="in" filter="fade">
                                      <p:cBhvr>
                                        <p:cTn id="94" dur="500"/>
                                        <p:tgtEl>
                                          <p:spTgt spid="378"/>
                                        </p:tgtEl>
                                      </p:cBhvr>
                                    </p:animEffect>
                                  </p:childTnLst>
                                </p:cTn>
                              </p:par>
                              <p:par>
                                <p:cTn id="95" presetID="2" presetClass="entr" presetSubtype="4" accel="50000" decel="50000" fill="hold" grpId="0" nodeType="withEffect">
                                  <p:stCondLst>
                                    <p:cond delay="0"/>
                                  </p:stCondLst>
                                  <p:childTnLst>
                                    <p:set>
                                      <p:cBhvr>
                                        <p:cTn id="96" dur="1" fill="hold">
                                          <p:stCondLst>
                                            <p:cond delay="0"/>
                                          </p:stCondLst>
                                        </p:cTn>
                                        <p:tgtEl>
                                          <p:spTgt spid="379"/>
                                        </p:tgtEl>
                                        <p:attrNameLst>
                                          <p:attrName>style.visibility</p:attrName>
                                        </p:attrNameLst>
                                      </p:cBhvr>
                                      <p:to>
                                        <p:strVal val="visible"/>
                                      </p:to>
                                    </p:set>
                                    <p:anim calcmode="lin" valueType="num">
                                      <p:cBhvr additive="base">
                                        <p:cTn id="97" dur="500" fill="hold"/>
                                        <p:tgtEl>
                                          <p:spTgt spid="379"/>
                                        </p:tgtEl>
                                        <p:attrNameLst>
                                          <p:attrName>ppt_x</p:attrName>
                                        </p:attrNameLst>
                                      </p:cBhvr>
                                      <p:tavLst>
                                        <p:tav tm="0">
                                          <p:val>
                                            <p:strVal val="#ppt_x"/>
                                          </p:val>
                                        </p:tav>
                                        <p:tav tm="100000">
                                          <p:val>
                                            <p:strVal val="#ppt_x"/>
                                          </p:val>
                                        </p:tav>
                                      </p:tavLst>
                                    </p:anim>
                                    <p:anim calcmode="lin" valueType="num">
                                      <p:cBhvr additive="base">
                                        <p:cTn id="98" dur="500" fill="hold"/>
                                        <p:tgtEl>
                                          <p:spTgt spid="379"/>
                                        </p:tgtEl>
                                        <p:attrNameLst>
                                          <p:attrName>ppt_y</p:attrName>
                                        </p:attrNameLst>
                                      </p:cBhvr>
                                      <p:tavLst>
                                        <p:tav tm="0">
                                          <p:val>
                                            <p:strVal val="1+#ppt_h/2"/>
                                          </p:val>
                                        </p:tav>
                                        <p:tav tm="100000">
                                          <p:val>
                                            <p:strVal val="#ppt_y"/>
                                          </p:val>
                                        </p:tav>
                                      </p:tavLst>
                                    </p:anim>
                                  </p:childTnLst>
                                </p:cTn>
                              </p:par>
                            </p:childTnLst>
                          </p:cTn>
                        </p:par>
                        <p:par>
                          <p:cTn id="99" fill="hold">
                            <p:stCondLst>
                              <p:cond delay="9500"/>
                            </p:stCondLst>
                            <p:childTnLst>
                              <p:par>
                                <p:cTn id="100" presetID="53" presetClass="entr" presetSubtype="0" fill="hold" grpId="0" nodeType="afterEffect">
                                  <p:stCondLst>
                                    <p:cond delay="0"/>
                                  </p:stCondLst>
                                  <p:childTnLst>
                                    <p:set>
                                      <p:cBhvr>
                                        <p:cTn id="101" dur="1" fill="hold">
                                          <p:stCondLst>
                                            <p:cond delay="0"/>
                                          </p:stCondLst>
                                        </p:cTn>
                                        <p:tgtEl>
                                          <p:spTgt spid="380"/>
                                        </p:tgtEl>
                                        <p:attrNameLst>
                                          <p:attrName>style.visibility</p:attrName>
                                        </p:attrNameLst>
                                      </p:cBhvr>
                                      <p:to>
                                        <p:strVal val="visible"/>
                                      </p:to>
                                    </p:set>
                                    <p:anim calcmode="lin" valueType="num">
                                      <p:cBhvr>
                                        <p:cTn id="102" dur="500" fill="hold"/>
                                        <p:tgtEl>
                                          <p:spTgt spid="380"/>
                                        </p:tgtEl>
                                        <p:attrNameLst>
                                          <p:attrName>ppt_w</p:attrName>
                                        </p:attrNameLst>
                                      </p:cBhvr>
                                      <p:tavLst>
                                        <p:tav tm="0">
                                          <p:val>
                                            <p:fltVal val="0"/>
                                          </p:val>
                                        </p:tav>
                                        <p:tav tm="100000">
                                          <p:val>
                                            <p:strVal val="#ppt_w"/>
                                          </p:val>
                                        </p:tav>
                                      </p:tavLst>
                                    </p:anim>
                                    <p:anim calcmode="lin" valueType="num">
                                      <p:cBhvr>
                                        <p:cTn id="103" dur="500" fill="hold"/>
                                        <p:tgtEl>
                                          <p:spTgt spid="380"/>
                                        </p:tgtEl>
                                        <p:attrNameLst>
                                          <p:attrName>ppt_h</p:attrName>
                                        </p:attrNameLst>
                                      </p:cBhvr>
                                      <p:tavLst>
                                        <p:tav tm="0">
                                          <p:val>
                                            <p:fltVal val="0"/>
                                          </p:val>
                                        </p:tav>
                                        <p:tav tm="100000">
                                          <p:val>
                                            <p:strVal val="#ppt_h"/>
                                          </p:val>
                                        </p:tav>
                                      </p:tavLst>
                                    </p:anim>
                                    <p:animEffect transition="in" filter="fade">
                                      <p:cBhvr>
                                        <p:cTn id="104" dur="500"/>
                                        <p:tgtEl>
                                          <p:spTgt spid="380"/>
                                        </p:tgtEl>
                                      </p:cBhvr>
                                    </p:animEffect>
                                  </p:childTnLst>
                                </p:cTn>
                              </p:par>
                              <p:par>
                                <p:cTn id="105" presetID="2" presetClass="entr" presetSubtype="4" accel="50000" decel="50000" fill="hold" grpId="0" nodeType="withEffect">
                                  <p:stCondLst>
                                    <p:cond delay="0"/>
                                  </p:stCondLst>
                                  <p:childTnLst>
                                    <p:set>
                                      <p:cBhvr>
                                        <p:cTn id="106" dur="1" fill="hold">
                                          <p:stCondLst>
                                            <p:cond delay="0"/>
                                          </p:stCondLst>
                                        </p:cTn>
                                        <p:tgtEl>
                                          <p:spTgt spid="381"/>
                                        </p:tgtEl>
                                        <p:attrNameLst>
                                          <p:attrName>style.visibility</p:attrName>
                                        </p:attrNameLst>
                                      </p:cBhvr>
                                      <p:to>
                                        <p:strVal val="visible"/>
                                      </p:to>
                                    </p:set>
                                    <p:anim calcmode="lin" valueType="num">
                                      <p:cBhvr additive="base">
                                        <p:cTn id="107" dur="500" fill="hold"/>
                                        <p:tgtEl>
                                          <p:spTgt spid="381"/>
                                        </p:tgtEl>
                                        <p:attrNameLst>
                                          <p:attrName>ppt_x</p:attrName>
                                        </p:attrNameLst>
                                      </p:cBhvr>
                                      <p:tavLst>
                                        <p:tav tm="0">
                                          <p:val>
                                            <p:strVal val="#ppt_x"/>
                                          </p:val>
                                        </p:tav>
                                        <p:tav tm="100000">
                                          <p:val>
                                            <p:strVal val="#ppt_x"/>
                                          </p:val>
                                        </p:tav>
                                      </p:tavLst>
                                    </p:anim>
                                    <p:anim calcmode="lin" valueType="num">
                                      <p:cBhvr additive="base">
                                        <p:cTn id="108" dur="500" fill="hold"/>
                                        <p:tgtEl>
                                          <p:spTgt spid="381"/>
                                        </p:tgtEl>
                                        <p:attrNameLst>
                                          <p:attrName>ppt_y</p:attrName>
                                        </p:attrNameLst>
                                      </p:cBhvr>
                                      <p:tavLst>
                                        <p:tav tm="0">
                                          <p:val>
                                            <p:strVal val="1+#ppt_h/2"/>
                                          </p:val>
                                        </p:tav>
                                        <p:tav tm="100000">
                                          <p:val>
                                            <p:strVal val="#ppt_y"/>
                                          </p:val>
                                        </p:tav>
                                      </p:tavLst>
                                    </p:anim>
                                  </p:childTnLst>
                                </p:cTn>
                              </p:par>
                            </p:childTnLst>
                          </p:cTn>
                        </p:par>
                        <p:par>
                          <p:cTn id="109" fill="hold">
                            <p:stCondLst>
                              <p:cond delay="10000"/>
                            </p:stCondLst>
                            <p:childTnLst>
                              <p:par>
                                <p:cTn id="110" presetID="53" presetClass="entr" presetSubtype="0" fill="hold" grpId="0" nodeType="afterEffect">
                                  <p:stCondLst>
                                    <p:cond delay="0"/>
                                  </p:stCondLst>
                                  <p:childTnLst>
                                    <p:set>
                                      <p:cBhvr>
                                        <p:cTn id="111" dur="1" fill="hold">
                                          <p:stCondLst>
                                            <p:cond delay="0"/>
                                          </p:stCondLst>
                                        </p:cTn>
                                        <p:tgtEl>
                                          <p:spTgt spid="382"/>
                                        </p:tgtEl>
                                        <p:attrNameLst>
                                          <p:attrName>style.visibility</p:attrName>
                                        </p:attrNameLst>
                                      </p:cBhvr>
                                      <p:to>
                                        <p:strVal val="visible"/>
                                      </p:to>
                                    </p:set>
                                    <p:anim calcmode="lin" valueType="num">
                                      <p:cBhvr>
                                        <p:cTn id="112" dur="500" fill="hold"/>
                                        <p:tgtEl>
                                          <p:spTgt spid="382"/>
                                        </p:tgtEl>
                                        <p:attrNameLst>
                                          <p:attrName>ppt_w</p:attrName>
                                        </p:attrNameLst>
                                      </p:cBhvr>
                                      <p:tavLst>
                                        <p:tav tm="0">
                                          <p:val>
                                            <p:fltVal val="0"/>
                                          </p:val>
                                        </p:tav>
                                        <p:tav tm="100000">
                                          <p:val>
                                            <p:strVal val="#ppt_w"/>
                                          </p:val>
                                        </p:tav>
                                      </p:tavLst>
                                    </p:anim>
                                    <p:anim calcmode="lin" valueType="num">
                                      <p:cBhvr>
                                        <p:cTn id="113" dur="500" fill="hold"/>
                                        <p:tgtEl>
                                          <p:spTgt spid="382"/>
                                        </p:tgtEl>
                                        <p:attrNameLst>
                                          <p:attrName>ppt_h</p:attrName>
                                        </p:attrNameLst>
                                      </p:cBhvr>
                                      <p:tavLst>
                                        <p:tav tm="0">
                                          <p:val>
                                            <p:fltVal val="0"/>
                                          </p:val>
                                        </p:tav>
                                        <p:tav tm="100000">
                                          <p:val>
                                            <p:strVal val="#ppt_h"/>
                                          </p:val>
                                        </p:tav>
                                      </p:tavLst>
                                    </p:anim>
                                    <p:animEffect transition="in" filter="fade">
                                      <p:cBhvr>
                                        <p:cTn id="114" dur="500"/>
                                        <p:tgtEl>
                                          <p:spTgt spid="382"/>
                                        </p:tgtEl>
                                      </p:cBhvr>
                                    </p:animEffect>
                                  </p:childTnLst>
                                </p:cTn>
                              </p:par>
                              <p:par>
                                <p:cTn id="115" presetID="2" presetClass="entr" presetSubtype="4" accel="50000" decel="50000" fill="hold" grpId="0" nodeType="withEffect">
                                  <p:stCondLst>
                                    <p:cond delay="0"/>
                                  </p:stCondLst>
                                  <p:childTnLst>
                                    <p:set>
                                      <p:cBhvr>
                                        <p:cTn id="116" dur="1" fill="hold">
                                          <p:stCondLst>
                                            <p:cond delay="0"/>
                                          </p:stCondLst>
                                        </p:cTn>
                                        <p:tgtEl>
                                          <p:spTgt spid="383"/>
                                        </p:tgtEl>
                                        <p:attrNameLst>
                                          <p:attrName>style.visibility</p:attrName>
                                        </p:attrNameLst>
                                      </p:cBhvr>
                                      <p:to>
                                        <p:strVal val="visible"/>
                                      </p:to>
                                    </p:set>
                                    <p:anim calcmode="lin" valueType="num">
                                      <p:cBhvr additive="base">
                                        <p:cTn id="117" dur="500" fill="hold"/>
                                        <p:tgtEl>
                                          <p:spTgt spid="383"/>
                                        </p:tgtEl>
                                        <p:attrNameLst>
                                          <p:attrName>ppt_x</p:attrName>
                                        </p:attrNameLst>
                                      </p:cBhvr>
                                      <p:tavLst>
                                        <p:tav tm="0">
                                          <p:val>
                                            <p:strVal val="#ppt_x"/>
                                          </p:val>
                                        </p:tav>
                                        <p:tav tm="100000">
                                          <p:val>
                                            <p:strVal val="#ppt_x"/>
                                          </p:val>
                                        </p:tav>
                                      </p:tavLst>
                                    </p:anim>
                                    <p:anim calcmode="lin" valueType="num">
                                      <p:cBhvr additive="base">
                                        <p:cTn id="118" dur="500" fill="hold"/>
                                        <p:tgtEl>
                                          <p:spTgt spid="383"/>
                                        </p:tgtEl>
                                        <p:attrNameLst>
                                          <p:attrName>ppt_y</p:attrName>
                                        </p:attrNameLst>
                                      </p:cBhvr>
                                      <p:tavLst>
                                        <p:tav tm="0">
                                          <p:val>
                                            <p:strVal val="1+#ppt_h/2"/>
                                          </p:val>
                                        </p:tav>
                                        <p:tav tm="100000">
                                          <p:val>
                                            <p:strVal val="#ppt_y"/>
                                          </p:val>
                                        </p:tav>
                                      </p:tavLst>
                                    </p:anim>
                                  </p:childTnLst>
                                </p:cTn>
                              </p:par>
                            </p:childTnLst>
                          </p:cTn>
                        </p:par>
                        <p:par>
                          <p:cTn id="119" fill="hold">
                            <p:stCondLst>
                              <p:cond delay="10500"/>
                            </p:stCondLst>
                            <p:childTnLst>
                              <p:par>
                                <p:cTn id="120" presetID="53" presetClass="entr" presetSubtype="0" fill="hold" grpId="0" nodeType="afterEffect">
                                  <p:stCondLst>
                                    <p:cond delay="0"/>
                                  </p:stCondLst>
                                  <p:childTnLst>
                                    <p:set>
                                      <p:cBhvr>
                                        <p:cTn id="121" dur="1" fill="hold">
                                          <p:stCondLst>
                                            <p:cond delay="0"/>
                                          </p:stCondLst>
                                        </p:cTn>
                                        <p:tgtEl>
                                          <p:spTgt spid="384"/>
                                        </p:tgtEl>
                                        <p:attrNameLst>
                                          <p:attrName>style.visibility</p:attrName>
                                        </p:attrNameLst>
                                      </p:cBhvr>
                                      <p:to>
                                        <p:strVal val="visible"/>
                                      </p:to>
                                    </p:set>
                                    <p:anim calcmode="lin" valueType="num">
                                      <p:cBhvr>
                                        <p:cTn id="122" dur="500" fill="hold"/>
                                        <p:tgtEl>
                                          <p:spTgt spid="384"/>
                                        </p:tgtEl>
                                        <p:attrNameLst>
                                          <p:attrName>ppt_w</p:attrName>
                                        </p:attrNameLst>
                                      </p:cBhvr>
                                      <p:tavLst>
                                        <p:tav tm="0">
                                          <p:val>
                                            <p:fltVal val="0"/>
                                          </p:val>
                                        </p:tav>
                                        <p:tav tm="100000">
                                          <p:val>
                                            <p:strVal val="#ppt_w"/>
                                          </p:val>
                                        </p:tav>
                                      </p:tavLst>
                                    </p:anim>
                                    <p:anim calcmode="lin" valueType="num">
                                      <p:cBhvr>
                                        <p:cTn id="123" dur="500" fill="hold"/>
                                        <p:tgtEl>
                                          <p:spTgt spid="384"/>
                                        </p:tgtEl>
                                        <p:attrNameLst>
                                          <p:attrName>ppt_h</p:attrName>
                                        </p:attrNameLst>
                                      </p:cBhvr>
                                      <p:tavLst>
                                        <p:tav tm="0">
                                          <p:val>
                                            <p:fltVal val="0"/>
                                          </p:val>
                                        </p:tav>
                                        <p:tav tm="100000">
                                          <p:val>
                                            <p:strVal val="#ppt_h"/>
                                          </p:val>
                                        </p:tav>
                                      </p:tavLst>
                                    </p:anim>
                                    <p:animEffect transition="in" filter="fade">
                                      <p:cBhvr>
                                        <p:cTn id="124" dur="500"/>
                                        <p:tgtEl>
                                          <p:spTgt spid="384"/>
                                        </p:tgtEl>
                                      </p:cBhvr>
                                    </p:animEffect>
                                  </p:childTnLst>
                                </p:cTn>
                              </p:par>
                              <p:par>
                                <p:cTn id="125" presetID="2" presetClass="entr" presetSubtype="4" accel="50000" decel="50000" fill="hold" grpId="0" nodeType="withEffect">
                                  <p:stCondLst>
                                    <p:cond delay="0"/>
                                  </p:stCondLst>
                                  <p:childTnLst>
                                    <p:set>
                                      <p:cBhvr>
                                        <p:cTn id="126" dur="1" fill="hold">
                                          <p:stCondLst>
                                            <p:cond delay="0"/>
                                          </p:stCondLst>
                                        </p:cTn>
                                        <p:tgtEl>
                                          <p:spTgt spid="385"/>
                                        </p:tgtEl>
                                        <p:attrNameLst>
                                          <p:attrName>style.visibility</p:attrName>
                                        </p:attrNameLst>
                                      </p:cBhvr>
                                      <p:to>
                                        <p:strVal val="visible"/>
                                      </p:to>
                                    </p:set>
                                    <p:anim calcmode="lin" valueType="num">
                                      <p:cBhvr additive="base">
                                        <p:cTn id="127" dur="500" fill="hold"/>
                                        <p:tgtEl>
                                          <p:spTgt spid="385"/>
                                        </p:tgtEl>
                                        <p:attrNameLst>
                                          <p:attrName>ppt_x</p:attrName>
                                        </p:attrNameLst>
                                      </p:cBhvr>
                                      <p:tavLst>
                                        <p:tav tm="0">
                                          <p:val>
                                            <p:strVal val="#ppt_x"/>
                                          </p:val>
                                        </p:tav>
                                        <p:tav tm="100000">
                                          <p:val>
                                            <p:strVal val="#ppt_x"/>
                                          </p:val>
                                        </p:tav>
                                      </p:tavLst>
                                    </p:anim>
                                    <p:anim calcmode="lin" valueType="num">
                                      <p:cBhvr additive="base">
                                        <p:cTn id="128" dur="500" fill="hold"/>
                                        <p:tgtEl>
                                          <p:spTgt spid="38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 grpId="0" animBg="1"/>
      <p:bldP spid="371" grpId="0" animBg="1"/>
      <p:bldP spid="372" grpId="0" animBg="1"/>
      <p:bldP spid="373" grpId="0" animBg="1"/>
      <p:bldP spid="374" grpId="0" animBg="1"/>
      <p:bldP spid="375" grpId="0"/>
      <p:bldP spid="376" grpId="0" animBg="1"/>
      <p:bldP spid="377" grpId="0"/>
      <p:bldP spid="378" grpId="0" animBg="1"/>
      <p:bldP spid="379" grpId="0"/>
      <p:bldP spid="380" grpId="0" animBg="1"/>
      <p:bldP spid="381" grpId="0"/>
      <p:bldP spid="382" grpId="0" animBg="1"/>
      <p:bldP spid="383" grpId="0"/>
      <p:bldP spid="384" grpId="0" animBg="1"/>
      <p:bldP spid="38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Netherlands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Netherlands Map Slide</a:t>
            </a:r>
            <a:endParaRPr lang="en-US" dirty="0"/>
          </a:p>
        </p:txBody>
      </p:sp>
      <p:grpSp>
        <p:nvGrpSpPr>
          <p:cNvPr id="99" name="Group 98"/>
          <p:cNvGrpSpPr/>
          <p:nvPr/>
        </p:nvGrpSpPr>
        <p:grpSpPr>
          <a:xfrm>
            <a:off x="415925" y="2362200"/>
            <a:ext cx="2803525" cy="3314700"/>
            <a:chOff x="3068638" y="1266826"/>
            <a:chExt cx="2803525" cy="3314700"/>
          </a:xfrm>
          <a:solidFill>
            <a:schemeClr val="bg1">
              <a:lumMod val="85000"/>
            </a:schemeClr>
          </a:solidFill>
        </p:grpSpPr>
        <p:sp>
          <p:nvSpPr>
            <p:cNvPr id="100" name="Freeform 5"/>
            <p:cNvSpPr>
              <a:spLocks/>
            </p:cNvSpPr>
            <p:nvPr/>
          </p:nvSpPr>
          <p:spPr bwMode="auto">
            <a:xfrm>
              <a:off x="4075113" y="1714501"/>
              <a:ext cx="147637" cy="231775"/>
            </a:xfrm>
            <a:custGeom>
              <a:avLst/>
              <a:gdLst/>
              <a:ahLst/>
              <a:cxnLst>
                <a:cxn ang="0">
                  <a:pos x="100" y="37"/>
                </a:cxn>
                <a:cxn ang="0">
                  <a:pos x="99" y="52"/>
                </a:cxn>
                <a:cxn ang="0">
                  <a:pos x="94" y="74"/>
                </a:cxn>
                <a:cxn ang="0">
                  <a:pos x="87" y="91"/>
                </a:cxn>
                <a:cxn ang="0">
                  <a:pos x="79" y="107"/>
                </a:cxn>
                <a:cxn ang="0">
                  <a:pos x="66" y="118"/>
                </a:cxn>
                <a:cxn ang="0">
                  <a:pos x="54" y="123"/>
                </a:cxn>
                <a:cxn ang="0">
                  <a:pos x="45" y="132"/>
                </a:cxn>
                <a:cxn ang="0">
                  <a:pos x="42" y="140"/>
                </a:cxn>
                <a:cxn ang="0">
                  <a:pos x="40" y="144"/>
                </a:cxn>
                <a:cxn ang="0">
                  <a:pos x="36" y="143"/>
                </a:cxn>
                <a:cxn ang="0">
                  <a:pos x="30" y="141"/>
                </a:cxn>
                <a:cxn ang="0">
                  <a:pos x="28" y="138"/>
                </a:cxn>
                <a:cxn ang="0">
                  <a:pos x="25" y="137"/>
                </a:cxn>
                <a:cxn ang="0">
                  <a:pos x="22" y="141"/>
                </a:cxn>
                <a:cxn ang="0">
                  <a:pos x="22" y="146"/>
                </a:cxn>
                <a:cxn ang="0">
                  <a:pos x="26" y="149"/>
                </a:cxn>
                <a:cxn ang="0">
                  <a:pos x="26" y="154"/>
                </a:cxn>
                <a:cxn ang="0">
                  <a:pos x="23" y="158"/>
                </a:cxn>
                <a:cxn ang="0">
                  <a:pos x="14" y="158"/>
                </a:cxn>
                <a:cxn ang="0">
                  <a:pos x="7" y="154"/>
                </a:cxn>
                <a:cxn ang="0">
                  <a:pos x="2" y="145"/>
                </a:cxn>
                <a:cxn ang="0">
                  <a:pos x="1" y="133"/>
                </a:cxn>
                <a:cxn ang="0">
                  <a:pos x="5" y="122"/>
                </a:cxn>
                <a:cxn ang="0">
                  <a:pos x="4" y="110"/>
                </a:cxn>
                <a:cxn ang="0">
                  <a:pos x="11" y="91"/>
                </a:cxn>
                <a:cxn ang="0">
                  <a:pos x="23" y="72"/>
                </a:cxn>
                <a:cxn ang="0">
                  <a:pos x="37" y="53"/>
                </a:cxn>
                <a:cxn ang="0">
                  <a:pos x="46" y="37"/>
                </a:cxn>
                <a:cxn ang="0">
                  <a:pos x="56" y="15"/>
                </a:cxn>
                <a:cxn ang="0">
                  <a:pos x="64" y="5"/>
                </a:cxn>
                <a:cxn ang="0">
                  <a:pos x="72" y="0"/>
                </a:cxn>
                <a:cxn ang="0">
                  <a:pos x="77" y="0"/>
                </a:cxn>
                <a:cxn ang="0">
                  <a:pos x="83" y="5"/>
                </a:cxn>
                <a:cxn ang="0">
                  <a:pos x="84" y="10"/>
                </a:cxn>
                <a:cxn ang="0">
                  <a:pos x="83" y="14"/>
                </a:cxn>
                <a:cxn ang="0">
                  <a:pos x="84" y="19"/>
                </a:cxn>
                <a:cxn ang="0">
                  <a:pos x="88" y="20"/>
                </a:cxn>
                <a:cxn ang="0">
                  <a:pos x="93" y="24"/>
                </a:cxn>
                <a:cxn ang="0">
                  <a:pos x="96" y="29"/>
                </a:cxn>
                <a:cxn ang="0">
                  <a:pos x="100" y="37"/>
                </a:cxn>
              </a:cxnLst>
              <a:rect l="0" t="0" r="r" b="b"/>
              <a:pathLst>
                <a:path w="101" h="159">
                  <a:moveTo>
                    <a:pt x="100" y="37"/>
                  </a:moveTo>
                  <a:cubicBezTo>
                    <a:pt x="101" y="40"/>
                    <a:pt x="100" y="49"/>
                    <a:pt x="99" y="52"/>
                  </a:cubicBezTo>
                  <a:cubicBezTo>
                    <a:pt x="98" y="58"/>
                    <a:pt x="96" y="68"/>
                    <a:pt x="94" y="74"/>
                  </a:cubicBezTo>
                  <a:cubicBezTo>
                    <a:pt x="93" y="78"/>
                    <a:pt x="89" y="87"/>
                    <a:pt x="87" y="91"/>
                  </a:cubicBezTo>
                  <a:cubicBezTo>
                    <a:pt x="85" y="95"/>
                    <a:pt x="82" y="104"/>
                    <a:pt x="79" y="107"/>
                  </a:cubicBezTo>
                  <a:cubicBezTo>
                    <a:pt x="77" y="111"/>
                    <a:pt x="70" y="116"/>
                    <a:pt x="66" y="118"/>
                  </a:cubicBezTo>
                  <a:cubicBezTo>
                    <a:pt x="63" y="120"/>
                    <a:pt x="56" y="121"/>
                    <a:pt x="54" y="123"/>
                  </a:cubicBezTo>
                  <a:cubicBezTo>
                    <a:pt x="51" y="125"/>
                    <a:pt x="46" y="130"/>
                    <a:pt x="45" y="132"/>
                  </a:cubicBezTo>
                  <a:cubicBezTo>
                    <a:pt x="44" y="134"/>
                    <a:pt x="43" y="138"/>
                    <a:pt x="42" y="140"/>
                  </a:cubicBezTo>
                  <a:cubicBezTo>
                    <a:pt x="42" y="141"/>
                    <a:pt x="41" y="143"/>
                    <a:pt x="40" y="144"/>
                  </a:cubicBezTo>
                  <a:cubicBezTo>
                    <a:pt x="39" y="145"/>
                    <a:pt x="37" y="144"/>
                    <a:pt x="36" y="143"/>
                  </a:cubicBezTo>
                  <a:cubicBezTo>
                    <a:pt x="34" y="143"/>
                    <a:pt x="31" y="142"/>
                    <a:pt x="30" y="141"/>
                  </a:cubicBezTo>
                  <a:cubicBezTo>
                    <a:pt x="29" y="141"/>
                    <a:pt x="29" y="139"/>
                    <a:pt x="28" y="138"/>
                  </a:cubicBezTo>
                  <a:cubicBezTo>
                    <a:pt x="27" y="138"/>
                    <a:pt x="26" y="137"/>
                    <a:pt x="25" y="137"/>
                  </a:cubicBezTo>
                  <a:cubicBezTo>
                    <a:pt x="24" y="138"/>
                    <a:pt x="22" y="140"/>
                    <a:pt x="22" y="141"/>
                  </a:cubicBezTo>
                  <a:cubicBezTo>
                    <a:pt x="21" y="142"/>
                    <a:pt x="21" y="145"/>
                    <a:pt x="22" y="146"/>
                  </a:cubicBezTo>
                  <a:cubicBezTo>
                    <a:pt x="22" y="147"/>
                    <a:pt x="25" y="148"/>
                    <a:pt x="26" y="149"/>
                  </a:cubicBezTo>
                  <a:cubicBezTo>
                    <a:pt x="26" y="150"/>
                    <a:pt x="27" y="153"/>
                    <a:pt x="26" y="154"/>
                  </a:cubicBezTo>
                  <a:cubicBezTo>
                    <a:pt x="26" y="155"/>
                    <a:pt x="24" y="157"/>
                    <a:pt x="23" y="158"/>
                  </a:cubicBezTo>
                  <a:cubicBezTo>
                    <a:pt x="21" y="159"/>
                    <a:pt x="16" y="159"/>
                    <a:pt x="14" y="158"/>
                  </a:cubicBezTo>
                  <a:cubicBezTo>
                    <a:pt x="12" y="157"/>
                    <a:pt x="8" y="156"/>
                    <a:pt x="7" y="154"/>
                  </a:cubicBezTo>
                  <a:cubicBezTo>
                    <a:pt x="5" y="152"/>
                    <a:pt x="3" y="148"/>
                    <a:pt x="2" y="145"/>
                  </a:cubicBezTo>
                  <a:cubicBezTo>
                    <a:pt x="1" y="142"/>
                    <a:pt x="0" y="136"/>
                    <a:pt x="1" y="133"/>
                  </a:cubicBezTo>
                  <a:cubicBezTo>
                    <a:pt x="1" y="130"/>
                    <a:pt x="5" y="125"/>
                    <a:pt x="5" y="122"/>
                  </a:cubicBezTo>
                  <a:cubicBezTo>
                    <a:pt x="6" y="119"/>
                    <a:pt x="4" y="113"/>
                    <a:pt x="4" y="110"/>
                  </a:cubicBezTo>
                  <a:cubicBezTo>
                    <a:pt x="5" y="105"/>
                    <a:pt x="9" y="95"/>
                    <a:pt x="11" y="91"/>
                  </a:cubicBezTo>
                  <a:cubicBezTo>
                    <a:pt x="13" y="86"/>
                    <a:pt x="20" y="76"/>
                    <a:pt x="23" y="72"/>
                  </a:cubicBezTo>
                  <a:cubicBezTo>
                    <a:pt x="26" y="67"/>
                    <a:pt x="34" y="58"/>
                    <a:pt x="37" y="53"/>
                  </a:cubicBezTo>
                  <a:cubicBezTo>
                    <a:pt x="39" y="49"/>
                    <a:pt x="43" y="41"/>
                    <a:pt x="46" y="37"/>
                  </a:cubicBezTo>
                  <a:cubicBezTo>
                    <a:pt x="48" y="31"/>
                    <a:pt x="53" y="20"/>
                    <a:pt x="56" y="15"/>
                  </a:cubicBezTo>
                  <a:cubicBezTo>
                    <a:pt x="58" y="12"/>
                    <a:pt x="61" y="7"/>
                    <a:pt x="64" y="5"/>
                  </a:cubicBezTo>
                  <a:cubicBezTo>
                    <a:pt x="65" y="4"/>
                    <a:pt x="69" y="0"/>
                    <a:pt x="72" y="0"/>
                  </a:cubicBezTo>
                  <a:cubicBezTo>
                    <a:pt x="73" y="0"/>
                    <a:pt x="76" y="0"/>
                    <a:pt x="77" y="0"/>
                  </a:cubicBezTo>
                  <a:cubicBezTo>
                    <a:pt x="79" y="1"/>
                    <a:pt x="82" y="3"/>
                    <a:pt x="83" y="5"/>
                  </a:cubicBezTo>
                  <a:cubicBezTo>
                    <a:pt x="84" y="6"/>
                    <a:pt x="84" y="8"/>
                    <a:pt x="84" y="10"/>
                  </a:cubicBezTo>
                  <a:cubicBezTo>
                    <a:pt x="84" y="11"/>
                    <a:pt x="83" y="13"/>
                    <a:pt x="83" y="14"/>
                  </a:cubicBezTo>
                  <a:cubicBezTo>
                    <a:pt x="83" y="15"/>
                    <a:pt x="83" y="18"/>
                    <a:pt x="84" y="19"/>
                  </a:cubicBezTo>
                  <a:cubicBezTo>
                    <a:pt x="84" y="20"/>
                    <a:pt x="87" y="19"/>
                    <a:pt x="88" y="20"/>
                  </a:cubicBezTo>
                  <a:cubicBezTo>
                    <a:pt x="89" y="21"/>
                    <a:pt x="92" y="22"/>
                    <a:pt x="93" y="24"/>
                  </a:cubicBezTo>
                  <a:cubicBezTo>
                    <a:pt x="94" y="25"/>
                    <a:pt x="95" y="28"/>
                    <a:pt x="96" y="29"/>
                  </a:cubicBezTo>
                  <a:cubicBezTo>
                    <a:pt x="97" y="31"/>
                    <a:pt x="100" y="35"/>
                    <a:pt x="100" y="3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6"/>
            <p:cNvSpPr>
              <a:spLocks/>
            </p:cNvSpPr>
            <p:nvPr/>
          </p:nvSpPr>
          <p:spPr bwMode="auto">
            <a:xfrm>
              <a:off x="4346575" y="2540001"/>
              <a:ext cx="34925" cy="53975"/>
            </a:xfrm>
            <a:custGeom>
              <a:avLst/>
              <a:gdLst/>
              <a:ahLst/>
              <a:cxnLst>
                <a:cxn ang="0">
                  <a:pos x="24" y="19"/>
                </a:cxn>
                <a:cxn ang="0">
                  <a:pos x="24" y="21"/>
                </a:cxn>
                <a:cxn ang="0">
                  <a:pos x="21" y="24"/>
                </a:cxn>
                <a:cxn ang="0">
                  <a:pos x="17" y="25"/>
                </a:cxn>
                <a:cxn ang="0">
                  <a:pos x="12" y="27"/>
                </a:cxn>
                <a:cxn ang="0">
                  <a:pos x="8" y="29"/>
                </a:cxn>
                <a:cxn ang="0">
                  <a:pos x="5" y="32"/>
                </a:cxn>
                <a:cxn ang="0">
                  <a:pos x="4" y="34"/>
                </a:cxn>
                <a:cxn ang="0">
                  <a:pos x="1" y="36"/>
                </a:cxn>
                <a:cxn ang="0">
                  <a:pos x="0" y="32"/>
                </a:cxn>
                <a:cxn ang="0">
                  <a:pos x="3" y="28"/>
                </a:cxn>
                <a:cxn ang="0">
                  <a:pos x="4" y="24"/>
                </a:cxn>
                <a:cxn ang="0">
                  <a:pos x="8" y="20"/>
                </a:cxn>
                <a:cxn ang="0">
                  <a:pos x="9" y="15"/>
                </a:cxn>
                <a:cxn ang="0">
                  <a:pos x="7" y="10"/>
                </a:cxn>
                <a:cxn ang="0">
                  <a:pos x="6" y="3"/>
                </a:cxn>
                <a:cxn ang="0">
                  <a:pos x="5" y="0"/>
                </a:cxn>
                <a:cxn ang="0">
                  <a:pos x="8" y="0"/>
                </a:cxn>
                <a:cxn ang="0">
                  <a:pos x="12" y="3"/>
                </a:cxn>
                <a:cxn ang="0">
                  <a:pos x="13" y="8"/>
                </a:cxn>
                <a:cxn ang="0">
                  <a:pos x="16" y="15"/>
                </a:cxn>
                <a:cxn ang="0">
                  <a:pos x="21" y="17"/>
                </a:cxn>
                <a:cxn ang="0">
                  <a:pos x="24" y="19"/>
                </a:cxn>
              </a:cxnLst>
              <a:rect l="0" t="0" r="r" b="b"/>
              <a:pathLst>
                <a:path w="24" h="37">
                  <a:moveTo>
                    <a:pt x="24" y="19"/>
                  </a:moveTo>
                  <a:cubicBezTo>
                    <a:pt x="24" y="20"/>
                    <a:pt x="24" y="21"/>
                    <a:pt x="24" y="21"/>
                  </a:cubicBezTo>
                  <a:cubicBezTo>
                    <a:pt x="23" y="22"/>
                    <a:pt x="22" y="24"/>
                    <a:pt x="21" y="24"/>
                  </a:cubicBezTo>
                  <a:cubicBezTo>
                    <a:pt x="20" y="25"/>
                    <a:pt x="18" y="25"/>
                    <a:pt x="17" y="25"/>
                  </a:cubicBezTo>
                  <a:cubicBezTo>
                    <a:pt x="16" y="26"/>
                    <a:pt x="13" y="26"/>
                    <a:pt x="12" y="27"/>
                  </a:cubicBezTo>
                  <a:cubicBezTo>
                    <a:pt x="11" y="27"/>
                    <a:pt x="9" y="28"/>
                    <a:pt x="8" y="29"/>
                  </a:cubicBezTo>
                  <a:cubicBezTo>
                    <a:pt x="7" y="29"/>
                    <a:pt x="6" y="32"/>
                    <a:pt x="5" y="32"/>
                  </a:cubicBezTo>
                  <a:cubicBezTo>
                    <a:pt x="5" y="33"/>
                    <a:pt x="4" y="34"/>
                    <a:pt x="4" y="34"/>
                  </a:cubicBezTo>
                  <a:cubicBezTo>
                    <a:pt x="3" y="35"/>
                    <a:pt x="2" y="37"/>
                    <a:pt x="1" y="36"/>
                  </a:cubicBezTo>
                  <a:cubicBezTo>
                    <a:pt x="0" y="36"/>
                    <a:pt x="0" y="33"/>
                    <a:pt x="0" y="32"/>
                  </a:cubicBezTo>
                  <a:cubicBezTo>
                    <a:pt x="0" y="31"/>
                    <a:pt x="2" y="29"/>
                    <a:pt x="3" y="28"/>
                  </a:cubicBezTo>
                  <a:cubicBezTo>
                    <a:pt x="3" y="27"/>
                    <a:pt x="4" y="25"/>
                    <a:pt x="4" y="24"/>
                  </a:cubicBezTo>
                  <a:cubicBezTo>
                    <a:pt x="5" y="23"/>
                    <a:pt x="8" y="21"/>
                    <a:pt x="8" y="20"/>
                  </a:cubicBezTo>
                  <a:cubicBezTo>
                    <a:pt x="9" y="19"/>
                    <a:pt x="9" y="17"/>
                    <a:pt x="9" y="15"/>
                  </a:cubicBezTo>
                  <a:cubicBezTo>
                    <a:pt x="9" y="14"/>
                    <a:pt x="8" y="11"/>
                    <a:pt x="7" y="10"/>
                  </a:cubicBezTo>
                  <a:cubicBezTo>
                    <a:pt x="7" y="8"/>
                    <a:pt x="6" y="5"/>
                    <a:pt x="6" y="3"/>
                  </a:cubicBezTo>
                  <a:cubicBezTo>
                    <a:pt x="6" y="3"/>
                    <a:pt x="4" y="1"/>
                    <a:pt x="5" y="0"/>
                  </a:cubicBezTo>
                  <a:cubicBezTo>
                    <a:pt x="5" y="0"/>
                    <a:pt x="7" y="0"/>
                    <a:pt x="8" y="0"/>
                  </a:cubicBezTo>
                  <a:cubicBezTo>
                    <a:pt x="9" y="1"/>
                    <a:pt x="11" y="2"/>
                    <a:pt x="12" y="3"/>
                  </a:cubicBezTo>
                  <a:cubicBezTo>
                    <a:pt x="13" y="4"/>
                    <a:pt x="12" y="7"/>
                    <a:pt x="13" y="8"/>
                  </a:cubicBezTo>
                  <a:cubicBezTo>
                    <a:pt x="13" y="10"/>
                    <a:pt x="15" y="13"/>
                    <a:pt x="16" y="15"/>
                  </a:cubicBezTo>
                  <a:cubicBezTo>
                    <a:pt x="17" y="16"/>
                    <a:pt x="20" y="17"/>
                    <a:pt x="21" y="17"/>
                  </a:cubicBezTo>
                  <a:cubicBezTo>
                    <a:pt x="22" y="18"/>
                    <a:pt x="23" y="18"/>
                    <a:pt x="24"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7"/>
            <p:cNvSpPr>
              <a:spLocks/>
            </p:cNvSpPr>
            <p:nvPr/>
          </p:nvSpPr>
          <p:spPr bwMode="auto">
            <a:xfrm>
              <a:off x="3981450" y="1966913"/>
              <a:ext cx="517525" cy="703263"/>
            </a:xfrm>
            <a:custGeom>
              <a:avLst/>
              <a:gdLst/>
              <a:ahLst/>
              <a:cxnLst>
                <a:cxn ang="0">
                  <a:pos x="344" y="223"/>
                </a:cxn>
                <a:cxn ang="0">
                  <a:pos x="327" y="238"/>
                </a:cxn>
                <a:cxn ang="0">
                  <a:pos x="312" y="262"/>
                </a:cxn>
                <a:cxn ang="0">
                  <a:pos x="290" y="278"/>
                </a:cxn>
                <a:cxn ang="0">
                  <a:pos x="271" y="272"/>
                </a:cxn>
                <a:cxn ang="0">
                  <a:pos x="252" y="264"/>
                </a:cxn>
                <a:cxn ang="0">
                  <a:pos x="231" y="265"/>
                </a:cxn>
                <a:cxn ang="0">
                  <a:pos x="214" y="283"/>
                </a:cxn>
                <a:cxn ang="0">
                  <a:pos x="225" y="317"/>
                </a:cxn>
                <a:cxn ang="0">
                  <a:pos x="234" y="332"/>
                </a:cxn>
                <a:cxn ang="0">
                  <a:pos x="240" y="358"/>
                </a:cxn>
                <a:cxn ang="0">
                  <a:pos x="250" y="379"/>
                </a:cxn>
                <a:cxn ang="0">
                  <a:pos x="238" y="394"/>
                </a:cxn>
                <a:cxn ang="0">
                  <a:pos x="240" y="406"/>
                </a:cxn>
                <a:cxn ang="0">
                  <a:pos x="228" y="411"/>
                </a:cxn>
                <a:cxn ang="0">
                  <a:pos x="240" y="429"/>
                </a:cxn>
                <a:cxn ang="0">
                  <a:pos x="247" y="437"/>
                </a:cxn>
                <a:cxn ang="0">
                  <a:pos x="238" y="453"/>
                </a:cxn>
                <a:cxn ang="0">
                  <a:pos x="216" y="475"/>
                </a:cxn>
                <a:cxn ang="0">
                  <a:pos x="189" y="473"/>
                </a:cxn>
                <a:cxn ang="0">
                  <a:pos x="163" y="466"/>
                </a:cxn>
                <a:cxn ang="0">
                  <a:pos x="135" y="452"/>
                </a:cxn>
                <a:cxn ang="0">
                  <a:pos x="105" y="439"/>
                </a:cxn>
                <a:cxn ang="0">
                  <a:pos x="75" y="429"/>
                </a:cxn>
                <a:cxn ang="0">
                  <a:pos x="55" y="412"/>
                </a:cxn>
                <a:cxn ang="0">
                  <a:pos x="38" y="402"/>
                </a:cxn>
                <a:cxn ang="0">
                  <a:pos x="21" y="397"/>
                </a:cxn>
                <a:cxn ang="0">
                  <a:pos x="1" y="396"/>
                </a:cxn>
                <a:cxn ang="0">
                  <a:pos x="8" y="368"/>
                </a:cxn>
                <a:cxn ang="0">
                  <a:pos x="20" y="305"/>
                </a:cxn>
                <a:cxn ang="0">
                  <a:pos x="26" y="259"/>
                </a:cxn>
                <a:cxn ang="0">
                  <a:pos x="31" y="211"/>
                </a:cxn>
                <a:cxn ang="0">
                  <a:pos x="38" y="163"/>
                </a:cxn>
                <a:cxn ang="0">
                  <a:pos x="65" y="89"/>
                </a:cxn>
                <a:cxn ang="0">
                  <a:pos x="72" y="21"/>
                </a:cxn>
                <a:cxn ang="0">
                  <a:pos x="95" y="1"/>
                </a:cxn>
                <a:cxn ang="0">
                  <a:pos x="113" y="15"/>
                </a:cxn>
                <a:cxn ang="0">
                  <a:pos x="120" y="48"/>
                </a:cxn>
                <a:cxn ang="0">
                  <a:pos x="166" y="58"/>
                </a:cxn>
                <a:cxn ang="0">
                  <a:pos x="188" y="35"/>
                </a:cxn>
                <a:cxn ang="0">
                  <a:pos x="207" y="23"/>
                </a:cxn>
                <a:cxn ang="0">
                  <a:pos x="232" y="33"/>
                </a:cxn>
                <a:cxn ang="0">
                  <a:pos x="245" y="58"/>
                </a:cxn>
                <a:cxn ang="0">
                  <a:pos x="258" y="79"/>
                </a:cxn>
                <a:cxn ang="0">
                  <a:pos x="268" y="106"/>
                </a:cxn>
                <a:cxn ang="0">
                  <a:pos x="262" y="141"/>
                </a:cxn>
                <a:cxn ang="0">
                  <a:pos x="266" y="170"/>
                </a:cxn>
                <a:cxn ang="0">
                  <a:pos x="289" y="186"/>
                </a:cxn>
                <a:cxn ang="0">
                  <a:pos x="298" y="180"/>
                </a:cxn>
                <a:cxn ang="0">
                  <a:pos x="310" y="169"/>
                </a:cxn>
                <a:cxn ang="0">
                  <a:pos x="328" y="181"/>
                </a:cxn>
                <a:cxn ang="0">
                  <a:pos x="348" y="191"/>
                </a:cxn>
                <a:cxn ang="0">
                  <a:pos x="355" y="214"/>
                </a:cxn>
              </a:cxnLst>
              <a:rect l="0" t="0" r="r" b="b"/>
              <a:pathLst>
                <a:path w="355" h="481">
                  <a:moveTo>
                    <a:pt x="355" y="214"/>
                  </a:moveTo>
                  <a:cubicBezTo>
                    <a:pt x="355" y="216"/>
                    <a:pt x="354" y="221"/>
                    <a:pt x="352" y="222"/>
                  </a:cubicBezTo>
                  <a:cubicBezTo>
                    <a:pt x="351" y="224"/>
                    <a:pt x="346" y="222"/>
                    <a:pt x="344" y="223"/>
                  </a:cubicBezTo>
                  <a:cubicBezTo>
                    <a:pt x="342" y="223"/>
                    <a:pt x="338" y="225"/>
                    <a:pt x="336" y="226"/>
                  </a:cubicBezTo>
                  <a:cubicBezTo>
                    <a:pt x="334" y="227"/>
                    <a:pt x="330" y="228"/>
                    <a:pt x="328" y="230"/>
                  </a:cubicBezTo>
                  <a:cubicBezTo>
                    <a:pt x="327" y="232"/>
                    <a:pt x="327" y="236"/>
                    <a:pt x="327" y="238"/>
                  </a:cubicBezTo>
                  <a:cubicBezTo>
                    <a:pt x="327" y="240"/>
                    <a:pt x="326" y="245"/>
                    <a:pt x="326" y="247"/>
                  </a:cubicBezTo>
                  <a:cubicBezTo>
                    <a:pt x="325" y="250"/>
                    <a:pt x="322" y="255"/>
                    <a:pt x="320" y="257"/>
                  </a:cubicBezTo>
                  <a:cubicBezTo>
                    <a:pt x="318" y="259"/>
                    <a:pt x="314" y="261"/>
                    <a:pt x="312" y="262"/>
                  </a:cubicBezTo>
                  <a:cubicBezTo>
                    <a:pt x="310" y="264"/>
                    <a:pt x="307" y="268"/>
                    <a:pt x="305" y="269"/>
                  </a:cubicBezTo>
                  <a:cubicBezTo>
                    <a:pt x="303" y="269"/>
                    <a:pt x="299" y="268"/>
                    <a:pt x="297" y="269"/>
                  </a:cubicBezTo>
                  <a:cubicBezTo>
                    <a:pt x="295" y="270"/>
                    <a:pt x="292" y="276"/>
                    <a:pt x="290" y="278"/>
                  </a:cubicBezTo>
                  <a:cubicBezTo>
                    <a:pt x="288" y="279"/>
                    <a:pt x="284" y="283"/>
                    <a:pt x="281" y="283"/>
                  </a:cubicBezTo>
                  <a:cubicBezTo>
                    <a:pt x="278" y="284"/>
                    <a:pt x="273" y="280"/>
                    <a:pt x="271" y="278"/>
                  </a:cubicBezTo>
                  <a:cubicBezTo>
                    <a:pt x="271" y="277"/>
                    <a:pt x="272" y="273"/>
                    <a:pt x="271" y="272"/>
                  </a:cubicBezTo>
                  <a:cubicBezTo>
                    <a:pt x="269" y="270"/>
                    <a:pt x="264" y="272"/>
                    <a:pt x="262" y="271"/>
                  </a:cubicBezTo>
                  <a:cubicBezTo>
                    <a:pt x="261" y="270"/>
                    <a:pt x="259" y="269"/>
                    <a:pt x="259" y="269"/>
                  </a:cubicBezTo>
                  <a:cubicBezTo>
                    <a:pt x="257" y="268"/>
                    <a:pt x="254" y="264"/>
                    <a:pt x="252" y="264"/>
                  </a:cubicBezTo>
                  <a:cubicBezTo>
                    <a:pt x="250" y="264"/>
                    <a:pt x="248" y="267"/>
                    <a:pt x="246" y="267"/>
                  </a:cubicBezTo>
                  <a:cubicBezTo>
                    <a:pt x="244" y="268"/>
                    <a:pt x="239" y="268"/>
                    <a:pt x="237" y="267"/>
                  </a:cubicBezTo>
                  <a:cubicBezTo>
                    <a:pt x="235" y="267"/>
                    <a:pt x="233" y="265"/>
                    <a:pt x="231" y="265"/>
                  </a:cubicBezTo>
                  <a:cubicBezTo>
                    <a:pt x="229" y="266"/>
                    <a:pt x="226" y="269"/>
                    <a:pt x="224" y="271"/>
                  </a:cubicBezTo>
                  <a:cubicBezTo>
                    <a:pt x="223" y="272"/>
                    <a:pt x="222" y="276"/>
                    <a:pt x="221" y="278"/>
                  </a:cubicBezTo>
                  <a:cubicBezTo>
                    <a:pt x="220" y="280"/>
                    <a:pt x="215" y="281"/>
                    <a:pt x="214" y="283"/>
                  </a:cubicBezTo>
                  <a:cubicBezTo>
                    <a:pt x="213" y="286"/>
                    <a:pt x="215" y="291"/>
                    <a:pt x="216" y="294"/>
                  </a:cubicBezTo>
                  <a:cubicBezTo>
                    <a:pt x="217" y="298"/>
                    <a:pt x="220" y="304"/>
                    <a:pt x="222" y="308"/>
                  </a:cubicBezTo>
                  <a:cubicBezTo>
                    <a:pt x="223" y="310"/>
                    <a:pt x="225" y="315"/>
                    <a:pt x="225" y="317"/>
                  </a:cubicBezTo>
                  <a:cubicBezTo>
                    <a:pt x="226" y="319"/>
                    <a:pt x="225" y="323"/>
                    <a:pt x="226" y="325"/>
                  </a:cubicBezTo>
                  <a:cubicBezTo>
                    <a:pt x="226" y="326"/>
                    <a:pt x="228" y="328"/>
                    <a:pt x="229" y="329"/>
                  </a:cubicBezTo>
                  <a:cubicBezTo>
                    <a:pt x="230" y="330"/>
                    <a:pt x="233" y="331"/>
                    <a:pt x="234" y="332"/>
                  </a:cubicBezTo>
                  <a:cubicBezTo>
                    <a:pt x="235" y="333"/>
                    <a:pt x="236" y="337"/>
                    <a:pt x="237" y="338"/>
                  </a:cubicBezTo>
                  <a:cubicBezTo>
                    <a:pt x="237" y="340"/>
                    <a:pt x="237" y="345"/>
                    <a:pt x="238" y="347"/>
                  </a:cubicBezTo>
                  <a:cubicBezTo>
                    <a:pt x="238" y="350"/>
                    <a:pt x="239" y="356"/>
                    <a:pt x="240" y="358"/>
                  </a:cubicBezTo>
                  <a:cubicBezTo>
                    <a:pt x="240" y="360"/>
                    <a:pt x="242" y="363"/>
                    <a:pt x="243" y="365"/>
                  </a:cubicBezTo>
                  <a:cubicBezTo>
                    <a:pt x="244" y="366"/>
                    <a:pt x="247" y="369"/>
                    <a:pt x="248" y="371"/>
                  </a:cubicBezTo>
                  <a:cubicBezTo>
                    <a:pt x="249" y="373"/>
                    <a:pt x="250" y="377"/>
                    <a:pt x="250" y="379"/>
                  </a:cubicBezTo>
                  <a:cubicBezTo>
                    <a:pt x="249" y="380"/>
                    <a:pt x="247" y="382"/>
                    <a:pt x="246" y="383"/>
                  </a:cubicBezTo>
                  <a:cubicBezTo>
                    <a:pt x="245" y="384"/>
                    <a:pt x="243" y="388"/>
                    <a:pt x="242" y="389"/>
                  </a:cubicBezTo>
                  <a:cubicBezTo>
                    <a:pt x="241" y="390"/>
                    <a:pt x="239" y="393"/>
                    <a:pt x="238" y="394"/>
                  </a:cubicBezTo>
                  <a:cubicBezTo>
                    <a:pt x="238" y="395"/>
                    <a:pt x="238" y="397"/>
                    <a:pt x="238" y="398"/>
                  </a:cubicBezTo>
                  <a:cubicBezTo>
                    <a:pt x="239" y="400"/>
                    <a:pt x="242" y="402"/>
                    <a:pt x="242" y="403"/>
                  </a:cubicBezTo>
                  <a:cubicBezTo>
                    <a:pt x="242" y="404"/>
                    <a:pt x="240" y="406"/>
                    <a:pt x="240" y="406"/>
                  </a:cubicBezTo>
                  <a:cubicBezTo>
                    <a:pt x="239" y="407"/>
                    <a:pt x="237" y="408"/>
                    <a:pt x="236" y="408"/>
                  </a:cubicBezTo>
                  <a:cubicBezTo>
                    <a:pt x="235" y="408"/>
                    <a:pt x="232" y="407"/>
                    <a:pt x="231" y="408"/>
                  </a:cubicBezTo>
                  <a:cubicBezTo>
                    <a:pt x="230" y="408"/>
                    <a:pt x="228" y="409"/>
                    <a:pt x="228" y="411"/>
                  </a:cubicBezTo>
                  <a:cubicBezTo>
                    <a:pt x="228" y="412"/>
                    <a:pt x="229" y="416"/>
                    <a:pt x="230" y="417"/>
                  </a:cubicBezTo>
                  <a:cubicBezTo>
                    <a:pt x="231" y="419"/>
                    <a:pt x="233" y="421"/>
                    <a:pt x="234" y="423"/>
                  </a:cubicBezTo>
                  <a:cubicBezTo>
                    <a:pt x="236" y="424"/>
                    <a:pt x="238" y="428"/>
                    <a:pt x="240" y="429"/>
                  </a:cubicBezTo>
                  <a:cubicBezTo>
                    <a:pt x="242" y="430"/>
                    <a:pt x="246" y="430"/>
                    <a:pt x="248" y="431"/>
                  </a:cubicBezTo>
                  <a:cubicBezTo>
                    <a:pt x="248" y="432"/>
                    <a:pt x="249" y="433"/>
                    <a:pt x="249" y="433"/>
                  </a:cubicBezTo>
                  <a:cubicBezTo>
                    <a:pt x="250" y="434"/>
                    <a:pt x="248" y="436"/>
                    <a:pt x="247" y="437"/>
                  </a:cubicBezTo>
                  <a:cubicBezTo>
                    <a:pt x="246" y="438"/>
                    <a:pt x="244" y="442"/>
                    <a:pt x="243" y="444"/>
                  </a:cubicBezTo>
                  <a:cubicBezTo>
                    <a:pt x="243" y="445"/>
                    <a:pt x="244" y="449"/>
                    <a:pt x="243" y="450"/>
                  </a:cubicBezTo>
                  <a:cubicBezTo>
                    <a:pt x="242" y="451"/>
                    <a:pt x="239" y="452"/>
                    <a:pt x="238" y="453"/>
                  </a:cubicBezTo>
                  <a:cubicBezTo>
                    <a:pt x="236" y="453"/>
                    <a:pt x="231" y="454"/>
                    <a:pt x="230" y="455"/>
                  </a:cubicBezTo>
                  <a:cubicBezTo>
                    <a:pt x="227" y="457"/>
                    <a:pt x="226" y="463"/>
                    <a:pt x="224" y="465"/>
                  </a:cubicBezTo>
                  <a:cubicBezTo>
                    <a:pt x="222" y="468"/>
                    <a:pt x="218" y="472"/>
                    <a:pt x="216" y="475"/>
                  </a:cubicBezTo>
                  <a:cubicBezTo>
                    <a:pt x="216" y="476"/>
                    <a:pt x="214" y="479"/>
                    <a:pt x="213" y="480"/>
                  </a:cubicBezTo>
                  <a:cubicBezTo>
                    <a:pt x="209" y="481"/>
                    <a:pt x="201" y="479"/>
                    <a:pt x="197" y="478"/>
                  </a:cubicBezTo>
                  <a:cubicBezTo>
                    <a:pt x="195" y="477"/>
                    <a:pt x="191" y="473"/>
                    <a:pt x="189" y="473"/>
                  </a:cubicBezTo>
                  <a:cubicBezTo>
                    <a:pt x="187" y="472"/>
                    <a:pt x="183" y="473"/>
                    <a:pt x="181" y="473"/>
                  </a:cubicBezTo>
                  <a:cubicBezTo>
                    <a:pt x="179" y="472"/>
                    <a:pt x="176" y="471"/>
                    <a:pt x="174" y="470"/>
                  </a:cubicBezTo>
                  <a:cubicBezTo>
                    <a:pt x="171" y="469"/>
                    <a:pt x="165" y="467"/>
                    <a:pt x="163" y="466"/>
                  </a:cubicBezTo>
                  <a:cubicBezTo>
                    <a:pt x="160" y="464"/>
                    <a:pt x="156" y="460"/>
                    <a:pt x="154" y="458"/>
                  </a:cubicBezTo>
                  <a:cubicBezTo>
                    <a:pt x="152" y="457"/>
                    <a:pt x="148" y="457"/>
                    <a:pt x="146" y="456"/>
                  </a:cubicBezTo>
                  <a:cubicBezTo>
                    <a:pt x="143" y="455"/>
                    <a:pt x="138" y="454"/>
                    <a:pt x="135" y="452"/>
                  </a:cubicBezTo>
                  <a:cubicBezTo>
                    <a:pt x="133" y="450"/>
                    <a:pt x="130" y="446"/>
                    <a:pt x="128" y="444"/>
                  </a:cubicBezTo>
                  <a:cubicBezTo>
                    <a:pt x="125" y="443"/>
                    <a:pt x="120" y="441"/>
                    <a:pt x="117" y="440"/>
                  </a:cubicBezTo>
                  <a:cubicBezTo>
                    <a:pt x="114" y="440"/>
                    <a:pt x="108" y="439"/>
                    <a:pt x="105" y="439"/>
                  </a:cubicBezTo>
                  <a:cubicBezTo>
                    <a:pt x="103" y="438"/>
                    <a:pt x="98" y="435"/>
                    <a:pt x="96" y="434"/>
                  </a:cubicBezTo>
                  <a:cubicBezTo>
                    <a:pt x="93" y="433"/>
                    <a:pt x="89" y="433"/>
                    <a:pt x="87" y="432"/>
                  </a:cubicBezTo>
                  <a:cubicBezTo>
                    <a:pt x="84" y="432"/>
                    <a:pt x="78" y="430"/>
                    <a:pt x="75" y="429"/>
                  </a:cubicBezTo>
                  <a:cubicBezTo>
                    <a:pt x="73" y="428"/>
                    <a:pt x="70" y="427"/>
                    <a:pt x="68" y="426"/>
                  </a:cubicBezTo>
                  <a:cubicBezTo>
                    <a:pt x="66" y="425"/>
                    <a:pt x="63" y="423"/>
                    <a:pt x="62" y="421"/>
                  </a:cubicBezTo>
                  <a:cubicBezTo>
                    <a:pt x="60" y="419"/>
                    <a:pt x="56" y="414"/>
                    <a:pt x="55" y="412"/>
                  </a:cubicBezTo>
                  <a:cubicBezTo>
                    <a:pt x="54" y="410"/>
                    <a:pt x="53" y="406"/>
                    <a:pt x="52" y="405"/>
                  </a:cubicBezTo>
                  <a:cubicBezTo>
                    <a:pt x="50" y="403"/>
                    <a:pt x="45" y="400"/>
                    <a:pt x="43" y="400"/>
                  </a:cubicBezTo>
                  <a:cubicBezTo>
                    <a:pt x="41" y="400"/>
                    <a:pt x="39" y="402"/>
                    <a:pt x="38" y="402"/>
                  </a:cubicBezTo>
                  <a:cubicBezTo>
                    <a:pt x="36" y="402"/>
                    <a:pt x="33" y="401"/>
                    <a:pt x="32" y="400"/>
                  </a:cubicBezTo>
                  <a:cubicBezTo>
                    <a:pt x="31" y="400"/>
                    <a:pt x="28" y="399"/>
                    <a:pt x="27" y="398"/>
                  </a:cubicBezTo>
                  <a:cubicBezTo>
                    <a:pt x="25" y="398"/>
                    <a:pt x="23" y="397"/>
                    <a:pt x="21" y="397"/>
                  </a:cubicBezTo>
                  <a:cubicBezTo>
                    <a:pt x="18" y="398"/>
                    <a:pt x="14" y="401"/>
                    <a:pt x="11" y="402"/>
                  </a:cubicBezTo>
                  <a:cubicBezTo>
                    <a:pt x="9" y="402"/>
                    <a:pt x="6" y="401"/>
                    <a:pt x="5" y="400"/>
                  </a:cubicBezTo>
                  <a:cubicBezTo>
                    <a:pt x="3" y="399"/>
                    <a:pt x="1" y="397"/>
                    <a:pt x="1" y="396"/>
                  </a:cubicBezTo>
                  <a:cubicBezTo>
                    <a:pt x="0" y="394"/>
                    <a:pt x="1" y="390"/>
                    <a:pt x="2" y="388"/>
                  </a:cubicBezTo>
                  <a:cubicBezTo>
                    <a:pt x="3" y="386"/>
                    <a:pt x="8" y="382"/>
                    <a:pt x="8" y="379"/>
                  </a:cubicBezTo>
                  <a:cubicBezTo>
                    <a:pt x="9" y="377"/>
                    <a:pt x="8" y="371"/>
                    <a:pt x="8" y="368"/>
                  </a:cubicBezTo>
                  <a:cubicBezTo>
                    <a:pt x="8" y="364"/>
                    <a:pt x="8" y="355"/>
                    <a:pt x="8" y="351"/>
                  </a:cubicBezTo>
                  <a:cubicBezTo>
                    <a:pt x="9" y="346"/>
                    <a:pt x="13" y="338"/>
                    <a:pt x="14" y="333"/>
                  </a:cubicBezTo>
                  <a:cubicBezTo>
                    <a:pt x="16" y="326"/>
                    <a:pt x="18" y="312"/>
                    <a:pt x="20" y="305"/>
                  </a:cubicBezTo>
                  <a:cubicBezTo>
                    <a:pt x="21" y="301"/>
                    <a:pt x="23" y="293"/>
                    <a:pt x="23" y="288"/>
                  </a:cubicBezTo>
                  <a:cubicBezTo>
                    <a:pt x="24" y="284"/>
                    <a:pt x="22" y="276"/>
                    <a:pt x="23" y="272"/>
                  </a:cubicBezTo>
                  <a:cubicBezTo>
                    <a:pt x="23" y="269"/>
                    <a:pt x="26" y="262"/>
                    <a:pt x="26" y="259"/>
                  </a:cubicBezTo>
                  <a:cubicBezTo>
                    <a:pt x="27" y="255"/>
                    <a:pt x="27" y="248"/>
                    <a:pt x="27" y="244"/>
                  </a:cubicBezTo>
                  <a:cubicBezTo>
                    <a:pt x="27" y="238"/>
                    <a:pt x="26" y="226"/>
                    <a:pt x="27" y="221"/>
                  </a:cubicBezTo>
                  <a:cubicBezTo>
                    <a:pt x="27" y="218"/>
                    <a:pt x="30" y="213"/>
                    <a:pt x="31" y="211"/>
                  </a:cubicBezTo>
                  <a:cubicBezTo>
                    <a:pt x="32" y="208"/>
                    <a:pt x="33" y="202"/>
                    <a:pt x="33" y="198"/>
                  </a:cubicBezTo>
                  <a:cubicBezTo>
                    <a:pt x="34" y="195"/>
                    <a:pt x="35" y="187"/>
                    <a:pt x="36" y="183"/>
                  </a:cubicBezTo>
                  <a:cubicBezTo>
                    <a:pt x="37" y="178"/>
                    <a:pt x="37" y="168"/>
                    <a:pt x="38" y="163"/>
                  </a:cubicBezTo>
                  <a:cubicBezTo>
                    <a:pt x="39" y="158"/>
                    <a:pt x="44" y="149"/>
                    <a:pt x="46" y="144"/>
                  </a:cubicBezTo>
                  <a:cubicBezTo>
                    <a:pt x="48" y="138"/>
                    <a:pt x="53" y="126"/>
                    <a:pt x="56" y="120"/>
                  </a:cubicBezTo>
                  <a:cubicBezTo>
                    <a:pt x="58" y="113"/>
                    <a:pt x="63" y="97"/>
                    <a:pt x="65" y="89"/>
                  </a:cubicBezTo>
                  <a:cubicBezTo>
                    <a:pt x="67" y="80"/>
                    <a:pt x="71" y="62"/>
                    <a:pt x="72" y="53"/>
                  </a:cubicBezTo>
                  <a:cubicBezTo>
                    <a:pt x="73" y="49"/>
                    <a:pt x="73" y="42"/>
                    <a:pt x="73" y="39"/>
                  </a:cubicBezTo>
                  <a:cubicBezTo>
                    <a:pt x="73" y="35"/>
                    <a:pt x="71" y="26"/>
                    <a:pt x="72" y="21"/>
                  </a:cubicBezTo>
                  <a:cubicBezTo>
                    <a:pt x="72" y="18"/>
                    <a:pt x="75" y="9"/>
                    <a:pt x="76" y="9"/>
                  </a:cubicBezTo>
                  <a:cubicBezTo>
                    <a:pt x="76" y="8"/>
                    <a:pt x="81" y="4"/>
                    <a:pt x="83" y="3"/>
                  </a:cubicBezTo>
                  <a:cubicBezTo>
                    <a:pt x="86" y="2"/>
                    <a:pt x="92" y="1"/>
                    <a:pt x="95" y="1"/>
                  </a:cubicBezTo>
                  <a:cubicBezTo>
                    <a:pt x="97" y="1"/>
                    <a:pt x="103" y="0"/>
                    <a:pt x="106" y="1"/>
                  </a:cubicBezTo>
                  <a:cubicBezTo>
                    <a:pt x="108" y="2"/>
                    <a:pt x="113" y="5"/>
                    <a:pt x="114" y="7"/>
                  </a:cubicBezTo>
                  <a:cubicBezTo>
                    <a:pt x="115" y="9"/>
                    <a:pt x="114" y="13"/>
                    <a:pt x="113" y="15"/>
                  </a:cubicBezTo>
                  <a:cubicBezTo>
                    <a:pt x="113" y="18"/>
                    <a:pt x="108" y="22"/>
                    <a:pt x="107" y="24"/>
                  </a:cubicBezTo>
                  <a:cubicBezTo>
                    <a:pt x="106" y="27"/>
                    <a:pt x="105" y="34"/>
                    <a:pt x="106" y="37"/>
                  </a:cubicBezTo>
                  <a:cubicBezTo>
                    <a:pt x="108" y="41"/>
                    <a:pt x="116" y="46"/>
                    <a:pt x="120" y="48"/>
                  </a:cubicBezTo>
                  <a:cubicBezTo>
                    <a:pt x="122" y="50"/>
                    <a:pt x="127" y="55"/>
                    <a:pt x="130" y="56"/>
                  </a:cubicBezTo>
                  <a:cubicBezTo>
                    <a:pt x="135" y="58"/>
                    <a:pt x="146" y="60"/>
                    <a:pt x="151" y="60"/>
                  </a:cubicBezTo>
                  <a:cubicBezTo>
                    <a:pt x="155" y="60"/>
                    <a:pt x="163" y="59"/>
                    <a:pt x="166" y="58"/>
                  </a:cubicBezTo>
                  <a:cubicBezTo>
                    <a:pt x="170" y="56"/>
                    <a:pt x="177" y="53"/>
                    <a:pt x="179" y="50"/>
                  </a:cubicBezTo>
                  <a:cubicBezTo>
                    <a:pt x="180" y="49"/>
                    <a:pt x="180" y="45"/>
                    <a:pt x="181" y="44"/>
                  </a:cubicBezTo>
                  <a:cubicBezTo>
                    <a:pt x="182" y="41"/>
                    <a:pt x="186" y="37"/>
                    <a:pt x="188" y="35"/>
                  </a:cubicBezTo>
                  <a:cubicBezTo>
                    <a:pt x="189" y="33"/>
                    <a:pt x="192" y="29"/>
                    <a:pt x="194" y="28"/>
                  </a:cubicBezTo>
                  <a:cubicBezTo>
                    <a:pt x="195" y="27"/>
                    <a:pt x="199" y="26"/>
                    <a:pt x="201" y="26"/>
                  </a:cubicBezTo>
                  <a:cubicBezTo>
                    <a:pt x="203" y="25"/>
                    <a:pt x="205" y="24"/>
                    <a:pt x="207" y="23"/>
                  </a:cubicBezTo>
                  <a:cubicBezTo>
                    <a:pt x="210" y="23"/>
                    <a:pt x="215" y="25"/>
                    <a:pt x="218" y="26"/>
                  </a:cubicBezTo>
                  <a:cubicBezTo>
                    <a:pt x="220" y="26"/>
                    <a:pt x="225" y="25"/>
                    <a:pt x="227" y="26"/>
                  </a:cubicBezTo>
                  <a:cubicBezTo>
                    <a:pt x="229" y="27"/>
                    <a:pt x="231" y="31"/>
                    <a:pt x="232" y="33"/>
                  </a:cubicBezTo>
                  <a:cubicBezTo>
                    <a:pt x="233" y="35"/>
                    <a:pt x="233" y="40"/>
                    <a:pt x="234" y="42"/>
                  </a:cubicBezTo>
                  <a:cubicBezTo>
                    <a:pt x="234" y="45"/>
                    <a:pt x="236" y="50"/>
                    <a:pt x="238" y="52"/>
                  </a:cubicBezTo>
                  <a:cubicBezTo>
                    <a:pt x="239" y="53"/>
                    <a:pt x="243" y="56"/>
                    <a:pt x="245" y="58"/>
                  </a:cubicBezTo>
                  <a:cubicBezTo>
                    <a:pt x="246" y="60"/>
                    <a:pt x="248" y="64"/>
                    <a:pt x="249" y="67"/>
                  </a:cubicBezTo>
                  <a:cubicBezTo>
                    <a:pt x="249" y="68"/>
                    <a:pt x="250" y="71"/>
                    <a:pt x="250" y="72"/>
                  </a:cubicBezTo>
                  <a:cubicBezTo>
                    <a:pt x="252" y="74"/>
                    <a:pt x="257" y="77"/>
                    <a:pt x="258" y="79"/>
                  </a:cubicBezTo>
                  <a:cubicBezTo>
                    <a:pt x="260" y="82"/>
                    <a:pt x="264" y="87"/>
                    <a:pt x="265" y="91"/>
                  </a:cubicBezTo>
                  <a:cubicBezTo>
                    <a:pt x="266" y="92"/>
                    <a:pt x="266" y="95"/>
                    <a:pt x="266" y="96"/>
                  </a:cubicBezTo>
                  <a:cubicBezTo>
                    <a:pt x="266" y="99"/>
                    <a:pt x="268" y="104"/>
                    <a:pt x="268" y="106"/>
                  </a:cubicBezTo>
                  <a:cubicBezTo>
                    <a:pt x="268" y="110"/>
                    <a:pt x="269" y="117"/>
                    <a:pt x="268" y="121"/>
                  </a:cubicBezTo>
                  <a:cubicBezTo>
                    <a:pt x="267" y="123"/>
                    <a:pt x="264" y="127"/>
                    <a:pt x="263" y="129"/>
                  </a:cubicBezTo>
                  <a:cubicBezTo>
                    <a:pt x="262" y="132"/>
                    <a:pt x="262" y="138"/>
                    <a:pt x="262" y="141"/>
                  </a:cubicBezTo>
                  <a:cubicBezTo>
                    <a:pt x="262" y="143"/>
                    <a:pt x="263" y="148"/>
                    <a:pt x="263" y="151"/>
                  </a:cubicBezTo>
                  <a:cubicBezTo>
                    <a:pt x="263" y="154"/>
                    <a:pt x="260" y="160"/>
                    <a:pt x="261" y="163"/>
                  </a:cubicBezTo>
                  <a:cubicBezTo>
                    <a:pt x="261" y="165"/>
                    <a:pt x="265" y="169"/>
                    <a:pt x="266" y="170"/>
                  </a:cubicBezTo>
                  <a:cubicBezTo>
                    <a:pt x="268" y="172"/>
                    <a:pt x="272" y="174"/>
                    <a:pt x="273" y="175"/>
                  </a:cubicBezTo>
                  <a:cubicBezTo>
                    <a:pt x="276" y="177"/>
                    <a:pt x="278" y="183"/>
                    <a:pt x="281" y="185"/>
                  </a:cubicBezTo>
                  <a:cubicBezTo>
                    <a:pt x="283" y="186"/>
                    <a:pt x="287" y="187"/>
                    <a:pt x="289" y="186"/>
                  </a:cubicBezTo>
                  <a:cubicBezTo>
                    <a:pt x="290" y="186"/>
                    <a:pt x="292" y="184"/>
                    <a:pt x="293" y="184"/>
                  </a:cubicBezTo>
                  <a:cubicBezTo>
                    <a:pt x="294" y="184"/>
                    <a:pt x="297" y="185"/>
                    <a:pt x="297" y="184"/>
                  </a:cubicBezTo>
                  <a:cubicBezTo>
                    <a:pt x="298" y="184"/>
                    <a:pt x="298" y="181"/>
                    <a:pt x="298" y="180"/>
                  </a:cubicBezTo>
                  <a:cubicBezTo>
                    <a:pt x="299" y="179"/>
                    <a:pt x="301" y="177"/>
                    <a:pt x="302" y="176"/>
                  </a:cubicBezTo>
                  <a:cubicBezTo>
                    <a:pt x="303" y="176"/>
                    <a:pt x="305" y="174"/>
                    <a:pt x="306" y="174"/>
                  </a:cubicBezTo>
                  <a:cubicBezTo>
                    <a:pt x="307" y="173"/>
                    <a:pt x="309" y="170"/>
                    <a:pt x="310" y="169"/>
                  </a:cubicBezTo>
                  <a:cubicBezTo>
                    <a:pt x="312" y="169"/>
                    <a:pt x="315" y="171"/>
                    <a:pt x="316" y="172"/>
                  </a:cubicBezTo>
                  <a:cubicBezTo>
                    <a:pt x="318" y="174"/>
                    <a:pt x="320" y="177"/>
                    <a:pt x="322" y="178"/>
                  </a:cubicBezTo>
                  <a:cubicBezTo>
                    <a:pt x="323" y="179"/>
                    <a:pt x="326" y="181"/>
                    <a:pt x="328" y="181"/>
                  </a:cubicBezTo>
                  <a:cubicBezTo>
                    <a:pt x="330" y="181"/>
                    <a:pt x="333" y="180"/>
                    <a:pt x="335" y="180"/>
                  </a:cubicBezTo>
                  <a:cubicBezTo>
                    <a:pt x="337" y="180"/>
                    <a:pt x="341" y="182"/>
                    <a:pt x="343" y="183"/>
                  </a:cubicBezTo>
                  <a:cubicBezTo>
                    <a:pt x="345" y="185"/>
                    <a:pt x="348" y="189"/>
                    <a:pt x="348" y="191"/>
                  </a:cubicBezTo>
                  <a:cubicBezTo>
                    <a:pt x="349" y="194"/>
                    <a:pt x="347" y="199"/>
                    <a:pt x="347" y="201"/>
                  </a:cubicBezTo>
                  <a:cubicBezTo>
                    <a:pt x="347" y="203"/>
                    <a:pt x="349" y="207"/>
                    <a:pt x="350" y="209"/>
                  </a:cubicBezTo>
                  <a:cubicBezTo>
                    <a:pt x="351" y="210"/>
                    <a:pt x="354" y="212"/>
                    <a:pt x="355" y="2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8"/>
            <p:cNvSpPr>
              <a:spLocks/>
            </p:cNvSpPr>
            <p:nvPr/>
          </p:nvSpPr>
          <p:spPr bwMode="auto">
            <a:xfrm>
              <a:off x="3916363" y="2560638"/>
              <a:ext cx="587375" cy="346075"/>
            </a:xfrm>
            <a:custGeom>
              <a:avLst/>
              <a:gdLst/>
              <a:ahLst/>
              <a:cxnLst>
                <a:cxn ang="0">
                  <a:pos x="122" y="205"/>
                </a:cxn>
                <a:cxn ang="0">
                  <a:pos x="112" y="192"/>
                </a:cxn>
                <a:cxn ang="0">
                  <a:pos x="87" y="194"/>
                </a:cxn>
                <a:cxn ang="0">
                  <a:pos x="59" y="203"/>
                </a:cxn>
                <a:cxn ang="0">
                  <a:pos x="37" y="208"/>
                </a:cxn>
                <a:cxn ang="0">
                  <a:pos x="24" y="219"/>
                </a:cxn>
                <a:cxn ang="0">
                  <a:pos x="9" y="210"/>
                </a:cxn>
                <a:cxn ang="0">
                  <a:pos x="28" y="201"/>
                </a:cxn>
                <a:cxn ang="0">
                  <a:pos x="36" y="184"/>
                </a:cxn>
                <a:cxn ang="0">
                  <a:pos x="32" y="164"/>
                </a:cxn>
                <a:cxn ang="0">
                  <a:pos x="54" y="138"/>
                </a:cxn>
                <a:cxn ang="0">
                  <a:pos x="41" y="124"/>
                </a:cxn>
                <a:cxn ang="0">
                  <a:pos x="4" y="115"/>
                </a:cxn>
                <a:cxn ang="0">
                  <a:pos x="19" y="78"/>
                </a:cxn>
                <a:cxn ang="0">
                  <a:pos x="35" y="23"/>
                </a:cxn>
                <a:cxn ang="0">
                  <a:pos x="45" y="4"/>
                </a:cxn>
                <a:cxn ang="0">
                  <a:pos x="75" y="2"/>
                </a:cxn>
                <a:cxn ang="0">
                  <a:pos x="100" y="19"/>
                </a:cxn>
                <a:cxn ang="0">
                  <a:pos x="124" y="29"/>
                </a:cxn>
                <a:cxn ang="0">
                  <a:pos x="157" y="39"/>
                </a:cxn>
                <a:cxn ang="0">
                  <a:pos x="178" y="51"/>
                </a:cxn>
                <a:cxn ang="0">
                  <a:pos x="200" y="65"/>
                </a:cxn>
                <a:cxn ang="0">
                  <a:pos x="235" y="75"/>
                </a:cxn>
                <a:cxn ang="0">
                  <a:pos x="249" y="94"/>
                </a:cxn>
                <a:cxn ang="0">
                  <a:pos x="269" y="106"/>
                </a:cxn>
                <a:cxn ang="0">
                  <a:pos x="290" y="101"/>
                </a:cxn>
                <a:cxn ang="0">
                  <a:pos x="316" y="119"/>
                </a:cxn>
                <a:cxn ang="0">
                  <a:pos x="342" y="129"/>
                </a:cxn>
                <a:cxn ang="0">
                  <a:pos x="374" y="127"/>
                </a:cxn>
                <a:cxn ang="0">
                  <a:pos x="401" y="142"/>
                </a:cxn>
                <a:cxn ang="0">
                  <a:pos x="393" y="151"/>
                </a:cxn>
                <a:cxn ang="0">
                  <a:pos x="372" y="189"/>
                </a:cxn>
                <a:cxn ang="0">
                  <a:pos x="356" y="226"/>
                </a:cxn>
                <a:cxn ang="0">
                  <a:pos x="323" y="234"/>
                </a:cxn>
                <a:cxn ang="0">
                  <a:pos x="328" y="221"/>
                </a:cxn>
                <a:cxn ang="0">
                  <a:pos x="318" y="206"/>
                </a:cxn>
                <a:cxn ang="0">
                  <a:pos x="291" y="204"/>
                </a:cxn>
                <a:cxn ang="0">
                  <a:pos x="280" y="194"/>
                </a:cxn>
                <a:cxn ang="0">
                  <a:pos x="283" y="177"/>
                </a:cxn>
                <a:cxn ang="0">
                  <a:pos x="272" y="161"/>
                </a:cxn>
                <a:cxn ang="0">
                  <a:pos x="279" y="148"/>
                </a:cxn>
                <a:cxn ang="0">
                  <a:pos x="259" y="154"/>
                </a:cxn>
                <a:cxn ang="0">
                  <a:pos x="244" y="148"/>
                </a:cxn>
                <a:cxn ang="0">
                  <a:pos x="219" y="155"/>
                </a:cxn>
                <a:cxn ang="0">
                  <a:pos x="198" y="174"/>
                </a:cxn>
                <a:cxn ang="0">
                  <a:pos x="175" y="184"/>
                </a:cxn>
                <a:cxn ang="0">
                  <a:pos x="147" y="198"/>
                </a:cxn>
              </a:cxnLst>
              <a:rect l="0" t="0" r="r" b="b"/>
              <a:pathLst>
                <a:path w="402" h="237">
                  <a:moveTo>
                    <a:pt x="139" y="201"/>
                  </a:moveTo>
                  <a:cubicBezTo>
                    <a:pt x="137" y="201"/>
                    <a:pt x="133" y="200"/>
                    <a:pt x="131" y="200"/>
                  </a:cubicBezTo>
                  <a:cubicBezTo>
                    <a:pt x="129" y="201"/>
                    <a:pt x="125" y="204"/>
                    <a:pt x="122" y="205"/>
                  </a:cubicBezTo>
                  <a:cubicBezTo>
                    <a:pt x="121" y="206"/>
                    <a:pt x="117" y="208"/>
                    <a:pt x="115" y="207"/>
                  </a:cubicBezTo>
                  <a:cubicBezTo>
                    <a:pt x="113" y="206"/>
                    <a:pt x="111" y="201"/>
                    <a:pt x="111" y="199"/>
                  </a:cubicBezTo>
                  <a:cubicBezTo>
                    <a:pt x="111" y="197"/>
                    <a:pt x="113" y="194"/>
                    <a:pt x="112" y="192"/>
                  </a:cubicBezTo>
                  <a:cubicBezTo>
                    <a:pt x="111" y="190"/>
                    <a:pt x="106" y="189"/>
                    <a:pt x="104" y="189"/>
                  </a:cubicBezTo>
                  <a:cubicBezTo>
                    <a:pt x="101" y="189"/>
                    <a:pt x="96" y="188"/>
                    <a:pt x="94" y="189"/>
                  </a:cubicBezTo>
                  <a:cubicBezTo>
                    <a:pt x="92" y="190"/>
                    <a:pt x="89" y="193"/>
                    <a:pt x="87" y="194"/>
                  </a:cubicBezTo>
                  <a:cubicBezTo>
                    <a:pt x="85" y="195"/>
                    <a:pt x="79" y="198"/>
                    <a:pt x="77" y="199"/>
                  </a:cubicBezTo>
                  <a:cubicBezTo>
                    <a:pt x="74" y="200"/>
                    <a:pt x="69" y="201"/>
                    <a:pt x="66" y="202"/>
                  </a:cubicBezTo>
                  <a:cubicBezTo>
                    <a:pt x="64" y="202"/>
                    <a:pt x="60" y="203"/>
                    <a:pt x="59" y="203"/>
                  </a:cubicBezTo>
                  <a:cubicBezTo>
                    <a:pt x="56" y="204"/>
                    <a:pt x="51" y="202"/>
                    <a:pt x="48" y="203"/>
                  </a:cubicBezTo>
                  <a:cubicBezTo>
                    <a:pt x="47" y="204"/>
                    <a:pt x="45" y="206"/>
                    <a:pt x="44" y="206"/>
                  </a:cubicBezTo>
                  <a:cubicBezTo>
                    <a:pt x="43" y="207"/>
                    <a:pt x="39" y="208"/>
                    <a:pt x="37" y="208"/>
                  </a:cubicBezTo>
                  <a:cubicBezTo>
                    <a:pt x="36" y="209"/>
                    <a:pt x="34" y="208"/>
                    <a:pt x="33" y="209"/>
                  </a:cubicBezTo>
                  <a:cubicBezTo>
                    <a:pt x="31" y="209"/>
                    <a:pt x="28" y="212"/>
                    <a:pt x="27" y="214"/>
                  </a:cubicBezTo>
                  <a:cubicBezTo>
                    <a:pt x="26" y="215"/>
                    <a:pt x="25" y="218"/>
                    <a:pt x="24" y="219"/>
                  </a:cubicBezTo>
                  <a:cubicBezTo>
                    <a:pt x="22" y="220"/>
                    <a:pt x="17" y="220"/>
                    <a:pt x="14" y="220"/>
                  </a:cubicBezTo>
                  <a:cubicBezTo>
                    <a:pt x="13" y="220"/>
                    <a:pt x="10" y="219"/>
                    <a:pt x="9" y="218"/>
                  </a:cubicBezTo>
                  <a:cubicBezTo>
                    <a:pt x="8" y="216"/>
                    <a:pt x="8" y="212"/>
                    <a:pt x="9" y="210"/>
                  </a:cubicBezTo>
                  <a:cubicBezTo>
                    <a:pt x="9" y="209"/>
                    <a:pt x="12" y="207"/>
                    <a:pt x="13" y="206"/>
                  </a:cubicBezTo>
                  <a:cubicBezTo>
                    <a:pt x="14" y="205"/>
                    <a:pt x="18" y="205"/>
                    <a:pt x="19" y="204"/>
                  </a:cubicBezTo>
                  <a:cubicBezTo>
                    <a:pt x="22" y="203"/>
                    <a:pt x="26" y="202"/>
                    <a:pt x="28" y="201"/>
                  </a:cubicBezTo>
                  <a:cubicBezTo>
                    <a:pt x="29" y="200"/>
                    <a:pt x="31" y="198"/>
                    <a:pt x="32" y="196"/>
                  </a:cubicBezTo>
                  <a:cubicBezTo>
                    <a:pt x="32" y="195"/>
                    <a:pt x="31" y="191"/>
                    <a:pt x="32" y="189"/>
                  </a:cubicBezTo>
                  <a:cubicBezTo>
                    <a:pt x="33" y="187"/>
                    <a:pt x="36" y="185"/>
                    <a:pt x="36" y="184"/>
                  </a:cubicBezTo>
                  <a:cubicBezTo>
                    <a:pt x="37" y="182"/>
                    <a:pt x="39" y="179"/>
                    <a:pt x="39" y="177"/>
                  </a:cubicBezTo>
                  <a:cubicBezTo>
                    <a:pt x="39" y="175"/>
                    <a:pt x="39" y="173"/>
                    <a:pt x="38" y="171"/>
                  </a:cubicBezTo>
                  <a:cubicBezTo>
                    <a:pt x="37" y="169"/>
                    <a:pt x="33" y="166"/>
                    <a:pt x="32" y="164"/>
                  </a:cubicBezTo>
                  <a:cubicBezTo>
                    <a:pt x="32" y="161"/>
                    <a:pt x="34" y="156"/>
                    <a:pt x="36" y="154"/>
                  </a:cubicBezTo>
                  <a:cubicBezTo>
                    <a:pt x="38" y="152"/>
                    <a:pt x="45" y="150"/>
                    <a:pt x="47" y="148"/>
                  </a:cubicBezTo>
                  <a:cubicBezTo>
                    <a:pt x="49" y="146"/>
                    <a:pt x="53" y="141"/>
                    <a:pt x="54" y="138"/>
                  </a:cubicBezTo>
                  <a:cubicBezTo>
                    <a:pt x="55" y="135"/>
                    <a:pt x="55" y="129"/>
                    <a:pt x="54" y="126"/>
                  </a:cubicBezTo>
                  <a:cubicBezTo>
                    <a:pt x="53" y="125"/>
                    <a:pt x="51" y="123"/>
                    <a:pt x="49" y="122"/>
                  </a:cubicBezTo>
                  <a:cubicBezTo>
                    <a:pt x="47" y="122"/>
                    <a:pt x="43" y="123"/>
                    <a:pt x="41" y="124"/>
                  </a:cubicBezTo>
                  <a:cubicBezTo>
                    <a:pt x="39" y="124"/>
                    <a:pt x="35" y="126"/>
                    <a:pt x="33" y="126"/>
                  </a:cubicBezTo>
                  <a:cubicBezTo>
                    <a:pt x="29" y="126"/>
                    <a:pt x="22" y="124"/>
                    <a:pt x="19" y="123"/>
                  </a:cubicBezTo>
                  <a:cubicBezTo>
                    <a:pt x="15" y="121"/>
                    <a:pt x="7" y="117"/>
                    <a:pt x="4" y="115"/>
                  </a:cubicBezTo>
                  <a:cubicBezTo>
                    <a:pt x="3" y="114"/>
                    <a:pt x="1" y="113"/>
                    <a:pt x="0" y="112"/>
                  </a:cubicBezTo>
                  <a:cubicBezTo>
                    <a:pt x="4" y="106"/>
                    <a:pt x="8" y="100"/>
                    <a:pt x="10" y="96"/>
                  </a:cubicBezTo>
                  <a:cubicBezTo>
                    <a:pt x="12" y="92"/>
                    <a:pt x="17" y="83"/>
                    <a:pt x="19" y="78"/>
                  </a:cubicBezTo>
                  <a:cubicBezTo>
                    <a:pt x="21" y="73"/>
                    <a:pt x="25" y="61"/>
                    <a:pt x="27" y="56"/>
                  </a:cubicBezTo>
                  <a:cubicBezTo>
                    <a:pt x="28" y="52"/>
                    <a:pt x="29" y="43"/>
                    <a:pt x="31" y="39"/>
                  </a:cubicBezTo>
                  <a:cubicBezTo>
                    <a:pt x="32" y="35"/>
                    <a:pt x="34" y="27"/>
                    <a:pt x="35" y="23"/>
                  </a:cubicBezTo>
                  <a:cubicBezTo>
                    <a:pt x="36" y="21"/>
                    <a:pt x="37" y="17"/>
                    <a:pt x="37" y="15"/>
                  </a:cubicBezTo>
                  <a:cubicBezTo>
                    <a:pt x="38" y="13"/>
                    <a:pt x="40" y="9"/>
                    <a:pt x="41" y="7"/>
                  </a:cubicBezTo>
                  <a:cubicBezTo>
                    <a:pt x="42" y="6"/>
                    <a:pt x="43" y="4"/>
                    <a:pt x="45" y="4"/>
                  </a:cubicBezTo>
                  <a:cubicBezTo>
                    <a:pt x="47" y="3"/>
                    <a:pt x="51" y="1"/>
                    <a:pt x="53" y="1"/>
                  </a:cubicBezTo>
                  <a:cubicBezTo>
                    <a:pt x="56" y="0"/>
                    <a:pt x="61" y="0"/>
                    <a:pt x="63" y="1"/>
                  </a:cubicBezTo>
                  <a:cubicBezTo>
                    <a:pt x="66" y="1"/>
                    <a:pt x="72" y="2"/>
                    <a:pt x="75" y="2"/>
                  </a:cubicBezTo>
                  <a:cubicBezTo>
                    <a:pt x="77" y="2"/>
                    <a:pt x="82" y="3"/>
                    <a:pt x="84" y="3"/>
                  </a:cubicBezTo>
                  <a:cubicBezTo>
                    <a:pt x="86" y="4"/>
                    <a:pt x="91" y="8"/>
                    <a:pt x="93" y="10"/>
                  </a:cubicBezTo>
                  <a:cubicBezTo>
                    <a:pt x="95" y="12"/>
                    <a:pt x="98" y="17"/>
                    <a:pt x="100" y="19"/>
                  </a:cubicBezTo>
                  <a:cubicBezTo>
                    <a:pt x="101" y="21"/>
                    <a:pt x="105" y="25"/>
                    <a:pt x="108" y="26"/>
                  </a:cubicBezTo>
                  <a:cubicBezTo>
                    <a:pt x="110" y="27"/>
                    <a:pt x="115" y="28"/>
                    <a:pt x="117" y="28"/>
                  </a:cubicBezTo>
                  <a:cubicBezTo>
                    <a:pt x="119" y="28"/>
                    <a:pt x="122" y="28"/>
                    <a:pt x="124" y="29"/>
                  </a:cubicBezTo>
                  <a:cubicBezTo>
                    <a:pt x="126" y="29"/>
                    <a:pt x="131" y="31"/>
                    <a:pt x="133" y="32"/>
                  </a:cubicBezTo>
                  <a:cubicBezTo>
                    <a:pt x="136" y="33"/>
                    <a:pt x="141" y="36"/>
                    <a:pt x="144" y="36"/>
                  </a:cubicBezTo>
                  <a:cubicBezTo>
                    <a:pt x="147" y="37"/>
                    <a:pt x="154" y="39"/>
                    <a:pt x="157" y="39"/>
                  </a:cubicBezTo>
                  <a:cubicBezTo>
                    <a:pt x="159" y="40"/>
                    <a:pt x="164" y="40"/>
                    <a:pt x="166" y="41"/>
                  </a:cubicBezTo>
                  <a:cubicBezTo>
                    <a:pt x="168" y="42"/>
                    <a:pt x="171" y="44"/>
                    <a:pt x="173" y="45"/>
                  </a:cubicBezTo>
                  <a:cubicBezTo>
                    <a:pt x="174" y="47"/>
                    <a:pt x="176" y="50"/>
                    <a:pt x="178" y="51"/>
                  </a:cubicBezTo>
                  <a:cubicBezTo>
                    <a:pt x="180" y="52"/>
                    <a:pt x="183" y="52"/>
                    <a:pt x="185" y="53"/>
                  </a:cubicBezTo>
                  <a:cubicBezTo>
                    <a:pt x="187" y="54"/>
                    <a:pt x="192" y="54"/>
                    <a:pt x="194" y="56"/>
                  </a:cubicBezTo>
                  <a:cubicBezTo>
                    <a:pt x="196" y="58"/>
                    <a:pt x="198" y="63"/>
                    <a:pt x="200" y="65"/>
                  </a:cubicBezTo>
                  <a:cubicBezTo>
                    <a:pt x="203" y="68"/>
                    <a:pt x="211" y="70"/>
                    <a:pt x="215" y="70"/>
                  </a:cubicBezTo>
                  <a:cubicBezTo>
                    <a:pt x="218" y="71"/>
                    <a:pt x="224" y="70"/>
                    <a:pt x="227" y="70"/>
                  </a:cubicBezTo>
                  <a:cubicBezTo>
                    <a:pt x="229" y="71"/>
                    <a:pt x="233" y="74"/>
                    <a:pt x="235" y="75"/>
                  </a:cubicBezTo>
                  <a:cubicBezTo>
                    <a:pt x="236" y="76"/>
                    <a:pt x="240" y="77"/>
                    <a:pt x="240" y="78"/>
                  </a:cubicBezTo>
                  <a:cubicBezTo>
                    <a:pt x="242" y="80"/>
                    <a:pt x="242" y="84"/>
                    <a:pt x="242" y="86"/>
                  </a:cubicBezTo>
                  <a:cubicBezTo>
                    <a:pt x="244" y="88"/>
                    <a:pt x="247" y="93"/>
                    <a:pt x="249" y="94"/>
                  </a:cubicBezTo>
                  <a:cubicBezTo>
                    <a:pt x="250" y="96"/>
                    <a:pt x="255" y="97"/>
                    <a:pt x="257" y="97"/>
                  </a:cubicBezTo>
                  <a:cubicBezTo>
                    <a:pt x="258" y="98"/>
                    <a:pt x="262" y="98"/>
                    <a:pt x="263" y="99"/>
                  </a:cubicBezTo>
                  <a:cubicBezTo>
                    <a:pt x="265" y="100"/>
                    <a:pt x="267" y="105"/>
                    <a:pt x="269" y="106"/>
                  </a:cubicBezTo>
                  <a:cubicBezTo>
                    <a:pt x="271" y="107"/>
                    <a:pt x="276" y="107"/>
                    <a:pt x="277" y="107"/>
                  </a:cubicBezTo>
                  <a:cubicBezTo>
                    <a:pt x="278" y="107"/>
                    <a:pt x="282" y="104"/>
                    <a:pt x="283" y="103"/>
                  </a:cubicBezTo>
                  <a:cubicBezTo>
                    <a:pt x="285" y="102"/>
                    <a:pt x="289" y="101"/>
                    <a:pt x="290" y="101"/>
                  </a:cubicBezTo>
                  <a:cubicBezTo>
                    <a:pt x="293" y="100"/>
                    <a:pt x="298" y="102"/>
                    <a:pt x="300" y="103"/>
                  </a:cubicBezTo>
                  <a:cubicBezTo>
                    <a:pt x="303" y="104"/>
                    <a:pt x="306" y="108"/>
                    <a:pt x="307" y="109"/>
                  </a:cubicBezTo>
                  <a:cubicBezTo>
                    <a:pt x="310" y="112"/>
                    <a:pt x="314" y="117"/>
                    <a:pt x="316" y="119"/>
                  </a:cubicBezTo>
                  <a:cubicBezTo>
                    <a:pt x="318" y="121"/>
                    <a:pt x="322" y="125"/>
                    <a:pt x="325" y="126"/>
                  </a:cubicBezTo>
                  <a:cubicBezTo>
                    <a:pt x="327" y="127"/>
                    <a:pt x="331" y="129"/>
                    <a:pt x="333" y="129"/>
                  </a:cubicBezTo>
                  <a:cubicBezTo>
                    <a:pt x="335" y="130"/>
                    <a:pt x="339" y="129"/>
                    <a:pt x="342" y="129"/>
                  </a:cubicBezTo>
                  <a:cubicBezTo>
                    <a:pt x="344" y="129"/>
                    <a:pt x="347" y="127"/>
                    <a:pt x="349" y="127"/>
                  </a:cubicBezTo>
                  <a:cubicBezTo>
                    <a:pt x="352" y="126"/>
                    <a:pt x="357" y="126"/>
                    <a:pt x="359" y="126"/>
                  </a:cubicBezTo>
                  <a:cubicBezTo>
                    <a:pt x="363" y="126"/>
                    <a:pt x="370" y="126"/>
                    <a:pt x="374" y="127"/>
                  </a:cubicBezTo>
                  <a:cubicBezTo>
                    <a:pt x="377" y="127"/>
                    <a:pt x="384" y="128"/>
                    <a:pt x="387" y="129"/>
                  </a:cubicBezTo>
                  <a:cubicBezTo>
                    <a:pt x="389" y="130"/>
                    <a:pt x="394" y="134"/>
                    <a:pt x="395" y="136"/>
                  </a:cubicBezTo>
                  <a:cubicBezTo>
                    <a:pt x="397" y="137"/>
                    <a:pt x="400" y="140"/>
                    <a:pt x="401" y="142"/>
                  </a:cubicBezTo>
                  <a:cubicBezTo>
                    <a:pt x="401" y="145"/>
                    <a:pt x="401" y="149"/>
                    <a:pt x="402" y="152"/>
                  </a:cubicBezTo>
                  <a:cubicBezTo>
                    <a:pt x="402" y="152"/>
                    <a:pt x="402" y="152"/>
                    <a:pt x="402" y="152"/>
                  </a:cubicBezTo>
                  <a:cubicBezTo>
                    <a:pt x="399" y="151"/>
                    <a:pt x="395" y="150"/>
                    <a:pt x="393" y="151"/>
                  </a:cubicBezTo>
                  <a:cubicBezTo>
                    <a:pt x="390" y="152"/>
                    <a:pt x="385" y="156"/>
                    <a:pt x="383" y="158"/>
                  </a:cubicBezTo>
                  <a:cubicBezTo>
                    <a:pt x="381" y="161"/>
                    <a:pt x="377" y="168"/>
                    <a:pt x="376" y="172"/>
                  </a:cubicBezTo>
                  <a:cubicBezTo>
                    <a:pt x="374" y="176"/>
                    <a:pt x="373" y="185"/>
                    <a:pt x="372" y="189"/>
                  </a:cubicBezTo>
                  <a:cubicBezTo>
                    <a:pt x="370" y="193"/>
                    <a:pt x="368" y="203"/>
                    <a:pt x="366" y="207"/>
                  </a:cubicBezTo>
                  <a:cubicBezTo>
                    <a:pt x="365" y="209"/>
                    <a:pt x="364" y="213"/>
                    <a:pt x="363" y="215"/>
                  </a:cubicBezTo>
                  <a:cubicBezTo>
                    <a:pt x="361" y="218"/>
                    <a:pt x="358" y="224"/>
                    <a:pt x="356" y="226"/>
                  </a:cubicBezTo>
                  <a:cubicBezTo>
                    <a:pt x="354" y="228"/>
                    <a:pt x="349" y="231"/>
                    <a:pt x="346" y="233"/>
                  </a:cubicBezTo>
                  <a:cubicBezTo>
                    <a:pt x="343" y="234"/>
                    <a:pt x="337" y="236"/>
                    <a:pt x="334" y="237"/>
                  </a:cubicBezTo>
                  <a:cubicBezTo>
                    <a:pt x="331" y="237"/>
                    <a:pt x="325" y="236"/>
                    <a:pt x="323" y="234"/>
                  </a:cubicBezTo>
                  <a:cubicBezTo>
                    <a:pt x="321" y="233"/>
                    <a:pt x="320" y="229"/>
                    <a:pt x="320" y="228"/>
                  </a:cubicBezTo>
                  <a:cubicBezTo>
                    <a:pt x="321" y="226"/>
                    <a:pt x="323" y="223"/>
                    <a:pt x="325" y="222"/>
                  </a:cubicBezTo>
                  <a:cubicBezTo>
                    <a:pt x="326" y="221"/>
                    <a:pt x="328" y="222"/>
                    <a:pt x="328" y="221"/>
                  </a:cubicBezTo>
                  <a:cubicBezTo>
                    <a:pt x="330" y="220"/>
                    <a:pt x="330" y="217"/>
                    <a:pt x="329" y="215"/>
                  </a:cubicBezTo>
                  <a:cubicBezTo>
                    <a:pt x="329" y="213"/>
                    <a:pt x="326" y="210"/>
                    <a:pt x="324" y="209"/>
                  </a:cubicBezTo>
                  <a:cubicBezTo>
                    <a:pt x="323" y="208"/>
                    <a:pt x="319" y="206"/>
                    <a:pt x="318" y="206"/>
                  </a:cubicBezTo>
                  <a:cubicBezTo>
                    <a:pt x="316" y="205"/>
                    <a:pt x="311" y="204"/>
                    <a:pt x="309" y="204"/>
                  </a:cubicBezTo>
                  <a:cubicBezTo>
                    <a:pt x="307" y="204"/>
                    <a:pt x="301" y="206"/>
                    <a:pt x="299" y="206"/>
                  </a:cubicBezTo>
                  <a:cubicBezTo>
                    <a:pt x="297" y="206"/>
                    <a:pt x="293" y="204"/>
                    <a:pt x="291" y="204"/>
                  </a:cubicBezTo>
                  <a:cubicBezTo>
                    <a:pt x="290" y="204"/>
                    <a:pt x="287" y="204"/>
                    <a:pt x="286" y="204"/>
                  </a:cubicBezTo>
                  <a:cubicBezTo>
                    <a:pt x="285" y="203"/>
                    <a:pt x="284" y="202"/>
                    <a:pt x="284" y="201"/>
                  </a:cubicBezTo>
                  <a:cubicBezTo>
                    <a:pt x="283" y="199"/>
                    <a:pt x="281" y="196"/>
                    <a:pt x="280" y="194"/>
                  </a:cubicBezTo>
                  <a:cubicBezTo>
                    <a:pt x="280" y="193"/>
                    <a:pt x="279" y="190"/>
                    <a:pt x="280" y="189"/>
                  </a:cubicBezTo>
                  <a:cubicBezTo>
                    <a:pt x="280" y="188"/>
                    <a:pt x="282" y="186"/>
                    <a:pt x="282" y="185"/>
                  </a:cubicBezTo>
                  <a:cubicBezTo>
                    <a:pt x="283" y="183"/>
                    <a:pt x="283" y="179"/>
                    <a:pt x="283" y="177"/>
                  </a:cubicBezTo>
                  <a:cubicBezTo>
                    <a:pt x="282" y="175"/>
                    <a:pt x="276" y="173"/>
                    <a:pt x="275" y="172"/>
                  </a:cubicBezTo>
                  <a:cubicBezTo>
                    <a:pt x="273" y="170"/>
                    <a:pt x="271" y="167"/>
                    <a:pt x="271" y="165"/>
                  </a:cubicBezTo>
                  <a:cubicBezTo>
                    <a:pt x="271" y="164"/>
                    <a:pt x="272" y="161"/>
                    <a:pt x="272" y="161"/>
                  </a:cubicBezTo>
                  <a:cubicBezTo>
                    <a:pt x="273" y="159"/>
                    <a:pt x="277" y="160"/>
                    <a:pt x="279" y="159"/>
                  </a:cubicBezTo>
                  <a:cubicBezTo>
                    <a:pt x="280" y="157"/>
                    <a:pt x="282" y="154"/>
                    <a:pt x="282" y="152"/>
                  </a:cubicBezTo>
                  <a:cubicBezTo>
                    <a:pt x="282" y="151"/>
                    <a:pt x="280" y="149"/>
                    <a:pt x="279" y="148"/>
                  </a:cubicBezTo>
                  <a:cubicBezTo>
                    <a:pt x="277" y="147"/>
                    <a:pt x="274" y="148"/>
                    <a:pt x="272" y="148"/>
                  </a:cubicBezTo>
                  <a:cubicBezTo>
                    <a:pt x="270" y="149"/>
                    <a:pt x="266" y="149"/>
                    <a:pt x="264" y="150"/>
                  </a:cubicBezTo>
                  <a:cubicBezTo>
                    <a:pt x="263" y="151"/>
                    <a:pt x="260" y="153"/>
                    <a:pt x="259" y="154"/>
                  </a:cubicBezTo>
                  <a:cubicBezTo>
                    <a:pt x="257" y="154"/>
                    <a:pt x="254" y="155"/>
                    <a:pt x="253" y="154"/>
                  </a:cubicBezTo>
                  <a:cubicBezTo>
                    <a:pt x="252" y="153"/>
                    <a:pt x="253" y="149"/>
                    <a:pt x="252" y="148"/>
                  </a:cubicBezTo>
                  <a:cubicBezTo>
                    <a:pt x="250" y="147"/>
                    <a:pt x="246" y="148"/>
                    <a:pt x="244" y="148"/>
                  </a:cubicBezTo>
                  <a:cubicBezTo>
                    <a:pt x="241" y="148"/>
                    <a:pt x="235" y="149"/>
                    <a:pt x="232" y="149"/>
                  </a:cubicBezTo>
                  <a:cubicBezTo>
                    <a:pt x="230" y="150"/>
                    <a:pt x="226" y="151"/>
                    <a:pt x="225" y="152"/>
                  </a:cubicBezTo>
                  <a:cubicBezTo>
                    <a:pt x="223" y="153"/>
                    <a:pt x="220" y="154"/>
                    <a:pt x="219" y="155"/>
                  </a:cubicBezTo>
                  <a:cubicBezTo>
                    <a:pt x="218" y="157"/>
                    <a:pt x="219" y="161"/>
                    <a:pt x="218" y="162"/>
                  </a:cubicBezTo>
                  <a:cubicBezTo>
                    <a:pt x="217" y="165"/>
                    <a:pt x="212" y="169"/>
                    <a:pt x="210" y="170"/>
                  </a:cubicBezTo>
                  <a:cubicBezTo>
                    <a:pt x="207" y="172"/>
                    <a:pt x="201" y="173"/>
                    <a:pt x="198" y="174"/>
                  </a:cubicBezTo>
                  <a:cubicBezTo>
                    <a:pt x="196" y="174"/>
                    <a:pt x="190" y="174"/>
                    <a:pt x="187" y="174"/>
                  </a:cubicBezTo>
                  <a:cubicBezTo>
                    <a:pt x="185" y="175"/>
                    <a:pt x="182" y="177"/>
                    <a:pt x="180" y="178"/>
                  </a:cubicBezTo>
                  <a:cubicBezTo>
                    <a:pt x="179" y="180"/>
                    <a:pt x="177" y="183"/>
                    <a:pt x="175" y="184"/>
                  </a:cubicBezTo>
                  <a:cubicBezTo>
                    <a:pt x="173" y="186"/>
                    <a:pt x="169" y="190"/>
                    <a:pt x="166" y="191"/>
                  </a:cubicBezTo>
                  <a:cubicBezTo>
                    <a:pt x="164" y="192"/>
                    <a:pt x="158" y="194"/>
                    <a:pt x="156" y="195"/>
                  </a:cubicBezTo>
                  <a:cubicBezTo>
                    <a:pt x="154" y="196"/>
                    <a:pt x="149" y="197"/>
                    <a:pt x="147" y="198"/>
                  </a:cubicBezTo>
                  <a:cubicBezTo>
                    <a:pt x="145" y="198"/>
                    <a:pt x="142" y="201"/>
                    <a:pt x="140" y="201"/>
                  </a:cubicBezTo>
                  <a:cubicBezTo>
                    <a:pt x="140" y="201"/>
                    <a:pt x="139" y="201"/>
                    <a:pt x="139" y="20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9"/>
            <p:cNvSpPr>
              <a:spLocks/>
            </p:cNvSpPr>
            <p:nvPr/>
          </p:nvSpPr>
          <p:spPr bwMode="auto">
            <a:xfrm>
              <a:off x="4119563" y="2776538"/>
              <a:ext cx="615950" cy="404813"/>
            </a:xfrm>
            <a:custGeom>
              <a:avLst/>
              <a:gdLst/>
              <a:ahLst/>
              <a:cxnLst>
                <a:cxn ang="0">
                  <a:pos x="411" y="274"/>
                </a:cxn>
                <a:cxn ang="0">
                  <a:pos x="386" y="262"/>
                </a:cxn>
                <a:cxn ang="0">
                  <a:pos x="350" y="244"/>
                </a:cxn>
                <a:cxn ang="0">
                  <a:pos x="320" y="255"/>
                </a:cxn>
                <a:cxn ang="0">
                  <a:pos x="295" y="252"/>
                </a:cxn>
                <a:cxn ang="0">
                  <a:pos x="265" y="265"/>
                </a:cxn>
                <a:cxn ang="0">
                  <a:pos x="238" y="250"/>
                </a:cxn>
                <a:cxn ang="0">
                  <a:pos x="213" y="261"/>
                </a:cxn>
                <a:cxn ang="0">
                  <a:pos x="201" y="260"/>
                </a:cxn>
                <a:cxn ang="0">
                  <a:pos x="182" y="239"/>
                </a:cxn>
                <a:cxn ang="0">
                  <a:pos x="146" y="234"/>
                </a:cxn>
                <a:cxn ang="0">
                  <a:pos x="128" y="253"/>
                </a:cxn>
                <a:cxn ang="0">
                  <a:pos x="103" y="253"/>
                </a:cxn>
                <a:cxn ang="0">
                  <a:pos x="82" y="265"/>
                </a:cxn>
                <a:cxn ang="0">
                  <a:pos x="54" y="277"/>
                </a:cxn>
                <a:cxn ang="0">
                  <a:pos x="33" y="252"/>
                </a:cxn>
                <a:cxn ang="0">
                  <a:pos x="33" y="231"/>
                </a:cxn>
                <a:cxn ang="0">
                  <a:pos x="41" y="212"/>
                </a:cxn>
                <a:cxn ang="0">
                  <a:pos x="54" y="195"/>
                </a:cxn>
                <a:cxn ang="0">
                  <a:pos x="62" y="171"/>
                </a:cxn>
                <a:cxn ang="0">
                  <a:pos x="78" y="159"/>
                </a:cxn>
                <a:cxn ang="0">
                  <a:pos x="68" y="147"/>
                </a:cxn>
                <a:cxn ang="0">
                  <a:pos x="39" y="154"/>
                </a:cxn>
                <a:cxn ang="0">
                  <a:pos x="8" y="133"/>
                </a:cxn>
                <a:cxn ang="0">
                  <a:pos x="19" y="120"/>
                </a:cxn>
                <a:cxn ang="0">
                  <a:pos x="36" y="126"/>
                </a:cxn>
                <a:cxn ang="0">
                  <a:pos x="43" y="108"/>
                </a:cxn>
                <a:cxn ang="0">
                  <a:pos x="22" y="78"/>
                </a:cxn>
                <a:cxn ang="0">
                  <a:pos x="0" y="54"/>
                </a:cxn>
                <a:cxn ang="0">
                  <a:pos x="17" y="48"/>
                </a:cxn>
                <a:cxn ang="0">
                  <a:pos x="41" y="31"/>
                </a:cxn>
                <a:cxn ang="0">
                  <a:pos x="71" y="23"/>
                </a:cxn>
                <a:cxn ang="0">
                  <a:pos x="86" y="5"/>
                </a:cxn>
                <a:cxn ang="0">
                  <a:pos x="113" y="1"/>
                </a:cxn>
                <a:cxn ang="0">
                  <a:pos x="125" y="3"/>
                </a:cxn>
                <a:cxn ang="0">
                  <a:pos x="143" y="5"/>
                </a:cxn>
                <a:cxn ang="0">
                  <a:pos x="132" y="18"/>
                </a:cxn>
                <a:cxn ang="0">
                  <a:pos x="143" y="38"/>
                </a:cxn>
                <a:cxn ang="0">
                  <a:pos x="145" y="54"/>
                </a:cxn>
                <a:cxn ang="0">
                  <a:pos x="160" y="59"/>
                </a:cxn>
                <a:cxn ang="0">
                  <a:pos x="185" y="62"/>
                </a:cxn>
                <a:cxn ang="0">
                  <a:pos x="186" y="75"/>
                </a:cxn>
                <a:cxn ang="0">
                  <a:pos x="195" y="90"/>
                </a:cxn>
                <a:cxn ang="0">
                  <a:pos x="224" y="68"/>
                </a:cxn>
                <a:cxn ang="0">
                  <a:pos x="237" y="25"/>
                </a:cxn>
                <a:cxn ang="0">
                  <a:pos x="263" y="5"/>
                </a:cxn>
                <a:cxn ang="0">
                  <a:pos x="289" y="10"/>
                </a:cxn>
                <a:cxn ang="0">
                  <a:pos x="314" y="32"/>
                </a:cxn>
                <a:cxn ang="0">
                  <a:pos x="310" y="44"/>
                </a:cxn>
                <a:cxn ang="0">
                  <a:pos x="325" y="66"/>
                </a:cxn>
                <a:cxn ang="0">
                  <a:pos x="323" y="85"/>
                </a:cxn>
                <a:cxn ang="0">
                  <a:pos x="334" y="110"/>
                </a:cxn>
                <a:cxn ang="0">
                  <a:pos x="362" y="128"/>
                </a:cxn>
                <a:cxn ang="0">
                  <a:pos x="359" y="149"/>
                </a:cxn>
                <a:cxn ang="0">
                  <a:pos x="350" y="172"/>
                </a:cxn>
                <a:cxn ang="0">
                  <a:pos x="376" y="163"/>
                </a:cxn>
                <a:cxn ang="0">
                  <a:pos x="384" y="145"/>
                </a:cxn>
                <a:cxn ang="0">
                  <a:pos x="394" y="162"/>
                </a:cxn>
                <a:cxn ang="0">
                  <a:pos x="397" y="211"/>
                </a:cxn>
                <a:cxn ang="0">
                  <a:pos x="412" y="236"/>
                </a:cxn>
              </a:cxnLst>
              <a:rect l="0" t="0" r="r" b="b"/>
              <a:pathLst>
                <a:path w="422" h="278">
                  <a:moveTo>
                    <a:pt x="422" y="258"/>
                  </a:moveTo>
                  <a:cubicBezTo>
                    <a:pt x="422" y="261"/>
                    <a:pt x="422" y="267"/>
                    <a:pt x="420" y="270"/>
                  </a:cubicBezTo>
                  <a:cubicBezTo>
                    <a:pt x="419" y="272"/>
                    <a:pt x="414" y="274"/>
                    <a:pt x="411" y="274"/>
                  </a:cubicBezTo>
                  <a:cubicBezTo>
                    <a:pt x="409" y="274"/>
                    <a:pt x="406" y="273"/>
                    <a:pt x="404" y="272"/>
                  </a:cubicBezTo>
                  <a:cubicBezTo>
                    <a:pt x="402" y="272"/>
                    <a:pt x="398" y="270"/>
                    <a:pt x="397" y="270"/>
                  </a:cubicBezTo>
                  <a:cubicBezTo>
                    <a:pt x="394" y="268"/>
                    <a:pt x="389" y="264"/>
                    <a:pt x="386" y="262"/>
                  </a:cubicBezTo>
                  <a:cubicBezTo>
                    <a:pt x="384" y="260"/>
                    <a:pt x="381" y="256"/>
                    <a:pt x="379" y="255"/>
                  </a:cubicBezTo>
                  <a:cubicBezTo>
                    <a:pt x="375" y="252"/>
                    <a:pt x="368" y="249"/>
                    <a:pt x="365" y="248"/>
                  </a:cubicBezTo>
                  <a:cubicBezTo>
                    <a:pt x="361" y="247"/>
                    <a:pt x="354" y="245"/>
                    <a:pt x="350" y="244"/>
                  </a:cubicBezTo>
                  <a:cubicBezTo>
                    <a:pt x="347" y="244"/>
                    <a:pt x="340" y="243"/>
                    <a:pt x="337" y="243"/>
                  </a:cubicBezTo>
                  <a:cubicBezTo>
                    <a:pt x="335" y="244"/>
                    <a:pt x="331" y="248"/>
                    <a:pt x="329" y="249"/>
                  </a:cubicBezTo>
                  <a:cubicBezTo>
                    <a:pt x="327" y="251"/>
                    <a:pt x="323" y="254"/>
                    <a:pt x="320" y="255"/>
                  </a:cubicBezTo>
                  <a:cubicBezTo>
                    <a:pt x="318" y="255"/>
                    <a:pt x="314" y="257"/>
                    <a:pt x="312" y="256"/>
                  </a:cubicBezTo>
                  <a:cubicBezTo>
                    <a:pt x="310" y="256"/>
                    <a:pt x="306" y="253"/>
                    <a:pt x="303" y="253"/>
                  </a:cubicBezTo>
                  <a:cubicBezTo>
                    <a:pt x="301" y="252"/>
                    <a:pt x="297" y="252"/>
                    <a:pt x="295" y="252"/>
                  </a:cubicBezTo>
                  <a:cubicBezTo>
                    <a:pt x="292" y="252"/>
                    <a:pt x="287" y="253"/>
                    <a:pt x="285" y="255"/>
                  </a:cubicBezTo>
                  <a:cubicBezTo>
                    <a:pt x="283" y="256"/>
                    <a:pt x="280" y="261"/>
                    <a:pt x="278" y="262"/>
                  </a:cubicBezTo>
                  <a:cubicBezTo>
                    <a:pt x="275" y="264"/>
                    <a:pt x="268" y="265"/>
                    <a:pt x="265" y="265"/>
                  </a:cubicBezTo>
                  <a:cubicBezTo>
                    <a:pt x="263" y="265"/>
                    <a:pt x="258" y="263"/>
                    <a:pt x="256" y="262"/>
                  </a:cubicBezTo>
                  <a:cubicBezTo>
                    <a:pt x="253" y="261"/>
                    <a:pt x="248" y="258"/>
                    <a:pt x="246" y="256"/>
                  </a:cubicBezTo>
                  <a:cubicBezTo>
                    <a:pt x="244" y="255"/>
                    <a:pt x="241" y="251"/>
                    <a:pt x="238" y="250"/>
                  </a:cubicBezTo>
                  <a:cubicBezTo>
                    <a:pt x="236" y="250"/>
                    <a:pt x="232" y="253"/>
                    <a:pt x="231" y="254"/>
                  </a:cubicBezTo>
                  <a:cubicBezTo>
                    <a:pt x="229" y="255"/>
                    <a:pt x="226" y="261"/>
                    <a:pt x="224" y="262"/>
                  </a:cubicBezTo>
                  <a:cubicBezTo>
                    <a:pt x="222" y="263"/>
                    <a:pt x="216" y="261"/>
                    <a:pt x="213" y="261"/>
                  </a:cubicBezTo>
                  <a:cubicBezTo>
                    <a:pt x="211" y="261"/>
                    <a:pt x="206" y="260"/>
                    <a:pt x="204" y="261"/>
                  </a:cubicBezTo>
                  <a:cubicBezTo>
                    <a:pt x="204" y="261"/>
                    <a:pt x="204" y="261"/>
                    <a:pt x="204" y="261"/>
                  </a:cubicBezTo>
                  <a:cubicBezTo>
                    <a:pt x="203" y="260"/>
                    <a:pt x="201" y="260"/>
                    <a:pt x="201" y="260"/>
                  </a:cubicBezTo>
                  <a:cubicBezTo>
                    <a:pt x="198" y="259"/>
                    <a:pt x="193" y="257"/>
                    <a:pt x="191" y="256"/>
                  </a:cubicBezTo>
                  <a:cubicBezTo>
                    <a:pt x="189" y="254"/>
                    <a:pt x="186" y="251"/>
                    <a:pt x="184" y="248"/>
                  </a:cubicBezTo>
                  <a:cubicBezTo>
                    <a:pt x="183" y="246"/>
                    <a:pt x="184" y="241"/>
                    <a:pt x="182" y="239"/>
                  </a:cubicBezTo>
                  <a:cubicBezTo>
                    <a:pt x="181" y="236"/>
                    <a:pt x="175" y="233"/>
                    <a:pt x="172" y="232"/>
                  </a:cubicBezTo>
                  <a:cubicBezTo>
                    <a:pt x="169" y="231"/>
                    <a:pt x="162" y="232"/>
                    <a:pt x="159" y="232"/>
                  </a:cubicBezTo>
                  <a:cubicBezTo>
                    <a:pt x="155" y="232"/>
                    <a:pt x="149" y="233"/>
                    <a:pt x="146" y="234"/>
                  </a:cubicBezTo>
                  <a:cubicBezTo>
                    <a:pt x="143" y="236"/>
                    <a:pt x="141" y="242"/>
                    <a:pt x="139" y="245"/>
                  </a:cubicBezTo>
                  <a:cubicBezTo>
                    <a:pt x="137" y="247"/>
                    <a:pt x="135" y="251"/>
                    <a:pt x="133" y="252"/>
                  </a:cubicBezTo>
                  <a:cubicBezTo>
                    <a:pt x="132" y="253"/>
                    <a:pt x="129" y="253"/>
                    <a:pt x="128" y="253"/>
                  </a:cubicBezTo>
                  <a:cubicBezTo>
                    <a:pt x="126" y="253"/>
                    <a:pt x="122" y="251"/>
                    <a:pt x="121" y="251"/>
                  </a:cubicBezTo>
                  <a:cubicBezTo>
                    <a:pt x="119" y="251"/>
                    <a:pt x="115" y="253"/>
                    <a:pt x="113" y="253"/>
                  </a:cubicBezTo>
                  <a:cubicBezTo>
                    <a:pt x="110" y="254"/>
                    <a:pt x="105" y="253"/>
                    <a:pt x="103" y="253"/>
                  </a:cubicBezTo>
                  <a:cubicBezTo>
                    <a:pt x="101" y="253"/>
                    <a:pt x="98" y="254"/>
                    <a:pt x="96" y="254"/>
                  </a:cubicBezTo>
                  <a:cubicBezTo>
                    <a:pt x="94" y="255"/>
                    <a:pt x="90" y="256"/>
                    <a:pt x="88" y="257"/>
                  </a:cubicBezTo>
                  <a:cubicBezTo>
                    <a:pt x="86" y="259"/>
                    <a:pt x="83" y="263"/>
                    <a:pt x="82" y="265"/>
                  </a:cubicBezTo>
                  <a:cubicBezTo>
                    <a:pt x="81" y="267"/>
                    <a:pt x="78" y="270"/>
                    <a:pt x="76" y="271"/>
                  </a:cubicBezTo>
                  <a:cubicBezTo>
                    <a:pt x="74" y="273"/>
                    <a:pt x="69" y="275"/>
                    <a:pt x="66" y="275"/>
                  </a:cubicBezTo>
                  <a:cubicBezTo>
                    <a:pt x="63" y="276"/>
                    <a:pt x="57" y="278"/>
                    <a:pt x="54" y="277"/>
                  </a:cubicBezTo>
                  <a:cubicBezTo>
                    <a:pt x="51" y="276"/>
                    <a:pt x="46" y="270"/>
                    <a:pt x="44" y="268"/>
                  </a:cubicBezTo>
                  <a:cubicBezTo>
                    <a:pt x="42" y="266"/>
                    <a:pt x="37" y="261"/>
                    <a:pt x="35" y="259"/>
                  </a:cubicBezTo>
                  <a:cubicBezTo>
                    <a:pt x="34" y="257"/>
                    <a:pt x="34" y="253"/>
                    <a:pt x="33" y="252"/>
                  </a:cubicBezTo>
                  <a:cubicBezTo>
                    <a:pt x="31" y="249"/>
                    <a:pt x="26" y="246"/>
                    <a:pt x="25" y="244"/>
                  </a:cubicBezTo>
                  <a:cubicBezTo>
                    <a:pt x="24" y="241"/>
                    <a:pt x="25" y="236"/>
                    <a:pt x="26" y="234"/>
                  </a:cubicBezTo>
                  <a:cubicBezTo>
                    <a:pt x="28" y="233"/>
                    <a:pt x="31" y="232"/>
                    <a:pt x="33" y="231"/>
                  </a:cubicBezTo>
                  <a:cubicBezTo>
                    <a:pt x="34" y="230"/>
                    <a:pt x="38" y="228"/>
                    <a:pt x="38" y="226"/>
                  </a:cubicBezTo>
                  <a:cubicBezTo>
                    <a:pt x="39" y="224"/>
                    <a:pt x="37" y="219"/>
                    <a:pt x="37" y="217"/>
                  </a:cubicBezTo>
                  <a:cubicBezTo>
                    <a:pt x="38" y="216"/>
                    <a:pt x="40" y="213"/>
                    <a:pt x="41" y="212"/>
                  </a:cubicBezTo>
                  <a:cubicBezTo>
                    <a:pt x="42" y="211"/>
                    <a:pt x="45" y="209"/>
                    <a:pt x="46" y="208"/>
                  </a:cubicBezTo>
                  <a:cubicBezTo>
                    <a:pt x="47" y="206"/>
                    <a:pt x="49" y="203"/>
                    <a:pt x="50" y="201"/>
                  </a:cubicBezTo>
                  <a:cubicBezTo>
                    <a:pt x="51" y="199"/>
                    <a:pt x="53" y="197"/>
                    <a:pt x="54" y="195"/>
                  </a:cubicBezTo>
                  <a:cubicBezTo>
                    <a:pt x="55" y="193"/>
                    <a:pt x="55" y="188"/>
                    <a:pt x="55" y="185"/>
                  </a:cubicBezTo>
                  <a:cubicBezTo>
                    <a:pt x="55" y="183"/>
                    <a:pt x="54" y="179"/>
                    <a:pt x="55" y="177"/>
                  </a:cubicBezTo>
                  <a:cubicBezTo>
                    <a:pt x="56" y="175"/>
                    <a:pt x="60" y="173"/>
                    <a:pt x="62" y="171"/>
                  </a:cubicBezTo>
                  <a:cubicBezTo>
                    <a:pt x="63" y="170"/>
                    <a:pt x="66" y="166"/>
                    <a:pt x="68" y="165"/>
                  </a:cubicBezTo>
                  <a:cubicBezTo>
                    <a:pt x="70" y="164"/>
                    <a:pt x="72" y="164"/>
                    <a:pt x="73" y="164"/>
                  </a:cubicBezTo>
                  <a:cubicBezTo>
                    <a:pt x="75" y="163"/>
                    <a:pt x="77" y="161"/>
                    <a:pt x="78" y="159"/>
                  </a:cubicBezTo>
                  <a:cubicBezTo>
                    <a:pt x="78" y="158"/>
                    <a:pt x="79" y="155"/>
                    <a:pt x="79" y="153"/>
                  </a:cubicBezTo>
                  <a:cubicBezTo>
                    <a:pt x="79" y="151"/>
                    <a:pt x="79" y="147"/>
                    <a:pt x="77" y="146"/>
                  </a:cubicBezTo>
                  <a:cubicBezTo>
                    <a:pt x="75" y="145"/>
                    <a:pt x="70" y="147"/>
                    <a:pt x="68" y="147"/>
                  </a:cubicBezTo>
                  <a:cubicBezTo>
                    <a:pt x="67" y="148"/>
                    <a:pt x="64" y="151"/>
                    <a:pt x="62" y="152"/>
                  </a:cubicBezTo>
                  <a:cubicBezTo>
                    <a:pt x="60" y="153"/>
                    <a:pt x="56" y="154"/>
                    <a:pt x="54" y="154"/>
                  </a:cubicBezTo>
                  <a:cubicBezTo>
                    <a:pt x="50" y="155"/>
                    <a:pt x="43" y="154"/>
                    <a:pt x="39" y="154"/>
                  </a:cubicBezTo>
                  <a:cubicBezTo>
                    <a:pt x="36" y="153"/>
                    <a:pt x="29" y="149"/>
                    <a:pt x="26" y="147"/>
                  </a:cubicBezTo>
                  <a:cubicBezTo>
                    <a:pt x="23" y="146"/>
                    <a:pt x="17" y="143"/>
                    <a:pt x="14" y="141"/>
                  </a:cubicBezTo>
                  <a:cubicBezTo>
                    <a:pt x="12" y="140"/>
                    <a:pt x="9" y="136"/>
                    <a:pt x="8" y="133"/>
                  </a:cubicBezTo>
                  <a:cubicBezTo>
                    <a:pt x="8" y="132"/>
                    <a:pt x="8" y="129"/>
                    <a:pt x="9" y="128"/>
                  </a:cubicBezTo>
                  <a:cubicBezTo>
                    <a:pt x="10" y="127"/>
                    <a:pt x="14" y="126"/>
                    <a:pt x="15" y="124"/>
                  </a:cubicBezTo>
                  <a:cubicBezTo>
                    <a:pt x="16" y="123"/>
                    <a:pt x="17" y="121"/>
                    <a:pt x="19" y="120"/>
                  </a:cubicBezTo>
                  <a:cubicBezTo>
                    <a:pt x="19" y="120"/>
                    <a:pt x="22" y="119"/>
                    <a:pt x="23" y="119"/>
                  </a:cubicBezTo>
                  <a:cubicBezTo>
                    <a:pt x="24" y="119"/>
                    <a:pt x="28" y="120"/>
                    <a:pt x="30" y="120"/>
                  </a:cubicBezTo>
                  <a:cubicBezTo>
                    <a:pt x="32" y="121"/>
                    <a:pt x="34" y="125"/>
                    <a:pt x="36" y="126"/>
                  </a:cubicBezTo>
                  <a:cubicBezTo>
                    <a:pt x="37" y="126"/>
                    <a:pt x="40" y="126"/>
                    <a:pt x="42" y="126"/>
                  </a:cubicBezTo>
                  <a:cubicBezTo>
                    <a:pt x="43" y="125"/>
                    <a:pt x="44" y="124"/>
                    <a:pt x="44" y="123"/>
                  </a:cubicBezTo>
                  <a:cubicBezTo>
                    <a:pt x="46" y="119"/>
                    <a:pt x="45" y="111"/>
                    <a:pt x="43" y="108"/>
                  </a:cubicBezTo>
                  <a:cubicBezTo>
                    <a:pt x="42" y="104"/>
                    <a:pt x="35" y="99"/>
                    <a:pt x="34" y="95"/>
                  </a:cubicBezTo>
                  <a:cubicBezTo>
                    <a:pt x="32" y="93"/>
                    <a:pt x="34" y="86"/>
                    <a:pt x="32" y="83"/>
                  </a:cubicBezTo>
                  <a:cubicBezTo>
                    <a:pt x="31" y="81"/>
                    <a:pt x="25" y="80"/>
                    <a:pt x="22" y="78"/>
                  </a:cubicBezTo>
                  <a:cubicBezTo>
                    <a:pt x="19" y="76"/>
                    <a:pt x="14" y="72"/>
                    <a:pt x="11" y="70"/>
                  </a:cubicBezTo>
                  <a:cubicBezTo>
                    <a:pt x="8" y="68"/>
                    <a:pt x="3" y="64"/>
                    <a:pt x="1" y="61"/>
                  </a:cubicBezTo>
                  <a:cubicBezTo>
                    <a:pt x="1" y="59"/>
                    <a:pt x="0" y="57"/>
                    <a:pt x="0" y="54"/>
                  </a:cubicBezTo>
                  <a:cubicBezTo>
                    <a:pt x="0" y="54"/>
                    <a:pt x="1" y="54"/>
                    <a:pt x="1" y="54"/>
                  </a:cubicBezTo>
                  <a:cubicBezTo>
                    <a:pt x="3" y="54"/>
                    <a:pt x="6" y="51"/>
                    <a:pt x="8" y="51"/>
                  </a:cubicBezTo>
                  <a:cubicBezTo>
                    <a:pt x="10" y="50"/>
                    <a:pt x="15" y="49"/>
                    <a:pt x="17" y="48"/>
                  </a:cubicBezTo>
                  <a:cubicBezTo>
                    <a:pt x="19" y="47"/>
                    <a:pt x="25" y="45"/>
                    <a:pt x="27" y="44"/>
                  </a:cubicBezTo>
                  <a:cubicBezTo>
                    <a:pt x="30" y="43"/>
                    <a:pt x="34" y="39"/>
                    <a:pt x="36" y="37"/>
                  </a:cubicBezTo>
                  <a:cubicBezTo>
                    <a:pt x="38" y="36"/>
                    <a:pt x="40" y="33"/>
                    <a:pt x="41" y="31"/>
                  </a:cubicBezTo>
                  <a:cubicBezTo>
                    <a:pt x="43" y="30"/>
                    <a:pt x="46" y="28"/>
                    <a:pt x="48" y="27"/>
                  </a:cubicBezTo>
                  <a:cubicBezTo>
                    <a:pt x="51" y="27"/>
                    <a:pt x="57" y="27"/>
                    <a:pt x="59" y="27"/>
                  </a:cubicBezTo>
                  <a:cubicBezTo>
                    <a:pt x="62" y="26"/>
                    <a:pt x="68" y="25"/>
                    <a:pt x="71" y="23"/>
                  </a:cubicBezTo>
                  <a:cubicBezTo>
                    <a:pt x="73" y="22"/>
                    <a:pt x="78" y="18"/>
                    <a:pt x="79" y="15"/>
                  </a:cubicBezTo>
                  <a:cubicBezTo>
                    <a:pt x="80" y="14"/>
                    <a:pt x="79" y="10"/>
                    <a:pt x="80" y="8"/>
                  </a:cubicBezTo>
                  <a:cubicBezTo>
                    <a:pt x="81" y="7"/>
                    <a:pt x="84" y="6"/>
                    <a:pt x="86" y="5"/>
                  </a:cubicBezTo>
                  <a:cubicBezTo>
                    <a:pt x="87" y="4"/>
                    <a:pt x="91" y="3"/>
                    <a:pt x="93" y="2"/>
                  </a:cubicBezTo>
                  <a:cubicBezTo>
                    <a:pt x="96" y="2"/>
                    <a:pt x="102" y="1"/>
                    <a:pt x="105" y="1"/>
                  </a:cubicBezTo>
                  <a:cubicBezTo>
                    <a:pt x="107" y="1"/>
                    <a:pt x="111" y="0"/>
                    <a:pt x="113" y="1"/>
                  </a:cubicBezTo>
                  <a:cubicBezTo>
                    <a:pt x="114" y="2"/>
                    <a:pt x="113" y="6"/>
                    <a:pt x="114" y="7"/>
                  </a:cubicBezTo>
                  <a:cubicBezTo>
                    <a:pt x="115" y="8"/>
                    <a:pt x="118" y="7"/>
                    <a:pt x="120" y="7"/>
                  </a:cubicBezTo>
                  <a:cubicBezTo>
                    <a:pt x="121" y="6"/>
                    <a:pt x="124" y="4"/>
                    <a:pt x="125" y="3"/>
                  </a:cubicBezTo>
                  <a:cubicBezTo>
                    <a:pt x="127" y="2"/>
                    <a:pt x="131" y="2"/>
                    <a:pt x="133" y="1"/>
                  </a:cubicBezTo>
                  <a:cubicBezTo>
                    <a:pt x="135" y="1"/>
                    <a:pt x="138" y="0"/>
                    <a:pt x="140" y="1"/>
                  </a:cubicBezTo>
                  <a:cubicBezTo>
                    <a:pt x="141" y="2"/>
                    <a:pt x="143" y="4"/>
                    <a:pt x="143" y="5"/>
                  </a:cubicBezTo>
                  <a:cubicBezTo>
                    <a:pt x="143" y="7"/>
                    <a:pt x="141" y="10"/>
                    <a:pt x="140" y="12"/>
                  </a:cubicBezTo>
                  <a:cubicBezTo>
                    <a:pt x="138" y="13"/>
                    <a:pt x="134" y="12"/>
                    <a:pt x="133" y="14"/>
                  </a:cubicBezTo>
                  <a:cubicBezTo>
                    <a:pt x="133" y="14"/>
                    <a:pt x="132" y="17"/>
                    <a:pt x="132" y="18"/>
                  </a:cubicBezTo>
                  <a:cubicBezTo>
                    <a:pt x="132" y="20"/>
                    <a:pt x="134" y="23"/>
                    <a:pt x="136" y="25"/>
                  </a:cubicBezTo>
                  <a:cubicBezTo>
                    <a:pt x="137" y="26"/>
                    <a:pt x="143" y="28"/>
                    <a:pt x="144" y="30"/>
                  </a:cubicBezTo>
                  <a:cubicBezTo>
                    <a:pt x="144" y="32"/>
                    <a:pt x="144" y="36"/>
                    <a:pt x="143" y="38"/>
                  </a:cubicBezTo>
                  <a:cubicBezTo>
                    <a:pt x="143" y="39"/>
                    <a:pt x="141" y="41"/>
                    <a:pt x="141" y="42"/>
                  </a:cubicBezTo>
                  <a:cubicBezTo>
                    <a:pt x="140" y="43"/>
                    <a:pt x="141" y="46"/>
                    <a:pt x="141" y="47"/>
                  </a:cubicBezTo>
                  <a:cubicBezTo>
                    <a:pt x="142" y="49"/>
                    <a:pt x="144" y="52"/>
                    <a:pt x="145" y="54"/>
                  </a:cubicBezTo>
                  <a:cubicBezTo>
                    <a:pt x="145" y="55"/>
                    <a:pt x="146" y="56"/>
                    <a:pt x="147" y="57"/>
                  </a:cubicBezTo>
                  <a:cubicBezTo>
                    <a:pt x="148" y="57"/>
                    <a:pt x="151" y="57"/>
                    <a:pt x="152" y="57"/>
                  </a:cubicBezTo>
                  <a:cubicBezTo>
                    <a:pt x="154" y="57"/>
                    <a:pt x="158" y="59"/>
                    <a:pt x="160" y="59"/>
                  </a:cubicBezTo>
                  <a:cubicBezTo>
                    <a:pt x="162" y="59"/>
                    <a:pt x="168" y="57"/>
                    <a:pt x="170" y="57"/>
                  </a:cubicBezTo>
                  <a:cubicBezTo>
                    <a:pt x="172" y="57"/>
                    <a:pt x="177" y="58"/>
                    <a:pt x="179" y="59"/>
                  </a:cubicBezTo>
                  <a:cubicBezTo>
                    <a:pt x="180" y="59"/>
                    <a:pt x="184" y="61"/>
                    <a:pt x="185" y="62"/>
                  </a:cubicBezTo>
                  <a:cubicBezTo>
                    <a:pt x="187" y="63"/>
                    <a:pt x="190" y="66"/>
                    <a:pt x="190" y="68"/>
                  </a:cubicBezTo>
                  <a:cubicBezTo>
                    <a:pt x="191" y="70"/>
                    <a:pt x="191" y="73"/>
                    <a:pt x="189" y="74"/>
                  </a:cubicBezTo>
                  <a:cubicBezTo>
                    <a:pt x="189" y="75"/>
                    <a:pt x="187" y="74"/>
                    <a:pt x="186" y="75"/>
                  </a:cubicBezTo>
                  <a:cubicBezTo>
                    <a:pt x="184" y="76"/>
                    <a:pt x="182" y="79"/>
                    <a:pt x="181" y="81"/>
                  </a:cubicBezTo>
                  <a:cubicBezTo>
                    <a:pt x="181" y="82"/>
                    <a:pt x="182" y="86"/>
                    <a:pt x="184" y="87"/>
                  </a:cubicBezTo>
                  <a:cubicBezTo>
                    <a:pt x="186" y="89"/>
                    <a:pt x="192" y="90"/>
                    <a:pt x="195" y="90"/>
                  </a:cubicBezTo>
                  <a:cubicBezTo>
                    <a:pt x="198" y="89"/>
                    <a:pt x="204" y="87"/>
                    <a:pt x="207" y="86"/>
                  </a:cubicBezTo>
                  <a:cubicBezTo>
                    <a:pt x="210" y="84"/>
                    <a:pt x="215" y="81"/>
                    <a:pt x="217" y="79"/>
                  </a:cubicBezTo>
                  <a:cubicBezTo>
                    <a:pt x="219" y="77"/>
                    <a:pt x="222" y="71"/>
                    <a:pt x="224" y="68"/>
                  </a:cubicBezTo>
                  <a:cubicBezTo>
                    <a:pt x="225" y="66"/>
                    <a:pt x="226" y="62"/>
                    <a:pt x="227" y="60"/>
                  </a:cubicBezTo>
                  <a:cubicBezTo>
                    <a:pt x="229" y="56"/>
                    <a:pt x="231" y="46"/>
                    <a:pt x="233" y="42"/>
                  </a:cubicBezTo>
                  <a:cubicBezTo>
                    <a:pt x="234" y="38"/>
                    <a:pt x="235" y="29"/>
                    <a:pt x="237" y="25"/>
                  </a:cubicBezTo>
                  <a:cubicBezTo>
                    <a:pt x="238" y="21"/>
                    <a:pt x="242" y="14"/>
                    <a:pt x="244" y="11"/>
                  </a:cubicBezTo>
                  <a:cubicBezTo>
                    <a:pt x="246" y="9"/>
                    <a:pt x="251" y="5"/>
                    <a:pt x="254" y="4"/>
                  </a:cubicBezTo>
                  <a:cubicBezTo>
                    <a:pt x="256" y="3"/>
                    <a:pt x="260" y="4"/>
                    <a:pt x="263" y="5"/>
                  </a:cubicBezTo>
                  <a:cubicBezTo>
                    <a:pt x="264" y="6"/>
                    <a:pt x="267" y="10"/>
                    <a:pt x="269" y="10"/>
                  </a:cubicBezTo>
                  <a:cubicBezTo>
                    <a:pt x="272" y="11"/>
                    <a:pt x="278" y="9"/>
                    <a:pt x="280" y="9"/>
                  </a:cubicBezTo>
                  <a:cubicBezTo>
                    <a:pt x="283" y="9"/>
                    <a:pt x="287" y="9"/>
                    <a:pt x="289" y="10"/>
                  </a:cubicBezTo>
                  <a:cubicBezTo>
                    <a:pt x="291" y="11"/>
                    <a:pt x="295" y="15"/>
                    <a:pt x="296" y="17"/>
                  </a:cubicBezTo>
                  <a:cubicBezTo>
                    <a:pt x="298" y="19"/>
                    <a:pt x="302" y="25"/>
                    <a:pt x="304" y="27"/>
                  </a:cubicBezTo>
                  <a:cubicBezTo>
                    <a:pt x="307" y="29"/>
                    <a:pt x="312" y="32"/>
                    <a:pt x="314" y="32"/>
                  </a:cubicBezTo>
                  <a:cubicBezTo>
                    <a:pt x="315" y="32"/>
                    <a:pt x="315" y="32"/>
                    <a:pt x="315" y="32"/>
                  </a:cubicBezTo>
                  <a:cubicBezTo>
                    <a:pt x="314" y="34"/>
                    <a:pt x="313" y="36"/>
                    <a:pt x="312" y="37"/>
                  </a:cubicBezTo>
                  <a:cubicBezTo>
                    <a:pt x="312" y="39"/>
                    <a:pt x="310" y="42"/>
                    <a:pt x="310" y="44"/>
                  </a:cubicBezTo>
                  <a:cubicBezTo>
                    <a:pt x="310" y="47"/>
                    <a:pt x="310" y="53"/>
                    <a:pt x="311" y="56"/>
                  </a:cubicBezTo>
                  <a:cubicBezTo>
                    <a:pt x="312" y="58"/>
                    <a:pt x="315" y="61"/>
                    <a:pt x="316" y="62"/>
                  </a:cubicBezTo>
                  <a:cubicBezTo>
                    <a:pt x="318" y="63"/>
                    <a:pt x="323" y="65"/>
                    <a:pt x="325" y="66"/>
                  </a:cubicBezTo>
                  <a:cubicBezTo>
                    <a:pt x="326" y="67"/>
                    <a:pt x="329" y="69"/>
                    <a:pt x="329" y="70"/>
                  </a:cubicBezTo>
                  <a:cubicBezTo>
                    <a:pt x="330" y="73"/>
                    <a:pt x="330" y="78"/>
                    <a:pt x="329" y="81"/>
                  </a:cubicBezTo>
                  <a:cubicBezTo>
                    <a:pt x="328" y="82"/>
                    <a:pt x="324" y="83"/>
                    <a:pt x="323" y="85"/>
                  </a:cubicBezTo>
                  <a:cubicBezTo>
                    <a:pt x="322" y="87"/>
                    <a:pt x="321" y="91"/>
                    <a:pt x="321" y="94"/>
                  </a:cubicBezTo>
                  <a:cubicBezTo>
                    <a:pt x="322" y="96"/>
                    <a:pt x="323" y="100"/>
                    <a:pt x="324" y="102"/>
                  </a:cubicBezTo>
                  <a:cubicBezTo>
                    <a:pt x="326" y="104"/>
                    <a:pt x="331" y="108"/>
                    <a:pt x="334" y="110"/>
                  </a:cubicBezTo>
                  <a:cubicBezTo>
                    <a:pt x="337" y="111"/>
                    <a:pt x="342" y="115"/>
                    <a:pt x="345" y="117"/>
                  </a:cubicBezTo>
                  <a:cubicBezTo>
                    <a:pt x="347" y="118"/>
                    <a:pt x="352" y="120"/>
                    <a:pt x="354" y="121"/>
                  </a:cubicBezTo>
                  <a:cubicBezTo>
                    <a:pt x="356" y="122"/>
                    <a:pt x="361" y="125"/>
                    <a:pt x="362" y="128"/>
                  </a:cubicBezTo>
                  <a:cubicBezTo>
                    <a:pt x="364" y="130"/>
                    <a:pt x="365" y="135"/>
                    <a:pt x="365" y="138"/>
                  </a:cubicBezTo>
                  <a:cubicBezTo>
                    <a:pt x="365" y="139"/>
                    <a:pt x="364" y="142"/>
                    <a:pt x="364" y="143"/>
                  </a:cubicBezTo>
                  <a:cubicBezTo>
                    <a:pt x="363" y="145"/>
                    <a:pt x="360" y="148"/>
                    <a:pt x="359" y="149"/>
                  </a:cubicBezTo>
                  <a:cubicBezTo>
                    <a:pt x="357" y="152"/>
                    <a:pt x="353" y="156"/>
                    <a:pt x="352" y="159"/>
                  </a:cubicBezTo>
                  <a:cubicBezTo>
                    <a:pt x="350" y="161"/>
                    <a:pt x="347" y="165"/>
                    <a:pt x="348" y="168"/>
                  </a:cubicBezTo>
                  <a:cubicBezTo>
                    <a:pt x="348" y="169"/>
                    <a:pt x="350" y="171"/>
                    <a:pt x="350" y="172"/>
                  </a:cubicBezTo>
                  <a:cubicBezTo>
                    <a:pt x="353" y="173"/>
                    <a:pt x="358" y="174"/>
                    <a:pt x="361" y="174"/>
                  </a:cubicBezTo>
                  <a:cubicBezTo>
                    <a:pt x="363" y="174"/>
                    <a:pt x="368" y="172"/>
                    <a:pt x="371" y="171"/>
                  </a:cubicBezTo>
                  <a:cubicBezTo>
                    <a:pt x="373" y="169"/>
                    <a:pt x="375" y="165"/>
                    <a:pt x="376" y="163"/>
                  </a:cubicBezTo>
                  <a:cubicBezTo>
                    <a:pt x="377" y="161"/>
                    <a:pt x="377" y="157"/>
                    <a:pt x="378" y="155"/>
                  </a:cubicBezTo>
                  <a:cubicBezTo>
                    <a:pt x="378" y="153"/>
                    <a:pt x="380" y="150"/>
                    <a:pt x="381" y="148"/>
                  </a:cubicBezTo>
                  <a:cubicBezTo>
                    <a:pt x="382" y="148"/>
                    <a:pt x="383" y="146"/>
                    <a:pt x="384" y="145"/>
                  </a:cubicBezTo>
                  <a:cubicBezTo>
                    <a:pt x="385" y="145"/>
                    <a:pt x="388" y="145"/>
                    <a:pt x="389" y="146"/>
                  </a:cubicBezTo>
                  <a:cubicBezTo>
                    <a:pt x="391" y="147"/>
                    <a:pt x="392" y="150"/>
                    <a:pt x="393" y="151"/>
                  </a:cubicBezTo>
                  <a:cubicBezTo>
                    <a:pt x="394" y="154"/>
                    <a:pt x="394" y="159"/>
                    <a:pt x="394" y="162"/>
                  </a:cubicBezTo>
                  <a:cubicBezTo>
                    <a:pt x="395" y="166"/>
                    <a:pt x="393" y="174"/>
                    <a:pt x="393" y="178"/>
                  </a:cubicBezTo>
                  <a:cubicBezTo>
                    <a:pt x="393" y="184"/>
                    <a:pt x="393" y="195"/>
                    <a:pt x="394" y="200"/>
                  </a:cubicBezTo>
                  <a:cubicBezTo>
                    <a:pt x="394" y="203"/>
                    <a:pt x="396" y="208"/>
                    <a:pt x="397" y="211"/>
                  </a:cubicBezTo>
                  <a:cubicBezTo>
                    <a:pt x="397" y="213"/>
                    <a:pt x="396" y="219"/>
                    <a:pt x="397" y="221"/>
                  </a:cubicBezTo>
                  <a:cubicBezTo>
                    <a:pt x="398" y="223"/>
                    <a:pt x="401" y="227"/>
                    <a:pt x="403" y="229"/>
                  </a:cubicBezTo>
                  <a:cubicBezTo>
                    <a:pt x="405" y="231"/>
                    <a:pt x="410" y="234"/>
                    <a:pt x="412" y="236"/>
                  </a:cubicBezTo>
                  <a:cubicBezTo>
                    <a:pt x="414" y="238"/>
                    <a:pt x="418" y="243"/>
                    <a:pt x="419" y="246"/>
                  </a:cubicBezTo>
                  <a:cubicBezTo>
                    <a:pt x="421" y="249"/>
                    <a:pt x="422" y="255"/>
                    <a:pt x="422" y="25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10"/>
            <p:cNvSpPr>
              <a:spLocks/>
            </p:cNvSpPr>
            <p:nvPr/>
          </p:nvSpPr>
          <p:spPr bwMode="auto">
            <a:xfrm>
              <a:off x="5302250" y="1266826"/>
              <a:ext cx="42862" cy="22225"/>
            </a:xfrm>
            <a:custGeom>
              <a:avLst/>
              <a:gdLst/>
              <a:ahLst/>
              <a:cxnLst>
                <a:cxn ang="0">
                  <a:pos x="27" y="7"/>
                </a:cxn>
                <a:cxn ang="0">
                  <a:pos x="30" y="12"/>
                </a:cxn>
                <a:cxn ang="0">
                  <a:pos x="28" y="15"/>
                </a:cxn>
                <a:cxn ang="0">
                  <a:pos x="24" y="15"/>
                </a:cxn>
                <a:cxn ang="0">
                  <a:pos x="19" y="15"/>
                </a:cxn>
                <a:cxn ang="0">
                  <a:pos x="15" y="12"/>
                </a:cxn>
                <a:cxn ang="0">
                  <a:pos x="8" y="13"/>
                </a:cxn>
                <a:cxn ang="0">
                  <a:pos x="1" y="13"/>
                </a:cxn>
                <a:cxn ang="0">
                  <a:pos x="1" y="7"/>
                </a:cxn>
                <a:cxn ang="0">
                  <a:pos x="6" y="1"/>
                </a:cxn>
                <a:cxn ang="0">
                  <a:pos x="15" y="1"/>
                </a:cxn>
                <a:cxn ang="0">
                  <a:pos x="20" y="5"/>
                </a:cxn>
                <a:cxn ang="0">
                  <a:pos x="27" y="7"/>
                </a:cxn>
              </a:cxnLst>
              <a:rect l="0" t="0" r="r" b="b"/>
              <a:pathLst>
                <a:path w="30" h="15">
                  <a:moveTo>
                    <a:pt x="27" y="7"/>
                  </a:moveTo>
                  <a:cubicBezTo>
                    <a:pt x="28" y="8"/>
                    <a:pt x="30" y="11"/>
                    <a:pt x="30" y="12"/>
                  </a:cubicBezTo>
                  <a:cubicBezTo>
                    <a:pt x="30" y="13"/>
                    <a:pt x="29" y="14"/>
                    <a:pt x="28" y="15"/>
                  </a:cubicBezTo>
                  <a:cubicBezTo>
                    <a:pt x="27" y="15"/>
                    <a:pt x="25" y="15"/>
                    <a:pt x="24" y="15"/>
                  </a:cubicBezTo>
                  <a:cubicBezTo>
                    <a:pt x="23" y="15"/>
                    <a:pt x="20" y="15"/>
                    <a:pt x="19" y="15"/>
                  </a:cubicBezTo>
                  <a:cubicBezTo>
                    <a:pt x="18" y="14"/>
                    <a:pt x="16" y="12"/>
                    <a:pt x="15" y="12"/>
                  </a:cubicBezTo>
                  <a:cubicBezTo>
                    <a:pt x="13" y="11"/>
                    <a:pt x="10" y="13"/>
                    <a:pt x="8" y="13"/>
                  </a:cubicBezTo>
                  <a:cubicBezTo>
                    <a:pt x="7" y="14"/>
                    <a:pt x="3" y="14"/>
                    <a:pt x="1" y="13"/>
                  </a:cubicBezTo>
                  <a:cubicBezTo>
                    <a:pt x="0" y="12"/>
                    <a:pt x="1" y="8"/>
                    <a:pt x="1" y="7"/>
                  </a:cubicBezTo>
                  <a:cubicBezTo>
                    <a:pt x="2" y="5"/>
                    <a:pt x="4" y="2"/>
                    <a:pt x="6" y="1"/>
                  </a:cubicBezTo>
                  <a:cubicBezTo>
                    <a:pt x="8" y="0"/>
                    <a:pt x="13" y="0"/>
                    <a:pt x="15" y="1"/>
                  </a:cubicBezTo>
                  <a:cubicBezTo>
                    <a:pt x="17" y="2"/>
                    <a:pt x="19" y="5"/>
                    <a:pt x="20" y="5"/>
                  </a:cubicBezTo>
                  <a:cubicBezTo>
                    <a:pt x="22" y="6"/>
                    <a:pt x="26" y="6"/>
                    <a:pt x="27"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11"/>
            <p:cNvSpPr>
              <a:spLocks/>
            </p:cNvSpPr>
            <p:nvPr/>
          </p:nvSpPr>
          <p:spPr bwMode="auto">
            <a:xfrm>
              <a:off x="5395913" y="1266826"/>
              <a:ext cx="33337" cy="22225"/>
            </a:xfrm>
            <a:custGeom>
              <a:avLst/>
              <a:gdLst/>
              <a:ahLst/>
              <a:cxnLst>
                <a:cxn ang="0">
                  <a:pos x="22" y="2"/>
                </a:cxn>
                <a:cxn ang="0">
                  <a:pos x="20" y="8"/>
                </a:cxn>
                <a:cxn ang="0">
                  <a:pos x="13" y="10"/>
                </a:cxn>
                <a:cxn ang="0">
                  <a:pos x="7" y="15"/>
                </a:cxn>
                <a:cxn ang="0">
                  <a:pos x="4" y="15"/>
                </a:cxn>
                <a:cxn ang="0">
                  <a:pos x="0" y="12"/>
                </a:cxn>
                <a:cxn ang="0">
                  <a:pos x="5" y="5"/>
                </a:cxn>
                <a:cxn ang="0">
                  <a:pos x="11" y="2"/>
                </a:cxn>
                <a:cxn ang="0">
                  <a:pos x="22" y="2"/>
                </a:cxn>
              </a:cxnLst>
              <a:rect l="0" t="0" r="r" b="b"/>
              <a:pathLst>
                <a:path w="23" h="15">
                  <a:moveTo>
                    <a:pt x="22" y="2"/>
                  </a:moveTo>
                  <a:cubicBezTo>
                    <a:pt x="23" y="4"/>
                    <a:pt x="21" y="7"/>
                    <a:pt x="20" y="8"/>
                  </a:cubicBezTo>
                  <a:cubicBezTo>
                    <a:pt x="19" y="10"/>
                    <a:pt x="15" y="9"/>
                    <a:pt x="13" y="10"/>
                  </a:cubicBezTo>
                  <a:cubicBezTo>
                    <a:pt x="11" y="11"/>
                    <a:pt x="9" y="14"/>
                    <a:pt x="7" y="15"/>
                  </a:cubicBezTo>
                  <a:cubicBezTo>
                    <a:pt x="6" y="15"/>
                    <a:pt x="4" y="15"/>
                    <a:pt x="4" y="15"/>
                  </a:cubicBezTo>
                  <a:cubicBezTo>
                    <a:pt x="3" y="15"/>
                    <a:pt x="1" y="13"/>
                    <a:pt x="0" y="12"/>
                  </a:cubicBezTo>
                  <a:cubicBezTo>
                    <a:pt x="0" y="10"/>
                    <a:pt x="3" y="6"/>
                    <a:pt x="5" y="5"/>
                  </a:cubicBezTo>
                  <a:cubicBezTo>
                    <a:pt x="6" y="4"/>
                    <a:pt x="9" y="2"/>
                    <a:pt x="11" y="2"/>
                  </a:cubicBezTo>
                  <a:cubicBezTo>
                    <a:pt x="13" y="1"/>
                    <a:pt x="20" y="0"/>
                    <a:pt x="22"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12"/>
            <p:cNvSpPr>
              <a:spLocks/>
            </p:cNvSpPr>
            <p:nvPr/>
          </p:nvSpPr>
          <p:spPr bwMode="auto">
            <a:xfrm>
              <a:off x="5116513" y="1365251"/>
              <a:ext cx="755650" cy="752475"/>
            </a:xfrm>
            <a:custGeom>
              <a:avLst/>
              <a:gdLst/>
              <a:ahLst/>
              <a:cxnLst>
                <a:cxn ang="0">
                  <a:pos x="513" y="375"/>
                </a:cxn>
                <a:cxn ang="0">
                  <a:pos x="505" y="415"/>
                </a:cxn>
                <a:cxn ang="0">
                  <a:pos x="479" y="459"/>
                </a:cxn>
                <a:cxn ang="0">
                  <a:pos x="465" y="476"/>
                </a:cxn>
                <a:cxn ang="0">
                  <a:pos x="463" y="510"/>
                </a:cxn>
                <a:cxn ang="0">
                  <a:pos x="446" y="495"/>
                </a:cxn>
                <a:cxn ang="0">
                  <a:pos x="424" y="483"/>
                </a:cxn>
                <a:cxn ang="0">
                  <a:pos x="432" y="458"/>
                </a:cxn>
                <a:cxn ang="0">
                  <a:pos x="432" y="448"/>
                </a:cxn>
                <a:cxn ang="0">
                  <a:pos x="410" y="425"/>
                </a:cxn>
                <a:cxn ang="0">
                  <a:pos x="388" y="392"/>
                </a:cxn>
                <a:cxn ang="0">
                  <a:pos x="349" y="354"/>
                </a:cxn>
                <a:cxn ang="0">
                  <a:pos x="317" y="323"/>
                </a:cxn>
                <a:cxn ang="0">
                  <a:pos x="284" y="293"/>
                </a:cxn>
                <a:cxn ang="0">
                  <a:pos x="264" y="287"/>
                </a:cxn>
                <a:cxn ang="0">
                  <a:pos x="247" y="288"/>
                </a:cxn>
                <a:cxn ang="0">
                  <a:pos x="220" y="277"/>
                </a:cxn>
                <a:cxn ang="0">
                  <a:pos x="184" y="235"/>
                </a:cxn>
                <a:cxn ang="0">
                  <a:pos x="162" y="224"/>
                </a:cxn>
                <a:cxn ang="0">
                  <a:pos x="139" y="220"/>
                </a:cxn>
                <a:cxn ang="0">
                  <a:pos x="107" y="250"/>
                </a:cxn>
                <a:cxn ang="0">
                  <a:pos x="88" y="302"/>
                </a:cxn>
                <a:cxn ang="0">
                  <a:pos x="71" y="309"/>
                </a:cxn>
                <a:cxn ang="0">
                  <a:pos x="57" y="300"/>
                </a:cxn>
                <a:cxn ang="0">
                  <a:pos x="32" y="289"/>
                </a:cxn>
                <a:cxn ang="0">
                  <a:pos x="5" y="282"/>
                </a:cxn>
                <a:cxn ang="0">
                  <a:pos x="7" y="245"/>
                </a:cxn>
                <a:cxn ang="0">
                  <a:pos x="25" y="219"/>
                </a:cxn>
                <a:cxn ang="0">
                  <a:pos x="23" y="193"/>
                </a:cxn>
                <a:cxn ang="0">
                  <a:pos x="38" y="171"/>
                </a:cxn>
                <a:cxn ang="0">
                  <a:pos x="52" y="147"/>
                </a:cxn>
                <a:cxn ang="0">
                  <a:pos x="56" y="121"/>
                </a:cxn>
                <a:cxn ang="0">
                  <a:pos x="60" y="111"/>
                </a:cxn>
                <a:cxn ang="0">
                  <a:pos x="76" y="129"/>
                </a:cxn>
                <a:cxn ang="0">
                  <a:pos x="87" y="122"/>
                </a:cxn>
                <a:cxn ang="0">
                  <a:pos x="73" y="114"/>
                </a:cxn>
                <a:cxn ang="0">
                  <a:pos x="45" y="98"/>
                </a:cxn>
                <a:cxn ang="0">
                  <a:pos x="36" y="95"/>
                </a:cxn>
                <a:cxn ang="0">
                  <a:pos x="29" y="80"/>
                </a:cxn>
                <a:cxn ang="0">
                  <a:pos x="15" y="73"/>
                </a:cxn>
                <a:cxn ang="0">
                  <a:pos x="8" y="63"/>
                </a:cxn>
                <a:cxn ang="0">
                  <a:pos x="19" y="62"/>
                </a:cxn>
                <a:cxn ang="0">
                  <a:pos x="36" y="66"/>
                </a:cxn>
                <a:cxn ang="0">
                  <a:pos x="21" y="56"/>
                </a:cxn>
                <a:cxn ang="0">
                  <a:pos x="41" y="48"/>
                </a:cxn>
                <a:cxn ang="0">
                  <a:pos x="93" y="50"/>
                </a:cxn>
                <a:cxn ang="0">
                  <a:pos x="150" y="37"/>
                </a:cxn>
                <a:cxn ang="0">
                  <a:pos x="214" y="23"/>
                </a:cxn>
                <a:cxn ang="0">
                  <a:pos x="264" y="0"/>
                </a:cxn>
                <a:cxn ang="0">
                  <a:pos x="308" y="4"/>
                </a:cxn>
                <a:cxn ang="0">
                  <a:pos x="333" y="18"/>
                </a:cxn>
                <a:cxn ang="0">
                  <a:pos x="343" y="54"/>
                </a:cxn>
                <a:cxn ang="0">
                  <a:pos x="369" y="105"/>
                </a:cxn>
                <a:cxn ang="0">
                  <a:pos x="408" y="126"/>
                </a:cxn>
                <a:cxn ang="0">
                  <a:pos x="445" y="133"/>
                </a:cxn>
                <a:cxn ang="0">
                  <a:pos x="453" y="166"/>
                </a:cxn>
                <a:cxn ang="0">
                  <a:pos x="494" y="184"/>
                </a:cxn>
                <a:cxn ang="0">
                  <a:pos x="509" y="200"/>
                </a:cxn>
                <a:cxn ang="0">
                  <a:pos x="505" y="241"/>
                </a:cxn>
                <a:cxn ang="0">
                  <a:pos x="502" y="275"/>
                </a:cxn>
                <a:cxn ang="0">
                  <a:pos x="518" y="348"/>
                </a:cxn>
              </a:cxnLst>
              <a:rect l="0" t="0" r="r" b="b"/>
              <a:pathLst>
                <a:path w="518" h="516">
                  <a:moveTo>
                    <a:pt x="518" y="348"/>
                  </a:moveTo>
                  <a:cubicBezTo>
                    <a:pt x="518" y="353"/>
                    <a:pt x="517" y="363"/>
                    <a:pt x="516" y="368"/>
                  </a:cubicBezTo>
                  <a:cubicBezTo>
                    <a:pt x="515" y="370"/>
                    <a:pt x="514" y="374"/>
                    <a:pt x="513" y="375"/>
                  </a:cubicBezTo>
                  <a:cubicBezTo>
                    <a:pt x="512" y="377"/>
                    <a:pt x="508" y="379"/>
                    <a:pt x="507" y="381"/>
                  </a:cubicBezTo>
                  <a:cubicBezTo>
                    <a:pt x="505" y="384"/>
                    <a:pt x="503" y="392"/>
                    <a:pt x="503" y="396"/>
                  </a:cubicBezTo>
                  <a:cubicBezTo>
                    <a:pt x="503" y="401"/>
                    <a:pt x="506" y="410"/>
                    <a:pt x="505" y="415"/>
                  </a:cubicBezTo>
                  <a:cubicBezTo>
                    <a:pt x="505" y="419"/>
                    <a:pt x="501" y="427"/>
                    <a:pt x="499" y="431"/>
                  </a:cubicBezTo>
                  <a:cubicBezTo>
                    <a:pt x="498" y="434"/>
                    <a:pt x="495" y="441"/>
                    <a:pt x="493" y="444"/>
                  </a:cubicBezTo>
                  <a:cubicBezTo>
                    <a:pt x="490" y="448"/>
                    <a:pt x="483" y="456"/>
                    <a:pt x="479" y="459"/>
                  </a:cubicBezTo>
                  <a:cubicBezTo>
                    <a:pt x="478" y="461"/>
                    <a:pt x="474" y="465"/>
                    <a:pt x="472" y="467"/>
                  </a:cubicBezTo>
                  <a:cubicBezTo>
                    <a:pt x="471" y="467"/>
                    <a:pt x="468" y="467"/>
                    <a:pt x="467" y="468"/>
                  </a:cubicBezTo>
                  <a:cubicBezTo>
                    <a:pt x="466" y="470"/>
                    <a:pt x="465" y="474"/>
                    <a:pt x="465" y="476"/>
                  </a:cubicBezTo>
                  <a:cubicBezTo>
                    <a:pt x="464" y="478"/>
                    <a:pt x="465" y="482"/>
                    <a:pt x="465" y="484"/>
                  </a:cubicBezTo>
                  <a:cubicBezTo>
                    <a:pt x="465" y="487"/>
                    <a:pt x="462" y="493"/>
                    <a:pt x="462" y="496"/>
                  </a:cubicBezTo>
                  <a:cubicBezTo>
                    <a:pt x="461" y="499"/>
                    <a:pt x="464" y="506"/>
                    <a:pt x="463" y="510"/>
                  </a:cubicBezTo>
                  <a:cubicBezTo>
                    <a:pt x="463" y="511"/>
                    <a:pt x="461" y="514"/>
                    <a:pt x="460" y="516"/>
                  </a:cubicBezTo>
                  <a:cubicBezTo>
                    <a:pt x="458" y="512"/>
                    <a:pt x="454" y="508"/>
                    <a:pt x="452" y="506"/>
                  </a:cubicBezTo>
                  <a:cubicBezTo>
                    <a:pt x="450" y="503"/>
                    <a:pt x="448" y="497"/>
                    <a:pt x="446" y="495"/>
                  </a:cubicBezTo>
                  <a:cubicBezTo>
                    <a:pt x="444" y="493"/>
                    <a:pt x="440" y="489"/>
                    <a:pt x="438" y="488"/>
                  </a:cubicBezTo>
                  <a:cubicBezTo>
                    <a:pt x="436" y="487"/>
                    <a:pt x="433" y="487"/>
                    <a:pt x="432" y="487"/>
                  </a:cubicBezTo>
                  <a:cubicBezTo>
                    <a:pt x="430" y="486"/>
                    <a:pt x="425" y="485"/>
                    <a:pt x="424" y="483"/>
                  </a:cubicBezTo>
                  <a:cubicBezTo>
                    <a:pt x="423" y="481"/>
                    <a:pt x="424" y="478"/>
                    <a:pt x="424" y="476"/>
                  </a:cubicBezTo>
                  <a:cubicBezTo>
                    <a:pt x="425" y="473"/>
                    <a:pt x="426" y="466"/>
                    <a:pt x="427" y="464"/>
                  </a:cubicBezTo>
                  <a:cubicBezTo>
                    <a:pt x="428" y="462"/>
                    <a:pt x="431" y="459"/>
                    <a:pt x="432" y="458"/>
                  </a:cubicBezTo>
                  <a:cubicBezTo>
                    <a:pt x="434" y="456"/>
                    <a:pt x="437" y="454"/>
                    <a:pt x="437" y="452"/>
                  </a:cubicBezTo>
                  <a:cubicBezTo>
                    <a:pt x="438" y="451"/>
                    <a:pt x="438" y="448"/>
                    <a:pt x="437" y="448"/>
                  </a:cubicBezTo>
                  <a:cubicBezTo>
                    <a:pt x="436" y="447"/>
                    <a:pt x="433" y="448"/>
                    <a:pt x="432" y="448"/>
                  </a:cubicBezTo>
                  <a:cubicBezTo>
                    <a:pt x="430" y="447"/>
                    <a:pt x="427" y="444"/>
                    <a:pt x="425" y="443"/>
                  </a:cubicBezTo>
                  <a:cubicBezTo>
                    <a:pt x="424" y="442"/>
                    <a:pt x="421" y="440"/>
                    <a:pt x="419" y="438"/>
                  </a:cubicBezTo>
                  <a:cubicBezTo>
                    <a:pt x="417" y="435"/>
                    <a:pt x="412" y="429"/>
                    <a:pt x="410" y="425"/>
                  </a:cubicBezTo>
                  <a:cubicBezTo>
                    <a:pt x="408" y="423"/>
                    <a:pt x="407" y="418"/>
                    <a:pt x="406" y="416"/>
                  </a:cubicBezTo>
                  <a:cubicBezTo>
                    <a:pt x="404" y="413"/>
                    <a:pt x="400" y="410"/>
                    <a:pt x="398" y="408"/>
                  </a:cubicBezTo>
                  <a:cubicBezTo>
                    <a:pt x="395" y="404"/>
                    <a:pt x="391" y="396"/>
                    <a:pt x="388" y="392"/>
                  </a:cubicBezTo>
                  <a:cubicBezTo>
                    <a:pt x="385" y="389"/>
                    <a:pt x="380" y="384"/>
                    <a:pt x="377" y="382"/>
                  </a:cubicBezTo>
                  <a:cubicBezTo>
                    <a:pt x="373" y="378"/>
                    <a:pt x="365" y="374"/>
                    <a:pt x="362" y="370"/>
                  </a:cubicBezTo>
                  <a:cubicBezTo>
                    <a:pt x="358" y="367"/>
                    <a:pt x="353" y="357"/>
                    <a:pt x="349" y="354"/>
                  </a:cubicBezTo>
                  <a:cubicBezTo>
                    <a:pt x="347" y="352"/>
                    <a:pt x="342" y="350"/>
                    <a:pt x="340" y="348"/>
                  </a:cubicBezTo>
                  <a:cubicBezTo>
                    <a:pt x="336" y="345"/>
                    <a:pt x="331" y="339"/>
                    <a:pt x="328" y="336"/>
                  </a:cubicBezTo>
                  <a:cubicBezTo>
                    <a:pt x="325" y="332"/>
                    <a:pt x="319" y="326"/>
                    <a:pt x="317" y="323"/>
                  </a:cubicBezTo>
                  <a:cubicBezTo>
                    <a:pt x="314" y="320"/>
                    <a:pt x="311" y="313"/>
                    <a:pt x="308" y="310"/>
                  </a:cubicBezTo>
                  <a:cubicBezTo>
                    <a:pt x="305" y="307"/>
                    <a:pt x="298" y="302"/>
                    <a:pt x="295" y="299"/>
                  </a:cubicBezTo>
                  <a:cubicBezTo>
                    <a:pt x="292" y="297"/>
                    <a:pt x="287" y="294"/>
                    <a:pt x="284" y="293"/>
                  </a:cubicBezTo>
                  <a:cubicBezTo>
                    <a:pt x="281" y="291"/>
                    <a:pt x="275" y="288"/>
                    <a:pt x="272" y="287"/>
                  </a:cubicBezTo>
                  <a:cubicBezTo>
                    <a:pt x="271" y="286"/>
                    <a:pt x="268" y="284"/>
                    <a:pt x="266" y="284"/>
                  </a:cubicBezTo>
                  <a:cubicBezTo>
                    <a:pt x="266" y="284"/>
                    <a:pt x="265" y="286"/>
                    <a:pt x="264" y="287"/>
                  </a:cubicBezTo>
                  <a:cubicBezTo>
                    <a:pt x="262" y="288"/>
                    <a:pt x="258" y="292"/>
                    <a:pt x="255" y="291"/>
                  </a:cubicBezTo>
                  <a:cubicBezTo>
                    <a:pt x="254" y="291"/>
                    <a:pt x="252" y="287"/>
                    <a:pt x="250" y="287"/>
                  </a:cubicBezTo>
                  <a:cubicBezTo>
                    <a:pt x="249" y="287"/>
                    <a:pt x="247" y="287"/>
                    <a:pt x="247" y="288"/>
                  </a:cubicBezTo>
                  <a:cubicBezTo>
                    <a:pt x="245" y="288"/>
                    <a:pt x="242" y="288"/>
                    <a:pt x="240" y="288"/>
                  </a:cubicBezTo>
                  <a:cubicBezTo>
                    <a:pt x="237" y="288"/>
                    <a:pt x="229" y="287"/>
                    <a:pt x="227" y="285"/>
                  </a:cubicBezTo>
                  <a:cubicBezTo>
                    <a:pt x="224" y="284"/>
                    <a:pt x="222" y="279"/>
                    <a:pt x="220" y="277"/>
                  </a:cubicBezTo>
                  <a:cubicBezTo>
                    <a:pt x="217" y="272"/>
                    <a:pt x="211" y="262"/>
                    <a:pt x="207" y="258"/>
                  </a:cubicBezTo>
                  <a:cubicBezTo>
                    <a:pt x="203" y="254"/>
                    <a:pt x="193" y="248"/>
                    <a:pt x="189" y="244"/>
                  </a:cubicBezTo>
                  <a:cubicBezTo>
                    <a:pt x="188" y="242"/>
                    <a:pt x="185" y="237"/>
                    <a:pt x="184" y="235"/>
                  </a:cubicBezTo>
                  <a:cubicBezTo>
                    <a:pt x="183" y="234"/>
                    <a:pt x="181" y="230"/>
                    <a:pt x="179" y="229"/>
                  </a:cubicBezTo>
                  <a:cubicBezTo>
                    <a:pt x="177" y="227"/>
                    <a:pt x="172" y="224"/>
                    <a:pt x="169" y="224"/>
                  </a:cubicBezTo>
                  <a:cubicBezTo>
                    <a:pt x="167" y="223"/>
                    <a:pt x="164" y="224"/>
                    <a:pt x="162" y="224"/>
                  </a:cubicBezTo>
                  <a:cubicBezTo>
                    <a:pt x="159" y="223"/>
                    <a:pt x="155" y="221"/>
                    <a:pt x="152" y="220"/>
                  </a:cubicBezTo>
                  <a:cubicBezTo>
                    <a:pt x="151" y="219"/>
                    <a:pt x="149" y="216"/>
                    <a:pt x="147" y="216"/>
                  </a:cubicBezTo>
                  <a:cubicBezTo>
                    <a:pt x="145" y="216"/>
                    <a:pt x="141" y="219"/>
                    <a:pt x="139" y="220"/>
                  </a:cubicBezTo>
                  <a:cubicBezTo>
                    <a:pt x="136" y="222"/>
                    <a:pt x="131" y="227"/>
                    <a:pt x="128" y="230"/>
                  </a:cubicBezTo>
                  <a:cubicBezTo>
                    <a:pt x="125" y="232"/>
                    <a:pt x="117" y="236"/>
                    <a:pt x="114" y="240"/>
                  </a:cubicBezTo>
                  <a:cubicBezTo>
                    <a:pt x="112" y="242"/>
                    <a:pt x="109" y="247"/>
                    <a:pt x="107" y="250"/>
                  </a:cubicBezTo>
                  <a:cubicBezTo>
                    <a:pt x="104" y="255"/>
                    <a:pt x="99" y="267"/>
                    <a:pt x="97" y="272"/>
                  </a:cubicBezTo>
                  <a:cubicBezTo>
                    <a:pt x="96" y="277"/>
                    <a:pt x="94" y="285"/>
                    <a:pt x="93" y="289"/>
                  </a:cubicBezTo>
                  <a:cubicBezTo>
                    <a:pt x="92" y="293"/>
                    <a:pt x="90" y="299"/>
                    <a:pt x="88" y="302"/>
                  </a:cubicBezTo>
                  <a:cubicBezTo>
                    <a:pt x="87" y="304"/>
                    <a:pt x="85" y="311"/>
                    <a:pt x="82" y="311"/>
                  </a:cubicBezTo>
                  <a:cubicBezTo>
                    <a:pt x="81" y="312"/>
                    <a:pt x="78" y="310"/>
                    <a:pt x="76" y="309"/>
                  </a:cubicBezTo>
                  <a:cubicBezTo>
                    <a:pt x="75" y="309"/>
                    <a:pt x="73" y="309"/>
                    <a:pt x="71" y="309"/>
                  </a:cubicBezTo>
                  <a:cubicBezTo>
                    <a:pt x="71" y="308"/>
                    <a:pt x="71" y="308"/>
                    <a:pt x="70" y="308"/>
                  </a:cubicBezTo>
                  <a:cubicBezTo>
                    <a:pt x="70" y="307"/>
                    <a:pt x="68" y="307"/>
                    <a:pt x="67" y="306"/>
                  </a:cubicBezTo>
                  <a:cubicBezTo>
                    <a:pt x="64" y="305"/>
                    <a:pt x="60" y="302"/>
                    <a:pt x="57" y="300"/>
                  </a:cubicBezTo>
                  <a:cubicBezTo>
                    <a:pt x="55" y="298"/>
                    <a:pt x="52" y="294"/>
                    <a:pt x="50" y="292"/>
                  </a:cubicBezTo>
                  <a:cubicBezTo>
                    <a:pt x="48" y="291"/>
                    <a:pt x="45" y="290"/>
                    <a:pt x="43" y="289"/>
                  </a:cubicBezTo>
                  <a:cubicBezTo>
                    <a:pt x="40" y="289"/>
                    <a:pt x="35" y="289"/>
                    <a:pt x="32" y="289"/>
                  </a:cubicBezTo>
                  <a:cubicBezTo>
                    <a:pt x="30" y="289"/>
                    <a:pt x="27" y="290"/>
                    <a:pt x="25" y="290"/>
                  </a:cubicBezTo>
                  <a:cubicBezTo>
                    <a:pt x="22" y="291"/>
                    <a:pt x="16" y="292"/>
                    <a:pt x="13" y="290"/>
                  </a:cubicBezTo>
                  <a:cubicBezTo>
                    <a:pt x="10" y="289"/>
                    <a:pt x="7" y="284"/>
                    <a:pt x="5" y="282"/>
                  </a:cubicBezTo>
                  <a:cubicBezTo>
                    <a:pt x="4" y="279"/>
                    <a:pt x="1" y="274"/>
                    <a:pt x="1" y="271"/>
                  </a:cubicBezTo>
                  <a:cubicBezTo>
                    <a:pt x="0" y="268"/>
                    <a:pt x="0" y="261"/>
                    <a:pt x="1" y="257"/>
                  </a:cubicBezTo>
                  <a:cubicBezTo>
                    <a:pt x="2" y="254"/>
                    <a:pt x="5" y="248"/>
                    <a:pt x="7" y="245"/>
                  </a:cubicBezTo>
                  <a:cubicBezTo>
                    <a:pt x="9" y="242"/>
                    <a:pt x="14" y="237"/>
                    <a:pt x="16" y="235"/>
                  </a:cubicBezTo>
                  <a:cubicBezTo>
                    <a:pt x="17" y="233"/>
                    <a:pt x="19" y="228"/>
                    <a:pt x="20" y="226"/>
                  </a:cubicBezTo>
                  <a:cubicBezTo>
                    <a:pt x="22" y="224"/>
                    <a:pt x="24" y="221"/>
                    <a:pt x="25" y="219"/>
                  </a:cubicBezTo>
                  <a:cubicBezTo>
                    <a:pt x="26" y="217"/>
                    <a:pt x="28" y="213"/>
                    <a:pt x="28" y="211"/>
                  </a:cubicBezTo>
                  <a:cubicBezTo>
                    <a:pt x="29" y="208"/>
                    <a:pt x="30" y="203"/>
                    <a:pt x="29" y="201"/>
                  </a:cubicBezTo>
                  <a:cubicBezTo>
                    <a:pt x="29" y="198"/>
                    <a:pt x="23" y="195"/>
                    <a:pt x="23" y="193"/>
                  </a:cubicBezTo>
                  <a:cubicBezTo>
                    <a:pt x="23" y="191"/>
                    <a:pt x="25" y="187"/>
                    <a:pt x="26" y="186"/>
                  </a:cubicBezTo>
                  <a:cubicBezTo>
                    <a:pt x="27" y="185"/>
                    <a:pt x="31" y="183"/>
                    <a:pt x="33" y="182"/>
                  </a:cubicBezTo>
                  <a:cubicBezTo>
                    <a:pt x="35" y="179"/>
                    <a:pt x="37" y="174"/>
                    <a:pt x="38" y="171"/>
                  </a:cubicBezTo>
                  <a:cubicBezTo>
                    <a:pt x="39" y="168"/>
                    <a:pt x="41" y="162"/>
                    <a:pt x="42" y="160"/>
                  </a:cubicBezTo>
                  <a:cubicBezTo>
                    <a:pt x="43" y="157"/>
                    <a:pt x="45" y="152"/>
                    <a:pt x="46" y="150"/>
                  </a:cubicBezTo>
                  <a:cubicBezTo>
                    <a:pt x="48" y="149"/>
                    <a:pt x="51" y="148"/>
                    <a:pt x="52" y="147"/>
                  </a:cubicBezTo>
                  <a:cubicBezTo>
                    <a:pt x="53" y="146"/>
                    <a:pt x="56" y="143"/>
                    <a:pt x="56" y="142"/>
                  </a:cubicBezTo>
                  <a:cubicBezTo>
                    <a:pt x="57" y="140"/>
                    <a:pt x="58" y="136"/>
                    <a:pt x="59" y="134"/>
                  </a:cubicBezTo>
                  <a:cubicBezTo>
                    <a:pt x="59" y="131"/>
                    <a:pt x="56" y="124"/>
                    <a:pt x="56" y="121"/>
                  </a:cubicBezTo>
                  <a:cubicBezTo>
                    <a:pt x="56" y="119"/>
                    <a:pt x="58" y="115"/>
                    <a:pt x="58" y="113"/>
                  </a:cubicBezTo>
                  <a:cubicBezTo>
                    <a:pt x="58" y="112"/>
                    <a:pt x="58" y="111"/>
                    <a:pt x="58" y="110"/>
                  </a:cubicBezTo>
                  <a:cubicBezTo>
                    <a:pt x="59" y="110"/>
                    <a:pt x="60" y="111"/>
                    <a:pt x="60" y="111"/>
                  </a:cubicBezTo>
                  <a:cubicBezTo>
                    <a:pt x="62" y="112"/>
                    <a:pt x="66" y="112"/>
                    <a:pt x="67" y="114"/>
                  </a:cubicBezTo>
                  <a:cubicBezTo>
                    <a:pt x="69" y="116"/>
                    <a:pt x="70" y="122"/>
                    <a:pt x="71" y="124"/>
                  </a:cubicBezTo>
                  <a:cubicBezTo>
                    <a:pt x="72" y="126"/>
                    <a:pt x="74" y="129"/>
                    <a:pt x="76" y="129"/>
                  </a:cubicBezTo>
                  <a:cubicBezTo>
                    <a:pt x="78" y="130"/>
                    <a:pt x="84" y="130"/>
                    <a:pt x="87" y="129"/>
                  </a:cubicBezTo>
                  <a:cubicBezTo>
                    <a:pt x="88" y="128"/>
                    <a:pt x="89" y="126"/>
                    <a:pt x="89" y="124"/>
                  </a:cubicBezTo>
                  <a:cubicBezTo>
                    <a:pt x="89" y="123"/>
                    <a:pt x="88" y="122"/>
                    <a:pt x="87" y="122"/>
                  </a:cubicBezTo>
                  <a:cubicBezTo>
                    <a:pt x="86" y="121"/>
                    <a:pt x="83" y="122"/>
                    <a:pt x="81" y="122"/>
                  </a:cubicBezTo>
                  <a:cubicBezTo>
                    <a:pt x="80" y="123"/>
                    <a:pt x="78" y="123"/>
                    <a:pt x="77" y="122"/>
                  </a:cubicBezTo>
                  <a:cubicBezTo>
                    <a:pt x="75" y="121"/>
                    <a:pt x="74" y="116"/>
                    <a:pt x="73" y="114"/>
                  </a:cubicBezTo>
                  <a:cubicBezTo>
                    <a:pt x="71" y="110"/>
                    <a:pt x="66" y="104"/>
                    <a:pt x="63" y="102"/>
                  </a:cubicBezTo>
                  <a:cubicBezTo>
                    <a:pt x="61" y="101"/>
                    <a:pt x="57" y="99"/>
                    <a:pt x="54" y="99"/>
                  </a:cubicBezTo>
                  <a:cubicBezTo>
                    <a:pt x="52" y="98"/>
                    <a:pt x="47" y="98"/>
                    <a:pt x="45" y="98"/>
                  </a:cubicBezTo>
                  <a:cubicBezTo>
                    <a:pt x="42" y="98"/>
                    <a:pt x="38" y="100"/>
                    <a:pt x="36" y="99"/>
                  </a:cubicBezTo>
                  <a:cubicBezTo>
                    <a:pt x="35" y="99"/>
                    <a:pt x="33" y="97"/>
                    <a:pt x="34" y="96"/>
                  </a:cubicBezTo>
                  <a:cubicBezTo>
                    <a:pt x="34" y="95"/>
                    <a:pt x="36" y="95"/>
                    <a:pt x="36" y="95"/>
                  </a:cubicBezTo>
                  <a:cubicBezTo>
                    <a:pt x="38" y="93"/>
                    <a:pt x="38" y="88"/>
                    <a:pt x="38" y="86"/>
                  </a:cubicBezTo>
                  <a:cubicBezTo>
                    <a:pt x="38" y="84"/>
                    <a:pt x="38" y="82"/>
                    <a:pt x="38" y="81"/>
                  </a:cubicBezTo>
                  <a:cubicBezTo>
                    <a:pt x="36" y="79"/>
                    <a:pt x="31" y="80"/>
                    <a:pt x="29" y="80"/>
                  </a:cubicBezTo>
                  <a:cubicBezTo>
                    <a:pt x="27" y="80"/>
                    <a:pt x="24" y="81"/>
                    <a:pt x="23" y="81"/>
                  </a:cubicBezTo>
                  <a:cubicBezTo>
                    <a:pt x="21" y="81"/>
                    <a:pt x="18" y="79"/>
                    <a:pt x="17" y="78"/>
                  </a:cubicBezTo>
                  <a:cubicBezTo>
                    <a:pt x="16" y="76"/>
                    <a:pt x="16" y="74"/>
                    <a:pt x="15" y="73"/>
                  </a:cubicBezTo>
                  <a:cubicBezTo>
                    <a:pt x="14" y="72"/>
                    <a:pt x="11" y="71"/>
                    <a:pt x="10" y="70"/>
                  </a:cubicBezTo>
                  <a:cubicBezTo>
                    <a:pt x="9" y="69"/>
                    <a:pt x="10" y="67"/>
                    <a:pt x="10" y="66"/>
                  </a:cubicBezTo>
                  <a:cubicBezTo>
                    <a:pt x="10" y="65"/>
                    <a:pt x="8" y="64"/>
                    <a:pt x="8" y="63"/>
                  </a:cubicBezTo>
                  <a:cubicBezTo>
                    <a:pt x="8" y="62"/>
                    <a:pt x="8" y="60"/>
                    <a:pt x="8" y="59"/>
                  </a:cubicBezTo>
                  <a:cubicBezTo>
                    <a:pt x="9" y="58"/>
                    <a:pt x="13" y="58"/>
                    <a:pt x="14" y="59"/>
                  </a:cubicBezTo>
                  <a:cubicBezTo>
                    <a:pt x="15" y="59"/>
                    <a:pt x="18" y="62"/>
                    <a:pt x="19" y="62"/>
                  </a:cubicBezTo>
                  <a:cubicBezTo>
                    <a:pt x="20" y="64"/>
                    <a:pt x="24" y="66"/>
                    <a:pt x="25" y="67"/>
                  </a:cubicBezTo>
                  <a:cubicBezTo>
                    <a:pt x="27" y="67"/>
                    <a:pt x="31" y="67"/>
                    <a:pt x="33" y="67"/>
                  </a:cubicBezTo>
                  <a:cubicBezTo>
                    <a:pt x="34" y="67"/>
                    <a:pt x="36" y="67"/>
                    <a:pt x="36" y="66"/>
                  </a:cubicBezTo>
                  <a:cubicBezTo>
                    <a:pt x="37" y="65"/>
                    <a:pt x="36" y="63"/>
                    <a:pt x="35" y="62"/>
                  </a:cubicBezTo>
                  <a:cubicBezTo>
                    <a:pt x="34" y="60"/>
                    <a:pt x="29" y="61"/>
                    <a:pt x="27" y="60"/>
                  </a:cubicBezTo>
                  <a:cubicBezTo>
                    <a:pt x="25" y="59"/>
                    <a:pt x="22" y="57"/>
                    <a:pt x="21" y="56"/>
                  </a:cubicBezTo>
                  <a:cubicBezTo>
                    <a:pt x="20" y="55"/>
                    <a:pt x="19" y="52"/>
                    <a:pt x="20" y="51"/>
                  </a:cubicBezTo>
                  <a:cubicBezTo>
                    <a:pt x="21" y="49"/>
                    <a:pt x="26" y="48"/>
                    <a:pt x="28" y="48"/>
                  </a:cubicBezTo>
                  <a:cubicBezTo>
                    <a:pt x="31" y="47"/>
                    <a:pt x="38" y="48"/>
                    <a:pt x="41" y="48"/>
                  </a:cubicBezTo>
                  <a:cubicBezTo>
                    <a:pt x="47" y="50"/>
                    <a:pt x="58" y="57"/>
                    <a:pt x="64" y="58"/>
                  </a:cubicBezTo>
                  <a:cubicBezTo>
                    <a:pt x="69" y="59"/>
                    <a:pt x="78" y="59"/>
                    <a:pt x="82" y="58"/>
                  </a:cubicBezTo>
                  <a:cubicBezTo>
                    <a:pt x="86" y="57"/>
                    <a:pt x="90" y="51"/>
                    <a:pt x="93" y="50"/>
                  </a:cubicBezTo>
                  <a:cubicBezTo>
                    <a:pt x="96" y="48"/>
                    <a:pt x="103" y="46"/>
                    <a:pt x="106" y="45"/>
                  </a:cubicBezTo>
                  <a:cubicBezTo>
                    <a:pt x="112" y="43"/>
                    <a:pt x="123" y="38"/>
                    <a:pt x="130" y="37"/>
                  </a:cubicBezTo>
                  <a:cubicBezTo>
                    <a:pt x="135" y="36"/>
                    <a:pt x="145" y="38"/>
                    <a:pt x="150" y="37"/>
                  </a:cubicBezTo>
                  <a:cubicBezTo>
                    <a:pt x="156" y="37"/>
                    <a:pt x="168" y="35"/>
                    <a:pt x="174" y="34"/>
                  </a:cubicBezTo>
                  <a:cubicBezTo>
                    <a:pt x="179" y="34"/>
                    <a:pt x="189" y="32"/>
                    <a:pt x="194" y="31"/>
                  </a:cubicBezTo>
                  <a:cubicBezTo>
                    <a:pt x="199" y="29"/>
                    <a:pt x="209" y="25"/>
                    <a:pt x="214" y="23"/>
                  </a:cubicBezTo>
                  <a:cubicBezTo>
                    <a:pt x="221" y="20"/>
                    <a:pt x="232" y="11"/>
                    <a:pt x="238" y="8"/>
                  </a:cubicBezTo>
                  <a:cubicBezTo>
                    <a:pt x="242" y="6"/>
                    <a:pt x="249" y="3"/>
                    <a:pt x="253" y="2"/>
                  </a:cubicBezTo>
                  <a:cubicBezTo>
                    <a:pt x="255" y="1"/>
                    <a:pt x="261" y="0"/>
                    <a:pt x="264" y="0"/>
                  </a:cubicBezTo>
                  <a:cubicBezTo>
                    <a:pt x="268" y="0"/>
                    <a:pt x="277" y="3"/>
                    <a:pt x="281" y="4"/>
                  </a:cubicBezTo>
                  <a:cubicBezTo>
                    <a:pt x="285" y="4"/>
                    <a:pt x="292" y="7"/>
                    <a:pt x="296" y="7"/>
                  </a:cubicBezTo>
                  <a:cubicBezTo>
                    <a:pt x="299" y="7"/>
                    <a:pt x="305" y="5"/>
                    <a:pt x="308" y="4"/>
                  </a:cubicBezTo>
                  <a:cubicBezTo>
                    <a:pt x="309" y="4"/>
                    <a:pt x="313" y="2"/>
                    <a:pt x="315" y="2"/>
                  </a:cubicBezTo>
                  <a:cubicBezTo>
                    <a:pt x="317" y="3"/>
                    <a:pt x="321" y="7"/>
                    <a:pt x="322" y="9"/>
                  </a:cubicBezTo>
                  <a:cubicBezTo>
                    <a:pt x="325" y="11"/>
                    <a:pt x="331" y="15"/>
                    <a:pt x="333" y="18"/>
                  </a:cubicBezTo>
                  <a:cubicBezTo>
                    <a:pt x="335" y="20"/>
                    <a:pt x="338" y="24"/>
                    <a:pt x="339" y="27"/>
                  </a:cubicBezTo>
                  <a:cubicBezTo>
                    <a:pt x="339" y="29"/>
                    <a:pt x="340" y="34"/>
                    <a:pt x="340" y="36"/>
                  </a:cubicBezTo>
                  <a:cubicBezTo>
                    <a:pt x="341" y="41"/>
                    <a:pt x="343" y="50"/>
                    <a:pt x="343" y="54"/>
                  </a:cubicBezTo>
                  <a:cubicBezTo>
                    <a:pt x="344" y="58"/>
                    <a:pt x="346" y="65"/>
                    <a:pt x="347" y="69"/>
                  </a:cubicBezTo>
                  <a:cubicBezTo>
                    <a:pt x="349" y="73"/>
                    <a:pt x="352" y="82"/>
                    <a:pt x="355" y="86"/>
                  </a:cubicBezTo>
                  <a:cubicBezTo>
                    <a:pt x="358" y="91"/>
                    <a:pt x="365" y="101"/>
                    <a:pt x="369" y="105"/>
                  </a:cubicBezTo>
                  <a:cubicBezTo>
                    <a:pt x="371" y="108"/>
                    <a:pt x="376" y="112"/>
                    <a:pt x="379" y="113"/>
                  </a:cubicBezTo>
                  <a:cubicBezTo>
                    <a:pt x="383" y="116"/>
                    <a:pt x="393" y="120"/>
                    <a:pt x="397" y="122"/>
                  </a:cubicBezTo>
                  <a:cubicBezTo>
                    <a:pt x="400" y="123"/>
                    <a:pt x="406" y="125"/>
                    <a:pt x="408" y="126"/>
                  </a:cubicBezTo>
                  <a:cubicBezTo>
                    <a:pt x="412" y="127"/>
                    <a:pt x="420" y="130"/>
                    <a:pt x="423" y="130"/>
                  </a:cubicBezTo>
                  <a:cubicBezTo>
                    <a:pt x="427" y="130"/>
                    <a:pt x="433" y="129"/>
                    <a:pt x="436" y="130"/>
                  </a:cubicBezTo>
                  <a:cubicBezTo>
                    <a:pt x="438" y="130"/>
                    <a:pt x="443" y="131"/>
                    <a:pt x="445" y="133"/>
                  </a:cubicBezTo>
                  <a:cubicBezTo>
                    <a:pt x="446" y="135"/>
                    <a:pt x="446" y="141"/>
                    <a:pt x="446" y="144"/>
                  </a:cubicBezTo>
                  <a:cubicBezTo>
                    <a:pt x="446" y="147"/>
                    <a:pt x="444" y="152"/>
                    <a:pt x="445" y="155"/>
                  </a:cubicBezTo>
                  <a:cubicBezTo>
                    <a:pt x="446" y="159"/>
                    <a:pt x="451" y="163"/>
                    <a:pt x="453" y="166"/>
                  </a:cubicBezTo>
                  <a:cubicBezTo>
                    <a:pt x="455" y="168"/>
                    <a:pt x="460" y="172"/>
                    <a:pt x="462" y="174"/>
                  </a:cubicBezTo>
                  <a:cubicBezTo>
                    <a:pt x="465" y="176"/>
                    <a:pt x="470" y="179"/>
                    <a:pt x="473" y="180"/>
                  </a:cubicBezTo>
                  <a:cubicBezTo>
                    <a:pt x="478" y="182"/>
                    <a:pt x="489" y="183"/>
                    <a:pt x="494" y="184"/>
                  </a:cubicBezTo>
                  <a:cubicBezTo>
                    <a:pt x="497" y="184"/>
                    <a:pt x="503" y="183"/>
                    <a:pt x="506" y="184"/>
                  </a:cubicBezTo>
                  <a:cubicBezTo>
                    <a:pt x="507" y="185"/>
                    <a:pt x="508" y="188"/>
                    <a:pt x="509" y="190"/>
                  </a:cubicBezTo>
                  <a:cubicBezTo>
                    <a:pt x="510" y="192"/>
                    <a:pt x="509" y="197"/>
                    <a:pt x="509" y="200"/>
                  </a:cubicBezTo>
                  <a:cubicBezTo>
                    <a:pt x="509" y="203"/>
                    <a:pt x="508" y="209"/>
                    <a:pt x="508" y="212"/>
                  </a:cubicBezTo>
                  <a:cubicBezTo>
                    <a:pt x="509" y="215"/>
                    <a:pt x="511" y="223"/>
                    <a:pt x="511" y="226"/>
                  </a:cubicBezTo>
                  <a:cubicBezTo>
                    <a:pt x="510" y="230"/>
                    <a:pt x="506" y="237"/>
                    <a:pt x="505" y="241"/>
                  </a:cubicBezTo>
                  <a:cubicBezTo>
                    <a:pt x="504" y="245"/>
                    <a:pt x="503" y="252"/>
                    <a:pt x="501" y="256"/>
                  </a:cubicBezTo>
                  <a:cubicBezTo>
                    <a:pt x="500" y="258"/>
                    <a:pt x="497" y="263"/>
                    <a:pt x="497" y="265"/>
                  </a:cubicBezTo>
                  <a:cubicBezTo>
                    <a:pt x="497" y="268"/>
                    <a:pt x="501" y="273"/>
                    <a:pt x="502" y="275"/>
                  </a:cubicBezTo>
                  <a:cubicBezTo>
                    <a:pt x="504" y="279"/>
                    <a:pt x="506" y="288"/>
                    <a:pt x="507" y="292"/>
                  </a:cubicBezTo>
                  <a:cubicBezTo>
                    <a:pt x="509" y="299"/>
                    <a:pt x="512" y="313"/>
                    <a:pt x="514" y="320"/>
                  </a:cubicBezTo>
                  <a:cubicBezTo>
                    <a:pt x="515" y="327"/>
                    <a:pt x="518" y="341"/>
                    <a:pt x="518" y="34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3"/>
            <p:cNvSpPr>
              <a:spLocks/>
            </p:cNvSpPr>
            <p:nvPr/>
          </p:nvSpPr>
          <p:spPr bwMode="auto">
            <a:xfrm>
              <a:off x="5097463" y="1679576"/>
              <a:ext cx="690562" cy="698500"/>
            </a:xfrm>
            <a:custGeom>
              <a:avLst/>
              <a:gdLst/>
              <a:ahLst/>
              <a:cxnLst>
                <a:cxn ang="0">
                  <a:pos x="466" y="310"/>
                </a:cxn>
                <a:cxn ang="0">
                  <a:pos x="461" y="350"/>
                </a:cxn>
                <a:cxn ang="0">
                  <a:pos x="458" y="415"/>
                </a:cxn>
                <a:cxn ang="0">
                  <a:pos x="447" y="455"/>
                </a:cxn>
                <a:cxn ang="0">
                  <a:pos x="415" y="451"/>
                </a:cxn>
                <a:cxn ang="0">
                  <a:pos x="379" y="446"/>
                </a:cxn>
                <a:cxn ang="0">
                  <a:pos x="349" y="448"/>
                </a:cxn>
                <a:cxn ang="0">
                  <a:pos x="314" y="442"/>
                </a:cxn>
                <a:cxn ang="0">
                  <a:pos x="295" y="461"/>
                </a:cxn>
                <a:cxn ang="0">
                  <a:pos x="279" y="447"/>
                </a:cxn>
                <a:cxn ang="0">
                  <a:pos x="248" y="431"/>
                </a:cxn>
                <a:cxn ang="0">
                  <a:pos x="213" y="431"/>
                </a:cxn>
                <a:cxn ang="0">
                  <a:pos x="194" y="449"/>
                </a:cxn>
                <a:cxn ang="0">
                  <a:pos x="193" y="474"/>
                </a:cxn>
                <a:cxn ang="0">
                  <a:pos x="177" y="472"/>
                </a:cxn>
                <a:cxn ang="0">
                  <a:pos x="167" y="475"/>
                </a:cxn>
                <a:cxn ang="0">
                  <a:pos x="154" y="471"/>
                </a:cxn>
                <a:cxn ang="0">
                  <a:pos x="138" y="476"/>
                </a:cxn>
                <a:cxn ang="0">
                  <a:pos x="115" y="459"/>
                </a:cxn>
                <a:cxn ang="0">
                  <a:pos x="93" y="439"/>
                </a:cxn>
                <a:cxn ang="0">
                  <a:pos x="64" y="438"/>
                </a:cxn>
                <a:cxn ang="0">
                  <a:pos x="43" y="423"/>
                </a:cxn>
                <a:cxn ang="0">
                  <a:pos x="27" y="430"/>
                </a:cxn>
                <a:cxn ang="0">
                  <a:pos x="10" y="405"/>
                </a:cxn>
                <a:cxn ang="0">
                  <a:pos x="8" y="362"/>
                </a:cxn>
                <a:cxn ang="0">
                  <a:pos x="35" y="346"/>
                </a:cxn>
                <a:cxn ang="0">
                  <a:pos x="24" y="313"/>
                </a:cxn>
                <a:cxn ang="0">
                  <a:pos x="0" y="289"/>
                </a:cxn>
                <a:cxn ang="0">
                  <a:pos x="42" y="248"/>
                </a:cxn>
                <a:cxn ang="0">
                  <a:pos x="80" y="228"/>
                </a:cxn>
                <a:cxn ang="0">
                  <a:pos x="105" y="240"/>
                </a:cxn>
                <a:cxn ang="0">
                  <a:pos x="144" y="212"/>
                </a:cxn>
                <a:cxn ang="0">
                  <a:pos x="147" y="179"/>
                </a:cxn>
                <a:cxn ang="0">
                  <a:pos x="111" y="147"/>
                </a:cxn>
                <a:cxn ang="0">
                  <a:pos x="111" y="118"/>
                </a:cxn>
                <a:cxn ang="0">
                  <a:pos x="90" y="105"/>
                </a:cxn>
                <a:cxn ang="0">
                  <a:pos x="89" y="93"/>
                </a:cxn>
                <a:cxn ang="0">
                  <a:pos x="106" y="73"/>
                </a:cxn>
                <a:cxn ang="0">
                  <a:pos x="127" y="24"/>
                </a:cxn>
                <a:cxn ang="0">
                  <a:pos x="160" y="0"/>
                </a:cxn>
                <a:cxn ang="0">
                  <a:pos x="182" y="8"/>
                </a:cxn>
                <a:cxn ang="0">
                  <a:pos x="202" y="28"/>
                </a:cxn>
                <a:cxn ang="0">
                  <a:pos x="240" y="69"/>
                </a:cxn>
                <a:cxn ang="0">
                  <a:pos x="263" y="71"/>
                </a:cxn>
                <a:cxn ang="0">
                  <a:pos x="279" y="68"/>
                </a:cxn>
                <a:cxn ang="0">
                  <a:pos x="308" y="83"/>
                </a:cxn>
                <a:cxn ang="0">
                  <a:pos x="341" y="120"/>
                </a:cxn>
                <a:cxn ang="0">
                  <a:pos x="375" y="154"/>
                </a:cxn>
                <a:cxn ang="0">
                  <a:pos x="411" y="192"/>
                </a:cxn>
                <a:cxn ang="0">
                  <a:pos x="432" y="222"/>
                </a:cxn>
                <a:cxn ang="0">
                  <a:pos x="450" y="232"/>
                </a:cxn>
                <a:cxn ang="0">
                  <a:pos x="440" y="248"/>
                </a:cxn>
                <a:cxn ang="0">
                  <a:pos x="445" y="271"/>
                </a:cxn>
                <a:cxn ang="0">
                  <a:pos x="465" y="290"/>
                </a:cxn>
              </a:cxnLst>
              <a:rect l="0" t="0" r="r" b="b"/>
              <a:pathLst>
                <a:path w="473" h="478">
                  <a:moveTo>
                    <a:pt x="473" y="300"/>
                  </a:moveTo>
                  <a:cubicBezTo>
                    <a:pt x="473" y="301"/>
                    <a:pt x="472" y="301"/>
                    <a:pt x="472" y="301"/>
                  </a:cubicBezTo>
                  <a:cubicBezTo>
                    <a:pt x="471" y="304"/>
                    <a:pt x="467" y="307"/>
                    <a:pt x="466" y="310"/>
                  </a:cubicBezTo>
                  <a:cubicBezTo>
                    <a:pt x="464" y="312"/>
                    <a:pt x="462" y="316"/>
                    <a:pt x="462" y="319"/>
                  </a:cubicBezTo>
                  <a:cubicBezTo>
                    <a:pt x="462" y="322"/>
                    <a:pt x="463" y="330"/>
                    <a:pt x="463" y="334"/>
                  </a:cubicBezTo>
                  <a:cubicBezTo>
                    <a:pt x="463" y="338"/>
                    <a:pt x="461" y="346"/>
                    <a:pt x="461" y="350"/>
                  </a:cubicBezTo>
                  <a:cubicBezTo>
                    <a:pt x="461" y="357"/>
                    <a:pt x="464" y="372"/>
                    <a:pt x="464" y="379"/>
                  </a:cubicBezTo>
                  <a:cubicBezTo>
                    <a:pt x="464" y="385"/>
                    <a:pt x="464" y="395"/>
                    <a:pt x="463" y="400"/>
                  </a:cubicBezTo>
                  <a:cubicBezTo>
                    <a:pt x="462" y="404"/>
                    <a:pt x="458" y="411"/>
                    <a:pt x="458" y="415"/>
                  </a:cubicBezTo>
                  <a:cubicBezTo>
                    <a:pt x="457" y="419"/>
                    <a:pt x="460" y="426"/>
                    <a:pt x="459" y="429"/>
                  </a:cubicBezTo>
                  <a:cubicBezTo>
                    <a:pt x="459" y="434"/>
                    <a:pt x="458" y="442"/>
                    <a:pt x="456" y="446"/>
                  </a:cubicBezTo>
                  <a:cubicBezTo>
                    <a:pt x="454" y="449"/>
                    <a:pt x="450" y="454"/>
                    <a:pt x="447" y="455"/>
                  </a:cubicBezTo>
                  <a:cubicBezTo>
                    <a:pt x="445" y="456"/>
                    <a:pt x="440" y="453"/>
                    <a:pt x="438" y="452"/>
                  </a:cubicBezTo>
                  <a:cubicBezTo>
                    <a:pt x="435" y="450"/>
                    <a:pt x="431" y="446"/>
                    <a:pt x="429" y="446"/>
                  </a:cubicBezTo>
                  <a:cubicBezTo>
                    <a:pt x="425" y="446"/>
                    <a:pt x="418" y="450"/>
                    <a:pt x="415" y="451"/>
                  </a:cubicBezTo>
                  <a:cubicBezTo>
                    <a:pt x="411" y="453"/>
                    <a:pt x="405" y="456"/>
                    <a:pt x="402" y="457"/>
                  </a:cubicBezTo>
                  <a:cubicBezTo>
                    <a:pt x="399" y="457"/>
                    <a:pt x="394" y="456"/>
                    <a:pt x="391" y="455"/>
                  </a:cubicBezTo>
                  <a:cubicBezTo>
                    <a:pt x="388" y="454"/>
                    <a:pt x="382" y="448"/>
                    <a:pt x="379" y="446"/>
                  </a:cubicBezTo>
                  <a:cubicBezTo>
                    <a:pt x="377" y="445"/>
                    <a:pt x="373" y="442"/>
                    <a:pt x="371" y="442"/>
                  </a:cubicBezTo>
                  <a:cubicBezTo>
                    <a:pt x="368" y="441"/>
                    <a:pt x="363" y="442"/>
                    <a:pt x="360" y="442"/>
                  </a:cubicBezTo>
                  <a:cubicBezTo>
                    <a:pt x="357" y="443"/>
                    <a:pt x="352" y="448"/>
                    <a:pt x="349" y="448"/>
                  </a:cubicBezTo>
                  <a:cubicBezTo>
                    <a:pt x="346" y="449"/>
                    <a:pt x="339" y="448"/>
                    <a:pt x="336" y="447"/>
                  </a:cubicBezTo>
                  <a:cubicBezTo>
                    <a:pt x="333" y="447"/>
                    <a:pt x="328" y="444"/>
                    <a:pt x="325" y="444"/>
                  </a:cubicBezTo>
                  <a:cubicBezTo>
                    <a:pt x="322" y="443"/>
                    <a:pt x="317" y="442"/>
                    <a:pt x="314" y="442"/>
                  </a:cubicBezTo>
                  <a:cubicBezTo>
                    <a:pt x="312" y="443"/>
                    <a:pt x="309" y="444"/>
                    <a:pt x="307" y="446"/>
                  </a:cubicBezTo>
                  <a:cubicBezTo>
                    <a:pt x="305" y="448"/>
                    <a:pt x="302" y="454"/>
                    <a:pt x="300" y="457"/>
                  </a:cubicBezTo>
                  <a:cubicBezTo>
                    <a:pt x="299" y="458"/>
                    <a:pt x="296" y="460"/>
                    <a:pt x="295" y="461"/>
                  </a:cubicBezTo>
                  <a:cubicBezTo>
                    <a:pt x="294" y="462"/>
                    <a:pt x="293" y="464"/>
                    <a:pt x="292" y="466"/>
                  </a:cubicBezTo>
                  <a:cubicBezTo>
                    <a:pt x="291" y="464"/>
                    <a:pt x="288" y="463"/>
                    <a:pt x="287" y="462"/>
                  </a:cubicBezTo>
                  <a:cubicBezTo>
                    <a:pt x="284" y="458"/>
                    <a:pt x="282" y="450"/>
                    <a:pt x="279" y="447"/>
                  </a:cubicBezTo>
                  <a:cubicBezTo>
                    <a:pt x="278" y="445"/>
                    <a:pt x="274" y="442"/>
                    <a:pt x="271" y="441"/>
                  </a:cubicBezTo>
                  <a:cubicBezTo>
                    <a:pt x="269" y="440"/>
                    <a:pt x="263" y="438"/>
                    <a:pt x="260" y="436"/>
                  </a:cubicBezTo>
                  <a:cubicBezTo>
                    <a:pt x="257" y="435"/>
                    <a:pt x="251" y="432"/>
                    <a:pt x="248" y="431"/>
                  </a:cubicBezTo>
                  <a:cubicBezTo>
                    <a:pt x="245" y="430"/>
                    <a:pt x="239" y="431"/>
                    <a:pt x="236" y="431"/>
                  </a:cubicBezTo>
                  <a:cubicBezTo>
                    <a:pt x="233" y="430"/>
                    <a:pt x="227" y="430"/>
                    <a:pt x="224" y="430"/>
                  </a:cubicBezTo>
                  <a:cubicBezTo>
                    <a:pt x="222" y="430"/>
                    <a:pt x="216" y="430"/>
                    <a:pt x="213" y="431"/>
                  </a:cubicBezTo>
                  <a:cubicBezTo>
                    <a:pt x="212" y="432"/>
                    <a:pt x="210" y="435"/>
                    <a:pt x="209" y="437"/>
                  </a:cubicBezTo>
                  <a:cubicBezTo>
                    <a:pt x="207" y="438"/>
                    <a:pt x="202" y="440"/>
                    <a:pt x="200" y="442"/>
                  </a:cubicBezTo>
                  <a:cubicBezTo>
                    <a:pt x="198" y="444"/>
                    <a:pt x="195" y="449"/>
                    <a:pt x="194" y="449"/>
                  </a:cubicBezTo>
                  <a:cubicBezTo>
                    <a:pt x="194" y="449"/>
                    <a:pt x="192" y="456"/>
                    <a:pt x="191" y="458"/>
                  </a:cubicBezTo>
                  <a:cubicBezTo>
                    <a:pt x="191" y="460"/>
                    <a:pt x="193" y="465"/>
                    <a:pt x="193" y="467"/>
                  </a:cubicBezTo>
                  <a:cubicBezTo>
                    <a:pt x="194" y="469"/>
                    <a:pt x="194" y="473"/>
                    <a:pt x="193" y="474"/>
                  </a:cubicBezTo>
                  <a:cubicBezTo>
                    <a:pt x="193" y="476"/>
                    <a:pt x="190" y="478"/>
                    <a:pt x="189" y="478"/>
                  </a:cubicBezTo>
                  <a:cubicBezTo>
                    <a:pt x="187" y="478"/>
                    <a:pt x="184" y="477"/>
                    <a:pt x="183" y="477"/>
                  </a:cubicBezTo>
                  <a:cubicBezTo>
                    <a:pt x="181" y="476"/>
                    <a:pt x="179" y="473"/>
                    <a:pt x="177" y="472"/>
                  </a:cubicBezTo>
                  <a:cubicBezTo>
                    <a:pt x="176" y="471"/>
                    <a:pt x="173" y="470"/>
                    <a:pt x="172" y="470"/>
                  </a:cubicBezTo>
                  <a:cubicBezTo>
                    <a:pt x="171" y="470"/>
                    <a:pt x="169" y="470"/>
                    <a:pt x="168" y="471"/>
                  </a:cubicBezTo>
                  <a:cubicBezTo>
                    <a:pt x="167" y="471"/>
                    <a:pt x="168" y="474"/>
                    <a:pt x="167" y="475"/>
                  </a:cubicBezTo>
                  <a:cubicBezTo>
                    <a:pt x="166" y="476"/>
                    <a:pt x="165" y="477"/>
                    <a:pt x="164" y="477"/>
                  </a:cubicBezTo>
                  <a:cubicBezTo>
                    <a:pt x="162" y="478"/>
                    <a:pt x="159" y="477"/>
                    <a:pt x="157" y="476"/>
                  </a:cubicBezTo>
                  <a:cubicBezTo>
                    <a:pt x="156" y="475"/>
                    <a:pt x="155" y="472"/>
                    <a:pt x="154" y="471"/>
                  </a:cubicBezTo>
                  <a:cubicBezTo>
                    <a:pt x="153" y="470"/>
                    <a:pt x="150" y="467"/>
                    <a:pt x="148" y="467"/>
                  </a:cubicBezTo>
                  <a:cubicBezTo>
                    <a:pt x="146" y="467"/>
                    <a:pt x="143" y="469"/>
                    <a:pt x="142" y="470"/>
                  </a:cubicBezTo>
                  <a:cubicBezTo>
                    <a:pt x="141" y="471"/>
                    <a:pt x="139" y="475"/>
                    <a:pt x="138" y="476"/>
                  </a:cubicBezTo>
                  <a:cubicBezTo>
                    <a:pt x="136" y="476"/>
                    <a:pt x="132" y="477"/>
                    <a:pt x="130" y="477"/>
                  </a:cubicBezTo>
                  <a:cubicBezTo>
                    <a:pt x="128" y="477"/>
                    <a:pt x="125" y="473"/>
                    <a:pt x="123" y="472"/>
                  </a:cubicBezTo>
                  <a:cubicBezTo>
                    <a:pt x="121" y="469"/>
                    <a:pt x="117" y="462"/>
                    <a:pt x="115" y="459"/>
                  </a:cubicBezTo>
                  <a:cubicBezTo>
                    <a:pt x="113" y="457"/>
                    <a:pt x="111" y="453"/>
                    <a:pt x="109" y="451"/>
                  </a:cubicBezTo>
                  <a:cubicBezTo>
                    <a:pt x="107" y="449"/>
                    <a:pt x="103" y="445"/>
                    <a:pt x="100" y="444"/>
                  </a:cubicBezTo>
                  <a:cubicBezTo>
                    <a:pt x="99" y="443"/>
                    <a:pt x="95" y="440"/>
                    <a:pt x="93" y="439"/>
                  </a:cubicBezTo>
                  <a:cubicBezTo>
                    <a:pt x="91" y="438"/>
                    <a:pt x="85" y="437"/>
                    <a:pt x="82" y="437"/>
                  </a:cubicBezTo>
                  <a:cubicBezTo>
                    <a:pt x="81" y="437"/>
                    <a:pt x="77" y="439"/>
                    <a:pt x="75" y="439"/>
                  </a:cubicBezTo>
                  <a:cubicBezTo>
                    <a:pt x="72" y="440"/>
                    <a:pt x="67" y="439"/>
                    <a:pt x="64" y="438"/>
                  </a:cubicBezTo>
                  <a:cubicBezTo>
                    <a:pt x="62" y="437"/>
                    <a:pt x="59" y="434"/>
                    <a:pt x="57" y="432"/>
                  </a:cubicBezTo>
                  <a:cubicBezTo>
                    <a:pt x="55" y="431"/>
                    <a:pt x="51" y="427"/>
                    <a:pt x="49" y="425"/>
                  </a:cubicBezTo>
                  <a:cubicBezTo>
                    <a:pt x="48" y="424"/>
                    <a:pt x="45" y="423"/>
                    <a:pt x="43" y="423"/>
                  </a:cubicBezTo>
                  <a:cubicBezTo>
                    <a:pt x="41" y="422"/>
                    <a:pt x="37" y="423"/>
                    <a:pt x="36" y="424"/>
                  </a:cubicBezTo>
                  <a:cubicBezTo>
                    <a:pt x="35" y="425"/>
                    <a:pt x="34" y="428"/>
                    <a:pt x="33" y="429"/>
                  </a:cubicBezTo>
                  <a:cubicBezTo>
                    <a:pt x="32" y="430"/>
                    <a:pt x="29" y="431"/>
                    <a:pt x="27" y="430"/>
                  </a:cubicBezTo>
                  <a:cubicBezTo>
                    <a:pt x="25" y="430"/>
                    <a:pt x="22" y="426"/>
                    <a:pt x="20" y="424"/>
                  </a:cubicBezTo>
                  <a:cubicBezTo>
                    <a:pt x="18" y="422"/>
                    <a:pt x="15" y="417"/>
                    <a:pt x="14" y="415"/>
                  </a:cubicBezTo>
                  <a:cubicBezTo>
                    <a:pt x="13" y="412"/>
                    <a:pt x="11" y="407"/>
                    <a:pt x="10" y="405"/>
                  </a:cubicBezTo>
                  <a:cubicBezTo>
                    <a:pt x="9" y="400"/>
                    <a:pt x="5" y="390"/>
                    <a:pt x="4" y="385"/>
                  </a:cubicBezTo>
                  <a:cubicBezTo>
                    <a:pt x="3" y="381"/>
                    <a:pt x="2" y="374"/>
                    <a:pt x="3" y="370"/>
                  </a:cubicBezTo>
                  <a:cubicBezTo>
                    <a:pt x="4" y="368"/>
                    <a:pt x="6" y="364"/>
                    <a:pt x="8" y="362"/>
                  </a:cubicBezTo>
                  <a:cubicBezTo>
                    <a:pt x="10" y="360"/>
                    <a:pt x="14" y="358"/>
                    <a:pt x="16" y="356"/>
                  </a:cubicBezTo>
                  <a:cubicBezTo>
                    <a:pt x="19" y="355"/>
                    <a:pt x="25" y="353"/>
                    <a:pt x="27" y="352"/>
                  </a:cubicBezTo>
                  <a:cubicBezTo>
                    <a:pt x="29" y="351"/>
                    <a:pt x="33" y="348"/>
                    <a:pt x="35" y="346"/>
                  </a:cubicBezTo>
                  <a:cubicBezTo>
                    <a:pt x="36" y="344"/>
                    <a:pt x="39" y="339"/>
                    <a:pt x="39" y="336"/>
                  </a:cubicBezTo>
                  <a:cubicBezTo>
                    <a:pt x="39" y="333"/>
                    <a:pt x="37" y="327"/>
                    <a:pt x="35" y="324"/>
                  </a:cubicBezTo>
                  <a:cubicBezTo>
                    <a:pt x="33" y="320"/>
                    <a:pt x="27" y="315"/>
                    <a:pt x="24" y="313"/>
                  </a:cubicBezTo>
                  <a:cubicBezTo>
                    <a:pt x="20" y="308"/>
                    <a:pt x="10" y="301"/>
                    <a:pt x="6" y="296"/>
                  </a:cubicBezTo>
                  <a:cubicBezTo>
                    <a:pt x="5" y="295"/>
                    <a:pt x="2" y="292"/>
                    <a:pt x="0" y="289"/>
                  </a:cubicBezTo>
                  <a:cubicBezTo>
                    <a:pt x="0" y="289"/>
                    <a:pt x="0" y="289"/>
                    <a:pt x="0" y="289"/>
                  </a:cubicBezTo>
                  <a:cubicBezTo>
                    <a:pt x="5" y="287"/>
                    <a:pt x="14" y="281"/>
                    <a:pt x="18" y="278"/>
                  </a:cubicBezTo>
                  <a:cubicBezTo>
                    <a:pt x="22" y="274"/>
                    <a:pt x="31" y="266"/>
                    <a:pt x="35" y="262"/>
                  </a:cubicBezTo>
                  <a:cubicBezTo>
                    <a:pt x="37" y="259"/>
                    <a:pt x="40" y="251"/>
                    <a:pt x="42" y="248"/>
                  </a:cubicBezTo>
                  <a:cubicBezTo>
                    <a:pt x="45" y="243"/>
                    <a:pt x="52" y="235"/>
                    <a:pt x="57" y="232"/>
                  </a:cubicBezTo>
                  <a:cubicBezTo>
                    <a:pt x="59" y="230"/>
                    <a:pt x="66" y="227"/>
                    <a:pt x="69" y="227"/>
                  </a:cubicBezTo>
                  <a:cubicBezTo>
                    <a:pt x="71" y="227"/>
                    <a:pt x="77" y="227"/>
                    <a:pt x="80" y="228"/>
                  </a:cubicBezTo>
                  <a:cubicBezTo>
                    <a:pt x="82" y="229"/>
                    <a:pt x="87" y="233"/>
                    <a:pt x="89" y="235"/>
                  </a:cubicBezTo>
                  <a:cubicBezTo>
                    <a:pt x="91" y="236"/>
                    <a:pt x="95" y="239"/>
                    <a:pt x="97" y="240"/>
                  </a:cubicBezTo>
                  <a:cubicBezTo>
                    <a:pt x="99" y="241"/>
                    <a:pt x="103" y="241"/>
                    <a:pt x="105" y="240"/>
                  </a:cubicBezTo>
                  <a:cubicBezTo>
                    <a:pt x="107" y="240"/>
                    <a:pt x="112" y="238"/>
                    <a:pt x="115" y="237"/>
                  </a:cubicBezTo>
                  <a:cubicBezTo>
                    <a:pt x="119" y="235"/>
                    <a:pt x="127" y="230"/>
                    <a:pt x="131" y="227"/>
                  </a:cubicBezTo>
                  <a:cubicBezTo>
                    <a:pt x="135" y="224"/>
                    <a:pt x="142" y="216"/>
                    <a:pt x="144" y="212"/>
                  </a:cubicBezTo>
                  <a:cubicBezTo>
                    <a:pt x="146" y="209"/>
                    <a:pt x="149" y="204"/>
                    <a:pt x="150" y="201"/>
                  </a:cubicBezTo>
                  <a:cubicBezTo>
                    <a:pt x="151" y="198"/>
                    <a:pt x="150" y="191"/>
                    <a:pt x="149" y="188"/>
                  </a:cubicBezTo>
                  <a:cubicBezTo>
                    <a:pt x="149" y="185"/>
                    <a:pt x="148" y="181"/>
                    <a:pt x="147" y="179"/>
                  </a:cubicBezTo>
                  <a:cubicBezTo>
                    <a:pt x="145" y="176"/>
                    <a:pt x="139" y="173"/>
                    <a:pt x="136" y="170"/>
                  </a:cubicBezTo>
                  <a:cubicBezTo>
                    <a:pt x="133" y="168"/>
                    <a:pt x="128" y="164"/>
                    <a:pt x="126" y="161"/>
                  </a:cubicBezTo>
                  <a:cubicBezTo>
                    <a:pt x="122" y="158"/>
                    <a:pt x="114" y="151"/>
                    <a:pt x="111" y="147"/>
                  </a:cubicBezTo>
                  <a:cubicBezTo>
                    <a:pt x="110" y="145"/>
                    <a:pt x="109" y="141"/>
                    <a:pt x="109" y="139"/>
                  </a:cubicBezTo>
                  <a:cubicBezTo>
                    <a:pt x="108" y="135"/>
                    <a:pt x="109" y="128"/>
                    <a:pt x="109" y="124"/>
                  </a:cubicBezTo>
                  <a:cubicBezTo>
                    <a:pt x="110" y="123"/>
                    <a:pt x="111" y="119"/>
                    <a:pt x="111" y="118"/>
                  </a:cubicBezTo>
                  <a:cubicBezTo>
                    <a:pt x="110" y="116"/>
                    <a:pt x="109" y="114"/>
                    <a:pt x="107" y="113"/>
                  </a:cubicBezTo>
                  <a:cubicBezTo>
                    <a:pt x="106" y="112"/>
                    <a:pt x="102" y="110"/>
                    <a:pt x="100" y="110"/>
                  </a:cubicBezTo>
                  <a:cubicBezTo>
                    <a:pt x="97" y="108"/>
                    <a:pt x="92" y="106"/>
                    <a:pt x="90" y="105"/>
                  </a:cubicBezTo>
                  <a:cubicBezTo>
                    <a:pt x="88" y="104"/>
                    <a:pt x="85" y="101"/>
                    <a:pt x="84" y="99"/>
                  </a:cubicBezTo>
                  <a:cubicBezTo>
                    <a:pt x="83" y="97"/>
                    <a:pt x="84" y="94"/>
                    <a:pt x="84" y="93"/>
                  </a:cubicBezTo>
                  <a:cubicBezTo>
                    <a:pt x="86" y="93"/>
                    <a:pt x="88" y="93"/>
                    <a:pt x="89" y="93"/>
                  </a:cubicBezTo>
                  <a:cubicBezTo>
                    <a:pt x="91" y="94"/>
                    <a:pt x="94" y="96"/>
                    <a:pt x="95" y="95"/>
                  </a:cubicBezTo>
                  <a:cubicBezTo>
                    <a:pt x="98" y="95"/>
                    <a:pt x="100" y="88"/>
                    <a:pt x="101" y="86"/>
                  </a:cubicBezTo>
                  <a:cubicBezTo>
                    <a:pt x="103" y="83"/>
                    <a:pt x="105" y="77"/>
                    <a:pt x="106" y="73"/>
                  </a:cubicBezTo>
                  <a:cubicBezTo>
                    <a:pt x="107" y="69"/>
                    <a:pt x="109" y="61"/>
                    <a:pt x="110" y="56"/>
                  </a:cubicBezTo>
                  <a:cubicBezTo>
                    <a:pt x="112" y="51"/>
                    <a:pt x="117" y="39"/>
                    <a:pt x="120" y="34"/>
                  </a:cubicBezTo>
                  <a:cubicBezTo>
                    <a:pt x="122" y="31"/>
                    <a:pt x="125" y="26"/>
                    <a:pt x="127" y="24"/>
                  </a:cubicBezTo>
                  <a:cubicBezTo>
                    <a:pt x="130" y="20"/>
                    <a:pt x="138" y="16"/>
                    <a:pt x="141" y="14"/>
                  </a:cubicBezTo>
                  <a:cubicBezTo>
                    <a:pt x="144" y="11"/>
                    <a:pt x="149" y="6"/>
                    <a:pt x="152" y="4"/>
                  </a:cubicBezTo>
                  <a:cubicBezTo>
                    <a:pt x="154" y="3"/>
                    <a:pt x="158" y="0"/>
                    <a:pt x="160" y="0"/>
                  </a:cubicBezTo>
                  <a:cubicBezTo>
                    <a:pt x="162" y="0"/>
                    <a:pt x="164" y="3"/>
                    <a:pt x="165" y="4"/>
                  </a:cubicBezTo>
                  <a:cubicBezTo>
                    <a:pt x="168" y="5"/>
                    <a:pt x="172" y="7"/>
                    <a:pt x="175" y="8"/>
                  </a:cubicBezTo>
                  <a:cubicBezTo>
                    <a:pt x="177" y="8"/>
                    <a:pt x="180" y="7"/>
                    <a:pt x="182" y="8"/>
                  </a:cubicBezTo>
                  <a:cubicBezTo>
                    <a:pt x="185" y="8"/>
                    <a:pt x="190" y="11"/>
                    <a:pt x="192" y="13"/>
                  </a:cubicBezTo>
                  <a:cubicBezTo>
                    <a:pt x="194" y="14"/>
                    <a:pt x="196" y="18"/>
                    <a:pt x="197" y="19"/>
                  </a:cubicBezTo>
                  <a:cubicBezTo>
                    <a:pt x="198" y="21"/>
                    <a:pt x="201" y="26"/>
                    <a:pt x="202" y="28"/>
                  </a:cubicBezTo>
                  <a:cubicBezTo>
                    <a:pt x="206" y="32"/>
                    <a:pt x="216" y="38"/>
                    <a:pt x="220" y="42"/>
                  </a:cubicBezTo>
                  <a:cubicBezTo>
                    <a:pt x="224" y="46"/>
                    <a:pt x="230" y="56"/>
                    <a:pt x="233" y="61"/>
                  </a:cubicBezTo>
                  <a:cubicBezTo>
                    <a:pt x="235" y="63"/>
                    <a:pt x="237" y="68"/>
                    <a:pt x="240" y="69"/>
                  </a:cubicBezTo>
                  <a:cubicBezTo>
                    <a:pt x="242" y="71"/>
                    <a:pt x="250" y="72"/>
                    <a:pt x="253" y="72"/>
                  </a:cubicBezTo>
                  <a:cubicBezTo>
                    <a:pt x="255" y="72"/>
                    <a:pt x="258" y="72"/>
                    <a:pt x="260" y="72"/>
                  </a:cubicBezTo>
                  <a:cubicBezTo>
                    <a:pt x="260" y="71"/>
                    <a:pt x="262" y="71"/>
                    <a:pt x="263" y="71"/>
                  </a:cubicBezTo>
                  <a:cubicBezTo>
                    <a:pt x="265" y="71"/>
                    <a:pt x="267" y="75"/>
                    <a:pt x="268" y="75"/>
                  </a:cubicBezTo>
                  <a:cubicBezTo>
                    <a:pt x="271" y="76"/>
                    <a:pt x="275" y="72"/>
                    <a:pt x="277" y="71"/>
                  </a:cubicBezTo>
                  <a:cubicBezTo>
                    <a:pt x="278" y="70"/>
                    <a:pt x="279" y="68"/>
                    <a:pt x="279" y="68"/>
                  </a:cubicBezTo>
                  <a:cubicBezTo>
                    <a:pt x="281" y="68"/>
                    <a:pt x="284" y="70"/>
                    <a:pt x="285" y="71"/>
                  </a:cubicBezTo>
                  <a:cubicBezTo>
                    <a:pt x="288" y="72"/>
                    <a:pt x="294" y="75"/>
                    <a:pt x="297" y="77"/>
                  </a:cubicBezTo>
                  <a:cubicBezTo>
                    <a:pt x="300" y="78"/>
                    <a:pt x="305" y="81"/>
                    <a:pt x="308" y="83"/>
                  </a:cubicBezTo>
                  <a:cubicBezTo>
                    <a:pt x="311" y="86"/>
                    <a:pt x="318" y="91"/>
                    <a:pt x="321" y="94"/>
                  </a:cubicBezTo>
                  <a:cubicBezTo>
                    <a:pt x="324" y="97"/>
                    <a:pt x="327" y="104"/>
                    <a:pt x="330" y="107"/>
                  </a:cubicBezTo>
                  <a:cubicBezTo>
                    <a:pt x="332" y="110"/>
                    <a:pt x="338" y="116"/>
                    <a:pt x="341" y="120"/>
                  </a:cubicBezTo>
                  <a:cubicBezTo>
                    <a:pt x="344" y="123"/>
                    <a:pt x="349" y="129"/>
                    <a:pt x="353" y="132"/>
                  </a:cubicBezTo>
                  <a:cubicBezTo>
                    <a:pt x="355" y="134"/>
                    <a:pt x="360" y="136"/>
                    <a:pt x="362" y="138"/>
                  </a:cubicBezTo>
                  <a:cubicBezTo>
                    <a:pt x="366" y="141"/>
                    <a:pt x="371" y="151"/>
                    <a:pt x="375" y="154"/>
                  </a:cubicBezTo>
                  <a:cubicBezTo>
                    <a:pt x="378" y="158"/>
                    <a:pt x="386" y="162"/>
                    <a:pt x="390" y="166"/>
                  </a:cubicBezTo>
                  <a:cubicBezTo>
                    <a:pt x="393" y="168"/>
                    <a:pt x="398" y="173"/>
                    <a:pt x="401" y="176"/>
                  </a:cubicBezTo>
                  <a:cubicBezTo>
                    <a:pt x="404" y="180"/>
                    <a:pt x="408" y="188"/>
                    <a:pt x="411" y="192"/>
                  </a:cubicBezTo>
                  <a:cubicBezTo>
                    <a:pt x="413" y="194"/>
                    <a:pt x="417" y="197"/>
                    <a:pt x="419" y="200"/>
                  </a:cubicBezTo>
                  <a:cubicBezTo>
                    <a:pt x="420" y="202"/>
                    <a:pt x="421" y="207"/>
                    <a:pt x="423" y="209"/>
                  </a:cubicBezTo>
                  <a:cubicBezTo>
                    <a:pt x="425" y="213"/>
                    <a:pt x="430" y="219"/>
                    <a:pt x="432" y="222"/>
                  </a:cubicBezTo>
                  <a:cubicBezTo>
                    <a:pt x="434" y="224"/>
                    <a:pt x="437" y="226"/>
                    <a:pt x="438" y="227"/>
                  </a:cubicBezTo>
                  <a:cubicBezTo>
                    <a:pt x="440" y="228"/>
                    <a:pt x="443" y="231"/>
                    <a:pt x="445" y="232"/>
                  </a:cubicBezTo>
                  <a:cubicBezTo>
                    <a:pt x="446" y="232"/>
                    <a:pt x="449" y="231"/>
                    <a:pt x="450" y="232"/>
                  </a:cubicBezTo>
                  <a:cubicBezTo>
                    <a:pt x="451" y="232"/>
                    <a:pt x="451" y="235"/>
                    <a:pt x="450" y="236"/>
                  </a:cubicBezTo>
                  <a:cubicBezTo>
                    <a:pt x="450" y="238"/>
                    <a:pt x="447" y="240"/>
                    <a:pt x="445" y="242"/>
                  </a:cubicBezTo>
                  <a:cubicBezTo>
                    <a:pt x="444" y="243"/>
                    <a:pt x="441" y="246"/>
                    <a:pt x="440" y="248"/>
                  </a:cubicBezTo>
                  <a:cubicBezTo>
                    <a:pt x="439" y="250"/>
                    <a:pt x="438" y="257"/>
                    <a:pt x="437" y="260"/>
                  </a:cubicBezTo>
                  <a:cubicBezTo>
                    <a:pt x="437" y="262"/>
                    <a:pt x="436" y="265"/>
                    <a:pt x="437" y="267"/>
                  </a:cubicBezTo>
                  <a:cubicBezTo>
                    <a:pt x="438" y="269"/>
                    <a:pt x="443" y="270"/>
                    <a:pt x="445" y="271"/>
                  </a:cubicBezTo>
                  <a:cubicBezTo>
                    <a:pt x="446" y="271"/>
                    <a:pt x="449" y="271"/>
                    <a:pt x="451" y="272"/>
                  </a:cubicBezTo>
                  <a:cubicBezTo>
                    <a:pt x="453" y="273"/>
                    <a:pt x="457" y="277"/>
                    <a:pt x="459" y="279"/>
                  </a:cubicBezTo>
                  <a:cubicBezTo>
                    <a:pt x="461" y="281"/>
                    <a:pt x="463" y="287"/>
                    <a:pt x="465" y="290"/>
                  </a:cubicBezTo>
                  <a:cubicBezTo>
                    <a:pt x="467" y="292"/>
                    <a:pt x="471" y="296"/>
                    <a:pt x="473" y="30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4"/>
            <p:cNvSpPr>
              <a:spLocks/>
            </p:cNvSpPr>
            <p:nvPr/>
          </p:nvSpPr>
          <p:spPr bwMode="auto">
            <a:xfrm>
              <a:off x="4851400" y="2101851"/>
              <a:ext cx="938212" cy="865188"/>
            </a:xfrm>
            <a:custGeom>
              <a:avLst/>
              <a:gdLst/>
              <a:ahLst/>
              <a:cxnLst>
                <a:cxn ang="0">
                  <a:pos x="623" y="428"/>
                </a:cxn>
                <a:cxn ang="0">
                  <a:pos x="636" y="480"/>
                </a:cxn>
                <a:cxn ang="0">
                  <a:pos x="608" y="492"/>
                </a:cxn>
                <a:cxn ang="0">
                  <a:pos x="578" y="533"/>
                </a:cxn>
                <a:cxn ang="0">
                  <a:pos x="545" y="560"/>
                </a:cxn>
                <a:cxn ang="0">
                  <a:pos x="514" y="582"/>
                </a:cxn>
                <a:cxn ang="0">
                  <a:pos x="477" y="592"/>
                </a:cxn>
                <a:cxn ang="0">
                  <a:pos x="446" y="562"/>
                </a:cxn>
                <a:cxn ang="0">
                  <a:pos x="420" y="550"/>
                </a:cxn>
                <a:cxn ang="0">
                  <a:pos x="405" y="541"/>
                </a:cxn>
                <a:cxn ang="0">
                  <a:pos x="357" y="542"/>
                </a:cxn>
                <a:cxn ang="0">
                  <a:pos x="314" y="494"/>
                </a:cxn>
                <a:cxn ang="0">
                  <a:pos x="268" y="502"/>
                </a:cxn>
                <a:cxn ang="0">
                  <a:pos x="205" y="499"/>
                </a:cxn>
                <a:cxn ang="0">
                  <a:pos x="175" y="485"/>
                </a:cxn>
                <a:cxn ang="0">
                  <a:pos x="148" y="440"/>
                </a:cxn>
                <a:cxn ang="0">
                  <a:pos x="153" y="402"/>
                </a:cxn>
                <a:cxn ang="0">
                  <a:pos x="169" y="382"/>
                </a:cxn>
                <a:cxn ang="0">
                  <a:pos x="158" y="318"/>
                </a:cxn>
                <a:cxn ang="0">
                  <a:pos x="126" y="283"/>
                </a:cxn>
                <a:cxn ang="0">
                  <a:pos x="95" y="297"/>
                </a:cxn>
                <a:cxn ang="0">
                  <a:pos x="54" y="277"/>
                </a:cxn>
                <a:cxn ang="0">
                  <a:pos x="36" y="261"/>
                </a:cxn>
                <a:cxn ang="0">
                  <a:pos x="14" y="217"/>
                </a:cxn>
                <a:cxn ang="0">
                  <a:pos x="23" y="202"/>
                </a:cxn>
                <a:cxn ang="0">
                  <a:pos x="44" y="199"/>
                </a:cxn>
                <a:cxn ang="0">
                  <a:pos x="68" y="191"/>
                </a:cxn>
                <a:cxn ang="0">
                  <a:pos x="116" y="172"/>
                </a:cxn>
                <a:cxn ang="0">
                  <a:pos x="97" y="159"/>
                </a:cxn>
                <a:cxn ang="0">
                  <a:pos x="73" y="146"/>
                </a:cxn>
                <a:cxn ang="0">
                  <a:pos x="82" y="121"/>
                </a:cxn>
                <a:cxn ang="0">
                  <a:pos x="44" y="67"/>
                </a:cxn>
                <a:cxn ang="0">
                  <a:pos x="3" y="43"/>
                </a:cxn>
                <a:cxn ang="0">
                  <a:pos x="13" y="33"/>
                </a:cxn>
                <a:cxn ang="0">
                  <a:pos x="39" y="38"/>
                </a:cxn>
                <a:cxn ang="0">
                  <a:pos x="60" y="19"/>
                </a:cxn>
                <a:cxn ang="0">
                  <a:pos x="84" y="9"/>
                </a:cxn>
                <a:cxn ang="0">
                  <a:pos x="123" y="24"/>
                </a:cxn>
                <a:cxn ang="0">
                  <a:pos x="149" y="7"/>
                </a:cxn>
                <a:cxn ang="0">
                  <a:pos x="192" y="24"/>
                </a:cxn>
                <a:cxn ang="0">
                  <a:pos x="195" y="63"/>
                </a:cxn>
                <a:cxn ang="0">
                  <a:pos x="172" y="96"/>
                </a:cxn>
                <a:cxn ang="0">
                  <a:pos x="195" y="141"/>
                </a:cxn>
                <a:cxn ang="0">
                  <a:pos x="217" y="136"/>
                </a:cxn>
                <a:cxn ang="0">
                  <a:pos x="250" y="148"/>
                </a:cxn>
                <a:cxn ang="0">
                  <a:pos x="283" y="170"/>
                </a:cxn>
                <a:cxn ang="0">
                  <a:pos x="310" y="181"/>
                </a:cxn>
                <a:cxn ang="0">
                  <a:pos x="332" y="188"/>
                </a:cxn>
                <a:cxn ang="0">
                  <a:pos x="345" y="183"/>
                </a:cxn>
                <a:cxn ang="0">
                  <a:pos x="361" y="178"/>
                </a:cxn>
                <a:cxn ang="0">
                  <a:pos x="377" y="148"/>
                </a:cxn>
                <a:cxn ang="0">
                  <a:pos x="416" y="142"/>
                </a:cxn>
                <a:cxn ang="0">
                  <a:pos x="455" y="173"/>
                </a:cxn>
                <a:cxn ang="0">
                  <a:pos x="457" y="200"/>
                </a:cxn>
                <a:cxn ang="0">
                  <a:pos x="485" y="227"/>
                </a:cxn>
                <a:cxn ang="0">
                  <a:pos x="459" y="231"/>
                </a:cxn>
                <a:cxn ang="0">
                  <a:pos x="448" y="238"/>
                </a:cxn>
                <a:cxn ang="0">
                  <a:pos x="453" y="260"/>
                </a:cxn>
                <a:cxn ang="0">
                  <a:pos x="463" y="294"/>
                </a:cxn>
                <a:cxn ang="0">
                  <a:pos x="512" y="314"/>
                </a:cxn>
                <a:cxn ang="0">
                  <a:pos x="573" y="332"/>
                </a:cxn>
                <a:cxn ang="0">
                  <a:pos x="605" y="318"/>
                </a:cxn>
                <a:cxn ang="0">
                  <a:pos x="633" y="357"/>
                </a:cxn>
              </a:cxnLst>
              <a:rect l="0" t="0" r="r" b="b"/>
              <a:pathLst>
                <a:path w="642" h="593">
                  <a:moveTo>
                    <a:pt x="640" y="368"/>
                  </a:moveTo>
                  <a:cubicBezTo>
                    <a:pt x="642" y="374"/>
                    <a:pt x="642" y="387"/>
                    <a:pt x="641" y="393"/>
                  </a:cubicBezTo>
                  <a:cubicBezTo>
                    <a:pt x="640" y="398"/>
                    <a:pt x="638" y="408"/>
                    <a:pt x="636" y="413"/>
                  </a:cubicBezTo>
                  <a:cubicBezTo>
                    <a:pt x="634" y="417"/>
                    <a:pt x="626" y="424"/>
                    <a:pt x="623" y="428"/>
                  </a:cubicBezTo>
                  <a:cubicBezTo>
                    <a:pt x="620" y="432"/>
                    <a:pt x="616" y="441"/>
                    <a:pt x="615" y="446"/>
                  </a:cubicBezTo>
                  <a:cubicBezTo>
                    <a:pt x="615" y="450"/>
                    <a:pt x="616" y="458"/>
                    <a:pt x="618" y="461"/>
                  </a:cubicBezTo>
                  <a:cubicBezTo>
                    <a:pt x="619" y="463"/>
                    <a:pt x="622" y="467"/>
                    <a:pt x="624" y="469"/>
                  </a:cubicBezTo>
                  <a:cubicBezTo>
                    <a:pt x="627" y="472"/>
                    <a:pt x="635" y="476"/>
                    <a:pt x="636" y="480"/>
                  </a:cubicBezTo>
                  <a:cubicBezTo>
                    <a:pt x="638" y="485"/>
                    <a:pt x="636" y="495"/>
                    <a:pt x="632" y="498"/>
                  </a:cubicBezTo>
                  <a:cubicBezTo>
                    <a:pt x="631" y="499"/>
                    <a:pt x="626" y="498"/>
                    <a:pt x="625" y="498"/>
                  </a:cubicBezTo>
                  <a:cubicBezTo>
                    <a:pt x="623" y="497"/>
                    <a:pt x="619" y="496"/>
                    <a:pt x="617" y="495"/>
                  </a:cubicBezTo>
                  <a:cubicBezTo>
                    <a:pt x="615" y="494"/>
                    <a:pt x="611" y="492"/>
                    <a:pt x="608" y="492"/>
                  </a:cubicBezTo>
                  <a:cubicBezTo>
                    <a:pt x="606" y="492"/>
                    <a:pt x="603" y="495"/>
                    <a:pt x="602" y="496"/>
                  </a:cubicBezTo>
                  <a:cubicBezTo>
                    <a:pt x="599" y="499"/>
                    <a:pt x="597" y="506"/>
                    <a:pt x="596" y="510"/>
                  </a:cubicBezTo>
                  <a:cubicBezTo>
                    <a:pt x="594" y="514"/>
                    <a:pt x="591" y="522"/>
                    <a:pt x="589" y="525"/>
                  </a:cubicBezTo>
                  <a:cubicBezTo>
                    <a:pt x="587" y="528"/>
                    <a:pt x="581" y="532"/>
                    <a:pt x="578" y="533"/>
                  </a:cubicBezTo>
                  <a:cubicBezTo>
                    <a:pt x="575" y="534"/>
                    <a:pt x="568" y="532"/>
                    <a:pt x="565" y="534"/>
                  </a:cubicBezTo>
                  <a:cubicBezTo>
                    <a:pt x="562" y="536"/>
                    <a:pt x="559" y="544"/>
                    <a:pt x="557" y="547"/>
                  </a:cubicBezTo>
                  <a:cubicBezTo>
                    <a:pt x="555" y="548"/>
                    <a:pt x="550" y="549"/>
                    <a:pt x="549" y="551"/>
                  </a:cubicBezTo>
                  <a:cubicBezTo>
                    <a:pt x="547" y="553"/>
                    <a:pt x="545" y="558"/>
                    <a:pt x="545" y="560"/>
                  </a:cubicBezTo>
                  <a:cubicBezTo>
                    <a:pt x="545" y="563"/>
                    <a:pt x="547" y="568"/>
                    <a:pt x="546" y="570"/>
                  </a:cubicBezTo>
                  <a:cubicBezTo>
                    <a:pt x="546" y="573"/>
                    <a:pt x="542" y="579"/>
                    <a:pt x="539" y="581"/>
                  </a:cubicBezTo>
                  <a:cubicBezTo>
                    <a:pt x="538" y="582"/>
                    <a:pt x="533" y="583"/>
                    <a:pt x="531" y="583"/>
                  </a:cubicBezTo>
                  <a:cubicBezTo>
                    <a:pt x="527" y="584"/>
                    <a:pt x="518" y="583"/>
                    <a:pt x="514" y="582"/>
                  </a:cubicBezTo>
                  <a:cubicBezTo>
                    <a:pt x="511" y="582"/>
                    <a:pt x="506" y="580"/>
                    <a:pt x="503" y="581"/>
                  </a:cubicBezTo>
                  <a:cubicBezTo>
                    <a:pt x="499" y="581"/>
                    <a:pt x="491" y="582"/>
                    <a:pt x="488" y="584"/>
                  </a:cubicBezTo>
                  <a:cubicBezTo>
                    <a:pt x="486" y="586"/>
                    <a:pt x="484" y="590"/>
                    <a:pt x="483" y="593"/>
                  </a:cubicBezTo>
                  <a:cubicBezTo>
                    <a:pt x="481" y="593"/>
                    <a:pt x="479" y="592"/>
                    <a:pt x="477" y="592"/>
                  </a:cubicBezTo>
                  <a:cubicBezTo>
                    <a:pt x="474" y="591"/>
                    <a:pt x="466" y="591"/>
                    <a:pt x="463" y="590"/>
                  </a:cubicBezTo>
                  <a:cubicBezTo>
                    <a:pt x="459" y="589"/>
                    <a:pt x="451" y="586"/>
                    <a:pt x="449" y="584"/>
                  </a:cubicBezTo>
                  <a:cubicBezTo>
                    <a:pt x="447" y="582"/>
                    <a:pt x="444" y="578"/>
                    <a:pt x="444" y="576"/>
                  </a:cubicBezTo>
                  <a:cubicBezTo>
                    <a:pt x="443" y="573"/>
                    <a:pt x="446" y="566"/>
                    <a:pt x="446" y="562"/>
                  </a:cubicBezTo>
                  <a:cubicBezTo>
                    <a:pt x="445" y="560"/>
                    <a:pt x="444" y="555"/>
                    <a:pt x="443" y="553"/>
                  </a:cubicBezTo>
                  <a:cubicBezTo>
                    <a:pt x="442" y="551"/>
                    <a:pt x="438" y="548"/>
                    <a:pt x="436" y="548"/>
                  </a:cubicBezTo>
                  <a:cubicBezTo>
                    <a:pt x="434" y="547"/>
                    <a:pt x="431" y="547"/>
                    <a:pt x="429" y="547"/>
                  </a:cubicBezTo>
                  <a:cubicBezTo>
                    <a:pt x="427" y="547"/>
                    <a:pt x="422" y="549"/>
                    <a:pt x="420" y="550"/>
                  </a:cubicBezTo>
                  <a:cubicBezTo>
                    <a:pt x="420" y="550"/>
                    <a:pt x="419" y="552"/>
                    <a:pt x="418" y="553"/>
                  </a:cubicBezTo>
                  <a:cubicBezTo>
                    <a:pt x="416" y="553"/>
                    <a:pt x="414" y="552"/>
                    <a:pt x="412" y="551"/>
                  </a:cubicBezTo>
                  <a:cubicBezTo>
                    <a:pt x="411" y="550"/>
                    <a:pt x="409" y="548"/>
                    <a:pt x="408" y="547"/>
                  </a:cubicBezTo>
                  <a:cubicBezTo>
                    <a:pt x="407" y="546"/>
                    <a:pt x="407" y="542"/>
                    <a:pt x="405" y="541"/>
                  </a:cubicBezTo>
                  <a:cubicBezTo>
                    <a:pt x="404" y="540"/>
                    <a:pt x="402" y="541"/>
                    <a:pt x="401" y="541"/>
                  </a:cubicBezTo>
                  <a:cubicBezTo>
                    <a:pt x="400" y="541"/>
                    <a:pt x="398" y="543"/>
                    <a:pt x="396" y="544"/>
                  </a:cubicBezTo>
                  <a:cubicBezTo>
                    <a:pt x="393" y="545"/>
                    <a:pt x="386" y="546"/>
                    <a:pt x="383" y="546"/>
                  </a:cubicBezTo>
                  <a:cubicBezTo>
                    <a:pt x="376" y="546"/>
                    <a:pt x="363" y="544"/>
                    <a:pt x="357" y="542"/>
                  </a:cubicBezTo>
                  <a:cubicBezTo>
                    <a:pt x="354" y="541"/>
                    <a:pt x="349" y="537"/>
                    <a:pt x="346" y="535"/>
                  </a:cubicBezTo>
                  <a:cubicBezTo>
                    <a:pt x="343" y="532"/>
                    <a:pt x="337" y="526"/>
                    <a:pt x="334" y="522"/>
                  </a:cubicBezTo>
                  <a:cubicBezTo>
                    <a:pt x="331" y="518"/>
                    <a:pt x="327" y="508"/>
                    <a:pt x="323" y="504"/>
                  </a:cubicBezTo>
                  <a:cubicBezTo>
                    <a:pt x="321" y="501"/>
                    <a:pt x="317" y="496"/>
                    <a:pt x="314" y="494"/>
                  </a:cubicBezTo>
                  <a:cubicBezTo>
                    <a:pt x="312" y="492"/>
                    <a:pt x="307" y="489"/>
                    <a:pt x="305" y="488"/>
                  </a:cubicBezTo>
                  <a:cubicBezTo>
                    <a:pt x="301" y="487"/>
                    <a:pt x="294" y="487"/>
                    <a:pt x="291" y="488"/>
                  </a:cubicBezTo>
                  <a:cubicBezTo>
                    <a:pt x="289" y="489"/>
                    <a:pt x="284" y="491"/>
                    <a:pt x="282" y="493"/>
                  </a:cubicBezTo>
                  <a:cubicBezTo>
                    <a:pt x="278" y="495"/>
                    <a:pt x="272" y="500"/>
                    <a:pt x="268" y="502"/>
                  </a:cubicBezTo>
                  <a:cubicBezTo>
                    <a:pt x="265" y="504"/>
                    <a:pt x="259" y="507"/>
                    <a:pt x="255" y="507"/>
                  </a:cubicBezTo>
                  <a:cubicBezTo>
                    <a:pt x="252" y="508"/>
                    <a:pt x="245" y="508"/>
                    <a:pt x="242" y="507"/>
                  </a:cubicBezTo>
                  <a:cubicBezTo>
                    <a:pt x="237" y="507"/>
                    <a:pt x="226" y="504"/>
                    <a:pt x="221" y="503"/>
                  </a:cubicBezTo>
                  <a:cubicBezTo>
                    <a:pt x="217" y="502"/>
                    <a:pt x="209" y="500"/>
                    <a:pt x="205" y="499"/>
                  </a:cubicBezTo>
                  <a:cubicBezTo>
                    <a:pt x="203" y="499"/>
                    <a:pt x="199" y="500"/>
                    <a:pt x="197" y="500"/>
                  </a:cubicBezTo>
                  <a:cubicBezTo>
                    <a:pt x="195" y="500"/>
                    <a:pt x="191" y="502"/>
                    <a:pt x="189" y="501"/>
                  </a:cubicBezTo>
                  <a:cubicBezTo>
                    <a:pt x="187" y="500"/>
                    <a:pt x="184" y="497"/>
                    <a:pt x="182" y="496"/>
                  </a:cubicBezTo>
                  <a:cubicBezTo>
                    <a:pt x="180" y="493"/>
                    <a:pt x="176" y="488"/>
                    <a:pt x="175" y="485"/>
                  </a:cubicBezTo>
                  <a:cubicBezTo>
                    <a:pt x="173" y="481"/>
                    <a:pt x="172" y="473"/>
                    <a:pt x="171" y="469"/>
                  </a:cubicBezTo>
                  <a:cubicBezTo>
                    <a:pt x="170" y="466"/>
                    <a:pt x="169" y="459"/>
                    <a:pt x="167" y="456"/>
                  </a:cubicBezTo>
                  <a:cubicBezTo>
                    <a:pt x="165" y="454"/>
                    <a:pt x="160" y="450"/>
                    <a:pt x="158" y="448"/>
                  </a:cubicBezTo>
                  <a:cubicBezTo>
                    <a:pt x="156" y="446"/>
                    <a:pt x="150" y="443"/>
                    <a:pt x="148" y="440"/>
                  </a:cubicBezTo>
                  <a:cubicBezTo>
                    <a:pt x="147" y="438"/>
                    <a:pt x="145" y="432"/>
                    <a:pt x="145" y="429"/>
                  </a:cubicBezTo>
                  <a:cubicBezTo>
                    <a:pt x="144" y="426"/>
                    <a:pt x="143" y="420"/>
                    <a:pt x="144" y="418"/>
                  </a:cubicBezTo>
                  <a:cubicBezTo>
                    <a:pt x="145" y="415"/>
                    <a:pt x="151" y="409"/>
                    <a:pt x="151" y="408"/>
                  </a:cubicBezTo>
                  <a:cubicBezTo>
                    <a:pt x="152" y="408"/>
                    <a:pt x="153" y="403"/>
                    <a:pt x="153" y="402"/>
                  </a:cubicBezTo>
                  <a:cubicBezTo>
                    <a:pt x="152" y="400"/>
                    <a:pt x="149" y="398"/>
                    <a:pt x="149" y="396"/>
                  </a:cubicBezTo>
                  <a:cubicBezTo>
                    <a:pt x="149" y="394"/>
                    <a:pt x="151" y="390"/>
                    <a:pt x="152" y="389"/>
                  </a:cubicBezTo>
                  <a:cubicBezTo>
                    <a:pt x="154" y="388"/>
                    <a:pt x="159" y="388"/>
                    <a:pt x="162" y="387"/>
                  </a:cubicBezTo>
                  <a:cubicBezTo>
                    <a:pt x="164" y="386"/>
                    <a:pt x="167" y="383"/>
                    <a:pt x="169" y="382"/>
                  </a:cubicBezTo>
                  <a:cubicBezTo>
                    <a:pt x="171" y="378"/>
                    <a:pt x="175" y="370"/>
                    <a:pt x="175" y="366"/>
                  </a:cubicBezTo>
                  <a:cubicBezTo>
                    <a:pt x="176" y="361"/>
                    <a:pt x="175" y="349"/>
                    <a:pt x="173" y="343"/>
                  </a:cubicBezTo>
                  <a:cubicBezTo>
                    <a:pt x="172" y="339"/>
                    <a:pt x="167" y="332"/>
                    <a:pt x="164" y="328"/>
                  </a:cubicBezTo>
                  <a:cubicBezTo>
                    <a:pt x="163" y="325"/>
                    <a:pt x="159" y="321"/>
                    <a:pt x="158" y="318"/>
                  </a:cubicBezTo>
                  <a:cubicBezTo>
                    <a:pt x="157" y="317"/>
                    <a:pt x="157" y="313"/>
                    <a:pt x="156" y="312"/>
                  </a:cubicBezTo>
                  <a:cubicBezTo>
                    <a:pt x="154" y="309"/>
                    <a:pt x="148" y="304"/>
                    <a:pt x="146" y="302"/>
                  </a:cubicBezTo>
                  <a:cubicBezTo>
                    <a:pt x="142" y="299"/>
                    <a:pt x="134" y="296"/>
                    <a:pt x="132" y="293"/>
                  </a:cubicBezTo>
                  <a:cubicBezTo>
                    <a:pt x="130" y="291"/>
                    <a:pt x="128" y="285"/>
                    <a:pt x="126" y="283"/>
                  </a:cubicBezTo>
                  <a:cubicBezTo>
                    <a:pt x="124" y="281"/>
                    <a:pt x="121" y="278"/>
                    <a:pt x="119" y="278"/>
                  </a:cubicBezTo>
                  <a:cubicBezTo>
                    <a:pt x="117" y="277"/>
                    <a:pt x="113" y="280"/>
                    <a:pt x="111" y="281"/>
                  </a:cubicBezTo>
                  <a:cubicBezTo>
                    <a:pt x="109" y="283"/>
                    <a:pt x="104" y="287"/>
                    <a:pt x="102" y="290"/>
                  </a:cubicBezTo>
                  <a:cubicBezTo>
                    <a:pt x="100" y="291"/>
                    <a:pt x="97" y="296"/>
                    <a:pt x="95" y="297"/>
                  </a:cubicBezTo>
                  <a:cubicBezTo>
                    <a:pt x="93" y="299"/>
                    <a:pt x="89" y="303"/>
                    <a:pt x="86" y="304"/>
                  </a:cubicBezTo>
                  <a:cubicBezTo>
                    <a:pt x="83" y="305"/>
                    <a:pt x="78" y="304"/>
                    <a:pt x="75" y="303"/>
                  </a:cubicBezTo>
                  <a:cubicBezTo>
                    <a:pt x="72" y="301"/>
                    <a:pt x="67" y="296"/>
                    <a:pt x="64" y="293"/>
                  </a:cubicBezTo>
                  <a:cubicBezTo>
                    <a:pt x="61" y="289"/>
                    <a:pt x="57" y="280"/>
                    <a:pt x="54" y="277"/>
                  </a:cubicBezTo>
                  <a:cubicBezTo>
                    <a:pt x="53" y="275"/>
                    <a:pt x="50" y="270"/>
                    <a:pt x="47" y="269"/>
                  </a:cubicBezTo>
                  <a:cubicBezTo>
                    <a:pt x="45" y="268"/>
                    <a:pt x="40" y="269"/>
                    <a:pt x="38" y="270"/>
                  </a:cubicBezTo>
                  <a:cubicBezTo>
                    <a:pt x="37" y="270"/>
                    <a:pt x="37" y="270"/>
                    <a:pt x="36" y="270"/>
                  </a:cubicBezTo>
                  <a:cubicBezTo>
                    <a:pt x="36" y="267"/>
                    <a:pt x="36" y="263"/>
                    <a:pt x="36" y="261"/>
                  </a:cubicBezTo>
                  <a:cubicBezTo>
                    <a:pt x="37" y="258"/>
                    <a:pt x="36" y="251"/>
                    <a:pt x="36" y="248"/>
                  </a:cubicBezTo>
                  <a:cubicBezTo>
                    <a:pt x="34" y="244"/>
                    <a:pt x="30" y="236"/>
                    <a:pt x="28" y="232"/>
                  </a:cubicBezTo>
                  <a:cubicBezTo>
                    <a:pt x="26" y="230"/>
                    <a:pt x="21" y="225"/>
                    <a:pt x="19" y="222"/>
                  </a:cubicBezTo>
                  <a:cubicBezTo>
                    <a:pt x="18" y="221"/>
                    <a:pt x="13" y="219"/>
                    <a:pt x="14" y="217"/>
                  </a:cubicBezTo>
                  <a:cubicBezTo>
                    <a:pt x="14" y="216"/>
                    <a:pt x="18" y="216"/>
                    <a:pt x="19" y="216"/>
                  </a:cubicBezTo>
                  <a:cubicBezTo>
                    <a:pt x="20" y="216"/>
                    <a:pt x="22" y="217"/>
                    <a:pt x="22" y="216"/>
                  </a:cubicBezTo>
                  <a:cubicBezTo>
                    <a:pt x="23" y="215"/>
                    <a:pt x="20" y="212"/>
                    <a:pt x="20" y="211"/>
                  </a:cubicBezTo>
                  <a:cubicBezTo>
                    <a:pt x="20" y="208"/>
                    <a:pt x="22" y="204"/>
                    <a:pt x="23" y="202"/>
                  </a:cubicBezTo>
                  <a:cubicBezTo>
                    <a:pt x="24" y="201"/>
                    <a:pt x="25" y="200"/>
                    <a:pt x="26" y="199"/>
                  </a:cubicBezTo>
                  <a:cubicBezTo>
                    <a:pt x="27" y="200"/>
                    <a:pt x="28" y="201"/>
                    <a:pt x="29" y="201"/>
                  </a:cubicBezTo>
                  <a:cubicBezTo>
                    <a:pt x="31" y="202"/>
                    <a:pt x="35" y="203"/>
                    <a:pt x="37" y="203"/>
                  </a:cubicBezTo>
                  <a:cubicBezTo>
                    <a:pt x="39" y="202"/>
                    <a:pt x="42" y="200"/>
                    <a:pt x="44" y="199"/>
                  </a:cubicBezTo>
                  <a:cubicBezTo>
                    <a:pt x="46" y="198"/>
                    <a:pt x="49" y="197"/>
                    <a:pt x="50" y="197"/>
                  </a:cubicBezTo>
                  <a:cubicBezTo>
                    <a:pt x="52" y="196"/>
                    <a:pt x="54" y="195"/>
                    <a:pt x="55" y="194"/>
                  </a:cubicBezTo>
                  <a:cubicBezTo>
                    <a:pt x="56" y="193"/>
                    <a:pt x="58" y="192"/>
                    <a:pt x="59" y="190"/>
                  </a:cubicBezTo>
                  <a:cubicBezTo>
                    <a:pt x="62" y="190"/>
                    <a:pt x="66" y="191"/>
                    <a:pt x="68" y="191"/>
                  </a:cubicBezTo>
                  <a:cubicBezTo>
                    <a:pt x="73" y="190"/>
                    <a:pt x="82" y="190"/>
                    <a:pt x="87" y="189"/>
                  </a:cubicBezTo>
                  <a:cubicBezTo>
                    <a:pt x="90" y="189"/>
                    <a:pt x="97" y="187"/>
                    <a:pt x="100" y="186"/>
                  </a:cubicBezTo>
                  <a:cubicBezTo>
                    <a:pt x="104" y="185"/>
                    <a:pt x="111" y="182"/>
                    <a:pt x="114" y="179"/>
                  </a:cubicBezTo>
                  <a:cubicBezTo>
                    <a:pt x="115" y="178"/>
                    <a:pt x="116" y="174"/>
                    <a:pt x="116" y="172"/>
                  </a:cubicBezTo>
                  <a:cubicBezTo>
                    <a:pt x="116" y="170"/>
                    <a:pt x="114" y="166"/>
                    <a:pt x="113" y="164"/>
                  </a:cubicBezTo>
                  <a:cubicBezTo>
                    <a:pt x="111" y="162"/>
                    <a:pt x="105" y="160"/>
                    <a:pt x="102" y="160"/>
                  </a:cubicBezTo>
                  <a:cubicBezTo>
                    <a:pt x="101" y="159"/>
                    <a:pt x="98" y="158"/>
                    <a:pt x="97" y="159"/>
                  </a:cubicBezTo>
                  <a:cubicBezTo>
                    <a:pt x="97" y="159"/>
                    <a:pt x="97" y="159"/>
                    <a:pt x="97" y="159"/>
                  </a:cubicBezTo>
                  <a:cubicBezTo>
                    <a:pt x="96" y="158"/>
                    <a:pt x="93" y="156"/>
                    <a:pt x="91" y="155"/>
                  </a:cubicBezTo>
                  <a:cubicBezTo>
                    <a:pt x="89" y="154"/>
                    <a:pt x="85" y="152"/>
                    <a:pt x="83" y="152"/>
                  </a:cubicBezTo>
                  <a:cubicBezTo>
                    <a:pt x="81" y="151"/>
                    <a:pt x="77" y="152"/>
                    <a:pt x="76" y="151"/>
                  </a:cubicBezTo>
                  <a:cubicBezTo>
                    <a:pt x="75" y="150"/>
                    <a:pt x="73" y="147"/>
                    <a:pt x="73" y="146"/>
                  </a:cubicBezTo>
                  <a:cubicBezTo>
                    <a:pt x="72" y="145"/>
                    <a:pt x="73" y="142"/>
                    <a:pt x="74" y="141"/>
                  </a:cubicBezTo>
                  <a:cubicBezTo>
                    <a:pt x="74" y="140"/>
                    <a:pt x="76" y="139"/>
                    <a:pt x="77" y="138"/>
                  </a:cubicBezTo>
                  <a:cubicBezTo>
                    <a:pt x="78" y="137"/>
                    <a:pt x="82" y="135"/>
                    <a:pt x="83" y="134"/>
                  </a:cubicBezTo>
                  <a:cubicBezTo>
                    <a:pt x="84" y="131"/>
                    <a:pt x="83" y="124"/>
                    <a:pt x="82" y="121"/>
                  </a:cubicBezTo>
                  <a:cubicBezTo>
                    <a:pt x="81" y="117"/>
                    <a:pt x="77" y="109"/>
                    <a:pt x="74" y="105"/>
                  </a:cubicBezTo>
                  <a:cubicBezTo>
                    <a:pt x="72" y="100"/>
                    <a:pt x="68" y="92"/>
                    <a:pt x="66" y="89"/>
                  </a:cubicBezTo>
                  <a:cubicBezTo>
                    <a:pt x="64" y="84"/>
                    <a:pt x="59" y="75"/>
                    <a:pt x="55" y="72"/>
                  </a:cubicBezTo>
                  <a:cubicBezTo>
                    <a:pt x="53" y="70"/>
                    <a:pt x="47" y="68"/>
                    <a:pt x="44" y="67"/>
                  </a:cubicBezTo>
                  <a:cubicBezTo>
                    <a:pt x="42" y="66"/>
                    <a:pt x="37" y="62"/>
                    <a:pt x="34" y="61"/>
                  </a:cubicBezTo>
                  <a:cubicBezTo>
                    <a:pt x="31" y="60"/>
                    <a:pt x="24" y="58"/>
                    <a:pt x="21" y="57"/>
                  </a:cubicBezTo>
                  <a:cubicBezTo>
                    <a:pt x="18" y="56"/>
                    <a:pt x="11" y="54"/>
                    <a:pt x="9" y="51"/>
                  </a:cubicBezTo>
                  <a:cubicBezTo>
                    <a:pt x="7" y="50"/>
                    <a:pt x="4" y="43"/>
                    <a:pt x="3" y="43"/>
                  </a:cubicBezTo>
                  <a:cubicBezTo>
                    <a:pt x="3" y="43"/>
                    <a:pt x="2" y="41"/>
                    <a:pt x="0" y="39"/>
                  </a:cubicBezTo>
                  <a:cubicBezTo>
                    <a:pt x="1" y="38"/>
                    <a:pt x="2" y="37"/>
                    <a:pt x="2" y="37"/>
                  </a:cubicBezTo>
                  <a:cubicBezTo>
                    <a:pt x="4" y="36"/>
                    <a:pt x="8" y="38"/>
                    <a:pt x="10" y="37"/>
                  </a:cubicBezTo>
                  <a:cubicBezTo>
                    <a:pt x="11" y="36"/>
                    <a:pt x="12" y="34"/>
                    <a:pt x="13" y="33"/>
                  </a:cubicBezTo>
                  <a:cubicBezTo>
                    <a:pt x="14" y="32"/>
                    <a:pt x="18" y="32"/>
                    <a:pt x="20" y="32"/>
                  </a:cubicBezTo>
                  <a:cubicBezTo>
                    <a:pt x="22" y="32"/>
                    <a:pt x="25" y="34"/>
                    <a:pt x="27" y="35"/>
                  </a:cubicBezTo>
                  <a:cubicBezTo>
                    <a:pt x="28" y="36"/>
                    <a:pt x="31" y="38"/>
                    <a:pt x="32" y="39"/>
                  </a:cubicBezTo>
                  <a:cubicBezTo>
                    <a:pt x="34" y="39"/>
                    <a:pt x="38" y="38"/>
                    <a:pt x="39" y="38"/>
                  </a:cubicBezTo>
                  <a:cubicBezTo>
                    <a:pt x="41" y="37"/>
                    <a:pt x="44" y="35"/>
                    <a:pt x="45" y="34"/>
                  </a:cubicBezTo>
                  <a:cubicBezTo>
                    <a:pt x="47" y="34"/>
                    <a:pt x="49" y="32"/>
                    <a:pt x="51" y="31"/>
                  </a:cubicBezTo>
                  <a:cubicBezTo>
                    <a:pt x="52" y="30"/>
                    <a:pt x="55" y="26"/>
                    <a:pt x="56" y="24"/>
                  </a:cubicBezTo>
                  <a:cubicBezTo>
                    <a:pt x="57" y="23"/>
                    <a:pt x="59" y="20"/>
                    <a:pt x="60" y="19"/>
                  </a:cubicBezTo>
                  <a:cubicBezTo>
                    <a:pt x="61" y="18"/>
                    <a:pt x="65" y="16"/>
                    <a:pt x="67" y="16"/>
                  </a:cubicBezTo>
                  <a:cubicBezTo>
                    <a:pt x="69" y="15"/>
                    <a:pt x="73" y="16"/>
                    <a:pt x="75" y="15"/>
                  </a:cubicBezTo>
                  <a:cubicBezTo>
                    <a:pt x="77" y="14"/>
                    <a:pt x="79" y="11"/>
                    <a:pt x="81" y="10"/>
                  </a:cubicBezTo>
                  <a:cubicBezTo>
                    <a:pt x="81" y="10"/>
                    <a:pt x="83" y="9"/>
                    <a:pt x="84" y="9"/>
                  </a:cubicBezTo>
                  <a:cubicBezTo>
                    <a:pt x="86" y="9"/>
                    <a:pt x="89" y="13"/>
                    <a:pt x="91" y="14"/>
                  </a:cubicBezTo>
                  <a:cubicBezTo>
                    <a:pt x="93" y="15"/>
                    <a:pt x="97" y="18"/>
                    <a:pt x="99" y="19"/>
                  </a:cubicBezTo>
                  <a:cubicBezTo>
                    <a:pt x="102" y="21"/>
                    <a:pt x="108" y="25"/>
                    <a:pt x="111" y="26"/>
                  </a:cubicBezTo>
                  <a:cubicBezTo>
                    <a:pt x="114" y="26"/>
                    <a:pt x="120" y="25"/>
                    <a:pt x="123" y="24"/>
                  </a:cubicBezTo>
                  <a:cubicBezTo>
                    <a:pt x="124" y="22"/>
                    <a:pt x="126" y="18"/>
                    <a:pt x="127" y="16"/>
                  </a:cubicBezTo>
                  <a:cubicBezTo>
                    <a:pt x="128" y="13"/>
                    <a:pt x="129" y="8"/>
                    <a:pt x="131" y="7"/>
                  </a:cubicBezTo>
                  <a:cubicBezTo>
                    <a:pt x="133" y="6"/>
                    <a:pt x="138" y="7"/>
                    <a:pt x="140" y="7"/>
                  </a:cubicBezTo>
                  <a:cubicBezTo>
                    <a:pt x="142" y="7"/>
                    <a:pt x="147" y="7"/>
                    <a:pt x="149" y="7"/>
                  </a:cubicBezTo>
                  <a:cubicBezTo>
                    <a:pt x="151" y="6"/>
                    <a:pt x="154" y="5"/>
                    <a:pt x="156" y="4"/>
                  </a:cubicBezTo>
                  <a:cubicBezTo>
                    <a:pt x="159" y="3"/>
                    <a:pt x="165" y="1"/>
                    <a:pt x="168" y="0"/>
                  </a:cubicBezTo>
                  <a:cubicBezTo>
                    <a:pt x="170" y="3"/>
                    <a:pt x="173" y="6"/>
                    <a:pt x="174" y="7"/>
                  </a:cubicBezTo>
                  <a:cubicBezTo>
                    <a:pt x="178" y="12"/>
                    <a:pt x="188" y="19"/>
                    <a:pt x="192" y="24"/>
                  </a:cubicBezTo>
                  <a:cubicBezTo>
                    <a:pt x="195" y="26"/>
                    <a:pt x="201" y="31"/>
                    <a:pt x="203" y="35"/>
                  </a:cubicBezTo>
                  <a:cubicBezTo>
                    <a:pt x="205" y="38"/>
                    <a:pt x="207" y="44"/>
                    <a:pt x="207" y="47"/>
                  </a:cubicBezTo>
                  <a:cubicBezTo>
                    <a:pt x="207" y="50"/>
                    <a:pt x="204" y="55"/>
                    <a:pt x="203" y="57"/>
                  </a:cubicBezTo>
                  <a:cubicBezTo>
                    <a:pt x="201" y="59"/>
                    <a:pt x="197" y="62"/>
                    <a:pt x="195" y="63"/>
                  </a:cubicBezTo>
                  <a:cubicBezTo>
                    <a:pt x="193" y="64"/>
                    <a:pt x="187" y="66"/>
                    <a:pt x="184" y="67"/>
                  </a:cubicBezTo>
                  <a:cubicBezTo>
                    <a:pt x="182" y="69"/>
                    <a:pt x="178" y="71"/>
                    <a:pt x="176" y="73"/>
                  </a:cubicBezTo>
                  <a:cubicBezTo>
                    <a:pt x="174" y="75"/>
                    <a:pt x="172" y="79"/>
                    <a:pt x="171" y="81"/>
                  </a:cubicBezTo>
                  <a:cubicBezTo>
                    <a:pt x="170" y="85"/>
                    <a:pt x="171" y="92"/>
                    <a:pt x="172" y="96"/>
                  </a:cubicBezTo>
                  <a:cubicBezTo>
                    <a:pt x="173" y="101"/>
                    <a:pt x="177" y="111"/>
                    <a:pt x="178" y="116"/>
                  </a:cubicBezTo>
                  <a:cubicBezTo>
                    <a:pt x="179" y="118"/>
                    <a:pt x="181" y="123"/>
                    <a:pt x="182" y="126"/>
                  </a:cubicBezTo>
                  <a:cubicBezTo>
                    <a:pt x="183" y="128"/>
                    <a:pt x="186" y="133"/>
                    <a:pt x="188" y="135"/>
                  </a:cubicBezTo>
                  <a:cubicBezTo>
                    <a:pt x="190" y="137"/>
                    <a:pt x="193" y="141"/>
                    <a:pt x="195" y="141"/>
                  </a:cubicBezTo>
                  <a:cubicBezTo>
                    <a:pt x="197" y="142"/>
                    <a:pt x="200" y="141"/>
                    <a:pt x="201" y="140"/>
                  </a:cubicBezTo>
                  <a:cubicBezTo>
                    <a:pt x="202" y="139"/>
                    <a:pt x="203" y="136"/>
                    <a:pt x="204" y="135"/>
                  </a:cubicBezTo>
                  <a:cubicBezTo>
                    <a:pt x="205" y="134"/>
                    <a:pt x="209" y="133"/>
                    <a:pt x="211" y="134"/>
                  </a:cubicBezTo>
                  <a:cubicBezTo>
                    <a:pt x="213" y="134"/>
                    <a:pt x="216" y="135"/>
                    <a:pt x="217" y="136"/>
                  </a:cubicBezTo>
                  <a:cubicBezTo>
                    <a:pt x="219" y="138"/>
                    <a:pt x="223" y="142"/>
                    <a:pt x="225" y="143"/>
                  </a:cubicBezTo>
                  <a:cubicBezTo>
                    <a:pt x="227" y="145"/>
                    <a:pt x="230" y="148"/>
                    <a:pt x="232" y="149"/>
                  </a:cubicBezTo>
                  <a:cubicBezTo>
                    <a:pt x="235" y="150"/>
                    <a:pt x="240" y="151"/>
                    <a:pt x="243" y="150"/>
                  </a:cubicBezTo>
                  <a:cubicBezTo>
                    <a:pt x="245" y="150"/>
                    <a:pt x="249" y="148"/>
                    <a:pt x="250" y="148"/>
                  </a:cubicBezTo>
                  <a:cubicBezTo>
                    <a:pt x="253" y="148"/>
                    <a:pt x="259" y="149"/>
                    <a:pt x="261" y="150"/>
                  </a:cubicBezTo>
                  <a:cubicBezTo>
                    <a:pt x="263" y="151"/>
                    <a:pt x="267" y="154"/>
                    <a:pt x="268" y="155"/>
                  </a:cubicBezTo>
                  <a:cubicBezTo>
                    <a:pt x="271" y="156"/>
                    <a:pt x="275" y="160"/>
                    <a:pt x="277" y="162"/>
                  </a:cubicBezTo>
                  <a:cubicBezTo>
                    <a:pt x="279" y="164"/>
                    <a:pt x="281" y="168"/>
                    <a:pt x="283" y="170"/>
                  </a:cubicBezTo>
                  <a:cubicBezTo>
                    <a:pt x="285" y="173"/>
                    <a:pt x="289" y="180"/>
                    <a:pt x="291" y="183"/>
                  </a:cubicBezTo>
                  <a:cubicBezTo>
                    <a:pt x="293" y="184"/>
                    <a:pt x="296" y="188"/>
                    <a:pt x="298" y="188"/>
                  </a:cubicBezTo>
                  <a:cubicBezTo>
                    <a:pt x="300" y="188"/>
                    <a:pt x="304" y="187"/>
                    <a:pt x="306" y="187"/>
                  </a:cubicBezTo>
                  <a:cubicBezTo>
                    <a:pt x="307" y="186"/>
                    <a:pt x="309" y="182"/>
                    <a:pt x="310" y="181"/>
                  </a:cubicBezTo>
                  <a:cubicBezTo>
                    <a:pt x="311" y="180"/>
                    <a:pt x="314" y="178"/>
                    <a:pt x="316" y="178"/>
                  </a:cubicBezTo>
                  <a:cubicBezTo>
                    <a:pt x="318" y="178"/>
                    <a:pt x="321" y="181"/>
                    <a:pt x="322" y="182"/>
                  </a:cubicBezTo>
                  <a:cubicBezTo>
                    <a:pt x="323" y="183"/>
                    <a:pt x="324" y="186"/>
                    <a:pt x="325" y="187"/>
                  </a:cubicBezTo>
                  <a:cubicBezTo>
                    <a:pt x="327" y="188"/>
                    <a:pt x="330" y="189"/>
                    <a:pt x="332" y="188"/>
                  </a:cubicBezTo>
                  <a:cubicBezTo>
                    <a:pt x="333" y="188"/>
                    <a:pt x="334" y="187"/>
                    <a:pt x="335" y="186"/>
                  </a:cubicBezTo>
                  <a:cubicBezTo>
                    <a:pt x="336" y="185"/>
                    <a:pt x="335" y="182"/>
                    <a:pt x="336" y="182"/>
                  </a:cubicBezTo>
                  <a:cubicBezTo>
                    <a:pt x="337" y="181"/>
                    <a:pt x="339" y="181"/>
                    <a:pt x="340" y="181"/>
                  </a:cubicBezTo>
                  <a:cubicBezTo>
                    <a:pt x="341" y="181"/>
                    <a:pt x="344" y="182"/>
                    <a:pt x="345" y="183"/>
                  </a:cubicBezTo>
                  <a:cubicBezTo>
                    <a:pt x="347" y="184"/>
                    <a:pt x="349" y="187"/>
                    <a:pt x="351" y="188"/>
                  </a:cubicBezTo>
                  <a:cubicBezTo>
                    <a:pt x="352" y="188"/>
                    <a:pt x="355" y="189"/>
                    <a:pt x="357" y="189"/>
                  </a:cubicBezTo>
                  <a:cubicBezTo>
                    <a:pt x="358" y="189"/>
                    <a:pt x="361" y="187"/>
                    <a:pt x="361" y="185"/>
                  </a:cubicBezTo>
                  <a:cubicBezTo>
                    <a:pt x="362" y="184"/>
                    <a:pt x="362" y="180"/>
                    <a:pt x="361" y="178"/>
                  </a:cubicBezTo>
                  <a:cubicBezTo>
                    <a:pt x="361" y="176"/>
                    <a:pt x="359" y="171"/>
                    <a:pt x="359" y="169"/>
                  </a:cubicBezTo>
                  <a:cubicBezTo>
                    <a:pt x="360" y="167"/>
                    <a:pt x="362" y="160"/>
                    <a:pt x="362" y="160"/>
                  </a:cubicBezTo>
                  <a:cubicBezTo>
                    <a:pt x="363" y="160"/>
                    <a:pt x="366" y="155"/>
                    <a:pt x="368" y="153"/>
                  </a:cubicBezTo>
                  <a:cubicBezTo>
                    <a:pt x="370" y="151"/>
                    <a:pt x="375" y="149"/>
                    <a:pt x="377" y="148"/>
                  </a:cubicBezTo>
                  <a:cubicBezTo>
                    <a:pt x="378" y="146"/>
                    <a:pt x="380" y="143"/>
                    <a:pt x="381" y="142"/>
                  </a:cubicBezTo>
                  <a:cubicBezTo>
                    <a:pt x="384" y="141"/>
                    <a:pt x="390" y="141"/>
                    <a:pt x="392" y="141"/>
                  </a:cubicBezTo>
                  <a:cubicBezTo>
                    <a:pt x="395" y="141"/>
                    <a:pt x="401" y="141"/>
                    <a:pt x="404" y="142"/>
                  </a:cubicBezTo>
                  <a:cubicBezTo>
                    <a:pt x="407" y="142"/>
                    <a:pt x="413" y="141"/>
                    <a:pt x="416" y="142"/>
                  </a:cubicBezTo>
                  <a:cubicBezTo>
                    <a:pt x="419" y="143"/>
                    <a:pt x="425" y="146"/>
                    <a:pt x="428" y="147"/>
                  </a:cubicBezTo>
                  <a:cubicBezTo>
                    <a:pt x="431" y="149"/>
                    <a:pt x="437" y="151"/>
                    <a:pt x="439" y="152"/>
                  </a:cubicBezTo>
                  <a:cubicBezTo>
                    <a:pt x="442" y="153"/>
                    <a:pt x="446" y="156"/>
                    <a:pt x="447" y="158"/>
                  </a:cubicBezTo>
                  <a:cubicBezTo>
                    <a:pt x="450" y="161"/>
                    <a:pt x="452" y="169"/>
                    <a:pt x="455" y="173"/>
                  </a:cubicBezTo>
                  <a:cubicBezTo>
                    <a:pt x="456" y="174"/>
                    <a:pt x="459" y="175"/>
                    <a:pt x="460" y="177"/>
                  </a:cubicBezTo>
                  <a:cubicBezTo>
                    <a:pt x="460" y="178"/>
                    <a:pt x="460" y="179"/>
                    <a:pt x="460" y="179"/>
                  </a:cubicBezTo>
                  <a:cubicBezTo>
                    <a:pt x="459" y="182"/>
                    <a:pt x="462" y="191"/>
                    <a:pt x="462" y="191"/>
                  </a:cubicBezTo>
                  <a:cubicBezTo>
                    <a:pt x="462" y="192"/>
                    <a:pt x="457" y="198"/>
                    <a:pt x="457" y="200"/>
                  </a:cubicBezTo>
                  <a:cubicBezTo>
                    <a:pt x="457" y="203"/>
                    <a:pt x="461" y="208"/>
                    <a:pt x="463" y="210"/>
                  </a:cubicBezTo>
                  <a:cubicBezTo>
                    <a:pt x="464" y="212"/>
                    <a:pt x="468" y="215"/>
                    <a:pt x="470" y="216"/>
                  </a:cubicBezTo>
                  <a:cubicBezTo>
                    <a:pt x="473" y="217"/>
                    <a:pt x="478" y="219"/>
                    <a:pt x="480" y="220"/>
                  </a:cubicBezTo>
                  <a:cubicBezTo>
                    <a:pt x="482" y="222"/>
                    <a:pt x="485" y="225"/>
                    <a:pt x="485" y="227"/>
                  </a:cubicBezTo>
                  <a:cubicBezTo>
                    <a:pt x="484" y="229"/>
                    <a:pt x="481" y="230"/>
                    <a:pt x="479" y="230"/>
                  </a:cubicBezTo>
                  <a:cubicBezTo>
                    <a:pt x="478" y="231"/>
                    <a:pt x="474" y="230"/>
                    <a:pt x="472" y="229"/>
                  </a:cubicBezTo>
                  <a:cubicBezTo>
                    <a:pt x="471" y="229"/>
                    <a:pt x="469" y="226"/>
                    <a:pt x="468" y="226"/>
                  </a:cubicBezTo>
                  <a:cubicBezTo>
                    <a:pt x="466" y="226"/>
                    <a:pt x="460" y="229"/>
                    <a:pt x="459" y="231"/>
                  </a:cubicBezTo>
                  <a:cubicBezTo>
                    <a:pt x="459" y="233"/>
                    <a:pt x="462" y="236"/>
                    <a:pt x="462" y="237"/>
                  </a:cubicBezTo>
                  <a:cubicBezTo>
                    <a:pt x="461" y="239"/>
                    <a:pt x="459" y="240"/>
                    <a:pt x="457" y="241"/>
                  </a:cubicBezTo>
                  <a:cubicBezTo>
                    <a:pt x="456" y="241"/>
                    <a:pt x="452" y="241"/>
                    <a:pt x="451" y="241"/>
                  </a:cubicBezTo>
                  <a:cubicBezTo>
                    <a:pt x="450" y="240"/>
                    <a:pt x="449" y="238"/>
                    <a:pt x="448" y="238"/>
                  </a:cubicBezTo>
                  <a:cubicBezTo>
                    <a:pt x="446" y="237"/>
                    <a:pt x="443" y="238"/>
                    <a:pt x="442" y="239"/>
                  </a:cubicBezTo>
                  <a:cubicBezTo>
                    <a:pt x="441" y="241"/>
                    <a:pt x="442" y="244"/>
                    <a:pt x="443" y="245"/>
                  </a:cubicBezTo>
                  <a:cubicBezTo>
                    <a:pt x="444" y="247"/>
                    <a:pt x="448" y="248"/>
                    <a:pt x="449" y="250"/>
                  </a:cubicBezTo>
                  <a:cubicBezTo>
                    <a:pt x="451" y="252"/>
                    <a:pt x="453" y="257"/>
                    <a:pt x="453" y="260"/>
                  </a:cubicBezTo>
                  <a:cubicBezTo>
                    <a:pt x="453" y="262"/>
                    <a:pt x="449" y="265"/>
                    <a:pt x="449" y="267"/>
                  </a:cubicBezTo>
                  <a:cubicBezTo>
                    <a:pt x="449" y="271"/>
                    <a:pt x="451" y="279"/>
                    <a:pt x="452" y="283"/>
                  </a:cubicBezTo>
                  <a:cubicBezTo>
                    <a:pt x="453" y="285"/>
                    <a:pt x="453" y="289"/>
                    <a:pt x="454" y="291"/>
                  </a:cubicBezTo>
                  <a:cubicBezTo>
                    <a:pt x="456" y="293"/>
                    <a:pt x="461" y="293"/>
                    <a:pt x="463" y="294"/>
                  </a:cubicBezTo>
                  <a:cubicBezTo>
                    <a:pt x="465" y="295"/>
                    <a:pt x="468" y="298"/>
                    <a:pt x="470" y="300"/>
                  </a:cubicBezTo>
                  <a:cubicBezTo>
                    <a:pt x="474" y="303"/>
                    <a:pt x="479" y="309"/>
                    <a:pt x="483" y="311"/>
                  </a:cubicBezTo>
                  <a:cubicBezTo>
                    <a:pt x="486" y="313"/>
                    <a:pt x="493" y="315"/>
                    <a:pt x="496" y="315"/>
                  </a:cubicBezTo>
                  <a:cubicBezTo>
                    <a:pt x="500" y="316"/>
                    <a:pt x="508" y="314"/>
                    <a:pt x="512" y="314"/>
                  </a:cubicBezTo>
                  <a:cubicBezTo>
                    <a:pt x="517" y="314"/>
                    <a:pt x="525" y="314"/>
                    <a:pt x="529" y="315"/>
                  </a:cubicBezTo>
                  <a:cubicBezTo>
                    <a:pt x="533" y="316"/>
                    <a:pt x="541" y="320"/>
                    <a:pt x="545" y="321"/>
                  </a:cubicBezTo>
                  <a:cubicBezTo>
                    <a:pt x="549" y="323"/>
                    <a:pt x="556" y="328"/>
                    <a:pt x="560" y="329"/>
                  </a:cubicBezTo>
                  <a:cubicBezTo>
                    <a:pt x="563" y="330"/>
                    <a:pt x="570" y="333"/>
                    <a:pt x="573" y="332"/>
                  </a:cubicBezTo>
                  <a:cubicBezTo>
                    <a:pt x="576" y="331"/>
                    <a:pt x="581" y="324"/>
                    <a:pt x="583" y="321"/>
                  </a:cubicBezTo>
                  <a:cubicBezTo>
                    <a:pt x="585" y="319"/>
                    <a:pt x="587" y="312"/>
                    <a:pt x="590" y="310"/>
                  </a:cubicBezTo>
                  <a:cubicBezTo>
                    <a:pt x="592" y="308"/>
                    <a:pt x="598" y="305"/>
                    <a:pt x="600" y="306"/>
                  </a:cubicBezTo>
                  <a:cubicBezTo>
                    <a:pt x="603" y="307"/>
                    <a:pt x="604" y="315"/>
                    <a:pt x="605" y="318"/>
                  </a:cubicBezTo>
                  <a:cubicBezTo>
                    <a:pt x="606" y="321"/>
                    <a:pt x="604" y="329"/>
                    <a:pt x="606" y="332"/>
                  </a:cubicBezTo>
                  <a:cubicBezTo>
                    <a:pt x="608" y="336"/>
                    <a:pt x="618" y="337"/>
                    <a:pt x="620" y="341"/>
                  </a:cubicBezTo>
                  <a:cubicBezTo>
                    <a:pt x="621" y="343"/>
                    <a:pt x="618" y="348"/>
                    <a:pt x="620" y="350"/>
                  </a:cubicBezTo>
                  <a:cubicBezTo>
                    <a:pt x="622" y="353"/>
                    <a:pt x="630" y="355"/>
                    <a:pt x="633" y="357"/>
                  </a:cubicBezTo>
                  <a:cubicBezTo>
                    <a:pt x="636" y="360"/>
                    <a:pt x="639" y="365"/>
                    <a:pt x="640" y="36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5"/>
            <p:cNvSpPr>
              <a:spLocks/>
            </p:cNvSpPr>
            <p:nvPr/>
          </p:nvSpPr>
          <p:spPr bwMode="auto">
            <a:xfrm>
              <a:off x="4287838" y="2492376"/>
              <a:ext cx="1338262" cy="930275"/>
            </a:xfrm>
            <a:custGeom>
              <a:avLst/>
              <a:gdLst/>
              <a:ahLst/>
              <a:cxnLst>
                <a:cxn ang="0">
                  <a:pos x="16" y="544"/>
                </a:cxn>
                <a:cxn ang="0">
                  <a:pos x="54" y="514"/>
                </a:cxn>
                <a:cxn ang="0">
                  <a:pos x="89" y="455"/>
                </a:cxn>
                <a:cxn ang="0">
                  <a:pos x="123" y="444"/>
                </a:cxn>
                <a:cxn ang="0">
                  <a:pos x="170" y="449"/>
                </a:cxn>
                <a:cxn ang="0">
                  <a:pos x="214" y="443"/>
                </a:cxn>
                <a:cxn ang="0">
                  <a:pos x="271" y="456"/>
                </a:cxn>
                <a:cxn ang="0">
                  <a:pos x="307" y="452"/>
                </a:cxn>
                <a:cxn ang="0">
                  <a:pos x="282" y="405"/>
                </a:cxn>
                <a:cxn ang="0">
                  <a:pos x="274" y="340"/>
                </a:cxn>
                <a:cxn ang="0">
                  <a:pos x="256" y="365"/>
                </a:cxn>
                <a:cxn ang="0">
                  <a:pos x="244" y="343"/>
                </a:cxn>
                <a:cxn ang="0">
                  <a:pos x="230" y="311"/>
                </a:cxn>
                <a:cxn ang="0">
                  <a:pos x="214" y="275"/>
                </a:cxn>
                <a:cxn ang="0">
                  <a:pos x="195" y="238"/>
                </a:cxn>
                <a:cxn ang="0">
                  <a:pos x="232" y="220"/>
                </a:cxn>
                <a:cxn ang="0">
                  <a:pos x="276" y="182"/>
                </a:cxn>
                <a:cxn ang="0">
                  <a:pos x="305" y="139"/>
                </a:cxn>
                <a:cxn ang="0">
                  <a:pos x="347" y="111"/>
                </a:cxn>
                <a:cxn ang="0">
                  <a:pos x="413" y="40"/>
                </a:cxn>
                <a:cxn ang="0">
                  <a:pos x="434" y="1"/>
                </a:cxn>
                <a:cxn ang="0">
                  <a:pos x="482" y="29"/>
                </a:cxn>
                <a:cxn ang="0">
                  <a:pos x="519" y="25"/>
                </a:cxn>
                <a:cxn ang="0">
                  <a:pos x="560" y="75"/>
                </a:cxn>
                <a:cxn ang="0">
                  <a:pos x="536" y="128"/>
                </a:cxn>
                <a:cxn ang="0">
                  <a:pos x="535" y="172"/>
                </a:cxn>
                <a:cxn ang="0">
                  <a:pos x="569" y="228"/>
                </a:cxn>
                <a:cxn ang="0">
                  <a:pos x="629" y="239"/>
                </a:cxn>
                <a:cxn ang="0">
                  <a:pos x="692" y="220"/>
                </a:cxn>
                <a:cxn ang="0">
                  <a:pos x="744" y="274"/>
                </a:cxn>
                <a:cxn ang="0">
                  <a:pos x="795" y="279"/>
                </a:cxn>
                <a:cxn ang="0">
                  <a:pos x="823" y="280"/>
                </a:cxn>
                <a:cxn ang="0">
                  <a:pos x="850" y="322"/>
                </a:cxn>
                <a:cxn ang="0">
                  <a:pos x="870" y="346"/>
                </a:cxn>
                <a:cxn ang="0">
                  <a:pos x="846" y="385"/>
                </a:cxn>
                <a:cxn ang="0">
                  <a:pos x="917" y="431"/>
                </a:cxn>
                <a:cxn ang="0">
                  <a:pos x="883" y="482"/>
                </a:cxn>
                <a:cxn ang="0">
                  <a:pos x="841" y="483"/>
                </a:cxn>
                <a:cxn ang="0">
                  <a:pos x="773" y="511"/>
                </a:cxn>
                <a:cxn ang="0">
                  <a:pos x="738" y="530"/>
                </a:cxn>
                <a:cxn ang="0">
                  <a:pos x="701" y="519"/>
                </a:cxn>
                <a:cxn ang="0">
                  <a:pos x="700" y="559"/>
                </a:cxn>
                <a:cxn ang="0">
                  <a:pos x="671" y="537"/>
                </a:cxn>
                <a:cxn ang="0">
                  <a:pos x="638" y="521"/>
                </a:cxn>
                <a:cxn ang="0">
                  <a:pos x="598" y="514"/>
                </a:cxn>
                <a:cxn ang="0">
                  <a:pos x="558" y="501"/>
                </a:cxn>
                <a:cxn ang="0">
                  <a:pos x="584" y="537"/>
                </a:cxn>
                <a:cxn ang="0">
                  <a:pos x="541" y="533"/>
                </a:cxn>
                <a:cxn ang="0">
                  <a:pos x="500" y="555"/>
                </a:cxn>
                <a:cxn ang="0">
                  <a:pos x="486" y="580"/>
                </a:cxn>
                <a:cxn ang="0">
                  <a:pos x="478" y="617"/>
                </a:cxn>
                <a:cxn ang="0">
                  <a:pos x="454" y="619"/>
                </a:cxn>
                <a:cxn ang="0">
                  <a:pos x="429" y="612"/>
                </a:cxn>
                <a:cxn ang="0">
                  <a:pos x="379" y="625"/>
                </a:cxn>
                <a:cxn ang="0">
                  <a:pos x="333" y="585"/>
                </a:cxn>
                <a:cxn ang="0">
                  <a:pos x="267" y="572"/>
                </a:cxn>
                <a:cxn ang="0">
                  <a:pos x="227" y="578"/>
                </a:cxn>
                <a:cxn ang="0">
                  <a:pos x="191" y="586"/>
                </a:cxn>
                <a:cxn ang="0">
                  <a:pos x="172" y="626"/>
                </a:cxn>
                <a:cxn ang="0">
                  <a:pos x="80" y="635"/>
                </a:cxn>
                <a:cxn ang="0">
                  <a:pos x="49" y="597"/>
                </a:cxn>
                <a:cxn ang="0">
                  <a:pos x="20" y="597"/>
                </a:cxn>
              </a:cxnLst>
              <a:rect l="0" t="0" r="r" b="b"/>
              <a:pathLst>
                <a:path w="917" h="637">
                  <a:moveTo>
                    <a:pt x="1" y="572"/>
                  </a:moveTo>
                  <a:cubicBezTo>
                    <a:pt x="0" y="570"/>
                    <a:pt x="0" y="568"/>
                    <a:pt x="0" y="567"/>
                  </a:cubicBezTo>
                  <a:cubicBezTo>
                    <a:pt x="0" y="565"/>
                    <a:pt x="1" y="560"/>
                    <a:pt x="2" y="558"/>
                  </a:cubicBezTo>
                  <a:cubicBezTo>
                    <a:pt x="2" y="557"/>
                    <a:pt x="3" y="555"/>
                    <a:pt x="4" y="554"/>
                  </a:cubicBezTo>
                  <a:cubicBezTo>
                    <a:pt x="6" y="551"/>
                    <a:pt x="12" y="546"/>
                    <a:pt x="16" y="544"/>
                  </a:cubicBezTo>
                  <a:cubicBezTo>
                    <a:pt x="19" y="542"/>
                    <a:pt x="27" y="541"/>
                    <a:pt x="31" y="540"/>
                  </a:cubicBezTo>
                  <a:cubicBezTo>
                    <a:pt x="35" y="538"/>
                    <a:pt x="45" y="534"/>
                    <a:pt x="50" y="532"/>
                  </a:cubicBezTo>
                  <a:cubicBezTo>
                    <a:pt x="52" y="530"/>
                    <a:pt x="57" y="528"/>
                    <a:pt x="58" y="525"/>
                  </a:cubicBezTo>
                  <a:cubicBezTo>
                    <a:pt x="59" y="524"/>
                    <a:pt x="58" y="520"/>
                    <a:pt x="58" y="519"/>
                  </a:cubicBezTo>
                  <a:cubicBezTo>
                    <a:pt x="57" y="517"/>
                    <a:pt x="54" y="515"/>
                    <a:pt x="54" y="514"/>
                  </a:cubicBezTo>
                  <a:cubicBezTo>
                    <a:pt x="54" y="512"/>
                    <a:pt x="57" y="508"/>
                    <a:pt x="58" y="507"/>
                  </a:cubicBezTo>
                  <a:cubicBezTo>
                    <a:pt x="61" y="503"/>
                    <a:pt x="67" y="496"/>
                    <a:pt x="69" y="492"/>
                  </a:cubicBezTo>
                  <a:cubicBezTo>
                    <a:pt x="71" y="490"/>
                    <a:pt x="74" y="484"/>
                    <a:pt x="75" y="480"/>
                  </a:cubicBezTo>
                  <a:cubicBezTo>
                    <a:pt x="77" y="476"/>
                    <a:pt x="79" y="466"/>
                    <a:pt x="82" y="462"/>
                  </a:cubicBezTo>
                  <a:cubicBezTo>
                    <a:pt x="83" y="460"/>
                    <a:pt x="86" y="456"/>
                    <a:pt x="89" y="455"/>
                  </a:cubicBezTo>
                  <a:cubicBezTo>
                    <a:pt x="89" y="455"/>
                    <a:pt x="89" y="455"/>
                    <a:pt x="89" y="455"/>
                  </a:cubicBezTo>
                  <a:cubicBezTo>
                    <a:pt x="91" y="454"/>
                    <a:pt x="96" y="455"/>
                    <a:pt x="98" y="455"/>
                  </a:cubicBezTo>
                  <a:cubicBezTo>
                    <a:pt x="101" y="455"/>
                    <a:pt x="107" y="457"/>
                    <a:pt x="109" y="456"/>
                  </a:cubicBezTo>
                  <a:cubicBezTo>
                    <a:pt x="111" y="455"/>
                    <a:pt x="114" y="449"/>
                    <a:pt x="116" y="448"/>
                  </a:cubicBezTo>
                  <a:cubicBezTo>
                    <a:pt x="117" y="447"/>
                    <a:pt x="121" y="444"/>
                    <a:pt x="123" y="444"/>
                  </a:cubicBezTo>
                  <a:cubicBezTo>
                    <a:pt x="126" y="445"/>
                    <a:pt x="129" y="449"/>
                    <a:pt x="131" y="450"/>
                  </a:cubicBezTo>
                  <a:cubicBezTo>
                    <a:pt x="133" y="452"/>
                    <a:pt x="138" y="455"/>
                    <a:pt x="141" y="456"/>
                  </a:cubicBezTo>
                  <a:cubicBezTo>
                    <a:pt x="143" y="457"/>
                    <a:pt x="148" y="459"/>
                    <a:pt x="150" y="459"/>
                  </a:cubicBezTo>
                  <a:cubicBezTo>
                    <a:pt x="153" y="459"/>
                    <a:pt x="160" y="458"/>
                    <a:pt x="163" y="456"/>
                  </a:cubicBezTo>
                  <a:cubicBezTo>
                    <a:pt x="165" y="455"/>
                    <a:pt x="168" y="450"/>
                    <a:pt x="170" y="449"/>
                  </a:cubicBezTo>
                  <a:cubicBezTo>
                    <a:pt x="172" y="447"/>
                    <a:pt x="177" y="446"/>
                    <a:pt x="180" y="446"/>
                  </a:cubicBezTo>
                  <a:cubicBezTo>
                    <a:pt x="182" y="446"/>
                    <a:pt x="186" y="446"/>
                    <a:pt x="188" y="447"/>
                  </a:cubicBezTo>
                  <a:cubicBezTo>
                    <a:pt x="191" y="447"/>
                    <a:pt x="195" y="450"/>
                    <a:pt x="197" y="450"/>
                  </a:cubicBezTo>
                  <a:cubicBezTo>
                    <a:pt x="199" y="451"/>
                    <a:pt x="203" y="449"/>
                    <a:pt x="205" y="449"/>
                  </a:cubicBezTo>
                  <a:cubicBezTo>
                    <a:pt x="208" y="448"/>
                    <a:pt x="212" y="445"/>
                    <a:pt x="214" y="443"/>
                  </a:cubicBezTo>
                  <a:cubicBezTo>
                    <a:pt x="216" y="442"/>
                    <a:pt x="220" y="438"/>
                    <a:pt x="222" y="437"/>
                  </a:cubicBezTo>
                  <a:cubicBezTo>
                    <a:pt x="225" y="437"/>
                    <a:pt x="232" y="438"/>
                    <a:pt x="235" y="438"/>
                  </a:cubicBezTo>
                  <a:cubicBezTo>
                    <a:pt x="239" y="439"/>
                    <a:pt x="246" y="441"/>
                    <a:pt x="250" y="442"/>
                  </a:cubicBezTo>
                  <a:cubicBezTo>
                    <a:pt x="253" y="443"/>
                    <a:pt x="260" y="446"/>
                    <a:pt x="264" y="449"/>
                  </a:cubicBezTo>
                  <a:cubicBezTo>
                    <a:pt x="266" y="450"/>
                    <a:pt x="269" y="454"/>
                    <a:pt x="271" y="456"/>
                  </a:cubicBezTo>
                  <a:cubicBezTo>
                    <a:pt x="274" y="458"/>
                    <a:pt x="279" y="462"/>
                    <a:pt x="282" y="464"/>
                  </a:cubicBezTo>
                  <a:cubicBezTo>
                    <a:pt x="283" y="464"/>
                    <a:pt x="287" y="466"/>
                    <a:pt x="289" y="466"/>
                  </a:cubicBezTo>
                  <a:cubicBezTo>
                    <a:pt x="291" y="467"/>
                    <a:pt x="294" y="468"/>
                    <a:pt x="296" y="468"/>
                  </a:cubicBezTo>
                  <a:cubicBezTo>
                    <a:pt x="299" y="468"/>
                    <a:pt x="304" y="466"/>
                    <a:pt x="305" y="464"/>
                  </a:cubicBezTo>
                  <a:cubicBezTo>
                    <a:pt x="307" y="461"/>
                    <a:pt x="307" y="455"/>
                    <a:pt x="307" y="452"/>
                  </a:cubicBezTo>
                  <a:cubicBezTo>
                    <a:pt x="307" y="449"/>
                    <a:pt x="306" y="443"/>
                    <a:pt x="304" y="440"/>
                  </a:cubicBezTo>
                  <a:cubicBezTo>
                    <a:pt x="303" y="437"/>
                    <a:pt x="299" y="432"/>
                    <a:pt x="297" y="430"/>
                  </a:cubicBezTo>
                  <a:cubicBezTo>
                    <a:pt x="295" y="428"/>
                    <a:pt x="290" y="425"/>
                    <a:pt x="288" y="423"/>
                  </a:cubicBezTo>
                  <a:cubicBezTo>
                    <a:pt x="286" y="421"/>
                    <a:pt x="283" y="417"/>
                    <a:pt x="282" y="415"/>
                  </a:cubicBezTo>
                  <a:cubicBezTo>
                    <a:pt x="281" y="413"/>
                    <a:pt x="282" y="407"/>
                    <a:pt x="282" y="405"/>
                  </a:cubicBezTo>
                  <a:cubicBezTo>
                    <a:pt x="281" y="402"/>
                    <a:pt x="279" y="397"/>
                    <a:pt x="279" y="394"/>
                  </a:cubicBezTo>
                  <a:cubicBezTo>
                    <a:pt x="278" y="389"/>
                    <a:pt x="278" y="378"/>
                    <a:pt x="278" y="372"/>
                  </a:cubicBezTo>
                  <a:cubicBezTo>
                    <a:pt x="278" y="368"/>
                    <a:pt x="280" y="360"/>
                    <a:pt x="279" y="356"/>
                  </a:cubicBezTo>
                  <a:cubicBezTo>
                    <a:pt x="279" y="353"/>
                    <a:pt x="279" y="348"/>
                    <a:pt x="278" y="345"/>
                  </a:cubicBezTo>
                  <a:cubicBezTo>
                    <a:pt x="277" y="344"/>
                    <a:pt x="276" y="341"/>
                    <a:pt x="274" y="340"/>
                  </a:cubicBezTo>
                  <a:cubicBezTo>
                    <a:pt x="273" y="339"/>
                    <a:pt x="270" y="339"/>
                    <a:pt x="269" y="339"/>
                  </a:cubicBezTo>
                  <a:cubicBezTo>
                    <a:pt x="268" y="340"/>
                    <a:pt x="267" y="342"/>
                    <a:pt x="266" y="342"/>
                  </a:cubicBezTo>
                  <a:cubicBezTo>
                    <a:pt x="265" y="344"/>
                    <a:pt x="263" y="347"/>
                    <a:pt x="263" y="349"/>
                  </a:cubicBezTo>
                  <a:cubicBezTo>
                    <a:pt x="262" y="351"/>
                    <a:pt x="262" y="355"/>
                    <a:pt x="261" y="357"/>
                  </a:cubicBezTo>
                  <a:cubicBezTo>
                    <a:pt x="260" y="359"/>
                    <a:pt x="258" y="363"/>
                    <a:pt x="256" y="365"/>
                  </a:cubicBezTo>
                  <a:cubicBezTo>
                    <a:pt x="253" y="366"/>
                    <a:pt x="248" y="368"/>
                    <a:pt x="246" y="368"/>
                  </a:cubicBezTo>
                  <a:cubicBezTo>
                    <a:pt x="243" y="368"/>
                    <a:pt x="238" y="367"/>
                    <a:pt x="235" y="366"/>
                  </a:cubicBezTo>
                  <a:cubicBezTo>
                    <a:pt x="235" y="365"/>
                    <a:pt x="233" y="363"/>
                    <a:pt x="233" y="362"/>
                  </a:cubicBezTo>
                  <a:cubicBezTo>
                    <a:pt x="232" y="359"/>
                    <a:pt x="235" y="355"/>
                    <a:pt x="237" y="353"/>
                  </a:cubicBezTo>
                  <a:cubicBezTo>
                    <a:pt x="238" y="350"/>
                    <a:pt x="242" y="346"/>
                    <a:pt x="244" y="343"/>
                  </a:cubicBezTo>
                  <a:cubicBezTo>
                    <a:pt x="245" y="342"/>
                    <a:pt x="248" y="339"/>
                    <a:pt x="249" y="337"/>
                  </a:cubicBezTo>
                  <a:cubicBezTo>
                    <a:pt x="249" y="336"/>
                    <a:pt x="250" y="333"/>
                    <a:pt x="250" y="332"/>
                  </a:cubicBezTo>
                  <a:cubicBezTo>
                    <a:pt x="250" y="329"/>
                    <a:pt x="249" y="324"/>
                    <a:pt x="247" y="322"/>
                  </a:cubicBezTo>
                  <a:cubicBezTo>
                    <a:pt x="246" y="319"/>
                    <a:pt x="241" y="316"/>
                    <a:pt x="239" y="315"/>
                  </a:cubicBezTo>
                  <a:cubicBezTo>
                    <a:pt x="237" y="314"/>
                    <a:pt x="232" y="312"/>
                    <a:pt x="230" y="311"/>
                  </a:cubicBezTo>
                  <a:cubicBezTo>
                    <a:pt x="227" y="309"/>
                    <a:pt x="222" y="305"/>
                    <a:pt x="219" y="304"/>
                  </a:cubicBezTo>
                  <a:cubicBezTo>
                    <a:pt x="216" y="302"/>
                    <a:pt x="211" y="298"/>
                    <a:pt x="209" y="296"/>
                  </a:cubicBezTo>
                  <a:cubicBezTo>
                    <a:pt x="208" y="294"/>
                    <a:pt x="207" y="290"/>
                    <a:pt x="206" y="288"/>
                  </a:cubicBezTo>
                  <a:cubicBezTo>
                    <a:pt x="206" y="285"/>
                    <a:pt x="207" y="281"/>
                    <a:pt x="208" y="279"/>
                  </a:cubicBezTo>
                  <a:cubicBezTo>
                    <a:pt x="209" y="277"/>
                    <a:pt x="213" y="276"/>
                    <a:pt x="214" y="275"/>
                  </a:cubicBezTo>
                  <a:cubicBezTo>
                    <a:pt x="215" y="272"/>
                    <a:pt x="215" y="267"/>
                    <a:pt x="214" y="264"/>
                  </a:cubicBezTo>
                  <a:cubicBezTo>
                    <a:pt x="214" y="263"/>
                    <a:pt x="211" y="261"/>
                    <a:pt x="210" y="260"/>
                  </a:cubicBezTo>
                  <a:cubicBezTo>
                    <a:pt x="208" y="259"/>
                    <a:pt x="203" y="257"/>
                    <a:pt x="201" y="256"/>
                  </a:cubicBezTo>
                  <a:cubicBezTo>
                    <a:pt x="200" y="255"/>
                    <a:pt x="197" y="252"/>
                    <a:pt x="196" y="250"/>
                  </a:cubicBezTo>
                  <a:cubicBezTo>
                    <a:pt x="195" y="247"/>
                    <a:pt x="195" y="241"/>
                    <a:pt x="195" y="238"/>
                  </a:cubicBezTo>
                  <a:cubicBezTo>
                    <a:pt x="195" y="236"/>
                    <a:pt x="197" y="233"/>
                    <a:pt x="197" y="231"/>
                  </a:cubicBezTo>
                  <a:cubicBezTo>
                    <a:pt x="198" y="230"/>
                    <a:pt x="199" y="228"/>
                    <a:pt x="200" y="226"/>
                  </a:cubicBezTo>
                  <a:cubicBezTo>
                    <a:pt x="202" y="226"/>
                    <a:pt x="205" y="225"/>
                    <a:pt x="207" y="225"/>
                  </a:cubicBezTo>
                  <a:cubicBezTo>
                    <a:pt x="210" y="224"/>
                    <a:pt x="217" y="224"/>
                    <a:pt x="220" y="224"/>
                  </a:cubicBezTo>
                  <a:cubicBezTo>
                    <a:pt x="223" y="223"/>
                    <a:pt x="229" y="221"/>
                    <a:pt x="232" y="220"/>
                  </a:cubicBezTo>
                  <a:cubicBezTo>
                    <a:pt x="237" y="219"/>
                    <a:pt x="246" y="214"/>
                    <a:pt x="251" y="212"/>
                  </a:cubicBezTo>
                  <a:cubicBezTo>
                    <a:pt x="253" y="211"/>
                    <a:pt x="259" y="209"/>
                    <a:pt x="261" y="208"/>
                  </a:cubicBezTo>
                  <a:cubicBezTo>
                    <a:pt x="264" y="206"/>
                    <a:pt x="269" y="201"/>
                    <a:pt x="272" y="199"/>
                  </a:cubicBezTo>
                  <a:cubicBezTo>
                    <a:pt x="273" y="198"/>
                    <a:pt x="274" y="195"/>
                    <a:pt x="275" y="194"/>
                  </a:cubicBezTo>
                  <a:cubicBezTo>
                    <a:pt x="276" y="191"/>
                    <a:pt x="275" y="185"/>
                    <a:pt x="276" y="182"/>
                  </a:cubicBezTo>
                  <a:cubicBezTo>
                    <a:pt x="276" y="180"/>
                    <a:pt x="277" y="176"/>
                    <a:pt x="278" y="175"/>
                  </a:cubicBezTo>
                  <a:cubicBezTo>
                    <a:pt x="278" y="172"/>
                    <a:pt x="279" y="167"/>
                    <a:pt x="280" y="165"/>
                  </a:cubicBezTo>
                  <a:cubicBezTo>
                    <a:pt x="282" y="163"/>
                    <a:pt x="285" y="158"/>
                    <a:pt x="287" y="156"/>
                  </a:cubicBezTo>
                  <a:cubicBezTo>
                    <a:pt x="289" y="154"/>
                    <a:pt x="294" y="149"/>
                    <a:pt x="297" y="147"/>
                  </a:cubicBezTo>
                  <a:cubicBezTo>
                    <a:pt x="299" y="145"/>
                    <a:pt x="303" y="141"/>
                    <a:pt x="305" y="139"/>
                  </a:cubicBezTo>
                  <a:cubicBezTo>
                    <a:pt x="307" y="137"/>
                    <a:pt x="311" y="135"/>
                    <a:pt x="313" y="133"/>
                  </a:cubicBezTo>
                  <a:cubicBezTo>
                    <a:pt x="314" y="132"/>
                    <a:pt x="316" y="128"/>
                    <a:pt x="317" y="128"/>
                  </a:cubicBezTo>
                  <a:cubicBezTo>
                    <a:pt x="319" y="127"/>
                    <a:pt x="322" y="127"/>
                    <a:pt x="324" y="126"/>
                  </a:cubicBezTo>
                  <a:cubicBezTo>
                    <a:pt x="326" y="125"/>
                    <a:pt x="330" y="121"/>
                    <a:pt x="332" y="119"/>
                  </a:cubicBezTo>
                  <a:cubicBezTo>
                    <a:pt x="335" y="117"/>
                    <a:pt x="343" y="113"/>
                    <a:pt x="347" y="111"/>
                  </a:cubicBezTo>
                  <a:cubicBezTo>
                    <a:pt x="352" y="108"/>
                    <a:pt x="363" y="103"/>
                    <a:pt x="367" y="99"/>
                  </a:cubicBezTo>
                  <a:cubicBezTo>
                    <a:pt x="373" y="95"/>
                    <a:pt x="383" y="87"/>
                    <a:pt x="387" y="82"/>
                  </a:cubicBezTo>
                  <a:cubicBezTo>
                    <a:pt x="389" y="80"/>
                    <a:pt x="392" y="74"/>
                    <a:pt x="394" y="72"/>
                  </a:cubicBezTo>
                  <a:cubicBezTo>
                    <a:pt x="397" y="68"/>
                    <a:pt x="403" y="59"/>
                    <a:pt x="405" y="55"/>
                  </a:cubicBezTo>
                  <a:cubicBezTo>
                    <a:pt x="407" y="51"/>
                    <a:pt x="411" y="44"/>
                    <a:pt x="413" y="40"/>
                  </a:cubicBezTo>
                  <a:cubicBezTo>
                    <a:pt x="415" y="35"/>
                    <a:pt x="418" y="24"/>
                    <a:pt x="419" y="19"/>
                  </a:cubicBezTo>
                  <a:cubicBezTo>
                    <a:pt x="420" y="16"/>
                    <a:pt x="421" y="11"/>
                    <a:pt x="422" y="8"/>
                  </a:cubicBezTo>
                  <a:cubicBezTo>
                    <a:pt x="422" y="7"/>
                    <a:pt x="422" y="4"/>
                    <a:pt x="423" y="2"/>
                  </a:cubicBezTo>
                  <a:cubicBezTo>
                    <a:pt x="424" y="2"/>
                    <a:pt x="424" y="2"/>
                    <a:pt x="425" y="2"/>
                  </a:cubicBezTo>
                  <a:cubicBezTo>
                    <a:pt x="427" y="1"/>
                    <a:pt x="432" y="0"/>
                    <a:pt x="434" y="1"/>
                  </a:cubicBezTo>
                  <a:cubicBezTo>
                    <a:pt x="437" y="2"/>
                    <a:pt x="440" y="7"/>
                    <a:pt x="441" y="9"/>
                  </a:cubicBezTo>
                  <a:cubicBezTo>
                    <a:pt x="444" y="12"/>
                    <a:pt x="448" y="21"/>
                    <a:pt x="451" y="25"/>
                  </a:cubicBezTo>
                  <a:cubicBezTo>
                    <a:pt x="454" y="28"/>
                    <a:pt x="459" y="33"/>
                    <a:pt x="462" y="35"/>
                  </a:cubicBezTo>
                  <a:cubicBezTo>
                    <a:pt x="465" y="36"/>
                    <a:pt x="470" y="37"/>
                    <a:pt x="473" y="36"/>
                  </a:cubicBezTo>
                  <a:cubicBezTo>
                    <a:pt x="476" y="35"/>
                    <a:pt x="480" y="31"/>
                    <a:pt x="482" y="29"/>
                  </a:cubicBezTo>
                  <a:cubicBezTo>
                    <a:pt x="484" y="28"/>
                    <a:pt x="487" y="23"/>
                    <a:pt x="489" y="22"/>
                  </a:cubicBezTo>
                  <a:cubicBezTo>
                    <a:pt x="491" y="19"/>
                    <a:pt x="496" y="15"/>
                    <a:pt x="498" y="13"/>
                  </a:cubicBezTo>
                  <a:cubicBezTo>
                    <a:pt x="500" y="12"/>
                    <a:pt x="504" y="9"/>
                    <a:pt x="506" y="10"/>
                  </a:cubicBezTo>
                  <a:cubicBezTo>
                    <a:pt x="508" y="10"/>
                    <a:pt x="511" y="13"/>
                    <a:pt x="513" y="15"/>
                  </a:cubicBezTo>
                  <a:cubicBezTo>
                    <a:pt x="515" y="17"/>
                    <a:pt x="517" y="23"/>
                    <a:pt x="519" y="25"/>
                  </a:cubicBezTo>
                  <a:cubicBezTo>
                    <a:pt x="521" y="28"/>
                    <a:pt x="529" y="31"/>
                    <a:pt x="533" y="34"/>
                  </a:cubicBezTo>
                  <a:cubicBezTo>
                    <a:pt x="535" y="36"/>
                    <a:pt x="541" y="41"/>
                    <a:pt x="543" y="44"/>
                  </a:cubicBezTo>
                  <a:cubicBezTo>
                    <a:pt x="544" y="45"/>
                    <a:pt x="544" y="49"/>
                    <a:pt x="545" y="50"/>
                  </a:cubicBezTo>
                  <a:cubicBezTo>
                    <a:pt x="546" y="53"/>
                    <a:pt x="550" y="57"/>
                    <a:pt x="551" y="60"/>
                  </a:cubicBezTo>
                  <a:cubicBezTo>
                    <a:pt x="554" y="64"/>
                    <a:pt x="559" y="71"/>
                    <a:pt x="560" y="75"/>
                  </a:cubicBezTo>
                  <a:cubicBezTo>
                    <a:pt x="562" y="81"/>
                    <a:pt x="563" y="93"/>
                    <a:pt x="562" y="98"/>
                  </a:cubicBezTo>
                  <a:cubicBezTo>
                    <a:pt x="562" y="102"/>
                    <a:pt x="558" y="110"/>
                    <a:pt x="556" y="114"/>
                  </a:cubicBezTo>
                  <a:cubicBezTo>
                    <a:pt x="554" y="115"/>
                    <a:pt x="551" y="118"/>
                    <a:pt x="549" y="119"/>
                  </a:cubicBezTo>
                  <a:cubicBezTo>
                    <a:pt x="546" y="120"/>
                    <a:pt x="541" y="120"/>
                    <a:pt x="539" y="121"/>
                  </a:cubicBezTo>
                  <a:cubicBezTo>
                    <a:pt x="538" y="122"/>
                    <a:pt x="536" y="126"/>
                    <a:pt x="536" y="128"/>
                  </a:cubicBezTo>
                  <a:cubicBezTo>
                    <a:pt x="536" y="130"/>
                    <a:pt x="539" y="132"/>
                    <a:pt x="540" y="134"/>
                  </a:cubicBezTo>
                  <a:cubicBezTo>
                    <a:pt x="540" y="135"/>
                    <a:pt x="539" y="140"/>
                    <a:pt x="538" y="140"/>
                  </a:cubicBezTo>
                  <a:cubicBezTo>
                    <a:pt x="538" y="141"/>
                    <a:pt x="532" y="147"/>
                    <a:pt x="531" y="150"/>
                  </a:cubicBezTo>
                  <a:cubicBezTo>
                    <a:pt x="530" y="152"/>
                    <a:pt x="531" y="158"/>
                    <a:pt x="532" y="161"/>
                  </a:cubicBezTo>
                  <a:cubicBezTo>
                    <a:pt x="532" y="164"/>
                    <a:pt x="534" y="170"/>
                    <a:pt x="535" y="172"/>
                  </a:cubicBezTo>
                  <a:cubicBezTo>
                    <a:pt x="537" y="175"/>
                    <a:pt x="543" y="178"/>
                    <a:pt x="545" y="180"/>
                  </a:cubicBezTo>
                  <a:cubicBezTo>
                    <a:pt x="547" y="182"/>
                    <a:pt x="552" y="186"/>
                    <a:pt x="554" y="188"/>
                  </a:cubicBezTo>
                  <a:cubicBezTo>
                    <a:pt x="556" y="191"/>
                    <a:pt x="557" y="198"/>
                    <a:pt x="558" y="201"/>
                  </a:cubicBezTo>
                  <a:cubicBezTo>
                    <a:pt x="559" y="205"/>
                    <a:pt x="560" y="213"/>
                    <a:pt x="562" y="217"/>
                  </a:cubicBezTo>
                  <a:cubicBezTo>
                    <a:pt x="563" y="220"/>
                    <a:pt x="567" y="225"/>
                    <a:pt x="569" y="228"/>
                  </a:cubicBezTo>
                  <a:cubicBezTo>
                    <a:pt x="571" y="229"/>
                    <a:pt x="574" y="232"/>
                    <a:pt x="576" y="233"/>
                  </a:cubicBezTo>
                  <a:cubicBezTo>
                    <a:pt x="578" y="234"/>
                    <a:pt x="582" y="232"/>
                    <a:pt x="584" y="232"/>
                  </a:cubicBezTo>
                  <a:cubicBezTo>
                    <a:pt x="586" y="232"/>
                    <a:pt x="590" y="231"/>
                    <a:pt x="592" y="231"/>
                  </a:cubicBezTo>
                  <a:cubicBezTo>
                    <a:pt x="596" y="232"/>
                    <a:pt x="604" y="234"/>
                    <a:pt x="608" y="235"/>
                  </a:cubicBezTo>
                  <a:cubicBezTo>
                    <a:pt x="613" y="236"/>
                    <a:pt x="624" y="239"/>
                    <a:pt x="629" y="239"/>
                  </a:cubicBezTo>
                  <a:cubicBezTo>
                    <a:pt x="632" y="240"/>
                    <a:pt x="639" y="240"/>
                    <a:pt x="642" y="239"/>
                  </a:cubicBezTo>
                  <a:cubicBezTo>
                    <a:pt x="646" y="239"/>
                    <a:pt x="652" y="236"/>
                    <a:pt x="655" y="234"/>
                  </a:cubicBezTo>
                  <a:cubicBezTo>
                    <a:pt x="659" y="232"/>
                    <a:pt x="665" y="227"/>
                    <a:pt x="669" y="225"/>
                  </a:cubicBezTo>
                  <a:cubicBezTo>
                    <a:pt x="671" y="223"/>
                    <a:pt x="676" y="221"/>
                    <a:pt x="678" y="220"/>
                  </a:cubicBezTo>
                  <a:cubicBezTo>
                    <a:pt x="681" y="219"/>
                    <a:pt x="688" y="219"/>
                    <a:pt x="692" y="220"/>
                  </a:cubicBezTo>
                  <a:cubicBezTo>
                    <a:pt x="694" y="221"/>
                    <a:pt x="699" y="224"/>
                    <a:pt x="701" y="226"/>
                  </a:cubicBezTo>
                  <a:cubicBezTo>
                    <a:pt x="704" y="228"/>
                    <a:pt x="708" y="233"/>
                    <a:pt x="710" y="236"/>
                  </a:cubicBezTo>
                  <a:cubicBezTo>
                    <a:pt x="714" y="240"/>
                    <a:pt x="718" y="250"/>
                    <a:pt x="721" y="254"/>
                  </a:cubicBezTo>
                  <a:cubicBezTo>
                    <a:pt x="724" y="258"/>
                    <a:pt x="730" y="264"/>
                    <a:pt x="733" y="267"/>
                  </a:cubicBezTo>
                  <a:cubicBezTo>
                    <a:pt x="736" y="269"/>
                    <a:pt x="741" y="273"/>
                    <a:pt x="744" y="274"/>
                  </a:cubicBezTo>
                  <a:cubicBezTo>
                    <a:pt x="750" y="276"/>
                    <a:pt x="763" y="278"/>
                    <a:pt x="770" y="278"/>
                  </a:cubicBezTo>
                  <a:cubicBezTo>
                    <a:pt x="773" y="278"/>
                    <a:pt x="780" y="277"/>
                    <a:pt x="783" y="276"/>
                  </a:cubicBezTo>
                  <a:cubicBezTo>
                    <a:pt x="785" y="275"/>
                    <a:pt x="787" y="273"/>
                    <a:pt x="788" y="273"/>
                  </a:cubicBezTo>
                  <a:cubicBezTo>
                    <a:pt x="789" y="273"/>
                    <a:pt x="791" y="272"/>
                    <a:pt x="792" y="273"/>
                  </a:cubicBezTo>
                  <a:cubicBezTo>
                    <a:pt x="794" y="274"/>
                    <a:pt x="794" y="278"/>
                    <a:pt x="795" y="279"/>
                  </a:cubicBezTo>
                  <a:cubicBezTo>
                    <a:pt x="796" y="280"/>
                    <a:pt x="798" y="282"/>
                    <a:pt x="799" y="283"/>
                  </a:cubicBezTo>
                  <a:cubicBezTo>
                    <a:pt x="801" y="284"/>
                    <a:pt x="803" y="285"/>
                    <a:pt x="805" y="285"/>
                  </a:cubicBezTo>
                  <a:cubicBezTo>
                    <a:pt x="806" y="284"/>
                    <a:pt x="807" y="282"/>
                    <a:pt x="807" y="282"/>
                  </a:cubicBezTo>
                  <a:cubicBezTo>
                    <a:pt x="809" y="281"/>
                    <a:pt x="814" y="279"/>
                    <a:pt x="816" y="279"/>
                  </a:cubicBezTo>
                  <a:cubicBezTo>
                    <a:pt x="818" y="279"/>
                    <a:pt x="821" y="279"/>
                    <a:pt x="823" y="280"/>
                  </a:cubicBezTo>
                  <a:cubicBezTo>
                    <a:pt x="825" y="280"/>
                    <a:pt x="829" y="283"/>
                    <a:pt x="830" y="285"/>
                  </a:cubicBezTo>
                  <a:cubicBezTo>
                    <a:pt x="831" y="287"/>
                    <a:pt x="832" y="292"/>
                    <a:pt x="833" y="294"/>
                  </a:cubicBezTo>
                  <a:cubicBezTo>
                    <a:pt x="833" y="298"/>
                    <a:pt x="830" y="305"/>
                    <a:pt x="831" y="308"/>
                  </a:cubicBezTo>
                  <a:cubicBezTo>
                    <a:pt x="831" y="310"/>
                    <a:pt x="834" y="314"/>
                    <a:pt x="836" y="316"/>
                  </a:cubicBezTo>
                  <a:cubicBezTo>
                    <a:pt x="838" y="318"/>
                    <a:pt x="846" y="321"/>
                    <a:pt x="850" y="322"/>
                  </a:cubicBezTo>
                  <a:cubicBezTo>
                    <a:pt x="853" y="323"/>
                    <a:pt x="861" y="323"/>
                    <a:pt x="864" y="324"/>
                  </a:cubicBezTo>
                  <a:cubicBezTo>
                    <a:pt x="866" y="324"/>
                    <a:pt x="868" y="325"/>
                    <a:pt x="870" y="325"/>
                  </a:cubicBezTo>
                  <a:cubicBezTo>
                    <a:pt x="870" y="326"/>
                    <a:pt x="870" y="326"/>
                    <a:pt x="870" y="327"/>
                  </a:cubicBezTo>
                  <a:cubicBezTo>
                    <a:pt x="869" y="329"/>
                    <a:pt x="867" y="335"/>
                    <a:pt x="868" y="338"/>
                  </a:cubicBezTo>
                  <a:cubicBezTo>
                    <a:pt x="868" y="340"/>
                    <a:pt x="871" y="344"/>
                    <a:pt x="870" y="346"/>
                  </a:cubicBezTo>
                  <a:cubicBezTo>
                    <a:pt x="870" y="348"/>
                    <a:pt x="867" y="352"/>
                    <a:pt x="865" y="353"/>
                  </a:cubicBezTo>
                  <a:cubicBezTo>
                    <a:pt x="863" y="354"/>
                    <a:pt x="858" y="352"/>
                    <a:pt x="855" y="353"/>
                  </a:cubicBezTo>
                  <a:cubicBezTo>
                    <a:pt x="852" y="354"/>
                    <a:pt x="847" y="357"/>
                    <a:pt x="846" y="359"/>
                  </a:cubicBezTo>
                  <a:cubicBezTo>
                    <a:pt x="844" y="362"/>
                    <a:pt x="842" y="369"/>
                    <a:pt x="842" y="373"/>
                  </a:cubicBezTo>
                  <a:cubicBezTo>
                    <a:pt x="842" y="376"/>
                    <a:pt x="844" y="383"/>
                    <a:pt x="846" y="385"/>
                  </a:cubicBezTo>
                  <a:cubicBezTo>
                    <a:pt x="850" y="388"/>
                    <a:pt x="859" y="384"/>
                    <a:pt x="863" y="385"/>
                  </a:cubicBezTo>
                  <a:cubicBezTo>
                    <a:pt x="867" y="387"/>
                    <a:pt x="873" y="392"/>
                    <a:pt x="876" y="394"/>
                  </a:cubicBezTo>
                  <a:cubicBezTo>
                    <a:pt x="880" y="397"/>
                    <a:pt x="887" y="401"/>
                    <a:pt x="891" y="404"/>
                  </a:cubicBezTo>
                  <a:cubicBezTo>
                    <a:pt x="895" y="407"/>
                    <a:pt x="901" y="415"/>
                    <a:pt x="905" y="418"/>
                  </a:cubicBezTo>
                  <a:cubicBezTo>
                    <a:pt x="908" y="422"/>
                    <a:pt x="916" y="427"/>
                    <a:pt x="917" y="431"/>
                  </a:cubicBezTo>
                  <a:cubicBezTo>
                    <a:pt x="917" y="434"/>
                    <a:pt x="915" y="440"/>
                    <a:pt x="913" y="441"/>
                  </a:cubicBezTo>
                  <a:cubicBezTo>
                    <a:pt x="911" y="443"/>
                    <a:pt x="905" y="441"/>
                    <a:pt x="903" y="442"/>
                  </a:cubicBezTo>
                  <a:cubicBezTo>
                    <a:pt x="900" y="444"/>
                    <a:pt x="898" y="449"/>
                    <a:pt x="897" y="451"/>
                  </a:cubicBezTo>
                  <a:cubicBezTo>
                    <a:pt x="895" y="455"/>
                    <a:pt x="896" y="463"/>
                    <a:pt x="894" y="467"/>
                  </a:cubicBezTo>
                  <a:cubicBezTo>
                    <a:pt x="892" y="471"/>
                    <a:pt x="887" y="479"/>
                    <a:pt x="883" y="482"/>
                  </a:cubicBezTo>
                  <a:cubicBezTo>
                    <a:pt x="880" y="484"/>
                    <a:pt x="873" y="487"/>
                    <a:pt x="869" y="489"/>
                  </a:cubicBezTo>
                  <a:cubicBezTo>
                    <a:pt x="867" y="490"/>
                    <a:pt x="863" y="492"/>
                    <a:pt x="860" y="492"/>
                  </a:cubicBezTo>
                  <a:cubicBezTo>
                    <a:pt x="859" y="492"/>
                    <a:pt x="856" y="490"/>
                    <a:pt x="855" y="489"/>
                  </a:cubicBezTo>
                  <a:cubicBezTo>
                    <a:pt x="853" y="488"/>
                    <a:pt x="851" y="485"/>
                    <a:pt x="850" y="484"/>
                  </a:cubicBezTo>
                  <a:cubicBezTo>
                    <a:pt x="848" y="483"/>
                    <a:pt x="843" y="483"/>
                    <a:pt x="841" y="483"/>
                  </a:cubicBezTo>
                  <a:cubicBezTo>
                    <a:pt x="838" y="483"/>
                    <a:pt x="830" y="485"/>
                    <a:pt x="827" y="486"/>
                  </a:cubicBezTo>
                  <a:cubicBezTo>
                    <a:pt x="822" y="488"/>
                    <a:pt x="814" y="493"/>
                    <a:pt x="810" y="496"/>
                  </a:cubicBezTo>
                  <a:cubicBezTo>
                    <a:pt x="807" y="498"/>
                    <a:pt x="801" y="501"/>
                    <a:pt x="799" y="503"/>
                  </a:cubicBezTo>
                  <a:cubicBezTo>
                    <a:pt x="795" y="505"/>
                    <a:pt x="789" y="509"/>
                    <a:pt x="786" y="510"/>
                  </a:cubicBezTo>
                  <a:cubicBezTo>
                    <a:pt x="783" y="511"/>
                    <a:pt x="776" y="510"/>
                    <a:pt x="773" y="511"/>
                  </a:cubicBezTo>
                  <a:cubicBezTo>
                    <a:pt x="768" y="512"/>
                    <a:pt x="759" y="516"/>
                    <a:pt x="754" y="519"/>
                  </a:cubicBezTo>
                  <a:cubicBezTo>
                    <a:pt x="753" y="520"/>
                    <a:pt x="750" y="522"/>
                    <a:pt x="749" y="524"/>
                  </a:cubicBezTo>
                  <a:cubicBezTo>
                    <a:pt x="748" y="526"/>
                    <a:pt x="750" y="531"/>
                    <a:pt x="749" y="532"/>
                  </a:cubicBezTo>
                  <a:cubicBezTo>
                    <a:pt x="748" y="534"/>
                    <a:pt x="745" y="535"/>
                    <a:pt x="744" y="535"/>
                  </a:cubicBezTo>
                  <a:cubicBezTo>
                    <a:pt x="742" y="534"/>
                    <a:pt x="740" y="531"/>
                    <a:pt x="738" y="530"/>
                  </a:cubicBezTo>
                  <a:cubicBezTo>
                    <a:pt x="735" y="529"/>
                    <a:pt x="730" y="528"/>
                    <a:pt x="727" y="528"/>
                  </a:cubicBezTo>
                  <a:cubicBezTo>
                    <a:pt x="725" y="528"/>
                    <a:pt x="722" y="529"/>
                    <a:pt x="721" y="529"/>
                  </a:cubicBezTo>
                  <a:cubicBezTo>
                    <a:pt x="718" y="529"/>
                    <a:pt x="714" y="527"/>
                    <a:pt x="712" y="526"/>
                  </a:cubicBezTo>
                  <a:cubicBezTo>
                    <a:pt x="711" y="525"/>
                    <a:pt x="709" y="521"/>
                    <a:pt x="707" y="520"/>
                  </a:cubicBezTo>
                  <a:cubicBezTo>
                    <a:pt x="706" y="520"/>
                    <a:pt x="702" y="519"/>
                    <a:pt x="701" y="519"/>
                  </a:cubicBezTo>
                  <a:cubicBezTo>
                    <a:pt x="699" y="520"/>
                    <a:pt x="696" y="522"/>
                    <a:pt x="695" y="524"/>
                  </a:cubicBezTo>
                  <a:cubicBezTo>
                    <a:pt x="694" y="526"/>
                    <a:pt x="695" y="530"/>
                    <a:pt x="697" y="531"/>
                  </a:cubicBezTo>
                  <a:cubicBezTo>
                    <a:pt x="698" y="533"/>
                    <a:pt x="704" y="533"/>
                    <a:pt x="705" y="535"/>
                  </a:cubicBezTo>
                  <a:cubicBezTo>
                    <a:pt x="707" y="538"/>
                    <a:pt x="707" y="544"/>
                    <a:pt x="706" y="547"/>
                  </a:cubicBezTo>
                  <a:cubicBezTo>
                    <a:pt x="706" y="551"/>
                    <a:pt x="703" y="557"/>
                    <a:pt x="700" y="559"/>
                  </a:cubicBezTo>
                  <a:cubicBezTo>
                    <a:pt x="698" y="560"/>
                    <a:pt x="694" y="559"/>
                    <a:pt x="692" y="559"/>
                  </a:cubicBezTo>
                  <a:cubicBezTo>
                    <a:pt x="690" y="558"/>
                    <a:pt x="686" y="553"/>
                    <a:pt x="684" y="551"/>
                  </a:cubicBezTo>
                  <a:cubicBezTo>
                    <a:pt x="683" y="550"/>
                    <a:pt x="682" y="546"/>
                    <a:pt x="681" y="544"/>
                  </a:cubicBezTo>
                  <a:cubicBezTo>
                    <a:pt x="680" y="543"/>
                    <a:pt x="678" y="540"/>
                    <a:pt x="677" y="539"/>
                  </a:cubicBezTo>
                  <a:cubicBezTo>
                    <a:pt x="676" y="539"/>
                    <a:pt x="673" y="537"/>
                    <a:pt x="671" y="537"/>
                  </a:cubicBezTo>
                  <a:cubicBezTo>
                    <a:pt x="669" y="537"/>
                    <a:pt x="665" y="539"/>
                    <a:pt x="662" y="539"/>
                  </a:cubicBezTo>
                  <a:cubicBezTo>
                    <a:pt x="661" y="539"/>
                    <a:pt x="657" y="538"/>
                    <a:pt x="656" y="537"/>
                  </a:cubicBezTo>
                  <a:cubicBezTo>
                    <a:pt x="653" y="536"/>
                    <a:pt x="649" y="533"/>
                    <a:pt x="648" y="531"/>
                  </a:cubicBezTo>
                  <a:cubicBezTo>
                    <a:pt x="646" y="529"/>
                    <a:pt x="646" y="525"/>
                    <a:pt x="644" y="524"/>
                  </a:cubicBezTo>
                  <a:cubicBezTo>
                    <a:pt x="643" y="522"/>
                    <a:pt x="640" y="521"/>
                    <a:pt x="638" y="521"/>
                  </a:cubicBezTo>
                  <a:cubicBezTo>
                    <a:pt x="637" y="520"/>
                    <a:pt x="634" y="520"/>
                    <a:pt x="632" y="521"/>
                  </a:cubicBezTo>
                  <a:cubicBezTo>
                    <a:pt x="630" y="521"/>
                    <a:pt x="628" y="525"/>
                    <a:pt x="627" y="526"/>
                  </a:cubicBezTo>
                  <a:cubicBezTo>
                    <a:pt x="624" y="527"/>
                    <a:pt x="618" y="528"/>
                    <a:pt x="615" y="528"/>
                  </a:cubicBezTo>
                  <a:cubicBezTo>
                    <a:pt x="612" y="527"/>
                    <a:pt x="605" y="524"/>
                    <a:pt x="603" y="522"/>
                  </a:cubicBezTo>
                  <a:cubicBezTo>
                    <a:pt x="601" y="520"/>
                    <a:pt x="599" y="515"/>
                    <a:pt x="598" y="514"/>
                  </a:cubicBezTo>
                  <a:cubicBezTo>
                    <a:pt x="598" y="514"/>
                    <a:pt x="598" y="506"/>
                    <a:pt x="596" y="504"/>
                  </a:cubicBezTo>
                  <a:cubicBezTo>
                    <a:pt x="596" y="502"/>
                    <a:pt x="593" y="499"/>
                    <a:pt x="591" y="499"/>
                  </a:cubicBezTo>
                  <a:cubicBezTo>
                    <a:pt x="588" y="497"/>
                    <a:pt x="582" y="495"/>
                    <a:pt x="579" y="495"/>
                  </a:cubicBezTo>
                  <a:cubicBezTo>
                    <a:pt x="576" y="495"/>
                    <a:pt x="571" y="497"/>
                    <a:pt x="569" y="498"/>
                  </a:cubicBezTo>
                  <a:cubicBezTo>
                    <a:pt x="566" y="499"/>
                    <a:pt x="559" y="499"/>
                    <a:pt x="558" y="501"/>
                  </a:cubicBezTo>
                  <a:cubicBezTo>
                    <a:pt x="557" y="503"/>
                    <a:pt x="557" y="506"/>
                    <a:pt x="557" y="507"/>
                  </a:cubicBezTo>
                  <a:cubicBezTo>
                    <a:pt x="558" y="509"/>
                    <a:pt x="562" y="511"/>
                    <a:pt x="563" y="512"/>
                  </a:cubicBezTo>
                  <a:cubicBezTo>
                    <a:pt x="565" y="513"/>
                    <a:pt x="569" y="514"/>
                    <a:pt x="571" y="515"/>
                  </a:cubicBezTo>
                  <a:cubicBezTo>
                    <a:pt x="573" y="517"/>
                    <a:pt x="577" y="522"/>
                    <a:pt x="578" y="525"/>
                  </a:cubicBezTo>
                  <a:cubicBezTo>
                    <a:pt x="580" y="528"/>
                    <a:pt x="584" y="534"/>
                    <a:pt x="584" y="537"/>
                  </a:cubicBezTo>
                  <a:cubicBezTo>
                    <a:pt x="583" y="540"/>
                    <a:pt x="580" y="544"/>
                    <a:pt x="578" y="545"/>
                  </a:cubicBezTo>
                  <a:cubicBezTo>
                    <a:pt x="575" y="545"/>
                    <a:pt x="571" y="543"/>
                    <a:pt x="568" y="543"/>
                  </a:cubicBezTo>
                  <a:cubicBezTo>
                    <a:pt x="565" y="543"/>
                    <a:pt x="558" y="545"/>
                    <a:pt x="555" y="545"/>
                  </a:cubicBezTo>
                  <a:cubicBezTo>
                    <a:pt x="553" y="544"/>
                    <a:pt x="548" y="540"/>
                    <a:pt x="546" y="539"/>
                  </a:cubicBezTo>
                  <a:cubicBezTo>
                    <a:pt x="545" y="537"/>
                    <a:pt x="543" y="534"/>
                    <a:pt x="541" y="533"/>
                  </a:cubicBezTo>
                  <a:cubicBezTo>
                    <a:pt x="539" y="532"/>
                    <a:pt x="534" y="532"/>
                    <a:pt x="532" y="532"/>
                  </a:cubicBezTo>
                  <a:cubicBezTo>
                    <a:pt x="530" y="533"/>
                    <a:pt x="525" y="535"/>
                    <a:pt x="523" y="536"/>
                  </a:cubicBezTo>
                  <a:cubicBezTo>
                    <a:pt x="521" y="538"/>
                    <a:pt x="518" y="542"/>
                    <a:pt x="516" y="544"/>
                  </a:cubicBezTo>
                  <a:cubicBezTo>
                    <a:pt x="515" y="546"/>
                    <a:pt x="514" y="551"/>
                    <a:pt x="512" y="553"/>
                  </a:cubicBezTo>
                  <a:cubicBezTo>
                    <a:pt x="509" y="554"/>
                    <a:pt x="503" y="555"/>
                    <a:pt x="500" y="555"/>
                  </a:cubicBezTo>
                  <a:cubicBezTo>
                    <a:pt x="496" y="555"/>
                    <a:pt x="488" y="553"/>
                    <a:pt x="484" y="554"/>
                  </a:cubicBezTo>
                  <a:cubicBezTo>
                    <a:pt x="482" y="554"/>
                    <a:pt x="479" y="555"/>
                    <a:pt x="478" y="556"/>
                  </a:cubicBezTo>
                  <a:cubicBezTo>
                    <a:pt x="476" y="557"/>
                    <a:pt x="474" y="562"/>
                    <a:pt x="474" y="564"/>
                  </a:cubicBezTo>
                  <a:cubicBezTo>
                    <a:pt x="474" y="567"/>
                    <a:pt x="476" y="571"/>
                    <a:pt x="478" y="573"/>
                  </a:cubicBezTo>
                  <a:cubicBezTo>
                    <a:pt x="479" y="575"/>
                    <a:pt x="484" y="578"/>
                    <a:pt x="486" y="580"/>
                  </a:cubicBezTo>
                  <a:cubicBezTo>
                    <a:pt x="488" y="582"/>
                    <a:pt x="491" y="587"/>
                    <a:pt x="492" y="589"/>
                  </a:cubicBezTo>
                  <a:cubicBezTo>
                    <a:pt x="493" y="592"/>
                    <a:pt x="496" y="597"/>
                    <a:pt x="496" y="600"/>
                  </a:cubicBezTo>
                  <a:cubicBezTo>
                    <a:pt x="496" y="602"/>
                    <a:pt x="494" y="605"/>
                    <a:pt x="493" y="607"/>
                  </a:cubicBezTo>
                  <a:cubicBezTo>
                    <a:pt x="491" y="609"/>
                    <a:pt x="487" y="612"/>
                    <a:pt x="485" y="614"/>
                  </a:cubicBezTo>
                  <a:cubicBezTo>
                    <a:pt x="483" y="615"/>
                    <a:pt x="480" y="616"/>
                    <a:pt x="478" y="617"/>
                  </a:cubicBezTo>
                  <a:cubicBezTo>
                    <a:pt x="477" y="619"/>
                    <a:pt x="475" y="624"/>
                    <a:pt x="475" y="626"/>
                  </a:cubicBezTo>
                  <a:cubicBezTo>
                    <a:pt x="475" y="628"/>
                    <a:pt x="476" y="629"/>
                    <a:pt x="477" y="631"/>
                  </a:cubicBezTo>
                  <a:cubicBezTo>
                    <a:pt x="476" y="631"/>
                    <a:pt x="474" y="632"/>
                    <a:pt x="473" y="632"/>
                  </a:cubicBezTo>
                  <a:cubicBezTo>
                    <a:pt x="469" y="632"/>
                    <a:pt x="462" y="630"/>
                    <a:pt x="460" y="628"/>
                  </a:cubicBezTo>
                  <a:cubicBezTo>
                    <a:pt x="458" y="627"/>
                    <a:pt x="455" y="622"/>
                    <a:pt x="454" y="619"/>
                  </a:cubicBezTo>
                  <a:cubicBezTo>
                    <a:pt x="452" y="616"/>
                    <a:pt x="451" y="608"/>
                    <a:pt x="448" y="605"/>
                  </a:cubicBezTo>
                  <a:cubicBezTo>
                    <a:pt x="447" y="604"/>
                    <a:pt x="444" y="601"/>
                    <a:pt x="443" y="600"/>
                  </a:cubicBezTo>
                  <a:cubicBezTo>
                    <a:pt x="441" y="599"/>
                    <a:pt x="439" y="597"/>
                    <a:pt x="437" y="598"/>
                  </a:cubicBezTo>
                  <a:cubicBezTo>
                    <a:pt x="435" y="598"/>
                    <a:pt x="432" y="601"/>
                    <a:pt x="431" y="603"/>
                  </a:cubicBezTo>
                  <a:cubicBezTo>
                    <a:pt x="429" y="605"/>
                    <a:pt x="429" y="610"/>
                    <a:pt x="429" y="612"/>
                  </a:cubicBezTo>
                  <a:cubicBezTo>
                    <a:pt x="428" y="613"/>
                    <a:pt x="429" y="614"/>
                    <a:pt x="429" y="615"/>
                  </a:cubicBezTo>
                  <a:cubicBezTo>
                    <a:pt x="427" y="616"/>
                    <a:pt x="424" y="616"/>
                    <a:pt x="423" y="617"/>
                  </a:cubicBezTo>
                  <a:cubicBezTo>
                    <a:pt x="420" y="618"/>
                    <a:pt x="414" y="622"/>
                    <a:pt x="410" y="623"/>
                  </a:cubicBezTo>
                  <a:cubicBezTo>
                    <a:pt x="406" y="625"/>
                    <a:pt x="392" y="626"/>
                    <a:pt x="392" y="626"/>
                  </a:cubicBezTo>
                  <a:cubicBezTo>
                    <a:pt x="391" y="626"/>
                    <a:pt x="382" y="627"/>
                    <a:pt x="379" y="625"/>
                  </a:cubicBezTo>
                  <a:cubicBezTo>
                    <a:pt x="375" y="624"/>
                    <a:pt x="370" y="617"/>
                    <a:pt x="367" y="614"/>
                  </a:cubicBezTo>
                  <a:cubicBezTo>
                    <a:pt x="365" y="612"/>
                    <a:pt x="361" y="606"/>
                    <a:pt x="358" y="604"/>
                  </a:cubicBezTo>
                  <a:cubicBezTo>
                    <a:pt x="357" y="603"/>
                    <a:pt x="353" y="601"/>
                    <a:pt x="351" y="600"/>
                  </a:cubicBezTo>
                  <a:cubicBezTo>
                    <a:pt x="348" y="599"/>
                    <a:pt x="344" y="598"/>
                    <a:pt x="342" y="596"/>
                  </a:cubicBezTo>
                  <a:cubicBezTo>
                    <a:pt x="339" y="594"/>
                    <a:pt x="336" y="588"/>
                    <a:pt x="333" y="585"/>
                  </a:cubicBezTo>
                  <a:cubicBezTo>
                    <a:pt x="331" y="582"/>
                    <a:pt x="325" y="577"/>
                    <a:pt x="322" y="575"/>
                  </a:cubicBezTo>
                  <a:cubicBezTo>
                    <a:pt x="318" y="572"/>
                    <a:pt x="308" y="569"/>
                    <a:pt x="304" y="567"/>
                  </a:cubicBezTo>
                  <a:cubicBezTo>
                    <a:pt x="299" y="566"/>
                    <a:pt x="290" y="565"/>
                    <a:pt x="286" y="565"/>
                  </a:cubicBezTo>
                  <a:cubicBezTo>
                    <a:pt x="283" y="565"/>
                    <a:pt x="276" y="566"/>
                    <a:pt x="274" y="568"/>
                  </a:cubicBezTo>
                  <a:cubicBezTo>
                    <a:pt x="272" y="568"/>
                    <a:pt x="269" y="572"/>
                    <a:pt x="267" y="572"/>
                  </a:cubicBezTo>
                  <a:cubicBezTo>
                    <a:pt x="264" y="573"/>
                    <a:pt x="258" y="571"/>
                    <a:pt x="255" y="569"/>
                  </a:cubicBezTo>
                  <a:cubicBezTo>
                    <a:pt x="253" y="569"/>
                    <a:pt x="250" y="565"/>
                    <a:pt x="247" y="564"/>
                  </a:cubicBezTo>
                  <a:cubicBezTo>
                    <a:pt x="245" y="564"/>
                    <a:pt x="241" y="565"/>
                    <a:pt x="239" y="566"/>
                  </a:cubicBezTo>
                  <a:cubicBezTo>
                    <a:pt x="237" y="567"/>
                    <a:pt x="234" y="571"/>
                    <a:pt x="232" y="573"/>
                  </a:cubicBezTo>
                  <a:cubicBezTo>
                    <a:pt x="231" y="574"/>
                    <a:pt x="228" y="577"/>
                    <a:pt x="227" y="578"/>
                  </a:cubicBezTo>
                  <a:cubicBezTo>
                    <a:pt x="225" y="579"/>
                    <a:pt x="222" y="581"/>
                    <a:pt x="220" y="581"/>
                  </a:cubicBezTo>
                  <a:cubicBezTo>
                    <a:pt x="218" y="581"/>
                    <a:pt x="213" y="580"/>
                    <a:pt x="211" y="579"/>
                  </a:cubicBezTo>
                  <a:cubicBezTo>
                    <a:pt x="208" y="578"/>
                    <a:pt x="205" y="575"/>
                    <a:pt x="202" y="574"/>
                  </a:cubicBezTo>
                  <a:cubicBezTo>
                    <a:pt x="201" y="574"/>
                    <a:pt x="197" y="575"/>
                    <a:pt x="196" y="577"/>
                  </a:cubicBezTo>
                  <a:cubicBezTo>
                    <a:pt x="194" y="578"/>
                    <a:pt x="193" y="584"/>
                    <a:pt x="191" y="586"/>
                  </a:cubicBezTo>
                  <a:cubicBezTo>
                    <a:pt x="190" y="588"/>
                    <a:pt x="187" y="591"/>
                    <a:pt x="186" y="592"/>
                  </a:cubicBezTo>
                  <a:cubicBezTo>
                    <a:pt x="184" y="594"/>
                    <a:pt x="179" y="596"/>
                    <a:pt x="177" y="599"/>
                  </a:cubicBezTo>
                  <a:cubicBezTo>
                    <a:pt x="176" y="600"/>
                    <a:pt x="176" y="604"/>
                    <a:pt x="176" y="606"/>
                  </a:cubicBezTo>
                  <a:cubicBezTo>
                    <a:pt x="176" y="609"/>
                    <a:pt x="177" y="614"/>
                    <a:pt x="176" y="616"/>
                  </a:cubicBezTo>
                  <a:cubicBezTo>
                    <a:pt x="176" y="619"/>
                    <a:pt x="174" y="624"/>
                    <a:pt x="172" y="626"/>
                  </a:cubicBezTo>
                  <a:cubicBezTo>
                    <a:pt x="171" y="628"/>
                    <a:pt x="167" y="630"/>
                    <a:pt x="165" y="631"/>
                  </a:cubicBezTo>
                  <a:cubicBezTo>
                    <a:pt x="162" y="632"/>
                    <a:pt x="157" y="633"/>
                    <a:pt x="155" y="633"/>
                  </a:cubicBezTo>
                  <a:cubicBezTo>
                    <a:pt x="148" y="634"/>
                    <a:pt x="136" y="635"/>
                    <a:pt x="130" y="635"/>
                  </a:cubicBezTo>
                  <a:cubicBezTo>
                    <a:pt x="124" y="635"/>
                    <a:pt x="113" y="635"/>
                    <a:pt x="107" y="635"/>
                  </a:cubicBezTo>
                  <a:cubicBezTo>
                    <a:pt x="100" y="635"/>
                    <a:pt x="87" y="635"/>
                    <a:pt x="80" y="635"/>
                  </a:cubicBezTo>
                  <a:cubicBezTo>
                    <a:pt x="78" y="635"/>
                    <a:pt x="74" y="637"/>
                    <a:pt x="72" y="635"/>
                  </a:cubicBezTo>
                  <a:cubicBezTo>
                    <a:pt x="69" y="634"/>
                    <a:pt x="68" y="627"/>
                    <a:pt x="67" y="624"/>
                  </a:cubicBezTo>
                  <a:cubicBezTo>
                    <a:pt x="66" y="621"/>
                    <a:pt x="65" y="615"/>
                    <a:pt x="64" y="613"/>
                  </a:cubicBezTo>
                  <a:cubicBezTo>
                    <a:pt x="63" y="610"/>
                    <a:pt x="59" y="604"/>
                    <a:pt x="57" y="602"/>
                  </a:cubicBezTo>
                  <a:cubicBezTo>
                    <a:pt x="55" y="601"/>
                    <a:pt x="52" y="598"/>
                    <a:pt x="49" y="597"/>
                  </a:cubicBezTo>
                  <a:cubicBezTo>
                    <a:pt x="48" y="597"/>
                    <a:pt x="45" y="597"/>
                    <a:pt x="44" y="598"/>
                  </a:cubicBezTo>
                  <a:cubicBezTo>
                    <a:pt x="43" y="599"/>
                    <a:pt x="40" y="601"/>
                    <a:pt x="39" y="603"/>
                  </a:cubicBezTo>
                  <a:cubicBezTo>
                    <a:pt x="38" y="603"/>
                    <a:pt x="37" y="605"/>
                    <a:pt x="36" y="606"/>
                  </a:cubicBezTo>
                  <a:cubicBezTo>
                    <a:pt x="34" y="606"/>
                    <a:pt x="31" y="605"/>
                    <a:pt x="30" y="604"/>
                  </a:cubicBezTo>
                  <a:cubicBezTo>
                    <a:pt x="27" y="602"/>
                    <a:pt x="23" y="599"/>
                    <a:pt x="20" y="597"/>
                  </a:cubicBezTo>
                  <a:cubicBezTo>
                    <a:pt x="17" y="594"/>
                    <a:pt x="10" y="587"/>
                    <a:pt x="7" y="584"/>
                  </a:cubicBezTo>
                  <a:cubicBezTo>
                    <a:pt x="6" y="582"/>
                    <a:pt x="4" y="577"/>
                    <a:pt x="3" y="575"/>
                  </a:cubicBezTo>
                  <a:cubicBezTo>
                    <a:pt x="2" y="574"/>
                    <a:pt x="2" y="573"/>
                    <a:pt x="1" y="57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6"/>
            <p:cNvSpPr>
              <a:spLocks/>
            </p:cNvSpPr>
            <p:nvPr/>
          </p:nvSpPr>
          <p:spPr bwMode="auto">
            <a:xfrm>
              <a:off x="4729163" y="3363913"/>
              <a:ext cx="463550" cy="1217613"/>
            </a:xfrm>
            <a:custGeom>
              <a:avLst/>
              <a:gdLst/>
              <a:ahLst/>
              <a:cxnLst>
                <a:cxn ang="0">
                  <a:pos x="140" y="3"/>
                </a:cxn>
                <a:cxn ang="0">
                  <a:pos x="174" y="34"/>
                </a:cxn>
                <a:cxn ang="0">
                  <a:pos x="217" y="50"/>
                </a:cxn>
                <a:cxn ang="0">
                  <a:pos x="217" y="92"/>
                </a:cxn>
                <a:cxn ang="0">
                  <a:pos x="251" y="127"/>
                </a:cxn>
                <a:cxn ang="0">
                  <a:pos x="276" y="178"/>
                </a:cxn>
                <a:cxn ang="0">
                  <a:pos x="311" y="248"/>
                </a:cxn>
                <a:cxn ang="0">
                  <a:pos x="304" y="308"/>
                </a:cxn>
                <a:cxn ang="0">
                  <a:pos x="317" y="331"/>
                </a:cxn>
                <a:cxn ang="0">
                  <a:pos x="292" y="363"/>
                </a:cxn>
                <a:cxn ang="0">
                  <a:pos x="258" y="418"/>
                </a:cxn>
                <a:cxn ang="0">
                  <a:pos x="245" y="451"/>
                </a:cxn>
                <a:cxn ang="0">
                  <a:pos x="248" y="493"/>
                </a:cxn>
                <a:cxn ang="0">
                  <a:pos x="287" y="478"/>
                </a:cxn>
                <a:cxn ang="0">
                  <a:pos x="283" y="509"/>
                </a:cxn>
                <a:cxn ang="0">
                  <a:pos x="246" y="534"/>
                </a:cxn>
                <a:cxn ang="0">
                  <a:pos x="199" y="565"/>
                </a:cxn>
                <a:cxn ang="0">
                  <a:pos x="167" y="595"/>
                </a:cxn>
                <a:cxn ang="0">
                  <a:pos x="146" y="592"/>
                </a:cxn>
                <a:cxn ang="0">
                  <a:pos x="138" y="611"/>
                </a:cxn>
                <a:cxn ang="0">
                  <a:pos x="149" y="649"/>
                </a:cxn>
                <a:cxn ang="0">
                  <a:pos x="180" y="646"/>
                </a:cxn>
                <a:cxn ang="0">
                  <a:pos x="216" y="643"/>
                </a:cxn>
                <a:cxn ang="0">
                  <a:pos x="215" y="673"/>
                </a:cxn>
                <a:cxn ang="0">
                  <a:pos x="238" y="696"/>
                </a:cxn>
                <a:cxn ang="0">
                  <a:pos x="242" y="730"/>
                </a:cxn>
                <a:cxn ang="0">
                  <a:pos x="238" y="753"/>
                </a:cxn>
                <a:cxn ang="0">
                  <a:pos x="217" y="771"/>
                </a:cxn>
                <a:cxn ang="0">
                  <a:pos x="197" y="789"/>
                </a:cxn>
                <a:cxn ang="0">
                  <a:pos x="210" y="806"/>
                </a:cxn>
                <a:cxn ang="0">
                  <a:pos x="201" y="830"/>
                </a:cxn>
                <a:cxn ang="0">
                  <a:pos x="157" y="833"/>
                </a:cxn>
                <a:cxn ang="0">
                  <a:pos x="138" y="824"/>
                </a:cxn>
                <a:cxn ang="0">
                  <a:pos x="103" y="824"/>
                </a:cxn>
                <a:cxn ang="0">
                  <a:pos x="77" y="829"/>
                </a:cxn>
                <a:cxn ang="0">
                  <a:pos x="46" y="825"/>
                </a:cxn>
                <a:cxn ang="0">
                  <a:pos x="49" y="789"/>
                </a:cxn>
                <a:cxn ang="0">
                  <a:pos x="21" y="743"/>
                </a:cxn>
                <a:cxn ang="0">
                  <a:pos x="44" y="717"/>
                </a:cxn>
                <a:cxn ang="0">
                  <a:pos x="73" y="691"/>
                </a:cxn>
                <a:cxn ang="0">
                  <a:pos x="66" y="668"/>
                </a:cxn>
                <a:cxn ang="0">
                  <a:pos x="91" y="624"/>
                </a:cxn>
                <a:cxn ang="0">
                  <a:pos x="88" y="588"/>
                </a:cxn>
                <a:cxn ang="0">
                  <a:pos x="104" y="559"/>
                </a:cxn>
                <a:cxn ang="0">
                  <a:pos x="118" y="522"/>
                </a:cxn>
                <a:cxn ang="0">
                  <a:pos x="97" y="508"/>
                </a:cxn>
                <a:cxn ang="0">
                  <a:pos x="72" y="487"/>
                </a:cxn>
                <a:cxn ang="0">
                  <a:pos x="27" y="476"/>
                </a:cxn>
                <a:cxn ang="0">
                  <a:pos x="3" y="454"/>
                </a:cxn>
                <a:cxn ang="0">
                  <a:pos x="63" y="373"/>
                </a:cxn>
                <a:cxn ang="0">
                  <a:pos x="161" y="322"/>
                </a:cxn>
                <a:cxn ang="0">
                  <a:pos x="127" y="262"/>
                </a:cxn>
                <a:cxn ang="0">
                  <a:pos x="124" y="179"/>
                </a:cxn>
                <a:cxn ang="0">
                  <a:pos x="168" y="189"/>
                </a:cxn>
                <a:cxn ang="0">
                  <a:pos x="208" y="182"/>
                </a:cxn>
                <a:cxn ang="0">
                  <a:pos x="215" y="156"/>
                </a:cxn>
                <a:cxn ang="0">
                  <a:pos x="187" y="117"/>
                </a:cxn>
                <a:cxn ang="0">
                  <a:pos x="179" y="85"/>
                </a:cxn>
                <a:cxn ang="0">
                  <a:pos x="143" y="51"/>
                </a:cxn>
                <a:cxn ang="0">
                  <a:pos x="126" y="18"/>
                </a:cxn>
              </a:cxnLst>
              <a:rect l="0" t="0" r="r" b="b"/>
              <a:pathLst>
                <a:path w="317" h="834">
                  <a:moveTo>
                    <a:pt x="126" y="18"/>
                  </a:moveTo>
                  <a:cubicBezTo>
                    <a:pt x="126" y="17"/>
                    <a:pt x="125" y="16"/>
                    <a:pt x="126" y="15"/>
                  </a:cubicBezTo>
                  <a:cubicBezTo>
                    <a:pt x="126" y="13"/>
                    <a:pt x="126" y="8"/>
                    <a:pt x="128" y="6"/>
                  </a:cubicBezTo>
                  <a:cubicBezTo>
                    <a:pt x="129" y="4"/>
                    <a:pt x="132" y="1"/>
                    <a:pt x="134" y="1"/>
                  </a:cubicBezTo>
                  <a:cubicBezTo>
                    <a:pt x="136" y="0"/>
                    <a:pt x="138" y="2"/>
                    <a:pt x="140" y="3"/>
                  </a:cubicBezTo>
                  <a:cubicBezTo>
                    <a:pt x="141" y="4"/>
                    <a:pt x="144" y="7"/>
                    <a:pt x="145" y="8"/>
                  </a:cubicBezTo>
                  <a:cubicBezTo>
                    <a:pt x="148" y="11"/>
                    <a:pt x="149" y="19"/>
                    <a:pt x="151" y="22"/>
                  </a:cubicBezTo>
                  <a:cubicBezTo>
                    <a:pt x="152" y="25"/>
                    <a:pt x="155" y="30"/>
                    <a:pt x="157" y="31"/>
                  </a:cubicBezTo>
                  <a:cubicBezTo>
                    <a:pt x="159" y="33"/>
                    <a:pt x="166" y="35"/>
                    <a:pt x="170" y="35"/>
                  </a:cubicBezTo>
                  <a:cubicBezTo>
                    <a:pt x="171" y="35"/>
                    <a:pt x="173" y="34"/>
                    <a:pt x="174" y="34"/>
                  </a:cubicBezTo>
                  <a:cubicBezTo>
                    <a:pt x="175" y="35"/>
                    <a:pt x="176" y="36"/>
                    <a:pt x="176" y="36"/>
                  </a:cubicBezTo>
                  <a:cubicBezTo>
                    <a:pt x="178" y="37"/>
                    <a:pt x="184" y="38"/>
                    <a:pt x="186" y="38"/>
                  </a:cubicBezTo>
                  <a:cubicBezTo>
                    <a:pt x="188" y="38"/>
                    <a:pt x="191" y="35"/>
                    <a:pt x="193" y="36"/>
                  </a:cubicBezTo>
                  <a:cubicBezTo>
                    <a:pt x="196" y="36"/>
                    <a:pt x="201" y="41"/>
                    <a:pt x="204" y="43"/>
                  </a:cubicBezTo>
                  <a:cubicBezTo>
                    <a:pt x="208" y="45"/>
                    <a:pt x="215" y="47"/>
                    <a:pt x="217" y="50"/>
                  </a:cubicBezTo>
                  <a:cubicBezTo>
                    <a:pt x="218" y="52"/>
                    <a:pt x="219" y="56"/>
                    <a:pt x="218" y="58"/>
                  </a:cubicBezTo>
                  <a:cubicBezTo>
                    <a:pt x="217" y="61"/>
                    <a:pt x="210" y="62"/>
                    <a:pt x="209" y="64"/>
                  </a:cubicBezTo>
                  <a:cubicBezTo>
                    <a:pt x="209" y="66"/>
                    <a:pt x="211" y="70"/>
                    <a:pt x="211" y="72"/>
                  </a:cubicBezTo>
                  <a:cubicBezTo>
                    <a:pt x="211" y="74"/>
                    <a:pt x="210" y="79"/>
                    <a:pt x="211" y="82"/>
                  </a:cubicBezTo>
                  <a:cubicBezTo>
                    <a:pt x="212" y="85"/>
                    <a:pt x="215" y="90"/>
                    <a:pt x="217" y="92"/>
                  </a:cubicBezTo>
                  <a:cubicBezTo>
                    <a:pt x="219" y="93"/>
                    <a:pt x="223" y="95"/>
                    <a:pt x="226" y="96"/>
                  </a:cubicBezTo>
                  <a:cubicBezTo>
                    <a:pt x="230" y="97"/>
                    <a:pt x="239" y="96"/>
                    <a:pt x="243" y="98"/>
                  </a:cubicBezTo>
                  <a:cubicBezTo>
                    <a:pt x="247" y="100"/>
                    <a:pt x="253" y="105"/>
                    <a:pt x="255" y="109"/>
                  </a:cubicBezTo>
                  <a:cubicBezTo>
                    <a:pt x="256" y="111"/>
                    <a:pt x="255" y="117"/>
                    <a:pt x="255" y="120"/>
                  </a:cubicBezTo>
                  <a:cubicBezTo>
                    <a:pt x="254" y="122"/>
                    <a:pt x="251" y="125"/>
                    <a:pt x="251" y="127"/>
                  </a:cubicBezTo>
                  <a:cubicBezTo>
                    <a:pt x="249" y="130"/>
                    <a:pt x="246" y="137"/>
                    <a:pt x="246" y="140"/>
                  </a:cubicBezTo>
                  <a:cubicBezTo>
                    <a:pt x="246" y="143"/>
                    <a:pt x="248" y="150"/>
                    <a:pt x="250" y="152"/>
                  </a:cubicBezTo>
                  <a:cubicBezTo>
                    <a:pt x="252" y="155"/>
                    <a:pt x="257" y="159"/>
                    <a:pt x="259" y="161"/>
                  </a:cubicBezTo>
                  <a:cubicBezTo>
                    <a:pt x="261" y="163"/>
                    <a:pt x="265" y="165"/>
                    <a:pt x="267" y="167"/>
                  </a:cubicBezTo>
                  <a:cubicBezTo>
                    <a:pt x="270" y="169"/>
                    <a:pt x="273" y="176"/>
                    <a:pt x="276" y="178"/>
                  </a:cubicBezTo>
                  <a:cubicBezTo>
                    <a:pt x="278" y="182"/>
                    <a:pt x="285" y="187"/>
                    <a:pt x="288" y="190"/>
                  </a:cubicBezTo>
                  <a:cubicBezTo>
                    <a:pt x="290" y="192"/>
                    <a:pt x="294" y="198"/>
                    <a:pt x="296" y="201"/>
                  </a:cubicBezTo>
                  <a:cubicBezTo>
                    <a:pt x="298" y="204"/>
                    <a:pt x="301" y="211"/>
                    <a:pt x="302" y="215"/>
                  </a:cubicBezTo>
                  <a:cubicBezTo>
                    <a:pt x="304" y="218"/>
                    <a:pt x="304" y="226"/>
                    <a:pt x="306" y="230"/>
                  </a:cubicBezTo>
                  <a:cubicBezTo>
                    <a:pt x="307" y="235"/>
                    <a:pt x="311" y="243"/>
                    <a:pt x="311" y="248"/>
                  </a:cubicBezTo>
                  <a:cubicBezTo>
                    <a:pt x="312" y="252"/>
                    <a:pt x="311" y="259"/>
                    <a:pt x="310" y="263"/>
                  </a:cubicBezTo>
                  <a:cubicBezTo>
                    <a:pt x="310" y="265"/>
                    <a:pt x="309" y="271"/>
                    <a:pt x="308" y="273"/>
                  </a:cubicBezTo>
                  <a:cubicBezTo>
                    <a:pt x="308" y="277"/>
                    <a:pt x="308" y="285"/>
                    <a:pt x="307" y="289"/>
                  </a:cubicBezTo>
                  <a:cubicBezTo>
                    <a:pt x="306" y="292"/>
                    <a:pt x="300" y="297"/>
                    <a:pt x="300" y="300"/>
                  </a:cubicBezTo>
                  <a:cubicBezTo>
                    <a:pt x="300" y="302"/>
                    <a:pt x="302" y="307"/>
                    <a:pt x="304" y="308"/>
                  </a:cubicBezTo>
                  <a:cubicBezTo>
                    <a:pt x="305" y="308"/>
                    <a:pt x="307" y="305"/>
                    <a:pt x="309" y="306"/>
                  </a:cubicBezTo>
                  <a:cubicBezTo>
                    <a:pt x="311" y="306"/>
                    <a:pt x="312" y="312"/>
                    <a:pt x="312" y="314"/>
                  </a:cubicBezTo>
                  <a:cubicBezTo>
                    <a:pt x="312" y="315"/>
                    <a:pt x="310" y="317"/>
                    <a:pt x="310" y="318"/>
                  </a:cubicBezTo>
                  <a:cubicBezTo>
                    <a:pt x="309" y="320"/>
                    <a:pt x="310" y="322"/>
                    <a:pt x="311" y="324"/>
                  </a:cubicBezTo>
                  <a:cubicBezTo>
                    <a:pt x="312" y="326"/>
                    <a:pt x="316" y="329"/>
                    <a:pt x="317" y="331"/>
                  </a:cubicBezTo>
                  <a:cubicBezTo>
                    <a:pt x="317" y="333"/>
                    <a:pt x="316" y="338"/>
                    <a:pt x="314" y="340"/>
                  </a:cubicBezTo>
                  <a:cubicBezTo>
                    <a:pt x="313" y="341"/>
                    <a:pt x="310" y="344"/>
                    <a:pt x="309" y="345"/>
                  </a:cubicBezTo>
                  <a:cubicBezTo>
                    <a:pt x="307" y="347"/>
                    <a:pt x="303" y="349"/>
                    <a:pt x="303" y="351"/>
                  </a:cubicBezTo>
                  <a:cubicBezTo>
                    <a:pt x="301" y="353"/>
                    <a:pt x="303" y="359"/>
                    <a:pt x="302" y="361"/>
                  </a:cubicBezTo>
                  <a:cubicBezTo>
                    <a:pt x="300" y="363"/>
                    <a:pt x="294" y="362"/>
                    <a:pt x="292" y="363"/>
                  </a:cubicBezTo>
                  <a:cubicBezTo>
                    <a:pt x="290" y="365"/>
                    <a:pt x="287" y="370"/>
                    <a:pt x="285" y="372"/>
                  </a:cubicBezTo>
                  <a:cubicBezTo>
                    <a:pt x="284" y="374"/>
                    <a:pt x="281" y="379"/>
                    <a:pt x="280" y="381"/>
                  </a:cubicBezTo>
                  <a:cubicBezTo>
                    <a:pt x="278" y="385"/>
                    <a:pt x="275" y="393"/>
                    <a:pt x="273" y="396"/>
                  </a:cubicBezTo>
                  <a:cubicBezTo>
                    <a:pt x="271" y="398"/>
                    <a:pt x="268" y="401"/>
                    <a:pt x="266" y="403"/>
                  </a:cubicBezTo>
                  <a:cubicBezTo>
                    <a:pt x="264" y="407"/>
                    <a:pt x="260" y="414"/>
                    <a:pt x="258" y="418"/>
                  </a:cubicBezTo>
                  <a:cubicBezTo>
                    <a:pt x="256" y="420"/>
                    <a:pt x="251" y="425"/>
                    <a:pt x="249" y="427"/>
                  </a:cubicBezTo>
                  <a:cubicBezTo>
                    <a:pt x="247" y="428"/>
                    <a:pt x="243" y="430"/>
                    <a:pt x="242" y="432"/>
                  </a:cubicBezTo>
                  <a:cubicBezTo>
                    <a:pt x="240" y="433"/>
                    <a:pt x="238" y="437"/>
                    <a:pt x="239" y="439"/>
                  </a:cubicBezTo>
                  <a:cubicBezTo>
                    <a:pt x="239" y="441"/>
                    <a:pt x="243" y="443"/>
                    <a:pt x="243" y="445"/>
                  </a:cubicBezTo>
                  <a:cubicBezTo>
                    <a:pt x="244" y="446"/>
                    <a:pt x="245" y="449"/>
                    <a:pt x="245" y="451"/>
                  </a:cubicBezTo>
                  <a:cubicBezTo>
                    <a:pt x="244" y="453"/>
                    <a:pt x="241" y="457"/>
                    <a:pt x="240" y="459"/>
                  </a:cubicBezTo>
                  <a:cubicBezTo>
                    <a:pt x="239" y="461"/>
                    <a:pt x="235" y="465"/>
                    <a:pt x="235" y="467"/>
                  </a:cubicBezTo>
                  <a:cubicBezTo>
                    <a:pt x="234" y="470"/>
                    <a:pt x="237" y="476"/>
                    <a:pt x="238" y="479"/>
                  </a:cubicBezTo>
                  <a:cubicBezTo>
                    <a:pt x="239" y="481"/>
                    <a:pt x="240" y="486"/>
                    <a:pt x="242" y="488"/>
                  </a:cubicBezTo>
                  <a:cubicBezTo>
                    <a:pt x="243" y="489"/>
                    <a:pt x="246" y="492"/>
                    <a:pt x="248" y="493"/>
                  </a:cubicBezTo>
                  <a:cubicBezTo>
                    <a:pt x="250" y="493"/>
                    <a:pt x="254" y="493"/>
                    <a:pt x="256" y="492"/>
                  </a:cubicBezTo>
                  <a:cubicBezTo>
                    <a:pt x="258" y="491"/>
                    <a:pt x="262" y="488"/>
                    <a:pt x="264" y="487"/>
                  </a:cubicBezTo>
                  <a:cubicBezTo>
                    <a:pt x="265" y="485"/>
                    <a:pt x="266" y="482"/>
                    <a:pt x="268" y="481"/>
                  </a:cubicBezTo>
                  <a:cubicBezTo>
                    <a:pt x="269" y="480"/>
                    <a:pt x="273" y="476"/>
                    <a:pt x="276" y="476"/>
                  </a:cubicBezTo>
                  <a:cubicBezTo>
                    <a:pt x="279" y="475"/>
                    <a:pt x="285" y="476"/>
                    <a:pt x="287" y="478"/>
                  </a:cubicBezTo>
                  <a:cubicBezTo>
                    <a:pt x="288" y="479"/>
                    <a:pt x="290" y="483"/>
                    <a:pt x="290" y="485"/>
                  </a:cubicBezTo>
                  <a:cubicBezTo>
                    <a:pt x="289" y="487"/>
                    <a:pt x="283" y="488"/>
                    <a:pt x="282" y="491"/>
                  </a:cubicBezTo>
                  <a:cubicBezTo>
                    <a:pt x="281" y="492"/>
                    <a:pt x="281" y="496"/>
                    <a:pt x="282" y="497"/>
                  </a:cubicBezTo>
                  <a:cubicBezTo>
                    <a:pt x="283" y="499"/>
                    <a:pt x="287" y="498"/>
                    <a:pt x="288" y="500"/>
                  </a:cubicBezTo>
                  <a:cubicBezTo>
                    <a:pt x="289" y="502"/>
                    <a:pt x="285" y="507"/>
                    <a:pt x="283" y="509"/>
                  </a:cubicBezTo>
                  <a:cubicBezTo>
                    <a:pt x="281" y="511"/>
                    <a:pt x="275" y="512"/>
                    <a:pt x="273" y="514"/>
                  </a:cubicBezTo>
                  <a:cubicBezTo>
                    <a:pt x="271" y="515"/>
                    <a:pt x="268" y="518"/>
                    <a:pt x="265" y="519"/>
                  </a:cubicBezTo>
                  <a:cubicBezTo>
                    <a:pt x="263" y="520"/>
                    <a:pt x="260" y="519"/>
                    <a:pt x="258" y="520"/>
                  </a:cubicBezTo>
                  <a:cubicBezTo>
                    <a:pt x="255" y="521"/>
                    <a:pt x="251" y="522"/>
                    <a:pt x="249" y="524"/>
                  </a:cubicBezTo>
                  <a:cubicBezTo>
                    <a:pt x="248" y="526"/>
                    <a:pt x="247" y="531"/>
                    <a:pt x="246" y="534"/>
                  </a:cubicBezTo>
                  <a:cubicBezTo>
                    <a:pt x="244" y="536"/>
                    <a:pt x="241" y="541"/>
                    <a:pt x="239" y="543"/>
                  </a:cubicBezTo>
                  <a:cubicBezTo>
                    <a:pt x="235" y="546"/>
                    <a:pt x="227" y="550"/>
                    <a:pt x="223" y="552"/>
                  </a:cubicBezTo>
                  <a:cubicBezTo>
                    <a:pt x="220" y="553"/>
                    <a:pt x="215" y="555"/>
                    <a:pt x="213" y="556"/>
                  </a:cubicBezTo>
                  <a:cubicBezTo>
                    <a:pt x="211" y="557"/>
                    <a:pt x="207" y="559"/>
                    <a:pt x="205" y="560"/>
                  </a:cubicBezTo>
                  <a:cubicBezTo>
                    <a:pt x="203" y="561"/>
                    <a:pt x="200" y="564"/>
                    <a:pt x="199" y="565"/>
                  </a:cubicBezTo>
                  <a:cubicBezTo>
                    <a:pt x="197" y="568"/>
                    <a:pt x="197" y="575"/>
                    <a:pt x="196" y="578"/>
                  </a:cubicBezTo>
                  <a:cubicBezTo>
                    <a:pt x="195" y="581"/>
                    <a:pt x="193" y="587"/>
                    <a:pt x="191" y="589"/>
                  </a:cubicBezTo>
                  <a:cubicBezTo>
                    <a:pt x="189" y="592"/>
                    <a:pt x="184" y="596"/>
                    <a:pt x="181" y="598"/>
                  </a:cubicBezTo>
                  <a:cubicBezTo>
                    <a:pt x="179" y="599"/>
                    <a:pt x="176" y="601"/>
                    <a:pt x="175" y="600"/>
                  </a:cubicBezTo>
                  <a:cubicBezTo>
                    <a:pt x="172" y="600"/>
                    <a:pt x="169" y="597"/>
                    <a:pt x="167" y="595"/>
                  </a:cubicBezTo>
                  <a:cubicBezTo>
                    <a:pt x="167" y="594"/>
                    <a:pt x="167" y="591"/>
                    <a:pt x="167" y="590"/>
                  </a:cubicBezTo>
                  <a:cubicBezTo>
                    <a:pt x="165" y="587"/>
                    <a:pt x="162" y="582"/>
                    <a:pt x="159" y="581"/>
                  </a:cubicBezTo>
                  <a:cubicBezTo>
                    <a:pt x="158" y="580"/>
                    <a:pt x="154" y="579"/>
                    <a:pt x="153" y="579"/>
                  </a:cubicBezTo>
                  <a:cubicBezTo>
                    <a:pt x="152" y="580"/>
                    <a:pt x="153" y="585"/>
                    <a:pt x="152" y="586"/>
                  </a:cubicBezTo>
                  <a:cubicBezTo>
                    <a:pt x="151" y="588"/>
                    <a:pt x="148" y="591"/>
                    <a:pt x="146" y="592"/>
                  </a:cubicBezTo>
                  <a:cubicBezTo>
                    <a:pt x="145" y="592"/>
                    <a:pt x="143" y="591"/>
                    <a:pt x="142" y="591"/>
                  </a:cubicBezTo>
                  <a:cubicBezTo>
                    <a:pt x="140" y="592"/>
                    <a:pt x="134" y="592"/>
                    <a:pt x="132" y="594"/>
                  </a:cubicBezTo>
                  <a:cubicBezTo>
                    <a:pt x="131" y="596"/>
                    <a:pt x="132" y="599"/>
                    <a:pt x="132" y="600"/>
                  </a:cubicBezTo>
                  <a:cubicBezTo>
                    <a:pt x="133" y="602"/>
                    <a:pt x="137" y="603"/>
                    <a:pt x="138" y="605"/>
                  </a:cubicBezTo>
                  <a:cubicBezTo>
                    <a:pt x="138" y="606"/>
                    <a:pt x="138" y="610"/>
                    <a:pt x="138" y="611"/>
                  </a:cubicBezTo>
                  <a:cubicBezTo>
                    <a:pt x="139" y="614"/>
                    <a:pt x="140" y="618"/>
                    <a:pt x="142" y="620"/>
                  </a:cubicBezTo>
                  <a:cubicBezTo>
                    <a:pt x="143" y="622"/>
                    <a:pt x="146" y="625"/>
                    <a:pt x="147" y="626"/>
                  </a:cubicBezTo>
                  <a:cubicBezTo>
                    <a:pt x="149" y="628"/>
                    <a:pt x="152" y="633"/>
                    <a:pt x="153" y="636"/>
                  </a:cubicBezTo>
                  <a:cubicBezTo>
                    <a:pt x="154" y="638"/>
                    <a:pt x="154" y="643"/>
                    <a:pt x="153" y="645"/>
                  </a:cubicBezTo>
                  <a:cubicBezTo>
                    <a:pt x="152" y="647"/>
                    <a:pt x="149" y="648"/>
                    <a:pt x="149" y="649"/>
                  </a:cubicBezTo>
                  <a:cubicBezTo>
                    <a:pt x="149" y="651"/>
                    <a:pt x="151" y="653"/>
                    <a:pt x="153" y="654"/>
                  </a:cubicBezTo>
                  <a:cubicBezTo>
                    <a:pt x="154" y="655"/>
                    <a:pt x="158" y="656"/>
                    <a:pt x="160" y="656"/>
                  </a:cubicBezTo>
                  <a:cubicBezTo>
                    <a:pt x="162" y="655"/>
                    <a:pt x="165" y="653"/>
                    <a:pt x="166" y="652"/>
                  </a:cubicBezTo>
                  <a:cubicBezTo>
                    <a:pt x="167" y="651"/>
                    <a:pt x="169" y="648"/>
                    <a:pt x="170" y="647"/>
                  </a:cubicBezTo>
                  <a:cubicBezTo>
                    <a:pt x="172" y="646"/>
                    <a:pt x="178" y="646"/>
                    <a:pt x="180" y="646"/>
                  </a:cubicBezTo>
                  <a:cubicBezTo>
                    <a:pt x="183" y="647"/>
                    <a:pt x="187" y="650"/>
                    <a:pt x="190" y="651"/>
                  </a:cubicBezTo>
                  <a:cubicBezTo>
                    <a:pt x="192" y="651"/>
                    <a:pt x="196" y="649"/>
                    <a:pt x="197" y="648"/>
                  </a:cubicBezTo>
                  <a:cubicBezTo>
                    <a:pt x="198" y="648"/>
                    <a:pt x="200" y="645"/>
                    <a:pt x="201" y="644"/>
                  </a:cubicBezTo>
                  <a:cubicBezTo>
                    <a:pt x="202" y="643"/>
                    <a:pt x="206" y="641"/>
                    <a:pt x="208" y="641"/>
                  </a:cubicBezTo>
                  <a:cubicBezTo>
                    <a:pt x="210" y="641"/>
                    <a:pt x="214" y="642"/>
                    <a:pt x="216" y="643"/>
                  </a:cubicBezTo>
                  <a:cubicBezTo>
                    <a:pt x="218" y="644"/>
                    <a:pt x="224" y="647"/>
                    <a:pt x="225" y="650"/>
                  </a:cubicBezTo>
                  <a:cubicBezTo>
                    <a:pt x="225" y="652"/>
                    <a:pt x="222" y="655"/>
                    <a:pt x="220" y="656"/>
                  </a:cubicBezTo>
                  <a:cubicBezTo>
                    <a:pt x="219" y="657"/>
                    <a:pt x="214" y="658"/>
                    <a:pt x="213" y="659"/>
                  </a:cubicBezTo>
                  <a:cubicBezTo>
                    <a:pt x="212" y="661"/>
                    <a:pt x="210" y="666"/>
                    <a:pt x="210" y="668"/>
                  </a:cubicBezTo>
                  <a:cubicBezTo>
                    <a:pt x="211" y="670"/>
                    <a:pt x="214" y="672"/>
                    <a:pt x="215" y="673"/>
                  </a:cubicBezTo>
                  <a:cubicBezTo>
                    <a:pt x="215" y="674"/>
                    <a:pt x="217" y="677"/>
                    <a:pt x="218" y="678"/>
                  </a:cubicBezTo>
                  <a:cubicBezTo>
                    <a:pt x="218" y="680"/>
                    <a:pt x="216" y="684"/>
                    <a:pt x="217" y="686"/>
                  </a:cubicBezTo>
                  <a:cubicBezTo>
                    <a:pt x="217" y="687"/>
                    <a:pt x="219" y="690"/>
                    <a:pt x="221" y="691"/>
                  </a:cubicBezTo>
                  <a:cubicBezTo>
                    <a:pt x="222" y="692"/>
                    <a:pt x="226" y="691"/>
                    <a:pt x="228" y="691"/>
                  </a:cubicBezTo>
                  <a:cubicBezTo>
                    <a:pt x="230" y="692"/>
                    <a:pt x="235" y="694"/>
                    <a:pt x="238" y="696"/>
                  </a:cubicBezTo>
                  <a:cubicBezTo>
                    <a:pt x="240" y="697"/>
                    <a:pt x="244" y="701"/>
                    <a:pt x="246" y="703"/>
                  </a:cubicBezTo>
                  <a:cubicBezTo>
                    <a:pt x="247" y="705"/>
                    <a:pt x="247" y="709"/>
                    <a:pt x="247" y="711"/>
                  </a:cubicBezTo>
                  <a:cubicBezTo>
                    <a:pt x="247" y="713"/>
                    <a:pt x="247" y="718"/>
                    <a:pt x="246" y="720"/>
                  </a:cubicBezTo>
                  <a:cubicBezTo>
                    <a:pt x="246" y="721"/>
                    <a:pt x="243" y="723"/>
                    <a:pt x="243" y="725"/>
                  </a:cubicBezTo>
                  <a:cubicBezTo>
                    <a:pt x="242" y="726"/>
                    <a:pt x="242" y="729"/>
                    <a:pt x="242" y="730"/>
                  </a:cubicBezTo>
                  <a:cubicBezTo>
                    <a:pt x="243" y="732"/>
                    <a:pt x="248" y="733"/>
                    <a:pt x="249" y="735"/>
                  </a:cubicBezTo>
                  <a:cubicBezTo>
                    <a:pt x="250" y="737"/>
                    <a:pt x="249" y="740"/>
                    <a:pt x="249" y="741"/>
                  </a:cubicBezTo>
                  <a:cubicBezTo>
                    <a:pt x="248" y="743"/>
                    <a:pt x="245" y="744"/>
                    <a:pt x="244" y="746"/>
                  </a:cubicBezTo>
                  <a:cubicBezTo>
                    <a:pt x="244" y="747"/>
                    <a:pt x="245" y="751"/>
                    <a:pt x="244" y="752"/>
                  </a:cubicBezTo>
                  <a:cubicBezTo>
                    <a:pt x="243" y="753"/>
                    <a:pt x="239" y="753"/>
                    <a:pt x="238" y="753"/>
                  </a:cubicBezTo>
                  <a:cubicBezTo>
                    <a:pt x="236" y="752"/>
                    <a:pt x="235" y="748"/>
                    <a:pt x="233" y="748"/>
                  </a:cubicBezTo>
                  <a:cubicBezTo>
                    <a:pt x="232" y="747"/>
                    <a:pt x="228" y="749"/>
                    <a:pt x="227" y="750"/>
                  </a:cubicBezTo>
                  <a:cubicBezTo>
                    <a:pt x="226" y="751"/>
                    <a:pt x="225" y="754"/>
                    <a:pt x="224" y="755"/>
                  </a:cubicBezTo>
                  <a:cubicBezTo>
                    <a:pt x="222" y="757"/>
                    <a:pt x="216" y="757"/>
                    <a:pt x="215" y="759"/>
                  </a:cubicBezTo>
                  <a:cubicBezTo>
                    <a:pt x="214" y="762"/>
                    <a:pt x="216" y="768"/>
                    <a:pt x="217" y="771"/>
                  </a:cubicBezTo>
                  <a:cubicBezTo>
                    <a:pt x="217" y="773"/>
                    <a:pt x="221" y="777"/>
                    <a:pt x="222" y="779"/>
                  </a:cubicBezTo>
                  <a:cubicBezTo>
                    <a:pt x="222" y="782"/>
                    <a:pt x="222" y="788"/>
                    <a:pt x="220" y="790"/>
                  </a:cubicBezTo>
                  <a:cubicBezTo>
                    <a:pt x="220" y="791"/>
                    <a:pt x="216" y="792"/>
                    <a:pt x="215" y="792"/>
                  </a:cubicBezTo>
                  <a:cubicBezTo>
                    <a:pt x="213" y="792"/>
                    <a:pt x="209" y="791"/>
                    <a:pt x="207" y="790"/>
                  </a:cubicBezTo>
                  <a:cubicBezTo>
                    <a:pt x="205" y="790"/>
                    <a:pt x="199" y="789"/>
                    <a:pt x="197" y="789"/>
                  </a:cubicBezTo>
                  <a:cubicBezTo>
                    <a:pt x="195" y="790"/>
                    <a:pt x="190" y="791"/>
                    <a:pt x="190" y="793"/>
                  </a:cubicBezTo>
                  <a:cubicBezTo>
                    <a:pt x="189" y="795"/>
                    <a:pt x="191" y="798"/>
                    <a:pt x="192" y="800"/>
                  </a:cubicBezTo>
                  <a:cubicBezTo>
                    <a:pt x="193" y="801"/>
                    <a:pt x="197" y="803"/>
                    <a:pt x="199" y="803"/>
                  </a:cubicBezTo>
                  <a:cubicBezTo>
                    <a:pt x="200" y="803"/>
                    <a:pt x="203" y="801"/>
                    <a:pt x="204" y="801"/>
                  </a:cubicBezTo>
                  <a:cubicBezTo>
                    <a:pt x="206" y="801"/>
                    <a:pt x="209" y="805"/>
                    <a:pt x="210" y="806"/>
                  </a:cubicBezTo>
                  <a:cubicBezTo>
                    <a:pt x="211" y="808"/>
                    <a:pt x="211" y="813"/>
                    <a:pt x="213" y="815"/>
                  </a:cubicBezTo>
                  <a:cubicBezTo>
                    <a:pt x="215" y="817"/>
                    <a:pt x="222" y="815"/>
                    <a:pt x="223" y="818"/>
                  </a:cubicBezTo>
                  <a:cubicBezTo>
                    <a:pt x="224" y="820"/>
                    <a:pt x="219" y="825"/>
                    <a:pt x="218" y="826"/>
                  </a:cubicBezTo>
                  <a:cubicBezTo>
                    <a:pt x="216" y="829"/>
                    <a:pt x="210" y="833"/>
                    <a:pt x="207" y="833"/>
                  </a:cubicBezTo>
                  <a:cubicBezTo>
                    <a:pt x="206" y="834"/>
                    <a:pt x="202" y="831"/>
                    <a:pt x="201" y="830"/>
                  </a:cubicBezTo>
                  <a:cubicBezTo>
                    <a:pt x="199" y="829"/>
                    <a:pt x="197" y="825"/>
                    <a:pt x="195" y="824"/>
                  </a:cubicBezTo>
                  <a:cubicBezTo>
                    <a:pt x="191" y="823"/>
                    <a:pt x="184" y="826"/>
                    <a:pt x="180" y="827"/>
                  </a:cubicBezTo>
                  <a:cubicBezTo>
                    <a:pt x="178" y="827"/>
                    <a:pt x="174" y="827"/>
                    <a:pt x="172" y="827"/>
                  </a:cubicBezTo>
                  <a:cubicBezTo>
                    <a:pt x="170" y="828"/>
                    <a:pt x="167" y="831"/>
                    <a:pt x="165" y="832"/>
                  </a:cubicBezTo>
                  <a:cubicBezTo>
                    <a:pt x="163" y="832"/>
                    <a:pt x="159" y="833"/>
                    <a:pt x="157" y="833"/>
                  </a:cubicBezTo>
                  <a:cubicBezTo>
                    <a:pt x="155" y="832"/>
                    <a:pt x="153" y="831"/>
                    <a:pt x="152" y="830"/>
                  </a:cubicBezTo>
                  <a:cubicBezTo>
                    <a:pt x="151" y="829"/>
                    <a:pt x="153" y="825"/>
                    <a:pt x="153" y="824"/>
                  </a:cubicBezTo>
                  <a:cubicBezTo>
                    <a:pt x="153" y="822"/>
                    <a:pt x="151" y="819"/>
                    <a:pt x="149" y="818"/>
                  </a:cubicBezTo>
                  <a:cubicBezTo>
                    <a:pt x="148" y="817"/>
                    <a:pt x="145" y="817"/>
                    <a:pt x="144" y="818"/>
                  </a:cubicBezTo>
                  <a:cubicBezTo>
                    <a:pt x="142" y="819"/>
                    <a:pt x="140" y="823"/>
                    <a:pt x="138" y="824"/>
                  </a:cubicBezTo>
                  <a:cubicBezTo>
                    <a:pt x="137" y="825"/>
                    <a:pt x="132" y="826"/>
                    <a:pt x="130" y="825"/>
                  </a:cubicBezTo>
                  <a:cubicBezTo>
                    <a:pt x="129" y="824"/>
                    <a:pt x="129" y="822"/>
                    <a:pt x="128" y="822"/>
                  </a:cubicBezTo>
                  <a:cubicBezTo>
                    <a:pt x="126" y="821"/>
                    <a:pt x="121" y="820"/>
                    <a:pt x="119" y="820"/>
                  </a:cubicBezTo>
                  <a:cubicBezTo>
                    <a:pt x="117" y="821"/>
                    <a:pt x="113" y="825"/>
                    <a:pt x="111" y="825"/>
                  </a:cubicBezTo>
                  <a:cubicBezTo>
                    <a:pt x="109" y="826"/>
                    <a:pt x="105" y="825"/>
                    <a:pt x="103" y="824"/>
                  </a:cubicBezTo>
                  <a:cubicBezTo>
                    <a:pt x="101" y="823"/>
                    <a:pt x="97" y="820"/>
                    <a:pt x="96" y="818"/>
                  </a:cubicBezTo>
                  <a:cubicBezTo>
                    <a:pt x="95" y="817"/>
                    <a:pt x="96" y="813"/>
                    <a:pt x="94" y="812"/>
                  </a:cubicBezTo>
                  <a:cubicBezTo>
                    <a:pt x="93" y="811"/>
                    <a:pt x="87" y="810"/>
                    <a:pt x="85" y="811"/>
                  </a:cubicBezTo>
                  <a:cubicBezTo>
                    <a:pt x="83" y="812"/>
                    <a:pt x="80" y="816"/>
                    <a:pt x="79" y="818"/>
                  </a:cubicBezTo>
                  <a:cubicBezTo>
                    <a:pt x="78" y="820"/>
                    <a:pt x="79" y="827"/>
                    <a:pt x="77" y="829"/>
                  </a:cubicBezTo>
                  <a:cubicBezTo>
                    <a:pt x="75" y="830"/>
                    <a:pt x="70" y="831"/>
                    <a:pt x="68" y="830"/>
                  </a:cubicBezTo>
                  <a:cubicBezTo>
                    <a:pt x="66" y="830"/>
                    <a:pt x="63" y="825"/>
                    <a:pt x="61" y="825"/>
                  </a:cubicBezTo>
                  <a:cubicBezTo>
                    <a:pt x="59" y="825"/>
                    <a:pt x="56" y="828"/>
                    <a:pt x="54" y="829"/>
                  </a:cubicBezTo>
                  <a:cubicBezTo>
                    <a:pt x="53" y="829"/>
                    <a:pt x="51" y="830"/>
                    <a:pt x="50" y="830"/>
                  </a:cubicBezTo>
                  <a:cubicBezTo>
                    <a:pt x="48" y="829"/>
                    <a:pt x="47" y="826"/>
                    <a:pt x="46" y="825"/>
                  </a:cubicBezTo>
                  <a:cubicBezTo>
                    <a:pt x="46" y="823"/>
                    <a:pt x="46" y="821"/>
                    <a:pt x="46" y="820"/>
                  </a:cubicBezTo>
                  <a:cubicBezTo>
                    <a:pt x="47" y="817"/>
                    <a:pt x="49" y="813"/>
                    <a:pt x="50" y="811"/>
                  </a:cubicBezTo>
                  <a:cubicBezTo>
                    <a:pt x="50" y="810"/>
                    <a:pt x="48" y="807"/>
                    <a:pt x="48" y="805"/>
                  </a:cubicBezTo>
                  <a:cubicBezTo>
                    <a:pt x="48" y="803"/>
                    <a:pt x="50" y="799"/>
                    <a:pt x="50" y="797"/>
                  </a:cubicBezTo>
                  <a:cubicBezTo>
                    <a:pt x="50" y="795"/>
                    <a:pt x="50" y="791"/>
                    <a:pt x="49" y="789"/>
                  </a:cubicBezTo>
                  <a:cubicBezTo>
                    <a:pt x="47" y="787"/>
                    <a:pt x="43" y="784"/>
                    <a:pt x="40" y="783"/>
                  </a:cubicBezTo>
                  <a:cubicBezTo>
                    <a:pt x="38" y="783"/>
                    <a:pt x="34" y="783"/>
                    <a:pt x="32" y="782"/>
                  </a:cubicBezTo>
                  <a:cubicBezTo>
                    <a:pt x="29" y="780"/>
                    <a:pt x="28" y="773"/>
                    <a:pt x="26" y="770"/>
                  </a:cubicBezTo>
                  <a:cubicBezTo>
                    <a:pt x="25" y="767"/>
                    <a:pt x="20" y="760"/>
                    <a:pt x="19" y="756"/>
                  </a:cubicBezTo>
                  <a:cubicBezTo>
                    <a:pt x="18" y="753"/>
                    <a:pt x="19" y="746"/>
                    <a:pt x="21" y="743"/>
                  </a:cubicBezTo>
                  <a:cubicBezTo>
                    <a:pt x="22" y="741"/>
                    <a:pt x="26" y="737"/>
                    <a:pt x="28" y="736"/>
                  </a:cubicBezTo>
                  <a:cubicBezTo>
                    <a:pt x="31" y="735"/>
                    <a:pt x="36" y="737"/>
                    <a:pt x="38" y="736"/>
                  </a:cubicBezTo>
                  <a:cubicBezTo>
                    <a:pt x="40" y="735"/>
                    <a:pt x="43" y="733"/>
                    <a:pt x="44" y="731"/>
                  </a:cubicBezTo>
                  <a:cubicBezTo>
                    <a:pt x="45" y="729"/>
                    <a:pt x="46" y="724"/>
                    <a:pt x="46" y="722"/>
                  </a:cubicBezTo>
                  <a:cubicBezTo>
                    <a:pt x="46" y="721"/>
                    <a:pt x="44" y="718"/>
                    <a:pt x="44" y="717"/>
                  </a:cubicBezTo>
                  <a:cubicBezTo>
                    <a:pt x="45" y="715"/>
                    <a:pt x="48" y="711"/>
                    <a:pt x="50" y="710"/>
                  </a:cubicBezTo>
                  <a:cubicBezTo>
                    <a:pt x="52" y="709"/>
                    <a:pt x="56" y="712"/>
                    <a:pt x="58" y="712"/>
                  </a:cubicBezTo>
                  <a:cubicBezTo>
                    <a:pt x="60" y="711"/>
                    <a:pt x="65" y="709"/>
                    <a:pt x="66" y="708"/>
                  </a:cubicBezTo>
                  <a:cubicBezTo>
                    <a:pt x="68" y="706"/>
                    <a:pt x="68" y="701"/>
                    <a:pt x="68" y="699"/>
                  </a:cubicBezTo>
                  <a:cubicBezTo>
                    <a:pt x="69" y="697"/>
                    <a:pt x="72" y="693"/>
                    <a:pt x="73" y="691"/>
                  </a:cubicBezTo>
                  <a:cubicBezTo>
                    <a:pt x="74" y="689"/>
                    <a:pt x="76" y="684"/>
                    <a:pt x="77" y="681"/>
                  </a:cubicBezTo>
                  <a:cubicBezTo>
                    <a:pt x="78" y="679"/>
                    <a:pt x="81" y="676"/>
                    <a:pt x="82" y="674"/>
                  </a:cubicBezTo>
                  <a:cubicBezTo>
                    <a:pt x="82" y="672"/>
                    <a:pt x="83" y="668"/>
                    <a:pt x="81" y="667"/>
                  </a:cubicBezTo>
                  <a:cubicBezTo>
                    <a:pt x="80" y="665"/>
                    <a:pt x="76" y="666"/>
                    <a:pt x="74" y="666"/>
                  </a:cubicBezTo>
                  <a:cubicBezTo>
                    <a:pt x="72" y="666"/>
                    <a:pt x="68" y="669"/>
                    <a:pt x="66" y="668"/>
                  </a:cubicBezTo>
                  <a:cubicBezTo>
                    <a:pt x="64" y="667"/>
                    <a:pt x="61" y="662"/>
                    <a:pt x="61" y="660"/>
                  </a:cubicBezTo>
                  <a:cubicBezTo>
                    <a:pt x="62" y="658"/>
                    <a:pt x="65" y="654"/>
                    <a:pt x="67" y="652"/>
                  </a:cubicBezTo>
                  <a:cubicBezTo>
                    <a:pt x="68" y="650"/>
                    <a:pt x="71" y="645"/>
                    <a:pt x="73" y="644"/>
                  </a:cubicBezTo>
                  <a:cubicBezTo>
                    <a:pt x="76" y="640"/>
                    <a:pt x="83" y="635"/>
                    <a:pt x="86" y="632"/>
                  </a:cubicBezTo>
                  <a:cubicBezTo>
                    <a:pt x="87" y="630"/>
                    <a:pt x="91" y="626"/>
                    <a:pt x="91" y="624"/>
                  </a:cubicBezTo>
                  <a:cubicBezTo>
                    <a:pt x="92" y="621"/>
                    <a:pt x="89" y="615"/>
                    <a:pt x="87" y="612"/>
                  </a:cubicBezTo>
                  <a:cubicBezTo>
                    <a:pt x="86" y="611"/>
                    <a:pt x="81" y="609"/>
                    <a:pt x="80" y="607"/>
                  </a:cubicBezTo>
                  <a:cubicBezTo>
                    <a:pt x="79" y="606"/>
                    <a:pt x="77" y="603"/>
                    <a:pt x="77" y="602"/>
                  </a:cubicBezTo>
                  <a:cubicBezTo>
                    <a:pt x="78" y="600"/>
                    <a:pt x="82" y="598"/>
                    <a:pt x="84" y="597"/>
                  </a:cubicBezTo>
                  <a:cubicBezTo>
                    <a:pt x="85" y="595"/>
                    <a:pt x="86" y="590"/>
                    <a:pt x="88" y="588"/>
                  </a:cubicBezTo>
                  <a:cubicBezTo>
                    <a:pt x="89" y="587"/>
                    <a:pt x="94" y="586"/>
                    <a:pt x="96" y="585"/>
                  </a:cubicBezTo>
                  <a:cubicBezTo>
                    <a:pt x="98" y="585"/>
                    <a:pt x="101" y="584"/>
                    <a:pt x="101" y="582"/>
                  </a:cubicBezTo>
                  <a:cubicBezTo>
                    <a:pt x="103" y="580"/>
                    <a:pt x="101" y="575"/>
                    <a:pt x="100" y="572"/>
                  </a:cubicBezTo>
                  <a:cubicBezTo>
                    <a:pt x="100" y="570"/>
                    <a:pt x="100" y="566"/>
                    <a:pt x="101" y="564"/>
                  </a:cubicBezTo>
                  <a:cubicBezTo>
                    <a:pt x="101" y="562"/>
                    <a:pt x="103" y="560"/>
                    <a:pt x="104" y="559"/>
                  </a:cubicBezTo>
                  <a:cubicBezTo>
                    <a:pt x="106" y="557"/>
                    <a:pt x="112" y="555"/>
                    <a:pt x="113" y="553"/>
                  </a:cubicBezTo>
                  <a:cubicBezTo>
                    <a:pt x="114" y="551"/>
                    <a:pt x="113" y="547"/>
                    <a:pt x="113" y="545"/>
                  </a:cubicBezTo>
                  <a:cubicBezTo>
                    <a:pt x="112" y="543"/>
                    <a:pt x="107" y="540"/>
                    <a:pt x="106" y="537"/>
                  </a:cubicBezTo>
                  <a:cubicBezTo>
                    <a:pt x="106" y="535"/>
                    <a:pt x="108" y="531"/>
                    <a:pt x="110" y="530"/>
                  </a:cubicBezTo>
                  <a:cubicBezTo>
                    <a:pt x="111" y="527"/>
                    <a:pt x="116" y="524"/>
                    <a:pt x="118" y="522"/>
                  </a:cubicBezTo>
                  <a:cubicBezTo>
                    <a:pt x="120" y="520"/>
                    <a:pt x="123" y="516"/>
                    <a:pt x="124" y="514"/>
                  </a:cubicBezTo>
                  <a:cubicBezTo>
                    <a:pt x="124" y="511"/>
                    <a:pt x="123" y="505"/>
                    <a:pt x="121" y="503"/>
                  </a:cubicBezTo>
                  <a:cubicBezTo>
                    <a:pt x="119" y="501"/>
                    <a:pt x="113" y="498"/>
                    <a:pt x="110" y="498"/>
                  </a:cubicBezTo>
                  <a:cubicBezTo>
                    <a:pt x="108" y="498"/>
                    <a:pt x="104" y="499"/>
                    <a:pt x="103" y="501"/>
                  </a:cubicBezTo>
                  <a:cubicBezTo>
                    <a:pt x="101" y="502"/>
                    <a:pt x="99" y="507"/>
                    <a:pt x="97" y="508"/>
                  </a:cubicBezTo>
                  <a:cubicBezTo>
                    <a:pt x="95" y="508"/>
                    <a:pt x="91" y="506"/>
                    <a:pt x="89" y="504"/>
                  </a:cubicBezTo>
                  <a:cubicBezTo>
                    <a:pt x="87" y="503"/>
                    <a:pt x="85" y="499"/>
                    <a:pt x="84" y="497"/>
                  </a:cubicBezTo>
                  <a:cubicBezTo>
                    <a:pt x="83" y="495"/>
                    <a:pt x="84" y="491"/>
                    <a:pt x="83" y="489"/>
                  </a:cubicBezTo>
                  <a:cubicBezTo>
                    <a:pt x="83" y="487"/>
                    <a:pt x="81" y="484"/>
                    <a:pt x="79" y="484"/>
                  </a:cubicBezTo>
                  <a:cubicBezTo>
                    <a:pt x="78" y="483"/>
                    <a:pt x="74" y="486"/>
                    <a:pt x="72" y="487"/>
                  </a:cubicBezTo>
                  <a:cubicBezTo>
                    <a:pt x="70" y="487"/>
                    <a:pt x="66" y="487"/>
                    <a:pt x="63" y="486"/>
                  </a:cubicBezTo>
                  <a:cubicBezTo>
                    <a:pt x="61" y="486"/>
                    <a:pt x="56" y="486"/>
                    <a:pt x="53" y="486"/>
                  </a:cubicBezTo>
                  <a:cubicBezTo>
                    <a:pt x="50" y="486"/>
                    <a:pt x="43" y="488"/>
                    <a:pt x="39" y="487"/>
                  </a:cubicBezTo>
                  <a:cubicBezTo>
                    <a:pt x="37" y="487"/>
                    <a:pt x="32" y="485"/>
                    <a:pt x="30" y="483"/>
                  </a:cubicBezTo>
                  <a:cubicBezTo>
                    <a:pt x="29" y="482"/>
                    <a:pt x="28" y="478"/>
                    <a:pt x="27" y="476"/>
                  </a:cubicBezTo>
                  <a:cubicBezTo>
                    <a:pt x="26" y="474"/>
                    <a:pt x="23" y="470"/>
                    <a:pt x="22" y="469"/>
                  </a:cubicBezTo>
                  <a:cubicBezTo>
                    <a:pt x="20" y="468"/>
                    <a:pt x="16" y="468"/>
                    <a:pt x="14" y="467"/>
                  </a:cubicBezTo>
                  <a:cubicBezTo>
                    <a:pt x="10" y="466"/>
                    <a:pt x="4" y="463"/>
                    <a:pt x="0" y="462"/>
                  </a:cubicBezTo>
                  <a:cubicBezTo>
                    <a:pt x="0" y="462"/>
                    <a:pt x="0" y="462"/>
                    <a:pt x="0" y="462"/>
                  </a:cubicBezTo>
                  <a:cubicBezTo>
                    <a:pt x="1" y="459"/>
                    <a:pt x="2" y="456"/>
                    <a:pt x="3" y="454"/>
                  </a:cubicBezTo>
                  <a:cubicBezTo>
                    <a:pt x="5" y="449"/>
                    <a:pt x="7" y="437"/>
                    <a:pt x="8" y="431"/>
                  </a:cubicBezTo>
                  <a:cubicBezTo>
                    <a:pt x="9" y="427"/>
                    <a:pt x="9" y="418"/>
                    <a:pt x="10" y="413"/>
                  </a:cubicBezTo>
                  <a:cubicBezTo>
                    <a:pt x="11" y="410"/>
                    <a:pt x="13" y="402"/>
                    <a:pt x="16" y="399"/>
                  </a:cubicBezTo>
                  <a:cubicBezTo>
                    <a:pt x="20" y="394"/>
                    <a:pt x="31" y="388"/>
                    <a:pt x="36" y="385"/>
                  </a:cubicBezTo>
                  <a:cubicBezTo>
                    <a:pt x="43" y="382"/>
                    <a:pt x="56" y="375"/>
                    <a:pt x="63" y="373"/>
                  </a:cubicBezTo>
                  <a:cubicBezTo>
                    <a:pt x="71" y="370"/>
                    <a:pt x="87" y="368"/>
                    <a:pt x="95" y="366"/>
                  </a:cubicBezTo>
                  <a:cubicBezTo>
                    <a:pt x="99" y="365"/>
                    <a:pt x="108" y="362"/>
                    <a:pt x="112" y="361"/>
                  </a:cubicBezTo>
                  <a:cubicBezTo>
                    <a:pt x="119" y="359"/>
                    <a:pt x="133" y="355"/>
                    <a:pt x="139" y="351"/>
                  </a:cubicBezTo>
                  <a:cubicBezTo>
                    <a:pt x="145" y="348"/>
                    <a:pt x="154" y="341"/>
                    <a:pt x="157" y="335"/>
                  </a:cubicBezTo>
                  <a:cubicBezTo>
                    <a:pt x="159" y="333"/>
                    <a:pt x="161" y="326"/>
                    <a:pt x="161" y="322"/>
                  </a:cubicBezTo>
                  <a:cubicBezTo>
                    <a:pt x="161" y="320"/>
                    <a:pt x="159" y="314"/>
                    <a:pt x="158" y="312"/>
                  </a:cubicBezTo>
                  <a:cubicBezTo>
                    <a:pt x="157" y="308"/>
                    <a:pt x="154" y="300"/>
                    <a:pt x="151" y="297"/>
                  </a:cubicBezTo>
                  <a:cubicBezTo>
                    <a:pt x="149" y="294"/>
                    <a:pt x="140" y="287"/>
                    <a:pt x="140" y="286"/>
                  </a:cubicBezTo>
                  <a:cubicBezTo>
                    <a:pt x="140" y="286"/>
                    <a:pt x="135" y="280"/>
                    <a:pt x="133" y="277"/>
                  </a:cubicBezTo>
                  <a:cubicBezTo>
                    <a:pt x="131" y="274"/>
                    <a:pt x="127" y="266"/>
                    <a:pt x="127" y="262"/>
                  </a:cubicBezTo>
                  <a:cubicBezTo>
                    <a:pt x="126" y="257"/>
                    <a:pt x="129" y="249"/>
                    <a:pt x="129" y="244"/>
                  </a:cubicBezTo>
                  <a:cubicBezTo>
                    <a:pt x="129" y="238"/>
                    <a:pt x="127" y="226"/>
                    <a:pt x="125" y="221"/>
                  </a:cubicBezTo>
                  <a:cubicBezTo>
                    <a:pt x="124" y="215"/>
                    <a:pt x="118" y="205"/>
                    <a:pt x="118" y="199"/>
                  </a:cubicBezTo>
                  <a:cubicBezTo>
                    <a:pt x="118" y="196"/>
                    <a:pt x="119" y="190"/>
                    <a:pt x="119" y="187"/>
                  </a:cubicBezTo>
                  <a:cubicBezTo>
                    <a:pt x="120" y="185"/>
                    <a:pt x="122" y="180"/>
                    <a:pt x="124" y="179"/>
                  </a:cubicBezTo>
                  <a:cubicBezTo>
                    <a:pt x="126" y="178"/>
                    <a:pt x="131" y="178"/>
                    <a:pt x="133" y="178"/>
                  </a:cubicBezTo>
                  <a:cubicBezTo>
                    <a:pt x="135" y="178"/>
                    <a:pt x="140" y="178"/>
                    <a:pt x="142" y="179"/>
                  </a:cubicBezTo>
                  <a:cubicBezTo>
                    <a:pt x="145" y="180"/>
                    <a:pt x="149" y="183"/>
                    <a:pt x="151" y="184"/>
                  </a:cubicBezTo>
                  <a:cubicBezTo>
                    <a:pt x="153" y="185"/>
                    <a:pt x="158" y="189"/>
                    <a:pt x="161" y="190"/>
                  </a:cubicBezTo>
                  <a:cubicBezTo>
                    <a:pt x="162" y="190"/>
                    <a:pt x="166" y="189"/>
                    <a:pt x="168" y="189"/>
                  </a:cubicBezTo>
                  <a:cubicBezTo>
                    <a:pt x="170" y="189"/>
                    <a:pt x="174" y="187"/>
                    <a:pt x="176" y="186"/>
                  </a:cubicBezTo>
                  <a:cubicBezTo>
                    <a:pt x="179" y="184"/>
                    <a:pt x="184" y="179"/>
                    <a:pt x="187" y="178"/>
                  </a:cubicBezTo>
                  <a:cubicBezTo>
                    <a:pt x="189" y="177"/>
                    <a:pt x="194" y="175"/>
                    <a:pt x="197" y="175"/>
                  </a:cubicBezTo>
                  <a:cubicBezTo>
                    <a:pt x="199" y="175"/>
                    <a:pt x="204" y="176"/>
                    <a:pt x="206" y="177"/>
                  </a:cubicBezTo>
                  <a:cubicBezTo>
                    <a:pt x="207" y="178"/>
                    <a:pt x="207" y="181"/>
                    <a:pt x="208" y="182"/>
                  </a:cubicBezTo>
                  <a:cubicBezTo>
                    <a:pt x="210" y="182"/>
                    <a:pt x="213" y="182"/>
                    <a:pt x="215" y="182"/>
                  </a:cubicBezTo>
                  <a:cubicBezTo>
                    <a:pt x="216" y="182"/>
                    <a:pt x="219" y="181"/>
                    <a:pt x="219" y="180"/>
                  </a:cubicBezTo>
                  <a:cubicBezTo>
                    <a:pt x="221" y="178"/>
                    <a:pt x="223" y="173"/>
                    <a:pt x="223" y="170"/>
                  </a:cubicBezTo>
                  <a:cubicBezTo>
                    <a:pt x="223" y="168"/>
                    <a:pt x="221" y="163"/>
                    <a:pt x="219" y="161"/>
                  </a:cubicBezTo>
                  <a:cubicBezTo>
                    <a:pt x="218" y="159"/>
                    <a:pt x="216" y="157"/>
                    <a:pt x="215" y="156"/>
                  </a:cubicBezTo>
                  <a:cubicBezTo>
                    <a:pt x="214" y="154"/>
                    <a:pt x="211" y="149"/>
                    <a:pt x="210" y="147"/>
                  </a:cubicBezTo>
                  <a:cubicBezTo>
                    <a:pt x="209" y="144"/>
                    <a:pt x="208" y="138"/>
                    <a:pt x="207" y="135"/>
                  </a:cubicBezTo>
                  <a:cubicBezTo>
                    <a:pt x="206" y="133"/>
                    <a:pt x="204" y="130"/>
                    <a:pt x="203" y="129"/>
                  </a:cubicBezTo>
                  <a:cubicBezTo>
                    <a:pt x="201" y="127"/>
                    <a:pt x="197" y="125"/>
                    <a:pt x="195" y="123"/>
                  </a:cubicBezTo>
                  <a:cubicBezTo>
                    <a:pt x="193" y="122"/>
                    <a:pt x="188" y="119"/>
                    <a:pt x="187" y="117"/>
                  </a:cubicBezTo>
                  <a:cubicBezTo>
                    <a:pt x="187" y="115"/>
                    <a:pt x="188" y="112"/>
                    <a:pt x="188" y="111"/>
                  </a:cubicBezTo>
                  <a:cubicBezTo>
                    <a:pt x="188" y="108"/>
                    <a:pt x="189" y="103"/>
                    <a:pt x="188" y="101"/>
                  </a:cubicBezTo>
                  <a:cubicBezTo>
                    <a:pt x="188" y="99"/>
                    <a:pt x="184" y="97"/>
                    <a:pt x="183" y="96"/>
                  </a:cubicBezTo>
                  <a:cubicBezTo>
                    <a:pt x="182" y="95"/>
                    <a:pt x="179" y="93"/>
                    <a:pt x="178" y="91"/>
                  </a:cubicBezTo>
                  <a:cubicBezTo>
                    <a:pt x="178" y="90"/>
                    <a:pt x="179" y="87"/>
                    <a:pt x="179" y="85"/>
                  </a:cubicBezTo>
                  <a:cubicBezTo>
                    <a:pt x="179" y="83"/>
                    <a:pt x="178" y="78"/>
                    <a:pt x="177" y="76"/>
                  </a:cubicBezTo>
                  <a:cubicBezTo>
                    <a:pt x="177" y="73"/>
                    <a:pt x="175" y="69"/>
                    <a:pt x="173" y="67"/>
                  </a:cubicBezTo>
                  <a:cubicBezTo>
                    <a:pt x="172" y="65"/>
                    <a:pt x="169" y="61"/>
                    <a:pt x="166" y="59"/>
                  </a:cubicBezTo>
                  <a:cubicBezTo>
                    <a:pt x="164" y="58"/>
                    <a:pt x="159" y="58"/>
                    <a:pt x="157" y="57"/>
                  </a:cubicBezTo>
                  <a:cubicBezTo>
                    <a:pt x="153" y="56"/>
                    <a:pt x="145" y="54"/>
                    <a:pt x="143" y="51"/>
                  </a:cubicBezTo>
                  <a:cubicBezTo>
                    <a:pt x="141" y="49"/>
                    <a:pt x="140" y="45"/>
                    <a:pt x="139" y="43"/>
                  </a:cubicBezTo>
                  <a:cubicBezTo>
                    <a:pt x="138" y="40"/>
                    <a:pt x="134" y="36"/>
                    <a:pt x="133" y="34"/>
                  </a:cubicBezTo>
                  <a:cubicBezTo>
                    <a:pt x="132" y="32"/>
                    <a:pt x="132" y="28"/>
                    <a:pt x="132" y="27"/>
                  </a:cubicBezTo>
                  <a:cubicBezTo>
                    <a:pt x="131" y="25"/>
                    <a:pt x="127" y="22"/>
                    <a:pt x="126" y="20"/>
                  </a:cubicBezTo>
                  <a:cubicBezTo>
                    <a:pt x="126" y="20"/>
                    <a:pt x="126" y="19"/>
                    <a:pt x="126" y="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7"/>
            <p:cNvSpPr>
              <a:spLocks/>
            </p:cNvSpPr>
            <p:nvPr/>
          </p:nvSpPr>
          <p:spPr bwMode="auto">
            <a:xfrm>
              <a:off x="3678238" y="3316288"/>
              <a:ext cx="1376362" cy="722313"/>
            </a:xfrm>
            <a:custGeom>
              <a:avLst/>
              <a:gdLst/>
              <a:ahLst/>
              <a:cxnLst>
                <a:cxn ang="0">
                  <a:pos x="917" y="208"/>
                </a:cxn>
                <a:cxn ang="0">
                  <a:pos x="862" y="212"/>
                </a:cxn>
                <a:cxn ang="0">
                  <a:pos x="849" y="277"/>
                </a:cxn>
                <a:cxn ang="0">
                  <a:pos x="881" y="355"/>
                </a:cxn>
                <a:cxn ang="0">
                  <a:pos x="756" y="418"/>
                </a:cxn>
                <a:cxn ang="0">
                  <a:pos x="709" y="493"/>
                </a:cxn>
                <a:cxn ang="0">
                  <a:pos x="678" y="431"/>
                </a:cxn>
                <a:cxn ang="0">
                  <a:pos x="631" y="444"/>
                </a:cxn>
                <a:cxn ang="0">
                  <a:pos x="587" y="448"/>
                </a:cxn>
                <a:cxn ang="0">
                  <a:pos x="530" y="454"/>
                </a:cxn>
                <a:cxn ang="0">
                  <a:pos x="526" y="413"/>
                </a:cxn>
                <a:cxn ang="0">
                  <a:pos x="481" y="397"/>
                </a:cxn>
                <a:cxn ang="0">
                  <a:pos x="452" y="346"/>
                </a:cxn>
                <a:cxn ang="0">
                  <a:pos x="455" y="290"/>
                </a:cxn>
                <a:cxn ang="0">
                  <a:pos x="415" y="285"/>
                </a:cxn>
                <a:cxn ang="0">
                  <a:pos x="379" y="347"/>
                </a:cxn>
                <a:cxn ang="0">
                  <a:pos x="332" y="335"/>
                </a:cxn>
                <a:cxn ang="0">
                  <a:pos x="307" y="322"/>
                </a:cxn>
                <a:cxn ang="0">
                  <a:pos x="334" y="301"/>
                </a:cxn>
                <a:cxn ang="0">
                  <a:pos x="317" y="268"/>
                </a:cxn>
                <a:cxn ang="0">
                  <a:pos x="262" y="294"/>
                </a:cxn>
                <a:cxn ang="0">
                  <a:pos x="222" y="323"/>
                </a:cxn>
                <a:cxn ang="0">
                  <a:pos x="178" y="325"/>
                </a:cxn>
                <a:cxn ang="0">
                  <a:pos x="179" y="281"/>
                </a:cxn>
                <a:cxn ang="0">
                  <a:pos x="116" y="295"/>
                </a:cxn>
                <a:cxn ang="0">
                  <a:pos x="102" y="324"/>
                </a:cxn>
                <a:cxn ang="0">
                  <a:pos x="121" y="365"/>
                </a:cxn>
                <a:cxn ang="0">
                  <a:pos x="82" y="378"/>
                </a:cxn>
                <a:cxn ang="0">
                  <a:pos x="41" y="362"/>
                </a:cxn>
                <a:cxn ang="0">
                  <a:pos x="42" y="311"/>
                </a:cxn>
                <a:cxn ang="0">
                  <a:pos x="46" y="282"/>
                </a:cxn>
                <a:cxn ang="0">
                  <a:pos x="26" y="256"/>
                </a:cxn>
                <a:cxn ang="0">
                  <a:pos x="32" y="219"/>
                </a:cxn>
                <a:cxn ang="0">
                  <a:pos x="8" y="175"/>
                </a:cxn>
                <a:cxn ang="0">
                  <a:pos x="11" y="151"/>
                </a:cxn>
                <a:cxn ang="0">
                  <a:pos x="93" y="135"/>
                </a:cxn>
                <a:cxn ang="0">
                  <a:pos x="139" y="107"/>
                </a:cxn>
                <a:cxn ang="0">
                  <a:pos x="229" y="92"/>
                </a:cxn>
                <a:cxn ang="0">
                  <a:pos x="309" y="94"/>
                </a:cxn>
                <a:cxn ang="0">
                  <a:pos x="339" y="82"/>
                </a:cxn>
                <a:cxn ang="0">
                  <a:pos x="336" y="73"/>
                </a:cxn>
                <a:cxn ang="0">
                  <a:pos x="333" y="58"/>
                </a:cxn>
                <a:cxn ang="0">
                  <a:pos x="323" y="54"/>
                </a:cxn>
                <a:cxn ang="0">
                  <a:pos x="299" y="56"/>
                </a:cxn>
                <a:cxn ang="0">
                  <a:pos x="290" y="55"/>
                </a:cxn>
                <a:cxn ang="0">
                  <a:pos x="279" y="64"/>
                </a:cxn>
                <a:cxn ang="0">
                  <a:pos x="288" y="46"/>
                </a:cxn>
                <a:cxn ang="0">
                  <a:pos x="307" y="28"/>
                </a:cxn>
                <a:cxn ang="0">
                  <a:pos x="351" y="17"/>
                </a:cxn>
                <a:cxn ang="0">
                  <a:pos x="389" y="4"/>
                </a:cxn>
                <a:cxn ang="0">
                  <a:pos x="420" y="11"/>
                </a:cxn>
                <a:cxn ang="0">
                  <a:pos x="461" y="34"/>
                </a:cxn>
                <a:cxn ang="0">
                  <a:pos x="497" y="71"/>
                </a:cxn>
                <a:cxn ang="0">
                  <a:pos x="593" y="52"/>
                </a:cxn>
                <a:cxn ang="0">
                  <a:pos x="619" y="10"/>
                </a:cxn>
                <a:cxn ang="0">
                  <a:pos x="664" y="0"/>
                </a:cxn>
                <a:cxn ang="0">
                  <a:pos x="739" y="11"/>
                </a:cxn>
                <a:cxn ang="0">
                  <a:pos x="796" y="61"/>
                </a:cxn>
                <a:cxn ang="0">
                  <a:pos x="852" y="60"/>
                </a:cxn>
                <a:cxn ang="0">
                  <a:pos x="893" y="100"/>
                </a:cxn>
                <a:cxn ang="0">
                  <a:pos x="908" y="144"/>
                </a:cxn>
                <a:cxn ang="0">
                  <a:pos x="935" y="189"/>
                </a:cxn>
              </a:cxnLst>
              <a:rect l="0" t="0" r="r" b="b"/>
              <a:pathLst>
                <a:path w="943" h="495">
                  <a:moveTo>
                    <a:pt x="943" y="203"/>
                  </a:moveTo>
                  <a:cubicBezTo>
                    <a:pt x="943" y="206"/>
                    <a:pt x="941" y="211"/>
                    <a:pt x="939" y="213"/>
                  </a:cubicBezTo>
                  <a:cubicBezTo>
                    <a:pt x="939" y="214"/>
                    <a:pt x="936" y="215"/>
                    <a:pt x="935" y="215"/>
                  </a:cubicBezTo>
                  <a:cubicBezTo>
                    <a:pt x="933" y="215"/>
                    <a:pt x="930" y="215"/>
                    <a:pt x="928" y="215"/>
                  </a:cubicBezTo>
                  <a:cubicBezTo>
                    <a:pt x="927" y="214"/>
                    <a:pt x="927" y="211"/>
                    <a:pt x="926" y="210"/>
                  </a:cubicBezTo>
                  <a:cubicBezTo>
                    <a:pt x="924" y="209"/>
                    <a:pt x="919" y="208"/>
                    <a:pt x="917" y="208"/>
                  </a:cubicBezTo>
                  <a:cubicBezTo>
                    <a:pt x="914" y="208"/>
                    <a:pt x="909" y="210"/>
                    <a:pt x="907" y="211"/>
                  </a:cubicBezTo>
                  <a:cubicBezTo>
                    <a:pt x="904" y="212"/>
                    <a:pt x="899" y="217"/>
                    <a:pt x="896" y="219"/>
                  </a:cubicBezTo>
                  <a:cubicBezTo>
                    <a:pt x="894" y="220"/>
                    <a:pt x="890" y="222"/>
                    <a:pt x="888" y="222"/>
                  </a:cubicBezTo>
                  <a:cubicBezTo>
                    <a:pt x="886" y="222"/>
                    <a:pt x="882" y="223"/>
                    <a:pt x="881" y="223"/>
                  </a:cubicBezTo>
                  <a:cubicBezTo>
                    <a:pt x="878" y="222"/>
                    <a:pt x="873" y="218"/>
                    <a:pt x="871" y="217"/>
                  </a:cubicBezTo>
                  <a:cubicBezTo>
                    <a:pt x="869" y="216"/>
                    <a:pt x="865" y="213"/>
                    <a:pt x="862" y="212"/>
                  </a:cubicBezTo>
                  <a:cubicBezTo>
                    <a:pt x="860" y="211"/>
                    <a:pt x="855" y="211"/>
                    <a:pt x="853" y="211"/>
                  </a:cubicBezTo>
                  <a:cubicBezTo>
                    <a:pt x="851" y="211"/>
                    <a:pt x="846" y="211"/>
                    <a:pt x="844" y="212"/>
                  </a:cubicBezTo>
                  <a:cubicBezTo>
                    <a:pt x="842" y="213"/>
                    <a:pt x="840" y="218"/>
                    <a:pt x="839" y="220"/>
                  </a:cubicBezTo>
                  <a:cubicBezTo>
                    <a:pt x="839" y="223"/>
                    <a:pt x="838" y="229"/>
                    <a:pt x="838" y="232"/>
                  </a:cubicBezTo>
                  <a:cubicBezTo>
                    <a:pt x="838" y="238"/>
                    <a:pt x="844" y="248"/>
                    <a:pt x="845" y="254"/>
                  </a:cubicBezTo>
                  <a:cubicBezTo>
                    <a:pt x="847" y="259"/>
                    <a:pt x="849" y="271"/>
                    <a:pt x="849" y="277"/>
                  </a:cubicBezTo>
                  <a:cubicBezTo>
                    <a:pt x="849" y="282"/>
                    <a:pt x="846" y="290"/>
                    <a:pt x="847" y="295"/>
                  </a:cubicBezTo>
                  <a:cubicBezTo>
                    <a:pt x="847" y="299"/>
                    <a:pt x="851" y="307"/>
                    <a:pt x="853" y="310"/>
                  </a:cubicBezTo>
                  <a:cubicBezTo>
                    <a:pt x="855" y="313"/>
                    <a:pt x="860" y="319"/>
                    <a:pt x="860" y="319"/>
                  </a:cubicBezTo>
                  <a:cubicBezTo>
                    <a:pt x="860" y="320"/>
                    <a:pt x="869" y="327"/>
                    <a:pt x="871" y="330"/>
                  </a:cubicBezTo>
                  <a:cubicBezTo>
                    <a:pt x="874" y="333"/>
                    <a:pt x="877" y="341"/>
                    <a:pt x="878" y="345"/>
                  </a:cubicBezTo>
                  <a:cubicBezTo>
                    <a:pt x="879" y="347"/>
                    <a:pt x="881" y="353"/>
                    <a:pt x="881" y="355"/>
                  </a:cubicBezTo>
                  <a:cubicBezTo>
                    <a:pt x="881" y="359"/>
                    <a:pt x="879" y="366"/>
                    <a:pt x="877" y="368"/>
                  </a:cubicBezTo>
                  <a:cubicBezTo>
                    <a:pt x="874" y="374"/>
                    <a:pt x="865" y="381"/>
                    <a:pt x="859" y="384"/>
                  </a:cubicBezTo>
                  <a:cubicBezTo>
                    <a:pt x="853" y="388"/>
                    <a:pt x="839" y="392"/>
                    <a:pt x="832" y="394"/>
                  </a:cubicBezTo>
                  <a:cubicBezTo>
                    <a:pt x="828" y="395"/>
                    <a:pt x="819" y="398"/>
                    <a:pt x="815" y="399"/>
                  </a:cubicBezTo>
                  <a:cubicBezTo>
                    <a:pt x="807" y="401"/>
                    <a:pt x="791" y="403"/>
                    <a:pt x="783" y="406"/>
                  </a:cubicBezTo>
                  <a:cubicBezTo>
                    <a:pt x="776" y="408"/>
                    <a:pt x="763" y="415"/>
                    <a:pt x="756" y="418"/>
                  </a:cubicBezTo>
                  <a:cubicBezTo>
                    <a:pt x="751" y="421"/>
                    <a:pt x="740" y="427"/>
                    <a:pt x="736" y="432"/>
                  </a:cubicBezTo>
                  <a:cubicBezTo>
                    <a:pt x="733" y="435"/>
                    <a:pt x="731" y="443"/>
                    <a:pt x="730" y="446"/>
                  </a:cubicBezTo>
                  <a:cubicBezTo>
                    <a:pt x="729" y="451"/>
                    <a:pt x="729" y="460"/>
                    <a:pt x="728" y="464"/>
                  </a:cubicBezTo>
                  <a:cubicBezTo>
                    <a:pt x="727" y="470"/>
                    <a:pt x="725" y="482"/>
                    <a:pt x="723" y="487"/>
                  </a:cubicBezTo>
                  <a:cubicBezTo>
                    <a:pt x="722" y="489"/>
                    <a:pt x="721" y="492"/>
                    <a:pt x="720" y="495"/>
                  </a:cubicBezTo>
                  <a:cubicBezTo>
                    <a:pt x="717" y="494"/>
                    <a:pt x="712" y="494"/>
                    <a:pt x="709" y="493"/>
                  </a:cubicBezTo>
                  <a:cubicBezTo>
                    <a:pt x="706" y="492"/>
                    <a:pt x="700" y="486"/>
                    <a:pt x="698" y="483"/>
                  </a:cubicBezTo>
                  <a:cubicBezTo>
                    <a:pt x="697" y="480"/>
                    <a:pt x="696" y="475"/>
                    <a:pt x="695" y="472"/>
                  </a:cubicBezTo>
                  <a:cubicBezTo>
                    <a:pt x="695" y="469"/>
                    <a:pt x="695" y="463"/>
                    <a:pt x="695" y="461"/>
                  </a:cubicBezTo>
                  <a:cubicBezTo>
                    <a:pt x="695" y="459"/>
                    <a:pt x="695" y="455"/>
                    <a:pt x="694" y="453"/>
                  </a:cubicBezTo>
                  <a:cubicBezTo>
                    <a:pt x="692" y="450"/>
                    <a:pt x="687" y="446"/>
                    <a:pt x="685" y="443"/>
                  </a:cubicBezTo>
                  <a:cubicBezTo>
                    <a:pt x="683" y="440"/>
                    <a:pt x="680" y="434"/>
                    <a:pt x="678" y="431"/>
                  </a:cubicBezTo>
                  <a:cubicBezTo>
                    <a:pt x="676" y="430"/>
                    <a:pt x="673" y="426"/>
                    <a:pt x="670" y="425"/>
                  </a:cubicBezTo>
                  <a:cubicBezTo>
                    <a:pt x="668" y="424"/>
                    <a:pt x="661" y="423"/>
                    <a:pt x="658" y="424"/>
                  </a:cubicBezTo>
                  <a:cubicBezTo>
                    <a:pt x="656" y="425"/>
                    <a:pt x="653" y="428"/>
                    <a:pt x="652" y="429"/>
                  </a:cubicBezTo>
                  <a:cubicBezTo>
                    <a:pt x="650" y="431"/>
                    <a:pt x="649" y="434"/>
                    <a:pt x="648" y="435"/>
                  </a:cubicBezTo>
                  <a:cubicBezTo>
                    <a:pt x="646" y="437"/>
                    <a:pt x="641" y="435"/>
                    <a:pt x="638" y="436"/>
                  </a:cubicBezTo>
                  <a:cubicBezTo>
                    <a:pt x="636" y="437"/>
                    <a:pt x="633" y="442"/>
                    <a:pt x="631" y="444"/>
                  </a:cubicBezTo>
                  <a:cubicBezTo>
                    <a:pt x="630" y="446"/>
                    <a:pt x="628" y="450"/>
                    <a:pt x="627" y="451"/>
                  </a:cubicBezTo>
                  <a:cubicBezTo>
                    <a:pt x="624" y="453"/>
                    <a:pt x="617" y="454"/>
                    <a:pt x="614" y="454"/>
                  </a:cubicBezTo>
                  <a:cubicBezTo>
                    <a:pt x="612" y="453"/>
                    <a:pt x="607" y="451"/>
                    <a:pt x="606" y="450"/>
                  </a:cubicBezTo>
                  <a:cubicBezTo>
                    <a:pt x="604" y="449"/>
                    <a:pt x="601" y="445"/>
                    <a:pt x="599" y="444"/>
                  </a:cubicBezTo>
                  <a:cubicBezTo>
                    <a:pt x="597" y="442"/>
                    <a:pt x="592" y="441"/>
                    <a:pt x="590" y="442"/>
                  </a:cubicBezTo>
                  <a:cubicBezTo>
                    <a:pt x="589" y="443"/>
                    <a:pt x="588" y="447"/>
                    <a:pt x="587" y="448"/>
                  </a:cubicBezTo>
                  <a:cubicBezTo>
                    <a:pt x="586" y="449"/>
                    <a:pt x="582" y="451"/>
                    <a:pt x="580" y="452"/>
                  </a:cubicBezTo>
                  <a:cubicBezTo>
                    <a:pt x="577" y="453"/>
                    <a:pt x="571" y="455"/>
                    <a:pt x="567" y="455"/>
                  </a:cubicBezTo>
                  <a:cubicBezTo>
                    <a:pt x="564" y="455"/>
                    <a:pt x="558" y="455"/>
                    <a:pt x="554" y="454"/>
                  </a:cubicBezTo>
                  <a:cubicBezTo>
                    <a:pt x="553" y="454"/>
                    <a:pt x="550" y="452"/>
                    <a:pt x="548" y="452"/>
                  </a:cubicBezTo>
                  <a:cubicBezTo>
                    <a:pt x="546" y="452"/>
                    <a:pt x="542" y="454"/>
                    <a:pt x="539" y="454"/>
                  </a:cubicBezTo>
                  <a:cubicBezTo>
                    <a:pt x="537" y="454"/>
                    <a:pt x="532" y="456"/>
                    <a:pt x="530" y="454"/>
                  </a:cubicBezTo>
                  <a:cubicBezTo>
                    <a:pt x="528" y="453"/>
                    <a:pt x="527" y="448"/>
                    <a:pt x="527" y="446"/>
                  </a:cubicBezTo>
                  <a:cubicBezTo>
                    <a:pt x="526" y="444"/>
                    <a:pt x="527" y="440"/>
                    <a:pt x="528" y="438"/>
                  </a:cubicBezTo>
                  <a:cubicBezTo>
                    <a:pt x="529" y="437"/>
                    <a:pt x="532" y="436"/>
                    <a:pt x="533" y="434"/>
                  </a:cubicBezTo>
                  <a:cubicBezTo>
                    <a:pt x="534" y="433"/>
                    <a:pt x="535" y="429"/>
                    <a:pt x="535" y="427"/>
                  </a:cubicBezTo>
                  <a:cubicBezTo>
                    <a:pt x="535" y="425"/>
                    <a:pt x="535" y="420"/>
                    <a:pt x="534" y="418"/>
                  </a:cubicBezTo>
                  <a:cubicBezTo>
                    <a:pt x="532" y="417"/>
                    <a:pt x="528" y="414"/>
                    <a:pt x="526" y="413"/>
                  </a:cubicBezTo>
                  <a:cubicBezTo>
                    <a:pt x="524" y="413"/>
                    <a:pt x="518" y="413"/>
                    <a:pt x="515" y="413"/>
                  </a:cubicBezTo>
                  <a:cubicBezTo>
                    <a:pt x="513" y="412"/>
                    <a:pt x="509" y="411"/>
                    <a:pt x="506" y="412"/>
                  </a:cubicBezTo>
                  <a:cubicBezTo>
                    <a:pt x="504" y="412"/>
                    <a:pt x="500" y="413"/>
                    <a:pt x="498" y="413"/>
                  </a:cubicBezTo>
                  <a:cubicBezTo>
                    <a:pt x="496" y="413"/>
                    <a:pt x="491" y="412"/>
                    <a:pt x="490" y="411"/>
                  </a:cubicBezTo>
                  <a:cubicBezTo>
                    <a:pt x="487" y="410"/>
                    <a:pt x="483" y="408"/>
                    <a:pt x="482" y="406"/>
                  </a:cubicBezTo>
                  <a:cubicBezTo>
                    <a:pt x="481" y="404"/>
                    <a:pt x="481" y="400"/>
                    <a:pt x="481" y="397"/>
                  </a:cubicBezTo>
                  <a:cubicBezTo>
                    <a:pt x="481" y="395"/>
                    <a:pt x="480" y="390"/>
                    <a:pt x="479" y="388"/>
                  </a:cubicBezTo>
                  <a:cubicBezTo>
                    <a:pt x="477" y="385"/>
                    <a:pt x="473" y="379"/>
                    <a:pt x="471" y="377"/>
                  </a:cubicBezTo>
                  <a:cubicBezTo>
                    <a:pt x="470" y="375"/>
                    <a:pt x="467" y="371"/>
                    <a:pt x="466" y="369"/>
                  </a:cubicBezTo>
                  <a:cubicBezTo>
                    <a:pt x="463" y="367"/>
                    <a:pt x="458" y="365"/>
                    <a:pt x="456" y="363"/>
                  </a:cubicBezTo>
                  <a:cubicBezTo>
                    <a:pt x="455" y="361"/>
                    <a:pt x="453" y="357"/>
                    <a:pt x="452" y="354"/>
                  </a:cubicBezTo>
                  <a:cubicBezTo>
                    <a:pt x="452" y="352"/>
                    <a:pt x="451" y="348"/>
                    <a:pt x="452" y="346"/>
                  </a:cubicBezTo>
                  <a:cubicBezTo>
                    <a:pt x="452" y="345"/>
                    <a:pt x="455" y="342"/>
                    <a:pt x="455" y="341"/>
                  </a:cubicBezTo>
                  <a:cubicBezTo>
                    <a:pt x="457" y="339"/>
                    <a:pt x="461" y="334"/>
                    <a:pt x="462" y="332"/>
                  </a:cubicBezTo>
                  <a:cubicBezTo>
                    <a:pt x="463" y="329"/>
                    <a:pt x="464" y="322"/>
                    <a:pt x="464" y="319"/>
                  </a:cubicBezTo>
                  <a:cubicBezTo>
                    <a:pt x="464" y="316"/>
                    <a:pt x="461" y="312"/>
                    <a:pt x="461" y="310"/>
                  </a:cubicBezTo>
                  <a:cubicBezTo>
                    <a:pt x="460" y="307"/>
                    <a:pt x="460" y="300"/>
                    <a:pt x="459" y="297"/>
                  </a:cubicBezTo>
                  <a:cubicBezTo>
                    <a:pt x="459" y="295"/>
                    <a:pt x="457" y="291"/>
                    <a:pt x="455" y="290"/>
                  </a:cubicBezTo>
                  <a:cubicBezTo>
                    <a:pt x="453" y="289"/>
                    <a:pt x="448" y="289"/>
                    <a:pt x="446" y="288"/>
                  </a:cubicBezTo>
                  <a:cubicBezTo>
                    <a:pt x="444" y="288"/>
                    <a:pt x="440" y="287"/>
                    <a:pt x="439" y="285"/>
                  </a:cubicBezTo>
                  <a:cubicBezTo>
                    <a:pt x="437" y="284"/>
                    <a:pt x="436" y="280"/>
                    <a:pt x="435" y="279"/>
                  </a:cubicBezTo>
                  <a:cubicBezTo>
                    <a:pt x="433" y="277"/>
                    <a:pt x="428" y="276"/>
                    <a:pt x="426" y="277"/>
                  </a:cubicBezTo>
                  <a:cubicBezTo>
                    <a:pt x="424" y="277"/>
                    <a:pt x="422" y="281"/>
                    <a:pt x="420" y="282"/>
                  </a:cubicBezTo>
                  <a:cubicBezTo>
                    <a:pt x="419" y="283"/>
                    <a:pt x="416" y="283"/>
                    <a:pt x="415" y="285"/>
                  </a:cubicBezTo>
                  <a:cubicBezTo>
                    <a:pt x="413" y="287"/>
                    <a:pt x="413" y="293"/>
                    <a:pt x="413" y="295"/>
                  </a:cubicBezTo>
                  <a:cubicBezTo>
                    <a:pt x="413" y="298"/>
                    <a:pt x="415" y="305"/>
                    <a:pt x="415" y="308"/>
                  </a:cubicBezTo>
                  <a:cubicBezTo>
                    <a:pt x="414" y="310"/>
                    <a:pt x="412" y="315"/>
                    <a:pt x="411" y="317"/>
                  </a:cubicBezTo>
                  <a:cubicBezTo>
                    <a:pt x="409" y="320"/>
                    <a:pt x="404" y="324"/>
                    <a:pt x="402" y="326"/>
                  </a:cubicBezTo>
                  <a:cubicBezTo>
                    <a:pt x="399" y="329"/>
                    <a:pt x="393" y="335"/>
                    <a:pt x="390" y="338"/>
                  </a:cubicBezTo>
                  <a:cubicBezTo>
                    <a:pt x="388" y="341"/>
                    <a:pt x="382" y="346"/>
                    <a:pt x="379" y="347"/>
                  </a:cubicBezTo>
                  <a:cubicBezTo>
                    <a:pt x="378" y="348"/>
                    <a:pt x="375" y="348"/>
                    <a:pt x="373" y="348"/>
                  </a:cubicBezTo>
                  <a:cubicBezTo>
                    <a:pt x="371" y="348"/>
                    <a:pt x="368" y="346"/>
                    <a:pt x="367" y="345"/>
                  </a:cubicBezTo>
                  <a:cubicBezTo>
                    <a:pt x="365" y="343"/>
                    <a:pt x="364" y="339"/>
                    <a:pt x="362" y="338"/>
                  </a:cubicBezTo>
                  <a:cubicBezTo>
                    <a:pt x="360" y="336"/>
                    <a:pt x="354" y="334"/>
                    <a:pt x="351" y="334"/>
                  </a:cubicBezTo>
                  <a:cubicBezTo>
                    <a:pt x="349" y="333"/>
                    <a:pt x="345" y="333"/>
                    <a:pt x="343" y="333"/>
                  </a:cubicBezTo>
                  <a:cubicBezTo>
                    <a:pt x="340" y="333"/>
                    <a:pt x="335" y="335"/>
                    <a:pt x="332" y="335"/>
                  </a:cubicBezTo>
                  <a:cubicBezTo>
                    <a:pt x="329" y="335"/>
                    <a:pt x="324" y="334"/>
                    <a:pt x="321" y="334"/>
                  </a:cubicBezTo>
                  <a:cubicBezTo>
                    <a:pt x="318" y="334"/>
                    <a:pt x="312" y="337"/>
                    <a:pt x="309" y="336"/>
                  </a:cubicBezTo>
                  <a:cubicBezTo>
                    <a:pt x="307" y="336"/>
                    <a:pt x="303" y="335"/>
                    <a:pt x="301" y="334"/>
                  </a:cubicBezTo>
                  <a:cubicBezTo>
                    <a:pt x="299" y="333"/>
                    <a:pt x="296" y="330"/>
                    <a:pt x="295" y="328"/>
                  </a:cubicBezTo>
                  <a:cubicBezTo>
                    <a:pt x="295" y="327"/>
                    <a:pt x="295" y="323"/>
                    <a:pt x="296" y="322"/>
                  </a:cubicBezTo>
                  <a:cubicBezTo>
                    <a:pt x="298" y="320"/>
                    <a:pt x="305" y="321"/>
                    <a:pt x="307" y="322"/>
                  </a:cubicBezTo>
                  <a:cubicBezTo>
                    <a:pt x="310" y="322"/>
                    <a:pt x="315" y="323"/>
                    <a:pt x="317" y="324"/>
                  </a:cubicBezTo>
                  <a:cubicBezTo>
                    <a:pt x="319" y="324"/>
                    <a:pt x="323" y="327"/>
                    <a:pt x="325" y="326"/>
                  </a:cubicBezTo>
                  <a:cubicBezTo>
                    <a:pt x="327" y="326"/>
                    <a:pt x="328" y="323"/>
                    <a:pt x="328" y="321"/>
                  </a:cubicBezTo>
                  <a:cubicBezTo>
                    <a:pt x="329" y="319"/>
                    <a:pt x="326" y="315"/>
                    <a:pt x="326" y="313"/>
                  </a:cubicBezTo>
                  <a:cubicBezTo>
                    <a:pt x="326" y="311"/>
                    <a:pt x="328" y="306"/>
                    <a:pt x="329" y="304"/>
                  </a:cubicBezTo>
                  <a:cubicBezTo>
                    <a:pt x="330" y="303"/>
                    <a:pt x="333" y="302"/>
                    <a:pt x="334" y="301"/>
                  </a:cubicBezTo>
                  <a:cubicBezTo>
                    <a:pt x="335" y="299"/>
                    <a:pt x="335" y="295"/>
                    <a:pt x="335" y="293"/>
                  </a:cubicBezTo>
                  <a:cubicBezTo>
                    <a:pt x="334" y="291"/>
                    <a:pt x="332" y="288"/>
                    <a:pt x="332" y="286"/>
                  </a:cubicBezTo>
                  <a:cubicBezTo>
                    <a:pt x="332" y="285"/>
                    <a:pt x="334" y="281"/>
                    <a:pt x="334" y="279"/>
                  </a:cubicBezTo>
                  <a:cubicBezTo>
                    <a:pt x="333" y="278"/>
                    <a:pt x="329" y="276"/>
                    <a:pt x="327" y="275"/>
                  </a:cubicBezTo>
                  <a:cubicBezTo>
                    <a:pt x="326" y="274"/>
                    <a:pt x="324" y="270"/>
                    <a:pt x="322" y="269"/>
                  </a:cubicBezTo>
                  <a:cubicBezTo>
                    <a:pt x="321" y="268"/>
                    <a:pt x="318" y="268"/>
                    <a:pt x="317" y="268"/>
                  </a:cubicBezTo>
                  <a:cubicBezTo>
                    <a:pt x="315" y="267"/>
                    <a:pt x="311" y="265"/>
                    <a:pt x="308" y="264"/>
                  </a:cubicBezTo>
                  <a:cubicBezTo>
                    <a:pt x="305" y="264"/>
                    <a:pt x="299" y="264"/>
                    <a:pt x="296" y="265"/>
                  </a:cubicBezTo>
                  <a:cubicBezTo>
                    <a:pt x="294" y="265"/>
                    <a:pt x="290" y="268"/>
                    <a:pt x="288" y="269"/>
                  </a:cubicBezTo>
                  <a:cubicBezTo>
                    <a:pt x="286" y="270"/>
                    <a:pt x="280" y="271"/>
                    <a:pt x="278" y="272"/>
                  </a:cubicBezTo>
                  <a:cubicBezTo>
                    <a:pt x="275" y="274"/>
                    <a:pt x="271" y="279"/>
                    <a:pt x="269" y="282"/>
                  </a:cubicBezTo>
                  <a:cubicBezTo>
                    <a:pt x="267" y="285"/>
                    <a:pt x="265" y="292"/>
                    <a:pt x="262" y="294"/>
                  </a:cubicBezTo>
                  <a:cubicBezTo>
                    <a:pt x="260" y="297"/>
                    <a:pt x="254" y="299"/>
                    <a:pt x="252" y="300"/>
                  </a:cubicBezTo>
                  <a:cubicBezTo>
                    <a:pt x="249" y="301"/>
                    <a:pt x="244" y="302"/>
                    <a:pt x="243" y="304"/>
                  </a:cubicBezTo>
                  <a:cubicBezTo>
                    <a:pt x="242" y="306"/>
                    <a:pt x="243" y="311"/>
                    <a:pt x="243" y="313"/>
                  </a:cubicBezTo>
                  <a:cubicBezTo>
                    <a:pt x="243" y="315"/>
                    <a:pt x="244" y="320"/>
                    <a:pt x="243" y="323"/>
                  </a:cubicBezTo>
                  <a:cubicBezTo>
                    <a:pt x="242" y="325"/>
                    <a:pt x="237" y="327"/>
                    <a:pt x="235" y="328"/>
                  </a:cubicBezTo>
                  <a:cubicBezTo>
                    <a:pt x="232" y="328"/>
                    <a:pt x="225" y="325"/>
                    <a:pt x="222" y="323"/>
                  </a:cubicBezTo>
                  <a:cubicBezTo>
                    <a:pt x="220" y="323"/>
                    <a:pt x="216" y="321"/>
                    <a:pt x="214" y="320"/>
                  </a:cubicBezTo>
                  <a:cubicBezTo>
                    <a:pt x="212" y="319"/>
                    <a:pt x="209" y="316"/>
                    <a:pt x="206" y="315"/>
                  </a:cubicBezTo>
                  <a:cubicBezTo>
                    <a:pt x="204" y="314"/>
                    <a:pt x="200" y="314"/>
                    <a:pt x="198" y="314"/>
                  </a:cubicBezTo>
                  <a:cubicBezTo>
                    <a:pt x="196" y="314"/>
                    <a:pt x="191" y="316"/>
                    <a:pt x="189" y="318"/>
                  </a:cubicBezTo>
                  <a:cubicBezTo>
                    <a:pt x="187" y="319"/>
                    <a:pt x="186" y="324"/>
                    <a:pt x="184" y="325"/>
                  </a:cubicBezTo>
                  <a:cubicBezTo>
                    <a:pt x="183" y="326"/>
                    <a:pt x="179" y="326"/>
                    <a:pt x="178" y="325"/>
                  </a:cubicBezTo>
                  <a:cubicBezTo>
                    <a:pt x="177" y="324"/>
                    <a:pt x="176" y="321"/>
                    <a:pt x="175" y="319"/>
                  </a:cubicBezTo>
                  <a:cubicBezTo>
                    <a:pt x="175" y="317"/>
                    <a:pt x="173" y="314"/>
                    <a:pt x="173" y="312"/>
                  </a:cubicBezTo>
                  <a:cubicBezTo>
                    <a:pt x="173" y="309"/>
                    <a:pt x="176" y="305"/>
                    <a:pt x="177" y="303"/>
                  </a:cubicBezTo>
                  <a:cubicBezTo>
                    <a:pt x="178" y="301"/>
                    <a:pt x="179" y="296"/>
                    <a:pt x="180" y="294"/>
                  </a:cubicBezTo>
                  <a:cubicBezTo>
                    <a:pt x="181" y="293"/>
                    <a:pt x="184" y="290"/>
                    <a:pt x="184" y="288"/>
                  </a:cubicBezTo>
                  <a:cubicBezTo>
                    <a:pt x="184" y="286"/>
                    <a:pt x="181" y="282"/>
                    <a:pt x="179" y="281"/>
                  </a:cubicBezTo>
                  <a:cubicBezTo>
                    <a:pt x="178" y="279"/>
                    <a:pt x="174" y="278"/>
                    <a:pt x="172" y="277"/>
                  </a:cubicBezTo>
                  <a:cubicBezTo>
                    <a:pt x="170" y="276"/>
                    <a:pt x="165" y="276"/>
                    <a:pt x="162" y="276"/>
                  </a:cubicBezTo>
                  <a:cubicBezTo>
                    <a:pt x="159" y="276"/>
                    <a:pt x="153" y="277"/>
                    <a:pt x="150" y="278"/>
                  </a:cubicBezTo>
                  <a:cubicBezTo>
                    <a:pt x="147" y="279"/>
                    <a:pt x="142" y="281"/>
                    <a:pt x="139" y="282"/>
                  </a:cubicBezTo>
                  <a:cubicBezTo>
                    <a:pt x="136" y="283"/>
                    <a:pt x="130" y="286"/>
                    <a:pt x="127" y="288"/>
                  </a:cubicBezTo>
                  <a:cubicBezTo>
                    <a:pt x="124" y="289"/>
                    <a:pt x="119" y="294"/>
                    <a:pt x="116" y="295"/>
                  </a:cubicBezTo>
                  <a:cubicBezTo>
                    <a:pt x="113" y="296"/>
                    <a:pt x="106" y="295"/>
                    <a:pt x="103" y="297"/>
                  </a:cubicBezTo>
                  <a:cubicBezTo>
                    <a:pt x="102" y="298"/>
                    <a:pt x="100" y="301"/>
                    <a:pt x="100" y="302"/>
                  </a:cubicBezTo>
                  <a:cubicBezTo>
                    <a:pt x="100" y="304"/>
                    <a:pt x="101" y="307"/>
                    <a:pt x="102" y="308"/>
                  </a:cubicBezTo>
                  <a:cubicBezTo>
                    <a:pt x="103" y="310"/>
                    <a:pt x="107" y="311"/>
                    <a:pt x="107" y="313"/>
                  </a:cubicBezTo>
                  <a:cubicBezTo>
                    <a:pt x="108" y="315"/>
                    <a:pt x="107" y="319"/>
                    <a:pt x="106" y="321"/>
                  </a:cubicBezTo>
                  <a:cubicBezTo>
                    <a:pt x="106" y="322"/>
                    <a:pt x="102" y="323"/>
                    <a:pt x="102" y="324"/>
                  </a:cubicBezTo>
                  <a:cubicBezTo>
                    <a:pt x="101" y="326"/>
                    <a:pt x="101" y="331"/>
                    <a:pt x="102" y="333"/>
                  </a:cubicBezTo>
                  <a:cubicBezTo>
                    <a:pt x="102" y="335"/>
                    <a:pt x="103" y="340"/>
                    <a:pt x="104" y="341"/>
                  </a:cubicBezTo>
                  <a:cubicBezTo>
                    <a:pt x="105" y="342"/>
                    <a:pt x="108" y="344"/>
                    <a:pt x="109" y="345"/>
                  </a:cubicBezTo>
                  <a:cubicBezTo>
                    <a:pt x="110" y="346"/>
                    <a:pt x="112" y="351"/>
                    <a:pt x="113" y="352"/>
                  </a:cubicBezTo>
                  <a:cubicBezTo>
                    <a:pt x="115" y="354"/>
                    <a:pt x="118" y="355"/>
                    <a:pt x="119" y="356"/>
                  </a:cubicBezTo>
                  <a:cubicBezTo>
                    <a:pt x="120" y="358"/>
                    <a:pt x="121" y="363"/>
                    <a:pt x="121" y="365"/>
                  </a:cubicBezTo>
                  <a:cubicBezTo>
                    <a:pt x="121" y="367"/>
                    <a:pt x="120" y="370"/>
                    <a:pt x="119" y="372"/>
                  </a:cubicBezTo>
                  <a:cubicBezTo>
                    <a:pt x="118" y="373"/>
                    <a:pt x="115" y="375"/>
                    <a:pt x="114" y="376"/>
                  </a:cubicBezTo>
                  <a:cubicBezTo>
                    <a:pt x="112" y="377"/>
                    <a:pt x="107" y="377"/>
                    <a:pt x="105" y="378"/>
                  </a:cubicBezTo>
                  <a:cubicBezTo>
                    <a:pt x="103" y="379"/>
                    <a:pt x="100" y="383"/>
                    <a:pt x="98" y="383"/>
                  </a:cubicBezTo>
                  <a:cubicBezTo>
                    <a:pt x="96" y="384"/>
                    <a:pt x="91" y="383"/>
                    <a:pt x="88" y="382"/>
                  </a:cubicBezTo>
                  <a:cubicBezTo>
                    <a:pt x="86" y="381"/>
                    <a:pt x="84" y="379"/>
                    <a:pt x="82" y="378"/>
                  </a:cubicBezTo>
                  <a:cubicBezTo>
                    <a:pt x="80" y="377"/>
                    <a:pt x="76" y="374"/>
                    <a:pt x="76" y="372"/>
                  </a:cubicBezTo>
                  <a:cubicBezTo>
                    <a:pt x="75" y="371"/>
                    <a:pt x="77" y="367"/>
                    <a:pt x="77" y="366"/>
                  </a:cubicBezTo>
                  <a:cubicBezTo>
                    <a:pt x="76" y="364"/>
                    <a:pt x="73" y="361"/>
                    <a:pt x="71" y="360"/>
                  </a:cubicBezTo>
                  <a:cubicBezTo>
                    <a:pt x="69" y="360"/>
                    <a:pt x="65" y="361"/>
                    <a:pt x="63" y="361"/>
                  </a:cubicBezTo>
                  <a:cubicBezTo>
                    <a:pt x="60" y="361"/>
                    <a:pt x="55" y="361"/>
                    <a:pt x="52" y="362"/>
                  </a:cubicBezTo>
                  <a:cubicBezTo>
                    <a:pt x="50" y="362"/>
                    <a:pt x="45" y="362"/>
                    <a:pt x="41" y="362"/>
                  </a:cubicBezTo>
                  <a:cubicBezTo>
                    <a:pt x="41" y="360"/>
                    <a:pt x="42" y="356"/>
                    <a:pt x="42" y="354"/>
                  </a:cubicBezTo>
                  <a:cubicBezTo>
                    <a:pt x="41" y="351"/>
                    <a:pt x="38" y="347"/>
                    <a:pt x="38" y="344"/>
                  </a:cubicBezTo>
                  <a:cubicBezTo>
                    <a:pt x="37" y="341"/>
                    <a:pt x="36" y="336"/>
                    <a:pt x="36" y="333"/>
                  </a:cubicBezTo>
                  <a:cubicBezTo>
                    <a:pt x="37" y="331"/>
                    <a:pt x="39" y="327"/>
                    <a:pt x="39" y="325"/>
                  </a:cubicBezTo>
                  <a:cubicBezTo>
                    <a:pt x="39" y="323"/>
                    <a:pt x="39" y="320"/>
                    <a:pt x="39" y="318"/>
                  </a:cubicBezTo>
                  <a:cubicBezTo>
                    <a:pt x="39" y="316"/>
                    <a:pt x="41" y="313"/>
                    <a:pt x="42" y="311"/>
                  </a:cubicBezTo>
                  <a:cubicBezTo>
                    <a:pt x="42" y="310"/>
                    <a:pt x="43" y="308"/>
                    <a:pt x="43" y="307"/>
                  </a:cubicBezTo>
                  <a:cubicBezTo>
                    <a:pt x="44" y="308"/>
                    <a:pt x="46" y="309"/>
                    <a:pt x="47" y="309"/>
                  </a:cubicBezTo>
                  <a:cubicBezTo>
                    <a:pt x="50" y="308"/>
                    <a:pt x="54" y="305"/>
                    <a:pt x="55" y="302"/>
                  </a:cubicBezTo>
                  <a:cubicBezTo>
                    <a:pt x="55" y="301"/>
                    <a:pt x="55" y="298"/>
                    <a:pt x="55" y="297"/>
                  </a:cubicBezTo>
                  <a:cubicBezTo>
                    <a:pt x="54" y="294"/>
                    <a:pt x="51" y="288"/>
                    <a:pt x="50" y="286"/>
                  </a:cubicBezTo>
                  <a:cubicBezTo>
                    <a:pt x="49" y="285"/>
                    <a:pt x="47" y="283"/>
                    <a:pt x="46" y="282"/>
                  </a:cubicBezTo>
                  <a:cubicBezTo>
                    <a:pt x="45" y="281"/>
                    <a:pt x="42" y="279"/>
                    <a:pt x="41" y="277"/>
                  </a:cubicBezTo>
                  <a:cubicBezTo>
                    <a:pt x="40" y="276"/>
                    <a:pt x="37" y="274"/>
                    <a:pt x="37" y="272"/>
                  </a:cubicBezTo>
                  <a:cubicBezTo>
                    <a:pt x="36" y="270"/>
                    <a:pt x="37" y="267"/>
                    <a:pt x="37" y="266"/>
                  </a:cubicBezTo>
                  <a:cubicBezTo>
                    <a:pt x="38" y="265"/>
                    <a:pt x="40" y="262"/>
                    <a:pt x="40" y="261"/>
                  </a:cubicBezTo>
                  <a:cubicBezTo>
                    <a:pt x="39" y="259"/>
                    <a:pt x="35" y="260"/>
                    <a:pt x="33" y="259"/>
                  </a:cubicBezTo>
                  <a:cubicBezTo>
                    <a:pt x="31" y="258"/>
                    <a:pt x="27" y="257"/>
                    <a:pt x="26" y="256"/>
                  </a:cubicBezTo>
                  <a:cubicBezTo>
                    <a:pt x="25" y="255"/>
                    <a:pt x="23" y="252"/>
                    <a:pt x="23" y="251"/>
                  </a:cubicBezTo>
                  <a:cubicBezTo>
                    <a:pt x="21" y="249"/>
                    <a:pt x="19" y="245"/>
                    <a:pt x="19" y="243"/>
                  </a:cubicBezTo>
                  <a:cubicBezTo>
                    <a:pt x="19" y="241"/>
                    <a:pt x="21" y="237"/>
                    <a:pt x="22" y="236"/>
                  </a:cubicBezTo>
                  <a:cubicBezTo>
                    <a:pt x="23" y="234"/>
                    <a:pt x="25" y="232"/>
                    <a:pt x="26" y="231"/>
                  </a:cubicBezTo>
                  <a:cubicBezTo>
                    <a:pt x="27" y="230"/>
                    <a:pt x="30" y="228"/>
                    <a:pt x="31" y="226"/>
                  </a:cubicBezTo>
                  <a:cubicBezTo>
                    <a:pt x="31" y="224"/>
                    <a:pt x="32" y="221"/>
                    <a:pt x="32" y="219"/>
                  </a:cubicBezTo>
                  <a:cubicBezTo>
                    <a:pt x="32" y="217"/>
                    <a:pt x="33" y="214"/>
                    <a:pt x="32" y="213"/>
                  </a:cubicBezTo>
                  <a:cubicBezTo>
                    <a:pt x="31" y="211"/>
                    <a:pt x="27" y="207"/>
                    <a:pt x="25" y="206"/>
                  </a:cubicBezTo>
                  <a:cubicBezTo>
                    <a:pt x="23" y="205"/>
                    <a:pt x="18" y="204"/>
                    <a:pt x="16" y="203"/>
                  </a:cubicBezTo>
                  <a:cubicBezTo>
                    <a:pt x="14" y="201"/>
                    <a:pt x="12" y="197"/>
                    <a:pt x="11" y="195"/>
                  </a:cubicBezTo>
                  <a:cubicBezTo>
                    <a:pt x="10" y="192"/>
                    <a:pt x="11" y="186"/>
                    <a:pt x="11" y="183"/>
                  </a:cubicBezTo>
                  <a:cubicBezTo>
                    <a:pt x="10" y="181"/>
                    <a:pt x="9" y="177"/>
                    <a:pt x="8" y="175"/>
                  </a:cubicBezTo>
                  <a:cubicBezTo>
                    <a:pt x="8" y="174"/>
                    <a:pt x="6" y="170"/>
                    <a:pt x="4" y="169"/>
                  </a:cubicBezTo>
                  <a:cubicBezTo>
                    <a:pt x="3" y="169"/>
                    <a:pt x="1" y="169"/>
                    <a:pt x="0" y="169"/>
                  </a:cubicBezTo>
                  <a:cubicBezTo>
                    <a:pt x="0" y="167"/>
                    <a:pt x="1" y="166"/>
                    <a:pt x="1" y="165"/>
                  </a:cubicBezTo>
                  <a:cubicBezTo>
                    <a:pt x="2" y="163"/>
                    <a:pt x="6" y="162"/>
                    <a:pt x="7" y="160"/>
                  </a:cubicBezTo>
                  <a:cubicBezTo>
                    <a:pt x="7" y="159"/>
                    <a:pt x="7" y="156"/>
                    <a:pt x="8" y="155"/>
                  </a:cubicBezTo>
                  <a:cubicBezTo>
                    <a:pt x="8" y="154"/>
                    <a:pt x="10" y="152"/>
                    <a:pt x="11" y="151"/>
                  </a:cubicBezTo>
                  <a:cubicBezTo>
                    <a:pt x="14" y="152"/>
                    <a:pt x="17" y="152"/>
                    <a:pt x="18" y="153"/>
                  </a:cubicBezTo>
                  <a:cubicBezTo>
                    <a:pt x="22" y="153"/>
                    <a:pt x="30" y="154"/>
                    <a:pt x="34" y="154"/>
                  </a:cubicBezTo>
                  <a:cubicBezTo>
                    <a:pt x="38" y="154"/>
                    <a:pt x="47" y="154"/>
                    <a:pt x="52" y="153"/>
                  </a:cubicBezTo>
                  <a:cubicBezTo>
                    <a:pt x="55" y="153"/>
                    <a:pt x="61" y="151"/>
                    <a:pt x="64" y="150"/>
                  </a:cubicBezTo>
                  <a:cubicBezTo>
                    <a:pt x="67" y="148"/>
                    <a:pt x="74" y="146"/>
                    <a:pt x="77" y="144"/>
                  </a:cubicBezTo>
                  <a:cubicBezTo>
                    <a:pt x="81" y="142"/>
                    <a:pt x="89" y="138"/>
                    <a:pt x="93" y="135"/>
                  </a:cubicBezTo>
                  <a:cubicBezTo>
                    <a:pt x="95" y="134"/>
                    <a:pt x="97" y="132"/>
                    <a:pt x="98" y="130"/>
                  </a:cubicBezTo>
                  <a:cubicBezTo>
                    <a:pt x="100" y="129"/>
                    <a:pt x="102" y="124"/>
                    <a:pt x="103" y="122"/>
                  </a:cubicBezTo>
                  <a:cubicBezTo>
                    <a:pt x="105" y="120"/>
                    <a:pt x="108" y="116"/>
                    <a:pt x="110" y="114"/>
                  </a:cubicBezTo>
                  <a:cubicBezTo>
                    <a:pt x="111" y="113"/>
                    <a:pt x="115" y="110"/>
                    <a:pt x="116" y="110"/>
                  </a:cubicBezTo>
                  <a:cubicBezTo>
                    <a:pt x="119" y="108"/>
                    <a:pt x="124" y="106"/>
                    <a:pt x="126" y="106"/>
                  </a:cubicBezTo>
                  <a:cubicBezTo>
                    <a:pt x="129" y="105"/>
                    <a:pt x="136" y="106"/>
                    <a:pt x="139" y="107"/>
                  </a:cubicBezTo>
                  <a:cubicBezTo>
                    <a:pt x="141" y="108"/>
                    <a:pt x="145" y="111"/>
                    <a:pt x="147" y="112"/>
                  </a:cubicBezTo>
                  <a:cubicBezTo>
                    <a:pt x="150" y="114"/>
                    <a:pt x="157" y="116"/>
                    <a:pt x="161" y="116"/>
                  </a:cubicBezTo>
                  <a:cubicBezTo>
                    <a:pt x="165" y="117"/>
                    <a:pt x="172" y="117"/>
                    <a:pt x="176" y="116"/>
                  </a:cubicBezTo>
                  <a:cubicBezTo>
                    <a:pt x="181" y="115"/>
                    <a:pt x="190" y="112"/>
                    <a:pt x="194" y="111"/>
                  </a:cubicBezTo>
                  <a:cubicBezTo>
                    <a:pt x="198" y="109"/>
                    <a:pt x="207" y="105"/>
                    <a:pt x="211" y="103"/>
                  </a:cubicBezTo>
                  <a:cubicBezTo>
                    <a:pt x="215" y="101"/>
                    <a:pt x="224" y="95"/>
                    <a:pt x="229" y="92"/>
                  </a:cubicBezTo>
                  <a:cubicBezTo>
                    <a:pt x="231" y="91"/>
                    <a:pt x="235" y="89"/>
                    <a:pt x="237" y="88"/>
                  </a:cubicBezTo>
                  <a:cubicBezTo>
                    <a:pt x="240" y="87"/>
                    <a:pt x="246" y="86"/>
                    <a:pt x="249" y="86"/>
                  </a:cubicBezTo>
                  <a:cubicBezTo>
                    <a:pt x="254" y="85"/>
                    <a:pt x="263" y="85"/>
                    <a:pt x="268" y="85"/>
                  </a:cubicBezTo>
                  <a:cubicBezTo>
                    <a:pt x="272" y="86"/>
                    <a:pt x="280" y="86"/>
                    <a:pt x="284" y="86"/>
                  </a:cubicBezTo>
                  <a:cubicBezTo>
                    <a:pt x="286" y="87"/>
                    <a:pt x="292" y="88"/>
                    <a:pt x="295" y="89"/>
                  </a:cubicBezTo>
                  <a:cubicBezTo>
                    <a:pt x="298" y="90"/>
                    <a:pt x="306" y="93"/>
                    <a:pt x="309" y="94"/>
                  </a:cubicBezTo>
                  <a:cubicBezTo>
                    <a:pt x="313" y="94"/>
                    <a:pt x="321" y="94"/>
                    <a:pt x="324" y="94"/>
                  </a:cubicBezTo>
                  <a:cubicBezTo>
                    <a:pt x="328" y="94"/>
                    <a:pt x="335" y="95"/>
                    <a:pt x="338" y="92"/>
                  </a:cubicBezTo>
                  <a:cubicBezTo>
                    <a:pt x="338" y="92"/>
                    <a:pt x="339" y="90"/>
                    <a:pt x="339" y="89"/>
                  </a:cubicBezTo>
                  <a:cubicBezTo>
                    <a:pt x="338" y="88"/>
                    <a:pt x="337" y="87"/>
                    <a:pt x="336" y="86"/>
                  </a:cubicBezTo>
                  <a:cubicBezTo>
                    <a:pt x="336" y="85"/>
                    <a:pt x="336" y="83"/>
                    <a:pt x="336" y="82"/>
                  </a:cubicBezTo>
                  <a:cubicBezTo>
                    <a:pt x="337" y="82"/>
                    <a:pt x="339" y="82"/>
                    <a:pt x="339" y="82"/>
                  </a:cubicBezTo>
                  <a:cubicBezTo>
                    <a:pt x="340" y="82"/>
                    <a:pt x="341" y="80"/>
                    <a:pt x="341" y="79"/>
                  </a:cubicBezTo>
                  <a:cubicBezTo>
                    <a:pt x="343" y="78"/>
                    <a:pt x="346" y="79"/>
                    <a:pt x="346" y="78"/>
                  </a:cubicBezTo>
                  <a:cubicBezTo>
                    <a:pt x="347" y="77"/>
                    <a:pt x="347" y="75"/>
                    <a:pt x="346" y="75"/>
                  </a:cubicBezTo>
                  <a:cubicBezTo>
                    <a:pt x="346" y="74"/>
                    <a:pt x="344" y="73"/>
                    <a:pt x="343" y="73"/>
                  </a:cubicBezTo>
                  <a:cubicBezTo>
                    <a:pt x="342" y="72"/>
                    <a:pt x="340" y="73"/>
                    <a:pt x="338" y="73"/>
                  </a:cubicBezTo>
                  <a:cubicBezTo>
                    <a:pt x="338" y="73"/>
                    <a:pt x="336" y="73"/>
                    <a:pt x="336" y="73"/>
                  </a:cubicBezTo>
                  <a:cubicBezTo>
                    <a:pt x="335" y="72"/>
                    <a:pt x="335" y="70"/>
                    <a:pt x="336" y="69"/>
                  </a:cubicBezTo>
                  <a:cubicBezTo>
                    <a:pt x="337" y="68"/>
                    <a:pt x="340" y="68"/>
                    <a:pt x="342" y="67"/>
                  </a:cubicBezTo>
                  <a:cubicBezTo>
                    <a:pt x="342" y="67"/>
                    <a:pt x="344" y="65"/>
                    <a:pt x="345" y="64"/>
                  </a:cubicBezTo>
                  <a:cubicBezTo>
                    <a:pt x="345" y="63"/>
                    <a:pt x="344" y="61"/>
                    <a:pt x="343" y="60"/>
                  </a:cubicBezTo>
                  <a:cubicBezTo>
                    <a:pt x="342" y="59"/>
                    <a:pt x="340" y="59"/>
                    <a:pt x="339" y="59"/>
                  </a:cubicBezTo>
                  <a:cubicBezTo>
                    <a:pt x="338" y="58"/>
                    <a:pt x="334" y="58"/>
                    <a:pt x="333" y="58"/>
                  </a:cubicBezTo>
                  <a:cubicBezTo>
                    <a:pt x="332" y="59"/>
                    <a:pt x="331" y="61"/>
                    <a:pt x="329" y="62"/>
                  </a:cubicBezTo>
                  <a:cubicBezTo>
                    <a:pt x="329" y="62"/>
                    <a:pt x="327" y="63"/>
                    <a:pt x="326" y="63"/>
                  </a:cubicBezTo>
                  <a:cubicBezTo>
                    <a:pt x="325" y="62"/>
                    <a:pt x="325" y="60"/>
                    <a:pt x="326" y="59"/>
                  </a:cubicBezTo>
                  <a:cubicBezTo>
                    <a:pt x="326" y="58"/>
                    <a:pt x="329" y="57"/>
                    <a:pt x="329" y="56"/>
                  </a:cubicBezTo>
                  <a:cubicBezTo>
                    <a:pt x="329" y="55"/>
                    <a:pt x="330" y="53"/>
                    <a:pt x="329" y="53"/>
                  </a:cubicBezTo>
                  <a:cubicBezTo>
                    <a:pt x="328" y="52"/>
                    <a:pt x="325" y="54"/>
                    <a:pt x="323" y="54"/>
                  </a:cubicBezTo>
                  <a:cubicBezTo>
                    <a:pt x="322" y="54"/>
                    <a:pt x="319" y="56"/>
                    <a:pt x="317" y="56"/>
                  </a:cubicBezTo>
                  <a:cubicBezTo>
                    <a:pt x="315" y="56"/>
                    <a:pt x="311" y="55"/>
                    <a:pt x="309" y="56"/>
                  </a:cubicBezTo>
                  <a:cubicBezTo>
                    <a:pt x="307" y="57"/>
                    <a:pt x="305" y="60"/>
                    <a:pt x="304" y="61"/>
                  </a:cubicBezTo>
                  <a:cubicBezTo>
                    <a:pt x="303" y="62"/>
                    <a:pt x="301" y="64"/>
                    <a:pt x="300" y="63"/>
                  </a:cubicBezTo>
                  <a:cubicBezTo>
                    <a:pt x="299" y="63"/>
                    <a:pt x="299" y="61"/>
                    <a:pt x="299" y="60"/>
                  </a:cubicBezTo>
                  <a:cubicBezTo>
                    <a:pt x="298" y="59"/>
                    <a:pt x="299" y="57"/>
                    <a:pt x="299" y="56"/>
                  </a:cubicBezTo>
                  <a:cubicBezTo>
                    <a:pt x="300" y="55"/>
                    <a:pt x="302" y="55"/>
                    <a:pt x="303" y="54"/>
                  </a:cubicBezTo>
                  <a:cubicBezTo>
                    <a:pt x="303" y="53"/>
                    <a:pt x="303" y="51"/>
                    <a:pt x="303" y="50"/>
                  </a:cubicBezTo>
                  <a:cubicBezTo>
                    <a:pt x="303" y="49"/>
                    <a:pt x="304" y="47"/>
                    <a:pt x="303" y="46"/>
                  </a:cubicBezTo>
                  <a:cubicBezTo>
                    <a:pt x="302" y="45"/>
                    <a:pt x="300" y="46"/>
                    <a:pt x="299" y="46"/>
                  </a:cubicBezTo>
                  <a:cubicBezTo>
                    <a:pt x="298" y="46"/>
                    <a:pt x="296" y="49"/>
                    <a:pt x="295" y="50"/>
                  </a:cubicBezTo>
                  <a:cubicBezTo>
                    <a:pt x="294" y="51"/>
                    <a:pt x="292" y="54"/>
                    <a:pt x="290" y="55"/>
                  </a:cubicBezTo>
                  <a:cubicBezTo>
                    <a:pt x="290" y="56"/>
                    <a:pt x="288" y="58"/>
                    <a:pt x="287" y="59"/>
                  </a:cubicBezTo>
                  <a:cubicBezTo>
                    <a:pt x="286" y="61"/>
                    <a:pt x="286" y="65"/>
                    <a:pt x="285" y="67"/>
                  </a:cubicBezTo>
                  <a:cubicBezTo>
                    <a:pt x="285" y="68"/>
                    <a:pt x="283" y="70"/>
                    <a:pt x="282" y="71"/>
                  </a:cubicBezTo>
                  <a:cubicBezTo>
                    <a:pt x="281" y="71"/>
                    <a:pt x="279" y="71"/>
                    <a:pt x="278" y="71"/>
                  </a:cubicBezTo>
                  <a:cubicBezTo>
                    <a:pt x="278" y="70"/>
                    <a:pt x="278" y="68"/>
                    <a:pt x="278" y="67"/>
                  </a:cubicBezTo>
                  <a:cubicBezTo>
                    <a:pt x="278" y="66"/>
                    <a:pt x="279" y="65"/>
                    <a:pt x="279" y="64"/>
                  </a:cubicBezTo>
                  <a:cubicBezTo>
                    <a:pt x="280" y="63"/>
                    <a:pt x="282" y="62"/>
                    <a:pt x="282" y="61"/>
                  </a:cubicBezTo>
                  <a:cubicBezTo>
                    <a:pt x="283" y="60"/>
                    <a:pt x="284" y="57"/>
                    <a:pt x="284" y="56"/>
                  </a:cubicBezTo>
                  <a:cubicBezTo>
                    <a:pt x="285" y="55"/>
                    <a:pt x="287" y="53"/>
                    <a:pt x="287" y="52"/>
                  </a:cubicBezTo>
                  <a:cubicBezTo>
                    <a:pt x="288" y="51"/>
                    <a:pt x="288" y="49"/>
                    <a:pt x="288" y="48"/>
                  </a:cubicBezTo>
                  <a:cubicBezTo>
                    <a:pt x="288" y="48"/>
                    <a:pt x="287" y="47"/>
                    <a:pt x="287" y="47"/>
                  </a:cubicBezTo>
                  <a:cubicBezTo>
                    <a:pt x="287" y="47"/>
                    <a:pt x="288" y="46"/>
                    <a:pt x="288" y="46"/>
                  </a:cubicBezTo>
                  <a:cubicBezTo>
                    <a:pt x="289" y="45"/>
                    <a:pt x="289" y="42"/>
                    <a:pt x="289" y="41"/>
                  </a:cubicBezTo>
                  <a:cubicBezTo>
                    <a:pt x="290" y="39"/>
                    <a:pt x="291" y="37"/>
                    <a:pt x="292" y="36"/>
                  </a:cubicBezTo>
                  <a:cubicBezTo>
                    <a:pt x="293" y="35"/>
                    <a:pt x="295" y="35"/>
                    <a:pt x="295" y="35"/>
                  </a:cubicBezTo>
                  <a:cubicBezTo>
                    <a:pt x="296" y="34"/>
                    <a:pt x="298" y="32"/>
                    <a:pt x="299" y="31"/>
                  </a:cubicBezTo>
                  <a:cubicBezTo>
                    <a:pt x="299" y="30"/>
                    <a:pt x="300" y="29"/>
                    <a:pt x="301" y="28"/>
                  </a:cubicBezTo>
                  <a:cubicBezTo>
                    <a:pt x="302" y="28"/>
                    <a:pt x="306" y="28"/>
                    <a:pt x="307" y="28"/>
                  </a:cubicBezTo>
                  <a:cubicBezTo>
                    <a:pt x="309" y="27"/>
                    <a:pt x="312" y="24"/>
                    <a:pt x="314" y="24"/>
                  </a:cubicBezTo>
                  <a:cubicBezTo>
                    <a:pt x="316" y="24"/>
                    <a:pt x="319" y="25"/>
                    <a:pt x="320" y="26"/>
                  </a:cubicBezTo>
                  <a:cubicBezTo>
                    <a:pt x="323" y="26"/>
                    <a:pt x="328" y="28"/>
                    <a:pt x="331" y="27"/>
                  </a:cubicBezTo>
                  <a:cubicBezTo>
                    <a:pt x="332" y="27"/>
                    <a:pt x="335" y="25"/>
                    <a:pt x="336" y="24"/>
                  </a:cubicBezTo>
                  <a:cubicBezTo>
                    <a:pt x="338" y="23"/>
                    <a:pt x="342" y="21"/>
                    <a:pt x="344" y="20"/>
                  </a:cubicBezTo>
                  <a:cubicBezTo>
                    <a:pt x="346" y="19"/>
                    <a:pt x="349" y="18"/>
                    <a:pt x="351" y="17"/>
                  </a:cubicBezTo>
                  <a:cubicBezTo>
                    <a:pt x="352" y="16"/>
                    <a:pt x="355" y="13"/>
                    <a:pt x="356" y="12"/>
                  </a:cubicBezTo>
                  <a:cubicBezTo>
                    <a:pt x="358" y="11"/>
                    <a:pt x="361" y="10"/>
                    <a:pt x="363" y="9"/>
                  </a:cubicBezTo>
                  <a:cubicBezTo>
                    <a:pt x="364" y="8"/>
                    <a:pt x="366" y="6"/>
                    <a:pt x="367" y="5"/>
                  </a:cubicBezTo>
                  <a:cubicBezTo>
                    <a:pt x="369" y="4"/>
                    <a:pt x="372" y="2"/>
                    <a:pt x="374" y="2"/>
                  </a:cubicBezTo>
                  <a:cubicBezTo>
                    <a:pt x="376" y="1"/>
                    <a:pt x="381" y="1"/>
                    <a:pt x="384" y="1"/>
                  </a:cubicBezTo>
                  <a:cubicBezTo>
                    <a:pt x="385" y="2"/>
                    <a:pt x="388" y="3"/>
                    <a:pt x="389" y="4"/>
                  </a:cubicBezTo>
                  <a:cubicBezTo>
                    <a:pt x="391" y="4"/>
                    <a:pt x="394" y="3"/>
                    <a:pt x="396" y="4"/>
                  </a:cubicBezTo>
                  <a:cubicBezTo>
                    <a:pt x="398" y="4"/>
                    <a:pt x="401" y="4"/>
                    <a:pt x="403" y="4"/>
                  </a:cubicBezTo>
                  <a:cubicBezTo>
                    <a:pt x="404" y="5"/>
                    <a:pt x="406" y="7"/>
                    <a:pt x="407" y="7"/>
                  </a:cubicBezTo>
                  <a:cubicBezTo>
                    <a:pt x="408" y="7"/>
                    <a:pt x="410" y="7"/>
                    <a:pt x="411" y="7"/>
                  </a:cubicBezTo>
                  <a:cubicBezTo>
                    <a:pt x="413" y="7"/>
                    <a:pt x="416" y="8"/>
                    <a:pt x="418" y="8"/>
                  </a:cubicBezTo>
                  <a:cubicBezTo>
                    <a:pt x="419" y="9"/>
                    <a:pt x="419" y="10"/>
                    <a:pt x="420" y="11"/>
                  </a:cubicBezTo>
                  <a:cubicBezTo>
                    <a:pt x="421" y="13"/>
                    <a:pt x="423" y="18"/>
                    <a:pt x="424" y="20"/>
                  </a:cubicBezTo>
                  <a:cubicBezTo>
                    <a:pt x="427" y="23"/>
                    <a:pt x="434" y="30"/>
                    <a:pt x="437" y="33"/>
                  </a:cubicBezTo>
                  <a:cubicBezTo>
                    <a:pt x="440" y="35"/>
                    <a:pt x="444" y="38"/>
                    <a:pt x="447" y="40"/>
                  </a:cubicBezTo>
                  <a:cubicBezTo>
                    <a:pt x="448" y="41"/>
                    <a:pt x="451" y="42"/>
                    <a:pt x="453" y="42"/>
                  </a:cubicBezTo>
                  <a:cubicBezTo>
                    <a:pt x="454" y="41"/>
                    <a:pt x="455" y="39"/>
                    <a:pt x="456" y="39"/>
                  </a:cubicBezTo>
                  <a:cubicBezTo>
                    <a:pt x="457" y="37"/>
                    <a:pt x="460" y="35"/>
                    <a:pt x="461" y="34"/>
                  </a:cubicBezTo>
                  <a:cubicBezTo>
                    <a:pt x="462" y="33"/>
                    <a:pt x="465" y="33"/>
                    <a:pt x="466" y="33"/>
                  </a:cubicBezTo>
                  <a:cubicBezTo>
                    <a:pt x="469" y="34"/>
                    <a:pt x="472" y="37"/>
                    <a:pt x="474" y="38"/>
                  </a:cubicBezTo>
                  <a:cubicBezTo>
                    <a:pt x="476" y="40"/>
                    <a:pt x="480" y="46"/>
                    <a:pt x="481" y="49"/>
                  </a:cubicBezTo>
                  <a:cubicBezTo>
                    <a:pt x="482" y="51"/>
                    <a:pt x="483" y="57"/>
                    <a:pt x="484" y="60"/>
                  </a:cubicBezTo>
                  <a:cubicBezTo>
                    <a:pt x="485" y="63"/>
                    <a:pt x="486" y="70"/>
                    <a:pt x="489" y="71"/>
                  </a:cubicBezTo>
                  <a:cubicBezTo>
                    <a:pt x="491" y="73"/>
                    <a:pt x="495" y="71"/>
                    <a:pt x="497" y="71"/>
                  </a:cubicBezTo>
                  <a:cubicBezTo>
                    <a:pt x="504" y="71"/>
                    <a:pt x="517" y="71"/>
                    <a:pt x="524" y="71"/>
                  </a:cubicBezTo>
                  <a:cubicBezTo>
                    <a:pt x="530" y="71"/>
                    <a:pt x="541" y="71"/>
                    <a:pt x="547" y="71"/>
                  </a:cubicBezTo>
                  <a:cubicBezTo>
                    <a:pt x="553" y="71"/>
                    <a:pt x="565" y="70"/>
                    <a:pt x="572" y="69"/>
                  </a:cubicBezTo>
                  <a:cubicBezTo>
                    <a:pt x="574" y="69"/>
                    <a:pt x="579" y="68"/>
                    <a:pt x="582" y="67"/>
                  </a:cubicBezTo>
                  <a:cubicBezTo>
                    <a:pt x="584" y="66"/>
                    <a:pt x="588" y="64"/>
                    <a:pt x="589" y="62"/>
                  </a:cubicBezTo>
                  <a:cubicBezTo>
                    <a:pt x="591" y="60"/>
                    <a:pt x="593" y="55"/>
                    <a:pt x="593" y="52"/>
                  </a:cubicBezTo>
                  <a:cubicBezTo>
                    <a:pt x="594" y="50"/>
                    <a:pt x="593" y="45"/>
                    <a:pt x="593" y="42"/>
                  </a:cubicBezTo>
                  <a:cubicBezTo>
                    <a:pt x="593" y="40"/>
                    <a:pt x="593" y="36"/>
                    <a:pt x="594" y="35"/>
                  </a:cubicBezTo>
                  <a:cubicBezTo>
                    <a:pt x="596" y="32"/>
                    <a:pt x="601" y="30"/>
                    <a:pt x="603" y="28"/>
                  </a:cubicBezTo>
                  <a:cubicBezTo>
                    <a:pt x="604" y="27"/>
                    <a:pt x="607" y="24"/>
                    <a:pt x="608" y="22"/>
                  </a:cubicBezTo>
                  <a:cubicBezTo>
                    <a:pt x="610" y="20"/>
                    <a:pt x="611" y="14"/>
                    <a:pt x="613" y="13"/>
                  </a:cubicBezTo>
                  <a:cubicBezTo>
                    <a:pt x="614" y="11"/>
                    <a:pt x="618" y="10"/>
                    <a:pt x="619" y="10"/>
                  </a:cubicBezTo>
                  <a:cubicBezTo>
                    <a:pt x="622" y="11"/>
                    <a:pt x="625" y="14"/>
                    <a:pt x="628" y="15"/>
                  </a:cubicBezTo>
                  <a:cubicBezTo>
                    <a:pt x="630" y="16"/>
                    <a:pt x="635" y="17"/>
                    <a:pt x="637" y="17"/>
                  </a:cubicBezTo>
                  <a:cubicBezTo>
                    <a:pt x="639" y="17"/>
                    <a:pt x="642" y="15"/>
                    <a:pt x="644" y="14"/>
                  </a:cubicBezTo>
                  <a:cubicBezTo>
                    <a:pt x="645" y="13"/>
                    <a:pt x="648" y="10"/>
                    <a:pt x="649" y="9"/>
                  </a:cubicBezTo>
                  <a:cubicBezTo>
                    <a:pt x="651" y="7"/>
                    <a:pt x="654" y="3"/>
                    <a:pt x="656" y="2"/>
                  </a:cubicBezTo>
                  <a:cubicBezTo>
                    <a:pt x="658" y="1"/>
                    <a:pt x="662" y="0"/>
                    <a:pt x="664" y="0"/>
                  </a:cubicBezTo>
                  <a:cubicBezTo>
                    <a:pt x="667" y="1"/>
                    <a:pt x="670" y="5"/>
                    <a:pt x="672" y="5"/>
                  </a:cubicBezTo>
                  <a:cubicBezTo>
                    <a:pt x="675" y="7"/>
                    <a:pt x="681" y="9"/>
                    <a:pt x="684" y="8"/>
                  </a:cubicBezTo>
                  <a:cubicBezTo>
                    <a:pt x="686" y="8"/>
                    <a:pt x="689" y="4"/>
                    <a:pt x="691" y="4"/>
                  </a:cubicBezTo>
                  <a:cubicBezTo>
                    <a:pt x="693" y="2"/>
                    <a:pt x="700" y="1"/>
                    <a:pt x="703" y="1"/>
                  </a:cubicBezTo>
                  <a:cubicBezTo>
                    <a:pt x="707" y="1"/>
                    <a:pt x="716" y="2"/>
                    <a:pt x="721" y="3"/>
                  </a:cubicBezTo>
                  <a:cubicBezTo>
                    <a:pt x="725" y="5"/>
                    <a:pt x="735" y="8"/>
                    <a:pt x="739" y="11"/>
                  </a:cubicBezTo>
                  <a:cubicBezTo>
                    <a:pt x="742" y="13"/>
                    <a:pt x="748" y="18"/>
                    <a:pt x="750" y="21"/>
                  </a:cubicBezTo>
                  <a:cubicBezTo>
                    <a:pt x="753" y="24"/>
                    <a:pt x="756" y="30"/>
                    <a:pt x="759" y="32"/>
                  </a:cubicBezTo>
                  <a:cubicBezTo>
                    <a:pt x="761" y="34"/>
                    <a:pt x="765" y="35"/>
                    <a:pt x="768" y="36"/>
                  </a:cubicBezTo>
                  <a:cubicBezTo>
                    <a:pt x="770" y="37"/>
                    <a:pt x="774" y="39"/>
                    <a:pt x="775" y="40"/>
                  </a:cubicBezTo>
                  <a:cubicBezTo>
                    <a:pt x="778" y="42"/>
                    <a:pt x="782" y="48"/>
                    <a:pt x="784" y="50"/>
                  </a:cubicBezTo>
                  <a:cubicBezTo>
                    <a:pt x="787" y="53"/>
                    <a:pt x="792" y="60"/>
                    <a:pt x="796" y="61"/>
                  </a:cubicBezTo>
                  <a:cubicBezTo>
                    <a:pt x="799" y="63"/>
                    <a:pt x="808" y="62"/>
                    <a:pt x="809" y="62"/>
                  </a:cubicBezTo>
                  <a:cubicBezTo>
                    <a:pt x="809" y="62"/>
                    <a:pt x="823" y="61"/>
                    <a:pt x="827" y="59"/>
                  </a:cubicBezTo>
                  <a:cubicBezTo>
                    <a:pt x="831" y="58"/>
                    <a:pt x="837" y="54"/>
                    <a:pt x="840" y="53"/>
                  </a:cubicBezTo>
                  <a:cubicBezTo>
                    <a:pt x="841" y="52"/>
                    <a:pt x="844" y="52"/>
                    <a:pt x="846" y="51"/>
                  </a:cubicBezTo>
                  <a:cubicBezTo>
                    <a:pt x="846" y="52"/>
                    <a:pt x="846" y="53"/>
                    <a:pt x="846" y="53"/>
                  </a:cubicBezTo>
                  <a:cubicBezTo>
                    <a:pt x="847" y="55"/>
                    <a:pt x="851" y="58"/>
                    <a:pt x="852" y="60"/>
                  </a:cubicBezTo>
                  <a:cubicBezTo>
                    <a:pt x="852" y="61"/>
                    <a:pt x="852" y="65"/>
                    <a:pt x="853" y="67"/>
                  </a:cubicBezTo>
                  <a:cubicBezTo>
                    <a:pt x="854" y="69"/>
                    <a:pt x="858" y="73"/>
                    <a:pt x="859" y="76"/>
                  </a:cubicBezTo>
                  <a:cubicBezTo>
                    <a:pt x="860" y="78"/>
                    <a:pt x="861" y="82"/>
                    <a:pt x="863" y="84"/>
                  </a:cubicBezTo>
                  <a:cubicBezTo>
                    <a:pt x="865" y="87"/>
                    <a:pt x="873" y="89"/>
                    <a:pt x="877" y="90"/>
                  </a:cubicBezTo>
                  <a:cubicBezTo>
                    <a:pt x="879" y="91"/>
                    <a:pt x="884" y="91"/>
                    <a:pt x="886" y="92"/>
                  </a:cubicBezTo>
                  <a:cubicBezTo>
                    <a:pt x="889" y="94"/>
                    <a:pt x="892" y="98"/>
                    <a:pt x="893" y="100"/>
                  </a:cubicBezTo>
                  <a:cubicBezTo>
                    <a:pt x="895" y="102"/>
                    <a:pt x="897" y="106"/>
                    <a:pt x="897" y="109"/>
                  </a:cubicBezTo>
                  <a:cubicBezTo>
                    <a:pt x="898" y="111"/>
                    <a:pt x="899" y="116"/>
                    <a:pt x="899" y="118"/>
                  </a:cubicBezTo>
                  <a:cubicBezTo>
                    <a:pt x="899" y="120"/>
                    <a:pt x="898" y="123"/>
                    <a:pt x="898" y="124"/>
                  </a:cubicBezTo>
                  <a:cubicBezTo>
                    <a:pt x="899" y="126"/>
                    <a:pt x="902" y="128"/>
                    <a:pt x="903" y="129"/>
                  </a:cubicBezTo>
                  <a:cubicBezTo>
                    <a:pt x="904" y="130"/>
                    <a:pt x="908" y="132"/>
                    <a:pt x="908" y="134"/>
                  </a:cubicBezTo>
                  <a:cubicBezTo>
                    <a:pt x="909" y="136"/>
                    <a:pt x="908" y="141"/>
                    <a:pt x="908" y="144"/>
                  </a:cubicBezTo>
                  <a:cubicBezTo>
                    <a:pt x="908" y="145"/>
                    <a:pt x="907" y="148"/>
                    <a:pt x="907" y="150"/>
                  </a:cubicBezTo>
                  <a:cubicBezTo>
                    <a:pt x="908" y="152"/>
                    <a:pt x="913" y="155"/>
                    <a:pt x="915" y="156"/>
                  </a:cubicBezTo>
                  <a:cubicBezTo>
                    <a:pt x="917" y="158"/>
                    <a:pt x="921" y="160"/>
                    <a:pt x="923" y="162"/>
                  </a:cubicBezTo>
                  <a:cubicBezTo>
                    <a:pt x="924" y="163"/>
                    <a:pt x="926" y="166"/>
                    <a:pt x="927" y="168"/>
                  </a:cubicBezTo>
                  <a:cubicBezTo>
                    <a:pt x="928" y="171"/>
                    <a:pt x="929" y="177"/>
                    <a:pt x="930" y="180"/>
                  </a:cubicBezTo>
                  <a:cubicBezTo>
                    <a:pt x="931" y="182"/>
                    <a:pt x="934" y="187"/>
                    <a:pt x="935" y="189"/>
                  </a:cubicBezTo>
                  <a:cubicBezTo>
                    <a:pt x="936" y="190"/>
                    <a:pt x="938" y="192"/>
                    <a:pt x="939" y="194"/>
                  </a:cubicBezTo>
                  <a:cubicBezTo>
                    <a:pt x="941" y="196"/>
                    <a:pt x="943" y="201"/>
                    <a:pt x="943" y="20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8"/>
            <p:cNvSpPr>
              <a:spLocks/>
            </p:cNvSpPr>
            <p:nvPr/>
          </p:nvSpPr>
          <p:spPr bwMode="auto">
            <a:xfrm>
              <a:off x="3486150" y="3357563"/>
              <a:ext cx="25400" cy="19050"/>
            </a:xfrm>
            <a:custGeom>
              <a:avLst/>
              <a:gdLst/>
              <a:ahLst/>
              <a:cxnLst>
                <a:cxn ang="0">
                  <a:pos x="18" y="2"/>
                </a:cxn>
                <a:cxn ang="0">
                  <a:pos x="17" y="8"/>
                </a:cxn>
                <a:cxn ang="0">
                  <a:pos x="14" y="11"/>
                </a:cxn>
                <a:cxn ang="0">
                  <a:pos x="7" y="11"/>
                </a:cxn>
                <a:cxn ang="0">
                  <a:pos x="1" y="10"/>
                </a:cxn>
                <a:cxn ang="0">
                  <a:pos x="1" y="5"/>
                </a:cxn>
                <a:cxn ang="0">
                  <a:pos x="4" y="2"/>
                </a:cxn>
                <a:cxn ang="0">
                  <a:pos x="8" y="0"/>
                </a:cxn>
                <a:cxn ang="0">
                  <a:pos x="14" y="0"/>
                </a:cxn>
                <a:cxn ang="0">
                  <a:pos x="18" y="2"/>
                </a:cxn>
              </a:cxnLst>
              <a:rect l="0" t="0" r="r" b="b"/>
              <a:pathLst>
                <a:path w="18" h="12">
                  <a:moveTo>
                    <a:pt x="18" y="2"/>
                  </a:moveTo>
                  <a:cubicBezTo>
                    <a:pt x="18" y="4"/>
                    <a:pt x="18" y="6"/>
                    <a:pt x="17" y="8"/>
                  </a:cubicBezTo>
                  <a:cubicBezTo>
                    <a:pt x="17" y="9"/>
                    <a:pt x="15" y="11"/>
                    <a:pt x="14" y="11"/>
                  </a:cubicBezTo>
                  <a:cubicBezTo>
                    <a:pt x="12" y="12"/>
                    <a:pt x="9" y="11"/>
                    <a:pt x="7" y="11"/>
                  </a:cubicBezTo>
                  <a:cubicBezTo>
                    <a:pt x="6" y="11"/>
                    <a:pt x="2" y="11"/>
                    <a:pt x="1" y="10"/>
                  </a:cubicBezTo>
                  <a:cubicBezTo>
                    <a:pt x="1" y="9"/>
                    <a:pt x="0" y="6"/>
                    <a:pt x="1" y="5"/>
                  </a:cubicBezTo>
                  <a:cubicBezTo>
                    <a:pt x="1" y="4"/>
                    <a:pt x="3" y="2"/>
                    <a:pt x="4" y="2"/>
                  </a:cubicBezTo>
                  <a:cubicBezTo>
                    <a:pt x="5" y="1"/>
                    <a:pt x="7" y="0"/>
                    <a:pt x="8" y="0"/>
                  </a:cubicBezTo>
                  <a:cubicBezTo>
                    <a:pt x="10" y="0"/>
                    <a:pt x="13" y="0"/>
                    <a:pt x="14" y="0"/>
                  </a:cubicBezTo>
                  <a:cubicBezTo>
                    <a:pt x="15" y="0"/>
                    <a:pt x="17" y="1"/>
                    <a:pt x="18"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9"/>
            <p:cNvSpPr>
              <a:spLocks/>
            </p:cNvSpPr>
            <p:nvPr/>
          </p:nvSpPr>
          <p:spPr bwMode="auto">
            <a:xfrm>
              <a:off x="3443288" y="3286126"/>
              <a:ext cx="390525" cy="225425"/>
            </a:xfrm>
            <a:custGeom>
              <a:avLst/>
              <a:gdLst/>
              <a:ahLst/>
              <a:cxnLst>
                <a:cxn ang="0">
                  <a:pos x="266" y="124"/>
                </a:cxn>
                <a:cxn ang="0">
                  <a:pos x="251" y="137"/>
                </a:cxn>
                <a:cxn ang="0">
                  <a:pos x="233" y="151"/>
                </a:cxn>
                <a:cxn ang="0">
                  <a:pos x="203" y="152"/>
                </a:cxn>
                <a:cxn ang="0">
                  <a:pos x="179" y="138"/>
                </a:cxn>
                <a:cxn ang="0">
                  <a:pos x="160" y="132"/>
                </a:cxn>
                <a:cxn ang="0">
                  <a:pos x="143" y="122"/>
                </a:cxn>
                <a:cxn ang="0">
                  <a:pos x="129" y="113"/>
                </a:cxn>
                <a:cxn ang="0">
                  <a:pos x="106" y="114"/>
                </a:cxn>
                <a:cxn ang="0">
                  <a:pos x="96" y="106"/>
                </a:cxn>
                <a:cxn ang="0">
                  <a:pos x="84" y="88"/>
                </a:cxn>
                <a:cxn ang="0">
                  <a:pos x="80" y="71"/>
                </a:cxn>
                <a:cxn ang="0">
                  <a:pos x="82" y="55"/>
                </a:cxn>
                <a:cxn ang="0">
                  <a:pos x="65" y="36"/>
                </a:cxn>
                <a:cxn ang="0">
                  <a:pos x="44" y="33"/>
                </a:cxn>
                <a:cxn ang="0">
                  <a:pos x="34" y="44"/>
                </a:cxn>
                <a:cxn ang="0">
                  <a:pos x="20" y="49"/>
                </a:cxn>
                <a:cxn ang="0">
                  <a:pos x="10" y="52"/>
                </a:cxn>
                <a:cxn ang="0">
                  <a:pos x="1" y="42"/>
                </a:cxn>
                <a:cxn ang="0">
                  <a:pos x="3" y="23"/>
                </a:cxn>
                <a:cxn ang="0">
                  <a:pos x="34" y="8"/>
                </a:cxn>
                <a:cxn ang="0">
                  <a:pos x="65" y="1"/>
                </a:cxn>
                <a:cxn ang="0">
                  <a:pos x="78" y="12"/>
                </a:cxn>
                <a:cxn ang="0">
                  <a:pos x="86" y="18"/>
                </a:cxn>
                <a:cxn ang="0">
                  <a:pos x="94" y="17"/>
                </a:cxn>
                <a:cxn ang="0">
                  <a:pos x="115" y="34"/>
                </a:cxn>
                <a:cxn ang="0">
                  <a:pos x="135" y="47"/>
                </a:cxn>
                <a:cxn ang="0">
                  <a:pos x="158" y="60"/>
                </a:cxn>
                <a:cxn ang="0">
                  <a:pos x="166" y="56"/>
                </a:cxn>
                <a:cxn ang="0">
                  <a:pos x="172" y="66"/>
                </a:cxn>
                <a:cxn ang="0">
                  <a:pos x="188" y="85"/>
                </a:cxn>
                <a:cxn ang="0">
                  <a:pos x="214" y="103"/>
                </a:cxn>
                <a:cxn ang="0">
                  <a:pos x="232" y="113"/>
                </a:cxn>
                <a:cxn ang="0">
                  <a:pos x="255" y="114"/>
                </a:cxn>
              </a:cxnLst>
              <a:rect l="0" t="0" r="r" b="b"/>
              <a:pathLst>
                <a:path w="267" h="154">
                  <a:moveTo>
                    <a:pt x="266" y="116"/>
                  </a:moveTo>
                  <a:cubicBezTo>
                    <a:pt x="267" y="118"/>
                    <a:pt x="266" y="123"/>
                    <a:pt x="266" y="124"/>
                  </a:cubicBezTo>
                  <a:cubicBezTo>
                    <a:pt x="265" y="126"/>
                    <a:pt x="260" y="128"/>
                    <a:pt x="258" y="130"/>
                  </a:cubicBezTo>
                  <a:cubicBezTo>
                    <a:pt x="256" y="131"/>
                    <a:pt x="253" y="135"/>
                    <a:pt x="251" y="137"/>
                  </a:cubicBezTo>
                  <a:cubicBezTo>
                    <a:pt x="250" y="139"/>
                    <a:pt x="246" y="144"/>
                    <a:pt x="244" y="145"/>
                  </a:cubicBezTo>
                  <a:cubicBezTo>
                    <a:pt x="242" y="147"/>
                    <a:pt x="236" y="150"/>
                    <a:pt x="233" y="151"/>
                  </a:cubicBezTo>
                  <a:cubicBezTo>
                    <a:pt x="229" y="152"/>
                    <a:pt x="222" y="153"/>
                    <a:pt x="219" y="153"/>
                  </a:cubicBezTo>
                  <a:cubicBezTo>
                    <a:pt x="215" y="154"/>
                    <a:pt x="207" y="153"/>
                    <a:pt x="203" y="152"/>
                  </a:cubicBezTo>
                  <a:cubicBezTo>
                    <a:pt x="200" y="151"/>
                    <a:pt x="194" y="148"/>
                    <a:pt x="191" y="146"/>
                  </a:cubicBezTo>
                  <a:cubicBezTo>
                    <a:pt x="188" y="144"/>
                    <a:pt x="182" y="140"/>
                    <a:pt x="179" y="138"/>
                  </a:cubicBezTo>
                  <a:cubicBezTo>
                    <a:pt x="178" y="137"/>
                    <a:pt x="176" y="135"/>
                    <a:pt x="175" y="134"/>
                  </a:cubicBezTo>
                  <a:cubicBezTo>
                    <a:pt x="171" y="133"/>
                    <a:pt x="164" y="132"/>
                    <a:pt x="160" y="132"/>
                  </a:cubicBezTo>
                  <a:cubicBezTo>
                    <a:pt x="157" y="131"/>
                    <a:pt x="151" y="132"/>
                    <a:pt x="149" y="130"/>
                  </a:cubicBezTo>
                  <a:cubicBezTo>
                    <a:pt x="146" y="129"/>
                    <a:pt x="144" y="124"/>
                    <a:pt x="143" y="122"/>
                  </a:cubicBezTo>
                  <a:cubicBezTo>
                    <a:pt x="142" y="120"/>
                    <a:pt x="140" y="116"/>
                    <a:pt x="138" y="115"/>
                  </a:cubicBezTo>
                  <a:cubicBezTo>
                    <a:pt x="136" y="114"/>
                    <a:pt x="131" y="113"/>
                    <a:pt x="129" y="113"/>
                  </a:cubicBezTo>
                  <a:cubicBezTo>
                    <a:pt x="126" y="113"/>
                    <a:pt x="121" y="115"/>
                    <a:pt x="118" y="115"/>
                  </a:cubicBezTo>
                  <a:cubicBezTo>
                    <a:pt x="115" y="115"/>
                    <a:pt x="109" y="115"/>
                    <a:pt x="106" y="114"/>
                  </a:cubicBezTo>
                  <a:cubicBezTo>
                    <a:pt x="105" y="114"/>
                    <a:pt x="102" y="112"/>
                    <a:pt x="101" y="111"/>
                  </a:cubicBezTo>
                  <a:cubicBezTo>
                    <a:pt x="100" y="110"/>
                    <a:pt x="97" y="108"/>
                    <a:pt x="96" y="106"/>
                  </a:cubicBezTo>
                  <a:cubicBezTo>
                    <a:pt x="93" y="103"/>
                    <a:pt x="93" y="94"/>
                    <a:pt x="91" y="91"/>
                  </a:cubicBezTo>
                  <a:cubicBezTo>
                    <a:pt x="89" y="90"/>
                    <a:pt x="85" y="90"/>
                    <a:pt x="84" y="88"/>
                  </a:cubicBezTo>
                  <a:cubicBezTo>
                    <a:pt x="82" y="87"/>
                    <a:pt x="80" y="82"/>
                    <a:pt x="80" y="80"/>
                  </a:cubicBezTo>
                  <a:cubicBezTo>
                    <a:pt x="79" y="78"/>
                    <a:pt x="79" y="73"/>
                    <a:pt x="80" y="71"/>
                  </a:cubicBezTo>
                  <a:cubicBezTo>
                    <a:pt x="80" y="69"/>
                    <a:pt x="82" y="66"/>
                    <a:pt x="83" y="65"/>
                  </a:cubicBezTo>
                  <a:cubicBezTo>
                    <a:pt x="83" y="62"/>
                    <a:pt x="83" y="57"/>
                    <a:pt x="82" y="55"/>
                  </a:cubicBezTo>
                  <a:cubicBezTo>
                    <a:pt x="81" y="52"/>
                    <a:pt x="77" y="46"/>
                    <a:pt x="75" y="44"/>
                  </a:cubicBezTo>
                  <a:cubicBezTo>
                    <a:pt x="73" y="42"/>
                    <a:pt x="68" y="37"/>
                    <a:pt x="65" y="36"/>
                  </a:cubicBezTo>
                  <a:cubicBezTo>
                    <a:pt x="63" y="35"/>
                    <a:pt x="58" y="33"/>
                    <a:pt x="56" y="33"/>
                  </a:cubicBezTo>
                  <a:cubicBezTo>
                    <a:pt x="53" y="33"/>
                    <a:pt x="46" y="32"/>
                    <a:pt x="44" y="33"/>
                  </a:cubicBezTo>
                  <a:cubicBezTo>
                    <a:pt x="42" y="34"/>
                    <a:pt x="40" y="38"/>
                    <a:pt x="39" y="39"/>
                  </a:cubicBezTo>
                  <a:cubicBezTo>
                    <a:pt x="38" y="40"/>
                    <a:pt x="36" y="43"/>
                    <a:pt x="34" y="44"/>
                  </a:cubicBezTo>
                  <a:cubicBezTo>
                    <a:pt x="32" y="45"/>
                    <a:pt x="27" y="44"/>
                    <a:pt x="25" y="45"/>
                  </a:cubicBezTo>
                  <a:cubicBezTo>
                    <a:pt x="23" y="45"/>
                    <a:pt x="21" y="48"/>
                    <a:pt x="20" y="49"/>
                  </a:cubicBezTo>
                  <a:cubicBezTo>
                    <a:pt x="18" y="50"/>
                    <a:pt x="14" y="51"/>
                    <a:pt x="13" y="51"/>
                  </a:cubicBezTo>
                  <a:cubicBezTo>
                    <a:pt x="12" y="51"/>
                    <a:pt x="11" y="52"/>
                    <a:pt x="10" y="52"/>
                  </a:cubicBezTo>
                  <a:cubicBezTo>
                    <a:pt x="9" y="52"/>
                    <a:pt x="7" y="50"/>
                    <a:pt x="6" y="49"/>
                  </a:cubicBezTo>
                  <a:cubicBezTo>
                    <a:pt x="4" y="48"/>
                    <a:pt x="2" y="44"/>
                    <a:pt x="1" y="42"/>
                  </a:cubicBezTo>
                  <a:cubicBezTo>
                    <a:pt x="1" y="40"/>
                    <a:pt x="0" y="36"/>
                    <a:pt x="0" y="34"/>
                  </a:cubicBezTo>
                  <a:cubicBezTo>
                    <a:pt x="0" y="31"/>
                    <a:pt x="1" y="26"/>
                    <a:pt x="3" y="23"/>
                  </a:cubicBezTo>
                  <a:cubicBezTo>
                    <a:pt x="5" y="21"/>
                    <a:pt x="13" y="18"/>
                    <a:pt x="16" y="17"/>
                  </a:cubicBezTo>
                  <a:cubicBezTo>
                    <a:pt x="21" y="15"/>
                    <a:pt x="30" y="10"/>
                    <a:pt x="34" y="8"/>
                  </a:cubicBezTo>
                  <a:cubicBezTo>
                    <a:pt x="38" y="7"/>
                    <a:pt x="47" y="4"/>
                    <a:pt x="51" y="3"/>
                  </a:cubicBezTo>
                  <a:cubicBezTo>
                    <a:pt x="54" y="3"/>
                    <a:pt x="61" y="0"/>
                    <a:pt x="65" y="1"/>
                  </a:cubicBezTo>
                  <a:cubicBezTo>
                    <a:pt x="67" y="1"/>
                    <a:pt x="71" y="4"/>
                    <a:pt x="73" y="5"/>
                  </a:cubicBezTo>
                  <a:cubicBezTo>
                    <a:pt x="74" y="7"/>
                    <a:pt x="77" y="10"/>
                    <a:pt x="78" y="12"/>
                  </a:cubicBezTo>
                  <a:cubicBezTo>
                    <a:pt x="79" y="13"/>
                    <a:pt x="81" y="16"/>
                    <a:pt x="82" y="17"/>
                  </a:cubicBezTo>
                  <a:cubicBezTo>
                    <a:pt x="83" y="18"/>
                    <a:pt x="85" y="18"/>
                    <a:pt x="86" y="18"/>
                  </a:cubicBezTo>
                  <a:cubicBezTo>
                    <a:pt x="87" y="17"/>
                    <a:pt x="89" y="16"/>
                    <a:pt x="90" y="16"/>
                  </a:cubicBezTo>
                  <a:cubicBezTo>
                    <a:pt x="91" y="16"/>
                    <a:pt x="93" y="16"/>
                    <a:pt x="94" y="17"/>
                  </a:cubicBezTo>
                  <a:cubicBezTo>
                    <a:pt x="96" y="18"/>
                    <a:pt x="98" y="24"/>
                    <a:pt x="100" y="25"/>
                  </a:cubicBezTo>
                  <a:cubicBezTo>
                    <a:pt x="103" y="28"/>
                    <a:pt x="111" y="32"/>
                    <a:pt x="115" y="34"/>
                  </a:cubicBezTo>
                  <a:cubicBezTo>
                    <a:pt x="117" y="36"/>
                    <a:pt x="123" y="39"/>
                    <a:pt x="125" y="40"/>
                  </a:cubicBezTo>
                  <a:cubicBezTo>
                    <a:pt x="128" y="42"/>
                    <a:pt x="132" y="46"/>
                    <a:pt x="135" y="47"/>
                  </a:cubicBezTo>
                  <a:cubicBezTo>
                    <a:pt x="138" y="49"/>
                    <a:pt x="143" y="54"/>
                    <a:pt x="147" y="55"/>
                  </a:cubicBezTo>
                  <a:cubicBezTo>
                    <a:pt x="149" y="57"/>
                    <a:pt x="155" y="59"/>
                    <a:pt x="158" y="60"/>
                  </a:cubicBezTo>
                  <a:cubicBezTo>
                    <a:pt x="159" y="60"/>
                    <a:pt x="161" y="60"/>
                    <a:pt x="163" y="59"/>
                  </a:cubicBezTo>
                  <a:cubicBezTo>
                    <a:pt x="164" y="59"/>
                    <a:pt x="165" y="56"/>
                    <a:pt x="166" y="56"/>
                  </a:cubicBezTo>
                  <a:cubicBezTo>
                    <a:pt x="167" y="56"/>
                    <a:pt x="167" y="59"/>
                    <a:pt x="168" y="60"/>
                  </a:cubicBezTo>
                  <a:cubicBezTo>
                    <a:pt x="169" y="62"/>
                    <a:pt x="171" y="64"/>
                    <a:pt x="172" y="66"/>
                  </a:cubicBezTo>
                  <a:cubicBezTo>
                    <a:pt x="174" y="69"/>
                    <a:pt x="176" y="75"/>
                    <a:pt x="178" y="77"/>
                  </a:cubicBezTo>
                  <a:cubicBezTo>
                    <a:pt x="180" y="80"/>
                    <a:pt x="186" y="83"/>
                    <a:pt x="188" y="85"/>
                  </a:cubicBezTo>
                  <a:cubicBezTo>
                    <a:pt x="191" y="87"/>
                    <a:pt x="195" y="92"/>
                    <a:pt x="198" y="94"/>
                  </a:cubicBezTo>
                  <a:cubicBezTo>
                    <a:pt x="202" y="96"/>
                    <a:pt x="210" y="100"/>
                    <a:pt x="214" y="103"/>
                  </a:cubicBezTo>
                  <a:cubicBezTo>
                    <a:pt x="216" y="105"/>
                    <a:pt x="220" y="110"/>
                    <a:pt x="222" y="111"/>
                  </a:cubicBezTo>
                  <a:cubicBezTo>
                    <a:pt x="224" y="112"/>
                    <a:pt x="230" y="113"/>
                    <a:pt x="232" y="113"/>
                  </a:cubicBezTo>
                  <a:cubicBezTo>
                    <a:pt x="235" y="114"/>
                    <a:pt x="242" y="113"/>
                    <a:pt x="246" y="113"/>
                  </a:cubicBezTo>
                  <a:cubicBezTo>
                    <a:pt x="248" y="113"/>
                    <a:pt x="252" y="114"/>
                    <a:pt x="255" y="114"/>
                  </a:cubicBezTo>
                  <a:cubicBezTo>
                    <a:pt x="257" y="114"/>
                    <a:pt x="264" y="114"/>
                    <a:pt x="266" y="1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20"/>
            <p:cNvSpPr>
              <a:spLocks/>
            </p:cNvSpPr>
            <p:nvPr/>
          </p:nvSpPr>
          <p:spPr bwMode="auto">
            <a:xfrm>
              <a:off x="3741738" y="3398838"/>
              <a:ext cx="61912" cy="33338"/>
            </a:xfrm>
            <a:custGeom>
              <a:avLst/>
              <a:gdLst/>
              <a:ahLst/>
              <a:cxnLst>
                <a:cxn ang="0">
                  <a:pos x="42" y="15"/>
                </a:cxn>
                <a:cxn ang="0">
                  <a:pos x="43" y="19"/>
                </a:cxn>
                <a:cxn ang="0">
                  <a:pos x="36" y="23"/>
                </a:cxn>
                <a:cxn ang="0">
                  <a:pos x="29" y="22"/>
                </a:cxn>
                <a:cxn ang="0">
                  <a:pos x="25" y="22"/>
                </a:cxn>
                <a:cxn ang="0">
                  <a:pos x="21" y="22"/>
                </a:cxn>
                <a:cxn ang="0">
                  <a:pos x="10" y="16"/>
                </a:cxn>
                <a:cxn ang="0">
                  <a:pos x="3" y="10"/>
                </a:cxn>
                <a:cxn ang="0">
                  <a:pos x="0" y="5"/>
                </a:cxn>
                <a:cxn ang="0">
                  <a:pos x="1" y="1"/>
                </a:cxn>
                <a:cxn ang="0">
                  <a:pos x="7" y="3"/>
                </a:cxn>
                <a:cxn ang="0">
                  <a:pos x="16" y="9"/>
                </a:cxn>
                <a:cxn ang="0">
                  <a:pos x="26" y="10"/>
                </a:cxn>
                <a:cxn ang="0">
                  <a:pos x="32" y="11"/>
                </a:cxn>
                <a:cxn ang="0">
                  <a:pos x="42" y="15"/>
                </a:cxn>
              </a:cxnLst>
              <a:rect l="0" t="0" r="r" b="b"/>
              <a:pathLst>
                <a:path w="43" h="23">
                  <a:moveTo>
                    <a:pt x="42" y="15"/>
                  </a:moveTo>
                  <a:cubicBezTo>
                    <a:pt x="43" y="16"/>
                    <a:pt x="43" y="18"/>
                    <a:pt x="43" y="19"/>
                  </a:cubicBezTo>
                  <a:cubicBezTo>
                    <a:pt x="42" y="21"/>
                    <a:pt x="38" y="22"/>
                    <a:pt x="36" y="23"/>
                  </a:cubicBezTo>
                  <a:cubicBezTo>
                    <a:pt x="34" y="23"/>
                    <a:pt x="31" y="22"/>
                    <a:pt x="29" y="22"/>
                  </a:cubicBezTo>
                  <a:cubicBezTo>
                    <a:pt x="28" y="22"/>
                    <a:pt x="26" y="22"/>
                    <a:pt x="25" y="22"/>
                  </a:cubicBezTo>
                  <a:cubicBezTo>
                    <a:pt x="24" y="22"/>
                    <a:pt x="22" y="22"/>
                    <a:pt x="21" y="22"/>
                  </a:cubicBezTo>
                  <a:cubicBezTo>
                    <a:pt x="18" y="21"/>
                    <a:pt x="13" y="18"/>
                    <a:pt x="10" y="16"/>
                  </a:cubicBezTo>
                  <a:cubicBezTo>
                    <a:pt x="8" y="15"/>
                    <a:pt x="5" y="12"/>
                    <a:pt x="3" y="10"/>
                  </a:cubicBezTo>
                  <a:cubicBezTo>
                    <a:pt x="2" y="9"/>
                    <a:pt x="1" y="7"/>
                    <a:pt x="0" y="5"/>
                  </a:cubicBezTo>
                  <a:cubicBezTo>
                    <a:pt x="0" y="4"/>
                    <a:pt x="0" y="2"/>
                    <a:pt x="1" y="1"/>
                  </a:cubicBezTo>
                  <a:cubicBezTo>
                    <a:pt x="3" y="0"/>
                    <a:pt x="6" y="2"/>
                    <a:pt x="7" y="3"/>
                  </a:cubicBezTo>
                  <a:cubicBezTo>
                    <a:pt x="9" y="4"/>
                    <a:pt x="13" y="8"/>
                    <a:pt x="16" y="9"/>
                  </a:cubicBezTo>
                  <a:cubicBezTo>
                    <a:pt x="18" y="10"/>
                    <a:pt x="23" y="9"/>
                    <a:pt x="26" y="10"/>
                  </a:cubicBezTo>
                  <a:cubicBezTo>
                    <a:pt x="28" y="10"/>
                    <a:pt x="31" y="11"/>
                    <a:pt x="32" y="11"/>
                  </a:cubicBezTo>
                  <a:cubicBezTo>
                    <a:pt x="35" y="12"/>
                    <a:pt x="40" y="13"/>
                    <a:pt x="42"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21"/>
            <p:cNvSpPr>
              <a:spLocks/>
            </p:cNvSpPr>
            <p:nvPr/>
          </p:nvSpPr>
          <p:spPr bwMode="auto">
            <a:xfrm>
              <a:off x="3563938" y="2724151"/>
              <a:ext cx="852487" cy="736600"/>
            </a:xfrm>
            <a:custGeom>
              <a:avLst/>
              <a:gdLst/>
              <a:ahLst/>
              <a:cxnLst>
                <a:cxn ang="0">
                  <a:pos x="565" y="333"/>
                </a:cxn>
                <a:cxn ang="0">
                  <a:pos x="546" y="373"/>
                </a:cxn>
                <a:cxn ang="0">
                  <a:pos x="496" y="408"/>
                </a:cxn>
                <a:cxn ang="0">
                  <a:pos x="475" y="409"/>
                </a:cxn>
                <a:cxn ang="0">
                  <a:pos x="442" y="414"/>
                </a:cxn>
                <a:cxn ang="0">
                  <a:pos x="410" y="432"/>
                </a:cxn>
                <a:cxn ang="0">
                  <a:pos x="378" y="436"/>
                </a:cxn>
                <a:cxn ang="0">
                  <a:pos x="366" y="452"/>
                </a:cxn>
                <a:cxn ang="0">
                  <a:pos x="342" y="469"/>
                </a:cxn>
                <a:cxn ang="0">
                  <a:pos x="329" y="472"/>
                </a:cxn>
                <a:cxn ang="0">
                  <a:pos x="314" y="472"/>
                </a:cxn>
                <a:cxn ang="0">
                  <a:pos x="246" y="503"/>
                </a:cxn>
                <a:cxn ang="0">
                  <a:pos x="188" y="487"/>
                </a:cxn>
                <a:cxn ang="0">
                  <a:pos x="112" y="448"/>
                </a:cxn>
                <a:cxn ang="0">
                  <a:pos x="74" y="413"/>
                </a:cxn>
                <a:cxn ang="0">
                  <a:pos x="42" y="402"/>
                </a:cxn>
                <a:cxn ang="0">
                  <a:pos x="18" y="394"/>
                </a:cxn>
                <a:cxn ang="0">
                  <a:pos x="16" y="368"/>
                </a:cxn>
                <a:cxn ang="0">
                  <a:pos x="4" y="324"/>
                </a:cxn>
                <a:cxn ang="0">
                  <a:pos x="9" y="277"/>
                </a:cxn>
                <a:cxn ang="0">
                  <a:pos x="26" y="286"/>
                </a:cxn>
                <a:cxn ang="0">
                  <a:pos x="21" y="308"/>
                </a:cxn>
                <a:cxn ang="0">
                  <a:pos x="38" y="304"/>
                </a:cxn>
                <a:cxn ang="0">
                  <a:pos x="52" y="300"/>
                </a:cxn>
                <a:cxn ang="0">
                  <a:pos x="64" y="312"/>
                </a:cxn>
                <a:cxn ang="0">
                  <a:pos x="74" y="309"/>
                </a:cxn>
                <a:cxn ang="0">
                  <a:pos x="106" y="344"/>
                </a:cxn>
                <a:cxn ang="0">
                  <a:pos x="108" y="332"/>
                </a:cxn>
                <a:cxn ang="0">
                  <a:pos x="152" y="351"/>
                </a:cxn>
                <a:cxn ang="0">
                  <a:pos x="92" y="313"/>
                </a:cxn>
                <a:cxn ang="0">
                  <a:pos x="42" y="269"/>
                </a:cxn>
                <a:cxn ang="0">
                  <a:pos x="93" y="220"/>
                </a:cxn>
                <a:cxn ang="0">
                  <a:pos x="197" y="86"/>
                </a:cxn>
                <a:cxn ang="0">
                  <a:pos x="261" y="11"/>
                </a:cxn>
                <a:cxn ang="0">
                  <a:pos x="296" y="26"/>
                </a:cxn>
                <a:cxn ang="0">
                  <a:pos x="281" y="65"/>
                </a:cxn>
                <a:cxn ang="0">
                  <a:pos x="261" y="92"/>
                </a:cxn>
                <a:cxn ang="0">
                  <a:pos x="266" y="107"/>
                </a:cxn>
                <a:cxn ang="0">
                  <a:pos x="290" y="91"/>
                </a:cxn>
                <a:cxn ang="0">
                  <a:pos x="336" y="77"/>
                </a:cxn>
                <a:cxn ang="0">
                  <a:pos x="364" y="93"/>
                </a:cxn>
                <a:cxn ang="0">
                  <a:pos x="403" y="113"/>
                </a:cxn>
                <a:cxn ang="0">
                  <a:pos x="423" y="161"/>
                </a:cxn>
                <a:cxn ang="0">
                  <a:pos x="396" y="159"/>
                </a:cxn>
                <a:cxn ang="0">
                  <a:pos x="420" y="189"/>
                </a:cxn>
                <a:cxn ang="0">
                  <a:pos x="460" y="188"/>
                </a:cxn>
                <a:cxn ang="0">
                  <a:pos x="436" y="212"/>
                </a:cxn>
                <a:cxn ang="0">
                  <a:pos x="422" y="247"/>
                </a:cxn>
                <a:cxn ang="0">
                  <a:pos x="406" y="279"/>
                </a:cxn>
                <a:cxn ang="0">
                  <a:pos x="447" y="310"/>
                </a:cxn>
                <a:cxn ang="0">
                  <a:pos x="484" y="288"/>
                </a:cxn>
                <a:cxn ang="0">
                  <a:pos x="520" y="280"/>
                </a:cxn>
                <a:cxn ang="0">
                  <a:pos x="565" y="283"/>
                </a:cxn>
              </a:cxnLst>
              <a:rect l="0" t="0" r="r" b="b"/>
              <a:pathLst>
                <a:path w="585" h="504">
                  <a:moveTo>
                    <a:pt x="582" y="295"/>
                  </a:moveTo>
                  <a:cubicBezTo>
                    <a:pt x="582" y="295"/>
                    <a:pt x="584" y="295"/>
                    <a:pt x="585" y="296"/>
                  </a:cubicBezTo>
                  <a:cubicBezTo>
                    <a:pt x="582" y="297"/>
                    <a:pt x="579" y="301"/>
                    <a:pt x="578" y="303"/>
                  </a:cubicBezTo>
                  <a:cubicBezTo>
                    <a:pt x="575" y="307"/>
                    <a:pt x="573" y="317"/>
                    <a:pt x="571" y="321"/>
                  </a:cubicBezTo>
                  <a:cubicBezTo>
                    <a:pt x="570" y="325"/>
                    <a:pt x="567" y="331"/>
                    <a:pt x="565" y="333"/>
                  </a:cubicBezTo>
                  <a:cubicBezTo>
                    <a:pt x="563" y="337"/>
                    <a:pt x="557" y="344"/>
                    <a:pt x="554" y="348"/>
                  </a:cubicBezTo>
                  <a:cubicBezTo>
                    <a:pt x="553" y="349"/>
                    <a:pt x="550" y="353"/>
                    <a:pt x="550" y="355"/>
                  </a:cubicBezTo>
                  <a:cubicBezTo>
                    <a:pt x="550" y="356"/>
                    <a:pt x="553" y="358"/>
                    <a:pt x="554" y="360"/>
                  </a:cubicBezTo>
                  <a:cubicBezTo>
                    <a:pt x="554" y="361"/>
                    <a:pt x="555" y="365"/>
                    <a:pt x="554" y="366"/>
                  </a:cubicBezTo>
                  <a:cubicBezTo>
                    <a:pt x="553" y="369"/>
                    <a:pt x="548" y="371"/>
                    <a:pt x="546" y="373"/>
                  </a:cubicBezTo>
                  <a:cubicBezTo>
                    <a:pt x="541" y="375"/>
                    <a:pt x="531" y="379"/>
                    <a:pt x="527" y="381"/>
                  </a:cubicBezTo>
                  <a:cubicBezTo>
                    <a:pt x="523" y="382"/>
                    <a:pt x="515" y="383"/>
                    <a:pt x="512" y="385"/>
                  </a:cubicBezTo>
                  <a:cubicBezTo>
                    <a:pt x="508" y="387"/>
                    <a:pt x="502" y="392"/>
                    <a:pt x="500" y="395"/>
                  </a:cubicBezTo>
                  <a:cubicBezTo>
                    <a:pt x="499" y="396"/>
                    <a:pt x="498" y="398"/>
                    <a:pt x="498" y="399"/>
                  </a:cubicBezTo>
                  <a:cubicBezTo>
                    <a:pt x="497" y="401"/>
                    <a:pt x="496" y="406"/>
                    <a:pt x="496" y="408"/>
                  </a:cubicBezTo>
                  <a:cubicBezTo>
                    <a:pt x="496" y="409"/>
                    <a:pt x="496" y="411"/>
                    <a:pt x="497" y="413"/>
                  </a:cubicBezTo>
                  <a:cubicBezTo>
                    <a:pt x="495" y="413"/>
                    <a:pt x="492" y="412"/>
                    <a:pt x="490" y="412"/>
                  </a:cubicBezTo>
                  <a:cubicBezTo>
                    <a:pt x="489" y="412"/>
                    <a:pt x="487" y="412"/>
                    <a:pt x="486" y="412"/>
                  </a:cubicBezTo>
                  <a:cubicBezTo>
                    <a:pt x="485" y="412"/>
                    <a:pt x="483" y="410"/>
                    <a:pt x="482" y="409"/>
                  </a:cubicBezTo>
                  <a:cubicBezTo>
                    <a:pt x="480" y="409"/>
                    <a:pt x="477" y="409"/>
                    <a:pt x="475" y="409"/>
                  </a:cubicBezTo>
                  <a:cubicBezTo>
                    <a:pt x="473" y="408"/>
                    <a:pt x="470" y="409"/>
                    <a:pt x="468" y="409"/>
                  </a:cubicBezTo>
                  <a:cubicBezTo>
                    <a:pt x="467" y="408"/>
                    <a:pt x="464" y="407"/>
                    <a:pt x="463" y="406"/>
                  </a:cubicBezTo>
                  <a:cubicBezTo>
                    <a:pt x="460" y="406"/>
                    <a:pt x="455" y="406"/>
                    <a:pt x="453" y="407"/>
                  </a:cubicBezTo>
                  <a:cubicBezTo>
                    <a:pt x="451" y="407"/>
                    <a:pt x="448" y="409"/>
                    <a:pt x="446" y="410"/>
                  </a:cubicBezTo>
                  <a:cubicBezTo>
                    <a:pt x="445" y="411"/>
                    <a:pt x="443" y="413"/>
                    <a:pt x="442" y="414"/>
                  </a:cubicBezTo>
                  <a:cubicBezTo>
                    <a:pt x="440" y="415"/>
                    <a:pt x="437" y="416"/>
                    <a:pt x="435" y="417"/>
                  </a:cubicBezTo>
                  <a:cubicBezTo>
                    <a:pt x="434" y="418"/>
                    <a:pt x="431" y="421"/>
                    <a:pt x="430" y="422"/>
                  </a:cubicBezTo>
                  <a:cubicBezTo>
                    <a:pt x="428" y="423"/>
                    <a:pt x="425" y="424"/>
                    <a:pt x="423" y="425"/>
                  </a:cubicBezTo>
                  <a:cubicBezTo>
                    <a:pt x="421" y="426"/>
                    <a:pt x="417" y="428"/>
                    <a:pt x="415" y="429"/>
                  </a:cubicBezTo>
                  <a:cubicBezTo>
                    <a:pt x="414" y="430"/>
                    <a:pt x="411" y="432"/>
                    <a:pt x="410" y="432"/>
                  </a:cubicBezTo>
                  <a:cubicBezTo>
                    <a:pt x="407" y="433"/>
                    <a:pt x="402" y="431"/>
                    <a:pt x="399" y="431"/>
                  </a:cubicBezTo>
                  <a:cubicBezTo>
                    <a:pt x="398" y="430"/>
                    <a:pt x="395" y="429"/>
                    <a:pt x="393" y="429"/>
                  </a:cubicBezTo>
                  <a:cubicBezTo>
                    <a:pt x="391" y="429"/>
                    <a:pt x="388" y="432"/>
                    <a:pt x="386" y="433"/>
                  </a:cubicBezTo>
                  <a:cubicBezTo>
                    <a:pt x="385" y="433"/>
                    <a:pt x="381" y="433"/>
                    <a:pt x="380" y="433"/>
                  </a:cubicBezTo>
                  <a:cubicBezTo>
                    <a:pt x="379" y="434"/>
                    <a:pt x="378" y="435"/>
                    <a:pt x="378" y="436"/>
                  </a:cubicBezTo>
                  <a:cubicBezTo>
                    <a:pt x="377" y="437"/>
                    <a:pt x="375" y="439"/>
                    <a:pt x="374" y="440"/>
                  </a:cubicBezTo>
                  <a:cubicBezTo>
                    <a:pt x="374" y="440"/>
                    <a:pt x="372" y="440"/>
                    <a:pt x="371" y="441"/>
                  </a:cubicBezTo>
                  <a:cubicBezTo>
                    <a:pt x="370" y="442"/>
                    <a:pt x="369" y="444"/>
                    <a:pt x="368" y="446"/>
                  </a:cubicBezTo>
                  <a:cubicBezTo>
                    <a:pt x="368" y="447"/>
                    <a:pt x="368" y="450"/>
                    <a:pt x="367" y="451"/>
                  </a:cubicBezTo>
                  <a:cubicBezTo>
                    <a:pt x="367" y="451"/>
                    <a:pt x="366" y="452"/>
                    <a:pt x="366" y="452"/>
                  </a:cubicBezTo>
                  <a:cubicBezTo>
                    <a:pt x="366" y="452"/>
                    <a:pt x="366" y="452"/>
                    <a:pt x="366" y="452"/>
                  </a:cubicBezTo>
                  <a:cubicBezTo>
                    <a:pt x="364" y="452"/>
                    <a:pt x="362" y="455"/>
                    <a:pt x="361" y="456"/>
                  </a:cubicBezTo>
                  <a:cubicBezTo>
                    <a:pt x="359" y="458"/>
                    <a:pt x="357" y="461"/>
                    <a:pt x="355" y="462"/>
                  </a:cubicBezTo>
                  <a:cubicBezTo>
                    <a:pt x="354" y="463"/>
                    <a:pt x="350" y="465"/>
                    <a:pt x="349" y="466"/>
                  </a:cubicBezTo>
                  <a:cubicBezTo>
                    <a:pt x="347" y="467"/>
                    <a:pt x="344" y="468"/>
                    <a:pt x="342" y="469"/>
                  </a:cubicBezTo>
                  <a:cubicBezTo>
                    <a:pt x="341" y="470"/>
                    <a:pt x="338" y="474"/>
                    <a:pt x="337" y="476"/>
                  </a:cubicBezTo>
                  <a:cubicBezTo>
                    <a:pt x="336" y="477"/>
                    <a:pt x="333" y="480"/>
                    <a:pt x="332" y="481"/>
                  </a:cubicBezTo>
                  <a:cubicBezTo>
                    <a:pt x="330" y="481"/>
                    <a:pt x="326" y="480"/>
                    <a:pt x="325" y="479"/>
                  </a:cubicBezTo>
                  <a:cubicBezTo>
                    <a:pt x="324" y="477"/>
                    <a:pt x="324" y="474"/>
                    <a:pt x="325" y="473"/>
                  </a:cubicBezTo>
                  <a:cubicBezTo>
                    <a:pt x="326" y="472"/>
                    <a:pt x="328" y="472"/>
                    <a:pt x="329" y="472"/>
                  </a:cubicBezTo>
                  <a:cubicBezTo>
                    <a:pt x="330" y="471"/>
                    <a:pt x="330" y="468"/>
                    <a:pt x="330" y="466"/>
                  </a:cubicBezTo>
                  <a:cubicBezTo>
                    <a:pt x="330" y="465"/>
                    <a:pt x="329" y="462"/>
                    <a:pt x="328" y="461"/>
                  </a:cubicBezTo>
                  <a:cubicBezTo>
                    <a:pt x="327" y="461"/>
                    <a:pt x="325" y="460"/>
                    <a:pt x="323" y="461"/>
                  </a:cubicBezTo>
                  <a:cubicBezTo>
                    <a:pt x="322" y="461"/>
                    <a:pt x="320" y="465"/>
                    <a:pt x="319" y="466"/>
                  </a:cubicBezTo>
                  <a:cubicBezTo>
                    <a:pt x="318" y="467"/>
                    <a:pt x="316" y="471"/>
                    <a:pt x="314" y="472"/>
                  </a:cubicBezTo>
                  <a:cubicBezTo>
                    <a:pt x="312" y="474"/>
                    <a:pt x="307" y="476"/>
                    <a:pt x="305" y="478"/>
                  </a:cubicBezTo>
                  <a:cubicBezTo>
                    <a:pt x="301" y="480"/>
                    <a:pt x="294" y="487"/>
                    <a:pt x="291" y="490"/>
                  </a:cubicBezTo>
                  <a:cubicBezTo>
                    <a:pt x="287" y="493"/>
                    <a:pt x="279" y="499"/>
                    <a:pt x="275" y="500"/>
                  </a:cubicBezTo>
                  <a:cubicBezTo>
                    <a:pt x="271" y="502"/>
                    <a:pt x="263" y="504"/>
                    <a:pt x="259" y="504"/>
                  </a:cubicBezTo>
                  <a:cubicBezTo>
                    <a:pt x="256" y="504"/>
                    <a:pt x="249" y="504"/>
                    <a:pt x="246" y="503"/>
                  </a:cubicBezTo>
                  <a:cubicBezTo>
                    <a:pt x="244" y="503"/>
                    <a:pt x="239" y="503"/>
                    <a:pt x="237" y="502"/>
                  </a:cubicBezTo>
                  <a:cubicBezTo>
                    <a:pt x="235" y="501"/>
                    <a:pt x="232" y="498"/>
                    <a:pt x="230" y="497"/>
                  </a:cubicBezTo>
                  <a:cubicBezTo>
                    <a:pt x="227" y="495"/>
                    <a:pt x="221" y="493"/>
                    <a:pt x="218" y="492"/>
                  </a:cubicBezTo>
                  <a:cubicBezTo>
                    <a:pt x="213" y="491"/>
                    <a:pt x="203" y="491"/>
                    <a:pt x="199" y="490"/>
                  </a:cubicBezTo>
                  <a:cubicBezTo>
                    <a:pt x="196" y="489"/>
                    <a:pt x="191" y="488"/>
                    <a:pt x="188" y="487"/>
                  </a:cubicBezTo>
                  <a:cubicBezTo>
                    <a:pt x="184" y="485"/>
                    <a:pt x="179" y="479"/>
                    <a:pt x="175" y="477"/>
                  </a:cubicBezTo>
                  <a:cubicBezTo>
                    <a:pt x="171" y="474"/>
                    <a:pt x="160" y="470"/>
                    <a:pt x="156" y="468"/>
                  </a:cubicBezTo>
                  <a:cubicBezTo>
                    <a:pt x="152" y="466"/>
                    <a:pt x="145" y="463"/>
                    <a:pt x="141" y="461"/>
                  </a:cubicBezTo>
                  <a:cubicBezTo>
                    <a:pt x="137" y="459"/>
                    <a:pt x="127" y="457"/>
                    <a:pt x="123" y="455"/>
                  </a:cubicBezTo>
                  <a:cubicBezTo>
                    <a:pt x="120" y="453"/>
                    <a:pt x="114" y="451"/>
                    <a:pt x="112" y="448"/>
                  </a:cubicBezTo>
                  <a:cubicBezTo>
                    <a:pt x="109" y="446"/>
                    <a:pt x="108" y="439"/>
                    <a:pt x="106" y="436"/>
                  </a:cubicBezTo>
                  <a:cubicBezTo>
                    <a:pt x="104" y="433"/>
                    <a:pt x="101" y="429"/>
                    <a:pt x="99" y="427"/>
                  </a:cubicBezTo>
                  <a:cubicBezTo>
                    <a:pt x="97" y="426"/>
                    <a:pt x="92" y="428"/>
                    <a:pt x="89" y="427"/>
                  </a:cubicBezTo>
                  <a:cubicBezTo>
                    <a:pt x="87" y="426"/>
                    <a:pt x="83" y="423"/>
                    <a:pt x="81" y="421"/>
                  </a:cubicBezTo>
                  <a:cubicBezTo>
                    <a:pt x="79" y="420"/>
                    <a:pt x="76" y="415"/>
                    <a:pt x="74" y="413"/>
                  </a:cubicBezTo>
                  <a:cubicBezTo>
                    <a:pt x="72" y="412"/>
                    <a:pt x="69" y="409"/>
                    <a:pt x="67" y="409"/>
                  </a:cubicBezTo>
                  <a:cubicBezTo>
                    <a:pt x="66" y="408"/>
                    <a:pt x="63" y="406"/>
                    <a:pt x="61" y="406"/>
                  </a:cubicBezTo>
                  <a:cubicBezTo>
                    <a:pt x="59" y="406"/>
                    <a:pt x="55" y="408"/>
                    <a:pt x="53" y="408"/>
                  </a:cubicBezTo>
                  <a:cubicBezTo>
                    <a:pt x="52" y="408"/>
                    <a:pt x="49" y="407"/>
                    <a:pt x="47" y="406"/>
                  </a:cubicBezTo>
                  <a:cubicBezTo>
                    <a:pt x="46" y="405"/>
                    <a:pt x="44" y="403"/>
                    <a:pt x="42" y="402"/>
                  </a:cubicBezTo>
                  <a:cubicBezTo>
                    <a:pt x="41" y="402"/>
                    <a:pt x="38" y="401"/>
                    <a:pt x="37" y="401"/>
                  </a:cubicBezTo>
                  <a:cubicBezTo>
                    <a:pt x="36" y="400"/>
                    <a:pt x="34" y="398"/>
                    <a:pt x="33" y="397"/>
                  </a:cubicBezTo>
                  <a:cubicBezTo>
                    <a:pt x="32" y="396"/>
                    <a:pt x="31" y="394"/>
                    <a:pt x="30" y="393"/>
                  </a:cubicBezTo>
                  <a:cubicBezTo>
                    <a:pt x="29" y="392"/>
                    <a:pt x="25" y="392"/>
                    <a:pt x="24" y="392"/>
                  </a:cubicBezTo>
                  <a:cubicBezTo>
                    <a:pt x="22" y="392"/>
                    <a:pt x="19" y="395"/>
                    <a:pt x="18" y="394"/>
                  </a:cubicBezTo>
                  <a:cubicBezTo>
                    <a:pt x="16" y="393"/>
                    <a:pt x="15" y="390"/>
                    <a:pt x="15" y="389"/>
                  </a:cubicBezTo>
                  <a:cubicBezTo>
                    <a:pt x="16" y="387"/>
                    <a:pt x="20" y="387"/>
                    <a:pt x="20" y="386"/>
                  </a:cubicBezTo>
                  <a:cubicBezTo>
                    <a:pt x="21" y="385"/>
                    <a:pt x="22" y="382"/>
                    <a:pt x="22" y="380"/>
                  </a:cubicBezTo>
                  <a:cubicBezTo>
                    <a:pt x="22" y="378"/>
                    <a:pt x="23" y="372"/>
                    <a:pt x="22" y="370"/>
                  </a:cubicBezTo>
                  <a:cubicBezTo>
                    <a:pt x="21" y="369"/>
                    <a:pt x="17" y="369"/>
                    <a:pt x="16" y="368"/>
                  </a:cubicBezTo>
                  <a:cubicBezTo>
                    <a:pt x="13" y="366"/>
                    <a:pt x="10" y="359"/>
                    <a:pt x="8" y="355"/>
                  </a:cubicBezTo>
                  <a:cubicBezTo>
                    <a:pt x="8" y="353"/>
                    <a:pt x="7" y="349"/>
                    <a:pt x="8" y="347"/>
                  </a:cubicBezTo>
                  <a:cubicBezTo>
                    <a:pt x="8" y="345"/>
                    <a:pt x="11" y="341"/>
                    <a:pt x="12" y="338"/>
                  </a:cubicBezTo>
                  <a:cubicBezTo>
                    <a:pt x="13" y="336"/>
                    <a:pt x="16" y="331"/>
                    <a:pt x="15" y="328"/>
                  </a:cubicBezTo>
                  <a:cubicBezTo>
                    <a:pt x="13" y="326"/>
                    <a:pt x="6" y="326"/>
                    <a:pt x="4" y="324"/>
                  </a:cubicBezTo>
                  <a:cubicBezTo>
                    <a:pt x="3" y="322"/>
                    <a:pt x="5" y="318"/>
                    <a:pt x="4" y="316"/>
                  </a:cubicBezTo>
                  <a:cubicBezTo>
                    <a:pt x="4" y="313"/>
                    <a:pt x="4" y="307"/>
                    <a:pt x="3" y="304"/>
                  </a:cubicBezTo>
                  <a:cubicBezTo>
                    <a:pt x="2" y="302"/>
                    <a:pt x="0" y="298"/>
                    <a:pt x="0" y="296"/>
                  </a:cubicBezTo>
                  <a:cubicBezTo>
                    <a:pt x="0" y="293"/>
                    <a:pt x="2" y="287"/>
                    <a:pt x="4" y="284"/>
                  </a:cubicBezTo>
                  <a:cubicBezTo>
                    <a:pt x="5" y="282"/>
                    <a:pt x="7" y="278"/>
                    <a:pt x="9" y="277"/>
                  </a:cubicBezTo>
                  <a:cubicBezTo>
                    <a:pt x="11" y="275"/>
                    <a:pt x="15" y="273"/>
                    <a:pt x="18" y="273"/>
                  </a:cubicBezTo>
                  <a:cubicBezTo>
                    <a:pt x="21" y="274"/>
                    <a:pt x="26" y="276"/>
                    <a:pt x="28" y="278"/>
                  </a:cubicBezTo>
                  <a:cubicBezTo>
                    <a:pt x="29" y="279"/>
                    <a:pt x="31" y="280"/>
                    <a:pt x="32" y="282"/>
                  </a:cubicBezTo>
                  <a:cubicBezTo>
                    <a:pt x="32" y="283"/>
                    <a:pt x="31" y="285"/>
                    <a:pt x="30" y="286"/>
                  </a:cubicBezTo>
                  <a:cubicBezTo>
                    <a:pt x="30" y="287"/>
                    <a:pt x="27" y="286"/>
                    <a:pt x="26" y="286"/>
                  </a:cubicBezTo>
                  <a:cubicBezTo>
                    <a:pt x="26" y="286"/>
                    <a:pt x="25" y="287"/>
                    <a:pt x="25" y="288"/>
                  </a:cubicBezTo>
                  <a:cubicBezTo>
                    <a:pt x="24" y="290"/>
                    <a:pt x="25" y="293"/>
                    <a:pt x="25" y="295"/>
                  </a:cubicBezTo>
                  <a:cubicBezTo>
                    <a:pt x="26" y="296"/>
                    <a:pt x="28" y="298"/>
                    <a:pt x="28" y="299"/>
                  </a:cubicBezTo>
                  <a:cubicBezTo>
                    <a:pt x="28" y="301"/>
                    <a:pt x="26" y="303"/>
                    <a:pt x="25" y="304"/>
                  </a:cubicBezTo>
                  <a:cubicBezTo>
                    <a:pt x="24" y="305"/>
                    <a:pt x="22" y="307"/>
                    <a:pt x="21" y="308"/>
                  </a:cubicBezTo>
                  <a:cubicBezTo>
                    <a:pt x="21" y="309"/>
                    <a:pt x="21" y="311"/>
                    <a:pt x="21" y="312"/>
                  </a:cubicBezTo>
                  <a:cubicBezTo>
                    <a:pt x="23" y="313"/>
                    <a:pt x="27" y="312"/>
                    <a:pt x="29" y="312"/>
                  </a:cubicBezTo>
                  <a:cubicBezTo>
                    <a:pt x="30" y="313"/>
                    <a:pt x="33" y="314"/>
                    <a:pt x="34" y="314"/>
                  </a:cubicBezTo>
                  <a:cubicBezTo>
                    <a:pt x="35" y="314"/>
                    <a:pt x="37" y="312"/>
                    <a:pt x="37" y="311"/>
                  </a:cubicBezTo>
                  <a:cubicBezTo>
                    <a:pt x="38" y="309"/>
                    <a:pt x="38" y="306"/>
                    <a:pt x="38" y="304"/>
                  </a:cubicBezTo>
                  <a:cubicBezTo>
                    <a:pt x="38" y="302"/>
                    <a:pt x="36" y="300"/>
                    <a:pt x="36" y="299"/>
                  </a:cubicBezTo>
                  <a:cubicBezTo>
                    <a:pt x="36" y="297"/>
                    <a:pt x="38" y="293"/>
                    <a:pt x="39" y="291"/>
                  </a:cubicBezTo>
                  <a:cubicBezTo>
                    <a:pt x="39" y="290"/>
                    <a:pt x="41" y="289"/>
                    <a:pt x="42" y="289"/>
                  </a:cubicBezTo>
                  <a:cubicBezTo>
                    <a:pt x="44" y="289"/>
                    <a:pt x="47" y="292"/>
                    <a:pt x="49" y="293"/>
                  </a:cubicBezTo>
                  <a:cubicBezTo>
                    <a:pt x="50" y="295"/>
                    <a:pt x="51" y="298"/>
                    <a:pt x="52" y="300"/>
                  </a:cubicBezTo>
                  <a:cubicBezTo>
                    <a:pt x="52" y="302"/>
                    <a:pt x="53" y="306"/>
                    <a:pt x="53" y="307"/>
                  </a:cubicBezTo>
                  <a:cubicBezTo>
                    <a:pt x="53" y="309"/>
                    <a:pt x="52" y="313"/>
                    <a:pt x="52" y="315"/>
                  </a:cubicBezTo>
                  <a:cubicBezTo>
                    <a:pt x="53" y="316"/>
                    <a:pt x="56" y="318"/>
                    <a:pt x="57" y="319"/>
                  </a:cubicBezTo>
                  <a:cubicBezTo>
                    <a:pt x="59" y="319"/>
                    <a:pt x="62" y="318"/>
                    <a:pt x="63" y="317"/>
                  </a:cubicBezTo>
                  <a:cubicBezTo>
                    <a:pt x="64" y="316"/>
                    <a:pt x="64" y="313"/>
                    <a:pt x="64" y="312"/>
                  </a:cubicBezTo>
                  <a:cubicBezTo>
                    <a:pt x="63" y="311"/>
                    <a:pt x="61" y="310"/>
                    <a:pt x="61" y="309"/>
                  </a:cubicBezTo>
                  <a:cubicBezTo>
                    <a:pt x="60" y="308"/>
                    <a:pt x="59" y="304"/>
                    <a:pt x="60" y="303"/>
                  </a:cubicBezTo>
                  <a:cubicBezTo>
                    <a:pt x="61" y="302"/>
                    <a:pt x="63" y="302"/>
                    <a:pt x="64" y="303"/>
                  </a:cubicBezTo>
                  <a:cubicBezTo>
                    <a:pt x="65" y="303"/>
                    <a:pt x="67" y="304"/>
                    <a:pt x="68" y="304"/>
                  </a:cubicBezTo>
                  <a:cubicBezTo>
                    <a:pt x="70" y="305"/>
                    <a:pt x="73" y="308"/>
                    <a:pt x="74" y="309"/>
                  </a:cubicBezTo>
                  <a:cubicBezTo>
                    <a:pt x="75" y="311"/>
                    <a:pt x="77" y="314"/>
                    <a:pt x="78" y="316"/>
                  </a:cubicBezTo>
                  <a:cubicBezTo>
                    <a:pt x="80" y="318"/>
                    <a:pt x="85" y="321"/>
                    <a:pt x="87" y="324"/>
                  </a:cubicBezTo>
                  <a:cubicBezTo>
                    <a:pt x="89" y="326"/>
                    <a:pt x="94" y="331"/>
                    <a:pt x="96" y="334"/>
                  </a:cubicBezTo>
                  <a:cubicBezTo>
                    <a:pt x="97" y="336"/>
                    <a:pt x="99" y="341"/>
                    <a:pt x="101" y="342"/>
                  </a:cubicBezTo>
                  <a:cubicBezTo>
                    <a:pt x="102" y="343"/>
                    <a:pt x="105" y="345"/>
                    <a:pt x="106" y="344"/>
                  </a:cubicBezTo>
                  <a:cubicBezTo>
                    <a:pt x="107" y="344"/>
                    <a:pt x="108" y="341"/>
                    <a:pt x="108" y="341"/>
                  </a:cubicBezTo>
                  <a:cubicBezTo>
                    <a:pt x="107" y="339"/>
                    <a:pt x="104" y="338"/>
                    <a:pt x="103" y="337"/>
                  </a:cubicBezTo>
                  <a:cubicBezTo>
                    <a:pt x="102" y="336"/>
                    <a:pt x="100" y="334"/>
                    <a:pt x="100" y="332"/>
                  </a:cubicBezTo>
                  <a:cubicBezTo>
                    <a:pt x="100" y="331"/>
                    <a:pt x="101" y="329"/>
                    <a:pt x="102" y="329"/>
                  </a:cubicBezTo>
                  <a:cubicBezTo>
                    <a:pt x="104" y="329"/>
                    <a:pt x="106" y="331"/>
                    <a:pt x="108" y="332"/>
                  </a:cubicBezTo>
                  <a:cubicBezTo>
                    <a:pt x="110" y="334"/>
                    <a:pt x="113" y="337"/>
                    <a:pt x="115" y="339"/>
                  </a:cubicBezTo>
                  <a:cubicBezTo>
                    <a:pt x="117" y="340"/>
                    <a:pt x="121" y="343"/>
                    <a:pt x="123" y="344"/>
                  </a:cubicBezTo>
                  <a:cubicBezTo>
                    <a:pt x="126" y="345"/>
                    <a:pt x="132" y="345"/>
                    <a:pt x="135" y="346"/>
                  </a:cubicBezTo>
                  <a:cubicBezTo>
                    <a:pt x="138" y="347"/>
                    <a:pt x="143" y="348"/>
                    <a:pt x="145" y="349"/>
                  </a:cubicBezTo>
                  <a:cubicBezTo>
                    <a:pt x="147" y="349"/>
                    <a:pt x="151" y="352"/>
                    <a:pt x="152" y="351"/>
                  </a:cubicBezTo>
                  <a:cubicBezTo>
                    <a:pt x="154" y="350"/>
                    <a:pt x="153" y="346"/>
                    <a:pt x="152" y="345"/>
                  </a:cubicBezTo>
                  <a:cubicBezTo>
                    <a:pt x="152" y="343"/>
                    <a:pt x="148" y="341"/>
                    <a:pt x="147" y="341"/>
                  </a:cubicBezTo>
                  <a:cubicBezTo>
                    <a:pt x="143" y="339"/>
                    <a:pt x="136" y="337"/>
                    <a:pt x="132" y="336"/>
                  </a:cubicBezTo>
                  <a:cubicBezTo>
                    <a:pt x="127" y="334"/>
                    <a:pt x="118" y="331"/>
                    <a:pt x="114" y="329"/>
                  </a:cubicBezTo>
                  <a:cubicBezTo>
                    <a:pt x="108" y="326"/>
                    <a:pt x="97" y="317"/>
                    <a:pt x="92" y="313"/>
                  </a:cubicBezTo>
                  <a:cubicBezTo>
                    <a:pt x="87" y="309"/>
                    <a:pt x="77" y="301"/>
                    <a:pt x="72" y="296"/>
                  </a:cubicBezTo>
                  <a:cubicBezTo>
                    <a:pt x="68" y="293"/>
                    <a:pt x="61" y="287"/>
                    <a:pt x="57" y="285"/>
                  </a:cubicBezTo>
                  <a:cubicBezTo>
                    <a:pt x="55" y="283"/>
                    <a:pt x="51" y="280"/>
                    <a:pt x="49" y="279"/>
                  </a:cubicBezTo>
                  <a:cubicBezTo>
                    <a:pt x="47" y="279"/>
                    <a:pt x="44" y="279"/>
                    <a:pt x="43" y="277"/>
                  </a:cubicBezTo>
                  <a:cubicBezTo>
                    <a:pt x="41" y="276"/>
                    <a:pt x="41" y="271"/>
                    <a:pt x="42" y="269"/>
                  </a:cubicBezTo>
                  <a:cubicBezTo>
                    <a:pt x="43" y="267"/>
                    <a:pt x="48" y="265"/>
                    <a:pt x="50" y="264"/>
                  </a:cubicBezTo>
                  <a:cubicBezTo>
                    <a:pt x="52" y="263"/>
                    <a:pt x="56" y="263"/>
                    <a:pt x="57" y="262"/>
                  </a:cubicBezTo>
                  <a:cubicBezTo>
                    <a:pt x="58" y="262"/>
                    <a:pt x="60" y="259"/>
                    <a:pt x="61" y="258"/>
                  </a:cubicBezTo>
                  <a:cubicBezTo>
                    <a:pt x="62" y="256"/>
                    <a:pt x="64" y="251"/>
                    <a:pt x="66" y="249"/>
                  </a:cubicBezTo>
                  <a:cubicBezTo>
                    <a:pt x="72" y="241"/>
                    <a:pt x="86" y="227"/>
                    <a:pt x="93" y="220"/>
                  </a:cubicBezTo>
                  <a:cubicBezTo>
                    <a:pt x="101" y="211"/>
                    <a:pt x="117" y="193"/>
                    <a:pt x="125" y="184"/>
                  </a:cubicBezTo>
                  <a:cubicBezTo>
                    <a:pt x="131" y="178"/>
                    <a:pt x="142" y="164"/>
                    <a:pt x="148" y="157"/>
                  </a:cubicBezTo>
                  <a:cubicBezTo>
                    <a:pt x="155" y="149"/>
                    <a:pt x="170" y="131"/>
                    <a:pt x="177" y="122"/>
                  </a:cubicBezTo>
                  <a:cubicBezTo>
                    <a:pt x="179" y="119"/>
                    <a:pt x="182" y="114"/>
                    <a:pt x="184" y="111"/>
                  </a:cubicBezTo>
                  <a:cubicBezTo>
                    <a:pt x="188" y="105"/>
                    <a:pt x="194" y="93"/>
                    <a:pt x="197" y="86"/>
                  </a:cubicBezTo>
                  <a:cubicBezTo>
                    <a:pt x="201" y="79"/>
                    <a:pt x="209" y="64"/>
                    <a:pt x="213" y="56"/>
                  </a:cubicBezTo>
                  <a:cubicBezTo>
                    <a:pt x="218" y="45"/>
                    <a:pt x="229" y="23"/>
                    <a:pt x="235" y="12"/>
                  </a:cubicBezTo>
                  <a:cubicBezTo>
                    <a:pt x="237" y="9"/>
                    <a:pt x="240" y="5"/>
                    <a:pt x="242" y="0"/>
                  </a:cubicBezTo>
                  <a:cubicBezTo>
                    <a:pt x="243" y="1"/>
                    <a:pt x="245" y="2"/>
                    <a:pt x="246" y="3"/>
                  </a:cubicBezTo>
                  <a:cubicBezTo>
                    <a:pt x="249" y="5"/>
                    <a:pt x="257" y="9"/>
                    <a:pt x="261" y="11"/>
                  </a:cubicBezTo>
                  <a:cubicBezTo>
                    <a:pt x="264" y="12"/>
                    <a:pt x="271" y="14"/>
                    <a:pt x="275" y="14"/>
                  </a:cubicBezTo>
                  <a:cubicBezTo>
                    <a:pt x="277" y="14"/>
                    <a:pt x="281" y="12"/>
                    <a:pt x="283" y="12"/>
                  </a:cubicBezTo>
                  <a:cubicBezTo>
                    <a:pt x="285" y="11"/>
                    <a:pt x="289" y="10"/>
                    <a:pt x="291" y="10"/>
                  </a:cubicBezTo>
                  <a:cubicBezTo>
                    <a:pt x="293" y="11"/>
                    <a:pt x="295" y="13"/>
                    <a:pt x="296" y="14"/>
                  </a:cubicBezTo>
                  <a:cubicBezTo>
                    <a:pt x="297" y="17"/>
                    <a:pt x="297" y="23"/>
                    <a:pt x="296" y="26"/>
                  </a:cubicBezTo>
                  <a:cubicBezTo>
                    <a:pt x="295" y="29"/>
                    <a:pt x="291" y="34"/>
                    <a:pt x="289" y="36"/>
                  </a:cubicBezTo>
                  <a:cubicBezTo>
                    <a:pt x="287" y="38"/>
                    <a:pt x="280" y="40"/>
                    <a:pt x="278" y="42"/>
                  </a:cubicBezTo>
                  <a:cubicBezTo>
                    <a:pt x="276" y="44"/>
                    <a:pt x="274" y="49"/>
                    <a:pt x="274" y="52"/>
                  </a:cubicBezTo>
                  <a:cubicBezTo>
                    <a:pt x="275" y="54"/>
                    <a:pt x="279" y="57"/>
                    <a:pt x="280" y="59"/>
                  </a:cubicBezTo>
                  <a:cubicBezTo>
                    <a:pt x="281" y="61"/>
                    <a:pt x="281" y="63"/>
                    <a:pt x="281" y="65"/>
                  </a:cubicBezTo>
                  <a:cubicBezTo>
                    <a:pt x="281" y="67"/>
                    <a:pt x="279" y="70"/>
                    <a:pt x="278" y="72"/>
                  </a:cubicBezTo>
                  <a:cubicBezTo>
                    <a:pt x="278" y="73"/>
                    <a:pt x="275" y="75"/>
                    <a:pt x="274" y="77"/>
                  </a:cubicBezTo>
                  <a:cubicBezTo>
                    <a:pt x="273" y="79"/>
                    <a:pt x="274" y="83"/>
                    <a:pt x="274" y="84"/>
                  </a:cubicBezTo>
                  <a:cubicBezTo>
                    <a:pt x="273" y="86"/>
                    <a:pt x="271" y="88"/>
                    <a:pt x="270" y="89"/>
                  </a:cubicBezTo>
                  <a:cubicBezTo>
                    <a:pt x="268" y="90"/>
                    <a:pt x="264" y="91"/>
                    <a:pt x="261" y="92"/>
                  </a:cubicBezTo>
                  <a:cubicBezTo>
                    <a:pt x="260" y="93"/>
                    <a:pt x="256" y="93"/>
                    <a:pt x="255" y="94"/>
                  </a:cubicBezTo>
                  <a:cubicBezTo>
                    <a:pt x="254" y="95"/>
                    <a:pt x="251" y="97"/>
                    <a:pt x="251" y="98"/>
                  </a:cubicBezTo>
                  <a:cubicBezTo>
                    <a:pt x="250" y="100"/>
                    <a:pt x="250" y="104"/>
                    <a:pt x="251" y="106"/>
                  </a:cubicBezTo>
                  <a:cubicBezTo>
                    <a:pt x="252" y="107"/>
                    <a:pt x="255" y="108"/>
                    <a:pt x="256" y="108"/>
                  </a:cubicBezTo>
                  <a:cubicBezTo>
                    <a:pt x="259" y="108"/>
                    <a:pt x="264" y="108"/>
                    <a:pt x="266" y="107"/>
                  </a:cubicBezTo>
                  <a:cubicBezTo>
                    <a:pt x="267" y="106"/>
                    <a:pt x="268" y="103"/>
                    <a:pt x="269" y="102"/>
                  </a:cubicBezTo>
                  <a:cubicBezTo>
                    <a:pt x="270" y="100"/>
                    <a:pt x="273" y="97"/>
                    <a:pt x="275" y="97"/>
                  </a:cubicBezTo>
                  <a:cubicBezTo>
                    <a:pt x="276" y="96"/>
                    <a:pt x="278" y="97"/>
                    <a:pt x="279" y="96"/>
                  </a:cubicBezTo>
                  <a:cubicBezTo>
                    <a:pt x="281" y="96"/>
                    <a:pt x="285" y="95"/>
                    <a:pt x="286" y="94"/>
                  </a:cubicBezTo>
                  <a:cubicBezTo>
                    <a:pt x="287" y="94"/>
                    <a:pt x="289" y="92"/>
                    <a:pt x="290" y="91"/>
                  </a:cubicBezTo>
                  <a:cubicBezTo>
                    <a:pt x="293" y="90"/>
                    <a:pt x="298" y="92"/>
                    <a:pt x="301" y="91"/>
                  </a:cubicBezTo>
                  <a:cubicBezTo>
                    <a:pt x="302" y="91"/>
                    <a:pt x="306" y="90"/>
                    <a:pt x="308" y="90"/>
                  </a:cubicBezTo>
                  <a:cubicBezTo>
                    <a:pt x="311" y="89"/>
                    <a:pt x="316" y="88"/>
                    <a:pt x="319" y="87"/>
                  </a:cubicBezTo>
                  <a:cubicBezTo>
                    <a:pt x="321" y="86"/>
                    <a:pt x="327" y="83"/>
                    <a:pt x="329" y="82"/>
                  </a:cubicBezTo>
                  <a:cubicBezTo>
                    <a:pt x="331" y="81"/>
                    <a:pt x="334" y="78"/>
                    <a:pt x="336" y="77"/>
                  </a:cubicBezTo>
                  <a:cubicBezTo>
                    <a:pt x="338" y="76"/>
                    <a:pt x="343" y="77"/>
                    <a:pt x="346" y="77"/>
                  </a:cubicBezTo>
                  <a:cubicBezTo>
                    <a:pt x="348" y="77"/>
                    <a:pt x="353" y="78"/>
                    <a:pt x="354" y="80"/>
                  </a:cubicBezTo>
                  <a:cubicBezTo>
                    <a:pt x="355" y="82"/>
                    <a:pt x="353" y="85"/>
                    <a:pt x="353" y="87"/>
                  </a:cubicBezTo>
                  <a:cubicBezTo>
                    <a:pt x="353" y="89"/>
                    <a:pt x="355" y="94"/>
                    <a:pt x="357" y="95"/>
                  </a:cubicBezTo>
                  <a:cubicBezTo>
                    <a:pt x="359" y="96"/>
                    <a:pt x="363" y="94"/>
                    <a:pt x="364" y="93"/>
                  </a:cubicBezTo>
                  <a:cubicBezTo>
                    <a:pt x="367" y="92"/>
                    <a:pt x="371" y="89"/>
                    <a:pt x="373" y="88"/>
                  </a:cubicBezTo>
                  <a:cubicBezTo>
                    <a:pt x="375" y="88"/>
                    <a:pt x="379" y="89"/>
                    <a:pt x="381" y="89"/>
                  </a:cubicBezTo>
                  <a:cubicBezTo>
                    <a:pt x="381" y="92"/>
                    <a:pt x="382" y="94"/>
                    <a:pt x="382" y="96"/>
                  </a:cubicBezTo>
                  <a:cubicBezTo>
                    <a:pt x="384" y="99"/>
                    <a:pt x="389" y="103"/>
                    <a:pt x="392" y="105"/>
                  </a:cubicBezTo>
                  <a:cubicBezTo>
                    <a:pt x="395" y="107"/>
                    <a:pt x="400" y="111"/>
                    <a:pt x="403" y="113"/>
                  </a:cubicBezTo>
                  <a:cubicBezTo>
                    <a:pt x="406" y="115"/>
                    <a:pt x="412" y="116"/>
                    <a:pt x="413" y="118"/>
                  </a:cubicBezTo>
                  <a:cubicBezTo>
                    <a:pt x="415" y="121"/>
                    <a:pt x="413" y="128"/>
                    <a:pt x="415" y="130"/>
                  </a:cubicBezTo>
                  <a:cubicBezTo>
                    <a:pt x="416" y="134"/>
                    <a:pt x="423" y="139"/>
                    <a:pt x="424" y="143"/>
                  </a:cubicBezTo>
                  <a:cubicBezTo>
                    <a:pt x="426" y="146"/>
                    <a:pt x="427" y="154"/>
                    <a:pt x="425" y="158"/>
                  </a:cubicBezTo>
                  <a:cubicBezTo>
                    <a:pt x="425" y="159"/>
                    <a:pt x="424" y="160"/>
                    <a:pt x="423" y="161"/>
                  </a:cubicBezTo>
                  <a:cubicBezTo>
                    <a:pt x="421" y="161"/>
                    <a:pt x="418" y="161"/>
                    <a:pt x="417" y="161"/>
                  </a:cubicBezTo>
                  <a:cubicBezTo>
                    <a:pt x="415" y="160"/>
                    <a:pt x="413" y="156"/>
                    <a:pt x="411" y="155"/>
                  </a:cubicBezTo>
                  <a:cubicBezTo>
                    <a:pt x="409" y="155"/>
                    <a:pt x="405" y="154"/>
                    <a:pt x="404" y="154"/>
                  </a:cubicBezTo>
                  <a:cubicBezTo>
                    <a:pt x="403" y="154"/>
                    <a:pt x="400" y="155"/>
                    <a:pt x="400" y="155"/>
                  </a:cubicBezTo>
                  <a:cubicBezTo>
                    <a:pt x="398" y="156"/>
                    <a:pt x="397" y="158"/>
                    <a:pt x="396" y="159"/>
                  </a:cubicBezTo>
                  <a:cubicBezTo>
                    <a:pt x="395" y="161"/>
                    <a:pt x="391" y="162"/>
                    <a:pt x="390" y="163"/>
                  </a:cubicBezTo>
                  <a:cubicBezTo>
                    <a:pt x="389" y="164"/>
                    <a:pt x="389" y="167"/>
                    <a:pt x="389" y="168"/>
                  </a:cubicBezTo>
                  <a:cubicBezTo>
                    <a:pt x="390" y="171"/>
                    <a:pt x="393" y="175"/>
                    <a:pt x="395" y="176"/>
                  </a:cubicBezTo>
                  <a:cubicBezTo>
                    <a:pt x="398" y="178"/>
                    <a:pt x="404" y="181"/>
                    <a:pt x="407" y="182"/>
                  </a:cubicBezTo>
                  <a:cubicBezTo>
                    <a:pt x="410" y="184"/>
                    <a:pt x="417" y="188"/>
                    <a:pt x="420" y="189"/>
                  </a:cubicBezTo>
                  <a:cubicBezTo>
                    <a:pt x="424" y="189"/>
                    <a:pt x="431" y="190"/>
                    <a:pt x="435" y="189"/>
                  </a:cubicBezTo>
                  <a:cubicBezTo>
                    <a:pt x="437" y="189"/>
                    <a:pt x="441" y="188"/>
                    <a:pt x="443" y="187"/>
                  </a:cubicBezTo>
                  <a:cubicBezTo>
                    <a:pt x="445" y="186"/>
                    <a:pt x="448" y="183"/>
                    <a:pt x="449" y="182"/>
                  </a:cubicBezTo>
                  <a:cubicBezTo>
                    <a:pt x="451" y="182"/>
                    <a:pt x="456" y="180"/>
                    <a:pt x="458" y="181"/>
                  </a:cubicBezTo>
                  <a:cubicBezTo>
                    <a:pt x="460" y="182"/>
                    <a:pt x="460" y="186"/>
                    <a:pt x="460" y="188"/>
                  </a:cubicBezTo>
                  <a:cubicBezTo>
                    <a:pt x="460" y="190"/>
                    <a:pt x="459" y="193"/>
                    <a:pt x="459" y="194"/>
                  </a:cubicBezTo>
                  <a:cubicBezTo>
                    <a:pt x="458" y="196"/>
                    <a:pt x="456" y="198"/>
                    <a:pt x="454" y="199"/>
                  </a:cubicBezTo>
                  <a:cubicBezTo>
                    <a:pt x="453" y="199"/>
                    <a:pt x="451" y="199"/>
                    <a:pt x="449" y="200"/>
                  </a:cubicBezTo>
                  <a:cubicBezTo>
                    <a:pt x="447" y="201"/>
                    <a:pt x="444" y="205"/>
                    <a:pt x="443" y="206"/>
                  </a:cubicBezTo>
                  <a:cubicBezTo>
                    <a:pt x="441" y="208"/>
                    <a:pt x="437" y="210"/>
                    <a:pt x="436" y="212"/>
                  </a:cubicBezTo>
                  <a:cubicBezTo>
                    <a:pt x="435" y="214"/>
                    <a:pt x="436" y="218"/>
                    <a:pt x="436" y="220"/>
                  </a:cubicBezTo>
                  <a:cubicBezTo>
                    <a:pt x="436" y="223"/>
                    <a:pt x="436" y="228"/>
                    <a:pt x="435" y="230"/>
                  </a:cubicBezTo>
                  <a:cubicBezTo>
                    <a:pt x="434" y="232"/>
                    <a:pt x="432" y="234"/>
                    <a:pt x="431" y="236"/>
                  </a:cubicBezTo>
                  <a:cubicBezTo>
                    <a:pt x="430" y="238"/>
                    <a:pt x="428" y="241"/>
                    <a:pt x="427" y="243"/>
                  </a:cubicBezTo>
                  <a:cubicBezTo>
                    <a:pt x="426" y="244"/>
                    <a:pt x="423" y="246"/>
                    <a:pt x="422" y="247"/>
                  </a:cubicBezTo>
                  <a:cubicBezTo>
                    <a:pt x="421" y="248"/>
                    <a:pt x="419" y="251"/>
                    <a:pt x="418" y="252"/>
                  </a:cubicBezTo>
                  <a:cubicBezTo>
                    <a:pt x="418" y="254"/>
                    <a:pt x="420" y="259"/>
                    <a:pt x="419" y="261"/>
                  </a:cubicBezTo>
                  <a:cubicBezTo>
                    <a:pt x="419" y="263"/>
                    <a:pt x="415" y="265"/>
                    <a:pt x="414" y="266"/>
                  </a:cubicBezTo>
                  <a:cubicBezTo>
                    <a:pt x="412" y="267"/>
                    <a:pt x="409" y="268"/>
                    <a:pt x="407" y="269"/>
                  </a:cubicBezTo>
                  <a:cubicBezTo>
                    <a:pt x="406" y="271"/>
                    <a:pt x="405" y="276"/>
                    <a:pt x="406" y="279"/>
                  </a:cubicBezTo>
                  <a:cubicBezTo>
                    <a:pt x="407" y="281"/>
                    <a:pt x="412" y="284"/>
                    <a:pt x="414" y="287"/>
                  </a:cubicBezTo>
                  <a:cubicBezTo>
                    <a:pt x="415" y="288"/>
                    <a:pt x="415" y="292"/>
                    <a:pt x="416" y="294"/>
                  </a:cubicBezTo>
                  <a:cubicBezTo>
                    <a:pt x="418" y="296"/>
                    <a:pt x="423" y="301"/>
                    <a:pt x="425" y="303"/>
                  </a:cubicBezTo>
                  <a:cubicBezTo>
                    <a:pt x="427" y="305"/>
                    <a:pt x="432" y="311"/>
                    <a:pt x="435" y="312"/>
                  </a:cubicBezTo>
                  <a:cubicBezTo>
                    <a:pt x="438" y="313"/>
                    <a:pt x="444" y="311"/>
                    <a:pt x="447" y="310"/>
                  </a:cubicBezTo>
                  <a:cubicBezTo>
                    <a:pt x="450" y="310"/>
                    <a:pt x="455" y="308"/>
                    <a:pt x="457" y="306"/>
                  </a:cubicBezTo>
                  <a:cubicBezTo>
                    <a:pt x="459" y="305"/>
                    <a:pt x="462" y="302"/>
                    <a:pt x="463" y="300"/>
                  </a:cubicBezTo>
                  <a:cubicBezTo>
                    <a:pt x="464" y="298"/>
                    <a:pt x="467" y="294"/>
                    <a:pt x="469" y="292"/>
                  </a:cubicBezTo>
                  <a:cubicBezTo>
                    <a:pt x="471" y="291"/>
                    <a:pt x="475" y="290"/>
                    <a:pt x="477" y="289"/>
                  </a:cubicBezTo>
                  <a:cubicBezTo>
                    <a:pt x="479" y="289"/>
                    <a:pt x="482" y="288"/>
                    <a:pt x="484" y="288"/>
                  </a:cubicBezTo>
                  <a:cubicBezTo>
                    <a:pt x="486" y="288"/>
                    <a:pt x="491" y="289"/>
                    <a:pt x="494" y="288"/>
                  </a:cubicBezTo>
                  <a:cubicBezTo>
                    <a:pt x="496" y="288"/>
                    <a:pt x="500" y="286"/>
                    <a:pt x="502" y="286"/>
                  </a:cubicBezTo>
                  <a:cubicBezTo>
                    <a:pt x="503" y="286"/>
                    <a:pt x="507" y="288"/>
                    <a:pt x="509" y="288"/>
                  </a:cubicBezTo>
                  <a:cubicBezTo>
                    <a:pt x="510" y="288"/>
                    <a:pt x="513" y="288"/>
                    <a:pt x="514" y="287"/>
                  </a:cubicBezTo>
                  <a:cubicBezTo>
                    <a:pt x="516" y="286"/>
                    <a:pt x="518" y="282"/>
                    <a:pt x="520" y="280"/>
                  </a:cubicBezTo>
                  <a:cubicBezTo>
                    <a:pt x="522" y="277"/>
                    <a:pt x="524" y="271"/>
                    <a:pt x="527" y="269"/>
                  </a:cubicBezTo>
                  <a:cubicBezTo>
                    <a:pt x="530" y="268"/>
                    <a:pt x="536" y="267"/>
                    <a:pt x="540" y="267"/>
                  </a:cubicBezTo>
                  <a:cubicBezTo>
                    <a:pt x="543" y="267"/>
                    <a:pt x="550" y="266"/>
                    <a:pt x="553" y="267"/>
                  </a:cubicBezTo>
                  <a:cubicBezTo>
                    <a:pt x="556" y="268"/>
                    <a:pt x="562" y="271"/>
                    <a:pt x="563" y="274"/>
                  </a:cubicBezTo>
                  <a:cubicBezTo>
                    <a:pt x="565" y="276"/>
                    <a:pt x="564" y="281"/>
                    <a:pt x="565" y="283"/>
                  </a:cubicBezTo>
                  <a:cubicBezTo>
                    <a:pt x="567" y="286"/>
                    <a:pt x="570" y="289"/>
                    <a:pt x="572" y="291"/>
                  </a:cubicBezTo>
                  <a:cubicBezTo>
                    <a:pt x="574" y="292"/>
                    <a:pt x="579" y="294"/>
                    <a:pt x="582" y="29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22"/>
            <p:cNvSpPr>
              <a:spLocks/>
            </p:cNvSpPr>
            <p:nvPr/>
          </p:nvSpPr>
          <p:spPr bwMode="auto">
            <a:xfrm>
              <a:off x="3414713" y="3378201"/>
              <a:ext cx="36512" cy="20638"/>
            </a:xfrm>
            <a:custGeom>
              <a:avLst/>
              <a:gdLst/>
              <a:ahLst/>
              <a:cxnLst>
                <a:cxn ang="0">
                  <a:pos x="23" y="2"/>
                </a:cxn>
                <a:cxn ang="0">
                  <a:pos x="25" y="8"/>
                </a:cxn>
                <a:cxn ang="0">
                  <a:pos x="24" y="12"/>
                </a:cxn>
                <a:cxn ang="0">
                  <a:pos x="18" y="14"/>
                </a:cxn>
                <a:cxn ang="0">
                  <a:pos x="12" y="10"/>
                </a:cxn>
                <a:cxn ang="0">
                  <a:pos x="13" y="7"/>
                </a:cxn>
                <a:cxn ang="0">
                  <a:pos x="7" y="7"/>
                </a:cxn>
                <a:cxn ang="0">
                  <a:pos x="6" y="10"/>
                </a:cxn>
                <a:cxn ang="0">
                  <a:pos x="1" y="12"/>
                </a:cxn>
                <a:cxn ang="0">
                  <a:pos x="0" y="9"/>
                </a:cxn>
                <a:cxn ang="0">
                  <a:pos x="3" y="3"/>
                </a:cxn>
                <a:cxn ang="0">
                  <a:pos x="9" y="0"/>
                </a:cxn>
                <a:cxn ang="0">
                  <a:pos x="19" y="0"/>
                </a:cxn>
                <a:cxn ang="0">
                  <a:pos x="23" y="2"/>
                </a:cxn>
              </a:cxnLst>
              <a:rect l="0" t="0" r="r" b="b"/>
              <a:pathLst>
                <a:path w="25" h="14">
                  <a:moveTo>
                    <a:pt x="23" y="2"/>
                  </a:moveTo>
                  <a:cubicBezTo>
                    <a:pt x="24" y="3"/>
                    <a:pt x="25" y="7"/>
                    <a:pt x="25" y="8"/>
                  </a:cubicBezTo>
                  <a:cubicBezTo>
                    <a:pt x="25" y="9"/>
                    <a:pt x="25" y="11"/>
                    <a:pt x="24" y="12"/>
                  </a:cubicBezTo>
                  <a:cubicBezTo>
                    <a:pt x="23" y="13"/>
                    <a:pt x="20" y="14"/>
                    <a:pt x="18" y="14"/>
                  </a:cubicBezTo>
                  <a:cubicBezTo>
                    <a:pt x="17" y="13"/>
                    <a:pt x="13" y="11"/>
                    <a:pt x="12" y="10"/>
                  </a:cubicBezTo>
                  <a:cubicBezTo>
                    <a:pt x="12" y="9"/>
                    <a:pt x="13" y="7"/>
                    <a:pt x="13" y="7"/>
                  </a:cubicBezTo>
                  <a:cubicBezTo>
                    <a:pt x="12" y="6"/>
                    <a:pt x="9" y="6"/>
                    <a:pt x="7" y="7"/>
                  </a:cubicBezTo>
                  <a:cubicBezTo>
                    <a:pt x="7" y="7"/>
                    <a:pt x="6" y="9"/>
                    <a:pt x="6" y="10"/>
                  </a:cubicBezTo>
                  <a:cubicBezTo>
                    <a:pt x="5" y="11"/>
                    <a:pt x="3" y="12"/>
                    <a:pt x="1" y="12"/>
                  </a:cubicBezTo>
                  <a:cubicBezTo>
                    <a:pt x="1" y="12"/>
                    <a:pt x="0" y="10"/>
                    <a:pt x="0" y="9"/>
                  </a:cubicBezTo>
                  <a:cubicBezTo>
                    <a:pt x="0" y="7"/>
                    <a:pt x="2" y="4"/>
                    <a:pt x="3" y="3"/>
                  </a:cubicBezTo>
                  <a:cubicBezTo>
                    <a:pt x="4" y="2"/>
                    <a:pt x="8" y="1"/>
                    <a:pt x="9" y="0"/>
                  </a:cubicBezTo>
                  <a:cubicBezTo>
                    <a:pt x="12" y="0"/>
                    <a:pt x="16" y="0"/>
                    <a:pt x="19" y="0"/>
                  </a:cubicBezTo>
                  <a:cubicBezTo>
                    <a:pt x="20" y="1"/>
                    <a:pt x="22" y="1"/>
                    <a:pt x="23"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23"/>
            <p:cNvSpPr>
              <a:spLocks/>
            </p:cNvSpPr>
            <p:nvPr/>
          </p:nvSpPr>
          <p:spPr bwMode="auto">
            <a:xfrm>
              <a:off x="3308350" y="3405188"/>
              <a:ext cx="312737" cy="157163"/>
            </a:xfrm>
            <a:custGeom>
              <a:avLst/>
              <a:gdLst/>
              <a:ahLst/>
              <a:cxnLst>
                <a:cxn ang="0">
                  <a:pos x="213" y="68"/>
                </a:cxn>
                <a:cxn ang="0">
                  <a:pos x="206" y="79"/>
                </a:cxn>
                <a:cxn ang="0">
                  <a:pos x="205" y="89"/>
                </a:cxn>
                <a:cxn ang="0">
                  <a:pos x="187" y="97"/>
                </a:cxn>
                <a:cxn ang="0">
                  <a:pos x="166" y="105"/>
                </a:cxn>
                <a:cxn ang="0">
                  <a:pos x="147" y="106"/>
                </a:cxn>
                <a:cxn ang="0">
                  <a:pos x="136" y="98"/>
                </a:cxn>
                <a:cxn ang="0">
                  <a:pos x="129" y="91"/>
                </a:cxn>
                <a:cxn ang="0">
                  <a:pos x="121" y="98"/>
                </a:cxn>
                <a:cxn ang="0">
                  <a:pos x="107" y="91"/>
                </a:cxn>
                <a:cxn ang="0">
                  <a:pos x="100" y="70"/>
                </a:cxn>
                <a:cxn ang="0">
                  <a:pos x="96" y="55"/>
                </a:cxn>
                <a:cxn ang="0">
                  <a:pos x="87" y="54"/>
                </a:cxn>
                <a:cxn ang="0">
                  <a:pos x="76" y="56"/>
                </a:cxn>
                <a:cxn ang="0">
                  <a:pos x="65" y="44"/>
                </a:cxn>
                <a:cxn ang="0">
                  <a:pos x="48" y="48"/>
                </a:cxn>
                <a:cxn ang="0">
                  <a:pos x="30" y="59"/>
                </a:cxn>
                <a:cxn ang="0">
                  <a:pos x="17" y="60"/>
                </a:cxn>
                <a:cxn ang="0">
                  <a:pos x="7" y="56"/>
                </a:cxn>
                <a:cxn ang="0">
                  <a:pos x="0" y="41"/>
                </a:cxn>
                <a:cxn ang="0">
                  <a:pos x="7" y="19"/>
                </a:cxn>
                <a:cxn ang="0">
                  <a:pos x="34" y="3"/>
                </a:cxn>
                <a:cxn ang="0">
                  <a:pos x="61" y="3"/>
                </a:cxn>
                <a:cxn ang="0">
                  <a:pos x="78" y="7"/>
                </a:cxn>
                <a:cxn ang="0">
                  <a:pos x="98" y="3"/>
                </a:cxn>
                <a:cxn ang="0">
                  <a:pos x="114" y="3"/>
                </a:cxn>
                <a:cxn ang="0">
                  <a:pos x="119" y="13"/>
                </a:cxn>
                <a:cxn ang="0">
                  <a:pos x="135" y="10"/>
                </a:cxn>
                <a:cxn ang="0">
                  <a:pos x="157" y="11"/>
                </a:cxn>
                <a:cxn ang="0">
                  <a:pos x="163" y="32"/>
                </a:cxn>
                <a:cxn ang="0">
                  <a:pos x="175" y="50"/>
                </a:cxn>
                <a:cxn ang="0">
                  <a:pos x="198" y="55"/>
                </a:cxn>
                <a:cxn ang="0">
                  <a:pos x="211" y="63"/>
                </a:cxn>
              </a:cxnLst>
              <a:rect l="0" t="0" r="r" b="b"/>
              <a:pathLst>
                <a:path w="214" h="108">
                  <a:moveTo>
                    <a:pt x="211" y="63"/>
                  </a:moveTo>
                  <a:cubicBezTo>
                    <a:pt x="212" y="64"/>
                    <a:pt x="214" y="67"/>
                    <a:pt x="213" y="68"/>
                  </a:cubicBezTo>
                  <a:cubicBezTo>
                    <a:pt x="213" y="70"/>
                    <a:pt x="211" y="73"/>
                    <a:pt x="210" y="75"/>
                  </a:cubicBezTo>
                  <a:cubicBezTo>
                    <a:pt x="209" y="76"/>
                    <a:pt x="206" y="78"/>
                    <a:pt x="206" y="79"/>
                  </a:cubicBezTo>
                  <a:cubicBezTo>
                    <a:pt x="206" y="80"/>
                    <a:pt x="207" y="83"/>
                    <a:pt x="207" y="84"/>
                  </a:cubicBezTo>
                  <a:cubicBezTo>
                    <a:pt x="207" y="85"/>
                    <a:pt x="206" y="88"/>
                    <a:pt x="205" y="89"/>
                  </a:cubicBezTo>
                  <a:cubicBezTo>
                    <a:pt x="203" y="91"/>
                    <a:pt x="199" y="93"/>
                    <a:pt x="196" y="94"/>
                  </a:cubicBezTo>
                  <a:cubicBezTo>
                    <a:pt x="194" y="95"/>
                    <a:pt x="190" y="96"/>
                    <a:pt x="187" y="97"/>
                  </a:cubicBezTo>
                  <a:cubicBezTo>
                    <a:pt x="185" y="98"/>
                    <a:pt x="181" y="101"/>
                    <a:pt x="179" y="102"/>
                  </a:cubicBezTo>
                  <a:cubicBezTo>
                    <a:pt x="176" y="103"/>
                    <a:pt x="167" y="105"/>
                    <a:pt x="166" y="105"/>
                  </a:cubicBezTo>
                  <a:cubicBezTo>
                    <a:pt x="166" y="105"/>
                    <a:pt x="161" y="108"/>
                    <a:pt x="159" y="108"/>
                  </a:cubicBezTo>
                  <a:cubicBezTo>
                    <a:pt x="156" y="108"/>
                    <a:pt x="150" y="107"/>
                    <a:pt x="147" y="106"/>
                  </a:cubicBezTo>
                  <a:cubicBezTo>
                    <a:pt x="144" y="106"/>
                    <a:pt x="140" y="104"/>
                    <a:pt x="138" y="103"/>
                  </a:cubicBezTo>
                  <a:cubicBezTo>
                    <a:pt x="137" y="102"/>
                    <a:pt x="136" y="100"/>
                    <a:pt x="136" y="98"/>
                  </a:cubicBezTo>
                  <a:cubicBezTo>
                    <a:pt x="135" y="97"/>
                    <a:pt x="136" y="92"/>
                    <a:pt x="135" y="91"/>
                  </a:cubicBezTo>
                  <a:cubicBezTo>
                    <a:pt x="134" y="90"/>
                    <a:pt x="130" y="90"/>
                    <a:pt x="129" y="91"/>
                  </a:cubicBezTo>
                  <a:cubicBezTo>
                    <a:pt x="128" y="92"/>
                    <a:pt x="130" y="97"/>
                    <a:pt x="129" y="98"/>
                  </a:cubicBezTo>
                  <a:cubicBezTo>
                    <a:pt x="128" y="99"/>
                    <a:pt x="123" y="99"/>
                    <a:pt x="121" y="98"/>
                  </a:cubicBezTo>
                  <a:cubicBezTo>
                    <a:pt x="118" y="97"/>
                    <a:pt x="116" y="93"/>
                    <a:pt x="114" y="92"/>
                  </a:cubicBezTo>
                  <a:cubicBezTo>
                    <a:pt x="112" y="91"/>
                    <a:pt x="107" y="92"/>
                    <a:pt x="107" y="91"/>
                  </a:cubicBezTo>
                  <a:cubicBezTo>
                    <a:pt x="107" y="91"/>
                    <a:pt x="105" y="85"/>
                    <a:pt x="105" y="83"/>
                  </a:cubicBezTo>
                  <a:cubicBezTo>
                    <a:pt x="104" y="80"/>
                    <a:pt x="101" y="73"/>
                    <a:pt x="100" y="70"/>
                  </a:cubicBezTo>
                  <a:cubicBezTo>
                    <a:pt x="100" y="68"/>
                    <a:pt x="101" y="64"/>
                    <a:pt x="100" y="62"/>
                  </a:cubicBezTo>
                  <a:cubicBezTo>
                    <a:pt x="100" y="60"/>
                    <a:pt x="98" y="56"/>
                    <a:pt x="96" y="55"/>
                  </a:cubicBezTo>
                  <a:cubicBezTo>
                    <a:pt x="95" y="55"/>
                    <a:pt x="93" y="54"/>
                    <a:pt x="92" y="53"/>
                  </a:cubicBezTo>
                  <a:cubicBezTo>
                    <a:pt x="91" y="53"/>
                    <a:pt x="89" y="54"/>
                    <a:pt x="87" y="54"/>
                  </a:cubicBezTo>
                  <a:cubicBezTo>
                    <a:pt x="87" y="55"/>
                    <a:pt x="85" y="56"/>
                    <a:pt x="84" y="56"/>
                  </a:cubicBezTo>
                  <a:cubicBezTo>
                    <a:pt x="82" y="57"/>
                    <a:pt x="78" y="56"/>
                    <a:pt x="76" y="56"/>
                  </a:cubicBezTo>
                  <a:cubicBezTo>
                    <a:pt x="75" y="55"/>
                    <a:pt x="73" y="52"/>
                    <a:pt x="72" y="51"/>
                  </a:cubicBezTo>
                  <a:cubicBezTo>
                    <a:pt x="70" y="50"/>
                    <a:pt x="67" y="45"/>
                    <a:pt x="65" y="44"/>
                  </a:cubicBezTo>
                  <a:cubicBezTo>
                    <a:pt x="63" y="43"/>
                    <a:pt x="57" y="43"/>
                    <a:pt x="54" y="44"/>
                  </a:cubicBezTo>
                  <a:cubicBezTo>
                    <a:pt x="52" y="44"/>
                    <a:pt x="50" y="47"/>
                    <a:pt x="48" y="48"/>
                  </a:cubicBezTo>
                  <a:cubicBezTo>
                    <a:pt x="45" y="49"/>
                    <a:pt x="40" y="53"/>
                    <a:pt x="37" y="55"/>
                  </a:cubicBezTo>
                  <a:cubicBezTo>
                    <a:pt x="35" y="56"/>
                    <a:pt x="32" y="58"/>
                    <a:pt x="30" y="59"/>
                  </a:cubicBezTo>
                  <a:cubicBezTo>
                    <a:pt x="28" y="60"/>
                    <a:pt x="24" y="61"/>
                    <a:pt x="22" y="61"/>
                  </a:cubicBezTo>
                  <a:cubicBezTo>
                    <a:pt x="21" y="61"/>
                    <a:pt x="18" y="60"/>
                    <a:pt x="17" y="60"/>
                  </a:cubicBezTo>
                  <a:cubicBezTo>
                    <a:pt x="16" y="60"/>
                    <a:pt x="15" y="60"/>
                    <a:pt x="14" y="60"/>
                  </a:cubicBezTo>
                  <a:cubicBezTo>
                    <a:pt x="12" y="59"/>
                    <a:pt x="8" y="57"/>
                    <a:pt x="7" y="56"/>
                  </a:cubicBezTo>
                  <a:cubicBezTo>
                    <a:pt x="5" y="55"/>
                    <a:pt x="3" y="51"/>
                    <a:pt x="2" y="49"/>
                  </a:cubicBezTo>
                  <a:cubicBezTo>
                    <a:pt x="1" y="47"/>
                    <a:pt x="0" y="43"/>
                    <a:pt x="0" y="41"/>
                  </a:cubicBezTo>
                  <a:cubicBezTo>
                    <a:pt x="0" y="39"/>
                    <a:pt x="1" y="34"/>
                    <a:pt x="2" y="31"/>
                  </a:cubicBezTo>
                  <a:cubicBezTo>
                    <a:pt x="3" y="28"/>
                    <a:pt x="5" y="21"/>
                    <a:pt x="7" y="19"/>
                  </a:cubicBezTo>
                  <a:cubicBezTo>
                    <a:pt x="10" y="15"/>
                    <a:pt x="18" y="10"/>
                    <a:pt x="22" y="8"/>
                  </a:cubicBezTo>
                  <a:cubicBezTo>
                    <a:pt x="24" y="6"/>
                    <a:pt x="31" y="4"/>
                    <a:pt x="34" y="3"/>
                  </a:cubicBezTo>
                  <a:cubicBezTo>
                    <a:pt x="37" y="3"/>
                    <a:pt x="43" y="3"/>
                    <a:pt x="46" y="3"/>
                  </a:cubicBezTo>
                  <a:cubicBezTo>
                    <a:pt x="50" y="3"/>
                    <a:pt x="57" y="2"/>
                    <a:pt x="61" y="3"/>
                  </a:cubicBezTo>
                  <a:cubicBezTo>
                    <a:pt x="63" y="3"/>
                    <a:pt x="66" y="5"/>
                    <a:pt x="68" y="6"/>
                  </a:cubicBezTo>
                  <a:cubicBezTo>
                    <a:pt x="70" y="7"/>
                    <a:pt x="76" y="7"/>
                    <a:pt x="78" y="7"/>
                  </a:cubicBezTo>
                  <a:cubicBezTo>
                    <a:pt x="81" y="8"/>
                    <a:pt x="88" y="8"/>
                    <a:pt x="91" y="7"/>
                  </a:cubicBezTo>
                  <a:cubicBezTo>
                    <a:pt x="93" y="7"/>
                    <a:pt x="96" y="4"/>
                    <a:pt x="98" y="3"/>
                  </a:cubicBezTo>
                  <a:cubicBezTo>
                    <a:pt x="100" y="2"/>
                    <a:pt x="103" y="0"/>
                    <a:pt x="106" y="0"/>
                  </a:cubicBezTo>
                  <a:cubicBezTo>
                    <a:pt x="108" y="0"/>
                    <a:pt x="112" y="1"/>
                    <a:pt x="114" y="3"/>
                  </a:cubicBezTo>
                  <a:cubicBezTo>
                    <a:pt x="114" y="4"/>
                    <a:pt x="113" y="7"/>
                    <a:pt x="114" y="8"/>
                  </a:cubicBezTo>
                  <a:cubicBezTo>
                    <a:pt x="115" y="10"/>
                    <a:pt x="118" y="13"/>
                    <a:pt x="119" y="13"/>
                  </a:cubicBezTo>
                  <a:cubicBezTo>
                    <a:pt x="122" y="15"/>
                    <a:pt x="128" y="16"/>
                    <a:pt x="131" y="15"/>
                  </a:cubicBezTo>
                  <a:cubicBezTo>
                    <a:pt x="132" y="15"/>
                    <a:pt x="134" y="11"/>
                    <a:pt x="135" y="10"/>
                  </a:cubicBezTo>
                  <a:cubicBezTo>
                    <a:pt x="137" y="9"/>
                    <a:pt x="141" y="9"/>
                    <a:pt x="143" y="9"/>
                  </a:cubicBezTo>
                  <a:cubicBezTo>
                    <a:pt x="146" y="9"/>
                    <a:pt x="155" y="9"/>
                    <a:pt x="157" y="11"/>
                  </a:cubicBezTo>
                  <a:cubicBezTo>
                    <a:pt x="159" y="13"/>
                    <a:pt x="158" y="17"/>
                    <a:pt x="158" y="19"/>
                  </a:cubicBezTo>
                  <a:cubicBezTo>
                    <a:pt x="159" y="22"/>
                    <a:pt x="162" y="29"/>
                    <a:pt x="163" y="32"/>
                  </a:cubicBezTo>
                  <a:cubicBezTo>
                    <a:pt x="165" y="35"/>
                    <a:pt x="169" y="40"/>
                    <a:pt x="171" y="43"/>
                  </a:cubicBezTo>
                  <a:cubicBezTo>
                    <a:pt x="172" y="44"/>
                    <a:pt x="173" y="49"/>
                    <a:pt x="175" y="50"/>
                  </a:cubicBezTo>
                  <a:cubicBezTo>
                    <a:pt x="177" y="51"/>
                    <a:pt x="182" y="49"/>
                    <a:pt x="184" y="49"/>
                  </a:cubicBezTo>
                  <a:cubicBezTo>
                    <a:pt x="188" y="50"/>
                    <a:pt x="195" y="53"/>
                    <a:pt x="198" y="55"/>
                  </a:cubicBezTo>
                  <a:cubicBezTo>
                    <a:pt x="200" y="56"/>
                    <a:pt x="203" y="59"/>
                    <a:pt x="205" y="60"/>
                  </a:cubicBezTo>
                  <a:cubicBezTo>
                    <a:pt x="207" y="61"/>
                    <a:pt x="210" y="62"/>
                    <a:pt x="211" y="6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24"/>
            <p:cNvSpPr>
              <a:spLocks/>
            </p:cNvSpPr>
            <p:nvPr/>
          </p:nvSpPr>
          <p:spPr bwMode="auto">
            <a:xfrm>
              <a:off x="3613150" y="3516313"/>
              <a:ext cx="80962" cy="50800"/>
            </a:xfrm>
            <a:custGeom>
              <a:avLst/>
              <a:gdLst/>
              <a:ahLst/>
              <a:cxnLst>
                <a:cxn ang="0">
                  <a:pos x="56" y="14"/>
                </a:cxn>
                <a:cxn ang="0">
                  <a:pos x="53" y="18"/>
                </a:cxn>
                <a:cxn ang="0">
                  <a:pos x="52" y="23"/>
                </a:cxn>
                <a:cxn ang="0">
                  <a:pos x="46" y="28"/>
                </a:cxn>
                <a:cxn ang="0">
                  <a:pos x="45" y="32"/>
                </a:cxn>
                <a:cxn ang="0">
                  <a:pos x="42" y="32"/>
                </a:cxn>
                <a:cxn ang="0">
                  <a:pos x="32" y="32"/>
                </a:cxn>
                <a:cxn ang="0">
                  <a:pos x="25" y="35"/>
                </a:cxn>
                <a:cxn ang="0">
                  <a:pos x="17" y="34"/>
                </a:cxn>
                <a:cxn ang="0">
                  <a:pos x="13" y="29"/>
                </a:cxn>
                <a:cxn ang="0">
                  <a:pos x="13" y="24"/>
                </a:cxn>
                <a:cxn ang="0">
                  <a:pos x="10" y="19"/>
                </a:cxn>
                <a:cxn ang="0">
                  <a:pos x="3" y="18"/>
                </a:cxn>
                <a:cxn ang="0">
                  <a:pos x="0" y="14"/>
                </a:cxn>
                <a:cxn ang="0">
                  <a:pos x="3" y="9"/>
                </a:cxn>
                <a:cxn ang="0">
                  <a:pos x="8" y="4"/>
                </a:cxn>
                <a:cxn ang="0">
                  <a:pos x="14" y="0"/>
                </a:cxn>
                <a:cxn ang="0">
                  <a:pos x="23" y="3"/>
                </a:cxn>
                <a:cxn ang="0">
                  <a:pos x="28" y="3"/>
                </a:cxn>
                <a:cxn ang="0">
                  <a:pos x="36" y="7"/>
                </a:cxn>
                <a:cxn ang="0">
                  <a:pos x="43" y="11"/>
                </a:cxn>
                <a:cxn ang="0">
                  <a:pos x="52" y="13"/>
                </a:cxn>
                <a:cxn ang="0">
                  <a:pos x="56" y="14"/>
                </a:cxn>
              </a:cxnLst>
              <a:rect l="0" t="0" r="r" b="b"/>
              <a:pathLst>
                <a:path w="56" h="35">
                  <a:moveTo>
                    <a:pt x="56" y="14"/>
                  </a:moveTo>
                  <a:cubicBezTo>
                    <a:pt x="55" y="15"/>
                    <a:pt x="53" y="17"/>
                    <a:pt x="53" y="18"/>
                  </a:cubicBezTo>
                  <a:cubicBezTo>
                    <a:pt x="52" y="19"/>
                    <a:pt x="52" y="22"/>
                    <a:pt x="52" y="23"/>
                  </a:cubicBezTo>
                  <a:cubicBezTo>
                    <a:pt x="51" y="25"/>
                    <a:pt x="47" y="26"/>
                    <a:pt x="46" y="28"/>
                  </a:cubicBezTo>
                  <a:cubicBezTo>
                    <a:pt x="46" y="29"/>
                    <a:pt x="45" y="30"/>
                    <a:pt x="45" y="32"/>
                  </a:cubicBezTo>
                  <a:cubicBezTo>
                    <a:pt x="44" y="32"/>
                    <a:pt x="42" y="32"/>
                    <a:pt x="42" y="32"/>
                  </a:cubicBezTo>
                  <a:cubicBezTo>
                    <a:pt x="39" y="31"/>
                    <a:pt x="34" y="31"/>
                    <a:pt x="32" y="32"/>
                  </a:cubicBezTo>
                  <a:cubicBezTo>
                    <a:pt x="30" y="32"/>
                    <a:pt x="27" y="35"/>
                    <a:pt x="25" y="35"/>
                  </a:cubicBezTo>
                  <a:cubicBezTo>
                    <a:pt x="23" y="35"/>
                    <a:pt x="18" y="35"/>
                    <a:pt x="17" y="34"/>
                  </a:cubicBezTo>
                  <a:cubicBezTo>
                    <a:pt x="15" y="33"/>
                    <a:pt x="14" y="30"/>
                    <a:pt x="13" y="29"/>
                  </a:cubicBezTo>
                  <a:cubicBezTo>
                    <a:pt x="13" y="28"/>
                    <a:pt x="14" y="25"/>
                    <a:pt x="13" y="24"/>
                  </a:cubicBezTo>
                  <a:cubicBezTo>
                    <a:pt x="13" y="22"/>
                    <a:pt x="11" y="20"/>
                    <a:pt x="10" y="19"/>
                  </a:cubicBezTo>
                  <a:cubicBezTo>
                    <a:pt x="9" y="18"/>
                    <a:pt x="5" y="19"/>
                    <a:pt x="3" y="18"/>
                  </a:cubicBezTo>
                  <a:cubicBezTo>
                    <a:pt x="2" y="17"/>
                    <a:pt x="0" y="15"/>
                    <a:pt x="0" y="14"/>
                  </a:cubicBezTo>
                  <a:cubicBezTo>
                    <a:pt x="0" y="12"/>
                    <a:pt x="3" y="10"/>
                    <a:pt x="3" y="9"/>
                  </a:cubicBezTo>
                  <a:cubicBezTo>
                    <a:pt x="5" y="8"/>
                    <a:pt x="7" y="5"/>
                    <a:pt x="8" y="4"/>
                  </a:cubicBezTo>
                  <a:cubicBezTo>
                    <a:pt x="9" y="2"/>
                    <a:pt x="13" y="0"/>
                    <a:pt x="14" y="0"/>
                  </a:cubicBezTo>
                  <a:cubicBezTo>
                    <a:pt x="17" y="0"/>
                    <a:pt x="21" y="2"/>
                    <a:pt x="23" y="3"/>
                  </a:cubicBezTo>
                  <a:cubicBezTo>
                    <a:pt x="24" y="3"/>
                    <a:pt x="27" y="2"/>
                    <a:pt x="28" y="3"/>
                  </a:cubicBezTo>
                  <a:cubicBezTo>
                    <a:pt x="30" y="3"/>
                    <a:pt x="34" y="5"/>
                    <a:pt x="36" y="7"/>
                  </a:cubicBezTo>
                  <a:cubicBezTo>
                    <a:pt x="38" y="8"/>
                    <a:pt x="41" y="10"/>
                    <a:pt x="43" y="11"/>
                  </a:cubicBezTo>
                  <a:cubicBezTo>
                    <a:pt x="45" y="12"/>
                    <a:pt x="49" y="12"/>
                    <a:pt x="52" y="13"/>
                  </a:cubicBezTo>
                  <a:cubicBezTo>
                    <a:pt x="53" y="13"/>
                    <a:pt x="55" y="13"/>
                    <a:pt x="56"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25"/>
            <p:cNvSpPr>
              <a:spLocks/>
            </p:cNvSpPr>
            <p:nvPr/>
          </p:nvSpPr>
          <p:spPr bwMode="auto">
            <a:xfrm>
              <a:off x="3530600" y="3560763"/>
              <a:ext cx="180975" cy="123825"/>
            </a:xfrm>
            <a:custGeom>
              <a:avLst/>
              <a:gdLst/>
              <a:ahLst/>
              <a:cxnLst>
                <a:cxn ang="0">
                  <a:pos x="125" y="49"/>
                </a:cxn>
                <a:cxn ang="0">
                  <a:pos x="123" y="52"/>
                </a:cxn>
                <a:cxn ang="0">
                  <a:pos x="118" y="57"/>
                </a:cxn>
                <a:cxn ang="0">
                  <a:pos x="118" y="63"/>
                </a:cxn>
                <a:cxn ang="0">
                  <a:pos x="118" y="69"/>
                </a:cxn>
                <a:cxn ang="0">
                  <a:pos x="116" y="72"/>
                </a:cxn>
                <a:cxn ang="0">
                  <a:pos x="114" y="78"/>
                </a:cxn>
                <a:cxn ang="0">
                  <a:pos x="111" y="84"/>
                </a:cxn>
                <a:cxn ang="0">
                  <a:pos x="108" y="85"/>
                </a:cxn>
                <a:cxn ang="0">
                  <a:pos x="101" y="83"/>
                </a:cxn>
                <a:cxn ang="0">
                  <a:pos x="97" y="78"/>
                </a:cxn>
                <a:cxn ang="0">
                  <a:pos x="88" y="72"/>
                </a:cxn>
                <a:cxn ang="0">
                  <a:pos x="80" y="73"/>
                </a:cxn>
                <a:cxn ang="0">
                  <a:pos x="72" y="71"/>
                </a:cxn>
                <a:cxn ang="0">
                  <a:pos x="63" y="72"/>
                </a:cxn>
                <a:cxn ang="0">
                  <a:pos x="53" y="74"/>
                </a:cxn>
                <a:cxn ang="0">
                  <a:pos x="45" y="71"/>
                </a:cxn>
                <a:cxn ang="0">
                  <a:pos x="40" y="70"/>
                </a:cxn>
                <a:cxn ang="0">
                  <a:pos x="33" y="61"/>
                </a:cxn>
                <a:cxn ang="0">
                  <a:pos x="27" y="54"/>
                </a:cxn>
                <a:cxn ang="0">
                  <a:pos x="23" y="45"/>
                </a:cxn>
                <a:cxn ang="0">
                  <a:pos x="17" y="40"/>
                </a:cxn>
                <a:cxn ang="0">
                  <a:pos x="14" y="34"/>
                </a:cxn>
                <a:cxn ang="0">
                  <a:pos x="10" y="32"/>
                </a:cxn>
                <a:cxn ang="0">
                  <a:pos x="5" y="33"/>
                </a:cxn>
                <a:cxn ang="0">
                  <a:pos x="1" y="30"/>
                </a:cxn>
                <a:cxn ang="0">
                  <a:pos x="1" y="24"/>
                </a:cxn>
                <a:cxn ang="0">
                  <a:pos x="4" y="19"/>
                </a:cxn>
                <a:cxn ang="0">
                  <a:pos x="12" y="16"/>
                </a:cxn>
                <a:cxn ang="0">
                  <a:pos x="22" y="16"/>
                </a:cxn>
                <a:cxn ang="0">
                  <a:pos x="35" y="12"/>
                </a:cxn>
                <a:cxn ang="0">
                  <a:pos x="38" y="7"/>
                </a:cxn>
                <a:cxn ang="0">
                  <a:pos x="38" y="2"/>
                </a:cxn>
                <a:cxn ang="0">
                  <a:pos x="46" y="0"/>
                </a:cxn>
                <a:cxn ang="0">
                  <a:pos x="50" y="1"/>
                </a:cxn>
                <a:cxn ang="0">
                  <a:pos x="56" y="4"/>
                </a:cxn>
                <a:cxn ang="0">
                  <a:pos x="60" y="8"/>
                </a:cxn>
                <a:cxn ang="0">
                  <a:pos x="67" y="13"/>
                </a:cxn>
                <a:cxn ang="0">
                  <a:pos x="72" y="14"/>
                </a:cxn>
                <a:cxn ang="0">
                  <a:pos x="76" y="11"/>
                </a:cxn>
                <a:cxn ang="0">
                  <a:pos x="83" y="11"/>
                </a:cxn>
                <a:cxn ang="0">
                  <a:pos x="93" y="11"/>
                </a:cxn>
                <a:cxn ang="0">
                  <a:pos x="97" y="13"/>
                </a:cxn>
                <a:cxn ang="0">
                  <a:pos x="103" y="18"/>
                </a:cxn>
                <a:cxn ang="0">
                  <a:pos x="105" y="27"/>
                </a:cxn>
                <a:cxn ang="0">
                  <a:pos x="109" y="32"/>
                </a:cxn>
                <a:cxn ang="0">
                  <a:pos x="112" y="37"/>
                </a:cxn>
                <a:cxn ang="0">
                  <a:pos x="118" y="41"/>
                </a:cxn>
                <a:cxn ang="0">
                  <a:pos x="122" y="44"/>
                </a:cxn>
                <a:cxn ang="0">
                  <a:pos x="125" y="49"/>
                </a:cxn>
              </a:cxnLst>
              <a:rect l="0" t="0" r="r" b="b"/>
              <a:pathLst>
                <a:path w="125" h="85">
                  <a:moveTo>
                    <a:pt x="125" y="49"/>
                  </a:moveTo>
                  <a:cubicBezTo>
                    <a:pt x="125" y="50"/>
                    <a:pt x="124" y="52"/>
                    <a:pt x="123" y="52"/>
                  </a:cubicBezTo>
                  <a:cubicBezTo>
                    <a:pt x="122" y="54"/>
                    <a:pt x="118" y="55"/>
                    <a:pt x="118" y="57"/>
                  </a:cubicBezTo>
                  <a:cubicBezTo>
                    <a:pt x="117" y="58"/>
                    <a:pt x="118" y="61"/>
                    <a:pt x="118" y="63"/>
                  </a:cubicBezTo>
                  <a:cubicBezTo>
                    <a:pt x="118" y="64"/>
                    <a:pt x="118" y="67"/>
                    <a:pt x="118" y="69"/>
                  </a:cubicBezTo>
                  <a:cubicBezTo>
                    <a:pt x="117" y="70"/>
                    <a:pt x="116" y="71"/>
                    <a:pt x="116" y="72"/>
                  </a:cubicBezTo>
                  <a:cubicBezTo>
                    <a:pt x="115" y="74"/>
                    <a:pt x="114" y="77"/>
                    <a:pt x="114" y="78"/>
                  </a:cubicBezTo>
                  <a:cubicBezTo>
                    <a:pt x="113" y="80"/>
                    <a:pt x="113" y="83"/>
                    <a:pt x="111" y="84"/>
                  </a:cubicBezTo>
                  <a:cubicBezTo>
                    <a:pt x="111" y="85"/>
                    <a:pt x="109" y="85"/>
                    <a:pt x="108" y="85"/>
                  </a:cubicBezTo>
                  <a:cubicBezTo>
                    <a:pt x="106" y="85"/>
                    <a:pt x="102" y="84"/>
                    <a:pt x="101" y="83"/>
                  </a:cubicBezTo>
                  <a:cubicBezTo>
                    <a:pt x="99" y="82"/>
                    <a:pt x="98" y="79"/>
                    <a:pt x="97" y="78"/>
                  </a:cubicBezTo>
                  <a:cubicBezTo>
                    <a:pt x="95" y="76"/>
                    <a:pt x="90" y="73"/>
                    <a:pt x="88" y="72"/>
                  </a:cubicBezTo>
                  <a:cubicBezTo>
                    <a:pt x="86" y="72"/>
                    <a:pt x="82" y="73"/>
                    <a:pt x="80" y="73"/>
                  </a:cubicBezTo>
                  <a:cubicBezTo>
                    <a:pt x="78" y="73"/>
                    <a:pt x="74" y="72"/>
                    <a:pt x="72" y="71"/>
                  </a:cubicBezTo>
                  <a:cubicBezTo>
                    <a:pt x="70" y="71"/>
                    <a:pt x="66" y="72"/>
                    <a:pt x="63" y="72"/>
                  </a:cubicBezTo>
                  <a:cubicBezTo>
                    <a:pt x="61" y="72"/>
                    <a:pt x="56" y="75"/>
                    <a:pt x="53" y="74"/>
                  </a:cubicBezTo>
                  <a:cubicBezTo>
                    <a:pt x="51" y="74"/>
                    <a:pt x="47" y="72"/>
                    <a:pt x="45" y="71"/>
                  </a:cubicBezTo>
                  <a:cubicBezTo>
                    <a:pt x="44" y="71"/>
                    <a:pt x="41" y="71"/>
                    <a:pt x="40" y="70"/>
                  </a:cubicBezTo>
                  <a:cubicBezTo>
                    <a:pt x="37" y="68"/>
                    <a:pt x="35" y="63"/>
                    <a:pt x="33" y="61"/>
                  </a:cubicBezTo>
                  <a:cubicBezTo>
                    <a:pt x="32" y="59"/>
                    <a:pt x="28" y="56"/>
                    <a:pt x="27" y="54"/>
                  </a:cubicBezTo>
                  <a:cubicBezTo>
                    <a:pt x="26" y="52"/>
                    <a:pt x="25" y="47"/>
                    <a:pt x="23" y="45"/>
                  </a:cubicBezTo>
                  <a:cubicBezTo>
                    <a:pt x="22" y="43"/>
                    <a:pt x="19" y="41"/>
                    <a:pt x="17" y="40"/>
                  </a:cubicBezTo>
                  <a:cubicBezTo>
                    <a:pt x="16" y="39"/>
                    <a:pt x="15" y="36"/>
                    <a:pt x="14" y="34"/>
                  </a:cubicBezTo>
                  <a:cubicBezTo>
                    <a:pt x="13" y="34"/>
                    <a:pt x="11" y="33"/>
                    <a:pt x="10" y="32"/>
                  </a:cubicBezTo>
                  <a:cubicBezTo>
                    <a:pt x="9" y="32"/>
                    <a:pt x="6" y="33"/>
                    <a:pt x="5" y="33"/>
                  </a:cubicBezTo>
                  <a:cubicBezTo>
                    <a:pt x="4" y="33"/>
                    <a:pt x="1" y="31"/>
                    <a:pt x="1" y="30"/>
                  </a:cubicBezTo>
                  <a:cubicBezTo>
                    <a:pt x="0" y="28"/>
                    <a:pt x="1" y="26"/>
                    <a:pt x="1" y="24"/>
                  </a:cubicBezTo>
                  <a:cubicBezTo>
                    <a:pt x="1" y="23"/>
                    <a:pt x="3" y="20"/>
                    <a:pt x="4" y="19"/>
                  </a:cubicBezTo>
                  <a:cubicBezTo>
                    <a:pt x="6" y="17"/>
                    <a:pt x="10" y="16"/>
                    <a:pt x="12" y="16"/>
                  </a:cubicBezTo>
                  <a:cubicBezTo>
                    <a:pt x="15" y="15"/>
                    <a:pt x="20" y="16"/>
                    <a:pt x="22" y="16"/>
                  </a:cubicBezTo>
                  <a:cubicBezTo>
                    <a:pt x="26" y="15"/>
                    <a:pt x="33" y="15"/>
                    <a:pt x="35" y="12"/>
                  </a:cubicBezTo>
                  <a:cubicBezTo>
                    <a:pt x="36" y="11"/>
                    <a:pt x="37" y="8"/>
                    <a:pt x="38" y="7"/>
                  </a:cubicBezTo>
                  <a:cubicBezTo>
                    <a:pt x="38" y="5"/>
                    <a:pt x="37" y="3"/>
                    <a:pt x="38" y="2"/>
                  </a:cubicBezTo>
                  <a:cubicBezTo>
                    <a:pt x="39" y="0"/>
                    <a:pt x="44" y="0"/>
                    <a:pt x="46" y="0"/>
                  </a:cubicBezTo>
                  <a:cubicBezTo>
                    <a:pt x="47" y="0"/>
                    <a:pt x="49" y="1"/>
                    <a:pt x="50" y="1"/>
                  </a:cubicBezTo>
                  <a:cubicBezTo>
                    <a:pt x="51" y="2"/>
                    <a:pt x="54" y="3"/>
                    <a:pt x="56" y="4"/>
                  </a:cubicBezTo>
                  <a:cubicBezTo>
                    <a:pt x="57" y="4"/>
                    <a:pt x="59" y="7"/>
                    <a:pt x="60" y="8"/>
                  </a:cubicBezTo>
                  <a:cubicBezTo>
                    <a:pt x="61" y="10"/>
                    <a:pt x="65" y="13"/>
                    <a:pt x="67" y="13"/>
                  </a:cubicBezTo>
                  <a:cubicBezTo>
                    <a:pt x="68" y="14"/>
                    <a:pt x="70" y="14"/>
                    <a:pt x="72" y="14"/>
                  </a:cubicBezTo>
                  <a:cubicBezTo>
                    <a:pt x="73" y="14"/>
                    <a:pt x="75" y="11"/>
                    <a:pt x="76" y="11"/>
                  </a:cubicBezTo>
                  <a:cubicBezTo>
                    <a:pt x="78" y="10"/>
                    <a:pt x="81" y="11"/>
                    <a:pt x="83" y="11"/>
                  </a:cubicBezTo>
                  <a:cubicBezTo>
                    <a:pt x="86" y="10"/>
                    <a:pt x="91" y="10"/>
                    <a:pt x="93" y="11"/>
                  </a:cubicBezTo>
                  <a:cubicBezTo>
                    <a:pt x="94" y="11"/>
                    <a:pt x="96" y="12"/>
                    <a:pt x="97" y="13"/>
                  </a:cubicBezTo>
                  <a:cubicBezTo>
                    <a:pt x="99" y="14"/>
                    <a:pt x="102" y="16"/>
                    <a:pt x="103" y="18"/>
                  </a:cubicBezTo>
                  <a:cubicBezTo>
                    <a:pt x="104" y="20"/>
                    <a:pt x="104" y="25"/>
                    <a:pt x="105" y="27"/>
                  </a:cubicBezTo>
                  <a:cubicBezTo>
                    <a:pt x="106" y="29"/>
                    <a:pt x="108" y="31"/>
                    <a:pt x="109" y="32"/>
                  </a:cubicBezTo>
                  <a:cubicBezTo>
                    <a:pt x="110" y="33"/>
                    <a:pt x="111" y="36"/>
                    <a:pt x="112" y="37"/>
                  </a:cubicBezTo>
                  <a:cubicBezTo>
                    <a:pt x="114" y="38"/>
                    <a:pt x="117" y="40"/>
                    <a:pt x="118" y="41"/>
                  </a:cubicBezTo>
                  <a:cubicBezTo>
                    <a:pt x="119" y="42"/>
                    <a:pt x="121" y="44"/>
                    <a:pt x="122" y="44"/>
                  </a:cubicBezTo>
                  <a:cubicBezTo>
                    <a:pt x="123" y="45"/>
                    <a:pt x="125" y="48"/>
                    <a:pt x="125" y="4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26"/>
            <p:cNvSpPr>
              <a:spLocks/>
            </p:cNvSpPr>
            <p:nvPr/>
          </p:nvSpPr>
          <p:spPr bwMode="auto">
            <a:xfrm>
              <a:off x="3278188" y="3535363"/>
              <a:ext cx="31750" cy="20638"/>
            </a:xfrm>
            <a:custGeom>
              <a:avLst/>
              <a:gdLst/>
              <a:ahLst/>
              <a:cxnLst>
                <a:cxn ang="0">
                  <a:pos x="21" y="4"/>
                </a:cxn>
                <a:cxn ang="0">
                  <a:pos x="20" y="8"/>
                </a:cxn>
                <a:cxn ang="0">
                  <a:pos x="19" y="11"/>
                </a:cxn>
                <a:cxn ang="0">
                  <a:pos x="16" y="14"/>
                </a:cxn>
                <a:cxn ang="0">
                  <a:pos x="10" y="13"/>
                </a:cxn>
                <a:cxn ang="0">
                  <a:pos x="6" y="11"/>
                </a:cxn>
                <a:cxn ang="0">
                  <a:pos x="1" y="10"/>
                </a:cxn>
                <a:cxn ang="0">
                  <a:pos x="0" y="6"/>
                </a:cxn>
                <a:cxn ang="0">
                  <a:pos x="1" y="3"/>
                </a:cxn>
                <a:cxn ang="0">
                  <a:pos x="6" y="2"/>
                </a:cxn>
                <a:cxn ang="0">
                  <a:pos x="8" y="1"/>
                </a:cxn>
                <a:cxn ang="0">
                  <a:pos x="12" y="0"/>
                </a:cxn>
                <a:cxn ang="0">
                  <a:pos x="16" y="1"/>
                </a:cxn>
                <a:cxn ang="0">
                  <a:pos x="19" y="1"/>
                </a:cxn>
                <a:cxn ang="0">
                  <a:pos x="21" y="4"/>
                </a:cxn>
              </a:cxnLst>
              <a:rect l="0" t="0" r="r" b="b"/>
              <a:pathLst>
                <a:path w="21" h="14">
                  <a:moveTo>
                    <a:pt x="21" y="4"/>
                  </a:moveTo>
                  <a:cubicBezTo>
                    <a:pt x="21" y="5"/>
                    <a:pt x="20" y="7"/>
                    <a:pt x="20" y="8"/>
                  </a:cubicBezTo>
                  <a:cubicBezTo>
                    <a:pt x="20" y="9"/>
                    <a:pt x="20" y="11"/>
                    <a:pt x="19" y="11"/>
                  </a:cubicBezTo>
                  <a:cubicBezTo>
                    <a:pt x="19" y="12"/>
                    <a:pt x="17" y="13"/>
                    <a:pt x="16" y="14"/>
                  </a:cubicBezTo>
                  <a:cubicBezTo>
                    <a:pt x="15" y="14"/>
                    <a:pt x="12" y="14"/>
                    <a:pt x="10" y="13"/>
                  </a:cubicBezTo>
                  <a:cubicBezTo>
                    <a:pt x="9" y="13"/>
                    <a:pt x="8" y="11"/>
                    <a:pt x="6" y="11"/>
                  </a:cubicBezTo>
                  <a:cubicBezTo>
                    <a:pt x="5" y="11"/>
                    <a:pt x="2" y="11"/>
                    <a:pt x="1" y="10"/>
                  </a:cubicBezTo>
                  <a:cubicBezTo>
                    <a:pt x="0" y="10"/>
                    <a:pt x="0" y="8"/>
                    <a:pt x="0" y="6"/>
                  </a:cubicBezTo>
                  <a:cubicBezTo>
                    <a:pt x="0" y="6"/>
                    <a:pt x="1" y="4"/>
                    <a:pt x="1" y="3"/>
                  </a:cubicBezTo>
                  <a:cubicBezTo>
                    <a:pt x="2" y="3"/>
                    <a:pt x="5" y="3"/>
                    <a:pt x="6" y="2"/>
                  </a:cubicBezTo>
                  <a:cubicBezTo>
                    <a:pt x="6" y="2"/>
                    <a:pt x="7" y="1"/>
                    <a:pt x="8" y="1"/>
                  </a:cubicBezTo>
                  <a:cubicBezTo>
                    <a:pt x="9" y="1"/>
                    <a:pt x="11" y="0"/>
                    <a:pt x="12" y="0"/>
                  </a:cubicBezTo>
                  <a:cubicBezTo>
                    <a:pt x="13" y="0"/>
                    <a:pt x="15" y="1"/>
                    <a:pt x="16" y="1"/>
                  </a:cubicBezTo>
                  <a:cubicBezTo>
                    <a:pt x="16" y="1"/>
                    <a:pt x="18" y="1"/>
                    <a:pt x="19" y="1"/>
                  </a:cubicBezTo>
                  <a:cubicBezTo>
                    <a:pt x="20" y="2"/>
                    <a:pt x="21" y="3"/>
                    <a:pt x="21"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27"/>
            <p:cNvSpPr>
              <a:spLocks/>
            </p:cNvSpPr>
            <p:nvPr/>
          </p:nvSpPr>
          <p:spPr bwMode="auto">
            <a:xfrm>
              <a:off x="3273425" y="3568701"/>
              <a:ext cx="193675" cy="90488"/>
            </a:xfrm>
            <a:custGeom>
              <a:avLst/>
              <a:gdLst/>
              <a:ahLst/>
              <a:cxnLst>
                <a:cxn ang="0">
                  <a:pos x="132" y="30"/>
                </a:cxn>
                <a:cxn ang="0">
                  <a:pos x="133" y="36"/>
                </a:cxn>
                <a:cxn ang="0">
                  <a:pos x="131" y="40"/>
                </a:cxn>
                <a:cxn ang="0">
                  <a:pos x="125" y="40"/>
                </a:cxn>
                <a:cxn ang="0">
                  <a:pos x="122" y="44"/>
                </a:cxn>
                <a:cxn ang="0">
                  <a:pos x="119" y="47"/>
                </a:cxn>
                <a:cxn ang="0">
                  <a:pos x="112" y="48"/>
                </a:cxn>
                <a:cxn ang="0">
                  <a:pos x="107" y="45"/>
                </a:cxn>
                <a:cxn ang="0">
                  <a:pos x="102" y="44"/>
                </a:cxn>
                <a:cxn ang="0">
                  <a:pos x="99" y="41"/>
                </a:cxn>
                <a:cxn ang="0">
                  <a:pos x="94" y="40"/>
                </a:cxn>
                <a:cxn ang="0">
                  <a:pos x="88" y="39"/>
                </a:cxn>
                <a:cxn ang="0">
                  <a:pos x="80" y="39"/>
                </a:cxn>
                <a:cxn ang="0">
                  <a:pos x="71" y="41"/>
                </a:cxn>
                <a:cxn ang="0">
                  <a:pos x="65" y="40"/>
                </a:cxn>
                <a:cxn ang="0">
                  <a:pos x="57" y="42"/>
                </a:cxn>
                <a:cxn ang="0">
                  <a:pos x="52" y="45"/>
                </a:cxn>
                <a:cxn ang="0">
                  <a:pos x="44" y="49"/>
                </a:cxn>
                <a:cxn ang="0">
                  <a:pos x="43" y="52"/>
                </a:cxn>
                <a:cxn ang="0">
                  <a:pos x="41" y="56"/>
                </a:cxn>
                <a:cxn ang="0">
                  <a:pos x="38" y="59"/>
                </a:cxn>
                <a:cxn ang="0">
                  <a:pos x="37" y="61"/>
                </a:cxn>
                <a:cxn ang="0">
                  <a:pos x="34" y="62"/>
                </a:cxn>
                <a:cxn ang="0">
                  <a:pos x="31" y="61"/>
                </a:cxn>
                <a:cxn ang="0">
                  <a:pos x="31" y="59"/>
                </a:cxn>
                <a:cxn ang="0">
                  <a:pos x="34" y="54"/>
                </a:cxn>
                <a:cxn ang="0">
                  <a:pos x="34" y="45"/>
                </a:cxn>
                <a:cxn ang="0">
                  <a:pos x="30" y="40"/>
                </a:cxn>
                <a:cxn ang="0">
                  <a:pos x="24" y="36"/>
                </a:cxn>
                <a:cxn ang="0">
                  <a:pos x="21" y="31"/>
                </a:cxn>
                <a:cxn ang="0">
                  <a:pos x="14" y="27"/>
                </a:cxn>
                <a:cxn ang="0">
                  <a:pos x="11" y="22"/>
                </a:cxn>
                <a:cxn ang="0">
                  <a:pos x="8" y="19"/>
                </a:cxn>
                <a:cxn ang="0">
                  <a:pos x="4" y="16"/>
                </a:cxn>
                <a:cxn ang="0">
                  <a:pos x="1" y="13"/>
                </a:cxn>
                <a:cxn ang="0">
                  <a:pos x="4" y="11"/>
                </a:cxn>
                <a:cxn ang="0">
                  <a:pos x="9" y="10"/>
                </a:cxn>
                <a:cxn ang="0">
                  <a:pos x="13" y="7"/>
                </a:cxn>
                <a:cxn ang="0">
                  <a:pos x="21" y="5"/>
                </a:cxn>
                <a:cxn ang="0">
                  <a:pos x="26" y="7"/>
                </a:cxn>
                <a:cxn ang="0">
                  <a:pos x="34" y="7"/>
                </a:cxn>
                <a:cxn ang="0">
                  <a:pos x="39" y="10"/>
                </a:cxn>
                <a:cxn ang="0">
                  <a:pos x="46" y="11"/>
                </a:cxn>
                <a:cxn ang="0">
                  <a:pos x="56" y="10"/>
                </a:cxn>
                <a:cxn ang="0">
                  <a:pos x="63" y="8"/>
                </a:cxn>
                <a:cxn ang="0">
                  <a:pos x="69" y="4"/>
                </a:cxn>
                <a:cxn ang="0">
                  <a:pos x="74" y="3"/>
                </a:cxn>
                <a:cxn ang="0">
                  <a:pos x="80" y="3"/>
                </a:cxn>
                <a:cxn ang="0">
                  <a:pos x="84" y="1"/>
                </a:cxn>
                <a:cxn ang="0">
                  <a:pos x="90" y="1"/>
                </a:cxn>
                <a:cxn ang="0">
                  <a:pos x="100" y="0"/>
                </a:cxn>
                <a:cxn ang="0">
                  <a:pos x="104" y="1"/>
                </a:cxn>
                <a:cxn ang="0">
                  <a:pos x="110" y="2"/>
                </a:cxn>
                <a:cxn ang="0">
                  <a:pos x="114" y="2"/>
                </a:cxn>
                <a:cxn ang="0">
                  <a:pos x="119" y="6"/>
                </a:cxn>
                <a:cxn ang="0">
                  <a:pos x="120" y="11"/>
                </a:cxn>
                <a:cxn ang="0">
                  <a:pos x="122" y="17"/>
                </a:cxn>
                <a:cxn ang="0">
                  <a:pos x="126" y="21"/>
                </a:cxn>
                <a:cxn ang="0">
                  <a:pos x="128" y="27"/>
                </a:cxn>
                <a:cxn ang="0">
                  <a:pos x="132" y="30"/>
                </a:cxn>
              </a:cxnLst>
              <a:rect l="0" t="0" r="r" b="b"/>
              <a:pathLst>
                <a:path w="133" h="62">
                  <a:moveTo>
                    <a:pt x="132" y="30"/>
                  </a:moveTo>
                  <a:cubicBezTo>
                    <a:pt x="133" y="31"/>
                    <a:pt x="133" y="34"/>
                    <a:pt x="133" y="36"/>
                  </a:cubicBezTo>
                  <a:cubicBezTo>
                    <a:pt x="133" y="37"/>
                    <a:pt x="132" y="39"/>
                    <a:pt x="131" y="40"/>
                  </a:cubicBezTo>
                  <a:cubicBezTo>
                    <a:pt x="130" y="41"/>
                    <a:pt x="126" y="40"/>
                    <a:pt x="125" y="40"/>
                  </a:cubicBezTo>
                  <a:cubicBezTo>
                    <a:pt x="124" y="41"/>
                    <a:pt x="123" y="43"/>
                    <a:pt x="122" y="44"/>
                  </a:cubicBezTo>
                  <a:cubicBezTo>
                    <a:pt x="122" y="45"/>
                    <a:pt x="120" y="47"/>
                    <a:pt x="119" y="47"/>
                  </a:cubicBezTo>
                  <a:cubicBezTo>
                    <a:pt x="117" y="48"/>
                    <a:pt x="114" y="48"/>
                    <a:pt x="112" y="48"/>
                  </a:cubicBezTo>
                  <a:cubicBezTo>
                    <a:pt x="111" y="48"/>
                    <a:pt x="109" y="46"/>
                    <a:pt x="107" y="45"/>
                  </a:cubicBezTo>
                  <a:cubicBezTo>
                    <a:pt x="106" y="44"/>
                    <a:pt x="104" y="44"/>
                    <a:pt x="102" y="44"/>
                  </a:cubicBezTo>
                  <a:cubicBezTo>
                    <a:pt x="101" y="43"/>
                    <a:pt x="100" y="41"/>
                    <a:pt x="99" y="41"/>
                  </a:cubicBezTo>
                  <a:cubicBezTo>
                    <a:pt x="98" y="40"/>
                    <a:pt x="96" y="40"/>
                    <a:pt x="94" y="40"/>
                  </a:cubicBezTo>
                  <a:cubicBezTo>
                    <a:pt x="93" y="39"/>
                    <a:pt x="90" y="39"/>
                    <a:pt x="88" y="39"/>
                  </a:cubicBezTo>
                  <a:cubicBezTo>
                    <a:pt x="86" y="39"/>
                    <a:pt x="82" y="39"/>
                    <a:pt x="80" y="39"/>
                  </a:cubicBezTo>
                  <a:cubicBezTo>
                    <a:pt x="78" y="40"/>
                    <a:pt x="74" y="41"/>
                    <a:pt x="71" y="41"/>
                  </a:cubicBezTo>
                  <a:cubicBezTo>
                    <a:pt x="70" y="41"/>
                    <a:pt x="67" y="40"/>
                    <a:pt x="65" y="40"/>
                  </a:cubicBezTo>
                  <a:cubicBezTo>
                    <a:pt x="63" y="40"/>
                    <a:pt x="59" y="41"/>
                    <a:pt x="57" y="42"/>
                  </a:cubicBezTo>
                  <a:cubicBezTo>
                    <a:pt x="56" y="42"/>
                    <a:pt x="53" y="44"/>
                    <a:pt x="52" y="45"/>
                  </a:cubicBezTo>
                  <a:cubicBezTo>
                    <a:pt x="50" y="46"/>
                    <a:pt x="45" y="47"/>
                    <a:pt x="44" y="49"/>
                  </a:cubicBezTo>
                  <a:cubicBezTo>
                    <a:pt x="43" y="49"/>
                    <a:pt x="43" y="51"/>
                    <a:pt x="43" y="52"/>
                  </a:cubicBezTo>
                  <a:cubicBezTo>
                    <a:pt x="43" y="53"/>
                    <a:pt x="42" y="55"/>
                    <a:pt x="41" y="56"/>
                  </a:cubicBezTo>
                  <a:cubicBezTo>
                    <a:pt x="41" y="57"/>
                    <a:pt x="39" y="59"/>
                    <a:pt x="38" y="59"/>
                  </a:cubicBezTo>
                  <a:cubicBezTo>
                    <a:pt x="38" y="60"/>
                    <a:pt x="37" y="61"/>
                    <a:pt x="37" y="61"/>
                  </a:cubicBezTo>
                  <a:cubicBezTo>
                    <a:pt x="36" y="62"/>
                    <a:pt x="35" y="62"/>
                    <a:pt x="34" y="62"/>
                  </a:cubicBezTo>
                  <a:cubicBezTo>
                    <a:pt x="33" y="62"/>
                    <a:pt x="31" y="62"/>
                    <a:pt x="31" y="61"/>
                  </a:cubicBezTo>
                  <a:cubicBezTo>
                    <a:pt x="31" y="61"/>
                    <a:pt x="31" y="60"/>
                    <a:pt x="31" y="59"/>
                  </a:cubicBezTo>
                  <a:cubicBezTo>
                    <a:pt x="32" y="58"/>
                    <a:pt x="33" y="55"/>
                    <a:pt x="34" y="54"/>
                  </a:cubicBezTo>
                  <a:cubicBezTo>
                    <a:pt x="34" y="52"/>
                    <a:pt x="35" y="47"/>
                    <a:pt x="34" y="45"/>
                  </a:cubicBezTo>
                  <a:cubicBezTo>
                    <a:pt x="34" y="43"/>
                    <a:pt x="31" y="41"/>
                    <a:pt x="30" y="40"/>
                  </a:cubicBezTo>
                  <a:cubicBezTo>
                    <a:pt x="29" y="39"/>
                    <a:pt x="25" y="38"/>
                    <a:pt x="24" y="36"/>
                  </a:cubicBezTo>
                  <a:cubicBezTo>
                    <a:pt x="23" y="35"/>
                    <a:pt x="23" y="32"/>
                    <a:pt x="21" y="31"/>
                  </a:cubicBezTo>
                  <a:cubicBezTo>
                    <a:pt x="20" y="29"/>
                    <a:pt x="15" y="29"/>
                    <a:pt x="14" y="27"/>
                  </a:cubicBezTo>
                  <a:cubicBezTo>
                    <a:pt x="13" y="26"/>
                    <a:pt x="12" y="24"/>
                    <a:pt x="11" y="22"/>
                  </a:cubicBezTo>
                  <a:cubicBezTo>
                    <a:pt x="11" y="21"/>
                    <a:pt x="9" y="19"/>
                    <a:pt x="8" y="19"/>
                  </a:cubicBezTo>
                  <a:cubicBezTo>
                    <a:pt x="7" y="18"/>
                    <a:pt x="5" y="17"/>
                    <a:pt x="4" y="16"/>
                  </a:cubicBezTo>
                  <a:cubicBezTo>
                    <a:pt x="3" y="16"/>
                    <a:pt x="0" y="14"/>
                    <a:pt x="1" y="13"/>
                  </a:cubicBezTo>
                  <a:cubicBezTo>
                    <a:pt x="1" y="12"/>
                    <a:pt x="3" y="11"/>
                    <a:pt x="4" y="11"/>
                  </a:cubicBezTo>
                  <a:cubicBezTo>
                    <a:pt x="5" y="11"/>
                    <a:pt x="8" y="11"/>
                    <a:pt x="9" y="10"/>
                  </a:cubicBezTo>
                  <a:cubicBezTo>
                    <a:pt x="10" y="10"/>
                    <a:pt x="12" y="8"/>
                    <a:pt x="13" y="7"/>
                  </a:cubicBezTo>
                  <a:cubicBezTo>
                    <a:pt x="15" y="7"/>
                    <a:pt x="19" y="5"/>
                    <a:pt x="21" y="5"/>
                  </a:cubicBezTo>
                  <a:cubicBezTo>
                    <a:pt x="22" y="5"/>
                    <a:pt x="25" y="6"/>
                    <a:pt x="26" y="7"/>
                  </a:cubicBezTo>
                  <a:cubicBezTo>
                    <a:pt x="28" y="7"/>
                    <a:pt x="32" y="7"/>
                    <a:pt x="34" y="7"/>
                  </a:cubicBezTo>
                  <a:cubicBezTo>
                    <a:pt x="35" y="8"/>
                    <a:pt x="38" y="10"/>
                    <a:pt x="39" y="10"/>
                  </a:cubicBezTo>
                  <a:cubicBezTo>
                    <a:pt x="41" y="11"/>
                    <a:pt x="45" y="11"/>
                    <a:pt x="46" y="11"/>
                  </a:cubicBezTo>
                  <a:cubicBezTo>
                    <a:pt x="49" y="11"/>
                    <a:pt x="53" y="10"/>
                    <a:pt x="56" y="10"/>
                  </a:cubicBezTo>
                  <a:cubicBezTo>
                    <a:pt x="57" y="9"/>
                    <a:pt x="61" y="9"/>
                    <a:pt x="63" y="8"/>
                  </a:cubicBezTo>
                  <a:cubicBezTo>
                    <a:pt x="64" y="7"/>
                    <a:pt x="67" y="5"/>
                    <a:pt x="69" y="4"/>
                  </a:cubicBezTo>
                  <a:cubicBezTo>
                    <a:pt x="70" y="4"/>
                    <a:pt x="72" y="3"/>
                    <a:pt x="74" y="3"/>
                  </a:cubicBezTo>
                  <a:cubicBezTo>
                    <a:pt x="75" y="3"/>
                    <a:pt x="78" y="3"/>
                    <a:pt x="80" y="3"/>
                  </a:cubicBezTo>
                  <a:cubicBezTo>
                    <a:pt x="81" y="2"/>
                    <a:pt x="83" y="1"/>
                    <a:pt x="84" y="1"/>
                  </a:cubicBezTo>
                  <a:cubicBezTo>
                    <a:pt x="85" y="0"/>
                    <a:pt x="89" y="1"/>
                    <a:pt x="90" y="1"/>
                  </a:cubicBezTo>
                  <a:cubicBezTo>
                    <a:pt x="93" y="1"/>
                    <a:pt x="98" y="0"/>
                    <a:pt x="100" y="0"/>
                  </a:cubicBezTo>
                  <a:cubicBezTo>
                    <a:pt x="101" y="0"/>
                    <a:pt x="103" y="1"/>
                    <a:pt x="104" y="1"/>
                  </a:cubicBezTo>
                  <a:cubicBezTo>
                    <a:pt x="106" y="2"/>
                    <a:pt x="108" y="2"/>
                    <a:pt x="110" y="2"/>
                  </a:cubicBezTo>
                  <a:cubicBezTo>
                    <a:pt x="111" y="2"/>
                    <a:pt x="113" y="2"/>
                    <a:pt x="114" y="2"/>
                  </a:cubicBezTo>
                  <a:cubicBezTo>
                    <a:pt x="115" y="3"/>
                    <a:pt x="118" y="4"/>
                    <a:pt x="119" y="6"/>
                  </a:cubicBezTo>
                  <a:cubicBezTo>
                    <a:pt x="120" y="7"/>
                    <a:pt x="120" y="10"/>
                    <a:pt x="120" y="11"/>
                  </a:cubicBezTo>
                  <a:cubicBezTo>
                    <a:pt x="121" y="13"/>
                    <a:pt x="121" y="16"/>
                    <a:pt x="122" y="17"/>
                  </a:cubicBezTo>
                  <a:cubicBezTo>
                    <a:pt x="123" y="18"/>
                    <a:pt x="125" y="20"/>
                    <a:pt x="126" y="21"/>
                  </a:cubicBezTo>
                  <a:cubicBezTo>
                    <a:pt x="127" y="22"/>
                    <a:pt x="127" y="25"/>
                    <a:pt x="128" y="27"/>
                  </a:cubicBezTo>
                  <a:cubicBezTo>
                    <a:pt x="129" y="28"/>
                    <a:pt x="132" y="29"/>
                    <a:pt x="132" y="3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28"/>
            <p:cNvSpPr>
              <a:spLocks/>
            </p:cNvSpPr>
            <p:nvPr/>
          </p:nvSpPr>
          <p:spPr bwMode="auto">
            <a:xfrm>
              <a:off x="3114675" y="3578226"/>
              <a:ext cx="627062" cy="266700"/>
            </a:xfrm>
            <a:custGeom>
              <a:avLst/>
              <a:gdLst/>
              <a:ahLst/>
              <a:cxnLst>
                <a:cxn ang="0">
                  <a:pos x="426" y="138"/>
                </a:cxn>
                <a:cxn ang="0">
                  <a:pos x="425" y="164"/>
                </a:cxn>
                <a:cxn ang="0">
                  <a:pos x="426" y="182"/>
                </a:cxn>
                <a:cxn ang="0">
                  <a:pos x="411" y="160"/>
                </a:cxn>
                <a:cxn ang="0">
                  <a:pos x="390" y="159"/>
                </a:cxn>
                <a:cxn ang="0">
                  <a:pos x="362" y="168"/>
                </a:cxn>
                <a:cxn ang="0">
                  <a:pos x="332" y="156"/>
                </a:cxn>
                <a:cxn ang="0">
                  <a:pos x="307" y="135"/>
                </a:cxn>
                <a:cxn ang="0">
                  <a:pos x="288" y="122"/>
                </a:cxn>
                <a:cxn ang="0">
                  <a:pos x="267" y="118"/>
                </a:cxn>
                <a:cxn ang="0">
                  <a:pos x="250" y="139"/>
                </a:cxn>
                <a:cxn ang="0">
                  <a:pos x="237" y="166"/>
                </a:cxn>
                <a:cxn ang="0">
                  <a:pos x="210" y="170"/>
                </a:cxn>
                <a:cxn ang="0">
                  <a:pos x="192" y="167"/>
                </a:cxn>
                <a:cxn ang="0">
                  <a:pos x="175" y="155"/>
                </a:cxn>
                <a:cxn ang="0">
                  <a:pos x="155" y="152"/>
                </a:cxn>
                <a:cxn ang="0">
                  <a:pos x="141" y="127"/>
                </a:cxn>
                <a:cxn ang="0">
                  <a:pos x="133" y="113"/>
                </a:cxn>
                <a:cxn ang="0">
                  <a:pos x="117" y="117"/>
                </a:cxn>
                <a:cxn ang="0">
                  <a:pos x="78" y="127"/>
                </a:cxn>
                <a:cxn ang="0">
                  <a:pos x="53" y="108"/>
                </a:cxn>
                <a:cxn ang="0">
                  <a:pos x="40" y="75"/>
                </a:cxn>
                <a:cxn ang="0">
                  <a:pos x="8" y="65"/>
                </a:cxn>
                <a:cxn ang="0">
                  <a:pos x="3" y="46"/>
                </a:cxn>
                <a:cxn ang="0">
                  <a:pos x="23" y="35"/>
                </a:cxn>
                <a:cxn ang="0">
                  <a:pos x="52" y="19"/>
                </a:cxn>
                <a:cxn ang="0">
                  <a:pos x="76" y="1"/>
                </a:cxn>
                <a:cxn ang="0">
                  <a:pos x="100" y="7"/>
                </a:cxn>
                <a:cxn ang="0">
                  <a:pos x="104" y="17"/>
                </a:cxn>
                <a:cxn ang="0">
                  <a:pos x="116" y="31"/>
                </a:cxn>
                <a:cxn ang="0">
                  <a:pos x="128" y="45"/>
                </a:cxn>
                <a:cxn ang="0">
                  <a:pos x="145" y="64"/>
                </a:cxn>
                <a:cxn ang="0">
                  <a:pos x="161" y="47"/>
                </a:cxn>
                <a:cxn ang="0">
                  <a:pos x="190" y="45"/>
                </a:cxn>
                <a:cxn ang="0">
                  <a:pos x="213" y="44"/>
                </a:cxn>
                <a:cxn ang="0">
                  <a:pos x="239" y="46"/>
                </a:cxn>
                <a:cxn ang="0">
                  <a:pos x="258" y="45"/>
                </a:cxn>
                <a:cxn ang="0">
                  <a:pos x="272" y="59"/>
                </a:cxn>
                <a:cxn ang="0">
                  <a:pos x="309" y="73"/>
                </a:cxn>
                <a:cxn ang="0">
                  <a:pos x="338" y="116"/>
                </a:cxn>
                <a:cxn ang="0">
                  <a:pos x="365" y="137"/>
                </a:cxn>
                <a:cxn ang="0">
                  <a:pos x="385" y="130"/>
                </a:cxn>
                <a:cxn ang="0">
                  <a:pos x="406" y="133"/>
                </a:cxn>
                <a:cxn ang="0">
                  <a:pos x="422" y="127"/>
                </a:cxn>
              </a:cxnLst>
              <a:rect l="0" t="0" r="r" b="b"/>
              <a:pathLst>
                <a:path w="430" h="182">
                  <a:moveTo>
                    <a:pt x="430" y="127"/>
                  </a:moveTo>
                  <a:cubicBezTo>
                    <a:pt x="430" y="128"/>
                    <a:pt x="429" y="130"/>
                    <a:pt x="429" y="131"/>
                  </a:cubicBezTo>
                  <a:cubicBezTo>
                    <a:pt x="428" y="133"/>
                    <a:pt x="426" y="136"/>
                    <a:pt x="426" y="138"/>
                  </a:cubicBezTo>
                  <a:cubicBezTo>
                    <a:pt x="426" y="140"/>
                    <a:pt x="426" y="143"/>
                    <a:pt x="426" y="145"/>
                  </a:cubicBezTo>
                  <a:cubicBezTo>
                    <a:pt x="426" y="147"/>
                    <a:pt x="424" y="151"/>
                    <a:pt x="423" y="153"/>
                  </a:cubicBezTo>
                  <a:cubicBezTo>
                    <a:pt x="423" y="156"/>
                    <a:pt x="424" y="161"/>
                    <a:pt x="425" y="164"/>
                  </a:cubicBezTo>
                  <a:cubicBezTo>
                    <a:pt x="425" y="167"/>
                    <a:pt x="428" y="171"/>
                    <a:pt x="429" y="174"/>
                  </a:cubicBezTo>
                  <a:cubicBezTo>
                    <a:pt x="429" y="176"/>
                    <a:pt x="428" y="180"/>
                    <a:pt x="428" y="182"/>
                  </a:cubicBezTo>
                  <a:cubicBezTo>
                    <a:pt x="427" y="182"/>
                    <a:pt x="426" y="182"/>
                    <a:pt x="426" y="182"/>
                  </a:cubicBezTo>
                  <a:cubicBezTo>
                    <a:pt x="424" y="182"/>
                    <a:pt x="419" y="182"/>
                    <a:pt x="418" y="180"/>
                  </a:cubicBezTo>
                  <a:cubicBezTo>
                    <a:pt x="416" y="179"/>
                    <a:pt x="416" y="174"/>
                    <a:pt x="415" y="172"/>
                  </a:cubicBezTo>
                  <a:cubicBezTo>
                    <a:pt x="414" y="169"/>
                    <a:pt x="414" y="161"/>
                    <a:pt x="411" y="160"/>
                  </a:cubicBezTo>
                  <a:cubicBezTo>
                    <a:pt x="409" y="158"/>
                    <a:pt x="404" y="160"/>
                    <a:pt x="401" y="160"/>
                  </a:cubicBezTo>
                  <a:cubicBezTo>
                    <a:pt x="400" y="160"/>
                    <a:pt x="398" y="161"/>
                    <a:pt x="397" y="161"/>
                  </a:cubicBezTo>
                  <a:cubicBezTo>
                    <a:pt x="395" y="161"/>
                    <a:pt x="392" y="160"/>
                    <a:pt x="390" y="159"/>
                  </a:cubicBezTo>
                  <a:cubicBezTo>
                    <a:pt x="387" y="159"/>
                    <a:pt x="380" y="158"/>
                    <a:pt x="377" y="160"/>
                  </a:cubicBezTo>
                  <a:cubicBezTo>
                    <a:pt x="375" y="161"/>
                    <a:pt x="374" y="167"/>
                    <a:pt x="372" y="169"/>
                  </a:cubicBezTo>
                  <a:cubicBezTo>
                    <a:pt x="370" y="170"/>
                    <a:pt x="364" y="169"/>
                    <a:pt x="362" y="168"/>
                  </a:cubicBezTo>
                  <a:cubicBezTo>
                    <a:pt x="359" y="168"/>
                    <a:pt x="354" y="167"/>
                    <a:pt x="351" y="166"/>
                  </a:cubicBezTo>
                  <a:cubicBezTo>
                    <a:pt x="349" y="166"/>
                    <a:pt x="345" y="165"/>
                    <a:pt x="343" y="164"/>
                  </a:cubicBezTo>
                  <a:cubicBezTo>
                    <a:pt x="340" y="162"/>
                    <a:pt x="334" y="159"/>
                    <a:pt x="332" y="156"/>
                  </a:cubicBezTo>
                  <a:cubicBezTo>
                    <a:pt x="329" y="154"/>
                    <a:pt x="324" y="148"/>
                    <a:pt x="321" y="145"/>
                  </a:cubicBezTo>
                  <a:cubicBezTo>
                    <a:pt x="320" y="144"/>
                    <a:pt x="317" y="140"/>
                    <a:pt x="316" y="139"/>
                  </a:cubicBezTo>
                  <a:cubicBezTo>
                    <a:pt x="314" y="138"/>
                    <a:pt x="309" y="136"/>
                    <a:pt x="307" y="135"/>
                  </a:cubicBezTo>
                  <a:cubicBezTo>
                    <a:pt x="305" y="133"/>
                    <a:pt x="303" y="129"/>
                    <a:pt x="301" y="128"/>
                  </a:cubicBezTo>
                  <a:cubicBezTo>
                    <a:pt x="300" y="127"/>
                    <a:pt x="296" y="126"/>
                    <a:pt x="294" y="125"/>
                  </a:cubicBezTo>
                  <a:cubicBezTo>
                    <a:pt x="292" y="124"/>
                    <a:pt x="289" y="123"/>
                    <a:pt x="288" y="122"/>
                  </a:cubicBezTo>
                  <a:cubicBezTo>
                    <a:pt x="286" y="121"/>
                    <a:pt x="285" y="117"/>
                    <a:pt x="283" y="116"/>
                  </a:cubicBezTo>
                  <a:cubicBezTo>
                    <a:pt x="281" y="115"/>
                    <a:pt x="275" y="115"/>
                    <a:pt x="273" y="115"/>
                  </a:cubicBezTo>
                  <a:cubicBezTo>
                    <a:pt x="271" y="116"/>
                    <a:pt x="269" y="117"/>
                    <a:pt x="267" y="118"/>
                  </a:cubicBezTo>
                  <a:cubicBezTo>
                    <a:pt x="265" y="119"/>
                    <a:pt x="261" y="122"/>
                    <a:pt x="259" y="123"/>
                  </a:cubicBezTo>
                  <a:cubicBezTo>
                    <a:pt x="257" y="125"/>
                    <a:pt x="253" y="128"/>
                    <a:pt x="252" y="130"/>
                  </a:cubicBezTo>
                  <a:cubicBezTo>
                    <a:pt x="251" y="132"/>
                    <a:pt x="251" y="137"/>
                    <a:pt x="250" y="139"/>
                  </a:cubicBezTo>
                  <a:cubicBezTo>
                    <a:pt x="249" y="142"/>
                    <a:pt x="245" y="148"/>
                    <a:pt x="244" y="151"/>
                  </a:cubicBezTo>
                  <a:cubicBezTo>
                    <a:pt x="243" y="154"/>
                    <a:pt x="244" y="161"/>
                    <a:pt x="242" y="163"/>
                  </a:cubicBezTo>
                  <a:cubicBezTo>
                    <a:pt x="241" y="165"/>
                    <a:pt x="238" y="166"/>
                    <a:pt x="237" y="166"/>
                  </a:cubicBezTo>
                  <a:cubicBezTo>
                    <a:pt x="235" y="167"/>
                    <a:pt x="231" y="165"/>
                    <a:pt x="229" y="165"/>
                  </a:cubicBezTo>
                  <a:cubicBezTo>
                    <a:pt x="226" y="165"/>
                    <a:pt x="220" y="166"/>
                    <a:pt x="217" y="167"/>
                  </a:cubicBezTo>
                  <a:cubicBezTo>
                    <a:pt x="215" y="168"/>
                    <a:pt x="212" y="170"/>
                    <a:pt x="210" y="170"/>
                  </a:cubicBezTo>
                  <a:cubicBezTo>
                    <a:pt x="208" y="171"/>
                    <a:pt x="204" y="172"/>
                    <a:pt x="202" y="172"/>
                  </a:cubicBezTo>
                  <a:cubicBezTo>
                    <a:pt x="200" y="173"/>
                    <a:pt x="197" y="172"/>
                    <a:pt x="195" y="172"/>
                  </a:cubicBezTo>
                  <a:cubicBezTo>
                    <a:pt x="194" y="171"/>
                    <a:pt x="193" y="168"/>
                    <a:pt x="192" y="167"/>
                  </a:cubicBezTo>
                  <a:cubicBezTo>
                    <a:pt x="191" y="166"/>
                    <a:pt x="187" y="165"/>
                    <a:pt x="185" y="164"/>
                  </a:cubicBezTo>
                  <a:cubicBezTo>
                    <a:pt x="184" y="163"/>
                    <a:pt x="180" y="162"/>
                    <a:pt x="179" y="161"/>
                  </a:cubicBezTo>
                  <a:cubicBezTo>
                    <a:pt x="178" y="160"/>
                    <a:pt x="177" y="157"/>
                    <a:pt x="175" y="155"/>
                  </a:cubicBezTo>
                  <a:cubicBezTo>
                    <a:pt x="175" y="154"/>
                    <a:pt x="173" y="152"/>
                    <a:pt x="172" y="152"/>
                  </a:cubicBezTo>
                  <a:cubicBezTo>
                    <a:pt x="170" y="151"/>
                    <a:pt x="165" y="153"/>
                    <a:pt x="163" y="153"/>
                  </a:cubicBezTo>
                  <a:cubicBezTo>
                    <a:pt x="161" y="153"/>
                    <a:pt x="157" y="153"/>
                    <a:pt x="155" y="152"/>
                  </a:cubicBezTo>
                  <a:cubicBezTo>
                    <a:pt x="153" y="151"/>
                    <a:pt x="150" y="148"/>
                    <a:pt x="150" y="146"/>
                  </a:cubicBezTo>
                  <a:cubicBezTo>
                    <a:pt x="149" y="143"/>
                    <a:pt x="151" y="138"/>
                    <a:pt x="150" y="136"/>
                  </a:cubicBezTo>
                  <a:cubicBezTo>
                    <a:pt x="149" y="133"/>
                    <a:pt x="144" y="128"/>
                    <a:pt x="141" y="127"/>
                  </a:cubicBezTo>
                  <a:cubicBezTo>
                    <a:pt x="140" y="126"/>
                    <a:pt x="137" y="126"/>
                    <a:pt x="136" y="125"/>
                  </a:cubicBezTo>
                  <a:cubicBezTo>
                    <a:pt x="134" y="124"/>
                    <a:pt x="131" y="120"/>
                    <a:pt x="131" y="118"/>
                  </a:cubicBezTo>
                  <a:cubicBezTo>
                    <a:pt x="131" y="116"/>
                    <a:pt x="134" y="114"/>
                    <a:pt x="133" y="113"/>
                  </a:cubicBezTo>
                  <a:cubicBezTo>
                    <a:pt x="133" y="111"/>
                    <a:pt x="130" y="111"/>
                    <a:pt x="128" y="111"/>
                  </a:cubicBezTo>
                  <a:cubicBezTo>
                    <a:pt x="127" y="111"/>
                    <a:pt x="124" y="111"/>
                    <a:pt x="123" y="111"/>
                  </a:cubicBezTo>
                  <a:cubicBezTo>
                    <a:pt x="121" y="112"/>
                    <a:pt x="119" y="116"/>
                    <a:pt x="117" y="117"/>
                  </a:cubicBezTo>
                  <a:cubicBezTo>
                    <a:pt x="116" y="119"/>
                    <a:pt x="113" y="124"/>
                    <a:pt x="111" y="125"/>
                  </a:cubicBezTo>
                  <a:cubicBezTo>
                    <a:pt x="108" y="127"/>
                    <a:pt x="100" y="127"/>
                    <a:pt x="97" y="128"/>
                  </a:cubicBezTo>
                  <a:cubicBezTo>
                    <a:pt x="92" y="128"/>
                    <a:pt x="83" y="128"/>
                    <a:pt x="78" y="127"/>
                  </a:cubicBezTo>
                  <a:cubicBezTo>
                    <a:pt x="76" y="126"/>
                    <a:pt x="71" y="123"/>
                    <a:pt x="68" y="122"/>
                  </a:cubicBezTo>
                  <a:cubicBezTo>
                    <a:pt x="66" y="120"/>
                    <a:pt x="63" y="118"/>
                    <a:pt x="61" y="116"/>
                  </a:cubicBezTo>
                  <a:cubicBezTo>
                    <a:pt x="59" y="114"/>
                    <a:pt x="55" y="110"/>
                    <a:pt x="53" y="108"/>
                  </a:cubicBezTo>
                  <a:cubicBezTo>
                    <a:pt x="51" y="105"/>
                    <a:pt x="47" y="98"/>
                    <a:pt x="45" y="94"/>
                  </a:cubicBezTo>
                  <a:cubicBezTo>
                    <a:pt x="44" y="92"/>
                    <a:pt x="43" y="88"/>
                    <a:pt x="43" y="85"/>
                  </a:cubicBezTo>
                  <a:cubicBezTo>
                    <a:pt x="42" y="83"/>
                    <a:pt x="42" y="77"/>
                    <a:pt x="40" y="75"/>
                  </a:cubicBezTo>
                  <a:cubicBezTo>
                    <a:pt x="39" y="74"/>
                    <a:pt x="34" y="72"/>
                    <a:pt x="31" y="71"/>
                  </a:cubicBezTo>
                  <a:cubicBezTo>
                    <a:pt x="28" y="70"/>
                    <a:pt x="23" y="70"/>
                    <a:pt x="20" y="70"/>
                  </a:cubicBezTo>
                  <a:cubicBezTo>
                    <a:pt x="17" y="69"/>
                    <a:pt x="11" y="67"/>
                    <a:pt x="8" y="65"/>
                  </a:cubicBezTo>
                  <a:cubicBezTo>
                    <a:pt x="7" y="63"/>
                    <a:pt x="6" y="59"/>
                    <a:pt x="5" y="57"/>
                  </a:cubicBezTo>
                  <a:cubicBezTo>
                    <a:pt x="4" y="56"/>
                    <a:pt x="1" y="55"/>
                    <a:pt x="1" y="54"/>
                  </a:cubicBezTo>
                  <a:cubicBezTo>
                    <a:pt x="0" y="52"/>
                    <a:pt x="2" y="47"/>
                    <a:pt x="3" y="46"/>
                  </a:cubicBezTo>
                  <a:cubicBezTo>
                    <a:pt x="4" y="44"/>
                    <a:pt x="6" y="42"/>
                    <a:pt x="7" y="41"/>
                  </a:cubicBezTo>
                  <a:cubicBezTo>
                    <a:pt x="9" y="39"/>
                    <a:pt x="13" y="38"/>
                    <a:pt x="15" y="37"/>
                  </a:cubicBezTo>
                  <a:cubicBezTo>
                    <a:pt x="17" y="36"/>
                    <a:pt x="21" y="36"/>
                    <a:pt x="23" y="35"/>
                  </a:cubicBezTo>
                  <a:cubicBezTo>
                    <a:pt x="24" y="34"/>
                    <a:pt x="26" y="32"/>
                    <a:pt x="27" y="32"/>
                  </a:cubicBezTo>
                  <a:cubicBezTo>
                    <a:pt x="30" y="30"/>
                    <a:pt x="35" y="28"/>
                    <a:pt x="38" y="26"/>
                  </a:cubicBezTo>
                  <a:cubicBezTo>
                    <a:pt x="41" y="24"/>
                    <a:pt x="49" y="21"/>
                    <a:pt x="52" y="19"/>
                  </a:cubicBezTo>
                  <a:cubicBezTo>
                    <a:pt x="54" y="17"/>
                    <a:pt x="58" y="14"/>
                    <a:pt x="60" y="13"/>
                  </a:cubicBezTo>
                  <a:cubicBezTo>
                    <a:pt x="62" y="11"/>
                    <a:pt x="66" y="8"/>
                    <a:pt x="68" y="6"/>
                  </a:cubicBezTo>
                  <a:cubicBezTo>
                    <a:pt x="69" y="5"/>
                    <a:pt x="73" y="2"/>
                    <a:pt x="76" y="1"/>
                  </a:cubicBezTo>
                  <a:cubicBezTo>
                    <a:pt x="78" y="0"/>
                    <a:pt x="83" y="1"/>
                    <a:pt x="86" y="1"/>
                  </a:cubicBezTo>
                  <a:cubicBezTo>
                    <a:pt x="88" y="2"/>
                    <a:pt x="92" y="5"/>
                    <a:pt x="94" y="6"/>
                  </a:cubicBezTo>
                  <a:cubicBezTo>
                    <a:pt x="96" y="6"/>
                    <a:pt x="98" y="7"/>
                    <a:pt x="100" y="7"/>
                  </a:cubicBezTo>
                  <a:cubicBezTo>
                    <a:pt x="101" y="7"/>
                    <a:pt x="104" y="6"/>
                    <a:pt x="105" y="6"/>
                  </a:cubicBezTo>
                  <a:cubicBezTo>
                    <a:pt x="106" y="7"/>
                    <a:pt x="106" y="9"/>
                    <a:pt x="106" y="10"/>
                  </a:cubicBezTo>
                  <a:cubicBezTo>
                    <a:pt x="106" y="12"/>
                    <a:pt x="105" y="15"/>
                    <a:pt x="104" y="17"/>
                  </a:cubicBezTo>
                  <a:cubicBezTo>
                    <a:pt x="104" y="18"/>
                    <a:pt x="105" y="22"/>
                    <a:pt x="106" y="23"/>
                  </a:cubicBezTo>
                  <a:cubicBezTo>
                    <a:pt x="107" y="25"/>
                    <a:pt x="110" y="28"/>
                    <a:pt x="111" y="29"/>
                  </a:cubicBezTo>
                  <a:cubicBezTo>
                    <a:pt x="113" y="30"/>
                    <a:pt x="115" y="30"/>
                    <a:pt x="116" y="31"/>
                  </a:cubicBezTo>
                  <a:cubicBezTo>
                    <a:pt x="118" y="32"/>
                    <a:pt x="119" y="36"/>
                    <a:pt x="120" y="37"/>
                  </a:cubicBezTo>
                  <a:cubicBezTo>
                    <a:pt x="121" y="38"/>
                    <a:pt x="121" y="41"/>
                    <a:pt x="122" y="41"/>
                  </a:cubicBezTo>
                  <a:cubicBezTo>
                    <a:pt x="123" y="43"/>
                    <a:pt x="127" y="44"/>
                    <a:pt x="128" y="45"/>
                  </a:cubicBezTo>
                  <a:cubicBezTo>
                    <a:pt x="130" y="47"/>
                    <a:pt x="130" y="54"/>
                    <a:pt x="132" y="56"/>
                  </a:cubicBezTo>
                  <a:cubicBezTo>
                    <a:pt x="133" y="58"/>
                    <a:pt x="135" y="62"/>
                    <a:pt x="137" y="63"/>
                  </a:cubicBezTo>
                  <a:cubicBezTo>
                    <a:pt x="139" y="64"/>
                    <a:pt x="143" y="64"/>
                    <a:pt x="145" y="64"/>
                  </a:cubicBezTo>
                  <a:cubicBezTo>
                    <a:pt x="147" y="63"/>
                    <a:pt x="150" y="62"/>
                    <a:pt x="151" y="61"/>
                  </a:cubicBezTo>
                  <a:cubicBezTo>
                    <a:pt x="153" y="60"/>
                    <a:pt x="155" y="55"/>
                    <a:pt x="157" y="53"/>
                  </a:cubicBezTo>
                  <a:cubicBezTo>
                    <a:pt x="158" y="52"/>
                    <a:pt x="160" y="49"/>
                    <a:pt x="161" y="47"/>
                  </a:cubicBezTo>
                  <a:cubicBezTo>
                    <a:pt x="163" y="46"/>
                    <a:pt x="166" y="45"/>
                    <a:pt x="168" y="44"/>
                  </a:cubicBezTo>
                  <a:cubicBezTo>
                    <a:pt x="171" y="44"/>
                    <a:pt x="176" y="44"/>
                    <a:pt x="178" y="44"/>
                  </a:cubicBezTo>
                  <a:cubicBezTo>
                    <a:pt x="181" y="44"/>
                    <a:pt x="187" y="45"/>
                    <a:pt x="190" y="45"/>
                  </a:cubicBezTo>
                  <a:cubicBezTo>
                    <a:pt x="192" y="45"/>
                    <a:pt x="196" y="43"/>
                    <a:pt x="198" y="42"/>
                  </a:cubicBezTo>
                  <a:cubicBezTo>
                    <a:pt x="199" y="41"/>
                    <a:pt x="203" y="38"/>
                    <a:pt x="205" y="39"/>
                  </a:cubicBezTo>
                  <a:cubicBezTo>
                    <a:pt x="207" y="39"/>
                    <a:pt x="211" y="43"/>
                    <a:pt x="213" y="44"/>
                  </a:cubicBezTo>
                  <a:cubicBezTo>
                    <a:pt x="215" y="45"/>
                    <a:pt x="219" y="47"/>
                    <a:pt x="221" y="47"/>
                  </a:cubicBezTo>
                  <a:cubicBezTo>
                    <a:pt x="224" y="47"/>
                    <a:pt x="228" y="47"/>
                    <a:pt x="231" y="47"/>
                  </a:cubicBezTo>
                  <a:cubicBezTo>
                    <a:pt x="233" y="46"/>
                    <a:pt x="237" y="46"/>
                    <a:pt x="239" y="46"/>
                  </a:cubicBezTo>
                  <a:cubicBezTo>
                    <a:pt x="241" y="45"/>
                    <a:pt x="244" y="43"/>
                    <a:pt x="245" y="43"/>
                  </a:cubicBezTo>
                  <a:cubicBezTo>
                    <a:pt x="247" y="42"/>
                    <a:pt x="251" y="42"/>
                    <a:pt x="253" y="42"/>
                  </a:cubicBezTo>
                  <a:cubicBezTo>
                    <a:pt x="254" y="43"/>
                    <a:pt x="257" y="44"/>
                    <a:pt x="258" y="45"/>
                  </a:cubicBezTo>
                  <a:cubicBezTo>
                    <a:pt x="259" y="47"/>
                    <a:pt x="260" y="50"/>
                    <a:pt x="260" y="52"/>
                  </a:cubicBezTo>
                  <a:cubicBezTo>
                    <a:pt x="261" y="53"/>
                    <a:pt x="262" y="56"/>
                    <a:pt x="263" y="56"/>
                  </a:cubicBezTo>
                  <a:cubicBezTo>
                    <a:pt x="265" y="58"/>
                    <a:pt x="270" y="58"/>
                    <a:pt x="272" y="59"/>
                  </a:cubicBezTo>
                  <a:cubicBezTo>
                    <a:pt x="275" y="59"/>
                    <a:pt x="280" y="60"/>
                    <a:pt x="283" y="61"/>
                  </a:cubicBezTo>
                  <a:cubicBezTo>
                    <a:pt x="286" y="62"/>
                    <a:pt x="292" y="65"/>
                    <a:pt x="295" y="67"/>
                  </a:cubicBezTo>
                  <a:cubicBezTo>
                    <a:pt x="298" y="68"/>
                    <a:pt x="306" y="71"/>
                    <a:pt x="309" y="73"/>
                  </a:cubicBezTo>
                  <a:cubicBezTo>
                    <a:pt x="312" y="76"/>
                    <a:pt x="316" y="83"/>
                    <a:pt x="319" y="86"/>
                  </a:cubicBezTo>
                  <a:cubicBezTo>
                    <a:pt x="322" y="90"/>
                    <a:pt x="327" y="98"/>
                    <a:pt x="330" y="102"/>
                  </a:cubicBezTo>
                  <a:cubicBezTo>
                    <a:pt x="332" y="106"/>
                    <a:pt x="336" y="113"/>
                    <a:pt x="338" y="116"/>
                  </a:cubicBezTo>
                  <a:cubicBezTo>
                    <a:pt x="339" y="119"/>
                    <a:pt x="342" y="126"/>
                    <a:pt x="344" y="128"/>
                  </a:cubicBezTo>
                  <a:cubicBezTo>
                    <a:pt x="347" y="131"/>
                    <a:pt x="353" y="134"/>
                    <a:pt x="357" y="135"/>
                  </a:cubicBezTo>
                  <a:cubicBezTo>
                    <a:pt x="359" y="136"/>
                    <a:pt x="363" y="137"/>
                    <a:pt x="365" y="137"/>
                  </a:cubicBezTo>
                  <a:cubicBezTo>
                    <a:pt x="367" y="136"/>
                    <a:pt x="369" y="135"/>
                    <a:pt x="371" y="135"/>
                  </a:cubicBezTo>
                  <a:cubicBezTo>
                    <a:pt x="372" y="134"/>
                    <a:pt x="374" y="132"/>
                    <a:pt x="376" y="131"/>
                  </a:cubicBezTo>
                  <a:cubicBezTo>
                    <a:pt x="378" y="130"/>
                    <a:pt x="383" y="130"/>
                    <a:pt x="385" y="130"/>
                  </a:cubicBezTo>
                  <a:cubicBezTo>
                    <a:pt x="386" y="130"/>
                    <a:pt x="388" y="132"/>
                    <a:pt x="389" y="132"/>
                  </a:cubicBezTo>
                  <a:cubicBezTo>
                    <a:pt x="391" y="133"/>
                    <a:pt x="396" y="134"/>
                    <a:pt x="398" y="134"/>
                  </a:cubicBezTo>
                  <a:cubicBezTo>
                    <a:pt x="400" y="134"/>
                    <a:pt x="404" y="133"/>
                    <a:pt x="406" y="133"/>
                  </a:cubicBezTo>
                  <a:cubicBezTo>
                    <a:pt x="407" y="133"/>
                    <a:pt x="410" y="133"/>
                    <a:pt x="411" y="133"/>
                  </a:cubicBezTo>
                  <a:cubicBezTo>
                    <a:pt x="413" y="133"/>
                    <a:pt x="417" y="131"/>
                    <a:pt x="419" y="130"/>
                  </a:cubicBezTo>
                  <a:cubicBezTo>
                    <a:pt x="420" y="130"/>
                    <a:pt x="421" y="127"/>
                    <a:pt x="422" y="127"/>
                  </a:cubicBezTo>
                  <a:cubicBezTo>
                    <a:pt x="423" y="126"/>
                    <a:pt x="427" y="126"/>
                    <a:pt x="428" y="126"/>
                  </a:cubicBezTo>
                  <a:cubicBezTo>
                    <a:pt x="429" y="126"/>
                    <a:pt x="429" y="127"/>
                    <a:pt x="430" y="1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29"/>
            <p:cNvSpPr>
              <a:spLocks/>
            </p:cNvSpPr>
            <p:nvPr/>
          </p:nvSpPr>
          <p:spPr bwMode="auto">
            <a:xfrm>
              <a:off x="3068638" y="3797301"/>
              <a:ext cx="647700" cy="249238"/>
            </a:xfrm>
            <a:custGeom>
              <a:avLst/>
              <a:gdLst/>
              <a:ahLst/>
              <a:cxnLst>
                <a:cxn ang="0">
                  <a:pos x="429" y="74"/>
                </a:cxn>
                <a:cxn ang="0">
                  <a:pos x="386" y="114"/>
                </a:cxn>
                <a:cxn ang="0">
                  <a:pos x="358" y="134"/>
                </a:cxn>
                <a:cxn ang="0">
                  <a:pos x="322" y="139"/>
                </a:cxn>
                <a:cxn ang="0">
                  <a:pos x="294" y="164"/>
                </a:cxn>
                <a:cxn ang="0">
                  <a:pos x="264" y="164"/>
                </a:cxn>
                <a:cxn ang="0">
                  <a:pos x="244" y="160"/>
                </a:cxn>
                <a:cxn ang="0">
                  <a:pos x="218" y="153"/>
                </a:cxn>
                <a:cxn ang="0">
                  <a:pos x="213" y="129"/>
                </a:cxn>
                <a:cxn ang="0">
                  <a:pos x="199" y="118"/>
                </a:cxn>
                <a:cxn ang="0">
                  <a:pos x="172" y="112"/>
                </a:cxn>
                <a:cxn ang="0">
                  <a:pos x="146" y="99"/>
                </a:cxn>
                <a:cxn ang="0">
                  <a:pos x="127" y="85"/>
                </a:cxn>
                <a:cxn ang="0">
                  <a:pos x="108" y="95"/>
                </a:cxn>
                <a:cxn ang="0">
                  <a:pos x="86" y="98"/>
                </a:cxn>
                <a:cxn ang="0">
                  <a:pos x="83" y="124"/>
                </a:cxn>
                <a:cxn ang="0">
                  <a:pos x="65" y="136"/>
                </a:cxn>
                <a:cxn ang="0">
                  <a:pos x="42" y="137"/>
                </a:cxn>
                <a:cxn ang="0">
                  <a:pos x="18" y="120"/>
                </a:cxn>
                <a:cxn ang="0">
                  <a:pos x="7" y="93"/>
                </a:cxn>
                <a:cxn ang="0">
                  <a:pos x="1" y="76"/>
                </a:cxn>
                <a:cxn ang="0">
                  <a:pos x="9" y="60"/>
                </a:cxn>
                <a:cxn ang="0">
                  <a:pos x="4" y="32"/>
                </a:cxn>
                <a:cxn ang="0">
                  <a:pos x="20" y="16"/>
                </a:cxn>
                <a:cxn ang="0">
                  <a:pos x="59" y="7"/>
                </a:cxn>
                <a:cxn ang="0">
                  <a:pos x="97" y="6"/>
                </a:cxn>
                <a:cxn ang="0">
                  <a:pos x="139" y="28"/>
                </a:cxn>
                <a:cxn ang="0">
                  <a:pos x="174" y="45"/>
                </a:cxn>
                <a:cxn ang="0">
                  <a:pos x="202" y="52"/>
                </a:cxn>
                <a:cxn ang="0">
                  <a:pos x="226" y="56"/>
                </a:cxn>
                <a:cxn ang="0">
                  <a:pos x="249" y="62"/>
                </a:cxn>
                <a:cxn ang="0">
                  <a:pos x="268" y="45"/>
                </a:cxn>
                <a:cxn ang="0">
                  <a:pos x="293" y="42"/>
                </a:cxn>
                <a:cxn ang="0">
                  <a:pos x="304" y="25"/>
                </a:cxn>
                <a:cxn ang="0">
                  <a:pos x="319" y="10"/>
                </a:cxn>
                <a:cxn ang="0">
                  <a:pos x="340" y="31"/>
                </a:cxn>
                <a:cxn ang="0">
                  <a:pos x="362" y="40"/>
                </a:cxn>
                <a:cxn ang="0">
                  <a:pos x="380" y="53"/>
                </a:cxn>
                <a:cxn ang="0">
                  <a:pos x="394" y="63"/>
                </a:cxn>
                <a:cxn ang="0">
                  <a:pos x="387" y="51"/>
                </a:cxn>
                <a:cxn ang="0">
                  <a:pos x="392" y="47"/>
                </a:cxn>
                <a:cxn ang="0">
                  <a:pos x="411" y="55"/>
                </a:cxn>
                <a:cxn ang="0">
                  <a:pos x="406" y="48"/>
                </a:cxn>
                <a:cxn ang="0">
                  <a:pos x="402" y="37"/>
                </a:cxn>
                <a:cxn ang="0">
                  <a:pos x="416" y="39"/>
                </a:cxn>
                <a:cxn ang="0">
                  <a:pos x="429" y="42"/>
                </a:cxn>
              </a:cxnLst>
              <a:rect l="0" t="0" r="r" b="b"/>
              <a:pathLst>
                <a:path w="444" h="170">
                  <a:moveTo>
                    <a:pt x="441" y="51"/>
                  </a:moveTo>
                  <a:cubicBezTo>
                    <a:pt x="442" y="53"/>
                    <a:pt x="444" y="55"/>
                    <a:pt x="443" y="57"/>
                  </a:cubicBezTo>
                  <a:cubicBezTo>
                    <a:pt x="443" y="62"/>
                    <a:pt x="433" y="70"/>
                    <a:pt x="429" y="74"/>
                  </a:cubicBezTo>
                  <a:cubicBezTo>
                    <a:pt x="425" y="79"/>
                    <a:pt x="417" y="88"/>
                    <a:pt x="413" y="92"/>
                  </a:cubicBezTo>
                  <a:cubicBezTo>
                    <a:pt x="410" y="96"/>
                    <a:pt x="403" y="103"/>
                    <a:pt x="399" y="107"/>
                  </a:cubicBezTo>
                  <a:cubicBezTo>
                    <a:pt x="396" y="109"/>
                    <a:pt x="389" y="112"/>
                    <a:pt x="386" y="114"/>
                  </a:cubicBezTo>
                  <a:cubicBezTo>
                    <a:pt x="384" y="116"/>
                    <a:pt x="379" y="119"/>
                    <a:pt x="376" y="121"/>
                  </a:cubicBezTo>
                  <a:cubicBezTo>
                    <a:pt x="374" y="123"/>
                    <a:pt x="371" y="131"/>
                    <a:pt x="368" y="132"/>
                  </a:cubicBezTo>
                  <a:cubicBezTo>
                    <a:pt x="366" y="134"/>
                    <a:pt x="360" y="134"/>
                    <a:pt x="358" y="134"/>
                  </a:cubicBezTo>
                  <a:cubicBezTo>
                    <a:pt x="354" y="134"/>
                    <a:pt x="347" y="134"/>
                    <a:pt x="344" y="135"/>
                  </a:cubicBezTo>
                  <a:cubicBezTo>
                    <a:pt x="341" y="135"/>
                    <a:pt x="336" y="135"/>
                    <a:pt x="334" y="135"/>
                  </a:cubicBezTo>
                  <a:cubicBezTo>
                    <a:pt x="331" y="136"/>
                    <a:pt x="325" y="138"/>
                    <a:pt x="322" y="139"/>
                  </a:cubicBezTo>
                  <a:cubicBezTo>
                    <a:pt x="320" y="141"/>
                    <a:pt x="316" y="144"/>
                    <a:pt x="314" y="146"/>
                  </a:cubicBezTo>
                  <a:cubicBezTo>
                    <a:pt x="311" y="149"/>
                    <a:pt x="307" y="156"/>
                    <a:pt x="304" y="159"/>
                  </a:cubicBezTo>
                  <a:cubicBezTo>
                    <a:pt x="302" y="160"/>
                    <a:pt x="297" y="163"/>
                    <a:pt x="294" y="164"/>
                  </a:cubicBezTo>
                  <a:cubicBezTo>
                    <a:pt x="291" y="164"/>
                    <a:pt x="286" y="163"/>
                    <a:pt x="283" y="164"/>
                  </a:cubicBezTo>
                  <a:cubicBezTo>
                    <a:pt x="280" y="164"/>
                    <a:pt x="277" y="169"/>
                    <a:pt x="274" y="169"/>
                  </a:cubicBezTo>
                  <a:cubicBezTo>
                    <a:pt x="271" y="170"/>
                    <a:pt x="266" y="166"/>
                    <a:pt x="264" y="164"/>
                  </a:cubicBezTo>
                  <a:cubicBezTo>
                    <a:pt x="263" y="164"/>
                    <a:pt x="261" y="161"/>
                    <a:pt x="260" y="160"/>
                  </a:cubicBezTo>
                  <a:cubicBezTo>
                    <a:pt x="258" y="160"/>
                    <a:pt x="254" y="161"/>
                    <a:pt x="253" y="161"/>
                  </a:cubicBezTo>
                  <a:cubicBezTo>
                    <a:pt x="250" y="161"/>
                    <a:pt x="246" y="160"/>
                    <a:pt x="244" y="160"/>
                  </a:cubicBezTo>
                  <a:cubicBezTo>
                    <a:pt x="241" y="160"/>
                    <a:pt x="237" y="161"/>
                    <a:pt x="234" y="161"/>
                  </a:cubicBezTo>
                  <a:cubicBezTo>
                    <a:pt x="232" y="161"/>
                    <a:pt x="227" y="160"/>
                    <a:pt x="225" y="159"/>
                  </a:cubicBezTo>
                  <a:cubicBezTo>
                    <a:pt x="223" y="158"/>
                    <a:pt x="219" y="155"/>
                    <a:pt x="218" y="153"/>
                  </a:cubicBezTo>
                  <a:cubicBezTo>
                    <a:pt x="217" y="151"/>
                    <a:pt x="216" y="146"/>
                    <a:pt x="215" y="144"/>
                  </a:cubicBezTo>
                  <a:cubicBezTo>
                    <a:pt x="214" y="142"/>
                    <a:pt x="212" y="139"/>
                    <a:pt x="212" y="137"/>
                  </a:cubicBezTo>
                  <a:cubicBezTo>
                    <a:pt x="212" y="135"/>
                    <a:pt x="213" y="131"/>
                    <a:pt x="213" y="129"/>
                  </a:cubicBezTo>
                  <a:cubicBezTo>
                    <a:pt x="213" y="127"/>
                    <a:pt x="212" y="123"/>
                    <a:pt x="211" y="121"/>
                  </a:cubicBezTo>
                  <a:cubicBezTo>
                    <a:pt x="211" y="120"/>
                    <a:pt x="209" y="118"/>
                    <a:pt x="207" y="117"/>
                  </a:cubicBezTo>
                  <a:cubicBezTo>
                    <a:pt x="205" y="117"/>
                    <a:pt x="201" y="118"/>
                    <a:pt x="199" y="118"/>
                  </a:cubicBezTo>
                  <a:cubicBezTo>
                    <a:pt x="197" y="119"/>
                    <a:pt x="192" y="120"/>
                    <a:pt x="190" y="119"/>
                  </a:cubicBezTo>
                  <a:cubicBezTo>
                    <a:pt x="187" y="119"/>
                    <a:pt x="182" y="117"/>
                    <a:pt x="179" y="116"/>
                  </a:cubicBezTo>
                  <a:cubicBezTo>
                    <a:pt x="177" y="115"/>
                    <a:pt x="174" y="113"/>
                    <a:pt x="172" y="112"/>
                  </a:cubicBezTo>
                  <a:cubicBezTo>
                    <a:pt x="170" y="111"/>
                    <a:pt x="167" y="109"/>
                    <a:pt x="165" y="108"/>
                  </a:cubicBezTo>
                  <a:cubicBezTo>
                    <a:pt x="162" y="106"/>
                    <a:pt x="156" y="103"/>
                    <a:pt x="154" y="102"/>
                  </a:cubicBezTo>
                  <a:cubicBezTo>
                    <a:pt x="152" y="101"/>
                    <a:pt x="148" y="99"/>
                    <a:pt x="146" y="99"/>
                  </a:cubicBezTo>
                  <a:cubicBezTo>
                    <a:pt x="145" y="98"/>
                    <a:pt x="142" y="96"/>
                    <a:pt x="141" y="95"/>
                  </a:cubicBezTo>
                  <a:cubicBezTo>
                    <a:pt x="139" y="94"/>
                    <a:pt x="137" y="90"/>
                    <a:pt x="135" y="89"/>
                  </a:cubicBezTo>
                  <a:cubicBezTo>
                    <a:pt x="133" y="87"/>
                    <a:pt x="129" y="86"/>
                    <a:pt x="127" y="85"/>
                  </a:cubicBezTo>
                  <a:cubicBezTo>
                    <a:pt x="125" y="85"/>
                    <a:pt x="121" y="84"/>
                    <a:pt x="120" y="85"/>
                  </a:cubicBezTo>
                  <a:cubicBezTo>
                    <a:pt x="118" y="86"/>
                    <a:pt x="116" y="90"/>
                    <a:pt x="115" y="91"/>
                  </a:cubicBezTo>
                  <a:cubicBezTo>
                    <a:pt x="113" y="93"/>
                    <a:pt x="110" y="95"/>
                    <a:pt x="108" y="95"/>
                  </a:cubicBezTo>
                  <a:cubicBezTo>
                    <a:pt x="106" y="96"/>
                    <a:pt x="102" y="96"/>
                    <a:pt x="100" y="97"/>
                  </a:cubicBezTo>
                  <a:cubicBezTo>
                    <a:pt x="98" y="98"/>
                    <a:pt x="96" y="100"/>
                    <a:pt x="94" y="100"/>
                  </a:cubicBezTo>
                  <a:cubicBezTo>
                    <a:pt x="92" y="100"/>
                    <a:pt x="88" y="98"/>
                    <a:pt x="86" y="98"/>
                  </a:cubicBezTo>
                  <a:cubicBezTo>
                    <a:pt x="84" y="98"/>
                    <a:pt x="80" y="101"/>
                    <a:pt x="79" y="103"/>
                  </a:cubicBezTo>
                  <a:cubicBezTo>
                    <a:pt x="77" y="105"/>
                    <a:pt x="78" y="111"/>
                    <a:pt x="78" y="114"/>
                  </a:cubicBezTo>
                  <a:cubicBezTo>
                    <a:pt x="79" y="117"/>
                    <a:pt x="83" y="121"/>
                    <a:pt x="83" y="124"/>
                  </a:cubicBezTo>
                  <a:cubicBezTo>
                    <a:pt x="82" y="127"/>
                    <a:pt x="79" y="131"/>
                    <a:pt x="77" y="132"/>
                  </a:cubicBezTo>
                  <a:cubicBezTo>
                    <a:pt x="75" y="133"/>
                    <a:pt x="71" y="132"/>
                    <a:pt x="70" y="133"/>
                  </a:cubicBezTo>
                  <a:cubicBezTo>
                    <a:pt x="68" y="133"/>
                    <a:pt x="67" y="136"/>
                    <a:pt x="65" y="136"/>
                  </a:cubicBezTo>
                  <a:cubicBezTo>
                    <a:pt x="64" y="137"/>
                    <a:pt x="60" y="135"/>
                    <a:pt x="58" y="135"/>
                  </a:cubicBezTo>
                  <a:cubicBezTo>
                    <a:pt x="57" y="135"/>
                    <a:pt x="53" y="138"/>
                    <a:pt x="52" y="138"/>
                  </a:cubicBezTo>
                  <a:cubicBezTo>
                    <a:pt x="49" y="138"/>
                    <a:pt x="44" y="138"/>
                    <a:pt x="42" y="137"/>
                  </a:cubicBezTo>
                  <a:cubicBezTo>
                    <a:pt x="39" y="136"/>
                    <a:pt x="36" y="132"/>
                    <a:pt x="34" y="130"/>
                  </a:cubicBezTo>
                  <a:cubicBezTo>
                    <a:pt x="32" y="128"/>
                    <a:pt x="28" y="125"/>
                    <a:pt x="26" y="123"/>
                  </a:cubicBezTo>
                  <a:cubicBezTo>
                    <a:pt x="24" y="122"/>
                    <a:pt x="20" y="121"/>
                    <a:pt x="18" y="120"/>
                  </a:cubicBezTo>
                  <a:cubicBezTo>
                    <a:pt x="16" y="118"/>
                    <a:pt x="14" y="113"/>
                    <a:pt x="12" y="111"/>
                  </a:cubicBezTo>
                  <a:cubicBezTo>
                    <a:pt x="11" y="110"/>
                    <a:pt x="9" y="107"/>
                    <a:pt x="9" y="106"/>
                  </a:cubicBezTo>
                  <a:cubicBezTo>
                    <a:pt x="8" y="103"/>
                    <a:pt x="7" y="97"/>
                    <a:pt x="7" y="93"/>
                  </a:cubicBezTo>
                  <a:cubicBezTo>
                    <a:pt x="7" y="91"/>
                    <a:pt x="9" y="87"/>
                    <a:pt x="8" y="84"/>
                  </a:cubicBezTo>
                  <a:cubicBezTo>
                    <a:pt x="8" y="83"/>
                    <a:pt x="6" y="81"/>
                    <a:pt x="6" y="80"/>
                  </a:cubicBezTo>
                  <a:cubicBezTo>
                    <a:pt x="5" y="79"/>
                    <a:pt x="1" y="78"/>
                    <a:pt x="1" y="76"/>
                  </a:cubicBezTo>
                  <a:cubicBezTo>
                    <a:pt x="0" y="75"/>
                    <a:pt x="0" y="72"/>
                    <a:pt x="0" y="70"/>
                  </a:cubicBezTo>
                  <a:cubicBezTo>
                    <a:pt x="1" y="68"/>
                    <a:pt x="4" y="66"/>
                    <a:pt x="5" y="65"/>
                  </a:cubicBezTo>
                  <a:cubicBezTo>
                    <a:pt x="6" y="64"/>
                    <a:pt x="9" y="61"/>
                    <a:pt x="9" y="60"/>
                  </a:cubicBezTo>
                  <a:cubicBezTo>
                    <a:pt x="10" y="57"/>
                    <a:pt x="9" y="53"/>
                    <a:pt x="10" y="50"/>
                  </a:cubicBezTo>
                  <a:cubicBezTo>
                    <a:pt x="10" y="48"/>
                    <a:pt x="11" y="43"/>
                    <a:pt x="10" y="41"/>
                  </a:cubicBezTo>
                  <a:cubicBezTo>
                    <a:pt x="9" y="38"/>
                    <a:pt x="5" y="35"/>
                    <a:pt x="4" y="32"/>
                  </a:cubicBezTo>
                  <a:cubicBezTo>
                    <a:pt x="3" y="31"/>
                    <a:pt x="1" y="29"/>
                    <a:pt x="1" y="27"/>
                  </a:cubicBezTo>
                  <a:cubicBezTo>
                    <a:pt x="2" y="24"/>
                    <a:pt x="9" y="21"/>
                    <a:pt x="11" y="20"/>
                  </a:cubicBezTo>
                  <a:cubicBezTo>
                    <a:pt x="13" y="18"/>
                    <a:pt x="18" y="16"/>
                    <a:pt x="20" y="16"/>
                  </a:cubicBezTo>
                  <a:cubicBezTo>
                    <a:pt x="24" y="14"/>
                    <a:pt x="32" y="14"/>
                    <a:pt x="36" y="13"/>
                  </a:cubicBezTo>
                  <a:cubicBezTo>
                    <a:pt x="39" y="13"/>
                    <a:pt x="45" y="14"/>
                    <a:pt x="48" y="13"/>
                  </a:cubicBezTo>
                  <a:cubicBezTo>
                    <a:pt x="51" y="12"/>
                    <a:pt x="56" y="8"/>
                    <a:pt x="59" y="7"/>
                  </a:cubicBezTo>
                  <a:cubicBezTo>
                    <a:pt x="62" y="5"/>
                    <a:pt x="68" y="2"/>
                    <a:pt x="72" y="1"/>
                  </a:cubicBezTo>
                  <a:cubicBezTo>
                    <a:pt x="74" y="0"/>
                    <a:pt x="80" y="0"/>
                    <a:pt x="83" y="1"/>
                  </a:cubicBezTo>
                  <a:cubicBezTo>
                    <a:pt x="86" y="1"/>
                    <a:pt x="93" y="4"/>
                    <a:pt x="97" y="6"/>
                  </a:cubicBezTo>
                  <a:cubicBezTo>
                    <a:pt x="100" y="7"/>
                    <a:pt x="107" y="10"/>
                    <a:pt x="110" y="12"/>
                  </a:cubicBezTo>
                  <a:cubicBezTo>
                    <a:pt x="115" y="15"/>
                    <a:pt x="121" y="21"/>
                    <a:pt x="126" y="24"/>
                  </a:cubicBezTo>
                  <a:cubicBezTo>
                    <a:pt x="129" y="25"/>
                    <a:pt x="136" y="27"/>
                    <a:pt x="139" y="28"/>
                  </a:cubicBezTo>
                  <a:cubicBezTo>
                    <a:pt x="142" y="29"/>
                    <a:pt x="149" y="30"/>
                    <a:pt x="153" y="31"/>
                  </a:cubicBezTo>
                  <a:cubicBezTo>
                    <a:pt x="156" y="32"/>
                    <a:pt x="162" y="33"/>
                    <a:pt x="164" y="35"/>
                  </a:cubicBezTo>
                  <a:cubicBezTo>
                    <a:pt x="167" y="36"/>
                    <a:pt x="171" y="42"/>
                    <a:pt x="174" y="45"/>
                  </a:cubicBezTo>
                  <a:cubicBezTo>
                    <a:pt x="177" y="47"/>
                    <a:pt x="182" y="53"/>
                    <a:pt x="186" y="54"/>
                  </a:cubicBezTo>
                  <a:cubicBezTo>
                    <a:pt x="188" y="55"/>
                    <a:pt x="193" y="56"/>
                    <a:pt x="196" y="56"/>
                  </a:cubicBezTo>
                  <a:cubicBezTo>
                    <a:pt x="198" y="56"/>
                    <a:pt x="201" y="53"/>
                    <a:pt x="202" y="52"/>
                  </a:cubicBezTo>
                  <a:cubicBezTo>
                    <a:pt x="204" y="52"/>
                    <a:pt x="206" y="49"/>
                    <a:pt x="208" y="48"/>
                  </a:cubicBezTo>
                  <a:cubicBezTo>
                    <a:pt x="210" y="47"/>
                    <a:pt x="216" y="49"/>
                    <a:pt x="219" y="50"/>
                  </a:cubicBezTo>
                  <a:cubicBezTo>
                    <a:pt x="221" y="51"/>
                    <a:pt x="224" y="55"/>
                    <a:pt x="226" y="56"/>
                  </a:cubicBezTo>
                  <a:cubicBezTo>
                    <a:pt x="228" y="57"/>
                    <a:pt x="231" y="58"/>
                    <a:pt x="233" y="59"/>
                  </a:cubicBezTo>
                  <a:cubicBezTo>
                    <a:pt x="235" y="59"/>
                    <a:pt x="238" y="59"/>
                    <a:pt x="240" y="59"/>
                  </a:cubicBezTo>
                  <a:cubicBezTo>
                    <a:pt x="242" y="60"/>
                    <a:pt x="246" y="62"/>
                    <a:pt x="249" y="62"/>
                  </a:cubicBezTo>
                  <a:cubicBezTo>
                    <a:pt x="250" y="61"/>
                    <a:pt x="254" y="60"/>
                    <a:pt x="255" y="59"/>
                  </a:cubicBezTo>
                  <a:cubicBezTo>
                    <a:pt x="258" y="58"/>
                    <a:pt x="263" y="55"/>
                    <a:pt x="265" y="53"/>
                  </a:cubicBezTo>
                  <a:cubicBezTo>
                    <a:pt x="267" y="51"/>
                    <a:pt x="267" y="47"/>
                    <a:pt x="268" y="45"/>
                  </a:cubicBezTo>
                  <a:cubicBezTo>
                    <a:pt x="269" y="44"/>
                    <a:pt x="272" y="43"/>
                    <a:pt x="273" y="42"/>
                  </a:cubicBezTo>
                  <a:cubicBezTo>
                    <a:pt x="276" y="41"/>
                    <a:pt x="281" y="40"/>
                    <a:pt x="284" y="40"/>
                  </a:cubicBezTo>
                  <a:cubicBezTo>
                    <a:pt x="286" y="40"/>
                    <a:pt x="291" y="42"/>
                    <a:pt x="293" y="42"/>
                  </a:cubicBezTo>
                  <a:cubicBezTo>
                    <a:pt x="295" y="42"/>
                    <a:pt x="300" y="42"/>
                    <a:pt x="301" y="40"/>
                  </a:cubicBezTo>
                  <a:cubicBezTo>
                    <a:pt x="303" y="39"/>
                    <a:pt x="304" y="36"/>
                    <a:pt x="305" y="34"/>
                  </a:cubicBezTo>
                  <a:cubicBezTo>
                    <a:pt x="305" y="32"/>
                    <a:pt x="304" y="27"/>
                    <a:pt x="304" y="25"/>
                  </a:cubicBezTo>
                  <a:cubicBezTo>
                    <a:pt x="304" y="23"/>
                    <a:pt x="303" y="19"/>
                    <a:pt x="304" y="17"/>
                  </a:cubicBezTo>
                  <a:cubicBezTo>
                    <a:pt x="305" y="14"/>
                    <a:pt x="308" y="9"/>
                    <a:pt x="310" y="8"/>
                  </a:cubicBezTo>
                  <a:cubicBezTo>
                    <a:pt x="312" y="7"/>
                    <a:pt x="317" y="9"/>
                    <a:pt x="319" y="10"/>
                  </a:cubicBezTo>
                  <a:cubicBezTo>
                    <a:pt x="321" y="10"/>
                    <a:pt x="325" y="13"/>
                    <a:pt x="326" y="14"/>
                  </a:cubicBezTo>
                  <a:cubicBezTo>
                    <a:pt x="328" y="15"/>
                    <a:pt x="332" y="18"/>
                    <a:pt x="334" y="20"/>
                  </a:cubicBezTo>
                  <a:cubicBezTo>
                    <a:pt x="336" y="22"/>
                    <a:pt x="338" y="28"/>
                    <a:pt x="340" y="31"/>
                  </a:cubicBezTo>
                  <a:cubicBezTo>
                    <a:pt x="341" y="33"/>
                    <a:pt x="345" y="37"/>
                    <a:pt x="348" y="38"/>
                  </a:cubicBezTo>
                  <a:cubicBezTo>
                    <a:pt x="350" y="39"/>
                    <a:pt x="354" y="41"/>
                    <a:pt x="356" y="41"/>
                  </a:cubicBezTo>
                  <a:cubicBezTo>
                    <a:pt x="358" y="41"/>
                    <a:pt x="360" y="40"/>
                    <a:pt x="362" y="40"/>
                  </a:cubicBezTo>
                  <a:cubicBezTo>
                    <a:pt x="363" y="40"/>
                    <a:pt x="367" y="42"/>
                    <a:pt x="369" y="43"/>
                  </a:cubicBezTo>
                  <a:cubicBezTo>
                    <a:pt x="370" y="44"/>
                    <a:pt x="374" y="46"/>
                    <a:pt x="375" y="48"/>
                  </a:cubicBezTo>
                  <a:cubicBezTo>
                    <a:pt x="377" y="49"/>
                    <a:pt x="378" y="52"/>
                    <a:pt x="380" y="53"/>
                  </a:cubicBezTo>
                  <a:cubicBezTo>
                    <a:pt x="381" y="54"/>
                    <a:pt x="383" y="55"/>
                    <a:pt x="385" y="56"/>
                  </a:cubicBezTo>
                  <a:cubicBezTo>
                    <a:pt x="386" y="58"/>
                    <a:pt x="388" y="62"/>
                    <a:pt x="389" y="63"/>
                  </a:cubicBezTo>
                  <a:cubicBezTo>
                    <a:pt x="390" y="64"/>
                    <a:pt x="393" y="64"/>
                    <a:pt x="394" y="63"/>
                  </a:cubicBezTo>
                  <a:cubicBezTo>
                    <a:pt x="395" y="63"/>
                    <a:pt x="395" y="60"/>
                    <a:pt x="394" y="59"/>
                  </a:cubicBezTo>
                  <a:cubicBezTo>
                    <a:pt x="394" y="58"/>
                    <a:pt x="391" y="56"/>
                    <a:pt x="390" y="55"/>
                  </a:cubicBezTo>
                  <a:cubicBezTo>
                    <a:pt x="389" y="54"/>
                    <a:pt x="387" y="52"/>
                    <a:pt x="387" y="51"/>
                  </a:cubicBezTo>
                  <a:cubicBezTo>
                    <a:pt x="387" y="49"/>
                    <a:pt x="386" y="46"/>
                    <a:pt x="387" y="45"/>
                  </a:cubicBezTo>
                  <a:cubicBezTo>
                    <a:pt x="387" y="45"/>
                    <a:pt x="389" y="44"/>
                    <a:pt x="390" y="44"/>
                  </a:cubicBezTo>
                  <a:cubicBezTo>
                    <a:pt x="391" y="44"/>
                    <a:pt x="392" y="46"/>
                    <a:pt x="392" y="47"/>
                  </a:cubicBezTo>
                  <a:cubicBezTo>
                    <a:pt x="393" y="48"/>
                    <a:pt x="395" y="51"/>
                    <a:pt x="396" y="52"/>
                  </a:cubicBezTo>
                  <a:cubicBezTo>
                    <a:pt x="398" y="53"/>
                    <a:pt x="403" y="54"/>
                    <a:pt x="405" y="54"/>
                  </a:cubicBezTo>
                  <a:cubicBezTo>
                    <a:pt x="406" y="54"/>
                    <a:pt x="409" y="55"/>
                    <a:pt x="411" y="55"/>
                  </a:cubicBezTo>
                  <a:cubicBezTo>
                    <a:pt x="412" y="55"/>
                    <a:pt x="414" y="53"/>
                    <a:pt x="415" y="52"/>
                  </a:cubicBezTo>
                  <a:cubicBezTo>
                    <a:pt x="415" y="52"/>
                    <a:pt x="415" y="50"/>
                    <a:pt x="414" y="49"/>
                  </a:cubicBezTo>
                  <a:cubicBezTo>
                    <a:pt x="413" y="48"/>
                    <a:pt x="408" y="49"/>
                    <a:pt x="406" y="48"/>
                  </a:cubicBezTo>
                  <a:cubicBezTo>
                    <a:pt x="405" y="47"/>
                    <a:pt x="403" y="46"/>
                    <a:pt x="403" y="45"/>
                  </a:cubicBezTo>
                  <a:cubicBezTo>
                    <a:pt x="402" y="44"/>
                    <a:pt x="400" y="40"/>
                    <a:pt x="400" y="38"/>
                  </a:cubicBezTo>
                  <a:cubicBezTo>
                    <a:pt x="401" y="38"/>
                    <a:pt x="402" y="37"/>
                    <a:pt x="402" y="37"/>
                  </a:cubicBezTo>
                  <a:cubicBezTo>
                    <a:pt x="403" y="37"/>
                    <a:pt x="405" y="38"/>
                    <a:pt x="406" y="39"/>
                  </a:cubicBezTo>
                  <a:cubicBezTo>
                    <a:pt x="408" y="39"/>
                    <a:pt x="411" y="41"/>
                    <a:pt x="413" y="41"/>
                  </a:cubicBezTo>
                  <a:cubicBezTo>
                    <a:pt x="414" y="41"/>
                    <a:pt x="415" y="40"/>
                    <a:pt x="416" y="39"/>
                  </a:cubicBezTo>
                  <a:cubicBezTo>
                    <a:pt x="418" y="38"/>
                    <a:pt x="420" y="36"/>
                    <a:pt x="421" y="35"/>
                  </a:cubicBezTo>
                  <a:cubicBezTo>
                    <a:pt x="422" y="35"/>
                    <a:pt x="425" y="36"/>
                    <a:pt x="426" y="37"/>
                  </a:cubicBezTo>
                  <a:cubicBezTo>
                    <a:pt x="427" y="38"/>
                    <a:pt x="428" y="41"/>
                    <a:pt x="429" y="42"/>
                  </a:cubicBezTo>
                  <a:cubicBezTo>
                    <a:pt x="431" y="43"/>
                    <a:pt x="436" y="44"/>
                    <a:pt x="438" y="46"/>
                  </a:cubicBezTo>
                  <a:cubicBezTo>
                    <a:pt x="439" y="47"/>
                    <a:pt x="440" y="50"/>
                    <a:pt x="441" y="5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30"/>
            <p:cNvSpPr>
              <a:spLocks/>
            </p:cNvSpPr>
            <p:nvPr/>
          </p:nvSpPr>
          <p:spPr bwMode="auto">
            <a:xfrm>
              <a:off x="4364038" y="2389188"/>
              <a:ext cx="528637" cy="419100"/>
            </a:xfrm>
            <a:custGeom>
              <a:avLst/>
              <a:gdLst/>
              <a:ahLst/>
              <a:cxnLst>
                <a:cxn ang="0">
                  <a:pos x="360" y="67"/>
                </a:cxn>
                <a:cxn ang="0">
                  <a:pos x="355" y="99"/>
                </a:cxn>
                <a:cxn ang="0">
                  <a:pos x="335" y="138"/>
                </a:cxn>
                <a:cxn ang="0">
                  <a:pos x="317" y="156"/>
                </a:cxn>
                <a:cxn ang="0">
                  <a:pos x="284" y="164"/>
                </a:cxn>
                <a:cxn ang="0">
                  <a:pos x="257" y="181"/>
                </a:cxn>
                <a:cxn ang="0">
                  <a:pos x="250" y="198"/>
                </a:cxn>
                <a:cxn ang="0">
                  <a:pos x="236" y="203"/>
                </a:cxn>
                <a:cxn ang="0">
                  <a:pos x="216" y="209"/>
                </a:cxn>
                <a:cxn ang="0">
                  <a:pos x="214" y="227"/>
                </a:cxn>
                <a:cxn ang="0">
                  <a:pos x="211" y="255"/>
                </a:cxn>
                <a:cxn ang="0">
                  <a:pos x="188" y="278"/>
                </a:cxn>
                <a:cxn ang="0">
                  <a:pos x="151" y="286"/>
                </a:cxn>
                <a:cxn ang="0">
                  <a:pos x="128" y="268"/>
                </a:cxn>
                <a:cxn ang="0">
                  <a:pos x="101" y="250"/>
                </a:cxn>
                <a:cxn ang="0">
                  <a:pos x="74" y="232"/>
                </a:cxn>
                <a:cxn ang="0">
                  <a:pos x="52" y="221"/>
                </a:cxn>
                <a:cxn ang="0">
                  <a:pos x="33" y="224"/>
                </a:cxn>
                <a:cxn ang="0">
                  <a:pos x="22" y="228"/>
                </a:cxn>
                <a:cxn ang="0">
                  <a:pos x="8" y="218"/>
                </a:cxn>
                <a:cxn ang="0">
                  <a:pos x="0" y="202"/>
                </a:cxn>
                <a:cxn ang="0">
                  <a:pos x="6" y="189"/>
                </a:cxn>
                <a:cxn ang="0">
                  <a:pos x="21" y="177"/>
                </a:cxn>
                <a:cxn ang="0">
                  <a:pos x="38" y="169"/>
                </a:cxn>
                <a:cxn ang="0">
                  <a:pos x="58" y="154"/>
                </a:cxn>
                <a:cxn ang="0">
                  <a:pos x="78" y="135"/>
                </a:cxn>
                <a:cxn ang="0">
                  <a:pos x="100" y="117"/>
                </a:cxn>
                <a:cxn ang="0">
                  <a:pos x="124" y="102"/>
                </a:cxn>
                <a:cxn ang="0">
                  <a:pos x="158" y="82"/>
                </a:cxn>
                <a:cxn ang="0">
                  <a:pos x="169" y="55"/>
                </a:cxn>
                <a:cxn ang="0">
                  <a:pos x="176" y="40"/>
                </a:cxn>
                <a:cxn ang="0">
                  <a:pos x="199" y="40"/>
                </a:cxn>
                <a:cxn ang="0">
                  <a:pos x="209" y="26"/>
                </a:cxn>
                <a:cxn ang="0">
                  <a:pos x="235" y="9"/>
                </a:cxn>
                <a:cxn ang="0">
                  <a:pos x="259" y="1"/>
                </a:cxn>
                <a:cxn ang="0">
                  <a:pos x="275" y="11"/>
                </a:cxn>
                <a:cxn ang="0">
                  <a:pos x="305" y="19"/>
                </a:cxn>
                <a:cxn ang="0">
                  <a:pos x="332" y="27"/>
                </a:cxn>
                <a:cxn ang="0">
                  <a:pos x="356" y="43"/>
                </a:cxn>
              </a:cxnLst>
              <a:rect l="0" t="0" r="r" b="b"/>
              <a:pathLst>
                <a:path w="362" h="287">
                  <a:moveTo>
                    <a:pt x="361" y="54"/>
                  </a:moveTo>
                  <a:cubicBezTo>
                    <a:pt x="362" y="57"/>
                    <a:pt x="360" y="63"/>
                    <a:pt x="360" y="67"/>
                  </a:cubicBezTo>
                  <a:cubicBezTo>
                    <a:pt x="359" y="70"/>
                    <a:pt x="361" y="76"/>
                    <a:pt x="360" y="79"/>
                  </a:cubicBezTo>
                  <a:cubicBezTo>
                    <a:pt x="360" y="84"/>
                    <a:pt x="357" y="94"/>
                    <a:pt x="355" y="99"/>
                  </a:cubicBezTo>
                  <a:cubicBezTo>
                    <a:pt x="354" y="104"/>
                    <a:pt x="350" y="114"/>
                    <a:pt x="348" y="118"/>
                  </a:cubicBezTo>
                  <a:cubicBezTo>
                    <a:pt x="345" y="124"/>
                    <a:pt x="338" y="134"/>
                    <a:pt x="335" y="138"/>
                  </a:cubicBezTo>
                  <a:cubicBezTo>
                    <a:pt x="333" y="141"/>
                    <a:pt x="330" y="145"/>
                    <a:pt x="329" y="147"/>
                  </a:cubicBezTo>
                  <a:cubicBezTo>
                    <a:pt x="326" y="150"/>
                    <a:pt x="321" y="155"/>
                    <a:pt x="317" y="156"/>
                  </a:cubicBezTo>
                  <a:cubicBezTo>
                    <a:pt x="313" y="158"/>
                    <a:pt x="305" y="157"/>
                    <a:pt x="302" y="158"/>
                  </a:cubicBezTo>
                  <a:cubicBezTo>
                    <a:pt x="297" y="159"/>
                    <a:pt x="288" y="162"/>
                    <a:pt x="284" y="164"/>
                  </a:cubicBezTo>
                  <a:cubicBezTo>
                    <a:pt x="279" y="166"/>
                    <a:pt x="271" y="171"/>
                    <a:pt x="267" y="173"/>
                  </a:cubicBezTo>
                  <a:cubicBezTo>
                    <a:pt x="265" y="175"/>
                    <a:pt x="259" y="179"/>
                    <a:pt x="257" y="181"/>
                  </a:cubicBezTo>
                  <a:cubicBezTo>
                    <a:pt x="255" y="183"/>
                    <a:pt x="252" y="186"/>
                    <a:pt x="251" y="189"/>
                  </a:cubicBezTo>
                  <a:cubicBezTo>
                    <a:pt x="250" y="191"/>
                    <a:pt x="251" y="196"/>
                    <a:pt x="250" y="198"/>
                  </a:cubicBezTo>
                  <a:cubicBezTo>
                    <a:pt x="249" y="199"/>
                    <a:pt x="247" y="201"/>
                    <a:pt x="246" y="201"/>
                  </a:cubicBezTo>
                  <a:cubicBezTo>
                    <a:pt x="243" y="202"/>
                    <a:pt x="238" y="202"/>
                    <a:pt x="236" y="203"/>
                  </a:cubicBezTo>
                  <a:cubicBezTo>
                    <a:pt x="232" y="203"/>
                    <a:pt x="226" y="202"/>
                    <a:pt x="223" y="203"/>
                  </a:cubicBezTo>
                  <a:cubicBezTo>
                    <a:pt x="220" y="204"/>
                    <a:pt x="217" y="207"/>
                    <a:pt x="216" y="209"/>
                  </a:cubicBezTo>
                  <a:cubicBezTo>
                    <a:pt x="214" y="211"/>
                    <a:pt x="213" y="215"/>
                    <a:pt x="212" y="218"/>
                  </a:cubicBezTo>
                  <a:cubicBezTo>
                    <a:pt x="212" y="220"/>
                    <a:pt x="214" y="225"/>
                    <a:pt x="214" y="227"/>
                  </a:cubicBezTo>
                  <a:cubicBezTo>
                    <a:pt x="215" y="231"/>
                    <a:pt x="215" y="238"/>
                    <a:pt x="215" y="242"/>
                  </a:cubicBezTo>
                  <a:cubicBezTo>
                    <a:pt x="214" y="245"/>
                    <a:pt x="212" y="252"/>
                    <a:pt x="211" y="255"/>
                  </a:cubicBezTo>
                  <a:cubicBezTo>
                    <a:pt x="209" y="259"/>
                    <a:pt x="203" y="268"/>
                    <a:pt x="199" y="271"/>
                  </a:cubicBezTo>
                  <a:cubicBezTo>
                    <a:pt x="197" y="273"/>
                    <a:pt x="191" y="276"/>
                    <a:pt x="188" y="278"/>
                  </a:cubicBezTo>
                  <a:cubicBezTo>
                    <a:pt x="183" y="280"/>
                    <a:pt x="174" y="285"/>
                    <a:pt x="168" y="286"/>
                  </a:cubicBezTo>
                  <a:cubicBezTo>
                    <a:pt x="164" y="287"/>
                    <a:pt x="155" y="287"/>
                    <a:pt x="151" y="286"/>
                  </a:cubicBezTo>
                  <a:cubicBezTo>
                    <a:pt x="148" y="285"/>
                    <a:pt x="141" y="282"/>
                    <a:pt x="138" y="279"/>
                  </a:cubicBezTo>
                  <a:cubicBezTo>
                    <a:pt x="135" y="277"/>
                    <a:pt x="131" y="270"/>
                    <a:pt x="128" y="268"/>
                  </a:cubicBezTo>
                  <a:cubicBezTo>
                    <a:pt x="125" y="265"/>
                    <a:pt x="118" y="259"/>
                    <a:pt x="114" y="256"/>
                  </a:cubicBezTo>
                  <a:cubicBezTo>
                    <a:pt x="111" y="254"/>
                    <a:pt x="104" y="252"/>
                    <a:pt x="101" y="250"/>
                  </a:cubicBezTo>
                  <a:cubicBezTo>
                    <a:pt x="97" y="248"/>
                    <a:pt x="89" y="243"/>
                    <a:pt x="85" y="240"/>
                  </a:cubicBezTo>
                  <a:cubicBezTo>
                    <a:pt x="82" y="238"/>
                    <a:pt x="77" y="234"/>
                    <a:pt x="74" y="232"/>
                  </a:cubicBezTo>
                  <a:cubicBezTo>
                    <a:pt x="71" y="230"/>
                    <a:pt x="64" y="229"/>
                    <a:pt x="61" y="227"/>
                  </a:cubicBezTo>
                  <a:cubicBezTo>
                    <a:pt x="58" y="226"/>
                    <a:pt x="54" y="222"/>
                    <a:pt x="52" y="221"/>
                  </a:cubicBezTo>
                  <a:cubicBezTo>
                    <a:pt x="49" y="220"/>
                    <a:pt x="43" y="219"/>
                    <a:pt x="40" y="220"/>
                  </a:cubicBezTo>
                  <a:cubicBezTo>
                    <a:pt x="38" y="220"/>
                    <a:pt x="35" y="223"/>
                    <a:pt x="33" y="224"/>
                  </a:cubicBezTo>
                  <a:cubicBezTo>
                    <a:pt x="32" y="225"/>
                    <a:pt x="31" y="226"/>
                    <a:pt x="30" y="226"/>
                  </a:cubicBezTo>
                  <a:cubicBezTo>
                    <a:pt x="28" y="227"/>
                    <a:pt x="24" y="228"/>
                    <a:pt x="22" y="228"/>
                  </a:cubicBezTo>
                  <a:cubicBezTo>
                    <a:pt x="19" y="229"/>
                    <a:pt x="12" y="229"/>
                    <a:pt x="10" y="226"/>
                  </a:cubicBezTo>
                  <a:cubicBezTo>
                    <a:pt x="8" y="225"/>
                    <a:pt x="9" y="220"/>
                    <a:pt x="8" y="218"/>
                  </a:cubicBezTo>
                  <a:cubicBezTo>
                    <a:pt x="8" y="216"/>
                    <a:pt x="4" y="214"/>
                    <a:pt x="4" y="212"/>
                  </a:cubicBezTo>
                  <a:cubicBezTo>
                    <a:pt x="2" y="210"/>
                    <a:pt x="1" y="204"/>
                    <a:pt x="0" y="202"/>
                  </a:cubicBezTo>
                  <a:cubicBezTo>
                    <a:pt x="0" y="200"/>
                    <a:pt x="0" y="196"/>
                    <a:pt x="0" y="194"/>
                  </a:cubicBezTo>
                  <a:cubicBezTo>
                    <a:pt x="1" y="192"/>
                    <a:pt x="5" y="190"/>
                    <a:pt x="6" y="189"/>
                  </a:cubicBezTo>
                  <a:cubicBezTo>
                    <a:pt x="8" y="187"/>
                    <a:pt x="11" y="184"/>
                    <a:pt x="13" y="183"/>
                  </a:cubicBezTo>
                  <a:cubicBezTo>
                    <a:pt x="15" y="181"/>
                    <a:pt x="19" y="179"/>
                    <a:pt x="21" y="177"/>
                  </a:cubicBezTo>
                  <a:cubicBezTo>
                    <a:pt x="22" y="176"/>
                    <a:pt x="22" y="173"/>
                    <a:pt x="23" y="172"/>
                  </a:cubicBezTo>
                  <a:cubicBezTo>
                    <a:pt x="26" y="169"/>
                    <a:pt x="34" y="170"/>
                    <a:pt x="38" y="169"/>
                  </a:cubicBezTo>
                  <a:cubicBezTo>
                    <a:pt x="40" y="167"/>
                    <a:pt x="43" y="162"/>
                    <a:pt x="45" y="160"/>
                  </a:cubicBezTo>
                  <a:cubicBezTo>
                    <a:pt x="48" y="158"/>
                    <a:pt x="55" y="156"/>
                    <a:pt x="58" y="154"/>
                  </a:cubicBezTo>
                  <a:cubicBezTo>
                    <a:pt x="61" y="152"/>
                    <a:pt x="68" y="149"/>
                    <a:pt x="70" y="146"/>
                  </a:cubicBezTo>
                  <a:cubicBezTo>
                    <a:pt x="73" y="144"/>
                    <a:pt x="76" y="138"/>
                    <a:pt x="78" y="135"/>
                  </a:cubicBezTo>
                  <a:cubicBezTo>
                    <a:pt x="80" y="133"/>
                    <a:pt x="85" y="130"/>
                    <a:pt x="88" y="128"/>
                  </a:cubicBezTo>
                  <a:cubicBezTo>
                    <a:pt x="91" y="125"/>
                    <a:pt x="97" y="120"/>
                    <a:pt x="100" y="117"/>
                  </a:cubicBezTo>
                  <a:cubicBezTo>
                    <a:pt x="103" y="115"/>
                    <a:pt x="107" y="110"/>
                    <a:pt x="110" y="109"/>
                  </a:cubicBezTo>
                  <a:cubicBezTo>
                    <a:pt x="114" y="106"/>
                    <a:pt x="121" y="104"/>
                    <a:pt x="124" y="102"/>
                  </a:cubicBezTo>
                  <a:cubicBezTo>
                    <a:pt x="129" y="100"/>
                    <a:pt x="138" y="96"/>
                    <a:pt x="142" y="94"/>
                  </a:cubicBezTo>
                  <a:cubicBezTo>
                    <a:pt x="146" y="91"/>
                    <a:pt x="154" y="86"/>
                    <a:pt x="158" y="82"/>
                  </a:cubicBezTo>
                  <a:cubicBezTo>
                    <a:pt x="160" y="80"/>
                    <a:pt x="163" y="75"/>
                    <a:pt x="165" y="72"/>
                  </a:cubicBezTo>
                  <a:cubicBezTo>
                    <a:pt x="166" y="68"/>
                    <a:pt x="168" y="59"/>
                    <a:pt x="169" y="55"/>
                  </a:cubicBezTo>
                  <a:cubicBezTo>
                    <a:pt x="169" y="52"/>
                    <a:pt x="169" y="46"/>
                    <a:pt x="170" y="43"/>
                  </a:cubicBezTo>
                  <a:cubicBezTo>
                    <a:pt x="171" y="42"/>
                    <a:pt x="174" y="40"/>
                    <a:pt x="176" y="40"/>
                  </a:cubicBezTo>
                  <a:cubicBezTo>
                    <a:pt x="179" y="39"/>
                    <a:pt x="184" y="40"/>
                    <a:pt x="187" y="40"/>
                  </a:cubicBezTo>
                  <a:cubicBezTo>
                    <a:pt x="190" y="40"/>
                    <a:pt x="197" y="41"/>
                    <a:pt x="199" y="40"/>
                  </a:cubicBezTo>
                  <a:cubicBezTo>
                    <a:pt x="201" y="39"/>
                    <a:pt x="203" y="35"/>
                    <a:pt x="204" y="34"/>
                  </a:cubicBezTo>
                  <a:cubicBezTo>
                    <a:pt x="205" y="32"/>
                    <a:pt x="208" y="28"/>
                    <a:pt x="209" y="26"/>
                  </a:cubicBezTo>
                  <a:cubicBezTo>
                    <a:pt x="212" y="23"/>
                    <a:pt x="217" y="17"/>
                    <a:pt x="220" y="15"/>
                  </a:cubicBezTo>
                  <a:cubicBezTo>
                    <a:pt x="223" y="12"/>
                    <a:pt x="232" y="10"/>
                    <a:pt x="235" y="9"/>
                  </a:cubicBezTo>
                  <a:cubicBezTo>
                    <a:pt x="239" y="7"/>
                    <a:pt x="244" y="3"/>
                    <a:pt x="248" y="2"/>
                  </a:cubicBezTo>
                  <a:cubicBezTo>
                    <a:pt x="250" y="1"/>
                    <a:pt x="256" y="0"/>
                    <a:pt x="259" y="1"/>
                  </a:cubicBezTo>
                  <a:cubicBezTo>
                    <a:pt x="261" y="2"/>
                    <a:pt x="263" y="4"/>
                    <a:pt x="265" y="5"/>
                  </a:cubicBezTo>
                  <a:cubicBezTo>
                    <a:pt x="267" y="7"/>
                    <a:pt x="272" y="10"/>
                    <a:pt x="275" y="11"/>
                  </a:cubicBezTo>
                  <a:cubicBezTo>
                    <a:pt x="278" y="12"/>
                    <a:pt x="287" y="13"/>
                    <a:pt x="291" y="14"/>
                  </a:cubicBezTo>
                  <a:cubicBezTo>
                    <a:pt x="294" y="15"/>
                    <a:pt x="301" y="18"/>
                    <a:pt x="305" y="19"/>
                  </a:cubicBezTo>
                  <a:cubicBezTo>
                    <a:pt x="309" y="20"/>
                    <a:pt x="318" y="23"/>
                    <a:pt x="322" y="24"/>
                  </a:cubicBezTo>
                  <a:cubicBezTo>
                    <a:pt x="324" y="25"/>
                    <a:pt x="329" y="26"/>
                    <a:pt x="332" y="27"/>
                  </a:cubicBezTo>
                  <a:cubicBezTo>
                    <a:pt x="336" y="28"/>
                    <a:pt x="344" y="31"/>
                    <a:pt x="347" y="33"/>
                  </a:cubicBezTo>
                  <a:cubicBezTo>
                    <a:pt x="350" y="35"/>
                    <a:pt x="354" y="40"/>
                    <a:pt x="356" y="43"/>
                  </a:cubicBezTo>
                  <a:cubicBezTo>
                    <a:pt x="358" y="45"/>
                    <a:pt x="361" y="51"/>
                    <a:pt x="361" y="5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31"/>
            <p:cNvSpPr>
              <a:spLocks/>
            </p:cNvSpPr>
            <p:nvPr/>
          </p:nvSpPr>
          <p:spPr bwMode="auto">
            <a:xfrm>
              <a:off x="4708525" y="2116138"/>
              <a:ext cx="285750" cy="276225"/>
            </a:xfrm>
            <a:custGeom>
              <a:avLst/>
              <a:gdLst/>
              <a:ahLst/>
              <a:cxnLst>
                <a:cxn ang="0">
                  <a:pos x="98" y="29"/>
                </a:cxn>
                <a:cxn ang="0">
                  <a:pos x="101" y="33"/>
                </a:cxn>
                <a:cxn ang="0">
                  <a:pos x="107" y="41"/>
                </a:cxn>
                <a:cxn ang="0">
                  <a:pos x="119" y="47"/>
                </a:cxn>
                <a:cxn ang="0">
                  <a:pos x="132" y="51"/>
                </a:cxn>
                <a:cxn ang="0">
                  <a:pos x="142" y="57"/>
                </a:cxn>
                <a:cxn ang="0">
                  <a:pos x="153" y="62"/>
                </a:cxn>
                <a:cxn ang="0">
                  <a:pos x="164" y="79"/>
                </a:cxn>
                <a:cxn ang="0">
                  <a:pos x="172" y="95"/>
                </a:cxn>
                <a:cxn ang="0">
                  <a:pos x="180" y="111"/>
                </a:cxn>
                <a:cxn ang="0">
                  <a:pos x="181" y="124"/>
                </a:cxn>
                <a:cxn ang="0">
                  <a:pos x="175" y="128"/>
                </a:cxn>
                <a:cxn ang="0">
                  <a:pos x="172" y="131"/>
                </a:cxn>
                <a:cxn ang="0">
                  <a:pos x="171" y="136"/>
                </a:cxn>
                <a:cxn ang="0">
                  <a:pos x="174" y="141"/>
                </a:cxn>
                <a:cxn ang="0">
                  <a:pos x="181" y="142"/>
                </a:cxn>
                <a:cxn ang="0">
                  <a:pos x="189" y="145"/>
                </a:cxn>
                <a:cxn ang="0">
                  <a:pos x="195" y="149"/>
                </a:cxn>
                <a:cxn ang="0">
                  <a:pos x="192" y="153"/>
                </a:cxn>
                <a:cxn ang="0">
                  <a:pos x="187" y="161"/>
                </a:cxn>
                <a:cxn ang="0">
                  <a:pos x="179" y="168"/>
                </a:cxn>
                <a:cxn ang="0">
                  <a:pos x="163" y="172"/>
                </a:cxn>
                <a:cxn ang="0">
                  <a:pos x="141" y="174"/>
                </a:cxn>
                <a:cxn ang="0">
                  <a:pos x="116" y="180"/>
                </a:cxn>
                <a:cxn ang="0">
                  <a:pos x="102" y="183"/>
                </a:cxn>
                <a:cxn ang="0">
                  <a:pos x="95" y="188"/>
                </a:cxn>
                <a:cxn ang="0">
                  <a:pos x="73" y="188"/>
                </a:cxn>
                <a:cxn ang="0">
                  <a:pos x="55" y="187"/>
                </a:cxn>
                <a:cxn ang="0">
                  <a:pos x="41" y="185"/>
                </a:cxn>
                <a:cxn ang="0">
                  <a:pos x="29" y="176"/>
                </a:cxn>
                <a:cxn ang="0">
                  <a:pos x="19" y="167"/>
                </a:cxn>
                <a:cxn ang="0">
                  <a:pos x="9" y="157"/>
                </a:cxn>
                <a:cxn ang="0">
                  <a:pos x="3" y="149"/>
                </a:cxn>
                <a:cxn ang="0">
                  <a:pos x="1" y="127"/>
                </a:cxn>
                <a:cxn ang="0">
                  <a:pos x="1" y="101"/>
                </a:cxn>
                <a:cxn ang="0">
                  <a:pos x="2" y="75"/>
                </a:cxn>
                <a:cxn ang="0">
                  <a:pos x="3" y="61"/>
                </a:cxn>
                <a:cxn ang="0">
                  <a:pos x="7" y="51"/>
                </a:cxn>
                <a:cxn ang="0">
                  <a:pos x="15" y="44"/>
                </a:cxn>
                <a:cxn ang="0">
                  <a:pos x="21" y="34"/>
                </a:cxn>
                <a:cxn ang="0">
                  <a:pos x="24" y="23"/>
                </a:cxn>
                <a:cxn ang="0">
                  <a:pos x="32" y="12"/>
                </a:cxn>
                <a:cxn ang="0">
                  <a:pos x="34" y="9"/>
                </a:cxn>
                <a:cxn ang="0">
                  <a:pos x="43" y="8"/>
                </a:cxn>
                <a:cxn ang="0">
                  <a:pos x="52" y="8"/>
                </a:cxn>
                <a:cxn ang="0">
                  <a:pos x="59" y="6"/>
                </a:cxn>
                <a:cxn ang="0">
                  <a:pos x="62" y="2"/>
                </a:cxn>
                <a:cxn ang="0">
                  <a:pos x="62" y="1"/>
                </a:cxn>
                <a:cxn ang="0">
                  <a:pos x="66" y="1"/>
                </a:cxn>
                <a:cxn ang="0">
                  <a:pos x="71" y="0"/>
                </a:cxn>
                <a:cxn ang="0">
                  <a:pos x="78" y="3"/>
                </a:cxn>
                <a:cxn ang="0">
                  <a:pos x="84" y="6"/>
                </a:cxn>
                <a:cxn ang="0">
                  <a:pos x="90" y="14"/>
                </a:cxn>
                <a:cxn ang="0">
                  <a:pos x="92" y="22"/>
                </a:cxn>
                <a:cxn ang="0">
                  <a:pos x="98" y="29"/>
                </a:cxn>
              </a:cxnLst>
              <a:rect l="0" t="0" r="r" b="b"/>
              <a:pathLst>
                <a:path w="195" h="189">
                  <a:moveTo>
                    <a:pt x="98" y="29"/>
                  </a:moveTo>
                  <a:cubicBezTo>
                    <a:pt x="100" y="31"/>
                    <a:pt x="101" y="33"/>
                    <a:pt x="101" y="33"/>
                  </a:cubicBezTo>
                  <a:cubicBezTo>
                    <a:pt x="102" y="33"/>
                    <a:pt x="105" y="40"/>
                    <a:pt x="107" y="41"/>
                  </a:cubicBezTo>
                  <a:cubicBezTo>
                    <a:pt x="109" y="44"/>
                    <a:pt x="116" y="46"/>
                    <a:pt x="119" y="47"/>
                  </a:cubicBezTo>
                  <a:cubicBezTo>
                    <a:pt x="122" y="48"/>
                    <a:pt x="129" y="50"/>
                    <a:pt x="132" y="51"/>
                  </a:cubicBezTo>
                  <a:cubicBezTo>
                    <a:pt x="135" y="52"/>
                    <a:pt x="140" y="56"/>
                    <a:pt x="142" y="57"/>
                  </a:cubicBezTo>
                  <a:cubicBezTo>
                    <a:pt x="145" y="58"/>
                    <a:pt x="151" y="60"/>
                    <a:pt x="153" y="62"/>
                  </a:cubicBezTo>
                  <a:cubicBezTo>
                    <a:pt x="157" y="65"/>
                    <a:pt x="162" y="74"/>
                    <a:pt x="164" y="79"/>
                  </a:cubicBezTo>
                  <a:cubicBezTo>
                    <a:pt x="166" y="82"/>
                    <a:pt x="170" y="90"/>
                    <a:pt x="172" y="95"/>
                  </a:cubicBezTo>
                  <a:cubicBezTo>
                    <a:pt x="175" y="99"/>
                    <a:pt x="179" y="107"/>
                    <a:pt x="180" y="111"/>
                  </a:cubicBezTo>
                  <a:cubicBezTo>
                    <a:pt x="181" y="114"/>
                    <a:pt x="182" y="121"/>
                    <a:pt x="181" y="124"/>
                  </a:cubicBezTo>
                  <a:cubicBezTo>
                    <a:pt x="180" y="125"/>
                    <a:pt x="176" y="127"/>
                    <a:pt x="175" y="128"/>
                  </a:cubicBezTo>
                  <a:cubicBezTo>
                    <a:pt x="174" y="129"/>
                    <a:pt x="172" y="130"/>
                    <a:pt x="172" y="131"/>
                  </a:cubicBezTo>
                  <a:cubicBezTo>
                    <a:pt x="171" y="132"/>
                    <a:pt x="170" y="135"/>
                    <a:pt x="171" y="136"/>
                  </a:cubicBezTo>
                  <a:cubicBezTo>
                    <a:pt x="171" y="137"/>
                    <a:pt x="173" y="140"/>
                    <a:pt x="174" y="141"/>
                  </a:cubicBezTo>
                  <a:cubicBezTo>
                    <a:pt x="175" y="142"/>
                    <a:pt x="179" y="141"/>
                    <a:pt x="181" y="142"/>
                  </a:cubicBezTo>
                  <a:cubicBezTo>
                    <a:pt x="183" y="142"/>
                    <a:pt x="187" y="144"/>
                    <a:pt x="189" y="145"/>
                  </a:cubicBezTo>
                  <a:cubicBezTo>
                    <a:pt x="191" y="146"/>
                    <a:pt x="194" y="148"/>
                    <a:pt x="195" y="149"/>
                  </a:cubicBezTo>
                  <a:cubicBezTo>
                    <a:pt x="194" y="150"/>
                    <a:pt x="193" y="152"/>
                    <a:pt x="192" y="153"/>
                  </a:cubicBezTo>
                  <a:cubicBezTo>
                    <a:pt x="191" y="155"/>
                    <a:pt x="189" y="159"/>
                    <a:pt x="187" y="161"/>
                  </a:cubicBezTo>
                  <a:cubicBezTo>
                    <a:pt x="185" y="163"/>
                    <a:pt x="181" y="167"/>
                    <a:pt x="179" y="168"/>
                  </a:cubicBezTo>
                  <a:cubicBezTo>
                    <a:pt x="175" y="170"/>
                    <a:pt x="167" y="172"/>
                    <a:pt x="163" y="172"/>
                  </a:cubicBezTo>
                  <a:cubicBezTo>
                    <a:pt x="157" y="173"/>
                    <a:pt x="146" y="173"/>
                    <a:pt x="141" y="174"/>
                  </a:cubicBezTo>
                  <a:cubicBezTo>
                    <a:pt x="134" y="174"/>
                    <a:pt x="122" y="178"/>
                    <a:pt x="116" y="180"/>
                  </a:cubicBezTo>
                  <a:cubicBezTo>
                    <a:pt x="113" y="181"/>
                    <a:pt x="105" y="182"/>
                    <a:pt x="102" y="183"/>
                  </a:cubicBezTo>
                  <a:cubicBezTo>
                    <a:pt x="100" y="184"/>
                    <a:pt x="97" y="187"/>
                    <a:pt x="95" y="188"/>
                  </a:cubicBezTo>
                  <a:cubicBezTo>
                    <a:pt x="90" y="189"/>
                    <a:pt x="78" y="188"/>
                    <a:pt x="73" y="188"/>
                  </a:cubicBezTo>
                  <a:cubicBezTo>
                    <a:pt x="68" y="188"/>
                    <a:pt x="60" y="188"/>
                    <a:pt x="55" y="187"/>
                  </a:cubicBezTo>
                  <a:cubicBezTo>
                    <a:pt x="52" y="187"/>
                    <a:pt x="44" y="187"/>
                    <a:pt x="41" y="185"/>
                  </a:cubicBezTo>
                  <a:cubicBezTo>
                    <a:pt x="37" y="184"/>
                    <a:pt x="32" y="178"/>
                    <a:pt x="29" y="176"/>
                  </a:cubicBezTo>
                  <a:cubicBezTo>
                    <a:pt x="26" y="174"/>
                    <a:pt x="21" y="169"/>
                    <a:pt x="19" y="167"/>
                  </a:cubicBezTo>
                  <a:cubicBezTo>
                    <a:pt x="17" y="164"/>
                    <a:pt x="12" y="159"/>
                    <a:pt x="9" y="157"/>
                  </a:cubicBezTo>
                  <a:cubicBezTo>
                    <a:pt x="8" y="155"/>
                    <a:pt x="4" y="151"/>
                    <a:pt x="3" y="149"/>
                  </a:cubicBezTo>
                  <a:cubicBezTo>
                    <a:pt x="0" y="144"/>
                    <a:pt x="1" y="133"/>
                    <a:pt x="1" y="127"/>
                  </a:cubicBezTo>
                  <a:cubicBezTo>
                    <a:pt x="0" y="121"/>
                    <a:pt x="1" y="108"/>
                    <a:pt x="1" y="101"/>
                  </a:cubicBezTo>
                  <a:cubicBezTo>
                    <a:pt x="2" y="95"/>
                    <a:pt x="2" y="82"/>
                    <a:pt x="2" y="75"/>
                  </a:cubicBezTo>
                  <a:cubicBezTo>
                    <a:pt x="2" y="72"/>
                    <a:pt x="2" y="65"/>
                    <a:pt x="3" y="61"/>
                  </a:cubicBezTo>
                  <a:cubicBezTo>
                    <a:pt x="3" y="58"/>
                    <a:pt x="5" y="53"/>
                    <a:pt x="7" y="51"/>
                  </a:cubicBezTo>
                  <a:cubicBezTo>
                    <a:pt x="8" y="48"/>
                    <a:pt x="13" y="46"/>
                    <a:pt x="15" y="44"/>
                  </a:cubicBezTo>
                  <a:cubicBezTo>
                    <a:pt x="17" y="42"/>
                    <a:pt x="19" y="37"/>
                    <a:pt x="21" y="34"/>
                  </a:cubicBezTo>
                  <a:cubicBezTo>
                    <a:pt x="22" y="32"/>
                    <a:pt x="23" y="26"/>
                    <a:pt x="24" y="23"/>
                  </a:cubicBezTo>
                  <a:cubicBezTo>
                    <a:pt x="26" y="20"/>
                    <a:pt x="30" y="15"/>
                    <a:pt x="32" y="12"/>
                  </a:cubicBezTo>
                  <a:cubicBezTo>
                    <a:pt x="32" y="11"/>
                    <a:pt x="34" y="10"/>
                    <a:pt x="34" y="9"/>
                  </a:cubicBezTo>
                  <a:cubicBezTo>
                    <a:pt x="36" y="8"/>
                    <a:pt x="41" y="9"/>
                    <a:pt x="43" y="8"/>
                  </a:cubicBezTo>
                  <a:cubicBezTo>
                    <a:pt x="46" y="8"/>
                    <a:pt x="50" y="8"/>
                    <a:pt x="52" y="8"/>
                  </a:cubicBezTo>
                  <a:cubicBezTo>
                    <a:pt x="54" y="7"/>
                    <a:pt x="58" y="7"/>
                    <a:pt x="59" y="6"/>
                  </a:cubicBezTo>
                  <a:cubicBezTo>
                    <a:pt x="60" y="5"/>
                    <a:pt x="62" y="3"/>
                    <a:pt x="62" y="2"/>
                  </a:cubicBezTo>
                  <a:cubicBezTo>
                    <a:pt x="62" y="2"/>
                    <a:pt x="62" y="1"/>
                    <a:pt x="62" y="1"/>
                  </a:cubicBezTo>
                  <a:cubicBezTo>
                    <a:pt x="63" y="2"/>
                    <a:pt x="65" y="1"/>
                    <a:pt x="66" y="1"/>
                  </a:cubicBezTo>
                  <a:cubicBezTo>
                    <a:pt x="67" y="1"/>
                    <a:pt x="70" y="0"/>
                    <a:pt x="71" y="0"/>
                  </a:cubicBezTo>
                  <a:cubicBezTo>
                    <a:pt x="73" y="0"/>
                    <a:pt x="77" y="2"/>
                    <a:pt x="78" y="3"/>
                  </a:cubicBezTo>
                  <a:cubicBezTo>
                    <a:pt x="80" y="3"/>
                    <a:pt x="83" y="5"/>
                    <a:pt x="84" y="6"/>
                  </a:cubicBezTo>
                  <a:cubicBezTo>
                    <a:pt x="86" y="8"/>
                    <a:pt x="89" y="12"/>
                    <a:pt x="90" y="14"/>
                  </a:cubicBezTo>
                  <a:cubicBezTo>
                    <a:pt x="91" y="16"/>
                    <a:pt x="91" y="20"/>
                    <a:pt x="92" y="22"/>
                  </a:cubicBezTo>
                  <a:cubicBezTo>
                    <a:pt x="93" y="24"/>
                    <a:pt x="96" y="27"/>
                    <a:pt x="98" y="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32"/>
            <p:cNvSpPr>
              <a:spLocks/>
            </p:cNvSpPr>
            <p:nvPr/>
          </p:nvSpPr>
          <p:spPr bwMode="auto">
            <a:xfrm>
              <a:off x="4889500" y="2379663"/>
              <a:ext cx="49212" cy="19050"/>
            </a:xfrm>
            <a:custGeom>
              <a:avLst/>
              <a:gdLst/>
              <a:ahLst/>
              <a:cxnLst>
                <a:cxn ang="0">
                  <a:pos x="33" y="0"/>
                </a:cxn>
                <a:cxn ang="0">
                  <a:pos x="29" y="4"/>
                </a:cxn>
                <a:cxn ang="0">
                  <a:pos x="24" y="7"/>
                </a:cxn>
                <a:cxn ang="0">
                  <a:pos x="18" y="9"/>
                </a:cxn>
                <a:cxn ang="0">
                  <a:pos x="11" y="13"/>
                </a:cxn>
                <a:cxn ang="0">
                  <a:pos x="3" y="11"/>
                </a:cxn>
                <a:cxn ang="0">
                  <a:pos x="0" y="9"/>
                </a:cxn>
                <a:cxn ang="0">
                  <a:pos x="1" y="6"/>
                </a:cxn>
                <a:cxn ang="0">
                  <a:pos x="5" y="5"/>
                </a:cxn>
                <a:cxn ang="0">
                  <a:pos x="12" y="3"/>
                </a:cxn>
                <a:cxn ang="0">
                  <a:pos x="16" y="2"/>
                </a:cxn>
                <a:cxn ang="0">
                  <a:pos x="21" y="0"/>
                </a:cxn>
                <a:cxn ang="0">
                  <a:pos x="25" y="0"/>
                </a:cxn>
                <a:cxn ang="0">
                  <a:pos x="28" y="0"/>
                </a:cxn>
                <a:cxn ang="0">
                  <a:pos x="33" y="0"/>
                </a:cxn>
              </a:cxnLst>
              <a:rect l="0" t="0" r="r" b="b"/>
              <a:pathLst>
                <a:path w="33" h="13">
                  <a:moveTo>
                    <a:pt x="33" y="0"/>
                  </a:moveTo>
                  <a:cubicBezTo>
                    <a:pt x="32" y="2"/>
                    <a:pt x="30" y="3"/>
                    <a:pt x="29" y="4"/>
                  </a:cubicBezTo>
                  <a:cubicBezTo>
                    <a:pt x="28" y="5"/>
                    <a:pt x="26" y="6"/>
                    <a:pt x="24" y="7"/>
                  </a:cubicBezTo>
                  <a:cubicBezTo>
                    <a:pt x="23" y="7"/>
                    <a:pt x="20" y="8"/>
                    <a:pt x="18" y="9"/>
                  </a:cubicBezTo>
                  <a:cubicBezTo>
                    <a:pt x="16" y="10"/>
                    <a:pt x="13" y="12"/>
                    <a:pt x="11" y="13"/>
                  </a:cubicBezTo>
                  <a:cubicBezTo>
                    <a:pt x="9" y="13"/>
                    <a:pt x="5" y="12"/>
                    <a:pt x="3" y="11"/>
                  </a:cubicBezTo>
                  <a:cubicBezTo>
                    <a:pt x="2" y="11"/>
                    <a:pt x="1" y="10"/>
                    <a:pt x="0" y="9"/>
                  </a:cubicBezTo>
                  <a:cubicBezTo>
                    <a:pt x="0" y="9"/>
                    <a:pt x="1" y="7"/>
                    <a:pt x="1" y="6"/>
                  </a:cubicBezTo>
                  <a:cubicBezTo>
                    <a:pt x="2" y="6"/>
                    <a:pt x="4" y="6"/>
                    <a:pt x="5" y="5"/>
                  </a:cubicBezTo>
                  <a:cubicBezTo>
                    <a:pt x="7" y="5"/>
                    <a:pt x="10" y="4"/>
                    <a:pt x="12" y="3"/>
                  </a:cubicBezTo>
                  <a:cubicBezTo>
                    <a:pt x="13" y="3"/>
                    <a:pt x="15" y="2"/>
                    <a:pt x="16" y="2"/>
                  </a:cubicBezTo>
                  <a:cubicBezTo>
                    <a:pt x="17" y="1"/>
                    <a:pt x="20" y="0"/>
                    <a:pt x="21" y="0"/>
                  </a:cubicBezTo>
                  <a:cubicBezTo>
                    <a:pt x="22" y="0"/>
                    <a:pt x="24" y="0"/>
                    <a:pt x="25" y="0"/>
                  </a:cubicBezTo>
                  <a:cubicBezTo>
                    <a:pt x="26" y="0"/>
                    <a:pt x="27" y="0"/>
                    <a:pt x="28" y="0"/>
                  </a:cubicBezTo>
                  <a:cubicBezTo>
                    <a:pt x="29" y="0"/>
                    <a:pt x="33" y="0"/>
                    <a:pt x="3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33"/>
            <p:cNvSpPr>
              <a:spLocks/>
            </p:cNvSpPr>
            <p:nvPr/>
          </p:nvSpPr>
          <p:spPr bwMode="auto">
            <a:xfrm>
              <a:off x="4719638" y="1368426"/>
              <a:ext cx="254000" cy="52388"/>
            </a:xfrm>
            <a:custGeom>
              <a:avLst/>
              <a:gdLst/>
              <a:ahLst/>
              <a:cxnLst>
                <a:cxn ang="0">
                  <a:pos x="169" y="2"/>
                </a:cxn>
                <a:cxn ang="0">
                  <a:pos x="173" y="6"/>
                </a:cxn>
                <a:cxn ang="0">
                  <a:pos x="167" y="11"/>
                </a:cxn>
                <a:cxn ang="0">
                  <a:pos x="149" y="11"/>
                </a:cxn>
                <a:cxn ang="0">
                  <a:pos x="125" y="18"/>
                </a:cxn>
                <a:cxn ang="0">
                  <a:pos x="103" y="27"/>
                </a:cxn>
                <a:cxn ang="0">
                  <a:pos x="87" y="26"/>
                </a:cxn>
                <a:cxn ang="0">
                  <a:pos x="71" y="25"/>
                </a:cxn>
                <a:cxn ang="0">
                  <a:pos x="59" y="25"/>
                </a:cxn>
                <a:cxn ang="0">
                  <a:pos x="46" y="33"/>
                </a:cxn>
                <a:cxn ang="0">
                  <a:pos x="31" y="35"/>
                </a:cxn>
                <a:cxn ang="0">
                  <a:pos x="13" y="33"/>
                </a:cxn>
                <a:cxn ang="0">
                  <a:pos x="3" y="29"/>
                </a:cxn>
                <a:cxn ang="0">
                  <a:pos x="1" y="15"/>
                </a:cxn>
                <a:cxn ang="0">
                  <a:pos x="3" y="6"/>
                </a:cxn>
                <a:cxn ang="0">
                  <a:pos x="16" y="2"/>
                </a:cxn>
                <a:cxn ang="0">
                  <a:pos x="31" y="9"/>
                </a:cxn>
                <a:cxn ang="0">
                  <a:pos x="46" y="13"/>
                </a:cxn>
                <a:cxn ang="0">
                  <a:pos x="68" y="11"/>
                </a:cxn>
                <a:cxn ang="0">
                  <a:pos x="81" y="11"/>
                </a:cxn>
                <a:cxn ang="0">
                  <a:pos x="95" y="12"/>
                </a:cxn>
                <a:cxn ang="0">
                  <a:pos x="111" y="9"/>
                </a:cxn>
                <a:cxn ang="0">
                  <a:pos x="123" y="4"/>
                </a:cxn>
                <a:cxn ang="0">
                  <a:pos x="136" y="3"/>
                </a:cxn>
                <a:cxn ang="0">
                  <a:pos x="154" y="3"/>
                </a:cxn>
                <a:cxn ang="0">
                  <a:pos x="169" y="2"/>
                </a:cxn>
              </a:cxnLst>
              <a:rect l="0" t="0" r="r" b="b"/>
              <a:pathLst>
                <a:path w="174" h="35">
                  <a:moveTo>
                    <a:pt x="169" y="2"/>
                  </a:moveTo>
                  <a:cubicBezTo>
                    <a:pt x="171" y="2"/>
                    <a:pt x="174" y="5"/>
                    <a:pt x="173" y="6"/>
                  </a:cubicBezTo>
                  <a:cubicBezTo>
                    <a:pt x="173" y="8"/>
                    <a:pt x="169" y="11"/>
                    <a:pt x="167" y="11"/>
                  </a:cubicBezTo>
                  <a:cubicBezTo>
                    <a:pt x="162" y="13"/>
                    <a:pt x="153" y="11"/>
                    <a:pt x="149" y="11"/>
                  </a:cubicBezTo>
                  <a:cubicBezTo>
                    <a:pt x="142" y="12"/>
                    <a:pt x="131" y="16"/>
                    <a:pt x="125" y="18"/>
                  </a:cubicBezTo>
                  <a:cubicBezTo>
                    <a:pt x="119" y="20"/>
                    <a:pt x="109" y="26"/>
                    <a:pt x="103" y="27"/>
                  </a:cubicBezTo>
                  <a:cubicBezTo>
                    <a:pt x="99" y="27"/>
                    <a:pt x="91" y="27"/>
                    <a:pt x="87" y="26"/>
                  </a:cubicBezTo>
                  <a:cubicBezTo>
                    <a:pt x="83" y="26"/>
                    <a:pt x="75" y="25"/>
                    <a:pt x="71" y="25"/>
                  </a:cubicBezTo>
                  <a:cubicBezTo>
                    <a:pt x="68" y="25"/>
                    <a:pt x="62" y="24"/>
                    <a:pt x="59" y="25"/>
                  </a:cubicBezTo>
                  <a:cubicBezTo>
                    <a:pt x="55" y="26"/>
                    <a:pt x="50" y="31"/>
                    <a:pt x="46" y="33"/>
                  </a:cubicBezTo>
                  <a:cubicBezTo>
                    <a:pt x="43" y="34"/>
                    <a:pt x="35" y="35"/>
                    <a:pt x="31" y="35"/>
                  </a:cubicBezTo>
                  <a:cubicBezTo>
                    <a:pt x="26" y="35"/>
                    <a:pt x="17" y="34"/>
                    <a:pt x="13" y="33"/>
                  </a:cubicBezTo>
                  <a:cubicBezTo>
                    <a:pt x="10" y="32"/>
                    <a:pt x="5" y="31"/>
                    <a:pt x="3" y="29"/>
                  </a:cubicBezTo>
                  <a:cubicBezTo>
                    <a:pt x="1" y="27"/>
                    <a:pt x="0" y="18"/>
                    <a:pt x="1" y="15"/>
                  </a:cubicBezTo>
                  <a:cubicBezTo>
                    <a:pt x="1" y="12"/>
                    <a:pt x="2" y="8"/>
                    <a:pt x="3" y="6"/>
                  </a:cubicBezTo>
                  <a:cubicBezTo>
                    <a:pt x="6" y="4"/>
                    <a:pt x="13" y="1"/>
                    <a:pt x="16" y="2"/>
                  </a:cubicBezTo>
                  <a:cubicBezTo>
                    <a:pt x="20" y="2"/>
                    <a:pt x="27" y="8"/>
                    <a:pt x="31" y="9"/>
                  </a:cubicBezTo>
                  <a:cubicBezTo>
                    <a:pt x="35" y="11"/>
                    <a:pt x="42" y="12"/>
                    <a:pt x="46" y="13"/>
                  </a:cubicBezTo>
                  <a:cubicBezTo>
                    <a:pt x="52" y="13"/>
                    <a:pt x="63" y="12"/>
                    <a:pt x="68" y="11"/>
                  </a:cubicBezTo>
                  <a:cubicBezTo>
                    <a:pt x="71" y="11"/>
                    <a:pt x="78" y="11"/>
                    <a:pt x="81" y="11"/>
                  </a:cubicBezTo>
                  <a:cubicBezTo>
                    <a:pt x="85" y="11"/>
                    <a:pt x="92" y="12"/>
                    <a:pt x="95" y="12"/>
                  </a:cubicBezTo>
                  <a:cubicBezTo>
                    <a:pt x="99" y="12"/>
                    <a:pt x="107" y="10"/>
                    <a:pt x="111" y="9"/>
                  </a:cubicBezTo>
                  <a:cubicBezTo>
                    <a:pt x="114" y="8"/>
                    <a:pt x="120" y="5"/>
                    <a:pt x="123" y="4"/>
                  </a:cubicBezTo>
                  <a:cubicBezTo>
                    <a:pt x="127" y="3"/>
                    <a:pt x="133" y="3"/>
                    <a:pt x="136" y="3"/>
                  </a:cubicBezTo>
                  <a:cubicBezTo>
                    <a:pt x="141" y="3"/>
                    <a:pt x="150" y="3"/>
                    <a:pt x="154" y="3"/>
                  </a:cubicBezTo>
                  <a:cubicBezTo>
                    <a:pt x="158" y="3"/>
                    <a:pt x="166" y="0"/>
                    <a:pt x="169"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34"/>
            <p:cNvSpPr>
              <a:spLocks/>
            </p:cNvSpPr>
            <p:nvPr/>
          </p:nvSpPr>
          <p:spPr bwMode="auto">
            <a:xfrm>
              <a:off x="5019675" y="1381126"/>
              <a:ext cx="23812" cy="20638"/>
            </a:xfrm>
            <a:custGeom>
              <a:avLst/>
              <a:gdLst/>
              <a:ahLst/>
              <a:cxnLst>
                <a:cxn ang="0">
                  <a:pos x="15" y="1"/>
                </a:cxn>
                <a:cxn ang="0">
                  <a:pos x="16" y="4"/>
                </a:cxn>
                <a:cxn ang="0">
                  <a:pos x="12" y="6"/>
                </a:cxn>
                <a:cxn ang="0">
                  <a:pos x="12" y="11"/>
                </a:cxn>
                <a:cxn ang="0">
                  <a:pos x="4" y="14"/>
                </a:cxn>
                <a:cxn ang="0">
                  <a:pos x="1" y="11"/>
                </a:cxn>
                <a:cxn ang="0">
                  <a:pos x="2" y="6"/>
                </a:cxn>
                <a:cxn ang="0">
                  <a:pos x="0" y="5"/>
                </a:cxn>
                <a:cxn ang="0">
                  <a:pos x="2" y="1"/>
                </a:cxn>
                <a:cxn ang="0">
                  <a:pos x="8" y="0"/>
                </a:cxn>
                <a:cxn ang="0">
                  <a:pos x="12" y="2"/>
                </a:cxn>
                <a:cxn ang="0">
                  <a:pos x="15" y="1"/>
                </a:cxn>
              </a:cxnLst>
              <a:rect l="0" t="0" r="r" b="b"/>
              <a:pathLst>
                <a:path w="16" h="14">
                  <a:moveTo>
                    <a:pt x="15" y="1"/>
                  </a:moveTo>
                  <a:cubicBezTo>
                    <a:pt x="16" y="1"/>
                    <a:pt x="16" y="3"/>
                    <a:pt x="16" y="4"/>
                  </a:cubicBezTo>
                  <a:cubicBezTo>
                    <a:pt x="16" y="5"/>
                    <a:pt x="13" y="6"/>
                    <a:pt x="12" y="6"/>
                  </a:cubicBezTo>
                  <a:cubicBezTo>
                    <a:pt x="12" y="7"/>
                    <a:pt x="12" y="10"/>
                    <a:pt x="12" y="11"/>
                  </a:cubicBezTo>
                  <a:cubicBezTo>
                    <a:pt x="11" y="12"/>
                    <a:pt x="6" y="14"/>
                    <a:pt x="4" y="14"/>
                  </a:cubicBezTo>
                  <a:cubicBezTo>
                    <a:pt x="3" y="13"/>
                    <a:pt x="1" y="12"/>
                    <a:pt x="1" y="11"/>
                  </a:cubicBezTo>
                  <a:cubicBezTo>
                    <a:pt x="1" y="10"/>
                    <a:pt x="3" y="7"/>
                    <a:pt x="2" y="6"/>
                  </a:cubicBezTo>
                  <a:cubicBezTo>
                    <a:pt x="2" y="6"/>
                    <a:pt x="1" y="6"/>
                    <a:pt x="0" y="5"/>
                  </a:cubicBezTo>
                  <a:cubicBezTo>
                    <a:pt x="0" y="4"/>
                    <a:pt x="1" y="1"/>
                    <a:pt x="2" y="1"/>
                  </a:cubicBezTo>
                  <a:cubicBezTo>
                    <a:pt x="3" y="0"/>
                    <a:pt x="7" y="0"/>
                    <a:pt x="8" y="0"/>
                  </a:cubicBezTo>
                  <a:cubicBezTo>
                    <a:pt x="10" y="0"/>
                    <a:pt x="11" y="2"/>
                    <a:pt x="12" y="2"/>
                  </a:cubicBezTo>
                  <a:cubicBezTo>
                    <a:pt x="13" y="2"/>
                    <a:pt x="14" y="1"/>
                    <a:pt x="1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35"/>
            <p:cNvSpPr>
              <a:spLocks/>
            </p:cNvSpPr>
            <p:nvPr/>
          </p:nvSpPr>
          <p:spPr bwMode="auto">
            <a:xfrm>
              <a:off x="5078413" y="1312863"/>
              <a:ext cx="150812" cy="77788"/>
            </a:xfrm>
            <a:custGeom>
              <a:avLst/>
              <a:gdLst/>
              <a:ahLst/>
              <a:cxnLst>
                <a:cxn ang="0">
                  <a:pos x="103" y="7"/>
                </a:cxn>
                <a:cxn ang="0">
                  <a:pos x="98" y="14"/>
                </a:cxn>
                <a:cxn ang="0">
                  <a:pos x="88" y="19"/>
                </a:cxn>
                <a:cxn ang="0">
                  <a:pos x="81" y="19"/>
                </a:cxn>
                <a:cxn ang="0">
                  <a:pos x="73" y="22"/>
                </a:cxn>
                <a:cxn ang="0">
                  <a:pos x="65" y="29"/>
                </a:cxn>
                <a:cxn ang="0">
                  <a:pos x="56" y="35"/>
                </a:cxn>
                <a:cxn ang="0">
                  <a:pos x="48" y="35"/>
                </a:cxn>
                <a:cxn ang="0">
                  <a:pos x="35" y="35"/>
                </a:cxn>
                <a:cxn ang="0">
                  <a:pos x="25" y="36"/>
                </a:cxn>
                <a:cxn ang="0">
                  <a:pos x="18" y="39"/>
                </a:cxn>
                <a:cxn ang="0">
                  <a:pos x="13" y="42"/>
                </a:cxn>
                <a:cxn ang="0">
                  <a:pos x="12" y="48"/>
                </a:cxn>
                <a:cxn ang="0">
                  <a:pos x="10" y="52"/>
                </a:cxn>
                <a:cxn ang="0">
                  <a:pos x="6" y="52"/>
                </a:cxn>
                <a:cxn ang="0">
                  <a:pos x="3" y="50"/>
                </a:cxn>
                <a:cxn ang="0">
                  <a:pos x="3" y="47"/>
                </a:cxn>
                <a:cxn ang="0">
                  <a:pos x="5" y="44"/>
                </a:cxn>
                <a:cxn ang="0">
                  <a:pos x="8" y="42"/>
                </a:cxn>
                <a:cxn ang="0">
                  <a:pos x="7" y="41"/>
                </a:cxn>
                <a:cxn ang="0">
                  <a:pos x="1" y="42"/>
                </a:cxn>
                <a:cxn ang="0">
                  <a:pos x="1" y="36"/>
                </a:cxn>
                <a:cxn ang="0">
                  <a:pos x="7" y="26"/>
                </a:cxn>
                <a:cxn ang="0">
                  <a:pos x="17" y="17"/>
                </a:cxn>
                <a:cxn ang="0">
                  <a:pos x="30" y="14"/>
                </a:cxn>
                <a:cxn ang="0">
                  <a:pos x="44" y="9"/>
                </a:cxn>
                <a:cxn ang="0">
                  <a:pos x="55" y="9"/>
                </a:cxn>
                <a:cxn ang="0">
                  <a:pos x="70" y="8"/>
                </a:cxn>
                <a:cxn ang="0">
                  <a:pos x="80" y="6"/>
                </a:cxn>
                <a:cxn ang="0">
                  <a:pos x="89" y="1"/>
                </a:cxn>
                <a:cxn ang="0">
                  <a:pos x="99" y="2"/>
                </a:cxn>
                <a:cxn ang="0">
                  <a:pos x="103" y="7"/>
                </a:cxn>
              </a:cxnLst>
              <a:rect l="0" t="0" r="r" b="b"/>
              <a:pathLst>
                <a:path w="103" h="53">
                  <a:moveTo>
                    <a:pt x="103" y="7"/>
                  </a:moveTo>
                  <a:cubicBezTo>
                    <a:pt x="103" y="9"/>
                    <a:pt x="100" y="13"/>
                    <a:pt x="98" y="14"/>
                  </a:cubicBezTo>
                  <a:cubicBezTo>
                    <a:pt x="96" y="16"/>
                    <a:pt x="91" y="18"/>
                    <a:pt x="88" y="19"/>
                  </a:cubicBezTo>
                  <a:cubicBezTo>
                    <a:pt x="86" y="19"/>
                    <a:pt x="83" y="19"/>
                    <a:pt x="81" y="19"/>
                  </a:cubicBezTo>
                  <a:cubicBezTo>
                    <a:pt x="79" y="20"/>
                    <a:pt x="75" y="21"/>
                    <a:pt x="73" y="22"/>
                  </a:cubicBezTo>
                  <a:cubicBezTo>
                    <a:pt x="71" y="23"/>
                    <a:pt x="66" y="29"/>
                    <a:pt x="65" y="29"/>
                  </a:cubicBezTo>
                  <a:cubicBezTo>
                    <a:pt x="65" y="30"/>
                    <a:pt x="59" y="34"/>
                    <a:pt x="56" y="35"/>
                  </a:cubicBezTo>
                  <a:cubicBezTo>
                    <a:pt x="54" y="35"/>
                    <a:pt x="50" y="35"/>
                    <a:pt x="48" y="35"/>
                  </a:cubicBezTo>
                  <a:cubicBezTo>
                    <a:pt x="44" y="35"/>
                    <a:pt x="38" y="34"/>
                    <a:pt x="35" y="35"/>
                  </a:cubicBezTo>
                  <a:cubicBezTo>
                    <a:pt x="33" y="35"/>
                    <a:pt x="28" y="35"/>
                    <a:pt x="25" y="36"/>
                  </a:cubicBezTo>
                  <a:cubicBezTo>
                    <a:pt x="23" y="36"/>
                    <a:pt x="19" y="38"/>
                    <a:pt x="18" y="39"/>
                  </a:cubicBezTo>
                  <a:cubicBezTo>
                    <a:pt x="16" y="39"/>
                    <a:pt x="14" y="41"/>
                    <a:pt x="13" y="42"/>
                  </a:cubicBezTo>
                  <a:cubicBezTo>
                    <a:pt x="12" y="43"/>
                    <a:pt x="13" y="47"/>
                    <a:pt x="12" y="48"/>
                  </a:cubicBezTo>
                  <a:cubicBezTo>
                    <a:pt x="12" y="49"/>
                    <a:pt x="11" y="51"/>
                    <a:pt x="10" y="52"/>
                  </a:cubicBezTo>
                  <a:cubicBezTo>
                    <a:pt x="9" y="52"/>
                    <a:pt x="7" y="53"/>
                    <a:pt x="6" y="52"/>
                  </a:cubicBezTo>
                  <a:cubicBezTo>
                    <a:pt x="5" y="52"/>
                    <a:pt x="4" y="51"/>
                    <a:pt x="3" y="50"/>
                  </a:cubicBezTo>
                  <a:cubicBezTo>
                    <a:pt x="3" y="50"/>
                    <a:pt x="3" y="48"/>
                    <a:pt x="3" y="47"/>
                  </a:cubicBezTo>
                  <a:cubicBezTo>
                    <a:pt x="3" y="46"/>
                    <a:pt x="5" y="45"/>
                    <a:pt x="5" y="44"/>
                  </a:cubicBezTo>
                  <a:cubicBezTo>
                    <a:pt x="6" y="44"/>
                    <a:pt x="8" y="43"/>
                    <a:pt x="8" y="42"/>
                  </a:cubicBezTo>
                  <a:cubicBezTo>
                    <a:pt x="8" y="42"/>
                    <a:pt x="8" y="41"/>
                    <a:pt x="7" y="41"/>
                  </a:cubicBezTo>
                  <a:cubicBezTo>
                    <a:pt x="6" y="41"/>
                    <a:pt x="2" y="43"/>
                    <a:pt x="1" y="42"/>
                  </a:cubicBezTo>
                  <a:cubicBezTo>
                    <a:pt x="0" y="41"/>
                    <a:pt x="1" y="38"/>
                    <a:pt x="1" y="36"/>
                  </a:cubicBezTo>
                  <a:cubicBezTo>
                    <a:pt x="2" y="34"/>
                    <a:pt x="5" y="29"/>
                    <a:pt x="7" y="26"/>
                  </a:cubicBezTo>
                  <a:cubicBezTo>
                    <a:pt x="9" y="24"/>
                    <a:pt x="14" y="18"/>
                    <a:pt x="17" y="17"/>
                  </a:cubicBezTo>
                  <a:cubicBezTo>
                    <a:pt x="20" y="15"/>
                    <a:pt x="27" y="15"/>
                    <a:pt x="30" y="14"/>
                  </a:cubicBezTo>
                  <a:cubicBezTo>
                    <a:pt x="34" y="13"/>
                    <a:pt x="41" y="10"/>
                    <a:pt x="44" y="9"/>
                  </a:cubicBezTo>
                  <a:cubicBezTo>
                    <a:pt x="47" y="9"/>
                    <a:pt x="53" y="9"/>
                    <a:pt x="55" y="9"/>
                  </a:cubicBezTo>
                  <a:cubicBezTo>
                    <a:pt x="59" y="9"/>
                    <a:pt x="66" y="8"/>
                    <a:pt x="70" y="8"/>
                  </a:cubicBezTo>
                  <a:cubicBezTo>
                    <a:pt x="73" y="7"/>
                    <a:pt x="78" y="7"/>
                    <a:pt x="80" y="6"/>
                  </a:cubicBezTo>
                  <a:cubicBezTo>
                    <a:pt x="83" y="5"/>
                    <a:pt x="87" y="1"/>
                    <a:pt x="89" y="1"/>
                  </a:cubicBezTo>
                  <a:cubicBezTo>
                    <a:pt x="91" y="0"/>
                    <a:pt x="97" y="1"/>
                    <a:pt x="99" y="2"/>
                  </a:cubicBezTo>
                  <a:cubicBezTo>
                    <a:pt x="100" y="3"/>
                    <a:pt x="103" y="5"/>
                    <a:pt x="103"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36"/>
            <p:cNvSpPr>
              <a:spLocks/>
            </p:cNvSpPr>
            <p:nvPr/>
          </p:nvSpPr>
          <p:spPr bwMode="auto">
            <a:xfrm>
              <a:off x="4184650" y="1563688"/>
              <a:ext cx="174625" cy="114300"/>
            </a:xfrm>
            <a:custGeom>
              <a:avLst/>
              <a:gdLst/>
              <a:ahLst/>
              <a:cxnLst>
                <a:cxn ang="0">
                  <a:pos x="118" y="2"/>
                </a:cxn>
                <a:cxn ang="0">
                  <a:pos x="116" y="8"/>
                </a:cxn>
                <a:cxn ang="0">
                  <a:pos x="112" y="12"/>
                </a:cxn>
                <a:cxn ang="0">
                  <a:pos x="104" y="12"/>
                </a:cxn>
                <a:cxn ang="0">
                  <a:pos x="95" y="14"/>
                </a:cxn>
                <a:cxn ang="0">
                  <a:pos x="90" y="21"/>
                </a:cxn>
                <a:cxn ang="0">
                  <a:pos x="83" y="26"/>
                </a:cxn>
                <a:cxn ang="0">
                  <a:pos x="80" y="28"/>
                </a:cxn>
                <a:cxn ang="0">
                  <a:pos x="70" y="28"/>
                </a:cxn>
                <a:cxn ang="0">
                  <a:pos x="62" y="31"/>
                </a:cxn>
                <a:cxn ang="0">
                  <a:pos x="57" y="33"/>
                </a:cxn>
                <a:cxn ang="0">
                  <a:pos x="56" y="38"/>
                </a:cxn>
                <a:cxn ang="0">
                  <a:pos x="60" y="44"/>
                </a:cxn>
                <a:cxn ang="0">
                  <a:pos x="58" y="49"/>
                </a:cxn>
                <a:cxn ang="0">
                  <a:pos x="53" y="54"/>
                </a:cxn>
                <a:cxn ang="0">
                  <a:pos x="44" y="63"/>
                </a:cxn>
                <a:cxn ang="0">
                  <a:pos x="35" y="72"/>
                </a:cxn>
                <a:cxn ang="0">
                  <a:pos x="29" y="77"/>
                </a:cxn>
                <a:cxn ang="0">
                  <a:pos x="22" y="77"/>
                </a:cxn>
                <a:cxn ang="0">
                  <a:pos x="17" y="78"/>
                </a:cxn>
                <a:cxn ang="0">
                  <a:pos x="6" y="79"/>
                </a:cxn>
                <a:cxn ang="0">
                  <a:pos x="0" y="74"/>
                </a:cxn>
                <a:cxn ang="0">
                  <a:pos x="1" y="68"/>
                </a:cxn>
                <a:cxn ang="0">
                  <a:pos x="9" y="68"/>
                </a:cxn>
                <a:cxn ang="0">
                  <a:pos x="13" y="62"/>
                </a:cxn>
                <a:cxn ang="0">
                  <a:pos x="21" y="58"/>
                </a:cxn>
                <a:cxn ang="0">
                  <a:pos x="30" y="55"/>
                </a:cxn>
                <a:cxn ang="0">
                  <a:pos x="37" y="51"/>
                </a:cxn>
                <a:cxn ang="0">
                  <a:pos x="42" y="48"/>
                </a:cxn>
                <a:cxn ang="0">
                  <a:pos x="46" y="42"/>
                </a:cxn>
                <a:cxn ang="0">
                  <a:pos x="47" y="36"/>
                </a:cxn>
                <a:cxn ang="0">
                  <a:pos x="56" y="28"/>
                </a:cxn>
                <a:cxn ang="0">
                  <a:pos x="66" y="19"/>
                </a:cxn>
                <a:cxn ang="0">
                  <a:pos x="80" y="10"/>
                </a:cxn>
                <a:cxn ang="0">
                  <a:pos x="95" y="4"/>
                </a:cxn>
                <a:cxn ang="0">
                  <a:pos x="107" y="2"/>
                </a:cxn>
                <a:cxn ang="0">
                  <a:pos x="118" y="2"/>
                </a:cxn>
              </a:cxnLst>
              <a:rect l="0" t="0" r="r" b="b"/>
              <a:pathLst>
                <a:path w="119" h="79">
                  <a:moveTo>
                    <a:pt x="118" y="2"/>
                  </a:moveTo>
                  <a:cubicBezTo>
                    <a:pt x="119" y="4"/>
                    <a:pt x="117" y="7"/>
                    <a:pt x="116" y="8"/>
                  </a:cubicBezTo>
                  <a:cubicBezTo>
                    <a:pt x="115" y="9"/>
                    <a:pt x="114" y="12"/>
                    <a:pt x="112" y="12"/>
                  </a:cubicBezTo>
                  <a:cubicBezTo>
                    <a:pt x="110" y="13"/>
                    <a:pt x="106" y="11"/>
                    <a:pt x="104" y="12"/>
                  </a:cubicBezTo>
                  <a:cubicBezTo>
                    <a:pt x="101" y="12"/>
                    <a:pt x="97" y="13"/>
                    <a:pt x="95" y="14"/>
                  </a:cubicBezTo>
                  <a:cubicBezTo>
                    <a:pt x="93" y="16"/>
                    <a:pt x="91" y="20"/>
                    <a:pt x="90" y="21"/>
                  </a:cubicBezTo>
                  <a:cubicBezTo>
                    <a:pt x="88" y="23"/>
                    <a:pt x="85" y="25"/>
                    <a:pt x="83" y="26"/>
                  </a:cubicBezTo>
                  <a:cubicBezTo>
                    <a:pt x="82" y="27"/>
                    <a:pt x="81" y="28"/>
                    <a:pt x="80" y="28"/>
                  </a:cubicBezTo>
                  <a:cubicBezTo>
                    <a:pt x="77" y="28"/>
                    <a:pt x="72" y="28"/>
                    <a:pt x="70" y="28"/>
                  </a:cubicBezTo>
                  <a:cubicBezTo>
                    <a:pt x="68" y="29"/>
                    <a:pt x="64" y="30"/>
                    <a:pt x="62" y="31"/>
                  </a:cubicBezTo>
                  <a:cubicBezTo>
                    <a:pt x="61" y="32"/>
                    <a:pt x="58" y="32"/>
                    <a:pt x="57" y="33"/>
                  </a:cubicBezTo>
                  <a:cubicBezTo>
                    <a:pt x="57" y="34"/>
                    <a:pt x="56" y="37"/>
                    <a:pt x="56" y="38"/>
                  </a:cubicBezTo>
                  <a:cubicBezTo>
                    <a:pt x="56" y="40"/>
                    <a:pt x="60" y="42"/>
                    <a:pt x="60" y="44"/>
                  </a:cubicBezTo>
                  <a:cubicBezTo>
                    <a:pt x="60" y="45"/>
                    <a:pt x="59" y="48"/>
                    <a:pt x="58" y="49"/>
                  </a:cubicBezTo>
                  <a:cubicBezTo>
                    <a:pt x="57" y="51"/>
                    <a:pt x="54" y="53"/>
                    <a:pt x="53" y="54"/>
                  </a:cubicBezTo>
                  <a:cubicBezTo>
                    <a:pt x="50" y="56"/>
                    <a:pt x="46" y="61"/>
                    <a:pt x="44" y="63"/>
                  </a:cubicBezTo>
                  <a:cubicBezTo>
                    <a:pt x="42" y="65"/>
                    <a:pt x="37" y="70"/>
                    <a:pt x="35" y="72"/>
                  </a:cubicBezTo>
                  <a:cubicBezTo>
                    <a:pt x="33" y="73"/>
                    <a:pt x="30" y="76"/>
                    <a:pt x="29" y="77"/>
                  </a:cubicBezTo>
                  <a:cubicBezTo>
                    <a:pt x="27" y="77"/>
                    <a:pt x="24" y="77"/>
                    <a:pt x="22" y="77"/>
                  </a:cubicBezTo>
                  <a:cubicBezTo>
                    <a:pt x="21" y="77"/>
                    <a:pt x="18" y="78"/>
                    <a:pt x="17" y="78"/>
                  </a:cubicBezTo>
                  <a:cubicBezTo>
                    <a:pt x="14" y="78"/>
                    <a:pt x="9" y="79"/>
                    <a:pt x="6" y="79"/>
                  </a:cubicBezTo>
                  <a:cubicBezTo>
                    <a:pt x="4" y="78"/>
                    <a:pt x="1" y="76"/>
                    <a:pt x="0" y="74"/>
                  </a:cubicBezTo>
                  <a:cubicBezTo>
                    <a:pt x="0" y="73"/>
                    <a:pt x="0" y="69"/>
                    <a:pt x="1" y="68"/>
                  </a:cubicBezTo>
                  <a:cubicBezTo>
                    <a:pt x="2" y="67"/>
                    <a:pt x="7" y="69"/>
                    <a:pt x="9" y="68"/>
                  </a:cubicBezTo>
                  <a:cubicBezTo>
                    <a:pt x="11" y="67"/>
                    <a:pt x="12" y="63"/>
                    <a:pt x="13" y="62"/>
                  </a:cubicBezTo>
                  <a:cubicBezTo>
                    <a:pt x="14" y="61"/>
                    <a:pt x="18" y="58"/>
                    <a:pt x="21" y="58"/>
                  </a:cubicBezTo>
                  <a:cubicBezTo>
                    <a:pt x="23" y="57"/>
                    <a:pt x="28" y="56"/>
                    <a:pt x="30" y="55"/>
                  </a:cubicBezTo>
                  <a:cubicBezTo>
                    <a:pt x="32" y="54"/>
                    <a:pt x="35" y="51"/>
                    <a:pt x="37" y="51"/>
                  </a:cubicBezTo>
                  <a:cubicBezTo>
                    <a:pt x="38" y="50"/>
                    <a:pt x="41" y="49"/>
                    <a:pt x="42" y="48"/>
                  </a:cubicBezTo>
                  <a:cubicBezTo>
                    <a:pt x="44" y="47"/>
                    <a:pt x="46" y="44"/>
                    <a:pt x="46" y="42"/>
                  </a:cubicBezTo>
                  <a:cubicBezTo>
                    <a:pt x="47" y="40"/>
                    <a:pt x="46" y="37"/>
                    <a:pt x="47" y="36"/>
                  </a:cubicBezTo>
                  <a:cubicBezTo>
                    <a:pt x="48" y="33"/>
                    <a:pt x="54" y="30"/>
                    <a:pt x="56" y="28"/>
                  </a:cubicBezTo>
                  <a:cubicBezTo>
                    <a:pt x="59" y="26"/>
                    <a:pt x="64" y="21"/>
                    <a:pt x="66" y="19"/>
                  </a:cubicBezTo>
                  <a:cubicBezTo>
                    <a:pt x="70" y="17"/>
                    <a:pt x="77" y="12"/>
                    <a:pt x="80" y="10"/>
                  </a:cubicBezTo>
                  <a:cubicBezTo>
                    <a:pt x="84" y="8"/>
                    <a:pt x="91" y="5"/>
                    <a:pt x="95" y="4"/>
                  </a:cubicBezTo>
                  <a:cubicBezTo>
                    <a:pt x="98" y="3"/>
                    <a:pt x="104" y="2"/>
                    <a:pt x="107" y="2"/>
                  </a:cubicBezTo>
                  <a:cubicBezTo>
                    <a:pt x="110" y="1"/>
                    <a:pt x="116" y="0"/>
                    <a:pt x="118"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37"/>
            <p:cNvSpPr>
              <a:spLocks/>
            </p:cNvSpPr>
            <p:nvPr/>
          </p:nvSpPr>
          <p:spPr bwMode="auto">
            <a:xfrm>
              <a:off x="4392613" y="1390651"/>
              <a:ext cx="298450" cy="130175"/>
            </a:xfrm>
            <a:custGeom>
              <a:avLst/>
              <a:gdLst/>
              <a:ahLst/>
              <a:cxnLst>
                <a:cxn ang="0">
                  <a:pos x="204" y="2"/>
                </a:cxn>
                <a:cxn ang="0">
                  <a:pos x="201" y="9"/>
                </a:cxn>
                <a:cxn ang="0">
                  <a:pos x="189" y="17"/>
                </a:cxn>
                <a:cxn ang="0">
                  <a:pos x="179" y="19"/>
                </a:cxn>
                <a:cxn ang="0">
                  <a:pos x="171" y="17"/>
                </a:cxn>
                <a:cxn ang="0">
                  <a:pos x="168" y="24"/>
                </a:cxn>
                <a:cxn ang="0">
                  <a:pos x="155" y="34"/>
                </a:cxn>
                <a:cxn ang="0">
                  <a:pos x="143" y="39"/>
                </a:cxn>
                <a:cxn ang="0">
                  <a:pos x="131" y="40"/>
                </a:cxn>
                <a:cxn ang="0">
                  <a:pos x="118" y="40"/>
                </a:cxn>
                <a:cxn ang="0">
                  <a:pos x="105" y="46"/>
                </a:cxn>
                <a:cxn ang="0">
                  <a:pos x="92" y="56"/>
                </a:cxn>
                <a:cxn ang="0">
                  <a:pos x="77" y="63"/>
                </a:cxn>
                <a:cxn ang="0">
                  <a:pos x="58" y="63"/>
                </a:cxn>
                <a:cxn ang="0">
                  <a:pos x="48" y="62"/>
                </a:cxn>
                <a:cxn ang="0">
                  <a:pos x="39" y="69"/>
                </a:cxn>
                <a:cxn ang="0">
                  <a:pos x="35" y="80"/>
                </a:cxn>
                <a:cxn ang="0">
                  <a:pos x="26" y="87"/>
                </a:cxn>
                <a:cxn ang="0">
                  <a:pos x="16" y="89"/>
                </a:cxn>
                <a:cxn ang="0">
                  <a:pos x="9" y="86"/>
                </a:cxn>
                <a:cxn ang="0">
                  <a:pos x="2" y="77"/>
                </a:cxn>
                <a:cxn ang="0">
                  <a:pos x="2" y="68"/>
                </a:cxn>
                <a:cxn ang="0">
                  <a:pos x="14" y="62"/>
                </a:cxn>
                <a:cxn ang="0">
                  <a:pos x="22" y="55"/>
                </a:cxn>
                <a:cxn ang="0">
                  <a:pos x="23" y="46"/>
                </a:cxn>
                <a:cxn ang="0">
                  <a:pos x="29" y="43"/>
                </a:cxn>
                <a:cxn ang="0">
                  <a:pos x="44" y="39"/>
                </a:cxn>
                <a:cxn ang="0">
                  <a:pos x="64" y="39"/>
                </a:cxn>
                <a:cxn ang="0">
                  <a:pos x="77" y="39"/>
                </a:cxn>
                <a:cxn ang="0">
                  <a:pos x="89" y="34"/>
                </a:cxn>
                <a:cxn ang="0">
                  <a:pos x="102" y="28"/>
                </a:cxn>
                <a:cxn ang="0">
                  <a:pos x="123" y="23"/>
                </a:cxn>
                <a:cxn ang="0">
                  <a:pos x="148" y="18"/>
                </a:cxn>
                <a:cxn ang="0">
                  <a:pos x="165" y="10"/>
                </a:cxn>
                <a:cxn ang="0">
                  <a:pos x="180" y="3"/>
                </a:cxn>
                <a:cxn ang="0">
                  <a:pos x="193" y="1"/>
                </a:cxn>
                <a:cxn ang="0">
                  <a:pos x="204" y="2"/>
                </a:cxn>
              </a:cxnLst>
              <a:rect l="0" t="0" r="r" b="b"/>
              <a:pathLst>
                <a:path w="205" h="89">
                  <a:moveTo>
                    <a:pt x="204" y="2"/>
                  </a:moveTo>
                  <a:cubicBezTo>
                    <a:pt x="205" y="3"/>
                    <a:pt x="202" y="7"/>
                    <a:pt x="201" y="9"/>
                  </a:cubicBezTo>
                  <a:cubicBezTo>
                    <a:pt x="199" y="11"/>
                    <a:pt x="192" y="15"/>
                    <a:pt x="189" y="17"/>
                  </a:cubicBezTo>
                  <a:cubicBezTo>
                    <a:pt x="186" y="18"/>
                    <a:pt x="182" y="19"/>
                    <a:pt x="179" y="19"/>
                  </a:cubicBezTo>
                  <a:cubicBezTo>
                    <a:pt x="177" y="19"/>
                    <a:pt x="173" y="16"/>
                    <a:pt x="171" y="17"/>
                  </a:cubicBezTo>
                  <a:cubicBezTo>
                    <a:pt x="169" y="18"/>
                    <a:pt x="169" y="23"/>
                    <a:pt x="168" y="24"/>
                  </a:cubicBezTo>
                  <a:cubicBezTo>
                    <a:pt x="165" y="27"/>
                    <a:pt x="159" y="32"/>
                    <a:pt x="155" y="34"/>
                  </a:cubicBezTo>
                  <a:cubicBezTo>
                    <a:pt x="152" y="35"/>
                    <a:pt x="146" y="38"/>
                    <a:pt x="143" y="39"/>
                  </a:cubicBezTo>
                  <a:cubicBezTo>
                    <a:pt x="140" y="40"/>
                    <a:pt x="134" y="40"/>
                    <a:pt x="131" y="40"/>
                  </a:cubicBezTo>
                  <a:cubicBezTo>
                    <a:pt x="128" y="40"/>
                    <a:pt x="121" y="39"/>
                    <a:pt x="118" y="40"/>
                  </a:cubicBezTo>
                  <a:cubicBezTo>
                    <a:pt x="115" y="41"/>
                    <a:pt x="109" y="44"/>
                    <a:pt x="105" y="46"/>
                  </a:cubicBezTo>
                  <a:cubicBezTo>
                    <a:pt x="102" y="48"/>
                    <a:pt x="96" y="54"/>
                    <a:pt x="92" y="56"/>
                  </a:cubicBezTo>
                  <a:cubicBezTo>
                    <a:pt x="89" y="58"/>
                    <a:pt x="81" y="62"/>
                    <a:pt x="77" y="63"/>
                  </a:cubicBezTo>
                  <a:cubicBezTo>
                    <a:pt x="72" y="64"/>
                    <a:pt x="63" y="63"/>
                    <a:pt x="58" y="63"/>
                  </a:cubicBezTo>
                  <a:cubicBezTo>
                    <a:pt x="56" y="63"/>
                    <a:pt x="50" y="62"/>
                    <a:pt x="48" y="62"/>
                  </a:cubicBezTo>
                  <a:cubicBezTo>
                    <a:pt x="45" y="63"/>
                    <a:pt x="40" y="66"/>
                    <a:pt x="39" y="69"/>
                  </a:cubicBezTo>
                  <a:cubicBezTo>
                    <a:pt x="37" y="71"/>
                    <a:pt x="37" y="78"/>
                    <a:pt x="35" y="80"/>
                  </a:cubicBezTo>
                  <a:cubicBezTo>
                    <a:pt x="33" y="82"/>
                    <a:pt x="28" y="86"/>
                    <a:pt x="26" y="87"/>
                  </a:cubicBezTo>
                  <a:cubicBezTo>
                    <a:pt x="23" y="88"/>
                    <a:pt x="18" y="89"/>
                    <a:pt x="16" y="89"/>
                  </a:cubicBezTo>
                  <a:cubicBezTo>
                    <a:pt x="14" y="89"/>
                    <a:pt x="10" y="87"/>
                    <a:pt x="9" y="86"/>
                  </a:cubicBezTo>
                  <a:cubicBezTo>
                    <a:pt x="6" y="84"/>
                    <a:pt x="3" y="80"/>
                    <a:pt x="2" y="77"/>
                  </a:cubicBezTo>
                  <a:cubicBezTo>
                    <a:pt x="1" y="75"/>
                    <a:pt x="0" y="70"/>
                    <a:pt x="2" y="68"/>
                  </a:cubicBezTo>
                  <a:cubicBezTo>
                    <a:pt x="3" y="65"/>
                    <a:pt x="11" y="64"/>
                    <a:pt x="14" y="62"/>
                  </a:cubicBezTo>
                  <a:cubicBezTo>
                    <a:pt x="16" y="61"/>
                    <a:pt x="21" y="58"/>
                    <a:pt x="22" y="55"/>
                  </a:cubicBezTo>
                  <a:cubicBezTo>
                    <a:pt x="23" y="53"/>
                    <a:pt x="22" y="48"/>
                    <a:pt x="23" y="46"/>
                  </a:cubicBezTo>
                  <a:cubicBezTo>
                    <a:pt x="24" y="45"/>
                    <a:pt x="27" y="44"/>
                    <a:pt x="29" y="43"/>
                  </a:cubicBezTo>
                  <a:cubicBezTo>
                    <a:pt x="32" y="42"/>
                    <a:pt x="40" y="40"/>
                    <a:pt x="44" y="39"/>
                  </a:cubicBezTo>
                  <a:cubicBezTo>
                    <a:pt x="49" y="39"/>
                    <a:pt x="59" y="39"/>
                    <a:pt x="64" y="39"/>
                  </a:cubicBezTo>
                  <a:cubicBezTo>
                    <a:pt x="67" y="39"/>
                    <a:pt x="74" y="39"/>
                    <a:pt x="77" y="39"/>
                  </a:cubicBezTo>
                  <a:cubicBezTo>
                    <a:pt x="80" y="38"/>
                    <a:pt x="86" y="35"/>
                    <a:pt x="89" y="34"/>
                  </a:cubicBezTo>
                  <a:cubicBezTo>
                    <a:pt x="92" y="33"/>
                    <a:pt x="99" y="29"/>
                    <a:pt x="102" y="28"/>
                  </a:cubicBezTo>
                  <a:cubicBezTo>
                    <a:pt x="107" y="27"/>
                    <a:pt x="117" y="24"/>
                    <a:pt x="123" y="23"/>
                  </a:cubicBezTo>
                  <a:cubicBezTo>
                    <a:pt x="129" y="22"/>
                    <a:pt x="142" y="20"/>
                    <a:pt x="148" y="18"/>
                  </a:cubicBezTo>
                  <a:cubicBezTo>
                    <a:pt x="153" y="16"/>
                    <a:pt x="161" y="12"/>
                    <a:pt x="165" y="10"/>
                  </a:cubicBezTo>
                  <a:cubicBezTo>
                    <a:pt x="169" y="8"/>
                    <a:pt x="176" y="4"/>
                    <a:pt x="180" y="3"/>
                  </a:cubicBezTo>
                  <a:cubicBezTo>
                    <a:pt x="183" y="2"/>
                    <a:pt x="190" y="2"/>
                    <a:pt x="193" y="1"/>
                  </a:cubicBezTo>
                  <a:cubicBezTo>
                    <a:pt x="196" y="1"/>
                    <a:pt x="202" y="0"/>
                    <a:pt x="204"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38"/>
            <p:cNvSpPr>
              <a:spLocks/>
            </p:cNvSpPr>
            <p:nvPr/>
          </p:nvSpPr>
          <p:spPr bwMode="auto">
            <a:xfrm>
              <a:off x="4537075" y="1438276"/>
              <a:ext cx="781050" cy="720725"/>
            </a:xfrm>
            <a:custGeom>
              <a:avLst/>
              <a:gdLst/>
              <a:ahLst/>
              <a:cxnLst>
                <a:cxn ang="0">
                  <a:pos x="356" y="462"/>
                </a:cxn>
                <a:cxn ang="0">
                  <a:pos x="327" y="481"/>
                </a:cxn>
                <a:cxn ang="0">
                  <a:pos x="297" y="465"/>
                </a:cxn>
                <a:cxn ang="0">
                  <a:pos x="272" y="479"/>
                </a:cxn>
                <a:cxn ang="0">
                  <a:pos x="248" y="494"/>
                </a:cxn>
                <a:cxn ang="0">
                  <a:pos x="226" y="492"/>
                </a:cxn>
                <a:cxn ang="0">
                  <a:pos x="208" y="479"/>
                </a:cxn>
                <a:cxn ang="0">
                  <a:pos x="184" y="466"/>
                </a:cxn>
                <a:cxn ang="0">
                  <a:pos x="164" y="463"/>
                </a:cxn>
                <a:cxn ang="0">
                  <a:pos x="144" y="450"/>
                </a:cxn>
                <a:cxn ang="0">
                  <a:pos x="123" y="457"/>
                </a:cxn>
                <a:cxn ang="0">
                  <a:pos x="95" y="469"/>
                </a:cxn>
                <a:cxn ang="0">
                  <a:pos x="54" y="452"/>
                </a:cxn>
                <a:cxn ang="0">
                  <a:pos x="18" y="452"/>
                </a:cxn>
                <a:cxn ang="0">
                  <a:pos x="11" y="417"/>
                </a:cxn>
                <a:cxn ang="0">
                  <a:pos x="26" y="390"/>
                </a:cxn>
                <a:cxn ang="0">
                  <a:pos x="30" y="379"/>
                </a:cxn>
                <a:cxn ang="0">
                  <a:pos x="22" y="340"/>
                </a:cxn>
                <a:cxn ang="0">
                  <a:pos x="21" y="314"/>
                </a:cxn>
                <a:cxn ang="0">
                  <a:pos x="4" y="284"/>
                </a:cxn>
                <a:cxn ang="0">
                  <a:pos x="10" y="280"/>
                </a:cxn>
                <a:cxn ang="0">
                  <a:pos x="19" y="279"/>
                </a:cxn>
                <a:cxn ang="0">
                  <a:pos x="25" y="240"/>
                </a:cxn>
                <a:cxn ang="0">
                  <a:pos x="35" y="177"/>
                </a:cxn>
                <a:cxn ang="0">
                  <a:pos x="74" y="136"/>
                </a:cxn>
                <a:cxn ang="0">
                  <a:pos x="116" y="93"/>
                </a:cxn>
                <a:cxn ang="0">
                  <a:pos x="152" y="86"/>
                </a:cxn>
                <a:cxn ang="0">
                  <a:pos x="198" y="59"/>
                </a:cxn>
                <a:cxn ang="0">
                  <a:pos x="274" y="21"/>
                </a:cxn>
                <a:cxn ang="0">
                  <a:pos x="341" y="4"/>
                </a:cxn>
                <a:cxn ang="0">
                  <a:pos x="376" y="4"/>
                </a:cxn>
                <a:cxn ang="0">
                  <a:pos x="399" y="2"/>
                </a:cxn>
                <a:cxn ang="0">
                  <a:pos x="392" y="30"/>
                </a:cxn>
                <a:cxn ang="0">
                  <a:pos x="409" y="65"/>
                </a:cxn>
                <a:cxn ang="0">
                  <a:pos x="404" y="49"/>
                </a:cxn>
                <a:cxn ang="0">
                  <a:pos x="410" y="47"/>
                </a:cxn>
                <a:cxn ang="0">
                  <a:pos x="416" y="48"/>
                </a:cxn>
                <a:cxn ang="0">
                  <a:pos x="426" y="57"/>
                </a:cxn>
                <a:cxn ang="0">
                  <a:pos x="431" y="58"/>
                </a:cxn>
                <a:cxn ang="0">
                  <a:pos x="449" y="55"/>
                </a:cxn>
                <a:cxn ang="0">
                  <a:pos x="456" y="84"/>
                </a:cxn>
                <a:cxn ang="0">
                  <a:pos x="439" y="110"/>
                </a:cxn>
                <a:cxn ang="0">
                  <a:pos x="420" y="143"/>
                </a:cxn>
                <a:cxn ang="0">
                  <a:pos x="417" y="176"/>
                </a:cxn>
                <a:cxn ang="0">
                  <a:pos x="398" y="221"/>
                </a:cxn>
                <a:cxn ang="0">
                  <a:pos x="429" y="239"/>
                </a:cxn>
                <a:cxn ang="0">
                  <a:pos x="464" y="256"/>
                </a:cxn>
                <a:cxn ang="0">
                  <a:pos x="474" y="271"/>
                </a:cxn>
                <a:cxn ang="0">
                  <a:pos x="493" y="290"/>
                </a:cxn>
                <a:cxn ang="0">
                  <a:pos x="520" y="336"/>
                </a:cxn>
                <a:cxn ang="0">
                  <a:pos x="528" y="378"/>
                </a:cxn>
                <a:cxn ang="0">
                  <a:pos x="481" y="406"/>
                </a:cxn>
                <a:cxn ang="0">
                  <a:pos x="441" y="398"/>
                </a:cxn>
                <a:cxn ang="0">
                  <a:pos x="384" y="455"/>
                </a:cxn>
              </a:cxnLst>
              <a:rect l="0" t="0" r="r" b="b"/>
              <a:pathLst>
                <a:path w="535" h="494">
                  <a:moveTo>
                    <a:pt x="384" y="455"/>
                  </a:moveTo>
                  <a:cubicBezTo>
                    <a:pt x="381" y="456"/>
                    <a:pt x="375" y="458"/>
                    <a:pt x="372" y="459"/>
                  </a:cubicBezTo>
                  <a:cubicBezTo>
                    <a:pt x="370" y="460"/>
                    <a:pt x="367" y="461"/>
                    <a:pt x="365" y="462"/>
                  </a:cubicBezTo>
                  <a:cubicBezTo>
                    <a:pt x="363" y="462"/>
                    <a:pt x="358" y="462"/>
                    <a:pt x="356" y="462"/>
                  </a:cubicBezTo>
                  <a:cubicBezTo>
                    <a:pt x="354" y="462"/>
                    <a:pt x="349" y="461"/>
                    <a:pt x="347" y="462"/>
                  </a:cubicBezTo>
                  <a:cubicBezTo>
                    <a:pt x="345" y="463"/>
                    <a:pt x="344" y="468"/>
                    <a:pt x="343" y="471"/>
                  </a:cubicBezTo>
                  <a:cubicBezTo>
                    <a:pt x="342" y="473"/>
                    <a:pt x="340" y="477"/>
                    <a:pt x="339" y="479"/>
                  </a:cubicBezTo>
                  <a:cubicBezTo>
                    <a:pt x="336" y="480"/>
                    <a:pt x="330" y="481"/>
                    <a:pt x="327" y="481"/>
                  </a:cubicBezTo>
                  <a:cubicBezTo>
                    <a:pt x="324" y="480"/>
                    <a:pt x="318" y="476"/>
                    <a:pt x="315" y="474"/>
                  </a:cubicBezTo>
                  <a:cubicBezTo>
                    <a:pt x="313" y="473"/>
                    <a:pt x="309" y="470"/>
                    <a:pt x="307" y="469"/>
                  </a:cubicBezTo>
                  <a:cubicBezTo>
                    <a:pt x="305" y="468"/>
                    <a:pt x="302" y="464"/>
                    <a:pt x="300" y="464"/>
                  </a:cubicBezTo>
                  <a:cubicBezTo>
                    <a:pt x="299" y="464"/>
                    <a:pt x="297" y="465"/>
                    <a:pt x="297" y="465"/>
                  </a:cubicBezTo>
                  <a:cubicBezTo>
                    <a:pt x="295" y="466"/>
                    <a:pt x="293" y="469"/>
                    <a:pt x="291" y="470"/>
                  </a:cubicBezTo>
                  <a:cubicBezTo>
                    <a:pt x="289" y="471"/>
                    <a:pt x="285" y="470"/>
                    <a:pt x="283" y="471"/>
                  </a:cubicBezTo>
                  <a:cubicBezTo>
                    <a:pt x="281" y="471"/>
                    <a:pt x="277" y="473"/>
                    <a:pt x="276" y="474"/>
                  </a:cubicBezTo>
                  <a:cubicBezTo>
                    <a:pt x="275" y="475"/>
                    <a:pt x="273" y="478"/>
                    <a:pt x="272" y="479"/>
                  </a:cubicBezTo>
                  <a:cubicBezTo>
                    <a:pt x="271" y="481"/>
                    <a:pt x="268" y="485"/>
                    <a:pt x="267" y="486"/>
                  </a:cubicBezTo>
                  <a:cubicBezTo>
                    <a:pt x="265" y="487"/>
                    <a:pt x="263" y="489"/>
                    <a:pt x="261" y="489"/>
                  </a:cubicBezTo>
                  <a:cubicBezTo>
                    <a:pt x="260" y="490"/>
                    <a:pt x="257" y="492"/>
                    <a:pt x="255" y="493"/>
                  </a:cubicBezTo>
                  <a:cubicBezTo>
                    <a:pt x="254" y="493"/>
                    <a:pt x="250" y="494"/>
                    <a:pt x="248" y="494"/>
                  </a:cubicBezTo>
                  <a:cubicBezTo>
                    <a:pt x="247" y="493"/>
                    <a:pt x="244" y="491"/>
                    <a:pt x="243" y="490"/>
                  </a:cubicBezTo>
                  <a:cubicBezTo>
                    <a:pt x="241" y="489"/>
                    <a:pt x="238" y="487"/>
                    <a:pt x="236" y="487"/>
                  </a:cubicBezTo>
                  <a:cubicBezTo>
                    <a:pt x="234" y="487"/>
                    <a:pt x="230" y="487"/>
                    <a:pt x="229" y="488"/>
                  </a:cubicBezTo>
                  <a:cubicBezTo>
                    <a:pt x="228" y="489"/>
                    <a:pt x="227" y="491"/>
                    <a:pt x="226" y="492"/>
                  </a:cubicBezTo>
                  <a:cubicBezTo>
                    <a:pt x="224" y="493"/>
                    <a:pt x="220" y="491"/>
                    <a:pt x="218" y="492"/>
                  </a:cubicBezTo>
                  <a:cubicBezTo>
                    <a:pt x="218" y="492"/>
                    <a:pt x="217" y="493"/>
                    <a:pt x="216" y="494"/>
                  </a:cubicBezTo>
                  <a:cubicBezTo>
                    <a:pt x="214" y="492"/>
                    <a:pt x="211" y="489"/>
                    <a:pt x="210" y="487"/>
                  </a:cubicBezTo>
                  <a:cubicBezTo>
                    <a:pt x="209" y="485"/>
                    <a:pt x="209" y="481"/>
                    <a:pt x="208" y="479"/>
                  </a:cubicBezTo>
                  <a:cubicBezTo>
                    <a:pt x="207" y="477"/>
                    <a:pt x="204" y="473"/>
                    <a:pt x="202" y="471"/>
                  </a:cubicBezTo>
                  <a:cubicBezTo>
                    <a:pt x="201" y="470"/>
                    <a:pt x="198" y="468"/>
                    <a:pt x="196" y="468"/>
                  </a:cubicBezTo>
                  <a:cubicBezTo>
                    <a:pt x="195" y="467"/>
                    <a:pt x="191" y="465"/>
                    <a:pt x="189" y="465"/>
                  </a:cubicBezTo>
                  <a:cubicBezTo>
                    <a:pt x="188" y="465"/>
                    <a:pt x="185" y="466"/>
                    <a:pt x="184" y="466"/>
                  </a:cubicBezTo>
                  <a:cubicBezTo>
                    <a:pt x="183" y="466"/>
                    <a:pt x="181" y="467"/>
                    <a:pt x="180" y="466"/>
                  </a:cubicBezTo>
                  <a:cubicBezTo>
                    <a:pt x="180" y="465"/>
                    <a:pt x="181" y="463"/>
                    <a:pt x="180" y="463"/>
                  </a:cubicBezTo>
                  <a:cubicBezTo>
                    <a:pt x="179" y="461"/>
                    <a:pt x="176" y="461"/>
                    <a:pt x="175" y="461"/>
                  </a:cubicBezTo>
                  <a:cubicBezTo>
                    <a:pt x="172" y="461"/>
                    <a:pt x="167" y="462"/>
                    <a:pt x="164" y="463"/>
                  </a:cubicBezTo>
                  <a:cubicBezTo>
                    <a:pt x="163" y="463"/>
                    <a:pt x="159" y="465"/>
                    <a:pt x="157" y="464"/>
                  </a:cubicBezTo>
                  <a:cubicBezTo>
                    <a:pt x="155" y="464"/>
                    <a:pt x="151" y="463"/>
                    <a:pt x="149" y="462"/>
                  </a:cubicBezTo>
                  <a:cubicBezTo>
                    <a:pt x="148" y="460"/>
                    <a:pt x="148" y="456"/>
                    <a:pt x="147" y="455"/>
                  </a:cubicBezTo>
                  <a:cubicBezTo>
                    <a:pt x="147" y="453"/>
                    <a:pt x="145" y="451"/>
                    <a:pt x="144" y="450"/>
                  </a:cubicBezTo>
                  <a:cubicBezTo>
                    <a:pt x="143" y="450"/>
                    <a:pt x="140" y="451"/>
                    <a:pt x="139" y="451"/>
                  </a:cubicBezTo>
                  <a:cubicBezTo>
                    <a:pt x="137" y="452"/>
                    <a:pt x="135" y="455"/>
                    <a:pt x="133" y="456"/>
                  </a:cubicBezTo>
                  <a:cubicBezTo>
                    <a:pt x="132" y="456"/>
                    <a:pt x="130" y="458"/>
                    <a:pt x="129" y="458"/>
                  </a:cubicBezTo>
                  <a:cubicBezTo>
                    <a:pt x="127" y="458"/>
                    <a:pt x="125" y="457"/>
                    <a:pt x="123" y="457"/>
                  </a:cubicBezTo>
                  <a:cubicBezTo>
                    <a:pt x="122" y="456"/>
                    <a:pt x="120" y="456"/>
                    <a:pt x="119" y="456"/>
                  </a:cubicBezTo>
                  <a:cubicBezTo>
                    <a:pt x="117" y="457"/>
                    <a:pt x="116" y="462"/>
                    <a:pt x="114" y="463"/>
                  </a:cubicBezTo>
                  <a:cubicBezTo>
                    <a:pt x="113" y="465"/>
                    <a:pt x="110" y="468"/>
                    <a:pt x="108" y="469"/>
                  </a:cubicBezTo>
                  <a:cubicBezTo>
                    <a:pt x="105" y="470"/>
                    <a:pt x="98" y="469"/>
                    <a:pt x="95" y="469"/>
                  </a:cubicBezTo>
                  <a:cubicBezTo>
                    <a:pt x="93" y="469"/>
                    <a:pt x="88" y="468"/>
                    <a:pt x="85" y="467"/>
                  </a:cubicBezTo>
                  <a:cubicBezTo>
                    <a:pt x="82" y="465"/>
                    <a:pt x="77" y="459"/>
                    <a:pt x="73" y="457"/>
                  </a:cubicBezTo>
                  <a:cubicBezTo>
                    <a:pt x="71" y="456"/>
                    <a:pt x="67" y="454"/>
                    <a:pt x="64" y="453"/>
                  </a:cubicBezTo>
                  <a:cubicBezTo>
                    <a:pt x="62" y="453"/>
                    <a:pt x="57" y="452"/>
                    <a:pt x="54" y="452"/>
                  </a:cubicBezTo>
                  <a:cubicBezTo>
                    <a:pt x="52" y="452"/>
                    <a:pt x="47" y="455"/>
                    <a:pt x="45" y="456"/>
                  </a:cubicBezTo>
                  <a:cubicBezTo>
                    <a:pt x="43" y="456"/>
                    <a:pt x="39" y="458"/>
                    <a:pt x="37" y="458"/>
                  </a:cubicBezTo>
                  <a:cubicBezTo>
                    <a:pt x="35" y="458"/>
                    <a:pt x="29" y="457"/>
                    <a:pt x="27" y="457"/>
                  </a:cubicBezTo>
                  <a:cubicBezTo>
                    <a:pt x="24" y="456"/>
                    <a:pt x="20" y="453"/>
                    <a:pt x="18" y="452"/>
                  </a:cubicBezTo>
                  <a:cubicBezTo>
                    <a:pt x="14" y="449"/>
                    <a:pt x="7" y="442"/>
                    <a:pt x="5" y="439"/>
                  </a:cubicBezTo>
                  <a:cubicBezTo>
                    <a:pt x="3" y="437"/>
                    <a:pt x="1" y="432"/>
                    <a:pt x="0" y="430"/>
                  </a:cubicBezTo>
                  <a:cubicBezTo>
                    <a:pt x="0" y="428"/>
                    <a:pt x="0" y="423"/>
                    <a:pt x="1" y="421"/>
                  </a:cubicBezTo>
                  <a:cubicBezTo>
                    <a:pt x="3" y="419"/>
                    <a:pt x="8" y="418"/>
                    <a:pt x="11" y="417"/>
                  </a:cubicBezTo>
                  <a:cubicBezTo>
                    <a:pt x="13" y="416"/>
                    <a:pt x="19" y="414"/>
                    <a:pt x="21" y="413"/>
                  </a:cubicBezTo>
                  <a:cubicBezTo>
                    <a:pt x="23" y="412"/>
                    <a:pt x="26" y="408"/>
                    <a:pt x="27" y="406"/>
                  </a:cubicBezTo>
                  <a:cubicBezTo>
                    <a:pt x="28" y="404"/>
                    <a:pt x="28" y="400"/>
                    <a:pt x="28" y="397"/>
                  </a:cubicBezTo>
                  <a:cubicBezTo>
                    <a:pt x="27" y="396"/>
                    <a:pt x="26" y="392"/>
                    <a:pt x="26" y="390"/>
                  </a:cubicBezTo>
                  <a:cubicBezTo>
                    <a:pt x="25" y="389"/>
                    <a:pt x="22" y="386"/>
                    <a:pt x="21" y="385"/>
                  </a:cubicBezTo>
                  <a:cubicBezTo>
                    <a:pt x="20" y="383"/>
                    <a:pt x="19" y="379"/>
                    <a:pt x="20" y="378"/>
                  </a:cubicBezTo>
                  <a:cubicBezTo>
                    <a:pt x="21" y="377"/>
                    <a:pt x="24" y="380"/>
                    <a:pt x="25" y="380"/>
                  </a:cubicBezTo>
                  <a:cubicBezTo>
                    <a:pt x="27" y="380"/>
                    <a:pt x="30" y="380"/>
                    <a:pt x="30" y="379"/>
                  </a:cubicBezTo>
                  <a:cubicBezTo>
                    <a:pt x="32" y="378"/>
                    <a:pt x="29" y="374"/>
                    <a:pt x="29" y="373"/>
                  </a:cubicBezTo>
                  <a:cubicBezTo>
                    <a:pt x="29" y="370"/>
                    <a:pt x="30" y="364"/>
                    <a:pt x="30" y="362"/>
                  </a:cubicBezTo>
                  <a:cubicBezTo>
                    <a:pt x="29" y="358"/>
                    <a:pt x="26" y="353"/>
                    <a:pt x="25" y="350"/>
                  </a:cubicBezTo>
                  <a:cubicBezTo>
                    <a:pt x="24" y="347"/>
                    <a:pt x="22" y="343"/>
                    <a:pt x="22" y="340"/>
                  </a:cubicBezTo>
                  <a:cubicBezTo>
                    <a:pt x="22" y="338"/>
                    <a:pt x="24" y="334"/>
                    <a:pt x="24" y="332"/>
                  </a:cubicBezTo>
                  <a:cubicBezTo>
                    <a:pt x="25" y="330"/>
                    <a:pt x="27" y="325"/>
                    <a:pt x="27" y="323"/>
                  </a:cubicBezTo>
                  <a:cubicBezTo>
                    <a:pt x="27" y="321"/>
                    <a:pt x="26" y="317"/>
                    <a:pt x="25" y="316"/>
                  </a:cubicBezTo>
                  <a:cubicBezTo>
                    <a:pt x="24" y="315"/>
                    <a:pt x="22" y="315"/>
                    <a:pt x="21" y="314"/>
                  </a:cubicBezTo>
                  <a:cubicBezTo>
                    <a:pt x="20" y="313"/>
                    <a:pt x="20" y="309"/>
                    <a:pt x="19" y="308"/>
                  </a:cubicBezTo>
                  <a:cubicBezTo>
                    <a:pt x="18" y="307"/>
                    <a:pt x="16" y="305"/>
                    <a:pt x="15" y="304"/>
                  </a:cubicBezTo>
                  <a:cubicBezTo>
                    <a:pt x="14" y="302"/>
                    <a:pt x="12" y="297"/>
                    <a:pt x="11" y="295"/>
                  </a:cubicBezTo>
                  <a:cubicBezTo>
                    <a:pt x="9" y="292"/>
                    <a:pt x="5" y="287"/>
                    <a:pt x="4" y="284"/>
                  </a:cubicBezTo>
                  <a:cubicBezTo>
                    <a:pt x="2" y="282"/>
                    <a:pt x="1" y="278"/>
                    <a:pt x="1" y="276"/>
                  </a:cubicBezTo>
                  <a:cubicBezTo>
                    <a:pt x="0" y="275"/>
                    <a:pt x="0" y="272"/>
                    <a:pt x="1" y="271"/>
                  </a:cubicBezTo>
                  <a:cubicBezTo>
                    <a:pt x="2" y="271"/>
                    <a:pt x="4" y="272"/>
                    <a:pt x="5" y="273"/>
                  </a:cubicBezTo>
                  <a:cubicBezTo>
                    <a:pt x="6" y="274"/>
                    <a:pt x="9" y="278"/>
                    <a:pt x="10" y="280"/>
                  </a:cubicBezTo>
                  <a:cubicBezTo>
                    <a:pt x="12" y="282"/>
                    <a:pt x="16" y="287"/>
                    <a:pt x="19" y="289"/>
                  </a:cubicBezTo>
                  <a:cubicBezTo>
                    <a:pt x="20" y="290"/>
                    <a:pt x="22" y="293"/>
                    <a:pt x="23" y="292"/>
                  </a:cubicBezTo>
                  <a:cubicBezTo>
                    <a:pt x="25" y="291"/>
                    <a:pt x="24" y="287"/>
                    <a:pt x="23" y="285"/>
                  </a:cubicBezTo>
                  <a:cubicBezTo>
                    <a:pt x="22" y="283"/>
                    <a:pt x="20" y="280"/>
                    <a:pt x="19" y="279"/>
                  </a:cubicBezTo>
                  <a:cubicBezTo>
                    <a:pt x="17" y="276"/>
                    <a:pt x="13" y="272"/>
                    <a:pt x="12" y="269"/>
                  </a:cubicBezTo>
                  <a:cubicBezTo>
                    <a:pt x="12" y="267"/>
                    <a:pt x="12" y="262"/>
                    <a:pt x="13" y="260"/>
                  </a:cubicBezTo>
                  <a:cubicBezTo>
                    <a:pt x="14" y="257"/>
                    <a:pt x="18" y="251"/>
                    <a:pt x="20" y="249"/>
                  </a:cubicBezTo>
                  <a:cubicBezTo>
                    <a:pt x="21" y="247"/>
                    <a:pt x="24" y="243"/>
                    <a:pt x="25" y="240"/>
                  </a:cubicBezTo>
                  <a:cubicBezTo>
                    <a:pt x="27" y="237"/>
                    <a:pt x="29" y="229"/>
                    <a:pt x="30" y="224"/>
                  </a:cubicBezTo>
                  <a:cubicBezTo>
                    <a:pt x="32" y="220"/>
                    <a:pt x="34" y="211"/>
                    <a:pt x="34" y="207"/>
                  </a:cubicBezTo>
                  <a:cubicBezTo>
                    <a:pt x="34" y="202"/>
                    <a:pt x="34" y="194"/>
                    <a:pt x="34" y="190"/>
                  </a:cubicBezTo>
                  <a:cubicBezTo>
                    <a:pt x="34" y="187"/>
                    <a:pt x="34" y="180"/>
                    <a:pt x="35" y="177"/>
                  </a:cubicBezTo>
                  <a:cubicBezTo>
                    <a:pt x="37" y="173"/>
                    <a:pt x="42" y="166"/>
                    <a:pt x="44" y="162"/>
                  </a:cubicBezTo>
                  <a:cubicBezTo>
                    <a:pt x="46" y="160"/>
                    <a:pt x="49" y="155"/>
                    <a:pt x="51" y="153"/>
                  </a:cubicBezTo>
                  <a:cubicBezTo>
                    <a:pt x="53" y="150"/>
                    <a:pt x="57" y="144"/>
                    <a:pt x="60" y="142"/>
                  </a:cubicBezTo>
                  <a:cubicBezTo>
                    <a:pt x="63" y="139"/>
                    <a:pt x="70" y="137"/>
                    <a:pt x="74" y="136"/>
                  </a:cubicBezTo>
                  <a:cubicBezTo>
                    <a:pt x="77" y="134"/>
                    <a:pt x="84" y="129"/>
                    <a:pt x="88" y="127"/>
                  </a:cubicBezTo>
                  <a:cubicBezTo>
                    <a:pt x="91" y="124"/>
                    <a:pt x="97" y="119"/>
                    <a:pt x="100" y="116"/>
                  </a:cubicBezTo>
                  <a:cubicBezTo>
                    <a:pt x="103" y="113"/>
                    <a:pt x="105" y="105"/>
                    <a:pt x="108" y="102"/>
                  </a:cubicBezTo>
                  <a:cubicBezTo>
                    <a:pt x="109" y="100"/>
                    <a:pt x="113" y="95"/>
                    <a:pt x="116" y="93"/>
                  </a:cubicBezTo>
                  <a:cubicBezTo>
                    <a:pt x="118" y="92"/>
                    <a:pt x="124" y="90"/>
                    <a:pt x="127" y="90"/>
                  </a:cubicBezTo>
                  <a:cubicBezTo>
                    <a:pt x="130" y="89"/>
                    <a:pt x="136" y="88"/>
                    <a:pt x="139" y="88"/>
                  </a:cubicBezTo>
                  <a:cubicBezTo>
                    <a:pt x="141" y="87"/>
                    <a:pt x="145" y="88"/>
                    <a:pt x="146" y="88"/>
                  </a:cubicBezTo>
                  <a:cubicBezTo>
                    <a:pt x="148" y="88"/>
                    <a:pt x="151" y="86"/>
                    <a:pt x="152" y="86"/>
                  </a:cubicBezTo>
                  <a:cubicBezTo>
                    <a:pt x="153" y="85"/>
                    <a:pt x="156" y="82"/>
                    <a:pt x="157" y="81"/>
                  </a:cubicBezTo>
                  <a:cubicBezTo>
                    <a:pt x="160" y="80"/>
                    <a:pt x="165" y="77"/>
                    <a:pt x="168" y="75"/>
                  </a:cubicBezTo>
                  <a:cubicBezTo>
                    <a:pt x="171" y="73"/>
                    <a:pt x="178" y="69"/>
                    <a:pt x="182" y="67"/>
                  </a:cubicBezTo>
                  <a:cubicBezTo>
                    <a:pt x="186" y="65"/>
                    <a:pt x="194" y="61"/>
                    <a:pt x="198" y="59"/>
                  </a:cubicBezTo>
                  <a:cubicBezTo>
                    <a:pt x="203" y="57"/>
                    <a:pt x="213" y="51"/>
                    <a:pt x="218" y="48"/>
                  </a:cubicBezTo>
                  <a:cubicBezTo>
                    <a:pt x="222" y="46"/>
                    <a:pt x="231" y="41"/>
                    <a:pt x="236" y="38"/>
                  </a:cubicBezTo>
                  <a:cubicBezTo>
                    <a:pt x="241" y="35"/>
                    <a:pt x="252" y="29"/>
                    <a:pt x="258" y="27"/>
                  </a:cubicBezTo>
                  <a:cubicBezTo>
                    <a:pt x="262" y="25"/>
                    <a:pt x="270" y="23"/>
                    <a:pt x="274" y="21"/>
                  </a:cubicBezTo>
                  <a:cubicBezTo>
                    <a:pt x="280" y="19"/>
                    <a:pt x="290" y="15"/>
                    <a:pt x="296" y="14"/>
                  </a:cubicBezTo>
                  <a:cubicBezTo>
                    <a:pt x="300" y="13"/>
                    <a:pt x="310" y="11"/>
                    <a:pt x="315" y="10"/>
                  </a:cubicBezTo>
                  <a:cubicBezTo>
                    <a:pt x="319" y="9"/>
                    <a:pt x="326" y="8"/>
                    <a:pt x="329" y="7"/>
                  </a:cubicBezTo>
                  <a:cubicBezTo>
                    <a:pt x="332" y="6"/>
                    <a:pt x="338" y="4"/>
                    <a:pt x="341" y="4"/>
                  </a:cubicBezTo>
                  <a:cubicBezTo>
                    <a:pt x="343" y="3"/>
                    <a:pt x="348" y="4"/>
                    <a:pt x="351" y="4"/>
                  </a:cubicBezTo>
                  <a:cubicBezTo>
                    <a:pt x="353" y="4"/>
                    <a:pt x="358" y="4"/>
                    <a:pt x="361" y="3"/>
                  </a:cubicBezTo>
                  <a:cubicBezTo>
                    <a:pt x="363" y="3"/>
                    <a:pt x="366" y="2"/>
                    <a:pt x="368" y="2"/>
                  </a:cubicBezTo>
                  <a:cubicBezTo>
                    <a:pt x="370" y="2"/>
                    <a:pt x="374" y="3"/>
                    <a:pt x="376" y="4"/>
                  </a:cubicBezTo>
                  <a:cubicBezTo>
                    <a:pt x="378" y="4"/>
                    <a:pt x="381" y="6"/>
                    <a:pt x="382" y="5"/>
                  </a:cubicBezTo>
                  <a:cubicBezTo>
                    <a:pt x="384" y="5"/>
                    <a:pt x="388" y="4"/>
                    <a:pt x="390" y="3"/>
                  </a:cubicBezTo>
                  <a:cubicBezTo>
                    <a:pt x="391" y="2"/>
                    <a:pt x="393" y="0"/>
                    <a:pt x="394" y="0"/>
                  </a:cubicBezTo>
                  <a:cubicBezTo>
                    <a:pt x="396" y="0"/>
                    <a:pt x="399" y="1"/>
                    <a:pt x="399" y="2"/>
                  </a:cubicBezTo>
                  <a:cubicBezTo>
                    <a:pt x="400" y="4"/>
                    <a:pt x="397" y="7"/>
                    <a:pt x="396" y="8"/>
                  </a:cubicBezTo>
                  <a:cubicBezTo>
                    <a:pt x="395" y="9"/>
                    <a:pt x="393" y="11"/>
                    <a:pt x="392" y="12"/>
                  </a:cubicBezTo>
                  <a:cubicBezTo>
                    <a:pt x="392" y="14"/>
                    <a:pt x="391" y="18"/>
                    <a:pt x="391" y="20"/>
                  </a:cubicBezTo>
                  <a:cubicBezTo>
                    <a:pt x="391" y="23"/>
                    <a:pt x="392" y="28"/>
                    <a:pt x="392" y="30"/>
                  </a:cubicBezTo>
                  <a:cubicBezTo>
                    <a:pt x="393" y="33"/>
                    <a:pt x="394" y="39"/>
                    <a:pt x="394" y="42"/>
                  </a:cubicBezTo>
                  <a:cubicBezTo>
                    <a:pt x="394" y="45"/>
                    <a:pt x="393" y="52"/>
                    <a:pt x="394" y="54"/>
                  </a:cubicBezTo>
                  <a:cubicBezTo>
                    <a:pt x="395" y="57"/>
                    <a:pt x="399" y="61"/>
                    <a:pt x="401" y="62"/>
                  </a:cubicBezTo>
                  <a:cubicBezTo>
                    <a:pt x="403" y="63"/>
                    <a:pt x="407" y="64"/>
                    <a:pt x="409" y="65"/>
                  </a:cubicBezTo>
                  <a:cubicBezTo>
                    <a:pt x="410" y="65"/>
                    <a:pt x="412" y="66"/>
                    <a:pt x="413" y="65"/>
                  </a:cubicBezTo>
                  <a:cubicBezTo>
                    <a:pt x="414" y="64"/>
                    <a:pt x="412" y="62"/>
                    <a:pt x="412" y="61"/>
                  </a:cubicBezTo>
                  <a:cubicBezTo>
                    <a:pt x="411" y="59"/>
                    <a:pt x="408" y="56"/>
                    <a:pt x="407" y="54"/>
                  </a:cubicBezTo>
                  <a:cubicBezTo>
                    <a:pt x="406" y="53"/>
                    <a:pt x="404" y="51"/>
                    <a:pt x="404" y="49"/>
                  </a:cubicBezTo>
                  <a:cubicBezTo>
                    <a:pt x="403" y="48"/>
                    <a:pt x="403" y="45"/>
                    <a:pt x="404" y="43"/>
                  </a:cubicBezTo>
                  <a:cubicBezTo>
                    <a:pt x="404" y="43"/>
                    <a:pt x="406" y="43"/>
                    <a:pt x="407" y="43"/>
                  </a:cubicBezTo>
                  <a:cubicBezTo>
                    <a:pt x="408" y="43"/>
                    <a:pt x="409" y="43"/>
                    <a:pt x="410" y="43"/>
                  </a:cubicBezTo>
                  <a:cubicBezTo>
                    <a:pt x="411" y="44"/>
                    <a:pt x="410" y="46"/>
                    <a:pt x="410" y="47"/>
                  </a:cubicBezTo>
                  <a:cubicBezTo>
                    <a:pt x="410" y="48"/>
                    <a:pt x="411" y="51"/>
                    <a:pt x="412" y="53"/>
                  </a:cubicBezTo>
                  <a:cubicBezTo>
                    <a:pt x="412" y="53"/>
                    <a:pt x="414" y="55"/>
                    <a:pt x="414" y="55"/>
                  </a:cubicBezTo>
                  <a:cubicBezTo>
                    <a:pt x="415" y="55"/>
                    <a:pt x="416" y="54"/>
                    <a:pt x="417" y="54"/>
                  </a:cubicBezTo>
                  <a:cubicBezTo>
                    <a:pt x="417" y="53"/>
                    <a:pt x="416" y="50"/>
                    <a:pt x="416" y="48"/>
                  </a:cubicBezTo>
                  <a:cubicBezTo>
                    <a:pt x="416" y="47"/>
                    <a:pt x="417" y="44"/>
                    <a:pt x="418" y="44"/>
                  </a:cubicBezTo>
                  <a:cubicBezTo>
                    <a:pt x="419" y="43"/>
                    <a:pt x="420" y="43"/>
                    <a:pt x="421" y="44"/>
                  </a:cubicBezTo>
                  <a:cubicBezTo>
                    <a:pt x="423" y="45"/>
                    <a:pt x="422" y="49"/>
                    <a:pt x="423" y="51"/>
                  </a:cubicBezTo>
                  <a:cubicBezTo>
                    <a:pt x="424" y="52"/>
                    <a:pt x="426" y="55"/>
                    <a:pt x="426" y="57"/>
                  </a:cubicBezTo>
                  <a:cubicBezTo>
                    <a:pt x="427" y="58"/>
                    <a:pt x="426" y="61"/>
                    <a:pt x="427" y="63"/>
                  </a:cubicBezTo>
                  <a:cubicBezTo>
                    <a:pt x="427" y="64"/>
                    <a:pt x="429" y="67"/>
                    <a:pt x="430" y="66"/>
                  </a:cubicBezTo>
                  <a:cubicBezTo>
                    <a:pt x="431" y="66"/>
                    <a:pt x="431" y="64"/>
                    <a:pt x="432" y="64"/>
                  </a:cubicBezTo>
                  <a:cubicBezTo>
                    <a:pt x="432" y="62"/>
                    <a:pt x="430" y="60"/>
                    <a:pt x="431" y="58"/>
                  </a:cubicBezTo>
                  <a:cubicBezTo>
                    <a:pt x="431" y="57"/>
                    <a:pt x="432" y="55"/>
                    <a:pt x="432" y="55"/>
                  </a:cubicBezTo>
                  <a:cubicBezTo>
                    <a:pt x="433" y="54"/>
                    <a:pt x="435" y="54"/>
                    <a:pt x="436" y="54"/>
                  </a:cubicBezTo>
                  <a:cubicBezTo>
                    <a:pt x="438" y="53"/>
                    <a:pt x="442" y="54"/>
                    <a:pt x="444" y="54"/>
                  </a:cubicBezTo>
                  <a:cubicBezTo>
                    <a:pt x="446" y="54"/>
                    <a:pt x="448" y="55"/>
                    <a:pt x="449" y="55"/>
                  </a:cubicBezTo>
                  <a:cubicBezTo>
                    <a:pt x="451" y="56"/>
                    <a:pt x="453" y="58"/>
                    <a:pt x="455" y="60"/>
                  </a:cubicBezTo>
                  <a:cubicBezTo>
                    <a:pt x="455" y="61"/>
                    <a:pt x="455" y="62"/>
                    <a:pt x="455" y="63"/>
                  </a:cubicBezTo>
                  <a:cubicBezTo>
                    <a:pt x="455" y="65"/>
                    <a:pt x="453" y="69"/>
                    <a:pt x="453" y="71"/>
                  </a:cubicBezTo>
                  <a:cubicBezTo>
                    <a:pt x="453" y="74"/>
                    <a:pt x="456" y="81"/>
                    <a:pt x="456" y="84"/>
                  </a:cubicBezTo>
                  <a:cubicBezTo>
                    <a:pt x="455" y="86"/>
                    <a:pt x="454" y="90"/>
                    <a:pt x="453" y="92"/>
                  </a:cubicBezTo>
                  <a:cubicBezTo>
                    <a:pt x="453" y="93"/>
                    <a:pt x="450" y="96"/>
                    <a:pt x="449" y="97"/>
                  </a:cubicBezTo>
                  <a:cubicBezTo>
                    <a:pt x="448" y="98"/>
                    <a:pt x="445" y="99"/>
                    <a:pt x="443" y="100"/>
                  </a:cubicBezTo>
                  <a:cubicBezTo>
                    <a:pt x="442" y="102"/>
                    <a:pt x="440" y="107"/>
                    <a:pt x="439" y="110"/>
                  </a:cubicBezTo>
                  <a:cubicBezTo>
                    <a:pt x="438" y="112"/>
                    <a:pt x="436" y="118"/>
                    <a:pt x="435" y="121"/>
                  </a:cubicBezTo>
                  <a:cubicBezTo>
                    <a:pt x="434" y="124"/>
                    <a:pt x="432" y="129"/>
                    <a:pt x="430" y="132"/>
                  </a:cubicBezTo>
                  <a:cubicBezTo>
                    <a:pt x="428" y="133"/>
                    <a:pt x="424" y="135"/>
                    <a:pt x="423" y="136"/>
                  </a:cubicBezTo>
                  <a:cubicBezTo>
                    <a:pt x="422" y="137"/>
                    <a:pt x="420" y="141"/>
                    <a:pt x="420" y="143"/>
                  </a:cubicBezTo>
                  <a:cubicBezTo>
                    <a:pt x="420" y="145"/>
                    <a:pt x="426" y="148"/>
                    <a:pt x="426" y="151"/>
                  </a:cubicBezTo>
                  <a:cubicBezTo>
                    <a:pt x="427" y="153"/>
                    <a:pt x="426" y="158"/>
                    <a:pt x="425" y="161"/>
                  </a:cubicBezTo>
                  <a:cubicBezTo>
                    <a:pt x="425" y="163"/>
                    <a:pt x="423" y="167"/>
                    <a:pt x="422" y="169"/>
                  </a:cubicBezTo>
                  <a:cubicBezTo>
                    <a:pt x="421" y="171"/>
                    <a:pt x="419" y="174"/>
                    <a:pt x="417" y="176"/>
                  </a:cubicBezTo>
                  <a:cubicBezTo>
                    <a:pt x="416" y="178"/>
                    <a:pt x="414" y="183"/>
                    <a:pt x="413" y="185"/>
                  </a:cubicBezTo>
                  <a:cubicBezTo>
                    <a:pt x="411" y="187"/>
                    <a:pt x="406" y="192"/>
                    <a:pt x="404" y="195"/>
                  </a:cubicBezTo>
                  <a:cubicBezTo>
                    <a:pt x="402" y="198"/>
                    <a:pt x="399" y="204"/>
                    <a:pt x="398" y="207"/>
                  </a:cubicBezTo>
                  <a:cubicBezTo>
                    <a:pt x="397" y="211"/>
                    <a:pt x="397" y="218"/>
                    <a:pt x="398" y="221"/>
                  </a:cubicBezTo>
                  <a:cubicBezTo>
                    <a:pt x="398" y="224"/>
                    <a:pt x="401" y="229"/>
                    <a:pt x="402" y="232"/>
                  </a:cubicBezTo>
                  <a:cubicBezTo>
                    <a:pt x="404" y="234"/>
                    <a:pt x="407" y="239"/>
                    <a:pt x="410" y="240"/>
                  </a:cubicBezTo>
                  <a:cubicBezTo>
                    <a:pt x="413" y="242"/>
                    <a:pt x="419" y="241"/>
                    <a:pt x="422" y="240"/>
                  </a:cubicBezTo>
                  <a:cubicBezTo>
                    <a:pt x="424" y="240"/>
                    <a:pt x="427" y="239"/>
                    <a:pt x="429" y="239"/>
                  </a:cubicBezTo>
                  <a:cubicBezTo>
                    <a:pt x="432" y="239"/>
                    <a:pt x="437" y="239"/>
                    <a:pt x="440" y="239"/>
                  </a:cubicBezTo>
                  <a:cubicBezTo>
                    <a:pt x="442" y="240"/>
                    <a:pt x="445" y="241"/>
                    <a:pt x="447" y="242"/>
                  </a:cubicBezTo>
                  <a:cubicBezTo>
                    <a:pt x="449" y="244"/>
                    <a:pt x="452" y="248"/>
                    <a:pt x="454" y="250"/>
                  </a:cubicBezTo>
                  <a:cubicBezTo>
                    <a:pt x="457" y="252"/>
                    <a:pt x="461" y="255"/>
                    <a:pt x="464" y="256"/>
                  </a:cubicBezTo>
                  <a:cubicBezTo>
                    <a:pt x="465" y="257"/>
                    <a:pt x="467" y="257"/>
                    <a:pt x="467" y="258"/>
                  </a:cubicBezTo>
                  <a:cubicBezTo>
                    <a:pt x="468" y="258"/>
                    <a:pt x="468" y="258"/>
                    <a:pt x="468" y="259"/>
                  </a:cubicBezTo>
                  <a:cubicBezTo>
                    <a:pt x="468" y="260"/>
                    <a:pt x="467" y="263"/>
                    <a:pt x="468" y="265"/>
                  </a:cubicBezTo>
                  <a:cubicBezTo>
                    <a:pt x="469" y="267"/>
                    <a:pt x="472" y="270"/>
                    <a:pt x="474" y="271"/>
                  </a:cubicBezTo>
                  <a:cubicBezTo>
                    <a:pt x="476" y="272"/>
                    <a:pt x="481" y="274"/>
                    <a:pt x="484" y="276"/>
                  </a:cubicBezTo>
                  <a:cubicBezTo>
                    <a:pt x="486" y="276"/>
                    <a:pt x="490" y="278"/>
                    <a:pt x="491" y="279"/>
                  </a:cubicBezTo>
                  <a:cubicBezTo>
                    <a:pt x="493" y="280"/>
                    <a:pt x="494" y="282"/>
                    <a:pt x="495" y="284"/>
                  </a:cubicBezTo>
                  <a:cubicBezTo>
                    <a:pt x="495" y="285"/>
                    <a:pt x="494" y="289"/>
                    <a:pt x="493" y="290"/>
                  </a:cubicBezTo>
                  <a:cubicBezTo>
                    <a:pt x="493" y="294"/>
                    <a:pt x="492" y="301"/>
                    <a:pt x="493" y="305"/>
                  </a:cubicBezTo>
                  <a:cubicBezTo>
                    <a:pt x="493" y="307"/>
                    <a:pt x="494" y="311"/>
                    <a:pt x="495" y="313"/>
                  </a:cubicBezTo>
                  <a:cubicBezTo>
                    <a:pt x="498" y="317"/>
                    <a:pt x="506" y="324"/>
                    <a:pt x="510" y="327"/>
                  </a:cubicBezTo>
                  <a:cubicBezTo>
                    <a:pt x="512" y="330"/>
                    <a:pt x="517" y="334"/>
                    <a:pt x="520" y="336"/>
                  </a:cubicBezTo>
                  <a:cubicBezTo>
                    <a:pt x="523" y="339"/>
                    <a:pt x="529" y="342"/>
                    <a:pt x="531" y="345"/>
                  </a:cubicBezTo>
                  <a:cubicBezTo>
                    <a:pt x="532" y="347"/>
                    <a:pt x="533" y="351"/>
                    <a:pt x="533" y="354"/>
                  </a:cubicBezTo>
                  <a:cubicBezTo>
                    <a:pt x="534" y="357"/>
                    <a:pt x="535" y="364"/>
                    <a:pt x="534" y="367"/>
                  </a:cubicBezTo>
                  <a:cubicBezTo>
                    <a:pt x="533" y="370"/>
                    <a:pt x="530" y="375"/>
                    <a:pt x="528" y="378"/>
                  </a:cubicBezTo>
                  <a:cubicBezTo>
                    <a:pt x="526" y="382"/>
                    <a:pt x="519" y="390"/>
                    <a:pt x="515" y="393"/>
                  </a:cubicBezTo>
                  <a:cubicBezTo>
                    <a:pt x="511" y="396"/>
                    <a:pt x="503" y="401"/>
                    <a:pt x="499" y="403"/>
                  </a:cubicBezTo>
                  <a:cubicBezTo>
                    <a:pt x="496" y="404"/>
                    <a:pt x="491" y="406"/>
                    <a:pt x="489" y="406"/>
                  </a:cubicBezTo>
                  <a:cubicBezTo>
                    <a:pt x="487" y="407"/>
                    <a:pt x="483" y="407"/>
                    <a:pt x="481" y="406"/>
                  </a:cubicBezTo>
                  <a:cubicBezTo>
                    <a:pt x="479" y="405"/>
                    <a:pt x="475" y="402"/>
                    <a:pt x="473" y="401"/>
                  </a:cubicBezTo>
                  <a:cubicBezTo>
                    <a:pt x="471" y="399"/>
                    <a:pt x="466" y="395"/>
                    <a:pt x="464" y="394"/>
                  </a:cubicBezTo>
                  <a:cubicBezTo>
                    <a:pt x="461" y="393"/>
                    <a:pt x="455" y="393"/>
                    <a:pt x="453" y="393"/>
                  </a:cubicBezTo>
                  <a:cubicBezTo>
                    <a:pt x="450" y="393"/>
                    <a:pt x="443" y="396"/>
                    <a:pt x="441" y="398"/>
                  </a:cubicBezTo>
                  <a:cubicBezTo>
                    <a:pt x="436" y="401"/>
                    <a:pt x="429" y="409"/>
                    <a:pt x="426" y="414"/>
                  </a:cubicBezTo>
                  <a:cubicBezTo>
                    <a:pt x="424" y="417"/>
                    <a:pt x="421" y="425"/>
                    <a:pt x="419" y="428"/>
                  </a:cubicBezTo>
                  <a:cubicBezTo>
                    <a:pt x="415" y="432"/>
                    <a:pt x="406" y="440"/>
                    <a:pt x="402" y="444"/>
                  </a:cubicBezTo>
                  <a:cubicBezTo>
                    <a:pt x="398" y="447"/>
                    <a:pt x="389" y="453"/>
                    <a:pt x="384" y="455"/>
                  </a:cubicBezTo>
                  <a:cubicBezTo>
                    <a:pt x="384" y="455"/>
                    <a:pt x="384" y="455"/>
                    <a:pt x="384" y="45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34" name="Group 279"/>
          <p:cNvGrpSpPr/>
          <p:nvPr/>
        </p:nvGrpSpPr>
        <p:grpSpPr>
          <a:xfrm>
            <a:off x="2136664" y="2733470"/>
            <a:ext cx="230298" cy="230298"/>
            <a:chOff x="846989" y="1401020"/>
            <a:chExt cx="877416" cy="877416"/>
          </a:xfrm>
          <a:effectLst/>
        </p:grpSpPr>
        <p:sp>
          <p:nvSpPr>
            <p:cNvPr id="135" name="Teardrop 134"/>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36" name="Oval 13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37" name="Group 279"/>
          <p:cNvGrpSpPr/>
          <p:nvPr/>
        </p:nvGrpSpPr>
        <p:grpSpPr>
          <a:xfrm>
            <a:off x="1769213" y="4402876"/>
            <a:ext cx="230298" cy="230298"/>
            <a:chOff x="846989" y="1401020"/>
            <a:chExt cx="877416" cy="877416"/>
          </a:xfrm>
          <a:effectLst/>
        </p:grpSpPr>
        <p:sp>
          <p:nvSpPr>
            <p:cNvPr id="138" name="Teardrop 137"/>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39" name="Oval 13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40" name="Group 279"/>
          <p:cNvGrpSpPr/>
          <p:nvPr/>
        </p:nvGrpSpPr>
        <p:grpSpPr>
          <a:xfrm>
            <a:off x="1804507" y="3484562"/>
            <a:ext cx="230298" cy="230298"/>
            <a:chOff x="846989" y="1401020"/>
            <a:chExt cx="877416" cy="877416"/>
          </a:xfrm>
          <a:effectLst/>
        </p:grpSpPr>
        <p:sp>
          <p:nvSpPr>
            <p:cNvPr id="141" name="Teardrop 140"/>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42" name="Oval 14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43" name="Group 279"/>
          <p:cNvGrpSpPr/>
          <p:nvPr/>
        </p:nvGrpSpPr>
        <p:grpSpPr>
          <a:xfrm>
            <a:off x="1222154" y="3869109"/>
            <a:ext cx="230298" cy="230298"/>
            <a:chOff x="846989" y="1401020"/>
            <a:chExt cx="877416" cy="877416"/>
          </a:xfrm>
          <a:effectLst/>
        </p:grpSpPr>
        <p:sp>
          <p:nvSpPr>
            <p:cNvPr id="144" name="Teardrop 143"/>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45" name="Oval 14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46" name="Group 279"/>
          <p:cNvGrpSpPr/>
          <p:nvPr/>
        </p:nvGrpSpPr>
        <p:grpSpPr>
          <a:xfrm>
            <a:off x="2649537" y="3097951"/>
            <a:ext cx="230298" cy="230298"/>
            <a:chOff x="846989" y="1401020"/>
            <a:chExt cx="877416" cy="877416"/>
          </a:xfrm>
          <a:effectLst/>
        </p:grpSpPr>
        <p:sp>
          <p:nvSpPr>
            <p:cNvPr id="147" name="Teardrop 146"/>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48" name="Oval 14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49" name="Group 279"/>
          <p:cNvGrpSpPr/>
          <p:nvPr/>
        </p:nvGrpSpPr>
        <p:grpSpPr>
          <a:xfrm>
            <a:off x="2214452" y="4872328"/>
            <a:ext cx="230298" cy="230298"/>
            <a:chOff x="846989" y="1401020"/>
            <a:chExt cx="877416" cy="877416"/>
          </a:xfrm>
          <a:effectLst/>
        </p:grpSpPr>
        <p:sp>
          <p:nvSpPr>
            <p:cNvPr id="150" name="Teardrop 149"/>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51" name="Oval 15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52" name="Group 151"/>
          <p:cNvGrpSpPr/>
          <p:nvPr/>
        </p:nvGrpSpPr>
        <p:grpSpPr>
          <a:xfrm>
            <a:off x="3743325" y="2423079"/>
            <a:ext cx="2028825" cy="276225"/>
            <a:chOff x="3724275" y="1396446"/>
            <a:chExt cx="2028825" cy="276225"/>
          </a:xfrm>
        </p:grpSpPr>
        <p:sp>
          <p:nvSpPr>
            <p:cNvPr id="153" name="Rounded Rectangle 152"/>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ounded Rectangle 153"/>
            <p:cNvSpPr/>
            <p:nvPr/>
          </p:nvSpPr>
          <p:spPr>
            <a:xfrm>
              <a:off x="3724275" y="1396446"/>
              <a:ext cx="1228725" cy="27622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155" name="Group 154"/>
          <p:cNvGrpSpPr/>
          <p:nvPr/>
        </p:nvGrpSpPr>
        <p:grpSpPr>
          <a:xfrm>
            <a:off x="3743325" y="2952558"/>
            <a:ext cx="2028825" cy="276225"/>
            <a:chOff x="3724275" y="1396446"/>
            <a:chExt cx="2028825" cy="276225"/>
          </a:xfrm>
        </p:grpSpPr>
        <p:sp>
          <p:nvSpPr>
            <p:cNvPr id="156" name="Rounded Rectangle 155"/>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ounded Rectangle 156"/>
            <p:cNvSpPr/>
            <p:nvPr/>
          </p:nvSpPr>
          <p:spPr>
            <a:xfrm>
              <a:off x="3724275" y="1396446"/>
              <a:ext cx="1381125" cy="27622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60%</a:t>
              </a:r>
            </a:p>
          </p:txBody>
        </p:sp>
      </p:grpSp>
      <p:grpSp>
        <p:nvGrpSpPr>
          <p:cNvPr id="158" name="Group 157"/>
          <p:cNvGrpSpPr/>
          <p:nvPr/>
        </p:nvGrpSpPr>
        <p:grpSpPr>
          <a:xfrm>
            <a:off x="3743325" y="3482037"/>
            <a:ext cx="2028825" cy="276225"/>
            <a:chOff x="3724275" y="1396446"/>
            <a:chExt cx="2028825" cy="276225"/>
          </a:xfrm>
        </p:grpSpPr>
        <p:sp>
          <p:nvSpPr>
            <p:cNvPr id="159" name="Rounded Rectangle 158"/>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ounded Rectangle 159"/>
            <p:cNvSpPr/>
            <p:nvPr/>
          </p:nvSpPr>
          <p:spPr>
            <a:xfrm>
              <a:off x="3724275" y="1396446"/>
              <a:ext cx="1533525" cy="27622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70%</a:t>
              </a:r>
            </a:p>
          </p:txBody>
        </p:sp>
      </p:grpSp>
      <p:grpSp>
        <p:nvGrpSpPr>
          <p:cNvPr id="161" name="Group 160"/>
          <p:cNvGrpSpPr/>
          <p:nvPr/>
        </p:nvGrpSpPr>
        <p:grpSpPr>
          <a:xfrm>
            <a:off x="3743325" y="4011516"/>
            <a:ext cx="2028825" cy="276225"/>
            <a:chOff x="3724275" y="1396446"/>
            <a:chExt cx="2028825" cy="276225"/>
          </a:xfrm>
        </p:grpSpPr>
        <p:sp>
          <p:nvSpPr>
            <p:cNvPr id="162" name="Rounded Rectangle 161"/>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ounded Rectangle 162"/>
            <p:cNvSpPr/>
            <p:nvPr/>
          </p:nvSpPr>
          <p:spPr>
            <a:xfrm>
              <a:off x="3724275" y="1396446"/>
              <a:ext cx="923925" cy="27622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40%</a:t>
              </a:r>
            </a:p>
          </p:txBody>
        </p:sp>
      </p:grpSp>
      <p:grpSp>
        <p:nvGrpSpPr>
          <p:cNvPr id="164" name="Group 163"/>
          <p:cNvGrpSpPr/>
          <p:nvPr/>
        </p:nvGrpSpPr>
        <p:grpSpPr>
          <a:xfrm>
            <a:off x="3743325" y="4540995"/>
            <a:ext cx="2028825" cy="276225"/>
            <a:chOff x="3724275" y="1396446"/>
            <a:chExt cx="2028825" cy="276225"/>
          </a:xfrm>
        </p:grpSpPr>
        <p:sp>
          <p:nvSpPr>
            <p:cNvPr id="165" name="Rounded Rectangle 164"/>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ounded Rectangle 165"/>
            <p:cNvSpPr/>
            <p:nvPr/>
          </p:nvSpPr>
          <p:spPr>
            <a:xfrm>
              <a:off x="3724275" y="1396446"/>
              <a:ext cx="1228725" cy="27622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167" name="Group 166"/>
          <p:cNvGrpSpPr/>
          <p:nvPr/>
        </p:nvGrpSpPr>
        <p:grpSpPr>
          <a:xfrm>
            <a:off x="3743325" y="5070475"/>
            <a:ext cx="2028825" cy="276225"/>
            <a:chOff x="3724275" y="1396446"/>
            <a:chExt cx="2028825" cy="276225"/>
          </a:xfrm>
        </p:grpSpPr>
        <p:sp>
          <p:nvSpPr>
            <p:cNvPr id="168" name="Rounded Rectangle 167"/>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ounded Rectangle 168"/>
            <p:cNvSpPr/>
            <p:nvPr/>
          </p:nvSpPr>
          <p:spPr>
            <a:xfrm>
              <a:off x="3724275" y="1396446"/>
              <a:ext cx="1838325" cy="27622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90%</a:t>
              </a:r>
            </a:p>
          </p:txBody>
        </p:sp>
      </p:grpSp>
      <p:grpSp>
        <p:nvGrpSpPr>
          <p:cNvPr id="170" name="Group 169"/>
          <p:cNvGrpSpPr/>
          <p:nvPr/>
        </p:nvGrpSpPr>
        <p:grpSpPr>
          <a:xfrm>
            <a:off x="3394521" y="2476553"/>
            <a:ext cx="2326242" cy="3194551"/>
            <a:chOff x="3394521" y="1406024"/>
            <a:chExt cx="2326242" cy="3194551"/>
          </a:xfrm>
        </p:grpSpPr>
        <p:grpSp>
          <p:nvGrpSpPr>
            <p:cNvPr id="177" name="Group 357"/>
            <p:cNvGrpSpPr/>
            <p:nvPr/>
          </p:nvGrpSpPr>
          <p:grpSpPr>
            <a:xfrm>
              <a:off x="3817944" y="4431298"/>
              <a:ext cx="1902819" cy="169277"/>
              <a:chOff x="3798894" y="3850273"/>
              <a:chExt cx="1902819" cy="169277"/>
            </a:xfrm>
          </p:grpSpPr>
          <p:sp>
            <p:nvSpPr>
              <p:cNvPr id="184" name="Text Placeholder 3"/>
              <p:cNvSpPr txBox="1">
                <a:spLocks/>
              </p:cNvSpPr>
              <p:nvPr/>
            </p:nvSpPr>
            <p:spPr>
              <a:xfrm>
                <a:off x="3798894" y="3850273"/>
                <a:ext cx="163506"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0%</a:t>
                </a:r>
              </a:p>
            </p:txBody>
          </p:sp>
          <p:sp>
            <p:nvSpPr>
              <p:cNvPr id="185" name="Text Placeholder 3"/>
              <p:cNvSpPr txBox="1">
                <a:spLocks/>
              </p:cNvSpPr>
              <p:nvPr/>
            </p:nvSpPr>
            <p:spPr>
              <a:xfrm>
                <a:off x="414555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25%</a:t>
                </a:r>
              </a:p>
            </p:txBody>
          </p:sp>
          <p:sp>
            <p:nvSpPr>
              <p:cNvPr id="186" name="Text Placeholder 3"/>
              <p:cNvSpPr txBox="1">
                <a:spLocks/>
              </p:cNvSpPr>
              <p:nvPr/>
            </p:nvSpPr>
            <p:spPr>
              <a:xfrm>
                <a:off x="4562752"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50%</a:t>
                </a:r>
              </a:p>
            </p:txBody>
          </p:sp>
          <p:sp>
            <p:nvSpPr>
              <p:cNvPr id="187" name="Text Placeholder 3"/>
              <p:cNvSpPr txBox="1">
                <a:spLocks/>
              </p:cNvSpPr>
              <p:nvPr/>
            </p:nvSpPr>
            <p:spPr>
              <a:xfrm>
                <a:off x="497994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75%</a:t>
                </a:r>
              </a:p>
            </p:txBody>
          </p:sp>
          <p:sp>
            <p:nvSpPr>
              <p:cNvPr id="188" name="Text Placeholder 3"/>
              <p:cNvSpPr txBox="1">
                <a:spLocks/>
              </p:cNvSpPr>
              <p:nvPr/>
            </p:nvSpPr>
            <p:spPr>
              <a:xfrm>
                <a:off x="5397142" y="3850273"/>
                <a:ext cx="304571"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100%</a:t>
                </a:r>
              </a:p>
            </p:txBody>
          </p:sp>
        </p:grpSp>
        <p:sp>
          <p:nvSpPr>
            <p:cNvPr id="178" name="Text Placeholder 3"/>
            <p:cNvSpPr txBox="1">
              <a:spLocks/>
            </p:cNvSpPr>
            <p:nvPr/>
          </p:nvSpPr>
          <p:spPr>
            <a:xfrm>
              <a:off x="3394521" y="1406024"/>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2010</a:t>
              </a:r>
            </a:p>
          </p:txBody>
        </p:sp>
        <p:sp>
          <p:nvSpPr>
            <p:cNvPr id="179" name="Text Placeholder 3"/>
            <p:cNvSpPr txBox="1">
              <a:spLocks/>
            </p:cNvSpPr>
            <p:nvPr/>
          </p:nvSpPr>
          <p:spPr>
            <a:xfrm>
              <a:off x="3394521" y="1935503"/>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2011</a:t>
              </a:r>
            </a:p>
          </p:txBody>
        </p:sp>
        <p:sp>
          <p:nvSpPr>
            <p:cNvPr id="180" name="Text Placeholder 3"/>
            <p:cNvSpPr txBox="1">
              <a:spLocks/>
            </p:cNvSpPr>
            <p:nvPr/>
          </p:nvSpPr>
          <p:spPr>
            <a:xfrm>
              <a:off x="3394521" y="2464982"/>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2012</a:t>
              </a:r>
            </a:p>
          </p:txBody>
        </p:sp>
        <p:sp>
          <p:nvSpPr>
            <p:cNvPr id="181" name="Text Placeholder 3"/>
            <p:cNvSpPr txBox="1">
              <a:spLocks/>
            </p:cNvSpPr>
            <p:nvPr/>
          </p:nvSpPr>
          <p:spPr>
            <a:xfrm>
              <a:off x="3394521" y="2994461"/>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2013</a:t>
              </a:r>
            </a:p>
          </p:txBody>
        </p:sp>
        <p:sp>
          <p:nvSpPr>
            <p:cNvPr id="182" name="Text Placeholder 3"/>
            <p:cNvSpPr txBox="1">
              <a:spLocks/>
            </p:cNvSpPr>
            <p:nvPr/>
          </p:nvSpPr>
          <p:spPr>
            <a:xfrm>
              <a:off x="3394521" y="352394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2014</a:t>
              </a:r>
            </a:p>
          </p:txBody>
        </p:sp>
        <p:sp>
          <p:nvSpPr>
            <p:cNvPr id="183" name="Text Placeholder 3"/>
            <p:cNvSpPr txBox="1">
              <a:spLocks/>
            </p:cNvSpPr>
            <p:nvPr/>
          </p:nvSpPr>
          <p:spPr>
            <a:xfrm>
              <a:off x="3394521" y="405342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2015</a:t>
              </a:r>
            </a:p>
          </p:txBody>
        </p:sp>
      </p:grpSp>
      <p:sp>
        <p:nvSpPr>
          <p:cNvPr id="189" name="Footer Text"/>
          <p:cNvSpPr txBox="1"/>
          <p:nvPr/>
        </p:nvSpPr>
        <p:spPr>
          <a:xfrm>
            <a:off x="5962650" y="2365125"/>
            <a:ext cx="2525952"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a:t>
            </a:r>
          </a:p>
        </p:txBody>
      </p:sp>
      <p:sp>
        <p:nvSpPr>
          <p:cNvPr id="190" name="Freeform 46"/>
          <p:cNvSpPr>
            <a:spLocks noEditPoints="1"/>
          </p:cNvSpPr>
          <p:nvPr/>
        </p:nvSpPr>
        <p:spPr bwMode="auto">
          <a:xfrm>
            <a:off x="5931214" y="3171388"/>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Text Placeholder 3"/>
          <p:cNvSpPr txBox="1">
            <a:spLocks/>
          </p:cNvSpPr>
          <p:nvPr/>
        </p:nvSpPr>
        <p:spPr>
          <a:xfrm>
            <a:off x="6298258" y="3075521"/>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1"/>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92" name="Freeform 46"/>
          <p:cNvSpPr>
            <a:spLocks noEditPoints="1"/>
          </p:cNvSpPr>
          <p:nvPr/>
        </p:nvSpPr>
        <p:spPr bwMode="auto">
          <a:xfrm>
            <a:off x="5931214" y="3708767"/>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Text Placeholder 3"/>
          <p:cNvSpPr txBox="1">
            <a:spLocks/>
          </p:cNvSpPr>
          <p:nvPr/>
        </p:nvSpPr>
        <p:spPr>
          <a:xfrm>
            <a:off x="6298258" y="3612900"/>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2"/>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94" name="Freeform 46"/>
          <p:cNvSpPr>
            <a:spLocks noEditPoints="1"/>
          </p:cNvSpPr>
          <p:nvPr/>
        </p:nvSpPr>
        <p:spPr bwMode="auto">
          <a:xfrm>
            <a:off x="5931214" y="4242167"/>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Text Placeholder 3"/>
          <p:cNvSpPr txBox="1">
            <a:spLocks/>
          </p:cNvSpPr>
          <p:nvPr/>
        </p:nvSpPr>
        <p:spPr>
          <a:xfrm>
            <a:off x="6298258" y="4146300"/>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3"/>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96" name="Freeform 46"/>
          <p:cNvSpPr>
            <a:spLocks noEditPoints="1"/>
          </p:cNvSpPr>
          <p:nvPr/>
        </p:nvSpPr>
        <p:spPr bwMode="auto">
          <a:xfrm>
            <a:off x="5931214" y="4775567"/>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Text Placeholder 3"/>
          <p:cNvSpPr txBox="1">
            <a:spLocks/>
          </p:cNvSpPr>
          <p:nvPr/>
        </p:nvSpPr>
        <p:spPr>
          <a:xfrm>
            <a:off x="6298258" y="4679700"/>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4"/>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98" name="Freeform 46"/>
          <p:cNvSpPr>
            <a:spLocks noEditPoints="1"/>
          </p:cNvSpPr>
          <p:nvPr/>
        </p:nvSpPr>
        <p:spPr bwMode="auto">
          <a:xfrm>
            <a:off x="5931214" y="5308967"/>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Text Placeholder 3"/>
          <p:cNvSpPr txBox="1">
            <a:spLocks/>
          </p:cNvSpPr>
          <p:nvPr/>
        </p:nvSpPr>
        <p:spPr>
          <a:xfrm>
            <a:off x="6298258" y="5213100"/>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5"/>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p:cTn id="7" dur="500" fill="hold"/>
                                        <p:tgtEl>
                                          <p:spTgt spid="99"/>
                                        </p:tgtEl>
                                        <p:attrNameLst>
                                          <p:attrName>ppt_w</p:attrName>
                                        </p:attrNameLst>
                                      </p:cBhvr>
                                      <p:tavLst>
                                        <p:tav tm="0">
                                          <p:val>
                                            <p:fltVal val="0"/>
                                          </p:val>
                                        </p:tav>
                                        <p:tav tm="100000">
                                          <p:val>
                                            <p:strVal val="#ppt_w"/>
                                          </p:val>
                                        </p:tav>
                                      </p:tavLst>
                                    </p:anim>
                                    <p:anim calcmode="lin" valueType="num">
                                      <p:cBhvr>
                                        <p:cTn id="8" dur="500" fill="hold"/>
                                        <p:tgtEl>
                                          <p:spTgt spid="99"/>
                                        </p:tgtEl>
                                        <p:attrNameLst>
                                          <p:attrName>ppt_h</p:attrName>
                                        </p:attrNameLst>
                                      </p:cBhvr>
                                      <p:tavLst>
                                        <p:tav tm="0">
                                          <p:val>
                                            <p:fltVal val="0"/>
                                          </p:val>
                                        </p:tav>
                                        <p:tav tm="100000">
                                          <p:val>
                                            <p:strVal val="#ppt_h"/>
                                          </p:val>
                                        </p:tav>
                                      </p:tavLst>
                                    </p:anim>
                                    <p:animEffect transition="in" filter="fade">
                                      <p:cBhvr>
                                        <p:cTn id="9" dur="500"/>
                                        <p:tgtEl>
                                          <p:spTgt spid="99"/>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134"/>
                                        </p:tgtEl>
                                        <p:attrNameLst>
                                          <p:attrName>style.visibility</p:attrName>
                                        </p:attrNameLst>
                                      </p:cBhvr>
                                      <p:to>
                                        <p:strVal val="visible"/>
                                      </p:to>
                                    </p:set>
                                    <p:anim calcmode="lin" valueType="num">
                                      <p:cBhvr additive="base">
                                        <p:cTn id="13" dur="500" fill="hold"/>
                                        <p:tgtEl>
                                          <p:spTgt spid="134"/>
                                        </p:tgtEl>
                                        <p:attrNameLst>
                                          <p:attrName>ppt_x</p:attrName>
                                        </p:attrNameLst>
                                      </p:cBhvr>
                                      <p:tavLst>
                                        <p:tav tm="0">
                                          <p:val>
                                            <p:strVal val="#ppt_x"/>
                                          </p:val>
                                        </p:tav>
                                        <p:tav tm="100000">
                                          <p:val>
                                            <p:strVal val="#ppt_x"/>
                                          </p:val>
                                        </p:tav>
                                      </p:tavLst>
                                    </p:anim>
                                    <p:anim calcmode="lin" valueType="num">
                                      <p:cBhvr additive="base">
                                        <p:cTn id="14" dur="500" fill="hold"/>
                                        <p:tgtEl>
                                          <p:spTgt spid="134"/>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137"/>
                                        </p:tgtEl>
                                        <p:attrNameLst>
                                          <p:attrName>style.visibility</p:attrName>
                                        </p:attrNameLst>
                                      </p:cBhvr>
                                      <p:to>
                                        <p:strVal val="visible"/>
                                      </p:to>
                                    </p:set>
                                    <p:anim calcmode="lin" valueType="num">
                                      <p:cBhvr additive="base">
                                        <p:cTn id="18" dur="500" fill="hold"/>
                                        <p:tgtEl>
                                          <p:spTgt spid="137"/>
                                        </p:tgtEl>
                                        <p:attrNameLst>
                                          <p:attrName>ppt_x</p:attrName>
                                        </p:attrNameLst>
                                      </p:cBhvr>
                                      <p:tavLst>
                                        <p:tav tm="0">
                                          <p:val>
                                            <p:strVal val="#ppt_x"/>
                                          </p:val>
                                        </p:tav>
                                        <p:tav tm="100000">
                                          <p:val>
                                            <p:strVal val="#ppt_x"/>
                                          </p:val>
                                        </p:tav>
                                      </p:tavLst>
                                    </p:anim>
                                    <p:anim calcmode="lin" valueType="num">
                                      <p:cBhvr additive="base">
                                        <p:cTn id="19" dur="500" fill="hold"/>
                                        <p:tgtEl>
                                          <p:spTgt spid="137"/>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140"/>
                                        </p:tgtEl>
                                        <p:attrNameLst>
                                          <p:attrName>style.visibility</p:attrName>
                                        </p:attrNameLst>
                                      </p:cBhvr>
                                      <p:to>
                                        <p:strVal val="visible"/>
                                      </p:to>
                                    </p:set>
                                    <p:anim calcmode="lin" valueType="num">
                                      <p:cBhvr additive="base">
                                        <p:cTn id="23" dur="500" fill="hold"/>
                                        <p:tgtEl>
                                          <p:spTgt spid="140"/>
                                        </p:tgtEl>
                                        <p:attrNameLst>
                                          <p:attrName>ppt_x</p:attrName>
                                        </p:attrNameLst>
                                      </p:cBhvr>
                                      <p:tavLst>
                                        <p:tav tm="0">
                                          <p:val>
                                            <p:strVal val="#ppt_x"/>
                                          </p:val>
                                        </p:tav>
                                        <p:tav tm="100000">
                                          <p:val>
                                            <p:strVal val="#ppt_x"/>
                                          </p:val>
                                        </p:tav>
                                      </p:tavLst>
                                    </p:anim>
                                    <p:anim calcmode="lin" valueType="num">
                                      <p:cBhvr additive="base">
                                        <p:cTn id="24" dur="500" fill="hold"/>
                                        <p:tgtEl>
                                          <p:spTgt spid="140"/>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143"/>
                                        </p:tgtEl>
                                        <p:attrNameLst>
                                          <p:attrName>style.visibility</p:attrName>
                                        </p:attrNameLst>
                                      </p:cBhvr>
                                      <p:to>
                                        <p:strVal val="visible"/>
                                      </p:to>
                                    </p:set>
                                    <p:anim calcmode="lin" valueType="num">
                                      <p:cBhvr additive="base">
                                        <p:cTn id="28" dur="500" fill="hold"/>
                                        <p:tgtEl>
                                          <p:spTgt spid="143"/>
                                        </p:tgtEl>
                                        <p:attrNameLst>
                                          <p:attrName>ppt_x</p:attrName>
                                        </p:attrNameLst>
                                      </p:cBhvr>
                                      <p:tavLst>
                                        <p:tav tm="0">
                                          <p:val>
                                            <p:strVal val="#ppt_x"/>
                                          </p:val>
                                        </p:tav>
                                        <p:tav tm="100000">
                                          <p:val>
                                            <p:strVal val="#ppt_x"/>
                                          </p:val>
                                        </p:tav>
                                      </p:tavLst>
                                    </p:anim>
                                    <p:anim calcmode="lin" valueType="num">
                                      <p:cBhvr additive="base">
                                        <p:cTn id="29" dur="500" fill="hold"/>
                                        <p:tgtEl>
                                          <p:spTgt spid="143"/>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146"/>
                                        </p:tgtEl>
                                        <p:attrNameLst>
                                          <p:attrName>style.visibility</p:attrName>
                                        </p:attrNameLst>
                                      </p:cBhvr>
                                      <p:to>
                                        <p:strVal val="visible"/>
                                      </p:to>
                                    </p:set>
                                    <p:anim calcmode="lin" valueType="num">
                                      <p:cBhvr additive="base">
                                        <p:cTn id="33" dur="500" fill="hold"/>
                                        <p:tgtEl>
                                          <p:spTgt spid="146"/>
                                        </p:tgtEl>
                                        <p:attrNameLst>
                                          <p:attrName>ppt_x</p:attrName>
                                        </p:attrNameLst>
                                      </p:cBhvr>
                                      <p:tavLst>
                                        <p:tav tm="0">
                                          <p:val>
                                            <p:strVal val="#ppt_x"/>
                                          </p:val>
                                        </p:tav>
                                        <p:tav tm="100000">
                                          <p:val>
                                            <p:strVal val="#ppt_x"/>
                                          </p:val>
                                        </p:tav>
                                      </p:tavLst>
                                    </p:anim>
                                    <p:anim calcmode="lin" valueType="num">
                                      <p:cBhvr additive="base">
                                        <p:cTn id="34" dur="500" fill="hold"/>
                                        <p:tgtEl>
                                          <p:spTgt spid="146"/>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149"/>
                                        </p:tgtEl>
                                        <p:attrNameLst>
                                          <p:attrName>style.visibility</p:attrName>
                                        </p:attrNameLst>
                                      </p:cBhvr>
                                      <p:to>
                                        <p:strVal val="visible"/>
                                      </p:to>
                                    </p:set>
                                    <p:anim calcmode="lin" valueType="num">
                                      <p:cBhvr additive="base">
                                        <p:cTn id="38" dur="500" fill="hold"/>
                                        <p:tgtEl>
                                          <p:spTgt spid="149"/>
                                        </p:tgtEl>
                                        <p:attrNameLst>
                                          <p:attrName>ppt_x</p:attrName>
                                        </p:attrNameLst>
                                      </p:cBhvr>
                                      <p:tavLst>
                                        <p:tav tm="0">
                                          <p:val>
                                            <p:strVal val="#ppt_x"/>
                                          </p:val>
                                        </p:tav>
                                        <p:tav tm="100000">
                                          <p:val>
                                            <p:strVal val="#ppt_x"/>
                                          </p:val>
                                        </p:tav>
                                      </p:tavLst>
                                    </p:anim>
                                    <p:anim calcmode="lin" valueType="num">
                                      <p:cBhvr additive="base">
                                        <p:cTn id="39" dur="500" fill="hold"/>
                                        <p:tgtEl>
                                          <p:spTgt spid="149"/>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8" fill="hold" nodeType="afterEffect">
                                  <p:stCondLst>
                                    <p:cond delay="0"/>
                                  </p:stCondLst>
                                  <p:childTnLst>
                                    <p:set>
                                      <p:cBhvr>
                                        <p:cTn id="42" dur="1" fill="hold">
                                          <p:stCondLst>
                                            <p:cond delay="0"/>
                                          </p:stCondLst>
                                        </p:cTn>
                                        <p:tgtEl>
                                          <p:spTgt spid="170"/>
                                        </p:tgtEl>
                                        <p:attrNameLst>
                                          <p:attrName>style.visibility</p:attrName>
                                        </p:attrNameLst>
                                      </p:cBhvr>
                                      <p:to>
                                        <p:strVal val="visible"/>
                                      </p:to>
                                    </p:set>
                                    <p:animEffect transition="in" filter="wipe(left)">
                                      <p:cBhvr>
                                        <p:cTn id="43" dur="500"/>
                                        <p:tgtEl>
                                          <p:spTgt spid="170"/>
                                        </p:tgtEl>
                                      </p:cBhvr>
                                    </p:animEffect>
                                  </p:childTnLst>
                                </p:cTn>
                              </p:par>
                            </p:childTnLst>
                          </p:cTn>
                        </p:par>
                        <p:par>
                          <p:cTn id="44" fill="hold">
                            <p:stCondLst>
                              <p:cond delay="4000"/>
                            </p:stCondLst>
                            <p:childTnLst>
                              <p:par>
                                <p:cTn id="45" presetID="22" presetClass="entr" presetSubtype="8" fill="hold" nodeType="afterEffect">
                                  <p:stCondLst>
                                    <p:cond delay="0"/>
                                  </p:stCondLst>
                                  <p:childTnLst>
                                    <p:set>
                                      <p:cBhvr>
                                        <p:cTn id="46" dur="1" fill="hold">
                                          <p:stCondLst>
                                            <p:cond delay="0"/>
                                          </p:stCondLst>
                                        </p:cTn>
                                        <p:tgtEl>
                                          <p:spTgt spid="152"/>
                                        </p:tgtEl>
                                        <p:attrNameLst>
                                          <p:attrName>style.visibility</p:attrName>
                                        </p:attrNameLst>
                                      </p:cBhvr>
                                      <p:to>
                                        <p:strVal val="visible"/>
                                      </p:to>
                                    </p:set>
                                    <p:animEffect transition="in" filter="wipe(left)">
                                      <p:cBhvr>
                                        <p:cTn id="47" dur="500"/>
                                        <p:tgtEl>
                                          <p:spTgt spid="152"/>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155"/>
                                        </p:tgtEl>
                                        <p:attrNameLst>
                                          <p:attrName>style.visibility</p:attrName>
                                        </p:attrNameLst>
                                      </p:cBhvr>
                                      <p:to>
                                        <p:strVal val="visible"/>
                                      </p:to>
                                    </p:set>
                                    <p:animEffect transition="in" filter="wipe(left)">
                                      <p:cBhvr>
                                        <p:cTn id="51" dur="500"/>
                                        <p:tgtEl>
                                          <p:spTgt spid="155"/>
                                        </p:tgtEl>
                                      </p:cBhvr>
                                    </p:animEffect>
                                  </p:childTnLst>
                                </p:cTn>
                              </p:par>
                            </p:childTnLst>
                          </p:cTn>
                        </p:par>
                        <p:par>
                          <p:cTn id="52" fill="hold">
                            <p:stCondLst>
                              <p:cond delay="5000"/>
                            </p:stCondLst>
                            <p:childTnLst>
                              <p:par>
                                <p:cTn id="53" presetID="22" presetClass="entr" presetSubtype="8" fill="hold" nodeType="afterEffect">
                                  <p:stCondLst>
                                    <p:cond delay="0"/>
                                  </p:stCondLst>
                                  <p:childTnLst>
                                    <p:set>
                                      <p:cBhvr>
                                        <p:cTn id="54" dur="1" fill="hold">
                                          <p:stCondLst>
                                            <p:cond delay="0"/>
                                          </p:stCondLst>
                                        </p:cTn>
                                        <p:tgtEl>
                                          <p:spTgt spid="158"/>
                                        </p:tgtEl>
                                        <p:attrNameLst>
                                          <p:attrName>style.visibility</p:attrName>
                                        </p:attrNameLst>
                                      </p:cBhvr>
                                      <p:to>
                                        <p:strVal val="visible"/>
                                      </p:to>
                                    </p:set>
                                    <p:animEffect transition="in" filter="wipe(left)">
                                      <p:cBhvr>
                                        <p:cTn id="55" dur="500"/>
                                        <p:tgtEl>
                                          <p:spTgt spid="158"/>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161"/>
                                        </p:tgtEl>
                                        <p:attrNameLst>
                                          <p:attrName>style.visibility</p:attrName>
                                        </p:attrNameLst>
                                      </p:cBhvr>
                                      <p:to>
                                        <p:strVal val="visible"/>
                                      </p:to>
                                    </p:set>
                                    <p:animEffect transition="in" filter="wipe(left)">
                                      <p:cBhvr>
                                        <p:cTn id="59" dur="500"/>
                                        <p:tgtEl>
                                          <p:spTgt spid="161"/>
                                        </p:tgtEl>
                                      </p:cBhvr>
                                    </p:animEffect>
                                  </p:childTnLst>
                                </p:cTn>
                              </p:par>
                            </p:childTnLst>
                          </p:cTn>
                        </p:par>
                        <p:par>
                          <p:cTn id="60" fill="hold">
                            <p:stCondLst>
                              <p:cond delay="6000"/>
                            </p:stCondLst>
                            <p:childTnLst>
                              <p:par>
                                <p:cTn id="61" presetID="22" presetClass="entr" presetSubtype="8" fill="hold" nodeType="afterEffect">
                                  <p:stCondLst>
                                    <p:cond delay="0"/>
                                  </p:stCondLst>
                                  <p:childTnLst>
                                    <p:set>
                                      <p:cBhvr>
                                        <p:cTn id="62" dur="1" fill="hold">
                                          <p:stCondLst>
                                            <p:cond delay="0"/>
                                          </p:stCondLst>
                                        </p:cTn>
                                        <p:tgtEl>
                                          <p:spTgt spid="164"/>
                                        </p:tgtEl>
                                        <p:attrNameLst>
                                          <p:attrName>style.visibility</p:attrName>
                                        </p:attrNameLst>
                                      </p:cBhvr>
                                      <p:to>
                                        <p:strVal val="visible"/>
                                      </p:to>
                                    </p:set>
                                    <p:animEffect transition="in" filter="wipe(left)">
                                      <p:cBhvr>
                                        <p:cTn id="63" dur="500"/>
                                        <p:tgtEl>
                                          <p:spTgt spid="164"/>
                                        </p:tgtEl>
                                      </p:cBhvr>
                                    </p:animEffect>
                                  </p:childTnLst>
                                </p:cTn>
                              </p:par>
                            </p:childTnLst>
                          </p:cTn>
                        </p:par>
                        <p:par>
                          <p:cTn id="64" fill="hold">
                            <p:stCondLst>
                              <p:cond delay="6500"/>
                            </p:stCondLst>
                            <p:childTnLst>
                              <p:par>
                                <p:cTn id="65" presetID="22" presetClass="entr" presetSubtype="8" fill="hold" nodeType="afterEffect">
                                  <p:stCondLst>
                                    <p:cond delay="0"/>
                                  </p:stCondLst>
                                  <p:childTnLst>
                                    <p:set>
                                      <p:cBhvr>
                                        <p:cTn id="66" dur="1" fill="hold">
                                          <p:stCondLst>
                                            <p:cond delay="0"/>
                                          </p:stCondLst>
                                        </p:cTn>
                                        <p:tgtEl>
                                          <p:spTgt spid="167"/>
                                        </p:tgtEl>
                                        <p:attrNameLst>
                                          <p:attrName>style.visibility</p:attrName>
                                        </p:attrNameLst>
                                      </p:cBhvr>
                                      <p:to>
                                        <p:strVal val="visible"/>
                                      </p:to>
                                    </p:set>
                                    <p:animEffect transition="in" filter="wipe(left)">
                                      <p:cBhvr>
                                        <p:cTn id="67" dur="500"/>
                                        <p:tgtEl>
                                          <p:spTgt spid="167"/>
                                        </p:tgtEl>
                                      </p:cBhvr>
                                    </p:animEffect>
                                  </p:childTnLst>
                                </p:cTn>
                              </p:par>
                            </p:childTnLst>
                          </p:cTn>
                        </p:par>
                        <p:par>
                          <p:cTn id="68" fill="hold">
                            <p:stCondLst>
                              <p:cond delay="7000"/>
                            </p:stCondLst>
                            <p:childTnLst>
                              <p:par>
                                <p:cTn id="69" presetID="22" presetClass="entr" presetSubtype="8" fill="hold" grpId="0" nodeType="afterEffect">
                                  <p:stCondLst>
                                    <p:cond delay="0"/>
                                  </p:stCondLst>
                                  <p:childTnLst>
                                    <p:set>
                                      <p:cBhvr>
                                        <p:cTn id="70" dur="1" fill="hold">
                                          <p:stCondLst>
                                            <p:cond delay="0"/>
                                          </p:stCondLst>
                                        </p:cTn>
                                        <p:tgtEl>
                                          <p:spTgt spid="189"/>
                                        </p:tgtEl>
                                        <p:attrNameLst>
                                          <p:attrName>style.visibility</p:attrName>
                                        </p:attrNameLst>
                                      </p:cBhvr>
                                      <p:to>
                                        <p:strVal val="visible"/>
                                      </p:to>
                                    </p:set>
                                    <p:animEffect transition="in" filter="wipe(left)">
                                      <p:cBhvr>
                                        <p:cTn id="71" dur="500"/>
                                        <p:tgtEl>
                                          <p:spTgt spid="189"/>
                                        </p:tgtEl>
                                      </p:cBhvr>
                                    </p:animEffect>
                                  </p:childTnLst>
                                </p:cTn>
                              </p:par>
                            </p:childTnLst>
                          </p:cTn>
                        </p:par>
                        <p:par>
                          <p:cTn id="72" fill="hold">
                            <p:stCondLst>
                              <p:cond delay="7500"/>
                            </p:stCondLst>
                            <p:childTnLst>
                              <p:par>
                                <p:cTn id="73" presetID="53" presetClass="entr" presetSubtype="0" fill="hold" grpId="0" nodeType="afterEffect">
                                  <p:stCondLst>
                                    <p:cond delay="0"/>
                                  </p:stCondLst>
                                  <p:childTnLst>
                                    <p:set>
                                      <p:cBhvr>
                                        <p:cTn id="74" dur="1" fill="hold">
                                          <p:stCondLst>
                                            <p:cond delay="0"/>
                                          </p:stCondLst>
                                        </p:cTn>
                                        <p:tgtEl>
                                          <p:spTgt spid="190"/>
                                        </p:tgtEl>
                                        <p:attrNameLst>
                                          <p:attrName>style.visibility</p:attrName>
                                        </p:attrNameLst>
                                      </p:cBhvr>
                                      <p:to>
                                        <p:strVal val="visible"/>
                                      </p:to>
                                    </p:set>
                                    <p:anim calcmode="lin" valueType="num">
                                      <p:cBhvr>
                                        <p:cTn id="75" dur="500" fill="hold"/>
                                        <p:tgtEl>
                                          <p:spTgt spid="190"/>
                                        </p:tgtEl>
                                        <p:attrNameLst>
                                          <p:attrName>ppt_w</p:attrName>
                                        </p:attrNameLst>
                                      </p:cBhvr>
                                      <p:tavLst>
                                        <p:tav tm="0">
                                          <p:val>
                                            <p:fltVal val="0"/>
                                          </p:val>
                                        </p:tav>
                                        <p:tav tm="100000">
                                          <p:val>
                                            <p:strVal val="#ppt_w"/>
                                          </p:val>
                                        </p:tav>
                                      </p:tavLst>
                                    </p:anim>
                                    <p:anim calcmode="lin" valueType="num">
                                      <p:cBhvr>
                                        <p:cTn id="76" dur="500" fill="hold"/>
                                        <p:tgtEl>
                                          <p:spTgt spid="190"/>
                                        </p:tgtEl>
                                        <p:attrNameLst>
                                          <p:attrName>ppt_h</p:attrName>
                                        </p:attrNameLst>
                                      </p:cBhvr>
                                      <p:tavLst>
                                        <p:tav tm="0">
                                          <p:val>
                                            <p:fltVal val="0"/>
                                          </p:val>
                                        </p:tav>
                                        <p:tav tm="100000">
                                          <p:val>
                                            <p:strVal val="#ppt_h"/>
                                          </p:val>
                                        </p:tav>
                                      </p:tavLst>
                                    </p:anim>
                                    <p:animEffect transition="in" filter="fade">
                                      <p:cBhvr>
                                        <p:cTn id="77" dur="500"/>
                                        <p:tgtEl>
                                          <p:spTgt spid="190"/>
                                        </p:tgtEl>
                                      </p:cBhvr>
                                    </p:animEffect>
                                  </p:childTnLst>
                                </p:cTn>
                              </p:par>
                              <p:par>
                                <p:cTn id="78" presetID="2" presetClass="entr" presetSubtype="4" accel="50000" decel="50000" fill="hold" grpId="0" nodeType="withEffect">
                                  <p:stCondLst>
                                    <p:cond delay="0"/>
                                  </p:stCondLst>
                                  <p:childTnLst>
                                    <p:set>
                                      <p:cBhvr>
                                        <p:cTn id="79" dur="1" fill="hold">
                                          <p:stCondLst>
                                            <p:cond delay="0"/>
                                          </p:stCondLst>
                                        </p:cTn>
                                        <p:tgtEl>
                                          <p:spTgt spid="191"/>
                                        </p:tgtEl>
                                        <p:attrNameLst>
                                          <p:attrName>style.visibility</p:attrName>
                                        </p:attrNameLst>
                                      </p:cBhvr>
                                      <p:to>
                                        <p:strVal val="visible"/>
                                      </p:to>
                                    </p:set>
                                    <p:anim calcmode="lin" valueType="num">
                                      <p:cBhvr additive="base">
                                        <p:cTn id="80" dur="500" fill="hold"/>
                                        <p:tgtEl>
                                          <p:spTgt spid="191"/>
                                        </p:tgtEl>
                                        <p:attrNameLst>
                                          <p:attrName>ppt_x</p:attrName>
                                        </p:attrNameLst>
                                      </p:cBhvr>
                                      <p:tavLst>
                                        <p:tav tm="0">
                                          <p:val>
                                            <p:strVal val="#ppt_x"/>
                                          </p:val>
                                        </p:tav>
                                        <p:tav tm="100000">
                                          <p:val>
                                            <p:strVal val="#ppt_x"/>
                                          </p:val>
                                        </p:tav>
                                      </p:tavLst>
                                    </p:anim>
                                    <p:anim calcmode="lin" valueType="num">
                                      <p:cBhvr additive="base">
                                        <p:cTn id="81" dur="500" fill="hold"/>
                                        <p:tgtEl>
                                          <p:spTgt spid="191"/>
                                        </p:tgtEl>
                                        <p:attrNameLst>
                                          <p:attrName>ppt_y</p:attrName>
                                        </p:attrNameLst>
                                      </p:cBhvr>
                                      <p:tavLst>
                                        <p:tav tm="0">
                                          <p:val>
                                            <p:strVal val="1+#ppt_h/2"/>
                                          </p:val>
                                        </p:tav>
                                        <p:tav tm="100000">
                                          <p:val>
                                            <p:strVal val="#ppt_y"/>
                                          </p:val>
                                        </p:tav>
                                      </p:tavLst>
                                    </p:anim>
                                  </p:childTnLst>
                                </p:cTn>
                              </p:par>
                            </p:childTnLst>
                          </p:cTn>
                        </p:par>
                        <p:par>
                          <p:cTn id="82" fill="hold">
                            <p:stCondLst>
                              <p:cond delay="8000"/>
                            </p:stCondLst>
                            <p:childTnLst>
                              <p:par>
                                <p:cTn id="83" presetID="53" presetClass="entr" presetSubtype="0" fill="hold" grpId="0" nodeType="afterEffect">
                                  <p:stCondLst>
                                    <p:cond delay="0"/>
                                  </p:stCondLst>
                                  <p:childTnLst>
                                    <p:set>
                                      <p:cBhvr>
                                        <p:cTn id="84" dur="1" fill="hold">
                                          <p:stCondLst>
                                            <p:cond delay="0"/>
                                          </p:stCondLst>
                                        </p:cTn>
                                        <p:tgtEl>
                                          <p:spTgt spid="192"/>
                                        </p:tgtEl>
                                        <p:attrNameLst>
                                          <p:attrName>style.visibility</p:attrName>
                                        </p:attrNameLst>
                                      </p:cBhvr>
                                      <p:to>
                                        <p:strVal val="visible"/>
                                      </p:to>
                                    </p:set>
                                    <p:anim calcmode="lin" valueType="num">
                                      <p:cBhvr>
                                        <p:cTn id="85" dur="500" fill="hold"/>
                                        <p:tgtEl>
                                          <p:spTgt spid="192"/>
                                        </p:tgtEl>
                                        <p:attrNameLst>
                                          <p:attrName>ppt_w</p:attrName>
                                        </p:attrNameLst>
                                      </p:cBhvr>
                                      <p:tavLst>
                                        <p:tav tm="0">
                                          <p:val>
                                            <p:fltVal val="0"/>
                                          </p:val>
                                        </p:tav>
                                        <p:tav tm="100000">
                                          <p:val>
                                            <p:strVal val="#ppt_w"/>
                                          </p:val>
                                        </p:tav>
                                      </p:tavLst>
                                    </p:anim>
                                    <p:anim calcmode="lin" valueType="num">
                                      <p:cBhvr>
                                        <p:cTn id="86" dur="500" fill="hold"/>
                                        <p:tgtEl>
                                          <p:spTgt spid="192"/>
                                        </p:tgtEl>
                                        <p:attrNameLst>
                                          <p:attrName>ppt_h</p:attrName>
                                        </p:attrNameLst>
                                      </p:cBhvr>
                                      <p:tavLst>
                                        <p:tav tm="0">
                                          <p:val>
                                            <p:fltVal val="0"/>
                                          </p:val>
                                        </p:tav>
                                        <p:tav tm="100000">
                                          <p:val>
                                            <p:strVal val="#ppt_h"/>
                                          </p:val>
                                        </p:tav>
                                      </p:tavLst>
                                    </p:anim>
                                    <p:animEffect transition="in" filter="fade">
                                      <p:cBhvr>
                                        <p:cTn id="87" dur="500"/>
                                        <p:tgtEl>
                                          <p:spTgt spid="192"/>
                                        </p:tgtEl>
                                      </p:cBhvr>
                                    </p:animEffect>
                                  </p:childTnLst>
                                </p:cTn>
                              </p:par>
                              <p:par>
                                <p:cTn id="88" presetID="2" presetClass="entr" presetSubtype="4" accel="50000" decel="50000" fill="hold" grpId="0" nodeType="withEffect">
                                  <p:stCondLst>
                                    <p:cond delay="0"/>
                                  </p:stCondLst>
                                  <p:childTnLst>
                                    <p:set>
                                      <p:cBhvr>
                                        <p:cTn id="89" dur="1" fill="hold">
                                          <p:stCondLst>
                                            <p:cond delay="0"/>
                                          </p:stCondLst>
                                        </p:cTn>
                                        <p:tgtEl>
                                          <p:spTgt spid="193"/>
                                        </p:tgtEl>
                                        <p:attrNameLst>
                                          <p:attrName>style.visibility</p:attrName>
                                        </p:attrNameLst>
                                      </p:cBhvr>
                                      <p:to>
                                        <p:strVal val="visible"/>
                                      </p:to>
                                    </p:set>
                                    <p:anim calcmode="lin" valueType="num">
                                      <p:cBhvr additive="base">
                                        <p:cTn id="90" dur="500" fill="hold"/>
                                        <p:tgtEl>
                                          <p:spTgt spid="193"/>
                                        </p:tgtEl>
                                        <p:attrNameLst>
                                          <p:attrName>ppt_x</p:attrName>
                                        </p:attrNameLst>
                                      </p:cBhvr>
                                      <p:tavLst>
                                        <p:tav tm="0">
                                          <p:val>
                                            <p:strVal val="#ppt_x"/>
                                          </p:val>
                                        </p:tav>
                                        <p:tav tm="100000">
                                          <p:val>
                                            <p:strVal val="#ppt_x"/>
                                          </p:val>
                                        </p:tav>
                                      </p:tavLst>
                                    </p:anim>
                                    <p:anim calcmode="lin" valueType="num">
                                      <p:cBhvr additive="base">
                                        <p:cTn id="91" dur="500" fill="hold"/>
                                        <p:tgtEl>
                                          <p:spTgt spid="193"/>
                                        </p:tgtEl>
                                        <p:attrNameLst>
                                          <p:attrName>ppt_y</p:attrName>
                                        </p:attrNameLst>
                                      </p:cBhvr>
                                      <p:tavLst>
                                        <p:tav tm="0">
                                          <p:val>
                                            <p:strVal val="1+#ppt_h/2"/>
                                          </p:val>
                                        </p:tav>
                                        <p:tav tm="100000">
                                          <p:val>
                                            <p:strVal val="#ppt_y"/>
                                          </p:val>
                                        </p:tav>
                                      </p:tavLst>
                                    </p:anim>
                                  </p:childTnLst>
                                </p:cTn>
                              </p:par>
                            </p:childTnLst>
                          </p:cTn>
                        </p:par>
                        <p:par>
                          <p:cTn id="92" fill="hold">
                            <p:stCondLst>
                              <p:cond delay="8500"/>
                            </p:stCondLst>
                            <p:childTnLst>
                              <p:par>
                                <p:cTn id="93" presetID="53" presetClass="entr" presetSubtype="0" fill="hold" grpId="0" nodeType="afterEffect">
                                  <p:stCondLst>
                                    <p:cond delay="0"/>
                                  </p:stCondLst>
                                  <p:childTnLst>
                                    <p:set>
                                      <p:cBhvr>
                                        <p:cTn id="94" dur="1" fill="hold">
                                          <p:stCondLst>
                                            <p:cond delay="0"/>
                                          </p:stCondLst>
                                        </p:cTn>
                                        <p:tgtEl>
                                          <p:spTgt spid="194"/>
                                        </p:tgtEl>
                                        <p:attrNameLst>
                                          <p:attrName>style.visibility</p:attrName>
                                        </p:attrNameLst>
                                      </p:cBhvr>
                                      <p:to>
                                        <p:strVal val="visible"/>
                                      </p:to>
                                    </p:set>
                                    <p:anim calcmode="lin" valueType="num">
                                      <p:cBhvr>
                                        <p:cTn id="95" dur="500" fill="hold"/>
                                        <p:tgtEl>
                                          <p:spTgt spid="194"/>
                                        </p:tgtEl>
                                        <p:attrNameLst>
                                          <p:attrName>ppt_w</p:attrName>
                                        </p:attrNameLst>
                                      </p:cBhvr>
                                      <p:tavLst>
                                        <p:tav tm="0">
                                          <p:val>
                                            <p:fltVal val="0"/>
                                          </p:val>
                                        </p:tav>
                                        <p:tav tm="100000">
                                          <p:val>
                                            <p:strVal val="#ppt_w"/>
                                          </p:val>
                                        </p:tav>
                                      </p:tavLst>
                                    </p:anim>
                                    <p:anim calcmode="lin" valueType="num">
                                      <p:cBhvr>
                                        <p:cTn id="96" dur="500" fill="hold"/>
                                        <p:tgtEl>
                                          <p:spTgt spid="194"/>
                                        </p:tgtEl>
                                        <p:attrNameLst>
                                          <p:attrName>ppt_h</p:attrName>
                                        </p:attrNameLst>
                                      </p:cBhvr>
                                      <p:tavLst>
                                        <p:tav tm="0">
                                          <p:val>
                                            <p:fltVal val="0"/>
                                          </p:val>
                                        </p:tav>
                                        <p:tav tm="100000">
                                          <p:val>
                                            <p:strVal val="#ppt_h"/>
                                          </p:val>
                                        </p:tav>
                                      </p:tavLst>
                                    </p:anim>
                                    <p:animEffect transition="in" filter="fade">
                                      <p:cBhvr>
                                        <p:cTn id="97" dur="500"/>
                                        <p:tgtEl>
                                          <p:spTgt spid="194"/>
                                        </p:tgtEl>
                                      </p:cBhvr>
                                    </p:animEffect>
                                  </p:childTnLst>
                                </p:cTn>
                              </p:par>
                              <p:par>
                                <p:cTn id="98" presetID="2" presetClass="entr" presetSubtype="4" accel="50000" decel="50000" fill="hold" grpId="0" nodeType="withEffect">
                                  <p:stCondLst>
                                    <p:cond delay="0"/>
                                  </p:stCondLst>
                                  <p:childTnLst>
                                    <p:set>
                                      <p:cBhvr>
                                        <p:cTn id="99" dur="1" fill="hold">
                                          <p:stCondLst>
                                            <p:cond delay="0"/>
                                          </p:stCondLst>
                                        </p:cTn>
                                        <p:tgtEl>
                                          <p:spTgt spid="195"/>
                                        </p:tgtEl>
                                        <p:attrNameLst>
                                          <p:attrName>style.visibility</p:attrName>
                                        </p:attrNameLst>
                                      </p:cBhvr>
                                      <p:to>
                                        <p:strVal val="visible"/>
                                      </p:to>
                                    </p:set>
                                    <p:anim calcmode="lin" valueType="num">
                                      <p:cBhvr additive="base">
                                        <p:cTn id="100" dur="500" fill="hold"/>
                                        <p:tgtEl>
                                          <p:spTgt spid="195"/>
                                        </p:tgtEl>
                                        <p:attrNameLst>
                                          <p:attrName>ppt_x</p:attrName>
                                        </p:attrNameLst>
                                      </p:cBhvr>
                                      <p:tavLst>
                                        <p:tav tm="0">
                                          <p:val>
                                            <p:strVal val="#ppt_x"/>
                                          </p:val>
                                        </p:tav>
                                        <p:tav tm="100000">
                                          <p:val>
                                            <p:strVal val="#ppt_x"/>
                                          </p:val>
                                        </p:tav>
                                      </p:tavLst>
                                    </p:anim>
                                    <p:anim calcmode="lin" valueType="num">
                                      <p:cBhvr additive="base">
                                        <p:cTn id="101" dur="500" fill="hold"/>
                                        <p:tgtEl>
                                          <p:spTgt spid="195"/>
                                        </p:tgtEl>
                                        <p:attrNameLst>
                                          <p:attrName>ppt_y</p:attrName>
                                        </p:attrNameLst>
                                      </p:cBhvr>
                                      <p:tavLst>
                                        <p:tav tm="0">
                                          <p:val>
                                            <p:strVal val="1+#ppt_h/2"/>
                                          </p:val>
                                        </p:tav>
                                        <p:tav tm="100000">
                                          <p:val>
                                            <p:strVal val="#ppt_y"/>
                                          </p:val>
                                        </p:tav>
                                      </p:tavLst>
                                    </p:anim>
                                  </p:childTnLst>
                                </p:cTn>
                              </p:par>
                            </p:childTnLst>
                          </p:cTn>
                        </p:par>
                        <p:par>
                          <p:cTn id="102" fill="hold">
                            <p:stCondLst>
                              <p:cond delay="9000"/>
                            </p:stCondLst>
                            <p:childTnLst>
                              <p:par>
                                <p:cTn id="103" presetID="53" presetClass="entr" presetSubtype="0" fill="hold" grpId="0" nodeType="afterEffect">
                                  <p:stCondLst>
                                    <p:cond delay="0"/>
                                  </p:stCondLst>
                                  <p:childTnLst>
                                    <p:set>
                                      <p:cBhvr>
                                        <p:cTn id="104" dur="1" fill="hold">
                                          <p:stCondLst>
                                            <p:cond delay="0"/>
                                          </p:stCondLst>
                                        </p:cTn>
                                        <p:tgtEl>
                                          <p:spTgt spid="196"/>
                                        </p:tgtEl>
                                        <p:attrNameLst>
                                          <p:attrName>style.visibility</p:attrName>
                                        </p:attrNameLst>
                                      </p:cBhvr>
                                      <p:to>
                                        <p:strVal val="visible"/>
                                      </p:to>
                                    </p:set>
                                    <p:anim calcmode="lin" valueType="num">
                                      <p:cBhvr>
                                        <p:cTn id="105" dur="500" fill="hold"/>
                                        <p:tgtEl>
                                          <p:spTgt spid="196"/>
                                        </p:tgtEl>
                                        <p:attrNameLst>
                                          <p:attrName>ppt_w</p:attrName>
                                        </p:attrNameLst>
                                      </p:cBhvr>
                                      <p:tavLst>
                                        <p:tav tm="0">
                                          <p:val>
                                            <p:fltVal val="0"/>
                                          </p:val>
                                        </p:tav>
                                        <p:tav tm="100000">
                                          <p:val>
                                            <p:strVal val="#ppt_w"/>
                                          </p:val>
                                        </p:tav>
                                      </p:tavLst>
                                    </p:anim>
                                    <p:anim calcmode="lin" valueType="num">
                                      <p:cBhvr>
                                        <p:cTn id="106" dur="500" fill="hold"/>
                                        <p:tgtEl>
                                          <p:spTgt spid="196"/>
                                        </p:tgtEl>
                                        <p:attrNameLst>
                                          <p:attrName>ppt_h</p:attrName>
                                        </p:attrNameLst>
                                      </p:cBhvr>
                                      <p:tavLst>
                                        <p:tav tm="0">
                                          <p:val>
                                            <p:fltVal val="0"/>
                                          </p:val>
                                        </p:tav>
                                        <p:tav tm="100000">
                                          <p:val>
                                            <p:strVal val="#ppt_h"/>
                                          </p:val>
                                        </p:tav>
                                      </p:tavLst>
                                    </p:anim>
                                    <p:animEffect transition="in" filter="fade">
                                      <p:cBhvr>
                                        <p:cTn id="107" dur="500"/>
                                        <p:tgtEl>
                                          <p:spTgt spid="196"/>
                                        </p:tgtEl>
                                      </p:cBhvr>
                                    </p:animEffect>
                                  </p:childTnLst>
                                </p:cTn>
                              </p:par>
                              <p:par>
                                <p:cTn id="108" presetID="2" presetClass="entr" presetSubtype="4" accel="50000" decel="50000" fill="hold" grpId="0" nodeType="withEffect">
                                  <p:stCondLst>
                                    <p:cond delay="0"/>
                                  </p:stCondLst>
                                  <p:childTnLst>
                                    <p:set>
                                      <p:cBhvr>
                                        <p:cTn id="109" dur="1" fill="hold">
                                          <p:stCondLst>
                                            <p:cond delay="0"/>
                                          </p:stCondLst>
                                        </p:cTn>
                                        <p:tgtEl>
                                          <p:spTgt spid="197"/>
                                        </p:tgtEl>
                                        <p:attrNameLst>
                                          <p:attrName>style.visibility</p:attrName>
                                        </p:attrNameLst>
                                      </p:cBhvr>
                                      <p:to>
                                        <p:strVal val="visible"/>
                                      </p:to>
                                    </p:set>
                                    <p:anim calcmode="lin" valueType="num">
                                      <p:cBhvr additive="base">
                                        <p:cTn id="110" dur="500" fill="hold"/>
                                        <p:tgtEl>
                                          <p:spTgt spid="197"/>
                                        </p:tgtEl>
                                        <p:attrNameLst>
                                          <p:attrName>ppt_x</p:attrName>
                                        </p:attrNameLst>
                                      </p:cBhvr>
                                      <p:tavLst>
                                        <p:tav tm="0">
                                          <p:val>
                                            <p:strVal val="#ppt_x"/>
                                          </p:val>
                                        </p:tav>
                                        <p:tav tm="100000">
                                          <p:val>
                                            <p:strVal val="#ppt_x"/>
                                          </p:val>
                                        </p:tav>
                                      </p:tavLst>
                                    </p:anim>
                                    <p:anim calcmode="lin" valueType="num">
                                      <p:cBhvr additive="base">
                                        <p:cTn id="111" dur="500" fill="hold"/>
                                        <p:tgtEl>
                                          <p:spTgt spid="197"/>
                                        </p:tgtEl>
                                        <p:attrNameLst>
                                          <p:attrName>ppt_y</p:attrName>
                                        </p:attrNameLst>
                                      </p:cBhvr>
                                      <p:tavLst>
                                        <p:tav tm="0">
                                          <p:val>
                                            <p:strVal val="1+#ppt_h/2"/>
                                          </p:val>
                                        </p:tav>
                                        <p:tav tm="100000">
                                          <p:val>
                                            <p:strVal val="#ppt_y"/>
                                          </p:val>
                                        </p:tav>
                                      </p:tavLst>
                                    </p:anim>
                                  </p:childTnLst>
                                </p:cTn>
                              </p:par>
                            </p:childTnLst>
                          </p:cTn>
                        </p:par>
                        <p:par>
                          <p:cTn id="112" fill="hold">
                            <p:stCondLst>
                              <p:cond delay="9500"/>
                            </p:stCondLst>
                            <p:childTnLst>
                              <p:par>
                                <p:cTn id="113" presetID="53" presetClass="entr" presetSubtype="0" fill="hold" grpId="0" nodeType="afterEffect">
                                  <p:stCondLst>
                                    <p:cond delay="0"/>
                                  </p:stCondLst>
                                  <p:childTnLst>
                                    <p:set>
                                      <p:cBhvr>
                                        <p:cTn id="114" dur="1" fill="hold">
                                          <p:stCondLst>
                                            <p:cond delay="0"/>
                                          </p:stCondLst>
                                        </p:cTn>
                                        <p:tgtEl>
                                          <p:spTgt spid="198"/>
                                        </p:tgtEl>
                                        <p:attrNameLst>
                                          <p:attrName>style.visibility</p:attrName>
                                        </p:attrNameLst>
                                      </p:cBhvr>
                                      <p:to>
                                        <p:strVal val="visible"/>
                                      </p:to>
                                    </p:set>
                                    <p:anim calcmode="lin" valueType="num">
                                      <p:cBhvr>
                                        <p:cTn id="115" dur="500" fill="hold"/>
                                        <p:tgtEl>
                                          <p:spTgt spid="198"/>
                                        </p:tgtEl>
                                        <p:attrNameLst>
                                          <p:attrName>ppt_w</p:attrName>
                                        </p:attrNameLst>
                                      </p:cBhvr>
                                      <p:tavLst>
                                        <p:tav tm="0">
                                          <p:val>
                                            <p:fltVal val="0"/>
                                          </p:val>
                                        </p:tav>
                                        <p:tav tm="100000">
                                          <p:val>
                                            <p:strVal val="#ppt_w"/>
                                          </p:val>
                                        </p:tav>
                                      </p:tavLst>
                                    </p:anim>
                                    <p:anim calcmode="lin" valueType="num">
                                      <p:cBhvr>
                                        <p:cTn id="116" dur="500" fill="hold"/>
                                        <p:tgtEl>
                                          <p:spTgt spid="198"/>
                                        </p:tgtEl>
                                        <p:attrNameLst>
                                          <p:attrName>ppt_h</p:attrName>
                                        </p:attrNameLst>
                                      </p:cBhvr>
                                      <p:tavLst>
                                        <p:tav tm="0">
                                          <p:val>
                                            <p:fltVal val="0"/>
                                          </p:val>
                                        </p:tav>
                                        <p:tav tm="100000">
                                          <p:val>
                                            <p:strVal val="#ppt_h"/>
                                          </p:val>
                                        </p:tav>
                                      </p:tavLst>
                                    </p:anim>
                                    <p:animEffect transition="in" filter="fade">
                                      <p:cBhvr>
                                        <p:cTn id="117" dur="500"/>
                                        <p:tgtEl>
                                          <p:spTgt spid="198"/>
                                        </p:tgtEl>
                                      </p:cBhvr>
                                    </p:animEffect>
                                  </p:childTnLst>
                                </p:cTn>
                              </p:par>
                              <p:par>
                                <p:cTn id="118" presetID="2" presetClass="entr" presetSubtype="4" accel="50000" decel="50000" fill="hold" grpId="0" nodeType="withEffect">
                                  <p:stCondLst>
                                    <p:cond delay="0"/>
                                  </p:stCondLst>
                                  <p:childTnLst>
                                    <p:set>
                                      <p:cBhvr>
                                        <p:cTn id="119" dur="1" fill="hold">
                                          <p:stCondLst>
                                            <p:cond delay="0"/>
                                          </p:stCondLst>
                                        </p:cTn>
                                        <p:tgtEl>
                                          <p:spTgt spid="199"/>
                                        </p:tgtEl>
                                        <p:attrNameLst>
                                          <p:attrName>style.visibility</p:attrName>
                                        </p:attrNameLst>
                                      </p:cBhvr>
                                      <p:to>
                                        <p:strVal val="visible"/>
                                      </p:to>
                                    </p:set>
                                    <p:anim calcmode="lin" valueType="num">
                                      <p:cBhvr additive="base">
                                        <p:cTn id="120" dur="500" fill="hold"/>
                                        <p:tgtEl>
                                          <p:spTgt spid="199"/>
                                        </p:tgtEl>
                                        <p:attrNameLst>
                                          <p:attrName>ppt_x</p:attrName>
                                        </p:attrNameLst>
                                      </p:cBhvr>
                                      <p:tavLst>
                                        <p:tav tm="0">
                                          <p:val>
                                            <p:strVal val="#ppt_x"/>
                                          </p:val>
                                        </p:tav>
                                        <p:tav tm="100000">
                                          <p:val>
                                            <p:strVal val="#ppt_x"/>
                                          </p:val>
                                        </p:tav>
                                      </p:tavLst>
                                    </p:anim>
                                    <p:anim calcmode="lin" valueType="num">
                                      <p:cBhvr additive="base">
                                        <p:cTn id="121" dur="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 grpId="0"/>
      <p:bldP spid="190" grpId="0" animBg="1"/>
      <p:bldP spid="191" grpId="0"/>
      <p:bldP spid="192" grpId="0" animBg="1"/>
      <p:bldP spid="193" grpId="0"/>
      <p:bldP spid="194" grpId="0" animBg="1"/>
      <p:bldP spid="195" grpId="0"/>
      <p:bldP spid="196" grpId="0" animBg="1"/>
      <p:bldP spid="197" grpId="0"/>
      <p:bldP spid="198" grpId="0" animBg="1"/>
      <p:bldP spid="199"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Switzerland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Switzerland Map Slide</a:t>
            </a:r>
            <a:endParaRPr lang="en-US" dirty="0"/>
          </a:p>
        </p:txBody>
      </p:sp>
      <p:grpSp>
        <p:nvGrpSpPr>
          <p:cNvPr id="114" name="Group 113"/>
          <p:cNvGrpSpPr/>
          <p:nvPr/>
        </p:nvGrpSpPr>
        <p:grpSpPr>
          <a:xfrm>
            <a:off x="3389898" y="1981200"/>
            <a:ext cx="5182602" cy="3330904"/>
            <a:chOff x="2276476" y="1468438"/>
            <a:chExt cx="4594225" cy="2952750"/>
          </a:xfrm>
          <a:solidFill>
            <a:schemeClr val="bg1">
              <a:lumMod val="85000"/>
            </a:schemeClr>
          </a:solidFill>
        </p:grpSpPr>
        <p:sp>
          <p:nvSpPr>
            <p:cNvPr id="115" name="Freeform 5"/>
            <p:cNvSpPr>
              <a:spLocks noEditPoints="1"/>
            </p:cNvSpPr>
            <p:nvPr/>
          </p:nvSpPr>
          <p:spPr bwMode="auto">
            <a:xfrm>
              <a:off x="4381501" y="2722563"/>
              <a:ext cx="469900" cy="331788"/>
            </a:xfrm>
            <a:custGeom>
              <a:avLst/>
              <a:gdLst/>
              <a:ahLst/>
              <a:cxnLst>
                <a:cxn ang="0">
                  <a:pos x="216" y="185"/>
                </a:cxn>
                <a:cxn ang="0">
                  <a:pos x="226" y="166"/>
                </a:cxn>
                <a:cxn ang="0">
                  <a:pos x="225" y="137"/>
                </a:cxn>
                <a:cxn ang="0">
                  <a:pos x="231" y="88"/>
                </a:cxn>
                <a:cxn ang="0">
                  <a:pos x="227" y="64"/>
                </a:cxn>
                <a:cxn ang="0">
                  <a:pos x="207" y="62"/>
                </a:cxn>
                <a:cxn ang="0">
                  <a:pos x="196" y="49"/>
                </a:cxn>
                <a:cxn ang="0">
                  <a:pos x="200" y="36"/>
                </a:cxn>
                <a:cxn ang="0">
                  <a:pos x="208" y="10"/>
                </a:cxn>
                <a:cxn ang="0">
                  <a:pos x="168" y="0"/>
                </a:cxn>
                <a:cxn ang="0">
                  <a:pos x="123" y="15"/>
                </a:cxn>
                <a:cxn ang="0">
                  <a:pos x="102" y="12"/>
                </a:cxn>
                <a:cxn ang="0">
                  <a:pos x="93" y="44"/>
                </a:cxn>
                <a:cxn ang="0">
                  <a:pos x="73" y="64"/>
                </a:cxn>
                <a:cxn ang="0">
                  <a:pos x="60" y="91"/>
                </a:cxn>
                <a:cxn ang="0">
                  <a:pos x="55" y="80"/>
                </a:cxn>
                <a:cxn ang="0">
                  <a:pos x="40" y="81"/>
                </a:cxn>
                <a:cxn ang="0">
                  <a:pos x="24" y="97"/>
                </a:cxn>
                <a:cxn ang="0">
                  <a:pos x="19" y="131"/>
                </a:cxn>
                <a:cxn ang="0">
                  <a:pos x="6" y="147"/>
                </a:cxn>
                <a:cxn ang="0">
                  <a:pos x="1" y="167"/>
                </a:cxn>
                <a:cxn ang="0">
                  <a:pos x="18" y="198"/>
                </a:cxn>
                <a:cxn ang="0">
                  <a:pos x="2" y="218"/>
                </a:cxn>
                <a:cxn ang="0">
                  <a:pos x="37" y="223"/>
                </a:cxn>
                <a:cxn ang="0">
                  <a:pos x="71" y="245"/>
                </a:cxn>
                <a:cxn ang="0">
                  <a:pos x="112" y="245"/>
                </a:cxn>
                <a:cxn ang="0">
                  <a:pos x="142" y="241"/>
                </a:cxn>
                <a:cxn ang="0">
                  <a:pos x="170" y="245"/>
                </a:cxn>
                <a:cxn ang="0">
                  <a:pos x="210" y="240"/>
                </a:cxn>
                <a:cxn ang="0">
                  <a:pos x="234" y="223"/>
                </a:cxn>
                <a:cxn ang="0">
                  <a:pos x="251" y="213"/>
                </a:cxn>
                <a:cxn ang="0">
                  <a:pos x="347" y="138"/>
                </a:cxn>
                <a:cxn ang="0">
                  <a:pos x="358" y="143"/>
                </a:cxn>
                <a:cxn ang="0">
                  <a:pos x="346" y="159"/>
                </a:cxn>
                <a:cxn ang="0">
                  <a:pos x="332" y="184"/>
                </a:cxn>
                <a:cxn ang="0">
                  <a:pos x="339" y="193"/>
                </a:cxn>
                <a:cxn ang="0">
                  <a:pos x="333" y="200"/>
                </a:cxn>
                <a:cxn ang="0">
                  <a:pos x="326" y="203"/>
                </a:cxn>
                <a:cxn ang="0">
                  <a:pos x="340" y="214"/>
                </a:cxn>
                <a:cxn ang="0">
                  <a:pos x="350" y="226"/>
                </a:cxn>
                <a:cxn ang="0">
                  <a:pos x="340" y="240"/>
                </a:cxn>
                <a:cxn ang="0">
                  <a:pos x="330" y="235"/>
                </a:cxn>
                <a:cxn ang="0">
                  <a:pos x="315" y="236"/>
                </a:cxn>
                <a:cxn ang="0">
                  <a:pos x="281" y="238"/>
                </a:cxn>
                <a:cxn ang="0">
                  <a:pos x="287" y="222"/>
                </a:cxn>
                <a:cxn ang="0">
                  <a:pos x="289" y="213"/>
                </a:cxn>
                <a:cxn ang="0">
                  <a:pos x="279" y="206"/>
                </a:cxn>
                <a:cxn ang="0">
                  <a:pos x="266" y="190"/>
                </a:cxn>
                <a:cxn ang="0">
                  <a:pos x="257" y="173"/>
                </a:cxn>
                <a:cxn ang="0">
                  <a:pos x="253" y="144"/>
                </a:cxn>
                <a:cxn ang="0">
                  <a:pos x="255" y="127"/>
                </a:cxn>
                <a:cxn ang="0">
                  <a:pos x="266" y="131"/>
                </a:cxn>
                <a:cxn ang="0">
                  <a:pos x="262" y="136"/>
                </a:cxn>
                <a:cxn ang="0">
                  <a:pos x="269" y="142"/>
                </a:cxn>
                <a:cxn ang="0">
                  <a:pos x="282" y="137"/>
                </a:cxn>
                <a:cxn ang="0">
                  <a:pos x="299" y="140"/>
                </a:cxn>
              </a:cxnLst>
              <a:rect l="0" t="0" r="r" b="b"/>
              <a:pathLst>
                <a:path w="361" h="256">
                  <a:moveTo>
                    <a:pt x="251" y="213"/>
                  </a:moveTo>
                  <a:cubicBezTo>
                    <a:pt x="251" y="213"/>
                    <a:pt x="218" y="196"/>
                    <a:pt x="216" y="185"/>
                  </a:cubicBezTo>
                  <a:cubicBezTo>
                    <a:pt x="216" y="183"/>
                    <a:pt x="220" y="180"/>
                    <a:pt x="221" y="178"/>
                  </a:cubicBezTo>
                  <a:cubicBezTo>
                    <a:pt x="222" y="175"/>
                    <a:pt x="225" y="169"/>
                    <a:pt x="226" y="166"/>
                  </a:cubicBezTo>
                  <a:cubicBezTo>
                    <a:pt x="226" y="163"/>
                    <a:pt x="225" y="156"/>
                    <a:pt x="225" y="153"/>
                  </a:cubicBezTo>
                  <a:cubicBezTo>
                    <a:pt x="224" y="149"/>
                    <a:pt x="224" y="141"/>
                    <a:pt x="225" y="137"/>
                  </a:cubicBezTo>
                  <a:cubicBezTo>
                    <a:pt x="225" y="129"/>
                    <a:pt x="228" y="115"/>
                    <a:pt x="228" y="108"/>
                  </a:cubicBezTo>
                  <a:cubicBezTo>
                    <a:pt x="229" y="103"/>
                    <a:pt x="230" y="93"/>
                    <a:pt x="231" y="88"/>
                  </a:cubicBezTo>
                  <a:cubicBezTo>
                    <a:pt x="232" y="83"/>
                    <a:pt x="238" y="70"/>
                    <a:pt x="235" y="65"/>
                  </a:cubicBezTo>
                  <a:cubicBezTo>
                    <a:pt x="234" y="63"/>
                    <a:pt x="229" y="63"/>
                    <a:pt x="227" y="64"/>
                  </a:cubicBezTo>
                  <a:cubicBezTo>
                    <a:pt x="225" y="64"/>
                    <a:pt x="220" y="67"/>
                    <a:pt x="218" y="67"/>
                  </a:cubicBezTo>
                  <a:cubicBezTo>
                    <a:pt x="215" y="67"/>
                    <a:pt x="209" y="63"/>
                    <a:pt x="207" y="62"/>
                  </a:cubicBezTo>
                  <a:cubicBezTo>
                    <a:pt x="205" y="61"/>
                    <a:pt x="201" y="60"/>
                    <a:pt x="200" y="59"/>
                  </a:cubicBezTo>
                  <a:cubicBezTo>
                    <a:pt x="198" y="57"/>
                    <a:pt x="197" y="52"/>
                    <a:pt x="196" y="49"/>
                  </a:cubicBezTo>
                  <a:cubicBezTo>
                    <a:pt x="196" y="48"/>
                    <a:pt x="195" y="45"/>
                    <a:pt x="195" y="44"/>
                  </a:cubicBezTo>
                  <a:cubicBezTo>
                    <a:pt x="196" y="41"/>
                    <a:pt x="199" y="38"/>
                    <a:pt x="200" y="36"/>
                  </a:cubicBezTo>
                  <a:cubicBezTo>
                    <a:pt x="202" y="32"/>
                    <a:pt x="208" y="23"/>
                    <a:pt x="209" y="19"/>
                  </a:cubicBezTo>
                  <a:cubicBezTo>
                    <a:pt x="209" y="17"/>
                    <a:pt x="209" y="12"/>
                    <a:pt x="208" y="10"/>
                  </a:cubicBezTo>
                  <a:cubicBezTo>
                    <a:pt x="206" y="7"/>
                    <a:pt x="197" y="6"/>
                    <a:pt x="193" y="5"/>
                  </a:cubicBezTo>
                  <a:cubicBezTo>
                    <a:pt x="187" y="4"/>
                    <a:pt x="175" y="0"/>
                    <a:pt x="168" y="0"/>
                  </a:cubicBezTo>
                  <a:cubicBezTo>
                    <a:pt x="162" y="0"/>
                    <a:pt x="144" y="8"/>
                    <a:pt x="144" y="8"/>
                  </a:cubicBezTo>
                  <a:cubicBezTo>
                    <a:pt x="144" y="8"/>
                    <a:pt x="129" y="16"/>
                    <a:pt x="123" y="15"/>
                  </a:cubicBezTo>
                  <a:cubicBezTo>
                    <a:pt x="121" y="15"/>
                    <a:pt x="119" y="11"/>
                    <a:pt x="117" y="10"/>
                  </a:cubicBezTo>
                  <a:cubicBezTo>
                    <a:pt x="114" y="9"/>
                    <a:pt x="106" y="10"/>
                    <a:pt x="102" y="12"/>
                  </a:cubicBezTo>
                  <a:cubicBezTo>
                    <a:pt x="97" y="14"/>
                    <a:pt x="86" y="21"/>
                    <a:pt x="84" y="26"/>
                  </a:cubicBezTo>
                  <a:cubicBezTo>
                    <a:pt x="83" y="31"/>
                    <a:pt x="94" y="39"/>
                    <a:pt x="93" y="44"/>
                  </a:cubicBezTo>
                  <a:cubicBezTo>
                    <a:pt x="92" y="48"/>
                    <a:pt x="84" y="51"/>
                    <a:pt x="82" y="53"/>
                  </a:cubicBezTo>
                  <a:cubicBezTo>
                    <a:pt x="79" y="56"/>
                    <a:pt x="75" y="61"/>
                    <a:pt x="73" y="64"/>
                  </a:cubicBezTo>
                  <a:cubicBezTo>
                    <a:pt x="71" y="66"/>
                    <a:pt x="69" y="73"/>
                    <a:pt x="68" y="76"/>
                  </a:cubicBezTo>
                  <a:cubicBezTo>
                    <a:pt x="66" y="80"/>
                    <a:pt x="64" y="89"/>
                    <a:pt x="60" y="91"/>
                  </a:cubicBezTo>
                  <a:cubicBezTo>
                    <a:pt x="59" y="92"/>
                    <a:pt x="55" y="91"/>
                    <a:pt x="54" y="89"/>
                  </a:cubicBezTo>
                  <a:cubicBezTo>
                    <a:pt x="52" y="87"/>
                    <a:pt x="56" y="82"/>
                    <a:pt x="55" y="80"/>
                  </a:cubicBezTo>
                  <a:cubicBezTo>
                    <a:pt x="54" y="77"/>
                    <a:pt x="48" y="73"/>
                    <a:pt x="45" y="74"/>
                  </a:cubicBezTo>
                  <a:cubicBezTo>
                    <a:pt x="43" y="74"/>
                    <a:pt x="41" y="79"/>
                    <a:pt x="40" y="81"/>
                  </a:cubicBezTo>
                  <a:cubicBezTo>
                    <a:pt x="37" y="84"/>
                    <a:pt x="32" y="90"/>
                    <a:pt x="29" y="92"/>
                  </a:cubicBezTo>
                  <a:cubicBezTo>
                    <a:pt x="28" y="94"/>
                    <a:pt x="24" y="96"/>
                    <a:pt x="24" y="97"/>
                  </a:cubicBezTo>
                  <a:cubicBezTo>
                    <a:pt x="21" y="103"/>
                    <a:pt x="23" y="116"/>
                    <a:pt x="22" y="122"/>
                  </a:cubicBezTo>
                  <a:cubicBezTo>
                    <a:pt x="21" y="125"/>
                    <a:pt x="20" y="129"/>
                    <a:pt x="19" y="131"/>
                  </a:cubicBezTo>
                  <a:cubicBezTo>
                    <a:pt x="18" y="133"/>
                    <a:pt x="16" y="139"/>
                    <a:pt x="14" y="141"/>
                  </a:cubicBezTo>
                  <a:cubicBezTo>
                    <a:pt x="12" y="143"/>
                    <a:pt x="7" y="145"/>
                    <a:pt x="6" y="147"/>
                  </a:cubicBezTo>
                  <a:cubicBezTo>
                    <a:pt x="4" y="150"/>
                    <a:pt x="2" y="155"/>
                    <a:pt x="1" y="158"/>
                  </a:cubicBezTo>
                  <a:cubicBezTo>
                    <a:pt x="1" y="160"/>
                    <a:pt x="0" y="165"/>
                    <a:pt x="1" y="167"/>
                  </a:cubicBezTo>
                  <a:cubicBezTo>
                    <a:pt x="3" y="174"/>
                    <a:pt x="14" y="185"/>
                    <a:pt x="17" y="192"/>
                  </a:cubicBezTo>
                  <a:cubicBezTo>
                    <a:pt x="18" y="194"/>
                    <a:pt x="19" y="197"/>
                    <a:pt x="18" y="198"/>
                  </a:cubicBezTo>
                  <a:cubicBezTo>
                    <a:pt x="17" y="201"/>
                    <a:pt x="10" y="205"/>
                    <a:pt x="8" y="208"/>
                  </a:cubicBezTo>
                  <a:cubicBezTo>
                    <a:pt x="6" y="210"/>
                    <a:pt x="2" y="218"/>
                    <a:pt x="2" y="218"/>
                  </a:cubicBezTo>
                  <a:cubicBezTo>
                    <a:pt x="2" y="218"/>
                    <a:pt x="8" y="219"/>
                    <a:pt x="9" y="219"/>
                  </a:cubicBezTo>
                  <a:cubicBezTo>
                    <a:pt x="16" y="220"/>
                    <a:pt x="30" y="221"/>
                    <a:pt x="37" y="223"/>
                  </a:cubicBezTo>
                  <a:cubicBezTo>
                    <a:pt x="39" y="223"/>
                    <a:pt x="44" y="224"/>
                    <a:pt x="47" y="225"/>
                  </a:cubicBezTo>
                  <a:cubicBezTo>
                    <a:pt x="54" y="229"/>
                    <a:pt x="64" y="241"/>
                    <a:pt x="71" y="245"/>
                  </a:cubicBezTo>
                  <a:cubicBezTo>
                    <a:pt x="76" y="248"/>
                    <a:pt x="87" y="253"/>
                    <a:pt x="93" y="253"/>
                  </a:cubicBezTo>
                  <a:cubicBezTo>
                    <a:pt x="98" y="253"/>
                    <a:pt x="107" y="246"/>
                    <a:pt x="112" y="245"/>
                  </a:cubicBezTo>
                  <a:cubicBezTo>
                    <a:pt x="115" y="244"/>
                    <a:pt x="120" y="242"/>
                    <a:pt x="122" y="241"/>
                  </a:cubicBezTo>
                  <a:cubicBezTo>
                    <a:pt x="127" y="240"/>
                    <a:pt x="137" y="241"/>
                    <a:pt x="142" y="241"/>
                  </a:cubicBezTo>
                  <a:cubicBezTo>
                    <a:pt x="145" y="240"/>
                    <a:pt x="151" y="238"/>
                    <a:pt x="154" y="239"/>
                  </a:cubicBezTo>
                  <a:cubicBezTo>
                    <a:pt x="158" y="239"/>
                    <a:pt x="167" y="243"/>
                    <a:pt x="170" y="245"/>
                  </a:cubicBezTo>
                  <a:cubicBezTo>
                    <a:pt x="175" y="247"/>
                    <a:pt x="182" y="256"/>
                    <a:pt x="187" y="256"/>
                  </a:cubicBezTo>
                  <a:cubicBezTo>
                    <a:pt x="194" y="256"/>
                    <a:pt x="204" y="244"/>
                    <a:pt x="210" y="240"/>
                  </a:cubicBezTo>
                  <a:cubicBezTo>
                    <a:pt x="213" y="237"/>
                    <a:pt x="218" y="231"/>
                    <a:pt x="222" y="229"/>
                  </a:cubicBezTo>
                  <a:cubicBezTo>
                    <a:pt x="225" y="227"/>
                    <a:pt x="231" y="225"/>
                    <a:pt x="234" y="223"/>
                  </a:cubicBezTo>
                  <a:cubicBezTo>
                    <a:pt x="238" y="222"/>
                    <a:pt x="245" y="220"/>
                    <a:pt x="248" y="217"/>
                  </a:cubicBezTo>
                  <a:cubicBezTo>
                    <a:pt x="249" y="217"/>
                    <a:pt x="251" y="213"/>
                    <a:pt x="251" y="213"/>
                  </a:cubicBezTo>
                  <a:close/>
                  <a:moveTo>
                    <a:pt x="332" y="138"/>
                  </a:moveTo>
                  <a:cubicBezTo>
                    <a:pt x="332" y="138"/>
                    <a:pt x="343" y="138"/>
                    <a:pt x="347" y="138"/>
                  </a:cubicBezTo>
                  <a:cubicBezTo>
                    <a:pt x="348" y="139"/>
                    <a:pt x="350" y="140"/>
                    <a:pt x="351" y="140"/>
                  </a:cubicBezTo>
                  <a:cubicBezTo>
                    <a:pt x="353" y="141"/>
                    <a:pt x="357" y="141"/>
                    <a:pt x="358" y="143"/>
                  </a:cubicBezTo>
                  <a:cubicBezTo>
                    <a:pt x="360" y="144"/>
                    <a:pt x="361" y="150"/>
                    <a:pt x="360" y="152"/>
                  </a:cubicBezTo>
                  <a:cubicBezTo>
                    <a:pt x="358" y="155"/>
                    <a:pt x="349" y="156"/>
                    <a:pt x="346" y="159"/>
                  </a:cubicBezTo>
                  <a:cubicBezTo>
                    <a:pt x="344" y="161"/>
                    <a:pt x="339" y="165"/>
                    <a:pt x="337" y="168"/>
                  </a:cubicBezTo>
                  <a:cubicBezTo>
                    <a:pt x="335" y="172"/>
                    <a:pt x="331" y="180"/>
                    <a:pt x="332" y="184"/>
                  </a:cubicBezTo>
                  <a:cubicBezTo>
                    <a:pt x="332" y="185"/>
                    <a:pt x="335" y="187"/>
                    <a:pt x="336" y="188"/>
                  </a:cubicBezTo>
                  <a:cubicBezTo>
                    <a:pt x="337" y="189"/>
                    <a:pt x="339" y="191"/>
                    <a:pt x="339" y="193"/>
                  </a:cubicBezTo>
                  <a:cubicBezTo>
                    <a:pt x="339" y="194"/>
                    <a:pt x="338" y="197"/>
                    <a:pt x="337" y="198"/>
                  </a:cubicBezTo>
                  <a:cubicBezTo>
                    <a:pt x="337" y="199"/>
                    <a:pt x="334" y="200"/>
                    <a:pt x="333" y="200"/>
                  </a:cubicBezTo>
                  <a:cubicBezTo>
                    <a:pt x="332" y="200"/>
                    <a:pt x="328" y="199"/>
                    <a:pt x="327" y="200"/>
                  </a:cubicBezTo>
                  <a:cubicBezTo>
                    <a:pt x="326" y="200"/>
                    <a:pt x="326" y="203"/>
                    <a:pt x="326" y="203"/>
                  </a:cubicBezTo>
                  <a:cubicBezTo>
                    <a:pt x="329" y="206"/>
                    <a:pt x="339" y="204"/>
                    <a:pt x="341" y="207"/>
                  </a:cubicBezTo>
                  <a:cubicBezTo>
                    <a:pt x="342" y="208"/>
                    <a:pt x="339" y="212"/>
                    <a:pt x="340" y="214"/>
                  </a:cubicBezTo>
                  <a:cubicBezTo>
                    <a:pt x="340" y="215"/>
                    <a:pt x="344" y="217"/>
                    <a:pt x="345" y="218"/>
                  </a:cubicBezTo>
                  <a:cubicBezTo>
                    <a:pt x="347" y="220"/>
                    <a:pt x="349" y="224"/>
                    <a:pt x="350" y="226"/>
                  </a:cubicBezTo>
                  <a:cubicBezTo>
                    <a:pt x="350" y="227"/>
                    <a:pt x="351" y="229"/>
                    <a:pt x="351" y="230"/>
                  </a:cubicBezTo>
                  <a:cubicBezTo>
                    <a:pt x="350" y="233"/>
                    <a:pt x="344" y="239"/>
                    <a:pt x="340" y="240"/>
                  </a:cubicBezTo>
                  <a:cubicBezTo>
                    <a:pt x="339" y="240"/>
                    <a:pt x="337" y="238"/>
                    <a:pt x="336" y="237"/>
                  </a:cubicBezTo>
                  <a:cubicBezTo>
                    <a:pt x="335" y="236"/>
                    <a:pt x="332" y="236"/>
                    <a:pt x="330" y="235"/>
                  </a:cubicBezTo>
                  <a:cubicBezTo>
                    <a:pt x="329" y="235"/>
                    <a:pt x="326" y="235"/>
                    <a:pt x="325" y="235"/>
                  </a:cubicBezTo>
                  <a:cubicBezTo>
                    <a:pt x="322" y="235"/>
                    <a:pt x="315" y="236"/>
                    <a:pt x="315" y="236"/>
                  </a:cubicBezTo>
                  <a:cubicBezTo>
                    <a:pt x="315" y="236"/>
                    <a:pt x="301" y="226"/>
                    <a:pt x="295" y="226"/>
                  </a:cubicBezTo>
                  <a:cubicBezTo>
                    <a:pt x="291" y="227"/>
                    <a:pt x="285" y="238"/>
                    <a:pt x="281" y="238"/>
                  </a:cubicBezTo>
                  <a:cubicBezTo>
                    <a:pt x="279" y="237"/>
                    <a:pt x="276" y="231"/>
                    <a:pt x="276" y="231"/>
                  </a:cubicBezTo>
                  <a:cubicBezTo>
                    <a:pt x="276" y="231"/>
                    <a:pt x="285" y="225"/>
                    <a:pt x="287" y="222"/>
                  </a:cubicBezTo>
                  <a:cubicBezTo>
                    <a:pt x="288" y="221"/>
                    <a:pt x="289" y="218"/>
                    <a:pt x="289" y="217"/>
                  </a:cubicBezTo>
                  <a:cubicBezTo>
                    <a:pt x="289" y="216"/>
                    <a:pt x="289" y="214"/>
                    <a:pt x="289" y="213"/>
                  </a:cubicBezTo>
                  <a:cubicBezTo>
                    <a:pt x="288" y="211"/>
                    <a:pt x="286" y="209"/>
                    <a:pt x="285" y="208"/>
                  </a:cubicBezTo>
                  <a:cubicBezTo>
                    <a:pt x="284" y="207"/>
                    <a:pt x="281" y="206"/>
                    <a:pt x="279" y="206"/>
                  </a:cubicBezTo>
                  <a:cubicBezTo>
                    <a:pt x="277" y="204"/>
                    <a:pt x="273" y="201"/>
                    <a:pt x="271" y="199"/>
                  </a:cubicBezTo>
                  <a:cubicBezTo>
                    <a:pt x="269" y="197"/>
                    <a:pt x="267" y="192"/>
                    <a:pt x="266" y="190"/>
                  </a:cubicBezTo>
                  <a:cubicBezTo>
                    <a:pt x="265" y="188"/>
                    <a:pt x="261" y="185"/>
                    <a:pt x="260" y="182"/>
                  </a:cubicBezTo>
                  <a:cubicBezTo>
                    <a:pt x="259" y="180"/>
                    <a:pt x="257" y="176"/>
                    <a:pt x="257" y="173"/>
                  </a:cubicBezTo>
                  <a:cubicBezTo>
                    <a:pt x="256" y="170"/>
                    <a:pt x="255" y="162"/>
                    <a:pt x="254" y="158"/>
                  </a:cubicBezTo>
                  <a:cubicBezTo>
                    <a:pt x="254" y="155"/>
                    <a:pt x="253" y="148"/>
                    <a:pt x="253" y="144"/>
                  </a:cubicBezTo>
                  <a:cubicBezTo>
                    <a:pt x="253" y="141"/>
                    <a:pt x="252" y="136"/>
                    <a:pt x="252" y="133"/>
                  </a:cubicBezTo>
                  <a:cubicBezTo>
                    <a:pt x="253" y="131"/>
                    <a:pt x="254" y="128"/>
                    <a:pt x="255" y="127"/>
                  </a:cubicBezTo>
                  <a:cubicBezTo>
                    <a:pt x="257" y="126"/>
                    <a:pt x="260" y="126"/>
                    <a:pt x="261" y="127"/>
                  </a:cubicBezTo>
                  <a:cubicBezTo>
                    <a:pt x="263" y="127"/>
                    <a:pt x="266" y="129"/>
                    <a:pt x="266" y="131"/>
                  </a:cubicBezTo>
                  <a:cubicBezTo>
                    <a:pt x="267" y="132"/>
                    <a:pt x="267" y="133"/>
                    <a:pt x="267" y="134"/>
                  </a:cubicBezTo>
                  <a:cubicBezTo>
                    <a:pt x="266" y="135"/>
                    <a:pt x="262" y="135"/>
                    <a:pt x="262" y="136"/>
                  </a:cubicBezTo>
                  <a:cubicBezTo>
                    <a:pt x="261" y="137"/>
                    <a:pt x="262" y="139"/>
                    <a:pt x="262" y="140"/>
                  </a:cubicBezTo>
                  <a:cubicBezTo>
                    <a:pt x="263" y="141"/>
                    <a:pt x="267" y="142"/>
                    <a:pt x="269" y="142"/>
                  </a:cubicBezTo>
                  <a:cubicBezTo>
                    <a:pt x="270" y="142"/>
                    <a:pt x="273" y="142"/>
                    <a:pt x="274" y="141"/>
                  </a:cubicBezTo>
                  <a:cubicBezTo>
                    <a:pt x="276" y="140"/>
                    <a:pt x="280" y="138"/>
                    <a:pt x="282" y="137"/>
                  </a:cubicBezTo>
                  <a:cubicBezTo>
                    <a:pt x="284" y="135"/>
                    <a:pt x="286" y="129"/>
                    <a:pt x="288" y="129"/>
                  </a:cubicBezTo>
                  <a:cubicBezTo>
                    <a:pt x="292" y="129"/>
                    <a:pt x="296" y="139"/>
                    <a:pt x="299" y="140"/>
                  </a:cubicBezTo>
                  <a:cubicBezTo>
                    <a:pt x="307" y="143"/>
                    <a:pt x="332" y="138"/>
                    <a:pt x="332" y="13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6"/>
            <p:cNvSpPr>
              <a:spLocks/>
            </p:cNvSpPr>
            <p:nvPr/>
          </p:nvSpPr>
          <p:spPr bwMode="auto">
            <a:xfrm>
              <a:off x="4554538" y="2670176"/>
              <a:ext cx="379413" cy="352425"/>
            </a:xfrm>
            <a:custGeom>
              <a:avLst/>
              <a:gdLst/>
              <a:ahLst/>
              <a:cxnLst>
                <a:cxn ang="0">
                  <a:pos x="198" y="155"/>
                </a:cxn>
                <a:cxn ang="0">
                  <a:pos x="202" y="137"/>
                </a:cxn>
                <a:cxn ang="0">
                  <a:pos x="198" y="132"/>
                </a:cxn>
                <a:cxn ang="0">
                  <a:pos x="200" y="120"/>
                </a:cxn>
                <a:cxn ang="0">
                  <a:pos x="222" y="111"/>
                </a:cxn>
                <a:cxn ang="0">
                  <a:pos x="241" y="98"/>
                </a:cxn>
                <a:cxn ang="0">
                  <a:pos x="257" y="89"/>
                </a:cxn>
                <a:cxn ang="0">
                  <a:pos x="278" y="69"/>
                </a:cxn>
                <a:cxn ang="0">
                  <a:pos x="281" y="54"/>
                </a:cxn>
                <a:cxn ang="0">
                  <a:pos x="287" y="39"/>
                </a:cxn>
                <a:cxn ang="0">
                  <a:pos x="291" y="30"/>
                </a:cxn>
                <a:cxn ang="0">
                  <a:pos x="264" y="32"/>
                </a:cxn>
                <a:cxn ang="0">
                  <a:pos x="205" y="26"/>
                </a:cxn>
                <a:cxn ang="0">
                  <a:pos x="197" y="13"/>
                </a:cxn>
                <a:cxn ang="0">
                  <a:pos x="177" y="13"/>
                </a:cxn>
                <a:cxn ang="0">
                  <a:pos x="162" y="14"/>
                </a:cxn>
                <a:cxn ang="0">
                  <a:pos x="139" y="16"/>
                </a:cxn>
                <a:cxn ang="0">
                  <a:pos x="129" y="1"/>
                </a:cxn>
                <a:cxn ang="0">
                  <a:pos x="110" y="16"/>
                </a:cxn>
                <a:cxn ang="0">
                  <a:pos x="92" y="17"/>
                </a:cxn>
                <a:cxn ang="0">
                  <a:pos x="81" y="15"/>
                </a:cxn>
                <a:cxn ang="0">
                  <a:pos x="47" y="6"/>
                </a:cxn>
                <a:cxn ang="0">
                  <a:pos x="25" y="11"/>
                </a:cxn>
                <a:cxn ang="0">
                  <a:pos x="11" y="48"/>
                </a:cxn>
                <a:cxn ang="0">
                  <a:pos x="60" y="45"/>
                </a:cxn>
                <a:cxn ang="0">
                  <a:pos x="76" y="59"/>
                </a:cxn>
                <a:cxn ang="0">
                  <a:pos x="62" y="84"/>
                </a:cxn>
                <a:cxn ang="0">
                  <a:pos x="67" y="99"/>
                </a:cxn>
                <a:cxn ang="0">
                  <a:pos x="85" y="107"/>
                </a:cxn>
                <a:cxn ang="0">
                  <a:pos x="102" y="105"/>
                </a:cxn>
                <a:cxn ang="0">
                  <a:pos x="95" y="148"/>
                </a:cxn>
                <a:cxn ang="0">
                  <a:pos x="92" y="193"/>
                </a:cxn>
                <a:cxn ang="0">
                  <a:pos x="88" y="218"/>
                </a:cxn>
                <a:cxn ang="0">
                  <a:pos x="118" y="253"/>
                </a:cxn>
                <a:cxn ang="0">
                  <a:pos x="143" y="271"/>
                </a:cxn>
                <a:cxn ang="0">
                  <a:pos x="156" y="257"/>
                </a:cxn>
                <a:cxn ang="0">
                  <a:pos x="152" y="248"/>
                </a:cxn>
                <a:cxn ang="0">
                  <a:pos x="138" y="239"/>
                </a:cxn>
                <a:cxn ang="0">
                  <a:pos x="127" y="222"/>
                </a:cxn>
                <a:cxn ang="0">
                  <a:pos x="121" y="198"/>
                </a:cxn>
                <a:cxn ang="0">
                  <a:pos x="119" y="173"/>
                </a:cxn>
                <a:cxn ang="0">
                  <a:pos x="128" y="167"/>
                </a:cxn>
                <a:cxn ang="0">
                  <a:pos x="134" y="174"/>
                </a:cxn>
                <a:cxn ang="0">
                  <a:pos x="129" y="180"/>
                </a:cxn>
                <a:cxn ang="0">
                  <a:pos x="141" y="181"/>
                </a:cxn>
                <a:cxn ang="0">
                  <a:pos x="155" y="169"/>
                </a:cxn>
                <a:cxn ang="0">
                  <a:pos x="199" y="178"/>
                </a:cxn>
              </a:cxnLst>
              <a:rect l="0" t="0" r="r" b="b"/>
              <a:pathLst>
                <a:path w="292" h="271">
                  <a:moveTo>
                    <a:pt x="199" y="178"/>
                  </a:moveTo>
                  <a:cubicBezTo>
                    <a:pt x="199" y="178"/>
                    <a:pt x="197" y="161"/>
                    <a:pt x="198" y="155"/>
                  </a:cubicBezTo>
                  <a:cubicBezTo>
                    <a:pt x="199" y="151"/>
                    <a:pt x="204" y="145"/>
                    <a:pt x="204" y="141"/>
                  </a:cubicBezTo>
                  <a:cubicBezTo>
                    <a:pt x="204" y="140"/>
                    <a:pt x="203" y="137"/>
                    <a:pt x="202" y="137"/>
                  </a:cubicBezTo>
                  <a:cubicBezTo>
                    <a:pt x="201" y="136"/>
                    <a:pt x="200" y="138"/>
                    <a:pt x="199" y="137"/>
                  </a:cubicBezTo>
                  <a:cubicBezTo>
                    <a:pt x="198" y="137"/>
                    <a:pt x="199" y="133"/>
                    <a:pt x="198" y="132"/>
                  </a:cubicBezTo>
                  <a:cubicBezTo>
                    <a:pt x="197" y="131"/>
                    <a:pt x="193" y="134"/>
                    <a:pt x="192" y="133"/>
                  </a:cubicBezTo>
                  <a:cubicBezTo>
                    <a:pt x="190" y="129"/>
                    <a:pt x="198" y="123"/>
                    <a:pt x="200" y="120"/>
                  </a:cubicBezTo>
                  <a:cubicBezTo>
                    <a:pt x="202" y="119"/>
                    <a:pt x="207" y="117"/>
                    <a:pt x="209" y="116"/>
                  </a:cubicBezTo>
                  <a:cubicBezTo>
                    <a:pt x="212" y="115"/>
                    <a:pt x="219" y="113"/>
                    <a:pt x="222" y="111"/>
                  </a:cubicBezTo>
                  <a:cubicBezTo>
                    <a:pt x="225" y="110"/>
                    <a:pt x="231" y="106"/>
                    <a:pt x="233" y="104"/>
                  </a:cubicBezTo>
                  <a:cubicBezTo>
                    <a:pt x="236" y="103"/>
                    <a:pt x="239" y="99"/>
                    <a:pt x="241" y="98"/>
                  </a:cubicBezTo>
                  <a:cubicBezTo>
                    <a:pt x="242" y="97"/>
                    <a:pt x="245" y="97"/>
                    <a:pt x="246" y="96"/>
                  </a:cubicBezTo>
                  <a:cubicBezTo>
                    <a:pt x="249" y="95"/>
                    <a:pt x="254" y="91"/>
                    <a:pt x="257" y="89"/>
                  </a:cubicBezTo>
                  <a:cubicBezTo>
                    <a:pt x="259" y="87"/>
                    <a:pt x="263" y="81"/>
                    <a:pt x="265" y="78"/>
                  </a:cubicBezTo>
                  <a:cubicBezTo>
                    <a:pt x="268" y="76"/>
                    <a:pt x="275" y="72"/>
                    <a:pt x="278" y="69"/>
                  </a:cubicBezTo>
                  <a:cubicBezTo>
                    <a:pt x="279" y="68"/>
                    <a:pt x="282" y="65"/>
                    <a:pt x="282" y="64"/>
                  </a:cubicBezTo>
                  <a:cubicBezTo>
                    <a:pt x="283" y="61"/>
                    <a:pt x="281" y="56"/>
                    <a:pt x="281" y="54"/>
                  </a:cubicBezTo>
                  <a:cubicBezTo>
                    <a:pt x="281" y="52"/>
                    <a:pt x="281" y="47"/>
                    <a:pt x="282" y="45"/>
                  </a:cubicBezTo>
                  <a:cubicBezTo>
                    <a:pt x="283" y="43"/>
                    <a:pt x="286" y="40"/>
                    <a:pt x="287" y="39"/>
                  </a:cubicBezTo>
                  <a:cubicBezTo>
                    <a:pt x="288" y="37"/>
                    <a:pt x="292" y="35"/>
                    <a:pt x="292" y="34"/>
                  </a:cubicBezTo>
                  <a:cubicBezTo>
                    <a:pt x="292" y="33"/>
                    <a:pt x="292" y="31"/>
                    <a:pt x="291" y="30"/>
                  </a:cubicBezTo>
                  <a:cubicBezTo>
                    <a:pt x="291" y="28"/>
                    <a:pt x="289" y="23"/>
                    <a:pt x="289" y="23"/>
                  </a:cubicBezTo>
                  <a:cubicBezTo>
                    <a:pt x="289" y="23"/>
                    <a:pt x="270" y="30"/>
                    <a:pt x="264" y="32"/>
                  </a:cubicBezTo>
                  <a:cubicBezTo>
                    <a:pt x="257" y="34"/>
                    <a:pt x="244" y="37"/>
                    <a:pt x="237" y="36"/>
                  </a:cubicBezTo>
                  <a:cubicBezTo>
                    <a:pt x="229" y="36"/>
                    <a:pt x="210" y="33"/>
                    <a:pt x="205" y="26"/>
                  </a:cubicBezTo>
                  <a:cubicBezTo>
                    <a:pt x="203" y="25"/>
                    <a:pt x="203" y="17"/>
                    <a:pt x="203" y="17"/>
                  </a:cubicBezTo>
                  <a:cubicBezTo>
                    <a:pt x="203" y="17"/>
                    <a:pt x="198" y="14"/>
                    <a:pt x="197" y="13"/>
                  </a:cubicBezTo>
                  <a:cubicBezTo>
                    <a:pt x="194" y="11"/>
                    <a:pt x="190" y="13"/>
                    <a:pt x="188" y="13"/>
                  </a:cubicBezTo>
                  <a:cubicBezTo>
                    <a:pt x="184" y="13"/>
                    <a:pt x="180" y="13"/>
                    <a:pt x="177" y="13"/>
                  </a:cubicBezTo>
                  <a:cubicBezTo>
                    <a:pt x="175" y="13"/>
                    <a:pt x="172" y="14"/>
                    <a:pt x="170" y="14"/>
                  </a:cubicBezTo>
                  <a:cubicBezTo>
                    <a:pt x="167" y="14"/>
                    <a:pt x="164" y="14"/>
                    <a:pt x="162" y="14"/>
                  </a:cubicBezTo>
                  <a:cubicBezTo>
                    <a:pt x="159" y="14"/>
                    <a:pt x="154" y="16"/>
                    <a:pt x="151" y="16"/>
                  </a:cubicBezTo>
                  <a:cubicBezTo>
                    <a:pt x="148" y="16"/>
                    <a:pt x="141" y="18"/>
                    <a:pt x="139" y="16"/>
                  </a:cubicBezTo>
                  <a:cubicBezTo>
                    <a:pt x="136" y="13"/>
                    <a:pt x="141" y="3"/>
                    <a:pt x="138" y="1"/>
                  </a:cubicBezTo>
                  <a:cubicBezTo>
                    <a:pt x="136" y="0"/>
                    <a:pt x="131" y="1"/>
                    <a:pt x="129" y="1"/>
                  </a:cubicBezTo>
                  <a:cubicBezTo>
                    <a:pt x="127" y="2"/>
                    <a:pt x="123" y="5"/>
                    <a:pt x="121" y="6"/>
                  </a:cubicBezTo>
                  <a:cubicBezTo>
                    <a:pt x="118" y="8"/>
                    <a:pt x="114" y="16"/>
                    <a:pt x="110" y="16"/>
                  </a:cubicBezTo>
                  <a:cubicBezTo>
                    <a:pt x="107" y="17"/>
                    <a:pt x="103" y="12"/>
                    <a:pt x="100" y="12"/>
                  </a:cubicBezTo>
                  <a:cubicBezTo>
                    <a:pt x="98" y="13"/>
                    <a:pt x="94" y="18"/>
                    <a:pt x="92" y="17"/>
                  </a:cubicBezTo>
                  <a:cubicBezTo>
                    <a:pt x="91" y="17"/>
                    <a:pt x="90" y="14"/>
                    <a:pt x="89" y="14"/>
                  </a:cubicBezTo>
                  <a:cubicBezTo>
                    <a:pt x="87" y="13"/>
                    <a:pt x="83" y="15"/>
                    <a:pt x="81" y="15"/>
                  </a:cubicBezTo>
                  <a:cubicBezTo>
                    <a:pt x="78" y="15"/>
                    <a:pt x="71" y="15"/>
                    <a:pt x="67" y="14"/>
                  </a:cubicBezTo>
                  <a:cubicBezTo>
                    <a:pt x="62" y="13"/>
                    <a:pt x="52" y="6"/>
                    <a:pt x="47" y="6"/>
                  </a:cubicBezTo>
                  <a:cubicBezTo>
                    <a:pt x="44" y="7"/>
                    <a:pt x="39" y="12"/>
                    <a:pt x="36" y="12"/>
                  </a:cubicBezTo>
                  <a:cubicBezTo>
                    <a:pt x="33" y="13"/>
                    <a:pt x="27" y="10"/>
                    <a:pt x="25" y="11"/>
                  </a:cubicBezTo>
                  <a:cubicBezTo>
                    <a:pt x="19" y="11"/>
                    <a:pt x="6" y="15"/>
                    <a:pt x="3" y="21"/>
                  </a:cubicBezTo>
                  <a:cubicBezTo>
                    <a:pt x="0" y="27"/>
                    <a:pt x="11" y="48"/>
                    <a:pt x="11" y="48"/>
                  </a:cubicBezTo>
                  <a:cubicBezTo>
                    <a:pt x="11" y="48"/>
                    <a:pt x="29" y="40"/>
                    <a:pt x="35" y="40"/>
                  </a:cubicBezTo>
                  <a:cubicBezTo>
                    <a:pt x="42" y="40"/>
                    <a:pt x="54" y="44"/>
                    <a:pt x="60" y="45"/>
                  </a:cubicBezTo>
                  <a:cubicBezTo>
                    <a:pt x="64" y="46"/>
                    <a:pt x="73" y="47"/>
                    <a:pt x="75" y="50"/>
                  </a:cubicBezTo>
                  <a:cubicBezTo>
                    <a:pt x="76" y="52"/>
                    <a:pt x="76" y="57"/>
                    <a:pt x="76" y="59"/>
                  </a:cubicBezTo>
                  <a:cubicBezTo>
                    <a:pt x="75" y="63"/>
                    <a:pt x="69" y="72"/>
                    <a:pt x="67" y="76"/>
                  </a:cubicBezTo>
                  <a:cubicBezTo>
                    <a:pt x="66" y="78"/>
                    <a:pt x="63" y="81"/>
                    <a:pt x="62" y="84"/>
                  </a:cubicBezTo>
                  <a:cubicBezTo>
                    <a:pt x="62" y="85"/>
                    <a:pt x="63" y="88"/>
                    <a:pt x="63" y="89"/>
                  </a:cubicBezTo>
                  <a:cubicBezTo>
                    <a:pt x="64" y="92"/>
                    <a:pt x="65" y="97"/>
                    <a:pt x="67" y="99"/>
                  </a:cubicBezTo>
                  <a:cubicBezTo>
                    <a:pt x="68" y="100"/>
                    <a:pt x="72" y="101"/>
                    <a:pt x="74" y="102"/>
                  </a:cubicBezTo>
                  <a:cubicBezTo>
                    <a:pt x="76" y="103"/>
                    <a:pt x="82" y="107"/>
                    <a:pt x="85" y="107"/>
                  </a:cubicBezTo>
                  <a:cubicBezTo>
                    <a:pt x="87" y="107"/>
                    <a:pt x="92" y="104"/>
                    <a:pt x="94" y="104"/>
                  </a:cubicBezTo>
                  <a:cubicBezTo>
                    <a:pt x="96" y="103"/>
                    <a:pt x="101" y="103"/>
                    <a:pt x="102" y="105"/>
                  </a:cubicBezTo>
                  <a:cubicBezTo>
                    <a:pt x="105" y="110"/>
                    <a:pt x="99" y="123"/>
                    <a:pt x="98" y="128"/>
                  </a:cubicBezTo>
                  <a:cubicBezTo>
                    <a:pt x="97" y="133"/>
                    <a:pt x="96" y="143"/>
                    <a:pt x="95" y="148"/>
                  </a:cubicBezTo>
                  <a:cubicBezTo>
                    <a:pt x="95" y="155"/>
                    <a:pt x="92" y="169"/>
                    <a:pt x="92" y="177"/>
                  </a:cubicBezTo>
                  <a:cubicBezTo>
                    <a:pt x="91" y="181"/>
                    <a:pt x="91" y="189"/>
                    <a:pt x="92" y="193"/>
                  </a:cubicBezTo>
                  <a:cubicBezTo>
                    <a:pt x="92" y="196"/>
                    <a:pt x="93" y="203"/>
                    <a:pt x="93" y="206"/>
                  </a:cubicBezTo>
                  <a:cubicBezTo>
                    <a:pt x="92" y="209"/>
                    <a:pt x="89" y="215"/>
                    <a:pt x="88" y="218"/>
                  </a:cubicBezTo>
                  <a:cubicBezTo>
                    <a:pt x="87" y="220"/>
                    <a:pt x="83" y="223"/>
                    <a:pt x="83" y="225"/>
                  </a:cubicBezTo>
                  <a:cubicBezTo>
                    <a:pt x="85" y="236"/>
                    <a:pt x="118" y="253"/>
                    <a:pt x="118" y="253"/>
                  </a:cubicBezTo>
                  <a:cubicBezTo>
                    <a:pt x="118" y="253"/>
                    <a:pt x="133" y="262"/>
                    <a:pt x="138" y="266"/>
                  </a:cubicBezTo>
                  <a:cubicBezTo>
                    <a:pt x="139" y="267"/>
                    <a:pt x="143" y="271"/>
                    <a:pt x="143" y="271"/>
                  </a:cubicBezTo>
                  <a:cubicBezTo>
                    <a:pt x="143" y="271"/>
                    <a:pt x="152" y="265"/>
                    <a:pt x="154" y="262"/>
                  </a:cubicBezTo>
                  <a:cubicBezTo>
                    <a:pt x="155" y="261"/>
                    <a:pt x="156" y="258"/>
                    <a:pt x="156" y="257"/>
                  </a:cubicBezTo>
                  <a:cubicBezTo>
                    <a:pt x="156" y="256"/>
                    <a:pt x="156" y="254"/>
                    <a:pt x="156" y="253"/>
                  </a:cubicBezTo>
                  <a:cubicBezTo>
                    <a:pt x="155" y="251"/>
                    <a:pt x="153" y="249"/>
                    <a:pt x="152" y="248"/>
                  </a:cubicBezTo>
                  <a:cubicBezTo>
                    <a:pt x="151" y="247"/>
                    <a:pt x="148" y="246"/>
                    <a:pt x="146" y="246"/>
                  </a:cubicBezTo>
                  <a:cubicBezTo>
                    <a:pt x="144" y="244"/>
                    <a:pt x="140" y="241"/>
                    <a:pt x="138" y="239"/>
                  </a:cubicBezTo>
                  <a:cubicBezTo>
                    <a:pt x="136" y="237"/>
                    <a:pt x="134" y="232"/>
                    <a:pt x="133" y="230"/>
                  </a:cubicBezTo>
                  <a:cubicBezTo>
                    <a:pt x="132" y="228"/>
                    <a:pt x="128" y="225"/>
                    <a:pt x="127" y="222"/>
                  </a:cubicBezTo>
                  <a:cubicBezTo>
                    <a:pt x="126" y="220"/>
                    <a:pt x="124" y="216"/>
                    <a:pt x="124" y="213"/>
                  </a:cubicBezTo>
                  <a:cubicBezTo>
                    <a:pt x="123" y="210"/>
                    <a:pt x="122" y="202"/>
                    <a:pt x="121" y="198"/>
                  </a:cubicBezTo>
                  <a:cubicBezTo>
                    <a:pt x="121" y="195"/>
                    <a:pt x="120" y="188"/>
                    <a:pt x="120" y="184"/>
                  </a:cubicBezTo>
                  <a:cubicBezTo>
                    <a:pt x="120" y="181"/>
                    <a:pt x="119" y="176"/>
                    <a:pt x="119" y="173"/>
                  </a:cubicBezTo>
                  <a:cubicBezTo>
                    <a:pt x="120" y="171"/>
                    <a:pt x="121" y="168"/>
                    <a:pt x="122" y="167"/>
                  </a:cubicBezTo>
                  <a:cubicBezTo>
                    <a:pt x="124" y="166"/>
                    <a:pt x="127" y="166"/>
                    <a:pt x="128" y="167"/>
                  </a:cubicBezTo>
                  <a:cubicBezTo>
                    <a:pt x="130" y="167"/>
                    <a:pt x="133" y="169"/>
                    <a:pt x="133" y="171"/>
                  </a:cubicBezTo>
                  <a:cubicBezTo>
                    <a:pt x="134" y="172"/>
                    <a:pt x="134" y="173"/>
                    <a:pt x="134" y="174"/>
                  </a:cubicBezTo>
                  <a:cubicBezTo>
                    <a:pt x="133" y="175"/>
                    <a:pt x="129" y="175"/>
                    <a:pt x="129" y="176"/>
                  </a:cubicBezTo>
                  <a:cubicBezTo>
                    <a:pt x="128" y="177"/>
                    <a:pt x="129" y="179"/>
                    <a:pt x="129" y="180"/>
                  </a:cubicBezTo>
                  <a:cubicBezTo>
                    <a:pt x="130" y="181"/>
                    <a:pt x="134" y="182"/>
                    <a:pt x="136" y="182"/>
                  </a:cubicBezTo>
                  <a:cubicBezTo>
                    <a:pt x="137" y="182"/>
                    <a:pt x="140" y="182"/>
                    <a:pt x="141" y="181"/>
                  </a:cubicBezTo>
                  <a:cubicBezTo>
                    <a:pt x="143" y="180"/>
                    <a:pt x="147" y="178"/>
                    <a:pt x="149" y="177"/>
                  </a:cubicBezTo>
                  <a:cubicBezTo>
                    <a:pt x="151" y="175"/>
                    <a:pt x="153" y="169"/>
                    <a:pt x="155" y="169"/>
                  </a:cubicBezTo>
                  <a:cubicBezTo>
                    <a:pt x="159" y="169"/>
                    <a:pt x="163" y="179"/>
                    <a:pt x="166" y="180"/>
                  </a:cubicBezTo>
                  <a:cubicBezTo>
                    <a:pt x="174" y="183"/>
                    <a:pt x="199" y="178"/>
                    <a:pt x="199" y="17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7"/>
            <p:cNvSpPr>
              <a:spLocks/>
            </p:cNvSpPr>
            <p:nvPr/>
          </p:nvSpPr>
          <p:spPr bwMode="auto">
            <a:xfrm>
              <a:off x="4746626" y="2319338"/>
              <a:ext cx="293688" cy="239713"/>
            </a:xfrm>
            <a:custGeom>
              <a:avLst/>
              <a:gdLst/>
              <a:ahLst/>
              <a:cxnLst>
                <a:cxn ang="0">
                  <a:pos x="212" y="99"/>
                </a:cxn>
                <a:cxn ang="0">
                  <a:pos x="199" y="95"/>
                </a:cxn>
                <a:cxn ang="0">
                  <a:pos x="193" y="84"/>
                </a:cxn>
                <a:cxn ang="0">
                  <a:pos x="176" y="81"/>
                </a:cxn>
                <a:cxn ang="0">
                  <a:pos x="172" y="69"/>
                </a:cxn>
                <a:cxn ang="0">
                  <a:pos x="168" y="53"/>
                </a:cxn>
                <a:cxn ang="0">
                  <a:pos x="163" y="44"/>
                </a:cxn>
                <a:cxn ang="0">
                  <a:pos x="155" y="36"/>
                </a:cxn>
                <a:cxn ang="0">
                  <a:pos x="142" y="32"/>
                </a:cxn>
                <a:cxn ang="0">
                  <a:pos x="124" y="29"/>
                </a:cxn>
                <a:cxn ang="0">
                  <a:pos x="105" y="31"/>
                </a:cxn>
                <a:cxn ang="0">
                  <a:pos x="86" y="42"/>
                </a:cxn>
                <a:cxn ang="0">
                  <a:pos x="59" y="44"/>
                </a:cxn>
                <a:cxn ang="0">
                  <a:pos x="41" y="36"/>
                </a:cxn>
                <a:cxn ang="0">
                  <a:pos x="20" y="23"/>
                </a:cxn>
                <a:cxn ang="0">
                  <a:pos x="10" y="3"/>
                </a:cxn>
                <a:cxn ang="0">
                  <a:pos x="4" y="9"/>
                </a:cxn>
                <a:cxn ang="0">
                  <a:pos x="6" y="32"/>
                </a:cxn>
                <a:cxn ang="0">
                  <a:pos x="10" y="53"/>
                </a:cxn>
                <a:cxn ang="0">
                  <a:pos x="13" y="76"/>
                </a:cxn>
                <a:cxn ang="0">
                  <a:pos x="19" y="94"/>
                </a:cxn>
                <a:cxn ang="0">
                  <a:pos x="13" y="118"/>
                </a:cxn>
                <a:cxn ang="0">
                  <a:pos x="29" y="143"/>
                </a:cxn>
                <a:cxn ang="0">
                  <a:pos x="41" y="141"/>
                </a:cxn>
                <a:cxn ang="0">
                  <a:pos x="46" y="145"/>
                </a:cxn>
                <a:cxn ang="0">
                  <a:pos x="56" y="151"/>
                </a:cxn>
                <a:cxn ang="0">
                  <a:pos x="72" y="144"/>
                </a:cxn>
                <a:cxn ang="0">
                  <a:pos x="80" y="169"/>
                </a:cxn>
                <a:cxn ang="0">
                  <a:pos x="100" y="177"/>
                </a:cxn>
                <a:cxn ang="0">
                  <a:pos x="119" y="172"/>
                </a:cxn>
                <a:cxn ang="0">
                  <a:pos x="134" y="184"/>
                </a:cxn>
                <a:cxn ang="0">
                  <a:pos x="153" y="180"/>
                </a:cxn>
                <a:cxn ang="0">
                  <a:pos x="168" y="171"/>
                </a:cxn>
                <a:cxn ang="0">
                  <a:pos x="186" y="171"/>
                </a:cxn>
                <a:cxn ang="0">
                  <a:pos x="200" y="171"/>
                </a:cxn>
                <a:cxn ang="0">
                  <a:pos x="201" y="156"/>
                </a:cxn>
                <a:cxn ang="0">
                  <a:pos x="212" y="146"/>
                </a:cxn>
                <a:cxn ang="0">
                  <a:pos x="220" y="123"/>
                </a:cxn>
                <a:cxn ang="0">
                  <a:pos x="225" y="102"/>
                </a:cxn>
              </a:cxnLst>
              <a:rect l="0" t="0" r="r" b="b"/>
              <a:pathLst>
                <a:path w="226" h="185">
                  <a:moveTo>
                    <a:pt x="223" y="93"/>
                  </a:moveTo>
                  <a:cubicBezTo>
                    <a:pt x="223" y="93"/>
                    <a:pt x="215" y="98"/>
                    <a:pt x="212" y="99"/>
                  </a:cubicBezTo>
                  <a:cubicBezTo>
                    <a:pt x="210" y="100"/>
                    <a:pt x="204" y="99"/>
                    <a:pt x="201" y="98"/>
                  </a:cubicBezTo>
                  <a:cubicBezTo>
                    <a:pt x="200" y="98"/>
                    <a:pt x="199" y="96"/>
                    <a:pt x="199" y="95"/>
                  </a:cubicBezTo>
                  <a:cubicBezTo>
                    <a:pt x="197" y="93"/>
                    <a:pt x="198" y="87"/>
                    <a:pt x="196" y="85"/>
                  </a:cubicBezTo>
                  <a:cubicBezTo>
                    <a:pt x="195" y="84"/>
                    <a:pt x="194" y="85"/>
                    <a:pt x="193" y="84"/>
                  </a:cubicBezTo>
                  <a:cubicBezTo>
                    <a:pt x="190" y="84"/>
                    <a:pt x="183" y="84"/>
                    <a:pt x="180" y="83"/>
                  </a:cubicBezTo>
                  <a:cubicBezTo>
                    <a:pt x="179" y="83"/>
                    <a:pt x="177" y="82"/>
                    <a:pt x="176" y="81"/>
                  </a:cubicBezTo>
                  <a:cubicBezTo>
                    <a:pt x="175" y="80"/>
                    <a:pt x="173" y="78"/>
                    <a:pt x="173" y="76"/>
                  </a:cubicBezTo>
                  <a:cubicBezTo>
                    <a:pt x="172" y="74"/>
                    <a:pt x="173" y="71"/>
                    <a:pt x="172" y="69"/>
                  </a:cubicBezTo>
                  <a:cubicBezTo>
                    <a:pt x="172" y="67"/>
                    <a:pt x="171" y="63"/>
                    <a:pt x="170" y="61"/>
                  </a:cubicBezTo>
                  <a:cubicBezTo>
                    <a:pt x="170" y="59"/>
                    <a:pt x="169" y="55"/>
                    <a:pt x="168" y="53"/>
                  </a:cubicBezTo>
                  <a:cubicBezTo>
                    <a:pt x="168" y="51"/>
                    <a:pt x="169" y="47"/>
                    <a:pt x="168" y="46"/>
                  </a:cubicBezTo>
                  <a:cubicBezTo>
                    <a:pt x="167" y="45"/>
                    <a:pt x="165" y="44"/>
                    <a:pt x="163" y="44"/>
                  </a:cubicBezTo>
                  <a:cubicBezTo>
                    <a:pt x="162" y="44"/>
                    <a:pt x="160" y="46"/>
                    <a:pt x="158" y="45"/>
                  </a:cubicBezTo>
                  <a:cubicBezTo>
                    <a:pt x="156" y="44"/>
                    <a:pt x="157" y="38"/>
                    <a:pt x="155" y="36"/>
                  </a:cubicBezTo>
                  <a:cubicBezTo>
                    <a:pt x="153" y="35"/>
                    <a:pt x="148" y="39"/>
                    <a:pt x="146" y="38"/>
                  </a:cubicBezTo>
                  <a:cubicBezTo>
                    <a:pt x="144" y="37"/>
                    <a:pt x="143" y="33"/>
                    <a:pt x="142" y="32"/>
                  </a:cubicBezTo>
                  <a:cubicBezTo>
                    <a:pt x="141" y="31"/>
                    <a:pt x="139" y="29"/>
                    <a:pt x="138" y="28"/>
                  </a:cubicBezTo>
                  <a:cubicBezTo>
                    <a:pt x="135" y="27"/>
                    <a:pt x="127" y="29"/>
                    <a:pt x="124" y="29"/>
                  </a:cubicBezTo>
                  <a:cubicBezTo>
                    <a:pt x="121" y="29"/>
                    <a:pt x="115" y="28"/>
                    <a:pt x="112" y="28"/>
                  </a:cubicBezTo>
                  <a:cubicBezTo>
                    <a:pt x="110" y="29"/>
                    <a:pt x="107" y="30"/>
                    <a:pt x="105" y="31"/>
                  </a:cubicBezTo>
                  <a:cubicBezTo>
                    <a:pt x="103" y="32"/>
                    <a:pt x="99" y="37"/>
                    <a:pt x="97" y="38"/>
                  </a:cubicBezTo>
                  <a:cubicBezTo>
                    <a:pt x="95" y="39"/>
                    <a:pt x="89" y="41"/>
                    <a:pt x="86" y="42"/>
                  </a:cubicBezTo>
                  <a:cubicBezTo>
                    <a:pt x="82" y="43"/>
                    <a:pt x="74" y="43"/>
                    <a:pt x="70" y="43"/>
                  </a:cubicBezTo>
                  <a:cubicBezTo>
                    <a:pt x="67" y="43"/>
                    <a:pt x="62" y="44"/>
                    <a:pt x="59" y="44"/>
                  </a:cubicBezTo>
                  <a:cubicBezTo>
                    <a:pt x="56" y="43"/>
                    <a:pt x="49" y="41"/>
                    <a:pt x="46" y="40"/>
                  </a:cubicBezTo>
                  <a:cubicBezTo>
                    <a:pt x="44" y="39"/>
                    <a:pt x="42" y="36"/>
                    <a:pt x="41" y="36"/>
                  </a:cubicBezTo>
                  <a:cubicBezTo>
                    <a:pt x="37" y="34"/>
                    <a:pt x="29" y="38"/>
                    <a:pt x="26" y="36"/>
                  </a:cubicBezTo>
                  <a:cubicBezTo>
                    <a:pt x="22" y="34"/>
                    <a:pt x="22" y="27"/>
                    <a:pt x="20" y="23"/>
                  </a:cubicBezTo>
                  <a:cubicBezTo>
                    <a:pt x="18" y="20"/>
                    <a:pt x="15" y="16"/>
                    <a:pt x="14" y="13"/>
                  </a:cubicBezTo>
                  <a:cubicBezTo>
                    <a:pt x="12" y="10"/>
                    <a:pt x="11" y="6"/>
                    <a:pt x="10" y="3"/>
                  </a:cubicBezTo>
                  <a:cubicBezTo>
                    <a:pt x="10" y="2"/>
                    <a:pt x="9" y="0"/>
                    <a:pt x="9" y="0"/>
                  </a:cubicBezTo>
                  <a:cubicBezTo>
                    <a:pt x="9" y="0"/>
                    <a:pt x="5" y="7"/>
                    <a:pt x="4" y="9"/>
                  </a:cubicBezTo>
                  <a:cubicBezTo>
                    <a:pt x="3" y="12"/>
                    <a:pt x="0" y="16"/>
                    <a:pt x="0" y="19"/>
                  </a:cubicBezTo>
                  <a:cubicBezTo>
                    <a:pt x="0" y="23"/>
                    <a:pt x="4" y="28"/>
                    <a:pt x="6" y="32"/>
                  </a:cubicBezTo>
                  <a:cubicBezTo>
                    <a:pt x="7" y="34"/>
                    <a:pt x="8" y="37"/>
                    <a:pt x="9" y="40"/>
                  </a:cubicBezTo>
                  <a:cubicBezTo>
                    <a:pt x="10" y="44"/>
                    <a:pt x="10" y="49"/>
                    <a:pt x="10" y="53"/>
                  </a:cubicBezTo>
                  <a:cubicBezTo>
                    <a:pt x="10" y="57"/>
                    <a:pt x="9" y="62"/>
                    <a:pt x="10" y="67"/>
                  </a:cubicBezTo>
                  <a:cubicBezTo>
                    <a:pt x="10" y="70"/>
                    <a:pt x="12" y="73"/>
                    <a:pt x="13" y="76"/>
                  </a:cubicBezTo>
                  <a:cubicBezTo>
                    <a:pt x="14" y="79"/>
                    <a:pt x="14" y="83"/>
                    <a:pt x="15" y="86"/>
                  </a:cubicBezTo>
                  <a:cubicBezTo>
                    <a:pt x="16" y="89"/>
                    <a:pt x="19" y="92"/>
                    <a:pt x="19" y="94"/>
                  </a:cubicBezTo>
                  <a:cubicBezTo>
                    <a:pt x="19" y="97"/>
                    <a:pt x="16" y="100"/>
                    <a:pt x="15" y="103"/>
                  </a:cubicBezTo>
                  <a:cubicBezTo>
                    <a:pt x="14" y="107"/>
                    <a:pt x="13" y="118"/>
                    <a:pt x="13" y="118"/>
                  </a:cubicBezTo>
                  <a:cubicBezTo>
                    <a:pt x="13" y="118"/>
                    <a:pt x="20" y="130"/>
                    <a:pt x="22" y="134"/>
                  </a:cubicBezTo>
                  <a:cubicBezTo>
                    <a:pt x="24" y="136"/>
                    <a:pt x="27" y="142"/>
                    <a:pt x="29" y="143"/>
                  </a:cubicBezTo>
                  <a:cubicBezTo>
                    <a:pt x="30" y="144"/>
                    <a:pt x="34" y="146"/>
                    <a:pt x="36" y="146"/>
                  </a:cubicBezTo>
                  <a:cubicBezTo>
                    <a:pt x="38" y="145"/>
                    <a:pt x="39" y="142"/>
                    <a:pt x="41" y="141"/>
                  </a:cubicBezTo>
                  <a:cubicBezTo>
                    <a:pt x="42" y="140"/>
                    <a:pt x="43" y="139"/>
                    <a:pt x="44" y="140"/>
                  </a:cubicBezTo>
                  <a:cubicBezTo>
                    <a:pt x="45" y="140"/>
                    <a:pt x="46" y="144"/>
                    <a:pt x="46" y="145"/>
                  </a:cubicBezTo>
                  <a:cubicBezTo>
                    <a:pt x="46" y="148"/>
                    <a:pt x="47" y="156"/>
                    <a:pt x="47" y="156"/>
                  </a:cubicBezTo>
                  <a:cubicBezTo>
                    <a:pt x="47" y="156"/>
                    <a:pt x="54" y="152"/>
                    <a:pt x="56" y="151"/>
                  </a:cubicBezTo>
                  <a:cubicBezTo>
                    <a:pt x="59" y="150"/>
                    <a:pt x="63" y="147"/>
                    <a:pt x="66" y="146"/>
                  </a:cubicBezTo>
                  <a:cubicBezTo>
                    <a:pt x="67" y="145"/>
                    <a:pt x="71" y="143"/>
                    <a:pt x="72" y="144"/>
                  </a:cubicBezTo>
                  <a:cubicBezTo>
                    <a:pt x="76" y="147"/>
                    <a:pt x="75" y="157"/>
                    <a:pt x="77" y="161"/>
                  </a:cubicBezTo>
                  <a:cubicBezTo>
                    <a:pt x="78" y="163"/>
                    <a:pt x="79" y="168"/>
                    <a:pt x="80" y="169"/>
                  </a:cubicBezTo>
                  <a:cubicBezTo>
                    <a:pt x="81" y="170"/>
                    <a:pt x="84" y="171"/>
                    <a:pt x="86" y="171"/>
                  </a:cubicBezTo>
                  <a:cubicBezTo>
                    <a:pt x="89" y="173"/>
                    <a:pt x="96" y="177"/>
                    <a:pt x="100" y="177"/>
                  </a:cubicBezTo>
                  <a:cubicBezTo>
                    <a:pt x="102" y="177"/>
                    <a:pt x="106" y="174"/>
                    <a:pt x="109" y="173"/>
                  </a:cubicBezTo>
                  <a:cubicBezTo>
                    <a:pt x="111" y="173"/>
                    <a:pt x="116" y="172"/>
                    <a:pt x="119" y="172"/>
                  </a:cubicBezTo>
                  <a:cubicBezTo>
                    <a:pt x="122" y="172"/>
                    <a:pt x="129" y="170"/>
                    <a:pt x="132" y="172"/>
                  </a:cubicBezTo>
                  <a:cubicBezTo>
                    <a:pt x="134" y="174"/>
                    <a:pt x="132" y="182"/>
                    <a:pt x="134" y="184"/>
                  </a:cubicBezTo>
                  <a:cubicBezTo>
                    <a:pt x="136" y="185"/>
                    <a:pt x="142" y="185"/>
                    <a:pt x="144" y="184"/>
                  </a:cubicBezTo>
                  <a:cubicBezTo>
                    <a:pt x="146" y="184"/>
                    <a:pt x="151" y="181"/>
                    <a:pt x="153" y="180"/>
                  </a:cubicBezTo>
                  <a:cubicBezTo>
                    <a:pt x="155" y="178"/>
                    <a:pt x="158" y="175"/>
                    <a:pt x="160" y="174"/>
                  </a:cubicBezTo>
                  <a:cubicBezTo>
                    <a:pt x="162" y="173"/>
                    <a:pt x="166" y="172"/>
                    <a:pt x="168" y="171"/>
                  </a:cubicBezTo>
                  <a:cubicBezTo>
                    <a:pt x="170" y="171"/>
                    <a:pt x="172" y="168"/>
                    <a:pt x="173" y="168"/>
                  </a:cubicBezTo>
                  <a:cubicBezTo>
                    <a:pt x="176" y="168"/>
                    <a:pt x="182" y="171"/>
                    <a:pt x="186" y="171"/>
                  </a:cubicBezTo>
                  <a:cubicBezTo>
                    <a:pt x="188" y="172"/>
                    <a:pt x="193" y="174"/>
                    <a:pt x="196" y="173"/>
                  </a:cubicBezTo>
                  <a:cubicBezTo>
                    <a:pt x="197" y="173"/>
                    <a:pt x="199" y="172"/>
                    <a:pt x="200" y="171"/>
                  </a:cubicBezTo>
                  <a:cubicBezTo>
                    <a:pt x="200" y="170"/>
                    <a:pt x="200" y="167"/>
                    <a:pt x="200" y="166"/>
                  </a:cubicBezTo>
                  <a:cubicBezTo>
                    <a:pt x="200" y="164"/>
                    <a:pt x="200" y="159"/>
                    <a:pt x="201" y="156"/>
                  </a:cubicBezTo>
                  <a:cubicBezTo>
                    <a:pt x="202" y="155"/>
                    <a:pt x="204" y="152"/>
                    <a:pt x="205" y="151"/>
                  </a:cubicBezTo>
                  <a:cubicBezTo>
                    <a:pt x="207" y="149"/>
                    <a:pt x="211" y="147"/>
                    <a:pt x="212" y="146"/>
                  </a:cubicBezTo>
                  <a:cubicBezTo>
                    <a:pt x="214" y="144"/>
                    <a:pt x="216" y="140"/>
                    <a:pt x="217" y="138"/>
                  </a:cubicBezTo>
                  <a:cubicBezTo>
                    <a:pt x="218" y="134"/>
                    <a:pt x="218" y="127"/>
                    <a:pt x="220" y="123"/>
                  </a:cubicBezTo>
                  <a:cubicBezTo>
                    <a:pt x="221" y="119"/>
                    <a:pt x="226" y="111"/>
                    <a:pt x="226" y="107"/>
                  </a:cubicBezTo>
                  <a:cubicBezTo>
                    <a:pt x="226" y="106"/>
                    <a:pt x="226" y="103"/>
                    <a:pt x="225" y="102"/>
                  </a:cubicBezTo>
                  <a:cubicBezTo>
                    <a:pt x="225" y="100"/>
                    <a:pt x="223" y="93"/>
                    <a:pt x="223" y="9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8"/>
            <p:cNvSpPr>
              <a:spLocks/>
            </p:cNvSpPr>
            <p:nvPr/>
          </p:nvSpPr>
          <p:spPr bwMode="auto">
            <a:xfrm>
              <a:off x="4183063" y="2268538"/>
              <a:ext cx="673100" cy="755650"/>
            </a:xfrm>
            <a:custGeom>
              <a:avLst/>
              <a:gdLst/>
              <a:ahLst/>
              <a:cxnLst>
                <a:cxn ang="0">
                  <a:pos x="507" y="325"/>
                </a:cxn>
                <a:cxn ang="0">
                  <a:pos x="474" y="322"/>
                </a:cxn>
                <a:cxn ang="0">
                  <a:pos x="437" y="325"/>
                </a:cxn>
                <a:cxn ang="0">
                  <a:pos x="407" y="315"/>
                </a:cxn>
                <a:cxn ang="0">
                  <a:pos x="374" y="323"/>
                </a:cxn>
                <a:cxn ang="0">
                  <a:pos x="322" y="321"/>
                </a:cxn>
                <a:cxn ang="0">
                  <a:pos x="276" y="364"/>
                </a:cxn>
                <a:cxn ang="0">
                  <a:pos x="246" y="393"/>
                </a:cxn>
                <a:cxn ang="0">
                  <a:pos x="213" y="440"/>
                </a:cxn>
                <a:cxn ang="0">
                  <a:pos x="193" y="430"/>
                </a:cxn>
                <a:cxn ang="0">
                  <a:pos x="172" y="480"/>
                </a:cxn>
                <a:cxn ang="0">
                  <a:pos x="154" y="516"/>
                </a:cxn>
                <a:cxn ang="0">
                  <a:pos x="155" y="567"/>
                </a:cxn>
                <a:cxn ang="0">
                  <a:pos x="94" y="561"/>
                </a:cxn>
                <a:cxn ang="0">
                  <a:pos x="18" y="500"/>
                </a:cxn>
                <a:cxn ang="0">
                  <a:pos x="21" y="455"/>
                </a:cxn>
                <a:cxn ang="0">
                  <a:pos x="16" y="417"/>
                </a:cxn>
                <a:cxn ang="0">
                  <a:pos x="55" y="398"/>
                </a:cxn>
                <a:cxn ang="0">
                  <a:pos x="77" y="359"/>
                </a:cxn>
                <a:cxn ang="0">
                  <a:pos x="75" y="316"/>
                </a:cxn>
                <a:cxn ang="0">
                  <a:pos x="40" y="303"/>
                </a:cxn>
                <a:cxn ang="0">
                  <a:pos x="20" y="268"/>
                </a:cxn>
                <a:cxn ang="0">
                  <a:pos x="27" y="224"/>
                </a:cxn>
                <a:cxn ang="0">
                  <a:pos x="33" y="188"/>
                </a:cxn>
                <a:cxn ang="0">
                  <a:pos x="25" y="147"/>
                </a:cxn>
                <a:cxn ang="0">
                  <a:pos x="14" y="105"/>
                </a:cxn>
                <a:cxn ang="0">
                  <a:pos x="1" y="59"/>
                </a:cxn>
                <a:cxn ang="0">
                  <a:pos x="45" y="49"/>
                </a:cxn>
                <a:cxn ang="0">
                  <a:pos x="82" y="52"/>
                </a:cxn>
                <a:cxn ang="0">
                  <a:pos x="87" y="7"/>
                </a:cxn>
                <a:cxn ang="0">
                  <a:pos x="108" y="12"/>
                </a:cxn>
                <a:cxn ang="0">
                  <a:pos x="132" y="23"/>
                </a:cxn>
                <a:cxn ang="0">
                  <a:pos x="137" y="50"/>
                </a:cxn>
                <a:cxn ang="0">
                  <a:pos x="168" y="39"/>
                </a:cxn>
                <a:cxn ang="0">
                  <a:pos x="192" y="28"/>
                </a:cxn>
                <a:cxn ang="0">
                  <a:pos x="202" y="49"/>
                </a:cxn>
                <a:cxn ang="0">
                  <a:pos x="254" y="46"/>
                </a:cxn>
                <a:cxn ang="0">
                  <a:pos x="247" y="65"/>
                </a:cxn>
                <a:cxn ang="0">
                  <a:pos x="275" y="66"/>
                </a:cxn>
                <a:cxn ang="0">
                  <a:pos x="286" y="27"/>
                </a:cxn>
                <a:cxn ang="0">
                  <a:pos x="331" y="4"/>
                </a:cxn>
                <a:cxn ang="0">
                  <a:pos x="354" y="23"/>
                </a:cxn>
                <a:cxn ang="0">
                  <a:pos x="371" y="93"/>
                </a:cxn>
                <a:cxn ang="0">
                  <a:pos x="396" y="159"/>
                </a:cxn>
                <a:cxn ang="0">
                  <a:pos x="446" y="157"/>
                </a:cxn>
                <a:cxn ang="0">
                  <a:pos x="474" y="180"/>
                </a:cxn>
                <a:cxn ang="0">
                  <a:pos x="473" y="199"/>
                </a:cxn>
                <a:cxn ang="0">
                  <a:pos x="441" y="235"/>
                </a:cxn>
                <a:cxn ang="0">
                  <a:pos x="429" y="257"/>
                </a:cxn>
                <a:cxn ang="0">
                  <a:pos x="471" y="267"/>
                </a:cxn>
                <a:cxn ang="0">
                  <a:pos x="498" y="284"/>
                </a:cxn>
              </a:cxnLst>
              <a:rect l="0" t="0" r="r" b="b"/>
              <a:pathLst>
                <a:path w="518" h="582">
                  <a:moveTo>
                    <a:pt x="514" y="296"/>
                  </a:moveTo>
                  <a:cubicBezTo>
                    <a:pt x="518" y="301"/>
                    <a:pt x="517" y="314"/>
                    <a:pt x="515" y="320"/>
                  </a:cubicBezTo>
                  <a:cubicBezTo>
                    <a:pt x="515" y="321"/>
                    <a:pt x="512" y="323"/>
                    <a:pt x="511" y="324"/>
                  </a:cubicBezTo>
                  <a:cubicBezTo>
                    <a:pt x="510" y="324"/>
                    <a:pt x="508" y="325"/>
                    <a:pt x="507" y="325"/>
                  </a:cubicBezTo>
                  <a:cubicBezTo>
                    <a:pt x="504" y="325"/>
                    <a:pt x="498" y="323"/>
                    <a:pt x="495" y="323"/>
                  </a:cubicBezTo>
                  <a:cubicBezTo>
                    <a:pt x="494" y="324"/>
                    <a:pt x="489" y="326"/>
                    <a:pt x="489" y="326"/>
                  </a:cubicBezTo>
                  <a:cubicBezTo>
                    <a:pt x="489" y="326"/>
                    <a:pt x="484" y="323"/>
                    <a:pt x="483" y="322"/>
                  </a:cubicBezTo>
                  <a:cubicBezTo>
                    <a:pt x="480" y="320"/>
                    <a:pt x="476" y="322"/>
                    <a:pt x="474" y="322"/>
                  </a:cubicBezTo>
                  <a:cubicBezTo>
                    <a:pt x="470" y="322"/>
                    <a:pt x="466" y="322"/>
                    <a:pt x="463" y="322"/>
                  </a:cubicBezTo>
                  <a:cubicBezTo>
                    <a:pt x="461" y="322"/>
                    <a:pt x="458" y="323"/>
                    <a:pt x="456" y="323"/>
                  </a:cubicBezTo>
                  <a:cubicBezTo>
                    <a:pt x="453" y="323"/>
                    <a:pt x="450" y="323"/>
                    <a:pt x="448" y="323"/>
                  </a:cubicBezTo>
                  <a:cubicBezTo>
                    <a:pt x="445" y="323"/>
                    <a:pt x="440" y="325"/>
                    <a:pt x="437" y="325"/>
                  </a:cubicBezTo>
                  <a:cubicBezTo>
                    <a:pt x="434" y="325"/>
                    <a:pt x="427" y="327"/>
                    <a:pt x="425" y="325"/>
                  </a:cubicBezTo>
                  <a:cubicBezTo>
                    <a:pt x="422" y="322"/>
                    <a:pt x="427" y="312"/>
                    <a:pt x="424" y="310"/>
                  </a:cubicBezTo>
                  <a:cubicBezTo>
                    <a:pt x="422" y="309"/>
                    <a:pt x="417" y="310"/>
                    <a:pt x="415" y="310"/>
                  </a:cubicBezTo>
                  <a:cubicBezTo>
                    <a:pt x="413" y="311"/>
                    <a:pt x="409" y="314"/>
                    <a:pt x="407" y="315"/>
                  </a:cubicBezTo>
                  <a:cubicBezTo>
                    <a:pt x="404" y="317"/>
                    <a:pt x="400" y="325"/>
                    <a:pt x="396" y="325"/>
                  </a:cubicBezTo>
                  <a:cubicBezTo>
                    <a:pt x="393" y="326"/>
                    <a:pt x="389" y="321"/>
                    <a:pt x="386" y="321"/>
                  </a:cubicBezTo>
                  <a:cubicBezTo>
                    <a:pt x="384" y="322"/>
                    <a:pt x="380" y="327"/>
                    <a:pt x="378" y="326"/>
                  </a:cubicBezTo>
                  <a:cubicBezTo>
                    <a:pt x="377" y="326"/>
                    <a:pt x="376" y="323"/>
                    <a:pt x="374" y="323"/>
                  </a:cubicBezTo>
                  <a:cubicBezTo>
                    <a:pt x="373" y="322"/>
                    <a:pt x="369" y="324"/>
                    <a:pt x="367" y="324"/>
                  </a:cubicBezTo>
                  <a:cubicBezTo>
                    <a:pt x="364" y="324"/>
                    <a:pt x="357" y="324"/>
                    <a:pt x="353" y="323"/>
                  </a:cubicBezTo>
                  <a:cubicBezTo>
                    <a:pt x="348" y="322"/>
                    <a:pt x="338" y="315"/>
                    <a:pt x="333" y="315"/>
                  </a:cubicBezTo>
                  <a:cubicBezTo>
                    <a:pt x="330" y="316"/>
                    <a:pt x="325" y="321"/>
                    <a:pt x="322" y="321"/>
                  </a:cubicBezTo>
                  <a:cubicBezTo>
                    <a:pt x="319" y="322"/>
                    <a:pt x="314" y="319"/>
                    <a:pt x="311" y="320"/>
                  </a:cubicBezTo>
                  <a:cubicBezTo>
                    <a:pt x="305" y="320"/>
                    <a:pt x="292" y="324"/>
                    <a:pt x="289" y="330"/>
                  </a:cubicBezTo>
                  <a:cubicBezTo>
                    <a:pt x="286" y="336"/>
                    <a:pt x="297" y="357"/>
                    <a:pt x="297" y="357"/>
                  </a:cubicBezTo>
                  <a:cubicBezTo>
                    <a:pt x="297" y="357"/>
                    <a:pt x="282" y="365"/>
                    <a:pt x="276" y="364"/>
                  </a:cubicBezTo>
                  <a:cubicBezTo>
                    <a:pt x="274" y="364"/>
                    <a:pt x="272" y="360"/>
                    <a:pt x="270" y="359"/>
                  </a:cubicBezTo>
                  <a:cubicBezTo>
                    <a:pt x="267" y="358"/>
                    <a:pt x="259" y="359"/>
                    <a:pt x="255" y="361"/>
                  </a:cubicBezTo>
                  <a:cubicBezTo>
                    <a:pt x="250" y="363"/>
                    <a:pt x="239" y="370"/>
                    <a:pt x="237" y="375"/>
                  </a:cubicBezTo>
                  <a:cubicBezTo>
                    <a:pt x="236" y="380"/>
                    <a:pt x="247" y="388"/>
                    <a:pt x="246" y="393"/>
                  </a:cubicBezTo>
                  <a:cubicBezTo>
                    <a:pt x="245" y="397"/>
                    <a:pt x="237" y="400"/>
                    <a:pt x="235" y="402"/>
                  </a:cubicBezTo>
                  <a:cubicBezTo>
                    <a:pt x="232" y="405"/>
                    <a:pt x="228" y="410"/>
                    <a:pt x="226" y="413"/>
                  </a:cubicBezTo>
                  <a:cubicBezTo>
                    <a:pt x="224" y="415"/>
                    <a:pt x="222" y="422"/>
                    <a:pt x="221" y="425"/>
                  </a:cubicBezTo>
                  <a:cubicBezTo>
                    <a:pt x="219" y="429"/>
                    <a:pt x="217" y="438"/>
                    <a:pt x="213" y="440"/>
                  </a:cubicBezTo>
                  <a:cubicBezTo>
                    <a:pt x="212" y="441"/>
                    <a:pt x="208" y="440"/>
                    <a:pt x="207" y="438"/>
                  </a:cubicBezTo>
                  <a:cubicBezTo>
                    <a:pt x="205" y="436"/>
                    <a:pt x="209" y="431"/>
                    <a:pt x="208" y="429"/>
                  </a:cubicBezTo>
                  <a:cubicBezTo>
                    <a:pt x="207" y="426"/>
                    <a:pt x="201" y="422"/>
                    <a:pt x="198" y="423"/>
                  </a:cubicBezTo>
                  <a:cubicBezTo>
                    <a:pt x="196" y="423"/>
                    <a:pt x="194" y="428"/>
                    <a:pt x="193" y="430"/>
                  </a:cubicBezTo>
                  <a:cubicBezTo>
                    <a:pt x="190" y="433"/>
                    <a:pt x="185" y="439"/>
                    <a:pt x="182" y="441"/>
                  </a:cubicBezTo>
                  <a:cubicBezTo>
                    <a:pt x="181" y="443"/>
                    <a:pt x="177" y="445"/>
                    <a:pt x="177" y="446"/>
                  </a:cubicBezTo>
                  <a:cubicBezTo>
                    <a:pt x="174" y="452"/>
                    <a:pt x="176" y="465"/>
                    <a:pt x="175" y="471"/>
                  </a:cubicBezTo>
                  <a:cubicBezTo>
                    <a:pt x="174" y="474"/>
                    <a:pt x="173" y="478"/>
                    <a:pt x="172" y="480"/>
                  </a:cubicBezTo>
                  <a:cubicBezTo>
                    <a:pt x="171" y="482"/>
                    <a:pt x="169" y="488"/>
                    <a:pt x="167" y="490"/>
                  </a:cubicBezTo>
                  <a:cubicBezTo>
                    <a:pt x="165" y="492"/>
                    <a:pt x="160" y="494"/>
                    <a:pt x="159" y="496"/>
                  </a:cubicBezTo>
                  <a:cubicBezTo>
                    <a:pt x="157" y="499"/>
                    <a:pt x="155" y="504"/>
                    <a:pt x="154" y="507"/>
                  </a:cubicBezTo>
                  <a:cubicBezTo>
                    <a:pt x="154" y="509"/>
                    <a:pt x="153" y="514"/>
                    <a:pt x="154" y="516"/>
                  </a:cubicBezTo>
                  <a:cubicBezTo>
                    <a:pt x="156" y="523"/>
                    <a:pt x="167" y="534"/>
                    <a:pt x="170" y="541"/>
                  </a:cubicBezTo>
                  <a:cubicBezTo>
                    <a:pt x="171" y="543"/>
                    <a:pt x="172" y="546"/>
                    <a:pt x="171" y="547"/>
                  </a:cubicBezTo>
                  <a:cubicBezTo>
                    <a:pt x="170" y="550"/>
                    <a:pt x="163" y="554"/>
                    <a:pt x="161" y="557"/>
                  </a:cubicBezTo>
                  <a:cubicBezTo>
                    <a:pt x="159" y="559"/>
                    <a:pt x="155" y="567"/>
                    <a:pt x="155" y="567"/>
                  </a:cubicBezTo>
                  <a:cubicBezTo>
                    <a:pt x="155" y="567"/>
                    <a:pt x="143" y="568"/>
                    <a:pt x="140" y="569"/>
                  </a:cubicBezTo>
                  <a:cubicBezTo>
                    <a:pt x="134" y="570"/>
                    <a:pt x="122" y="574"/>
                    <a:pt x="116" y="576"/>
                  </a:cubicBezTo>
                  <a:cubicBezTo>
                    <a:pt x="114" y="577"/>
                    <a:pt x="109" y="582"/>
                    <a:pt x="106" y="581"/>
                  </a:cubicBezTo>
                  <a:cubicBezTo>
                    <a:pt x="100" y="579"/>
                    <a:pt x="97" y="566"/>
                    <a:pt x="94" y="561"/>
                  </a:cubicBezTo>
                  <a:cubicBezTo>
                    <a:pt x="90" y="557"/>
                    <a:pt x="83" y="548"/>
                    <a:pt x="80" y="544"/>
                  </a:cubicBezTo>
                  <a:cubicBezTo>
                    <a:pt x="75" y="539"/>
                    <a:pt x="64" y="530"/>
                    <a:pt x="58" y="526"/>
                  </a:cubicBezTo>
                  <a:cubicBezTo>
                    <a:pt x="53" y="523"/>
                    <a:pt x="43" y="518"/>
                    <a:pt x="38" y="515"/>
                  </a:cubicBezTo>
                  <a:cubicBezTo>
                    <a:pt x="33" y="511"/>
                    <a:pt x="22" y="505"/>
                    <a:pt x="18" y="500"/>
                  </a:cubicBezTo>
                  <a:cubicBezTo>
                    <a:pt x="17" y="498"/>
                    <a:pt x="15" y="494"/>
                    <a:pt x="14" y="493"/>
                  </a:cubicBezTo>
                  <a:cubicBezTo>
                    <a:pt x="13" y="489"/>
                    <a:pt x="10" y="483"/>
                    <a:pt x="10" y="480"/>
                  </a:cubicBezTo>
                  <a:cubicBezTo>
                    <a:pt x="9" y="474"/>
                    <a:pt x="4" y="459"/>
                    <a:pt x="8" y="455"/>
                  </a:cubicBezTo>
                  <a:cubicBezTo>
                    <a:pt x="10" y="453"/>
                    <a:pt x="18" y="457"/>
                    <a:pt x="21" y="455"/>
                  </a:cubicBezTo>
                  <a:cubicBezTo>
                    <a:pt x="23" y="454"/>
                    <a:pt x="24" y="449"/>
                    <a:pt x="25" y="446"/>
                  </a:cubicBezTo>
                  <a:cubicBezTo>
                    <a:pt x="26" y="442"/>
                    <a:pt x="26" y="433"/>
                    <a:pt x="25" y="429"/>
                  </a:cubicBezTo>
                  <a:cubicBezTo>
                    <a:pt x="25" y="427"/>
                    <a:pt x="23" y="423"/>
                    <a:pt x="22" y="421"/>
                  </a:cubicBezTo>
                  <a:cubicBezTo>
                    <a:pt x="21" y="420"/>
                    <a:pt x="16" y="418"/>
                    <a:pt x="16" y="417"/>
                  </a:cubicBezTo>
                  <a:cubicBezTo>
                    <a:pt x="16" y="413"/>
                    <a:pt x="23" y="410"/>
                    <a:pt x="26" y="408"/>
                  </a:cubicBezTo>
                  <a:cubicBezTo>
                    <a:pt x="28" y="407"/>
                    <a:pt x="33" y="405"/>
                    <a:pt x="35" y="403"/>
                  </a:cubicBezTo>
                  <a:cubicBezTo>
                    <a:pt x="37" y="402"/>
                    <a:pt x="40" y="398"/>
                    <a:pt x="42" y="397"/>
                  </a:cubicBezTo>
                  <a:cubicBezTo>
                    <a:pt x="45" y="396"/>
                    <a:pt x="52" y="400"/>
                    <a:pt x="55" y="398"/>
                  </a:cubicBezTo>
                  <a:cubicBezTo>
                    <a:pt x="58" y="397"/>
                    <a:pt x="61" y="392"/>
                    <a:pt x="63" y="390"/>
                  </a:cubicBezTo>
                  <a:cubicBezTo>
                    <a:pt x="64" y="388"/>
                    <a:pt x="66" y="385"/>
                    <a:pt x="67" y="383"/>
                  </a:cubicBezTo>
                  <a:cubicBezTo>
                    <a:pt x="68" y="380"/>
                    <a:pt x="68" y="373"/>
                    <a:pt x="70" y="371"/>
                  </a:cubicBezTo>
                  <a:cubicBezTo>
                    <a:pt x="71" y="367"/>
                    <a:pt x="75" y="362"/>
                    <a:pt x="77" y="359"/>
                  </a:cubicBezTo>
                  <a:cubicBezTo>
                    <a:pt x="78" y="356"/>
                    <a:pt x="82" y="351"/>
                    <a:pt x="82" y="347"/>
                  </a:cubicBezTo>
                  <a:cubicBezTo>
                    <a:pt x="83" y="345"/>
                    <a:pt x="82" y="341"/>
                    <a:pt x="82" y="339"/>
                  </a:cubicBezTo>
                  <a:cubicBezTo>
                    <a:pt x="81" y="336"/>
                    <a:pt x="78" y="330"/>
                    <a:pt x="77" y="326"/>
                  </a:cubicBezTo>
                  <a:cubicBezTo>
                    <a:pt x="76" y="324"/>
                    <a:pt x="76" y="318"/>
                    <a:pt x="75" y="316"/>
                  </a:cubicBezTo>
                  <a:cubicBezTo>
                    <a:pt x="73" y="314"/>
                    <a:pt x="68" y="314"/>
                    <a:pt x="66" y="313"/>
                  </a:cubicBezTo>
                  <a:cubicBezTo>
                    <a:pt x="63" y="313"/>
                    <a:pt x="57" y="312"/>
                    <a:pt x="54" y="312"/>
                  </a:cubicBezTo>
                  <a:cubicBezTo>
                    <a:pt x="51" y="312"/>
                    <a:pt x="45" y="315"/>
                    <a:pt x="43" y="314"/>
                  </a:cubicBezTo>
                  <a:cubicBezTo>
                    <a:pt x="40" y="312"/>
                    <a:pt x="40" y="306"/>
                    <a:pt x="40" y="303"/>
                  </a:cubicBezTo>
                  <a:cubicBezTo>
                    <a:pt x="39" y="300"/>
                    <a:pt x="39" y="295"/>
                    <a:pt x="39" y="292"/>
                  </a:cubicBezTo>
                  <a:cubicBezTo>
                    <a:pt x="38" y="290"/>
                    <a:pt x="37" y="287"/>
                    <a:pt x="36" y="285"/>
                  </a:cubicBezTo>
                  <a:cubicBezTo>
                    <a:pt x="34" y="283"/>
                    <a:pt x="30" y="278"/>
                    <a:pt x="28" y="276"/>
                  </a:cubicBezTo>
                  <a:cubicBezTo>
                    <a:pt x="26" y="274"/>
                    <a:pt x="20" y="271"/>
                    <a:pt x="20" y="268"/>
                  </a:cubicBezTo>
                  <a:cubicBezTo>
                    <a:pt x="19" y="266"/>
                    <a:pt x="23" y="261"/>
                    <a:pt x="24" y="259"/>
                  </a:cubicBezTo>
                  <a:cubicBezTo>
                    <a:pt x="25" y="255"/>
                    <a:pt x="25" y="247"/>
                    <a:pt x="25" y="243"/>
                  </a:cubicBezTo>
                  <a:cubicBezTo>
                    <a:pt x="26" y="241"/>
                    <a:pt x="27" y="237"/>
                    <a:pt x="27" y="234"/>
                  </a:cubicBezTo>
                  <a:cubicBezTo>
                    <a:pt x="27" y="232"/>
                    <a:pt x="27" y="227"/>
                    <a:pt x="27" y="224"/>
                  </a:cubicBezTo>
                  <a:cubicBezTo>
                    <a:pt x="27" y="223"/>
                    <a:pt x="26" y="219"/>
                    <a:pt x="26" y="217"/>
                  </a:cubicBezTo>
                  <a:cubicBezTo>
                    <a:pt x="25" y="214"/>
                    <a:pt x="23" y="207"/>
                    <a:pt x="23" y="204"/>
                  </a:cubicBezTo>
                  <a:cubicBezTo>
                    <a:pt x="23" y="202"/>
                    <a:pt x="25" y="197"/>
                    <a:pt x="26" y="195"/>
                  </a:cubicBezTo>
                  <a:cubicBezTo>
                    <a:pt x="28" y="193"/>
                    <a:pt x="32" y="190"/>
                    <a:pt x="33" y="188"/>
                  </a:cubicBezTo>
                  <a:cubicBezTo>
                    <a:pt x="34" y="186"/>
                    <a:pt x="36" y="181"/>
                    <a:pt x="36" y="179"/>
                  </a:cubicBezTo>
                  <a:cubicBezTo>
                    <a:pt x="36" y="176"/>
                    <a:pt x="34" y="172"/>
                    <a:pt x="33" y="170"/>
                  </a:cubicBezTo>
                  <a:cubicBezTo>
                    <a:pt x="31" y="167"/>
                    <a:pt x="26" y="162"/>
                    <a:pt x="25" y="158"/>
                  </a:cubicBezTo>
                  <a:cubicBezTo>
                    <a:pt x="24" y="156"/>
                    <a:pt x="25" y="150"/>
                    <a:pt x="25" y="147"/>
                  </a:cubicBezTo>
                  <a:cubicBezTo>
                    <a:pt x="26" y="142"/>
                    <a:pt x="28" y="134"/>
                    <a:pt x="28" y="129"/>
                  </a:cubicBezTo>
                  <a:cubicBezTo>
                    <a:pt x="28" y="127"/>
                    <a:pt x="27" y="124"/>
                    <a:pt x="26" y="123"/>
                  </a:cubicBezTo>
                  <a:cubicBezTo>
                    <a:pt x="25" y="120"/>
                    <a:pt x="22" y="116"/>
                    <a:pt x="21" y="114"/>
                  </a:cubicBezTo>
                  <a:cubicBezTo>
                    <a:pt x="19" y="112"/>
                    <a:pt x="15" y="108"/>
                    <a:pt x="14" y="105"/>
                  </a:cubicBezTo>
                  <a:cubicBezTo>
                    <a:pt x="11" y="101"/>
                    <a:pt x="6" y="91"/>
                    <a:pt x="4" y="86"/>
                  </a:cubicBezTo>
                  <a:cubicBezTo>
                    <a:pt x="3" y="82"/>
                    <a:pt x="1" y="75"/>
                    <a:pt x="1" y="71"/>
                  </a:cubicBezTo>
                  <a:cubicBezTo>
                    <a:pt x="0" y="69"/>
                    <a:pt x="1" y="65"/>
                    <a:pt x="1" y="63"/>
                  </a:cubicBezTo>
                  <a:cubicBezTo>
                    <a:pt x="1" y="62"/>
                    <a:pt x="1" y="60"/>
                    <a:pt x="1" y="59"/>
                  </a:cubicBezTo>
                  <a:cubicBezTo>
                    <a:pt x="4" y="56"/>
                    <a:pt x="13" y="59"/>
                    <a:pt x="16" y="58"/>
                  </a:cubicBezTo>
                  <a:cubicBezTo>
                    <a:pt x="18" y="57"/>
                    <a:pt x="21" y="54"/>
                    <a:pt x="23" y="53"/>
                  </a:cubicBezTo>
                  <a:cubicBezTo>
                    <a:pt x="25" y="52"/>
                    <a:pt x="28" y="51"/>
                    <a:pt x="30" y="51"/>
                  </a:cubicBezTo>
                  <a:cubicBezTo>
                    <a:pt x="34" y="50"/>
                    <a:pt x="41" y="49"/>
                    <a:pt x="45" y="49"/>
                  </a:cubicBezTo>
                  <a:cubicBezTo>
                    <a:pt x="48" y="49"/>
                    <a:pt x="54" y="50"/>
                    <a:pt x="56" y="51"/>
                  </a:cubicBezTo>
                  <a:cubicBezTo>
                    <a:pt x="58" y="51"/>
                    <a:pt x="61" y="53"/>
                    <a:pt x="63" y="54"/>
                  </a:cubicBezTo>
                  <a:cubicBezTo>
                    <a:pt x="66" y="55"/>
                    <a:pt x="74" y="55"/>
                    <a:pt x="77" y="55"/>
                  </a:cubicBezTo>
                  <a:cubicBezTo>
                    <a:pt x="78" y="54"/>
                    <a:pt x="81" y="53"/>
                    <a:pt x="82" y="52"/>
                  </a:cubicBezTo>
                  <a:cubicBezTo>
                    <a:pt x="82" y="51"/>
                    <a:pt x="84" y="49"/>
                    <a:pt x="85" y="48"/>
                  </a:cubicBezTo>
                  <a:cubicBezTo>
                    <a:pt x="85" y="47"/>
                    <a:pt x="86" y="46"/>
                    <a:pt x="87" y="45"/>
                  </a:cubicBezTo>
                  <a:cubicBezTo>
                    <a:pt x="88" y="37"/>
                    <a:pt x="86" y="22"/>
                    <a:pt x="87" y="14"/>
                  </a:cubicBezTo>
                  <a:cubicBezTo>
                    <a:pt x="87" y="12"/>
                    <a:pt x="86" y="8"/>
                    <a:pt x="87" y="7"/>
                  </a:cubicBezTo>
                  <a:cubicBezTo>
                    <a:pt x="88" y="6"/>
                    <a:pt x="91" y="7"/>
                    <a:pt x="92" y="7"/>
                  </a:cubicBezTo>
                  <a:cubicBezTo>
                    <a:pt x="93" y="8"/>
                    <a:pt x="95" y="11"/>
                    <a:pt x="96" y="12"/>
                  </a:cubicBezTo>
                  <a:cubicBezTo>
                    <a:pt x="98" y="12"/>
                    <a:pt x="101" y="12"/>
                    <a:pt x="103" y="12"/>
                  </a:cubicBezTo>
                  <a:cubicBezTo>
                    <a:pt x="104" y="12"/>
                    <a:pt x="107" y="12"/>
                    <a:pt x="108" y="12"/>
                  </a:cubicBezTo>
                  <a:cubicBezTo>
                    <a:pt x="111" y="11"/>
                    <a:pt x="116" y="9"/>
                    <a:pt x="118" y="9"/>
                  </a:cubicBezTo>
                  <a:cubicBezTo>
                    <a:pt x="120" y="8"/>
                    <a:pt x="123" y="6"/>
                    <a:pt x="124" y="6"/>
                  </a:cubicBezTo>
                  <a:cubicBezTo>
                    <a:pt x="127" y="7"/>
                    <a:pt x="129" y="14"/>
                    <a:pt x="130" y="16"/>
                  </a:cubicBezTo>
                  <a:cubicBezTo>
                    <a:pt x="131" y="18"/>
                    <a:pt x="132" y="21"/>
                    <a:pt x="132" y="23"/>
                  </a:cubicBezTo>
                  <a:cubicBezTo>
                    <a:pt x="133" y="26"/>
                    <a:pt x="132" y="31"/>
                    <a:pt x="132" y="33"/>
                  </a:cubicBezTo>
                  <a:cubicBezTo>
                    <a:pt x="132" y="36"/>
                    <a:pt x="132" y="43"/>
                    <a:pt x="131" y="46"/>
                  </a:cubicBezTo>
                  <a:cubicBezTo>
                    <a:pt x="131" y="47"/>
                    <a:pt x="130" y="49"/>
                    <a:pt x="131" y="50"/>
                  </a:cubicBezTo>
                  <a:cubicBezTo>
                    <a:pt x="132" y="52"/>
                    <a:pt x="136" y="50"/>
                    <a:pt x="137" y="50"/>
                  </a:cubicBezTo>
                  <a:cubicBezTo>
                    <a:pt x="140" y="50"/>
                    <a:pt x="145" y="51"/>
                    <a:pt x="147" y="51"/>
                  </a:cubicBezTo>
                  <a:cubicBezTo>
                    <a:pt x="149" y="51"/>
                    <a:pt x="154" y="51"/>
                    <a:pt x="156" y="50"/>
                  </a:cubicBezTo>
                  <a:cubicBezTo>
                    <a:pt x="158" y="50"/>
                    <a:pt x="164" y="49"/>
                    <a:pt x="165" y="48"/>
                  </a:cubicBezTo>
                  <a:cubicBezTo>
                    <a:pt x="167" y="46"/>
                    <a:pt x="167" y="42"/>
                    <a:pt x="168" y="39"/>
                  </a:cubicBezTo>
                  <a:cubicBezTo>
                    <a:pt x="169" y="38"/>
                    <a:pt x="169" y="33"/>
                    <a:pt x="170" y="32"/>
                  </a:cubicBezTo>
                  <a:cubicBezTo>
                    <a:pt x="171" y="31"/>
                    <a:pt x="173" y="29"/>
                    <a:pt x="174" y="29"/>
                  </a:cubicBezTo>
                  <a:cubicBezTo>
                    <a:pt x="176" y="28"/>
                    <a:pt x="181" y="26"/>
                    <a:pt x="183" y="26"/>
                  </a:cubicBezTo>
                  <a:cubicBezTo>
                    <a:pt x="185" y="26"/>
                    <a:pt x="190" y="27"/>
                    <a:pt x="192" y="28"/>
                  </a:cubicBezTo>
                  <a:cubicBezTo>
                    <a:pt x="193" y="28"/>
                    <a:pt x="197" y="28"/>
                    <a:pt x="198" y="29"/>
                  </a:cubicBezTo>
                  <a:cubicBezTo>
                    <a:pt x="198" y="29"/>
                    <a:pt x="199" y="30"/>
                    <a:pt x="199" y="31"/>
                  </a:cubicBezTo>
                  <a:cubicBezTo>
                    <a:pt x="200" y="33"/>
                    <a:pt x="202" y="37"/>
                    <a:pt x="202" y="39"/>
                  </a:cubicBezTo>
                  <a:cubicBezTo>
                    <a:pt x="203" y="41"/>
                    <a:pt x="201" y="47"/>
                    <a:pt x="202" y="49"/>
                  </a:cubicBezTo>
                  <a:cubicBezTo>
                    <a:pt x="204" y="51"/>
                    <a:pt x="209" y="51"/>
                    <a:pt x="212" y="51"/>
                  </a:cubicBezTo>
                  <a:cubicBezTo>
                    <a:pt x="216" y="51"/>
                    <a:pt x="226" y="50"/>
                    <a:pt x="230" y="49"/>
                  </a:cubicBezTo>
                  <a:cubicBezTo>
                    <a:pt x="235" y="49"/>
                    <a:pt x="244" y="48"/>
                    <a:pt x="248" y="47"/>
                  </a:cubicBezTo>
                  <a:cubicBezTo>
                    <a:pt x="249" y="47"/>
                    <a:pt x="253" y="45"/>
                    <a:pt x="254" y="46"/>
                  </a:cubicBezTo>
                  <a:cubicBezTo>
                    <a:pt x="255" y="46"/>
                    <a:pt x="256" y="50"/>
                    <a:pt x="255" y="51"/>
                  </a:cubicBezTo>
                  <a:cubicBezTo>
                    <a:pt x="254" y="53"/>
                    <a:pt x="248" y="53"/>
                    <a:pt x="246" y="55"/>
                  </a:cubicBezTo>
                  <a:cubicBezTo>
                    <a:pt x="246" y="56"/>
                    <a:pt x="246" y="59"/>
                    <a:pt x="246" y="60"/>
                  </a:cubicBezTo>
                  <a:cubicBezTo>
                    <a:pt x="246" y="62"/>
                    <a:pt x="247" y="64"/>
                    <a:pt x="247" y="65"/>
                  </a:cubicBezTo>
                  <a:cubicBezTo>
                    <a:pt x="248" y="67"/>
                    <a:pt x="252" y="69"/>
                    <a:pt x="253" y="70"/>
                  </a:cubicBezTo>
                  <a:cubicBezTo>
                    <a:pt x="255" y="71"/>
                    <a:pt x="259" y="73"/>
                    <a:pt x="261" y="73"/>
                  </a:cubicBezTo>
                  <a:cubicBezTo>
                    <a:pt x="263" y="73"/>
                    <a:pt x="267" y="72"/>
                    <a:pt x="268" y="72"/>
                  </a:cubicBezTo>
                  <a:cubicBezTo>
                    <a:pt x="270" y="71"/>
                    <a:pt x="274" y="68"/>
                    <a:pt x="275" y="66"/>
                  </a:cubicBezTo>
                  <a:cubicBezTo>
                    <a:pt x="276" y="64"/>
                    <a:pt x="278" y="60"/>
                    <a:pt x="279" y="58"/>
                  </a:cubicBezTo>
                  <a:cubicBezTo>
                    <a:pt x="279" y="56"/>
                    <a:pt x="280" y="52"/>
                    <a:pt x="280" y="50"/>
                  </a:cubicBezTo>
                  <a:cubicBezTo>
                    <a:pt x="281" y="46"/>
                    <a:pt x="282" y="39"/>
                    <a:pt x="283" y="36"/>
                  </a:cubicBezTo>
                  <a:cubicBezTo>
                    <a:pt x="283" y="34"/>
                    <a:pt x="285" y="29"/>
                    <a:pt x="286" y="27"/>
                  </a:cubicBezTo>
                  <a:cubicBezTo>
                    <a:pt x="288" y="25"/>
                    <a:pt x="293" y="23"/>
                    <a:pt x="295" y="22"/>
                  </a:cubicBezTo>
                  <a:cubicBezTo>
                    <a:pt x="300" y="18"/>
                    <a:pt x="305" y="4"/>
                    <a:pt x="311" y="1"/>
                  </a:cubicBezTo>
                  <a:cubicBezTo>
                    <a:pt x="313" y="0"/>
                    <a:pt x="317" y="1"/>
                    <a:pt x="319" y="1"/>
                  </a:cubicBezTo>
                  <a:cubicBezTo>
                    <a:pt x="322" y="1"/>
                    <a:pt x="328" y="2"/>
                    <a:pt x="331" y="4"/>
                  </a:cubicBezTo>
                  <a:cubicBezTo>
                    <a:pt x="332" y="5"/>
                    <a:pt x="333" y="9"/>
                    <a:pt x="334" y="10"/>
                  </a:cubicBezTo>
                  <a:cubicBezTo>
                    <a:pt x="337" y="12"/>
                    <a:pt x="345" y="12"/>
                    <a:pt x="349" y="14"/>
                  </a:cubicBezTo>
                  <a:cubicBezTo>
                    <a:pt x="350" y="14"/>
                    <a:pt x="351" y="15"/>
                    <a:pt x="351" y="16"/>
                  </a:cubicBezTo>
                  <a:cubicBezTo>
                    <a:pt x="352" y="17"/>
                    <a:pt x="353" y="21"/>
                    <a:pt x="354" y="23"/>
                  </a:cubicBezTo>
                  <a:cubicBezTo>
                    <a:pt x="354" y="26"/>
                    <a:pt x="354" y="32"/>
                    <a:pt x="354" y="34"/>
                  </a:cubicBezTo>
                  <a:cubicBezTo>
                    <a:pt x="355" y="39"/>
                    <a:pt x="357" y="47"/>
                    <a:pt x="358" y="51"/>
                  </a:cubicBezTo>
                  <a:cubicBezTo>
                    <a:pt x="359" y="57"/>
                    <a:pt x="363" y="69"/>
                    <a:pt x="365" y="75"/>
                  </a:cubicBezTo>
                  <a:cubicBezTo>
                    <a:pt x="367" y="79"/>
                    <a:pt x="370" y="88"/>
                    <a:pt x="371" y="93"/>
                  </a:cubicBezTo>
                  <a:cubicBezTo>
                    <a:pt x="372" y="97"/>
                    <a:pt x="373" y="105"/>
                    <a:pt x="374" y="109"/>
                  </a:cubicBezTo>
                  <a:cubicBezTo>
                    <a:pt x="376" y="114"/>
                    <a:pt x="380" y="124"/>
                    <a:pt x="382" y="129"/>
                  </a:cubicBezTo>
                  <a:cubicBezTo>
                    <a:pt x="383" y="133"/>
                    <a:pt x="387" y="140"/>
                    <a:pt x="389" y="144"/>
                  </a:cubicBezTo>
                  <a:cubicBezTo>
                    <a:pt x="391" y="148"/>
                    <a:pt x="394" y="155"/>
                    <a:pt x="396" y="159"/>
                  </a:cubicBezTo>
                  <a:cubicBezTo>
                    <a:pt x="397" y="161"/>
                    <a:pt x="399" y="167"/>
                    <a:pt x="402" y="168"/>
                  </a:cubicBezTo>
                  <a:cubicBezTo>
                    <a:pt x="403" y="168"/>
                    <a:pt x="408" y="167"/>
                    <a:pt x="410" y="166"/>
                  </a:cubicBezTo>
                  <a:cubicBezTo>
                    <a:pt x="414" y="166"/>
                    <a:pt x="424" y="163"/>
                    <a:pt x="429" y="162"/>
                  </a:cubicBezTo>
                  <a:cubicBezTo>
                    <a:pt x="433" y="161"/>
                    <a:pt x="446" y="157"/>
                    <a:pt x="446" y="157"/>
                  </a:cubicBezTo>
                  <a:cubicBezTo>
                    <a:pt x="446" y="157"/>
                    <a:pt x="453" y="169"/>
                    <a:pt x="455" y="173"/>
                  </a:cubicBezTo>
                  <a:cubicBezTo>
                    <a:pt x="457" y="175"/>
                    <a:pt x="460" y="181"/>
                    <a:pt x="462" y="182"/>
                  </a:cubicBezTo>
                  <a:cubicBezTo>
                    <a:pt x="463" y="183"/>
                    <a:pt x="467" y="185"/>
                    <a:pt x="469" y="185"/>
                  </a:cubicBezTo>
                  <a:cubicBezTo>
                    <a:pt x="471" y="184"/>
                    <a:pt x="472" y="181"/>
                    <a:pt x="474" y="180"/>
                  </a:cubicBezTo>
                  <a:cubicBezTo>
                    <a:pt x="475" y="179"/>
                    <a:pt x="476" y="178"/>
                    <a:pt x="477" y="179"/>
                  </a:cubicBezTo>
                  <a:cubicBezTo>
                    <a:pt x="478" y="179"/>
                    <a:pt x="479" y="183"/>
                    <a:pt x="479" y="184"/>
                  </a:cubicBezTo>
                  <a:cubicBezTo>
                    <a:pt x="479" y="187"/>
                    <a:pt x="480" y="195"/>
                    <a:pt x="480" y="195"/>
                  </a:cubicBezTo>
                  <a:cubicBezTo>
                    <a:pt x="480" y="195"/>
                    <a:pt x="475" y="198"/>
                    <a:pt x="473" y="199"/>
                  </a:cubicBezTo>
                  <a:cubicBezTo>
                    <a:pt x="472" y="200"/>
                    <a:pt x="469" y="202"/>
                    <a:pt x="467" y="203"/>
                  </a:cubicBezTo>
                  <a:cubicBezTo>
                    <a:pt x="463" y="207"/>
                    <a:pt x="457" y="217"/>
                    <a:pt x="454" y="221"/>
                  </a:cubicBezTo>
                  <a:cubicBezTo>
                    <a:pt x="451" y="224"/>
                    <a:pt x="443" y="228"/>
                    <a:pt x="441" y="232"/>
                  </a:cubicBezTo>
                  <a:cubicBezTo>
                    <a:pt x="441" y="233"/>
                    <a:pt x="441" y="234"/>
                    <a:pt x="441" y="235"/>
                  </a:cubicBezTo>
                  <a:cubicBezTo>
                    <a:pt x="440" y="237"/>
                    <a:pt x="438" y="241"/>
                    <a:pt x="437" y="243"/>
                  </a:cubicBezTo>
                  <a:cubicBezTo>
                    <a:pt x="436" y="245"/>
                    <a:pt x="434" y="248"/>
                    <a:pt x="432" y="249"/>
                  </a:cubicBezTo>
                  <a:cubicBezTo>
                    <a:pt x="431" y="250"/>
                    <a:pt x="427" y="252"/>
                    <a:pt x="427" y="254"/>
                  </a:cubicBezTo>
                  <a:cubicBezTo>
                    <a:pt x="427" y="255"/>
                    <a:pt x="428" y="256"/>
                    <a:pt x="429" y="257"/>
                  </a:cubicBezTo>
                  <a:cubicBezTo>
                    <a:pt x="431" y="258"/>
                    <a:pt x="435" y="261"/>
                    <a:pt x="437" y="262"/>
                  </a:cubicBezTo>
                  <a:cubicBezTo>
                    <a:pt x="440" y="263"/>
                    <a:pt x="447" y="264"/>
                    <a:pt x="451" y="265"/>
                  </a:cubicBezTo>
                  <a:cubicBezTo>
                    <a:pt x="454" y="266"/>
                    <a:pt x="459" y="267"/>
                    <a:pt x="462" y="267"/>
                  </a:cubicBezTo>
                  <a:cubicBezTo>
                    <a:pt x="464" y="268"/>
                    <a:pt x="468" y="267"/>
                    <a:pt x="471" y="267"/>
                  </a:cubicBezTo>
                  <a:cubicBezTo>
                    <a:pt x="472" y="267"/>
                    <a:pt x="474" y="266"/>
                    <a:pt x="476" y="266"/>
                  </a:cubicBezTo>
                  <a:cubicBezTo>
                    <a:pt x="477" y="266"/>
                    <a:pt x="480" y="267"/>
                    <a:pt x="482" y="267"/>
                  </a:cubicBezTo>
                  <a:cubicBezTo>
                    <a:pt x="483" y="269"/>
                    <a:pt x="486" y="273"/>
                    <a:pt x="487" y="275"/>
                  </a:cubicBezTo>
                  <a:cubicBezTo>
                    <a:pt x="490" y="277"/>
                    <a:pt x="495" y="281"/>
                    <a:pt x="498" y="284"/>
                  </a:cubicBezTo>
                  <a:cubicBezTo>
                    <a:pt x="499" y="285"/>
                    <a:pt x="502" y="289"/>
                    <a:pt x="503" y="290"/>
                  </a:cubicBezTo>
                  <a:cubicBezTo>
                    <a:pt x="505" y="291"/>
                    <a:pt x="507" y="293"/>
                    <a:pt x="509" y="294"/>
                  </a:cubicBezTo>
                  <a:cubicBezTo>
                    <a:pt x="510" y="294"/>
                    <a:pt x="514" y="295"/>
                    <a:pt x="514" y="29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9"/>
            <p:cNvSpPr>
              <a:spLocks/>
            </p:cNvSpPr>
            <p:nvPr/>
          </p:nvSpPr>
          <p:spPr bwMode="auto">
            <a:xfrm>
              <a:off x="4071938" y="1758951"/>
              <a:ext cx="719138" cy="727075"/>
            </a:xfrm>
            <a:custGeom>
              <a:avLst/>
              <a:gdLst/>
              <a:ahLst/>
              <a:cxnLst>
                <a:cxn ang="0">
                  <a:pos x="523" y="381"/>
                </a:cxn>
                <a:cxn ang="0">
                  <a:pos x="527" y="421"/>
                </a:cxn>
                <a:cxn ang="0">
                  <a:pos x="528" y="471"/>
                </a:cxn>
                <a:cxn ang="0">
                  <a:pos x="538" y="525"/>
                </a:cxn>
                <a:cxn ang="0">
                  <a:pos x="488" y="560"/>
                </a:cxn>
                <a:cxn ang="0">
                  <a:pos x="457" y="485"/>
                </a:cxn>
                <a:cxn ang="0">
                  <a:pos x="437" y="408"/>
                </a:cxn>
                <a:cxn ang="0">
                  <a:pos x="397" y="393"/>
                </a:cxn>
                <a:cxn ang="0">
                  <a:pos x="365" y="450"/>
                </a:cxn>
                <a:cxn ang="0">
                  <a:pos x="333" y="457"/>
                </a:cxn>
                <a:cxn ang="0">
                  <a:pos x="334" y="439"/>
                </a:cxn>
                <a:cxn ang="0">
                  <a:pos x="285" y="423"/>
                </a:cxn>
                <a:cxn ang="0">
                  <a:pos x="256" y="424"/>
                </a:cxn>
                <a:cxn ang="0">
                  <a:pos x="223" y="442"/>
                </a:cxn>
                <a:cxn ang="0">
                  <a:pos x="216" y="408"/>
                </a:cxn>
                <a:cxn ang="0">
                  <a:pos x="182" y="404"/>
                </a:cxn>
                <a:cxn ang="0">
                  <a:pos x="171" y="440"/>
                </a:cxn>
                <a:cxn ang="0">
                  <a:pos x="131" y="441"/>
                </a:cxn>
                <a:cxn ang="0">
                  <a:pos x="86" y="439"/>
                </a:cxn>
                <a:cxn ang="0">
                  <a:pos x="106" y="383"/>
                </a:cxn>
                <a:cxn ang="0">
                  <a:pos x="133" y="345"/>
                </a:cxn>
                <a:cxn ang="0">
                  <a:pos x="155" y="339"/>
                </a:cxn>
                <a:cxn ang="0">
                  <a:pos x="210" y="342"/>
                </a:cxn>
                <a:cxn ang="0">
                  <a:pos x="237" y="275"/>
                </a:cxn>
                <a:cxn ang="0">
                  <a:pos x="204" y="250"/>
                </a:cxn>
                <a:cxn ang="0">
                  <a:pos x="192" y="212"/>
                </a:cxn>
                <a:cxn ang="0">
                  <a:pos x="173" y="195"/>
                </a:cxn>
                <a:cxn ang="0">
                  <a:pos x="143" y="167"/>
                </a:cxn>
                <a:cxn ang="0">
                  <a:pos x="105" y="106"/>
                </a:cxn>
                <a:cxn ang="0">
                  <a:pos x="78" y="91"/>
                </a:cxn>
                <a:cxn ang="0">
                  <a:pos x="61" y="128"/>
                </a:cxn>
                <a:cxn ang="0">
                  <a:pos x="39" y="117"/>
                </a:cxn>
                <a:cxn ang="0">
                  <a:pos x="0" y="89"/>
                </a:cxn>
                <a:cxn ang="0">
                  <a:pos x="57" y="72"/>
                </a:cxn>
                <a:cxn ang="0">
                  <a:pos x="79" y="42"/>
                </a:cxn>
                <a:cxn ang="0">
                  <a:pos x="110" y="41"/>
                </a:cxn>
                <a:cxn ang="0">
                  <a:pos x="138" y="59"/>
                </a:cxn>
                <a:cxn ang="0">
                  <a:pos x="157" y="86"/>
                </a:cxn>
                <a:cxn ang="0">
                  <a:pos x="187" y="76"/>
                </a:cxn>
                <a:cxn ang="0">
                  <a:pos x="237" y="81"/>
                </a:cxn>
                <a:cxn ang="0">
                  <a:pos x="263" y="66"/>
                </a:cxn>
                <a:cxn ang="0">
                  <a:pos x="288" y="67"/>
                </a:cxn>
                <a:cxn ang="0">
                  <a:pos x="301" y="46"/>
                </a:cxn>
                <a:cxn ang="0">
                  <a:pos x="334" y="31"/>
                </a:cxn>
                <a:cxn ang="0">
                  <a:pos x="363" y="9"/>
                </a:cxn>
                <a:cxn ang="0">
                  <a:pos x="388" y="10"/>
                </a:cxn>
                <a:cxn ang="0">
                  <a:pos x="419" y="11"/>
                </a:cxn>
                <a:cxn ang="0">
                  <a:pos x="449" y="37"/>
                </a:cxn>
                <a:cxn ang="0">
                  <a:pos x="503" y="62"/>
                </a:cxn>
                <a:cxn ang="0">
                  <a:pos x="530" y="54"/>
                </a:cxn>
                <a:cxn ang="0">
                  <a:pos x="504" y="112"/>
                </a:cxn>
                <a:cxn ang="0">
                  <a:pos x="485" y="190"/>
                </a:cxn>
                <a:cxn ang="0">
                  <a:pos x="498" y="232"/>
                </a:cxn>
                <a:cxn ang="0">
                  <a:pos x="496" y="285"/>
                </a:cxn>
                <a:cxn ang="0">
                  <a:pos x="527" y="349"/>
                </a:cxn>
              </a:cxnLst>
              <a:rect l="0" t="0" r="r" b="b"/>
              <a:pathLst>
                <a:path w="553" h="560">
                  <a:moveTo>
                    <a:pt x="552" y="346"/>
                  </a:moveTo>
                  <a:cubicBezTo>
                    <a:pt x="553" y="349"/>
                    <a:pt x="547" y="354"/>
                    <a:pt x="546" y="357"/>
                  </a:cubicBezTo>
                  <a:cubicBezTo>
                    <a:pt x="544" y="360"/>
                    <a:pt x="541" y="366"/>
                    <a:pt x="540" y="368"/>
                  </a:cubicBezTo>
                  <a:cubicBezTo>
                    <a:pt x="538" y="371"/>
                    <a:pt x="534" y="376"/>
                    <a:pt x="531" y="377"/>
                  </a:cubicBezTo>
                  <a:cubicBezTo>
                    <a:pt x="529" y="379"/>
                    <a:pt x="525" y="381"/>
                    <a:pt x="523" y="381"/>
                  </a:cubicBezTo>
                  <a:cubicBezTo>
                    <a:pt x="520" y="382"/>
                    <a:pt x="513" y="381"/>
                    <a:pt x="511" y="384"/>
                  </a:cubicBezTo>
                  <a:cubicBezTo>
                    <a:pt x="510" y="386"/>
                    <a:pt x="516" y="390"/>
                    <a:pt x="517" y="392"/>
                  </a:cubicBezTo>
                  <a:cubicBezTo>
                    <a:pt x="519" y="395"/>
                    <a:pt x="520" y="400"/>
                    <a:pt x="521" y="403"/>
                  </a:cubicBezTo>
                  <a:cubicBezTo>
                    <a:pt x="522" y="405"/>
                    <a:pt x="522" y="408"/>
                    <a:pt x="523" y="410"/>
                  </a:cubicBezTo>
                  <a:cubicBezTo>
                    <a:pt x="524" y="413"/>
                    <a:pt x="526" y="417"/>
                    <a:pt x="527" y="421"/>
                  </a:cubicBezTo>
                  <a:cubicBezTo>
                    <a:pt x="528" y="424"/>
                    <a:pt x="528" y="431"/>
                    <a:pt x="528" y="431"/>
                  </a:cubicBezTo>
                  <a:cubicBezTo>
                    <a:pt x="528" y="431"/>
                    <a:pt x="524" y="438"/>
                    <a:pt x="523" y="440"/>
                  </a:cubicBezTo>
                  <a:cubicBezTo>
                    <a:pt x="522" y="443"/>
                    <a:pt x="519" y="447"/>
                    <a:pt x="519" y="450"/>
                  </a:cubicBezTo>
                  <a:cubicBezTo>
                    <a:pt x="519" y="454"/>
                    <a:pt x="523" y="459"/>
                    <a:pt x="525" y="463"/>
                  </a:cubicBezTo>
                  <a:cubicBezTo>
                    <a:pt x="526" y="465"/>
                    <a:pt x="527" y="468"/>
                    <a:pt x="528" y="471"/>
                  </a:cubicBezTo>
                  <a:cubicBezTo>
                    <a:pt x="529" y="475"/>
                    <a:pt x="529" y="480"/>
                    <a:pt x="529" y="484"/>
                  </a:cubicBezTo>
                  <a:cubicBezTo>
                    <a:pt x="529" y="488"/>
                    <a:pt x="528" y="493"/>
                    <a:pt x="529" y="498"/>
                  </a:cubicBezTo>
                  <a:cubicBezTo>
                    <a:pt x="529" y="501"/>
                    <a:pt x="531" y="504"/>
                    <a:pt x="532" y="507"/>
                  </a:cubicBezTo>
                  <a:cubicBezTo>
                    <a:pt x="533" y="510"/>
                    <a:pt x="533" y="514"/>
                    <a:pt x="534" y="517"/>
                  </a:cubicBezTo>
                  <a:cubicBezTo>
                    <a:pt x="535" y="520"/>
                    <a:pt x="538" y="523"/>
                    <a:pt x="538" y="525"/>
                  </a:cubicBezTo>
                  <a:cubicBezTo>
                    <a:pt x="538" y="528"/>
                    <a:pt x="535" y="531"/>
                    <a:pt x="534" y="534"/>
                  </a:cubicBezTo>
                  <a:cubicBezTo>
                    <a:pt x="533" y="538"/>
                    <a:pt x="532" y="549"/>
                    <a:pt x="532" y="549"/>
                  </a:cubicBezTo>
                  <a:cubicBezTo>
                    <a:pt x="532" y="549"/>
                    <a:pt x="519" y="553"/>
                    <a:pt x="515" y="554"/>
                  </a:cubicBezTo>
                  <a:cubicBezTo>
                    <a:pt x="510" y="555"/>
                    <a:pt x="500" y="558"/>
                    <a:pt x="496" y="558"/>
                  </a:cubicBezTo>
                  <a:cubicBezTo>
                    <a:pt x="494" y="559"/>
                    <a:pt x="489" y="560"/>
                    <a:pt x="488" y="560"/>
                  </a:cubicBezTo>
                  <a:cubicBezTo>
                    <a:pt x="485" y="559"/>
                    <a:pt x="483" y="553"/>
                    <a:pt x="482" y="551"/>
                  </a:cubicBezTo>
                  <a:cubicBezTo>
                    <a:pt x="480" y="547"/>
                    <a:pt x="477" y="540"/>
                    <a:pt x="475" y="536"/>
                  </a:cubicBezTo>
                  <a:cubicBezTo>
                    <a:pt x="473" y="532"/>
                    <a:pt x="469" y="525"/>
                    <a:pt x="468" y="521"/>
                  </a:cubicBezTo>
                  <a:cubicBezTo>
                    <a:pt x="466" y="516"/>
                    <a:pt x="462" y="506"/>
                    <a:pt x="460" y="501"/>
                  </a:cubicBezTo>
                  <a:cubicBezTo>
                    <a:pt x="459" y="497"/>
                    <a:pt x="458" y="489"/>
                    <a:pt x="457" y="485"/>
                  </a:cubicBezTo>
                  <a:cubicBezTo>
                    <a:pt x="456" y="480"/>
                    <a:pt x="453" y="471"/>
                    <a:pt x="451" y="467"/>
                  </a:cubicBezTo>
                  <a:cubicBezTo>
                    <a:pt x="449" y="461"/>
                    <a:pt x="445" y="449"/>
                    <a:pt x="444" y="443"/>
                  </a:cubicBezTo>
                  <a:cubicBezTo>
                    <a:pt x="443" y="439"/>
                    <a:pt x="441" y="431"/>
                    <a:pt x="440" y="426"/>
                  </a:cubicBezTo>
                  <a:cubicBezTo>
                    <a:pt x="440" y="424"/>
                    <a:pt x="440" y="418"/>
                    <a:pt x="440" y="415"/>
                  </a:cubicBezTo>
                  <a:cubicBezTo>
                    <a:pt x="439" y="413"/>
                    <a:pt x="438" y="409"/>
                    <a:pt x="437" y="408"/>
                  </a:cubicBezTo>
                  <a:cubicBezTo>
                    <a:pt x="437" y="407"/>
                    <a:pt x="436" y="406"/>
                    <a:pt x="435" y="406"/>
                  </a:cubicBezTo>
                  <a:cubicBezTo>
                    <a:pt x="431" y="404"/>
                    <a:pt x="423" y="404"/>
                    <a:pt x="420" y="402"/>
                  </a:cubicBezTo>
                  <a:cubicBezTo>
                    <a:pt x="419" y="401"/>
                    <a:pt x="418" y="397"/>
                    <a:pt x="417" y="396"/>
                  </a:cubicBezTo>
                  <a:cubicBezTo>
                    <a:pt x="414" y="394"/>
                    <a:pt x="408" y="393"/>
                    <a:pt x="405" y="393"/>
                  </a:cubicBezTo>
                  <a:cubicBezTo>
                    <a:pt x="403" y="393"/>
                    <a:pt x="399" y="392"/>
                    <a:pt x="397" y="393"/>
                  </a:cubicBezTo>
                  <a:cubicBezTo>
                    <a:pt x="391" y="396"/>
                    <a:pt x="386" y="410"/>
                    <a:pt x="381" y="414"/>
                  </a:cubicBezTo>
                  <a:cubicBezTo>
                    <a:pt x="379" y="415"/>
                    <a:pt x="374" y="417"/>
                    <a:pt x="372" y="419"/>
                  </a:cubicBezTo>
                  <a:cubicBezTo>
                    <a:pt x="371" y="421"/>
                    <a:pt x="369" y="426"/>
                    <a:pt x="369" y="428"/>
                  </a:cubicBezTo>
                  <a:cubicBezTo>
                    <a:pt x="368" y="431"/>
                    <a:pt x="367" y="438"/>
                    <a:pt x="366" y="442"/>
                  </a:cubicBezTo>
                  <a:cubicBezTo>
                    <a:pt x="366" y="444"/>
                    <a:pt x="365" y="448"/>
                    <a:pt x="365" y="450"/>
                  </a:cubicBezTo>
                  <a:cubicBezTo>
                    <a:pt x="364" y="452"/>
                    <a:pt x="362" y="456"/>
                    <a:pt x="361" y="458"/>
                  </a:cubicBezTo>
                  <a:cubicBezTo>
                    <a:pt x="360" y="460"/>
                    <a:pt x="356" y="463"/>
                    <a:pt x="354" y="464"/>
                  </a:cubicBezTo>
                  <a:cubicBezTo>
                    <a:pt x="353" y="464"/>
                    <a:pt x="349" y="465"/>
                    <a:pt x="347" y="465"/>
                  </a:cubicBezTo>
                  <a:cubicBezTo>
                    <a:pt x="345" y="465"/>
                    <a:pt x="341" y="463"/>
                    <a:pt x="339" y="462"/>
                  </a:cubicBezTo>
                  <a:cubicBezTo>
                    <a:pt x="338" y="461"/>
                    <a:pt x="334" y="459"/>
                    <a:pt x="333" y="457"/>
                  </a:cubicBezTo>
                  <a:cubicBezTo>
                    <a:pt x="333" y="456"/>
                    <a:pt x="332" y="454"/>
                    <a:pt x="332" y="452"/>
                  </a:cubicBezTo>
                  <a:cubicBezTo>
                    <a:pt x="332" y="451"/>
                    <a:pt x="332" y="448"/>
                    <a:pt x="332" y="447"/>
                  </a:cubicBezTo>
                  <a:cubicBezTo>
                    <a:pt x="334" y="445"/>
                    <a:pt x="340" y="445"/>
                    <a:pt x="341" y="443"/>
                  </a:cubicBezTo>
                  <a:cubicBezTo>
                    <a:pt x="342" y="442"/>
                    <a:pt x="341" y="438"/>
                    <a:pt x="340" y="438"/>
                  </a:cubicBezTo>
                  <a:cubicBezTo>
                    <a:pt x="339" y="437"/>
                    <a:pt x="335" y="439"/>
                    <a:pt x="334" y="439"/>
                  </a:cubicBezTo>
                  <a:cubicBezTo>
                    <a:pt x="330" y="440"/>
                    <a:pt x="321" y="441"/>
                    <a:pt x="316" y="441"/>
                  </a:cubicBezTo>
                  <a:cubicBezTo>
                    <a:pt x="312" y="442"/>
                    <a:pt x="302" y="443"/>
                    <a:pt x="298" y="443"/>
                  </a:cubicBezTo>
                  <a:cubicBezTo>
                    <a:pt x="295" y="443"/>
                    <a:pt x="290" y="443"/>
                    <a:pt x="288" y="441"/>
                  </a:cubicBezTo>
                  <a:cubicBezTo>
                    <a:pt x="287" y="439"/>
                    <a:pt x="289" y="433"/>
                    <a:pt x="288" y="431"/>
                  </a:cubicBezTo>
                  <a:cubicBezTo>
                    <a:pt x="288" y="429"/>
                    <a:pt x="286" y="425"/>
                    <a:pt x="285" y="423"/>
                  </a:cubicBezTo>
                  <a:cubicBezTo>
                    <a:pt x="285" y="422"/>
                    <a:pt x="284" y="421"/>
                    <a:pt x="284" y="421"/>
                  </a:cubicBezTo>
                  <a:cubicBezTo>
                    <a:pt x="283" y="420"/>
                    <a:pt x="279" y="420"/>
                    <a:pt x="278" y="420"/>
                  </a:cubicBezTo>
                  <a:cubicBezTo>
                    <a:pt x="276" y="419"/>
                    <a:pt x="271" y="418"/>
                    <a:pt x="269" y="418"/>
                  </a:cubicBezTo>
                  <a:cubicBezTo>
                    <a:pt x="267" y="418"/>
                    <a:pt x="262" y="420"/>
                    <a:pt x="260" y="421"/>
                  </a:cubicBezTo>
                  <a:cubicBezTo>
                    <a:pt x="259" y="421"/>
                    <a:pt x="257" y="423"/>
                    <a:pt x="256" y="424"/>
                  </a:cubicBezTo>
                  <a:cubicBezTo>
                    <a:pt x="255" y="425"/>
                    <a:pt x="255" y="430"/>
                    <a:pt x="254" y="431"/>
                  </a:cubicBezTo>
                  <a:cubicBezTo>
                    <a:pt x="253" y="434"/>
                    <a:pt x="253" y="438"/>
                    <a:pt x="251" y="440"/>
                  </a:cubicBezTo>
                  <a:cubicBezTo>
                    <a:pt x="250" y="441"/>
                    <a:pt x="244" y="442"/>
                    <a:pt x="242" y="442"/>
                  </a:cubicBezTo>
                  <a:cubicBezTo>
                    <a:pt x="240" y="443"/>
                    <a:pt x="235" y="443"/>
                    <a:pt x="233" y="443"/>
                  </a:cubicBezTo>
                  <a:cubicBezTo>
                    <a:pt x="231" y="443"/>
                    <a:pt x="226" y="442"/>
                    <a:pt x="223" y="442"/>
                  </a:cubicBezTo>
                  <a:cubicBezTo>
                    <a:pt x="222" y="442"/>
                    <a:pt x="218" y="444"/>
                    <a:pt x="217" y="442"/>
                  </a:cubicBezTo>
                  <a:cubicBezTo>
                    <a:pt x="216" y="441"/>
                    <a:pt x="217" y="439"/>
                    <a:pt x="217" y="438"/>
                  </a:cubicBezTo>
                  <a:cubicBezTo>
                    <a:pt x="218" y="435"/>
                    <a:pt x="218" y="428"/>
                    <a:pt x="218" y="425"/>
                  </a:cubicBezTo>
                  <a:cubicBezTo>
                    <a:pt x="218" y="423"/>
                    <a:pt x="219" y="418"/>
                    <a:pt x="218" y="415"/>
                  </a:cubicBezTo>
                  <a:cubicBezTo>
                    <a:pt x="218" y="413"/>
                    <a:pt x="217" y="410"/>
                    <a:pt x="216" y="408"/>
                  </a:cubicBezTo>
                  <a:cubicBezTo>
                    <a:pt x="215" y="406"/>
                    <a:pt x="213" y="399"/>
                    <a:pt x="210" y="398"/>
                  </a:cubicBezTo>
                  <a:cubicBezTo>
                    <a:pt x="209" y="398"/>
                    <a:pt x="206" y="400"/>
                    <a:pt x="204" y="401"/>
                  </a:cubicBezTo>
                  <a:cubicBezTo>
                    <a:pt x="202" y="401"/>
                    <a:pt x="197" y="403"/>
                    <a:pt x="194" y="404"/>
                  </a:cubicBezTo>
                  <a:cubicBezTo>
                    <a:pt x="193" y="404"/>
                    <a:pt x="190" y="404"/>
                    <a:pt x="189" y="404"/>
                  </a:cubicBezTo>
                  <a:cubicBezTo>
                    <a:pt x="187" y="404"/>
                    <a:pt x="184" y="404"/>
                    <a:pt x="182" y="404"/>
                  </a:cubicBezTo>
                  <a:cubicBezTo>
                    <a:pt x="181" y="403"/>
                    <a:pt x="179" y="400"/>
                    <a:pt x="178" y="399"/>
                  </a:cubicBezTo>
                  <a:cubicBezTo>
                    <a:pt x="177" y="399"/>
                    <a:pt x="174" y="398"/>
                    <a:pt x="173" y="399"/>
                  </a:cubicBezTo>
                  <a:cubicBezTo>
                    <a:pt x="172" y="400"/>
                    <a:pt x="173" y="404"/>
                    <a:pt x="173" y="406"/>
                  </a:cubicBezTo>
                  <a:cubicBezTo>
                    <a:pt x="172" y="414"/>
                    <a:pt x="174" y="429"/>
                    <a:pt x="173" y="437"/>
                  </a:cubicBezTo>
                  <a:cubicBezTo>
                    <a:pt x="172" y="438"/>
                    <a:pt x="171" y="439"/>
                    <a:pt x="171" y="440"/>
                  </a:cubicBezTo>
                  <a:cubicBezTo>
                    <a:pt x="170" y="441"/>
                    <a:pt x="168" y="443"/>
                    <a:pt x="168" y="444"/>
                  </a:cubicBezTo>
                  <a:cubicBezTo>
                    <a:pt x="167" y="445"/>
                    <a:pt x="164" y="446"/>
                    <a:pt x="163" y="447"/>
                  </a:cubicBezTo>
                  <a:cubicBezTo>
                    <a:pt x="160" y="447"/>
                    <a:pt x="152" y="447"/>
                    <a:pt x="149" y="446"/>
                  </a:cubicBezTo>
                  <a:cubicBezTo>
                    <a:pt x="147" y="445"/>
                    <a:pt x="144" y="443"/>
                    <a:pt x="142" y="443"/>
                  </a:cubicBezTo>
                  <a:cubicBezTo>
                    <a:pt x="140" y="442"/>
                    <a:pt x="134" y="441"/>
                    <a:pt x="131" y="441"/>
                  </a:cubicBezTo>
                  <a:cubicBezTo>
                    <a:pt x="127" y="441"/>
                    <a:pt x="120" y="442"/>
                    <a:pt x="116" y="443"/>
                  </a:cubicBezTo>
                  <a:cubicBezTo>
                    <a:pt x="114" y="443"/>
                    <a:pt x="111" y="444"/>
                    <a:pt x="109" y="445"/>
                  </a:cubicBezTo>
                  <a:cubicBezTo>
                    <a:pt x="107" y="446"/>
                    <a:pt x="104" y="449"/>
                    <a:pt x="102" y="450"/>
                  </a:cubicBezTo>
                  <a:cubicBezTo>
                    <a:pt x="99" y="451"/>
                    <a:pt x="90" y="453"/>
                    <a:pt x="87" y="451"/>
                  </a:cubicBezTo>
                  <a:cubicBezTo>
                    <a:pt x="85" y="449"/>
                    <a:pt x="86" y="442"/>
                    <a:pt x="86" y="439"/>
                  </a:cubicBezTo>
                  <a:cubicBezTo>
                    <a:pt x="85" y="434"/>
                    <a:pt x="85" y="424"/>
                    <a:pt x="86" y="420"/>
                  </a:cubicBezTo>
                  <a:cubicBezTo>
                    <a:pt x="86" y="417"/>
                    <a:pt x="87" y="411"/>
                    <a:pt x="88" y="408"/>
                  </a:cubicBezTo>
                  <a:cubicBezTo>
                    <a:pt x="89" y="407"/>
                    <a:pt x="89" y="405"/>
                    <a:pt x="90" y="404"/>
                  </a:cubicBezTo>
                  <a:cubicBezTo>
                    <a:pt x="92" y="402"/>
                    <a:pt x="95" y="399"/>
                    <a:pt x="97" y="397"/>
                  </a:cubicBezTo>
                  <a:cubicBezTo>
                    <a:pt x="100" y="393"/>
                    <a:pt x="103" y="387"/>
                    <a:pt x="106" y="383"/>
                  </a:cubicBezTo>
                  <a:cubicBezTo>
                    <a:pt x="107" y="381"/>
                    <a:pt x="108" y="377"/>
                    <a:pt x="110" y="375"/>
                  </a:cubicBezTo>
                  <a:cubicBezTo>
                    <a:pt x="112" y="372"/>
                    <a:pt x="116" y="370"/>
                    <a:pt x="117" y="367"/>
                  </a:cubicBezTo>
                  <a:cubicBezTo>
                    <a:pt x="118" y="366"/>
                    <a:pt x="119" y="363"/>
                    <a:pt x="120" y="361"/>
                  </a:cubicBezTo>
                  <a:cubicBezTo>
                    <a:pt x="122" y="359"/>
                    <a:pt x="126" y="357"/>
                    <a:pt x="128" y="354"/>
                  </a:cubicBezTo>
                  <a:cubicBezTo>
                    <a:pt x="130" y="352"/>
                    <a:pt x="133" y="348"/>
                    <a:pt x="133" y="345"/>
                  </a:cubicBezTo>
                  <a:cubicBezTo>
                    <a:pt x="134" y="342"/>
                    <a:pt x="130" y="337"/>
                    <a:pt x="130" y="333"/>
                  </a:cubicBezTo>
                  <a:cubicBezTo>
                    <a:pt x="131" y="331"/>
                    <a:pt x="131" y="327"/>
                    <a:pt x="133" y="326"/>
                  </a:cubicBezTo>
                  <a:cubicBezTo>
                    <a:pt x="135" y="325"/>
                    <a:pt x="138" y="329"/>
                    <a:pt x="140" y="331"/>
                  </a:cubicBezTo>
                  <a:cubicBezTo>
                    <a:pt x="142" y="332"/>
                    <a:pt x="145" y="335"/>
                    <a:pt x="147" y="336"/>
                  </a:cubicBezTo>
                  <a:cubicBezTo>
                    <a:pt x="149" y="337"/>
                    <a:pt x="153" y="339"/>
                    <a:pt x="155" y="339"/>
                  </a:cubicBezTo>
                  <a:cubicBezTo>
                    <a:pt x="158" y="340"/>
                    <a:pt x="163" y="341"/>
                    <a:pt x="166" y="342"/>
                  </a:cubicBezTo>
                  <a:cubicBezTo>
                    <a:pt x="171" y="342"/>
                    <a:pt x="181" y="343"/>
                    <a:pt x="186" y="343"/>
                  </a:cubicBezTo>
                  <a:cubicBezTo>
                    <a:pt x="189" y="344"/>
                    <a:pt x="196" y="344"/>
                    <a:pt x="199" y="344"/>
                  </a:cubicBezTo>
                  <a:cubicBezTo>
                    <a:pt x="201" y="344"/>
                    <a:pt x="204" y="344"/>
                    <a:pt x="205" y="343"/>
                  </a:cubicBezTo>
                  <a:cubicBezTo>
                    <a:pt x="206" y="343"/>
                    <a:pt x="209" y="342"/>
                    <a:pt x="210" y="342"/>
                  </a:cubicBezTo>
                  <a:cubicBezTo>
                    <a:pt x="211" y="340"/>
                    <a:pt x="213" y="337"/>
                    <a:pt x="214" y="335"/>
                  </a:cubicBezTo>
                  <a:cubicBezTo>
                    <a:pt x="215" y="333"/>
                    <a:pt x="216" y="326"/>
                    <a:pt x="217" y="323"/>
                  </a:cubicBezTo>
                  <a:cubicBezTo>
                    <a:pt x="219" y="318"/>
                    <a:pt x="222" y="309"/>
                    <a:pt x="224" y="304"/>
                  </a:cubicBezTo>
                  <a:cubicBezTo>
                    <a:pt x="226" y="301"/>
                    <a:pt x="229" y="294"/>
                    <a:pt x="231" y="291"/>
                  </a:cubicBezTo>
                  <a:cubicBezTo>
                    <a:pt x="232" y="287"/>
                    <a:pt x="237" y="279"/>
                    <a:pt x="237" y="275"/>
                  </a:cubicBezTo>
                  <a:cubicBezTo>
                    <a:pt x="238" y="273"/>
                    <a:pt x="237" y="269"/>
                    <a:pt x="236" y="267"/>
                  </a:cubicBezTo>
                  <a:cubicBezTo>
                    <a:pt x="234" y="265"/>
                    <a:pt x="229" y="260"/>
                    <a:pt x="226" y="258"/>
                  </a:cubicBezTo>
                  <a:cubicBezTo>
                    <a:pt x="224" y="257"/>
                    <a:pt x="220" y="257"/>
                    <a:pt x="218" y="257"/>
                  </a:cubicBezTo>
                  <a:cubicBezTo>
                    <a:pt x="216" y="256"/>
                    <a:pt x="213" y="255"/>
                    <a:pt x="212" y="254"/>
                  </a:cubicBezTo>
                  <a:cubicBezTo>
                    <a:pt x="210" y="253"/>
                    <a:pt x="206" y="251"/>
                    <a:pt x="204" y="250"/>
                  </a:cubicBezTo>
                  <a:cubicBezTo>
                    <a:pt x="202" y="248"/>
                    <a:pt x="196" y="245"/>
                    <a:pt x="193" y="244"/>
                  </a:cubicBezTo>
                  <a:cubicBezTo>
                    <a:pt x="191" y="242"/>
                    <a:pt x="186" y="239"/>
                    <a:pt x="186" y="237"/>
                  </a:cubicBezTo>
                  <a:cubicBezTo>
                    <a:pt x="187" y="235"/>
                    <a:pt x="194" y="234"/>
                    <a:pt x="195" y="232"/>
                  </a:cubicBezTo>
                  <a:cubicBezTo>
                    <a:pt x="196" y="230"/>
                    <a:pt x="195" y="225"/>
                    <a:pt x="195" y="223"/>
                  </a:cubicBezTo>
                  <a:cubicBezTo>
                    <a:pt x="194" y="220"/>
                    <a:pt x="194" y="214"/>
                    <a:pt x="192" y="212"/>
                  </a:cubicBezTo>
                  <a:cubicBezTo>
                    <a:pt x="191" y="211"/>
                    <a:pt x="188" y="212"/>
                    <a:pt x="186" y="211"/>
                  </a:cubicBezTo>
                  <a:cubicBezTo>
                    <a:pt x="185" y="209"/>
                    <a:pt x="184" y="205"/>
                    <a:pt x="184" y="203"/>
                  </a:cubicBezTo>
                  <a:cubicBezTo>
                    <a:pt x="184" y="201"/>
                    <a:pt x="185" y="198"/>
                    <a:pt x="184" y="196"/>
                  </a:cubicBezTo>
                  <a:cubicBezTo>
                    <a:pt x="182" y="195"/>
                    <a:pt x="178" y="196"/>
                    <a:pt x="176" y="196"/>
                  </a:cubicBezTo>
                  <a:cubicBezTo>
                    <a:pt x="175" y="196"/>
                    <a:pt x="173" y="195"/>
                    <a:pt x="173" y="195"/>
                  </a:cubicBezTo>
                  <a:cubicBezTo>
                    <a:pt x="173" y="195"/>
                    <a:pt x="165" y="191"/>
                    <a:pt x="163" y="189"/>
                  </a:cubicBezTo>
                  <a:cubicBezTo>
                    <a:pt x="161" y="186"/>
                    <a:pt x="161" y="180"/>
                    <a:pt x="161" y="176"/>
                  </a:cubicBezTo>
                  <a:cubicBezTo>
                    <a:pt x="161" y="174"/>
                    <a:pt x="163" y="170"/>
                    <a:pt x="162" y="168"/>
                  </a:cubicBezTo>
                  <a:cubicBezTo>
                    <a:pt x="160" y="166"/>
                    <a:pt x="154" y="167"/>
                    <a:pt x="152" y="167"/>
                  </a:cubicBezTo>
                  <a:cubicBezTo>
                    <a:pt x="150" y="167"/>
                    <a:pt x="145" y="167"/>
                    <a:pt x="143" y="167"/>
                  </a:cubicBezTo>
                  <a:cubicBezTo>
                    <a:pt x="141" y="166"/>
                    <a:pt x="138" y="164"/>
                    <a:pt x="137" y="163"/>
                  </a:cubicBezTo>
                  <a:cubicBezTo>
                    <a:pt x="134" y="161"/>
                    <a:pt x="130" y="155"/>
                    <a:pt x="128" y="152"/>
                  </a:cubicBezTo>
                  <a:cubicBezTo>
                    <a:pt x="127" y="148"/>
                    <a:pt x="126" y="141"/>
                    <a:pt x="124" y="137"/>
                  </a:cubicBezTo>
                  <a:cubicBezTo>
                    <a:pt x="122" y="132"/>
                    <a:pt x="117" y="123"/>
                    <a:pt x="114" y="118"/>
                  </a:cubicBezTo>
                  <a:cubicBezTo>
                    <a:pt x="112" y="115"/>
                    <a:pt x="107" y="109"/>
                    <a:pt x="105" y="106"/>
                  </a:cubicBezTo>
                  <a:cubicBezTo>
                    <a:pt x="103" y="104"/>
                    <a:pt x="99" y="99"/>
                    <a:pt x="97" y="97"/>
                  </a:cubicBezTo>
                  <a:cubicBezTo>
                    <a:pt x="96" y="96"/>
                    <a:pt x="95" y="94"/>
                    <a:pt x="94" y="93"/>
                  </a:cubicBezTo>
                  <a:cubicBezTo>
                    <a:pt x="93" y="91"/>
                    <a:pt x="90" y="89"/>
                    <a:pt x="88" y="89"/>
                  </a:cubicBezTo>
                  <a:cubicBezTo>
                    <a:pt x="87" y="88"/>
                    <a:pt x="84" y="88"/>
                    <a:pt x="83" y="88"/>
                  </a:cubicBezTo>
                  <a:cubicBezTo>
                    <a:pt x="81" y="89"/>
                    <a:pt x="79" y="90"/>
                    <a:pt x="78" y="91"/>
                  </a:cubicBezTo>
                  <a:cubicBezTo>
                    <a:pt x="77" y="93"/>
                    <a:pt x="75" y="95"/>
                    <a:pt x="75" y="97"/>
                  </a:cubicBezTo>
                  <a:cubicBezTo>
                    <a:pt x="74" y="99"/>
                    <a:pt x="74" y="103"/>
                    <a:pt x="73" y="105"/>
                  </a:cubicBezTo>
                  <a:cubicBezTo>
                    <a:pt x="73" y="107"/>
                    <a:pt x="72" y="110"/>
                    <a:pt x="71" y="112"/>
                  </a:cubicBezTo>
                  <a:cubicBezTo>
                    <a:pt x="70" y="114"/>
                    <a:pt x="70" y="119"/>
                    <a:pt x="68" y="120"/>
                  </a:cubicBezTo>
                  <a:cubicBezTo>
                    <a:pt x="67" y="123"/>
                    <a:pt x="63" y="126"/>
                    <a:pt x="61" y="128"/>
                  </a:cubicBezTo>
                  <a:cubicBezTo>
                    <a:pt x="59" y="129"/>
                    <a:pt x="55" y="133"/>
                    <a:pt x="53" y="134"/>
                  </a:cubicBezTo>
                  <a:cubicBezTo>
                    <a:pt x="50" y="135"/>
                    <a:pt x="43" y="136"/>
                    <a:pt x="41" y="134"/>
                  </a:cubicBezTo>
                  <a:cubicBezTo>
                    <a:pt x="39" y="133"/>
                    <a:pt x="40" y="128"/>
                    <a:pt x="40" y="126"/>
                  </a:cubicBezTo>
                  <a:cubicBezTo>
                    <a:pt x="40" y="125"/>
                    <a:pt x="41" y="122"/>
                    <a:pt x="41" y="121"/>
                  </a:cubicBezTo>
                  <a:cubicBezTo>
                    <a:pt x="41" y="120"/>
                    <a:pt x="40" y="117"/>
                    <a:pt x="39" y="117"/>
                  </a:cubicBezTo>
                  <a:cubicBezTo>
                    <a:pt x="38" y="116"/>
                    <a:pt x="35" y="115"/>
                    <a:pt x="33" y="114"/>
                  </a:cubicBezTo>
                  <a:cubicBezTo>
                    <a:pt x="30" y="112"/>
                    <a:pt x="25" y="106"/>
                    <a:pt x="22" y="104"/>
                  </a:cubicBezTo>
                  <a:cubicBezTo>
                    <a:pt x="20" y="102"/>
                    <a:pt x="14" y="100"/>
                    <a:pt x="12" y="99"/>
                  </a:cubicBezTo>
                  <a:cubicBezTo>
                    <a:pt x="9" y="98"/>
                    <a:pt x="3" y="97"/>
                    <a:pt x="2" y="95"/>
                  </a:cubicBezTo>
                  <a:cubicBezTo>
                    <a:pt x="1" y="94"/>
                    <a:pt x="0" y="89"/>
                    <a:pt x="0" y="89"/>
                  </a:cubicBezTo>
                  <a:cubicBezTo>
                    <a:pt x="0" y="89"/>
                    <a:pt x="7" y="88"/>
                    <a:pt x="10" y="87"/>
                  </a:cubicBezTo>
                  <a:cubicBezTo>
                    <a:pt x="14" y="87"/>
                    <a:pt x="19" y="86"/>
                    <a:pt x="23" y="84"/>
                  </a:cubicBezTo>
                  <a:cubicBezTo>
                    <a:pt x="26" y="83"/>
                    <a:pt x="30" y="81"/>
                    <a:pt x="33" y="80"/>
                  </a:cubicBezTo>
                  <a:cubicBezTo>
                    <a:pt x="37" y="79"/>
                    <a:pt x="43" y="78"/>
                    <a:pt x="47" y="76"/>
                  </a:cubicBezTo>
                  <a:cubicBezTo>
                    <a:pt x="50" y="75"/>
                    <a:pt x="54" y="74"/>
                    <a:pt x="57" y="72"/>
                  </a:cubicBezTo>
                  <a:cubicBezTo>
                    <a:pt x="59" y="69"/>
                    <a:pt x="63" y="66"/>
                    <a:pt x="64" y="63"/>
                  </a:cubicBezTo>
                  <a:cubicBezTo>
                    <a:pt x="66" y="60"/>
                    <a:pt x="67" y="55"/>
                    <a:pt x="68" y="52"/>
                  </a:cubicBezTo>
                  <a:cubicBezTo>
                    <a:pt x="69" y="50"/>
                    <a:pt x="70" y="47"/>
                    <a:pt x="71" y="45"/>
                  </a:cubicBezTo>
                  <a:cubicBezTo>
                    <a:pt x="72" y="44"/>
                    <a:pt x="73" y="42"/>
                    <a:pt x="74" y="42"/>
                  </a:cubicBezTo>
                  <a:cubicBezTo>
                    <a:pt x="76" y="41"/>
                    <a:pt x="78" y="42"/>
                    <a:pt x="79" y="42"/>
                  </a:cubicBezTo>
                  <a:cubicBezTo>
                    <a:pt x="82" y="43"/>
                    <a:pt x="85" y="45"/>
                    <a:pt x="87" y="46"/>
                  </a:cubicBezTo>
                  <a:cubicBezTo>
                    <a:pt x="89" y="47"/>
                    <a:pt x="92" y="47"/>
                    <a:pt x="94" y="47"/>
                  </a:cubicBezTo>
                  <a:cubicBezTo>
                    <a:pt x="96" y="47"/>
                    <a:pt x="98" y="46"/>
                    <a:pt x="100" y="46"/>
                  </a:cubicBezTo>
                  <a:cubicBezTo>
                    <a:pt x="101" y="45"/>
                    <a:pt x="103" y="45"/>
                    <a:pt x="105" y="44"/>
                  </a:cubicBezTo>
                  <a:cubicBezTo>
                    <a:pt x="106" y="43"/>
                    <a:pt x="108" y="42"/>
                    <a:pt x="110" y="41"/>
                  </a:cubicBezTo>
                  <a:cubicBezTo>
                    <a:pt x="112" y="40"/>
                    <a:pt x="116" y="40"/>
                    <a:pt x="119" y="40"/>
                  </a:cubicBezTo>
                  <a:cubicBezTo>
                    <a:pt x="120" y="40"/>
                    <a:pt x="123" y="40"/>
                    <a:pt x="125" y="41"/>
                  </a:cubicBezTo>
                  <a:cubicBezTo>
                    <a:pt x="127" y="42"/>
                    <a:pt x="130" y="43"/>
                    <a:pt x="132" y="45"/>
                  </a:cubicBezTo>
                  <a:cubicBezTo>
                    <a:pt x="133" y="47"/>
                    <a:pt x="134" y="50"/>
                    <a:pt x="135" y="52"/>
                  </a:cubicBezTo>
                  <a:cubicBezTo>
                    <a:pt x="136" y="54"/>
                    <a:pt x="138" y="57"/>
                    <a:pt x="138" y="59"/>
                  </a:cubicBezTo>
                  <a:cubicBezTo>
                    <a:pt x="139" y="60"/>
                    <a:pt x="140" y="62"/>
                    <a:pt x="140" y="64"/>
                  </a:cubicBezTo>
                  <a:cubicBezTo>
                    <a:pt x="141" y="66"/>
                    <a:pt x="141" y="69"/>
                    <a:pt x="141" y="71"/>
                  </a:cubicBezTo>
                  <a:cubicBezTo>
                    <a:pt x="142" y="73"/>
                    <a:pt x="142" y="76"/>
                    <a:pt x="143" y="77"/>
                  </a:cubicBezTo>
                  <a:cubicBezTo>
                    <a:pt x="144" y="79"/>
                    <a:pt x="146" y="81"/>
                    <a:pt x="147" y="82"/>
                  </a:cubicBezTo>
                  <a:cubicBezTo>
                    <a:pt x="150" y="84"/>
                    <a:pt x="155" y="84"/>
                    <a:pt x="157" y="86"/>
                  </a:cubicBezTo>
                  <a:cubicBezTo>
                    <a:pt x="158" y="87"/>
                    <a:pt x="159" y="90"/>
                    <a:pt x="160" y="90"/>
                  </a:cubicBezTo>
                  <a:cubicBezTo>
                    <a:pt x="163" y="91"/>
                    <a:pt x="167" y="90"/>
                    <a:pt x="169" y="88"/>
                  </a:cubicBezTo>
                  <a:cubicBezTo>
                    <a:pt x="171" y="87"/>
                    <a:pt x="172" y="84"/>
                    <a:pt x="173" y="82"/>
                  </a:cubicBezTo>
                  <a:cubicBezTo>
                    <a:pt x="174" y="80"/>
                    <a:pt x="176" y="77"/>
                    <a:pt x="178" y="76"/>
                  </a:cubicBezTo>
                  <a:cubicBezTo>
                    <a:pt x="180" y="74"/>
                    <a:pt x="184" y="75"/>
                    <a:pt x="187" y="76"/>
                  </a:cubicBezTo>
                  <a:cubicBezTo>
                    <a:pt x="190" y="76"/>
                    <a:pt x="195" y="76"/>
                    <a:pt x="199" y="76"/>
                  </a:cubicBezTo>
                  <a:cubicBezTo>
                    <a:pt x="202" y="77"/>
                    <a:pt x="207" y="77"/>
                    <a:pt x="210" y="77"/>
                  </a:cubicBezTo>
                  <a:cubicBezTo>
                    <a:pt x="212" y="78"/>
                    <a:pt x="214" y="80"/>
                    <a:pt x="216" y="80"/>
                  </a:cubicBezTo>
                  <a:cubicBezTo>
                    <a:pt x="219" y="81"/>
                    <a:pt x="222" y="81"/>
                    <a:pt x="224" y="81"/>
                  </a:cubicBezTo>
                  <a:cubicBezTo>
                    <a:pt x="228" y="82"/>
                    <a:pt x="233" y="82"/>
                    <a:pt x="237" y="81"/>
                  </a:cubicBezTo>
                  <a:cubicBezTo>
                    <a:pt x="239" y="81"/>
                    <a:pt x="243" y="81"/>
                    <a:pt x="245" y="79"/>
                  </a:cubicBezTo>
                  <a:cubicBezTo>
                    <a:pt x="247" y="79"/>
                    <a:pt x="248" y="77"/>
                    <a:pt x="250" y="76"/>
                  </a:cubicBezTo>
                  <a:cubicBezTo>
                    <a:pt x="251" y="74"/>
                    <a:pt x="253" y="73"/>
                    <a:pt x="255" y="72"/>
                  </a:cubicBezTo>
                  <a:cubicBezTo>
                    <a:pt x="256" y="70"/>
                    <a:pt x="257" y="68"/>
                    <a:pt x="259" y="67"/>
                  </a:cubicBezTo>
                  <a:cubicBezTo>
                    <a:pt x="260" y="66"/>
                    <a:pt x="261" y="65"/>
                    <a:pt x="263" y="66"/>
                  </a:cubicBezTo>
                  <a:cubicBezTo>
                    <a:pt x="264" y="66"/>
                    <a:pt x="266" y="68"/>
                    <a:pt x="268" y="69"/>
                  </a:cubicBezTo>
                  <a:cubicBezTo>
                    <a:pt x="269" y="69"/>
                    <a:pt x="270" y="71"/>
                    <a:pt x="272" y="72"/>
                  </a:cubicBezTo>
                  <a:cubicBezTo>
                    <a:pt x="274" y="72"/>
                    <a:pt x="278" y="72"/>
                    <a:pt x="281" y="72"/>
                  </a:cubicBezTo>
                  <a:cubicBezTo>
                    <a:pt x="283" y="72"/>
                    <a:pt x="284" y="72"/>
                    <a:pt x="285" y="72"/>
                  </a:cubicBezTo>
                  <a:cubicBezTo>
                    <a:pt x="287" y="71"/>
                    <a:pt x="287" y="68"/>
                    <a:pt x="288" y="67"/>
                  </a:cubicBezTo>
                  <a:cubicBezTo>
                    <a:pt x="289" y="65"/>
                    <a:pt x="291" y="63"/>
                    <a:pt x="291" y="61"/>
                  </a:cubicBezTo>
                  <a:cubicBezTo>
                    <a:pt x="292" y="59"/>
                    <a:pt x="291" y="56"/>
                    <a:pt x="291" y="54"/>
                  </a:cubicBezTo>
                  <a:cubicBezTo>
                    <a:pt x="291" y="53"/>
                    <a:pt x="291" y="52"/>
                    <a:pt x="291" y="52"/>
                  </a:cubicBezTo>
                  <a:cubicBezTo>
                    <a:pt x="292" y="50"/>
                    <a:pt x="294" y="47"/>
                    <a:pt x="296" y="46"/>
                  </a:cubicBezTo>
                  <a:cubicBezTo>
                    <a:pt x="298" y="45"/>
                    <a:pt x="300" y="46"/>
                    <a:pt x="301" y="46"/>
                  </a:cubicBezTo>
                  <a:cubicBezTo>
                    <a:pt x="304" y="46"/>
                    <a:pt x="307" y="45"/>
                    <a:pt x="309" y="44"/>
                  </a:cubicBezTo>
                  <a:cubicBezTo>
                    <a:pt x="310" y="44"/>
                    <a:pt x="310" y="43"/>
                    <a:pt x="311" y="43"/>
                  </a:cubicBezTo>
                  <a:cubicBezTo>
                    <a:pt x="314" y="41"/>
                    <a:pt x="317" y="37"/>
                    <a:pt x="320" y="35"/>
                  </a:cubicBezTo>
                  <a:cubicBezTo>
                    <a:pt x="321" y="34"/>
                    <a:pt x="323" y="32"/>
                    <a:pt x="325" y="31"/>
                  </a:cubicBezTo>
                  <a:cubicBezTo>
                    <a:pt x="327" y="30"/>
                    <a:pt x="331" y="31"/>
                    <a:pt x="334" y="31"/>
                  </a:cubicBezTo>
                  <a:cubicBezTo>
                    <a:pt x="335" y="31"/>
                    <a:pt x="336" y="31"/>
                    <a:pt x="338" y="30"/>
                  </a:cubicBezTo>
                  <a:cubicBezTo>
                    <a:pt x="340" y="29"/>
                    <a:pt x="343" y="27"/>
                    <a:pt x="345" y="26"/>
                  </a:cubicBezTo>
                  <a:cubicBezTo>
                    <a:pt x="347" y="25"/>
                    <a:pt x="350" y="25"/>
                    <a:pt x="351" y="23"/>
                  </a:cubicBezTo>
                  <a:cubicBezTo>
                    <a:pt x="352" y="22"/>
                    <a:pt x="352" y="20"/>
                    <a:pt x="352" y="19"/>
                  </a:cubicBezTo>
                  <a:cubicBezTo>
                    <a:pt x="355" y="16"/>
                    <a:pt x="360" y="12"/>
                    <a:pt x="363" y="9"/>
                  </a:cubicBezTo>
                  <a:cubicBezTo>
                    <a:pt x="365" y="8"/>
                    <a:pt x="368" y="7"/>
                    <a:pt x="369" y="5"/>
                  </a:cubicBezTo>
                  <a:cubicBezTo>
                    <a:pt x="371" y="4"/>
                    <a:pt x="371" y="1"/>
                    <a:pt x="373" y="1"/>
                  </a:cubicBezTo>
                  <a:cubicBezTo>
                    <a:pt x="375" y="0"/>
                    <a:pt x="378" y="0"/>
                    <a:pt x="379" y="2"/>
                  </a:cubicBezTo>
                  <a:cubicBezTo>
                    <a:pt x="380" y="2"/>
                    <a:pt x="380" y="4"/>
                    <a:pt x="381" y="5"/>
                  </a:cubicBezTo>
                  <a:cubicBezTo>
                    <a:pt x="383" y="7"/>
                    <a:pt x="386" y="9"/>
                    <a:pt x="388" y="10"/>
                  </a:cubicBezTo>
                  <a:cubicBezTo>
                    <a:pt x="389" y="11"/>
                    <a:pt x="391" y="11"/>
                    <a:pt x="392" y="11"/>
                  </a:cubicBezTo>
                  <a:cubicBezTo>
                    <a:pt x="393" y="12"/>
                    <a:pt x="395" y="12"/>
                    <a:pt x="396" y="11"/>
                  </a:cubicBezTo>
                  <a:cubicBezTo>
                    <a:pt x="399" y="11"/>
                    <a:pt x="403" y="10"/>
                    <a:pt x="407" y="9"/>
                  </a:cubicBezTo>
                  <a:cubicBezTo>
                    <a:pt x="409" y="9"/>
                    <a:pt x="411" y="9"/>
                    <a:pt x="414" y="9"/>
                  </a:cubicBezTo>
                  <a:cubicBezTo>
                    <a:pt x="415" y="10"/>
                    <a:pt x="418" y="11"/>
                    <a:pt x="419" y="11"/>
                  </a:cubicBezTo>
                  <a:cubicBezTo>
                    <a:pt x="422" y="12"/>
                    <a:pt x="426" y="11"/>
                    <a:pt x="428" y="11"/>
                  </a:cubicBezTo>
                  <a:cubicBezTo>
                    <a:pt x="431" y="12"/>
                    <a:pt x="434" y="12"/>
                    <a:pt x="436" y="13"/>
                  </a:cubicBezTo>
                  <a:cubicBezTo>
                    <a:pt x="438" y="14"/>
                    <a:pt x="439" y="17"/>
                    <a:pt x="439" y="18"/>
                  </a:cubicBezTo>
                  <a:cubicBezTo>
                    <a:pt x="440" y="21"/>
                    <a:pt x="439" y="25"/>
                    <a:pt x="440" y="28"/>
                  </a:cubicBezTo>
                  <a:cubicBezTo>
                    <a:pt x="442" y="32"/>
                    <a:pt x="446" y="34"/>
                    <a:pt x="449" y="37"/>
                  </a:cubicBezTo>
                  <a:cubicBezTo>
                    <a:pt x="452" y="40"/>
                    <a:pt x="454" y="47"/>
                    <a:pt x="460" y="48"/>
                  </a:cubicBezTo>
                  <a:cubicBezTo>
                    <a:pt x="466" y="49"/>
                    <a:pt x="465" y="51"/>
                    <a:pt x="467" y="53"/>
                  </a:cubicBezTo>
                  <a:cubicBezTo>
                    <a:pt x="470" y="55"/>
                    <a:pt x="475" y="60"/>
                    <a:pt x="479" y="60"/>
                  </a:cubicBezTo>
                  <a:cubicBezTo>
                    <a:pt x="483" y="60"/>
                    <a:pt x="488" y="61"/>
                    <a:pt x="491" y="62"/>
                  </a:cubicBezTo>
                  <a:cubicBezTo>
                    <a:pt x="495" y="62"/>
                    <a:pt x="500" y="62"/>
                    <a:pt x="503" y="62"/>
                  </a:cubicBezTo>
                  <a:cubicBezTo>
                    <a:pt x="506" y="62"/>
                    <a:pt x="512" y="64"/>
                    <a:pt x="514" y="62"/>
                  </a:cubicBezTo>
                  <a:cubicBezTo>
                    <a:pt x="515" y="61"/>
                    <a:pt x="514" y="59"/>
                    <a:pt x="515" y="58"/>
                  </a:cubicBezTo>
                  <a:cubicBezTo>
                    <a:pt x="516" y="56"/>
                    <a:pt x="519" y="53"/>
                    <a:pt x="521" y="52"/>
                  </a:cubicBezTo>
                  <a:cubicBezTo>
                    <a:pt x="522" y="51"/>
                    <a:pt x="524" y="52"/>
                    <a:pt x="525" y="52"/>
                  </a:cubicBezTo>
                  <a:cubicBezTo>
                    <a:pt x="527" y="52"/>
                    <a:pt x="530" y="54"/>
                    <a:pt x="530" y="54"/>
                  </a:cubicBezTo>
                  <a:cubicBezTo>
                    <a:pt x="530" y="54"/>
                    <a:pt x="525" y="59"/>
                    <a:pt x="525" y="61"/>
                  </a:cubicBezTo>
                  <a:cubicBezTo>
                    <a:pt x="525" y="62"/>
                    <a:pt x="527" y="63"/>
                    <a:pt x="528" y="64"/>
                  </a:cubicBezTo>
                  <a:cubicBezTo>
                    <a:pt x="529" y="67"/>
                    <a:pt x="527" y="74"/>
                    <a:pt x="527" y="77"/>
                  </a:cubicBezTo>
                  <a:cubicBezTo>
                    <a:pt x="525" y="83"/>
                    <a:pt x="522" y="93"/>
                    <a:pt x="518" y="98"/>
                  </a:cubicBezTo>
                  <a:cubicBezTo>
                    <a:pt x="516" y="102"/>
                    <a:pt x="508" y="109"/>
                    <a:pt x="504" y="112"/>
                  </a:cubicBezTo>
                  <a:cubicBezTo>
                    <a:pt x="501" y="115"/>
                    <a:pt x="494" y="119"/>
                    <a:pt x="492" y="122"/>
                  </a:cubicBezTo>
                  <a:cubicBezTo>
                    <a:pt x="491" y="126"/>
                    <a:pt x="493" y="133"/>
                    <a:pt x="492" y="137"/>
                  </a:cubicBezTo>
                  <a:cubicBezTo>
                    <a:pt x="491" y="140"/>
                    <a:pt x="487" y="146"/>
                    <a:pt x="486" y="149"/>
                  </a:cubicBezTo>
                  <a:cubicBezTo>
                    <a:pt x="484" y="154"/>
                    <a:pt x="479" y="165"/>
                    <a:pt x="479" y="171"/>
                  </a:cubicBezTo>
                  <a:cubicBezTo>
                    <a:pt x="479" y="176"/>
                    <a:pt x="482" y="186"/>
                    <a:pt x="485" y="190"/>
                  </a:cubicBezTo>
                  <a:cubicBezTo>
                    <a:pt x="486" y="192"/>
                    <a:pt x="489" y="193"/>
                    <a:pt x="490" y="195"/>
                  </a:cubicBezTo>
                  <a:cubicBezTo>
                    <a:pt x="491" y="196"/>
                    <a:pt x="491" y="199"/>
                    <a:pt x="492" y="201"/>
                  </a:cubicBezTo>
                  <a:cubicBezTo>
                    <a:pt x="492" y="203"/>
                    <a:pt x="493" y="208"/>
                    <a:pt x="494" y="211"/>
                  </a:cubicBezTo>
                  <a:cubicBezTo>
                    <a:pt x="494" y="215"/>
                    <a:pt x="496" y="224"/>
                    <a:pt x="497" y="228"/>
                  </a:cubicBezTo>
                  <a:cubicBezTo>
                    <a:pt x="497" y="229"/>
                    <a:pt x="497" y="231"/>
                    <a:pt x="498" y="232"/>
                  </a:cubicBezTo>
                  <a:cubicBezTo>
                    <a:pt x="499" y="233"/>
                    <a:pt x="503" y="234"/>
                    <a:pt x="505" y="235"/>
                  </a:cubicBezTo>
                  <a:cubicBezTo>
                    <a:pt x="509" y="237"/>
                    <a:pt x="516" y="239"/>
                    <a:pt x="518" y="242"/>
                  </a:cubicBezTo>
                  <a:cubicBezTo>
                    <a:pt x="520" y="245"/>
                    <a:pt x="521" y="251"/>
                    <a:pt x="520" y="253"/>
                  </a:cubicBezTo>
                  <a:cubicBezTo>
                    <a:pt x="520" y="255"/>
                    <a:pt x="518" y="258"/>
                    <a:pt x="518" y="260"/>
                  </a:cubicBezTo>
                  <a:cubicBezTo>
                    <a:pt x="513" y="267"/>
                    <a:pt x="498" y="277"/>
                    <a:pt x="496" y="285"/>
                  </a:cubicBezTo>
                  <a:cubicBezTo>
                    <a:pt x="496" y="287"/>
                    <a:pt x="496" y="291"/>
                    <a:pt x="498" y="293"/>
                  </a:cubicBezTo>
                  <a:cubicBezTo>
                    <a:pt x="502" y="298"/>
                    <a:pt x="519" y="299"/>
                    <a:pt x="522" y="305"/>
                  </a:cubicBezTo>
                  <a:cubicBezTo>
                    <a:pt x="523" y="307"/>
                    <a:pt x="520" y="312"/>
                    <a:pt x="520" y="314"/>
                  </a:cubicBezTo>
                  <a:cubicBezTo>
                    <a:pt x="519" y="321"/>
                    <a:pt x="519" y="335"/>
                    <a:pt x="521" y="342"/>
                  </a:cubicBezTo>
                  <a:cubicBezTo>
                    <a:pt x="522" y="344"/>
                    <a:pt x="526" y="347"/>
                    <a:pt x="527" y="349"/>
                  </a:cubicBezTo>
                  <a:cubicBezTo>
                    <a:pt x="528" y="350"/>
                    <a:pt x="531" y="352"/>
                    <a:pt x="532" y="353"/>
                  </a:cubicBezTo>
                  <a:cubicBezTo>
                    <a:pt x="534" y="354"/>
                    <a:pt x="539" y="356"/>
                    <a:pt x="542" y="355"/>
                  </a:cubicBezTo>
                  <a:cubicBezTo>
                    <a:pt x="544" y="353"/>
                    <a:pt x="546" y="346"/>
                    <a:pt x="549" y="345"/>
                  </a:cubicBezTo>
                  <a:cubicBezTo>
                    <a:pt x="549" y="345"/>
                    <a:pt x="552" y="346"/>
                    <a:pt x="552" y="34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0"/>
            <p:cNvSpPr>
              <a:spLocks/>
            </p:cNvSpPr>
            <p:nvPr/>
          </p:nvSpPr>
          <p:spPr bwMode="auto">
            <a:xfrm>
              <a:off x="3722688" y="1849438"/>
              <a:ext cx="579438" cy="338138"/>
            </a:xfrm>
            <a:custGeom>
              <a:avLst/>
              <a:gdLst/>
              <a:ahLst/>
              <a:cxnLst>
                <a:cxn ang="0">
                  <a:pos x="427" y="185"/>
                </a:cxn>
                <a:cxn ang="0">
                  <a:pos x="390" y="191"/>
                </a:cxn>
                <a:cxn ang="0">
                  <a:pos x="357" y="222"/>
                </a:cxn>
                <a:cxn ang="0">
                  <a:pos x="317" y="242"/>
                </a:cxn>
                <a:cxn ang="0">
                  <a:pos x="308" y="259"/>
                </a:cxn>
                <a:cxn ang="0">
                  <a:pos x="284" y="249"/>
                </a:cxn>
                <a:cxn ang="0">
                  <a:pos x="266" y="225"/>
                </a:cxn>
                <a:cxn ang="0">
                  <a:pos x="217" y="225"/>
                </a:cxn>
                <a:cxn ang="0">
                  <a:pos x="199" y="197"/>
                </a:cxn>
                <a:cxn ang="0">
                  <a:pos x="223" y="175"/>
                </a:cxn>
                <a:cxn ang="0">
                  <a:pos x="235" y="148"/>
                </a:cxn>
                <a:cxn ang="0">
                  <a:pos x="252" y="121"/>
                </a:cxn>
                <a:cxn ang="0">
                  <a:pos x="251" y="97"/>
                </a:cxn>
                <a:cxn ang="0">
                  <a:pos x="217" y="85"/>
                </a:cxn>
                <a:cxn ang="0">
                  <a:pos x="196" y="93"/>
                </a:cxn>
                <a:cxn ang="0">
                  <a:pos x="186" y="115"/>
                </a:cxn>
                <a:cxn ang="0">
                  <a:pos x="178" y="147"/>
                </a:cxn>
                <a:cxn ang="0">
                  <a:pos x="147" y="173"/>
                </a:cxn>
                <a:cxn ang="0">
                  <a:pos x="114" y="195"/>
                </a:cxn>
                <a:cxn ang="0">
                  <a:pos x="80" y="199"/>
                </a:cxn>
                <a:cxn ang="0">
                  <a:pos x="55" y="192"/>
                </a:cxn>
                <a:cxn ang="0">
                  <a:pos x="46" y="208"/>
                </a:cxn>
                <a:cxn ang="0">
                  <a:pos x="23" y="199"/>
                </a:cxn>
                <a:cxn ang="0">
                  <a:pos x="0" y="169"/>
                </a:cxn>
                <a:cxn ang="0">
                  <a:pos x="47" y="180"/>
                </a:cxn>
                <a:cxn ang="0">
                  <a:pos x="61" y="169"/>
                </a:cxn>
                <a:cxn ang="0">
                  <a:pos x="48" y="144"/>
                </a:cxn>
                <a:cxn ang="0">
                  <a:pos x="29" y="135"/>
                </a:cxn>
                <a:cxn ang="0">
                  <a:pos x="36" y="113"/>
                </a:cxn>
                <a:cxn ang="0">
                  <a:pos x="50" y="115"/>
                </a:cxn>
                <a:cxn ang="0">
                  <a:pos x="75" y="112"/>
                </a:cxn>
                <a:cxn ang="0">
                  <a:pos x="93" y="114"/>
                </a:cxn>
                <a:cxn ang="0">
                  <a:pos x="105" y="95"/>
                </a:cxn>
                <a:cxn ang="0">
                  <a:pos x="96" y="80"/>
                </a:cxn>
                <a:cxn ang="0">
                  <a:pos x="98" y="54"/>
                </a:cxn>
                <a:cxn ang="0">
                  <a:pos x="99" y="18"/>
                </a:cxn>
                <a:cxn ang="0">
                  <a:pos x="132" y="10"/>
                </a:cxn>
                <a:cxn ang="0">
                  <a:pos x="154" y="25"/>
                </a:cxn>
                <a:cxn ang="0">
                  <a:pos x="180" y="30"/>
                </a:cxn>
                <a:cxn ang="0">
                  <a:pos x="193" y="0"/>
                </a:cxn>
                <a:cxn ang="0">
                  <a:pos x="210" y="25"/>
                </a:cxn>
                <a:cxn ang="0">
                  <a:pos x="239" y="30"/>
                </a:cxn>
                <a:cxn ang="0">
                  <a:pos x="268" y="19"/>
                </a:cxn>
                <a:cxn ang="0">
                  <a:pos x="290" y="34"/>
                </a:cxn>
                <a:cxn ang="0">
                  <a:pos x="309" y="51"/>
                </a:cxn>
                <a:cxn ang="0">
                  <a:pos x="321" y="64"/>
                </a:cxn>
                <a:cxn ang="0">
                  <a:pos x="339" y="42"/>
                </a:cxn>
                <a:cxn ang="0">
                  <a:pos x="346" y="21"/>
                </a:cxn>
                <a:cxn ang="0">
                  <a:pos x="362" y="23"/>
                </a:cxn>
                <a:cxn ang="0">
                  <a:pos x="382" y="48"/>
                </a:cxn>
                <a:cxn ang="0">
                  <a:pos x="405" y="93"/>
                </a:cxn>
                <a:cxn ang="0">
                  <a:pos x="430" y="98"/>
                </a:cxn>
                <a:cxn ang="0">
                  <a:pos x="441" y="125"/>
                </a:cxn>
                <a:cxn ang="0">
                  <a:pos x="433" y="151"/>
                </a:cxn>
              </a:cxnLst>
              <a:rect l="0" t="0" r="r" b="b"/>
              <a:pathLst>
                <a:path w="445" h="260">
                  <a:moveTo>
                    <a:pt x="443" y="165"/>
                  </a:moveTo>
                  <a:cubicBezTo>
                    <a:pt x="445" y="167"/>
                    <a:pt x="443" y="173"/>
                    <a:pt x="442" y="175"/>
                  </a:cubicBezTo>
                  <a:cubicBezTo>
                    <a:pt x="440" y="179"/>
                    <a:pt x="431" y="183"/>
                    <a:pt x="427" y="185"/>
                  </a:cubicBezTo>
                  <a:cubicBezTo>
                    <a:pt x="425" y="187"/>
                    <a:pt x="419" y="191"/>
                    <a:pt x="415" y="191"/>
                  </a:cubicBezTo>
                  <a:cubicBezTo>
                    <a:pt x="412" y="192"/>
                    <a:pt x="404" y="189"/>
                    <a:pt x="400" y="189"/>
                  </a:cubicBezTo>
                  <a:cubicBezTo>
                    <a:pt x="397" y="189"/>
                    <a:pt x="392" y="190"/>
                    <a:pt x="390" y="191"/>
                  </a:cubicBezTo>
                  <a:cubicBezTo>
                    <a:pt x="387" y="193"/>
                    <a:pt x="383" y="200"/>
                    <a:pt x="381" y="203"/>
                  </a:cubicBezTo>
                  <a:cubicBezTo>
                    <a:pt x="377" y="206"/>
                    <a:pt x="371" y="212"/>
                    <a:pt x="368" y="215"/>
                  </a:cubicBezTo>
                  <a:cubicBezTo>
                    <a:pt x="365" y="217"/>
                    <a:pt x="360" y="221"/>
                    <a:pt x="357" y="222"/>
                  </a:cubicBezTo>
                  <a:cubicBezTo>
                    <a:pt x="354" y="224"/>
                    <a:pt x="348" y="226"/>
                    <a:pt x="345" y="228"/>
                  </a:cubicBezTo>
                  <a:cubicBezTo>
                    <a:pt x="341" y="229"/>
                    <a:pt x="332" y="232"/>
                    <a:pt x="328" y="234"/>
                  </a:cubicBezTo>
                  <a:cubicBezTo>
                    <a:pt x="325" y="236"/>
                    <a:pt x="319" y="239"/>
                    <a:pt x="317" y="242"/>
                  </a:cubicBezTo>
                  <a:cubicBezTo>
                    <a:pt x="316" y="244"/>
                    <a:pt x="316" y="248"/>
                    <a:pt x="316" y="251"/>
                  </a:cubicBezTo>
                  <a:cubicBezTo>
                    <a:pt x="316" y="253"/>
                    <a:pt x="317" y="257"/>
                    <a:pt x="316" y="258"/>
                  </a:cubicBezTo>
                  <a:cubicBezTo>
                    <a:pt x="314" y="260"/>
                    <a:pt x="310" y="259"/>
                    <a:pt x="308" y="259"/>
                  </a:cubicBezTo>
                  <a:cubicBezTo>
                    <a:pt x="305" y="259"/>
                    <a:pt x="301" y="259"/>
                    <a:pt x="299" y="258"/>
                  </a:cubicBezTo>
                  <a:cubicBezTo>
                    <a:pt x="296" y="257"/>
                    <a:pt x="292" y="255"/>
                    <a:pt x="290" y="254"/>
                  </a:cubicBezTo>
                  <a:cubicBezTo>
                    <a:pt x="288" y="253"/>
                    <a:pt x="285" y="250"/>
                    <a:pt x="284" y="249"/>
                  </a:cubicBezTo>
                  <a:cubicBezTo>
                    <a:pt x="282" y="247"/>
                    <a:pt x="278" y="244"/>
                    <a:pt x="276" y="242"/>
                  </a:cubicBezTo>
                  <a:cubicBezTo>
                    <a:pt x="274" y="240"/>
                    <a:pt x="271" y="236"/>
                    <a:pt x="270" y="233"/>
                  </a:cubicBezTo>
                  <a:cubicBezTo>
                    <a:pt x="269" y="231"/>
                    <a:pt x="267" y="227"/>
                    <a:pt x="266" y="225"/>
                  </a:cubicBezTo>
                  <a:cubicBezTo>
                    <a:pt x="264" y="224"/>
                    <a:pt x="260" y="221"/>
                    <a:pt x="258" y="221"/>
                  </a:cubicBezTo>
                  <a:cubicBezTo>
                    <a:pt x="253" y="219"/>
                    <a:pt x="242" y="223"/>
                    <a:pt x="237" y="224"/>
                  </a:cubicBezTo>
                  <a:cubicBezTo>
                    <a:pt x="232" y="224"/>
                    <a:pt x="222" y="224"/>
                    <a:pt x="217" y="225"/>
                  </a:cubicBezTo>
                  <a:cubicBezTo>
                    <a:pt x="214" y="225"/>
                    <a:pt x="207" y="227"/>
                    <a:pt x="204" y="225"/>
                  </a:cubicBezTo>
                  <a:cubicBezTo>
                    <a:pt x="201" y="222"/>
                    <a:pt x="202" y="214"/>
                    <a:pt x="201" y="210"/>
                  </a:cubicBezTo>
                  <a:cubicBezTo>
                    <a:pt x="200" y="207"/>
                    <a:pt x="199" y="201"/>
                    <a:pt x="199" y="197"/>
                  </a:cubicBezTo>
                  <a:cubicBezTo>
                    <a:pt x="198" y="193"/>
                    <a:pt x="195" y="183"/>
                    <a:pt x="198" y="180"/>
                  </a:cubicBezTo>
                  <a:cubicBezTo>
                    <a:pt x="201" y="176"/>
                    <a:pt x="211" y="180"/>
                    <a:pt x="216" y="178"/>
                  </a:cubicBezTo>
                  <a:cubicBezTo>
                    <a:pt x="218" y="178"/>
                    <a:pt x="221" y="176"/>
                    <a:pt x="223" y="175"/>
                  </a:cubicBezTo>
                  <a:cubicBezTo>
                    <a:pt x="225" y="175"/>
                    <a:pt x="229" y="173"/>
                    <a:pt x="230" y="171"/>
                  </a:cubicBezTo>
                  <a:cubicBezTo>
                    <a:pt x="232" y="170"/>
                    <a:pt x="233" y="165"/>
                    <a:pt x="234" y="163"/>
                  </a:cubicBezTo>
                  <a:cubicBezTo>
                    <a:pt x="235" y="159"/>
                    <a:pt x="234" y="152"/>
                    <a:pt x="235" y="148"/>
                  </a:cubicBezTo>
                  <a:cubicBezTo>
                    <a:pt x="235" y="146"/>
                    <a:pt x="235" y="140"/>
                    <a:pt x="237" y="138"/>
                  </a:cubicBezTo>
                  <a:cubicBezTo>
                    <a:pt x="238" y="135"/>
                    <a:pt x="243" y="131"/>
                    <a:pt x="245" y="129"/>
                  </a:cubicBezTo>
                  <a:cubicBezTo>
                    <a:pt x="247" y="127"/>
                    <a:pt x="250" y="123"/>
                    <a:pt x="252" y="121"/>
                  </a:cubicBezTo>
                  <a:cubicBezTo>
                    <a:pt x="254" y="117"/>
                    <a:pt x="258" y="109"/>
                    <a:pt x="259" y="106"/>
                  </a:cubicBezTo>
                  <a:cubicBezTo>
                    <a:pt x="260" y="105"/>
                    <a:pt x="261" y="102"/>
                    <a:pt x="261" y="101"/>
                  </a:cubicBezTo>
                  <a:cubicBezTo>
                    <a:pt x="260" y="99"/>
                    <a:pt x="254" y="97"/>
                    <a:pt x="251" y="97"/>
                  </a:cubicBezTo>
                  <a:cubicBezTo>
                    <a:pt x="248" y="96"/>
                    <a:pt x="242" y="98"/>
                    <a:pt x="239" y="98"/>
                  </a:cubicBezTo>
                  <a:cubicBezTo>
                    <a:pt x="236" y="98"/>
                    <a:pt x="228" y="97"/>
                    <a:pt x="224" y="95"/>
                  </a:cubicBezTo>
                  <a:cubicBezTo>
                    <a:pt x="222" y="94"/>
                    <a:pt x="220" y="87"/>
                    <a:pt x="217" y="85"/>
                  </a:cubicBezTo>
                  <a:cubicBezTo>
                    <a:pt x="216" y="84"/>
                    <a:pt x="214" y="83"/>
                    <a:pt x="213" y="83"/>
                  </a:cubicBezTo>
                  <a:cubicBezTo>
                    <a:pt x="210" y="84"/>
                    <a:pt x="208" y="91"/>
                    <a:pt x="205" y="92"/>
                  </a:cubicBezTo>
                  <a:cubicBezTo>
                    <a:pt x="203" y="93"/>
                    <a:pt x="198" y="92"/>
                    <a:pt x="196" y="93"/>
                  </a:cubicBezTo>
                  <a:cubicBezTo>
                    <a:pt x="192" y="93"/>
                    <a:pt x="182" y="90"/>
                    <a:pt x="179" y="93"/>
                  </a:cubicBezTo>
                  <a:cubicBezTo>
                    <a:pt x="177" y="95"/>
                    <a:pt x="178" y="103"/>
                    <a:pt x="179" y="106"/>
                  </a:cubicBezTo>
                  <a:cubicBezTo>
                    <a:pt x="179" y="108"/>
                    <a:pt x="184" y="112"/>
                    <a:pt x="186" y="115"/>
                  </a:cubicBezTo>
                  <a:cubicBezTo>
                    <a:pt x="187" y="117"/>
                    <a:pt x="188" y="122"/>
                    <a:pt x="188" y="124"/>
                  </a:cubicBezTo>
                  <a:cubicBezTo>
                    <a:pt x="188" y="128"/>
                    <a:pt x="185" y="134"/>
                    <a:pt x="184" y="137"/>
                  </a:cubicBezTo>
                  <a:cubicBezTo>
                    <a:pt x="182" y="140"/>
                    <a:pt x="178" y="145"/>
                    <a:pt x="178" y="147"/>
                  </a:cubicBezTo>
                  <a:cubicBezTo>
                    <a:pt x="177" y="150"/>
                    <a:pt x="179" y="156"/>
                    <a:pt x="177" y="158"/>
                  </a:cubicBezTo>
                  <a:cubicBezTo>
                    <a:pt x="172" y="162"/>
                    <a:pt x="156" y="156"/>
                    <a:pt x="151" y="160"/>
                  </a:cubicBezTo>
                  <a:cubicBezTo>
                    <a:pt x="149" y="162"/>
                    <a:pt x="150" y="171"/>
                    <a:pt x="147" y="173"/>
                  </a:cubicBezTo>
                  <a:cubicBezTo>
                    <a:pt x="142" y="178"/>
                    <a:pt x="126" y="173"/>
                    <a:pt x="121" y="177"/>
                  </a:cubicBezTo>
                  <a:cubicBezTo>
                    <a:pt x="118" y="179"/>
                    <a:pt x="117" y="186"/>
                    <a:pt x="116" y="189"/>
                  </a:cubicBezTo>
                  <a:cubicBezTo>
                    <a:pt x="116" y="191"/>
                    <a:pt x="116" y="194"/>
                    <a:pt x="114" y="195"/>
                  </a:cubicBezTo>
                  <a:cubicBezTo>
                    <a:pt x="112" y="198"/>
                    <a:pt x="105" y="198"/>
                    <a:pt x="102" y="199"/>
                  </a:cubicBezTo>
                  <a:cubicBezTo>
                    <a:pt x="99" y="201"/>
                    <a:pt x="95" y="207"/>
                    <a:pt x="92" y="207"/>
                  </a:cubicBezTo>
                  <a:cubicBezTo>
                    <a:pt x="89" y="207"/>
                    <a:pt x="82" y="202"/>
                    <a:pt x="80" y="199"/>
                  </a:cubicBezTo>
                  <a:cubicBezTo>
                    <a:pt x="79" y="198"/>
                    <a:pt x="80" y="193"/>
                    <a:pt x="79" y="192"/>
                  </a:cubicBezTo>
                  <a:cubicBezTo>
                    <a:pt x="76" y="190"/>
                    <a:pt x="69" y="191"/>
                    <a:pt x="66" y="191"/>
                  </a:cubicBezTo>
                  <a:cubicBezTo>
                    <a:pt x="63" y="191"/>
                    <a:pt x="58" y="191"/>
                    <a:pt x="55" y="192"/>
                  </a:cubicBezTo>
                  <a:cubicBezTo>
                    <a:pt x="53" y="192"/>
                    <a:pt x="51" y="194"/>
                    <a:pt x="50" y="195"/>
                  </a:cubicBezTo>
                  <a:cubicBezTo>
                    <a:pt x="48" y="197"/>
                    <a:pt x="47" y="201"/>
                    <a:pt x="47" y="203"/>
                  </a:cubicBezTo>
                  <a:cubicBezTo>
                    <a:pt x="46" y="204"/>
                    <a:pt x="46" y="208"/>
                    <a:pt x="46" y="208"/>
                  </a:cubicBezTo>
                  <a:cubicBezTo>
                    <a:pt x="46" y="208"/>
                    <a:pt x="41" y="209"/>
                    <a:pt x="39" y="209"/>
                  </a:cubicBezTo>
                  <a:cubicBezTo>
                    <a:pt x="37" y="209"/>
                    <a:pt x="31" y="209"/>
                    <a:pt x="29" y="207"/>
                  </a:cubicBezTo>
                  <a:cubicBezTo>
                    <a:pt x="27" y="206"/>
                    <a:pt x="25" y="201"/>
                    <a:pt x="23" y="199"/>
                  </a:cubicBezTo>
                  <a:cubicBezTo>
                    <a:pt x="19" y="194"/>
                    <a:pt x="9" y="187"/>
                    <a:pt x="5" y="183"/>
                  </a:cubicBezTo>
                  <a:cubicBezTo>
                    <a:pt x="4" y="181"/>
                    <a:pt x="2" y="178"/>
                    <a:pt x="1" y="176"/>
                  </a:cubicBezTo>
                  <a:cubicBezTo>
                    <a:pt x="1" y="174"/>
                    <a:pt x="0" y="169"/>
                    <a:pt x="0" y="169"/>
                  </a:cubicBezTo>
                  <a:cubicBezTo>
                    <a:pt x="0" y="169"/>
                    <a:pt x="18" y="171"/>
                    <a:pt x="24" y="172"/>
                  </a:cubicBezTo>
                  <a:cubicBezTo>
                    <a:pt x="27" y="173"/>
                    <a:pt x="34" y="174"/>
                    <a:pt x="37" y="175"/>
                  </a:cubicBezTo>
                  <a:cubicBezTo>
                    <a:pt x="40" y="176"/>
                    <a:pt x="44" y="180"/>
                    <a:pt x="47" y="180"/>
                  </a:cubicBezTo>
                  <a:cubicBezTo>
                    <a:pt x="49" y="180"/>
                    <a:pt x="53" y="180"/>
                    <a:pt x="55" y="179"/>
                  </a:cubicBezTo>
                  <a:cubicBezTo>
                    <a:pt x="56" y="179"/>
                    <a:pt x="58" y="177"/>
                    <a:pt x="58" y="176"/>
                  </a:cubicBezTo>
                  <a:cubicBezTo>
                    <a:pt x="59" y="175"/>
                    <a:pt x="61" y="171"/>
                    <a:pt x="61" y="169"/>
                  </a:cubicBezTo>
                  <a:cubicBezTo>
                    <a:pt x="61" y="167"/>
                    <a:pt x="62" y="163"/>
                    <a:pt x="62" y="161"/>
                  </a:cubicBezTo>
                  <a:cubicBezTo>
                    <a:pt x="61" y="159"/>
                    <a:pt x="59" y="155"/>
                    <a:pt x="57" y="153"/>
                  </a:cubicBezTo>
                  <a:cubicBezTo>
                    <a:pt x="56" y="150"/>
                    <a:pt x="51" y="146"/>
                    <a:pt x="48" y="144"/>
                  </a:cubicBezTo>
                  <a:cubicBezTo>
                    <a:pt x="46" y="142"/>
                    <a:pt x="41" y="138"/>
                    <a:pt x="38" y="136"/>
                  </a:cubicBezTo>
                  <a:cubicBezTo>
                    <a:pt x="37" y="135"/>
                    <a:pt x="36" y="132"/>
                    <a:pt x="35" y="132"/>
                  </a:cubicBezTo>
                  <a:cubicBezTo>
                    <a:pt x="33" y="132"/>
                    <a:pt x="30" y="135"/>
                    <a:pt x="29" y="135"/>
                  </a:cubicBezTo>
                  <a:cubicBezTo>
                    <a:pt x="27" y="134"/>
                    <a:pt x="25" y="132"/>
                    <a:pt x="25" y="132"/>
                  </a:cubicBezTo>
                  <a:cubicBezTo>
                    <a:pt x="25" y="132"/>
                    <a:pt x="29" y="121"/>
                    <a:pt x="31" y="118"/>
                  </a:cubicBezTo>
                  <a:cubicBezTo>
                    <a:pt x="32" y="117"/>
                    <a:pt x="35" y="114"/>
                    <a:pt x="36" y="113"/>
                  </a:cubicBezTo>
                  <a:cubicBezTo>
                    <a:pt x="38" y="112"/>
                    <a:pt x="42" y="108"/>
                    <a:pt x="42" y="108"/>
                  </a:cubicBezTo>
                  <a:cubicBezTo>
                    <a:pt x="42" y="108"/>
                    <a:pt x="44" y="112"/>
                    <a:pt x="45" y="113"/>
                  </a:cubicBezTo>
                  <a:cubicBezTo>
                    <a:pt x="46" y="114"/>
                    <a:pt x="49" y="115"/>
                    <a:pt x="50" y="115"/>
                  </a:cubicBezTo>
                  <a:cubicBezTo>
                    <a:pt x="52" y="116"/>
                    <a:pt x="55" y="117"/>
                    <a:pt x="57" y="118"/>
                  </a:cubicBezTo>
                  <a:cubicBezTo>
                    <a:pt x="59" y="118"/>
                    <a:pt x="62" y="117"/>
                    <a:pt x="64" y="117"/>
                  </a:cubicBezTo>
                  <a:cubicBezTo>
                    <a:pt x="67" y="116"/>
                    <a:pt x="72" y="113"/>
                    <a:pt x="75" y="112"/>
                  </a:cubicBezTo>
                  <a:cubicBezTo>
                    <a:pt x="76" y="112"/>
                    <a:pt x="80" y="113"/>
                    <a:pt x="81" y="113"/>
                  </a:cubicBezTo>
                  <a:cubicBezTo>
                    <a:pt x="83" y="113"/>
                    <a:pt x="87" y="113"/>
                    <a:pt x="89" y="113"/>
                  </a:cubicBezTo>
                  <a:cubicBezTo>
                    <a:pt x="90" y="113"/>
                    <a:pt x="92" y="114"/>
                    <a:pt x="93" y="114"/>
                  </a:cubicBezTo>
                  <a:cubicBezTo>
                    <a:pt x="94" y="113"/>
                    <a:pt x="96" y="110"/>
                    <a:pt x="97" y="109"/>
                  </a:cubicBezTo>
                  <a:cubicBezTo>
                    <a:pt x="98" y="108"/>
                    <a:pt x="99" y="105"/>
                    <a:pt x="100" y="103"/>
                  </a:cubicBezTo>
                  <a:cubicBezTo>
                    <a:pt x="101" y="101"/>
                    <a:pt x="104" y="98"/>
                    <a:pt x="105" y="95"/>
                  </a:cubicBezTo>
                  <a:cubicBezTo>
                    <a:pt x="105" y="94"/>
                    <a:pt x="105" y="92"/>
                    <a:pt x="104" y="90"/>
                  </a:cubicBezTo>
                  <a:cubicBezTo>
                    <a:pt x="104" y="89"/>
                    <a:pt x="105" y="86"/>
                    <a:pt x="104" y="85"/>
                  </a:cubicBezTo>
                  <a:cubicBezTo>
                    <a:pt x="103" y="83"/>
                    <a:pt x="99" y="81"/>
                    <a:pt x="96" y="80"/>
                  </a:cubicBezTo>
                  <a:cubicBezTo>
                    <a:pt x="94" y="79"/>
                    <a:pt x="90" y="79"/>
                    <a:pt x="90" y="79"/>
                  </a:cubicBezTo>
                  <a:cubicBezTo>
                    <a:pt x="90" y="79"/>
                    <a:pt x="97" y="71"/>
                    <a:pt x="98" y="68"/>
                  </a:cubicBezTo>
                  <a:cubicBezTo>
                    <a:pt x="99" y="64"/>
                    <a:pt x="99" y="57"/>
                    <a:pt x="98" y="54"/>
                  </a:cubicBezTo>
                  <a:cubicBezTo>
                    <a:pt x="97" y="52"/>
                    <a:pt x="92" y="49"/>
                    <a:pt x="91" y="46"/>
                  </a:cubicBezTo>
                  <a:cubicBezTo>
                    <a:pt x="90" y="43"/>
                    <a:pt x="88" y="34"/>
                    <a:pt x="89" y="31"/>
                  </a:cubicBezTo>
                  <a:cubicBezTo>
                    <a:pt x="90" y="27"/>
                    <a:pt x="95" y="20"/>
                    <a:pt x="99" y="18"/>
                  </a:cubicBezTo>
                  <a:cubicBezTo>
                    <a:pt x="101" y="16"/>
                    <a:pt x="108" y="15"/>
                    <a:pt x="111" y="14"/>
                  </a:cubicBezTo>
                  <a:cubicBezTo>
                    <a:pt x="114" y="13"/>
                    <a:pt x="120" y="12"/>
                    <a:pt x="122" y="11"/>
                  </a:cubicBezTo>
                  <a:cubicBezTo>
                    <a:pt x="125" y="11"/>
                    <a:pt x="130" y="11"/>
                    <a:pt x="132" y="10"/>
                  </a:cubicBezTo>
                  <a:cubicBezTo>
                    <a:pt x="135" y="9"/>
                    <a:pt x="142" y="5"/>
                    <a:pt x="142" y="5"/>
                  </a:cubicBezTo>
                  <a:cubicBezTo>
                    <a:pt x="142" y="5"/>
                    <a:pt x="151" y="7"/>
                    <a:pt x="152" y="10"/>
                  </a:cubicBezTo>
                  <a:cubicBezTo>
                    <a:pt x="155" y="13"/>
                    <a:pt x="151" y="22"/>
                    <a:pt x="154" y="25"/>
                  </a:cubicBezTo>
                  <a:cubicBezTo>
                    <a:pt x="156" y="26"/>
                    <a:pt x="160" y="23"/>
                    <a:pt x="162" y="24"/>
                  </a:cubicBezTo>
                  <a:cubicBezTo>
                    <a:pt x="165" y="25"/>
                    <a:pt x="166" y="31"/>
                    <a:pt x="169" y="32"/>
                  </a:cubicBezTo>
                  <a:cubicBezTo>
                    <a:pt x="172" y="33"/>
                    <a:pt x="178" y="31"/>
                    <a:pt x="180" y="30"/>
                  </a:cubicBezTo>
                  <a:cubicBezTo>
                    <a:pt x="182" y="29"/>
                    <a:pt x="186" y="26"/>
                    <a:pt x="186" y="24"/>
                  </a:cubicBezTo>
                  <a:cubicBezTo>
                    <a:pt x="188" y="20"/>
                    <a:pt x="182" y="11"/>
                    <a:pt x="184" y="7"/>
                  </a:cubicBezTo>
                  <a:cubicBezTo>
                    <a:pt x="185" y="4"/>
                    <a:pt x="193" y="0"/>
                    <a:pt x="193" y="0"/>
                  </a:cubicBezTo>
                  <a:cubicBezTo>
                    <a:pt x="193" y="0"/>
                    <a:pt x="196" y="7"/>
                    <a:pt x="197" y="9"/>
                  </a:cubicBezTo>
                  <a:cubicBezTo>
                    <a:pt x="199" y="12"/>
                    <a:pt x="202" y="16"/>
                    <a:pt x="204" y="18"/>
                  </a:cubicBezTo>
                  <a:cubicBezTo>
                    <a:pt x="206" y="20"/>
                    <a:pt x="208" y="24"/>
                    <a:pt x="210" y="25"/>
                  </a:cubicBezTo>
                  <a:cubicBezTo>
                    <a:pt x="213" y="27"/>
                    <a:pt x="217" y="29"/>
                    <a:pt x="220" y="30"/>
                  </a:cubicBezTo>
                  <a:cubicBezTo>
                    <a:pt x="223" y="31"/>
                    <a:pt x="226" y="33"/>
                    <a:pt x="229" y="33"/>
                  </a:cubicBezTo>
                  <a:cubicBezTo>
                    <a:pt x="232" y="33"/>
                    <a:pt x="236" y="31"/>
                    <a:pt x="239" y="30"/>
                  </a:cubicBezTo>
                  <a:cubicBezTo>
                    <a:pt x="243" y="29"/>
                    <a:pt x="248" y="28"/>
                    <a:pt x="252" y="26"/>
                  </a:cubicBezTo>
                  <a:cubicBezTo>
                    <a:pt x="254" y="25"/>
                    <a:pt x="256" y="23"/>
                    <a:pt x="258" y="22"/>
                  </a:cubicBezTo>
                  <a:cubicBezTo>
                    <a:pt x="261" y="21"/>
                    <a:pt x="268" y="19"/>
                    <a:pt x="268" y="19"/>
                  </a:cubicBezTo>
                  <a:cubicBezTo>
                    <a:pt x="268" y="19"/>
                    <a:pt x="269" y="24"/>
                    <a:pt x="270" y="25"/>
                  </a:cubicBezTo>
                  <a:cubicBezTo>
                    <a:pt x="271" y="27"/>
                    <a:pt x="277" y="28"/>
                    <a:pt x="280" y="29"/>
                  </a:cubicBezTo>
                  <a:cubicBezTo>
                    <a:pt x="282" y="30"/>
                    <a:pt x="288" y="32"/>
                    <a:pt x="290" y="34"/>
                  </a:cubicBezTo>
                  <a:cubicBezTo>
                    <a:pt x="293" y="36"/>
                    <a:pt x="298" y="42"/>
                    <a:pt x="301" y="44"/>
                  </a:cubicBezTo>
                  <a:cubicBezTo>
                    <a:pt x="303" y="45"/>
                    <a:pt x="306" y="46"/>
                    <a:pt x="307" y="47"/>
                  </a:cubicBezTo>
                  <a:cubicBezTo>
                    <a:pt x="308" y="47"/>
                    <a:pt x="309" y="50"/>
                    <a:pt x="309" y="51"/>
                  </a:cubicBezTo>
                  <a:cubicBezTo>
                    <a:pt x="309" y="52"/>
                    <a:pt x="308" y="55"/>
                    <a:pt x="308" y="56"/>
                  </a:cubicBezTo>
                  <a:cubicBezTo>
                    <a:pt x="308" y="58"/>
                    <a:pt x="307" y="63"/>
                    <a:pt x="309" y="64"/>
                  </a:cubicBezTo>
                  <a:cubicBezTo>
                    <a:pt x="311" y="66"/>
                    <a:pt x="318" y="65"/>
                    <a:pt x="321" y="64"/>
                  </a:cubicBezTo>
                  <a:cubicBezTo>
                    <a:pt x="323" y="63"/>
                    <a:pt x="327" y="59"/>
                    <a:pt x="329" y="58"/>
                  </a:cubicBezTo>
                  <a:cubicBezTo>
                    <a:pt x="331" y="56"/>
                    <a:pt x="335" y="53"/>
                    <a:pt x="336" y="50"/>
                  </a:cubicBezTo>
                  <a:cubicBezTo>
                    <a:pt x="338" y="49"/>
                    <a:pt x="338" y="44"/>
                    <a:pt x="339" y="42"/>
                  </a:cubicBezTo>
                  <a:cubicBezTo>
                    <a:pt x="340" y="40"/>
                    <a:pt x="341" y="37"/>
                    <a:pt x="341" y="35"/>
                  </a:cubicBezTo>
                  <a:cubicBezTo>
                    <a:pt x="342" y="33"/>
                    <a:pt x="342" y="29"/>
                    <a:pt x="343" y="27"/>
                  </a:cubicBezTo>
                  <a:cubicBezTo>
                    <a:pt x="343" y="25"/>
                    <a:pt x="345" y="23"/>
                    <a:pt x="346" y="21"/>
                  </a:cubicBezTo>
                  <a:cubicBezTo>
                    <a:pt x="347" y="20"/>
                    <a:pt x="349" y="19"/>
                    <a:pt x="351" y="18"/>
                  </a:cubicBezTo>
                  <a:cubicBezTo>
                    <a:pt x="352" y="18"/>
                    <a:pt x="355" y="18"/>
                    <a:pt x="356" y="19"/>
                  </a:cubicBezTo>
                  <a:cubicBezTo>
                    <a:pt x="358" y="19"/>
                    <a:pt x="361" y="21"/>
                    <a:pt x="362" y="23"/>
                  </a:cubicBezTo>
                  <a:cubicBezTo>
                    <a:pt x="363" y="24"/>
                    <a:pt x="364" y="26"/>
                    <a:pt x="365" y="27"/>
                  </a:cubicBezTo>
                  <a:cubicBezTo>
                    <a:pt x="367" y="29"/>
                    <a:pt x="371" y="34"/>
                    <a:pt x="373" y="36"/>
                  </a:cubicBezTo>
                  <a:cubicBezTo>
                    <a:pt x="375" y="39"/>
                    <a:pt x="380" y="45"/>
                    <a:pt x="382" y="48"/>
                  </a:cubicBezTo>
                  <a:cubicBezTo>
                    <a:pt x="385" y="53"/>
                    <a:pt x="390" y="62"/>
                    <a:pt x="392" y="67"/>
                  </a:cubicBezTo>
                  <a:cubicBezTo>
                    <a:pt x="394" y="71"/>
                    <a:pt x="395" y="78"/>
                    <a:pt x="396" y="82"/>
                  </a:cubicBezTo>
                  <a:cubicBezTo>
                    <a:pt x="398" y="85"/>
                    <a:pt x="402" y="91"/>
                    <a:pt x="405" y="93"/>
                  </a:cubicBezTo>
                  <a:cubicBezTo>
                    <a:pt x="406" y="94"/>
                    <a:pt x="409" y="96"/>
                    <a:pt x="411" y="97"/>
                  </a:cubicBezTo>
                  <a:cubicBezTo>
                    <a:pt x="413" y="97"/>
                    <a:pt x="418" y="97"/>
                    <a:pt x="420" y="97"/>
                  </a:cubicBezTo>
                  <a:cubicBezTo>
                    <a:pt x="422" y="97"/>
                    <a:pt x="428" y="96"/>
                    <a:pt x="430" y="98"/>
                  </a:cubicBezTo>
                  <a:cubicBezTo>
                    <a:pt x="431" y="100"/>
                    <a:pt x="429" y="104"/>
                    <a:pt x="429" y="106"/>
                  </a:cubicBezTo>
                  <a:cubicBezTo>
                    <a:pt x="429" y="110"/>
                    <a:pt x="429" y="116"/>
                    <a:pt x="431" y="119"/>
                  </a:cubicBezTo>
                  <a:cubicBezTo>
                    <a:pt x="432" y="121"/>
                    <a:pt x="441" y="125"/>
                    <a:pt x="441" y="125"/>
                  </a:cubicBezTo>
                  <a:cubicBezTo>
                    <a:pt x="441" y="125"/>
                    <a:pt x="439" y="131"/>
                    <a:pt x="438" y="133"/>
                  </a:cubicBezTo>
                  <a:cubicBezTo>
                    <a:pt x="437" y="135"/>
                    <a:pt x="435" y="139"/>
                    <a:pt x="434" y="141"/>
                  </a:cubicBezTo>
                  <a:cubicBezTo>
                    <a:pt x="434" y="143"/>
                    <a:pt x="432" y="149"/>
                    <a:pt x="433" y="151"/>
                  </a:cubicBezTo>
                  <a:cubicBezTo>
                    <a:pt x="434" y="153"/>
                    <a:pt x="437" y="156"/>
                    <a:pt x="438" y="158"/>
                  </a:cubicBezTo>
                  <a:cubicBezTo>
                    <a:pt x="440" y="160"/>
                    <a:pt x="442" y="164"/>
                    <a:pt x="443" y="1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1"/>
            <p:cNvSpPr>
              <a:spLocks/>
            </p:cNvSpPr>
            <p:nvPr/>
          </p:nvSpPr>
          <p:spPr bwMode="auto">
            <a:xfrm>
              <a:off x="3089276" y="3194051"/>
              <a:ext cx="1730375" cy="1169988"/>
            </a:xfrm>
            <a:custGeom>
              <a:avLst/>
              <a:gdLst/>
              <a:ahLst/>
              <a:cxnLst>
                <a:cxn ang="0">
                  <a:pos x="1304" y="186"/>
                </a:cxn>
                <a:cxn ang="0">
                  <a:pos x="1268" y="200"/>
                </a:cxn>
                <a:cxn ang="0">
                  <a:pos x="1198" y="263"/>
                </a:cxn>
                <a:cxn ang="0">
                  <a:pos x="1212" y="308"/>
                </a:cxn>
                <a:cxn ang="0">
                  <a:pos x="1147" y="356"/>
                </a:cxn>
                <a:cxn ang="0">
                  <a:pos x="1103" y="404"/>
                </a:cxn>
                <a:cxn ang="0">
                  <a:pos x="1041" y="432"/>
                </a:cxn>
                <a:cxn ang="0">
                  <a:pos x="1073" y="492"/>
                </a:cxn>
                <a:cxn ang="0">
                  <a:pos x="1079" y="555"/>
                </a:cxn>
                <a:cxn ang="0">
                  <a:pos x="1052" y="603"/>
                </a:cxn>
                <a:cxn ang="0">
                  <a:pos x="988" y="638"/>
                </a:cxn>
                <a:cxn ang="0">
                  <a:pos x="972" y="711"/>
                </a:cxn>
                <a:cxn ang="0">
                  <a:pos x="864" y="767"/>
                </a:cxn>
                <a:cxn ang="0">
                  <a:pos x="838" y="818"/>
                </a:cxn>
                <a:cxn ang="0">
                  <a:pos x="766" y="806"/>
                </a:cxn>
                <a:cxn ang="0">
                  <a:pos x="723" y="787"/>
                </a:cxn>
                <a:cxn ang="0">
                  <a:pos x="658" y="767"/>
                </a:cxn>
                <a:cxn ang="0">
                  <a:pos x="610" y="751"/>
                </a:cxn>
                <a:cxn ang="0">
                  <a:pos x="574" y="780"/>
                </a:cxn>
                <a:cxn ang="0">
                  <a:pos x="549" y="809"/>
                </a:cxn>
                <a:cxn ang="0">
                  <a:pos x="497" y="840"/>
                </a:cxn>
                <a:cxn ang="0">
                  <a:pos x="441" y="837"/>
                </a:cxn>
                <a:cxn ang="0">
                  <a:pos x="389" y="859"/>
                </a:cxn>
                <a:cxn ang="0">
                  <a:pos x="338" y="872"/>
                </a:cxn>
                <a:cxn ang="0">
                  <a:pos x="308" y="873"/>
                </a:cxn>
                <a:cxn ang="0">
                  <a:pos x="266" y="892"/>
                </a:cxn>
                <a:cxn ang="0">
                  <a:pos x="219" y="818"/>
                </a:cxn>
                <a:cxn ang="0">
                  <a:pos x="199" y="765"/>
                </a:cxn>
                <a:cxn ang="0">
                  <a:pos x="145" y="673"/>
                </a:cxn>
                <a:cxn ang="0">
                  <a:pos x="110" y="661"/>
                </a:cxn>
                <a:cxn ang="0">
                  <a:pos x="92" y="652"/>
                </a:cxn>
                <a:cxn ang="0">
                  <a:pos x="98" y="595"/>
                </a:cxn>
                <a:cxn ang="0">
                  <a:pos x="25" y="588"/>
                </a:cxn>
                <a:cxn ang="0">
                  <a:pos x="35" y="542"/>
                </a:cxn>
                <a:cxn ang="0">
                  <a:pos x="66" y="446"/>
                </a:cxn>
                <a:cxn ang="0">
                  <a:pos x="47" y="393"/>
                </a:cxn>
                <a:cxn ang="0">
                  <a:pos x="13" y="356"/>
                </a:cxn>
                <a:cxn ang="0">
                  <a:pos x="29" y="316"/>
                </a:cxn>
                <a:cxn ang="0">
                  <a:pos x="85" y="304"/>
                </a:cxn>
                <a:cxn ang="0">
                  <a:pos x="109" y="345"/>
                </a:cxn>
                <a:cxn ang="0">
                  <a:pos x="143" y="391"/>
                </a:cxn>
                <a:cxn ang="0">
                  <a:pos x="156" y="445"/>
                </a:cxn>
                <a:cxn ang="0">
                  <a:pos x="190" y="506"/>
                </a:cxn>
                <a:cxn ang="0">
                  <a:pos x="248" y="506"/>
                </a:cxn>
                <a:cxn ang="0">
                  <a:pos x="326" y="421"/>
                </a:cxn>
                <a:cxn ang="0">
                  <a:pos x="370" y="375"/>
                </a:cxn>
                <a:cxn ang="0">
                  <a:pos x="410" y="323"/>
                </a:cxn>
                <a:cxn ang="0">
                  <a:pos x="455" y="350"/>
                </a:cxn>
                <a:cxn ang="0">
                  <a:pos x="570" y="326"/>
                </a:cxn>
                <a:cxn ang="0">
                  <a:pos x="597" y="288"/>
                </a:cxn>
                <a:cxn ang="0">
                  <a:pos x="655" y="265"/>
                </a:cxn>
                <a:cxn ang="0">
                  <a:pos x="735" y="289"/>
                </a:cxn>
                <a:cxn ang="0">
                  <a:pos x="904" y="187"/>
                </a:cxn>
                <a:cxn ang="0">
                  <a:pos x="968" y="116"/>
                </a:cxn>
                <a:cxn ang="0">
                  <a:pos x="1033" y="123"/>
                </a:cxn>
                <a:cxn ang="0">
                  <a:pos x="1123" y="156"/>
                </a:cxn>
                <a:cxn ang="0">
                  <a:pos x="1220" y="110"/>
                </a:cxn>
                <a:cxn ang="0">
                  <a:pos x="1250" y="41"/>
                </a:cxn>
                <a:cxn ang="0">
                  <a:pos x="1295" y="7"/>
                </a:cxn>
                <a:cxn ang="0">
                  <a:pos x="1284" y="97"/>
                </a:cxn>
                <a:cxn ang="0">
                  <a:pos x="1312" y="140"/>
                </a:cxn>
              </a:cxnLst>
              <a:rect l="0" t="0" r="r" b="b"/>
              <a:pathLst>
                <a:path w="1330" h="900">
                  <a:moveTo>
                    <a:pt x="1330" y="146"/>
                  </a:moveTo>
                  <a:cubicBezTo>
                    <a:pt x="1330" y="146"/>
                    <a:pt x="1326" y="155"/>
                    <a:pt x="1324" y="157"/>
                  </a:cubicBezTo>
                  <a:cubicBezTo>
                    <a:pt x="1322" y="161"/>
                    <a:pt x="1314" y="166"/>
                    <a:pt x="1312" y="169"/>
                  </a:cubicBezTo>
                  <a:cubicBezTo>
                    <a:pt x="1310" y="171"/>
                    <a:pt x="1309" y="176"/>
                    <a:pt x="1308" y="178"/>
                  </a:cubicBezTo>
                  <a:cubicBezTo>
                    <a:pt x="1307" y="181"/>
                    <a:pt x="1306" y="185"/>
                    <a:pt x="1304" y="186"/>
                  </a:cubicBezTo>
                  <a:cubicBezTo>
                    <a:pt x="1303" y="187"/>
                    <a:pt x="1300" y="188"/>
                    <a:pt x="1298" y="188"/>
                  </a:cubicBezTo>
                  <a:cubicBezTo>
                    <a:pt x="1296" y="188"/>
                    <a:pt x="1290" y="187"/>
                    <a:pt x="1288" y="187"/>
                  </a:cubicBezTo>
                  <a:cubicBezTo>
                    <a:pt x="1284" y="187"/>
                    <a:pt x="1278" y="187"/>
                    <a:pt x="1274" y="187"/>
                  </a:cubicBezTo>
                  <a:cubicBezTo>
                    <a:pt x="1272" y="187"/>
                    <a:pt x="1268" y="184"/>
                    <a:pt x="1267" y="185"/>
                  </a:cubicBezTo>
                  <a:cubicBezTo>
                    <a:pt x="1264" y="187"/>
                    <a:pt x="1268" y="196"/>
                    <a:pt x="1268" y="200"/>
                  </a:cubicBezTo>
                  <a:cubicBezTo>
                    <a:pt x="1268" y="203"/>
                    <a:pt x="1268" y="208"/>
                    <a:pt x="1268" y="210"/>
                  </a:cubicBezTo>
                  <a:cubicBezTo>
                    <a:pt x="1267" y="216"/>
                    <a:pt x="1262" y="232"/>
                    <a:pt x="1262" y="232"/>
                  </a:cubicBezTo>
                  <a:cubicBezTo>
                    <a:pt x="1262" y="232"/>
                    <a:pt x="1238" y="243"/>
                    <a:pt x="1231" y="247"/>
                  </a:cubicBezTo>
                  <a:cubicBezTo>
                    <a:pt x="1226" y="250"/>
                    <a:pt x="1219" y="257"/>
                    <a:pt x="1214" y="259"/>
                  </a:cubicBezTo>
                  <a:cubicBezTo>
                    <a:pt x="1210" y="261"/>
                    <a:pt x="1202" y="261"/>
                    <a:pt x="1198" y="263"/>
                  </a:cubicBezTo>
                  <a:cubicBezTo>
                    <a:pt x="1196" y="264"/>
                    <a:pt x="1193" y="269"/>
                    <a:pt x="1192" y="272"/>
                  </a:cubicBezTo>
                  <a:cubicBezTo>
                    <a:pt x="1190" y="275"/>
                    <a:pt x="1187" y="283"/>
                    <a:pt x="1188" y="286"/>
                  </a:cubicBezTo>
                  <a:cubicBezTo>
                    <a:pt x="1189" y="289"/>
                    <a:pt x="1194" y="293"/>
                    <a:pt x="1197" y="295"/>
                  </a:cubicBezTo>
                  <a:cubicBezTo>
                    <a:pt x="1200" y="296"/>
                    <a:pt x="1206" y="295"/>
                    <a:pt x="1209" y="298"/>
                  </a:cubicBezTo>
                  <a:cubicBezTo>
                    <a:pt x="1211" y="299"/>
                    <a:pt x="1213" y="305"/>
                    <a:pt x="1212" y="308"/>
                  </a:cubicBezTo>
                  <a:cubicBezTo>
                    <a:pt x="1212" y="311"/>
                    <a:pt x="1209" y="318"/>
                    <a:pt x="1207" y="320"/>
                  </a:cubicBezTo>
                  <a:cubicBezTo>
                    <a:pt x="1201" y="325"/>
                    <a:pt x="1186" y="328"/>
                    <a:pt x="1180" y="331"/>
                  </a:cubicBezTo>
                  <a:cubicBezTo>
                    <a:pt x="1177" y="332"/>
                    <a:pt x="1170" y="336"/>
                    <a:pt x="1168" y="338"/>
                  </a:cubicBezTo>
                  <a:cubicBezTo>
                    <a:pt x="1165" y="341"/>
                    <a:pt x="1163" y="349"/>
                    <a:pt x="1160" y="352"/>
                  </a:cubicBezTo>
                  <a:cubicBezTo>
                    <a:pt x="1157" y="354"/>
                    <a:pt x="1150" y="354"/>
                    <a:pt x="1147" y="356"/>
                  </a:cubicBezTo>
                  <a:cubicBezTo>
                    <a:pt x="1145" y="357"/>
                    <a:pt x="1141" y="359"/>
                    <a:pt x="1140" y="361"/>
                  </a:cubicBezTo>
                  <a:cubicBezTo>
                    <a:pt x="1139" y="363"/>
                    <a:pt x="1140" y="366"/>
                    <a:pt x="1140" y="368"/>
                  </a:cubicBezTo>
                  <a:cubicBezTo>
                    <a:pt x="1139" y="371"/>
                    <a:pt x="1135" y="376"/>
                    <a:pt x="1133" y="379"/>
                  </a:cubicBezTo>
                  <a:cubicBezTo>
                    <a:pt x="1129" y="384"/>
                    <a:pt x="1122" y="396"/>
                    <a:pt x="1117" y="400"/>
                  </a:cubicBezTo>
                  <a:cubicBezTo>
                    <a:pt x="1114" y="402"/>
                    <a:pt x="1106" y="404"/>
                    <a:pt x="1103" y="404"/>
                  </a:cubicBezTo>
                  <a:cubicBezTo>
                    <a:pt x="1099" y="403"/>
                    <a:pt x="1093" y="399"/>
                    <a:pt x="1089" y="398"/>
                  </a:cubicBezTo>
                  <a:cubicBezTo>
                    <a:pt x="1086" y="398"/>
                    <a:pt x="1079" y="396"/>
                    <a:pt x="1076" y="397"/>
                  </a:cubicBezTo>
                  <a:cubicBezTo>
                    <a:pt x="1073" y="397"/>
                    <a:pt x="1068" y="400"/>
                    <a:pt x="1065" y="401"/>
                  </a:cubicBezTo>
                  <a:cubicBezTo>
                    <a:pt x="1062" y="404"/>
                    <a:pt x="1056" y="410"/>
                    <a:pt x="1053" y="413"/>
                  </a:cubicBezTo>
                  <a:cubicBezTo>
                    <a:pt x="1050" y="418"/>
                    <a:pt x="1044" y="428"/>
                    <a:pt x="1041" y="432"/>
                  </a:cubicBezTo>
                  <a:cubicBezTo>
                    <a:pt x="1038" y="435"/>
                    <a:pt x="1032" y="439"/>
                    <a:pt x="1030" y="442"/>
                  </a:cubicBezTo>
                  <a:cubicBezTo>
                    <a:pt x="1029" y="445"/>
                    <a:pt x="1027" y="452"/>
                    <a:pt x="1029" y="455"/>
                  </a:cubicBezTo>
                  <a:cubicBezTo>
                    <a:pt x="1031" y="459"/>
                    <a:pt x="1043" y="461"/>
                    <a:pt x="1048" y="464"/>
                  </a:cubicBezTo>
                  <a:cubicBezTo>
                    <a:pt x="1052" y="467"/>
                    <a:pt x="1059" y="473"/>
                    <a:pt x="1062" y="476"/>
                  </a:cubicBezTo>
                  <a:cubicBezTo>
                    <a:pt x="1065" y="480"/>
                    <a:pt x="1071" y="487"/>
                    <a:pt x="1073" y="492"/>
                  </a:cubicBezTo>
                  <a:cubicBezTo>
                    <a:pt x="1074" y="495"/>
                    <a:pt x="1074" y="502"/>
                    <a:pt x="1075" y="505"/>
                  </a:cubicBezTo>
                  <a:cubicBezTo>
                    <a:pt x="1076" y="510"/>
                    <a:pt x="1077" y="519"/>
                    <a:pt x="1080" y="523"/>
                  </a:cubicBezTo>
                  <a:cubicBezTo>
                    <a:pt x="1081" y="525"/>
                    <a:pt x="1087" y="528"/>
                    <a:pt x="1088" y="531"/>
                  </a:cubicBezTo>
                  <a:cubicBezTo>
                    <a:pt x="1090" y="534"/>
                    <a:pt x="1091" y="542"/>
                    <a:pt x="1090" y="545"/>
                  </a:cubicBezTo>
                  <a:cubicBezTo>
                    <a:pt x="1089" y="549"/>
                    <a:pt x="1080" y="552"/>
                    <a:pt x="1079" y="555"/>
                  </a:cubicBezTo>
                  <a:cubicBezTo>
                    <a:pt x="1078" y="559"/>
                    <a:pt x="1082" y="568"/>
                    <a:pt x="1082" y="572"/>
                  </a:cubicBezTo>
                  <a:cubicBezTo>
                    <a:pt x="1082" y="573"/>
                    <a:pt x="1082" y="576"/>
                    <a:pt x="1081" y="578"/>
                  </a:cubicBezTo>
                  <a:cubicBezTo>
                    <a:pt x="1080" y="580"/>
                    <a:pt x="1073" y="579"/>
                    <a:pt x="1071" y="581"/>
                  </a:cubicBezTo>
                  <a:cubicBezTo>
                    <a:pt x="1068" y="582"/>
                    <a:pt x="1062" y="587"/>
                    <a:pt x="1060" y="590"/>
                  </a:cubicBezTo>
                  <a:cubicBezTo>
                    <a:pt x="1057" y="593"/>
                    <a:pt x="1054" y="599"/>
                    <a:pt x="1052" y="603"/>
                  </a:cubicBezTo>
                  <a:cubicBezTo>
                    <a:pt x="1051" y="605"/>
                    <a:pt x="1052" y="611"/>
                    <a:pt x="1050" y="613"/>
                  </a:cubicBezTo>
                  <a:cubicBezTo>
                    <a:pt x="1048" y="615"/>
                    <a:pt x="1040" y="613"/>
                    <a:pt x="1037" y="613"/>
                  </a:cubicBezTo>
                  <a:cubicBezTo>
                    <a:pt x="1033" y="613"/>
                    <a:pt x="1025" y="614"/>
                    <a:pt x="1021" y="615"/>
                  </a:cubicBezTo>
                  <a:cubicBezTo>
                    <a:pt x="1016" y="616"/>
                    <a:pt x="1006" y="622"/>
                    <a:pt x="1001" y="625"/>
                  </a:cubicBezTo>
                  <a:cubicBezTo>
                    <a:pt x="998" y="628"/>
                    <a:pt x="991" y="634"/>
                    <a:pt x="988" y="638"/>
                  </a:cubicBezTo>
                  <a:cubicBezTo>
                    <a:pt x="987" y="639"/>
                    <a:pt x="984" y="643"/>
                    <a:pt x="984" y="645"/>
                  </a:cubicBezTo>
                  <a:cubicBezTo>
                    <a:pt x="982" y="652"/>
                    <a:pt x="981" y="666"/>
                    <a:pt x="983" y="673"/>
                  </a:cubicBezTo>
                  <a:cubicBezTo>
                    <a:pt x="984" y="677"/>
                    <a:pt x="990" y="682"/>
                    <a:pt x="989" y="686"/>
                  </a:cubicBezTo>
                  <a:cubicBezTo>
                    <a:pt x="989" y="689"/>
                    <a:pt x="981" y="692"/>
                    <a:pt x="979" y="695"/>
                  </a:cubicBezTo>
                  <a:cubicBezTo>
                    <a:pt x="976" y="698"/>
                    <a:pt x="974" y="707"/>
                    <a:pt x="972" y="711"/>
                  </a:cubicBezTo>
                  <a:cubicBezTo>
                    <a:pt x="970" y="716"/>
                    <a:pt x="966" y="725"/>
                    <a:pt x="963" y="729"/>
                  </a:cubicBezTo>
                  <a:cubicBezTo>
                    <a:pt x="961" y="732"/>
                    <a:pt x="956" y="737"/>
                    <a:pt x="953" y="738"/>
                  </a:cubicBezTo>
                  <a:cubicBezTo>
                    <a:pt x="939" y="744"/>
                    <a:pt x="907" y="737"/>
                    <a:pt x="892" y="742"/>
                  </a:cubicBezTo>
                  <a:cubicBezTo>
                    <a:pt x="888" y="743"/>
                    <a:pt x="881" y="749"/>
                    <a:pt x="878" y="752"/>
                  </a:cubicBezTo>
                  <a:cubicBezTo>
                    <a:pt x="874" y="755"/>
                    <a:pt x="866" y="763"/>
                    <a:pt x="864" y="767"/>
                  </a:cubicBezTo>
                  <a:cubicBezTo>
                    <a:pt x="861" y="771"/>
                    <a:pt x="859" y="779"/>
                    <a:pt x="859" y="784"/>
                  </a:cubicBezTo>
                  <a:cubicBezTo>
                    <a:pt x="858" y="790"/>
                    <a:pt x="861" y="804"/>
                    <a:pt x="861" y="810"/>
                  </a:cubicBezTo>
                  <a:cubicBezTo>
                    <a:pt x="861" y="811"/>
                    <a:pt x="862" y="813"/>
                    <a:pt x="861" y="814"/>
                  </a:cubicBezTo>
                  <a:cubicBezTo>
                    <a:pt x="860" y="816"/>
                    <a:pt x="854" y="819"/>
                    <a:pt x="852" y="819"/>
                  </a:cubicBezTo>
                  <a:cubicBezTo>
                    <a:pt x="848" y="820"/>
                    <a:pt x="842" y="819"/>
                    <a:pt x="838" y="818"/>
                  </a:cubicBezTo>
                  <a:cubicBezTo>
                    <a:pt x="834" y="818"/>
                    <a:pt x="827" y="815"/>
                    <a:pt x="823" y="815"/>
                  </a:cubicBezTo>
                  <a:cubicBezTo>
                    <a:pt x="819" y="816"/>
                    <a:pt x="813" y="825"/>
                    <a:pt x="809" y="825"/>
                  </a:cubicBezTo>
                  <a:cubicBezTo>
                    <a:pt x="803" y="825"/>
                    <a:pt x="797" y="812"/>
                    <a:pt x="792" y="809"/>
                  </a:cubicBezTo>
                  <a:cubicBezTo>
                    <a:pt x="789" y="808"/>
                    <a:pt x="781" y="805"/>
                    <a:pt x="778" y="805"/>
                  </a:cubicBezTo>
                  <a:cubicBezTo>
                    <a:pt x="775" y="805"/>
                    <a:pt x="769" y="805"/>
                    <a:pt x="766" y="806"/>
                  </a:cubicBezTo>
                  <a:cubicBezTo>
                    <a:pt x="762" y="807"/>
                    <a:pt x="754" y="812"/>
                    <a:pt x="749" y="814"/>
                  </a:cubicBezTo>
                  <a:cubicBezTo>
                    <a:pt x="748" y="814"/>
                    <a:pt x="747" y="815"/>
                    <a:pt x="746" y="815"/>
                  </a:cubicBezTo>
                  <a:cubicBezTo>
                    <a:pt x="744" y="815"/>
                    <a:pt x="741" y="814"/>
                    <a:pt x="740" y="812"/>
                  </a:cubicBezTo>
                  <a:cubicBezTo>
                    <a:pt x="737" y="809"/>
                    <a:pt x="738" y="798"/>
                    <a:pt x="735" y="794"/>
                  </a:cubicBezTo>
                  <a:cubicBezTo>
                    <a:pt x="733" y="791"/>
                    <a:pt x="726" y="788"/>
                    <a:pt x="723" y="787"/>
                  </a:cubicBezTo>
                  <a:cubicBezTo>
                    <a:pt x="721" y="785"/>
                    <a:pt x="715" y="781"/>
                    <a:pt x="713" y="779"/>
                  </a:cubicBezTo>
                  <a:cubicBezTo>
                    <a:pt x="712" y="778"/>
                    <a:pt x="709" y="774"/>
                    <a:pt x="708" y="772"/>
                  </a:cubicBezTo>
                  <a:cubicBezTo>
                    <a:pt x="706" y="770"/>
                    <a:pt x="700" y="767"/>
                    <a:pt x="698" y="766"/>
                  </a:cubicBezTo>
                  <a:cubicBezTo>
                    <a:pt x="693" y="764"/>
                    <a:pt x="684" y="763"/>
                    <a:pt x="680" y="764"/>
                  </a:cubicBezTo>
                  <a:cubicBezTo>
                    <a:pt x="674" y="764"/>
                    <a:pt x="664" y="767"/>
                    <a:pt x="658" y="767"/>
                  </a:cubicBezTo>
                  <a:cubicBezTo>
                    <a:pt x="655" y="767"/>
                    <a:pt x="648" y="767"/>
                    <a:pt x="645" y="765"/>
                  </a:cubicBezTo>
                  <a:cubicBezTo>
                    <a:pt x="641" y="763"/>
                    <a:pt x="637" y="754"/>
                    <a:pt x="633" y="752"/>
                  </a:cubicBezTo>
                  <a:cubicBezTo>
                    <a:pt x="631" y="750"/>
                    <a:pt x="625" y="747"/>
                    <a:pt x="622" y="747"/>
                  </a:cubicBezTo>
                  <a:cubicBezTo>
                    <a:pt x="620" y="746"/>
                    <a:pt x="617" y="749"/>
                    <a:pt x="615" y="749"/>
                  </a:cubicBezTo>
                  <a:cubicBezTo>
                    <a:pt x="614" y="750"/>
                    <a:pt x="611" y="750"/>
                    <a:pt x="610" y="751"/>
                  </a:cubicBezTo>
                  <a:cubicBezTo>
                    <a:pt x="607" y="753"/>
                    <a:pt x="604" y="760"/>
                    <a:pt x="603" y="763"/>
                  </a:cubicBezTo>
                  <a:cubicBezTo>
                    <a:pt x="603" y="766"/>
                    <a:pt x="606" y="770"/>
                    <a:pt x="606" y="772"/>
                  </a:cubicBezTo>
                  <a:cubicBezTo>
                    <a:pt x="605" y="774"/>
                    <a:pt x="599" y="777"/>
                    <a:pt x="596" y="778"/>
                  </a:cubicBezTo>
                  <a:cubicBezTo>
                    <a:pt x="594" y="779"/>
                    <a:pt x="589" y="778"/>
                    <a:pt x="587" y="778"/>
                  </a:cubicBezTo>
                  <a:cubicBezTo>
                    <a:pt x="584" y="778"/>
                    <a:pt x="577" y="779"/>
                    <a:pt x="574" y="780"/>
                  </a:cubicBezTo>
                  <a:cubicBezTo>
                    <a:pt x="572" y="781"/>
                    <a:pt x="569" y="782"/>
                    <a:pt x="567" y="783"/>
                  </a:cubicBezTo>
                  <a:cubicBezTo>
                    <a:pt x="565" y="784"/>
                    <a:pt x="562" y="788"/>
                    <a:pt x="559" y="789"/>
                  </a:cubicBezTo>
                  <a:cubicBezTo>
                    <a:pt x="558" y="789"/>
                    <a:pt x="554" y="788"/>
                    <a:pt x="552" y="790"/>
                  </a:cubicBezTo>
                  <a:cubicBezTo>
                    <a:pt x="549" y="792"/>
                    <a:pt x="546" y="801"/>
                    <a:pt x="547" y="805"/>
                  </a:cubicBezTo>
                  <a:cubicBezTo>
                    <a:pt x="547" y="806"/>
                    <a:pt x="549" y="808"/>
                    <a:pt x="549" y="809"/>
                  </a:cubicBezTo>
                  <a:cubicBezTo>
                    <a:pt x="548" y="810"/>
                    <a:pt x="543" y="811"/>
                    <a:pt x="542" y="812"/>
                  </a:cubicBezTo>
                  <a:cubicBezTo>
                    <a:pt x="537" y="814"/>
                    <a:pt x="529" y="819"/>
                    <a:pt x="525" y="821"/>
                  </a:cubicBezTo>
                  <a:cubicBezTo>
                    <a:pt x="522" y="823"/>
                    <a:pt x="514" y="825"/>
                    <a:pt x="511" y="827"/>
                  </a:cubicBezTo>
                  <a:cubicBezTo>
                    <a:pt x="509" y="829"/>
                    <a:pt x="508" y="836"/>
                    <a:pt x="506" y="838"/>
                  </a:cubicBezTo>
                  <a:cubicBezTo>
                    <a:pt x="504" y="839"/>
                    <a:pt x="499" y="839"/>
                    <a:pt x="497" y="840"/>
                  </a:cubicBezTo>
                  <a:cubicBezTo>
                    <a:pt x="495" y="841"/>
                    <a:pt x="492" y="842"/>
                    <a:pt x="490" y="843"/>
                  </a:cubicBezTo>
                  <a:cubicBezTo>
                    <a:pt x="489" y="844"/>
                    <a:pt x="486" y="848"/>
                    <a:pt x="484" y="848"/>
                  </a:cubicBezTo>
                  <a:cubicBezTo>
                    <a:pt x="480" y="849"/>
                    <a:pt x="474" y="844"/>
                    <a:pt x="470" y="842"/>
                  </a:cubicBezTo>
                  <a:cubicBezTo>
                    <a:pt x="467" y="840"/>
                    <a:pt x="459" y="837"/>
                    <a:pt x="455" y="836"/>
                  </a:cubicBezTo>
                  <a:cubicBezTo>
                    <a:pt x="452" y="836"/>
                    <a:pt x="445" y="837"/>
                    <a:pt x="441" y="837"/>
                  </a:cubicBezTo>
                  <a:cubicBezTo>
                    <a:pt x="437" y="836"/>
                    <a:pt x="428" y="834"/>
                    <a:pt x="423" y="833"/>
                  </a:cubicBezTo>
                  <a:cubicBezTo>
                    <a:pt x="419" y="832"/>
                    <a:pt x="411" y="829"/>
                    <a:pt x="408" y="831"/>
                  </a:cubicBezTo>
                  <a:cubicBezTo>
                    <a:pt x="405" y="832"/>
                    <a:pt x="405" y="838"/>
                    <a:pt x="403" y="840"/>
                  </a:cubicBezTo>
                  <a:cubicBezTo>
                    <a:pt x="402" y="843"/>
                    <a:pt x="397" y="850"/>
                    <a:pt x="395" y="853"/>
                  </a:cubicBezTo>
                  <a:cubicBezTo>
                    <a:pt x="394" y="854"/>
                    <a:pt x="391" y="858"/>
                    <a:pt x="389" y="859"/>
                  </a:cubicBezTo>
                  <a:cubicBezTo>
                    <a:pt x="386" y="860"/>
                    <a:pt x="381" y="860"/>
                    <a:pt x="378" y="861"/>
                  </a:cubicBezTo>
                  <a:cubicBezTo>
                    <a:pt x="376" y="861"/>
                    <a:pt x="372" y="862"/>
                    <a:pt x="370" y="862"/>
                  </a:cubicBezTo>
                  <a:cubicBezTo>
                    <a:pt x="367" y="863"/>
                    <a:pt x="360" y="863"/>
                    <a:pt x="357" y="864"/>
                  </a:cubicBezTo>
                  <a:cubicBezTo>
                    <a:pt x="354" y="864"/>
                    <a:pt x="349" y="863"/>
                    <a:pt x="347" y="864"/>
                  </a:cubicBezTo>
                  <a:cubicBezTo>
                    <a:pt x="344" y="865"/>
                    <a:pt x="340" y="869"/>
                    <a:pt x="338" y="872"/>
                  </a:cubicBezTo>
                  <a:cubicBezTo>
                    <a:pt x="337" y="874"/>
                    <a:pt x="338" y="879"/>
                    <a:pt x="337" y="881"/>
                  </a:cubicBezTo>
                  <a:cubicBezTo>
                    <a:pt x="337" y="885"/>
                    <a:pt x="341" y="894"/>
                    <a:pt x="337" y="897"/>
                  </a:cubicBezTo>
                  <a:cubicBezTo>
                    <a:pt x="336" y="898"/>
                    <a:pt x="332" y="896"/>
                    <a:pt x="331" y="895"/>
                  </a:cubicBezTo>
                  <a:cubicBezTo>
                    <a:pt x="328" y="894"/>
                    <a:pt x="325" y="887"/>
                    <a:pt x="323" y="885"/>
                  </a:cubicBezTo>
                  <a:cubicBezTo>
                    <a:pt x="319" y="882"/>
                    <a:pt x="312" y="875"/>
                    <a:pt x="308" y="873"/>
                  </a:cubicBezTo>
                  <a:cubicBezTo>
                    <a:pt x="304" y="872"/>
                    <a:pt x="295" y="873"/>
                    <a:pt x="291" y="875"/>
                  </a:cubicBezTo>
                  <a:cubicBezTo>
                    <a:pt x="288" y="876"/>
                    <a:pt x="284" y="882"/>
                    <a:pt x="282" y="884"/>
                  </a:cubicBezTo>
                  <a:cubicBezTo>
                    <a:pt x="280" y="888"/>
                    <a:pt x="278" y="896"/>
                    <a:pt x="275" y="898"/>
                  </a:cubicBezTo>
                  <a:cubicBezTo>
                    <a:pt x="273" y="899"/>
                    <a:pt x="270" y="900"/>
                    <a:pt x="269" y="899"/>
                  </a:cubicBezTo>
                  <a:cubicBezTo>
                    <a:pt x="267" y="898"/>
                    <a:pt x="266" y="894"/>
                    <a:pt x="266" y="892"/>
                  </a:cubicBezTo>
                  <a:cubicBezTo>
                    <a:pt x="264" y="889"/>
                    <a:pt x="262" y="881"/>
                    <a:pt x="260" y="878"/>
                  </a:cubicBezTo>
                  <a:cubicBezTo>
                    <a:pt x="259" y="874"/>
                    <a:pt x="254" y="868"/>
                    <a:pt x="252" y="864"/>
                  </a:cubicBezTo>
                  <a:cubicBezTo>
                    <a:pt x="250" y="861"/>
                    <a:pt x="248" y="855"/>
                    <a:pt x="244" y="850"/>
                  </a:cubicBezTo>
                  <a:cubicBezTo>
                    <a:pt x="240" y="846"/>
                    <a:pt x="233" y="834"/>
                    <a:pt x="229" y="829"/>
                  </a:cubicBezTo>
                  <a:cubicBezTo>
                    <a:pt x="226" y="826"/>
                    <a:pt x="220" y="822"/>
                    <a:pt x="219" y="818"/>
                  </a:cubicBezTo>
                  <a:cubicBezTo>
                    <a:pt x="217" y="815"/>
                    <a:pt x="219" y="806"/>
                    <a:pt x="219" y="802"/>
                  </a:cubicBezTo>
                  <a:cubicBezTo>
                    <a:pt x="219" y="798"/>
                    <a:pt x="220" y="788"/>
                    <a:pt x="217" y="785"/>
                  </a:cubicBezTo>
                  <a:cubicBezTo>
                    <a:pt x="215" y="783"/>
                    <a:pt x="209" y="783"/>
                    <a:pt x="206" y="782"/>
                  </a:cubicBezTo>
                  <a:cubicBezTo>
                    <a:pt x="203" y="781"/>
                    <a:pt x="195" y="782"/>
                    <a:pt x="194" y="779"/>
                  </a:cubicBezTo>
                  <a:cubicBezTo>
                    <a:pt x="192" y="776"/>
                    <a:pt x="199" y="769"/>
                    <a:pt x="199" y="765"/>
                  </a:cubicBezTo>
                  <a:cubicBezTo>
                    <a:pt x="199" y="761"/>
                    <a:pt x="197" y="753"/>
                    <a:pt x="195" y="749"/>
                  </a:cubicBezTo>
                  <a:cubicBezTo>
                    <a:pt x="193" y="744"/>
                    <a:pt x="187" y="733"/>
                    <a:pt x="183" y="728"/>
                  </a:cubicBezTo>
                  <a:cubicBezTo>
                    <a:pt x="180" y="723"/>
                    <a:pt x="171" y="713"/>
                    <a:pt x="167" y="708"/>
                  </a:cubicBezTo>
                  <a:cubicBezTo>
                    <a:pt x="164" y="703"/>
                    <a:pt x="158" y="692"/>
                    <a:pt x="154" y="687"/>
                  </a:cubicBezTo>
                  <a:cubicBezTo>
                    <a:pt x="152" y="684"/>
                    <a:pt x="148" y="676"/>
                    <a:pt x="145" y="673"/>
                  </a:cubicBezTo>
                  <a:cubicBezTo>
                    <a:pt x="143" y="672"/>
                    <a:pt x="140" y="672"/>
                    <a:pt x="138" y="671"/>
                  </a:cubicBezTo>
                  <a:cubicBezTo>
                    <a:pt x="135" y="669"/>
                    <a:pt x="134" y="660"/>
                    <a:pt x="132" y="658"/>
                  </a:cubicBezTo>
                  <a:cubicBezTo>
                    <a:pt x="130" y="656"/>
                    <a:pt x="127" y="656"/>
                    <a:pt x="125" y="655"/>
                  </a:cubicBezTo>
                  <a:cubicBezTo>
                    <a:pt x="122" y="655"/>
                    <a:pt x="115" y="654"/>
                    <a:pt x="112" y="656"/>
                  </a:cubicBezTo>
                  <a:cubicBezTo>
                    <a:pt x="111" y="657"/>
                    <a:pt x="111" y="660"/>
                    <a:pt x="110" y="661"/>
                  </a:cubicBezTo>
                  <a:cubicBezTo>
                    <a:pt x="109" y="664"/>
                    <a:pt x="106" y="669"/>
                    <a:pt x="105" y="672"/>
                  </a:cubicBezTo>
                  <a:cubicBezTo>
                    <a:pt x="104" y="673"/>
                    <a:pt x="101" y="677"/>
                    <a:pt x="100" y="678"/>
                  </a:cubicBezTo>
                  <a:cubicBezTo>
                    <a:pt x="98" y="679"/>
                    <a:pt x="93" y="680"/>
                    <a:pt x="91" y="679"/>
                  </a:cubicBezTo>
                  <a:cubicBezTo>
                    <a:pt x="89" y="677"/>
                    <a:pt x="90" y="671"/>
                    <a:pt x="90" y="669"/>
                  </a:cubicBezTo>
                  <a:cubicBezTo>
                    <a:pt x="90" y="665"/>
                    <a:pt x="90" y="656"/>
                    <a:pt x="92" y="652"/>
                  </a:cubicBezTo>
                  <a:cubicBezTo>
                    <a:pt x="93" y="650"/>
                    <a:pt x="98" y="649"/>
                    <a:pt x="100" y="646"/>
                  </a:cubicBezTo>
                  <a:cubicBezTo>
                    <a:pt x="101" y="644"/>
                    <a:pt x="101" y="638"/>
                    <a:pt x="101" y="635"/>
                  </a:cubicBezTo>
                  <a:cubicBezTo>
                    <a:pt x="101" y="630"/>
                    <a:pt x="98" y="619"/>
                    <a:pt x="99" y="614"/>
                  </a:cubicBezTo>
                  <a:cubicBezTo>
                    <a:pt x="99" y="611"/>
                    <a:pt x="104" y="608"/>
                    <a:pt x="104" y="605"/>
                  </a:cubicBezTo>
                  <a:cubicBezTo>
                    <a:pt x="104" y="602"/>
                    <a:pt x="101" y="596"/>
                    <a:pt x="98" y="595"/>
                  </a:cubicBezTo>
                  <a:cubicBezTo>
                    <a:pt x="95" y="592"/>
                    <a:pt x="85" y="592"/>
                    <a:pt x="80" y="590"/>
                  </a:cubicBezTo>
                  <a:cubicBezTo>
                    <a:pt x="77" y="589"/>
                    <a:pt x="70" y="585"/>
                    <a:pt x="66" y="584"/>
                  </a:cubicBezTo>
                  <a:cubicBezTo>
                    <a:pt x="63" y="584"/>
                    <a:pt x="58" y="585"/>
                    <a:pt x="55" y="586"/>
                  </a:cubicBezTo>
                  <a:cubicBezTo>
                    <a:pt x="53" y="586"/>
                    <a:pt x="47" y="587"/>
                    <a:pt x="45" y="587"/>
                  </a:cubicBezTo>
                  <a:cubicBezTo>
                    <a:pt x="40" y="588"/>
                    <a:pt x="29" y="590"/>
                    <a:pt x="25" y="588"/>
                  </a:cubicBezTo>
                  <a:cubicBezTo>
                    <a:pt x="22" y="587"/>
                    <a:pt x="19" y="581"/>
                    <a:pt x="17" y="578"/>
                  </a:cubicBezTo>
                  <a:cubicBezTo>
                    <a:pt x="15" y="577"/>
                    <a:pt x="10" y="575"/>
                    <a:pt x="9" y="572"/>
                  </a:cubicBezTo>
                  <a:cubicBezTo>
                    <a:pt x="9" y="570"/>
                    <a:pt x="11" y="566"/>
                    <a:pt x="12" y="564"/>
                  </a:cubicBezTo>
                  <a:cubicBezTo>
                    <a:pt x="14" y="560"/>
                    <a:pt x="19" y="553"/>
                    <a:pt x="23" y="549"/>
                  </a:cubicBezTo>
                  <a:cubicBezTo>
                    <a:pt x="25" y="547"/>
                    <a:pt x="34" y="545"/>
                    <a:pt x="35" y="542"/>
                  </a:cubicBezTo>
                  <a:cubicBezTo>
                    <a:pt x="38" y="538"/>
                    <a:pt x="34" y="527"/>
                    <a:pt x="34" y="522"/>
                  </a:cubicBezTo>
                  <a:cubicBezTo>
                    <a:pt x="33" y="517"/>
                    <a:pt x="31" y="508"/>
                    <a:pt x="32" y="504"/>
                  </a:cubicBezTo>
                  <a:cubicBezTo>
                    <a:pt x="32" y="498"/>
                    <a:pt x="39" y="488"/>
                    <a:pt x="42" y="483"/>
                  </a:cubicBezTo>
                  <a:cubicBezTo>
                    <a:pt x="45" y="477"/>
                    <a:pt x="53" y="468"/>
                    <a:pt x="57" y="463"/>
                  </a:cubicBezTo>
                  <a:cubicBezTo>
                    <a:pt x="59" y="459"/>
                    <a:pt x="65" y="451"/>
                    <a:pt x="66" y="446"/>
                  </a:cubicBezTo>
                  <a:cubicBezTo>
                    <a:pt x="68" y="443"/>
                    <a:pt x="69" y="434"/>
                    <a:pt x="69" y="430"/>
                  </a:cubicBezTo>
                  <a:cubicBezTo>
                    <a:pt x="70" y="426"/>
                    <a:pt x="71" y="417"/>
                    <a:pt x="69" y="412"/>
                  </a:cubicBezTo>
                  <a:cubicBezTo>
                    <a:pt x="68" y="410"/>
                    <a:pt x="65" y="404"/>
                    <a:pt x="63" y="403"/>
                  </a:cubicBezTo>
                  <a:cubicBezTo>
                    <a:pt x="60" y="401"/>
                    <a:pt x="54" y="401"/>
                    <a:pt x="52" y="400"/>
                  </a:cubicBezTo>
                  <a:cubicBezTo>
                    <a:pt x="50" y="399"/>
                    <a:pt x="48" y="395"/>
                    <a:pt x="47" y="393"/>
                  </a:cubicBezTo>
                  <a:cubicBezTo>
                    <a:pt x="46" y="391"/>
                    <a:pt x="43" y="387"/>
                    <a:pt x="42" y="386"/>
                  </a:cubicBezTo>
                  <a:cubicBezTo>
                    <a:pt x="39" y="383"/>
                    <a:pt x="33" y="378"/>
                    <a:pt x="29" y="377"/>
                  </a:cubicBezTo>
                  <a:cubicBezTo>
                    <a:pt x="28" y="376"/>
                    <a:pt x="25" y="376"/>
                    <a:pt x="23" y="375"/>
                  </a:cubicBezTo>
                  <a:cubicBezTo>
                    <a:pt x="22" y="374"/>
                    <a:pt x="20" y="370"/>
                    <a:pt x="19" y="369"/>
                  </a:cubicBezTo>
                  <a:cubicBezTo>
                    <a:pt x="17" y="366"/>
                    <a:pt x="15" y="359"/>
                    <a:pt x="13" y="356"/>
                  </a:cubicBezTo>
                  <a:cubicBezTo>
                    <a:pt x="11" y="353"/>
                    <a:pt x="6" y="348"/>
                    <a:pt x="4" y="345"/>
                  </a:cubicBezTo>
                  <a:cubicBezTo>
                    <a:pt x="3" y="343"/>
                    <a:pt x="0" y="339"/>
                    <a:pt x="1" y="338"/>
                  </a:cubicBezTo>
                  <a:cubicBezTo>
                    <a:pt x="3" y="334"/>
                    <a:pt x="12" y="335"/>
                    <a:pt x="15" y="333"/>
                  </a:cubicBezTo>
                  <a:cubicBezTo>
                    <a:pt x="18" y="332"/>
                    <a:pt x="22" y="327"/>
                    <a:pt x="23" y="325"/>
                  </a:cubicBezTo>
                  <a:cubicBezTo>
                    <a:pt x="25" y="323"/>
                    <a:pt x="28" y="319"/>
                    <a:pt x="29" y="316"/>
                  </a:cubicBezTo>
                  <a:cubicBezTo>
                    <a:pt x="29" y="311"/>
                    <a:pt x="26" y="302"/>
                    <a:pt x="26" y="297"/>
                  </a:cubicBezTo>
                  <a:cubicBezTo>
                    <a:pt x="25" y="289"/>
                    <a:pt x="22" y="267"/>
                    <a:pt x="22" y="267"/>
                  </a:cubicBezTo>
                  <a:cubicBezTo>
                    <a:pt x="22" y="267"/>
                    <a:pt x="60" y="263"/>
                    <a:pt x="70" y="270"/>
                  </a:cubicBezTo>
                  <a:cubicBezTo>
                    <a:pt x="76" y="275"/>
                    <a:pt x="78" y="292"/>
                    <a:pt x="81" y="298"/>
                  </a:cubicBezTo>
                  <a:cubicBezTo>
                    <a:pt x="82" y="299"/>
                    <a:pt x="84" y="303"/>
                    <a:pt x="85" y="304"/>
                  </a:cubicBezTo>
                  <a:cubicBezTo>
                    <a:pt x="87" y="306"/>
                    <a:pt x="90" y="310"/>
                    <a:pt x="92" y="312"/>
                  </a:cubicBezTo>
                  <a:cubicBezTo>
                    <a:pt x="94" y="314"/>
                    <a:pt x="97" y="316"/>
                    <a:pt x="99" y="319"/>
                  </a:cubicBezTo>
                  <a:cubicBezTo>
                    <a:pt x="100" y="321"/>
                    <a:pt x="100" y="324"/>
                    <a:pt x="101" y="326"/>
                  </a:cubicBezTo>
                  <a:cubicBezTo>
                    <a:pt x="102" y="330"/>
                    <a:pt x="104" y="334"/>
                    <a:pt x="106" y="338"/>
                  </a:cubicBezTo>
                  <a:cubicBezTo>
                    <a:pt x="106" y="340"/>
                    <a:pt x="107" y="343"/>
                    <a:pt x="109" y="345"/>
                  </a:cubicBezTo>
                  <a:cubicBezTo>
                    <a:pt x="111" y="347"/>
                    <a:pt x="115" y="348"/>
                    <a:pt x="117" y="351"/>
                  </a:cubicBezTo>
                  <a:cubicBezTo>
                    <a:pt x="121" y="354"/>
                    <a:pt x="125" y="358"/>
                    <a:pt x="127" y="362"/>
                  </a:cubicBezTo>
                  <a:cubicBezTo>
                    <a:pt x="129" y="366"/>
                    <a:pt x="131" y="371"/>
                    <a:pt x="133" y="375"/>
                  </a:cubicBezTo>
                  <a:cubicBezTo>
                    <a:pt x="134" y="377"/>
                    <a:pt x="137" y="379"/>
                    <a:pt x="139" y="382"/>
                  </a:cubicBezTo>
                  <a:cubicBezTo>
                    <a:pt x="140" y="384"/>
                    <a:pt x="142" y="388"/>
                    <a:pt x="143" y="391"/>
                  </a:cubicBezTo>
                  <a:cubicBezTo>
                    <a:pt x="145" y="395"/>
                    <a:pt x="148" y="400"/>
                    <a:pt x="149" y="404"/>
                  </a:cubicBezTo>
                  <a:cubicBezTo>
                    <a:pt x="150" y="407"/>
                    <a:pt x="152" y="411"/>
                    <a:pt x="152" y="414"/>
                  </a:cubicBezTo>
                  <a:cubicBezTo>
                    <a:pt x="153" y="416"/>
                    <a:pt x="152" y="420"/>
                    <a:pt x="152" y="422"/>
                  </a:cubicBezTo>
                  <a:cubicBezTo>
                    <a:pt x="152" y="426"/>
                    <a:pt x="152" y="430"/>
                    <a:pt x="152" y="434"/>
                  </a:cubicBezTo>
                  <a:cubicBezTo>
                    <a:pt x="153" y="437"/>
                    <a:pt x="155" y="441"/>
                    <a:pt x="156" y="445"/>
                  </a:cubicBezTo>
                  <a:cubicBezTo>
                    <a:pt x="158" y="448"/>
                    <a:pt x="159" y="453"/>
                    <a:pt x="162" y="456"/>
                  </a:cubicBezTo>
                  <a:cubicBezTo>
                    <a:pt x="163" y="458"/>
                    <a:pt x="166" y="459"/>
                    <a:pt x="168" y="460"/>
                  </a:cubicBezTo>
                  <a:cubicBezTo>
                    <a:pt x="171" y="463"/>
                    <a:pt x="173" y="468"/>
                    <a:pt x="175" y="471"/>
                  </a:cubicBezTo>
                  <a:cubicBezTo>
                    <a:pt x="179" y="476"/>
                    <a:pt x="185" y="482"/>
                    <a:pt x="187" y="487"/>
                  </a:cubicBezTo>
                  <a:cubicBezTo>
                    <a:pt x="189" y="492"/>
                    <a:pt x="189" y="500"/>
                    <a:pt x="190" y="506"/>
                  </a:cubicBezTo>
                  <a:cubicBezTo>
                    <a:pt x="190" y="508"/>
                    <a:pt x="190" y="512"/>
                    <a:pt x="191" y="514"/>
                  </a:cubicBezTo>
                  <a:cubicBezTo>
                    <a:pt x="193" y="522"/>
                    <a:pt x="193" y="536"/>
                    <a:pt x="201" y="538"/>
                  </a:cubicBezTo>
                  <a:cubicBezTo>
                    <a:pt x="201" y="538"/>
                    <a:pt x="202" y="536"/>
                    <a:pt x="203" y="535"/>
                  </a:cubicBezTo>
                  <a:cubicBezTo>
                    <a:pt x="208" y="531"/>
                    <a:pt x="218" y="524"/>
                    <a:pt x="223" y="521"/>
                  </a:cubicBezTo>
                  <a:cubicBezTo>
                    <a:pt x="229" y="517"/>
                    <a:pt x="242" y="510"/>
                    <a:pt x="248" y="506"/>
                  </a:cubicBezTo>
                  <a:cubicBezTo>
                    <a:pt x="253" y="502"/>
                    <a:pt x="263" y="494"/>
                    <a:pt x="268" y="490"/>
                  </a:cubicBezTo>
                  <a:cubicBezTo>
                    <a:pt x="273" y="485"/>
                    <a:pt x="283" y="475"/>
                    <a:pt x="289" y="470"/>
                  </a:cubicBezTo>
                  <a:cubicBezTo>
                    <a:pt x="293" y="466"/>
                    <a:pt x="302" y="459"/>
                    <a:pt x="305" y="454"/>
                  </a:cubicBezTo>
                  <a:cubicBezTo>
                    <a:pt x="309" y="450"/>
                    <a:pt x="316" y="440"/>
                    <a:pt x="319" y="434"/>
                  </a:cubicBezTo>
                  <a:cubicBezTo>
                    <a:pt x="321" y="431"/>
                    <a:pt x="324" y="425"/>
                    <a:pt x="326" y="421"/>
                  </a:cubicBezTo>
                  <a:cubicBezTo>
                    <a:pt x="327" y="419"/>
                    <a:pt x="332" y="413"/>
                    <a:pt x="332" y="410"/>
                  </a:cubicBezTo>
                  <a:cubicBezTo>
                    <a:pt x="332" y="406"/>
                    <a:pt x="324" y="398"/>
                    <a:pt x="325" y="394"/>
                  </a:cubicBezTo>
                  <a:cubicBezTo>
                    <a:pt x="325" y="391"/>
                    <a:pt x="332" y="387"/>
                    <a:pt x="334" y="385"/>
                  </a:cubicBezTo>
                  <a:cubicBezTo>
                    <a:pt x="338" y="382"/>
                    <a:pt x="349" y="375"/>
                    <a:pt x="349" y="375"/>
                  </a:cubicBezTo>
                  <a:cubicBezTo>
                    <a:pt x="349" y="375"/>
                    <a:pt x="365" y="376"/>
                    <a:pt x="370" y="375"/>
                  </a:cubicBezTo>
                  <a:cubicBezTo>
                    <a:pt x="373" y="374"/>
                    <a:pt x="378" y="370"/>
                    <a:pt x="380" y="368"/>
                  </a:cubicBezTo>
                  <a:cubicBezTo>
                    <a:pt x="382" y="365"/>
                    <a:pt x="384" y="358"/>
                    <a:pt x="385" y="354"/>
                  </a:cubicBezTo>
                  <a:cubicBezTo>
                    <a:pt x="385" y="350"/>
                    <a:pt x="385" y="342"/>
                    <a:pt x="387" y="339"/>
                  </a:cubicBezTo>
                  <a:cubicBezTo>
                    <a:pt x="389" y="336"/>
                    <a:pt x="394" y="334"/>
                    <a:pt x="397" y="332"/>
                  </a:cubicBezTo>
                  <a:cubicBezTo>
                    <a:pt x="400" y="330"/>
                    <a:pt x="406" y="324"/>
                    <a:pt x="410" y="323"/>
                  </a:cubicBezTo>
                  <a:cubicBezTo>
                    <a:pt x="414" y="322"/>
                    <a:pt x="422" y="323"/>
                    <a:pt x="424" y="326"/>
                  </a:cubicBezTo>
                  <a:cubicBezTo>
                    <a:pt x="428" y="330"/>
                    <a:pt x="423" y="343"/>
                    <a:pt x="424" y="348"/>
                  </a:cubicBezTo>
                  <a:cubicBezTo>
                    <a:pt x="425" y="350"/>
                    <a:pt x="428" y="354"/>
                    <a:pt x="429" y="356"/>
                  </a:cubicBezTo>
                  <a:cubicBezTo>
                    <a:pt x="431" y="358"/>
                    <a:pt x="436" y="360"/>
                    <a:pt x="439" y="360"/>
                  </a:cubicBezTo>
                  <a:cubicBezTo>
                    <a:pt x="444" y="359"/>
                    <a:pt x="451" y="352"/>
                    <a:pt x="455" y="350"/>
                  </a:cubicBezTo>
                  <a:cubicBezTo>
                    <a:pt x="459" y="347"/>
                    <a:pt x="467" y="342"/>
                    <a:pt x="471" y="339"/>
                  </a:cubicBezTo>
                  <a:cubicBezTo>
                    <a:pt x="477" y="335"/>
                    <a:pt x="492" y="323"/>
                    <a:pt x="494" y="321"/>
                  </a:cubicBezTo>
                  <a:cubicBezTo>
                    <a:pt x="496" y="320"/>
                    <a:pt x="516" y="313"/>
                    <a:pt x="524" y="313"/>
                  </a:cubicBezTo>
                  <a:cubicBezTo>
                    <a:pt x="529" y="313"/>
                    <a:pt x="537" y="316"/>
                    <a:pt x="541" y="317"/>
                  </a:cubicBezTo>
                  <a:cubicBezTo>
                    <a:pt x="548" y="319"/>
                    <a:pt x="562" y="326"/>
                    <a:pt x="570" y="326"/>
                  </a:cubicBezTo>
                  <a:cubicBezTo>
                    <a:pt x="574" y="326"/>
                    <a:pt x="581" y="323"/>
                    <a:pt x="585" y="321"/>
                  </a:cubicBezTo>
                  <a:cubicBezTo>
                    <a:pt x="589" y="320"/>
                    <a:pt x="596" y="317"/>
                    <a:pt x="600" y="314"/>
                  </a:cubicBezTo>
                  <a:cubicBezTo>
                    <a:pt x="602" y="312"/>
                    <a:pt x="607" y="307"/>
                    <a:pt x="609" y="305"/>
                  </a:cubicBezTo>
                  <a:cubicBezTo>
                    <a:pt x="610" y="303"/>
                    <a:pt x="613" y="300"/>
                    <a:pt x="613" y="299"/>
                  </a:cubicBezTo>
                  <a:cubicBezTo>
                    <a:pt x="612" y="294"/>
                    <a:pt x="597" y="293"/>
                    <a:pt x="597" y="288"/>
                  </a:cubicBezTo>
                  <a:cubicBezTo>
                    <a:pt x="597" y="286"/>
                    <a:pt x="602" y="283"/>
                    <a:pt x="603" y="282"/>
                  </a:cubicBezTo>
                  <a:cubicBezTo>
                    <a:pt x="605" y="280"/>
                    <a:pt x="609" y="278"/>
                    <a:pt x="612" y="277"/>
                  </a:cubicBezTo>
                  <a:cubicBezTo>
                    <a:pt x="615" y="276"/>
                    <a:pt x="623" y="277"/>
                    <a:pt x="627" y="277"/>
                  </a:cubicBezTo>
                  <a:cubicBezTo>
                    <a:pt x="632" y="277"/>
                    <a:pt x="641" y="280"/>
                    <a:pt x="645" y="278"/>
                  </a:cubicBezTo>
                  <a:cubicBezTo>
                    <a:pt x="649" y="276"/>
                    <a:pt x="653" y="268"/>
                    <a:pt x="655" y="265"/>
                  </a:cubicBezTo>
                  <a:cubicBezTo>
                    <a:pt x="657" y="261"/>
                    <a:pt x="660" y="254"/>
                    <a:pt x="663" y="251"/>
                  </a:cubicBezTo>
                  <a:cubicBezTo>
                    <a:pt x="665" y="248"/>
                    <a:pt x="669" y="242"/>
                    <a:pt x="672" y="241"/>
                  </a:cubicBezTo>
                  <a:cubicBezTo>
                    <a:pt x="677" y="240"/>
                    <a:pt x="687" y="243"/>
                    <a:pt x="692" y="245"/>
                  </a:cubicBezTo>
                  <a:cubicBezTo>
                    <a:pt x="700" y="248"/>
                    <a:pt x="713" y="259"/>
                    <a:pt x="719" y="265"/>
                  </a:cubicBezTo>
                  <a:cubicBezTo>
                    <a:pt x="724" y="270"/>
                    <a:pt x="728" y="288"/>
                    <a:pt x="735" y="289"/>
                  </a:cubicBezTo>
                  <a:cubicBezTo>
                    <a:pt x="752" y="291"/>
                    <a:pt x="774" y="257"/>
                    <a:pt x="787" y="246"/>
                  </a:cubicBezTo>
                  <a:cubicBezTo>
                    <a:pt x="798" y="236"/>
                    <a:pt x="818" y="212"/>
                    <a:pt x="832" y="207"/>
                  </a:cubicBezTo>
                  <a:cubicBezTo>
                    <a:pt x="840" y="204"/>
                    <a:pt x="857" y="206"/>
                    <a:pt x="865" y="205"/>
                  </a:cubicBezTo>
                  <a:cubicBezTo>
                    <a:pt x="870" y="205"/>
                    <a:pt x="881" y="204"/>
                    <a:pt x="886" y="202"/>
                  </a:cubicBezTo>
                  <a:cubicBezTo>
                    <a:pt x="891" y="199"/>
                    <a:pt x="900" y="191"/>
                    <a:pt x="904" y="187"/>
                  </a:cubicBezTo>
                  <a:cubicBezTo>
                    <a:pt x="906" y="184"/>
                    <a:pt x="909" y="178"/>
                    <a:pt x="912" y="176"/>
                  </a:cubicBezTo>
                  <a:cubicBezTo>
                    <a:pt x="917" y="172"/>
                    <a:pt x="932" y="170"/>
                    <a:pt x="936" y="164"/>
                  </a:cubicBezTo>
                  <a:cubicBezTo>
                    <a:pt x="941" y="157"/>
                    <a:pt x="934" y="136"/>
                    <a:pt x="939" y="129"/>
                  </a:cubicBezTo>
                  <a:cubicBezTo>
                    <a:pt x="941" y="126"/>
                    <a:pt x="951" y="125"/>
                    <a:pt x="954" y="123"/>
                  </a:cubicBezTo>
                  <a:cubicBezTo>
                    <a:pt x="958" y="122"/>
                    <a:pt x="965" y="118"/>
                    <a:pt x="968" y="116"/>
                  </a:cubicBezTo>
                  <a:cubicBezTo>
                    <a:pt x="971" y="115"/>
                    <a:pt x="975" y="111"/>
                    <a:pt x="978" y="110"/>
                  </a:cubicBezTo>
                  <a:cubicBezTo>
                    <a:pt x="980" y="109"/>
                    <a:pt x="986" y="109"/>
                    <a:pt x="989" y="109"/>
                  </a:cubicBezTo>
                  <a:cubicBezTo>
                    <a:pt x="992" y="110"/>
                    <a:pt x="998" y="115"/>
                    <a:pt x="1002" y="116"/>
                  </a:cubicBezTo>
                  <a:cubicBezTo>
                    <a:pt x="1006" y="118"/>
                    <a:pt x="1015" y="124"/>
                    <a:pt x="1019" y="124"/>
                  </a:cubicBezTo>
                  <a:cubicBezTo>
                    <a:pt x="1023" y="125"/>
                    <a:pt x="1030" y="123"/>
                    <a:pt x="1033" y="123"/>
                  </a:cubicBezTo>
                  <a:cubicBezTo>
                    <a:pt x="1037" y="124"/>
                    <a:pt x="1045" y="127"/>
                    <a:pt x="1049" y="129"/>
                  </a:cubicBezTo>
                  <a:cubicBezTo>
                    <a:pt x="1054" y="132"/>
                    <a:pt x="1064" y="141"/>
                    <a:pt x="1069" y="143"/>
                  </a:cubicBezTo>
                  <a:cubicBezTo>
                    <a:pt x="1075" y="145"/>
                    <a:pt x="1087" y="145"/>
                    <a:pt x="1092" y="147"/>
                  </a:cubicBezTo>
                  <a:cubicBezTo>
                    <a:pt x="1096" y="149"/>
                    <a:pt x="1100" y="158"/>
                    <a:pt x="1104" y="159"/>
                  </a:cubicBezTo>
                  <a:cubicBezTo>
                    <a:pt x="1109" y="161"/>
                    <a:pt x="1118" y="157"/>
                    <a:pt x="1123" y="156"/>
                  </a:cubicBezTo>
                  <a:cubicBezTo>
                    <a:pt x="1132" y="154"/>
                    <a:pt x="1150" y="150"/>
                    <a:pt x="1159" y="147"/>
                  </a:cubicBezTo>
                  <a:cubicBezTo>
                    <a:pt x="1163" y="146"/>
                    <a:pt x="1172" y="143"/>
                    <a:pt x="1176" y="141"/>
                  </a:cubicBezTo>
                  <a:cubicBezTo>
                    <a:pt x="1183" y="137"/>
                    <a:pt x="1197" y="130"/>
                    <a:pt x="1202" y="124"/>
                  </a:cubicBezTo>
                  <a:cubicBezTo>
                    <a:pt x="1204" y="123"/>
                    <a:pt x="1205" y="118"/>
                    <a:pt x="1207" y="116"/>
                  </a:cubicBezTo>
                  <a:cubicBezTo>
                    <a:pt x="1210" y="114"/>
                    <a:pt x="1217" y="112"/>
                    <a:pt x="1220" y="110"/>
                  </a:cubicBezTo>
                  <a:cubicBezTo>
                    <a:pt x="1222" y="108"/>
                    <a:pt x="1228" y="104"/>
                    <a:pt x="1230" y="102"/>
                  </a:cubicBezTo>
                  <a:cubicBezTo>
                    <a:pt x="1234" y="99"/>
                    <a:pt x="1241" y="94"/>
                    <a:pt x="1243" y="91"/>
                  </a:cubicBezTo>
                  <a:cubicBezTo>
                    <a:pt x="1244" y="88"/>
                    <a:pt x="1245" y="82"/>
                    <a:pt x="1246" y="80"/>
                  </a:cubicBezTo>
                  <a:cubicBezTo>
                    <a:pt x="1246" y="75"/>
                    <a:pt x="1245" y="66"/>
                    <a:pt x="1246" y="61"/>
                  </a:cubicBezTo>
                  <a:cubicBezTo>
                    <a:pt x="1246" y="56"/>
                    <a:pt x="1248" y="46"/>
                    <a:pt x="1250" y="41"/>
                  </a:cubicBezTo>
                  <a:cubicBezTo>
                    <a:pt x="1252" y="38"/>
                    <a:pt x="1256" y="31"/>
                    <a:pt x="1258" y="27"/>
                  </a:cubicBezTo>
                  <a:cubicBezTo>
                    <a:pt x="1260" y="24"/>
                    <a:pt x="1265" y="18"/>
                    <a:pt x="1267" y="15"/>
                  </a:cubicBezTo>
                  <a:cubicBezTo>
                    <a:pt x="1270" y="11"/>
                    <a:pt x="1281" y="0"/>
                    <a:pt x="1281" y="0"/>
                  </a:cubicBezTo>
                  <a:cubicBezTo>
                    <a:pt x="1281" y="0"/>
                    <a:pt x="1285" y="1"/>
                    <a:pt x="1287" y="2"/>
                  </a:cubicBezTo>
                  <a:cubicBezTo>
                    <a:pt x="1289" y="3"/>
                    <a:pt x="1294" y="5"/>
                    <a:pt x="1295" y="7"/>
                  </a:cubicBezTo>
                  <a:cubicBezTo>
                    <a:pt x="1296" y="9"/>
                    <a:pt x="1296" y="13"/>
                    <a:pt x="1296" y="15"/>
                  </a:cubicBezTo>
                  <a:cubicBezTo>
                    <a:pt x="1296" y="24"/>
                    <a:pt x="1296" y="43"/>
                    <a:pt x="1294" y="52"/>
                  </a:cubicBezTo>
                  <a:cubicBezTo>
                    <a:pt x="1293" y="58"/>
                    <a:pt x="1288" y="67"/>
                    <a:pt x="1286" y="72"/>
                  </a:cubicBezTo>
                  <a:cubicBezTo>
                    <a:pt x="1285" y="77"/>
                    <a:pt x="1280" y="85"/>
                    <a:pt x="1280" y="90"/>
                  </a:cubicBezTo>
                  <a:cubicBezTo>
                    <a:pt x="1281" y="92"/>
                    <a:pt x="1283" y="95"/>
                    <a:pt x="1284" y="97"/>
                  </a:cubicBezTo>
                  <a:cubicBezTo>
                    <a:pt x="1286" y="101"/>
                    <a:pt x="1291" y="107"/>
                    <a:pt x="1292" y="111"/>
                  </a:cubicBezTo>
                  <a:cubicBezTo>
                    <a:pt x="1293" y="113"/>
                    <a:pt x="1295" y="117"/>
                    <a:pt x="1296" y="119"/>
                  </a:cubicBezTo>
                  <a:cubicBezTo>
                    <a:pt x="1297" y="121"/>
                    <a:pt x="1299" y="126"/>
                    <a:pt x="1300" y="128"/>
                  </a:cubicBezTo>
                  <a:cubicBezTo>
                    <a:pt x="1301" y="130"/>
                    <a:pt x="1303" y="134"/>
                    <a:pt x="1304" y="135"/>
                  </a:cubicBezTo>
                  <a:cubicBezTo>
                    <a:pt x="1306" y="137"/>
                    <a:pt x="1310" y="139"/>
                    <a:pt x="1312" y="140"/>
                  </a:cubicBezTo>
                  <a:cubicBezTo>
                    <a:pt x="1314" y="141"/>
                    <a:pt x="1318" y="143"/>
                    <a:pt x="1320" y="144"/>
                  </a:cubicBezTo>
                  <a:cubicBezTo>
                    <a:pt x="1323" y="145"/>
                    <a:pt x="1330" y="146"/>
                    <a:pt x="1330" y="14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2"/>
            <p:cNvSpPr>
              <a:spLocks noEditPoints="1"/>
            </p:cNvSpPr>
            <p:nvPr/>
          </p:nvSpPr>
          <p:spPr bwMode="auto">
            <a:xfrm>
              <a:off x="3209926" y="2200276"/>
              <a:ext cx="1589088" cy="1482725"/>
            </a:xfrm>
            <a:custGeom>
              <a:avLst/>
              <a:gdLst/>
              <a:ahLst/>
              <a:cxnLst>
                <a:cxn ang="0">
                  <a:pos x="1176" y="725"/>
                </a:cxn>
                <a:cxn ang="0">
                  <a:pos x="1154" y="825"/>
                </a:cxn>
                <a:cxn ang="0">
                  <a:pos x="1067" y="911"/>
                </a:cxn>
                <a:cxn ang="0">
                  <a:pos x="910" y="880"/>
                </a:cxn>
                <a:cxn ang="0">
                  <a:pos x="812" y="951"/>
                </a:cxn>
                <a:cxn ang="0">
                  <a:pos x="580" y="1005"/>
                </a:cxn>
                <a:cxn ang="0">
                  <a:pos x="521" y="1063"/>
                </a:cxn>
                <a:cxn ang="0">
                  <a:pos x="379" y="1103"/>
                </a:cxn>
                <a:cxn ang="0">
                  <a:pos x="295" y="1103"/>
                </a:cxn>
                <a:cxn ang="0">
                  <a:pos x="245" y="1086"/>
                </a:cxn>
                <a:cxn ang="0">
                  <a:pos x="268" y="998"/>
                </a:cxn>
                <a:cxn ang="0">
                  <a:pos x="288" y="869"/>
                </a:cxn>
                <a:cxn ang="0">
                  <a:pos x="340" y="773"/>
                </a:cxn>
                <a:cxn ang="0">
                  <a:pos x="357" y="704"/>
                </a:cxn>
                <a:cxn ang="0">
                  <a:pos x="317" y="636"/>
                </a:cxn>
                <a:cxn ang="0">
                  <a:pos x="351" y="561"/>
                </a:cxn>
                <a:cxn ang="0">
                  <a:pos x="356" y="545"/>
                </a:cxn>
                <a:cxn ang="0">
                  <a:pos x="338" y="497"/>
                </a:cxn>
                <a:cxn ang="0">
                  <a:pos x="279" y="488"/>
                </a:cxn>
                <a:cxn ang="0">
                  <a:pos x="272" y="391"/>
                </a:cxn>
                <a:cxn ang="0">
                  <a:pos x="142" y="396"/>
                </a:cxn>
                <a:cxn ang="0">
                  <a:pos x="120" y="325"/>
                </a:cxn>
                <a:cxn ang="0">
                  <a:pos x="165" y="268"/>
                </a:cxn>
                <a:cxn ang="0">
                  <a:pos x="16" y="262"/>
                </a:cxn>
                <a:cxn ang="0">
                  <a:pos x="37" y="187"/>
                </a:cxn>
                <a:cxn ang="0">
                  <a:pos x="135" y="125"/>
                </a:cxn>
                <a:cxn ang="0">
                  <a:pos x="233" y="34"/>
                </a:cxn>
                <a:cxn ang="0">
                  <a:pos x="376" y="17"/>
                </a:cxn>
                <a:cxn ang="0">
                  <a:pos x="497" y="23"/>
                </a:cxn>
                <a:cxn ang="0">
                  <a:pos x="488" y="48"/>
                </a:cxn>
                <a:cxn ang="0">
                  <a:pos x="431" y="91"/>
                </a:cxn>
                <a:cxn ang="0">
                  <a:pos x="390" y="163"/>
                </a:cxn>
                <a:cxn ang="0">
                  <a:pos x="428" y="157"/>
                </a:cxn>
                <a:cxn ang="0">
                  <a:pos x="479" y="188"/>
                </a:cxn>
                <a:cxn ang="0">
                  <a:pos x="428" y="236"/>
                </a:cxn>
                <a:cxn ang="0">
                  <a:pos x="393" y="261"/>
                </a:cxn>
                <a:cxn ang="0">
                  <a:pos x="432" y="274"/>
                </a:cxn>
                <a:cxn ang="0">
                  <a:pos x="458" y="249"/>
                </a:cxn>
                <a:cxn ang="0">
                  <a:pos x="524" y="182"/>
                </a:cxn>
                <a:cxn ang="0">
                  <a:pos x="619" y="176"/>
                </a:cxn>
                <a:cxn ang="0">
                  <a:pos x="580" y="109"/>
                </a:cxn>
                <a:cxn ang="0">
                  <a:pos x="552" y="66"/>
                </a:cxn>
                <a:cxn ang="0">
                  <a:pos x="621" y="44"/>
                </a:cxn>
                <a:cxn ang="0">
                  <a:pos x="694" y="70"/>
                </a:cxn>
                <a:cxn ang="0">
                  <a:pos x="753" y="64"/>
                </a:cxn>
                <a:cxn ang="0">
                  <a:pos x="763" y="157"/>
                </a:cxn>
                <a:cxn ang="0">
                  <a:pos x="782" y="240"/>
                </a:cxn>
                <a:cxn ang="0">
                  <a:pos x="769" y="320"/>
                </a:cxn>
                <a:cxn ang="0">
                  <a:pos x="824" y="368"/>
                </a:cxn>
                <a:cxn ang="0">
                  <a:pos x="804" y="450"/>
                </a:cxn>
                <a:cxn ang="0">
                  <a:pos x="770" y="507"/>
                </a:cxn>
                <a:cxn ang="0">
                  <a:pos x="843" y="613"/>
                </a:cxn>
                <a:cxn ang="0">
                  <a:pos x="973" y="646"/>
                </a:cxn>
                <a:cxn ang="0">
                  <a:pos x="1112" y="641"/>
                </a:cxn>
                <a:cxn ang="0">
                  <a:pos x="1197" y="627"/>
                </a:cxn>
                <a:cxn ang="0">
                  <a:pos x="639" y="198"/>
                </a:cxn>
                <a:cxn ang="0">
                  <a:pos x="619" y="212"/>
                </a:cxn>
              </a:cxnLst>
              <a:rect l="0" t="0" r="r" b="b"/>
              <a:pathLst>
                <a:path w="1222" h="1140">
                  <a:moveTo>
                    <a:pt x="1221" y="712"/>
                  </a:moveTo>
                  <a:cubicBezTo>
                    <a:pt x="1222" y="715"/>
                    <a:pt x="1222" y="720"/>
                    <a:pt x="1221" y="723"/>
                  </a:cubicBezTo>
                  <a:cubicBezTo>
                    <a:pt x="1221" y="724"/>
                    <a:pt x="1220" y="727"/>
                    <a:pt x="1218" y="728"/>
                  </a:cubicBezTo>
                  <a:cubicBezTo>
                    <a:pt x="1217" y="730"/>
                    <a:pt x="1214" y="732"/>
                    <a:pt x="1212" y="732"/>
                  </a:cubicBezTo>
                  <a:cubicBezTo>
                    <a:pt x="1210" y="733"/>
                    <a:pt x="1205" y="732"/>
                    <a:pt x="1203" y="731"/>
                  </a:cubicBezTo>
                  <a:cubicBezTo>
                    <a:pt x="1201" y="731"/>
                    <a:pt x="1196" y="729"/>
                    <a:pt x="1194" y="728"/>
                  </a:cubicBezTo>
                  <a:cubicBezTo>
                    <a:pt x="1191" y="727"/>
                    <a:pt x="1186" y="726"/>
                    <a:pt x="1183" y="726"/>
                  </a:cubicBezTo>
                  <a:cubicBezTo>
                    <a:pt x="1181" y="726"/>
                    <a:pt x="1177" y="724"/>
                    <a:pt x="1176" y="725"/>
                  </a:cubicBezTo>
                  <a:cubicBezTo>
                    <a:pt x="1174" y="726"/>
                    <a:pt x="1176" y="730"/>
                    <a:pt x="1176" y="732"/>
                  </a:cubicBezTo>
                  <a:cubicBezTo>
                    <a:pt x="1177" y="735"/>
                    <a:pt x="1178" y="741"/>
                    <a:pt x="1179" y="744"/>
                  </a:cubicBezTo>
                  <a:cubicBezTo>
                    <a:pt x="1179" y="747"/>
                    <a:pt x="1181" y="751"/>
                    <a:pt x="1182" y="753"/>
                  </a:cubicBezTo>
                  <a:cubicBezTo>
                    <a:pt x="1183" y="756"/>
                    <a:pt x="1189" y="764"/>
                    <a:pt x="1189" y="764"/>
                  </a:cubicBezTo>
                  <a:cubicBezTo>
                    <a:pt x="1189" y="764"/>
                    <a:pt x="1178" y="775"/>
                    <a:pt x="1175" y="779"/>
                  </a:cubicBezTo>
                  <a:cubicBezTo>
                    <a:pt x="1173" y="782"/>
                    <a:pt x="1168" y="788"/>
                    <a:pt x="1166" y="791"/>
                  </a:cubicBezTo>
                  <a:cubicBezTo>
                    <a:pt x="1164" y="795"/>
                    <a:pt x="1160" y="802"/>
                    <a:pt x="1158" y="805"/>
                  </a:cubicBezTo>
                  <a:cubicBezTo>
                    <a:pt x="1156" y="810"/>
                    <a:pt x="1154" y="820"/>
                    <a:pt x="1154" y="825"/>
                  </a:cubicBezTo>
                  <a:cubicBezTo>
                    <a:pt x="1153" y="830"/>
                    <a:pt x="1154" y="839"/>
                    <a:pt x="1154" y="844"/>
                  </a:cubicBezTo>
                  <a:cubicBezTo>
                    <a:pt x="1153" y="846"/>
                    <a:pt x="1152" y="852"/>
                    <a:pt x="1151" y="855"/>
                  </a:cubicBezTo>
                  <a:cubicBezTo>
                    <a:pt x="1149" y="858"/>
                    <a:pt x="1142" y="863"/>
                    <a:pt x="1138" y="866"/>
                  </a:cubicBezTo>
                  <a:cubicBezTo>
                    <a:pt x="1136" y="868"/>
                    <a:pt x="1130" y="872"/>
                    <a:pt x="1128" y="874"/>
                  </a:cubicBezTo>
                  <a:cubicBezTo>
                    <a:pt x="1125" y="876"/>
                    <a:pt x="1118" y="878"/>
                    <a:pt x="1115" y="880"/>
                  </a:cubicBezTo>
                  <a:cubicBezTo>
                    <a:pt x="1113" y="882"/>
                    <a:pt x="1112" y="887"/>
                    <a:pt x="1110" y="888"/>
                  </a:cubicBezTo>
                  <a:cubicBezTo>
                    <a:pt x="1105" y="894"/>
                    <a:pt x="1091" y="901"/>
                    <a:pt x="1084" y="905"/>
                  </a:cubicBezTo>
                  <a:cubicBezTo>
                    <a:pt x="1080" y="907"/>
                    <a:pt x="1071" y="910"/>
                    <a:pt x="1067" y="911"/>
                  </a:cubicBezTo>
                  <a:cubicBezTo>
                    <a:pt x="1058" y="914"/>
                    <a:pt x="1040" y="918"/>
                    <a:pt x="1031" y="920"/>
                  </a:cubicBezTo>
                  <a:cubicBezTo>
                    <a:pt x="1026" y="921"/>
                    <a:pt x="1017" y="925"/>
                    <a:pt x="1012" y="923"/>
                  </a:cubicBezTo>
                  <a:cubicBezTo>
                    <a:pt x="1008" y="922"/>
                    <a:pt x="1004" y="913"/>
                    <a:pt x="1000" y="911"/>
                  </a:cubicBezTo>
                  <a:cubicBezTo>
                    <a:pt x="995" y="909"/>
                    <a:pt x="983" y="909"/>
                    <a:pt x="977" y="907"/>
                  </a:cubicBezTo>
                  <a:cubicBezTo>
                    <a:pt x="972" y="905"/>
                    <a:pt x="962" y="896"/>
                    <a:pt x="957" y="893"/>
                  </a:cubicBezTo>
                  <a:cubicBezTo>
                    <a:pt x="953" y="891"/>
                    <a:pt x="945" y="888"/>
                    <a:pt x="941" y="887"/>
                  </a:cubicBezTo>
                  <a:cubicBezTo>
                    <a:pt x="938" y="887"/>
                    <a:pt x="931" y="889"/>
                    <a:pt x="927" y="888"/>
                  </a:cubicBezTo>
                  <a:cubicBezTo>
                    <a:pt x="923" y="888"/>
                    <a:pt x="914" y="882"/>
                    <a:pt x="910" y="880"/>
                  </a:cubicBezTo>
                  <a:cubicBezTo>
                    <a:pt x="906" y="879"/>
                    <a:pt x="900" y="874"/>
                    <a:pt x="897" y="873"/>
                  </a:cubicBezTo>
                  <a:cubicBezTo>
                    <a:pt x="894" y="873"/>
                    <a:pt x="888" y="873"/>
                    <a:pt x="886" y="874"/>
                  </a:cubicBezTo>
                  <a:cubicBezTo>
                    <a:pt x="883" y="875"/>
                    <a:pt x="879" y="879"/>
                    <a:pt x="876" y="880"/>
                  </a:cubicBezTo>
                  <a:cubicBezTo>
                    <a:pt x="873" y="882"/>
                    <a:pt x="866" y="886"/>
                    <a:pt x="862" y="887"/>
                  </a:cubicBezTo>
                  <a:cubicBezTo>
                    <a:pt x="859" y="889"/>
                    <a:pt x="849" y="890"/>
                    <a:pt x="847" y="893"/>
                  </a:cubicBezTo>
                  <a:cubicBezTo>
                    <a:pt x="842" y="900"/>
                    <a:pt x="849" y="921"/>
                    <a:pt x="844" y="928"/>
                  </a:cubicBezTo>
                  <a:cubicBezTo>
                    <a:pt x="840" y="934"/>
                    <a:pt x="825" y="936"/>
                    <a:pt x="820" y="940"/>
                  </a:cubicBezTo>
                  <a:cubicBezTo>
                    <a:pt x="817" y="942"/>
                    <a:pt x="814" y="948"/>
                    <a:pt x="812" y="951"/>
                  </a:cubicBezTo>
                  <a:cubicBezTo>
                    <a:pt x="808" y="955"/>
                    <a:pt x="799" y="963"/>
                    <a:pt x="794" y="966"/>
                  </a:cubicBezTo>
                  <a:cubicBezTo>
                    <a:pt x="789" y="968"/>
                    <a:pt x="778" y="969"/>
                    <a:pt x="773" y="969"/>
                  </a:cubicBezTo>
                  <a:cubicBezTo>
                    <a:pt x="765" y="970"/>
                    <a:pt x="748" y="968"/>
                    <a:pt x="740" y="971"/>
                  </a:cubicBezTo>
                  <a:cubicBezTo>
                    <a:pt x="726" y="976"/>
                    <a:pt x="706" y="1000"/>
                    <a:pt x="695" y="1010"/>
                  </a:cubicBezTo>
                  <a:cubicBezTo>
                    <a:pt x="682" y="1021"/>
                    <a:pt x="660" y="1055"/>
                    <a:pt x="643" y="1053"/>
                  </a:cubicBezTo>
                  <a:cubicBezTo>
                    <a:pt x="636" y="1052"/>
                    <a:pt x="632" y="1034"/>
                    <a:pt x="627" y="1029"/>
                  </a:cubicBezTo>
                  <a:cubicBezTo>
                    <a:pt x="621" y="1023"/>
                    <a:pt x="608" y="1012"/>
                    <a:pt x="600" y="1009"/>
                  </a:cubicBezTo>
                  <a:cubicBezTo>
                    <a:pt x="595" y="1007"/>
                    <a:pt x="585" y="1004"/>
                    <a:pt x="580" y="1005"/>
                  </a:cubicBezTo>
                  <a:cubicBezTo>
                    <a:pt x="577" y="1006"/>
                    <a:pt x="573" y="1012"/>
                    <a:pt x="571" y="1015"/>
                  </a:cubicBezTo>
                  <a:cubicBezTo>
                    <a:pt x="568" y="1018"/>
                    <a:pt x="565" y="1025"/>
                    <a:pt x="563" y="1029"/>
                  </a:cubicBezTo>
                  <a:cubicBezTo>
                    <a:pt x="561" y="1032"/>
                    <a:pt x="557" y="1040"/>
                    <a:pt x="553" y="1042"/>
                  </a:cubicBezTo>
                  <a:cubicBezTo>
                    <a:pt x="549" y="1044"/>
                    <a:pt x="540" y="1041"/>
                    <a:pt x="535" y="1041"/>
                  </a:cubicBezTo>
                  <a:cubicBezTo>
                    <a:pt x="531" y="1041"/>
                    <a:pt x="523" y="1040"/>
                    <a:pt x="520" y="1041"/>
                  </a:cubicBezTo>
                  <a:cubicBezTo>
                    <a:pt x="517" y="1042"/>
                    <a:pt x="513" y="1044"/>
                    <a:pt x="511" y="1046"/>
                  </a:cubicBezTo>
                  <a:cubicBezTo>
                    <a:pt x="510" y="1047"/>
                    <a:pt x="505" y="1050"/>
                    <a:pt x="505" y="1052"/>
                  </a:cubicBezTo>
                  <a:cubicBezTo>
                    <a:pt x="505" y="1057"/>
                    <a:pt x="520" y="1058"/>
                    <a:pt x="521" y="1063"/>
                  </a:cubicBezTo>
                  <a:cubicBezTo>
                    <a:pt x="521" y="1064"/>
                    <a:pt x="518" y="1067"/>
                    <a:pt x="517" y="1069"/>
                  </a:cubicBezTo>
                  <a:cubicBezTo>
                    <a:pt x="515" y="1071"/>
                    <a:pt x="510" y="1076"/>
                    <a:pt x="508" y="1078"/>
                  </a:cubicBezTo>
                  <a:cubicBezTo>
                    <a:pt x="504" y="1081"/>
                    <a:pt x="497" y="1084"/>
                    <a:pt x="493" y="1085"/>
                  </a:cubicBezTo>
                  <a:cubicBezTo>
                    <a:pt x="489" y="1087"/>
                    <a:pt x="482" y="1090"/>
                    <a:pt x="478" y="1090"/>
                  </a:cubicBezTo>
                  <a:cubicBezTo>
                    <a:pt x="470" y="1090"/>
                    <a:pt x="456" y="1083"/>
                    <a:pt x="449" y="1081"/>
                  </a:cubicBezTo>
                  <a:cubicBezTo>
                    <a:pt x="445" y="1080"/>
                    <a:pt x="437" y="1077"/>
                    <a:pt x="432" y="1077"/>
                  </a:cubicBezTo>
                  <a:cubicBezTo>
                    <a:pt x="424" y="1077"/>
                    <a:pt x="404" y="1084"/>
                    <a:pt x="402" y="1085"/>
                  </a:cubicBezTo>
                  <a:cubicBezTo>
                    <a:pt x="400" y="1087"/>
                    <a:pt x="385" y="1099"/>
                    <a:pt x="379" y="1103"/>
                  </a:cubicBezTo>
                  <a:cubicBezTo>
                    <a:pt x="375" y="1106"/>
                    <a:pt x="367" y="1111"/>
                    <a:pt x="363" y="1114"/>
                  </a:cubicBezTo>
                  <a:cubicBezTo>
                    <a:pt x="359" y="1116"/>
                    <a:pt x="352" y="1123"/>
                    <a:pt x="347" y="1124"/>
                  </a:cubicBezTo>
                  <a:cubicBezTo>
                    <a:pt x="344" y="1124"/>
                    <a:pt x="339" y="1122"/>
                    <a:pt x="337" y="1120"/>
                  </a:cubicBezTo>
                  <a:cubicBezTo>
                    <a:pt x="336" y="1118"/>
                    <a:pt x="333" y="1114"/>
                    <a:pt x="332" y="1112"/>
                  </a:cubicBezTo>
                  <a:cubicBezTo>
                    <a:pt x="331" y="1107"/>
                    <a:pt x="336" y="1094"/>
                    <a:pt x="332" y="1090"/>
                  </a:cubicBezTo>
                  <a:cubicBezTo>
                    <a:pt x="330" y="1087"/>
                    <a:pt x="322" y="1086"/>
                    <a:pt x="318" y="1087"/>
                  </a:cubicBezTo>
                  <a:cubicBezTo>
                    <a:pt x="314" y="1088"/>
                    <a:pt x="308" y="1094"/>
                    <a:pt x="305" y="1096"/>
                  </a:cubicBezTo>
                  <a:cubicBezTo>
                    <a:pt x="302" y="1098"/>
                    <a:pt x="297" y="1100"/>
                    <a:pt x="295" y="1103"/>
                  </a:cubicBezTo>
                  <a:cubicBezTo>
                    <a:pt x="293" y="1106"/>
                    <a:pt x="293" y="1114"/>
                    <a:pt x="293" y="1118"/>
                  </a:cubicBezTo>
                  <a:cubicBezTo>
                    <a:pt x="292" y="1122"/>
                    <a:pt x="290" y="1129"/>
                    <a:pt x="288" y="1132"/>
                  </a:cubicBezTo>
                  <a:cubicBezTo>
                    <a:pt x="286" y="1134"/>
                    <a:pt x="281" y="1138"/>
                    <a:pt x="278" y="1139"/>
                  </a:cubicBezTo>
                  <a:cubicBezTo>
                    <a:pt x="273" y="1140"/>
                    <a:pt x="257" y="1139"/>
                    <a:pt x="257" y="1139"/>
                  </a:cubicBezTo>
                  <a:cubicBezTo>
                    <a:pt x="257" y="1139"/>
                    <a:pt x="261" y="1131"/>
                    <a:pt x="261" y="1128"/>
                  </a:cubicBezTo>
                  <a:cubicBezTo>
                    <a:pt x="261" y="1123"/>
                    <a:pt x="257" y="1112"/>
                    <a:pt x="256" y="1106"/>
                  </a:cubicBezTo>
                  <a:cubicBezTo>
                    <a:pt x="256" y="1104"/>
                    <a:pt x="258" y="1098"/>
                    <a:pt x="257" y="1096"/>
                  </a:cubicBezTo>
                  <a:cubicBezTo>
                    <a:pt x="255" y="1093"/>
                    <a:pt x="247" y="1089"/>
                    <a:pt x="245" y="1086"/>
                  </a:cubicBezTo>
                  <a:cubicBezTo>
                    <a:pt x="242" y="1080"/>
                    <a:pt x="243" y="1066"/>
                    <a:pt x="245" y="1060"/>
                  </a:cubicBezTo>
                  <a:cubicBezTo>
                    <a:pt x="246" y="1057"/>
                    <a:pt x="250" y="1052"/>
                    <a:pt x="251" y="1049"/>
                  </a:cubicBezTo>
                  <a:cubicBezTo>
                    <a:pt x="252" y="1046"/>
                    <a:pt x="251" y="1040"/>
                    <a:pt x="251" y="1037"/>
                  </a:cubicBezTo>
                  <a:cubicBezTo>
                    <a:pt x="249" y="1034"/>
                    <a:pt x="244" y="1029"/>
                    <a:pt x="243" y="1026"/>
                  </a:cubicBezTo>
                  <a:cubicBezTo>
                    <a:pt x="242" y="1023"/>
                    <a:pt x="242" y="1017"/>
                    <a:pt x="242" y="1014"/>
                  </a:cubicBezTo>
                  <a:cubicBezTo>
                    <a:pt x="243" y="1012"/>
                    <a:pt x="245" y="1009"/>
                    <a:pt x="247" y="1008"/>
                  </a:cubicBezTo>
                  <a:cubicBezTo>
                    <a:pt x="250" y="1007"/>
                    <a:pt x="257" y="1008"/>
                    <a:pt x="260" y="1006"/>
                  </a:cubicBezTo>
                  <a:cubicBezTo>
                    <a:pt x="262" y="1005"/>
                    <a:pt x="267" y="1001"/>
                    <a:pt x="268" y="998"/>
                  </a:cubicBezTo>
                  <a:cubicBezTo>
                    <a:pt x="270" y="994"/>
                    <a:pt x="268" y="986"/>
                    <a:pt x="268" y="982"/>
                  </a:cubicBezTo>
                  <a:cubicBezTo>
                    <a:pt x="269" y="979"/>
                    <a:pt x="265" y="968"/>
                    <a:pt x="267" y="964"/>
                  </a:cubicBezTo>
                  <a:cubicBezTo>
                    <a:pt x="268" y="959"/>
                    <a:pt x="275" y="953"/>
                    <a:pt x="278" y="949"/>
                  </a:cubicBezTo>
                  <a:cubicBezTo>
                    <a:pt x="280" y="947"/>
                    <a:pt x="285" y="941"/>
                    <a:pt x="286" y="938"/>
                  </a:cubicBezTo>
                  <a:cubicBezTo>
                    <a:pt x="287" y="933"/>
                    <a:pt x="285" y="923"/>
                    <a:pt x="285" y="918"/>
                  </a:cubicBezTo>
                  <a:cubicBezTo>
                    <a:pt x="284" y="912"/>
                    <a:pt x="283" y="902"/>
                    <a:pt x="282" y="896"/>
                  </a:cubicBezTo>
                  <a:cubicBezTo>
                    <a:pt x="281" y="892"/>
                    <a:pt x="278" y="882"/>
                    <a:pt x="278" y="882"/>
                  </a:cubicBezTo>
                  <a:cubicBezTo>
                    <a:pt x="278" y="882"/>
                    <a:pt x="285" y="872"/>
                    <a:pt x="288" y="869"/>
                  </a:cubicBezTo>
                  <a:cubicBezTo>
                    <a:pt x="291" y="865"/>
                    <a:pt x="300" y="859"/>
                    <a:pt x="304" y="856"/>
                  </a:cubicBezTo>
                  <a:cubicBezTo>
                    <a:pt x="307" y="854"/>
                    <a:pt x="313" y="850"/>
                    <a:pt x="317" y="849"/>
                  </a:cubicBezTo>
                  <a:cubicBezTo>
                    <a:pt x="321" y="848"/>
                    <a:pt x="331" y="852"/>
                    <a:pt x="335" y="851"/>
                  </a:cubicBezTo>
                  <a:cubicBezTo>
                    <a:pt x="339" y="850"/>
                    <a:pt x="347" y="847"/>
                    <a:pt x="348" y="844"/>
                  </a:cubicBezTo>
                  <a:cubicBezTo>
                    <a:pt x="349" y="838"/>
                    <a:pt x="337" y="830"/>
                    <a:pt x="336" y="825"/>
                  </a:cubicBezTo>
                  <a:cubicBezTo>
                    <a:pt x="334" y="819"/>
                    <a:pt x="337" y="807"/>
                    <a:pt x="337" y="801"/>
                  </a:cubicBezTo>
                  <a:cubicBezTo>
                    <a:pt x="338" y="796"/>
                    <a:pt x="338" y="787"/>
                    <a:pt x="338" y="782"/>
                  </a:cubicBezTo>
                  <a:cubicBezTo>
                    <a:pt x="339" y="780"/>
                    <a:pt x="339" y="775"/>
                    <a:pt x="340" y="773"/>
                  </a:cubicBezTo>
                  <a:cubicBezTo>
                    <a:pt x="342" y="770"/>
                    <a:pt x="348" y="766"/>
                    <a:pt x="351" y="766"/>
                  </a:cubicBezTo>
                  <a:cubicBezTo>
                    <a:pt x="354" y="766"/>
                    <a:pt x="360" y="771"/>
                    <a:pt x="364" y="772"/>
                  </a:cubicBezTo>
                  <a:cubicBezTo>
                    <a:pt x="365" y="772"/>
                    <a:pt x="368" y="771"/>
                    <a:pt x="369" y="770"/>
                  </a:cubicBezTo>
                  <a:cubicBezTo>
                    <a:pt x="372" y="770"/>
                    <a:pt x="378" y="773"/>
                    <a:pt x="380" y="771"/>
                  </a:cubicBezTo>
                  <a:cubicBezTo>
                    <a:pt x="383" y="768"/>
                    <a:pt x="382" y="758"/>
                    <a:pt x="382" y="754"/>
                  </a:cubicBezTo>
                  <a:cubicBezTo>
                    <a:pt x="382" y="747"/>
                    <a:pt x="384" y="732"/>
                    <a:pt x="381" y="726"/>
                  </a:cubicBezTo>
                  <a:cubicBezTo>
                    <a:pt x="380" y="723"/>
                    <a:pt x="374" y="719"/>
                    <a:pt x="372" y="717"/>
                  </a:cubicBezTo>
                  <a:cubicBezTo>
                    <a:pt x="368" y="713"/>
                    <a:pt x="361" y="707"/>
                    <a:pt x="357" y="704"/>
                  </a:cubicBezTo>
                  <a:cubicBezTo>
                    <a:pt x="355" y="702"/>
                    <a:pt x="350" y="699"/>
                    <a:pt x="347" y="697"/>
                  </a:cubicBezTo>
                  <a:cubicBezTo>
                    <a:pt x="343" y="695"/>
                    <a:pt x="334" y="693"/>
                    <a:pt x="330" y="691"/>
                  </a:cubicBezTo>
                  <a:cubicBezTo>
                    <a:pt x="327" y="689"/>
                    <a:pt x="322" y="689"/>
                    <a:pt x="321" y="686"/>
                  </a:cubicBezTo>
                  <a:cubicBezTo>
                    <a:pt x="319" y="684"/>
                    <a:pt x="320" y="679"/>
                    <a:pt x="321" y="676"/>
                  </a:cubicBezTo>
                  <a:cubicBezTo>
                    <a:pt x="322" y="673"/>
                    <a:pt x="326" y="670"/>
                    <a:pt x="328" y="667"/>
                  </a:cubicBezTo>
                  <a:cubicBezTo>
                    <a:pt x="329" y="664"/>
                    <a:pt x="330" y="661"/>
                    <a:pt x="330" y="659"/>
                  </a:cubicBezTo>
                  <a:cubicBezTo>
                    <a:pt x="329" y="656"/>
                    <a:pt x="325" y="653"/>
                    <a:pt x="323" y="650"/>
                  </a:cubicBezTo>
                  <a:cubicBezTo>
                    <a:pt x="321" y="646"/>
                    <a:pt x="318" y="640"/>
                    <a:pt x="317" y="636"/>
                  </a:cubicBezTo>
                  <a:cubicBezTo>
                    <a:pt x="317" y="633"/>
                    <a:pt x="317" y="629"/>
                    <a:pt x="318" y="627"/>
                  </a:cubicBezTo>
                  <a:cubicBezTo>
                    <a:pt x="320" y="624"/>
                    <a:pt x="326" y="623"/>
                    <a:pt x="328" y="620"/>
                  </a:cubicBezTo>
                  <a:cubicBezTo>
                    <a:pt x="329" y="618"/>
                    <a:pt x="328" y="614"/>
                    <a:pt x="329" y="611"/>
                  </a:cubicBezTo>
                  <a:cubicBezTo>
                    <a:pt x="329" y="608"/>
                    <a:pt x="329" y="604"/>
                    <a:pt x="330" y="601"/>
                  </a:cubicBezTo>
                  <a:cubicBezTo>
                    <a:pt x="331" y="598"/>
                    <a:pt x="334" y="594"/>
                    <a:pt x="335" y="591"/>
                  </a:cubicBezTo>
                  <a:cubicBezTo>
                    <a:pt x="337" y="588"/>
                    <a:pt x="337" y="584"/>
                    <a:pt x="338" y="581"/>
                  </a:cubicBezTo>
                  <a:cubicBezTo>
                    <a:pt x="340" y="578"/>
                    <a:pt x="342" y="573"/>
                    <a:pt x="344" y="570"/>
                  </a:cubicBezTo>
                  <a:cubicBezTo>
                    <a:pt x="346" y="567"/>
                    <a:pt x="351" y="564"/>
                    <a:pt x="351" y="561"/>
                  </a:cubicBezTo>
                  <a:cubicBezTo>
                    <a:pt x="351" y="560"/>
                    <a:pt x="349" y="560"/>
                    <a:pt x="348" y="559"/>
                  </a:cubicBezTo>
                  <a:cubicBezTo>
                    <a:pt x="346" y="558"/>
                    <a:pt x="342" y="556"/>
                    <a:pt x="340" y="554"/>
                  </a:cubicBezTo>
                  <a:cubicBezTo>
                    <a:pt x="338" y="552"/>
                    <a:pt x="331" y="547"/>
                    <a:pt x="332" y="544"/>
                  </a:cubicBezTo>
                  <a:cubicBezTo>
                    <a:pt x="332" y="542"/>
                    <a:pt x="334" y="538"/>
                    <a:pt x="335" y="536"/>
                  </a:cubicBezTo>
                  <a:cubicBezTo>
                    <a:pt x="336" y="534"/>
                    <a:pt x="339" y="527"/>
                    <a:pt x="342" y="527"/>
                  </a:cubicBezTo>
                  <a:cubicBezTo>
                    <a:pt x="343" y="527"/>
                    <a:pt x="343" y="531"/>
                    <a:pt x="344" y="533"/>
                  </a:cubicBezTo>
                  <a:cubicBezTo>
                    <a:pt x="346" y="535"/>
                    <a:pt x="351" y="537"/>
                    <a:pt x="353" y="539"/>
                  </a:cubicBezTo>
                  <a:cubicBezTo>
                    <a:pt x="354" y="541"/>
                    <a:pt x="354" y="545"/>
                    <a:pt x="356" y="545"/>
                  </a:cubicBezTo>
                  <a:cubicBezTo>
                    <a:pt x="361" y="544"/>
                    <a:pt x="366" y="536"/>
                    <a:pt x="369" y="532"/>
                  </a:cubicBezTo>
                  <a:cubicBezTo>
                    <a:pt x="370" y="531"/>
                    <a:pt x="372" y="529"/>
                    <a:pt x="371" y="528"/>
                  </a:cubicBezTo>
                  <a:cubicBezTo>
                    <a:pt x="371" y="526"/>
                    <a:pt x="367" y="525"/>
                    <a:pt x="367" y="523"/>
                  </a:cubicBezTo>
                  <a:cubicBezTo>
                    <a:pt x="365" y="521"/>
                    <a:pt x="366" y="517"/>
                    <a:pt x="366" y="514"/>
                  </a:cubicBezTo>
                  <a:cubicBezTo>
                    <a:pt x="365" y="512"/>
                    <a:pt x="367" y="508"/>
                    <a:pt x="366" y="506"/>
                  </a:cubicBezTo>
                  <a:cubicBezTo>
                    <a:pt x="364" y="503"/>
                    <a:pt x="361" y="500"/>
                    <a:pt x="358" y="498"/>
                  </a:cubicBezTo>
                  <a:cubicBezTo>
                    <a:pt x="355" y="496"/>
                    <a:pt x="351" y="495"/>
                    <a:pt x="348" y="495"/>
                  </a:cubicBezTo>
                  <a:cubicBezTo>
                    <a:pt x="345" y="495"/>
                    <a:pt x="341" y="495"/>
                    <a:pt x="338" y="497"/>
                  </a:cubicBezTo>
                  <a:cubicBezTo>
                    <a:pt x="337" y="498"/>
                    <a:pt x="337" y="501"/>
                    <a:pt x="335" y="502"/>
                  </a:cubicBezTo>
                  <a:cubicBezTo>
                    <a:pt x="333" y="503"/>
                    <a:pt x="329" y="499"/>
                    <a:pt x="327" y="498"/>
                  </a:cubicBezTo>
                  <a:cubicBezTo>
                    <a:pt x="325" y="497"/>
                    <a:pt x="323" y="495"/>
                    <a:pt x="321" y="495"/>
                  </a:cubicBezTo>
                  <a:cubicBezTo>
                    <a:pt x="318" y="495"/>
                    <a:pt x="315" y="496"/>
                    <a:pt x="312" y="497"/>
                  </a:cubicBezTo>
                  <a:cubicBezTo>
                    <a:pt x="311" y="497"/>
                    <a:pt x="310" y="499"/>
                    <a:pt x="309" y="499"/>
                  </a:cubicBezTo>
                  <a:cubicBezTo>
                    <a:pt x="306" y="500"/>
                    <a:pt x="302" y="498"/>
                    <a:pt x="299" y="497"/>
                  </a:cubicBezTo>
                  <a:cubicBezTo>
                    <a:pt x="294" y="495"/>
                    <a:pt x="290" y="488"/>
                    <a:pt x="285" y="487"/>
                  </a:cubicBezTo>
                  <a:cubicBezTo>
                    <a:pt x="283" y="487"/>
                    <a:pt x="281" y="489"/>
                    <a:pt x="279" y="488"/>
                  </a:cubicBezTo>
                  <a:cubicBezTo>
                    <a:pt x="278" y="488"/>
                    <a:pt x="276" y="487"/>
                    <a:pt x="274" y="485"/>
                  </a:cubicBezTo>
                  <a:cubicBezTo>
                    <a:pt x="273" y="484"/>
                    <a:pt x="270" y="479"/>
                    <a:pt x="270" y="479"/>
                  </a:cubicBezTo>
                  <a:cubicBezTo>
                    <a:pt x="269" y="482"/>
                    <a:pt x="257" y="480"/>
                    <a:pt x="255" y="478"/>
                  </a:cubicBezTo>
                  <a:cubicBezTo>
                    <a:pt x="250" y="472"/>
                    <a:pt x="258" y="456"/>
                    <a:pt x="259" y="449"/>
                  </a:cubicBezTo>
                  <a:cubicBezTo>
                    <a:pt x="259" y="444"/>
                    <a:pt x="258" y="434"/>
                    <a:pt x="257" y="429"/>
                  </a:cubicBezTo>
                  <a:cubicBezTo>
                    <a:pt x="256" y="423"/>
                    <a:pt x="251" y="413"/>
                    <a:pt x="252" y="408"/>
                  </a:cubicBezTo>
                  <a:cubicBezTo>
                    <a:pt x="252" y="406"/>
                    <a:pt x="256" y="402"/>
                    <a:pt x="258" y="400"/>
                  </a:cubicBezTo>
                  <a:cubicBezTo>
                    <a:pt x="261" y="397"/>
                    <a:pt x="271" y="395"/>
                    <a:pt x="272" y="391"/>
                  </a:cubicBezTo>
                  <a:cubicBezTo>
                    <a:pt x="273" y="388"/>
                    <a:pt x="271" y="381"/>
                    <a:pt x="270" y="378"/>
                  </a:cubicBezTo>
                  <a:cubicBezTo>
                    <a:pt x="268" y="374"/>
                    <a:pt x="262" y="365"/>
                    <a:pt x="257" y="365"/>
                  </a:cubicBezTo>
                  <a:cubicBezTo>
                    <a:pt x="255" y="365"/>
                    <a:pt x="251" y="369"/>
                    <a:pt x="249" y="370"/>
                  </a:cubicBezTo>
                  <a:cubicBezTo>
                    <a:pt x="242" y="374"/>
                    <a:pt x="226" y="382"/>
                    <a:pt x="218" y="385"/>
                  </a:cubicBezTo>
                  <a:cubicBezTo>
                    <a:pt x="209" y="387"/>
                    <a:pt x="192" y="389"/>
                    <a:pt x="184" y="390"/>
                  </a:cubicBezTo>
                  <a:cubicBezTo>
                    <a:pt x="180" y="391"/>
                    <a:pt x="172" y="390"/>
                    <a:pt x="168" y="391"/>
                  </a:cubicBezTo>
                  <a:cubicBezTo>
                    <a:pt x="162" y="392"/>
                    <a:pt x="144" y="398"/>
                    <a:pt x="144" y="398"/>
                  </a:cubicBezTo>
                  <a:cubicBezTo>
                    <a:pt x="142" y="396"/>
                    <a:pt x="142" y="396"/>
                    <a:pt x="142" y="396"/>
                  </a:cubicBezTo>
                  <a:cubicBezTo>
                    <a:pt x="142" y="396"/>
                    <a:pt x="131" y="393"/>
                    <a:pt x="128" y="392"/>
                  </a:cubicBezTo>
                  <a:cubicBezTo>
                    <a:pt x="123" y="390"/>
                    <a:pt x="110" y="383"/>
                    <a:pt x="110" y="383"/>
                  </a:cubicBezTo>
                  <a:cubicBezTo>
                    <a:pt x="110" y="383"/>
                    <a:pt x="93" y="372"/>
                    <a:pt x="91" y="366"/>
                  </a:cubicBezTo>
                  <a:cubicBezTo>
                    <a:pt x="91" y="363"/>
                    <a:pt x="94" y="359"/>
                    <a:pt x="96" y="356"/>
                  </a:cubicBezTo>
                  <a:cubicBezTo>
                    <a:pt x="97" y="354"/>
                    <a:pt x="99" y="350"/>
                    <a:pt x="100" y="347"/>
                  </a:cubicBezTo>
                  <a:cubicBezTo>
                    <a:pt x="102" y="344"/>
                    <a:pt x="103" y="340"/>
                    <a:pt x="105" y="338"/>
                  </a:cubicBezTo>
                  <a:cubicBezTo>
                    <a:pt x="106" y="335"/>
                    <a:pt x="109" y="333"/>
                    <a:pt x="111" y="331"/>
                  </a:cubicBezTo>
                  <a:cubicBezTo>
                    <a:pt x="114" y="329"/>
                    <a:pt x="118" y="327"/>
                    <a:pt x="120" y="325"/>
                  </a:cubicBezTo>
                  <a:cubicBezTo>
                    <a:pt x="123" y="323"/>
                    <a:pt x="126" y="321"/>
                    <a:pt x="129" y="320"/>
                  </a:cubicBezTo>
                  <a:cubicBezTo>
                    <a:pt x="132" y="319"/>
                    <a:pt x="135" y="318"/>
                    <a:pt x="137" y="317"/>
                  </a:cubicBezTo>
                  <a:cubicBezTo>
                    <a:pt x="140" y="316"/>
                    <a:pt x="143" y="317"/>
                    <a:pt x="145" y="316"/>
                  </a:cubicBezTo>
                  <a:cubicBezTo>
                    <a:pt x="148" y="316"/>
                    <a:pt x="152" y="315"/>
                    <a:pt x="154" y="315"/>
                  </a:cubicBezTo>
                  <a:cubicBezTo>
                    <a:pt x="156" y="314"/>
                    <a:pt x="162" y="312"/>
                    <a:pt x="164" y="310"/>
                  </a:cubicBezTo>
                  <a:cubicBezTo>
                    <a:pt x="166" y="307"/>
                    <a:pt x="166" y="297"/>
                    <a:pt x="167" y="293"/>
                  </a:cubicBezTo>
                  <a:cubicBezTo>
                    <a:pt x="167" y="290"/>
                    <a:pt x="168" y="283"/>
                    <a:pt x="168" y="280"/>
                  </a:cubicBezTo>
                  <a:cubicBezTo>
                    <a:pt x="168" y="277"/>
                    <a:pt x="167" y="271"/>
                    <a:pt x="165" y="268"/>
                  </a:cubicBezTo>
                  <a:cubicBezTo>
                    <a:pt x="161" y="263"/>
                    <a:pt x="148" y="257"/>
                    <a:pt x="142" y="253"/>
                  </a:cubicBezTo>
                  <a:cubicBezTo>
                    <a:pt x="136" y="250"/>
                    <a:pt x="123" y="244"/>
                    <a:pt x="117" y="240"/>
                  </a:cubicBezTo>
                  <a:cubicBezTo>
                    <a:pt x="116" y="239"/>
                    <a:pt x="113" y="237"/>
                    <a:pt x="111" y="236"/>
                  </a:cubicBezTo>
                  <a:cubicBezTo>
                    <a:pt x="106" y="235"/>
                    <a:pt x="96" y="236"/>
                    <a:pt x="91" y="237"/>
                  </a:cubicBezTo>
                  <a:cubicBezTo>
                    <a:pt x="83" y="237"/>
                    <a:pt x="68" y="238"/>
                    <a:pt x="61" y="241"/>
                  </a:cubicBezTo>
                  <a:cubicBezTo>
                    <a:pt x="56" y="242"/>
                    <a:pt x="48" y="247"/>
                    <a:pt x="43" y="249"/>
                  </a:cubicBezTo>
                  <a:cubicBezTo>
                    <a:pt x="39" y="251"/>
                    <a:pt x="32" y="255"/>
                    <a:pt x="28" y="257"/>
                  </a:cubicBezTo>
                  <a:cubicBezTo>
                    <a:pt x="25" y="258"/>
                    <a:pt x="19" y="261"/>
                    <a:pt x="16" y="262"/>
                  </a:cubicBezTo>
                  <a:cubicBezTo>
                    <a:pt x="13" y="264"/>
                    <a:pt x="6" y="270"/>
                    <a:pt x="3" y="268"/>
                  </a:cubicBezTo>
                  <a:cubicBezTo>
                    <a:pt x="0" y="266"/>
                    <a:pt x="0" y="258"/>
                    <a:pt x="1" y="255"/>
                  </a:cubicBezTo>
                  <a:cubicBezTo>
                    <a:pt x="2" y="252"/>
                    <a:pt x="7" y="248"/>
                    <a:pt x="9" y="245"/>
                  </a:cubicBezTo>
                  <a:cubicBezTo>
                    <a:pt x="10" y="242"/>
                    <a:pt x="12" y="234"/>
                    <a:pt x="13" y="230"/>
                  </a:cubicBezTo>
                  <a:cubicBezTo>
                    <a:pt x="13" y="225"/>
                    <a:pt x="12" y="215"/>
                    <a:pt x="11" y="209"/>
                  </a:cubicBezTo>
                  <a:cubicBezTo>
                    <a:pt x="10" y="206"/>
                    <a:pt x="5" y="196"/>
                    <a:pt x="5" y="196"/>
                  </a:cubicBezTo>
                  <a:cubicBezTo>
                    <a:pt x="5" y="196"/>
                    <a:pt x="20" y="196"/>
                    <a:pt x="25" y="194"/>
                  </a:cubicBezTo>
                  <a:cubicBezTo>
                    <a:pt x="28" y="193"/>
                    <a:pt x="34" y="189"/>
                    <a:pt x="37" y="187"/>
                  </a:cubicBezTo>
                  <a:cubicBezTo>
                    <a:pt x="41" y="183"/>
                    <a:pt x="49" y="176"/>
                    <a:pt x="53" y="172"/>
                  </a:cubicBezTo>
                  <a:cubicBezTo>
                    <a:pt x="56" y="170"/>
                    <a:pt x="60" y="164"/>
                    <a:pt x="63" y="163"/>
                  </a:cubicBezTo>
                  <a:cubicBezTo>
                    <a:pt x="68" y="161"/>
                    <a:pt x="78" y="165"/>
                    <a:pt x="83" y="165"/>
                  </a:cubicBezTo>
                  <a:cubicBezTo>
                    <a:pt x="86" y="165"/>
                    <a:pt x="92" y="165"/>
                    <a:pt x="94" y="164"/>
                  </a:cubicBezTo>
                  <a:cubicBezTo>
                    <a:pt x="97" y="162"/>
                    <a:pt x="99" y="157"/>
                    <a:pt x="100" y="155"/>
                  </a:cubicBezTo>
                  <a:cubicBezTo>
                    <a:pt x="101" y="153"/>
                    <a:pt x="99" y="148"/>
                    <a:pt x="101" y="146"/>
                  </a:cubicBezTo>
                  <a:cubicBezTo>
                    <a:pt x="105" y="142"/>
                    <a:pt x="117" y="146"/>
                    <a:pt x="122" y="143"/>
                  </a:cubicBezTo>
                  <a:cubicBezTo>
                    <a:pt x="126" y="140"/>
                    <a:pt x="132" y="130"/>
                    <a:pt x="135" y="125"/>
                  </a:cubicBezTo>
                  <a:cubicBezTo>
                    <a:pt x="138" y="120"/>
                    <a:pt x="144" y="108"/>
                    <a:pt x="146" y="101"/>
                  </a:cubicBezTo>
                  <a:cubicBezTo>
                    <a:pt x="147" y="99"/>
                    <a:pt x="145" y="91"/>
                    <a:pt x="148" y="89"/>
                  </a:cubicBezTo>
                  <a:cubicBezTo>
                    <a:pt x="153" y="86"/>
                    <a:pt x="167" y="94"/>
                    <a:pt x="174" y="95"/>
                  </a:cubicBezTo>
                  <a:cubicBezTo>
                    <a:pt x="186" y="96"/>
                    <a:pt x="213" y="101"/>
                    <a:pt x="220" y="92"/>
                  </a:cubicBezTo>
                  <a:cubicBezTo>
                    <a:pt x="223" y="87"/>
                    <a:pt x="213" y="74"/>
                    <a:pt x="216" y="69"/>
                  </a:cubicBezTo>
                  <a:cubicBezTo>
                    <a:pt x="217" y="65"/>
                    <a:pt x="227" y="64"/>
                    <a:pt x="229" y="61"/>
                  </a:cubicBezTo>
                  <a:cubicBezTo>
                    <a:pt x="230" y="58"/>
                    <a:pt x="227" y="50"/>
                    <a:pt x="228" y="46"/>
                  </a:cubicBezTo>
                  <a:cubicBezTo>
                    <a:pt x="228" y="43"/>
                    <a:pt x="230" y="36"/>
                    <a:pt x="233" y="34"/>
                  </a:cubicBezTo>
                  <a:cubicBezTo>
                    <a:pt x="236" y="32"/>
                    <a:pt x="243" y="32"/>
                    <a:pt x="246" y="32"/>
                  </a:cubicBezTo>
                  <a:cubicBezTo>
                    <a:pt x="250" y="31"/>
                    <a:pt x="257" y="30"/>
                    <a:pt x="260" y="32"/>
                  </a:cubicBezTo>
                  <a:cubicBezTo>
                    <a:pt x="264" y="33"/>
                    <a:pt x="268" y="42"/>
                    <a:pt x="271" y="44"/>
                  </a:cubicBezTo>
                  <a:cubicBezTo>
                    <a:pt x="276" y="46"/>
                    <a:pt x="287" y="48"/>
                    <a:pt x="292" y="48"/>
                  </a:cubicBezTo>
                  <a:cubicBezTo>
                    <a:pt x="298" y="48"/>
                    <a:pt x="311" y="48"/>
                    <a:pt x="317" y="47"/>
                  </a:cubicBezTo>
                  <a:cubicBezTo>
                    <a:pt x="323" y="46"/>
                    <a:pt x="334" y="44"/>
                    <a:pt x="339" y="42"/>
                  </a:cubicBezTo>
                  <a:cubicBezTo>
                    <a:pt x="344" y="41"/>
                    <a:pt x="353" y="36"/>
                    <a:pt x="357" y="33"/>
                  </a:cubicBezTo>
                  <a:cubicBezTo>
                    <a:pt x="362" y="29"/>
                    <a:pt x="372" y="22"/>
                    <a:pt x="376" y="17"/>
                  </a:cubicBezTo>
                  <a:cubicBezTo>
                    <a:pt x="380" y="13"/>
                    <a:pt x="384" y="1"/>
                    <a:pt x="389" y="0"/>
                  </a:cubicBezTo>
                  <a:cubicBezTo>
                    <a:pt x="391" y="0"/>
                    <a:pt x="394" y="1"/>
                    <a:pt x="395" y="2"/>
                  </a:cubicBezTo>
                  <a:cubicBezTo>
                    <a:pt x="397" y="6"/>
                    <a:pt x="394" y="17"/>
                    <a:pt x="398" y="20"/>
                  </a:cubicBezTo>
                  <a:cubicBezTo>
                    <a:pt x="401" y="22"/>
                    <a:pt x="409" y="18"/>
                    <a:pt x="413" y="18"/>
                  </a:cubicBezTo>
                  <a:cubicBezTo>
                    <a:pt x="421" y="19"/>
                    <a:pt x="437" y="21"/>
                    <a:pt x="445" y="22"/>
                  </a:cubicBezTo>
                  <a:cubicBezTo>
                    <a:pt x="449" y="22"/>
                    <a:pt x="459" y="23"/>
                    <a:pt x="463" y="24"/>
                  </a:cubicBezTo>
                  <a:cubicBezTo>
                    <a:pt x="469" y="25"/>
                    <a:pt x="479" y="32"/>
                    <a:pt x="485" y="32"/>
                  </a:cubicBezTo>
                  <a:cubicBezTo>
                    <a:pt x="489" y="31"/>
                    <a:pt x="494" y="25"/>
                    <a:pt x="497" y="23"/>
                  </a:cubicBezTo>
                  <a:cubicBezTo>
                    <a:pt x="500" y="20"/>
                    <a:pt x="504" y="12"/>
                    <a:pt x="508" y="10"/>
                  </a:cubicBezTo>
                  <a:cubicBezTo>
                    <a:pt x="513" y="7"/>
                    <a:pt x="525" y="9"/>
                    <a:pt x="531" y="10"/>
                  </a:cubicBezTo>
                  <a:cubicBezTo>
                    <a:pt x="533" y="10"/>
                    <a:pt x="538" y="10"/>
                    <a:pt x="538" y="10"/>
                  </a:cubicBezTo>
                  <a:cubicBezTo>
                    <a:pt x="538" y="10"/>
                    <a:pt x="532" y="20"/>
                    <a:pt x="529" y="23"/>
                  </a:cubicBezTo>
                  <a:cubicBezTo>
                    <a:pt x="528" y="24"/>
                    <a:pt x="524" y="27"/>
                    <a:pt x="522" y="29"/>
                  </a:cubicBezTo>
                  <a:cubicBezTo>
                    <a:pt x="521" y="31"/>
                    <a:pt x="519" y="35"/>
                    <a:pt x="517" y="36"/>
                  </a:cubicBezTo>
                  <a:cubicBezTo>
                    <a:pt x="515" y="38"/>
                    <a:pt x="511" y="41"/>
                    <a:pt x="509" y="42"/>
                  </a:cubicBezTo>
                  <a:cubicBezTo>
                    <a:pt x="504" y="44"/>
                    <a:pt x="493" y="46"/>
                    <a:pt x="488" y="48"/>
                  </a:cubicBezTo>
                  <a:cubicBezTo>
                    <a:pt x="485" y="49"/>
                    <a:pt x="480" y="50"/>
                    <a:pt x="478" y="52"/>
                  </a:cubicBezTo>
                  <a:cubicBezTo>
                    <a:pt x="475" y="53"/>
                    <a:pt x="470" y="57"/>
                    <a:pt x="469" y="59"/>
                  </a:cubicBezTo>
                  <a:cubicBezTo>
                    <a:pt x="467" y="61"/>
                    <a:pt x="467" y="67"/>
                    <a:pt x="466" y="69"/>
                  </a:cubicBezTo>
                  <a:cubicBezTo>
                    <a:pt x="466" y="70"/>
                    <a:pt x="465" y="72"/>
                    <a:pt x="464" y="73"/>
                  </a:cubicBezTo>
                  <a:cubicBezTo>
                    <a:pt x="463" y="74"/>
                    <a:pt x="461" y="74"/>
                    <a:pt x="459" y="75"/>
                  </a:cubicBezTo>
                  <a:cubicBezTo>
                    <a:pt x="456" y="76"/>
                    <a:pt x="448" y="77"/>
                    <a:pt x="444" y="78"/>
                  </a:cubicBezTo>
                  <a:cubicBezTo>
                    <a:pt x="441" y="79"/>
                    <a:pt x="434" y="77"/>
                    <a:pt x="431" y="80"/>
                  </a:cubicBezTo>
                  <a:cubicBezTo>
                    <a:pt x="430" y="82"/>
                    <a:pt x="432" y="88"/>
                    <a:pt x="431" y="91"/>
                  </a:cubicBezTo>
                  <a:cubicBezTo>
                    <a:pt x="429" y="94"/>
                    <a:pt x="422" y="99"/>
                    <a:pt x="419" y="101"/>
                  </a:cubicBezTo>
                  <a:cubicBezTo>
                    <a:pt x="416" y="103"/>
                    <a:pt x="409" y="107"/>
                    <a:pt x="405" y="109"/>
                  </a:cubicBezTo>
                  <a:cubicBezTo>
                    <a:pt x="400" y="112"/>
                    <a:pt x="389" y="117"/>
                    <a:pt x="384" y="119"/>
                  </a:cubicBezTo>
                  <a:cubicBezTo>
                    <a:pt x="379" y="121"/>
                    <a:pt x="368" y="122"/>
                    <a:pt x="365" y="127"/>
                  </a:cubicBezTo>
                  <a:cubicBezTo>
                    <a:pt x="362" y="132"/>
                    <a:pt x="366" y="145"/>
                    <a:pt x="368" y="151"/>
                  </a:cubicBezTo>
                  <a:cubicBezTo>
                    <a:pt x="369" y="153"/>
                    <a:pt x="372" y="156"/>
                    <a:pt x="374" y="157"/>
                  </a:cubicBezTo>
                  <a:cubicBezTo>
                    <a:pt x="376" y="159"/>
                    <a:pt x="383" y="160"/>
                    <a:pt x="386" y="161"/>
                  </a:cubicBezTo>
                  <a:cubicBezTo>
                    <a:pt x="387" y="161"/>
                    <a:pt x="389" y="162"/>
                    <a:pt x="390" y="163"/>
                  </a:cubicBezTo>
                  <a:cubicBezTo>
                    <a:pt x="393" y="166"/>
                    <a:pt x="393" y="176"/>
                    <a:pt x="394" y="180"/>
                  </a:cubicBezTo>
                  <a:cubicBezTo>
                    <a:pt x="395" y="181"/>
                    <a:pt x="396" y="185"/>
                    <a:pt x="397" y="186"/>
                  </a:cubicBezTo>
                  <a:cubicBezTo>
                    <a:pt x="399" y="186"/>
                    <a:pt x="402" y="184"/>
                    <a:pt x="403" y="183"/>
                  </a:cubicBezTo>
                  <a:cubicBezTo>
                    <a:pt x="405" y="182"/>
                    <a:pt x="406" y="180"/>
                    <a:pt x="407" y="179"/>
                  </a:cubicBezTo>
                  <a:cubicBezTo>
                    <a:pt x="410" y="177"/>
                    <a:pt x="414" y="177"/>
                    <a:pt x="416" y="175"/>
                  </a:cubicBezTo>
                  <a:cubicBezTo>
                    <a:pt x="418" y="174"/>
                    <a:pt x="421" y="171"/>
                    <a:pt x="422" y="168"/>
                  </a:cubicBezTo>
                  <a:cubicBezTo>
                    <a:pt x="423" y="166"/>
                    <a:pt x="423" y="163"/>
                    <a:pt x="424" y="161"/>
                  </a:cubicBezTo>
                  <a:cubicBezTo>
                    <a:pt x="425" y="159"/>
                    <a:pt x="426" y="157"/>
                    <a:pt x="428" y="157"/>
                  </a:cubicBezTo>
                  <a:cubicBezTo>
                    <a:pt x="430" y="156"/>
                    <a:pt x="434" y="158"/>
                    <a:pt x="436" y="158"/>
                  </a:cubicBezTo>
                  <a:cubicBezTo>
                    <a:pt x="439" y="157"/>
                    <a:pt x="442" y="156"/>
                    <a:pt x="444" y="155"/>
                  </a:cubicBezTo>
                  <a:cubicBezTo>
                    <a:pt x="446" y="154"/>
                    <a:pt x="448" y="151"/>
                    <a:pt x="450" y="150"/>
                  </a:cubicBezTo>
                  <a:cubicBezTo>
                    <a:pt x="452" y="148"/>
                    <a:pt x="456" y="146"/>
                    <a:pt x="459" y="145"/>
                  </a:cubicBezTo>
                  <a:cubicBezTo>
                    <a:pt x="461" y="144"/>
                    <a:pt x="464" y="142"/>
                    <a:pt x="467" y="143"/>
                  </a:cubicBezTo>
                  <a:cubicBezTo>
                    <a:pt x="470" y="144"/>
                    <a:pt x="467" y="154"/>
                    <a:pt x="468" y="158"/>
                  </a:cubicBezTo>
                  <a:cubicBezTo>
                    <a:pt x="468" y="161"/>
                    <a:pt x="468" y="168"/>
                    <a:pt x="469" y="172"/>
                  </a:cubicBezTo>
                  <a:cubicBezTo>
                    <a:pt x="470" y="176"/>
                    <a:pt x="479" y="183"/>
                    <a:pt x="479" y="188"/>
                  </a:cubicBezTo>
                  <a:cubicBezTo>
                    <a:pt x="480" y="192"/>
                    <a:pt x="476" y="199"/>
                    <a:pt x="473" y="201"/>
                  </a:cubicBezTo>
                  <a:cubicBezTo>
                    <a:pt x="472" y="202"/>
                    <a:pt x="469" y="203"/>
                    <a:pt x="467" y="203"/>
                  </a:cubicBezTo>
                  <a:cubicBezTo>
                    <a:pt x="465" y="203"/>
                    <a:pt x="460" y="202"/>
                    <a:pt x="457" y="202"/>
                  </a:cubicBezTo>
                  <a:cubicBezTo>
                    <a:pt x="454" y="202"/>
                    <a:pt x="446" y="200"/>
                    <a:pt x="443" y="201"/>
                  </a:cubicBezTo>
                  <a:cubicBezTo>
                    <a:pt x="440" y="203"/>
                    <a:pt x="437" y="208"/>
                    <a:pt x="436" y="211"/>
                  </a:cubicBezTo>
                  <a:cubicBezTo>
                    <a:pt x="434" y="212"/>
                    <a:pt x="431" y="216"/>
                    <a:pt x="431" y="218"/>
                  </a:cubicBezTo>
                  <a:cubicBezTo>
                    <a:pt x="430" y="221"/>
                    <a:pt x="431" y="226"/>
                    <a:pt x="431" y="228"/>
                  </a:cubicBezTo>
                  <a:cubicBezTo>
                    <a:pt x="430" y="230"/>
                    <a:pt x="430" y="234"/>
                    <a:pt x="428" y="236"/>
                  </a:cubicBezTo>
                  <a:cubicBezTo>
                    <a:pt x="425" y="238"/>
                    <a:pt x="416" y="236"/>
                    <a:pt x="412" y="237"/>
                  </a:cubicBezTo>
                  <a:cubicBezTo>
                    <a:pt x="410" y="237"/>
                    <a:pt x="406" y="238"/>
                    <a:pt x="404" y="238"/>
                  </a:cubicBezTo>
                  <a:cubicBezTo>
                    <a:pt x="403" y="237"/>
                    <a:pt x="401" y="234"/>
                    <a:pt x="399" y="234"/>
                  </a:cubicBezTo>
                  <a:cubicBezTo>
                    <a:pt x="397" y="232"/>
                    <a:pt x="392" y="231"/>
                    <a:pt x="389" y="232"/>
                  </a:cubicBezTo>
                  <a:cubicBezTo>
                    <a:pt x="388" y="232"/>
                    <a:pt x="386" y="234"/>
                    <a:pt x="385" y="235"/>
                  </a:cubicBezTo>
                  <a:cubicBezTo>
                    <a:pt x="384" y="236"/>
                    <a:pt x="384" y="241"/>
                    <a:pt x="385" y="243"/>
                  </a:cubicBezTo>
                  <a:cubicBezTo>
                    <a:pt x="385" y="245"/>
                    <a:pt x="387" y="249"/>
                    <a:pt x="388" y="251"/>
                  </a:cubicBezTo>
                  <a:cubicBezTo>
                    <a:pt x="389" y="254"/>
                    <a:pt x="392" y="259"/>
                    <a:pt x="393" y="261"/>
                  </a:cubicBezTo>
                  <a:cubicBezTo>
                    <a:pt x="395" y="265"/>
                    <a:pt x="399" y="271"/>
                    <a:pt x="401" y="274"/>
                  </a:cubicBezTo>
                  <a:cubicBezTo>
                    <a:pt x="401" y="275"/>
                    <a:pt x="402" y="277"/>
                    <a:pt x="403" y="277"/>
                  </a:cubicBezTo>
                  <a:cubicBezTo>
                    <a:pt x="404" y="277"/>
                    <a:pt x="405" y="275"/>
                    <a:pt x="406" y="275"/>
                  </a:cubicBezTo>
                  <a:cubicBezTo>
                    <a:pt x="408" y="273"/>
                    <a:pt x="414" y="269"/>
                    <a:pt x="416" y="267"/>
                  </a:cubicBezTo>
                  <a:cubicBezTo>
                    <a:pt x="418" y="266"/>
                    <a:pt x="423" y="263"/>
                    <a:pt x="425" y="262"/>
                  </a:cubicBezTo>
                  <a:cubicBezTo>
                    <a:pt x="427" y="262"/>
                    <a:pt x="432" y="259"/>
                    <a:pt x="433" y="260"/>
                  </a:cubicBezTo>
                  <a:cubicBezTo>
                    <a:pt x="435" y="261"/>
                    <a:pt x="433" y="266"/>
                    <a:pt x="433" y="268"/>
                  </a:cubicBezTo>
                  <a:cubicBezTo>
                    <a:pt x="433" y="270"/>
                    <a:pt x="432" y="273"/>
                    <a:pt x="432" y="274"/>
                  </a:cubicBezTo>
                  <a:cubicBezTo>
                    <a:pt x="433" y="276"/>
                    <a:pt x="435" y="280"/>
                    <a:pt x="437" y="281"/>
                  </a:cubicBezTo>
                  <a:cubicBezTo>
                    <a:pt x="439" y="282"/>
                    <a:pt x="444" y="281"/>
                    <a:pt x="447" y="280"/>
                  </a:cubicBezTo>
                  <a:cubicBezTo>
                    <a:pt x="449" y="280"/>
                    <a:pt x="454" y="278"/>
                    <a:pt x="457" y="276"/>
                  </a:cubicBezTo>
                  <a:cubicBezTo>
                    <a:pt x="458" y="275"/>
                    <a:pt x="462" y="273"/>
                    <a:pt x="463" y="272"/>
                  </a:cubicBezTo>
                  <a:cubicBezTo>
                    <a:pt x="464" y="270"/>
                    <a:pt x="465" y="266"/>
                    <a:pt x="464" y="264"/>
                  </a:cubicBezTo>
                  <a:cubicBezTo>
                    <a:pt x="464" y="263"/>
                    <a:pt x="461" y="260"/>
                    <a:pt x="460" y="259"/>
                  </a:cubicBezTo>
                  <a:cubicBezTo>
                    <a:pt x="459" y="257"/>
                    <a:pt x="457" y="254"/>
                    <a:pt x="457" y="252"/>
                  </a:cubicBezTo>
                  <a:cubicBezTo>
                    <a:pt x="457" y="251"/>
                    <a:pt x="458" y="249"/>
                    <a:pt x="458" y="249"/>
                  </a:cubicBezTo>
                  <a:cubicBezTo>
                    <a:pt x="461" y="246"/>
                    <a:pt x="468" y="244"/>
                    <a:pt x="472" y="242"/>
                  </a:cubicBezTo>
                  <a:cubicBezTo>
                    <a:pt x="474" y="241"/>
                    <a:pt x="480" y="238"/>
                    <a:pt x="482" y="236"/>
                  </a:cubicBezTo>
                  <a:cubicBezTo>
                    <a:pt x="485" y="234"/>
                    <a:pt x="491" y="231"/>
                    <a:pt x="493" y="229"/>
                  </a:cubicBezTo>
                  <a:cubicBezTo>
                    <a:pt x="496" y="226"/>
                    <a:pt x="499" y="219"/>
                    <a:pt x="500" y="215"/>
                  </a:cubicBezTo>
                  <a:cubicBezTo>
                    <a:pt x="502" y="211"/>
                    <a:pt x="503" y="204"/>
                    <a:pt x="504" y="200"/>
                  </a:cubicBezTo>
                  <a:cubicBezTo>
                    <a:pt x="505" y="197"/>
                    <a:pt x="504" y="190"/>
                    <a:pt x="506" y="188"/>
                  </a:cubicBezTo>
                  <a:cubicBezTo>
                    <a:pt x="508" y="186"/>
                    <a:pt x="514" y="186"/>
                    <a:pt x="517" y="185"/>
                  </a:cubicBezTo>
                  <a:cubicBezTo>
                    <a:pt x="519" y="184"/>
                    <a:pt x="522" y="182"/>
                    <a:pt x="524" y="182"/>
                  </a:cubicBezTo>
                  <a:cubicBezTo>
                    <a:pt x="527" y="182"/>
                    <a:pt x="531" y="183"/>
                    <a:pt x="533" y="184"/>
                  </a:cubicBezTo>
                  <a:cubicBezTo>
                    <a:pt x="536" y="185"/>
                    <a:pt x="540" y="188"/>
                    <a:pt x="542" y="190"/>
                  </a:cubicBezTo>
                  <a:cubicBezTo>
                    <a:pt x="544" y="191"/>
                    <a:pt x="548" y="196"/>
                    <a:pt x="550" y="197"/>
                  </a:cubicBezTo>
                  <a:cubicBezTo>
                    <a:pt x="554" y="199"/>
                    <a:pt x="564" y="200"/>
                    <a:pt x="569" y="200"/>
                  </a:cubicBezTo>
                  <a:cubicBezTo>
                    <a:pt x="573" y="201"/>
                    <a:pt x="583" y="202"/>
                    <a:pt x="588" y="202"/>
                  </a:cubicBezTo>
                  <a:cubicBezTo>
                    <a:pt x="590" y="201"/>
                    <a:pt x="596" y="200"/>
                    <a:pt x="598" y="198"/>
                  </a:cubicBezTo>
                  <a:cubicBezTo>
                    <a:pt x="602" y="196"/>
                    <a:pt x="608" y="190"/>
                    <a:pt x="611" y="187"/>
                  </a:cubicBezTo>
                  <a:cubicBezTo>
                    <a:pt x="613" y="185"/>
                    <a:pt x="618" y="180"/>
                    <a:pt x="619" y="176"/>
                  </a:cubicBezTo>
                  <a:cubicBezTo>
                    <a:pt x="620" y="175"/>
                    <a:pt x="620" y="171"/>
                    <a:pt x="619" y="169"/>
                  </a:cubicBezTo>
                  <a:cubicBezTo>
                    <a:pt x="619" y="166"/>
                    <a:pt x="619" y="161"/>
                    <a:pt x="618" y="158"/>
                  </a:cubicBezTo>
                  <a:cubicBezTo>
                    <a:pt x="617" y="156"/>
                    <a:pt x="612" y="152"/>
                    <a:pt x="610" y="151"/>
                  </a:cubicBezTo>
                  <a:cubicBezTo>
                    <a:pt x="608" y="149"/>
                    <a:pt x="603" y="148"/>
                    <a:pt x="601" y="146"/>
                  </a:cubicBezTo>
                  <a:cubicBezTo>
                    <a:pt x="599" y="145"/>
                    <a:pt x="596" y="141"/>
                    <a:pt x="595" y="139"/>
                  </a:cubicBezTo>
                  <a:cubicBezTo>
                    <a:pt x="593" y="137"/>
                    <a:pt x="590" y="133"/>
                    <a:pt x="589" y="131"/>
                  </a:cubicBezTo>
                  <a:cubicBezTo>
                    <a:pt x="586" y="127"/>
                    <a:pt x="581" y="118"/>
                    <a:pt x="580" y="113"/>
                  </a:cubicBezTo>
                  <a:cubicBezTo>
                    <a:pt x="580" y="112"/>
                    <a:pt x="581" y="110"/>
                    <a:pt x="580" y="109"/>
                  </a:cubicBezTo>
                  <a:cubicBezTo>
                    <a:pt x="580" y="107"/>
                    <a:pt x="580" y="103"/>
                    <a:pt x="579" y="102"/>
                  </a:cubicBezTo>
                  <a:cubicBezTo>
                    <a:pt x="577" y="100"/>
                    <a:pt x="573" y="99"/>
                    <a:pt x="571" y="98"/>
                  </a:cubicBezTo>
                  <a:cubicBezTo>
                    <a:pt x="570" y="97"/>
                    <a:pt x="568" y="94"/>
                    <a:pt x="566" y="94"/>
                  </a:cubicBezTo>
                  <a:cubicBezTo>
                    <a:pt x="565" y="93"/>
                    <a:pt x="561" y="94"/>
                    <a:pt x="560" y="94"/>
                  </a:cubicBezTo>
                  <a:cubicBezTo>
                    <a:pt x="558" y="94"/>
                    <a:pt x="554" y="94"/>
                    <a:pt x="553" y="93"/>
                  </a:cubicBezTo>
                  <a:cubicBezTo>
                    <a:pt x="552" y="91"/>
                    <a:pt x="554" y="86"/>
                    <a:pt x="553" y="83"/>
                  </a:cubicBezTo>
                  <a:cubicBezTo>
                    <a:pt x="553" y="81"/>
                    <a:pt x="550" y="76"/>
                    <a:pt x="550" y="74"/>
                  </a:cubicBezTo>
                  <a:cubicBezTo>
                    <a:pt x="550" y="72"/>
                    <a:pt x="551" y="68"/>
                    <a:pt x="552" y="66"/>
                  </a:cubicBezTo>
                  <a:cubicBezTo>
                    <a:pt x="552" y="64"/>
                    <a:pt x="551" y="61"/>
                    <a:pt x="551" y="60"/>
                  </a:cubicBezTo>
                  <a:cubicBezTo>
                    <a:pt x="551" y="58"/>
                    <a:pt x="549" y="55"/>
                    <a:pt x="550" y="53"/>
                  </a:cubicBezTo>
                  <a:cubicBezTo>
                    <a:pt x="552" y="52"/>
                    <a:pt x="557" y="54"/>
                    <a:pt x="559" y="54"/>
                  </a:cubicBezTo>
                  <a:cubicBezTo>
                    <a:pt x="565" y="55"/>
                    <a:pt x="579" y="57"/>
                    <a:pt x="585" y="57"/>
                  </a:cubicBezTo>
                  <a:cubicBezTo>
                    <a:pt x="587" y="57"/>
                    <a:pt x="591" y="56"/>
                    <a:pt x="592" y="56"/>
                  </a:cubicBezTo>
                  <a:cubicBezTo>
                    <a:pt x="595" y="55"/>
                    <a:pt x="600" y="52"/>
                    <a:pt x="603" y="51"/>
                  </a:cubicBezTo>
                  <a:cubicBezTo>
                    <a:pt x="606" y="51"/>
                    <a:pt x="611" y="49"/>
                    <a:pt x="614" y="48"/>
                  </a:cubicBezTo>
                  <a:cubicBezTo>
                    <a:pt x="616" y="47"/>
                    <a:pt x="619" y="44"/>
                    <a:pt x="621" y="44"/>
                  </a:cubicBezTo>
                  <a:cubicBezTo>
                    <a:pt x="624" y="43"/>
                    <a:pt x="630" y="44"/>
                    <a:pt x="633" y="45"/>
                  </a:cubicBezTo>
                  <a:cubicBezTo>
                    <a:pt x="634" y="46"/>
                    <a:pt x="636" y="49"/>
                    <a:pt x="637" y="50"/>
                  </a:cubicBezTo>
                  <a:cubicBezTo>
                    <a:pt x="639" y="53"/>
                    <a:pt x="644" y="60"/>
                    <a:pt x="646" y="63"/>
                  </a:cubicBezTo>
                  <a:cubicBezTo>
                    <a:pt x="648" y="67"/>
                    <a:pt x="649" y="76"/>
                    <a:pt x="653" y="79"/>
                  </a:cubicBezTo>
                  <a:cubicBezTo>
                    <a:pt x="655" y="81"/>
                    <a:pt x="662" y="81"/>
                    <a:pt x="665" y="81"/>
                  </a:cubicBezTo>
                  <a:cubicBezTo>
                    <a:pt x="668" y="81"/>
                    <a:pt x="674" y="80"/>
                    <a:pt x="677" y="79"/>
                  </a:cubicBezTo>
                  <a:cubicBezTo>
                    <a:pt x="680" y="78"/>
                    <a:pt x="687" y="75"/>
                    <a:pt x="690" y="73"/>
                  </a:cubicBezTo>
                  <a:cubicBezTo>
                    <a:pt x="691" y="73"/>
                    <a:pt x="693" y="70"/>
                    <a:pt x="694" y="70"/>
                  </a:cubicBezTo>
                  <a:cubicBezTo>
                    <a:pt x="697" y="71"/>
                    <a:pt x="698" y="80"/>
                    <a:pt x="701" y="80"/>
                  </a:cubicBezTo>
                  <a:cubicBezTo>
                    <a:pt x="703" y="81"/>
                    <a:pt x="705" y="76"/>
                    <a:pt x="707" y="74"/>
                  </a:cubicBezTo>
                  <a:cubicBezTo>
                    <a:pt x="709" y="72"/>
                    <a:pt x="712" y="71"/>
                    <a:pt x="713" y="70"/>
                  </a:cubicBezTo>
                  <a:cubicBezTo>
                    <a:pt x="715" y="68"/>
                    <a:pt x="716" y="66"/>
                    <a:pt x="717" y="65"/>
                  </a:cubicBezTo>
                  <a:cubicBezTo>
                    <a:pt x="718" y="64"/>
                    <a:pt x="720" y="64"/>
                    <a:pt x="721" y="64"/>
                  </a:cubicBezTo>
                  <a:cubicBezTo>
                    <a:pt x="725" y="63"/>
                    <a:pt x="730" y="65"/>
                    <a:pt x="734" y="65"/>
                  </a:cubicBezTo>
                  <a:cubicBezTo>
                    <a:pt x="737" y="65"/>
                    <a:pt x="741" y="64"/>
                    <a:pt x="744" y="64"/>
                  </a:cubicBezTo>
                  <a:cubicBezTo>
                    <a:pt x="747" y="64"/>
                    <a:pt x="751" y="62"/>
                    <a:pt x="753" y="64"/>
                  </a:cubicBezTo>
                  <a:cubicBezTo>
                    <a:pt x="754" y="65"/>
                    <a:pt x="752" y="67"/>
                    <a:pt x="751" y="68"/>
                  </a:cubicBezTo>
                  <a:cubicBezTo>
                    <a:pt x="750" y="71"/>
                    <a:pt x="749" y="77"/>
                    <a:pt x="749" y="80"/>
                  </a:cubicBezTo>
                  <a:cubicBezTo>
                    <a:pt x="748" y="84"/>
                    <a:pt x="748" y="94"/>
                    <a:pt x="749" y="99"/>
                  </a:cubicBezTo>
                  <a:cubicBezTo>
                    <a:pt x="749" y="102"/>
                    <a:pt x="750" y="108"/>
                    <a:pt x="750" y="111"/>
                  </a:cubicBezTo>
                  <a:cubicBezTo>
                    <a:pt x="750" y="112"/>
                    <a:pt x="750" y="114"/>
                    <a:pt x="750" y="115"/>
                  </a:cubicBezTo>
                  <a:cubicBezTo>
                    <a:pt x="750" y="117"/>
                    <a:pt x="749" y="121"/>
                    <a:pt x="750" y="123"/>
                  </a:cubicBezTo>
                  <a:cubicBezTo>
                    <a:pt x="750" y="127"/>
                    <a:pt x="752" y="134"/>
                    <a:pt x="753" y="138"/>
                  </a:cubicBezTo>
                  <a:cubicBezTo>
                    <a:pt x="755" y="143"/>
                    <a:pt x="760" y="153"/>
                    <a:pt x="763" y="157"/>
                  </a:cubicBezTo>
                  <a:cubicBezTo>
                    <a:pt x="764" y="160"/>
                    <a:pt x="768" y="164"/>
                    <a:pt x="770" y="166"/>
                  </a:cubicBezTo>
                  <a:cubicBezTo>
                    <a:pt x="771" y="168"/>
                    <a:pt x="774" y="172"/>
                    <a:pt x="775" y="175"/>
                  </a:cubicBezTo>
                  <a:cubicBezTo>
                    <a:pt x="776" y="176"/>
                    <a:pt x="777" y="179"/>
                    <a:pt x="777" y="181"/>
                  </a:cubicBezTo>
                  <a:cubicBezTo>
                    <a:pt x="777" y="186"/>
                    <a:pt x="775" y="194"/>
                    <a:pt x="774" y="199"/>
                  </a:cubicBezTo>
                  <a:cubicBezTo>
                    <a:pt x="774" y="202"/>
                    <a:pt x="773" y="208"/>
                    <a:pt x="774" y="210"/>
                  </a:cubicBezTo>
                  <a:cubicBezTo>
                    <a:pt x="775" y="214"/>
                    <a:pt x="780" y="219"/>
                    <a:pt x="782" y="222"/>
                  </a:cubicBezTo>
                  <a:cubicBezTo>
                    <a:pt x="783" y="224"/>
                    <a:pt x="785" y="228"/>
                    <a:pt x="785" y="231"/>
                  </a:cubicBezTo>
                  <a:cubicBezTo>
                    <a:pt x="785" y="233"/>
                    <a:pt x="783" y="238"/>
                    <a:pt x="782" y="240"/>
                  </a:cubicBezTo>
                  <a:cubicBezTo>
                    <a:pt x="781" y="242"/>
                    <a:pt x="777" y="245"/>
                    <a:pt x="775" y="247"/>
                  </a:cubicBezTo>
                  <a:cubicBezTo>
                    <a:pt x="774" y="249"/>
                    <a:pt x="772" y="254"/>
                    <a:pt x="772" y="256"/>
                  </a:cubicBezTo>
                  <a:cubicBezTo>
                    <a:pt x="772" y="259"/>
                    <a:pt x="774" y="266"/>
                    <a:pt x="775" y="269"/>
                  </a:cubicBezTo>
                  <a:cubicBezTo>
                    <a:pt x="775" y="271"/>
                    <a:pt x="776" y="275"/>
                    <a:pt x="776" y="276"/>
                  </a:cubicBezTo>
                  <a:cubicBezTo>
                    <a:pt x="776" y="279"/>
                    <a:pt x="776" y="284"/>
                    <a:pt x="776" y="286"/>
                  </a:cubicBezTo>
                  <a:cubicBezTo>
                    <a:pt x="776" y="289"/>
                    <a:pt x="775" y="293"/>
                    <a:pt x="774" y="295"/>
                  </a:cubicBezTo>
                  <a:cubicBezTo>
                    <a:pt x="774" y="299"/>
                    <a:pt x="774" y="307"/>
                    <a:pt x="773" y="311"/>
                  </a:cubicBezTo>
                  <a:cubicBezTo>
                    <a:pt x="772" y="313"/>
                    <a:pt x="768" y="318"/>
                    <a:pt x="769" y="320"/>
                  </a:cubicBezTo>
                  <a:cubicBezTo>
                    <a:pt x="769" y="323"/>
                    <a:pt x="775" y="326"/>
                    <a:pt x="777" y="328"/>
                  </a:cubicBezTo>
                  <a:cubicBezTo>
                    <a:pt x="779" y="330"/>
                    <a:pt x="783" y="335"/>
                    <a:pt x="785" y="337"/>
                  </a:cubicBezTo>
                  <a:cubicBezTo>
                    <a:pt x="786" y="339"/>
                    <a:pt x="787" y="342"/>
                    <a:pt x="788" y="344"/>
                  </a:cubicBezTo>
                  <a:cubicBezTo>
                    <a:pt x="788" y="347"/>
                    <a:pt x="788" y="352"/>
                    <a:pt x="789" y="355"/>
                  </a:cubicBezTo>
                  <a:cubicBezTo>
                    <a:pt x="789" y="358"/>
                    <a:pt x="789" y="364"/>
                    <a:pt x="792" y="366"/>
                  </a:cubicBezTo>
                  <a:cubicBezTo>
                    <a:pt x="794" y="367"/>
                    <a:pt x="800" y="364"/>
                    <a:pt x="803" y="364"/>
                  </a:cubicBezTo>
                  <a:cubicBezTo>
                    <a:pt x="806" y="364"/>
                    <a:pt x="812" y="365"/>
                    <a:pt x="815" y="365"/>
                  </a:cubicBezTo>
                  <a:cubicBezTo>
                    <a:pt x="817" y="366"/>
                    <a:pt x="822" y="366"/>
                    <a:pt x="824" y="368"/>
                  </a:cubicBezTo>
                  <a:cubicBezTo>
                    <a:pt x="825" y="370"/>
                    <a:pt x="825" y="376"/>
                    <a:pt x="826" y="378"/>
                  </a:cubicBezTo>
                  <a:cubicBezTo>
                    <a:pt x="827" y="382"/>
                    <a:pt x="830" y="388"/>
                    <a:pt x="831" y="391"/>
                  </a:cubicBezTo>
                  <a:cubicBezTo>
                    <a:pt x="831" y="393"/>
                    <a:pt x="832" y="397"/>
                    <a:pt x="831" y="399"/>
                  </a:cubicBezTo>
                  <a:cubicBezTo>
                    <a:pt x="831" y="403"/>
                    <a:pt x="827" y="408"/>
                    <a:pt x="826" y="411"/>
                  </a:cubicBezTo>
                  <a:cubicBezTo>
                    <a:pt x="824" y="414"/>
                    <a:pt x="820" y="419"/>
                    <a:pt x="819" y="423"/>
                  </a:cubicBezTo>
                  <a:cubicBezTo>
                    <a:pt x="817" y="425"/>
                    <a:pt x="817" y="432"/>
                    <a:pt x="816" y="435"/>
                  </a:cubicBezTo>
                  <a:cubicBezTo>
                    <a:pt x="815" y="437"/>
                    <a:pt x="813" y="440"/>
                    <a:pt x="812" y="442"/>
                  </a:cubicBezTo>
                  <a:cubicBezTo>
                    <a:pt x="810" y="444"/>
                    <a:pt x="807" y="449"/>
                    <a:pt x="804" y="450"/>
                  </a:cubicBezTo>
                  <a:cubicBezTo>
                    <a:pt x="801" y="452"/>
                    <a:pt x="794" y="448"/>
                    <a:pt x="791" y="449"/>
                  </a:cubicBezTo>
                  <a:cubicBezTo>
                    <a:pt x="789" y="450"/>
                    <a:pt x="786" y="454"/>
                    <a:pt x="784" y="455"/>
                  </a:cubicBezTo>
                  <a:cubicBezTo>
                    <a:pt x="782" y="457"/>
                    <a:pt x="777" y="459"/>
                    <a:pt x="775" y="460"/>
                  </a:cubicBezTo>
                  <a:cubicBezTo>
                    <a:pt x="772" y="462"/>
                    <a:pt x="765" y="465"/>
                    <a:pt x="765" y="469"/>
                  </a:cubicBezTo>
                  <a:cubicBezTo>
                    <a:pt x="765" y="470"/>
                    <a:pt x="770" y="472"/>
                    <a:pt x="771" y="473"/>
                  </a:cubicBezTo>
                  <a:cubicBezTo>
                    <a:pt x="772" y="475"/>
                    <a:pt x="774" y="479"/>
                    <a:pt x="774" y="481"/>
                  </a:cubicBezTo>
                  <a:cubicBezTo>
                    <a:pt x="775" y="485"/>
                    <a:pt x="775" y="494"/>
                    <a:pt x="774" y="498"/>
                  </a:cubicBezTo>
                  <a:cubicBezTo>
                    <a:pt x="773" y="501"/>
                    <a:pt x="772" y="506"/>
                    <a:pt x="770" y="507"/>
                  </a:cubicBezTo>
                  <a:cubicBezTo>
                    <a:pt x="767" y="509"/>
                    <a:pt x="759" y="505"/>
                    <a:pt x="757" y="507"/>
                  </a:cubicBezTo>
                  <a:cubicBezTo>
                    <a:pt x="753" y="511"/>
                    <a:pt x="758" y="526"/>
                    <a:pt x="759" y="532"/>
                  </a:cubicBezTo>
                  <a:cubicBezTo>
                    <a:pt x="759" y="535"/>
                    <a:pt x="762" y="541"/>
                    <a:pt x="763" y="545"/>
                  </a:cubicBezTo>
                  <a:cubicBezTo>
                    <a:pt x="764" y="546"/>
                    <a:pt x="766" y="550"/>
                    <a:pt x="767" y="552"/>
                  </a:cubicBezTo>
                  <a:cubicBezTo>
                    <a:pt x="771" y="557"/>
                    <a:pt x="782" y="563"/>
                    <a:pt x="787" y="567"/>
                  </a:cubicBezTo>
                  <a:cubicBezTo>
                    <a:pt x="792" y="570"/>
                    <a:pt x="802" y="575"/>
                    <a:pt x="807" y="578"/>
                  </a:cubicBezTo>
                  <a:cubicBezTo>
                    <a:pt x="813" y="582"/>
                    <a:pt x="824" y="591"/>
                    <a:pt x="829" y="596"/>
                  </a:cubicBezTo>
                  <a:cubicBezTo>
                    <a:pt x="832" y="600"/>
                    <a:pt x="839" y="609"/>
                    <a:pt x="843" y="613"/>
                  </a:cubicBezTo>
                  <a:cubicBezTo>
                    <a:pt x="846" y="618"/>
                    <a:pt x="849" y="631"/>
                    <a:pt x="855" y="633"/>
                  </a:cubicBezTo>
                  <a:cubicBezTo>
                    <a:pt x="858" y="634"/>
                    <a:pt x="863" y="629"/>
                    <a:pt x="865" y="628"/>
                  </a:cubicBezTo>
                  <a:cubicBezTo>
                    <a:pt x="871" y="626"/>
                    <a:pt x="883" y="622"/>
                    <a:pt x="889" y="621"/>
                  </a:cubicBezTo>
                  <a:cubicBezTo>
                    <a:pt x="892" y="620"/>
                    <a:pt x="904" y="619"/>
                    <a:pt x="904" y="619"/>
                  </a:cubicBezTo>
                  <a:cubicBezTo>
                    <a:pt x="904" y="619"/>
                    <a:pt x="910" y="620"/>
                    <a:pt x="911" y="620"/>
                  </a:cubicBezTo>
                  <a:cubicBezTo>
                    <a:pt x="918" y="621"/>
                    <a:pt x="932" y="622"/>
                    <a:pt x="939" y="624"/>
                  </a:cubicBezTo>
                  <a:cubicBezTo>
                    <a:pt x="941" y="624"/>
                    <a:pt x="946" y="625"/>
                    <a:pt x="949" y="626"/>
                  </a:cubicBezTo>
                  <a:cubicBezTo>
                    <a:pt x="956" y="630"/>
                    <a:pt x="966" y="642"/>
                    <a:pt x="973" y="646"/>
                  </a:cubicBezTo>
                  <a:cubicBezTo>
                    <a:pt x="978" y="649"/>
                    <a:pt x="989" y="654"/>
                    <a:pt x="995" y="654"/>
                  </a:cubicBezTo>
                  <a:cubicBezTo>
                    <a:pt x="1000" y="654"/>
                    <a:pt x="1009" y="647"/>
                    <a:pt x="1014" y="646"/>
                  </a:cubicBezTo>
                  <a:cubicBezTo>
                    <a:pt x="1017" y="645"/>
                    <a:pt x="1022" y="643"/>
                    <a:pt x="1024" y="642"/>
                  </a:cubicBezTo>
                  <a:cubicBezTo>
                    <a:pt x="1029" y="641"/>
                    <a:pt x="1039" y="642"/>
                    <a:pt x="1044" y="642"/>
                  </a:cubicBezTo>
                  <a:cubicBezTo>
                    <a:pt x="1047" y="641"/>
                    <a:pt x="1053" y="639"/>
                    <a:pt x="1056" y="640"/>
                  </a:cubicBezTo>
                  <a:cubicBezTo>
                    <a:pt x="1060" y="640"/>
                    <a:pt x="1069" y="644"/>
                    <a:pt x="1072" y="646"/>
                  </a:cubicBezTo>
                  <a:cubicBezTo>
                    <a:pt x="1077" y="648"/>
                    <a:pt x="1084" y="657"/>
                    <a:pt x="1089" y="657"/>
                  </a:cubicBezTo>
                  <a:cubicBezTo>
                    <a:pt x="1096" y="657"/>
                    <a:pt x="1106" y="645"/>
                    <a:pt x="1112" y="641"/>
                  </a:cubicBezTo>
                  <a:cubicBezTo>
                    <a:pt x="1115" y="638"/>
                    <a:pt x="1120" y="632"/>
                    <a:pt x="1124" y="630"/>
                  </a:cubicBezTo>
                  <a:cubicBezTo>
                    <a:pt x="1127" y="628"/>
                    <a:pt x="1133" y="626"/>
                    <a:pt x="1136" y="624"/>
                  </a:cubicBezTo>
                  <a:cubicBezTo>
                    <a:pt x="1140" y="623"/>
                    <a:pt x="1147" y="621"/>
                    <a:pt x="1150" y="618"/>
                  </a:cubicBezTo>
                  <a:cubicBezTo>
                    <a:pt x="1151" y="618"/>
                    <a:pt x="1153" y="614"/>
                    <a:pt x="1153" y="614"/>
                  </a:cubicBezTo>
                  <a:cubicBezTo>
                    <a:pt x="1153" y="614"/>
                    <a:pt x="1168" y="623"/>
                    <a:pt x="1173" y="627"/>
                  </a:cubicBezTo>
                  <a:cubicBezTo>
                    <a:pt x="1174" y="628"/>
                    <a:pt x="1178" y="632"/>
                    <a:pt x="1178" y="632"/>
                  </a:cubicBezTo>
                  <a:cubicBezTo>
                    <a:pt x="1178" y="632"/>
                    <a:pt x="1181" y="638"/>
                    <a:pt x="1183" y="639"/>
                  </a:cubicBezTo>
                  <a:cubicBezTo>
                    <a:pt x="1187" y="639"/>
                    <a:pt x="1193" y="628"/>
                    <a:pt x="1197" y="627"/>
                  </a:cubicBezTo>
                  <a:cubicBezTo>
                    <a:pt x="1203" y="627"/>
                    <a:pt x="1217" y="637"/>
                    <a:pt x="1217" y="637"/>
                  </a:cubicBezTo>
                  <a:cubicBezTo>
                    <a:pt x="1217" y="637"/>
                    <a:pt x="1211" y="647"/>
                    <a:pt x="1210" y="651"/>
                  </a:cubicBezTo>
                  <a:cubicBezTo>
                    <a:pt x="1209" y="652"/>
                    <a:pt x="1209" y="656"/>
                    <a:pt x="1209" y="658"/>
                  </a:cubicBezTo>
                  <a:cubicBezTo>
                    <a:pt x="1209" y="662"/>
                    <a:pt x="1209" y="672"/>
                    <a:pt x="1211" y="676"/>
                  </a:cubicBezTo>
                  <a:cubicBezTo>
                    <a:pt x="1211" y="679"/>
                    <a:pt x="1216" y="685"/>
                    <a:pt x="1217" y="688"/>
                  </a:cubicBezTo>
                  <a:cubicBezTo>
                    <a:pt x="1218" y="691"/>
                    <a:pt x="1220" y="698"/>
                    <a:pt x="1221" y="701"/>
                  </a:cubicBezTo>
                  <a:cubicBezTo>
                    <a:pt x="1221" y="704"/>
                    <a:pt x="1221" y="709"/>
                    <a:pt x="1221" y="712"/>
                  </a:cubicBezTo>
                  <a:close/>
                  <a:moveTo>
                    <a:pt x="639" y="198"/>
                  </a:moveTo>
                  <a:cubicBezTo>
                    <a:pt x="640" y="198"/>
                    <a:pt x="640" y="196"/>
                    <a:pt x="640" y="195"/>
                  </a:cubicBezTo>
                  <a:cubicBezTo>
                    <a:pt x="639" y="193"/>
                    <a:pt x="636" y="190"/>
                    <a:pt x="634" y="189"/>
                  </a:cubicBezTo>
                  <a:cubicBezTo>
                    <a:pt x="633" y="189"/>
                    <a:pt x="631" y="188"/>
                    <a:pt x="630" y="189"/>
                  </a:cubicBezTo>
                  <a:cubicBezTo>
                    <a:pt x="628" y="189"/>
                    <a:pt x="626" y="191"/>
                    <a:pt x="624" y="192"/>
                  </a:cubicBezTo>
                  <a:cubicBezTo>
                    <a:pt x="623" y="193"/>
                    <a:pt x="621" y="195"/>
                    <a:pt x="620" y="196"/>
                  </a:cubicBezTo>
                  <a:cubicBezTo>
                    <a:pt x="619" y="197"/>
                    <a:pt x="617" y="200"/>
                    <a:pt x="616" y="202"/>
                  </a:cubicBezTo>
                  <a:cubicBezTo>
                    <a:pt x="616" y="203"/>
                    <a:pt x="616" y="207"/>
                    <a:pt x="616" y="209"/>
                  </a:cubicBezTo>
                  <a:cubicBezTo>
                    <a:pt x="617" y="210"/>
                    <a:pt x="618" y="212"/>
                    <a:pt x="619" y="212"/>
                  </a:cubicBezTo>
                  <a:cubicBezTo>
                    <a:pt x="620" y="213"/>
                    <a:pt x="622" y="213"/>
                    <a:pt x="624" y="213"/>
                  </a:cubicBezTo>
                  <a:cubicBezTo>
                    <a:pt x="626" y="213"/>
                    <a:pt x="631" y="210"/>
                    <a:pt x="631" y="210"/>
                  </a:cubicBezTo>
                  <a:cubicBezTo>
                    <a:pt x="632" y="210"/>
                    <a:pt x="635" y="206"/>
                    <a:pt x="636" y="205"/>
                  </a:cubicBezTo>
                  <a:cubicBezTo>
                    <a:pt x="637" y="204"/>
                    <a:pt x="639" y="200"/>
                    <a:pt x="639" y="19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3"/>
            <p:cNvSpPr>
              <a:spLocks/>
            </p:cNvSpPr>
            <p:nvPr/>
          </p:nvSpPr>
          <p:spPr bwMode="auto">
            <a:xfrm>
              <a:off x="4010026" y="2444751"/>
              <a:ext cx="31750" cy="33338"/>
            </a:xfrm>
            <a:custGeom>
              <a:avLst/>
              <a:gdLst/>
              <a:ahLst/>
              <a:cxnLst>
                <a:cxn ang="0">
                  <a:pos x="24" y="7"/>
                </a:cxn>
                <a:cxn ang="0">
                  <a:pos x="23" y="10"/>
                </a:cxn>
                <a:cxn ang="0">
                  <a:pos x="20" y="17"/>
                </a:cxn>
                <a:cxn ang="0">
                  <a:pos x="15" y="22"/>
                </a:cxn>
                <a:cxn ang="0">
                  <a:pos x="8" y="25"/>
                </a:cxn>
                <a:cxn ang="0">
                  <a:pos x="3" y="24"/>
                </a:cxn>
                <a:cxn ang="0">
                  <a:pos x="0" y="21"/>
                </a:cxn>
                <a:cxn ang="0">
                  <a:pos x="0" y="14"/>
                </a:cxn>
                <a:cxn ang="0">
                  <a:pos x="4" y="8"/>
                </a:cxn>
                <a:cxn ang="0">
                  <a:pos x="8" y="4"/>
                </a:cxn>
                <a:cxn ang="0">
                  <a:pos x="14" y="1"/>
                </a:cxn>
                <a:cxn ang="0">
                  <a:pos x="18" y="1"/>
                </a:cxn>
                <a:cxn ang="0">
                  <a:pos x="24" y="7"/>
                </a:cxn>
              </a:cxnLst>
              <a:rect l="0" t="0" r="r" b="b"/>
              <a:pathLst>
                <a:path w="24" h="25">
                  <a:moveTo>
                    <a:pt x="24" y="7"/>
                  </a:moveTo>
                  <a:cubicBezTo>
                    <a:pt x="24" y="8"/>
                    <a:pt x="24" y="10"/>
                    <a:pt x="23" y="10"/>
                  </a:cubicBezTo>
                  <a:cubicBezTo>
                    <a:pt x="23" y="12"/>
                    <a:pt x="21" y="16"/>
                    <a:pt x="20" y="17"/>
                  </a:cubicBezTo>
                  <a:cubicBezTo>
                    <a:pt x="19" y="18"/>
                    <a:pt x="16" y="22"/>
                    <a:pt x="15" y="22"/>
                  </a:cubicBezTo>
                  <a:cubicBezTo>
                    <a:pt x="15" y="22"/>
                    <a:pt x="10" y="25"/>
                    <a:pt x="8" y="25"/>
                  </a:cubicBezTo>
                  <a:cubicBezTo>
                    <a:pt x="6" y="25"/>
                    <a:pt x="4" y="25"/>
                    <a:pt x="3" y="24"/>
                  </a:cubicBezTo>
                  <a:cubicBezTo>
                    <a:pt x="2" y="24"/>
                    <a:pt x="1" y="22"/>
                    <a:pt x="0" y="21"/>
                  </a:cubicBezTo>
                  <a:cubicBezTo>
                    <a:pt x="0" y="19"/>
                    <a:pt x="0" y="15"/>
                    <a:pt x="0" y="14"/>
                  </a:cubicBezTo>
                  <a:cubicBezTo>
                    <a:pt x="1" y="12"/>
                    <a:pt x="3" y="9"/>
                    <a:pt x="4" y="8"/>
                  </a:cubicBezTo>
                  <a:cubicBezTo>
                    <a:pt x="5" y="7"/>
                    <a:pt x="7" y="5"/>
                    <a:pt x="8" y="4"/>
                  </a:cubicBezTo>
                  <a:cubicBezTo>
                    <a:pt x="10" y="3"/>
                    <a:pt x="12" y="1"/>
                    <a:pt x="14" y="1"/>
                  </a:cubicBezTo>
                  <a:cubicBezTo>
                    <a:pt x="15" y="0"/>
                    <a:pt x="17" y="1"/>
                    <a:pt x="18" y="1"/>
                  </a:cubicBezTo>
                  <a:cubicBezTo>
                    <a:pt x="20" y="2"/>
                    <a:pt x="23" y="5"/>
                    <a:pt x="24"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14"/>
            <p:cNvSpPr>
              <a:spLocks/>
            </p:cNvSpPr>
            <p:nvPr/>
          </p:nvSpPr>
          <p:spPr bwMode="auto">
            <a:xfrm>
              <a:off x="3756026" y="1946276"/>
              <a:ext cx="103188" cy="57150"/>
            </a:xfrm>
            <a:custGeom>
              <a:avLst/>
              <a:gdLst/>
              <a:ahLst/>
              <a:cxnLst>
                <a:cxn ang="0">
                  <a:pos x="79" y="16"/>
                </a:cxn>
                <a:cxn ang="0">
                  <a:pos x="80" y="21"/>
                </a:cxn>
                <a:cxn ang="0">
                  <a:pos x="75" y="29"/>
                </a:cxn>
                <a:cxn ang="0">
                  <a:pos x="72" y="35"/>
                </a:cxn>
                <a:cxn ang="0">
                  <a:pos x="68" y="40"/>
                </a:cxn>
                <a:cxn ang="0">
                  <a:pos x="64" y="39"/>
                </a:cxn>
                <a:cxn ang="0">
                  <a:pos x="56" y="39"/>
                </a:cxn>
                <a:cxn ang="0">
                  <a:pos x="50" y="38"/>
                </a:cxn>
                <a:cxn ang="0">
                  <a:pos x="39" y="43"/>
                </a:cxn>
                <a:cxn ang="0">
                  <a:pos x="32" y="44"/>
                </a:cxn>
                <a:cxn ang="0">
                  <a:pos x="25" y="41"/>
                </a:cxn>
                <a:cxn ang="0">
                  <a:pos x="20" y="39"/>
                </a:cxn>
                <a:cxn ang="0">
                  <a:pos x="17" y="34"/>
                </a:cxn>
                <a:cxn ang="0">
                  <a:pos x="19" y="32"/>
                </a:cxn>
                <a:cxn ang="0">
                  <a:pos x="25" y="26"/>
                </a:cxn>
                <a:cxn ang="0">
                  <a:pos x="16" y="18"/>
                </a:cxn>
                <a:cxn ang="0">
                  <a:pos x="8" y="13"/>
                </a:cxn>
                <a:cxn ang="0">
                  <a:pos x="1" y="11"/>
                </a:cxn>
                <a:cxn ang="0">
                  <a:pos x="9" y="1"/>
                </a:cxn>
                <a:cxn ang="0">
                  <a:pos x="16" y="0"/>
                </a:cxn>
                <a:cxn ang="0">
                  <a:pos x="23" y="4"/>
                </a:cxn>
                <a:cxn ang="0">
                  <a:pos x="31" y="13"/>
                </a:cxn>
                <a:cxn ang="0">
                  <a:pos x="39" y="20"/>
                </a:cxn>
                <a:cxn ang="0">
                  <a:pos x="57" y="15"/>
                </a:cxn>
                <a:cxn ang="0">
                  <a:pos x="65" y="5"/>
                </a:cxn>
                <a:cxn ang="0">
                  <a:pos x="71" y="6"/>
                </a:cxn>
                <a:cxn ang="0">
                  <a:pos x="79" y="11"/>
                </a:cxn>
                <a:cxn ang="0">
                  <a:pos x="79" y="16"/>
                </a:cxn>
              </a:cxnLst>
              <a:rect l="0" t="0" r="r" b="b"/>
              <a:pathLst>
                <a:path w="80" h="44">
                  <a:moveTo>
                    <a:pt x="79" y="16"/>
                  </a:moveTo>
                  <a:cubicBezTo>
                    <a:pt x="80" y="18"/>
                    <a:pt x="80" y="20"/>
                    <a:pt x="80" y="21"/>
                  </a:cubicBezTo>
                  <a:cubicBezTo>
                    <a:pt x="79" y="24"/>
                    <a:pt x="76" y="27"/>
                    <a:pt x="75" y="29"/>
                  </a:cubicBezTo>
                  <a:cubicBezTo>
                    <a:pt x="74" y="31"/>
                    <a:pt x="73" y="34"/>
                    <a:pt x="72" y="35"/>
                  </a:cubicBezTo>
                  <a:cubicBezTo>
                    <a:pt x="71" y="36"/>
                    <a:pt x="69" y="39"/>
                    <a:pt x="68" y="40"/>
                  </a:cubicBezTo>
                  <a:cubicBezTo>
                    <a:pt x="67" y="40"/>
                    <a:pt x="65" y="39"/>
                    <a:pt x="64" y="39"/>
                  </a:cubicBezTo>
                  <a:cubicBezTo>
                    <a:pt x="62" y="39"/>
                    <a:pt x="58" y="39"/>
                    <a:pt x="56" y="39"/>
                  </a:cubicBezTo>
                  <a:cubicBezTo>
                    <a:pt x="55" y="39"/>
                    <a:pt x="51" y="38"/>
                    <a:pt x="50" y="38"/>
                  </a:cubicBezTo>
                  <a:cubicBezTo>
                    <a:pt x="47" y="39"/>
                    <a:pt x="42" y="42"/>
                    <a:pt x="39" y="43"/>
                  </a:cubicBezTo>
                  <a:cubicBezTo>
                    <a:pt x="37" y="43"/>
                    <a:pt x="34" y="44"/>
                    <a:pt x="32" y="44"/>
                  </a:cubicBezTo>
                  <a:cubicBezTo>
                    <a:pt x="30" y="43"/>
                    <a:pt x="27" y="42"/>
                    <a:pt x="25" y="41"/>
                  </a:cubicBezTo>
                  <a:cubicBezTo>
                    <a:pt x="24" y="41"/>
                    <a:pt x="21" y="40"/>
                    <a:pt x="20" y="39"/>
                  </a:cubicBezTo>
                  <a:cubicBezTo>
                    <a:pt x="19" y="38"/>
                    <a:pt x="17" y="34"/>
                    <a:pt x="17" y="34"/>
                  </a:cubicBezTo>
                  <a:cubicBezTo>
                    <a:pt x="17" y="34"/>
                    <a:pt x="18" y="33"/>
                    <a:pt x="19" y="32"/>
                  </a:cubicBezTo>
                  <a:cubicBezTo>
                    <a:pt x="20" y="31"/>
                    <a:pt x="25" y="28"/>
                    <a:pt x="25" y="26"/>
                  </a:cubicBezTo>
                  <a:cubicBezTo>
                    <a:pt x="25" y="23"/>
                    <a:pt x="18" y="20"/>
                    <a:pt x="16" y="18"/>
                  </a:cubicBezTo>
                  <a:cubicBezTo>
                    <a:pt x="14" y="17"/>
                    <a:pt x="10" y="14"/>
                    <a:pt x="8" y="13"/>
                  </a:cubicBezTo>
                  <a:cubicBezTo>
                    <a:pt x="6" y="12"/>
                    <a:pt x="2" y="12"/>
                    <a:pt x="1" y="11"/>
                  </a:cubicBezTo>
                  <a:cubicBezTo>
                    <a:pt x="0" y="8"/>
                    <a:pt x="6" y="3"/>
                    <a:pt x="9" y="1"/>
                  </a:cubicBezTo>
                  <a:cubicBezTo>
                    <a:pt x="11" y="0"/>
                    <a:pt x="14" y="0"/>
                    <a:pt x="16" y="0"/>
                  </a:cubicBezTo>
                  <a:cubicBezTo>
                    <a:pt x="18" y="1"/>
                    <a:pt x="21" y="3"/>
                    <a:pt x="23" y="4"/>
                  </a:cubicBezTo>
                  <a:cubicBezTo>
                    <a:pt x="25" y="6"/>
                    <a:pt x="30" y="10"/>
                    <a:pt x="31" y="13"/>
                  </a:cubicBezTo>
                  <a:cubicBezTo>
                    <a:pt x="33" y="15"/>
                    <a:pt x="34" y="19"/>
                    <a:pt x="39" y="20"/>
                  </a:cubicBezTo>
                  <a:cubicBezTo>
                    <a:pt x="44" y="20"/>
                    <a:pt x="53" y="18"/>
                    <a:pt x="57" y="15"/>
                  </a:cubicBezTo>
                  <a:cubicBezTo>
                    <a:pt x="59" y="13"/>
                    <a:pt x="65" y="5"/>
                    <a:pt x="65" y="5"/>
                  </a:cubicBezTo>
                  <a:cubicBezTo>
                    <a:pt x="65" y="5"/>
                    <a:pt x="70" y="5"/>
                    <a:pt x="71" y="6"/>
                  </a:cubicBezTo>
                  <a:cubicBezTo>
                    <a:pt x="74" y="7"/>
                    <a:pt x="78" y="9"/>
                    <a:pt x="79" y="11"/>
                  </a:cubicBezTo>
                  <a:cubicBezTo>
                    <a:pt x="80" y="12"/>
                    <a:pt x="79" y="15"/>
                    <a:pt x="79"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5"/>
            <p:cNvSpPr>
              <a:spLocks/>
            </p:cNvSpPr>
            <p:nvPr/>
          </p:nvSpPr>
          <p:spPr bwMode="auto">
            <a:xfrm>
              <a:off x="3719513" y="2020888"/>
              <a:ext cx="84138" cy="61913"/>
            </a:xfrm>
            <a:custGeom>
              <a:avLst/>
              <a:gdLst/>
              <a:ahLst/>
              <a:cxnLst>
                <a:cxn ang="0">
                  <a:pos x="65" y="29"/>
                </a:cxn>
                <a:cxn ang="0">
                  <a:pos x="64" y="37"/>
                </a:cxn>
                <a:cxn ang="0">
                  <a:pos x="61" y="44"/>
                </a:cxn>
                <a:cxn ang="0">
                  <a:pos x="58" y="47"/>
                </a:cxn>
                <a:cxn ang="0">
                  <a:pos x="50" y="48"/>
                </a:cxn>
                <a:cxn ang="0">
                  <a:pos x="40" y="43"/>
                </a:cxn>
                <a:cxn ang="0">
                  <a:pos x="27" y="40"/>
                </a:cxn>
                <a:cxn ang="0">
                  <a:pos x="3" y="37"/>
                </a:cxn>
                <a:cxn ang="0">
                  <a:pos x="1" y="19"/>
                </a:cxn>
                <a:cxn ang="0">
                  <a:pos x="0" y="19"/>
                </a:cxn>
                <a:cxn ang="0">
                  <a:pos x="14" y="12"/>
                </a:cxn>
                <a:cxn ang="0">
                  <a:pos x="28" y="0"/>
                </a:cxn>
                <a:cxn ang="0">
                  <a:pos x="32" y="3"/>
                </a:cxn>
                <a:cxn ang="0">
                  <a:pos x="38" y="0"/>
                </a:cxn>
                <a:cxn ang="0">
                  <a:pos x="41" y="4"/>
                </a:cxn>
                <a:cxn ang="0">
                  <a:pos x="51" y="12"/>
                </a:cxn>
                <a:cxn ang="0">
                  <a:pos x="60" y="21"/>
                </a:cxn>
                <a:cxn ang="0">
                  <a:pos x="65" y="29"/>
                </a:cxn>
              </a:cxnLst>
              <a:rect l="0" t="0" r="r" b="b"/>
              <a:pathLst>
                <a:path w="65" h="48">
                  <a:moveTo>
                    <a:pt x="65" y="29"/>
                  </a:moveTo>
                  <a:cubicBezTo>
                    <a:pt x="65" y="31"/>
                    <a:pt x="64" y="35"/>
                    <a:pt x="64" y="37"/>
                  </a:cubicBezTo>
                  <a:cubicBezTo>
                    <a:pt x="64" y="39"/>
                    <a:pt x="62" y="43"/>
                    <a:pt x="61" y="44"/>
                  </a:cubicBezTo>
                  <a:cubicBezTo>
                    <a:pt x="61" y="45"/>
                    <a:pt x="59" y="47"/>
                    <a:pt x="58" y="47"/>
                  </a:cubicBezTo>
                  <a:cubicBezTo>
                    <a:pt x="56" y="48"/>
                    <a:pt x="52" y="48"/>
                    <a:pt x="50" y="48"/>
                  </a:cubicBezTo>
                  <a:cubicBezTo>
                    <a:pt x="47" y="48"/>
                    <a:pt x="43" y="44"/>
                    <a:pt x="40" y="43"/>
                  </a:cubicBezTo>
                  <a:cubicBezTo>
                    <a:pt x="37" y="42"/>
                    <a:pt x="30" y="41"/>
                    <a:pt x="27" y="40"/>
                  </a:cubicBezTo>
                  <a:cubicBezTo>
                    <a:pt x="21" y="39"/>
                    <a:pt x="3" y="37"/>
                    <a:pt x="3" y="37"/>
                  </a:cubicBezTo>
                  <a:cubicBezTo>
                    <a:pt x="3" y="37"/>
                    <a:pt x="2" y="23"/>
                    <a:pt x="1" y="19"/>
                  </a:cubicBezTo>
                  <a:cubicBezTo>
                    <a:pt x="1" y="19"/>
                    <a:pt x="0" y="19"/>
                    <a:pt x="0" y="19"/>
                  </a:cubicBezTo>
                  <a:cubicBezTo>
                    <a:pt x="1" y="15"/>
                    <a:pt x="10" y="14"/>
                    <a:pt x="14" y="12"/>
                  </a:cubicBezTo>
                  <a:cubicBezTo>
                    <a:pt x="17" y="9"/>
                    <a:pt x="28" y="0"/>
                    <a:pt x="28" y="0"/>
                  </a:cubicBezTo>
                  <a:cubicBezTo>
                    <a:pt x="28" y="0"/>
                    <a:pt x="30" y="2"/>
                    <a:pt x="32" y="3"/>
                  </a:cubicBezTo>
                  <a:cubicBezTo>
                    <a:pt x="33" y="3"/>
                    <a:pt x="36" y="0"/>
                    <a:pt x="38" y="0"/>
                  </a:cubicBezTo>
                  <a:cubicBezTo>
                    <a:pt x="39" y="0"/>
                    <a:pt x="40" y="3"/>
                    <a:pt x="41" y="4"/>
                  </a:cubicBezTo>
                  <a:cubicBezTo>
                    <a:pt x="44" y="6"/>
                    <a:pt x="49" y="10"/>
                    <a:pt x="51" y="12"/>
                  </a:cubicBezTo>
                  <a:cubicBezTo>
                    <a:pt x="54" y="14"/>
                    <a:pt x="59" y="18"/>
                    <a:pt x="60" y="21"/>
                  </a:cubicBezTo>
                  <a:cubicBezTo>
                    <a:pt x="62" y="23"/>
                    <a:pt x="64" y="27"/>
                    <a:pt x="65" y="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6"/>
            <p:cNvSpPr>
              <a:spLocks/>
            </p:cNvSpPr>
            <p:nvPr/>
          </p:nvSpPr>
          <p:spPr bwMode="auto">
            <a:xfrm>
              <a:off x="3679826" y="1957388"/>
              <a:ext cx="701675" cy="609600"/>
            </a:xfrm>
            <a:custGeom>
              <a:avLst/>
              <a:gdLst/>
              <a:ahLst/>
              <a:cxnLst>
                <a:cxn ang="0">
                  <a:pos x="152" y="183"/>
                </a:cxn>
                <a:cxn ang="0">
                  <a:pos x="130" y="142"/>
                </a:cxn>
                <a:cxn ang="0">
                  <a:pos x="80" y="120"/>
                </a:cxn>
                <a:cxn ang="0">
                  <a:pos x="112" y="109"/>
                </a:cxn>
                <a:cxn ang="0">
                  <a:pos x="147" y="112"/>
                </a:cxn>
                <a:cxn ang="0">
                  <a:pos x="184" y="77"/>
                </a:cxn>
                <a:cxn ang="0">
                  <a:pos x="221" y="41"/>
                </a:cxn>
                <a:cxn ang="0">
                  <a:pos x="229" y="10"/>
                </a:cxn>
                <a:cxn ang="0">
                  <a:pos x="257" y="12"/>
                </a:cxn>
                <a:cxn ang="0">
                  <a:pos x="292" y="23"/>
                </a:cxn>
                <a:cxn ang="0">
                  <a:pos x="268" y="65"/>
                </a:cxn>
                <a:cxn ang="0">
                  <a:pos x="249" y="95"/>
                </a:cxn>
                <a:cxn ang="0">
                  <a:pos x="237" y="142"/>
                </a:cxn>
                <a:cxn ang="0">
                  <a:pos x="299" y="142"/>
                </a:cxn>
                <a:cxn ang="0">
                  <a:pos x="323" y="171"/>
                </a:cxn>
                <a:cxn ang="0">
                  <a:pos x="349" y="168"/>
                </a:cxn>
                <a:cxn ang="0">
                  <a:pos x="390" y="139"/>
                </a:cxn>
                <a:cxn ang="0">
                  <a:pos x="433" y="106"/>
                </a:cxn>
                <a:cxn ang="0">
                  <a:pos x="476" y="82"/>
                </a:cxn>
                <a:cxn ang="0">
                  <a:pos x="471" y="50"/>
                </a:cxn>
                <a:cxn ang="0">
                  <a:pos x="485" y="50"/>
                </a:cxn>
                <a:cxn ang="0">
                  <a:pos x="496" y="79"/>
                </a:cxn>
                <a:cxn ang="0">
                  <a:pos x="513" y="101"/>
                </a:cxn>
                <a:cxn ang="0">
                  <a:pos x="538" y="122"/>
                </a:cxn>
                <a:cxn ang="0">
                  <a:pos x="515" y="182"/>
                </a:cxn>
                <a:cxn ang="0">
                  <a:pos x="487" y="190"/>
                </a:cxn>
                <a:cxn ang="0">
                  <a:pos x="441" y="178"/>
                </a:cxn>
                <a:cxn ang="0">
                  <a:pos x="429" y="201"/>
                </a:cxn>
                <a:cxn ang="0">
                  <a:pos x="407" y="230"/>
                </a:cxn>
                <a:cxn ang="0">
                  <a:pos x="372" y="252"/>
                </a:cxn>
                <a:cxn ang="0">
                  <a:pos x="345" y="261"/>
                </a:cxn>
                <a:cxn ang="0">
                  <a:pos x="315" y="266"/>
                </a:cxn>
                <a:cxn ang="0">
                  <a:pos x="275" y="237"/>
                </a:cxn>
                <a:cxn ang="0">
                  <a:pos x="241" y="238"/>
                </a:cxn>
                <a:cxn ang="0">
                  <a:pos x="188" y="240"/>
                </a:cxn>
                <a:cxn ang="0">
                  <a:pos x="191" y="270"/>
                </a:cxn>
                <a:cxn ang="0">
                  <a:pos x="209" y="285"/>
                </a:cxn>
                <a:cxn ang="0">
                  <a:pos x="227" y="318"/>
                </a:cxn>
                <a:cxn ang="0">
                  <a:pos x="256" y="345"/>
                </a:cxn>
                <a:cxn ang="0">
                  <a:pos x="236" y="385"/>
                </a:cxn>
                <a:cxn ang="0">
                  <a:pos x="180" y="377"/>
                </a:cxn>
                <a:cxn ang="0">
                  <a:pos x="144" y="375"/>
                </a:cxn>
                <a:cxn ang="0">
                  <a:pos x="120" y="423"/>
                </a:cxn>
                <a:cxn ang="0">
                  <a:pos x="98" y="446"/>
                </a:cxn>
                <a:cxn ang="0">
                  <a:pos x="85" y="467"/>
                </a:cxn>
                <a:cxn ang="0">
                  <a:pos x="71" y="447"/>
                </a:cxn>
                <a:cxn ang="0">
                  <a:pos x="41" y="464"/>
                </a:cxn>
                <a:cxn ang="0">
                  <a:pos x="23" y="430"/>
                </a:cxn>
                <a:cxn ang="0">
                  <a:pos x="42" y="425"/>
                </a:cxn>
                <a:cxn ang="0">
                  <a:pos x="69" y="405"/>
                </a:cxn>
                <a:cxn ang="0">
                  <a:pos x="105" y="390"/>
                </a:cxn>
                <a:cxn ang="0">
                  <a:pos x="106" y="345"/>
                </a:cxn>
                <a:cxn ang="0">
                  <a:pos x="82" y="342"/>
                </a:cxn>
                <a:cxn ang="0">
                  <a:pos x="60" y="355"/>
                </a:cxn>
                <a:cxn ang="0">
                  <a:pos x="35" y="373"/>
                </a:cxn>
                <a:cxn ang="0">
                  <a:pos x="12" y="344"/>
                </a:cxn>
                <a:cxn ang="0">
                  <a:pos x="43" y="296"/>
                </a:cxn>
                <a:cxn ang="0">
                  <a:pos x="82" y="265"/>
                </a:cxn>
                <a:cxn ang="0">
                  <a:pos x="107" y="246"/>
                </a:cxn>
                <a:cxn ang="0">
                  <a:pos x="155" y="223"/>
                </a:cxn>
              </a:cxnLst>
              <a:rect l="0" t="0" r="r" b="b"/>
              <a:pathLst>
                <a:path w="539" h="469">
                  <a:moveTo>
                    <a:pt x="176" y="197"/>
                  </a:moveTo>
                  <a:cubicBezTo>
                    <a:pt x="176" y="197"/>
                    <a:pt x="179" y="190"/>
                    <a:pt x="178" y="188"/>
                  </a:cubicBezTo>
                  <a:cubicBezTo>
                    <a:pt x="174" y="183"/>
                    <a:pt x="159" y="191"/>
                    <a:pt x="154" y="188"/>
                  </a:cubicBezTo>
                  <a:cubicBezTo>
                    <a:pt x="153" y="187"/>
                    <a:pt x="152" y="184"/>
                    <a:pt x="152" y="183"/>
                  </a:cubicBezTo>
                  <a:cubicBezTo>
                    <a:pt x="150" y="179"/>
                    <a:pt x="147" y="173"/>
                    <a:pt x="146" y="170"/>
                  </a:cubicBezTo>
                  <a:cubicBezTo>
                    <a:pt x="146" y="167"/>
                    <a:pt x="145" y="162"/>
                    <a:pt x="145" y="159"/>
                  </a:cubicBezTo>
                  <a:cubicBezTo>
                    <a:pt x="145" y="155"/>
                    <a:pt x="148" y="147"/>
                    <a:pt x="145" y="144"/>
                  </a:cubicBezTo>
                  <a:cubicBezTo>
                    <a:pt x="142" y="141"/>
                    <a:pt x="134" y="142"/>
                    <a:pt x="130" y="142"/>
                  </a:cubicBezTo>
                  <a:cubicBezTo>
                    <a:pt x="125" y="143"/>
                    <a:pt x="116" y="147"/>
                    <a:pt x="111" y="147"/>
                  </a:cubicBezTo>
                  <a:cubicBezTo>
                    <a:pt x="105" y="147"/>
                    <a:pt x="93" y="145"/>
                    <a:pt x="89" y="142"/>
                  </a:cubicBezTo>
                  <a:cubicBezTo>
                    <a:pt x="85" y="139"/>
                    <a:pt x="79" y="125"/>
                    <a:pt x="79" y="125"/>
                  </a:cubicBezTo>
                  <a:cubicBezTo>
                    <a:pt x="79" y="125"/>
                    <a:pt x="79" y="121"/>
                    <a:pt x="80" y="120"/>
                  </a:cubicBezTo>
                  <a:cubicBezTo>
                    <a:pt x="80" y="118"/>
                    <a:pt x="81" y="114"/>
                    <a:pt x="83" y="112"/>
                  </a:cubicBezTo>
                  <a:cubicBezTo>
                    <a:pt x="84" y="111"/>
                    <a:pt x="86" y="109"/>
                    <a:pt x="88" y="109"/>
                  </a:cubicBezTo>
                  <a:cubicBezTo>
                    <a:pt x="91" y="108"/>
                    <a:pt x="96" y="108"/>
                    <a:pt x="99" y="108"/>
                  </a:cubicBezTo>
                  <a:cubicBezTo>
                    <a:pt x="102" y="108"/>
                    <a:pt x="109" y="107"/>
                    <a:pt x="112" y="109"/>
                  </a:cubicBezTo>
                  <a:cubicBezTo>
                    <a:pt x="113" y="110"/>
                    <a:pt x="112" y="115"/>
                    <a:pt x="113" y="116"/>
                  </a:cubicBezTo>
                  <a:cubicBezTo>
                    <a:pt x="115" y="119"/>
                    <a:pt x="122" y="124"/>
                    <a:pt x="125" y="124"/>
                  </a:cubicBezTo>
                  <a:cubicBezTo>
                    <a:pt x="128" y="124"/>
                    <a:pt x="132" y="118"/>
                    <a:pt x="135" y="116"/>
                  </a:cubicBezTo>
                  <a:cubicBezTo>
                    <a:pt x="138" y="115"/>
                    <a:pt x="145" y="115"/>
                    <a:pt x="147" y="112"/>
                  </a:cubicBezTo>
                  <a:cubicBezTo>
                    <a:pt x="149" y="111"/>
                    <a:pt x="149" y="108"/>
                    <a:pt x="149" y="106"/>
                  </a:cubicBezTo>
                  <a:cubicBezTo>
                    <a:pt x="150" y="103"/>
                    <a:pt x="151" y="96"/>
                    <a:pt x="154" y="94"/>
                  </a:cubicBezTo>
                  <a:cubicBezTo>
                    <a:pt x="159" y="90"/>
                    <a:pt x="175" y="95"/>
                    <a:pt x="180" y="90"/>
                  </a:cubicBezTo>
                  <a:cubicBezTo>
                    <a:pt x="183" y="88"/>
                    <a:pt x="182" y="79"/>
                    <a:pt x="184" y="77"/>
                  </a:cubicBezTo>
                  <a:cubicBezTo>
                    <a:pt x="189" y="73"/>
                    <a:pt x="205" y="79"/>
                    <a:pt x="210" y="75"/>
                  </a:cubicBezTo>
                  <a:cubicBezTo>
                    <a:pt x="212" y="73"/>
                    <a:pt x="210" y="67"/>
                    <a:pt x="211" y="64"/>
                  </a:cubicBezTo>
                  <a:cubicBezTo>
                    <a:pt x="211" y="62"/>
                    <a:pt x="215" y="57"/>
                    <a:pt x="217" y="54"/>
                  </a:cubicBezTo>
                  <a:cubicBezTo>
                    <a:pt x="218" y="51"/>
                    <a:pt x="221" y="45"/>
                    <a:pt x="221" y="41"/>
                  </a:cubicBezTo>
                  <a:cubicBezTo>
                    <a:pt x="221" y="39"/>
                    <a:pt x="220" y="34"/>
                    <a:pt x="219" y="32"/>
                  </a:cubicBezTo>
                  <a:cubicBezTo>
                    <a:pt x="217" y="29"/>
                    <a:pt x="212" y="25"/>
                    <a:pt x="212" y="23"/>
                  </a:cubicBezTo>
                  <a:cubicBezTo>
                    <a:pt x="211" y="20"/>
                    <a:pt x="210" y="12"/>
                    <a:pt x="212" y="10"/>
                  </a:cubicBezTo>
                  <a:cubicBezTo>
                    <a:pt x="215" y="7"/>
                    <a:pt x="225" y="10"/>
                    <a:pt x="229" y="10"/>
                  </a:cubicBezTo>
                  <a:cubicBezTo>
                    <a:pt x="231" y="9"/>
                    <a:pt x="236" y="10"/>
                    <a:pt x="238" y="9"/>
                  </a:cubicBezTo>
                  <a:cubicBezTo>
                    <a:pt x="241" y="8"/>
                    <a:pt x="243" y="1"/>
                    <a:pt x="246" y="0"/>
                  </a:cubicBezTo>
                  <a:cubicBezTo>
                    <a:pt x="247" y="0"/>
                    <a:pt x="249" y="1"/>
                    <a:pt x="250" y="2"/>
                  </a:cubicBezTo>
                  <a:cubicBezTo>
                    <a:pt x="253" y="4"/>
                    <a:pt x="255" y="11"/>
                    <a:pt x="257" y="12"/>
                  </a:cubicBezTo>
                  <a:cubicBezTo>
                    <a:pt x="261" y="14"/>
                    <a:pt x="269" y="15"/>
                    <a:pt x="272" y="15"/>
                  </a:cubicBezTo>
                  <a:cubicBezTo>
                    <a:pt x="275" y="15"/>
                    <a:pt x="281" y="13"/>
                    <a:pt x="284" y="14"/>
                  </a:cubicBezTo>
                  <a:cubicBezTo>
                    <a:pt x="287" y="14"/>
                    <a:pt x="293" y="16"/>
                    <a:pt x="294" y="18"/>
                  </a:cubicBezTo>
                  <a:cubicBezTo>
                    <a:pt x="294" y="19"/>
                    <a:pt x="293" y="22"/>
                    <a:pt x="292" y="23"/>
                  </a:cubicBezTo>
                  <a:cubicBezTo>
                    <a:pt x="291" y="26"/>
                    <a:pt x="287" y="34"/>
                    <a:pt x="285" y="38"/>
                  </a:cubicBezTo>
                  <a:cubicBezTo>
                    <a:pt x="283" y="40"/>
                    <a:pt x="280" y="44"/>
                    <a:pt x="278" y="46"/>
                  </a:cubicBezTo>
                  <a:cubicBezTo>
                    <a:pt x="276" y="48"/>
                    <a:pt x="271" y="52"/>
                    <a:pt x="270" y="55"/>
                  </a:cubicBezTo>
                  <a:cubicBezTo>
                    <a:pt x="268" y="57"/>
                    <a:pt x="268" y="63"/>
                    <a:pt x="268" y="65"/>
                  </a:cubicBezTo>
                  <a:cubicBezTo>
                    <a:pt x="267" y="69"/>
                    <a:pt x="268" y="76"/>
                    <a:pt x="267" y="80"/>
                  </a:cubicBezTo>
                  <a:cubicBezTo>
                    <a:pt x="266" y="82"/>
                    <a:pt x="265" y="87"/>
                    <a:pt x="263" y="88"/>
                  </a:cubicBezTo>
                  <a:cubicBezTo>
                    <a:pt x="262" y="90"/>
                    <a:pt x="258" y="92"/>
                    <a:pt x="256" y="92"/>
                  </a:cubicBezTo>
                  <a:cubicBezTo>
                    <a:pt x="254" y="93"/>
                    <a:pt x="251" y="95"/>
                    <a:pt x="249" y="95"/>
                  </a:cubicBezTo>
                  <a:cubicBezTo>
                    <a:pt x="244" y="97"/>
                    <a:pt x="234" y="93"/>
                    <a:pt x="231" y="97"/>
                  </a:cubicBezTo>
                  <a:cubicBezTo>
                    <a:pt x="228" y="100"/>
                    <a:pt x="231" y="110"/>
                    <a:pt x="232" y="114"/>
                  </a:cubicBezTo>
                  <a:cubicBezTo>
                    <a:pt x="232" y="118"/>
                    <a:pt x="233" y="124"/>
                    <a:pt x="234" y="127"/>
                  </a:cubicBezTo>
                  <a:cubicBezTo>
                    <a:pt x="235" y="131"/>
                    <a:pt x="234" y="139"/>
                    <a:pt x="237" y="142"/>
                  </a:cubicBezTo>
                  <a:cubicBezTo>
                    <a:pt x="240" y="144"/>
                    <a:pt x="247" y="142"/>
                    <a:pt x="250" y="142"/>
                  </a:cubicBezTo>
                  <a:cubicBezTo>
                    <a:pt x="255" y="141"/>
                    <a:pt x="265" y="141"/>
                    <a:pt x="270" y="141"/>
                  </a:cubicBezTo>
                  <a:cubicBezTo>
                    <a:pt x="275" y="140"/>
                    <a:pt x="286" y="136"/>
                    <a:pt x="291" y="138"/>
                  </a:cubicBezTo>
                  <a:cubicBezTo>
                    <a:pt x="293" y="138"/>
                    <a:pt x="297" y="141"/>
                    <a:pt x="299" y="142"/>
                  </a:cubicBezTo>
                  <a:cubicBezTo>
                    <a:pt x="300" y="144"/>
                    <a:pt x="302" y="148"/>
                    <a:pt x="303" y="150"/>
                  </a:cubicBezTo>
                  <a:cubicBezTo>
                    <a:pt x="304" y="153"/>
                    <a:pt x="307" y="157"/>
                    <a:pt x="309" y="159"/>
                  </a:cubicBezTo>
                  <a:cubicBezTo>
                    <a:pt x="311" y="161"/>
                    <a:pt x="315" y="164"/>
                    <a:pt x="317" y="166"/>
                  </a:cubicBezTo>
                  <a:cubicBezTo>
                    <a:pt x="318" y="167"/>
                    <a:pt x="321" y="170"/>
                    <a:pt x="323" y="171"/>
                  </a:cubicBezTo>
                  <a:cubicBezTo>
                    <a:pt x="325" y="172"/>
                    <a:pt x="329" y="174"/>
                    <a:pt x="332" y="175"/>
                  </a:cubicBezTo>
                  <a:cubicBezTo>
                    <a:pt x="334" y="176"/>
                    <a:pt x="338" y="176"/>
                    <a:pt x="341" y="176"/>
                  </a:cubicBezTo>
                  <a:cubicBezTo>
                    <a:pt x="343" y="176"/>
                    <a:pt x="347" y="177"/>
                    <a:pt x="349" y="175"/>
                  </a:cubicBezTo>
                  <a:cubicBezTo>
                    <a:pt x="350" y="174"/>
                    <a:pt x="349" y="170"/>
                    <a:pt x="349" y="168"/>
                  </a:cubicBezTo>
                  <a:cubicBezTo>
                    <a:pt x="349" y="165"/>
                    <a:pt x="349" y="161"/>
                    <a:pt x="350" y="159"/>
                  </a:cubicBezTo>
                  <a:cubicBezTo>
                    <a:pt x="352" y="156"/>
                    <a:pt x="358" y="153"/>
                    <a:pt x="361" y="151"/>
                  </a:cubicBezTo>
                  <a:cubicBezTo>
                    <a:pt x="365" y="149"/>
                    <a:pt x="374" y="146"/>
                    <a:pt x="378" y="145"/>
                  </a:cubicBezTo>
                  <a:cubicBezTo>
                    <a:pt x="381" y="143"/>
                    <a:pt x="387" y="141"/>
                    <a:pt x="390" y="139"/>
                  </a:cubicBezTo>
                  <a:cubicBezTo>
                    <a:pt x="393" y="138"/>
                    <a:pt x="398" y="134"/>
                    <a:pt x="401" y="132"/>
                  </a:cubicBezTo>
                  <a:cubicBezTo>
                    <a:pt x="404" y="129"/>
                    <a:pt x="410" y="123"/>
                    <a:pt x="414" y="120"/>
                  </a:cubicBezTo>
                  <a:cubicBezTo>
                    <a:pt x="416" y="117"/>
                    <a:pt x="420" y="110"/>
                    <a:pt x="423" y="108"/>
                  </a:cubicBezTo>
                  <a:cubicBezTo>
                    <a:pt x="425" y="107"/>
                    <a:pt x="430" y="106"/>
                    <a:pt x="433" y="106"/>
                  </a:cubicBezTo>
                  <a:cubicBezTo>
                    <a:pt x="437" y="106"/>
                    <a:pt x="445" y="109"/>
                    <a:pt x="448" y="108"/>
                  </a:cubicBezTo>
                  <a:cubicBezTo>
                    <a:pt x="452" y="108"/>
                    <a:pt x="458" y="104"/>
                    <a:pt x="460" y="102"/>
                  </a:cubicBezTo>
                  <a:cubicBezTo>
                    <a:pt x="464" y="100"/>
                    <a:pt x="473" y="96"/>
                    <a:pt x="475" y="92"/>
                  </a:cubicBezTo>
                  <a:cubicBezTo>
                    <a:pt x="476" y="90"/>
                    <a:pt x="478" y="84"/>
                    <a:pt x="476" y="82"/>
                  </a:cubicBezTo>
                  <a:cubicBezTo>
                    <a:pt x="475" y="81"/>
                    <a:pt x="473" y="77"/>
                    <a:pt x="471" y="75"/>
                  </a:cubicBezTo>
                  <a:cubicBezTo>
                    <a:pt x="470" y="73"/>
                    <a:pt x="467" y="70"/>
                    <a:pt x="466" y="68"/>
                  </a:cubicBezTo>
                  <a:cubicBezTo>
                    <a:pt x="465" y="66"/>
                    <a:pt x="467" y="60"/>
                    <a:pt x="467" y="58"/>
                  </a:cubicBezTo>
                  <a:cubicBezTo>
                    <a:pt x="468" y="56"/>
                    <a:pt x="470" y="52"/>
                    <a:pt x="471" y="50"/>
                  </a:cubicBezTo>
                  <a:cubicBezTo>
                    <a:pt x="472" y="48"/>
                    <a:pt x="474" y="42"/>
                    <a:pt x="474" y="42"/>
                  </a:cubicBezTo>
                  <a:cubicBezTo>
                    <a:pt x="474" y="42"/>
                    <a:pt x="476" y="43"/>
                    <a:pt x="477" y="43"/>
                  </a:cubicBezTo>
                  <a:cubicBezTo>
                    <a:pt x="479" y="43"/>
                    <a:pt x="483" y="42"/>
                    <a:pt x="485" y="43"/>
                  </a:cubicBezTo>
                  <a:cubicBezTo>
                    <a:pt x="486" y="45"/>
                    <a:pt x="485" y="48"/>
                    <a:pt x="485" y="50"/>
                  </a:cubicBezTo>
                  <a:cubicBezTo>
                    <a:pt x="485" y="52"/>
                    <a:pt x="486" y="56"/>
                    <a:pt x="487" y="58"/>
                  </a:cubicBezTo>
                  <a:cubicBezTo>
                    <a:pt x="489" y="59"/>
                    <a:pt x="492" y="58"/>
                    <a:pt x="493" y="59"/>
                  </a:cubicBezTo>
                  <a:cubicBezTo>
                    <a:pt x="495" y="61"/>
                    <a:pt x="495" y="67"/>
                    <a:pt x="496" y="70"/>
                  </a:cubicBezTo>
                  <a:cubicBezTo>
                    <a:pt x="496" y="72"/>
                    <a:pt x="497" y="77"/>
                    <a:pt x="496" y="79"/>
                  </a:cubicBezTo>
                  <a:cubicBezTo>
                    <a:pt x="495" y="81"/>
                    <a:pt x="488" y="82"/>
                    <a:pt x="487" y="84"/>
                  </a:cubicBezTo>
                  <a:cubicBezTo>
                    <a:pt x="487" y="86"/>
                    <a:pt x="492" y="89"/>
                    <a:pt x="494" y="91"/>
                  </a:cubicBezTo>
                  <a:cubicBezTo>
                    <a:pt x="497" y="92"/>
                    <a:pt x="503" y="95"/>
                    <a:pt x="505" y="97"/>
                  </a:cubicBezTo>
                  <a:cubicBezTo>
                    <a:pt x="507" y="98"/>
                    <a:pt x="511" y="100"/>
                    <a:pt x="513" y="101"/>
                  </a:cubicBezTo>
                  <a:cubicBezTo>
                    <a:pt x="514" y="102"/>
                    <a:pt x="517" y="103"/>
                    <a:pt x="519" y="104"/>
                  </a:cubicBezTo>
                  <a:cubicBezTo>
                    <a:pt x="521" y="104"/>
                    <a:pt x="525" y="104"/>
                    <a:pt x="527" y="105"/>
                  </a:cubicBezTo>
                  <a:cubicBezTo>
                    <a:pt x="530" y="107"/>
                    <a:pt x="535" y="112"/>
                    <a:pt x="537" y="114"/>
                  </a:cubicBezTo>
                  <a:cubicBezTo>
                    <a:pt x="538" y="116"/>
                    <a:pt x="539" y="120"/>
                    <a:pt x="538" y="122"/>
                  </a:cubicBezTo>
                  <a:cubicBezTo>
                    <a:pt x="538" y="126"/>
                    <a:pt x="533" y="134"/>
                    <a:pt x="532" y="138"/>
                  </a:cubicBezTo>
                  <a:cubicBezTo>
                    <a:pt x="530" y="141"/>
                    <a:pt x="527" y="148"/>
                    <a:pt x="525" y="151"/>
                  </a:cubicBezTo>
                  <a:cubicBezTo>
                    <a:pt x="523" y="156"/>
                    <a:pt x="520" y="165"/>
                    <a:pt x="518" y="170"/>
                  </a:cubicBezTo>
                  <a:cubicBezTo>
                    <a:pt x="517" y="173"/>
                    <a:pt x="516" y="180"/>
                    <a:pt x="515" y="182"/>
                  </a:cubicBezTo>
                  <a:cubicBezTo>
                    <a:pt x="514" y="184"/>
                    <a:pt x="512" y="187"/>
                    <a:pt x="511" y="189"/>
                  </a:cubicBezTo>
                  <a:cubicBezTo>
                    <a:pt x="510" y="189"/>
                    <a:pt x="507" y="190"/>
                    <a:pt x="506" y="190"/>
                  </a:cubicBezTo>
                  <a:cubicBezTo>
                    <a:pt x="505" y="191"/>
                    <a:pt x="502" y="191"/>
                    <a:pt x="500" y="191"/>
                  </a:cubicBezTo>
                  <a:cubicBezTo>
                    <a:pt x="497" y="191"/>
                    <a:pt x="490" y="191"/>
                    <a:pt x="487" y="190"/>
                  </a:cubicBezTo>
                  <a:cubicBezTo>
                    <a:pt x="482" y="190"/>
                    <a:pt x="472" y="189"/>
                    <a:pt x="467" y="189"/>
                  </a:cubicBezTo>
                  <a:cubicBezTo>
                    <a:pt x="464" y="188"/>
                    <a:pt x="459" y="187"/>
                    <a:pt x="456" y="186"/>
                  </a:cubicBezTo>
                  <a:cubicBezTo>
                    <a:pt x="454" y="186"/>
                    <a:pt x="450" y="184"/>
                    <a:pt x="448" y="183"/>
                  </a:cubicBezTo>
                  <a:cubicBezTo>
                    <a:pt x="446" y="182"/>
                    <a:pt x="443" y="179"/>
                    <a:pt x="441" y="178"/>
                  </a:cubicBezTo>
                  <a:cubicBezTo>
                    <a:pt x="439" y="176"/>
                    <a:pt x="436" y="172"/>
                    <a:pt x="434" y="173"/>
                  </a:cubicBezTo>
                  <a:cubicBezTo>
                    <a:pt x="432" y="174"/>
                    <a:pt x="432" y="178"/>
                    <a:pt x="431" y="180"/>
                  </a:cubicBezTo>
                  <a:cubicBezTo>
                    <a:pt x="431" y="184"/>
                    <a:pt x="435" y="189"/>
                    <a:pt x="434" y="192"/>
                  </a:cubicBezTo>
                  <a:cubicBezTo>
                    <a:pt x="434" y="195"/>
                    <a:pt x="431" y="199"/>
                    <a:pt x="429" y="201"/>
                  </a:cubicBezTo>
                  <a:cubicBezTo>
                    <a:pt x="427" y="204"/>
                    <a:pt x="423" y="206"/>
                    <a:pt x="421" y="208"/>
                  </a:cubicBezTo>
                  <a:cubicBezTo>
                    <a:pt x="420" y="210"/>
                    <a:pt x="419" y="213"/>
                    <a:pt x="418" y="214"/>
                  </a:cubicBezTo>
                  <a:cubicBezTo>
                    <a:pt x="417" y="217"/>
                    <a:pt x="413" y="219"/>
                    <a:pt x="411" y="222"/>
                  </a:cubicBezTo>
                  <a:cubicBezTo>
                    <a:pt x="409" y="224"/>
                    <a:pt x="408" y="228"/>
                    <a:pt x="407" y="230"/>
                  </a:cubicBezTo>
                  <a:cubicBezTo>
                    <a:pt x="404" y="234"/>
                    <a:pt x="401" y="240"/>
                    <a:pt x="398" y="244"/>
                  </a:cubicBezTo>
                  <a:cubicBezTo>
                    <a:pt x="396" y="246"/>
                    <a:pt x="394" y="250"/>
                    <a:pt x="391" y="251"/>
                  </a:cubicBezTo>
                  <a:cubicBezTo>
                    <a:pt x="388" y="252"/>
                    <a:pt x="385" y="251"/>
                    <a:pt x="382" y="251"/>
                  </a:cubicBezTo>
                  <a:cubicBezTo>
                    <a:pt x="379" y="251"/>
                    <a:pt x="375" y="252"/>
                    <a:pt x="372" y="252"/>
                  </a:cubicBezTo>
                  <a:cubicBezTo>
                    <a:pt x="368" y="252"/>
                    <a:pt x="363" y="250"/>
                    <a:pt x="359" y="251"/>
                  </a:cubicBezTo>
                  <a:cubicBezTo>
                    <a:pt x="358" y="251"/>
                    <a:pt x="356" y="251"/>
                    <a:pt x="355" y="252"/>
                  </a:cubicBezTo>
                  <a:cubicBezTo>
                    <a:pt x="354" y="253"/>
                    <a:pt x="353" y="255"/>
                    <a:pt x="351" y="257"/>
                  </a:cubicBezTo>
                  <a:cubicBezTo>
                    <a:pt x="350" y="258"/>
                    <a:pt x="347" y="259"/>
                    <a:pt x="345" y="261"/>
                  </a:cubicBezTo>
                  <a:cubicBezTo>
                    <a:pt x="343" y="263"/>
                    <a:pt x="341" y="268"/>
                    <a:pt x="339" y="267"/>
                  </a:cubicBezTo>
                  <a:cubicBezTo>
                    <a:pt x="336" y="267"/>
                    <a:pt x="335" y="258"/>
                    <a:pt x="332" y="257"/>
                  </a:cubicBezTo>
                  <a:cubicBezTo>
                    <a:pt x="331" y="257"/>
                    <a:pt x="329" y="260"/>
                    <a:pt x="328" y="260"/>
                  </a:cubicBezTo>
                  <a:cubicBezTo>
                    <a:pt x="325" y="262"/>
                    <a:pt x="318" y="265"/>
                    <a:pt x="315" y="266"/>
                  </a:cubicBezTo>
                  <a:cubicBezTo>
                    <a:pt x="312" y="267"/>
                    <a:pt x="306" y="268"/>
                    <a:pt x="303" y="268"/>
                  </a:cubicBezTo>
                  <a:cubicBezTo>
                    <a:pt x="300" y="268"/>
                    <a:pt x="293" y="268"/>
                    <a:pt x="291" y="266"/>
                  </a:cubicBezTo>
                  <a:cubicBezTo>
                    <a:pt x="287" y="263"/>
                    <a:pt x="286" y="254"/>
                    <a:pt x="284" y="250"/>
                  </a:cubicBezTo>
                  <a:cubicBezTo>
                    <a:pt x="282" y="247"/>
                    <a:pt x="277" y="240"/>
                    <a:pt x="275" y="237"/>
                  </a:cubicBezTo>
                  <a:cubicBezTo>
                    <a:pt x="274" y="236"/>
                    <a:pt x="272" y="233"/>
                    <a:pt x="271" y="232"/>
                  </a:cubicBezTo>
                  <a:cubicBezTo>
                    <a:pt x="268" y="231"/>
                    <a:pt x="262" y="230"/>
                    <a:pt x="259" y="231"/>
                  </a:cubicBezTo>
                  <a:cubicBezTo>
                    <a:pt x="257" y="231"/>
                    <a:pt x="254" y="234"/>
                    <a:pt x="252" y="235"/>
                  </a:cubicBezTo>
                  <a:cubicBezTo>
                    <a:pt x="249" y="236"/>
                    <a:pt x="244" y="238"/>
                    <a:pt x="241" y="238"/>
                  </a:cubicBezTo>
                  <a:cubicBezTo>
                    <a:pt x="238" y="239"/>
                    <a:pt x="233" y="242"/>
                    <a:pt x="230" y="243"/>
                  </a:cubicBezTo>
                  <a:cubicBezTo>
                    <a:pt x="229" y="243"/>
                    <a:pt x="225" y="244"/>
                    <a:pt x="223" y="244"/>
                  </a:cubicBezTo>
                  <a:cubicBezTo>
                    <a:pt x="217" y="244"/>
                    <a:pt x="203" y="242"/>
                    <a:pt x="197" y="241"/>
                  </a:cubicBezTo>
                  <a:cubicBezTo>
                    <a:pt x="195" y="241"/>
                    <a:pt x="190" y="239"/>
                    <a:pt x="188" y="240"/>
                  </a:cubicBezTo>
                  <a:cubicBezTo>
                    <a:pt x="187" y="242"/>
                    <a:pt x="189" y="245"/>
                    <a:pt x="189" y="247"/>
                  </a:cubicBezTo>
                  <a:cubicBezTo>
                    <a:pt x="189" y="248"/>
                    <a:pt x="190" y="251"/>
                    <a:pt x="190" y="253"/>
                  </a:cubicBezTo>
                  <a:cubicBezTo>
                    <a:pt x="189" y="255"/>
                    <a:pt x="188" y="259"/>
                    <a:pt x="188" y="261"/>
                  </a:cubicBezTo>
                  <a:cubicBezTo>
                    <a:pt x="188" y="263"/>
                    <a:pt x="191" y="268"/>
                    <a:pt x="191" y="270"/>
                  </a:cubicBezTo>
                  <a:cubicBezTo>
                    <a:pt x="192" y="273"/>
                    <a:pt x="190" y="278"/>
                    <a:pt x="191" y="280"/>
                  </a:cubicBezTo>
                  <a:cubicBezTo>
                    <a:pt x="192" y="281"/>
                    <a:pt x="196" y="281"/>
                    <a:pt x="198" y="281"/>
                  </a:cubicBezTo>
                  <a:cubicBezTo>
                    <a:pt x="199" y="281"/>
                    <a:pt x="203" y="280"/>
                    <a:pt x="204" y="281"/>
                  </a:cubicBezTo>
                  <a:cubicBezTo>
                    <a:pt x="206" y="281"/>
                    <a:pt x="208" y="284"/>
                    <a:pt x="209" y="285"/>
                  </a:cubicBezTo>
                  <a:cubicBezTo>
                    <a:pt x="211" y="286"/>
                    <a:pt x="215" y="287"/>
                    <a:pt x="217" y="289"/>
                  </a:cubicBezTo>
                  <a:cubicBezTo>
                    <a:pt x="218" y="290"/>
                    <a:pt x="218" y="294"/>
                    <a:pt x="218" y="296"/>
                  </a:cubicBezTo>
                  <a:cubicBezTo>
                    <a:pt x="219" y="297"/>
                    <a:pt x="218" y="299"/>
                    <a:pt x="218" y="300"/>
                  </a:cubicBezTo>
                  <a:cubicBezTo>
                    <a:pt x="219" y="305"/>
                    <a:pt x="224" y="314"/>
                    <a:pt x="227" y="318"/>
                  </a:cubicBezTo>
                  <a:cubicBezTo>
                    <a:pt x="228" y="320"/>
                    <a:pt x="231" y="324"/>
                    <a:pt x="233" y="326"/>
                  </a:cubicBezTo>
                  <a:cubicBezTo>
                    <a:pt x="234" y="328"/>
                    <a:pt x="237" y="332"/>
                    <a:pt x="239" y="333"/>
                  </a:cubicBezTo>
                  <a:cubicBezTo>
                    <a:pt x="241" y="335"/>
                    <a:pt x="246" y="336"/>
                    <a:pt x="248" y="338"/>
                  </a:cubicBezTo>
                  <a:cubicBezTo>
                    <a:pt x="250" y="339"/>
                    <a:pt x="255" y="343"/>
                    <a:pt x="256" y="345"/>
                  </a:cubicBezTo>
                  <a:cubicBezTo>
                    <a:pt x="257" y="348"/>
                    <a:pt x="257" y="353"/>
                    <a:pt x="257" y="356"/>
                  </a:cubicBezTo>
                  <a:cubicBezTo>
                    <a:pt x="258" y="358"/>
                    <a:pt x="258" y="362"/>
                    <a:pt x="257" y="363"/>
                  </a:cubicBezTo>
                  <a:cubicBezTo>
                    <a:pt x="256" y="367"/>
                    <a:pt x="251" y="372"/>
                    <a:pt x="249" y="374"/>
                  </a:cubicBezTo>
                  <a:cubicBezTo>
                    <a:pt x="246" y="377"/>
                    <a:pt x="240" y="383"/>
                    <a:pt x="236" y="385"/>
                  </a:cubicBezTo>
                  <a:cubicBezTo>
                    <a:pt x="234" y="387"/>
                    <a:pt x="228" y="388"/>
                    <a:pt x="226" y="389"/>
                  </a:cubicBezTo>
                  <a:cubicBezTo>
                    <a:pt x="221" y="389"/>
                    <a:pt x="211" y="388"/>
                    <a:pt x="207" y="387"/>
                  </a:cubicBezTo>
                  <a:cubicBezTo>
                    <a:pt x="202" y="387"/>
                    <a:pt x="192" y="386"/>
                    <a:pt x="188" y="384"/>
                  </a:cubicBezTo>
                  <a:cubicBezTo>
                    <a:pt x="186" y="383"/>
                    <a:pt x="182" y="378"/>
                    <a:pt x="180" y="377"/>
                  </a:cubicBezTo>
                  <a:cubicBezTo>
                    <a:pt x="178" y="375"/>
                    <a:pt x="174" y="372"/>
                    <a:pt x="171" y="371"/>
                  </a:cubicBezTo>
                  <a:cubicBezTo>
                    <a:pt x="169" y="370"/>
                    <a:pt x="165" y="369"/>
                    <a:pt x="162" y="369"/>
                  </a:cubicBezTo>
                  <a:cubicBezTo>
                    <a:pt x="160" y="369"/>
                    <a:pt x="157" y="371"/>
                    <a:pt x="155" y="372"/>
                  </a:cubicBezTo>
                  <a:cubicBezTo>
                    <a:pt x="152" y="373"/>
                    <a:pt x="146" y="373"/>
                    <a:pt x="144" y="375"/>
                  </a:cubicBezTo>
                  <a:cubicBezTo>
                    <a:pt x="142" y="377"/>
                    <a:pt x="143" y="384"/>
                    <a:pt x="142" y="387"/>
                  </a:cubicBezTo>
                  <a:cubicBezTo>
                    <a:pt x="141" y="391"/>
                    <a:pt x="140" y="398"/>
                    <a:pt x="138" y="402"/>
                  </a:cubicBezTo>
                  <a:cubicBezTo>
                    <a:pt x="137" y="406"/>
                    <a:pt x="134" y="413"/>
                    <a:pt x="131" y="416"/>
                  </a:cubicBezTo>
                  <a:cubicBezTo>
                    <a:pt x="129" y="418"/>
                    <a:pt x="123" y="421"/>
                    <a:pt x="120" y="423"/>
                  </a:cubicBezTo>
                  <a:cubicBezTo>
                    <a:pt x="118" y="425"/>
                    <a:pt x="112" y="428"/>
                    <a:pt x="110" y="429"/>
                  </a:cubicBezTo>
                  <a:cubicBezTo>
                    <a:pt x="106" y="431"/>
                    <a:pt x="99" y="433"/>
                    <a:pt x="96" y="436"/>
                  </a:cubicBezTo>
                  <a:cubicBezTo>
                    <a:pt x="96" y="436"/>
                    <a:pt x="95" y="438"/>
                    <a:pt x="95" y="439"/>
                  </a:cubicBezTo>
                  <a:cubicBezTo>
                    <a:pt x="95" y="441"/>
                    <a:pt x="97" y="444"/>
                    <a:pt x="98" y="446"/>
                  </a:cubicBezTo>
                  <a:cubicBezTo>
                    <a:pt x="99" y="447"/>
                    <a:pt x="102" y="450"/>
                    <a:pt x="102" y="451"/>
                  </a:cubicBezTo>
                  <a:cubicBezTo>
                    <a:pt x="103" y="453"/>
                    <a:pt x="102" y="457"/>
                    <a:pt x="101" y="459"/>
                  </a:cubicBezTo>
                  <a:cubicBezTo>
                    <a:pt x="100" y="460"/>
                    <a:pt x="96" y="462"/>
                    <a:pt x="95" y="463"/>
                  </a:cubicBezTo>
                  <a:cubicBezTo>
                    <a:pt x="92" y="465"/>
                    <a:pt x="87" y="467"/>
                    <a:pt x="85" y="467"/>
                  </a:cubicBezTo>
                  <a:cubicBezTo>
                    <a:pt x="82" y="468"/>
                    <a:pt x="77" y="469"/>
                    <a:pt x="75" y="468"/>
                  </a:cubicBezTo>
                  <a:cubicBezTo>
                    <a:pt x="73" y="467"/>
                    <a:pt x="71" y="463"/>
                    <a:pt x="70" y="461"/>
                  </a:cubicBezTo>
                  <a:cubicBezTo>
                    <a:pt x="70" y="460"/>
                    <a:pt x="71" y="457"/>
                    <a:pt x="71" y="455"/>
                  </a:cubicBezTo>
                  <a:cubicBezTo>
                    <a:pt x="71" y="453"/>
                    <a:pt x="73" y="448"/>
                    <a:pt x="71" y="447"/>
                  </a:cubicBezTo>
                  <a:cubicBezTo>
                    <a:pt x="70" y="446"/>
                    <a:pt x="65" y="449"/>
                    <a:pt x="63" y="449"/>
                  </a:cubicBezTo>
                  <a:cubicBezTo>
                    <a:pt x="61" y="450"/>
                    <a:pt x="56" y="453"/>
                    <a:pt x="54" y="454"/>
                  </a:cubicBezTo>
                  <a:cubicBezTo>
                    <a:pt x="52" y="456"/>
                    <a:pt x="46" y="460"/>
                    <a:pt x="44" y="462"/>
                  </a:cubicBezTo>
                  <a:cubicBezTo>
                    <a:pt x="43" y="462"/>
                    <a:pt x="42" y="464"/>
                    <a:pt x="41" y="464"/>
                  </a:cubicBezTo>
                  <a:cubicBezTo>
                    <a:pt x="40" y="464"/>
                    <a:pt x="39" y="462"/>
                    <a:pt x="39" y="461"/>
                  </a:cubicBezTo>
                  <a:cubicBezTo>
                    <a:pt x="37" y="458"/>
                    <a:pt x="33" y="452"/>
                    <a:pt x="31" y="448"/>
                  </a:cubicBezTo>
                  <a:cubicBezTo>
                    <a:pt x="30" y="446"/>
                    <a:pt x="27" y="441"/>
                    <a:pt x="26" y="438"/>
                  </a:cubicBezTo>
                  <a:cubicBezTo>
                    <a:pt x="25" y="436"/>
                    <a:pt x="23" y="432"/>
                    <a:pt x="23" y="430"/>
                  </a:cubicBezTo>
                  <a:cubicBezTo>
                    <a:pt x="22" y="428"/>
                    <a:pt x="22" y="423"/>
                    <a:pt x="23" y="422"/>
                  </a:cubicBezTo>
                  <a:cubicBezTo>
                    <a:pt x="24" y="421"/>
                    <a:pt x="26" y="419"/>
                    <a:pt x="27" y="419"/>
                  </a:cubicBezTo>
                  <a:cubicBezTo>
                    <a:pt x="30" y="418"/>
                    <a:pt x="35" y="419"/>
                    <a:pt x="37" y="421"/>
                  </a:cubicBezTo>
                  <a:cubicBezTo>
                    <a:pt x="39" y="421"/>
                    <a:pt x="41" y="424"/>
                    <a:pt x="42" y="425"/>
                  </a:cubicBezTo>
                  <a:cubicBezTo>
                    <a:pt x="44" y="425"/>
                    <a:pt x="48" y="424"/>
                    <a:pt x="50" y="424"/>
                  </a:cubicBezTo>
                  <a:cubicBezTo>
                    <a:pt x="54" y="423"/>
                    <a:pt x="63" y="425"/>
                    <a:pt x="66" y="423"/>
                  </a:cubicBezTo>
                  <a:cubicBezTo>
                    <a:pt x="68" y="421"/>
                    <a:pt x="68" y="417"/>
                    <a:pt x="69" y="415"/>
                  </a:cubicBezTo>
                  <a:cubicBezTo>
                    <a:pt x="69" y="413"/>
                    <a:pt x="68" y="408"/>
                    <a:pt x="69" y="405"/>
                  </a:cubicBezTo>
                  <a:cubicBezTo>
                    <a:pt x="69" y="403"/>
                    <a:pt x="72" y="399"/>
                    <a:pt x="74" y="398"/>
                  </a:cubicBezTo>
                  <a:cubicBezTo>
                    <a:pt x="75" y="395"/>
                    <a:pt x="78" y="390"/>
                    <a:pt x="81" y="388"/>
                  </a:cubicBezTo>
                  <a:cubicBezTo>
                    <a:pt x="84" y="387"/>
                    <a:pt x="92" y="389"/>
                    <a:pt x="95" y="389"/>
                  </a:cubicBezTo>
                  <a:cubicBezTo>
                    <a:pt x="98" y="389"/>
                    <a:pt x="103" y="390"/>
                    <a:pt x="105" y="390"/>
                  </a:cubicBezTo>
                  <a:cubicBezTo>
                    <a:pt x="107" y="390"/>
                    <a:pt x="110" y="389"/>
                    <a:pt x="111" y="388"/>
                  </a:cubicBezTo>
                  <a:cubicBezTo>
                    <a:pt x="114" y="386"/>
                    <a:pt x="118" y="379"/>
                    <a:pt x="117" y="375"/>
                  </a:cubicBezTo>
                  <a:cubicBezTo>
                    <a:pt x="117" y="370"/>
                    <a:pt x="108" y="363"/>
                    <a:pt x="107" y="359"/>
                  </a:cubicBezTo>
                  <a:cubicBezTo>
                    <a:pt x="106" y="355"/>
                    <a:pt x="106" y="348"/>
                    <a:pt x="106" y="345"/>
                  </a:cubicBezTo>
                  <a:cubicBezTo>
                    <a:pt x="105" y="341"/>
                    <a:pt x="108" y="331"/>
                    <a:pt x="105" y="330"/>
                  </a:cubicBezTo>
                  <a:cubicBezTo>
                    <a:pt x="102" y="329"/>
                    <a:pt x="99" y="331"/>
                    <a:pt x="97" y="332"/>
                  </a:cubicBezTo>
                  <a:cubicBezTo>
                    <a:pt x="94" y="333"/>
                    <a:pt x="90" y="335"/>
                    <a:pt x="88" y="337"/>
                  </a:cubicBezTo>
                  <a:cubicBezTo>
                    <a:pt x="86" y="338"/>
                    <a:pt x="84" y="341"/>
                    <a:pt x="82" y="342"/>
                  </a:cubicBezTo>
                  <a:cubicBezTo>
                    <a:pt x="80" y="343"/>
                    <a:pt x="77" y="344"/>
                    <a:pt x="74" y="345"/>
                  </a:cubicBezTo>
                  <a:cubicBezTo>
                    <a:pt x="72" y="345"/>
                    <a:pt x="68" y="343"/>
                    <a:pt x="66" y="344"/>
                  </a:cubicBezTo>
                  <a:cubicBezTo>
                    <a:pt x="64" y="344"/>
                    <a:pt x="63" y="346"/>
                    <a:pt x="62" y="348"/>
                  </a:cubicBezTo>
                  <a:cubicBezTo>
                    <a:pt x="61" y="350"/>
                    <a:pt x="61" y="353"/>
                    <a:pt x="60" y="355"/>
                  </a:cubicBezTo>
                  <a:cubicBezTo>
                    <a:pt x="59" y="358"/>
                    <a:pt x="56" y="361"/>
                    <a:pt x="54" y="362"/>
                  </a:cubicBezTo>
                  <a:cubicBezTo>
                    <a:pt x="52" y="364"/>
                    <a:pt x="48" y="364"/>
                    <a:pt x="45" y="366"/>
                  </a:cubicBezTo>
                  <a:cubicBezTo>
                    <a:pt x="44" y="367"/>
                    <a:pt x="43" y="369"/>
                    <a:pt x="41" y="370"/>
                  </a:cubicBezTo>
                  <a:cubicBezTo>
                    <a:pt x="40" y="371"/>
                    <a:pt x="37" y="373"/>
                    <a:pt x="35" y="373"/>
                  </a:cubicBezTo>
                  <a:cubicBezTo>
                    <a:pt x="34" y="372"/>
                    <a:pt x="33" y="368"/>
                    <a:pt x="32" y="367"/>
                  </a:cubicBezTo>
                  <a:cubicBezTo>
                    <a:pt x="31" y="363"/>
                    <a:pt x="31" y="353"/>
                    <a:pt x="28" y="350"/>
                  </a:cubicBezTo>
                  <a:cubicBezTo>
                    <a:pt x="27" y="349"/>
                    <a:pt x="25" y="348"/>
                    <a:pt x="24" y="348"/>
                  </a:cubicBezTo>
                  <a:cubicBezTo>
                    <a:pt x="21" y="347"/>
                    <a:pt x="14" y="346"/>
                    <a:pt x="12" y="344"/>
                  </a:cubicBezTo>
                  <a:cubicBezTo>
                    <a:pt x="10" y="343"/>
                    <a:pt x="7" y="340"/>
                    <a:pt x="6" y="338"/>
                  </a:cubicBezTo>
                  <a:cubicBezTo>
                    <a:pt x="4" y="332"/>
                    <a:pt x="0" y="319"/>
                    <a:pt x="3" y="314"/>
                  </a:cubicBezTo>
                  <a:cubicBezTo>
                    <a:pt x="6" y="309"/>
                    <a:pt x="17" y="308"/>
                    <a:pt x="22" y="306"/>
                  </a:cubicBezTo>
                  <a:cubicBezTo>
                    <a:pt x="27" y="304"/>
                    <a:pt x="38" y="299"/>
                    <a:pt x="43" y="296"/>
                  </a:cubicBezTo>
                  <a:cubicBezTo>
                    <a:pt x="47" y="294"/>
                    <a:pt x="54" y="290"/>
                    <a:pt x="57" y="288"/>
                  </a:cubicBezTo>
                  <a:cubicBezTo>
                    <a:pt x="60" y="286"/>
                    <a:pt x="67" y="281"/>
                    <a:pt x="69" y="278"/>
                  </a:cubicBezTo>
                  <a:cubicBezTo>
                    <a:pt x="70" y="275"/>
                    <a:pt x="68" y="269"/>
                    <a:pt x="69" y="267"/>
                  </a:cubicBezTo>
                  <a:cubicBezTo>
                    <a:pt x="72" y="264"/>
                    <a:pt x="79" y="266"/>
                    <a:pt x="82" y="265"/>
                  </a:cubicBezTo>
                  <a:cubicBezTo>
                    <a:pt x="86" y="264"/>
                    <a:pt x="94" y="263"/>
                    <a:pt x="97" y="262"/>
                  </a:cubicBezTo>
                  <a:cubicBezTo>
                    <a:pt x="99" y="261"/>
                    <a:pt x="101" y="261"/>
                    <a:pt x="102" y="260"/>
                  </a:cubicBezTo>
                  <a:cubicBezTo>
                    <a:pt x="103" y="259"/>
                    <a:pt x="104" y="257"/>
                    <a:pt x="104" y="256"/>
                  </a:cubicBezTo>
                  <a:cubicBezTo>
                    <a:pt x="105" y="254"/>
                    <a:pt x="105" y="248"/>
                    <a:pt x="107" y="246"/>
                  </a:cubicBezTo>
                  <a:cubicBezTo>
                    <a:pt x="108" y="244"/>
                    <a:pt x="113" y="240"/>
                    <a:pt x="116" y="239"/>
                  </a:cubicBezTo>
                  <a:cubicBezTo>
                    <a:pt x="118" y="237"/>
                    <a:pt x="123" y="236"/>
                    <a:pt x="126" y="235"/>
                  </a:cubicBezTo>
                  <a:cubicBezTo>
                    <a:pt x="131" y="233"/>
                    <a:pt x="142" y="231"/>
                    <a:pt x="147" y="229"/>
                  </a:cubicBezTo>
                  <a:cubicBezTo>
                    <a:pt x="149" y="228"/>
                    <a:pt x="153" y="225"/>
                    <a:pt x="155" y="223"/>
                  </a:cubicBezTo>
                  <a:cubicBezTo>
                    <a:pt x="157" y="222"/>
                    <a:pt x="159" y="218"/>
                    <a:pt x="160" y="216"/>
                  </a:cubicBezTo>
                  <a:cubicBezTo>
                    <a:pt x="162" y="214"/>
                    <a:pt x="166" y="211"/>
                    <a:pt x="167" y="210"/>
                  </a:cubicBezTo>
                  <a:cubicBezTo>
                    <a:pt x="170" y="207"/>
                    <a:pt x="176" y="197"/>
                    <a:pt x="176" y="197"/>
                  </a:cubicBezTo>
                  <a:close/>
                </a:path>
              </a:pathLst>
            </a:custGeom>
            <a:solidFill>
              <a:schemeClr val="accent5"/>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7"/>
            <p:cNvSpPr>
              <a:spLocks/>
            </p:cNvSpPr>
            <p:nvPr/>
          </p:nvSpPr>
          <p:spPr bwMode="auto">
            <a:xfrm>
              <a:off x="3168651" y="1935163"/>
              <a:ext cx="744538" cy="520700"/>
            </a:xfrm>
            <a:custGeom>
              <a:avLst/>
              <a:gdLst/>
              <a:ahLst/>
              <a:cxnLst>
                <a:cxn ang="0">
                  <a:pos x="562" y="214"/>
                </a:cxn>
                <a:cxn ang="0">
                  <a:pos x="516" y="236"/>
                </a:cxn>
                <a:cxn ang="0">
                  <a:pos x="444" y="222"/>
                </a:cxn>
                <a:cxn ang="0">
                  <a:pos x="420" y="204"/>
                </a:cxn>
                <a:cxn ang="0">
                  <a:pos x="370" y="246"/>
                </a:cxn>
                <a:cxn ang="0">
                  <a:pos x="302" y="248"/>
                </a:cxn>
                <a:cxn ang="0">
                  <a:pos x="264" y="238"/>
                </a:cxn>
                <a:cxn ang="0">
                  <a:pos x="247" y="273"/>
                </a:cxn>
                <a:cxn ang="0">
                  <a:pos x="179" y="293"/>
                </a:cxn>
                <a:cxn ang="0">
                  <a:pos x="153" y="347"/>
                </a:cxn>
                <a:cxn ang="0">
                  <a:pos x="125" y="368"/>
                </a:cxn>
                <a:cxn ang="0">
                  <a:pos x="84" y="376"/>
                </a:cxn>
                <a:cxn ang="0">
                  <a:pos x="36" y="400"/>
                </a:cxn>
                <a:cxn ang="0">
                  <a:pos x="11" y="385"/>
                </a:cxn>
                <a:cxn ang="0">
                  <a:pos x="0" y="376"/>
                </a:cxn>
                <a:cxn ang="0">
                  <a:pos x="18" y="368"/>
                </a:cxn>
                <a:cxn ang="0">
                  <a:pos x="43" y="334"/>
                </a:cxn>
                <a:cxn ang="0">
                  <a:pos x="79" y="304"/>
                </a:cxn>
                <a:cxn ang="0">
                  <a:pos x="85" y="286"/>
                </a:cxn>
                <a:cxn ang="0">
                  <a:pos x="81" y="255"/>
                </a:cxn>
                <a:cxn ang="0">
                  <a:pos x="92" y="247"/>
                </a:cxn>
                <a:cxn ang="0">
                  <a:pos x="114" y="239"/>
                </a:cxn>
                <a:cxn ang="0">
                  <a:pos x="133" y="221"/>
                </a:cxn>
                <a:cxn ang="0">
                  <a:pos x="161" y="199"/>
                </a:cxn>
                <a:cxn ang="0">
                  <a:pos x="171" y="179"/>
                </a:cxn>
                <a:cxn ang="0">
                  <a:pos x="148" y="148"/>
                </a:cxn>
                <a:cxn ang="0">
                  <a:pos x="104" y="156"/>
                </a:cxn>
                <a:cxn ang="0">
                  <a:pos x="44" y="159"/>
                </a:cxn>
                <a:cxn ang="0">
                  <a:pos x="55" y="125"/>
                </a:cxn>
                <a:cxn ang="0">
                  <a:pos x="72" y="101"/>
                </a:cxn>
                <a:cxn ang="0">
                  <a:pos x="89" y="76"/>
                </a:cxn>
                <a:cxn ang="0">
                  <a:pos x="119" y="58"/>
                </a:cxn>
                <a:cxn ang="0">
                  <a:pos x="108" y="23"/>
                </a:cxn>
                <a:cxn ang="0">
                  <a:pos x="122" y="2"/>
                </a:cxn>
                <a:cxn ang="0">
                  <a:pos x="171" y="11"/>
                </a:cxn>
                <a:cxn ang="0">
                  <a:pos x="219" y="4"/>
                </a:cxn>
                <a:cxn ang="0">
                  <a:pos x="246" y="19"/>
                </a:cxn>
                <a:cxn ang="0">
                  <a:pos x="269" y="31"/>
                </a:cxn>
                <a:cxn ang="0">
                  <a:pos x="256" y="68"/>
                </a:cxn>
                <a:cxn ang="0">
                  <a:pos x="290" y="83"/>
                </a:cxn>
                <a:cxn ang="0">
                  <a:pos x="322" y="97"/>
                </a:cxn>
                <a:cxn ang="0">
                  <a:pos x="343" y="84"/>
                </a:cxn>
                <a:cxn ang="0">
                  <a:pos x="371" y="78"/>
                </a:cxn>
                <a:cxn ang="0">
                  <a:pos x="406" y="101"/>
                </a:cxn>
                <a:cxn ang="0">
                  <a:pos x="431" y="117"/>
                </a:cxn>
                <a:cxn ang="0">
                  <a:pos x="465" y="143"/>
                </a:cxn>
                <a:cxn ang="0">
                  <a:pos x="504" y="164"/>
                </a:cxn>
                <a:cxn ang="0">
                  <a:pos x="538" y="176"/>
                </a:cxn>
                <a:cxn ang="0">
                  <a:pos x="547" y="205"/>
                </a:cxn>
              </a:cxnLst>
              <a:rect l="0" t="0" r="r" b="b"/>
              <a:pathLst>
                <a:path w="572" h="400">
                  <a:moveTo>
                    <a:pt x="571" y="205"/>
                  </a:moveTo>
                  <a:cubicBezTo>
                    <a:pt x="572" y="207"/>
                    <a:pt x="569" y="214"/>
                    <a:pt x="569" y="214"/>
                  </a:cubicBezTo>
                  <a:cubicBezTo>
                    <a:pt x="569" y="214"/>
                    <a:pt x="564" y="214"/>
                    <a:pt x="562" y="214"/>
                  </a:cubicBezTo>
                  <a:cubicBezTo>
                    <a:pt x="556" y="213"/>
                    <a:pt x="544" y="211"/>
                    <a:pt x="539" y="214"/>
                  </a:cubicBezTo>
                  <a:cubicBezTo>
                    <a:pt x="535" y="216"/>
                    <a:pt x="531" y="224"/>
                    <a:pt x="528" y="227"/>
                  </a:cubicBezTo>
                  <a:cubicBezTo>
                    <a:pt x="525" y="229"/>
                    <a:pt x="520" y="235"/>
                    <a:pt x="516" y="236"/>
                  </a:cubicBezTo>
                  <a:cubicBezTo>
                    <a:pt x="510" y="236"/>
                    <a:pt x="500" y="229"/>
                    <a:pt x="494" y="228"/>
                  </a:cubicBezTo>
                  <a:cubicBezTo>
                    <a:pt x="490" y="227"/>
                    <a:pt x="480" y="226"/>
                    <a:pt x="476" y="226"/>
                  </a:cubicBezTo>
                  <a:cubicBezTo>
                    <a:pt x="468" y="225"/>
                    <a:pt x="452" y="223"/>
                    <a:pt x="444" y="222"/>
                  </a:cubicBezTo>
                  <a:cubicBezTo>
                    <a:pt x="440" y="222"/>
                    <a:pt x="432" y="226"/>
                    <a:pt x="429" y="224"/>
                  </a:cubicBezTo>
                  <a:cubicBezTo>
                    <a:pt x="425" y="221"/>
                    <a:pt x="428" y="210"/>
                    <a:pt x="426" y="206"/>
                  </a:cubicBezTo>
                  <a:cubicBezTo>
                    <a:pt x="425" y="205"/>
                    <a:pt x="422" y="204"/>
                    <a:pt x="420" y="204"/>
                  </a:cubicBezTo>
                  <a:cubicBezTo>
                    <a:pt x="415" y="205"/>
                    <a:pt x="411" y="217"/>
                    <a:pt x="407" y="221"/>
                  </a:cubicBezTo>
                  <a:cubicBezTo>
                    <a:pt x="403" y="226"/>
                    <a:pt x="393" y="233"/>
                    <a:pt x="388" y="237"/>
                  </a:cubicBezTo>
                  <a:cubicBezTo>
                    <a:pt x="384" y="240"/>
                    <a:pt x="375" y="245"/>
                    <a:pt x="370" y="246"/>
                  </a:cubicBezTo>
                  <a:cubicBezTo>
                    <a:pt x="365" y="248"/>
                    <a:pt x="354" y="250"/>
                    <a:pt x="348" y="251"/>
                  </a:cubicBezTo>
                  <a:cubicBezTo>
                    <a:pt x="342" y="252"/>
                    <a:pt x="329" y="252"/>
                    <a:pt x="323" y="252"/>
                  </a:cubicBezTo>
                  <a:cubicBezTo>
                    <a:pt x="318" y="252"/>
                    <a:pt x="307" y="250"/>
                    <a:pt x="302" y="248"/>
                  </a:cubicBezTo>
                  <a:cubicBezTo>
                    <a:pt x="299" y="246"/>
                    <a:pt x="295" y="237"/>
                    <a:pt x="291" y="236"/>
                  </a:cubicBezTo>
                  <a:cubicBezTo>
                    <a:pt x="288" y="234"/>
                    <a:pt x="281" y="235"/>
                    <a:pt x="277" y="236"/>
                  </a:cubicBezTo>
                  <a:cubicBezTo>
                    <a:pt x="274" y="236"/>
                    <a:pt x="267" y="236"/>
                    <a:pt x="264" y="238"/>
                  </a:cubicBezTo>
                  <a:cubicBezTo>
                    <a:pt x="261" y="240"/>
                    <a:pt x="259" y="247"/>
                    <a:pt x="259" y="250"/>
                  </a:cubicBezTo>
                  <a:cubicBezTo>
                    <a:pt x="258" y="254"/>
                    <a:pt x="261" y="262"/>
                    <a:pt x="260" y="265"/>
                  </a:cubicBezTo>
                  <a:cubicBezTo>
                    <a:pt x="258" y="268"/>
                    <a:pt x="248" y="269"/>
                    <a:pt x="247" y="273"/>
                  </a:cubicBezTo>
                  <a:cubicBezTo>
                    <a:pt x="244" y="278"/>
                    <a:pt x="254" y="291"/>
                    <a:pt x="251" y="296"/>
                  </a:cubicBezTo>
                  <a:cubicBezTo>
                    <a:pt x="244" y="305"/>
                    <a:pt x="217" y="300"/>
                    <a:pt x="205" y="299"/>
                  </a:cubicBezTo>
                  <a:cubicBezTo>
                    <a:pt x="198" y="298"/>
                    <a:pt x="184" y="290"/>
                    <a:pt x="179" y="293"/>
                  </a:cubicBezTo>
                  <a:cubicBezTo>
                    <a:pt x="176" y="295"/>
                    <a:pt x="178" y="303"/>
                    <a:pt x="177" y="305"/>
                  </a:cubicBezTo>
                  <a:cubicBezTo>
                    <a:pt x="175" y="312"/>
                    <a:pt x="169" y="324"/>
                    <a:pt x="166" y="329"/>
                  </a:cubicBezTo>
                  <a:cubicBezTo>
                    <a:pt x="163" y="334"/>
                    <a:pt x="157" y="344"/>
                    <a:pt x="153" y="347"/>
                  </a:cubicBezTo>
                  <a:cubicBezTo>
                    <a:pt x="148" y="350"/>
                    <a:pt x="136" y="346"/>
                    <a:pt x="132" y="350"/>
                  </a:cubicBezTo>
                  <a:cubicBezTo>
                    <a:pt x="130" y="352"/>
                    <a:pt x="132" y="357"/>
                    <a:pt x="131" y="359"/>
                  </a:cubicBezTo>
                  <a:cubicBezTo>
                    <a:pt x="130" y="361"/>
                    <a:pt x="128" y="366"/>
                    <a:pt x="125" y="368"/>
                  </a:cubicBezTo>
                  <a:cubicBezTo>
                    <a:pt x="123" y="369"/>
                    <a:pt x="117" y="369"/>
                    <a:pt x="114" y="369"/>
                  </a:cubicBezTo>
                  <a:cubicBezTo>
                    <a:pt x="109" y="369"/>
                    <a:pt x="99" y="365"/>
                    <a:pt x="94" y="367"/>
                  </a:cubicBezTo>
                  <a:cubicBezTo>
                    <a:pt x="91" y="368"/>
                    <a:pt x="87" y="374"/>
                    <a:pt x="84" y="376"/>
                  </a:cubicBezTo>
                  <a:cubicBezTo>
                    <a:pt x="80" y="380"/>
                    <a:pt x="72" y="387"/>
                    <a:pt x="68" y="391"/>
                  </a:cubicBezTo>
                  <a:cubicBezTo>
                    <a:pt x="65" y="393"/>
                    <a:pt x="59" y="397"/>
                    <a:pt x="56" y="398"/>
                  </a:cubicBezTo>
                  <a:cubicBezTo>
                    <a:pt x="51" y="400"/>
                    <a:pt x="36" y="400"/>
                    <a:pt x="36" y="400"/>
                  </a:cubicBezTo>
                  <a:cubicBezTo>
                    <a:pt x="36" y="400"/>
                    <a:pt x="30" y="392"/>
                    <a:pt x="27" y="391"/>
                  </a:cubicBezTo>
                  <a:cubicBezTo>
                    <a:pt x="23" y="389"/>
                    <a:pt x="11" y="391"/>
                    <a:pt x="11" y="391"/>
                  </a:cubicBezTo>
                  <a:cubicBezTo>
                    <a:pt x="11" y="391"/>
                    <a:pt x="11" y="387"/>
                    <a:pt x="11" y="385"/>
                  </a:cubicBezTo>
                  <a:cubicBezTo>
                    <a:pt x="11" y="383"/>
                    <a:pt x="11" y="380"/>
                    <a:pt x="10" y="379"/>
                  </a:cubicBezTo>
                  <a:cubicBezTo>
                    <a:pt x="8" y="378"/>
                    <a:pt x="6" y="381"/>
                    <a:pt x="5" y="381"/>
                  </a:cubicBezTo>
                  <a:cubicBezTo>
                    <a:pt x="3" y="381"/>
                    <a:pt x="0" y="378"/>
                    <a:pt x="0" y="376"/>
                  </a:cubicBezTo>
                  <a:cubicBezTo>
                    <a:pt x="0" y="374"/>
                    <a:pt x="3" y="372"/>
                    <a:pt x="5" y="371"/>
                  </a:cubicBezTo>
                  <a:cubicBezTo>
                    <a:pt x="6" y="371"/>
                    <a:pt x="9" y="372"/>
                    <a:pt x="11" y="371"/>
                  </a:cubicBezTo>
                  <a:cubicBezTo>
                    <a:pt x="13" y="371"/>
                    <a:pt x="16" y="369"/>
                    <a:pt x="18" y="368"/>
                  </a:cubicBezTo>
                  <a:cubicBezTo>
                    <a:pt x="21" y="365"/>
                    <a:pt x="24" y="360"/>
                    <a:pt x="26" y="357"/>
                  </a:cubicBezTo>
                  <a:cubicBezTo>
                    <a:pt x="28" y="354"/>
                    <a:pt x="29" y="351"/>
                    <a:pt x="31" y="348"/>
                  </a:cubicBezTo>
                  <a:cubicBezTo>
                    <a:pt x="34" y="343"/>
                    <a:pt x="39" y="337"/>
                    <a:pt x="43" y="334"/>
                  </a:cubicBezTo>
                  <a:cubicBezTo>
                    <a:pt x="47" y="330"/>
                    <a:pt x="53" y="327"/>
                    <a:pt x="57" y="324"/>
                  </a:cubicBezTo>
                  <a:cubicBezTo>
                    <a:pt x="62" y="320"/>
                    <a:pt x="68" y="315"/>
                    <a:pt x="73" y="311"/>
                  </a:cubicBezTo>
                  <a:cubicBezTo>
                    <a:pt x="75" y="309"/>
                    <a:pt x="77" y="306"/>
                    <a:pt x="79" y="304"/>
                  </a:cubicBezTo>
                  <a:cubicBezTo>
                    <a:pt x="80" y="303"/>
                    <a:pt x="84" y="302"/>
                    <a:pt x="85" y="300"/>
                  </a:cubicBezTo>
                  <a:cubicBezTo>
                    <a:pt x="86" y="298"/>
                    <a:pt x="86" y="296"/>
                    <a:pt x="86" y="294"/>
                  </a:cubicBezTo>
                  <a:cubicBezTo>
                    <a:pt x="86" y="291"/>
                    <a:pt x="85" y="288"/>
                    <a:pt x="85" y="286"/>
                  </a:cubicBezTo>
                  <a:cubicBezTo>
                    <a:pt x="85" y="283"/>
                    <a:pt x="86" y="278"/>
                    <a:pt x="86" y="274"/>
                  </a:cubicBezTo>
                  <a:cubicBezTo>
                    <a:pt x="86" y="270"/>
                    <a:pt x="88" y="264"/>
                    <a:pt x="86" y="260"/>
                  </a:cubicBezTo>
                  <a:cubicBezTo>
                    <a:pt x="86" y="258"/>
                    <a:pt x="82" y="257"/>
                    <a:pt x="81" y="255"/>
                  </a:cubicBezTo>
                  <a:cubicBezTo>
                    <a:pt x="81" y="254"/>
                    <a:pt x="81" y="252"/>
                    <a:pt x="81" y="251"/>
                  </a:cubicBezTo>
                  <a:cubicBezTo>
                    <a:pt x="82" y="250"/>
                    <a:pt x="82" y="249"/>
                    <a:pt x="82" y="248"/>
                  </a:cubicBezTo>
                  <a:cubicBezTo>
                    <a:pt x="85" y="246"/>
                    <a:pt x="89" y="248"/>
                    <a:pt x="92" y="247"/>
                  </a:cubicBezTo>
                  <a:cubicBezTo>
                    <a:pt x="94" y="247"/>
                    <a:pt x="96" y="245"/>
                    <a:pt x="98" y="244"/>
                  </a:cubicBezTo>
                  <a:cubicBezTo>
                    <a:pt x="100" y="243"/>
                    <a:pt x="103" y="239"/>
                    <a:pt x="106" y="239"/>
                  </a:cubicBezTo>
                  <a:cubicBezTo>
                    <a:pt x="108" y="238"/>
                    <a:pt x="112" y="239"/>
                    <a:pt x="114" y="239"/>
                  </a:cubicBezTo>
                  <a:cubicBezTo>
                    <a:pt x="117" y="238"/>
                    <a:pt x="120" y="237"/>
                    <a:pt x="122" y="236"/>
                  </a:cubicBezTo>
                  <a:cubicBezTo>
                    <a:pt x="124" y="235"/>
                    <a:pt x="130" y="232"/>
                    <a:pt x="131" y="230"/>
                  </a:cubicBezTo>
                  <a:cubicBezTo>
                    <a:pt x="132" y="228"/>
                    <a:pt x="132" y="223"/>
                    <a:pt x="133" y="221"/>
                  </a:cubicBezTo>
                  <a:cubicBezTo>
                    <a:pt x="134" y="218"/>
                    <a:pt x="136" y="213"/>
                    <a:pt x="137" y="211"/>
                  </a:cubicBezTo>
                  <a:cubicBezTo>
                    <a:pt x="139" y="208"/>
                    <a:pt x="143" y="204"/>
                    <a:pt x="145" y="203"/>
                  </a:cubicBezTo>
                  <a:cubicBezTo>
                    <a:pt x="149" y="201"/>
                    <a:pt x="158" y="202"/>
                    <a:pt x="161" y="199"/>
                  </a:cubicBezTo>
                  <a:cubicBezTo>
                    <a:pt x="163" y="198"/>
                    <a:pt x="165" y="194"/>
                    <a:pt x="165" y="192"/>
                  </a:cubicBezTo>
                  <a:cubicBezTo>
                    <a:pt x="166" y="190"/>
                    <a:pt x="165" y="186"/>
                    <a:pt x="166" y="185"/>
                  </a:cubicBezTo>
                  <a:cubicBezTo>
                    <a:pt x="167" y="183"/>
                    <a:pt x="171" y="181"/>
                    <a:pt x="171" y="179"/>
                  </a:cubicBezTo>
                  <a:cubicBezTo>
                    <a:pt x="172" y="174"/>
                    <a:pt x="165" y="166"/>
                    <a:pt x="162" y="162"/>
                  </a:cubicBezTo>
                  <a:cubicBezTo>
                    <a:pt x="161" y="160"/>
                    <a:pt x="156" y="156"/>
                    <a:pt x="154" y="154"/>
                  </a:cubicBezTo>
                  <a:cubicBezTo>
                    <a:pt x="153" y="153"/>
                    <a:pt x="150" y="149"/>
                    <a:pt x="148" y="148"/>
                  </a:cubicBezTo>
                  <a:cubicBezTo>
                    <a:pt x="144" y="147"/>
                    <a:pt x="135" y="146"/>
                    <a:pt x="131" y="147"/>
                  </a:cubicBezTo>
                  <a:cubicBezTo>
                    <a:pt x="127" y="147"/>
                    <a:pt x="119" y="150"/>
                    <a:pt x="115" y="151"/>
                  </a:cubicBezTo>
                  <a:cubicBezTo>
                    <a:pt x="112" y="152"/>
                    <a:pt x="107" y="155"/>
                    <a:pt x="104" y="156"/>
                  </a:cubicBezTo>
                  <a:cubicBezTo>
                    <a:pt x="101" y="158"/>
                    <a:pt x="94" y="161"/>
                    <a:pt x="91" y="162"/>
                  </a:cubicBezTo>
                  <a:cubicBezTo>
                    <a:pt x="87" y="162"/>
                    <a:pt x="80" y="161"/>
                    <a:pt x="76" y="161"/>
                  </a:cubicBezTo>
                  <a:cubicBezTo>
                    <a:pt x="68" y="161"/>
                    <a:pt x="50" y="165"/>
                    <a:pt x="44" y="159"/>
                  </a:cubicBezTo>
                  <a:cubicBezTo>
                    <a:pt x="41" y="157"/>
                    <a:pt x="41" y="149"/>
                    <a:pt x="41" y="145"/>
                  </a:cubicBezTo>
                  <a:cubicBezTo>
                    <a:pt x="41" y="142"/>
                    <a:pt x="44" y="137"/>
                    <a:pt x="45" y="134"/>
                  </a:cubicBezTo>
                  <a:cubicBezTo>
                    <a:pt x="47" y="132"/>
                    <a:pt x="53" y="128"/>
                    <a:pt x="55" y="125"/>
                  </a:cubicBezTo>
                  <a:cubicBezTo>
                    <a:pt x="57" y="122"/>
                    <a:pt x="55" y="114"/>
                    <a:pt x="57" y="111"/>
                  </a:cubicBezTo>
                  <a:cubicBezTo>
                    <a:pt x="59" y="109"/>
                    <a:pt x="64" y="105"/>
                    <a:pt x="66" y="104"/>
                  </a:cubicBezTo>
                  <a:cubicBezTo>
                    <a:pt x="67" y="103"/>
                    <a:pt x="71" y="102"/>
                    <a:pt x="72" y="101"/>
                  </a:cubicBezTo>
                  <a:cubicBezTo>
                    <a:pt x="75" y="98"/>
                    <a:pt x="74" y="88"/>
                    <a:pt x="76" y="85"/>
                  </a:cubicBezTo>
                  <a:cubicBezTo>
                    <a:pt x="76" y="83"/>
                    <a:pt x="79" y="79"/>
                    <a:pt x="80" y="78"/>
                  </a:cubicBezTo>
                  <a:cubicBezTo>
                    <a:pt x="82" y="77"/>
                    <a:pt x="87" y="77"/>
                    <a:pt x="89" y="76"/>
                  </a:cubicBezTo>
                  <a:cubicBezTo>
                    <a:pt x="91" y="75"/>
                    <a:pt x="94" y="71"/>
                    <a:pt x="96" y="70"/>
                  </a:cubicBezTo>
                  <a:cubicBezTo>
                    <a:pt x="99" y="67"/>
                    <a:pt x="105" y="63"/>
                    <a:pt x="108" y="61"/>
                  </a:cubicBezTo>
                  <a:cubicBezTo>
                    <a:pt x="111" y="60"/>
                    <a:pt x="117" y="60"/>
                    <a:pt x="119" y="58"/>
                  </a:cubicBezTo>
                  <a:cubicBezTo>
                    <a:pt x="120" y="57"/>
                    <a:pt x="122" y="53"/>
                    <a:pt x="122" y="51"/>
                  </a:cubicBezTo>
                  <a:cubicBezTo>
                    <a:pt x="123" y="47"/>
                    <a:pt x="119" y="40"/>
                    <a:pt x="117" y="37"/>
                  </a:cubicBezTo>
                  <a:cubicBezTo>
                    <a:pt x="115" y="33"/>
                    <a:pt x="109" y="27"/>
                    <a:pt x="108" y="23"/>
                  </a:cubicBezTo>
                  <a:cubicBezTo>
                    <a:pt x="108" y="21"/>
                    <a:pt x="110" y="16"/>
                    <a:pt x="111" y="13"/>
                  </a:cubicBezTo>
                  <a:cubicBezTo>
                    <a:pt x="111" y="12"/>
                    <a:pt x="113" y="8"/>
                    <a:pt x="114" y="7"/>
                  </a:cubicBezTo>
                  <a:cubicBezTo>
                    <a:pt x="116" y="5"/>
                    <a:pt x="120" y="3"/>
                    <a:pt x="122" y="2"/>
                  </a:cubicBezTo>
                  <a:cubicBezTo>
                    <a:pt x="126" y="1"/>
                    <a:pt x="136" y="0"/>
                    <a:pt x="140" y="1"/>
                  </a:cubicBezTo>
                  <a:cubicBezTo>
                    <a:pt x="144" y="2"/>
                    <a:pt x="149" y="6"/>
                    <a:pt x="153" y="7"/>
                  </a:cubicBezTo>
                  <a:cubicBezTo>
                    <a:pt x="157" y="8"/>
                    <a:pt x="167" y="10"/>
                    <a:pt x="171" y="11"/>
                  </a:cubicBezTo>
                  <a:cubicBezTo>
                    <a:pt x="176" y="12"/>
                    <a:pt x="187" y="16"/>
                    <a:pt x="192" y="16"/>
                  </a:cubicBezTo>
                  <a:cubicBezTo>
                    <a:pt x="196" y="15"/>
                    <a:pt x="203" y="11"/>
                    <a:pt x="206" y="9"/>
                  </a:cubicBezTo>
                  <a:cubicBezTo>
                    <a:pt x="209" y="8"/>
                    <a:pt x="215" y="5"/>
                    <a:pt x="219" y="4"/>
                  </a:cubicBezTo>
                  <a:cubicBezTo>
                    <a:pt x="221" y="3"/>
                    <a:pt x="227" y="3"/>
                    <a:pt x="229" y="4"/>
                  </a:cubicBezTo>
                  <a:cubicBezTo>
                    <a:pt x="232" y="5"/>
                    <a:pt x="238" y="10"/>
                    <a:pt x="240" y="12"/>
                  </a:cubicBezTo>
                  <a:cubicBezTo>
                    <a:pt x="242" y="14"/>
                    <a:pt x="244" y="18"/>
                    <a:pt x="246" y="19"/>
                  </a:cubicBezTo>
                  <a:cubicBezTo>
                    <a:pt x="249" y="21"/>
                    <a:pt x="255" y="23"/>
                    <a:pt x="258" y="23"/>
                  </a:cubicBezTo>
                  <a:cubicBezTo>
                    <a:pt x="261" y="23"/>
                    <a:pt x="267" y="17"/>
                    <a:pt x="269" y="19"/>
                  </a:cubicBezTo>
                  <a:cubicBezTo>
                    <a:pt x="272" y="20"/>
                    <a:pt x="270" y="28"/>
                    <a:pt x="269" y="31"/>
                  </a:cubicBezTo>
                  <a:cubicBezTo>
                    <a:pt x="268" y="34"/>
                    <a:pt x="263" y="39"/>
                    <a:pt x="262" y="42"/>
                  </a:cubicBezTo>
                  <a:cubicBezTo>
                    <a:pt x="260" y="44"/>
                    <a:pt x="257" y="50"/>
                    <a:pt x="256" y="53"/>
                  </a:cubicBezTo>
                  <a:cubicBezTo>
                    <a:pt x="256" y="57"/>
                    <a:pt x="255" y="65"/>
                    <a:pt x="256" y="68"/>
                  </a:cubicBezTo>
                  <a:cubicBezTo>
                    <a:pt x="257" y="70"/>
                    <a:pt x="260" y="71"/>
                    <a:pt x="261" y="72"/>
                  </a:cubicBezTo>
                  <a:cubicBezTo>
                    <a:pt x="264" y="74"/>
                    <a:pt x="272" y="75"/>
                    <a:pt x="275" y="76"/>
                  </a:cubicBezTo>
                  <a:cubicBezTo>
                    <a:pt x="279" y="78"/>
                    <a:pt x="286" y="82"/>
                    <a:pt x="290" y="83"/>
                  </a:cubicBezTo>
                  <a:cubicBezTo>
                    <a:pt x="293" y="84"/>
                    <a:pt x="301" y="80"/>
                    <a:pt x="305" y="82"/>
                  </a:cubicBezTo>
                  <a:cubicBezTo>
                    <a:pt x="307" y="83"/>
                    <a:pt x="309" y="88"/>
                    <a:pt x="311" y="90"/>
                  </a:cubicBezTo>
                  <a:cubicBezTo>
                    <a:pt x="313" y="92"/>
                    <a:pt x="319" y="97"/>
                    <a:pt x="322" y="97"/>
                  </a:cubicBezTo>
                  <a:cubicBezTo>
                    <a:pt x="324" y="96"/>
                    <a:pt x="325" y="93"/>
                    <a:pt x="327" y="91"/>
                  </a:cubicBezTo>
                  <a:cubicBezTo>
                    <a:pt x="329" y="90"/>
                    <a:pt x="331" y="88"/>
                    <a:pt x="334" y="87"/>
                  </a:cubicBezTo>
                  <a:cubicBezTo>
                    <a:pt x="336" y="86"/>
                    <a:pt x="340" y="85"/>
                    <a:pt x="343" y="84"/>
                  </a:cubicBezTo>
                  <a:cubicBezTo>
                    <a:pt x="345" y="83"/>
                    <a:pt x="349" y="82"/>
                    <a:pt x="351" y="82"/>
                  </a:cubicBezTo>
                  <a:cubicBezTo>
                    <a:pt x="353" y="81"/>
                    <a:pt x="356" y="80"/>
                    <a:pt x="359" y="79"/>
                  </a:cubicBezTo>
                  <a:cubicBezTo>
                    <a:pt x="362" y="79"/>
                    <a:pt x="368" y="78"/>
                    <a:pt x="371" y="78"/>
                  </a:cubicBezTo>
                  <a:cubicBezTo>
                    <a:pt x="378" y="78"/>
                    <a:pt x="388" y="73"/>
                    <a:pt x="392" y="77"/>
                  </a:cubicBezTo>
                  <a:cubicBezTo>
                    <a:pt x="394" y="79"/>
                    <a:pt x="391" y="85"/>
                    <a:pt x="392" y="87"/>
                  </a:cubicBezTo>
                  <a:cubicBezTo>
                    <a:pt x="394" y="92"/>
                    <a:pt x="402" y="99"/>
                    <a:pt x="406" y="101"/>
                  </a:cubicBezTo>
                  <a:cubicBezTo>
                    <a:pt x="411" y="103"/>
                    <a:pt x="426" y="103"/>
                    <a:pt x="426" y="103"/>
                  </a:cubicBezTo>
                  <a:cubicBezTo>
                    <a:pt x="426" y="103"/>
                    <a:pt x="427" y="108"/>
                    <a:pt x="427" y="110"/>
                  </a:cubicBezTo>
                  <a:cubicBezTo>
                    <a:pt x="428" y="112"/>
                    <a:pt x="430" y="115"/>
                    <a:pt x="431" y="117"/>
                  </a:cubicBezTo>
                  <a:cubicBezTo>
                    <a:pt x="435" y="121"/>
                    <a:pt x="445" y="128"/>
                    <a:pt x="449" y="133"/>
                  </a:cubicBezTo>
                  <a:cubicBezTo>
                    <a:pt x="451" y="135"/>
                    <a:pt x="453" y="140"/>
                    <a:pt x="455" y="141"/>
                  </a:cubicBezTo>
                  <a:cubicBezTo>
                    <a:pt x="457" y="143"/>
                    <a:pt x="463" y="143"/>
                    <a:pt x="465" y="143"/>
                  </a:cubicBezTo>
                  <a:cubicBezTo>
                    <a:pt x="467" y="143"/>
                    <a:pt x="472" y="142"/>
                    <a:pt x="472" y="142"/>
                  </a:cubicBezTo>
                  <a:cubicBezTo>
                    <a:pt x="472" y="142"/>
                    <a:pt x="478" y="156"/>
                    <a:pt x="482" y="159"/>
                  </a:cubicBezTo>
                  <a:cubicBezTo>
                    <a:pt x="486" y="162"/>
                    <a:pt x="498" y="164"/>
                    <a:pt x="504" y="164"/>
                  </a:cubicBezTo>
                  <a:cubicBezTo>
                    <a:pt x="509" y="164"/>
                    <a:pt x="518" y="160"/>
                    <a:pt x="523" y="159"/>
                  </a:cubicBezTo>
                  <a:cubicBezTo>
                    <a:pt x="527" y="159"/>
                    <a:pt x="535" y="158"/>
                    <a:pt x="538" y="161"/>
                  </a:cubicBezTo>
                  <a:cubicBezTo>
                    <a:pt x="541" y="164"/>
                    <a:pt x="538" y="172"/>
                    <a:pt x="538" y="176"/>
                  </a:cubicBezTo>
                  <a:cubicBezTo>
                    <a:pt x="538" y="179"/>
                    <a:pt x="539" y="184"/>
                    <a:pt x="539" y="187"/>
                  </a:cubicBezTo>
                  <a:cubicBezTo>
                    <a:pt x="540" y="190"/>
                    <a:pt x="543" y="196"/>
                    <a:pt x="545" y="200"/>
                  </a:cubicBezTo>
                  <a:cubicBezTo>
                    <a:pt x="545" y="201"/>
                    <a:pt x="546" y="204"/>
                    <a:pt x="547" y="205"/>
                  </a:cubicBezTo>
                  <a:cubicBezTo>
                    <a:pt x="552" y="208"/>
                    <a:pt x="567" y="200"/>
                    <a:pt x="571" y="20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8"/>
            <p:cNvSpPr>
              <a:spLocks/>
            </p:cNvSpPr>
            <p:nvPr/>
          </p:nvSpPr>
          <p:spPr bwMode="auto">
            <a:xfrm>
              <a:off x="3087688" y="2822576"/>
              <a:ext cx="166688" cy="185738"/>
            </a:xfrm>
            <a:custGeom>
              <a:avLst/>
              <a:gdLst/>
              <a:ahLst/>
              <a:cxnLst>
                <a:cxn ang="0">
                  <a:pos x="117" y="34"/>
                </a:cxn>
                <a:cxn ang="0">
                  <a:pos x="128" y="52"/>
                </a:cxn>
                <a:cxn ang="0">
                  <a:pos x="119" y="60"/>
                </a:cxn>
                <a:cxn ang="0">
                  <a:pos x="111" y="79"/>
                </a:cxn>
                <a:cxn ang="0">
                  <a:pos x="110" y="86"/>
                </a:cxn>
                <a:cxn ang="0">
                  <a:pos x="104" y="102"/>
                </a:cxn>
                <a:cxn ang="0">
                  <a:pos x="113" y="103"/>
                </a:cxn>
                <a:cxn ang="0">
                  <a:pos x="115" y="97"/>
                </a:cxn>
                <a:cxn ang="0">
                  <a:pos x="121" y="96"/>
                </a:cxn>
                <a:cxn ang="0">
                  <a:pos x="125" y="99"/>
                </a:cxn>
                <a:cxn ang="0">
                  <a:pos x="122" y="107"/>
                </a:cxn>
                <a:cxn ang="0">
                  <a:pos x="122" y="120"/>
                </a:cxn>
                <a:cxn ang="0">
                  <a:pos x="118" y="134"/>
                </a:cxn>
                <a:cxn ang="0">
                  <a:pos x="111" y="141"/>
                </a:cxn>
                <a:cxn ang="0">
                  <a:pos x="101" y="141"/>
                </a:cxn>
                <a:cxn ang="0">
                  <a:pos x="87" y="136"/>
                </a:cxn>
                <a:cxn ang="0">
                  <a:pos x="77" y="130"/>
                </a:cxn>
                <a:cxn ang="0">
                  <a:pos x="69" y="138"/>
                </a:cxn>
                <a:cxn ang="0">
                  <a:pos x="61" y="143"/>
                </a:cxn>
                <a:cxn ang="0">
                  <a:pos x="53" y="141"/>
                </a:cxn>
                <a:cxn ang="0">
                  <a:pos x="36" y="134"/>
                </a:cxn>
                <a:cxn ang="0">
                  <a:pos x="20" y="122"/>
                </a:cxn>
                <a:cxn ang="0">
                  <a:pos x="26" y="118"/>
                </a:cxn>
                <a:cxn ang="0">
                  <a:pos x="11" y="108"/>
                </a:cxn>
                <a:cxn ang="0">
                  <a:pos x="5" y="102"/>
                </a:cxn>
                <a:cxn ang="0">
                  <a:pos x="3" y="63"/>
                </a:cxn>
                <a:cxn ang="0">
                  <a:pos x="88" y="0"/>
                </a:cxn>
                <a:cxn ang="0">
                  <a:pos x="106" y="16"/>
                </a:cxn>
                <a:cxn ang="0">
                  <a:pos x="114" y="16"/>
                </a:cxn>
                <a:cxn ang="0">
                  <a:pos x="122" y="25"/>
                </a:cxn>
                <a:cxn ang="0">
                  <a:pos x="104" y="35"/>
                </a:cxn>
                <a:cxn ang="0">
                  <a:pos x="105" y="39"/>
                </a:cxn>
                <a:cxn ang="0">
                  <a:pos x="117" y="34"/>
                </a:cxn>
              </a:cxnLst>
              <a:rect l="0" t="0" r="r" b="b"/>
              <a:pathLst>
                <a:path w="129" h="143">
                  <a:moveTo>
                    <a:pt x="117" y="34"/>
                  </a:moveTo>
                  <a:cubicBezTo>
                    <a:pt x="122" y="35"/>
                    <a:pt x="129" y="46"/>
                    <a:pt x="128" y="52"/>
                  </a:cubicBezTo>
                  <a:cubicBezTo>
                    <a:pt x="128" y="55"/>
                    <a:pt x="121" y="57"/>
                    <a:pt x="119" y="60"/>
                  </a:cubicBezTo>
                  <a:cubicBezTo>
                    <a:pt x="116" y="64"/>
                    <a:pt x="112" y="74"/>
                    <a:pt x="111" y="79"/>
                  </a:cubicBezTo>
                  <a:cubicBezTo>
                    <a:pt x="111" y="80"/>
                    <a:pt x="111" y="84"/>
                    <a:pt x="110" y="86"/>
                  </a:cubicBezTo>
                  <a:cubicBezTo>
                    <a:pt x="109" y="90"/>
                    <a:pt x="102" y="99"/>
                    <a:pt x="104" y="102"/>
                  </a:cubicBezTo>
                  <a:cubicBezTo>
                    <a:pt x="105" y="104"/>
                    <a:pt x="111" y="104"/>
                    <a:pt x="113" y="103"/>
                  </a:cubicBezTo>
                  <a:cubicBezTo>
                    <a:pt x="114" y="102"/>
                    <a:pt x="114" y="98"/>
                    <a:pt x="115" y="97"/>
                  </a:cubicBezTo>
                  <a:cubicBezTo>
                    <a:pt x="116" y="96"/>
                    <a:pt x="119" y="96"/>
                    <a:pt x="121" y="96"/>
                  </a:cubicBezTo>
                  <a:cubicBezTo>
                    <a:pt x="122" y="96"/>
                    <a:pt x="125" y="97"/>
                    <a:pt x="125" y="99"/>
                  </a:cubicBezTo>
                  <a:cubicBezTo>
                    <a:pt x="126" y="101"/>
                    <a:pt x="123" y="105"/>
                    <a:pt x="122" y="107"/>
                  </a:cubicBezTo>
                  <a:cubicBezTo>
                    <a:pt x="122" y="110"/>
                    <a:pt x="123" y="117"/>
                    <a:pt x="122" y="120"/>
                  </a:cubicBezTo>
                  <a:cubicBezTo>
                    <a:pt x="122" y="124"/>
                    <a:pt x="120" y="131"/>
                    <a:pt x="118" y="134"/>
                  </a:cubicBezTo>
                  <a:cubicBezTo>
                    <a:pt x="117" y="136"/>
                    <a:pt x="113" y="140"/>
                    <a:pt x="111" y="141"/>
                  </a:cubicBezTo>
                  <a:cubicBezTo>
                    <a:pt x="109" y="142"/>
                    <a:pt x="103" y="142"/>
                    <a:pt x="101" y="141"/>
                  </a:cubicBezTo>
                  <a:cubicBezTo>
                    <a:pt x="97" y="141"/>
                    <a:pt x="90" y="137"/>
                    <a:pt x="87" y="136"/>
                  </a:cubicBezTo>
                  <a:cubicBezTo>
                    <a:pt x="84" y="134"/>
                    <a:pt x="80" y="129"/>
                    <a:pt x="77" y="130"/>
                  </a:cubicBezTo>
                  <a:cubicBezTo>
                    <a:pt x="74" y="130"/>
                    <a:pt x="71" y="136"/>
                    <a:pt x="69" y="138"/>
                  </a:cubicBezTo>
                  <a:cubicBezTo>
                    <a:pt x="67" y="140"/>
                    <a:pt x="63" y="142"/>
                    <a:pt x="61" y="143"/>
                  </a:cubicBezTo>
                  <a:cubicBezTo>
                    <a:pt x="59" y="143"/>
                    <a:pt x="55" y="142"/>
                    <a:pt x="53" y="141"/>
                  </a:cubicBezTo>
                  <a:cubicBezTo>
                    <a:pt x="49" y="140"/>
                    <a:pt x="40" y="136"/>
                    <a:pt x="36" y="134"/>
                  </a:cubicBezTo>
                  <a:cubicBezTo>
                    <a:pt x="32" y="131"/>
                    <a:pt x="20" y="127"/>
                    <a:pt x="20" y="122"/>
                  </a:cubicBezTo>
                  <a:cubicBezTo>
                    <a:pt x="20" y="120"/>
                    <a:pt x="26" y="120"/>
                    <a:pt x="26" y="118"/>
                  </a:cubicBezTo>
                  <a:cubicBezTo>
                    <a:pt x="26" y="114"/>
                    <a:pt x="15" y="111"/>
                    <a:pt x="11" y="108"/>
                  </a:cubicBezTo>
                  <a:cubicBezTo>
                    <a:pt x="10" y="107"/>
                    <a:pt x="6" y="104"/>
                    <a:pt x="5" y="102"/>
                  </a:cubicBezTo>
                  <a:cubicBezTo>
                    <a:pt x="0" y="94"/>
                    <a:pt x="3" y="63"/>
                    <a:pt x="3" y="63"/>
                  </a:cubicBezTo>
                  <a:cubicBezTo>
                    <a:pt x="88" y="0"/>
                    <a:pt x="88" y="0"/>
                    <a:pt x="88" y="0"/>
                  </a:cubicBezTo>
                  <a:cubicBezTo>
                    <a:pt x="88" y="0"/>
                    <a:pt x="100" y="14"/>
                    <a:pt x="106" y="16"/>
                  </a:cubicBezTo>
                  <a:cubicBezTo>
                    <a:pt x="108" y="17"/>
                    <a:pt x="112" y="15"/>
                    <a:pt x="114" y="16"/>
                  </a:cubicBezTo>
                  <a:cubicBezTo>
                    <a:pt x="117" y="17"/>
                    <a:pt x="123" y="22"/>
                    <a:pt x="122" y="25"/>
                  </a:cubicBezTo>
                  <a:cubicBezTo>
                    <a:pt x="121" y="30"/>
                    <a:pt x="106" y="30"/>
                    <a:pt x="104" y="35"/>
                  </a:cubicBezTo>
                  <a:cubicBezTo>
                    <a:pt x="104" y="36"/>
                    <a:pt x="104" y="38"/>
                    <a:pt x="105" y="39"/>
                  </a:cubicBezTo>
                  <a:cubicBezTo>
                    <a:pt x="108" y="40"/>
                    <a:pt x="114" y="33"/>
                    <a:pt x="117" y="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9"/>
            <p:cNvSpPr>
              <a:spLocks/>
            </p:cNvSpPr>
            <p:nvPr/>
          </p:nvSpPr>
          <p:spPr bwMode="auto">
            <a:xfrm>
              <a:off x="3082926" y="3048001"/>
              <a:ext cx="28575" cy="39688"/>
            </a:xfrm>
            <a:custGeom>
              <a:avLst/>
              <a:gdLst/>
              <a:ahLst/>
              <a:cxnLst>
                <a:cxn ang="0">
                  <a:pos x="19" y="2"/>
                </a:cxn>
                <a:cxn ang="0">
                  <a:pos x="20" y="13"/>
                </a:cxn>
                <a:cxn ang="0">
                  <a:pos x="17" y="25"/>
                </a:cxn>
                <a:cxn ang="0">
                  <a:pos x="11" y="31"/>
                </a:cxn>
                <a:cxn ang="0">
                  <a:pos x="3" y="24"/>
                </a:cxn>
                <a:cxn ang="0">
                  <a:pos x="1" y="14"/>
                </a:cxn>
                <a:cxn ang="0">
                  <a:pos x="8" y="3"/>
                </a:cxn>
                <a:cxn ang="0">
                  <a:pos x="19" y="2"/>
                </a:cxn>
              </a:cxnLst>
              <a:rect l="0" t="0" r="r" b="b"/>
              <a:pathLst>
                <a:path w="21" h="31">
                  <a:moveTo>
                    <a:pt x="19" y="2"/>
                  </a:moveTo>
                  <a:cubicBezTo>
                    <a:pt x="21" y="4"/>
                    <a:pt x="20" y="10"/>
                    <a:pt x="20" y="13"/>
                  </a:cubicBezTo>
                  <a:cubicBezTo>
                    <a:pt x="20" y="16"/>
                    <a:pt x="18" y="22"/>
                    <a:pt x="17" y="25"/>
                  </a:cubicBezTo>
                  <a:cubicBezTo>
                    <a:pt x="16" y="27"/>
                    <a:pt x="13" y="30"/>
                    <a:pt x="11" y="31"/>
                  </a:cubicBezTo>
                  <a:cubicBezTo>
                    <a:pt x="8" y="31"/>
                    <a:pt x="4" y="26"/>
                    <a:pt x="3" y="24"/>
                  </a:cubicBezTo>
                  <a:cubicBezTo>
                    <a:pt x="1" y="22"/>
                    <a:pt x="0" y="17"/>
                    <a:pt x="1" y="14"/>
                  </a:cubicBezTo>
                  <a:cubicBezTo>
                    <a:pt x="1" y="11"/>
                    <a:pt x="5" y="5"/>
                    <a:pt x="8" y="3"/>
                  </a:cubicBezTo>
                  <a:cubicBezTo>
                    <a:pt x="10" y="2"/>
                    <a:pt x="17" y="0"/>
                    <a:pt x="19"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20"/>
            <p:cNvSpPr>
              <a:spLocks/>
            </p:cNvSpPr>
            <p:nvPr/>
          </p:nvSpPr>
          <p:spPr bwMode="auto">
            <a:xfrm>
              <a:off x="3130551" y="3062288"/>
              <a:ext cx="25400" cy="30163"/>
            </a:xfrm>
            <a:custGeom>
              <a:avLst/>
              <a:gdLst/>
              <a:ahLst/>
              <a:cxnLst>
                <a:cxn ang="0">
                  <a:pos x="20" y="8"/>
                </a:cxn>
                <a:cxn ang="0">
                  <a:pos x="13" y="18"/>
                </a:cxn>
                <a:cxn ang="0">
                  <a:pos x="5" y="22"/>
                </a:cxn>
                <a:cxn ang="0">
                  <a:pos x="1" y="16"/>
                </a:cxn>
                <a:cxn ang="0">
                  <a:pos x="3" y="2"/>
                </a:cxn>
                <a:cxn ang="0">
                  <a:pos x="12" y="3"/>
                </a:cxn>
                <a:cxn ang="0">
                  <a:pos x="20" y="8"/>
                </a:cxn>
              </a:cxnLst>
              <a:rect l="0" t="0" r="r" b="b"/>
              <a:pathLst>
                <a:path w="20" h="23">
                  <a:moveTo>
                    <a:pt x="20" y="8"/>
                  </a:moveTo>
                  <a:cubicBezTo>
                    <a:pt x="20" y="11"/>
                    <a:pt x="15" y="16"/>
                    <a:pt x="13" y="18"/>
                  </a:cubicBezTo>
                  <a:cubicBezTo>
                    <a:pt x="11" y="20"/>
                    <a:pt x="7" y="23"/>
                    <a:pt x="5" y="22"/>
                  </a:cubicBezTo>
                  <a:cubicBezTo>
                    <a:pt x="3" y="22"/>
                    <a:pt x="2" y="18"/>
                    <a:pt x="1" y="16"/>
                  </a:cubicBezTo>
                  <a:cubicBezTo>
                    <a:pt x="0" y="13"/>
                    <a:pt x="0" y="4"/>
                    <a:pt x="3" y="2"/>
                  </a:cubicBezTo>
                  <a:cubicBezTo>
                    <a:pt x="4" y="0"/>
                    <a:pt x="10" y="2"/>
                    <a:pt x="12" y="3"/>
                  </a:cubicBezTo>
                  <a:cubicBezTo>
                    <a:pt x="14" y="4"/>
                    <a:pt x="19" y="6"/>
                    <a:pt x="2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21"/>
            <p:cNvSpPr>
              <a:spLocks/>
            </p:cNvSpPr>
            <p:nvPr/>
          </p:nvSpPr>
          <p:spPr bwMode="auto">
            <a:xfrm>
              <a:off x="3148013" y="3009901"/>
              <a:ext cx="61913" cy="74613"/>
            </a:xfrm>
            <a:custGeom>
              <a:avLst/>
              <a:gdLst/>
              <a:ahLst/>
              <a:cxnLst>
                <a:cxn ang="0">
                  <a:pos x="48" y="28"/>
                </a:cxn>
                <a:cxn ang="0">
                  <a:pos x="38" y="46"/>
                </a:cxn>
                <a:cxn ang="0">
                  <a:pos x="31" y="57"/>
                </a:cxn>
                <a:cxn ang="0">
                  <a:pos x="24" y="56"/>
                </a:cxn>
                <a:cxn ang="0">
                  <a:pos x="16" y="48"/>
                </a:cxn>
                <a:cxn ang="0">
                  <a:pos x="1" y="39"/>
                </a:cxn>
                <a:cxn ang="0">
                  <a:pos x="14" y="22"/>
                </a:cxn>
                <a:cxn ang="0">
                  <a:pos x="22" y="9"/>
                </a:cxn>
                <a:cxn ang="0">
                  <a:pos x="19" y="4"/>
                </a:cxn>
                <a:cxn ang="0">
                  <a:pos x="25" y="0"/>
                </a:cxn>
                <a:cxn ang="0">
                  <a:pos x="33" y="11"/>
                </a:cxn>
                <a:cxn ang="0">
                  <a:pos x="44" y="22"/>
                </a:cxn>
                <a:cxn ang="0">
                  <a:pos x="48" y="28"/>
                </a:cxn>
              </a:cxnLst>
              <a:rect l="0" t="0" r="r" b="b"/>
              <a:pathLst>
                <a:path w="48" h="58">
                  <a:moveTo>
                    <a:pt x="48" y="28"/>
                  </a:moveTo>
                  <a:cubicBezTo>
                    <a:pt x="48" y="33"/>
                    <a:pt x="40" y="42"/>
                    <a:pt x="38" y="46"/>
                  </a:cubicBezTo>
                  <a:cubicBezTo>
                    <a:pt x="36" y="49"/>
                    <a:pt x="34" y="56"/>
                    <a:pt x="31" y="57"/>
                  </a:cubicBezTo>
                  <a:cubicBezTo>
                    <a:pt x="29" y="58"/>
                    <a:pt x="25" y="56"/>
                    <a:pt x="24" y="56"/>
                  </a:cubicBezTo>
                  <a:cubicBezTo>
                    <a:pt x="21" y="54"/>
                    <a:pt x="18" y="49"/>
                    <a:pt x="16" y="48"/>
                  </a:cubicBezTo>
                  <a:cubicBezTo>
                    <a:pt x="12" y="45"/>
                    <a:pt x="2" y="44"/>
                    <a:pt x="1" y="39"/>
                  </a:cubicBezTo>
                  <a:cubicBezTo>
                    <a:pt x="0" y="34"/>
                    <a:pt x="11" y="27"/>
                    <a:pt x="14" y="22"/>
                  </a:cubicBezTo>
                  <a:cubicBezTo>
                    <a:pt x="16" y="19"/>
                    <a:pt x="22" y="13"/>
                    <a:pt x="22" y="9"/>
                  </a:cubicBezTo>
                  <a:cubicBezTo>
                    <a:pt x="22" y="8"/>
                    <a:pt x="19" y="5"/>
                    <a:pt x="19" y="4"/>
                  </a:cubicBezTo>
                  <a:cubicBezTo>
                    <a:pt x="20" y="2"/>
                    <a:pt x="23" y="0"/>
                    <a:pt x="25" y="0"/>
                  </a:cubicBezTo>
                  <a:cubicBezTo>
                    <a:pt x="28" y="1"/>
                    <a:pt x="31" y="8"/>
                    <a:pt x="33" y="11"/>
                  </a:cubicBezTo>
                  <a:cubicBezTo>
                    <a:pt x="35" y="14"/>
                    <a:pt x="42" y="19"/>
                    <a:pt x="44" y="22"/>
                  </a:cubicBezTo>
                  <a:cubicBezTo>
                    <a:pt x="45" y="23"/>
                    <a:pt x="48" y="26"/>
                    <a:pt x="48" y="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2"/>
            <p:cNvSpPr>
              <a:spLocks/>
            </p:cNvSpPr>
            <p:nvPr/>
          </p:nvSpPr>
          <p:spPr bwMode="auto">
            <a:xfrm>
              <a:off x="3116263" y="2674938"/>
              <a:ext cx="592138" cy="841375"/>
            </a:xfrm>
            <a:custGeom>
              <a:avLst/>
              <a:gdLst/>
              <a:ahLst/>
              <a:cxnLst>
                <a:cxn ang="0">
                  <a:pos x="452" y="406"/>
                </a:cxn>
                <a:cxn ang="0">
                  <a:pos x="423" y="401"/>
                </a:cxn>
                <a:cxn ang="0">
                  <a:pos x="409" y="436"/>
                </a:cxn>
                <a:cxn ang="0">
                  <a:pos x="407" y="486"/>
                </a:cxn>
                <a:cxn ang="0">
                  <a:pos x="360" y="504"/>
                </a:cxn>
                <a:cxn ang="0">
                  <a:pos x="314" y="522"/>
                </a:cxn>
                <a:cxn ang="0">
                  <a:pos x="280" y="544"/>
                </a:cxn>
                <a:cxn ang="0">
                  <a:pos x="244" y="582"/>
                </a:cxn>
                <a:cxn ang="0">
                  <a:pos x="197" y="599"/>
                </a:cxn>
                <a:cxn ang="0">
                  <a:pos x="165" y="640"/>
                </a:cxn>
                <a:cxn ang="0">
                  <a:pos x="148" y="619"/>
                </a:cxn>
                <a:cxn ang="0">
                  <a:pos x="125" y="578"/>
                </a:cxn>
                <a:cxn ang="0">
                  <a:pos x="87" y="549"/>
                </a:cxn>
                <a:cxn ang="0">
                  <a:pos x="61" y="569"/>
                </a:cxn>
                <a:cxn ang="0">
                  <a:pos x="30" y="563"/>
                </a:cxn>
                <a:cxn ang="0">
                  <a:pos x="18" y="539"/>
                </a:cxn>
                <a:cxn ang="0">
                  <a:pos x="46" y="542"/>
                </a:cxn>
                <a:cxn ang="0">
                  <a:pos x="61" y="530"/>
                </a:cxn>
                <a:cxn ang="0">
                  <a:pos x="77" y="515"/>
                </a:cxn>
                <a:cxn ang="0">
                  <a:pos x="85" y="496"/>
                </a:cxn>
                <a:cxn ang="0">
                  <a:pos x="53" y="479"/>
                </a:cxn>
                <a:cxn ang="0">
                  <a:pos x="26" y="479"/>
                </a:cxn>
                <a:cxn ang="0">
                  <a:pos x="6" y="479"/>
                </a:cxn>
                <a:cxn ang="0">
                  <a:pos x="3" y="406"/>
                </a:cxn>
                <a:cxn ang="0">
                  <a:pos x="30" y="386"/>
                </a:cxn>
                <a:cxn ang="0">
                  <a:pos x="55" y="391"/>
                </a:cxn>
                <a:cxn ang="0">
                  <a:pos x="83" y="342"/>
                </a:cxn>
                <a:cxn ang="0">
                  <a:pos x="105" y="285"/>
                </a:cxn>
                <a:cxn ang="0">
                  <a:pos x="132" y="248"/>
                </a:cxn>
                <a:cxn ang="0">
                  <a:pos x="155" y="203"/>
                </a:cxn>
                <a:cxn ang="0">
                  <a:pos x="150" y="150"/>
                </a:cxn>
                <a:cxn ang="0">
                  <a:pos x="111" y="117"/>
                </a:cxn>
                <a:cxn ang="0">
                  <a:pos x="140" y="85"/>
                </a:cxn>
                <a:cxn ang="0">
                  <a:pos x="157" y="108"/>
                </a:cxn>
                <a:cxn ang="0">
                  <a:pos x="184" y="144"/>
                </a:cxn>
                <a:cxn ang="0">
                  <a:pos x="188" y="181"/>
                </a:cxn>
                <a:cxn ang="0">
                  <a:pos x="212" y="168"/>
                </a:cxn>
                <a:cxn ang="0">
                  <a:pos x="232" y="128"/>
                </a:cxn>
                <a:cxn ang="0">
                  <a:pos x="217" y="71"/>
                </a:cxn>
                <a:cxn ang="0">
                  <a:pos x="216" y="33"/>
                </a:cxn>
                <a:cxn ang="0">
                  <a:pos x="290" y="20"/>
                </a:cxn>
                <a:cxn ang="0">
                  <a:pos x="342" y="13"/>
                </a:cxn>
                <a:cxn ang="0">
                  <a:pos x="324" y="43"/>
                </a:cxn>
                <a:cxn ang="0">
                  <a:pos x="327" y="113"/>
                </a:cxn>
                <a:cxn ang="0">
                  <a:pos x="351" y="123"/>
                </a:cxn>
                <a:cxn ang="0">
                  <a:pos x="381" y="134"/>
                </a:cxn>
                <a:cxn ang="0">
                  <a:pos x="399" y="133"/>
                </a:cxn>
                <a:cxn ang="0">
                  <a:pos x="420" y="130"/>
                </a:cxn>
                <a:cxn ang="0">
                  <a:pos x="438" y="149"/>
                </a:cxn>
                <a:cxn ang="0">
                  <a:pos x="441" y="167"/>
                </a:cxn>
                <a:cxn ang="0">
                  <a:pos x="416" y="168"/>
                </a:cxn>
                <a:cxn ang="0">
                  <a:pos x="404" y="179"/>
                </a:cxn>
                <a:cxn ang="0">
                  <a:pos x="423" y="196"/>
                </a:cxn>
                <a:cxn ang="0">
                  <a:pos x="407" y="226"/>
                </a:cxn>
                <a:cxn ang="0">
                  <a:pos x="400" y="255"/>
                </a:cxn>
                <a:cxn ang="0">
                  <a:pos x="395" y="285"/>
                </a:cxn>
                <a:cxn ang="0">
                  <a:pos x="393" y="311"/>
                </a:cxn>
                <a:cxn ang="0">
                  <a:pos x="419" y="332"/>
                </a:cxn>
                <a:cxn ang="0">
                  <a:pos x="453" y="361"/>
                </a:cxn>
              </a:cxnLst>
              <a:rect l="0" t="0" r="r" b="b"/>
              <a:pathLst>
                <a:path w="456" h="647">
                  <a:moveTo>
                    <a:pt x="453" y="361"/>
                  </a:moveTo>
                  <a:cubicBezTo>
                    <a:pt x="456" y="367"/>
                    <a:pt x="454" y="382"/>
                    <a:pt x="454" y="389"/>
                  </a:cubicBezTo>
                  <a:cubicBezTo>
                    <a:pt x="454" y="393"/>
                    <a:pt x="455" y="403"/>
                    <a:pt x="452" y="406"/>
                  </a:cubicBezTo>
                  <a:cubicBezTo>
                    <a:pt x="450" y="408"/>
                    <a:pt x="444" y="405"/>
                    <a:pt x="441" y="405"/>
                  </a:cubicBezTo>
                  <a:cubicBezTo>
                    <a:pt x="440" y="406"/>
                    <a:pt x="437" y="407"/>
                    <a:pt x="436" y="407"/>
                  </a:cubicBezTo>
                  <a:cubicBezTo>
                    <a:pt x="432" y="406"/>
                    <a:pt x="426" y="401"/>
                    <a:pt x="423" y="401"/>
                  </a:cubicBezTo>
                  <a:cubicBezTo>
                    <a:pt x="420" y="401"/>
                    <a:pt x="414" y="405"/>
                    <a:pt x="412" y="408"/>
                  </a:cubicBezTo>
                  <a:cubicBezTo>
                    <a:pt x="411" y="410"/>
                    <a:pt x="411" y="415"/>
                    <a:pt x="410" y="417"/>
                  </a:cubicBezTo>
                  <a:cubicBezTo>
                    <a:pt x="410" y="422"/>
                    <a:pt x="410" y="431"/>
                    <a:pt x="409" y="436"/>
                  </a:cubicBezTo>
                  <a:cubicBezTo>
                    <a:pt x="409" y="442"/>
                    <a:pt x="406" y="454"/>
                    <a:pt x="408" y="460"/>
                  </a:cubicBezTo>
                  <a:cubicBezTo>
                    <a:pt x="409" y="465"/>
                    <a:pt x="421" y="473"/>
                    <a:pt x="420" y="479"/>
                  </a:cubicBezTo>
                  <a:cubicBezTo>
                    <a:pt x="419" y="482"/>
                    <a:pt x="411" y="485"/>
                    <a:pt x="407" y="486"/>
                  </a:cubicBezTo>
                  <a:cubicBezTo>
                    <a:pt x="403" y="487"/>
                    <a:pt x="393" y="483"/>
                    <a:pt x="389" y="484"/>
                  </a:cubicBezTo>
                  <a:cubicBezTo>
                    <a:pt x="385" y="485"/>
                    <a:pt x="379" y="489"/>
                    <a:pt x="376" y="491"/>
                  </a:cubicBezTo>
                  <a:cubicBezTo>
                    <a:pt x="372" y="494"/>
                    <a:pt x="363" y="500"/>
                    <a:pt x="360" y="504"/>
                  </a:cubicBezTo>
                  <a:cubicBezTo>
                    <a:pt x="357" y="507"/>
                    <a:pt x="350" y="517"/>
                    <a:pt x="350" y="517"/>
                  </a:cubicBezTo>
                  <a:cubicBezTo>
                    <a:pt x="350" y="517"/>
                    <a:pt x="333" y="529"/>
                    <a:pt x="327" y="529"/>
                  </a:cubicBezTo>
                  <a:cubicBezTo>
                    <a:pt x="323" y="529"/>
                    <a:pt x="318" y="521"/>
                    <a:pt x="314" y="522"/>
                  </a:cubicBezTo>
                  <a:cubicBezTo>
                    <a:pt x="310" y="522"/>
                    <a:pt x="305" y="530"/>
                    <a:pt x="302" y="532"/>
                  </a:cubicBezTo>
                  <a:cubicBezTo>
                    <a:pt x="300" y="533"/>
                    <a:pt x="295" y="536"/>
                    <a:pt x="292" y="537"/>
                  </a:cubicBezTo>
                  <a:cubicBezTo>
                    <a:pt x="289" y="539"/>
                    <a:pt x="283" y="541"/>
                    <a:pt x="280" y="544"/>
                  </a:cubicBezTo>
                  <a:cubicBezTo>
                    <a:pt x="277" y="547"/>
                    <a:pt x="274" y="555"/>
                    <a:pt x="271" y="558"/>
                  </a:cubicBezTo>
                  <a:cubicBezTo>
                    <a:pt x="268" y="563"/>
                    <a:pt x="261" y="571"/>
                    <a:pt x="257" y="574"/>
                  </a:cubicBezTo>
                  <a:cubicBezTo>
                    <a:pt x="254" y="576"/>
                    <a:pt x="248" y="581"/>
                    <a:pt x="244" y="582"/>
                  </a:cubicBezTo>
                  <a:cubicBezTo>
                    <a:pt x="239" y="584"/>
                    <a:pt x="228" y="583"/>
                    <a:pt x="222" y="584"/>
                  </a:cubicBezTo>
                  <a:cubicBezTo>
                    <a:pt x="219" y="585"/>
                    <a:pt x="212" y="586"/>
                    <a:pt x="209" y="588"/>
                  </a:cubicBezTo>
                  <a:cubicBezTo>
                    <a:pt x="206" y="589"/>
                    <a:pt x="200" y="596"/>
                    <a:pt x="197" y="599"/>
                  </a:cubicBezTo>
                  <a:cubicBezTo>
                    <a:pt x="194" y="602"/>
                    <a:pt x="186" y="611"/>
                    <a:pt x="186" y="614"/>
                  </a:cubicBezTo>
                  <a:cubicBezTo>
                    <a:pt x="187" y="617"/>
                    <a:pt x="179" y="627"/>
                    <a:pt x="176" y="630"/>
                  </a:cubicBezTo>
                  <a:cubicBezTo>
                    <a:pt x="173" y="633"/>
                    <a:pt x="168" y="638"/>
                    <a:pt x="165" y="640"/>
                  </a:cubicBezTo>
                  <a:cubicBezTo>
                    <a:pt x="161" y="641"/>
                    <a:pt x="153" y="647"/>
                    <a:pt x="150" y="645"/>
                  </a:cubicBezTo>
                  <a:cubicBezTo>
                    <a:pt x="148" y="643"/>
                    <a:pt x="152" y="639"/>
                    <a:pt x="152" y="637"/>
                  </a:cubicBezTo>
                  <a:cubicBezTo>
                    <a:pt x="152" y="632"/>
                    <a:pt x="149" y="624"/>
                    <a:pt x="148" y="619"/>
                  </a:cubicBezTo>
                  <a:cubicBezTo>
                    <a:pt x="146" y="613"/>
                    <a:pt x="143" y="601"/>
                    <a:pt x="142" y="595"/>
                  </a:cubicBezTo>
                  <a:cubicBezTo>
                    <a:pt x="142" y="592"/>
                    <a:pt x="143" y="584"/>
                    <a:pt x="141" y="582"/>
                  </a:cubicBezTo>
                  <a:cubicBezTo>
                    <a:pt x="138" y="579"/>
                    <a:pt x="129" y="579"/>
                    <a:pt x="125" y="578"/>
                  </a:cubicBezTo>
                  <a:cubicBezTo>
                    <a:pt x="121" y="576"/>
                    <a:pt x="114" y="573"/>
                    <a:pt x="111" y="571"/>
                  </a:cubicBezTo>
                  <a:cubicBezTo>
                    <a:pt x="106" y="568"/>
                    <a:pt x="99" y="561"/>
                    <a:pt x="95" y="557"/>
                  </a:cubicBezTo>
                  <a:cubicBezTo>
                    <a:pt x="93" y="555"/>
                    <a:pt x="89" y="550"/>
                    <a:pt x="87" y="549"/>
                  </a:cubicBezTo>
                  <a:cubicBezTo>
                    <a:pt x="85" y="548"/>
                    <a:pt x="83" y="546"/>
                    <a:pt x="82" y="547"/>
                  </a:cubicBezTo>
                  <a:cubicBezTo>
                    <a:pt x="77" y="547"/>
                    <a:pt x="71" y="555"/>
                    <a:pt x="68" y="558"/>
                  </a:cubicBezTo>
                  <a:cubicBezTo>
                    <a:pt x="66" y="561"/>
                    <a:pt x="63" y="567"/>
                    <a:pt x="61" y="569"/>
                  </a:cubicBezTo>
                  <a:cubicBezTo>
                    <a:pt x="58" y="572"/>
                    <a:pt x="51" y="576"/>
                    <a:pt x="48" y="576"/>
                  </a:cubicBezTo>
                  <a:cubicBezTo>
                    <a:pt x="44" y="577"/>
                    <a:pt x="38" y="576"/>
                    <a:pt x="35" y="575"/>
                  </a:cubicBezTo>
                  <a:cubicBezTo>
                    <a:pt x="33" y="573"/>
                    <a:pt x="31" y="566"/>
                    <a:pt x="30" y="563"/>
                  </a:cubicBezTo>
                  <a:cubicBezTo>
                    <a:pt x="29" y="561"/>
                    <a:pt x="28" y="557"/>
                    <a:pt x="27" y="556"/>
                  </a:cubicBezTo>
                  <a:cubicBezTo>
                    <a:pt x="24" y="554"/>
                    <a:pt x="17" y="552"/>
                    <a:pt x="16" y="549"/>
                  </a:cubicBezTo>
                  <a:cubicBezTo>
                    <a:pt x="15" y="547"/>
                    <a:pt x="17" y="541"/>
                    <a:pt x="18" y="539"/>
                  </a:cubicBezTo>
                  <a:cubicBezTo>
                    <a:pt x="18" y="537"/>
                    <a:pt x="19" y="532"/>
                    <a:pt x="21" y="531"/>
                  </a:cubicBezTo>
                  <a:cubicBezTo>
                    <a:pt x="24" y="529"/>
                    <a:pt x="31" y="530"/>
                    <a:pt x="35" y="531"/>
                  </a:cubicBezTo>
                  <a:cubicBezTo>
                    <a:pt x="38" y="533"/>
                    <a:pt x="42" y="540"/>
                    <a:pt x="46" y="542"/>
                  </a:cubicBezTo>
                  <a:cubicBezTo>
                    <a:pt x="49" y="543"/>
                    <a:pt x="56" y="547"/>
                    <a:pt x="58" y="545"/>
                  </a:cubicBezTo>
                  <a:cubicBezTo>
                    <a:pt x="60" y="544"/>
                    <a:pt x="57" y="538"/>
                    <a:pt x="57" y="536"/>
                  </a:cubicBezTo>
                  <a:cubicBezTo>
                    <a:pt x="58" y="534"/>
                    <a:pt x="59" y="531"/>
                    <a:pt x="61" y="530"/>
                  </a:cubicBezTo>
                  <a:cubicBezTo>
                    <a:pt x="62" y="529"/>
                    <a:pt x="65" y="530"/>
                    <a:pt x="66" y="529"/>
                  </a:cubicBezTo>
                  <a:cubicBezTo>
                    <a:pt x="68" y="528"/>
                    <a:pt x="69" y="525"/>
                    <a:pt x="70" y="524"/>
                  </a:cubicBezTo>
                  <a:cubicBezTo>
                    <a:pt x="72" y="522"/>
                    <a:pt x="75" y="517"/>
                    <a:pt x="77" y="515"/>
                  </a:cubicBezTo>
                  <a:cubicBezTo>
                    <a:pt x="79" y="512"/>
                    <a:pt x="85" y="508"/>
                    <a:pt x="87" y="506"/>
                  </a:cubicBezTo>
                  <a:cubicBezTo>
                    <a:pt x="88" y="505"/>
                    <a:pt x="91" y="502"/>
                    <a:pt x="90" y="500"/>
                  </a:cubicBezTo>
                  <a:cubicBezTo>
                    <a:pt x="90" y="499"/>
                    <a:pt x="87" y="497"/>
                    <a:pt x="85" y="496"/>
                  </a:cubicBezTo>
                  <a:cubicBezTo>
                    <a:pt x="83" y="495"/>
                    <a:pt x="77" y="495"/>
                    <a:pt x="75" y="494"/>
                  </a:cubicBezTo>
                  <a:cubicBezTo>
                    <a:pt x="72" y="493"/>
                    <a:pt x="66" y="491"/>
                    <a:pt x="64" y="489"/>
                  </a:cubicBezTo>
                  <a:cubicBezTo>
                    <a:pt x="61" y="487"/>
                    <a:pt x="56" y="480"/>
                    <a:pt x="53" y="479"/>
                  </a:cubicBezTo>
                  <a:cubicBezTo>
                    <a:pt x="50" y="478"/>
                    <a:pt x="45" y="480"/>
                    <a:pt x="43" y="481"/>
                  </a:cubicBezTo>
                  <a:cubicBezTo>
                    <a:pt x="39" y="482"/>
                    <a:pt x="34" y="488"/>
                    <a:pt x="31" y="487"/>
                  </a:cubicBezTo>
                  <a:cubicBezTo>
                    <a:pt x="28" y="487"/>
                    <a:pt x="28" y="479"/>
                    <a:pt x="26" y="479"/>
                  </a:cubicBezTo>
                  <a:cubicBezTo>
                    <a:pt x="24" y="478"/>
                    <a:pt x="21" y="480"/>
                    <a:pt x="20" y="481"/>
                  </a:cubicBezTo>
                  <a:cubicBezTo>
                    <a:pt x="17" y="482"/>
                    <a:pt x="11" y="487"/>
                    <a:pt x="9" y="486"/>
                  </a:cubicBezTo>
                  <a:cubicBezTo>
                    <a:pt x="7" y="485"/>
                    <a:pt x="6" y="480"/>
                    <a:pt x="6" y="479"/>
                  </a:cubicBezTo>
                  <a:cubicBezTo>
                    <a:pt x="5" y="471"/>
                    <a:pt x="7" y="455"/>
                    <a:pt x="6" y="448"/>
                  </a:cubicBezTo>
                  <a:cubicBezTo>
                    <a:pt x="6" y="443"/>
                    <a:pt x="3" y="433"/>
                    <a:pt x="3" y="428"/>
                  </a:cubicBezTo>
                  <a:cubicBezTo>
                    <a:pt x="3" y="422"/>
                    <a:pt x="0" y="410"/>
                    <a:pt x="3" y="406"/>
                  </a:cubicBezTo>
                  <a:cubicBezTo>
                    <a:pt x="4" y="405"/>
                    <a:pt x="7" y="405"/>
                    <a:pt x="9" y="404"/>
                  </a:cubicBezTo>
                  <a:cubicBezTo>
                    <a:pt x="12" y="402"/>
                    <a:pt x="18" y="395"/>
                    <a:pt x="21" y="392"/>
                  </a:cubicBezTo>
                  <a:cubicBezTo>
                    <a:pt x="23" y="391"/>
                    <a:pt x="27" y="386"/>
                    <a:pt x="30" y="386"/>
                  </a:cubicBezTo>
                  <a:cubicBezTo>
                    <a:pt x="32" y="385"/>
                    <a:pt x="36" y="386"/>
                    <a:pt x="38" y="386"/>
                  </a:cubicBezTo>
                  <a:cubicBezTo>
                    <a:pt x="39" y="387"/>
                    <a:pt x="41" y="391"/>
                    <a:pt x="43" y="391"/>
                  </a:cubicBezTo>
                  <a:cubicBezTo>
                    <a:pt x="46" y="392"/>
                    <a:pt x="53" y="392"/>
                    <a:pt x="55" y="391"/>
                  </a:cubicBezTo>
                  <a:cubicBezTo>
                    <a:pt x="57" y="389"/>
                    <a:pt x="59" y="384"/>
                    <a:pt x="60" y="381"/>
                  </a:cubicBezTo>
                  <a:cubicBezTo>
                    <a:pt x="61" y="377"/>
                    <a:pt x="60" y="369"/>
                    <a:pt x="61" y="365"/>
                  </a:cubicBezTo>
                  <a:cubicBezTo>
                    <a:pt x="64" y="358"/>
                    <a:pt x="78" y="348"/>
                    <a:pt x="83" y="342"/>
                  </a:cubicBezTo>
                  <a:cubicBezTo>
                    <a:pt x="90" y="333"/>
                    <a:pt x="107" y="316"/>
                    <a:pt x="112" y="306"/>
                  </a:cubicBezTo>
                  <a:cubicBezTo>
                    <a:pt x="113" y="303"/>
                    <a:pt x="115" y="296"/>
                    <a:pt x="114" y="293"/>
                  </a:cubicBezTo>
                  <a:cubicBezTo>
                    <a:pt x="113" y="290"/>
                    <a:pt x="105" y="288"/>
                    <a:pt x="105" y="285"/>
                  </a:cubicBezTo>
                  <a:cubicBezTo>
                    <a:pt x="104" y="282"/>
                    <a:pt x="106" y="278"/>
                    <a:pt x="108" y="275"/>
                  </a:cubicBezTo>
                  <a:cubicBezTo>
                    <a:pt x="111" y="270"/>
                    <a:pt x="119" y="262"/>
                    <a:pt x="123" y="258"/>
                  </a:cubicBezTo>
                  <a:cubicBezTo>
                    <a:pt x="125" y="256"/>
                    <a:pt x="130" y="251"/>
                    <a:pt x="132" y="248"/>
                  </a:cubicBezTo>
                  <a:cubicBezTo>
                    <a:pt x="134" y="244"/>
                    <a:pt x="136" y="233"/>
                    <a:pt x="137" y="228"/>
                  </a:cubicBezTo>
                  <a:cubicBezTo>
                    <a:pt x="138" y="225"/>
                    <a:pt x="138" y="217"/>
                    <a:pt x="140" y="213"/>
                  </a:cubicBezTo>
                  <a:cubicBezTo>
                    <a:pt x="143" y="210"/>
                    <a:pt x="153" y="207"/>
                    <a:pt x="155" y="203"/>
                  </a:cubicBezTo>
                  <a:cubicBezTo>
                    <a:pt x="157" y="198"/>
                    <a:pt x="156" y="187"/>
                    <a:pt x="155" y="181"/>
                  </a:cubicBezTo>
                  <a:cubicBezTo>
                    <a:pt x="155" y="178"/>
                    <a:pt x="150" y="172"/>
                    <a:pt x="150" y="169"/>
                  </a:cubicBezTo>
                  <a:cubicBezTo>
                    <a:pt x="149" y="164"/>
                    <a:pt x="152" y="154"/>
                    <a:pt x="150" y="150"/>
                  </a:cubicBezTo>
                  <a:cubicBezTo>
                    <a:pt x="149" y="149"/>
                    <a:pt x="144" y="148"/>
                    <a:pt x="142" y="147"/>
                  </a:cubicBezTo>
                  <a:cubicBezTo>
                    <a:pt x="138" y="145"/>
                    <a:pt x="131" y="139"/>
                    <a:pt x="128" y="135"/>
                  </a:cubicBezTo>
                  <a:cubicBezTo>
                    <a:pt x="124" y="131"/>
                    <a:pt x="115" y="122"/>
                    <a:pt x="111" y="117"/>
                  </a:cubicBezTo>
                  <a:cubicBezTo>
                    <a:pt x="106" y="111"/>
                    <a:pt x="93" y="91"/>
                    <a:pt x="93" y="91"/>
                  </a:cubicBezTo>
                  <a:cubicBezTo>
                    <a:pt x="119" y="68"/>
                    <a:pt x="119" y="68"/>
                    <a:pt x="119" y="68"/>
                  </a:cubicBezTo>
                  <a:cubicBezTo>
                    <a:pt x="119" y="68"/>
                    <a:pt x="135" y="81"/>
                    <a:pt x="140" y="85"/>
                  </a:cubicBezTo>
                  <a:cubicBezTo>
                    <a:pt x="141" y="85"/>
                    <a:pt x="141" y="86"/>
                    <a:pt x="141" y="86"/>
                  </a:cubicBezTo>
                  <a:cubicBezTo>
                    <a:pt x="144" y="88"/>
                    <a:pt x="150" y="89"/>
                    <a:pt x="152" y="91"/>
                  </a:cubicBezTo>
                  <a:cubicBezTo>
                    <a:pt x="155" y="95"/>
                    <a:pt x="155" y="104"/>
                    <a:pt x="157" y="108"/>
                  </a:cubicBezTo>
                  <a:cubicBezTo>
                    <a:pt x="158" y="112"/>
                    <a:pt x="160" y="120"/>
                    <a:pt x="162" y="123"/>
                  </a:cubicBezTo>
                  <a:cubicBezTo>
                    <a:pt x="165" y="127"/>
                    <a:pt x="173" y="132"/>
                    <a:pt x="176" y="135"/>
                  </a:cubicBezTo>
                  <a:cubicBezTo>
                    <a:pt x="179" y="137"/>
                    <a:pt x="182" y="142"/>
                    <a:pt x="184" y="144"/>
                  </a:cubicBezTo>
                  <a:cubicBezTo>
                    <a:pt x="186" y="145"/>
                    <a:pt x="192" y="147"/>
                    <a:pt x="193" y="150"/>
                  </a:cubicBezTo>
                  <a:cubicBezTo>
                    <a:pt x="195" y="154"/>
                    <a:pt x="194" y="163"/>
                    <a:pt x="194" y="167"/>
                  </a:cubicBezTo>
                  <a:cubicBezTo>
                    <a:pt x="193" y="171"/>
                    <a:pt x="187" y="178"/>
                    <a:pt x="188" y="181"/>
                  </a:cubicBezTo>
                  <a:cubicBezTo>
                    <a:pt x="189" y="183"/>
                    <a:pt x="193" y="186"/>
                    <a:pt x="195" y="186"/>
                  </a:cubicBezTo>
                  <a:cubicBezTo>
                    <a:pt x="197" y="185"/>
                    <a:pt x="199" y="180"/>
                    <a:pt x="201" y="178"/>
                  </a:cubicBezTo>
                  <a:cubicBezTo>
                    <a:pt x="204" y="176"/>
                    <a:pt x="210" y="171"/>
                    <a:pt x="212" y="168"/>
                  </a:cubicBezTo>
                  <a:cubicBezTo>
                    <a:pt x="214" y="166"/>
                    <a:pt x="216" y="160"/>
                    <a:pt x="217" y="157"/>
                  </a:cubicBezTo>
                  <a:cubicBezTo>
                    <a:pt x="219" y="152"/>
                    <a:pt x="217" y="142"/>
                    <a:pt x="219" y="138"/>
                  </a:cubicBezTo>
                  <a:cubicBezTo>
                    <a:pt x="221" y="134"/>
                    <a:pt x="229" y="131"/>
                    <a:pt x="232" y="128"/>
                  </a:cubicBezTo>
                  <a:cubicBezTo>
                    <a:pt x="235" y="126"/>
                    <a:pt x="242" y="122"/>
                    <a:pt x="243" y="119"/>
                  </a:cubicBezTo>
                  <a:cubicBezTo>
                    <a:pt x="244" y="113"/>
                    <a:pt x="235" y="103"/>
                    <a:pt x="233" y="98"/>
                  </a:cubicBezTo>
                  <a:cubicBezTo>
                    <a:pt x="229" y="91"/>
                    <a:pt x="222" y="78"/>
                    <a:pt x="217" y="71"/>
                  </a:cubicBezTo>
                  <a:cubicBezTo>
                    <a:pt x="216" y="70"/>
                    <a:pt x="213" y="67"/>
                    <a:pt x="213" y="65"/>
                  </a:cubicBezTo>
                  <a:cubicBezTo>
                    <a:pt x="211" y="61"/>
                    <a:pt x="212" y="51"/>
                    <a:pt x="213" y="46"/>
                  </a:cubicBezTo>
                  <a:cubicBezTo>
                    <a:pt x="213" y="43"/>
                    <a:pt x="216" y="33"/>
                    <a:pt x="216" y="33"/>
                  </a:cubicBezTo>
                  <a:cubicBezTo>
                    <a:pt x="216" y="33"/>
                    <a:pt x="234" y="27"/>
                    <a:pt x="240" y="26"/>
                  </a:cubicBezTo>
                  <a:cubicBezTo>
                    <a:pt x="244" y="25"/>
                    <a:pt x="252" y="26"/>
                    <a:pt x="256" y="25"/>
                  </a:cubicBezTo>
                  <a:cubicBezTo>
                    <a:pt x="264" y="24"/>
                    <a:pt x="281" y="22"/>
                    <a:pt x="290" y="20"/>
                  </a:cubicBezTo>
                  <a:cubicBezTo>
                    <a:pt x="298" y="17"/>
                    <a:pt x="314" y="9"/>
                    <a:pt x="321" y="5"/>
                  </a:cubicBezTo>
                  <a:cubicBezTo>
                    <a:pt x="323" y="4"/>
                    <a:pt x="327" y="0"/>
                    <a:pt x="329" y="0"/>
                  </a:cubicBezTo>
                  <a:cubicBezTo>
                    <a:pt x="334" y="0"/>
                    <a:pt x="340" y="9"/>
                    <a:pt x="342" y="13"/>
                  </a:cubicBezTo>
                  <a:cubicBezTo>
                    <a:pt x="343" y="16"/>
                    <a:pt x="345" y="23"/>
                    <a:pt x="344" y="26"/>
                  </a:cubicBezTo>
                  <a:cubicBezTo>
                    <a:pt x="343" y="30"/>
                    <a:pt x="333" y="32"/>
                    <a:pt x="330" y="35"/>
                  </a:cubicBezTo>
                  <a:cubicBezTo>
                    <a:pt x="328" y="37"/>
                    <a:pt x="324" y="41"/>
                    <a:pt x="324" y="43"/>
                  </a:cubicBezTo>
                  <a:cubicBezTo>
                    <a:pt x="323" y="48"/>
                    <a:pt x="328" y="58"/>
                    <a:pt x="329" y="64"/>
                  </a:cubicBezTo>
                  <a:cubicBezTo>
                    <a:pt x="330" y="69"/>
                    <a:pt x="331" y="79"/>
                    <a:pt x="331" y="84"/>
                  </a:cubicBezTo>
                  <a:cubicBezTo>
                    <a:pt x="330" y="91"/>
                    <a:pt x="322" y="107"/>
                    <a:pt x="327" y="113"/>
                  </a:cubicBezTo>
                  <a:cubicBezTo>
                    <a:pt x="329" y="115"/>
                    <a:pt x="341" y="117"/>
                    <a:pt x="342" y="114"/>
                  </a:cubicBezTo>
                  <a:cubicBezTo>
                    <a:pt x="342" y="114"/>
                    <a:pt x="345" y="119"/>
                    <a:pt x="346" y="120"/>
                  </a:cubicBezTo>
                  <a:cubicBezTo>
                    <a:pt x="348" y="122"/>
                    <a:pt x="350" y="123"/>
                    <a:pt x="351" y="123"/>
                  </a:cubicBezTo>
                  <a:cubicBezTo>
                    <a:pt x="353" y="124"/>
                    <a:pt x="355" y="122"/>
                    <a:pt x="357" y="122"/>
                  </a:cubicBezTo>
                  <a:cubicBezTo>
                    <a:pt x="362" y="123"/>
                    <a:pt x="366" y="130"/>
                    <a:pt x="371" y="132"/>
                  </a:cubicBezTo>
                  <a:cubicBezTo>
                    <a:pt x="374" y="133"/>
                    <a:pt x="378" y="135"/>
                    <a:pt x="381" y="134"/>
                  </a:cubicBezTo>
                  <a:cubicBezTo>
                    <a:pt x="382" y="134"/>
                    <a:pt x="383" y="132"/>
                    <a:pt x="384" y="132"/>
                  </a:cubicBezTo>
                  <a:cubicBezTo>
                    <a:pt x="387" y="131"/>
                    <a:pt x="390" y="130"/>
                    <a:pt x="393" y="130"/>
                  </a:cubicBezTo>
                  <a:cubicBezTo>
                    <a:pt x="395" y="130"/>
                    <a:pt x="397" y="132"/>
                    <a:pt x="399" y="133"/>
                  </a:cubicBezTo>
                  <a:cubicBezTo>
                    <a:pt x="401" y="134"/>
                    <a:pt x="405" y="138"/>
                    <a:pt x="407" y="137"/>
                  </a:cubicBezTo>
                  <a:cubicBezTo>
                    <a:pt x="409" y="136"/>
                    <a:pt x="409" y="133"/>
                    <a:pt x="410" y="132"/>
                  </a:cubicBezTo>
                  <a:cubicBezTo>
                    <a:pt x="413" y="130"/>
                    <a:pt x="417" y="130"/>
                    <a:pt x="420" y="130"/>
                  </a:cubicBezTo>
                  <a:cubicBezTo>
                    <a:pt x="423" y="130"/>
                    <a:pt x="427" y="131"/>
                    <a:pt x="430" y="133"/>
                  </a:cubicBezTo>
                  <a:cubicBezTo>
                    <a:pt x="433" y="135"/>
                    <a:pt x="436" y="138"/>
                    <a:pt x="438" y="141"/>
                  </a:cubicBezTo>
                  <a:cubicBezTo>
                    <a:pt x="439" y="143"/>
                    <a:pt x="437" y="147"/>
                    <a:pt x="438" y="149"/>
                  </a:cubicBezTo>
                  <a:cubicBezTo>
                    <a:pt x="438" y="152"/>
                    <a:pt x="437" y="156"/>
                    <a:pt x="439" y="158"/>
                  </a:cubicBezTo>
                  <a:cubicBezTo>
                    <a:pt x="439" y="160"/>
                    <a:pt x="443" y="161"/>
                    <a:pt x="443" y="163"/>
                  </a:cubicBezTo>
                  <a:cubicBezTo>
                    <a:pt x="444" y="164"/>
                    <a:pt x="442" y="166"/>
                    <a:pt x="441" y="167"/>
                  </a:cubicBezTo>
                  <a:cubicBezTo>
                    <a:pt x="438" y="171"/>
                    <a:pt x="433" y="179"/>
                    <a:pt x="428" y="180"/>
                  </a:cubicBezTo>
                  <a:cubicBezTo>
                    <a:pt x="426" y="180"/>
                    <a:pt x="426" y="176"/>
                    <a:pt x="425" y="174"/>
                  </a:cubicBezTo>
                  <a:cubicBezTo>
                    <a:pt x="423" y="172"/>
                    <a:pt x="418" y="170"/>
                    <a:pt x="416" y="168"/>
                  </a:cubicBezTo>
                  <a:cubicBezTo>
                    <a:pt x="415" y="166"/>
                    <a:pt x="415" y="162"/>
                    <a:pt x="414" y="162"/>
                  </a:cubicBezTo>
                  <a:cubicBezTo>
                    <a:pt x="411" y="162"/>
                    <a:pt x="408" y="169"/>
                    <a:pt x="407" y="171"/>
                  </a:cubicBezTo>
                  <a:cubicBezTo>
                    <a:pt x="406" y="173"/>
                    <a:pt x="404" y="177"/>
                    <a:pt x="404" y="179"/>
                  </a:cubicBezTo>
                  <a:cubicBezTo>
                    <a:pt x="403" y="182"/>
                    <a:pt x="410" y="187"/>
                    <a:pt x="412" y="189"/>
                  </a:cubicBezTo>
                  <a:cubicBezTo>
                    <a:pt x="414" y="191"/>
                    <a:pt x="418" y="193"/>
                    <a:pt x="420" y="194"/>
                  </a:cubicBezTo>
                  <a:cubicBezTo>
                    <a:pt x="421" y="195"/>
                    <a:pt x="423" y="195"/>
                    <a:pt x="423" y="196"/>
                  </a:cubicBezTo>
                  <a:cubicBezTo>
                    <a:pt x="423" y="199"/>
                    <a:pt x="418" y="202"/>
                    <a:pt x="416" y="205"/>
                  </a:cubicBezTo>
                  <a:cubicBezTo>
                    <a:pt x="414" y="208"/>
                    <a:pt x="412" y="213"/>
                    <a:pt x="410" y="216"/>
                  </a:cubicBezTo>
                  <a:cubicBezTo>
                    <a:pt x="409" y="219"/>
                    <a:pt x="409" y="223"/>
                    <a:pt x="407" y="226"/>
                  </a:cubicBezTo>
                  <a:cubicBezTo>
                    <a:pt x="406" y="229"/>
                    <a:pt x="403" y="233"/>
                    <a:pt x="402" y="236"/>
                  </a:cubicBezTo>
                  <a:cubicBezTo>
                    <a:pt x="401" y="239"/>
                    <a:pt x="401" y="243"/>
                    <a:pt x="401" y="246"/>
                  </a:cubicBezTo>
                  <a:cubicBezTo>
                    <a:pt x="400" y="249"/>
                    <a:pt x="401" y="253"/>
                    <a:pt x="400" y="255"/>
                  </a:cubicBezTo>
                  <a:cubicBezTo>
                    <a:pt x="398" y="258"/>
                    <a:pt x="392" y="259"/>
                    <a:pt x="390" y="262"/>
                  </a:cubicBezTo>
                  <a:cubicBezTo>
                    <a:pt x="389" y="264"/>
                    <a:pt x="389" y="268"/>
                    <a:pt x="389" y="271"/>
                  </a:cubicBezTo>
                  <a:cubicBezTo>
                    <a:pt x="390" y="275"/>
                    <a:pt x="393" y="281"/>
                    <a:pt x="395" y="285"/>
                  </a:cubicBezTo>
                  <a:cubicBezTo>
                    <a:pt x="397" y="288"/>
                    <a:pt x="401" y="291"/>
                    <a:pt x="402" y="294"/>
                  </a:cubicBezTo>
                  <a:cubicBezTo>
                    <a:pt x="402" y="296"/>
                    <a:pt x="401" y="299"/>
                    <a:pt x="400" y="302"/>
                  </a:cubicBezTo>
                  <a:cubicBezTo>
                    <a:pt x="398" y="305"/>
                    <a:pt x="394" y="308"/>
                    <a:pt x="393" y="311"/>
                  </a:cubicBezTo>
                  <a:cubicBezTo>
                    <a:pt x="392" y="314"/>
                    <a:pt x="391" y="319"/>
                    <a:pt x="393" y="321"/>
                  </a:cubicBezTo>
                  <a:cubicBezTo>
                    <a:pt x="394" y="324"/>
                    <a:pt x="399" y="324"/>
                    <a:pt x="402" y="326"/>
                  </a:cubicBezTo>
                  <a:cubicBezTo>
                    <a:pt x="406" y="328"/>
                    <a:pt x="415" y="330"/>
                    <a:pt x="419" y="332"/>
                  </a:cubicBezTo>
                  <a:cubicBezTo>
                    <a:pt x="422" y="334"/>
                    <a:pt x="427" y="337"/>
                    <a:pt x="429" y="339"/>
                  </a:cubicBezTo>
                  <a:cubicBezTo>
                    <a:pt x="433" y="342"/>
                    <a:pt x="440" y="348"/>
                    <a:pt x="444" y="352"/>
                  </a:cubicBezTo>
                  <a:cubicBezTo>
                    <a:pt x="446" y="354"/>
                    <a:pt x="452" y="358"/>
                    <a:pt x="453" y="36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3"/>
            <p:cNvSpPr>
              <a:spLocks/>
            </p:cNvSpPr>
            <p:nvPr/>
          </p:nvSpPr>
          <p:spPr bwMode="auto">
            <a:xfrm>
              <a:off x="3908426" y="1781176"/>
              <a:ext cx="98425" cy="111125"/>
            </a:xfrm>
            <a:custGeom>
              <a:avLst/>
              <a:gdLst/>
              <a:ahLst/>
              <a:cxnLst>
                <a:cxn ang="0">
                  <a:pos x="76" y="26"/>
                </a:cxn>
                <a:cxn ang="0">
                  <a:pos x="76" y="29"/>
                </a:cxn>
                <a:cxn ang="0">
                  <a:pos x="69" y="34"/>
                </a:cxn>
                <a:cxn ang="0">
                  <a:pos x="62" y="34"/>
                </a:cxn>
                <a:cxn ang="0">
                  <a:pos x="60" y="38"/>
                </a:cxn>
                <a:cxn ang="0">
                  <a:pos x="57" y="46"/>
                </a:cxn>
                <a:cxn ang="0">
                  <a:pos x="51" y="52"/>
                </a:cxn>
                <a:cxn ang="0">
                  <a:pos x="42" y="59"/>
                </a:cxn>
                <a:cxn ang="0">
                  <a:pos x="44" y="76"/>
                </a:cxn>
                <a:cxn ang="0">
                  <a:pos x="38" y="82"/>
                </a:cxn>
                <a:cxn ang="0">
                  <a:pos x="27" y="84"/>
                </a:cxn>
                <a:cxn ang="0">
                  <a:pos x="20" y="76"/>
                </a:cxn>
                <a:cxn ang="0">
                  <a:pos x="12" y="77"/>
                </a:cxn>
                <a:cxn ang="0">
                  <a:pos x="10" y="62"/>
                </a:cxn>
                <a:cxn ang="0">
                  <a:pos x="0" y="57"/>
                </a:cxn>
                <a:cxn ang="0">
                  <a:pos x="10" y="47"/>
                </a:cxn>
                <a:cxn ang="0">
                  <a:pos x="13" y="32"/>
                </a:cxn>
                <a:cxn ang="0">
                  <a:pos x="25" y="19"/>
                </a:cxn>
                <a:cxn ang="0">
                  <a:pos x="34" y="15"/>
                </a:cxn>
                <a:cxn ang="0">
                  <a:pos x="45" y="14"/>
                </a:cxn>
                <a:cxn ang="0">
                  <a:pos x="54" y="10"/>
                </a:cxn>
                <a:cxn ang="0">
                  <a:pos x="62" y="6"/>
                </a:cxn>
                <a:cxn ang="0">
                  <a:pos x="70" y="0"/>
                </a:cxn>
                <a:cxn ang="0">
                  <a:pos x="75" y="1"/>
                </a:cxn>
                <a:cxn ang="0">
                  <a:pos x="74" y="6"/>
                </a:cxn>
                <a:cxn ang="0">
                  <a:pos x="68" y="12"/>
                </a:cxn>
                <a:cxn ang="0">
                  <a:pos x="69" y="20"/>
                </a:cxn>
                <a:cxn ang="0">
                  <a:pos x="74" y="23"/>
                </a:cxn>
                <a:cxn ang="0">
                  <a:pos x="76" y="26"/>
                </a:cxn>
              </a:cxnLst>
              <a:rect l="0" t="0" r="r" b="b"/>
              <a:pathLst>
                <a:path w="76" h="85">
                  <a:moveTo>
                    <a:pt x="76" y="26"/>
                  </a:moveTo>
                  <a:cubicBezTo>
                    <a:pt x="76" y="26"/>
                    <a:pt x="76" y="28"/>
                    <a:pt x="76" y="29"/>
                  </a:cubicBezTo>
                  <a:cubicBezTo>
                    <a:pt x="75" y="31"/>
                    <a:pt x="71" y="34"/>
                    <a:pt x="69" y="34"/>
                  </a:cubicBezTo>
                  <a:cubicBezTo>
                    <a:pt x="68" y="35"/>
                    <a:pt x="64" y="33"/>
                    <a:pt x="62" y="34"/>
                  </a:cubicBezTo>
                  <a:cubicBezTo>
                    <a:pt x="61" y="34"/>
                    <a:pt x="60" y="37"/>
                    <a:pt x="60" y="38"/>
                  </a:cubicBezTo>
                  <a:cubicBezTo>
                    <a:pt x="59" y="40"/>
                    <a:pt x="58" y="44"/>
                    <a:pt x="57" y="46"/>
                  </a:cubicBezTo>
                  <a:cubicBezTo>
                    <a:pt x="56" y="47"/>
                    <a:pt x="51" y="52"/>
                    <a:pt x="51" y="52"/>
                  </a:cubicBezTo>
                  <a:cubicBezTo>
                    <a:pt x="51" y="52"/>
                    <a:pt x="43" y="56"/>
                    <a:pt x="42" y="59"/>
                  </a:cubicBezTo>
                  <a:cubicBezTo>
                    <a:pt x="40" y="63"/>
                    <a:pt x="46" y="72"/>
                    <a:pt x="44" y="76"/>
                  </a:cubicBezTo>
                  <a:cubicBezTo>
                    <a:pt x="44" y="78"/>
                    <a:pt x="40" y="81"/>
                    <a:pt x="38" y="82"/>
                  </a:cubicBezTo>
                  <a:cubicBezTo>
                    <a:pt x="36" y="83"/>
                    <a:pt x="30" y="85"/>
                    <a:pt x="27" y="84"/>
                  </a:cubicBezTo>
                  <a:cubicBezTo>
                    <a:pt x="24" y="83"/>
                    <a:pt x="23" y="77"/>
                    <a:pt x="20" y="76"/>
                  </a:cubicBezTo>
                  <a:cubicBezTo>
                    <a:pt x="18" y="75"/>
                    <a:pt x="14" y="78"/>
                    <a:pt x="12" y="77"/>
                  </a:cubicBezTo>
                  <a:cubicBezTo>
                    <a:pt x="9" y="74"/>
                    <a:pt x="13" y="65"/>
                    <a:pt x="10" y="62"/>
                  </a:cubicBezTo>
                  <a:cubicBezTo>
                    <a:pt x="9" y="59"/>
                    <a:pt x="0" y="57"/>
                    <a:pt x="0" y="57"/>
                  </a:cubicBezTo>
                  <a:cubicBezTo>
                    <a:pt x="0" y="57"/>
                    <a:pt x="9" y="50"/>
                    <a:pt x="10" y="47"/>
                  </a:cubicBezTo>
                  <a:cubicBezTo>
                    <a:pt x="12" y="43"/>
                    <a:pt x="11" y="36"/>
                    <a:pt x="13" y="32"/>
                  </a:cubicBezTo>
                  <a:cubicBezTo>
                    <a:pt x="15" y="28"/>
                    <a:pt x="21" y="22"/>
                    <a:pt x="25" y="19"/>
                  </a:cubicBezTo>
                  <a:cubicBezTo>
                    <a:pt x="27" y="18"/>
                    <a:pt x="31" y="16"/>
                    <a:pt x="34" y="15"/>
                  </a:cubicBezTo>
                  <a:cubicBezTo>
                    <a:pt x="36" y="14"/>
                    <a:pt x="42" y="15"/>
                    <a:pt x="45" y="14"/>
                  </a:cubicBezTo>
                  <a:cubicBezTo>
                    <a:pt x="47" y="13"/>
                    <a:pt x="52" y="11"/>
                    <a:pt x="54" y="10"/>
                  </a:cubicBezTo>
                  <a:cubicBezTo>
                    <a:pt x="56" y="9"/>
                    <a:pt x="60" y="7"/>
                    <a:pt x="62" y="6"/>
                  </a:cubicBezTo>
                  <a:cubicBezTo>
                    <a:pt x="64" y="5"/>
                    <a:pt x="68" y="1"/>
                    <a:pt x="70" y="0"/>
                  </a:cubicBezTo>
                  <a:cubicBezTo>
                    <a:pt x="71" y="0"/>
                    <a:pt x="74" y="0"/>
                    <a:pt x="75" y="1"/>
                  </a:cubicBezTo>
                  <a:cubicBezTo>
                    <a:pt x="76" y="2"/>
                    <a:pt x="75" y="5"/>
                    <a:pt x="74" y="6"/>
                  </a:cubicBezTo>
                  <a:cubicBezTo>
                    <a:pt x="73" y="8"/>
                    <a:pt x="69" y="10"/>
                    <a:pt x="68" y="12"/>
                  </a:cubicBezTo>
                  <a:cubicBezTo>
                    <a:pt x="67" y="14"/>
                    <a:pt x="67" y="19"/>
                    <a:pt x="69" y="20"/>
                  </a:cubicBezTo>
                  <a:cubicBezTo>
                    <a:pt x="70" y="22"/>
                    <a:pt x="73" y="22"/>
                    <a:pt x="74" y="23"/>
                  </a:cubicBezTo>
                  <a:cubicBezTo>
                    <a:pt x="75" y="23"/>
                    <a:pt x="76" y="25"/>
                    <a:pt x="76"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4"/>
            <p:cNvSpPr>
              <a:spLocks/>
            </p:cNvSpPr>
            <p:nvPr/>
          </p:nvSpPr>
          <p:spPr bwMode="auto">
            <a:xfrm>
              <a:off x="2474913" y="3605213"/>
              <a:ext cx="84138" cy="68263"/>
            </a:xfrm>
            <a:custGeom>
              <a:avLst/>
              <a:gdLst/>
              <a:ahLst/>
              <a:cxnLst>
                <a:cxn ang="0">
                  <a:pos x="65" y="28"/>
                </a:cxn>
                <a:cxn ang="0">
                  <a:pos x="52" y="53"/>
                </a:cxn>
                <a:cxn ang="0">
                  <a:pos x="32" y="41"/>
                </a:cxn>
                <a:cxn ang="0">
                  <a:pos x="22" y="37"/>
                </a:cxn>
                <a:cxn ang="0">
                  <a:pos x="23" y="26"/>
                </a:cxn>
                <a:cxn ang="0">
                  <a:pos x="10" y="20"/>
                </a:cxn>
                <a:cxn ang="0">
                  <a:pos x="1" y="16"/>
                </a:cxn>
                <a:cxn ang="0">
                  <a:pos x="5" y="2"/>
                </a:cxn>
                <a:cxn ang="0">
                  <a:pos x="22" y="7"/>
                </a:cxn>
                <a:cxn ang="0">
                  <a:pos x="40" y="17"/>
                </a:cxn>
                <a:cxn ang="0">
                  <a:pos x="65" y="28"/>
                </a:cxn>
              </a:cxnLst>
              <a:rect l="0" t="0" r="r" b="b"/>
              <a:pathLst>
                <a:path w="65" h="53">
                  <a:moveTo>
                    <a:pt x="65" y="28"/>
                  </a:moveTo>
                  <a:cubicBezTo>
                    <a:pt x="52" y="53"/>
                    <a:pt x="52" y="53"/>
                    <a:pt x="52" y="53"/>
                  </a:cubicBezTo>
                  <a:cubicBezTo>
                    <a:pt x="52" y="53"/>
                    <a:pt x="37" y="43"/>
                    <a:pt x="32" y="41"/>
                  </a:cubicBezTo>
                  <a:cubicBezTo>
                    <a:pt x="29" y="40"/>
                    <a:pt x="24" y="39"/>
                    <a:pt x="22" y="37"/>
                  </a:cubicBezTo>
                  <a:cubicBezTo>
                    <a:pt x="21" y="35"/>
                    <a:pt x="25" y="29"/>
                    <a:pt x="23" y="26"/>
                  </a:cubicBezTo>
                  <a:cubicBezTo>
                    <a:pt x="22" y="23"/>
                    <a:pt x="13" y="21"/>
                    <a:pt x="10" y="20"/>
                  </a:cubicBezTo>
                  <a:cubicBezTo>
                    <a:pt x="8" y="19"/>
                    <a:pt x="2" y="18"/>
                    <a:pt x="1" y="16"/>
                  </a:cubicBezTo>
                  <a:cubicBezTo>
                    <a:pt x="0" y="13"/>
                    <a:pt x="2" y="4"/>
                    <a:pt x="5" y="2"/>
                  </a:cubicBezTo>
                  <a:cubicBezTo>
                    <a:pt x="9" y="0"/>
                    <a:pt x="18" y="5"/>
                    <a:pt x="22" y="7"/>
                  </a:cubicBezTo>
                  <a:cubicBezTo>
                    <a:pt x="27" y="9"/>
                    <a:pt x="35" y="15"/>
                    <a:pt x="40" y="17"/>
                  </a:cubicBezTo>
                  <a:cubicBezTo>
                    <a:pt x="46" y="20"/>
                    <a:pt x="65" y="28"/>
                    <a:pt x="65" y="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5"/>
            <p:cNvSpPr>
              <a:spLocks/>
            </p:cNvSpPr>
            <p:nvPr/>
          </p:nvSpPr>
          <p:spPr bwMode="auto">
            <a:xfrm>
              <a:off x="2276476" y="3687763"/>
              <a:ext cx="331788" cy="263525"/>
            </a:xfrm>
            <a:custGeom>
              <a:avLst/>
              <a:gdLst/>
              <a:ahLst/>
              <a:cxnLst>
                <a:cxn ang="0">
                  <a:pos x="255" y="91"/>
                </a:cxn>
                <a:cxn ang="0">
                  <a:pos x="244" y="106"/>
                </a:cxn>
                <a:cxn ang="0">
                  <a:pos x="221" y="116"/>
                </a:cxn>
                <a:cxn ang="0">
                  <a:pos x="199" y="124"/>
                </a:cxn>
                <a:cxn ang="0">
                  <a:pos x="181" y="144"/>
                </a:cxn>
                <a:cxn ang="0">
                  <a:pos x="162" y="166"/>
                </a:cxn>
                <a:cxn ang="0">
                  <a:pos x="143" y="177"/>
                </a:cxn>
                <a:cxn ang="0">
                  <a:pos x="126" y="189"/>
                </a:cxn>
                <a:cxn ang="0">
                  <a:pos x="106" y="191"/>
                </a:cxn>
                <a:cxn ang="0">
                  <a:pos x="76" y="187"/>
                </a:cxn>
                <a:cxn ang="0">
                  <a:pos x="61" y="185"/>
                </a:cxn>
                <a:cxn ang="0">
                  <a:pos x="49" y="201"/>
                </a:cxn>
                <a:cxn ang="0">
                  <a:pos x="19" y="195"/>
                </a:cxn>
                <a:cxn ang="0">
                  <a:pos x="6" y="187"/>
                </a:cxn>
                <a:cxn ang="0">
                  <a:pos x="15" y="164"/>
                </a:cxn>
                <a:cxn ang="0">
                  <a:pos x="14" y="146"/>
                </a:cxn>
                <a:cxn ang="0">
                  <a:pos x="0" y="141"/>
                </a:cxn>
                <a:cxn ang="0">
                  <a:pos x="10" y="122"/>
                </a:cxn>
                <a:cxn ang="0">
                  <a:pos x="23" y="115"/>
                </a:cxn>
                <a:cxn ang="0">
                  <a:pos x="33" y="102"/>
                </a:cxn>
                <a:cxn ang="0">
                  <a:pos x="45" y="101"/>
                </a:cxn>
                <a:cxn ang="0">
                  <a:pos x="63" y="101"/>
                </a:cxn>
                <a:cxn ang="0">
                  <a:pos x="77" y="92"/>
                </a:cxn>
                <a:cxn ang="0">
                  <a:pos x="103" y="86"/>
                </a:cxn>
                <a:cxn ang="0">
                  <a:pos x="114" y="75"/>
                </a:cxn>
                <a:cxn ang="0">
                  <a:pos x="108" y="55"/>
                </a:cxn>
                <a:cxn ang="0">
                  <a:pos x="113" y="32"/>
                </a:cxn>
                <a:cxn ang="0">
                  <a:pos x="120" y="9"/>
                </a:cxn>
                <a:cxn ang="0">
                  <a:pos x="133" y="1"/>
                </a:cxn>
                <a:cxn ang="0">
                  <a:pos x="165" y="21"/>
                </a:cxn>
                <a:cxn ang="0">
                  <a:pos x="183" y="32"/>
                </a:cxn>
                <a:cxn ang="0">
                  <a:pos x="206" y="64"/>
                </a:cxn>
                <a:cxn ang="0">
                  <a:pos x="224" y="78"/>
                </a:cxn>
                <a:cxn ang="0">
                  <a:pos x="241" y="76"/>
                </a:cxn>
                <a:cxn ang="0">
                  <a:pos x="247" y="72"/>
                </a:cxn>
                <a:cxn ang="0">
                  <a:pos x="254" y="82"/>
                </a:cxn>
              </a:cxnLst>
              <a:rect l="0" t="0" r="r" b="b"/>
              <a:pathLst>
                <a:path w="256" h="203">
                  <a:moveTo>
                    <a:pt x="254" y="82"/>
                  </a:moveTo>
                  <a:cubicBezTo>
                    <a:pt x="255" y="84"/>
                    <a:pt x="256" y="89"/>
                    <a:pt x="255" y="91"/>
                  </a:cubicBezTo>
                  <a:cubicBezTo>
                    <a:pt x="255" y="93"/>
                    <a:pt x="251" y="95"/>
                    <a:pt x="250" y="97"/>
                  </a:cubicBezTo>
                  <a:cubicBezTo>
                    <a:pt x="248" y="99"/>
                    <a:pt x="246" y="104"/>
                    <a:pt x="244" y="106"/>
                  </a:cubicBezTo>
                  <a:cubicBezTo>
                    <a:pt x="242" y="108"/>
                    <a:pt x="236" y="110"/>
                    <a:pt x="234" y="111"/>
                  </a:cubicBezTo>
                  <a:cubicBezTo>
                    <a:pt x="231" y="112"/>
                    <a:pt x="224" y="115"/>
                    <a:pt x="221" y="116"/>
                  </a:cubicBezTo>
                  <a:cubicBezTo>
                    <a:pt x="218" y="117"/>
                    <a:pt x="213" y="120"/>
                    <a:pt x="211" y="121"/>
                  </a:cubicBezTo>
                  <a:cubicBezTo>
                    <a:pt x="208" y="122"/>
                    <a:pt x="202" y="123"/>
                    <a:pt x="199" y="124"/>
                  </a:cubicBezTo>
                  <a:cubicBezTo>
                    <a:pt x="197" y="126"/>
                    <a:pt x="193" y="130"/>
                    <a:pt x="191" y="132"/>
                  </a:cubicBezTo>
                  <a:cubicBezTo>
                    <a:pt x="189" y="135"/>
                    <a:pt x="184" y="141"/>
                    <a:pt x="181" y="144"/>
                  </a:cubicBezTo>
                  <a:cubicBezTo>
                    <a:pt x="179" y="146"/>
                    <a:pt x="174" y="151"/>
                    <a:pt x="172" y="154"/>
                  </a:cubicBezTo>
                  <a:cubicBezTo>
                    <a:pt x="170" y="157"/>
                    <a:pt x="165" y="163"/>
                    <a:pt x="162" y="166"/>
                  </a:cubicBezTo>
                  <a:cubicBezTo>
                    <a:pt x="160" y="168"/>
                    <a:pt x="155" y="171"/>
                    <a:pt x="152" y="172"/>
                  </a:cubicBezTo>
                  <a:cubicBezTo>
                    <a:pt x="150" y="174"/>
                    <a:pt x="145" y="176"/>
                    <a:pt x="143" y="177"/>
                  </a:cubicBezTo>
                  <a:cubicBezTo>
                    <a:pt x="140" y="178"/>
                    <a:pt x="135" y="181"/>
                    <a:pt x="132" y="183"/>
                  </a:cubicBezTo>
                  <a:cubicBezTo>
                    <a:pt x="130" y="184"/>
                    <a:pt x="127" y="187"/>
                    <a:pt x="126" y="189"/>
                  </a:cubicBezTo>
                  <a:cubicBezTo>
                    <a:pt x="124" y="190"/>
                    <a:pt x="120" y="192"/>
                    <a:pt x="117" y="192"/>
                  </a:cubicBezTo>
                  <a:cubicBezTo>
                    <a:pt x="114" y="193"/>
                    <a:pt x="109" y="191"/>
                    <a:pt x="106" y="191"/>
                  </a:cubicBezTo>
                  <a:cubicBezTo>
                    <a:pt x="102" y="190"/>
                    <a:pt x="96" y="188"/>
                    <a:pt x="92" y="188"/>
                  </a:cubicBezTo>
                  <a:cubicBezTo>
                    <a:pt x="88" y="187"/>
                    <a:pt x="80" y="188"/>
                    <a:pt x="76" y="187"/>
                  </a:cubicBezTo>
                  <a:cubicBezTo>
                    <a:pt x="73" y="187"/>
                    <a:pt x="69" y="184"/>
                    <a:pt x="66" y="184"/>
                  </a:cubicBezTo>
                  <a:cubicBezTo>
                    <a:pt x="65" y="184"/>
                    <a:pt x="62" y="184"/>
                    <a:pt x="61" y="185"/>
                  </a:cubicBezTo>
                  <a:cubicBezTo>
                    <a:pt x="59" y="186"/>
                    <a:pt x="56" y="189"/>
                    <a:pt x="55" y="190"/>
                  </a:cubicBezTo>
                  <a:cubicBezTo>
                    <a:pt x="53" y="193"/>
                    <a:pt x="52" y="200"/>
                    <a:pt x="49" y="201"/>
                  </a:cubicBezTo>
                  <a:cubicBezTo>
                    <a:pt x="45" y="203"/>
                    <a:pt x="37" y="198"/>
                    <a:pt x="34" y="198"/>
                  </a:cubicBezTo>
                  <a:cubicBezTo>
                    <a:pt x="30" y="197"/>
                    <a:pt x="23" y="195"/>
                    <a:pt x="19" y="195"/>
                  </a:cubicBezTo>
                  <a:cubicBezTo>
                    <a:pt x="15" y="194"/>
                    <a:pt x="7" y="198"/>
                    <a:pt x="4" y="195"/>
                  </a:cubicBezTo>
                  <a:cubicBezTo>
                    <a:pt x="3" y="194"/>
                    <a:pt x="5" y="189"/>
                    <a:pt x="6" y="187"/>
                  </a:cubicBezTo>
                  <a:cubicBezTo>
                    <a:pt x="6" y="184"/>
                    <a:pt x="9" y="178"/>
                    <a:pt x="11" y="175"/>
                  </a:cubicBezTo>
                  <a:cubicBezTo>
                    <a:pt x="12" y="173"/>
                    <a:pt x="15" y="167"/>
                    <a:pt x="15" y="164"/>
                  </a:cubicBezTo>
                  <a:cubicBezTo>
                    <a:pt x="16" y="161"/>
                    <a:pt x="16" y="155"/>
                    <a:pt x="16" y="152"/>
                  </a:cubicBezTo>
                  <a:cubicBezTo>
                    <a:pt x="16" y="150"/>
                    <a:pt x="15" y="147"/>
                    <a:pt x="14" y="146"/>
                  </a:cubicBezTo>
                  <a:cubicBezTo>
                    <a:pt x="12" y="145"/>
                    <a:pt x="9" y="145"/>
                    <a:pt x="7" y="144"/>
                  </a:cubicBezTo>
                  <a:cubicBezTo>
                    <a:pt x="5" y="143"/>
                    <a:pt x="1" y="142"/>
                    <a:pt x="0" y="141"/>
                  </a:cubicBezTo>
                  <a:cubicBezTo>
                    <a:pt x="0" y="139"/>
                    <a:pt x="2" y="135"/>
                    <a:pt x="3" y="134"/>
                  </a:cubicBezTo>
                  <a:cubicBezTo>
                    <a:pt x="4" y="131"/>
                    <a:pt x="7" y="124"/>
                    <a:pt x="10" y="122"/>
                  </a:cubicBezTo>
                  <a:cubicBezTo>
                    <a:pt x="12" y="121"/>
                    <a:pt x="18" y="121"/>
                    <a:pt x="20" y="120"/>
                  </a:cubicBezTo>
                  <a:cubicBezTo>
                    <a:pt x="21" y="119"/>
                    <a:pt x="22" y="116"/>
                    <a:pt x="23" y="115"/>
                  </a:cubicBezTo>
                  <a:cubicBezTo>
                    <a:pt x="24" y="113"/>
                    <a:pt x="27" y="110"/>
                    <a:pt x="28" y="108"/>
                  </a:cubicBezTo>
                  <a:cubicBezTo>
                    <a:pt x="29" y="106"/>
                    <a:pt x="31" y="103"/>
                    <a:pt x="33" y="102"/>
                  </a:cubicBezTo>
                  <a:cubicBezTo>
                    <a:pt x="34" y="101"/>
                    <a:pt x="38" y="100"/>
                    <a:pt x="40" y="100"/>
                  </a:cubicBezTo>
                  <a:cubicBezTo>
                    <a:pt x="41" y="100"/>
                    <a:pt x="44" y="100"/>
                    <a:pt x="45" y="101"/>
                  </a:cubicBezTo>
                  <a:cubicBezTo>
                    <a:pt x="48" y="101"/>
                    <a:pt x="53" y="101"/>
                    <a:pt x="56" y="101"/>
                  </a:cubicBezTo>
                  <a:cubicBezTo>
                    <a:pt x="58" y="101"/>
                    <a:pt x="62" y="101"/>
                    <a:pt x="63" y="101"/>
                  </a:cubicBezTo>
                  <a:cubicBezTo>
                    <a:pt x="65" y="100"/>
                    <a:pt x="68" y="96"/>
                    <a:pt x="70" y="95"/>
                  </a:cubicBezTo>
                  <a:cubicBezTo>
                    <a:pt x="72" y="94"/>
                    <a:pt x="72" y="94"/>
                    <a:pt x="77" y="92"/>
                  </a:cubicBezTo>
                  <a:cubicBezTo>
                    <a:pt x="81" y="91"/>
                    <a:pt x="87" y="91"/>
                    <a:pt x="90" y="90"/>
                  </a:cubicBezTo>
                  <a:cubicBezTo>
                    <a:pt x="93" y="89"/>
                    <a:pt x="99" y="87"/>
                    <a:pt x="103" y="86"/>
                  </a:cubicBezTo>
                  <a:cubicBezTo>
                    <a:pt x="105" y="85"/>
                    <a:pt x="109" y="84"/>
                    <a:pt x="111" y="82"/>
                  </a:cubicBezTo>
                  <a:cubicBezTo>
                    <a:pt x="112" y="81"/>
                    <a:pt x="114" y="77"/>
                    <a:pt x="114" y="75"/>
                  </a:cubicBezTo>
                  <a:cubicBezTo>
                    <a:pt x="115" y="72"/>
                    <a:pt x="115" y="65"/>
                    <a:pt x="114" y="62"/>
                  </a:cubicBezTo>
                  <a:cubicBezTo>
                    <a:pt x="113" y="60"/>
                    <a:pt x="109" y="57"/>
                    <a:pt x="108" y="55"/>
                  </a:cubicBezTo>
                  <a:cubicBezTo>
                    <a:pt x="107" y="52"/>
                    <a:pt x="107" y="46"/>
                    <a:pt x="108" y="43"/>
                  </a:cubicBezTo>
                  <a:cubicBezTo>
                    <a:pt x="108" y="40"/>
                    <a:pt x="111" y="35"/>
                    <a:pt x="113" y="32"/>
                  </a:cubicBezTo>
                  <a:cubicBezTo>
                    <a:pt x="114" y="31"/>
                    <a:pt x="117" y="29"/>
                    <a:pt x="117" y="27"/>
                  </a:cubicBezTo>
                  <a:cubicBezTo>
                    <a:pt x="119" y="23"/>
                    <a:pt x="118" y="13"/>
                    <a:pt x="120" y="9"/>
                  </a:cubicBezTo>
                  <a:cubicBezTo>
                    <a:pt x="121" y="6"/>
                    <a:pt x="129" y="1"/>
                    <a:pt x="129" y="1"/>
                  </a:cubicBezTo>
                  <a:cubicBezTo>
                    <a:pt x="129" y="1"/>
                    <a:pt x="132" y="0"/>
                    <a:pt x="133" y="1"/>
                  </a:cubicBezTo>
                  <a:cubicBezTo>
                    <a:pt x="137" y="2"/>
                    <a:pt x="144" y="8"/>
                    <a:pt x="147" y="10"/>
                  </a:cubicBezTo>
                  <a:cubicBezTo>
                    <a:pt x="152" y="13"/>
                    <a:pt x="161" y="18"/>
                    <a:pt x="165" y="21"/>
                  </a:cubicBezTo>
                  <a:cubicBezTo>
                    <a:pt x="169" y="23"/>
                    <a:pt x="177" y="28"/>
                    <a:pt x="181" y="30"/>
                  </a:cubicBezTo>
                  <a:cubicBezTo>
                    <a:pt x="182" y="31"/>
                    <a:pt x="183" y="31"/>
                    <a:pt x="183" y="32"/>
                  </a:cubicBezTo>
                  <a:cubicBezTo>
                    <a:pt x="188" y="35"/>
                    <a:pt x="196" y="45"/>
                    <a:pt x="200" y="50"/>
                  </a:cubicBezTo>
                  <a:cubicBezTo>
                    <a:pt x="202" y="53"/>
                    <a:pt x="204" y="61"/>
                    <a:pt x="206" y="64"/>
                  </a:cubicBezTo>
                  <a:cubicBezTo>
                    <a:pt x="209" y="66"/>
                    <a:pt x="215" y="69"/>
                    <a:pt x="217" y="72"/>
                  </a:cubicBezTo>
                  <a:cubicBezTo>
                    <a:pt x="219" y="73"/>
                    <a:pt x="222" y="77"/>
                    <a:pt x="224" y="78"/>
                  </a:cubicBezTo>
                  <a:cubicBezTo>
                    <a:pt x="226" y="79"/>
                    <a:pt x="232" y="79"/>
                    <a:pt x="234" y="78"/>
                  </a:cubicBezTo>
                  <a:cubicBezTo>
                    <a:pt x="236" y="78"/>
                    <a:pt x="240" y="77"/>
                    <a:pt x="241" y="76"/>
                  </a:cubicBezTo>
                  <a:cubicBezTo>
                    <a:pt x="242" y="75"/>
                    <a:pt x="242" y="72"/>
                    <a:pt x="243" y="72"/>
                  </a:cubicBezTo>
                  <a:cubicBezTo>
                    <a:pt x="244" y="71"/>
                    <a:pt x="246" y="71"/>
                    <a:pt x="247" y="72"/>
                  </a:cubicBezTo>
                  <a:cubicBezTo>
                    <a:pt x="249" y="72"/>
                    <a:pt x="253" y="74"/>
                    <a:pt x="254" y="75"/>
                  </a:cubicBezTo>
                  <a:cubicBezTo>
                    <a:pt x="255" y="77"/>
                    <a:pt x="254" y="80"/>
                    <a:pt x="254" y="8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6"/>
            <p:cNvSpPr>
              <a:spLocks/>
            </p:cNvSpPr>
            <p:nvPr/>
          </p:nvSpPr>
          <p:spPr bwMode="auto">
            <a:xfrm>
              <a:off x="2751138" y="2441576"/>
              <a:ext cx="676275" cy="463550"/>
            </a:xfrm>
            <a:custGeom>
              <a:avLst/>
              <a:gdLst/>
              <a:ahLst/>
              <a:cxnLst>
                <a:cxn ang="0">
                  <a:pos x="520" y="108"/>
                </a:cxn>
                <a:cxn ang="0">
                  <a:pos x="507" y="130"/>
                </a:cxn>
                <a:cxn ang="0">
                  <a:pos x="490" y="132"/>
                </a:cxn>
                <a:cxn ang="0">
                  <a:pos x="473" y="140"/>
                </a:cxn>
                <a:cxn ang="0">
                  <a:pos x="458" y="153"/>
                </a:cxn>
                <a:cxn ang="0">
                  <a:pos x="449" y="171"/>
                </a:cxn>
                <a:cxn ang="0">
                  <a:pos x="463" y="198"/>
                </a:cxn>
                <a:cxn ang="0">
                  <a:pos x="374" y="271"/>
                </a:cxn>
                <a:cxn ang="0">
                  <a:pos x="262" y="357"/>
                </a:cxn>
                <a:cxn ang="0">
                  <a:pos x="244" y="322"/>
                </a:cxn>
                <a:cxn ang="0">
                  <a:pos x="230" y="290"/>
                </a:cxn>
                <a:cxn ang="0">
                  <a:pos x="227" y="257"/>
                </a:cxn>
                <a:cxn ang="0">
                  <a:pos x="197" y="278"/>
                </a:cxn>
                <a:cxn ang="0">
                  <a:pos x="161" y="310"/>
                </a:cxn>
                <a:cxn ang="0">
                  <a:pos x="114" y="327"/>
                </a:cxn>
                <a:cxn ang="0">
                  <a:pos x="25" y="356"/>
                </a:cxn>
                <a:cxn ang="0">
                  <a:pos x="27" y="311"/>
                </a:cxn>
                <a:cxn ang="0">
                  <a:pos x="9" y="289"/>
                </a:cxn>
                <a:cxn ang="0">
                  <a:pos x="13" y="258"/>
                </a:cxn>
                <a:cxn ang="0">
                  <a:pos x="44" y="224"/>
                </a:cxn>
                <a:cxn ang="0">
                  <a:pos x="60" y="222"/>
                </a:cxn>
                <a:cxn ang="0">
                  <a:pos x="96" y="208"/>
                </a:cxn>
                <a:cxn ang="0">
                  <a:pos x="127" y="195"/>
                </a:cxn>
                <a:cxn ang="0">
                  <a:pos x="154" y="190"/>
                </a:cxn>
                <a:cxn ang="0">
                  <a:pos x="175" y="153"/>
                </a:cxn>
                <a:cxn ang="0">
                  <a:pos x="195" y="145"/>
                </a:cxn>
                <a:cxn ang="0">
                  <a:pos x="205" y="135"/>
                </a:cxn>
                <a:cxn ang="0">
                  <a:pos x="194" y="125"/>
                </a:cxn>
                <a:cxn ang="0">
                  <a:pos x="197" y="112"/>
                </a:cxn>
                <a:cxn ang="0">
                  <a:pos x="212" y="106"/>
                </a:cxn>
                <a:cxn ang="0">
                  <a:pos x="217" y="90"/>
                </a:cxn>
                <a:cxn ang="0">
                  <a:pos x="234" y="88"/>
                </a:cxn>
                <a:cxn ang="0">
                  <a:pos x="249" y="78"/>
                </a:cxn>
                <a:cxn ang="0">
                  <a:pos x="245" y="63"/>
                </a:cxn>
                <a:cxn ang="0">
                  <a:pos x="257" y="51"/>
                </a:cxn>
                <a:cxn ang="0">
                  <a:pos x="275" y="49"/>
                </a:cxn>
                <a:cxn ang="0">
                  <a:pos x="300" y="32"/>
                </a:cxn>
                <a:cxn ang="0">
                  <a:pos x="333" y="2"/>
                </a:cxn>
                <a:cxn ang="0">
                  <a:pos x="358" y="11"/>
                </a:cxn>
                <a:cxn ang="0">
                  <a:pos x="366" y="45"/>
                </a:cxn>
                <a:cxn ang="0">
                  <a:pos x="354" y="70"/>
                </a:cxn>
                <a:cxn ang="0">
                  <a:pos x="369" y="77"/>
                </a:cxn>
                <a:cxn ang="0">
                  <a:pos x="396" y="64"/>
                </a:cxn>
                <a:cxn ang="0">
                  <a:pos x="444" y="52"/>
                </a:cxn>
                <a:cxn ang="0">
                  <a:pos x="470" y="55"/>
                </a:cxn>
                <a:cxn ang="0">
                  <a:pos x="518" y="83"/>
                </a:cxn>
              </a:cxnLst>
              <a:rect l="0" t="0" r="r" b="b"/>
              <a:pathLst>
                <a:path w="521" h="357">
                  <a:moveTo>
                    <a:pt x="521" y="95"/>
                  </a:moveTo>
                  <a:cubicBezTo>
                    <a:pt x="521" y="98"/>
                    <a:pt x="520" y="105"/>
                    <a:pt x="520" y="108"/>
                  </a:cubicBezTo>
                  <a:cubicBezTo>
                    <a:pt x="519" y="112"/>
                    <a:pt x="519" y="122"/>
                    <a:pt x="517" y="125"/>
                  </a:cubicBezTo>
                  <a:cubicBezTo>
                    <a:pt x="515" y="127"/>
                    <a:pt x="509" y="129"/>
                    <a:pt x="507" y="130"/>
                  </a:cubicBezTo>
                  <a:cubicBezTo>
                    <a:pt x="505" y="130"/>
                    <a:pt x="501" y="131"/>
                    <a:pt x="498" y="131"/>
                  </a:cubicBezTo>
                  <a:cubicBezTo>
                    <a:pt x="496" y="132"/>
                    <a:pt x="493" y="131"/>
                    <a:pt x="490" y="132"/>
                  </a:cubicBezTo>
                  <a:cubicBezTo>
                    <a:pt x="488" y="133"/>
                    <a:pt x="485" y="134"/>
                    <a:pt x="482" y="135"/>
                  </a:cubicBezTo>
                  <a:cubicBezTo>
                    <a:pt x="479" y="136"/>
                    <a:pt x="476" y="138"/>
                    <a:pt x="473" y="140"/>
                  </a:cubicBezTo>
                  <a:cubicBezTo>
                    <a:pt x="471" y="142"/>
                    <a:pt x="467" y="144"/>
                    <a:pt x="464" y="146"/>
                  </a:cubicBezTo>
                  <a:cubicBezTo>
                    <a:pt x="462" y="148"/>
                    <a:pt x="459" y="150"/>
                    <a:pt x="458" y="153"/>
                  </a:cubicBezTo>
                  <a:cubicBezTo>
                    <a:pt x="456" y="155"/>
                    <a:pt x="455" y="159"/>
                    <a:pt x="453" y="162"/>
                  </a:cubicBezTo>
                  <a:cubicBezTo>
                    <a:pt x="452" y="165"/>
                    <a:pt x="450" y="169"/>
                    <a:pt x="449" y="171"/>
                  </a:cubicBezTo>
                  <a:cubicBezTo>
                    <a:pt x="447" y="174"/>
                    <a:pt x="444" y="178"/>
                    <a:pt x="444" y="181"/>
                  </a:cubicBezTo>
                  <a:cubicBezTo>
                    <a:pt x="446" y="187"/>
                    <a:pt x="463" y="198"/>
                    <a:pt x="463" y="198"/>
                  </a:cubicBezTo>
                  <a:cubicBezTo>
                    <a:pt x="400" y="248"/>
                    <a:pt x="400" y="248"/>
                    <a:pt x="400" y="248"/>
                  </a:cubicBezTo>
                  <a:cubicBezTo>
                    <a:pt x="374" y="271"/>
                    <a:pt x="374" y="271"/>
                    <a:pt x="374" y="271"/>
                  </a:cubicBezTo>
                  <a:cubicBezTo>
                    <a:pt x="347" y="293"/>
                    <a:pt x="347" y="293"/>
                    <a:pt x="347" y="293"/>
                  </a:cubicBezTo>
                  <a:cubicBezTo>
                    <a:pt x="262" y="357"/>
                    <a:pt x="262" y="357"/>
                    <a:pt x="262" y="357"/>
                  </a:cubicBezTo>
                  <a:cubicBezTo>
                    <a:pt x="262" y="357"/>
                    <a:pt x="257" y="335"/>
                    <a:pt x="253" y="329"/>
                  </a:cubicBezTo>
                  <a:cubicBezTo>
                    <a:pt x="251" y="327"/>
                    <a:pt x="245" y="325"/>
                    <a:pt x="244" y="322"/>
                  </a:cubicBezTo>
                  <a:cubicBezTo>
                    <a:pt x="241" y="317"/>
                    <a:pt x="245" y="302"/>
                    <a:pt x="241" y="297"/>
                  </a:cubicBezTo>
                  <a:cubicBezTo>
                    <a:pt x="240" y="294"/>
                    <a:pt x="231" y="293"/>
                    <a:pt x="230" y="290"/>
                  </a:cubicBezTo>
                  <a:cubicBezTo>
                    <a:pt x="229" y="287"/>
                    <a:pt x="235" y="280"/>
                    <a:pt x="235" y="276"/>
                  </a:cubicBezTo>
                  <a:cubicBezTo>
                    <a:pt x="235" y="271"/>
                    <a:pt x="232" y="259"/>
                    <a:pt x="227" y="257"/>
                  </a:cubicBezTo>
                  <a:cubicBezTo>
                    <a:pt x="224" y="255"/>
                    <a:pt x="218" y="259"/>
                    <a:pt x="216" y="261"/>
                  </a:cubicBezTo>
                  <a:cubicBezTo>
                    <a:pt x="210" y="264"/>
                    <a:pt x="202" y="274"/>
                    <a:pt x="197" y="278"/>
                  </a:cubicBezTo>
                  <a:cubicBezTo>
                    <a:pt x="192" y="283"/>
                    <a:pt x="179" y="289"/>
                    <a:pt x="174" y="293"/>
                  </a:cubicBezTo>
                  <a:cubicBezTo>
                    <a:pt x="170" y="297"/>
                    <a:pt x="166" y="307"/>
                    <a:pt x="161" y="310"/>
                  </a:cubicBezTo>
                  <a:cubicBezTo>
                    <a:pt x="155" y="314"/>
                    <a:pt x="141" y="315"/>
                    <a:pt x="134" y="317"/>
                  </a:cubicBezTo>
                  <a:cubicBezTo>
                    <a:pt x="129" y="319"/>
                    <a:pt x="119" y="324"/>
                    <a:pt x="114" y="327"/>
                  </a:cubicBezTo>
                  <a:cubicBezTo>
                    <a:pt x="106" y="331"/>
                    <a:pt x="91" y="344"/>
                    <a:pt x="82" y="348"/>
                  </a:cubicBezTo>
                  <a:cubicBezTo>
                    <a:pt x="69" y="353"/>
                    <a:pt x="25" y="356"/>
                    <a:pt x="25" y="356"/>
                  </a:cubicBezTo>
                  <a:cubicBezTo>
                    <a:pt x="25" y="356"/>
                    <a:pt x="25" y="338"/>
                    <a:pt x="25" y="332"/>
                  </a:cubicBezTo>
                  <a:cubicBezTo>
                    <a:pt x="25" y="327"/>
                    <a:pt x="29" y="316"/>
                    <a:pt x="27" y="311"/>
                  </a:cubicBezTo>
                  <a:cubicBezTo>
                    <a:pt x="26" y="308"/>
                    <a:pt x="20" y="305"/>
                    <a:pt x="18" y="302"/>
                  </a:cubicBezTo>
                  <a:cubicBezTo>
                    <a:pt x="16" y="299"/>
                    <a:pt x="11" y="292"/>
                    <a:pt x="9" y="289"/>
                  </a:cubicBezTo>
                  <a:cubicBezTo>
                    <a:pt x="7" y="286"/>
                    <a:pt x="0" y="281"/>
                    <a:pt x="0" y="278"/>
                  </a:cubicBezTo>
                  <a:cubicBezTo>
                    <a:pt x="0" y="272"/>
                    <a:pt x="10" y="263"/>
                    <a:pt x="13" y="258"/>
                  </a:cubicBezTo>
                  <a:cubicBezTo>
                    <a:pt x="18" y="252"/>
                    <a:pt x="28" y="241"/>
                    <a:pt x="33" y="236"/>
                  </a:cubicBezTo>
                  <a:cubicBezTo>
                    <a:pt x="36" y="233"/>
                    <a:pt x="40" y="225"/>
                    <a:pt x="44" y="224"/>
                  </a:cubicBezTo>
                  <a:cubicBezTo>
                    <a:pt x="46" y="223"/>
                    <a:pt x="49" y="225"/>
                    <a:pt x="50" y="225"/>
                  </a:cubicBezTo>
                  <a:cubicBezTo>
                    <a:pt x="53" y="225"/>
                    <a:pt x="57" y="223"/>
                    <a:pt x="60" y="222"/>
                  </a:cubicBezTo>
                  <a:cubicBezTo>
                    <a:pt x="64" y="220"/>
                    <a:pt x="72" y="217"/>
                    <a:pt x="76" y="216"/>
                  </a:cubicBezTo>
                  <a:cubicBezTo>
                    <a:pt x="81" y="214"/>
                    <a:pt x="91" y="210"/>
                    <a:pt x="96" y="208"/>
                  </a:cubicBezTo>
                  <a:cubicBezTo>
                    <a:pt x="102" y="206"/>
                    <a:pt x="112" y="203"/>
                    <a:pt x="118" y="200"/>
                  </a:cubicBezTo>
                  <a:cubicBezTo>
                    <a:pt x="120" y="199"/>
                    <a:pt x="125" y="196"/>
                    <a:pt x="127" y="195"/>
                  </a:cubicBezTo>
                  <a:cubicBezTo>
                    <a:pt x="132" y="194"/>
                    <a:pt x="143" y="196"/>
                    <a:pt x="147" y="194"/>
                  </a:cubicBezTo>
                  <a:cubicBezTo>
                    <a:pt x="149" y="194"/>
                    <a:pt x="153" y="191"/>
                    <a:pt x="154" y="190"/>
                  </a:cubicBezTo>
                  <a:cubicBezTo>
                    <a:pt x="157" y="186"/>
                    <a:pt x="162" y="178"/>
                    <a:pt x="164" y="173"/>
                  </a:cubicBezTo>
                  <a:cubicBezTo>
                    <a:pt x="167" y="168"/>
                    <a:pt x="171" y="157"/>
                    <a:pt x="175" y="153"/>
                  </a:cubicBezTo>
                  <a:cubicBezTo>
                    <a:pt x="177" y="150"/>
                    <a:pt x="183" y="147"/>
                    <a:pt x="187" y="146"/>
                  </a:cubicBezTo>
                  <a:cubicBezTo>
                    <a:pt x="189" y="145"/>
                    <a:pt x="193" y="146"/>
                    <a:pt x="195" y="145"/>
                  </a:cubicBezTo>
                  <a:cubicBezTo>
                    <a:pt x="198" y="145"/>
                    <a:pt x="203" y="144"/>
                    <a:pt x="204" y="142"/>
                  </a:cubicBezTo>
                  <a:cubicBezTo>
                    <a:pt x="205" y="140"/>
                    <a:pt x="205" y="137"/>
                    <a:pt x="205" y="135"/>
                  </a:cubicBezTo>
                  <a:cubicBezTo>
                    <a:pt x="205" y="133"/>
                    <a:pt x="204" y="130"/>
                    <a:pt x="203" y="128"/>
                  </a:cubicBezTo>
                  <a:cubicBezTo>
                    <a:pt x="201" y="127"/>
                    <a:pt x="195" y="127"/>
                    <a:pt x="194" y="125"/>
                  </a:cubicBezTo>
                  <a:cubicBezTo>
                    <a:pt x="193" y="124"/>
                    <a:pt x="194" y="120"/>
                    <a:pt x="194" y="119"/>
                  </a:cubicBezTo>
                  <a:cubicBezTo>
                    <a:pt x="194" y="117"/>
                    <a:pt x="195" y="113"/>
                    <a:pt x="197" y="112"/>
                  </a:cubicBezTo>
                  <a:cubicBezTo>
                    <a:pt x="199" y="110"/>
                    <a:pt x="206" y="113"/>
                    <a:pt x="209" y="112"/>
                  </a:cubicBezTo>
                  <a:cubicBezTo>
                    <a:pt x="210" y="111"/>
                    <a:pt x="212" y="108"/>
                    <a:pt x="212" y="106"/>
                  </a:cubicBezTo>
                  <a:cubicBezTo>
                    <a:pt x="213" y="105"/>
                    <a:pt x="215" y="102"/>
                    <a:pt x="215" y="100"/>
                  </a:cubicBezTo>
                  <a:cubicBezTo>
                    <a:pt x="216" y="98"/>
                    <a:pt x="216" y="92"/>
                    <a:pt x="217" y="90"/>
                  </a:cubicBezTo>
                  <a:cubicBezTo>
                    <a:pt x="218" y="89"/>
                    <a:pt x="220" y="87"/>
                    <a:pt x="221" y="87"/>
                  </a:cubicBezTo>
                  <a:cubicBezTo>
                    <a:pt x="224" y="86"/>
                    <a:pt x="231" y="88"/>
                    <a:pt x="234" y="88"/>
                  </a:cubicBezTo>
                  <a:cubicBezTo>
                    <a:pt x="237" y="87"/>
                    <a:pt x="243" y="87"/>
                    <a:pt x="246" y="85"/>
                  </a:cubicBezTo>
                  <a:cubicBezTo>
                    <a:pt x="247" y="83"/>
                    <a:pt x="249" y="80"/>
                    <a:pt x="249" y="78"/>
                  </a:cubicBezTo>
                  <a:cubicBezTo>
                    <a:pt x="249" y="74"/>
                    <a:pt x="241" y="67"/>
                    <a:pt x="242" y="64"/>
                  </a:cubicBezTo>
                  <a:cubicBezTo>
                    <a:pt x="242" y="63"/>
                    <a:pt x="245" y="63"/>
                    <a:pt x="245" y="63"/>
                  </a:cubicBezTo>
                  <a:cubicBezTo>
                    <a:pt x="248" y="62"/>
                    <a:pt x="250" y="60"/>
                    <a:pt x="252" y="58"/>
                  </a:cubicBezTo>
                  <a:cubicBezTo>
                    <a:pt x="254" y="56"/>
                    <a:pt x="255" y="53"/>
                    <a:pt x="257" y="51"/>
                  </a:cubicBezTo>
                  <a:cubicBezTo>
                    <a:pt x="258" y="50"/>
                    <a:pt x="260" y="49"/>
                    <a:pt x="262" y="48"/>
                  </a:cubicBezTo>
                  <a:cubicBezTo>
                    <a:pt x="266" y="47"/>
                    <a:pt x="271" y="50"/>
                    <a:pt x="275" y="49"/>
                  </a:cubicBezTo>
                  <a:cubicBezTo>
                    <a:pt x="278" y="48"/>
                    <a:pt x="282" y="44"/>
                    <a:pt x="285" y="42"/>
                  </a:cubicBezTo>
                  <a:cubicBezTo>
                    <a:pt x="290" y="39"/>
                    <a:pt x="296" y="35"/>
                    <a:pt x="300" y="32"/>
                  </a:cubicBezTo>
                  <a:cubicBezTo>
                    <a:pt x="304" y="29"/>
                    <a:pt x="309" y="24"/>
                    <a:pt x="312" y="21"/>
                  </a:cubicBezTo>
                  <a:cubicBezTo>
                    <a:pt x="319" y="16"/>
                    <a:pt x="333" y="2"/>
                    <a:pt x="333" y="2"/>
                  </a:cubicBezTo>
                  <a:cubicBezTo>
                    <a:pt x="333" y="2"/>
                    <a:pt x="345" y="0"/>
                    <a:pt x="349" y="2"/>
                  </a:cubicBezTo>
                  <a:cubicBezTo>
                    <a:pt x="352" y="3"/>
                    <a:pt x="358" y="11"/>
                    <a:pt x="358" y="11"/>
                  </a:cubicBezTo>
                  <a:cubicBezTo>
                    <a:pt x="358" y="11"/>
                    <a:pt x="363" y="21"/>
                    <a:pt x="364" y="24"/>
                  </a:cubicBezTo>
                  <a:cubicBezTo>
                    <a:pt x="365" y="30"/>
                    <a:pt x="366" y="40"/>
                    <a:pt x="366" y="45"/>
                  </a:cubicBezTo>
                  <a:cubicBezTo>
                    <a:pt x="365" y="49"/>
                    <a:pt x="363" y="57"/>
                    <a:pt x="362" y="60"/>
                  </a:cubicBezTo>
                  <a:cubicBezTo>
                    <a:pt x="360" y="63"/>
                    <a:pt x="355" y="67"/>
                    <a:pt x="354" y="70"/>
                  </a:cubicBezTo>
                  <a:cubicBezTo>
                    <a:pt x="353" y="73"/>
                    <a:pt x="353" y="81"/>
                    <a:pt x="356" y="83"/>
                  </a:cubicBezTo>
                  <a:cubicBezTo>
                    <a:pt x="359" y="85"/>
                    <a:pt x="366" y="79"/>
                    <a:pt x="369" y="77"/>
                  </a:cubicBezTo>
                  <a:cubicBezTo>
                    <a:pt x="372" y="76"/>
                    <a:pt x="378" y="73"/>
                    <a:pt x="381" y="72"/>
                  </a:cubicBezTo>
                  <a:cubicBezTo>
                    <a:pt x="385" y="70"/>
                    <a:pt x="392" y="66"/>
                    <a:pt x="396" y="64"/>
                  </a:cubicBezTo>
                  <a:cubicBezTo>
                    <a:pt x="401" y="62"/>
                    <a:pt x="409" y="57"/>
                    <a:pt x="414" y="56"/>
                  </a:cubicBezTo>
                  <a:cubicBezTo>
                    <a:pt x="421" y="53"/>
                    <a:pt x="436" y="52"/>
                    <a:pt x="444" y="52"/>
                  </a:cubicBezTo>
                  <a:cubicBezTo>
                    <a:pt x="449" y="51"/>
                    <a:pt x="459" y="50"/>
                    <a:pt x="464" y="51"/>
                  </a:cubicBezTo>
                  <a:cubicBezTo>
                    <a:pt x="466" y="52"/>
                    <a:pt x="469" y="54"/>
                    <a:pt x="470" y="55"/>
                  </a:cubicBezTo>
                  <a:cubicBezTo>
                    <a:pt x="476" y="59"/>
                    <a:pt x="489" y="65"/>
                    <a:pt x="495" y="68"/>
                  </a:cubicBezTo>
                  <a:cubicBezTo>
                    <a:pt x="501" y="72"/>
                    <a:pt x="514" y="78"/>
                    <a:pt x="518" y="83"/>
                  </a:cubicBezTo>
                  <a:cubicBezTo>
                    <a:pt x="520" y="86"/>
                    <a:pt x="521" y="92"/>
                    <a:pt x="521" y="95"/>
                  </a:cubicBezTo>
                  <a:close/>
                </a:path>
              </a:pathLst>
            </a:custGeom>
            <a:solidFill>
              <a:schemeClr val="accent4"/>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7"/>
            <p:cNvSpPr>
              <a:spLocks noEditPoints="1"/>
            </p:cNvSpPr>
            <p:nvPr/>
          </p:nvSpPr>
          <p:spPr bwMode="auto">
            <a:xfrm>
              <a:off x="2378076" y="2771776"/>
              <a:ext cx="1204913" cy="1120775"/>
            </a:xfrm>
            <a:custGeom>
              <a:avLst/>
              <a:gdLst/>
              <a:ahLst/>
              <a:cxnLst>
                <a:cxn ang="0">
                  <a:pos x="908" y="542"/>
                </a:cxn>
                <a:cxn ang="0">
                  <a:pos x="883" y="586"/>
                </a:cxn>
                <a:cxn ang="0">
                  <a:pos x="897" y="656"/>
                </a:cxn>
                <a:cxn ang="0">
                  <a:pos x="873" y="718"/>
                </a:cxn>
                <a:cxn ang="0">
                  <a:pos x="837" y="794"/>
                </a:cxn>
                <a:cxn ang="0">
                  <a:pos x="749" y="862"/>
                </a:cxn>
                <a:cxn ang="0">
                  <a:pos x="716" y="784"/>
                </a:cxn>
                <a:cxn ang="0">
                  <a:pos x="700" y="738"/>
                </a:cxn>
                <a:cxn ang="0">
                  <a:pos x="675" y="686"/>
                </a:cxn>
                <a:cxn ang="0">
                  <a:pos x="647" y="643"/>
                </a:cxn>
                <a:cxn ang="0">
                  <a:pos x="571" y="590"/>
                </a:cxn>
                <a:cxn ang="0">
                  <a:pos x="115" y="657"/>
                </a:cxn>
                <a:cxn ang="0">
                  <a:pos x="98" y="666"/>
                </a:cxn>
                <a:cxn ang="0">
                  <a:pos x="103" y="734"/>
                </a:cxn>
                <a:cxn ang="0">
                  <a:pos x="60" y="688"/>
                </a:cxn>
                <a:cxn ang="0">
                  <a:pos x="18" y="607"/>
                </a:cxn>
                <a:cxn ang="0">
                  <a:pos x="19" y="527"/>
                </a:cxn>
                <a:cxn ang="0">
                  <a:pos x="60" y="450"/>
                </a:cxn>
                <a:cxn ang="0">
                  <a:pos x="94" y="358"/>
                </a:cxn>
                <a:cxn ang="0">
                  <a:pos x="222" y="256"/>
                </a:cxn>
                <a:cxn ang="0">
                  <a:pos x="287" y="208"/>
                </a:cxn>
                <a:cxn ang="0">
                  <a:pos x="286" y="159"/>
                </a:cxn>
                <a:cxn ang="0">
                  <a:pos x="300" y="114"/>
                </a:cxn>
                <a:cxn ang="0">
                  <a:pos x="448" y="55"/>
                </a:cxn>
                <a:cxn ang="0">
                  <a:pos x="522" y="21"/>
                </a:cxn>
                <a:cxn ang="0">
                  <a:pos x="549" y="101"/>
                </a:cxn>
                <a:cxn ang="0">
                  <a:pos x="582" y="172"/>
                </a:cxn>
                <a:cxn ang="0">
                  <a:pos x="633" y="174"/>
                </a:cxn>
                <a:cxn ang="0">
                  <a:pos x="668" y="145"/>
                </a:cxn>
                <a:cxn ang="0">
                  <a:pos x="650" y="140"/>
                </a:cxn>
                <a:cxn ang="0">
                  <a:pos x="663" y="72"/>
                </a:cxn>
                <a:cxn ang="0">
                  <a:pos x="652" y="54"/>
                </a:cxn>
                <a:cxn ang="0">
                  <a:pos x="710" y="72"/>
                </a:cxn>
                <a:cxn ang="0">
                  <a:pos x="708" y="138"/>
                </a:cxn>
                <a:cxn ang="0">
                  <a:pos x="673" y="210"/>
                </a:cxn>
                <a:cxn ang="0">
                  <a:pos x="628" y="306"/>
                </a:cxn>
                <a:cxn ang="0">
                  <a:pos x="589" y="317"/>
                </a:cxn>
                <a:cxn ang="0">
                  <a:pos x="574" y="404"/>
                </a:cxn>
                <a:cxn ang="0">
                  <a:pos x="611" y="406"/>
                </a:cxn>
                <a:cxn ang="0">
                  <a:pos x="658" y="425"/>
                </a:cxn>
                <a:cxn ang="0">
                  <a:pos x="629" y="455"/>
                </a:cxn>
                <a:cxn ang="0">
                  <a:pos x="589" y="456"/>
                </a:cxn>
                <a:cxn ang="0">
                  <a:pos x="603" y="500"/>
                </a:cxn>
                <a:cxn ang="0">
                  <a:pos x="655" y="474"/>
                </a:cxn>
                <a:cxn ang="0">
                  <a:pos x="710" y="520"/>
                </a:cxn>
                <a:cxn ang="0">
                  <a:pos x="744" y="555"/>
                </a:cxn>
                <a:cxn ang="0">
                  <a:pos x="812" y="507"/>
                </a:cxn>
                <a:cxn ang="0">
                  <a:pos x="870" y="457"/>
                </a:cxn>
                <a:cxn ang="0">
                  <a:pos x="925" y="478"/>
                </a:cxn>
                <a:cxn ang="0">
                  <a:pos x="617" y="182"/>
                </a:cxn>
                <a:cxn ang="0">
                  <a:pos x="608" y="230"/>
                </a:cxn>
                <a:cxn ang="0">
                  <a:pos x="599" y="231"/>
                </a:cxn>
                <a:cxn ang="0">
                  <a:pos x="592" y="241"/>
                </a:cxn>
                <a:cxn ang="0">
                  <a:pos x="546" y="236"/>
                </a:cxn>
              </a:cxnLst>
              <a:rect l="0" t="0" r="r" b="b"/>
              <a:pathLst>
                <a:path w="927" h="862">
                  <a:moveTo>
                    <a:pt x="925" y="478"/>
                  </a:moveTo>
                  <a:cubicBezTo>
                    <a:pt x="925" y="483"/>
                    <a:pt x="927" y="493"/>
                    <a:pt x="926" y="498"/>
                  </a:cubicBezTo>
                  <a:cubicBezTo>
                    <a:pt x="925" y="501"/>
                    <a:pt x="920" y="507"/>
                    <a:pt x="918" y="509"/>
                  </a:cubicBezTo>
                  <a:cubicBezTo>
                    <a:pt x="915" y="513"/>
                    <a:pt x="908" y="519"/>
                    <a:pt x="907" y="524"/>
                  </a:cubicBezTo>
                  <a:cubicBezTo>
                    <a:pt x="905" y="528"/>
                    <a:pt x="909" y="539"/>
                    <a:pt x="908" y="542"/>
                  </a:cubicBezTo>
                  <a:cubicBezTo>
                    <a:pt x="908" y="546"/>
                    <a:pt x="910" y="554"/>
                    <a:pt x="908" y="558"/>
                  </a:cubicBezTo>
                  <a:cubicBezTo>
                    <a:pt x="907" y="561"/>
                    <a:pt x="902" y="565"/>
                    <a:pt x="900" y="566"/>
                  </a:cubicBezTo>
                  <a:cubicBezTo>
                    <a:pt x="897" y="568"/>
                    <a:pt x="890" y="567"/>
                    <a:pt x="887" y="568"/>
                  </a:cubicBezTo>
                  <a:cubicBezTo>
                    <a:pt x="885" y="569"/>
                    <a:pt x="883" y="572"/>
                    <a:pt x="882" y="574"/>
                  </a:cubicBezTo>
                  <a:cubicBezTo>
                    <a:pt x="882" y="577"/>
                    <a:pt x="882" y="583"/>
                    <a:pt x="883" y="586"/>
                  </a:cubicBezTo>
                  <a:cubicBezTo>
                    <a:pt x="884" y="589"/>
                    <a:pt x="889" y="594"/>
                    <a:pt x="891" y="597"/>
                  </a:cubicBezTo>
                  <a:cubicBezTo>
                    <a:pt x="891" y="600"/>
                    <a:pt x="892" y="606"/>
                    <a:pt x="891" y="609"/>
                  </a:cubicBezTo>
                  <a:cubicBezTo>
                    <a:pt x="890" y="612"/>
                    <a:pt x="886" y="617"/>
                    <a:pt x="885" y="620"/>
                  </a:cubicBezTo>
                  <a:cubicBezTo>
                    <a:pt x="883" y="626"/>
                    <a:pt x="882" y="640"/>
                    <a:pt x="885" y="646"/>
                  </a:cubicBezTo>
                  <a:cubicBezTo>
                    <a:pt x="887" y="649"/>
                    <a:pt x="895" y="653"/>
                    <a:pt x="897" y="656"/>
                  </a:cubicBezTo>
                  <a:cubicBezTo>
                    <a:pt x="898" y="658"/>
                    <a:pt x="896" y="664"/>
                    <a:pt x="896" y="666"/>
                  </a:cubicBezTo>
                  <a:cubicBezTo>
                    <a:pt x="897" y="672"/>
                    <a:pt x="901" y="683"/>
                    <a:pt x="901" y="688"/>
                  </a:cubicBezTo>
                  <a:cubicBezTo>
                    <a:pt x="901" y="691"/>
                    <a:pt x="897" y="698"/>
                    <a:pt x="897" y="698"/>
                  </a:cubicBezTo>
                  <a:cubicBezTo>
                    <a:pt x="897" y="698"/>
                    <a:pt x="886" y="706"/>
                    <a:pt x="882" y="709"/>
                  </a:cubicBezTo>
                  <a:cubicBezTo>
                    <a:pt x="880" y="711"/>
                    <a:pt x="873" y="715"/>
                    <a:pt x="873" y="718"/>
                  </a:cubicBezTo>
                  <a:cubicBezTo>
                    <a:pt x="872" y="722"/>
                    <a:pt x="880" y="730"/>
                    <a:pt x="880" y="734"/>
                  </a:cubicBezTo>
                  <a:cubicBezTo>
                    <a:pt x="880" y="737"/>
                    <a:pt x="875" y="743"/>
                    <a:pt x="874" y="745"/>
                  </a:cubicBezTo>
                  <a:cubicBezTo>
                    <a:pt x="872" y="749"/>
                    <a:pt x="869" y="755"/>
                    <a:pt x="867" y="758"/>
                  </a:cubicBezTo>
                  <a:cubicBezTo>
                    <a:pt x="864" y="764"/>
                    <a:pt x="857" y="774"/>
                    <a:pt x="853" y="778"/>
                  </a:cubicBezTo>
                  <a:cubicBezTo>
                    <a:pt x="850" y="783"/>
                    <a:pt x="841" y="790"/>
                    <a:pt x="837" y="794"/>
                  </a:cubicBezTo>
                  <a:cubicBezTo>
                    <a:pt x="831" y="799"/>
                    <a:pt x="821" y="809"/>
                    <a:pt x="816" y="814"/>
                  </a:cubicBezTo>
                  <a:cubicBezTo>
                    <a:pt x="811" y="818"/>
                    <a:pt x="801" y="826"/>
                    <a:pt x="796" y="830"/>
                  </a:cubicBezTo>
                  <a:cubicBezTo>
                    <a:pt x="790" y="834"/>
                    <a:pt x="777" y="841"/>
                    <a:pt x="771" y="845"/>
                  </a:cubicBezTo>
                  <a:cubicBezTo>
                    <a:pt x="766" y="848"/>
                    <a:pt x="756" y="855"/>
                    <a:pt x="751" y="859"/>
                  </a:cubicBezTo>
                  <a:cubicBezTo>
                    <a:pt x="750" y="860"/>
                    <a:pt x="749" y="862"/>
                    <a:pt x="749" y="862"/>
                  </a:cubicBezTo>
                  <a:cubicBezTo>
                    <a:pt x="741" y="860"/>
                    <a:pt x="741" y="846"/>
                    <a:pt x="739" y="838"/>
                  </a:cubicBezTo>
                  <a:cubicBezTo>
                    <a:pt x="738" y="836"/>
                    <a:pt x="738" y="832"/>
                    <a:pt x="738" y="830"/>
                  </a:cubicBezTo>
                  <a:cubicBezTo>
                    <a:pt x="737" y="824"/>
                    <a:pt x="737" y="816"/>
                    <a:pt x="735" y="811"/>
                  </a:cubicBezTo>
                  <a:cubicBezTo>
                    <a:pt x="733" y="806"/>
                    <a:pt x="727" y="800"/>
                    <a:pt x="723" y="795"/>
                  </a:cubicBezTo>
                  <a:cubicBezTo>
                    <a:pt x="721" y="792"/>
                    <a:pt x="719" y="787"/>
                    <a:pt x="716" y="784"/>
                  </a:cubicBezTo>
                  <a:cubicBezTo>
                    <a:pt x="714" y="783"/>
                    <a:pt x="711" y="782"/>
                    <a:pt x="710" y="780"/>
                  </a:cubicBezTo>
                  <a:cubicBezTo>
                    <a:pt x="707" y="777"/>
                    <a:pt x="706" y="772"/>
                    <a:pt x="704" y="769"/>
                  </a:cubicBezTo>
                  <a:cubicBezTo>
                    <a:pt x="703" y="765"/>
                    <a:pt x="701" y="761"/>
                    <a:pt x="700" y="758"/>
                  </a:cubicBezTo>
                  <a:cubicBezTo>
                    <a:pt x="700" y="754"/>
                    <a:pt x="700" y="750"/>
                    <a:pt x="700" y="746"/>
                  </a:cubicBezTo>
                  <a:cubicBezTo>
                    <a:pt x="700" y="744"/>
                    <a:pt x="701" y="740"/>
                    <a:pt x="700" y="738"/>
                  </a:cubicBezTo>
                  <a:cubicBezTo>
                    <a:pt x="700" y="735"/>
                    <a:pt x="698" y="731"/>
                    <a:pt x="697" y="728"/>
                  </a:cubicBezTo>
                  <a:cubicBezTo>
                    <a:pt x="696" y="724"/>
                    <a:pt x="693" y="719"/>
                    <a:pt x="691" y="715"/>
                  </a:cubicBezTo>
                  <a:cubicBezTo>
                    <a:pt x="690" y="712"/>
                    <a:pt x="688" y="708"/>
                    <a:pt x="687" y="706"/>
                  </a:cubicBezTo>
                  <a:cubicBezTo>
                    <a:pt x="685" y="703"/>
                    <a:pt x="682" y="701"/>
                    <a:pt x="681" y="699"/>
                  </a:cubicBezTo>
                  <a:cubicBezTo>
                    <a:pt x="679" y="695"/>
                    <a:pt x="677" y="690"/>
                    <a:pt x="675" y="686"/>
                  </a:cubicBezTo>
                  <a:cubicBezTo>
                    <a:pt x="673" y="682"/>
                    <a:pt x="669" y="678"/>
                    <a:pt x="665" y="675"/>
                  </a:cubicBezTo>
                  <a:cubicBezTo>
                    <a:pt x="663" y="672"/>
                    <a:pt x="659" y="671"/>
                    <a:pt x="657" y="669"/>
                  </a:cubicBezTo>
                  <a:cubicBezTo>
                    <a:pt x="655" y="667"/>
                    <a:pt x="654" y="664"/>
                    <a:pt x="654" y="662"/>
                  </a:cubicBezTo>
                  <a:cubicBezTo>
                    <a:pt x="652" y="658"/>
                    <a:pt x="650" y="654"/>
                    <a:pt x="649" y="650"/>
                  </a:cubicBezTo>
                  <a:cubicBezTo>
                    <a:pt x="648" y="648"/>
                    <a:pt x="648" y="645"/>
                    <a:pt x="647" y="643"/>
                  </a:cubicBezTo>
                  <a:cubicBezTo>
                    <a:pt x="645" y="640"/>
                    <a:pt x="642" y="638"/>
                    <a:pt x="640" y="636"/>
                  </a:cubicBezTo>
                  <a:cubicBezTo>
                    <a:pt x="638" y="634"/>
                    <a:pt x="635" y="630"/>
                    <a:pt x="633" y="628"/>
                  </a:cubicBezTo>
                  <a:cubicBezTo>
                    <a:pt x="632" y="627"/>
                    <a:pt x="630" y="623"/>
                    <a:pt x="629" y="622"/>
                  </a:cubicBezTo>
                  <a:cubicBezTo>
                    <a:pt x="626" y="616"/>
                    <a:pt x="624" y="599"/>
                    <a:pt x="618" y="594"/>
                  </a:cubicBezTo>
                  <a:cubicBezTo>
                    <a:pt x="608" y="587"/>
                    <a:pt x="571" y="590"/>
                    <a:pt x="571" y="590"/>
                  </a:cubicBezTo>
                  <a:cubicBezTo>
                    <a:pt x="571" y="590"/>
                    <a:pt x="483" y="567"/>
                    <a:pt x="453" y="565"/>
                  </a:cubicBezTo>
                  <a:cubicBezTo>
                    <a:pt x="423" y="562"/>
                    <a:pt x="362" y="565"/>
                    <a:pt x="333" y="570"/>
                  </a:cubicBezTo>
                  <a:cubicBezTo>
                    <a:pt x="299" y="577"/>
                    <a:pt x="233" y="600"/>
                    <a:pt x="202" y="617"/>
                  </a:cubicBezTo>
                  <a:cubicBezTo>
                    <a:pt x="185" y="627"/>
                    <a:pt x="140" y="668"/>
                    <a:pt x="140" y="668"/>
                  </a:cubicBezTo>
                  <a:cubicBezTo>
                    <a:pt x="140" y="668"/>
                    <a:pt x="121" y="660"/>
                    <a:pt x="115" y="657"/>
                  </a:cubicBezTo>
                  <a:cubicBezTo>
                    <a:pt x="110" y="655"/>
                    <a:pt x="102" y="649"/>
                    <a:pt x="97" y="647"/>
                  </a:cubicBezTo>
                  <a:cubicBezTo>
                    <a:pt x="93" y="645"/>
                    <a:pt x="84" y="640"/>
                    <a:pt x="80" y="642"/>
                  </a:cubicBezTo>
                  <a:cubicBezTo>
                    <a:pt x="77" y="644"/>
                    <a:pt x="75" y="653"/>
                    <a:pt x="76" y="656"/>
                  </a:cubicBezTo>
                  <a:cubicBezTo>
                    <a:pt x="77" y="658"/>
                    <a:pt x="83" y="659"/>
                    <a:pt x="85" y="660"/>
                  </a:cubicBezTo>
                  <a:cubicBezTo>
                    <a:pt x="88" y="661"/>
                    <a:pt x="97" y="663"/>
                    <a:pt x="98" y="666"/>
                  </a:cubicBezTo>
                  <a:cubicBezTo>
                    <a:pt x="100" y="669"/>
                    <a:pt x="96" y="675"/>
                    <a:pt x="97" y="677"/>
                  </a:cubicBezTo>
                  <a:cubicBezTo>
                    <a:pt x="99" y="679"/>
                    <a:pt x="104" y="680"/>
                    <a:pt x="107" y="681"/>
                  </a:cubicBezTo>
                  <a:cubicBezTo>
                    <a:pt x="112" y="683"/>
                    <a:pt x="127" y="693"/>
                    <a:pt x="127" y="693"/>
                  </a:cubicBezTo>
                  <a:cubicBezTo>
                    <a:pt x="105" y="736"/>
                    <a:pt x="105" y="736"/>
                    <a:pt x="105" y="736"/>
                  </a:cubicBezTo>
                  <a:cubicBezTo>
                    <a:pt x="105" y="736"/>
                    <a:pt x="104" y="735"/>
                    <a:pt x="103" y="734"/>
                  </a:cubicBezTo>
                  <a:cubicBezTo>
                    <a:pt x="99" y="732"/>
                    <a:pt x="91" y="727"/>
                    <a:pt x="87" y="725"/>
                  </a:cubicBezTo>
                  <a:cubicBezTo>
                    <a:pt x="83" y="722"/>
                    <a:pt x="74" y="717"/>
                    <a:pt x="69" y="714"/>
                  </a:cubicBezTo>
                  <a:cubicBezTo>
                    <a:pt x="66" y="712"/>
                    <a:pt x="59" y="706"/>
                    <a:pt x="55" y="705"/>
                  </a:cubicBezTo>
                  <a:cubicBezTo>
                    <a:pt x="54" y="704"/>
                    <a:pt x="51" y="705"/>
                    <a:pt x="51" y="705"/>
                  </a:cubicBezTo>
                  <a:cubicBezTo>
                    <a:pt x="51" y="705"/>
                    <a:pt x="58" y="692"/>
                    <a:pt x="60" y="688"/>
                  </a:cubicBezTo>
                  <a:cubicBezTo>
                    <a:pt x="62" y="685"/>
                    <a:pt x="68" y="678"/>
                    <a:pt x="69" y="674"/>
                  </a:cubicBezTo>
                  <a:cubicBezTo>
                    <a:pt x="70" y="671"/>
                    <a:pt x="70" y="664"/>
                    <a:pt x="70" y="660"/>
                  </a:cubicBezTo>
                  <a:cubicBezTo>
                    <a:pt x="69" y="657"/>
                    <a:pt x="66" y="651"/>
                    <a:pt x="65" y="648"/>
                  </a:cubicBezTo>
                  <a:cubicBezTo>
                    <a:pt x="60" y="641"/>
                    <a:pt x="48" y="630"/>
                    <a:pt x="42" y="625"/>
                  </a:cubicBezTo>
                  <a:cubicBezTo>
                    <a:pt x="36" y="620"/>
                    <a:pt x="24" y="612"/>
                    <a:pt x="18" y="607"/>
                  </a:cubicBezTo>
                  <a:cubicBezTo>
                    <a:pt x="14" y="605"/>
                    <a:pt x="2" y="601"/>
                    <a:pt x="1" y="596"/>
                  </a:cubicBezTo>
                  <a:cubicBezTo>
                    <a:pt x="0" y="593"/>
                    <a:pt x="7" y="587"/>
                    <a:pt x="8" y="584"/>
                  </a:cubicBezTo>
                  <a:cubicBezTo>
                    <a:pt x="10" y="580"/>
                    <a:pt x="11" y="573"/>
                    <a:pt x="11" y="569"/>
                  </a:cubicBezTo>
                  <a:cubicBezTo>
                    <a:pt x="12" y="562"/>
                    <a:pt x="8" y="549"/>
                    <a:pt x="10" y="543"/>
                  </a:cubicBezTo>
                  <a:cubicBezTo>
                    <a:pt x="11" y="539"/>
                    <a:pt x="16" y="531"/>
                    <a:pt x="19" y="527"/>
                  </a:cubicBezTo>
                  <a:cubicBezTo>
                    <a:pt x="22" y="523"/>
                    <a:pt x="28" y="513"/>
                    <a:pt x="31" y="508"/>
                  </a:cubicBezTo>
                  <a:cubicBezTo>
                    <a:pt x="34" y="504"/>
                    <a:pt x="39" y="496"/>
                    <a:pt x="42" y="493"/>
                  </a:cubicBezTo>
                  <a:cubicBezTo>
                    <a:pt x="44" y="490"/>
                    <a:pt x="49" y="485"/>
                    <a:pt x="51" y="482"/>
                  </a:cubicBezTo>
                  <a:cubicBezTo>
                    <a:pt x="54" y="479"/>
                    <a:pt x="63" y="475"/>
                    <a:pt x="65" y="471"/>
                  </a:cubicBezTo>
                  <a:cubicBezTo>
                    <a:pt x="66" y="466"/>
                    <a:pt x="62" y="455"/>
                    <a:pt x="60" y="450"/>
                  </a:cubicBezTo>
                  <a:cubicBezTo>
                    <a:pt x="59" y="448"/>
                    <a:pt x="55" y="443"/>
                    <a:pt x="53" y="441"/>
                  </a:cubicBezTo>
                  <a:cubicBezTo>
                    <a:pt x="48" y="435"/>
                    <a:pt x="33" y="426"/>
                    <a:pt x="33" y="419"/>
                  </a:cubicBezTo>
                  <a:cubicBezTo>
                    <a:pt x="33" y="415"/>
                    <a:pt x="39" y="409"/>
                    <a:pt x="42" y="406"/>
                  </a:cubicBezTo>
                  <a:cubicBezTo>
                    <a:pt x="45" y="402"/>
                    <a:pt x="54" y="394"/>
                    <a:pt x="59" y="390"/>
                  </a:cubicBezTo>
                  <a:cubicBezTo>
                    <a:pt x="68" y="382"/>
                    <a:pt x="85" y="366"/>
                    <a:pt x="94" y="358"/>
                  </a:cubicBezTo>
                  <a:cubicBezTo>
                    <a:pt x="105" y="348"/>
                    <a:pt x="128" y="328"/>
                    <a:pt x="139" y="317"/>
                  </a:cubicBezTo>
                  <a:cubicBezTo>
                    <a:pt x="143" y="313"/>
                    <a:pt x="150" y="305"/>
                    <a:pt x="154" y="301"/>
                  </a:cubicBezTo>
                  <a:cubicBezTo>
                    <a:pt x="157" y="298"/>
                    <a:pt x="165" y="290"/>
                    <a:pt x="169" y="287"/>
                  </a:cubicBezTo>
                  <a:cubicBezTo>
                    <a:pt x="173" y="285"/>
                    <a:pt x="183" y="282"/>
                    <a:pt x="187" y="280"/>
                  </a:cubicBezTo>
                  <a:cubicBezTo>
                    <a:pt x="196" y="275"/>
                    <a:pt x="214" y="263"/>
                    <a:pt x="222" y="256"/>
                  </a:cubicBezTo>
                  <a:cubicBezTo>
                    <a:pt x="229" y="251"/>
                    <a:pt x="244" y="240"/>
                    <a:pt x="248" y="233"/>
                  </a:cubicBezTo>
                  <a:cubicBezTo>
                    <a:pt x="250" y="230"/>
                    <a:pt x="249" y="225"/>
                    <a:pt x="251" y="223"/>
                  </a:cubicBezTo>
                  <a:cubicBezTo>
                    <a:pt x="252" y="221"/>
                    <a:pt x="255" y="220"/>
                    <a:pt x="257" y="219"/>
                  </a:cubicBezTo>
                  <a:cubicBezTo>
                    <a:pt x="261" y="218"/>
                    <a:pt x="270" y="217"/>
                    <a:pt x="274" y="216"/>
                  </a:cubicBezTo>
                  <a:cubicBezTo>
                    <a:pt x="278" y="214"/>
                    <a:pt x="284" y="210"/>
                    <a:pt x="287" y="208"/>
                  </a:cubicBezTo>
                  <a:cubicBezTo>
                    <a:pt x="290" y="206"/>
                    <a:pt x="295" y="200"/>
                    <a:pt x="297" y="197"/>
                  </a:cubicBezTo>
                  <a:cubicBezTo>
                    <a:pt x="300" y="194"/>
                    <a:pt x="307" y="187"/>
                    <a:pt x="308" y="182"/>
                  </a:cubicBezTo>
                  <a:cubicBezTo>
                    <a:pt x="308" y="179"/>
                    <a:pt x="305" y="173"/>
                    <a:pt x="303" y="171"/>
                  </a:cubicBezTo>
                  <a:cubicBezTo>
                    <a:pt x="301" y="169"/>
                    <a:pt x="294" y="167"/>
                    <a:pt x="291" y="165"/>
                  </a:cubicBezTo>
                  <a:cubicBezTo>
                    <a:pt x="290" y="164"/>
                    <a:pt x="287" y="161"/>
                    <a:pt x="286" y="159"/>
                  </a:cubicBezTo>
                  <a:cubicBezTo>
                    <a:pt x="285" y="158"/>
                    <a:pt x="283" y="154"/>
                    <a:pt x="283" y="152"/>
                  </a:cubicBezTo>
                  <a:cubicBezTo>
                    <a:pt x="284" y="150"/>
                    <a:pt x="289" y="149"/>
                    <a:pt x="291" y="147"/>
                  </a:cubicBezTo>
                  <a:cubicBezTo>
                    <a:pt x="293" y="143"/>
                    <a:pt x="292" y="133"/>
                    <a:pt x="292" y="129"/>
                  </a:cubicBezTo>
                  <a:cubicBezTo>
                    <a:pt x="292" y="127"/>
                    <a:pt x="292" y="123"/>
                    <a:pt x="293" y="121"/>
                  </a:cubicBezTo>
                  <a:cubicBezTo>
                    <a:pt x="294" y="118"/>
                    <a:pt x="298" y="116"/>
                    <a:pt x="300" y="114"/>
                  </a:cubicBezTo>
                  <a:cubicBezTo>
                    <a:pt x="303" y="111"/>
                    <a:pt x="312" y="101"/>
                    <a:pt x="312" y="101"/>
                  </a:cubicBezTo>
                  <a:cubicBezTo>
                    <a:pt x="312" y="101"/>
                    <a:pt x="356" y="98"/>
                    <a:pt x="369" y="93"/>
                  </a:cubicBezTo>
                  <a:cubicBezTo>
                    <a:pt x="378" y="89"/>
                    <a:pt x="393" y="76"/>
                    <a:pt x="401" y="72"/>
                  </a:cubicBezTo>
                  <a:cubicBezTo>
                    <a:pt x="406" y="69"/>
                    <a:pt x="416" y="64"/>
                    <a:pt x="421" y="62"/>
                  </a:cubicBezTo>
                  <a:cubicBezTo>
                    <a:pt x="428" y="60"/>
                    <a:pt x="442" y="59"/>
                    <a:pt x="448" y="55"/>
                  </a:cubicBezTo>
                  <a:cubicBezTo>
                    <a:pt x="453" y="52"/>
                    <a:pt x="457" y="42"/>
                    <a:pt x="461" y="38"/>
                  </a:cubicBezTo>
                  <a:cubicBezTo>
                    <a:pt x="466" y="34"/>
                    <a:pt x="479" y="28"/>
                    <a:pt x="484" y="23"/>
                  </a:cubicBezTo>
                  <a:cubicBezTo>
                    <a:pt x="489" y="19"/>
                    <a:pt x="497" y="9"/>
                    <a:pt x="503" y="6"/>
                  </a:cubicBezTo>
                  <a:cubicBezTo>
                    <a:pt x="505" y="4"/>
                    <a:pt x="511" y="0"/>
                    <a:pt x="514" y="2"/>
                  </a:cubicBezTo>
                  <a:cubicBezTo>
                    <a:pt x="519" y="4"/>
                    <a:pt x="522" y="16"/>
                    <a:pt x="522" y="21"/>
                  </a:cubicBezTo>
                  <a:cubicBezTo>
                    <a:pt x="522" y="25"/>
                    <a:pt x="516" y="32"/>
                    <a:pt x="517" y="35"/>
                  </a:cubicBezTo>
                  <a:cubicBezTo>
                    <a:pt x="518" y="38"/>
                    <a:pt x="527" y="39"/>
                    <a:pt x="528" y="42"/>
                  </a:cubicBezTo>
                  <a:cubicBezTo>
                    <a:pt x="532" y="47"/>
                    <a:pt x="528" y="62"/>
                    <a:pt x="531" y="67"/>
                  </a:cubicBezTo>
                  <a:cubicBezTo>
                    <a:pt x="532" y="70"/>
                    <a:pt x="538" y="72"/>
                    <a:pt x="540" y="74"/>
                  </a:cubicBezTo>
                  <a:cubicBezTo>
                    <a:pt x="544" y="80"/>
                    <a:pt x="549" y="101"/>
                    <a:pt x="549" y="101"/>
                  </a:cubicBezTo>
                  <a:cubicBezTo>
                    <a:pt x="549" y="101"/>
                    <a:pt x="546" y="132"/>
                    <a:pt x="551" y="140"/>
                  </a:cubicBezTo>
                  <a:cubicBezTo>
                    <a:pt x="552" y="142"/>
                    <a:pt x="556" y="145"/>
                    <a:pt x="557" y="146"/>
                  </a:cubicBezTo>
                  <a:cubicBezTo>
                    <a:pt x="561" y="149"/>
                    <a:pt x="572" y="152"/>
                    <a:pt x="572" y="156"/>
                  </a:cubicBezTo>
                  <a:cubicBezTo>
                    <a:pt x="572" y="158"/>
                    <a:pt x="566" y="158"/>
                    <a:pt x="566" y="160"/>
                  </a:cubicBezTo>
                  <a:cubicBezTo>
                    <a:pt x="566" y="165"/>
                    <a:pt x="578" y="169"/>
                    <a:pt x="582" y="172"/>
                  </a:cubicBezTo>
                  <a:cubicBezTo>
                    <a:pt x="586" y="174"/>
                    <a:pt x="595" y="178"/>
                    <a:pt x="599" y="179"/>
                  </a:cubicBezTo>
                  <a:cubicBezTo>
                    <a:pt x="601" y="180"/>
                    <a:pt x="605" y="181"/>
                    <a:pt x="607" y="181"/>
                  </a:cubicBezTo>
                  <a:cubicBezTo>
                    <a:pt x="609" y="180"/>
                    <a:pt x="613" y="178"/>
                    <a:pt x="615" y="176"/>
                  </a:cubicBezTo>
                  <a:cubicBezTo>
                    <a:pt x="617" y="174"/>
                    <a:pt x="620" y="168"/>
                    <a:pt x="623" y="168"/>
                  </a:cubicBezTo>
                  <a:cubicBezTo>
                    <a:pt x="626" y="167"/>
                    <a:pt x="630" y="172"/>
                    <a:pt x="633" y="174"/>
                  </a:cubicBezTo>
                  <a:cubicBezTo>
                    <a:pt x="636" y="175"/>
                    <a:pt x="643" y="179"/>
                    <a:pt x="647" y="179"/>
                  </a:cubicBezTo>
                  <a:cubicBezTo>
                    <a:pt x="649" y="180"/>
                    <a:pt x="655" y="180"/>
                    <a:pt x="657" y="179"/>
                  </a:cubicBezTo>
                  <a:cubicBezTo>
                    <a:pt x="659" y="178"/>
                    <a:pt x="663" y="174"/>
                    <a:pt x="664" y="172"/>
                  </a:cubicBezTo>
                  <a:cubicBezTo>
                    <a:pt x="666" y="169"/>
                    <a:pt x="668" y="162"/>
                    <a:pt x="668" y="158"/>
                  </a:cubicBezTo>
                  <a:cubicBezTo>
                    <a:pt x="669" y="155"/>
                    <a:pt x="668" y="148"/>
                    <a:pt x="668" y="145"/>
                  </a:cubicBezTo>
                  <a:cubicBezTo>
                    <a:pt x="669" y="143"/>
                    <a:pt x="672" y="139"/>
                    <a:pt x="671" y="137"/>
                  </a:cubicBezTo>
                  <a:cubicBezTo>
                    <a:pt x="671" y="135"/>
                    <a:pt x="668" y="134"/>
                    <a:pt x="667" y="134"/>
                  </a:cubicBezTo>
                  <a:cubicBezTo>
                    <a:pt x="665" y="134"/>
                    <a:pt x="662" y="134"/>
                    <a:pt x="661" y="135"/>
                  </a:cubicBezTo>
                  <a:cubicBezTo>
                    <a:pt x="660" y="136"/>
                    <a:pt x="660" y="140"/>
                    <a:pt x="659" y="141"/>
                  </a:cubicBezTo>
                  <a:cubicBezTo>
                    <a:pt x="657" y="142"/>
                    <a:pt x="651" y="142"/>
                    <a:pt x="650" y="140"/>
                  </a:cubicBezTo>
                  <a:cubicBezTo>
                    <a:pt x="648" y="137"/>
                    <a:pt x="655" y="128"/>
                    <a:pt x="656" y="124"/>
                  </a:cubicBezTo>
                  <a:cubicBezTo>
                    <a:pt x="657" y="122"/>
                    <a:pt x="657" y="118"/>
                    <a:pt x="657" y="117"/>
                  </a:cubicBezTo>
                  <a:cubicBezTo>
                    <a:pt x="658" y="112"/>
                    <a:pt x="662" y="102"/>
                    <a:pt x="665" y="98"/>
                  </a:cubicBezTo>
                  <a:cubicBezTo>
                    <a:pt x="667" y="95"/>
                    <a:pt x="674" y="93"/>
                    <a:pt x="674" y="90"/>
                  </a:cubicBezTo>
                  <a:cubicBezTo>
                    <a:pt x="675" y="84"/>
                    <a:pt x="668" y="73"/>
                    <a:pt x="663" y="72"/>
                  </a:cubicBezTo>
                  <a:cubicBezTo>
                    <a:pt x="660" y="71"/>
                    <a:pt x="654" y="78"/>
                    <a:pt x="651" y="77"/>
                  </a:cubicBezTo>
                  <a:cubicBezTo>
                    <a:pt x="650" y="76"/>
                    <a:pt x="650" y="74"/>
                    <a:pt x="650" y="73"/>
                  </a:cubicBezTo>
                  <a:cubicBezTo>
                    <a:pt x="652" y="68"/>
                    <a:pt x="667" y="68"/>
                    <a:pt x="668" y="63"/>
                  </a:cubicBezTo>
                  <a:cubicBezTo>
                    <a:pt x="669" y="60"/>
                    <a:pt x="663" y="55"/>
                    <a:pt x="660" y="54"/>
                  </a:cubicBezTo>
                  <a:cubicBezTo>
                    <a:pt x="658" y="53"/>
                    <a:pt x="654" y="55"/>
                    <a:pt x="652" y="54"/>
                  </a:cubicBezTo>
                  <a:cubicBezTo>
                    <a:pt x="646" y="52"/>
                    <a:pt x="634" y="38"/>
                    <a:pt x="634" y="38"/>
                  </a:cubicBezTo>
                  <a:cubicBezTo>
                    <a:pt x="661" y="16"/>
                    <a:pt x="661" y="16"/>
                    <a:pt x="661" y="16"/>
                  </a:cubicBezTo>
                  <a:cubicBezTo>
                    <a:pt x="661" y="16"/>
                    <a:pt x="674" y="36"/>
                    <a:pt x="679" y="42"/>
                  </a:cubicBezTo>
                  <a:cubicBezTo>
                    <a:pt x="683" y="47"/>
                    <a:pt x="692" y="56"/>
                    <a:pt x="696" y="60"/>
                  </a:cubicBezTo>
                  <a:cubicBezTo>
                    <a:pt x="699" y="64"/>
                    <a:pt x="706" y="70"/>
                    <a:pt x="710" y="72"/>
                  </a:cubicBezTo>
                  <a:cubicBezTo>
                    <a:pt x="712" y="73"/>
                    <a:pt x="717" y="74"/>
                    <a:pt x="718" y="75"/>
                  </a:cubicBezTo>
                  <a:cubicBezTo>
                    <a:pt x="720" y="79"/>
                    <a:pt x="717" y="89"/>
                    <a:pt x="718" y="94"/>
                  </a:cubicBezTo>
                  <a:cubicBezTo>
                    <a:pt x="718" y="97"/>
                    <a:pt x="723" y="103"/>
                    <a:pt x="723" y="106"/>
                  </a:cubicBezTo>
                  <a:cubicBezTo>
                    <a:pt x="724" y="112"/>
                    <a:pt x="725" y="123"/>
                    <a:pt x="723" y="128"/>
                  </a:cubicBezTo>
                  <a:cubicBezTo>
                    <a:pt x="721" y="132"/>
                    <a:pt x="711" y="135"/>
                    <a:pt x="708" y="138"/>
                  </a:cubicBezTo>
                  <a:cubicBezTo>
                    <a:pt x="706" y="142"/>
                    <a:pt x="706" y="150"/>
                    <a:pt x="705" y="153"/>
                  </a:cubicBezTo>
                  <a:cubicBezTo>
                    <a:pt x="704" y="158"/>
                    <a:pt x="702" y="169"/>
                    <a:pt x="700" y="173"/>
                  </a:cubicBezTo>
                  <a:cubicBezTo>
                    <a:pt x="698" y="176"/>
                    <a:pt x="693" y="181"/>
                    <a:pt x="691" y="183"/>
                  </a:cubicBezTo>
                  <a:cubicBezTo>
                    <a:pt x="687" y="187"/>
                    <a:pt x="679" y="195"/>
                    <a:pt x="676" y="200"/>
                  </a:cubicBezTo>
                  <a:cubicBezTo>
                    <a:pt x="674" y="203"/>
                    <a:pt x="672" y="207"/>
                    <a:pt x="673" y="210"/>
                  </a:cubicBezTo>
                  <a:cubicBezTo>
                    <a:pt x="673" y="213"/>
                    <a:pt x="681" y="215"/>
                    <a:pt x="682" y="218"/>
                  </a:cubicBezTo>
                  <a:cubicBezTo>
                    <a:pt x="683" y="221"/>
                    <a:pt x="681" y="228"/>
                    <a:pt x="680" y="231"/>
                  </a:cubicBezTo>
                  <a:cubicBezTo>
                    <a:pt x="675" y="241"/>
                    <a:pt x="658" y="258"/>
                    <a:pt x="651" y="267"/>
                  </a:cubicBezTo>
                  <a:cubicBezTo>
                    <a:pt x="646" y="273"/>
                    <a:pt x="632" y="283"/>
                    <a:pt x="629" y="290"/>
                  </a:cubicBezTo>
                  <a:cubicBezTo>
                    <a:pt x="628" y="294"/>
                    <a:pt x="629" y="302"/>
                    <a:pt x="628" y="306"/>
                  </a:cubicBezTo>
                  <a:cubicBezTo>
                    <a:pt x="627" y="309"/>
                    <a:pt x="625" y="314"/>
                    <a:pt x="623" y="316"/>
                  </a:cubicBezTo>
                  <a:cubicBezTo>
                    <a:pt x="621" y="317"/>
                    <a:pt x="614" y="317"/>
                    <a:pt x="611" y="316"/>
                  </a:cubicBezTo>
                  <a:cubicBezTo>
                    <a:pt x="609" y="316"/>
                    <a:pt x="607" y="312"/>
                    <a:pt x="606" y="311"/>
                  </a:cubicBezTo>
                  <a:cubicBezTo>
                    <a:pt x="604" y="311"/>
                    <a:pt x="600" y="310"/>
                    <a:pt x="598" y="311"/>
                  </a:cubicBezTo>
                  <a:cubicBezTo>
                    <a:pt x="595" y="311"/>
                    <a:pt x="591" y="316"/>
                    <a:pt x="589" y="317"/>
                  </a:cubicBezTo>
                  <a:cubicBezTo>
                    <a:pt x="586" y="320"/>
                    <a:pt x="580" y="327"/>
                    <a:pt x="577" y="329"/>
                  </a:cubicBezTo>
                  <a:cubicBezTo>
                    <a:pt x="575" y="330"/>
                    <a:pt x="572" y="330"/>
                    <a:pt x="571" y="331"/>
                  </a:cubicBezTo>
                  <a:cubicBezTo>
                    <a:pt x="568" y="335"/>
                    <a:pt x="571" y="347"/>
                    <a:pt x="571" y="353"/>
                  </a:cubicBezTo>
                  <a:cubicBezTo>
                    <a:pt x="571" y="358"/>
                    <a:pt x="574" y="368"/>
                    <a:pt x="574" y="373"/>
                  </a:cubicBezTo>
                  <a:cubicBezTo>
                    <a:pt x="575" y="380"/>
                    <a:pt x="573" y="396"/>
                    <a:pt x="574" y="404"/>
                  </a:cubicBezTo>
                  <a:cubicBezTo>
                    <a:pt x="574" y="405"/>
                    <a:pt x="575" y="410"/>
                    <a:pt x="577" y="411"/>
                  </a:cubicBezTo>
                  <a:cubicBezTo>
                    <a:pt x="579" y="412"/>
                    <a:pt x="585" y="407"/>
                    <a:pt x="588" y="406"/>
                  </a:cubicBezTo>
                  <a:cubicBezTo>
                    <a:pt x="589" y="405"/>
                    <a:pt x="592" y="403"/>
                    <a:pt x="594" y="404"/>
                  </a:cubicBezTo>
                  <a:cubicBezTo>
                    <a:pt x="596" y="404"/>
                    <a:pt x="596" y="412"/>
                    <a:pt x="599" y="412"/>
                  </a:cubicBezTo>
                  <a:cubicBezTo>
                    <a:pt x="602" y="413"/>
                    <a:pt x="607" y="407"/>
                    <a:pt x="611" y="406"/>
                  </a:cubicBezTo>
                  <a:cubicBezTo>
                    <a:pt x="613" y="405"/>
                    <a:pt x="618" y="403"/>
                    <a:pt x="621" y="404"/>
                  </a:cubicBezTo>
                  <a:cubicBezTo>
                    <a:pt x="624" y="405"/>
                    <a:pt x="629" y="412"/>
                    <a:pt x="632" y="414"/>
                  </a:cubicBezTo>
                  <a:cubicBezTo>
                    <a:pt x="634" y="416"/>
                    <a:pt x="640" y="418"/>
                    <a:pt x="643" y="419"/>
                  </a:cubicBezTo>
                  <a:cubicBezTo>
                    <a:pt x="645" y="420"/>
                    <a:pt x="651" y="420"/>
                    <a:pt x="653" y="421"/>
                  </a:cubicBezTo>
                  <a:cubicBezTo>
                    <a:pt x="655" y="422"/>
                    <a:pt x="658" y="424"/>
                    <a:pt x="658" y="425"/>
                  </a:cubicBezTo>
                  <a:cubicBezTo>
                    <a:pt x="659" y="427"/>
                    <a:pt x="656" y="430"/>
                    <a:pt x="655" y="431"/>
                  </a:cubicBezTo>
                  <a:cubicBezTo>
                    <a:pt x="653" y="433"/>
                    <a:pt x="647" y="437"/>
                    <a:pt x="645" y="440"/>
                  </a:cubicBezTo>
                  <a:cubicBezTo>
                    <a:pt x="643" y="442"/>
                    <a:pt x="640" y="447"/>
                    <a:pt x="638" y="449"/>
                  </a:cubicBezTo>
                  <a:cubicBezTo>
                    <a:pt x="637" y="450"/>
                    <a:pt x="636" y="453"/>
                    <a:pt x="634" y="454"/>
                  </a:cubicBezTo>
                  <a:cubicBezTo>
                    <a:pt x="633" y="455"/>
                    <a:pt x="630" y="454"/>
                    <a:pt x="629" y="455"/>
                  </a:cubicBezTo>
                  <a:cubicBezTo>
                    <a:pt x="627" y="456"/>
                    <a:pt x="626" y="459"/>
                    <a:pt x="625" y="461"/>
                  </a:cubicBezTo>
                  <a:cubicBezTo>
                    <a:pt x="625" y="463"/>
                    <a:pt x="628" y="469"/>
                    <a:pt x="626" y="470"/>
                  </a:cubicBezTo>
                  <a:cubicBezTo>
                    <a:pt x="624" y="472"/>
                    <a:pt x="617" y="468"/>
                    <a:pt x="614" y="467"/>
                  </a:cubicBezTo>
                  <a:cubicBezTo>
                    <a:pt x="610" y="465"/>
                    <a:pt x="606" y="458"/>
                    <a:pt x="603" y="456"/>
                  </a:cubicBezTo>
                  <a:cubicBezTo>
                    <a:pt x="599" y="455"/>
                    <a:pt x="592" y="454"/>
                    <a:pt x="589" y="456"/>
                  </a:cubicBezTo>
                  <a:cubicBezTo>
                    <a:pt x="587" y="457"/>
                    <a:pt x="586" y="462"/>
                    <a:pt x="586" y="464"/>
                  </a:cubicBezTo>
                  <a:cubicBezTo>
                    <a:pt x="585" y="466"/>
                    <a:pt x="583" y="472"/>
                    <a:pt x="584" y="474"/>
                  </a:cubicBezTo>
                  <a:cubicBezTo>
                    <a:pt x="585" y="477"/>
                    <a:pt x="592" y="479"/>
                    <a:pt x="595" y="481"/>
                  </a:cubicBezTo>
                  <a:cubicBezTo>
                    <a:pt x="596" y="482"/>
                    <a:pt x="597" y="486"/>
                    <a:pt x="598" y="488"/>
                  </a:cubicBezTo>
                  <a:cubicBezTo>
                    <a:pt x="599" y="491"/>
                    <a:pt x="601" y="498"/>
                    <a:pt x="603" y="500"/>
                  </a:cubicBezTo>
                  <a:cubicBezTo>
                    <a:pt x="606" y="501"/>
                    <a:pt x="612" y="502"/>
                    <a:pt x="616" y="501"/>
                  </a:cubicBezTo>
                  <a:cubicBezTo>
                    <a:pt x="619" y="501"/>
                    <a:pt x="626" y="497"/>
                    <a:pt x="629" y="494"/>
                  </a:cubicBezTo>
                  <a:cubicBezTo>
                    <a:pt x="631" y="492"/>
                    <a:pt x="634" y="486"/>
                    <a:pt x="636" y="483"/>
                  </a:cubicBezTo>
                  <a:cubicBezTo>
                    <a:pt x="639" y="480"/>
                    <a:pt x="645" y="472"/>
                    <a:pt x="650" y="472"/>
                  </a:cubicBezTo>
                  <a:cubicBezTo>
                    <a:pt x="651" y="471"/>
                    <a:pt x="653" y="473"/>
                    <a:pt x="655" y="474"/>
                  </a:cubicBezTo>
                  <a:cubicBezTo>
                    <a:pt x="657" y="475"/>
                    <a:pt x="661" y="480"/>
                    <a:pt x="663" y="482"/>
                  </a:cubicBezTo>
                  <a:cubicBezTo>
                    <a:pt x="667" y="486"/>
                    <a:pt x="674" y="493"/>
                    <a:pt x="679" y="496"/>
                  </a:cubicBezTo>
                  <a:cubicBezTo>
                    <a:pt x="682" y="498"/>
                    <a:pt x="689" y="501"/>
                    <a:pt x="693" y="503"/>
                  </a:cubicBezTo>
                  <a:cubicBezTo>
                    <a:pt x="697" y="504"/>
                    <a:pt x="706" y="504"/>
                    <a:pt x="709" y="507"/>
                  </a:cubicBezTo>
                  <a:cubicBezTo>
                    <a:pt x="711" y="509"/>
                    <a:pt x="710" y="517"/>
                    <a:pt x="710" y="520"/>
                  </a:cubicBezTo>
                  <a:cubicBezTo>
                    <a:pt x="711" y="526"/>
                    <a:pt x="714" y="538"/>
                    <a:pt x="716" y="544"/>
                  </a:cubicBezTo>
                  <a:cubicBezTo>
                    <a:pt x="717" y="549"/>
                    <a:pt x="720" y="557"/>
                    <a:pt x="720" y="562"/>
                  </a:cubicBezTo>
                  <a:cubicBezTo>
                    <a:pt x="720" y="564"/>
                    <a:pt x="716" y="568"/>
                    <a:pt x="718" y="570"/>
                  </a:cubicBezTo>
                  <a:cubicBezTo>
                    <a:pt x="721" y="572"/>
                    <a:pt x="729" y="566"/>
                    <a:pt x="733" y="565"/>
                  </a:cubicBezTo>
                  <a:cubicBezTo>
                    <a:pt x="736" y="563"/>
                    <a:pt x="741" y="558"/>
                    <a:pt x="744" y="555"/>
                  </a:cubicBezTo>
                  <a:cubicBezTo>
                    <a:pt x="747" y="552"/>
                    <a:pt x="755" y="542"/>
                    <a:pt x="754" y="539"/>
                  </a:cubicBezTo>
                  <a:cubicBezTo>
                    <a:pt x="754" y="536"/>
                    <a:pt x="762" y="527"/>
                    <a:pt x="765" y="524"/>
                  </a:cubicBezTo>
                  <a:cubicBezTo>
                    <a:pt x="768" y="521"/>
                    <a:pt x="774" y="514"/>
                    <a:pt x="777" y="513"/>
                  </a:cubicBezTo>
                  <a:cubicBezTo>
                    <a:pt x="780" y="511"/>
                    <a:pt x="787" y="510"/>
                    <a:pt x="790" y="509"/>
                  </a:cubicBezTo>
                  <a:cubicBezTo>
                    <a:pt x="796" y="508"/>
                    <a:pt x="807" y="509"/>
                    <a:pt x="812" y="507"/>
                  </a:cubicBezTo>
                  <a:cubicBezTo>
                    <a:pt x="816" y="506"/>
                    <a:pt x="822" y="501"/>
                    <a:pt x="825" y="499"/>
                  </a:cubicBezTo>
                  <a:cubicBezTo>
                    <a:pt x="829" y="496"/>
                    <a:pt x="836" y="488"/>
                    <a:pt x="839" y="483"/>
                  </a:cubicBezTo>
                  <a:cubicBezTo>
                    <a:pt x="842" y="480"/>
                    <a:pt x="845" y="472"/>
                    <a:pt x="848" y="469"/>
                  </a:cubicBezTo>
                  <a:cubicBezTo>
                    <a:pt x="851" y="466"/>
                    <a:pt x="857" y="464"/>
                    <a:pt x="860" y="462"/>
                  </a:cubicBezTo>
                  <a:cubicBezTo>
                    <a:pt x="863" y="461"/>
                    <a:pt x="868" y="458"/>
                    <a:pt x="870" y="457"/>
                  </a:cubicBezTo>
                  <a:cubicBezTo>
                    <a:pt x="873" y="455"/>
                    <a:pt x="878" y="447"/>
                    <a:pt x="882" y="447"/>
                  </a:cubicBezTo>
                  <a:cubicBezTo>
                    <a:pt x="886" y="446"/>
                    <a:pt x="891" y="454"/>
                    <a:pt x="895" y="454"/>
                  </a:cubicBezTo>
                  <a:cubicBezTo>
                    <a:pt x="901" y="454"/>
                    <a:pt x="918" y="442"/>
                    <a:pt x="918" y="442"/>
                  </a:cubicBezTo>
                  <a:cubicBezTo>
                    <a:pt x="918" y="442"/>
                    <a:pt x="921" y="452"/>
                    <a:pt x="922" y="456"/>
                  </a:cubicBezTo>
                  <a:cubicBezTo>
                    <a:pt x="923" y="462"/>
                    <a:pt x="924" y="472"/>
                    <a:pt x="925" y="478"/>
                  </a:cubicBezTo>
                  <a:close/>
                  <a:moveTo>
                    <a:pt x="630" y="228"/>
                  </a:moveTo>
                  <a:cubicBezTo>
                    <a:pt x="632" y="224"/>
                    <a:pt x="640" y="215"/>
                    <a:pt x="640" y="210"/>
                  </a:cubicBezTo>
                  <a:cubicBezTo>
                    <a:pt x="640" y="208"/>
                    <a:pt x="637" y="205"/>
                    <a:pt x="636" y="204"/>
                  </a:cubicBezTo>
                  <a:cubicBezTo>
                    <a:pt x="634" y="201"/>
                    <a:pt x="627" y="196"/>
                    <a:pt x="625" y="193"/>
                  </a:cubicBezTo>
                  <a:cubicBezTo>
                    <a:pt x="623" y="190"/>
                    <a:pt x="620" y="183"/>
                    <a:pt x="617" y="182"/>
                  </a:cubicBezTo>
                  <a:cubicBezTo>
                    <a:pt x="615" y="182"/>
                    <a:pt x="612" y="184"/>
                    <a:pt x="611" y="186"/>
                  </a:cubicBezTo>
                  <a:cubicBezTo>
                    <a:pt x="611" y="187"/>
                    <a:pt x="614" y="190"/>
                    <a:pt x="614" y="191"/>
                  </a:cubicBezTo>
                  <a:cubicBezTo>
                    <a:pt x="614" y="195"/>
                    <a:pt x="608" y="201"/>
                    <a:pt x="606" y="204"/>
                  </a:cubicBezTo>
                  <a:cubicBezTo>
                    <a:pt x="603" y="209"/>
                    <a:pt x="592" y="216"/>
                    <a:pt x="593" y="221"/>
                  </a:cubicBezTo>
                  <a:cubicBezTo>
                    <a:pt x="594" y="226"/>
                    <a:pt x="604" y="227"/>
                    <a:pt x="608" y="230"/>
                  </a:cubicBezTo>
                  <a:cubicBezTo>
                    <a:pt x="610" y="231"/>
                    <a:pt x="613" y="236"/>
                    <a:pt x="616" y="238"/>
                  </a:cubicBezTo>
                  <a:cubicBezTo>
                    <a:pt x="617" y="238"/>
                    <a:pt x="621" y="240"/>
                    <a:pt x="623" y="239"/>
                  </a:cubicBezTo>
                  <a:cubicBezTo>
                    <a:pt x="626" y="238"/>
                    <a:pt x="628" y="231"/>
                    <a:pt x="630" y="228"/>
                  </a:cubicBezTo>
                  <a:close/>
                  <a:moveTo>
                    <a:pt x="592" y="241"/>
                  </a:moveTo>
                  <a:cubicBezTo>
                    <a:pt x="594" y="239"/>
                    <a:pt x="599" y="234"/>
                    <a:pt x="599" y="231"/>
                  </a:cubicBezTo>
                  <a:cubicBezTo>
                    <a:pt x="598" y="229"/>
                    <a:pt x="593" y="227"/>
                    <a:pt x="591" y="226"/>
                  </a:cubicBezTo>
                  <a:cubicBezTo>
                    <a:pt x="589" y="225"/>
                    <a:pt x="583" y="223"/>
                    <a:pt x="582" y="225"/>
                  </a:cubicBezTo>
                  <a:cubicBezTo>
                    <a:pt x="579" y="227"/>
                    <a:pt x="579" y="236"/>
                    <a:pt x="580" y="239"/>
                  </a:cubicBezTo>
                  <a:cubicBezTo>
                    <a:pt x="581" y="241"/>
                    <a:pt x="582" y="245"/>
                    <a:pt x="584" y="245"/>
                  </a:cubicBezTo>
                  <a:cubicBezTo>
                    <a:pt x="586" y="246"/>
                    <a:pt x="590" y="243"/>
                    <a:pt x="592" y="241"/>
                  </a:cubicBezTo>
                  <a:close/>
                  <a:moveTo>
                    <a:pt x="563" y="225"/>
                  </a:moveTo>
                  <a:cubicBezTo>
                    <a:pt x="563" y="222"/>
                    <a:pt x="564" y="216"/>
                    <a:pt x="562" y="214"/>
                  </a:cubicBezTo>
                  <a:cubicBezTo>
                    <a:pt x="560" y="212"/>
                    <a:pt x="553" y="214"/>
                    <a:pt x="551" y="215"/>
                  </a:cubicBezTo>
                  <a:cubicBezTo>
                    <a:pt x="548" y="217"/>
                    <a:pt x="544" y="223"/>
                    <a:pt x="544" y="226"/>
                  </a:cubicBezTo>
                  <a:cubicBezTo>
                    <a:pt x="543" y="229"/>
                    <a:pt x="544" y="234"/>
                    <a:pt x="546" y="236"/>
                  </a:cubicBezTo>
                  <a:cubicBezTo>
                    <a:pt x="547" y="238"/>
                    <a:pt x="551" y="243"/>
                    <a:pt x="554" y="243"/>
                  </a:cubicBezTo>
                  <a:cubicBezTo>
                    <a:pt x="556" y="242"/>
                    <a:pt x="559" y="239"/>
                    <a:pt x="560" y="237"/>
                  </a:cubicBezTo>
                  <a:cubicBezTo>
                    <a:pt x="561" y="234"/>
                    <a:pt x="563" y="228"/>
                    <a:pt x="563" y="225"/>
                  </a:cubicBezTo>
                  <a:close/>
                </a:path>
              </a:pathLst>
            </a:custGeom>
            <a:solidFill>
              <a:schemeClr val="accent3"/>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8"/>
            <p:cNvSpPr>
              <a:spLocks/>
            </p:cNvSpPr>
            <p:nvPr/>
          </p:nvSpPr>
          <p:spPr bwMode="auto">
            <a:xfrm>
              <a:off x="3270251" y="2698751"/>
              <a:ext cx="163513" cy="217488"/>
            </a:xfrm>
            <a:custGeom>
              <a:avLst/>
              <a:gdLst/>
              <a:ahLst/>
              <a:cxnLst>
                <a:cxn ang="0">
                  <a:pos x="0" y="50"/>
                </a:cxn>
                <a:cxn ang="0">
                  <a:pos x="21" y="67"/>
                </a:cxn>
                <a:cxn ang="0">
                  <a:pos x="22" y="68"/>
                </a:cxn>
                <a:cxn ang="0">
                  <a:pos x="33" y="73"/>
                </a:cxn>
                <a:cxn ang="0">
                  <a:pos x="38" y="90"/>
                </a:cxn>
                <a:cxn ang="0">
                  <a:pos x="43" y="105"/>
                </a:cxn>
                <a:cxn ang="0">
                  <a:pos x="57" y="117"/>
                </a:cxn>
                <a:cxn ang="0">
                  <a:pos x="65" y="126"/>
                </a:cxn>
                <a:cxn ang="0">
                  <a:pos x="74" y="132"/>
                </a:cxn>
                <a:cxn ang="0">
                  <a:pos x="75" y="149"/>
                </a:cxn>
                <a:cxn ang="0">
                  <a:pos x="69" y="163"/>
                </a:cxn>
                <a:cxn ang="0">
                  <a:pos x="76" y="168"/>
                </a:cxn>
                <a:cxn ang="0">
                  <a:pos x="82" y="160"/>
                </a:cxn>
                <a:cxn ang="0">
                  <a:pos x="93" y="150"/>
                </a:cxn>
                <a:cxn ang="0">
                  <a:pos x="98" y="139"/>
                </a:cxn>
                <a:cxn ang="0">
                  <a:pos x="100" y="120"/>
                </a:cxn>
                <a:cxn ang="0">
                  <a:pos x="113" y="110"/>
                </a:cxn>
                <a:cxn ang="0">
                  <a:pos x="124" y="101"/>
                </a:cxn>
                <a:cxn ang="0">
                  <a:pos x="114" y="80"/>
                </a:cxn>
                <a:cxn ang="0">
                  <a:pos x="98" y="53"/>
                </a:cxn>
                <a:cxn ang="0">
                  <a:pos x="94" y="47"/>
                </a:cxn>
                <a:cxn ang="0">
                  <a:pos x="94" y="28"/>
                </a:cxn>
                <a:cxn ang="0">
                  <a:pos x="97" y="15"/>
                </a:cxn>
                <a:cxn ang="0">
                  <a:pos x="95" y="13"/>
                </a:cxn>
                <a:cxn ang="0">
                  <a:pos x="81" y="9"/>
                </a:cxn>
                <a:cxn ang="0">
                  <a:pos x="63" y="0"/>
                </a:cxn>
                <a:cxn ang="0">
                  <a:pos x="0" y="50"/>
                </a:cxn>
              </a:cxnLst>
              <a:rect l="0" t="0" r="r" b="b"/>
              <a:pathLst>
                <a:path w="125" h="168">
                  <a:moveTo>
                    <a:pt x="0" y="50"/>
                  </a:moveTo>
                  <a:cubicBezTo>
                    <a:pt x="0" y="50"/>
                    <a:pt x="16" y="63"/>
                    <a:pt x="21" y="67"/>
                  </a:cubicBezTo>
                  <a:cubicBezTo>
                    <a:pt x="22" y="67"/>
                    <a:pt x="22" y="68"/>
                    <a:pt x="22" y="68"/>
                  </a:cubicBezTo>
                  <a:cubicBezTo>
                    <a:pt x="25" y="70"/>
                    <a:pt x="31" y="71"/>
                    <a:pt x="33" y="73"/>
                  </a:cubicBezTo>
                  <a:cubicBezTo>
                    <a:pt x="36" y="77"/>
                    <a:pt x="36" y="86"/>
                    <a:pt x="38" y="90"/>
                  </a:cubicBezTo>
                  <a:cubicBezTo>
                    <a:pt x="39" y="94"/>
                    <a:pt x="41" y="102"/>
                    <a:pt x="43" y="105"/>
                  </a:cubicBezTo>
                  <a:cubicBezTo>
                    <a:pt x="46" y="109"/>
                    <a:pt x="54" y="114"/>
                    <a:pt x="57" y="117"/>
                  </a:cubicBezTo>
                  <a:cubicBezTo>
                    <a:pt x="60" y="119"/>
                    <a:pt x="63" y="124"/>
                    <a:pt x="65" y="126"/>
                  </a:cubicBezTo>
                  <a:cubicBezTo>
                    <a:pt x="67" y="127"/>
                    <a:pt x="73" y="129"/>
                    <a:pt x="74" y="132"/>
                  </a:cubicBezTo>
                  <a:cubicBezTo>
                    <a:pt x="76" y="136"/>
                    <a:pt x="75" y="145"/>
                    <a:pt x="75" y="149"/>
                  </a:cubicBezTo>
                  <a:cubicBezTo>
                    <a:pt x="74" y="153"/>
                    <a:pt x="68" y="160"/>
                    <a:pt x="69" y="163"/>
                  </a:cubicBezTo>
                  <a:cubicBezTo>
                    <a:pt x="70" y="165"/>
                    <a:pt x="74" y="168"/>
                    <a:pt x="76" y="168"/>
                  </a:cubicBezTo>
                  <a:cubicBezTo>
                    <a:pt x="78" y="167"/>
                    <a:pt x="80" y="162"/>
                    <a:pt x="82" y="160"/>
                  </a:cubicBezTo>
                  <a:cubicBezTo>
                    <a:pt x="85" y="158"/>
                    <a:pt x="91" y="153"/>
                    <a:pt x="93" y="150"/>
                  </a:cubicBezTo>
                  <a:cubicBezTo>
                    <a:pt x="95" y="148"/>
                    <a:pt x="97" y="142"/>
                    <a:pt x="98" y="139"/>
                  </a:cubicBezTo>
                  <a:cubicBezTo>
                    <a:pt x="100" y="134"/>
                    <a:pt x="98" y="124"/>
                    <a:pt x="100" y="120"/>
                  </a:cubicBezTo>
                  <a:cubicBezTo>
                    <a:pt x="102" y="116"/>
                    <a:pt x="110" y="113"/>
                    <a:pt x="113" y="110"/>
                  </a:cubicBezTo>
                  <a:cubicBezTo>
                    <a:pt x="116" y="108"/>
                    <a:pt x="123" y="104"/>
                    <a:pt x="124" y="101"/>
                  </a:cubicBezTo>
                  <a:cubicBezTo>
                    <a:pt x="125" y="95"/>
                    <a:pt x="116" y="85"/>
                    <a:pt x="114" y="80"/>
                  </a:cubicBezTo>
                  <a:cubicBezTo>
                    <a:pt x="110" y="73"/>
                    <a:pt x="103" y="60"/>
                    <a:pt x="98" y="53"/>
                  </a:cubicBezTo>
                  <a:cubicBezTo>
                    <a:pt x="97" y="52"/>
                    <a:pt x="94" y="49"/>
                    <a:pt x="94" y="47"/>
                  </a:cubicBezTo>
                  <a:cubicBezTo>
                    <a:pt x="92" y="43"/>
                    <a:pt x="93" y="33"/>
                    <a:pt x="94" y="28"/>
                  </a:cubicBezTo>
                  <a:cubicBezTo>
                    <a:pt x="94" y="25"/>
                    <a:pt x="97" y="15"/>
                    <a:pt x="97" y="15"/>
                  </a:cubicBezTo>
                  <a:cubicBezTo>
                    <a:pt x="95" y="13"/>
                    <a:pt x="95" y="13"/>
                    <a:pt x="95" y="13"/>
                  </a:cubicBezTo>
                  <a:cubicBezTo>
                    <a:pt x="95" y="13"/>
                    <a:pt x="84" y="10"/>
                    <a:pt x="81" y="9"/>
                  </a:cubicBezTo>
                  <a:cubicBezTo>
                    <a:pt x="76" y="7"/>
                    <a:pt x="63" y="0"/>
                    <a:pt x="63" y="0"/>
                  </a:cubicBezTo>
                  <a:lnTo>
                    <a:pt x="0" y="50"/>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29"/>
            <p:cNvSpPr>
              <a:spLocks/>
            </p:cNvSpPr>
            <p:nvPr/>
          </p:nvSpPr>
          <p:spPr bwMode="auto">
            <a:xfrm>
              <a:off x="5003801" y="2595563"/>
              <a:ext cx="1866900" cy="1311275"/>
            </a:xfrm>
            <a:custGeom>
              <a:avLst/>
              <a:gdLst/>
              <a:ahLst/>
              <a:cxnLst>
                <a:cxn ang="0">
                  <a:pos x="1418" y="219"/>
                </a:cxn>
                <a:cxn ang="0">
                  <a:pos x="1399" y="298"/>
                </a:cxn>
                <a:cxn ang="0">
                  <a:pos x="1387" y="359"/>
                </a:cxn>
                <a:cxn ang="0">
                  <a:pos x="1347" y="429"/>
                </a:cxn>
                <a:cxn ang="0">
                  <a:pos x="1410" y="493"/>
                </a:cxn>
                <a:cxn ang="0">
                  <a:pos x="1398" y="593"/>
                </a:cxn>
                <a:cxn ang="0">
                  <a:pos x="1290" y="581"/>
                </a:cxn>
                <a:cxn ang="0">
                  <a:pos x="1254" y="531"/>
                </a:cxn>
                <a:cxn ang="0">
                  <a:pos x="1227" y="499"/>
                </a:cxn>
                <a:cxn ang="0">
                  <a:pos x="1172" y="520"/>
                </a:cxn>
                <a:cxn ang="0">
                  <a:pos x="1113" y="566"/>
                </a:cxn>
                <a:cxn ang="0">
                  <a:pos x="1084" y="671"/>
                </a:cxn>
                <a:cxn ang="0">
                  <a:pos x="1122" y="732"/>
                </a:cxn>
                <a:cxn ang="0">
                  <a:pos x="1174" y="760"/>
                </a:cxn>
                <a:cxn ang="0">
                  <a:pos x="1135" y="835"/>
                </a:cxn>
                <a:cxn ang="0">
                  <a:pos x="1158" y="944"/>
                </a:cxn>
                <a:cxn ang="0">
                  <a:pos x="1093" y="944"/>
                </a:cxn>
                <a:cxn ang="0">
                  <a:pos x="1052" y="850"/>
                </a:cxn>
                <a:cxn ang="0">
                  <a:pos x="1015" y="772"/>
                </a:cxn>
                <a:cxn ang="0">
                  <a:pos x="924" y="794"/>
                </a:cxn>
                <a:cxn ang="0">
                  <a:pos x="839" y="814"/>
                </a:cxn>
                <a:cxn ang="0">
                  <a:pos x="788" y="870"/>
                </a:cxn>
                <a:cxn ang="0">
                  <a:pos x="681" y="831"/>
                </a:cxn>
                <a:cxn ang="0">
                  <a:pos x="632" y="735"/>
                </a:cxn>
                <a:cxn ang="0">
                  <a:pos x="615" y="636"/>
                </a:cxn>
                <a:cxn ang="0">
                  <a:pos x="562" y="656"/>
                </a:cxn>
                <a:cxn ang="0">
                  <a:pos x="483" y="669"/>
                </a:cxn>
                <a:cxn ang="0">
                  <a:pos x="490" y="803"/>
                </a:cxn>
                <a:cxn ang="0">
                  <a:pos x="452" y="938"/>
                </a:cxn>
                <a:cxn ang="0">
                  <a:pos x="398" y="1009"/>
                </a:cxn>
                <a:cxn ang="0">
                  <a:pos x="324" y="885"/>
                </a:cxn>
                <a:cxn ang="0">
                  <a:pos x="345" y="776"/>
                </a:cxn>
                <a:cxn ang="0">
                  <a:pos x="337" y="669"/>
                </a:cxn>
                <a:cxn ang="0">
                  <a:pos x="297" y="569"/>
                </a:cxn>
                <a:cxn ang="0">
                  <a:pos x="242" y="528"/>
                </a:cxn>
                <a:cxn ang="0">
                  <a:pos x="195" y="499"/>
                </a:cxn>
                <a:cxn ang="0">
                  <a:pos x="159" y="559"/>
                </a:cxn>
                <a:cxn ang="0">
                  <a:pos x="72" y="553"/>
                </a:cxn>
                <a:cxn ang="0">
                  <a:pos x="2" y="471"/>
                </a:cxn>
                <a:cxn ang="0">
                  <a:pos x="54" y="400"/>
                </a:cxn>
                <a:cxn ang="0">
                  <a:pos x="120" y="351"/>
                </a:cxn>
                <a:cxn ang="0">
                  <a:pos x="185" y="283"/>
                </a:cxn>
                <a:cxn ang="0">
                  <a:pos x="288" y="266"/>
                </a:cxn>
                <a:cxn ang="0">
                  <a:pos x="343" y="223"/>
                </a:cxn>
                <a:cxn ang="0">
                  <a:pos x="412" y="202"/>
                </a:cxn>
                <a:cxn ang="0">
                  <a:pos x="477" y="175"/>
                </a:cxn>
                <a:cxn ang="0">
                  <a:pos x="580" y="184"/>
                </a:cxn>
                <a:cxn ang="0">
                  <a:pos x="636" y="180"/>
                </a:cxn>
                <a:cxn ang="0">
                  <a:pos x="678" y="88"/>
                </a:cxn>
                <a:cxn ang="0">
                  <a:pos x="675" y="13"/>
                </a:cxn>
                <a:cxn ang="0">
                  <a:pos x="737" y="8"/>
                </a:cxn>
                <a:cxn ang="0">
                  <a:pos x="873" y="29"/>
                </a:cxn>
                <a:cxn ang="0">
                  <a:pos x="963" y="82"/>
                </a:cxn>
                <a:cxn ang="0">
                  <a:pos x="994" y="170"/>
                </a:cxn>
                <a:cxn ang="0">
                  <a:pos x="1117" y="234"/>
                </a:cxn>
                <a:cxn ang="0">
                  <a:pos x="1243" y="177"/>
                </a:cxn>
                <a:cxn ang="0">
                  <a:pos x="1299" y="134"/>
                </a:cxn>
                <a:cxn ang="0">
                  <a:pos x="1382" y="100"/>
                </a:cxn>
                <a:cxn ang="0">
                  <a:pos x="1435" y="160"/>
                </a:cxn>
              </a:cxnLst>
              <a:rect l="0" t="0" r="r" b="b"/>
              <a:pathLst>
                <a:path w="1436" h="1009">
                  <a:moveTo>
                    <a:pt x="1436" y="161"/>
                  </a:moveTo>
                  <a:cubicBezTo>
                    <a:pt x="1436" y="162"/>
                    <a:pt x="1434" y="165"/>
                    <a:pt x="1433" y="166"/>
                  </a:cubicBezTo>
                  <a:cubicBezTo>
                    <a:pt x="1432" y="168"/>
                    <a:pt x="1428" y="169"/>
                    <a:pt x="1427" y="171"/>
                  </a:cubicBezTo>
                  <a:cubicBezTo>
                    <a:pt x="1425" y="174"/>
                    <a:pt x="1423" y="178"/>
                    <a:pt x="1422" y="181"/>
                  </a:cubicBezTo>
                  <a:cubicBezTo>
                    <a:pt x="1421" y="184"/>
                    <a:pt x="1419" y="188"/>
                    <a:pt x="1418" y="191"/>
                  </a:cubicBezTo>
                  <a:cubicBezTo>
                    <a:pt x="1417" y="194"/>
                    <a:pt x="1416" y="199"/>
                    <a:pt x="1415" y="203"/>
                  </a:cubicBezTo>
                  <a:cubicBezTo>
                    <a:pt x="1415" y="205"/>
                    <a:pt x="1414" y="208"/>
                    <a:pt x="1414" y="210"/>
                  </a:cubicBezTo>
                  <a:cubicBezTo>
                    <a:pt x="1414" y="213"/>
                    <a:pt x="1418" y="217"/>
                    <a:pt x="1418" y="219"/>
                  </a:cubicBezTo>
                  <a:cubicBezTo>
                    <a:pt x="1419" y="222"/>
                    <a:pt x="1416" y="228"/>
                    <a:pt x="1417" y="231"/>
                  </a:cubicBezTo>
                  <a:cubicBezTo>
                    <a:pt x="1417" y="233"/>
                    <a:pt x="1419" y="236"/>
                    <a:pt x="1419" y="238"/>
                  </a:cubicBezTo>
                  <a:cubicBezTo>
                    <a:pt x="1419" y="240"/>
                    <a:pt x="1418" y="244"/>
                    <a:pt x="1418" y="246"/>
                  </a:cubicBezTo>
                  <a:cubicBezTo>
                    <a:pt x="1417" y="249"/>
                    <a:pt x="1416" y="256"/>
                    <a:pt x="1414" y="260"/>
                  </a:cubicBezTo>
                  <a:cubicBezTo>
                    <a:pt x="1413" y="262"/>
                    <a:pt x="1410" y="268"/>
                    <a:pt x="1408" y="271"/>
                  </a:cubicBezTo>
                  <a:cubicBezTo>
                    <a:pt x="1407" y="273"/>
                    <a:pt x="1405" y="278"/>
                    <a:pt x="1405" y="281"/>
                  </a:cubicBezTo>
                  <a:cubicBezTo>
                    <a:pt x="1404" y="283"/>
                    <a:pt x="1406" y="288"/>
                    <a:pt x="1405" y="290"/>
                  </a:cubicBezTo>
                  <a:cubicBezTo>
                    <a:pt x="1404" y="292"/>
                    <a:pt x="1401" y="296"/>
                    <a:pt x="1399" y="298"/>
                  </a:cubicBezTo>
                  <a:cubicBezTo>
                    <a:pt x="1398" y="299"/>
                    <a:pt x="1393" y="302"/>
                    <a:pt x="1391" y="303"/>
                  </a:cubicBezTo>
                  <a:cubicBezTo>
                    <a:pt x="1390" y="304"/>
                    <a:pt x="1386" y="307"/>
                    <a:pt x="1385" y="309"/>
                  </a:cubicBezTo>
                  <a:cubicBezTo>
                    <a:pt x="1384" y="311"/>
                    <a:pt x="1384" y="315"/>
                    <a:pt x="1384" y="317"/>
                  </a:cubicBezTo>
                  <a:cubicBezTo>
                    <a:pt x="1384" y="320"/>
                    <a:pt x="1385" y="326"/>
                    <a:pt x="1386" y="329"/>
                  </a:cubicBezTo>
                  <a:cubicBezTo>
                    <a:pt x="1387" y="331"/>
                    <a:pt x="1390" y="335"/>
                    <a:pt x="1391" y="337"/>
                  </a:cubicBezTo>
                  <a:cubicBezTo>
                    <a:pt x="1393" y="340"/>
                    <a:pt x="1398" y="345"/>
                    <a:pt x="1398" y="348"/>
                  </a:cubicBezTo>
                  <a:cubicBezTo>
                    <a:pt x="1399" y="349"/>
                    <a:pt x="1398" y="352"/>
                    <a:pt x="1398" y="353"/>
                  </a:cubicBezTo>
                  <a:cubicBezTo>
                    <a:pt x="1396" y="356"/>
                    <a:pt x="1390" y="358"/>
                    <a:pt x="1387" y="359"/>
                  </a:cubicBezTo>
                  <a:cubicBezTo>
                    <a:pt x="1384" y="361"/>
                    <a:pt x="1377" y="365"/>
                    <a:pt x="1374" y="367"/>
                  </a:cubicBezTo>
                  <a:cubicBezTo>
                    <a:pt x="1371" y="369"/>
                    <a:pt x="1366" y="373"/>
                    <a:pt x="1365" y="375"/>
                  </a:cubicBezTo>
                  <a:cubicBezTo>
                    <a:pt x="1364" y="377"/>
                    <a:pt x="1363" y="380"/>
                    <a:pt x="1363" y="381"/>
                  </a:cubicBezTo>
                  <a:cubicBezTo>
                    <a:pt x="1363" y="383"/>
                    <a:pt x="1364" y="387"/>
                    <a:pt x="1366" y="389"/>
                  </a:cubicBezTo>
                  <a:cubicBezTo>
                    <a:pt x="1367" y="390"/>
                    <a:pt x="1371" y="392"/>
                    <a:pt x="1372" y="394"/>
                  </a:cubicBezTo>
                  <a:cubicBezTo>
                    <a:pt x="1373" y="395"/>
                    <a:pt x="1375" y="400"/>
                    <a:pt x="1375" y="402"/>
                  </a:cubicBezTo>
                  <a:cubicBezTo>
                    <a:pt x="1373" y="409"/>
                    <a:pt x="1357" y="418"/>
                    <a:pt x="1352" y="424"/>
                  </a:cubicBezTo>
                  <a:cubicBezTo>
                    <a:pt x="1350" y="425"/>
                    <a:pt x="1347" y="427"/>
                    <a:pt x="1347" y="429"/>
                  </a:cubicBezTo>
                  <a:cubicBezTo>
                    <a:pt x="1345" y="435"/>
                    <a:pt x="1347" y="446"/>
                    <a:pt x="1348" y="451"/>
                  </a:cubicBezTo>
                  <a:cubicBezTo>
                    <a:pt x="1349" y="453"/>
                    <a:pt x="1352" y="455"/>
                    <a:pt x="1353" y="457"/>
                  </a:cubicBezTo>
                  <a:cubicBezTo>
                    <a:pt x="1355" y="462"/>
                    <a:pt x="1357" y="472"/>
                    <a:pt x="1358" y="477"/>
                  </a:cubicBezTo>
                  <a:cubicBezTo>
                    <a:pt x="1359" y="480"/>
                    <a:pt x="1359" y="486"/>
                    <a:pt x="1361" y="488"/>
                  </a:cubicBezTo>
                  <a:cubicBezTo>
                    <a:pt x="1362" y="489"/>
                    <a:pt x="1365" y="492"/>
                    <a:pt x="1367" y="492"/>
                  </a:cubicBezTo>
                  <a:cubicBezTo>
                    <a:pt x="1370" y="493"/>
                    <a:pt x="1375" y="491"/>
                    <a:pt x="1377" y="491"/>
                  </a:cubicBezTo>
                  <a:cubicBezTo>
                    <a:pt x="1382" y="490"/>
                    <a:pt x="1390" y="486"/>
                    <a:pt x="1394" y="486"/>
                  </a:cubicBezTo>
                  <a:cubicBezTo>
                    <a:pt x="1398" y="487"/>
                    <a:pt x="1407" y="490"/>
                    <a:pt x="1410" y="493"/>
                  </a:cubicBezTo>
                  <a:cubicBezTo>
                    <a:pt x="1412" y="494"/>
                    <a:pt x="1415" y="499"/>
                    <a:pt x="1417" y="501"/>
                  </a:cubicBezTo>
                  <a:cubicBezTo>
                    <a:pt x="1420" y="504"/>
                    <a:pt x="1427" y="510"/>
                    <a:pt x="1429" y="514"/>
                  </a:cubicBezTo>
                  <a:cubicBezTo>
                    <a:pt x="1431" y="519"/>
                    <a:pt x="1430" y="532"/>
                    <a:pt x="1429" y="538"/>
                  </a:cubicBezTo>
                  <a:cubicBezTo>
                    <a:pt x="1429" y="542"/>
                    <a:pt x="1427" y="552"/>
                    <a:pt x="1426" y="556"/>
                  </a:cubicBezTo>
                  <a:cubicBezTo>
                    <a:pt x="1425" y="559"/>
                    <a:pt x="1421" y="565"/>
                    <a:pt x="1420" y="568"/>
                  </a:cubicBezTo>
                  <a:cubicBezTo>
                    <a:pt x="1419" y="571"/>
                    <a:pt x="1418" y="578"/>
                    <a:pt x="1417" y="581"/>
                  </a:cubicBezTo>
                  <a:cubicBezTo>
                    <a:pt x="1415" y="585"/>
                    <a:pt x="1411" y="593"/>
                    <a:pt x="1407" y="594"/>
                  </a:cubicBezTo>
                  <a:cubicBezTo>
                    <a:pt x="1405" y="595"/>
                    <a:pt x="1400" y="594"/>
                    <a:pt x="1398" y="593"/>
                  </a:cubicBezTo>
                  <a:cubicBezTo>
                    <a:pt x="1396" y="593"/>
                    <a:pt x="1393" y="590"/>
                    <a:pt x="1391" y="589"/>
                  </a:cubicBezTo>
                  <a:cubicBezTo>
                    <a:pt x="1388" y="588"/>
                    <a:pt x="1382" y="586"/>
                    <a:pt x="1378" y="586"/>
                  </a:cubicBezTo>
                  <a:cubicBezTo>
                    <a:pt x="1374" y="586"/>
                    <a:pt x="1365" y="588"/>
                    <a:pt x="1360" y="587"/>
                  </a:cubicBezTo>
                  <a:cubicBezTo>
                    <a:pt x="1357" y="587"/>
                    <a:pt x="1353" y="585"/>
                    <a:pt x="1350" y="584"/>
                  </a:cubicBezTo>
                  <a:cubicBezTo>
                    <a:pt x="1345" y="583"/>
                    <a:pt x="1334" y="582"/>
                    <a:pt x="1329" y="583"/>
                  </a:cubicBezTo>
                  <a:cubicBezTo>
                    <a:pt x="1326" y="584"/>
                    <a:pt x="1321" y="586"/>
                    <a:pt x="1319" y="587"/>
                  </a:cubicBezTo>
                  <a:cubicBezTo>
                    <a:pt x="1312" y="588"/>
                    <a:pt x="1298" y="591"/>
                    <a:pt x="1292" y="587"/>
                  </a:cubicBezTo>
                  <a:cubicBezTo>
                    <a:pt x="1291" y="586"/>
                    <a:pt x="1291" y="582"/>
                    <a:pt x="1290" y="581"/>
                  </a:cubicBezTo>
                  <a:cubicBezTo>
                    <a:pt x="1289" y="579"/>
                    <a:pt x="1287" y="575"/>
                    <a:pt x="1286" y="573"/>
                  </a:cubicBezTo>
                  <a:cubicBezTo>
                    <a:pt x="1285" y="570"/>
                    <a:pt x="1283" y="564"/>
                    <a:pt x="1281" y="562"/>
                  </a:cubicBezTo>
                  <a:cubicBezTo>
                    <a:pt x="1280" y="560"/>
                    <a:pt x="1274" y="557"/>
                    <a:pt x="1271" y="557"/>
                  </a:cubicBezTo>
                  <a:cubicBezTo>
                    <a:pt x="1268" y="555"/>
                    <a:pt x="1260" y="556"/>
                    <a:pt x="1257" y="556"/>
                  </a:cubicBezTo>
                  <a:cubicBezTo>
                    <a:pt x="1255" y="555"/>
                    <a:pt x="1252" y="554"/>
                    <a:pt x="1251" y="553"/>
                  </a:cubicBezTo>
                  <a:cubicBezTo>
                    <a:pt x="1249" y="552"/>
                    <a:pt x="1246" y="550"/>
                    <a:pt x="1245" y="548"/>
                  </a:cubicBezTo>
                  <a:cubicBezTo>
                    <a:pt x="1244" y="545"/>
                    <a:pt x="1245" y="540"/>
                    <a:pt x="1246" y="538"/>
                  </a:cubicBezTo>
                  <a:cubicBezTo>
                    <a:pt x="1247" y="536"/>
                    <a:pt x="1253" y="534"/>
                    <a:pt x="1254" y="531"/>
                  </a:cubicBezTo>
                  <a:cubicBezTo>
                    <a:pt x="1255" y="529"/>
                    <a:pt x="1254" y="522"/>
                    <a:pt x="1254" y="519"/>
                  </a:cubicBezTo>
                  <a:cubicBezTo>
                    <a:pt x="1253" y="518"/>
                    <a:pt x="1253" y="515"/>
                    <a:pt x="1252" y="514"/>
                  </a:cubicBezTo>
                  <a:cubicBezTo>
                    <a:pt x="1251" y="511"/>
                    <a:pt x="1246" y="507"/>
                    <a:pt x="1245" y="504"/>
                  </a:cubicBezTo>
                  <a:cubicBezTo>
                    <a:pt x="1243" y="502"/>
                    <a:pt x="1242" y="497"/>
                    <a:pt x="1241" y="494"/>
                  </a:cubicBezTo>
                  <a:cubicBezTo>
                    <a:pt x="1241" y="493"/>
                    <a:pt x="1241" y="490"/>
                    <a:pt x="1240" y="490"/>
                  </a:cubicBezTo>
                  <a:cubicBezTo>
                    <a:pt x="1238" y="488"/>
                    <a:pt x="1232" y="488"/>
                    <a:pt x="1230" y="489"/>
                  </a:cubicBezTo>
                  <a:cubicBezTo>
                    <a:pt x="1228" y="490"/>
                    <a:pt x="1227" y="494"/>
                    <a:pt x="1227" y="496"/>
                  </a:cubicBezTo>
                  <a:cubicBezTo>
                    <a:pt x="1227" y="497"/>
                    <a:pt x="1227" y="499"/>
                    <a:pt x="1227" y="499"/>
                  </a:cubicBezTo>
                  <a:cubicBezTo>
                    <a:pt x="1227" y="501"/>
                    <a:pt x="1225" y="504"/>
                    <a:pt x="1224" y="505"/>
                  </a:cubicBezTo>
                  <a:cubicBezTo>
                    <a:pt x="1223" y="506"/>
                    <a:pt x="1220" y="505"/>
                    <a:pt x="1219" y="505"/>
                  </a:cubicBezTo>
                  <a:cubicBezTo>
                    <a:pt x="1216" y="505"/>
                    <a:pt x="1212" y="502"/>
                    <a:pt x="1210" y="502"/>
                  </a:cubicBezTo>
                  <a:cubicBezTo>
                    <a:pt x="1208" y="501"/>
                    <a:pt x="1204" y="501"/>
                    <a:pt x="1202" y="501"/>
                  </a:cubicBezTo>
                  <a:cubicBezTo>
                    <a:pt x="1199" y="501"/>
                    <a:pt x="1193" y="502"/>
                    <a:pt x="1190" y="504"/>
                  </a:cubicBezTo>
                  <a:cubicBezTo>
                    <a:pt x="1189" y="505"/>
                    <a:pt x="1189" y="510"/>
                    <a:pt x="1187" y="512"/>
                  </a:cubicBezTo>
                  <a:cubicBezTo>
                    <a:pt x="1185" y="513"/>
                    <a:pt x="1180" y="513"/>
                    <a:pt x="1178" y="514"/>
                  </a:cubicBezTo>
                  <a:cubicBezTo>
                    <a:pt x="1176" y="515"/>
                    <a:pt x="1174" y="519"/>
                    <a:pt x="1172" y="520"/>
                  </a:cubicBezTo>
                  <a:cubicBezTo>
                    <a:pt x="1169" y="522"/>
                    <a:pt x="1162" y="523"/>
                    <a:pt x="1159" y="524"/>
                  </a:cubicBezTo>
                  <a:cubicBezTo>
                    <a:pt x="1158" y="525"/>
                    <a:pt x="1156" y="526"/>
                    <a:pt x="1155" y="526"/>
                  </a:cubicBezTo>
                  <a:cubicBezTo>
                    <a:pt x="1153" y="527"/>
                    <a:pt x="1148" y="524"/>
                    <a:pt x="1146" y="524"/>
                  </a:cubicBezTo>
                  <a:cubicBezTo>
                    <a:pt x="1143" y="524"/>
                    <a:pt x="1137" y="524"/>
                    <a:pt x="1134" y="526"/>
                  </a:cubicBezTo>
                  <a:cubicBezTo>
                    <a:pt x="1132" y="528"/>
                    <a:pt x="1129" y="535"/>
                    <a:pt x="1129" y="538"/>
                  </a:cubicBezTo>
                  <a:cubicBezTo>
                    <a:pt x="1128" y="542"/>
                    <a:pt x="1134" y="551"/>
                    <a:pt x="1132" y="554"/>
                  </a:cubicBezTo>
                  <a:cubicBezTo>
                    <a:pt x="1130" y="557"/>
                    <a:pt x="1124" y="558"/>
                    <a:pt x="1121" y="559"/>
                  </a:cubicBezTo>
                  <a:cubicBezTo>
                    <a:pt x="1119" y="561"/>
                    <a:pt x="1115" y="564"/>
                    <a:pt x="1113" y="566"/>
                  </a:cubicBezTo>
                  <a:cubicBezTo>
                    <a:pt x="1112" y="568"/>
                    <a:pt x="1112" y="575"/>
                    <a:pt x="1110" y="577"/>
                  </a:cubicBezTo>
                  <a:cubicBezTo>
                    <a:pt x="1107" y="582"/>
                    <a:pt x="1097" y="589"/>
                    <a:pt x="1094" y="594"/>
                  </a:cubicBezTo>
                  <a:cubicBezTo>
                    <a:pt x="1093" y="596"/>
                    <a:pt x="1092" y="601"/>
                    <a:pt x="1092" y="603"/>
                  </a:cubicBezTo>
                  <a:cubicBezTo>
                    <a:pt x="1091" y="607"/>
                    <a:pt x="1092" y="615"/>
                    <a:pt x="1092" y="619"/>
                  </a:cubicBezTo>
                  <a:cubicBezTo>
                    <a:pt x="1092" y="623"/>
                    <a:pt x="1092" y="629"/>
                    <a:pt x="1091" y="633"/>
                  </a:cubicBezTo>
                  <a:cubicBezTo>
                    <a:pt x="1090" y="634"/>
                    <a:pt x="1088" y="637"/>
                    <a:pt x="1088" y="638"/>
                  </a:cubicBezTo>
                  <a:cubicBezTo>
                    <a:pt x="1086" y="641"/>
                    <a:pt x="1082" y="647"/>
                    <a:pt x="1081" y="650"/>
                  </a:cubicBezTo>
                  <a:cubicBezTo>
                    <a:pt x="1080" y="655"/>
                    <a:pt x="1083" y="666"/>
                    <a:pt x="1084" y="671"/>
                  </a:cubicBezTo>
                  <a:cubicBezTo>
                    <a:pt x="1084" y="673"/>
                    <a:pt x="1087" y="677"/>
                    <a:pt x="1087" y="679"/>
                  </a:cubicBezTo>
                  <a:cubicBezTo>
                    <a:pt x="1087" y="681"/>
                    <a:pt x="1084" y="685"/>
                    <a:pt x="1084" y="688"/>
                  </a:cubicBezTo>
                  <a:cubicBezTo>
                    <a:pt x="1083" y="691"/>
                    <a:pt x="1082" y="699"/>
                    <a:pt x="1083" y="703"/>
                  </a:cubicBezTo>
                  <a:cubicBezTo>
                    <a:pt x="1084" y="706"/>
                    <a:pt x="1089" y="711"/>
                    <a:pt x="1091" y="714"/>
                  </a:cubicBezTo>
                  <a:cubicBezTo>
                    <a:pt x="1092" y="717"/>
                    <a:pt x="1094" y="724"/>
                    <a:pt x="1097" y="726"/>
                  </a:cubicBezTo>
                  <a:cubicBezTo>
                    <a:pt x="1098" y="727"/>
                    <a:pt x="1102" y="727"/>
                    <a:pt x="1104" y="728"/>
                  </a:cubicBezTo>
                  <a:cubicBezTo>
                    <a:pt x="1106" y="729"/>
                    <a:pt x="1111" y="732"/>
                    <a:pt x="1114" y="733"/>
                  </a:cubicBezTo>
                  <a:cubicBezTo>
                    <a:pt x="1116" y="733"/>
                    <a:pt x="1120" y="732"/>
                    <a:pt x="1122" y="732"/>
                  </a:cubicBezTo>
                  <a:cubicBezTo>
                    <a:pt x="1125" y="731"/>
                    <a:pt x="1132" y="730"/>
                    <a:pt x="1136" y="730"/>
                  </a:cubicBezTo>
                  <a:cubicBezTo>
                    <a:pt x="1138" y="730"/>
                    <a:pt x="1142" y="729"/>
                    <a:pt x="1146" y="727"/>
                  </a:cubicBezTo>
                  <a:cubicBezTo>
                    <a:pt x="1149" y="726"/>
                    <a:pt x="1155" y="721"/>
                    <a:pt x="1158" y="723"/>
                  </a:cubicBezTo>
                  <a:cubicBezTo>
                    <a:pt x="1159" y="723"/>
                    <a:pt x="1160" y="728"/>
                    <a:pt x="1160" y="729"/>
                  </a:cubicBezTo>
                  <a:cubicBezTo>
                    <a:pt x="1161" y="731"/>
                    <a:pt x="1163" y="736"/>
                    <a:pt x="1164" y="737"/>
                  </a:cubicBezTo>
                  <a:cubicBezTo>
                    <a:pt x="1166" y="740"/>
                    <a:pt x="1172" y="745"/>
                    <a:pt x="1174" y="748"/>
                  </a:cubicBezTo>
                  <a:cubicBezTo>
                    <a:pt x="1175" y="750"/>
                    <a:pt x="1176" y="754"/>
                    <a:pt x="1176" y="756"/>
                  </a:cubicBezTo>
                  <a:cubicBezTo>
                    <a:pt x="1176" y="757"/>
                    <a:pt x="1175" y="759"/>
                    <a:pt x="1174" y="760"/>
                  </a:cubicBezTo>
                  <a:cubicBezTo>
                    <a:pt x="1171" y="764"/>
                    <a:pt x="1164" y="769"/>
                    <a:pt x="1160" y="771"/>
                  </a:cubicBezTo>
                  <a:cubicBezTo>
                    <a:pt x="1158" y="772"/>
                    <a:pt x="1153" y="774"/>
                    <a:pt x="1150" y="775"/>
                  </a:cubicBezTo>
                  <a:cubicBezTo>
                    <a:pt x="1149" y="776"/>
                    <a:pt x="1145" y="779"/>
                    <a:pt x="1144" y="781"/>
                  </a:cubicBezTo>
                  <a:cubicBezTo>
                    <a:pt x="1144" y="781"/>
                    <a:pt x="1144" y="782"/>
                    <a:pt x="1144" y="783"/>
                  </a:cubicBezTo>
                  <a:cubicBezTo>
                    <a:pt x="1143" y="786"/>
                    <a:pt x="1141" y="792"/>
                    <a:pt x="1141" y="795"/>
                  </a:cubicBezTo>
                  <a:cubicBezTo>
                    <a:pt x="1140" y="799"/>
                    <a:pt x="1138" y="806"/>
                    <a:pt x="1137" y="809"/>
                  </a:cubicBezTo>
                  <a:cubicBezTo>
                    <a:pt x="1136" y="813"/>
                    <a:pt x="1133" y="820"/>
                    <a:pt x="1133" y="823"/>
                  </a:cubicBezTo>
                  <a:cubicBezTo>
                    <a:pt x="1132" y="826"/>
                    <a:pt x="1134" y="832"/>
                    <a:pt x="1135" y="835"/>
                  </a:cubicBezTo>
                  <a:cubicBezTo>
                    <a:pt x="1136" y="839"/>
                    <a:pt x="1140" y="847"/>
                    <a:pt x="1142" y="851"/>
                  </a:cubicBezTo>
                  <a:cubicBezTo>
                    <a:pt x="1144" y="855"/>
                    <a:pt x="1150" y="862"/>
                    <a:pt x="1153" y="865"/>
                  </a:cubicBezTo>
                  <a:cubicBezTo>
                    <a:pt x="1155" y="867"/>
                    <a:pt x="1159" y="870"/>
                    <a:pt x="1161" y="872"/>
                  </a:cubicBezTo>
                  <a:cubicBezTo>
                    <a:pt x="1164" y="875"/>
                    <a:pt x="1169" y="882"/>
                    <a:pt x="1172" y="886"/>
                  </a:cubicBezTo>
                  <a:cubicBezTo>
                    <a:pt x="1174" y="889"/>
                    <a:pt x="1177" y="895"/>
                    <a:pt x="1178" y="898"/>
                  </a:cubicBezTo>
                  <a:cubicBezTo>
                    <a:pt x="1180" y="901"/>
                    <a:pt x="1186" y="907"/>
                    <a:pt x="1186" y="911"/>
                  </a:cubicBezTo>
                  <a:cubicBezTo>
                    <a:pt x="1185" y="915"/>
                    <a:pt x="1176" y="921"/>
                    <a:pt x="1173" y="924"/>
                  </a:cubicBezTo>
                  <a:cubicBezTo>
                    <a:pt x="1169" y="929"/>
                    <a:pt x="1163" y="941"/>
                    <a:pt x="1158" y="944"/>
                  </a:cubicBezTo>
                  <a:cubicBezTo>
                    <a:pt x="1156" y="945"/>
                    <a:pt x="1153" y="946"/>
                    <a:pt x="1151" y="946"/>
                  </a:cubicBezTo>
                  <a:cubicBezTo>
                    <a:pt x="1148" y="946"/>
                    <a:pt x="1142" y="945"/>
                    <a:pt x="1139" y="945"/>
                  </a:cubicBezTo>
                  <a:cubicBezTo>
                    <a:pt x="1136" y="944"/>
                    <a:pt x="1129" y="942"/>
                    <a:pt x="1126" y="941"/>
                  </a:cubicBezTo>
                  <a:cubicBezTo>
                    <a:pt x="1123" y="941"/>
                    <a:pt x="1117" y="941"/>
                    <a:pt x="1114" y="942"/>
                  </a:cubicBezTo>
                  <a:cubicBezTo>
                    <a:pt x="1112" y="943"/>
                    <a:pt x="1110" y="948"/>
                    <a:pt x="1108" y="950"/>
                  </a:cubicBezTo>
                  <a:cubicBezTo>
                    <a:pt x="1107" y="951"/>
                    <a:pt x="1106" y="955"/>
                    <a:pt x="1104" y="955"/>
                  </a:cubicBezTo>
                  <a:cubicBezTo>
                    <a:pt x="1103" y="955"/>
                    <a:pt x="1101" y="951"/>
                    <a:pt x="1100" y="949"/>
                  </a:cubicBezTo>
                  <a:cubicBezTo>
                    <a:pt x="1098" y="948"/>
                    <a:pt x="1094" y="946"/>
                    <a:pt x="1093" y="944"/>
                  </a:cubicBezTo>
                  <a:cubicBezTo>
                    <a:pt x="1091" y="941"/>
                    <a:pt x="1093" y="934"/>
                    <a:pt x="1093" y="931"/>
                  </a:cubicBezTo>
                  <a:cubicBezTo>
                    <a:pt x="1094" y="926"/>
                    <a:pt x="1096" y="917"/>
                    <a:pt x="1095" y="912"/>
                  </a:cubicBezTo>
                  <a:cubicBezTo>
                    <a:pt x="1095" y="909"/>
                    <a:pt x="1094" y="902"/>
                    <a:pt x="1092" y="899"/>
                  </a:cubicBezTo>
                  <a:cubicBezTo>
                    <a:pt x="1089" y="895"/>
                    <a:pt x="1080" y="890"/>
                    <a:pt x="1076" y="888"/>
                  </a:cubicBezTo>
                  <a:cubicBezTo>
                    <a:pt x="1071" y="885"/>
                    <a:pt x="1061" y="882"/>
                    <a:pt x="1056" y="880"/>
                  </a:cubicBezTo>
                  <a:cubicBezTo>
                    <a:pt x="1055" y="879"/>
                    <a:pt x="1051" y="878"/>
                    <a:pt x="1050" y="876"/>
                  </a:cubicBezTo>
                  <a:cubicBezTo>
                    <a:pt x="1049" y="873"/>
                    <a:pt x="1052" y="865"/>
                    <a:pt x="1052" y="861"/>
                  </a:cubicBezTo>
                  <a:cubicBezTo>
                    <a:pt x="1052" y="859"/>
                    <a:pt x="1053" y="853"/>
                    <a:pt x="1052" y="850"/>
                  </a:cubicBezTo>
                  <a:cubicBezTo>
                    <a:pt x="1051" y="848"/>
                    <a:pt x="1047" y="845"/>
                    <a:pt x="1047" y="843"/>
                  </a:cubicBezTo>
                  <a:cubicBezTo>
                    <a:pt x="1045" y="840"/>
                    <a:pt x="1044" y="832"/>
                    <a:pt x="1046" y="829"/>
                  </a:cubicBezTo>
                  <a:cubicBezTo>
                    <a:pt x="1047" y="827"/>
                    <a:pt x="1050" y="828"/>
                    <a:pt x="1051" y="826"/>
                  </a:cubicBezTo>
                  <a:cubicBezTo>
                    <a:pt x="1053" y="823"/>
                    <a:pt x="1051" y="814"/>
                    <a:pt x="1050" y="810"/>
                  </a:cubicBezTo>
                  <a:cubicBezTo>
                    <a:pt x="1048" y="806"/>
                    <a:pt x="1039" y="801"/>
                    <a:pt x="1036" y="798"/>
                  </a:cubicBezTo>
                  <a:cubicBezTo>
                    <a:pt x="1034" y="795"/>
                    <a:pt x="1031" y="790"/>
                    <a:pt x="1030" y="788"/>
                  </a:cubicBezTo>
                  <a:cubicBezTo>
                    <a:pt x="1028" y="786"/>
                    <a:pt x="1025" y="780"/>
                    <a:pt x="1023" y="778"/>
                  </a:cubicBezTo>
                  <a:cubicBezTo>
                    <a:pt x="1021" y="776"/>
                    <a:pt x="1018" y="772"/>
                    <a:pt x="1015" y="772"/>
                  </a:cubicBezTo>
                  <a:cubicBezTo>
                    <a:pt x="1013" y="771"/>
                    <a:pt x="1009" y="775"/>
                    <a:pt x="1007" y="776"/>
                  </a:cubicBezTo>
                  <a:cubicBezTo>
                    <a:pt x="1004" y="777"/>
                    <a:pt x="1000" y="781"/>
                    <a:pt x="997" y="781"/>
                  </a:cubicBezTo>
                  <a:cubicBezTo>
                    <a:pt x="994" y="782"/>
                    <a:pt x="988" y="778"/>
                    <a:pt x="984" y="778"/>
                  </a:cubicBezTo>
                  <a:cubicBezTo>
                    <a:pt x="981" y="778"/>
                    <a:pt x="975" y="780"/>
                    <a:pt x="973" y="781"/>
                  </a:cubicBezTo>
                  <a:cubicBezTo>
                    <a:pt x="970" y="782"/>
                    <a:pt x="965" y="785"/>
                    <a:pt x="962" y="786"/>
                  </a:cubicBezTo>
                  <a:cubicBezTo>
                    <a:pt x="960" y="787"/>
                    <a:pt x="957" y="789"/>
                    <a:pt x="955" y="790"/>
                  </a:cubicBezTo>
                  <a:cubicBezTo>
                    <a:pt x="953" y="791"/>
                    <a:pt x="949" y="793"/>
                    <a:pt x="947" y="794"/>
                  </a:cubicBezTo>
                  <a:cubicBezTo>
                    <a:pt x="941" y="795"/>
                    <a:pt x="930" y="793"/>
                    <a:pt x="924" y="794"/>
                  </a:cubicBezTo>
                  <a:cubicBezTo>
                    <a:pt x="921" y="794"/>
                    <a:pt x="913" y="796"/>
                    <a:pt x="910" y="798"/>
                  </a:cubicBezTo>
                  <a:cubicBezTo>
                    <a:pt x="908" y="800"/>
                    <a:pt x="906" y="807"/>
                    <a:pt x="904" y="809"/>
                  </a:cubicBezTo>
                  <a:cubicBezTo>
                    <a:pt x="903" y="811"/>
                    <a:pt x="898" y="814"/>
                    <a:pt x="895" y="815"/>
                  </a:cubicBezTo>
                  <a:cubicBezTo>
                    <a:pt x="893" y="817"/>
                    <a:pt x="890" y="820"/>
                    <a:pt x="887" y="821"/>
                  </a:cubicBezTo>
                  <a:cubicBezTo>
                    <a:pt x="885" y="821"/>
                    <a:pt x="881" y="822"/>
                    <a:pt x="879" y="822"/>
                  </a:cubicBezTo>
                  <a:cubicBezTo>
                    <a:pt x="875" y="821"/>
                    <a:pt x="867" y="816"/>
                    <a:pt x="863" y="814"/>
                  </a:cubicBezTo>
                  <a:cubicBezTo>
                    <a:pt x="860" y="812"/>
                    <a:pt x="855" y="806"/>
                    <a:pt x="851" y="806"/>
                  </a:cubicBezTo>
                  <a:cubicBezTo>
                    <a:pt x="848" y="806"/>
                    <a:pt x="842" y="811"/>
                    <a:pt x="839" y="814"/>
                  </a:cubicBezTo>
                  <a:cubicBezTo>
                    <a:pt x="837" y="816"/>
                    <a:pt x="835" y="820"/>
                    <a:pt x="834" y="822"/>
                  </a:cubicBezTo>
                  <a:cubicBezTo>
                    <a:pt x="832" y="827"/>
                    <a:pt x="833" y="838"/>
                    <a:pt x="832" y="843"/>
                  </a:cubicBezTo>
                  <a:cubicBezTo>
                    <a:pt x="832" y="846"/>
                    <a:pt x="834" y="851"/>
                    <a:pt x="833" y="854"/>
                  </a:cubicBezTo>
                  <a:cubicBezTo>
                    <a:pt x="833" y="857"/>
                    <a:pt x="831" y="862"/>
                    <a:pt x="830" y="864"/>
                  </a:cubicBezTo>
                  <a:cubicBezTo>
                    <a:pt x="828" y="866"/>
                    <a:pt x="825" y="869"/>
                    <a:pt x="823" y="869"/>
                  </a:cubicBezTo>
                  <a:cubicBezTo>
                    <a:pt x="821" y="870"/>
                    <a:pt x="819" y="868"/>
                    <a:pt x="818" y="867"/>
                  </a:cubicBezTo>
                  <a:cubicBezTo>
                    <a:pt x="814" y="866"/>
                    <a:pt x="807" y="864"/>
                    <a:pt x="804" y="864"/>
                  </a:cubicBezTo>
                  <a:cubicBezTo>
                    <a:pt x="799" y="865"/>
                    <a:pt x="792" y="869"/>
                    <a:pt x="788" y="870"/>
                  </a:cubicBezTo>
                  <a:cubicBezTo>
                    <a:pt x="784" y="871"/>
                    <a:pt x="776" y="874"/>
                    <a:pt x="772" y="875"/>
                  </a:cubicBezTo>
                  <a:cubicBezTo>
                    <a:pt x="769" y="875"/>
                    <a:pt x="763" y="876"/>
                    <a:pt x="761" y="876"/>
                  </a:cubicBezTo>
                  <a:cubicBezTo>
                    <a:pt x="758" y="876"/>
                    <a:pt x="754" y="874"/>
                    <a:pt x="752" y="873"/>
                  </a:cubicBezTo>
                  <a:cubicBezTo>
                    <a:pt x="748" y="872"/>
                    <a:pt x="739" y="874"/>
                    <a:pt x="735" y="872"/>
                  </a:cubicBezTo>
                  <a:cubicBezTo>
                    <a:pt x="731" y="871"/>
                    <a:pt x="726" y="867"/>
                    <a:pt x="723" y="866"/>
                  </a:cubicBezTo>
                  <a:cubicBezTo>
                    <a:pt x="718" y="863"/>
                    <a:pt x="706" y="859"/>
                    <a:pt x="701" y="855"/>
                  </a:cubicBezTo>
                  <a:cubicBezTo>
                    <a:pt x="698" y="853"/>
                    <a:pt x="693" y="847"/>
                    <a:pt x="690" y="844"/>
                  </a:cubicBezTo>
                  <a:cubicBezTo>
                    <a:pt x="688" y="841"/>
                    <a:pt x="682" y="835"/>
                    <a:pt x="681" y="831"/>
                  </a:cubicBezTo>
                  <a:cubicBezTo>
                    <a:pt x="679" y="829"/>
                    <a:pt x="678" y="824"/>
                    <a:pt x="678" y="821"/>
                  </a:cubicBezTo>
                  <a:cubicBezTo>
                    <a:pt x="676" y="817"/>
                    <a:pt x="674" y="808"/>
                    <a:pt x="672" y="804"/>
                  </a:cubicBezTo>
                  <a:cubicBezTo>
                    <a:pt x="670" y="802"/>
                    <a:pt x="665" y="799"/>
                    <a:pt x="662" y="798"/>
                  </a:cubicBezTo>
                  <a:cubicBezTo>
                    <a:pt x="659" y="795"/>
                    <a:pt x="653" y="791"/>
                    <a:pt x="649" y="789"/>
                  </a:cubicBezTo>
                  <a:cubicBezTo>
                    <a:pt x="647" y="788"/>
                    <a:pt x="639" y="786"/>
                    <a:pt x="638" y="783"/>
                  </a:cubicBezTo>
                  <a:cubicBezTo>
                    <a:pt x="637" y="780"/>
                    <a:pt x="640" y="775"/>
                    <a:pt x="641" y="772"/>
                  </a:cubicBezTo>
                  <a:cubicBezTo>
                    <a:pt x="641" y="768"/>
                    <a:pt x="643" y="760"/>
                    <a:pt x="642" y="755"/>
                  </a:cubicBezTo>
                  <a:cubicBezTo>
                    <a:pt x="641" y="750"/>
                    <a:pt x="634" y="741"/>
                    <a:pt x="632" y="735"/>
                  </a:cubicBezTo>
                  <a:cubicBezTo>
                    <a:pt x="631" y="732"/>
                    <a:pt x="629" y="726"/>
                    <a:pt x="629" y="723"/>
                  </a:cubicBezTo>
                  <a:cubicBezTo>
                    <a:pt x="628" y="719"/>
                    <a:pt x="628" y="710"/>
                    <a:pt x="629" y="706"/>
                  </a:cubicBezTo>
                  <a:cubicBezTo>
                    <a:pt x="629" y="703"/>
                    <a:pt x="630" y="697"/>
                    <a:pt x="630" y="695"/>
                  </a:cubicBezTo>
                  <a:cubicBezTo>
                    <a:pt x="631" y="691"/>
                    <a:pt x="635" y="683"/>
                    <a:pt x="636" y="679"/>
                  </a:cubicBezTo>
                  <a:cubicBezTo>
                    <a:pt x="638" y="674"/>
                    <a:pt x="640" y="664"/>
                    <a:pt x="640" y="659"/>
                  </a:cubicBezTo>
                  <a:cubicBezTo>
                    <a:pt x="640" y="656"/>
                    <a:pt x="640" y="649"/>
                    <a:pt x="639" y="646"/>
                  </a:cubicBezTo>
                  <a:cubicBezTo>
                    <a:pt x="638" y="644"/>
                    <a:pt x="635" y="639"/>
                    <a:pt x="632" y="638"/>
                  </a:cubicBezTo>
                  <a:cubicBezTo>
                    <a:pt x="629" y="635"/>
                    <a:pt x="619" y="635"/>
                    <a:pt x="615" y="636"/>
                  </a:cubicBezTo>
                  <a:cubicBezTo>
                    <a:pt x="614" y="637"/>
                    <a:pt x="611" y="640"/>
                    <a:pt x="609" y="641"/>
                  </a:cubicBezTo>
                  <a:cubicBezTo>
                    <a:pt x="607" y="644"/>
                    <a:pt x="601" y="649"/>
                    <a:pt x="600" y="652"/>
                  </a:cubicBezTo>
                  <a:cubicBezTo>
                    <a:pt x="599" y="655"/>
                    <a:pt x="599" y="661"/>
                    <a:pt x="598" y="663"/>
                  </a:cubicBezTo>
                  <a:cubicBezTo>
                    <a:pt x="597" y="666"/>
                    <a:pt x="594" y="670"/>
                    <a:pt x="592" y="672"/>
                  </a:cubicBezTo>
                  <a:cubicBezTo>
                    <a:pt x="592" y="673"/>
                    <a:pt x="592" y="676"/>
                    <a:pt x="591" y="676"/>
                  </a:cubicBezTo>
                  <a:cubicBezTo>
                    <a:pt x="589" y="677"/>
                    <a:pt x="583" y="675"/>
                    <a:pt x="581" y="674"/>
                  </a:cubicBezTo>
                  <a:cubicBezTo>
                    <a:pt x="579" y="673"/>
                    <a:pt x="577" y="669"/>
                    <a:pt x="575" y="667"/>
                  </a:cubicBezTo>
                  <a:cubicBezTo>
                    <a:pt x="572" y="664"/>
                    <a:pt x="564" y="660"/>
                    <a:pt x="562" y="656"/>
                  </a:cubicBezTo>
                  <a:cubicBezTo>
                    <a:pt x="561" y="654"/>
                    <a:pt x="562" y="649"/>
                    <a:pt x="562" y="646"/>
                  </a:cubicBezTo>
                  <a:cubicBezTo>
                    <a:pt x="562" y="644"/>
                    <a:pt x="563" y="638"/>
                    <a:pt x="561" y="636"/>
                  </a:cubicBezTo>
                  <a:cubicBezTo>
                    <a:pt x="559" y="633"/>
                    <a:pt x="552" y="632"/>
                    <a:pt x="549" y="632"/>
                  </a:cubicBezTo>
                  <a:cubicBezTo>
                    <a:pt x="543" y="631"/>
                    <a:pt x="533" y="634"/>
                    <a:pt x="527" y="635"/>
                  </a:cubicBezTo>
                  <a:cubicBezTo>
                    <a:pt x="523" y="635"/>
                    <a:pt x="514" y="636"/>
                    <a:pt x="509" y="638"/>
                  </a:cubicBezTo>
                  <a:cubicBezTo>
                    <a:pt x="505" y="639"/>
                    <a:pt x="497" y="642"/>
                    <a:pt x="493" y="644"/>
                  </a:cubicBezTo>
                  <a:cubicBezTo>
                    <a:pt x="490" y="646"/>
                    <a:pt x="483" y="652"/>
                    <a:pt x="482" y="656"/>
                  </a:cubicBezTo>
                  <a:cubicBezTo>
                    <a:pt x="481" y="659"/>
                    <a:pt x="483" y="666"/>
                    <a:pt x="483" y="669"/>
                  </a:cubicBezTo>
                  <a:cubicBezTo>
                    <a:pt x="483" y="673"/>
                    <a:pt x="486" y="683"/>
                    <a:pt x="485" y="687"/>
                  </a:cubicBezTo>
                  <a:cubicBezTo>
                    <a:pt x="485" y="689"/>
                    <a:pt x="483" y="694"/>
                    <a:pt x="481" y="695"/>
                  </a:cubicBezTo>
                  <a:cubicBezTo>
                    <a:pt x="479" y="698"/>
                    <a:pt x="472" y="701"/>
                    <a:pt x="469" y="703"/>
                  </a:cubicBezTo>
                  <a:cubicBezTo>
                    <a:pt x="467" y="704"/>
                    <a:pt x="462" y="708"/>
                    <a:pt x="461" y="710"/>
                  </a:cubicBezTo>
                  <a:cubicBezTo>
                    <a:pt x="460" y="714"/>
                    <a:pt x="460" y="723"/>
                    <a:pt x="462" y="727"/>
                  </a:cubicBezTo>
                  <a:cubicBezTo>
                    <a:pt x="466" y="735"/>
                    <a:pt x="484" y="742"/>
                    <a:pt x="488" y="750"/>
                  </a:cubicBezTo>
                  <a:cubicBezTo>
                    <a:pt x="491" y="757"/>
                    <a:pt x="488" y="774"/>
                    <a:pt x="488" y="782"/>
                  </a:cubicBezTo>
                  <a:cubicBezTo>
                    <a:pt x="488" y="787"/>
                    <a:pt x="489" y="798"/>
                    <a:pt x="490" y="803"/>
                  </a:cubicBezTo>
                  <a:cubicBezTo>
                    <a:pt x="491" y="806"/>
                    <a:pt x="496" y="811"/>
                    <a:pt x="497" y="815"/>
                  </a:cubicBezTo>
                  <a:cubicBezTo>
                    <a:pt x="499" y="820"/>
                    <a:pt x="500" y="832"/>
                    <a:pt x="498" y="838"/>
                  </a:cubicBezTo>
                  <a:cubicBezTo>
                    <a:pt x="497" y="842"/>
                    <a:pt x="492" y="851"/>
                    <a:pt x="489" y="855"/>
                  </a:cubicBezTo>
                  <a:cubicBezTo>
                    <a:pt x="486" y="863"/>
                    <a:pt x="480" y="877"/>
                    <a:pt x="475" y="884"/>
                  </a:cubicBezTo>
                  <a:cubicBezTo>
                    <a:pt x="472" y="889"/>
                    <a:pt x="463" y="896"/>
                    <a:pt x="461" y="901"/>
                  </a:cubicBezTo>
                  <a:cubicBezTo>
                    <a:pt x="459" y="907"/>
                    <a:pt x="460" y="920"/>
                    <a:pt x="460" y="926"/>
                  </a:cubicBezTo>
                  <a:cubicBezTo>
                    <a:pt x="460" y="929"/>
                    <a:pt x="460" y="933"/>
                    <a:pt x="459" y="935"/>
                  </a:cubicBezTo>
                  <a:cubicBezTo>
                    <a:pt x="458" y="936"/>
                    <a:pt x="453" y="937"/>
                    <a:pt x="452" y="938"/>
                  </a:cubicBezTo>
                  <a:cubicBezTo>
                    <a:pt x="449" y="940"/>
                    <a:pt x="442" y="944"/>
                    <a:pt x="441" y="947"/>
                  </a:cubicBezTo>
                  <a:cubicBezTo>
                    <a:pt x="440" y="949"/>
                    <a:pt x="440" y="953"/>
                    <a:pt x="439" y="955"/>
                  </a:cubicBezTo>
                  <a:cubicBezTo>
                    <a:pt x="438" y="958"/>
                    <a:pt x="434" y="963"/>
                    <a:pt x="432" y="966"/>
                  </a:cubicBezTo>
                  <a:cubicBezTo>
                    <a:pt x="431" y="967"/>
                    <a:pt x="428" y="969"/>
                    <a:pt x="427" y="970"/>
                  </a:cubicBezTo>
                  <a:cubicBezTo>
                    <a:pt x="425" y="973"/>
                    <a:pt x="420" y="980"/>
                    <a:pt x="419" y="984"/>
                  </a:cubicBezTo>
                  <a:cubicBezTo>
                    <a:pt x="418" y="987"/>
                    <a:pt x="417" y="993"/>
                    <a:pt x="417" y="996"/>
                  </a:cubicBezTo>
                  <a:cubicBezTo>
                    <a:pt x="417" y="999"/>
                    <a:pt x="418" y="1004"/>
                    <a:pt x="416" y="1006"/>
                  </a:cubicBezTo>
                  <a:cubicBezTo>
                    <a:pt x="413" y="1009"/>
                    <a:pt x="398" y="1009"/>
                    <a:pt x="398" y="1009"/>
                  </a:cubicBezTo>
                  <a:cubicBezTo>
                    <a:pt x="398" y="1009"/>
                    <a:pt x="388" y="999"/>
                    <a:pt x="385" y="996"/>
                  </a:cubicBezTo>
                  <a:cubicBezTo>
                    <a:pt x="381" y="991"/>
                    <a:pt x="374" y="980"/>
                    <a:pt x="370" y="975"/>
                  </a:cubicBezTo>
                  <a:cubicBezTo>
                    <a:pt x="368" y="972"/>
                    <a:pt x="361" y="966"/>
                    <a:pt x="358" y="964"/>
                  </a:cubicBezTo>
                  <a:cubicBezTo>
                    <a:pt x="354" y="960"/>
                    <a:pt x="344" y="956"/>
                    <a:pt x="341" y="951"/>
                  </a:cubicBezTo>
                  <a:cubicBezTo>
                    <a:pt x="339" y="948"/>
                    <a:pt x="338" y="941"/>
                    <a:pt x="338" y="938"/>
                  </a:cubicBezTo>
                  <a:cubicBezTo>
                    <a:pt x="338" y="933"/>
                    <a:pt x="341" y="925"/>
                    <a:pt x="341" y="920"/>
                  </a:cubicBezTo>
                  <a:cubicBezTo>
                    <a:pt x="340" y="915"/>
                    <a:pt x="336" y="907"/>
                    <a:pt x="334" y="902"/>
                  </a:cubicBezTo>
                  <a:cubicBezTo>
                    <a:pt x="332" y="898"/>
                    <a:pt x="326" y="889"/>
                    <a:pt x="324" y="885"/>
                  </a:cubicBezTo>
                  <a:cubicBezTo>
                    <a:pt x="322" y="881"/>
                    <a:pt x="319" y="875"/>
                    <a:pt x="319" y="872"/>
                  </a:cubicBezTo>
                  <a:cubicBezTo>
                    <a:pt x="319" y="869"/>
                    <a:pt x="324" y="864"/>
                    <a:pt x="325" y="861"/>
                  </a:cubicBezTo>
                  <a:cubicBezTo>
                    <a:pt x="327" y="857"/>
                    <a:pt x="330" y="849"/>
                    <a:pt x="331" y="844"/>
                  </a:cubicBezTo>
                  <a:cubicBezTo>
                    <a:pt x="332" y="840"/>
                    <a:pt x="329" y="830"/>
                    <a:pt x="330" y="826"/>
                  </a:cubicBezTo>
                  <a:cubicBezTo>
                    <a:pt x="331" y="823"/>
                    <a:pt x="333" y="818"/>
                    <a:pt x="334" y="815"/>
                  </a:cubicBezTo>
                  <a:cubicBezTo>
                    <a:pt x="336" y="813"/>
                    <a:pt x="340" y="811"/>
                    <a:pt x="342" y="809"/>
                  </a:cubicBezTo>
                  <a:cubicBezTo>
                    <a:pt x="344" y="806"/>
                    <a:pt x="349" y="800"/>
                    <a:pt x="349" y="797"/>
                  </a:cubicBezTo>
                  <a:cubicBezTo>
                    <a:pt x="350" y="792"/>
                    <a:pt x="346" y="782"/>
                    <a:pt x="345" y="776"/>
                  </a:cubicBezTo>
                  <a:cubicBezTo>
                    <a:pt x="345" y="773"/>
                    <a:pt x="345" y="765"/>
                    <a:pt x="346" y="761"/>
                  </a:cubicBezTo>
                  <a:cubicBezTo>
                    <a:pt x="347" y="758"/>
                    <a:pt x="350" y="751"/>
                    <a:pt x="351" y="747"/>
                  </a:cubicBezTo>
                  <a:cubicBezTo>
                    <a:pt x="352" y="745"/>
                    <a:pt x="354" y="739"/>
                    <a:pt x="353" y="737"/>
                  </a:cubicBezTo>
                  <a:cubicBezTo>
                    <a:pt x="352" y="733"/>
                    <a:pt x="345" y="728"/>
                    <a:pt x="343" y="725"/>
                  </a:cubicBezTo>
                  <a:cubicBezTo>
                    <a:pt x="342" y="722"/>
                    <a:pt x="340" y="716"/>
                    <a:pt x="341" y="713"/>
                  </a:cubicBezTo>
                  <a:cubicBezTo>
                    <a:pt x="341" y="709"/>
                    <a:pt x="346" y="704"/>
                    <a:pt x="347" y="700"/>
                  </a:cubicBezTo>
                  <a:cubicBezTo>
                    <a:pt x="349" y="696"/>
                    <a:pt x="350" y="686"/>
                    <a:pt x="349" y="682"/>
                  </a:cubicBezTo>
                  <a:cubicBezTo>
                    <a:pt x="348" y="677"/>
                    <a:pt x="341" y="671"/>
                    <a:pt x="337" y="669"/>
                  </a:cubicBezTo>
                  <a:cubicBezTo>
                    <a:pt x="335" y="667"/>
                    <a:pt x="328" y="665"/>
                    <a:pt x="325" y="665"/>
                  </a:cubicBezTo>
                  <a:cubicBezTo>
                    <a:pt x="323" y="664"/>
                    <a:pt x="319" y="665"/>
                    <a:pt x="318" y="664"/>
                  </a:cubicBezTo>
                  <a:cubicBezTo>
                    <a:pt x="314" y="662"/>
                    <a:pt x="309" y="656"/>
                    <a:pt x="306" y="653"/>
                  </a:cubicBezTo>
                  <a:cubicBezTo>
                    <a:pt x="304" y="650"/>
                    <a:pt x="299" y="643"/>
                    <a:pt x="298" y="640"/>
                  </a:cubicBezTo>
                  <a:cubicBezTo>
                    <a:pt x="295" y="634"/>
                    <a:pt x="289" y="624"/>
                    <a:pt x="288" y="618"/>
                  </a:cubicBezTo>
                  <a:cubicBezTo>
                    <a:pt x="287" y="614"/>
                    <a:pt x="287" y="605"/>
                    <a:pt x="287" y="600"/>
                  </a:cubicBezTo>
                  <a:cubicBezTo>
                    <a:pt x="287" y="594"/>
                    <a:pt x="286" y="581"/>
                    <a:pt x="290" y="575"/>
                  </a:cubicBezTo>
                  <a:cubicBezTo>
                    <a:pt x="291" y="573"/>
                    <a:pt x="295" y="571"/>
                    <a:pt x="297" y="569"/>
                  </a:cubicBezTo>
                  <a:cubicBezTo>
                    <a:pt x="300" y="567"/>
                    <a:pt x="307" y="562"/>
                    <a:pt x="308" y="558"/>
                  </a:cubicBezTo>
                  <a:cubicBezTo>
                    <a:pt x="308" y="556"/>
                    <a:pt x="307" y="552"/>
                    <a:pt x="306" y="551"/>
                  </a:cubicBezTo>
                  <a:cubicBezTo>
                    <a:pt x="305" y="550"/>
                    <a:pt x="303" y="549"/>
                    <a:pt x="302" y="549"/>
                  </a:cubicBezTo>
                  <a:cubicBezTo>
                    <a:pt x="299" y="548"/>
                    <a:pt x="292" y="548"/>
                    <a:pt x="289" y="546"/>
                  </a:cubicBezTo>
                  <a:cubicBezTo>
                    <a:pt x="285" y="543"/>
                    <a:pt x="281" y="535"/>
                    <a:pt x="278" y="532"/>
                  </a:cubicBezTo>
                  <a:cubicBezTo>
                    <a:pt x="276" y="530"/>
                    <a:pt x="273" y="526"/>
                    <a:pt x="271" y="525"/>
                  </a:cubicBezTo>
                  <a:cubicBezTo>
                    <a:pt x="267" y="524"/>
                    <a:pt x="259" y="529"/>
                    <a:pt x="255" y="530"/>
                  </a:cubicBezTo>
                  <a:cubicBezTo>
                    <a:pt x="252" y="530"/>
                    <a:pt x="245" y="530"/>
                    <a:pt x="242" y="528"/>
                  </a:cubicBezTo>
                  <a:cubicBezTo>
                    <a:pt x="241" y="527"/>
                    <a:pt x="241" y="522"/>
                    <a:pt x="240" y="520"/>
                  </a:cubicBezTo>
                  <a:cubicBezTo>
                    <a:pt x="240" y="517"/>
                    <a:pt x="239" y="512"/>
                    <a:pt x="239" y="509"/>
                  </a:cubicBezTo>
                  <a:cubicBezTo>
                    <a:pt x="238" y="505"/>
                    <a:pt x="238" y="496"/>
                    <a:pt x="237" y="492"/>
                  </a:cubicBezTo>
                  <a:cubicBezTo>
                    <a:pt x="237" y="490"/>
                    <a:pt x="238" y="482"/>
                    <a:pt x="235" y="481"/>
                  </a:cubicBezTo>
                  <a:cubicBezTo>
                    <a:pt x="234" y="481"/>
                    <a:pt x="234" y="483"/>
                    <a:pt x="233" y="484"/>
                  </a:cubicBezTo>
                  <a:cubicBezTo>
                    <a:pt x="232" y="485"/>
                    <a:pt x="229" y="487"/>
                    <a:pt x="227" y="488"/>
                  </a:cubicBezTo>
                  <a:cubicBezTo>
                    <a:pt x="222" y="490"/>
                    <a:pt x="211" y="488"/>
                    <a:pt x="206" y="490"/>
                  </a:cubicBezTo>
                  <a:cubicBezTo>
                    <a:pt x="203" y="491"/>
                    <a:pt x="197" y="496"/>
                    <a:pt x="195" y="499"/>
                  </a:cubicBezTo>
                  <a:cubicBezTo>
                    <a:pt x="193" y="501"/>
                    <a:pt x="191" y="505"/>
                    <a:pt x="191" y="508"/>
                  </a:cubicBezTo>
                  <a:cubicBezTo>
                    <a:pt x="191" y="511"/>
                    <a:pt x="196" y="518"/>
                    <a:pt x="198" y="522"/>
                  </a:cubicBezTo>
                  <a:cubicBezTo>
                    <a:pt x="198" y="523"/>
                    <a:pt x="200" y="526"/>
                    <a:pt x="201" y="528"/>
                  </a:cubicBezTo>
                  <a:cubicBezTo>
                    <a:pt x="201" y="530"/>
                    <a:pt x="201" y="535"/>
                    <a:pt x="200" y="537"/>
                  </a:cubicBezTo>
                  <a:cubicBezTo>
                    <a:pt x="199" y="540"/>
                    <a:pt x="194" y="543"/>
                    <a:pt x="191" y="545"/>
                  </a:cubicBezTo>
                  <a:cubicBezTo>
                    <a:pt x="189" y="547"/>
                    <a:pt x="184" y="551"/>
                    <a:pt x="182" y="552"/>
                  </a:cubicBezTo>
                  <a:cubicBezTo>
                    <a:pt x="180" y="553"/>
                    <a:pt x="175" y="556"/>
                    <a:pt x="172" y="556"/>
                  </a:cubicBezTo>
                  <a:cubicBezTo>
                    <a:pt x="169" y="557"/>
                    <a:pt x="162" y="558"/>
                    <a:pt x="159" y="559"/>
                  </a:cubicBezTo>
                  <a:cubicBezTo>
                    <a:pt x="155" y="559"/>
                    <a:pt x="149" y="562"/>
                    <a:pt x="145" y="562"/>
                  </a:cubicBezTo>
                  <a:cubicBezTo>
                    <a:pt x="144" y="562"/>
                    <a:pt x="140" y="563"/>
                    <a:pt x="138" y="562"/>
                  </a:cubicBezTo>
                  <a:cubicBezTo>
                    <a:pt x="137" y="562"/>
                    <a:pt x="135" y="559"/>
                    <a:pt x="133" y="559"/>
                  </a:cubicBezTo>
                  <a:cubicBezTo>
                    <a:pt x="129" y="560"/>
                    <a:pt x="124" y="568"/>
                    <a:pt x="120" y="569"/>
                  </a:cubicBezTo>
                  <a:cubicBezTo>
                    <a:pt x="117" y="570"/>
                    <a:pt x="111" y="568"/>
                    <a:pt x="108" y="567"/>
                  </a:cubicBezTo>
                  <a:cubicBezTo>
                    <a:pt x="105" y="566"/>
                    <a:pt x="99" y="562"/>
                    <a:pt x="97" y="561"/>
                  </a:cubicBezTo>
                  <a:cubicBezTo>
                    <a:pt x="95" y="559"/>
                    <a:pt x="91" y="557"/>
                    <a:pt x="89" y="556"/>
                  </a:cubicBezTo>
                  <a:cubicBezTo>
                    <a:pt x="85" y="555"/>
                    <a:pt x="77" y="553"/>
                    <a:pt x="72" y="553"/>
                  </a:cubicBezTo>
                  <a:cubicBezTo>
                    <a:pt x="69" y="553"/>
                    <a:pt x="63" y="556"/>
                    <a:pt x="60" y="556"/>
                  </a:cubicBezTo>
                  <a:cubicBezTo>
                    <a:pt x="57" y="556"/>
                    <a:pt x="50" y="556"/>
                    <a:pt x="47" y="555"/>
                  </a:cubicBezTo>
                  <a:cubicBezTo>
                    <a:pt x="43" y="554"/>
                    <a:pt x="33" y="549"/>
                    <a:pt x="33" y="549"/>
                  </a:cubicBezTo>
                  <a:cubicBezTo>
                    <a:pt x="19" y="546"/>
                    <a:pt x="19" y="546"/>
                    <a:pt x="19" y="546"/>
                  </a:cubicBezTo>
                  <a:cubicBezTo>
                    <a:pt x="19" y="546"/>
                    <a:pt x="25" y="529"/>
                    <a:pt x="24" y="524"/>
                  </a:cubicBezTo>
                  <a:cubicBezTo>
                    <a:pt x="23" y="519"/>
                    <a:pt x="15" y="511"/>
                    <a:pt x="12" y="506"/>
                  </a:cubicBezTo>
                  <a:cubicBezTo>
                    <a:pt x="9" y="503"/>
                    <a:pt x="3" y="497"/>
                    <a:pt x="2" y="493"/>
                  </a:cubicBezTo>
                  <a:cubicBezTo>
                    <a:pt x="0" y="488"/>
                    <a:pt x="0" y="476"/>
                    <a:pt x="2" y="471"/>
                  </a:cubicBezTo>
                  <a:cubicBezTo>
                    <a:pt x="3" y="468"/>
                    <a:pt x="8" y="462"/>
                    <a:pt x="11" y="459"/>
                  </a:cubicBezTo>
                  <a:cubicBezTo>
                    <a:pt x="12" y="458"/>
                    <a:pt x="17" y="457"/>
                    <a:pt x="17" y="455"/>
                  </a:cubicBezTo>
                  <a:cubicBezTo>
                    <a:pt x="18" y="451"/>
                    <a:pt x="11" y="444"/>
                    <a:pt x="10" y="440"/>
                  </a:cubicBezTo>
                  <a:cubicBezTo>
                    <a:pt x="9" y="438"/>
                    <a:pt x="8" y="434"/>
                    <a:pt x="9" y="432"/>
                  </a:cubicBezTo>
                  <a:cubicBezTo>
                    <a:pt x="9" y="428"/>
                    <a:pt x="12" y="422"/>
                    <a:pt x="14" y="419"/>
                  </a:cubicBezTo>
                  <a:cubicBezTo>
                    <a:pt x="16" y="417"/>
                    <a:pt x="22" y="414"/>
                    <a:pt x="24" y="413"/>
                  </a:cubicBezTo>
                  <a:cubicBezTo>
                    <a:pt x="29" y="412"/>
                    <a:pt x="38" y="414"/>
                    <a:pt x="42" y="413"/>
                  </a:cubicBezTo>
                  <a:cubicBezTo>
                    <a:pt x="46" y="411"/>
                    <a:pt x="51" y="403"/>
                    <a:pt x="54" y="400"/>
                  </a:cubicBezTo>
                  <a:cubicBezTo>
                    <a:pt x="57" y="398"/>
                    <a:pt x="66" y="395"/>
                    <a:pt x="69" y="392"/>
                  </a:cubicBezTo>
                  <a:cubicBezTo>
                    <a:pt x="71" y="389"/>
                    <a:pt x="73" y="379"/>
                    <a:pt x="74" y="374"/>
                  </a:cubicBezTo>
                  <a:cubicBezTo>
                    <a:pt x="74" y="372"/>
                    <a:pt x="74" y="367"/>
                    <a:pt x="76" y="365"/>
                  </a:cubicBezTo>
                  <a:cubicBezTo>
                    <a:pt x="78" y="363"/>
                    <a:pt x="85" y="363"/>
                    <a:pt x="88" y="364"/>
                  </a:cubicBezTo>
                  <a:cubicBezTo>
                    <a:pt x="91" y="365"/>
                    <a:pt x="91" y="373"/>
                    <a:pt x="94" y="375"/>
                  </a:cubicBezTo>
                  <a:cubicBezTo>
                    <a:pt x="97" y="377"/>
                    <a:pt x="104" y="377"/>
                    <a:pt x="107" y="376"/>
                  </a:cubicBezTo>
                  <a:cubicBezTo>
                    <a:pt x="110" y="375"/>
                    <a:pt x="115" y="369"/>
                    <a:pt x="117" y="366"/>
                  </a:cubicBezTo>
                  <a:cubicBezTo>
                    <a:pt x="119" y="363"/>
                    <a:pt x="118" y="355"/>
                    <a:pt x="120" y="351"/>
                  </a:cubicBezTo>
                  <a:cubicBezTo>
                    <a:pt x="122" y="348"/>
                    <a:pt x="129" y="343"/>
                    <a:pt x="131" y="340"/>
                  </a:cubicBezTo>
                  <a:cubicBezTo>
                    <a:pt x="133" y="337"/>
                    <a:pt x="136" y="329"/>
                    <a:pt x="136" y="325"/>
                  </a:cubicBezTo>
                  <a:cubicBezTo>
                    <a:pt x="137" y="321"/>
                    <a:pt x="130" y="312"/>
                    <a:pt x="132" y="308"/>
                  </a:cubicBezTo>
                  <a:cubicBezTo>
                    <a:pt x="133" y="306"/>
                    <a:pt x="137" y="303"/>
                    <a:pt x="139" y="302"/>
                  </a:cubicBezTo>
                  <a:cubicBezTo>
                    <a:pt x="141" y="300"/>
                    <a:pt x="146" y="298"/>
                    <a:pt x="149" y="297"/>
                  </a:cubicBezTo>
                  <a:cubicBezTo>
                    <a:pt x="151" y="297"/>
                    <a:pt x="157" y="297"/>
                    <a:pt x="159" y="296"/>
                  </a:cubicBezTo>
                  <a:cubicBezTo>
                    <a:pt x="163" y="294"/>
                    <a:pt x="173" y="282"/>
                    <a:pt x="173" y="282"/>
                  </a:cubicBezTo>
                  <a:cubicBezTo>
                    <a:pt x="173" y="282"/>
                    <a:pt x="182" y="282"/>
                    <a:pt x="185" y="283"/>
                  </a:cubicBezTo>
                  <a:cubicBezTo>
                    <a:pt x="188" y="283"/>
                    <a:pt x="195" y="284"/>
                    <a:pt x="198" y="286"/>
                  </a:cubicBezTo>
                  <a:cubicBezTo>
                    <a:pt x="200" y="287"/>
                    <a:pt x="200" y="294"/>
                    <a:pt x="202" y="296"/>
                  </a:cubicBezTo>
                  <a:cubicBezTo>
                    <a:pt x="205" y="297"/>
                    <a:pt x="212" y="296"/>
                    <a:pt x="216" y="296"/>
                  </a:cubicBezTo>
                  <a:cubicBezTo>
                    <a:pt x="219" y="295"/>
                    <a:pt x="226" y="291"/>
                    <a:pt x="230" y="289"/>
                  </a:cubicBezTo>
                  <a:cubicBezTo>
                    <a:pt x="233" y="288"/>
                    <a:pt x="238" y="287"/>
                    <a:pt x="241" y="286"/>
                  </a:cubicBezTo>
                  <a:cubicBezTo>
                    <a:pt x="247" y="285"/>
                    <a:pt x="260" y="283"/>
                    <a:pt x="266" y="281"/>
                  </a:cubicBezTo>
                  <a:cubicBezTo>
                    <a:pt x="269" y="280"/>
                    <a:pt x="276" y="278"/>
                    <a:pt x="279" y="276"/>
                  </a:cubicBezTo>
                  <a:cubicBezTo>
                    <a:pt x="282" y="274"/>
                    <a:pt x="287" y="269"/>
                    <a:pt x="288" y="266"/>
                  </a:cubicBezTo>
                  <a:cubicBezTo>
                    <a:pt x="290" y="264"/>
                    <a:pt x="290" y="258"/>
                    <a:pt x="291" y="255"/>
                  </a:cubicBezTo>
                  <a:cubicBezTo>
                    <a:pt x="292" y="251"/>
                    <a:pt x="294" y="242"/>
                    <a:pt x="295" y="238"/>
                  </a:cubicBezTo>
                  <a:cubicBezTo>
                    <a:pt x="297" y="235"/>
                    <a:pt x="302" y="226"/>
                    <a:pt x="302" y="224"/>
                  </a:cubicBezTo>
                  <a:cubicBezTo>
                    <a:pt x="302" y="223"/>
                    <a:pt x="303" y="216"/>
                    <a:pt x="305" y="214"/>
                  </a:cubicBezTo>
                  <a:cubicBezTo>
                    <a:pt x="307" y="211"/>
                    <a:pt x="312" y="209"/>
                    <a:pt x="315" y="208"/>
                  </a:cubicBezTo>
                  <a:cubicBezTo>
                    <a:pt x="317" y="207"/>
                    <a:pt x="323" y="206"/>
                    <a:pt x="325" y="207"/>
                  </a:cubicBezTo>
                  <a:cubicBezTo>
                    <a:pt x="328" y="207"/>
                    <a:pt x="333" y="210"/>
                    <a:pt x="335" y="212"/>
                  </a:cubicBezTo>
                  <a:cubicBezTo>
                    <a:pt x="338" y="214"/>
                    <a:pt x="341" y="220"/>
                    <a:pt x="343" y="223"/>
                  </a:cubicBezTo>
                  <a:cubicBezTo>
                    <a:pt x="344" y="225"/>
                    <a:pt x="346" y="229"/>
                    <a:pt x="347" y="231"/>
                  </a:cubicBezTo>
                  <a:cubicBezTo>
                    <a:pt x="349" y="232"/>
                    <a:pt x="352" y="235"/>
                    <a:pt x="354" y="235"/>
                  </a:cubicBezTo>
                  <a:cubicBezTo>
                    <a:pt x="355" y="235"/>
                    <a:pt x="358" y="231"/>
                    <a:pt x="360" y="230"/>
                  </a:cubicBezTo>
                  <a:cubicBezTo>
                    <a:pt x="362" y="228"/>
                    <a:pt x="367" y="224"/>
                    <a:pt x="369" y="222"/>
                  </a:cubicBezTo>
                  <a:cubicBezTo>
                    <a:pt x="372" y="220"/>
                    <a:pt x="376" y="214"/>
                    <a:pt x="378" y="212"/>
                  </a:cubicBezTo>
                  <a:cubicBezTo>
                    <a:pt x="380" y="210"/>
                    <a:pt x="383" y="207"/>
                    <a:pt x="385" y="206"/>
                  </a:cubicBezTo>
                  <a:cubicBezTo>
                    <a:pt x="387" y="204"/>
                    <a:pt x="392" y="203"/>
                    <a:pt x="394" y="203"/>
                  </a:cubicBezTo>
                  <a:cubicBezTo>
                    <a:pt x="398" y="202"/>
                    <a:pt x="407" y="202"/>
                    <a:pt x="412" y="202"/>
                  </a:cubicBezTo>
                  <a:cubicBezTo>
                    <a:pt x="414" y="203"/>
                    <a:pt x="418" y="206"/>
                    <a:pt x="420" y="205"/>
                  </a:cubicBezTo>
                  <a:cubicBezTo>
                    <a:pt x="423" y="203"/>
                    <a:pt x="423" y="196"/>
                    <a:pt x="424" y="193"/>
                  </a:cubicBezTo>
                  <a:cubicBezTo>
                    <a:pt x="425" y="191"/>
                    <a:pt x="428" y="187"/>
                    <a:pt x="430" y="186"/>
                  </a:cubicBezTo>
                  <a:cubicBezTo>
                    <a:pt x="432" y="183"/>
                    <a:pt x="437" y="177"/>
                    <a:pt x="439" y="175"/>
                  </a:cubicBezTo>
                  <a:cubicBezTo>
                    <a:pt x="442" y="172"/>
                    <a:pt x="446" y="167"/>
                    <a:pt x="449" y="165"/>
                  </a:cubicBezTo>
                  <a:cubicBezTo>
                    <a:pt x="451" y="163"/>
                    <a:pt x="459" y="162"/>
                    <a:pt x="459" y="162"/>
                  </a:cubicBezTo>
                  <a:cubicBezTo>
                    <a:pt x="459" y="162"/>
                    <a:pt x="468" y="176"/>
                    <a:pt x="473" y="177"/>
                  </a:cubicBezTo>
                  <a:cubicBezTo>
                    <a:pt x="474" y="177"/>
                    <a:pt x="476" y="175"/>
                    <a:pt x="477" y="175"/>
                  </a:cubicBezTo>
                  <a:cubicBezTo>
                    <a:pt x="479" y="174"/>
                    <a:pt x="481" y="171"/>
                    <a:pt x="483" y="170"/>
                  </a:cubicBezTo>
                  <a:cubicBezTo>
                    <a:pt x="485" y="169"/>
                    <a:pt x="489" y="169"/>
                    <a:pt x="490" y="169"/>
                  </a:cubicBezTo>
                  <a:cubicBezTo>
                    <a:pt x="493" y="169"/>
                    <a:pt x="497" y="169"/>
                    <a:pt x="499" y="169"/>
                  </a:cubicBezTo>
                  <a:cubicBezTo>
                    <a:pt x="502" y="170"/>
                    <a:pt x="507" y="172"/>
                    <a:pt x="509" y="173"/>
                  </a:cubicBezTo>
                  <a:cubicBezTo>
                    <a:pt x="512" y="174"/>
                    <a:pt x="519" y="175"/>
                    <a:pt x="522" y="176"/>
                  </a:cubicBezTo>
                  <a:cubicBezTo>
                    <a:pt x="527" y="177"/>
                    <a:pt x="537" y="178"/>
                    <a:pt x="542" y="179"/>
                  </a:cubicBezTo>
                  <a:cubicBezTo>
                    <a:pt x="548" y="179"/>
                    <a:pt x="559" y="179"/>
                    <a:pt x="565" y="180"/>
                  </a:cubicBezTo>
                  <a:cubicBezTo>
                    <a:pt x="569" y="181"/>
                    <a:pt x="576" y="182"/>
                    <a:pt x="580" y="184"/>
                  </a:cubicBezTo>
                  <a:cubicBezTo>
                    <a:pt x="583" y="184"/>
                    <a:pt x="588" y="187"/>
                    <a:pt x="591" y="188"/>
                  </a:cubicBezTo>
                  <a:cubicBezTo>
                    <a:pt x="595" y="190"/>
                    <a:pt x="604" y="195"/>
                    <a:pt x="608" y="197"/>
                  </a:cubicBezTo>
                  <a:cubicBezTo>
                    <a:pt x="611" y="199"/>
                    <a:pt x="617" y="203"/>
                    <a:pt x="620" y="203"/>
                  </a:cubicBezTo>
                  <a:cubicBezTo>
                    <a:pt x="621" y="203"/>
                    <a:pt x="622" y="202"/>
                    <a:pt x="622" y="201"/>
                  </a:cubicBezTo>
                  <a:cubicBezTo>
                    <a:pt x="623" y="200"/>
                    <a:pt x="625" y="197"/>
                    <a:pt x="626" y="196"/>
                  </a:cubicBezTo>
                  <a:cubicBezTo>
                    <a:pt x="626" y="194"/>
                    <a:pt x="627" y="191"/>
                    <a:pt x="626" y="189"/>
                  </a:cubicBezTo>
                  <a:cubicBezTo>
                    <a:pt x="626" y="187"/>
                    <a:pt x="623" y="182"/>
                    <a:pt x="624" y="180"/>
                  </a:cubicBezTo>
                  <a:cubicBezTo>
                    <a:pt x="626" y="178"/>
                    <a:pt x="634" y="182"/>
                    <a:pt x="636" y="180"/>
                  </a:cubicBezTo>
                  <a:cubicBezTo>
                    <a:pt x="638" y="179"/>
                    <a:pt x="636" y="174"/>
                    <a:pt x="636" y="172"/>
                  </a:cubicBezTo>
                  <a:cubicBezTo>
                    <a:pt x="635" y="170"/>
                    <a:pt x="633" y="167"/>
                    <a:pt x="632" y="165"/>
                  </a:cubicBezTo>
                  <a:cubicBezTo>
                    <a:pt x="632" y="162"/>
                    <a:pt x="633" y="157"/>
                    <a:pt x="633" y="154"/>
                  </a:cubicBezTo>
                  <a:cubicBezTo>
                    <a:pt x="634" y="150"/>
                    <a:pt x="637" y="143"/>
                    <a:pt x="640" y="139"/>
                  </a:cubicBezTo>
                  <a:cubicBezTo>
                    <a:pt x="642" y="135"/>
                    <a:pt x="650" y="129"/>
                    <a:pt x="653" y="125"/>
                  </a:cubicBezTo>
                  <a:cubicBezTo>
                    <a:pt x="657" y="119"/>
                    <a:pt x="663" y="107"/>
                    <a:pt x="667" y="101"/>
                  </a:cubicBezTo>
                  <a:cubicBezTo>
                    <a:pt x="668" y="98"/>
                    <a:pt x="669" y="93"/>
                    <a:pt x="671" y="91"/>
                  </a:cubicBezTo>
                  <a:cubicBezTo>
                    <a:pt x="672" y="90"/>
                    <a:pt x="676" y="89"/>
                    <a:pt x="678" y="88"/>
                  </a:cubicBezTo>
                  <a:cubicBezTo>
                    <a:pt x="681" y="86"/>
                    <a:pt x="689" y="84"/>
                    <a:pt x="690" y="81"/>
                  </a:cubicBezTo>
                  <a:cubicBezTo>
                    <a:pt x="691" y="77"/>
                    <a:pt x="684" y="75"/>
                    <a:pt x="682" y="71"/>
                  </a:cubicBezTo>
                  <a:cubicBezTo>
                    <a:pt x="680" y="69"/>
                    <a:pt x="678" y="65"/>
                    <a:pt x="676" y="62"/>
                  </a:cubicBezTo>
                  <a:cubicBezTo>
                    <a:pt x="673" y="55"/>
                    <a:pt x="671" y="46"/>
                    <a:pt x="668" y="39"/>
                  </a:cubicBezTo>
                  <a:cubicBezTo>
                    <a:pt x="665" y="33"/>
                    <a:pt x="658" y="25"/>
                    <a:pt x="655" y="18"/>
                  </a:cubicBezTo>
                  <a:cubicBezTo>
                    <a:pt x="654" y="16"/>
                    <a:pt x="653" y="9"/>
                    <a:pt x="653" y="9"/>
                  </a:cubicBezTo>
                  <a:cubicBezTo>
                    <a:pt x="653" y="9"/>
                    <a:pt x="660" y="13"/>
                    <a:pt x="662" y="13"/>
                  </a:cubicBezTo>
                  <a:cubicBezTo>
                    <a:pt x="665" y="14"/>
                    <a:pt x="672" y="14"/>
                    <a:pt x="675" y="13"/>
                  </a:cubicBezTo>
                  <a:cubicBezTo>
                    <a:pt x="676" y="12"/>
                    <a:pt x="678" y="9"/>
                    <a:pt x="679" y="8"/>
                  </a:cubicBezTo>
                  <a:cubicBezTo>
                    <a:pt x="680" y="6"/>
                    <a:pt x="681" y="2"/>
                    <a:pt x="683" y="1"/>
                  </a:cubicBezTo>
                  <a:cubicBezTo>
                    <a:pt x="686" y="0"/>
                    <a:pt x="693" y="1"/>
                    <a:pt x="696" y="2"/>
                  </a:cubicBezTo>
                  <a:cubicBezTo>
                    <a:pt x="699" y="3"/>
                    <a:pt x="704" y="6"/>
                    <a:pt x="706" y="9"/>
                  </a:cubicBezTo>
                  <a:cubicBezTo>
                    <a:pt x="707" y="10"/>
                    <a:pt x="707" y="14"/>
                    <a:pt x="709" y="15"/>
                  </a:cubicBezTo>
                  <a:cubicBezTo>
                    <a:pt x="711" y="16"/>
                    <a:pt x="716" y="16"/>
                    <a:pt x="719" y="16"/>
                  </a:cubicBezTo>
                  <a:cubicBezTo>
                    <a:pt x="722" y="16"/>
                    <a:pt x="729" y="13"/>
                    <a:pt x="732" y="12"/>
                  </a:cubicBezTo>
                  <a:cubicBezTo>
                    <a:pt x="733" y="11"/>
                    <a:pt x="735" y="8"/>
                    <a:pt x="737" y="8"/>
                  </a:cubicBezTo>
                  <a:cubicBezTo>
                    <a:pt x="738" y="7"/>
                    <a:pt x="741" y="5"/>
                    <a:pt x="742" y="5"/>
                  </a:cubicBezTo>
                  <a:cubicBezTo>
                    <a:pt x="746" y="5"/>
                    <a:pt x="752" y="7"/>
                    <a:pt x="755" y="8"/>
                  </a:cubicBezTo>
                  <a:cubicBezTo>
                    <a:pt x="759" y="9"/>
                    <a:pt x="765" y="10"/>
                    <a:pt x="769" y="10"/>
                  </a:cubicBezTo>
                  <a:cubicBezTo>
                    <a:pt x="772" y="9"/>
                    <a:pt x="777" y="5"/>
                    <a:pt x="781" y="5"/>
                  </a:cubicBezTo>
                  <a:cubicBezTo>
                    <a:pt x="788" y="4"/>
                    <a:pt x="802" y="9"/>
                    <a:pt x="809" y="11"/>
                  </a:cubicBezTo>
                  <a:cubicBezTo>
                    <a:pt x="814" y="13"/>
                    <a:pt x="823" y="21"/>
                    <a:pt x="829" y="23"/>
                  </a:cubicBezTo>
                  <a:cubicBezTo>
                    <a:pt x="835" y="25"/>
                    <a:pt x="848" y="26"/>
                    <a:pt x="854" y="27"/>
                  </a:cubicBezTo>
                  <a:cubicBezTo>
                    <a:pt x="859" y="28"/>
                    <a:pt x="868" y="28"/>
                    <a:pt x="873" y="29"/>
                  </a:cubicBezTo>
                  <a:cubicBezTo>
                    <a:pt x="878" y="31"/>
                    <a:pt x="887" y="35"/>
                    <a:pt x="892" y="38"/>
                  </a:cubicBezTo>
                  <a:cubicBezTo>
                    <a:pt x="895" y="41"/>
                    <a:pt x="901" y="48"/>
                    <a:pt x="904" y="51"/>
                  </a:cubicBezTo>
                  <a:cubicBezTo>
                    <a:pt x="907" y="53"/>
                    <a:pt x="914" y="56"/>
                    <a:pt x="918" y="57"/>
                  </a:cubicBezTo>
                  <a:cubicBezTo>
                    <a:pt x="921" y="58"/>
                    <a:pt x="927" y="61"/>
                    <a:pt x="930" y="60"/>
                  </a:cubicBezTo>
                  <a:cubicBezTo>
                    <a:pt x="937" y="60"/>
                    <a:pt x="947" y="47"/>
                    <a:pt x="952" y="50"/>
                  </a:cubicBezTo>
                  <a:cubicBezTo>
                    <a:pt x="955" y="51"/>
                    <a:pt x="954" y="59"/>
                    <a:pt x="955" y="62"/>
                  </a:cubicBezTo>
                  <a:cubicBezTo>
                    <a:pt x="955" y="64"/>
                    <a:pt x="959" y="68"/>
                    <a:pt x="960" y="71"/>
                  </a:cubicBezTo>
                  <a:cubicBezTo>
                    <a:pt x="961" y="74"/>
                    <a:pt x="963" y="80"/>
                    <a:pt x="963" y="82"/>
                  </a:cubicBezTo>
                  <a:cubicBezTo>
                    <a:pt x="962" y="85"/>
                    <a:pt x="958" y="89"/>
                    <a:pt x="957" y="91"/>
                  </a:cubicBezTo>
                  <a:cubicBezTo>
                    <a:pt x="954" y="96"/>
                    <a:pt x="950" y="107"/>
                    <a:pt x="950" y="113"/>
                  </a:cubicBezTo>
                  <a:cubicBezTo>
                    <a:pt x="950" y="115"/>
                    <a:pt x="953" y="119"/>
                    <a:pt x="953" y="121"/>
                  </a:cubicBezTo>
                  <a:cubicBezTo>
                    <a:pt x="954" y="125"/>
                    <a:pt x="955" y="133"/>
                    <a:pt x="955" y="137"/>
                  </a:cubicBezTo>
                  <a:cubicBezTo>
                    <a:pt x="954" y="139"/>
                    <a:pt x="953" y="143"/>
                    <a:pt x="953" y="144"/>
                  </a:cubicBezTo>
                  <a:cubicBezTo>
                    <a:pt x="954" y="146"/>
                    <a:pt x="957" y="148"/>
                    <a:pt x="959" y="150"/>
                  </a:cubicBezTo>
                  <a:cubicBezTo>
                    <a:pt x="962" y="152"/>
                    <a:pt x="970" y="155"/>
                    <a:pt x="973" y="157"/>
                  </a:cubicBezTo>
                  <a:cubicBezTo>
                    <a:pt x="979" y="160"/>
                    <a:pt x="989" y="167"/>
                    <a:pt x="994" y="170"/>
                  </a:cubicBezTo>
                  <a:cubicBezTo>
                    <a:pt x="997" y="172"/>
                    <a:pt x="1003" y="177"/>
                    <a:pt x="1007" y="178"/>
                  </a:cubicBezTo>
                  <a:cubicBezTo>
                    <a:pt x="1013" y="179"/>
                    <a:pt x="1027" y="172"/>
                    <a:pt x="1033" y="175"/>
                  </a:cubicBezTo>
                  <a:cubicBezTo>
                    <a:pt x="1038" y="177"/>
                    <a:pt x="1043" y="188"/>
                    <a:pt x="1048" y="190"/>
                  </a:cubicBezTo>
                  <a:cubicBezTo>
                    <a:pt x="1051" y="192"/>
                    <a:pt x="1058" y="191"/>
                    <a:pt x="1061" y="192"/>
                  </a:cubicBezTo>
                  <a:cubicBezTo>
                    <a:pt x="1067" y="195"/>
                    <a:pt x="1078" y="201"/>
                    <a:pt x="1082" y="205"/>
                  </a:cubicBezTo>
                  <a:cubicBezTo>
                    <a:pt x="1086" y="209"/>
                    <a:pt x="1090" y="221"/>
                    <a:pt x="1093" y="226"/>
                  </a:cubicBezTo>
                  <a:cubicBezTo>
                    <a:pt x="1095" y="229"/>
                    <a:pt x="1098" y="234"/>
                    <a:pt x="1101" y="235"/>
                  </a:cubicBezTo>
                  <a:cubicBezTo>
                    <a:pt x="1105" y="237"/>
                    <a:pt x="1113" y="233"/>
                    <a:pt x="1117" y="234"/>
                  </a:cubicBezTo>
                  <a:cubicBezTo>
                    <a:pt x="1121" y="236"/>
                    <a:pt x="1122" y="247"/>
                    <a:pt x="1125" y="249"/>
                  </a:cubicBezTo>
                  <a:cubicBezTo>
                    <a:pt x="1134" y="254"/>
                    <a:pt x="1155" y="253"/>
                    <a:pt x="1165" y="251"/>
                  </a:cubicBezTo>
                  <a:cubicBezTo>
                    <a:pt x="1170" y="250"/>
                    <a:pt x="1179" y="246"/>
                    <a:pt x="1183" y="244"/>
                  </a:cubicBezTo>
                  <a:cubicBezTo>
                    <a:pt x="1187" y="241"/>
                    <a:pt x="1194" y="233"/>
                    <a:pt x="1198" y="230"/>
                  </a:cubicBezTo>
                  <a:cubicBezTo>
                    <a:pt x="1201" y="228"/>
                    <a:pt x="1207" y="224"/>
                    <a:pt x="1211" y="223"/>
                  </a:cubicBezTo>
                  <a:cubicBezTo>
                    <a:pt x="1217" y="221"/>
                    <a:pt x="1232" y="228"/>
                    <a:pt x="1236" y="224"/>
                  </a:cubicBezTo>
                  <a:cubicBezTo>
                    <a:pt x="1243" y="218"/>
                    <a:pt x="1235" y="196"/>
                    <a:pt x="1237" y="187"/>
                  </a:cubicBezTo>
                  <a:cubicBezTo>
                    <a:pt x="1238" y="184"/>
                    <a:pt x="1242" y="180"/>
                    <a:pt x="1243" y="177"/>
                  </a:cubicBezTo>
                  <a:cubicBezTo>
                    <a:pt x="1244" y="173"/>
                    <a:pt x="1243" y="166"/>
                    <a:pt x="1245" y="163"/>
                  </a:cubicBezTo>
                  <a:cubicBezTo>
                    <a:pt x="1246" y="161"/>
                    <a:pt x="1250" y="156"/>
                    <a:pt x="1252" y="156"/>
                  </a:cubicBezTo>
                  <a:cubicBezTo>
                    <a:pt x="1255" y="156"/>
                    <a:pt x="1258" y="160"/>
                    <a:pt x="1260" y="161"/>
                  </a:cubicBezTo>
                  <a:cubicBezTo>
                    <a:pt x="1263" y="162"/>
                    <a:pt x="1269" y="163"/>
                    <a:pt x="1272" y="163"/>
                  </a:cubicBezTo>
                  <a:cubicBezTo>
                    <a:pt x="1276" y="164"/>
                    <a:pt x="1286" y="164"/>
                    <a:pt x="1290" y="163"/>
                  </a:cubicBezTo>
                  <a:cubicBezTo>
                    <a:pt x="1293" y="162"/>
                    <a:pt x="1299" y="159"/>
                    <a:pt x="1300" y="156"/>
                  </a:cubicBezTo>
                  <a:cubicBezTo>
                    <a:pt x="1302" y="153"/>
                    <a:pt x="1302" y="146"/>
                    <a:pt x="1301" y="143"/>
                  </a:cubicBezTo>
                  <a:cubicBezTo>
                    <a:pt x="1301" y="141"/>
                    <a:pt x="1298" y="136"/>
                    <a:pt x="1299" y="134"/>
                  </a:cubicBezTo>
                  <a:cubicBezTo>
                    <a:pt x="1300" y="132"/>
                    <a:pt x="1305" y="134"/>
                    <a:pt x="1307" y="133"/>
                  </a:cubicBezTo>
                  <a:cubicBezTo>
                    <a:pt x="1310" y="131"/>
                    <a:pt x="1313" y="124"/>
                    <a:pt x="1315" y="120"/>
                  </a:cubicBezTo>
                  <a:cubicBezTo>
                    <a:pt x="1317" y="116"/>
                    <a:pt x="1320" y="108"/>
                    <a:pt x="1321" y="103"/>
                  </a:cubicBezTo>
                  <a:cubicBezTo>
                    <a:pt x="1322" y="99"/>
                    <a:pt x="1322" y="90"/>
                    <a:pt x="1324" y="87"/>
                  </a:cubicBezTo>
                  <a:cubicBezTo>
                    <a:pt x="1327" y="84"/>
                    <a:pt x="1335" y="82"/>
                    <a:pt x="1339" y="80"/>
                  </a:cubicBezTo>
                  <a:cubicBezTo>
                    <a:pt x="1343" y="79"/>
                    <a:pt x="1351" y="76"/>
                    <a:pt x="1355" y="76"/>
                  </a:cubicBezTo>
                  <a:cubicBezTo>
                    <a:pt x="1357" y="76"/>
                    <a:pt x="1360" y="77"/>
                    <a:pt x="1362" y="78"/>
                  </a:cubicBezTo>
                  <a:cubicBezTo>
                    <a:pt x="1368" y="82"/>
                    <a:pt x="1379" y="93"/>
                    <a:pt x="1382" y="100"/>
                  </a:cubicBezTo>
                  <a:cubicBezTo>
                    <a:pt x="1383" y="104"/>
                    <a:pt x="1381" y="112"/>
                    <a:pt x="1382" y="115"/>
                  </a:cubicBezTo>
                  <a:cubicBezTo>
                    <a:pt x="1383" y="117"/>
                    <a:pt x="1387" y="115"/>
                    <a:pt x="1390" y="116"/>
                  </a:cubicBezTo>
                  <a:cubicBezTo>
                    <a:pt x="1394" y="118"/>
                    <a:pt x="1397" y="125"/>
                    <a:pt x="1401" y="127"/>
                  </a:cubicBezTo>
                  <a:cubicBezTo>
                    <a:pt x="1406" y="128"/>
                    <a:pt x="1412" y="126"/>
                    <a:pt x="1416" y="128"/>
                  </a:cubicBezTo>
                  <a:cubicBezTo>
                    <a:pt x="1419" y="129"/>
                    <a:pt x="1422" y="131"/>
                    <a:pt x="1424" y="133"/>
                  </a:cubicBezTo>
                  <a:cubicBezTo>
                    <a:pt x="1427" y="135"/>
                    <a:pt x="1430" y="138"/>
                    <a:pt x="1431" y="141"/>
                  </a:cubicBezTo>
                  <a:cubicBezTo>
                    <a:pt x="1432" y="144"/>
                    <a:pt x="1432" y="148"/>
                    <a:pt x="1433" y="150"/>
                  </a:cubicBezTo>
                  <a:cubicBezTo>
                    <a:pt x="1434" y="153"/>
                    <a:pt x="1434" y="158"/>
                    <a:pt x="1435" y="160"/>
                  </a:cubicBezTo>
                  <a:cubicBezTo>
                    <a:pt x="1435" y="160"/>
                    <a:pt x="1436" y="161"/>
                    <a:pt x="1436" y="16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0"/>
            <p:cNvSpPr>
              <a:spLocks noEditPoints="1"/>
            </p:cNvSpPr>
            <p:nvPr/>
          </p:nvSpPr>
          <p:spPr bwMode="auto">
            <a:xfrm>
              <a:off x="5138738" y="1838326"/>
              <a:ext cx="900113" cy="1020763"/>
            </a:xfrm>
            <a:custGeom>
              <a:avLst/>
              <a:gdLst/>
              <a:ahLst/>
              <a:cxnLst>
                <a:cxn ang="0">
                  <a:pos x="659" y="224"/>
                </a:cxn>
                <a:cxn ang="0">
                  <a:pos x="627" y="287"/>
                </a:cxn>
                <a:cxn ang="0">
                  <a:pos x="592" y="333"/>
                </a:cxn>
                <a:cxn ang="0">
                  <a:pos x="560" y="391"/>
                </a:cxn>
                <a:cxn ang="0">
                  <a:pos x="548" y="452"/>
                </a:cxn>
                <a:cxn ang="0">
                  <a:pos x="572" y="521"/>
                </a:cxn>
                <a:cxn ang="0">
                  <a:pos x="543" y="578"/>
                </a:cxn>
                <a:cxn ang="0">
                  <a:pos x="578" y="653"/>
                </a:cxn>
                <a:cxn ang="0">
                  <a:pos x="536" y="721"/>
                </a:cxn>
                <a:cxn ang="0">
                  <a:pos x="522" y="771"/>
                </a:cxn>
                <a:cxn ang="0">
                  <a:pos x="476" y="766"/>
                </a:cxn>
                <a:cxn ang="0">
                  <a:pos x="386" y="751"/>
                </a:cxn>
                <a:cxn ang="0">
                  <a:pos x="352" y="720"/>
                </a:cxn>
                <a:cxn ang="0">
                  <a:pos x="343" y="632"/>
                </a:cxn>
                <a:cxn ang="0">
                  <a:pos x="299" y="616"/>
                </a:cxn>
                <a:cxn ang="0">
                  <a:pos x="269" y="590"/>
                </a:cxn>
                <a:cxn ang="0">
                  <a:pos x="299" y="520"/>
                </a:cxn>
                <a:cxn ang="0">
                  <a:pos x="210" y="491"/>
                </a:cxn>
                <a:cxn ang="0">
                  <a:pos x="134" y="408"/>
                </a:cxn>
                <a:cxn ang="0">
                  <a:pos x="2" y="398"/>
                </a:cxn>
                <a:cxn ang="0">
                  <a:pos x="29" y="362"/>
                </a:cxn>
                <a:cxn ang="0">
                  <a:pos x="88" y="353"/>
                </a:cxn>
                <a:cxn ang="0">
                  <a:pos x="105" y="315"/>
                </a:cxn>
                <a:cxn ang="0">
                  <a:pos x="126" y="244"/>
                </a:cxn>
                <a:cxn ang="0">
                  <a:pos x="132" y="197"/>
                </a:cxn>
                <a:cxn ang="0">
                  <a:pos x="182" y="155"/>
                </a:cxn>
                <a:cxn ang="0">
                  <a:pos x="156" y="102"/>
                </a:cxn>
                <a:cxn ang="0">
                  <a:pos x="212" y="89"/>
                </a:cxn>
                <a:cxn ang="0">
                  <a:pos x="274" y="73"/>
                </a:cxn>
                <a:cxn ang="0">
                  <a:pos x="323" y="97"/>
                </a:cxn>
                <a:cxn ang="0">
                  <a:pos x="394" y="100"/>
                </a:cxn>
                <a:cxn ang="0">
                  <a:pos x="376" y="66"/>
                </a:cxn>
                <a:cxn ang="0">
                  <a:pos x="390" y="45"/>
                </a:cxn>
                <a:cxn ang="0">
                  <a:pos x="425" y="54"/>
                </a:cxn>
                <a:cxn ang="0">
                  <a:pos x="450" y="94"/>
                </a:cxn>
                <a:cxn ang="0">
                  <a:pos x="493" y="61"/>
                </a:cxn>
                <a:cxn ang="0">
                  <a:pos x="615" y="90"/>
                </a:cxn>
                <a:cxn ang="0">
                  <a:pos x="641" y="118"/>
                </a:cxn>
                <a:cxn ang="0">
                  <a:pos x="675" y="132"/>
                </a:cxn>
                <a:cxn ang="0">
                  <a:pos x="678" y="197"/>
                </a:cxn>
                <a:cxn ang="0">
                  <a:pos x="631" y="145"/>
                </a:cxn>
                <a:cxn ang="0">
                  <a:pos x="550" y="122"/>
                </a:cxn>
                <a:cxn ang="0">
                  <a:pos x="476" y="167"/>
                </a:cxn>
                <a:cxn ang="0">
                  <a:pos x="396" y="187"/>
                </a:cxn>
                <a:cxn ang="0">
                  <a:pos x="322" y="219"/>
                </a:cxn>
                <a:cxn ang="0">
                  <a:pos x="310" y="267"/>
                </a:cxn>
                <a:cxn ang="0">
                  <a:pos x="313" y="295"/>
                </a:cxn>
                <a:cxn ang="0">
                  <a:pos x="348" y="351"/>
                </a:cxn>
                <a:cxn ang="0">
                  <a:pos x="417" y="363"/>
                </a:cxn>
                <a:cxn ang="0">
                  <a:pos x="491" y="361"/>
                </a:cxn>
                <a:cxn ang="0">
                  <a:pos x="535" y="245"/>
                </a:cxn>
                <a:cxn ang="0">
                  <a:pos x="543" y="192"/>
                </a:cxn>
                <a:cxn ang="0">
                  <a:pos x="597" y="181"/>
                </a:cxn>
                <a:cxn ang="0">
                  <a:pos x="523" y="58"/>
                </a:cxn>
                <a:cxn ang="0">
                  <a:pos x="517" y="90"/>
                </a:cxn>
              </a:cxnLst>
              <a:rect l="0" t="0" r="r" b="b"/>
              <a:pathLst>
                <a:path w="692" h="785">
                  <a:moveTo>
                    <a:pt x="690" y="212"/>
                  </a:moveTo>
                  <a:cubicBezTo>
                    <a:pt x="691" y="214"/>
                    <a:pt x="692" y="217"/>
                    <a:pt x="691" y="219"/>
                  </a:cubicBezTo>
                  <a:cubicBezTo>
                    <a:pt x="690" y="221"/>
                    <a:pt x="686" y="223"/>
                    <a:pt x="683" y="224"/>
                  </a:cubicBezTo>
                  <a:cubicBezTo>
                    <a:pt x="681" y="224"/>
                    <a:pt x="678" y="224"/>
                    <a:pt x="676" y="225"/>
                  </a:cubicBezTo>
                  <a:cubicBezTo>
                    <a:pt x="673" y="225"/>
                    <a:pt x="668" y="225"/>
                    <a:pt x="664" y="225"/>
                  </a:cubicBezTo>
                  <a:cubicBezTo>
                    <a:pt x="663" y="224"/>
                    <a:pt x="661" y="223"/>
                    <a:pt x="659" y="224"/>
                  </a:cubicBezTo>
                  <a:cubicBezTo>
                    <a:pt x="657" y="225"/>
                    <a:pt x="657" y="229"/>
                    <a:pt x="655" y="231"/>
                  </a:cubicBezTo>
                  <a:cubicBezTo>
                    <a:pt x="654" y="234"/>
                    <a:pt x="653" y="236"/>
                    <a:pt x="652" y="238"/>
                  </a:cubicBezTo>
                  <a:cubicBezTo>
                    <a:pt x="650" y="241"/>
                    <a:pt x="646" y="245"/>
                    <a:pt x="645" y="248"/>
                  </a:cubicBezTo>
                  <a:cubicBezTo>
                    <a:pt x="642" y="252"/>
                    <a:pt x="641" y="258"/>
                    <a:pt x="639" y="262"/>
                  </a:cubicBezTo>
                  <a:cubicBezTo>
                    <a:pt x="637" y="266"/>
                    <a:pt x="634" y="270"/>
                    <a:pt x="632" y="274"/>
                  </a:cubicBezTo>
                  <a:cubicBezTo>
                    <a:pt x="630" y="278"/>
                    <a:pt x="629" y="283"/>
                    <a:pt x="627" y="287"/>
                  </a:cubicBezTo>
                  <a:cubicBezTo>
                    <a:pt x="624" y="291"/>
                    <a:pt x="620" y="296"/>
                    <a:pt x="616" y="298"/>
                  </a:cubicBezTo>
                  <a:cubicBezTo>
                    <a:pt x="614" y="299"/>
                    <a:pt x="612" y="299"/>
                    <a:pt x="610" y="300"/>
                  </a:cubicBezTo>
                  <a:cubicBezTo>
                    <a:pt x="608" y="302"/>
                    <a:pt x="606" y="304"/>
                    <a:pt x="605" y="306"/>
                  </a:cubicBezTo>
                  <a:cubicBezTo>
                    <a:pt x="604" y="308"/>
                    <a:pt x="604" y="311"/>
                    <a:pt x="603" y="313"/>
                  </a:cubicBezTo>
                  <a:cubicBezTo>
                    <a:pt x="602" y="317"/>
                    <a:pt x="601" y="323"/>
                    <a:pt x="599" y="326"/>
                  </a:cubicBezTo>
                  <a:cubicBezTo>
                    <a:pt x="598" y="329"/>
                    <a:pt x="595" y="331"/>
                    <a:pt x="592" y="333"/>
                  </a:cubicBezTo>
                  <a:cubicBezTo>
                    <a:pt x="591" y="334"/>
                    <a:pt x="587" y="335"/>
                    <a:pt x="585" y="336"/>
                  </a:cubicBezTo>
                  <a:cubicBezTo>
                    <a:pt x="583" y="338"/>
                    <a:pt x="580" y="342"/>
                    <a:pt x="579" y="345"/>
                  </a:cubicBezTo>
                  <a:cubicBezTo>
                    <a:pt x="577" y="348"/>
                    <a:pt x="578" y="352"/>
                    <a:pt x="578" y="356"/>
                  </a:cubicBezTo>
                  <a:cubicBezTo>
                    <a:pt x="577" y="358"/>
                    <a:pt x="577" y="362"/>
                    <a:pt x="577" y="365"/>
                  </a:cubicBezTo>
                  <a:cubicBezTo>
                    <a:pt x="575" y="369"/>
                    <a:pt x="572" y="374"/>
                    <a:pt x="570" y="377"/>
                  </a:cubicBezTo>
                  <a:cubicBezTo>
                    <a:pt x="567" y="382"/>
                    <a:pt x="563" y="387"/>
                    <a:pt x="560" y="391"/>
                  </a:cubicBezTo>
                  <a:cubicBezTo>
                    <a:pt x="558" y="394"/>
                    <a:pt x="555" y="398"/>
                    <a:pt x="553" y="401"/>
                  </a:cubicBezTo>
                  <a:cubicBezTo>
                    <a:pt x="551" y="404"/>
                    <a:pt x="547" y="408"/>
                    <a:pt x="545" y="411"/>
                  </a:cubicBezTo>
                  <a:cubicBezTo>
                    <a:pt x="544" y="413"/>
                    <a:pt x="543" y="416"/>
                    <a:pt x="543" y="418"/>
                  </a:cubicBezTo>
                  <a:cubicBezTo>
                    <a:pt x="543" y="422"/>
                    <a:pt x="544" y="427"/>
                    <a:pt x="544" y="431"/>
                  </a:cubicBezTo>
                  <a:cubicBezTo>
                    <a:pt x="544" y="434"/>
                    <a:pt x="545" y="439"/>
                    <a:pt x="546" y="442"/>
                  </a:cubicBezTo>
                  <a:cubicBezTo>
                    <a:pt x="547" y="445"/>
                    <a:pt x="547" y="449"/>
                    <a:pt x="548" y="452"/>
                  </a:cubicBezTo>
                  <a:cubicBezTo>
                    <a:pt x="549" y="456"/>
                    <a:pt x="550" y="461"/>
                    <a:pt x="551" y="464"/>
                  </a:cubicBezTo>
                  <a:cubicBezTo>
                    <a:pt x="551" y="466"/>
                    <a:pt x="551" y="469"/>
                    <a:pt x="552" y="471"/>
                  </a:cubicBezTo>
                  <a:cubicBezTo>
                    <a:pt x="553" y="475"/>
                    <a:pt x="556" y="480"/>
                    <a:pt x="558" y="484"/>
                  </a:cubicBezTo>
                  <a:cubicBezTo>
                    <a:pt x="560" y="488"/>
                    <a:pt x="561" y="494"/>
                    <a:pt x="563" y="498"/>
                  </a:cubicBezTo>
                  <a:cubicBezTo>
                    <a:pt x="564" y="501"/>
                    <a:pt x="566" y="505"/>
                    <a:pt x="567" y="508"/>
                  </a:cubicBezTo>
                  <a:cubicBezTo>
                    <a:pt x="568" y="512"/>
                    <a:pt x="571" y="517"/>
                    <a:pt x="572" y="521"/>
                  </a:cubicBezTo>
                  <a:cubicBezTo>
                    <a:pt x="572" y="525"/>
                    <a:pt x="572" y="529"/>
                    <a:pt x="572" y="532"/>
                  </a:cubicBezTo>
                  <a:cubicBezTo>
                    <a:pt x="571" y="535"/>
                    <a:pt x="570" y="538"/>
                    <a:pt x="570" y="541"/>
                  </a:cubicBezTo>
                  <a:cubicBezTo>
                    <a:pt x="569" y="544"/>
                    <a:pt x="568" y="548"/>
                    <a:pt x="567" y="551"/>
                  </a:cubicBezTo>
                  <a:cubicBezTo>
                    <a:pt x="565" y="555"/>
                    <a:pt x="560" y="558"/>
                    <a:pt x="558" y="562"/>
                  </a:cubicBezTo>
                  <a:cubicBezTo>
                    <a:pt x="556" y="565"/>
                    <a:pt x="554" y="570"/>
                    <a:pt x="551" y="573"/>
                  </a:cubicBezTo>
                  <a:cubicBezTo>
                    <a:pt x="549" y="575"/>
                    <a:pt x="545" y="575"/>
                    <a:pt x="543" y="578"/>
                  </a:cubicBezTo>
                  <a:cubicBezTo>
                    <a:pt x="542" y="579"/>
                    <a:pt x="541" y="583"/>
                    <a:pt x="542" y="585"/>
                  </a:cubicBezTo>
                  <a:cubicBezTo>
                    <a:pt x="542" y="588"/>
                    <a:pt x="549" y="591"/>
                    <a:pt x="549" y="591"/>
                  </a:cubicBezTo>
                  <a:cubicBezTo>
                    <a:pt x="549" y="591"/>
                    <a:pt x="550" y="598"/>
                    <a:pt x="551" y="600"/>
                  </a:cubicBezTo>
                  <a:cubicBezTo>
                    <a:pt x="554" y="607"/>
                    <a:pt x="561" y="615"/>
                    <a:pt x="564" y="621"/>
                  </a:cubicBezTo>
                  <a:cubicBezTo>
                    <a:pt x="567" y="628"/>
                    <a:pt x="569" y="637"/>
                    <a:pt x="572" y="644"/>
                  </a:cubicBezTo>
                  <a:cubicBezTo>
                    <a:pt x="574" y="647"/>
                    <a:pt x="576" y="651"/>
                    <a:pt x="578" y="653"/>
                  </a:cubicBezTo>
                  <a:cubicBezTo>
                    <a:pt x="580" y="657"/>
                    <a:pt x="587" y="659"/>
                    <a:pt x="586" y="663"/>
                  </a:cubicBezTo>
                  <a:cubicBezTo>
                    <a:pt x="585" y="666"/>
                    <a:pt x="577" y="668"/>
                    <a:pt x="574" y="670"/>
                  </a:cubicBezTo>
                  <a:cubicBezTo>
                    <a:pt x="572" y="671"/>
                    <a:pt x="568" y="672"/>
                    <a:pt x="567" y="673"/>
                  </a:cubicBezTo>
                  <a:cubicBezTo>
                    <a:pt x="565" y="675"/>
                    <a:pt x="564" y="680"/>
                    <a:pt x="563" y="683"/>
                  </a:cubicBezTo>
                  <a:cubicBezTo>
                    <a:pt x="559" y="689"/>
                    <a:pt x="553" y="701"/>
                    <a:pt x="549" y="707"/>
                  </a:cubicBezTo>
                  <a:cubicBezTo>
                    <a:pt x="546" y="711"/>
                    <a:pt x="538" y="717"/>
                    <a:pt x="536" y="721"/>
                  </a:cubicBezTo>
                  <a:cubicBezTo>
                    <a:pt x="533" y="725"/>
                    <a:pt x="530" y="732"/>
                    <a:pt x="529" y="736"/>
                  </a:cubicBezTo>
                  <a:cubicBezTo>
                    <a:pt x="529" y="739"/>
                    <a:pt x="528" y="744"/>
                    <a:pt x="528" y="747"/>
                  </a:cubicBezTo>
                  <a:cubicBezTo>
                    <a:pt x="529" y="749"/>
                    <a:pt x="531" y="752"/>
                    <a:pt x="532" y="754"/>
                  </a:cubicBezTo>
                  <a:cubicBezTo>
                    <a:pt x="532" y="756"/>
                    <a:pt x="534" y="761"/>
                    <a:pt x="532" y="762"/>
                  </a:cubicBezTo>
                  <a:cubicBezTo>
                    <a:pt x="530" y="764"/>
                    <a:pt x="522" y="760"/>
                    <a:pt x="520" y="762"/>
                  </a:cubicBezTo>
                  <a:cubicBezTo>
                    <a:pt x="519" y="764"/>
                    <a:pt x="522" y="769"/>
                    <a:pt x="522" y="771"/>
                  </a:cubicBezTo>
                  <a:cubicBezTo>
                    <a:pt x="523" y="773"/>
                    <a:pt x="522" y="776"/>
                    <a:pt x="522" y="778"/>
                  </a:cubicBezTo>
                  <a:cubicBezTo>
                    <a:pt x="521" y="779"/>
                    <a:pt x="519" y="782"/>
                    <a:pt x="518" y="783"/>
                  </a:cubicBezTo>
                  <a:cubicBezTo>
                    <a:pt x="518" y="784"/>
                    <a:pt x="517" y="785"/>
                    <a:pt x="516" y="785"/>
                  </a:cubicBezTo>
                  <a:cubicBezTo>
                    <a:pt x="513" y="785"/>
                    <a:pt x="507" y="781"/>
                    <a:pt x="504" y="779"/>
                  </a:cubicBezTo>
                  <a:cubicBezTo>
                    <a:pt x="500" y="777"/>
                    <a:pt x="491" y="772"/>
                    <a:pt x="487" y="770"/>
                  </a:cubicBezTo>
                  <a:cubicBezTo>
                    <a:pt x="484" y="769"/>
                    <a:pt x="479" y="766"/>
                    <a:pt x="476" y="766"/>
                  </a:cubicBezTo>
                  <a:cubicBezTo>
                    <a:pt x="472" y="764"/>
                    <a:pt x="465" y="763"/>
                    <a:pt x="461" y="762"/>
                  </a:cubicBezTo>
                  <a:cubicBezTo>
                    <a:pt x="455" y="761"/>
                    <a:pt x="444" y="761"/>
                    <a:pt x="438" y="761"/>
                  </a:cubicBezTo>
                  <a:cubicBezTo>
                    <a:pt x="433" y="760"/>
                    <a:pt x="423" y="759"/>
                    <a:pt x="418" y="758"/>
                  </a:cubicBezTo>
                  <a:cubicBezTo>
                    <a:pt x="415" y="757"/>
                    <a:pt x="408" y="756"/>
                    <a:pt x="405" y="755"/>
                  </a:cubicBezTo>
                  <a:cubicBezTo>
                    <a:pt x="403" y="754"/>
                    <a:pt x="398" y="752"/>
                    <a:pt x="395" y="751"/>
                  </a:cubicBezTo>
                  <a:cubicBezTo>
                    <a:pt x="393" y="751"/>
                    <a:pt x="389" y="751"/>
                    <a:pt x="386" y="751"/>
                  </a:cubicBezTo>
                  <a:cubicBezTo>
                    <a:pt x="385" y="751"/>
                    <a:pt x="381" y="751"/>
                    <a:pt x="379" y="752"/>
                  </a:cubicBezTo>
                  <a:cubicBezTo>
                    <a:pt x="377" y="753"/>
                    <a:pt x="375" y="756"/>
                    <a:pt x="373" y="757"/>
                  </a:cubicBezTo>
                  <a:cubicBezTo>
                    <a:pt x="372" y="757"/>
                    <a:pt x="370" y="759"/>
                    <a:pt x="369" y="759"/>
                  </a:cubicBezTo>
                  <a:cubicBezTo>
                    <a:pt x="364" y="758"/>
                    <a:pt x="355" y="745"/>
                    <a:pt x="355" y="745"/>
                  </a:cubicBezTo>
                  <a:cubicBezTo>
                    <a:pt x="355" y="745"/>
                    <a:pt x="358" y="736"/>
                    <a:pt x="358" y="733"/>
                  </a:cubicBezTo>
                  <a:cubicBezTo>
                    <a:pt x="358" y="729"/>
                    <a:pt x="354" y="723"/>
                    <a:pt x="352" y="720"/>
                  </a:cubicBezTo>
                  <a:cubicBezTo>
                    <a:pt x="351" y="718"/>
                    <a:pt x="348" y="714"/>
                    <a:pt x="346" y="713"/>
                  </a:cubicBezTo>
                  <a:cubicBezTo>
                    <a:pt x="344" y="711"/>
                    <a:pt x="339" y="709"/>
                    <a:pt x="338" y="706"/>
                  </a:cubicBezTo>
                  <a:cubicBezTo>
                    <a:pt x="338" y="705"/>
                    <a:pt x="341" y="704"/>
                    <a:pt x="341" y="703"/>
                  </a:cubicBezTo>
                  <a:cubicBezTo>
                    <a:pt x="343" y="701"/>
                    <a:pt x="348" y="697"/>
                    <a:pt x="349" y="694"/>
                  </a:cubicBezTo>
                  <a:cubicBezTo>
                    <a:pt x="352" y="685"/>
                    <a:pt x="349" y="667"/>
                    <a:pt x="348" y="658"/>
                  </a:cubicBezTo>
                  <a:cubicBezTo>
                    <a:pt x="347" y="651"/>
                    <a:pt x="344" y="639"/>
                    <a:pt x="343" y="632"/>
                  </a:cubicBezTo>
                  <a:cubicBezTo>
                    <a:pt x="342" y="628"/>
                    <a:pt x="342" y="619"/>
                    <a:pt x="340" y="615"/>
                  </a:cubicBezTo>
                  <a:cubicBezTo>
                    <a:pt x="338" y="612"/>
                    <a:pt x="333" y="610"/>
                    <a:pt x="330" y="608"/>
                  </a:cubicBezTo>
                  <a:cubicBezTo>
                    <a:pt x="328" y="607"/>
                    <a:pt x="325" y="606"/>
                    <a:pt x="323" y="606"/>
                  </a:cubicBezTo>
                  <a:cubicBezTo>
                    <a:pt x="321" y="606"/>
                    <a:pt x="317" y="607"/>
                    <a:pt x="315" y="608"/>
                  </a:cubicBezTo>
                  <a:cubicBezTo>
                    <a:pt x="313" y="609"/>
                    <a:pt x="309" y="611"/>
                    <a:pt x="307" y="612"/>
                  </a:cubicBezTo>
                  <a:cubicBezTo>
                    <a:pt x="305" y="613"/>
                    <a:pt x="301" y="615"/>
                    <a:pt x="299" y="616"/>
                  </a:cubicBezTo>
                  <a:cubicBezTo>
                    <a:pt x="295" y="617"/>
                    <a:pt x="285" y="615"/>
                    <a:pt x="281" y="615"/>
                  </a:cubicBezTo>
                  <a:cubicBezTo>
                    <a:pt x="279" y="614"/>
                    <a:pt x="274" y="613"/>
                    <a:pt x="272" y="612"/>
                  </a:cubicBezTo>
                  <a:cubicBezTo>
                    <a:pt x="270" y="611"/>
                    <a:pt x="268" y="607"/>
                    <a:pt x="267" y="606"/>
                  </a:cubicBezTo>
                  <a:cubicBezTo>
                    <a:pt x="266" y="604"/>
                    <a:pt x="265" y="600"/>
                    <a:pt x="265" y="599"/>
                  </a:cubicBezTo>
                  <a:cubicBezTo>
                    <a:pt x="264" y="597"/>
                    <a:pt x="265" y="593"/>
                    <a:pt x="266" y="592"/>
                  </a:cubicBezTo>
                  <a:cubicBezTo>
                    <a:pt x="266" y="591"/>
                    <a:pt x="268" y="590"/>
                    <a:pt x="269" y="590"/>
                  </a:cubicBezTo>
                  <a:cubicBezTo>
                    <a:pt x="272" y="588"/>
                    <a:pt x="279" y="587"/>
                    <a:pt x="282" y="586"/>
                  </a:cubicBezTo>
                  <a:cubicBezTo>
                    <a:pt x="284" y="585"/>
                    <a:pt x="289" y="584"/>
                    <a:pt x="291" y="583"/>
                  </a:cubicBezTo>
                  <a:cubicBezTo>
                    <a:pt x="294" y="580"/>
                    <a:pt x="300" y="573"/>
                    <a:pt x="302" y="568"/>
                  </a:cubicBezTo>
                  <a:cubicBezTo>
                    <a:pt x="302" y="566"/>
                    <a:pt x="301" y="561"/>
                    <a:pt x="301" y="559"/>
                  </a:cubicBezTo>
                  <a:cubicBezTo>
                    <a:pt x="300" y="552"/>
                    <a:pt x="300" y="539"/>
                    <a:pt x="299" y="532"/>
                  </a:cubicBezTo>
                  <a:cubicBezTo>
                    <a:pt x="299" y="529"/>
                    <a:pt x="299" y="523"/>
                    <a:pt x="299" y="520"/>
                  </a:cubicBezTo>
                  <a:cubicBezTo>
                    <a:pt x="299" y="517"/>
                    <a:pt x="300" y="511"/>
                    <a:pt x="299" y="509"/>
                  </a:cubicBezTo>
                  <a:cubicBezTo>
                    <a:pt x="292" y="500"/>
                    <a:pt x="266" y="496"/>
                    <a:pt x="254" y="496"/>
                  </a:cubicBezTo>
                  <a:cubicBezTo>
                    <a:pt x="251" y="496"/>
                    <a:pt x="246" y="498"/>
                    <a:pt x="243" y="499"/>
                  </a:cubicBezTo>
                  <a:cubicBezTo>
                    <a:pt x="239" y="500"/>
                    <a:pt x="234" y="503"/>
                    <a:pt x="230" y="503"/>
                  </a:cubicBezTo>
                  <a:cubicBezTo>
                    <a:pt x="226" y="502"/>
                    <a:pt x="221" y="499"/>
                    <a:pt x="218" y="497"/>
                  </a:cubicBezTo>
                  <a:cubicBezTo>
                    <a:pt x="215" y="495"/>
                    <a:pt x="212" y="493"/>
                    <a:pt x="210" y="491"/>
                  </a:cubicBezTo>
                  <a:cubicBezTo>
                    <a:pt x="198" y="482"/>
                    <a:pt x="182" y="473"/>
                    <a:pt x="171" y="463"/>
                  </a:cubicBezTo>
                  <a:cubicBezTo>
                    <a:pt x="166" y="458"/>
                    <a:pt x="156" y="445"/>
                    <a:pt x="156" y="445"/>
                  </a:cubicBezTo>
                  <a:cubicBezTo>
                    <a:pt x="156" y="445"/>
                    <a:pt x="148" y="443"/>
                    <a:pt x="145" y="443"/>
                  </a:cubicBezTo>
                  <a:cubicBezTo>
                    <a:pt x="143" y="443"/>
                    <a:pt x="139" y="446"/>
                    <a:pt x="137" y="444"/>
                  </a:cubicBezTo>
                  <a:cubicBezTo>
                    <a:pt x="135" y="443"/>
                    <a:pt x="135" y="438"/>
                    <a:pt x="134" y="436"/>
                  </a:cubicBezTo>
                  <a:cubicBezTo>
                    <a:pt x="133" y="429"/>
                    <a:pt x="137" y="414"/>
                    <a:pt x="134" y="408"/>
                  </a:cubicBezTo>
                  <a:cubicBezTo>
                    <a:pt x="133" y="407"/>
                    <a:pt x="129" y="406"/>
                    <a:pt x="128" y="405"/>
                  </a:cubicBezTo>
                  <a:cubicBezTo>
                    <a:pt x="126" y="404"/>
                    <a:pt x="124" y="399"/>
                    <a:pt x="122" y="399"/>
                  </a:cubicBezTo>
                  <a:cubicBezTo>
                    <a:pt x="117" y="397"/>
                    <a:pt x="107" y="404"/>
                    <a:pt x="102" y="406"/>
                  </a:cubicBezTo>
                  <a:cubicBezTo>
                    <a:pt x="96" y="407"/>
                    <a:pt x="82" y="410"/>
                    <a:pt x="75" y="410"/>
                  </a:cubicBezTo>
                  <a:cubicBezTo>
                    <a:pt x="64" y="411"/>
                    <a:pt x="42" y="412"/>
                    <a:pt x="31" y="410"/>
                  </a:cubicBezTo>
                  <a:cubicBezTo>
                    <a:pt x="24" y="409"/>
                    <a:pt x="2" y="398"/>
                    <a:pt x="2" y="398"/>
                  </a:cubicBezTo>
                  <a:cubicBezTo>
                    <a:pt x="2" y="398"/>
                    <a:pt x="3" y="386"/>
                    <a:pt x="2" y="382"/>
                  </a:cubicBezTo>
                  <a:cubicBezTo>
                    <a:pt x="2" y="381"/>
                    <a:pt x="0" y="378"/>
                    <a:pt x="0" y="377"/>
                  </a:cubicBezTo>
                  <a:cubicBezTo>
                    <a:pt x="1" y="374"/>
                    <a:pt x="3" y="371"/>
                    <a:pt x="5" y="369"/>
                  </a:cubicBezTo>
                  <a:cubicBezTo>
                    <a:pt x="6" y="367"/>
                    <a:pt x="9" y="364"/>
                    <a:pt x="12" y="362"/>
                  </a:cubicBezTo>
                  <a:cubicBezTo>
                    <a:pt x="13" y="361"/>
                    <a:pt x="18" y="360"/>
                    <a:pt x="20" y="360"/>
                  </a:cubicBezTo>
                  <a:cubicBezTo>
                    <a:pt x="22" y="360"/>
                    <a:pt x="27" y="361"/>
                    <a:pt x="29" y="362"/>
                  </a:cubicBezTo>
                  <a:cubicBezTo>
                    <a:pt x="31" y="362"/>
                    <a:pt x="35" y="365"/>
                    <a:pt x="37" y="366"/>
                  </a:cubicBezTo>
                  <a:cubicBezTo>
                    <a:pt x="40" y="367"/>
                    <a:pt x="47" y="368"/>
                    <a:pt x="51" y="368"/>
                  </a:cubicBezTo>
                  <a:cubicBezTo>
                    <a:pt x="53" y="368"/>
                    <a:pt x="57" y="369"/>
                    <a:pt x="59" y="368"/>
                  </a:cubicBezTo>
                  <a:cubicBezTo>
                    <a:pt x="60" y="368"/>
                    <a:pt x="63" y="366"/>
                    <a:pt x="64" y="365"/>
                  </a:cubicBezTo>
                  <a:cubicBezTo>
                    <a:pt x="66" y="363"/>
                    <a:pt x="70" y="360"/>
                    <a:pt x="72" y="359"/>
                  </a:cubicBezTo>
                  <a:cubicBezTo>
                    <a:pt x="76" y="357"/>
                    <a:pt x="84" y="355"/>
                    <a:pt x="88" y="353"/>
                  </a:cubicBezTo>
                  <a:cubicBezTo>
                    <a:pt x="93" y="352"/>
                    <a:pt x="105" y="352"/>
                    <a:pt x="108" y="348"/>
                  </a:cubicBezTo>
                  <a:cubicBezTo>
                    <a:pt x="110" y="346"/>
                    <a:pt x="107" y="340"/>
                    <a:pt x="108" y="338"/>
                  </a:cubicBezTo>
                  <a:cubicBezTo>
                    <a:pt x="109" y="334"/>
                    <a:pt x="114" y="328"/>
                    <a:pt x="114" y="325"/>
                  </a:cubicBezTo>
                  <a:cubicBezTo>
                    <a:pt x="114" y="323"/>
                    <a:pt x="113" y="321"/>
                    <a:pt x="112" y="321"/>
                  </a:cubicBezTo>
                  <a:cubicBezTo>
                    <a:pt x="111" y="320"/>
                    <a:pt x="108" y="323"/>
                    <a:pt x="107" y="322"/>
                  </a:cubicBezTo>
                  <a:cubicBezTo>
                    <a:pt x="106" y="321"/>
                    <a:pt x="105" y="317"/>
                    <a:pt x="105" y="315"/>
                  </a:cubicBezTo>
                  <a:cubicBezTo>
                    <a:pt x="106" y="312"/>
                    <a:pt x="110" y="309"/>
                    <a:pt x="112" y="307"/>
                  </a:cubicBezTo>
                  <a:cubicBezTo>
                    <a:pt x="115" y="304"/>
                    <a:pt x="119" y="299"/>
                    <a:pt x="122" y="297"/>
                  </a:cubicBezTo>
                  <a:cubicBezTo>
                    <a:pt x="126" y="296"/>
                    <a:pt x="134" y="297"/>
                    <a:pt x="137" y="295"/>
                  </a:cubicBezTo>
                  <a:cubicBezTo>
                    <a:pt x="140" y="292"/>
                    <a:pt x="140" y="285"/>
                    <a:pt x="140" y="281"/>
                  </a:cubicBezTo>
                  <a:cubicBezTo>
                    <a:pt x="140" y="276"/>
                    <a:pt x="139" y="266"/>
                    <a:pt x="137" y="261"/>
                  </a:cubicBezTo>
                  <a:cubicBezTo>
                    <a:pt x="136" y="256"/>
                    <a:pt x="129" y="248"/>
                    <a:pt x="126" y="244"/>
                  </a:cubicBezTo>
                  <a:cubicBezTo>
                    <a:pt x="124" y="239"/>
                    <a:pt x="120" y="229"/>
                    <a:pt x="117" y="225"/>
                  </a:cubicBezTo>
                  <a:cubicBezTo>
                    <a:pt x="117" y="222"/>
                    <a:pt x="114" y="216"/>
                    <a:pt x="114" y="216"/>
                  </a:cubicBezTo>
                  <a:cubicBezTo>
                    <a:pt x="114" y="216"/>
                    <a:pt x="119" y="214"/>
                    <a:pt x="121" y="212"/>
                  </a:cubicBezTo>
                  <a:cubicBezTo>
                    <a:pt x="122" y="211"/>
                    <a:pt x="124" y="207"/>
                    <a:pt x="125" y="206"/>
                  </a:cubicBezTo>
                  <a:cubicBezTo>
                    <a:pt x="126" y="205"/>
                    <a:pt x="129" y="205"/>
                    <a:pt x="130" y="204"/>
                  </a:cubicBezTo>
                  <a:cubicBezTo>
                    <a:pt x="131" y="203"/>
                    <a:pt x="131" y="199"/>
                    <a:pt x="132" y="197"/>
                  </a:cubicBezTo>
                  <a:cubicBezTo>
                    <a:pt x="133" y="194"/>
                    <a:pt x="134" y="188"/>
                    <a:pt x="136" y="186"/>
                  </a:cubicBezTo>
                  <a:cubicBezTo>
                    <a:pt x="137" y="184"/>
                    <a:pt x="142" y="182"/>
                    <a:pt x="143" y="180"/>
                  </a:cubicBezTo>
                  <a:cubicBezTo>
                    <a:pt x="145" y="176"/>
                    <a:pt x="144" y="166"/>
                    <a:pt x="146" y="162"/>
                  </a:cubicBezTo>
                  <a:cubicBezTo>
                    <a:pt x="147" y="161"/>
                    <a:pt x="148" y="158"/>
                    <a:pt x="150" y="157"/>
                  </a:cubicBezTo>
                  <a:cubicBezTo>
                    <a:pt x="154" y="155"/>
                    <a:pt x="163" y="155"/>
                    <a:pt x="168" y="155"/>
                  </a:cubicBezTo>
                  <a:cubicBezTo>
                    <a:pt x="171" y="155"/>
                    <a:pt x="179" y="156"/>
                    <a:pt x="182" y="155"/>
                  </a:cubicBezTo>
                  <a:cubicBezTo>
                    <a:pt x="184" y="154"/>
                    <a:pt x="186" y="149"/>
                    <a:pt x="186" y="147"/>
                  </a:cubicBezTo>
                  <a:cubicBezTo>
                    <a:pt x="188" y="144"/>
                    <a:pt x="190" y="136"/>
                    <a:pt x="188" y="133"/>
                  </a:cubicBezTo>
                  <a:cubicBezTo>
                    <a:pt x="188" y="131"/>
                    <a:pt x="184" y="130"/>
                    <a:pt x="183" y="129"/>
                  </a:cubicBezTo>
                  <a:cubicBezTo>
                    <a:pt x="179" y="127"/>
                    <a:pt x="173" y="121"/>
                    <a:pt x="169" y="119"/>
                  </a:cubicBezTo>
                  <a:cubicBezTo>
                    <a:pt x="168" y="117"/>
                    <a:pt x="164" y="115"/>
                    <a:pt x="163" y="114"/>
                  </a:cubicBezTo>
                  <a:cubicBezTo>
                    <a:pt x="161" y="111"/>
                    <a:pt x="157" y="105"/>
                    <a:pt x="156" y="102"/>
                  </a:cubicBezTo>
                  <a:cubicBezTo>
                    <a:pt x="156" y="100"/>
                    <a:pt x="156" y="96"/>
                    <a:pt x="157" y="94"/>
                  </a:cubicBezTo>
                  <a:cubicBezTo>
                    <a:pt x="157" y="92"/>
                    <a:pt x="161" y="88"/>
                    <a:pt x="163" y="87"/>
                  </a:cubicBezTo>
                  <a:cubicBezTo>
                    <a:pt x="166" y="86"/>
                    <a:pt x="173" y="85"/>
                    <a:pt x="176" y="84"/>
                  </a:cubicBezTo>
                  <a:cubicBezTo>
                    <a:pt x="179" y="83"/>
                    <a:pt x="183" y="80"/>
                    <a:pt x="186" y="79"/>
                  </a:cubicBezTo>
                  <a:cubicBezTo>
                    <a:pt x="189" y="79"/>
                    <a:pt x="194" y="80"/>
                    <a:pt x="196" y="81"/>
                  </a:cubicBezTo>
                  <a:cubicBezTo>
                    <a:pt x="201" y="83"/>
                    <a:pt x="209" y="86"/>
                    <a:pt x="212" y="89"/>
                  </a:cubicBezTo>
                  <a:cubicBezTo>
                    <a:pt x="214" y="90"/>
                    <a:pt x="217" y="94"/>
                    <a:pt x="219" y="96"/>
                  </a:cubicBezTo>
                  <a:cubicBezTo>
                    <a:pt x="221" y="98"/>
                    <a:pt x="226" y="101"/>
                    <a:pt x="229" y="102"/>
                  </a:cubicBezTo>
                  <a:cubicBezTo>
                    <a:pt x="234" y="103"/>
                    <a:pt x="243" y="101"/>
                    <a:pt x="248" y="100"/>
                  </a:cubicBezTo>
                  <a:cubicBezTo>
                    <a:pt x="250" y="100"/>
                    <a:pt x="255" y="98"/>
                    <a:pt x="257" y="97"/>
                  </a:cubicBezTo>
                  <a:cubicBezTo>
                    <a:pt x="261" y="95"/>
                    <a:pt x="268" y="88"/>
                    <a:pt x="270" y="85"/>
                  </a:cubicBezTo>
                  <a:cubicBezTo>
                    <a:pt x="272" y="82"/>
                    <a:pt x="271" y="74"/>
                    <a:pt x="274" y="73"/>
                  </a:cubicBezTo>
                  <a:cubicBezTo>
                    <a:pt x="278" y="72"/>
                    <a:pt x="284" y="82"/>
                    <a:pt x="287" y="84"/>
                  </a:cubicBezTo>
                  <a:cubicBezTo>
                    <a:pt x="289" y="85"/>
                    <a:pt x="293" y="86"/>
                    <a:pt x="295" y="87"/>
                  </a:cubicBezTo>
                  <a:cubicBezTo>
                    <a:pt x="296" y="87"/>
                    <a:pt x="299" y="86"/>
                    <a:pt x="300" y="87"/>
                  </a:cubicBezTo>
                  <a:cubicBezTo>
                    <a:pt x="302" y="88"/>
                    <a:pt x="302" y="92"/>
                    <a:pt x="303" y="93"/>
                  </a:cubicBezTo>
                  <a:cubicBezTo>
                    <a:pt x="304" y="95"/>
                    <a:pt x="306" y="98"/>
                    <a:pt x="308" y="99"/>
                  </a:cubicBezTo>
                  <a:cubicBezTo>
                    <a:pt x="311" y="100"/>
                    <a:pt x="319" y="96"/>
                    <a:pt x="323" y="97"/>
                  </a:cubicBezTo>
                  <a:cubicBezTo>
                    <a:pt x="325" y="98"/>
                    <a:pt x="329" y="100"/>
                    <a:pt x="330" y="101"/>
                  </a:cubicBezTo>
                  <a:cubicBezTo>
                    <a:pt x="334" y="104"/>
                    <a:pt x="340" y="109"/>
                    <a:pt x="343" y="111"/>
                  </a:cubicBezTo>
                  <a:cubicBezTo>
                    <a:pt x="346" y="112"/>
                    <a:pt x="352" y="112"/>
                    <a:pt x="355" y="112"/>
                  </a:cubicBezTo>
                  <a:cubicBezTo>
                    <a:pt x="358" y="111"/>
                    <a:pt x="363" y="109"/>
                    <a:pt x="365" y="108"/>
                  </a:cubicBezTo>
                  <a:cubicBezTo>
                    <a:pt x="369" y="106"/>
                    <a:pt x="376" y="103"/>
                    <a:pt x="380" y="102"/>
                  </a:cubicBezTo>
                  <a:cubicBezTo>
                    <a:pt x="383" y="101"/>
                    <a:pt x="391" y="101"/>
                    <a:pt x="394" y="100"/>
                  </a:cubicBezTo>
                  <a:cubicBezTo>
                    <a:pt x="397" y="99"/>
                    <a:pt x="403" y="98"/>
                    <a:pt x="404" y="96"/>
                  </a:cubicBezTo>
                  <a:cubicBezTo>
                    <a:pt x="405" y="94"/>
                    <a:pt x="403" y="90"/>
                    <a:pt x="403" y="88"/>
                  </a:cubicBezTo>
                  <a:cubicBezTo>
                    <a:pt x="402" y="85"/>
                    <a:pt x="401" y="77"/>
                    <a:pt x="400" y="73"/>
                  </a:cubicBezTo>
                  <a:cubicBezTo>
                    <a:pt x="398" y="70"/>
                    <a:pt x="394" y="64"/>
                    <a:pt x="391" y="63"/>
                  </a:cubicBezTo>
                  <a:cubicBezTo>
                    <a:pt x="388" y="62"/>
                    <a:pt x="384" y="63"/>
                    <a:pt x="381" y="63"/>
                  </a:cubicBezTo>
                  <a:cubicBezTo>
                    <a:pt x="380" y="64"/>
                    <a:pt x="377" y="66"/>
                    <a:pt x="376" y="66"/>
                  </a:cubicBezTo>
                  <a:cubicBezTo>
                    <a:pt x="373" y="67"/>
                    <a:pt x="367" y="66"/>
                    <a:pt x="366" y="64"/>
                  </a:cubicBezTo>
                  <a:cubicBezTo>
                    <a:pt x="365" y="63"/>
                    <a:pt x="366" y="61"/>
                    <a:pt x="366" y="60"/>
                  </a:cubicBezTo>
                  <a:cubicBezTo>
                    <a:pt x="367" y="59"/>
                    <a:pt x="369" y="59"/>
                    <a:pt x="370" y="58"/>
                  </a:cubicBezTo>
                  <a:cubicBezTo>
                    <a:pt x="372" y="57"/>
                    <a:pt x="376" y="56"/>
                    <a:pt x="378" y="54"/>
                  </a:cubicBezTo>
                  <a:cubicBezTo>
                    <a:pt x="379" y="53"/>
                    <a:pt x="380" y="48"/>
                    <a:pt x="382" y="47"/>
                  </a:cubicBezTo>
                  <a:cubicBezTo>
                    <a:pt x="384" y="46"/>
                    <a:pt x="388" y="46"/>
                    <a:pt x="390" y="45"/>
                  </a:cubicBezTo>
                  <a:cubicBezTo>
                    <a:pt x="393" y="45"/>
                    <a:pt x="398" y="44"/>
                    <a:pt x="400" y="44"/>
                  </a:cubicBezTo>
                  <a:cubicBezTo>
                    <a:pt x="403" y="43"/>
                    <a:pt x="407" y="44"/>
                    <a:pt x="409" y="43"/>
                  </a:cubicBezTo>
                  <a:cubicBezTo>
                    <a:pt x="411" y="42"/>
                    <a:pt x="412" y="39"/>
                    <a:pt x="413" y="39"/>
                  </a:cubicBezTo>
                  <a:cubicBezTo>
                    <a:pt x="416" y="38"/>
                    <a:pt x="422" y="41"/>
                    <a:pt x="423" y="44"/>
                  </a:cubicBezTo>
                  <a:cubicBezTo>
                    <a:pt x="424" y="46"/>
                    <a:pt x="418" y="50"/>
                    <a:pt x="419" y="52"/>
                  </a:cubicBezTo>
                  <a:cubicBezTo>
                    <a:pt x="419" y="54"/>
                    <a:pt x="424" y="52"/>
                    <a:pt x="425" y="54"/>
                  </a:cubicBezTo>
                  <a:cubicBezTo>
                    <a:pt x="426" y="56"/>
                    <a:pt x="423" y="59"/>
                    <a:pt x="422" y="61"/>
                  </a:cubicBezTo>
                  <a:cubicBezTo>
                    <a:pt x="421" y="61"/>
                    <a:pt x="420" y="61"/>
                    <a:pt x="420" y="62"/>
                  </a:cubicBezTo>
                  <a:cubicBezTo>
                    <a:pt x="421" y="65"/>
                    <a:pt x="427" y="69"/>
                    <a:pt x="430" y="71"/>
                  </a:cubicBezTo>
                  <a:cubicBezTo>
                    <a:pt x="432" y="71"/>
                    <a:pt x="437" y="71"/>
                    <a:pt x="439" y="72"/>
                  </a:cubicBezTo>
                  <a:cubicBezTo>
                    <a:pt x="442" y="74"/>
                    <a:pt x="446" y="81"/>
                    <a:pt x="448" y="85"/>
                  </a:cubicBezTo>
                  <a:cubicBezTo>
                    <a:pt x="449" y="87"/>
                    <a:pt x="448" y="92"/>
                    <a:pt x="450" y="94"/>
                  </a:cubicBezTo>
                  <a:cubicBezTo>
                    <a:pt x="451" y="96"/>
                    <a:pt x="458" y="96"/>
                    <a:pt x="460" y="97"/>
                  </a:cubicBezTo>
                  <a:cubicBezTo>
                    <a:pt x="462" y="97"/>
                    <a:pt x="465" y="100"/>
                    <a:pt x="466" y="99"/>
                  </a:cubicBezTo>
                  <a:cubicBezTo>
                    <a:pt x="468" y="98"/>
                    <a:pt x="468" y="90"/>
                    <a:pt x="468" y="88"/>
                  </a:cubicBezTo>
                  <a:cubicBezTo>
                    <a:pt x="469" y="85"/>
                    <a:pt x="470" y="78"/>
                    <a:pt x="472" y="76"/>
                  </a:cubicBezTo>
                  <a:cubicBezTo>
                    <a:pt x="474" y="73"/>
                    <a:pt x="480" y="73"/>
                    <a:pt x="483" y="71"/>
                  </a:cubicBezTo>
                  <a:cubicBezTo>
                    <a:pt x="486" y="69"/>
                    <a:pt x="491" y="64"/>
                    <a:pt x="493" y="61"/>
                  </a:cubicBezTo>
                  <a:cubicBezTo>
                    <a:pt x="495" y="60"/>
                    <a:pt x="498" y="58"/>
                    <a:pt x="499" y="57"/>
                  </a:cubicBezTo>
                  <a:cubicBezTo>
                    <a:pt x="511" y="44"/>
                    <a:pt x="540" y="0"/>
                    <a:pt x="540" y="0"/>
                  </a:cubicBezTo>
                  <a:cubicBezTo>
                    <a:pt x="540" y="0"/>
                    <a:pt x="572" y="16"/>
                    <a:pt x="580" y="24"/>
                  </a:cubicBezTo>
                  <a:cubicBezTo>
                    <a:pt x="590" y="35"/>
                    <a:pt x="593" y="82"/>
                    <a:pt x="607" y="77"/>
                  </a:cubicBezTo>
                  <a:cubicBezTo>
                    <a:pt x="608" y="77"/>
                    <a:pt x="608" y="82"/>
                    <a:pt x="609" y="84"/>
                  </a:cubicBezTo>
                  <a:cubicBezTo>
                    <a:pt x="610" y="86"/>
                    <a:pt x="613" y="88"/>
                    <a:pt x="615" y="90"/>
                  </a:cubicBezTo>
                  <a:cubicBezTo>
                    <a:pt x="617" y="93"/>
                    <a:pt x="620" y="95"/>
                    <a:pt x="622" y="97"/>
                  </a:cubicBezTo>
                  <a:cubicBezTo>
                    <a:pt x="624" y="100"/>
                    <a:pt x="626" y="105"/>
                    <a:pt x="628" y="108"/>
                  </a:cubicBezTo>
                  <a:cubicBezTo>
                    <a:pt x="628" y="109"/>
                    <a:pt x="629" y="110"/>
                    <a:pt x="630" y="111"/>
                  </a:cubicBezTo>
                  <a:cubicBezTo>
                    <a:pt x="631" y="113"/>
                    <a:pt x="633" y="117"/>
                    <a:pt x="635" y="118"/>
                  </a:cubicBezTo>
                  <a:cubicBezTo>
                    <a:pt x="636" y="119"/>
                    <a:pt x="638" y="118"/>
                    <a:pt x="640" y="118"/>
                  </a:cubicBezTo>
                  <a:cubicBezTo>
                    <a:pt x="640" y="118"/>
                    <a:pt x="640" y="118"/>
                    <a:pt x="641" y="118"/>
                  </a:cubicBezTo>
                  <a:cubicBezTo>
                    <a:pt x="642" y="118"/>
                    <a:pt x="644" y="117"/>
                    <a:pt x="646" y="116"/>
                  </a:cubicBezTo>
                  <a:cubicBezTo>
                    <a:pt x="647" y="116"/>
                    <a:pt x="648" y="115"/>
                    <a:pt x="649" y="115"/>
                  </a:cubicBezTo>
                  <a:cubicBezTo>
                    <a:pt x="650" y="115"/>
                    <a:pt x="652" y="118"/>
                    <a:pt x="654" y="119"/>
                  </a:cubicBezTo>
                  <a:cubicBezTo>
                    <a:pt x="656" y="121"/>
                    <a:pt x="659" y="124"/>
                    <a:pt x="661" y="125"/>
                  </a:cubicBezTo>
                  <a:cubicBezTo>
                    <a:pt x="664" y="126"/>
                    <a:pt x="669" y="125"/>
                    <a:pt x="671" y="127"/>
                  </a:cubicBezTo>
                  <a:cubicBezTo>
                    <a:pt x="673" y="128"/>
                    <a:pt x="674" y="130"/>
                    <a:pt x="675" y="132"/>
                  </a:cubicBezTo>
                  <a:cubicBezTo>
                    <a:pt x="676" y="133"/>
                    <a:pt x="678" y="135"/>
                    <a:pt x="678" y="137"/>
                  </a:cubicBezTo>
                  <a:cubicBezTo>
                    <a:pt x="678" y="140"/>
                    <a:pt x="673" y="144"/>
                    <a:pt x="673" y="148"/>
                  </a:cubicBezTo>
                  <a:cubicBezTo>
                    <a:pt x="673" y="153"/>
                    <a:pt x="678" y="160"/>
                    <a:pt x="679" y="165"/>
                  </a:cubicBezTo>
                  <a:cubicBezTo>
                    <a:pt x="680" y="170"/>
                    <a:pt x="681" y="176"/>
                    <a:pt x="680" y="181"/>
                  </a:cubicBezTo>
                  <a:cubicBezTo>
                    <a:pt x="680" y="184"/>
                    <a:pt x="678" y="187"/>
                    <a:pt x="678" y="190"/>
                  </a:cubicBezTo>
                  <a:cubicBezTo>
                    <a:pt x="678" y="192"/>
                    <a:pt x="677" y="195"/>
                    <a:pt x="678" y="197"/>
                  </a:cubicBezTo>
                  <a:cubicBezTo>
                    <a:pt x="679" y="198"/>
                    <a:pt x="680" y="198"/>
                    <a:pt x="681" y="199"/>
                  </a:cubicBezTo>
                  <a:cubicBezTo>
                    <a:pt x="684" y="201"/>
                    <a:pt x="686" y="205"/>
                    <a:pt x="688" y="208"/>
                  </a:cubicBezTo>
                  <a:cubicBezTo>
                    <a:pt x="689" y="209"/>
                    <a:pt x="690" y="210"/>
                    <a:pt x="690" y="212"/>
                  </a:cubicBezTo>
                  <a:close/>
                  <a:moveTo>
                    <a:pt x="625" y="164"/>
                  </a:moveTo>
                  <a:cubicBezTo>
                    <a:pt x="625" y="164"/>
                    <a:pt x="639" y="154"/>
                    <a:pt x="638" y="149"/>
                  </a:cubicBezTo>
                  <a:cubicBezTo>
                    <a:pt x="638" y="147"/>
                    <a:pt x="633" y="146"/>
                    <a:pt x="631" y="145"/>
                  </a:cubicBezTo>
                  <a:cubicBezTo>
                    <a:pt x="627" y="142"/>
                    <a:pt x="618" y="137"/>
                    <a:pt x="613" y="135"/>
                  </a:cubicBezTo>
                  <a:cubicBezTo>
                    <a:pt x="610" y="133"/>
                    <a:pt x="601" y="131"/>
                    <a:pt x="598" y="130"/>
                  </a:cubicBezTo>
                  <a:cubicBezTo>
                    <a:pt x="594" y="128"/>
                    <a:pt x="587" y="124"/>
                    <a:pt x="583" y="122"/>
                  </a:cubicBezTo>
                  <a:cubicBezTo>
                    <a:pt x="580" y="120"/>
                    <a:pt x="575" y="115"/>
                    <a:pt x="572" y="114"/>
                  </a:cubicBezTo>
                  <a:cubicBezTo>
                    <a:pt x="569" y="113"/>
                    <a:pt x="562" y="112"/>
                    <a:pt x="560" y="113"/>
                  </a:cubicBezTo>
                  <a:cubicBezTo>
                    <a:pt x="556" y="114"/>
                    <a:pt x="552" y="120"/>
                    <a:pt x="550" y="122"/>
                  </a:cubicBezTo>
                  <a:cubicBezTo>
                    <a:pt x="547" y="125"/>
                    <a:pt x="542" y="133"/>
                    <a:pt x="539" y="135"/>
                  </a:cubicBezTo>
                  <a:cubicBezTo>
                    <a:pt x="535" y="138"/>
                    <a:pt x="526" y="141"/>
                    <a:pt x="521" y="143"/>
                  </a:cubicBezTo>
                  <a:cubicBezTo>
                    <a:pt x="517" y="144"/>
                    <a:pt x="509" y="147"/>
                    <a:pt x="504" y="148"/>
                  </a:cubicBezTo>
                  <a:cubicBezTo>
                    <a:pt x="501" y="149"/>
                    <a:pt x="492" y="148"/>
                    <a:pt x="489" y="151"/>
                  </a:cubicBezTo>
                  <a:cubicBezTo>
                    <a:pt x="486" y="154"/>
                    <a:pt x="488" y="164"/>
                    <a:pt x="484" y="167"/>
                  </a:cubicBezTo>
                  <a:cubicBezTo>
                    <a:pt x="483" y="168"/>
                    <a:pt x="478" y="167"/>
                    <a:pt x="476" y="167"/>
                  </a:cubicBezTo>
                  <a:cubicBezTo>
                    <a:pt x="472" y="168"/>
                    <a:pt x="466" y="172"/>
                    <a:pt x="463" y="173"/>
                  </a:cubicBezTo>
                  <a:cubicBezTo>
                    <a:pt x="459" y="174"/>
                    <a:pt x="450" y="176"/>
                    <a:pt x="445" y="176"/>
                  </a:cubicBezTo>
                  <a:cubicBezTo>
                    <a:pt x="444" y="176"/>
                    <a:pt x="441" y="176"/>
                    <a:pt x="440" y="176"/>
                  </a:cubicBezTo>
                  <a:cubicBezTo>
                    <a:pt x="436" y="176"/>
                    <a:pt x="428" y="175"/>
                    <a:pt x="424" y="176"/>
                  </a:cubicBezTo>
                  <a:cubicBezTo>
                    <a:pt x="420" y="176"/>
                    <a:pt x="412" y="177"/>
                    <a:pt x="408" y="178"/>
                  </a:cubicBezTo>
                  <a:cubicBezTo>
                    <a:pt x="405" y="180"/>
                    <a:pt x="399" y="186"/>
                    <a:pt x="396" y="187"/>
                  </a:cubicBezTo>
                  <a:cubicBezTo>
                    <a:pt x="391" y="189"/>
                    <a:pt x="382" y="191"/>
                    <a:pt x="377" y="192"/>
                  </a:cubicBezTo>
                  <a:cubicBezTo>
                    <a:pt x="372" y="193"/>
                    <a:pt x="363" y="193"/>
                    <a:pt x="358" y="193"/>
                  </a:cubicBezTo>
                  <a:cubicBezTo>
                    <a:pt x="354" y="194"/>
                    <a:pt x="347" y="194"/>
                    <a:pt x="343" y="196"/>
                  </a:cubicBezTo>
                  <a:cubicBezTo>
                    <a:pt x="340" y="197"/>
                    <a:pt x="336" y="203"/>
                    <a:pt x="334" y="206"/>
                  </a:cubicBezTo>
                  <a:cubicBezTo>
                    <a:pt x="331" y="208"/>
                    <a:pt x="325" y="210"/>
                    <a:pt x="323" y="213"/>
                  </a:cubicBezTo>
                  <a:cubicBezTo>
                    <a:pt x="322" y="214"/>
                    <a:pt x="322" y="217"/>
                    <a:pt x="322" y="219"/>
                  </a:cubicBezTo>
                  <a:cubicBezTo>
                    <a:pt x="322" y="222"/>
                    <a:pt x="321" y="227"/>
                    <a:pt x="320" y="230"/>
                  </a:cubicBezTo>
                  <a:cubicBezTo>
                    <a:pt x="318" y="233"/>
                    <a:pt x="313" y="237"/>
                    <a:pt x="311" y="239"/>
                  </a:cubicBezTo>
                  <a:cubicBezTo>
                    <a:pt x="309" y="241"/>
                    <a:pt x="303" y="242"/>
                    <a:pt x="302" y="244"/>
                  </a:cubicBezTo>
                  <a:cubicBezTo>
                    <a:pt x="301" y="245"/>
                    <a:pt x="301" y="248"/>
                    <a:pt x="302" y="250"/>
                  </a:cubicBezTo>
                  <a:cubicBezTo>
                    <a:pt x="303" y="252"/>
                    <a:pt x="309" y="255"/>
                    <a:pt x="310" y="258"/>
                  </a:cubicBezTo>
                  <a:cubicBezTo>
                    <a:pt x="311" y="260"/>
                    <a:pt x="309" y="265"/>
                    <a:pt x="310" y="267"/>
                  </a:cubicBezTo>
                  <a:cubicBezTo>
                    <a:pt x="310" y="268"/>
                    <a:pt x="312" y="269"/>
                    <a:pt x="313" y="269"/>
                  </a:cubicBezTo>
                  <a:cubicBezTo>
                    <a:pt x="315" y="269"/>
                    <a:pt x="318" y="263"/>
                    <a:pt x="321" y="263"/>
                  </a:cubicBezTo>
                  <a:cubicBezTo>
                    <a:pt x="324" y="263"/>
                    <a:pt x="331" y="268"/>
                    <a:pt x="331" y="272"/>
                  </a:cubicBezTo>
                  <a:cubicBezTo>
                    <a:pt x="331" y="274"/>
                    <a:pt x="328" y="276"/>
                    <a:pt x="326" y="277"/>
                  </a:cubicBezTo>
                  <a:cubicBezTo>
                    <a:pt x="323" y="279"/>
                    <a:pt x="317" y="283"/>
                    <a:pt x="315" y="286"/>
                  </a:cubicBezTo>
                  <a:cubicBezTo>
                    <a:pt x="314" y="288"/>
                    <a:pt x="313" y="293"/>
                    <a:pt x="313" y="295"/>
                  </a:cubicBezTo>
                  <a:cubicBezTo>
                    <a:pt x="314" y="300"/>
                    <a:pt x="314" y="310"/>
                    <a:pt x="317" y="314"/>
                  </a:cubicBezTo>
                  <a:cubicBezTo>
                    <a:pt x="319" y="316"/>
                    <a:pt x="323" y="315"/>
                    <a:pt x="324" y="317"/>
                  </a:cubicBezTo>
                  <a:cubicBezTo>
                    <a:pt x="326" y="323"/>
                    <a:pt x="313" y="332"/>
                    <a:pt x="314" y="338"/>
                  </a:cubicBezTo>
                  <a:cubicBezTo>
                    <a:pt x="315" y="341"/>
                    <a:pt x="322" y="343"/>
                    <a:pt x="325" y="344"/>
                  </a:cubicBezTo>
                  <a:cubicBezTo>
                    <a:pt x="328" y="346"/>
                    <a:pt x="333" y="349"/>
                    <a:pt x="336" y="350"/>
                  </a:cubicBezTo>
                  <a:cubicBezTo>
                    <a:pt x="339" y="350"/>
                    <a:pt x="345" y="351"/>
                    <a:pt x="348" y="351"/>
                  </a:cubicBezTo>
                  <a:cubicBezTo>
                    <a:pt x="350" y="351"/>
                    <a:pt x="356" y="351"/>
                    <a:pt x="358" y="350"/>
                  </a:cubicBezTo>
                  <a:cubicBezTo>
                    <a:pt x="360" y="349"/>
                    <a:pt x="364" y="344"/>
                    <a:pt x="366" y="344"/>
                  </a:cubicBezTo>
                  <a:cubicBezTo>
                    <a:pt x="369" y="345"/>
                    <a:pt x="373" y="350"/>
                    <a:pt x="375" y="351"/>
                  </a:cubicBezTo>
                  <a:cubicBezTo>
                    <a:pt x="379" y="354"/>
                    <a:pt x="388" y="360"/>
                    <a:pt x="393" y="363"/>
                  </a:cubicBezTo>
                  <a:cubicBezTo>
                    <a:pt x="396" y="365"/>
                    <a:pt x="403" y="371"/>
                    <a:pt x="407" y="370"/>
                  </a:cubicBezTo>
                  <a:cubicBezTo>
                    <a:pt x="410" y="370"/>
                    <a:pt x="417" y="363"/>
                    <a:pt x="417" y="363"/>
                  </a:cubicBezTo>
                  <a:cubicBezTo>
                    <a:pt x="417" y="363"/>
                    <a:pt x="433" y="373"/>
                    <a:pt x="438" y="376"/>
                  </a:cubicBezTo>
                  <a:cubicBezTo>
                    <a:pt x="441" y="377"/>
                    <a:pt x="446" y="379"/>
                    <a:pt x="448" y="380"/>
                  </a:cubicBezTo>
                  <a:cubicBezTo>
                    <a:pt x="451" y="381"/>
                    <a:pt x="458" y="381"/>
                    <a:pt x="461" y="380"/>
                  </a:cubicBezTo>
                  <a:cubicBezTo>
                    <a:pt x="462" y="380"/>
                    <a:pt x="464" y="378"/>
                    <a:pt x="466" y="377"/>
                  </a:cubicBezTo>
                  <a:cubicBezTo>
                    <a:pt x="470" y="375"/>
                    <a:pt x="478" y="371"/>
                    <a:pt x="481" y="368"/>
                  </a:cubicBezTo>
                  <a:cubicBezTo>
                    <a:pt x="484" y="366"/>
                    <a:pt x="489" y="363"/>
                    <a:pt x="491" y="361"/>
                  </a:cubicBezTo>
                  <a:cubicBezTo>
                    <a:pt x="497" y="356"/>
                    <a:pt x="508" y="345"/>
                    <a:pt x="513" y="339"/>
                  </a:cubicBezTo>
                  <a:cubicBezTo>
                    <a:pt x="517" y="335"/>
                    <a:pt x="523" y="327"/>
                    <a:pt x="526" y="322"/>
                  </a:cubicBezTo>
                  <a:cubicBezTo>
                    <a:pt x="528" y="318"/>
                    <a:pt x="532" y="308"/>
                    <a:pt x="533" y="303"/>
                  </a:cubicBezTo>
                  <a:cubicBezTo>
                    <a:pt x="535" y="296"/>
                    <a:pt x="537" y="283"/>
                    <a:pt x="538" y="277"/>
                  </a:cubicBezTo>
                  <a:cubicBezTo>
                    <a:pt x="538" y="273"/>
                    <a:pt x="539" y="264"/>
                    <a:pt x="538" y="260"/>
                  </a:cubicBezTo>
                  <a:cubicBezTo>
                    <a:pt x="538" y="256"/>
                    <a:pt x="535" y="245"/>
                    <a:pt x="535" y="245"/>
                  </a:cubicBezTo>
                  <a:cubicBezTo>
                    <a:pt x="535" y="245"/>
                    <a:pt x="534" y="239"/>
                    <a:pt x="534" y="237"/>
                  </a:cubicBezTo>
                  <a:cubicBezTo>
                    <a:pt x="533" y="234"/>
                    <a:pt x="530" y="230"/>
                    <a:pt x="529" y="228"/>
                  </a:cubicBezTo>
                  <a:cubicBezTo>
                    <a:pt x="529" y="226"/>
                    <a:pt x="529" y="222"/>
                    <a:pt x="529" y="220"/>
                  </a:cubicBezTo>
                  <a:cubicBezTo>
                    <a:pt x="530" y="216"/>
                    <a:pt x="534" y="209"/>
                    <a:pt x="535" y="206"/>
                  </a:cubicBezTo>
                  <a:cubicBezTo>
                    <a:pt x="536" y="203"/>
                    <a:pt x="539" y="194"/>
                    <a:pt x="539" y="194"/>
                  </a:cubicBezTo>
                  <a:cubicBezTo>
                    <a:pt x="539" y="194"/>
                    <a:pt x="542" y="192"/>
                    <a:pt x="543" y="192"/>
                  </a:cubicBezTo>
                  <a:cubicBezTo>
                    <a:pt x="545" y="191"/>
                    <a:pt x="550" y="192"/>
                    <a:pt x="553" y="192"/>
                  </a:cubicBezTo>
                  <a:cubicBezTo>
                    <a:pt x="555" y="192"/>
                    <a:pt x="559" y="193"/>
                    <a:pt x="561" y="193"/>
                  </a:cubicBezTo>
                  <a:cubicBezTo>
                    <a:pt x="564" y="194"/>
                    <a:pt x="571" y="195"/>
                    <a:pt x="571" y="195"/>
                  </a:cubicBezTo>
                  <a:cubicBezTo>
                    <a:pt x="571" y="195"/>
                    <a:pt x="575" y="192"/>
                    <a:pt x="577" y="191"/>
                  </a:cubicBezTo>
                  <a:cubicBezTo>
                    <a:pt x="578" y="190"/>
                    <a:pt x="581" y="186"/>
                    <a:pt x="583" y="185"/>
                  </a:cubicBezTo>
                  <a:cubicBezTo>
                    <a:pt x="586" y="183"/>
                    <a:pt x="594" y="183"/>
                    <a:pt x="597" y="181"/>
                  </a:cubicBezTo>
                  <a:cubicBezTo>
                    <a:pt x="599" y="180"/>
                    <a:pt x="606" y="174"/>
                    <a:pt x="606" y="174"/>
                  </a:cubicBezTo>
                  <a:cubicBezTo>
                    <a:pt x="606" y="174"/>
                    <a:pt x="616" y="171"/>
                    <a:pt x="618" y="170"/>
                  </a:cubicBezTo>
                  <a:cubicBezTo>
                    <a:pt x="620" y="169"/>
                    <a:pt x="625" y="164"/>
                    <a:pt x="625" y="164"/>
                  </a:cubicBezTo>
                  <a:close/>
                  <a:moveTo>
                    <a:pt x="532" y="71"/>
                  </a:moveTo>
                  <a:cubicBezTo>
                    <a:pt x="532" y="70"/>
                    <a:pt x="534" y="67"/>
                    <a:pt x="533" y="66"/>
                  </a:cubicBezTo>
                  <a:cubicBezTo>
                    <a:pt x="532" y="63"/>
                    <a:pt x="526" y="59"/>
                    <a:pt x="523" y="58"/>
                  </a:cubicBezTo>
                  <a:cubicBezTo>
                    <a:pt x="521" y="57"/>
                    <a:pt x="517" y="54"/>
                    <a:pt x="515" y="55"/>
                  </a:cubicBezTo>
                  <a:cubicBezTo>
                    <a:pt x="513" y="55"/>
                    <a:pt x="509" y="58"/>
                    <a:pt x="507" y="60"/>
                  </a:cubicBezTo>
                  <a:cubicBezTo>
                    <a:pt x="505" y="63"/>
                    <a:pt x="502" y="68"/>
                    <a:pt x="501" y="71"/>
                  </a:cubicBezTo>
                  <a:cubicBezTo>
                    <a:pt x="500" y="74"/>
                    <a:pt x="500" y="79"/>
                    <a:pt x="501" y="82"/>
                  </a:cubicBezTo>
                  <a:cubicBezTo>
                    <a:pt x="502" y="84"/>
                    <a:pt x="506" y="87"/>
                    <a:pt x="508" y="88"/>
                  </a:cubicBezTo>
                  <a:cubicBezTo>
                    <a:pt x="510" y="89"/>
                    <a:pt x="515" y="90"/>
                    <a:pt x="517" y="90"/>
                  </a:cubicBezTo>
                  <a:cubicBezTo>
                    <a:pt x="520" y="89"/>
                    <a:pt x="525" y="85"/>
                    <a:pt x="527" y="82"/>
                  </a:cubicBezTo>
                  <a:cubicBezTo>
                    <a:pt x="529" y="80"/>
                    <a:pt x="531" y="74"/>
                    <a:pt x="532" y="7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1"/>
            <p:cNvSpPr>
              <a:spLocks/>
            </p:cNvSpPr>
            <p:nvPr/>
          </p:nvSpPr>
          <p:spPr bwMode="auto">
            <a:xfrm>
              <a:off x="4738688" y="2355851"/>
              <a:ext cx="603250" cy="503238"/>
            </a:xfrm>
            <a:custGeom>
              <a:avLst/>
              <a:gdLst/>
              <a:ahLst/>
              <a:cxnLst>
                <a:cxn ang="0">
                  <a:pos x="364" y="371"/>
                </a:cxn>
                <a:cxn ang="0">
                  <a:pos x="350" y="386"/>
                </a:cxn>
                <a:cxn ang="0">
                  <a:pos x="334" y="355"/>
                </a:cxn>
                <a:cxn ang="0">
                  <a:pos x="334" y="326"/>
                </a:cxn>
                <a:cxn ang="0">
                  <a:pos x="310" y="327"/>
                </a:cxn>
                <a:cxn ang="0">
                  <a:pos x="291" y="326"/>
                </a:cxn>
                <a:cxn ang="0">
                  <a:pos x="265" y="333"/>
                </a:cxn>
                <a:cxn ang="0">
                  <a:pos x="238" y="351"/>
                </a:cxn>
                <a:cxn ang="0">
                  <a:pos x="231" y="309"/>
                </a:cxn>
                <a:cxn ang="0">
                  <a:pos x="195" y="315"/>
                </a:cxn>
                <a:cxn ang="0">
                  <a:pos x="165" y="292"/>
                </a:cxn>
                <a:cxn ang="0">
                  <a:pos x="148" y="265"/>
                </a:cxn>
                <a:cxn ang="0">
                  <a:pos x="64" y="268"/>
                </a:cxn>
                <a:cxn ang="0">
                  <a:pos x="80" y="258"/>
                </a:cxn>
                <a:cxn ang="0">
                  <a:pos x="87" y="229"/>
                </a:cxn>
                <a:cxn ang="0">
                  <a:pos x="71" y="217"/>
                </a:cxn>
                <a:cxn ang="0">
                  <a:pos x="49" y="199"/>
                </a:cxn>
                <a:cxn ang="0">
                  <a:pos x="24" y="198"/>
                </a:cxn>
                <a:cxn ang="0">
                  <a:pos x="0" y="187"/>
                </a:cxn>
                <a:cxn ang="0">
                  <a:pos x="14" y="168"/>
                </a:cxn>
                <a:cxn ang="0">
                  <a:pos x="40" y="136"/>
                </a:cxn>
                <a:cxn ang="0">
                  <a:pos x="62" y="123"/>
                </a:cxn>
                <a:cxn ang="0">
                  <a:pos x="83" y="133"/>
                </a:cxn>
                <a:cxn ang="0">
                  <a:pos x="106" y="149"/>
                </a:cxn>
                <a:cxn ang="0">
                  <a:pos x="138" y="144"/>
                </a:cxn>
                <a:cxn ang="0">
                  <a:pos x="159" y="152"/>
                </a:cxn>
                <a:cxn ang="0">
                  <a:pos x="179" y="140"/>
                </a:cxn>
                <a:cxn ang="0">
                  <a:pos x="206" y="143"/>
                </a:cxn>
                <a:cxn ang="0">
                  <a:pos x="211" y="123"/>
                </a:cxn>
                <a:cxn ang="0">
                  <a:pos x="226" y="95"/>
                </a:cxn>
                <a:cxn ang="0">
                  <a:pos x="229" y="65"/>
                </a:cxn>
                <a:cxn ang="0">
                  <a:pos x="224" y="44"/>
                </a:cxn>
                <a:cxn ang="0">
                  <a:pos x="243" y="20"/>
                </a:cxn>
                <a:cxn ang="0">
                  <a:pos x="287" y="2"/>
                </a:cxn>
                <a:cxn ang="0">
                  <a:pos x="383" y="13"/>
                </a:cxn>
                <a:cxn ang="0">
                  <a:pos x="436" y="8"/>
                </a:cxn>
                <a:cxn ang="0">
                  <a:pos x="445" y="47"/>
                </a:cxn>
                <a:cxn ang="0">
                  <a:pos x="461" y="54"/>
                </a:cxn>
                <a:cxn ang="0">
                  <a:pos x="446" y="126"/>
                </a:cxn>
                <a:cxn ang="0">
                  <a:pos x="431" y="141"/>
                </a:cxn>
                <a:cxn ang="0">
                  <a:pos x="441" y="152"/>
                </a:cxn>
                <a:cxn ang="0">
                  <a:pos x="429" y="193"/>
                </a:cxn>
                <a:cxn ang="0">
                  <a:pos x="398" y="204"/>
                </a:cxn>
                <a:cxn ang="0">
                  <a:pos x="387" y="226"/>
                </a:cxn>
                <a:cxn ang="0">
                  <a:pos x="402" y="246"/>
                </a:cxn>
                <a:cxn ang="0">
                  <a:pos x="409" y="253"/>
                </a:cxn>
                <a:cxn ang="0">
                  <a:pos x="417" y="272"/>
                </a:cxn>
                <a:cxn ang="0">
                  <a:pos x="440" y="299"/>
                </a:cxn>
                <a:cxn ang="0">
                  <a:pos x="435" y="315"/>
                </a:cxn>
                <a:cxn ang="0">
                  <a:pos x="437" y="330"/>
                </a:cxn>
                <a:cxn ang="0">
                  <a:pos x="428" y="341"/>
                </a:cxn>
              </a:cxnLst>
              <a:rect l="0" t="0" r="r" b="b"/>
              <a:pathLst>
                <a:path w="464" h="387">
                  <a:moveTo>
                    <a:pt x="417" y="347"/>
                  </a:moveTo>
                  <a:cubicBezTo>
                    <a:pt x="417" y="347"/>
                    <a:pt x="393" y="361"/>
                    <a:pt x="385" y="365"/>
                  </a:cubicBezTo>
                  <a:cubicBezTo>
                    <a:pt x="380" y="367"/>
                    <a:pt x="369" y="369"/>
                    <a:pt x="364" y="371"/>
                  </a:cubicBezTo>
                  <a:cubicBezTo>
                    <a:pt x="363" y="372"/>
                    <a:pt x="360" y="374"/>
                    <a:pt x="359" y="375"/>
                  </a:cubicBezTo>
                  <a:cubicBezTo>
                    <a:pt x="358" y="376"/>
                    <a:pt x="356" y="380"/>
                    <a:pt x="355" y="382"/>
                  </a:cubicBezTo>
                  <a:cubicBezTo>
                    <a:pt x="354" y="383"/>
                    <a:pt x="351" y="387"/>
                    <a:pt x="350" y="386"/>
                  </a:cubicBezTo>
                  <a:cubicBezTo>
                    <a:pt x="343" y="383"/>
                    <a:pt x="354" y="360"/>
                    <a:pt x="347" y="357"/>
                  </a:cubicBezTo>
                  <a:cubicBezTo>
                    <a:pt x="345" y="356"/>
                    <a:pt x="340" y="364"/>
                    <a:pt x="337" y="363"/>
                  </a:cubicBezTo>
                  <a:cubicBezTo>
                    <a:pt x="335" y="363"/>
                    <a:pt x="334" y="358"/>
                    <a:pt x="334" y="355"/>
                  </a:cubicBezTo>
                  <a:cubicBezTo>
                    <a:pt x="334" y="352"/>
                    <a:pt x="336" y="347"/>
                    <a:pt x="337" y="344"/>
                  </a:cubicBezTo>
                  <a:cubicBezTo>
                    <a:pt x="337" y="341"/>
                    <a:pt x="339" y="336"/>
                    <a:pt x="338" y="333"/>
                  </a:cubicBezTo>
                  <a:cubicBezTo>
                    <a:pt x="338" y="331"/>
                    <a:pt x="335" y="327"/>
                    <a:pt x="334" y="326"/>
                  </a:cubicBezTo>
                  <a:cubicBezTo>
                    <a:pt x="332" y="324"/>
                    <a:pt x="326" y="323"/>
                    <a:pt x="323" y="323"/>
                  </a:cubicBezTo>
                  <a:cubicBezTo>
                    <a:pt x="320" y="322"/>
                    <a:pt x="316" y="323"/>
                    <a:pt x="314" y="324"/>
                  </a:cubicBezTo>
                  <a:cubicBezTo>
                    <a:pt x="313" y="324"/>
                    <a:pt x="311" y="326"/>
                    <a:pt x="310" y="327"/>
                  </a:cubicBezTo>
                  <a:cubicBezTo>
                    <a:pt x="308" y="328"/>
                    <a:pt x="305" y="331"/>
                    <a:pt x="303" y="332"/>
                  </a:cubicBezTo>
                  <a:cubicBezTo>
                    <a:pt x="302" y="333"/>
                    <a:pt x="299" y="333"/>
                    <a:pt x="298" y="333"/>
                  </a:cubicBezTo>
                  <a:cubicBezTo>
                    <a:pt x="296" y="332"/>
                    <a:pt x="293" y="327"/>
                    <a:pt x="291" y="326"/>
                  </a:cubicBezTo>
                  <a:cubicBezTo>
                    <a:pt x="290" y="325"/>
                    <a:pt x="288" y="325"/>
                    <a:pt x="287" y="324"/>
                  </a:cubicBezTo>
                  <a:cubicBezTo>
                    <a:pt x="284" y="324"/>
                    <a:pt x="277" y="327"/>
                    <a:pt x="274" y="328"/>
                  </a:cubicBezTo>
                  <a:cubicBezTo>
                    <a:pt x="272" y="329"/>
                    <a:pt x="267" y="332"/>
                    <a:pt x="265" y="333"/>
                  </a:cubicBezTo>
                  <a:cubicBezTo>
                    <a:pt x="262" y="336"/>
                    <a:pt x="257" y="342"/>
                    <a:pt x="254" y="344"/>
                  </a:cubicBezTo>
                  <a:cubicBezTo>
                    <a:pt x="252" y="345"/>
                    <a:pt x="249" y="346"/>
                    <a:pt x="247" y="347"/>
                  </a:cubicBezTo>
                  <a:cubicBezTo>
                    <a:pt x="245" y="348"/>
                    <a:pt x="240" y="352"/>
                    <a:pt x="238" y="351"/>
                  </a:cubicBezTo>
                  <a:cubicBezTo>
                    <a:pt x="236" y="351"/>
                    <a:pt x="233" y="345"/>
                    <a:pt x="233" y="342"/>
                  </a:cubicBezTo>
                  <a:cubicBezTo>
                    <a:pt x="232" y="340"/>
                    <a:pt x="234" y="336"/>
                    <a:pt x="234" y="334"/>
                  </a:cubicBezTo>
                  <a:cubicBezTo>
                    <a:pt x="234" y="328"/>
                    <a:pt x="236" y="313"/>
                    <a:pt x="231" y="309"/>
                  </a:cubicBezTo>
                  <a:cubicBezTo>
                    <a:pt x="227" y="306"/>
                    <a:pt x="216" y="313"/>
                    <a:pt x="211" y="314"/>
                  </a:cubicBezTo>
                  <a:cubicBezTo>
                    <a:pt x="208" y="315"/>
                    <a:pt x="203" y="316"/>
                    <a:pt x="201" y="316"/>
                  </a:cubicBezTo>
                  <a:cubicBezTo>
                    <a:pt x="199" y="316"/>
                    <a:pt x="197" y="315"/>
                    <a:pt x="195" y="315"/>
                  </a:cubicBezTo>
                  <a:cubicBezTo>
                    <a:pt x="192" y="314"/>
                    <a:pt x="187" y="311"/>
                    <a:pt x="184" y="311"/>
                  </a:cubicBezTo>
                  <a:cubicBezTo>
                    <a:pt x="180" y="310"/>
                    <a:pt x="170" y="315"/>
                    <a:pt x="167" y="312"/>
                  </a:cubicBezTo>
                  <a:cubicBezTo>
                    <a:pt x="163" y="309"/>
                    <a:pt x="166" y="297"/>
                    <a:pt x="165" y="292"/>
                  </a:cubicBezTo>
                  <a:cubicBezTo>
                    <a:pt x="165" y="287"/>
                    <a:pt x="165" y="278"/>
                    <a:pt x="164" y="273"/>
                  </a:cubicBezTo>
                  <a:cubicBezTo>
                    <a:pt x="163" y="270"/>
                    <a:pt x="160" y="263"/>
                    <a:pt x="156" y="262"/>
                  </a:cubicBezTo>
                  <a:cubicBezTo>
                    <a:pt x="154" y="261"/>
                    <a:pt x="148" y="265"/>
                    <a:pt x="148" y="265"/>
                  </a:cubicBezTo>
                  <a:cubicBezTo>
                    <a:pt x="148" y="265"/>
                    <a:pt x="129" y="272"/>
                    <a:pt x="123" y="274"/>
                  </a:cubicBezTo>
                  <a:cubicBezTo>
                    <a:pt x="116" y="276"/>
                    <a:pt x="103" y="279"/>
                    <a:pt x="96" y="278"/>
                  </a:cubicBezTo>
                  <a:cubicBezTo>
                    <a:pt x="88" y="278"/>
                    <a:pt x="69" y="275"/>
                    <a:pt x="64" y="268"/>
                  </a:cubicBezTo>
                  <a:cubicBezTo>
                    <a:pt x="62" y="267"/>
                    <a:pt x="62" y="259"/>
                    <a:pt x="62" y="259"/>
                  </a:cubicBezTo>
                  <a:cubicBezTo>
                    <a:pt x="62" y="259"/>
                    <a:pt x="67" y="257"/>
                    <a:pt x="68" y="256"/>
                  </a:cubicBezTo>
                  <a:cubicBezTo>
                    <a:pt x="71" y="256"/>
                    <a:pt x="77" y="258"/>
                    <a:pt x="80" y="258"/>
                  </a:cubicBezTo>
                  <a:cubicBezTo>
                    <a:pt x="81" y="258"/>
                    <a:pt x="83" y="257"/>
                    <a:pt x="84" y="257"/>
                  </a:cubicBezTo>
                  <a:cubicBezTo>
                    <a:pt x="85" y="256"/>
                    <a:pt x="88" y="254"/>
                    <a:pt x="88" y="253"/>
                  </a:cubicBezTo>
                  <a:cubicBezTo>
                    <a:pt x="90" y="247"/>
                    <a:pt x="91" y="234"/>
                    <a:pt x="87" y="229"/>
                  </a:cubicBezTo>
                  <a:cubicBezTo>
                    <a:pt x="87" y="228"/>
                    <a:pt x="83" y="227"/>
                    <a:pt x="82" y="227"/>
                  </a:cubicBezTo>
                  <a:cubicBezTo>
                    <a:pt x="80" y="226"/>
                    <a:pt x="78" y="224"/>
                    <a:pt x="76" y="223"/>
                  </a:cubicBezTo>
                  <a:cubicBezTo>
                    <a:pt x="75" y="222"/>
                    <a:pt x="72" y="218"/>
                    <a:pt x="71" y="217"/>
                  </a:cubicBezTo>
                  <a:cubicBezTo>
                    <a:pt x="68" y="214"/>
                    <a:pt x="63" y="210"/>
                    <a:pt x="60" y="208"/>
                  </a:cubicBezTo>
                  <a:cubicBezTo>
                    <a:pt x="59" y="206"/>
                    <a:pt x="56" y="202"/>
                    <a:pt x="55" y="200"/>
                  </a:cubicBezTo>
                  <a:cubicBezTo>
                    <a:pt x="53" y="200"/>
                    <a:pt x="50" y="199"/>
                    <a:pt x="49" y="199"/>
                  </a:cubicBezTo>
                  <a:cubicBezTo>
                    <a:pt x="47" y="199"/>
                    <a:pt x="45" y="200"/>
                    <a:pt x="44" y="200"/>
                  </a:cubicBezTo>
                  <a:cubicBezTo>
                    <a:pt x="41" y="200"/>
                    <a:pt x="37" y="201"/>
                    <a:pt x="35" y="200"/>
                  </a:cubicBezTo>
                  <a:cubicBezTo>
                    <a:pt x="32" y="200"/>
                    <a:pt x="27" y="199"/>
                    <a:pt x="24" y="198"/>
                  </a:cubicBezTo>
                  <a:cubicBezTo>
                    <a:pt x="20" y="197"/>
                    <a:pt x="13" y="196"/>
                    <a:pt x="10" y="195"/>
                  </a:cubicBezTo>
                  <a:cubicBezTo>
                    <a:pt x="8" y="194"/>
                    <a:pt x="4" y="191"/>
                    <a:pt x="2" y="190"/>
                  </a:cubicBezTo>
                  <a:cubicBezTo>
                    <a:pt x="1" y="189"/>
                    <a:pt x="0" y="188"/>
                    <a:pt x="0" y="187"/>
                  </a:cubicBezTo>
                  <a:cubicBezTo>
                    <a:pt x="0" y="185"/>
                    <a:pt x="4" y="183"/>
                    <a:pt x="5" y="182"/>
                  </a:cubicBezTo>
                  <a:cubicBezTo>
                    <a:pt x="7" y="181"/>
                    <a:pt x="9" y="178"/>
                    <a:pt x="10" y="176"/>
                  </a:cubicBezTo>
                  <a:cubicBezTo>
                    <a:pt x="11" y="174"/>
                    <a:pt x="13" y="170"/>
                    <a:pt x="14" y="168"/>
                  </a:cubicBezTo>
                  <a:cubicBezTo>
                    <a:pt x="14" y="167"/>
                    <a:pt x="14" y="166"/>
                    <a:pt x="14" y="165"/>
                  </a:cubicBezTo>
                  <a:cubicBezTo>
                    <a:pt x="16" y="161"/>
                    <a:pt x="24" y="157"/>
                    <a:pt x="27" y="154"/>
                  </a:cubicBezTo>
                  <a:cubicBezTo>
                    <a:pt x="30" y="150"/>
                    <a:pt x="36" y="140"/>
                    <a:pt x="40" y="136"/>
                  </a:cubicBezTo>
                  <a:cubicBezTo>
                    <a:pt x="42" y="135"/>
                    <a:pt x="45" y="133"/>
                    <a:pt x="46" y="132"/>
                  </a:cubicBezTo>
                  <a:cubicBezTo>
                    <a:pt x="48" y="131"/>
                    <a:pt x="53" y="127"/>
                    <a:pt x="53" y="127"/>
                  </a:cubicBezTo>
                  <a:cubicBezTo>
                    <a:pt x="53" y="127"/>
                    <a:pt x="60" y="124"/>
                    <a:pt x="62" y="123"/>
                  </a:cubicBezTo>
                  <a:cubicBezTo>
                    <a:pt x="65" y="122"/>
                    <a:pt x="69" y="119"/>
                    <a:pt x="72" y="118"/>
                  </a:cubicBezTo>
                  <a:cubicBezTo>
                    <a:pt x="73" y="117"/>
                    <a:pt x="77" y="115"/>
                    <a:pt x="78" y="116"/>
                  </a:cubicBezTo>
                  <a:cubicBezTo>
                    <a:pt x="82" y="119"/>
                    <a:pt x="81" y="129"/>
                    <a:pt x="83" y="133"/>
                  </a:cubicBezTo>
                  <a:cubicBezTo>
                    <a:pt x="84" y="135"/>
                    <a:pt x="85" y="140"/>
                    <a:pt x="86" y="141"/>
                  </a:cubicBezTo>
                  <a:cubicBezTo>
                    <a:pt x="87" y="142"/>
                    <a:pt x="90" y="143"/>
                    <a:pt x="92" y="143"/>
                  </a:cubicBezTo>
                  <a:cubicBezTo>
                    <a:pt x="95" y="145"/>
                    <a:pt x="102" y="149"/>
                    <a:pt x="106" y="149"/>
                  </a:cubicBezTo>
                  <a:cubicBezTo>
                    <a:pt x="108" y="149"/>
                    <a:pt x="112" y="146"/>
                    <a:pt x="115" y="145"/>
                  </a:cubicBezTo>
                  <a:cubicBezTo>
                    <a:pt x="117" y="145"/>
                    <a:pt x="122" y="144"/>
                    <a:pt x="125" y="144"/>
                  </a:cubicBezTo>
                  <a:cubicBezTo>
                    <a:pt x="128" y="144"/>
                    <a:pt x="135" y="142"/>
                    <a:pt x="138" y="144"/>
                  </a:cubicBezTo>
                  <a:cubicBezTo>
                    <a:pt x="140" y="146"/>
                    <a:pt x="138" y="154"/>
                    <a:pt x="140" y="156"/>
                  </a:cubicBezTo>
                  <a:cubicBezTo>
                    <a:pt x="142" y="157"/>
                    <a:pt x="148" y="157"/>
                    <a:pt x="150" y="156"/>
                  </a:cubicBezTo>
                  <a:cubicBezTo>
                    <a:pt x="152" y="156"/>
                    <a:pt x="157" y="153"/>
                    <a:pt x="159" y="152"/>
                  </a:cubicBezTo>
                  <a:cubicBezTo>
                    <a:pt x="161" y="150"/>
                    <a:pt x="164" y="147"/>
                    <a:pt x="166" y="146"/>
                  </a:cubicBezTo>
                  <a:cubicBezTo>
                    <a:pt x="168" y="145"/>
                    <a:pt x="172" y="144"/>
                    <a:pt x="174" y="143"/>
                  </a:cubicBezTo>
                  <a:cubicBezTo>
                    <a:pt x="176" y="143"/>
                    <a:pt x="178" y="140"/>
                    <a:pt x="179" y="140"/>
                  </a:cubicBezTo>
                  <a:cubicBezTo>
                    <a:pt x="182" y="140"/>
                    <a:pt x="188" y="143"/>
                    <a:pt x="192" y="143"/>
                  </a:cubicBezTo>
                  <a:cubicBezTo>
                    <a:pt x="194" y="144"/>
                    <a:pt x="199" y="146"/>
                    <a:pt x="202" y="145"/>
                  </a:cubicBezTo>
                  <a:cubicBezTo>
                    <a:pt x="203" y="145"/>
                    <a:pt x="205" y="144"/>
                    <a:pt x="206" y="143"/>
                  </a:cubicBezTo>
                  <a:cubicBezTo>
                    <a:pt x="206" y="142"/>
                    <a:pt x="206" y="139"/>
                    <a:pt x="206" y="138"/>
                  </a:cubicBezTo>
                  <a:cubicBezTo>
                    <a:pt x="206" y="136"/>
                    <a:pt x="206" y="131"/>
                    <a:pt x="207" y="128"/>
                  </a:cubicBezTo>
                  <a:cubicBezTo>
                    <a:pt x="208" y="127"/>
                    <a:pt x="210" y="124"/>
                    <a:pt x="211" y="123"/>
                  </a:cubicBezTo>
                  <a:cubicBezTo>
                    <a:pt x="213" y="121"/>
                    <a:pt x="217" y="119"/>
                    <a:pt x="218" y="118"/>
                  </a:cubicBezTo>
                  <a:cubicBezTo>
                    <a:pt x="220" y="116"/>
                    <a:pt x="222" y="112"/>
                    <a:pt x="223" y="110"/>
                  </a:cubicBezTo>
                  <a:cubicBezTo>
                    <a:pt x="224" y="106"/>
                    <a:pt x="224" y="99"/>
                    <a:pt x="226" y="95"/>
                  </a:cubicBezTo>
                  <a:cubicBezTo>
                    <a:pt x="227" y="91"/>
                    <a:pt x="232" y="83"/>
                    <a:pt x="232" y="79"/>
                  </a:cubicBezTo>
                  <a:cubicBezTo>
                    <a:pt x="232" y="78"/>
                    <a:pt x="232" y="75"/>
                    <a:pt x="231" y="74"/>
                  </a:cubicBezTo>
                  <a:cubicBezTo>
                    <a:pt x="231" y="72"/>
                    <a:pt x="229" y="65"/>
                    <a:pt x="229" y="65"/>
                  </a:cubicBezTo>
                  <a:cubicBezTo>
                    <a:pt x="229" y="65"/>
                    <a:pt x="228" y="60"/>
                    <a:pt x="227" y="59"/>
                  </a:cubicBezTo>
                  <a:cubicBezTo>
                    <a:pt x="226" y="57"/>
                    <a:pt x="223" y="53"/>
                    <a:pt x="223" y="50"/>
                  </a:cubicBezTo>
                  <a:cubicBezTo>
                    <a:pt x="223" y="49"/>
                    <a:pt x="223" y="45"/>
                    <a:pt x="224" y="44"/>
                  </a:cubicBezTo>
                  <a:cubicBezTo>
                    <a:pt x="225" y="42"/>
                    <a:pt x="229" y="40"/>
                    <a:pt x="231" y="38"/>
                  </a:cubicBezTo>
                  <a:cubicBezTo>
                    <a:pt x="233" y="36"/>
                    <a:pt x="237" y="32"/>
                    <a:pt x="238" y="29"/>
                  </a:cubicBezTo>
                  <a:cubicBezTo>
                    <a:pt x="240" y="27"/>
                    <a:pt x="242" y="22"/>
                    <a:pt x="243" y="20"/>
                  </a:cubicBezTo>
                  <a:cubicBezTo>
                    <a:pt x="244" y="18"/>
                    <a:pt x="245" y="15"/>
                    <a:pt x="246" y="14"/>
                  </a:cubicBezTo>
                  <a:cubicBezTo>
                    <a:pt x="248" y="13"/>
                    <a:pt x="252" y="14"/>
                    <a:pt x="254" y="13"/>
                  </a:cubicBezTo>
                  <a:cubicBezTo>
                    <a:pt x="262" y="12"/>
                    <a:pt x="278" y="4"/>
                    <a:pt x="287" y="2"/>
                  </a:cubicBezTo>
                  <a:cubicBezTo>
                    <a:pt x="293" y="1"/>
                    <a:pt x="310" y="1"/>
                    <a:pt x="310" y="1"/>
                  </a:cubicBezTo>
                  <a:cubicBezTo>
                    <a:pt x="310" y="1"/>
                    <a:pt x="332" y="12"/>
                    <a:pt x="339" y="13"/>
                  </a:cubicBezTo>
                  <a:cubicBezTo>
                    <a:pt x="350" y="15"/>
                    <a:pt x="372" y="14"/>
                    <a:pt x="383" y="13"/>
                  </a:cubicBezTo>
                  <a:cubicBezTo>
                    <a:pt x="390" y="13"/>
                    <a:pt x="404" y="10"/>
                    <a:pt x="410" y="9"/>
                  </a:cubicBezTo>
                  <a:cubicBezTo>
                    <a:pt x="415" y="7"/>
                    <a:pt x="425" y="0"/>
                    <a:pt x="430" y="2"/>
                  </a:cubicBezTo>
                  <a:cubicBezTo>
                    <a:pt x="432" y="2"/>
                    <a:pt x="434" y="7"/>
                    <a:pt x="436" y="8"/>
                  </a:cubicBezTo>
                  <a:cubicBezTo>
                    <a:pt x="437" y="9"/>
                    <a:pt x="441" y="10"/>
                    <a:pt x="442" y="11"/>
                  </a:cubicBezTo>
                  <a:cubicBezTo>
                    <a:pt x="445" y="17"/>
                    <a:pt x="441" y="32"/>
                    <a:pt x="442" y="39"/>
                  </a:cubicBezTo>
                  <a:cubicBezTo>
                    <a:pt x="443" y="41"/>
                    <a:pt x="443" y="46"/>
                    <a:pt x="445" y="47"/>
                  </a:cubicBezTo>
                  <a:cubicBezTo>
                    <a:pt x="447" y="49"/>
                    <a:pt x="451" y="46"/>
                    <a:pt x="453" y="46"/>
                  </a:cubicBezTo>
                  <a:cubicBezTo>
                    <a:pt x="456" y="46"/>
                    <a:pt x="464" y="48"/>
                    <a:pt x="464" y="48"/>
                  </a:cubicBezTo>
                  <a:cubicBezTo>
                    <a:pt x="464" y="48"/>
                    <a:pt x="462" y="53"/>
                    <a:pt x="461" y="54"/>
                  </a:cubicBezTo>
                  <a:cubicBezTo>
                    <a:pt x="454" y="68"/>
                    <a:pt x="434" y="94"/>
                    <a:pt x="436" y="108"/>
                  </a:cubicBezTo>
                  <a:cubicBezTo>
                    <a:pt x="436" y="111"/>
                    <a:pt x="442" y="114"/>
                    <a:pt x="443" y="116"/>
                  </a:cubicBezTo>
                  <a:cubicBezTo>
                    <a:pt x="445" y="118"/>
                    <a:pt x="446" y="124"/>
                    <a:pt x="446" y="126"/>
                  </a:cubicBezTo>
                  <a:cubicBezTo>
                    <a:pt x="446" y="128"/>
                    <a:pt x="445" y="131"/>
                    <a:pt x="444" y="132"/>
                  </a:cubicBezTo>
                  <a:cubicBezTo>
                    <a:pt x="443" y="133"/>
                    <a:pt x="440" y="134"/>
                    <a:pt x="438" y="135"/>
                  </a:cubicBezTo>
                  <a:cubicBezTo>
                    <a:pt x="436" y="136"/>
                    <a:pt x="432" y="139"/>
                    <a:pt x="431" y="141"/>
                  </a:cubicBezTo>
                  <a:cubicBezTo>
                    <a:pt x="430" y="142"/>
                    <a:pt x="429" y="145"/>
                    <a:pt x="430" y="146"/>
                  </a:cubicBezTo>
                  <a:cubicBezTo>
                    <a:pt x="430" y="148"/>
                    <a:pt x="433" y="150"/>
                    <a:pt x="435" y="151"/>
                  </a:cubicBezTo>
                  <a:cubicBezTo>
                    <a:pt x="436" y="152"/>
                    <a:pt x="440" y="152"/>
                    <a:pt x="441" y="152"/>
                  </a:cubicBezTo>
                  <a:cubicBezTo>
                    <a:pt x="443" y="152"/>
                    <a:pt x="446" y="152"/>
                    <a:pt x="447" y="154"/>
                  </a:cubicBezTo>
                  <a:cubicBezTo>
                    <a:pt x="449" y="159"/>
                    <a:pt x="441" y="170"/>
                    <a:pt x="439" y="175"/>
                  </a:cubicBezTo>
                  <a:cubicBezTo>
                    <a:pt x="437" y="179"/>
                    <a:pt x="432" y="189"/>
                    <a:pt x="429" y="193"/>
                  </a:cubicBezTo>
                  <a:cubicBezTo>
                    <a:pt x="426" y="197"/>
                    <a:pt x="419" y="205"/>
                    <a:pt x="414" y="206"/>
                  </a:cubicBezTo>
                  <a:cubicBezTo>
                    <a:pt x="412" y="207"/>
                    <a:pt x="407" y="206"/>
                    <a:pt x="405" y="206"/>
                  </a:cubicBezTo>
                  <a:cubicBezTo>
                    <a:pt x="403" y="205"/>
                    <a:pt x="400" y="204"/>
                    <a:pt x="398" y="204"/>
                  </a:cubicBezTo>
                  <a:cubicBezTo>
                    <a:pt x="396" y="204"/>
                    <a:pt x="392" y="204"/>
                    <a:pt x="391" y="205"/>
                  </a:cubicBezTo>
                  <a:cubicBezTo>
                    <a:pt x="389" y="208"/>
                    <a:pt x="394" y="218"/>
                    <a:pt x="392" y="222"/>
                  </a:cubicBezTo>
                  <a:cubicBezTo>
                    <a:pt x="392" y="224"/>
                    <a:pt x="388" y="224"/>
                    <a:pt x="387" y="226"/>
                  </a:cubicBezTo>
                  <a:cubicBezTo>
                    <a:pt x="387" y="228"/>
                    <a:pt x="391" y="231"/>
                    <a:pt x="392" y="232"/>
                  </a:cubicBezTo>
                  <a:cubicBezTo>
                    <a:pt x="393" y="233"/>
                    <a:pt x="396" y="235"/>
                    <a:pt x="397" y="237"/>
                  </a:cubicBezTo>
                  <a:cubicBezTo>
                    <a:pt x="398" y="239"/>
                    <a:pt x="401" y="244"/>
                    <a:pt x="402" y="246"/>
                  </a:cubicBezTo>
                  <a:cubicBezTo>
                    <a:pt x="402" y="247"/>
                    <a:pt x="403" y="249"/>
                    <a:pt x="404" y="250"/>
                  </a:cubicBezTo>
                  <a:cubicBezTo>
                    <a:pt x="405" y="250"/>
                    <a:pt x="407" y="248"/>
                    <a:pt x="407" y="249"/>
                  </a:cubicBezTo>
                  <a:cubicBezTo>
                    <a:pt x="408" y="249"/>
                    <a:pt x="408" y="252"/>
                    <a:pt x="409" y="253"/>
                  </a:cubicBezTo>
                  <a:cubicBezTo>
                    <a:pt x="410" y="256"/>
                    <a:pt x="414" y="260"/>
                    <a:pt x="417" y="262"/>
                  </a:cubicBezTo>
                  <a:cubicBezTo>
                    <a:pt x="418" y="264"/>
                    <a:pt x="421" y="265"/>
                    <a:pt x="421" y="267"/>
                  </a:cubicBezTo>
                  <a:cubicBezTo>
                    <a:pt x="421" y="269"/>
                    <a:pt x="417" y="271"/>
                    <a:pt x="417" y="272"/>
                  </a:cubicBezTo>
                  <a:cubicBezTo>
                    <a:pt x="417" y="274"/>
                    <a:pt x="419" y="276"/>
                    <a:pt x="420" y="278"/>
                  </a:cubicBezTo>
                  <a:cubicBezTo>
                    <a:pt x="422" y="281"/>
                    <a:pt x="426" y="286"/>
                    <a:pt x="429" y="289"/>
                  </a:cubicBezTo>
                  <a:cubicBezTo>
                    <a:pt x="431" y="292"/>
                    <a:pt x="437" y="296"/>
                    <a:pt x="440" y="299"/>
                  </a:cubicBezTo>
                  <a:cubicBezTo>
                    <a:pt x="441" y="300"/>
                    <a:pt x="445" y="301"/>
                    <a:pt x="446" y="303"/>
                  </a:cubicBezTo>
                  <a:cubicBezTo>
                    <a:pt x="446" y="305"/>
                    <a:pt x="440" y="306"/>
                    <a:pt x="439" y="308"/>
                  </a:cubicBezTo>
                  <a:cubicBezTo>
                    <a:pt x="438" y="310"/>
                    <a:pt x="435" y="313"/>
                    <a:pt x="435" y="315"/>
                  </a:cubicBezTo>
                  <a:cubicBezTo>
                    <a:pt x="434" y="316"/>
                    <a:pt x="434" y="319"/>
                    <a:pt x="434" y="320"/>
                  </a:cubicBezTo>
                  <a:cubicBezTo>
                    <a:pt x="434" y="321"/>
                    <a:pt x="435" y="324"/>
                    <a:pt x="435" y="325"/>
                  </a:cubicBezTo>
                  <a:cubicBezTo>
                    <a:pt x="435" y="326"/>
                    <a:pt x="436" y="329"/>
                    <a:pt x="437" y="330"/>
                  </a:cubicBezTo>
                  <a:cubicBezTo>
                    <a:pt x="438" y="331"/>
                    <a:pt x="440" y="332"/>
                    <a:pt x="440" y="333"/>
                  </a:cubicBezTo>
                  <a:cubicBezTo>
                    <a:pt x="439" y="335"/>
                    <a:pt x="433" y="335"/>
                    <a:pt x="431" y="337"/>
                  </a:cubicBezTo>
                  <a:cubicBezTo>
                    <a:pt x="430" y="337"/>
                    <a:pt x="429" y="340"/>
                    <a:pt x="428" y="341"/>
                  </a:cubicBezTo>
                  <a:cubicBezTo>
                    <a:pt x="426" y="343"/>
                    <a:pt x="417" y="347"/>
                    <a:pt x="417" y="34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2"/>
            <p:cNvSpPr>
              <a:spLocks/>
            </p:cNvSpPr>
            <p:nvPr/>
          </p:nvSpPr>
          <p:spPr bwMode="auto">
            <a:xfrm>
              <a:off x="5889626" y="2024063"/>
              <a:ext cx="61913" cy="41275"/>
            </a:xfrm>
            <a:custGeom>
              <a:avLst/>
              <a:gdLst/>
              <a:ahLst/>
              <a:cxnLst>
                <a:cxn ang="0">
                  <a:pos x="47" y="22"/>
                </a:cxn>
                <a:cxn ang="0">
                  <a:pos x="40" y="28"/>
                </a:cxn>
                <a:cxn ang="0">
                  <a:pos x="28" y="32"/>
                </a:cxn>
                <a:cxn ang="0">
                  <a:pos x="20" y="28"/>
                </a:cxn>
                <a:cxn ang="0">
                  <a:pos x="12" y="22"/>
                </a:cxn>
                <a:cxn ang="0">
                  <a:pos x="2" y="15"/>
                </a:cxn>
                <a:cxn ang="0">
                  <a:pos x="1" y="4"/>
                </a:cxn>
                <a:cxn ang="0">
                  <a:pos x="14" y="0"/>
                </a:cxn>
                <a:cxn ang="0">
                  <a:pos x="24" y="4"/>
                </a:cxn>
                <a:cxn ang="0">
                  <a:pos x="36" y="14"/>
                </a:cxn>
                <a:cxn ang="0">
                  <a:pos x="47" y="22"/>
                </a:cxn>
              </a:cxnLst>
              <a:rect l="0" t="0" r="r" b="b"/>
              <a:pathLst>
                <a:path w="47" h="32">
                  <a:moveTo>
                    <a:pt x="47" y="22"/>
                  </a:moveTo>
                  <a:cubicBezTo>
                    <a:pt x="47" y="22"/>
                    <a:pt x="42" y="27"/>
                    <a:pt x="40" y="28"/>
                  </a:cubicBezTo>
                  <a:cubicBezTo>
                    <a:pt x="38" y="29"/>
                    <a:pt x="28" y="32"/>
                    <a:pt x="28" y="32"/>
                  </a:cubicBezTo>
                  <a:cubicBezTo>
                    <a:pt x="28" y="32"/>
                    <a:pt x="22" y="29"/>
                    <a:pt x="20" y="28"/>
                  </a:cubicBezTo>
                  <a:cubicBezTo>
                    <a:pt x="18" y="26"/>
                    <a:pt x="14" y="24"/>
                    <a:pt x="12" y="22"/>
                  </a:cubicBezTo>
                  <a:cubicBezTo>
                    <a:pt x="9" y="20"/>
                    <a:pt x="4" y="18"/>
                    <a:pt x="2" y="15"/>
                  </a:cubicBezTo>
                  <a:cubicBezTo>
                    <a:pt x="1" y="13"/>
                    <a:pt x="0" y="7"/>
                    <a:pt x="1" y="4"/>
                  </a:cubicBezTo>
                  <a:cubicBezTo>
                    <a:pt x="3" y="1"/>
                    <a:pt x="11" y="0"/>
                    <a:pt x="14" y="0"/>
                  </a:cubicBezTo>
                  <a:cubicBezTo>
                    <a:pt x="17" y="0"/>
                    <a:pt x="22" y="3"/>
                    <a:pt x="24" y="4"/>
                  </a:cubicBezTo>
                  <a:cubicBezTo>
                    <a:pt x="28" y="6"/>
                    <a:pt x="33" y="11"/>
                    <a:pt x="36" y="14"/>
                  </a:cubicBezTo>
                  <a:cubicBezTo>
                    <a:pt x="39" y="16"/>
                    <a:pt x="47" y="22"/>
                    <a:pt x="47"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3"/>
            <p:cNvSpPr>
              <a:spLocks/>
            </p:cNvSpPr>
            <p:nvPr/>
          </p:nvSpPr>
          <p:spPr bwMode="auto">
            <a:xfrm>
              <a:off x="5835651" y="2033588"/>
              <a:ext cx="66675" cy="58738"/>
            </a:xfrm>
            <a:custGeom>
              <a:avLst/>
              <a:gdLst/>
              <a:ahLst/>
              <a:cxnLst>
                <a:cxn ang="0">
                  <a:pos x="44" y="20"/>
                </a:cxn>
                <a:cxn ang="0">
                  <a:pos x="51" y="26"/>
                </a:cxn>
                <a:cxn ang="0">
                  <a:pos x="34" y="35"/>
                </a:cxn>
                <a:cxn ang="0">
                  <a:pos x="35" y="44"/>
                </a:cxn>
                <a:cxn ang="0">
                  <a:pos x="25" y="43"/>
                </a:cxn>
                <a:cxn ang="0">
                  <a:pos x="17" y="42"/>
                </a:cxn>
                <a:cxn ang="0">
                  <a:pos x="7" y="42"/>
                </a:cxn>
                <a:cxn ang="0">
                  <a:pos x="3" y="45"/>
                </a:cxn>
                <a:cxn ang="0">
                  <a:pos x="0" y="38"/>
                </a:cxn>
                <a:cxn ang="0">
                  <a:pos x="6" y="31"/>
                </a:cxn>
                <a:cxn ang="0">
                  <a:pos x="14" y="27"/>
                </a:cxn>
                <a:cxn ang="0">
                  <a:pos x="18" y="22"/>
                </a:cxn>
                <a:cxn ang="0">
                  <a:pos x="8" y="15"/>
                </a:cxn>
                <a:cxn ang="0">
                  <a:pos x="12" y="10"/>
                </a:cxn>
                <a:cxn ang="0">
                  <a:pos x="17" y="6"/>
                </a:cxn>
                <a:cxn ang="0">
                  <a:pos x="27" y="3"/>
                </a:cxn>
                <a:cxn ang="0">
                  <a:pos x="33" y="1"/>
                </a:cxn>
                <a:cxn ang="0">
                  <a:pos x="36" y="8"/>
                </a:cxn>
                <a:cxn ang="0">
                  <a:pos x="44" y="20"/>
                </a:cxn>
              </a:cxnLst>
              <a:rect l="0" t="0" r="r" b="b"/>
              <a:pathLst>
                <a:path w="51" h="45">
                  <a:moveTo>
                    <a:pt x="44" y="20"/>
                  </a:moveTo>
                  <a:cubicBezTo>
                    <a:pt x="45" y="21"/>
                    <a:pt x="51" y="23"/>
                    <a:pt x="51" y="26"/>
                  </a:cubicBezTo>
                  <a:cubicBezTo>
                    <a:pt x="51" y="30"/>
                    <a:pt x="37" y="30"/>
                    <a:pt x="34" y="35"/>
                  </a:cubicBezTo>
                  <a:cubicBezTo>
                    <a:pt x="33" y="37"/>
                    <a:pt x="35" y="44"/>
                    <a:pt x="35" y="44"/>
                  </a:cubicBezTo>
                  <a:cubicBezTo>
                    <a:pt x="35" y="44"/>
                    <a:pt x="28" y="44"/>
                    <a:pt x="25" y="43"/>
                  </a:cubicBezTo>
                  <a:cubicBezTo>
                    <a:pt x="23" y="43"/>
                    <a:pt x="19" y="42"/>
                    <a:pt x="17" y="42"/>
                  </a:cubicBezTo>
                  <a:cubicBezTo>
                    <a:pt x="14" y="42"/>
                    <a:pt x="9" y="41"/>
                    <a:pt x="7" y="42"/>
                  </a:cubicBezTo>
                  <a:cubicBezTo>
                    <a:pt x="6" y="42"/>
                    <a:pt x="3" y="45"/>
                    <a:pt x="3" y="45"/>
                  </a:cubicBezTo>
                  <a:cubicBezTo>
                    <a:pt x="3" y="45"/>
                    <a:pt x="0" y="40"/>
                    <a:pt x="0" y="38"/>
                  </a:cubicBezTo>
                  <a:cubicBezTo>
                    <a:pt x="1" y="36"/>
                    <a:pt x="4" y="33"/>
                    <a:pt x="6" y="31"/>
                  </a:cubicBezTo>
                  <a:cubicBezTo>
                    <a:pt x="8" y="30"/>
                    <a:pt x="12" y="28"/>
                    <a:pt x="14" y="27"/>
                  </a:cubicBezTo>
                  <a:cubicBezTo>
                    <a:pt x="15" y="26"/>
                    <a:pt x="18" y="23"/>
                    <a:pt x="18" y="22"/>
                  </a:cubicBezTo>
                  <a:cubicBezTo>
                    <a:pt x="18" y="19"/>
                    <a:pt x="9" y="18"/>
                    <a:pt x="8" y="15"/>
                  </a:cubicBezTo>
                  <a:cubicBezTo>
                    <a:pt x="8" y="13"/>
                    <a:pt x="11" y="11"/>
                    <a:pt x="12" y="10"/>
                  </a:cubicBezTo>
                  <a:cubicBezTo>
                    <a:pt x="13" y="9"/>
                    <a:pt x="16" y="7"/>
                    <a:pt x="17" y="6"/>
                  </a:cubicBezTo>
                  <a:cubicBezTo>
                    <a:pt x="19" y="5"/>
                    <a:pt x="24" y="4"/>
                    <a:pt x="27" y="3"/>
                  </a:cubicBezTo>
                  <a:cubicBezTo>
                    <a:pt x="28" y="3"/>
                    <a:pt x="31" y="0"/>
                    <a:pt x="33" y="1"/>
                  </a:cubicBezTo>
                  <a:cubicBezTo>
                    <a:pt x="34" y="1"/>
                    <a:pt x="35" y="6"/>
                    <a:pt x="36" y="8"/>
                  </a:cubicBezTo>
                  <a:cubicBezTo>
                    <a:pt x="38" y="11"/>
                    <a:pt x="42" y="17"/>
                    <a:pt x="44"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4"/>
            <p:cNvSpPr>
              <a:spLocks/>
            </p:cNvSpPr>
            <p:nvPr/>
          </p:nvSpPr>
          <p:spPr bwMode="auto">
            <a:xfrm>
              <a:off x="5646738" y="2108201"/>
              <a:ext cx="192088" cy="225425"/>
            </a:xfrm>
            <a:custGeom>
              <a:avLst/>
              <a:gdLst/>
              <a:ahLst/>
              <a:cxnLst>
                <a:cxn ang="0">
                  <a:pos x="147" y="53"/>
                </a:cxn>
                <a:cxn ang="0">
                  <a:pos x="147" y="70"/>
                </a:cxn>
                <a:cxn ang="0">
                  <a:pos x="142" y="96"/>
                </a:cxn>
                <a:cxn ang="0">
                  <a:pos x="135" y="115"/>
                </a:cxn>
                <a:cxn ang="0">
                  <a:pos x="122" y="132"/>
                </a:cxn>
                <a:cxn ang="0">
                  <a:pos x="100" y="154"/>
                </a:cxn>
                <a:cxn ang="0">
                  <a:pos x="90" y="161"/>
                </a:cxn>
                <a:cxn ang="0">
                  <a:pos x="75" y="170"/>
                </a:cxn>
                <a:cxn ang="0">
                  <a:pos x="70" y="173"/>
                </a:cxn>
                <a:cxn ang="0">
                  <a:pos x="57" y="173"/>
                </a:cxn>
                <a:cxn ang="0">
                  <a:pos x="47" y="169"/>
                </a:cxn>
                <a:cxn ang="0">
                  <a:pos x="26" y="156"/>
                </a:cxn>
                <a:cxn ang="0">
                  <a:pos x="23" y="139"/>
                </a:cxn>
                <a:cxn ang="0">
                  <a:pos x="16" y="123"/>
                </a:cxn>
                <a:cxn ang="0">
                  <a:pos x="8" y="116"/>
                </a:cxn>
                <a:cxn ang="0">
                  <a:pos x="0" y="101"/>
                </a:cxn>
                <a:cxn ang="0">
                  <a:pos x="4" y="79"/>
                </a:cxn>
                <a:cxn ang="0">
                  <a:pos x="7" y="58"/>
                </a:cxn>
                <a:cxn ang="0">
                  <a:pos x="18" y="46"/>
                </a:cxn>
                <a:cxn ang="0">
                  <a:pos x="32" y="33"/>
                </a:cxn>
                <a:cxn ang="0">
                  <a:pos x="38" y="23"/>
                </a:cxn>
                <a:cxn ang="0">
                  <a:pos x="35" y="18"/>
                </a:cxn>
                <a:cxn ang="0">
                  <a:pos x="29" y="6"/>
                </a:cxn>
                <a:cxn ang="0">
                  <a:pos x="38" y="3"/>
                </a:cxn>
                <a:cxn ang="0">
                  <a:pos x="50" y="0"/>
                </a:cxn>
                <a:cxn ang="0">
                  <a:pos x="64" y="6"/>
                </a:cxn>
                <a:cxn ang="0">
                  <a:pos x="86" y="15"/>
                </a:cxn>
                <a:cxn ang="0">
                  <a:pos x="104" y="23"/>
                </a:cxn>
                <a:cxn ang="0">
                  <a:pos x="111" y="37"/>
                </a:cxn>
                <a:cxn ang="0">
                  <a:pos x="120" y="41"/>
                </a:cxn>
                <a:cxn ang="0">
                  <a:pos x="132" y="41"/>
                </a:cxn>
                <a:cxn ang="0">
                  <a:pos x="144" y="38"/>
                </a:cxn>
                <a:cxn ang="0">
                  <a:pos x="147" y="53"/>
                </a:cxn>
              </a:cxnLst>
              <a:rect l="0" t="0" r="r" b="b"/>
              <a:pathLst>
                <a:path w="148" h="174">
                  <a:moveTo>
                    <a:pt x="147" y="53"/>
                  </a:moveTo>
                  <a:cubicBezTo>
                    <a:pt x="148" y="57"/>
                    <a:pt x="147" y="66"/>
                    <a:pt x="147" y="70"/>
                  </a:cubicBezTo>
                  <a:cubicBezTo>
                    <a:pt x="146" y="76"/>
                    <a:pt x="144" y="89"/>
                    <a:pt x="142" y="96"/>
                  </a:cubicBezTo>
                  <a:cubicBezTo>
                    <a:pt x="141" y="101"/>
                    <a:pt x="137" y="111"/>
                    <a:pt x="135" y="115"/>
                  </a:cubicBezTo>
                  <a:cubicBezTo>
                    <a:pt x="132" y="120"/>
                    <a:pt x="126" y="128"/>
                    <a:pt x="122" y="132"/>
                  </a:cubicBezTo>
                  <a:cubicBezTo>
                    <a:pt x="117" y="138"/>
                    <a:pt x="106" y="149"/>
                    <a:pt x="100" y="154"/>
                  </a:cubicBezTo>
                  <a:cubicBezTo>
                    <a:pt x="98" y="156"/>
                    <a:pt x="93" y="159"/>
                    <a:pt x="90" y="161"/>
                  </a:cubicBezTo>
                  <a:cubicBezTo>
                    <a:pt x="87" y="164"/>
                    <a:pt x="79" y="168"/>
                    <a:pt x="75" y="170"/>
                  </a:cubicBezTo>
                  <a:cubicBezTo>
                    <a:pt x="73" y="171"/>
                    <a:pt x="71" y="173"/>
                    <a:pt x="70" y="173"/>
                  </a:cubicBezTo>
                  <a:cubicBezTo>
                    <a:pt x="67" y="174"/>
                    <a:pt x="60" y="174"/>
                    <a:pt x="57" y="173"/>
                  </a:cubicBezTo>
                  <a:cubicBezTo>
                    <a:pt x="55" y="172"/>
                    <a:pt x="50" y="170"/>
                    <a:pt x="47" y="169"/>
                  </a:cubicBezTo>
                  <a:cubicBezTo>
                    <a:pt x="42" y="166"/>
                    <a:pt x="26" y="156"/>
                    <a:pt x="26" y="156"/>
                  </a:cubicBezTo>
                  <a:cubicBezTo>
                    <a:pt x="26" y="156"/>
                    <a:pt x="24" y="143"/>
                    <a:pt x="23" y="139"/>
                  </a:cubicBezTo>
                  <a:cubicBezTo>
                    <a:pt x="22" y="135"/>
                    <a:pt x="19" y="126"/>
                    <a:pt x="16" y="123"/>
                  </a:cubicBezTo>
                  <a:cubicBezTo>
                    <a:pt x="15" y="121"/>
                    <a:pt x="10" y="118"/>
                    <a:pt x="8" y="116"/>
                  </a:cubicBezTo>
                  <a:cubicBezTo>
                    <a:pt x="5" y="113"/>
                    <a:pt x="1" y="105"/>
                    <a:pt x="0" y="101"/>
                  </a:cubicBezTo>
                  <a:cubicBezTo>
                    <a:pt x="0" y="95"/>
                    <a:pt x="3" y="84"/>
                    <a:pt x="4" y="79"/>
                  </a:cubicBezTo>
                  <a:cubicBezTo>
                    <a:pt x="5" y="74"/>
                    <a:pt x="5" y="63"/>
                    <a:pt x="7" y="58"/>
                  </a:cubicBezTo>
                  <a:cubicBezTo>
                    <a:pt x="9" y="54"/>
                    <a:pt x="15" y="49"/>
                    <a:pt x="18" y="46"/>
                  </a:cubicBezTo>
                  <a:cubicBezTo>
                    <a:pt x="21" y="42"/>
                    <a:pt x="29" y="37"/>
                    <a:pt x="32" y="33"/>
                  </a:cubicBezTo>
                  <a:cubicBezTo>
                    <a:pt x="34" y="31"/>
                    <a:pt x="39" y="26"/>
                    <a:pt x="38" y="23"/>
                  </a:cubicBezTo>
                  <a:cubicBezTo>
                    <a:pt x="38" y="22"/>
                    <a:pt x="35" y="20"/>
                    <a:pt x="35" y="18"/>
                  </a:cubicBezTo>
                  <a:cubicBezTo>
                    <a:pt x="33" y="15"/>
                    <a:pt x="28" y="9"/>
                    <a:pt x="29" y="6"/>
                  </a:cubicBezTo>
                  <a:cubicBezTo>
                    <a:pt x="30" y="3"/>
                    <a:pt x="36" y="3"/>
                    <a:pt x="38" y="3"/>
                  </a:cubicBezTo>
                  <a:cubicBezTo>
                    <a:pt x="41" y="2"/>
                    <a:pt x="47" y="0"/>
                    <a:pt x="50" y="0"/>
                  </a:cubicBezTo>
                  <a:cubicBezTo>
                    <a:pt x="54" y="1"/>
                    <a:pt x="60" y="5"/>
                    <a:pt x="64" y="6"/>
                  </a:cubicBezTo>
                  <a:cubicBezTo>
                    <a:pt x="69" y="8"/>
                    <a:pt x="80" y="12"/>
                    <a:pt x="86" y="15"/>
                  </a:cubicBezTo>
                  <a:cubicBezTo>
                    <a:pt x="90" y="17"/>
                    <a:pt x="100" y="19"/>
                    <a:pt x="104" y="23"/>
                  </a:cubicBezTo>
                  <a:cubicBezTo>
                    <a:pt x="107" y="25"/>
                    <a:pt x="108" y="34"/>
                    <a:pt x="111" y="37"/>
                  </a:cubicBezTo>
                  <a:cubicBezTo>
                    <a:pt x="113" y="38"/>
                    <a:pt x="118" y="40"/>
                    <a:pt x="120" y="41"/>
                  </a:cubicBezTo>
                  <a:cubicBezTo>
                    <a:pt x="123" y="42"/>
                    <a:pt x="129" y="41"/>
                    <a:pt x="132" y="41"/>
                  </a:cubicBezTo>
                  <a:cubicBezTo>
                    <a:pt x="135" y="40"/>
                    <a:pt x="144" y="38"/>
                    <a:pt x="144" y="38"/>
                  </a:cubicBezTo>
                  <a:cubicBezTo>
                    <a:pt x="144" y="38"/>
                    <a:pt x="147" y="49"/>
                    <a:pt x="147" y="53"/>
                  </a:cubicBezTo>
                  <a:close/>
                </a:path>
              </a:pathLst>
            </a:custGeom>
            <a:solidFill>
              <a:schemeClr val="accent6"/>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5"/>
            <p:cNvSpPr>
              <a:spLocks/>
            </p:cNvSpPr>
            <p:nvPr/>
          </p:nvSpPr>
          <p:spPr bwMode="auto">
            <a:xfrm>
              <a:off x="5530851" y="1984376"/>
              <a:ext cx="438150" cy="336550"/>
            </a:xfrm>
            <a:custGeom>
              <a:avLst/>
              <a:gdLst/>
              <a:ahLst/>
              <a:cxnLst>
                <a:cxn ang="0">
                  <a:pos x="313" y="44"/>
                </a:cxn>
                <a:cxn ang="0">
                  <a:pos x="291" y="30"/>
                </a:cxn>
                <a:cxn ang="0">
                  <a:pos x="279" y="45"/>
                </a:cxn>
                <a:cxn ang="0">
                  <a:pos x="297" y="58"/>
                </a:cxn>
                <a:cxn ang="0">
                  <a:pos x="296" y="69"/>
                </a:cxn>
                <a:cxn ang="0">
                  <a:pos x="276" y="79"/>
                </a:cxn>
                <a:cxn ang="0">
                  <a:pos x="269" y="73"/>
                </a:cxn>
                <a:cxn ang="0">
                  <a:pos x="279" y="58"/>
                </a:cxn>
                <a:cxn ang="0">
                  <a:pos x="268" y="39"/>
                </a:cxn>
                <a:cxn ang="0">
                  <a:pos x="252" y="44"/>
                </a:cxn>
                <a:cxn ang="0">
                  <a:pos x="243" y="53"/>
                </a:cxn>
                <a:cxn ang="0">
                  <a:pos x="249" y="65"/>
                </a:cxn>
                <a:cxn ang="0">
                  <a:pos x="235" y="76"/>
                </a:cxn>
                <a:cxn ang="0">
                  <a:pos x="234" y="94"/>
                </a:cxn>
                <a:cxn ang="0">
                  <a:pos x="228" y="116"/>
                </a:cxn>
                <a:cxn ang="0">
                  <a:pos x="234" y="133"/>
                </a:cxn>
                <a:cxn ang="0">
                  <a:pos x="210" y="136"/>
                </a:cxn>
                <a:cxn ang="0">
                  <a:pos x="194" y="118"/>
                </a:cxn>
                <a:cxn ang="0">
                  <a:pos x="154" y="101"/>
                </a:cxn>
                <a:cxn ang="0">
                  <a:pos x="128" y="98"/>
                </a:cxn>
                <a:cxn ang="0">
                  <a:pos x="125" y="113"/>
                </a:cxn>
                <a:cxn ang="0">
                  <a:pos x="122" y="128"/>
                </a:cxn>
                <a:cxn ang="0">
                  <a:pos x="97" y="153"/>
                </a:cxn>
                <a:cxn ang="0">
                  <a:pos x="90" y="196"/>
                </a:cxn>
                <a:cxn ang="0">
                  <a:pos x="106" y="218"/>
                </a:cxn>
                <a:cxn ang="0">
                  <a:pos x="116" y="251"/>
                </a:cxn>
                <a:cxn ang="0">
                  <a:pos x="92" y="251"/>
                </a:cxn>
                <a:cxn ang="0">
                  <a:pos x="65" y="232"/>
                </a:cxn>
                <a:cxn ang="0">
                  <a:pos x="47" y="239"/>
                </a:cxn>
                <a:cxn ang="0">
                  <a:pos x="24" y="232"/>
                </a:cxn>
                <a:cxn ang="0">
                  <a:pos x="23" y="205"/>
                </a:cxn>
                <a:cxn ang="0">
                  <a:pos x="12" y="183"/>
                </a:cxn>
                <a:cxn ang="0">
                  <a:pos x="25" y="165"/>
                </a:cxn>
                <a:cxn ang="0">
                  <a:pos x="20" y="151"/>
                </a:cxn>
                <a:cxn ang="0">
                  <a:pos x="9" y="155"/>
                </a:cxn>
                <a:cxn ang="0">
                  <a:pos x="1" y="138"/>
                </a:cxn>
                <a:cxn ang="0">
                  <a:pos x="10" y="127"/>
                </a:cxn>
                <a:cxn ang="0">
                  <a:pos x="21" y="107"/>
                </a:cxn>
                <a:cxn ang="0">
                  <a:pos x="33" y="94"/>
                </a:cxn>
                <a:cxn ang="0">
                  <a:pos x="57" y="81"/>
                </a:cxn>
                <a:cxn ang="0">
                  <a:pos x="95" y="75"/>
                </a:cxn>
                <a:cxn ang="0">
                  <a:pos x="123" y="64"/>
                </a:cxn>
                <a:cxn ang="0">
                  <a:pos x="144" y="64"/>
                </a:cxn>
                <a:cxn ang="0">
                  <a:pos x="175" y="55"/>
                </a:cxn>
                <a:cxn ang="0">
                  <a:pos x="188" y="39"/>
                </a:cxn>
                <a:cxn ang="0">
                  <a:pos x="220" y="31"/>
                </a:cxn>
                <a:cxn ang="0">
                  <a:pos x="249" y="10"/>
                </a:cxn>
                <a:cxn ang="0">
                  <a:pos x="271" y="2"/>
                </a:cxn>
                <a:cxn ang="0">
                  <a:pos x="297" y="18"/>
                </a:cxn>
                <a:cxn ang="0">
                  <a:pos x="330" y="33"/>
                </a:cxn>
                <a:cxn ang="0">
                  <a:pos x="324" y="52"/>
                </a:cxn>
              </a:cxnLst>
              <a:rect l="0" t="0" r="r" b="b"/>
              <a:pathLst>
                <a:path w="338" h="259">
                  <a:moveTo>
                    <a:pt x="324" y="52"/>
                  </a:moveTo>
                  <a:cubicBezTo>
                    <a:pt x="324" y="52"/>
                    <a:pt x="316" y="46"/>
                    <a:pt x="313" y="44"/>
                  </a:cubicBezTo>
                  <a:cubicBezTo>
                    <a:pt x="310" y="41"/>
                    <a:pt x="305" y="36"/>
                    <a:pt x="301" y="34"/>
                  </a:cubicBezTo>
                  <a:cubicBezTo>
                    <a:pt x="299" y="33"/>
                    <a:pt x="294" y="30"/>
                    <a:pt x="291" y="30"/>
                  </a:cubicBezTo>
                  <a:cubicBezTo>
                    <a:pt x="288" y="30"/>
                    <a:pt x="280" y="31"/>
                    <a:pt x="278" y="34"/>
                  </a:cubicBezTo>
                  <a:cubicBezTo>
                    <a:pt x="277" y="37"/>
                    <a:pt x="278" y="43"/>
                    <a:pt x="279" y="45"/>
                  </a:cubicBezTo>
                  <a:cubicBezTo>
                    <a:pt x="281" y="48"/>
                    <a:pt x="286" y="50"/>
                    <a:pt x="289" y="52"/>
                  </a:cubicBezTo>
                  <a:cubicBezTo>
                    <a:pt x="291" y="53"/>
                    <a:pt x="295" y="56"/>
                    <a:pt x="297" y="58"/>
                  </a:cubicBezTo>
                  <a:cubicBezTo>
                    <a:pt x="299" y="59"/>
                    <a:pt x="305" y="62"/>
                    <a:pt x="305" y="62"/>
                  </a:cubicBezTo>
                  <a:cubicBezTo>
                    <a:pt x="305" y="62"/>
                    <a:pt x="298" y="68"/>
                    <a:pt x="296" y="69"/>
                  </a:cubicBezTo>
                  <a:cubicBezTo>
                    <a:pt x="293" y="71"/>
                    <a:pt x="285" y="71"/>
                    <a:pt x="282" y="73"/>
                  </a:cubicBezTo>
                  <a:cubicBezTo>
                    <a:pt x="280" y="74"/>
                    <a:pt x="277" y="78"/>
                    <a:pt x="276" y="79"/>
                  </a:cubicBezTo>
                  <a:cubicBezTo>
                    <a:pt x="274" y="80"/>
                    <a:pt x="270" y="82"/>
                    <a:pt x="270" y="82"/>
                  </a:cubicBezTo>
                  <a:cubicBezTo>
                    <a:pt x="270" y="82"/>
                    <a:pt x="268" y="75"/>
                    <a:pt x="269" y="73"/>
                  </a:cubicBezTo>
                  <a:cubicBezTo>
                    <a:pt x="272" y="68"/>
                    <a:pt x="286" y="68"/>
                    <a:pt x="286" y="64"/>
                  </a:cubicBezTo>
                  <a:cubicBezTo>
                    <a:pt x="286" y="61"/>
                    <a:pt x="280" y="59"/>
                    <a:pt x="279" y="58"/>
                  </a:cubicBezTo>
                  <a:cubicBezTo>
                    <a:pt x="277" y="55"/>
                    <a:pt x="273" y="49"/>
                    <a:pt x="271" y="46"/>
                  </a:cubicBezTo>
                  <a:cubicBezTo>
                    <a:pt x="270" y="44"/>
                    <a:pt x="269" y="39"/>
                    <a:pt x="268" y="39"/>
                  </a:cubicBezTo>
                  <a:cubicBezTo>
                    <a:pt x="266" y="38"/>
                    <a:pt x="263" y="41"/>
                    <a:pt x="262" y="41"/>
                  </a:cubicBezTo>
                  <a:cubicBezTo>
                    <a:pt x="259" y="42"/>
                    <a:pt x="254" y="43"/>
                    <a:pt x="252" y="44"/>
                  </a:cubicBezTo>
                  <a:cubicBezTo>
                    <a:pt x="251" y="45"/>
                    <a:pt x="248" y="47"/>
                    <a:pt x="247" y="48"/>
                  </a:cubicBezTo>
                  <a:cubicBezTo>
                    <a:pt x="246" y="49"/>
                    <a:pt x="243" y="51"/>
                    <a:pt x="243" y="53"/>
                  </a:cubicBezTo>
                  <a:cubicBezTo>
                    <a:pt x="244" y="56"/>
                    <a:pt x="253" y="57"/>
                    <a:pt x="253" y="60"/>
                  </a:cubicBezTo>
                  <a:cubicBezTo>
                    <a:pt x="253" y="61"/>
                    <a:pt x="250" y="64"/>
                    <a:pt x="249" y="65"/>
                  </a:cubicBezTo>
                  <a:cubicBezTo>
                    <a:pt x="247" y="66"/>
                    <a:pt x="243" y="68"/>
                    <a:pt x="241" y="69"/>
                  </a:cubicBezTo>
                  <a:cubicBezTo>
                    <a:pt x="239" y="71"/>
                    <a:pt x="236" y="74"/>
                    <a:pt x="235" y="76"/>
                  </a:cubicBezTo>
                  <a:cubicBezTo>
                    <a:pt x="235" y="78"/>
                    <a:pt x="238" y="83"/>
                    <a:pt x="238" y="83"/>
                  </a:cubicBezTo>
                  <a:cubicBezTo>
                    <a:pt x="238" y="83"/>
                    <a:pt x="235" y="91"/>
                    <a:pt x="234" y="94"/>
                  </a:cubicBezTo>
                  <a:cubicBezTo>
                    <a:pt x="233" y="97"/>
                    <a:pt x="229" y="104"/>
                    <a:pt x="228" y="108"/>
                  </a:cubicBezTo>
                  <a:cubicBezTo>
                    <a:pt x="228" y="110"/>
                    <a:pt x="228" y="114"/>
                    <a:pt x="228" y="116"/>
                  </a:cubicBezTo>
                  <a:cubicBezTo>
                    <a:pt x="229" y="118"/>
                    <a:pt x="232" y="122"/>
                    <a:pt x="233" y="125"/>
                  </a:cubicBezTo>
                  <a:cubicBezTo>
                    <a:pt x="233" y="127"/>
                    <a:pt x="234" y="133"/>
                    <a:pt x="234" y="133"/>
                  </a:cubicBezTo>
                  <a:cubicBezTo>
                    <a:pt x="234" y="133"/>
                    <a:pt x="225" y="135"/>
                    <a:pt x="222" y="136"/>
                  </a:cubicBezTo>
                  <a:cubicBezTo>
                    <a:pt x="219" y="136"/>
                    <a:pt x="213" y="137"/>
                    <a:pt x="210" y="136"/>
                  </a:cubicBezTo>
                  <a:cubicBezTo>
                    <a:pt x="208" y="135"/>
                    <a:pt x="203" y="133"/>
                    <a:pt x="201" y="132"/>
                  </a:cubicBezTo>
                  <a:cubicBezTo>
                    <a:pt x="198" y="129"/>
                    <a:pt x="197" y="120"/>
                    <a:pt x="194" y="118"/>
                  </a:cubicBezTo>
                  <a:cubicBezTo>
                    <a:pt x="190" y="114"/>
                    <a:pt x="180" y="112"/>
                    <a:pt x="176" y="110"/>
                  </a:cubicBezTo>
                  <a:cubicBezTo>
                    <a:pt x="170" y="107"/>
                    <a:pt x="159" y="103"/>
                    <a:pt x="154" y="101"/>
                  </a:cubicBezTo>
                  <a:cubicBezTo>
                    <a:pt x="150" y="100"/>
                    <a:pt x="144" y="96"/>
                    <a:pt x="140" y="95"/>
                  </a:cubicBezTo>
                  <a:cubicBezTo>
                    <a:pt x="137" y="95"/>
                    <a:pt x="131" y="97"/>
                    <a:pt x="128" y="98"/>
                  </a:cubicBezTo>
                  <a:cubicBezTo>
                    <a:pt x="126" y="98"/>
                    <a:pt x="120" y="98"/>
                    <a:pt x="119" y="101"/>
                  </a:cubicBezTo>
                  <a:cubicBezTo>
                    <a:pt x="118" y="104"/>
                    <a:pt x="123" y="110"/>
                    <a:pt x="125" y="113"/>
                  </a:cubicBezTo>
                  <a:cubicBezTo>
                    <a:pt x="125" y="115"/>
                    <a:pt x="128" y="117"/>
                    <a:pt x="128" y="118"/>
                  </a:cubicBezTo>
                  <a:cubicBezTo>
                    <a:pt x="129" y="121"/>
                    <a:pt x="124" y="126"/>
                    <a:pt x="122" y="128"/>
                  </a:cubicBezTo>
                  <a:cubicBezTo>
                    <a:pt x="119" y="132"/>
                    <a:pt x="111" y="137"/>
                    <a:pt x="108" y="141"/>
                  </a:cubicBezTo>
                  <a:cubicBezTo>
                    <a:pt x="105" y="144"/>
                    <a:pt x="99" y="149"/>
                    <a:pt x="97" y="153"/>
                  </a:cubicBezTo>
                  <a:cubicBezTo>
                    <a:pt x="95" y="158"/>
                    <a:pt x="95" y="169"/>
                    <a:pt x="94" y="174"/>
                  </a:cubicBezTo>
                  <a:cubicBezTo>
                    <a:pt x="93" y="179"/>
                    <a:pt x="90" y="190"/>
                    <a:pt x="90" y="196"/>
                  </a:cubicBezTo>
                  <a:cubicBezTo>
                    <a:pt x="91" y="200"/>
                    <a:pt x="95" y="208"/>
                    <a:pt x="98" y="211"/>
                  </a:cubicBezTo>
                  <a:cubicBezTo>
                    <a:pt x="100" y="213"/>
                    <a:pt x="105" y="216"/>
                    <a:pt x="106" y="218"/>
                  </a:cubicBezTo>
                  <a:cubicBezTo>
                    <a:pt x="109" y="221"/>
                    <a:pt x="112" y="230"/>
                    <a:pt x="113" y="234"/>
                  </a:cubicBezTo>
                  <a:cubicBezTo>
                    <a:pt x="114" y="238"/>
                    <a:pt x="116" y="251"/>
                    <a:pt x="116" y="251"/>
                  </a:cubicBezTo>
                  <a:cubicBezTo>
                    <a:pt x="116" y="251"/>
                    <a:pt x="109" y="258"/>
                    <a:pt x="106" y="258"/>
                  </a:cubicBezTo>
                  <a:cubicBezTo>
                    <a:pt x="102" y="259"/>
                    <a:pt x="95" y="253"/>
                    <a:pt x="92" y="251"/>
                  </a:cubicBezTo>
                  <a:cubicBezTo>
                    <a:pt x="87" y="248"/>
                    <a:pt x="78" y="242"/>
                    <a:pt x="74" y="239"/>
                  </a:cubicBezTo>
                  <a:cubicBezTo>
                    <a:pt x="72" y="238"/>
                    <a:pt x="68" y="233"/>
                    <a:pt x="65" y="232"/>
                  </a:cubicBezTo>
                  <a:cubicBezTo>
                    <a:pt x="63" y="232"/>
                    <a:pt x="59" y="237"/>
                    <a:pt x="57" y="238"/>
                  </a:cubicBezTo>
                  <a:cubicBezTo>
                    <a:pt x="55" y="239"/>
                    <a:pt x="49" y="239"/>
                    <a:pt x="47" y="239"/>
                  </a:cubicBezTo>
                  <a:cubicBezTo>
                    <a:pt x="44" y="239"/>
                    <a:pt x="38" y="238"/>
                    <a:pt x="35" y="238"/>
                  </a:cubicBezTo>
                  <a:cubicBezTo>
                    <a:pt x="32" y="237"/>
                    <a:pt x="27" y="234"/>
                    <a:pt x="24" y="232"/>
                  </a:cubicBezTo>
                  <a:cubicBezTo>
                    <a:pt x="21" y="231"/>
                    <a:pt x="14" y="229"/>
                    <a:pt x="13" y="226"/>
                  </a:cubicBezTo>
                  <a:cubicBezTo>
                    <a:pt x="12" y="220"/>
                    <a:pt x="25" y="211"/>
                    <a:pt x="23" y="205"/>
                  </a:cubicBezTo>
                  <a:cubicBezTo>
                    <a:pt x="22" y="203"/>
                    <a:pt x="18" y="204"/>
                    <a:pt x="16" y="202"/>
                  </a:cubicBezTo>
                  <a:cubicBezTo>
                    <a:pt x="13" y="198"/>
                    <a:pt x="13" y="188"/>
                    <a:pt x="12" y="183"/>
                  </a:cubicBezTo>
                  <a:cubicBezTo>
                    <a:pt x="12" y="181"/>
                    <a:pt x="13" y="176"/>
                    <a:pt x="14" y="174"/>
                  </a:cubicBezTo>
                  <a:cubicBezTo>
                    <a:pt x="16" y="171"/>
                    <a:pt x="22" y="167"/>
                    <a:pt x="25" y="165"/>
                  </a:cubicBezTo>
                  <a:cubicBezTo>
                    <a:pt x="27" y="164"/>
                    <a:pt x="30" y="162"/>
                    <a:pt x="30" y="160"/>
                  </a:cubicBezTo>
                  <a:cubicBezTo>
                    <a:pt x="30" y="156"/>
                    <a:pt x="23" y="151"/>
                    <a:pt x="20" y="151"/>
                  </a:cubicBezTo>
                  <a:cubicBezTo>
                    <a:pt x="17" y="151"/>
                    <a:pt x="14" y="157"/>
                    <a:pt x="12" y="157"/>
                  </a:cubicBezTo>
                  <a:cubicBezTo>
                    <a:pt x="11" y="157"/>
                    <a:pt x="9" y="156"/>
                    <a:pt x="9" y="155"/>
                  </a:cubicBezTo>
                  <a:cubicBezTo>
                    <a:pt x="8" y="153"/>
                    <a:pt x="10" y="148"/>
                    <a:pt x="9" y="146"/>
                  </a:cubicBezTo>
                  <a:cubicBezTo>
                    <a:pt x="8" y="143"/>
                    <a:pt x="2" y="140"/>
                    <a:pt x="1" y="138"/>
                  </a:cubicBezTo>
                  <a:cubicBezTo>
                    <a:pt x="0" y="136"/>
                    <a:pt x="0" y="133"/>
                    <a:pt x="1" y="132"/>
                  </a:cubicBezTo>
                  <a:cubicBezTo>
                    <a:pt x="2" y="130"/>
                    <a:pt x="8" y="129"/>
                    <a:pt x="10" y="127"/>
                  </a:cubicBezTo>
                  <a:cubicBezTo>
                    <a:pt x="12" y="125"/>
                    <a:pt x="17" y="121"/>
                    <a:pt x="19" y="118"/>
                  </a:cubicBezTo>
                  <a:cubicBezTo>
                    <a:pt x="20" y="115"/>
                    <a:pt x="21" y="110"/>
                    <a:pt x="21" y="107"/>
                  </a:cubicBezTo>
                  <a:cubicBezTo>
                    <a:pt x="21" y="105"/>
                    <a:pt x="21" y="102"/>
                    <a:pt x="22" y="101"/>
                  </a:cubicBezTo>
                  <a:cubicBezTo>
                    <a:pt x="24" y="98"/>
                    <a:pt x="30" y="96"/>
                    <a:pt x="33" y="94"/>
                  </a:cubicBezTo>
                  <a:cubicBezTo>
                    <a:pt x="35" y="91"/>
                    <a:pt x="39" y="85"/>
                    <a:pt x="42" y="84"/>
                  </a:cubicBezTo>
                  <a:cubicBezTo>
                    <a:pt x="46" y="82"/>
                    <a:pt x="53" y="82"/>
                    <a:pt x="57" y="81"/>
                  </a:cubicBezTo>
                  <a:cubicBezTo>
                    <a:pt x="62" y="81"/>
                    <a:pt x="71" y="81"/>
                    <a:pt x="76" y="80"/>
                  </a:cubicBezTo>
                  <a:cubicBezTo>
                    <a:pt x="81" y="79"/>
                    <a:pt x="90" y="77"/>
                    <a:pt x="95" y="75"/>
                  </a:cubicBezTo>
                  <a:cubicBezTo>
                    <a:pt x="98" y="74"/>
                    <a:pt x="104" y="68"/>
                    <a:pt x="107" y="66"/>
                  </a:cubicBezTo>
                  <a:cubicBezTo>
                    <a:pt x="111" y="65"/>
                    <a:pt x="119" y="64"/>
                    <a:pt x="123" y="64"/>
                  </a:cubicBezTo>
                  <a:cubicBezTo>
                    <a:pt x="127" y="63"/>
                    <a:pt x="135" y="64"/>
                    <a:pt x="139" y="64"/>
                  </a:cubicBezTo>
                  <a:cubicBezTo>
                    <a:pt x="140" y="64"/>
                    <a:pt x="143" y="64"/>
                    <a:pt x="144" y="64"/>
                  </a:cubicBezTo>
                  <a:cubicBezTo>
                    <a:pt x="149" y="64"/>
                    <a:pt x="158" y="62"/>
                    <a:pt x="162" y="61"/>
                  </a:cubicBezTo>
                  <a:cubicBezTo>
                    <a:pt x="165" y="60"/>
                    <a:pt x="171" y="56"/>
                    <a:pt x="175" y="55"/>
                  </a:cubicBezTo>
                  <a:cubicBezTo>
                    <a:pt x="177" y="55"/>
                    <a:pt x="182" y="56"/>
                    <a:pt x="183" y="55"/>
                  </a:cubicBezTo>
                  <a:cubicBezTo>
                    <a:pt x="187" y="52"/>
                    <a:pt x="185" y="42"/>
                    <a:pt x="188" y="39"/>
                  </a:cubicBezTo>
                  <a:cubicBezTo>
                    <a:pt x="191" y="36"/>
                    <a:pt x="200" y="37"/>
                    <a:pt x="203" y="36"/>
                  </a:cubicBezTo>
                  <a:cubicBezTo>
                    <a:pt x="208" y="35"/>
                    <a:pt x="216" y="32"/>
                    <a:pt x="220" y="31"/>
                  </a:cubicBezTo>
                  <a:cubicBezTo>
                    <a:pt x="225" y="29"/>
                    <a:pt x="234" y="26"/>
                    <a:pt x="238" y="23"/>
                  </a:cubicBezTo>
                  <a:cubicBezTo>
                    <a:pt x="241" y="21"/>
                    <a:pt x="246" y="13"/>
                    <a:pt x="249" y="10"/>
                  </a:cubicBezTo>
                  <a:cubicBezTo>
                    <a:pt x="251" y="8"/>
                    <a:pt x="255" y="2"/>
                    <a:pt x="259" y="1"/>
                  </a:cubicBezTo>
                  <a:cubicBezTo>
                    <a:pt x="261" y="0"/>
                    <a:pt x="268" y="1"/>
                    <a:pt x="271" y="2"/>
                  </a:cubicBezTo>
                  <a:cubicBezTo>
                    <a:pt x="274" y="3"/>
                    <a:pt x="279" y="8"/>
                    <a:pt x="282" y="10"/>
                  </a:cubicBezTo>
                  <a:cubicBezTo>
                    <a:pt x="286" y="12"/>
                    <a:pt x="293" y="16"/>
                    <a:pt x="297" y="18"/>
                  </a:cubicBezTo>
                  <a:cubicBezTo>
                    <a:pt x="300" y="19"/>
                    <a:pt x="309" y="21"/>
                    <a:pt x="312" y="23"/>
                  </a:cubicBezTo>
                  <a:cubicBezTo>
                    <a:pt x="317" y="25"/>
                    <a:pt x="326" y="30"/>
                    <a:pt x="330" y="33"/>
                  </a:cubicBezTo>
                  <a:cubicBezTo>
                    <a:pt x="332" y="34"/>
                    <a:pt x="337" y="35"/>
                    <a:pt x="337" y="37"/>
                  </a:cubicBezTo>
                  <a:cubicBezTo>
                    <a:pt x="338" y="42"/>
                    <a:pt x="324" y="52"/>
                    <a:pt x="324" y="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6"/>
            <p:cNvSpPr>
              <a:spLocks/>
            </p:cNvSpPr>
            <p:nvPr/>
          </p:nvSpPr>
          <p:spPr bwMode="auto">
            <a:xfrm>
              <a:off x="5789613" y="1909763"/>
              <a:ext cx="42863" cy="46038"/>
            </a:xfrm>
            <a:custGeom>
              <a:avLst/>
              <a:gdLst/>
              <a:ahLst/>
              <a:cxnLst>
                <a:cxn ang="0">
                  <a:pos x="33" y="12"/>
                </a:cxn>
                <a:cxn ang="0">
                  <a:pos x="32" y="17"/>
                </a:cxn>
                <a:cxn ang="0">
                  <a:pos x="27" y="28"/>
                </a:cxn>
                <a:cxn ang="0">
                  <a:pos x="17" y="36"/>
                </a:cxn>
                <a:cxn ang="0">
                  <a:pos x="8" y="34"/>
                </a:cxn>
                <a:cxn ang="0">
                  <a:pos x="1" y="28"/>
                </a:cxn>
                <a:cxn ang="0">
                  <a:pos x="1" y="17"/>
                </a:cxn>
                <a:cxn ang="0">
                  <a:pos x="7" y="6"/>
                </a:cxn>
                <a:cxn ang="0">
                  <a:pos x="15" y="1"/>
                </a:cxn>
                <a:cxn ang="0">
                  <a:pos x="23" y="4"/>
                </a:cxn>
                <a:cxn ang="0">
                  <a:pos x="33" y="12"/>
                </a:cxn>
              </a:cxnLst>
              <a:rect l="0" t="0" r="r" b="b"/>
              <a:pathLst>
                <a:path w="34" h="36">
                  <a:moveTo>
                    <a:pt x="33" y="12"/>
                  </a:moveTo>
                  <a:cubicBezTo>
                    <a:pt x="34" y="13"/>
                    <a:pt x="32" y="16"/>
                    <a:pt x="32" y="17"/>
                  </a:cubicBezTo>
                  <a:cubicBezTo>
                    <a:pt x="31" y="20"/>
                    <a:pt x="29" y="26"/>
                    <a:pt x="27" y="28"/>
                  </a:cubicBezTo>
                  <a:cubicBezTo>
                    <a:pt x="25" y="31"/>
                    <a:pt x="20" y="35"/>
                    <a:pt x="17" y="36"/>
                  </a:cubicBezTo>
                  <a:cubicBezTo>
                    <a:pt x="15" y="36"/>
                    <a:pt x="10" y="35"/>
                    <a:pt x="8" y="34"/>
                  </a:cubicBezTo>
                  <a:cubicBezTo>
                    <a:pt x="6" y="33"/>
                    <a:pt x="2" y="30"/>
                    <a:pt x="1" y="28"/>
                  </a:cubicBezTo>
                  <a:cubicBezTo>
                    <a:pt x="0" y="25"/>
                    <a:pt x="0" y="20"/>
                    <a:pt x="1" y="17"/>
                  </a:cubicBezTo>
                  <a:cubicBezTo>
                    <a:pt x="2" y="14"/>
                    <a:pt x="5" y="9"/>
                    <a:pt x="7" y="6"/>
                  </a:cubicBezTo>
                  <a:cubicBezTo>
                    <a:pt x="9" y="4"/>
                    <a:pt x="13" y="1"/>
                    <a:pt x="15" y="1"/>
                  </a:cubicBezTo>
                  <a:cubicBezTo>
                    <a:pt x="17" y="0"/>
                    <a:pt x="21" y="3"/>
                    <a:pt x="23" y="4"/>
                  </a:cubicBezTo>
                  <a:cubicBezTo>
                    <a:pt x="26" y="5"/>
                    <a:pt x="32" y="9"/>
                    <a:pt x="33"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7"/>
            <p:cNvSpPr>
              <a:spLocks/>
            </p:cNvSpPr>
            <p:nvPr/>
          </p:nvSpPr>
          <p:spPr bwMode="auto">
            <a:xfrm>
              <a:off x="5013326" y="1647826"/>
              <a:ext cx="827088" cy="471488"/>
            </a:xfrm>
            <a:custGeom>
              <a:avLst/>
              <a:gdLst/>
              <a:ahLst/>
              <a:cxnLst>
                <a:cxn ang="0">
                  <a:pos x="44" y="4"/>
                </a:cxn>
                <a:cxn ang="0">
                  <a:pos x="67" y="7"/>
                </a:cxn>
                <a:cxn ang="0">
                  <a:pos x="87" y="15"/>
                </a:cxn>
                <a:cxn ang="0">
                  <a:pos x="116" y="21"/>
                </a:cxn>
                <a:cxn ang="0">
                  <a:pos x="136" y="25"/>
                </a:cxn>
                <a:cxn ang="0">
                  <a:pos x="154" y="40"/>
                </a:cxn>
                <a:cxn ang="0">
                  <a:pos x="184" y="53"/>
                </a:cxn>
                <a:cxn ang="0">
                  <a:pos x="208" y="51"/>
                </a:cxn>
                <a:cxn ang="0">
                  <a:pos x="340" y="22"/>
                </a:cxn>
                <a:cxn ang="0">
                  <a:pos x="374" y="42"/>
                </a:cxn>
                <a:cxn ang="0">
                  <a:pos x="412" y="48"/>
                </a:cxn>
                <a:cxn ang="0">
                  <a:pos x="596" y="204"/>
                </a:cxn>
                <a:cxn ang="0">
                  <a:pos x="569" y="223"/>
                </a:cxn>
                <a:cxn ang="0">
                  <a:pos x="557" y="244"/>
                </a:cxn>
                <a:cxn ang="0">
                  <a:pos x="536" y="219"/>
                </a:cxn>
                <a:cxn ang="0">
                  <a:pos x="519" y="208"/>
                </a:cxn>
                <a:cxn ang="0">
                  <a:pos x="520" y="191"/>
                </a:cxn>
                <a:cxn ang="0">
                  <a:pos x="497" y="191"/>
                </a:cxn>
                <a:cxn ang="0">
                  <a:pos x="475" y="201"/>
                </a:cxn>
                <a:cxn ang="0">
                  <a:pos x="463" y="211"/>
                </a:cxn>
                <a:cxn ang="0">
                  <a:pos x="488" y="210"/>
                </a:cxn>
                <a:cxn ang="0">
                  <a:pos x="501" y="243"/>
                </a:cxn>
                <a:cxn ang="0">
                  <a:pos x="462" y="255"/>
                </a:cxn>
                <a:cxn ang="0">
                  <a:pos x="427" y="248"/>
                </a:cxn>
                <a:cxn ang="0">
                  <a:pos x="400" y="240"/>
                </a:cxn>
                <a:cxn ang="0">
                  <a:pos x="384" y="231"/>
                </a:cxn>
                <a:cxn ang="0">
                  <a:pos x="354" y="244"/>
                </a:cxn>
                <a:cxn ang="0">
                  <a:pos x="316" y="243"/>
                </a:cxn>
                <a:cxn ang="0">
                  <a:pos x="283" y="226"/>
                </a:cxn>
                <a:cxn ang="0">
                  <a:pos x="254" y="241"/>
                </a:cxn>
                <a:cxn ang="0">
                  <a:pos x="266" y="266"/>
                </a:cxn>
                <a:cxn ang="0">
                  <a:pos x="283" y="294"/>
                </a:cxn>
                <a:cxn ang="0">
                  <a:pos x="247" y="304"/>
                </a:cxn>
                <a:cxn ang="0">
                  <a:pos x="233" y="333"/>
                </a:cxn>
                <a:cxn ang="0">
                  <a:pos x="222" y="353"/>
                </a:cxn>
                <a:cxn ang="0">
                  <a:pos x="203" y="340"/>
                </a:cxn>
                <a:cxn ang="0">
                  <a:pos x="166" y="326"/>
                </a:cxn>
                <a:cxn ang="0">
                  <a:pos x="186" y="302"/>
                </a:cxn>
                <a:cxn ang="0">
                  <a:pos x="171" y="282"/>
                </a:cxn>
                <a:cxn ang="0">
                  <a:pos x="165" y="240"/>
                </a:cxn>
                <a:cxn ang="0">
                  <a:pos x="173" y="191"/>
                </a:cxn>
                <a:cxn ang="0">
                  <a:pos x="142" y="182"/>
                </a:cxn>
                <a:cxn ang="0">
                  <a:pos x="124" y="171"/>
                </a:cxn>
                <a:cxn ang="0">
                  <a:pos x="135" y="158"/>
                </a:cxn>
                <a:cxn ang="0">
                  <a:pos x="108" y="139"/>
                </a:cxn>
                <a:cxn ang="0">
                  <a:pos x="81" y="113"/>
                </a:cxn>
                <a:cxn ang="0">
                  <a:pos x="63" y="108"/>
                </a:cxn>
                <a:cxn ang="0">
                  <a:pos x="67" y="93"/>
                </a:cxn>
                <a:cxn ang="0">
                  <a:pos x="92" y="98"/>
                </a:cxn>
                <a:cxn ang="0">
                  <a:pos x="127" y="57"/>
                </a:cxn>
                <a:cxn ang="0">
                  <a:pos x="104" y="47"/>
                </a:cxn>
                <a:cxn ang="0">
                  <a:pos x="82" y="37"/>
                </a:cxn>
                <a:cxn ang="0">
                  <a:pos x="75" y="46"/>
                </a:cxn>
                <a:cxn ang="0">
                  <a:pos x="55" y="61"/>
                </a:cxn>
                <a:cxn ang="0">
                  <a:pos x="18" y="53"/>
                </a:cxn>
                <a:cxn ang="0">
                  <a:pos x="0" y="28"/>
                </a:cxn>
                <a:cxn ang="0">
                  <a:pos x="14" y="9"/>
                </a:cxn>
                <a:cxn ang="0">
                  <a:pos x="33" y="2"/>
                </a:cxn>
              </a:cxnLst>
              <a:rect l="0" t="0" r="r" b="b"/>
              <a:pathLst>
                <a:path w="637" h="363">
                  <a:moveTo>
                    <a:pt x="33" y="2"/>
                  </a:moveTo>
                  <a:cubicBezTo>
                    <a:pt x="34" y="2"/>
                    <a:pt x="36" y="4"/>
                    <a:pt x="38" y="5"/>
                  </a:cubicBezTo>
                  <a:cubicBezTo>
                    <a:pt x="40" y="5"/>
                    <a:pt x="42" y="4"/>
                    <a:pt x="44" y="4"/>
                  </a:cubicBezTo>
                  <a:cubicBezTo>
                    <a:pt x="48" y="3"/>
                    <a:pt x="53" y="2"/>
                    <a:pt x="57" y="3"/>
                  </a:cubicBezTo>
                  <a:cubicBezTo>
                    <a:pt x="58" y="3"/>
                    <a:pt x="59" y="3"/>
                    <a:pt x="60" y="4"/>
                  </a:cubicBezTo>
                  <a:cubicBezTo>
                    <a:pt x="62" y="5"/>
                    <a:pt x="65" y="6"/>
                    <a:pt x="67" y="7"/>
                  </a:cubicBezTo>
                  <a:cubicBezTo>
                    <a:pt x="69" y="7"/>
                    <a:pt x="72" y="8"/>
                    <a:pt x="74" y="9"/>
                  </a:cubicBezTo>
                  <a:cubicBezTo>
                    <a:pt x="76" y="9"/>
                    <a:pt x="79" y="9"/>
                    <a:pt x="81" y="10"/>
                  </a:cubicBezTo>
                  <a:cubicBezTo>
                    <a:pt x="83" y="11"/>
                    <a:pt x="85" y="13"/>
                    <a:pt x="87" y="15"/>
                  </a:cubicBezTo>
                  <a:cubicBezTo>
                    <a:pt x="89" y="16"/>
                    <a:pt x="93" y="18"/>
                    <a:pt x="96" y="19"/>
                  </a:cubicBezTo>
                  <a:cubicBezTo>
                    <a:pt x="99" y="20"/>
                    <a:pt x="107" y="21"/>
                    <a:pt x="107" y="21"/>
                  </a:cubicBezTo>
                  <a:cubicBezTo>
                    <a:pt x="107" y="21"/>
                    <a:pt x="114" y="22"/>
                    <a:pt x="116" y="21"/>
                  </a:cubicBezTo>
                  <a:cubicBezTo>
                    <a:pt x="119" y="21"/>
                    <a:pt x="122" y="20"/>
                    <a:pt x="124" y="20"/>
                  </a:cubicBezTo>
                  <a:cubicBezTo>
                    <a:pt x="127" y="21"/>
                    <a:pt x="130" y="21"/>
                    <a:pt x="132" y="22"/>
                  </a:cubicBezTo>
                  <a:cubicBezTo>
                    <a:pt x="134" y="23"/>
                    <a:pt x="135" y="25"/>
                    <a:pt x="136" y="25"/>
                  </a:cubicBezTo>
                  <a:cubicBezTo>
                    <a:pt x="138" y="27"/>
                    <a:pt x="140" y="28"/>
                    <a:pt x="141" y="29"/>
                  </a:cubicBezTo>
                  <a:cubicBezTo>
                    <a:pt x="143" y="31"/>
                    <a:pt x="146" y="34"/>
                    <a:pt x="148" y="35"/>
                  </a:cubicBezTo>
                  <a:cubicBezTo>
                    <a:pt x="150" y="37"/>
                    <a:pt x="152" y="39"/>
                    <a:pt x="154" y="40"/>
                  </a:cubicBezTo>
                  <a:cubicBezTo>
                    <a:pt x="156" y="42"/>
                    <a:pt x="160" y="42"/>
                    <a:pt x="163" y="43"/>
                  </a:cubicBezTo>
                  <a:cubicBezTo>
                    <a:pt x="166" y="44"/>
                    <a:pt x="173" y="46"/>
                    <a:pt x="173" y="46"/>
                  </a:cubicBezTo>
                  <a:cubicBezTo>
                    <a:pt x="173" y="46"/>
                    <a:pt x="180" y="51"/>
                    <a:pt x="184" y="53"/>
                  </a:cubicBezTo>
                  <a:cubicBezTo>
                    <a:pt x="185" y="54"/>
                    <a:pt x="188" y="55"/>
                    <a:pt x="190" y="55"/>
                  </a:cubicBezTo>
                  <a:cubicBezTo>
                    <a:pt x="193" y="55"/>
                    <a:pt x="197" y="55"/>
                    <a:pt x="200" y="54"/>
                  </a:cubicBezTo>
                  <a:cubicBezTo>
                    <a:pt x="203" y="53"/>
                    <a:pt x="207" y="52"/>
                    <a:pt x="208" y="51"/>
                  </a:cubicBezTo>
                  <a:cubicBezTo>
                    <a:pt x="222" y="43"/>
                    <a:pt x="249" y="28"/>
                    <a:pt x="263" y="21"/>
                  </a:cubicBezTo>
                  <a:cubicBezTo>
                    <a:pt x="268" y="19"/>
                    <a:pt x="278" y="15"/>
                    <a:pt x="284" y="14"/>
                  </a:cubicBezTo>
                  <a:cubicBezTo>
                    <a:pt x="298" y="13"/>
                    <a:pt x="327" y="18"/>
                    <a:pt x="340" y="22"/>
                  </a:cubicBezTo>
                  <a:cubicBezTo>
                    <a:pt x="347" y="24"/>
                    <a:pt x="359" y="31"/>
                    <a:pt x="365" y="34"/>
                  </a:cubicBezTo>
                  <a:cubicBezTo>
                    <a:pt x="367" y="34"/>
                    <a:pt x="371" y="35"/>
                    <a:pt x="372" y="36"/>
                  </a:cubicBezTo>
                  <a:cubicBezTo>
                    <a:pt x="373" y="37"/>
                    <a:pt x="373" y="41"/>
                    <a:pt x="374" y="42"/>
                  </a:cubicBezTo>
                  <a:cubicBezTo>
                    <a:pt x="376" y="44"/>
                    <a:pt x="382" y="44"/>
                    <a:pt x="384" y="45"/>
                  </a:cubicBezTo>
                  <a:cubicBezTo>
                    <a:pt x="387" y="46"/>
                    <a:pt x="393" y="48"/>
                    <a:pt x="396" y="48"/>
                  </a:cubicBezTo>
                  <a:cubicBezTo>
                    <a:pt x="400" y="49"/>
                    <a:pt x="408" y="48"/>
                    <a:pt x="412" y="48"/>
                  </a:cubicBezTo>
                  <a:cubicBezTo>
                    <a:pt x="425" y="48"/>
                    <a:pt x="450" y="45"/>
                    <a:pt x="462" y="49"/>
                  </a:cubicBezTo>
                  <a:cubicBezTo>
                    <a:pt x="511" y="62"/>
                    <a:pt x="637" y="147"/>
                    <a:pt x="637" y="147"/>
                  </a:cubicBezTo>
                  <a:cubicBezTo>
                    <a:pt x="637" y="147"/>
                    <a:pt x="608" y="191"/>
                    <a:pt x="596" y="204"/>
                  </a:cubicBezTo>
                  <a:cubicBezTo>
                    <a:pt x="595" y="205"/>
                    <a:pt x="592" y="207"/>
                    <a:pt x="590" y="208"/>
                  </a:cubicBezTo>
                  <a:cubicBezTo>
                    <a:pt x="588" y="211"/>
                    <a:pt x="583" y="216"/>
                    <a:pt x="580" y="218"/>
                  </a:cubicBezTo>
                  <a:cubicBezTo>
                    <a:pt x="577" y="220"/>
                    <a:pt x="571" y="220"/>
                    <a:pt x="569" y="223"/>
                  </a:cubicBezTo>
                  <a:cubicBezTo>
                    <a:pt x="567" y="225"/>
                    <a:pt x="566" y="232"/>
                    <a:pt x="565" y="235"/>
                  </a:cubicBezTo>
                  <a:cubicBezTo>
                    <a:pt x="565" y="237"/>
                    <a:pt x="565" y="245"/>
                    <a:pt x="563" y="246"/>
                  </a:cubicBezTo>
                  <a:cubicBezTo>
                    <a:pt x="562" y="247"/>
                    <a:pt x="559" y="244"/>
                    <a:pt x="557" y="244"/>
                  </a:cubicBezTo>
                  <a:cubicBezTo>
                    <a:pt x="555" y="243"/>
                    <a:pt x="548" y="243"/>
                    <a:pt x="547" y="241"/>
                  </a:cubicBezTo>
                  <a:cubicBezTo>
                    <a:pt x="545" y="239"/>
                    <a:pt x="546" y="234"/>
                    <a:pt x="545" y="232"/>
                  </a:cubicBezTo>
                  <a:cubicBezTo>
                    <a:pt x="543" y="228"/>
                    <a:pt x="539" y="221"/>
                    <a:pt x="536" y="219"/>
                  </a:cubicBezTo>
                  <a:cubicBezTo>
                    <a:pt x="534" y="218"/>
                    <a:pt x="529" y="218"/>
                    <a:pt x="527" y="218"/>
                  </a:cubicBezTo>
                  <a:cubicBezTo>
                    <a:pt x="524" y="216"/>
                    <a:pt x="518" y="212"/>
                    <a:pt x="517" y="209"/>
                  </a:cubicBezTo>
                  <a:cubicBezTo>
                    <a:pt x="517" y="208"/>
                    <a:pt x="518" y="208"/>
                    <a:pt x="519" y="208"/>
                  </a:cubicBezTo>
                  <a:cubicBezTo>
                    <a:pt x="520" y="206"/>
                    <a:pt x="523" y="203"/>
                    <a:pt x="522" y="201"/>
                  </a:cubicBezTo>
                  <a:cubicBezTo>
                    <a:pt x="521" y="199"/>
                    <a:pt x="516" y="201"/>
                    <a:pt x="516" y="199"/>
                  </a:cubicBezTo>
                  <a:cubicBezTo>
                    <a:pt x="515" y="197"/>
                    <a:pt x="521" y="193"/>
                    <a:pt x="520" y="191"/>
                  </a:cubicBezTo>
                  <a:cubicBezTo>
                    <a:pt x="519" y="188"/>
                    <a:pt x="513" y="185"/>
                    <a:pt x="510" y="186"/>
                  </a:cubicBezTo>
                  <a:cubicBezTo>
                    <a:pt x="509" y="186"/>
                    <a:pt x="508" y="189"/>
                    <a:pt x="506" y="190"/>
                  </a:cubicBezTo>
                  <a:cubicBezTo>
                    <a:pt x="504" y="191"/>
                    <a:pt x="500" y="190"/>
                    <a:pt x="497" y="191"/>
                  </a:cubicBezTo>
                  <a:cubicBezTo>
                    <a:pt x="495" y="191"/>
                    <a:pt x="490" y="192"/>
                    <a:pt x="487" y="192"/>
                  </a:cubicBezTo>
                  <a:cubicBezTo>
                    <a:pt x="485" y="193"/>
                    <a:pt x="481" y="193"/>
                    <a:pt x="479" y="194"/>
                  </a:cubicBezTo>
                  <a:cubicBezTo>
                    <a:pt x="477" y="195"/>
                    <a:pt x="476" y="200"/>
                    <a:pt x="475" y="201"/>
                  </a:cubicBezTo>
                  <a:cubicBezTo>
                    <a:pt x="473" y="203"/>
                    <a:pt x="469" y="204"/>
                    <a:pt x="467" y="205"/>
                  </a:cubicBezTo>
                  <a:cubicBezTo>
                    <a:pt x="466" y="206"/>
                    <a:pt x="464" y="206"/>
                    <a:pt x="463" y="207"/>
                  </a:cubicBezTo>
                  <a:cubicBezTo>
                    <a:pt x="463" y="208"/>
                    <a:pt x="462" y="210"/>
                    <a:pt x="463" y="211"/>
                  </a:cubicBezTo>
                  <a:cubicBezTo>
                    <a:pt x="464" y="213"/>
                    <a:pt x="470" y="214"/>
                    <a:pt x="473" y="213"/>
                  </a:cubicBezTo>
                  <a:cubicBezTo>
                    <a:pt x="474" y="213"/>
                    <a:pt x="477" y="211"/>
                    <a:pt x="478" y="210"/>
                  </a:cubicBezTo>
                  <a:cubicBezTo>
                    <a:pt x="481" y="210"/>
                    <a:pt x="485" y="209"/>
                    <a:pt x="488" y="210"/>
                  </a:cubicBezTo>
                  <a:cubicBezTo>
                    <a:pt x="491" y="211"/>
                    <a:pt x="495" y="217"/>
                    <a:pt x="497" y="220"/>
                  </a:cubicBezTo>
                  <a:cubicBezTo>
                    <a:pt x="498" y="224"/>
                    <a:pt x="499" y="232"/>
                    <a:pt x="500" y="235"/>
                  </a:cubicBezTo>
                  <a:cubicBezTo>
                    <a:pt x="500" y="237"/>
                    <a:pt x="502" y="241"/>
                    <a:pt x="501" y="243"/>
                  </a:cubicBezTo>
                  <a:cubicBezTo>
                    <a:pt x="500" y="245"/>
                    <a:pt x="494" y="246"/>
                    <a:pt x="491" y="247"/>
                  </a:cubicBezTo>
                  <a:cubicBezTo>
                    <a:pt x="488" y="248"/>
                    <a:pt x="480" y="248"/>
                    <a:pt x="477" y="249"/>
                  </a:cubicBezTo>
                  <a:cubicBezTo>
                    <a:pt x="473" y="250"/>
                    <a:pt x="466" y="253"/>
                    <a:pt x="462" y="255"/>
                  </a:cubicBezTo>
                  <a:cubicBezTo>
                    <a:pt x="460" y="256"/>
                    <a:pt x="455" y="258"/>
                    <a:pt x="452" y="259"/>
                  </a:cubicBezTo>
                  <a:cubicBezTo>
                    <a:pt x="449" y="259"/>
                    <a:pt x="443" y="259"/>
                    <a:pt x="440" y="258"/>
                  </a:cubicBezTo>
                  <a:cubicBezTo>
                    <a:pt x="437" y="256"/>
                    <a:pt x="431" y="251"/>
                    <a:pt x="427" y="248"/>
                  </a:cubicBezTo>
                  <a:cubicBezTo>
                    <a:pt x="426" y="247"/>
                    <a:pt x="422" y="245"/>
                    <a:pt x="420" y="244"/>
                  </a:cubicBezTo>
                  <a:cubicBezTo>
                    <a:pt x="416" y="243"/>
                    <a:pt x="408" y="247"/>
                    <a:pt x="405" y="246"/>
                  </a:cubicBezTo>
                  <a:cubicBezTo>
                    <a:pt x="403" y="245"/>
                    <a:pt x="401" y="242"/>
                    <a:pt x="400" y="240"/>
                  </a:cubicBezTo>
                  <a:cubicBezTo>
                    <a:pt x="399" y="239"/>
                    <a:pt x="399" y="235"/>
                    <a:pt x="397" y="234"/>
                  </a:cubicBezTo>
                  <a:cubicBezTo>
                    <a:pt x="396" y="233"/>
                    <a:pt x="393" y="234"/>
                    <a:pt x="392" y="234"/>
                  </a:cubicBezTo>
                  <a:cubicBezTo>
                    <a:pt x="390" y="233"/>
                    <a:pt x="386" y="232"/>
                    <a:pt x="384" y="231"/>
                  </a:cubicBezTo>
                  <a:cubicBezTo>
                    <a:pt x="381" y="229"/>
                    <a:pt x="375" y="219"/>
                    <a:pt x="371" y="220"/>
                  </a:cubicBezTo>
                  <a:cubicBezTo>
                    <a:pt x="368" y="221"/>
                    <a:pt x="369" y="229"/>
                    <a:pt x="367" y="232"/>
                  </a:cubicBezTo>
                  <a:cubicBezTo>
                    <a:pt x="365" y="235"/>
                    <a:pt x="358" y="242"/>
                    <a:pt x="354" y="244"/>
                  </a:cubicBezTo>
                  <a:cubicBezTo>
                    <a:pt x="352" y="245"/>
                    <a:pt x="347" y="247"/>
                    <a:pt x="345" y="247"/>
                  </a:cubicBezTo>
                  <a:cubicBezTo>
                    <a:pt x="340" y="248"/>
                    <a:pt x="331" y="250"/>
                    <a:pt x="326" y="249"/>
                  </a:cubicBezTo>
                  <a:cubicBezTo>
                    <a:pt x="323" y="248"/>
                    <a:pt x="318" y="245"/>
                    <a:pt x="316" y="243"/>
                  </a:cubicBezTo>
                  <a:cubicBezTo>
                    <a:pt x="314" y="241"/>
                    <a:pt x="311" y="237"/>
                    <a:pt x="309" y="236"/>
                  </a:cubicBezTo>
                  <a:cubicBezTo>
                    <a:pt x="306" y="233"/>
                    <a:pt x="298" y="230"/>
                    <a:pt x="293" y="228"/>
                  </a:cubicBezTo>
                  <a:cubicBezTo>
                    <a:pt x="291" y="227"/>
                    <a:pt x="286" y="226"/>
                    <a:pt x="283" y="226"/>
                  </a:cubicBezTo>
                  <a:cubicBezTo>
                    <a:pt x="280" y="227"/>
                    <a:pt x="276" y="230"/>
                    <a:pt x="273" y="231"/>
                  </a:cubicBezTo>
                  <a:cubicBezTo>
                    <a:pt x="270" y="232"/>
                    <a:pt x="263" y="233"/>
                    <a:pt x="260" y="234"/>
                  </a:cubicBezTo>
                  <a:cubicBezTo>
                    <a:pt x="258" y="235"/>
                    <a:pt x="254" y="239"/>
                    <a:pt x="254" y="241"/>
                  </a:cubicBezTo>
                  <a:cubicBezTo>
                    <a:pt x="253" y="243"/>
                    <a:pt x="253" y="247"/>
                    <a:pt x="253" y="249"/>
                  </a:cubicBezTo>
                  <a:cubicBezTo>
                    <a:pt x="254" y="252"/>
                    <a:pt x="258" y="258"/>
                    <a:pt x="260" y="261"/>
                  </a:cubicBezTo>
                  <a:cubicBezTo>
                    <a:pt x="261" y="262"/>
                    <a:pt x="265" y="264"/>
                    <a:pt x="266" y="266"/>
                  </a:cubicBezTo>
                  <a:cubicBezTo>
                    <a:pt x="270" y="268"/>
                    <a:pt x="276" y="274"/>
                    <a:pt x="280" y="276"/>
                  </a:cubicBezTo>
                  <a:cubicBezTo>
                    <a:pt x="281" y="277"/>
                    <a:pt x="285" y="278"/>
                    <a:pt x="285" y="280"/>
                  </a:cubicBezTo>
                  <a:cubicBezTo>
                    <a:pt x="287" y="283"/>
                    <a:pt x="285" y="291"/>
                    <a:pt x="283" y="294"/>
                  </a:cubicBezTo>
                  <a:cubicBezTo>
                    <a:pt x="283" y="296"/>
                    <a:pt x="281" y="301"/>
                    <a:pt x="279" y="302"/>
                  </a:cubicBezTo>
                  <a:cubicBezTo>
                    <a:pt x="276" y="303"/>
                    <a:pt x="268" y="302"/>
                    <a:pt x="265" y="302"/>
                  </a:cubicBezTo>
                  <a:cubicBezTo>
                    <a:pt x="260" y="302"/>
                    <a:pt x="251" y="302"/>
                    <a:pt x="247" y="304"/>
                  </a:cubicBezTo>
                  <a:cubicBezTo>
                    <a:pt x="245" y="305"/>
                    <a:pt x="244" y="308"/>
                    <a:pt x="243" y="309"/>
                  </a:cubicBezTo>
                  <a:cubicBezTo>
                    <a:pt x="241" y="313"/>
                    <a:pt x="242" y="323"/>
                    <a:pt x="240" y="327"/>
                  </a:cubicBezTo>
                  <a:cubicBezTo>
                    <a:pt x="239" y="329"/>
                    <a:pt x="234" y="331"/>
                    <a:pt x="233" y="333"/>
                  </a:cubicBezTo>
                  <a:cubicBezTo>
                    <a:pt x="231" y="335"/>
                    <a:pt x="230" y="341"/>
                    <a:pt x="229" y="344"/>
                  </a:cubicBezTo>
                  <a:cubicBezTo>
                    <a:pt x="228" y="346"/>
                    <a:pt x="228" y="350"/>
                    <a:pt x="227" y="351"/>
                  </a:cubicBezTo>
                  <a:cubicBezTo>
                    <a:pt x="226" y="352"/>
                    <a:pt x="223" y="352"/>
                    <a:pt x="222" y="353"/>
                  </a:cubicBezTo>
                  <a:cubicBezTo>
                    <a:pt x="221" y="354"/>
                    <a:pt x="219" y="358"/>
                    <a:pt x="218" y="359"/>
                  </a:cubicBezTo>
                  <a:cubicBezTo>
                    <a:pt x="216" y="361"/>
                    <a:pt x="211" y="363"/>
                    <a:pt x="211" y="363"/>
                  </a:cubicBezTo>
                  <a:cubicBezTo>
                    <a:pt x="211" y="363"/>
                    <a:pt x="206" y="342"/>
                    <a:pt x="203" y="340"/>
                  </a:cubicBezTo>
                  <a:cubicBezTo>
                    <a:pt x="200" y="338"/>
                    <a:pt x="195" y="338"/>
                    <a:pt x="191" y="336"/>
                  </a:cubicBezTo>
                  <a:cubicBezTo>
                    <a:pt x="189" y="335"/>
                    <a:pt x="186" y="333"/>
                    <a:pt x="184" y="332"/>
                  </a:cubicBezTo>
                  <a:cubicBezTo>
                    <a:pt x="179" y="330"/>
                    <a:pt x="168" y="331"/>
                    <a:pt x="166" y="326"/>
                  </a:cubicBezTo>
                  <a:cubicBezTo>
                    <a:pt x="165" y="324"/>
                    <a:pt x="171" y="319"/>
                    <a:pt x="172" y="316"/>
                  </a:cubicBezTo>
                  <a:cubicBezTo>
                    <a:pt x="173" y="314"/>
                    <a:pt x="174" y="307"/>
                    <a:pt x="176" y="305"/>
                  </a:cubicBezTo>
                  <a:cubicBezTo>
                    <a:pt x="178" y="303"/>
                    <a:pt x="186" y="304"/>
                    <a:pt x="186" y="302"/>
                  </a:cubicBezTo>
                  <a:cubicBezTo>
                    <a:pt x="186" y="300"/>
                    <a:pt x="182" y="299"/>
                    <a:pt x="181" y="298"/>
                  </a:cubicBezTo>
                  <a:cubicBezTo>
                    <a:pt x="179" y="296"/>
                    <a:pt x="176" y="294"/>
                    <a:pt x="175" y="292"/>
                  </a:cubicBezTo>
                  <a:cubicBezTo>
                    <a:pt x="173" y="290"/>
                    <a:pt x="172" y="284"/>
                    <a:pt x="171" y="282"/>
                  </a:cubicBezTo>
                  <a:cubicBezTo>
                    <a:pt x="171" y="279"/>
                    <a:pt x="172" y="274"/>
                    <a:pt x="172" y="272"/>
                  </a:cubicBezTo>
                  <a:cubicBezTo>
                    <a:pt x="171" y="267"/>
                    <a:pt x="163" y="259"/>
                    <a:pt x="163" y="254"/>
                  </a:cubicBezTo>
                  <a:cubicBezTo>
                    <a:pt x="162" y="251"/>
                    <a:pt x="164" y="243"/>
                    <a:pt x="165" y="240"/>
                  </a:cubicBezTo>
                  <a:cubicBezTo>
                    <a:pt x="166" y="236"/>
                    <a:pt x="170" y="229"/>
                    <a:pt x="171" y="226"/>
                  </a:cubicBezTo>
                  <a:cubicBezTo>
                    <a:pt x="173" y="220"/>
                    <a:pt x="175" y="209"/>
                    <a:pt x="175" y="203"/>
                  </a:cubicBezTo>
                  <a:cubicBezTo>
                    <a:pt x="175" y="200"/>
                    <a:pt x="175" y="193"/>
                    <a:pt x="173" y="191"/>
                  </a:cubicBezTo>
                  <a:cubicBezTo>
                    <a:pt x="170" y="188"/>
                    <a:pt x="161" y="186"/>
                    <a:pt x="157" y="184"/>
                  </a:cubicBezTo>
                  <a:cubicBezTo>
                    <a:pt x="155" y="183"/>
                    <a:pt x="151" y="180"/>
                    <a:pt x="149" y="180"/>
                  </a:cubicBezTo>
                  <a:cubicBezTo>
                    <a:pt x="147" y="179"/>
                    <a:pt x="144" y="181"/>
                    <a:pt x="142" y="182"/>
                  </a:cubicBezTo>
                  <a:cubicBezTo>
                    <a:pt x="140" y="182"/>
                    <a:pt x="135" y="183"/>
                    <a:pt x="133" y="182"/>
                  </a:cubicBezTo>
                  <a:cubicBezTo>
                    <a:pt x="131" y="182"/>
                    <a:pt x="128" y="180"/>
                    <a:pt x="127" y="179"/>
                  </a:cubicBezTo>
                  <a:cubicBezTo>
                    <a:pt x="126" y="177"/>
                    <a:pt x="124" y="173"/>
                    <a:pt x="124" y="171"/>
                  </a:cubicBezTo>
                  <a:cubicBezTo>
                    <a:pt x="123" y="169"/>
                    <a:pt x="120" y="163"/>
                    <a:pt x="122" y="162"/>
                  </a:cubicBezTo>
                  <a:cubicBezTo>
                    <a:pt x="124" y="159"/>
                    <a:pt x="132" y="163"/>
                    <a:pt x="135" y="161"/>
                  </a:cubicBezTo>
                  <a:cubicBezTo>
                    <a:pt x="135" y="161"/>
                    <a:pt x="136" y="159"/>
                    <a:pt x="135" y="158"/>
                  </a:cubicBezTo>
                  <a:cubicBezTo>
                    <a:pt x="135" y="156"/>
                    <a:pt x="132" y="153"/>
                    <a:pt x="131" y="152"/>
                  </a:cubicBezTo>
                  <a:cubicBezTo>
                    <a:pt x="129" y="150"/>
                    <a:pt x="124" y="145"/>
                    <a:pt x="121" y="143"/>
                  </a:cubicBezTo>
                  <a:cubicBezTo>
                    <a:pt x="118" y="141"/>
                    <a:pt x="111" y="140"/>
                    <a:pt x="108" y="139"/>
                  </a:cubicBezTo>
                  <a:cubicBezTo>
                    <a:pt x="105" y="138"/>
                    <a:pt x="99" y="135"/>
                    <a:pt x="98" y="132"/>
                  </a:cubicBezTo>
                  <a:cubicBezTo>
                    <a:pt x="96" y="129"/>
                    <a:pt x="99" y="120"/>
                    <a:pt x="97" y="117"/>
                  </a:cubicBezTo>
                  <a:cubicBezTo>
                    <a:pt x="94" y="113"/>
                    <a:pt x="86" y="113"/>
                    <a:pt x="81" y="113"/>
                  </a:cubicBezTo>
                  <a:cubicBezTo>
                    <a:pt x="79" y="113"/>
                    <a:pt x="77" y="114"/>
                    <a:pt x="75" y="114"/>
                  </a:cubicBezTo>
                  <a:cubicBezTo>
                    <a:pt x="72" y="115"/>
                    <a:pt x="68" y="119"/>
                    <a:pt x="66" y="117"/>
                  </a:cubicBezTo>
                  <a:cubicBezTo>
                    <a:pt x="64" y="116"/>
                    <a:pt x="64" y="111"/>
                    <a:pt x="63" y="108"/>
                  </a:cubicBezTo>
                  <a:cubicBezTo>
                    <a:pt x="63" y="107"/>
                    <a:pt x="62" y="105"/>
                    <a:pt x="62" y="103"/>
                  </a:cubicBezTo>
                  <a:cubicBezTo>
                    <a:pt x="62" y="102"/>
                    <a:pt x="62" y="98"/>
                    <a:pt x="63" y="97"/>
                  </a:cubicBezTo>
                  <a:cubicBezTo>
                    <a:pt x="63" y="96"/>
                    <a:pt x="65" y="94"/>
                    <a:pt x="67" y="93"/>
                  </a:cubicBezTo>
                  <a:cubicBezTo>
                    <a:pt x="69" y="93"/>
                    <a:pt x="74" y="93"/>
                    <a:pt x="76" y="93"/>
                  </a:cubicBezTo>
                  <a:cubicBezTo>
                    <a:pt x="80" y="93"/>
                    <a:pt x="90" y="92"/>
                    <a:pt x="92" y="95"/>
                  </a:cubicBezTo>
                  <a:cubicBezTo>
                    <a:pt x="93" y="96"/>
                    <a:pt x="91" y="98"/>
                    <a:pt x="92" y="98"/>
                  </a:cubicBezTo>
                  <a:cubicBezTo>
                    <a:pt x="93" y="100"/>
                    <a:pt x="97" y="103"/>
                    <a:pt x="99" y="103"/>
                  </a:cubicBezTo>
                  <a:cubicBezTo>
                    <a:pt x="104" y="102"/>
                    <a:pt x="109" y="89"/>
                    <a:pt x="112" y="84"/>
                  </a:cubicBezTo>
                  <a:cubicBezTo>
                    <a:pt x="117" y="77"/>
                    <a:pt x="128" y="64"/>
                    <a:pt x="127" y="57"/>
                  </a:cubicBezTo>
                  <a:cubicBezTo>
                    <a:pt x="127" y="56"/>
                    <a:pt x="126" y="54"/>
                    <a:pt x="125" y="53"/>
                  </a:cubicBezTo>
                  <a:cubicBezTo>
                    <a:pt x="123" y="52"/>
                    <a:pt x="118" y="51"/>
                    <a:pt x="115" y="51"/>
                  </a:cubicBezTo>
                  <a:cubicBezTo>
                    <a:pt x="112" y="50"/>
                    <a:pt x="107" y="48"/>
                    <a:pt x="104" y="47"/>
                  </a:cubicBezTo>
                  <a:cubicBezTo>
                    <a:pt x="102" y="46"/>
                    <a:pt x="97" y="44"/>
                    <a:pt x="96" y="42"/>
                  </a:cubicBezTo>
                  <a:cubicBezTo>
                    <a:pt x="95" y="42"/>
                    <a:pt x="96" y="40"/>
                    <a:pt x="96" y="39"/>
                  </a:cubicBezTo>
                  <a:cubicBezTo>
                    <a:pt x="93" y="36"/>
                    <a:pt x="85" y="38"/>
                    <a:pt x="82" y="37"/>
                  </a:cubicBezTo>
                  <a:cubicBezTo>
                    <a:pt x="82" y="37"/>
                    <a:pt x="81" y="37"/>
                    <a:pt x="80" y="37"/>
                  </a:cubicBezTo>
                  <a:cubicBezTo>
                    <a:pt x="79" y="37"/>
                    <a:pt x="79" y="40"/>
                    <a:pt x="78" y="41"/>
                  </a:cubicBezTo>
                  <a:cubicBezTo>
                    <a:pt x="77" y="42"/>
                    <a:pt x="76" y="45"/>
                    <a:pt x="75" y="46"/>
                  </a:cubicBezTo>
                  <a:cubicBezTo>
                    <a:pt x="74" y="47"/>
                    <a:pt x="72" y="48"/>
                    <a:pt x="71" y="48"/>
                  </a:cubicBezTo>
                  <a:cubicBezTo>
                    <a:pt x="70" y="50"/>
                    <a:pt x="67" y="53"/>
                    <a:pt x="66" y="54"/>
                  </a:cubicBezTo>
                  <a:cubicBezTo>
                    <a:pt x="63" y="56"/>
                    <a:pt x="58" y="60"/>
                    <a:pt x="55" y="61"/>
                  </a:cubicBezTo>
                  <a:cubicBezTo>
                    <a:pt x="52" y="62"/>
                    <a:pt x="44" y="61"/>
                    <a:pt x="41" y="60"/>
                  </a:cubicBezTo>
                  <a:cubicBezTo>
                    <a:pt x="37" y="60"/>
                    <a:pt x="29" y="59"/>
                    <a:pt x="25" y="57"/>
                  </a:cubicBezTo>
                  <a:cubicBezTo>
                    <a:pt x="23" y="56"/>
                    <a:pt x="20" y="54"/>
                    <a:pt x="18" y="53"/>
                  </a:cubicBezTo>
                  <a:cubicBezTo>
                    <a:pt x="17" y="52"/>
                    <a:pt x="13" y="51"/>
                    <a:pt x="12" y="50"/>
                  </a:cubicBezTo>
                  <a:cubicBezTo>
                    <a:pt x="10" y="48"/>
                    <a:pt x="7" y="42"/>
                    <a:pt x="5" y="40"/>
                  </a:cubicBezTo>
                  <a:cubicBezTo>
                    <a:pt x="4" y="37"/>
                    <a:pt x="1" y="31"/>
                    <a:pt x="0" y="28"/>
                  </a:cubicBezTo>
                  <a:cubicBezTo>
                    <a:pt x="0" y="26"/>
                    <a:pt x="1" y="23"/>
                    <a:pt x="2" y="21"/>
                  </a:cubicBezTo>
                  <a:cubicBezTo>
                    <a:pt x="3" y="19"/>
                    <a:pt x="9" y="12"/>
                    <a:pt x="9" y="12"/>
                  </a:cubicBezTo>
                  <a:cubicBezTo>
                    <a:pt x="9" y="12"/>
                    <a:pt x="12" y="9"/>
                    <a:pt x="14" y="9"/>
                  </a:cubicBezTo>
                  <a:cubicBezTo>
                    <a:pt x="15" y="8"/>
                    <a:pt x="17" y="8"/>
                    <a:pt x="19" y="7"/>
                  </a:cubicBezTo>
                  <a:cubicBezTo>
                    <a:pt x="21" y="5"/>
                    <a:pt x="23" y="2"/>
                    <a:pt x="26" y="1"/>
                  </a:cubicBezTo>
                  <a:cubicBezTo>
                    <a:pt x="28" y="0"/>
                    <a:pt x="31" y="1"/>
                    <a:pt x="33" y="2"/>
                  </a:cubicBezTo>
                  <a:close/>
                </a:path>
              </a:pathLst>
            </a:custGeom>
            <a:solidFill>
              <a:schemeClr val="accent1"/>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8"/>
            <p:cNvSpPr>
              <a:spLocks/>
            </p:cNvSpPr>
            <p:nvPr/>
          </p:nvSpPr>
          <p:spPr bwMode="auto">
            <a:xfrm>
              <a:off x="4694238" y="1644651"/>
              <a:ext cx="627063" cy="804863"/>
            </a:xfrm>
            <a:custGeom>
              <a:avLst/>
              <a:gdLst/>
              <a:ahLst/>
              <a:cxnLst>
                <a:cxn ang="0">
                  <a:pos x="258" y="591"/>
                </a:cxn>
                <a:cxn ang="0">
                  <a:pos x="280" y="561"/>
                </a:cxn>
                <a:cxn ang="0">
                  <a:pos x="344" y="532"/>
                </a:cxn>
                <a:cxn ang="0">
                  <a:pos x="362" y="510"/>
                </a:cxn>
                <a:cxn ang="0">
                  <a:pos x="401" y="518"/>
                </a:cxn>
                <a:cxn ang="0">
                  <a:pos x="450" y="498"/>
                </a:cxn>
                <a:cxn ang="0">
                  <a:pos x="449" y="472"/>
                </a:cxn>
                <a:cxn ang="0">
                  <a:pos x="479" y="445"/>
                </a:cxn>
                <a:cxn ang="0">
                  <a:pos x="459" y="375"/>
                </a:cxn>
                <a:cxn ang="0">
                  <a:pos x="429" y="335"/>
                </a:cxn>
                <a:cxn ang="0">
                  <a:pos x="431" y="305"/>
                </a:cxn>
                <a:cxn ang="0">
                  <a:pos x="417" y="275"/>
                </a:cxn>
                <a:cxn ang="0">
                  <a:pos x="420" y="206"/>
                </a:cxn>
                <a:cxn ang="0">
                  <a:pos x="387" y="185"/>
                </a:cxn>
                <a:cxn ang="0">
                  <a:pos x="367" y="165"/>
                </a:cxn>
                <a:cxn ang="0">
                  <a:pos x="366" y="146"/>
                </a:cxn>
                <a:cxn ang="0">
                  <a:pos x="326" y="116"/>
                </a:cxn>
                <a:cxn ang="0">
                  <a:pos x="307" y="106"/>
                </a:cxn>
                <a:cxn ang="0">
                  <a:pos x="337" y="98"/>
                </a:cxn>
                <a:cxn ang="0">
                  <a:pos x="372" y="60"/>
                </a:cxn>
                <a:cxn ang="0">
                  <a:pos x="341" y="45"/>
                </a:cxn>
                <a:cxn ang="0">
                  <a:pos x="323" y="44"/>
                </a:cxn>
                <a:cxn ang="0">
                  <a:pos x="300" y="64"/>
                </a:cxn>
                <a:cxn ang="0">
                  <a:pos x="257" y="53"/>
                </a:cxn>
                <a:cxn ang="0">
                  <a:pos x="254" y="15"/>
                </a:cxn>
                <a:cxn ang="0">
                  <a:pos x="237" y="1"/>
                </a:cxn>
                <a:cxn ang="0">
                  <a:pos x="218" y="5"/>
                </a:cxn>
                <a:cxn ang="0">
                  <a:pos x="212" y="31"/>
                </a:cxn>
                <a:cxn ang="0">
                  <a:pos x="220" y="63"/>
                </a:cxn>
                <a:cxn ang="0">
                  <a:pos x="206" y="61"/>
                </a:cxn>
                <a:cxn ang="0">
                  <a:pos x="201" y="79"/>
                </a:cxn>
                <a:cxn ang="0">
                  <a:pos x="199" y="109"/>
                </a:cxn>
                <a:cxn ang="0">
                  <a:pos x="172" y="144"/>
                </a:cxn>
                <a:cxn ang="0">
                  <a:pos x="163" y="165"/>
                </a:cxn>
                <a:cxn ang="0">
                  <a:pos x="144" y="140"/>
                </a:cxn>
                <a:cxn ang="0">
                  <a:pos x="112" y="133"/>
                </a:cxn>
                <a:cxn ang="0">
                  <a:pos x="66" y="146"/>
                </a:cxn>
                <a:cxn ang="0">
                  <a:pos x="49" y="152"/>
                </a:cxn>
                <a:cxn ang="0">
                  <a:pos x="13" y="210"/>
                </a:cxn>
                <a:cxn ang="0">
                  <a:pos x="6" y="278"/>
                </a:cxn>
                <a:cxn ang="0">
                  <a:pos x="18" y="316"/>
                </a:cxn>
                <a:cxn ang="0">
                  <a:pos x="41" y="341"/>
                </a:cxn>
                <a:cxn ang="0">
                  <a:pos x="43" y="393"/>
                </a:cxn>
                <a:cxn ang="0">
                  <a:pos x="53" y="441"/>
                </a:cxn>
                <a:cxn ang="0">
                  <a:pos x="67" y="445"/>
                </a:cxn>
                <a:cxn ang="0">
                  <a:pos x="32" y="472"/>
                </a:cxn>
                <a:cxn ang="0">
                  <a:pos x="48" y="509"/>
                </a:cxn>
                <a:cxn ang="0">
                  <a:pos x="60" y="542"/>
                </a:cxn>
                <a:cxn ang="0">
                  <a:pos x="99" y="563"/>
                </a:cxn>
                <a:cxn ang="0">
                  <a:pos x="145" y="550"/>
                </a:cxn>
                <a:cxn ang="0">
                  <a:pos x="182" y="551"/>
                </a:cxn>
                <a:cxn ang="0">
                  <a:pos x="203" y="563"/>
                </a:cxn>
                <a:cxn ang="0">
                  <a:pos x="212" y="588"/>
                </a:cxn>
                <a:cxn ang="0">
                  <a:pos x="233" y="603"/>
                </a:cxn>
                <a:cxn ang="0">
                  <a:pos x="252" y="618"/>
                </a:cxn>
              </a:cxnLst>
              <a:rect l="0" t="0" r="r" b="b"/>
              <a:pathLst>
                <a:path w="482" h="619">
                  <a:moveTo>
                    <a:pt x="263" y="611"/>
                  </a:moveTo>
                  <a:cubicBezTo>
                    <a:pt x="263" y="611"/>
                    <a:pt x="262" y="607"/>
                    <a:pt x="261" y="606"/>
                  </a:cubicBezTo>
                  <a:cubicBezTo>
                    <a:pt x="260" y="604"/>
                    <a:pt x="257" y="600"/>
                    <a:pt x="257" y="597"/>
                  </a:cubicBezTo>
                  <a:cubicBezTo>
                    <a:pt x="257" y="596"/>
                    <a:pt x="257" y="592"/>
                    <a:pt x="258" y="591"/>
                  </a:cubicBezTo>
                  <a:cubicBezTo>
                    <a:pt x="259" y="589"/>
                    <a:pt x="263" y="587"/>
                    <a:pt x="265" y="585"/>
                  </a:cubicBezTo>
                  <a:cubicBezTo>
                    <a:pt x="267" y="583"/>
                    <a:pt x="271" y="579"/>
                    <a:pt x="272" y="576"/>
                  </a:cubicBezTo>
                  <a:cubicBezTo>
                    <a:pt x="274" y="574"/>
                    <a:pt x="276" y="569"/>
                    <a:pt x="277" y="567"/>
                  </a:cubicBezTo>
                  <a:cubicBezTo>
                    <a:pt x="278" y="565"/>
                    <a:pt x="279" y="562"/>
                    <a:pt x="280" y="561"/>
                  </a:cubicBezTo>
                  <a:cubicBezTo>
                    <a:pt x="282" y="560"/>
                    <a:pt x="286" y="561"/>
                    <a:pt x="288" y="560"/>
                  </a:cubicBezTo>
                  <a:cubicBezTo>
                    <a:pt x="296" y="559"/>
                    <a:pt x="312" y="551"/>
                    <a:pt x="321" y="549"/>
                  </a:cubicBezTo>
                  <a:cubicBezTo>
                    <a:pt x="327" y="548"/>
                    <a:pt x="344" y="548"/>
                    <a:pt x="344" y="548"/>
                  </a:cubicBezTo>
                  <a:cubicBezTo>
                    <a:pt x="344" y="548"/>
                    <a:pt x="345" y="536"/>
                    <a:pt x="344" y="532"/>
                  </a:cubicBezTo>
                  <a:cubicBezTo>
                    <a:pt x="344" y="531"/>
                    <a:pt x="342" y="528"/>
                    <a:pt x="342" y="527"/>
                  </a:cubicBezTo>
                  <a:cubicBezTo>
                    <a:pt x="343" y="524"/>
                    <a:pt x="345" y="521"/>
                    <a:pt x="347" y="519"/>
                  </a:cubicBezTo>
                  <a:cubicBezTo>
                    <a:pt x="348" y="517"/>
                    <a:pt x="351" y="514"/>
                    <a:pt x="354" y="512"/>
                  </a:cubicBezTo>
                  <a:cubicBezTo>
                    <a:pt x="355" y="511"/>
                    <a:pt x="360" y="510"/>
                    <a:pt x="362" y="510"/>
                  </a:cubicBezTo>
                  <a:cubicBezTo>
                    <a:pt x="364" y="510"/>
                    <a:pt x="369" y="511"/>
                    <a:pt x="371" y="512"/>
                  </a:cubicBezTo>
                  <a:cubicBezTo>
                    <a:pt x="373" y="512"/>
                    <a:pt x="377" y="515"/>
                    <a:pt x="379" y="516"/>
                  </a:cubicBezTo>
                  <a:cubicBezTo>
                    <a:pt x="382" y="517"/>
                    <a:pt x="389" y="518"/>
                    <a:pt x="393" y="518"/>
                  </a:cubicBezTo>
                  <a:cubicBezTo>
                    <a:pt x="395" y="518"/>
                    <a:pt x="399" y="519"/>
                    <a:pt x="401" y="518"/>
                  </a:cubicBezTo>
                  <a:cubicBezTo>
                    <a:pt x="402" y="518"/>
                    <a:pt x="405" y="516"/>
                    <a:pt x="406" y="515"/>
                  </a:cubicBezTo>
                  <a:cubicBezTo>
                    <a:pt x="408" y="513"/>
                    <a:pt x="412" y="510"/>
                    <a:pt x="414" y="509"/>
                  </a:cubicBezTo>
                  <a:cubicBezTo>
                    <a:pt x="418" y="507"/>
                    <a:pt x="426" y="505"/>
                    <a:pt x="430" y="503"/>
                  </a:cubicBezTo>
                  <a:cubicBezTo>
                    <a:pt x="435" y="502"/>
                    <a:pt x="447" y="502"/>
                    <a:pt x="450" y="498"/>
                  </a:cubicBezTo>
                  <a:cubicBezTo>
                    <a:pt x="452" y="496"/>
                    <a:pt x="449" y="490"/>
                    <a:pt x="450" y="488"/>
                  </a:cubicBezTo>
                  <a:cubicBezTo>
                    <a:pt x="451" y="484"/>
                    <a:pt x="456" y="478"/>
                    <a:pt x="456" y="475"/>
                  </a:cubicBezTo>
                  <a:cubicBezTo>
                    <a:pt x="456" y="473"/>
                    <a:pt x="455" y="471"/>
                    <a:pt x="454" y="471"/>
                  </a:cubicBezTo>
                  <a:cubicBezTo>
                    <a:pt x="453" y="470"/>
                    <a:pt x="450" y="473"/>
                    <a:pt x="449" y="472"/>
                  </a:cubicBezTo>
                  <a:cubicBezTo>
                    <a:pt x="448" y="471"/>
                    <a:pt x="447" y="467"/>
                    <a:pt x="447" y="465"/>
                  </a:cubicBezTo>
                  <a:cubicBezTo>
                    <a:pt x="448" y="462"/>
                    <a:pt x="452" y="459"/>
                    <a:pt x="454" y="457"/>
                  </a:cubicBezTo>
                  <a:cubicBezTo>
                    <a:pt x="457" y="454"/>
                    <a:pt x="461" y="449"/>
                    <a:pt x="464" y="447"/>
                  </a:cubicBezTo>
                  <a:cubicBezTo>
                    <a:pt x="468" y="446"/>
                    <a:pt x="476" y="447"/>
                    <a:pt x="479" y="445"/>
                  </a:cubicBezTo>
                  <a:cubicBezTo>
                    <a:pt x="482" y="442"/>
                    <a:pt x="482" y="435"/>
                    <a:pt x="482" y="431"/>
                  </a:cubicBezTo>
                  <a:cubicBezTo>
                    <a:pt x="482" y="426"/>
                    <a:pt x="481" y="416"/>
                    <a:pt x="479" y="411"/>
                  </a:cubicBezTo>
                  <a:cubicBezTo>
                    <a:pt x="478" y="406"/>
                    <a:pt x="471" y="398"/>
                    <a:pt x="468" y="394"/>
                  </a:cubicBezTo>
                  <a:cubicBezTo>
                    <a:pt x="466" y="389"/>
                    <a:pt x="462" y="379"/>
                    <a:pt x="459" y="375"/>
                  </a:cubicBezTo>
                  <a:cubicBezTo>
                    <a:pt x="458" y="370"/>
                    <a:pt x="458" y="370"/>
                    <a:pt x="456" y="366"/>
                  </a:cubicBezTo>
                  <a:cubicBezTo>
                    <a:pt x="456" y="366"/>
                    <a:pt x="451" y="345"/>
                    <a:pt x="448" y="343"/>
                  </a:cubicBezTo>
                  <a:cubicBezTo>
                    <a:pt x="445" y="341"/>
                    <a:pt x="440" y="341"/>
                    <a:pt x="436" y="339"/>
                  </a:cubicBezTo>
                  <a:cubicBezTo>
                    <a:pt x="434" y="338"/>
                    <a:pt x="431" y="336"/>
                    <a:pt x="429" y="335"/>
                  </a:cubicBezTo>
                  <a:cubicBezTo>
                    <a:pt x="424" y="333"/>
                    <a:pt x="413" y="334"/>
                    <a:pt x="411" y="329"/>
                  </a:cubicBezTo>
                  <a:cubicBezTo>
                    <a:pt x="410" y="327"/>
                    <a:pt x="416" y="322"/>
                    <a:pt x="417" y="319"/>
                  </a:cubicBezTo>
                  <a:cubicBezTo>
                    <a:pt x="418" y="317"/>
                    <a:pt x="419" y="310"/>
                    <a:pt x="421" y="308"/>
                  </a:cubicBezTo>
                  <a:cubicBezTo>
                    <a:pt x="423" y="306"/>
                    <a:pt x="431" y="307"/>
                    <a:pt x="431" y="305"/>
                  </a:cubicBezTo>
                  <a:cubicBezTo>
                    <a:pt x="431" y="303"/>
                    <a:pt x="427" y="302"/>
                    <a:pt x="426" y="301"/>
                  </a:cubicBezTo>
                  <a:cubicBezTo>
                    <a:pt x="424" y="299"/>
                    <a:pt x="421" y="297"/>
                    <a:pt x="420" y="295"/>
                  </a:cubicBezTo>
                  <a:cubicBezTo>
                    <a:pt x="418" y="293"/>
                    <a:pt x="417" y="287"/>
                    <a:pt x="416" y="285"/>
                  </a:cubicBezTo>
                  <a:cubicBezTo>
                    <a:pt x="416" y="282"/>
                    <a:pt x="417" y="277"/>
                    <a:pt x="417" y="275"/>
                  </a:cubicBezTo>
                  <a:cubicBezTo>
                    <a:pt x="416" y="270"/>
                    <a:pt x="408" y="262"/>
                    <a:pt x="408" y="257"/>
                  </a:cubicBezTo>
                  <a:cubicBezTo>
                    <a:pt x="407" y="254"/>
                    <a:pt x="409" y="246"/>
                    <a:pt x="410" y="243"/>
                  </a:cubicBezTo>
                  <a:cubicBezTo>
                    <a:pt x="411" y="239"/>
                    <a:pt x="415" y="232"/>
                    <a:pt x="416" y="229"/>
                  </a:cubicBezTo>
                  <a:cubicBezTo>
                    <a:pt x="418" y="223"/>
                    <a:pt x="420" y="212"/>
                    <a:pt x="420" y="206"/>
                  </a:cubicBezTo>
                  <a:cubicBezTo>
                    <a:pt x="420" y="203"/>
                    <a:pt x="420" y="196"/>
                    <a:pt x="418" y="194"/>
                  </a:cubicBezTo>
                  <a:cubicBezTo>
                    <a:pt x="415" y="191"/>
                    <a:pt x="406" y="189"/>
                    <a:pt x="402" y="187"/>
                  </a:cubicBezTo>
                  <a:cubicBezTo>
                    <a:pt x="400" y="186"/>
                    <a:pt x="396" y="183"/>
                    <a:pt x="394" y="183"/>
                  </a:cubicBezTo>
                  <a:cubicBezTo>
                    <a:pt x="392" y="182"/>
                    <a:pt x="389" y="184"/>
                    <a:pt x="387" y="185"/>
                  </a:cubicBezTo>
                  <a:cubicBezTo>
                    <a:pt x="385" y="185"/>
                    <a:pt x="380" y="186"/>
                    <a:pt x="378" y="185"/>
                  </a:cubicBezTo>
                  <a:cubicBezTo>
                    <a:pt x="376" y="185"/>
                    <a:pt x="373" y="183"/>
                    <a:pt x="372" y="182"/>
                  </a:cubicBezTo>
                  <a:cubicBezTo>
                    <a:pt x="371" y="180"/>
                    <a:pt x="369" y="176"/>
                    <a:pt x="369" y="174"/>
                  </a:cubicBezTo>
                  <a:cubicBezTo>
                    <a:pt x="368" y="172"/>
                    <a:pt x="365" y="166"/>
                    <a:pt x="367" y="165"/>
                  </a:cubicBezTo>
                  <a:cubicBezTo>
                    <a:pt x="369" y="162"/>
                    <a:pt x="377" y="166"/>
                    <a:pt x="380" y="164"/>
                  </a:cubicBezTo>
                  <a:cubicBezTo>
                    <a:pt x="380" y="164"/>
                    <a:pt x="381" y="162"/>
                    <a:pt x="380" y="161"/>
                  </a:cubicBezTo>
                  <a:cubicBezTo>
                    <a:pt x="380" y="159"/>
                    <a:pt x="377" y="156"/>
                    <a:pt x="376" y="155"/>
                  </a:cubicBezTo>
                  <a:cubicBezTo>
                    <a:pt x="374" y="153"/>
                    <a:pt x="369" y="148"/>
                    <a:pt x="366" y="146"/>
                  </a:cubicBezTo>
                  <a:cubicBezTo>
                    <a:pt x="363" y="144"/>
                    <a:pt x="356" y="143"/>
                    <a:pt x="353" y="142"/>
                  </a:cubicBezTo>
                  <a:cubicBezTo>
                    <a:pt x="350" y="141"/>
                    <a:pt x="344" y="138"/>
                    <a:pt x="343" y="135"/>
                  </a:cubicBezTo>
                  <a:cubicBezTo>
                    <a:pt x="341" y="132"/>
                    <a:pt x="344" y="123"/>
                    <a:pt x="342" y="120"/>
                  </a:cubicBezTo>
                  <a:cubicBezTo>
                    <a:pt x="339" y="116"/>
                    <a:pt x="331" y="116"/>
                    <a:pt x="326" y="116"/>
                  </a:cubicBezTo>
                  <a:cubicBezTo>
                    <a:pt x="324" y="116"/>
                    <a:pt x="322" y="117"/>
                    <a:pt x="320" y="117"/>
                  </a:cubicBezTo>
                  <a:cubicBezTo>
                    <a:pt x="317" y="118"/>
                    <a:pt x="313" y="122"/>
                    <a:pt x="311" y="120"/>
                  </a:cubicBezTo>
                  <a:cubicBezTo>
                    <a:pt x="309" y="119"/>
                    <a:pt x="309" y="114"/>
                    <a:pt x="308" y="111"/>
                  </a:cubicBezTo>
                  <a:cubicBezTo>
                    <a:pt x="308" y="110"/>
                    <a:pt x="307" y="108"/>
                    <a:pt x="307" y="106"/>
                  </a:cubicBezTo>
                  <a:cubicBezTo>
                    <a:pt x="307" y="105"/>
                    <a:pt x="307" y="101"/>
                    <a:pt x="308" y="100"/>
                  </a:cubicBezTo>
                  <a:cubicBezTo>
                    <a:pt x="308" y="99"/>
                    <a:pt x="310" y="97"/>
                    <a:pt x="312" y="96"/>
                  </a:cubicBezTo>
                  <a:cubicBezTo>
                    <a:pt x="314" y="96"/>
                    <a:pt x="319" y="96"/>
                    <a:pt x="321" y="96"/>
                  </a:cubicBezTo>
                  <a:cubicBezTo>
                    <a:pt x="325" y="96"/>
                    <a:pt x="335" y="95"/>
                    <a:pt x="337" y="98"/>
                  </a:cubicBezTo>
                  <a:cubicBezTo>
                    <a:pt x="338" y="99"/>
                    <a:pt x="336" y="101"/>
                    <a:pt x="337" y="101"/>
                  </a:cubicBezTo>
                  <a:cubicBezTo>
                    <a:pt x="338" y="103"/>
                    <a:pt x="342" y="106"/>
                    <a:pt x="344" y="106"/>
                  </a:cubicBezTo>
                  <a:cubicBezTo>
                    <a:pt x="349" y="105"/>
                    <a:pt x="354" y="92"/>
                    <a:pt x="357" y="87"/>
                  </a:cubicBezTo>
                  <a:cubicBezTo>
                    <a:pt x="362" y="80"/>
                    <a:pt x="373" y="67"/>
                    <a:pt x="372" y="60"/>
                  </a:cubicBezTo>
                  <a:cubicBezTo>
                    <a:pt x="372" y="59"/>
                    <a:pt x="371" y="57"/>
                    <a:pt x="370" y="56"/>
                  </a:cubicBezTo>
                  <a:cubicBezTo>
                    <a:pt x="368" y="55"/>
                    <a:pt x="363" y="54"/>
                    <a:pt x="360" y="54"/>
                  </a:cubicBezTo>
                  <a:cubicBezTo>
                    <a:pt x="357" y="53"/>
                    <a:pt x="352" y="51"/>
                    <a:pt x="349" y="50"/>
                  </a:cubicBezTo>
                  <a:cubicBezTo>
                    <a:pt x="347" y="49"/>
                    <a:pt x="342" y="47"/>
                    <a:pt x="341" y="45"/>
                  </a:cubicBezTo>
                  <a:cubicBezTo>
                    <a:pt x="340" y="45"/>
                    <a:pt x="341" y="43"/>
                    <a:pt x="341" y="42"/>
                  </a:cubicBezTo>
                  <a:cubicBezTo>
                    <a:pt x="338" y="39"/>
                    <a:pt x="330" y="41"/>
                    <a:pt x="327" y="40"/>
                  </a:cubicBezTo>
                  <a:cubicBezTo>
                    <a:pt x="327" y="40"/>
                    <a:pt x="326" y="40"/>
                    <a:pt x="325" y="40"/>
                  </a:cubicBezTo>
                  <a:cubicBezTo>
                    <a:pt x="324" y="40"/>
                    <a:pt x="324" y="43"/>
                    <a:pt x="323" y="44"/>
                  </a:cubicBezTo>
                  <a:cubicBezTo>
                    <a:pt x="322" y="45"/>
                    <a:pt x="321" y="48"/>
                    <a:pt x="320" y="49"/>
                  </a:cubicBezTo>
                  <a:cubicBezTo>
                    <a:pt x="319" y="50"/>
                    <a:pt x="317" y="51"/>
                    <a:pt x="316" y="51"/>
                  </a:cubicBezTo>
                  <a:cubicBezTo>
                    <a:pt x="315" y="53"/>
                    <a:pt x="312" y="56"/>
                    <a:pt x="311" y="57"/>
                  </a:cubicBezTo>
                  <a:cubicBezTo>
                    <a:pt x="308" y="59"/>
                    <a:pt x="303" y="63"/>
                    <a:pt x="300" y="64"/>
                  </a:cubicBezTo>
                  <a:cubicBezTo>
                    <a:pt x="297" y="65"/>
                    <a:pt x="289" y="64"/>
                    <a:pt x="286" y="63"/>
                  </a:cubicBezTo>
                  <a:cubicBezTo>
                    <a:pt x="282" y="63"/>
                    <a:pt x="274" y="62"/>
                    <a:pt x="270" y="60"/>
                  </a:cubicBezTo>
                  <a:cubicBezTo>
                    <a:pt x="268" y="59"/>
                    <a:pt x="265" y="57"/>
                    <a:pt x="263" y="56"/>
                  </a:cubicBezTo>
                  <a:cubicBezTo>
                    <a:pt x="262" y="55"/>
                    <a:pt x="258" y="54"/>
                    <a:pt x="257" y="53"/>
                  </a:cubicBezTo>
                  <a:cubicBezTo>
                    <a:pt x="255" y="51"/>
                    <a:pt x="252" y="45"/>
                    <a:pt x="250" y="43"/>
                  </a:cubicBezTo>
                  <a:cubicBezTo>
                    <a:pt x="249" y="40"/>
                    <a:pt x="246" y="34"/>
                    <a:pt x="245" y="31"/>
                  </a:cubicBezTo>
                  <a:cubicBezTo>
                    <a:pt x="245" y="29"/>
                    <a:pt x="246" y="26"/>
                    <a:pt x="247" y="24"/>
                  </a:cubicBezTo>
                  <a:cubicBezTo>
                    <a:pt x="248" y="22"/>
                    <a:pt x="254" y="15"/>
                    <a:pt x="254" y="15"/>
                  </a:cubicBezTo>
                  <a:cubicBezTo>
                    <a:pt x="252" y="13"/>
                    <a:pt x="252" y="13"/>
                    <a:pt x="252" y="13"/>
                  </a:cubicBezTo>
                  <a:cubicBezTo>
                    <a:pt x="252" y="13"/>
                    <a:pt x="248" y="9"/>
                    <a:pt x="246" y="8"/>
                  </a:cubicBezTo>
                  <a:cubicBezTo>
                    <a:pt x="245" y="7"/>
                    <a:pt x="243" y="5"/>
                    <a:pt x="241" y="4"/>
                  </a:cubicBezTo>
                  <a:cubicBezTo>
                    <a:pt x="240" y="3"/>
                    <a:pt x="239" y="1"/>
                    <a:pt x="237" y="1"/>
                  </a:cubicBezTo>
                  <a:cubicBezTo>
                    <a:pt x="236" y="0"/>
                    <a:pt x="234" y="0"/>
                    <a:pt x="232" y="0"/>
                  </a:cubicBezTo>
                  <a:cubicBezTo>
                    <a:pt x="230" y="0"/>
                    <a:pt x="227" y="0"/>
                    <a:pt x="224" y="1"/>
                  </a:cubicBezTo>
                  <a:cubicBezTo>
                    <a:pt x="223" y="1"/>
                    <a:pt x="220" y="0"/>
                    <a:pt x="218" y="2"/>
                  </a:cubicBezTo>
                  <a:cubicBezTo>
                    <a:pt x="218" y="2"/>
                    <a:pt x="219" y="4"/>
                    <a:pt x="218" y="5"/>
                  </a:cubicBezTo>
                  <a:cubicBezTo>
                    <a:pt x="218" y="7"/>
                    <a:pt x="218" y="10"/>
                    <a:pt x="218" y="13"/>
                  </a:cubicBezTo>
                  <a:cubicBezTo>
                    <a:pt x="217" y="14"/>
                    <a:pt x="217" y="17"/>
                    <a:pt x="217" y="19"/>
                  </a:cubicBezTo>
                  <a:cubicBezTo>
                    <a:pt x="216" y="20"/>
                    <a:pt x="213" y="22"/>
                    <a:pt x="213" y="23"/>
                  </a:cubicBezTo>
                  <a:cubicBezTo>
                    <a:pt x="212" y="26"/>
                    <a:pt x="211" y="29"/>
                    <a:pt x="212" y="31"/>
                  </a:cubicBezTo>
                  <a:cubicBezTo>
                    <a:pt x="212" y="34"/>
                    <a:pt x="213" y="41"/>
                    <a:pt x="213" y="41"/>
                  </a:cubicBezTo>
                  <a:cubicBezTo>
                    <a:pt x="213" y="41"/>
                    <a:pt x="218" y="43"/>
                    <a:pt x="219" y="45"/>
                  </a:cubicBezTo>
                  <a:cubicBezTo>
                    <a:pt x="221" y="47"/>
                    <a:pt x="221" y="51"/>
                    <a:pt x="221" y="53"/>
                  </a:cubicBezTo>
                  <a:cubicBezTo>
                    <a:pt x="222" y="56"/>
                    <a:pt x="222" y="60"/>
                    <a:pt x="220" y="63"/>
                  </a:cubicBezTo>
                  <a:cubicBezTo>
                    <a:pt x="219" y="65"/>
                    <a:pt x="216" y="67"/>
                    <a:pt x="214" y="68"/>
                  </a:cubicBezTo>
                  <a:cubicBezTo>
                    <a:pt x="212" y="68"/>
                    <a:pt x="211" y="67"/>
                    <a:pt x="210" y="67"/>
                  </a:cubicBezTo>
                  <a:cubicBezTo>
                    <a:pt x="209" y="67"/>
                    <a:pt x="207" y="67"/>
                    <a:pt x="207" y="66"/>
                  </a:cubicBezTo>
                  <a:cubicBezTo>
                    <a:pt x="206" y="65"/>
                    <a:pt x="206" y="62"/>
                    <a:pt x="206" y="61"/>
                  </a:cubicBezTo>
                  <a:cubicBezTo>
                    <a:pt x="205" y="59"/>
                    <a:pt x="206" y="55"/>
                    <a:pt x="204" y="55"/>
                  </a:cubicBezTo>
                  <a:cubicBezTo>
                    <a:pt x="201" y="55"/>
                    <a:pt x="201" y="60"/>
                    <a:pt x="201" y="63"/>
                  </a:cubicBezTo>
                  <a:cubicBezTo>
                    <a:pt x="200" y="65"/>
                    <a:pt x="200" y="68"/>
                    <a:pt x="200" y="70"/>
                  </a:cubicBezTo>
                  <a:cubicBezTo>
                    <a:pt x="200" y="73"/>
                    <a:pt x="200" y="76"/>
                    <a:pt x="201" y="79"/>
                  </a:cubicBezTo>
                  <a:cubicBezTo>
                    <a:pt x="201" y="80"/>
                    <a:pt x="202" y="82"/>
                    <a:pt x="203" y="84"/>
                  </a:cubicBezTo>
                  <a:cubicBezTo>
                    <a:pt x="203" y="86"/>
                    <a:pt x="204" y="90"/>
                    <a:pt x="204" y="93"/>
                  </a:cubicBezTo>
                  <a:cubicBezTo>
                    <a:pt x="204" y="95"/>
                    <a:pt x="204" y="100"/>
                    <a:pt x="203" y="102"/>
                  </a:cubicBezTo>
                  <a:cubicBezTo>
                    <a:pt x="202" y="105"/>
                    <a:pt x="200" y="107"/>
                    <a:pt x="199" y="109"/>
                  </a:cubicBezTo>
                  <a:cubicBezTo>
                    <a:pt x="197" y="112"/>
                    <a:pt x="192" y="116"/>
                    <a:pt x="192" y="116"/>
                  </a:cubicBezTo>
                  <a:cubicBezTo>
                    <a:pt x="192" y="116"/>
                    <a:pt x="185" y="123"/>
                    <a:pt x="183" y="127"/>
                  </a:cubicBezTo>
                  <a:cubicBezTo>
                    <a:pt x="181" y="131"/>
                    <a:pt x="182" y="137"/>
                    <a:pt x="179" y="140"/>
                  </a:cubicBezTo>
                  <a:cubicBezTo>
                    <a:pt x="178" y="142"/>
                    <a:pt x="173" y="142"/>
                    <a:pt x="172" y="144"/>
                  </a:cubicBezTo>
                  <a:cubicBezTo>
                    <a:pt x="171" y="146"/>
                    <a:pt x="173" y="150"/>
                    <a:pt x="173" y="153"/>
                  </a:cubicBezTo>
                  <a:cubicBezTo>
                    <a:pt x="173" y="155"/>
                    <a:pt x="172" y="158"/>
                    <a:pt x="171" y="160"/>
                  </a:cubicBezTo>
                  <a:cubicBezTo>
                    <a:pt x="170" y="161"/>
                    <a:pt x="169" y="163"/>
                    <a:pt x="167" y="164"/>
                  </a:cubicBezTo>
                  <a:cubicBezTo>
                    <a:pt x="166" y="165"/>
                    <a:pt x="164" y="166"/>
                    <a:pt x="163" y="165"/>
                  </a:cubicBezTo>
                  <a:cubicBezTo>
                    <a:pt x="161" y="164"/>
                    <a:pt x="161" y="160"/>
                    <a:pt x="160" y="158"/>
                  </a:cubicBezTo>
                  <a:cubicBezTo>
                    <a:pt x="159" y="155"/>
                    <a:pt x="159" y="152"/>
                    <a:pt x="157" y="150"/>
                  </a:cubicBezTo>
                  <a:cubicBezTo>
                    <a:pt x="156" y="147"/>
                    <a:pt x="153" y="144"/>
                    <a:pt x="150" y="143"/>
                  </a:cubicBezTo>
                  <a:cubicBezTo>
                    <a:pt x="149" y="142"/>
                    <a:pt x="146" y="141"/>
                    <a:pt x="144" y="140"/>
                  </a:cubicBezTo>
                  <a:cubicBezTo>
                    <a:pt x="141" y="139"/>
                    <a:pt x="138" y="138"/>
                    <a:pt x="136" y="137"/>
                  </a:cubicBezTo>
                  <a:cubicBezTo>
                    <a:pt x="133" y="136"/>
                    <a:pt x="130" y="134"/>
                    <a:pt x="127" y="134"/>
                  </a:cubicBezTo>
                  <a:cubicBezTo>
                    <a:pt x="124" y="134"/>
                    <a:pt x="121" y="134"/>
                    <a:pt x="119" y="134"/>
                  </a:cubicBezTo>
                  <a:cubicBezTo>
                    <a:pt x="117" y="134"/>
                    <a:pt x="112" y="133"/>
                    <a:pt x="112" y="133"/>
                  </a:cubicBezTo>
                  <a:cubicBezTo>
                    <a:pt x="112" y="133"/>
                    <a:pt x="110" y="137"/>
                    <a:pt x="108" y="138"/>
                  </a:cubicBezTo>
                  <a:cubicBezTo>
                    <a:pt x="104" y="141"/>
                    <a:pt x="97" y="141"/>
                    <a:pt x="92" y="142"/>
                  </a:cubicBezTo>
                  <a:cubicBezTo>
                    <a:pt x="89" y="143"/>
                    <a:pt x="84" y="144"/>
                    <a:pt x="80" y="145"/>
                  </a:cubicBezTo>
                  <a:cubicBezTo>
                    <a:pt x="76" y="145"/>
                    <a:pt x="70" y="146"/>
                    <a:pt x="66" y="146"/>
                  </a:cubicBezTo>
                  <a:cubicBezTo>
                    <a:pt x="63" y="146"/>
                    <a:pt x="59" y="146"/>
                    <a:pt x="57" y="145"/>
                  </a:cubicBezTo>
                  <a:cubicBezTo>
                    <a:pt x="55" y="144"/>
                    <a:pt x="51" y="142"/>
                    <a:pt x="51" y="142"/>
                  </a:cubicBezTo>
                  <a:cubicBezTo>
                    <a:pt x="51" y="142"/>
                    <a:pt x="46" y="147"/>
                    <a:pt x="46" y="149"/>
                  </a:cubicBezTo>
                  <a:cubicBezTo>
                    <a:pt x="46" y="150"/>
                    <a:pt x="48" y="151"/>
                    <a:pt x="49" y="152"/>
                  </a:cubicBezTo>
                  <a:cubicBezTo>
                    <a:pt x="50" y="155"/>
                    <a:pt x="48" y="162"/>
                    <a:pt x="48" y="165"/>
                  </a:cubicBezTo>
                  <a:cubicBezTo>
                    <a:pt x="46" y="171"/>
                    <a:pt x="43" y="181"/>
                    <a:pt x="39" y="186"/>
                  </a:cubicBezTo>
                  <a:cubicBezTo>
                    <a:pt x="37" y="190"/>
                    <a:pt x="29" y="197"/>
                    <a:pt x="25" y="200"/>
                  </a:cubicBezTo>
                  <a:cubicBezTo>
                    <a:pt x="22" y="203"/>
                    <a:pt x="15" y="207"/>
                    <a:pt x="13" y="210"/>
                  </a:cubicBezTo>
                  <a:cubicBezTo>
                    <a:pt x="12" y="214"/>
                    <a:pt x="14" y="221"/>
                    <a:pt x="13" y="225"/>
                  </a:cubicBezTo>
                  <a:cubicBezTo>
                    <a:pt x="12" y="228"/>
                    <a:pt x="8" y="234"/>
                    <a:pt x="7" y="237"/>
                  </a:cubicBezTo>
                  <a:cubicBezTo>
                    <a:pt x="5" y="242"/>
                    <a:pt x="0" y="253"/>
                    <a:pt x="0" y="259"/>
                  </a:cubicBezTo>
                  <a:cubicBezTo>
                    <a:pt x="0" y="264"/>
                    <a:pt x="3" y="274"/>
                    <a:pt x="6" y="278"/>
                  </a:cubicBezTo>
                  <a:cubicBezTo>
                    <a:pt x="7" y="280"/>
                    <a:pt x="10" y="281"/>
                    <a:pt x="11" y="283"/>
                  </a:cubicBezTo>
                  <a:cubicBezTo>
                    <a:pt x="12" y="284"/>
                    <a:pt x="12" y="287"/>
                    <a:pt x="13" y="289"/>
                  </a:cubicBezTo>
                  <a:cubicBezTo>
                    <a:pt x="13" y="291"/>
                    <a:pt x="14" y="296"/>
                    <a:pt x="15" y="299"/>
                  </a:cubicBezTo>
                  <a:cubicBezTo>
                    <a:pt x="15" y="303"/>
                    <a:pt x="17" y="312"/>
                    <a:pt x="18" y="316"/>
                  </a:cubicBezTo>
                  <a:cubicBezTo>
                    <a:pt x="18" y="317"/>
                    <a:pt x="18" y="319"/>
                    <a:pt x="19" y="320"/>
                  </a:cubicBezTo>
                  <a:cubicBezTo>
                    <a:pt x="20" y="321"/>
                    <a:pt x="24" y="322"/>
                    <a:pt x="26" y="323"/>
                  </a:cubicBezTo>
                  <a:cubicBezTo>
                    <a:pt x="30" y="325"/>
                    <a:pt x="37" y="327"/>
                    <a:pt x="39" y="330"/>
                  </a:cubicBezTo>
                  <a:cubicBezTo>
                    <a:pt x="41" y="333"/>
                    <a:pt x="42" y="339"/>
                    <a:pt x="41" y="341"/>
                  </a:cubicBezTo>
                  <a:cubicBezTo>
                    <a:pt x="41" y="343"/>
                    <a:pt x="39" y="346"/>
                    <a:pt x="39" y="348"/>
                  </a:cubicBezTo>
                  <a:cubicBezTo>
                    <a:pt x="34" y="355"/>
                    <a:pt x="19" y="365"/>
                    <a:pt x="17" y="373"/>
                  </a:cubicBezTo>
                  <a:cubicBezTo>
                    <a:pt x="17" y="375"/>
                    <a:pt x="17" y="379"/>
                    <a:pt x="19" y="381"/>
                  </a:cubicBezTo>
                  <a:cubicBezTo>
                    <a:pt x="23" y="386"/>
                    <a:pt x="40" y="387"/>
                    <a:pt x="43" y="393"/>
                  </a:cubicBezTo>
                  <a:cubicBezTo>
                    <a:pt x="44" y="395"/>
                    <a:pt x="41" y="400"/>
                    <a:pt x="41" y="402"/>
                  </a:cubicBezTo>
                  <a:cubicBezTo>
                    <a:pt x="40" y="409"/>
                    <a:pt x="40" y="423"/>
                    <a:pt x="42" y="430"/>
                  </a:cubicBezTo>
                  <a:cubicBezTo>
                    <a:pt x="43" y="432"/>
                    <a:pt x="47" y="435"/>
                    <a:pt x="48" y="437"/>
                  </a:cubicBezTo>
                  <a:cubicBezTo>
                    <a:pt x="49" y="438"/>
                    <a:pt x="52" y="440"/>
                    <a:pt x="53" y="441"/>
                  </a:cubicBezTo>
                  <a:cubicBezTo>
                    <a:pt x="55" y="442"/>
                    <a:pt x="60" y="444"/>
                    <a:pt x="63" y="443"/>
                  </a:cubicBezTo>
                  <a:cubicBezTo>
                    <a:pt x="65" y="441"/>
                    <a:pt x="67" y="434"/>
                    <a:pt x="70" y="433"/>
                  </a:cubicBezTo>
                  <a:cubicBezTo>
                    <a:pt x="70" y="433"/>
                    <a:pt x="73" y="434"/>
                    <a:pt x="73" y="434"/>
                  </a:cubicBezTo>
                  <a:cubicBezTo>
                    <a:pt x="74" y="437"/>
                    <a:pt x="68" y="442"/>
                    <a:pt x="67" y="445"/>
                  </a:cubicBezTo>
                  <a:cubicBezTo>
                    <a:pt x="65" y="448"/>
                    <a:pt x="62" y="454"/>
                    <a:pt x="61" y="456"/>
                  </a:cubicBezTo>
                  <a:cubicBezTo>
                    <a:pt x="59" y="459"/>
                    <a:pt x="55" y="464"/>
                    <a:pt x="52" y="465"/>
                  </a:cubicBezTo>
                  <a:cubicBezTo>
                    <a:pt x="50" y="467"/>
                    <a:pt x="46" y="469"/>
                    <a:pt x="44" y="469"/>
                  </a:cubicBezTo>
                  <a:cubicBezTo>
                    <a:pt x="41" y="470"/>
                    <a:pt x="34" y="469"/>
                    <a:pt x="32" y="472"/>
                  </a:cubicBezTo>
                  <a:cubicBezTo>
                    <a:pt x="31" y="474"/>
                    <a:pt x="37" y="478"/>
                    <a:pt x="38" y="480"/>
                  </a:cubicBezTo>
                  <a:cubicBezTo>
                    <a:pt x="40" y="483"/>
                    <a:pt x="41" y="488"/>
                    <a:pt x="42" y="491"/>
                  </a:cubicBezTo>
                  <a:cubicBezTo>
                    <a:pt x="43" y="493"/>
                    <a:pt x="43" y="496"/>
                    <a:pt x="44" y="498"/>
                  </a:cubicBezTo>
                  <a:cubicBezTo>
                    <a:pt x="45" y="501"/>
                    <a:pt x="47" y="505"/>
                    <a:pt x="48" y="509"/>
                  </a:cubicBezTo>
                  <a:cubicBezTo>
                    <a:pt x="49" y="512"/>
                    <a:pt x="49" y="519"/>
                    <a:pt x="49" y="519"/>
                  </a:cubicBezTo>
                  <a:cubicBezTo>
                    <a:pt x="49" y="519"/>
                    <a:pt x="50" y="521"/>
                    <a:pt x="50" y="522"/>
                  </a:cubicBezTo>
                  <a:cubicBezTo>
                    <a:pt x="51" y="525"/>
                    <a:pt x="52" y="529"/>
                    <a:pt x="54" y="532"/>
                  </a:cubicBezTo>
                  <a:cubicBezTo>
                    <a:pt x="55" y="535"/>
                    <a:pt x="58" y="539"/>
                    <a:pt x="60" y="542"/>
                  </a:cubicBezTo>
                  <a:cubicBezTo>
                    <a:pt x="62" y="546"/>
                    <a:pt x="62" y="553"/>
                    <a:pt x="66" y="555"/>
                  </a:cubicBezTo>
                  <a:cubicBezTo>
                    <a:pt x="69" y="557"/>
                    <a:pt x="77" y="553"/>
                    <a:pt x="81" y="555"/>
                  </a:cubicBezTo>
                  <a:cubicBezTo>
                    <a:pt x="82" y="555"/>
                    <a:pt x="84" y="558"/>
                    <a:pt x="86" y="559"/>
                  </a:cubicBezTo>
                  <a:cubicBezTo>
                    <a:pt x="89" y="560"/>
                    <a:pt x="96" y="562"/>
                    <a:pt x="99" y="563"/>
                  </a:cubicBezTo>
                  <a:cubicBezTo>
                    <a:pt x="102" y="563"/>
                    <a:pt x="107" y="562"/>
                    <a:pt x="110" y="562"/>
                  </a:cubicBezTo>
                  <a:cubicBezTo>
                    <a:pt x="114" y="562"/>
                    <a:pt x="122" y="562"/>
                    <a:pt x="126" y="561"/>
                  </a:cubicBezTo>
                  <a:cubicBezTo>
                    <a:pt x="129" y="560"/>
                    <a:pt x="135" y="558"/>
                    <a:pt x="137" y="557"/>
                  </a:cubicBezTo>
                  <a:cubicBezTo>
                    <a:pt x="139" y="556"/>
                    <a:pt x="143" y="551"/>
                    <a:pt x="145" y="550"/>
                  </a:cubicBezTo>
                  <a:cubicBezTo>
                    <a:pt x="147" y="549"/>
                    <a:pt x="150" y="548"/>
                    <a:pt x="152" y="547"/>
                  </a:cubicBezTo>
                  <a:cubicBezTo>
                    <a:pt x="155" y="547"/>
                    <a:pt x="161" y="548"/>
                    <a:pt x="164" y="548"/>
                  </a:cubicBezTo>
                  <a:cubicBezTo>
                    <a:pt x="167" y="548"/>
                    <a:pt x="175" y="546"/>
                    <a:pt x="178" y="547"/>
                  </a:cubicBezTo>
                  <a:cubicBezTo>
                    <a:pt x="179" y="548"/>
                    <a:pt x="181" y="550"/>
                    <a:pt x="182" y="551"/>
                  </a:cubicBezTo>
                  <a:cubicBezTo>
                    <a:pt x="183" y="552"/>
                    <a:pt x="184" y="556"/>
                    <a:pt x="186" y="557"/>
                  </a:cubicBezTo>
                  <a:cubicBezTo>
                    <a:pt x="188" y="558"/>
                    <a:pt x="193" y="554"/>
                    <a:pt x="195" y="555"/>
                  </a:cubicBezTo>
                  <a:cubicBezTo>
                    <a:pt x="197" y="557"/>
                    <a:pt x="196" y="563"/>
                    <a:pt x="198" y="564"/>
                  </a:cubicBezTo>
                  <a:cubicBezTo>
                    <a:pt x="200" y="565"/>
                    <a:pt x="202" y="563"/>
                    <a:pt x="203" y="563"/>
                  </a:cubicBezTo>
                  <a:cubicBezTo>
                    <a:pt x="205" y="563"/>
                    <a:pt x="207" y="564"/>
                    <a:pt x="208" y="565"/>
                  </a:cubicBezTo>
                  <a:cubicBezTo>
                    <a:pt x="209" y="566"/>
                    <a:pt x="208" y="570"/>
                    <a:pt x="208" y="572"/>
                  </a:cubicBezTo>
                  <a:cubicBezTo>
                    <a:pt x="209" y="574"/>
                    <a:pt x="210" y="578"/>
                    <a:pt x="210" y="580"/>
                  </a:cubicBezTo>
                  <a:cubicBezTo>
                    <a:pt x="211" y="582"/>
                    <a:pt x="212" y="586"/>
                    <a:pt x="212" y="588"/>
                  </a:cubicBezTo>
                  <a:cubicBezTo>
                    <a:pt x="213" y="590"/>
                    <a:pt x="212" y="593"/>
                    <a:pt x="213" y="595"/>
                  </a:cubicBezTo>
                  <a:cubicBezTo>
                    <a:pt x="213" y="597"/>
                    <a:pt x="215" y="599"/>
                    <a:pt x="216" y="600"/>
                  </a:cubicBezTo>
                  <a:cubicBezTo>
                    <a:pt x="217" y="601"/>
                    <a:pt x="219" y="602"/>
                    <a:pt x="220" y="602"/>
                  </a:cubicBezTo>
                  <a:cubicBezTo>
                    <a:pt x="223" y="603"/>
                    <a:pt x="230" y="603"/>
                    <a:pt x="233" y="603"/>
                  </a:cubicBezTo>
                  <a:cubicBezTo>
                    <a:pt x="234" y="604"/>
                    <a:pt x="235" y="603"/>
                    <a:pt x="236" y="604"/>
                  </a:cubicBezTo>
                  <a:cubicBezTo>
                    <a:pt x="238" y="606"/>
                    <a:pt x="237" y="612"/>
                    <a:pt x="239" y="614"/>
                  </a:cubicBezTo>
                  <a:cubicBezTo>
                    <a:pt x="239" y="615"/>
                    <a:pt x="240" y="617"/>
                    <a:pt x="241" y="617"/>
                  </a:cubicBezTo>
                  <a:cubicBezTo>
                    <a:pt x="244" y="618"/>
                    <a:pt x="250" y="619"/>
                    <a:pt x="252" y="618"/>
                  </a:cubicBezTo>
                  <a:cubicBezTo>
                    <a:pt x="255" y="617"/>
                    <a:pt x="263" y="612"/>
                    <a:pt x="263" y="612"/>
                  </a:cubicBezTo>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39"/>
            <p:cNvSpPr>
              <a:spLocks/>
            </p:cNvSpPr>
            <p:nvPr/>
          </p:nvSpPr>
          <p:spPr bwMode="auto">
            <a:xfrm>
              <a:off x="4694238" y="1644651"/>
              <a:ext cx="627063" cy="804863"/>
            </a:xfrm>
            <a:custGeom>
              <a:avLst/>
              <a:gdLst/>
              <a:ahLst/>
              <a:cxnLst>
                <a:cxn ang="0">
                  <a:pos x="258" y="591"/>
                </a:cxn>
                <a:cxn ang="0">
                  <a:pos x="280" y="561"/>
                </a:cxn>
                <a:cxn ang="0">
                  <a:pos x="344" y="532"/>
                </a:cxn>
                <a:cxn ang="0">
                  <a:pos x="362" y="510"/>
                </a:cxn>
                <a:cxn ang="0">
                  <a:pos x="401" y="518"/>
                </a:cxn>
                <a:cxn ang="0">
                  <a:pos x="450" y="498"/>
                </a:cxn>
                <a:cxn ang="0">
                  <a:pos x="449" y="472"/>
                </a:cxn>
                <a:cxn ang="0">
                  <a:pos x="479" y="445"/>
                </a:cxn>
                <a:cxn ang="0">
                  <a:pos x="459" y="375"/>
                </a:cxn>
                <a:cxn ang="0">
                  <a:pos x="429" y="335"/>
                </a:cxn>
                <a:cxn ang="0">
                  <a:pos x="431" y="305"/>
                </a:cxn>
                <a:cxn ang="0">
                  <a:pos x="417" y="275"/>
                </a:cxn>
                <a:cxn ang="0">
                  <a:pos x="420" y="206"/>
                </a:cxn>
                <a:cxn ang="0">
                  <a:pos x="387" y="185"/>
                </a:cxn>
                <a:cxn ang="0">
                  <a:pos x="367" y="165"/>
                </a:cxn>
                <a:cxn ang="0">
                  <a:pos x="366" y="146"/>
                </a:cxn>
                <a:cxn ang="0">
                  <a:pos x="326" y="116"/>
                </a:cxn>
                <a:cxn ang="0">
                  <a:pos x="307" y="106"/>
                </a:cxn>
                <a:cxn ang="0">
                  <a:pos x="337" y="98"/>
                </a:cxn>
                <a:cxn ang="0">
                  <a:pos x="372" y="60"/>
                </a:cxn>
                <a:cxn ang="0">
                  <a:pos x="341" y="45"/>
                </a:cxn>
                <a:cxn ang="0">
                  <a:pos x="323" y="44"/>
                </a:cxn>
                <a:cxn ang="0">
                  <a:pos x="300" y="64"/>
                </a:cxn>
                <a:cxn ang="0">
                  <a:pos x="257" y="53"/>
                </a:cxn>
                <a:cxn ang="0">
                  <a:pos x="254" y="15"/>
                </a:cxn>
                <a:cxn ang="0">
                  <a:pos x="237" y="1"/>
                </a:cxn>
                <a:cxn ang="0">
                  <a:pos x="218" y="5"/>
                </a:cxn>
                <a:cxn ang="0">
                  <a:pos x="212" y="31"/>
                </a:cxn>
                <a:cxn ang="0">
                  <a:pos x="220" y="63"/>
                </a:cxn>
                <a:cxn ang="0">
                  <a:pos x="206" y="61"/>
                </a:cxn>
                <a:cxn ang="0">
                  <a:pos x="201" y="79"/>
                </a:cxn>
                <a:cxn ang="0">
                  <a:pos x="199" y="109"/>
                </a:cxn>
                <a:cxn ang="0">
                  <a:pos x="172" y="144"/>
                </a:cxn>
                <a:cxn ang="0">
                  <a:pos x="163" y="165"/>
                </a:cxn>
                <a:cxn ang="0">
                  <a:pos x="144" y="140"/>
                </a:cxn>
                <a:cxn ang="0">
                  <a:pos x="112" y="133"/>
                </a:cxn>
                <a:cxn ang="0">
                  <a:pos x="66" y="146"/>
                </a:cxn>
                <a:cxn ang="0">
                  <a:pos x="49" y="152"/>
                </a:cxn>
                <a:cxn ang="0">
                  <a:pos x="13" y="210"/>
                </a:cxn>
                <a:cxn ang="0">
                  <a:pos x="6" y="278"/>
                </a:cxn>
                <a:cxn ang="0">
                  <a:pos x="18" y="316"/>
                </a:cxn>
                <a:cxn ang="0">
                  <a:pos x="41" y="341"/>
                </a:cxn>
                <a:cxn ang="0">
                  <a:pos x="43" y="393"/>
                </a:cxn>
                <a:cxn ang="0">
                  <a:pos x="53" y="441"/>
                </a:cxn>
                <a:cxn ang="0">
                  <a:pos x="67" y="445"/>
                </a:cxn>
                <a:cxn ang="0">
                  <a:pos x="32" y="472"/>
                </a:cxn>
                <a:cxn ang="0">
                  <a:pos x="48" y="509"/>
                </a:cxn>
                <a:cxn ang="0">
                  <a:pos x="60" y="542"/>
                </a:cxn>
                <a:cxn ang="0">
                  <a:pos x="99" y="563"/>
                </a:cxn>
                <a:cxn ang="0">
                  <a:pos x="145" y="550"/>
                </a:cxn>
                <a:cxn ang="0">
                  <a:pos x="182" y="551"/>
                </a:cxn>
                <a:cxn ang="0">
                  <a:pos x="203" y="563"/>
                </a:cxn>
                <a:cxn ang="0">
                  <a:pos x="212" y="588"/>
                </a:cxn>
                <a:cxn ang="0">
                  <a:pos x="233" y="603"/>
                </a:cxn>
                <a:cxn ang="0">
                  <a:pos x="252" y="618"/>
                </a:cxn>
              </a:cxnLst>
              <a:rect l="0" t="0" r="r" b="b"/>
              <a:pathLst>
                <a:path w="482" h="619">
                  <a:moveTo>
                    <a:pt x="263" y="611"/>
                  </a:moveTo>
                  <a:cubicBezTo>
                    <a:pt x="263" y="611"/>
                    <a:pt x="262" y="607"/>
                    <a:pt x="261" y="606"/>
                  </a:cubicBezTo>
                  <a:cubicBezTo>
                    <a:pt x="260" y="604"/>
                    <a:pt x="257" y="600"/>
                    <a:pt x="257" y="597"/>
                  </a:cubicBezTo>
                  <a:cubicBezTo>
                    <a:pt x="257" y="596"/>
                    <a:pt x="257" y="592"/>
                    <a:pt x="258" y="591"/>
                  </a:cubicBezTo>
                  <a:cubicBezTo>
                    <a:pt x="259" y="589"/>
                    <a:pt x="263" y="587"/>
                    <a:pt x="265" y="585"/>
                  </a:cubicBezTo>
                  <a:cubicBezTo>
                    <a:pt x="267" y="583"/>
                    <a:pt x="271" y="579"/>
                    <a:pt x="272" y="576"/>
                  </a:cubicBezTo>
                  <a:cubicBezTo>
                    <a:pt x="274" y="574"/>
                    <a:pt x="276" y="569"/>
                    <a:pt x="277" y="567"/>
                  </a:cubicBezTo>
                  <a:cubicBezTo>
                    <a:pt x="278" y="565"/>
                    <a:pt x="279" y="562"/>
                    <a:pt x="280" y="561"/>
                  </a:cubicBezTo>
                  <a:cubicBezTo>
                    <a:pt x="282" y="560"/>
                    <a:pt x="286" y="561"/>
                    <a:pt x="288" y="560"/>
                  </a:cubicBezTo>
                  <a:cubicBezTo>
                    <a:pt x="296" y="559"/>
                    <a:pt x="312" y="551"/>
                    <a:pt x="321" y="549"/>
                  </a:cubicBezTo>
                  <a:cubicBezTo>
                    <a:pt x="327" y="548"/>
                    <a:pt x="344" y="548"/>
                    <a:pt x="344" y="548"/>
                  </a:cubicBezTo>
                  <a:cubicBezTo>
                    <a:pt x="344" y="548"/>
                    <a:pt x="345" y="536"/>
                    <a:pt x="344" y="532"/>
                  </a:cubicBezTo>
                  <a:cubicBezTo>
                    <a:pt x="344" y="531"/>
                    <a:pt x="342" y="528"/>
                    <a:pt x="342" y="527"/>
                  </a:cubicBezTo>
                  <a:cubicBezTo>
                    <a:pt x="343" y="524"/>
                    <a:pt x="345" y="521"/>
                    <a:pt x="347" y="519"/>
                  </a:cubicBezTo>
                  <a:cubicBezTo>
                    <a:pt x="348" y="517"/>
                    <a:pt x="351" y="514"/>
                    <a:pt x="354" y="512"/>
                  </a:cubicBezTo>
                  <a:cubicBezTo>
                    <a:pt x="355" y="511"/>
                    <a:pt x="360" y="510"/>
                    <a:pt x="362" y="510"/>
                  </a:cubicBezTo>
                  <a:cubicBezTo>
                    <a:pt x="364" y="510"/>
                    <a:pt x="369" y="511"/>
                    <a:pt x="371" y="512"/>
                  </a:cubicBezTo>
                  <a:cubicBezTo>
                    <a:pt x="373" y="512"/>
                    <a:pt x="377" y="515"/>
                    <a:pt x="379" y="516"/>
                  </a:cubicBezTo>
                  <a:cubicBezTo>
                    <a:pt x="382" y="517"/>
                    <a:pt x="389" y="518"/>
                    <a:pt x="393" y="518"/>
                  </a:cubicBezTo>
                  <a:cubicBezTo>
                    <a:pt x="395" y="518"/>
                    <a:pt x="399" y="519"/>
                    <a:pt x="401" y="518"/>
                  </a:cubicBezTo>
                  <a:cubicBezTo>
                    <a:pt x="402" y="518"/>
                    <a:pt x="405" y="516"/>
                    <a:pt x="406" y="515"/>
                  </a:cubicBezTo>
                  <a:cubicBezTo>
                    <a:pt x="408" y="513"/>
                    <a:pt x="412" y="510"/>
                    <a:pt x="414" y="509"/>
                  </a:cubicBezTo>
                  <a:cubicBezTo>
                    <a:pt x="418" y="507"/>
                    <a:pt x="426" y="505"/>
                    <a:pt x="430" y="503"/>
                  </a:cubicBezTo>
                  <a:cubicBezTo>
                    <a:pt x="435" y="502"/>
                    <a:pt x="447" y="502"/>
                    <a:pt x="450" y="498"/>
                  </a:cubicBezTo>
                  <a:cubicBezTo>
                    <a:pt x="452" y="496"/>
                    <a:pt x="449" y="490"/>
                    <a:pt x="450" y="488"/>
                  </a:cubicBezTo>
                  <a:cubicBezTo>
                    <a:pt x="451" y="484"/>
                    <a:pt x="456" y="478"/>
                    <a:pt x="456" y="475"/>
                  </a:cubicBezTo>
                  <a:cubicBezTo>
                    <a:pt x="456" y="473"/>
                    <a:pt x="455" y="471"/>
                    <a:pt x="454" y="471"/>
                  </a:cubicBezTo>
                  <a:cubicBezTo>
                    <a:pt x="453" y="470"/>
                    <a:pt x="450" y="473"/>
                    <a:pt x="449" y="472"/>
                  </a:cubicBezTo>
                  <a:cubicBezTo>
                    <a:pt x="448" y="471"/>
                    <a:pt x="447" y="467"/>
                    <a:pt x="447" y="465"/>
                  </a:cubicBezTo>
                  <a:cubicBezTo>
                    <a:pt x="448" y="462"/>
                    <a:pt x="452" y="459"/>
                    <a:pt x="454" y="457"/>
                  </a:cubicBezTo>
                  <a:cubicBezTo>
                    <a:pt x="457" y="454"/>
                    <a:pt x="461" y="449"/>
                    <a:pt x="464" y="447"/>
                  </a:cubicBezTo>
                  <a:cubicBezTo>
                    <a:pt x="468" y="446"/>
                    <a:pt x="476" y="447"/>
                    <a:pt x="479" y="445"/>
                  </a:cubicBezTo>
                  <a:cubicBezTo>
                    <a:pt x="482" y="442"/>
                    <a:pt x="482" y="435"/>
                    <a:pt x="482" y="431"/>
                  </a:cubicBezTo>
                  <a:cubicBezTo>
                    <a:pt x="482" y="426"/>
                    <a:pt x="481" y="416"/>
                    <a:pt x="479" y="411"/>
                  </a:cubicBezTo>
                  <a:cubicBezTo>
                    <a:pt x="478" y="406"/>
                    <a:pt x="471" y="398"/>
                    <a:pt x="468" y="394"/>
                  </a:cubicBezTo>
                  <a:cubicBezTo>
                    <a:pt x="466" y="389"/>
                    <a:pt x="462" y="379"/>
                    <a:pt x="459" y="375"/>
                  </a:cubicBezTo>
                  <a:cubicBezTo>
                    <a:pt x="458" y="370"/>
                    <a:pt x="458" y="370"/>
                    <a:pt x="456" y="366"/>
                  </a:cubicBezTo>
                  <a:cubicBezTo>
                    <a:pt x="456" y="366"/>
                    <a:pt x="451" y="345"/>
                    <a:pt x="448" y="343"/>
                  </a:cubicBezTo>
                  <a:cubicBezTo>
                    <a:pt x="445" y="341"/>
                    <a:pt x="440" y="341"/>
                    <a:pt x="436" y="339"/>
                  </a:cubicBezTo>
                  <a:cubicBezTo>
                    <a:pt x="434" y="338"/>
                    <a:pt x="431" y="336"/>
                    <a:pt x="429" y="335"/>
                  </a:cubicBezTo>
                  <a:cubicBezTo>
                    <a:pt x="424" y="333"/>
                    <a:pt x="413" y="334"/>
                    <a:pt x="411" y="329"/>
                  </a:cubicBezTo>
                  <a:cubicBezTo>
                    <a:pt x="410" y="327"/>
                    <a:pt x="416" y="322"/>
                    <a:pt x="417" y="319"/>
                  </a:cubicBezTo>
                  <a:cubicBezTo>
                    <a:pt x="418" y="317"/>
                    <a:pt x="419" y="310"/>
                    <a:pt x="421" y="308"/>
                  </a:cubicBezTo>
                  <a:cubicBezTo>
                    <a:pt x="423" y="306"/>
                    <a:pt x="431" y="307"/>
                    <a:pt x="431" y="305"/>
                  </a:cubicBezTo>
                  <a:cubicBezTo>
                    <a:pt x="431" y="303"/>
                    <a:pt x="427" y="302"/>
                    <a:pt x="426" y="301"/>
                  </a:cubicBezTo>
                  <a:cubicBezTo>
                    <a:pt x="424" y="299"/>
                    <a:pt x="421" y="297"/>
                    <a:pt x="420" y="295"/>
                  </a:cubicBezTo>
                  <a:cubicBezTo>
                    <a:pt x="418" y="293"/>
                    <a:pt x="417" y="287"/>
                    <a:pt x="416" y="285"/>
                  </a:cubicBezTo>
                  <a:cubicBezTo>
                    <a:pt x="416" y="282"/>
                    <a:pt x="417" y="277"/>
                    <a:pt x="417" y="275"/>
                  </a:cubicBezTo>
                  <a:cubicBezTo>
                    <a:pt x="416" y="270"/>
                    <a:pt x="408" y="262"/>
                    <a:pt x="408" y="257"/>
                  </a:cubicBezTo>
                  <a:cubicBezTo>
                    <a:pt x="407" y="254"/>
                    <a:pt x="409" y="246"/>
                    <a:pt x="410" y="243"/>
                  </a:cubicBezTo>
                  <a:cubicBezTo>
                    <a:pt x="411" y="239"/>
                    <a:pt x="415" y="232"/>
                    <a:pt x="416" y="229"/>
                  </a:cubicBezTo>
                  <a:cubicBezTo>
                    <a:pt x="418" y="223"/>
                    <a:pt x="420" y="212"/>
                    <a:pt x="420" y="206"/>
                  </a:cubicBezTo>
                  <a:cubicBezTo>
                    <a:pt x="420" y="203"/>
                    <a:pt x="420" y="196"/>
                    <a:pt x="418" y="194"/>
                  </a:cubicBezTo>
                  <a:cubicBezTo>
                    <a:pt x="415" y="191"/>
                    <a:pt x="406" y="189"/>
                    <a:pt x="402" y="187"/>
                  </a:cubicBezTo>
                  <a:cubicBezTo>
                    <a:pt x="400" y="186"/>
                    <a:pt x="396" y="183"/>
                    <a:pt x="394" y="183"/>
                  </a:cubicBezTo>
                  <a:cubicBezTo>
                    <a:pt x="392" y="182"/>
                    <a:pt x="389" y="184"/>
                    <a:pt x="387" y="185"/>
                  </a:cubicBezTo>
                  <a:cubicBezTo>
                    <a:pt x="385" y="185"/>
                    <a:pt x="380" y="186"/>
                    <a:pt x="378" y="185"/>
                  </a:cubicBezTo>
                  <a:cubicBezTo>
                    <a:pt x="376" y="185"/>
                    <a:pt x="373" y="183"/>
                    <a:pt x="372" y="182"/>
                  </a:cubicBezTo>
                  <a:cubicBezTo>
                    <a:pt x="371" y="180"/>
                    <a:pt x="369" y="176"/>
                    <a:pt x="369" y="174"/>
                  </a:cubicBezTo>
                  <a:cubicBezTo>
                    <a:pt x="368" y="172"/>
                    <a:pt x="365" y="166"/>
                    <a:pt x="367" y="165"/>
                  </a:cubicBezTo>
                  <a:cubicBezTo>
                    <a:pt x="369" y="162"/>
                    <a:pt x="377" y="166"/>
                    <a:pt x="380" y="164"/>
                  </a:cubicBezTo>
                  <a:cubicBezTo>
                    <a:pt x="380" y="164"/>
                    <a:pt x="381" y="162"/>
                    <a:pt x="380" y="161"/>
                  </a:cubicBezTo>
                  <a:cubicBezTo>
                    <a:pt x="380" y="159"/>
                    <a:pt x="377" y="156"/>
                    <a:pt x="376" y="155"/>
                  </a:cubicBezTo>
                  <a:cubicBezTo>
                    <a:pt x="374" y="153"/>
                    <a:pt x="369" y="148"/>
                    <a:pt x="366" y="146"/>
                  </a:cubicBezTo>
                  <a:cubicBezTo>
                    <a:pt x="363" y="144"/>
                    <a:pt x="356" y="143"/>
                    <a:pt x="353" y="142"/>
                  </a:cubicBezTo>
                  <a:cubicBezTo>
                    <a:pt x="350" y="141"/>
                    <a:pt x="344" y="138"/>
                    <a:pt x="343" y="135"/>
                  </a:cubicBezTo>
                  <a:cubicBezTo>
                    <a:pt x="341" y="132"/>
                    <a:pt x="344" y="123"/>
                    <a:pt x="342" y="120"/>
                  </a:cubicBezTo>
                  <a:cubicBezTo>
                    <a:pt x="339" y="116"/>
                    <a:pt x="331" y="116"/>
                    <a:pt x="326" y="116"/>
                  </a:cubicBezTo>
                  <a:cubicBezTo>
                    <a:pt x="324" y="116"/>
                    <a:pt x="322" y="117"/>
                    <a:pt x="320" y="117"/>
                  </a:cubicBezTo>
                  <a:cubicBezTo>
                    <a:pt x="317" y="118"/>
                    <a:pt x="313" y="122"/>
                    <a:pt x="311" y="120"/>
                  </a:cubicBezTo>
                  <a:cubicBezTo>
                    <a:pt x="309" y="119"/>
                    <a:pt x="309" y="114"/>
                    <a:pt x="308" y="111"/>
                  </a:cubicBezTo>
                  <a:cubicBezTo>
                    <a:pt x="308" y="110"/>
                    <a:pt x="307" y="108"/>
                    <a:pt x="307" y="106"/>
                  </a:cubicBezTo>
                  <a:cubicBezTo>
                    <a:pt x="307" y="105"/>
                    <a:pt x="307" y="101"/>
                    <a:pt x="308" y="100"/>
                  </a:cubicBezTo>
                  <a:cubicBezTo>
                    <a:pt x="308" y="99"/>
                    <a:pt x="310" y="97"/>
                    <a:pt x="312" y="96"/>
                  </a:cubicBezTo>
                  <a:cubicBezTo>
                    <a:pt x="314" y="96"/>
                    <a:pt x="319" y="96"/>
                    <a:pt x="321" y="96"/>
                  </a:cubicBezTo>
                  <a:cubicBezTo>
                    <a:pt x="325" y="96"/>
                    <a:pt x="335" y="95"/>
                    <a:pt x="337" y="98"/>
                  </a:cubicBezTo>
                  <a:cubicBezTo>
                    <a:pt x="338" y="99"/>
                    <a:pt x="336" y="101"/>
                    <a:pt x="337" y="101"/>
                  </a:cubicBezTo>
                  <a:cubicBezTo>
                    <a:pt x="338" y="103"/>
                    <a:pt x="342" y="106"/>
                    <a:pt x="344" y="106"/>
                  </a:cubicBezTo>
                  <a:cubicBezTo>
                    <a:pt x="349" y="105"/>
                    <a:pt x="354" y="92"/>
                    <a:pt x="357" y="87"/>
                  </a:cubicBezTo>
                  <a:cubicBezTo>
                    <a:pt x="362" y="80"/>
                    <a:pt x="373" y="67"/>
                    <a:pt x="372" y="60"/>
                  </a:cubicBezTo>
                  <a:cubicBezTo>
                    <a:pt x="372" y="59"/>
                    <a:pt x="371" y="57"/>
                    <a:pt x="370" y="56"/>
                  </a:cubicBezTo>
                  <a:cubicBezTo>
                    <a:pt x="368" y="55"/>
                    <a:pt x="363" y="54"/>
                    <a:pt x="360" y="54"/>
                  </a:cubicBezTo>
                  <a:cubicBezTo>
                    <a:pt x="357" y="53"/>
                    <a:pt x="352" y="51"/>
                    <a:pt x="349" y="50"/>
                  </a:cubicBezTo>
                  <a:cubicBezTo>
                    <a:pt x="347" y="49"/>
                    <a:pt x="342" y="47"/>
                    <a:pt x="341" y="45"/>
                  </a:cubicBezTo>
                  <a:cubicBezTo>
                    <a:pt x="340" y="45"/>
                    <a:pt x="341" y="43"/>
                    <a:pt x="341" y="42"/>
                  </a:cubicBezTo>
                  <a:cubicBezTo>
                    <a:pt x="338" y="39"/>
                    <a:pt x="330" y="41"/>
                    <a:pt x="327" y="40"/>
                  </a:cubicBezTo>
                  <a:cubicBezTo>
                    <a:pt x="327" y="40"/>
                    <a:pt x="326" y="40"/>
                    <a:pt x="325" y="40"/>
                  </a:cubicBezTo>
                  <a:cubicBezTo>
                    <a:pt x="324" y="40"/>
                    <a:pt x="324" y="43"/>
                    <a:pt x="323" y="44"/>
                  </a:cubicBezTo>
                  <a:cubicBezTo>
                    <a:pt x="322" y="45"/>
                    <a:pt x="321" y="48"/>
                    <a:pt x="320" y="49"/>
                  </a:cubicBezTo>
                  <a:cubicBezTo>
                    <a:pt x="319" y="50"/>
                    <a:pt x="317" y="51"/>
                    <a:pt x="316" y="51"/>
                  </a:cubicBezTo>
                  <a:cubicBezTo>
                    <a:pt x="315" y="53"/>
                    <a:pt x="312" y="56"/>
                    <a:pt x="311" y="57"/>
                  </a:cubicBezTo>
                  <a:cubicBezTo>
                    <a:pt x="308" y="59"/>
                    <a:pt x="303" y="63"/>
                    <a:pt x="300" y="64"/>
                  </a:cubicBezTo>
                  <a:cubicBezTo>
                    <a:pt x="297" y="65"/>
                    <a:pt x="289" y="64"/>
                    <a:pt x="286" y="63"/>
                  </a:cubicBezTo>
                  <a:cubicBezTo>
                    <a:pt x="282" y="63"/>
                    <a:pt x="274" y="62"/>
                    <a:pt x="270" y="60"/>
                  </a:cubicBezTo>
                  <a:cubicBezTo>
                    <a:pt x="268" y="59"/>
                    <a:pt x="265" y="57"/>
                    <a:pt x="263" y="56"/>
                  </a:cubicBezTo>
                  <a:cubicBezTo>
                    <a:pt x="262" y="55"/>
                    <a:pt x="258" y="54"/>
                    <a:pt x="257" y="53"/>
                  </a:cubicBezTo>
                  <a:cubicBezTo>
                    <a:pt x="255" y="51"/>
                    <a:pt x="252" y="45"/>
                    <a:pt x="250" y="43"/>
                  </a:cubicBezTo>
                  <a:cubicBezTo>
                    <a:pt x="249" y="40"/>
                    <a:pt x="246" y="34"/>
                    <a:pt x="245" y="31"/>
                  </a:cubicBezTo>
                  <a:cubicBezTo>
                    <a:pt x="245" y="29"/>
                    <a:pt x="246" y="26"/>
                    <a:pt x="247" y="24"/>
                  </a:cubicBezTo>
                  <a:cubicBezTo>
                    <a:pt x="248" y="22"/>
                    <a:pt x="254" y="15"/>
                    <a:pt x="254" y="15"/>
                  </a:cubicBezTo>
                  <a:cubicBezTo>
                    <a:pt x="252" y="13"/>
                    <a:pt x="252" y="13"/>
                    <a:pt x="252" y="13"/>
                  </a:cubicBezTo>
                  <a:cubicBezTo>
                    <a:pt x="252" y="13"/>
                    <a:pt x="248" y="9"/>
                    <a:pt x="246" y="8"/>
                  </a:cubicBezTo>
                  <a:cubicBezTo>
                    <a:pt x="245" y="7"/>
                    <a:pt x="243" y="5"/>
                    <a:pt x="241" y="4"/>
                  </a:cubicBezTo>
                  <a:cubicBezTo>
                    <a:pt x="240" y="3"/>
                    <a:pt x="239" y="1"/>
                    <a:pt x="237" y="1"/>
                  </a:cubicBezTo>
                  <a:cubicBezTo>
                    <a:pt x="236" y="0"/>
                    <a:pt x="234" y="0"/>
                    <a:pt x="232" y="0"/>
                  </a:cubicBezTo>
                  <a:cubicBezTo>
                    <a:pt x="230" y="0"/>
                    <a:pt x="227" y="0"/>
                    <a:pt x="224" y="1"/>
                  </a:cubicBezTo>
                  <a:cubicBezTo>
                    <a:pt x="223" y="1"/>
                    <a:pt x="220" y="0"/>
                    <a:pt x="218" y="2"/>
                  </a:cubicBezTo>
                  <a:cubicBezTo>
                    <a:pt x="218" y="2"/>
                    <a:pt x="219" y="4"/>
                    <a:pt x="218" y="5"/>
                  </a:cubicBezTo>
                  <a:cubicBezTo>
                    <a:pt x="218" y="7"/>
                    <a:pt x="218" y="10"/>
                    <a:pt x="218" y="13"/>
                  </a:cubicBezTo>
                  <a:cubicBezTo>
                    <a:pt x="217" y="14"/>
                    <a:pt x="217" y="17"/>
                    <a:pt x="217" y="19"/>
                  </a:cubicBezTo>
                  <a:cubicBezTo>
                    <a:pt x="216" y="20"/>
                    <a:pt x="213" y="22"/>
                    <a:pt x="213" y="23"/>
                  </a:cubicBezTo>
                  <a:cubicBezTo>
                    <a:pt x="212" y="26"/>
                    <a:pt x="211" y="29"/>
                    <a:pt x="212" y="31"/>
                  </a:cubicBezTo>
                  <a:cubicBezTo>
                    <a:pt x="212" y="34"/>
                    <a:pt x="213" y="41"/>
                    <a:pt x="213" y="41"/>
                  </a:cubicBezTo>
                  <a:cubicBezTo>
                    <a:pt x="213" y="41"/>
                    <a:pt x="218" y="43"/>
                    <a:pt x="219" y="45"/>
                  </a:cubicBezTo>
                  <a:cubicBezTo>
                    <a:pt x="221" y="47"/>
                    <a:pt x="221" y="51"/>
                    <a:pt x="221" y="53"/>
                  </a:cubicBezTo>
                  <a:cubicBezTo>
                    <a:pt x="222" y="56"/>
                    <a:pt x="222" y="60"/>
                    <a:pt x="220" y="63"/>
                  </a:cubicBezTo>
                  <a:cubicBezTo>
                    <a:pt x="219" y="65"/>
                    <a:pt x="216" y="67"/>
                    <a:pt x="214" y="68"/>
                  </a:cubicBezTo>
                  <a:cubicBezTo>
                    <a:pt x="212" y="68"/>
                    <a:pt x="211" y="67"/>
                    <a:pt x="210" y="67"/>
                  </a:cubicBezTo>
                  <a:cubicBezTo>
                    <a:pt x="209" y="67"/>
                    <a:pt x="207" y="67"/>
                    <a:pt x="207" y="66"/>
                  </a:cubicBezTo>
                  <a:cubicBezTo>
                    <a:pt x="206" y="65"/>
                    <a:pt x="206" y="62"/>
                    <a:pt x="206" y="61"/>
                  </a:cubicBezTo>
                  <a:cubicBezTo>
                    <a:pt x="205" y="59"/>
                    <a:pt x="206" y="55"/>
                    <a:pt x="204" y="55"/>
                  </a:cubicBezTo>
                  <a:cubicBezTo>
                    <a:pt x="201" y="55"/>
                    <a:pt x="201" y="60"/>
                    <a:pt x="201" y="63"/>
                  </a:cubicBezTo>
                  <a:cubicBezTo>
                    <a:pt x="200" y="65"/>
                    <a:pt x="200" y="68"/>
                    <a:pt x="200" y="70"/>
                  </a:cubicBezTo>
                  <a:cubicBezTo>
                    <a:pt x="200" y="73"/>
                    <a:pt x="200" y="76"/>
                    <a:pt x="201" y="79"/>
                  </a:cubicBezTo>
                  <a:cubicBezTo>
                    <a:pt x="201" y="80"/>
                    <a:pt x="202" y="82"/>
                    <a:pt x="203" y="84"/>
                  </a:cubicBezTo>
                  <a:cubicBezTo>
                    <a:pt x="203" y="86"/>
                    <a:pt x="204" y="90"/>
                    <a:pt x="204" y="93"/>
                  </a:cubicBezTo>
                  <a:cubicBezTo>
                    <a:pt x="204" y="95"/>
                    <a:pt x="204" y="100"/>
                    <a:pt x="203" y="102"/>
                  </a:cubicBezTo>
                  <a:cubicBezTo>
                    <a:pt x="202" y="105"/>
                    <a:pt x="200" y="107"/>
                    <a:pt x="199" y="109"/>
                  </a:cubicBezTo>
                  <a:cubicBezTo>
                    <a:pt x="197" y="112"/>
                    <a:pt x="192" y="116"/>
                    <a:pt x="192" y="116"/>
                  </a:cubicBezTo>
                  <a:cubicBezTo>
                    <a:pt x="192" y="116"/>
                    <a:pt x="185" y="123"/>
                    <a:pt x="183" y="127"/>
                  </a:cubicBezTo>
                  <a:cubicBezTo>
                    <a:pt x="181" y="131"/>
                    <a:pt x="182" y="137"/>
                    <a:pt x="179" y="140"/>
                  </a:cubicBezTo>
                  <a:cubicBezTo>
                    <a:pt x="178" y="142"/>
                    <a:pt x="173" y="142"/>
                    <a:pt x="172" y="144"/>
                  </a:cubicBezTo>
                  <a:cubicBezTo>
                    <a:pt x="171" y="146"/>
                    <a:pt x="173" y="150"/>
                    <a:pt x="173" y="153"/>
                  </a:cubicBezTo>
                  <a:cubicBezTo>
                    <a:pt x="173" y="155"/>
                    <a:pt x="172" y="158"/>
                    <a:pt x="171" y="160"/>
                  </a:cubicBezTo>
                  <a:cubicBezTo>
                    <a:pt x="170" y="161"/>
                    <a:pt x="169" y="163"/>
                    <a:pt x="167" y="164"/>
                  </a:cubicBezTo>
                  <a:cubicBezTo>
                    <a:pt x="166" y="165"/>
                    <a:pt x="164" y="166"/>
                    <a:pt x="163" y="165"/>
                  </a:cubicBezTo>
                  <a:cubicBezTo>
                    <a:pt x="161" y="164"/>
                    <a:pt x="161" y="160"/>
                    <a:pt x="160" y="158"/>
                  </a:cubicBezTo>
                  <a:cubicBezTo>
                    <a:pt x="159" y="155"/>
                    <a:pt x="159" y="152"/>
                    <a:pt x="157" y="150"/>
                  </a:cubicBezTo>
                  <a:cubicBezTo>
                    <a:pt x="156" y="147"/>
                    <a:pt x="153" y="144"/>
                    <a:pt x="150" y="143"/>
                  </a:cubicBezTo>
                  <a:cubicBezTo>
                    <a:pt x="149" y="142"/>
                    <a:pt x="146" y="141"/>
                    <a:pt x="144" y="140"/>
                  </a:cubicBezTo>
                  <a:cubicBezTo>
                    <a:pt x="141" y="139"/>
                    <a:pt x="138" y="138"/>
                    <a:pt x="136" y="137"/>
                  </a:cubicBezTo>
                  <a:cubicBezTo>
                    <a:pt x="133" y="136"/>
                    <a:pt x="130" y="134"/>
                    <a:pt x="127" y="134"/>
                  </a:cubicBezTo>
                  <a:cubicBezTo>
                    <a:pt x="124" y="134"/>
                    <a:pt x="121" y="134"/>
                    <a:pt x="119" y="134"/>
                  </a:cubicBezTo>
                  <a:cubicBezTo>
                    <a:pt x="117" y="134"/>
                    <a:pt x="112" y="133"/>
                    <a:pt x="112" y="133"/>
                  </a:cubicBezTo>
                  <a:cubicBezTo>
                    <a:pt x="112" y="133"/>
                    <a:pt x="110" y="137"/>
                    <a:pt x="108" y="138"/>
                  </a:cubicBezTo>
                  <a:cubicBezTo>
                    <a:pt x="104" y="141"/>
                    <a:pt x="97" y="141"/>
                    <a:pt x="92" y="142"/>
                  </a:cubicBezTo>
                  <a:cubicBezTo>
                    <a:pt x="89" y="143"/>
                    <a:pt x="84" y="144"/>
                    <a:pt x="80" y="145"/>
                  </a:cubicBezTo>
                  <a:cubicBezTo>
                    <a:pt x="76" y="145"/>
                    <a:pt x="70" y="146"/>
                    <a:pt x="66" y="146"/>
                  </a:cubicBezTo>
                  <a:cubicBezTo>
                    <a:pt x="63" y="146"/>
                    <a:pt x="59" y="146"/>
                    <a:pt x="57" y="145"/>
                  </a:cubicBezTo>
                  <a:cubicBezTo>
                    <a:pt x="55" y="144"/>
                    <a:pt x="51" y="142"/>
                    <a:pt x="51" y="142"/>
                  </a:cubicBezTo>
                  <a:cubicBezTo>
                    <a:pt x="51" y="142"/>
                    <a:pt x="46" y="147"/>
                    <a:pt x="46" y="149"/>
                  </a:cubicBezTo>
                  <a:cubicBezTo>
                    <a:pt x="46" y="150"/>
                    <a:pt x="48" y="151"/>
                    <a:pt x="49" y="152"/>
                  </a:cubicBezTo>
                  <a:cubicBezTo>
                    <a:pt x="50" y="155"/>
                    <a:pt x="48" y="162"/>
                    <a:pt x="48" y="165"/>
                  </a:cubicBezTo>
                  <a:cubicBezTo>
                    <a:pt x="46" y="171"/>
                    <a:pt x="43" y="181"/>
                    <a:pt x="39" y="186"/>
                  </a:cubicBezTo>
                  <a:cubicBezTo>
                    <a:pt x="37" y="190"/>
                    <a:pt x="29" y="197"/>
                    <a:pt x="25" y="200"/>
                  </a:cubicBezTo>
                  <a:cubicBezTo>
                    <a:pt x="22" y="203"/>
                    <a:pt x="15" y="207"/>
                    <a:pt x="13" y="210"/>
                  </a:cubicBezTo>
                  <a:cubicBezTo>
                    <a:pt x="12" y="214"/>
                    <a:pt x="14" y="221"/>
                    <a:pt x="13" y="225"/>
                  </a:cubicBezTo>
                  <a:cubicBezTo>
                    <a:pt x="12" y="228"/>
                    <a:pt x="8" y="234"/>
                    <a:pt x="7" y="237"/>
                  </a:cubicBezTo>
                  <a:cubicBezTo>
                    <a:pt x="5" y="242"/>
                    <a:pt x="0" y="253"/>
                    <a:pt x="0" y="259"/>
                  </a:cubicBezTo>
                  <a:cubicBezTo>
                    <a:pt x="0" y="264"/>
                    <a:pt x="3" y="274"/>
                    <a:pt x="6" y="278"/>
                  </a:cubicBezTo>
                  <a:cubicBezTo>
                    <a:pt x="7" y="280"/>
                    <a:pt x="10" y="281"/>
                    <a:pt x="11" y="283"/>
                  </a:cubicBezTo>
                  <a:cubicBezTo>
                    <a:pt x="12" y="284"/>
                    <a:pt x="12" y="287"/>
                    <a:pt x="13" y="289"/>
                  </a:cubicBezTo>
                  <a:cubicBezTo>
                    <a:pt x="13" y="291"/>
                    <a:pt x="14" y="296"/>
                    <a:pt x="15" y="299"/>
                  </a:cubicBezTo>
                  <a:cubicBezTo>
                    <a:pt x="15" y="303"/>
                    <a:pt x="17" y="312"/>
                    <a:pt x="18" y="316"/>
                  </a:cubicBezTo>
                  <a:cubicBezTo>
                    <a:pt x="18" y="317"/>
                    <a:pt x="18" y="319"/>
                    <a:pt x="19" y="320"/>
                  </a:cubicBezTo>
                  <a:cubicBezTo>
                    <a:pt x="20" y="321"/>
                    <a:pt x="24" y="322"/>
                    <a:pt x="26" y="323"/>
                  </a:cubicBezTo>
                  <a:cubicBezTo>
                    <a:pt x="30" y="325"/>
                    <a:pt x="37" y="327"/>
                    <a:pt x="39" y="330"/>
                  </a:cubicBezTo>
                  <a:cubicBezTo>
                    <a:pt x="41" y="333"/>
                    <a:pt x="42" y="339"/>
                    <a:pt x="41" y="341"/>
                  </a:cubicBezTo>
                  <a:cubicBezTo>
                    <a:pt x="41" y="343"/>
                    <a:pt x="39" y="346"/>
                    <a:pt x="39" y="348"/>
                  </a:cubicBezTo>
                  <a:cubicBezTo>
                    <a:pt x="34" y="355"/>
                    <a:pt x="19" y="365"/>
                    <a:pt x="17" y="373"/>
                  </a:cubicBezTo>
                  <a:cubicBezTo>
                    <a:pt x="17" y="375"/>
                    <a:pt x="17" y="379"/>
                    <a:pt x="19" y="381"/>
                  </a:cubicBezTo>
                  <a:cubicBezTo>
                    <a:pt x="23" y="386"/>
                    <a:pt x="40" y="387"/>
                    <a:pt x="43" y="393"/>
                  </a:cubicBezTo>
                  <a:cubicBezTo>
                    <a:pt x="44" y="395"/>
                    <a:pt x="41" y="400"/>
                    <a:pt x="41" y="402"/>
                  </a:cubicBezTo>
                  <a:cubicBezTo>
                    <a:pt x="40" y="409"/>
                    <a:pt x="40" y="423"/>
                    <a:pt x="42" y="430"/>
                  </a:cubicBezTo>
                  <a:cubicBezTo>
                    <a:pt x="43" y="432"/>
                    <a:pt x="47" y="435"/>
                    <a:pt x="48" y="437"/>
                  </a:cubicBezTo>
                  <a:cubicBezTo>
                    <a:pt x="49" y="438"/>
                    <a:pt x="52" y="440"/>
                    <a:pt x="53" y="441"/>
                  </a:cubicBezTo>
                  <a:cubicBezTo>
                    <a:pt x="55" y="442"/>
                    <a:pt x="60" y="444"/>
                    <a:pt x="63" y="443"/>
                  </a:cubicBezTo>
                  <a:cubicBezTo>
                    <a:pt x="65" y="441"/>
                    <a:pt x="67" y="434"/>
                    <a:pt x="70" y="433"/>
                  </a:cubicBezTo>
                  <a:cubicBezTo>
                    <a:pt x="70" y="433"/>
                    <a:pt x="73" y="434"/>
                    <a:pt x="73" y="434"/>
                  </a:cubicBezTo>
                  <a:cubicBezTo>
                    <a:pt x="74" y="437"/>
                    <a:pt x="68" y="442"/>
                    <a:pt x="67" y="445"/>
                  </a:cubicBezTo>
                  <a:cubicBezTo>
                    <a:pt x="65" y="448"/>
                    <a:pt x="62" y="454"/>
                    <a:pt x="61" y="456"/>
                  </a:cubicBezTo>
                  <a:cubicBezTo>
                    <a:pt x="59" y="459"/>
                    <a:pt x="55" y="464"/>
                    <a:pt x="52" y="465"/>
                  </a:cubicBezTo>
                  <a:cubicBezTo>
                    <a:pt x="50" y="467"/>
                    <a:pt x="46" y="469"/>
                    <a:pt x="44" y="469"/>
                  </a:cubicBezTo>
                  <a:cubicBezTo>
                    <a:pt x="41" y="470"/>
                    <a:pt x="34" y="469"/>
                    <a:pt x="32" y="472"/>
                  </a:cubicBezTo>
                  <a:cubicBezTo>
                    <a:pt x="31" y="474"/>
                    <a:pt x="37" y="478"/>
                    <a:pt x="38" y="480"/>
                  </a:cubicBezTo>
                  <a:cubicBezTo>
                    <a:pt x="40" y="483"/>
                    <a:pt x="41" y="488"/>
                    <a:pt x="42" y="491"/>
                  </a:cubicBezTo>
                  <a:cubicBezTo>
                    <a:pt x="43" y="493"/>
                    <a:pt x="43" y="496"/>
                    <a:pt x="44" y="498"/>
                  </a:cubicBezTo>
                  <a:cubicBezTo>
                    <a:pt x="45" y="501"/>
                    <a:pt x="47" y="505"/>
                    <a:pt x="48" y="509"/>
                  </a:cubicBezTo>
                  <a:cubicBezTo>
                    <a:pt x="49" y="512"/>
                    <a:pt x="49" y="519"/>
                    <a:pt x="49" y="519"/>
                  </a:cubicBezTo>
                  <a:cubicBezTo>
                    <a:pt x="49" y="519"/>
                    <a:pt x="50" y="521"/>
                    <a:pt x="50" y="522"/>
                  </a:cubicBezTo>
                  <a:cubicBezTo>
                    <a:pt x="51" y="525"/>
                    <a:pt x="52" y="529"/>
                    <a:pt x="54" y="532"/>
                  </a:cubicBezTo>
                  <a:cubicBezTo>
                    <a:pt x="55" y="535"/>
                    <a:pt x="58" y="539"/>
                    <a:pt x="60" y="542"/>
                  </a:cubicBezTo>
                  <a:cubicBezTo>
                    <a:pt x="62" y="546"/>
                    <a:pt x="62" y="553"/>
                    <a:pt x="66" y="555"/>
                  </a:cubicBezTo>
                  <a:cubicBezTo>
                    <a:pt x="69" y="557"/>
                    <a:pt x="77" y="553"/>
                    <a:pt x="81" y="555"/>
                  </a:cubicBezTo>
                  <a:cubicBezTo>
                    <a:pt x="82" y="555"/>
                    <a:pt x="84" y="558"/>
                    <a:pt x="86" y="559"/>
                  </a:cubicBezTo>
                  <a:cubicBezTo>
                    <a:pt x="89" y="560"/>
                    <a:pt x="96" y="562"/>
                    <a:pt x="99" y="563"/>
                  </a:cubicBezTo>
                  <a:cubicBezTo>
                    <a:pt x="102" y="563"/>
                    <a:pt x="107" y="562"/>
                    <a:pt x="110" y="562"/>
                  </a:cubicBezTo>
                  <a:cubicBezTo>
                    <a:pt x="114" y="562"/>
                    <a:pt x="122" y="562"/>
                    <a:pt x="126" y="561"/>
                  </a:cubicBezTo>
                  <a:cubicBezTo>
                    <a:pt x="129" y="560"/>
                    <a:pt x="135" y="558"/>
                    <a:pt x="137" y="557"/>
                  </a:cubicBezTo>
                  <a:cubicBezTo>
                    <a:pt x="139" y="556"/>
                    <a:pt x="143" y="551"/>
                    <a:pt x="145" y="550"/>
                  </a:cubicBezTo>
                  <a:cubicBezTo>
                    <a:pt x="147" y="549"/>
                    <a:pt x="150" y="548"/>
                    <a:pt x="152" y="547"/>
                  </a:cubicBezTo>
                  <a:cubicBezTo>
                    <a:pt x="155" y="547"/>
                    <a:pt x="161" y="548"/>
                    <a:pt x="164" y="548"/>
                  </a:cubicBezTo>
                  <a:cubicBezTo>
                    <a:pt x="167" y="548"/>
                    <a:pt x="175" y="546"/>
                    <a:pt x="178" y="547"/>
                  </a:cubicBezTo>
                  <a:cubicBezTo>
                    <a:pt x="179" y="548"/>
                    <a:pt x="181" y="550"/>
                    <a:pt x="182" y="551"/>
                  </a:cubicBezTo>
                  <a:cubicBezTo>
                    <a:pt x="183" y="552"/>
                    <a:pt x="184" y="556"/>
                    <a:pt x="186" y="557"/>
                  </a:cubicBezTo>
                  <a:cubicBezTo>
                    <a:pt x="188" y="558"/>
                    <a:pt x="193" y="554"/>
                    <a:pt x="195" y="555"/>
                  </a:cubicBezTo>
                  <a:cubicBezTo>
                    <a:pt x="197" y="557"/>
                    <a:pt x="196" y="563"/>
                    <a:pt x="198" y="564"/>
                  </a:cubicBezTo>
                  <a:cubicBezTo>
                    <a:pt x="200" y="565"/>
                    <a:pt x="202" y="563"/>
                    <a:pt x="203" y="563"/>
                  </a:cubicBezTo>
                  <a:cubicBezTo>
                    <a:pt x="205" y="563"/>
                    <a:pt x="207" y="564"/>
                    <a:pt x="208" y="565"/>
                  </a:cubicBezTo>
                  <a:cubicBezTo>
                    <a:pt x="209" y="566"/>
                    <a:pt x="208" y="570"/>
                    <a:pt x="208" y="572"/>
                  </a:cubicBezTo>
                  <a:cubicBezTo>
                    <a:pt x="209" y="574"/>
                    <a:pt x="210" y="578"/>
                    <a:pt x="210" y="580"/>
                  </a:cubicBezTo>
                  <a:cubicBezTo>
                    <a:pt x="211" y="582"/>
                    <a:pt x="212" y="586"/>
                    <a:pt x="212" y="588"/>
                  </a:cubicBezTo>
                  <a:cubicBezTo>
                    <a:pt x="213" y="590"/>
                    <a:pt x="212" y="593"/>
                    <a:pt x="213" y="595"/>
                  </a:cubicBezTo>
                  <a:cubicBezTo>
                    <a:pt x="213" y="597"/>
                    <a:pt x="215" y="599"/>
                    <a:pt x="216" y="600"/>
                  </a:cubicBezTo>
                  <a:cubicBezTo>
                    <a:pt x="217" y="601"/>
                    <a:pt x="219" y="602"/>
                    <a:pt x="220" y="602"/>
                  </a:cubicBezTo>
                  <a:cubicBezTo>
                    <a:pt x="223" y="603"/>
                    <a:pt x="230" y="603"/>
                    <a:pt x="233" y="603"/>
                  </a:cubicBezTo>
                  <a:cubicBezTo>
                    <a:pt x="234" y="604"/>
                    <a:pt x="235" y="603"/>
                    <a:pt x="236" y="604"/>
                  </a:cubicBezTo>
                  <a:cubicBezTo>
                    <a:pt x="238" y="606"/>
                    <a:pt x="237" y="612"/>
                    <a:pt x="239" y="614"/>
                  </a:cubicBezTo>
                  <a:cubicBezTo>
                    <a:pt x="239" y="615"/>
                    <a:pt x="240" y="617"/>
                    <a:pt x="241" y="617"/>
                  </a:cubicBezTo>
                  <a:cubicBezTo>
                    <a:pt x="244" y="618"/>
                    <a:pt x="250" y="619"/>
                    <a:pt x="252" y="618"/>
                  </a:cubicBezTo>
                  <a:cubicBezTo>
                    <a:pt x="255" y="617"/>
                    <a:pt x="263" y="612"/>
                    <a:pt x="263" y="612"/>
                  </a:cubicBezTo>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0"/>
            <p:cNvSpPr>
              <a:spLocks/>
            </p:cNvSpPr>
            <p:nvPr/>
          </p:nvSpPr>
          <p:spPr bwMode="auto">
            <a:xfrm>
              <a:off x="5133976" y="1598613"/>
              <a:ext cx="103188" cy="109538"/>
            </a:xfrm>
            <a:custGeom>
              <a:avLst/>
              <a:gdLst/>
              <a:ahLst/>
              <a:cxnLst>
                <a:cxn ang="0">
                  <a:pos x="79" y="78"/>
                </a:cxn>
                <a:cxn ang="0">
                  <a:pos x="80" y="84"/>
                </a:cxn>
                <a:cxn ang="0">
                  <a:pos x="70" y="81"/>
                </a:cxn>
                <a:cxn ang="0">
                  <a:pos x="61" y="78"/>
                </a:cxn>
                <a:cxn ang="0">
                  <a:pos x="55" y="73"/>
                </a:cxn>
                <a:cxn ang="0">
                  <a:pos x="48" y="67"/>
                </a:cxn>
                <a:cxn ang="0">
                  <a:pos x="43" y="63"/>
                </a:cxn>
                <a:cxn ang="0">
                  <a:pos x="39" y="60"/>
                </a:cxn>
                <a:cxn ang="0">
                  <a:pos x="31" y="58"/>
                </a:cxn>
                <a:cxn ang="0">
                  <a:pos x="23" y="59"/>
                </a:cxn>
                <a:cxn ang="0">
                  <a:pos x="14" y="59"/>
                </a:cxn>
                <a:cxn ang="0">
                  <a:pos x="17" y="53"/>
                </a:cxn>
                <a:cxn ang="0">
                  <a:pos x="19" y="47"/>
                </a:cxn>
                <a:cxn ang="0">
                  <a:pos x="23" y="41"/>
                </a:cxn>
                <a:cxn ang="0">
                  <a:pos x="24" y="35"/>
                </a:cxn>
                <a:cxn ang="0">
                  <a:pos x="21" y="31"/>
                </a:cxn>
                <a:cxn ang="0">
                  <a:pos x="15" y="28"/>
                </a:cxn>
                <a:cxn ang="0">
                  <a:pos x="9" y="27"/>
                </a:cxn>
                <a:cxn ang="0">
                  <a:pos x="4" y="25"/>
                </a:cxn>
                <a:cxn ang="0">
                  <a:pos x="1" y="21"/>
                </a:cxn>
                <a:cxn ang="0">
                  <a:pos x="2" y="17"/>
                </a:cxn>
                <a:cxn ang="0">
                  <a:pos x="2" y="11"/>
                </a:cxn>
                <a:cxn ang="0">
                  <a:pos x="6" y="8"/>
                </a:cxn>
                <a:cxn ang="0">
                  <a:pos x="12" y="3"/>
                </a:cxn>
                <a:cxn ang="0">
                  <a:pos x="16" y="1"/>
                </a:cxn>
                <a:cxn ang="0">
                  <a:pos x="19" y="0"/>
                </a:cxn>
                <a:cxn ang="0">
                  <a:pos x="25" y="1"/>
                </a:cxn>
                <a:cxn ang="0">
                  <a:pos x="25" y="3"/>
                </a:cxn>
                <a:cxn ang="0">
                  <a:pos x="28" y="9"/>
                </a:cxn>
                <a:cxn ang="0">
                  <a:pos x="32" y="11"/>
                </a:cxn>
                <a:cxn ang="0">
                  <a:pos x="38" y="14"/>
                </a:cxn>
                <a:cxn ang="0">
                  <a:pos x="47" y="17"/>
                </a:cxn>
                <a:cxn ang="0">
                  <a:pos x="51" y="18"/>
                </a:cxn>
                <a:cxn ang="0">
                  <a:pos x="59" y="21"/>
                </a:cxn>
                <a:cxn ang="0">
                  <a:pos x="67" y="26"/>
                </a:cxn>
                <a:cxn ang="0">
                  <a:pos x="72" y="30"/>
                </a:cxn>
                <a:cxn ang="0">
                  <a:pos x="74" y="35"/>
                </a:cxn>
                <a:cxn ang="0">
                  <a:pos x="71" y="37"/>
                </a:cxn>
                <a:cxn ang="0">
                  <a:pos x="67" y="38"/>
                </a:cxn>
                <a:cxn ang="0">
                  <a:pos x="62" y="37"/>
                </a:cxn>
                <a:cxn ang="0">
                  <a:pos x="58" y="41"/>
                </a:cxn>
                <a:cxn ang="0">
                  <a:pos x="58" y="47"/>
                </a:cxn>
                <a:cxn ang="0">
                  <a:pos x="65" y="55"/>
                </a:cxn>
                <a:cxn ang="0">
                  <a:pos x="69" y="65"/>
                </a:cxn>
                <a:cxn ang="0">
                  <a:pos x="71" y="68"/>
                </a:cxn>
                <a:cxn ang="0">
                  <a:pos x="76" y="73"/>
                </a:cxn>
                <a:cxn ang="0">
                  <a:pos x="79" y="78"/>
                </a:cxn>
              </a:cxnLst>
              <a:rect l="0" t="0" r="r" b="b"/>
              <a:pathLst>
                <a:path w="80" h="84">
                  <a:moveTo>
                    <a:pt x="79" y="78"/>
                  </a:moveTo>
                  <a:cubicBezTo>
                    <a:pt x="80" y="80"/>
                    <a:pt x="80" y="84"/>
                    <a:pt x="80" y="84"/>
                  </a:cubicBezTo>
                  <a:cubicBezTo>
                    <a:pt x="80" y="84"/>
                    <a:pt x="73" y="82"/>
                    <a:pt x="70" y="81"/>
                  </a:cubicBezTo>
                  <a:cubicBezTo>
                    <a:pt x="67" y="80"/>
                    <a:pt x="63" y="80"/>
                    <a:pt x="61" y="78"/>
                  </a:cubicBezTo>
                  <a:cubicBezTo>
                    <a:pt x="59" y="77"/>
                    <a:pt x="57" y="75"/>
                    <a:pt x="55" y="73"/>
                  </a:cubicBezTo>
                  <a:cubicBezTo>
                    <a:pt x="53" y="72"/>
                    <a:pt x="50" y="69"/>
                    <a:pt x="48" y="67"/>
                  </a:cubicBezTo>
                  <a:cubicBezTo>
                    <a:pt x="47" y="66"/>
                    <a:pt x="45" y="65"/>
                    <a:pt x="43" y="63"/>
                  </a:cubicBezTo>
                  <a:cubicBezTo>
                    <a:pt x="42" y="63"/>
                    <a:pt x="41" y="61"/>
                    <a:pt x="39" y="60"/>
                  </a:cubicBezTo>
                  <a:cubicBezTo>
                    <a:pt x="37" y="59"/>
                    <a:pt x="34" y="59"/>
                    <a:pt x="31" y="58"/>
                  </a:cubicBezTo>
                  <a:cubicBezTo>
                    <a:pt x="29" y="58"/>
                    <a:pt x="26" y="59"/>
                    <a:pt x="23" y="59"/>
                  </a:cubicBezTo>
                  <a:cubicBezTo>
                    <a:pt x="21" y="60"/>
                    <a:pt x="14" y="59"/>
                    <a:pt x="14" y="59"/>
                  </a:cubicBezTo>
                  <a:cubicBezTo>
                    <a:pt x="14" y="59"/>
                    <a:pt x="16" y="55"/>
                    <a:pt x="17" y="53"/>
                  </a:cubicBezTo>
                  <a:cubicBezTo>
                    <a:pt x="17" y="52"/>
                    <a:pt x="18" y="49"/>
                    <a:pt x="19" y="47"/>
                  </a:cubicBezTo>
                  <a:cubicBezTo>
                    <a:pt x="20" y="46"/>
                    <a:pt x="22" y="42"/>
                    <a:pt x="23" y="41"/>
                  </a:cubicBezTo>
                  <a:cubicBezTo>
                    <a:pt x="23" y="39"/>
                    <a:pt x="24" y="37"/>
                    <a:pt x="24" y="35"/>
                  </a:cubicBezTo>
                  <a:cubicBezTo>
                    <a:pt x="24" y="34"/>
                    <a:pt x="22" y="32"/>
                    <a:pt x="21" y="31"/>
                  </a:cubicBezTo>
                  <a:cubicBezTo>
                    <a:pt x="19" y="30"/>
                    <a:pt x="17" y="29"/>
                    <a:pt x="15" y="28"/>
                  </a:cubicBezTo>
                  <a:cubicBezTo>
                    <a:pt x="14" y="27"/>
                    <a:pt x="11" y="27"/>
                    <a:pt x="9" y="27"/>
                  </a:cubicBezTo>
                  <a:cubicBezTo>
                    <a:pt x="8" y="27"/>
                    <a:pt x="5" y="26"/>
                    <a:pt x="4" y="25"/>
                  </a:cubicBezTo>
                  <a:cubicBezTo>
                    <a:pt x="3" y="24"/>
                    <a:pt x="1" y="22"/>
                    <a:pt x="1" y="21"/>
                  </a:cubicBezTo>
                  <a:cubicBezTo>
                    <a:pt x="0" y="20"/>
                    <a:pt x="2" y="18"/>
                    <a:pt x="2" y="17"/>
                  </a:cubicBezTo>
                  <a:cubicBezTo>
                    <a:pt x="2" y="15"/>
                    <a:pt x="1" y="12"/>
                    <a:pt x="2" y="11"/>
                  </a:cubicBezTo>
                  <a:cubicBezTo>
                    <a:pt x="2" y="10"/>
                    <a:pt x="5" y="9"/>
                    <a:pt x="6" y="8"/>
                  </a:cubicBezTo>
                  <a:cubicBezTo>
                    <a:pt x="8" y="7"/>
                    <a:pt x="10" y="4"/>
                    <a:pt x="12" y="3"/>
                  </a:cubicBezTo>
                  <a:cubicBezTo>
                    <a:pt x="13" y="3"/>
                    <a:pt x="15" y="1"/>
                    <a:pt x="16" y="1"/>
                  </a:cubicBezTo>
                  <a:cubicBezTo>
                    <a:pt x="17" y="0"/>
                    <a:pt x="19" y="0"/>
                    <a:pt x="19" y="0"/>
                  </a:cubicBezTo>
                  <a:cubicBezTo>
                    <a:pt x="21" y="0"/>
                    <a:pt x="24" y="0"/>
                    <a:pt x="25" y="1"/>
                  </a:cubicBezTo>
                  <a:cubicBezTo>
                    <a:pt x="25" y="1"/>
                    <a:pt x="25" y="3"/>
                    <a:pt x="25" y="3"/>
                  </a:cubicBezTo>
                  <a:cubicBezTo>
                    <a:pt x="26" y="5"/>
                    <a:pt x="27" y="8"/>
                    <a:pt x="28" y="9"/>
                  </a:cubicBezTo>
                  <a:cubicBezTo>
                    <a:pt x="29" y="10"/>
                    <a:pt x="31" y="10"/>
                    <a:pt x="32" y="11"/>
                  </a:cubicBezTo>
                  <a:cubicBezTo>
                    <a:pt x="33" y="11"/>
                    <a:pt x="36" y="13"/>
                    <a:pt x="38" y="14"/>
                  </a:cubicBezTo>
                  <a:cubicBezTo>
                    <a:pt x="40" y="15"/>
                    <a:pt x="44" y="16"/>
                    <a:pt x="47" y="17"/>
                  </a:cubicBezTo>
                  <a:cubicBezTo>
                    <a:pt x="48" y="17"/>
                    <a:pt x="50" y="18"/>
                    <a:pt x="51" y="18"/>
                  </a:cubicBezTo>
                  <a:cubicBezTo>
                    <a:pt x="53" y="19"/>
                    <a:pt x="57" y="20"/>
                    <a:pt x="59" y="21"/>
                  </a:cubicBezTo>
                  <a:cubicBezTo>
                    <a:pt x="61" y="22"/>
                    <a:pt x="65" y="25"/>
                    <a:pt x="67" y="26"/>
                  </a:cubicBezTo>
                  <a:cubicBezTo>
                    <a:pt x="68" y="27"/>
                    <a:pt x="71" y="28"/>
                    <a:pt x="72" y="30"/>
                  </a:cubicBezTo>
                  <a:cubicBezTo>
                    <a:pt x="73" y="31"/>
                    <a:pt x="74" y="34"/>
                    <a:pt x="74" y="35"/>
                  </a:cubicBezTo>
                  <a:cubicBezTo>
                    <a:pt x="74" y="36"/>
                    <a:pt x="72" y="37"/>
                    <a:pt x="71" y="37"/>
                  </a:cubicBezTo>
                  <a:cubicBezTo>
                    <a:pt x="70" y="37"/>
                    <a:pt x="68" y="38"/>
                    <a:pt x="67" y="38"/>
                  </a:cubicBezTo>
                  <a:cubicBezTo>
                    <a:pt x="66" y="38"/>
                    <a:pt x="64" y="37"/>
                    <a:pt x="62" y="37"/>
                  </a:cubicBezTo>
                  <a:cubicBezTo>
                    <a:pt x="61" y="37"/>
                    <a:pt x="59" y="40"/>
                    <a:pt x="58" y="41"/>
                  </a:cubicBezTo>
                  <a:cubicBezTo>
                    <a:pt x="58" y="43"/>
                    <a:pt x="58" y="46"/>
                    <a:pt x="58" y="47"/>
                  </a:cubicBezTo>
                  <a:cubicBezTo>
                    <a:pt x="59" y="50"/>
                    <a:pt x="64" y="53"/>
                    <a:pt x="65" y="55"/>
                  </a:cubicBezTo>
                  <a:cubicBezTo>
                    <a:pt x="66" y="57"/>
                    <a:pt x="68" y="62"/>
                    <a:pt x="69" y="65"/>
                  </a:cubicBezTo>
                  <a:cubicBezTo>
                    <a:pt x="70" y="66"/>
                    <a:pt x="71" y="67"/>
                    <a:pt x="71" y="68"/>
                  </a:cubicBezTo>
                  <a:cubicBezTo>
                    <a:pt x="72" y="69"/>
                    <a:pt x="75" y="72"/>
                    <a:pt x="76" y="73"/>
                  </a:cubicBezTo>
                  <a:cubicBezTo>
                    <a:pt x="77" y="74"/>
                    <a:pt x="79" y="77"/>
                    <a:pt x="79" y="7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41"/>
            <p:cNvSpPr>
              <a:spLocks/>
            </p:cNvSpPr>
            <p:nvPr/>
          </p:nvSpPr>
          <p:spPr bwMode="auto">
            <a:xfrm>
              <a:off x="4811713" y="1739901"/>
              <a:ext cx="131763" cy="120650"/>
            </a:xfrm>
            <a:custGeom>
              <a:avLst/>
              <a:gdLst/>
              <a:ahLst/>
              <a:cxnLst>
                <a:cxn ang="0">
                  <a:pos x="98" y="42"/>
                </a:cxn>
                <a:cxn ang="0">
                  <a:pos x="102" y="42"/>
                </a:cxn>
                <a:cxn ang="0">
                  <a:pos x="93" y="53"/>
                </a:cxn>
                <a:cxn ang="0">
                  <a:pos x="89" y="66"/>
                </a:cxn>
                <a:cxn ang="0">
                  <a:pos x="82" y="70"/>
                </a:cxn>
                <a:cxn ang="0">
                  <a:pos x="83" y="79"/>
                </a:cxn>
                <a:cxn ang="0">
                  <a:pos x="81" y="86"/>
                </a:cxn>
                <a:cxn ang="0">
                  <a:pos x="77" y="90"/>
                </a:cxn>
                <a:cxn ang="0">
                  <a:pos x="73" y="91"/>
                </a:cxn>
                <a:cxn ang="0">
                  <a:pos x="70" y="84"/>
                </a:cxn>
                <a:cxn ang="0">
                  <a:pos x="67" y="76"/>
                </a:cxn>
                <a:cxn ang="0">
                  <a:pos x="60" y="69"/>
                </a:cxn>
                <a:cxn ang="0">
                  <a:pos x="54" y="66"/>
                </a:cxn>
                <a:cxn ang="0">
                  <a:pos x="46" y="63"/>
                </a:cxn>
                <a:cxn ang="0">
                  <a:pos x="37" y="60"/>
                </a:cxn>
                <a:cxn ang="0">
                  <a:pos x="29" y="60"/>
                </a:cxn>
                <a:cxn ang="0">
                  <a:pos x="22" y="59"/>
                </a:cxn>
                <a:cxn ang="0">
                  <a:pos x="24" y="51"/>
                </a:cxn>
                <a:cxn ang="0">
                  <a:pos x="14" y="52"/>
                </a:cxn>
                <a:cxn ang="0">
                  <a:pos x="4" y="49"/>
                </a:cxn>
                <a:cxn ang="0">
                  <a:pos x="0" y="45"/>
                </a:cxn>
                <a:cxn ang="0">
                  <a:pos x="3" y="37"/>
                </a:cxn>
                <a:cxn ang="0">
                  <a:pos x="4" y="30"/>
                </a:cxn>
                <a:cxn ang="0">
                  <a:pos x="8" y="22"/>
                </a:cxn>
                <a:cxn ang="0">
                  <a:pos x="16" y="17"/>
                </a:cxn>
                <a:cxn ang="0">
                  <a:pos x="23" y="13"/>
                </a:cxn>
                <a:cxn ang="0">
                  <a:pos x="32" y="8"/>
                </a:cxn>
                <a:cxn ang="0">
                  <a:pos x="44" y="2"/>
                </a:cxn>
                <a:cxn ang="0">
                  <a:pos x="54" y="1"/>
                </a:cxn>
                <a:cxn ang="0">
                  <a:pos x="59" y="6"/>
                </a:cxn>
                <a:cxn ang="0">
                  <a:pos x="66" y="11"/>
                </a:cxn>
                <a:cxn ang="0">
                  <a:pos x="73" y="13"/>
                </a:cxn>
                <a:cxn ang="0">
                  <a:pos x="80" y="17"/>
                </a:cxn>
                <a:cxn ang="0">
                  <a:pos x="84" y="23"/>
                </a:cxn>
                <a:cxn ang="0">
                  <a:pos x="86" y="29"/>
                </a:cxn>
                <a:cxn ang="0">
                  <a:pos x="83" y="34"/>
                </a:cxn>
                <a:cxn ang="0">
                  <a:pos x="86" y="38"/>
                </a:cxn>
                <a:cxn ang="0">
                  <a:pos x="93" y="41"/>
                </a:cxn>
                <a:cxn ang="0">
                  <a:pos x="98" y="42"/>
                </a:cxn>
              </a:cxnLst>
              <a:rect l="0" t="0" r="r" b="b"/>
              <a:pathLst>
                <a:path w="102" h="92">
                  <a:moveTo>
                    <a:pt x="98" y="42"/>
                  </a:moveTo>
                  <a:cubicBezTo>
                    <a:pt x="99" y="42"/>
                    <a:pt x="102" y="42"/>
                    <a:pt x="102" y="42"/>
                  </a:cubicBezTo>
                  <a:cubicBezTo>
                    <a:pt x="102" y="42"/>
                    <a:pt x="95" y="49"/>
                    <a:pt x="93" y="53"/>
                  </a:cubicBezTo>
                  <a:cubicBezTo>
                    <a:pt x="91" y="57"/>
                    <a:pt x="92" y="63"/>
                    <a:pt x="89" y="66"/>
                  </a:cubicBezTo>
                  <a:cubicBezTo>
                    <a:pt x="88" y="68"/>
                    <a:pt x="83" y="68"/>
                    <a:pt x="82" y="70"/>
                  </a:cubicBezTo>
                  <a:cubicBezTo>
                    <a:pt x="81" y="72"/>
                    <a:pt x="83" y="76"/>
                    <a:pt x="83" y="79"/>
                  </a:cubicBezTo>
                  <a:cubicBezTo>
                    <a:pt x="83" y="81"/>
                    <a:pt x="82" y="84"/>
                    <a:pt x="81" y="86"/>
                  </a:cubicBezTo>
                  <a:cubicBezTo>
                    <a:pt x="80" y="87"/>
                    <a:pt x="79" y="89"/>
                    <a:pt x="77" y="90"/>
                  </a:cubicBezTo>
                  <a:cubicBezTo>
                    <a:pt x="76" y="91"/>
                    <a:pt x="74" y="92"/>
                    <a:pt x="73" y="91"/>
                  </a:cubicBezTo>
                  <a:cubicBezTo>
                    <a:pt x="71" y="90"/>
                    <a:pt x="71" y="86"/>
                    <a:pt x="70" y="84"/>
                  </a:cubicBezTo>
                  <a:cubicBezTo>
                    <a:pt x="69" y="81"/>
                    <a:pt x="69" y="78"/>
                    <a:pt x="67" y="76"/>
                  </a:cubicBezTo>
                  <a:cubicBezTo>
                    <a:pt x="66" y="73"/>
                    <a:pt x="63" y="70"/>
                    <a:pt x="60" y="69"/>
                  </a:cubicBezTo>
                  <a:cubicBezTo>
                    <a:pt x="59" y="68"/>
                    <a:pt x="56" y="67"/>
                    <a:pt x="54" y="66"/>
                  </a:cubicBezTo>
                  <a:cubicBezTo>
                    <a:pt x="51" y="65"/>
                    <a:pt x="48" y="64"/>
                    <a:pt x="46" y="63"/>
                  </a:cubicBezTo>
                  <a:cubicBezTo>
                    <a:pt x="43" y="62"/>
                    <a:pt x="40" y="60"/>
                    <a:pt x="37" y="60"/>
                  </a:cubicBezTo>
                  <a:cubicBezTo>
                    <a:pt x="34" y="60"/>
                    <a:pt x="31" y="60"/>
                    <a:pt x="29" y="60"/>
                  </a:cubicBezTo>
                  <a:cubicBezTo>
                    <a:pt x="27" y="60"/>
                    <a:pt x="22" y="59"/>
                    <a:pt x="22" y="59"/>
                  </a:cubicBezTo>
                  <a:cubicBezTo>
                    <a:pt x="22" y="59"/>
                    <a:pt x="25" y="52"/>
                    <a:pt x="24" y="51"/>
                  </a:cubicBezTo>
                  <a:cubicBezTo>
                    <a:pt x="22" y="49"/>
                    <a:pt x="17" y="52"/>
                    <a:pt x="14" y="52"/>
                  </a:cubicBezTo>
                  <a:cubicBezTo>
                    <a:pt x="12" y="52"/>
                    <a:pt x="6" y="51"/>
                    <a:pt x="4" y="49"/>
                  </a:cubicBezTo>
                  <a:cubicBezTo>
                    <a:pt x="3" y="49"/>
                    <a:pt x="1" y="46"/>
                    <a:pt x="0" y="45"/>
                  </a:cubicBezTo>
                  <a:cubicBezTo>
                    <a:pt x="0" y="43"/>
                    <a:pt x="2" y="39"/>
                    <a:pt x="3" y="37"/>
                  </a:cubicBezTo>
                  <a:cubicBezTo>
                    <a:pt x="3" y="35"/>
                    <a:pt x="3" y="32"/>
                    <a:pt x="4" y="30"/>
                  </a:cubicBezTo>
                  <a:cubicBezTo>
                    <a:pt x="5" y="28"/>
                    <a:pt x="6" y="24"/>
                    <a:pt x="8" y="22"/>
                  </a:cubicBezTo>
                  <a:cubicBezTo>
                    <a:pt x="9" y="20"/>
                    <a:pt x="14" y="18"/>
                    <a:pt x="16" y="17"/>
                  </a:cubicBezTo>
                  <a:cubicBezTo>
                    <a:pt x="18" y="16"/>
                    <a:pt x="21" y="14"/>
                    <a:pt x="23" y="13"/>
                  </a:cubicBezTo>
                  <a:cubicBezTo>
                    <a:pt x="25" y="12"/>
                    <a:pt x="30" y="9"/>
                    <a:pt x="32" y="8"/>
                  </a:cubicBezTo>
                  <a:cubicBezTo>
                    <a:pt x="35" y="6"/>
                    <a:pt x="41" y="3"/>
                    <a:pt x="44" y="2"/>
                  </a:cubicBezTo>
                  <a:cubicBezTo>
                    <a:pt x="46" y="1"/>
                    <a:pt x="51" y="0"/>
                    <a:pt x="54" y="1"/>
                  </a:cubicBezTo>
                  <a:cubicBezTo>
                    <a:pt x="55" y="2"/>
                    <a:pt x="58" y="5"/>
                    <a:pt x="59" y="6"/>
                  </a:cubicBezTo>
                  <a:cubicBezTo>
                    <a:pt x="61" y="7"/>
                    <a:pt x="64" y="10"/>
                    <a:pt x="66" y="11"/>
                  </a:cubicBezTo>
                  <a:cubicBezTo>
                    <a:pt x="68" y="12"/>
                    <a:pt x="71" y="12"/>
                    <a:pt x="73" y="13"/>
                  </a:cubicBezTo>
                  <a:cubicBezTo>
                    <a:pt x="75" y="14"/>
                    <a:pt x="79" y="15"/>
                    <a:pt x="80" y="17"/>
                  </a:cubicBezTo>
                  <a:cubicBezTo>
                    <a:pt x="82" y="18"/>
                    <a:pt x="83" y="21"/>
                    <a:pt x="84" y="23"/>
                  </a:cubicBezTo>
                  <a:cubicBezTo>
                    <a:pt x="85" y="24"/>
                    <a:pt x="86" y="27"/>
                    <a:pt x="86" y="29"/>
                  </a:cubicBezTo>
                  <a:cubicBezTo>
                    <a:pt x="86" y="30"/>
                    <a:pt x="83" y="32"/>
                    <a:pt x="83" y="34"/>
                  </a:cubicBezTo>
                  <a:cubicBezTo>
                    <a:pt x="83" y="35"/>
                    <a:pt x="85" y="37"/>
                    <a:pt x="86" y="38"/>
                  </a:cubicBezTo>
                  <a:cubicBezTo>
                    <a:pt x="88" y="39"/>
                    <a:pt x="91" y="41"/>
                    <a:pt x="93" y="41"/>
                  </a:cubicBezTo>
                  <a:cubicBezTo>
                    <a:pt x="94" y="42"/>
                    <a:pt x="97" y="42"/>
                    <a:pt x="98" y="4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42"/>
            <p:cNvSpPr>
              <a:spLocks/>
            </p:cNvSpPr>
            <p:nvPr/>
          </p:nvSpPr>
          <p:spPr bwMode="auto">
            <a:xfrm>
              <a:off x="4767263" y="1485901"/>
              <a:ext cx="319088" cy="241300"/>
            </a:xfrm>
            <a:custGeom>
              <a:avLst/>
              <a:gdLst/>
              <a:ahLst/>
              <a:cxnLst>
                <a:cxn ang="0">
                  <a:pos x="245" y="110"/>
                </a:cxn>
                <a:cxn ang="0">
                  <a:pos x="234" y="110"/>
                </a:cxn>
                <a:cxn ang="0">
                  <a:pos x="226" y="102"/>
                </a:cxn>
                <a:cxn ang="0">
                  <a:pos x="209" y="102"/>
                </a:cxn>
                <a:cxn ang="0">
                  <a:pos x="199" y="106"/>
                </a:cxn>
                <a:cxn ang="0">
                  <a:pos x="196" y="117"/>
                </a:cxn>
                <a:cxn ang="0">
                  <a:pos x="194" y="130"/>
                </a:cxn>
                <a:cxn ang="0">
                  <a:pos x="190" y="130"/>
                </a:cxn>
                <a:cxn ang="0">
                  <a:pos x="181" y="123"/>
                </a:cxn>
                <a:cxn ang="0">
                  <a:pos x="168" y="123"/>
                </a:cxn>
                <a:cxn ang="0">
                  <a:pos x="163" y="127"/>
                </a:cxn>
                <a:cxn ang="0">
                  <a:pos x="161" y="141"/>
                </a:cxn>
                <a:cxn ang="0">
                  <a:pos x="156" y="153"/>
                </a:cxn>
                <a:cxn ang="0">
                  <a:pos x="152" y="157"/>
                </a:cxn>
                <a:cxn ang="0">
                  <a:pos x="144" y="151"/>
                </a:cxn>
                <a:cxn ang="0">
                  <a:pos x="135" y="150"/>
                </a:cxn>
                <a:cxn ang="0">
                  <a:pos x="120" y="152"/>
                </a:cxn>
                <a:cxn ang="0">
                  <a:pos x="102" y="154"/>
                </a:cxn>
                <a:cxn ang="0">
                  <a:pos x="96" y="159"/>
                </a:cxn>
                <a:cxn ang="0">
                  <a:pos x="87" y="165"/>
                </a:cxn>
                <a:cxn ang="0">
                  <a:pos x="87" y="175"/>
                </a:cxn>
                <a:cxn ang="0">
                  <a:pos x="64" y="176"/>
                </a:cxn>
                <a:cxn ang="0">
                  <a:pos x="49" y="183"/>
                </a:cxn>
                <a:cxn ang="0">
                  <a:pos x="44" y="184"/>
                </a:cxn>
                <a:cxn ang="0">
                  <a:pos x="44" y="175"/>
                </a:cxn>
                <a:cxn ang="0">
                  <a:pos x="40" y="166"/>
                </a:cxn>
                <a:cxn ang="0">
                  <a:pos x="20" y="166"/>
                </a:cxn>
                <a:cxn ang="0">
                  <a:pos x="7" y="155"/>
                </a:cxn>
                <a:cxn ang="0">
                  <a:pos x="2" y="145"/>
                </a:cxn>
                <a:cxn ang="0">
                  <a:pos x="8" y="130"/>
                </a:cxn>
                <a:cxn ang="0">
                  <a:pos x="9" y="111"/>
                </a:cxn>
                <a:cxn ang="0">
                  <a:pos x="24" y="97"/>
                </a:cxn>
                <a:cxn ang="0">
                  <a:pos x="34" y="84"/>
                </a:cxn>
                <a:cxn ang="0">
                  <a:pos x="40" y="67"/>
                </a:cxn>
                <a:cxn ang="0">
                  <a:pos x="49" y="53"/>
                </a:cxn>
                <a:cxn ang="0">
                  <a:pos x="62" y="43"/>
                </a:cxn>
                <a:cxn ang="0">
                  <a:pos x="79" y="36"/>
                </a:cxn>
                <a:cxn ang="0">
                  <a:pos x="92" y="35"/>
                </a:cxn>
                <a:cxn ang="0">
                  <a:pos x="105" y="28"/>
                </a:cxn>
                <a:cxn ang="0">
                  <a:pos x="121" y="29"/>
                </a:cxn>
                <a:cxn ang="0">
                  <a:pos x="124" y="18"/>
                </a:cxn>
                <a:cxn ang="0">
                  <a:pos x="119" y="9"/>
                </a:cxn>
                <a:cxn ang="0">
                  <a:pos x="125" y="0"/>
                </a:cxn>
                <a:cxn ang="0">
                  <a:pos x="147" y="3"/>
                </a:cxn>
                <a:cxn ang="0">
                  <a:pos x="165" y="11"/>
                </a:cxn>
                <a:cxn ang="0">
                  <a:pos x="163" y="22"/>
                </a:cxn>
                <a:cxn ang="0">
                  <a:pos x="165" y="36"/>
                </a:cxn>
                <a:cxn ang="0">
                  <a:pos x="173" y="49"/>
                </a:cxn>
                <a:cxn ang="0">
                  <a:pos x="184" y="47"/>
                </a:cxn>
                <a:cxn ang="0">
                  <a:pos x="184" y="23"/>
                </a:cxn>
                <a:cxn ang="0">
                  <a:pos x="184" y="11"/>
                </a:cxn>
                <a:cxn ang="0">
                  <a:pos x="198" y="23"/>
                </a:cxn>
                <a:cxn ang="0">
                  <a:pos x="208" y="33"/>
                </a:cxn>
                <a:cxn ang="0">
                  <a:pos x="210" y="43"/>
                </a:cxn>
                <a:cxn ang="0">
                  <a:pos x="210" y="58"/>
                </a:cxn>
                <a:cxn ang="0">
                  <a:pos x="219" y="54"/>
                </a:cxn>
                <a:cxn ang="0">
                  <a:pos x="233" y="50"/>
                </a:cxn>
                <a:cxn ang="0">
                  <a:pos x="245" y="64"/>
                </a:cxn>
                <a:cxn ang="0">
                  <a:pos x="236" y="75"/>
                </a:cxn>
                <a:cxn ang="0">
                  <a:pos x="234" y="90"/>
                </a:cxn>
                <a:cxn ang="0">
                  <a:pos x="246" y="103"/>
                </a:cxn>
              </a:cxnLst>
              <a:rect l="0" t="0" r="r" b="b"/>
              <a:pathLst>
                <a:path w="246" h="186">
                  <a:moveTo>
                    <a:pt x="246" y="103"/>
                  </a:moveTo>
                  <a:cubicBezTo>
                    <a:pt x="246" y="105"/>
                    <a:pt x="246" y="109"/>
                    <a:pt x="245" y="110"/>
                  </a:cubicBezTo>
                  <a:cubicBezTo>
                    <a:pt x="244" y="111"/>
                    <a:pt x="241" y="111"/>
                    <a:pt x="239" y="111"/>
                  </a:cubicBezTo>
                  <a:cubicBezTo>
                    <a:pt x="238" y="111"/>
                    <a:pt x="235" y="111"/>
                    <a:pt x="234" y="110"/>
                  </a:cubicBezTo>
                  <a:cubicBezTo>
                    <a:pt x="232" y="109"/>
                    <a:pt x="231" y="106"/>
                    <a:pt x="230" y="105"/>
                  </a:cubicBezTo>
                  <a:cubicBezTo>
                    <a:pt x="229" y="104"/>
                    <a:pt x="227" y="103"/>
                    <a:pt x="226" y="102"/>
                  </a:cubicBezTo>
                  <a:cubicBezTo>
                    <a:pt x="224" y="102"/>
                    <a:pt x="219" y="101"/>
                    <a:pt x="216" y="101"/>
                  </a:cubicBezTo>
                  <a:cubicBezTo>
                    <a:pt x="214" y="101"/>
                    <a:pt x="211" y="102"/>
                    <a:pt x="209" y="102"/>
                  </a:cubicBezTo>
                  <a:cubicBezTo>
                    <a:pt x="207" y="102"/>
                    <a:pt x="203" y="102"/>
                    <a:pt x="202" y="103"/>
                  </a:cubicBezTo>
                  <a:cubicBezTo>
                    <a:pt x="201" y="103"/>
                    <a:pt x="200" y="105"/>
                    <a:pt x="199" y="106"/>
                  </a:cubicBezTo>
                  <a:cubicBezTo>
                    <a:pt x="198" y="107"/>
                    <a:pt x="195" y="110"/>
                    <a:pt x="195" y="111"/>
                  </a:cubicBezTo>
                  <a:cubicBezTo>
                    <a:pt x="195" y="113"/>
                    <a:pt x="196" y="116"/>
                    <a:pt x="196" y="117"/>
                  </a:cubicBezTo>
                  <a:cubicBezTo>
                    <a:pt x="196" y="119"/>
                    <a:pt x="195" y="122"/>
                    <a:pt x="195" y="124"/>
                  </a:cubicBezTo>
                  <a:cubicBezTo>
                    <a:pt x="194" y="125"/>
                    <a:pt x="193" y="128"/>
                    <a:pt x="194" y="130"/>
                  </a:cubicBezTo>
                  <a:cubicBezTo>
                    <a:pt x="194" y="131"/>
                    <a:pt x="196" y="135"/>
                    <a:pt x="196" y="135"/>
                  </a:cubicBezTo>
                  <a:cubicBezTo>
                    <a:pt x="196" y="135"/>
                    <a:pt x="192" y="131"/>
                    <a:pt x="190" y="130"/>
                  </a:cubicBezTo>
                  <a:cubicBezTo>
                    <a:pt x="189" y="129"/>
                    <a:pt x="187" y="127"/>
                    <a:pt x="185" y="126"/>
                  </a:cubicBezTo>
                  <a:cubicBezTo>
                    <a:pt x="184" y="125"/>
                    <a:pt x="183" y="123"/>
                    <a:pt x="181" y="123"/>
                  </a:cubicBezTo>
                  <a:cubicBezTo>
                    <a:pt x="180" y="122"/>
                    <a:pt x="178" y="122"/>
                    <a:pt x="176" y="122"/>
                  </a:cubicBezTo>
                  <a:cubicBezTo>
                    <a:pt x="174" y="122"/>
                    <a:pt x="171" y="122"/>
                    <a:pt x="168" y="123"/>
                  </a:cubicBezTo>
                  <a:cubicBezTo>
                    <a:pt x="167" y="123"/>
                    <a:pt x="164" y="122"/>
                    <a:pt x="163" y="124"/>
                  </a:cubicBezTo>
                  <a:cubicBezTo>
                    <a:pt x="162" y="124"/>
                    <a:pt x="163" y="126"/>
                    <a:pt x="163" y="127"/>
                  </a:cubicBezTo>
                  <a:cubicBezTo>
                    <a:pt x="162" y="129"/>
                    <a:pt x="162" y="132"/>
                    <a:pt x="162" y="135"/>
                  </a:cubicBezTo>
                  <a:cubicBezTo>
                    <a:pt x="161" y="136"/>
                    <a:pt x="161" y="139"/>
                    <a:pt x="161" y="141"/>
                  </a:cubicBezTo>
                  <a:cubicBezTo>
                    <a:pt x="160" y="142"/>
                    <a:pt x="157" y="144"/>
                    <a:pt x="157" y="145"/>
                  </a:cubicBezTo>
                  <a:cubicBezTo>
                    <a:pt x="156" y="148"/>
                    <a:pt x="155" y="151"/>
                    <a:pt x="156" y="153"/>
                  </a:cubicBezTo>
                  <a:cubicBezTo>
                    <a:pt x="156" y="156"/>
                    <a:pt x="157" y="163"/>
                    <a:pt x="157" y="163"/>
                  </a:cubicBezTo>
                  <a:cubicBezTo>
                    <a:pt x="157" y="163"/>
                    <a:pt x="154" y="159"/>
                    <a:pt x="152" y="157"/>
                  </a:cubicBezTo>
                  <a:cubicBezTo>
                    <a:pt x="152" y="156"/>
                    <a:pt x="150" y="155"/>
                    <a:pt x="150" y="154"/>
                  </a:cubicBezTo>
                  <a:cubicBezTo>
                    <a:pt x="148" y="153"/>
                    <a:pt x="145" y="152"/>
                    <a:pt x="144" y="151"/>
                  </a:cubicBezTo>
                  <a:cubicBezTo>
                    <a:pt x="143" y="150"/>
                    <a:pt x="140" y="149"/>
                    <a:pt x="139" y="149"/>
                  </a:cubicBezTo>
                  <a:cubicBezTo>
                    <a:pt x="138" y="149"/>
                    <a:pt x="136" y="150"/>
                    <a:pt x="135" y="150"/>
                  </a:cubicBezTo>
                  <a:cubicBezTo>
                    <a:pt x="134" y="151"/>
                    <a:pt x="131" y="152"/>
                    <a:pt x="130" y="153"/>
                  </a:cubicBezTo>
                  <a:cubicBezTo>
                    <a:pt x="128" y="153"/>
                    <a:pt x="123" y="152"/>
                    <a:pt x="120" y="152"/>
                  </a:cubicBezTo>
                  <a:cubicBezTo>
                    <a:pt x="117" y="152"/>
                    <a:pt x="111" y="152"/>
                    <a:pt x="108" y="152"/>
                  </a:cubicBezTo>
                  <a:cubicBezTo>
                    <a:pt x="107" y="152"/>
                    <a:pt x="104" y="153"/>
                    <a:pt x="102" y="154"/>
                  </a:cubicBezTo>
                  <a:cubicBezTo>
                    <a:pt x="102" y="154"/>
                    <a:pt x="102" y="156"/>
                    <a:pt x="101" y="156"/>
                  </a:cubicBezTo>
                  <a:cubicBezTo>
                    <a:pt x="100" y="157"/>
                    <a:pt x="97" y="158"/>
                    <a:pt x="96" y="159"/>
                  </a:cubicBezTo>
                  <a:cubicBezTo>
                    <a:pt x="95" y="160"/>
                    <a:pt x="94" y="162"/>
                    <a:pt x="93" y="163"/>
                  </a:cubicBezTo>
                  <a:cubicBezTo>
                    <a:pt x="92" y="164"/>
                    <a:pt x="88" y="164"/>
                    <a:pt x="87" y="165"/>
                  </a:cubicBezTo>
                  <a:cubicBezTo>
                    <a:pt x="86" y="166"/>
                    <a:pt x="85" y="170"/>
                    <a:pt x="85" y="172"/>
                  </a:cubicBezTo>
                  <a:cubicBezTo>
                    <a:pt x="85" y="173"/>
                    <a:pt x="87" y="174"/>
                    <a:pt x="87" y="175"/>
                  </a:cubicBezTo>
                  <a:cubicBezTo>
                    <a:pt x="87" y="176"/>
                    <a:pt x="87" y="177"/>
                    <a:pt x="86" y="177"/>
                  </a:cubicBezTo>
                  <a:cubicBezTo>
                    <a:pt x="81" y="179"/>
                    <a:pt x="69" y="176"/>
                    <a:pt x="64" y="176"/>
                  </a:cubicBezTo>
                  <a:cubicBezTo>
                    <a:pt x="61" y="177"/>
                    <a:pt x="55" y="177"/>
                    <a:pt x="52" y="179"/>
                  </a:cubicBezTo>
                  <a:cubicBezTo>
                    <a:pt x="51" y="180"/>
                    <a:pt x="50" y="182"/>
                    <a:pt x="49" y="183"/>
                  </a:cubicBezTo>
                  <a:cubicBezTo>
                    <a:pt x="49" y="183"/>
                    <a:pt x="49" y="185"/>
                    <a:pt x="48" y="185"/>
                  </a:cubicBezTo>
                  <a:cubicBezTo>
                    <a:pt x="47" y="186"/>
                    <a:pt x="45" y="185"/>
                    <a:pt x="44" y="184"/>
                  </a:cubicBezTo>
                  <a:cubicBezTo>
                    <a:pt x="44" y="184"/>
                    <a:pt x="43" y="181"/>
                    <a:pt x="43" y="181"/>
                  </a:cubicBezTo>
                  <a:cubicBezTo>
                    <a:pt x="43" y="179"/>
                    <a:pt x="44" y="177"/>
                    <a:pt x="44" y="175"/>
                  </a:cubicBezTo>
                  <a:cubicBezTo>
                    <a:pt x="44" y="173"/>
                    <a:pt x="44" y="169"/>
                    <a:pt x="43" y="168"/>
                  </a:cubicBezTo>
                  <a:cubicBezTo>
                    <a:pt x="43" y="167"/>
                    <a:pt x="41" y="166"/>
                    <a:pt x="40" y="166"/>
                  </a:cubicBezTo>
                  <a:cubicBezTo>
                    <a:pt x="37" y="165"/>
                    <a:pt x="33" y="166"/>
                    <a:pt x="31" y="166"/>
                  </a:cubicBezTo>
                  <a:cubicBezTo>
                    <a:pt x="28" y="166"/>
                    <a:pt x="22" y="167"/>
                    <a:pt x="20" y="166"/>
                  </a:cubicBezTo>
                  <a:cubicBezTo>
                    <a:pt x="18" y="165"/>
                    <a:pt x="15" y="162"/>
                    <a:pt x="14" y="161"/>
                  </a:cubicBezTo>
                  <a:cubicBezTo>
                    <a:pt x="12" y="159"/>
                    <a:pt x="9" y="156"/>
                    <a:pt x="7" y="155"/>
                  </a:cubicBezTo>
                  <a:cubicBezTo>
                    <a:pt x="6" y="155"/>
                    <a:pt x="2" y="155"/>
                    <a:pt x="1" y="154"/>
                  </a:cubicBezTo>
                  <a:cubicBezTo>
                    <a:pt x="0" y="152"/>
                    <a:pt x="1" y="147"/>
                    <a:pt x="2" y="145"/>
                  </a:cubicBezTo>
                  <a:cubicBezTo>
                    <a:pt x="3" y="143"/>
                    <a:pt x="6" y="138"/>
                    <a:pt x="7" y="136"/>
                  </a:cubicBezTo>
                  <a:cubicBezTo>
                    <a:pt x="7" y="134"/>
                    <a:pt x="8" y="131"/>
                    <a:pt x="8" y="130"/>
                  </a:cubicBezTo>
                  <a:cubicBezTo>
                    <a:pt x="7" y="127"/>
                    <a:pt x="4" y="122"/>
                    <a:pt x="4" y="120"/>
                  </a:cubicBezTo>
                  <a:cubicBezTo>
                    <a:pt x="5" y="117"/>
                    <a:pt x="7" y="113"/>
                    <a:pt x="9" y="111"/>
                  </a:cubicBezTo>
                  <a:cubicBezTo>
                    <a:pt x="10" y="109"/>
                    <a:pt x="15" y="106"/>
                    <a:pt x="16" y="104"/>
                  </a:cubicBezTo>
                  <a:cubicBezTo>
                    <a:pt x="18" y="102"/>
                    <a:pt x="22" y="99"/>
                    <a:pt x="24" y="97"/>
                  </a:cubicBezTo>
                  <a:cubicBezTo>
                    <a:pt x="25" y="96"/>
                    <a:pt x="29" y="93"/>
                    <a:pt x="30" y="91"/>
                  </a:cubicBezTo>
                  <a:cubicBezTo>
                    <a:pt x="31" y="89"/>
                    <a:pt x="33" y="86"/>
                    <a:pt x="34" y="84"/>
                  </a:cubicBezTo>
                  <a:cubicBezTo>
                    <a:pt x="35" y="82"/>
                    <a:pt x="36" y="78"/>
                    <a:pt x="36" y="76"/>
                  </a:cubicBezTo>
                  <a:cubicBezTo>
                    <a:pt x="37" y="74"/>
                    <a:pt x="39" y="69"/>
                    <a:pt x="40" y="67"/>
                  </a:cubicBezTo>
                  <a:cubicBezTo>
                    <a:pt x="41" y="65"/>
                    <a:pt x="42" y="61"/>
                    <a:pt x="43" y="60"/>
                  </a:cubicBezTo>
                  <a:cubicBezTo>
                    <a:pt x="44" y="58"/>
                    <a:pt x="47" y="55"/>
                    <a:pt x="49" y="53"/>
                  </a:cubicBezTo>
                  <a:cubicBezTo>
                    <a:pt x="50" y="52"/>
                    <a:pt x="53" y="49"/>
                    <a:pt x="55" y="48"/>
                  </a:cubicBezTo>
                  <a:cubicBezTo>
                    <a:pt x="56" y="47"/>
                    <a:pt x="60" y="44"/>
                    <a:pt x="62" y="43"/>
                  </a:cubicBezTo>
                  <a:cubicBezTo>
                    <a:pt x="64" y="41"/>
                    <a:pt x="68" y="39"/>
                    <a:pt x="70" y="39"/>
                  </a:cubicBezTo>
                  <a:cubicBezTo>
                    <a:pt x="72" y="38"/>
                    <a:pt x="77" y="37"/>
                    <a:pt x="79" y="36"/>
                  </a:cubicBezTo>
                  <a:cubicBezTo>
                    <a:pt x="81" y="36"/>
                    <a:pt x="84" y="37"/>
                    <a:pt x="86" y="36"/>
                  </a:cubicBezTo>
                  <a:cubicBezTo>
                    <a:pt x="88" y="36"/>
                    <a:pt x="91" y="35"/>
                    <a:pt x="92" y="35"/>
                  </a:cubicBezTo>
                  <a:cubicBezTo>
                    <a:pt x="94" y="34"/>
                    <a:pt x="97" y="32"/>
                    <a:pt x="98" y="31"/>
                  </a:cubicBezTo>
                  <a:cubicBezTo>
                    <a:pt x="100" y="30"/>
                    <a:pt x="103" y="28"/>
                    <a:pt x="105" y="28"/>
                  </a:cubicBezTo>
                  <a:cubicBezTo>
                    <a:pt x="107" y="27"/>
                    <a:pt x="112" y="29"/>
                    <a:pt x="114" y="30"/>
                  </a:cubicBezTo>
                  <a:cubicBezTo>
                    <a:pt x="116" y="30"/>
                    <a:pt x="119" y="30"/>
                    <a:pt x="121" y="29"/>
                  </a:cubicBezTo>
                  <a:cubicBezTo>
                    <a:pt x="122" y="28"/>
                    <a:pt x="125" y="26"/>
                    <a:pt x="125" y="24"/>
                  </a:cubicBezTo>
                  <a:cubicBezTo>
                    <a:pt x="126" y="23"/>
                    <a:pt x="125" y="19"/>
                    <a:pt x="124" y="18"/>
                  </a:cubicBezTo>
                  <a:cubicBezTo>
                    <a:pt x="124" y="16"/>
                    <a:pt x="123" y="13"/>
                    <a:pt x="122" y="12"/>
                  </a:cubicBezTo>
                  <a:cubicBezTo>
                    <a:pt x="122" y="11"/>
                    <a:pt x="119" y="10"/>
                    <a:pt x="119" y="9"/>
                  </a:cubicBezTo>
                  <a:cubicBezTo>
                    <a:pt x="118" y="7"/>
                    <a:pt x="119" y="3"/>
                    <a:pt x="120" y="2"/>
                  </a:cubicBezTo>
                  <a:cubicBezTo>
                    <a:pt x="121" y="1"/>
                    <a:pt x="124" y="1"/>
                    <a:pt x="125" y="0"/>
                  </a:cubicBezTo>
                  <a:cubicBezTo>
                    <a:pt x="128" y="0"/>
                    <a:pt x="133" y="0"/>
                    <a:pt x="135" y="0"/>
                  </a:cubicBezTo>
                  <a:cubicBezTo>
                    <a:pt x="139" y="1"/>
                    <a:pt x="145" y="2"/>
                    <a:pt x="147" y="3"/>
                  </a:cubicBezTo>
                  <a:cubicBezTo>
                    <a:pt x="149" y="4"/>
                    <a:pt x="152" y="5"/>
                    <a:pt x="153" y="6"/>
                  </a:cubicBezTo>
                  <a:cubicBezTo>
                    <a:pt x="156" y="7"/>
                    <a:pt x="163" y="8"/>
                    <a:pt x="165" y="11"/>
                  </a:cubicBezTo>
                  <a:cubicBezTo>
                    <a:pt x="165" y="12"/>
                    <a:pt x="163" y="15"/>
                    <a:pt x="163" y="17"/>
                  </a:cubicBezTo>
                  <a:cubicBezTo>
                    <a:pt x="163" y="18"/>
                    <a:pt x="163" y="20"/>
                    <a:pt x="163" y="22"/>
                  </a:cubicBezTo>
                  <a:cubicBezTo>
                    <a:pt x="163" y="24"/>
                    <a:pt x="163" y="27"/>
                    <a:pt x="163" y="29"/>
                  </a:cubicBezTo>
                  <a:cubicBezTo>
                    <a:pt x="163" y="31"/>
                    <a:pt x="164" y="34"/>
                    <a:pt x="165" y="36"/>
                  </a:cubicBezTo>
                  <a:cubicBezTo>
                    <a:pt x="165" y="38"/>
                    <a:pt x="167" y="42"/>
                    <a:pt x="168" y="44"/>
                  </a:cubicBezTo>
                  <a:cubicBezTo>
                    <a:pt x="169" y="46"/>
                    <a:pt x="172" y="48"/>
                    <a:pt x="173" y="49"/>
                  </a:cubicBezTo>
                  <a:cubicBezTo>
                    <a:pt x="175" y="50"/>
                    <a:pt x="179" y="51"/>
                    <a:pt x="180" y="51"/>
                  </a:cubicBezTo>
                  <a:cubicBezTo>
                    <a:pt x="182" y="50"/>
                    <a:pt x="183" y="48"/>
                    <a:pt x="184" y="47"/>
                  </a:cubicBezTo>
                  <a:cubicBezTo>
                    <a:pt x="185" y="45"/>
                    <a:pt x="188" y="41"/>
                    <a:pt x="188" y="38"/>
                  </a:cubicBezTo>
                  <a:cubicBezTo>
                    <a:pt x="189" y="34"/>
                    <a:pt x="185" y="27"/>
                    <a:pt x="184" y="23"/>
                  </a:cubicBezTo>
                  <a:cubicBezTo>
                    <a:pt x="184" y="22"/>
                    <a:pt x="183" y="18"/>
                    <a:pt x="183" y="16"/>
                  </a:cubicBezTo>
                  <a:cubicBezTo>
                    <a:pt x="183" y="15"/>
                    <a:pt x="183" y="11"/>
                    <a:pt x="184" y="11"/>
                  </a:cubicBezTo>
                  <a:cubicBezTo>
                    <a:pt x="186" y="10"/>
                    <a:pt x="190" y="15"/>
                    <a:pt x="191" y="17"/>
                  </a:cubicBezTo>
                  <a:cubicBezTo>
                    <a:pt x="193" y="19"/>
                    <a:pt x="197" y="22"/>
                    <a:pt x="198" y="23"/>
                  </a:cubicBezTo>
                  <a:cubicBezTo>
                    <a:pt x="200" y="25"/>
                    <a:pt x="203" y="27"/>
                    <a:pt x="204" y="29"/>
                  </a:cubicBezTo>
                  <a:cubicBezTo>
                    <a:pt x="205" y="30"/>
                    <a:pt x="207" y="32"/>
                    <a:pt x="208" y="33"/>
                  </a:cubicBezTo>
                  <a:cubicBezTo>
                    <a:pt x="209" y="34"/>
                    <a:pt x="210" y="36"/>
                    <a:pt x="210" y="37"/>
                  </a:cubicBezTo>
                  <a:cubicBezTo>
                    <a:pt x="210" y="39"/>
                    <a:pt x="210" y="42"/>
                    <a:pt x="210" y="43"/>
                  </a:cubicBezTo>
                  <a:cubicBezTo>
                    <a:pt x="210" y="46"/>
                    <a:pt x="209" y="51"/>
                    <a:pt x="209" y="54"/>
                  </a:cubicBezTo>
                  <a:cubicBezTo>
                    <a:pt x="209" y="55"/>
                    <a:pt x="209" y="57"/>
                    <a:pt x="210" y="58"/>
                  </a:cubicBezTo>
                  <a:cubicBezTo>
                    <a:pt x="211" y="59"/>
                    <a:pt x="215" y="58"/>
                    <a:pt x="217" y="57"/>
                  </a:cubicBezTo>
                  <a:cubicBezTo>
                    <a:pt x="218" y="57"/>
                    <a:pt x="218" y="54"/>
                    <a:pt x="219" y="54"/>
                  </a:cubicBezTo>
                  <a:cubicBezTo>
                    <a:pt x="221" y="53"/>
                    <a:pt x="224" y="51"/>
                    <a:pt x="226" y="51"/>
                  </a:cubicBezTo>
                  <a:cubicBezTo>
                    <a:pt x="228" y="50"/>
                    <a:pt x="231" y="50"/>
                    <a:pt x="233" y="50"/>
                  </a:cubicBezTo>
                  <a:cubicBezTo>
                    <a:pt x="235" y="51"/>
                    <a:pt x="240" y="52"/>
                    <a:pt x="242" y="54"/>
                  </a:cubicBezTo>
                  <a:cubicBezTo>
                    <a:pt x="243" y="56"/>
                    <a:pt x="246" y="61"/>
                    <a:pt x="245" y="64"/>
                  </a:cubicBezTo>
                  <a:cubicBezTo>
                    <a:pt x="245" y="65"/>
                    <a:pt x="242" y="66"/>
                    <a:pt x="242" y="66"/>
                  </a:cubicBezTo>
                  <a:cubicBezTo>
                    <a:pt x="240" y="68"/>
                    <a:pt x="237" y="72"/>
                    <a:pt x="236" y="75"/>
                  </a:cubicBezTo>
                  <a:cubicBezTo>
                    <a:pt x="235" y="77"/>
                    <a:pt x="233" y="80"/>
                    <a:pt x="233" y="83"/>
                  </a:cubicBezTo>
                  <a:cubicBezTo>
                    <a:pt x="233" y="85"/>
                    <a:pt x="233" y="89"/>
                    <a:pt x="234" y="90"/>
                  </a:cubicBezTo>
                  <a:cubicBezTo>
                    <a:pt x="236" y="92"/>
                    <a:pt x="240" y="95"/>
                    <a:pt x="241" y="96"/>
                  </a:cubicBezTo>
                  <a:cubicBezTo>
                    <a:pt x="243" y="98"/>
                    <a:pt x="245" y="101"/>
                    <a:pt x="246" y="10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43"/>
            <p:cNvSpPr>
              <a:spLocks/>
            </p:cNvSpPr>
            <p:nvPr/>
          </p:nvSpPr>
          <p:spPr bwMode="auto">
            <a:xfrm>
              <a:off x="5214938" y="2417763"/>
              <a:ext cx="388938" cy="563563"/>
            </a:xfrm>
            <a:custGeom>
              <a:avLst/>
              <a:gdLst/>
              <a:ahLst/>
              <a:cxnLst>
                <a:cxn ang="0">
                  <a:pos x="112" y="18"/>
                </a:cxn>
                <a:cxn ang="0">
                  <a:pos x="159" y="52"/>
                </a:cxn>
                <a:cxn ang="0">
                  <a:pos x="184" y="54"/>
                </a:cxn>
                <a:cxn ang="0">
                  <a:pos x="240" y="64"/>
                </a:cxn>
                <a:cxn ang="0">
                  <a:pos x="240" y="87"/>
                </a:cxn>
                <a:cxn ang="0">
                  <a:pos x="243" y="123"/>
                </a:cxn>
                <a:cxn ang="0">
                  <a:pos x="223" y="141"/>
                </a:cxn>
                <a:cxn ang="0">
                  <a:pos x="207" y="147"/>
                </a:cxn>
                <a:cxn ang="0">
                  <a:pos x="208" y="161"/>
                </a:cxn>
                <a:cxn ang="0">
                  <a:pos x="222" y="170"/>
                </a:cxn>
                <a:cxn ang="0">
                  <a:pos x="248" y="167"/>
                </a:cxn>
                <a:cxn ang="0">
                  <a:pos x="264" y="161"/>
                </a:cxn>
                <a:cxn ang="0">
                  <a:pos x="281" y="170"/>
                </a:cxn>
                <a:cxn ang="0">
                  <a:pos x="289" y="213"/>
                </a:cxn>
                <a:cxn ang="0">
                  <a:pos x="282" y="258"/>
                </a:cxn>
                <a:cxn ang="0">
                  <a:pos x="287" y="268"/>
                </a:cxn>
                <a:cxn ang="0">
                  <a:pos x="299" y="288"/>
                </a:cxn>
                <a:cxn ang="0">
                  <a:pos x="286" y="302"/>
                </a:cxn>
                <a:cxn ang="0">
                  <a:pos x="267" y="323"/>
                </a:cxn>
                <a:cxn ang="0">
                  <a:pos x="257" y="342"/>
                </a:cxn>
                <a:cxn ang="0">
                  <a:pos x="231" y="340"/>
                </a:cxn>
                <a:cxn ang="0">
                  <a:pos x="215" y="349"/>
                </a:cxn>
                <a:cxn ang="0">
                  <a:pos x="197" y="367"/>
                </a:cxn>
                <a:cxn ang="0">
                  <a:pos x="184" y="368"/>
                </a:cxn>
                <a:cxn ang="0">
                  <a:pos x="172" y="349"/>
                </a:cxn>
                <a:cxn ang="0">
                  <a:pos x="152" y="345"/>
                </a:cxn>
                <a:cxn ang="0">
                  <a:pos x="139" y="361"/>
                </a:cxn>
                <a:cxn ang="0">
                  <a:pos x="128" y="392"/>
                </a:cxn>
                <a:cxn ang="0">
                  <a:pos x="116" y="413"/>
                </a:cxn>
                <a:cxn ang="0">
                  <a:pos x="78" y="423"/>
                </a:cxn>
                <a:cxn ang="0">
                  <a:pos x="53" y="433"/>
                </a:cxn>
                <a:cxn ang="0">
                  <a:pos x="35" y="423"/>
                </a:cxn>
                <a:cxn ang="0">
                  <a:pos x="10" y="419"/>
                </a:cxn>
                <a:cxn ang="0">
                  <a:pos x="2" y="391"/>
                </a:cxn>
                <a:cxn ang="0">
                  <a:pos x="1" y="381"/>
                </a:cxn>
                <a:cxn ang="0">
                  <a:pos x="29" y="373"/>
                </a:cxn>
                <a:cxn ang="0">
                  <a:pos x="60" y="356"/>
                </a:cxn>
                <a:cxn ang="0">
                  <a:pos x="69" y="336"/>
                </a:cxn>
                <a:cxn ang="0">
                  <a:pos x="57" y="308"/>
                </a:cxn>
                <a:cxn ang="0">
                  <a:pos x="61" y="293"/>
                </a:cxn>
                <a:cxn ang="0">
                  <a:pos x="73" y="285"/>
                </a:cxn>
                <a:cxn ang="0">
                  <a:pos x="68" y="277"/>
                </a:cxn>
                <a:cxn ang="0">
                  <a:pos x="68" y="267"/>
                </a:cxn>
                <a:cxn ang="0">
                  <a:pos x="79" y="255"/>
                </a:cxn>
                <a:cxn ang="0">
                  <a:pos x="62" y="241"/>
                </a:cxn>
                <a:cxn ang="0">
                  <a:pos x="50" y="224"/>
                </a:cxn>
                <a:cxn ang="0">
                  <a:pos x="50" y="214"/>
                </a:cxn>
                <a:cxn ang="0">
                  <a:pos x="40" y="201"/>
                </a:cxn>
                <a:cxn ang="0">
                  <a:pos x="35" y="198"/>
                </a:cxn>
                <a:cxn ang="0">
                  <a:pos x="25" y="184"/>
                </a:cxn>
                <a:cxn ang="0">
                  <a:pos x="25" y="174"/>
                </a:cxn>
                <a:cxn ang="0">
                  <a:pos x="31" y="156"/>
                </a:cxn>
                <a:cxn ang="0">
                  <a:pos x="47" y="158"/>
                </a:cxn>
                <a:cxn ang="0">
                  <a:pos x="72" y="127"/>
                </a:cxn>
                <a:cxn ang="0">
                  <a:pos x="74" y="104"/>
                </a:cxn>
                <a:cxn ang="0">
                  <a:pos x="63" y="98"/>
                </a:cxn>
                <a:cxn ang="0">
                  <a:pos x="71" y="87"/>
                </a:cxn>
                <a:cxn ang="0">
                  <a:pos x="79" y="78"/>
                </a:cxn>
                <a:cxn ang="0">
                  <a:pos x="69" y="60"/>
                </a:cxn>
                <a:cxn ang="0">
                  <a:pos x="97" y="0"/>
                </a:cxn>
              </a:cxnLst>
              <a:rect l="0" t="0" r="r" b="b"/>
              <a:pathLst>
                <a:path w="299" h="434">
                  <a:moveTo>
                    <a:pt x="97" y="0"/>
                  </a:moveTo>
                  <a:cubicBezTo>
                    <a:pt x="97" y="0"/>
                    <a:pt x="107" y="13"/>
                    <a:pt x="112" y="18"/>
                  </a:cubicBezTo>
                  <a:cubicBezTo>
                    <a:pt x="123" y="28"/>
                    <a:pt x="139" y="37"/>
                    <a:pt x="151" y="46"/>
                  </a:cubicBezTo>
                  <a:cubicBezTo>
                    <a:pt x="153" y="48"/>
                    <a:pt x="156" y="50"/>
                    <a:pt x="159" y="52"/>
                  </a:cubicBezTo>
                  <a:cubicBezTo>
                    <a:pt x="162" y="54"/>
                    <a:pt x="167" y="57"/>
                    <a:pt x="171" y="58"/>
                  </a:cubicBezTo>
                  <a:cubicBezTo>
                    <a:pt x="175" y="58"/>
                    <a:pt x="180" y="55"/>
                    <a:pt x="184" y="54"/>
                  </a:cubicBezTo>
                  <a:cubicBezTo>
                    <a:pt x="187" y="53"/>
                    <a:pt x="192" y="51"/>
                    <a:pt x="195" y="51"/>
                  </a:cubicBezTo>
                  <a:cubicBezTo>
                    <a:pt x="207" y="51"/>
                    <a:pt x="233" y="55"/>
                    <a:pt x="240" y="64"/>
                  </a:cubicBezTo>
                  <a:cubicBezTo>
                    <a:pt x="241" y="66"/>
                    <a:pt x="240" y="72"/>
                    <a:pt x="240" y="75"/>
                  </a:cubicBezTo>
                  <a:cubicBezTo>
                    <a:pt x="240" y="78"/>
                    <a:pt x="240" y="84"/>
                    <a:pt x="240" y="87"/>
                  </a:cubicBezTo>
                  <a:cubicBezTo>
                    <a:pt x="241" y="94"/>
                    <a:pt x="241" y="107"/>
                    <a:pt x="242" y="114"/>
                  </a:cubicBezTo>
                  <a:cubicBezTo>
                    <a:pt x="242" y="116"/>
                    <a:pt x="243" y="121"/>
                    <a:pt x="243" y="123"/>
                  </a:cubicBezTo>
                  <a:cubicBezTo>
                    <a:pt x="241" y="128"/>
                    <a:pt x="235" y="135"/>
                    <a:pt x="232" y="138"/>
                  </a:cubicBezTo>
                  <a:cubicBezTo>
                    <a:pt x="230" y="139"/>
                    <a:pt x="225" y="140"/>
                    <a:pt x="223" y="141"/>
                  </a:cubicBezTo>
                  <a:cubicBezTo>
                    <a:pt x="220" y="142"/>
                    <a:pt x="213" y="143"/>
                    <a:pt x="210" y="145"/>
                  </a:cubicBezTo>
                  <a:cubicBezTo>
                    <a:pt x="209" y="145"/>
                    <a:pt x="207" y="146"/>
                    <a:pt x="207" y="147"/>
                  </a:cubicBezTo>
                  <a:cubicBezTo>
                    <a:pt x="206" y="148"/>
                    <a:pt x="205" y="152"/>
                    <a:pt x="206" y="154"/>
                  </a:cubicBezTo>
                  <a:cubicBezTo>
                    <a:pt x="206" y="155"/>
                    <a:pt x="207" y="159"/>
                    <a:pt x="208" y="161"/>
                  </a:cubicBezTo>
                  <a:cubicBezTo>
                    <a:pt x="209" y="162"/>
                    <a:pt x="211" y="166"/>
                    <a:pt x="213" y="167"/>
                  </a:cubicBezTo>
                  <a:cubicBezTo>
                    <a:pt x="215" y="168"/>
                    <a:pt x="220" y="169"/>
                    <a:pt x="222" y="170"/>
                  </a:cubicBezTo>
                  <a:cubicBezTo>
                    <a:pt x="226" y="170"/>
                    <a:pt x="236" y="172"/>
                    <a:pt x="240" y="171"/>
                  </a:cubicBezTo>
                  <a:cubicBezTo>
                    <a:pt x="242" y="170"/>
                    <a:pt x="246" y="168"/>
                    <a:pt x="248" y="167"/>
                  </a:cubicBezTo>
                  <a:cubicBezTo>
                    <a:pt x="250" y="166"/>
                    <a:pt x="254" y="164"/>
                    <a:pt x="256" y="163"/>
                  </a:cubicBezTo>
                  <a:cubicBezTo>
                    <a:pt x="258" y="162"/>
                    <a:pt x="262" y="161"/>
                    <a:pt x="264" y="161"/>
                  </a:cubicBezTo>
                  <a:cubicBezTo>
                    <a:pt x="266" y="161"/>
                    <a:pt x="269" y="162"/>
                    <a:pt x="271" y="163"/>
                  </a:cubicBezTo>
                  <a:cubicBezTo>
                    <a:pt x="274" y="165"/>
                    <a:pt x="279" y="167"/>
                    <a:pt x="281" y="170"/>
                  </a:cubicBezTo>
                  <a:cubicBezTo>
                    <a:pt x="283" y="174"/>
                    <a:pt x="283" y="183"/>
                    <a:pt x="284" y="187"/>
                  </a:cubicBezTo>
                  <a:cubicBezTo>
                    <a:pt x="285" y="194"/>
                    <a:pt x="288" y="206"/>
                    <a:pt x="289" y="213"/>
                  </a:cubicBezTo>
                  <a:cubicBezTo>
                    <a:pt x="290" y="222"/>
                    <a:pt x="293" y="240"/>
                    <a:pt x="290" y="249"/>
                  </a:cubicBezTo>
                  <a:cubicBezTo>
                    <a:pt x="289" y="252"/>
                    <a:pt x="284" y="256"/>
                    <a:pt x="282" y="258"/>
                  </a:cubicBezTo>
                  <a:cubicBezTo>
                    <a:pt x="282" y="259"/>
                    <a:pt x="279" y="260"/>
                    <a:pt x="279" y="261"/>
                  </a:cubicBezTo>
                  <a:cubicBezTo>
                    <a:pt x="280" y="264"/>
                    <a:pt x="285" y="266"/>
                    <a:pt x="287" y="268"/>
                  </a:cubicBezTo>
                  <a:cubicBezTo>
                    <a:pt x="289" y="269"/>
                    <a:pt x="292" y="273"/>
                    <a:pt x="293" y="275"/>
                  </a:cubicBezTo>
                  <a:cubicBezTo>
                    <a:pt x="295" y="278"/>
                    <a:pt x="299" y="284"/>
                    <a:pt x="299" y="288"/>
                  </a:cubicBezTo>
                  <a:cubicBezTo>
                    <a:pt x="299" y="291"/>
                    <a:pt x="297" y="299"/>
                    <a:pt x="297" y="299"/>
                  </a:cubicBezTo>
                  <a:cubicBezTo>
                    <a:pt x="297" y="299"/>
                    <a:pt x="288" y="300"/>
                    <a:pt x="286" y="302"/>
                  </a:cubicBezTo>
                  <a:cubicBezTo>
                    <a:pt x="283" y="304"/>
                    <a:pt x="279" y="309"/>
                    <a:pt x="276" y="312"/>
                  </a:cubicBezTo>
                  <a:cubicBezTo>
                    <a:pt x="274" y="314"/>
                    <a:pt x="269" y="320"/>
                    <a:pt x="267" y="323"/>
                  </a:cubicBezTo>
                  <a:cubicBezTo>
                    <a:pt x="265" y="324"/>
                    <a:pt x="262" y="328"/>
                    <a:pt x="261" y="330"/>
                  </a:cubicBezTo>
                  <a:cubicBezTo>
                    <a:pt x="260" y="333"/>
                    <a:pt x="260" y="340"/>
                    <a:pt x="257" y="342"/>
                  </a:cubicBezTo>
                  <a:cubicBezTo>
                    <a:pt x="255" y="343"/>
                    <a:pt x="251" y="340"/>
                    <a:pt x="249" y="339"/>
                  </a:cubicBezTo>
                  <a:cubicBezTo>
                    <a:pt x="244" y="339"/>
                    <a:pt x="235" y="339"/>
                    <a:pt x="231" y="340"/>
                  </a:cubicBezTo>
                  <a:cubicBezTo>
                    <a:pt x="229" y="340"/>
                    <a:pt x="224" y="341"/>
                    <a:pt x="222" y="343"/>
                  </a:cubicBezTo>
                  <a:cubicBezTo>
                    <a:pt x="220" y="344"/>
                    <a:pt x="217" y="347"/>
                    <a:pt x="215" y="349"/>
                  </a:cubicBezTo>
                  <a:cubicBezTo>
                    <a:pt x="213" y="351"/>
                    <a:pt x="209" y="357"/>
                    <a:pt x="206" y="359"/>
                  </a:cubicBezTo>
                  <a:cubicBezTo>
                    <a:pt x="204" y="361"/>
                    <a:pt x="199" y="365"/>
                    <a:pt x="197" y="367"/>
                  </a:cubicBezTo>
                  <a:cubicBezTo>
                    <a:pt x="195" y="368"/>
                    <a:pt x="192" y="372"/>
                    <a:pt x="191" y="372"/>
                  </a:cubicBezTo>
                  <a:cubicBezTo>
                    <a:pt x="189" y="372"/>
                    <a:pt x="186" y="369"/>
                    <a:pt x="184" y="368"/>
                  </a:cubicBezTo>
                  <a:cubicBezTo>
                    <a:pt x="183" y="366"/>
                    <a:pt x="181" y="362"/>
                    <a:pt x="180" y="360"/>
                  </a:cubicBezTo>
                  <a:cubicBezTo>
                    <a:pt x="178" y="357"/>
                    <a:pt x="175" y="351"/>
                    <a:pt x="172" y="349"/>
                  </a:cubicBezTo>
                  <a:cubicBezTo>
                    <a:pt x="170" y="347"/>
                    <a:pt x="165" y="344"/>
                    <a:pt x="162" y="344"/>
                  </a:cubicBezTo>
                  <a:cubicBezTo>
                    <a:pt x="160" y="343"/>
                    <a:pt x="154" y="344"/>
                    <a:pt x="152" y="345"/>
                  </a:cubicBezTo>
                  <a:cubicBezTo>
                    <a:pt x="149" y="346"/>
                    <a:pt x="144" y="348"/>
                    <a:pt x="142" y="351"/>
                  </a:cubicBezTo>
                  <a:cubicBezTo>
                    <a:pt x="140" y="353"/>
                    <a:pt x="139" y="360"/>
                    <a:pt x="139" y="361"/>
                  </a:cubicBezTo>
                  <a:cubicBezTo>
                    <a:pt x="139" y="363"/>
                    <a:pt x="134" y="372"/>
                    <a:pt x="132" y="375"/>
                  </a:cubicBezTo>
                  <a:cubicBezTo>
                    <a:pt x="131" y="379"/>
                    <a:pt x="129" y="388"/>
                    <a:pt x="128" y="392"/>
                  </a:cubicBezTo>
                  <a:cubicBezTo>
                    <a:pt x="127" y="395"/>
                    <a:pt x="127" y="401"/>
                    <a:pt x="125" y="403"/>
                  </a:cubicBezTo>
                  <a:cubicBezTo>
                    <a:pt x="124" y="406"/>
                    <a:pt x="119" y="411"/>
                    <a:pt x="116" y="413"/>
                  </a:cubicBezTo>
                  <a:cubicBezTo>
                    <a:pt x="113" y="415"/>
                    <a:pt x="106" y="417"/>
                    <a:pt x="103" y="418"/>
                  </a:cubicBezTo>
                  <a:cubicBezTo>
                    <a:pt x="97" y="420"/>
                    <a:pt x="84" y="422"/>
                    <a:pt x="78" y="423"/>
                  </a:cubicBezTo>
                  <a:cubicBezTo>
                    <a:pt x="75" y="424"/>
                    <a:pt x="70" y="425"/>
                    <a:pt x="67" y="426"/>
                  </a:cubicBezTo>
                  <a:cubicBezTo>
                    <a:pt x="63" y="428"/>
                    <a:pt x="56" y="432"/>
                    <a:pt x="53" y="433"/>
                  </a:cubicBezTo>
                  <a:cubicBezTo>
                    <a:pt x="49" y="433"/>
                    <a:pt x="42" y="434"/>
                    <a:pt x="39" y="433"/>
                  </a:cubicBezTo>
                  <a:cubicBezTo>
                    <a:pt x="37" y="431"/>
                    <a:pt x="37" y="424"/>
                    <a:pt x="35" y="423"/>
                  </a:cubicBezTo>
                  <a:cubicBezTo>
                    <a:pt x="32" y="421"/>
                    <a:pt x="25" y="420"/>
                    <a:pt x="22" y="420"/>
                  </a:cubicBezTo>
                  <a:cubicBezTo>
                    <a:pt x="19" y="419"/>
                    <a:pt x="10" y="419"/>
                    <a:pt x="10" y="419"/>
                  </a:cubicBezTo>
                  <a:cubicBezTo>
                    <a:pt x="10" y="419"/>
                    <a:pt x="8" y="409"/>
                    <a:pt x="7" y="406"/>
                  </a:cubicBezTo>
                  <a:cubicBezTo>
                    <a:pt x="6" y="402"/>
                    <a:pt x="3" y="395"/>
                    <a:pt x="2" y="391"/>
                  </a:cubicBezTo>
                  <a:cubicBezTo>
                    <a:pt x="1" y="390"/>
                    <a:pt x="1" y="387"/>
                    <a:pt x="0" y="386"/>
                  </a:cubicBezTo>
                  <a:cubicBezTo>
                    <a:pt x="0" y="385"/>
                    <a:pt x="0" y="382"/>
                    <a:pt x="1" y="381"/>
                  </a:cubicBezTo>
                  <a:cubicBezTo>
                    <a:pt x="3" y="379"/>
                    <a:pt x="10" y="379"/>
                    <a:pt x="14" y="378"/>
                  </a:cubicBezTo>
                  <a:cubicBezTo>
                    <a:pt x="17" y="376"/>
                    <a:pt x="25" y="374"/>
                    <a:pt x="29" y="373"/>
                  </a:cubicBezTo>
                  <a:cubicBezTo>
                    <a:pt x="33" y="371"/>
                    <a:pt x="42" y="368"/>
                    <a:pt x="46" y="365"/>
                  </a:cubicBezTo>
                  <a:cubicBezTo>
                    <a:pt x="50" y="363"/>
                    <a:pt x="57" y="359"/>
                    <a:pt x="60" y="356"/>
                  </a:cubicBezTo>
                  <a:cubicBezTo>
                    <a:pt x="63" y="354"/>
                    <a:pt x="67" y="349"/>
                    <a:pt x="68" y="346"/>
                  </a:cubicBezTo>
                  <a:cubicBezTo>
                    <a:pt x="69" y="344"/>
                    <a:pt x="69" y="339"/>
                    <a:pt x="69" y="336"/>
                  </a:cubicBezTo>
                  <a:cubicBezTo>
                    <a:pt x="68" y="333"/>
                    <a:pt x="67" y="327"/>
                    <a:pt x="66" y="324"/>
                  </a:cubicBezTo>
                  <a:cubicBezTo>
                    <a:pt x="65" y="319"/>
                    <a:pt x="60" y="312"/>
                    <a:pt x="57" y="308"/>
                  </a:cubicBezTo>
                  <a:cubicBezTo>
                    <a:pt x="55" y="306"/>
                    <a:pt x="50" y="299"/>
                    <a:pt x="50" y="299"/>
                  </a:cubicBezTo>
                  <a:cubicBezTo>
                    <a:pt x="50" y="299"/>
                    <a:pt x="59" y="295"/>
                    <a:pt x="61" y="293"/>
                  </a:cubicBezTo>
                  <a:cubicBezTo>
                    <a:pt x="62" y="292"/>
                    <a:pt x="63" y="289"/>
                    <a:pt x="64" y="289"/>
                  </a:cubicBezTo>
                  <a:cubicBezTo>
                    <a:pt x="66" y="287"/>
                    <a:pt x="72" y="287"/>
                    <a:pt x="73" y="285"/>
                  </a:cubicBezTo>
                  <a:cubicBezTo>
                    <a:pt x="73" y="284"/>
                    <a:pt x="71" y="283"/>
                    <a:pt x="70" y="282"/>
                  </a:cubicBezTo>
                  <a:cubicBezTo>
                    <a:pt x="69" y="281"/>
                    <a:pt x="68" y="278"/>
                    <a:pt x="68" y="277"/>
                  </a:cubicBezTo>
                  <a:cubicBezTo>
                    <a:pt x="68" y="276"/>
                    <a:pt x="67" y="273"/>
                    <a:pt x="67" y="272"/>
                  </a:cubicBezTo>
                  <a:cubicBezTo>
                    <a:pt x="67" y="271"/>
                    <a:pt x="67" y="268"/>
                    <a:pt x="68" y="267"/>
                  </a:cubicBezTo>
                  <a:cubicBezTo>
                    <a:pt x="68" y="265"/>
                    <a:pt x="71" y="262"/>
                    <a:pt x="72" y="260"/>
                  </a:cubicBezTo>
                  <a:cubicBezTo>
                    <a:pt x="73" y="258"/>
                    <a:pt x="79" y="257"/>
                    <a:pt x="79" y="255"/>
                  </a:cubicBezTo>
                  <a:cubicBezTo>
                    <a:pt x="78" y="253"/>
                    <a:pt x="74" y="252"/>
                    <a:pt x="73" y="251"/>
                  </a:cubicBezTo>
                  <a:cubicBezTo>
                    <a:pt x="70" y="248"/>
                    <a:pt x="64" y="244"/>
                    <a:pt x="62" y="241"/>
                  </a:cubicBezTo>
                  <a:cubicBezTo>
                    <a:pt x="59" y="238"/>
                    <a:pt x="55" y="233"/>
                    <a:pt x="53" y="230"/>
                  </a:cubicBezTo>
                  <a:cubicBezTo>
                    <a:pt x="52" y="228"/>
                    <a:pt x="50" y="226"/>
                    <a:pt x="50" y="224"/>
                  </a:cubicBezTo>
                  <a:cubicBezTo>
                    <a:pt x="50" y="223"/>
                    <a:pt x="54" y="221"/>
                    <a:pt x="54" y="219"/>
                  </a:cubicBezTo>
                  <a:cubicBezTo>
                    <a:pt x="54" y="217"/>
                    <a:pt x="51" y="216"/>
                    <a:pt x="50" y="214"/>
                  </a:cubicBezTo>
                  <a:cubicBezTo>
                    <a:pt x="47" y="212"/>
                    <a:pt x="43" y="208"/>
                    <a:pt x="42" y="205"/>
                  </a:cubicBezTo>
                  <a:cubicBezTo>
                    <a:pt x="41" y="204"/>
                    <a:pt x="41" y="201"/>
                    <a:pt x="40" y="201"/>
                  </a:cubicBezTo>
                  <a:cubicBezTo>
                    <a:pt x="40" y="200"/>
                    <a:pt x="38" y="202"/>
                    <a:pt x="37" y="202"/>
                  </a:cubicBezTo>
                  <a:cubicBezTo>
                    <a:pt x="36" y="201"/>
                    <a:pt x="35" y="199"/>
                    <a:pt x="35" y="198"/>
                  </a:cubicBezTo>
                  <a:cubicBezTo>
                    <a:pt x="34" y="196"/>
                    <a:pt x="31" y="191"/>
                    <a:pt x="30" y="189"/>
                  </a:cubicBezTo>
                  <a:cubicBezTo>
                    <a:pt x="29" y="187"/>
                    <a:pt x="26" y="185"/>
                    <a:pt x="25" y="184"/>
                  </a:cubicBezTo>
                  <a:cubicBezTo>
                    <a:pt x="24" y="183"/>
                    <a:pt x="20" y="180"/>
                    <a:pt x="20" y="178"/>
                  </a:cubicBezTo>
                  <a:cubicBezTo>
                    <a:pt x="21" y="176"/>
                    <a:pt x="25" y="176"/>
                    <a:pt x="25" y="174"/>
                  </a:cubicBezTo>
                  <a:cubicBezTo>
                    <a:pt x="27" y="170"/>
                    <a:pt x="22" y="160"/>
                    <a:pt x="24" y="157"/>
                  </a:cubicBezTo>
                  <a:cubicBezTo>
                    <a:pt x="25" y="156"/>
                    <a:pt x="29" y="156"/>
                    <a:pt x="31" y="156"/>
                  </a:cubicBezTo>
                  <a:cubicBezTo>
                    <a:pt x="33" y="156"/>
                    <a:pt x="36" y="157"/>
                    <a:pt x="38" y="158"/>
                  </a:cubicBezTo>
                  <a:cubicBezTo>
                    <a:pt x="40" y="158"/>
                    <a:pt x="45" y="159"/>
                    <a:pt x="47" y="158"/>
                  </a:cubicBezTo>
                  <a:cubicBezTo>
                    <a:pt x="52" y="157"/>
                    <a:pt x="59" y="149"/>
                    <a:pt x="62" y="145"/>
                  </a:cubicBezTo>
                  <a:cubicBezTo>
                    <a:pt x="65" y="141"/>
                    <a:pt x="70" y="131"/>
                    <a:pt x="72" y="127"/>
                  </a:cubicBezTo>
                  <a:cubicBezTo>
                    <a:pt x="74" y="122"/>
                    <a:pt x="82" y="111"/>
                    <a:pt x="80" y="106"/>
                  </a:cubicBezTo>
                  <a:cubicBezTo>
                    <a:pt x="79" y="104"/>
                    <a:pt x="76" y="104"/>
                    <a:pt x="74" y="104"/>
                  </a:cubicBezTo>
                  <a:cubicBezTo>
                    <a:pt x="73" y="104"/>
                    <a:pt x="69" y="104"/>
                    <a:pt x="68" y="103"/>
                  </a:cubicBezTo>
                  <a:cubicBezTo>
                    <a:pt x="66" y="102"/>
                    <a:pt x="63" y="100"/>
                    <a:pt x="63" y="98"/>
                  </a:cubicBezTo>
                  <a:cubicBezTo>
                    <a:pt x="62" y="97"/>
                    <a:pt x="63" y="94"/>
                    <a:pt x="64" y="93"/>
                  </a:cubicBezTo>
                  <a:cubicBezTo>
                    <a:pt x="65" y="91"/>
                    <a:pt x="69" y="88"/>
                    <a:pt x="71" y="87"/>
                  </a:cubicBezTo>
                  <a:cubicBezTo>
                    <a:pt x="73" y="86"/>
                    <a:pt x="76" y="85"/>
                    <a:pt x="77" y="84"/>
                  </a:cubicBezTo>
                  <a:cubicBezTo>
                    <a:pt x="78" y="83"/>
                    <a:pt x="79" y="80"/>
                    <a:pt x="79" y="78"/>
                  </a:cubicBezTo>
                  <a:cubicBezTo>
                    <a:pt x="79" y="76"/>
                    <a:pt x="78" y="70"/>
                    <a:pt x="76" y="68"/>
                  </a:cubicBezTo>
                  <a:cubicBezTo>
                    <a:pt x="75" y="66"/>
                    <a:pt x="69" y="63"/>
                    <a:pt x="69" y="60"/>
                  </a:cubicBezTo>
                  <a:cubicBezTo>
                    <a:pt x="67" y="46"/>
                    <a:pt x="87" y="20"/>
                    <a:pt x="94" y="6"/>
                  </a:cubicBezTo>
                  <a:cubicBezTo>
                    <a:pt x="94" y="5"/>
                    <a:pt x="97" y="0"/>
                    <a:pt x="97"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44"/>
            <p:cNvSpPr>
              <a:spLocks noEditPoints="1"/>
            </p:cNvSpPr>
            <p:nvPr/>
          </p:nvSpPr>
          <p:spPr bwMode="auto">
            <a:xfrm>
              <a:off x="4730751" y="3221038"/>
              <a:ext cx="790575" cy="1200150"/>
            </a:xfrm>
            <a:custGeom>
              <a:avLst/>
              <a:gdLst/>
              <a:ahLst/>
              <a:cxnLst>
                <a:cxn ang="0">
                  <a:pos x="587" y="547"/>
                </a:cxn>
                <a:cxn ang="0">
                  <a:pos x="536" y="591"/>
                </a:cxn>
                <a:cxn ang="0">
                  <a:pos x="542" y="636"/>
                </a:cxn>
                <a:cxn ang="0">
                  <a:pos x="502" y="659"/>
                </a:cxn>
                <a:cxn ang="0">
                  <a:pos x="491" y="703"/>
                </a:cxn>
                <a:cxn ang="0">
                  <a:pos x="488" y="736"/>
                </a:cxn>
                <a:cxn ang="0">
                  <a:pos x="482" y="768"/>
                </a:cxn>
                <a:cxn ang="0">
                  <a:pos x="494" y="803"/>
                </a:cxn>
                <a:cxn ang="0">
                  <a:pos x="539" y="832"/>
                </a:cxn>
                <a:cxn ang="0">
                  <a:pos x="521" y="860"/>
                </a:cxn>
                <a:cxn ang="0">
                  <a:pos x="506" y="916"/>
                </a:cxn>
                <a:cxn ang="0">
                  <a:pos x="475" y="906"/>
                </a:cxn>
                <a:cxn ang="0">
                  <a:pos x="433" y="894"/>
                </a:cxn>
                <a:cxn ang="0">
                  <a:pos x="428" y="881"/>
                </a:cxn>
                <a:cxn ang="0">
                  <a:pos x="422" y="830"/>
                </a:cxn>
                <a:cxn ang="0">
                  <a:pos x="402" y="796"/>
                </a:cxn>
                <a:cxn ang="0">
                  <a:pos x="384" y="760"/>
                </a:cxn>
                <a:cxn ang="0">
                  <a:pos x="343" y="728"/>
                </a:cxn>
                <a:cxn ang="0">
                  <a:pos x="328" y="707"/>
                </a:cxn>
                <a:cxn ang="0">
                  <a:pos x="358" y="673"/>
                </a:cxn>
                <a:cxn ang="0">
                  <a:pos x="374" y="656"/>
                </a:cxn>
                <a:cxn ang="0">
                  <a:pos x="335" y="600"/>
                </a:cxn>
                <a:cxn ang="0">
                  <a:pos x="313" y="613"/>
                </a:cxn>
                <a:cxn ang="0">
                  <a:pos x="259" y="607"/>
                </a:cxn>
                <a:cxn ang="0">
                  <a:pos x="222" y="593"/>
                </a:cxn>
                <a:cxn ang="0">
                  <a:pos x="185" y="577"/>
                </a:cxn>
                <a:cxn ang="0">
                  <a:pos x="150" y="523"/>
                </a:cxn>
                <a:cxn ang="0">
                  <a:pos x="77" y="453"/>
                </a:cxn>
                <a:cxn ang="0">
                  <a:pos x="55" y="408"/>
                </a:cxn>
                <a:cxn ang="0">
                  <a:pos x="65" y="342"/>
                </a:cxn>
                <a:cxn ang="0">
                  <a:pos x="66" y="254"/>
                </a:cxn>
                <a:cxn ang="0">
                  <a:pos x="39" y="198"/>
                </a:cxn>
                <a:cxn ang="0">
                  <a:pos x="6" y="179"/>
                </a:cxn>
                <a:cxn ang="0">
                  <a:pos x="36" y="167"/>
                </a:cxn>
                <a:cxn ang="0">
                  <a:pos x="62" y="136"/>
                </a:cxn>
                <a:cxn ang="0">
                  <a:pos x="103" y="113"/>
                </a:cxn>
                <a:cxn ang="0">
                  <a:pos x="118" y="66"/>
                </a:cxn>
                <a:cxn ang="0">
                  <a:pos x="185" y="74"/>
                </a:cxn>
                <a:cxn ang="0">
                  <a:pos x="224" y="74"/>
                </a:cxn>
                <a:cxn ang="0">
                  <a:pos x="270" y="75"/>
                </a:cxn>
                <a:cxn ang="0">
                  <a:pos x="318" y="86"/>
                </a:cxn>
                <a:cxn ang="0">
                  <a:pos x="355" y="81"/>
                </a:cxn>
                <a:cxn ang="0">
                  <a:pos x="401" y="64"/>
                </a:cxn>
                <a:cxn ang="0">
                  <a:pos x="401" y="27"/>
                </a:cxn>
                <a:cxn ang="0">
                  <a:pos x="443" y="3"/>
                </a:cxn>
                <a:cxn ang="0">
                  <a:pos x="450" y="39"/>
                </a:cxn>
                <a:cxn ang="0">
                  <a:pos x="488" y="51"/>
                </a:cxn>
                <a:cxn ang="0">
                  <a:pos x="518" y="77"/>
                </a:cxn>
                <a:cxn ang="0">
                  <a:pos x="498" y="137"/>
                </a:cxn>
                <a:cxn ang="0">
                  <a:pos x="535" y="184"/>
                </a:cxn>
                <a:cxn ang="0">
                  <a:pos x="551" y="232"/>
                </a:cxn>
                <a:cxn ang="0">
                  <a:pos x="556" y="280"/>
                </a:cxn>
                <a:cxn ang="0">
                  <a:pos x="544" y="334"/>
                </a:cxn>
                <a:cxn ang="0">
                  <a:pos x="529" y="391"/>
                </a:cxn>
                <a:cxn ang="0">
                  <a:pos x="548" y="457"/>
                </a:cxn>
                <a:cxn ang="0">
                  <a:pos x="595" y="515"/>
                </a:cxn>
                <a:cxn ang="0">
                  <a:pos x="471" y="732"/>
                </a:cxn>
                <a:cxn ang="0">
                  <a:pos x="468" y="747"/>
                </a:cxn>
              </a:cxnLst>
              <a:rect l="0" t="0" r="r" b="b"/>
              <a:pathLst>
                <a:path w="608" h="923">
                  <a:moveTo>
                    <a:pt x="608" y="528"/>
                  </a:moveTo>
                  <a:cubicBezTo>
                    <a:pt x="608" y="528"/>
                    <a:pt x="602" y="530"/>
                    <a:pt x="601" y="531"/>
                  </a:cubicBezTo>
                  <a:cubicBezTo>
                    <a:pt x="598" y="534"/>
                    <a:pt x="596" y="542"/>
                    <a:pt x="594" y="544"/>
                  </a:cubicBezTo>
                  <a:cubicBezTo>
                    <a:pt x="592" y="545"/>
                    <a:pt x="588" y="546"/>
                    <a:pt x="587" y="547"/>
                  </a:cubicBezTo>
                  <a:cubicBezTo>
                    <a:pt x="584" y="549"/>
                    <a:pt x="580" y="554"/>
                    <a:pt x="578" y="556"/>
                  </a:cubicBezTo>
                  <a:cubicBezTo>
                    <a:pt x="574" y="559"/>
                    <a:pt x="567" y="567"/>
                    <a:pt x="563" y="570"/>
                  </a:cubicBezTo>
                  <a:cubicBezTo>
                    <a:pt x="558" y="573"/>
                    <a:pt x="546" y="575"/>
                    <a:pt x="542" y="579"/>
                  </a:cubicBezTo>
                  <a:cubicBezTo>
                    <a:pt x="539" y="581"/>
                    <a:pt x="537" y="588"/>
                    <a:pt x="536" y="591"/>
                  </a:cubicBezTo>
                  <a:cubicBezTo>
                    <a:pt x="536" y="594"/>
                    <a:pt x="538" y="598"/>
                    <a:pt x="539" y="600"/>
                  </a:cubicBezTo>
                  <a:cubicBezTo>
                    <a:pt x="540" y="604"/>
                    <a:pt x="544" y="610"/>
                    <a:pt x="545" y="613"/>
                  </a:cubicBezTo>
                  <a:cubicBezTo>
                    <a:pt x="545" y="616"/>
                    <a:pt x="546" y="622"/>
                    <a:pt x="545" y="625"/>
                  </a:cubicBezTo>
                  <a:cubicBezTo>
                    <a:pt x="545" y="628"/>
                    <a:pt x="544" y="633"/>
                    <a:pt x="542" y="636"/>
                  </a:cubicBezTo>
                  <a:cubicBezTo>
                    <a:pt x="541" y="638"/>
                    <a:pt x="539" y="642"/>
                    <a:pt x="537" y="644"/>
                  </a:cubicBezTo>
                  <a:cubicBezTo>
                    <a:pt x="536" y="645"/>
                    <a:pt x="532" y="648"/>
                    <a:pt x="531" y="648"/>
                  </a:cubicBezTo>
                  <a:cubicBezTo>
                    <a:pt x="527" y="650"/>
                    <a:pt x="519" y="652"/>
                    <a:pt x="516" y="654"/>
                  </a:cubicBezTo>
                  <a:cubicBezTo>
                    <a:pt x="512" y="655"/>
                    <a:pt x="505" y="657"/>
                    <a:pt x="502" y="659"/>
                  </a:cubicBezTo>
                  <a:cubicBezTo>
                    <a:pt x="499" y="660"/>
                    <a:pt x="495" y="662"/>
                    <a:pt x="494" y="664"/>
                  </a:cubicBezTo>
                  <a:cubicBezTo>
                    <a:pt x="491" y="667"/>
                    <a:pt x="488" y="676"/>
                    <a:pt x="488" y="680"/>
                  </a:cubicBezTo>
                  <a:cubicBezTo>
                    <a:pt x="487" y="683"/>
                    <a:pt x="486" y="691"/>
                    <a:pt x="487" y="694"/>
                  </a:cubicBezTo>
                  <a:cubicBezTo>
                    <a:pt x="487" y="697"/>
                    <a:pt x="490" y="701"/>
                    <a:pt x="491" y="703"/>
                  </a:cubicBezTo>
                  <a:cubicBezTo>
                    <a:pt x="492" y="705"/>
                    <a:pt x="494" y="706"/>
                    <a:pt x="495" y="708"/>
                  </a:cubicBezTo>
                  <a:cubicBezTo>
                    <a:pt x="497" y="712"/>
                    <a:pt x="496" y="721"/>
                    <a:pt x="496" y="726"/>
                  </a:cubicBezTo>
                  <a:cubicBezTo>
                    <a:pt x="496" y="728"/>
                    <a:pt x="497" y="732"/>
                    <a:pt x="496" y="734"/>
                  </a:cubicBezTo>
                  <a:cubicBezTo>
                    <a:pt x="494" y="735"/>
                    <a:pt x="489" y="735"/>
                    <a:pt x="488" y="736"/>
                  </a:cubicBezTo>
                  <a:cubicBezTo>
                    <a:pt x="486" y="737"/>
                    <a:pt x="482" y="741"/>
                    <a:pt x="481" y="743"/>
                  </a:cubicBezTo>
                  <a:cubicBezTo>
                    <a:pt x="480" y="744"/>
                    <a:pt x="476" y="747"/>
                    <a:pt x="476" y="749"/>
                  </a:cubicBezTo>
                  <a:cubicBezTo>
                    <a:pt x="475" y="751"/>
                    <a:pt x="477" y="754"/>
                    <a:pt x="477" y="755"/>
                  </a:cubicBezTo>
                  <a:cubicBezTo>
                    <a:pt x="478" y="758"/>
                    <a:pt x="480" y="765"/>
                    <a:pt x="482" y="768"/>
                  </a:cubicBezTo>
                  <a:cubicBezTo>
                    <a:pt x="483" y="770"/>
                    <a:pt x="486" y="773"/>
                    <a:pt x="488" y="775"/>
                  </a:cubicBezTo>
                  <a:cubicBezTo>
                    <a:pt x="489" y="777"/>
                    <a:pt x="492" y="782"/>
                    <a:pt x="493" y="784"/>
                  </a:cubicBezTo>
                  <a:cubicBezTo>
                    <a:pt x="493" y="787"/>
                    <a:pt x="491" y="792"/>
                    <a:pt x="491" y="795"/>
                  </a:cubicBezTo>
                  <a:cubicBezTo>
                    <a:pt x="491" y="797"/>
                    <a:pt x="492" y="802"/>
                    <a:pt x="494" y="803"/>
                  </a:cubicBezTo>
                  <a:cubicBezTo>
                    <a:pt x="495" y="805"/>
                    <a:pt x="499" y="808"/>
                    <a:pt x="501" y="809"/>
                  </a:cubicBezTo>
                  <a:cubicBezTo>
                    <a:pt x="505" y="811"/>
                    <a:pt x="513" y="808"/>
                    <a:pt x="516" y="809"/>
                  </a:cubicBezTo>
                  <a:cubicBezTo>
                    <a:pt x="520" y="810"/>
                    <a:pt x="525" y="814"/>
                    <a:pt x="528" y="818"/>
                  </a:cubicBezTo>
                  <a:cubicBezTo>
                    <a:pt x="531" y="822"/>
                    <a:pt x="536" y="829"/>
                    <a:pt x="539" y="832"/>
                  </a:cubicBezTo>
                  <a:cubicBezTo>
                    <a:pt x="540" y="833"/>
                    <a:pt x="542" y="834"/>
                    <a:pt x="542" y="834"/>
                  </a:cubicBezTo>
                  <a:cubicBezTo>
                    <a:pt x="543" y="837"/>
                    <a:pt x="541" y="842"/>
                    <a:pt x="539" y="845"/>
                  </a:cubicBezTo>
                  <a:cubicBezTo>
                    <a:pt x="538" y="847"/>
                    <a:pt x="534" y="851"/>
                    <a:pt x="532" y="853"/>
                  </a:cubicBezTo>
                  <a:cubicBezTo>
                    <a:pt x="530" y="855"/>
                    <a:pt x="523" y="858"/>
                    <a:pt x="521" y="860"/>
                  </a:cubicBezTo>
                  <a:cubicBezTo>
                    <a:pt x="519" y="863"/>
                    <a:pt x="518" y="872"/>
                    <a:pt x="517" y="875"/>
                  </a:cubicBezTo>
                  <a:cubicBezTo>
                    <a:pt x="516" y="878"/>
                    <a:pt x="512" y="884"/>
                    <a:pt x="511" y="888"/>
                  </a:cubicBezTo>
                  <a:cubicBezTo>
                    <a:pt x="510" y="890"/>
                    <a:pt x="510" y="896"/>
                    <a:pt x="509" y="898"/>
                  </a:cubicBezTo>
                  <a:cubicBezTo>
                    <a:pt x="508" y="903"/>
                    <a:pt x="509" y="912"/>
                    <a:pt x="506" y="916"/>
                  </a:cubicBezTo>
                  <a:cubicBezTo>
                    <a:pt x="504" y="919"/>
                    <a:pt x="496" y="922"/>
                    <a:pt x="493" y="923"/>
                  </a:cubicBezTo>
                  <a:cubicBezTo>
                    <a:pt x="490" y="923"/>
                    <a:pt x="485" y="922"/>
                    <a:pt x="483" y="920"/>
                  </a:cubicBezTo>
                  <a:cubicBezTo>
                    <a:pt x="481" y="917"/>
                    <a:pt x="483" y="911"/>
                    <a:pt x="482" y="909"/>
                  </a:cubicBezTo>
                  <a:cubicBezTo>
                    <a:pt x="481" y="907"/>
                    <a:pt x="477" y="906"/>
                    <a:pt x="475" y="906"/>
                  </a:cubicBezTo>
                  <a:cubicBezTo>
                    <a:pt x="472" y="905"/>
                    <a:pt x="467" y="906"/>
                    <a:pt x="464" y="906"/>
                  </a:cubicBezTo>
                  <a:cubicBezTo>
                    <a:pt x="461" y="906"/>
                    <a:pt x="456" y="905"/>
                    <a:pt x="454" y="904"/>
                  </a:cubicBezTo>
                  <a:cubicBezTo>
                    <a:pt x="451" y="903"/>
                    <a:pt x="447" y="896"/>
                    <a:pt x="445" y="895"/>
                  </a:cubicBezTo>
                  <a:cubicBezTo>
                    <a:pt x="442" y="894"/>
                    <a:pt x="436" y="893"/>
                    <a:pt x="433" y="894"/>
                  </a:cubicBezTo>
                  <a:cubicBezTo>
                    <a:pt x="430" y="896"/>
                    <a:pt x="427" y="902"/>
                    <a:pt x="424" y="903"/>
                  </a:cubicBezTo>
                  <a:cubicBezTo>
                    <a:pt x="423" y="904"/>
                    <a:pt x="420" y="904"/>
                    <a:pt x="419" y="903"/>
                  </a:cubicBezTo>
                  <a:cubicBezTo>
                    <a:pt x="417" y="901"/>
                    <a:pt x="418" y="897"/>
                    <a:pt x="419" y="895"/>
                  </a:cubicBezTo>
                  <a:cubicBezTo>
                    <a:pt x="420" y="891"/>
                    <a:pt x="425" y="884"/>
                    <a:pt x="428" y="881"/>
                  </a:cubicBezTo>
                  <a:cubicBezTo>
                    <a:pt x="430" y="879"/>
                    <a:pt x="436" y="875"/>
                    <a:pt x="437" y="872"/>
                  </a:cubicBezTo>
                  <a:cubicBezTo>
                    <a:pt x="438" y="870"/>
                    <a:pt x="439" y="865"/>
                    <a:pt x="439" y="863"/>
                  </a:cubicBezTo>
                  <a:cubicBezTo>
                    <a:pt x="438" y="858"/>
                    <a:pt x="431" y="850"/>
                    <a:pt x="428" y="846"/>
                  </a:cubicBezTo>
                  <a:cubicBezTo>
                    <a:pt x="426" y="842"/>
                    <a:pt x="423" y="834"/>
                    <a:pt x="422" y="830"/>
                  </a:cubicBezTo>
                  <a:cubicBezTo>
                    <a:pt x="422" y="828"/>
                    <a:pt x="423" y="824"/>
                    <a:pt x="422" y="823"/>
                  </a:cubicBezTo>
                  <a:cubicBezTo>
                    <a:pt x="422" y="821"/>
                    <a:pt x="419" y="818"/>
                    <a:pt x="418" y="817"/>
                  </a:cubicBezTo>
                  <a:cubicBezTo>
                    <a:pt x="416" y="815"/>
                    <a:pt x="413" y="811"/>
                    <a:pt x="412" y="809"/>
                  </a:cubicBezTo>
                  <a:cubicBezTo>
                    <a:pt x="410" y="806"/>
                    <a:pt x="404" y="799"/>
                    <a:pt x="402" y="796"/>
                  </a:cubicBezTo>
                  <a:cubicBezTo>
                    <a:pt x="401" y="791"/>
                    <a:pt x="401" y="781"/>
                    <a:pt x="401" y="777"/>
                  </a:cubicBezTo>
                  <a:cubicBezTo>
                    <a:pt x="401" y="774"/>
                    <a:pt x="401" y="769"/>
                    <a:pt x="399" y="767"/>
                  </a:cubicBezTo>
                  <a:cubicBezTo>
                    <a:pt x="398" y="765"/>
                    <a:pt x="394" y="763"/>
                    <a:pt x="391" y="762"/>
                  </a:cubicBezTo>
                  <a:cubicBezTo>
                    <a:pt x="390" y="761"/>
                    <a:pt x="386" y="761"/>
                    <a:pt x="384" y="760"/>
                  </a:cubicBezTo>
                  <a:cubicBezTo>
                    <a:pt x="381" y="759"/>
                    <a:pt x="378" y="753"/>
                    <a:pt x="375" y="751"/>
                  </a:cubicBezTo>
                  <a:cubicBezTo>
                    <a:pt x="373" y="749"/>
                    <a:pt x="367" y="744"/>
                    <a:pt x="365" y="742"/>
                  </a:cubicBezTo>
                  <a:cubicBezTo>
                    <a:pt x="362" y="740"/>
                    <a:pt x="359" y="734"/>
                    <a:pt x="356" y="733"/>
                  </a:cubicBezTo>
                  <a:cubicBezTo>
                    <a:pt x="353" y="731"/>
                    <a:pt x="346" y="729"/>
                    <a:pt x="343" y="728"/>
                  </a:cubicBezTo>
                  <a:cubicBezTo>
                    <a:pt x="341" y="727"/>
                    <a:pt x="336" y="726"/>
                    <a:pt x="333" y="726"/>
                  </a:cubicBezTo>
                  <a:cubicBezTo>
                    <a:pt x="332" y="726"/>
                    <a:pt x="330" y="727"/>
                    <a:pt x="329" y="726"/>
                  </a:cubicBezTo>
                  <a:cubicBezTo>
                    <a:pt x="326" y="725"/>
                    <a:pt x="324" y="719"/>
                    <a:pt x="324" y="717"/>
                  </a:cubicBezTo>
                  <a:cubicBezTo>
                    <a:pt x="324" y="714"/>
                    <a:pt x="326" y="709"/>
                    <a:pt x="328" y="707"/>
                  </a:cubicBezTo>
                  <a:cubicBezTo>
                    <a:pt x="329" y="705"/>
                    <a:pt x="334" y="701"/>
                    <a:pt x="336" y="700"/>
                  </a:cubicBezTo>
                  <a:cubicBezTo>
                    <a:pt x="340" y="697"/>
                    <a:pt x="347" y="693"/>
                    <a:pt x="351" y="691"/>
                  </a:cubicBezTo>
                  <a:cubicBezTo>
                    <a:pt x="352" y="690"/>
                    <a:pt x="355" y="687"/>
                    <a:pt x="356" y="686"/>
                  </a:cubicBezTo>
                  <a:cubicBezTo>
                    <a:pt x="358" y="683"/>
                    <a:pt x="357" y="676"/>
                    <a:pt x="358" y="673"/>
                  </a:cubicBezTo>
                  <a:cubicBezTo>
                    <a:pt x="358" y="672"/>
                    <a:pt x="358" y="669"/>
                    <a:pt x="359" y="668"/>
                  </a:cubicBezTo>
                  <a:cubicBezTo>
                    <a:pt x="359" y="667"/>
                    <a:pt x="361" y="667"/>
                    <a:pt x="361" y="667"/>
                  </a:cubicBezTo>
                  <a:cubicBezTo>
                    <a:pt x="363" y="666"/>
                    <a:pt x="366" y="664"/>
                    <a:pt x="367" y="663"/>
                  </a:cubicBezTo>
                  <a:cubicBezTo>
                    <a:pt x="369" y="661"/>
                    <a:pt x="373" y="658"/>
                    <a:pt x="374" y="656"/>
                  </a:cubicBezTo>
                  <a:cubicBezTo>
                    <a:pt x="375" y="653"/>
                    <a:pt x="374" y="647"/>
                    <a:pt x="373" y="644"/>
                  </a:cubicBezTo>
                  <a:cubicBezTo>
                    <a:pt x="372" y="641"/>
                    <a:pt x="368" y="637"/>
                    <a:pt x="366" y="634"/>
                  </a:cubicBezTo>
                  <a:cubicBezTo>
                    <a:pt x="363" y="630"/>
                    <a:pt x="356" y="623"/>
                    <a:pt x="353" y="619"/>
                  </a:cubicBezTo>
                  <a:cubicBezTo>
                    <a:pt x="349" y="614"/>
                    <a:pt x="341" y="604"/>
                    <a:pt x="335" y="600"/>
                  </a:cubicBezTo>
                  <a:cubicBezTo>
                    <a:pt x="334" y="600"/>
                    <a:pt x="331" y="599"/>
                    <a:pt x="330" y="599"/>
                  </a:cubicBezTo>
                  <a:cubicBezTo>
                    <a:pt x="329" y="599"/>
                    <a:pt x="327" y="602"/>
                    <a:pt x="326" y="603"/>
                  </a:cubicBezTo>
                  <a:cubicBezTo>
                    <a:pt x="324" y="605"/>
                    <a:pt x="321" y="608"/>
                    <a:pt x="318" y="610"/>
                  </a:cubicBezTo>
                  <a:cubicBezTo>
                    <a:pt x="317" y="611"/>
                    <a:pt x="314" y="613"/>
                    <a:pt x="313" y="613"/>
                  </a:cubicBezTo>
                  <a:cubicBezTo>
                    <a:pt x="309" y="613"/>
                    <a:pt x="305" y="606"/>
                    <a:pt x="302" y="604"/>
                  </a:cubicBezTo>
                  <a:cubicBezTo>
                    <a:pt x="300" y="602"/>
                    <a:pt x="294" y="600"/>
                    <a:pt x="291" y="598"/>
                  </a:cubicBezTo>
                  <a:cubicBezTo>
                    <a:pt x="288" y="596"/>
                    <a:pt x="283" y="590"/>
                    <a:pt x="279" y="590"/>
                  </a:cubicBezTo>
                  <a:cubicBezTo>
                    <a:pt x="273" y="590"/>
                    <a:pt x="266" y="606"/>
                    <a:pt x="259" y="607"/>
                  </a:cubicBezTo>
                  <a:cubicBezTo>
                    <a:pt x="257" y="608"/>
                    <a:pt x="252" y="604"/>
                    <a:pt x="249" y="603"/>
                  </a:cubicBezTo>
                  <a:cubicBezTo>
                    <a:pt x="248" y="602"/>
                    <a:pt x="244" y="601"/>
                    <a:pt x="243" y="600"/>
                  </a:cubicBezTo>
                  <a:cubicBezTo>
                    <a:pt x="241" y="599"/>
                    <a:pt x="237" y="595"/>
                    <a:pt x="235" y="594"/>
                  </a:cubicBezTo>
                  <a:cubicBezTo>
                    <a:pt x="232" y="593"/>
                    <a:pt x="225" y="594"/>
                    <a:pt x="222" y="593"/>
                  </a:cubicBezTo>
                  <a:cubicBezTo>
                    <a:pt x="219" y="592"/>
                    <a:pt x="214" y="589"/>
                    <a:pt x="212" y="587"/>
                  </a:cubicBezTo>
                  <a:cubicBezTo>
                    <a:pt x="210" y="585"/>
                    <a:pt x="206" y="582"/>
                    <a:pt x="204" y="581"/>
                  </a:cubicBezTo>
                  <a:cubicBezTo>
                    <a:pt x="202" y="579"/>
                    <a:pt x="196" y="579"/>
                    <a:pt x="194" y="578"/>
                  </a:cubicBezTo>
                  <a:cubicBezTo>
                    <a:pt x="192" y="578"/>
                    <a:pt x="187" y="579"/>
                    <a:pt x="185" y="577"/>
                  </a:cubicBezTo>
                  <a:cubicBezTo>
                    <a:pt x="182" y="575"/>
                    <a:pt x="181" y="567"/>
                    <a:pt x="179" y="563"/>
                  </a:cubicBezTo>
                  <a:cubicBezTo>
                    <a:pt x="176" y="559"/>
                    <a:pt x="166" y="553"/>
                    <a:pt x="164" y="548"/>
                  </a:cubicBezTo>
                  <a:cubicBezTo>
                    <a:pt x="162" y="545"/>
                    <a:pt x="164" y="537"/>
                    <a:pt x="162" y="534"/>
                  </a:cubicBezTo>
                  <a:cubicBezTo>
                    <a:pt x="161" y="531"/>
                    <a:pt x="153" y="526"/>
                    <a:pt x="150" y="523"/>
                  </a:cubicBezTo>
                  <a:cubicBezTo>
                    <a:pt x="145" y="516"/>
                    <a:pt x="135" y="501"/>
                    <a:pt x="130" y="494"/>
                  </a:cubicBezTo>
                  <a:cubicBezTo>
                    <a:pt x="128" y="489"/>
                    <a:pt x="123" y="479"/>
                    <a:pt x="119" y="476"/>
                  </a:cubicBezTo>
                  <a:cubicBezTo>
                    <a:pt x="114" y="472"/>
                    <a:pt x="103" y="468"/>
                    <a:pt x="98" y="465"/>
                  </a:cubicBezTo>
                  <a:cubicBezTo>
                    <a:pt x="93" y="462"/>
                    <a:pt x="82" y="456"/>
                    <a:pt x="77" y="453"/>
                  </a:cubicBezTo>
                  <a:cubicBezTo>
                    <a:pt x="73" y="450"/>
                    <a:pt x="64" y="443"/>
                    <a:pt x="61" y="439"/>
                  </a:cubicBezTo>
                  <a:cubicBezTo>
                    <a:pt x="59" y="437"/>
                    <a:pt x="58" y="431"/>
                    <a:pt x="58" y="428"/>
                  </a:cubicBezTo>
                  <a:cubicBezTo>
                    <a:pt x="58" y="427"/>
                    <a:pt x="59" y="423"/>
                    <a:pt x="59" y="421"/>
                  </a:cubicBezTo>
                  <a:cubicBezTo>
                    <a:pt x="59" y="418"/>
                    <a:pt x="57" y="411"/>
                    <a:pt x="55" y="408"/>
                  </a:cubicBezTo>
                  <a:cubicBezTo>
                    <a:pt x="52" y="403"/>
                    <a:pt x="44" y="396"/>
                    <a:pt x="42" y="391"/>
                  </a:cubicBezTo>
                  <a:cubicBezTo>
                    <a:pt x="41" y="386"/>
                    <a:pt x="43" y="378"/>
                    <a:pt x="45" y="374"/>
                  </a:cubicBezTo>
                  <a:cubicBezTo>
                    <a:pt x="47" y="370"/>
                    <a:pt x="53" y="364"/>
                    <a:pt x="56" y="361"/>
                  </a:cubicBezTo>
                  <a:cubicBezTo>
                    <a:pt x="59" y="357"/>
                    <a:pt x="64" y="347"/>
                    <a:pt x="65" y="342"/>
                  </a:cubicBezTo>
                  <a:cubicBezTo>
                    <a:pt x="67" y="338"/>
                    <a:pt x="68" y="328"/>
                    <a:pt x="68" y="323"/>
                  </a:cubicBezTo>
                  <a:cubicBezTo>
                    <a:pt x="68" y="317"/>
                    <a:pt x="66" y="304"/>
                    <a:pt x="66" y="298"/>
                  </a:cubicBezTo>
                  <a:cubicBezTo>
                    <a:pt x="66" y="292"/>
                    <a:pt x="66" y="281"/>
                    <a:pt x="66" y="275"/>
                  </a:cubicBezTo>
                  <a:cubicBezTo>
                    <a:pt x="66" y="270"/>
                    <a:pt x="66" y="260"/>
                    <a:pt x="66" y="254"/>
                  </a:cubicBezTo>
                  <a:cubicBezTo>
                    <a:pt x="66" y="250"/>
                    <a:pt x="68" y="240"/>
                    <a:pt x="68" y="235"/>
                  </a:cubicBezTo>
                  <a:cubicBezTo>
                    <a:pt x="67" y="233"/>
                    <a:pt x="67" y="228"/>
                    <a:pt x="66" y="225"/>
                  </a:cubicBezTo>
                  <a:cubicBezTo>
                    <a:pt x="64" y="219"/>
                    <a:pt x="59" y="207"/>
                    <a:pt x="54" y="203"/>
                  </a:cubicBezTo>
                  <a:cubicBezTo>
                    <a:pt x="51" y="201"/>
                    <a:pt x="43" y="198"/>
                    <a:pt x="39" y="198"/>
                  </a:cubicBezTo>
                  <a:cubicBezTo>
                    <a:pt x="35" y="198"/>
                    <a:pt x="26" y="200"/>
                    <a:pt x="22" y="201"/>
                  </a:cubicBezTo>
                  <a:cubicBezTo>
                    <a:pt x="16" y="203"/>
                    <a:pt x="0" y="211"/>
                    <a:pt x="0" y="211"/>
                  </a:cubicBezTo>
                  <a:cubicBezTo>
                    <a:pt x="0" y="211"/>
                    <a:pt x="5" y="195"/>
                    <a:pt x="6" y="189"/>
                  </a:cubicBezTo>
                  <a:cubicBezTo>
                    <a:pt x="6" y="187"/>
                    <a:pt x="6" y="182"/>
                    <a:pt x="6" y="179"/>
                  </a:cubicBezTo>
                  <a:cubicBezTo>
                    <a:pt x="6" y="175"/>
                    <a:pt x="2" y="166"/>
                    <a:pt x="5" y="164"/>
                  </a:cubicBezTo>
                  <a:cubicBezTo>
                    <a:pt x="6" y="163"/>
                    <a:pt x="10" y="166"/>
                    <a:pt x="12" y="166"/>
                  </a:cubicBezTo>
                  <a:cubicBezTo>
                    <a:pt x="16" y="166"/>
                    <a:pt x="22" y="166"/>
                    <a:pt x="26" y="166"/>
                  </a:cubicBezTo>
                  <a:cubicBezTo>
                    <a:pt x="28" y="166"/>
                    <a:pt x="34" y="167"/>
                    <a:pt x="36" y="167"/>
                  </a:cubicBezTo>
                  <a:cubicBezTo>
                    <a:pt x="38" y="167"/>
                    <a:pt x="41" y="166"/>
                    <a:pt x="42" y="165"/>
                  </a:cubicBezTo>
                  <a:cubicBezTo>
                    <a:pt x="44" y="164"/>
                    <a:pt x="45" y="160"/>
                    <a:pt x="46" y="157"/>
                  </a:cubicBezTo>
                  <a:cubicBezTo>
                    <a:pt x="47" y="155"/>
                    <a:pt x="48" y="150"/>
                    <a:pt x="50" y="148"/>
                  </a:cubicBezTo>
                  <a:cubicBezTo>
                    <a:pt x="52" y="145"/>
                    <a:pt x="60" y="140"/>
                    <a:pt x="62" y="136"/>
                  </a:cubicBezTo>
                  <a:cubicBezTo>
                    <a:pt x="64" y="134"/>
                    <a:pt x="68" y="125"/>
                    <a:pt x="68" y="125"/>
                  </a:cubicBezTo>
                  <a:cubicBezTo>
                    <a:pt x="68" y="125"/>
                    <a:pt x="78" y="125"/>
                    <a:pt x="81" y="124"/>
                  </a:cubicBezTo>
                  <a:cubicBezTo>
                    <a:pt x="86" y="123"/>
                    <a:pt x="95" y="121"/>
                    <a:pt x="99" y="118"/>
                  </a:cubicBezTo>
                  <a:cubicBezTo>
                    <a:pt x="100" y="117"/>
                    <a:pt x="102" y="114"/>
                    <a:pt x="103" y="113"/>
                  </a:cubicBezTo>
                  <a:cubicBezTo>
                    <a:pt x="104" y="111"/>
                    <a:pt x="104" y="106"/>
                    <a:pt x="104" y="104"/>
                  </a:cubicBezTo>
                  <a:cubicBezTo>
                    <a:pt x="104" y="100"/>
                    <a:pt x="101" y="93"/>
                    <a:pt x="102" y="89"/>
                  </a:cubicBezTo>
                  <a:cubicBezTo>
                    <a:pt x="102" y="86"/>
                    <a:pt x="105" y="80"/>
                    <a:pt x="107" y="77"/>
                  </a:cubicBezTo>
                  <a:cubicBezTo>
                    <a:pt x="109" y="74"/>
                    <a:pt x="114" y="68"/>
                    <a:pt x="118" y="66"/>
                  </a:cubicBezTo>
                  <a:cubicBezTo>
                    <a:pt x="122" y="64"/>
                    <a:pt x="132" y="62"/>
                    <a:pt x="137" y="62"/>
                  </a:cubicBezTo>
                  <a:cubicBezTo>
                    <a:pt x="140" y="63"/>
                    <a:pt x="148" y="64"/>
                    <a:pt x="152" y="66"/>
                  </a:cubicBezTo>
                  <a:cubicBezTo>
                    <a:pt x="154" y="67"/>
                    <a:pt x="157" y="71"/>
                    <a:pt x="159" y="71"/>
                  </a:cubicBezTo>
                  <a:cubicBezTo>
                    <a:pt x="165" y="74"/>
                    <a:pt x="179" y="72"/>
                    <a:pt x="185" y="74"/>
                  </a:cubicBezTo>
                  <a:cubicBezTo>
                    <a:pt x="187" y="75"/>
                    <a:pt x="192" y="76"/>
                    <a:pt x="194" y="78"/>
                  </a:cubicBezTo>
                  <a:cubicBezTo>
                    <a:pt x="196" y="79"/>
                    <a:pt x="197" y="83"/>
                    <a:pt x="198" y="84"/>
                  </a:cubicBezTo>
                  <a:cubicBezTo>
                    <a:pt x="202" y="86"/>
                    <a:pt x="210" y="84"/>
                    <a:pt x="213" y="83"/>
                  </a:cubicBezTo>
                  <a:cubicBezTo>
                    <a:pt x="216" y="82"/>
                    <a:pt x="222" y="77"/>
                    <a:pt x="224" y="74"/>
                  </a:cubicBezTo>
                  <a:cubicBezTo>
                    <a:pt x="226" y="72"/>
                    <a:pt x="229" y="65"/>
                    <a:pt x="229" y="65"/>
                  </a:cubicBezTo>
                  <a:cubicBezTo>
                    <a:pt x="243" y="68"/>
                    <a:pt x="243" y="68"/>
                    <a:pt x="243" y="68"/>
                  </a:cubicBezTo>
                  <a:cubicBezTo>
                    <a:pt x="243" y="68"/>
                    <a:pt x="253" y="73"/>
                    <a:pt x="257" y="74"/>
                  </a:cubicBezTo>
                  <a:cubicBezTo>
                    <a:pt x="260" y="75"/>
                    <a:pt x="267" y="75"/>
                    <a:pt x="270" y="75"/>
                  </a:cubicBezTo>
                  <a:cubicBezTo>
                    <a:pt x="273" y="75"/>
                    <a:pt x="279" y="72"/>
                    <a:pt x="282" y="72"/>
                  </a:cubicBezTo>
                  <a:cubicBezTo>
                    <a:pt x="287" y="72"/>
                    <a:pt x="295" y="74"/>
                    <a:pt x="299" y="75"/>
                  </a:cubicBezTo>
                  <a:cubicBezTo>
                    <a:pt x="301" y="76"/>
                    <a:pt x="305" y="78"/>
                    <a:pt x="307" y="80"/>
                  </a:cubicBezTo>
                  <a:cubicBezTo>
                    <a:pt x="309" y="81"/>
                    <a:pt x="315" y="85"/>
                    <a:pt x="318" y="86"/>
                  </a:cubicBezTo>
                  <a:cubicBezTo>
                    <a:pt x="321" y="87"/>
                    <a:pt x="327" y="89"/>
                    <a:pt x="330" y="88"/>
                  </a:cubicBezTo>
                  <a:cubicBezTo>
                    <a:pt x="334" y="87"/>
                    <a:pt x="339" y="79"/>
                    <a:pt x="343" y="78"/>
                  </a:cubicBezTo>
                  <a:cubicBezTo>
                    <a:pt x="345" y="78"/>
                    <a:pt x="347" y="81"/>
                    <a:pt x="348" y="81"/>
                  </a:cubicBezTo>
                  <a:cubicBezTo>
                    <a:pt x="350" y="82"/>
                    <a:pt x="354" y="81"/>
                    <a:pt x="355" y="81"/>
                  </a:cubicBezTo>
                  <a:cubicBezTo>
                    <a:pt x="359" y="81"/>
                    <a:pt x="365" y="78"/>
                    <a:pt x="369" y="78"/>
                  </a:cubicBezTo>
                  <a:cubicBezTo>
                    <a:pt x="372" y="77"/>
                    <a:pt x="379" y="76"/>
                    <a:pt x="382" y="75"/>
                  </a:cubicBezTo>
                  <a:cubicBezTo>
                    <a:pt x="385" y="75"/>
                    <a:pt x="390" y="72"/>
                    <a:pt x="392" y="71"/>
                  </a:cubicBezTo>
                  <a:cubicBezTo>
                    <a:pt x="394" y="70"/>
                    <a:pt x="399" y="66"/>
                    <a:pt x="401" y="64"/>
                  </a:cubicBezTo>
                  <a:cubicBezTo>
                    <a:pt x="404" y="62"/>
                    <a:pt x="409" y="59"/>
                    <a:pt x="410" y="56"/>
                  </a:cubicBezTo>
                  <a:cubicBezTo>
                    <a:pt x="411" y="54"/>
                    <a:pt x="411" y="49"/>
                    <a:pt x="411" y="47"/>
                  </a:cubicBezTo>
                  <a:cubicBezTo>
                    <a:pt x="410" y="45"/>
                    <a:pt x="408" y="42"/>
                    <a:pt x="408" y="41"/>
                  </a:cubicBezTo>
                  <a:cubicBezTo>
                    <a:pt x="406" y="37"/>
                    <a:pt x="401" y="30"/>
                    <a:pt x="401" y="27"/>
                  </a:cubicBezTo>
                  <a:cubicBezTo>
                    <a:pt x="401" y="24"/>
                    <a:pt x="403" y="20"/>
                    <a:pt x="405" y="18"/>
                  </a:cubicBezTo>
                  <a:cubicBezTo>
                    <a:pt x="407" y="15"/>
                    <a:pt x="413" y="10"/>
                    <a:pt x="416" y="9"/>
                  </a:cubicBezTo>
                  <a:cubicBezTo>
                    <a:pt x="421" y="7"/>
                    <a:pt x="432" y="9"/>
                    <a:pt x="437" y="7"/>
                  </a:cubicBezTo>
                  <a:cubicBezTo>
                    <a:pt x="439" y="6"/>
                    <a:pt x="442" y="4"/>
                    <a:pt x="443" y="3"/>
                  </a:cubicBezTo>
                  <a:cubicBezTo>
                    <a:pt x="444" y="2"/>
                    <a:pt x="444" y="0"/>
                    <a:pt x="445" y="0"/>
                  </a:cubicBezTo>
                  <a:cubicBezTo>
                    <a:pt x="448" y="1"/>
                    <a:pt x="447" y="9"/>
                    <a:pt x="447" y="11"/>
                  </a:cubicBezTo>
                  <a:cubicBezTo>
                    <a:pt x="448" y="15"/>
                    <a:pt x="448" y="24"/>
                    <a:pt x="449" y="28"/>
                  </a:cubicBezTo>
                  <a:cubicBezTo>
                    <a:pt x="449" y="31"/>
                    <a:pt x="450" y="36"/>
                    <a:pt x="450" y="39"/>
                  </a:cubicBezTo>
                  <a:cubicBezTo>
                    <a:pt x="451" y="41"/>
                    <a:pt x="451" y="46"/>
                    <a:pt x="452" y="47"/>
                  </a:cubicBezTo>
                  <a:cubicBezTo>
                    <a:pt x="455" y="49"/>
                    <a:pt x="462" y="49"/>
                    <a:pt x="465" y="49"/>
                  </a:cubicBezTo>
                  <a:cubicBezTo>
                    <a:pt x="469" y="48"/>
                    <a:pt x="477" y="43"/>
                    <a:pt x="481" y="44"/>
                  </a:cubicBezTo>
                  <a:cubicBezTo>
                    <a:pt x="483" y="45"/>
                    <a:pt x="486" y="49"/>
                    <a:pt x="488" y="51"/>
                  </a:cubicBezTo>
                  <a:cubicBezTo>
                    <a:pt x="491" y="54"/>
                    <a:pt x="495" y="62"/>
                    <a:pt x="499" y="65"/>
                  </a:cubicBezTo>
                  <a:cubicBezTo>
                    <a:pt x="502" y="67"/>
                    <a:pt x="509" y="67"/>
                    <a:pt x="512" y="68"/>
                  </a:cubicBezTo>
                  <a:cubicBezTo>
                    <a:pt x="513" y="68"/>
                    <a:pt x="515" y="69"/>
                    <a:pt x="516" y="70"/>
                  </a:cubicBezTo>
                  <a:cubicBezTo>
                    <a:pt x="517" y="71"/>
                    <a:pt x="518" y="75"/>
                    <a:pt x="518" y="77"/>
                  </a:cubicBezTo>
                  <a:cubicBezTo>
                    <a:pt x="517" y="81"/>
                    <a:pt x="510" y="86"/>
                    <a:pt x="507" y="88"/>
                  </a:cubicBezTo>
                  <a:cubicBezTo>
                    <a:pt x="505" y="90"/>
                    <a:pt x="501" y="92"/>
                    <a:pt x="500" y="94"/>
                  </a:cubicBezTo>
                  <a:cubicBezTo>
                    <a:pt x="496" y="100"/>
                    <a:pt x="497" y="113"/>
                    <a:pt x="497" y="119"/>
                  </a:cubicBezTo>
                  <a:cubicBezTo>
                    <a:pt x="497" y="124"/>
                    <a:pt x="497" y="133"/>
                    <a:pt x="498" y="137"/>
                  </a:cubicBezTo>
                  <a:cubicBezTo>
                    <a:pt x="499" y="143"/>
                    <a:pt x="505" y="153"/>
                    <a:pt x="508" y="159"/>
                  </a:cubicBezTo>
                  <a:cubicBezTo>
                    <a:pt x="509" y="162"/>
                    <a:pt x="514" y="169"/>
                    <a:pt x="516" y="172"/>
                  </a:cubicBezTo>
                  <a:cubicBezTo>
                    <a:pt x="519" y="175"/>
                    <a:pt x="524" y="181"/>
                    <a:pt x="528" y="183"/>
                  </a:cubicBezTo>
                  <a:cubicBezTo>
                    <a:pt x="529" y="184"/>
                    <a:pt x="533" y="183"/>
                    <a:pt x="535" y="184"/>
                  </a:cubicBezTo>
                  <a:cubicBezTo>
                    <a:pt x="538" y="184"/>
                    <a:pt x="545" y="186"/>
                    <a:pt x="547" y="188"/>
                  </a:cubicBezTo>
                  <a:cubicBezTo>
                    <a:pt x="551" y="190"/>
                    <a:pt x="558" y="196"/>
                    <a:pt x="559" y="201"/>
                  </a:cubicBezTo>
                  <a:cubicBezTo>
                    <a:pt x="560" y="205"/>
                    <a:pt x="559" y="215"/>
                    <a:pt x="557" y="219"/>
                  </a:cubicBezTo>
                  <a:cubicBezTo>
                    <a:pt x="556" y="223"/>
                    <a:pt x="551" y="228"/>
                    <a:pt x="551" y="232"/>
                  </a:cubicBezTo>
                  <a:cubicBezTo>
                    <a:pt x="550" y="235"/>
                    <a:pt x="552" y="241"/>
                    <a:pt x="553" y="244"/>
                  </a:cubicBezTo>
                  <a:cubicBezTo>
                    <a:pt x="555" y="247"/>
                    <a:pt x="562" y="252"/>
                    <a:pt x="563" y="256"/>
                  </a:cubicBezTo>
                  <a:cubicBezTo>
                    <a:pt x="564" y="258"/>
                    <a:pt x="562" y="264"/>
                    <a:pt x="561" y="266"/>
                  </a:cubicBezTo>
                  <a:cubicBezTo>
                    <a:pt x="560" y="270"/>
                    <a:pt x="557" y="277"/>
                    <a:pt x="556" y="280"/>
                  </a:cubicBezTo>
                  <a:cubicBezTo>
                    <a:pt x="555" y="284"/>
                    <a:pt x="555" y="292"/>
                    <a:pt x="555" y="295"/>
                  </a:cubicBezTo>
                  <a:cubicBezTo>
                    <a:pt x="556" y="301"/>
                    <a:pt x="560" y="311"/>
                    <a:pt x="559" y="316"/>
                  </a:cubicBezTo>
                  <a:cubicBezTo>
                    <a:pt x="559" y="319"/>
                    <a:pt x="554" y="325"/>
                    <a:pt x="552" y="328"/>
                  </a:cubicBezTo>
                  <a:cubicBezTo>
                    <a:pt x="550" y="330"/>
                    <a:pt x="546" y="332"/>
                    <a:pt x="544" y="334"/>
                  </a:cubicBezTo>
                  <a:cubicBezTo>
                    <a:pt x="543" y="337"/>
                    <a:pt x="541" y="342"/>
                    <a:pt x="540" y="345"/>
                  </a:cubicBezTo>
                  <a:cubicBezTo>
                    <a:pt x="539" y="349"/>
                    <a:pt x="542" y="359"/>
                    <a:pt x="541" y="363"/>
                  </a:cubicBezTo>
                  <a:cubicBezTo>
                    <a:pt x="540" y="368"/>
                    <a:pt x="537" y="376"/>
                    <a:pt x="535" y="380"/>
                  </a:cubicBezTo>
                  <a:cubicBezTo>
                    <a:pt x="534" y="383"/>
                    <a:pt x="529" y="388"/>
                    <a:pt x="529" y="391"/>
                  </a:cubicBezTo>
                  <a:cubicBezTo>
                    <a:pt x="529" y="394"/>
                    <a:pt x="532" y="400"/>
                    <a:pt x="534" y="404"/>
                  </a:cubicBezTo>
                  <a:cubicBezTo>
                    <a:pt x="536" y="408"/>
                    <a:pt x="542" y="417"/>
                    <a:pt x="544" y="421"/>
                  </a:cubicBezTo>
                  <a:cubicBezTo>
                    <a:pt x="546" y="426"/>
                    <a:pt x="550" y="434"/>
                    <a:pt x="551" y="439"/>
                  </a:cubicBezTo>
                  <a:cubicBezTo>
                    <a:pt x="551" y="444"/>
                    <a:pt x="548" y="452"/>
                    <a:pt x="548" y="457"/>
                  </a:cubicBezTo>
                  <a:cubicBezTo>
                    <a:pt x="548" y="460"/>
                    <a:pt x="549" y="467"/>
                    <a:pt x="551" y="470"/>
                  </a:cubicBezTo>
                  <a:cubicBezTo>
                    <a:pt x="554" y="475"/>
                    <a:pt x="564" y="479"/>
                    <a:pt x="568" y="483"/>
                  </a:cubicBezTo>
                  <a:cubicBezTo>
                    <a:pt x="571" y="485"/>
                    <a:pt x="578" y="491"/>
                    <a:pt x="580" y="494"/>
                  </a:cubicBezTo>
                  <a:cubicBezTo>
                    <a:pt x="584" y="499"/>
                    <a:pt x="591" y="510"/>
                    <a:pt x="595" y="515"/>
                  </a:cubicBezTo>
                  <a:cubicBezTo>
                    <a:pt x="598" y="518"/>
                    <a:pt x="608" y="528"/>
                    <a:pt x="608" y="528"/>
                  </a:cubicBezTo>
                  <a:close/>
                  <a:moveTo>
                    <a:pt x="474" y="738"/>
                  </a:moveTo>
                  <a:cubicBezTo>
                    <a:pt x="475" y="737"/>
                    <a:pt x="474" y="734"/>
                    <a:pt x="474" y="733"/>
                  </a:cubicBezTo>
                  <a:cubicBezTo>
                    <a:pt x="473" y="732"/>
                    <a:pt x="471" y="732"/>
                    <a:pt x="471" y="732"/>
                  </a:cubicBezTo>
                  <a:cubicBezTo>
                    <a:pt x="468" y="732"/>
                    <a:pt x="466" y="736"/>
                    <a:pt x="465" y="738"/>
                  </a:cubicBezTo>
                  <a:cubicBezTo>
                    <a:pt x="464" y="739"/>
                    <a:pt x="461" y="742"/>
                    <a:pt x="461" y="744"/>
                  </a:cubicBezTo>
                  <a:cubicBezTo>
                    <a:pt x="461" y="745"/>
                    <a:pt x="463" y="747"/>
                    <a:pt x="465" y="747"/>
                  </a:cubicBezTo>
                  <a:cubicBezTo>
                    <a:pt x="466" y="748"/>
                    <a:pt x="468" y="747"/>
                    <a:pt x="468" y="747"/>
                  </a:cubicBezTo>
                  <a:cubicBezTo>
                    <a:pt x="469" y="746"/>
                    <a:pt x="471" y="744"/>
                    <a:pt x="471" y="743"/>
                  </a:cubicBezTo>
                  <a:cubicBezTo>
                    <a:pt x="472" y="742"/>
                    <a:pt x="474" y="740"/>
                    <a:pt x="474" y="738"/>
                  </a:cubicBezTo>
                  <a:close/>
                </a:path>
              </a:pathLst>
            </a:custGeom>
            <a:solidFill>
              <a:schemeClr val="accent2"/>
            </a:solid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45"/>
            <p:cNvSpPr>
              <a:spLocks/>
            </p:cNvSpPr>
            <p:nvPr/>
          </p:nvSpPr>
          <p:spPr bwMode="auto">
            <a:xfrm>
              <a:off x="4735513" y="2693988"/>
              <a:ext cx="569913" cy="688975"/>
            </a:xfrm>
            <a:custGeom>
              <a:avLst/>
              <a:gdLst/>
              <a:ahLst/>
              <a:cxnLst>
                <a:cxn ang="0">
                  <a:pos x="355" y="221"/>
                </a:cxn>
                <a:cxn ang="0">
                  <a:pos x="342" y="249"/>
                </a:cxn>
                <a:cxn ang="0">
                  <a:pos x="323" y="290"/>
                </a:cxn>
                <a:cxn ang="0">
                  <a:pos x="294" y="288"/>
                </a:cxn>
                <a:cxn ang="0">
                  <a:pos x="275" y="316"/>
                </a:cxn>
                <a:cxn ang="0">
                  <a:pos x="230" y="337"/>
                </a:cxn>
                <a:cxn ang="0">
                  <a:pos x="216" y="364"/>
                </a:cxn>
                <a:cxn ang="0">
                  <a:pos x="208" y="395"/>
                </a:cxn>
                <a:cxn ang="0">
                  <a:pos x="230" y="448"/>
                </a:cxn>
                <a:cxn ang="0">
                  <a:pos x="209" y="488"/>
                </a:cxn>
                <a:cxn ang="0">
                  <a:pos x="181" y="479"/>
                </a:cxn>
                <a:cxn ang="0">
                  <a:pos x="133" y="467"/>
                </a:cxn>
                <a:cxn ang="0">
                  <a:pos x="98" y="494"/>
                </a:cxn>
                <a:cxn ang="0">
                  <a:pos x="95" y="523"/>
                </a:cxn>
                <a:cxn ang="0">
                  <a:pos x="54" y="528"/>
                </a:cxn>
                <a:cxn ang="0">
                  <a:pos x="34" y="512"/>
                </a:cxn>
                <a:cxn ang="0">
                  <a:pos x="18" y="481"/>
                </a:cxn>
                <a:cxn ang="0">
                  <a:pos x="28" y="436"/>
                </a:cxn>
                <a:cxn ang="0">
                  <a:pos x="21" y="386"/>
                </a:cxn>
                <a:cxn ang="0">
                  <a:pos x="5" y="364"/>
                </a:cxn>
                <a:cxn ang="0">
                  <a:pos x="9" y="346"/>
                </a:cxn>
                <a:cxn ang="0">
                  <a:pos x="38" y="352"/>
                </a:cxn>
                <a:cxn ang="0">
                  <a:pos x="47" y="332"/>
                </a:cxn>
                <a:cxn ang="0">
                  <a:pos x="37" y="296"/>
                </a:cxn>
                <a:cxn ang="0">
                  <a:pos x="43" y="257"/>
                </a:cxn>
                <a:cxn ang="0">
                  <a:pos x="64" y="258"/>
                </a:cxn>
                <a:cxn ang="0">
                  <a:pos x="78" y="247"/>
                </a:cxn>
                <a:cxn ang="0">
                  <a:pos x="69" y="228"/>
                </a:cxn>
                <a:cxn ang="0">
                  <a:pos x="61" y="221"/>
                </a:cxn>
                <a:cxn ang="0">
                  <a:pos x="64" y="209"/>
                </a:cxn>
                <a:cxn ang="0">
                  <a:pos x="74" y="180"/>
                </a:cxn>
                <a:cxn ang="0">
                  <a:pos x="79" y="161"/>
                </a:cxn>
                <a:cxn ang="0">
                  <a:pos x="59" y="136"/>
                </a:cxn>
                <a:cxn ang="0">
                  <a:pos x="60" y="118"/>
                </a:cxn>
                <a:cxn ang="0">
                  <a:pos x="61" y="101"/>
                </a:cxn>
                <a:cxn ang="0">
                  <a:pos x="94" y="85"/>
                </a:cxn>
                <a:cxn ang="0">
                  <a:pos x="118" y="70"/>
                </a:cxn>
                <a:cxn ang="0">
                  <a:pos x="143" y="45"/>
                </a:cxn>
                <a:cxn ang="0">
                  <a:pos x="148" y="20"/>
                </a:cxn>
                <a:cxn ang="0">
                  <a:pos x="150" y="4"/>
                </a:cxn>
                <a:cxn ang="0">
                  <a:pos x="167" y="31"/>
                </a:cxn>
                <a:cxn ang="0">
                  <a:pos x="197" y="54"/>
                </a:cxn>
                <a:cxn ang="0">
                  <a:pos x="233" y="48"/>
                </a:cxn>
                <a:cxn ang="0">
                  <a:pos x="240" y="90"/>
                </a:cxn>
                <a:cxn ang="0">
                  <a:pos x="267" y="72"/>
                </a:cxn>
                <a:cxn ang="0">
                  <a:pos x="293" y="65"/>
                </a:cxn>
                <a:cxn ang="0">
                  <a:pos x="312" y="66"/>
                </a:cxn>
                <a:cxn ang="0">
                  <a:pos x="336" y="65"/>
                </a:cxn>
                <a:cxn ang="0">
                  <a:pos x="336" y="94"/>
                </a:cxn>
                <a:cxn ang="0">
                  <a:pos x="352" y="125"/>
                </a:cxn>
                <a:cxn ang="0">
                  <a:pos x="366" y="110"/>
                </a:cxn>
                <a:cxn ang="0">
                  <a:pos x="426" y="95"/>
                </a:cxn>
                <a:cxn ang="0">
                  <a:pos x="437" y="133"/>
                </a:cxn>
                <a:cxn ang="0">
                  <a:pos x="398" y="160"/>
                </a:cxn>
                <a:cxn ang="0">
                  <a:pos x="369" y="173"/>
                </a:cxn>
                <a:cxn ang="0">
                  <a:pos x="379" y="206"/>
                </a:cxn>
              </a:cxnLst>
              <a:rect l="0" t="0" r="r" b="b"/>
              <a:pathLst>
                <a:path w="438" h="530">
                  <a:moveTo>
                    <a:pt x="379" y="206"/>
                  </a:moveTo>
                  <a:cubicBezTo>
                    <a:pt x="379" y="206"/>
                    <a:pt x="369" y="218"/>
                    <a:pt x="365" y="220"/>
                  </a:cubicBezTo>
                  <a:cubicBezTo>
                    <a:pt x="363" y="221"/>
                    <a:pt x="357" y="221"/>
                    <a:pt x="355" y="221"/>
                  </a:cubicBezTo>
                  <a:cubicBezTo>
                    <a:pt x="352" y="222"/>
                    <a:pt x="347" y="224"/>
                    <a:pt x="345" y="226"/>
                  </a:cubicBezTo>
                  <a:cubicBezTo>
                    <a:pt x="343" y="227"/>
                    <a:pt x="339" y="230"/>
                    <a:pt x="338" y="232"/>
                  </a:cubicBezTo>
                  <a:cubicBezTo>
                    <a:pt x="336" y="236"/>
                    <a:pt x="343" y="245"/>
                    <a:pt x="342" y="249"/>
                  </a:cubicBezTo>
                  <a:cubicBezTo>
                    <a:pt x="342" y="253"/>
                    <a:pt x="339" y="261"/>
                    <a:pt x="337" y="264"/>
                  </a:cubicBezTo>
                  <a:cubicBezTo>
                    <a:pt x="335" y="267"/>
                    <a:pt x="328" y="272"/>
                    <a:pt x="326" y="275"/>
                  </a:cubicBezTo>
                  <a:cubicBezTo>
                    <a:pt x="324" y="279"/>
                    <a:pt x="325" y="287"/>
                    <a:pt x="323" y="290"/>
                  </a:cubicBezTo>
                  <a:cubicBezTo>
                    <a:pt x="321" y="293"/>
                    <a:pt x="316" y="299"/>
                    <a:pt x="313" y="300"/>
                  </a:cubicBezTo>
                  <a:cubicBezTo>
                    <a:pt x="310" y="301"/>
                    <a:pt x="303" y="301"/>
                    <a:pt x="300" y="299"/>
                  </a:cubicBezTo>
                  <a:cubicBezTo>
                    <a:pt x="297" y="297"/>
                    <a:pt x="297" y="289"/>
                    <a:pt x="294" y="288"/>
                  </a:cubicBezTo>
                  <a:cubicBezTo>
                    <a:pt x="291" y="287"/>
                    <a:pt x="284" y="287"/>
                    <a:pt x="282" y="289"/>
                  </a:cubicBezTo>
                  <a:cubicBezTo>
                    <a:pt x="280" y="291"/>
                    <a:pt x="280" y="296"/>
                    <a:pt x="280" y="298"/>
                  </a:cubicBezTo>
                  <a:cubicBezTo>
                    <a:pt x="279" y="303"/>
                    <a:pt x="277" y="313"/>
                    <a:pt x="275" y="316"/>
                  </a:cubicBezTo>
                  <a:cubicBezTo>
                    <a:pt x="272" y="319"/>
                    <a:pt x="263" y="322"/>
                    <a:pt x="260" y="324"/>
                  </a:cubicBezTo>
                  <a:cubicBezTo>
                    <a:pt x="257" y="327"/>
                    <a:pt x="252" y="335"/>
                    <a:pt x="248" y="337"/>
                  </a:cubicBezTo>
                  <a:cubicBezTo>
                    <a:pt x="244" y="338"/>
                    <a:pt x="235" y="336"/>
                    <a:pt x="230" y="337"/>
                  </a:cubicBezTo>
                  <a:cubicBezTo>
                    <a:pt x="228" y="338"/>
                    <a:pt x="222" y="341"/>
                    <a:pt x="220" y="343"/>
                  </a:cubicBezTo>
                  <a:cubicBezTo>
                    <a:pt x="218" y="346"/>
                    <a:pt x="215" y="352"/>
                    <a:pt x="215" y="356"/>
                  </a:cubicBezTo>
                  <a:cubicBezTo>
                    <a:pt x="214" y="358"/>
                    <a:pt x="215" y="362"/>
                    <a:pt x="216" y="364"/>
                  </a:cubicBezTo>
                  <a:cubicBezTo>
                    <a:pt x="217" y="368"/>
                    <a:pt x="224" y="375"/>
                    <a:pt x="223" y="379"/>
                  </a:cubicBezTo>
                  <a:cubicBezTo>
                    <a:pt x="223" y="381"/>
                    <a:pt x="218" y="382"/>
                    <a:pt x="217" y="383"/>
                  </a:cubicBezTo>
                  <a:cubicBezTo>
                    <a:pt x="214" y="386"/>
                    <a:pt x="209" y="392"/>
                    <a:pt x="208" y="395"/>
                  </a:cubicBezTo>
                  <a:cubicBezTo>
                    <a:pt x="206" y="400"/>
                    <a:pt x="206" y="412"/>
                    <a:pt x="208" y="417"/>
                  </a:cubicBezTo>
                  <a:cubicBezTo>
                    <a:pt x="209" y="421"/>
                    <a:pt x="215" y="427"/>
                    <a:pt x="218" y="430"/>
                  </a:cubicBezTo>
                  <a:cubicBezTo>
                    <a:pt x="221" y="435"/>
                    <a:pt x="229" y="443"/>
                    <a:pt x="230" y="448"/>
                  </a:cubicBezTo>
                  <a:cubicBezTo>
                    <a:pt x="231" y="453"/>
                    <a:pt x="225" y="470"/>
                    <a:pt x="225" y="470"/>
                  </a:cubicBezTo>
                  <a:cubicBezTo>
                    <a:pt x="225" y="470"/>
                    <a:pt x="222" y="477"/>
                    <a:pt x="220" y="479"/>
                  </a:cubicBezTo>
                  <a:cubicBezTo>
                    <a:pt x="218" y="482"/>
                    <a:pt x="212" y="487"/>
                    <a:pt x="209" y="488"/>
                  </a:cubicBezTo>
                  <a:cubicBezTo>
                    <a:pt x="206" y="489"/>
                    <a:pt x="198" y="491"/>
                    <a:pt x="194" y="489"/>
                  </a:cubicBezTo>
                  <a:cubicBezTo>
                    <a:pt x="193" y="488"/>
                    <a:pt x="192" y="484"/>
                    <a:pt x="190" y="483"/>
                  </a:cubicBezTo>
                  <a:cubicBezTo>
                    <a:pt x="188" y="481"/>
                    <a:pt x="183" y="480"/>
                    <a:pt x="181" y="479"/>
                  </a:cubicBezTo>
                  <a:cubicBezTo>
                    <a:pt x="175" y="477"/>
                    <a:pt x="161" y="479"/>
                    <a:pt x="155" y="476"/>
                  </a:cubicBezTo>
                  <a:cubicBezTo>
                    <a:pt x="153" y="476"/>
                    <a:pt x="150" y="472"/>
                    <a:pt x="148" y="471"/>
                  </a:cubicBezTo>
                  <a:cubicBezTo>
                    <a:pt x="144" y="469"/>
                    <a:pt x="136" y="468"/>
                    <a:pt x="133" y="467"/>
                  </a:cubicBezTo>
                  <a:cubicBezTo>
                    <a:pt x="128" y="467"/>
                    <a:pt x="118" y="469"/>
                    <a:pt x="114" y="471"/>
                  </a:cubicBezTo>
                  <a:cubicBezTo>
                    <a:pt x="110" y="473"/>
                    <a:pt x="105" y="479"/>
                    <a:pt x="103" y="482"/>
                  </a:cubicBezTo>
                  <a:cubicBezTo>
                    <a:pt x="101" y="485"/>
                    <a:pt x="98" y="491"/>
                    <a:pt x="98" y="494"/>
                  </a:cubicBezTo>
                  <a:cubicBezTo>
                    <a:pt x="97" y="498"/>
                    <a:pt x="100" y="505"/>
                    <a:pt x="100" y="509"/>
                  </a:cubicBezTo>
                  <a:cubicBezTo>
                    <a:pt x="100" y="511"/>
                    <a:pt x="100" y="516"/>
                    <a:pt x="99" y="518"/>
                  </a:cubicBezTo>
                  <a:cubicBezTo>
                    <a:pt x="98" y="519"/>
                    <a:pt x="96" y="522"/>
                    <a:pt x="95" y="523"/>
                  </a:cubicBezTo>
                  <a:cubicBezTo>
                    <a:pt x="91" y="526"/>
                    <a:pt x="82" y="528"/>
                    <a:pt x="77" y="529"/>
                  </a:cubicBezTo>
                  <a:cubicBezTo>
                    <a:pt x="74" y="530"/>
                    <a:pt x="64" y="530"/>
                    <a:pt x="64" y="530"/>
                  </a:cubicBezTo>
                  <a:cubicBezTo>
                    <a:pt x="64" y="530"/>
                    <a:pt x="57" y="529"/>
                    <a:pt x="54" y="528"/>
                  </a:cubicBezTo>
                  <a:cubicBezTo>
                    <a:pt x="52" y="527"/>
                    <a:pt x="48" y="525"/>
                    <a:pt x="46" y="524"/>
                  </a:cubicBezTo>
                  <a:cubicBezTo>
                    <a:pt x="44" y="523"/>
                    <a:pt x="40" y="521"/>
                    <a:pt x="38" y="519"/>
                  </a:cubicBezTo>
                  <a:cubicBezTo>
                    <a:pt x="37" y="518"/>
                    <a:pt x="35" y="514"/>
                    <a:pt x="34" y="512"/>
                  </a:cubicBezTo>
                  <a:cubicBezTo>
                    <a:pt x="33" y="510"/>
                    <a:pt x="31" y="505"/>
                    <a:pt x="30" y="503"/>
                  </a:cubicBezTo>
                  <a:cubicBezTo>
                    <a:pt x="29" y="501"/>
                    <a:pt x="27" y="497"/>
                    <a:pt x="26" y="495"/>
                  </a:cubicBezTo>
                  <a:cubicBezTo>
                    <a:pt x="25" y="491"/>
                    <a:pt x="20" y="485"/>
                    <a:pt x="18" y="481"/>
                  </a:cubicBezTo>
                  <a:cubicBezTo>
                    <a:pt x="17" y="479"/>
                    <a:pt x="15" y="476"/>
                    <a:pt x="14" y="474"/>
                  </a:cubicBezTo>
                  <a:cubicBezTo>
                    <a:pt x="14" y="469"/>
                    <a:pt x="19" y="461"/>
                    <a:pt x="20" y="456"/>
                  </a:cubicBezTo>
                  <a:cubicBezTo>
                    <a:pt x="22" y="451"/>
                    <a:pt x="27" y="442"/>
                    <a:pt x="28" y="436"/>
                  </a:cubicBezTo>
                  <a:cubicBezTo>
                    <a:pt x="30" y="427"/>
                    <a:pt x="30" y="408"/>
                    <a:pt x="30" y="399"/>
                  </a:cubicBezTo>
                  <a:cubicBezTo>
                    <a:pt x="30" y="397"/>
                    <a:pt x="30" y="393"/>
                    <a:pt x="29" y="391"/>
                  </a:cubicBezTo>
                  <a:cubicBezTo>
                    <a:pt x="28" y="389"/>
                    <a:pt x="23" y="387"/>
                    <a:pt x="21" y="386"/>
                  </a:cubicBezTo>
                  <a:cubicBezTo>
                    <a:pt x="19" y="385"/>
                    <a:pt x="15" y="384"/>
                    <a:pt x="15" y="384"/>
                  </a:cubicBezTo>
                  <a:cubicBezTo>
                    <a:pt x="15" y="384"/>
                    <a:pt x="9" y="376"/>
                    <a:pt x="8" y="373"/>
                  </a:cubicBezTo>
                  <a:cubicBezTo>
                    <a:pt x="7" y="371"/>
                    <a:pt x="5" y="367"/>
                    <a:pt x="5" y="364"/>
                  </a:cubicBezTo>
                  <a:cubicBezTo>
                    <a:pt x="4" y="361"/>
                    <a:pt x="3" y="355"/>
                    <a:pt x="2" y="352"/>
                  </a:cubicBezTo>
                  <a:cubicBezTo>
                    <a:pt x="2" y="350"/>
                    <a:pt x="0" y="346"/>
                    <a:pt x="2" y="345"/>
                  </a:cubicBezTo>
                  <a:cubicBezTo>
                    <a:pt x="3" y="344"/>
                    <a:pt x="7" y="346"/>
                    <a:pt x="9" y="346"/>
                  </a:cubicBezTo>
                  <a:cubicBezTo>
                    <a:pt x="12" y="346"/>
                    <a:pt x="17" y="347"/>
                    <a:pt x="20" y="348"/>
                  </a:cubicBezTo>
                  <a:cubicBezTo>
                    <a:pt x="22" y="349"/>
                    <a:pt x="27" y="351"/>
                    <a:pt x="29" y="351"/>
                  </a:cubicBezTo>
                  <a:cubicBezTo>
                    <a:pt x="31" y="352"/>
                    <a:pt x="36" y="353"/>
                    <a:pt x="38" y="352"/>
                  </a:cubicBezTo>
                  <a:cubicBezTo>
                    <a:pt x="40" y="352"/>
                    <a:pt x="43" y="350"/>
                    <a:pt x="44" y="348"/>
                  </a:cubicBezTo>
                  <a:cubicBezTo>
                    <a:pt x="46" y="347"/>
                    <a:pt x="47" y="344"/>
                    <a:pt x="47" y="343"/>
                  </a:cubicBezTo>
                  <a:cubicBezTo>
                    <a:pt x="48" y="340"/>
                    <a:pt x="48" y="335"/>
                    <a:pt x="47" y="332"/>
                  </a:cubicBezTo>
                  <a:cubicBezTo>
                    <a:pt x="47" y="329"/>
                    <a:pt x="47" y="324"/>
                    <a:pt x="47" y="321"/>
                  </a:cubicBezTo>
                  <a:cubicBezTo>
                    <a:pt x="46" y="318"/>
                    <a:pt x="44" y="311"/>
                    <a:pt x="43" y="308"/>
                  </a:cubicBezTo>
                  <a:cubicBezTo>
                    <a:pt x="42" y="305"/>
                    <a:pt x="37" y="299"/>
                    <a:pt x="37" y="296"/>
                  </a:cubicBezTo>
                  <a:cubicBezTo>
                    <a:pt x="35" y="292"/>
                    <a:pt x="35" y="282"/>
                    <a:pt x="35" y="278"/>
                  </a:cubicBezTo>
                  <a:cubicBezTo>
                    <a:pt x="35" y="276"/>
                    <a:pt x="35" y="272"/>
                    <a:pt x="36" y="271"/>
                  </a:cubicBezTo>
                  <a:cubicBezTo>
                    <a:pt x="37" y="267"/>
                    <a:pt x="43" y="257"/>
                    <a:pt x="43" y="257"/>
                  </a:cubicBezTo>
                  <a:cubicBezTo>
                    <a:pt x="43" y="257"/>
                    <a:pt x="50" y="256"/>
                    <a:pt x="53" y="256"/>
                  </a:cubicBezTo>
                  <a:cubicBezTo>
                    <a:pt x="54" y="256"/>
                    <a:pt x="57" y="256"/>
                    <a:pt x="58" y="256"/>
                  </a:cubicBezTo>
                  <a:cubicBezTo>
                    <a:pt x="60" y="257"/>
                    <a:pt x="63" y="257"/>
                    <a:pt x="64" y="258"/>
                  </a:cubicBezTo>
                  <a:cubicBezTo>
                    <a:pt x="65" y="259"/>
                    <a:pt x="67" y="261"/>
                    <a:pt x="68" y="261"/>
                  </a:cubicBezTo>
                  <a:cubicBezTo>
                    <a:pt x="72" y="260"/>
                    <a:pt x="78" y="254"/>
                    <a:pt x="79" y="251"/>
                  </a:cubicBezTo>
                  <a:cubicBezTo>
                    <a:pt x="79" y="250"/>
                    <a:pt x="78" y="248"/>
                    <a:pt x="78" y="247"/>
                  </a:cubicBezTo>
                  <a:cubicBezTo>
                    <a:pt x="77" y="245"/>
                    <a:pt x="75" y="241"/>
                    <a:pt x="73" y="239"/>
                  </a:cubicBezTo>
                  <a:cubicBezTo>
                    <a:pt x="72" y="238"/>
                    <a:pt x="68" y="236"/>
                    <a:pt x="68" y="235"/>
                  </a:cubicBezTo>
                  <a:cubicBezTo>
                    <a:pt x="67" y="233"/>
                    <a:pt x="70" y="229"/>
                    <a:pt x="69" y="228"/>
                  </a:cubicBezTo>
                  <a:cubicBezTo>
                    <a:pt x="67" y="225"/>
                    <a:pt x="57" y="227"/>
                    <a:pt x="54" y="224"/>
                  </a:cubicBezTo>
                  <a:cubicBezTo>
                    <a:pt x="54" y="224"/>
                    <a:pt x="54" y="221"/>
                    <a:pt x="55" y="221"/>
                  </a:cubicBezTo>
                  <a:cubicBezTo>
                    <a:pt x="56" y="220"/>
                    <a:pt x="60" y="221"/>
                    <a:pt x="61" y="221"/>
                  </a:cubicBezTo>
                  <a:cubicBezTo>
                    <a:pt x="62" y="221"/>
                    <a:pt x="65" y="220"/>
                    <a:pt x="65" y="219"/>
                  </a:cubicBezTo>
                  <a:cubicBezTo>
                    <a:pt x="66" y="218"/>
                    <a:pt x="67" y="215"/>
                    <a:pt x="67" y="214"/>
                  </a:cubicBezTo>
                  <a:cubicBezTo>
                    <a:pt x="67" y="212"/>
                    <a:pt x="65" y="210"/>
                    <a:pt x="64" y="209"/>
                  </a:cubicBezTo>
                  <a:cubicBezTo>
                    <a:pt x="63" y="208"/>
                    <a:pt x="60" y="206"/>
                    <a:pt x="60" y="205"/>
                  </a:cubicBezTo>
                  <a:cubicBezTo>
                    <a:pt x="59" y="201"/>
                    <a:pt x="63" y="193"/>
                    <a:pt x="65" y="189"/>
                  </a:cubicBezTo>
                  <a:cubicBezTo>
                    <a:pt x="67" y="186"/>
                    <a:pt x="72" y="182"/>
                    <a:pt x="74" y="180"/>
                  </a:cubicBezTo>
                  <a:cubicBezTo>
                    <a:pt x="77" y="177"/>
                    <a:pt x="86" y="176"/>
                    <a:pt x="88" y="173"/>
                  </a:cubicBezTo>
                  <a:cubicBezTo>
                    <a:pt x="89" y="171"/>
                    <a:pt x="88" y="165"/>
                    <a:pt x="86" y="164"/>
                  </a:cubicBezTo>
                  <a:cubicBezTo>
                    <a:pt x="85" y="162"/>
                    <a:pt x="81" y="162"/>
                    <a:pt x="79" y="161"/>
                  </a:cubicBezTo>
                  <a:cubicBezTo>
                    <a:pt x="78" y="161"/>
                    <a:pt x="76" y="160"/>
                    <a:pt x="75" y="159"/>
                  </a:cubicBezTo>
                  <a:cubicBezTo>
                    <a:pt x="71" y="159"/>
                    <a:pt x="60" y="159"/>
                    <a:pt x="60" y="159"/>
                  </a:cubicBezTo>
                  <a:cubicBezTo>
                    <a:pt x="60" y="159"/>
                    <a:pt x="58" y="142"/>
                    <a:pt x="59" y="136"/>
                  </a:cubicBezTo>
                  <a:cubicBezTo>
                    <a:pt x="60" y="132"/>
                    <a:pt x="65" y="126"/>
                    <a:pt x="65" y="122"/>
                  </a:cubicBezTo>
                  <a:cubicBezTo>
                    <a:pt x="65" y="121"/>
                    <a:pt x="64" y="118"/>
                    <a:pt x="63" y="118"/>
                  </a:cubicBezTo>
                  <a:cubicBezTo>
                    <a:pt x="62" y="117"/>
                    <a:pt x="61" y="119"/>
                    <a:pt x="60" y="118"/>
                  </a:cubicBezTo>
                  <a:cubicBezTo>
                    <a:pt x="59" y="118"/>
                    <a:pt x="60" y="114"/>
                    <a:pt x="59" y="113"/>
                  </a:cubicBezTo>
                  <a:cubicBezTo>
                    <a:pt x="58" y="112"/>
                    <a:pt x="54" y="115"/>
                    <a:pt x="53" y="114"/>
                  </a:cubicBezTo>
                  <a:cubicBezTo>
                    <a:pt x="51" y="110"/>
                    <a:pt x="59" y="104"/>
                    <a:pt x="61" y="101"/>
                  </a:cubicBezTo>
                  <a:cubicBezTo>
                    <a:pt x="63" y="100"/>
                    <a:pt x="68" y="98"/>
                    <a:pt x="70" y="97"/>
                  </a:cubicBezTo>
                  <a:cubicBezTo>
                    <a:pt x="73" y="96"/>
                    <a:pt x="80" y="94"/>
                    <a:pt x="83" y="92"/>
                  </a:cubicBezTo>
                  <a:cubicBezTo>
                    <a:pt x="86" y="91"/>
                    <a:pt x="92" y="87"/>
                    <a:pt x="94" y="85"/>
                  </a:cubicBezTo>
                  <a:cubicBezTo>
                    <a:pt x="97" y="84"/>
                    <a:pt x="100" y="80"/>
                    <a:pt x="102" y="79"/>
                  </a:cubicBezTo>
                  <a:cubicBezTo>
                    <a:pt x="103" y="78"/>
                    <a:pt x="106" y="78"/>
                    <a:pt x="107" y="77"/>
                  </a:cubicBezTo>
                  <a:cubicBezTo>
                    <a:pt x="110" y="76"/>
                    <a:pt x="115" y="72"/>
                    <a:pt x="118" y="70"/>
                  </a:cubicBezTo>
                  <a:cubicBezTo>
                    <a:pt x="120" y="68"/>
                    <a:pt x="124" y="62"/>
                    <a:pt x="126" y="59"/>
                  </a:cubicBezTo>
                  <a:cubicBezTo>
                    <a:pt x="129" y="57"/>
                    <a:pt x="136" y="53"/>
                    <a:pt x="139" y="50"/>
                  </a:cubicBezTo>
                  <a:cubicBezTo>
                    <a:pt x="140" y="49"/>
                    <a:pt x="143" y="46"/>
                    <a:pt x="143" y="45"/>
                  </a:cubicBezTo>
                  <a:cubicBezTo>
                    <a:pt x="144" y="42"/>
                    <a:pt x="142" y="37"/>
                    <a:pt x="142" y="35"/>
                  </a:cubicBezTo>
                  <a:cubicBezTo>
                    <a:pt x="142" y="33"/>
                    <a:pt x="142" y="28"/>
                    <a:pt x="143" y="26"/>
                  </a:cubicBezTo>
                  <a:cubicBezTo>
                    <a:pt x="144" y="24"/>
                    <a:pt x="147" y="21"/>
                    <a:pt x="148" y="20"/>
                  </a:cubicBezTo>
                  <a:cubicBezTo>
                    <a:pt x="149" y="18"/>
                    <a:pt x="153" y="16"/>
                    <a:pt x="153" y="15"/>
                  </a:cubicBezTo>
                  <a:cubicBezTo>
                    <a:pt x="153" y="14"/>
                    <a:pt x="153" y="12"/>
                    <a:pt x="152" y="11"/>
                  </a:cubicBezTo>
                  <a:cubicBezTo>
                    <a:pt x="152" y="9"/>
                    <a:pt x="150" y="4"/>
                    <a:pt x="150" y="4"/>
                  </a:cubicBezTo>
                  <a:cubicBezTo>
                    <a:pt x="150" y="4"/>
                    <a:pt x="156" y="0"/>
                    <a:pt x="158" y="1"/>
                  </a:cubicBezTo>
                  <a:cubicBezTo>
                    <a:pt x="162" y="2"/>
                    <a:pt x="165" y="9"/>
                    <a:pt x="166" y="12"/>
                  </a:cubicBezTo>
                  <a:cubicBezTo>
                    <a:pt x="167" y="17"/>
                    <a:pt x="167" y="26"/>
                    <a:pt x="167" y="31"/>
                  </a:cubicBezTo>
                  <a:cubicBezTo>
                    <a:pt x="168" y="36"/>
                    <a:pt x="165" y="48"/>
                    <a:pt x="169" y="51"/>
                  </a:cubicBezTo>
                  <a:cubicBezTo>
                    <a:pt x="172" y="54"/>
                    <a:pt x="182" y="49"/>
                    <a:pt x="186" y="50"/>
                  </a:cubicBezTo>
                  <a:cubicBezTo>
                    <a:pt x="189" y="50"/>
                    <a:pt x="194" y="53"/>
                    <a:pt x="197" y="54"/>
                  </a:cubicBezTo>
                  <a:cubicBezTo>
                    <a:pt x="199" y="54"/>
                    <a:pt x="201" y="55"/>
                    <a:pt x="203" y="55"/>
                  </a:cubicBezTo>
                  <a:cubicBezTo>
                    <a:pt x="205" y="55"/>
                    <a:pt x="210" y="54"/>
                    <a:pt x="213" y="53"/>
                  </a:cubicBezTo>
                  <a:cubicBezTo>
                    <a:pt x="218" y="52"/>
                    <a:pt x="229" y="45"/>
                    <a:pt x="233" y="48"/>
                  </a:cubicBezTo>
                  <a:cubicBezTo>
                    <a:pt x="238" y="52"/>
                    <a:pt x="236" y="67"/>
                    <a:pt x="236" y="73"/>
                  </a:cubicBezTo>
                  <a:cubicBezTo>
                    <a:pt x="236" y="75"/>
                    <a:pt x="234" y="79"/>
                    <a:pt x="235" y="81"/>
                  </a:cubicBezTo>
                  <a:cubicBezTo>
                    <a:pt x="235" y="84"/>
                    <a:pt x="238" y="90"/>
                    <a:pt x="240" y="90"/>
                  </a:cubicBezTo>
                  <a:cubicBezTo>
                    <a:pt x="242" y="91"/>
                    <a:pt x="247" y="87"/>
                    <a:pt x="249" y="86"/>
                  </a:cubicBezTo>
                  <a:cubicBezTo>
                    <a:pt x="251" y="85"/>
                    <a:pt x="254" y="84"/>
                    <a:pt x="256" y="83"/>
                  </a:cubicBezTo>
                  <a:cubicBezTo>
                    <a:pt x="259" y="81"/>
                    <a:pt x="264" y="75"/>
                    <a:pt x="267" y="72"/>
                  </a:cubicBezTo>
                  <a:cubicBezTo>
                    <a:pt x="269" y="71"/>
                    <a:pt x="274" y="68"/>
                    <a:pt x="276" y="67"/>
                  </a:cubicBezTo>
                  <a:cubicBezTo>
                    <a:pt x="279" y="66"/>
                    <a:pt x="286" y="63"/>
                    <a:pt x="289" y="63"/>
                  </a:cubicBezTo>
                  <a:cubicBezTo>
                    <a:pt x="290" y="64"/>
                    <a:pt x="292" y="64"/>
                    <a:pt x="293" y="65"/>
                  </a:cubicBezTo>
                  <a:cubicBezTo>
                    <a:pt x="295" y="66"/>
                    <a:pt x="298" y="71"/>
                    <a:pt x="300" y="72"/>
                  </a:cubicBezTo>
                  <a:cubicBezTo>
                    <a:pt x="301" y="72"/>
                    <a:pt x="304" y="72"/>
                    <a:pt x="305" y="71"/>
                  </a:cubicBezTo>
                  <a:cubicBezTo>
                    <a:pt x="307" y="70"/>
                    <a:pt x="310" y="67"/>
                    <a:pt x="312" y="66"/>
                  </a:cubicBezTo>
                  <a:cubicBezTo>
                    <a:pt x="313" y="65"/>
                    <a:pt x="315" y="63"/>
                    <a:pt x="316" y="63"/>
                  </a:cubicBezTo>
                  <a:cubicBezTo>
                    <a:pt x="318" y="62"/>
                    <a:pt x="322" y="61"/>
                    <a:pt x="325" y="62"/>
                  </a:cubicBezTo>
                  <a:cubicBezTo>
                    <a:pt x="328" y="62"/>
                    <a:pt x="334" y="63"/>
                    <a:pt x="336" y="65"/>
                  </a:cubicBezTo>
                  <a:cubicBezTo>
                    <a:pt x="337" y="66"/>
                    <a:pt x="340" y="70"/>
                    <a:pt x="340" y="72"/>
                  </a:cubicBezTo>
                  <a:cubicBezTo>
                    <a:pt x="341" y="75"/>
                    <a:pt x="339" y="80"/>
                    <a:pt x="339" y="83"/>
                  </a:cubicBezTo>
                  <a:cubicBezTo>
                    <a:pt x="338" y="86"/>
                    <a:pt x="336" y="91"/>
                    <a:pt x="336" y="94"/>
                  </a:cubicBezTo>
                  <a:cubicBezTo>
                    <a:pt x="336" y="97"/>
                    <a:pt x="337" y="102"/>
                    <a:pt x="339" y="102"/>
                  </a:cubicBezTo>
                  <a:cubicBezTo>
                    <a:pt x="342" y="103"/>
                    <a:pt x="347" y="95"/>
                    <a:pt x="349" y="96"/>
                  </a:cubicBezTo>
                  <a:cubicBezTo>
                    <a:pt x="356" y="99"/>
                    <a:pt x="345" y="122"/>
                    <a:pt x="352" y="125"/>
                  </a:cubicBezTo>
                  <a:cubicBezTo>
                    <a:pt x="353" y="126"/>
                    <a:pt x="356" y="122"/>
                    <a:pt x="357" y="121"/>
                  </a:cubicBezTo>
                  <a:cubicBezTo>
                    <a:pt x="358" y="119"/>
                    <a:pt x="360" y="115"/>
                    <a:pt x="361" y="114"/>
                  </a:cubicBezTo>
                  <a:cubicBezTo>
                    <a:pt x="362" y="113"/>
                    <a:pt x="365" y="111"/>
                    <a:pt x="366" y="110"/>
                  </a:cubicBezTo>
                  <a:cubicBezTo>
                    <a:pt x="371" y="108"/>
                    <a:pt x="382" y="106"/>
                    <a:pt x="387" y="104"/>
                  </a:cubicBezTo>
                  <a:cubicBezTo>
                    <a:pt x="395" y="100"/>
                    <a:pt x="419" y="86"/>
                    <a:pt x="419" y="86"/>
                  </a:cubicBezTo>
                  <a:cubicBezTo>
                    <a:pt x="419" y="86"/>
                    <a:pt x="424" y="93"/>
                    <a:pt x="426" y="95"/>
                  </a:cubicBezTo>
                  <a:cubicBezTo>
                    <a:pt x="429" y="99"/>
                    <a:pt x="434" y="106"/>
                    <a:pt x="435" y="111"/>
                  </a:cubicBezTo>
                  <a:cubicBezTo>
                    <a:pt x="436" y="114"/>
                    <a:pt x="437" y="120"/>
                    <a:pt x="438" y="123"/>
                  </a:cubicBezTo>
                  <a:cubicBezTo>
                    <a:pt x="438" y="126"/>
                    <a:pt x="438" y="131"/>
                    <a:pt x="437" y="133"/>
                  </a:cubicBezTo>
                  <a:cubicBezTo>
                    <a:pt x="436" y="136"/>
                    <a:pt x="432" y="141"/>
                    <a:pt x="429" y="143"/>
                  </a:cubicBezTo>
                  <a:cubicBezTo>
                    <a:pt x="426" y="146"/>
                    <a:pt x="419" y="150"/>
                    <a:pt x="415" y="152"/>
                  </a:cubicBezTo>
                  <a:cubicBezTo>
                    <a:pt x="411" y="155"/>
                    <a:pt x="402" y="158"/>
                    <a:pt x="398" y="160"/>
                  </a:cubicBezTo>
                  <a:cubicBezTo>
                    <a:pt x="394" y="161"/>
                    <a:pt x="386" y="163"/>
                    <a:pt x="383" y="165"/>
                  </a:cubicBezTo>
                  <a:cubicBezTo>
                    <a:pt x="379" y="166"/>
                    <a:pt x="372" y="166"/>
                    <a:pt x="370" y="168"/>
                  </a:cubicBezTo>
                  <a:cubicBezTo>
                    <a:pt x="369" y="169"/>
                    <a:pt x="369" y="172"/>
                    <a:pt x="369" y="173"/>
                  </a:cubicBezTo>
                  <a:cubicBezTo>
                    <a:pt x="370" y="174"/>
                    <a:pt x="370" y="177"/>
                    <a:pt x="371" y="178"/>
                  </a:cubicBezTo>
                  <a:cubicBezTo>
                    <a:pt x="372" y="182"/>
                    <a:pt x="375" y="189"/>
                    <a:pt x="376" y="193"/>
                  </a:cubicBezTo>
                  <a:cubicBezTo>
                    <a:pt x="377" y="196"/>
                    <a:pt x="379" y="206"/>
                    <a:pt x="379" y="206"/>
                  </a:cubicBezTo>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46"/>
            <p:cNvSpPr>
              <a:spLocks/>
            </p:cNvSpPr>
            <p:nvPr/>
          </p:nvSpPr>
          <p:spPr bwMode="auto">
            <a:xfrm>
              <a:off x="4735513" y="2693988"/>
              <a:ext cx="569913" cy="688975"/>
            </a:xfrm>
            <a:custGeom>
              <a:avLst/>
              <a:gdLst/>
              <a:ahLst/>
              <a:cxnLst>
                <a:cxn ang="0">
                  <a:pos x="355" y="221"/>
                </a:cxn>
                <a:cxn ang="0">
                  <a:pos x="342" y="249"/>
                </a:cxn>
                <a:cxn ang="0">
                  <a:pos x="323" y="290"/>
                </a:cxn>
                <a:cxn ang="0">
                  <a:pos x="294" y="288"/>
                </a:cxn>
                <a:cxn ang="0">
                  <a:pos x="275" y="316"/>
                </a:cxn>
                <a:cxn ang="0">
                  <a:pos x="230" y="337"/>
                </a:cxn>
                <a:cxn ang="0">
                  <a:pos x="216" y="364"/>
                </a:cxn>
                <a:cxn ang="0">
                  <a:pos x="208" y="395"/>
                </a:cxn>
                <a:cxn ang="0">
                  <a:pos x="230" y="448"/>
                </a:cxn>
                <a:cxn ang="0">
                  <a:pos x="209" y="488"/>
                </a:cxn>
                <a:cxn ang="0">
                  <a:pos x="181" y="479"/>
                </a:cxn>
                <a:cxn ang="0">
                  <a:pos x="133" y="467"/>
                </a:cxn>
                <a:cxn ang="0">
                  <a:pos x="98" y="494"/>
                </a:cxn>
                <a:cxn ang="0">
                  <a:pos x="95" y="523"/>
                </a:cxn>
                <a:cxn ang="0">
                  <a:pos x="54" y="528"/>
                </a:cxn>
                <a:cxn ang="0">
                  <a:pos x="34" y="512"/>
                </a:cxn>
                <a:cxn ang="0">
                  <a:pos x="18" y="481"/>
                </a:cxn>
                <a:cxn ang="0">
                  <a:pos x="28" y="436"/>
                </a:cxn>
                <a:cxn ang="0">
                  <a:pos x="21" y="386"/>
                </a:cxn>
                <a:cxn ang="0">
                  <a:pos x="5" y="364"/>
                </a:cxn>
                <a:cxn ang="0">
                  <a:pos x="9" y="346"/>
                </a:cxn>
                <a:cxn ang="0">
                  <a:pos x="38" y="352"/>
                </a:cxn>
                <a:cxn ang="0">
                  <a:pos x="47" y="332"/>
                </a:cxn>
                <a:cxn ang="0">
                  <a:pos x="37" y="296"/>
                </a:cxn>
                <a:cxn ang="0">
                  <a:pos x="43" y="257"/>
                </a:cxn>
                <a:cxn ang="0">
                  <a:pos x="64" y="258"/>
                </a:cxn>
                <a:cxn ang="0">
                  <a:pos x="78" y="247"/>
                </a:cxn>
                <a:cxn ang="0">
                  <a:pos x="69" y="228"/>
                </a:cxn>
                <a:cxn ang="0">
                  <a:pos x="61" y="221"/>
                </a:cxn>
                <a:cxn ang="0">
                  <a:pos x="64" y="209"/>
                </a:cxn>
                <a:cxn ang="0">
                  <a:pos x="74" y="180"/>
                </a:cxn>
                <a:cxn ang="0">
                  <a:pos x="79" y="161"/>
                </a:cxn>
                <a:cxn ang="0">
                  <a:pos x="59" y="136"/>
                </a:cxn>
                <a:cxn ang="0">
                  <a:pos x="60" y="118"/>
                </a:cxn>
                <a:cxn ang="0">
                  <a:pos x="61" y="101"/>
                </a:cxn>
                <a:cxn ang="0">
                  <a:pos x="94" y="85"/>
                </a:cxn>
                <a:cxn ang="0">
                  <a:pos x="118" y="70"/>
                </a:cxn>
                <a:cxn ang="0">
                  <a:pos x="143" y="45"/>
                </a:cxn>
                <a:cxn ang="0">
                  <a:pos x="148" y="20"/>
                </a:cxn>
                <a:cxn ang="0">
                  <a:pos x="150" y="4"/>
                </a:cxn>
                <a:cxn ang="0">
                  <a:pos x="167" y="31"/>
                </a:cxn>
                <a:cxn ang="0">
                  <a:pos x="197" y="54"/>
                </a:cxn>
                <a:cxn ang="0">
                  <a:pos x="233" y="48"/>
                </a:cxn>
                <a:cxn ang="0">
                  <a:pos x="240" y="90"/>
                </a:cxn>
                <a:cxn ang="0">
                  <a:pos x="267" y="72"/>
                </a:cxn>
                <a:cxn ang="0">
                  <a:pos x="293" y="65"/>
                </a:cxn>
                <a:cxn ang="0">
                  <a:pos x="312" y="66"/>
                </a:cxn>
                <a:cxn ang="0">
                  <a:pos x="336" y="65"/>
                </a:cxn>
                <a:cxn ang="0">
                  <a:pos x="336" y="94"/>
                </a:cxn>
                <a:cxn ang="0">
                  <a:pos x="352" y="125"/>
                </a:cxn>
                <a:cxn ang="0">
                  <a:pos x="366" y="110"/>
                </a:cxn>
                <a:cxn ang="0">
                  <a:pos x="426" y="95"/>
                </a:cxn>
                <a:cxn ang="0">
                  <a:pos x="437" y="133"/>
                </a:cxn>
                <a:cxn ang="0">
                  <a:pos x="398" y="160"/>
                </a:cxn>
                <a:cxn ang="0">
                  <a:pos x="369" y="173"/>
                </a:cxn>
                <a:cxn ang="0">
                  <a:pos x="379" y="206"/>
                </a:cxn>
              </a:cxnLst>
              <a:rect l="0" t="0" r="r" b="b"/>
              <a:pathLst>
                <a:path w="438" h="530">
                  <a:moveTo>
                    <a:pt x="379" y="206"/>
                  </a:moveTo>
                  <a:cubicBezTo>
                    <a:pt x="379" y="206"/>
                    <a:pt x="369" y="218"/>
                    <a:pt x="365" y="220"/>
                  </a:cubicBezTo>
                  <a:cubicBezTo>
                    <a:pt x="363" y="221"/>
                    <a:pt x="357" y="221"/>
                    <a:pt x="355" y="221"/>
                  </a:cubicBezTo>
                  <a:cubicBezTo>
                    <a:pt x="352" y="222"/>
                    <a:pt x="347" y="224"/>
                    <a:pt x="345" y="226"/>
                  </a:cubicBezTo>
                  <a:cubicBezTo>
                    <a:pt x="343" y="227"/>
                    <a:pt x="339" y="230"/>
                    <a:pt x="338" y="232"/>
                  </a:cubicBezTo>
                  <a:cubicBezTo>
                    <a:pt x="336" y="236"/>
                    <a:pt x="343" y="245"/>
                    <a:pt x="342" y="249"/>
                  </a:cubicBezTo>
                  <a:cubicBezTo>
                    <a:pt x="342" y="253"/>
                    <a:pt x="339" y="261"/>
                    <a:pt x="337" y="264"/>
                  </a:cubicBezTo>
                  <a:cubicBezTo>
                    <a:pt x="335" y="267"/>
                    <a:pt x="328" y="272"/>
                    <a:pt x="326" y="275"/>
                  </a:cubicBezTo>
                  <a:cubicBezTo>
                    <a:pt x="324" y="279"/>
                    <a:pt x="325" y="287"/>
                    <a:pt x="323" y="290"/>
                  </a:cubicBezTo>
                  <a:cubicBezTo>
                    <a:pt x="321" y="293"/>
                    <a:pt x="316" y="299"/>
                    <a:pt x="313" y="300"/>
                  </a:cubicBezTo>
                  <a:cubicBezTo>
                    <a:pt x="310" y="301"/>
                    <a:pt x="303" y="301"/>
                    <a:pt x="300" y="299"/>
                  </a:cubicBezTo>
                  <a:cubicBezTo>
                    <a:pt x="297" y="297"/>
                    <a:pt x="297" y="289"/>
                    <a:pt x="294" y="288"/>
                  </a:cubicBezTo>
                  <a:cubicBezTo>
                    <a:pt x="291" y="287"/>
                    <a:pt x="284" y="287"/>
                    <a:pt x="282" y="289"/>
                  </a:cubicBezTo>
                  <a:cubicBezTo>
                    <a:pt x="280" y="291"/>
                    <a:pt x="280" y="296"/>
                    <a:pt x="280" y="298"/>
                  </a:cubicBezTo>
                  <a:cubicBezTo>
                    <a:pt x="279" y="303"/>
                    <a:pt x="277" y="313"/>
                    <a:pt x="275" y="316"/>
                  </a:cubicBezTo>
                  <a:cubicBezTo>
                    <a:pt x="272" y="319"/>
                    <a:pt x="263" y="322"/>
                    <a:pt x="260" y="324"/>
                  </a:cubicBezTo>
                  <a:cubicBezTo>
                    <a:pt x="257" y="327"/>
                    <a:pt x="252" y="335"/>
                    <a:pt x="248" y="337"/>
                  </a:cubicBezTo>
                  <a:cubicBezTo>
                    <a:pt x="244" y="338"/>
                    <a:pt x="235" y="336"/>
                    <a:pt x="230" y="337"/>
                  </a:cubicBezTo>
                  <a:cubicBezTo>
                    <a:pt x="228" y="338"/>
                    <a:pt x="222" y="341"/>
                    <a:pt x="220" y="343"/>
                  </a:cubicBezTo>
                  <a:cubicBezTo>
                    <a:pt x="218" y="346"/>
                    <a:pt x="215" y="352"/>
                    <a:pt x="215" y="356"/>
                  </a:cubicBezTo>
                  <a:cubicBezTo>
                    <a:pt x="214" y="358"/>
                    <a:pt x="215" y="362"/>
                    <a:pt x="216" y="364"/>
                  </a:cubicBezTo>
                  <a:cubicBezTo>
                    <a:pt x="217" y="368"/>
                    <a:pt x="224" y="375"/>
                    <a:pt x="223" y="379"/>
                  </a:cubicBezTo>
                  <a:cubicBezTo>
                    <a:pt x="223" y="381"/>
                    <a:pt x="218" y="382"/>
                    <a:pt x="217" y="383"/>
                  </a:cubicBezTo>
                  <a:cubicBezTo>
                    <a:pt x="214" y="386"/>
                    <a:pt x="209" y="392"/>
                    <a:pt x="208" y="395"/>
                  </a:cubicBezTo>
                  <a:cubicBezTo>
                    <a:pt x="206" y="400"/>
                    <a:pt x="206" y="412"/>
                    <a:pt x="208" y="417"/>
                  </a:cubicBezTo>
                  <a:cubicBezTo>
                    <a:pt x="209" y="421"/>
                    <a:pt x="215" y="427"/>
                    <a:pt x="218" y="430"/>
                  </a:cubicBezTo>
                  <a:cubicBezTo>
                    <a:pt x="221" y="435"/>
                    <a:pt x="229" y="443"/>
                    <a:pt x="230" y="448"/>
                  </a:cubicBezTo>
                  <a:cubicBezTo>
                    <a:pt x="231" y="453"/>
                    <a:pt x="225" y="470"/>
                    <a:pt x="225" y="470"/>
                  </a:cubicBezTo>
                  <a:cubicBezTo>
                    <a:pt x="225" y="470"/>
                    <a:pt x="222" y="477"/>
                    <a:pt x="220" y="479"/>
                  </a:cubicBezTo>
                  <a:cubicBezTo>
                    <a:pt x="218" y="482"/>
                    <a:pt x="212" y="487"/>
                    <a:pt x="209" y="488"/>
                  </a:cubicBezTo>
                  <a:cubicBezTo>
                    <a:pt x="206" y="489"/>
                    <a:pt x="198" y="491"/>
                    <a:pt x="194" y="489"/>
                  </a:cubicBezTo>
                  <a:cubicBezTo>
                    <a:pt x="193" y="488"/>
                    <a:pt x="192" y="484"/>
                    <a:pt x="190" y="483"/>
                  </a:cubicBezTo>
                  <a:cubicBezTo>
                    <a:pt x="188" y="481"/>
                    <a:pt x="183" y="480"/>
                    <a:pt x="181" y="479"/>
                  </a:cubicBezTo>
                  <a:cubicBezTo>
                    <a:pt x="175" y="477"/>
                    <a:pt x="161" y="479"/>
                    <a:pt x="155" y="476"/>
                  </a:cubicBezTo>
                  <a:cubicBezTo>
                    <a:pt x="153" y="476"/>
                    <a:pt x="150" y="472"/>
                    <a:pt x="148" y="471"/>
                  </a:cubicBezTo>
                  <a:cubicBezTo>
                    <a:pt x="144" y="469"/>
                    <a:pt x="136" y="468"/>
                    <a:pt x="133" y="467"/>
                  </a:cubicBezTo>
                  <a:cubicBezTo>
                    <a:pt x="128" y="467"/>
                    <a:pt x="118" y="469"/>
                    <a:pt x="114" y="471"/>
                  </a:cubicBezTo>
                  <a:cubicBezTo>
                    <a:pt x="110" y="473"/>
                    <a:pt x="105" y="479"/>
                    <a:pt x="103" y="482"/>
                  </a:cubicBezTo>
                  <a:cubicBezTo>
                    <a:pt x="101" y="485"/>
                    <a:pt x="98" y="491"/>
                    <a:pt x="98" y="494"/>
                  </a:cubicBezTo>
                  <a:cubicBezTo>
                    <a:pt x="97" y="498"/>
                    <a:pt x="100" y="505"/>
                    <a:pt x="100" y="509"/>
                  </a:cubicBezTo>
                  <a:cubicBezTo>
                    <a:pt x="100" y="511"/>
                    <a:pt x="100" y="516"/>
                    <a:pt x="99" y="518"/>
                  </a:cubicBezTo>
                  <a:cubicBezTo>
                    <a:pt x="98" y="519"/>
                    <a:pt x="96" y="522"/>
                    <a:pt x="95" y="523"/>
                  </a:cubicBezTo>
                  <a:cubicBezTo>
                    <a:pt x="91" y="526"/>
                    <a:pt x="82" y="528"/>
                    <a:pt x="77" y="529"/>
                  </a:cubicBezTo>
                  <a:cubicBezTo>
                    <a:pt x="74" y="530"/>
                    <a:pt x="64" y="530"/>
                    <a:pt x="64" y="530"/>
                  </a:cubicBezTo>
                  <a:cubicBezTo>
                    <a:pt x="64" y="530"/>
                    <a:pt x="57" y="529"/>
                    <a:pt x="54" y="528"/>
                  </a:cubicBezTo>
                  <a:cubicBezTo>
                    <a:pt x="52" y="527"/>
                    <a:pt x="48" y="525"/>
                    <a:pt x="46" y="524"/>
                  </a:cubicBezTo>
                  <a:cubicBezTo>
                    <a:pt x="44" y="523"/>
                    <a:pt x="40" y="521"/>
                    <a:pt x="38" y="519"/>
                  </a:cubicBezTo>
                  <a:cubicBezTo>
                    <a:pt x="37" y="518"/>
                    <a:pt x="35" y="514"/>
                    <a:pt x="34" y="512"/>
                  </a:cubicBezTo>
                  <a:cubicBezTo>
                    <a:pt x="33" y="510"/>
                    <a:pt x="31" y="505"/>
                    <a:pt x="30" y="503"/>
                  </a:cubicBezTo>
                  <a:cubicBezTo>
                    <a:pt x="29" y="501"/>
                    <a:pt x="27" y="497"/>
                    <a:pt x="26" y="495"/>
                  </a:cubicBezTo>
                  <a:cubicBezTo>
                    <a:pt x="25" y="491"/>
                    <a:pt x="20" y="485"/>
                    <a:pt x="18" y="481"/>
                  </a:cubicBezTo>
                  <a:cubicBezTo>
                    <a:pt x="17" y="479"/>
                    <a:pt x="15" y="476"/>
                    <a:pt x="14" y="474"/>
                  </a:cubicBezTo>
                  <a:cubicBezTo>
                    <a:pt x="14" y="469"/>
                    <a:pt x="19" y="461"/>
                    <a:pt x="20" y="456"/>
                  </a:cubicBezTo>
                  <a:cubicBezTo>
                    <a:pt x="22" y="451"/>
                    <a:pt x="27" y="442"/>
                    <a:pt x="28" y="436"/>
                  </a:cubicBezTo>
                  <a:cubicBezTo>
                    <a:pt x="30" y="427"/>
                    <a:pt x="30" y="408"/>
                    <a:pt x="30" y="399"/>
                  </a:cubicBezTo>
                  <a:cubicBezTo>
                    <a:pt x="30" y="397"/>
                    <a:pt x="30" y="393"/>
                    <a:pt x="29" y="391"/>
                  </a:cubicBezTo>
                  <a:cubicBezTo>
                    <a:pt x="28" y="389"/>
                    <a:pt x="23" y="387"/>
                    <a:pt x="21" y="386"/>
                  </a:cubicBezTo>
                  <a:cubicBezTo>
                    <a:pt x="19" y="385"/>
                    <a:pt x="15" y="384"/>
                    <a:pt x="15" y="384"/>
                  </a:cubicBezTo>
                  <a:cubicBezTo>
                    <a:pt x="15" y="384"/>
                    <a:pt x="9" y="376"/>
                    <a:pt x="8" y="373"/>
                  </a:cubicBezTo>
                  <a:cubicBezTo>
                    <a:pt x="7" y="371"/>
                    <a:pt x="5" y="367"/>
                    <a:pt x="5" y="364"/>
                  </a:cubicBezTo>
                  <a:cubicBezTo>
                    <a:pt x="4" y="361"/>
                    <a:pt x="3" y="355"/>
                    <a:pt x="2" y="352"/>
                  </a:cubicBezTo>
                  <a:cubicBezTo>
                    <a:pt x="2" y="350"/>
                    <a:pt x="0" y="346"/>
                    <a:pt x="2" y="345"/>
                  </a:cubicBezTo>
                  <a:cubicBezTo>
                    <a:pt x="3" y="344"/>
                    <a:pt x="7" y="346"/>
                    <a:pt x="9" y="346"/>
                  </a:cubicBezTo>
                  <a:cubicBezTo>
                    <a:pt x="12" y="346"/>
                    <a:pt x="17" y="347"/>
                    <a:pt x="20" y="348"/>
                  </a:cubicBezTo>
                  <a:cubicBezTo>
                    <a:pt x="22" y="349"/>
                    <a:pt x="27" y="351"/>
                    <a:pt x="29" y="351"/>
                  </a:cubicBezTo>
                  <a:cubicBezTo>
                    <a:pt x="31" y="352"/>
                    <a:pt x="36" y="353"/>
                    <a:pt x="38" y="352"/>
                  </a:cubicBezTo>
                  <a:cubicBezTo>
                    <a:pt x="40" y="352"/>
                    <a:pt x="43" y="350"/>
                    <a:pt x="44" y="348"/>
                  </a:cubicBezTo>
                  <a:cubicBezTo>
                    <a:pt x="46" y="347"/>
                    <a:pt x="47" y="344"/>
                    <a:pt x="47" y="343"/>
                  </a:cubicBezTo>
                  <a:cubicBezTo>
                    <a:pt x="48" y="340"/>
                    <a:pt x="48" y="335"/>
                    <a:pt x="47" y="332"/>
                  </a:cubicBezTo>
                  <a:cubicBezTo>
                    <a:pt x="47" y="329"/>
                    <a:pt x="47" y="324"/>
                    <a:pt x="47" y="321"/>
                  </a:cubicBezTo>
                  <a:cubicBezTo>
                    <a:pt x="46" y="318"/>
                    <a:pt x="44" y="311"/>
                    <a:pt x="43" y="308"/>
                  </a:cubicBezTo>
                  <a:cubicBezTo>
                    <a:pt x="42" y="305"/>
                    <a:pt x="37" y="299"/>
                    <a:pt x="37" y="296"/>
                  </a:cubicBezTo>
                  <a:cubicBezTo>
                    <a:pt x="35" y="292"/>
                    <a:pt x="35" y="282"/>
                    <a:pt x="35" y="278"/>
                  </a:cubicBezTo>
                  <a:cubicBezTo>
                    <a:pt x="35" y="276"/>
                    <a:pt x="35" y="272"/>
                    <a:pt x="36" y="271"/>
                  </a:cubicBezTo>
                  <a:cubicBezTo>
                    <a:pt x="37" y="267"/>
                    <a:pt x="43" y="257"/>
                    <a:pt x="43" y="257"/>
                  </a:cubicBezTo>
                  <a:cubicBezTo>
                    <a:pt x="43" y="257"/>
                    <a:pt x="50" y="256"/>
                    <a:pt x="53" y="256"/>
                  </a:cubicBezTo>
                  <a:cubicBezTo>
                    <a:pt x="54" y="256"/>
                    <a:pt x="57" y="256"/>
                    <a:pt x="58" y="256"/>
                  </a:cubicBezTo>
                  <a:cubicBezTo>
                    <a:pt x="60" y="257"/>
                    <a:pt x="63" y="257"/>
                    <a:pt x="64" y="258"/>
                  </a:cubicBezTo>
                  <a:cubicBezTo>
                    <a:pt x="65" y="259"/>
                    <a:pt x="67" y="261"/>
                    <a:pt x="68" y="261"/>
                  </a:cubicBezTo>
                  <a:cubicBezTo>
                    <a:pt x="72" y="260"/>
                    <a:pt x="78" y="254"/>
                    <a:pt x="79" y="251"/>
                  </a:cubicBezTo>
                  <a:cubicBezTo>
                    <a:pt x="79" y="250"/>
                    <a:pt x="78" y="248"/>
                    <a:pt x="78" y="247"/>
                  </a:cubicBezTo>
                  <a:cubicBezTo>
                    <a:pt x="77" y="245"/>
                    <a:pt x="75" y="241"/>
                    <a:pt x="73" y="239"/>
                  </a:cubicBezTo>
                  <a:cubicBezTo>
                    <a:pt x="72" y="238"/>
                    <a:pt x="68" y="236"/>
                    <a:pt x="68" y="235"/>
                  </a:cubicBezTo>
                  <a:cubicBezTo>
                    <a:pt x="67" y="233"/>
                    <a:pt x="70" y="229"/>
                    <a:pt x="69" y="228"/>
                  </a:cubicBezTo>
                  <a:cubicBezTo>
                    <a:pt x="67" y="225"/>
                    <a:pt x="57" y="227"/>
                    <a:pt x="54" y="224"/>
                  </a:cubicBezTo>
                  <a:cubicBezTo>
                    <a:pt x="54" y="224"/>
                    <a:pt x="54" y="221"/>
                    <a:pt x="55" y="221"/>
                  </a:cubicBezTo>
                  <a:cubicBezTo>
                    <a:pt x="56" y="220"/>
                    <a:pt x="60" y="221"/>
                    <a:pt x="61" y="221"/>
                  </a:cubicBezTo>
                  <a:cubicBezTo>
                    <a:pt x="62" y="221"/>
                    <a:pt x="65" y="220"/>
                    <a:pt x="65" y="219"/>
                  </a:cubicBezTo>
                  <a:cubicBezTo>
                    <a:pt x="66" y="218"/>
                    <a:pt x="67" y="215"/>
                    <a:pt x="67" y="214"/>
                  </a:cubicBezTo>
                  <a:cubicBezTo>
                    <a:pt x="67" y="212"/>
                    <a:pt x="65" y="210"/>
                    <a:pt x="64" y="209"/>
                  </a:cubicBezTo>
                  <a:cubicBezTo>
                    <a:pt x="63" y="208"/>
                    <a:pt x="60" y="206"/>
                    <a:pt x="60" y="205"/>
                  </a:cubicBezTo>
                  <a:cubicBezTo>
                    <a:pt x="59" y="201"/>
                    <a:pt x="63" y="193"/>
                    <a:pt x="65" y="189"/>
                  </a:cubicBezTo>
                  <a:cubicBezTo>
                    <a:pt x="67" y="186"/>
                    <a:pt x="72" y="182"/>
                    <a:pt x="74" y="180"/>
                  </a:cubicBezTo>
                  <a:cubicBezTo>
                    <a:pt x="77" y="177"/>
                    <a:pt x="86" y="176"/>
                    <a:pt x="88" y="173"/>
                  </a:cubicBezTo>
                  <a:cubicBezTo>
                    <a:pt x="89" y="171"/>
                    <a:pt x="88" y="165"/>
                    <a:pt x="86" y="164"/>
                  </a:cubicBezTo>
                  <a:cubicBezTo>
                    <a:pt x="85" y="162"/>
                    <a:pt x="81" y="162"/>
                    <a:pt x="79" y="161"/>
                  </a:cubicBezTo>
                  <a:cubicBezTo>
                    <a:pt x="78" y="161"/>
                    <a:pt x="76" y="160"/>
                    <a:pt x="75" y="159"/>
                  </a:cubicBezTo>
                  <a:cubicBezTo>
                    <a:pt x="71" y="159"/>
                    <a:pt x="60" y="159"/>
                    <a:pt x="60" y="159"/>
                  </a:cubicBezTo>
                  <a:cubicBezTo>
                    <a:pt x="60" y="159"/>
                    <a:pt x="58" y="142"/>
                    <a:pt x="59" y="136"/>
                  </a:cubicBezTo>
                  <a:cubicBezTo>
                    <a:pt x="60" y="132"/>
                    <a:pt x="65" y="126"/>
                    <a:pt x="65" y="122"/>
                  </a:cubicBezTo>
                  <a:cubicBezTo>
                    <a:pt x="65" y="121"/>
                    <a:pt x="64" y="118"/>
                    <a:pt x="63" y="118"/>
                  </a:cubicBezTo>
                  <a:cubicBezTo>
                    <a:pt x="62" y="117"/>
                    <a:pt x="61" y="119"/>
                    <a:pt x="60" y="118"/>
                  </a:cubicBezTo>
                  <a:cubicBezTo>
                    <a:pt x="59" y="118"/>
                    <a:pt x="60" y="114"/>
                    <a:pt x="59" y="113"/>
                  </a:cubicBezTo>
                  <a:cubicBezTo>
                    <a:pt x="58" y="112"/>
                    <a:pt x="54" y="115"/>
                    <a:pt x="53" y="114"/>
                  </a:cubicBezTo>
                  <a:cubicBezTo>
                    <a:pt x="51" y="110"/>
                    <a:pt x="59" y="104"/>
                    <a:pt x="61" y="101"/>
                  </a:cubicBezTo>
                  <a:cubicBezTo>
                    <a:pt x="63" y="100"/>
                    <a:pt x="68" y="98"/>
                    <a:pt x="70" y="97"/>
                  </a:cubicBezTo>
                  <a:cubicBezTo>
                    <a:pt x="73" y="96"/>
                    <a:pt x="80" y="94"/>
                    <a:pt x="83" y="92"/>
                  </a:cubicBezTo>
                  <a:cubicBezTo>
                    <a:pt x="86" y="91"/>
                    <a:pt x="92" y="87"/>
                    <a:pt x="94" y="85"/>
                  </a:cubicBezTo>
                  <a:cubicBezTo>
                    <a:pt x="97" y="84"/>
                    <a:pt x="100" y="80"/>
                    <a:pt x="102" y="79"/>
                  </a:cubicBezTo>
                  <a:cubicBezTo>
                    <a:pt x="103" y="78"/>
                    <a:pt x="106" y="78"/>
                    <a:pt x="107" y="77"/>
                  </a:cubicBezTo>
                  <a:cubicBezTo>
                    <a:pt x="110" y="76"/>
                    <a:pt x="115" y="72"/>
                    <a:pt x="118" y="70"/>
                  </a:cubicBezTo>
                  <a:cubicBezTo>
                    <a:pt x="120" y="68"/>
                    <a:pt x="124" y="62"/>
                    <a:pt x="126" y="59"/>
                  </a:cubicBezTo>
                  <a:cubicBezTo>
                    <a:pt x="129" y="57"/>
                    <a:pt x="136" y="53"/>
                    <a:pt x="139" y="50"/>
                  </a:cubicBezTo>
                  <a:cubicBezTo>
                    <a:pt x="140" y="49"/>
                    <a:pt x="143" y="46"/>
                    <a:pt x="143" y="45"/>
                  </a:cubicBezTo>
                  <a:cubicBezTo>
                    <a:pt x="144" y="42"/>
                    <a:pt x="142" y="37"/>
                    <a:pt x="142" y="35"/>
                  </a:cubicBezTo>
                  <a:cubicBezTo>
                    <a:pt x="142" y="33"/>
                    <a:pt x="142" y="28"/>
                    <a:pt x="143" y="26"/>
                  </a:cubicBezTo>
                  <a:cubicBezTo>
                    <a:pt x="144" y="24"/>
                    <a:pt x="147" y="21"/>
                    <a:pt x="148" y="20"/>
                  </a:cubicBezTo>
                  <a:cubicBezTo>
                    <a:pt x="149" y="18"/>
                    <a:pt x="153" y="16"/>
                    <a:pt x="153" y="15"/>
                  </a:cubicBezTo>
                  <a:cubicBezTo>
                    <a:pt x="153" y="14"/>
                    <a:pt x="153" y="12"/>
                    <a:pt x="152" y="11"/>
                  </a:cubicBezTo>
                  <a:cubicBezTo>
                    <a:pt x="152" y="9"/>
                    <a:pt x="150" y="4"/>
                    <a:pt x="150" y="4"/>
                  </a:cubicBezTo>
                  <a:cubicBezTo>
                    <a:pt x="150" y="4"/>
                    <a:pt x="156" y="0"/>
                    <a:pt x="158" y="1"/>
                  </a:cubicBezTo>
                  <a:cubicBezTo>
                    <a:pt x="162" y="2"/>
                    <a:pt x="165" y="9"/>
                    <a:pt x="166" y="12"/>
                  </a:cubicBezTo>
                  <a:cubicBezTo>
                    <a:pt x="167" y="17"/>
                    <a:pt x="167" y="26"/>
                    <a:pt x="167" y="31"/>
                  </a:cubicBezTo>
                  <a:cubicBezTo>
                    <a:pt x="168" y="36"/>
                    <a:pt x="165" y="48"/>
                    <a:pt x="169" y="51"/>
                  </a:cubicBezTo>
                  <a:cubicBezTo>
                    <a:pt x="172" y="54"/>
                    <a:pt x="182" y="49"/>
                    <a:pt x="186" y="50"/>
                  </a:cubicBezTo>
                  <a:cubicBezTo>
                    <a:pt x="189" y="50"/>
                    <a:pt x="194" y="53"/>
                    <a:pt x="197" y="54"/>
                  </a:cubicBezTo>
                  <a:cubicBezTo>
                    <a:pt x="199" y="54"/>
                    <a:pt x="201" y="55"/>
                    <a:pt x="203" y="55"/>
                  </a:cubicBezTo>
                  <a:cubicBezTo>
                    <a:pt x="205" y="55"/>
                    <a:pt x="210" y="54"/>
                    <a:pt x="213" y="53"/>
                  </a:cubicBezTo>
                  <a:cubicBezTo>
                    <a:pt x="218" y="52"/>
                    <a:pt x="229" y="45"/>
                    <a:pt x="233" y="48"/>
                  </a:cubicBezTo>
                  <a:cubicBezTo>
                    <a:pt x="238" y="52"/>
                    <a:pt x="236" y="67"/>
                    <a:pt x="236" y="73"/>
                  </a:cubicBezTo>
                  <a:cubicBezTo>
                    <a:pt x="236" y="75"/>
                    <a:pt x="234" y="79"/>
                    <a:pt x="235" y="81"/>
                  </a:cubicBezTo>
                  <a:cubicBezTo>
                    <a:pt x="235" y="84"/>
                    <a:pt x="238" y="90"/>
                    <a:pt x="240" y="90"/>
                  </a:cubicBezTo>
                  <a:cubicBezTo>
                    <a:pt x="242" y="91"/>
                    <a:pt x="247" y="87"/>
                    <a:pt x="249" y="86"/>
                  </a:cubicBezTo>
                  <a:cubicBezTo>
                    <a:pt x="251" y="85"/>
                    <a:pt x="254" y="84"/>
                    <a:pt x="256" y="83"/>
                  </a:cubicBezTo>
                  <a:cubicBezTo>
                    <a:pt x="259" y="81"/>
                    <a:pt x="264" y="75"/>
                    <a:pt x="267" y="72"/>
                  </a:cubicBezTo>
                  <a:cubicBezTo>
                    <a:pt x="269" y="71"/>
                    <a:pt x="274" y="68"/>
                    <a:pt x="276" y="67"/>
                  </a:cubicBezTo>
                  <a:cubicBezTo>
                    <a:pt x="279" y="66"/>
                    <a:pt x="286" y="63"/>
                    <a:pt x="289" y="63"/>
                  </a:cubicBezTo>
                  <a:cubicBezTo>
                    <a:pt x="290" y="64"/>
                    <a:pt x="292" y="64"/>
                    <a:pt x="293" y="65"/>
                  </a:cubicBezTo>
                  <a:cubicBezTo>
                    <a:pt x="295" y="66"/>
                    <a:pt x="298" y="71"/>
                    <a:pt x="300" y="72"/>
                  </a:cubicBezTo>
                  <a:cubicBezTo>
                    <a:pt x="301" y="72"/>
                    <a:pt x="304" y="72"/>
                    <a:pt x="305" y="71"/>
                  </a:cubicBezTo>
                  <a:cubicBezTo>
                    <a:pt x="307" y="70"/>
                    <a:pt x="310" y="67"/>
                    <a:pt x="312" y="66"/>
                  </a:cubicBezTo>
                  <a:cubicBezTo>
                    <a:pt x="313" y="65"/>
                    <a:pt x="315" y="63"/>
                    <a:pt x="316" y="63"/>
                  </a:cubicBezTo>
                  <a:cubicBezTo>
                    <a:pt x="318" y="62"/>
                    <a:pt x="322" y="61"/>
                    <a:pt x="325" y="62"/>
                  </a:cubicBezTo>
                  <a:cubicBezTo>
                    <a:pt x="328" y="62"/>
                    <a:pt x="334" y="63"/>
                    <a:pt x="336" y="65"/>
                  </a:cubicBezTo>
                  <a:cubicBezTo>
                    <a:pt x="337" y="66"/>
                    <a:pt x="340" y="70"/>
                    <a:pt x="340" y="72"/>
                  </a:cubicBezTo>
                  <a:cubicBezTo>
                    <a:pt x="341" y="75"/>
                    <a:pt x="339" y="80"/>
                    <a:pt x="339" y="83"/>
                  </a:cubicBezTo>
                  <a:cubicBezTo>
                    <a:pt x="338" y="86"/>
                    <a:pt x="336" y="91"/>
                    <a:pt x="336" y="94"/>
                  </a:cubicBezTo>
                  <a:cubicBezTo>
                    <a:pt x="336" y="97"/>
                    <a:pt x="337" y="102"/>
                    <a:pt x="339" y="102"/>
                  </a:cubicBezTo>
                  <a:cubicBezTo>
                    <a:pt x="342" y="103"/>
                    <a:pt x="347" y="95"/>
                    <a:pt x="349" y="96"/>
                  </a:cubicBezTo>
                  <a:cubicBezTo>
                    <a:pt x="356" y="99"/>
                    <a:pt x="345" y="122"/>
                    <a:pt x="352" y="125"/>
                  </a:cubicBezTo>
                  <a:cubicBezTo>
                    <a:pt x="353" y="126"/>
                    <a:pt x="356" y="122"/>
                    <a:pt x="357" y="121"/>
                  </a:cubicBezTo>
                  <a:cubicBezTo>
                    <a:pt x="358" y="119"/>
                    <a:pt x="360" y="115"/>
                    <a:pt x="361" y="114"/>
                  </a:cubicBezTo>
                  <a:cubicBezTo>
                    <a:pt x="362" y="113"/>
                    <a:pt x="365" y="111"/>
                    <a:pt x="366" y="110"/>
                  </a:cubicBezTo>
                  <a:cubicBezTo>
                    <a:pt x="371" y="108"/>
                    <a:pt x="382" y="106"/>
                    <a:pt x="387" y="104"/>
                  </a:cubicBezTo>
                  <a:cubicBezTo>
                    <a:pt x="395" y="100"/>
                    <a:pt x="419" y="86"/>
                    <a:pt x="419" y="86"/>
                  </a:cubicBezTo>
                  <a:cubicBezTo>
                    <a:pt x="419" y="86"/>
                    <a:pt x="424" y="93"/>
                    <a:pt x="426" y="95"/>
                  </a:cubicBezTo>
                  <a:cubicBezTo>
                    <a:pt x="429" y="99"/>
                    <a:pt x="434" y="106"/>
                    <a:pt x="435" y="111"/>
                  </a:cubicBezTo>
                  <a:cubicBezTo>
                    <a:pt x="436" y="114"/>
                    <a:pt x="437" y="120"/>
                    <a:pt x="438" y="123"/>
                  </a:cubicBezTo>
                  <a:cubicBezTo>
                    <a:pt x="438" y="126"/>
                    <a:pt x="438" y="131"/>
                    <a:pt x="437" y="133"/>
                  </a:cubicBezTo>
                  <a:cubicBezTo>
                    <a:pt x="436" y="136"/>
                    <a:pt x="432" y="141"/>
                    <a:pt x="429" y="143"/>
                  </a:cubicBezTo>
                  <a:cubicBezTo>
                    <a:pt x="426" y="146"/>
                    <a:pt x="419" y="150"/>
                    <a:pt x="415" y="152"/>
                  </a:cubicBezTo>
                  <a:cubicBezTo>
                    <a:pt x="411" y="155"/>
                    <a:pt x="402" y="158"/>
                    <a:pt x="398" y="160"/>
                  </a:cubicBezTo>
                  <a:cubicBezTo>
                    <a:pt x="394" y="161"/>
                    <a:pt x="386" y="163"/>
                    <a:pt x="383" y="165"/>
                  </a:cubicBezTo>
                  <a:cubicBezTo>
                    <a:pt x="379" y="166"/>
                    <a:pt x="372" y="166"/>
                    <a:pt x="370" y="168"/>
                  </a:cubicBezTo>
                  <a:cubicBezTo>
                    <a:pt x="369" y="169"/>
                    <a:pt x="369" y="172"/>
                    <a:pt x="369" y="173"/>
                  </a:cubicBezTo>
                  <a:cubicBezTo>
                    <a:pt x="370" y="174"/>
                    <a:pt x="370" y="177"/>
                    <a:pt x="371" y="178"/>
                  </a:cubicBezTo>
                  <a:cubicBezTo>
                    <a:pt x="372" y="182"/>
                    <a:pt x="375" y="189"/>
                    <a:pt x="376" y="193"/>
                  </a:cubicBezTo>
                  <a:cubicBezTo>
                    <a:pt x="377" y="196"/>
                    <a:pt x="379" y="206"/>
                    <a:pt x="379" y="206"/>
                  </a:cubicBezTo>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47"/>
            <p:cNvSpPr>
              <a:spLocks/>
            </p:cNvSpPr>
            <p:nvPr/>
          </p:nvSpPr>
          <p:spPr bwMode="auto">
            <a:xfrm>
              <a:off x="5399088" y="1468438"/>
              <a:ext cx="719138" cy="496888"/>
            </a:xfrm>
            <a:custGeom>
              <a:avLst/>
              <a:gdLst/>
              <a:ahLst/>
              <a:cxnLst>
                <a:cxn ang="0">
                  <a:pos x="549" y="350"/>
                </a:cxn>
                <a:cxn ang="0">
                  <a:pos x="516" y="348"/>
                </a:cxn>
                <a:cxn ang="0">
                  <a:pos x="503" y="369"/>
                </a:cxn>
                <a:cxn ang="0">
                  <a:pos x="473" y="369"/>
                </a:cxn>
                <a:cxn ang="0">
                  <a:pos x="471" y="352"/>
                </a:cxn>
                <a:cxn ang="0">
                  <a:pos x="449" y="371"/>
                </a:cxn>
                <a:cxn ang="0">
                  <a:pos x="423" y="370"/>
                </a:cxn>
                <a:cxn ang="0">
                  <a:pos x="410" y="356"/>
                </a:cxn>
                <a:cxn ang="0">
                  <a:pos x="398" y="376"/>
                </a:cxn>
                <a:cxn ang="0">
                  <a:pos x="365" y="382"/>
                </a:cxn>
                <a:cxn ang="0">
                  <a:pos x="318" y="354"/>
                </a:cxn>
                <a:cxn ang="0">
                  <a:pos x="312" y="340"/>
                </a:cxn>
                <a:cxn ang="0">
                  <a:pos x="281" y="317"/>
                </a:cxn>
                <a:cxn ang="0">
                  <a:pos x="266" y="296"/>
                </a:cxn>
                <a:cxn ang="0">
                  <a:pos x="269" y="278"/>
                </a:cxn>
                <a:cxn ang="0">
                  <a:pos x="232" y="255"/>
                </a:cxn>
                <a:cxn ang="0">
                  <a:pos x="209" y="238"/>
                </a:cxn>
                <a:cxn ang="0">
                  <a:pos x="185" y="223"/>
                </a:cxn>
                <a:cxn ang="0">
                  <a:pos x="157" y="212"/>
                </a:cxn>
                <a:cxn ang="0">
                  <a:pos x="135" y="198"/>
                </a:cxn>
                <a:cxn ang="0">
                  <a:pos x="112" y="184"/>
                </a:cxn>
                <a:cxn ang="0">
                  <a:pos x="109" y="170"/>
                </a:cxn>
                <a:cxn ang="0">
                  <a:pos x="135" y="172"/>
                </a:cxn>
                <a:cxn ang="0">
                  <a:pos x="127" y="141"/>
                </a:cxn>
                <a:cxn ang="0">
                  <a:pos x="123" y="134"/>
                </a:cxn>
                <a:cxn ang="0">
                  <a:pos x="119" y="128"/>
                </a:cxn>
                <a:cxn ang="0">
                  <a:pos x="112" y="116"/>
                </a:cxn>
                <a:cxn ang="0">
                  <a:pos x="100" y="87"/>
                </a:cxn>
                <a:cxn ang="0">
                  <a:pos x="84" y="75"/>
                </a:cxn>
                <a:cxn ang="0">
                  <a:pos x="67" y="69"/>
                </a:cxn>
                <a:cxn ang="0">
                  <a:pos x="42" y="55"/>
                </a:cxn>
                <a:cxn ang="0">
                  <a:pos x="18" y="34"/>
                </a:cxn>
                <a:cxn ang="0">
                  <a:pos x="12" y="21"/>
                </a:cxn>
                <a:cxn ang="0">
                  <a:pos x="0" y="10"/>
                </a:cxn>
                <a:cxn ang="0">
                  <a:pos x="14" y="1"/>
                </a:cxn>
                <a:cxn ang="0">
                  <a:pos x="31" y="19"/>
                </a:cxn>
                <a:cxn ang="0">
                  <a:pos x="49" y="27"/>
                </a:cxn>
                <a:cxn ang="0">
                  <a:pos x="66" y="39"/>
                </a:cxn>
                <a:cxn ang="0">
                  <a:pos x="84" y="55"/>
                </a:cxn>
                <a:cxn ang="0">
                  <a:pos x="110" y="67"/>
                </a:cxn>
                <a:cxn ang="0">
                  <a:pos x="134" y="82"/>
                </a:cxn>
                <a:cxn ang="0">
                  <a:pos x="151" y="94"/>
                </a:cxn>
                <a:cxn ang="0">
                  <a:pos x="151" y="116"/>
                </a:cxn>
                <a:cxn ang="0">
                  <a:pos x="167" y="132"/>
                </a:cxn>
                <a:cxn ang="0">
                  <a:pos x="203" y="156"/>
                </a:cxn>
                <a:cxn ang="0">
                  <a:pos x="238" y="177"/>
                </a:cxn>
                <a:cxn ang="0">
                  <a:pos x="272" y="175"/>
                </a:cxn>
                <a:cxn ang="0">
                  <a:pos x="301" y="176"/>
                </a:cxn>
                <a:cxn ang="0">
                  <a:pos x="329" y="191"/>
                </a:cxn>
                <a:cxn ang="0">
                  <a:pos x="363" y="198"/>
                </a:cxn>
                <a:cxn ang="0">
                  <a:pos x="382" y="227"/>
                </a:cxn>
                <a:cxn ang="0">
                  <a:pos x="398" y="253"/>
                </a:cxn>
                <a:cxn ang="0">
                  <a:pos x="422" y="263"/>
                </a:cxn>
                <a:cxn ang="0">
                  <a:pos x="447" y="278"/>
                </a:cxn>
                <a:cxn ang="0">
                  <a:pos x="466" y="288"/>
                </a:cxn>
                <a:cxn ang="0">
                  <a:pos x="494" y="300"/>
                </a:cxn>
                <a:cxn ang="0">
                  <a:pos x="513" y="309"/>
                </a:cxn>
                <a:cxn ang="0">
                  <a:pos x="533" y="312"/>
                </a:cxn>
                <a:cxn ang="0">
                  <a:pos x="542" y="328"/>
                </a:cxn>
              </a:cxnLst>
              <a:rect l="0" t="0" r="r" b="b"/>
              <a:pathLst>
                <a:path w="554" h="382">
                  <a:moveTo>
                    <a:pt x="553" y="339"/>
                  </a:moveTo>
                  <a:cubicBezTo>
                    <a:pt x="553" y="340"/>
                    <a:pt x="554" y="343"/>
                    <a:pt x="554" y="345"/>
                  </a:cubicBezTo>
                  <a:cubicBezTo>
                    <a:pt x="554" y="346"/>
                    <a:pt x="553" y="348"/>
                    <a:pt x="552" y="348"/>
                  </a:cubicBezTo>
                  <a:cubicBezTo>
                    <a:pt x="551" y="349"/>
                    <a:pt x="550" y="350"/>
                    <a:pt x="549" y="350"/>
                  </a:cubicBezTo>
                  <a:cubicBezTo>
                    <a:pt x="547" y="351"/>
                    <a:pt x="542" y="351"/>
                    <a:pt x="540" y="351"/>
                  </a:cubicBezTo>
                  <a:cubicBezTo>
                    <a:pt x="538" y="351"/>
                    <a:pt x="533" y="351"/>
                    <a:pt x="531" y="350"/>
                  </a:cubicBezTo>
                  <a:cubicBezTo>
                    <a:pt x="530" y="350"/>
                    <a:pt x="527" y="350"/>
                    <a:pt x="525" y="350"/>
                  </a:cubicBezTo>
                  <a:cubicBezTo>
                    <a:pt x="522" y="349"/>
                    <a:pt x="518" y="348"/>
                    <a:pt x="516" y="348"/>
                  </a:cubicBezTo>
                  <a:cubicBezTo>
                    <a:pt x="514" y="349"/>
                    <a:pt x="512" y="352"/>
                    <a:pt x="510" y="353"/>
                  </a:cubicBezTo>
                  <a:cubicBezTo>
                    <a:pt x="509" y="354"/>
                    <a:pt x="506" y="355"/>
                    <a:pt x="505" y="356"/>
                  </a:cubicBezTo>
                  <a:cubicBezTo>
                    <a:pt x="504" y="357"/>
                    <a:pt x="504" y="360"/>
                    <a:pt x="504" y="361"/>
                  </a:cubicBezTo>
                  <a:cubicBezTo>
                    <a:pt x="504" y="363"/>
                    <a:pt x="504" y="367"/>
                    <a:pt x="503" y="369"/>
                  </a:cubicBezTo>
                  <a:cubicBezTo>
                    <a:pt x="503" y="371"/>
                    <a:pt x="499" y="373"/>
                    <a:pt x="498" y="373"/>
                  </a:cubicBezTo>
                  <a:cubicBezTo>
                    <a:pt x="496" y="374"/>
                    <a:pt x="493" y="374"/>
                    <a:pt x="491" y="373"/>
                  </a:cubicBezTo>
                  <a:cubicBezTo>
                    <a:pt x="487" y="373"/>
                    <a:pt x="483" y="373"/>
                    <a:pt x="480" y="373"/>
                  </a:cubicBezTo>
                  <a:cubicBezTo>
                    <a:pt x="478" y="372"/>
                    <a:pt x="474" y="371"/>
                    <a:pt x="473" y="369"/>
                  </a:cubicBezTo>
                  <a:cubicBezTo>
                    <a:pt x="472" y="368"/>
                    <a:pt x="472" y="365"/>
                    <a:pt x="472" y="364"/>
                  </a:cubicBezTo>
                  <a:cubicBezTo>
                    <a:pt x="473" y="362"/>
                    <a:pt x="475" y="359"/>
                    <a:pt x="475" y="357"/>
                  </a:cubicBezTo>
                  <a:cubicBezTo>
                    <a:pt x="475" y="356"/>
                    <a:pt x="475" y="353"/>
                    <a:pt x="474" y="352"/>
                  </a:cubicBezTo>
                  <a:cubicBezTo>
                    <a:pt x="473" y="351"/>
                    <a:pt x="471" y="351"/>
                    <a:pt x="471" y="352"/>
                  </a:cubicBezTo>
                  <a:cubicBezTo>
                    <a:pt x="469" y="352"/>
                    <a:pt x="467" y="352"/>
                    <a:pt x="466" y="353"/>
                  </a:cubicBezTo>
                  <a:cubicBezTo>
                    <a:pt x="465" y="354"/>
                    <a:pt x="463" y="356"/>
                    <a:pt x="462" y="357"/>
                  </a:cubicBezTo>
                  <a:cubicBezTo>
                    <a:pt x="460" y="359"/>
                    <a:pt x="457" y="363"/>
                    <a:pt x="456" y="365"/>
                  </a:cubicBezTo>
                  <a:cubicBezTo>
                    <a:pt x="454" y="366"/>
                    <a:pt x="451" y="369"/>
                    <a:pt x="449" y="371"/>
                  </a:cubicBezTo>
                  <a:cubicBezTo>
                    <a:pt x="448" y="372"/>
                    <a:pt x="446" y="374"/>
                    <a:pt x="444" y="374"/>
                  </a:cubicBezTo>
                  <a:cubicBezTo>
                    <a:pt x="442" y="375"/>
                    <a:pt x="438" y="375"/>
                    <a:pt x="436" y="375"/>
                  </a:cubicBezTo>
                  <a:cubicBezTo>
                    <a:pt x="434" y="374"/>
                    <a:pt x="430" y="374"/>
                    <a:pt x="428" y="373"/>
                  </a:cubicBezTo>
                  <a:cubicBezTo>
                    <a:pt x="427" y="373"/>
                    <a:pt x="425" y="371"/>
                    <a:pt x="423" y="370"/>
                  </a:cubicBezTo>
                  <a:cubicBezTo>
                    <a:pt x="422" y="369"/>
                    <a:pt x="419" y="366"/>
                    <a:pt x="418" y="365"/>
                  </a:cubicBezTo>
                  <a:cubicBezTo>
                    <a:pt x="417" y="364"/>
                    <a:pt x="417" y="360"/>
                    <a:pt x="416" y="358"/>
                  </a:cubicBezTo>
                  <a:cubicBezTo>
                    <a:pt x="416" y="357"/>
                    <a:pt x="414" y="356"/>
                    <a:pt x="414" y="356"/>
                  </a:cubicBezTo>
                  <a:cubicBezTo>
                    <a:pt x="413" y="356"/>
                    <a:pt x="411" y="355"/>
                    <a:pt x="410" y="356"/>
                  </a:cubicBezTo>
                  <a:cubicBezTo>
                    <a:pt x="409" y="356"/>
                    <a:pt x="408" y="359"/>
                    <a:pt x="407" y="360"/>
                  </a:cubicBezTo>
                  <a:cubicBezTo>
                    <a:pt x="407" y="361"/>
                    <a:pt x="406" y="363"/>
                    <a:pt x="406" y="364"/>
                  </a:cubicBezTo>
                  <a:cubicBezTo>
                    <a:pt x="405" y="366"/>
                    <a:pt x="404" y="369"/>
                    <a:pt x="404" y="370"/>
                  </a:cubicBezTo>
                  <a:cubicBezTo>
                    <a:pt x="403" y="371"/>
                    <a:pt x="400" y="374"/>
                    <a:pt x="398" y="376"/>
                  </a:cubicBezTo>
                  <a:cubicBezTo>
                    <a:pt x="397" y="377"/>
                    <a:pt x="393" y="378"/>
                    <a:pt x="391" y="379"/>
                  </a:cubicBezTo>
                  <a:cubicBezTo>
                    <a:pt x="389" y="380"/>
                    <a:pt x="383" y="380"/>
                    <a:pt x="380" y="380"/>
                  </a:cubicBezTo>
                  <a:cubicBezTo>
                    <a:pt x="377" y="381"/>
                    <a:pt x="373" y="381"/>
                    <a:pt x="370" y="382"/>
                  </a:cubicBezTo>
                  <a:cubicBezTo>
                    <a:pt x="369" y="382"/>
                    <a:pt x="366" y="382"/>
                    <a:pt x="365" y="382"/>
                  </a:cubicBezTo>
                  <a:cubicBezTo>
                    <a:pt x="362" y="382"/>
                    <a:pt x="357" y="381"/>
                    <a:pt x="355" y="380"/>
                  </a:cubicBezTo>
                  <a:cubicBezTo>
                    <a:pt x="351" y="378"/>
                    <a:pt x="346" y="375"/>
                    <a:pt x="343" y="373"/>
                  </a:cubicBezTo>
                  <a:cubicBezTo>
                    <a:pt x="341" y="371"/>
                    <a:pt x="335" y="367"/>
                    <a:pt x="332" y="365"/>
                  </a:cubicBezTo>
                  <a:cubicBezTo>
                    <a:pt x="329" y="362"/>
                    <a:pt x="322" y="358"/>
                    <a:pt x="318" y="354"/>
                  </a:cubicBezTo>
                  <a:cubicBezTo>
                    <a:pt x="317" y="353"/>
                    <a:pt x="315" y="351"/>
                    <a:pt x="314" y="351"/>
                  </a:cubicBezTo>
                  <a:cubicBezTo>
                    <a:pt x="313" y="350"/>
                    <a:pt x="309" y="351"/>
                    <a:pt x="309" y="349"/>
                  </a:cubicBezTo>
                  <a:cubicBezTo>
                    <a:pt x="308" y="348"/>
                    <a:pt x="311" y="346"/>
                    <a:pt x="311" y="345"/>
                  </a:cubicBezTo>
                  <a:cubicBezTo>
                    <a:pt x="312" y="344"/>
                    <a:pt x="312" y="341"/>
                    <a:pt x="312" y="340"/>
                  </a:cubicBezTo>
                  <a:cubicBezTo>
                    <a:pt x="311" y="338"/>
                    <a:pt x="308" y="336"/>
                    <a:pt x="306" y="335"/>
                  </a:cubicBezTo>
                  <a:cubicBezTo>
                    <a:pt x="305" y="334"/>
                    <a:pt x="301" y="333"/>
                    <a:pt x="300" y="332"/>
                  </a:cubicBezTo>
                  <a:cubicBezTo>
                    <a:pt x="297" y="330"/>
                    <a:pt x="293" y="327"/>
                    <a:pt x="290" y="325"/>
                  </a:cubicBezTo>
                  <a:cubicBezTo>
                    <a:pt x="288" y="323"/>
                    <a:pt x="284" y="319"/>
                    <a:pt x="281" y="317"/>
                  </a:cubicBezTo>
                  <a:cubicBezTo>
                    <a:pt x="280" y="316"/>
                    <a:pt x="277" y="314"/>
                    <a:pt x="275" y="313"/>
                  </a:cubicBezTo>
                  <a:cubicBezTo>
                    <a:pt x="274" y="311"/>
                    <a:pt x="271" y="308"/>
                    <a:pt x="270" y="307"/>
                  </a:cubicBezTo>
                  <a:cubicBezTo>
                    <a:pt x="269" y="306"/>
                    <a:pt x="267" y="303"/>
                    <a:pt x="267" y="302"/>
                  </a:cubicBezTo>
                  <a:cubicBezTo>
                    <a:pt x="266" y="301"/>
                    <a:pt x="266" y="297"/>
                    <a:pt x="266" y="296"/>
                  </a:cubicBezTo>
                  <a:cubicBezTo>
                    <a:pt x="266" y="294"/>
                    <a:pt x="267" y="291"/>
                    <a:pt x="268" y="289"/>
                  </a:cubicBezTo>
                  <a:cubicBezTo>
                    <a:pt x="268" y="288"/>
                    <a:pt x="270" y="286"/>
                    <a:pt x="270" y="285"/>
                  </a:cubicBezTo>
                  <a:cubicBezTo>
                    <a:pt x="271" y="284"/>
                    <a:pt x="271" y="283"/>
                    <a:pt x="271" y="283"/>
                  </a:cubicBezTo>
                  <a:cubicBezTo>
                    <a:pt x="271" y="281"/>
                    <a:pt x="270" y="279"/>
                    <a:pt x="269" y="278"/>
                  </a:cubicBezTo>
                  <a:cubicBezTo>
                    <a:pt x="268" y="276"/>
                    <a:pt x="265" y="274"/>
                    <a:pt x="263" y="272"/>
                  </a:cubicBezTo>
                  <a:cubicBezTo>
                    <a:pt x="261" y="271"/>
                    <a:pt x="256" y="269"/>
                    <a:pt x="254" y="268"/>
                  </a:cubicBezTo>
                  <a:cubicBezTo>
                    <a:pt x="251" y="266"/>
                    <a:pt x="244" y="263"/>
                    <a:pt x="241" y="262"/>
                  </a:cubicBezTo>
                  <a:cubicBezTo>
                    <a:pt x="239" y="260"/>
                    <a:pt x="234" y="257"/>
                    <a:pt x="232" y="255"/>
                  </a:cubicBezTo>
                  <a:cubicBezTo>
                    <a:pt x="230" y="254"/>
                    <a:pt x="226" y="250"/>
                    <a:pt x="224" y="249"/>
                  </a:cubicBezTo>
                  <a:cubicBezTo>
                    <a:pt x="222" y="248"/>
                    <a:pt x="218" y="245"/>
                    <a:pt x="216" y="244"/>
                  </a:cubicBezTo>
                  <a:cubicBezTo>
                    <a:pt x="215" y="243"/>
                    <a:pt x="214" y="242"/>
                    <a:pt x="213" y="242"/>
                  </a:cubicBezTo>
                  <a:cubicBezTo>
                    <a:pt x="212" y="241"/>
                    <a:pt x="210" y="239"/>
                    <a:pt x="209" y="238"/>
                  </a:cubicBezTo>
                  <a:cubicBezTo>
                    <a:pt x="208" y="237"/>
                    <a:pt x="205" y="235"/>
                    <a:pt x="204" y="234"/>
                  </a:cubicBezTo>
                  <a:cubicBezTo>
                    <a:pt x="203" y="233"/>
                    <a:pt x="200" y="232"/>
                    <a:pt x="199" y="231"/>
                  </a:cubicBezTo>
                  <a:cubicBezTo>
                    <a:pt x="197" y="230"/>
                    <a:pt x="194" y="228"/>
                    <a:pt x="192" y="227"/>
                  </a:cubicBezTo>
                  <a:cubicBezTo>
                    <a:pt x="190" y="226"/>
                    <a:pt x="187" y="224"/>
                    <a:pt x="185" y="223"/>
                  </a:cubicBezTo>
                  <a:cubicBezTo>
                    <a:pt x="183" y="223"/>
                    <a:pt x="180" y="222"/>
                    <a:pt x="179" y="221"/>
                  </a:cubicBezTo>
                  <a:cubicBezTo>
                    <a:pt x="177" y="221"/>
                    <a:pt x="174" y="220"/>
                    <a:pt x="173" y="220"/>
                  </a:cubicBezTo>
                  <a:cubicBezTo>
                    <a:pt x="171" y="219"/>
                    <a:pt x="167" y="216"/>
                    <a:pt x="164" y="215"/>
                  </a:cubicBezTo>
                  <a:cubicBezTo>
                    <a:pt x="163" y="214"/>
                    <a:pt x="159" y="212"/>
                    <a:pt x="157" y="212"/>
                  </a:cubicBezTo>
                  <a:cubicBezTo>
                    <a:pt x="156" y="211"/>
                    <a:pt x="152" y="211"/>
                    <a:pt x="151" y="210"/>
                  </a:cubicBezTo>
                  <a:cubicBezTo>
                    <a:pt x="149" y="209"/>
                    <a:pt x="147" y="207"/>
                    <a:pt x="146" y="205"/>
                  </a:cubicBezTo>
                  <a:cubicBezTo>
                    <a:pt x="145" y="204"/>
                    <a:pt x="142" y="203"/>
                    <a:pt x="141" y="202"/>
                  </a:cubicBezTo>
                  <a:cubicBezTo>
                    <a:pt x="140" y="201"/>
                    <a:pt x="137" y="199"/>
                    <a:pt x="135" y="198"/>
                  </a:cubicBezTo>
                  <a:cubicBezTo>
                    <a:pt x="134" y="198"/>
                    <a:pt x="131" y="196"/>
                    <a:pt x="130" y="196"/>
                  </a:cubicBezTo>
                  <a:cubicBezTo>
                    <a:pt x="128" y="195"/>
                    <a:pt x="123" y="194"/>
                    <a:pt x="122" y="193"/>
                  </a:cubicBezTo>
                  <a:cubicBezTo>
                    <a:pt x="120" y="192"/>
                    <a:pt x="119" y="189"/>
                    <a:pt x="118" y="188"/>
                  </a:cubicBezTo>
                  <a:cubicBezTo>
                    <a:pt x="116" y="187"/>
                    <a:pt x="113" y="185"/>
                    <a:pt x="112" y="184"/>
                  </a:cubicBezTo>
                  <a:cubicBezTo>
                    <a:pt x="111" y="183"/>
                    <a:pt x="110" y="181"/>
                    <a:pt x="110" y="179"/>
                  </a:cubicBezTo>
                  <a:cubicBezTo>
                    <a:pt x="110" y="179"/>
                    <a:pt x="110" y="179"/>
                    <a:pt x="110" y="179"/>
                  </a:cubicBezTo>
                  <a:cubicBezTo>
                    <a:pt x="110" y="178"/>
                    <a:pt x="111" y="175"/>
                    <a:pt x="111" y="174"/>
                  </a:cubicBezTo>
                  <a:cubicBezTo>
                    <a:pt x="111" y="173"/>
                    <a:pt x="109" y="171"/>
                    <a:pt x="109" y="170"/>
                  </a:cubicBezTo>
                  <a:cubicBezTo>
                    <a:pt x="110" y="169"/>
                    <a:pt x="114" y="169"/>
                    <a:pt x="115" y="169"/>
                  </a:cubicBezTo>
                  <a:cubicBezTo>
                    <a:pt x="116" y="170"/>
                    <a:pt x="118" y="172"/>
                    <a:pt x="119" y="173"/>
                  </a:cubicBezTo>
                  <a:cubicBezTo>
                    <a:pt x="120" y="173"/>
                    <a:pt x="123" y="173"/>
                    <a:pt x="124" y="173"/>
                  </a:cubicBezTo>
                  <a:cubicBezTo>
                    <a:pt x="127" y="174"/>
                    <a:pt x="132" y="174"/>
                    <a:pt x="135" y="172"/>
                  </a:cubicBezTo>
                  <a:cubicBezTo>
                    <a:pt x="136" y="171"/>
                    <a:pt x="137" y="168"/>
                    <a:pt x="137" y="166"/>
                  </a:cubicBezTo>
                  <a:cubicBezTo>
                    <a:pt x="138" y="163"/>
                    <a:pt x="138" y="158"/>
                    <a:pt x="138" y="155"/>
                  </a:cubicBezTo>
                  <a:cubicBezTo>
                    <a:pt x="137" y="154"/>
                    <a:pt x="136" y="151"/>
                    <a:pt x="135" y="149"/>
                  </a:cubicBezTo>
                  <a:cubicBezTo>
                    <a:pt x="133" y="147"/>
                    <a:pt x="130" y="143"/>
                    <a:pt x="127" y="141"/>
                  </a:cubicBezTo>
                  <a:cubicBezTo>
                    <a:pt x="126" y="140"/>
                    <a:pt x="124" y="139"/>
                    <a:pt x="122" y="138"/>
                  </a:cubicBezTo>
                  <a:cubicBezTo>
                    <a:pt x="122" y="138"/>
                    <a:pt x="121" y="138"/>
                    <a:pt x="120" y="138"/>
                  </a:cubicBezTo>
                  <a:cubicBezTo>
                    <a:pt x="120" y="137"/>
                    <a:pt x="120" y="136"/>
                    <a:pt x="120" y="135"/>
                  </a:cubicBezTo>
                  <a:cubicBezTo>
                    <a:pt x="121" y="134"/>
                    <a:pt x="122" y="134"/>
                    <a:pt x="123" y="134"/>
                  </a:cubicBezTo>
                  <a:cubicBezTo>
                    <a:pt x="124" y="133"/>
                    <a:pt x="128" y="131"/>
                    <a:pt x="128" y="130"/>
                  </a:cubicBezTo>
                  <a:cubicBezTo>
                    <a:pt x="128" y="129"/>
                    <a:pt x="127" y="128"/>
                    <a:pt x="127" y="127"/>
                  </a:cubicBezTo>
                  <a:cubicBezTo>
                    <a:pt x="126" y="127"/>
                    <a:pt x="124" y="128"/>
                    <a:pt x="123" y="128"/>
                  </a:cubicBezTo>
                  <a:cubicBezTo>
                    <a:pt x="122" y="129"/>
                    <a:pt x="120" y="128"/>
                    <a:pt x="119" y="128"/>
                  </a:cubicBezTo>
                  <a:cubicBezTo>
                    <a:pt x="118" y="128"/>
                    <a:pt x="116" y="128"/>
                    <a:pt x="115" y="127"/>
                  </a:cubicBezTo>
                  <a:cubicBezTo>
                    <a:pt x="114" y="127"/>
                    <a:pt x="113" y="126"/>
                    <a:pt x="113" y="125"/>
                  </a:cubicBezTo>
                  <a:cubicBezTo>
                    <a:pt x="112" y="125"/>
                    <a:pt x="112" y="123"/>
                    <a:pt x="112" y="122"/>
                  </a:cubicBezTo>
                  <a:cubicBezTo>
                    <a:pt x="112" y="120"/>
                    <a:pt x="112" y="118"/>
                    <a:pt x="112" y="116"/>
                  </a:cubicBezTo>
                  <a:cubicBezTo>
                    <a:pt x="113" y="114"/>
                    <a:pt x="113" y="110"/>
                    <a:pt x="113" y="108"/>
                  </a:cubicBezTo>
                  <a:cubicBezTo>
                    <a:pt x="113" y="106"/>
                    <a:pt x="113" y="101"/>
                    <a:pt x="112" y="99"/>
                  </a:cubicBezTo>
                  <a:cubicBezTo>
                    <a:pt x="111" y="98"/>
                    <a:pt x="107" y="95"/>
                    <a:pt x="106" y="94"/>
                  </a:cubicBezTo>
                  <a:cubicBezTo>
                    <a:pt x="105" y="92"/>
                    <a:pt x="102" y="89"/>
                    <a:pt x="100" y="87"/>
                  </a:cubicBezTo>
                  <a:cubicBezTo>
                    <a:pt x="99" y="86"/>
                    <a:pt x="96" y="83"/>
                    <a:pt x="95" y="82"/>
                  </a:cubicBezTo>
                  <a:cubicBezTo>
                    <a:pt x="94" y="81"/>
                    <a:pt x="91" y="79"/>
                    <a:pt x="90" y="78"/>
                  </a:cubicBezTo>
                  <a:cubicBezTo>
                    <a:pt x="90" y="77"/>
                    <a:pt x="89" y="76"/>
                    <a:pt x="88" y="76"/>
                  </a:cubicBezTo>
                  <a:cubicBezTo>
                    <a:pt x="87" y="76"/>
                    <a:pt x="86" y="75"/>
                    <a:pt x="84" y="75"/>
                  </a:cubicBezTo>
                  <a:cubicBezTo>
                    <a:pt x="83" y="75"/>
                    <a:pt x="80" y="75"/>
                    <a:pt x="79" y="74"/>
                  </a:cubicBezTo>
                  <a:cubicBezTo>
                    <a:pt x="78" y="74"/>
                    <a:pt x="76" y="74"/>
                    <a:pt x="75" y="74"/>
                  </a:cubicBezTo>
                  <a:cubicBezTo>
                    <a:pt x="74" y="73"/>
                    <a:pt x="71" y="73"/>
                    <a:pt x="70" y="72"/>
                  </a:cubicBezTo>
                  <a:cubicBezTo>
                    <a:pt x="69" y="71"/>
                    <a:pt x="67" y="69"/>
                    <a:pt x="67" y="69"/>
                  </a:cubicBezTo>
                  <a:cubicBezTo>
                    <a:pt x="66" y="68"/>
                    <a:pt x="64" y="65"/>
                    <a:pt x="63" y="65"/>
                  </a:cubicBezTo>
                  <a:cubicBezTo>
                    <a:pt x="62" y="64"/>
                    <a:pt x="59" y="63"/>
                    <a:pt x="58" y="63"/>
                  </a:cubicBezTo>
                  <a:cubicBezTo>
                    <a:pt x="56" y="62"/>
                    <a:pt x="52" y="60"/>
                    <a:pt x="50" y="59"/>
                  </a:cubicBezTo>
                  <a:cubicBezTo>
                    <a:pt x="48" y="59"/>
                    <a:pt x="44" y="57"/>
                    <a:pt x="42" y="55"/>
                  </a:cubicBezTo>
                  <a:cubicBezTo>
                    <a:pt x="40" y="54"/>
                    <a:pt x="37" y="51"/>
                    <a:pt x="35" y="49"/>
                  </a:cubicBezTo>
                  <a:cubicBezTo>
                    <a:pt x="34" y="48"/>
                    <a:pt x="30" y="46"/>
                    <a:pt x="28" y="45"/>
                  </a:cubicBezTo>
                  <a:cubicBezTo>
                    <a:pt x="27" y="43"/>
                    <a:pt x="24" y="41"/>
                    <a:pt x="22" y="39"/>
                  </a:cubicBezTo>
                  <a:cubicBezTo>
                    <a:pt x="21" y="38"/>
                    <a:pt x="19" y="36"/>
                    <a:pt x="18" y="34"/>
                  </a:cubicBezTo>
                  <a:cubicBezTo>
                    <a:pt x="17" y="33"/>
                    <a:pt x="14" y="32"/>
                    <a:pt x="13" y="30"/>
                  </a:cubicBezTo>
                  <a:cubicBezTo>
                    <a:pt x="13" y="30"/>
                    <a:pt x="12" y="28"/>
                    <a:pt x="12" y="27"/>
                  </a:cubicBezTo>
                  <a:cubicBezTo>
                    <a:pt x="12" y="26"/>
                    <a:pt x="15" y="24"/>
                    <a:pt x="14" y="23"/>
                  </a:cubicBezTo>
                  <a:cubicBezTo>
                    <a:pt x="14" y="22"/>
                    <a:pt x="12" y="22"/>
                    <a:pt x="12" y="21"/>
                  </a:cubicBezTo>
                  <a:cubicBezTo>
                    <a:pt x="11" y="21"/>
                    <a:pt x="8" y="20"/>
                    <a:pt x="7" y="19"/>
                  </a:cubicBezTo>
                  <a:cubicBezTo>
                    <a:pt x="6" y="18"/>
                    <a:pt x="4" y="16"/>
                    <a:pt x="3" y="15"/>
                  </a:cubicBezTo>
                  <a:cubicBezTo>
                    <a:pt x="3" y="15"/>
                    <a:pt x="1" y="13"/>
                    <a:pt x="0" y="13"/>
                  </a:cubicBezTo>
                  <a:cubicBezTo>
                    <a:pt x="0" y="12"/>
                    <a:pt x="0" y="10"/>
                    <a:pt x="0" y="10"/>
                  </a:cubicBezTo>
                  <a:cubicBezTo>
                    <a:pt x="1" y="9"/>
                    <a:pt x="1" y="6"/>
                    <a:pt x="1" y="5"/>
                  </a:cubicBezTo>
                  <a:cubicBezTo>
                    <a:pt x="1" y="4"/>
                    <a:pt x="3" y="2"/>
                    <a:pt x="3" y="2"/>
                  </a:cubicBezTo>
                  <a:cubicBezTo>
                    <a:pt x="4" y="1"/>
                    <a:pt x="6" y="1"/>
                    <a:pt x="7" y="1"/>
                  </a:cubicBezTo>
                  <a:cubicBezTo>
                    <a:pt x="9" y="0"/>
                    <a:pt x="13" y="1"/>
                    <a:pt x="14" y="1"/>
                  </a:cubicBezTo>
                  <a:cubicBezTo>
                    <a:pt x="16" y="2"/>
                    <a:pt x="20" y="3"/>
                    <a:pt x="21" y="4"/>
                  </a:cubicBezTo>
                  <a:cubicBezTo>
                    <a:pt x="23" y="5"/>
                    <a:pt x="27" y="8"/>
                    <a:pt x="28" y="10"/>
                  </a:cubicBezTo>
                  <a:cubicBezTo>
                    <a:pt x="29" y="11"/>
                    <a:pt x="29" y="14"/>
                    <a:pt x="30" y="15"/>
                  </a:cubicBezTo>
                  <a:cubicBezTo>
                    <a:pt x="30" y="16"/>
                    <a:pt x="30" y="18"/>
                    <a:pt x="31" y="19"/>
                  </a:cubicBezTo>
                  <a:cubicBezTo>
                    <a:pt x="31" y="19"/>
                    <a:pt x="33" y="20"/>
                    <a:pt x="33" y="21"/>
                  </a:cubicBezTo>
                  <a:cubicBezTo>
                    <a:pt x="34" y="21"/>
                    <a:pt x="36" y="23"/>
                    <a:pt x="37" y="23"/>
                  </a:cubicBezTo>
                  <a:cubicBezTo>
                    <a:pt x="38" y="24"/>
                    <a:pt x="40" y="26"/>
                    <a:pt x="42" y="26"/>
                  </a:cubicBezTo>
                  <a:cubicBezTo>
                    <a:pt x="44" y="27"/>
                    <a:pt x="47" y="26"/>
                    <a:pt x="49" y="27"/>
                  </a:cubicBezTo>
                  <a:cubicBezTo>
                    <a:pt x="51" y="27"/>
                    <a:pt x="52" y="29"/>
                    <a:pt x="53" y="30"/>
                  </a:cubicBezTo>
                  <a:cubicBezTo>
                    <a:pt x="54" y="31"/>
                    <a:pt x="54" y="33"/>
                    <a:pt x="55" y="34"/>
                  </a:cubicBezTo>
                  <a:cubicBezTo>
                    <a:pt x="55" y="36"/>
                    <a:pt x="58" y="38"/>
                    <a:pt x="60" y="39"/>
                  </a:cubicBezTo>
                  <a:cubicBezTo>
                    <a:pt x="61" y="39"/>
                    <a:pt x="64" y="39"/>
                    <a:pt x="66" y="39"/>
                  </a:cubicBezTo>
                  <a:cubicBezTo>
                    <a:pt x="67" y="40"/>
                    <a:pt x="70" y="41"/>
                    <a:pt x="71" y="43"/>
                  </a:cubicBezTo>
                  <a:cubicBezTo>
                    <a:pt x="72" y="44"/>
                    <a:pt x="72" y="46"/>
                    <a:pt x="72" y="47"/>
                  </a:cubicBezTo>
                  <a:cubicBezTo>
                    <a:pt x="73" y="49"/>
                    <a:pt x="75" y="52"/>
                    <a:pt x="77" y="54"/>
                  </a:cubicBezTo>
                  <a:cubicBezTo>
                    <a:pt x="79" y="54"/>
                    <a:pt x="82" y="55"/>
                    <a:pt x="84" y="55"/>
                  </a:cubicBezTo>
                  <a:cubicBezTo>
                    <a:pt x="86" y="56"/>
                    <a:pt x="89" y="57"/>
                    <a:pt x="91" y="57"/>
                  </a:cubicBezTo>
                  <a:cubicBezTo>
                    <a:pt x="93" y="58"/>
                    <a:pt x="97" y="58"/>
                    <a:pt x="98" y="59"/>
                  </a:cubicBezTo>
                  <a:cubicBezTo>
                    <a:pt x="100" y="60"/>
                    <a:pt x="103" y="62"/>
                    <a:pt x="104" y="63"/>
                  </a:cubicBezTo>
                  <a:cubicBezTo>
                    <a:pt x="106" y="64"/>
                    <a:pt x="109" y="66"/>
                    <a:pt x="110" y="67"/>
                  </a:cubicBezTo>
                  <a:cubicBezTo>
                    <a:pt x="112" y="69"/>
                    <a:pt x="116" y="72"/>
                    <a:pt x="118" y="73"/>
                  </a:cubicBezTo>
                  <a:cubicBezTo>
                    <a:pt x="120" y="74"/>
                    <a:pt x="123" y="77"/>
                    <a:pt x="124" y="78"/>
                  </a:cubicBezTo>
                  <a:cubicBezTo>
                    <a:pt x="125" y="79"/>
                    <a:pt x="127" y="80"/>
                    <a:pt x="128" y="80"/>
                  </a:cubicBezTo>
                  <a:cubicBezTo>
                    <a:pt x="130" y="81"/>
                    <a:pt x="132" y="82"/>
                    <a:pt x="134" y="82"/>
                  </a:cubicBezTo>
                  <a:cubicBezTo>
                    <a:pt x="135" y="83"/>
                    <a:pt x="139" y="83"/>
                    <a:pt x="141" y="84"/>
                  </a:cubicBezTo>
                  <a:cubicBezTo>
                    <a:pt x="142" y="85"/>
                    <a:pt x="143" y="88"/>
                    <a:pt x="144" y="89"/>
                  </a:cubicBezTo>
                  <a:cubicBezTo>
                    <a:pt x="145" y="90"/>
                    <a:pt x="147" y="92"/>
                    <a:pt x="148" y="92"/>
                  </a:cubicBezTo>
                  <a:cubicBezTo>
                    <a:pt x="149" y="93"/>
                    <a:pt x="151" y="94"/>
                    <a:pt x="151" y="94"/>
                  </a:cubicBezTo>
                  <a:cubicBezTo>
                    <a:pt x="152" y="95"/>
                    <a:pt x="151" y="97"/>
                    <a:pt x="151" y="98"/>
                  </a:cubicBezTo>
                  <a:cubicBezTo>
                    <a:pt x="151" y="100"/>
                    <a:pt x="151" y="104"/>
                    <a:pt x="150" y="107"/>
                  </a:cubicBezTo>
                  <a:cubicBezTo>
                    <a:pt x="150" y="108"/>
                    <a:pt x="149" y="112"/>
                    <a:pt x="150" y="114"/>
                  </a:cubicBezTo>
                  <a:cubicBezTo>
                    <a:pt x="150" y="114"/>
                    <a:pt x="150" y="116"/>
                    <a:pt x="151" y="116"/>
                  </a:cubicBezTo>
                  <a:cubicBezTo>
                    <a:pt x="152" y="117"/>
                    <a:pt x="154" y="118"/>
                    <a:pt x="155" y="119"/>
                  </a:cubicBezTo>
                  <a:cubicBezTo>
                    <a:pt x="156" y="119"/>
                    <a:pt x="158" y="121"/>
                    <a:pt x="159" y="121"/>
                  </a:cubicBezTo>
                  <a:cubicBezTo>
                    <a:pt x="160" y="123"/>
                    <a:pt x="161" y="125"/>
                    <a:pt x="162" y="127"/>
                  </a:cubicBezTo>
                  <a:cubicBezTo>
                    <a:pt x="163" y="128"/>
                    <a:pt x="165" y="131"/>
                    <a:pt x="167" y="132"/>
                  </a:cubicBezTo>
                  <a:cubicBezTo>
                    <a:pt x="168" y="133"/>
                    <a:pt x="171" y="134"/>
                    <a:pt x="173" y="135"/>
                  </a:cubicBezTo>
                  <a:cubicBezTo>
                    <a:pt x="175" y="136"/>
                    <a:pt x="181" y="140"/>
                    <a:pt x="183" y="142"/>
                  </a:cubicBezTo>
                  <a:cubicBezTo>
                    <a:pt x="185" y="143"/>
                    <a:pt x="189" y="145"/>
                    <a:pt x="190" y="146"/>
                  </a:cubicBezTo>
                  <a:cubicBezTo>
                    <a:pt x="194" y="148"/>
                    <a:pt x="199" y="153"/>
                    <a:pt x="203" y="156"/>
                  </a:cubicBezTo>
                  <a:cubicBezTo>
                    <a:pt x="205" y="157"/>
                    <a:pt x="209" y="160"/>
                    <a:pt x="211" y="162"/>
                  </a:cubicBezTo>
                  <a:cubicBezTo>
                    <a:pt x="213" y="163"/>
                    <a:pt x="218" y="166"/>
                    <a:pt x="222" y="168"/>
                  </a:cubicBezTo>
                  <a:cubicBezTo>
                    <a:pt x="224" y="169"/>
                    <a:pt x="228" y="170"/>
                    <a:pt x="230" y="171"/>
                  </a:cubicBezTo>
                  <a:cubicBezTo>
                    <a:pt x="232" y="173"/>
                    <a:pt x="236" y="176"/>
                    <a:pt x="238" y="177"/>
                  </a:cubicBezTo>
                  <a:cubicBezTo>
                    <a:pt x="240" y="178"/>
                    <a:pt x="243" y="179"/>
                    <a:pt x="245" y="180"/>
                  </a:cubicBezTo>
                  <a:cubicBezTo>
                    <a:pt x="248" y="180"/>
                    <a:pt x="253" y="179"/>
                    <a:pt x="255" y="179"/>
                  </a:cubicBezTo>
                  <a:cubicBezTo>
                    <a:pt x="257" y="178"/>
                    <a:pt x="261" y="178"/>
                    <a:pt x="262" y="177"/>
                  </a:cubicBezTo>
                  <a:cubicBezTo>
                    <a:pt x="265" y="177"/>
                    <a:pt x="270" y="176"/>
                    <a:pt x="272" y="175"/>
                  </a:cubicBezTo>
                  <a:cubicBezTo>
                    <a:pt x="275" y="174"/>
                    <a:pt x="280" y="173"/>
                    <a:pt x="283" y="172"/>
                  </a:cubicBezTo>
                  <a:cubicBezTo>
                    <a:pt x="284" y="172"/>
                    <a:pt x="287" y="171"/>
                    <a:pt x="289" y="171"/>
                  </a:cubicBezTo>
                  <a:cubicBezTo>
                    <a:pt x="291" y="171"/>
                    <a:pt x="296" y="171"/>
                    <a:pt x="298" y="172"/>
                  </a:cubicBezTo>
                  <a:cubicBezTo>
                    <a:pt x="299" y="173"/>
                    <a:pt x="300" y="175"/>
                    <a:pt x="301" y="176"/>
                  </a:cubicBezTo>
                  <a:cubicBezTo>
                    <a:pt x="302" y="177"/>
                    <a:pt x="306" y="180"/>
                    <a:pt x="308" y="181"/>
                  </a:cubicBezTo>
                  <a:cubicBezTo>
                    <a:pt x="309" y="183"/>
                    <a:pt x="312" y="185"/>
                    <a:pt x="314" y="186"/>
                  </a:cubicBezTo>
                  <a:cubicBezTo>
                    <a:pt x="315" y="187"/>
                    <a:pt x="319" y="187"/>
                    <a:pt x="320" y="188"/>
                  </a:cubicBezTo>
                  <a:cubicBezTo>
                    <a:pt x="323" y="189"/>
                    <a:pt x="326" y="190"/>
                    <a:pt x="329" y="191"/>
                  </a:cubicBezTo>
                  <a:cubicBezTo>
                    <a:pt x="332" y="192"/>
                    <a:pt x="336" y="193"/>
                    <a:pt x="339" y="193"/>
                  </a:cubicBezTo>
                  <a:cubicBezTo>
                    <a:pt x="342" y="194"/>
                    <a:pt x="346" y="193"/>
                    <a:pt x="348" y="193"/>
                  </a:cubicBezTo>
                  <a:cubicBezTo>
                    <a:pt x="350" y="193"/>
                    <a:pt x="354" y="193"/>
                    <a:pt x="355" y="194"/>
                  </a:cubicBezTo>
                  <a:cubicBezTo>
                    <a:pt x="357" y="194"/>
                    <a:pt x="361" y="197"/>
                    <a:pt x="363" y="198"/>
                  </a:cubicBezTo>
                  <a:cubicBezTo>
                    <a:pt x="364" y="199"/>
                    <a:pt x="367" y="201"/>
                    <a:pt x="368" y="202"/>
                  </a:cubicBezTo>
                  <a:cubicBezTo>
                    <a:pt x="369" y="204"/>
                    <a:pt x="371" y="207"/>
                    <a:pt x="372" y="209"/>
                  </a:cubicBezTo>
                  <a:cubicBezTo>
                    <a:pt x="374" y="212"/>
                    <a:pt x="376" y="218"/>
                    <a:pt x="378" y="221"/>
                  </a:cubicBezTo>
                  <a:cubicBezTo>
                    <a:pt x="379" y="223"/>
                    <a:pt x="381" y="225"/>
                    <a:pt x="382" y="227"/>
                  </a:cubicBezTo>
                  <a:cubicBezTo>
                    <a:pt x="383" y="230"/>
                    <a:pt x="385" y="235"/>
                    <a:pt x="386" y="237"/>
                  </a:cubicBezTo>
                  <a:cubicBezTo>
                    <a:pt x="386" y="239"/>
                    <a:pt x="386" y="242"/>
                    <a:pt x="387" y="244"/>
                  </a:cubicBezTo>
                  <a:cubicBezTo>
                    <a:pt x="388" y="246"/>
                    <a:pt x="390" y="249"/>
                    <a:pt x="392" y="251"/>
                  </a:cubicBezTo>
                  <a:cubicBezTo>
                    <a:pt x="393" y="252"/>
                    <a:pt x="396" y="253"/>
                    <a:pt x="398" y="253"/>
                  </a:cubicBezTo>
                  <a:cubicBezTo>
                    <a:pt x="400" y="255"/>
                    <a:pt x="403" y="258"/>
                    <a:pt x="405" y="260"/>
                  </a:cubicBezTo>
                  <a:cubicBezTo>
                    <a:pt x="407" y="261"/>
                    <a:pt x="409" y="263"/>
                    <a:pt x="411" y="263"/>
                  </a:cubicBezTo>
                  <a:cubicBezTo>
                    <a:pt x="412" y="264"/>
                    <a:pt x="415" y="263"/>
                    <a:pt x="416" y="263"/>
                  </a:cubicBezTo>
                  <a:cubicBezTo>
                    <a:pt x="418" y="263"/>
                    <a:pt x="421" y="263"/>
                    <a:pt x="422" y="263"/>
                  </a:cubicBezTo>
                  <a:cubicBezTo>
                    <a:pt x="425" y="262"/>
                    <a:pt x="430" y="260"/>
                    <a:pt x="432" y="260"/>
                  </a:cubicBezTo>
                  <a:cubicBezTo>
                    <a:pt x="434" y="260"/>
                    <a:pt x="436" y="261"/>
                    <a:pt x="437" y="262"/>
                  </a:cubicBezTo>
                  <a:cubicBezTo>
                    <a:pt x="439" y="263"/>
                    <a:pt x="442" y="269"/>
                    <a:pt x="443" y="271"/>
                  </a:cubicBezTo>
                  <a:cubicBezTo>
                    <a:pt x="444" y="273"/>
                    <a:pt x="446" y="277"/>
                    <a:pt x="447" y="278"/>
                  </a:cubicBezTo>
                  <a:cubicBezTo>
                    <a:pt x="448" y="279"/>
                    <a:pt x="449" y="280"/>
                    <a:pt x="450" y="280"/>
                  </a:cubicBezTo>
                  <a:cubicBezTo>
                    <a:pt x="451" y="281"/>
                    <a:pt x="454" y="283"/>
                    <a:pt x="456" y="284"/>
                  </a:cubicBezTo>
                  <a:cubicBezTo>
                    <a:pt x="457" y="284"/>
                    <a:pt x="459" y="284"/>
                    <a:pt x="460" y="284"/>
                  </a:cubicBezTo>
                  <a:cubicBezTo>
                    <a:pt x="462" y="285"/>
                    <a:pt x="465" y="287"/>
                    <a:pt x="466" y="288"/>
                  </a:cubicBezTo>
                  <a:cubicBezTo>
                    <a:pt x="468" y="289"/>
                    <a:pt x="470" y="292"/>
                    <a:pt x="471" y="293"/>
                  </a:cubicBezTo>
                  <a:cubicBezTo>
                    <a:pt x="473" y="294"/>
                    <a:pt x="477" y="296"/>
                    <a:pt x="479" y="297"/>
                  </a:cubicBezTo>
                  <a:cubicBezTo>
                    <a:pt x="481" y="298"/>
                    <a:pt x="485" y="299"/>
                    <a:pt x="487" y="299"/>
                  </a:cubicBezTo>
                  <a:cubicBezTo>
                    <a:pt x="489" y="299"/>
                    <a:pt x="492" y="300"/>
                    <a:pt x="494" y="300"/>
                  </a:cubicBezTo>
                  <a:cubicBezTo>
                    <a:pt x="496" y="301"/>
                    <a:pt x="499" y="302"/>
                    <a:pt x="500" y="303"/>
                  </a:cubicBezTo>
                  <a:cubicBezTo>
                    <a:pt x="502" y="305"/>
                    <a:pt x="503" y="308"/>
                    <a:pt x="504" y="310"/>
                  </a:cubicBezTo>
                  <a:cubicBezTo>
                    <a:pt x="505" y="311"/>
                    <a:pt x="508" y="314"/>
                    <a:pt x="510" y="313"/>
                  </a:cubicBezTo>
                  <a:cubicBezTo>
                    <a:pt x="511" y="313"/>
                    <a:pt x="512" y="310"/>
                    <a:pt x="513" y="309"/>
                  </a:cubicBezTo>
                  <a:cubicBezTo>
                    <a:pt x="514" y="308"/>
                    <a:pt x="517" y="309"/>
                    <a:pt x="519" y="308"/>
                  </a:cubicBezTo>
                  <a:cubicBezTo>
                    <a:pt x="521" y="308"/>
                    <a:pt x="524" y="307"/>
                    <a:pt x="526" y="307"/>
                  </a:cubicBezTo>
                  <a:cubicBezTo>
                    <a:pt x="527" y="308"/>
                    <a:pt x="528" y="309"/>
                    <a:pt x="529" y="309"/>
                  </a:cubicBezTo>
                  <a:cubicBezTo>
                    <a:pt x="530" y="310"/>
                    <a:pt x="532" y="312"/>
                    <a:pt x="533" y="312"/>
                  </a:cubicBezTo>
                  <a:cubicBezTo>
                    <a:pt x="534" y="314"/>
                    <a:pt x="536" y="317"/>
                    <a:pt x="536" y="319"/>
                  </a:cubicBezTo>
                  <a:cubicBezTo>
                    <a:pt x="536" y="321"/>
                    <a:pt x="535" y="323"/>
                    <a:pt x="536" y="325"/>
                  </a:cubicBezTo>
                  <a:cubicBezTo>
                    <a:pt x="536" y="326"/>
                    <a:pt x="537" y="327"/>
                    <a:pt x="538" y="328"/>
                  </a:cubicBezTo>
                  <a:cubicBezTo>
                    <a:pt x="539" y="328"/>
                    <a:pt x="541" y="328"/>
                    <a:pt x="542" y="328"/>
                  </a:cubicBezTo>
                  <a:cubicBezTo>
                    <a:pt x="543" y="329"/>
                    <a:pt x="547" y="329"/>
                    <a:pt x="548" y="330"/>
                  </a:cubicBezTo>
                  <a:cubicBezTo>
                    <a:pt x="549" y="331"/>
                    <a:pt x="550" y="333"/>
                    <a:pt x="551" y="334"/>
                  </a:cubicBezTo>
                  <a:cubicBezTo>
                    <a:pt x="552" y="335"/>
                    <a:pt x="552" y="337"/>
                    <a:pt x="553" y="33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48"/>
            <p:cNvSpPr>
              <a:spLocks/>
            </p:cNvSpPr>
            <p:nvPr/>
          </p:nvSpPr>
          <p:spPr bwMode="auto">
            <a:xfrm>
              <a:off x="5464176" y="2478088"/>
              <a:ext cx="203200" cy="41275"/>
            </a:xfrm>
            <a:custGeom>
              <a:avLst/>
              <a:gdLst/>
              <a:ahLst/>
              <a:cxnLst>
                <a:cxn ang="0">
                  <a:pos x="156" y="17"/>
                </a:cxn>
                <a:cxn ang="0">
                  <a:pos x="157" y="21"/>
                </a:cxn>
                <a:cxn ang="0">
                  <a:pos x="154" y="23"/>
                </a:cxn>
                <a:cxn ang="0">
                  <a:pos x="153" y="26"/>
                </a:cxn>
                <a:cxn ang="0">
                  <a:pos x="149" y="27"/>
                </a:cxn>
                <a:cxn ang="0">
                  <a:pos x="145" y="28"/>
                </a:cxn>
                <a:cxn ang="0">
                  <a:pos x="135" y="28"/>
                </a:cxn>
                <a:cxn ang="0">
                  <a:pos x="130" y="29"/>
                </a:cxn>
                <a:cxn ang="0">
                  <a:pos x="126" y="27"/>
                </a:cxn>
                <a:cxn ang="0">
                  <a:pos x="123" y="27"/>
                </a:cxn>
                <a:cxn ang="0">
                  <a:pos x="118" y="29"/>
                </a:cxn>
                <a:cxn ang="0">
                  <a:pos x="110" y="28"/>
                </a:cxn>
                <a:cxn ang="0">
                  <a:pos x="102" y="29"/>
                </a:cxn>
                <a:cxn ang="0">
                  <a:pos x="96" y="30"/>
                </a:cxn>
                <a:cxn ang="0">
                  <a:pos x="88" y="30"/>
                </a:cxn>
                <a:cxn ang="0">
                  <a:pos x="79" y="29"/>
                </a:cxn>
                <a:cxn ang="0">
                  <a:pos x="73" y="30"/>
                </a:cxn>
                <a:cxn ang="0">
                  <a:pos x="67" y="29"/>
                </a:cxn>
                <a:cxn ang="0">
                  <a:pos x="59" y="26"/>
                </a:cxn>
                <a:cxn ang="0">
                  <a:pos x="52" y="24"/>
                </a:cxn>
                <a:cxn ang="0">
                  <a:pos x="47" y="23"/>
                </a:cxn>
                <a:cxn ang="0">
                  <a:pos x="40" y="22"/>
                </a:cxn>
                <a:cxn ang="0">
                  <a:pos x="33" y="20"/>
                </a:cxn>
                <a:cxn ang="0">
                  <a:pos x="27" y="18"/>
                </a:cxn>
                <a:cxn ang="0">
                  <a:pos x="21" y="17"/>
                </a:cxn>
                <a:cxn ang="0">
                  <a:pos x="14" y="16"/>
                </a:cxn>
                <a:cxn ang="0">
                  <a:pos x="8" y="14"/>
                </a:cxn>
                <a:cxn ang="0">
                  <a:pos x="3" y="12"/>
                </a:cxn>
                <a:cxn ang="0">
                  <a:pos x="1" y="10"/>
                </a:cxn>
                <a:cxn ang="0">
                  <a:pos x="1" y="8"/>
                </a:cxn>
                <a:cxn ang="0">
                  <a:pos x="3" y="5"/>
                </a:cxn>
                <a:cxn ang="0">
                  <a:pos x="4" y="4"/>
                </a:cxn>
                <a:cxn ang="0">
                  <a:pos x="6" y="2"/>
                </a:cxn>
                <a:cxn ang="0">
                  <a:pos x="11" y="0"/>
                </a:cxn>
                <a:cxn ang="0">
                  <a:pos x="19" y="1"/>
                </a:cxn>
                <a:cxn ang="0">
                  <a:pos x="25" y="2"/>
                </a:cxn>
                <a:cxn ang="0">
                  <a:pos x="27" y="2"/>
                </a:cxn>
                <a:cxn ang="0">
                  <a:pos x="31" y="4"/>
                </a:cxn>
                <a:cxn ang="0">
                  <a:pos x="33" y="5"/>
                </a:cxn>
                <a:cxn ang="0">
                  <a:pos x="41" y="5"/>
                </a:cxn>
                <a:cxn ang="0">
                  <a:pos x="44" y="4"/>
                </a:cxn>
                <a:cxn ang="0">
                  <a:pos x="47" y="6"/>
                </a:cxn>
                <a:cxn ang="0">
                  <a:pos x="51" y="7"/>
                </a:cxn>
                <a:cxn ang="0">
                  <a:pos x="57" y="5"/>
                </a:cxn>
                <a:cxn ang="0">
                  <a:pos x="62" y="4"/>
                </a:cxn>
                <a:cxn ang="0">
                  <a:pos x="66" y="7"/>
                </a:cxn>
                <a:cxn ang="0">
                  <a:pos x="73" y="7"/>
                </a:cxn>
                <a:cxn ang="0">
                  <a:pos x="80" y="10"/>
                </a:cxn>
                <a:cxn ang="0">
                  <a:pos x="85" y="12"/>
                </a:cxn>
                <a:cxn ang="0">
                  <a:pos x="89" y="13"/>
                </a:cxn>
                <a:cxn ang="0">
                  <a:pos x="92" y="13"/>
                </a:cxn>
                <a:cxn ang="0">
                  <a:pos x="103" y="12"/>
                </a:cxn>
                <a:cxn ang="0">
                  <a:pos x="108" y="10"/>
                </a:cxn>
                <a:cxn ang="0">
                  <a:pos x="114" y="10"/>
                </a:cxn>
                <a:cxn ang="0">
                  <a:pos x="119" y="11"/>
                </a:cxn>
                <a:cxn ang="0">
                  <a:pos x="125" y="13"/>
                </a:cxn>
                <a:cxn ang="0">
                  <a:pos x="135" y="12"/>
                </a:cxn>
                <a:cxn ang="0">
                  <a:pos x="146" y="12"/>
                </a:cxn>
                <a:cxn ang="0">
                  <a:pos x="153" y="14"/>
                </a:cxn>
                <a:cxn ang="0">
                  <a:pos x="156" y="17"/>
                </a:cxn>
              </a:cxnLst>
              <a:rect l="0" t="0" r="r" b="b"/>
              <a:pathLst>
                <a:path w="157" h="31">
                  <a:moveTo>
                    <a:pt x="156" y="17"/>
                  </a:moveTo>
                  <a:cubicBezTo>
                    <a:pt x="157" y="18"/>
                    <a:pt x="157" y="20"/>
                    <a:pt x="157" y="21"/>
                  </a:cubicBezTo>
                  <a:cubicBezTo>
                    <a:pt x="156" y="22"/>
                    <a:pt x="155" y="23"/>
                    <a:pt x="154" y="23"/>
                  </a:cubicBezTo>
                  <a:cubicBezTo>
                    <a:pt x="154" y="24"/>
                    <a:pt x="153" y="26"/>
                    <a:pt x="153" y="26"/>
                  </a:cubicBezTo>
                  <a:cubicBezTo>
                    <a:pt x="152" y="27"/>
                    <a:pt x="150" y="27"/>
                    <a:pt x="149" y="27"/>
                  </a:cubicBezTo>
                  <a:cubicBezTo>
                    <a:pt x="148" y="27"/>
                    <a:pt x="146" y="28"/>
                    <a:pt x="145" y="28"/>
                  </a:cubicBezTo>
                  <a:cubicBezTo>
                    <a:pt x="142" y="29"/>
                    <a:pt x="137" y="28"/>
                    <a:pt x="135" y="28"/>
                  </a:cubicBezTo>
                  <a:cubicBezTo>
                    <a:pt x="134" y="28"/>
                    <a:pt x="131" y="29"/>
                    <a:pt x="130" y="29"/>
                  </a:cubicBezTo>
                  <a:cubicBezTo>
                    <a:pt x="129" y="29"/>
                    <a:pt x="127" y="27"/>
                    <a:pt x="126" y="27"/>
                  </a:cubicBezTo>
                  <a:cubicBezTo>
                    <a:pt x="125" y="26"/>
                    <a:pt x="124" y="27"/>
                    <a:pt x="123" y="27"/>
                  </a:cubicBezTo>
                  <a:cubicBezTo>
                    <a:pt x="121" y="27"/>
                    <a:pt x="119" y="29"/>
                    <a:pt x="118" y="29"/>
                  </a:cubicBezTo>
                  <a:cubicBezTo>
                    <a:pt x="116" y="29"/>
                    <a:pt x="112" y="28"/>
                    <a:pt x="110" y="28"/>
                  </a:cubicBezTo>
                  <a:cubicBezTo>
                    <a:pt x="108" y="28"/>
                    <a:pt x="104" y="28"/>
                    <a:pt x="102" y="29"/>
                  </a:cubicBezTo>
                  <a:cubicBezTo>
                    <a:pt x="101" y="29"/>
                    <a:pt x="98" y="30"/>
                    <a:pt x="96" y="30"/>
                  </a:cubicBezTo>
                  <a:cubicBezTo>
                    <a:pt x="94" y="31"/>
                    <a:pt x="90" y="30"/>
                    <a:pt x="88" y="30"/>
                  </a:cubicBezTo>
                  <a:cubicBezTo>
                    <a:pt x="86" y="29"/>
                    <a:pt x="82" y="29"/>
                    <a:pt x="79" y="29"/>
                  </a:cubicBezTo>
                  <a:cubicBezTo>
                    <a:pt x="78" y="29"/>
                    <a:pt x="75" y="30"/>
                    <a:pt x="73" y="30"/>
                  </a:cubicBezTo>
                  <a:cubicBezTo>
                    <a:pt x="72" y="30"/>
                    <a:pt x="69" y="29"/>
                    <a:pt x="67" y="29"/>
                  </a:cubicBezTo>
                  <a:cubicBezTo>
                    <a:pt x="64" y="28"/>
                    <a:pt x="61" y="27"/>
                    <a:pt x="59" y="26"/>
                  </a:cubicBezTo>
                  <a:cubicBezTo>
                    <a:pt x="57" y="25"/>
                    <a:pt x="54" y="24"/>
                    <a:pt x="52" y="24"/>
                  </a:cubicBezTo>
                  <a:cubicBezTo>
                    <a:pt x="51" y="23"/>
                    <a:pt x="49" y="23"/>
                    <a:pt x="47" y="23"/>
                  </a:cubicBezTo>
                  <a:cubicBezTo>
                    <a:pt x="45" y="22"/>
                    <a:pt x="42" y="22"/>
                    <a:pt x="40" y="22"/>
                  </a:cubicBezTo>
                  <a:cubicBezTo>
                    <a:pt x="38" y="21"/>
                    <a:pt x="35" y="20"/>
                    <a:pt x="33" y="20"/>
                  </a:cubicBezTo>
                  <a:cubicBezTo>
                    <a:pt x="32" y="19"/>
                    <a:pt x="29" y="18"/>
                    <a:pt x="27" y="18"/>
                  </a:cubicBezTo>
                  <a:cubicBezTo>
                    <a:pt x="26" y="17"/>
                    <a:pt x="23" y="17"/>
                    <a:pt x="21" y="17"/>
                  </a:cubicBezTo>
                  <a:cubicBezTo>
                    <a:pt x="19" y="17"/>
                    <a:pt x="16" y="17"/>
                    <a:pt x="14" y="16"/>
                  </a:cubicBezTo>
                  <a:cubicBezTo>
                    <a:pt x="12" y="16"/>
                    <a:pt x="9" y="15"/>
                    <a:pt x="8" y="14"/>
                  </a:cubicBezTo>
                  <a:cubicBezTo>
                    <a:pt x="7" y="14"/>
                    <a:pt x="4" y="12"/>
                    <a:pt x="3" y="12"/>
                  </a:cubicBezTo>
                  <a:cubicBezTo>
                    <a:pt x="2" y="11"/>
                    <a:pt x="1" y="11"/>
                    <a:pt x="1" y="10"/>
                  </a:cubicBezTo>
                  <a:cubicBezTo>
                    <a:pt x="0" y="10"/>
                    <a:pt x="1" y="9"/>
                    <a:pt x="1" y="8"/>
                  </a:cubicBezTo>
                  <a:cubicBezTo>
                    <a:pt x="1" y="7"/>
                    <a:pt x="2" y="6"/>
                    <a:pt x="3" y="5"/>
                  </a:cubicBezTo>
                  <a:cubicBezTo>
                    <a:pt x="3" y="5"/>
                    <a:pt x="3" y="4"/>
                    <a:pt x="4" y="4"/>
                  </a:cubicBezTo>
                  <a:cubicBezTo>
                    <a:pt x="4" y="3"/>
                    <a:pt x="5" y="2"/>
                    <a:pt x="6" y="2"/>
                  </a:cubicBezTo>
                  <a:cubicBezTo>
                    <a:pt x="7" y="1"/>
                    <a:pt x="10" y="0"/>
                    <a:pt x="11" y="0"/>
                  </a:cubicBezTo>
                  <a:cubicBezTo>
                    <a:pt x="13" y="0"/>
                    <a:pt x="17" y="0"/>
                    <a:pt x="19" y="1"/>
                  </a:cubicBezTo>
                  <a:cubicBezTo>
                    <a:pt x="20" y="1"/>
                    <a:pt x="23" y="1"/>
                    <a:pt x="25" y="2"/>
                  </a:cubicBezTo>
                  <a:cubicBezTo>
                    <a:pt x="25" y="2"/>
                    <a:pt x="26" y="2"/>
                    <a:pt x="27" y="2"/>
                  </a:cubicBezTo>
                  <a:cubicBezTo>
                    <a:pt x="28" y="3"/>
                    <a:pt x="30" y="4"/>
                    <a:pt x="31" y="4"/>
                  </a:cubicBezTo>
                  <a:cubicBezTo>
                    <a:pt x="31" y="4"/>
                    <a:pt x="32" y="5"/>
                    <a:pt x="33" y="5"/>
                  </a:cubicBezTo>
                  <a:cubicBezTo>
                    <a:pt x="35" y="6"/>
                    <a:pt x="39" y="5"/>
                    <a:pt x="41" y="5"/>
                  </a:cubicBezTo>
                  <a:cubicBezTo>
                    <a:pt x="41" y="5"/>
                    <a:pt x="43" y="4"/>
                    <a:pt x="44" y="4"/>
                  </a:cubicBezTo>
                  <a:cubicBezTo>
                    <a:pt x="45" y="5"/>
                    <a:pt x="46" y="6"/>
                    <a:pt x="47" y="6"/>
                  </a:cubicBezTo>
                  <a:cubicBezTo>
                    <a:pt x="48" y="6"/>
                    <a:pt x="50" y="7"/>
                    <a:pt x="51" y="7"/>
                  </a:cubicBezTo>
                  <a:cubicBezTo>
                    <a:pt x="53" y="6"/>
                    <a:pt x="55" y="5"/>
                    <a:pt x="57" y="5"/>
                  </a:cubicBezTo>
                  <a:cubicBezTo>
                    <a:pt x="58" y="4"/>
                    <a:pt x="60" y="4"/>
                    <a:pt x="62" y="4"/>
                  </a:cubicBezTo>
                  <a:cubicBezTo>
                    <a:pt x="63" y="5"/>
                    <a:pt x="65" y="6"/>
                    <a:pt x="66" y="7"/>
                  </a:cubicBezTo>
                  <a:cubicBezTo>
                    <a:pt x="68" y="7"/>
                    <a:pt x="71" y="6"/>
                    <a:pt x="73" y="7"/>
                  </a:cubicBezTo>
                  <a:cubicBezTo>
                    <a:pt x="75" y="7"/>
                    <a:pt x="78" y="9"/>
                    <a:pt x="80" y="10"/>
                  </a:cubicBezTo>
                  <a:cubicBezTo>
                    <a:pt x="81" y="10"/>
                    <a:pt x="83" y="11"/>
                    <a:pt x="85" y="12"/>
                  </a:cubicBezTo>
                  <a:cubicBezTo>
                    <a:pt x="86" y="12"/>
                    <a:pt x="88" y="13"/>
                    <a:pt x="89" y="13"/>
                  </a:cubicBezTo>
                  <a:cubicBezTo>
                    <a:pt x="90" y="13"/>
                    <a:pt x="92" y="13"/>
                    <a:pt x="92" y="13"/>
                  </a:cubicBezTo>
                  <a:cubicBezTo>
                    <a:pt x="95" y="13"/>
                    <a:pt x="100" y="13"/>
                    <a:pt x="103" y="12"/>
                  </a:cubicBezTo>
                  <a:cubicBezTo>
                    <a:pt x="104" y="12"/>
                    <a:pt x="107" y="10"/>
                    <a:pt x="108" y="10"/>
                  </a:cubicBezTo>
                  <a:cubicBezTo>
                    <a:pt x="110" y="10"/>
                    <a:pt x="113" y="10"/>
                    <a:pt x="114" y="10"/>
                  </a:cubicBezTo>
                  <a:cubicBezTo>
                    <a:pt x="115" y="10"/>
                    <a:pt x="118" y="11"/>
                    <a:pt x="119" y="11"/>
                  </a:cubicBezTo>
                  <a:cubicBezTo>
                    <a:pt x="120" y="11"/>
                    <a:pt x="123" y="13"/>
                    <a:pt x="125" y="13"/>
                  </a:cubicBezTo>
                  <a:cubicBezTo>
                    <a:pt x="127" y="13"/>
                    <a:pt x="132" y="12"/>
                    <a:pt x="135" y="12"/>
                  </a:cubicBezTo>
                  <a:cubicBezTo>
                    <a:pt x="138" y="11"/>
                    <a:pt x="143" y="11"/>
                    <a:pt x="146" y="12"/>
                  </a:cubicBezTo>
                  <a:cubicBezTo>
                    <a:pt x="148" y="12"/>
                    <a:pt x="151" y="13"/>
                    <a:pt x="153" y="14"/>
                  </a:cubicBezTo>
                  <a:cubicBezTo>
                    <a:pt x="154" y="14"/>
                    <a:pt x="156" y="16"/>
                    <a:pt x="156"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49"/>
            <p:cNvSpPr>
              <a:spLocks/>
            </p:cNvSpPr>
            <p:nvPr/>
          </p:nvSpPr>
          <p:spPr bwMode="auto">
            <a:xfrm>
              <a:off x="5283201" y="1576388"/>
              <a:ext cx="206375" cy="138113"/>
            </a:xfrm>
            <a:custGeom>
              <a:avLst/>
              <a:gdLst/>
              <a:ahLst/>
              <a:cxnLst>
                <a:cxn ang="0">
                  <a:pos x="159" y="87"/>
                </a:cxn>
                <a:cxn ang="0">
                  <a:pos x="153" y="90"/>
                </a:cxn>
                <a:cxn ang="0">
                  <a:pos x="140" y="87"/>
                </a:cxn>
                <a:cxn ang="0">
                  <a:pos x="130" y="84"/>
                </a:cxn>
                <a:cxn ang="0">
                  <a:pos x="119" y="81"/>
                </a:cxn>
                <a:cxn ang="0">
                  <a:pos x="101" y="78"/>
                </a:cxn>
                <a:cxn ang="0">
                  <a:pos x="78" y="78"/>
                </a:cxn>
                <a:cxn ang="0">
                  <a:pos x="67" y="79"/>
                </a:cxn>
                <a:cxn ang="0">
                  <a:pos x="56" y="85"/>
                </a:cxn>
                <a:cxn ang="0">
                  <a:pos x="43" y="92"/>
                </a:cxn>
                <a:cxn ang="0">
                  <a:pos x="36" y="97"/>
                </a:cxn>
                <a:cxn ang="0">
                  <a:pos x="26" y="100"/>
                </a:cxn>
                <a:cxn ang="0">
                  <a:pos x="15" y="104"/>
                </a:cxn>
                <a:cxn ang="0">
                  <a:pos x="2" y="106"/>
                </a:cxn>
                <a:cxn ang="0">
                  <a:pos x="13" y="97"/>
                </a:cxn>
                <a:cxn ang="0">
                  <a:pos x="34" y="78"/>
                </a:cxn>
                <a:cxn ang="0">
                  <a:pos x="62" y="61"/>
                </a:cxn>
                <a:cxn ang="0">
                  <a:pos x="55" y="40"/>
                </a:cxn>
                <a:cxn ang="0">
                  <a:pos x="30" y="25"/>
                </a:cxn>
                <a:cxn ang="0">
                  <a:pos x="13" y="19"/>
                </a:cxn>
                <a:cxn ang="0">
                  <a:pos x="17" y="9"/>
                </a:cxn>
                <a:cxn ang="0">
                  <a:pos x="36" y="7"/>
                </a:cxn>
                <a:cxn ang="0">
                  <a:pos x="59" y="17"/>
                </a:cxn>
                <a:cxn ang="0">
                  <a:pos x="70" y="25"/>
                </a:cxn>
                <a:cxn ang="0">
                  <a:pos x="64" y="19"/>
                </a:cxn>
                <a:cxn ang="0">
                  <a:pos x="57" y="12"/>
                </a:cxn>
                <a:cxn ang="0">
                  <a:pos x="52" y="7"/>
                </a:cxn>
                <a:cxn ang="0">
                  <a:pos x="52" y="4"/>
                </a:cxn>
                <a:cxn ang="0">
                  <a:pos x="59" y="0"/>
                </a:cxn>
                <a:cxn ang="0">
                  <a:pos x="66" y="8"/>
                </a:cxn>
                <a:cxn ang="0">
                  <a:pos x="76" y="15"/>
                </a:cxn>
                <a:cxn ang="0">
                  <a:pos x="88" y="23"/>
                </a:cxn>
                <a:cxn ang="0">
                  <a:pos x="95" y="26"/>
                </a:cxn>
                <a:cxn ang="0">
                  <a:pos x="103" y="30"/>
                </a:cxn>
                <a:cxn ang="0">
                  <a:pos x="106" y="31"/>
                </a:cxn>
                <a:cxn ang="0">
                  <a:pos x="112" y="36"/>
                </a:cxn>
                <a:cxn ang="0">
                  <a:pos x="119" y="42"/>
                </a:cxn>
                <a:cxn ang="0">
                  <a:pos x="127" y="44"/>
                </a:cxn>
                <a:cxn ang="0">
                  <a:pos x="136" y="47"/>
                </a:cxn>
                <a:cxn ang="0">
                  <a:pos x="142" y="56"/>
                </a:cxn>
                <a:cxn ang="0">
                  <a:pos x="142" y="60"/>
                </a:cxn>
                <a:cxn ang="0">
                  <a:pos x="134" y="60"/>
                </a:cxn>
                <a:cxn ang="0">
                  <a:pos x="125" y="62"/>
                </a:cxn>
                <a:cxn ang="0">
                  <a:pos x="120" y="58"/>
                </a:cxn>
                <a:cxn ang="0">
                  <a:pos x="113" y="52"/>
                </a:cxn>
                <a:cxn ang="0">
                  <a:pos x="105" y="46"/>
                </a:cxn>
                <a:cxn ang="0">
                  <a:pos x="99" y="44"/>
                </a:cxn>
                <a:cxn ang="0">
                  <a:pos x="95" y="42"/>
                </a:cxn>
                <a:cxn ang="0">
                  <a:pos x="95" y="50"/>
                </a:cxn>
                <a:cxn ang="0">
                  <a:pos x="95" y="57"/>
                </a:cxn>
                <a:cxn ang="0">
                  <a:pos x="101" y="60"/>
                </a:cxn>
                <a:cxn ang="0">
                  <a:pos x="109" y="63"/>
                </a:cxn>
                <a:cxn ang="0">
                  <a:pos x="121" y="65"/>
                </a:cxn>
                <a:cxn ang="0">
                  <a:pos x="133" y="63"/>
                </a:cxn>
                <a:cxn ang="0">
                  <a:pos x="147" y="67"/>
                </a:cxn>
                <a:cxn ang="0">
                  <a:pos x="155" y="77"/>
                </a:cxn>
              </a:cxnLst>
              <a:rect l="0" t="0" r="r" b="b"/>
              <a:pathLst>
                <a:path w="159" h="106">
                  <a:moveTo>
                    <a:pt x="157" y="82"/>
                  </a:moveTo>
                  <a:cubicBezTo>
                    <a:pt x="157" y="83"/>
                    <a:pt x="159" y="86"/>
                    <a:pt x="159" y="87"/>
                  </a:cubicBezTo>
                  <a:cubicBezTo>
                    <a:pt x="159" y="88"/>
                    <a:pt x="158" y="89"/>
                    <a:pt x="157" y="89"/>
                  </a:cubicBezTo>
                  <a:cubicBezTo>
                    <a:pt x="156" y="89"/>
                    <a:pt x="154" y="90"/>
                    <a:pt x="153" y="90"/>
                  </a:cubicBezTo>
                  <a:cubicBezTo>
                    <a:pt x="151" y="90"/>
                    <a:pt x="147" y="90"/>
                    <a:pt x="145" y="89"/>
                  </a:cubicBezTo>
                  <a:cubicBezTo>
                    <a:pt x="144" y="89"/>
                    <a:pt x="141" y="88"/>
                    <a:pt x="140" y="87"/>
                  </a:cubicBezTo>
                  <a:cubicBezTo>
                    <a:pt x="139" y="87"/>
                    <a:pt x="136" y="86"/>
                    <a:pt x="134" y="85"/>
                  </a:cubicBezTo>
                  <a:cubicBezTo>
                    <a:pt x="133" y="85"/>
                    <a:pt x="131" y="84"/>
                    <a:pt x="130" y="84"/>
                  </a:cubicBezTo>
                  <a:cubicBezTo>
                    <a:pt x="129" y="83"/>
                    <a:pt x="126" y="82"/>
                    <a:pt x="125" y="82"/>
                  </a:cubicBezTo>
                  <a:cubicBezTo>
                    <a:pt x="123" y="82"/>
                    <a:pt x="121" y="82"/>
                    <a:pt x="119" y="81"/>
                  </a:cubicBezTo>
                  <a:cubicBezTo>
                    <a:pt x="116" y="81"/>
                    <a:pt x="111" y="80"/>
                    <a:pt x="109" y="80"/>
                  </a:cubicBezTo>
                  <a:cubicBezTo>
                    <a:pt x="107" y="80"/>
                    <a:pt x="103" y="79"/>
                    <a:pt x="101" y="78"/>
                  </a:cubicBezTo>
                  <a:cubicBezTo>
                    <a:pt x="99" y="78"/>
                    <a:pt x="94" y="78"/>
                    <a:pt x="91" y="78"/>
                  </a:cubicBezTo>
                  <a:cubicBezTo>
                    <a:pt x="88" y="78"/>
                    <a:pt x="81" y="78"/>
                    <a:pt x="78" y="78"/>
                  </a:cubicBezTo>
                  <a:cubicBezTo>
                    <a:pt x="76" y="78"/>
                    <a:pt x="72" y="77"/>
                    <a:pt x="70" y="78"/>
                  </a:cubicBezTo>
                  <a:cubicBezTo>
                    <a:pt x="69" y="78"/>
                    <a:pt x="68" y="79"/>
                    <a:pt x="67" y="79"/>
                  </a:cubicBezTo>
                  <a:cubicBezTo>
                    <a:pt x="66" y="80"/>
                    <a:pt x="65" y="80"/>
                    <a:pt x="64" y="81"/>
                  </a:cubicBezTo>
                  <a:cubicBezTo>
                    <a:pt x="62" y="82"/>
                    <a:pt x="58" y="84"/>
                    <a:pt x="56" y="85"/>
                  </a:cubicBezTo>
                  <a:cubicBezTo>
                    <a:pt x="54" y="86"/>
                    <a:pt x="52" y="88"/>
                    <a:pt x="51" y="88"/>
                  </a:cubicBezTo>
                  <a:cubicBezTo>
                    <a:pt x="49" y="89"/>
                    <a:pt x="45" y="91"/>
                    <a:pt x="43" y="92"/>
                  </a:cubicBezTo>
                  <a:cubicBezTo>
                    <a:pt x="41" y="93"/>
                    <a:pt x="39" y="96"/>
                    <a:pt x="38" y="96"/>
                  </a:cubicBezTo>
                  <a:cubicBezTo>
                    <a:pt x="37" y="97"/>
                    <a:pt x="36" y="97"/>
                    <a:pt x="36" y="97"/>
                  </a:cubicBezTo>
                  <a:cubicBezTo>
                    <a:pt x="35" y="97"/>
                    <a:pt x="33" y="99"/>
                    <a:pt x="32" y="99"/>
                  </a:cubicBezTo>
                  <a:cubicBezTo>
                    <a:pt x="30" y="99"/>
                    <a:pt x="27" y="99"/>
                    <a:pt x="26" y="100"/>
                  </a:cubicBezTo>
                  <a:cubicBezTo>
                    <a:pt x="24" y="100"/>
                    <a:pt x="22" y="100"/>
                    <a:pt x="20" y="101"/>
                  </a:cubicBezTo>
                  <a:cubicBezTo>
                    <a:pt x="18" y="102"/>
                    <a:pt x="16" y="104"/>
                    <a:pt x="15" y="104"/>
                  </a:cubicBezTo>
                  <a:cubicBezTo>
                    <a:pt x="13" y="105"/>
                    <a:pt x="9" y="105"/>
                    <a:pt x="7" y="105"/>
                  </a:cubicBezTo>
                  <a:cubicBezTo>
                    <a:pt x="6" y="105"/>
                    <a:pt x="3" y="106"/>
                    <a:pt x="2" y="106"/>
                  </a:cubicBezTo>
                  <a:cubicBezTo>
                    <a:pt x="1" y="106"/>
                    <a:pt x="0" y="105"/>
                    <a:pt x="0" y="104"/>
                  </a:cubicBezTo>
                  <a:cubicBezTo>
                    <a:pt x="0" y="100"/>
                    <a:pt x="10" y="99"/>
                    <a:pt x="13" y="97"/>
                  </a:cubicBezTo>
                  <a:cubicBezTo>
                    <a:pt x="16" y="95"/>
                    <a:pt x="22" y="88"/>
                    <a:pt x="25" y="86"/>
                  </a:cubicBezTo>
                  <a:cubicBezTo>
                    <a:pt x="28" y="84"/>
                    <a:pt x="32" y="79"/>
                    <a:pt x="34" y="78"/>
                  </a:cubicBezTo>
                  <a:cubicBezTo>
                    <a:pt x="37" y="76"/>
                    <a:pt x="45" y="73"/>
                    <a:pt x="48" y="71"/>
                  </a:cubicBezTo>
                  <a:cubicBezTo>
                    <a:pt x="52" y="69"/>
                    <a:pt x="59" y="64"/>
                    <a:pt x="62" y="61"/>
                  </a:cubicBezTo>
                  <a:cubicBezTo>
                    <a:pt x="63" y="59"/>
                    <a:pt x="65" y="55"/>
                    <a:pt x="64" y="53"/>
                  </a:cubicBezTo>
                  <a:cubicBezTo>
                    <a:pt x="64" y="49"/>
                    <a:pt x="58" y="43"/>
                    <a:pt x="55" y="40"/>
                  </a:cubicBezTo>
                  <a:cubicBezTo>
                    <a:pt x="52" y="37"/>
                    <a:pt x="43" y="34"/>
                    <a:pt x="40" y="32"/>
                  </a:cubicBezTo>
                  <a:cubicBezTo>
                    <a:pt x="37" y="30"/>
                    <a:pt x="32" y="27"/>
                    <a:pt x="30" y="25"/>
                  </a:cubicBezTo>
                  <a:cubicBezTo>
                    <a:pt x="27" y="24"/>
                    <a:pt x="22" y="24"/>
                    <a:pt x="20" y="23"/>
                  </a:cubicBezTo>
                  <a:cubicBezTo>
                    <a:pt x="18" y="22"/>
                    <a:pt x="14" y="21"/>
                    <a:pt x="13" y="19"/>
                  </a:cubicBezTo>
                  <a:cubicBezTo>
                    <a:pt x="12" y="18"/>
                    <a:pt x="13" y="15"/>
                    <a:pt x="13" y="14"/>
                  </a:cubicBezTo>
                  <a:cubicBezTo>
                    <a:pt x="13" y="12"/>
                    <a:pt x="16" y="10"/>
                    <a:pt x="17" y="9"/>
                  </a:cubicBezTo>
                  <a:cubicBezTo>
                    <a:pt x="20" y="7"/>
                    <a:pt x="24" y="6"/>
                    <a:pt x="26" y="6"/>
                  </a:cubicBezTo>
                  <a:cubicBezTo>
                    <a:pt x="29" y="6"/>
                    <a:pt x="34" y="6"/>
                    <a:pt x="36" y="7"/>
                  </a:cubicBezTo>
                  <a:cubicBezTo>
                    <a:pt x="39" y="8"/>
                    <a:pt x="44" y="11"/>
                    <a:pt x="47" y="12"/>
                  </a:cubicBezTo>
                  <a:cubicBezTo>
                    <a:pt x="50" y="14"/>
                    <a:pt x="56" y="16"/>
                    <a:pt x="59" y="17"/>
                  </a:cubicBezTo>
                  <a:cubicBezTo>
                    <a:pt x="62" y="19"/>
                    <a:pt x="66" y="28"/>
                    <a:pt x="70" y="27"/>
                  </a:cubicBezTo>
                  <a:cubicBezTo>
                    <a:pt x="70" y="27"/>
                    <a:pt x="70" y="25"/>
                    <a:pt x="70" y="25"/>
                  </a:cubicBezTo>
                  <a:cubicBezTo>
                    <a:pt x="70" y="24"/>
                    <a:pt x="69" y="23"/>
                    <a:pt x="68" y="22"/>
                  </a:cubicBezTo>
                  <a:cubicBezTo>
                    <a:pt x="67" y="21"/>
                    <a:pt x="65" y="20"/>
                    <a:pt x="64" y="19"/>
                  </a:cubicBezTo>
                  <a:cubicBezTo>
                    <a:pt x="63" y="18"/>
                    <a:pt x="61" y="16"/>
                    <a:pt x="60" y="15"/>
                  </a:cubicBezTo>
                  <a:cubicBezTo>
                    <a:pt x="59" y="14"/>
                    <a:pt x="57" y="12"/>
                    <a:pt x="57" y="12"/>
                  </a:cubicBezTo>
                  <a:cubicBezTo>
                    <a:pt x="56" y="11"/>
                    <a:pt x="54" y="9"/>
                    <a:pt x="53" y="8"/>
                  </a:cubicBezTo>
                  <a:cubicBezTo>
                    <a:pt x="53" y="8"/>
                    <a:pt x="53" y="7"/>
                    <a:pt x="52" y="7"/>
                  </a:cubicBezTo>
                  <a:cubicBezTo>
                    <a:pt x="52" y="7"/>
                    <a:pt x="52" y="6"/>
                    <a:pt x="52" y="5"/>
                  </a:cubicBezTo>
                  <a:cubicBezTo>
                    <a:pt x="52" y="5"/>
                    <a:pt x="52" y="4"/>
                    <a:pt x="52" y="4"/>
                  </a:cubicBezTo>
                  <a:cubicBezTo>
                    <a:pt x="52" y="3"/>
                    <a:pt x="53" y="3"/>
                    <a:pt x="53" y="2"/>
                  </a:cubicBezTo>
                  <a:cubicBezTo>
                    <a:pt x="54" y="2"/>
                    <a:pt x="57" y="0"/>
                    <a:pt x="59" y="0"/>
                  </a:cubicBezTo>
                  <a:cubicBezTo>
                    <a:pt x="59" y="1"/>
                    <a:pt x="59" y="1"/>
                    <a:pt x="59" y="1"/>
                  </a:cubicBezTo>
                  <a:cubicBezTo>
                    <a:pt x="60" y="3"/>
                    <a:pt x="64" y="7"/>
                    <a:pt x="66" y="8"/>
                  </a:cubicBezTo>
                  <a:cubicBezTo>
                    <a:pt x="67" y="9"/>
                    <a:pt x="70" y="11"/>
                    <a:pt x="71" y="11"/>
                  </a:cubicBezTo>
                  <a:cubicBezTo>
                    <a:pt x="72" y="12"/>
                    <a:pt x="75" y="14"/>
                    <a:pt x="76" y="15"/>
                  </a:cubicBezTo>
                  <a:cubicBezTo>
                    <a:pt x="78" y="17"/>
                    <a:pt x="82" y="21"/>
                    <a:pt x="84" y="22"/>
                  </a:cubicBezTo>
                  <a:cubicBezTo>
                    <a:pt x="85" y="22"/>
                    <a:pt x="87" y="23"/>
                    <a:pt x="88" y="23"/>
                  </a:cubicBezTo>
                  <a:cubicBezTo>
                    <a:pt x="89" y="23"/>
                    <a:pt x="92" y="24"/>
                    <a:pt x="93" y="24"/>
                  </a:cubicBezTo>
                  <a:cubicBezTo>
                    <a:pt x="94" y="25"/>
                    <a:pt x="95" y="25"/>
                    <a:pt x="95" y="26"/>
                  </a:cubicBezTo>
                  <a:cubicBezTo>
                    <a:pt x="96" y="26"/>
                    <a:pt x="98" y="28"/>
                    <a:pt x="99" y="28"/>
                  </a:cubicBezTo>
                  <a:cubicBezTo>
                    <a:pt x="100" y="29"/>
                    <a:pt x="102" y="30"/>
                    <a:pt x="103" y="30"/>
                  </a:cubicBezTo>
                  <a:cubicBezTo>
                    <a:pt x="103" y="30"/>
                    <a:pt x="103" y="30"/>
                    <a:pt x="104" y="30"/>
                  </a:cubicBezTo>
                  <a:cubicBezTo>
                    <a:pt x="104" y="31"/>
                    <a:pt x="105" y="31"/>
                    <a:pt x="106" y="31"/>
                  </a:cubicBezTo>
                  <a:cubicBezTo>
                    <a:pt x="107" y="32"/>
                    <a:pt x="108" y="33"/>
                    <a:pt x="109" y="33"/>
                  </a:cubicBezTo>
                  <a:cubicBezTo>
                    <a:pt x="109" y="34"/>
                    <a:pt x="111" y="35"/>
                    <a:pt x="112" y="36"/>
                  </a:cubicBezTo>
                  <a:cubicBezTo>
                    <a:pt x="113" y="37"/>
                    <a:pt x="115" y="39"/>
                    <a:pt x="116" y="39"/>
                  </a:cubicBezTo>
                  <a:cubicBezTo>
                    <a:pt x="117" y="40"/>
                    <a:pt x="118" y="41"/>
                    <a:pt x="119" y="42"/>
                  </a:cubicBezTo>
                  <a:cubicBezTo>
                    <a:pt x="119" y="42"/>
                    <a:pt x="120" y="43"/>
                    <a:pt x="121" y="43"/>
                  </a:cubicBezTo>
                  <a:cubicBezTo>
                    <a:pt x="122" y="43"/>
                    <a:pt x="126" y="44"/>
                    <a:pt x="127" y="44"/>
                  </a:cubicBezTo>
                  <a:cubicBezTo>
                    <a:pt x="128" y="45"/>
                    <a:pt x="131" y="45"/>
                    <a:pt x="132" y="45"/>
                  </a:cubicBezTo>
                  <a:cubicBezTo>
                    <a:pt x="133" y="45"/>
                    <a:pt x="135" y="46"/>
                    <a:pt x="136" y="47"/>
                  </a:cubicBezTo>
                  <a:cubicBezTo>
                    <a:pt x="137" y="48"/>
                    <a:pt x="138" y="50"/>
                    <a:pt x="138" y="51"/>
                  </a:cubicBezTo>
                  <a:cubicBezTo>
                    <a:pt x="139" y="53"/>
                    <a:pt x="141" y="55"/>
                    <a:pt x="142" y="56"/>
                  </a:cubicBezTo>
                  <a:cubicBezTo>
                    <a:pt x="142" y="57"/>
                    <a:pt x="143" y="58"/>
                    <a:pt x="142" y="58"/>
                  </a:cubicBezTo>
                  <a:cubicBezTo>
                    <a:pt x="142" y="59"/>
                    <a:pt x="142" y="60"/>
                    <a:pt x="142" y="60"/>
                  </a:cubicBezTo>
                  <a:cubicBezTo>
                    <a:pt x="141" y="60"/>
                    <a:pt x="140" y="60"/>
                    <a:pt x="139" y="60"/>
                  </a:cubicBezTo>
                  <a:cubicBezTo>
                    <a:pt x="138" y="60"/>
                    <a:pt x="135" y="60"/>
                    <a:pt x="134" y="60"/>
                  </a:cubicBezTo>
                  <a:cubicBezTo>
                    <a:pt x="132" y="60"/>
                    <a:pt x="129" y="60"/>
                    <a:pt x="128" y="60"/>
                  </a:cubicBezTo>
                  <a:cubicBezTo>
                    <a:pt x="127" y="60"/>
                    <a:pt x="126" y="62"/>
                    <a:pt x="125" y="62"/>
                  </a:cubicBezTo>
                  <a:cubicBezTo>
                    <a:pt x="124" y="62"/>
                    <a:pt x="122" y="62"/>
                    <a:pt x="121" y="62"/>
                  </a:cubicBezTo>
                  <a:cubicBezTo>
                    <a:pt x="120" y="61"/>
                    <a:pt x="120" y="59"/>
                    <a:pt x="120" y="58"/>
                  </a:cubicBezTo>
                  <a:cubicBezTo>
                    <a:pt x="119" y="57"/>
                    <a:pt x="117" y="56"/>
                    <a:pt x="116" y="55"/>
                  </a:cubicBezTo>
                  <a:cubicBezTo>
                    <a:pt x="115" y="54"/>
                    <a:pt x="114" y="53"/>
                    <a:pt x="113" y="52"/>
                  </a:cubicBezTo>
                  <a:cubicBezTo>
                    <a:pt x="112" y="51"/>
                    <a:pt x="110" y="49"/>
                    <a:pt x="109" y="49"/>
                  </a:cubicBezTo>
                  <a:cubicBezTo>
                    <a:pt x="108" y="48"/>
                    <a:pt x="106" y="47"/>
                    <a:pt x="105" y="46"/>
                  </a:cubicBezTo>
                  <a:cubicBezTo>
                    <a:pt x="104" y="46"/>
                    <a:pt x="102" y="46"/>
                    <a:pt x="101" y="45"/>
                  </a:cubicBezTo>
                  <a:cubicBezTo>
                    <a:pt x="100" y="45"/>
                    <a:pt x="100" y="44"/>
                    <a:pt x="99" y="44"/>
                  </a:cubicBezTo>
                  <a:cubicBezTo>
                    <a:pt x="98" y="43"/>
                    <a:pt x="96" y="40"/>
                    <a:pt x="95" y="40"/>
                  </a:cubicBezTo>
                  <a:cubicBezTo>
                    <a:pt x="95" y="41"/>
                    <a:pt x="95" y="42"/>
                    <a:pt x="95" y="42"/>
                  </a:cubicBezTo>
                  <a:cubicBezTo>
                    <a:pt x="95" y="43"/>
                    <a:pt x="96" y="45"/>
                    <a:pt x="96" y="45"/>
                  </a:cubicBezTo>
                  <a:cubicBezTo>
                    <a:pt x="96" y="47"/>
                    <a:pt x="96" y="49"/>
                    <a:pt x="95" y="50"/>
                  </a:cubicBezTo>
                  <a:cubicBezTo>
                    <a:pt x="95" y="51"/>
                    <a:pt x="95" y="53"/>
                    <a:pt x="95" y="54"/>
                  </a:cubicBezTo>
                  <a:cubicBezTo>
                    <a:pt x="95" y="55"/>
                    <a:pt x="95" y="56"/>
                    <a:pt x="95" y="57"/>
                  </a:cubicBezTo>
                  <a:cubicBezTo>
                    <a:pt x="95" y="57"/>
                    <a:pt x="96" y="58"/>
                    <a:pt x="97" y="58"/>
                  </a:cubicBezTo>
                  <a:cubicBezTo>
                    <a:pt x="98" y="59"/>
                    <a:pt x="100" y="60"/>
                    <a:pt x="101" y="60"/>
                  </a:cubicBezTo>
                  <a:cubicBezTo>
                    <a:pt x="102" y="60"/>
                    <a:pt x="104" y="61"/>
                    <a:pt x="105" y="62"/>
                  </a:cubicBezTo>
                  <a:cubicBezTo>
                    <a:pt x="106" y="62"/>
                    <a:pt x="108" y="62"/>
                    <a:pt x="109" y="63"/>
                  </a:cubicBezTo>
                  <a:cubicBezTo>
                    <a:pt x="111" y="63"/>
                    <a:pt x="114" y="65"/>
                    <a:pt x="115" y="65"/>
                  </a:cubicBezTo>
                  <a:cubicBezTo>
                    <a:pt x="117" y="66"/>
                    <a:pt x="120" y="66"/>
                    <a:pt x="121" y="65"/>
                  </a:cubicBezTo>
                  <a:cubicBezTo>
                    <a:pt x="123" y="65"/>
                    <a:pt x="125" y="64"/>
                    <a:pt x="127" y="64"/>
                  </a:cubicBezTo>
                  <a:cubicBezTo>
                    <a:pt x="128" y="63"/>
                    <a:pt x="131" y="63"/>
                    <a:pt x="133" y="63"/>
                  </a:cubicBezTo>
                  <a:cubicBezTo>
                    <a:pt x="135" y="63"/>
                    <a:pt x="140" y="62"/>
                    <a:pt x="143" y="63"/>
                  </a:cubicBezTo>
                  <a:cubicBezTo>
                    <a:pt x="144" y="64"/>
                    <a:pt x="146" y="66"/>
                    <a:pt x="147" y="67"/>
                  </a:cubicBezTo>
                  <a:cubicBezTo>
                    <a:pt x="147" y="68"/>
                    <a:pt x="148" y="70"/>
                    <a:pt x="149" y="71"/>
                  </a:cubicBezTo>
                  <a:cubicBezTo>
                    <a:pt x="151" y="72"/>
                    <a:pt x="154" y="74"/>
                    <a:pt x="155" y="77"/>
                  </a:cubicBezTo>
                  <a:cubicBezTo>
                    <a:pt x="156" y="78"/>
                    <a:pt x="156" y="81"/>
                    <a:pt x="157" y="8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50"/>
            <p:cNvSpPr>
              <a:spLocks/>
            </p:cNvSpPr>
            <p:nvPr/>
          </p:nvSpPr>
          <p:spPr bwMode="auto">
            <a:xfrm>
              <a:off x="5238751" y="4108451"/>
              <a:ext cx="246063" cy="184150"/>
            </a:xfrm>
            <a:custGeom>
              <a:avLst/>
              <a:gdLst/>
              <a:ahLst/>
              <a:cxnLst>
                <a:cxn ang="0">
                  <a:pos x="189" y="8"/>
                </a:cxn>
                <a:cxn ang="0">
                  <a:pos x="183" y="15"/>
                </a:cxn>
                <a:cxn ang="0">
                  <a:pos x="170" y="26"/>
                </a:cxn>
                <a:cxn ang="0">
                  <a:pos x="150" y="27"/>
                </a:cxn>
                <a:cxn ang="0">
                  <a:pos x="126" y="28"/>
                </a:cxn>
                <a:cxn ang="0">
                  <a:pos x="116" y="36"/>
                </a:cxn>
                <a:cxn ang="0">
                  <a:pos x="101" y="44"/>
                </a:cxn>
                <a:cxn ang="0">
                  <a:pos x="86" y="50"/>
                </a:cxn>
                <a:cxn ang="0">
                  <a:pos x="73" y="60"/>
                </a:cxn>
                <a:cxn ang="0">
                  <a:pos x="66" y="74"/>
                </a:cxn>
                <a:cxn ang="0">
                  <a:pos x="62" y="87"/>
                </a:cxn>
                <a:cxn ang="0">
                  <a:pos x="64" y="104"/>
                </a:cxn>
                <a:cxn ang="0">
                  <a:pos x="72" y="117"/>
                </a:cxn>
                <a:cxn ang="0">
                  <a:pos x="79" y="127"/>
                </a:cxn>
                <a:cxn ang="0">
                  <a:pos x="74" y="140"/>
                </a:cxn>
                <a:cxn ang="0">
                  <a:pos x="69" y="138"/>
                </a:cxn>
                <a:cxn ang="0">
                  <a:pos x="67" y="123"/>
                </a:cxn>
                <a:cxn ang="0">
                  <a:pos x="54" y="110"/>
                </a:cxn>
                <a:cxn ang="0">
                  <a:pos x="46" y="113"/>
                </a:cxn>
                <a:cxn ang="0">
                  <a:pos x="39" y="121"/>
                </a:cxn>
                <a:cxn ang="0">
                  <a:pos x="24" y="137"/>
                </a:cxn>
                <a:cxn ang="0">
                  <a:pos x="14" y="140"/>
                </a:cxn>
                <a:cxn ang="0">
                  <a:pos x="12" y="130"/>
                </a:cxn>
                <a:cxn ang="0">
                  <a:pos x="5" y="121"/>
                </a:cxn>
                <a:cxn ang="0">
                  <a:pos x="5" y="105"/>
                </a:cxn>
                <a:cxn ang="0">
                  <a:pos x="4" y="86"/>
                </a:cxn>
                <a:cxn ang="0">
                  <a:pos x="0" y="78"/>
                </a:cxn>
                <a:cxn ang="0">
                  <a:pos x="4" y="68"/>
                </a:cxn>
                <a:cxn ang="0">
                  <a:pos x="8" y="59"/>
                </a:cxn>
                <a:cxn ang="0">
                  <a:pos x="13" y="45"/>
                </a:cxn>
                <a:cxn ang="0">
                  <a:pos x="22" y="46"/>
                </a:cxn>
                <a:cxn ang="0">
                  <a:pos x="19" y="55"/>
                </a:cxn>
                <a:cxn ang="0">
                  <a:pos x="14" y="66"/>
                </a:cxn>
                <a:cxn ang="0">
                  <a:pos x="14" y="81"/>
                </a:cxn>
                <a:cxn ang="0">
                  <a:pos x="16" y="91"/>
                </a:cxn>
                <a:cxn ang="0">
                  <a:pos x="15" y="105"/>
                </a:cxn>
                <a:cxn ang="0">
                  <a:pos x="19" y="116"/>
                </a:cxn>
                <a:cxn ang="0">
                  <a:pos x="28" y="121"/>
                </a:cxn>
                <a:cxn ang="0">
                  <a:pos x="39" y="111"/>
                </a:cxn>
                <a:cxn ang="0">
                  <a:pos x="46" y="96"/>
                </a:cxn>
                <a:cxn ang="0">
                  <a:pos x="53" y="79"/>
                </a:cxn>
                <a:cxn ang="0">
                  <a:pos x="58" y="64"/>
                </a:cxn>
                <a:cxn ang="0">
                  <a:pos x="58" y="50"/>
                </a:cxn>
                <a:cxn ang="0">
                  <a:pos x="55" y="41"/>
                </a:cxn>
                <a:cxn ang="0">
                  <a:pos x="59" y="35"/>
                </a:cxn>
                <a:cxn ang="0">
                  <a:pos x="65" y="36"/>
                </a:cxn>
                <a:cxn ang="0">
                  <a:pos x="78" y="38"/>
                </a:cxn>
                <a:cxn ang="0">
                  <a:pos x="86" y="37"/>
                </a:cxn>
                <a:cxn ang="0">
                  <a:pos x="95" y="33"/>
                </a:cxn>
                <a:cxn ang="0">
                  <a:pos x="103" y="26"/>
                </a:cxn>
                <a:cxn ang="0">
                  <a:pos x="111" y="22"/>
                </a:cxn>
                <a:cxn ang="0">
                  <a:pos x="122" y="16"/>
                </a:cxn>
                <a:cxn ang="0">
                  <a:pos x="141" y="16"/>
                </a:cxn>
                <a:cxn ang="0">
                  <a:pos x="158" y="14"/>
                </a:cxn>
                <a:cxn ang="0">
                  <a:pos x="169" y="9"/>
                </a:cxn>
                <a:cxn ang="0">
                  <a:pos x="178" y="3"/>
                </a:cxn>
                <a:cxn ang="0">
                  <a:pos x="188" y="3"/>
                </a:cxn>
              </a:cxnLst>
              <a:rect l="0" t="0" r="r" b="b"/>
              <a:pathLst>
                <a:path w="189" h="141">
                  <a:moveTo>
                    <a:pt x="188" y="3"/>
                  </a:moveTo>
                  <a:cubicBezTo>
                    <a:pt x="188" y="4"/>
                    <a:pt x="189" y="6"/>
                    <a:pt x="189" y="8"/>
                  </a:cubicBezTo>
                  <a:cubicBezTo>
                    <a:pt x="189" y="8"/>
                    <a:pt x="188" y="9"/>
                    <a:pt x="187" y="10"/>
                  </a:cubicBezTo>
                  <a:cubicBezTo>
                    <a:pt x="186" y="11"/>
                    <a:pt x="184" y="14"/>
                    <a:pt x="183" y="15"/>
                  </a:cubicBezTo>
                  <a:cubicBezTo>
                    <a:pt x="181" y="17"/>
                    <a:pt x="178" y="19"/>
                    <a:pt x="176" y="21"/>
                  </a:cubicBezTo>
                  <a:cubicBezTo>
                    <a:pt x="174" y="22"/>
                    <a:pt x="172" y="25"/>
                    <a:pt x="170" y="26"/>
                  </a:cubicBezTo>
                  <a:cubicBezTo>
                    <a:pt x="167" y="27"/>
                    <a:pt x="161" y="27"/>
                    <a:pt x="158" y="28"/>
                  </a:cubicBezTo>
                  <a:cubicBezTo>
                    <a:pt x="155" y="28"/>
                    <a:pt x="152" y="27"/>
                    <a:pt x="150" y="27"/>
                  </a:cubicBezTo>
                  <a:cubicBezTo>
                    <a:pt x="146" y="27"/>
                    <a:pt x="139" y="27"/>
                    <a:pt x="135" y="27"/>
                  </a:cubicBezTo>
                  <a:cubicBezTo>
                    <a:pt x="133" y="27"/>
                    <a:pt x="128" y="27"/>
                    <a:pt x="126" y="28"/>
                  </a:cubicBezTo>
                  <a:cubicBezTo>
                    <a:pt x="125" y="28"/>
                    <a:pt x="123" y="30"/>
                    <a:pt x="122" y="31"/>
                  </a:cubicBezTo>
                  <a:cubicBezTo>
                    <a:pt x="120" y="32"/>
                    <a:pt x="118" y="35"/>
                    <a:pt x="116" y="36"/>
                  </a:cubicBezTo>
                  <a:cubicBezTo>
                    <a:pt x="115" y="38"/>
                    <a:pt x="112" y="40"/>
                    <a:pt x="110" y="41"/>
                  </a:cubicBezTo>
                  <a:cubicBezTo>
                    <a:pt x="108" y="42"/>
                    <a:pt x="103" y="43"/>
                    <a:pt x="101" y="44"/>
                  </a:cubicBezTo>
                  <a:cubicBezTo>
                    <a:pt x="99" y="45"/>
                    <a:pt x="95" y="46"/>
                    <a:pt x="93" y="47"/>
                  </a:cubicBezTo>
                  <a:cubicBezTo>
                    <a:pt x="91" y="48"/>
                    <a:pt x="88" y="49"/>
                    <a:pt x="86" y="50"/>
                  </a:cubicBezTo>
                  <a:cubicBezTo>
                    <a:pt x="84" y="51"/>
                    <a:pt x="80" y="53"/>
                    <a:pt x="79" y="55"/>
                  </a:cubicBezTo>
                  <a:cubicBezTo>
                    <a:pt x="77" y="56"/>
                    <a:pt x="74" y="59"/>
                    <a:pt x="73" y="60"/>
                  </a:cubicBezTo>
                  <a:cubicBezTo>
                    <a:pt x="72" y="62"/>
                    <a:pt x="70" y="66"/>
                    <a:pt x="69" y="67"/>
                  </a:cubicBezTo>
                  <a:cubicBezTo>
                    <a:pt x="68" y="69"/>
                    <a:pt x="67" y="72"/>
                    <a:pt x="66" y="74"/>
                  </a:cubicBezTo>
                  <a:cubicBezTo>
                    <a:pt x="65" y="75"/>
                    <a:pt x="64" y="77"/>
                    <a:pt x="64" y="78"/>
                  </a:cubicBezTo>
                  <a:cubicBezTo>
                    <a:pt x="63" y="80"/>
                    <a:pt x="63" y="85"/>
                    <a:pt x="62" y="87"/>
                  </a:cubicBezTo>
                  <a:cubicBezTo>
                    <a:pt x="62" y="90"/>
                    <a:pt x="62" y="95"/>
                    <a:pt x="62" y="97"/>
                  </a:cubicBezTo>
                  <a:cubicBezTo>
                    <a:pt x="63" y="99"/>
                    <a:pt x="63" y="102"/>
                    <a:pt x="64" y="104"/>
                  </a:cubicBezTo>
                  <a:cubicBezTo>
                    <a:pt x="64" y="106"/>
                    <a:pt x="66" y="110"/>
                    <a:pt x="67" y="112"/>
                  </a:cubicBezTo>
                  <a:cubicBezTo>
                    <a:pt x="68" y="113"/>
                    <a:pt x="71" y="115"/>
                    <a:pt x="72" y="117"/>
                  </a:cubicBezTo>
                  <a:cubicBezTo>
                    <a:pt x="73" y="118"/>
                    <a:pt x="75" y="120"/>
                    <a:pt x="76" y="121"/>
                  </a:cubicBezTo>
                  <a:cubicBezTo>
                    <a:pt x="77" y="123"/>
                    <a:pt x="78" y="125"/>
                    <a:pt x="79" y="127"/>
                  </a:cubicBezTo>
                  <a:cubicBezTo>
                    <a:pt x="79" y="129"/>
                    <a:pt x="79" y="132"/>
                    <a:pt x="78" y="134"/>
                  </a:cubicBezTo>
                  <a:cubicBezTo>
                    <a:pt x="78" y="135"/>
                    <a:pt x="76" y="139"/>
                    <a:pt x="74" y="140"/>
                  </a:cubicBezTo>
                  <a:cubicBezTo>
                    <a:pt x="74" y="140"/>
                    <a:pt x="72" y="140"/>
                    <a:pt x="72" y="140"/>
                  </a:cubicBezTo>
                  <a:cubicBezTo>
                    <a:pt x="71" y="140"/>
                    <a:pt x="69" y="139"/>
                    <a:pt x="69" y="138"/>
                  </a:cubicBezTo>
                  <a:cubicBezTo>
                    <a:pt x="68" y="136"/>
                    <a:pt x="69" y="131"/>
                    <a:pt x="69" y="129"/>
                  </a:cubicBezTo>
                  <a:cubicBezTo>
                    <a:pt x="68" y="128"/>
                    <a:pt x="68" y="124"/>
                    <a:pt x="67" y="123"/>
                  </a:cubicBezTo>
                  <a:cubicBezTo>
                    <a:pt x="66" y="121"/>
                    <a:pt x="61" y="117"/>
                    <a:pt x="59" y="115"/>
                  </a:cubicBezTo>
                  <a:cubicBezTo>
                    <a:pt x="58" y="114"/>
                    <a:pt x="56" y="111"/>
                    <a:pt x="54" y="110"/>
                  </a:cubicBezTo>
                  <a:cubicBezTo>
                    <a:pt x="53" y="110"/>
                    <a:pt x="52" y="110"/>
                    <a:pt x="51" y="110"/>
                  </a:cubicBezTo>
                  <a:cubicBezTo>
                    <a:pt x="49" y="111"/>
                    <a:pt x="46" y="112"/>
                    <a:pt x="46" y="113"/>
                  </a:cubicBezTo>
                  <a:cubicBezTo>
                    <a:pt x="45" y="113"/>
                    <a:pt x="45" y="116"/>
                    <a:pt x="44" y="117"/>
                  </a:cubicBezTo>
                  <a:cubicBezTo>
                    <a:pt x="43" y="118"/>
                    <a:pt x="40" y="120"/>
                    <a:pt x="39" y="121"/>
                  </a:cubicBezTo>
                  <a:cubicBezTo>
                    <a:pt x="37" y="124"/>
                    <a:pt x="33" y="128"/>
                    <a:pt x="30" y="130"/>
                  </a:cubicBezTo>
                  <a:cubicBezTo>
                    <a:pt x="29" y="132"/>
                    <a:pt x="26" y="135"/>
                    <a:pt x="24" y="137"/>
                  </a:cubicBezTo>
                  <a:cubicBezTo>
                    <a:pt x="23" y="138"/>
                    <a:pt x="20" y="141"/>
                    <a:pt x="18" y="141"/>
                  </a:cubicBezTo>
                  <a:cubicBezTo>
                    <a:pt x="17" y="141"/>
                    <a:pt x="15" y="141"/>
                    <a:pt x="14" y="140"/>
                  </a:cubicBezTo>
                  <a:cubicBezTo>
                    <a:pt x="13" y="138"/>
                    <a:pt x="15" y="134"/>
                    <a:pt x="14" y="132"/>
                  </a:cubicBezTo>
                  <a:cubicBezTo>
                    <a:pt x="14" y="131"/>
                    <a:pt x="13" y="131"/>
                    <a:pt x="12" y="130"/>
                  </a:cubicBezTo>
                  <a:cubicBezTo>
                    <a:pt x="11" y="130"/>
                    <a:pt x="10" y="129"/>
                    <a:pt x="9" y="128"/>
                  </a:cubicBezTo>
                  <a:cubicBezTo>
                    <a:pt x="8" y="127"/>
                    <a:pt x="5" y="123"/>
                    <a:pt x="5" y="121"/>
                  </a:cubicBezTo>
                  <a:cubicBezTo>
                    <a:pt x="5" y="119"/>
                    <a:pt x="6" y="116"/>
                    <a:pt x="6" y="114"/>
                  </a:cubicBezTo>
                  <a:cubicBezTo>
                    <a:pt x="6" y="111"/>
                    <a:pt x="6" y="107"/>
                    <a:pt x="5" y="105"/>
                  </a:cubicBezTo>
                  <a:cubicBezTo>
                    <a:pt x="5" y="101"/>
                    <a:pt x="5" y="95"/>
                    <a:pt x="4" y="92"/>
                  </a:cubicBezTo>
                  <a:cubicBezTo>
                    <a:pt x="4" y="90"/>
                    <a:pt x="5" y="87"/>
                    <a:pt x="4" y="86"/>
                  </a:cubicBezTo>
                  <a:cubicBezTo>
                    <a:pt x="4" y="85"/>
                    <a:pt x="3" y="83"/>
                    <a:pt x="2" y="82"/>
                  </a:cubicBezTo>
                  <a:cubicBezTo>
                    <a:pt x="2" y="81"/>
                    <a:pt x="0" y="79"/>
                    <a:pt x="0" y="78"/>
                  </a:cubicBezTo>
                  <a:cubicBezTo>
                    <a:pt x="0" y="77"/>
                    <a:pt x="1" y="73"/>
                    <a:pt x="1" y="71"/>
                  </a:cubicBezTo>
                  <a:cubicBezTo>
                    <a:pt x="2" y="70"/>
                    <a:pt x="4" y="69"/>
                    <a:pt x="4" y="68"/>
                  </a:cubicBezTo>
                  <a:cubicBezTo>
                    <a:pt x="5" y="67"/>
                    <a:pt x="8" y="65"/>
                    <a:pt x="8" y="64"/>
                  </a:cubicBezTo>
                  <a:cubicBezTo>
                    <a:pt x="8" y="63"/>
                    <a:pt x="8" y="60"/>
                    <a:pt x="8" y="59"/>
                  </a:cubicBezTo>
                  <a:cubicBezTo>
                    <a:pt x="8" y="56"/>
                    <a:pt x="7" y="51"/>
                    <a:pt x="8" y="49"/>
                  </a:cubicBezTo>
                  <a:cubicBezTo>
                    <a:pt x="9" y="47"/>
                    <a:pt x="12" y="45"/>
                    <a:pt x="13" y="45"/>
                  </a:cubicBezTo>
                  <a:cubicBezTo>
                    <a:pt x="14" y="44"/>
                    <a:pt x="17" y="44"/>
                    <a:pt x="18" y="44"/>
                  </a:cubicBezTo>
                  <a:cubicBezTo>
                    <a:pt x="19" y="44"/>
                    <a:pt x="22" y="45"/>
                    <a:pt x="22" y="46"/>
                  </a:cubicBezTo>
                  <a:cubicBezTo>
                    <a:pt x="23" y="46"/>
                    <a:pt x="23" y="48"/>
                    <a:pt x="22" y="49"/>
                  </a:cubicBezTo>
                  <a:cubicBezTo>
                    <a:pt x="22" y="50"/>
                    <a:pt x="20" y="53"/>
                    <a:pt x="19" y="55"/>
                  </a:cubicBezTo>
                  <a:cubicBezTo>
                    <a:pt x="19" y="56"/>
                    <a:pt x="16" y="59"/>
                    <a:pt x="16" y="60"/>
                  </a:cubicBezTo>
                  <a:cubicBezTo>
                    <a:pt x="15" y="62"/>
                    <a:pt x="14" y="65"/>
                    <a:pt x="14" y="66"/>
                  </a:cubicBezTo>
                  <a:cubicBezTo>
                    <a:pt x="14" y="68"/>
                    <a:pt x="13" y="72"/>
                    <a:pt x="13" y="74"/>
                  </a:cubicBezTo>
                  <a:cubicBezTo>
                    <a:pt x="13" y="76"/>
                    <a:pt x="14" y="79"/>
                    <a:pt x="14" y="81"/>
                  </a:cubicBezTo>
                  <a:cubicBezTo>
                    <a:pt x="14" y="83"/>
                    <a:pt x="15" y="84"/>
                    <a:pt x="15" y="85"/>
                  </a:cubicBezTo>
                  <a:cubicBezTo>
                    <a:pt x="15" y="87"/>
                    <a:pt x="16" y="90"/>
                    <a:pt x="16" y="91"/>
                  </a:cubicBezTo>
                  <a:cubicBezTo>
                    <a:pt x="16" y="93"/>
                    <a:pt x="16" y="97"/>
                    <a:pt x="16" y="99"/>
                  </a:cubicBezTo>
                  <a:cubicBezTo>
                    <a:pt x="16" y="100"/>
                    <a:pt x="15" y="103"/>
                    <a:pt x="15" y="105"/>
                  </a:cubicBezTo>
                  <a:cubicBezTo>
                    <a:pt x="15" y="106"/>
                    <a:pt x="16" y="109"/>
                    <a:pt x="16" y="111"/>
                  </a:cubicBezTo>
                  <a:cubicBezTo>
                    <a:pt x="17" y="112"/>
                    <a:pt x="19" y="114"/>
                    <a:pt x="19" y="116"/>
                  </a:cubicBezTo>
                  <a:cubicBezTo>
                    <a:pt x="20" y="117"/>
                    <a:pt x="22" y="120"/>
                    <a:pt x="24" y="121"/>
                  </a:cubicBezTo>
                  <a:cubicBezTo>
                    <a:pt x="25" y="122"/>
                    <a:pt x="27" y="121"/>
                    <a:pt x="28" y="121"/>
                  </a:cubicBezTo>
                  <a:cubicBezTo>
                    <a:pt x="30" y="120"/>
                    <a:pt x="32" y="117"/>
                    <a:pt x="34" y="115"/>
                  </a:cubicBezTo>
                  <a:cubicBezTo>
                    <a:pt x="35" y="114"/>
                    <a:pt x="38" y="112"/>
                    <a:pt x="39" y="111"/>
                  </a:cubicBezTo>
                  <a:cubicBezTo>
                    <a:pt x="40" y="110"/>
                    <a:pt x="41" y="106"/>
                    <a:pt x="42" y="104"/>
                  </a:cubicBezTo>
                  <a:cubicBezTo>
                    <a:pt x="43" y="102"/>
                    <a:pt x="45" y="98"/>
                    <a:pt x="46" y="96"/>
                  </a:cubicBezTo>
                  <a:cubicBezTo>
                    <a:pt x="47" y="94"/>
                    <a:pt x="50" y="91"/>
                    <a:pt x="51" y="88"/>
                  </a:cubicBezTo>
                  <a:cubicBezTo>
                    <a:pt x="52" y="85"/>
                    <a:pt x="52" y="81"/>
                    <a:pt x="53" y="79"/>
                  </a:cubicBezTo>
                  <a:cubicBezTo>
                    <a:pt x="53" y="77"/>
                    <a:pt x="55" y="73"/>
                    <a:pt x="56" y="71"/>
                  </a:cubicBezTo>
                  <a:cubicBezTo>
                    <a:pt x="57" y="70"/>
                    <a:pt x="58" y="66"/>
                    <a:pt x="58" y="64"/>
                  </a:cubicBezTo>
                  <a:cubicBezTo>
                    <a:pt x="59" y="62"/>
                    <a:pt x="60" y="59"/>
                    <a:pt x="60" y="57"/>
                  </a:cubicBezTo>
                  <a:cubicBezTo>
                    <a:pt x="60" y="55"/>
                    <a:pt x="59" y="52"/>
                    <a:pt x="58" y="50"/>
                  </a:cubicBezTo>
                  <a:cubicBezTo>
                    <a:pt x="58" y="48"/>
                    <a:pt x="56" y="46"/>
                    <a:pt x="56" y="44"/>
                  </a:cubicBezTo>
                  <a:cubicBezTo>
                    <a:pt x="56" y="44"/>
                    <a:pt x="55" y="42"/>
                    <a:pt x="55" y="41"/>
                  </a:cubicBezTo>
                  <a:cubicBezTo>
                    <a:pt x="55" y="40"/>
                    <a:pt x="56" y="37"/>
                    <a:pt x="57" y="36"/>
                  </a:cubicBezTo>
                  <a:cubicBezTo>
                    <a:pt x="57" y="35"/>
                    <a:pt x="59" y="35"/>
                    <a:pt x="59" y="35"/>
                  </a:cubicBezTo>
                  <a:cubicBezTo>
                    <a:pt x="60" y="35"/>
                    <a:pt x="61" y="36"/>
                    <a:pt x="61" y="36"/>
                  </a:cubicBezTo>
                  <a:cubicBezTo>
                    <a:pt x="62" y="36"/>
                    <a:pt x="64" y="36"/>
                    <a:pt x="65" y="36"/>
                  </a:cubicBezTo>
                  <a:cubicBezTo>
                    <a:pt x="67" y="36"/>
                    <a:pt x="69" y="37"/>
                    <a:pt x="70" y="38"/>
                  </a:cubicBezTo>
                  <a:cubicBezTo>
                    <a:pt x="72" y="38"/>
                    <a:pt x="76" y="38"/>
                    <a:pt x="78" y="38"/>
                  </a:cubicBezTo>
                  <a:cubicBezTo>
                    <a:pt x="79" y="38"/>
                    <a:pt x="80" y="37"/>
                    <a:pt x="82" y="37"/>
                  </a:cubicBezTo>
                  <a:cubicBezTo>
                    <a:pt x="83" y="37"/>
                    <a:pt x="85" y="37"/>
                    <a:pt x="86" y="37"/>
                  </a:cubicBezTo>
                  <a:cubicBezTo>
                    <a:pt x="87" y="36"/>
                    <a:pt x="90" y="35"/>
                    <a:pt x="91" y="34"/>
                  </a:cubicBezTo>
                  <a:cubicBezTo>
                    <a:pt x="92" y="34"/>
                    <a:pt x="94" y="33"/>
                    <a:pt x="95" y="33"/>
                  </a:cubicBezTo>
                  <a:cubicBezTo>
                    <a:pt x="96" y="32"/>
                    <a:pt x="98" y="30"/>
                    <a:pt x="99" y="30"/>
                  </a:cubicBezTo>
                  <a:cubicBezTo>
                    <a:pt x="100" y="29"/>
                    <a:pt x="102" y="27"/>
                    <a:pt x="103" y="26"/>
                  </a:cubicBezTo>
                  <a:cubicBezTo>
                    <a:pt x="105" y="25"/>
                    <a:pt x="107" y="24"/>
                    <a:pt x="109" y="23"/>
                  </a:cubicBezTo>
                  <a:cubicBezTo>
                    <a:pt x="109" y="23"/>
                    <a:pt x="110" y="22"/>
                    <a:pt x="111" y="22"/>
                  </a:cubicBezTo>
                  <a:cubicBezTo>
                    <a:pt x="112" y="21"/>
                    <a:pt x="115" y="20"/>
                    <a:pt x="117" y="19"/>
                  </a:cubicBezTo>
                  <a:cubicBezTo>
                    <a:pt x="118" y="18"/>
                    <a:pt x="121" y="16"/>
                    <a:pt x="122" y="16"/>
                  </a:cubicBezTo>
                  <a:cubicBezTo>
                    <a:pt x="124" y="15"/>
                    <a:pt x="129" y="15"/>
                    <a:pt x="132" y="14"/>
                  </a:cubicBezTo>
                  <a:cubicBezTo>
                    <a:pt x="135" y="14"/>
                    <a:pt x="139" y="16"/>
                    <a:pt x="141" y="16"/>
                  </a:cubicBezTo>
                  <a:cubicBezTo>
                    <a:pt x="144" y="16"/>
                    <a:pt x="148" y="15"/>
                    <a:pt x="150" y="15"/>
                  </a:cubicBezTo>
                  <a:cubicBezTo>
                    <a:pt x="152" y="15"/>
                    <a:pt x="156" y="14"/>
                    <a:pt x="158" y="14"/>
                  </a:cubicBezTo>
                  <a:cubicBezTo>
                    <a:pt x="159" y="13"/>
                    <a:pt x="162" y="13"/>
                    <a:pt x="164" y="12"/>
                  </a:cubicBezTo>
                  <a:cubicBezTo>
                    <a:pt x="165" y="12"/>
                    <a:pt x="168" y="10"/>
                    <a:pt x="169" y="9"/>
                  </a:cubicBezTo>
                  <a:cubicBezTo>
                    <a:pt x="171" y="8"/>
                    <a:pt x="174" y="7"/>
                    <a:pt x="175" y="6"/>
                  </a:cubicBezTo>
                  <a:cubicBezTo>
                    <a:pt x="176" y="5"/>
                    <a:pt x="177" y="4"/>
                    <a:pt x="178" y="3"/>
                  </a:cubicBezTo>
                  <a:cubicBezTo>
                    <a:pt x="179" y="2"/>
                    <a:pt x="181" y="0"/>
                    <a:pt x="183" y="1"/>
                  </a:cubicBezTo>
                  <a:cubicBezTo>
                    <a:pt x="185" y="1"/>
                    <a:pt x="187" y="2"/>
                    <a:pt x="18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51"/>
            <p:cNvSpPr>
              <a:spLocks/>
            </p:cNvSpPr>
            <p:nvPr/>
          </p:nvSpPr>
          <p:spPr bwMode="auto">
            <a:xfrm>
              <a:off x="4889501" y="2141538"/>
              <a:ext cx="412750" cy="257175"/>
            </a:xfrm>
            <a:custGeom>
              <a:avLst/>
              <a:gdLst/>
              <a:ahLst/>
              <a:cxnLst>
                <a:cxn ang="0">
                  <a:pos x="317" y="166"/>
                </a:cxn>
                <a:cxn ang="0">
                  <a:pos x="305" y="177"/>
                </a:cxn>
                <a:cxn ang="0">
                  <a:pos x="285" y="184"/>
                </a:cxn>
                <a:cxn ang="0">
                  <a:pos x="269" y="183"/>
                </a:cxn>
                <a:cxn ang="0">
                  <a:pos x="253" y="185"/>
                </a:cxn>
                <a:cxn ang="0">
                  <a:pos x="247" y="193"/>
                </a:cxn>
                <a:cxn ang="0">
                  <a:pos x="234" y="195"/>
                </a:cxn>
                <a:cxn ang="0">
                  <a:pos x="216" y="190"/>
                </a:cxn>
                <a:cxn ang="0">
                  <a:pos x="201" y="181"/>
                </a:cxn>
                <a:cxn ang="0">
                  <a:pos x="187" y="181"/>
                </a:cxn>
                <a:cxn ang="0">
                  <a:pos x="175" y="181"/>
                </a:cxn>
                <a:cxn ang="0">
                  <a:pos x="159" y="178"/>
                </a:cxn>
                <a:cxn ang="0">
                  <a:pos x="151" y="186"/>
                </a:cxn>
                <a:cxn ang="0">
                  <a:pos x="140" y="181"/>
                </a:cxn>
                <a:cxn ang="0">
                  <a:pos x="126" y="165"/>
                </a:cxn>
                <a:cxn ang="0">
                  <a:pos x="109" y="153"/>
                </a:cxn>
                <a:cxn ang="0">
                  <a:pos x="101" y="141"/>
                </a:cxn>
                <a:cxn ang="0">
                  <a:pos x="89" y="128"/>
                </a:cxn>
                <a:cxn ang="0">
                  <a:pos x="70" y="127"/>
                </a:cxn>
                <a:cxn ang="0">
                  <a:pos x="56" y="120"/>
                </a:cxn>
                <a:cxn ang="0">
                  <a:pos x="45" y="111"/>
                </a:cxn>
                <a:cxn ang="0">
                  <a:pos x="38" y="96"/>
                </a:cxn>
                <a:cxn ang="0">
                  <a:pos x="29" y="77"/>
                </a:cxn>
                <a:cxn ang="0">
                  <a:pos x="19" y="60"/>
                </a:cxn>
                <a:cxn ang="0">
                  <a:pos x="13" y="43"/>
                </a:cxn>
                <a:cxn ang="0">
                  <a:pos x="8" y="30"/>
                </a:cxn>
                <a:cxn ang="0">
                  <a:pos x="2" y="19"/>
                </a:cxn>
                <a:cxn ang="0">
                  <a:pos x="1" y="10"/>
                </a:cxn>
                <a:cxn ang="0">
                  <a:pos x="7" y="0"/>
                </a:cxn>
                <a:cxn ang="0">
                  <a:pos x="20" y="15"/>
                </a:cxn>
                <a:cxn ang="0">
                  <a:pos x="28" y="34"/>
                </a:cxn>
                <a:cxn ang="0">
                  <a:pos x="31" y="46"/>
                </a:cxn>
                <a:cxn ang="0">
                  <a:pos x="38" y="61"/>
                </a:cxn>
                <a:cxn ang="0">
                  <a:pos x="44" y="76"/>
                </a:cxn>
                <a:cxn ang="0">
                  <a:pos x="59" y="91"/>
                </a:cxn>
                <a:cxn ang="0">
                  <a:pos x="76" y="106"/>
                </a:cxn>
                <a:cxn ang="0">
                  <a:pos x="97" y="114"/>
                </a:cxn>
                <a:cxn ang="0">
                  <a:pos x="109" y="118"/>
                </a:cxn>
                <a:cxn ang="0">
                  <a:pos x="124" y="131"/>
                </a:cxn>
                <a:cxn ang="0">
                  <a:pos x="136" y="141"/>
                </a:cxn>
                <a:cxn ang="0">
                  <a:pos x="148" y="146"/>
                </a:cxn>
                <a:cxn ang="0">
                  <a:pos x="161" y="151"/>
                </a:cxn>
                <a:cxn ang="0">
                  <a:pos x="182" y="153"/>
                </a:cxn>
                <a:cxn ang="0">
                  <a:pos x="194" y="150"/>
                </a:cxn>
                <a:cxn ang="0">
                  <a:pos x="203" y="144"/>
                </a:cxn>
                <a:cxn ang="0">
                  <a:pos x="211" y="144"/>
                </a:cxn>
                <a:cxn ang="0">
                  <a:pos x="220" y="154"/>
                </a:cxn>
                <a:cxn ang="0">
                  <a:pos x="227" y="166"/>
                </a:cxn>
                <a:cxn ang="0">
                  <a:pos x="243" y="171"/>
                </a:cxn>
                <a:cxn ang="0">
                  <a:pos x="253" y="167"/>
                </a:cxn>
                <a:cxn ang="0">
                  <a:pos x="263" y="170"/>
                </a:cxn>
                <a:cxn ang="0">
                  <a:pos x="275" y="169"/>
                </a:cxn>
                <a:cxn ang="0">
                  <a:pos x="288" y="167"/>
                </a:cxn>
                <a:cxn ang="0">
                  <a:pos x="301" y="162"/>
                </a:cxn>
                <a:cxn ang="0">
                  <a:pos x="310" y="158"/>
                </a:cxn>
                <a:cxn ang="0">
                  <a:pos x="318" y="163"/>
                </a:cxn>
              </a:cxnLst>
              <a:rect l="0" t="0" r="r" b="b"/>
              <a:pathLst>
                <a:path w="318" h="197">
                  <a:moveTo>
                    <a:pt x="318" y="163"/>
                  </a:moveTo>
                  <a:cubicBezTo>
                    <a:pt x="318" y="164"/>
                    <a:pt x="318" y="166"/>
                    <a:pt x="317" y="166"/>
                  </a:cubicBezTo>
                  <a:cubicBezTo>
                    <a:pt x="317" y="168"/>
                    <a:pt x="314" y="170"/>
                    <a:pt x="312" y="171"/>
                  </a:cubicBezTo>
                  <a:cubicBezTo>
                    <a:pt x="311" y="173"/>
                    <a:pt x="308" y="176"/>
                    <a:pt x="305" y="177"/>
                  </a:cubicBezTo>
                  <a:cubicBezTo>
                    <a:pt x="303" y="179"/>
                    <a:pt x="299" y="181"/>
                    <a:pt x="297" y="182"/>
                  </a:cubicBezTo>
                  <a:cubicBezTo>
                    <a:pt x="294" y="183"/>
                    <a:pt x="288" y="184"/>
                    <a:pt x="285" y="184"/>
                  </a:cubicBezTo>
                  <a:cubicBezTo>
                    <a:pt x="284" y="184"/>
                    <a:pt x="281" y="183"/>
                    <a:pt x="279" y="183"/>
                  </a:cubicBezTo>
                  <a:cubicBezTo>
                    <a:pt x="277" y="183"/>
                    <a:pt x="271" y="183"/>
                    <a:pt x="269" y="183"/>
                  </a:cubicBezTo>
                  <a:cubicBezTo>
                    <a:pt x="266" y="183"/>
                    <a:pt x="261" y="184"/>
                    <a:pt x="258" y="184"/>
                  </a:cubicBezTo>
                  <a:cubicBezTo>
                    <a:pt x="257" y="184"/>
                    <a:pt x="254" y="184"/>
                    <a:pt x="253" y="185"/>
                  </a:cubicBezTo>
                  <a:cubicBezTo>
                    <a:pt x="252" y="186"/>
                    <a:pt x="250" y="188"/>
                    <a:pt x="250" y="189"/>
                  </a:cubicBezTo>
                  <a:cubicBezTo>
                    <a:pt x="249" y="190"/>
                    <a:pt x="248" y="192"/>
                    <a:pt x="247" y="193"/>
                  </a:cubicBezTo>
                  <a:cubicBezTo>
                    <a:pt x="246" y="194"/>
                    <a:pt x="245" y="196"/>
                    <a:pt x="244" y="196"/>
                  </a:cubicBezTo>
                  <a:cubicBezTo>
                    <a:pt x="242" y="197"/>
                    <a:pt x="237" y="196"/>
                    <a:pt x="234" y="195"/>
                  </a:cubicBezTo>
                  <a:cubicBezTo>
                    <a:pt x="231" y="195"/>
                    <a:pt x="227" y="194"/>
                    <a:pt x="224" y="193"/>
                  </a:cubicBezTo>
                  <a:cubicBezTo>
                    <a:pt x="221" y="192"/>
                    <a:pt x="217" y="191"/>
                    <a:pt x="216" y="190"/>
                  </a:cubicBezTo>
                  <a:cubicBezTo>
                    <a:pt x="214" y="190"/>
                    <a:pt x="211" y="188"/>
                    <a:pt x="209" y="187"/>
                  </a:cubicBezTo>
                  <a:cubicBezTo>
                    <a:pt x="207" y="185"/>
                    <a:pt x="203" y="182"/>
                    <a:pt x="201" y="181"/>
                  </a:cubicBezTo>
                  <a:cubicBezTo>
                    <a:pt x="199" y="180"/>
                    <a:pt x="196" y="180"/>
                    <a:pt x="193" y="180"/>
                  </a:cubicBezTo>
                  <a:cubicBezTo>
                    <a:pt x="191" y="180"/>
                    <a:pt x="188" y="180"/>
                    <a:pt x="187" y="181"/>
                  </a:cubicBezTo>
                  <a:cubicBezTo>
                    <a:pt x="186" y="181"/>
                    <a:pt x="184" y="181"/>
                    <a:pt x="183" y="181"/>
                  </a:cubicBezTo>
                  <a:cubicBezTo>
                    <a:pt x="181" y="182"/>
                    <a:pt x="177" y="181"/>
                    <a:pt x="175" y="181"/>
                  </a:cubicBezTo>
                  <a:cubicBezTo>
                    <a:pt x="172" y="181"/>
                    <a:pt x="165" y="181"/>
                    <a:pt x="162" y="180"/>
                  </a:cubicBezTo>
                  <a:cubicBezTo>
                    <a:pt x="161" y="179"/>
                    <a:pt x="160" y="178"/>
                    <a:pt x="159" y="178"/>
                  </a:cubicBezTo>
                  <a:cubicBezTo>
                    <a:pt x="158" y="178"/>
                    <a:pt x="156" y="180"/>
                    <a:pt x="155" y="181"/>
                  </a:cubicBezTo>
                  <a:cubicBezTo>
                    <a:pt x="154" y="182"/>
                    <a:pt x="152" y="185"/>
                    <a:pt x="151" y="186"/>
                  </a:cubicBezTo>
                  <a:cubicBezTo>
                    <a:pt x="150" y="186"/>
                    <a:pt x="148" y="185"/>
                    <a:pt x="147" y="185"/>
                  </a:cubicBezTo>
                  <a:cubicBezTo>
                    <a:pt x="145" y="184"/>
                    <a:pt x="142" y="182"/>
                    <a:pt x="140" y="181"/>
                  </a:cubicBezTo>
                  <a:cubicBezTo>
                    <a:pt x="139" y="179"/>
                    <a:pt x="137" y="176"/>
                    <a:pt x="135" y="174"/>
                  </a:cubicBezTo>
                  <a:cubicBezTo>
                    <a:pt x="133" y="172"/>
                    <a:pt x="128" y="167"/>
                    <a:pt x="126" y="165"/>
                  </a:cubicBezTo>
                  <a:cubicBezTo>
                    <a:pt x="124" y="163"/>
                    <a:pt x="121" y="160"/>
                    <a:pt x="120" y="159"/>
                  </a:cubicBezTo>
                  <a:cubicBezTo>
                    <a:pt x="117" y="157"/>
                    <a:pt x="112" y="155"/>
                    <a:pt x="109" y="153"/>
                  </a:cubicBezTo>
                  <a:cubicBezTo>
                    <a:pt x="108" y="152"/>
                    <a:pt x="105" y="149"/>
                    <a:pt x="104" y="147"/>
                  </a:cubicBezTo>
                  <a:cubicBezTo>
                    <a:pt x="103" y="146"/>
                    <a:pt x="102" y="142"/>
                    <a:pt x="101" y="141"/>
                  </a:cubicBezTo>
                  <a:cubicBezTo>
                    <a:pt x="100" y="139"/>
                    <a:pt x="97" y="136"/>
                    <a:pt x="96" y="134"/>
                  </a:cubicBezTo>
                  <a:cubicBezTo>
                    <a:pt x="94" y="133"/>
                    <a:pt x="91" y="129"/>
                    <a:pt x="89" y="128"/>
                  </a:cubicBezTo>
                  <a:cubicBezTo>
                    <a:pt x="87" y="127"/>
                    <a:pt x="83" y="127"/>
                    <a:pt x="80" y="127"/>
                  </a:cubicBezTo>
                  <a:cubicBezTo>
                    <a:pt x="78" y="126"/>
                    <a:pt x="73" y="127"/>
                    <a:pt x="70" y="127"/>
                  </a:cubicBezTo>
                  <a:cubicBezTo>
                    <a:pt x="69" y="127"/>
                    <a:pt x="65" y="126"/>
                    <a:pt x="64" y="125"/>
                  </a:cubicBezTo>
                  <a:cubicBezTo>
                    <a:pt x="62" y="124"/>
                    <a:pt x="58" y="122"/>
                    <a:pt x="56" y="120"/>
                  </a:cubicBezTo>
                  <a:cubicBezTo>
                    <a:pt x="55" y="119"/>
                    <a:pt x="52" y="118"/>
                    <a:pt x="50" y="117"/>
                  </a:cubicBezTo>
                  <a:cubicBezTo>
                    <a:pt x="49" y="116"/>
                    <a:pt x="46" y="112"/>
                    <a:pt x="45" y="111"/>
                  </a:cubicBezTo>
                  <a:cubicBezTo>
                    <a:pt x="43" y="109"/>
                    <a:pt x="39" y="106"/>
                    <a:pt x="38" y="104"/>
                  </a:cubicBezTo>
                  <a:cubicBezTo>
                    <a:pt x="37" y="102"/>
                    <a:pt x="39" y="98"/>
                    <a:pt x="38" y="96"/>
                  </a:cubicBezTo>
                  <a:cubicBezTo>
                    <a:pt x="38" y="93"/>
                    <a:pt x="36" y="89"/>
                    <a:pt x="35" y="87"/>
                  </a:cubicBezTo>
                  <a:cubicBezTo>
                    <a:pt x="33" y="84"/>
                    <a:pt x="31" y="80"/>
                    <a:pt x="29" y="77"/>
                  </a:cubicBezTo>
                  <a:cubicBezTo>
                    <a:pt x="28" y="75"/>
                    <a:pt x="25" y="71"/>
                    <a:pt x="24" y="69"/>
                  </a:cubicBezTo>
                  <a:cubicBezTo>
                    <a:pt x="22" y="66"/>
                    <a:pt x="20" y="62"/>
                    <a:pt x="19" y="60"/>
                  </a:cubicBezTo>
                  <a:cubicBezTo>
                    <a:pt x="18" y="58"/>
                    <a:pt x="17" y="53"/>
                    <a:pt x="17" y="51"/>
                  </a:cubicBezTo>
                  <a:cubicBezTo>
                    <a:pt x="16" y="49"/>
                    <a:pt x="14" y="45"/>
                    <a:pt x="13" y="43"/>
                  </a:cubicBezTo>
                  <a:cubicBezTo>
                    <a:pt x="12" y="40"/>
                    <a:pt x="12" y="36"/>
                    <a:pt x="11" y="34"/>
                  </a:cubicBezTo>
                  <a:cubicBezTo>
                    <a:pt x="11" y="33"/>
                    <a:pt x="9" y="31"/>
                    <a:pt x="8" y="30"/>
                  </a:cubicBezTo>
                  <a:cubicBezTo>
                    <a:pt x="7" y="29"/>
                    <a:pt x="5" y="26"/>
                    <a:pt x="5" y="25"/>
                  </a:cubicBezTo>
                  <a:cubicBezTo>
                    <a:pt x="4" y="23"/>
                    <a:pt x="3" y="20"/>
                    <a:pt x="2" y="19"/>
                  </a:cubicBezTo>
                  <a:cubicBezTo>
                    <a:pt x="2" y="18"/>
                    <a:pt x="0" y="16"/>
                    <a:pt x="0" y="15"/>
                  </a:cubicBezTo>
                  <a:cubicBezTo>
                    <a:pt x="0" y="14"/>
                    <a:pt x="1" y="11"/>
                    <a:pt x="1" y="10"/>
                  </a:cubicBezTo>
                  <a:cubicBezTo>
                    <a:pt x="2" y="8"/>
                    <a:pt x="4" y="5"/>
                    <a:pt x="5" y="3"/>
                  </a:cubicBezTo>
                  <a:cubicBezTo>
                    <a:pt x="5" y="2"/>
                    <a:pt x="6" y="0"/>
                    <a:pt x="7" y="0"/>
                  </a:cubicBezTo>
                  <a:cubicBezTo>
                    <a:pt x="9" y="0"/>
                    <a:pt x="11" y="5"/>
                    <a:pt x="13" y="7"/>
                  </a:cubicBezTo>
                  <a:cubicBezTo>
                    <a:pt x="14" y="9"/>
                    <a:pt x="19" y="12"/>
                    <a:pt x="20" y="15"/>
                  </a:cubicBezTo>
                  <a:cubicBezTo>
                    <a:pt x="22" y="17"/>
                    <a:pt x="23" y="22"/>
                    <a:pt x="24" y="25"/>
                  </a:cubicBezTo>
                  <a:cubicBezTo>
                    <a:pt x="25" y="27"/>
                    <a:pt x="27" y="31"/>
                    <a:pt x="28" y="34"/>
                  </a:cubicBezTo>
                  <a:cubicBezTo>
                    <a:pt x="28" y="36"/>
                    <a:pt x="28" y="39"/>
                    <a:pt x="28" y="41"/>
                  </a:cubicBezTo>
                  <a:cubicBezTo>
                    <a:pt x="29" y="43"/>
                    <a:pt x="30" y="45"/>
                    <a:pt x="31" y="46"/>
                  </a:cubicBezTo>
                  <a:cubicBezTo>
                    <a:pt x="32" y="48"/>
                    <a:pt x="34" y="52"/>
                    <a:pt x="35" y="54"/>
                  </a:cubicBezTo>
                  <a:cubicBezTo>
                    <a:pt x="35" y="55"/>
                    <a:pt x="37" y="59"/>
                    <a:pt x="38" y="61"/>
                  </a:cubicBezTo>
                  <a:cubicBezTo>
                    <a:pt x="39" y="63"/>
                    <a:pt x="41" y="66"/>
                    <a:pt x="42" y="68"/>
                  </a:cubicBezTo>
                  <a:cubicBezTo>
                    <a:pt x="42" y="70"/>
                    <a:pt x="43" y="74"/>
                    <a:pt x="44" y="76"/>
                  </a:cubicBezTo>
                  <a:cubicBezTo>
                    <a:pt x="46" y="78"/>
                    <a:pt x="49" y="82"/>
                    <a:pt x="50" y="83"/>
                  </a:cubicBezTo>
                  <a:cubicBezTo>
                    <a:pt x="52" y="85"/>
                    <a:pt x="57" y="89"/>
                    <a:pt x="59" y="91"/>
                  </a:cubicBezTo>
                  <a:cubicBezTo>
                    <a:pt x="61" y="93"/>
                    <a:pt x="65" y="96"/>
                    <a:pt x="67" y="98"/>
                  </a:cubicBezTo>
                  <a:cubicBezTo>
                    <a:pt x="70" y="100"/>
                    <a:pt x="73" y="105"/>
                    <a:pt x="76" y="106"/>
                  </a:cubicBezTo>
                  <a:cubicBezTo>
                    <a:pt x="78" y="108"/>
                    <a:pt x="84" y="110"/>
                    <a:pt x="86" y="111"/>
                  </a:cubicBezTo>
                  <a:cubicBezTo>
                    <a:pt x="89" y="112"/>
                    <a:pt x="94" y="113"/>
                    <a:pt x="97" y="114"/>
                  </a:cubicBezTo>
                  <a:cubicBezTo>
                    <a:pt x="98" y="114"/>
                    <a:pt x="101" y="115"/>
                    <a:pt x="103" y="116"/>
                  </a:cubicBezTo>
                  <a:cubicBezTo>
                    <a:pt x="105" y="116"/>
                    <a:pt x="108" y="117"/>
                    <a:pt x="109" y="118"/>
                  </a:cubicBezTo>
                  <a:cubicBezTo>
                    <a:pt x="111" y="119"/>
                    <a:pt x="114" y="122"/>
                    <a:pt x="116" y="123"/>
                  </a:cubicBezTo>
                  <a:cubicBezTo>
                    <a:pt x="118" y="125"/>
                    <a:pt x="122" y="129"/>
                    <a:pt x="124" y="131"/>
                  </a:cubicBezTo>
                  <a:cubicBezTo>
                    <a:pt x="125" y="132"/>
                    <a:pt x="128" y="134"/>
                    <a:pt x="130" y="135"/>
                  </a:cubicBezTo>
                  <a:cubicBezTo>
                    <a:pt x="131" y="137"/>
                    <a:pt x="135" y="140"/>
                    <a:pt x="136" y="141"/>
                  </a:cubicBezTo>
                  <a:cubicBezTo>
                    <a:pt x="138" y="142"/>
                    <a:pt x="141" y="143"/>
                    <a:pt x="143" y="144"/>
                  </a:cubicBezTo>
                  <a:cubicBezTo>
                    <a:pt x="144" y="145"/>
                    <a:pt x="147" y="146"/>
                    <a:pt x="148" y="146"/>
                  </a:cubicBezTo>
                  <a:cubicBezTo>
                    <a:pt x="150" y="147"/>
                    <a:pt x="154" y="149"/>
                    <a:pt x="156" y="150"/>
                  </a:cubicBezTo>
                  <a:cubicBezTo>
                    <a:pt x="157" y="150"/>
                    <a:pt x="159" y="151"/>
                    <a:pt x="161" y="151"/>
                  </a:cubicBezTo>
                  <a:cubicBezTo>
                    <a:pt x="163" y="151"/>
                    <a:pt x="169" y="152"/>
                    <a:pt x="172" y="153"/>
                  </a:cubicBezTo>
                  <a:cubicBezTo>
                    <a:pt x="174" y="153"/>
                    <a:pt x="179" y="153"/>
                    <a:pt x="182" y="153"/>
                  </a:cubicBezTo>
                  <a:cubicBezTo>
                    <a:pt x="184" y="153"/>
                    <a:pt x="188" y="153"/>
                    <a:pt x="190" y="152"/>
                  </a:cubicBezTo>
                  <a:cubicBezTo>
                    <a:pt x="191" y="152"/>
                    <a:pt x="193" y="150"/>
                    <a:pt x="194" y="150"/>
                  </a:cubicBezTo>
                  <a:cubicBezTo>
                    <a:pt x="195" y="149"/>
                    <a:pt x="198" y="149"/>
                    <a:pt x="199" y="148"/>
                  </a:cubicBezTo>
                  <a:cubicBezTo>
                    <a:pt x="200" y="147"/>
                    <a:pt x="201" y="145"/>
                    <a:pt x="203" y="144"/>
                  </a:cubicBezTo>
                  <a:cubicBezTo>
                    <a:pt x="204" y="144"/>
                    <a:pt x="206" y="144"/>
                    <a:pt x="207" y="144"/>
                  </a:cubicBezTo>
                  <a:cubicBezTo>
                    <a:pt x="208" y="144"/>
                    <a:pt x="210" y="144"/>
                    <a:pt x="211" y="144"/>
                  </a:cubicBezTo>
                  <a:cubicBezTo>
                    <a:pt x="213" y="145"/>
                    <a:pt x="216" y="145"/>
                    <a:pt x="217" y="146"/>
                  </a:cubicBezTo>
                  <a:cubicBezTo>
                    <a:pt x="218" y="148"/>
                    <a:pt x="219" y="152"/>
                    <a:pt x="220" y="154"/>
                  </a:cubicBezTo>
                  <a:cubicBezTo>
                    <a:pt x="221" y="156"/>
                    <a:pt x="222" y="160"/>
                    <a:pt x="223" y="162"/>
                  </a:cubicBezTo>
                  <a:cubicBezTo>
                    <a:pt x="224" y="163"/>
                    <a:pt x="226" y="165"/>
                    <a:pt x="227" y="166"/>
                  </a:cubicBezTo>
                  <a:cubicBezTo>
                    <a:pt x="229" y="167"/>
                    <a:pt x="232" y="169"/>
                    <a:pt x="233" y="169"/>
                  </a:cubicBezTo>
                  <a:cubicBezTo>
                    <a:pt x="235" y="170"/>
                    <a:pt x="240" y="171"/>
                    <a:pt x="243" y="171"/>
                  </a:cubicBezTo>
                  <a:cubicBezTo>
                    <a:pt x="244" y="171"/>
                    <a:pt x="248" y="171"/>
                    <a:pt x="250" y="170"/>
                  </a:cubicBezTo>
                  <a:cubicBezTo>
                    <a:pt x="251" y="170"/>
                    <a:pt x="252" y="168"/>
                    <a:pt x="253" y="167"/>
                  </a:cubicBezTo>
                  <a:cubicBezTo>
                    <a:pt x="254" y="167"/>
                    <a:pt x="257" y="168"/>
                    <a:pt x="258" y="168"/>
                  </a:cubicBezTo>
                  <a:cubicBezTo>
                    <a:pt x="260" y="168"/>
                    <a:pt x="262" y="170"/>
                    <a:pt x="263" y="170"/>
                  </a:cubicBezTo>
                  <a:cubicBezTo>
                    <a:pt x="265" y="170"/>
                    <a:pt x="268" y="172"/>
                    <a:pt x="270" y="172"/>
                  </a:cubicBezTo>
                  <a:cubicBezTo>
                    <a:pt x="271" y="172"/>
                    <a:pt x="274" y="170"/>
                    <a:pt x="275" y="169"/>
                  </a:cubicBezTo>
                  <a:cubicBezTo>
                    <a:pt x="277" y="169"/>
                    <a:pt x="279" y="169"/>
                    <a:pt x="281" y="169"/>
                  </a:cubicBezTo>
                  <a:cubicBezTo>
                    <a:pt x="283" y="168"/>
                    <a:pt x="286" y="167"/>
                    <a:pt x="288" y="167"/>
                  </a:cubicBezTo>
                  <a:cubicBezTo>
                    <a:pt x="289" y="166"/>
                    <a:pt x="293" y="165"/>
                    <a:pt x="295" y="165"/>
                  </a:cubicBezTo>
                  <a:cubicBezTo>
                    <a:pt x="296" y="164"/>
                    <a:pt x="300" y="163"/>
                    <a:pt x="301" y="162"/>
                  </a:cubicBezTo>
                  <a:cubicBezTo>
                    <a:pt x="303" y="161"/>
                    <a:pt x="305" y="161"/>
                    <a:pt x="306" y="160"/>
                  </a:cubicBezTo>
                  <a:cubicBezTo>
                    <a:pt x="307" y="160"/>
                    <a:pt x="309" y="158"/>
                    <a:pt x="310" y="158"/>
                  </a:cubicBezTo>
                  <a:cubicBezTo>
                    <a:pt x="312" y="158"/>
                    <a:pt x="315" y="160"/>
                    <a:pt x="316" y="161"/>
                  </a:cubicBezTo>
                  <a:cubicBezTo>
                    <a:pt x="317" y="161"/>
                    <a:pt x="318" y="162"/>
                    <a:pt x="318" y="16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52"/>
            <p:cNvSpPr>
              <a:spLocks/>
            </p:cNvSpPr>
            <p:nvPr/>
          </p:nvSpPr>
          <p:spPr bwMode="auto">
            <a:xfrm>
              <a:off x="5046663" y="3898901"/>
              <a:ext cx="168275" cy="149225"/>
            </a:xfrm>
            <a:custGeom>
              <a:avLst/>
              <a:gdLst/>
              <a:ahLst/>
              <a:cxnLst>
                <a:cxn ang="0">
                  <a:pos x="129" y="29"/>
                </a:cxn>
                <a:cxn ang="0">
                  <a:pos x="128" y="32"/>
                </a:cxn>
                <a:cxn ang="0">
                  <a:pos x="125" y="33"/>
                </a:cxn>
                <a:cxn ang="0">
                  <a:pos x="120" y="36"/>
                </a:cxn>
                <a:cxn ang="0">
                  <a:pos x="116" y="36"/>
                </a:cxn>
                <a:cxn ang="0">
                  <a:pos x="110" y="37"/>
                </a:cxn>
                <a:cxn ang="0">
                  <a:pos x="103" y="39"/>
                </a:cxn>
                <a:cxn ang="0">
                  <a:pos x="92" y="42"/>
                </a:cxn>
                <a:cxn ang="0">
                  <a:pos x="81" y="47"/>
                </a:cxn>
                <a:cxn ang="0">
                  <a:pos x="76" y="54"/>
                </a:cxn>
                <a:cxn ang="0">
                  <a:pos x="67" y="61"/>
                </a:cxn>
                <a:cxn ang="0">
                  <a:pos x="59" y="67"/>
                </a:cxn>
                <a:cxn ang="0">
                  <a:pos x="50" y="75"/>
                </a:cxn>
                <a:cxn ang="0">
                  <a:pos x="48" y="78"/>
                </a:cxn>
                <a:cxn ang="0">
                  <a:pos x="43" y="79"/>
                </a:cxn>
                <a:cxn ang="0">
                  <a:pos x="40" y="81"/>
                </a:cxn>
                <a:cxn ang="0">
                  <a:pos x="35" y="84"/>
                </a:cxn>
                <a:cxn ang="0">
                  <a:pos x="29" y="91"/>
                </a:cxn>
                <a:cxn ang="0">
                  <a:pos x="24" y="99"/>
                </a:cxn>
                <a:cxn ang="0">
                  <a:pos x="20" y="108"/>
                </a:cxn>
                <a:cxn ang="0">
                  <a:pos x="19" y="113"/>
                </a:cxn>
                <a:cxn ang="0">
                  <a:pos x="1" y="113"/>
                </a:cxn>
                <a:cxn ang="0">
                  <a:pos x="1" y="111"/>
                </a:cxn>
                <a:cxn ang="0">
                  <a:pos x="0" y="106"/>
                </a:cxn>
                <a:cxn ang="0">
                  <a:pos x="2" y="99"/>
                </a:cxn>
                <a:cxn ang="0">
                  <a:pos x="5" y="88"/>
                </a:cxn>
                <a:cxn ang="0">
                  <a:pos x="6" y="81"/>
                </a:cxn>
                <a:cxn ang="0">
                  <a:pos x="13" y="70"/>
                </a:cxn>
                <a:cxn ang="0">
                  <a:pos x="18" y="60"/>
                </a:cxn>
                <a:cxn ang="0">
                  <a:pos x="22" y="51"/>
                </a:cxn>
                <a:cxn ang="0">
                  <a:pos x="25" y="46"/>
                </a:cxn>
                <a:cxn ang="0">
                  <a:pos x="31" y="40"/>
                </a:cxn>
                <a:cxn ang="0">
                  <a:pos x="38" y="35"/>
                </a:cxn>
                <a:cxn ang="0">
                  <a:pos x="42" y="31"/>
                </a:cxn>
                <a:cxn ang="0">
                  <a:pos x="48" y="29"/>
                </a:cxn>
                <a:cxn ang="0">
                  <a:pos x="55" y="28"/>
                </a:cxn>
                <a:cxn ang="0">
                  <a:pos x="60" y="29"/>
                </a:cxn>
                <a:cxn ang="0">
                  <a:pos x="65" y="32"/>
                </a:cxn>
                <a:cxn ang="0">
                  <a:pos x="70" y="34"/>
                </a:cxn>
                <a:cxn ang="0">
                  <a:pos x="76" y="34"/>
                </a:cxn>
                <a:cxn ang="0">
                  <a:pos x="79" y="31"/>
                </a:cxn>
                <a:cxn ang="0">
                  <a:pos x="85" y="25"/>
                </a:cxn>
                <a:cxn ang="0">
                  <a:pos x="89" y="20"/>
                </a:cxn>
                <a:cxn ang="0">
                  <a:pos x="90" y="13"/>
                </a:cxn>
                <a:cxn ang="0">
                  <a:pos x="92" y="8"/>
                </a:cxn>
                <a:cxn ang="0">
                  <a:pos x="96" y="5"/>
                </a:cxn>
                <a:cxn ang="0">
                  <a:pos x="100" y="3"/>
                </a:cxn>
                <a:cxn ang="0">
                  <a:pos x="108" y="0"/>
                </a:cxn>
                <a:cxn ang="0">
                  <a:pos x="113" y="2"/>
                </a:cxn>
                <a:cxn ang="0">
                  <a:pos x="119" y="7"/>
                </a:cxn>
                <a:cxn ang="0">
                  <a:pos x="122" y="12"/>
                </a:cxn>
                <a:cxn ang="0">
                  <a:pos x="125" y="17"/>
                </a:cxn>
                <a:cxn ang="0">
                  <a:pos x="126" y="21"/>
                </a:cxn>
                <a:cxn ang="0">
                  <a:pos x="126" y="24"/>
                </a:cxn>
                <a:cxn ang="0">
                  <a:pos x="128" y="26"/>
                </a:cxn>
                <a:cxn ang="0">
                  <a:pos x="129" y="29"/>
                </a:cxn>
              </a:cxnLst>
              <a:rect l="0" t="0" r="r" b="b"/>
              <a:pathLst>
                <a:path w="129" h="115">
                  <a:moveTo>
                    <a:pt x="129" y="29"/>
                  </a:moveTo>
                  <a:cubicBezTo>
                    <a:pt x="129" y="30"/>
                    <a:pt x="129" y="31"/>
                    <a:pt x="128" y="32"/>
                  </a:cubicBezTo>
                  <a:cubicBezTo>
                    <a:pt x="128" y="32"/>
                    <a:pt x="126" y="33"/>
                    <a:pt x="125" y="33"/>
                  </a:cubicBezTo>
                  <a:cubicBezTo>
                    <a:pt x="124" y="34"/>
                    <a:pt x="122" y="35"/>
                    <a:pt x="120" y="36"/>
                  </a:cubicBezTo>
                  <a:cubicBezTo>
                    <a:pt x="119" y="36"/>
                    <a:pt x="117" y="36"/>
                    <a:pt x="116" y="36"/>
                  </a:cubicBezTo>
                  <a:cubicBezTo>
                    <a:pt x="114" y="36"/>
                    <a:pt x="112" y="37"/>
                    <a:pt x="110" y="37"/>
                  </a:cubicBezTo>
                  <a:cubicBezTo>
                    <a:pt x="109" y="38"/>
                    <a:pt x="105" y="39"/>
                    <a:pt x="103" y="39"/>
                  </a:cubicBezTo>
                  <a:cubicBezTo>
                    <a:pt x="100" y="40"/>
                    <a:pt x="95" y="41"/>
                    <a:pt x="92" y="42"/>
                  </a:cubicBezTo>
                  <a:cubicBezTo>
                    <a:pt x="89" y="43"/>
                    <a:pt x="84" y="46"/>
                    <a:pt x="81" y="47"/>
                  </a:cubicBezTo>
                  <a:cubicBezTo>
                    <a:pt x="80" y="49"/>
                    <a:pt x="78" y="53"/>
                    <a:pt x="76" y="54"/>
                  </a:cubicBezTo>
                  <a:cubicBezTo>
                    <a:pt x="74" y="56"/>
                    <a:pt x="70" y="59"/>
                    <a:pt x="67" y="61"/>
                  </a:cubicBezTo>
                  <a:cubicBezTo>
                    <a:pt x="65" y="63"/>
                    <a:pt x="61" y="65"/>
                    <a:pt x="59" y="67"/>
                  </a:cubicBezTo>
                  <a:cubicBezTo>
                    <a:pt x="57" y="69"/>
                    <a:pt x="52" y="72"/>
                    <a:pt x="50" y="75"/>
                  </a:cubicBezTo>
                  <a:cubicBezTo>
                    <a:pt x="49" y="76"/>
                    <a:pt x="49" y="78"/>
                    <a:pt x="48" y="78"/>
                  </a:cubicBezTo>
                  <a:cubicBezTo>
                    <a:pt x="47" y="79"/>
                    <a:pt x="44" y="79"/>
                    <a:pt x="43" y="79"/>
                  </a:cubicBezTo>
                  <a:cubicBezTo>
                    <a:pt x="42" y="79"/>
                    <a:pt x="41" y="80"/>
                    <a:pt x="40" y="81"/>
                  </a:cubicBezTo>
                  <a:cubicBezTo>
                    <a:pt x="39" y="81"/>
                    <a:pt x="36" y="83"/>
                    <a:pt x="35" y="84"/>
                  </a:cubicBezTo>
                  <a:cubicBezTo>
                    <a:pt x="33" y="86"/>
                    <a:pt x="30" y="89"/>
                    <a:pt x="29" y="91"/>
                  </a:cubicBezTo>
                  <a:cubicBezTo>
                    <a:pt x="28" y="93"/>
                    <a:pt x="25" y="97"/>
                    <a:pt x="24" y="99"/>
                  </a:cubicBezTo>
                  <a:cubicBezTo>
                    <a:pt x="23" y="101"/>
                    <a:pt x="21" y="105"/>
                    <a:pt x="20" y="108"/>
                  </a:cubicBezTo>
                  <a:cubicBezTo>
                    <a:pt x="20" y="109"/>
                    <a:pt x="20" y="112"/>
                    <a:pt x="19" y="113"/>
                  </a:cubicBezTo>
                  <a:cubicBezTo>
                    <a:pt x="16" y="115"/>
                    <a:pt x="5" y="115"/>
                    <a:pt x="1" y="113"/>
                  </a:cubicBezTo>
                  <a:cubicBezTo>
                    <a:pt x="1" y="112"/>
                    <a:pt x="1" y="112"/>
                    <a:pt x="1" y="111"/>
                  </a:cubicBezTo>
                  <a:cubicBezTo>
                    <a:pt x="1" y="110"/>
                    <a:pt x="0" y="107"/>
                    <a:pt x="0" y="106"/>
                  </a:cubicBezTo>
                  <a:cubicBezTo>
                    <a:pt x="0" y="104"/>
                    <a:pt x="2" y="101"/>
                    <a:pt x="2" y="99"/>
                  </a:cubicBezTo>
                  <a:cubicBezTo>
                    <a:pt x="3" y="97"/>
                    <a:pt x="4" y="91"/>
                    <a:pt x="5" y="88"/>
                  </a:cubicBezTo>
                  <a:cubicBezTo>
                    <a:pt x="5" y="87"/>
                    <a:pt x="5" y="83"/>
                    <a:pt x="6" y="81"/>
                  </a:cubicBezTo>
                  <a:cubicBezTo>
                    <a:pt x="7" y="78"/>
                    <a:pt x="12" y="73"/>
                    <a:pt x="13" y="70"/>
                  </a:cubicBezTo>
                  <a:cubicBezTo>
                    <a:pt x="14" y="68"/>
                    <a:pt x="16" y="63"/>
                    <a:pt x="18" y="60"/>
                  </a:cubicBezTo>
                  <a:cubicBezTo>
                    <a:pt x="19" y="58"/>
                    <a:pt x="20" y="53"/>
                    <a:pt x="22" y="51"/>
                  </a:cubicBezTo>
                  <a:cubicBezTo>
                    <a:pt x="22" y="50"/>
                    <a:pt x="24" y="47"/>
                    <a:pt x="25" y="46"/>
                  </a:cubicBezTo>
                  <a:cubicBezTo>
                    <a:pt x="26" y="44"/>
                    <a:pt x="29" y="42"/>
                    <a:pt x="31" y="40"/>
                  </a:cubicBezTo>
                  <a:cubicBezTo>
                    <a:pt x="33" y="38"/>
                    <a:pt x="36" y="36"/>
                    <a:pt x="38" y="35"/>
                  </a:cubicBezTo>
                  <a:cubicBezTo>
                    <a:pt x="39" y="34"/>
                    <a:pt x="41" y="32"/>
                    <a:pt x="42" y="31"/>
                  </a:cubicBezTo>
                  <a:cubicBezTo>
                    <a:pt x="44" y="31"/>
                    <a:pt x="47" y="29"/>
                    <a:pt x="48" y="29"/>
                  </a:cubicBezTo>
                  <a:cubicBezTo>
                    <a:pt x="50" y="28"/>
                    <a:pt x="53" y="28"/>
                    <a:pt x="55" y="28"/>
                  </a:cubicBezTo>
                  <a:cubicBezTo>
                    <a:pt x="56" y="28"/>
                    <a:pt x="59" y="29"/>
                    <a:pt x="60" y="29"/>
                  </a:cubicBezTo>
                  <a:cubicBezTo>
                    <a:pt x="61" y="30"/>
                    <a:pt x="63" y="31"/>
                    <a:pt x="65" y="32"/>
                  </a:cubicBezTo>
                  <a:cubicBezTo>
                    <a:pt x="66" y="33"/>
                    <a:pt x="69" y="34"/>
                    <a:pt x="70" y="34"/>
                  </a:cubicBezTo>
                  <a:cubicBezTo>
                    <a:pt x="71" y="35"/>
                    <a:pt x="74" y="35"/>
                    <a:pt x="76" y="34"/>
                  </a:cubicBezTo>
                  <a:cubicBezTo>
                    <a:pt x="77" y="34"/>
                    <a:pt x="78" y="32"/>
                    <a:pt x="79" y="31"/>
                  </a:cubicBezTo>
                  <a:cubicBezTo>
                    <a:pt x="80" y="29"/>
                    <a:pt x="83" y="26"/>
                    <a:pt x="85" y="25"/>
                  </a:cubicBezTo>
                  <a:cubicBezTo>
                    <a:pt x="86" y="24"/>
                    <a:pt x="88" y="21"/>
                    <a:pt x="89" y="20"/>
                  </a:cubicBezTo>
                  <a:cubicBezTo>
                    <a:pt x="89" y="18"/>
                    <a:pt x="89" y="15"/>
                    <a:pt x="90" y="13"/>
                  </a:cubicBezTo>
                  <a:cubicBezTo>
                    <a:pt x="90" y="12"/>
                    <a:pt x="91" y="9"/>
                    <a:pt x="92" y="8"/>
                  </a:cubicBezTo>
                  <a:cubicBezTo>
                    <a:pt x="93" y="7"/>
                    <a:pt x="95" y="6"/>
                    <a:pt x="96" y="5"/>
                  </a:cubicBezTo>
                  <a:cubicBezTo>
                    <a:pt x="97" y="4"/>
                    <a:pt x="99" y="4"/>
                    <a:pt x="100" y="3"/>
                  </a:cubicBezTo>
                  <a:cubicBezTo>
                    <a:pt x="102" y="3"/>
                    <a:pt x="106" y="1"/>
                    <a:pt x="108" y="0"/>
                  </a:cubicBezTo>
                  <a:cubicBezTo>
                    <a:pt x="109" y="0"/>
                    <a:pt x="112" y="1"/>
                    <a:pt x="113" y="2"/>
                  </a:cubicBezTo>
                  <a:cubicBezTo>
                    <a:pt x="115" y="3"/>
                    <a:pt x="117" y="6"/>
                    <a:pt x="119" y="7"/>
                  </a:cubicBezTo>
                  <a:cubicBezTo>
                    <a:pt x="120" y="9"/>
                    <a:pt x="121" y="10"/>
                    <a:pt x="122" y="12"/>
                  </a:cubicBezTo>
                  <a:cubicBezTo>
                    <a:pt x="123" y="13"/>
                    <a:pt x="124" y="15"/>
                    <a:pt x="125" y="17"/>
                  </a:cubicBezTo>
                  <a:cubicBezTo>
                    <a:pt x="125" y="18"/>
                    <a:pt x="126" y="20"/>
                    <a:pt x="126" y="21"/>
                  </a:cubicBezTo>
                  <a:cubicBezTo>
                    <a:pt x="126" y="22"/>
                    <a:pt x="126" y="23"/>
                    <a:pt x="126" y="24"/>
                  </a:cubicBezTo>
                  <a:cubicBezTo>
                    <a:pt x="127" y="25"/>
                    <a:pt x="128" y="26"/>
                    <a:pt x="128" y="26"/>
                  </a:cubicBezTo>
                  <a:cubicBezTo>
                    <a:pt x="128" y="27"/>
                    <a:pt x="129" y="28"/>
                    <a:pt x="129" y="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53"/>
            <p:cNvSpPr>
              <a:spLocks/>
            </p:cNvSpPr>
            <p:nvPr/>
          </p:nvSpPr>
          <p:spPr bwMode="auto">
            <a:xfrm>
              <a:off x="5119688" y="2455863"/>
              <a:ext cx="58738" cy="107950"/>
            </a:xfrm>
            <a:custGeom>
              <a:avLst/>
              <a:gdLst/>
              <a:ahLst/>
              <a:cxnLst>
                <a:cxn ang="0">
                  <a:pos x="44" y="72"/>
                </a:cxn>
                <a:cxn ang="0">
                  <a:pos x="46" y="78"/>
                </a:cxn>
                <a:cxn ang="0">
                  <a:pos x="44" y="81"/>
                </a:cxn>
                <a:cxn ang="0">
                  <a:pos x="38" y="82"/>
                </a:cxn>
                <a:cxn ang="0">
                  <a:pos x="34" y="76"/>
                </a:cxn>
                <a:cxn ang="0">
                  <a:pos x="30" y="72"/>
                </a:cxn>
                <a:cxn ang="0">
                  <a:pos x="25" y="65"/>
                </a:cxn>
                <a:cxn ang="0">
                  <a:pos x="20" y="59"/>
                </a:cxn>
                <a:cxn ang="0">
                  <a:pos x="16" y="54"/>
                </a:cxn>
                <a:cxn ang="0">
                  <a:pos x="13" y="46"/>
                </a:cxn>
                <a:cxn ang="0">
                  <a:pos x="10" y="36"/>
                </a:cxn>
                <a:cxn ang="0">
                  <a:pos x="5" y="27"/>
                </a:cxn>
                <a:cxn ang="0">
                  <a:pos x="1" y="20"/>
                </a:cxn>
                <a:cxn ang="0">
                  <a:pos x="0" y="13"/>
                </a:cxn>
                <a:cxn ang="0">
                  <a:pos x="1" y="8"/>
                </a:cxn>
                <a:cxn ang="0">
                  <a:pos x="6" y="5"/>
                </a:cxn>
                <a:cxn ang="0">
                  <a:pos x="9" y="3"/>
                </a:cxn>
                <a:cxn ang="0">
                  <a:pos x="12" y="1"/>
                </a:cxn>
                <a:cxn ang="0">
                  <a:pos x="19" y="1"/>
                </a:cxn>
                <a:cxn ang="0">
                  <a:pos x="22" y="3"/>
                </a:cxn>
                <a:cxn ang="0">
                  <a:pos x="24" y="6"/>
                </a:cxn>
                <a:cxn ang="0">
                  <a:pos x="25" y="12"/>
                </a:cxn>
                <a:cxn ang="0">
                  <a:pos x="25" y="22"/>
                </a:cxn>
                <a:cxn ang="0">
                  <a:pos x="26" y="33"/>
                </a:cxn>
                <a:cxn ang="0">
                  <a:pos x="27" y="42"/>
                </a:cxn>
                <a:cxn ang="0">
                  <a:pos x="29" y="52"/>
                </a:cxn>
                <a:cxn ang="0">
                  <a:pos x="30" y="58"/>
                </a:cxn>
                <a:cxn ang="0">
                  <a:pos x="34" y="61"/>
                </a:cxn>
                <a:cxn ang="0">
                  <a:pos x="37" y="64"/>
                </a:cxn>
                <a:cxn ang="0">
                  <a:pos x="43" y="67"/>
                </a:cxn>
                <a:cxn ang="0">
                  <a:pos x="44" y="72"/>
                </a:cxn>
              </a:cxnLst>
              <a:rect l="0" t="0" r="r" b="b"/>
              <a:pathLst>
                <a:path w="46" h="83">
                  <a:moveTo>
                    <a:pt x="44" y="72"/>
                  </a:moveTo>
                  <a:cubicBezTo>
                    <a:pt x="45" y="73"/>
                    <a:pt x="46" y="76"/>
                    <a:pt x="46" y="78"/>
                  </a:cubicBezTo>
                  <a:cubicBezTo>
                    <a:pt x="46" y="79"/>
                    <a:pt x="45" y="81"/>
                    <a:pt x="44" y="81"/>
                  </a:cubicBezTo>
                  <a:cubicBezTo>
                    <a:pt x="43" y="82"/>
                    <a:pt x="40" y="83"/>
                    <a:pt x="38" y="82"/>
                  </a:cubicBezTo>
                  <a:cubicBezTo>
                    <a:pt x="36" y="81"/>
                    <a:pt x="35" y="78"/>
                    <a:pt x="34" y="76"/>
                  </a:cubicBezTo>
                  <a:cubicBezTo>
                    <a:pt x="33" y="75"/>
                    <a:pt x="31" y="73"/>
                    <a:pt x="30" y="72"/>
                  </a:cubicBezTo>
                  <a:cubicBezTo>
                    <a:pt x="29" y="70"/>
                    <a:pt x="26" y="67"/>
                    <a:pt x="25" y="65"/>
                  </a:cubicBezTo>
                  <a:cubicBezTo>
                    <a:pt x="23" y="64"/>
                    <a:pt x="21" y="61"/>
                    <a:pt x="20" y="59"/>
                  </a:cubicBezTo>
                  <a:cubicBezTo>
                    <a:pt x="19" y="58"/>
                    <a:pt x="17" y="55"/>
                    <a:pt x="16" y="54"/>
                  </a:cubicBezTo>
                  <a:cubicBezTo>
                    <a:pt x="15" y="52"/>
                    <a:pt x="14" y="48"/>
                    <a:pt x="13" y="46"/>
                  </a:cubicBezTo>
                  <a:cubicBezTo>
                    <a:pt x="12" y="44"/>
                    <a:pt x="11" y="38"/>
                    <a:pt x="10" y="36"/>
                  </a:cubicBezTo>
                  <a:cubicBezTo>
                    <a:pt x="9" y="33"/>
                    <a:pt x="7" y="29"/>
                    <a:pt x="5" y="27"/>
                  </a:cubicBezTo>
                  <a:cubicBezTo>
                    <a:pt x="4" y="25"/>
                    <a:pt x="2" y="22"/>
                    <a:pt x="1" y="20"/>
                  </a:cubicBezTo>
                  <a:cubicBezTo>
                    <a:pt x="1" y="18"/>
                    <a:pt x="0" y="15"/>
                    <a:pt x="0" y="13"/>
                  </a:cubicBezTo>
                  <a:cubicBezTo>
                    <a:pt x="0" y="12"/>
                    <a:pt x="0" y="9"/>
                    <a:pt x="1" y="8"/>
                  </a:cubicBezTo>
                  <a:cubicBezTo>
                    <a:pt x="2" y="7"/>
                    <a:pt x="5" y="5"/>
                    <a:pt x="6" y="5"/>
                  </a:cubicBezTo>
                  <a:cubicBezTo>
                    <a:pt x="7" y="4"/>
                    <a:pt x="8" y="3"/>
                    <a:pt x="9" y="3"/>
                  </a:cubicBezTo>
                  <a:cubicBezTo>
                    <a:pt x="10" y="2"/>
                    <a:pt x="11" y="1"/>
                    <a:pt x="12" y="1"/>
                  </a:cubicBezTo>
                  <a:cubicBezTo>
                    <a:pt x="14" y="0"/>
                    <a:pt x="17" y="0"/>
                    <a:pt x="19" y="1"/>
                  </a:cubicBezTo>
                  <a:cubicBezTo>
                    <a:pt x="20" y="1"/>
                    <a:pt x="21" y="3"/>
                    <a:pt x="22" y="3"/>
                  </a:cubicBezTo>
                  <a:cubicBezTo>
                    <a:pt x="23" y="4"/>
                    <a:pt x="24" y="5"/>
                    <a:pt x="24" y="6"/>
                  </a:cubicBezTo>
                  <a:cubicBezTo>
                    <a:pt x="25" y="7"/>
                    <a:pt x="25" y="10"/>
                    <a:pt x="25" y="12"/>
                  </a:cubicBezTo>
                  <a:cubicBezTo>
                    <a:pt x="25" y="14"/>
                    <a:pt x="25" y="20"/>
                    <a:pt x="25" y="22"/>
                  </a:cubicBezTo>
                  <a:cubicBezTo>
                    <a:pt x="25" y="25"/>
                    <a:pt x="25" y="31"/>
                    <a:pt x="26" y="33"/>
                  </a:cubicBezTo>
                  <a:cubicBezTo>
                    <a:pt x="26" y="35"/>
                    <a:pt x="26" y="40"/>
                    <a:pt x="27" y="42"/>
                  </a:cubicBezTo>
                  <a:cubicBezTo>
                    <a:pt x="27" y="45"/>
                    <a:pt x="28" y="50"/>
                    <a:pt x="29" y="52"/>
                  </a:cubicBezTo>
                  <a:cubicBezTo>
                    <a:pt x="29" y="53"/>
                    <a:pt x="30" y="56"/>
                    <a:pt x="30" y="58"/>
                  </a:cubicBezTo>
                  <a:cubicBezTo>
                    <a:pt x="31" y="59"/>
                    <a:pt x="33" y="60"/>
                    <a:pt x="34" y="61"/>
                  </a:cubicBezTo>
                  <a:cubicBezTo>
                    <a:pt x="35" y="62"/>
                    <a:pt x="36" y="64"/>
                    <a:pt x="37" y="64"/>
                  </a:cubicBezTo>
                  <a:cubicBezTo>
                    <a:pt x="38" y="65"/>
                    <a:pt x="42" y="66"/>
                    <a:pt x="43" y="67"/>
                  </a:cubicBezTo>
                  <a:cubicBezTo>
                    <a:pt x="43" y="68"/>
                    <a:pt x="44" y="71"/>
                    <a:pt x="44" y="7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54"/>
            <p:cNvSpPr>
              <a:spLocks/>
            </p:cNvSpPr>
            <p:nvPr/>
          </p:nvSpPr>
          <p:spPr bwMode="auto">
            <a:xfrm>
              <a:off x="4946651" y="2479676"/>
              <a:ext cx="57150" cy="50800"/>
            </a:xfrm>
            <a:custGeom>
              <a:avLst/>
              <a:gdLst/>
              <a:ahLst/>
              <a:cxnLst>
                <a:cxn ang="0">
                  <a:pos x="44" y="27"/>
                </a:cxn>
                <a:cxn ang="0">
                  <a:pos x="43" y="29"/>
                </a:cxn>
                <a:cxn ang="0">
                  <a:pos x="39" y="36"/>
                </a:cxn>
                <a:cxn ang="0">
                  <a:pos x="32" y="38"/>
                </a:cxn>
                <a:cxn ang="0">
                  <a:pos x="28" y="38"/>
                </a:cxn>
                <a:cxn ang="0">
                  <a:pos x="28" y="33"/>
                </a:cxn>
                <a:cxn ang="0">
                  <a:pos x="23" y="26"/>
                </a:cxn>
                <a:cxn ang="0">
                  <a:pos x="17" y="24"/>
                </a:cxn>
                <a:cxn ang="0">
                  <a:pos x="13" y="21"/>
                </a:cxn>
                <a:cxn ang="0">
                  <a:pos x="8" y="20"/>
                </a:cxn>
                <a:cxn ang="0">
                  <a:pos x="1" y="13"/>
                </a:cxn>
                <a:cxn ang="0">
                  <a:pos x="0" y="6"/>
                </a:cxn>
                <a:cxn ang="0">
                  <a:pos x="4" y="2"/>
                </a:cxn>
                <a:cxn ang="0">
                  <a:pos x="11" y="1"/>
                </a:cxn>
                <a:cxn ang="0">
                  <a:pos x="15" y="3"/>
                </a:cxn>
                <a:cxn ang="0">
                  <a:pos x="20" y="6"/>
                </a:cxn>
                <a:cxn ang="0">
                  <a:pos x="29" y="9"/>
                </a:cxn>
                <a:cxn ang="0">
                  <a:pos x="34" y="12"/>
                </a:cxn>
                <a:cxn ang="0">
                  <a:pos x="39" y="19"/>
                </a:cxn>
                <a:cxn ang="0">
                  <a:pos x="40" y="22"/>
                </a:cxn>
                <a:cxn ang="0">
                  <a:pos x="44" y="27"/>
                </a:cxn>
              </a:cxnLst>
              <a:rect l="0" t="0" r="r" b="b"/>
              <a:pathLst>
                <a:path w="44" h="39">
                  <a:moveTo>
                    <a:pt x="44" y="27"/>
                  </a:moveTo>
                  <a:cubicBezTo>
                    <a:pt x="44" y="28"/>
                    <a:pt x="43" y="29"/>
                    <a:pt x="43" y="29"/>
                  </a:cubicBezTo>
                  <a:cubicBezTo>
                    <a:pt x="42" y="31"/>
                    <a:pt x="41" y="35"/>
                    <a:pt x="39" y="36"/>
                  </a:cubicBezTo>
                  <a:cubicBezTo>
                    <a:pt x="38" y="37"/>
                    <a:pt x="34" y="38"/>
                    <a:pt x="32" y="38"/>
                  </a:cubicBezTo>
                  <a:cubicBezTo>
                    <a:pt x="31" y="38"/>
                    <a:pt x="29" y="39"/>
                    <a:pt x="28" y="38"/>
                  </a:cubicBezTo>
                  <a:cubicBezTo>
                    <a:pt x="27" y="37"/>
                    <a:pt x="28" y="34"/>
                    <a:pt x="28" y="33"/>
                  </a:cubicBezTo>
                  <a:cubicBezTo>
                    <a:pt x="27" y="31"/>
                    <a:pt x="25" y="27"/>
                    <a:pt x="23" y="26"/>
                  </a:cubicBezTo>
                  <a:cubicBezTo>
                    <a:pt x="22" y="25"/>
                    <a:pt x="19" y="25"/>
                    <a:pt x="17" y="24"/>
                  </a:cubicBezTo>
                  <a:cubicBezTo>
                    <a:pt x="16" y="23"/>
                    <a:pt x="14" y="21"/>
                    <a:pt x="13" y="21"/>
                  </a:cubicBezTo>
                  <a:cubicBezTo>
                    <a:pt x="12" y="20"/>
                    <a:pt x="9" y="20"/>
                    <a:pt x="8" y="20"/>
                  </a:cubicBezTo>
                  <a:cubicBezTo>
                    <a:pt x="6" y="19"/>
                    <a:pt x="2" y="15"/>
                    <a:pt x="1" y="13"/>
                  </a:cubicBezTo>
                  <a:cubicBezTo>
                    <a:pt x="0" y="11"/>
                    <a:pt x="0" y="8"/>
                    <a:pt x="0" y="6"/>
                  </a:cubicBezTo>
                  <a:cubicBezTo>
                    <a:pt x="1" y="5"/>
                    <a:pt x="3" y="3"/>
                    <a:pt x="4" y="2"/>
                  </a:cubicBezTo>
                  <a:cubicBezTo>
                    <a:pt x="6" y="2"/>
                    <a:pt x="9" y="0"/>
                    <a:pt x="11" y="1"/>
                  </a:cubicBezTo>
                  <a:cubicBezTo>
                    <a:pt x="12" y="1"/>
                    <a:pt x="14" y="2"/>
                    <a:pt x="15" y="3"/>
                  </a:cubicBezTo>
                  <a:cubicBezTo>
                    <a:pt x="16" y="4"/>
                    <a:pt x="18" y="6"/>
                    <a:pt x="20" y="6"/>
                  </a:cubicBezTo>
                  <a:cubicBezTo>
                    <a:pt x="22" y="7"/>
                    <a:pt x="26" y="8"/>
                    <a:pt x="29" y="9"/>
                  </a:cubicBezTo>
                  <a:cubicBezTo>
                    <a:pt x="30" y="9"/>
                    <a:pt x="32" y="11"/>
                    <a:pt x="34" y="12"/>
                  </a:cubicBezTo>
                  <a:cubicBezTo>
                    <a:pt x="35" y="14"/>
                    <a:pt x="37" y="17"/>
                    <a:pt x="39" y="19"/>
                  </a:cubicBezTo>
                  <a:cubicBezTo>
                    <a:pt x="39" y="20"/>
                    <a:pt x="40" y="22"/>
                    <a:pt x="40" y="22"/>
                  </a:cubicBezTo>
                  <a:cubicBezTo>
                    <a:pt x="41" y="24"/>
                    <a:pt x="44" y="25"/>
                    <a:pt x="44" y="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55"/>
            <p:cNvSpPr>
              <a:spLocks/>
            </p:cNvSpPr>
            <p:nvPr/>
          </p:nvSpPr>
          <p:spPr bwMode="auto">
            <a:xfrm>
              <a:off x="4632326" y="2570163"/>
              <a:ext cx="342900" cy="280988"/>
            </a:xfrm>
            <a:custGeom>
              <a:avLst/>
              <a:gdLst/>
              <a:ahLst/>
              <a:cxnLst>
                <a:cxn ang="0">
                  <a:pos x="255" y="207"/>
                </a:cxn>
                <a:cxn ang="0">
                  <a:pos x="244" y="211"/>
                </a:cxn>
                <a:cxn ang="0">
                  <a:pos x="241" y="182"/>
                </a:cxn>
                <a:cxn ang="0">
                  <a:pos x="234" y="162"/>
                </a:cxn>
                <a:cxn ang="0">
                  <a:pos x="241" y="135"/>
                </a:cxn>
                <a:cxn ang="0">
                  <a:pos x="236" y="104"/>
                </a:cxn>
                <a:cxn ang="0">
                  <a:pos x="212" y="116"/>
                </a:cxn>
                <a:cxn ang="0">
                  <a:pos x="182" y="127"/>
                </a:cxn>
                <a:cxn ang="0">
                  <a:pos x="160" y="130"/>
                </a:cxn>
                <a:cxn ang="0">
                  <a:pos x="127" y="120"/>
                </a:cxn>
                <a:cxn ang="0">
                  <a:pos x="107" y="111"/>
                </a:cxn>
                <a:cxn ang="0">
                  <a:pos x="120" y="98"/>
                </a:cxn>
                <a:cxn ang="0">
                  <a:pos x="138" y="90"/>
                </a:cxn>
                <a:cxn ang="0">
                  <a:pos x="103" y="91"/>
                </a:cxn>
                <a:cxn ang="0">
                  <a:pos x="69" y="89"/>
                </a:cxn>
                <a:cxn ang="0">
                  <a:pos x="51" y="111"/>
                </a:cxn>
                <a:cxn ang="0">
                  <a:pos x="32" y="134"/>
                </a:cxn>
                <a:cxn ang="0">
                  <a:pos x="11" y="141"/>
                </a:cxn>
                <a:cxn ang="0">
                  <a:pos x="5" y="135"/>
                </a:cxn>
                <a:cxn ang="0">
                  <a:pos x="18" y="125"/>
                </a:cxn>
                <a:cxn ang="0">
                  <a:pos x="37" y="115"/>
                </a:cxn>
                <a:cxn ang="0">
                  <a:pos x="25" y="109"/>
                </a:cxn>
                <a:cxn ang="0">
                  <a:pos x="25" y="89"/>
                </a:cxn>
                <a:cxn ang="0">
                  <a:pos x="32" y="79"/>
                </a:cxn>
                <a:cxn ang="0">
                  <a:pos x="45" y="84"/>
                </a:cxn>
                <a:cxn ang="0">
                  <a:pos x="44" y="62"/>
                </a:cxn>
                <a:cxn ang="0">
                  <a:pos x="43" y="49"/>
                </a:cxn>
                <a:cxn ang="0">
                  <a:pos x="28" y="31"/>
                </a:cxn>
                <a:cxn ang="0">
                  <a:pos x="42" y="29"/>
                </a:cxn>
                <a:cxn ang="0">
                  <a:pos x="58" y="49"/>
                </a:cxn>
                <a:cxn ang="0">
                  <a:pos x="82" y="34"/>
                </a:cxn>
                <a:cxn ang="0">
                  <a:pos x="104" y="14"/>
                </a:cxn>
                <a:cxn ang="0">
                  <a:pos x="114" y="3"/>
                </a:cxn>
                <a:cxn ang="0">
                  <a:pos x="117" y="13"/>
                </a:cxn>
                <a:cxn ang="0">
                  <a:pos x="102" y="44"/>
                </a:cxn>
                <a:cxn ang="0">
                  <a:pos x="91" y="56"/>
                </a:cxn>
                <a:cxn ang="0">
                  <a:pos x="109" y="58"/>
                </a:cxn>
                <a:cxn ang="0">
                  <a:pos x="128" y="56"/>
                </a:cxn>
                <a:cxn ang="0">
                  <a:pos x="146" y="69"/>
                </a:cxn>
                <a:cxn ang="0">
                  <a:pos x="152" y="87"/>
                </a:cxn>
                <a:cxn ang="0">
                  <a:pos x="159" y="98"/>
                </a:cxn>
                <a:cxn ang="0">
                  <a:pos x="185" y="100"/>
                </a:cxn>
                <a:cxn ang="0">
                  <a:pos x="214" y="97"/>
                </a:cxn>
                <a:cxn ang="0">
                  <a:pos x="235" y="89"/>
                </a:cxn>
                <a:cxn ang="0">
                  <a:pos x="249" y="101"/>
                </a:cxn>
                <a:cxn ang="0">
                  <a:pos x="254" y="130"/>
                </a:cxn>
                <a:cxn ang="0">
                  <a:pos x="256" y="159"/>
                </a:cxn>
                <a:cxn ang="0">
                  <a:pos x="258" y="180"/>
                </a:cxn>
              </a:cxnLst>
              <a:rect l="0" t="0" r="r" b="b"/>
              <a:pathLst>
                <a:path w="264" h="216">
                  <a:moveTo>
                    <a:pt x="263" y="195"/>
                  </a:moveTo>
                  <a:cubicBezTo>
                    <a:pt x="263" y="197"/>
                    <a:pt x="264" y="201"/>
                    <a:pt x="264" y="203"/>
                  </a:cubicBezTo>
                  <a:cubicBezTo>
                    <a:pt x="263" y="204"/>
                    <a:pt x="262" y="205"/>
                    <a:pt x="261" y="206"/>
                  </a:cubicBezTo>
                  <a:cubicBezTo>
                    <a:pt x="260" y="207"/>
                    <a:pt x="257" y="206"/>
                    <a:pt x="255" y="207"/>
                  </a:cubicBezTo>
                  <a:cubicBezTo>
                    <a:pt x="255" y="208"/>
                    <a:pt x="254" y="210"/>
                    <a:pt x="253" y="211"/>
                  </a:cubicBezTo>
                  <a:cubicBezTo>
                    <a:pt x="252" y="213"/>
                    <a:pt x="251" y="216"/>
                    <a:pt x="250" y="216"/>
                  </a:cubicBezTo>
                  <a:cubicBezTo>
                    <a:pt x="249" y="216"/>
                    <a:pt x="247" y="216"/>
                    <a:pt x="246" y="215"/>
                  </a:cubicBezTo>
                  <a:cubicBezTo>
                    <a:pt x="245" y="214"/>
                    <a:pt x="244" y="212"/>
                    <a:pt x="244" y="211"/>
                  </a:cubicBezTo>
                  <a:cubicBezTo>
                    <a:pt x="243" y="210"/>
                    <a:pt x="242" y="207"/>
                    <a:pt x="242" y="206"/>
                  </a:cubicBezTo>
                  <a:cubicBezTo>
                    <a:pt x="241" y="204"/>
                    <a:pt x="241" y="199"/>
                    <a:pt x="240" y="197"/>
                  </a:cubicBezTo>
                  <a:cubicBezTo>
                    <a:pt x="240" y="195"/>
                    <a:pt x="241" y="190"/>
                    <a:pt x="241" y="187"/>
                  </a:cubicBezTo>
                  <a:cubicBezTo>
                    <a:pt x="241" y="186"/>
                    <a:pt x="241" y="184"/>
                    <a:pt x="241" y="182"/>
                  </a:cubicBezTo>
                  <a:cubicBezTo>
                    <a:pt x="241" y="181"/>
                    <a:pt x="239" y="179"/>
                    <a:pt x="239" y="178"/>
                  </a:cubicBezTo>
                  <a:cubicBezTo>
                    <a:pt x="238" y="176"/>
                    <a:pt x="237" y="173"/>
                    <a:pt x="237" y="172"/>
                  </a:cubicBezTo>
                  <a:cubicBezTo>
                    <a:pt x="236" y="171"/>
                    <a:pt x="235" y="169"/>
                    <a:pt x="234" y="168"/>
                  </a:cubicBezTo>
                  <a:cubicBezTo>
                    <a:pt x="234" y="166"/>
                    <a:pt x="233" y="163"/>
                    <a:pt x="234" y="162"/>
                  </a:cubicBezTo>
                  <a:cubicBezTo>
                    <a:pt x="234" y="160"/>
                    <a:pt x="235" y="157"/>
                    <a:pt x="235" y="156"/>
                  </a:cubicBezTo>
                  <a:cubicBezTo>
                    <a:pt x="236" y="154"/>
                    <a:pt x="237" y="151"/>
                    <a:pt x="237" y="149"/>
                  </a:cubicBezTo>
                  <a:cubicBezTo>
                    <a:pt x="238" y="146"/>
                    <a:pt x="239" y="142"/>
                    <a:pt x="239" y="140"/>
                  </a:cubicBezTo>
                  <a:cubicBezTo>
                    <a:pt x="240" y="139"/>
                    <a:pt x="241" y="136"/>
                    <a:pt x="241" y="135"/>
                  </a:cubicBezTo>
                  <a:cubicBezTo>
                    <a:pt x="241" y="133"/>
                    <a:pt x="242" y="129"/>
                    <a:pt x="242" y="126"/>
                  </a:cubicBezTo>
                  <a:cubicBezTo>
                    <a:pt x="242" y="124"/>
                    <a:pt x="241" y="119"/>
                    <a:pt x="241" y="117"/>
                  </a:cubicBezTo>
                  <a:cubicBezTo>
                    <a:pt x="240" y="114"/>
                    <a:pt x="240" y="109"/>
                    <a:pt x="239" y="107"/>
                  </a:cubicBezTo>
                  <a:cubicBezTo>
                    <a:pt x="239" y="106"/>
                    <a:pt x="237" y="104"/>
                    <a:pt x="236" y="104"/>
                  </a:cubicBezTo>
                  <a:cubicBezTo>
                    <a:pt x="235" y="104"/>
                    <a:pt x="233" y="104"/>
                    <a:pt x="232" y="105"/>
                  </a:cubicBezTo>
                  <a:cubicBezTo>
                    <a:pt x="230" y="105"/>
                    <a:pt x="228" y="108"/>
                    <a:pt x="227" y="109"/>
                  </a:cubicBezTo>
                  <a:cubicBezTo>
                    <a:pt x="224" y="110"/>
                    <a:pt x="219" y="110"/>
                    <a:pt x="217" y="112"/>
                  </a:cubicBezTo>
                  <a:cubicBezTo>
                    <a:pt x="215" y="113"/>
                    <a:pt x="213" y="115"/>
                    <a:pt x="212" y="116"/>
                  </a:cubicBezTo>
                  <a:cubicBezTo>
                    <a:pt x="211" y="117"/>
                    <a:pt x="209" y="118"/>
                    <a:pt x="208" y="119"/>
                  </a:cubicBezTo>
                  <a:cubicBezTo>
                    <a:pt x="206" y="119"/>
                    <a:pt x="202" y="121"/>
                    <a:pt x="200" y="122"/>
                  </a:cubicBezTo>
                  <a:cubicBezTo>
                    <a:pt x="198" y="122"/>
                    <a:pt x="194" y="124"/>
                    <a:pt x="191" y="125"/>
                  </a:cubicBezTo>
                  <a:cubicBezTo>
                    <a:pt x="189" y="125"/>
                    <a:pt x="184" y="127"/>
                    <a:pt x="182" y="127"/>
                  </a:cubicBezTo>
                  <a:cubicBezTo>
                    <a:pt x="181" y="128"/>
                    <a:pt x="178" y="129"/>
                    <a:pt x="177" y="129"/>
                  </a:cubicBezTo>
                  <a:cubicBezTo>
                    <a:pt x="175" y="129"/>
                    <a:pt x="172" y="131"/>
                    <a:pt x="170" y="131"/>
                  </a:cubicBezTo>
                  <a:cubicBezTo>
                    <a:pt x="168" y="131"/>
                    <a:pt x="165" y="132"/>
                    <a:pt x="163" y="131"/>
                  </a:cubicBezTo>
                  <a:cubicBezTo>
                    <a:pt x="162" y="131"/>
                    <a:pt x="161" y="130"/>
                    <a:pt x="160" y="130"/>
                  </a:cubicBezTo>
                  <a:cubicBezTo>
                    <a:pt x="158" y="129"/>
                    <a:pt x="152" y="129"/>
                    <a:pt x="150" y="128"/>
                  </a:cubicBezTo>
                  <a:cubicBezTo>
                    <a:pt x="149" y="127"/>
                    <a:pt x="146" y="125"/>
                    <a:pt x="145" y="125"/>
                  </a:cubicBezTo>
                  <a:cubicBezTo>
                    <a:pt x="143" y="124"/>
                    <a:pt x="139" y="122"/>
                    <a:pt x="137" y="122"/>
                  </a:cubicBezTo>
                  <a:cubicBezTo>
                    <a:pt x="135" y="121"/>
                    <a:pt x="130" y="121"/>
                    <a:pt x="127" y="120"/>
                  </a:cubicBezTo>
                  <a:cubicBezTo>
                    <a:pt x="124" y="120"/>
                    <a:pt x="121" y="120"/>
                    <a:pt x="119" y="120"/>
                  </a:cubicBezTo>
                  <a:cubicBezTo>
                    <a:pt x="117" y="119"/>
                    <a:pt x="115" y="118"/>
                    <a:pt x="113" y="117"/>
                  </a:cubicBezTo>
                  <a:cubicBezTo>
                    <a:pt x="112" y="117"/>
                    <a:pt x="110" y="115"/>
                    <a:pt x="109" y="114"/>
                  </a:cubicBezTo>
                  <a:cubicBezTo>
                    <a:pt x="109" y="113"/>
                    <a:pt x="107" y="112"/>
                    <a:pt x="107" y="111"/>
                  </a:cubicBezTo>
                  <a:cubicBezTo>
                    <a:pt x="106" y="110"/>
                    <a:pt x="107" y="107"/>
                    <a:pt x="107" y="106"/>
                  </a:cubicBezTo>
                  <a:cubicBezTo>
                    <a:pt x="108" y="105"/>
                    <a:pt x="109" y="103"/>
                    <a:pt x="110" y="102"/>
                  </a:cubicBezTo>
                  <a:cubicBezTo>
                    <a:pt x="111" y="101"/>
                    <a:pt x="113" y="100"/>
                    <a:pt x="114" y="100"/>
                  </a:cubicBezTo>
                  <a:cubicBezTo>
                    <a:pt x="115" y="99"/>
                    <a:pt x="119" y="98"/>
                    <a:pt x="120" y="98"/>
                  </a:cubicBezTo>
                  <a:cubicBezTo>
                    <a:pt x="122" y="97"/>
                    <a:pt x="125" y="97"/>
                    <a:pt x="127" y="97"/>
                  </a:cubicBezTo>
                  <a:cubicBezTo>
                    <a:pt x="128" y="97"/>
                    <a:pt x="132" y="96"/>
                    <a:pt x="133" y="95"/>
                  </a:cubicBezTo>
                  <a:cubicBezTo>
                    <a:pt x="134" y="95"/>
                    <a:pt x="137" y="94"/>
                    <a:pt x="138" y="93"/>
                  </a:cubicBezTo>
                  <a:cubicBezTo>
                    <a:pt x="138" y="92"/>
                    <a:pt x="138" y="90"/>
                    <a:pt x="138" y="90"/>
                  </a:cubicBezTo>
                  <a:cubicBezTo>
                    <a:pt x="136" y="88"/>
                    <a:pt x="131" y="90"/>
                    <a:pt x="129" y="90"/>
                  </a:cubicBezTo>
                  <a:cubicBezTo>
                    <a:pt x="126" y="90"/>
                    <a:pt x="121" y="90"/>
                    <a:pt x="118" y="90"/>
                  </a:cubicBezTo>
                  <a:cubicBezTo>
                    <a:pt x="116" y="90"/>
                    <a:pt x="113" y="91"/>
                    <a:pt x="111" y="91"/>
                  </a:cubicBezTo>
                  <a:cubicBezTo>
                    <a:pt x="109" y="91"/>
                    <a:pt x="105" y="91"/>
                    <a:pt x="103" y="91"/>
                  </a:cubicBezTo>
                  <a:cubicBezTo>
                    <a:pt x="101" y="91"/>
                    <a:pt x="97" y="95"/>
                    <a:pt x="95" y="94"/>
                  </a:cubicBezTo>
                  <a:cubicBezTo>
                    <a:pt x="92" y="94"/>
                    <a:pt x="84" y="95"/>
                    <a:pt x="81" y="95"/>
                  </a:cubicBezTo>
                  <a:cubicBezTo>
                    <a:pt x="80" y="95"/>
                    <a:pt x="78" y="89"/>
                    <a:pt x="77" y="89"/>
                  </a:cubicBezTo>
                  <a:cubicBezTo>
                    <a:pt x="75" y="89"/>
                    <a:pt x="71" y="88"/>
                    <a:pt x="69" y="89"/>
                  </a:cubicBezTo>
                  <a:cubicBezTo>
                    <a:pt x="67" y="90"/>
                    <a:pt x="65" y="92"/>
                    <a:pt x="64" y="94"/>
                  </a:cubicBezTo>
                  <a:cubicBezTo>
                    <a:pt x="63" y="95"/>
                    <a:pt x="61" y="97"/>
                    <a:pt x="60" y="98"/>
                  </a:cubicBezTo>
                  <a:cubicBezTo>
                    <a:pt x="58" y="100"/>
                    <a:pt x="56" y="105"/>
                    <a:pt x="54" y="107"/>
                  </a:cubicBezTo>
                  <a:cubicBezTo>
                    <a:pt x="53" y="108"/>
                    <a:pt x="52" y="110"/>
                    <a:pt x="51" y="111"/>
                  </a:cubicBezTo>
                  <a:cubicBezTo>
                    <a:pt x="50" y="113"/>
                    <a:pt x="48" y="117"/>
                    <a:pt x="47" y="119"/>
                  </a:cubicBezTo>
                  <a:cubicBezTo>
                    <a:pt x="46" y="120"/>
                    <a:pt x="43" y="123"/>
                    <a:pt x="42" y="124"/>
                  </a:cubicBezTo>
                  <a:cubicBezTo>
                    <a:pt x="41" y="126"/>
                    <a:pt x="39" y="130"/>
                    <a:pt x="37" y="131"/>
                  </a:cubicBezTo>
                  <a:cubicBezTo>
                    <a:pt x="36" y="132"/>
                    <a:pt x="33" y="133"/>
                    <a:pt x="32" y="134"/>
                  </a:cubicBezTo>
                  <a:cubicBezTo>
                    <a:pt x="30" y="134"/>
                    <a:pt x="27" y="136"/>
                    <a:pt x="25" y="136"/>
                  </a:cubicBezTo>
                  <a:cubicBezTo>
                    <a:pt x="24" y="137"/>
                    <a:pt x="22" y="139"/>
                    <a:pt x="20" y="140"/>
                  </a:cubicBezTo>
                  <a:cubicBezTo>
                    <a:pt x="19" y="140"/>
                    <a:pt x="17" y="140"/>
                    <a:pt x="16" y="140"/>
                  </a:cubicBezTo>
                  <a:cubicBezTo>
                    <a:pt x="15" y="141"/>
                    <a:pt x="12" y="141"/>
                    <a:pt x="11" y="141"/>
                  </a:cubicBezTo>
                  <a:cubicBezTo>
                    <a:pt x="10" y="141"/>
                    <a:pt x="7" y="141"/>
                    <a:pt x="5" y="141"/>
                  </a:cubicBezTo>
                  <a:cubicBezTo>
                    <a:pt x="4" y="141"/>
                    <a:pt x="1" y="141"/>
                    <a:pt x="1" y="140"/>
                  </a:cubicBezTo>
                  <a:cubicBezTo>
                    <a:pt x="0" y="139"/>
                    <a:pt x="2" y="137"/>
                    <a:pt x="2" y="137"/>
                  </a:cubicBezTo>
                  <a:cubicBezTo>
                    <a:pt x="3" y="136"/>
                    <a:pt x="5" y="135"/>
                    <a:pt x="5" y="135"/>
                  </a:cubicBezTo>
                  <a:cubicBezTo>
                    <a:pt x="6" y="134"/>
                    <a:pt x="8" y="133"/>
                    <a:pt x="9" y="132"/>
                  </a:cubicBezTo>
                  <a:cubicBezTo>
                    <a:pt x="10" y="131"/>
                    <a:pt x="11" y="129"/>
                    <a:pt x="12" y="129"/>
                  </a:cubicBezTo>
                  <a:cubicBezTo>
                    <a:pt x="13" y="128"/>
                    <a:pt x="14" y="126"/>
                    <a:pt x="14" y="126"/>
                  </a:cubicBezTo>
                  <a:cubicBezTo>
                    <a:pt x="15" y="126"/>
                    <a:pt x="17" y="126"/>
                    <a:pt x="18" y="125"/>
                  </a:cubicBezTo>
                  <a:cubicBezTo>
                    <a:pt x="20" y="125"/>
                    <a:pt x="23" y="125"/>
                    <a:pt x="24" y="124"/>
                  </a:cubicBezTo>
                  <a:cubicBezTo>
                    <a:pt x="26" y="124"/>
                    <a:pt x="28" y="122"/>
                    <a:pt x="30" y="121"/>
                  </a:cubicBezTo>
                  <a:cubicBezTo>
                    <a:pt x="31" y="120"/>
                    <a:pt x="34" y="119"/>
                    <a:pt x="35" y="118"/>
                  </a:cubicBezTo>
                  <a:cubicBezTo>
                    <a:pt x="36" y="118"/>
                    <a:pt x="37" y="116"/>
                    <a:pt x="37" y="115"/>
                  </a:cubicBezTo>
                  <a:cubicBezTo>
                    <a:pt x="37" y="114"/>
                    <a:pt x="37" y="113"/>
                    <a:pt x="37" y="112"/>
                  </a:cubicBezTo>
                  <a:cubicBezTo>
                    <a:pt x="36" y="112"/>
                    <a:pt x="33" y="112"/>
                    <a:pt x="32" y="112"/>
                  </a:cubicBezTo>
                  <a:cubicBezTo>
                    <a:pt x="31" y="112"/>
                    <a:pt x="28" y="112"/>
                    <a:pt x="27" y="111"/>
                  </a:cubicBezTo>
                  <a:cubicBezTo>
                    <a:pt x="27" y="111"/>
                    <a:pt x="26" y="109"/>
                    <a:pt x="25" y="109"/>
                  </a:cubicBezTo>
                  <a:cubicBezTo>
                    <a:pt x="25" y="107"/>
                    <a:pt x="25" y="104"/>
                    <a:pt x="25" y="102"/>
                  </a:cubicBezTo>
                  <a:cubicBezTo>
                    <a:pt x="25" y="101"/>
                    <a:pt x="26" y="97"/>
                    <a:pt x="26" y="95"/>
                  </a:cubicBezTo>
                  <a:cubicBezTo>
                    <a:pt x="26" y="94"/>
                    <a:pt x="26" y="92"/>
                    <a:pt x="26" y="91"/>
                  </a:cubicBezTo>
                  <a:cubicBezTo>
                    <a:pt x="26" y="91"/>
                    <a:pt x="25" y="89"/>
                    <a:pt x="25" y="89"/>
                  </a:cubicBezTo>
                  <a:cubicBezTo>
                    <a:pt x="24" y="87"/>
                    <a:pt x="24" y="85"/>
                    <a:pt x="24" y="84"/>
                  </a:cubicBezTo>
                  <a:cubicBezTo>
                    <a:pt x="24" y="83"/>
                    <a:pt x="25" y="81"/>
                    <a:pt x="26" y="80"/>
                  </a:cubicBezTo>
                  <a:cubicBezTo>
                    <a:pt x="26" y="80"/>
                    <a:pt x="28" y="79"/>
                    <a:pt x="29" y="79"/>
                  </a:cubicBezTo>
                  <a:cubicBezTo>
                    <a:pt x="30" y="78"/>
                    <a:pt x="31" y="79"/>
                    <a:pt x="32" y="79"/>
                  </a:cubicBezTo>
                  <a:cubicBezTo>
                    <a:pt x="33" y="80"/>
                    <a:pt x="34" y="81"/>
                    <a:pt x="35" y="82"/>
                  </a:cubicBezTo>
                  <a:cubicBezTo>
                    <a:pt x="35" y="83"/>
                    <a:pt x="36" y="84"/>
                    <a:pt x="36" y="85"/>
                  </a:cubicBezTo>
                  <a:cubicBezTo>
                    <a:pt x="37" y="85"/>
                    <a:pt x="39" y="85"/>
                    <a:pt x="40" y="85"/>
                  </a:cubicBezTo>
                  <a:cubicBezTo>
                    <a:pt x="41" y="86"/>
                    <a:pt x="44" y="85"/>
                    <a:pt x="45" y="84"/>
                  </a:cubicBezTo>
                  <a:cubicBezTo>
                    <a:pt x="46" y="84"/>
                    <a:pt x="48" y="83"/>
                    <a:pt x="48" y="82"/>
                  </a:cubicBezTo>
                  <a:cubicBezTo>
                    <a:pt x="48" y="80"/>
                    <a:pt x="47" y="76"/>
                    <a:pt x="47" y="74"/>
                  </a:cubicBezTo>
                  <a:cubicBezTo>
                    <a:pt x="46" y="72"/>
                    <a:pt x="47" y="67"/>
                    <a:pt x="46" y="65"/>
                  </a:cubicBezTo>
                  <a:cubicBezTo>
                    <a:pt x="46" y="64"/>
                    <a:pt x="44" y="63"/>
                    <a:pt x="44" y="62"/>
                  </a:cubicBezTo>
                  <a:cubicBezTo>
                    <a:pt x="43" y="62"/>
                    <a:pt x="43" y="61"/>
                    <a:pt x="43" y="60"/>
                  </a:cubicBezTo>
                  <a:cubicBezTo>
                    <a:pt x="43" y="59"/>
                    <a:pt x="45" y="59"/>
                    <a:pt x="46" y="58"/>
                  </a:cubicBezTo>
                  <a:cubicBezTo>
                    <a:pt x="47" y="57"/>
                    <a:pt x="46" y="54"/>
                    <a:pt x="46" y="53"/>
                  </a:cubicBezTo>
                  <a:cubicBezTo>
                    <a:pt x="46" y="52"/>
                    <a:pt x="44" y="50"/>
                    <a:pt x="43" y="49"/>
                  </a:cubicBezTo>
                  <a:cubicBezTo>
                    <a:pt x="43" y="47"/>
                    <a:pt x="41" y="45"/>
                    <a:pt x="40" y="44"/>
                  </a:cubicBezTo>
                  <a:cubicBezTo>
                    <a:pt x="39" y="42"/>
                    <a:pt x="38" y="40"/>
                    <a:pt x="37" y="39"/>
                  </a:cubicBezTo>
                  <a:cubicBezTo>
                    <a:pt x="36" y="38"/>
                    <a:pt x="33" y="37"/>
                    <a:pt x="32" y="36"/>
                  </a:cubicBezTo>
                  <a:cubicBezTo>
                    <a:pt x="31" y="35"/>
                    <a:pt x="29" y="32"/>
                    <a:pt x="28" y="31"/>
                  </a:cubicBezTo>
                  <a:cubicBezTo>
                    <a:pt x="28" y="30"/>
                    <a:pt x="29" y="29"/>
                    <a:pt x="29" y="29"/>
                  </a:cubicBezTo>
                  <a:cubicBezTo>
                    <a:pt x="29" y="28"/>
                    <a:pt x="30" y="27"/>
                    <a:pt x="31" y="26"/>
                  </a:cubicBezTo>
                  <a:cubicBezTo>
                    <a:pt x="32" y="26"/>
                    <a:pt x="34" y="26"/>
                    <a:pt x="36" y="27"/>
                  </a:cubicBezTo>
                  <a:cubicBezTo>
                    <a:pt x="37" y="27"/>
                    <a:pt x="40" y="28"/>
                    <a:pt x="42" y="29"/>
                  </a:cubicBezTo>
                  <a:cubicBezTo>
                    <a:pt x="44" y="30"/>
                    <a:pt x="46" y="33"/>
                    <a:pt x="48" y="34"/>
                  </a:cubicBezTo>
                  <a:cubicBezTo>
                    <a:pt x="49" y="36"/>
                    <a:pt x="52" y="39"/>
                    <a:pt x="53" y="41"/>
                  </a:cubicBezTo>
                  <a:cubicBezTo>
                    <a:pt x="53" y="41"/>
                    <a:pt x="54" y="43"/>
                    <a:pt x="54" y="44"/>
                  </a:cubicBezTo>
                  <a:cubicBezTo>
                    <a:pt x="55" y="45"/>
                    <a:pt x="57" y="48"/>
                    <a:pt x="58" y="49"/>
                  </a:cubicBezTo>
                  <a:cubicBezTo>
                    <a:pt x="59" y="50"/>
                    <a:pt x="62" y="50"/>
                    <a:pt x="64" y="50"/>
                  </a:cubicBezTo>
                  <a:cubicBezTo>
                    <a:pt x="65" y="50"/>
                    <a:pt x="67" y="48"/>
                    <a:pt x="68" y="47"/>
                  </a:cubicBezTo>
                  <a:cubicBezTo>
                    <a:pt x="70" y="46"/>
                    <a:pt x="73" y="43"/>
                    <a:pt x="74" y="42"/>
                  </a:cubicBezTo>
                  <a:cubicBezTo>
                    <a:pt x="76" y="40"/>
                    <a:pt x="80" y="36"/>
                    <a:pt x="82" y="34"/>
                  </a:cubicBezTo>
                  <a:cubicBezTo>
                    <a:pt x="83" y="32"/>
                    <a:pt x="86" y="29"/>
                    <a:pt x="87" y="28"/>
                  </a:cubicBezTo>
                  <a:cubicBezTo>
                    <a:pt x="88" y="27"/>
                    <a:pt x="91" y="25"/>
                    <a:pt x="93" y="24"/>
                  </a:cubicBezTo>
                  <a:cubicBezTo>
                    <a:pt x="94" y="23"/>
                    <a:pt x="96" y="20"/>
                    <a:pt x="97" y="19"/>
                  </a:cubicBezTo>
                  <a:cubicBezTo>
                    <a:pt x="99" y="18"/>
                    <a:pt x="102" y="15"/>
                    <a:pt x="104" y="14"/>
                  </a:cubicBezTo>
                  <a:cubicBezTo>
                    <a:pt x="105" y="13"/>
                    <a:pt x="107" y="12"/>
                    <a:pt x="108" y="11"/>
                  </a:cubicBezTo>
                  <a:cubicBezTo>
                    <a:pt x="108" y="10"/>
                    <a:pt x="108" y="8"/>
                    <a:pt x="109" y="8"/>
                  </a:cubicBezTo>
                  <a:cubicBezTo>
                    <a:pt x="109" y="7"/>
                    <a:pt x="111" y="6"/>
                    <a:pt x="112" y="5"/>
                  </a:cubicBezTo>
                  <a:cubicBezTo>
                    <a:pt x="113" y="4"/>
                    <a:pt x="114" y="3"/>
                    <a:pt x="114" y="3"/>
                  </a:cubicBezTo>
                  <a:cubicBezTo>
                    <a:pt x="115" y="2"/>
                    <a:pt x="116" y="0"/>
                    <a:pt x="117" y="1"/>
                  </a:cubicBezTo>
                  <a:cubicBezTo>
                    <a:pt x="118" y="1"/>
                    <a:pt x="118" y="2"/>
                    <a:pt x="118" y="3"/>
                  </a:cubicBezTo>
                  <a:cubicBezTo>
                    <a:pt x="119" y="4"/>
                    <a:pt x="119" y="7"/>
                    <a:pt x="119" y="8"/>
                  </a:cubicBezTo>
                  <a:cubicBezTo>
                    <a:pt x="119" y="9"/>
                    <a:pt x="117" y="12"/>
                    <a:pt x="117" y="13"/>
                  </a:cubicBezTo>
                  <a:cubicBezTo>
                    <a:pt x="116" y="16"/>
                    <a:pt x="114" y="21"/>
                    <a:pt x="113" y="24"/>
                  </a:cubicBezTo>
                  <a:cubicBezTo>
                    <a:pt x="112" y="27"/>
                    <a:pt x="110" y="32"/>
                    <a:pt x="108" y="35"/>
                  </a:cubicBezTo>
                  <a:cubicBezTo>
                    <a:pt x="107" y="36"/>
                    <a:pt x="106" y="38"/>
                    <a:pt x="105" y="39"/>
                  </a:cubicBezTo>
                  <a:cubicBezTo>
                    <a:pt x="104" y="40"/>
                    <a:pt x="103" y="43"/>
                    <a:pt x="102" y="44"/>
                  </a:cubicBezTo>
                  <a:cubicBezTo>
                    <a:pt x="101" y="44"/>
                    <a:pt x="99" y="45"/>
                    <a:pt x="98" y="46"/>
                  </a:cubicBezTo>
                  <a:cubicBezTo>
                    <a:pt x="97" y="47"/>
                    <a:pt x="95" y="49"/>
                    <a:pt x="94" y="49"/>
                  </a:cubicBezTo>
                  <a:cubicBezTo>
                    <a:pt x="93" y="50"/>
                    <a:pt x="92" y="51"/>
                    <a:pt x="92" y="52"/>
                  </a:cubicBezTo>
                  <a:cubicBezTo>
                    <a:pt x="91" y="53"/>
                    <a:pt x="91" y="55"/>
                    <a:pt x="91" y="56"/>
                  </a:cubicBezTo>
                  <a:cubicBezTo>
                    <a:pt x="92" y="57"/>
                    <a:pt x="94" y="59"/>
                    <a:pt x="95" y="59"/>
                  </a:cubicBezTo>
                  <a:cubicBezTo>
                    <a:pt x="95" y="60"/>
                    <a:pt x="97" y="60"/>
                    <a:pt x="98" y="60"/>
                  </a:cubicBezTo>
                  <a:cubicBezTo>
                    <a:pt x="100" y="61"/>
                    <a:pt x="103" y="61"/>
                    <a:pt x="105" y="60"/>
                  </a:cubicBezTo>
                  <a:cubicBezTo>
                    <a:pt x="106" y="60"/>
                    <a:pt x="108" y="59"/>
                    <a:pt x="109" y="58"/>
                  </a:cubicBezTo>
                  <a:cubicBezTo>
                    <a:pt x="110" y="57"/>
                    <a:pt x="112" y="56"/>
                    <a:pt x="113" y="55"/>
                  </a:cubicBezTo>
                  <a:cubicBezTo>
                    <a:pt x="114" y="55"/>
                    <a:pt x="115" y="54"/>
                    <a:pt x="116" y="54"/>
                  </a:cubicBezTo>
                  <a:cubicBezTo>
                    <a:pt x="118" y="54"/>
                    <a:pt x="121" y="53"/>
                    <a:pt x="123" y="53"/>
                  </a:cubicBezTo>
                  <a:cubicBezTo>
                    <a:pt x="124" y="53"/>
                    <a:pt x="127" y="55"/>
                    <a:pt x="128" y="56"/>
                  </a:cubicBezTo>
                  <a:cubicBezTo>
                    <a:pt x="129" y="57"/>
                    <a:pt x="130" y="59"/>
                    <a:pt x="131" y="60"/>
                  </a:cubicBezTo>
                  <a:cubicBezTo>
                    <a:pt x="132" y="61"/>
                    <a:pt x="134" y="62"/>
                    <a:pt x="135" y="63"/>
                  </a:cubicBezTo>
                  <a:cubicBezTo>
                    <a:pt x="136" y="63"/>
                    <a:pt x="138" y="64"/>
                    <a:pt x="139" y="64"/>
                  </a:cubicBezTo>
                  <a:cubicBezTo>
                    <a:pt x="141" y="65"/>
                    <a:pt x="144" y="67"/>
                    <a:pt x="146" y="69"/>
                  </a:cubicBezTo>
                  <a:cubicBezTo>
                    <a:pt x="147" y="69"/>
                    <a:pt x="148" y="72"/>
                    <a:pt x="149" y="73"/>
                  </a:cubicBezTo>
                  <a:cubicBezTo>
                    <a:pt x="150" y="74"/>
                    <a:pt x="151" y="77"/>
                    <a:pt x="152" y="78"/>
                  </a:cubicBezTo>
                  <a:cubicBezTo>
                    <a:pt x="152" y="79"/>
                    <a:pt x="153" y="82"/>
                    <a:pt x="153" y="83"/>
                  </a:cubicBezTo>
                  <a:cubicBezTo>
                    <a:pt x="153" y="84"/>
                    <a:pt x="152" y="86"/>
                    <a:pt x="152" y="87"/>
                  </a:cubicBezTo>
                  <a:cubicBezTo>
                    <a:pt x="151" y="88"/>
                    <a:pt x="149" y="90"/>
                    <a:pt x="149" y="92"/>
                  </a:cubicBezTo>
                  <a:cubicBezTo>
                    <a:pt x="149" y="92"/>
                    <a:pt x="151" y="93"/>
                    <a:pt x="151" y="94"/>
                  </a:cubicBezTo>
                  <a:cubicBezTo>
                    <a:pt x="152" y="95"/>
                    <a:pt x="154" y="96"/>
                    <a:pt x="154" y="96"/>
                  </a:cubicBezTo>
                  <a:cubicBezTo>
                    <a:pt x="156" y="97"/>
                    <a:pt x="158" y="98"/>
                    <a:pt x="159" y="98"/>
                  </a:cubicBezTo>
                  <a:cubicBezTo>
                    <a:pt x="161" y="98"/>
                    <a:pt x="163" y="100"/>
                    <a:pt x="164" y="100"/>
                  </a:cubicBezTo>
                  <a:cubicBezTo>
                    <a:pt x="167" y="101"/>
                    <a:pt x="173" y="100"/>
                    <a:pt x="176" y="100"/>
                  </a:cubicBezTo>
                  <a:cubicBezTo>
                    <a:pt x="177" y="100"/>
                    <a:pt x="179" y="98"/>
                    <a:pt x="180" y="98"/>
                  </a:cubicBezTo>
                  <a:cubicBezTo>
                    <a:pt x="181" y="98"/>
                    <a:pt x="183" y="100"/>
                    <a:pt x="185" y="100"/>
                  </a:cubicBezTo>
                  <a:cubicBezTo>
                    <a:pt x="186" y="100"/>
                    <a:pt x="190" y="100"/>
                    <a:pt x="192" y="100"/>
                  </a:cubicBezTo>
                  <a:cubicBezTo>
                    <a:pt x="194" y="100"/>
                    <a:pt x="199" y="102"/>
                    <a:pt x="201" y="102"/>
                  </a:cubicBezTo>
                  <a:cubicBezTo>
                    <a:pt x="203" y="102"/>
                    <a:pt x="207" y="101"/>
                    <a:pt x="209" y="100"/>
                  </a:cubicBezTo>
                  <a:cubicBezTo>
                    <a:pt x="210" y="99"/>
                    <a:pt x="212" y="98"/>
                    <a:pt x="214" y="97"/>
                  </a:cubicBezTo>
                  <a:cubicBezTo>
                    <a:pt x="214" y="96"/>
                    <a:pt x="216" y="95"/>
                    <a:pt x="217" y="94"/>
                  </a:cubicBezTo>
                  <a:cubicBezTo>
                    <a:pt x="218" y="93"/>
                    <a:pt x="220" y="92"/>
                    <a:pt x="221" y="91"/>
                  </a:cubicBezTo>
                  <a:cubicBezTo>
                    <a:pt x="222" y="91"/>
                    <a:pt x="224" y="91"/>
                    <a:pt x="225" y="90"/>
                  </a:cubicBezTo>
                  <a:cubicBezTo>
                    <a:pt x="228" y="90"/>
                    <a:pt x="233" y="89"/>
                    <a:pt x="235" y="89"/>
                  </a:cubicBezTo>
                  <a:cubicBezTo>
                    <a:pt x="237" y="89"/>
                    <a:pt x="240" y="89"/>
                    <a:pt x="241" y="89"/>
                  </a:cubicBezTo>
                  <a:cubicBezTo>
                    <a:pt x="243" y="90"/>
                    <a:pt x="244" y="94"/>
                    <a:pt x="245" y="95"/>
                  </a:cubicBezTo>
                  <a:cubicBezTo>
                    <a:pt x="245" y="96"/>
                    <a:pt x="247" y="97"/>
                    <a:pt x="247" y="98"/>
                  </a:cubicBezTo>
                  <a:cubicBezTo>
                    <a:pt x="248" y="99"/>
                    <a:pt x="249" y="101"/>
                    <a:pt x="249" y="101"/>
                  </a:cubicBezTo>
                  <a:cubicBezTo>
                    <a:pt x="250" y="102"/>
                    <a:pt x="252" y="104"/>
                    <a:pt x="253" y="105"/>
                  </a:cubicBezTo>
                  <a:cubicBezTo>
                    <a:pt x="253" y="107"/>
                    <a:pt x="253" y="111"/>
                    <a:pt x="253" y="113"/>
                  </a:cubicBezTo>
                  <a:cubicBezTo>
                    <a:pt x="253" y="115"/>
                    <a:pt x="253" y="120"/>
                    <a:pt x="253" y="123"/>
                  </a:cubicBezTo>
                  <a:cubicBezTo>
                    <a:pt x="253" y="125"/>
                    <a:pt x="254" y="128"/>
                    <a:pt x="254" y="130"/>
                  </a:cubicBezTo>
                  <a:cubicBezTo>
                    <a:pt x="254" y="132"/>
                    <a:pt x="255" y="137"/>
                    <a:pt x="256" y="139"/>
                  </a:cubicBezTo>
                  <a:cubicBezTo>
                    <a:pt x="256" y="141"/>
                    <a:pt x="257" y="144"/>
                    <a:pt x="257" y="146"/>
                  </a:cubicBezTo>
                  <a:cubicBezTo>
                    <a:pt x="258" y="148"/>
                    <a:pt x="258" y="152"/>
                    <a:pt x="257" y="154"/>
                  </a:cubicBezTo>
                  <a:cubicBezTo>
                    <a:pt x="257" y="155"/>
                    <a:pt x="256" y="158"/>
                    <a:pt x="256" y="159"/>
                  </a:cubicBezTo>
                  <a:cubicBezTo>
                    <a:pt x="255" y="161"/>
                    <a:pt x="254" y="165"/>
                    <a:pt x="254" y="166"/>
                  </a:cubicBezTo>
                  <a:cubicBezTo>
                    <a:pt x="253" y="168"/>
                    <a:pt x="252" y="172"/>
                    <a:pt x="253" y="174"/>
                  </a:cubicBezTo>
                  <a:cubicBezTo>
                    <a:pt x="253" y="174"/>
                    <a:pt x="254" y="176"/>
                    <a:pt x="255" y="176"/>
                  </a:cubicBezTo>
                  <a:cubicBezTo>
                    <a:pt x="256" y="177"/>
                    <a:pt x="257" y="179"/>
                    <a:pt x="258" y="180"/>
                  </a:cubicBezTo>
                  <a:cubicBezTo>
                    <a:pt x="259" y="181"/>
                    <a:pt x="260" y="182"/>
                    <a:pt x="261" y="183"/>
                  </a:cubicBezTo>
                  <a:cubicBezTo>
                    <a:pt x="261" y="184"/>
                    <a:pt x="262" y="186"/>
                    <a:pt x="262" y="187"/>
                  </a:cubicBezTo>
                  <a:cubicBezTo>
                    <a:pt x="263" y="189"/>
                    <a:pt x="263" y="193"/>
                    <a:pt x="263" y="19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56"/>
            <p:cNvSpPr>
              <a:spLocks/>
            </p:cNvSpPr>
            <p:nvPr/>
          </p:nvSpPr>
          <p:spPr bwMode="auto">
            <a:xfrm>
              <a:off x="4810126" y="2414588"/>
              <a:ext cx="69850" cy="171450"/>
            </a:xfrm>
            <a:custGeom>
              <a:avLst/>
              <a:gdLst/>
              <a:ahLst/>
              <a:cxnLst>
                <a:cxn ang="0">
                  <a:pos x="54" y="121"/>
                </a:cxn>
                <a:cxn ang="0">
                  <a:pos x="53" y="128"/>
                </a:cxn>
                <a:cxn ang="0">
                  <a:pos x="49" y="132"/>
                </a:cxn>
                <a:cxn ang="0">
                  <a:pos x="46" y="129"/>
                </a:cxn>
                <a:cxn ang="0">
                  <a:pos x="41" y="128"/>
                </a:cxn>
                <a:cxn ang="0">
                  <a:pos x="37" y="126"/>
                </a:cxn>
                <a:cxn ang="0">
                  <a:pos x="32" y="124"/>
                </a:cxn>
                <a:cxn ang="0">
                  <a:pos x="31" y="123"/>
                </a:cxn>
                <a:cxn ang="0">
                  <a:pos x="28" y="117"/>
                </a:cxn>
                <a:cxn ang="0">
                  <a:pos x="23" y="112"/>
                </a:cxn>
                <a:cxn ang="0">
                  <a:pos x="20" y="108"/>
                </a:cxn>
                <a:cxn ang="0">
                  <a:pos x="15" y="105"/>
                </a:cxn>
                <a:cxn ang="0">
                  <a:pos x="10" y="101"/>
                </a:cxn>
                <a:cxn ang="0">
                  <a:pos x="8" y="97"/>
                </a:cxn>
                <a:cxn ang="0">
                  <a:pos x="8" y="94"/>
                </a:cxn>
                <a:cxn ang="0">
                  <a:pos x="11" y="90"/>
                </a:cxn>
                <a:cxn ang="0">
                  <a:pos x="14" y="87"/>
                </a:cxn>
                <a:cxn ang="0">
                  <a:pos x="19" y="83"/>
                </a:cxn>
                <a:cxn ang="0">
                  <a:pos x="23" y="80"/>
                </a:cxn>
                <a:cxn ang="0">
                  <a:pos x="23" y="77"/>
                </a:cxn>
                <a:cxn ang="0">
                  <a:pos x="21" y="76"/>
                </a:cxn>
                <a:cxn ang="0">
                  <a:pos x="16" y="75"/>
                </a:cxn>
                <a:cxn ang="0">
                  <a:pos x="10" y="74"/>
                </a:cxn>
                <a:cxn ang="0">
                  <a:pos x="7" y="71"/>
                </a:cxn>
                <a:cxn ang="0">
                  <a:pos x="5" y="67"/>
                </a:cxn>
                <a:cxn ang="0">
                  <a:pos x="3" y="59"/>
                </a:cxn>
                <a:cxn ang="0">
                  <a:pos x="5" y="55"/>
                </a:cxn>
                <a:cxn ang="0">
                  <a:pos x="6" y="51"/>
                </a:cxn>
                <a:cxn ang="0">
                  <a:pos x="5" y="48"/>
                </a:cxn>
                <a:cxn ang="0">
                  <a:pos x="2" y="46"/>
                </a:cxn>
                <a:cxn ang="0">
                  <a:pos x="1" y="40"/>
                </a:cxn>
                <a:cxn ang="0">
                  <a:pos x="2" y="32"/>
                </a:cxn>
                <a:cxn ang="0">
                  <a:pos x="2" y="26"/>
                </a:cxn>
                <a:cxn ang="0">
                  <a:pos x="0" y="17"/>
                </a:cxn>
                <a:cxn ang="0">
                  <a:pos x="0" y="12"/>
                </a:cxn>
                <a:cxn ang="0">
                  <a:pos x="2" y="9"/>
                </a:cxn>
                <a:cxn ang="0">
                  <a:pos x="6" y="6"/>
                </a:cxn>
                <a:cxn ang="0">
                  <a:pos x="10" y="3"/>
                </a:cxn>
                <a:cxn ang="0">
                  <a:pos x="15" y="1"/>
                </a:cxn>
                <a:cxn ang="0">
                  <a:pos x="19" y="4"/>
                </a:cxn>
                <a:cxn ang="0">
                  <a:pos x="24" y="6"/>
                </a:cxn>
                <a:cxn ang="0">
                  <a:pos x="30" y="9"/>
                </a:cxn>
                <a:cxn ang="0">
                  <a:pos x="39" y="11"/>
                </a:cxn>
                <a:cxn ang="0">
                  <a:pos x="43" y="13"/>
                </a:cxn>
                <a:cxn ang="0">
                  <a:pos x="47" y="15"/>
                </a:cxn>
                <a:cxn ang="0">
                  <a:pos x="47" y="18"/>
                </a:cxn>
                <a:cxn ang="0">
                  <a:pos x="47" y="21"/>
                </a:cxn>
                <a:cxn ang="0">
                  <a:pos x="44" y="26"/>
                </a:cxn>
                <a:cxn ang="0">
                  <a:pos x="43" y="30"/>
                </a:cxn>
                <a:cxn ang="0">
                  <a:pos x="41" y="36"/>
                </a:cxn>
                <a:cxn ang="0">
                  <a:pos x="40" y="44"/>
                </a:cxn>
                <a:cxn ang="0">
                  <a:pos x="38" y="50"/>
                </a:cxn>
                <a:cxn ang="0">
                  <a:pos x="36" y="56"/>
                </a:cxn>
                <a:cxn ang="0">
                  <a:pos x="34" y="60"/>
                </a:cxn>
                <a:cxn ang="0">
                  <a:pos x="32" y="66"/>
                </a:cxn>
                <a:cxn ang="0">
                  <a:pos x="31" y="71"/>
                </a:cxn>
                <a:cxn ang="0">
                  <a:pos x="32" y="78"/>
                </a:cxn>
                <a:cxn ang="0">
                  <a:pos x="35" y="82"/>
                </a:cxn>
                <a:cxn ang="0">
                  <a:pos x="43" y="91"/>
                </a:cxn>
                <a:cxn ang="0">
                  <a:pos x="50" y="97"/>
                </a:cxn>
                <a:cxn ang="0">
                  <a:pos x="52" y="107"/>
                </a:cxn>
                <a:cxn ang="0">
                  <a:pos x="54" y="121"/>
                </a:cxn>
              </a:cxnLst>
              <a:rect l="0" t="0" r="r" b="b"/>
              <a:pathLst>
                <a:path w="54" h="132">
                  <a:moveTo>
                    <a:pt x="54" y="121"/>
                  </a:moveTo>
                  <a:cubicBezTo>
                    <a:pt x="54" y="123"/>
                    <a:pt x="54" y="126"/>
                    <a:pt x="53" y="128"/>
                  </a:cubicBezTo>
                  <a:cubicBezTo>
                    <a:pt x="53" y="129"/>
                    <a:pt x="50" y="132"/>
                    <a:pt x="49" y="132"/>
                  </a:cubicBezTo>
                  <a:cubicBezTo>
                    <a:pt x="48" y="132"/>
                    <a:pt x="46" y="130"/>
                    <a:pt x="46" y="129"/>
                  </a:cubicBezTo>
                  <a:cubicBezTo>
                    <a:pt x="45" y="129"/>
                    <a:pt x="42" y="128"/>
                    <a:pt x="41" y="128"/>
                  </a:cubicBezTo>
                  <a:cubicBezTo>
                    <a:pt x="40" y="127"/>
                    <a:pt x="38" y="127"/>
                    <a:pt x="37" y="126"/>
                  </a:cubicBezTo>
                  <a:cubicBezTo>
                    <a:pt x="36" y="126"/>
                    <a:pt x="33" y="125"/>
                    <a:pt x="32" y="124"/>
                  </a:cubicBezTo>
                  <a:cubicBezTo>
                    <a:pt x="32" y="124"/>
                    <a:pt x="31" y="123"/>
                    <a:pt x="31" y="123"/>
                  </a:cubicBezTo>
                  <a:cubicBezTo>
                    <a:pt x="30" y="121"/>
                    <a:pt x="29" y="118"/>
                    <a:pt x="28" y="117"/>
                  </a:cubicBezTo>
                  <a:cubicBezTo>
                    <a:pt x="27" y="115"/>
                    <a:pt x="24" y="113"/>
                    <a:pt x="23" y="112"/>
                  </a:cubicBezTo>
                  <a:cubicBezTo>
                    <a:pt x="22" y="111"/>
                    <a:pt x="21" y="109"/>
                    <a:pt x="20" y="108"/>
                  </a:cubicBezTo>
                  <a:cubicBezTo>
                    <a:pt x="19" y="107"/>
                    <a:pt x="16" y="106"/>
                    <a:pt x="15" y="105"/>
                  </a:cubicBezTo>
                  <a:cubicBezTo>
                    <a:pt x="14" y="105"/>
                    <a:pt x="11" y="103"/>
                    <a:pt x="10" y="101"/>
                  </a:cubicBezTo>
                  <a:cubicBezTo>
                    <a:pt x="9" y="100"/>
                    <a:pt x="8" y="98"/>
                    <a:pt x="8" y="97"/>
                  </a:cubicBezTo>
                  <a:cubicBezTo>
                    <a:pt x="8" y="96"/>
                    <a:pt x="8" y="94"/>
                    <a:pt x="8" y="94"/>
                  </a:cubicBezTo>
                  <a:cubicBezTo>
                    <a:pt x="8" y="93"/>
                    <a:pt x="10" y="91"/>
                    <a:pt x="11" y="90"/>
                  </a:cubicBezTo>
                  <a:cubicBezTo>
                    <a:pt x="11" y="90"/>
                    <a:pt x="13" y="88"/>
                    <a:pt x="14" y="87"/>
                  </a:cubicBezTo>
                  <a:cubicBezTo>
                    <a:pt x="15" y="86"/>
                    <a:pt x="17" y="84"/>
                    <a:pt x="19" y="83"/>
                  </a:cubicBezTo>
                  <a:cubicBezTo>
                    <a:pt x="20" y="82"/>
                    <a:pt x="22" y="81"/>
                    <a:pt x="23" y="80"/>
                  </a:cubicBezTo>
                  <a:cubicBezTo>
                    <a:pt x="23" y="79"/>
                    <a:pt x="23" y="78"/>
                    <a:pt x="23" y="77"/>
                  </a:cubicBezTo>
                  <a:cubicBezTo>
                    <a:pt x="23" y="77"/>
                    <a:pt x="22" y="76"/>
                    <a:pt x="21" y="76"/>
                  </a:cubicBezTo>
                  <a:cubicBezTo>
                    <a:pt x="20" y="76"/>
                    <a:pt x="17" y="76"/>
                    <a:pt x="16" y="75"/>
                  </a:cubicBezTo>
                  <a:cubicBezTo>
                    <a:pt x="15" y="75"/>
                    <a:pt x="12" y="75"/>
                    <a:pt x="10" y="74"/>
                  </a:cubicBezTo>
                  <a:cubicBezTo>
                    <a:pt x="9" y="74"/>
                    <a:pt x="8" y="72"/>
                    <a:pt x="7" y="71"/>
                  </a:cubicBezTo>
                  <a:cubicBezTo>
                    <a:pt x="6" y="70"/>
                    <a:pt x="5" y="68"/>
                    <a:pt x="5" y="67"/>
                  </a:cubicBezTo>
                  <a:cubicBezTo>
                    <a:pt x="4" y="65"/>
                    <a:pt x="3" y="61"/>
                    <a:pt x="3" y="59"/>
                  </a:cubicBezTo>
                  <a:cubicBezTo>
                    <a:pt x="3" y="58"/>
                    <a:pt x="4" y="56"/>
                    <a:pt x="5" y="55"/>
                  </a:cubicBezTo>
                  <a:cubicBezTo>
                    <a:pt x="5" y="54"/>
                    <a:pt x="6" y="52"/>
                    <a:pt x="6" y="51"/>
                  </a:cubicBezTo>
                  <a:cubicBezTo>
                    <a:pt x="6" y="50"/>
                    <a:pt x="6" y="49"/>
                    <a:pt x="5" y="48"/>
                  </a:cubicBezTo>
                  <a:cubicBezTo>
                    <a:pt x="5" y="47"/>
                    <a:pt x="2" y="47"/>
                    <a:pt x="2" y="46"/>
                  </a:cubicBezTo>
                  <a:cubicBezTo>
                    <a:pt x="1" y="45"/>
                    <a:pt x="1" y="41"/>
                    <a:pt x="1" y="40"/>
                  </a:cubicBezTo>
                  <a:cubicBezTo>
                    <a:pt x="1" y="38"/>
                    <a:pt x="2" y="34"/>
                    <a:pt x="2" y="32"/>
                  </a:cubicBezTo>
                  <a:cubicBezTo>
                    <a:pt x="2" y="30"/>
                    <a:pt x="2" y="27"/>
                    <a:pt x="2" y="26"/>
                  </a:cubicBezTo>
                  <a:cubicBezTo>
                    <a:pt x="2" y="24"/>
                    <a:pt x="0" y="20"/>
                    <a:pt x="0" y="17"/>
                  </a:cubicBezTo>
                  <a:cubicBezTo>
                    <a:pt x="0" y="16"/>
                    <a:pt x="0" y="13"/>
                    <a:pt x="0" y="12"/>
                  </a:cubicBezTo>
                  <a:cubicBezTo>
                    <a:pt x="0" y="11"/>
                    <a:pt x="2" y="10"/>
                    <a:pt x="2" y="9"/>
                  </a:cubicBezTo>
                  <a:cubicBezTo>
                    <a:pt x="3" y="8"/>
                    <a:pt x="5" y="7"/>
                    <a:pt x="6" y="6"/>
                  </a:cubicBezTo>
                  <a:cubicBezTo>
                    <a:pt x="7" y="5"/>
                    <a:pt x="9" y="4"/>
                    <a:pt x="10" y="3"/>
                  </a:cubicBezTo>
                  <a:cubicBezTo>
                    <a:pt x="11" y="2"/>
                    <a:pt x="13" y="0"/>
                    <a:pt x="15" y="1"/>
                  </a:cubicBezTo>
                  <a:cubicBezTo>
                    <a:pt x="16" y="1"/>
                    <a:pt x="18" y="3"/>
                    <a:pt x="19" y="4"/>
                  </a:cubicBezTo>
                  <a:cubicBezTo>
                    <a:pt x="20" y="5"/>
                    <a:pt x="22" y="6"/>
                    <a:pt x="24" y="6"/>
                  </a:cubicBezTo>
                  <a:cubicBezTo>
                    <a:pt x="25" y="7"/>
                    <a:pt x="28" y="8"/>
                    <a:pt x="30" y="9"/>
                  </a:cubicBezTo>
                  <a:cubicBezTo>
                    <a:pt x="32" y="9"/>
                    <a:pt x="37" y="10"/>
                    <a:pt x="39" y="11"/>
                  </a:cubicBezTo>
                  <a:cubicBezTo>
                    <a:pt x="41" y="11"/>
                    <a:pt x="43" y="12"/>
                    <a:pt x="43" y="13"/>
                  </a:cubicBezTo>
                  <a:cubicBezTo>
                    <a:pt x="44" y="13"/>
                    <a:pt x="46" y="14"/>
                    <a:pt x="47" y="15"/>
                  </a:cubicBezTo>
                  <a:cubicBezTo>
                    <a:pt x="47" y="16"/>
                    <a:pt x="47" y="18"/>
                    <a:pt x="47" y="18"/>
                  </a:cubicBezTo>
                  <a:cubicBezTo>
                    <a:pt x="47" y="19"/>
                    <a:pt x="47" y="20"/>
                    <a:pt x="47" y="21"/>
                  </a:cubicBezTo>
                  <a:cubicBezTo>
                    <a:pt x="46" y="22"/>
                    <a:pt x="44" y="25"/>
                    <a:pt x="44" y="26"/>
                  </a:cubicBezTo>
                  <a:cubicBezTo>
                    <a:pt x="43" y="27"/>
                    <a:pt x="43" y="29"/>
                    <a:pt x="43" y="30"/>
                  </a:cubicBezTo>
                  <a:cubicBezTo>
                    <a:pt x="42" y="32"/>
                    <a:pt x="42" y="35"/>
                    <a:pt x="41" y="36"/>
                  </a:cubicBezTo>
                  <a:cubicBezTo>
                    <a:pt x="41" y="38"/>
                    <a:pt x="40" y="42"/>
                    <a:pt x="40" y="44"/>
                  </a:cubicBezTo>
                  <a:cubicBezTo>
                    <a:pt x="40" y="46"/>
                    <a:pt x="39" y="49"/>
                    <a:pt x="38" y="50"/>
                  </a:cubicBezTo>
                  <a:cubicBezTo>
                    <a:pt x="38" y="52"/>
                    <a:pt x="37" y="55"/>
                    <a:pt x="36" y="56"/>
                  </a:cubicBezTo>
                  <a:cubicBezTo>
                    <a:pt x="36" y="57"/>
                    <a:pt x="34" y="59"/>
                    <a:pt x="34" y="60"/>
                  </a:cubicBezTo>
                  <a:cubicBezTo>
                    <a:pt x="33" y="62"/>
                    <a:pt x="32" y="64"/>
                    <a:pt x="32" y="66"/>
                  </a:cubicBezTo>
                  <a:cubicBezTo>
                    <a:pt x="31" y="67"/>
                    <a:pt x="31" y="70"/>
                    <a:pt x="31" y="71"/>
                  </a:cubicBezTo>
                  <a:cubicBezTo>
                    <a:pt x="31" y="73"/>
                    <a:pt x="32" y="76"/>
                    <a:pt x="32" y="78"/>
                  </a:cubicBezTo>
                  <a:cubicBezTo>
                    <a:pt x="33" y="79"/>
                    <a:pt x="35" y="81"/>
                    <a:pt x="35" y="82"/>
                  </a:cubicBezTo>
                  <a:cubicBezTo>
                    <a:pt x="37" y="85"/>
                    <a:pt x="41" y="89"/>
                    <a:pt x="43" y="91"/>
                  </a:cubicBezTo>
                  <a:cubicBezTo>
                    <a:pt x="45" y="93"/>
                    <a:pt x="49" y="95"/>
                    <a:pt x="50" y="97"/>
                  </a:cubicBezTo>
                  <a:cubicBezTo>
                    <a:pt x="51" y="99"/>
                    <a:pt x="51" y="105"/>
                    <a:pt x="52" y="107"/>
                  </a:cubicBezTo>
                  <a:cubicBezTo>
                    <a:pt x="52" y="111"/>
                    <a:pt x="54" y="117"/>
                    <a:pt x="54" y="1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57"/>
            <p:cNvSpPr>
              <a:spLocks/>
            </p:cNvSpPr>
            <p:nvPr/>
          </p:nvSpPr>
          <p:spPr bwMode="auto">
            <a:xfrm>
              <a:off x="4597401" y="2357438"/>
              <a:ext cx="34925" cy="55563"/>
            </a:xfrm>
            <a:custGeom>
              <a:avLst/>
              <a:gdLst/>
              <a:ahLst/>
              <a:cxnLst>
                <a:cxn ang="0">
                  <a:pos x="27" y="32"/>
                </a:cxn>
                <a:cxn ang="0">
                  <a:pos x="27" y="37"/>
                </a:cxn>
                <a:cxn ang="0">
                  <a:pos x="23" y="42"/>
                </a:cxn>
                <a:cxn ang="0">
                  <a:pos x="16" y="40"/>
                </a:cxn>
                <a:cxn ang="0">
                  <a:pos x="11" y="36"/>
                </a:cxn>
                <a:cxn ang="0">
                  <a:pos x="8" y="29"/>
                </a:cxn>
                <a:cxn ang="0">
                  <a:pos x="4" y="21"/>
                </a:cxn>
                <a:cxn ang="0">
                  <a:pos x="0" y="13"/>
                </a:cxn>
                <a:cxn ang="0">
                  <a:pos x="0" y="9"/>
                </a:cxn>
                <a:cxn ang="0">
                  <a:pos x="1" y="3"/>
                </a:cxn>
                <a:cxn ang="0">
                  <a:pos x="3" y="1"/>
                </a:cxn>
                <a:cxn ang="0">
                  <a:pos x="9" y="0"/>
                </a:cxn>
                <a:cxn ang="0">
                  <a:pos x="14" y="3"/>
                </a:cxn>
                <a:cxn ang="0">
                  <a:pos x="17" y="8"/>
                </a:cxn>
                <a:cxn ang="0">
                  <a:pos x="20" y="16"/>
                </a:cxn>
                <a:cxn ang="0">
                  <a:pos x="24" y="25"/>
                </a:cxn>
                <a:cxn ang="0">
                  <a:pos x="27" y="32"/>
                </a:cxn>
              </a:cxnLst>
              <a:rect l="0" t="0" r="r" b="b"/>
              <a:pathLst>
                <a:path w="27" h="43">
                  <a:moveTo>
                    <a:pt x="27" y="32"/>
                  </a:moveTo>
                  <a:cubicBezTo>
                    <a:pt x="27" y="33"/>
                    <a:pt x="27" y="36"/>
                    <a:pt x="27" y="37"/>
                  </a:cubicBezTo>
                  <a:cubicBezTo>
                    <a:pt x="27" y="39"/>
                    <a:pt x="25" y="42"/>
                    <a:pt x="23" y="42"/>
                  </a:cubicBezTo>
                  <a:cubicBezTo>
                    <a:pt x="21" y="43"/>
                    <a:pt x="18" y="41"/>
                    <a:pt x="16" y="40"/>
                  </a:cubicBezTo>
                  <a:cubicBezTo>
                    <a:pt x="15" y="39"/>
                    <a:pt x="12" y="37"/>
                    <a:pt x="11" y="36"/>
                  </a:cubicBezTo>
                  <a:cubicBezTo>
                    <a:pt x="10" y="34"/>
                    <a:pt x="9" y="31"/>
                    <a:pt x="8" y="29"/>
                  </a:cubicBezTo>
                  <a:cubicBezTo>
                    <a:pt x="7" y="27"/>
                    <a:pt x="5" y="23"/>
                    <a:pt x="4" y="21"/>
                  </a:cubicBezTo>
                  <a:cubicBezTo>
                    <a:pt x="3" y="19"/>
                    <a:pt x="1" y="15"/>
                    <a:pt x="0" y="13"/>
                  </a:cubicBezTo>
                  <a:cubicBezTo>
                    <a:pt x="0" y="12"/>
                    <a:pt x="0" y="10"/>
                    <a:pt x="0" y="9"/>
                  </a:cubicBezTo>
                  <a:cubicBezTo>
                    <a:pt x="0" y="7"/>
                    <a:pt x="0" y="5"/>
                    <a:pt x="1" y="3"/>
                  </a:cubicBezTo>
                  <a:cubicBezTo>
                    <a:pt x="1" y="3"/>
                    <a:pt x="2" y="1"/>
                    <a:pt x="3" y="1"/>
                  </a:cubicBezTo>
                  <a:cubicBezTo>
                    <a:pt x="4" y="0"/>
                    <a:pt x="7" y="0"/>
                    <a:pt x="9" y="0"/>
                  </a:cubicBezTo>
                  <a:cubicBezTo>
                    <a:pt x="11" y="1"/>
                    <a:pt x="13" y="2"/>
                    <a:pt x="14" y="3"/>
                  </a:cubicBezTo>
                  <a:cubicBezTo>
                    <a:pt x="15" y="4"/>
                    <a:pt x="16" y="7"/>
                    <a:pt x="17" y="8"/>
                  </a:cubicBezTo>
                  <a:cubicBezTo>
                    <a:pt x="18" y="10"/>
                    <a:pt x="19" y="14"/>
                    <a:pt x="20" y="16"/>
                  </a:cubicBezTo>
                  <a:cubicBezTo>
                    <a:pt x="21" y="18"/>
                    <a:pt x="23" y="22"/>
                    <a:pt x="24" y="25"/>
                  </a:cubicBezTo>
                  <a:cubicBezTo>
                    <a:pt x="25" y="27"/>
                    <a:pt x="26" y="30"/>
                    <a:pt x="27" y="3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58"/>
            <p:cNvSpPr>
              <a:spLocks/>
            </p:cNvSpPr>
            <p:nvPr/>
          </p:nvSpPr>
          <p:spPr bwMode="auto">
            <a:xfrm>
              <a:off x="4552951" y="2205038"/>
              <a:ext cx="33338" cy="106363"/>
            </a:xfrm>
            <a:custGeom>
              <a:avLst/>
              <a:gdLst/>
              <a:ahLst/>
              <a:cxnLst>
                <a:cxn ang="0">
                  <a:pos x="25" y="51"/>
                </a:cxn>
                <a:cxn ang="0">
                  <a:pos x="26" y="64"/>
                </a:cxn>
                <a:cxn ang="0">
                  <a:pos x="25" y="71"/>
                </a:cxn>
                <a:cxn ang="0">
                  <a:pos x="22" y="79"/>
                </a:cxn>
                <a:cxn ang="0">
                  <a:pos x="19" y="81"/>
                </a:cxn>
                <a:cxn ang="0">
                  <a:pos x="16" y="78"/>
                </a:cxn>
                <a:cxn ang="0">
                  <a:pos x="15" y="72"/>
                </a:cxn>
                <a:cxn ang="0">
                  <a:pos x="13" y="66"/>
                </a:cxn>
                <a:cxn ang="0">
                  <a:pos x="8" y="57"/>
                </a:cxn>
                <a:cxn ang="0">
                  <a:pos x="6" y="52"/>
                </a:cxn>
                <a:cxn ang="0">
                  <a:pos x="6" y="43"/>
                </a:cxn>
                <a:cxn ang="0">
                  <a:pos x="3" y="30"/>
                </a:cxn>
                <a:cxn ang="0">
                  <a:pos x="2" y="20"/>
                </a:cxn>
                <a:cxn ang="0">
                  <a:pos x="0" y="6"/>
                </a:cxn>
                <a:cxn ang="0">
                  <a:pos x="2" y="1"/>
                </a:cxn>
                <a:cxn ang="0">
                  <a:pos x="4" y="0"/>
                </a:cxn>
                <a:cxn ang="0">
                  <a:pos x="8" y="2"/>
                </a:cxn>
                <a:cxn ang="0">
                  <a:pos x="12" y="10"/>
                </a:cxn>
                <a:cxn ang="0">
                  <a:pos x="15" y="15"/>
                </a:cxn>
                <a:cxn ang="0">
                  <a:pos x="19" y="27"/>
                </a:cxn>
                <a:cxn ang="0">
                  <a:pos x="23" y="40"/>
                </a:cxn>
                <a:cxn ang="0">
                  <a:pos x="25" y="51"/>
                </a:cxn>
              </a:cxnLst>
              <a:rect l="0" t="0" r="r" b="b"/>
              <a:pathLst>
                <a:path w="26" h="81">
                  <a:moveTo>
                    <a:pt x="25" y="51"/>
                  </a:moveTo>
                  <a:cubicBezTo>
                    <a:pt x="26" y="54"/>
                    <a:pt x="26" y="61"/>
                    <a:pt x="26" y="64"/>
                  </a:cubicBezTo>
                  <a:cubicBezTo>
                    <a:pt x="26" y="66"/>
                    <a:pt x="26" y="69"/>
                    <a:pt x="25" y="71"/>
                  </a:cubicBezTo>
                  <a:cubicBezTo>
                    <a:pt x="25" y="73"/>
                    <a:pt x="23" y="77"/>
                    <a:pt x="22" y="79"/>
                  </a:cubicBezTo>
                  <a:cubicBezTo>
                    <a:pt x="21" y="80"/>
                    <a:pt x="20" y="81"/>
                    <a:pt x="19" y="81"/>
                  </a:cubicBezTo>
                  <a:cubicBezTo>
                    <a:pt x="18" y="81"/>
                    <a:pt x="17" y="79"/>
                    <a:pt x="16" y="78"/>
                  </a:cubicBezTo>
                  <a:cubicBezTo>
                    <a:pt x="16" y="77"/>
                    <a:pt x="15" y="74"/>
                    <a:pt x="15" y="72"/>
                  </a:cubicBezTo>
                  <a:cubicBezTo>
                    <a:pt x="14" y="70"/>
                    <a:pt x="13" y="67"/>
                    <a:pt x="13" y="66"/>
                  </a:cubicBezTo>
                  <a:cubicBezTo>
                    <a:pt x="12" y="63"/>
                    <a:pt x="9" y="59"/>
                    <a:pt x="8" y="57"/>
                  </a:cubicBezTo>
                  <a:cubicBezTo>
                    <a:pt x="7" y="56"/>
                    <a:pt x="6" y="54"/>
                    <a:pt x="6" y="52"/>
                  </a:cubicBezTo>
                  <a:cubicBezTo>
                    <a:pt x="6" y="50"/>
                    <a:pt x="6" y="45"/>
                    <a:pt x="6" y="43"/>
                  </a:cubicBezTo>
                  <a:cubicBezTo>
                    <a:pt x="5" y="39"/>
                    <a:pt x="4" y="33"/>
                    <a:pt x="3" y="30"/>
                  </a:cubicBezTo>
                  <a:cubicBezTo>
                    <a:pt x="3" y="27"/>
                    <a:pt x="2" y="22"/>
                    <a:pt x="2" y="20"/>
                  </a:cubicBezTo>
                  <a:cubicBezTo>
                    <a:pt x="2" y="17"/>
                    <a:pt x="0" y="10"/>
                    <a:pt x="0" y="6"/>
                  </a:cubicBezTo>
                  <a:cubicBezTo>
                    <a:pt x="0" y="5"/>
                    <a:pt x="1" y="3"/>
                    <a:pt x="2" y="1"/>
                  </a:cubicBezTo>
                  <a:cubicBezTo>
                    <a:pt x="2" y="1"/>
                    <a:pt x="3" y="0"/>
                    <a:pt x="4" y="0"/>
                  </a:cubicBezTo>
                  <a:cubicBezTo>
                    <a:pt x="5" y="0"/>
                    <a:pt x="7" y="1"/>
                    <a:pt x="8" y="2"/>
                  </a:cubicBezTo>
                  <a:cubicBezTo>
                    <a:pt x="9" y="4"/>
                    <a:pt x="11" y="8"/>
                    <a:pt x="12" y="10"/>
                  </a:cubicBezTo>
                  <a:cubicBezTo>
                    <a:pt x="13" y="11"/>
                    <a:pt x="15" y="13"/>
                    <a:pt x="15" y="15"/>
                  </a:cubicBezTo>
                  <a:cubicBezTo>
                    <a:pt x="17" y="18"/>
                    <a:pt x="18" y="24"/>
                    <a:pt x="19" y="27"/>
                  </a:cubicBezTo>
                  <a:cubicBezTo>
                    <a:pt x="20" y="30"/>
                    <a:pt x="22" y="37"/>
                    <a:pt x="23" y="40"/>
                  </a:cubicBezTo>
                  <a:cubicBezTo>
                    <a:pt x="24" y="43"/>
                    <a:pt x="25" y="48"/>
                    <a:pt x="25" y="5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59"/>
            <p:cNvSpPr>
              <a:spLocks/>
            </p:cNvSpPr>
            <p:nvPr/>
          </p:nvSpPr>
          <p:spPr bwMode="auto">
            <a:xfrm>
              <a:off x="4470401" y="2420938"/>
              <a:ext cx="69850" cy="85725"/>
            </a:xfrm>
            <a:custGeom>
              <a:avLst/>
              <a:gdLst/>
              <a:ahLst/>
              <a:cxnLst>
                <a:cxn ang="0">
                  <a:pos x="53" y="46"/>
                </a:cxn>
                <a:cxn ang="0">
                  <a:pos x="53" y="52"/>
                </a:cxn>
                <a:cxn ang="0">
                  <a:pos x="53" y="57"/>
                </a:cxn>
                <a:cxn ang="0">
                  <a:pos x="51" y="62"/>
                </a:cxn>
                <a:cxn ang="0">
                  <a:pos x="47" y="65"/>
                </a:cxn>
                <a:cxn ang="0">
                  <a:pos x="43" y="63"/>
                </a:cxn>
                <a:cxn ang="0">
                  <a:pos x="38" y="59"/>
                </a:cxn>
                <a:cxn ang="0">
                  <a:pos x="32" y="54"/>
                </a:cxn>
                <a:cxn ang="0">
                  <a:pos x="27" y="51"/>
                </a:cxn>
                <a:cxn ang="0">
                  <a:pos x="18" y="45"/>
                </a:cxn>
                <a:cxn ang="0">
                  <a:pos x="11" y="40"/>
                </a:cxn>
                <a:cxn ang="0">
                  <a:pos x="7" y="33"/>
                </a:cxn>
                <a:cxn ang="0">
                  <a:pos x="2" y="28"/>
                </a:cxn>
                <a:cxn ang="0">
                  <a:pos x="1" y="13"/>
                </a:cxn>
                <a:cxn ang="0">
                  <a:pos x="1" y="4"/>
                </a:cxn>
                <a:cxn ang="0">
                  <a:pos x="5" y="0"/>
                </a:cxn>
                <a:cxn ang="0">
                  <a:pos x="12" y="4"/>
                </a:cxn>
                <a:cxn ang="0">
                  <a:pos x="15" y="7"/>
                </a:cxn>
                <a:cxn ang="0">
                  <a:pos x="17" y="10"/>
                </a:cxn>
                <a:cxn ang="0">
                  <a:pos x="19" y="15"/>
                </a:cxn>
                <a:cxn ang="0">
                  <a:pos x="28" y="22"/>
                </a:cxn>
                <a:cxn ang="0">
                  <a:pos x="37" y="31"/>
                </a:cxn>
                <a:cxn ang="0">
                  <a:pos x="43" y="35"/>
                </a:cxn>
                <a:cxn ang="0">
                  <a:pos x="50" y="40"/>
                </a:cxn>
                <a:cxn ang="0">
                  <a:pos x="53" y="46"/>
                </a:cxn>
              </a:cxnLst>
              <a:rect l="0" t="0" r="r" b="b"/>
              <a:pathLst>
                <a:path w="53" h="65">
                  <a:moveTo>
                    <a:pt x="53" y="46"/>
                  </a:moveTo>
                  <a:cubicBezTo>
                    <a:pt x="53" y="48"/>
                    <a:pt x="53" y="51"/>
                    <a:pt x="53" y="52"/>
                  </a:cubicBezTo>
                  <a:cubicBezTo>
                    <a:pt x="53" y="53"/>
                    <a:pt x="53" y="56"/>
                    <a:pt x="53" y="57"/>
                  </a:cubicBezTo>
                  <a:cubicBezTo>
                    <a:pt x="52" y="58"/>
                    <a:pt x="52" y="60"/>
                    <a:pt x="51" y="62"/>
                  </a:cubicBezTo>
                  <a:cubicBezTo>
                    <a:pt x="50" y="63"/>
                    <a:pt x="49" y="65"/>
                    <a:pt x="47" y="65"/>
                  </a:cubicBezTo>
                  <a:cubicBezTo>
                    <a:pt x="46" y="65"/>
                    <a:pt x="44" y="64"/>
                    <a:pt x="43" y="63"/>
                  </a:cubicBezTo>
                  <a:cubicBezTo>
                    <a:pt x="41" y="62"/>
                    <a:pt x="39" y="60"/>
                    <a:pt x="38" y="59"/>
                  </a:cubicBezTo>
                  <a:cubicBezTo>
                    <a:pt x="36" y="58"/>
                    <a:pt x="33" y="56"/>
                    <a:pt x="32" y="54"/>
                  </a:cubicBezTo>
                  <a:cubicBezTo>
                    <a:pt x="31" y="54"/>
                    <a:pt x="28" y="52"/>
                    <a:pt x="27" y="51"/>
                  </a:cubicBezTo>
                  <a:cubicBezTo>
                    <a:pt x="25" y="49"/>
                    <a:pt x="20" y="47"/>
                    <a:pt x="18" y="45"/>
                  </a:cubicBezTo>
                  <a:cubicBezTo>
                    <a:pt x="16" y="44"/>
                    <a:pt x="13" y="42"/>
                    <a:pt x="11" y="40"/>
                  </a:cubicBezTo>
                  <a:cubicBezTo>
                    <a:pt x="9" y="38"/>
                    <a:pt x="8" y="35"/>
                    <a:pt x="7" y="33"/>
                  </a:cubicBezTo>
                  <a:cubicBezTo>
                    <a:pt x="6" y="32"/>
                    <a:pt x="3" y="30"/>
                    <a:pt x="2" y="28"/>
                  </a:cubicBezTo>
                  <a:cubicBezTo>
                    <a:pt x="0" y="25"/>
                    <a:pt x="2" y="17"/>
                    <a:pt x="1" y="13"/>
                  </a:cubicBezTo>
                  <a:cubicBezTo>
                    <a:pt x="1" y="11"/>
                    <a:pt x="1" y="6"/>
                    <a:pt x="1" y="4"/>
                  </a:cubicBezTo>
                  <a:cubicBezTo>
                    <a:pt x="2" y="2"/>
                    <a:pt x="3" y="0"/>
                    <a:pt x="5" y="0"/>
                  </a:cubicBezTo>
                  <a:cubicBezTo>
                    <a:pt x="7" y="0"/>
                    <a:pt x="11" y="2"/>
                    <a:pt x="12" y="4"/>
                  </a:cubicBezTo>
                  <a:cubicBezTo>
                    <a:pt x="13" y="4"/>
                    <a:pt x="14" y="6"/>
                    <a:pt x="15" y="7"/>
                  </a:cubicBezTo>
                  <a:cubicBezTo>
                    <a:pt x="16" y="7"/>
                    <a:pt x="17" y="9"/>
                    <a:pt x="17" y="10"/>
                  </a:cubicBezTo>
                  <a:cubicBezTo>
                    <a:pt x="18" y="11"/>
                    <a:pt x="18" y="14"/>
                    <a:pt x="19" y="15"/>
                  </a:cubicBezTo>
                  <a:cubicBezTo>
                    <a:pt x="21" y="18"/>
                    <a:pt x="25" y="20"/>
                    <a:pt x="28" y="22"/>
                  </a:cubicBezTo>
                  <a:cubicBezTo>
                    <a:pt x="30" y="24"/>
                    <a:pt x="34" y="29"/>
                    <a:pt x="37" y="31"/>
                  </a:cubicBezTo>
                  <a:cubicBezTo>
                    <a:pt x="38" y="32"/>
                    <a:pt x="42" y="33"/>
                    <a:pt x="43" y="35"/>
                  </a:cubicBezTo>
                  <a:cubicBezTo>
                    <a:pt x="45" y="36"/>
                    <a:pt x="48" y="38"/>
                    <a:pt x="50" y="40"/>
                  </a:cubicBezTo>
                  <a:cubicBezTo>
                    <a:pt x="51" y="41"/>
                    <a:pt x="52" y="44"/>
                    <a:pt x="53" y="4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60"/>
            <p:cNvSpPr>
              <a:spLocks/>
            </p:cNvSpPr>
            <p:nvPr/>
          </p:nvSpPr>
          <p:spPr bwMode="auto">
            <a:xfrm>
              <a:off x="4230688" y="3052763"/>
              <a:ext cx="160338" cy="101600"/>
            </a:xfrm>
            <a:custGeom>
              <a:avLst/>
              <a:gdLst/>
              <a:ahLst/>
              <a:cxnLst>
                <a:cxn ang="0">
                  <a:pos x="123" y="9"/>
                </a:cxn>
                <a:cxn ang="0">
                  <a:pos x="121" y="14"/>
                </a:cxn>
                <a:cxn ang="0">
                  <a:pos x="116" y="16"/>
                </a:cxn>
                <a:cxn ang="0">
                  <a:pos x="108" y="22"/>
                </a:cxn>
                <a:cxn ang="0">
                  <a:pos x="102" y="25"/>
                </a:cxn>
                <a:cxn ang="0">
                  <a:pos x="97" y="28"/>
                </a:cxn>
                <a:cxn ang="0">
                  <a:pos x="92" y="31"/>
                </a:cxn>
                <a:cxn ang="0">
                  <a:pos x="85" y="33"/>
                </a:cxn>
                <a:cxn ang="0">
                  <a:pos x="79" y="37"/>
                </a:cxn>
                <a:cxn ang="0">
                  <a:pos x="78" y="42"/>
                </a:cxn>
                <a:cxn ang="0">
                  <a:pos x="71" y="46"/>
                </a:cxn>
                <a:cxn ang="0">
                  <a:pos x="64" y="50"/>
                </a:cxn>
                <a:cxn ang="0">
                  <a:pos x="58" y="52"/>
                </a:cxn>
                <a:cxn ang="0">
                  <a:pos x="52" y="54"/>
                </a:cxn>
                <a:cxn ang="0">
                  <a:pos x="49" y="55"/>
                </a:cxn>
                <a:cxn ang="0">
                  <a:pos x="44" y="60"/>
                </a:cxn>
                <a:cxn ang="0">
                  <a:pos x="35" y="68"/>
                </a:cxn>
                <a:cxn ang="0">
                  <a:pos x="29" y="72"/>
                </a:cxn>
                <a:cxn ang="0">
                  <a:pos x="20" y="76"/>
                </a:cxn>
                <a:cxn ang="0">
                  <a:pos x="12" y="79"/>
                </a:cxn>
                <a:cxn ang="0">
                  <a:pos x="6" y="77"/>
                </a:cxn>
                <a:cxn ang="0">
                  <a:pos x="1" y="76"/>
                </a:cxn>
                <a:cxn ang="0">
                  <a:pos x="0" y="70"/>
                </a:cxn>
                <a:cxn ang="0">
                  <a:pos x="1" y="67"/>
                </a:cxn>
                <a:cxn ang="0">
                  <a:pos x="9" y="64"/>
                </a:cxn>
                <a:cxn ang="0">
                  <a:pos x="16" y="60"/>
                </a:cxn>
                <a:cxn ang="0">
                  <a:pos x="24" y="55"/>
                </a:cxn>
                <a:cxn ang="0">
                  <a:pos x="31" y="48"/>
                </a:cxn>
                <a:cxn ang="0">
                  <a:pos x="37" y="45"/>
                </a:cxn>
                <a:cxn ang="0">
                  <a:pos x="46" y="37"/>
                </a:cxn>
                <a:cxn ang="0">
                  <a:pos x="56" y="30"/>
                </a:cxn>
                <a:cxn ang="0">
                  <a:pos x="62" y="24"/>
                </a:cxn>
                <a:cxn ang="0">
                  <a:pos x="66" y="19"/>
                </a:cxn>
                <a:cxn ang="0">
                  <a:pos x="71" y="11"/>
                </a:cxn>
                <a:cxn ang="0">
                  <a:pos x="79" y="7"/>
                </a:cxn>
                <a:cxn ang="0">
                  <a:pos x="86" y="3"/>
                </a:cxn>
                <a:cxn ang="0">
                  <a:pos x="93" y="0"/>
                </a:cxn>
                <a:cxn ang="0">
                  <a:pos x="100" y="0"/>
                </a:cxn>
                <a:cxn ang="0">
                  <a:pos x="107" y="0"/>
                </a:cxn>
                <a:cxn ang="0">
                  <a:pos x="112" y="2"/>
                </a:cxn>
                <a:cxn ang="0">
                  <a:pos x="116" y="4"/>
                </a:cxn>
                <a:cxn ang="0">
                  <a:pos x="120" y="6"/>
                </a:cxn>
                <a:cxn ang="0">
                  <a:pos x="123" y="9"/>
                </a:cxn>
              </a:cxnLst>
              <a:rect l="0" t="0" r="r" b="b"/>
              <a:pathLst>
                <a:path w="123" h="79">
                  <a:moveTo>
                    <a:pt x="123" y="9"/>
                  </a:moveTo>
                  <a:cubicBezTo>
                    <a:pt x="123" y="10"/>
                    <a:pt x="122" y="13"/>
                    <a:pt x="121" y="14"/>
                  </a:cubicBezTo>
                  <a:cubicBezTo>
                    <a:pt x="120" y="15"/>
                    <a:pt x="118" y="15"/>
                    <a:pt x="116" y="16"/>
                  </a:cubicBezTo>
                  <a:cubicBezTo>
                    <a:pt x="114" y="17"/>
                    <a:pt x="111" y="20"/>
                    <a:pt x="108" y="22"/>
                  </a:cubicBezTo>
                  <a:cubicBezTo>
                    <a:pt x="106" y="23"/>
                    <a:pt x="104" y="24"/>
                    <a:pt x="102" y="25"/>
                  </a:cubicBezTo>
                  <a:cubicBezTo>
                    <a:pt x="101" y="25"/>
                    <a:pt x="98" y="27"/>
                    <a:pt x="97" y="28"/>
                  </a:cubicBezTo>
                  <a:cubicBezTo>
                    <a:pt x="96" y="29"/>
                    <a:pt x="93" y="31"/>
                    <a:pt x="92" y="31"/>
                  </a:cubicBezTo>
                  <a:cubicBezTo>
                    <a:pt x="90" y="32"/>
                    <a:pt x="86" y="33"/>
                    <a:pt x="85" y="33"/>
                  </a:cubicBezTo>
                  <a:cubicBezTo>
                    <a:pt x="83" y="34"/>
                    <a:pt x="80" y="35"/>
                    <a:pt x="79" y="37"/>
                  </a:cubicBezTo>
                  <a:cubicBezTo>
                    <a:pt x="78" y="38"/>
                    <a:pt x="78" y="41"/>
                    <a:pt x="78" y="42"/>
                  </a:cubicBezTo>
                  <a:cubicBezTo>
                    <a:pt x="76" y="43"/>
                    <a:pt x="72" y="45"/>
                    <a:pt x="71" y="46"/>
                  </a:cubicBezTo>
                  <a:cubicBezTo>
                    <a:pt x="69" y="47"/>
                    <a:pt x="66" y="49"/>
                    <a:pt x="64" y="50"/>
                  </a:cubicBezTo>
                  <a:cubicBezTo>
                    <a:pt x="63" y="51"/>
                    <a:pt x="60" y="52"/>
                    <a:pt x="58" y="52"/>
                  </a:cubicBezTo>
                  <a:cubicBezTo>
                    <a:pt x="57" y="52"/>
                    <a:pt x="53" y="53"/>
                    <a:pt x="52" y="54"/>
                  </a:cubicBezTo>
                  <a:cubicBezTo>
                    <a:pt x="51" y="54"/>
                    <a:pt x="49" y="54"/>
                    <a:pt x="49" y="55"/>
                  </a:cubicBezTo>
                  <a:cubicBezTo>
                    <a:pt x="47" y="56"/>
                    <a:pt x="45" y="59"/>
                    <a:pt x="44" y="60"/>
                  </a:cubicBezTo>
                  <a:cubicBezTo>
                    <a:pt x="42" y="62"/>
                    <a:pt x="37" y="67"/>
                    <a:pt x="35" y="68"/>
                  </a:cubicBezTo>
                  <a:cubicBezTo>
                    <a:pt x="34" y="70"/>
                    <a:pt x="30" y="72"/>
                    <a:pt x="29" y="72"/>
                  </a:cubicBezTo>
                  <a:cubicBezTo>
                    <a:pt x="27" y="74"/>
                    <a:pt x="22" y="75"/>
                    <a:pt x="20" y="76"/>
                  </a:cubicBezTo>
                  <a:cubicBezTo>
                    <a:pt x="18" y="77"/>
                    <a:pt x="14" y="78"/>
                    <a:pt x="12" y="79"/>
                  </a:cubicBezTo>
                  <a:cubicBezTo>
                    <a:pt x="11" y="79"/>
                    <a:pt x="8" y="78"/>
                    <a:pt x="6" y="77"/>
                  </a:cubicBezTo>
                  <a:cubicBezTo>
                    <a:pt x="5" y="77"/>
                    <a:pt x="2" y="77"/>
                    <a:pt x="1" y="76"/>
                  </a:cubicBezTo>
                  <a:cubicBezTo>
                    <a:pt x="0" y="75"/>
                    <a:pt x="0" y="72"/>
                    <a:pt x="0" y="70"/>
                  </a:cubicBezTo>
                  <a:cubicBezTo>
                    <a:pt x="0" y="69"/>
                    <a:pt x="1" y="67"/>
                    <a:pt x="1" y="67"/>
                  </a:cubicBezTo>
                  <a:cubicBezTo>
                    <a:pt x="3" y="65"/>
                    <a:pt x="7" y="64"/>
                    <a:pt x="9" y="64"/>
                  </a:cubicBezTo>
                  <a:cubicBezTo>
                    <a:pt x="10" y="63"/>
                    <a:pt x="14" y="61"/>
                    <a:pt x="16" y="60"/>
                  </a:cubicBezTo>
                  <a:cubicBezTo>
                    <a:pt x="18" y="58"/>
                    <a:pt x="22" y="56"/>
                    <a:pt x="24" y="55"/>
                  </a:cubicBezTo>
                  <a:cubicBezTo>
                    <a:pt x="26" y="53"/>
                    <a:pt x="29" y="49"/>
                    <a:pt x="31" y="48"/>
                  </a:cubicBezTo>
                  <a:cubicBezTo>
                    <a:pt x="32" y="47"/>
                    <a:pt x="36" y="46"/>
                    <a:pt x="37" y="45"/>
                  </a:cubicBezTo>
                  <a:cubicBezTo>
                    <a:pt x="40" y="44"/>
                    <a:pt x="43" y="39"/>
                    <a:pt x="46" y="37"/>
                  </a:cubicBezTo>
                  <a:cubicBezTo>
                    <a:pt x="48" y="35"/>
                    <a:pt x="54" y="32"/>
                    <a:pt x="56" y="30"/>
                  </a:cubicBezTo>
                  <a:cubicBezTo>
                    <a:pt x="58" y="29"/>
                    <a:pt x="60" y="26"/>
                    <a:pt x="62" y="24"/>
                  </a:cubicBezTo>
                  <a:cubicBezTo>
                    <a:pt x="63" y="23"/>
                    <a:pt x="65" y="20"/>
                    <a:pt x="66" y="19"/>
                  </a:cubicBezTo>
                  <a:cubicBezTo>
                    <a:pt x="67" y="17"/>
                    <a:pt x="70" y="13"/>
                    <a:pt x="71" y="11"/>
                  </a:cubicBezTo>
                  <a:cubicBezTo>
                    <a:pt x="73" y="10"/>
                    <a:pt x="77" y="8"/>
                    <a:pt x="79" y="7"/>
                  </a:cubicBezTo>
                  <a:cubicBezTo>
                    <a:pt x="81" y="6"/>
                    <a:pt x="85" y="4"/>
                    <a:pt x="86" y="3"/>
                  </a:cubicBezTo>
                  <a:cubicBezTo>
                    <a:pt x="88" y="3"/>
                    <a:pt x="91" y="1"/>
                    <a:pt x="93" y="0"/>
                  </a:cubicBezTo>
                  <a:cubicBezTo>
                    <a:pt x="95" y="0"/>
                    <a:pt x="98" y="0"/>
                    <a:pt x="100" y="0"/>
                  </a:cubicBezTo>
                  <a:cubicBezTo>
                    <a:pt x="102" y="0"/>
                    <a:pt x="105" y="0"/>
                    <a:pt x="107" y="0"/>
                  </a:cubicBezTo>
                  <a:cubicBezTo>
                    <a:pt x="108" y="1"/>
                    <a:pt x="111" y="2"/>
                    <a:pt x="112" y="2"/>
                  </a:cubicBezTo>
                  <a:cubicBezTo>
                    <a:pt x="113" y="3"/>
                    <a:pt x="115" y="3"/>
                    <a:pt x="116" y="4"/>
                  </a:cubicBezTo>
                  <a:cubicBezTo>
                    <a:pt x="117" y="4"/>
                    <a:pt x="119" y="5"/>
                    <a:pt x="120" y="6"/>
                  </a:cubicBezTo>
                  <a:cubicBezTo>
                    <a:pt x="121" y="7"/>
                    <a:pt x="123" y="8"/>
                    <a:pt x="123"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61"/>
            <p:cNvSpPr>
              <a:spLocks/>
            </p:cNvSpPr>
            <p:nvPr/>
          </p:nvSpPr>
          <p:spPr bwMode="auto">
            <a:xfrm>
              <a:off x="3965576" y="3059113"/>
              <a:ext cx="206375" cy="141288"/>
            </a:xfrm>
            <a:custGeom>
              <a:avLst/>
              <a:gdLst/>
              <a:ahLst/>
              <a:cxnLst>
                <a:cxn ang="0">
                  <a:pos x="156" y="95"/>
                </a:cxn>
                <a:cxn ang="0">
                  <a:pos x="157" y="99"/>
                </a:cxn>
                <a:cxn ang="0">
                  <a:pos x="152" y="102"/>
                </a:cxn>
                <a:cxn ang="0">
                  <a:pos x="145" y="102"/>
                </a:cxn>
                <a:cxn ang="0">
                  <a:pos x="140" y="100"/>
                </a:cxn>
                <a:cxn ang="0">
                  <a:pos x="131" y="101"/>
                </a:cxn>
                <a:cxn ang="0">
                  <a:pos x="122" y="104"/>
                </a:cxn>
                <a:cxn ang="0">
                  <a:pos x="114" y="107"/>
                </a:cxn>
                <a:cxn ang="0">
                  <a:pos x="104" y="108"/>
                </a:cxn>
                <a:cxn ang="0">
                  <a:pos x="98" y="104"/>
                </a:cxn>
                <a:cxn ang="0">
                  <a:pos x="92" y="100"/>
                </a:cxn>
                <a:cxn ang="0">
                  <a:pos x="86" y="96"/>
                </a:cxn>
                <a:cxn ang="0">
                  <a:pos x="79" y="94"/>
                </a:cxn>
                <a:cxn ang="0">
                  <a:pos x="71" y="93"/>
                </a:cxn>
                <a:cxn ang="0">
                  <a:pos x="67" y="92"/>
                </a:cxn>
                <a:cxn ang="0">
                  <a:pos x="64" y="88"/>
                </a:cxn>
                <a:cxn ang="0">
                  <a:pos x="62" y="86"/>
                </a:cxn>
                <a:cxn ang="0">
                  <a:pos x="61" y="80"/>
                </a:cxn>
                <a:cxn ang="0">
                  <a:pos x="61" y="76"/>
                </a:cxn>
                <a:cxn ang="0">
                  <a:pos x="56" y="75"/>
                </a:cxn>
                <a:cxn ang="0">
                  <a:pos x="52" y="71"/>
                </a:cxn>
                <a:cxn ang="0">
                  <a:pos x="48" y="68"/>
                </a:cxn>
                <a:cxn ang="0">
                  <a:pos x="43" y="64"/>
                </a:cxn>
                <a:cxn ang="0">
                  <a:pos x="38" y="60"/>
                </a:cxn>
                <a:cxn ang="0">
                  <a:pos x="32" y="58"/>
                </a:cxn>
                <a:cxn ang="0">
                  <a:pos x="28" y="58"/>
                </a:cxn>
                <a:cxn ang="0">
                  <a:pos x="23" y="53"/>
                </a:cxn>
                <a:cxn ang="0">
                  <a:pos x="17" y="46"/>
                </a:cxn>
                <a:cxn ang="0">
                  <a:pos x="15" y="43"/>
                </a:cxn>
                <a:cxn ang="0">
                  <a:pos x="13" y="38"/>
                </a:cxn>
                <a:cxn ang="0">
                  <a:pos x="10" y="35"/>
                </a:cxn>
                <a:cxn ang="0">
                  <a:pos x="5" y="33"/>
                </a:cxn>
                <a:cxn ang="0">
                  <a:pos x="1" y="31"/>
                </a:cxn>
                <a:cxn ang="0">
                  <a:pos x="1" y="25"/>
                </a:cxn>
                <a:cxn ang="0">
                  <a:pos x="4" y="19"/>
                </a:cxn>
                <a:cxn ang="0">
                  <a:pos x="2" y="12"/>
                </a:cxn>
                <a:cxn ang="0">
                  <a:pos x="2" y="4"/>
                </a:cxn>
                <a:cxn ang="0">
                  <a:pos x="7" y="0"/>
                </a:cxn>
                <a:cxn ang="0">
                  <a:pos x="14" y="8"/>
                </a:cxn>
                <a:cxn ang="0">
                  <a:pos x="24" y="19"/>
                </a:cxn>
                <a:cxn ang="0">
                  <a:pos x="32" y="25"/>
                </a:cxn>
                <a:cxn ang="0">
                  <a:pos x="40" y="28"/>
                </a:cxn>
                <a:cxn ang="0">
                  <a:pos x="47" y="36"/>
                </a:cxn>
                <a:cxn ang="0">
                  <a:pos x="50" y="38"/>
                </a:cxn>
                <a:cxn ang="0">
                  <a:pos x="51" y="43"/>
                </a:cxn>
                <a:cxn ang="0">
                  <a:pos x="56" y="45"/>
                </a:cxn>
                <a:cxn ang="0">
                  <a:pos x="65" y="48"/>
                </a:cxn>
                <a:cxn ang="0">
                  <a:pos x="74" y="52"/>
                </a:cxn>
                <a:cxn ang="0">
                  <a:pos x="85" y="62"/>
                </a:cxn>
                <a:cxn ang="0">
                  <a:pos x="90" y="70"/>
                </a:cxn>
                <a:cxn ang="0">
                  <a:pos x="90" y="75"/>
                </a:cxn>
                <a:cxn ang="0">
                  <a:pos x="98" y="79"/>
                </a:cxn>
                <a:cxn ang="0">
                  <a:pos x="106" y="79"/>
                </a:cxn>
                <a:cxn ang="0">
                  <a:pos x="115" y="77"/>
                </a:cxn>
                <a:cxn ang="0">
                  <a:pos x="123" y="79"/>
                </a:cxn>
                <a:cxn ang="0">
                  <a:pos x="130" y="80"/>
                </a:cxn>
                <a:cxn ang="0">
                  <a:pos x="139" y="77"/>
                </a:cxn>
                <a:cxn ang="0">
                  <a:pos x="144" y="80"/>
                </a:cxn>
                <a:cxn ang="0">
                  <a:pos x="148" y="81"/>
                </a:cxn>
                <a:cxn ang="0">
                  <a:pos x="150" y="88"/>
                </a:cxn>
                <a:cxn ang="0">
                  <a:pos x="153" y="92"/>
                </a:cxn>
                <a:cxn ang="0">
                  <a:pos x="156" y="95"/>
                </a:cxn>
              </a:cxnLst>
              <a:rect l="0" t="0" r="r" b="b"/>
              <a:pathLst>
                <a:path w="158" h="108">
                  <a:moveTo>
                    <a:pt x="156" y="95"/>
                  </a:moveTo>
                  <a:cubicBezTo>
                    <a:pt x="157" y="96"/>
                    <a:pt x="158" y="98"/>
                    <a:pt x="157" y="99"/>
                  </a:cubicBezTo>
                  <a:cubicBezTo>
                    <a:pt x="157" y="100"/>
                    <a:pt x="153" y="101"/>
                    <a:pt x="152" y="102"/>
                  </a:cubicBezTo>
                  <a:cubicBezTo>
                    <a:pt x="150" y="102"/>
                    <a:pt x="147" y="103"/>
                    <a:pt x="145" y="102"/>
                  </a:cubicBezTo>
                  <a:cubicBezTo>
                    <a:pt x="143" y="102"/>
                    <a:pt x="141" y="100"/>
                    <a:pt x="140" y="100"/>
                  </a:cubicBezTo>
                  <a:cubicBezTo>
                    <a:pt x="137" y="100"/>
                    <a:pt x="133" y="100"/>
                    <a:pt x="131" y="101"/>
                  </a:cubicBezTo>
                  <a:cubicBezTo>
                    <a:pt x="128" y="101"/>
                    <a:pt x="124" y="103"/>
                    <a:pt x="122" y="104"/>
                  </a:cubicBezTo>
                  <a:cubicBezTo>
                    <a:pt x="120" y="104"/>
                    <a:pt x="116" y="107"/>
                    <a:pt x="114" y="107"/>
                  </a:cubicBezTo>
                  <a:cubicBezTo>
                    <a:pt x="111" y="108"/>
                    <a:pt x="106" y="108"/>
                    <a:pt x="104" y="108"/>
                  </a:cubicBezTo>
                  <a:cubicBezTo>
                    <a:pt x="102" y="107"/>
                    <a:pt x="99" y="105"/>
                    <a:pt x="98" y="104"/>
                  </a:cubicBezTo>
                  <a:cubicBezTo>
                    <a:pt x="96" y="104"/>
                    <a:pt x="94" y="101"/>
                    <a:pt x="92" y="100"/>
                  </a:cubicBezTo>
                  <a:cubicBezTo>
                    <a:pt x="91" y="99"/>
                    <a:pt x="88" y="97"/>
                    <a:pt x="86" y="96"/>
                  </a:cubicBezTo>
                  <a:cubicBezTo>
                    <a:pt x="84" y="96"/>
                    <a:pt x="81" y="95"/>
                    <a:pt x="79" y="94"/>
                  </a:cubicBezTo>
                  <a:cubicBezTo>
                    <a:pt x="77" y="94"/>
                    <a:pt x="73" y="94"/>
                    <a:pt x="71" y="93"/>
                  </a:cubicBezTo>
                  <a:cubicBezTo>
                    <a:pt x="70" y="93"/>
                    <a:pt x="68" y="92"/>
                    <a:pt x="67" y="92"/>
                  </a:cubicBezTo>
                  <a:cubicBezTo>
                    <a:pt x="67" y="91"/>
                    <a:pt x="65" y="89"/>
                    <a:pt x="64" y="88"/>
                  </a:cubicBezTo>
                  <a:cubicBezTo>
                    <a:pt x="64" y="88"/>
                    <a:pt x="62" y="87"/>
                    <a:pt x="62" y="86"/>
                  </a:cubicBezTo>
                  <a:cubicBezTo>
                    <a:pt x="61" y="85"/>
                    <a:pt x="61" y="82"/>
                    <a:pt x="61" y="80"/>
                  </a:cubicBezTo>
                  <a:cubicBezTo>
                    <a:pt x="61" y="79"/>
                    <a:pt x="62" y="77"/>
                    <a:pt x="61" y="76"/>
                  </a:cubicBezTo>
                  <a:cubicBezTo>
                    <a:pt x="60" y="75"/>
                    <a:pt x="57" y="75"/>
                    <a:pt x="56" y="75"/>
                  </a:cubicBezTo>
                  <a:cubicBezTo>
                    <a:pt x="55" y="74"/>
                    <a:pt x="53" y="72"/>
                    <a:pt x="52" y="71"/>
                  </a:cubicBezTo>
                  <a:cubicBezTo>
                    <a:pt x="51" y="70"/>
                    <a:pt x="49" y="69"/>
                    <a:pt x="48" y="68"/>
                  </a:cubicBezTo>
                  <a:cubicBezTo>
                    <a:pt x="47" y="66"/>
                    <a:pt x="45" y="65"/>
                    <a:pt x="43" y="64"/>
                  </a:cubicBezTo>
                  <a:cubicBezTo>
                    <a:pt x="42" y="63"/>
                    <a:pt x="39" y="60"/>
                    <a:pt x="38" y="60"/>
                  </a:cubicBezTo>
                  <a:cubicBezTo>
                    <a:pt x="36" y="59"/>
                    <a:pt x="33" y="59"/>
                    <a:pt x="32" y="58"/>
                  </a:cubicBezTo>
                  <a:cubicBezTo>
                    <a:pt x="31" y="58"/>
                    <a:pt x="29" y="58"/>
                    <a:pt x="28" y="58"/>
                  </a:cubicBezTo>
                  <a:cubicBezTo>
                    <a:pt x="26" y="57"/>
                    <a:pt x="24" y="54"/>
                    <a:pt x="23" y="53"/>
                  </a:cubicBezTo>
                  <a:cubicBezTo>
                    <a:pt x="22" y="52"/>
                    <a:pt x="19" y="48"/>
                    <a:pt x="17" y="46"/>
                  </a:cubicBezTo>
                  <a:cubicBezTo>
                    <a:pt x="17" y="46"/>
                    <a:pt x="15" y="44"/>
                    <a:pt x="15" y="43"/>
                  </a:cubicBezTo>
                  <a:cubicBezTo>
                    <a:pt x="14" y="41"/>
                    <a:pt x="13" y="39"/>
                    <a:pt x="13" y="38"/>
                  </a:cubicBezTo>
                  <a:cubicBezTo>
                    <a:pt x="12" y="37"/>
                    <a:pt x="11" y="35"/>
                    <a:pt x="10" y="35"/>
                  </a:cubicBezTo>
                  <a:cubicBezTo>
                    <a:pt x="9" y="34"/>
                    <a:pt x="6" y="34"/>
                    <a:pt x="5" y="33"/>
                  </a:cubicBezTo>
                  <a:cubicBezTo>
                    <a:pt x="3" y="33"/>
                    <a:pt x="2" y="32"/>
                    <a:pt x="1" y="31"/>
                  </a:cubicBezTo>
                  <a:cubicBezTo>
                    <a:pt x="0" y="30"/>
                    <a:pt x="1" y="26"/>
                    <a:pt x="1" y="25"/>
                  </a:cubicBezTo>
                  <a:cubicBezTo>
                    <a:pt x="1" y="23"/>
                    <a:pt x="4" y="21"/>
                    <a:pt x="4" y="19"/>
                  </a:cubicBezTo>
                  <a:cubicBezTo>
                    <a:pt x="4" y="18"/>
                    <a:pt x="3" y="14"/>
                    <a:pt x="2" y="12"/>
                  </a:cubicBezTo>
                  <a:cubicBezTo>
                    <a:pt x="2" y="10"/>
                    <a:pt x="2" y="6"/>
                    <a:pt x="2" y="4"/>
                  </a:cubicBezTo>
                  <a:cubicBezTo>
                    <a:pt x="3" y="3"/>
                    <a:pt x="5" y="0"/>
                    <a:pt x="7" y="0"/>
                  </a:cubicBezTo>
                  <a:cubicBezTo>
                    <a:pt x="10" y="1"/>
                    <a:pt x="12" y="6"/>
                    <a:pt x="14" y="8"/>
                  </a:cubicBezTo>
                  <a:cubicBezTo>
                    <a:pt x="17" y="12"/>
                    <a:pt x="21" y="17"/>
                    <a:pt x="24" y="19"/>
                  </a:cubicBezTo>
                  <a:cubicBezTo>
                    <a:pt x="26" y="21"/>
                    <a:pt x="29" y="24"/>
                    <a:pt x="32" y="25"/>
                  </a:cubicBezTo>
                  <a:cubicBezTo>
                    <a:pt x="34" y="26"/>
                    <a:pt x="39" y="27"/>
                    <a:pt x="40" y="28"/>
                  </a:cubicBezTo>
                  <a:cubicBezTo>
                    <a:pt x="43" y="29"/>
                    <a:pt x="45" y="34"/>
                    <a:pt x="47" y="36"/>
                  </a:cubicBezTo>
                  <a:cubicBezTo>
                    <a:pt x="47" y="37"/>
                    <a:pt x="49" y="37"/>
                    <a:pt x="50" y="38"/>
                  </a:cubicBezTo>
                  <a:cubicBezTo>
                    <a:pt x="50" y="39"/>
                    <a:pt x="50" y="42"/>
                    <a:pt x="51" y="43"/>
                  </a:cubicBezTo>
                  <a:cubicBezTo>
                    <a:pt x="52" y="44"/>
                    <a:pt x="55" y="44"/>
                    <a:pt x="56" y="45"/>
                  </a:cubicBezTo>
                  <a:cubicBezTo>
                    <a:pt x="59" y="45"/>
                    <a:pt x="63" y="47"/>
                    <a:pt x="65" y="48"/>
                  </a:cubicBezTo>
                  <a:cubicBezTo>
                    <a:pt x="68" y="49"/>
                    <a:pt x="72" y="51"/>
                    <a:pt x="74" y="52"/>
                  </a:cubicBezTo>
                  <a:cubicBezTo>
                    <a:pt x="77" y="54"/>
                    <a:pt x="83" y="59"/>
                    <a:pt x="85" y="62"/>
                  </a:cubicBezTo>
                  <a:cubicBezTo>
                    <a:pt x="87" y="64"/>
                    <a:pt x="89" y="68"/>
                    <a:pt x="90" y="70"/>
                  </a:cubicBezTo>
                  <a:cubicBezTo>
                    <a:pt x="90" y="72"/>
                    <a:pt x="90" y="74"/>
                    <a:pt x="90" y="75"/>
                  </a:cubicBezTo>
                  <a:cubicBezTo>
                    <a:pt x="92" y="77"/>
                    <a:pt x="96" y="78"/>
                    <a:pt x="98" y="79"/>
                  </a:cubicBezTo>
                  <a:cubicBezTo>
                    <a:pt x="100" y="79"/>
                    <a:pt x="104" y="79"/>
                    <a:pt x="106" y="79"/>
                  </a:cubicBezTo>
                  <a:cubicBezTo>
                    <a:pt x="108" y="79"/>
                    <a:pt x="113" y="77"/>
                    <a:pt x="115" y="77"/>
                  </a:cubicBezTo>
                  <a:cubicBezTo>
                    <a:pt x="117" y="78"/>
                    <a:pt x="121" y="79"/>
                    <a:pt x="123" y="79"/>
                  </a:cubicBezTo>
                  <a:cubicBezTo>
                    <a:pt x="125" y="79"/>
                    <a:pt x="128" y="80"/>
                    <a:pt x="130" y="80"/>
                  </a:cubicBezTo>
                  <a:cubicBezTo>
                    <a:pt x="132" y="79"/>
                    <a:pt x="136" y="77"/>
                    <a:pt x="139" y="77"/>
                  </a:cubicBezTo>
                  <a:cubicBezTo>
                    <a:pt x="140" y="78"/>
                    <a:pt x="143" y="79"/>
                    <a:pt x="144" y="80"/>
                  </a:cubicBezTo>
                  <a:cubicBezTo>
                    <a:pt x="145" y="80"/>
                    <a:pt x="148" y="80"/>
                    <a:pt x="148" y="81"/>
                  </a:cubicBezTo>
                  <a:cubicBezTo>
                    <a:pt x="150" y="83"/>
                    <a:pt x="149" y="87"/>
                    <a:pt x="150" y="88"/>
                  </a:cubicBezTo>
                  <a:cubicBezTo>
                    <a:pt x="150" y="90"/>
                    <a:pt x="152" y="91"/>
                    <a:pt x="153" y="92"/>
                  </a:cubicBezTo>
                  <a:cubicBezTo>
                    <a:pt x="154" y="92"/>
                    <a:pt x="156" y="94"/>
                    <a:pt x="156" y="9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62"/>
            <p:cNvSpPr>
              <a:spLocks/>
            </p:cNvSpPr>
            <p:nvPr/>
          </p:nvSpPr>
          <p:spPr bwMode="auto">
            <a:xfrm>
              <a:off x="3405188" y="2481263"/>
              <a:ext cx="165100" cy="144463"/>
            </a:xfrm>
            <a:custGeom>
              <a:avLst/>
              <a:gdLst/>
              <a:ahLst/>
              <a:cxnLst>
                <a:cxn ang="0">
                  <a:pos x="126" y="8"/>
                </a:cxn>
                <a:cxn ang="0">
                  <a:pos x="119" y="14"/>
                </a:cxn>
                <a:cxn ang="0">
                  <a:pos x="110" y="31"/>
                </a:cxn>
                <a:cxn ang="0">
                  <a:pos x="103" y="45"/>
                </a:cxn>
                <a:cxn ang="0">
                  <a:pos x="95" y="63"/>
                </a:cxn>
                <a:cxn ang="0">
                  <a:pos x="84" y="79"/>
                </a:cxn>
                <a:cxn ang="0">
                  <a:pos x="74" y="84"/>
                </a:cxn>
                <a:cxn ang="0">
                  <a:pos x="68" y="96"/>
                </a:cxn>
                <a:cxn ang="0">
                  <a:pos x="57" y="99"/>
                </a:cxn>
                <a:cxn ang="0">
                  <a:pos x="48" y="105"/>
                </a:cxn>
                <a:cxn ang="0">
                  <a:pos x="33" y="110"/>
                </a:cxn>
                <a:cxn ang="0">
                  <a:pos x="23" y="109"/>
                </a:cxn>
                <a:cxn ang="0">
                  <a:pos x="23" y="101"/>
                </a:cxn>
                <a:cxn ang="0">
                  <a:pos x="32" y="96"/>
                </a:cxn>
                <a:cxn ang="0">
                  <a:pos x="44" y="84"/>
                </a:cxn>
                <a:cxn ang="0">
                  <a:pos x="54" y="76"/>
                </a:cxn>
                <a:cxn ang="0">
                  <a:pos x="50" y="69"/>
                </a:cxn>
                <a:cxn ang="0">
                  <a:pos x="46" y="79"/>
                </a:cxn>
                <a:cxn ang="0">
                  <a:pos x="31" y="91"/>
                </a:cxn>
                <a:cxn ang="0">
                  <a:pos x="16" y="101"/>
                </a:cxn>
                <a:cxn ang="0">
                  <a:pos x="4" y="101"/>
                </a:cxn>
                <a:cxn ang="0">
                  <a:pos x="0" y="96"/>
                </a:cxn>
                <a:cxn ang="0">
                  <a:pos x="5" y="91"/>
                </a:cxn>
                <a:cxn ang="0">
                  <a:pos x="21" y="84"/>
                </a:cxn>
                <a:cxn ang="0">
                  <a:pos x="32" y="75"/>
                </a:cxn>
                <a:cxn ang="0">
                  <a:pos x="40" y="66"/>
                </a:cxn>
                <a:cxn ang="0">
                  <a:pos x="54" y="57"/>
                </a:cxn>
                <a:cxn ang="0">
                  <a:pos x="69" y="48"/>
                </a:cxn>
                <a:cxn ang="0">
                  <a:pos x="79" y="41"/>
                </a:cxn>
                <a:cxn ang="0">
                  <a:pos x="85" y="31"/>
                </a:cxn>
                <a:cxn ang="0">
                  <a:pos x="95" y="23"/>
                </a:cxn>
                <a:cxn ang="0">
                  <a:pos x="107" y="12"/>
                </a:cxn>
                <a:cxn ang="0">
                  <a:pos x="121" y="2"/>
                </a:cxn>
              </a:cxnLst>
              <a:rect l="0" t="0" r="r" b="b"/>
              <a:pathLst>
                <a:path w="127" h="111">
                  <a:moveTo>
                    <a:pt x="126" y="1"/>
                  </a:moveTo>
                  <a:cubicBezTo>
                    <a:pt x="127" y="2"/>
                    <a:pt x="126" y="6"/>
                    <a:pt x="126" y="8"/>
                  </a:cubicBezTo>
                  <a:cubicBezTo>
                    <a:pt x="125" y="8"/>
                    <a:pt x="125" y="10"/>
                    <a:pt x="124" y="11"/>
                  </a:cubicBezTo>
                  <a:cubicBezTo>
                    <a:pt x="123" y="12"/>
                    <a:pt x="121" y="13"/>
                    <a:pt x="119" y="14"/>
                  </a:cubicBezTo>
                  <a:cubicBezTo>
                    <a:pt x="117" y="16"/>
                    <a:pt x="114" y="20"/>
                    <a:pt x="113" y="23"/>
                  </a:cubicBezTo>
                  <a:cubicBezTo>
                    <a:pt x="112" y="25"/>
                    <a:pt x="111" y="29"/>
                    <a:pt x="110" y="31"/>
                  </a:cubicBezTo>
                  <a:cubicBezTo>
                    <a:pt x="110" y="33"/>
                    <a:pt x="109" y="37"/>
                    <a:pt x="108" y="39"/>
                  </a:cubicBezTo>
                  <a:cubicBezTo>
                    <a:pt x="107" y="41"/>
                    <a:pt x="104" y="44"/>
                    <a:pt x="103" y="45"/>
                  </a:cubicBezTo>
                  <a:cubicBezTo>
                    <a:pt x="101" y="48"/>
                    <a:pt x="100" y="54"/>
                    <a:pt x="98" y="57"/>
                  </a:cubicBezTo>
                  <a:cubicBezTo>
                    <a:pt x="97" y="59"/>
                    <a:pt x="96" y="62"/>
                    <a:pt x="95" y="63"/>
                  </a:cubicBezTo>
                  <a:cubicBezTo>
                    <a:pt x="93" y="65"/>
                    <a:pt x="91" y="69"/>
                    <a:pt x="89" y="71"/>
                  </a:cubicBezTo>
                  <a:cubicBezTo>
                    <a:pt x="88" y="73"/>
                    <a:pt x="86" y="78"/>
                    <a:pt x="84" y="79"/>
                  </a:cubicBezTo>
                  <a:cubicBezTo>
                    <a:pt x="83" y="80"/>
                    <a:pt x="80" y="80"/>
                    <a:pt x="79" y="81"/>
                  </a:cubicBezTo>
                  <a:cubicBezTo>
                    <a:pt x="78" y="81"/>
                    <a:pt x="75" y="82"/>
                    <a:pt x="74" y="84"/>
                  </a:cubicBezTo>
                  <a:cubicBezTo>
                    <a:pt x="73" y="85"/>
                    <a:pt x="72" y="89"/>
                    <a:pt x="71" y="91"/>
                  </a:cubicBezTo>
                  <a:cubicBezTo>
                    <a:pt x="71" y="92"/>
                    <a:pt x="69" y="95"/>
                    <a:pt x="68" y="96"/>
                  </a:cubicBezTo>
                  <a:cubicBezTo>
                    <a:pt x="67" y="97"/>
                    <a:pt x="65" y="98"/>
                    <a:pt x="63" y="99"/>
                  </a:cubicBezTo>
                  <a:cubicBezTo>
                    <a:pt x="62" y="99"/>
                    <a:pt x="58" y="98"/>
                    <a:pt x="57" y="99"/>
                  </a:cubicBezTo>
                  <a:cubicBezTo>
                    <a:pt x="55" y="99"/>
                    <a:pt x="53" y="100"/>
                    <a:pt x="52" y="101"/>
                  </a:cubicBezTo>
                  <a:cubicBezTo>
                    <a:pt x="51" y="102"/>
                    <a:pt x="49" y="104"/>
                    <a:pt x="48" y="105"/>
                  </a:cubicBezTo>
                  <a:cubicBezTo>
                    <a:pt x="46" y="106"/>
                    <a:pt x="41" y="106"/>
                    <a:pt x="39" y="107"/>
                  </a:cubicBezTo>
                  <a:cubicBezTo>
                    <a:pt x="38" y="108"/>
                    <a:pt x="35" y="109"/>
                    <a:pt x="33" y="110"/>
                  </a:cubicBezTo>
                  <a:cubicBezTo>
                    <a:pt x="32" y="110"/>
                    <a:pt x="29" y="111"/>
                    <a:pt x="27" y="111"/>
                  </a:cubicBezTo>
                  <a:cubicBezTo>
                    <a:pt x="26" y="111"/>
                    <a:pt x="24" y="110"/>
                    <a:pt x="23" y="109"/>
                  </a:cubicBezTo>
                  <a:cubicBezTo>
                    <a:pt x="22" y="108"/>
                    <a:pt x="20" y="105"/>
                    <a:pt x="20" y="103"/>
                  </a:cubicBezTo>
                  <a:cubicBezTo>
                    <a:pt x="20" y="102"/>
                    <a:pt x="22" y="101"/>
                    <a:pt x="23" y="101"/>
                  </a:cubicBezTo>
                  <a:cubicBezTo>
                    <a:pt x="23" y="100"/>
                    <a:pt x="25" y="100"/>
                    <a:pt x="26" y="99"/>
                  </a:cubicBezTo>
                  <a:cubicBezTo>
                    <a:pt x="28" y="98"/>
                    <a:pt x="31" y="97"/>
                    <a:pt x="32" y="96"/>
                  </a:cubicBezTo>
                  <a:cubicBezTo>
                    <a:pt x="34" y="95"/>
                    <a:pt x="37" y="92"/>
                    <a:pt x="39" y="90"/>
                  </a:cubicBezTo>
                  <a:cubicBezTo>
                    <a:pt x="40" y="89"/>
                    <a:pt x="43" y="85"/>
                    <a:pt x="44" y="84"/>
                  </a:cubicBezTo>
                  <a:cubicBezTo>
                    <a:pt x="46" y="82"/>
                    <a:pt x="49" y="81"/>
                    <a:pt x="51" y="79"/>
                  </a:cubicBezTo>
                  <a:cubicBezTo>
                    <a:pt x="52" y="78"/>
                    <a:pt x="53" y="77"/>
                    <a:pt x="54" y="76"/>
                  </a:cubicBezTo>
                  <a:cubicBezTo>
                    <a:pt x="54" y="74"/>
                    <a:pt x="55" y="70"/>
                    <a:pt x="54" y="69"/>
                  </a:cubicBezTo>
                  <a:cubicBezTo>
                    <a:pt x="53" y="68"/>
                    <a:pt x="51" y="69"/>
                    <a:pt x="50" y="69"/>
                  </a:cubicBezTo>
                  <a:cubicBezTo>
                    <a:pt x="49" y="71"/>
                    <a:pt x="50" y="74"/>
                    <a:pt x="49" y="75"/>
                  </a:cubicBezTo>
                  <a:cubicBezTo>
                    <a:pt x="49" y="76"/>
                    <a:pt x="47" y="78"/>
                    <a:pt x="46" y="79"/>
                  </a:cubicBezTo>
                  <a:cubicBezTo>
                    <a:pt x="44" y="81"/>
                    <a:pt x="39" y="85"/>
                    <a:pt x="36" y="87"/>
                  </a:cubicBezTo>
                  <a:cubicBezTo>
                    <a:pt x="35" y="88"/>
                    <a:pt x="32" y="90"/>
                    <a:pt x="31" y="91"/>
                  </a:cubicBezTo>
                  <a:cubicBezTo>
                    <a:pt x="29" y="92"/>
                    <a:pt x="26" y="94"/>
                    <a:pt x="24" y="96"/>
                  </a:cubicBezTo>
                  <a:cubicBezTo>
                    <a:pt x="22" y="97"/>
                    <a:pt x="18" y="100"/>
                    <a:pt x="16" y="101"/>
                  </a:cubicBezTo>
                  <a:cubicBezTo>
                    <a:pt x="14" y="102"/>
                    <a:pt x="10" y="102"/>
                    <a:pt x="8" y="102"/>
                  </a:cubicBezTo>
                  <a:cubicBezTo>
                    <a:pt x="7" y="102"/>
                    <a:pt x="5" y="102"/>
                    <a:pt x="4" y="101"/>
                  </a:cubicBezTo>
                  <a:cubicBezTo>
                    <a:pt x="3" y="100"/>
                    <a:pt x="3" y="99"/>
                    <a:pt x="3" y="98"/>
                  </a:cubicBezTo>
                  <a:cubicBezTo>
                    <a:pt x="2" y="98"/>
                    <a:pt x="1" y="96"/>
                    <a:pt x="0" y="96"/>
                  </a:cubicBezTo>
                  <a:cubicBezTo>
                    <a:pt x="0" y="95"/>
                    <a:pt x="1" y="94"/>
                    <a:pt x="2" y="93"/>
                  </a:cubicBezTo>
                  <a:cubicBezTo>
                    <a:pt x="3" y="93"/>
                    <a:pt x="4" y="91"/>
                    <a:pt x="5" y="91"/>
                  </a:cubicBezTo>
                  <a:cubicBezTo>
                    <a:pt x="7" y="90"/>
                    <a:pt x="10" y="88"/>
                    <a:pt x="11" y="88"/>
                  </a:cubicBezTo>
                  <a:cubicBezTo>
                    <a:pt x="13" y="87"/>
                    <a:pt x="18" y="85"/>
                    <a:pt x="21" y="84"/>
                  </a:cubicBezTo>
                  <a:cubicBezTo>
                    <a:pt x="23" y="83"/>
                    <a:pt x="27" y="82"/>
                    <a:pt x="29" y="80"/>
                  </a:cubicBezTo>
                  <a:cubicBezTo>
                    <a:pt x="30" y="79"/>
                    <a:pt x="31" y="77"/>
                    <a:pt x="32" y="75"/>
                  </a:cubicBezTo>
                  <a:cubicBezTo>
                    <a:pt x="33" y="74"/>
                    <a:pt x="34" y="71"/>
                    <a:pt x="35" y="69"/>
                  </a:cubicBezTo>
                  <a:cubicBezTo>
                    <a:pt x="36" y="68"/>
                    <a:pt x="38" y="66"/>
                    <a:pt x="40" y="66"/>
                  </a:cubicBezTo>
                  <a:cubicBezTo>
                    <a:pt x="42" y="65"/>
                    <a:pt x="45" y="64"/>
                    <a:pt x="46" y="63"/>
                  </a:cubicBezTo>
                  <a:cubicBezTo>
                    <a:pt x="48" y="62"/>
                    <a:pt x="52" y="58"/>
                    <a:pt x="54" y="57"/>
                  </a:cubicBezTo>
                  <a:cubicBezTo>
                    <a:pt x="55" y="55"/>
                    <a:pt x="59" y="51"/>
                    <a:pt x="61" y="50"/>
                  </a:cubicBezTo>
                  <a:cubicBezTo>
                    <a:pt x="63" y="49"/>
                    <a:pt x="67" y="48"/>
                    <a:pt x="69" y="48"/>
                  </a:cubicBezTo>
                  <a:cubicBezTo>
                    <a:pt x="70" y="47"/>
                    <a:pt x="73" y="46"/>
                    <a:pt x="74" y="46"/>
                  </a:cubicBezTo>
                  <a:cubicBezTo>
                    <a:pt x="75" y="45"/>
                    <a:pt x="78" y="42"/>
                    <a:pt x="79" y="41"/>
                  </a:cubicBezTo>
                  <a:cubicBezTo>
                    <a:pt x="80" y="40"/>
                    <a:pt x="83" y="37"/>
                    <a:pt x="84" y="36"/>
                  </a:cubicBezTo>
                  <a:cubicBezTo>
                    <a:pt x="85" y="35"/>
                    <a:pt x="84" y="32"/>
                    <a:pt x="85" y="31"/>
                  </a:cubicBezTo>
                  <a:cubicBezTo>
                    <a:pt x="86" y="31"/>
                    <a:pt x="89" y="31"/>
                    <a:pt x="90" y="30"/>
                  </a:cubicBezTo>
                  <a:cubicBezTo>
                    <a:pt x="92" y="28"/>
                    <a:pt x="94" y="25"/>
                    <a:pt x="95" y="23"/>
                  </a:cubicBezTo>
                  <a:cubicBezTo>
                    <a:pt x="96" y="22"/>
                    <a:pt x="98" y="19"/>
                    <a:pt x="100" y="18"/>
                  </a:cubicBezTo>
                  <a:cubicBezTo>
                    <a:pt x="101" y="16"/>
                    <a:pt x="105" y="13"/>
                    <a:pt x="107" y="12"/>
                  </a:cubicBezTo>
                  <a:cubicBezTo>
                    <a:pt x="108" y="10"/>
                    <a:pt x="112" y="7"/>
                    <a:pt x="114" y="5"/>
                  </a:cubicBezTo>
                  <a:cubicBezTo>
                    <a:pt x="115" y="4"/>
                    <a:pt x="119" y="3"/>
                    <a:pt x="121" y="2"/>
                  </a:cubicBezTo>
                  <a:cubicBezTo>
                    <a:pt x="122" y="2"/>
                    <a:pt x="125" y="0"/>
                    <a:pt x="12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63"/>
            <p:cNvSpPr>
              <a:spLocks/>
            </p:cNvSpPr>
            <p:nvPr/>
          </p:nvSpPr>
          <p:spPr bwMode="auto">
            <a:xfrm>
              <a:off x="3359151" y="2746376"/>
              <a:ext cx="104775" cy="79375"/>
            </a:xfrm>
            <a:custGeom>
              <a:avLst/>
              <a:gdLst/>
              <a:ahLst/>
              <a:cxnLst>
                <a:cxn ang="0">
                  <a:pos x="79" y="7"/>
                </a:cxn>
                <a:cxn ang="0">
                  <a:pos x="80" y="18"/>
                </a:cxn>
                <a:cxn ang="0">
                  <a:pos x="73" y="21"/>
                </a:cxn>
                <a:cxn ang="0">
                  <a:pos x="67" y="28"/>
                </a:cxn>
                <a:cxn ang="0">
                  <a:pos x="60" y="36"/>
                </a:cxn>
                <a:cxn ang="0">
                  <a:pos x="54" y="39"/>
                </a:cxn>
                <a:cxn ang="0">
                  <a:pos x="47" y="41"/>
                </a:cxn>
                <a:cxn ang="0">
                  <a:pos x="40" y="48"/>
                </a:cxn>
                <a:cxn ang="0">
                  <a:pos x="37" y="53"/>
                </a:cxn>
                <a:cxn ang="0">
                  <a:pos x="33" y="57"/>
                </a:cxn>
                <a:cxn ang="0">
                  <a:pos x="25" y="61"/>
                </a:cxn>
                <a:cxn ang="0">
                  <a:pos x="14" y="60"/>
                </a:cxn>
                <a:cxn ang="0">
                  <a:pos x="8" y="57"/>
                </a:cxn>
                <a:cxn ang="0">
                  <a:pos x="2" y="52"/>
                </a:cxn>
                <a:cxn ang="0">
                  <a:pos x="0" y="46"/>
                </a:cxn>
                <a:cxn ang="0">
                  <a:pos x="3" y="39"/>
                </a:cxn>
                <a:cxn ang="0">
                  <a:pos x="7" y="34"/>
                </a:cxn>
                <a:cxn ang="0">
                  <a:pos x="18" y="27"/>
                </a:cxn>
                <a:cxn ang="0">
                  <a:pos x="28" y="18"/>
                </a:cxn>
                <a:cxn ang="0">
                  <a:pos x="36" y="13"/>
                </a:cxn>
                <a:cxn ang="0">
                  <a:pos x="41" y="12"/>
                </a:cxn>
                <a:cxn ang="0">
                  <a:pos x="52" y="8"/>
                </a:cxn>
                <a:cxn ang="0">
                  <a:pos x="62" y="2"/>
                </a:cxn>
                <a:cxn ang="0">
                  <a:pos x="70" y="0"/>
                </a:cxn>
                <a:cxn ang="0">
                  <a:pos x="77" y="2"/>
                </a:cxn>
                <a:cxn ang="0">
                  <a:pos x="79" y="7"/>
                </a:cxn>
              </a:cxnLst>
              <a:rect l="0" t="0" r="r" b="b"/>
              <a:pathLst>
                <a:path w="81" h="61">
                  <a:moveTo>
                    <a:pt x="79" y="7"/>
                  </a:moveTo>
                  <a:cubicBezTo>
                    <a:pt x="80" y="10"/>
                    <a:pt x="81" y="16"/>
                    <a:pt x="80" y="18"/>
                  </a:cubicBezTo>
                  <a:cubicBezTo>
                    <a:pt x="79" y="20"/>
                    <a:pt x="74" y="20"/>
                    <a:pt x="73" y="21"/>
                  </a:cubicBezTo>
                  <a:cubicBezTo>
                    <a:pt x="71" y="22"/>
                    <a:pt x="68" y="26"/>
                    <a:pt x="67" y="28"/>
                  </a:cubicBezTo>
                  <a:cubicBezTo>
                    <a:pt x="65" y="30"/>
                    <a:pt x="62" y="34"/>
                    <a:pt x="60" y="36"/>
                  </a:cubicBezTo>
                  <a:cubicBezTo>
                    <a:pt x="59" y="37"/>
                    <a:pt x="56" y="39"/>
                    <a:pt x="54" y="39"/>
                  </a:cubicBezTo>
                  <a:cubicBezTo>
                    <a:pt x="53" y="40"/>
                    <a:pt x="49" y="40"/>
                    <a:pt x="47" y="41"/>
                  </a:cubicBezTo>
                  <a:cubicBezTo>
                    <a:pt x="44" y="42"/>
                    <a:pt x="42" y="45"/>
                    <a:pt x="40" y="48"/>
                  </a:cubicBezTo>
                  <a:cubicBezTo>
                    <a:pt x="39" y="49"/>
                    <a:pt x="38" y="51"/>
                    <a:pt x="37" y="53"/>
                  </a:cubicBezTo>
                  <a:cubicBezTo>
                    <a:pt x="36" y="54"/>
                    <a:pt x="35" y="56"/>
                    <a:pt x="33" y="57"/>
                  </a:cubicBezTo>
                  <a:cubicBezTo>
                    <a:pt x="31" y="59"/>
                    <a:pt x="27" y="60"/>
                    <a:pt x="25" y="61"/>
                  </a:cubicBezTo>
                  <a:cubicBezTo>
                    <a:pt x="22" y="61"/>
                    <a:pt x="17" y="60"/>
                    <a:pt x="14" y="60"/>
                  </a:cubicBezTo>
                  <a:cubicBezTo>
                    <a:pt x="12" y="59"/>
                    <a:pt x="9" y="58"/>
                    <a:pt x="8" y="57"/>
                  </a:cubicBezTo>
                  <a:cubicBezTo>
                    <a:pt x="6" y="56"/>
                    <a:pt x="3" y="53"/>
                    <a:pt x="2" y="52"/>
                  </a:cubicBezTo>
                  <a:cubicBezTo>
                    <a:pt x="1" y="50"/>
                    <a:pt x="0" y="47"/>
                    <a:pt x="0" y="46"/>
                  </a:cubicBezTo>
                  <a:cubicBezTo>
                    <a:pt x="0" y="44"/>
                    <a:pt x="2" y="41"/>
                    <a:pt x="3" y="39"/>
                  </a:cubicBezTo>
                  <a:cubicBezTo>
                    <a:pt x="4" y="38"/>
                    <a:pt x="6" y="36"/>
                    <a:pt x="7" y="34"/>
                  </a:cubicBezTo>
                  <a:cubicBezTo>
                    <a:pt x="9" y="32"/>
                    <a:pt x="16" y="29"/>
                    <a:pt x="18" y="27"/>
                  </a:cubicBezTo>
                  <a:cubicBezTo>
                    <a:pt x="21" y="25"/>
                    <a:pt x="25" y="20"/>
                    <a:pt x="28" y="18"/>
                  </a:cubicBezTo>
                  <a:cubicBezTo>
                    <a:pt x="30" y="16"/>
                    <a:pt x="34" y="14"/>
                    <a:pt x="36" y="13"/>
                  </a:cubicBezTo>
                  <a:cubicBezTo>
                    <a:pt x="38" y="13"/>
                    <a:pt x="40" y="12"/>
                    <a:pt x="41" y="12"/>
                  </a:cubicBezTo>
                  <a:cubicBezTo>
                    <a:pt x="44" y="11"/>
                    <a:pt x="49" y="9"/>
                    <a:pt x="52" y="8"/>
                  </a:cubicBezTo>
                  <a:cubicBezTo>
                    <a:pt x="55" y="6"/>
                    <a:pt x="59" y="4"/>
                    <a:pt x="62" y="2"/>
                  </a:cubicBezTo>
                  <a:cubicBezTo>
                    <a:pt x="65" y="1"/>
                    <a:pt x="68" y="0"/>
                    <a:pt x="70" y="0"/>
                  </a:cubicBezTo>
                  <a:cubicBezTo>
                    <a:pt x="71" y="0"/>
                    <a:pt x="75" y="1"/>
                    <a:pt x="77" y="2"/>
                  </a:cubicBezTo>
                  <a:cubicBezTo>
                    <a:pt x="78" y="3"/>
                    <a:pt x="79" y="6"/>
                    <a:pt x="79"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64"/>
            <p:cNvSpPr>
              <a:spLocks/>
            </p:cNvSpPr>
            <p:nvPr/>
          </p:nvSpPr>
          <p:spPr bwMode="auto">
            <a:xfrm>
              <a:off x="2952751" y="2668588"/>
              <a:ext cx="422275" cy="336550"/>
            </a:xfrm>
            <a:custGeom>
              <a:avLst/>
              <a:gdLst/>
              <a:ahLst/>
              <a:cxnLst>
                <a:cxn ang="0">
                  <a:pos x="324" y="29"/>
                </a:cxn>
                <a:cxn ang="0">
                  <a:pos x="317" y="46"/>
                </a:cxn>
                <a:cxn ang="0">
                  <a:pos x="298" y="60"/>
                </a:cxn>
                <a:cxn ang="0">
                  <a:pos x="276" y="76"/>
                </a:cxn>
                <a:cxn ang="0">
                  <a:pos x="244" y="107"/>
                </a:cxn>
                <a:cxn ang="0">
                  <a:pos x="208" y="131"/>
                </a:cxn>
                <a:cxn ang="0">
                  <a:pos x="199" y="145"/>
                </a:cxn>
                <a:cxn ang="0">
                  <a:pos x="176" y="169"/>
                </a:cxn>
                <a:cxn ang="0">
                  <a:pos x="147" y="192"/>
                </a:cxn>
                <a:cxn ang="0">
                  <a:pos x="127" y="203"/>
                </a:cxn>
                <a:cxn ang="0">
                  <a:pos x="115" y="221"/>
                </a:cxn>
                <a:cxn ang="0">
                  <a:pos x="101" y="238"/>
                </a:cxn>
                <a:cxn ang="0">
                  <a:pos x="83" y="236"/>
                </a:cxn>
                <a:cxn ang="0">
                  <a:pos x="70" y="232"/>
                </a:cxn>
                <a:cxn ang="0">
                  <a:pos x="53" y="239"/>
                </a:cxn>
                <a:cxn ang="0">
                  <a:pos x="40" y="248"/>
                </a:cxn>
                <a:cxn ang="0">
                  <a:pos x="27" y="254"/>
                </a:cxn>
                <a:cxn ang="0">
                  <a:pos x="4" y="256"/>
                </a:cxn>
                <a:cxn ang="0">
                  <a:pos x="0" y="246"/>
                </a:cxn>
                <a:cxn ang="0">
                  <a:pos x="12" y="232"/>
                </a:cxn>
                <a:cxn ang="0">
                  <a:pos x="28" y="227"/>
                </a:cxn>
                <a:cxn ang="0">
                  <a:pos x="40" y="214"/>
                </a:cxn>
                <a:cxn ang="0">
                  <a:pos x="52" y="205"/>
                </a:cxn>
                <a:cxn ang="0">
                  <a:pos x="65" y="190"/>
                </a:cxn>
                <a:cxn ang="0">
                  <a:pos x="77" y="186"/>
                </a:cxn>
                <a:cxn ang="0">
                  <a:pos x="92" y="166"/>
                </a:cxn>
                <a:cxn ang="0">
                  <a:pos x="104" y="150"/>
                </a:cxn>
                <a:cxn ang="0">
                  <a:pos x="118" y="126"/>
                </a:cxn>
                <a:cxn ang="0">
                  <a:pos x="137" y="106"/>
                </a:cxn>
                <a:cxn ang="0">
                  <a:pos x="147" y="102"/>
                </a:cxn>
                <a:cxn ang="0">
                  <a:pos x="157" y="98"/>
                </a:cxn>
                <a:cxn ang="0">
                  <a:pos x="163" y="96"/>
                </a:cxn>
                <a:cxn ang="0">
                  <a:pos x="164" y="82"/>
                </a:cxn>
                <a:cxn ang="0">
                  <a:pos x="176" y="81"/>
                </a:cxn>
                <a:cxn ang="0">
                  <a:pos x="185" y="75"/>
                </a:cxn>
                <a:cxn ang="0">
                  <a:pos x="185" y="58"/>
                </a:cxn>
                <a:cxn ang="0">
                  <a:pos x="191" y="44"/>
                </a:cxn>
                <a:cxn ang="0">
                  <a:pos x="199" y="37"/>
                </a:cxn>
                <a:cxn ang="0">
                  <a:pos x="214" y="33"/>
                </a:cxn>
                <a:cxn ang="0">
                  <a:pos x="229" y="25"/>
                </a:cxn>
                <a:cxn ang="0">
                  <a:pos x="239" y="21"/>
                </a:cxn>
                <a:cxn ang="0">
                  <a:pos x="253" y="12"/>
                </a:cxn>
                <a:cxn ang="0">
                  <a:pos x="270" y="0"/>
                </a:cxn>
                <a:cxn ang="0">
                  <a:pos x="283" y="2"/>
                </a:cxn>
                <a:cxn ang="0">
                  <a:pos x="295" y="11"/>
                </a:cxn>
                <a:cxn ang="0">
                  <a:pos x="312" y="8"/>
                </a:cxn>
                <a:cxn ang="0">
                  <a:pos x="324" y="18"/>
                </a:cxn>
              </a:cxnLst>
              <a:rect l="0" t="0" r="r" b="b"/>
              <a:pathLst>
                <a:path w="325" h="259">
                  <a:moveTo>
                    <a:pt x="324" y="18"/>
                  </a:moveTo>
                  <a:cubicBezTo>
                    <a:pt x="325" y="20"/>
                    <a:pt x="325" y="26"/>
                    <a:pt x="324" y="29"/>
                  </a:cubicBezTo>
                  <a:cubicBezTo>
                    <a:pt x="324" y="31"/>
                    <a:pt x="322" y="35"/>
                    <a:pt x="321" y="37"/>
                  </a:cubicBezTo>
                  <a:cubicBezTo>
                    <a:pt x="321" y="39"/>
                    <a:pt x="319" y="44"/>
                    <a:pt x="317" y="46"/>
                  </a:cubicBezTo>
                  <a:cubicBezTo>
                    <a:pt x="316" y="48"/>
                    <a:pt x="312" y="53"/>
                    <a:pt x="310" y="54"/>
                  </a:cubicBezTo>
                  <a:cubicBezTo>
                    <a:pt x="307" y="56"/>
                    <a:pt x="301" y="58"/>
                    <a:pt x="298" y="60"/>
                  </a:cubicBezTo>
                  <a:cubicBezTo>
                    <a:pt x="296" y="61"/>
                    <a:pt x="290" y="64"/>
                    <a:pt x="287" y="66"/>
                  </a:cubicBezTo>
                  <a:cubicBezTo>
                    <a:pt x="284" y="68"/>
                    <a:pt x="280" y="73"/>
                    <a:pt x="276" y="76"/>
                  </a:cubicBezTo>
                  <a:cubicBezTo>
                    <a:pt x="271" y="82"/>
                    <a:pt x="262" y="90"/>
                    <a:pt x="258" y="94"/>
                  </a:cubicBezTo>
                  <a:cubicBezTo>
                    <a:pt x="254" y="97"/>
                    <a:pt x="247" y="104"/>
                    <a:pt x="244" y="107"/>
                  </a:cubicBezTo>
                  <a:cubicBezTo>
                    <a:pt x="239" y="111"/>
                    <a:pt x="230" y="117"/>
                    <a:pt x="225" y="121"/>
                  </a:cubicBezTo>
                  <a:cubicBezTo>
                    <a:pt x="221" y="123"/>
                    <a:pt x="212" y="127"/>
                    <a:pt x="208" y="131"/>
                  </a:cubicBezTo>
                  <a:cubicBezTo>
                    <a:pt x="207" y="133"/>
                    <a:pt x="206" y="137"/>
                    <a:pt x="205" y="139"/>
                  </a:cubicBezTo>
                  <a:cubicBezTo>
                    <a:pt x="203" y="141"/>
                    <a:pt x="200" y="144"/>
                    <a:pt x="199" y="145"/>
                  </a:cubicBezTo>
                  <a:cubicBezTo>
                    <a:pt x="196" y="148"/>
                    <a:pt x="192" y="154"/>
                    <a:pt x="190" y="157"/>
                  </a:cubicBezTo>
                  <a:cubicBezTo>
                    <a:pt x="187" y="160"/>
                    <a:pt x="180" y="166"/>
                    <a:pt x="176" y="169"/>
                  </a:cubicBezTo>
                  <a:cubicBezTo>
                    <a:pt x="174" y="172"/>
                    <a:pt x="169" y="177"/>
                    <a:pt x="166" y="180"/>
                  </a:cubicBezTo>
                  <a:cubicBezTo>
                    <a:pt x="161" y="183"/>
                    <a:pt x="152" y="190"/>
                    <a:pt x="147" y="192"/>
                  </a:cubicBezTo>
                  <a:cubicBezTo>
                    <a:pt x="144" y="194"/>
                    <a:pt x="137" y="196"/>
                    <a:pt x="134" y="198"/>
                  </a:cubicBezTo>
                  <a:cubicBezTo>
                    <a:pt x="132" y="198"/>
                    <a:pt x="128" y="201"/>
                    <a:pt x="127" y="203"/>
                  </a:cubicBezTo>
                  <a:cubicBezTo>
                    <a:pt x="125" y="205"/>
                    <a:pt x="125" y="210"/>
                    <a:pt x="124" y="212"/>
                  </a:cubicBezTo>
                  <a:cubicBezTo>
                    <a:pt x="123" y="215"/>
                    <a:pt x="118" y="218"/>
                    <a:pt x="115" y="221"/>
                  </a:cubicBezTo>
                  <a:cubicBezTo>
                    <a:pt x="113" y="225"/>
                    <a:pt x="109" y="230"/>
                    <a:pt x="107" y="233"/>
                  </a:cubicBezTo>
                  <a:cubicBezTo>
                    <a:pt x="105" y="234"/>
                    <a:pt x="103" y="238"/>
                    <a:pt x="101" y="238"/>
                  </a:cubicBezTo>
                  <a:cubicBezTo>
                    <a:pt x="99" y="239"/>
                    <a:pt x="94" y="239"/>
                    <a:pt x="91" y="238"/>
                  </a:cubicBezTo>
                  <a:cubicBezTo>
                    <a:pt x="89" y="238"/>
                    <a:pt x="85" y="236"/>
                    <a:pt x="83" y="236"/>
                  </a:cubicBezTo>
                  <a:cubicBezTo>
                    <a:pt x="81" y="235"/>
                    <a:pt x="78" y="233"/>
                    <a:pt x="76" y="233"/>
                  </a:cubicBezTo>
                  <a:cubicBezTo>
                    <a:pt x="75" y="232"/>
                    <a:pt x="72" y="232"/>
                    <a:pt x="70" y="232"/>
                  </a:cubicBezTo>
                  <a:cubicBezTo>
                    <a:pt x="67" y="232"/>
                    <a:pt x="61" y="233"/>
                    <a:pt x="59" y="235"/>
                  </a:cubicBezTo>
                  <a:cubicBezTo>
                    <a:pt x="57" y="235"/>
                    <a:pt x="54" y="238"/>
                    <a:pt x="53" y="239"/>
                  </a:cubicBezTo>
                  <a:cubicBezTo>
                    <a:pt x="51" y="240"/>
                    <a:pt x="48" y="242"/>
                    <a:pt x="46" y="244"/>
                  </a:cubicBezTo>
                  <a:cubicBezTo>
                    <a:pt x="45" y="245"/>
                    <a:pt x="42" y="247"/>
                    <a:pt x="40" y="248"/>
                  </a:cubicBezTo>
                  <a:cubicBezTo>
                    <a:pt x="38" y="249"/>
                    <a:pt x="35" y="250"/>
                    <a:pt x="33" y="251"/>
                  </a:cubicBezTo>
                  <a:cubicBezTo>
                    <a:pt x="31" y="252"/>
                    <a:pt x="29" y="253"/>
                    <a:pt x="27" y="254"/>
                  </a:cubicBezTo>
                  <a:cubicBezTo>
                    <a:pt x="25" y="255"/>
                    <a:pt x="22" y="257"/>
                    <a:pt x="21" y="258"/>
                  </a:cubicBezTo>
                  <a:cubicBezTo>
                    <a:pt x="17" y="259"/>
                    <a:pt x="8" y="258"/>
                    <a:pt x="4" y="256"/>
                  </a:cubicBezTo>
                  <a:cubicBezTo>
                    <a:pt x="3" y="255"/>
                    <a:pt x="1" y="254"/>
                    <a:pt x="0" y="252"/>
                  </a:cubicBezTo>
                  <a:cubicBezTo>
                    <a:pt x="0" y="251"/>
                    <a:pt x="0" y="248"/>
                    <a:pt x="0" y="246"/>
                  </a:cubicBezTo>
                  <a:cubicBezTo>
                    <a:pt x="1" y="243"/>
                    <a:pt x="6" y="239"/>
                    <a:pt x="8" y="236"/>
                  </a:cubicBezTo>
                  <a:cubicBezTo>
                    <a:pt x="9" y="235"/>
                    <a:pt x="11" y="233"/>
                    <a:pt x="12" y="232"/>
                  </a:cubicBezTo>
                  <a:cubicBezTo>
                    <a:pt x="14" y="230"/>
                    <a:pt x="20" y="227"/>
                    <a:pt x="23" y="227"/>
                  </a:cubicBezTo>
                  <a:cubicBezTo>
                    <a:pt x="24" y="226"/>
                    <a:pt x="27" y="227"/>
                    <a:pt x="28" y="227"/>
                  </a:cubicBezTo>
                  <a:cubicBezTo>
                    <a:pt x="30" y="226"/>
                    <a:pt x="33" y="222"/>
                    <a:pt x="35" y="221"/>
                  </a:cubicBezTo>
                  <a:cubicBezTo>
                    <a:pt x="36" y="219"/>
                    <a:pt x="39" y="216"/>
                    <a:pt x="40" y="214"/>
                  </a:cubicBezTo>
                  <a:cubicBezTo>
                    <a:pt x="41" y="213"/>
                    <a:pt x="42" y="211"/>
                    <a:pt x="43" y="210"/>
                  </a:cubicBezTo>
                  <a:cubicBezTo>
                    <a:pt x="45" y="208"/>
                    <a:pt x="50" y="207"/>
                    <a:pt x="52" y="205"/>
                  </a:cubicBezTo>
                  <a:cubicBezTo>
                    <a:pt x="54" y="204"/>
                    <a:pt x="57" y="201"/>
                    <a:pt x="59" y="199"/>
                  </a:cubicBezTo>
                  <a:cubicBezTo>
                    <a:pt x="61" y="197"/>
                    <a:pt x="63" y="192"/>
                    <a:pt x="65" y="190"/>
                  </a:cubicBezTo>
                  <a:cubicBezTo>
                    <a:pt x="66" y="189"/>
                    <a:pt x="69" y="187"/>
                    <a:pt x="71" y="186"/>
                  </a:cubicBezTo>
                  <a:cubicBezTo>
                    <a:pt x="73" y="185"/>
                    <a:pt x="76" y="187"/>
                    <a:pt x="77" y="186"/>
                  </a:cubicBezTo>
                  <a:cubicBezTo>
                    <a:pt x="81" y="185"/>
                    <a:pt x="85" y="177"/>
                    <a:pt x="87" y="174"/>
                  </a:cubicBezTo>
                  <a:cubicBezTo>
                    <a:pt x="88" y="172"/>
                    <a:pt x="91" y="168"/>
                    <a:pt x="92" y="166"/>
                  </a:cubicBezTo>
                  <a:cubicBezTo>
                    <a:pt x="94" y="163"/>
                    <a:pt x="95" y="159"/>
                    <a:pt x="97" y="157"/>
                  </a:cubicBezTo>
                  <a:cubicBezTo>
                    <a:pt x="98" y="155"/>
                    <a:pt x="103" y="152"/>
                    <a:pt x="104" y="150"/>
                  </a:cubicBezTo>
                  <a:cubicBezTo>
                    <a:pt x="105" y="148"/>
                    <a:pt x="104" y="145"/>
                    <a:pt x="105" y="144"/>
                  </a:cubicBezTo>
                  <a:cubicBezTo>
                    <a:pt x="107" y="138"/>
                    <a:pt x="114" y="130"/>
                    <a:pt x="118" y="126"/>
                  </a:cubicBezTo>
                  <a:cubicBezTo>
                    <a:pt x="121" y="123"/>
                    <a:pt x="127" y="118"/>
                    <a:pt x="130" y="115"/>
                  </a:cubicBezTo>
                  <a:cubicBezTo>
                    <a:pt x="132" y="113"/>
                    <a:pt x="135" y="107"/>
                    <a:pt x="137" y="106"/>
                  </a:cubicBezTo>
                  <a:cubicBezTo>
                    <a:pt x="139" y="105"/>
                    <a:pt x="141" y="106"/>
                    <a:pt x="142" y="106"/>
                  </a:cubicBezTo>
                  <a:cubicBezTo>
                    <a:pt x="144" y="105"/>
                    <a:pt x="146" y="103"/>
                    <a:pt x="147" y="102"/>
                  </a:cubicBezTo>
                  <a:cubicBezTo>
                    <a:pt x="148" y="101"/>
                    <a:pt x="151" y="99"/>
                    <a:pt x="153" y="98"/>
                  </a:cubicBezTo>
                  <a:cubicBezTo>
                    <a:pt x="154" y="98"/>
                    <a:pt x="156" y="97"/>
                    <a:pt x="157" y="98"/>
                  </a:cubicBezTo>
                  <a:cubicBezTo>
                    <a:pt x="158" y="98"/>
                    <a:pt x="160" y="99"/>
                    <a:pt x="161" y="98"/>
                  </a:cubicBezTo>
                  <a:cubicBezTo>
                    <a:pt x="162" y="98"/>
                    <a:pt x="163" y="97"/>
                    <a:pt x="163" y="96"/>
                  </a:cubicBezTo>
                  <a:cubicBezTo>
                    <a:pt x="164" y="94"/>
                    <a:pt x="163" y="91"/>
                    <a:pt x="163" y="89"/>
                  </a:cubicBezTo>
                  <a:cubicBezTo>
                    <a:pt x="163" y="87"/>
                    <a:pt x="163" y="83"/>
                    <a:pt x="164" y="82"/>
                  </a:cubicBezTo>
                  <a:cubicBezTo>
                    <a:pt x="165" y="80"/>
                    <a:pt x="169" y="81"/>
                    <a:pt x="171" y="81"/>
                  </a:cubicBezTo>
                  <a:cubicBezTo>
                    <a:pt x="172" y="81"/>
                    <a:pt x="175" y="81"/>
                    <a:pt x="176" y="81"/>
                  </a:cubicBezTo>
                  <a:cubicBezTo>
                    <a:pt x="177" y="81"/>
                    <a:pt x="179" y="81"/>
                    <a:pt x="180" y="81"/>
                  </a:cubicBezTo>
                  <a:cubicBezTo>
                    <a:pt x="182" y="80"/>
                    <a:pt x="185" y="76"/>
                    <a:pt x="185" y="75"/>
                  </a:cubicBezTo>
                  <a:cubicBezTo>
                    <a:pt x="186" y="73"/>
                    <a:pt x="185" y="71"/>
                    <a:pt x="185" y="69"/>
                  </a:cubicBezTo>
                  <a:cubicBezTo>
                    <a:pt x="185" y="66"/>
                    <a:pt x="185" y="61"/>
                    <a:pt x="185" y="58"/>
                  </a:cubicBezTo>
                  <a:cubicBezTo>
                    <a:pt x="186" y="56"/>
                    <a:pt x="186" y="52"/>
                    <a:pt x="187" y="51"/>
                  </a:cubicBezTo>
                  <a:cubicBezTo>
                    <a:pt x="188" y="49"/>
                    <a:pt x="189" y="45"/>
                    <a:pt x="191" y="44"/>
                  </a:cubicBezTo>
                  <a:cubicBezTo>
                    <a:pt x="191" y="42"/>
                    <a:pt x="194" y="40"/>
                    <a:pt x="195" y="39"/>
                  </a:cubicBezTo>
                  <a:cubicBezTo>
                    <a:pt x="196" y="38"/>
                    <a:pt x="197" y="37"/>
                    <a:pt x="199" y="37"/>
                  </a:cubicBezTo>
                  <a:cubicBezTo>
                    <a:pt x="200" y="36"/>
                    <a:pt x="205" y="37"/>
                    <a:pt x="206" y="37"/>
                  </a:cubicBezTo>
                  <a:cubicBezTo>
                    <a:pt x="208" y="36"/>
                    <a:pt x="212" y="34"/>
                    <a:pt x="214" y="33"/>
                  </a:cubicBezTo>
                  <a:cubicBezTo>
                    <a:pt x="215" y="32"/>
                    <a:pt x="218" y="28"/>
                    <a:pt x="220" y="27"/>
                  </a:cubicBezTo>
                  <a:cubicBezTo>
                    <a:pt x="222" y="26"/>
                    <a:pt x="226" y="25"/>
                    <a:pt x="229" y="25"/>
                  </a:cubicBezTo>
                  <a:cubicBezTo>
                    <a:pt x="231" y="25"/>
                    <a:pt x="235" y="25"/>
                    <a:pt x="237" y="24"/>
                  </a:cubicBezTo>
                  <a:cubicBezTo>
                    <a:pt x="237" y="24"/>
                    <a:pt x="239" y="22"/>
                    <a:pt x="239" y="21"/>
                  </a:cubicBezTo>
                  <a:cubicBezTo>
                    <a:pt x="240" y="21"/>
                    <a:pt x="241" y="19"/>
                    <a:pt x="242" y="18"/>
                  </a:cubicBezTo>
                  <a:cubicBezTo>
                    <a:pt x="245" y="15"/>
                    <a:pt x="250" y="14"/>
                    <a:pt x="253" y="12"/>
                  </a:cubicBezTo>
                  <a:cubicBezTo>
                    <a:pt x="256" y="10"/>
                    <a:pt x="259" y="7"/>
                    <a:pt x="261" y="6"/>
                  </a:cubicBezTo>
                  <a:cubicBezTo>
                    <a:pt x="263" y="4"/>
                    <a:pt x="268" y="1"/>
                    <a:pt x="270" y="0"/>
                  </a:cubicBezTo>
                  <a:cubicBezTo>
                    <a:pt x="272" y="0"/>
                    <a:pt x="276" y="0"/>
                    <a:pt x="278" y="0"/>
                  </a:cubicBezTo>
                  <a:cubicBezTo>
                    <a:pt x="280" y="0"/>
                    <a:pt x="282" y="1"/>
                    <a:pt x="283" y="2"/>
                  </a:cubicBezTo>
                  <a:cubicBezTo>
                    <a:pt x="285" y="3"/>
                    <a:pt x="289" y="7"/>
                    <a:pt x="291" y="8"/>
                  </a:cubicBezTo>
                  <a:cubicBezTo>
                    <a:pt x="292" y="9"/>
                    <a:pt x="293" y="11"/>
                    <a:pt x="295" y="11"/>
                  </a:cubicBezTo>
                  <a:cubicBezTo>
                    <a:pt x="297" y="11"/>
                    <a:pt x="300" y="10"/>
                    <a:pt x="302" y="9"/>
                  </a:cubicBezTo>
                  <a:cubicBezTo>
                    <a:pt x="304" y="8"/>
                    <a:pt x="309" y="8"/>
                    <a:pt x="312" y="8"/>
                  </a:cubicBezTo>
                  <a:cubicBezTo>
                    <a:pt x="314" y="8"/>
                    <a:pt x="317" y="8"/>
                    <a:pt x="318" y="9"/>
                  </a:cubicBezTo>
                  <a:cubicBezTo>
                    <a:pt x="320" y="11"/>
                    <a:pt x="323" y="15"/>
                    <a:pt x="324" y="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65"/>
            <p:cNvSpPr>
              <a:spLocks/>
            </p:cNvSpPr>
            <p:nvPr/>
          </p:nvSpPr>
          <p:spPr bwMode="auto">
            <a:xfrm>
              <a:off x="2455863" y="3403601"/>
              <a:ext cx="798513" cy="455613"/>
            </a:xfrm>
            <a:custGeom>
              <a:avLst/>
              <a:gdLst/>
              <a:ahLst/>
              <a:cxnLst>
                <a:cxn ang="0">
                  <a:pos x="606" y="137"/>
                </a:cxn>
                <a:cxn ang="0">
                  <a:pos x="573" y="137"/>
                </a:cxn>
                <a:cxn ang="0">
                  <a:pos x="543" y="142"/>
                </a:cxn>
                <a:cxn ang="0">
                  <a:pos x="520" y="138"/>
                </a:cxn>
                <a:cxn ang="0">
                  <a:pos x="486" y="127"/>
                </a:cxn>
                <a:cxn ang="0">
                  <a:pos x="450" y="123"/>
                </a:cxn>
                <a:cxn ang="0">
                  <a:pos x="419" y="123"/>
                </a:cxn>
                <a:cxn ang="0">
                  <a:pos x="374" y="120"/>
                </a:cxn>
                <a:cxn ang="0">
                  <a:pos x="337" y="128"/>
                </a:cxn>
                <a:cxn ang="0">
                  <a:pos x="303" y="130"/>
                </a:cxn>
                <a:cxn ang="0">
                  <a:pos x="289" y="125"/>
                </a:cxn>
                <a:cxn ang="0">
                  <a:pos x="269" y="131"/>
                </a:cxn>
                <a:cxn ang="0">
                  <a:pos x="261" y="154"/>
                </a:cxn>
                <a:cxn ang="0">
                  <a:pos x="230" y="173"/>
                </a:cxn>
                <a:cxn ang="0">
                  <a:pos x="208" y="179"/>
                </a:cxn>
                <a:cxn ang="0">
                  <a:pos x="194" y="193"/>
                </a:cxn>
                <a:cxn ang="0">
                  <a:pos x="168" y="185"/>
                </a:cxn>
                <a:cxn ang="0">
                  <a:pos x="155" y="164"/>
                </a:cxn>
                <a:cxn ang="0">
                  <a:pos x="122" y="171"/>
                </a:cxn>
                <a:cxn ang="0">
                  <a:pos x="98" y="199"/>
                </a:cxn>
                <a:cxn ang="0">
                  <a:pos x="74" y="239"/>
                </a:cxn>
                <a:cxn ang="0">
                  <a:pos x="62" y="262"/>
                </a:cxn>
                <a:cxn ang="0">
                  <a:pos x="38" y="287"/>
                </a:cxn>
                <a:cxn ang="0">
                  <a:pos x="33" y="323"/>
                </a:cxn>
                <a:cxn ang="0">
                  <a:pos x="5" y="350"/>
                </a:cxn>
                <a:cxn ang="0">
                  <a:pos x="6" y="335"/>
                </a:cxn>
                <a:cxn ang="0">
                  <a:pos x="7" y="293"/>
                </a:cxn>
                <a:cxn ang="0">
                  <a:pos x="22" y="249"/>
                </a:cxn>
                <a:cxn ang="0">
                  <a:pos x="46" y="206"/>
                </a:cxn>
                <a:cxn ang="0">
                  <a:pos x="56" y="175"/>
                </a:cxn>
                <a:cxn ang="0">
                  <a:pos x="78" y="146"/>
                </a:cxn>
                <a:cxn ang="0">
                  <a:pos x="108" y="131"/>
                </a:cxn>
                <a:cxn ang="0">
                  <a:pos x="124" y="101"/>
                </a:cxn>
                <a:cxn ang="0">
                  <a:pos x="155" y="66"/>
                </a:cxn>
                <a:cxn ang="0">
                  <a:pos x="194" y="62"/>
                </a:cxn>
                <a:cxn ang="0">
                  <a:pos x="236" y="48"/>
                </a:cxn>
                <a:cxn ang="0">
                  <a:pos x="270" y="25"/>
                </a:cxn>
                <a:cxn ang="0">
                  <a:pos x="289" y="1"/>
                </a:cxn>
                <a:cxn ang="0">
                  <a:pos x="314" y="11"/>
                </a:cxn>
                <a:cxn ang="0">
                  <a:pos x="334" y="7"/>
                </a:cxn>
                <a:cxn ang="0">
                  <a:pos x="358" y="3"/>
                </a:cxn>
                <a:cxn ang="0">
                  <a:pos x="381" y="16"/>
                </a:cxn>
                <a:cxn ang="0">
                  <a:pos x="412" y="12"/>
                </a:cxn>
                <a:cxn ang="0">
                  <a:pos x="438" y="26"/>
                </a:cxn>
                <a:cxn ang="0">
                  <a:pos x="457" y="36"/>
                </a:cxn>
                <a:cxn ang="0">
                  <a:pos x="487" y="45"/>
                </a:cxn>
                <a:cxn ang="0">
                  <a:pos x="524" y="55"/>
                </a:cxn>
                <a:cxn ang="0">
                  <a:pos x="558" y="70"/>
                </a:cxn>
                <a:cxn ang="0">
                  <a:pos x="592" y="92"/>
                </a:cxn>
                <a:cxn ang="0">
                  <a:pos x="613" y="119"/>
                </a:cxn>
              </a:cxnLst>
              <a:rect l="0" t="0" r="r" b="b"/>
              <a:pathLst>
                <a:path w="614" h="351">
                  <a:moveTo>
                    <a:pt x="613" y="119"/>
                  </a:moveTo>
                  <a:cubicBezTo>
                    <a:pt x="614" y="122"/>
                    <a:pt x="612" y="127"/>
                    <a:pt x="611" y="130"/>
                  </a:cubicBezTo>
                  <a:cubicBezTo>
                    <a:pt x="610" y="132"/>
                    <a:pt x="608" y="136"/>
                    <a:pt x="606" y="137"/>
                  </a:cubicBezTo>
                  <a:cubicBezTo>
                    <a:pt x="604" y="138"/>
                    <a:pt x="599" y="139"/>
                    <a:pt x="596" y="139"/>
                  </a:cubicBezTo>
                  <a:cubicBezTo>
                    <a:pt x="594" y="140"/>
                    <a:pt x="589" y="139"/>
                    <a:pt x="586" y="139"/>
                  </a:cubicBezTo>
                  <a:cubicBezTo>
                    <a:pt x="582" y="138"/>
                    <a:pt x="576" y="136"/>
                    <a:pt x="573" y="137"/>
                  </a:cubicBezTo>
                  <a:cubicBezTo>
                    <a:pt x="570" y="137"/>
                    <a:pt x="566" y="140"/>
                    <a:pt x="564" y="140"/>
                  </a:cubicBezTo>
                  <a:cubicBezTo>
                    <a:pt x="561" y="141"/>
                    <a:pt x="555" y="144"/>
                    <a:pt x="552" y="144"/>
                  </a:cubicBezTo>
                  <a:cubicBezTo>
                    <a:pt x="550" y="144"/>
                    <a:pt x="546" y="141"/>
                    <a:pt x="543" y="142"/>
                  </a:cubicBezTo>
                  <a:cubicBezTo>
                    <a:pt x="542" y="143"/>
                    <a:pt x="540" y="147"/>
                    <a:pt x="538" y="147"/>
                  </a:cubicBezTo>
                  <a:cubicBezTo>
                    <a:pt x="536" y="148"/>
                    <a:pt x="532" y="143"/>
                    <a:pt x="530" y="142"/>
                  </a:cubicBezTo>
                  <a:cubicBezTo>
                    <a:pt x="528" y="141"/>
                    <a:pt x="523" y="138"/>
                    <a:pt x="520" y="138"/>
                  </a:cubicBezTo>
                  <a:cubicBezTo>
                    <a:pt x="518" y="137"/>
                    <a:pt x="513" y="136"/>
                    <a:pt x="511" y="136"/>
                  </a:cubicBezTo>
                  <a:cubicBezTo>
                    <a:pt x="508" y="136"/>
                    <a:pt x="502" y="137"/>
                    <a:pt x="499" y="136"/>
                  </a:cubicBezTo>
                  <a:cubicBezTo>
                    <a:pt x="495" y="135"/>
                    <a:pt x="490" y="129"/>
                    <a:pt x="486" y="127"/>
                  </a:cubicBezTo>
                  <a:cubicBezTo>
                    <a:pt x="482" y="126"/>
                    <a:pt x="474" y="125"/>
                    <a:pt x="470" y="124"/>
                  </a:cubicBezTo>
                  <a:cubicBezTo>
                    <a:pt x="467" y="124"/>
                    <a:pt x="461" y="125"/>
                    <a:pt x="458" y="124"/>
                  </a:cubicBezTo>
                  <a:cubicBezTo>
                    <a:pt x="456" y="124"/>
                    <a:pt x="452" y="123"/>
                    <a:pt x="450" y="123"/>
                  </a:cubicBezTo>
                  <a:cubicBezTo>
                    <a:pt x="448" y="122"/>
                    <a:pt x="446" y="121"/>
                    <a:pt x="444" y="121"/>
                  </a:cubicBezTo>
                  <a:cubicBezTo>
                    <a:pt x="441" y="120"/>
                    <a:pt x="433" y="121"/>
                    <a:pt x="429" y="121"/>
                  </a:cubicBezTo>
                  <a:cubicBezTo>
                    <a:pt x="427" y="121"/>
                    <a:pt x="421" y="122"/>
                    <a:pt x="419" y="123"/>
                  </a:cubicBezTo>
                  <a:cubicBezTo>
                    <a:pt x="412" y="123"/>
                    <a:pt x="397" y="123"/>
                    <a:pt x="390" y="123"/>
                  </a:cubicBezTo>
                  <a:cubicBezTo>
                    <a:pt x="389" y="123"/>
                    <a:pt x="385" y="122"/>
                    <a:pt x="383" y="122"/>
                  </a:cubicBezTo>
                  <a:cubicBezTo>
                    <a:pt x="381" y="121"/>
                    <a:pt x="377" y="120"/>
                    <a:pt x="374" y="120"/>
                  </a:cubicBezTo>
                  <a:cubicBezTo>
                    <a:pt x="372" y="120"/>
                    <a:pt x="368" y="122"/>
                    <a:pt x="366" y="123"/>
                  </a:cubicBezTo>
                  <a:cubicBezTo>
                    <a:pt x="362" y="124"/>
                    <a:pt x="354" y="125"/>
                    <a:pt x="349" y="126"/>
                  </a:cubicBezTo>
                  <a:cubicBezTo>
                    <a:pt x="345" y="127"/>
                    <a:pt x="340" y="127"/>
                    <a:pt x="337" y="128"/>
                  </a:cubicBezTo>
                  <a:cubicBezTo>
                    <a:pt x="336" y="128"/>
                    <a:pt x="333" y="130"/>
                    <a:pt x="332" y="131"/>
                  </a:cubicBezTo>
                  <a:cubicBezTo>
                    <a:pt x="327" y="132"/>
                    <a:pt x="318" y="132"/>
                    <a:pt x="313" y="131"/>
                  </a:cubicBezTo>
                  <a:cubicBezTo>
                    <a:pt x="311" y="131"/>
                    <a:pt x="304" y="132"/>
                    <a:pt x="303" y="130"/>
                  </a:cubicBezTo>
                  <a:cubicBezTo>
                    <a:pt x="302" y="129"/>
                    <a:pt x="303" y="127"/>
                    <a:pt x="303" y="126"/>
                  </a:cubicBezTo>
                  <a:cubicBezTo>
                    <a:pt x="301" y="125"/>
                    <a:pt x="297" y="128"/>
                    <a:pt x="295" y="128"/>
                  </a:cubicBezTo>
                  <a:cubicBezTo>
                    <a:pt x="293" y="128"/>
                    <a:pt x="290" y="125"/>
                    <a:pt x="289" y="125"/>
                  </a:cubicBezTo>
                  <a:cubicBezTo>
                    <a:pt x="286" y="125"/>
                    <a:pt x="281" y="126"/>
                    <a:pt x="279" y="127"/>
                  </a:cubicBezTo>
                  <a:cubicBezTo>
                    <a:pt x="278" y="127"/>
                    <a:pt x="276" y="129"/>
                    <a:pt x="275" y="130"/>
                  </a:cubicBezTo>
                  <a:cubicBezTo>
                    <a:pt x="274" y="130"/>
                    <a:pt x="270" y="131"/>
                    <a:pt x="269" y="131"/>
                  </a:cubicBezTo>
                  <a:cubicBezTo>
                    <a:pt x="267" y="133"/>
                    <a:pt x="264" y="137"/>
                    <a:pt x="263" y="139"/>
                  </a:cubicBezTo>
                  <a:cubicBezTo>
                    <a:pt x="262" y="141"/>
                    <a:pt x="262" y="144"/>
                    <a:pt x="262" y="147"/>
                  </a:cubicBezTo>
                  <a:cubicBezTo>
                    <a:pt x="262" y="149"/>
                    <a:pt x="262" y="153"/>
                    <a:pt x="261" y="154"/>
                  </a:cubicBezTo>
                  <a:cubicBezTo>
                    <a:pt x="260" y="156"/>
                    <a:pt x="257" y="159"/>
                    <a:pt x="255" y="160"/>
                  </a:cubicBezTo>
                  <a:cubicBezTo>
                    <a:pt x="253" y="161"/>
                    <a:pt x="248" y="164"/>
                    <a:pt x="245" y="165"/>
                  </a:cubicBezTo>
                  <a:cubicBezTo>
                    <a:pt x="241" y="167"/>
                    <a:pt x="234" y="172"/>
                    <a:pt x="230" y="173"/>
                  </a:cubicBezTo>
                  <a:cubicBezTo>
                    <a:pt x="228" y="174"/>
                    <a:pt x="222" y="173"/>
                    <a:pt x="220" y="173"/>
                  </a:cubicBezTo>
                  <a:cubicBezTo>
                    <a:pt x="218" y="173"/>
                    <a:pt x="214" y="175"/>
                    <a:pt x="212" y="176"/>
                  </a:cubicBezTo>
                  <a:cubicBezTo>
                    <a:pt x="211" y="176"/>
                    <a:pt x="209" y="178"/>
                    <a:pt x="208" y="179"/>
                  </a:cubicBezTo>
                  <a:cubicBezTo>
                    <a:pt x="207" y="180"/>
                    <a:pt x="205" y="183"/>
                    <a:pt x="204" y="185"/>
                  </a:cubicBezTo>
                  <a:cubicBezTo>
                    <a:pt x="203" y="186"/>
                    <a:pt x="200" y="188"/>
                    <a:pt x="199" y="189"/>
                  </a:cubicBezTo>
                  <a:cubicBezTo>
                    <a:pt x="198" y="190"/>
                    <a:pt x="195" y="192"/>
                    <a:pt x="194" y="193"/>
                  </a:cubicBezTo>
                  <a:cubicBezTo>
                    <a:pt x="192" y="193"/>
                    <a:pt x="188" y="194"/>
                    <a:pt x="186" y="194"/>
                  </a:cubicBezTo>
                  <a:cubicBezTo>
                    <a:pt x="184" y="194"/>
                    <a:pt x="181" y="193"/>
                    <a:pt x="179" y="193"/>
                  </a:cubicBezTo>
                  <a:cubicBezTo>
                    <a:pt x="176" y="191"/>
                    <a:pt x="170" y="187"/>
                    <a:pt x="168" y="185"/>
                  </a:cubicBezTo>
                  <a:cubicBezTo>
                    <a:pt x="167" y="183"/>
                    <a:pt x="166" y="179"/>
                    <a:pt x="166" y="177"/>
                  </a:cubicBezTo>
                  <a:cubicBezTo>
                    <a:pt x="165" y="176"/>
                    <a:pt x="164" y="172"/>
                    <a:pt x="163" y="170"/>
                  </a:cubicBezTo>
                  <a:cubicBezTo>
                    <a:pt x="162" y="168"/>
                    <a:pt x="157" y="165"/>
                    <a:pt x="155" y="164"/>
                  </a:cubicBezTo>
                  <a:cubicBezTo>
                    <a:pt x="154" y="163"/>
                    <a:pt x="151" y="162"/>
                    <a:pt x="150" y="162"/>
                  </a:cubicBezTo>
                  <a:cubicBezTo>
                    <a:pt x="144" y="161"/>
                    <a:pt x="133" y="161"/>
                    <a:pt x="128" y="163"/>
                  </a:cubicBezTo>
                  <a:cubicBezTo>
                    <a:pt x="126" y="165"/>
                    <a:pt x="124" y="170"/>
                    <a:pt x="122" y="171"/>
                  </a:cubicBezTo>
                  <a:cubicBezTo>
                    <a:pt x="120" y="173"/>
                    <a:pt x="115" y="176"/>
                    <a:pt x="113" y="178"/>
                  </a:cubicBezTo>
                  <a:cubicBezTo>
                    <a:pt x="110" y="180"/>
                    <a:pt x="108" y="184"/>
                    <a:pt x="106" y="185"/>
                  </a:cubicBezTo>
                  <a:cubicBezTo>
                    <a:pt x="104" y="189"/>
                    <a:pt x="100" y="195"/>
                    <a:pt x="98" y="199"/>
                  </a:cubicBezTo>
                  <a:cubicBezTo>
                    <a:pt x="94" y="204"/>
                    <a:pt x="89" y="214"/>
                    <a:pt x="86" y="219"/>
                  </a:cubicBezTo>
                  <a:cubicBezTo>
                    <a:pt x="84" y="223"/>
                    <a:pt x="80" y="230"/>
                    <a:pt x="78" y="233"/>
                  </a:cubicBezTo>
                  <a:cubicBezTo>
                    <a:pt x="77" y="235"/>
                    <a:pt x="75" y="238"/>
                    <a:pt x="74" y="239"/>
                  </a:cubicBezTo>
                  <a:cubicBezTo>
                    <a:pt x="73" y="240"/>
                    <a:pt x="71" y="241"/>
                    <a:pt x="70" y="242"/>
                  </a:cubicBezTo>
                  <a:cubicBezTo>
                    <a:pt x="69" y="244"/>
                    <a:pt x="69" y="248"/>
                    <a:pt x="68" y="250"/>
                  </a:cubicBezTo>
                  <a:cubicBezTo>
                    <a:pt x="67" y="253"/>
                    <a:pt x="63" y="258"/>
                    <a:pt x="62" y="262"/>
                  </a:cubicBezTo>
                  <a:cubicBezTo>
                    <a:pt x="61" y="265"/>
                    <a:pt x="61" y="272"/>
                    <a:pt x="59" y="275"/>
                  </a:cubicBezTo>
                  <a:cubicBezTo>
                    <a:pt x="57" y="276"/>
                    <a:pt x="54" y="278"/>
                    <a:pt x="52" y="278"/>
                  </a:cubicBezTo>
                  <a:cubicBezTo>
                    <a:pt x="49" y="280"/>
                    <a:pt x="41" y="284"/>
                    <a:pt x="38" y="287"/>
                  </a:cubicBezTo>
                  <a:cubicBezTo>
                    <a:pt x="37" y="289"/>
                    <a:pt x="37" y="295"/>
                    <a:pt x="36" y="298"/>
                  </a:cubicBezTo>
                  <a:cubicBezTo>
                    <a:pt x="36" y="302"/>
                    <a:pt x="32" y="309"/>
                    <a:pt x="32" y="313"/>
                  </a:cubicBezTo>
                  <a:cubicBezTo>
                    <a:pt x="32" y="315"/>
                    <a:pt x="34" y="320"/>
                    <a:pt x="33" y="323"/>
                  </a:cubicBezTo>
                  <a:cubicBezTo>
                    <a:pt x="32" y="325"/>
                    <a:pt x="29" y="329"/>
                    <a:pt x="28" y="331"/>
                  </a:cubicBezTo>
                  <a:cubicBezTo>
                    <a:pt x="24" y="334"/>
                    <a:pt x="17" y="341"/>
                    <a:pt x="13" y="344"/>
                  </a:cubicBezTo>
                  <a:cubicBezTo>
                    <a:pt x="12" y="345"/>
                    <a:pt x="8" y="351"/>
                    <a:pt x="5" y="350"/>
                  </a:cubicBezTo>
                  <a:cubicBezTo>
                    <a:pt x="4" y="349"/>
                    <a:pt x="3" y="345"/>
                    <a:pt x="3" y="344"/>
                  </a:cubicBezTo>
                  <a:cubicBezTo>
                    <a:pt x="3" y="342"/>
                    <a:pt x="7" y="341"/>
                    <a:pt x="7" y="339"/>
                  </a:cubicBezTo>
                  <a:cubicBezTo>
                    <a:pt x="8" y="338"/>
                    <a:pt x="7" y="336"/>
                    <a:pt x="6" y="335"/>
                  </a:cubicBezTo>
                  <a:cubicBezTo>
                    <a:pt x="6" y="333"/>
                    <a:pt x="2" y="330"/>
                    <a:pt x="2" y="328"/>
                  </a:cubicBezTo>
                  <a:cubicBezTo>
                    <a:pt x="0" y="321"/>
                    <a:pt x="1" y="308"/>
                    <a:pt x="3" y="301"/>
                  </a:cubicBezTo>
                  <a:cubicBezTo>
                    <a:pt x="3" y="299"/>
                    <a:pt x="6" y="295"/>
                    <a:pt x="7" y="293"/>
                  </a:cubicBezTo>
                  <a:cubicBezTo>
                    <a:pt x="10" y="290"/>
                    <a:pt x="16" y="286"/>
                    <a:pt x="18" y="283"/>
                  </a:cubicBezTo>
                  <a:cubicBezTo>
                    <a:pt x="19" y="280"/>
                    <a:pt x="21" y="274"/>
                    <a:pt x="21" y="271"/>
                  </a:cubicBezTo>
                  <a:cubicBezTo>
                    <a:pt x="22" y="266"/>
                    <a:pt x="20" y="254"/>
                    <a:pt x="22" y="249"/>
                  </a:cubicBezTo>
                  <a:cubicBezTo>
                    <a:pt x="23" y="246"/>
                    <a:pt x="28" y="243"/>
                    <a:pt x="30" y="240"/>
                  </a:cubicBezTo>
                  <a:cubicBezTo>
                    <a:pt x="33" y="237"/>
                    <a:pt x="38" y="229"/>
                    <a:pt x="40" y="224"/>
                  </a:cubicBezTo>
                  <a:cubicBezTo>
                    <a:pt x="42" y="220"/>
                    <a:pt x="45" y="211"/>
                    <a:pt x="46" y="206"/>
                  </a:cubicBezTo>
                  <a:cubicBezTo>
                    <a:pt x="47" y="203"/>
                    <a:pt x="47" y="196"/>
                    <a:pt x="47" y="193"/>
                  </a:cubicBezTo>
                  <a:cubicBezTo>
                    <a:pt x="47" y="191"/>
                    <a:pt x="48" y="186"/>
                    <a:pt x="50" y="183"/>
                  </a:cubicBezTo>
                  <a:cubicBezTo>
                    <a:pt x="51" y="180"/>
                    <a:pt x="54" y="177"/>
                    <a:pt x="56" y="175"/>
                  </a:cubicBezTo>
                  <a:cubicBezTo>
                    <a:pt x="58" y="172"/>
                    <a:pt x="61" y="165"/>
                    <a:pt x="63" y="162"/>
                  </a:cubicBezTo>
                  <a:cubicBezTo>
                    <a:pt x="66" y="159"/>
                    <a:pt x="76" y="155"/>
                    <a:pt x="78" y="151"/>
                  </a:cubicBezTo>
                  <a:cubicBezTo>
                    <a:pt x="79" y="150"/>
                    <a:pt x="77" y="147"/>
                    <a:pt x="78" y="146"/>
                  </a:cubicBezTo>
                  <a:cubicBezTo>
                    <a:pt x="80" y="143"/>
                    <a:pt x="86" y="144"/>
                    <a:pt x="89" y="143"/>
                  </a:cubicBezTo>
                  <a:cubicBezTo>
                    <a:pt x="92" y="142"/>
                    <a:pt x="98" y="140"/>
                    <a:pt x="101" y="139"/>
                  </a:cubicBezTo>
                  <a:cubicBezTo>
                    <a:pt x="103" y="137"/>
                    <a:pt x="107" y="133"/>
                    <a:pt x="108" y="131"/>
                  </a:cubicBezTo>
                  <a:cubicBezTo>
                    <a:pt x="109" y="128"/>
                    <a:pt x="110" y="122"/>
                    <a:pt x="111" y="119"/>
                  </a:cubicBezTo>
                  <a:cubicBezTo>
                    <a:pt x="112" y="116"/>
                    <a:pt x="112" y="108"/>
                    <a:pt x="114" y="105"/>
                  </a:cubicBezTo>
                  <a:cubicBezTo>
                    <a:pt x="116" y="103"/>
                    <a:pt x="122" y="102"/>
                    <a:pt x="124" y="101"/>
                  </a:cubicBezTo>
                  <a:cubicBezTo>
                    <a:pt x="126" y="99"/>
                    <a:pt x="127" y="93"/>
                    <a:pt x="128" y="91"/>
                  </a:cubicBezTo>
                  <a:cubicBezTo>
                    <a:pt x="131" y="87"/>
                    <a:pt x="136" y="83"/>
                    <a:pt x="139" y="80"/>
                  </a:cubicBezTo>
                  <a:cubicBezTo>
                    <a:pt x="143" y="77"/>
                    <a:pt x="151" y="70"/>
                    <a:pt x="155" y="66"/>
                  </a:cubicBezTo>
                  <a:cubicBezTo>
                    <a:pt x="157" y="64"/>
                    <a:pt x="160" y="60"/>
                    <a:pt x="163" y="59"/>
                  </a:cubicBezTo>
                  <a:cubicBezTo>
                    <a:pt x="166" y="58"/>
                    <a:pt x="174" y="59"/>
                    <a:pt x="177" y="59"/>
                  </a:cubicBezTo>
                  <a:cubicBezTo>
                    <a:pt x="181" y="59"/>
                    <a:pt x="190" y="61"/>
                    <a:pt x="194" y="62"/>
                  </a:cubicBezTo>
                  <a:cubicBezTo>
                    <a:pt x="197" y="62"/>
                    <a:pt x="203" y="63"/>
                    <a:pt x="205" y="62"/>
                  </a:cubicBezTo>
                  <a:cubicBezTo>
                    <a:pt x="209" y="62"/>
                    <a:pt x="215" y="59"/>
                    <a:pt x="219" y="57"/>
                  </a:cubicBezTo>
                  <a:cubicBezTo>
                    <a:pt x="223" y="55"/>
                    <a:pt x="231" y="50"/>
                    <a:pt x="236" y="48"/>
                  </a:cubicBezTo>
                  <a:cubicBezTo>
                    <a:pt x="239" y="47"/>
                    <a:pt x="246" y="44"/>
                    <a:pt x="250" y="42"/>
                  </a:cubicBezTo>
                  <a:cubicBezTo>
                    <a:pt x="253" y="40"/>
                    <a:pt x="259" y="34"/>
                    <a:pt x="262" y="32"/>
                  </a:cubicBezTo>
                  <a:cubicBezTo>
                    <a:pt x="264" y="30"/>
                    <a:pt x="269" y="27"/>
                    <a:pt x="270" y="25"/>
                  </a:cubicBezTo>
                  <a:cubicBezTo>
                    <a:pt x="272" y="23"/>
                    <a:pt x="272" y="17"/>
                    <a:pt x="274" y="15"/>
                  </a:cubicBezTo>
                  <a:cubicBezTo>
                    <a:pt x="275" y="12"/>
                    <a:pt x="281" y="9"/>
                    <a:pt x="283" y="7"/>
                  </a:cubicBezTo>
                  <a:cubicBezTo>
                    <a:pt x="285" y="5"/>
                    <a:pt x="287" y="1"/>
                    <a:pt x="289" y="1"/>
                  </a:cubicBezTo>
                  <a:cubicBezTo>
                    <a:pt x="292" y="0"/>
                    <a:pt x="296" y="2"/>
                    <a:pt x="297" y="3"/>
                  </a:cubicBezTo>
                  <a:cubicBezTo>
                    <a:pt x="299" y="4"/>
                    <a:pt x="302" y="8"/>
                    <a:pt x="304" y="9"/>
                  </a:cubicBezTo>
                  <a:cubicBezTo>
                    <a:pt x="306" y="10"/>
                    <a:pt x="311" y="11"/>
                    <a:pt x="314" y="11"/>
                  </a:cubicBezTo>
                  <a:cubicBezTo>
                    <a:pt x="317" y="11"/>
                    <a:pt x="320" y="11"/>
                    <a:pt x="322" y="11"/>
                  </a:cubicBezTo>
                  <a:cubicBezTo>
                    <a:pt x="324" y="11"/>
                    <a:pt x="328" y="11"/>
                    <a:pt x="329" y="10"/>
                  </a:cubicBezTo>
                  <a:cubicBezTo>
                    <a:pt x="331" y="10"/>
                    <a:pt x="333" y="8"/>
                    <a:pt x="334" y="7"/>
                  </a:cubicBezTo>
                  <a:cubicBezTo>
                    <a:pt x="335" y="6"/>
                    <a:pt x="338" y="4"/>
                    <a:pt x="339" y="3"/>
                  </a:cubicBezTo>
                  <a:cubicBezTo>
                    <a:pt x="341" y="2"/>
                    <a:pt x="345" y="2"/>
                    <a:pt x="347" y="1"/>
                  </a:cubicBezTo>
                  <a:cubicBezTo>
                    <a:pt x="350" y="1"/>
                    <a:pt x="356" y="2"/>
                    <a:pt x="358" y="3"/>
                  </a:cubicBezTo>
                  <a:cubicBezTo>
                    <a:pt x="360" y="4"/>
                    <a:pt x="363" y="7"/>
                    <a:pt x="365" y="8"/>
                  </a:cubicBezTo>
                  <a:cubicBezTo>
                    <a:pt x="367" y="9"/>
                    <a:pt x="371" y="10"/>
                    <a:pt x="373" y="11"/>
                  </a:cubicBezTo>
                  <a:cubicBezTo>
                    <a:pt x="375" y="12"/>
                    <a:pt x="379" y="16"/>
                    <a:pt x="381" y="16"/>
                  </a:cubicBezTo>
                  <a:cubicBezTo>
                    <a:pt x="384" y="17"/>
                    <a:pt x="389" y="17"/>
                    <a:pt x="391" y="16"/>
                  </a:cubicBezTo>
                  <a:cubicBezTo>
                    <a:pt x="394" y="16"/>
                    <a:pt x="401" y="15"/>
                    <a:pt x="404" y="15"/>
                  </a:cubicBezTo>
                  <a:cubicBezTo>
                    <a:pt x="406" y="14"/>
                    <a:pt x="410" y="12"/>
                    <a:pt x="412" y="12"/>
                  </a:cubicBezTo>
                  <a:cubicBezTo>
                    <a:pt x="414" y="12"/>
                    <a:pt x="418" y="15"/>
                    <a:pt x="420" y="16"/>
                  </a:cubicBezTo>
                  <a:cubicBezTo>
                    <a:pt x="422" y="17"/>
                    <a:pt x="428" y="18"/>
                    <a:pt x="431" y="19"/>
                  </a:cubicBezTo>
                  <a:cubicBezTo>
                    <a:pt x="433" y="20"/>
                    <a:pt x="436" y="24"/>
                    <a:pt x="438" y="26"/>
                  </a:cubicBezTo>
                  <a:cubicBezTo>
                    <a:pt x="440" y="28"/>
                    <a:pt x="442" y="30"/>
                    <a:pt x="443" y="31"/>
                  </a:cubicBezTo>
                  <a:cubicBezTo>
                    <a:pt x="445" y="32"/>
                    <a:pt x="448" y="35"/>
                    <a:pt x="450" y="36"/>
                  </a:cubicBezTo>
                  <a:cubicBezTo>
                    <a:pt x="451" y="37"/>
                    <a:pt x="455" y="36"/>
                    <a:pt x="457" y="36"/>
                  </a:cubicBezTo>
                  <a:cubicBezTo>
                    <a:pt x="460" y="35"/>
                    <a:pt x="465" y="32"/>
                    <a:pt x="468" y="32"/>
                  </a:cubicBezTo>
                  <a:cubicBezTo>
                    <a:pt x="471" y="33"/>
                    <a:pt x="475" y="38"/>
                    <a:pt x="478" y="39"/>
                  </a:cubicBezTo>
                  <a:cubicBezTo>
                    <a:pt x="480" y="41"/>
                    <a:pt x="485" y="43"/>
                    <a:pt x="487" y="45"/>
                  </a:cubicBezTo>
                  <a:cubicBezTo>
                    <a:pt x="489" y="46"/>
                    <a:pt x="492" y="50"/>
                    <a:pt x="494" y="51"/>
                  </a:cubicBezTo>
                  <a:cubicBezTo>
                    <a:pt x="497" y="53"/>
                    <a:pt x="505" y="52"/>
                    <a:pt x="509" y="53"/>
                  </a:cubicBezTo>
                  <a:cubicBezTo>
                    <a:pt x="513" y="53"/>
                    <a:pt x="520" y="54"/>
                    <a:pt x="524" y="55"/>
                  </a:cubicBezTo>
                  <a:cubicBezTo>
                    <a:pt x="527" y="55"/>
                    <a:pt x="534" y="57"/>
                    <a:pt x="537" y="59"/>
                  </a:cubicBezTo>
                  <a:cubicBezTo>
                    <a:pt x="540" y="61"/>
                    <a:pt x="544" y="66"/>
                    <a:pt x="547" y="68"/>
                  </a:cubicBezTo>
                  <a:cubicBezTo>
                    <a:pt x="550" y="69"/>
                    <a:pt x="556" y="69"/>
                    <a:pt x="558" y="70"/>
                  </a:cubicBezTo>
                  <a:cubicBezTo>
                    <a:pt x="562" y="72"/>
                    <a:pt x="566" y="78"/>
                    <a:pt x="569" y="79"/>
                  </a:cubicBezTo>
                  <a:cubicBezTo>
                    <a:pt x="571" y="81"/>
                    <a:pt x="576" y="82"/>
                    <a:pt x="579" y="83"/>
                  </a:cubicBezTo>
                  <a:cubicBezTo>
                    <a:pt x="582" y="85"/>
                    <a:pt x="589" y="89"/>
                    <a:pt x="592" y="92"/>
                  </a:cubicBezTo>
                  <a:cubicBezTo>
                    <a:pt x="595" y="94"/>
                    <a:pt x="600" y="99"/>
                    <a:pt x="603" y="101"/>
                  </a:cubicBezTo>
                  <a:cubicBezTo>
                    <a:pt x="604" y="104"/>
                    <a:pt x="607" y="109"/>
                    <a:pt x="609" y="111"/>
                  </a:cubicBezTo>
                  <a:cubicBezTo>
                    <a:pt x="610" y="113"/>
                    <a:pt x="613" y="117"/>
                    <a:pt x="613" y="1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86" name="Group 279"/>
          <p:cNvGrpSpPr/>
          <p:nvPr/>
        </p:nvGrpSpPr>
        <p:grpSpPr>
          <a:xfrm>
            <a:off x="5749552" y="2743897"/>
            <a:ext cx="356162" cy="356162"/>
            <a:chOff x="846989" y="1401020"/>
            <a:chExt cx="877416" cy="877416"/>
          </a:xfrm>
          <a:effectLst/>
        </p:grpSpPr>
        <p:sp>
          <p:nvSpPr>
            <p:cNvPr id="287" name="Teardrop 286"/>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88" name="Oval 28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89" name="Group 279"/>
          <p:cNvGrpSpPr/>
          <p:nvPr/>
        </p:nvGrpSpPr>
        <p:grpSpPr>
          <a:xfrm>
            <a:off x="6803468" y="2886547"/>
            <a:ext cx="356162" cy="356162"/>
            <a:chOff x="846989" y="1401020"/>
            <a:chExt cx="877416" cy="877416"/>
          </a:xfrm>
          <a:effectLst/>
        </p:grpSpPr>
        <p:sp>
          <p:nvSpPr>
            <p:cNvPr id="290" name="Teardrop 289"/>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91" name="Oval 29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92" name="Group 279"/>
          <p:cNvGrpSpPr/>
          <p:nvPr/>
        </p:nvGrpSpPr>
        <p:grpSpPr>
          <a:xfrm>
            <a:off x="5475749" y="3666654"/>
            <a:ext cx="356162" cy="356162"/>
            <a:chOff x="846989" y="1401020"/>
            <a:chExt cx="877416" cy="877416"/>
          </a:xfrm>
          <a:effectLst/>
        </p:grpSpPr>
        <p:sp>
          <p:nvSpPr>
            <p:cNvPr id="293" name="Teardrop 292"/>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94" name="Oval 29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95" name="Group 279"/>
          <p:cNvGrpSpPr/>
          <p:nvPr/>
        </p:nvGrpSpPr>
        <p:grpSpPr>
          <a:xfrm>
            <a:off x="7390184" y="3917407"/>
            <a:ext cx="356162" cy="356162"/>
            <a:chOff x="846989" y="1401020"/>
            <a:chExt cx="877416" cy="877416"/>
          </a:xfrm>
          <a:effectLst/>
        </p:grpSpPr>
        <p:sp>
          <p:nvSpPr>
            <p:cNvPr id="296" name="Teardrop 295"/>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97" name="Oval 29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98" name="Group 279"/>
          <p:cNvGrpSpPr/>
          <p:nvPr/>
        </p:nvGrpSpPr>
        <p:grpSpPr>
          <a:xfrm>
            <a:off x="4608512" y="3020399"/>
            <a:ext cx="356162" cy="356162"/>
            <a:chOff x="846989" y="1401020"/>
            <a:chExt cx="877416" cy="877416"/>
          </a:xfrm>
          <a:effectLst/>
        </p:grpSpPr>
        <p:sp>
          <p:nvSpPr>
            <p:cNvPr id="299" name="Teardrop 298"/>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300" name="Oval 29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301" name="Group 279"/>
          <p:cNvGrpSpPr/>
          <p:nvPr/>
        </p:nvGrpSpPr>
        <p:grpSpPr>
          <a:xfrm>
            <a:off x="4582673" y="3614418"/>
            <a:ext cx="356162" cy="356162"/>
            <a:chOff x="846989" y="1401020"/>
            <a:chExt cx="877416" cy="877416"/>
          </a:xfrm>
          <a:effectLst/>
        </p:grpSpPr>
        <p:sp>
          <p:nvSpPr>
            <p:cNvPr id="302" name="Teardrop 301"/>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303" name="Oval 30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304" name="Group 279"/>
          <p:cNvGrpSpPr/>
          <p:nvPr/>
        </p:nvGrpSpPr>
        <p:grpSpPr>
          <a:xfrm>
            <a:off x="4822889" y="4740651"/>
            <a:ext cx="356162" cy="356162"/>
            <a:chOff x="846989" y="1401020"/>
            <a:chExt cx="877416" cy="877416"/>
          </a:xfrm>
          <a:effectLst/>
        </p:grpSpPr>
        <p:sp>
          <p:nvSpPr>
            <p:cNvPr id="305" name="Teardrop 304"/>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306" name="Oval 30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307" name="Group 279"/>
          <p:cNvGrpSpPr/>
          <p:nvPr/>
        </p:nvGrpSpPr>
        <p:grpSpPr>
          <a:xfrm>
            <a:off x="5421165" y="4264801"/>
            <a:ext cx="356162" cy="356162"/>
            <a:chOff x="846989" y="1401020"/>
            <a:chExt cx="877416" cy="877416"/>
          </a:xfrm>
          <a:effectLst/>
        </p:grpSpPr>
        <p:sp>
          <p:nvSpPr>
            <p:cNvPr id="308" name="Teardrop 307"/>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309" name="Oval 30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sp>
        <p:nvSpPr>
          <p:cNvPr id="310" name="Footer Text"/>
          <p:cNvSpPr txBox="1"/>
          <p:nvPr/>
        </p:nvSpPr>
        <p:spPr>
          <a:xfrm>
            <a:off x="674448" y="2361396"/>
            <a:ext cx="2525952" cy="677108"/>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available, but the majority have.</a:t>
            </a:r>
          </a:p>
        </p:txBody>
      </p:sp>
      <p:graphicFrame>
        <p:nvGraphicFramePr>
          <p:cNvPr id="311" name="Chart 310"/>
          <p:cNvGraphicFramePr/>
          <p:nvPr/>
        </p:nvGraphicFramePr>
        <p:xfrm>
          <a:off x="411514" y="2906660"/>
          <a:ext cx="3029270" cy="3206234"/>
        </p:xfrm>
        <a:graphic>
          <a:graphicData uri="http://schemas.openxmlformats.org/drawingml/2006/chart">
            <c:chart xmlns:c="http://schemas.openxmlformats.org/drawingml/2006/chart" xmlns:r="http://schemas.openxmlformats.org/officeDocument/2006/relationships" r:id="rId3"/>
          </a:graphicData>
        </a:graphic>
      </p:graphicFrame>
      <p:grpSp>
        <p:nvGrpSpPr>
          <p:cNvPr id="312" name="Group 279"/>
          <p:cNvGrpSpPr/>
          <p:nvPr/>
        </p:nvGrpSpPr>
        <p:grpSpPr>
          <a:xfrm>
            <a:off x="6235495" y="3286700"/>
            <a:ext cx="356162" cy="356162"/>
            <a:chOff x="846989" y="1401020"/>
            <a:chExt cx="877416" cy="877416"/>
          </a:xfrm>
          <a:effectLst/>
        </p:grpSpPr>
        <p:sp>
          <p:nvSpPr>
            <p:cNvPr id="313" name="Teardrop 312"/>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314" name="Oval 31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315" name="Group 279"/>
          <p:cNvGrpSpPr/>
          <p:nvPr/>
        </p:nvGrpSpPr>
        <p:grpSpPr>
          <a:xfrm>
            <a:off x="3694371" y="3962400"/>
            <a:ext cx="356162" cy="356162"/>
            <a:chOff x="846989" y="1401020"/>
            <a:chExt cx="877416" cy="877416"/>
          </a:xfrm>
          <a:effectLst/>
        </p:grpSpPr>
        <p:sp>
          <p:nvSpPr>
            <p:cNvPr id="316" name="Teardrop 315"/>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317" name="Oval 31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318" name="Group 90"/>
          <p:cNvGrpSpPr>
            <a:grpSpLocks noChangeAspect="1"/>
          </p:cNvGrpSpPr>
          <p:nvPr/>
        </p:nvGrpSpPr>
        <p:grpSpPr>
          <a:xfrm>
            <a:off x="4067175" y="5388079"/>
            <a:ext cx="606930" cy="606928"/>
            <a:chOff x="4046972" y="1821242"/>
            <a:chExt cx="751216" cy="751214"/>
          </a:xfrm>
        </p:grpSpPr>
        <p:sp>
          <p:nvSpPr>
            <p:cNvPr id="319" name="Oval 318"/>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0" name="Group 179"/>
            <p:cNvGrpSpPr/>
            <p:nvPr/>
          </p:nvGrpSpPr>
          <p:grpSpPr>
            <a:xfrm>
              <a:off x="4321607" y="1938430"/>
              <a:ext cx="201944" cy="516839"/>
              <a:chOff x="5054600" y="1652588"/>
              <a:chExt cx="187325" cy="479424"/>
            </a:xfrm>
            <a:solidFill>
              <a:schemeClr val="bg1"/>
            </a:solidFill>
          </p:grpSpPr>
          <p:sp>
            <p:nvSpPr>
              <p:cNvPr id="32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323" name="Group 91"/>
          <p:cNvGrpSpPr>
            <a:grpSpLocks noChangeAspect="1"/>
          </p:cNvGrpSpPr>
          <p:nvPr/>
        </p:nvGrpSpPr>
        <p:grpSpPr>
          <a:xfrm>
            <a:off x="6108760" y="5381751"/>
            <a:ext cx="606930" cy="606928"/>
            <a:chOff x="5397701" y="1821242"/>
            <a:chExt cx="751216" cy="751214"/>
          </a:xfrm>
        </p:grpSpPr>
        <p:sp>
          <p:nvSpPr>
            <p:cNvPr id="324" name="Oval 323"/>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5" name="Group 184"/>
            <p:cNvGrpSpPr/>
            <p:nvPr/>
          </p:nvGrpSpPr>
          <p:grpSpPr>
            <a:xfrm>
              <a:off x="5653784" y="1940300"/>
              <a:ext cx="238994" cy="513083"/>
              <a:chOff x="6213475" y="1668463"/>
              <a:chExt cx="227013" cy="487362"/>
            </a:xfrm>
            <a:solidFill>
              <a:schemeClr val="bg1"/>
            </a:solidFill>
          </p:grpSpPr>
          <p:sp>
            <p:nvSpPr>
              <p:cNvPr id="32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328" name="Group 80"/>
          <p:cNvGrpSpPr/>
          <p:nvPr/>
        </p:nvGrpSpPr>
        <p:grpSpPr>
          <a:xfrm>
            <a:off x="6759619" y="5378800"/>
            <a:ext cx="1317581" cy="612831"/>
            <a:chOff x="2913154" y="3468058"/>
            <a:chExt cx="1317581" cy="612831"/>
          </a:xfrm>
        </p:grpSpPr>
        <p:sp>
          <p:nvSpPr>
            <p:cNvPr id="329"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330"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331" name="Group 80"/>
          <p:cNvGrpSpPr/>
          <p:nvPr/>
        </p:nvGrpSpPr>
        <p:grpSpPr>
          <a:xfrm>
            <a:off x="4760754" y="5385128"/>
            <a:ext cx="1317581" cy="612831"/>
            <a:chOff x="2913154" y="3468058"/>
            <a:chExt cx="1317581" cy="612831"/>
          </a:xfrm>
        </p:grpSpPr>
        <p:sp>
          <p:nvSpPr>
            <p:cNvPr id="332"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sp>
          <p:nvSpPr>
            <p:cNvPr id="333"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p:cTn id="7" dur="500" fill="hold"/>
                                        <p:tgtEl>
                                          <p:spTgt spid="114"/>
                                        </p:tgtEl>
                                        <p:attrNameLst>
                                          <p:attrName>ppt_w</p:attrName>
                                        </p:attrNameLst>
                                      </p:cBhvr>
                                      <p:tavLst>
                                        <p:tav tm="0">
                                          <p:val>
                                            <p:fltVal val="0"/>
                                          </p:val>
                                        </p:tav>
                                        <p:tav tm="100000">
                                          <p:val>
                                            <p:strVal val="#ppt_w"/>
                                          </p:val>
                                        </p:tav>
                                      </p:tavLst>
                                    </p:anim>
                                    <p:anim calcmode="lin" valueType="num">
                                      <p:cBhvr>
                                        <p:cTn id="8" dur="500" fill="hold"/>
                                        <p:tgtEl>
                                          <p:spTgt spid="114"/>
                                        </p:tgtEl>
                                        <p:attrNameLst>
                                          <p:attrName>ppt_h</p:attrName>
                                        </p:attrNameLst>
                                      </p:cBhvr>
                                      <p:tavLst>
                                        <p:tav tm="0">
                                          <p:val>
                                            <p:fltVal val="0"/>
                                          </p:val>
                                        </p:tav>
                                        <p:tav tm="100000">
                                          <p:val>
                                            <p:strVal val="#ppt_h"/>
                                          </p:val>
                                        </p:tav>
                                      </p:tavLst>
                                    </p:anim>
                                    <p:animEffect transition="in" filter="fade">
                                      <p:cBhvr>
                                        <p:cTn id="9" dur="500"/>
                                        <p:tgtEl>
                                          <p:spTgt spid="114"/>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286"/>
                                        </p:tgtEl>
                                        <p:attrNameLst>
                                          <p:attrName>style.visibility</p:attrName>
                                        </p:attrNameLst>
                                      </p:cBhvr>
                                      <p:to>
                                        <p:strVal val="visible"/>
                                      </p:to>
                                    </p:set>
                                    <p:anim calcmode="lin" valueType="num">
                                      <p:cBhvr additive="base">
                                        <p:cTn id="13" dur="500" fill="hold"/>
                                        <p:tgtEl>
                                          <p:spTgt spid="286"/>
                                        </p:tgtEl>
                                        <p:attrNameLst>
                                          <p:attrName>ppt_x</p:attrName>
                                        </p:attrNameLst>
                                      </p:cBhvr>
                                      <p:tavLst>
                                        <p:tav tm="0">
                                          <p:val>
                                            <p:strVal val="#ppt_x"/>
                                          </p:val>
                                        </p:tav>
                                        <p:tav tm="100000">
                                          <p:val>
                                            <p:strVal val="#ppt_x"/>
                                          </p:val>
                                        </p:tav>
                                      </p:tavLst>
                                    </p:anim>
                                    <p:anim calcmode="lin" valueType="num">
                                      <p:cBhvr additive="base">
                                        <p:cTn id="14" dur="500" fill="hold"/>
                                        <p:tgtEl>
                                          <p:spTgt spid="286"/>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289"/>
                                        </p:tgtEl>
                                        <p:attrNameLst>
                                          <p:attrName>style.visibility</p:attrName>
                                        </p:attrNameLst>
                                      </p:cBhvr>
                                      <p:to>
                                        <p:strVal val="visible"/>
                                      </p:to>
                                    </p:set>
                                    <p:anim calcmode="lin" valueType="num">
                                      <p:cBhvr additive="base">
                                        <p:cTn id="18" dur="500" fill="hold"/>
                                        <p:tgtEl>
                                          <p:spTgt spid="289"/>
                                        </p:tgtEl>
                                        <p:attrNameLst>
                                          <p:attrName>ppt_x</p:attrName>
                                        </p:attrNameLst>
                                      </p:cBhvr>
                                      <p:tavLst>
                                        <p:tav tm="0">
                                          <p:val>
                                            <p:strVal val="#ppt_x"/>
                                          </p:val>
                                        </p:tav>
                                        <p:tav tm="100000">
                                          <p:val>
                                            <p:strVal val="#ppt_x"/>
                                          </p:val>
                                        </p:tav>
                                      </p:tavLst>
                                    </p:anim>
                                    <p:anim calcmode="lin" valueType="num">
                                      <p:cBhvr additive="base">
                                        <p:cTn id="19" dur="500" fill="hold"/>
                                        <p:tgtEl>
                                          <p:spTgt spid="289"/>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292"/>
                                        </p:tgtEl>
                                        <p:attrNameLst>
                                          <p:attrName>style.visibility</p:attrName>
                                        </p:attrNameLst>
                                      </p:cBhvr>
                                      <p:to>
                                        <p:strVal val="visible"/>
                                      </p:to>
                                    </p:set>
                                    <p:anim calcmode="lin" valueType="num">
                                      <p:cBhvr additive="base">
                                        <p:cTn id="23" dur="500" fill="hold"/>
                                        <p:tgtEl>
                                          <p:spTgt spid="292"/>
                                        </p:tgtEl>
                                        <p:attrNameLst>
                                          <p:attrName>ppt_x</p:attrName>
                                        </p:attrNameLst>
                                      </p:cBhvr>
                                      <p:tavLst>
                                        <p:tav tm="0">
                                          <p:val>
                                            <p:strVal val="#ppt_x"/>
                                          </p:val>
                                        </p:tav>
                                        <p:tav tm="100000">
                                          <p:val>
                                            <p:strVal val="#ppt_x"/>
                                          </p:val>
                                        </p:tav>
                                      </p:tavLst>
                                    </p:anim>
                                    <p:anim calcmode="lin" valueType="num">
                                      <p:cBhvr additive="base">
                                        <p:cTn id="24" dur="500" fill="hold"/>
                                        <p:tgtEl>
                                          <p:spTgt spid="292"/>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295"/>
                                        </p:tgtEl>
                                        <p:attrNameLst>
                                          <p:attrName>style.visibility</p:attrName>
                                        </p:attrNameLst>
                                      </p:cBhvr>
                                      <p:to>
                                        <p:strVal val="visible"/>
                                      </p:to>
                                    </p:set>
                                    <p:anim calcmode="lin" valueType="num">
                                      <p:cBhvr additive="base">
                                        <p:cTn id="28" dur="500" fill="hold"/>
                                        <p:tgtEl>
                                          <p:spTgt spid="295"/>
                                        </p:tgtEl>
                                        <p:attrNameLst>
                                          <p:attrName>ppt_x</p:attrName>
                                        </p:attrNameLst>
                                      </p:cBhvr>
                                      <p:tavLst>
                                        <p:tav tm="0">
                                          <p:val>
                                            <p:strVal val="#ppt_x"/>
                                          </p:val>
                                        </p:tav>
                                        <p:tav tm="100000">
                                          <p:val>
                                            <p:strVal val="#ppt_x"/>
                                          </p:val>
                                        </p:tav>
                                      </p:tavLst>
                                    </p:anim>
                                    <p:anim calcmode="lin" valueType="num">
                                      <p:cBhvr additive="base">
                                        <p:cTn id="29" dur="500" fill="hold"/>
                                        <p:tgtEl>
                                          <p:spTgt spid="295"/>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298"/>
                                        </p:tgtEl>
                                        <p:attrNameLst>
                                          <p:attrName>style.visibility</p:attrName>
                                        </p:attrNameLst>
                                      </p:cBhvr>
                                      <p:to>
                                        <p:strVal val="visible"/>
                                      </p:to>
                                    </p:set>
                                    <p:anim calcmode="lin" valueType="num">
                                      <p:cBhvr additive="base">
                                        <p:cTn id="33" dur="500" fill="hold"/>
                                        <p:tgtEl>
                                          <p:spTgt spid="298"/>
                                        </p:tgtEl>
                                        <p:attrNameLst>
                                          <p:attrName>ppt_x</p:attrName>
                                        </p:attrNameLst>
                                      </p:cBhvr>
                                      <p:tavLst>
                                        <p:tav tm="0">
                                          <p:val>
                                            <p:strVal val="#ppt_x"/>
                                          </p:val>
                                        </p:tav>
                                        <p:tav tm="100000">
                                          <p:val>
                                            <p:strVal val="#ppt_x"/>
                                          </p:val>
                                        </p:tav>
                                      </p:tavLst>
                                    </p:anim>
                                    <p:anim calcmode="lin" valueType="num">
                                      <p:cBhvr additive="base">
                                        <p:cTn id="34" dur="500" fill="hold"/>
                                        <p:tgtEl>
                                          <p:spTgt spid="298"/>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301"/>
                                        </p:tgtEl>
                                        <p:attrNameLst>
                                          <p:attrName>style.visibility</p:attrName>
                                        </p:attrNameLst>
                                      </p:cBhvr>
                                      <p:to>
                                        <p:strVal val="visible"/>
                                      </p:to>
                                    </p:set>
                                    <p:anim calcmode="lin" valueType="num">
                                      <p:cBhvr additive="base">
                                        <p:cTn id="38" dur="500" fill="hold"/>
                                        <p:tgtEl>
                                          <p:spTgt spid="301"/>
                                        </p:tgtEl>
                                        <p:attrNameLst>
                                          <p:attrName>ppt_x</p:attrName>
                                        </p:attrNameLst>
                                      </p:cBhvr>
                                      <p:tavLst>
                                        <p:tav tm="0">
                                          <p:val>
                                            <p:strVal val="#ppt_x"/>
                                          </p:val>
                                        </p:tav>
                                        <p:tav tm="100000">
                                          <p:val>
                                            <p:strVal val="#ppt_x"/>
                                          </p:val>
                                        </p:tav>
                                      </p:tavLst>
                                    </p:anim>
                                    <p:anim calcmode="lin" valueType="num">
                                      <p:cBhvr additive="base">
                                        <p:cTn id="39" dur="500" fill="hold"/>
                                        <p:tgtEl>
                                          <p:spTgt spid="301"/>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 presetClass="entr" presetSubtype="1" accel="50000" decel="50000" fill="hold" nodeType="afterEffect">
                                  <p:stCondLst>
                                    <p:cond delay="0"/>
                                  </p:stCondLst>
                                  <p:childTnLst>
                                    <p:set>
                                      <p:cBhvr>
                                        <p:cTn id="42" dur="1" fill="hold">
                                          <p:stCondLst>
                                            <p:cond delay="0"/>
                                          </p:stCondLst>
                                        </p:cTn>
                                        <p:tgtEl>
                                          <p:spTgt spid="304"/>
                                        </p:tgtEl>
                                        <p:attrNameLst>
                                          <p:attrName>style.visibility</p:attrName>
                                        </p:attrNameLst>
                                      </p:cBhvr>
                                      <p:to>
                                        <p:strVal val="visible"/>
                                      </p:to>
                                    </p:set>
                                    <p:anim calcmode="lin" valueType="num">
                                      <p:cBhvr additive="base">
                                        <p:cTn id="43" dur="500" fill="hold"/>
                                        <p:tgtEl>
                                          <p:spTgt spid="304"/>
                                        </p:tgtEl>
                                        <p:attrNameLst>
                                          <p:attrName>ppt_x</p:attrName>
                                        </p:attrNameLst>
                                      </p:cBhvr>
                                      <p:tavLst>
                                        <p:tav tm="0">
                                          <p:val>
                                            <p:strVal val="#ppt_x"/>
                                          </p:val>
                                        </p:tav>
                                        <p:tav tm="100000">
                                          <p:val>
                                            <p:strVal val="#ppt_x"/>
                                          </p:val>
                                        </p:tav>
                                      </p:tavLst>
                                    </p:anim>
                                    <p:anim calcmode="lin" valueType="num">
                                      <p:cBhvr additive="base">
                                        <p:cTn id="44" dur="500" fill="hold"/>
                                        <p:tgtEl>
                                          <p:spTgt spid="304"/>
                                        </p:tgtEl>
                                        <p:attrNameLst>
                                          <p:attrName>ppt_y</p:attrName>
                                        </p:attrNameLst>
                                      </p:cBhvr>
                                      <p:tavLst>
                                        <p:tav tm="0">
                                          <p:val>
                                            <p:strVal val="0-#ppt_h/2"/>
                                          </p:val>
                                        </p:tav>
                                        <p:tav tm="100000">
                                          <p:val>
                                            <p:strVal val="#ppt_y"/>
                                          </p:val>
                                        </p:tav>
                                      </p:tavLst>
                                    </p:anim>
                                  </p:childTnLst>
                                </p:cTn>
                              </p:par>
                            </p:childTnLst>
                          </p:cTn>
                        </p:par>
                        <p:par>
                          <p:cTn id="45" fill="hold">
                            <p:stCondLst>
                              <p:cond delay="4000"/>
                            </p:stCondLst>
                            <p:childTnLst>
                              <p:par>
                                <p:cTn id="46" presetID="2" presetClass="entr" presetSubtype="1" accel="50000" decel="50000" fill="hold" nodeType="afterEffect">
                                  <p:stCondLst>
                                    <p:cond delay="0"/>
                                  </p:stCondLst>
                                  <p:childTnLst>
                                    <p:set>
                                      <p:cBhvr>
                                        <p:cTn id="47" dur="1" fill="hold">
                                          <p:stCondLst>
                                            <p:cond delay="0"/>
                                          </p:stCondLst>
                                        </p:cTn>
                                        <p:tgtEl>
                                          <p:spTgt spid="307"/>
                                        </p:tgtEl>
                                        <p:attrNameLst>
                                          <p:attrName>style.visibility</p:attrName>
                                        </p:attrNameLst>
                                      </p:cBhvr>
                                      <p:to>
                                        <p:strVal val="visible"/>
                                      </p:to>
                                    </p:set>
                                    <p:anim calcmode="lin" valueType="num">
                                      <p:cBhvr additive="base">
                                        <p:cTn id="48" dur="500" fill="hold"/>
                                        <p:tgtEl>
                                          <p:spTgt spid="307"/>
                                        </p:tgtEl>
                                        <p:attrNameLst>
                                          <p:attrName>ppt_x</p:attrName>
                                        </p:attrNameLst>
                                      </p:cBhvr>
                                      <p:tavLst>
                                        <p:tav tm="0">
                                          <p:val>
                                            <p:strVal val="#ppt_x"/>
                                          </p:val>
                                        </p:tav>
                                        <p:tav tm="100000">
                                          <p:val>
                                            <p:strVal val="#ppt_x"/>
                                          </p:val>
                                        </p:tav>
                                      </p:tavLst>
                                    </p:anim>
                                    <p:anim calcmode="lin" valueType="num">
                                      <p:cBhvr additive="base">
                                        <p:cTn id="49" dur="500" fill="hold"/>
                                        <p:tgtEl>
                                          <p:spTgt spid="307"/>
                                        </p:tgtEl>
                                        <p:attrNameLst>
                                          <p:attrName>ppt_y</p:attrName>
                                        </p:attrNameLst>
                                      </p:cBhvr>
                                      <p:tavLst>
                                        <p:tav tm="0">
                                          <p:val>
                                            <p:strVal val="0-#ppt_h/2"/>
                                          </p:val>
                                        </p:tav>
                                        <p:tav tm="100000">
                                          <p:val>
                                            <p:strVal val="#ppt_y"/>
                                          </p:val>
                                        </p:tav>
                                      </p:tavLst>
                                    </p:anim>
                                  </p:childTnLst>
                                </p:cTn>
                              </p:par>
                            </p:childTnLst>
                          </p:cTn>
                        </p:par>
                        <p:par>
                          <p:cTn id="50" fill="hold">
                            <p:stCondLst>
                              <p:cond delay="4500"/>
                            </p:stCondLst>
                            <p:childTnLst>
                              <p:par>
                                <p:cTn id="51" presetID="2" presetClass="entr" presetSubtype="1" accel="50000" decel="50000" fill="hold" nodeType="afterEffect">
                                  <p:stCondLst>
                                    <p:cond delay="0"/>
                                  </p:stCondLst>
                                  <p:childTnLst>
                                    <p:set>
                                      <p:cBhvr>
                                        <p:cTn id="52" dur="1" fill="hold">
                                          <p:stCondLst>
                                            <p:cond delay="0"/>
                                          </p:stCondLst>
                                        </p:cTn>
                                        <p:tgtEl>
                                          <p:spTgt spid="312"/>
                                        </p:tgtEl>
                                        <p:attrNameLst>
                                          <p:attrName>style.visibility</p:attrName>
                                        </p:attrNameLst>
                                      </p:cBhvr>
                                      <p:to>
                                        <p:strVal val="visible"/>
                                      </p:to>
                                    </p:set>
                                    <p:anim calcmode="lin" valueType="num">
                                      <p:cBhvr additive="base">
                                        <p:cTn id="53" dur="500" fill="hold"/>
                                        <p:tgtEl>
                                          <p:spTgt spid="312"/>
                                        </p:tgtEl>
                                        <p:attrNameLst>
                                          <p:attrName>ppt_x</p:attrName>
                                        </p:attrNameLst>
                                      </p:cBhvr>
                                      <p:tavLst>
                                        <p:tav tm="0">
                                          <p:val>
                                            <p:strVal val="#ppt_x"/>
                                          </p:val>
                                        </p:tav>
                                        <p:tav tm="100000">
                                          <p:val>
                                            <p:strVal val="#ppt_x"/>
                                          </p:val>
                                        </p:tav>
                                      </p:tavLst>
                                    </p:anim>
                                    <p:anim calcmode="lin" valueType="num">
                                      <p:cBhvr additive="base">
                                        <p:cTn id="54" dur="500" fill="hold"/>
                                        <p:tgtEl>
                                          <p:spTgt spid="312"/>
                                        </p:tgtEl>
                                        <p:attrNameLst>
                                          <p:attrName>ppt_y</p:attrName>
                                        </p:attrNameLst>
                                      </p:cBhvr>
                                      <p:tavLst>
                                        <p:tav tm="0">
                                          <p:val>
                                            <p:strVal val="0-#ppt_h/2"/>
                                          </p:val>
                                        </p:tav>
                                        <p:tav tm="100000">
                                          <p:val>
                                            <p:strVal val="#ppt_y"/>
                                          </p:val>
                                        </p:tav>
                                      </p:tavLst>
                                    </p:anim>
                                  </p:childTnLst>
                                </p:cTn>
                              </p:par>
                            </p:childTnLst>
                          </p:cTn>
                        </p:par>
                        <p:par>
                          <p:cTn id="55" fill="hold">
                            <p:stCondLst>
                              <p:cond delay="5000"/>
                            </p:stCondLst>
                            <p:childTnLst>
                              <p:par>
                                <p:cTn id="56" presetID="2" presetClass="entr" presetSubtype="1" accel="50000" decel="50000" fill="hold" nodeType="afterEffect">
                                  <p:stCondLst>
                                    <p:cond delay="0"/>
                                  </p:stCondLst>
                                  <p:childTnLst>
                                    <p:set>
                                      <p:cBhvr>
                                        <p:cTn id="57" dur="1" fill="hold">
                                          <p:stCondLst>
                                            <p:cond delay="0"/>
                                          </p:stCondLst>
                                        </p:cTn>
                                        <p:tgtEl>
                                          <p:spTgt spid="315"/>
                                        </p:tgtEl>
                                        <p:attrNameLst>
                                          <p:attrName>style.visibility</p:attrName>
                                        </p:attrNameLst>
                                      </p:cBhvr>
                                      <p:to>
                                        <p:strVal val="visible"/>
                                      </p:to>
                                    </p:set>
                                    <p:anim calcmode="lin" valueType="num">
                                      <p:cBhvr additive="base">
                                        <p:cTn id="58" dur="500" fill="hold"/>
                                        <p:tgtEl>
                                          <p:spTgt spid="315"/>
                                        </p:tgtEl>
                                        <p:attrNameLst>
                                          <p:attrName>ppt_x</p:attrName>
                                        </p:attrNameLst>
                                      </p:cBhvr>
                                      <p:tavLst>
                                        <p:tav tm="0">
                                          <p:val>
                                            <p:strVal val="#ppt_x"/>
                                          </p:val>
                                        </p:tav>
                                        <p:tav tm="100000">
                                          <p:val>
                                            <p:strVal val="#ppt_x"/>
                                          </p:val>
                                        </p:tav>
                                      </p:tavLst>
                                    </p:anim>
                                    <p:anim calcmode="lin" valueType="num">
                                      <p:cBhvr additive="base">
                                        <p:cTn id="59" dur="500" fill="hold"/>
                                        <p:tgtEl>
                                          <p:spTgt spid="315"/>
                                        </p:tgtEl>
                                        <p:attrNameLst>
                                          <p:attrName>ppt_y</p:attrName>
                                        </p:attrNameLst>
                                      </p:cBhvr>
                                      <p:tavLst>
                                        <p:tav tm="0">
                                          <p:val>
                                            <p:strVal val="0-#ppt_h/2"/>
                                          </p:val>
                                        </p:tav>
                                        <p:tav tm="100000">
                                          <p:val>
                                            <p:strVal val="#ppt_y"/>
                                          </p:val>
                                        </p:tav>
                                      </p:tavLst>
                                    </p:anim>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310"/>
                                        </p:tgtEl>
                                        <p:attrNameLst>
                                          <p:attrName>style.visibility</p:attrName>
                                        </p:attrNameLst>
                                      </p:cBhvr>
                                      <p:to>
                                        <p:strVal val="visible"/>
                                      </p:to>
                                    </p:set>
                                    <p:animEffect transition="in" filter="wipe(left)">
                                      <p:cBhvr>
                                        <p:cTn id="63" dur="500"/>
                                        <p:tgtEl>
                                          <p:spTgt spid="310"/>
                                        </p:tgtEl>
                                      </p:cBhvr>
                                    </p:animEffect>
                                  </p:childTnLst>
                                </p:cTn>
                              </p:par>
                            </p:childTnLst>
                          </p:cTn>
                        </p:par>
                        <p:par>
                          <p:cTn id="64" fill="hold">
                            <p:stCondLst>
                              <p:cond delay="6000"/>
                            </p:stCondLst>
                            <p:childTnLst>
                              <p:par>
                                <p:cTn id="65" presetID="20" presetClass="entr" presetSubtype="0" fill="hold" grpId="0" nodeType="afterEffect">
                                  <p:stCondLst>
                                    <p:cond delay="0"/>
                                  </p:stCondLst>
                                  <p:childTnLst>
                                    <p:set>
                                      <p:cBhvr>
                                        <p:cTn id="66" dur="1" fill="hold">
                                          <p:stCondLst>
                                            <p:cond delay="0"/>
                                          </p:stCondLst>
                                        </p:cTn>
                                        <p:tgtEl>
                                          <p:spTgt spid="311"/>
                                        </p:tgtEl>
                                        <p:attrNameLst>
                                          <p:attrName>style.visibility</p:attrName>
                                        </p:attrNameLst>
                                      </p:cBhvr>
                                      <p:to>
                                        <p:strVal val="visible"/>
                                      </p:to>
                                    </p:set>
                                    <p:animEffect transition="in" filter="wedge">
                                      <p:cBhvr>
                                        <p:cTn id="67" dur="500"/>
                                        <p:tgtEl>
                                          <p:spTgt spid="311"/>
                                        </p:tgtEl>
                                      </p:cBhvr>
                                    </p:animEffect>
                                  </p:childTnLst>
                                </p:cTn>
                              </p:par>
                            </p:childTnLst>
                          </p:cTn>
                        </p:par>
                        <p:par>
                          <p:cTn id="68" fill="hold">
                            <p:stCondLst>
                              <p:cond delay="6500"/>
                            </p:stCondLst>
                            <p:childTnLst>
                              <p:par>
                                <p:cTn id="69" presetID="53" presetClass="entr" presetSubtype="0" fill="hold" nodeType="afterEffect">
                                  <p:stCondLst>
                                    <p:cond delay="0"/>
                                  </p:stCondLst>
                                  <p:childTnLst>
                                    <p:set>
                                      <p:cBhvr>
                                        <p:cTn id="70" dur="1" fill="hold">
                                          <p:stCondLst>
                                            <p:cond delay="0"/>
                                          </p:stCondLst>
                                        </p:cTn>
                                        <p:tgtEl>
                                          <p:spTgt spid="318"/>
                                        </p:tgtEl>
                                        <p:attrNameLst>
                                          <p:attrName>style.visibility</p:attrName>
                                        </p:attrNameLst>
                                      </p:cBhvr>
                                      <p:to>
                                        <p:strVal val="visible"/>
                                      </p:to>
                                    </p:set>
                                    <p:anim calcmode="lin" valueType="num">
                                      <p:cBhvr>
                                        <p:cTn id="71" dur="500" fill="hold"/>
                                        <p:tgtEl>
                                          <p:spTgt spid="318"/>
                                        </p:tgtEl>
                                        <p:attrNameLst>
                                          <p:attrName>ppt_w</p:attrName>
                                        </p:attrNameLst>
                                      </p:cBhvr>
                                      <p:tavLst>
                                        <p:tav tm="0">
                                          <p:val>
                                            <p:fltVal val="0"/>
                                          </p:val>
                                        </p:tav>
                                        <p:tav tm="100000">
                                          <p:val>
                                            <p:strVal val="#ppt_w"/>
                                          </p:val>
                                        </p:tav>
                                      </p:tavLst>
                                    </p:anim>
                                    <p:anim calcmode="lin" valueType="num">
                                      <p:cBhvr>
                                        <p:cTn id="72" dur="500" fill="hold"/>
                                        <p:tgtEl>
                                          <p:spTgt spid="318"/>
                                        </p:tgtEl>
                                        <p:attrNameLst>
                                          <p:attrName>ppt_h</p:attrName>
                                        </p:attrNameLst>
                                      </p:cBhvr>
                                      <p:tavLst>
                                        <p:tav tm="0">
                                          <p:val>
                                            <p:fltVal val="0"/>
                                          </p:val>
                                        </p:tav>
                                        <p:tav tm="100000">
                                          <p:val>
                                            <p:strVal val="#ppt_h"/>
                                          </p:val>
                                        </p:tav>
                                      </p:tavLst>
                                    </p:anim>
                                    <p:animEffect transition="in" filter="fade">
                                      <p:cBhvr>
                                        <p:cTn id="73" dur="500"/>
                                        <p:tgtEl>
                                          <p:spTgt spid="318"/>
                                        </p:tgtEl>
                                      </p:cBhvr>
                                    </p:animEffect>
                                  </p:childTnLst>
                                </p:cTn>
                              </p:par>
                            </p:childTnLst>
                          </p:cTn>
                        </p:par>
                        <p:par>
                          <p:cTn id="74" fill="hold">
                            <p:stCondLst>
                              <p:cond delay="7000"/>
                            </p:stCondLst>
                            <p:childTnLst>
                              <p:par>
                                <p:cTn id="75" presetID="12" presetClass="entr" presetSubtype="4" fill="hold" nodeType="afterEffect">
                                  <p:stCondLst>
                                    <p:cond delay="0"/>
                                  </p:stCondLst>
                                  <p:childTnLst>
                                    <p:set>
                                      <p:cBhvr>
                                        <p:cTn id="76" dur="1" fill="hold">
                                          <p:stCondLst>
                                            <p:cond delay="0"/>
                                          </p:stCondLst>
                                        </p:cTn>
                                        <p:tgtEl>
                                          <p:spTgt spid="331"/>
                                        </p:tgtEl>
                                        <p:attrNameLst>
                                          <p:attrName>style.visibility</p:attrName>
                                        </p:attrNameLst>
                                      </p:cBhvr>
                                      <p:to>
                                        <p:strVal val="visible"/>
                                      </p:to>
                                    </p:set>
                                    <p:animEffect transition="in" filter="slide(fromBottom)">
                                      <p:cBhvr>
                                        <p:cTn id="77" dur="500"/>
                                        <p:tgtEl>
                                          <p:spTgt spid="331"/>
                                        </p:tgtEl>
                                      </p:cBhvr>
                                    </p:animEffect>
                                  </p:childTnLst>
                                </p:cTn>
                              </p:par>
                            </p:childTnLst>
                          </p:cTn>
                        </p:par>
                        <p:par>
                          <p:cTn id="78" fill="hold">
                            <p:stCondLst>
                              <p:cond delay="7500"/>
                            </p:stCondLst>
                            <p:childTnLst>
                              <p:par>
                                <p:cTn id="79" presetID="53" presetClass="entr" presetSubtype="0" fill="hold" nodeType="afterEffect">
                                  <p:stCondLst>
                                    <p:cond delay="0"/>
                                  </p:stCondLst>
                                  <p:childTnLst>
                                    <p:set>
                                      <p:cBhvr>
                                        <p:cTn id="80" dur="1" fill="hold">
                                          <p:stCondLst>
                                            <p:cond delay="0"/>
                                          </p:stCondLst>
                                        </p:cTn>
                                        <p:tgtEl>
                                          <p:spTgt spid="323"/>
                                        </p:tgtEl>
                                        <p:attrNameLst>
                                          <p:attrName>style.visibility</p:attrName>
                                        </p:attrNameLst>
                                      </p:cBhvr>
                                      <p:to>
                                        <p:strVal val="visible"/>
                                      </p:to>
                                    </p:set>
                                    <p:anim calcmode="lin" valueType="num">
                                      <p:cBhvr>
                                        <p:cTn id="81" dur="500" fill="hold"/>
                                        <p:tgtEl>
                                          <p:spTgt spid="323"/>
                                        </p:tgtEl>
                                        <p:attrNameLst>
                                          <p:attrName>ppt_w</p:attrName>
                                        </p:attrNameLst>
                                      </p:cBhvr>
                                      <p:tavLst>
                                        <p:tav tm="0">
                                          <p:val>
                                            <p:fltVal val="0"/>
                                          </p:val>
                                        </p:tav>
                                        <p:tav tm="100000">
                                          <p:val>
                                            <p:strVal val="#ppt_w"/>
                                          </p:val>
                                        </p:tav>
                                      </p:tavLst>
                                    </p:anim>
                                    <p:anim calcmode="lin" valueType="num">
                                      <p:cBhvr>
                                        <p:cTn id="82" dur="500" fill="hold"/>
                                        <p:tgtEl>
                                          <p:spTgt spid="323"/>
                                        </p:tgtEl>
                                        <p:attrNameLst>
                                          <p:attrName>ppt_h</p:attrName>
                                        </p:attrNameLst>
                                      </p:cBhvr>
                                      <p:tavLst>
                                        <p:tav tm="0">
                                          <p:val>
                                            <p:fltVal val="0"/>
                                          </p:val>
                                        </p:tav>
                                        <p:tav tm="100000">
                                          <p:val>
                                            <p:strVal val="#ppt_h"/>
                                          </p:val>
                                        </p:tav>
                                      </p:tavLst>
                                    </p:anim>
                                    <p:animEffect transition="in" filter="fade">
                                      <p:cBhvr>
                                        <p:cTn id="83" dur="500"/>
                                        <p:tgtEl>
                                          <p:spTgt spid="323"/>
                                        </p:tgtEl>
                                      </p:cBhvr>
                                    </p:animEffect>
                                  </p:childTnLst>
                                </p:cTn>
                              </p:par>
                            </p:childTnLst>
                          </p:cTn>
                        </p:par>
                        <p:par>
                          <p:cTn id="84" fill="hold">
                            <p:stCondLst>
                              <p:cond delay="8000"/>
                            </p:stCondLst>
                            <p:childTnLst>
                              <p:par>
                                <p:cTn id="85" presetID="12" presetClass="entr" presetSubtype="4" fill="hold" nodeType="afterEffect">
                                  <p:stCondLst>
                                    <p:cond delay="0"/>
                                  </p:stCondLst>
                                  <p:childTnLst>
                                    <p:set>
                                      <p:cBhvr>
                                        <p:cTn id="86" dur="1" fill="hold">
                                          <p:stCondLst>
                                            <p:cond delay="0"/>
                                          </p:stCondLst>
                                        </p:cTn>
                                        <p:tgtEl>
                                          <p:spTgt spid="328"/>
                                        </p:tgtEl>
                                        <p:attrNameLst>
                                          <p:attrName>style.visibility</p:attrName>
                                        </p:attrNameLst>
                                      </p:cBhvr>
                                      <p:to>
                                        <p:strVal val="visible"/>
                                      </p:to>
                                    </p:set>
                                    <p:animEffect transition="in" filter="slide(fromBottom)">
                                      <p:cBhvr>
                                        <p:cTn id="87"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p:bldGraphic spid="311" grpId="0">
        <p:bldAsOne/>
      </p:bldGraphic>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Spain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Spain Map Slide</a:t>
            </a:r>
            <a:endParaRPr lang="en-US" dirty="0"/>
          </a:p>
        </p:txBody>
      </p:sp>
      <p:grpSp>
        <p:nvGrpSpPr>
          <p:cNvPr id="67" name="Group 66"/>
          <p:cNvGrpSpPr/>
          <p:nvPr/>
        </p:nvGrpSpPr>
        <p:grpSpPr>
          <a:xfrm>
            <a:off x="838200" y="1828800"/>
            <a:ext cx="3844213" cy="3234521"/>
            <a:chOff x="688976" y="922338"/>
            <a:chExt cx="4264025" cy="3587750"/>
          </a:xfrm>
          <a:solidFill>
            <a:schemeClr val="bg1">
              <a:lumMod val="85000"/>
            </a:schemeClr>
          </a:solidFill>
        </p:grpSpPr>
        <p:sp>
          <p:nvSpPr>
            <p:cNvPr id="68" name="Freeform 5"/>
            <p:cNvSpPr>
              <a:spLocks/>
            </p:cNvSpPr>
            <p:nvPr/>
          </p:nvSpPr>
          <p:spPr bwMode="auto">
            <a:xfrm>
              <a:off x="3852863" y="3913188"/>
              <a:ext cx="73025" cy="57150"/>
            </a:xfrm>
            <a:custGeom>
              <a:avLst/>
              <a:gdLst/>
              <a:ahLst/>
              <a:cxnLst>
                <a:cxn ang="0">
                  <a:pos x="15" y="19"/>
                </a:cxn>
                <a:cxn ang="0">
                  <a:pos x="12" y="19"/>
                </a:cxn>
                <a:cxn ang="0">
                  <a:pos x="8" y="24"/>
                </a:cxn>
                <a:cxn ang="0">
                  <a:pos x="5" y="28"/>
                </a:cxn>
                <a:cxn ang="0">
                  <a:pos x="1" y="27"/>
                </a:cxn>
                <a:cxn ang="0">
                  <a:pos x="0" y="22"/>
                </a:cxn>
                <a:cxn ang="0">
                  <a:pos x="2" y="18"/>
                </a:cxn>
                <a:cxn ang="0">
                  <a:pos x="4" y="12"/>
                </a:cxn>
                <a:cxn ang="0">
                  <a:pos x="4" y="7"/>
                </a:cxn>
                <a:cxn ang="0">
                  <a:pos x="6" y="4"/>
                </a:cxn>
                <a:cxn ang="0">
                  <a:pos x="10" y="4"/>
                </a:cxn>
                <a:cxn ang="0">
                  <a:pos x="13" y="3"/>
                </a:cxn>
                <a:cxn ang="0">
                  <a:pos x="14" y="0"/>
                </a:cxn>
                <a:cxn ang="0">
                  <a:pos x="18" y="2"/>
                </a:cxn>
                <a:cxn ang="0">
                  <a:pos x="20" y="6"/>
                </a:cxn>
                <a:cxn ang="0">
                  <a:pos x="22" y="13"/>
                </a:cxn>
                <a:cxn ang="0">
                  <a:pos x="25" y="17"/>
                </a:cxn>
                <a:cxn ang="0">
                  <a:pos x="30" y="22"/>
                </a:cxn>
                <a:cxn ang="0">
                  <a:pos x="37" y="23"/>
                </a:cxn>
                <a:cxn ang="0">
                  <a:pos x="39" y="22"/>
                </a:cxn>
                <a:cxn ang="0">
                  <a:pos x="41" y="24"/>
                </a:cxn>
                <a:cxn ang="0">
                  <a:pos x="40" y="29"/>
                </a:cxn>
                <a:cxn ang="0">
                  <a:pos x="37" y="32"/>
                </a:cxn>
                <a:cxn ang="0">
                  <a:pos x="32" y="30"/>
                </a:cxn>
                <a:cxn ang="0">
                  <a:pos x="28" y="26"/>
                </a:cxn>
                <a:cxn ang="0">
                  <a:pos x="26" y="23"/>
                </a:cxn>
                <a:cxn ang="0">
                  <a:pos x="22" y="21"/>
                </a:cxn>
                <a:cxn ang="0">
                  <a:pos x="18" y="20"/>
                </a:cxn>
                <a:cxn ang="0">
                  <a:pos x="15" y="19"/>
                </a:cxn>
              </a:cxnLst>
              <a:rect l="0" t="0" r="r" b="b"/>
              <a:pathLst>
                <a:path w="41" h="32">
                  <a:moveTo>
                    <a:pt x="15" y="19"/>
                  </a:moveTo>
                  <a:cubicBezTo>
                    <a:pt x="14" y="19"/>
                    <a:pt x="12" y="19"/>
                    <a:pt x="12" y="19"/>
                  </a:cubicBezTo>
                  <a:cubicBezTo>
                    <a:pt x="10" y="20"/>
                    <a:pt x="9" y="23"/>
                    <a:pt x="8" y="24"/>
                  </a:cubicBezTo>
                  <a:cubicBezTo>
                    <a:pt x="7" y="25"/>
                    <a:pt x="6" y="27"/>
                    <a:pt x="5" y="28"/>
                  </a:cubicBezTo>
                  <a:cubicBezTo>
                    <a:pt x="4" y="28"/>
                    <a:pt x="2" y="28"/>
                    <a:pt x="1" y="27"/>
                  </a:cubicBezTo>
                  <a:cubicBezTo>
                    <a:pt x="0" y="26"/>
                    <a:pt x="0" y="23"/>
                    <a:pt x="0" y="22"/>
                  </a:cubicBezTo>
                  <a:cubicBezTo>
                    <a:pt x="0" y="21"/>
                    <a:pt x="2" y="19"/>
                    <a:pt x="2" y="18"/>
                  </a:cubicBezTo>
                  <a:cubicBezTo>
                    <a:pt x="3" y="17"/>
                    <a:pt x="4" y="14"/>
                    <a:pt x="4" y="12"/>
                  </a:cubicBezTo>
                  <a:cubicBezTo>
                    <a:pt x="4" y="11"/>
                    <a:pt x="3" y="8"/>
                    <a:pt x="4" y="7"/>
                  </a:cubicBezTo>
                  <a:cubicBezTo>
                    <a:pt x="4" y="6"/>
                    <a:pt x="5" y="4"/>
                    <a:pt x="6" y="4"/>
                  </a:cubicBezTo>
                  <a:cubicBezTo>
                    <a:pt x="7" y="3"/>
                    <a:pt x="9" y="4"/>
                    <a:pt x="10" y="4"/>
                  </a:cubicBezTo>
                  <a:cubicBezTo>
                    <a:pt x="11" y="4"/>
                    <a:pt x="13" y="3"/>
                    <a:pt x="13" y="3"/>
                  </a:cubicBezTo>
                  <a:cubicBezTo>
                    <a:pt x="14" y="2"/>
                    <a:pt x="14" y="1"/>
                    <a:pt x="14" y="0"/>
                  </a:cubicBezTo>
                  <a:cubicBezTo>
                    <a:pt x="15" y="0"/>
                    <a:pt x="17" y="1"/>
                    <a:pt x="18" y="2"/>
                  </a:cubicBezTo>
                  <a:cubicBezTo>
                    <a:pt x="19" y="3"/>
                    <a:pt x="20" y="5"/>
                    <a:pt x="20" y="6"/>
                  </a:cubicBezTo>
                  <a:cubicBezTo>
                    <a:pt x="21" y="8"/>
                    <a:pt x="21" y="11"/>
                    <a:pt x="22" y="13"/>
                  </a:cubicBezTo>
                  <a:cubicBezTo>
                    <a:pt x="22" y="14"/>
                    <a:pt x="24" y="16"/>
                    <a:pt x="25" y="17"/>
                  </a:cubicBezTo>
                  <a:cubicBezTo>
                    <a:pt x="26" y="18"/>
                    <a:pt x="28" y="21"/>
                    <a:pt x="30" y="22"/>
                  </a:cubicBezTo>
                  <a:cubicBezTo>
                    <a:pt x="31" y="22"/>
                    <a:pt x="35" y="23"/>
                    <a:pt x="37" y="23"/>
                  </a:cubicBezTo>
                  <a:cubicBezTo>
                    <a:pt x="37" y="22"/>
                    <a:pt x="39" y="22"/>
                    <a:pt x="39" y="22"/>
                  </a:cubicBezTo>
                  <a:cubicBezTo>
                    <a:pt x="40" y="22"/>
                    <a:pt x="40" y="23"/>
                    <a:pt x="41" y="24"/>
                  </a:cubicBezTo>
                  <a:cubicBezTo>
                    <a:pt x="41" y="25"/>
                    <a:pt x="40" y="28"/>
                    <a:pt x="40" y="29"/>
                  </a:cubicBezTo>
                  <a:cubicBezTo>
                    <a:pt x="39" y="30"/>
                    <a:pt x="38" y="31"/>
                    <a:pt x="37" y="32"/>
                  </a:cubicBezTo>
                  <a:cubicBezTo>
                    <a:pt x="36" y="32"/>
                    <a:pt x="34" y="31"/>
                    <a:pt x="32" y="30"/>
                  </a:cubicBezTo>
                  <a:cubicBezTo>
                    <a:pt x="31" y="30"/>
                    <a:pt x="29" y="27"/>
                    <a:pt x="28" y="26"/>
                  </a:cubicBezTo>
                  <a:cubicBezTo>
                    <a:pt x="28" y="26"/>
                    <a:pt x="26" y="24"/>
                    <a:pt x="26" y="23"/>
                  </a:cubicBezTo>
                  <a:cubicBezTo>
                    <a:pt x="25" y="22"/>
                    <a:pt x="23" y="21"/>
                    <a:pt x="22" y="21"/>
                  </a:cubicBezTo>
                  <a:cubicBezTo>
                    <a:pt x="21" y="21"/>
                    <a:pt x="19" y="21"/>
                    <a:pt x="18" y="20"/>
                  </a:cubicBezTo>
                  <a:cubicBezTo>
                    <a:pt x="17" y="20"/>
                    <a:pt x="16" y="19"/>
                    <a:pt x="15"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6"/>
            <p:cNvSpPr>
              <a:spLocks/>
            </p:cNvSpPr>
            <p:nvPr/>
          </p:nvSpPr>
          <p:spPr bwMode="auto">
            <a:xfrm>
              <a:off x="3821113" y="3757613"/>
              <a:ext cx="150813" cy="119063"/>
            </a:xfrm>
            <a:custGeom>
              <a:avLst/>
              <a:gdLst/>
              <a:ahLst/>
              <a:cxnLst>
                <a:cxn ang="0">
                  <a:pos x="11" y="51"/>
                </a:cxn>
                <a:cxn ang="0">
                  <a:pos x="9" y="53"/>
                </a:cxn>
                <a:cxn ang="0">
                  <a:pos x="3" y="52"/>
                </a:cxn>
                <a:cxn ang="0">
                  <a:pos x="2" y="49"/>
                </a:cxn>
                <a:cxn ang="0">
                  <a:pos x="0" y="46"/>
                </a:cxn>
                <a:cxn ang="0">
                  <a:pos x="0" y="40"/>
                </a:cxn>
                <a:cxn ang="0">
                  <a:pos x="2" y="37"/>
                </a:cxn>
                <a:cxn ang="0">
                  <a:pos x="5" y="33"/>
                </a:cxn>
                <a:cxn ang="0">
                  <a:pos x="5" y="28"/>
                </a:cxn>
                <a:cxn ang="0">
                  <a:pos x="7" y="25"/>
                </a:cxn>
                <a:cxn ang="0">
                  <a:pos x="11" y="25"/>
                </a:cxn>
                <a:cxn ang="0">
                  <a:pos x="13" y="27"/>
                </a:cxn>
                <a:cxn ang="0">
                  <a:pos x="18" y="27"/>
                </a:cxn>
                <a:cxn ang="0">
                  <a:pos x="19" y="23"/>
                </a:cxn>
                <a:cxn ang="0">
                  <a:pos x="21" y="17"/>
                </a:cxn>
                <a:cxn ang="0">
                  <a:pos x="25" y="12"/>
                </a:cxn>
                <a:cxn ang="0">
                  <a:pos x="31" y="9"/>
                </a:cxn>
                <a:cxn ang="0">
                  <a:pos x="35" y="7"/>
                </a:cxn>
                <a:cxn ang="0">
                  <a:pos x="41" y="6"/>
                </a:cxn>
                <a:cxn ang="0">
                  <a:pos x="51" y="5"/>
                </a:cxn>
                <a:cxn ang="0">
                  <a:pos x="54" y="3"/>
                </a:cxn>
                <a:cxn ang="0">
                  <a:pos x="63" y="2"/>
                </a:cxn>
                <a:cxn ang="0">
                  <a:pos x="67" y="0"/>
                </a:cxn>
                <a:cxn ang="0">
                  <a:pos x="71" y="0"/>
                </a:cxn>
                <a:cxn ang="0">
                  <a:pos x="74" y="4"/>
                </a:cxn>
                <a:cxn ang="0">
                  <a:pos x="78" y="8"/>
                </a:cxn>
                <a:cxn ang="0">
                  <a:pos x="85" y="8"/>
                </a:cxn>
                <a:cxn ang="0">
                  <a:pos x="85" y="12"/>
                </a:cxn>
                <a:cxn ang="0">
                  <a:pos x="82" y="15"/>
                </a:cxn>
                <a:cxn ang="0">
                  <a:pos x="81" y="19"/>
                </a:cxn>
                <a:cxn ang="0">
                  <a:pos x="84" y="23"/>
                </a:cxn>
                <a:cxn ang="0">
                  <a:pos x="83" y="28"/>
                </a:cxn>
                <a:cxn ang="0">
                  <a:pos x="80" y="28"/>
                </a:cxn>
                <a:cxn ang="0">
                  <a:pos x="78" y="31"/>
                </a:cxn>
                <a:cxn ang="0">
                  <a:pos x="75" y="35"/>
                </a:cxn>
                <a:cxn ang="0">
                  <a:pos x="71" y="33"/>
                </a:cxn>
                <a:cxn ang="0">
                  <a:pos x="68" y="33"/>
                </a:cxn>
                <a:cxn ang="0">
                  <a:pos x="65" y="36"/>
                </a:cxn>
                <a:cxn ang="0">
                  <a:pos x="63" y="40"/>
                </a:cxn>
                <a:cxn ang="0">
                  <a:pos x="59" y="43"/>
                </a:cxn>
                <a:cxn ang="0">
                  <a:pos x="56" y="47"/>
                </a:cxn>
                <a:cxn ang="0">
                  <a:pos x="49" y="50"/>
                </a:cxn>
                <a:cxn ang="0">
                  <a:pos x="42" y="50"/>
                </a:cxn>
                <a:cxn ang="0">
                  <a:pos x="38" y="52"/>
                </a:cxn>
                <a:cxn ang="0">
                  <a:pos x="36" y="56"/>
                </a:cxn>
                <a:cxn ang="0">
                  <a:pos x="36" y="63"/>
                </a:cxn>
                <a:cxn ang="0">
                  <a:pos x="33" y="66"/>
                </a:cxn>
                <a:cxn ang="0">
                  <a:pos x="29" y="66"/>
                </a:cxn>
                <a:cxn ang="0">
                  <a:pos x="25" y="63"/>
                </a:cxn>
                <a:cxn ang="0">
                  <a:pos x="25" y="58"/>
                </a:cxn>
                <a:cxn ang="0">
                  <a:pos x="21" y="55"/>
                </a:cxn>
                <a:cxn ang="0">
                  <a:pos x="16" y="55"/>
                </a:cxn>
                <a:cxn ang="0">
                  <a:pos x="15" y="53"/>
                </a:cxn>
                <a:cxn ang="0">
                  <a:pos x="11" y="51"/>
                </a:cxn>
              </a:cxnLst>
              <a:rect l="0" t="0" r="r" b="b"/>
              <a:pathLst>
                <a:path w="85" h="67">
                  <a:moveTo>
                    <a:pt x="11" y="51"/>
                  </a:moveTo>
                  <a:cubicBezTo>
                    <a:pt x="10" y="51"/>
                    <a:pt x="9" y="53"/>
                    <a:pt x="9" y="53"/>
                  </a:cubicBezTo>
                  <a:cubicBezTo>
                    <a:pt x="7" y="54"/>
                    <a:pt x="4" y="53"/>
                    <a:pt x="3" y="52"/>
                  </a:cubicBezTo>
                  <a:cubicBezTo>
                    <a:pt x="2" y="52"/>
                    <a:pt x="2" y="50"/>
                    <a:pt x="2" y="49"/>
                  </a:cubicBezTo>
                  <a:cubicBezTo>
                    <a:pt x="1" y="48"/>
                    <a:pt x="1" y="47"/>
                    <a:pt x="0" y="46"/>
                  </a:cubicBezTo>
                  <a:cubicBezTo>
                    <a:pt x="0" y="45"/>
                    <a:pt x="0" y="42"/>
                    <a:pt x="0" y="40"/>
                  </a:cubicBezTo>
                  <a:cubicBezTo>
                    <a:pt x="1" y="39"/>
                    <a:pt x="2" y="38"/>
                    <a:pt x="2" y="37"/>
                  </a:cubicBezTo>
                  <a:cubicBezTo>
                    <a:pt x="3" y="36"/>
                    <a:pt x="5" y="35"/>
                    <a:pt x="5" y="33"/>
                  </a:cubicBezTo>
                  <a:cubicBezTo>
                    <a:pt x="5" y="32"/>
                    <a:pt x="4" y="29"/>
                    <a:pt x="5" y="28"/>
                  </a:cubicBezTo>
                  <a:cubicBezTo>
                    <a:pt x="5" y="27"/>
                    <a:pt x="6" y="25"/>
                    <a:pt x="7" y="25"/>
                  </a:cubicBezTo>
                  <a:cubicBezTo>
                    <a:pt x="8" y="24"/>
                    <a:pt x="10" y="24"/>
                    <a:pt x="11" y="25"/>
                  </a:cubicBezTo>
                  <a:cubicBezTo>
                    <a:pt x="12" y="25"/>
                    <a:pt x="12" y="27"/>
                    <a:pt x="13" y="27"/>
                  </a:cubicBezTo>
                  <a:cubicBezTo>
                    <a:pt x="14" y="28"/>
                    <a:pt x="17" y="28"/>
                    <a:pt x="18" y="27"/>
                  </a:cubicBezTo>
                  <a:cubicBezTo>
                    <a:pt x="18" y="27"/>
                    <a:pt x="19" y="24"/>
                    <a:pt x="19" y="23"/>
                  </a:cubicBezTo>
                  <a:cubicBezTo>
                    <a:pt x="20" y="22"/>
                    <a:pt x="20" y="18"/>
                    <a:pt x="21" y="17"/>
                  </a:cubicBezTo>
                  <a:cubicBezTo>
                    <a:pt x="21" y="15"/>
                    <a:pt x="24" y="13"/>
                    <a:pt x="25" y="12"/>
                  </a:cubicBezTo>
                  <a:cubicBezTo>
                    <a:pt x="26" y="11"/>
                    <a:pt x="29" y="10"/>
                    <a:pt x="31" y="9"/>
                  </a:cubicBezTo>
                  <a:cubicBezTo>
                    <a:pt x="32" y="8"/>
                    <a:pt x="34" y="7"/>
                    <a:pt x="35" y="7"/>
                  </a:cubicBezTo>
                  <a:cubicBezTo>
                    <a:pt x="37" y="6"/>
                    <a:pt x="40" y="6"/>
                    <a:pt x="41" y="6"/>
                  </a:cubicBezTo>
                  <a:cubicBezTo>
                    <a:pt x="44" y="6"/>
                    <a:pt x="49" y="6"/>
                    <a:pt x="51" y="5"/>
                  </a:cubicBezTo>
                  <a:cubicBezTo>
                    <a:pt x="52" y="5"/>
                    <a:pt x="54" y="3"/>
                    <a:pt x="54" y="3"/>
                  </a:cubicBezTo>
                  <a:cubicBezTo>
                    <a:pt x="57" y="2"/>
                    <a:pt x="61" y="2"/>
                    <a:pt x="63" y="2"/>
                  </a:cubicBezTo>
                  <a:cubicBezTo>
                    <a:pt x="64" y="1"/>
                    <a:pt x="66" y="0"/>
                    <a:pt x="67" y="0"/>
                  </a:cubicBezTo>
                  <a:cubicBezTo>
                    <a:pt x="68" y="0"/>
                    <a:pt x="71" y="0"/>
                    <a:pt x="71" y="0"/>
                  </a:cubicBezTo>
                  <a:cubicBezTo>
                    <a:pt x="72" y="1"/>
                    <a:pt x="73" y="3"/>
                    <a:pt x="74" y="4"/>
                  </a:cubicBezTo>
                  <a:cubicBezTo>
                    <a:pt x="75" y="5"/>
                    <a:pt x="77" y="7"/>
                    <a:pt x="78" y="8"/>
                  </a:cubicBezTo>
                  <a:cubicBezTo>
                    <a:pt x="80" y="8"/>
                    <a:pt x="84" y="7"/>
                    <a:pt x="85" y="8"/>
                  </a:cubicBezTo>
                  <a:cubicBezTo>
                    <a:pt x="85" y="9"/>
                    <a:pt x="85" y="11"/>
                    <a:pt x="85" y="12"/>
                  </a:cubicBezTo>
                  <a:cubicBezTo>
                    <a:pt x="84" y="13"/>
                    <a:pt x="82" y="14"/>
                    <a:pt x="82" y="15"/>
                  </a:cubicBezTo>
                  <a:cubicBezTo>
                    <a:pt x="81" y="16"/>
                    <a:pt x="81" y="18"/>
                    <a:pt x="81" y="19"/>
                  </a:cubicBezTo>
                  <a:cubicBezTo>
                    <a:pt x="82" y="20"/>
                    <a:pt x="84" y="22"/>
                    <a:pt x="84" y="23"/>
                  </a:cubicBezTo>
                  <a:cubicBezTo>
                    <a:pt x="84" y="24"/>
                    <a:pt x="84" y="27"/>
                    <a:pt x="83" y="28"/>
                  </a:cubicBezTo>
                  <a:cubicBezTo>
                    <a:pt x="83" y="28"/>
                    <a:pt x="80" y="27"/>
                    <a:pt x="80" y="28"/>
                  </a:cubicBezTo>
                  <a:cubicBezTo>
                    <a:pt x="79" y="28"/>
                    <a:pt x="78" y="30"/>
                    <a:pt x="78" y="31"/>
                  </a:cubicBezTo>
                  <a:cubicBezTo>
                    <a:pt x="77" y="32"/>
                    <a:pt x="76" y="34"/>
                    <a:pt x="75" y="35"/>
                  </a:cubicBezTo>
                  <a:cubicBezTo>
                    <a:pt x="74" y="35"/>
                    <a:pt x="72" y="34"/>
                    <a:pt x="71" y="33"/>
                  </a:cubicBezTo>
                  <a:cubicBezTo>
                    <a:pt x="71" y="33"/>
                    <a:pt x="69" y="33"/>
                    <a:pt x="68" y="33"/>
                  </a:cubicBezTo>
                  <a:cubicBezTo>
                    <a:pt x="67" y="33"/>
                    <a:pt x="66" y="35"/>
                    <a:pt x="65" y="36"/>
                  </a:cubicBezTo>
                  <a:cubicBezTo>
                    <a:pt x="64" y="36"/>
                    <a:pt x="64" y="39"/>
                    <a:pt x="63" y="40"/>
                  </a:cubicBezTo>
                  <a:cubicBezTo>
                    <a:pt x="62" y="41"/>
                    <a:pt x="60" y="42"/>
                    <a:pt x="59" y="43"/>
                  </a:cubicBezTo>
                  <a:cubicBezTo>
                    <a:pt x="58" y="44"/>
                    <a:pt x="57" y="46"/>
                    <a:pt x="56" y="47"/>
                  </a:cubicBezTo>
                  <a:cubicBezTo>
                    <a:pt x="54" y="48"/>
                    <a:pt x="51" y="50"/>
                    <a:pt x="49" y="50"/>
                  </a:cubicBezTo>
                  <a:cubicBezTo>
                    <a:pt x="47" y="51"/>
                    <a:pt x="44" y="50"/>
                    <a:pt x="42" y="50"/>
                  </a:cubicBezTo>
                  <a:cubicBezTo>
                    <a:pt x="41" y="50"/>
                    <a:pt x="39" y="51"/>
                    <a:pt x="38" y="52"/>
                  </a:cubicBezTo>
                  <a:cubicBezTo>
                    <a:pt x="37" y="53"/>
                    <a:pt x="36" y="55"/>
                    <a:pt x="36" y="56"/>
                  </a:cubicBezTo>
                  <a:cubicBezTo>
                    <a:pt x="35" y="58"/>
                    <a:pt x="37" y="61"/>
                    <a:pt x="36" y="63"/>
                  </a:cubicBezTo>
                  <a:cubicBezTo>
                    <a:pt x="36" y="64"/>
                    <a:pt x="34" y="66"/>
                    <a:pt x="33" y="66"/>
                  </a:cubicBezTo>
                  <a:cubicBezTo>
                    <a:pt x="32" y="67"/>
                    <a:pt x="30" y="66"/>
                    <a:pt x="29" y="66"/>
                  </a:cubicBezTo>
                  <a:cubicBezTo>
                    <a:pt x="28" y="65"/>
                    <a:pt x="25" y="65"/>
                    <a:pt x="25" y="63"/>
                  </a:cubicBezTo>
                  <a:cubicBezTo>
                    <a:pt x="24" y="62"/>
                    <a:pt x="26" y="59"/>
                    <a:pt x="25" y="58"/>
                  </a:cubicBezTo>
                  <a:cubicBezTo>
                    <a:pt x="25" y="57"/>
                    <a:pt x="22" y="55"/>
                    <a:pt x="21" y="55"/>
                  </a:cubicBezTo>
                  <a:cubicBezTo>
                    <a:pt x="20" y="54"/>
                    <a:pt x="18" y="55"/>
                    <a:pt x="16" y="55"/>
                  </a:cubicBezTo>
                  <a:cubicBezTo>
                    <a:pt x="16" y="54"/>
                    <a:pt x="15" y="53"/>
                    <a:pt x="15" y="53"/>
                  </a:cubicBezTo>
                  <a:cubicBezTo>
                    <a:pt x="14" y="52"/>
                    <a:pt x="12" y="51"/>
                    <a:pt x="11" y="5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
            <p:cNvSpPr>
              <a:spLocks/>
            </p:cNvSpPr>
            <p:nvPr/>
          </p:nvSpPr>
          <p:spPr bwMode="auto">
            <a:xfrm>
              <a:off x="4264026" y="3495675"/>
              <a:ext cx="388938" cy="303213"/>
            </a:xfrm>
            <a:custGeom>
              <a:avLst/>
              <a:gdLst/>
              <a:ahLst/>
              <a:cxnLst>
                <a:cxn ang="0">
                  <a:pos x="116" y="167"/>
                </a:cxn>
                <a:cxn ang="0">
                  <a:pos x="110" y="157"/>
                </a:cxn>
                <a:cxn ang="0">
                  <a:pos x="110" y="149"/>
                </a:cxn>
                <a:cxn ang="0">
                  <a:pos x="104" y="143"/>
                </a:cxn>
                <a:cxn ang="0">
                  <a:pos x="79" y="140"/>
                </a:cxn>
                <a:cxn ang="0">
                  <a:pos x="70" y="130"/>
                </a:cxn>
                <a:cxn ang="0">
                  <a:pos x="67" y="116"/>
                </a:cxn>
                <a:cxn ang="0">
                  <a:pos x="70" y="102"/>
                </a:cxn>
                <a:cxn ang="0">
                  <a:pos x="68" y="92"/>
                </a:cxn>
                <a:cxn ang="0">
                  <a:pos x="62" y="86"/>
                </a:cxn>
                <a:cxn ang="0">
                  <a:pos x="52" y="85"/>
                </a:cxn>
                <a:cxn ang="0">
                  <a:pos x="38" y="88"/>
                </a:cxn>
                <a:cxn ang="0">
                  <a:pos x="31" y="99"/>
                </a:cxn>
                <a:cxn ang="0">
                  <a:pos x="23" y="102"/>
                </a:cxn>
                <a:cxn ang="0">
                  <a:pos x="21" y="93"/>
                </a:cxn>
                <a:cxn ang="0">
                  <a:pos x="18" y="85"/>
                </a:cxn>
                <a:cxn ang="0">
                  <a:pos x="8" y="82"/>
                </a:cxn>
                <a:cxn ang="0">
                  <a:pos x="0" y="70"/>
                </a:cxn>
                <a:cxn ang="0">
                  <a:pos x="9" y="59"/>
                </a:cxn>
                <a:cxn ang="0">
                  <a:pos x="29" y="50"/>
                </a:cxn>
                <a:cxn ang="0">
                  <a:pos x="47" y="43"/>
                </a:cxn>
                <a:cxn ang="0">
                  <a:pos x="58" y="34"/>
                </a:cxn>
                <a:cxn ang="0">
                  <a:pos x="71" y="26"/>
                </a:cxn>
                <a:cxn ang="0">
                  <a:pos x="81" y="21"/>
                </a:cxn>
                <a:cxn ang="0">
                  <a:pos x="93" y="15"/>
                </a:cxn>
                <a:cxn ang="0">
                  <a:pos x="108" y="13"/>
                </a:cxn>
                <a:cxn ang="0">
                  <a:pos x="123" y="9"/>
                </a:cxn>
                <a:cxn ang="0">
                  <a:pos x="133" y="7"/>
                </a:cxn>
                <a:cxn ang="0">
                  <a:pos x="147" y="3"/>
                </a:cxn>
                <a:cxn ang="0">
                  <a:pos x="158" y="6"/>
                </a:cxn>
                <a:cxn ang="0">
                  <a:pos x="172" y="1"/>
                </a:cxn>
                <a:cxn ang="0">
                  <a:pos x="179" y="4"/>
                </a:cxn>
                <a:cxn ang="0">
                  <a:pos x="171" y="9"/>
                </a:cxn>
                <a:cxn ang="0">
                  <a:pos x="158" y="12"/>
                </a:cxn>
                <a:cxn ang="0">
                  <a:pos x="153" y="20"/>
                </a:cxn>
                <a:cxn ang="0">
                  <a:pos x="164" y="24"/>
                </a:cxn>
                <a:cxn ang="0">
                  <a:pos x="174" y="23"/>
                </a:cxn>
                <a:cxn ang="0">
                  <a:pos x="169" y="33"/>
                </a:cxn>
                <a:cxn ang="0">
                  <a:pos x="158" y="32"/>
                </a:cxn>
                <a:cxn ang="0">
                  <a:pos x="162" y="49"/>
                </a:cxn>
                <a:cxn ang="0">
                  <a:pos x="174" y="59"/>
                </a:cxn>
                <a:cxn ang="0">
                  <a:pos x="191" y="58"/>
                </a:cxn>
                <a:cxn ang="0">
                  <a:pos x="200" y="51"/>
                </a:cxn>
                <a:cxn ang="0">
                  <a:pos x="205" y="57"/>
                </a:cxn>
                <a:cxn ang="0">
                  <a:pos x="215" y="65"/>
                </a:cxn>
                <a:cxn ang="0">
                  <a:pos x="216" y="76"/>
                </a:cxn>
                <a:cxn ang="0">
                  <a:pos x="211" y="88"/>
                </a:cxn>
                <a:cxn ang="0">
                  <a:pos x="203" y="92"/>
                </a:cxn>
                <a:cxn ang="0">
                  <a:pos x="200" y="99"/>
                </a:cxn>
                <a:cxn ang="0">
                  <a:pos x="190" y="110"/>
                </a:cxn>
                <a:cxn ang="0">
                  <a:pos x="174" y="123"/>
                </a:cxn>
                <a:cxn ang="0">
                  <a:pos x="168" y="142"/>
                </a:cxn>
                <a:cxn ang="0">
                  <a:pos x="152" y="157"/>
                </a:cxn>
                <a:cxn ang="0">
                  <a:pos x="139" y="158"/>
                </a:cxn>
                <a:cxn ang="0">
                  <a:pos x="128" y="167"/>
                </a:cxn>
                <a:cxn ang="0">
                  <a:pos x="122" y="171"/>
                </a:cxn>
              </a:cxnLst>
              <a:rect l="0" t="0" r="r" b="b"/>
              <a:pathLst>
                <a:path w="219" h="171">
                  <a:moveTo>
                    <a:pt x="119" y="170"/>
                  </a:moveTo>
                  <a:cubicBezTo>
                    <a:pt x="118" y="170"/>
                    <a:pt x="116" y="168"/>
                    <a:pt x="116" y="167"/>
                  </a:cubicBezTo>
                  <a:cubicBezTo>
                    <a:pt x="115" y="165"/>
                    <a:pt x="115" y="161"/>
                    <a:pt x="114" y="160"/>
                  </a:cubicBezTo>
                  <a:cubicBezTo>
                    <a:pt x="113" y="159"/>
                    <a:pt x="111" y="158"/>
                    <a:pt x="110" y="157"/>
                  </a:cubicBezTo>
                  <a:cubicBezTo>
                    <a:pt x="110" y="156"/>
                    <a:pt x="109" y="154"/>
                    <a:pt x="109" y="153"/>
                  </a:cubicBezTo>
                  <a:cubicBezTo>
                    <a:pt x="109" y="152"/>
                    <a:pt x="110" y="150"/>
                    <a:pt x="110" y="149"/>
                  </a:cubicBezTo>
                  <a:cubicBezTo>
                    <a:pt x="110" y="148"/>
                    <a:pt x="109" y="146"/>
                    <a:pt x="108" y="146"/>
                  </a:cubicBezTo>
                  <a:cubicBezTo>
                    <a:pt x="107" y="145"/>
                    <a:pt x="105" y="144"/>
                    <a:pt x="104" y="143"/>
                  </a:cubicBezTo>
                  <a:cubicBezTo>
                    <a:pt x="101" y="142"/>
                    <a:pt x="95" y="141"/>
                    <a:pt x="92" y="141"/>
                  </a:cubicBezTo>
                  <a:cubicBezTo>
                    <a:pt x="89" y="140"/>
                    <a:pt x="82" y="142"/>
                    <a:pt x="79" y="140"/>
                  </a:cubicBezTo>
                  <a:cubicBezTo>
                    <a:pt x="78" y="140"/>
                    <a:pt x="75" y="138"/>
                    <a:pt x="74" y="136"/>
                  </a:cubicBezTo>
                  <a:cubicBezTo>
                    <a:pt x="73" y="135"/>
                    <a:pt x="71" y="132"/>
                    <a:pt x="70" y="130"/>
                  </a:cubicBezTo>
                  <a:cubicBezTo>
                    <a:pt x="69" y="129"/>
                    <a:pt x="68" y="127"/>
                    <a:pt x="68" y="126"/>
                  </a:cubicBezTo>
                  <a:cubicBezTo>
                    <a:pt x="67" y="124"/>
                    <a:pt x="67" y="119"/>
                    <a:pt x="67" y="116"/>
                  </a:cubicBezTo>
                  <a:cubicBezTo>
                    <a:pt x="67" y="114"/>
                    <a:pt x="67" y="111"/>
                    <a:pt x="67" y="109"/>
                  </a:cubicBezTo>
                  <a:cubicBezTo>
                    <a:pt x="67" y="107"/>
                    <a:pt x="69" y="104"/>
                    <a:pt x="70" y="102"/>
                  </a:cubicBezTo>
                  <a:cubicBezTo>
                    <a:pt x="70" y="101"/>
                    <a:pt x="70" y="98"/>
                    <a:pt x="70" y="97"/>
                  </a:cubicBezTo>
                  <a:cubicBezTo>
                    <a:pt x="70" y="96"/>
                    <a:pt x="69" y="93"/>
                    <a:pt x="68" y="92"/>
                  </a:cubicBezTo>
                  <a:cubicBezTo>
                    <a:pt x="68" y="90"/>
                    <a:pt x="66" y="88"/>
                    <a:pt x="65" y="87"/>
                  </a:cubicBezTo>
                  <a:cubicBezTo>
                    <a:pt x="64" y="87"/>
                    <a:pt x="62" y="86"/>
                    <a:pt x="62" y="86"/>
                  </a:cubicBezTo>
                  <a:cubicBezTo>
                    <a:pt x="60" y="86"/>
                    <a:pt x="58" y="87"/>
                    <a:pt x="57" y="87"/>
                  </a:cubicBezTo>
                  <a:cubicBezTo>
                    <a:pt x="55" y="87"/>
                    <a:pt x="53" y="85"/>
                    <a:pt x="52" y="85"/>
                  </a:cubicBezTo>
                  <a:cubicBezTo>
                    <a:pt x="50" y="85"/>
                    <a:pt x="47" y="85"/>
                    <a:pt x="46" y="86"/>
                  </a:cubicBezTo>
                  <a:cubicBezTo>
                    <a:pt x="44" y="86"/>
                    <a:pt x="39" y="87"/>
                    <a:pt x="38" y="88"/>
                  </a:cubicBezTo>
                  <a:cubicBezTo>
                    <a:pt x="36" y="89"/>
                    <a:pt x="33" y="91"/>
                    <a:pt x="32" y="93"/>
                  </a:cubicBezTo>
                  <a:cubicBezTo>
                    <a:pt x="31" y="94"/>
                    <a:pt x="31" y="98"/>
                    <a:pt x="31" y="99"/>
                  </a:cubicBezTo>
                  <a:cubicBezTo>
                    <a:pt x="30" y="101"/>
                    <a:pt x="28" y="103"/>
                    <a:pt x="27" y="103"/>
                  </a:cubicBezTo>
                  <a:cubicBezTo>
                    <a:pt x="26" y="104"/>
                    <a:pt x="24" y="102"/>
                    <a:pt x="23" y="102"/>
                  </a:cubicBezTo>
                  <a:cubicBezTo>
                    <a:pt x="22" y="101"/>
                    <a:pt x="19" y="99"/>
                    <a:pt x="19" y="98"/>
                  </a:cubicBezTo>
                  <a:cubicBezTo>
                    <a:pt x="19" y="97"/>
                    <a:pt x="21" y="95"/>
                    <a:pt x="21" y="93"/>
                  </a:cubicBezTo>
                  <a:cubicBezTo>
                    <a:pt x="21" y="92"/>
                    <a:pt x="18" y="91"/>
                    <a:pt x="18" y="90"/>
                  </a:cubicBezTo>
                  <a:cubicBezTo>
                    <a:pt x="17" y="89"/>
                    <a:pt x="19" y="86"/>
                    <a:pt x="18" y="85"/>
                  </a:cubicBezTo>
                  <a:cubicBezTo>
                    <a:pt x="18" y="84"/>
                    <a:pt x="15" y="82"/>
                    <a:pt x="14" y="82"/>
                  </a:cubicBezTo>
                  <a:cubicBezTo>
                    <a:pt x="13" y="81"/>
                    <a:pt x="10" y="83"/>
                    <a:pt x="8" y="82"/>
                  </a:cubicBezTo>
                  <a:cubicBezTo>
                    <a:pt x="7" y="82"/>
                    <a:pt x="4" y="81"/>
                    <a:pt x="3" y="80"/>
                  </a:cubicBezTo>
                  <a:cubicBezTo>
                    <a:pt x="1" y="78"/>
                    <a:pt x="0" y="72"/>
                    <a:pt x="0" y="70"/>
                  </a:cubicBezTo>
                  <a:cubicBezTo>
                    <a:pt x="0" y="68"/>
                    <a:pt x="1" y="65"/>
                    <a:pt x="2" y="64"/>
                  </a:cubicBezTo>
                  <a:cubicBezTo>
                    <a:pt x="3" y="62"/>
                    <a:pt x="7" y="60"/>
                    <a:pt x="9" y="59"/>
                  </a:cubicBezTo>
                  <a:cubicBezTo>
                    <a:pt x="11" y="58"/>
                    <a:pt x="15" y="57"/>
                    <a:pt x="17" y="56"/>
                  </a:cubicBezTo>
                  <a:cubicBezTo>
                    <a:pt x="20" y="55"/>
                    <a:pt x="26" y="52"/>
                    <a:pt x="29" y="50"/>
                  </a:cubicBezTo>
                  <a:cubicBezTo>
                    <a:pt x="31" y="49"/>
                    <a:pt x="35" y="45"/>
                    <a:pt x="38" y="44"/>
                  </a:cubicBezTo>
                  <a:cubicBezTo>
                    <a:pt x="40" y="43"/>
                    <a:pt x="45" y="43"/>
                    <a:pt x="47" y="43"/>
                  </a:cubicBezTo>
                  <a:cubicBezTo>
                    <a:pt x="49" y="42"/>
                    <a:pt x="52" y="40"/>
                    <a:pt x="54" y="39"/>
                  </a:cubicBezTo>
                  <a:cubicBezTo>
                    <a:pt x="55" y="38"/>
                    <a:pt x="57" y="35"/>
                    <a:pt x="58" y="34"/>
                  </a:cubicBezTo>
                  <a:cubicBezTo>
                    <a:pt x="60" y="34"/>
                    <a:pt x="63" y="33"/>
                    <a:pt x="64" y="32"/>
                  </a:cubicBezTo>
                  <a:cubicBezTo>
                    <a:pt x="66" y="31"/>
                    <a:pt x="69" y="26"/>
                    <a:pt x="71" y="26"/>
                  </a:cubicBezTo>
                  <a:cubicBezTo>
                    <a:pt x="72" y="25"/>
                    <a:pt x="75" y="26"/>
                    <a:pt x="76" y="26"/>
                  </a:cubicBezTo>
                  <a:cubicBezTo>
                    <a:pt x="77" y="25"/>
                    <a:pt x="79" y="21"/>
                    <a:pt x="81" y="21"/>
                  </a:cubicBezTo>
                  <a:cubicBezTo>
                    <a:pt x="83" y="20"/>
                    <a:pt x="87" y="21"/>
                    <a:pt x="88" y="20"/>
                  </a:cubicBezTo>
                  <a:cubicBezTo>
                    <a:pt x="90" y="20"/>
                    <a:pt x="92" y="16"/>
                    <a:pt x="93" y="15"/>
                  </a:cubicBezTo>
                  <a:cubicBezTo>
                    <a:pt x="95" y="14"/>
                    <a:pt x="99" y="13"/>
                    <a:pt x="101" y="13"/>
                  </a:cubicBezTo>
                  <a:cubicBezTo>
                    <a:pt x="103" y="13"/>
                    <a:pt x="106" y="13"/>
                    <a:pt x="108" y="13"/>
                  </a:cubicBezTo>
                  <a:cubicBezTo>
                    <a:pt x="110" y="13"/>
                    <a:pt x="113" y="11"/>
                    <a:pt x="115" y="11"/>
                  </a:cubicBezTo>
                  <a:cubicBezTo>
                    <a:pt x="117" y="10"/>
                    <a:pt x="121" y="9"/>
                    <a:pt x="123" y="9"/>
                  </a:cubicBezTo>
                  <a:cubicBezTo>
                    <a:pt x="125" y="8"/>
                    <a:pt x="128" y="6"/>
                    <a:pt x="129" y="6"/>
                  </a:cubicBezTo>
                  <a:cubicBezTo>
                    <a:pt x="130" y="5"/>
                    <a:pt x="132" y="7"/>
                    <a:pt x="133" y="7"/>
                  </a:cubicBezTo>
                  <a:cubicBezTo>
                    <a:pt x="135" y="7"/>
                    <a:pt x="139" y="7"/>
                    <a:pt x="141" y="6"/>
                  </a:cubicBezTo>
                  <a:cubicBezTo>
                    <a:pt x="142" y="6"/>
                    <a:pt x="145" y="3"/>
                    <a:pt x="147" y="3"/>
                  </a:cubicBezTo>
                  <a:cubicBezTo>
                    <a:pt x="148" y="3"/>
                    <a:pt x="149" y="5"/>
                    <a:pt x="150" y="6"/>
                  </a:cubicBezTo>
                  <a:cubicBezTo>
                    <a:pt x="152" y="6"/>
                    <a:pt x="156" y="6"/>
                    <a:pt x="158" y="6"/>
                  </a:cubicBezTo>
                  <a:cubicBezTo>
                    <a:pt x="160" y="6"/>
                    <a:pt x="164" y="6"/>
                    <a:pt x="166" y="5"/>
                  </a:cubicBezTo>
                  <a:cubicBezTo>
                    <a:pt x="168" y="4"/>
                    <a:pt x="170" y="1"/>
                    <a:pt x="172" y="1"/>
                  </a:cubicBezTo>
                  <a:cubicBezTo>
                    <a:pt x="174" y="0"/>
                    <a:pt x="177" y="0"/>
                    <a:pt x="178" y="1"/>
                  </a:cubicBezTo>
                  <a:cubicBezTo>
                    <a:pt x="179" y="1"/>
                    <a:pt x="180" y="3"/>
                    <a:pt x="179" y="4"/>
                  </a:cubicBezTo>
                  <a:cubicBezTo>
                    <a:pt x="179" y="5"/>
                    <a:pt x="178" y="7"/>
                    <a:pt x="177" y="7"/>
                  </a:cubicBezTo>
                  <a:cubicBezTo>
                    <a:pt x="176" y="8"/>
                    <a:pt x="172" y="9"/>
                    <a:pt x="171" y="9"/>
                  </a:cubicBezTo>
                  <a:cubicBezTo>
                    <a:pt x="169" y="10"/>
                    <a:pt x="166" y="12"/>
                    <a:pt x="164" y="12"/>
                  </a:cubicBezTo>
                  <a:cubicBezTo>
                    <a:pt x="163" y="12"/>
                    <a:pt x="159" y="12"/>
                    <a:pt x="158" y="12"/>
                  </a:cubicBezTo>
                  <a:cubicBezTo>
                    <a:pt x="157" y="12"/>
                    <a:pt x="154" y="13"/>
                    <a:pt x="153" y="14"/>
                  </a:cubicBezTo>
                  <a:cubicBezTo>
                    <a:pt x="152" y="15"/>
                    <a:pt x="152" y="18"/>
                    <a:pt x="153" y="20"/>
                  </a:cubicBezTo>
                  <a:cubicBezTo>
                    <a:pt x="153" y="21"/>
                    <a:pt x="155" y="24"/>
                    <a:pt x="156" y="24"/>
                  </a:cubicBezTo>
                  <a:cubicBezTo>
                    <a:pt x="158" y="25"/>
                    <a:pt x="162" y="24"/>
                    <a:pt x="164" y="24"/>
                  </a:cubicBezTo>
                  <a:cubicBezTo>
                    <a:pt x="166" y="23"/>
                    <a:pt x="169" y="19"/>
                    <a:pt x="171" y="20"/>
                  </a:cubicBezTo>
                  <a:cubicBezTo>
                    <a:pt x="172" y="20"/>
                    <a:pt x="173" y="22"/>
                    <a:pt x="174" y="23"/>
                  </a:cubicBezTo>
                  <a:cubicBezTo>
                    <a:pt x="174" y="25"/>
                    <a:pt x="174" y="28"/>
                    <a:pt x="173" y="29"/>
                  </a:cubicBezTo>
                  <a:cubicBezTo>
                    <a:pt x="173" y="30"/>
                    <a:pt x="170" y="32"/>
                    <a:pt x="169" y="33"/>
                  </a:cubicBezTo>
                  <a:cubicBezTo>
                    <a:pt x="168" y="33"/>
                    <a:pt x="165" y="33"/>
                    <a:pt x="164" y="33"/>
                  </a:cubicBezTo>
                  <a:cubicBezTo>
                    <a:pt x="163" y="32"/>
                    <a:pt x="159" y="31"/>
                    <a:pt x="158" y="32"/>
                  </a:cubicBezTo>
                  <a:cubicBezTo>
                    <a:pt x="157" y="33"/>
                    <a:pt x="157" y="37"/>
                    <a:pt x="157" y="38"/>
                  </a:cubicBezTo>
                  <a:cubicBezTo>
                    <a:pt x="158" y="41"/>
                    <a:pt x="160" y="47"/>
                    <a:pt x="162" y="49"/>
                  </a:cubicBezTo>
                  <a:cubicBezTo>
                    <a:pt x="164" y="51"/>
                    <a:pt x="169" y="54"/>
                    <a:pt x="171" y="56"/>
                  </a:cubicBezTo>
                  <a:cubicBezTo>
                    <a:pt x="172" y="57"/>
                    <a:pt x="173" y="59"/>
                    <a:pt x="174" y="59"/>
                  </a:cubicBezTo>
                  <a:cubicBezTo>
                    <a:pt x="176" y="60"/>
                    <a:pt x="180" y="60"/>
                    <a:pt x="182" y="60"/>
                  </a:cubicBezTo>
                  <a:cubicBezTo>
                    <a:pt x="185" y="59"/>
                    <a:pt x="189" y="59"/>
                    <a:pt x="191" y="58"/>
                  </a:cubicBezTo>
                  <a:cubicBezTo>
                    <a:pt x="192" y="57"/>
                    <a:pt x="194" y="53"/>
                    <a:pt x="195" y="52"/>
                  </a:cubicBezTo>
                  <a:cubicBezTo>
                    <a:pt x="196" y="51"/>
                    <a:pt x="199" y="51"/>
                    <a:pt x="200" y="51"/>
                  </a:cubicBezTo>
                  <a:cubicBezTo>
                    <a:pt x="201" y="51"/>
                    <a:pt x="202" y="52"/>
                    <a:pt x="202" y="53"/>
                  </a:cubicBezTo>
                  <a:cubicBezTo>
                    <a:pt x="203" y="54"/>
                    <a:pt x="204" y="56"/>
                    <a:pt x="205" y="57"/>
                  </a:cubicBezTo>
                  <a:cubicBezTo>
                    <a:pt x="206" y="58"/>
                    <a:pt x="209" y="59"/>
                    <a:pt x="210" y="60"/>
                  </a:cubicBezTo>
                  <a:cubicBezTo>
                    <a:pt x="211" y="61"/>
                    <a:pt x="214" y="64"/>
                    <a:pt x="215" y="65"/>
                  </a:cubicBezTo>
                  <a:cubicBezTo>
                    <a:pt x="216" y="66"/>
                    <a:pt x="218" y="68"/>
                    <a:pt x="218" y="69"/>
                  </a:cubicBezTo>
                  <a:cubicBezTo>
                    <a:pt x="219" y="71"/>
                    <a:pt x="217" y="74"/>
                    <a:pt x="216" y="76"/>
                  </a:cubicBezTo>
                  <a:cubicBezTo>
                    <a:pt x="216" y="77"/>
                    <a:pt x="213" y="80"/>
                    <a:pt x="212" y="82"/>
                  </a:cubicBezTo>
                  <a:cubicBezTo>
                    <a:pt x="212" y="84"/>
                    <a:pt x="212" y="87"/>
                    <a:pt x="211" y="88"/>
                  </a:cubicBezTo>
                  <a:cubicBezTo>
                    <a:pt x="210" y="89"/>
                    <a:pt x="209" y="91"/>
                    <a:pt x="208" y="92"/>
                  </a:cubicBezTo>
                  <a:cubicBezTo>
                    <a:pt x="206" y="92"/>
                    <a:pt x="204" y="91"/>
                    <a:pt x="203" y="92"/>
                  </a:cubicBezTo>
                  <a:cubicBezTo>
                    <a:pt x="202" y="92"/>
                    <a:pt x="201" y="94"/>
                    <a:pt x="201" y="94"/>
                  </a:cubicBezTo>
                  <a:cubicBezTo>
                    <a:pt x="200" y="96"/>
                    <a:pt x="200" y="98"/>
                    <a:pt x="200" y="99"/>
                  </a:cubicBezTo>
                  <a:cubicBezTo>
                    <a:pt x="199" y="101"/>
                    <a:pt x="198" y="105"/>
                    <a:pt x="197" y="107"/>
                  </a:cubicBezTo>
                  <a:cubicBezTo>
                    <a:pt x="196" y="108"/>
                    <a:pt x="192" y="109"/>
                    <a:pt x="190" y="110"/>
                  </a:cubicBezTo>
                  <a:cubicBezTo>
                    <a:pt x="187" y="112"/>
                    <a:pt x="183" y="114"/>
                    <a:pt x="180" y="116"/>
                  </a:cubicBezTo>
                  <a:cubicBezTo>
                    <a:pt x="179" y="118"/>
                    <a:pt x="175" y="121"/>
                    <a:pt x="174" y="123"/>
                  </a:cubicBezTo>
                  <a:cubicBezTo>
                    <a:pt x="172" y="125"/>
                    <a:pt x="172" y="130"/>
                    <a:pt x="171" y="132"/>
                  </a:cubicBezTo>
                  <a:cubicBezTo>
                    <a:pt x="170" y="135"/>
                    <a:pt x="169" y="140"/>
                    <a:pt x="168" y="142"/>
                  </a:cubicBezTo>
                  <a:cubicBezTo>
                    <a:pt x="166" y="144"/>
                    <a:pt x="162" y="148"/>
                    <a:pt x="160" y="150"/>
                  </a:cubicBezTo>
                  <a:cubicBezTo>
                    <a:pt x="158" y="152"/>
                    <a:pt x="154" y="155"/>
                    <a:pt x="152" y="157"/>
                  </a:cubicBezTo>
                  <a:cubicBezTo>
                    <a:pt x="150" y="157"/>
                    <a:pt x="146" y="158"/>
                    <a:pt x="144" y="158"/>
                  </a:cubicBezTo>
                  <a:cubicBezTo>
                    <a:pt x="143" y="158"/>
                    <a:pt x="140" y="158"/>
                    <a:pt x="139" y="158"/>
                  </a:cubicBezTo>
                  <a:cubicBezTo>
                    <a:pt x="137" y="159"/>
                    <a:pt x="133" y="161"/>
                    <a:pt x="132" y="162"/>
                  </a:cubicBezTo>
                  <a:cubicBezTo>
                    <a:pt x="130" y="163"/>
                    <a:pt x="129" y="166"/>
                    <a:pt x="128" y="167"/>
                  </a:cubicBezTo>
                  <a:cubicBezTo>
                    <a:pt x="127" y="168"/>
                    <a:pt x="126" y="169"/>
                    <a:pt x="124" y="170"/>
                  </a:cubicBezTo>
                  <a:cubicBezTo>
                    <a:pt x="124" y="170"/>
                    <a:pt x="123" y="171"/>
                    <a:pt x="122" y="171"/>
                  </a:cubicBezTo>
                  <a:cubicBezTo>
                    <a:pt x="121" y="171"/>
                    <a:pt x="119" y="171"/>
                    <a:pt x="119" y="17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8"/>
            <p:cNvSpPr>
              <a:spLocks/>
            </p:cNvSpPr>
            <p:nvPr/>
          </p:nvSpPr>
          <p:spPr bwMode="auto">
            <a:xfrm>
              <a:off x="4786313" y="3494088"/>
              <a:ext cx="166688" cy="134938"/>
            </a:xfrm>
            <a:custGeom>
              <a:avLst/>
              <a:gdLst/>
              <a:ahLst/>
              <a:cxnLst>
                <a:cxn ang="0">
                  <a:pos x="90" y="68"/>
                </a:cxn>
                <a:cxn ang="0">
                  <a:pos x="89" y="72"/>
                </a:cxn>
                <a:cxn ang="0">
                  <a:pos x="84" y="76"/>
                </a:cxn>
                <a:cxn ang="0">
                  <a:pos x="77" y="74"/>
                </a:cxn>
                <a:cxn ang="0">
                  <a:pos x="70" y="71"/>
                </a:cxn>
                <a:cxn ang="0">
                  <a:pos x="63" y="64"/>
                </a:cxn>
                <a:cxn ang="0">
                  <a:pos x="52" y="54"/>
                </a:cxn>
                <a:cxn ang="0">
                  <a:pos x="41" y="43"/>
                </a:cxn>
                <a:cxn ang="0">
                  <a:pos x="34" y="39"/>
                </a:cxn>
                <a:cxn ang="0">
                  <a:pos x="25" y="35"/>
                </a:cxn>
                <a:cxn ang="0">
                  <a:pos x="20" y="35"/>
                </a:cxn>
                <a:cxn ang="0">
                  <a:pos x="16" y="37"/>
                </a:cxn>
                <a:cxn ang="0">
                  <a:pos x="10" y="36"/>
                </a:cxn>
                <a:cxn ang="0">
                  <a:pos x="5" y="35"/>
                </a:cxn>
                <a:cxn ang="0">
                  <a:pos x="1" y="32"/>
                </a:cxn>
                <a:cxn ang="0">
                  <a:pos x="1" y="27"/>
                </a:cxn>
                <a:cxn ang="0">
                  <a:pos x="3" y="22"/>
                </a:cxn>
                <a:cxn ang="0">
                  <a:pos x="3" y="17"/>
                </a:cxn>
                <a:cxn ang="0">
                  <a:pos x="1" y="11"/>
                </a:cxn>
                <a:cxn ang="0">
                  <a:pos x="2" y="5"/>
                </a:cxn>
                <a:cxn ang="0">
                  <a:pos x="7" y="3"/>
                </a:cxn>
                <a:cxn ang="0">
                  <a:pos x="12" y="0"/>
                </a:cxn>
                <a:cxn ang="0">
                  <a:pos x="19" y="1"/>
                </a:cxn>
                <a:cxn ang="0">
                  <a:pos x="23" y="4"/>
                </a:cxn>
                <a:cxn ang="0">
                  <a:pos x="27" y="5"/>
                </a:cxn>
                <a:cxn ang="0">
                  <a:pos x="30" y="2"/>
                </a:cxn>
                <a:cxn ang="0">
                  <a:pos x="34" y="3"/>
                </a:cxn>
                <a:cxn ang="0">
                  <a:pos x="39" y="5"/>
                </a:cxn>
                <a:cxn ang="0">
                  <a:pos x="44" y="5"/>
                </a:cxn>
                <a:cxn ang="0">
                  <a:pos x="49" y="6"/>
                </a:cxn>
                <a:cxn ang="0">
                  <a:pos x="55" y="7"/>
                </a:cxn>
                <a:cxn ang="0">
                  <a:pos x="56" y="3"/>
                </a:cxn>
                <a:cxn ang="0">
                  <a:pos x="58" y="0"/>
                </a:cxn>
                <a:cxn ang="0">
                  <a:pos x="60" y="0"/>
                </a:cxn>
                <a:cxn ang="0">
                  <a:pos x="61" y="2"/>
                </a:cxn>
                <a:cxn ang="0">
                  <a:pos x="60" y="5"/>
                </a:cxn>
                <a:cxn ang="0">
                  <a:pos x="60" y="8"/>
                </a:cxn>
                <a:cxn ang="0">
                  <a:pos x="62" y="9"/>
                </a:cxn>
                <a:cxn ang="0">
                  <a:pos x="64" y="10"/>
                </a:cxn>
                <a:cxn ang="0">
                  <a:pos x="64" y="13"/>
                </a:cxn>
                <a:cxn ang="0">
                  <a:pos x="67" y="14"/>
                </a:cxn>
                <a:cxn ang="0">
                  <a:pos x="68" y="12"/>
                </a:cxn>
                <a:cxn ang="0">
                  <a:pos x="69" y="8"/>
                </a:cxn>
                <a:cxn ang="0">
                  <a:pos x="71" y="8"/>
                </a:cxn>
                <a:cxn ang="0">
                  <a:pos x="73" y="10"/>
                </a:cxn>
                <a:cxn ang="0">
                  <a:pos x="73" y="13"/>
                </a:cxn>
                <a:cxn ang="0">
                  <a:pos x="72" y="14"/>
                </a:cxn>
                <a:cxn ang="0">
                  <a:pos x="71" y="17"/>
                </a:cxn>
                <a:cxn ang="0">
                  <a:pos x="74" y="18"/>
                </a:cxn>
                <a:cxn ang="0">
                  <a:pos x="77" y="18"/>
                </a:cxn>
                <a:cxn ang="0">
                  <a:pos x="79" y="20"/>
                </a:cxn>
                <a:cxn ang="0">
                  <a:pos x="78" y="24"/>
                </a:cxn>
                <a:cxn ang="0">
                  <a:pos x="81" y="29"/>
                </a:cxn>
                <a:cxn ang="0">
                  <a:pos x="85" y="31"/>
                </a:cxn>
                <a:cxn ang="0">
                  <a:pos x="86" y="38"/>
                </a:cxn>
                <a:cxn ang="0">
                  <a:pos x="88" y="44"/>
                </a:cxn>
                <a:cxn ang="0">
                  <a:pos x="90" y="49"/>
                </a:cxn>
                <a:cxn ang="0">
                  <a:pos x="93" y="54"/>
                </a:cxn>
                <a:cxn ang="0">
                  <a:pos x="93" y="58"/>
                </a:cxn>
                <a:cxn ang="0">
                  <a:pos x="93" y="60"/>
                </a:cxn>
                <a:cxn ang="0">
                  <a:pos x="90" y="61"/>
                </a:cxn>
                <a:cxn ang="0">
                  <a:pos x="90" y="64"/>
                </a:cxn>
                <a:cxn ang="0">
                  <a:pos x="90" y="68"/>
                </a:cxn>
              </a:cxnLst>
              <a:rect l="0" t="0" r="r" b="b"/>
              <a:pathLst>
                <a:path w="94" h="76">
                  <a:moveTo>
                    <a:pt x="90" y="68"/>
                  </a:moveTo>
                  <a:cubicBezTo>
                    <a:pt x="90" y="69"/>
                    <a:pt x="89" y="71"/>
                    <a:pt x="89" y="72"/>
                  </a:cubicBezTo>
                  <a:cubicBezTo>
                    <a:pt x="88" y="73"/>
                    <a:pt x="86" y="75"/>
                    <a:pt x="84" y="76"/>
                  </a:cubicBezTo>
                  <a:cubicBezTo>
                    <a:pt x="83" y="76"/>
                    <a:pt x="79" y="75"/>
                    <a:pt x="77" y="74"/>
                  </a:cubicBezTo>
                  <a:cubicBezTo>
                    <a:pt x="75" y="74"/>
                    <a:pt x="72" y="72"/>
                    <a:pt x="70" y="71"/>
                  </a:cubicBezTo>
                  <a:cubicBezTo>
                    <a:pt x="68" y="70"/>
                    <a:pt x="65" y="65"/>
                    <a:pt x="63" y="64"/>
                  </a:cubicBezTo>
                  <a:cubicBezTo>
                    <a:pt x="61" y="61"/>
                    <a:pt x="55" y="57"/>
                    <a:pt x="52" y="54"/>
                  </a:cubicBezTo>
                  <a:cubicBezTo>
                    <a:pt x="49" y="51"/>
                    <a:pt x="44" y="45"/>
                    <a:pt x="41" y="43"/>
                  </a:cubicBezTo>
                  <a:cubicBezTo>
                    <a:pt x="39" y="41"/>
                    <a:pt x="36" y="39"/>
                    <a:pt x="34" y="39"/>
                  </a:cubicBezTo>
                  <a:cubicBezTo>
                    <a:pt x="32" y="38"/>
                    <a:pt x="27" y="36"/>
                    <a:pt x="25" y="35"/>
                  </a:cubicBezTo>
                  <a:cubicBezTo>
                    <a:pt x="24" y="35"/>
                    <a:pt x="22" y="34"/>
                    <a:pt x="20" y="35"/>
                  </a:cubicBezTo>
                  <a:cubicBezTo>
                    <a:pt x="19" y="35"/>
                    <a:pt x="17" y="37"/>
                    <a:pt x="16" y="37"/>
                  </a:cubicBezTo>
                  <a:cubicBezTo>
                    <a:pt x="15" y="38"/>
                    <a:pt x="12" y="36"/>
                    <a:pt x="10" y="36"/>
                  </a:cubicBezTo>
                  <a:cubicBezTo>
                    <a:pt x="9" y="36"/>
                    <a:pt x="6" y="35"/>
                    <a:pt x="5" y="35"/>
                  </a:cubicBezTo>
                  <a:cubicBezTo>
                    <a:pt x="4" y="34"/>
                    <a:pt x="1" y="33"/>
                    <a:pt x="1" y="32"/>
                  </a:cubicBezTo>
                  <a:cubicBezTo>
                    <a:pt x="0" y="31"/>
                    <a:pt x="1" y="28"/>
                    <a:pt x="1" y="27"/>
                  </a:cubicBezTo>
                  <a:cubicBezTo>
                    <a:pt x="1" y="26"/>
                    <a:pt x="3" y="24"/>
                    <a:pt x="3" y="22"/>
                  </a:cubicBezTo>
                  <a:cubicBezTo>
                    <a:pt x="3" y="21"/>
                    <a:pt x="3" y="18"/>
                    <a:pt x="3" y="17"/>
                  </a:cubicBezTo>
                  <a:cubicBezTo>
                    <a:pt x="3" y="16"/>
                    <a:pt x="1" y="13"/>
                    <a:pt x="1" y="11"/>
                  </a:cubicBezTo>
                  <a:cubicBezTo>
                    <a:pt x="1" y="10"/>
                    <a:pt x="1" y="6"/>
                    <a:pt x="2" y="5"/>
                  </a:cubicBezTo>
                  <a:cubicBezTo>
                    <a:pt x="3" y="4"/>
                    <a:pt x="6" y="4"/>
                    <a:pt x="7" y="3"/>
                  </a:cubicBezTo>
                  <a:cubicBezTo>
                    <a:pt x="9" y="3"/>
                    <a:pt x="10" y="1"/>
                    <a:pt x="12" y="0"/>
                  </a:cubicBezTo>
                  <a:cubicBezTo>
                    <a:pt x="13" y="0"/>
                    <a:pt x="17" y="0"/>
                    <a:pt x="19" y="1"/>
                  </a:cubicBezTo>
                  <a:cubicBezTo>
                    <a:pt x="20" y="1"/>
                    <a:pt x="22" y="3"/>
                    <a:pt x="23" y="4"/>
                  </a:cubicBezTo>
                  <a:cubicBezTo>
                    <a:pt x="24" y="4"/>
                    <a:pt x="26" y="5"/>
                    <a:pt x="27" y="5"/>
                  </a:cubicBezTo>
                  <a:cubicBezTo>
                    <a:pt x="28" y="5"/>
                    <a:pt x="29" y="3"/>
                    <a:pt x="30" y="2"/>
                  </a:cubicBezTo>
                  <a:cubicBezTo>
                    <a:pt x="31" y="2"/>
                    <a:pt x="33" y="2"/>
                    <a:pt x="34" y="3"/>
                  </a:cubicBezTo>
                  <a:cubicBezTo>
                    <a:pt x="36" y="3"/>
                    <a:pt x="37" y="5"/>
                    <a:pt x="39" y="5"/>
                  </a:cubicBezTo>
                  <a:cubicBezTo>
                    <a:pt x="40" y="6"/>
                    <a:pt x="43" y="5"/>
                    <a:pt x="44" y="5"/>
                  </a:cubicBezTo>
                  <a:cubicBezTo>
                    <a:pt x="46" y="5"/>
                    <a:pt x="48" y="6"/>
                    <a:pt x="49" y="6"/>
                  </a:cubicBezTo>
                  <a:cubicBezTo>
                    <a:pt x="51" y="7"/>
                    <a:pt x="54" y="8"/>
                    <a:pt x="55" y="7"/>
                  </a:cubicBezTo>
                  <a:cubicBezTo>
                    <a:pt x="56" y="7"/>
                    <a:pt x="56" y="4"/>
                    <a:pt x="56" y="3"/>
                  </a:cubicBezTo>
                  <a:cubicBezTo>
                    <a:pt x="56" y="2"/>
                    <a:pt x="57" y="1"/>
                    <a:pt x="58" y="0"/>
                  </a:cubicBezTo>
                  <a:cubicBezTo>
                    <a:pt x="58" y="0"/>
                    <a:pt x="60" y="0"/>
                    <a:pt x="60" y="0"/>
                  </a:cubicBezTo>
                  <a:cubicBezTo>
                    <a:pt x="61" y="1"/>
                    <a:pt x="61" y="2"/>
                    <a:pt x="61" y="2"/>
                  </a:cubicBezTo>
                  <a:cubicBezTo>
                    <a:pt x="61" y="3"/>
                    <a:pt x="60" y="4"/>
                    <a:pt x="60" y="5"/>
                  </a:cubicBezTo>
                  <a:cubicBezTo>
                    <a:pt x="60" y="6"/>
                    <a:pt x="60" y="7"/>
                    <a:pt x="60" y="8"/>
                  </a:cubicBezTo>
                  <a:cubicBezTo>
                    <a:pt x="60" y="8"/>
                    <a:pt x="61" y="9"/>
                    <a:pt x="62" y="9"/>
                  </a:cubicBezTo>
                  <a:cubicBezTo>
                    <a:pt x="63" y="9"/>
                    <a:pt x="64" y="9"/>
                    <a:pt x="64" y="10"/>
                  </a:cubicBezTo>
                  <a:cubicBezTo>
                    <a:pt x="64" y="10"/>
                    <a:pt x="63" y="12"/>
                    <a:pt x="64" y="13"/>
                  </a:cubicBezTo>
                  <a:cubicBezTo>
                    <a:pt x="64" y="14"/>
                    <a:pt x="66" y="15"/>
                    <a:pt x="67" y="14"/>
                  </a:cubicBezTo>
                  <a:cubicBezTo>
                    <a:pt x="68" y="14"/>
                    <a:pt x="68" y="12"/>
                    <a:pt x="68" y="12"/>
                  </a:cubicBezTo>
                  <a:cubicBezTo>
                    <a:pt x="69" y="11"/>
                    <a:pt x="68" y="9"/>
                    <a:pt x="69" y="8"/>
                  </a:cubicBezTo>
                  <a:cubicBezTo>
                    <a:pt x="69" y="8"/>
                    <a:pt x="71" y="8"/>
                    <a:pt x="71" y="8"/>
                  </a:cubicBezTo>
                  <a:cubicBezTo>
                    <a:pt x="72" y="8"/>
                    <a:pt x="73" y="9"/>
                    <a:pt x="73" y="10"/>
                  </a:cubicBezTo>
                  <a:cubicBezTo>
                    <a:pt x="74" y="10"/>
                    <a:pt x="73" y="12"/>
                    <a:pt x="73" y="13"/>
                  </a:cubicBezTo>
                  <a:cubicBezTo>
                    <a:pt x="73" y="13"/>
                    <a:pt x="72" y="14"/>
                    <a:pt x="72" y="14"/>
                  </a:cubicBezTo>
                  <a:cubicBezTo>
                    <a:pt x="71" y="15"/>
                    <a:pt x="71" y="17"/>
                    <a:pt x="71" y="17"/>
                  </a:cubicBezTo>
                  <a:cubicBezTo>
                    <a:pt x="72" y="18"/>
                    <a:pt x="73" y="18"/>
                    <a:pt x="74" y="18"/>
                  </a:cubicBezTo>
                  <a:cubicBezTo>
                    <a:pt x="75" y="19"/>
                    <a:pt x="76" y="17"/>
                    <a:pt x="77" y="18"/>
                  </a:cubicBezTo>
                  <a:cubicBezTo>
                    <a:pt x="78" y="18"/>
                    <a:pt x="79" y="19"/>
                    <a:pt x="79" y="20"/>
                  </a:cubicBezTo>
                  <a:cubicBezTo>
                    <a:pt x="79" y="21"/>
                    <a:pt x="78" y="23"/>
                    <a:pt x="78" y="24"/>
                  </a:cubicBezTo>
                  <a:cubicBezTo>
                    <a:pt x="79" y="25"/>
                    <a:pt x="80" y="28"/>
                    <a:pt x="81" y="29"/>
                  </a:cubicBezTo>
                  <a:cubicBezTo>
                    <a:pt x="82" y="30"/>
                    <a:pt x="85" y="30"/>
                    <a:pt x="85" y="31"/>
                  </a:cubicBezTo>
                  <a:cubicBezTo>
                    <a:pt x="86" y="32"/>
                    <a:pt x="86" y="36"/>
                    <a:pt x="86" y="38"/>
                  </a:cubicBezTo>
                  <a:cubicBezTo>
                    <a:pt x="87" y="39"/>
                    <a:pt x="87" y="43"/>
                    <a:pt x="88" y="44"/>
                  </a:cubicBezTo>
                  <a:cubicBezTo>
                    <a:pt x="88" y="46"/>
                    <a:pt x="89" y="48"/>
                    <a:pt x="90" y="49"/>
                  </a:cubicBezTo>
                  <a:cubicBezTo>
                    <a:pt x="91" y="51"/>
                    <a:pt x="92" y="53"/>
                    <a:pt x="93" y="54"/>
                  </a:cubicBezTo>
                  <a:cubicBezTo>
                    <a:pt x="93" y="55"/>
                    <a:pt x="94" y="57"/>
                    <a:pt x="93" y="58"/>
                  </a:cubicBezTo>
                  <a:cubicBezTo>
                    <a:pt x="93" y="58"/>
                    <a:pt x="93" y="60"/>
                    <a:pt x="93" y="60"/>
                  </a:cubicBezTo>
                  <a:cubicBezTo>
                    <a:pt x="92" y="61"/>
                    <a:pt x="91" y="60"/>
                    <a:pt x="90" y="61"/>
                  </a:cubicBezTo>
                  <a:cubicBezTo>
                    <a:pt x="90" y="61"/>
                    <a:pt x="90" y="64"/>
                    <a:pt x="90" y="64"/>
                  </a:cubicBezTo>
                  <a:cubicBezTo>
                    <a:pt x="90" y="65"/>
                    <a:pt x="90" y="67"/>
                    <a:pt x="90" y="6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9"/>
            <p:cNvSpPr>
              <a:spLocks/>
            </p:cNvSpPr>
            <p:nvPr/>
          </p:nvSpPr>
          <p:spPr bwMode="auto">
            <a:xfrm>
              <a:off x="2322513" y="1412875"/>
              <a:ext cx="547688" cy="325438"/>
            </a:xfrm>
            <a:custGeom>
              <a:avLst/>
              <a:gdLst/>
              <a:ahLst/>
              <a:cxnLst>
                <a:cxn ang="0">
                  <a:pos x="307" y="88"/>
                </a:cxn>
                <a:cxn ang="0">
                  <a:pos x="294" y="87"/>
                </a:cxn>
                <a:cxn ang="0">
                  <a:pos x="277" y="85"/>
                </a:cxn>
                <a:cxn ang="0">
                  <a:pos x="258" y="93"/>
                </a:cxn>
                <a:cxn ang="0">
                  <a:pos x="249" y="113"/>
                </a:cxn>
                <a:cxn ang="0">
                  <a:pos x="242" y="114"/>
                </a:cxn>
                <a:cxn ang="0">
                  <a:pos x="226" y="107"/>
                </a:cxn>
                <a:cxn ang="0">
                  <a:pos x="208" y="98"/>
                </a:cxn>
                <a:cxn ang="0">
                  <a:pos x="188" y="109"/>
                </a:cxn>
                <a:cxn ang="0">
                  <a:pos x="167" y="110"/>
                </a:cxn>
                <a:cxn ang="0">
                  <a:pos x="150" y="118"/>
                </a:cxn>
                <a:cxn ang="0">
                  <a:pos x="138" y="136"/>
                </a:cxn>
                <a:cxn ang="0">
                  <a:pos x="144" y="148"/>
                </a:cxn>
                <a:cxn ang="0">
                  <a:pos x="161" y="149"/>
                </a:cxn>
                <a:cxn ang="0">
                  <a:pos x="146" y="158"/>
                </a:cxn>
                <a:cxn ang="0">
                  <a:pos x="158" y="174"/>
                </a:cxn>
                <a:cxn ang="0">
                  <a:pos x="142" y="176"/>
                </a:cxn>
                <a:cxn ang="0">
                  <a:pos x="122" y="180"/>
                </a:cxn>
                <a:cxn ang="0">
                  <a:pos x="125" y="167"/>
                </a:cxn>
                <a:cxn ang="0">
                  <a:pos x="115" y="176"/>
                </a:cxn>
                <a:cxn ang="0">
                  <a:pos x="106" y="167"/>
                </a:cxn>
                <a:cxn ang="0">
                  <a:pos x="93" y="159"/>
                </a:cxn>
                <a:cxn ang="0">
                  <a:pos x="105" y="151"/>
                </a:cxn>
                <a:cxn ang="0">
                  <a:pos x="89" y="140"/>
                </a:cxn>
                <a:cxn ang="0">
                  <a:pos x="84" y="114"/>
                </a:cxn>
                <a:cxn ang="0">
                  <a:pos x="71" y="97"/>
                </a:cxn>
                <a:cxn ang="0">
                  <a:pos x="57" y="89"/>
                </a:cxn>
                <a:cxn ang="0">
                  <a:pos x="38" y="84"/>
                </a:cxn>
                <a:cxn ang="0">
                  <a:pos x="12" y="81"/>
                </a:cxn>
                <a:cxn ang="0">
                  <a:pos x="4" y="60"/>
                </a:cxn>
                <a:cxn ang="0">
                  <a:pos x="6" y="33"/>
                </a:cxn>
                <a:cxn ang="0">
                  <a:pos x="19" y="38"/>
                </a:cxn>
                <a:cxn ang="0">
                  <a:pos x="29" y="25"/>
                </a:cxn>
                <a:cxn ang="0">
                  <a:pos x="44" y="24"/>
                </a:cxn>
                <a:cxn ang="0">
                  <a:pos x="60" y="15"/>
                </a:cxn>
                <a:cxn ang="0">
                  <a:pos x="71" y="7"/>
                </a:cxn>
                <a:cxn ang="0">
                  <a:pos x="85" y="4"/>
                </a:cxn>
                <a:cxn ang="0">
                  <a:pos x="109" y="1"/>
                </a:cxn>
                <a:cxn ang="0">
                  <a:pos x="117" y="8"/>
                </a:cxn>
                <a:cxn ang="0">
                  <a:pos x="133" y="14"/>
                </a:cxn>
                <a:cxn ang="0">
                  <a:pos x="155" y="12"/>
                </a:cxn>
                <a:cxn ang="0">
                  <a:pos x="177" y="12"/>
                </a:cxn>
                <a:cxn ang="0">
                  <a:pos x="198" y="14"/>
                </a:cxn>
                <a:cxn ang="0">
                  <a:pos x="195" y="28"/>
                </a:cxn>
                <a:cxn ang="0">
                  <a:pos x="205" y="26"/>
                </a:cxn>
                <a:cxn ang="0">
                  <a:pos x="222" y="25"/>
                </a:cxn>
                <a:cxn ang="0">
                  <a:pos x="243" y="17"/>
                </a:cxn>
                <a:cxn ang="0">
                  <a:pos x="259" y="32"/>
                </a:cxn>
                <a:cxn ang="0">
                  <a:pos x="266" y="41"/>
                </a:cxn>
                <a:cxn ang="0">
                  <a:pos x="254" y="45"/>
                </a:cxn>
                <a:cxn ang="0">
                  <a:pos x="256" y="57"/>
                </a:cxn>
                <a:cxn ang="0">
                  <a:pos x="262" y="46"/>
                </a:cxn>
                <a:cxn ang="0">
                  <a:pos x="275" y="51"/>
                </a:cxn>
                <a:cxn ang="0">
                  <a:pos x="295" y="61"/>
                </a:cxn>
              </a:cxnLst>
              <a:rect l="0" t="0" r="r" b="b"/>
              <a:pathLst>
                <a:path w="309" h="183">
                  <a:moveTo>
                    <a:pt x="309" y="77"/>
                  </a:moveTo>
                  <a:cubicBezTo>
                    <a:pt x="309" y="78"/>
                    <a:pt x="308" y="80"/>
                    <a:pt x="308" y="80"/>
                  </a:cubicBezTo>
                  <a:cubicBezTo>
                    <a:pt x="308" y="82"/>
                    <a:pt x="308" y="84"/>
                    <a:pt x="308" y="85"/>
                  </a:cubicBezTo>
                  <a:cubicBezTo>
                    <a:pt x="308" y="86"/>
                    <a:pt x="308" y="87"/>
                    <a:pt x="307" y="88"/>
                  </a:cubicBezTo>
                  <a:cubicBezTo>
                    <a:pt x="307" y="89"/>
                    <a:pt x="305" y="88"/>
                    <a:pt x="304" y="88"/>
                  </a:cubicBezTo>
                  <a:cubicBezTo>
                    <a:pt x="303" y="89"/>
                    <a:pt x="301" y="90"/>
                    <a:pt x="300" y="91"/>
                  </a:cubicBezTo>
                  <a:cubicBezTo>
                    <a:pt x="298" y="91"/>
                    <a:pt x="295" y="90"/>
                    <a:pt x="295" y="89"/>
                  </a:cubicBezTo>
                  <a:cubicBezTo>
                    <a:pt x="294" y="89"/>
                    <a:pt x="295" y="87"/>
                    <a:pt x="294" y="87"/>
                  </a:cubicBezTo>
                  <a:cubicBezTo>
                    <a:pt x="294" y="86"/>
                    <a:pt x="291" y="87"/>
                    <a:pt x="290" y="87"/>
                  </a:cubicBezTo>
                  <a:cubicBezTo>
                    <a:pt x="289" y="87"/>
                    <a:pt x="286" y="87"/>
                    <a:pt x="284" y="87"/>
                  </a:cubicBezTo>
                  <a:cubicBezTo>
                    <a:pt x="284" y="86"/>
                    <a:pt x="283" y="85"/>
                    <a:pt x="282" y="85"/>
                  </a:cubicBezTo>
                  <a:cubicBezTo>
                    <a:pt x="281" y="85"/>
                    <a:pt x="278" y="85"/>
                    <a:pt x="277" y="85"/>
                  </a:cubicBezTo>
                  <a:cubicBezTo>
                    <a:pt x="276" y="85"/>
                    <a:pt x="274" y="87"/>
                    <a:pt x="273" y="87"/>
                  </a:cubicBezTo>
                  <a:cubicBezTo>
                    <a:pt x="272" y="87"/>
                    <a:pt x="268" y="86"/>
                    <a:pt x="266" y="86"/>
                  </a:cubicBezTo>
                  <a:cubicBezTo>
                    <a:pt x="264" y="87"/>
                    <a:pt x="262" y="89"/>
                    <a:pt x="261" y="89"/>
                  </a:cubicBezTo>
                  <a:cubicBezTo>
                    <a:pt x="261" y="90"/>
                    <a:pt x="259" y="92"/>
                    <a:pt x="258" y="93"/>
                  </a:cubicBezTo>
                  <a:cubicBezTo>
                    <a:pt x="257" y="93"/>
                    <a:pt x="254" y="93"/>
                    <a:pt x="252" y="93"/>
                  </a:cubicBezTo>
                  <a:cubicBezTo>
                    <a:pt x="251" y="94"/>
                    <a:pt x="249" y="97"/>
                    <a:pt x="249" y="99"/>
                  </a:cubicBezTo>
                  <a:cubicBezTo>
                    <a:pt x="249" y="101"/>
                    <a:pt x="250" y="104"/>
                    <a:pt x="250" y="106"/>
                  </a:cubicBezTo>
                  <a:cubicBezTo>
                    <a:pt x="250" y="108"/>
                    <a:pt x="249" y="111"/>
                    <a:pt x="249" y="113"/>
                  </a:cubicBezTo>
                  <a:cubicBezTo>
                    <a:pt x="249" y="114"/>
                    <a:pt x="249" y="115"/>
                    <a:pt x="249" y="117"/>
                  </a:cubicBezTo>
                  <a:cubicBezTo>
                    <a:pt x="248" y="117"/>
                    <a:pt x="247" y="117"/>
                    <a:pt x="247" y="117"/>
                  </a:cubicBezTo>
                  <a:cubicBezTo>
                    <a:pt x="246" y="117"/>
                    <a:pt x="244" y="118"/>
                    <a:pt x="244" y="117"/>
                  </a:cubicBezTo>
                  <a:cubicBezTo>
                    <a:pt x="243" y="117"/>
                    <a:pt x="243" y="115"/>
                    <a:pt x="242" y="114"/>
                  </a:cubicBezTo>
                  <a:cubicBezTo>
                    <a:pt x="240" y="114"/>
                    <a:pt x="237" y="115"/>
                    <a:pt x="235" y="115"/>
                  </a:cubicBezTo>
                  <a:cubicBezTo>
                    <a:pt x="234" y="115"/>
                    <a:pt x="233" y="116"/>
                    <a:pt x="232" y="115"/>
                  </a:cubicBezTo>
                  <a:cubicBezTo>
                    <a:pt x="231" y="115"/>
                    <a:pt x="230" y="111"/>
                    <a:pt x="229" y="110"/>
                  </a:cubicBezTo>
                  <a:cubicBezTo>
                    <a:pt x="228" y="109"/>
                    <a:pt x="227" y="108"/>
                    <a:pt x="226" y="107"/>
                  </a:cubicBezTo>
                  <a:cubicBezTo>
                    <a:pt x="225" y="106"/>
                    <a:pt x="222" y="105"/>
                    <a:pt x="221" y="105"/>
                  </a:cubicBezTo>
                  <a:cubicBezTo>
                    <a:pt x="220" y="104"/>
                    <a:pt x="219" y="101"/>
                    <a:pt x="219" y="100"/>
                  </a:cubicBezTo>
                  <a:cubicBezTo>
                    <a:pt x="218" y="100"/>
                    <a:pt x="215" y="98"/>
                    <a:pt x="214" y="98"/>
                  </a:cubicBezTo>
                  <a:cubicBezTo>
                    <a:pt x="213" y="97"/>
                    <a:pt x="209" y="97"/>
                    <a:pt x="208" y="98"/>
                  </a:cubicBezTo>
                  <a:cubicBezTo>
                    <a:pt x="206" y="98"/>
                    <a:pt x="204" y="101"/>
                    <a:pt x="203" y="102"/>
                  </a:cubicBezTo>
                  <a:cubicBezTo>
                    <a:pt x="202" y="102"/>
                    <a:pt x="199" y="104"/>
                    <a:pt x="198" y="105"/>
                  </a:cubicBezTo>
                  <a:cubicBezTo>
                    <a:pt x="196" y="105"/>
                    <a:pt x="193" y="104"/>
                    <a:pt x="192" y="105"/>
                  </a:cubicBezTo>
                  <a:cubicBezTo>
                    <a:pt x="191" y="106"/>
                    <a:pt x="189" y="108"/>
                    <a:pt x="188" y="109"/>
                  </a:cubicBezTo>
                  <a:cubicBezTo>
                    <a:pt x="187" y="110"/>
                    <a:pt x="185" y="111"/>
                    <a:pt x="184" y="111"/>
                  </a:cubicBezTo>
                  <a:cubicBezTo>
                    <a:pt x="183" y="112"/>
                    <a:pt x="179" y="111"/>
                    <a:pt x="178" y="111"/>
                  </a:cubicBezTo>
                  <a:cubicBezTo>
                    <a:pt x="176" y="111"/>
                    <a:pt x="173" y="110"/>
                    <a:pt x="172" y="110"/>
                  </a:cubicBezTo>
                  <a:cubicBezTo>
                    <a:pt x="171" y="110"/>
                    <a:pt x="168" y="109"/>
                    <a:pt x="167" y="110"/>
                  </a:cubicBezTo>
                  <a:cubicBezTo>
                    <a:pt x="166" y="110"/>
                    <a:pt x="164" y="113"/>
                    <a:pt x="163" y="113"/>
                  </a:cubicBezTo>
                  <a:cubicBezTo>
                    <a:pt x="162" y="113"/>
                    <a:pt x="159" y="113"/>
                    <a:pt x="157" y="113"/>
                  </a:cubicBezTo>
                  <a:cubicBezTo>
                    <a:pt x="156" y="113"/>
                    <a:pt x="154" y="113"/>
                    <a:pt x="153" y="114"/>
                  </a:cubicBezTo>
                  <a:cubicBezTo>
                    <a:pt x="152" y="114"/>
                    <a:pt x="151" y="117"/>
                    <a:pt x="150" y="118"/>
                  </a:cubicBezTo>
                  <a:cubicBezTo>
                    <a:pt x="149" y="119"/>
                    <a:pt x="148" y="122"/>
                    <a:pt x="147" y="123"/>
                  </a:cubicBezTo>
                  <a:cubicBezTo>
                    <a:pt x="146" y="124"/>
                    <a:pt x="145" y="125"/>
                    <a:pt x="144" y="126"/>
                  </a:cubicBezTo>
                  <a:cubicBezTo>
                    <a:pt x="143" y="128"/>
                    <a:pt x="142" y="131"/>
                    <a:pt x="141" y="132"/>
                  </a:cubicBezTo>
                  <a:cubicBezTo>
                    <a:pt x="140" y="133"/>
                    <a:pt x="139" y="135"/>
                    <a:pt x="138" y="136"/>
                  </a:cubicBezTo>
                  <a:cubicBezTo>
                    <a:pt x="138" y="137"/>
                    <a:pt x="136" y="138"/>
                    <a:pt x="136" y="139"/>
                  </a:cubicBezTo>
                  <a:cubicBezTo>
                    <a:pt x="135" y="141"/>
                    <a:pt x="136" y="143"/>
                    <a:pt x="137" y="144"/>
                  </a:cubicBezTo>
                  <a:cubicBezTo>
                    <a:pt x="137" y="145"/>
                    <a:pt x="138" y="147"/>
                    <a:pt x="139" y="147"/>
                  </a:cubicBezTo>
                  <a:cubicBezTo>
                    <a:pt x="140" y="148"/>
                    <a:pt x="143" y="148"/>
                    <a:pt x="144" y="148"/>
                  </a:cubicBezTo>
                  <a:cubicBezTo>
                    <a:pt x="145" y="147"/>
                    <a:pt x="147" y="146"/>
                    <a:pt x="148" y="145"/>
                  </a:cubicBezTo>
                  <a:cubicBezTo>
                    <a:pt x="149" y="145"/>
                    <a:pt x="151" y="143"/>
                    <a:pt x="152" y="143"/>
                  </a:cubicBezTo>
                  <a:cubicBezTo>
                    <a:pt x="153" y="143"/>
                    <a:pt x="157" y="144"/>
                    <a:pt x="158" y="145"/>
                  </a:cubicBezTo>
                  <a:cubicBezTo>
                    <a:pt x="159" y="145"/>
                    <a:pt x="160" y="148"/>
                    <a:pt x="161" y="149"/>
                  </a:cubicBezTo>
                  <a:cubicBezTo>
                    <a:pt x="161" y="150"/>
                    <a:pt x="162" y="153"/>
                    <a:pt x="162" y="154"/>
                  </a:cubicBezTo>
                  <a:cubicBezTo>
                    <a:pt x="161" y="155"/>
                    <a:pt x="159" y="156"/>
                    <a:pt x="158" y="156"/>
                  </a:cubicBezTo>
                  <a:cubicBezTo>
                    <a:pt x="156" y="156"/>
                    <a:pt x="152" y="154"/>
                    <a:pt x="150" y="155"/>
                  </a:cubicBezTo>
                  <a:cubicBezTo>
                    <a:pt x="149" y="155"/>
                    <a:pt x="147" y="157"/>
                    <a:pt x="146" y="158"/>
                  </a:cubicBezTo>
                  <a:cubicBezTo>
                    <a:pt x="146" y="159"/>
                    <a:pt x="145" y="162"/>
                    <a:pt x="145" y="163"/>
                  </a:cubicBezTo>
                  <a:cubicBezTo>
                    <a:pt x="146" y="164"/>
                    <a:pt x="148" y="164"/>
                    <a:pt x="149" y="165"/>
                  </a:cubicBezTo>
                  <a:cubicBezTo>
                    <a:pt x="151" y="166"/>
                    <a:pt x="155" y="167"/>
                    <a:pt x="156" y="169"/>
                  </a:cubicBezTo>
                  <a:cubicBezTo>
                    <a:pt x="157" y="170"/>
                    <a:pt x="158" y="173"/>
                    <a:pt x="158" y="174"/>
                  </a:cubicBezTo>
                  <a:cubicBezTo>
                    <a:pt x="158" y="175"/>
                    <a:pt x="156" y="178"/>
                    <a:pt x="155" y="179"/>
                  </a:cubicBezTo>
                  <a:cubicBezTo>
                    <a:pt x="155" y="180"/>
                    <a:pt x="153" y="181"/>
                    <a:pt x="152" y="181"/>
                  </a:cubicBezTo>
                  <a:cubicBezTo>
                    <a:pt x="151" y="181"/>
                    <a:pt x="149" y="177"/>
                    <a:pt x="147" y="177"/>
                  </a:cubicBezTo>
                  <a:cubicBezTo>
                    <a:pt x="146" y="176"/>
                    <a:pt x="143" y="176"/>
                    <a:pt x="142" y="176"/>
                  </a:cubicBezTo>
                  <a:cubicBezTo>
                    <a:pt x="140" y="176"/>
                    <a:pt x="138" y="179"/>
                    <a:pt x="137" y="180"/>
                  </a:cubicBezTo>
                  <a:cubicBezTo>
                    <a:pt x="136" y="181"/>
                    <a:pt x="135" y="182"/>
                    <a:pt x="134" y="182"/>
                  </a:cubicBezTo>
                  <a:cubicBezTo>
                    <a:pt x="132" y="183"/>
                    <a:pt x="129" y="183"/>
                    <a:pt x="128" y="182"/>
                  </a:cubicBezTo>
                  <a:cubicBezTo>
                    <a:pt x="126" y="182"/>
                    <a:pt x="123" y="181"/>
                    <a:pt x="122" y="180"/>
                  </a:cubicBezTo>
                  <a:cubicBezTo>
                    <a:pt x="121" y="179"/>
                    <a:pt x="121" y="177"/>
                    <a:pt x="121" y="175"/>
                  </a:cubicBezTo>
                  <a:cubicBezTo>
                    <a:pt x="121" y="174"/>
                    <a:pt x="122" y="172"/>
                    <a:pt x="122" y="172"/>
                  </a:cubicBezTo>
                  <a:cubicBezTo>
                    <a:pt x="123" y="171"/>
                    <a:pt x="125" y="171"/>
                    <a:pt x="125" y="170"/>
                  </a:cubicBezTo>
                  <a:cubicBezTo>
                    <a:pt x="125" y="169"/>
                    <a:pt x="126" y="168"/>
                    <a:pt x="125" y="167"/>
                  </a:cubicBezTo>
                  <a:cubicBezTo>
                    <a:pt x="125" y="166"/>
                    <a:pt x="121" y="166"/>
                    <a:pt x="120" y="166"/>
                  </a:cubicBezTo>
                  <a:cubicBezTo>
                    <a:pt x="119" y="167"/>
                    <a:pt x="119" y="169"/>
                    <a:pt x="118" y="170"/>
                  </a:cubicBezTo>
                  <a:cubicBezTo>
                    <a:pt x="118" y="170"/>
                    <a:pt x="116" y="171"/>
                    <a:pt x="115" y="171"/>
                  </a:cubicBezTo>
                  <a:cubicBezTo>
                    <a:pt x="115" y="172"/>
                    <a:pt x="116" y="176"/>
                    <a:pt x="115" y="176"/>
                  </a:cubicBezTo>
                  <a:cubicBezTo>
                    <a:pt x="114" y="177"/>
                    <a:pt x="112" y="176"/>
                    <a:pt x="111" y="176"/>
                  </a:cubicBezTo>
                  <a:cubicBezTo>
                    <a:pt x="109" y="176"/>
                    <a:pt x="106" y="177"/>
                    <a:pt x="105" y="176"/>
                  </a:cubicBezTo>
                  <a:cubicBezTo>
                    <a:pt x="104" y="176"/>
                    <a:pt x="103" y="173"/>
                    <a:pt x="103" y="172"/>
                  </a:cubicBezTo>
                  <a:cubicBezTo>
                    <a:pt x="103" y="171"/>
                    <a:pt x="106" y="169"/>
                    <a:pt x="106" y="167"/>
                  </a:cubicBezTo>
                  <a:cubicBezTo>
                    <a:pt x="105" y="166"/>
                    <a:pt x="102" y="168"/>
                    <a:pt x="100" y="167"/>
                  </a:cubicBezTo>
                  <a:cubicBezTo>
                    <a:pt x="99" y="167"/>
                    <a:pt x="97" y="165"/>
                    <a:pt x="97" y="164"/>
                  </a:cubicBezTo>
                  <a:cubicBezTo>
                    <a:pt x="96" y="164"/>
                    <a:pt x="97" y="163"/>
                    <a:pt x="96" y="162"/>
                  </a:cubicBezTo>
                  <a:cubicBezTo>
                    <a:pt x="96" y="161"/>
                    <a:pt x="93" y="160"/>
                    <a:pt x="93" y="159"/>
                  </a:cubicBezTo>
                  <a:cubicBezTo>
                    <a:pt x="92" y="158"/>
                    <a:pt x="92" y="155"/>
                    <a:pt x="93" y="155"/>
                  </a:cubicBezTo>
                  <a:cubicBezTo>
                    <a:pt x="94" y="154"/>
                    <a:pt x="96" y="155"/>
                    <a:pt x="96" y="155"/>
                  </a:cubicBezTo>
                  <a:cubicBezTo>
                    <a:pt x="98" y="155"/>
                    <a:pt x="101" y="156"/>
                    <a:pt x="103" y="155"/>
                  </a:cubicBezTo>
                  <a:cubicBezTo>
                    <a:pt x="104" y="154"/>
                    <a:pt x="105" y="152"/>
                    <a:pt x="105" y="151"/>
                  </a:cubicBezTo>
                  <a:cubicBezTo>
                    <a:pt x="105" y="150"/>
                    <a:pt x="103" y="148"/>
                    <a:pt x="102" y="148"/>
                  </a:cubicBezTo>
                  <a:cubicBezTo>
                    <a:pt x="101" y="147"/>
                    <a:pt x="99" y="148"/>
                    <a:pt x="98" y="148"/>
                  </a:cubicBezTo>
                  <a:cubicBezTo>
                    <a:pt x="96" y="147"/>
                    <a:pt x="92" y="146"/>
                    <a:pt x="91" y="144"/>
                  </a:cubicBezTo>
                  <a:cubicBezTo>
                    <a:pt x="90" y="143"/>
                    <a:pt x="89" y="141"/>
                    <a:pt x="89" y="140"/>
                  </a:cubicBezTo>
                  <a:cubicBezTo>
                    <a:pt x="88" y="137"/>
                    <a:pt x="85" y="130"/>
                    <a:pt x="86" y="126"/>
                  </a:cubicBezTo>
                  <a:cubicBezTo>
                    <a:pt x="87" y="125"/>
                    <a:pt x="90" y="122"/>
                    <a:pt x="90" y="121"/>
                  </a:cubicBezTo>
                  <a:cubicBezTo>
                    <a:pt x="91" y="119"/>
                    <a:pt x="91" y="116"/>
                    <a:pt x="90" y="115"/>
                  </a:cubicBezTo>
                  <a:cubicBezTo>
                    <a:pt x="89" y="114"/>
                    <a:pt x="86" y="115"/>
                    <a:pt x="84" y="114"/>
                  </a:cubicBezTo>
                  <a:cubicBezTo>
                    <a:pt x="82" y="114"/>
                    <a:pt x="79" y="114"/>
                    <a:pt x="78" y="113"/>
                  </a:cubicBezTo>
                  <a:cubicBezTo>
                    <a:pt x="77" y="112"/>
                    <a:pt x="77" y="109"/>
                    <a:pt x="76" y="108"/>
                  </a:cubicBezTo>
                  <a:cubicBezTo>
                    <a:pt x="75" y="107"/>
                    <a:pt x="72" y="105"/>
                    <a:pt x="72" y="104"/>
                  </a:cubicBezTo>
                  <a:cubicBezTo>
                    <a:pt x="71" y="102"/>
                    <a:pt x="72" y="99"/>
                    <a:pt x="71" y="97"/>
                  </a:cubicBezTo>
                  <a:cubicBezTo>
                    <a:pt x="71" y="96"/>
                    <a:pt x="69" y="92"/>
                    <a:pt x="68" y="91"/>
                  </a:cubicBezTo>
                  <a:cubicBezTo>
                    <a:pt x="67" y="90"/>
                    <a:pt x="66" y="88"/>
                    <a:pt x="66" y="87"/>
                  </a:cubicBezTo>
                  <a:cubicBezTo>
                    <a:pt x="65" y="87"/>
                    <a:pt x="63" y="86"/>
                    <a:pt x="62" y="87"/>
                  </a:cubicBezTo>
                  <a:cubicBezTo>
                    <a:pt x="60" y="87"/>
                    <a:pt x="58" y="89"/>
                    <a:pt x="57" y="89"/>
                  </a:cubicBezTo>
                  <a:cubicBezTo>
                    <a:pt x="55" y="89"/>
                    <a:pt x="52" y="86"/>
                    <a:pt x="50" y="86"/>
                  </a:cubicBezTo>
                  <a:cubicBezTo>
                    <a:pt x="49" y="86"/>
                    <a:pt x="48" y="88"/>
                    <a:pt x="47" y="88"/>
                  </a:cubicBezTo>
                  <a:cubicBezTo>
                    <a:pt x="45" y="88"/>
                    <a:pt x="42" y="88"/>
                    <a:pt x="40" y="87"/>
                  </a:cubicBezTo>
                  <a:cubicBezTo>
                    <a:pt x="39" y="87"/>
                    <a:pt x="39" y="85"/>
                    <a:pt x="38" y="84"/>
                  </a:cubicBezTo>
                  <a:cubicBezTo>
                    <a:pt x="37" y="83"/>
                    <a:pt x="32" y="85"/>
                    <a:pt x="30" y="84"/>
                  </a:cubicBezTo>
                  <a:cubicBezTo>
                    <a:pt x="29" y="84"/>
                    <a:pt x="28" y="82"/>
                    <a:pt x="27" y="82"/>
                  </a:cubicBezTo>
                  <a:cubicBezTo>
                    <a:pt x="25" y="81"/>
                    <a:pt x="21" y="82"/>
                    <a:pt x="19" y="81"/>
                  </a:cubicBezTo>
                  <a:cubicBezTo>
                    <a:pt x="17" y="81"/>
                    <a:pt x="14" y="82"/>
                    <a:pt x="12" y="81"/>
                  </a:cubicBezTo>
                  <a:cubicBezTo>
                    <a:pt x="11" y="81"/>
                    <a:pt x="10" y="79"/>
                    <a:pt x="10" y="78"/>
                  </a:cubicBezTo>
                  <a:cubicBezTo>
                    <a:pt x="10" y="76"/>
                    <a:pt x="12" y="72"/>
                    <a:pt x="12" y="70"/>
                  </a:cubicBezTo>
                  <a:cubicBezTo>
                    <a:pt x="12" y="68"/>
                    <a:pt x="11" y="65"/>
                    <a:pt x="10" y="64"/>
                  </a:cubicBezTo>
                  <a:cubicBezTo>
                    <a:pt x="9" y="62"/>
                    <a:pt x="5" y="61"/>
                    <a:pt x="4" y="60"/>
                  </a:cubicBezTo>
                  <a:cubicBezTo>
                    <a:pt x="2" y="58"/>
                    <a:pt x="0" y="54"/>
                    <a:pt x="0" y="52"/>
                  </a:cubicBezTo>
                  <a:cubicBezTo>
                    <a:pt x="0" y="50"/>
                    <a:pt x="1" y="45"/>
                    <a:pt x="2" y="43"/>
                  </a:cubicBezTo>
                  <a:cubicBezTo>
                    <a:pt x="2" y="41"/>
                    <a:pt x="6" y="38"/>
                    <a:pt x="7" y="36"/>
                  </a:cubicBezTo>
                  <a:cubicBezTo>
                    <a:pt x="7" y="35"/>
                    <a:pt x="6" y="34"/>
                    <a:pt x="6" y="33"/>
                  </a:cubicBezTo>
                  <a:cubicBezTo>
                    <a:pt x="7" y="34"/>
                    <a:pt x="8" y="34"/>
                    <a:pt x="9" y="34"/>
                  </a:cubicBezTo>
                  <a:cubicBezTo>
                    <a:pt x="10" y="34"/>
                    <a:pt x="12" y="35"/>
                    <a:pt x="13" y="35"/>
                  </a:cubicBezTo>
                  <a:cubicBezTo>
                    <a:pt x="14" y="35"/>
                    <a:pt x="15" y="35"/>
                    <a:pt x="16" y="36"/>
                  </a:cubicBezTo>
                  <a:cubicBezTo>
                    <a:pt x="17" y="36"/>
                    <a:pt x="18" y="38"/>
                    <a:pt x="19" y="38"/>
                  </a:cubicBezTo>
                  <a:cubicBezTo>
                    <a:pt x="20" y="39"/>
                    <a:pt x="23" y="39"/>
                    <a:pt x="24" y="38"/>
                  </a:cubicBezTo>
                  <a:cubicBezTo>
                    <a:pt x="25" y="38"/>
                    <a:pt x="26" y="36"/>
                    <a:pt x="27" y="36"/>
                  </a:cubicBezTo>
                  <a:cubicBezTo>
                    <a:pt x="27" y="35"/>
                    <a:pt x="29" y="32"/>
                    <a:pt x="29" y="31"/>
                  </a:cubicBezTo>
                  <a:cubicBezTo>
                    <a:pt x="30" y="29"/>
                    <a:pt x="29" y="26"/>
                    <a:pt x="29" y="25"/>
                  </a:cubicBezTo>
                  <a:cubicBezTo>
                    <a:pt x="30" y="24"/>
                    <a:pt x="31" y="22"/>
                    <a:pt x="32" y="21"/>
                  </a:cubicBezTo>
                  <a:cubicBezTo>
                    <a:pt x="33" y="21"/>
                    <a:pt x="36" y="20"/>
                    <a:pt x="37" y="20"/>
                  </a:cubicBezTo>
                  <a:cubicBezTo>
                    <a:pt x="37" y="21"/>
                    <a:pt x="39" y="22"/>
                    <a:pt x="39" y="22"/>
                  </a:cubicBezTo>
                  <a:cubicBezTo>
                    <a:pt x="40" y="23"/>
                    <a:pt x="42" y="24"/>
                    <a:pt x="44" y="24"/>
                  </a:cubicBezTo>
                  <a:cubicBezTo>
                    <a:pt x="45" y="25"/>
                    <a:pt x="49" y="23"/>
                    <a:pt x="50" y="22"/>
                  </a:cubicBezTo>
                  <a:cubicBezTo>
                    <a:pt x="51" y="22"/>
                    <a:pt x="52" y="19"/>
                    <a:pt x="53" y="18"/>
                  </a:cubicBezTo>
                  <a:cubicBezTo>
                    <a:pt x="54" y="18"/>
                    <a:pt x="55" y="18"/>
                    <a:pt x="56" y="17"/>
                  </a:cubicBezTo>
                  <a:cubicBezTo>
                    <a:pt x="57" y="17"/>
                    <a:pt x="59" y="15"/>
                    <a:pt x="60" y="15"/>
                  </a:cubicBezTo>
                  <a:cubicBezTo>
                    <a:pt x="61" y="14"/>
                    <a:pt x="64" y="15"/>
                    <a:pt x="65" y="15"/>
                  </a:cubicBezTo>
                  <a:cubicBezTo>
                    <a:pt x="66" y="15"/>
                    <a:pt x="69" y="15"/>
                    <a:pt x="70" y="14"/>
                  </a:cubicBezTo>
                  <a:cubicBezTo>
                    <a:pt x="70" y="13"/>
                    <a:pt x="71" y="12"/>
                    <a:pt x="71" y="11"/>
                  </a:cubicBezTo>
                  <a:cubicBezTo>
                    <a:pt x="71" y="10"/>
                    <a:pt x="70" y="8"/>
                    <a:pt x="71" y="7"/>
                  </a:cubicBezTo>
                  <a:cubicBezTo>
                    <a:pt x="71" y="6"/>
                    <a:pt x="73" y="6"/>
                    <a:pt x="74" y="6"/>
                  </a:cubicBezTo>
                  <a:cubicBezTo>
                    <a:pt x="75" y="6"/>
                    <a:pt x="77" y="4"/>
                    <a:pt x="77" y="4"/>
                  </a:cubicBezTo>
                  <a:cubicBezTo>
                    <a:pt x="78" y="3"/>
                    <a:pt x="79" y="2"/>
                    <a:pt x="79" y="1"/>
                  </a:cubicBezTo>
                  <a:cubicBezTo>
                    <a:pt x="81" y="2"/>
                    <a:pt x="83" y="4"/>
                    <a:pt x="85" y="4"/>
                  </a:cubicBezTo>
                  <a:cubicBezTo>
                    <a:pt x="88" y="5"/>
                    <a:pt x="94" y="5"/>
                    <a:pt x="98" y="6"/>
                  </a:cubicBezTo>
                  <a:cubicBezTo>
                    <a:pt x="99" y="6"/>
                    <a:pt x="101" y="8"/>
                    <a:pt x="103" y="8"/>
                  </a:cubicBezTo>
                  <a:cubicBezTo>
                    <a:pt x="104" y="8"/>
                    <a:pt x="106" y="6"/>
                    <a:pt x="107" y="6"/>
                  </a:cubicBezTo>
                  <a:cubicBezTo>
                    <a:pt x="108" y="5"/>
                    <a:pt x="108" y="2"/>
                    <a:pt x="109" y="1"/>
                  </a:cubicBezTo>
                  <a:cubicBezTo>
                    <a:pt x="110" y="1"/>
                    <a:pt x="111" y="0"/>
                    <a:pt x="112" y="0"/>
                  </a:cubicBezTo>
                  <a:cubicBezTo>
                    <a:pt x="113" y="0"/>
                    <a:pt x="115" y="1"/>
                    <a:pt x="116" y="2"/>
                  </a:cubicBezTo>
                  <a:cubicBezTo>
                    <a:pt x="116" y="2"/>
                    <a:pt x="118" y="4"/>
                    <a:pt x="118" y="5"/>
                  </a:cubicBezTo>
                  <a:cubicBezTo>
                    <a:pt x="118" y="6"/>
                    <a:pt x="117" y="7"/>
                    <a:pt x="117" y="8"/>
                  </a:cubicBezTo>
                  <a:cubicBezTo>
                    <a:pt x="116" y="9"/>
                    <a:pt x="117" y="11"/>
                    <a:pt x="118" y="12"/>
                  </a:cubicBezTo>
                  <a:cubicBezTo>
                    <a:pt x="118" y="13"/>
                    <a:pt x="121" y="12"/>
                    <a:pt x="122" y="12"/>
                  </a:cubicBezTo>
                  <a:cubicBezTo>
                    <a:pt x="123" y="13"/>
                    <a:pt x="127" y="12"/>
                    <a:pt x="128" y="12"/>
                  </a:cubicBezTo>
                  <a:cubicBezTo>
                    <a:pt x="129" y="13"/>
                    <a:pt x="131" y="14"/>
                    <a:pt x="133" y="14"/>
                  </a:cubicBezTo>
                  <a:cubicBezTo>
                    <a:pt x="134" y="14"/>
                    <a:pt x="136" y="13"/>
                    <a:pt x="137" y="13"/>
                  </a:cubicBezTo>
                  <a:cubicBezTo>
                    <a:pt x="138" y="12"/>
                    <a:pt x="141" y="12"/>
                    <a:pt x="143" y="12"/>
                  </a:cubicBezTo>
                  <a:cubicBezTo>
                    <a:pt x="144" y="12"/>
                    <a:pt x="147" y="13"/>
                    <a:pt x="149" y="13"/>
                  </a:cubicBezTo>
                  <a:cubicBezTo>
                    <a:pt x="150" y="13"/>
                    <a:pt x="153" y="12"/>
                    <a:pt x="155" y="12"/>
                  </a:cubicBezTo>
                  <a:cubicBezTo>
                    <a:pt x="156" y="11"/>
                    <a:pt x="159" y="12"/>
                    <a:pt x="160" y="12"/>
                  </a:cubicBezTo>
                  <a:cubicBezTo>
                    <a:pt x="162" y="12"/>
                    <a:pt x="166" y="13"/>
                    <a:pt x="167" y="13"/>
                  </a:cubicBezTo>
                  <a:cubicBezTo>
                    <a:pt x="168" y="13"/>
                    <a:pt x="171" y="14"/>
                    <a:pt x="172" y="14"/>
                  </a:cubicBezTo>
                  <a:cubicBezTo>
                    <a:pt x="173" y="14"/>
                    <a:pt x="176" y="12"/>
                    <a:pt x="177" y="12"/>
                  </a:cubicBezTo>
                  <a:cubicBezTo>
                    <a:pt x="178" y="12"/>
                    <a:pt x="180" y="12"/>
                    <a:pt x="181" y="12"/>
                  </a:cubicBezTo>
                  <a:cubicBezTo>
                    <a:pt x="183" y="12"/>
                    <a:pt x="186" y="12"/>
                    <a:pt x="188" y="12"/>
                  </a:cubicBezTo>
                  <a:cubicBezTo>
                    <a:pt x="190" y="12"/>
                    <a:pt x="193" y="12"/>
                    <a:pt x="194" y="12"/>
                  </a:cubicBezTo>
                  <a:cubicBezTo>
                    <a:pt x="195" y="13"/>
                    <a:pt x="198" y="13"/>
                    <a:pt x="198" y="14"/>
                  </a:cubicBezTo>
                  <a:cubicBezTo>
                    <a:pt x="199" y="15"/>
                    <a:pt x="198" y="17"/>
                    <a:pt x="198" y="18"/>
                  </a:cubicBezTo>
                  <a:cubicBezTo>
                    <a:pt x="198" y="19"/>
                    <a:pt x="198" y="21"/>
                    <a:pt x="198" y="22"/>
                  </a:cubicBezTo>
                  <a:cubicBezTo>
                    <a:pt x="197" y="23"/>
                    <a:pt x="196" y="23"/>
                    <a:pt x="195" y="24"/>
                  </a:cubicBezTo>
                  <a:cubicBezTo>
                    <a:pt x="195" y="25"/>
                    <a:pt x="195" y="27"/>
                    <a:pt x="195" y="28"/>
                  </a:cubicBezTo>
                  <a:cubicBezTo>
                    <a:pt x="195" y="29"/>
                    <a:pt x="196" y="32"/>
                    <a:pt x="196" y="32"/>
                  </a:cubicBezTo>
                  <a:cubicBezTo>
                    <a:pt x="197" y="33"/>
                    <a:pt x="199" y="33"/>
                    <a:pt x="200" y="33"/>
                  </a:cubicBezTo>
                  <a:cubicBezTo>
                    <a:pt x="201" y="33"/>
                    <a:pt x="203" y="32"/>
                    <a:pt x="204" y="32"/>
                  </a:cubicBezTo>
                  <a:cubicBezTo>
                    <a:pt x="205" y="31"/>
                    <a:pt x="205" y="27"/>
                    <a:pt x="205" y="26"/>
                  </a:cubicBezTo>
                  <a:cubicBezTo>
                    <a:pt x="206" y="25"/>
                    <a:pt x="207" y="23"/>
                    <a:pt x="208" y="22"/>
                  </a:cubicBezTo>
                  <a:cubicBezTo>
                    <a:pt x="209" y="22"/>
                    <a:pt x="211" y="22"/>
                    <a:pt x="212" y="22"/>
                  </a:cubicBezTo>
                  <a:cubicBezTo>
                    <a:pt x="214" y="22"/>
                    <a:pt x="216" y="22"/>
                    <a:pt x="218" y="22"/>
                  </a:cubicBezTo>
                  <a:cubicBezTo>
                    <a:pt x="219" y="22"/>
                    <a:pt x="221" y="24"/>
                    <a:pt x="222" y="25"/>
                  </a:cubicBezTo>
                  <a:cubicBezTo>
                    <a:pt x="223" y="25"/>
                    <a:pt x="225" y="25"/>
                    <a:pt x="227" y="25"/>
                  </a:cubicBezTo>
                  <a:cubicBezTo>
                    <a:pt x="228" y="25"/>
                    <a:pt x="230" y="23"/>
                    <a:pt x="232" y="22"/>
                  </a:cubicBezTo>
                  <a:cubicBezTo>
                    <a:pt x="233" y="22"/>
                    <a:pt x="234" y="19"/>
                    <a:pt x="236" y="18"/>
                  </a:cubicBezTo>
                  <a:cubicBezTo>
                    <a:pt x="237" y="18"/>
                    <a:pt x="241" y="17"/>
                    <a:pt x="243" y="17"/>
                  </a:cubicBezTo>
                  <a:cubicBezTo>
                    <a:pt x="244" y="17"/>
                    <a:pt x="247" y="17"/>
                    <a:pt x="248" y="18"/>
                  </a:cubicBezTo>
                  <a:cubicBezTo>
                    <a:pt x="250" y="19"/>
                    <a:pt x="253" y="22"/>
                    <a:pt x="254" y="24"/>
                  </a:cubicBezTo>
                  <a:cubicBezTo>
                    <a:pt x="254" y="25"/>
                    <a:pt x="254" y="27"/>
                    <a:pt x="254" y="28"/>
                  </a:cubicBezTo>
                  <a:cubicBezTo>
                    <a:pt x="255" y="29"/>
                    <a:pt x="258" y="31"/>
                    <a:pt x="259" y="32"/>
                  </a:cubicBezTo>
                  <a:cubicBezTo>
                    <a:pt x="260" y="32"/>
                    <a:pt x="263" y="32"/>
                    <a:pt x="264" y="32"/>
                  </a:cubicBezTo>
                  <a:cubicBezTo>
                    <a:pt x="265" y="33"/>
                    <a:pt x="266" y="33"/>
                    <a:pt x="266" y="34"/>
                  </a:cubicBezTo>
                  <a:cubicBezTo>
                    <a:pt x="267" y="34"/>
                    <a:pt x="267" y="36"/>
                    <a:pt x="267" y="37"/>
                  </a:cubicBezTo>
                  <a:cubicBezTo>
                    <a:pt x="267" y="38"/>
                    <a:pt x="267" y="40"/>
                    <a:pt x="266" y="41"/>
                  </a:cubicBezTo>
                  <a:cubicBezTo>
                    <a:pt x="265" y="41"/>
                    <a:pt x="263" y="41"/>
                    <a:pt x="261" y="41"/>
                  </a:cubicBezTo>
                  <a:cubicBezTo>
                    <a:pt x="260" y="41"/>
                    <a:pt x="257" y="39"/>
                    <a:pt x="256" y="39"/>
                  </a:cubicBezTo>
                  <a:cubicBezTo>
                    <a:pt x="255" y="40"/>
                    <a:pt x="254" y="41"/>
                    <a:pt x="254" y="42"/>
                  </a:cubicBezTo>
                  <a:cubicBezTo>
                    <a:pt x="253" y="43"/>
                    <a:pt x="254" y="44"/>
                    <a:pt x="254" y="45"/>
                  </a:cubicBezTo>
                  <a:cubicBezTo>
                    <a:pt x="254" y="45"/>
                    <a:pt x="255" y="46"/>
                    <a:pt x="256" y="46"/>
                  </a:cubicBezTo>
                  <a:cubicBezTo>
                    <a:pt x="256" y="47"/>
                    <a:pt x="256" y="48"/>
                    <a:pt x="256" y="49"/>
                  </a:cubicBezTo>
                  <a:cubicBezTo>
                    <a:pt x="256" y="50"/>
                    <a:pt x="255" y="52"/>
                    <a:pt x="255" y="53"/>
                  </a:cubicBezTo>
                  <a:cubicBezTo>
                    <a:pt x="255" y="54"/>
                    <a:pt x="255" y="56"/>
                    <a:pt x="256" y="57"/>
                  </a:cubicBezTo>
                  <a:cubicBezTo>
                    <a:pt x="257" y="57"/>
                    <a:pt x="260" y="57"/>
                    <a:pt x="261" y="57"/>
                  </a:cubicBezTo>
                  <a:cubicBezTo>
                    <a:pt x="262" y="56"/>
                    <a:pt x="261" y="54"/>
                    <a:pt x="261" y="53"/>
                  </a:cubicBezTo>
                  <a:cubicBezTo>
                    <a:pt x="261" y="52"/>
                    <a:pt x="260" y="50"/>
                    <a:pt x="260" y="49"/>
                  </a:cubicBezTo>
                  <a:cubicBezTo>
                    <a:pt x="260" y="48"/>
                    <a:pt x="261" y="46"/>
                    <a:pt x="262" y="46"/>
                  </a:cubicBezTo>
                  <a:cubicBezTo>
                    <a:pt x="263" y="46"/>
                    <a:pt x="264" y="46"/>
                    <a:pt x="264" y="46"/>
                  </a:cubicBezTo>
                  <a:cubicBezTo>
                    <a:pt x="265" y="46"/>
                    <a:pt x="265" y="49"/>
                    <a:pt x="265" y="49"/>
                  </a:cubicBezTo>
                  <a:cubicBezTo>
                    <a:pt x="266" y="50"/>
                    <a:pt x="269" y="52"/>
                    <a:pt x="270" y="52"/>
                  </a:cubicBezTo>
                  <a:cubicBezTo>
                    <a:pt x="272" y="52"/>
                    <a:pt x="274" y="51"/>
                    <a:pt x="275" y="51"/>
                  </a:cubicBezTo>
                  <a:cubicBezTo>
                    <a:pt x="276" y="51"/>
                    <a:pt x="278" y="52"/>
                    <a:pt x="279" y="53"/>
                  </a:cubicBezTo>
                  <a:cubicBezTo>
                    <a:pt x="280" y="54"/>
                    <a:pt x="282" y="57"/>
                    <a:pt x="284" y="58"/>
                  </a:cubicBezTo>
                  <a:cubicBezTo>
                    <a:pt x="285" y="59"/>
                    <a:pt x="288" y="59"/>
                    <a:pt x="289" y="59"/>
                  </a:cubicBezTo>
                  <a:cubicBezTo>
                    <a:pt x="290" y="59"/>
                    <a:pt x="294" y="60"/>
                    <a:pt x="295" y="61"/>
                  </a:cubicBezTo>
                  <a:cubicBezTo>
                    <a:pt x="296" y="62"/>
                    <a:pt x="298" y="64"/>
                    <a:pt x="299" y="66"/>
                  </a:cubicBezTo>
                  <a:cubicBezTo>
                    <a:pt x="300" y="67"/>
                    <a:pt x="301" y="71"/>
                    <a:pt x="303" y="72"/>
                  </a:cubicBezTo>
                  <a:cubicBezTo>
                    <a:pt x="304" y="74"/>
                    <a:pt x="307" y="76"/>
                    <a:pt x="309" y="7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0"/>
            <p:cNvSpPr>
              <a:spLocks noEditPoints="1"/>
            </p:cNvSpPr>
            <p:nvPr/>
          </p:nvSpPr>
          <p:spPr bwMode="auto">
            <a:xfrm>
              <a:off x="2763838" y="1533525"/>
              <a:ext cx="542925" cy="455613"/>
            </a:xfrm>
            <a:custGeom>
              <a:avLst/>
              <a:gdLst/>
              <a:ahLst/>
              <a:cxnLst>
                <a:cxn ang="0">
                  <a:pos x="49" y="178"/>
                </a:cxn>
                <a:cxn ang="0">
                  <a:pos x="36" y="159"/>
                </a:cxn>
                <a:cxn ang="0">
                  <a:pos x="26" y="146"/>
                </a:cxn>
                <a:cxn ang="0">
                  <a:pos x="31" y="130"/>
                </a:cxn>
                <a:cxn ang="0">
                  <a:pos x="13" y="137"/>
                </a:cxn>
                <a:cxn ang="0">
                  <a:pos x="7" y="117"/>
                </a:cxn>
                <a:cxn ang="0">
                  <a:pos x="30" y="108"/>
                </a:cxn>
                <a:cxn ang="0">
                  <a:pos x="54" y="124"/>
                </a:cxn>
                <a:cxn ang="0">
                  <a:pos x="60" y="114"/>
                </a:cxn>
                <a:cxn ang="0">
                  <a:pos x="44" y="96"/>
                </a:cxn>
                <a:cxn ang="0">
                  <a:pos x="42" y="76"/>
                </a:cxn>
                <a:cxn ang="0">
                  <a:pos x="49" y="59"/>
                </a:cxn>
                <a:cxn ang="0">
                  <a:pos x="34" y="45"/>
                </a:cxn>
                <a:cxn ang="0">
                  <a:pos x="4" y="48"/>
                </a:cxn>
                <a:cxn ang="0">
                  <a:pos x="3" y="25"/>
                </a:cxn>
                <a:cxn ang="0">
                  <a:pos x="28" y="17"/>
                </a:cxn>
                <a:cxn ang="0">
                  <a:pos x="46" y="21"/>
                </a:cxn>
                <a:cxn ang="0">
                  <a:pos x="59" y="12"/>
                </a:cxn>
                <a:cxn ang="0">
                  <a:pos x="76" y="18"/>
                </a:cxn>
                <a:cxn ang="0">
                  <a:pos x="82" y="12"/>
                </a:cxn>
                <a:cxn ang="0">
                  <a:pos x="103" y="1"/>
                </a:cxn>
                <a:cxn ang="0">
                  <a:pos x="138" y="6"/>
                </a:cxn>
                <a:cxn ang="0">
                  <a:pos x="147" y="20"/>
                </a:cxn>
                <a:cxn ang="0">
                  <a:pos x="164" y="29"/>
                </a:cxn>
                <a:cxn ang="0">
                  <a:pos x="179" y="42"/>
                </a:cxn>
                <a:cxn ang="0">
                  <a:pos x="199" y="60"/>
                </a:cxn>
                <a:cxn ang="0">
                  <a:pos x="225" y="70"/>
                </a:cxn>
                <a:cxn ang="0">
                  <a:pos x="275" y="70"/>
                </a:cxn>
                <a:cxn ang="0">
                  <a:pos x="301" y="68"/>
                </a:cxn>
                <a:cxn ang="0">
                  <a:pos x="304" y="83"/>
                </a:cxn>
                <a:cxn ang="0">
                  <a:pos x="291" y="95"/>
                </a:cxn>
                <a:cxn ang="0">
                  <a:pos x="269" y="106"/>
                </a:cxn>
                <a:cxn ang="0">
                  <a:pos x="261" y="128"/>
                </a:cxn>
                <a:cxn ang="0">
                  <a:pos x="234" y="143"/>
                </a:cxn>
                <a:cxn ang="0">
                  <a:pos x="210" y="158"/>
                </a:cxn>
                <a:cxn ang="0">
                  <a:pos x="192" y="161"/>
                </a:cxn>
                <a:cxn ang="0">
                  <a:pos x="176" y="190"/>
                </a:cxn>
                <a:cxn ang="0">
                  <a:pos x="165" y="204"/>
                </a:cxn>
                <a:cxn ang="0">
                  <a:pos x="159" y="223"/>
                </a:cxn>
                <a:cxn ang="0">
                  <a:pos x="146" y="213"/>
                </a:cxn>
                <a:cxn ang="0">
                  <a:pos x="127" y="226"/>
                </a:cxn>
                <a:cxn ang="0">
                  <a:pos x="141" y="229"/>
                </a:cxn>
                <a:cxn ang="0">
                  <a:pos x="138" y="250"/>
                </a:cxn>
                <a:cxn ang="0">
                  <a:pos x="125" y="250"/>
                </a:cxn>
                <a:cxn ang="0">
                  <a:pos x="103" y="248"/>
                </a:cxn>
                <a:cxn ang="0">
                  <a:pos x="88" y="236"/>
                </a:cxn>
                <a:cxn ang="0">
                  <a:pos x="91" y="224"/>
                </a:cxn>
                <a:cxn ang="0">
                  <a:pos x="86" y="208"/>
                </a:cxn>
                <a:cxn ang="0">
                  <a:pos x="74" y="217"/>
                </a:cxn>
                <a:cxn ang="0">
                  <a:pos x="67" y="205"/>
                </a:cxn>
                <a:cxn ang="0">
                  <a:pos x="125" y="202"/>
                </a:cxn>
                <a:cxn ang="0">
                  <a:pos x="122" y="190"/>
                </a:cxn>
                <a:cxn ang="0">
                  <a:pos x="112" y="174"/>
                </a:cxn>
                <a:cxn ang="0">
                  <a:pos x="87" y="163"/>
                </a:cxn>
                <a:cxn ang="0">
                  <a:pos x="74" y="177"/>
                </a:cxn>
                <a:cxn ang="0">
                  <a:pos x="96" y="199"/>
                </a:cxn>
                <a:cxn ang="0">
                  <a:pos x="119" y="208"/>
                </a:cxn>
              </a:cxnLst>
              <a:rect l="0" t="0" r="r" b="b"/>
              <a:pathLst>
                <a:path w="305" h="256">
                  <a:moveTo>
                    <a:pt x="66" y="197"/>
                  </a:moveTo>
                  <a:cubicBezTo>
                    <a:pt x="66" y="196"/>
                    <a:pt x="66" y="195"/>
                    <a:pt x="65" y="195"/>
                  </a:cubicBezTo>
                  <a:cubicBezTo>
                    <a:pt x="64" y="193"/>
                    <a:pt x="60" y="192"/>
                    <a:pt x="59" y="190"/>
                  </a:cubicBezTo>
                  <a:cubicBezTo>
                    <a:pt x="59" y="189"/>
                    <a:pt x="59" y="186"/>
                    <a:pt x="58" y="185"/>
                  </a:cubicBezTo>
                  <a:cubicBezTo>
                    <a:pt x="57" y="182"/>
                    <a:pt x="50" y="180"/>
                    <a:pt x="49" y="178"/>
                  </a:cubicBezTo>
                  <a:cubicBezTo>
                    <a:pt x="48" y="177"/>
                    <a:pt x="48" y="174"/>
                    <a:pt x="48" y="172"/>
                  </a:cubicBezTo>
                  <a:cubicBezTo>
                    <a:pt x="47" y="171"/>
                    <a:pt x="46" y="169"/>
                    <a:pt x="46" y="168"/>
                  </a:cubicBezTo>
                  <a:cubicBezTo>
                    <a:pt x="45" y="167"/>
                    <a:pt x="43" y="167"/>
                    <a:pt x="42" y="167"/>
                  </a:cubicBezTo>
                  <a:cubicBezTo>
                    <a:pt x="41" y="166"/>
                    <a:pt x="39" y="164"/>
                    <a:pt x="38" y="164"/>
                  </a:cubicBezTo>
                  <a:cubicBezTo>
                    <a:pt x="37" y="162"/>
                    <a:pt x="37" y="160"/>
                    <a:pt x="36" y="159"/>
                  </a:cubicBezTo>
                  <a:cubicBezTo>
                    <a:pt x="35" y="158"/>
                    <a:pt x="34" y="158"/>
                    <a:pt x="33" y="157"/>
                  </a:cubicBezTo>
                  <a:cubicBezTo>
                    <a:pt x="31" y="157"/>
                    <a:pt x="28" y="158"/>
                    <a:pt x="27" y="157"/>
                  </a:cubicBezTo>
                  <a:cubicBezTo>
                    <a:pt x="26" y="156"/>
                    <a:pt x="28" y="153"/>
                    <a:pt x="29" y="151"/>
                  </a:cubicBezTo>
                  <a:cubicBezTo>
                    <a:pt x="29" y="150"/>
                    <a:pt x="29" y="149"/>
                    <a:pt x="29" y="148"/>
                  </a:cubicBezTo>
                  <a:cubicBezTo>
                    <a:pt x="28" y="147"/>
                    <a:pt x="27" y="146"/>
                    <a:pt x="26" y="146"/>
                  </a:cubicBezTo>
                  <a:cubicBezTo>
                    <a:pt x="25" y="145"/>
                    <a:pt x="22" y="144"/>
                    <a:pt x="22" y="142"/>
                  </a:cubicBezTo>
                  <a:cubicBezTo>
                    <a:pt x="21" y="141"/>
                    <a:pt x="22" y="140"/>
                    <a:pt x="23" y="139"/>
                  </a:cubicBezTo>
                  <a:cubicBezTo>
                    <a:pt x="24" y="138"/>
                    <a:pt x="25" y="137"/>
                    <a:pt x="26" y="136"/>
                  </a:cubicBezTo>
                  <a:cubicBezTo>
                    <a:pt x="28" y="136"/>
                    <a:pt x="31" y="136"/>
                    <a:pt x="32" y="135"/>
                  </a:cubicBezTo>
                  <a:cubicBezTo>
                    <a:pt x="33" y="134"/>
                    <a:pt x="32" y="131"/>
                    <a:pt x="31" y="130"/>
                  </a:cubicBezTo>
                  <a:cubicBezTo>
                    <a:pt x="30" y="129"/>
                    <a:pt x="28" y="129"/>
                    <a:pt x="26" y="128"/>
                  </a:cubicBezTo>
                  <a:cubicBezTo>
                    <a:pt x="25" y="128"/>
                    <a:pt x="22" y="127"/>
                    <a:pt x="21" y="128"/>
                  </a:cubicBezTo>
                  <a:cubicBezTo>
                    <a:pt x="20" y="128"/>
                    <a:pt x="19" y="129"/>
                    <a:pt x="18" y="130"/>
                  </a:cubicBezTo>
                  <a:cubicBezTo>
                    <a:pt x="17" y="131"/>
                    <a:pt x="17" y="134"/>
                    <a:pt x="16" y="135"/>
                  </a:cubicBezTo>
                  <a:cubicBezTo>
                    <a:pt x="16" y="136"/>
                    <a:pt x="14" y="137"/>
                    <a:pt x="13" y="137"/>
                  </a:cubicBezTo>
                  <a:cubicBezTo>
                    <a:pt x="13" y="137"/>
                    <a:pt x="12" y="135"/>
                    <a:pt x="11" y="135"/>
                  </a:cubicBezTo>
                  <a:cubicBezTo>
                    <a:pt x="11" y="134"/>
                    <a:pt x="12" y="132"/>
                    <a:pt x="12" y="131"/>
                  </a:cubicBezTo>
                  <a:cubicBezTo>
                    <a:pt x="11" y="129"/>
                    <a:pt x="8" y="127"/>
                    <a:pt x="7" y="126"/>
                  </a:cubicBezTo>
                  <a:cubicBezTo>
                    <a:pt x="7" y="125"/>
                    <a:pt x="6" y="124"/>
                    <a:pt x="5" y="123"/>
                  </a:cubicBezTo>
                  <a:cubicBezTo>
                    <a:pt x="5" y="121"/>
                    <a:pt x="6" y="118"/>
                    <a:pt x="7" y="117"/>
                  </a:cubicBezTo>
                  <a:cubicBezTo>
                    <a:pt x="7" y="115"/>
                    <a:pt x="8" y="111"/>
                    <a:pt x="9" y="110"/>
                  </a:cubicBezTo>
                  <a:cubicBezTo>
                    <a:pt x="10" y="109"/>
                    <a:pt x="14" y="110"/>
                    <a:pt x="15" y="110"/>
                  </a:cubicBezTo>
                  <a:cubicBezTo>
                    <a:pt x="16" y="109"/>
                    <a:pt x="16" y="106"/>
                    <a:pt x="17" y="106"/>
                  </a:cubicBezTo>
                  <a:cubicBezTo>
                    <a:pt x="18" y="105"/>
                    <a:pt x="20" y="104"/>
                    <a:pt x="22" y="104"/>
                  </a:cubicBezTo>
                  <a:cubicBezTo>
                    <a:pt x="24" y="104"/>
                    <a:pt x="29" y="106"/>
                    <a:pt x="30" y="108"/>
                  </a:cubicBezTo>
                  <a:cubicBezTo>
                    <a:pt x="32" y="109"/>
                    <a:pt x="33" y="112"/>
                    <a:pt x="34" y="114"/>
                  </a:cubicBezTo>
                  <a:cubicBezTo>
                    <a:pt x="35" y="115"/>
                    <a:pt x="36" y="119"/>
                    <a:pt x="37" y="121"/>
                  </a:cubicBezTo>
                  <a:cubicBezTo>
                    <a:pt x="38" y="122"/>
                    <a:pt x="41" y="123"/>
                    <a:pt x="43" y="123"/>
                  </a:cubicBezTo>
                  <a:cubicBezTo>
                    <a:pt x="45" y="123"/>
                    <a:pt x="48" y="123"/>
                    <a:pt x="50" y="123"/>
                  </a:cubicBezTo>
                  <a:cubicBezTo>
                    <a:pt x="51" y="123"/>
                    <a:pt x="53" y="124"/>
                    <a:pt x="54" y="124"/>
                  </a:cubicBezTo>
                  <a:cubicBezTo>
                    <a:pt x="55" y="124"/>
                    <a:pt x="56" y="122"/>
                    <a:pt x="56" y="122"/>
                  </a:cubicBezTo>
                  <a:cubicBezTo>
                    <a:pt x="57" y="121"/>
                    <a:pt x="59" y="122"/>
                    <a:pt x="60" y="122"/>
                  </a:cubicBezTo>
                  <a:cubicBezTo>
                    <a:pt x="61" y="122"/>
                    <a:pt x="63" y="121"/>
                    <a:pt x="64" y="120"/>
                  </a:cubicBezTo>
                  <a:cubicBezTo>
                    <a:pt x="65" y="118"/>
                    <a:pt x="65" y="115"/>
                    <a:pt x="64" y="114"/>
                  </a:cubicBezTo>
                  <a:cubicBezTo>
                    <a:pt x="63" y="113"/>
                    <a:pt x="61" y="114"/>
                    <a:pt x="60" y="114"/>
                  </a:cubicBezTo>
                  <a:cubicBezTo>
                    <a:pt x="58" y="113"/>
                    <a:pt x="55" y="108"/>
                    <a:pt x="54" y="106"/>
                  </a:cubicBezTo>
                  <a:cubicBezTo>
                    <a:pt x="54" y="105"/>
                    <a:pt x="54" y="102"/>
                    <a:pt x="54" y="101"/>
                  </a:cubicBezTo>
                  <a:cubicBezTo>
                    <a:pt x="53" y="100"/>
                    <a:pt x="52" y="97"/>
                    <a:pt x="51" y="97"/>
                  </a:cubicBezTo>
                  <a:cubicBezTo>
                    <a:pt x="50" y="97"/>
                    <a:pt x="49" y="97"/>
                    <a:pt x="48" y="97"/>
                  </a:cubicBezTo>
                  <a:cubicBezTo>
                    <a:pt x="47" y="97"/>
                    <a:pt x="45" y="96"/>
                    <a:pt x="44" y="96"/>
                  </a:cubicBezTo>
                  <a:cubicBezTo>
                    <a:pt x="43" y="95"/>
                    <a:pt x="44" y="91"/>
                    <a:pt x="43" y="91"/>
                  </a:cubicBezTo>
                  <a:cubicBezTo>
                    <a:pt x="42" y="90"/>
                    <a:pt x="39" y="91"/>
                    <a:pt x="38" y="90"/>
                  </a:cubicBezTo>
                  <a:cubicBezTo>
                    <a:pt x="38" y="89"/>
                    <a:pt x="38" y="87"/>
                    <a:pt x="38" y="87"/>
                  </a:cubicBezTo>
                  <a:cubicBezTo>
                    <a:pt x="39" y="86"/>
                    <a:pt x="42" y="86"/>
                    <a:pt x="42" y="85"/>
                  </a:cubicBezTo>
                  <a:cubicBezTo>
                    <a:pt x="44" y="83"/>
                    <a:pt x="41" y="78"/>
                    <a:pt x="42" y="76"/>
                  </a:cubicBezTo>
                  <a:cubicBezTo>
                    <a:pt x="42" y="75"/>
                    <a:pt x="44" y="72"/>
                    <a:pt x="46" y="71"/>
                  </a:cubicBezTo>
                  <a:cubicBezTo>
                    <a:pt x="46" y="71"/>
                    <a:pt x="48" y="72"/>
                    <a:pt x="49" y="71"/>
                  </a:cubicBezTo>
                  <a:cubicBezTo>
                    <a:pt x="50" y="70"/>
                    <a:pt x="49" y="67"/>
                    <a:pt x="49" y="66"/>
                  </a:cubicBezTo>
                  <a:cubicBezTo>
                    <a:pt x="48" y="65"/>
                    <a:pt x="46" y="63"/>
                    <a:pt x="46" y="62"/>
                  </a:cubicBezTo>
                  <a:cubicBezTo>
                    <a:pt x="46" y="61"/>
                    <a:pt x="48" y="60"/>
                    <a:pt x="49" y="59"/>
                  </a:cubicBezTo>
                  <a:cubicBezTo>
                    <a:pt x="50" y="59"/>
                    <a:pt x="51" y="59"/>
                    <a:pt x="52" y="59"/>
                  </a:cubicBezTo>
                  <a:cubicBezTo>
                    <a:pt x="52" y="59"/>
                    <a:pt x="53" y="57"/>
                    <a:pt x="53" y="57"/>
                  </a:cubicBezTo>
                  <a:cubicBezTo>
                    <a:pt x="52" y="55"/>
                    <a:pt x="49" y="53"/>
                    <a:pt x="47" y="51"/>
                  </a:cubicBezTo>
                  <a:cubicBezTo>
                    <a:pt x="46" y="50"/>
                    <a:pt x="43" y="47"/>
                    <a:pt x="41" y="47"/>
                  </a:cubicBezTo>
                  <a:cubicBezTo>
                    <a:pt x="40" y="46"/>
                    <a:pt x="36" y="46"/>
                    <a:pt x="34" y="45"/>
                  </a:cubicBezTo>
                  <a:cubicBezTo>
                    <a:pt x="33" y="45"/>
                    <a:pt x="31" y="42"/>
                    <a:pt x="29" y="42"/>
                  </a:cubicBezTo>
                  <a:cubicBezTo>
                    <a:pt x="27" y="41"/>
                    <a:pt x="24" y="43"/>
                    <a:pt x="22" y="43"/>
                  </a:cubicBezTo>
                  <a:cubicBezTo>
                    <a:pt x="20" y="44"/>
                    <a:pt x="17" y="45"/>
                    <a:pt x="15" y="45"/>
                  </a:cubicBezTo>
                  <a:cubicBezTo>
                    <a:pt x="14" y="46"/>
                    <a:pt x="11" y="48"/>
                    <a:pt x="9" y="48"/>
                  </a:cubicBezTo>
                  <a:cubicBezTo>
                    <a:pt x="8" y="48"/>
                    <a:pt x="5" y="48"/>
                    <a:pt x="4" y="48"/>
                  </a:cubicBezTo>
                  <a:cubicBezTo>
                    <a:pt x="3" y="48"/>
                    <a:pt x="1" y="48"/>
                    <a:pt x="0" y="49"/>
                  </a:cubicBezTo>
                  <a:cubicBezTo>
                    <a:pt x="0" y="47"/>
                    <a:pt x="0" y="46"/>
                    <a:pt x="0" y="45"/>
                  </a:cubicBezTo>
                  <a:cubicBezTo>
                    <a:pt x="0" y="43"/>
                    <a:pt x="1" y="40"/>
                    <a:pt x="1" y="38"/>
                  </a:cubicBezTo>
                  <a:cubicBezTo>
                    <a:pt x="1" y="36"/>
                    <a:pt x="0" y="33"/>
                    <a:pt x="0" y="31"/>
                  </a:cubicBezTo>
                  <a:cubicBezTo>
                    <a:pt x="0" y="29"/>
                    <a:pt x="2" y="26"/>
                    <a:pt x="3" y="25"/>
                  </a:cubicBezTo>
                  <a:cubicBezTo>
                    <a:pt x="5" y="25"/>
                    <a:pt x="8" y="25"/>
                    <a:pt x="9" y="25"/>
                  </a:cubicBezTo>
                  <a:cubicBezTo>
                    <a:pt x="10" y="24"/>
                    <a:pt x="12" y="22"/>
                    <a:pt x="12" y="21"/>
                  </a:cubicBezTo>
                  <a:cubicBezTo>
                    <a:pt x="13" y="21"/>
                    <a:pt x="15" y="19"/>
                    <a:pt x="17" y="18"/>
                  </a:cubicBezTo>
                  <a:cubicBezTo>
                    <a:pt x="19" y="18"/>
                    <a:pt x="23" y="19"/>
                    <a:pt x="24" y="19"/>
                  </a:cubicBezTo>
                  <a:cubicBezTo>
                    <a:pt x="25" y="19"/>
                    <a:pt x="27" y="17"/>
                    <a:pt x="28" y="17"/>
                  </a:cubicBezTo>
                  <a:cubicBezTo>
                    <a:pt x="29" y="17"/>
                    <a:pt x="32" y="17"/>
                    <a:pt x="33" y="17"/>
                  </a:cubicBezTo>
                  <a:cubicBezTo>
                    <a:pt x="34" y="17"/>
                    <a:pt x="35" y="18"/>
                    <a:pt x="35" y="19"/>
                  </a:cubicBezTo>
                  <a:cubicBezTo>
                    <a:pt x="37" y="19"/>
                    <a:pt x="40" y="19"/>
                    <a:pt x="41" y="19"/>
                  </a:cubicBezTo>
                  <a:cubicBezTo>
                    <a:pt x="42" y="19"/>
                    <a:pt x="45" y="18"/>
                    <a:pt x="45" y="19"/>
                  </a:cubicBezTo>
                  <a:cubicBezTo>
                    <a:pt x="46" y="19"/>
                    <a:pt x="45" y="21"/>
                    <a:pt x="46" y="21"/>
                  </a:cubicBezTo>
                  <a:cubicBezTo>
                    <a:pt x="46" y="22"/>
                    <a:pt x="49" y="23"/>
                    <a:pt x="51" y="23"/>
                  </a:cubicBezTo>
                  <a:cubicBezTo>
                    <a:pt x="52" y="22"/>
                    <a:pt x="54" y="21"/>
                    <a:pt x="55" y="20"/>
                  </a:cubicBezTo>
                  <a:cubicBezTo>
                    <a:pt x="56" y="20"/>
                    <a:pt x="58" y="21"/>
                    <a:pt x="58" y="20"/>
                  </a:cubicBezTo>
                  <a:cubicBezTo>
                    <a:pt x="59" y="19"/>
                    <a:pt x="59" y="18"/>
                    <a:pt x="59" y="17"/>
                  </a:cubicBezTo>
                  <a:cubicBezTo>
                    <a:pt x="59" y="16"/>
                    <a:pt x="59" y="14"/>
                    <a:pt x="59" y="12"/>
                  </a:cubicBezTo>
                  <a:cubicBezTo>
                    <a:pt x="59" y="12"/>
                    <a:pt x="60" y="10"/>
                    <a:pt x="60" y="9"/>
                  </a:cubicBezTo>
                  <a:cubicBezTo>
                    <a:pt x="60" y="9"/>
                    <a:pt x="60" y="9"/>
                    <a:pt x="60" y="9"/>
                  </a:cubicBezTo>
                  <a:cubicBezTo>
                    <a:pt x="62" y="10"/>
                    <a:pt x="65" y="8"/>
                    <a:pt x="67" y="9"/>
                  </a:cubicBezTo>
                  <a:cubicBezTo>
                    <a:pt x="68" y="9"/>
                    <a:pt x="71" y="10"/>
                    <a:pt x="72" y="11"/>
                  </a:cubicBezTo>
                  <a:cubicBezTo>
                    <a:pt x="74" y="13"/>
                    <a:pt x="75" y="16"/>
                    <a:pt x="76" y="18"/>
                  </a:cubicBezTo>
                  <a:cubicBezTo>
                    <a:pt x="76" y="19"/>
                    <a:pt x="77" y="22"/>
                    <a:pt x="78" y="22"/>
                  </a:cubicBezTo>
                  <a:cubicBezTo>
                    <a:pt x="78" y="23"/>
                    <a:pt x="81" y="24"/>
                    <a:pt x="82" y="24"/>
                  </a:cubicBezTo>
                  <a:cubicBezTo>
                    <a:pt x="83" y="24"/>
                    <a:pt x="84" y="21"/>
                    <a:pt x="84" y="20"/>
                  </a:cubicBezTo>
                  <a:cubicBezTo>
                    <a:pt x="84" y="19"/>
                    <a:pt x="82" y="17"/>
                    <a:pt x="82" y="16"/>
                  </a:cubicBezTo>
                  <a:cubicBezTo>
                    <a:pt x="81" y="15"/>
                    <a:pt x="82" y="13"/>
                    <a:pt x="82" y="12"/>
                  </a:cubicBezTo>
                  <a:cubicBezTo>
                    <a:pt x="83" y="11"/>
                    <a:pt x="85" y="9"/>
                    <a:pt x="86" y="8"/>
                  </a:cubicBezTo>
                  <a:cubicBezTo>
                    <a:pt x="87" y="7"/>
                    <a:pt x="90" y="7"/>
                    <a:pt x="91" y="7"/>
                  </a:cubicBezTo>
                  <a:cubicBezTo>
                    <a:pt x="92" y="6"/>
                    <a:pt x="94" y="7"/>
                    <a:pt x="95" y="7"/>
                  </a:cubicBezTo>
                  <a:cubicBezTo>
                    <a:pt x="96" y="7"/>
                    <a:pt x="98" y="6"/>
                    <a:pt x="99" y="6"/>
                  </a:cubicBezTo>
                  <a:cubicBezTo>
                    <a:pt x="100" y="5"/>
                    <a:pt x="102" y="2"/>
                    <a:pt x="103" y="1"/>
                  </a:cubicBezTo>
                  <a:cubicBezTo>
                    <a:pt x="105" y="1"/>
                    <a:pt x="110" y="0"/>
                    <a:pt x="112" y="1"/>
                  </a:cubicBezTo>
                  <a:cubicBezTo>
                    <a:pt x="113" y="1"/>
                    <a:pt x="116" y="2"/>
                    <a:pt x="117" y="3"/>
                  </a:cubicBezTo>
                  <a:cubicBezTo>
                    <a:pt x="118" y="4"/>
                    <a:pt x="121" y="6"/>
                    <a:pt x="122" y="6"/>
                  </a:cubicBezTo>
                  <a:cubicBezTo>
                    <a:pt x="125" y="7"/>
                    <a:pt x="129" y="5"/>
                    <a:pt x="131" y="5"/>
                  </a:cubicBezTo>
                  <a:cubicBezTo>
                    <a:pt x="133" y="5"/>
                    <a:pt x="137" y="4"/>
                    <a:pt x="138" y="6"/>
                  </a:cubicBezTo>
                  <a:cubicBezTo>
                    <a:pt x="140" y="7"/>
                    <a:pt x="139" y="11"/>
                    <a:pt x="139" y="12"/>
                  </a:cubicBezTo>
                  <a:cubicBezTo>
                    <a:pt x="140" y="13"/>
                    <a:pt x="141" y="14"/>
                    <a:pt x="142" y="14"/>
                  </a:cubicBezTo>
                  <a:cubicBezTo>
                    <a:pt x="143" y="16"/>
                    <a:pt x="143" y="18"/>
                    <a:pt x="144" y="19"/>
                  </a:cubicBezTo>
                  <a:cubicBezTo>
                    <a:pt x="144" y="20"/>
                    <a:pt x="143" y="22"/>
                    <a:pt x="144" y="23"/>
                  </a:cubicBezTo>
                  <a:cubicBezTo>
                    <a:pt x="145" y="23"/>
                    <a:pt x="146" y="21"/>
                    <a:pt x="147" y="20"/>
                  </a:cubicBezTo>
                  <a:cubicBezTo>
                    <a:pt x="148" y="20"/>
                    <a:pt x="149" y="18"/>
                    <a:pt x="150" y="18"/>
                  </a:cubicBezTo>
                  <a:cubicBezTo>
                    <a:pt x="151" y="18"/>
                    <a:pt x="152" y="20"/>
                    <a:pt x="153" y="21"/>
                  </a:cubicBezTo>
                  <a:cubicBezTo>
                    <a:pt x="153" y="22"/>
                    <a:pt x="154" y="24"/>
                    <a:pt x="154" y="25"/>
                  </a:cubicBezTo>
                  <a:cubicBezTo>
                    <a:pt x="155" y="26"/>
                    <a:pt x="157" y="27"/>
                    <a:pt x="158" y="27"/>
                  </a:cubicBezTo>
                  <a:cubicBezTo>
                    <a:pt x="159" y="28"/>
                    <a:pt x="162" y="28"/>
                    <a:pt x="164" y="29"/>
                  </a:cubicBezTo>
                  <a:cubicBezTo>
                    <a:pt x="165" y="29"/>
                    <a:pt x="166" y="31"/>
                    <a:pt x="167" y="31"/>
                  </a:cubicBezTo>
                  <a:cubicBezTo>
                    <a:pt x="167" y="32"/>
                    <a:pt x="168" y="33"/>
                    <a:pt x="168" y="34"/>
                  </a:cubicBezTo>
                  <a:cubicBezTo>
                    <a:pt x="169" y="34"/>
                    <a:pt x="171" y="34"/>
                    <a:pt x="172" y="34"/>
                  </a:cubicBezTo>
                  <a:cubicBezTo>
                    <a:pt x="172" y="35"/>
                    <a:pt x="174" y="36"/>
                    <a:pt x="174" y="36"/>
                  </a:cubicBezTo>
                  <a:cubicBezTo>
                    <a:pt x="176" y="38"/>
                    <a:pt x="178" y="40"/>
                    <a:pt x="179" y="42"/>
                  </a:cubicBezTo>
                  <a:cubicBezTo>
                    <a:pt x="180" y="42"/>
                    <a:pt x="180" y="44"/>
                    <a:pt x="180" y="45"/>
                  </a:cubicBezTo>
                  <a:cubicBezTo>
                    <a:pt x="181" y="47"/>
                    <a:pt x="182" y="50"/>
                    <a:pt x="183" y="51"/>
                  </a:cubicBezTo>
                  <a:cubicBezTo>
                    <a:pt x="184" y="52"/>
                    <a:pt x="187" y="53"/>
                    <a:pt x="188" y="54"/>
                  </a:cubicBezTo>
                  <a:cubicBezTo>
                    <a:pt x="189" y="55"/>
                    <a:pt x="191" y="56"/>
                    <a:pt x="192" y="57"/>
                  </a:cubicBezTo>
                  <a:cubicBezTo>
                    <a:pt x="193" y="58"/>
                    <a:pt x="198" y="59"/>
                    <a:pt x="199" y="60"/>
                  </a:cubicBezTo>
                  <a:cubicBezTo>
                    <a:pt x="201" y="61"/>
                    <a:pt x="204" y="63"/>
                    <a:pt x="205" y="63"/>
                  </a:cubicBezTo>
                  <a:cubicBezTo>
                    <a:pt x="206" y="63"/>
                    <a:pt x="209" y="63"/>
                    <a:pt x="210" y="63"/>
                  </a:cubicBezTo>
                  <a:cubicBezTo>
                    <a:pt x="212" y="62"/>
                    <a:pt x="216" y="62"/>
                    <a:pt x="218" y="63"/>
                  </a:cubicBezTo>
                  <a:cubicBezTo>
                    <a:pt x="219" y="63"/>
                    <a:pt x="220" y="66"/>
                    <a:pt x="221" y="67"/>
                  </a:cubicBezTo>
                  <a:cubicBezTo>
                    <a:pt x="222" y="68"/>
                    <a:pt x="224" y="70"/>
                    <a:pt x="225" y="70"/>
                  </a:cubicBezTo>
                  <a:cubicBezTo>
                    <a:pt x="227" y="71"/>
                    <a:pt x="231" y="71"/>
                    <a:pt x="233" y="71"/>
                  </a:cubicBezTo>
                  <a:cubicBezTo>
                    <a:pt x="237" y="71"/>
                    <a:pt x="246" y="71"/>
                    <a:pt x="250" y="71"/>
                  </a:cubicBezTo>
                  <a:cubicBezTo>
                    <a:pt x="253" y="70"/>
                    <a:pt x="257" y="69"/>
                    <a:pt x="259" y="69"/>
                  </a:cubicBezTo>
                  <a:cubicBezTo>
                    <a:pt x="262" y="69"/>
                    <a:pt x="267" y="69"/>
                    <a:pt x="270" y="69"/>
                  </a:cubicBezTo>
                  <a:cubicBezTo>
                    <a:pt x="271" y="69"/>
                    <a:pt x="274" y="70"/>
                    <a:pt x="275" y="70"/>
                  </a:cubicBezTo>
                  <a:cubicBezTo>
                    <a:pt x="277" y="70"/>
                    <a:pt x="280" y="69"/>
                    <a:pt x="282" y="69"/>
                  </a:cubicBezTo>
                  <a:cubicBezTo>
                    <a:pt x="283" y="68"/>
                    <a:pt x="285" y="65"/>
                    <a:pt x="287" y="65"/>
                  </a:cubicBezTo>
                  <a:cubicBezTo>
                    <a:pt x="289" y="64"/>
                    <a:pt x="293" y="62"/>
                    <a:pt x="295" y="63"/>
                  </a:cubicBezTo>
                  <a:cubicBezTo>
                    <a:pt x="296" y="63"/>
                    <a:pt x="297" y="64"/>
                    <a:pt x="298" y="65"/>
                  </a:cubicBezTo>
                  <a:cubicBezTo>
                    <a:pt x="299" y="65"/>
                    <a:pt x="300" y="67"/>
                    <a:pt x="301" y="68"/>
                  </a:cubicBezTo>
                  <a:cubicBezTo>
                    <a:pt x="301" y="68"/>
                    <a:pt x="301" y="68"/>
                    <a:pt x="302" y="68"/>
                  </a:cubicBezTo>
                  <a:cubicBezTo>
                    <a:pt x="302" y="69"/>
                    <a:pt x="302" y="71"/>
                    <a:pt x="302" y="72"/>
                  </a:cubicBezTo>
                  <a:cubicBezTo>
                    <a:pt x="302" y="73"/>
                    <a:pt x="303" y="75"/>
                    <a:pt x="303" y="76"/>
                  </a:cubicBezTo>
                  <a:cubicBezTo>
                    <a:pt x="303" y="77"/>
                    <a:pt x="305" y="78"/>
                    <a:pt x="305" y="79"/>
                  </a:cubicBezTo>
                  <a:cubicBezTo>
                    <a:pt x="305" y="80"/>
                    <a:pt x="305" y="82"/>
                    <a:pt x="304" y="83"/>
                  </a:cubicBezTo>
                  <a:cubicBezTo>
                    <a:pt x="304" y="84"/>
                    <a:pt x="302" y="86"/>
                    <a:pt x="302" y="87"/>
                  </a:cubicBezTo>
                  <a:cubicBezTo>
                    <a:pt x="303" y="87"/>
                    <a:pt x="304" y="89"/>
                    <a:pt x="304" y="89"/>
                  </a:cubicBezTo>
                  <a:cubicBezTo>
                    <a:pt x="303" y="90"/>
                    <a:pt x="301" y="91"/>
                    <a:pt x="301" y="91"/>
                  </a:cubicBezTo>
                  <a:cubicBezTo>
                    <a:pt x="300" y="91"/>
                    <a:pt x="297" y="91"/>
                    <a:pt x="296" y="91"/>
                  </a:cubicBezTo>
                  <a:cubicBezTo>
                    <a:pt x="295" y="91"/>
                    <a:pt x="292" y="93"/>
                    <a:pt x="291" y="95"/>
                  </a:cubicBezTo>
                  <a:cubicBezTo>
                    <a:pt x="290" y="96"/>
                    <a:pt x="291" y="98"/>
                    <a:pt x="290" y="100"/>
                  </a:cubicBezTo>
                  <a:cubicBezTo>
                    <a:pt x="289" y="101"/>
                    <a:pt x="287" y="102"/>
                    <a:pt x="285" y="102"/>
                  </a:cubicBezTo>
                  <a:cubicBezTo>
                    <a:pt x="284" y="103"/>
                    <a:pt x="281" y="104"/>
                    <a:pt x="280" y="104"/>
                  </a:cubicBezTo>
                  <a:cubicBezTo>
                    <a:pt x="279" y="104"/>
                    <a:pt x="276" y="104"/>
                    <a:pt x="274" y="104"/>
                  </a:cubicBezTo>
                  <a:cubicBezTo>
                    <a:pt x="273" y="104"/>
                    <a:pt x="270" y="105"/>
                    <a:pt x="269" y="106"/>
                  </a:cubicBezTo>
                  <a:cubicBezTo>
                    <a:pt x="268" y="106"/>
                    <a:pt x="266" y="108"/>
                    <a:pt x="265" y="109"/>
                  </a:cubicBezTo>
                  <a:cubicBezTo>
                    <a:pt x="264" y="109"/>
                    <a:pt x="264" y="112"/>
                    <a:pt x="263" y="113"/>
                  </a:cubicBezTo>
                  <a:cubicBezTo>
                    <a:pt x="263" y="114"/>
                    <a:pt x="263" y="118"/>
                    <a:pt x="263" y="119"/>
                  </a:cubicBezTo>
                  <a:cubicBezTo>
                    <a:pt x="263" y="120"/>
                    <a:pt x="264" y="122"/>
                    <a:pt x="264" y="124"/>
                  </a:cubicBezTo>
                  <a:cubicBezTo>
                    <a:pt x="264" y="125"/>
                    <a:pt x="262" y="127"/>
                    <a:pt x="261" y="128"/>
                  </a:cubicBezTo>
                  <a:cubicBezTo>
                    <a:pt x="260" y="129"/>
                    <a:pt x="255" y="128"/>
                    <a:pt x="253" y="128"/>
                  </a:cubicBezTo>
                  <a:cubicBezTo>
                    <a:pt x="252" y="128"/>
                    <a:pt x="250" y="130"/>
                    <a:pt x="249" y="130"/>
                  </a:cubicBezTo>
                  <a:cubicBezTo>
                    <a:pt x="247" y="131"/>
                    <a:pt x="243" y="131"/>
                    <a:pt x="241" y="132"/>
                  </a:cubicBezTo>
                  <a:cubicBezTo>
                    <a:pt x="240" y="132"/>
                    <a:pt x="237" y="134"/>
                    <a:pt x="237" y="135"/>
                  </a:cubicBezTo>
                  <a:cubicBezTo>
                    <a:pt x="235" y="137"/>
                    <a:pt x="234" y="141"/>
                    <a:pt x="234" y="143"/>
                  </a:cubicBezTo>
                  <a:cubicBezTo>
                    <a:pt x="233" y="144"/>
                    <a:pt x="233" y="149"/>
                    <a:pt x="232" y="150"/>
                  </a:cubicBezTo>
                  <a:cubicBezTo>
                    <a:pt x="231" y="151"/>
                    <a:pt x="229" y="152"/>
                    <a:pt x="228" y="152"/>
                  </a:cubicBezTo>
                  <a:cubicBezTo>
                    <a:pt x="227" y="152"/>
                    <a:pt x="224" y="152"/>
                    <a:pt x="223" y="153"/>
                  </a:cubicBezTo>
                  <a:cubicBezTo>
                    <a:pt x="221" y="153"/>
                    <a:pt x="220" y="157"/>
                    <a:pt x="218" y="158"/>
                  </a:cubicBezTo>
                  <a:cubicBezTo>
                    <a:pt x="216" y="159"/>
                    <a:pt x="212" y="158"/>
                    <a:pt x="210" y="158"/>
                  </a:cubicBezTo>
                  <a:cubicBezTo>
                    <a:pt x="209" y="158"/>
                    <a:pt x="205" y="158"/>
                    <a:pt x="204" y="157"/>
                  </a:cubicBezTo>
                  <a:cubicBezTo>
                    <a:pt x="204" y="156"/>
                    <a:pt x="204" y="154"/>
                    <a:pt x="203" y="153"/>
                  </a:cubicBezTo>
                  <a:cubicBezTo>
                    <a:pt x="203" y="152"/>
                    <a:pt x="201" y="152"/>
                    <a:pt x="201" y="152"/>
                  </a:cubicBezTo>
                  <a:cubicBezTo>
                    <a:pt x="199" y="152"/>
                    <a:pt x="196" y="154"/>
                    <a:pt x="195" y="155"/>
                  </a:cubicBezTo>
                  <a:cubicBezTo>
                    <a:pt x="194" y="157"/>
                    <a:pt x="192" y="160"/>
                    <a:pt x="192" y="161"/>
                  </a:cubicBezTo>
                  <a:cubicBezTo>
                    <a:pt x="191" y="163"/>
                    <a:pt x="192" y="167"/>
                    <a:pt x="191" y="169"/>
                  </a:cubicBezTo>
                  <a:cubicBezTo>
                    <a:pt x="190" y="171"/>
                    <a:pt x="187" y="175"/>
                    <a:pt x="186" y="177"/>
                  </a:cubicBezTo>
                  <a:cubicBezTo>
                    <a:pt x="185" y="178"/>
                    <a:pt x="183" y="181"/>
                    <a:pt x="182" y="183"/>
                  </a:cubicBezTo>
                  <a:cubicBezTo>
                    <a:pt x="181" y="184"/>
                    <a:pt x="179" y="186"/>
                    <a:pt x="178" y="187"/>
                  </a:cubicBezTo>
                  <a:cubicBezTo>
                    <a:pt x="178" y="187"/>
                    <a:pt x="176" y="189"/>
                    <a:pt x="176" y="190"/>
                  </a:cubicBezTo>
                  <a:cubicBezTo>
                    <a:pt x="176" y="191"/>
                    <a:pt x="177" y="194"/>
                    <a:pt x="176" y="195"/>
                  </a:cubicBezTo>
                  <a:cubicBezTo>
                    <a:pt x="176" y="196"/>
                    <a:pt x="176" y="198"/>
                    <a:pt x="175" y="199"/>
                  </a:cubicBezTo>
                  <a:cubicBezTo>
                    <a:pt x="174" y="200"/>
                    <a:pt x="172" y="201"/>
                    <a:pt x="171" y="201"/>
                  </a:cubicBezTo>
                  <a:cubicBezTo>
                    <a:pt x="170" y="202"/>
                    <a:pt x="168" y="201"/>
                    <a:pt x="167" y="201"/>
                  </a:cubicBezTo>
                  <a:cubicBezTo>
                    <a:pt x="167" y="202"/>
                    <a:pt x="165" y="203"/>
                    <a:pt x="165" y="204"/>
                  </a:cubicBezTo>
                  <a:cubicBezTo>
                    <a:pt x="164" y="205"/>
                    <a:pt x="165" y="208"/>
                    <a:pt x="166" y="209"/>
                  </a:cubicBezTo>
                  <a:cubicBezTo>
                    <a:pt x="166" y="210"/>
                    <a:pt x="168" y="212"/>
                    <a:pt x="168" y="213"/>
                  </a:cubicBezTo>
                  <a:cubicBezTo>
                    <a:pt x="168" y="214"/>
                    <a:pt x="167" y="216"/>
                    <a:pt x="167" y="217"/>
                  </a:cubicBezTo>
                  <a:cubicBezTo>
                    <a:pt x="166" y="218"/>
                    <a:pt x="165" y="220"/>
                    <a:pt x="164" y="220"/>
                  </a:cubicBezTo>
                  <a:cubicBezTo>
                    <a:pt x="163" y="221"/>
                    <a:pt x="161" y="222"/>
                    <a:pt x="159" y="223"/>
                  </a:cubicBezTo>
                  <a:cubicBezTo>
                    <a:pt x="158" y="223"/>
                    <a:pt x="156" y="223"/>
                    <a:pt x="155" y="223"/>
                  </a:cubicBezTo>
                  <a:cubicBezTo>
                    <a:pt x="153" y="222"/>
                    <a:pt x="151" y="221"/>
                    <a:pt x="151" y="220"/>
                  </a:cubicBezTo>
                  <a:cubicBezTo>
                    <a:pt x="150" y="220"/>
                    <a:pt x="150" y="218"/>
                    <a:pt x="150" y="217"/>
                  </a:cubicBezTo>
                  <a:cubicBezTo>
                    <a:pt x="150" y="216"/>
                    <a:pt x="150" y="214"/>
                    <a:pt x="149" y="214"/>
                  </a:cubicBezTo>
                  <a:cubicBezTo>
                    <a:pt x="149" y="213"/>
                    <a:pt x="147" y="213"/>
                    <a:pt x="146" y="213"/>
                  </a:cubicBezTo>
                  <a:cubicBezTo>
                    <a:pt x="145" y="213"/>
                    <a:pt x="143" y="213"/>
                    <a:pt x="142" y="214"/>
                  </a:cubicBezTo>
                  <a:cubicBezTo>
                    <a:pt x="141" y="214"/>
                    <a:pt x="140" y="216"/>
                    <a:pt x="139" y="216"/>
                  </a:cubicBezTo>
                  <a:cubicBezTo>
                    <a:pt x="138" y="217"/>
                    <a:pt x="136" y="219"/>
                    <a:pt x="135" y="220"/>
                  </a:cubicBezTo>
                  <a:cubicBezTo>
                    <a:pt x="134" y="221"/>
                    <a:pt x="130" y="221"/>
                    <a:pt x="129" y="221"/>
                  </a:cubicBezTo>
                  <a:cubicBezTo>
                    <a:pt x="128" y="222"/>
                    <a:pt x="127" y="225"/>
                    <a:pt x="127" y="226"/>
                  </a:cubicBezTo>
                  <a:cubicBezTo>
                    <a:pt x="127" y="227"/>
                    <a:pt x="128" y="229"/>
                    <a:pt x="129" y="229"/>
                  </a:cubicBezTo>
                  <a:cubicBezTo>
                    <a:pt x="130" y="230"/>
                    <a:pt x="133" y="230"/>
                    <a:pt x="134" y="231"/>
                  </a:cubicBezTo>
                  <a:cubicBezTo>
                    <a:pt x="135" y="231"/>
                    <a:pt x="135" y="234"/>
                    <a:pt x="136" y="234"/>
                  </a:cubicBezTo>
                  <a:cubicBezTo>
                    <a:pt x="137" y="234"/>
                    <a:pt x="138" y="231"/>
                    <a:pt x="139" y="230"/>
                  </a:cubicBezTo>
                  <a:cubicBezTo>
                    <a:pt x="139" y="230"/>
                    <a:pt x="141" y="229"/>
                    <a:pt x="141" y="229"/>
                  </a:cubicBezTo>
                  <a:cubicBezTo>
                    <a:pt x="143" y="229"/>
                    <a:pt x="143" y="232"/>
                    <a:pt x="144" y="233"/>
                  </a:cubicBezTo>
                  <a:cubicBezTo>
                    <a:pt x="145" y="234"/>
                    <a:pt x="146" y="237"/>
                    <a:pt x="146" y="238"/>
                  </a:cubicBezTo>
                  <a:cubicBezTo>
                    <a:pt x="146" y="239"/>
                    <a:pt x="144" y="241"/>
                    <a:pt x="144" y="242"/>
                  </a:cubicBezTo>
                  <a:cubicBezTo>
                    <a:pt x="143" y="243"/>
                    <a:pt x="140" y="244"/>
                    <a:pt x="140" y="245"/>
                  </a:cubicBezTo>
                  <a:cubicBezTo>
                    <a:pt x="139" y="246"/>
                    <a:pt x="139" y="249"/>
                    <a:pt x="138" y="250"/>
                  </a:cubicBezTo>
                  <a:cubicBezTo>
                    <a:pt x="138" y="251"/>
                    <a:pt x="136" y="254"/>
                    <a:pt x="135" y="255"/>
                  </a:cubicBezTo>
                  <a:cubicBezTo>
                    <a:pt x="135" y="255"/>
                    <a:pt x="134" y="256"/>
                    <a:pt x="133" y="256"/>
                  </a:cubicBezTo>
                  <a:cubicBezTo>
                    <a:pt x="133" y="256"/>
                    <a:pt x="132" y="255"/>
                    <a:pt x="132" y="255"/>
                  </a:cubicBezTo>
                  <a:cubicBezTo>
                    <a:pt x="132" y="254"/>
                    <a:pt x="131" y="253"/>
                    <a:pt x="130" y="252"/>
                  </a:cubicBezTo>
                  <a:cubicBezTo>
                    <a:pt x="129" y="251"/>
                    <a:pt x="126" y="250"/>
                    <a:pt x="125" y="250"/>
                  </a:cubicBezTo>
                  <a:cubicBezTo>
                    <a:pt x="124" y="249"/>
                    <a:pt x="121" y="247"/>
                    <a:pt x="120" y="246"/>
                  </a:cubicBezTo>
                  <a:cubicBezTo>
                    <a:pt x="119" y="246"/>
                    <a:pt x="117" y="245"/>
                    <a:pt x="117" y="245"/>
                  </a:cubicBezTo>
                  <a:cubicBezTo>
                    <a:pt x="115" y="244"/>
                    <a:pt x="113" y="245"/>
                    <a:pt x="112" y="245"/>
                  </a:cubicBezTo>
                  <a:cubicBezTo>
                    <a:pt x="110" y="246"/>
                    <a:pt x="108" y="247"/>
                    <a:pt x="107" y="247"/>
                  </a:cubicBezTo>
                  <a:cubicBezTo>
                    <a:pt x="106" y="248"/>
                    <a:pt x="104" y="249"/>
                    <a:pt x="103" y="248"/>
                  </a:cubicBezTo>
                  <a:cubicBezTo>
                    <a:pt x="101" y="248"/>
                    <a:pt x="100" y="245"/>
                    <a:pt x="99" y="244"/>
                  </a:cubicBezTo>
                  <a:cubicBezTo>
                    <a:pt x="99" y="243"/>
                    <a:pt x="98" y="242"/>
                    <a:pt x="97" y="242"/>
                  </a:cubicBezTo>
                  <a:cubicBezTo>
                    <a:pt x="96" y="242"/>
                    <a:pt x="94" y="243"/>
                    <a:pt x="93" y="242"/>
                  </a:cubicBezTo>
                  <a:cubicBezTo>
                    <a:pt x="92" y="241"/>
                    <a:pt x="93" y="239"/>
                    <a:pt x="93" y="238"/>
                  </a:cubicBezTo>
                  <a:cubicBezTo>
                    <a:pt x="92" y="237"/>
                    <a:pt x="89" y="236"/>
                    <a:pt x="88" y="236"/>
                  </a:cubicBezTo>
                  <a:cubicBezTo>
                    <a:pt x="88" y="236"/>
                    <a:pt x="86" y="234"/>
                    <a:pt x="86" y="234"/>
                  </a:cubicBezTo>
                  <a:cubicBezTo>
                    <a:pt x="86" y="233"/>
                    <a:pt x="86" y="233"/>
                    <a:pt x="86" y="232"/>
                  </a:cubicBezTo>
                  <a:cubicBezTo>
                    <a:pt x="86" y="231"/>
                    <a:pt x="87" y="230"/>
                    <a:pt x="87" y="229"/>
                  </a:cubicBezTo>
                  <a:cubicBezTo>
                    <a:pt x="88" y="229"/>
                    <a:pt x="89" y="229"/>
                    <a:pt x="89" y="228"/>
                  </a:cubicBezTo>
                  <a:cubicBezTo>
                    <a:pt x="90" y="227"/>
                    <a:pt x="90" y="225"/>
                    <a:pt x="91" y="224"/>
                  </a:cubicBezTo>
                  <a:cubicBezTo>
                    <a:pt x="91" y="223"/>
                    <a:pt x="90" y="221"/>
                    <a:pt x="90" y="220"/>
                  </a:cubicBezTo>
                  <a:cubicBezTo>
                    <a:pt x="90" y="219"/>
                    <a:pt x="92" y="217"/>
                    <a:pt x="91" y="216"/>
                  </a:cubicBezTo>
                  <a:cubicBezTo>
                    <a:pt x="91" y="215"/>
                    <a:pt x="90" y="214"/>
                    <a:pt x="90" y="213"/>
                  </a:cubicBezTo>
                  <a:cubicBezTo>
                    <a:pt x="89" y="212"/>
                    <a:pt x="88" y="212"/>
                    <a:pt x="87" y="211"/>
                  </a:cubicBezTo>
                  <a:cubicBezTo>
                    <a:pt x="87" y="210"/>
                    <a:pt x="86" y="208"/>
                    <a:pt x="86" y="208"/>
                  </a:cubicBezTo>
                  <a:cubicBezTo>
                    <a:pt x="85" y="207"/>
                    <a:pt x="83" y="206"/>
                    <a:pt x="82" y="206"/>
                  </a:cubicBezTo>
                  <a:cubicBezTo>
                    <a:pt x="81" y="206"/>
                    <a:pt x="80" y="207"/>
                    <a:pt x="79" y="207"/>
                  </a:cubicBezTo>
                  <a:cubicBezTo>
                    <a:pt x="78" y="208"/>
                    <a:pt x="78" y="210"/>
                    <a:pt x="78" y="211"/>
                  </a:cubicBezTo>
                  <a:cubicBezTo>
                    <a:pt x="77" y="212"/>
                    <a:pt x="76" y="214"/>
                    <a:pt x="76" y="215"/>
                  </a:cubicBezTo>
                  <a:cubicBezTo>
                    <a:pt x="75" y="216"/>
                    <a:pt x="74" y="217"/>
                    <a:pt x="74" y="217"/>
                  </a:cubicBezTo>
                  <a:cubicBezTo>
                    <a:pt x="73" y="218"/>
                    <a:pt x="72" y="218"/>
                    <a:pt x="71" y="218"/>
                  </a:cubicBezTo>
                  <a:cubicBezTo>
                    <a:pt x="71" y="218"/>
                    <a:pt x="70" y="218"/>
                    <a:pt x="70" y="218"/>
                  </a:cubicBezTo>
                  <a:cubicBezTo>
                    <a:pt x="69" y="217"/>
                    <a:pt x="66" y="215"/>
                    <a:pt x="66" y="214"/>
                  </a:cubicBezTo>
                  <a:cubicBezTo>
                    <a:pt x="65" y="212"/>
                    <a:pt x="65" y="210"/>
                    <a:pt x="65" y="208"/>
                  </a:cubicBezTo>
                  <a:cubicBezTo>
                    <a:pt x="66" y="207"/>
                    <a:pt x="67" y="206"/>
                    <a:pt x="67" y="205"/>
                  </a:cubicBezTo>
                  <a:cubicBezTo>
                    <a:pt x="67" y="204"/>
                    <a:pt x="67" y="201"/>
                    <a:pt x="66" y="200"/>
                  </a:cubicBezTo>
                  <a:cubicBezTo>
                    <a:pt x="66" y="199"/>
                    <a:pt x="66" y="198"/>
                    <a:pt x="66" y="197"/>
                  </a:cubicBezTo>
                  <a:close/>
                  <a:moveTo>
                    <a:pt x="127" y="212"/>
                  </a:moveTo>
                  <a:cubicBezTo>
                    <a:pt x="128" y="211"/>
                    <a:pt x="127" y="208"/>
                    <a:pt x="127" y="207"/>
                  </a:cubicBezTo>
                  <a:cubicBezTo>
                    <a:pt x="127" y="205"/>
                    <a:pt x="126" y="203"/>
                    <a:pt x="125" y="202"/>
                  </a:cubicBezTo>
                  <a:cubicBezTo>
                    <a:pt x="124" y="201"/>
                    <a:pt x="120" y="202"/>
                    <a:pt x="119" y="201"/>
                  </a:cubicBezTo>
                  <a:cubicBezTo>
                    <a:pt x="118" y="200"/>
                    <a:pt x="117" y="198"/>
                    <a:pt x="116" y="197"/>
                  </a:cubicBezTo>
                  <a:cubicBezTo>
                    <a:pt x="116" y="196"/>
                    <a:pt x="116" y="194"/>
                    <a:pt x="116" y="193"/>
                  </a:cubicBezTo>
                  <a:cubicBezTo>
                    <a:pt x="116" y="192"/>
                    <a:pt x="118" y="191"/>
                    <a:pt x="118" y="191"/>
                  </a:cubicBezTo>
                  <a:cubicBezTo>
                    <a:pt x="119" y="190"/>
                    <a:pt x="122" y="191"/>
                    <a:pt x="122" y="190"/>
                  </a:cubicBezTo>
                  <a:cubicBezTo>
                    <a:pt x="124" y="190"/>
                    <a:pt x="125" y="188"/>
                    <a:pt x="125" y="187"/>
                  </a:cubicBezTo>
                  <a:cubicBezTo>
                    <a:pt x="126" y="186"/>
                    <a:pt x="126" y="183"/>
                    <a:pt x="125" y="182"/>
                  </a:cubicBezTo>
                  <a:cubicBezTo>
                    <a:pt x="125" y="181"/>
                    <a:pt x="122" y="181"/>
                    <a:pt x="121" y="180"/>
                  </a:cubicBezTo>
                  <a:cubicBezTo>
                    <a:pt x="121" y="179"/>
                    <a:pt x="122" y="176"/>
                    <a:pt x="121" y="175"/>
                  </a:cubicBezTo>
                  <a:cubicBezTo>
                    <a:pt x="119" y="174"/>
                    <a:pt x="114" y="175"/>
                    <a:pt x="112" y="174"/>
                  </a:cubicBezTo>
                  <a:cubicBezTo>
                    <a:pt x="111" y="173"/>
                    <a:pt x="110" y="171"/>
                    <a:pt x="109" y="171"/>
                  </a:cubicBezTo>
                  <a:cubicBezTo>
                    <a:pt x="107" y="170"/>
                    <a:pt x="103" y="170"/>
                    <a:pt x="102" y="169"/>
                  </a:cubicBezTo>
                  <a:cubicBezTo>
                    <a:pt x="101" y="169"/>
                    <a:pt x="100" y="166"/>
                    <a:pt x="99" y="165"/>
                  </a:cubicBezTo>
                  <a:cubicBezTo>
                    <a:pt x="98" y="165"/>
                    <a:pt x="96" y="164"/>
                    <a:pt x="96" y="164"/>
                  </a:cubicBezTo>
                  <a:cubicBezTo>
                    <a:pt x="94" y="163"/>
                    <a:pt x="89" y="163"/>
                    <a:pt x="87" y="163"/>
                  </a:cubicBezTo>
                  <a:cubicBezTo>
                    <a:pt x="86" y="163"/>
                    <a:pt x="84" y="162"/>
                    <a:pt x="83" y="162"/>
                  </a:cubicBezTo>
                  <a:cubicBezTo>
                    <a:pt x="82" y="162"/>
                    <a:pt x="80" y="161"/>
                    <a:pt x="79" y="162"/>
                  </a:cubicBezTo>
                  <a:cubicBezTo>
                    <a:pt x="78" y="162"/>
                    <a:pt x="77" y="165"/>
                    <a:pt x="76" y="166"/>
                  </a:cubicBezTo>
                  <a:cubicBezTo>
                    <a:pt x="75" y="167"/>
                    <a:pt x="73" y="170"/>
                    <a:pt x="73" y="171"/>
                  </a:cubicBezTo>
                  <a:cubicBezTo>
                    <a:pt x="72" y="173"/>
                    <a:pt x="73" y="176"/>
                    <a:pt x="74" y="177"/>
                  </a:cubicBezTo>
                  <a:cubicBezTo>
                    <a:pt x="75" y="179"/>
                    <a:pt x="78" y="180"/>
                    <a:pt x="79" y="182"/>
                  </a:cubicBezTo>
                  <a:cubicBezTo>
                    <a:pt x="80" y="183"/>
                    <a:pt x="82" y="186"/>
                    <a:pt x="83" y="188"/>
                  </a:cubicBezTo>
                  <a:cubicBezTo>
                    <a:pt x="84" y="190"/>
                    <a:pt x="85" y="194"/>
                    <a:pt x="86" y="195"/>
                  </a:cubicBezTo>
                  <a:cubicBezTo>
                    <a:pt x="87" y="196"/>
                    <a:pt x="88" y="198"/>
                    <a:pt x="89" y="198"/>
                  </a:cubicBezTo>
                  <a:cubicBezTo>
                    <a:pt x="90" y="199"/>
                    <a:pt x="94" y="199"/>
                    <a:pt x="96" y="199"/>
                  </a:cubicBezTo>
                  <a:cubicBezTo>
                    <a:pt x="97" y="198"/>
                    <a:pt x="98" y="196"/>
                    <a:pt x="99" y="196"/>
                  </a:cubicBezTo>
                  <a:cubicBezTo>
                    <a:pt x="101" y="196"/>
                    <a:pt x="103" y="199"/>
                    <a:pt x="104" y="201"/>
                  </a:cubicBezTo>
                  <a:cubicBezTo>
                    <a:pt x="105" y="202"/>
                    <a:pt x="106" y="204"/>
                    <a:pt x="107" y="204"/>
                  </a:cubicBezTo>
                  <a:cubicBezTo>
                    <a:pt x="108" y="206"/>
                    <a:pt x="112" y="207"/>
                    <a:pt x="114" y="208"/>
                  </a:cubicBezTo>
                  <a:cubicBezTo>
                    <a:pt x="115" y="208"/>
                    <a:pt x="118" y="207"/>
                    <a:pt x="119" y="208"/>
                  </a:cubicBezTo>
                  <a:cubicBezTo>
                    <a:pt x="121" y="208"/>
                    <a:pt x="121" y="212"/>
                    <a:pt x="122" y="212"/>
                  </a:cubicBezTo>
                  <a:cubicBezTo>
                    <a:pt x="124" y="213"/>
                    <a:pt x="126" y="213"/>
                    <a:pt x="127" y="2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1"/>
            <p:cNvSpPr>
              <a:spLocks/>
            </p:cNvSpPr>
            <p:nvPr/>
          </p:nvSpPr>
          <p:spPr bwMode="auto">
            <a:xfrm>
              <a:off x="2746376" y="1863725"/>
              <a:ext cx="450850" cy="409575"/>
            </a:xfrm>
            <a:custGeom>
              <a:avLst/>
              <a:gdLst/>
              <a:ahLst/>
              <a:cxnLst>
                <a:cxn ang="0">
                  <a:pos x="151" y="75"/>
                </a:cxn>
                <a:cxn ang="0">
                  <a:pos x="161" y="82"/>
                </a:cxn>
                <a:cxn ang="0">
                  <a:pos x="175" y="95"/>
                </a:cxn>
                <a:cxn ang="0">
                  <a:pos x="191" y="97"/>
                </a:cxn>
                <a:cxn ang="0">
                  <a:pos x="193" y="107"/>
                </a:cxn>
                <a:cxn ang="0">
                  <a:pos x="196" y="117"/>
                </a:cxn>
                <a:cxn ang="0">
                  <a:pos x="210" y="117"/>
                </a:cxn>
                <a:cxn ang="0">
                  <a:pos x="220" y="131"/>
                </a:cxn>
                <a:cxn ang="0">
                  <a:pos x="229" y="152"/>
                </a:cxn>
                <a:cxn ang="0">
                  <a:pos x="242" y="163"/>
                </a:cxn>
                <a:cxn ang="0">
                  <a:pos x="253" y="182"/>
                </a:cxn>
                <a:cxn ang="0">
                  <a:pos x="237" y="182"/>
                </a:cxn>
                <a:cxn ang="0">
                  <a:pos x="220" y="186"/>
                </a:cxn>
                <a:cxn ang="0">
                  <a:pos x="207" y="204"/>
                </a:cxn>
                <a:cxn ang="0">
                  <a:pos x="217" y="216"/>
                </a:cxn>
                <a:cxn ang="0">
                  <a:pos x="209" y="224"/>
                </a:cxn>
                <a:cxn ang="0">
                  <a:pos x="193" y="227"/>
                </a:cxn>
                <a:cxn ang="0">
                  <a:pos x="178" y="218"/>
                </a:cxn>
                <a:cxn ang="0">
                  <a:pos x="166" y="204"/>
                </a:cxn>
                <a:cxn ang="0">
                  <a:pos x="165" y="190"/>
                </a:cxn>
                <a:cxn ang="0">
                  <a:pos x="172" y="177"/>
                </a:cxn>
                <a:cxn ang="0">
                  <a:pos x="154" y="173"/>
                </a:cxn>
                <a:cxn ang="0">
                  <a:pos x="146" y="166"/>
                </a:cxn>
                <a:cxn ang="0">
                  <a:pos x="127" y="153"/>
                </a:cxn>
                <a:cxn ang="0">
                  <a:pos x="110" y="156"/>
                </a:cxn>
                <a:cxn ang="0">
                  <a:pos x="99" y="164"/>
                </a:cxn>
                <a:cxn ang="0">
                  <a:pos x="88" y="177"/>
                </a:cxn>
                <a:cxn ang="0">
                  <a:pos x="69" y="178"/>
                </a:cxn>
                <a:cxn ang="0">
                  <a:pos x="56" y="165"/>
                </a:cxn>
                <a:cxn ang="0">
                  <a:pos x="69" y="148"/>
                </a:cxn>
                <a:cxn ang="0">
                  <a:pos x="56" y="141"/>
                </a:cxn>
                <a:cxn ang="0">
                  <a:pos x="47" y="157"/>
                </a:cxn>
                <a:cxn ang="0">
                  <a:pos x="29" y="159"/>
                </a:cxn>
                <a:cxn ang="0">
                  <a:pos x="26" y="145"/>
                </a:cxn>
                <a:cxn ang="0">
                  <a:pos x="11" y="136"/>
                </a:cxn>
                <a:cxn ang="0">
                  <a:pos x="0" y="108"/>
                </a:cxn>
                <a:cxn ang="0">
                  <a:pos x="11" y="92"/>
                </a:cxn>
                <a:cxn ang="0">
                  <a:pos x="12" y="69"/>
                </a:cxn>
                <a:cxn ang="0">
                  <a:pos x="22" y="71"/>
                </a:cxn>
                <a:cxn ang="0">
                  <a:pos x="26" y="61"/>
                </a:cxn>
                <a:cxn ang="0">
                  <a:pos x="28" y="44"/>
                </a:cxn>
                <a:cxn ang="0">
                  <a:pos x="29" y="34"/>
                </a:cxn>
                <a:cxn ang="0">
                  <a:pos x="25" y="24"/>
                </a:cxn>
                <a:cxn ang="0">
                  <a:pos x="34" y="13"/>
                </a:cxn>
                <a:cxn ang="0">
                  <a:pos x="36" y="4"/>
                </a:cxn>
                <a:cxn ang="0">
                  <a:pos x="45" y="1"/>
                </a:cxn>
                <a:cxn ang="0">
                  <a:pos x="58" y="5"/>
                </a:cxn>
                <a:cxn ang="0">
                  <a:pos x="59" y="14"/>
                </a:cxn>
                <a:cxn ang="0">
                  <a:pos x="70" y="13"/>
                </a:cxn>
                <a:cxn ang="0">
                  <a:pos x="77" y="19"/>
                </a:cxn>
                <a:cxn ang="0">
                  <a:pos x="81" y="32"/>
                </a:cxn>
                <a:cxn ang="0">
                  <a:pos x="89" y="21"/>
                </a:cxn>
                <a:cxn ang="0">
                  <a:pos x="100" y="27"/>
                </a:cxn>
                <a:cxn ang="0">
                  <a:pos x="99" y="42"/>
                </a:cxn>
                <a:cxn ang="0">
                  <a:pos x="98" y="50"/>
                </a:cxn>
                <a:cxn ang="0">
                  <a:pos x="109" y="58"/>
                </a:cxn>
                <a:cxn ang="0">
                  <a:pos x="127" y="59"/>
                </a:cxn>
                <a:cxn ang="0">
                  <a:pos x="142" y="69"/>
                </a:cxn>
              </a:cxnLst>
              <a:rect l="0" t="0" r="r" b="b"/>
              <a:pathLst>
                <a:path w="254" h="230">
                  <a:moveTo>
                    <a:pt x="143" y="70"/>
                  </a:moveTo>
                  <a:cubicBezTo>
                    <a:pt x="143" y="71"/>
                    <a:pt x="144" y="72"/>
                    <a:pt x="144" y="73"/>
                  </a:cubicBezTo>
                  <a:cubicBezTo>
                    <a:pt x="145" y="73"/>
                    <a:pt x="148" y="72"/>
                    <a:pt x="148" y="73"/>
                  </a:cubicBezTo>
                  <a:cubicBezTo>
                    <a:pt x="149" y="73"/>
                    <a:pt x="150" y="74"/>
                    <a:pt x="151" y="75"/>
                  </a:cubicBezTo>
                  <a:cubicBezTo>
                    <a:pt x="151" y="76"/>
                    <a:pt x="151" y="77"/>
                    <a:pt x="152" y="78"/>
                  </a:cubicBezTo>
                  <a:cubicBezTo>
                    <a:pt x="152" y="78"/>
                    <a:pt x="155" y="78"/>
                    <a:pt x="156" y="78"/>
                  </a:cubicBezTo>
                  <a:cubicBezTo>
                    <a:pt x="157" y="78"/>
                    <a:pt x="158" y="79"/>
                    <a:pt x="159" y="79"/>
                  </a:cubicBezTo>
                  <a:cubicBezTo>
                    <a:pt x="160" y="79"/>
                    <a:pt x="161" y="81"/>
                    <a:pt x="161" y="82"/>
                  </a:cubicBezTo>
                  <a:cubicBezTo>
                    <a:pt x="162" y="82"/>
                    <a:pt x="165" y="82"/>
                    <a:pt x="166" y="83"/>
                  </a:cubicBezTo>
                  <a:cubicBezTo>
                    <a:pt x="167" y="83"/>
                    <a:pt x="168" y="84"/>
                    <a:pt x="169" y="85"/>
                  </a:cubicBezTo>
                  <a:cubicBezTo>
                    <a:pt x="171" y="86"/>
                    <a:pt x="174" y="88"/>
                    <a:pt x="175" y="90"/>
                  </a:cubicBezTo>
                  <a:cubicBezTo>
                    <a:pt x="175" y="91"/>
                    <a:pt x="174" y="94"/>
                    <a:pt x="175" y="95"/>
                  </a:cubicBezTo>
                  <a:cubicBezTo>
                    <a:pt x="175" y="96"/>
                    <a:pt x="177" y="98"/>
                    <a:pt x="178" y="98"/>
                  </a:cubicBezTo>
                  <a:cubicBezTo>
                    <a:pt x="178" y="98"/>
                    <a:pt x="180" y="98"/>
                    <a:pt x="181" y="98"/>
                  </a:cubicBezTo>
                  <a:cubicBezTo>
                    <a:pt x="182" y="98"/>
                    <a:pt x="185" y="97"/>
                    <a:pt x="186" y="97"/>
                  </a:cubicBezTo>
                  <a:cubicBezTo>
                    <a:pt x="187" y="97"/>
                    <a:pt x="190" y="97"/>
                    <a:pt x="191" y="97"/>
                  </a:cubicBezTo>
                  <a:cubicBezTo>
                    <a:pt x="192" y="97"/>
                    <a:pt x="193" y="98"/>
                    <a:pt x="194" y="99"/>
                  </a:cubicBezTo>
                  <a:cubicBezTo>
                    <a:pt x="194" y="99"/>
                    <a:pt x="194" y="102"/>
                    <a:pt x="193" y="103"/>
                  </a:cubicBezTo>
                  <a:cubicBezTo>
                    <a:pt x="193" y="103"/>
                    <a:pt x="191" y="104"/>
                    <a:pt x="191" y="105"/>
                  </a:cubicBezTo>
                  <a:cubicBezTo>
                    <a:pt x="191" y="106"/>
                    <a:pt x="192" y="106"/>
                    <a:pt x="193" y="107"/>
                  </a:cubicBezTo>
                  <a:cubicBezTo>
                    <a:pt x="194" y="108"/>
                    <a:pt x="196" y="109"/>
                    <a:pt x="196" y="110"/>
                  </a:cubicBezTo>
                  <a:cubicBezTo>
                    <a:pt x="197" y="110"/>
                    <a:pt x="199" y="111"/>
                    <a:pt x="199" y="112"/>
                  </a:cubicBezTo>
                  <a:cubicBezTo>
                    <a:pt x="199" y="113"/>
                    <a:pt x="197" y="113"/>
                    <a:pt x="197" y="114"/>
                  </a:cubicBezTo>
                  <a:cubicBezTo>
                    <a:pt x="196" y="115"/>
                    <a:pt x="195" y="116"/>
                    <a:pt x="196" y="117"/>
                  </a:cubicBezTo>
                  <a:cubicBezTo>
                    <a:pt x="196" y="118"/>
                    <a:pt x="197" y="119"/>
                    <a:pt x="198" y="119"/>
                  </a:cubicBezTo>
                  <a:cubicBezTo>
                    <a:pt x="199" y="119"/>
                    <a:pt x="200" y="117"/>
                    <a:pt x="201" y="117"/>
                  </a:cubicBezTo>
                  <a:cubicBezTo>
                    <a:pt x="203" y="116"/>
                    <a:pt x="206" y="116"/>
                    <a:pt x="207" y="116"/>
                  </a:cubicBezTo>
                  <a:cubicBezTo>
                    <a:pt x="208" y="116"/>
                    <a:pt x="210" y="117"/>
                    <a:pt x="210" y="117"/>
                  </a:cubicBezTo>
                  <a:cubicBezTo>
                    <a:pt x="211" y="118"/>
                    <a:pt x="212" y="119"/>
                    <a:pt x="212" y="119"/>
                  </a:cubicBezTo>
                  <a:cubicBezTo>
                    <a:pt x="213" y="121"/>
                    <a:pt x="210" y="124"/>
                    <a:pt x="211" y="125"/>
                  </a:cubicBezTo>
                  <a:cubicBezTo>
                    <a:pt x="212" y="127"/>
                    <a:pt x="215" y="126"/>
                    <a:pt x="217" y="127"/>
                  </a:cubicBezTo>
                  <a:cubicBezTo>
                    <a:pt x="218" y="128"/>
                    <a:pt x="219" y="130"/>
                    <a:pt x="220" y="131"/>
                  </a:cubicBezTo>
                  <a:cubicBezTo>
                    <a:pt x="221" y="132"/>
                    <a:pt x="221" y="136"/>
                    <a:pt x="222" y="138"/>
                  </a:cubicBezTo>
                  <a:cubicBezTo>
                    <a:pt x="222" y="139"/>
                    <a:pt x="223" y="141"/>
                    <a:pt x="224" y="142"/>
                  </a:cubicBezTo>
                  <a:cubicBezTo>
                    <a:pt x="224" y="144"/>
                    <a:pt x="224" y="149"/>
                    <a:pt x="225" y="151"/>
                  </a:cubicBezTo>
                  <a:cubicBezTo>
                    <a:pt x="226" y="152"/>
                    <a:pt x="228" y="151"/>
                    <a:pt x="229" y="152"/>
                  </a:cubicBezTo>
                  <a:cubicBezTo>
                    <a:pt x="230" y="153"/>
                    <a:pt x="230" y="155"/>
                    <a:pt x="231" y="156"/>
                  </a:cubicBezTo>
                  <a:cubicBezTo>
                    <a:pt x="232" y="157"/>
                    <a:pt x="233" y="159"/>
                    <a:pt x="234" y="159"/>
                  </a:cubicBezTo>
                  <a:cubicBezTo>
                    <a:pt x="235" y="160"/>
                    <a:pt x="238" y="160"/>
                    <a:pt x="239" y="160"/>
                  </a:cubicBezTo>
                  <a:cubicBezTo>
                    <a:pt x="240" y="161"/>
                    <a:pt x="241" y="162"/>
                    <a:pt x="242" y="163"/>
                  </a:cubicBezTo>
                  <a:cubicBezTo>
                    <a:pt x="243" y="164"/>
                    <a:pt x="244" y="167"/>
                    <a:pt x="246" y="168"/>
                  </a:cubicBezTo>
                  <a:cubicBezTo>
                    <a:pt x="247" y="169"/>
                    <a:pt x="249" y="171"/>
                    <a:pt x="251" y="172"/>
                  </a:cubicBezTo>
                  <a:cubicBezTo>
                    <a:pt x="251" y="174"/>
                    <a:pt x="253" y="176"/>
                    <a:pt x="254" y="177"/>
                  </a:cubicBezTo>
                  <a:cubicBezTo>
                    <a:pt x="254" y="178"/>
                    <a:pt x="253" y="181"/>
                    <a:pt x="253" y="182"/>
                  </a:cubicBezTo>
                  <a:cubicBezTo>
                    <a:pt x="252" y="183"/>
                    <a:pt x="252" y="185"/>
                    <a:pt x="251" y="185"/>
                  </a:cubicBezTo>
                  <a:cubicBezTo>
                    <a:pt x="250" y="186"/>
                    <a:pt x="246" y="186"/>
                    <a:pt x="245" y="185"/>
                  </a:cubicBezTo>
                  <a:cubicBezTo>
                    <a:pt x="244" y="184"/>
                    <a:pt x="243" y="182"/>
                    <a:pt x="242" y="181"/>
                  </a:cubicBezTo>
                  <a:cubicBezTo>
                    <a:pt x="241" y="181"/>
                    <a:pt x="238" y="182"/>
                    <a:pt x="237" y="182"/>
                  </a:cubicBezTo>
                  <a:cubicBezTo>
                    <a:pt x="236" y="182"/>
                    <a:pt x="233" y="181"/>
                    <a:pt x="232" y="181"/>
                  </a:cubicBezTo>
                  <a:cubicBezTo>
                    <a:pt x="231" y="180"/>
                    <a:pt x="229" y="179"/>
                    <a:pt x="228" y="179"/>
                  </a:cubicBezTo>
                  <a:cubicBezTo>
                    <a:pt x="227" y="180"/>
                    <a:pt x="226" y="182"/>
                    <a:pt x="225" y="182"/>
                  </a:cubicBezTo>
                  <a:cubicBezTo>
                    <a:pt x="224" y="183"/>
                    <a:pt x="222" y="186"/>
                    <a:pt x="220" y="186"/>
                  </a:cubicBezTo>
                  <a:cubicBezTo>
                    <a:pt x="219" y="187"/>
                    <a:pt x="216" y="187"/>
                    <a:pt x="215" y="188"/>
                  </a:cubicBezTo>
                  <a:cubicBezTo>
                    <a:pt x="214" y="189"/>
                    <a:pt x="211" y="192"/>
                    <a:pt x="210" y="194"/>
                  </a:cubicBezTo>
                  <a:cubicBezTo>
                    <a:pt x="209" y="195"/>
                    <a:pt x="207" y="197"/>
                    <a:pt x="207" y="199"/>
                  </a:cubicBezTo>
                  <a:cubicBezTo>
                    <a:pt x="206" y="200"/>
                    <a:pt x="207" y="203"/>
                    <a:pt x="207" y="204"/>
                  </a:cubicBezTo>
                  <a:cubicBezTo>
                    <a:pt x="207" y="205"/>
                    <a:pt x="209" y="208"/>
                    <a:pt x="210" y="208"/>
                  </a:cubicBezTo>
                  <a:cubicBezTo>
                    <a:pt x="211" y="209"/>
                    <a:pt x="214" y="209"/>
                    <a:pt x="214" y="210"/>
                  </a:cubicBezTo>
                  <a:cubicBezTo>
                    <a:pt x="215" y="211"/>
                    <a:pt x="215" y="213"/>
                    <a:pt x="215" y="214"/>
                  </a:cubicBezTo>
                  <a:cubicBezTo>
                    <a:pt x="215" y="215"/>
                    <a:pt x="216" y="215"/>
                    <a:pt x="217" y="216"/>
                  </a:cubicBezTo>
                  <a:cubicBezTo>
                    <a:pt x="217" y="216"/>
                    <a:pt x="216" y="217"/>
                    <a:pt x="216" y="217"/>
                  </a:cubicBezTo>
                  <a:cubicBezTo>
                    <a:pt x="215" y="218"/>
                    <a:pt x="213" y="219"/>
                    <a:pt x="213" y="220"/>
                  </a:cubicBezTo>
                  <a:cubicBezTo>
                    <a:pt x="212" y="221"/>
                    <a:pt x="212" y="223"/>
                    <a:pt x="212" y="225"/>
                  </a:cubicBezTo>
                  <a:cubicBezTo>
                    <a:pt x="211" y="225"/>
                    <a:pt x="210" y="224"/>
                    <a:pt x="209" y="224"/>
                  </a:cubicBezTo>
                  <a:cubicBezTo>
                    <a:pt x="208" y="224"/>
                    <a:pt x="206" y="224"/>
                    <a:pt x="204" y="225"/>
                  </a:cubicBezTo>
                  <a:cubicBezTo>
                    <a:pt x="204" y="225"/>
                    <a:pt x="202" y="227"/>
                    <a:pt x="201" y="227"/>
                  </a:cubicBezTo>
                  <a:cubicBezTo>
                    <a:pt x="200" y="228"/>
                    <a:pt x="198" y="230"/>
                    <a:pt x="197" y="230"/>
                  </a:cubicBezTo>
                  <a:cubicBezTo>
                    <a:pt x="195" y="230"/>
                    <a:pt x="194" y="228"/>
                    <a:pt x="193" y="227"/>
                  </a:cubicBezTo>
                  <a:cubicBezTo>
                    <a:pt x="192" y="227"/>
                    <a:pt x="189" y="228"/>
                    <a:pt x="188" y="228"/>
                  </a:cubicBezTo>
                  <a:cubicBezTo>
                    <a:pt x="187" y="228"/>
                    <a:pt x="184" y="227"/>
                    <a:pt x="184" y="226"/>
                  </a:cubicBezTo>
                  <a:cubicBezTo>
                    <a:pt x="184" y="226"/>
                    <a:pt x="183" y="223"/>
                    <a:pt x="182" y="222"/>
                  </a:cubicBezTo>
                  <a:cubicBezTo>
                    <a:pt x="181" y="221"/>
                    <a:pt x="179" y="219"/>
                    <a:pt x="178" y="218"/>
                  </a:cubicBezTo>
                  <a:cubicBezTo>
                    <a:pt x="176" y="217"/>
                    <a:pt x="174" y="217"/>
                    <a:pt x="173" y="216"/>
                  </a:cubicBezTo>
                  <a:cubicBezTo>
                    <a:pt x="171" y="216"/>
                    <a:pt x="169" y="214"/>
                    <a:pt x="168" y="214"/>
                  </a:cubicBezTo>
                  <a:cubicBezTo>
                    <a:pt x="167" y="212"/>
                    <a:pt x="165" y="210"/>
                    <a:pt x="165" y="208"/>
                  </a:cubicBezTo>
                  <a:cubicBezTo>
                    <a:pt x="165" y="207"/>
                    <a:pt x="166" y="205"/>
                    <a:pt x="166" y="204"/>
                  </a:cubicBezTo>
                  <a:cubicBezTo>
                    <a:pt x="167" y="203"/>
                    <a:pt x="168" y="203"/>
                    <a:pt x="168" y="202"/>
                  </a:cubicBezTo>
                  <a:cubicBezTo>
                    <a:pt x="169" y="201"/>
                    <a:pt x="170" y="198"/>
                    <a:pt x="169" y="196"/>
                  </a:cubicBezTo>
                  <a:cubicBezTo>
                    <a:pt x="169" y="195"/>
                    <a:pt x="167" y="195"/>
                    <a:pt x="167" y="194"/>
                  </a:cubicBezTo>
                  <a:cubicBezTo>
                    <a:pt x="166" y="193"/>
                    <a:pt x="165" y="191"/>
                    <a:pt x="165" y="190"/>
                  </a:cubicBezTo>
                  <a:cubicBezTo>
                    <a:pt x="165" y="189"/>
                    <a:pt x="164" y="185"/>
                    <a:pt x="165" y="184"/>
                  </a:cubicBezTo>
                  <a:cubicBezTo>
                    <a:pt x="166" y="183"/>
                    <a:pt x="168" y="184"/>
                    <a:pt x="169" y="183"/>
                  </a:cubicBezTo>
                  <a:cubicBezTo>
                    <a:pt x="170" y="183"/>
                    <a:pt x="172" y="182"/>
                    <a:pt x="172" y="182"/>
                  </a:cubicBezTo>
                  <a:cubicBezTo>
                    <a:pt x="173" y="181"/>
                    <a:pt x="173" y="178"/>
                    <a:pt x="172" y="177"/>
                  </a:cubicBezTo>
                  <a:cubicBezTo>
                    <a:pt x="172" y="176"/>
                    <a:pt x="170" y="174"/>
                    <a:pt x="169" y="174"/>
                  </a:cubicBezTo>
                  <a:cubicBezTo>
                    <a:pt x="168" y="173"/>
                    <a:pt x="165" y="172"/>
                    <a:pt x="164" y="172"/>
                  </a:cubicBezTo>
                  <a:cubicBezTo>
                    <a:pt x="163" y="171"/>
                    <a:pt x="159" y="170"/>
                    <a:pt x="158" y="171"/>
                  </a:cubicBezTo>
                  <a:cubicBezTo>
                    <a:pt x="157" y="171"/>
                    <a:pt x="155" y="173"/>
                    <a:pt x="154" y="173"/>
                  </a:cubicBezTo>
                  <a:cubicBezTo>
                    <a:pt x="153" y="174"/>
                    <a:pt x="151" y="174"/>
                    <a:pt x="150" y="174"/>
                  </a:cubicBezTo>
                  <a:cubicBezTo>
                    <a:pt x="149" y="174"/>
                    <a:pt x="147" y="173"/>
                    <a:pt x="147" y="172"/>
                  </a:cubicBezTo>
                  <a:cubicBezTo>
                    <a:pt x="146" y="172"/>
                    <a:pt x="147" y="170"/>
                    <a:pt x="147" y="169"/>
                  </a:cubicBezTo>
                  <a:cubicBezTo>
                    <a:pt x="147" y="169"/>
                    <a:pt x="146" y="167"/>
                    <a:pt x="146" y="166"/>
                  </a:cubicBezTo>
                  <a:cubicBezTo>
                    <a:pt x="146" y="165"/>
                    <a:pt x="147" y="161"/>
                    <a:pt x="146" y="160"/>
                  </a:cubicBezTo>
                  <a:cubicBezTo>
                    <a:pt x="146" y="159"/>
                    <a:pt x="144" y="158"/>
                    <a:pt x="144" y="158"/>
                  </a:cubicBezTo>
                  <a:cubicBezTo>
                    <a:pt x="142" y="157"/>
                    <a:pt x="138" y="157"/>
                    <a:pt x="136" y="156"/>
                  </a:cubicBezTo>
                  <a:cubicBezTo>
                    <a:pt x="134" y="155"/>
                    <a:pt x="129" y="153"/>
                    <a:pt x="127" y="153"/>
                  </a:cubicBezTo>
                  <a:cubicBezTo>
                    <a:pt x="126" y="152"/>
                    <a:pt x="124" y="152"/>
                    <a:pt x="123" y="152"/>
                  </a:cubicBezTo>
                  <a:cubicBezTo>
                    <a:pt x="121" y="152"/>
                    <a:pt x="117" y="152"/>
                    <a:pt x="116" y="153"/>
                  </a:cubicBezTo>
                  <a:cubicBezTo>
                    <a:pt x="115" y="153"/>
                    <a:pt x="114" y="155"/>
                    <a:pt x="113" y="155"/>
                  </a:cubicBezTo>
                  <a:cubicBezTo>
                    <a:pt x="112" y="156"/>
                    <a:pt x="111" y="156"/>
                    <a:pt x="110" y="156"/>
                  </a:cubicBezTo>
                  <a:cubicBezTo>
                    <a:pt x="109" y="156"/>
                    <a:pt x="108" y="155"/>
                    <a:pt x="107" y="155"/>
                  </a:cubicBezTo>
                  <a:cubicBezTo>
                    <a:pt x="106" y="156"/>
                    <a:pt x="104" y="156"/>
                    <a:pt x="103" y="157"/>
                  </a:cubicBezTo>
                  <a:cubicBezTo>
                    <a:pt x="102" y="157"/>
                    <a:pt x="102" y="160"/>
                    <a:pt x="102" y="162"/>
                  </a:cubicBezTo>
                  <a:cubicBezTo>
                    <a:pt x="101" y="162"/>
                    <a:pt x="100" y="164"/>
                    <a:pt x="99" y="164"/>
                  </a:cubicBezTo>
                  <a:cubicBezTo>
                    <a:pt x="98" y="165"/>
                    <a:pt x="97" y="165"/>
                    <a:pt x="96" y="166"/>
                  </a:cubicBezTo>
                  <a:cubicBezTo>
                    <a:pt x="95" y="166"/>
                    <a:pt x="94" y="168"/>
                    <a:pt x="94" y="169"/>
                  </a:cubicBezTo>
                  <a:cubicBezTo>
                    <a:pt x="93" y="170"/>
                    <a:pt x="91" y="172"/>
                    <a:pt x="91" y="173"/>
                  </a:cubicBezTo>
                  <a:cubicBezTo>
                    <a:pt x="90" y="174"/>
                    <a:pt x="89" y="176"/>
                    <a:pt x="88" y="177"/>
                  </a:cubicBezTo>
                  <a:cubicBezTo>
                    <a:pt x="87" y="177"/>
                    <a:pt x="85" y="179"/>
                    <a:pt x="84" y="179"/>
                  </a:cubicBezTo>
                  <a:cubicBezTo>
                    <a:pt x="82" y="179"/>
                    <a:pt x="80" y="177"/>
                    <a:pt x="79" y="176"/>
                  </a:cubicBezTo>
                  <a:cubicBezTo>
                    <a:pt x="78" y="176"/>
                    <a:pt x="76" y="176"/>
                    <a:pt x="75" y="176"/>
                  </a:cubicBezTo>
                  <a:cubicBezTo>
                    <a:pt x="73" y="176"/>
                    <a:pt x="70" y="178"/>
                    <a:pt x="69" y="178"/>
                  </a:cubicBezTo>
                  <a:cubicBezTo>
                    <a:pt x="67" y="177"/>
                    <a:pt x="67" y="174"/>
                    <a:pt x="66" y="173"/>
                  </a:cubicBezTo>
                  <a:cubicBezTo>
                    <a:pt x="65" y="172"/>
                    <a:pt x="63" y="170"/>
                    <a:pt x="62" y="169"/>
                  </a:cubicBezTo>
                  <a:cubicBezTo>
                    <a:pt x="61" y="169"/>
                    <a:pt x="59" y="170"/>
                    <a:pt x="58" y="169"/>
                  </a:cubicBezTo>
                  <a:cubicBezTo>
                    <a:pt x="57" y="169"/>
                    <a:pt x="56" y="166"/>
                    <a:pt x="56" y="165"/>
                  </a:cubicBezTo>
                  <a:cubicBezTo>
                    <a:pt x="56" y="164"/>
                    <a:pt x="57" y="160"/>
                    <a:pt x="58" y="159"/>
                  </a:cubicBezTo>
                  <a:cubicBezTo>
                    <a:pt x="58" y="158"/>
                    <a:pt x="61" y="156"/>
                    <a:pt x="62" y="155"/>
                  </a:cubicBezTo>
                  <a:cubicBezTo>
                    <a:pt x="63" y="154"/>
                    <a:pt x="65" y="153"/>
                    <a:pt x="66" y="152"/>
                  </a:cubicBezTo>
                  <a:cubicBezTo>
                    <a:pt x="67" y="151"/>
                    <a:pt x="68" y="149"/>
                    <a:pt x="69" y="148"/>
                  </a:cubicBezTo>
                  <a:cubicBezTo>
                    <a:pt x="69" y="147"/>
                    <a:pt x="69" y="144"/>
                    <a:pt x="69" y="143"/>
                  </a:cubicBezTo>
                  <a:cubicBezTo>
                    <a:pt x="68" y="143"/>
                    <a:pt x="67" y="141"/>
                    <a:pt x="66" y="141"/>
                  </a:cubicBezTo>
                  <a:cubicBezTo>
                    <a:pt x="65" y="140"/>
                    <a:pt x="63" y="141"/>
                    <a:pt x="62" y="141"/>
                  </a:cubicBezTo>
                  <a:cubicBezTo>
                    <a:pt x="61" y="141"/>
                    <a:pt x="58" y="141"/>
                    <a:pt x="56" y="141"/>
                  </a:cubicBezTo>
                  <a:cubicBezTo>
                    <a:pt x="55" y="142"/>
                    <a:pt x="53" y="144"/>
                    <a:pt x="52" y="145"/>
                  </a:cubicBezTo>
                  <a:cubicBezTo>
                    <a:pt x="51" y="146"/>
                    <a:pt x="50" y="147"/>
                    <a:pt x="49" y="149"/>
                  </a:cubicBezTo>
                  <a:cubicBezTo>
                    <a:pt x="49" y="150"/>
                    <a:pt x="49" y="153"/>
                    <a:pt x="49" y="154"/>
                  </a:cubicBezTo>
                  <a:cubicBezTo>
                    <a:pt x="48" y="155"/>
                    <a:pt x="47" y="156"/>
                    <a:pt x="47" y="157"/>
                  </a:cubicBezTo>
                  <a:cubicBezTo>
                    <a:pt x="46" y="157"/>
                    <a:pt x="43" y="156"/>
                    <a:pt x="42" y="156"/>
                  </a:cubicBezTo>
                  <a:cubicBezTo>
                    <a:pt x="40" y="157"/>
                    <a:pt x="38" y="159"/>
                    <a:pt x="37" y="159"/>
                  </a:cubicBezTo>
                  <a:cubicBezTo>
                    <a:pt x="36" y="160"/>
                    <a:pt x="35" y="161"/>
                    <a:pt x="34" y="161"/>
                  </a:cubicBezTo>
                  <a:cubicBezTo>
                    <a:pt x="32" y="161"/>
                    <a:pt x="30" y="160"/>
                    <a:pt x="29" y="159"/>
                  </a:cubicBezTo>
                  <a:cubicBezTo>
                    <a:pt x="28" y="159"/>
                    <a:pt x="26" y="159"/>
                    <a:pt x="26" y="158"/>
                  </a:cubicBezTo>
                  <a:cubicBezTo>
                    <a:pt x="25" y="157"/>
                    <a:pt x="26" y="155"/>
                    <a:pt x="26" y="153"/>
                  </a:cubicBezTo>
                  <a:cubicBezTo>
                    <a:pt x="27" y="152"/>
                    <a:pt x="28" y="151"/>
                    <a:pt x="28" y="150"/>
                  </a:cubicBezTo>
                  <a:cubicBezTo>
                    <a:pt x="28" y="149"/>
                    <a:pt x="27" y="146"/>
                    <a:pt x="26" y="145"/>
                  </a:cubicBezTo>
                  <a:cubicBezTo>
                    <a:pt x="26" y="143"/>
                    <a:pt x="24" y="141"/>
                    <a:pt x="23" y="140"/>
                  </a:cubicBezTo>
                  <a:cubicBezTo>
                    <a:pt x="22" y="140"/>
                    <a:pt x="20" y="139"/>
                    <a:pt x="19" y="139"/>
                  </a:cubicBezTo>
                  <a:cubicBezTo>
                    <a:pt x="18" y="139"/>
                    <a:pt x="16" y="138"/>
                    <a:pt x="15" y="138"/>
                  </a:cubicBezTo>
                  <a:cubicBezTo>
                    <a:pt x="14" y="138"/>
                    <a:pt x="12" y="137"/>
                    <a:pt x="11" y="136"/>
                  </a:cubicBezTo>
                  <a:cubicBezTo>
                    <a:pt x="10" y="135"/>
                    <a:pt x="9" y="131"/>
                    <a:pt x="9" y="130"/>
                  </a:cubicBezTo>
                  <a:cubicBezTo>
                    <a:pt x="9" y="130"/>
                    <a:pt x="6" y="126"/>
                    <a:pt x="6" y="124"/>
                  </a:cubicBezTo>
                  <a:cubicBezTo>
                    <a:pt x="5" y="122"/>
                    <a:pt x="4" y="117"/>
                    <a:pt x="3" y="115"/>
                  </a:cubicBezTo>
                  <a:cubicBezTo>
                    <a:pt x="3" y="113"/>
                    <a:pt x="1" y="110"/>
                    <a:pt x="0" y="108"/>
                  </a:cubicBezTo>
                  <a:cubicBezTo>
                    <a:pt x="0" y="107"/>
                    <a:pt x="0" y="104"/>
                    <a:pt x="1" y="104"/>
                  </a:cubicBezTo>
                  <a:cubicBezTo>
                    <a:pt x="2" y="103"/>
                    <a:pt x="4" y="103"/>
                    <a:pt x="5" y="103"/>
                  </a:cubicBezTo>
                  <a:cubicBezTo>
                    <a:pt x="7" y="102"/>
                    <a:pt x="8" y="99"/>
                    <a:pt x="8" y="97"/>
                  </a:cubicBezTo>
                  <a:cubicBezTo>
                    <a:pt x="9" y="96"/>
                    <a:pt x="11" y="94"/>
                    <a:pt x="11" y="92"/>
                  </a:cubicBezTo>
                  <a:cubicBezTo>
                    <a:pt x="12" y="91"/>
                    <a:pt x="12" y="88"/>
                    <a:pt x="12" y="87"/>
                  </a:cubicBezTo>
                  <a:cubicBezTo>
                    <a:pt x="13" y="85"/>
                    <a:pt x="14" y="82"/>
                    <a:pt x="14" y="80"/>
                  </a:cubicBezTo>
                  <a:cubicBezTo>
                    <a:pt x="14" y="79"/>
                    <a:pt x="12" y="76"/>
                    <a:pt x="12" y="74"/>
                  </a:cubicBezTo>
                  <a:cubicBezTo>
                    <a:pt x="12" y="73"/>
                    <a:pt x="12" y="70"/>
                    <a:pt x="12" y="69"/>
                  </a:cubicBezTo>
                  <a:cubicBezTo>
                    <a:pt x="13" y="69"/>
                    <a:pt x="15" y="68"/>
                    <a:pt x="16" y="68"/>
                  </a:cubicBezTo>
                  <a:cubicBezTo>
                    <a:pt x="16" y="68"/>
                    <a:pt x="17" y="68"/>
                    <a:pt x="18" y="69"/>
                  </a:cubicBezTo>
                  <a:cubicBezTo>
                    <a:pt x="18" y="69"/>
                    <a:pt x="18" y="70"/>
                    <a:pt x="18" y="70"/>
                  </a:cubicBezTo>
                  <a:cubicBezTo>
                    <a:pt x="19" y="71"/>
                    <a:pt x="21" y="71"/>
                    <a:pt x="22" y="71"/>
                  </a:cubicBezTo>
                  <a:cubicBezTo>
                    <a:pt x="23" y="71"/>
                    <a:pt x="24" y="70"/>
                    <a:pt x="25" y="69"/>
                  </a:cubicBezTo>
                  <a:cubicBezTo>
                    <a:pt x="26" y="69"/>
                    <a:pt x="27" y="67"/>
                    <a:pt x="27" y="67"/>
                  </a:cubicBezTo>
                  <a:cubicBezTo>
                    <a:pt x="27" y="66"/>
                    <a:pt x="28" y="64"/>
                    <a:pt x="27" y="63"/>
                  </a:cubicBezTo>
                  <a:cubicBezTo>
                    <a:pt x="27" y="62"/>
                    <a:pt x="26" y="62"/>
                    <a:pt x="26" y="61"/>
                  </a:cubicBezTo>
                  <a:cubicBezTo>
                    <a:pt x="25" y="60"/>
                    <a:pt x="26" y="57"/>
                    <a:pt x="26" y="56"/>
                  </a:cubicBezTo>
                  <a:cubicBezTo>
                    <a:pt x="26" y="55"/>
                    <a:pt x="28" y="54"/>
                    <a:pt x="28" y="53"/>
                  </a:cubicBezTo>
                  <a:cubicBezTo>
                    <a:pt x="29" y="52"/>
                    <a:pt x="30" y="50"/>
                    <a:pt x="30" y="49"/>
                  </a:cubicBezTo>
                  <a:cubicBezTo>
                    <a:pt x="30" y="48"/>
                    <a:pt x="28" y="45"/>
                    <a:pt x="28" y="44"/>
                  </a:cubicBezTo>
                  <a:cubicBezTo>
                    <a:pt x="28" y="43"/>
                    <a:pt x="31" y="41"/>
                    <a:pt x="30" y="40"/>
                  </a:cubicBezTo>
                  <a:cubicBezTo>
                    <a:pt x="30" y="39"/>
                    <a:pt x="28" y="40"/>
                    <a:pt x="27" y="39"/>
                  </a:cubicBezTo>
                  <a:cubicBezTo>
                    <a:pt x="27" y="39"/>
                    <a:pt x="26" y="36"/>
                    <a:pt x="26" y="36"/>
                  </a:cubicBezTo>
                  <a:cubicBezTo>
                    <a:pt x="27" y="35"/>
                    <a:pt x="29" y="35"/>
                    <a:pt x="29" y="34"/>
                  </a:cubicBezTo>
                  <a:cubicBezTo>
                    <a:pt x="30" y="33"/>
                    <a:pt x="30" y="31"/>
                    <a:pt x="30" y="31"/>
                  </a:cubicBezTo>
                  <a:cubicBezTo>
                    <a:pt x="31" y="29"/>
                    <a:pt x="32" y="27"/>
                    <a:pt x="31" y="26"/>
                  </a:cubicBezTo>
                  <a:cubicBezTo>
                    <a:pt x="31" y="25"/>
                    <a:pt x="29" y="24"/>
                    <a:pt x="29" y="24"/>
                  </a:cubicBezTo>
                  <a:cubicBezTo>
                    <a:pt x="28" y="24"/>
                    <a:pt x="26" y="25"/>
                    <a:pt x="25" y="24"/>
                  </a:cubicBezTo>
                  <a:cubicBezTo>
                    <a:pt x="25" y="24"/>
                    <a:pt x="24" y="23"/>
                    <a:pt x="23" y="22"/>
                  </a:cubicBezTo>
                  <a:cubicBezTo>
                    <a:pt x="23" y="21"/>
                    <a:pt x="24" y="19"/>
                    <a:pt x="25" y="19"/>
                  </a:cubicBezTo>
                  <a:cubicBezTo>
                    <a:pt x="26" y="18"/>
                    <a:pt x="29" y="18"/>
                    <a:pt x="30" y="18"/>
                  </a:cubicBezTo>
                  <a:cubicBezTo>
                    <a:pt x="32" y="17"/>
                    <a:pt x="33" y="14"/>
                    <a:pt x="34" y="13"/>
                  </a:cubicBezTo>
                  <a:cubicBezTo>
                    <a:pt x="35" y="13"/>
                    <a:pt x="37" y="13"/>
                    <a:pt x="37" y="12"/>
                  </a:cubicBezTo>
                  <a:cubicBezTo>
                    <a:pt x="38" y="12"/>
                    <a:pt x="38" y="10"/>
                    <a:pt x="38" y="9"/>
                  </a:cubicBezTo>
                  <a:cubicBezTo>
                    <a:pt x="38" y="8"/>
                    <a:pt x="38" y="7"/>
                    <a:pt x="38" y="6"/>
                  </a:cubicBezTo>
                  <a:cubicBezTo>
                    <a:pt x="37" y="5"/>
                    <a:pt x="36" y="5"/>
                    <a:pt x="36" y="4"/>
                  </a:cubicBezTo>
                  <a:cubicBezTo>
                    <a:pt x="35" y="4"/>
                    <a:pt x="35" y="1"/>
                    <a:pt x="36" y="1"/>
                  </a:cubicBezTo>
                  <a:cubicBezTo>
                    <a:pt x="37" y="0"/>
                    <a:pt x="38" y="1"/>
                    <a:pt x="38" y="1"/>
                  </a:cubicBezTo>
                  <a:cubicBezTo>
                    <a:pt x="39" y="1"/>
                    <a:pt x="41" y="3"/>
                    <a:pt x="42" y="3"/>
                  </a:cubicBezTo>
                  <a:cubicBezTo>
                    <a:pt x="43" y="3"/>
                    <a:pt x="44" y="1"/>
                    <a:pt x="45" y="1"/>
                  </a:cubicBezTo>
                  <a:cubicBezTo>
                    <a:pt x="46" y="1"/>
                    <a:pt x="46" y="2"/>
                    <a:pt x="47" y="3"/>
                  </a:cubicBezTo>
                  <a:cubicBezTo>
                    <a:pt x="48" y="3"/>
                    <a:pt x="50" y="2"/>
                    <a:pt x="51" y="3"/>
                  </a:cubicBezTo>
                  <a:cubicBezTo>
                    <a:pt x="52" y="3"/>
                    <a:pt x="54" y="4"/>
                    <a:pt x="55" y="5"/>
                  </a:cubicBezTo>
                  <a:cubicBezTo>
                    <a:pt x="56" y="5"/>
                    <a:pt x="57" y="5"/>
                    <a:pt x="58" y="5"/>
                  </a:cubicBezTo>
                  <a:cubicBezTo>
                    <a:pt x="59" y="6"/>
                    <a:pt x="62" y="6"/>
                    <a:pt x="63" y="7"/>
                  </a:cubicBezTo>
                  <a:cubicBezTo>
                    <a:pt x="63" y="8"/>
                    <a:pt x="63" y="10"/>
                    <a:pt x="63" y="10"/>
                  </a:cubicBezTo>
                  <a:cubicBezTo>
                    <a:pt x="62" y="11"/>
                    <a:pt x="60" y="10"/>
                    <a:pt x="59" y="11"/>
                  </a:cubicBezTo>
                  <a:cubicBezTo>
                    <a:pt x="59" y="11"/>
                    <a:pt x="59" y="13"/>
                    <a:pt x="59" y="14"/>
                  </a:cubicBezTo>
                  <a:cubicBezTo>
                    <a:pt x="59" y="14"/>
                    <a:pt x="61" y="15"/>
                    <a:pt x="61" y="15"/>
                  </a:cubicBezTo>
                  <a:cubicBezTo>
                    <a:pt x="62" y="15"/>
                    <a:pt x="64" y="15"/>
                    <a:pt x="65" y="14"/>
                  </a:cubicBezTo>
                  <a:cubicBezTo>
                    <a:pt x="65" y="14"/>
                    <a:pt x="67" y="12"/>
                    <a:pt x="67" y="12"/>
                  </a:cubicBezTo>
                  <a:cubicBezTo>
                    <a:pt x="68" y="12"/>
                    <a:pt x="69" y="13"/>
                    <a:pt x="70" y="13"/>
                  </a:cubicBezTo>
                  <a:cubicBezTo>
                    <a:pt x="71" y="13"/>
                    <a:pt x="73" y="12"/>
                    <a:pt x="73" y="12"/>
                  </a:cubicBezTo>
                  <a:cubicBezTo>
                    <a:pt x="74" y="12"/>
                    <a:pt x="75" y="11"/>
                    <a:pt x="76" y="11"/>
                  </a:cubicBezTo>
                  <a:cubicBezTo>
                    <a:pt x="76" y="12"/>
                    <a:pt x="76" y="13"/>
                    <a:pt x="76" y="14"/>
                  </a:cubicBezTo>
                  <a:cubicBezTo>
                    <a:pt x="77" y="15"/>
                    <a:pt x="77" y="18"/>
                    <a:pt x="77" y="19"/>
                  </a:cubicBezTo>
                  <a:cubicBezTo>
                    <a:pt x="77" y="20"/>
                    <a:pt x="76" y="21"/>
                    <a:pt x="75" y="22"/>
                  </a:cubicBezTo>
                  <a:cubicBezTo>
                    <a:pt x="75" y="24"/>
                    <a:pt x="75" y="26"/>
                    <a:pt x="76" y="28"/>
                  </a:cubicBezTo>
                  <a:cubicBezTo>
                    <a:pt x="76" y="29"/>
                    <a:pt x="79" y="31"/>
                    <a:pt x="80" y="32"/>
                  </a:cubicBezTo>
                  <a:cubicBezTo>
                    <a:pt x="80" y="32"/>
                    <a:pt x="81" y="32"/>
                    <a:pt x="81" y="32"/>
                  </a:cubicBezTo>
                  <a:cubicBezTo>
                    <a:pt x="82" y="32"/>
                    <a:pt x="83" y="32"/>
                    <a:pt x="84" y="31"/>
                  </a:cubicBezTo>
                  <a:cubicBezTo>
                    <a:pt x="84" y="31"/>
                    <a:pt x="85" y="30"/>
                    <a:pt x="86" y="29"/>
                  </a:cubicBezTo>
                  <a:cubicBezTo>
                    <a:pt x="86" y="28"/>
                    <a:pt x="87" y="26"/>
                    <a:pt x="88" y="25"/>
                  </a:cubicBezTo>
                  <a:cubicBezTo>
                    <a:pt x="88" y="24"/>
                    <a:pt x="88" y="22"/>
                    <a:pt x="89" y="21"/>
                  </a:cubicBezTo>
                  <a:cubicBezTo>
                    <a:pt x="90" y="21"/>
                    <a:pt x="91" y="20"/>
                    <a:pt x="92" y="20"/>
                  </a:cubicBezTo>
                  <a:cubicBezTo>
                    <a:pt x="93" y="20"/>
                    <a:pt x="95" y="21"/>
                    <a:pt x="96" y="22"/>
                  </a:cubicBezTo>
                  <a:cubicBezTo>
                    <a:pt x="96" y="22"/>
                    <a:pt x="97" y="24"/>
                    <a:pt x="97" y="25"/>
                  </a:cubicBezTo>
                  <a:cubicBezTo>
                    <a:pt x="98" y="26"/>
                    <a:pt x="99" y="26"/>
                    <a:pt x="100" y="27"/>
                  </a:cubicBezTo>
                  <a:cubicBezTo>
                    <a:pt x="100" y="28"/>
                    <a:pt x="101" y="29"/>
                    <a:pt x="101" y="30"/>
                  </a:cubicBezTo>
                  <a:cubicBezTo>
                    <a:pt x="102" y="31"/>
                    <a:pt x="100" y="33"/>
                    <a:pt x="100" y="34"/>
                  </a:cubicBezTo>
                  <a:cubicBezTo>
                    <a:pt x="100" y="35"/>
                    <a:pt x="101" y="37"/>
                    <a:pt x="101" y="38"/>
                  </a:cubicBezTo>
                  <a:cubicBezTo>
                    <a:pt x="100" y="39"/>
                    <a:pt x="100" y="41"/>
                    <a:pt x="99" y="42"/>
                  </a:cubicBezTo>
                  <a:cubicBezTo>
                    <a:pt x="99" y="43"/>
                    <a:pt x="98" y="43"/>
                    <a:pt x="97" y="43"/>
                  </a:cubicBezTo>
                  <a:cubicBezTo>
                    <a:pt x="97" y="44"/>
                    <a:pt x="96" y="45"/>
                    <a:pt x="96" y="46"/>
                  </a:cubicBezTo>
                  <a:cubicBezTo>
                    <a:pt x="96" y="47"/>
                    <a:pt x="96" y="47"/>
                    <a:pt x="96" y="48"/>
                  </a:cubicBezTo>
                  <a:cubicBezTo>
                    <a:pt x="96" y="48"/>
                    <a:pt x="98" y="50"/>
                    <a:pt x="98" y="50"/>
                  </a:cubicBezTo>
                  <a:cubicBezTo>
                    <a:pt x="99" y="50"/>
                    <a:pt x="102" y="51"/>
                    <a:pt x="103" y="52"/>
                  </a:cubicBezTo>
                  <a:cubicBezTo>
                    <a:pt x="103" y="53"/>
                    <a:pt x="102" y="55"/>
                    <a:pt x="103" y="56"/>
                  </a:cubicBezTo>
                  <a:cubicBezTo>
                    <a:pt x="104" y="57"/>
                    <a:pt x="106" y="56"/>
                    <a:pt x="107" y="56"/>
                  </a:cubicBezTo>
                  <a:cubicBezTo>
                    <a:pt x="108" y="56"/>
                    <a:pt x="109" y="57"/>
                    <a:pt x="109" y="58"/>
                  </a:cubicBezTo>
                  <a:cubicBezTo>
                    <a:pt x="110" y="59"/>
                    <a:pt x="111" y="62"/>
                    <a:pt x="113" y="62"/>
                  </a:cubicBezTo>
                  <a:cubicBezTo>
                    <a:pt x="114" y="63"/>
                    <a:pt x="116" y="62"/>
                    <a:pt x="117" y="61"/>
                  </a:cubicBezTo>
                  <a:cubicBezTo>
                    <a:pt x="118" y="61"/>
                    <a:pt x="120" y="60"/>
                    <a:pt x="122" y="59"/>
                  </a:cubicBezTo>
                  <a:cubicBezTo>
                    <a:pt x="123" y="59"/>
                    <a:pt x="125" y="58"/>
                    <a:pt x="127" y="59"/>
                  </a:cubicBezTo>
                  <a:cubicBezTo>
                    <a:pt x="127" y="59"/>
                    <a:pt x="129" y="60"/>
                    <a:pt x="130" y="60"/>
                  </a:cubicBezTo>
                  <a:cubicBezTo>
                    <a:pt x="131" y="61"/>
                    <a:pt x="134" y="63"/>
                    <a:pt x="135" y="64"/>
                  </a:cubicBezTo>
                  <a:cubicBezTo>
                    <a:pt x="136" y="64"/>
                    <a:pt x="139" y="65"/>
                    <a:pt x="140" y="66"/>
                  </a:cubicBezTo>
                  <a:cubicBezTo>
                    <a:pt x="141" y="67"/>
                    <a:pt x="142" y="68"/>
                    <a:pt x="142" y="69"/>
                  </a:cubicBezTo>
                  <a:cubicBezTo>
                    <a:pt x="142" y="69"/>
                    <a:pt x="143" y="70"/>
                    <a:pt x="143" y="7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2"/>
            <p:cNvSpPr>
              <a:spLocks/>
            </p:cNvSpPr>
            <p:nvPr/>
          </p:nvSpPr>
          <p:spPr bwMode="auto">
            <a:xfrm>
              <a:off x="2989263" y="1692275"/>
              <a:ext cx="590550" cy="622300"/>
            </a:xfrm>
            <a:custGeom>
              <a:avLst/>
              <a:gdLst/>
              <a:ahLst/>
              <a:cxnLst>
                <a:cxn ang="0">
                  <a:pos x="70" y="301"/>
                </a:cxn>
                <a:cxn ang="0">
                  <a:pos x="88" y="279"/>
                </a:cxn>
                <a:cxn ang="0">
                  <a:pos x="108" y="282"/>
                </a:cxn>
                <a:cxn ang="0">
                  <a:pos x="109" y="265"/>
                </a:cxn>
                <a:cxn ang="0">
                  <a:pos x="92" y="249"/>
                </a:cxn>
                <a:cxn ang="0">
                  <a:pos x="80" y="224"/>
                </a:cxn>
                <a:cxn ang="0">
                  <a:pos x="64" y="214"/>
                </a:cxn>
                <a:cxn ang="0">
                  <a:pos x="59" y="207"/>
                </a:cxn>
                <a:cxn ang="0">
                  <a:pos x="54" y="194"/>
                </a:cxn>
                <a:cxn ang="0">
                  <a:pos x="38" y="187"/>
                </a:cxn>
                <a:cxn ang="0">
                  <a:pos x="19" y="175"/>
                </a:cxn>
                <a:cxn ang="0">
                  <a:pos x="6" y="167"/>
                </a:cxn>
                <a:cxn ang="0">
                  <a:pos x="19" y="149"/>
                </a:cxn>
                <a:cxn ang="0">
                  <a:pos x="7" y="142"/>
                </a:cxn>
                <a:cxn ang="0">
                  <a:pos x="12" y="127"/>
                </a:cxn>
                <a:cxn ang="0">
                  <a:pos x="24" y="131"/>
                </a:cxn>
                <a:cxn ang="0">
                  <a:pos x="41" y="124"/>
                </a:cxn>
                <a:cxn ang="0">
                  <a:pos x="48" y="110"/>
                </a:cxn>
                <a:cxn ang="0">
                  <a:pos x="59" y="88"/>
                </a:cxn>
                <a:cxn ang="0">
                  <a:pos x="76" y="64"/>
                </a:cxn>
                <a:cxn ang="0">
                  <a:pos x="101" y="63"/>
                </a:cxn>
                <a:cxn ang="0">
                  <a:pos x="122" y="41"/>
                </a:cxn>
                <a:cxn ang="0">
                  <a:pos x="136" y="24"/>
                </a:cxn>
                <a:cxn ang="0">
                  <a:pos x="158" y="13"/>
                </a:cxn>
                <a:cxn ang="0">
                  <a:pos x="177" y="0"/>
                </a:cxn>
                <a:cxn ang="0">
                  <a:pos x="191" y="1"/>
                </a:cxn>
                <a:cxn ang="0">
                  <a:pos x="194" y="15"/>
                </a:cxn>
                <a:cxn ang="0">
                  <a:pos x="214" y="11"/>
                </a:cxn>
                <a:cxn ang="0">
                  <a:pos x="233" y="35"/>
                </a:cxn>
                <a:cxn ang="0">
                  <a:pos x="215" y="60"/>
                </a:cxn>
                <a:cxn ang="0">
                  <a:pos x="220" y="75"/>
                </a:cxn>
                <a:cxn ang="0">
                  <a:pos x="238" y="75"/>
                </a:cxn>
                <a:cxn ang="0">
                  <a:pos x="262" y="91"/>
                </a:cxn>
                <a:cxn ang="0">
                  <a:pos x="288" y="108"/>
                </a:cxn>
                <a:cxn ang="0">
                  <a:pos x="314" y="121"/>
                </a:cxn>
                <a:cxn ang="0">
                  <a:pos x="327" y="137"/>
                </a:cxn>
                <a:cxn ang="0">
                  <a:pos x="308" y="147"/>
                </a:cxn>
                <a:cxn ang="0">
                  <a:pos x="301" y="170"/>
                </a:cxn>
                <a:cxn ang="0">
                  <a:pos x="283" y="178"/>
                </a:cxn>
                <a:cxn ang="0">
                  <a:pos x="265" y="177"/>
                </a:cxn>
                <a:cxn ang="0">
                  <a:pos x="254" y="188"/>
                </a:cxn>
                <a:cxn ang="0">
                  <a:pos x="238" y="195"/>
                </a:cxn>
                <a:cxn ang="0">
                  <a:pos x="217" y="202"/>
                </a:cxn>
                <a:cxn ang="0">
                  <a:pos x="208" y="224"/>
                </a:cxn>
                <a:cxn ang="0">
                  <a:pos x="190" y="241"/>
                </a:cxn>
                <a:cxn ang="0">
                  <a:pos x="188" y="251"/>
                </a:cxn>
                <a:cxn ang="0">
                  <a:pos x="170" y="275"/>
                </a:cxn>
                <a:cxn ang="0">
                  <a:pos x="169" y="298"/>
                </a:cxn>
                <a:cxn ang="0">
                  <a:pos x="169" y="314"/>
                </a:cxn>
                <a:cxn ang="0">
                  <a:pos x="177" y="327"/>
                </a:cxn>
                <a:cxn ang="0">
                  <a:pos x="163" y="341"/>
                </a:cxn>
                <a:cxn ang="0">
                  <a:pos x="145" y="350"/>
                </a:cxn>
                <a:cxn ang="0">
                  <a:pos x="125" y="348"/>
                </a:cxn>
                <a:cxn ang="0">
                  <a:pos x="113" y="331"/>
                </a:cxn>
                <a:cxn ang="0">
                  <a:pos x="86" y="314"/>
                </a:cxn>
              </a:cxnLst>
              <a:rect l="0" t="0" r="r" b="b"/>
              <a:pathLst>
                <a:path w="332" h="350">
                  <a:moveTo>
                    <a:pt x="80" y="313"/>
                  </a:moveTo>
                  <a:cubicBezTo>
                    <a:pt x="79" y="312"/>
                    <a:pt x="78" y="312"/>
                    <a:pt x="78" y="311"/>
                  </a:cubicBezTo>
                  <a:cubicBezTo>
                    <a:pt x="78" y="310"/>
                    <a:pt x="78" y="308"/>
                    <a:pt x="77" y="307"/>
                  </a:cubicBezTo>
                  <a:cubicBezTo>
                    <a:pt x="77" y="306"/>
                    <a:pt x="74" y="306"/>
                    <a:pt x="73" y="305"/>
                  </a:cubicBezTo>
                  <a:cubicBezTo>
                    <a:pt x="72" y="305"/>
                    <a:pt x="70" y="302"/>
                    <a:pt x="70" y="301"/>
                  </a:cubicBezTo>
                  <a:cubicBezTo>
                    <a:pt x="70" y="300"/>
                    <a:pt x="69" y="297"/>
                    <a:pt x="70" y="296"/>
                  </a:cubicBezTo>
                  <a:cubicBezTo>
                    <a:pt x="70" y="294"/>
                    <a:pt x="72" y="292"/>
                    <a:pt x="73" y="291"/>
                  </a:cubicBezTo>
                  <a:cubicBezTo>
                    <a:pt x="74" y="289"/>
                    <a:pt x="77" y="286"/>
                    <a:pt x="78" y="285"/>
                  </a:cubicBezTo>
                  <a:cubicBezTo>
                    <a:pt x="79" y="284"/>
                    <a:pt x="82" y="284"/>
                    <a:pt x="83" y="283"/>
                  </a:cubicBezTo>
                  <a:cubicBezTo>
                    <a:pt x="85" y="283"/>
                    <a:pt x="87" y="280"/>
                    <a:pt x="88" y="279"/>
                  </a:cubicBezTo>
                  <a:cubicBezTo>
                    <a:pt x="89" y="279"/>
                    <a:pt x="90" y="277"/>
                    <a:pt x="91" y="276"/>
                  </a:cubicBezTo>
                  <a:cubicBezTo>
                    <a:pt x="92" y="276"/>
                    <a:pt x="94" y="277"/>
                    <a:pt x="95" y="278"/>
                  </a:cubicBezTo>
                  <a:cubicBezTo>
                    <a:pt x="96" y="278"/>
                    <a:pt x="99" y="279"/>
                    <a:pt x="100" y="279"/>
                  </a:cubicBezTo>
                  <a:cubicBezTo>
                    <a:pt x="101" y="279"/>
                    <a:pt x="104" y="278"/>
                    <a:pt x="105" y="278"/>
                  </a:cubicBezTo>
                  <a:cubicBezTo>
                    <a:pt x="106" y="279"/>
                    <a:pt x="107" y="281"/>
                    <a:pt x="108" y="282"/>
                  </a:cubicBezTo>
                  <a:cubicBezTo>
                    <a:pt x="109" y="283"/>
                    <a:pt x="113" y="283"/>
                    <a:pt x="114" y="282"/>
                  </a:cubicBezTo>
                  <a:cubicBezTo>
                    <a:pt x="115" y="282"/>
                    <a:pt x="115" y="280"/>
                    <a:pt x="116" y="279"/>
                  </a:cubicBezTo>
                  <a:cubicBezTo>
                    <a:pt x="116" y="278"/>
                    <a:pt x="117" y="275"/>
                    <a:pt x="117" y="274"/>
                  </a:cubicBezTo>
                  <a:cubicBezTo>
                    <a:pt x="116" y="273"/>
                    <a:pt x="114" y="271"/>
                    <a:pt x="114" y="269"/>
                  </a:cubicBezTo>
                  <a:cubicBezTo>
                    <a:pt x="112" y="268"/>
                    <a:pt x="110" y="266"/>
                    <a:pt x="109" y="265"/>
                  </a:cubicBezTo>
                  <a:cubicBezTo>
                    <a:pt x="107" y="264"/>
                    <a:pt x="106" y="261"/>
                    <a:pt x="105" y="260"/>
                  </a:cubicBezTo>
                  <a:cubicBezTo>
                    <a:pt x="104" y="259"/>
                    <a:pt x="103" y="258"/>
                    <a:pt x="102" y="257"/>
                  </a:cubicBezTo>
                  <a:cubicBezTo>
                    <a:pt x="101" y="257"/>
                    <a:pt x="98" y="257"/>
                    <a:pt x="97" y="256"/>
                  </a:cubicBezTo>
                  <a:cubicBezTo>
                    <a:pt x="96" y="256"/>
                    <a:pt x="95" y="254"/>
                    <a:pt x="94" y="253"/>
                  </a:cubicBezTo>
                  <a:cubicBezTo>
                    <a:pt x="93" y="252"/>
                    <a:pt x="93" y="250"/>
                    <a:pt x="92" y="249"/>
                  </a:cubicBezTo>
                  <a:cubicBezTo>
                    <a:pt x="91" y="248"/>
                    <a:pt x="89" y="249"/>
                    <a:pt x="88" y="248"/>
                  </a:cubicBezTo>
                  <a:cubicBezTo>
                    <a:pt x="87" y="246"/>
                    <a:pt x="87" y="241"/>
                    <a:pt x="87" y="239"/>
                  </a:cubicBezTo>
                  <a:cubicBezTo>
                    <a:pt x="86" y="238"/>
                    <a:pt x="85" y="236"/>
                    <a:pt x="85" y="235"/>
                  </a:cubicBezTo>
                  <a:cubicBezTo>
                    <a:pt x="84" y="233"/>
                    <a:pt x="84" y="229"/>
                    <a:pt x="83" y="228"/>
                  </a:cubicBezTo>
                  <a:cubicBezTo>
                    <a:pt x="82" y="227"/>
                    <a:pt x="81" y="225"/>
                    <a:pt x="80" y="224"/>
                  </a:cubicBezTo>
                  <a:cubicBezTo>
                    <a:pt x="78" y="223"/>
                    <a:pt x="75" y="224"/>
                    <a:pt x="74" y="222"/>
                  </a:cubicBezTo>
                  <a:cubicBezTo>
                    <a:pt x="73" y="221"/>
                    <a:pt x="76" y="218"/>
                    <a:pt x="75" y="216"/>
                  </a:cubicBezTo>
                  <a:cubicBezTo>
                    <a:pt x="75" y="216"/>
                    <a:pt x="74" y="215"/>
                    <a:pt x="73" y="214"/>
                  </a:cubicBezTo>
                  <a:cubicBezTo>
                    <a:pt x="73" y="214"/>
                    <a:pt x="71" y="213"/>
                    <a:pt x="70" y="213"/>
                  </a:cubicBezTo>
                  <a:cubicBezTo>
                    <a:pt x="69" y="213"/>
                    <a:pt x="66" y="213"/>
                    <a:pt x="64" y="214"/>
                  </a:cubicBezTo>
                  <a:cubicBezTo>
                    <a:pt x="63" y="214"/>
                    <a:pt x="62" y="216"/>
                    <a:pt x="61" y="216"/>
                  </a:cubicBezTo>
                  <a:cubicBezTo>
                    <a:pt x="60" y="216"/>
                    <a:pt x="59" y="215"/>
                    <a:pt x="59" y="214"/>
                  </a:cubicBezTo>
                  <a:cubicBezTo>
                    <a:pt x="58" y="213"/>
                    <a:pt x="59" y="212"/>
                    <a:pt x="60" y="211"/>
                  </a:cubicBezTo>
                  <a:cubicBezTo>
                    <a:pt x="60" y="210"/>
                    <a:pt x="62" y="210"/>
                    <a:pt x="62" y="209"/>
                  </a:cubicBezTo>
                  <a:cubicBezTo>
                    <a:pt x="62" y="208"/>
                    <a:pt x="60" y="207"/>
                    <a:pt x="59" y="207"/>
                  </a:cubicBezTo>
                  <a:cubicBezTo>
                    <a:pt x="59" y="206"/>
                    <a:pt x="57" y="205"/>
                    <a:pt x="56" y="204"/>
                  </a:cubicBezTo>
                  <a:cubicBezTo>
                    <a:pt x="55" y="203"/>
                    <a:pt x="54" y="203"/>
                    <a:pt x="54" y="202"/>
                  </a:cubicBezTo>
                  <a:cubicBezTo>
                    <a:pt x="54" y="201"/>
                    <a:pt x="56" y="200"/>
                    <a:pt x="56" y="200"/>
                  </a:cubicBezTo>
                  <a:cubicBezTo>
                    <a:pt x="57" y="199"/>
                    <a:pt x="57" y="196"/>
                    <a:pt x="57" y="196"/>
                  </a:cubicBezTo>
                  <a:cubicBezTo>
                    <a:pt x="56" y="195"/>
                    <a:pt x="55" y="194"/>
                    <a:pt x="54" y="194"/>
                  </a:cubicBezTo>
                  <a:cubicBezTo>
                    <a:pt x="53" y="194"/>
                    <a:pt x="50" y="194"/>
                    <a:pt x="49" y="194"/>
                  </a:cubicBezTo>
                  <a:cubicBezTo>
                    <a:pt x="48" y="194"/>
                    <a:pt x="45" y="195"/>
                    <a:pt x="44" y="195"/>
                  </a:cubicBezTo>
                  <a:cubicBezTo>
                    <a:pt x="43" y="195"/>
                    <a:pt x="41" y="195"/>
                    <a:pt x="41" y="195"/>
                  </a:cubicBezTo>
                  <a:cubicBezTo>
                    <a:pt x="40" y="195"/>
                    <a:pt x="38" y="193"/>
                    <a:pt x="38" y="192"/>
                  </a:cubicBezTo>
                  <a:cubicBezTo>
                    <a:pt x="37" y="191"/>
                    <a:pt x="38" y="188"/>
                    <a:pt x="38" y="187"/>
                  </a:cubicBezTo>
                  <a:cubicBezTo>
                    <a:pt x="37" y="185"/>
                    <a:pt x="34" y="183"/>
                    <a:pt x="32" y="182"/>
                  </a:cubicBezTo>
                  <a:cubicBezTo>
                    <a:pt x="31" y="181"/>
                    <a:pt x="30" y="180"/>
                    <a:pt x="29" y="180"/>
                  </a:cubicBezTo>
                  <a:cubicBezTo>
                    <a:pt x="28" y="179"/>
                    <a:pt x="25" y="179"/>
                    <a:pt x="24" y="179"/>
                  </a:cubicBezTo>
                  <a:cubicBezTo>
                    <a:pt x="24" y="178"/>
                    <a:pt x="23" y="176"/>
                    <a:pt x="22" y="176"/>
                  </a:cubicBezTo>
                  <a:cubicBezTo>
                    <a:pt x="21" y="176"/>
                    <a:pt x="20" y="175"/>
                    <a:pt x="19" y="175"/>
                  </a:cubicBezTo>
                  <a:cubicBezTo>
                    <a:pt x="18" y="175"/>
                    <a:pt x="15" y="175"/>
                    <a:pt x="15" y="175"/>
                  </a:cubicBezTo>
                  <a:cubicBezTo>
                    <a:pt x="14" y="174"/>
                    <a:pt x="14" y="173"/>
                    <a:pt x="14" y="172"/>
                  </a:cubicBezTo>
                  <a:cubicBezTo>
                    <a:pt x="13" y="171"/>
                    <a:pt x="12" y="170"/>
                    <a:pt x="11" y="170"/>
                  </a:cubicBezTo>
                  <a:cubicBezTo>
                    <a:pt x="11" y="169"/>
                    <a:pt x="8" y="170"/>
                    <a:pt x="7" y="170"/>
                  </a:cubicBezTo>
                  <a:cubicBezTo>
                    <a:pt x="7" y="169"/>
                    <a:pt x="6" y="168"/>
                    <a:pt x="6" y="167"/>
                  </a:cubicBezTo>
                  <a:cubicBezTo>
                    <a:pt x="7" y="167"/>
                    <a:pt x="8" y="166"/>
                    <a:pt x="8" y="166"/>
                  </a:cubicBezTo>
                  <a:cubicBezTo>
                    <a:pt x="9" y="165"/>
                    <a:pt x="11" y="162"/>
                    <a:pt x="11" y="161"/>
                  </a:cubicBezTo>
                  <a:cubicBezTo>
                    <a:pt x="12" y="160"/>
                    <a:pt x="12" y="157"/>
                    <a:pt x="13" y="156"/>
                  </a:cubicBezTo>
                  <a:cubicBezTo>
                    <a:pt x="13" y="155"/>
                    <a:pt x="16" y="154"/>
                    <a:pt x="17" y="153"/>
                  </a:cubicBezTo>
                  <a:cubicBezTo>
                    <a:pt x="17" y="152"/>
                    <a:pt x="19" y="150"/>
                    <a:pt x="19" y="149"/>
                  </a:cubicBezTo>
                  <a:cubicBezTo>
                    <a:pt x="19" y="148"/>
                    <a:pt x="18" y="145"/>
                    <a:pt x="17" y="144"/>
                  </a:cubicBezTo>
                  <a:cubicBezTo>
                    <a:pt x="16" y="143"/>
                    <a:pt x="16" y="140"/>
                    <a:pt x="14" y="140"/>
                  </a:cubicBezTo>
                  <a:cubicBezTo>
                    <a:pt x="14" y="140"/>
                    <a:pt x="12" y="141"/>
                    <a:pt x="12" y="141"/>
                  </a:cubicBezTo>
                  <a:cubicBezTo>
                    <a:pt x="11" y="142"/>
                    <a:pt x="10" y="145"/>
                    <a:pt x="9" y="145"/>
                  </a:cubicBezTo>
                  <a:cubicBezTo>
                    <a:pt x="8" y="145"/>
                    <a:pt x="8" y="142"/>
                    <a:pt x="7" y="142"/>
                  </a:cubicBezTo>
                  <a:cubicBezTo>
                    <a:pt x="6" y="141"/>
                    <a:pt x="3" y="141"/>
                    <a:pt x="2" y="140"/>
                  </a:cubicBezTo>
                  <a:cubicBezTo>
                    <a:pt x="1" y="140"/>
                    <a:pt x="0" y="138"/>
                    <a:pt x="0" y="137"/>
                  </a:cubicBezTo>
                  <a:cubicBezTo>
                    <a:pt x="0" y="136"/>
                    <a:pt x="1" y="133"/>
                    <a:pt x="2" y="132"/>
                  </a:cubicBezTo>
                  <a:cubicBezTo>
                    <a:pt x="3" y="132"/>
                    <a:pt x="7" y="132"/>
                    <a:pt x="8" y="131"/>
                  </a:cubicBezTo>
                  <a:cubicBezTo>
                    <a:pt x="9" y="130"/>
                    <a:pt x="11" y="128"/>
                    <a:pt x="12" y="127"/>
                  </a:cubicBezTo>
                  <a:cubicBezTo>
                    <a:pt x="13" y="127"/>
                    <a:pt x="14" y="125"/>
                    <a:pt x="15" y="125"/>
                  </a:cubicBezTo>
                  <a:cubicBezTo>
                    <a:pt x="16" y="124"/>
                    <a:pt x="18" y="124"/>
                    <a:pt x="19" y="124"/>
                  </a:cubicBezTo>
                  <a:cubicBezTo>
                    <a:pt x="20" y="124"/>
                    <a:pt x="22" y="124"/>
                    <a:pt x="22" y="125"/>
                  </a:cubicBezTo>
                  <a:cubicBezTo>
                    <a:pt x="23" y="125"/>
                    <a:pt x="23" y="127"/>
                    <a:pt x="23" y="128"/>
                  </a:cubicBezTo>
                  <a:cubicBezTo>
                    <a:pt x="23" y="129"/>
                    <a:pt x="23" y="131"/>
                    <a:pt x="24" y="131"/>
                  </a:cubicBezTo>
                  <a:cubicBezTo>
                    <a:pt x="24" y="132"/>
                    <a:pt x="26" y="133"/>
                    <a:pt x="28" y="134"/>
                  </a:cubicBezTo>
                  <a:cubicBezTo>
                    <a:pt x="29" y="134"/>
                    <a:pt x="31" y="134"/>
                    <a:pt x="32" y="134"/>
                  </a:cubicBezTo>
                  <a:cubicBezTo>
                    <a:pt x="34" y="133"/>
                    <a:pt x="36" y="132"/>
                    <a:pt x="37" y="131"/>
                  </a:cubicBezTo>
                  <a:cubicBezTo>
                    <a:pt x="38" y="131"/>
                    <a:pt x="39" y="129"/>
                    <a:pt x="40" y="128"/>
                  </a:cubicBezTo>
                  <a:cubicBezTo>
                    <a:pt x="40" y="127"/>
                    <a:pt x="41" y="125"/>
                    <a:pt x="41" y="124"/>
                  </a:cubicBezTo>
                  <a:cubicBezTo>
                    <a:pt x="41" y="123"/>
                    <a:pt x="39" y="121"/>
                    <a:pt x="39" y="120"/>
                  </a:cubicBezTo>
                  <a:cubicBezTo>
                    <a:pt x="38" y="119"/>
                    <a:pt x="37" y="116"/>
                    <a:pt x="38" y="115"/>
                  </a:cubicBezTo>
                  <a:cubicBezTo>
                    <a:pt x="38" y="114"/>
                    <a:pt x="40" y="113"/>
                    <a:pt x="40" y="112"/>
                  </a:cubicBezTo>
                  <a:cubicBezTo>
                    <a:pt x="41" y="112"/>
                    <a:pt x="43" y="113"/>
                    <a:pt x="44" y="112"/>
                  </a:cubicBezTo>
                  <a:cubicBezTo>
                    <a:pt x="45" y="112"/>
                    <a:pt x="47" y="111"/>
                    <a:pt x="48" y="110"/>
                  </a:cubicBezTo>
                  <a:cubicBezTo>
                    <a:pt x="49" y="109"/>
                    <a:pt x="49" y="107"/>
                    <a:pt x="49" y="106"/>
                  </a:cubicBezTo>
                  <a:cubicBezTo>
                    <a:pt x="50" y="105"/>
                    <a:pt x="49" y="102"/>
                    <a:pt x="49" y="101"/>
                  </a:cubicBezTo>
                  <a:cubicBezTo>
                    <a:pt x="49" y="100"/>
                    <a:pt x="51" y="98"/>
                    <a:pt x="51" y="98"/>
                  </a:cubicBezTo>
                  <a:cubicBezTo>
                    <a:pt x="52" y="97"/>
                    <a:pt x="54" y="95"/>
                    <a:pt x="55" y="94"/>
                  </a:cubicBezTo>
                  <a:cubicBezTo>
                    <a:pt x="56" y="92"/>
                    <a:pt x="58" y="89"/>
                    <a:pt x="59" y="88"/>
                  </a:cubicBezTo>
                  <a:cubicBezTo>
                    <a:pt x="60" y="86"/>
                    <a:pt x="63" y="82"/>
                    <a:pt x="64" y="80"/>
                  </a:cubicBezTo>
                  <a:cubicBezTo>
                    <a:pt x="65" y="78"/>
                    <a:pt x="64" y="74"/>
                    <a:pt x="65" y="72"/>
                  </a:cubicBezTo>
                  <a:cubicBezTo>
                    <a:pt x="65" y="71"/>
                    <a:pt x="67" y="68"/>
                    <a:pt x="68" y="66"/>
                  </a:cubicBezTo>
                  <a:cubicBezTo>
                    <a:pt x="69" y="65"/>
                    <a:pt x="72" y="63"/>
                    <a:pt x="74" y="63"/>
                  </a:cubicBezTo>
                  <a:cubicBezTo>
                    <a:pt x="74" y="63"/>
                    <a:pt x="76" y="63"/>
                    <a:pt x="76" y="64"/>
                  </a:cubicBezTo>
                  <a:cubicBezTo>
                    <a:pt x="77" y="65"/>
                    <a:pt x="77" y="67"/>
                    <a:pt x="77" y="68"/>
                  </a:cubicBezTo>
                  <a:cubicBezTo>
                    <a:pt x="78" y="69"/>
                    <a:pt x="82" y="69"/>
                    <a:pt x="83" y="69"/>
                  </a:cubicBezTo>
                  <a:cubicBezTo>
                    <a:pt x="85" y="69"/>
                    <a:pt x="89" y="70"/>
                    <a:pt x="91" y="69"/>
                  </a:cubicBezTo>
                  <a:cubicBezTo>
                    <a:pt x="93" y="68"/>
                    <a:pt x="94" y="64"/>
                    <a:pt x="96" y="64"/>
                  </a:cubicBezTo>
                  <a:cubicBezTo>
                    <a:pt x="97" y="63"/>
                    <a:pt x="100" y="63"/>
                    <a:pt x="101" y="63"/>
                  </a:cubicBezTo>
                  <a:cubicBezTo>
                    <a:pt x="102" y="63"/>
                    <a:pt x="104" y="62"/>
                    <a:pt x="105" y="61"/>
                  </a:cubicBezTo>
                  <a:cubicBezTo>
                    <a:pt x="106" y="60"/>
                    <a:pt x="106" y="55"/>
                    <a:pt x="107" y="54"/>
                  </a:cubicBezTo>
                  <a:cubicBezTo>
                    <a:pt x="107" y="52"/>
                    <a:pt x="108" y="48"/>
                    <a:pt x="110" y="46"/>
                  </a:cubicBezTo>
                  <a:cubicBezTo>
                    <a:pt x="110" y="45"/>
                    <a:pt x="113" y="43"/>
                    <a:pt x="114" y="43"/>
                  </a:cubicBezTo>
                  <a:cubicBezTo>
                    <a:pt x="116" y="42"/>
                    <a:pt x="120" y="42"/>
                    <a:pt x="122" y="41"/>
                  </a:cubicBezTo>
                  <a:cubicBezTo>
                    <a:pt x="123" y="41"/>
                    <a:pt x="125" y="39"/>
                    <a:pt x="126" y="39"/>
                  </a:cubicBezTo>
                  <a:cubicBezTo>
                    <a:pt x="128" y="39"/>
                    <a:pt x="133" y="40"/>
                    <a:pt x="134" y="39"/>
                  </a:cubicBezTo>
                  <a:cubicBezTo>
                    <a:pt x="135" y="38"/>
                    <a:pt x="137" y="36"/>
                    <a:pt x="137" y="35"/>
                  </a:cubicBezTo>
                  <a:cubicBezTo>
                    <a:pt x="137" y="33"/>
                    <a:pt x="136" y="31"/>
                    <a:pt x="136" y="30"/>
                  </a:cubicBezTo>
                  <a:cubicBezTo>
                    <a:pt x="136" y="29"/>
                    <a:pt x="136" y="25"/>
                    <a:pt x="136" y="24"/>
                  </a:cubicBezTo>
                  <a:cubicBezTo>
                    <a:pt x="137" y="23"/>
                    <a:pt x="137" y="20"/>
                    <a:pt x="138" y="20"/>
                  </a:cubicBezTo>
                  <a:cubicBezTo>
                    <a:pt x="139" y="19"/>
                    <a:pt x="141" y="17"/>
                    <a:pt x="142" y="17"/>
                  </a:cubicBezTo>
                  <a:cubicBezTo>
                    <a:pt x="143" y="16"/>
                    <a:pt x="146" y="15"/>
                    <a:pt x="147" y="15"/>
                  </a:cubicBezTo>
                  <a:cubicBezTo>
                    <a:pt x="149" y="15"/>
                    <a:pt x="152" y="15"/>
                    <a:pt x="153" y="15"/>
                  </a:cubicBezTo>
                  <a:cubicBezTo>
                    <a:pt x="154" y="15"/>
                    <a:pt x="157" y="14"/>
                    <a:pt x="158" y="13"/>
                  </a:cubicBezTo>
                  <a:cubicBezTo>
                    <a:pt x="160" y="13"/>
                    <a:pt x="162" y="12"/>
                    <a:pt x="163" y="11"/>
                  </a:cubicBezTo>
                  <a:cubicBezTo>
                    <a:pt x="164" y="9"/>
                    <a:pt x="163" y="7"/>
                    <a:pt x="164" y="6"/>
                  </a:cubicBezTo>
                  <a:cubicBezTo>
                    <a:pt x="165" y="4"/>
                    <a:pt x="168" y="2"/>
                    <a:pt x="169" y="2"/>
                  </a:cubicBezTo>
                  <a:cubicBezTo>
                    <a:pt x="170" y="2"/>
                    <a:pt x="173" y="2"/>
                    <a:pt x="174" y="2"/>
                  </a:cubicBezTo>
                  <a:cubicBezTo>
                    <a:pt x="174" y="2"/>
                    <a:pt x="176" y="1"/>
                    <a:pt x="177" y="0"/>
                  </a:cubicBezTo>
                  <a:cubicBezTo>
                    <a:pt x="177" y="0"/>
                    <a:pt x="177" y="0"/>
                    <a:pt x="177" y="0"/>
                  </a:cubicBezTo>
                  <a:cubicBezTo>
                    <a:pt x="177" y="0"/>
                    <a:pt x="177" y="0"/>
                    <a:pt x="177" y="0"/>
                  </a:cubicBezTo>
                  <a:cubicBezTo>
                    <a:pt x="179" y="1"/>
                    <a:pt x="182" y="1"/>
                    <a:pt x="183" y="1"/>
                  </a:cubicBezTo>
                  <a:cubicBezTo>
                    <a:pt x="184" y="1"/>
                    <a:pt x="186" y="0"/>
                    <a:pt x="187" y="0"/>
                  </a:cubicBezTo>
                  <a:cubicBezTo>
                    <a:pt x="188" y="0"/>
                    <a:pt x="190" y="1"/>
                    <a:pt x="191" y="1"/>
                  </a:cubicBezTo>
                  <a:cubicBezTo>
                    <a:pt x="192" y="2"/>
                    <a:pt x="195" y="3"/>
                    <a:pt x="195" y="4"/>
                  </a:cubicBezTo>
                  <a:cubicBezTo>
                    <a:pt x="196" y="4"/>
                    <a:pt x="196" y="6"/>
                    <a:pt x="196" y="6"/>
                  </a:cubicBezTo>
                  <a:cubicBezTo>
                    <a:pt x="195" y="7"/>
                    <a:pt x="195" y="9"/>
                    <a:pt x="195" y="10"/>
                  </a:cubicBezTo>
                  <a:cubicBezTo>
                    <a:pt x="195" y="11"/>
                    <a:pt x="194" y="12"/>
                    <a:pt x="194" y="12"/>
                  </a:cubicBezTo>
                  <a:cubicBezTo>
                    <a:pt x="194" y="13"/>
                    <a:pt x="194" y="14"/>
                    <a:pt x="194" y="15"/>
                  </a:cubicBezTo>
                  <a:cubicBezTo>
                    <a:pt x="194" y="16"/>
                    <a:pt x="196" y="16"/>
                    <a:pt x="196" y="16"/>
                  </a:cubicBezTo>
                  <a:cubicBezTo>
                    <a:pt x="197" y="17"/>
                    <a:pt x="199" y="17"/>
                    <a:pt x="200" y="16"/>
                  </a:cubicBezTo>
                  <a:cubicBezTo>
                    <a:pt x="201" y="16"/>
                    <a:pt x="202" y="13"/>
                    <a:pt x="203" y="13"/>
                  </a:cubicBezTo>
                  <a:cubicBezTo>
                    <a:pt x="205" y="12"/>
                    <a:pt x="208" y="11"/>
                    <a:pt x="209" y="11"/>
                  </a:cubicBezTo>
                  <a:cubicBezTo>
                    <a:pt x="210" y="11"/>
                    <a:pt x="213" y="11"/>
                    <a:pt x="214" y="11"/>
                  </a:cubicBezTo>
                  <a:cubicBezTo>
                    <a:pt x="216" y="12"/>
                    <a:pt x="218" y="13"/>
                    <a:pt x="219" y="14"/>
                  </a:cubicBezTo>
                  <a:cubicBezTo>
                    <a:pt x="220" y="14"/>
                    <a:pt x="222" y="15"/>
                    <a:pt x="222" y="16"/>
                  </a:cubicBezTo>
                  <a:cubicBezTo>
                    <a:pt x="224" y="17"/>
                    <a:pt x="228" y="19"/>
                    <a:pt x="229" y="21"/>
                  </a:cubicBezTo>
                  <a:cubicBezTo>
                    <a:pt x="231" y="22"/>
                    <a:pt x="233" y="26"/>
                    <a:pt x="234" y="27"/>
                  </a:cubicBezTo>
                  <a:cubicBezTo>
                    <a:pt x="234" y="29"/>
                    <a:pt x="234" y="33"/>
                    <a:pt x="233" y="35"/>
                  </a:cubicBezTo>
                  <a:cubicBezTo>
                    <a:pt x="233" y="37"/>
                    <a:pt x="232" y="41"/>
                    <a:pt x="231" y="43"/>
                  </a:cubicBezTo>
                  <a:cubicBezTo>
                    <a:pt x="231" y="44"/>
                    <a:pt x="229" y="47"/>
                    <a:pt x="228" y="49"/>
                  </a:cubicBezTo>
                  <a:cubicBezTo>
                    <a:pt x="227" y="50"/>
                    <a:pt x="224" y="54"/>
                    <a:pt x="223" y="55"/>
                  </a:cubicBezTo>
                  <a:cubicBezTo>
                    <a:pt x="222" y="56"/>
                    <a:pt x="220" y="57"/>
                    <a:pt x="219" y="57"/>
                  </a:cubicBezTo>
                  <a:cubicBezTo>
                    <a:pt x="217" y="58"/>
                    <a:pt x="216" y="59"/>
                    <a:pt x="215" y="60"/>
                  </a:cubicBezTo>
                  <a:cubicBezTo>
                    <a:pt x="213" y="61"/>
                    <a:pt x="209" y="61"/>
                    <a:pt x="208" y="62"/>
                  </a:cubicBezTo>
                  <a:cubicBezTo>
                    <a:pt x="208" y="63"/>
                    <a:pt x="208" y="66"/>
                    <a:pt x="208" y="67"/>
                  </a:cubicBezTo>
                  <a:cubicBezTo>
                    <a:pt x="209" y="68"/>
                    <a:pt x="210" y="70"/>
                    <a:pt x="212" y="71"/>
                  </a:cubicBezTo>
                  <a:cubicBezTo>
                    <a:pt x="213" y="71"/>
                    <a:pt x="216" y="71"/>
                    <a:pt x="217" y="71"/>
                  </a:cubicBezTo>
                  <a:cubicBezTo>
                    <a:pt x="218" y="72"/>
                    <a:pt x="219" y="74"/>
                    <a:pt x="220" y="75"/>
                  </a:cubicBezTo>
                  <a:cubicBezTo>
                    <a:pt x="221" y="76"/>
                    <a:pt x="224" y="78"/>
                    <a:pt x="226" y="79"/>
                  </a:cubicBezTo>
                  <a:cubicBezTo>
                    <a:pt x="226" y="79"/>
                    <a:pt x="228" y="79"/>
                    <a:pt x="229" y="78"/>
                  </a:cubicBezTo>
                  <a:cubicBezTo>
                    <a:pt x="230" y="78"/>
                    <a:pt x="230" y="75"/>
                    <a:pt x="230" y="74"/>
                  </a:cubicBezTo>
                  <a:cubicBezTo>
                    <a:pt x="231" y="74"/>
                    <a:pt x="232" y="73"/>
                    <a:pt x="233" y="73"/>
                  </a:cubicBezTo>
                  <a:cubicBezTo>
                    <a:pt x="235" y="73"/>
                    <a:pt x="237" y="74"/>
                    <a:pt x="238" y="75"/>
                  </a:cubicBezTo>
                  <a:cubicBezTo>
                    <a:pt x="239" y="75"/>
                    <a:pt x="241" y="77"/>
                    <a:pt x="242" y="77"/>
                  </a:cubicBezTo>
                  <a:cubicBezTo>
                    <a:pt x="243" y="78"/>
                    <a:pt x="246" y="79"/>
                    <a:pt x="247" y="80"/>
                  </a:cubicBezTo>
                  <a:cubicBezTo>
                    <a:pt x="249" y="81"/>
                    <a:pt x="251" y="82"/>
                    <a:pt x="252" y="83"/>
                  </a:cubicBezTo>
                  <a:cubicBezTo>
                    <a:pt x="254" y="84"/>
                    <a:pt x="256" y="86"/>
                    <a:pt x="257" y="87"/>
                  </a:cubicBezTo>
                  <a:cubicBezTo>
                    <a:pt x="259" y="88"/>
                    <a:pt x="261" y="90"/>
                    <a:pt x="262" y="91"/>
                  </a:cubicBezTo>
                  <a:cubicBezTo>
                    <a:pt x="264" y="93"/>
                    <a:pt x="268" y="95"/>
                    <a:pt x="270" y="96"/>
                  </a:cubicBezTo>
                  <a:cubicBezTo>
                    <a:pt x="272" y="97"/>
                    <a:pt x="275" y="99"/>
                    <a:pt x="276" y="101"/>
                  </a:cubicBezTo>
                  <a:cubicBezTo>
                    <a:pt x="277" y="101"/>
                    <a:pt x="278" y="104"/>
                    <a:pt x="279" y="104"/>
                  </a:cubicBezTo>
                  <a:cubicBezTo>
                    <a:pt x="280" y="105"/>
                    <a:pt x="283" y="106"/>
                    <a:pt x="284" y="107"/>
                  </a:cubicBezTo>
                  <a:cubicBezTo>
                    <a:pt x="285" y="107"/>
                    <a:pt x="287" y="107"/>
                    <a:pt x="288" y="108"/>
                  </a:cubicBezTo>
                  <a:cubicBezTo>
                    <a:pt x="289" y="109"/>
                    <a:pt x="289" y="111"/>
                    <a:pt x="290" y="112"/>
                  </a:cubicBezTo>
                  <a:cubicBezTo>
                    <a:pt x="291" y="113"/>
                    <a:pt x="295" y="113"/>
                    <a:pt x="297" y="114"/>
                  </a:cubicBezTo>
                  <a:cubicBezTo>
                    <a:pt x="298" y="115"/>
                    <a:pt x="300" y="117"/>
                    <a:pt x="301" y="118"/>
                  </a:cubicBezTo>
                  <a:cubicBezTo>
                    <a:pt x="303" y="119"/>
                    <a:pt x="307" y="120"/>
                    <a:pt x="309" y="121"/>
                  </a:cubicBezTo>
                  <a:cubicBezTo>
                    <a:pt x="310" y="121"/>
                    <a:pt x="312" y="121"/>
                    <a:pt x="314" y="121"/>
                  </a:cubicBezTo>
                  <a:cubicBezTo>
                    <a:pt x="317" y="122"/>
                    <a:pt x="323" y="122"/>
                    <a:pt x="326" y="123"/>
                  </a:cubicBezTo>
                  <a:cubicBezTo>
                    <a:pt x="327" y="124"/>
                    <a:pt x="329" y="126"/>
                    <a:pt x="329" y="127"/>
                  </a:cubicBezTo>
                  <a:cubicBezTo>
                    <a:pt x="330" y="129"/>
                    <a:pt x="331" y="131"/>
                    <a:pt x="331" y="132"/>
                  </a:cubicBezTo>
                  <a:cubicBezTo>
                    <a:pt x="331" y="133"/>
                    <a:pt x="331" y="135"/>
                    <a:pt x="332" y="136"/>
                  </a:cubicBezTo>
                  <a:cubicBezTo>
                    <a:pt x="330" y="137"/>
                    <a:pt x="328" y="137"/>
                    <a:pt x="327" y="137"/>
                  </a:cubicBezTo>
                  <a:cubicBezTo>
                    <a:pt x="327" y="137"/>
                    <a:pt x="325" y="136"/>
                    <a:pt x="325" y="136"/>
                  </a:cubicBezTo>
                  <a:cubicBezTo>
                    <a:pt x="324" y="135"/>
                    <a:pt x="321" y="136"/>
                    <a:pt x="320" y="136"/>
                  </a:cubicBezTo>
                  <a:cubicBezTo>
                    <a:pt x="318" y="136"/>
                    <a:pt x="316" y="138"/>
                    <a:pt x="315" y="139"/>
                  </a:cubicBezTo>
                  <a:cubicBezTo>
                    <a:pt x="314" y="141"/>
                    <a:pt x="313" y="144"/>
                    <a:pt x="312" y="145"/>
                  </a:cubicBezTo>
                  <a:cubicBezTo>
                    <a:pt x="311" y="146"/>
                    <a:pt x="309" y="147"/>
                    <a:pt x="308" y="147"/>
                  </a:cubicBezTo>
                  <a:cubicBezTo>
                    <a:pt x="307" y="148"/>
                    <a:pt x="306" y="150"/>
                    <a:pt x="305" y="151"/>
                  </a:cubicBezTo>
                  <a:cubicBezTo>
                    <a:pt x="305" y="152"/>
                    <a:pt x="304" y="155"/>
                    <a:pt x="304" y="157"/>
                  </a:cubicBezTo>
                  <a:cubicBezTo>
                    <a:pt x="304" y="158"/>
                    <a:pt x="303" y="160"/>
                    <a:pt x="303" y="161"/>
                  </a:cubicBezTo>
                  <a:cubicBezTo>
                    <a:pt x="303" y="162"/>
                    <a:pt x="304" y="165"/>
                    <a:pt x="304" y="166"/>
                  </a:cubicBezTo>
                  <a:cubicBezTo>
                    <a:pt x="304" y="167"/>
                    <a:pt x="302" y="170"/>
                    <a:pt x="301" y="170"/>
                  </a:cubicBezTo>
                  <a:cubicBezTo>
                    <a:pt x="300" y="171"/>
                    <a:pt x="297" y="171"/>
                    <a:pt x="296" y="171"/>
                  </a:cubicBezTo>
                  <a:cubicBezTo>
                    <a:pt x="295" y="171"/>
                    <a:pt x="293" y="170"/>
                    <a:pt x="293" y="170"/>
                  </a:cubicBezTo>
                  <a:cubicBezTo>
                    <a:pt x="292" y="170"/>
                    <a:pt x="290" y="169"/>
                    <a:pt x="290" y="170"/>
                  </a:cubicBezTo>
                  <a:cubicBezTo>
                    <a:pt x="288" y="170"/>
                    <a:pt x="287" y="173"/>
                    <a:pt x="286" y="174"/>
                  </a:cubicBezTo>
                  <a:cubicBezTo>
                    <a:pt x="285" y="175"/>
                    <a:pt x="284" y="177"/>
                    <a:pt x="283" y="178"/>
                  </a:cubicBezTo>
                  <a:cubicBezTo>
                    <a:pt x="282" y="178"/>
                    <a:pt x="280" y="179"/>
                    <a:pt x="279" y="179"/>
                  </a:cubicBezTo>
                  <a:cubicBezTo>
                    <a:pt x="278" y="180"/>
                    <a:pt x="276" y="180"/>
                    <a:pt x="275" y="180"/>
                  </a:cubicBezTo>
                  <a:cubicBezTo>
                    <a:pt x="274" y="180"/>
                    <a:pt x="273" y="178"/>
                    <a:pt x="273" y="177"/>
                  </a:cubicBezTo>
                  <a:cubicBezTo>
                    <a:pt x="272" y="177"/>
                    <a:pt x="270" y="177"/>
                    <a:pt x="269" y="177"/>
                  </a:cubicBezTo>
                  <a:cubicBezTo>
                    <a:pt x="268" y="177"/>
                    <a:pt x="266" y="177"/>
                    <a:pt x="265" y="177"/>
                  </a:cubicBezTo>
                  <a:cubicBezTo>
                    <a:pt x="264" y="178"/>
                    <a:pt x="266" y="181"/>
                    <a:pt x="265" y="182"/>
                  </a:cubicBezTo>
                  <a:cubicBezTo>
                    <a:pt x="265" y="183"/>
                    <a:pt x="263" y="186"/>
                    <a:pt x="262" y="187"/>
                  </a:cubicBezTo>
                  <a:cubicBezTo>
                    <a:pt x="261" y="188"/>
                    <a:pt x="261" y="189"/>
                    <a:pt x="260" y="189"/>
                  </a:cubicBezTo>
                  <a:cubicBezTo>
                    <a:pt x="260" y="190"/>
                    <a:pt x="258" y="191"/>
                    <a:pt x="257" y="191"/>
                  </a:cubicBezTo>
                  <a:cubicBezTo>
                    <a:pt x="256" y="191"/>
                    <a:pt x="255" y="189"/>
                    <a:pt x="254" y="188"/>
                  </a:cubicBezTo>
                  <a:cubicBezTo>
                    <a:pt x="253" y="188"/>
                    <a:pt x="250" y="189"/>
                    <a:pt x="249" y="188"/>
                  </a:cubicBezTo>
                  <a:cubicBezTo>
                    <a:pt x="247" y="188"/>
                    <a:pt x="245" y="187"/>
                    <a:pt x="244" y="187"/>
                  </a:cubicBezTo>
                  <a:cubicBezTo>
                    <a:pt x="243" y="186"/>
                    <a:pt x="242" y="186"/>
                    <a:pt x="241" y="187"/>
                  </a:cubicBezTo>
                  <a:cubicBezTo>
                    <a:pt x="240" y="187"/>
                    <a:pt x="239" y="189"/>
                    <a:pt x="239" y="190"/>
                  </a:cubicBezTo>
                  <a:cubicBezTo>
                    <a:pt x="238" y="191"/>
                    <a:pt x="238" y="193"/>
                    <a:pt x="238" y="195"/>
                  </a:cubicBezTo>
                  <a:cubicBezTo>
                    <a:pt x="238" y="196"/>
                    <a:pt x="237" y="198"/>
                    <a:pt x="236" y="199"/>
                  </a:cubicBezTo>
                  <a:cubicBezTo>
                    <a:pt x="236" y="200"/>
                    <a:pt x="233" y="203"/>
                    <a:pt x="232" y="204"/>
                  </a:cubicBezTo>
                  <a:cubicBezTo>
                    <a:pt x="231" y="204"/>
                    <a:pt x="229" y="204"/>
                    <a:pt x="228" y="204"/>
                  </a:cubicBezTo>
                  <a:cubicBezTo>
                    <a:pt x="226" y="205"/>
                    <a:pt x="223" y="205"/>
                    <a:pt x="222" y="204"/>
                  </a:cubicBezTo>
                  <a:cubicBezTo>
                    <a:pt x="220" y="204"/>
                    <a:pt x="218" y="202"/>
                    <a:pt x="217" y="202"/>
                  </a:cubicBezTo>
                  <a:cubicBezTo>
                    <a:pt x="216" y="202"/>
                    <a:pt x="214" y="203"/>
                    <a:pt x="213" y="204"/>
                  </a:cubicBezTo>
                  <a:cubicBezTo>
                    <a:pt x="212" y="205"/>
                    <a:pt x="211" y="207"/>
                    <a:pt x="210" y="208"/>
                  </a:cubicBezTo>
                  <a:cubicBezTo>
                    <a:pt x="210" y="210"/>
                    <a:pt x="210" y="213"/>
                    <a:pt x="210" y="215"/>
                  </a:cubicBezTo>
                  <a:cubicBezTo>
                    <a:pt x="210" y="216"/>
                    <a:pt x="211" y="218"/>
                    <a:pt x="210" y="219"/>
                  </a:cubicBezTo>
                  <a:cubicBezTo>
                    <a:pt x="210" y="221"/>
                    <a:pt x="209" y="223"/>
                    <a:pt x="208" y="224"/>
                  </a:cubicBezTo>
                  <a:cubicBezTo>
                    <a:pt x="207" y="224"/>
                    <a:pt x="204" y="225"/>
                    <a:pt x="203" y="226"/>
                  </a:cubicBezTo>
                  <a:cubicBezTo>
                    <a:pt x="201" y="226"/>
                    <a:pt x="198" y="226"/>
                    <a:pt x="196" y="227"/>
                  </a:cubicBezTo>
                  <a:cubicBezTo>
                    <a:pt x="195" y="228"/>
                    <a:pt x="194" y="231"/>
                    <a:pt x="194" y="232"/>
                  </a:cubicBezTo>
                  <a:cubicBezTo>
                    <a:pt x="193" y="234"/>
                    <a:pt x="192" y="237"/>
                    <a:pt x="191" y="238"/>
                  </a:cubicBezTo>
                  <a:cubicBezTo>
                    <a:pt x="191" y="239"/>
                    <a:pt x="190" y="240"/>
                    <a:pt x="190" y="241"/>
                  </a:cubicBezTo>
                  <a:cubicBezTo>
                    <a:pt x="190" y="242"/>
                    <a:pt x="191" y="244"/>
                    <a:pt x="191" y="244"/>
                  </a:cubicBezTo>
                  <a:cubicBezTo>
                    <a:pt x="192" y="245"/>
                    <a:pt x="193" y="245"/>
                    <a:pt x="194" y="245"/>
                  </a:cubicBezTo>
                  <a:cubicBezTo>
                    <a:pt x="194" y="246"/>
                    <a:pt x="194" y="248"/>
                    <a:pt x="194" y="248"/>
                  </a:cubicBezTo>
                  <a:cubicBezTo>
                    <a:pt x="194" y="249"/>
                    <a:pt x="192" y="250"/>
                    <a:pt x="192" y="250"/>
                  </a:cubicBezTo>
                  <a:cubicBezTo>
                    <a:pt x="191" y="251"/>
                    <a:pt x="189" y="250"/>
                    <a:pt x="188" y="251"/>
                  </a:cubicBezTo>
                  <a:cubicBezTo>
                    <a:pt x="187" y="251"/>
                    <a:pt x="184" y="253"/>
                    <a:pt x="182" y="254"/>
                  </a:cubicBezTo>
                  <a:cubicBezTo>
                    <a:pt x="182" y="254"/>
                    <a:pt x="180" y="256"/>
                    <a:pt x="180" y="257"/>
                  </a:cubicBezTo>
                  <a:cubicBezTo>
                    <a:pt x="179" y="258"/>
                    <a:pt x="178" y="261"/>
                    <a:pt x="177" y="263"/>
                  </a:cubicBezTo>
                  <a:cubicBezTo>
                    <a:pt x="176" y="264"/>
                    <a:pt x="175" y="266"/>
                    <a:pt x="174" y="267"/>
                  </a:cubicBezTo>
                  <a:cubicBezTo>
                    <a:pt x="173" y="269"/>
                    <a:pt x="171" y="273"/>
                    <a:pt x="170" y="275"/>
                  </a:cubicBezTo>
                  <a:cubicBezTo>
                    <a:pt x="170" y="277"/>
                    <a:pt x="168" y="282"/>
                    <a:pt x="169" y="284"/>
                  </a:cubicBezTo>
                  <a:cubicBezTo>
                    <a:pt x="169" y="285"/>
                    <a:pt x="171" y="287"/>
                    <a:pt x="171" y="288"/>
                  </a:cubicBezTo>
                  <a:cubicBezTo>
                    <a:pt x="171" y="289"/>
                    <a:pt x="170" y="290"/>
                    <a:pt x="170" y="291"/>
                  </a:cubicBezTo>
                  <a:cubicBezTo>
                    <a:pt x="170" y="292"/>
                    <a:pt x="169" y="294"/>
                    <a:pt x="169" y="295"/>
                  </a:cubicBezTo>
                  <a:cubicBezTo>
                    <a:pt x="169" y="296"/>
                    <a:pt x="169" y="297"/>
                    <a:pt x="169" y="298"/>
                  </a:cubicBezTo>
                  <a:cubicBezTo>
                    <a:pt x="169" y="299"/>
                    <a:pt x="166" y="300"/>
                    <a:pt x="166" y="301"/>
                  </a:cubicBezTo>
                  <a:cubicBezTo>
                    <a:pt x="165" y="302"/>
                    <a:pt x="165" y="303"/>
                    <a:pt x="165" y="304"/>
                  </a:cubicBezTo>
                  <a:cubicBezTo>
                    <a:pt x="166" y="305"/>
                    <a:pt x="168" y="306"/>
                    <a:pt x="168" y="307"/>
                  </a:cubicBezTo>
                  <a:cubicBezTo>
                    <a:pt x="169" y="307"/>
                    <a:pt x="169" y="309"/>
                    <a:pt x="170" y="310"/>
                  </a:cubicBezTo>
                  <a:cubicBezTo>
                    <a:pt x="170" y="311"/>
                    <a:pt x="169" y="313"/>
                    <a:pt x="169" y="314"/>
                  </a:cubicBezTo>
                  <a:cubicBezTo>
                    <a:pt x="169" y="315"/>
                    <a:pt x="170" y="317"/>
                    <a:pt x="170" y="317"/>
                  </a:cubicBezTo>
                  <a:cubicBezTo>
                    <a:pt x="171" y="318"/>
                    <a:pt x="175" y="317"/>
                    <a:pt x="176" y="317"/>
                  </a:cubicBezTo>
                  <a:cubicBezTo>
                    <a:pt x="177" y="317"/>
                    <a:pt x="178" y="318"/>
                    <a:pt x="178" y="319"/>
                  </a:cubicBezTo>
                  <a:cubicBezTo>
                    <a:pt x="179" y="320"/>
                    <a:pt x="180" y="323"/>
                    <a:pt x="179" y="324"/>
                  </a:cubicBezTo>
                  <a:cubicBezTo>
                    <a:pt x="179" y="325"/>
                    <a:pt x="178" y="327"/>
                    <a:pt x="177" y="327"/>
                  </a:cubicBezTo>
                  <a:cubicBezTo>
                    <a:pt x="176" y="328"/>
                    <a:pt x="175" y="329"/>
                    <a:pt x="174" y="329"/>
                  </a:cubicBezTo>
                  <a:cubicBezTo>
                    <a:pt x="173" y="330"/>
                    <a:pt x="171" y="330"/>
                    <a:pt x="170" y="330"/>
                  </a:cubicBezTo>
                  <a:cubicBezTo>
                    <a:pt x="169" y="331"/>
                    <a:pt x="168" y="333"/>
                    <a:pt x="167" y="334"/>
                  </a:cubicBezTo>
                  <a:cubicBezTo>
                    <a:pt x="166" y="335"/>
                    <a:pt x="165" y="336"/>
                    <a:pt x="164" y="337"/>
                  </a:cubicBezTo>
                  <a:cubicBezTo>
                    <a:pt x="164" y="338"/>
                    <a:pt x="164" y="340"/>
                    <a:pt x="163" y="341"/>
                  </a:cubicBezTo>
                  <a:cubicBezTo>
                    <a:pt x="163" y="342"/>
                    <a:pt x="161" y="343"/>
                    <a:pt x="160" y="343"/>
                  </a:cubicBezTo>
                  <a:cubicBezTo>
                    <a:pt x="159" y="344"/>
                    <a:pt x="157" y="345"/>
                    <a:pt x="156" y="346"/>
                  </a:cubicBezTo>
                  <a:cubicBezTo>
                    <a:pt x="155" y="346"/>
                    <a:pt x="154" y="348"/>
                    <a:pt x="153" y="349"/>
                  </a:cubicBezTo>
                  <a:cubicBezTo>
                    <a:pt x="152" y="349"/>
                    <a:pt x="151" y="350"/>
                    <a:pt x="150" y="350"/>
                  </a:cubicBezTo>
                  <a:cubicBezTo>
                    <a:pt x="149" y="350"/>
                    <a:pt x="146" y="350"/>
                    <a:pt x="145" y="350"/>
                  </a:cubicBezTo>
                  <a:cubicBezTo>
                    <a:pt x="144" y="349"/>
                    <a:pt x="142" y="350"/>
                    <a:pt x="141" y="349"/>
                  </a:cubicBezTo>
                  <a:cubicBezTo>
                    <a:pt x="139" y="349"/>
                    <a:pt x="136" y="349"/>
                    <a:pt x="135" y="349"/>
                  </a:cubicBezTo>
                  <a:cubicBezTo>
                    <a:pt x="134" y="348"/>
                    <a:pt x="132" y="347"/>
                    <a:pt x="132" y="347"/>
                  </a:cubicBezTo>
                  <a:cubicBezTo>
                    <a:pt x="131" y="347"/>
                    <a:pt x="129" y="347"/>
                    <a:pt x="128" y="347"/>
                  </a:cubicBezTo>
                  <a:cubicBezTo>
                    <a:pt x="128" y="347"/>
                    <a:pt x="126" y="348"/>
                    <a:pt x="125" y="348"/>
                  </a:cubicBezTo>
                  <a:cubicBezTo>
                    <a:pt x="124" y="348"/>
                    <a:pt x="120" y="348"/>
                    <a:pt x="119" y="347"/>
                  </a:cubicBezTo>
                  <a:cubicBezTo>
                    <a:pt x="118" y="346"/>
                    <a:pt x="117" y="344"/>
                    <a:pt x="117" y="343"/>
                  </a:cubicBezTo>
                  <a:cubicBezTo>
                    <a:pt x="116" y="342"/>
                    <a:pt x="116" y="339"/>
                    <a:pt x="116" y="338"/>
                  </a:cubicBezTo>
                  <a:cubicBezTo>
                    <a:pt x="116" y="337"/>
                    <a:pt x="117" y="335"/>
                    <a:pt x="117" y="334"/>
                  </a:cubicBezTo>
                  <a:cubicBezTo>
                    <a:pt x="116" y="333"/>
                    <a:pt x="114" y="331"/>
                    <a:pt x="113" y="331"/>
                  </a:cubicBezTo>
                  <a:cubicBezTo>
                    <a:pt x="112" y="330"/>
                    <a:pt x="108" y="330"/>
                    <a:pt x="106" y="329"/>
                  </a:cubicBezTo>
                  <a:cubicBezTo>
                    <a:pt x="105" y="329"/>
                    <a:pt x="102" y="331"/>
                    <a:pt x="101" y="330"/>
                  </a:cubicBezTo>
                  <a:cubicBezTo>
                    <a:pt x="98" y="329"/>
                    <a:pt x="94" y="324"/>
                    <a:pt x="93" y="321"/>
                  </a:cubicBezTo>
                  <a:cubicBezTo>
                    <a:pt x="92" y="320"/>
                    <a:pt x="92" y="317"/>
                    <a:pt x="91" y="316"/>
                  </a:cubicBezTo>
                  <a:cubicBezTo>
                    <a:pt x="90" y="315"/>
                    <a:pt x="87" y="314"/>
                    <a:pt x="86" y="314"/>
                  </a:cubicBezTo>
                  <a:cubicBezTo>
                    <a:pt x="85" y="314"/>
                    <a:pt x="83" y="313"/>
                    <a:pt x="82" y="313"/>
                  </a:cubicBezTo>
                  <a:cubicBezTo>
                    <a:pt x="81" y="313"/>
                    <a:pt x="81" y="313"/>
                    <a:pt x="80" y="3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3"/>
            <p:cNvSpPr>
              <a:spLocks/>
            </p:cNvSpPr>
            <p:nvPr/>
          </p:nvSpPr>
          <p:spPr bwMode="auto">
            <a:xfrm>
              <a:off x="2943226" y="1931988"/>
              <a:ext cx="1081088" cy="1322388"/>
            </a:xfrm>
            <a:custGeom>
              <a:avLst/>
              <a:gdLst/>
              <a:ahLst/>
              <a:cxnLst>
                <a:cxn ang="0">
                  <a:pos x="127" y="195"/>
                </a:cxn>
                <a:cxn ang="0">
                  <a:pos x="158" y="212"/>
                </a:cxn>
                <a:cxn ang="0">
                  <a:pos x="190" y="202"/>
                </a:cxn>
                <a:cxn ang="0">
                  <a:pos x="195" y="179"/>
                </a:cxn>
                <a:cxn ang="0">
                  <a:pos x="195" y="149"/>
                </a:cxn>
                <a:cxn ang="0">
                  <a:pos x="220" y="110"/>
                </a:cxn>
                <a:cxn ang="0">
                  <a:pos x="236" y="80"/>
                </a:cxn>
                <a:cxn ang="0">
                  <a:pos x="265" y="55"/>
                </a:cxn>
                <a:cxn ang="0">
                  <a:pos x="291" y="42"/>
                </a:cxn>
                <a:cxn ang="0">
                  <a:pos x="322" y="36"/>
                </a:cxn>
                <a:cxn ang="0">
                  <a:pos x="346" y="1"/>
                </a:cxn>
                <a:cxn ang="0">
                  <a:pos x="373" y="28"/>
                </a:cxn>
                <a:cxn ang="0">
                  <a:pos x="397" y="39"/>
                </a:cxn>
                <a:cxn ang="0">
                  <a:pos x="443" y="51"/>
                </a:cxn>
                <a:cxn ang="0">
                  <a:pos x="469" y="86"/>
                </a:cxn>
                <a:cxn ang="0">
                  <a:pos x="531" y="101"/>
                </a:cxn>
                <a:cxn ang="0">
                  <a:pos x="577" y="107"/>
                </a:cxn>
                <a:cxn ang="0">
                  <a:pos x="604" y="135"/>
                </a:cxn>
                <a:cxn ang="0">
                  <a:pos x="587" y="168"/>
                </a:cxn>
                <a:cxn ang="0">
                  <a:pos x="578" y="229"/>
                </a:cxn>
                <a:cxn ang="0">
                  <a:pos x="547" y="288"/>
                </a:cxn>
                <a:cxn ang="0">
                  <a:pos x="521" y="323"/>
                </a:cxn>
                <a:cxn ang="0">
                  <a:pos x="485" y="343"/>
                </a:cxn>
                <a:cxn ang="0">
                  <a:pos x="491" y="376"/>
                </a:cxn>
                <a:cxn ang="0">
                  <a:pos x="472" y="405"/>
                </a:cxn>
                <a:cxn ang="0">
                  <a:pos x="465" y="433"/>
                </a:cxn>
                <a:cxn ang="0">
                  <a:pos x="449" y="464"/>
                </a:cxn>
                <a:cxn ang="0">
                  <a:pos x="423" y="488"/>
                </a:cxn>
                <a:cxn ang="0">
                  <a:pos x="429" y="521"/>
                </a:cxn>
                <a:cxn ang="0">
                  <a:pos x="417" y="561"/>
                </a:cxn>
                <a:cxn ang="0">
                  <a:pos x="382" y="574"/>
                </a:cxn>
                <a:cxn ang="0">
                  <a:pos x="355" y="566"/>
                </a:cxn>
                <a:cxn ang="0">
                  <a:pos x="323" y="560"/>
                </a:cxn>
                <a:cxn ang="0">
                  <a:pos x="290" y="576"/>
                </a:cxn>
                <a:cxn ang="0">
                  <a:pos x="301" y="599"/>
                </a:cxn>
                <a:cxn ang="0">
                  <a:pos x="286" y="622"/>
                </a:cxn>
                <a:cxn ang="0">
                  <a:pos x="275" y="652"/>
                </a:cxn>
                <a:cxn ang="0">
                  <a:pos x="240" y="662"/>
                </a:cxn>
                <a:cxn ang="0">
                  <a:pos x="225" y="688"/>
                </a:cxn>
                <a:cxn ang="0">
                  <a:pos x="210" y="702"/>
                </a:cxn>
                <a:cxn ang="0">
                  <a:pos x="179" y="712"/>
                </a:cxn>
                <a:cxn ang="0">
                  <a:pos x="166" y="732"/>
                </a:cxn>
                <a:cxn ang="0">
                  <a:pos x="152" y="743"/>
                </a:cxn>
                <a:cxn ang="0">
                  <a:pos x="143" y="710"/>
                </a:cxn>
                <a:cxn ang="0">
                  <a:pos x="110" y="701"/>
                </a:cxn>
                <a:cxn ang="0">
                  <a:pos x="77" y="684"/>
                </a:cxn>
                <a:cxn ang="0">
                  <a:pos x="66" y="635"/>
                </a:cxn>
                <a:cxn ang="0">
                  <a:pos x="26" y="594"/>
                </a:cxn>
                <a:cxn ang="0">
                  <a:pos x="25" y="555"/>
                </a:cxn>
                <a:cxn ang="0">
                  <a:pos x="52" y="532"/>
                </a:cxn>
                <a:cxn ang="0">
                  <a:pos x="83" y="510"/>
                </a:cxn>
                <a:cxn ang="0">
                  <a:pos x="85" y="469"/>
                </a:cxn>
                <a:cxn ang="0">
                  <a:pos x="63" y="414"/>
                </a:cxn>
                <a:cxn ang="0">
                  <a:pos x="36" y="378"/>
                </a:cxn>
                <a:cxn ang="0">
                  <a:pos x="10" y="365"/>
                </a:cxn>
                <a:cxn ang="0">
                  <a:pos x="4" y="328"/>
                </a:cxn>
                <a:cxn ang="0">
                  <a:pos x="26" y="298"/>
                </a:cxn>
                <a:cxn ang="0">
                  <a:pos x="41" y="314"/>
                </a:cxn>
                <a:cxn ang="0">
                  <a:pos x="52" y="286"/>
                </a:cxn>
                <a:cxn ang="0">
                  <a:pos x="70" y="264"/>
                </a:cxn>
                <a:cxn ang="0">
                  <a:pos x="97" y="253"/>
                </a:cxn>
                <a:cxn ang="0">
                  <a:pos x="100" y="214"/>
                </a:cxn>
              </a:cxnLst>
              <a:rect l="0" t="0" r="r" b="b"/>
              <a:pathLst>
                <a:path w="608" h="744">
                  <a:moveTo>
                    <a:pt x="101" y="187"/>
                  </a:moveTo>
                  <a:cubicBezTo>
                    <a:pt x="101" y="185"/>
                    <a:pt x="101" y="183"/>
                    <a:pt x="102" y="182"/>
                  </a:cubicBezTo>
                  <a:cubicBezTo>
                    <a:pt x="102" y="181"/>
                    <a:pt x="104" y="180"/>
                    <a:pt x="105" y="179"/>
                  </a:cubicBezTo>
                  <a:cubicBezTo>
                    <a:pt x="105" y="179"/>
                    <a:pt x="106" y="178"/>
                    <a:pt x="106" y="178"/>
                  </a:cubicBezTo>
                  <a:cubicBezTo>
                    <a:pt x="107" y="178"/>
                    <a:pt x="107" y="178"/>
                    <a:pt x="108" y="178"/>
                  </a:cubicBezTo>
                  <a:cubicBezTo>
                    <a:pt x="109" y="178"/>
                    <a:pt x="111" y="179"/>
                    <a:pt x="112" y="179"/>
                  </a:cubicBezTo>
                  <a:cubicBezTo>
                    <a:pt x="113" y="179"/>
                    <a:pt x="116" y="180"/>
                    <a:pt x="117" y="181"/>
                  </a:cubicBezTo>
                  <a:cubicBezTo>
                    <a:pt x="118" y="182"/>
                    <a:pt x="118" y="185"/>
                    <a:pt x="119" y="186"/>
                  </a:cubicBezTo>
                  <a:cubicBezTo>
                    <a:pt x="120" y="189"/>
                    <a:pt x="124" y="194"/>
                    <a:pt x="127" y="195"/>
                  </a:cubicBezTo>
                  <a:cubicBezTo>
                    <a:pt x="128" y="196"/>
                    <a:pt x="131" y="194"/>
                    <a:pt x="132" y="194"/>
                  </a:cubicBezTo>
                  <a:cubicBezTo>
                    <a:pt x="134" y="195"/>
                    <a:pt x="138" y="195"/>
                    <a:pt x="139" y="196"/>
                  </a:cubicBezTo>
                  <a:cubicBezTo>
                    <a:pt x="140" y="196"/>
                    <a:pt x="142" y="198"/>
                    <a:pt x="143" y="199"/>
                  </a:cubicBezTo>
                  <a:cubicBezTo>
                    <a:pt x="143" y="200"/>
                    <a:pt x="142" y="202"/>
                    <a:pt x="142" y="203"/>
                  </a:cubicBezTo>
                  <a:cubicBezTo>
                    <a:pt x="142" y="204"/>
                    <a:pt x="142" y="207"/>
                    <a:pt x="143" y="208"/>
                  </a:cubicBezTo>
                  <a:cubicBezTo>
                    <a:pt x="143" y="209"/>
                    <a:pt x="144" y="211"/>
                    <a:pt x="145" y="212"/>
                  </a:cubicBezTo>
                  <a:cubicBezTo>
                    <a:pt x="146" y="213"/>
                    <a:pt x="150" y="213"/>
                    <a:pt x="151" y="213"/>
                  </a:cubicBezTo>
                  <a:cubicBezTo>
                    <a:pt x="152" y="213"/>
                    <a:pt x="154" y="212"/>
                    <a:pt x="154" y="212"/>
                  </a:cubicBezTo>
                  <a:cubicBezTo>
                    <a:pt x="155" y="212"/>
                    <a:pt x="157" y="212"/>
                    <a:pt x="158" y="212"/>
                  </a:cubicBezTo>
                  <a:cubicBezTo>
                    <a:pt x="158" y="212"/>
                    <a:pt x="160" y="213"/>
                    <a:pt x="161" y="214"/>
                  </a:cubicBezTo>
                  <a:cubicBezTo>
                    <a:pt x="162" y="214"/>
                    <a:pt x="165" y="214"/>
                    <a:pt x="167" y="214"/>
                  </a:cubicBezTo>
                  <a:cubicBezTo>
                    <a:pt x="168" y="215"/>
                    <a:pt x="170" y="214"/>
                    <a:pt x="171" y="215"/>
                  </a:cubicBezTo>
                  <a:cubicBezTo>
                    <a:pt x="172" y="215"/>
                    <a:pt x="175" y="215"/>
                    <a:pt x="176" y="215"/>
                  </a:cubicBezTo>
                  <a:cubicBezTo>
                    <a:pt x="177" y="215"/>
                    <a:pt x="178" y="214"/>
                    <a:pt x="179" y="214"/>
                  </a:cubicBezTo>
                  <a:cubicBezTo>
                    <a:pt x="180" y="213"/>
                    <a:pt x="181" y="211"/>
                    <a:pt x="182" y="211"/>
                  </a:cubicBezTo>
                  <a:cubicBezTo>
                    <a:pt x="183" y="210"/>
                    <a:pt x="185" y="209"/>
                    <a:pt x="186" y="208"/>
                  </a:cubicBezTo>
                  <a:cubicBezTo>
                    <a:pt x="187" y="208"/>
                    <a:pt x="189" y="207"/>
                    <a:pt x="189" y="206"/>
                  </a:cubicBezTo>
                  <a:cubicBezTo>
                    <a:pt x="190" y="205"/>
                    <a:pt x="190" y="203"/>
                    <a:pt x="190" y="202"/>
                  </a:cubicBezTo>
                  <a:cubicBezTo>
                    <a:pt x="191" y="201"/>
                    <a:pt x="192" y="200"/>
                    <a:pt x="193" y="199"/>
                  </a:cubicBezTo>
                  <a:cubicBezTo>
                    <a:pt x="194" y="198"/>
                    <a:pt x="195" y="196"/>
                    <a:pt x="196" y="195"/>
                  </a:cubicBezTo>
                  <a:cubicBezTo>
                    <a:pt x="197" y="195"/>
                    <a:pt x="199" y="195"/>
                    <a:pt x="200" y="194"/>
                  </a:cubicBezTo>
                  <a:cubicBezTo>
                    <a:pt x="201" y="194"/>
                    <a:pt x="202" y="193"/>
                    <a:pt x="203" y="192"/>
                  </a:cubicBezTo>
                  <a:cubicBezTo>
                    <a:pt x="204" y="192"/>
                    <a:pt x="205" y="190"/>
                    <a:pt x="205" y="189"/>
                  </a:cubicBezTo>
                  <a:cubicBezTo>
                    <a:pt x="206" y="188"/>
                    <a:pt x="205" y="185"/>
                    <a:pt x="204" y="184"/>
                  </a:cubicBezTo>
                  <a:cubicBezTo>
                    <a:pt x="204" y="183"/>
                    <a:pt x="203" y="182"/>
                    <a:pt x="202" y="182"/>
                  </a:cubicBezTo>
                  <a:cubicBezTo>
                    <a:pt x="201" y="182"/>
                    <a:pt x="197" y="183"/>
                    <a:pt x="196" y="182"/>
                  </a:cubicBezTo>
                  <a:cubicBezTo>
                    <a:pt x="196" y="182"/>
                    <a:pt x="195" y="180"/>
                    <a:pt x="195" y="179"/>
                  </a:cubicBezTo>
                  <a:cubicBezTo>
                    <a:pt x="195" y="178"/>
                    <a:pt x="196" y="176"/>
                    <a:pt x="196" y="175"/>
                  </a:cubicBezTo>
                  <a:cubicBezTo>
                    <a:pt x="195" y="174"/>
                    <a:pt x="195" y="172"/>
                    <a:pt x="194" y="172"/>
                  </a:cubicBezTo>
                  <a:cubicBezTo>
                    <a:pt x="194" y="171"/>
                    <a:pt x="192" y="170"/>
                    <a:pt x="191" y="169"/>
                  </a:cubicBezTo>
                  <a:cubicBezTo>
                    <a:pt x="191" y="168"/>
                    <a:pt x="191" y="167"/>
                    <a:pt x="192" y="166"/>
                  </a:cubicBezTo>
                  <a:cubicBezTo>
                    <a:pt x="192" y="165"/>
                    <a:pt x="195" y="164"/>
                    <a:pt x="195" y="163"/>
                  </a:cubicBezTo>
                  <a:cubicBezTo>
                    <a:pt x="195" y="162"/>
                    <a:pt x="195" y="161"/>
                    <a:pt x="195" y="160"/>
                  </a:cubicBezTo>
                  <a:cubicBezTo>
                    <a:pt x="195" y="159"/>
                    <a:pt x="196" y="157"/>
                    <a:pt x="196" y="156"/>
                  </a:cubicBezTo>
                  <a:cubicBezTo>
                    <a:pt x="196" y="155"/>
                    <a:pt x="197" y="154"/>
                    <a:pt x="197" y="153"/>
                  </a:cubicBezTo>
                  <a:cubicBezTo>
                    <a:pt x="197" y="152"/>
                    <a:pt x="195" y="150"/>
                    <a:pt x="195" y="149"/>
                  </a:cubicBezTo>
                  <a:cubicBezTo>
                    <a:pt x="194" y="147"/>
                    <a:pt x="196" y="142"/>
                    <a:pt x="196" y="140"/>
                  </a:cubicBezTo>
                  <a:cubicBezTo>
                    <a:pt x="197" y="138"/>
                    <a:pt x="199" y="134"/>
                    <a:pt x="200" y="132"/>
                  </a:cubicBezTo>
                  <a:cubicBezTo>
                    <a:pt x="201" y="131"/>
                    <a:pt x="202" y="129"/>
                    <a:pt x="203" y="128"/>
                  </a:cubicBezTo>
                  <a:cubicBezTo>
                    <a:pt x="204" y="126"/>
                    <a:pt x="205" y="123"/>
                    <a:pt x="206" y="122"/>
                  </a:cubicBezTo>
                  <a:cubicBezTo>
                    <a:pt x="206" y="121"/>
                    <a:pt x="208" y="119"/>
                    <a:pt x="208" y="119"/>
                  </a:cubicBezTo>
                  <a:cubicBezTo>
                    <a:pt x="210" y="118"/>
                    <a:pt x="213" y="116"/>
                    <a:pt x="214" y="116"/>
                  </a:cubicBezTo>
                  <a:cubicBezTo>
                    <a:pt x="215" y="115"/>
                    <a:pt x="217" y="116"/>
                    <a:pt x="218" y="115"/>
                  </a:cubicBezTo>
                  <a:cubicBezTo>
                    <a:pt x="218" y="115"/>
                    <a:pt x="220" y="114"/>
                    <a:pt x="220" y="113"/>
                  </a:cubicBezTo>
                  <a:cubicBezTo>
                    <a:pt x="220" y="113"/>
                    <a:pt x="220" y="111"/>
                    <a:pt x="220" y="110"/>
                  </a:cubicBezTo>
                  <a:cubicBezTo>
                    <a:pt x="219" y="110"/>
                    <a:pt x="218" y="110"/>
                    <a:pt x="217" y="109"/>
                  </a:cubicBezTo>
                  <a:cubicBezTo>
                    <a:pt x="217" y="109"/>
                    <a:pt x="216" y="107"/>
                    <a:pt x="216" y="106"/>
                  </a:cubicBezTo>
                  <a:cubicBezTo>
                    <a:pt x="216" y="105"/>
                    <a:pt x="217" y="104"/>
                    <a:pt x="217" y="103"/>
                  </a:cubicBezTo>
                  <a:cubicBezTo>
                    <a:pt x="218" y="102"/>
                    <a:pt x="219" y="99"/>
                    <a:pt x="220" y="97"/>
                  </a:cubicBezTo>
                  <a:cubicBezTo>
                    <a:pt x="220" y="96"/>
                    <a:pt x="221" y="93"/>
                    <a:pt x="222" y="92"/>
                  </a:cubicBezTo>
                  <a:cubicBezTo>
                    <a:pt x="224" y="91"/>
                    <a:pt x="227" y="91"/>
                    <a:pt x="229" y="91"/>
                  </a:cubicBezTo>
                  <a:cubicBezTo>
                    <a:pt x="230" y="90"/>
                    <a:pt x="233" y="89"/>
                    <a:pt x="234" y="89"/>
                  </a:cubicBezTo>
                  <a:cubicBezTo>
                    <a:pt x="235" y="88"/>
                    <a:pt x="236" y="86"/>
                    <a:pt x="236" y="84"/>
                  </a:cubicBezTo>
                  <a:cubicBezTo>
                    <a:pt x="237" y="83"/>
                    <a:pt x="236" y="81"/>
                    <a:pt x="236" y="80"/>
                  </a:cubicBezTo>
                  <a:cubicBezTo>
                    <a:pt x="236" y="78"/>
                    <a:pt x="236" y="75"/>
                    <a:pt x="236" y="73"/>
                  </a:cubicBezTo>
                  <a:cubicBezTo>
                    <a:pt x="237" y="72"/>
                    <a:pt x="238" y="70"/>
                    <a:pt x="239" y="69"/>
                  </a:cubicBezTo>
                  <a:cubicBezTo>
                    <a:pt x="240" y="68"/>
                    <a:pt x="242" y="67"/>
                    <a:pt x="243" y="67"/>
                  </a:cubicBezTo>
                  <a:cubicBezTo>
                    <a:pt x="244" y="67"/>
                    <a:pt x="246" y="69"/>
                    <a:pt x="248" y="69"/>
                  </a:cubicBezTo>
                  <a:cubicBezTo>
                    <a:pt x="249" y="70"/>
                    <a:pt x="252" y="70"/>
                    <a:pt x="254" y="69"/>
                  </a:cubicBezTo>
                  <a:cubicBezTo>
                    <a:pt x="255" y="69"/>
                    <a:pt x="257" y="69"/>
                    <a:pt x="258" y="69"/>
                  </a:cubicBezTo>
                  <a:cubicBezTo>
                    <a:pt x="259" y="68"/>
                    <a:pt x="262" y="65"/>
                    <a:pt x="262" y="64"/>
                  </a:cubicBezTo>
                  <a:cubicBezTo>
                    <a:pt x="263" y="63"/>
                    <a:pt x="264" y="61"/>
                    <a:pt x="264" y="60"/>
                  </a:cubicBezTo>
                  <a:cubicBezTo>
                    <a:pt x="264" y="58"/>
                    <a:pt x="264" y="56"/>
                    <a:pt x="265" y="55"/>
                  </a:cubicBezTo>
                  <a:cubicBezTo>
                    <a:pt x="265" y="54"/>
                    <a:pt x="266" y="52"/>
                    <a:pt x="267" y="52"/>
                  </a:cubicBezTo>
                  <a:cubicBezTo>
                    <a:pt x="268" y="51"/>
                    <a:pt x="269" y="51"/>
                    <a:pt x="270" y="52"/>
                  </a:cubicBezTo>
                  <a:cubicBezTo>
                    <a:pt x="271" y="52"/>
                    <a:pt x="273" y="53"/>
                    <a:pt x="275" y="53"/>
                  </a:cubicBezTo>
                  <a:cubicBezTo>
                    <a:pt x="276" y="54"/>
                    <a:pt x="279" y="53"/>
                    <a:pt x="280" y="53"/>
                  </a:cubicBezTo>
                  <a:cubicBezTo>
                    <a:pt x="281" y="54"/>
                    <a:pt x="282" y="56"/>
                    <a:pt x="283" y="56"/>
                  </a:cubicBezTo>
                  <a:cubicBezTo>
                    <a:pt x="284" y="56"/>
                    <a:pt x="286" y="55"/>
                    <a:pt x="286" y="54"/>
                  </a:cubicBezTo>
                  <a:cubicBezTo>
                    <a:pt x="287" y="54"/>
                    <a:pt x="287" y="53"/>
                    <a:pt x="288" y="52"/>
                  </a:cubicBezTo>
                  <a:cubicBezTo>
                    <a:pt x="289" y="51"/>
                    <a:pt x="291" y="48"/>
                    <a:pt x="291" y="47"/>
                  </a:cubicBezTo>
                  <a:cubicBezTo>
                    <a:pt x="292" y="46"/>
                    <a:pt x="290" y="43"/>
                    <a:pt x="291" y="42"/>
                  </a:cubicBezTo>
                  <a:cubicBezTo>
                    <a:pt x="292" y="42"/>
                    <a:pt x="294" y="42"/>
                    <a:pt x="295" y="42"/>
                  </a:cubicBezTo>
                  <a:cubicBezTo>
                    <a:pt x="296" y="42"/>
                    <a:pt x="298" y="42"/>
                    <a:pt x="299" y="42"/>
                  </a:cubicBezTo>
                  <a:cubicBezTo>
                    <a:pt x="299" y="43"/>
                    <a:pt x="300" y="45"/>
                    <a:pt x="301" y="45"/>
                  </a:cubicBezTo>
                  <a:cubicBezTo>
                    <a:pt x="302" y="45"/>
                    <a:pt x="304" y="45"/>
                    <a:pt x="305" y="44"/>
                  </a:cubicBezTo>
                  <a:cubicBezTo>
                    <a:pt x="306" y="44"/>
                    <a:pt x="308" y="43"/>
                    <a:pt x="309" y="43"/>
                  </a:cubicBezTo>
                  <a:cubicBezTo>
                    <a:pt x="310" y="42"/>
                    <a:pt x="311" y="40"/>
                    <a:pt x="312" y="39"/>
                  </a:cubicBezTo>
                  <a:cubicBezTo>
                    <a:pt x="313" y="38"/>
                    <a:pt x="314" y="35"/>
                    <a:pt x="316" y="35"/>
                  </a:cubicBezTo>
                  <a:cubicBezTo>
                    <a:pt x="316" y="34"/>
                    <a:pt x="318" y="35"/>
                    <a:pt x="319" y="35"/>
                  </a:cubicBezTo>
                  <a:cubicBezTo>
                    <a:pt x="319" y="35"/>
                    <a:pt x="321" y="36"/>
                    <a:pt x="322" y="36"/>
                  </a:cubicBezTo>
                  <a:cubicBezTo>
                    <a:pt x="323" y="36"/>
                    <a:pt x="326" y="36"/>
                    <a:pt x="327" y="35"/>
                  </a:cubicBezTo>
                  <a:cubicBezTo>
                    <a:pt x="328" y="35"/>
                    <a:pt x="330" y="32"/>
                    <a:pt x="330" y="31"/>
                  </a:cubicBezTo>
                  <a:cubicBezTo>
                    <a:pt x="330" y="30"/>
                    <a:pt x="329" y="27"/>
                    <a:pt x="329" y="26"/>
                  </a:cubicBezTo>
                  <a:cubicBezTo>
                    <a:pt x="329" y="25"/>
                    <a:pt x="330" y="23"/>
                    <a:pt x="330" y="22"/>
                  </a:cubicBezTo>
                  <a:cubicBezTo>
                    <a:pt x="330" y="20"/>
                    <a:pt x="331" y="17"/>
                    <a:pt x="331" y="16"/>
                  </a:cubicBezTo>
                  <a:cubicBezTo>
                    <a:pt x="332" y="15"/>
                    <a:pt x="333" y="13"/>
                    <a:pt x="334" y="12"/>
                  </a:cubicBezTo>
                  <a:cubicBezTo>
                    <a:pt x="335" y="12"/>
                    <a:pt x="337" y="11"/>
                    <a:pt x="338" y="10"/>
                  </a:cubicBezTo>
                  <a:cubicBezTo>
                    <a:pt x="339" y="9"/>
                    <a:pt x="340" y="6"/>
                    <a:pt x="341" y="4"/>
                  </a:cubicBezTo>
                  <a:cubicBezTo>
                    <a:pt x="342" y="3"/>
                    <a:pt x="344" y="1"/>
                    <a:pt x="346" y="1"/>
                  </a:cubicBezTo>
                  <a:cubicBezTo>
                    <a:pt x="347" y="1"/>
                    <a:pt x="350" y="0"/>
                    <a:pt x="351" y="1"/>
                  </a:cubicBezTo>
                  <a:cubicBezTo>
                    <a:pt x="351" y="1"/>
                    <a:pt x="353" y="2"/>
                    <a:pt x="353" y="2"/>
                  </a:cubicBezTo>
                  <a:cubicBezTo>
                    <a:pt x="354" y="2"/>
                    <a:pt x="356" y="2"/>
                    <a:pt x="358" y="1"/>
                  </a:cubicBezTo>
                  <a:cubicBezTo>
                    <a:pt x="358" y="2"/>
                    <a:pt x="358" y="2"/>
                    <a:pt x="358" y="3"/>
                  </a:cubicBezTo>
                  <a:cubicBezTo>
                    <a:pt x="359" y="4"/>
                    <a:pt x="360" y="8"/>
                    <a:pt x="361" y="9"/>
                  </a:cubicBezTo>
                  <a:cubicBezTo>
                    <a:pt x="362" y="11"/>
                    <a:pt x="364" y="14"/>
                    <a:pt x="365" y="15"/>
                  </a:cubicBezTo>
                  <a:cubicBezTo>
                    <a:pt x="366" y="16"/>
                    <a:pt x="368" y="18"/>
                    <a:pt x="369" y="18"/>
                  </a:cubicBezTo>
                  <a:cubicBezTo>
                    <a:pt x="370" y="19"/>
                    <a:pt x="371" y="22"/>
                    <a:pt x="372" y="23"/>
                  </a:cubicBezTo>
                  <a:cubicBezTo>
                    <a:pt x="372" y="24"/>
                    <a:pt x="373" y="26"/>
                    <a:pt x="373" y="28"/>
                  </a:cubicBezTo>
                  <a:cubicBezTo>
                    <a:pt x="374" y="29"/>
                    <a:pt x="375" y="31"/>
                    <a:pt x="375" y="32"/>
                  </a:cubicBezTo>
                  <a:cubicBezTo>
                    <a:pt x="376" y="34"/>
                    <a:pt x="378" y="37"/>
                    <a:pt x="379" y="38"/>
                  </a:cubicBezTo>
                  <a:cubicBezTo>
                    <a:pt x="380" y="39"/>
                    <a:pt x="383" y="40"/>
                    <a:pt x="384" y="40"/>
                  </a:cubicBezTo>
                  <a:cubicBezTo>
                    <a:pt x="385" y="39"/>
                    <a:pt x="386" y="38"/>
                    <a:pt x="387" y="37"/>
                  </a:cubicBezTo>
                  <a:cubicBezTo>
                    <a:pt x="387" y="36"/>
                    <a:pt x="387" y="34"/>
                    <a:pt x="388" y="33"/>
                  </a:cubicBezTo>
                  <a:cubicBezTo>
                    <a:pt x="388" y="32"/>
                    <a:pt x="390" y="30"/>
                    <a:pt x="391" y="30"/>
                  </a:cubicBezTo>
                  <a:cubicBezTo>
                    <a:pt x="391" y="30"/>
                    <a:pt x="393" y="30"/>
                    <a:pt x="393" y="31"/>
                  </a:cubicBezTo>
                  <a:cubicBezTo>
                    <a:pt x="394" y="31"/>
                    <a:pt x="395" y="32"/>
                    <a:pt x="396" y="33"/>
                  </a:cubicBezTo>
                  <a:cubicBezTo>
                    <a:pt x="396" y="34"/>
                    <a:pt x="396" y="38"/>
                    <a:pt x="397" y="39"/>
                  </a:cubicBezTo>
                  <a:cubicBezTo>
                    <a:pt x="398" y="40"/>
                    <a:pt x="400" y="41"/>
                    <a:pt x="401" y="42"/>
                  </a:cubicBezTo>
                  <a:cubicBezTo>
                    <a:pt x="403" y="43"/>
                    <a:pt x="407" y="43"/>
                    <a:pt x="409" y="43"/>
                  </a:cubicBezTo>
                  <a:cubicBezTo>
                    <a:pt x="411" y="43"/>
                    <a:pt x="414" y="41"/>
                    <a:pt x="415" y="40"/>
                  </a:cubicBezTo>
                  <a:cubicBezTo>
                    <a:pt x="417" y="40"/>
                    <a:pt x="419" y="38"/>
                    <a:pt x="420" y="38"/>
                  </a:cubicBezTo>
                  <a:cubicBezTo>
                    <a:pt x="421" y="38"/>
                    <a:pt x="423" y="37"/>
                    <a:pt x="424" y="37"/>
                  </a:cubicBezTo>
                  <a:cubicBezTo>
                    <a:pt x="426" y="37"/>
                    <a:pt x="430" y="37"/>
                    <a:pt x="433" y="38"/>
                  </a:cubicBezTo>
                  <a:cubicBezTo>
                    <a:pt x="434" y="38"/>
                    <a:pt x="437" y="39"/>
                    <a:pt x="438" y="40"/>
                  </a:cubicBezTo>
                  <a:cubicBezTo>
                    <a:pt x="439" y="41"/>
                    <a:pt x="440" y="44"/>
                    <a:pt x="440" y="45"/>
                  </a:cubicBezTo>
                  <a:cubicBezTo>
                    <a:pt x="441" y="46"/>
                    <a:pt x="442" y="49"/>
                    <a:pt x="443" y="51"/>
                  </a:cubicBezTo>
                  <a:cubicBezTo>
                    <a:pt x="444" y="51"/>
                    <a:pt x="446" y="53"/>
                    <a:pt x="447" y="53"/>
                  </a:cubicBezTo>
                  <a:cubicBezTo>
                    <a:pt x="448" y="54"/>
                    <a:pt x="451" y="54"/>
                    <a:pt x="452" y="54"/>
                  </a:cubicBezTo>
                  <a:cubicBezTo>
                    <a:pt x="453" y="54"/>
                    <a:pt x="456" y="54"/>
                    <a:pt x="456" y="55"/>
                  </a:cubicBezTo>
                  <a:cubicBezTo>
                    <a:pt x="457" y="56"/>
                    <a:pt x="458" y="58"/>
                    <a:pt x="458" y="59"/>
                  </a:cubicBezTo>
                  <a:cubicBezTo>
                    <a:pt x="459" y="61"/>
                    <a:pt x="458" y="64"/>
                    <a:pt x="458" y="65"/>
                  </a:cubicBezTo>
                  <a:cubicBezTo>
                    <a:pt x="458" y="66"/>
                    <a:pt x="457" y="69"/>
                    <a:pt x="457" y="70"/>
                  </a:cubicBezTo>
                  <a:cubicBezTo>
                    <a:pt x="457" y="71"/>
                    <a:pt x="456" y="74"/>
                    <a:pt x="456" y="75"/>
                  </a:cubicBezTo>
                  <a:cubicBezTo>
                    <a:pt x="457" y="77"/>
                    <a:pt x="460" y="81"/>
                    <a:pt x="462" y="82"/>
                  </a:cubicBezTo>
                  <a:cubicBezTo>
                    <a:pt x="464" y="84"/>
                    <a:pt x="467" y="86"/>
                    <a:pt x="469" y="86"/>
                  </a:cubicBezTo>
                  <a:cubicBezTo>
                    <a:pt x="471" y="87"/>
                    <a:pt x="473" y="86"/>
                    <a:pt x="474" y="86"/>
                  </a:cubicBezTo>
                  <a:cubicBezTo>
                    <a:pt x="478" y="86"/>
                    <a:pt x="486" y="86"/>
                    <a:pt x="490" y="86"/>
                  </a:cubicBezTo>
                  <a:cubicBezTo>
                    <a:pt x="492" y="86"/>
                    <a:pt x="497" y="86"/>
                    <a:pt x="500" y="86"/>
                  </a:cubicBezTo>
                  <a:cubicBezTo>
                    <a:pt x="502" y="86"/>
                    <a:pt x="507" y="86"/>
                    <a:pt x="510" y="87"/>
                  </a:cubicBezTo>
                  <a:cubicBezTo>
                    <a:pt x="512" y="87"/>
                    <a:pt x="515" y="88"/>
                    <a:pt x="517" y="89"/>
                  </a:cubicBezTo>
                  <a:cubicBezTo>
                    <a:pt x="518" y="91"/>
                    <a:pt x="520" y="94"/>
                    <a:pt x="520" y="95"/>
                  </a:cubicBezTo>
                  <a:cubicBezTo>
                    <a:pt x="521" y="97"/>
                    <a:pt x="521" y="100"/>
                    <a:pt x="522" y="101"/>
                  </a:cubicBezTo>
                  <a:cubicBezTo>
                    <a:pt x="523" y="102"/>
                    <a:pt x="525" y="103"/>
                    <a:pt x="526" y="103"/>
                  </a:cubicBezTo>
                  <a:cubicBezTo>
                    <a:pt x="528" y="103"/>
                    <a:pt x="530" y="102"/>
                    <a:pt x="531" y="101"/>
                  </a:cubicBezTo>
                  <a:cubicBezTo>
                    <a:pt x="533" y="100"/>
                    <a:pt x="533" y="97"/>
                    <a:pt x="534" y="96"/>
                  </a:cubicBezTo>
                  <a:cubicBezTo>
                    <a:pt x="535" y="95"/>
                    <a:pt x="536" y="93"/>
                    <a:pt x="537" y="93"/>
                  </a:cubicBezTo>
                  <a:cubicBezTo>
                    <a:pt x="538" y="92"/>
                    <a:pt x="540" y="92"/>
                    <a:pt x="541" y="93"/>
                  </a:cubicBezTo>
                  <a:cubicBezTo>
                    <a:pt x="542" y="93"/>
                    <a:pt x="543" y="95"/>
                    <a:pt x="543" y="95"/>
                  </a:cubicBezTo>
                  <a:cubicBezTo>
                    <a:pt x="544" y="97"/>
                    <a:pt x="545" y="100"/>
                    <a:pt x="546" y="101"/>
                  </a:cubicBezTo>
                  <a:cubicBezTo>
                    <a:pt x="547" y="102"/>
                    <a:pt x="549" y="103"/>
                    <a:pt x="551" y="103"/>
                  </a:cubicBezTo>
                  <a:cubicBezTo>
                    <a:pt x="552" y="103"/>
                    <a:pt x="554" y="103"/>
                    <a:pt x="556" y="104"/>
                  </a:cubicBezTo>
                  <a:cubicBezTo>
                    <a:pt x="559" y="104"/>
                    <a:pt x="567" y="106"/>
                    <a:pt x="571" y="107"/>
                  </a:cubicBezTo>
                  <a:cubicBezTo>
                    <a:pt x="572" y="107"/>
                    <a:pt x="575" y="107"/>
                    <a:pt x="577" y="107"/>
                  </a:cubicBezTo>
                  <a:cubicBezTo>
                    <a:pt x="578" y="108"/>
                    <a:pt x="581" y="111"/>
                    <a:pt x="583" y="112"/>
                  </a:cubicBezTo>
                  <a:cubicBezTo>
                    <a:pt x="584" y="112"/>
                    <a:pt x="586" y="113"/>
                    <a:pt x="587" y="113"/>
                  </a:cubicBezTo>
                  <a:cubicBezTo>
                    <a:pt x="588" y="113"/>
                    <a:pt x="590" y="113"/>
                    <a:pt x="591" y="113"/>
                  </a:cubicBezTo>
                  <a:cubicBezTo>
                    <a:pt x="591" y="113"/>
                    <a:pt x="592" y="113"/>
                    <a:pt x="593" y="113"/>
                  </a:cubicBezTo>
                  <a:cubicBezTo>
                    <a:pt x="593" y="115"/>
                    <a:pt x="594" y="117"/>
                    <a:pt x="595" y="117"/>
                  </a:cubicBezTo>
                  <a:cubicBezTo>
                    <a:pt x="595" y="119"/>
                    <a:pt x="596" y="121"/>
                    <a:pt x="596" y="123"/>
                  </a:cubicBezTo>
                  <a:cubicBezTo>
                    <a:pt x="597" y="125"/>
                    <a:pt x="596" y="129"/>
                    <a:pt x="596" y="131"/>
                  </a:cubicBezTo>
                  <a:cubicBezTo>
                    <a:pt x="596" y="132"/>
                    <a:pt x="597" y="134"/>
                    <a:pt x="598" y="135"/>
                  </a:cubicBezTo>
                  <a:cubicBezTo>
                    <a:pt x="599" y="135"/>
                    <a:pt x="602" y="135"/>
                    <a:pt x="604" y="135"/>
                  </a:cubicBezTo>
                  <a:cubicBezTo>
                    <a:pt x="605" y="135"/>
                    <a:pt x="606" y="136"/>
                    <a:pt x="607" y="136"/>
                  </a:cubicBezTo>
                  <a:cubicBezTo>
                    <a:pt x="607" y="137"/>
                    <a:pt x="608" y="139"/>
                    <a:pt x="608" y="140"/>
                  </a:cubicBezTo>
                  <a:cubicBezTo>
                    <a:pt x="607" y="141"/>
                    <a:pt x="605" y="143"/>
                    <a:pt x="604" y="145"/>
                  </a:cubicBezTo>
                  <a:cubicBezTo>
                    <a:pt x="603" y="146"/>
                    <a:pt x="603" y="149"/>
                    <a:pt x="602" y="151"/>
                  </a:cubicBezTo>
                  <a:cubicBezTo>
                    <a:pt x="602" y="152"/>
                    <a:pt x="599" y="153"/>
                    <a:pt x="598" y="154"/>
                  </a:cubicBezTo>
                  <a:cubicBezTo>
                    <a:pt x="597" y="155"/>
                    <a:pt x="596" y="158"/>
                    <a:pt x="596" y="160"/>
                  </a:cubicBezTo>
                  <a:cubicBezTo>
                    <a:pt x="595" y="160"/>
                    <a:pt x="595" y="163"/>
                    <a:pt x="595" y="163"/>
                  </a:cubicBezTo>
                  <a:cubicBezTo>
                    <a:pt x="593" y="164"/>
                    <a:pt x="590" y="163"/>
                    <a:pt x="589" y="164"/>
                  </a:cubicBezTo>
                  <a:cubicBezTo>
                    <a:pt x="588" y="164"/>
                    <a:pt x="587" y="167"/>
                    <a:pt x="587" y="168"/>
                  </a:cubicBezTo>
                  <a:cubicBezTo>
                    <a:pt x="586" y="170"/>
                    <a:pt x="587" y="174"/>
                    <a:pt x="587" y="176"/>
                  </a:cubicBezTo>
                  <a:cubicBezTo>
                    <a:pt x="588" y="177"/>
                    <a:pt x="590" y="179"/>
                    <a:pt x="590" y="180"/>
                  </a:cubicBezTo>
                  <a:cubicBezTo>
                    <a:pt x="591" y="182"/>
                    <a:pt x="593" y="186"/>
                    <a:pt x="593" y="188"/>
                  </a:cubicBezTo>
                  <a:cubicBezTo>
                    <a:pt x="593" y="191"/>
                    <a:pt x="593" y="196"/>
                    <a:pt x="592" y="199"/>
                  </a:cubicBezTo>
                  <a:cubicBezTo>
                    <a:pt x="591" y="201"/>
                    <a:pt x="589" y="205"/>
                    <a:pt x="588" y="208"/>
                  </a:cubicBezTo>
                  <a:cubicBezTo>
                    <a:pt x="587" y="210"/>
                    <a:pt x="586" y="214"/>
                    <a:pt x="585" y="217"/>
                  </a:cubicBezTo>
                  <a:cubicBezTo>
                    <a:pt x="585" y="218"/>
                    <a:pt x="585" y="221"/>
                    <a:pt x="584" y="222"/>
                  </a:cubicBezTo>
                  <a:cubicBezTo>
                    <a:pt x="583" y="223"/>
                    <a:pt x="581" y="224"/>
                    <a:pt x="580" y="225"/>
                  </a:cubicBezTo>
                  <a:cubicBezTo>
                    <a:pt x="579" y="226"/>
                    <a:pt x="579" y="228"/>
                    <a:pt x="578" y="229"/>
                  </a:cubicBezTo>
                  <a:cubicBezTo>
                    <a:pt x="577" y="231"/>
                    <a:pt x="575" y="235"/>
                    <a:pt x="574" y="237"/>
                  </a:cubicBezTo>
                  <a:cubicBezTo>
                    <a:pt x="573" y="239"/>
                    <a:pt x="571" y="242"/>
                    <a:pt x="571" y="244"/>
                  </a:cubicBezTo>
                  <a:cubicBezTo>
                    <a:pt x="571" y="246"/>
                    <a:pt x="572" y="249"/>
                    <a:pt x="572" y="250"/>
                  </a:cubicBezTo>
                  <a:cubicBezTo>
                    <a:pt x="571" y="252"/>
                    <a:pt x="569" y="257"/>
                    <a:pt x="567" y="259"/>
                  </a:cubicBezTo>
                  <a:cubicBezTo>
                    <a:pt x="566" y="260"/>
                    <a:pt x="564" y="261"/>
                    <a:pt x="563" y="261"/>
                  </a:cubicBezTo>
                  <a:cubicBezTo>
                    <a:pt x="562" y="263"/>
                    <a:pt x="561" y="267"/>
                    <a:pt x="560" y="269"/>
                  </a:cubicBezTo>
                  <a:cubicBezTo>
                    <a:pt x="559" y="271"/>
                    <a:pt x="557" y="276"/>
                    <a:pt x="555" y="278"/>
                  </a:cubicBezTo>
                  <a:cubicBezTo>
                    <a:pt x="555" y="279"/>
                    <a:pt x="553" y="283"/>
                    <a:pt x="552" y="284"/>
                  </a:cubicBezTo>
                  <a:cubicBezTo>
                    <a:pt x="551" y="285"/>
                    <a:pt x="548" y="288"/>
                    <a:pt x="547" y="288"/>
                  </a:cubicBezTo>
                  <a:cubicBezTo>
                    <a:pt x="546" y="289"/>
                    <a:pt x="543" y="289"/>
                    <a:pt x="542" y="290"/>
                  </a:cubicBezTo>
                  <a:cubicBezTo>
                    <a:pt x="540" y="291"/>
                    <a:pt x="536" y="293"/>
                    <a:pt x="535" y="295"/>
                  </a:cubicBezTo>
                  <a:cubicBezTo>
                    <a:pt x="535" y="296"/>
                    <a:pt x="535" y="299"/>
                    <a:pt x="535" y="300"/>
                  </a:cubicBezTo>
                  <a:cubicBezTo>
                    <a:pt x="536" y="302"/>
                    <a:pt x="539" y="303"/>
                    <a:pt x="539" y="304"/>
                  </a:cubicBezTo>
                  <a:cubicBezTo>
                    <a:pt x="540" y="306"/>
                    <a:pt x="540" y="310"/>
                    <a:pt x="539" y="312"/>
                  </a:cubicBezTo>
                  <a:cubicBezTo>
                    <a:pt x="539" y="313"/>
                    <a:pt x="536" y="315"/>
                    <a:pt x="535" y="315"/>
                  </a:cubicBezTo>
                  <a:cubicBezTo>
                    <a:pt x="534" y="316"/>
                    <a:pt x="531" y="316"/>
                    <a:pt x="530" y="317"/>
                  </a:cubicBezTo>
                  <a:cubicBezTo>
                    <a:pt x="529" y="317"/>
                    <a:pt x="527" y="318"/>
                    <a:pt x="526" y="318"/>
                  </a:cubicBezTo>
                  <a:cubicBezTo>
                    <a:pt x="524" y="319"/>
                    <a:pt x="522" y="322"/>
                    <a:pt x="521" y="323"/>
                  </a:cubicBezTo>
                  <a:cubicBezTo>
                    <a:pt x="520" y="323"/>
                    <a:pt x="518" y="324"/>
                    <a:pt x="518" y="325"/>
                  </a:cubicBezTo>
                  <a:cubicBezTo>
                    <a:pt x="517" y="325"/>
                    <a:pt x="515" y="326"/>
                    <a:pt x="514" y="327"/>
                  </a:cubicBezTo>
                  <a:cubicBezTo>
                    <a:pt x="513" y="328"/>
                    <a:pt x="514" y="331"/>
                    <a:pt x="513" y="332"/>
                  </a:cubicBezTo>
                  <a:cubicBezTo>
                    <a:pt x="512" y="333"/>
                    <a:pt x="511" y="335"/>
                    <a:pt x="509" y="335"/>
                  </a:cubicBezTo>
                  <a:cubicBezTo>
                    <a:pt x="508" y="336"/>
                    <a:pt x="505" y="336"/>
                    <a:pt x="504" y="336"/>
                  </a:cubicBezTo>
                  <a:cubicBezTo>
                    <a:pt x="503" y="336"/>
                    <a:pt x="500" y="335"/>
                    <a:pt x="499" y="334"/>
                  </a:cubicBezTo>
                  <a:cubicBezTo>
                    <a:pt x="497" y="334"/>
                    <a:pt x="494" y="334"/>
                    <a:pt x="492" y="335"/>
                  </a:cubicBezTo>
                  <a:cubicBezTo>
                    <a:pt x="491" y="335"/>
                    <a:pt x="488" y="336"/>
                    <a:pt x="487" y="337"/>
                  </a:cubicBezTo>
                  <a:cubicBezTo>
                    <a:pt x="486" y="338"/>
                    <a:pt x="486" y="342"/>
                    <a:pt x="485" y="343"/>
                  </a:cubicBezTo>
                  <a:cubicBezTo>
                    <a:pt x="484" y="345"/>
                    <a:pt x="480" y="346"/>
                    <a:pt x="479" y="347"/>
                  </a:cubicBezTo>
                  <a:cubicBezTo>
                    <a:pt x="479" y="348"/>
                    <a:pt x="478" y="350"/>
                    <a:pt x="478" y="352"/>
                  </a:cubicBezTo>
                  <a:cubicBezTo>
                    <a:pt x="478" y="353"/>
                    <a:pt x="477" y="357"/>
                    <a:pt x="478" y="359"/>
                  </a:cubicBezTo>
                  <a:cubicBezTo>
                    <a:pt x="478" y="360"/>
                    <a:pt x="480" y="362"/>
                    <a:pt x="480" y="363"/>
                  </a:cubicBezTo>
                  <a:cubicBezTo>
                    <a:pt x="480" y="364"/>
                    <a:pt x="478" y="367"/>
                    <a:pt x="478" y="368"/>
                  </a:cubicBezTo>
                  <a:cubicBezTo>
                    <a:pt x="477" y="369"/>
                    <a:pt x="478" y="370"/>
                    <a:pt x="479" y="371"/>
                  </a:cubicBezTo>
                  <a:cubicBezTo>
                    <a:pt x="480" y="372"/>
                    <a:pt x="482" y="372"/>
                    <a:pt x="483" y="372"/>
                  </a:cubicBezTo>
                  <a:cubicBezTo>
                    <a:pt x="484" y="372"/>
                    <a:pt x="486" y="371"/>
                    <a:pt x="487" y="372"/>
                  </a:cubicBezTo>
                  <a:cubicBezTo>
                    <a:pt x="488" y="372"/>
                    <a:pt x="491" y="375"/>
                    <a:pt x="491" y="376"/>
                  </a:cubicBezTo>
                  <a:cubicBezTo>
                    <a:pt x="491" y="377"/>
                    <a:pt x="488" y="380"/>
                    <a:pt x="488" y="381"/>
                  </a:cubicBezTo>
                  <a:cubicBezTo>
                    <a:pt x="489" y="382"/>
                    <a:pt x="492" y="383"/>
                    <a:pt x="492" y="384"/>
                  </a:cubicBezTo>
                  <a:cubicBezTo>
                    <a:pt x="492" y="385"/>
                    <a:pt x="491" y="388"/>
                    <a:pt x="491" y="389"/>
                  </a:cubicBezTo>
                  <a:cubicBezTo>
                    <a:pt x="490" y="389"/>
                    <a:pt x="487" y="390"/>
                    <a:pt x="486" y="390"/>
                  </a:cubicBezTo>
                  <a:cubicBezTo>
                    <a:pt x="485" y="391"/>
                    <a:pt x="484" y="394"/>
                    <a:pt x="483" y="395"/>
                  </a:cubicBezTo>
                  <a:cubicBezTo>
                    <a:pt x="482" y="395"/>
                    <a:pt x="479" y="395"/>
                    <a:pt x="478" y="395"/>
                  </a:cubicBezTo>
                  <a:cubicBezTo>
                    <a:pt x="477" y="395"/>
                    <a:pt x="474" y="395"/>
                    <a:pt x="473" y="395"/>
                  </a:cubicBezTo>
                  <a:cubicBezTo>
                    <a:pt x="472" y="395"/>
                    <a:pt x="471" y="397"/>
                    <a:pt x="470" y="398"/>
                  </a:cubicBezTo>
                  <a:cubicBezTo>
                    <a:pt x="470" y="399"/>
                    <a:pt x="472" y="403"/>
                    <a:pt x="472" y="405"/>
                  </a:cubicBezTo>
                  <a:cubicBezTo>
                    <a:pt x="472" y="406"/>
                    <a:pt x="471" y="408"/>
                    <a:pt x="470" y="409"/>
                  </a:cubicBezTo>
                  <a:cubicBezTo>
                    <a:pt x="469" y="411"/>
                    <a:pt x="467" y="413"/>
                    <a:pt x="465" y="414"/>
                  </a:cubicBezTo>
                  <a:cubicBezTo>
                    <a:pt x="465" y="414"/>
                    <a:pt x="464" y="414"/>
                    <a:pt x="464" y="414"/>
                  </a:cubicBezTo>
                  <a:cubicBezTo>
                    <a:pt x="463" y="415"/>
                    <a:pt x="461" y="416"/>
                    <a:pt x="461" y="417"/>
                  </a:cubicBezTo>
                  <a:cubicBezTo>
                    <a:pt x="460" y="418"/>
                    <a:pt x="460" y="420"/>
                    <a:pt x="460" y="421"/>
                  </a:cubicBezTo>
                  <a:cubicBezTo>
                    <a:pt x="461" y="422"/>
                    <a:pt x="462" y="423"/>
                    <a:pt x="462" y="424"/>
                  </a:cubicBezTo>
                  <a:cubicBezTo>
                    <a:pt x="463" y="425"/>
                    <a:pt x="465" y="425"/>
                    <a:pt x="466" y="426"/>
                  </a:cubicBezTo>
                  <a:cubicBezTo>
                    <a:pt x="466" y="427"/>
                    <a:pt x="466" y="429"/>
                    <a:pt x="466" y="430"/>
                  </a:cubicBezTo>
                  <a:cubicBezTo>
                    <a:pt x="465" y="431"/>
                    <a:pt x="465" y="432"/>
                    <a:pt x="465" y="433"/>
                  </a:cubicBezTo>
                  <a:cubicBezTo>
                    <a:pt x="464" y="434"/>
                    <a:pt x="464" y="435"/>
                    <a:pt x="464" y="436"/>
                  </a:cubicBezTo>
                  <a:cubicBezTo>
                    <a:pt x="464" y="437"/>
                    <a:pt x="465" y="440"/>
                    <a:pt x="465" y="441"/>
                  </a:cubicBezTo>
                  <a:cubicBezTo>
                    <a:pt x="465" y="442"/>
                    <a:pt x="464" y="444"/>
                    <a:pt x="464" y="445"/>
                  </a:cubicBezTo>
                  <a:cubicBezTo>
                    <a:pt x="464" y="447"/>
                    <a:pt x="465" y="449"/>
                    <a:pt x="464" y="451"/>
                  </a:cubicBezTo>
                  <a:cubicBezTo>
                    <a:pt x="464" y="452"/>
                    <a:pt x="463" y="455"/>
                    <a:pt x="463" y="456"/>
                  </a:cubicBezTo>
                  <a:cubicBezTo>
                    <a:pt x="462" y="457"/>
                    <a:pt x="460" y="459"/>
                    <a:pt x="458" y="460"/>
                  </a:cubicBezTo>
                  <a:cubicBezTo>
                    <a:pt x="458" y="460"/>
                    <a:pt x="456" y="461"/>
                    <a:pt x="455" y="461"/>
                  </a:cubicBezTo>
                  <a:cubicBezTo>
                    <a:pt x="454" y="461"/>
                    <a:pt x="452" y="460"/>
                    <a:pt x="451" y="461"/>
                  </a:cubicBezTo>
                  <a:cubicBezTo>
                    <a:pt x="450" y="461"/>
                    <a:pt x="449" y="463"/>
                    <a:pt x="449" y="464"/>
                  </a:cubicBezTo>
                  <a:cubicBezTo>
                    <a:pt x="448" y="465"/>
                    <a:pt x="447" y="468"/>
                    <a:pt x="446" y="469"/>
                  </a:cubicBezTo>
                  <a:cubicBezTo>
                    <a:pt x="445" y="470"/>
                    <a:pt x="444" y="473"/>
                    <a:pt x="443" y="474"/>
                  </a:cubicBezTo>
                  <a:cubicBezTo>
                    <a:pt x="442" y="475"/>
                    <a:pt x="440" y="476"/>
                    <a:pt x="439" y="476"/>
                  </a:cubicBezTo>
                  <a:cubicBezTo>
                    <a:pt x="438" y="476"/>
                    <a:pt x="436" y="476"/>
                    <a:pt x="436" y="476"/>
                  </a:cubicBezTo>
                  <a:cubicBezTo>
                    <a:pt x="435" y="477"/>
                    <a:pt x="434" y="480"/>
                    <a:pt x="433" y="480"/>
                  </a:cubicBezTo>
                  <a:cubicBezTo>
                    <a:pt x="432" y="480"/>
                    <a:pt x="431" y="478"/>
                    <a:pt x="430" y="477"/>
                  </a:cubicBezTo>
                  <a:cubicBezTo>
                    <a:pt x="429" y="477"/>
                    <a:pt x="428" y="477"/>
                    <a:pt x="427" y="477"/>
                  </a:cubicBezTo>
                  <a:cubicBezTo>
                    <a:pt x="426" y="478"/>
                    <a:pt x="425" y="481"/>
                    <a:pt x="425" y="482"/>
                  </a:cubicBezTo>
                  <a:cubicBezTo>
                    <a:pt x="424" y="483"/>
                    <a:pt x="424" y="487"/>
                    <a:pt x="423" y="488"/>
                  </a:cubicBezTo>
                  <a:cubicBezTo>
                    <a:pt x="423" y="489"/>
                    <a:pt x="422" y="492"/>
                    <a:pt x="422" y="493"/>
                  </a:cubicBezTo>
                  <a:cubicBezTo>
                    <a:pt x="421" y="495"/>
                    <a:pt x="421" y="497"/>
                    <a:pt x="422" y="498"/>
                  </a:cubicBezTo>
                  <a:cubicBezTo>
                    <a:pt x="423" y="499"/>
                    <a:pt x="424" y="499"/>
                    <a:pt x="425" y="500"/>
                  </a:cubicBezTo>
                  <a:cubicBezTo>
                    <a:pt x="426" y="500"/>
                    <a:pt x="428" y="501"/>
                    <a:pt x="429" y="502"/>
                  </a:cubicBezTo>
                  <a:cubicBezTo>
                    <a:pt x="430" y="503"/>
                    <a:pt x="431" y="505"/>
                    <a:pt x="431" y="506"/>
                  </a:cubicBezTo>
                  <a:cubicBezTo>
                    <a:pt x="431" y="507"/>
                    <a:pt x="429" y="510"/>
                    <a:pt x="428" y="511"/>
                  </a:cubicBezTo>
                  <a:cubicBezTo>
                    <a:pt x="428" y="511"/>
                    <a:pt x="426" y="512"/>
                    <a:pt x="426" y="513"/>
                  </a:cubicBezTo>
                  <a:cubicBezTo>
                    <a:pt x="426" y="514"/>
                    <a:pt x="427" y="516"/>
                    <a:pt x="427" y="517"/>
                  </a:cubicBezTo>
                  <a:cubicBezTo>
                    <a:pt x="427" y="518"/>
                    <a:pt x="429" y="520"/>
                    <a:pt x="429" y="521"/>
                  </a:cubicBezTo>
                  <a:cubicBezTo>
                    <a:pt x="430" y="522"/>
                    <a:pt x="430" y="524"/>
                    <a:pt x="429" y="525"/>
                  </a:cubicBezTo>
                  <a:cubicBezTo>
                    <a:pt x="429" y="526"/>
                    <a:pt x="428" y="528"/>
                    <a:pt x="427" y="529"/>
                  </a:cubicBezTo>
                  <a:cubicBezTo>
                    <a:pt x="426" y="530"/>
                    <a:pt x="423" y="531"/>
                    <a:pt x="423" y="532"/>
                  </a:cubicBezTo>
                  <a:cubicBezTo>
                    <a:pt x="422" y="533"/>
                    <a:pt x="420" y="536"/>
                    <a:pt x="420" y="537"/>
                  </a:cubicBezTo>
                  <a:cubicBezTo>
                    <a:pt x="419" y="539"/>
                    <a:pt x="417" y="543"/>
                    <a:pt x="417" y="545"/>
                  </a:cubicBezTo>
                  <a:cubicBezTo>
                    <a:pt x="417" y="546"/>
                    <a:pt x="419" y="549"/>
                    <a:pt x="419" y="550"/>
                  </a:cubicBezTo>
                  <a:cubicBezTo>
                    <a:pt x="419" y="551"/>
                    <a:pt x="421" y="553"/>
                    <a:pt x="421" y="554"/>
                  </a:cubicBezTo>
                  <a:cubicBezTo>
                    <a:pt x="421" y="555"/>
                    <a:pt x="420" y="558"/>
                    <a:pt x="419" y="559"/>
                  </a:cubicBezTo>
                  <a:cubicBezTo>
                    <a:pt x="419" y="559"/>
                    <a:pt x="417" y="561"/>
                    <a:pt x="417" y="561"/>
                  </a:cubicBezTo>
                  <a:cubicBezTo>
                    <a:pt x="416" y="562"/>
                    <a:pt x="414" y="563"/>
                    <a:pt x="413" y="563"/>
                  </a:cubicBezTo>
                  <a:cubicBezTo>
                    <a:pt x="412" y="564"/>
                    <a:pt x="411" y="566"/>
                    <a:pt x="410" y="567"/>
                  </a:cubicBezTo>
                  <a:cubicBezTo>
                    <a:pt x="409" y="568"/>
                    <a:pt x="406" y="568"/>
                    <a:pt x="405" y="569"/>
                  </a:cubicBezTo>
                  <a:cubicBezTo>
                    <a:pt x="404" y="569"/>
                    <a:pt x="401" y="569"/>
                    <a:pt x="400" y="570"/>
                  </a:cubicBezTo>
                  <a:cubicBezTo>
                    <a:pt x="399" y="570"/>
                    <a:pt x="398" y="572"/>
                    <a:pt x="397" y="573"/>
                  </a:cubicBezTo>
                  <a:cubicBezTo>
                    <a:pt x="397" y="573"/>
                    <a:pt x="397" y="574"/>
                    <a:pt x="397" y="575"/>
                  </a:cubicBezTo>
                  <a:cubicBezTo>
                    <a:pt x="396" y="575"/>
                    <a:pt x="394" y="576"/>
                    <a:pt x="393" y="576"/>
                  </a:cubicBezTo>
                  <a:cubicBezTo>
                    <a:pt x="392" y="576"/>
                    <a:pt x="390" y="575"/>
                    <a:pt x="389" y="574"/>
                  </a:cubicBezTo>
                  <a:cubicBezTo>
                    <a:pt x="387" y="574"/>
                    <a:pt x="384" y="574"/>
                    <a:pt x="382" y="574"/>
                  </a:cubicBezTo>
                  <a:cubicBezTo>
                    <a:pt x="381" y="574"/>
                    <a:pt x="379" y="574"/>
                    <a:pt x="378" y="575"/>
                  </a:cubicBezTo>
                  <a:cubicBezTo>
                    <a:pt x="377" y="575"/>
                    <a:pt x="375" y="577"/>
                    <a:pt x="375" y="578"/>
                  </a:cubicBezTo>
                  <a:cubicBezTo>
                    <a:pt x="374" y="578"/>
                    <a:pt x="372" y="578"/>
                    <a:pt x="372" y="578"/>
                  </a:cubicBezTo>
                  <a:cubicBezTo>
                    <a:pt x="371" y="578"/>
                    <a:pt x="369" y="577"/>
                    <a:pt x="369" y="576"/>
                  </a:cubicBezTo>
                  <a:cubicBezTo>
                    <a:pt x="368" y="575"/>
                    <a:pt x="370" y="572"/>
                    <a:pt x="370" y="571"/>
                  </a:cubicBezTo>
                  <a:cubicBezTo>
                    <a:pt x="370" y="571"/>
                    <a:pt x="369" y="569"/>
                    <a:pt x="368" y="568"/>
                  </a:cubicBezTo>
                  <a:cubicBezTo>
                    <a:pt x="368" y="567"/>
                    <a:pt x="366" y="567"/>
                    <a:pt x="365" y="567"/>
                  </a:cubicBezTo>
                  <a:cubicBezTo>
                    <a:pt x="363" y="566"/>
                    <a:pt x="361" y="565"/>
                    <a:pt x="359" y="565"/>
                  </a:cubicBezTo>
                  <a:cubicBezTo>
                    <a:pt x="358" y="565"/>
                    <a:pt x="356" y="566"/>
                    <a:pt x="355" y="566"/>
                  </a:cubicBezTo>
                  <a:cubicBezTo>
                    <a:pt x="354" y="566"/>
                    <a:pt x="352" y="565"/>
                    <a:pt x="351" y="565"/>
                  </a:cubicBezTo>
                  <a:cubicBezTo>
                    <a:pt x="350" y="564"/>
                    <a:pt x="348" y="561"/>
                    <a:pt x="347" y="560"/>
                  </a:cubicBezTo>
                  <a:cubicBezTo>
                    <a:pt x="346" y="559"/>
                    <a:pt x="345" y="555"/>
                    <a:pt x="344" y="554"/>
                  </a:cubicBezTo>
                  <a:cubicBezTo>
                    <a:pt x="343" y="553"/>
                    <a:pt x="340" y="551"/>
                    <a:pt x="339" y="550"/>
                  </a:cubicBezTo>
                  <a:cubicBezTo>
                    <a:pt x="338" y="550"/>
                    <a:pt x="335" y="548"/>
                    <a:pt x="334" y="548"/>
                  </a:cubicBezTo>
                  <a:cubicBezTo>
                    <a:pt x="333" y="548"/>
                    <a:pt x="331" y="550"/>
                    <a:pt x="330" y="551"/>
                  </a:cubicBezTo>
                  <a:cubicBezTo>
                    <a:pt x="329" y="551"/>
                    <a:pt x="328" y="554"/>
                    <a:pt x="327" y="554"/>
                  </a:cubicBezTo>
                  <a:cubicBezTo>
                    <a:pt x="327" y="555"/>
                    <a:pt x="325" y="555"/>
                    <a:pt x="324" y="556"/>
                  </a:cubicBezTo>
                  <a:cubicBezTo>
                    <a:pt x="324" y="557"/>
                    <a:pt x="323" y="559"/>
                    <a:pt x="323" y="560"/>
                  </a:cubicBezTo>
                  <a:cubicBezTo>
                    <a:pt x="322" y="561"/>
                    <a:pt x="322" y="564"/>
                    <a:pt x="322" y="565"/>
                  </a:cubicBezTo>
                  <a:cubicBezTo>
                    <a:pt x="321" y="566"/>
                    <a:pt x="319" y="567"/>
                    <a:pt x="318" y="567"/>
                  </a:cubicBezTo>
                  <a:cubicBezTo>
                    <a:pt x="316" y="567"/>
                    <a:pt x="314" y="566"/>
                    <a:pt x="313" y="566"/>
                  </a:cubicBezTo>
                  <a:cubicBezTo>
                    <a:pt x="312" y="567"/>
                    <a:pt x="310" y="569"/>
                    <a:pt x="309" y="569"/>
                  </a:cubicBezTo>
                  <a:cubicBezTo>
                    <a:pt x="308" y="569"/>
                    <a:pt x="307" y="570"/>
                    <a:pt x="306" y="570"/>
                  </a:cubicBezTo>
                  <a:cubicBezTo>
                    <a:pt x="305" y="570"/>
                    <a:pt x="303" y="569"/>
                    <a:pt x="302" y="570"/>
                  </a:cubicBezTo>
                  <a:cubicBezTo>
                    <a:pt x="301" y="570"/>
                    <a:pt x="298" y="571"/>
                    <a:pt x="297" y="571"/>
                  </a:cubicBezTo>
                  <a:cubicBezTo>
                    <a:pt x="296" y="572"/>
                    <a:pt x="293" y="572"/>
                    <a:pt x="292" y="573"/>
                  </a:cubicBezTo>
                  <a:cubicBezTo>
                    <a:pt x="291" y="574"/>
                    <a:pt x="290" y="575"/>
                    <a:pt x="290" y="576"/>
                  </a:cubicBezTo>
                  <a:cubicBezTo>
                    <a:pt x="289" y="577"/>
                    <a:pt x="289" y="579"/>
                    <a:pt x="289" y="580"/>
                  </a:cubicBezTo>
                  <a:cubicBezTo>
                    <a:pt x="290" y="581"/>
                    <a:pt x="291" y="583"/>
                    <a:pt x="292" y="584"/>
                  </a:cubicBezTo>
                  <a:cubicBezTo>
                    <a:pt x="292" y="584"/>
                    <a:pt x="294" y="584"/>
                    <a:pt x="295" y="584"/>
                  </a:cubicBezTo>
                  <a:cubicBezTo>
                    <a:pt x="296" y="584"/>
                    <a:pt x="299" y="584"/>
                    <a:pt x="300" y="584"/>
                  </a:cubicBezTo>
                  <a:cubicBezTo>
                    <a:pt x="301" y="584"/>
                    <a:pt x="303" y="585"/>
                    <a:pt x="304" y="585"/>
                  </a:cubicBezTo>
                  <a:cubicBezTo>
                    <a:pt x="304" y="586"/>
                    <a:pt x="304" y="587"/>
                    <a:pt x="304" y="587"/>
                  </a:cubicBezTo>
                  <a:cubicBezTo>
                    <a:pt x="304" y="588"/>
                    <a:pt x="303" y="589"/>
                    <a:pt x="303" y="590"/>
                  </a:cubicBezTo>
                  <a:cubicBezTo>
                    <a:pt x="302" y="591"/>
                    <a:pt x="301" y="592"/>
                    <a:pt x="301" y="592"/>
                  </a:cubicBezTo>
                  <a:cubicBezTo>
                    <a:pt x="301" y="594"/>
                    <a:pt x="302" y="597"/>
                    <a:pt x="301" y="599"/>
                  </a:cubicBezTo>
                  <a:cubicBezTo>
                    <a:pt x="301" y="600"/>
                    <a:pt x="300" y="601"/>
                    <a:pt x="299" y="602"/>
                  </a:cubicBezTo>
                  <a:cubicBezTo>
                    <a:pt x="299" y="603"/>
                    <a:pt x="298" y="605"/>
                    <a:pt x="298" y="606"/>
                  </a:cubicBezTo>
                  <a:cubicBezTo>
                    <a:pt x="297" y="606"/>
                    <a:pt x="298" y="608"/>
                    <a:pt x="298" y="608"/>
                  </a:cubicBezTo>
                  <a:cubicBezTo>
                    <a:pt x="299" y="610"/>
                    <a:pt x="300" y="613"/>
                    <a:pt x="300" y="615"/>
                  </a:cubicBezTo>
                  <a:cubicBezTo>
                    <a:pt x="299" y="615"/>
                    <a:pt x="298" y="617"/>
                    <a:pt x="298" y="618"/>
                  </a:cubicBezTo>
                  <a:cubicBezTo>
                    <a:pt x="297" y="618"/>
                    <a:pt x="295" y="618"/>
                    <a:pt x="294" y="618"/>
                  </a:cubicBezTo>
                  <a:cubicBezTo>
                    <a:pt x="294" y="618"/>
                    <a:pt x="292" y="617"/>
                    <a:pt x="291" y="617"/>
                  </a:cubicBezTo>
                  <a:cubicBezTo>
                    <a:pt x="290" y="618"/>
                    <a:pt x="288" y="619"/>
                    <a:pt x="287" y="619"/>
                  </a:cubicBezTo>
                  <a:cubicBezTo>
                    <a:pt x="287" y="620"/>
                    <a:pt x="286" y="622"/>
                    <a:pt x="286" y="622"/>
                  </a:cubicBezTo>
                  <a:cubicBezTo>
                    <a:pt x="285" y="623"/>
                    <a:pt x="286" y="626"/>
                    <a:pt x="286" y="627"/>
                  </a:cubicBezTo>
                  <a:cubicBezTo>
                    <a:pt x="286" y="628"/>
                    <a:pt x="288" y="631"/>
                    <a:pt x="289" y="632"/>
                  </a:cubicBezTo>
                  <a:cubicBezTo>
                    <a:pt x="290" y="633"/>
                    <a:pt x="292" y="634"/>
                    <a:pt x="293" y="635"/>
                  </a:cubicBezTo>
                  <a:cubicBezTo>
                    <a:pt x="294" y="636"/>
                    <a:pt x="295" y="636"/>
                    <a:pt x="295" y="637"/>
                  </a:cubicBezTo>
                  <a:cubicBezTo>
                    <a:pt x="295" y="638"/>
                    <a:pt x="295" y="640"/>
                    <a:pt x="294" y="641"/>
                  </a:cubicBezTo>
                  <a:cubicBezTo>
                    <a:pt x="294" y="642"/>
                    <a:pt x="292" y="643"/>
                    <a:pt x="291" y="643"/>
                  </a:cubicBezTo>
                  <a:cubicBezTo>
                    <a:pt x="290" y="644"/>
                    <a:pt x="287" y="643"/>
                    <a:pt x="286" y="643"/>
                  </a:cubicBezTo>
                  <a:cubicBezTo>
                    <a:pt x="284" y="644"/>
                    <a:pt x="281" y="645"/>
                    <a:pt x="279" y="647"/>
                  </a:cubicBezTo>
                  <a:cubicBezTo>
                    <a:pt x="278" y="648"/>
                    <a:pt x="277" y="651"/>
                    <a:pt x="275" y="652"/>
                  </a:cubicBezTo>
                  <a:cubicBezTo>
                    <a:pt x="275" y="653"/>
                    <a:pt x="273" y="654"/>
                    <a:pt x="272" y="654"/>
                  </a:cubicBezTo>
                  <a:cubicBezTo>
                    <a:pt x="271" y="655"/>
                    <a:pt x="268" y="655"/>
                    <a:pt x="268" y="656"/>
                  </a:cubicBezTo>
                  <a:cubicBezTo>
                    <a:pt x="267" y="656"/>
                    <a:pt x="266" y="659"/>
                    <a:pt x="266" y="660"/>
                  </a:cubicBezTo>
                  <a:cubicBezTo>
                    <a:pt x="266" y="661"/>
                    <a:pt x="267" y="664"/>
                    <a:pt x="266" y="665"/>
                  </a:cubicBezTo>
                  <a:cubicBezTo>
                    <a:pt x="266" y="666"/>
                    <a:pt x="264" y="668"/>
                    <a:pt x="264" y="669"/>
                  </a:cubicBezTo>
                  <a:cubicBezTo>
                    <a:pt x="262" y="669"/>
                    <a:pt x="259" y="670"/>
                    <a:pt x="257" y="670"/>
                  </a:cubicBezTo>
                  <a:cubicBezTo>
                    <a:pt x="255" y="670"/>
                    <a:pt x="250" y="671"/>
                    <a:pt x="247" y="670"/>
                  </a:cubicBezTo>
                  <a:cubicBezTo>
                    <a:pt x="247" y="670"/>
                    <a:pt x="245" y="668"/>
                    <a:pt x="245" y="668"/>
                  </a:cubicBezTo>
                  <a:cubicBezTo>
                    <a:pt x="243" y="667"/>
                    <a:pt x="241" y="663"/>
                    <a:pt x="240" y="662"/>
                  </a:cubicBezTo>
                  <a:cubicBezTo>
                    <a:pt x="239" y="662"/>
                    <a:pt x="238" y="661"/>
                    <a:pt x="237" y="662"/>
                  </a:cubicBezTo>
                  <a:cubicBezTo>
                    <a:pt x="236" y="662"/>
                    <a:pt x="236" y="664"/>
                    <a:pt x="235" y="665"/>
                  </a:cubicBezTo>
                  <a:cubicBezTo>
                    <a:pt x="235" y="666"/>
                    <a:pt x="233" y="668"/>
                    <a:pt x="233" y="669"/>
                  </a:cubicBezTo>
                  <a:cubicBezTo>
                    <a:pt x="233" y="670"/>
                    <a:pt x="232" y="672"/>
                    <a:pt x="232" y="673"/>
                  </a:cubicBezTo>
                  <a:cubicBezTo>
                    <a:pt x="232" y="675"/>
                    <a:pt x="232" y="677"/>
                    <a:pt x="232" y="678"/>
                  </a:cubicBezTo>
                  <a:cubicBezTo>
                    <a:pt x="231" y="678"/>
                    <a:pt x="230" y="678"/>
                    <a:pt x="229" y="679"/>
                  </a:cubicBezTo>
                  <a:cubicBezTo>
                    <a:pt x="228" y="679"/>
                    <a:pt x="228" y="681"/>
                    <a:pt x="227" y="682"/>
                  </a:cubicBezTo>
                  <a:cubicBezTo>
                    <a:pt x="227" y="683"/>
                    <a:pt x="227" y="684"/>
                    <a:pt x="227" y="685"/>
                  </a:cubicBezTo>
                  <a:cubicBezTo>
                    <a:pt x="227" y="686"/>
                    <a:pt x="226" y="687"/>
                    <a:pt x="225" y="688"/>
                  </a:cubicBezTo>
                  <a:cubicBezTo>
                    <a:pt x="225" y="688"/>
                    <a:pt x="223" y="689"/>
                    <a:pt x="223" y="689"/>
                  </a:cubicBezTo>
                  <a:cubicBezTo>
                    <a:pt x="222" y="689"/>
                    <a:pt x="220" y="689"/>
                    <a:pt x="220" y="689"/>
                  </a:cubicBezTo>
                  <a:cubicBezTo>
                    <a:pt x="219" y="689"/>
                    <a:pt x="217" y="690"/>
                    <a:pt x="217" y="690"/>
                  </a:cubicBezTo>
                  <a:cubicBezTo>
                    <a:pt x="216" y="690"/>
                    <a:pt x="215" y="691"/>
                    <a:pt x="214" y="692"/>
                  </a:cubicBezTo>
                  <a:cubicBezTo>
                    <a:pt x="214" y="693"/>
                    <a:pt x="213" y="695"/>
                    <a:pt x="213" y="696"/>
                  </a:cubicBezTo>
                  <a:cubicBezTo>
                    <a:pt x="213" y="697"/>
                    <a:pt x="214" y="698"/>
                    <a:pt x="215" y="699"/>
                  </a:cubicBezTo>
                  <a:cubicBezTo>
                    <a:pt x="215" y="699"/>
                    <a:pt x="215" y="701"/>
                    <a:pt x="215" y="701"/>
                  </a:cubicBezTo>
                  <a:cubicBezTo>
                    <a:pt x="215" y="702"/>
                    <a:pt x="213" y="702"/>
                    <a:pt x="213" y="702"/>
                  </a:cubicBezTo>
                  <a:cubicBezTo>
                    <a:pt x="212" y="702"/>
                    <a:pt x="211" y="702"/>
                    <a:pt x="210" y="702"/>
                  </a:cubicBezTo>
                  <a:cubicBezTo>
                    <a:pt x="209" y="702"/>
                    <a:pt x="208" y="702"/>
                    <a:pt x="207" y="702"/>
                  </a:cubicBezTo>
                  <a:cubicBezTo>
                    <a:pt x="207" y="702"/>
                    <a:pt x="205" y="703"/>
                    <a:pt x="205" y="703"/>
                  </a:cubicBezTo>
                  <a:cubicBezTo>
                    <a:pt x="203" y="703"/>
                    <a:pt x="201" y="705"/>
                    <a:pt x="200" y="705"/>
                  </a:cubicBezTo>
                  <a:cubicBezTo>
                    <a:pt x="198" y="705"/>
                    <a:pt x="195" y="705"/>
                    <a:pt x="194" y="704"/>
                  </a:cubicBezTo>
                  <a:cubicBezTo>
                    <a:pt x="193" y="704"/>
                    <a:pt x="191" y="702"/>
                    <a:pt x="189" y="702"/>
                  </a:cubicBezTo>
                  <a:cubicBezTo>
                    <a:pt x="188" y="702"/>
                    <a:pt x="186" y="702"/>
                    <a:pt x="185" y="703"/>
                  </a:cubicBezTo>
                  <a:cubicBezTo>
                    <a:pt x="184" y="703"/>
                    <a:pt x="183" y="705"/>
                    <a:pt x="182" y="706"/>
                  </a:cubicBezTo>
                  <a:cubicBezTo>
                    <a:pt x="182" y="707"/>
                    <a:pt x="183" y="710"/>
                    <a:pt x="183" y="711"/>
                  </a:cubicBezTo>
                  <a:cubicBezTo>
                    <a:pt x="182" y="712"/>
                    <a:pt x="180" y="712"/>
                    <a:pt x="179" y="712"/>
                  </a:cubicBezTo>
                  <a:cubicBezTo>
                    <a:pt x="178" y="712"/>
                    <a:pt x="175" y="711"/>
                    <a:pt x="174" y="711"/>
                  </a:cubicBezTo>
                  <a:cubicBezTo>
                    <a:pt x="173" y="711"/>
                    <a:pt x="171" y="712"/>
                    <a:pt x="170" y="712"/>
                  </a:cubicBezTo>
                  <a:cubicBezTo>
                    <a:pt x="169" y="713"/>
                    <a:pt x="167" y="715"/>
                    <a:pt x="167" y="716"/>
                  </a:cubicBezTo>
                  <a:cubicBezTo>
                    <a:pt x="166" y="717"/>
                    <a:pt x="165" y="719"/>
                    <a:pt x="165" y="720"/>
                  </a:cubicBezTo>
                  <a:cubicBezTo>
                    <a:pt x="165" y="721"/>
                    <a:pt x="167" y="722"/>
                    <a:pt x="167" y="723"/>
                  </a:cubicBezTo>
                  <a:cubicBezTo>
                    <a:pt x="167" y="724"/>
                    <a:pt x="165" y="725"/>
                    <a:pt x="165" y="726"/>
                  </a:cubicBezTo>
                  <a:cubicBezTo>
                    <a:pt x="164" y="726"/>
                    <a:pt x="164" y="727"/>
                    <a:pt x="163" y="727"/>
                  </a:cubicBezTo>
                  <a:cubicBezTo>
                    <a:pt x="163" y="728"/>
                    <a:pt x="163" y="730"/>
                    <a:pt x="163" y="730"/>
                  </a:cubicBezTo>
                  <a:cubicBezTo>
                    <a:pt x="164" y="731"/>
                    <a:pt x="165" y="731"/>
                    <a:pt x="166" y="732"/>
                  </a:cubicBezTo>
                  <a:cubicBezTo>
                    <a:pt x="166" y="733"/>
                    <a:pt x="167" y="734"/>
                    <a:pt x="167" y="735"/>
                  </a:cubicBezTo>
                  <a:cubicBezTo>
                    <a:pt x="167" y="735"/>
                    <a:pt x="168" y="736"/>
                    <a:pt x="168" y="736"/>
                  </a:cubicBezTo>
                  <a:cubicBezTo>
                    <a:pt x="168" y="736"/>
                    <a:pt x="169" y="737"/>
                    <a:pt x="169" y="737"/>
                  </a:cubicBezTo>
                  <a:cubicBezTo>
                    <a:pt x="169" y="738"/>
                    <a:pt x="168" y="740"/>
                    <a:pt x="167" y="741"/>
                  </a:cubicBezTo>
                  <a:cubicBezTo>
                    <a:pt x="167" y="741"/>
                    <a:pt x="166" y="741"/>
                    <a:pt x="166" y="741"/>
                  </a:cubicBezTo>
                  <a:cubicBezTo>
                    <a:pt x="165" y="742"/>
                    <a:pt x="163" y="742"/>
                    <a:pt x="162" y="742"/>
                  </a:cubicBezTo>
                  <a:cubicBezTo>
                    <a:pt x="162" y="742"/>
                    <a:pt x="160" y="742"/>
                    <a:pt x="159" y="743"/>
                  </a:cubicBezTo>
                  <a:cubicBezTo>
                    <a:pt x="158" y="743"/>
                    <a:pt x="157" y="744"/>
                    <a:pt x="156" y="744"/>
                  </a:cubicBezTo>
                  <a:cubicBezTo>
                    <a:pt x="155" y="744"/>
                    <a:pt x="153" y="744"/>
                    <a:pt x="152" y="743"/>
                  </a:cubicBezTo>
                  <a:cubicBezTo>
                    <a:pt x="151" y="743"/>
                    <a:pt x="150" y="741"/>
                    <a:pt x="149" y="740"/>
                  </a:cubicBezTo>
                  <a:cubicBezTo>
                    <a:pt x="149" y="740"/>
                    <a:pt x="148" y="738"/>
                    <a:pt x="149" y="737"/>
                  </a:cubicBezTo>
                  <a:cubicBezTo>
                    <a:pt x="149" y="736"/>
                    <a:pt x="151" y="735"/>
                    <a:pt x="151" y="734"/>
                  </a:cubicBezTo>
                  <a:cubicBezTo>
                    <a:pt x="151" y="733"/>
                    <a:pt x="151" y="731"/>
                    <a:pt x="151" y="730"/>
                  </a:cubicBezTo>
                  <a:cubicBezTo>
                    <a:pt x="152" y="729"/>
                    <a:pt x="153" y="726"/>
                    <a:pt x="153" y="724"/>
                  </a:cubicBezTo>
                  <a:cubicBezTo>
                    <a:pt x="154" y="723"/>
                    <a:pt x="153" y="720"/>
                    <a:pt x="153" y="719"/>
                  </a:cubicBezTo>
                  <a:cubicBezTo>
                    <a:pt x="152" y="717"/>
                    <a:pt x="151" y="715"/>
                    <a:pt x="150" y="715"/>
                  </a:cubicBezTo>
                  <a:cubicBezTo>
                    <a:pt x="149" y="714"/>
                    <a:pt x="146" y="714"/>
                    <a:pt x="145" y="714"/>
                  </a:cubicBezTo>
                  <a:cubicBezTo>
                    <a:pt x="144" y="713"/>
                    <a:pt x="144" y="711"/>
                    <a:pt x="143" y="710"/>
                  </a:cubicBezTo>
                  <a:cubicBezTo>
                    <a:pt x="142" y="709"/>
                    <a:pt x="139" y="708"/>
                    <a:pt x="137" y="707"/>
                  </a:cubicBezTo>
                  <a:cubicBezTo>
                    <a:pt x="136" y="707"/>
                    <a:pt x="134" y="706"/>
                    <a:pt x="132" y="706"/>
                  </a:cubicBezTo>
                  <a:cubicBezTo>
                    <a:pt x="131" y="706"/>
                    <a:pt x="129" y="708"/>
                    <a:pt x="128" y="707"/>
                  </a:cubicBezTo>
                  <a:cubicBezTo>
                    <a:pt x="127" y="707"/>
                    <a:pt x="127" y="704"/>
                    <a:pt x="126" y="704"/>
                  </a:cubicBezTo>
                  <a:cubicBezTo>
                    <a:pt x="125" y="704"/>
                    <a:pt x="123" y="704"/>
                    <a:pt x="122" y="704"/>
                  </a:cubicBezTo>
                  <a:cubicBezTo>
                    <a:pt x="121" y="705"/>
                    <a:pt x="119" y="705"/>
                    <a:pt x="118" y="705"/>
                  </a:cubicBezTo>
                  <a:cubicBezTo>
                    <a:pt x="116" y="705"/>
                    <a:pt x="113" y="705"/>
                    <a:pt x="112" y="704"/>
                  </a:cubicBezTo>
                  <a:cubicBezTo>
                    <a:pt x="112" y="704"/>
                    <a:pt x="112" y="704"/>
                    <a:pt x="111" y="703"/>
                  </a:cubicBezTo>
                  <a:cubicBezTo>
                    <a:pt x="111" y="703"/>
                    <a:pt x="110" y="702"/>
                    <a:pt x="110" y="701"/>
                  </a:cubicBezTo>
                  <a:cubicBezTo>
                    <a:pt x="110" y="700"/>
                    <a:pt x="109" y="698"/>
                    <a:pt x="110" y="698"/>
                  </a:cubicBezTo>
                  <a:cubicBezTo>
                    <a:pt x="110" y="697"/>
                    <a:pt x="111" y="696"/>
                    <a:pt x="111" y="696"/>
                  </a:cubicBezTo>
                  <a:cubicBezTo>
                    <a:pt x="112" y="695"/>
                    <a:pt x="112" y="693"/>
                    <a:pt x="111" y="692"/>
                  </a:cubicBezTo>
                  <a:cubicBezTo>
                    <a:pt x="110" y="691"/>
                    <a:pt x="106" y="692"/>
                    <a:pt x="105" y="692"/>
                  </a:cubicBezTo>
                  <a:cubicBezTo>
                    <a:pt x="102" y="692"/>
                    <a:pt x="97" y="693"/>
                    <a:pt x="94" y="692"/>
                  </a:cubicBezTo>
                  <a:cubicBezTo>
                    <a:pt x="93" y="692"/>
                    <a:pt x="92" y="692"/>
                    <a:pt x="91" y="691"/>
                  </a:cubicBezTo>
                  <a:cubicBezTo>
                    <a:pt x="90" y="690"/>
                    <a:pt x="89" y="688"/>
                    <a:pt x="88" y="687"/>
                  </a:cubicBezTo>
                  <a:cubicBezTo>
                    <a:pt x="87" y="686"/>
                    <a:pt x="83" y="684"/>
                    <a:pt x="82" y="684"/>
                  </a:cubicBezTo>
                  <a:cubicBezTo>
                    <a:pt x="80" y="684"/>
                    <a:pt x="78" y="684"/>
                    <a:pt x="77" y="684"/>
                  </a:cubicBezTo>
                  <a:cubicBezTo>
                    <a:pt x="75" y="684"/>
                    <a:pt x="73" y="682"/>
                    <a:pt x="72" y="682"/>
                  </a:cubicBezTo>
                  <a:cubicBezTo>
                    <a:pt x="71" y="680"/>
                    <a:pt x="68" y="676"/>
                    <a:pt x="68" y="674"/>
                  </a:cubicBezTo>
                  <a:cubicBezTo>
                    <a:pt x="67" y="671"/>
                    <a:pt x="69" y="667"/>
                    <a:pt x="69" y="664"/>
                  </a:cubicBezTo>
                  <a:cubicBezTo>
                    <a:pt x="69" y="662"/>
                    <a:pt x="69" y="658"/>
                    <a:pt x="68" y="656"/>
                  </a:cubicBezTo>
                  <a:cubicBezTo>
                    <a:pt x="67" y="655"/>
                    <a:pt x="64" y="654"/>
                    <a:pt x="63" y="653"/>
                  </a:cubicBezTo>
                  <a:cubicBezTo>
                    <a:pt x="62" y="652"/>
                    <a:pt x="61" y="649"/>
                    <a:pt x="62" y="648"/>
                  </a:cubicBezTo>
                  <a:cubicBezTo>
                    <a:pt x="62" y="647"/>
                    <a:pt x="63" y="646"/>
                    <a:pt x="64" y="645"/>
                  </a:cubicBezTo>
                  <a:cubicBezTo>
                    <a:pt x="64" y="644"/>
                    <a:pt x="66" y="641"/>
                    <a:pt x="66" y="640"/>
                  </a:cubicBezTo>
                  <a:cubicBezTo>
                    <a:pt x="66" y="639"/>
                    <a:pt x="66" y="636"/>
                    <a:pt x="66" y="635"/>
                  </a:cubicBezTo>
                  <a:cubicBezTo>
                    <a:pt x="65" y="633"/>
                    <a:pt x="61" y="633"/>
                    <a:pt x="60" y="632"/>
                  </a:cubicBezTo>
                  <a:cubicBezTo>
                    <a:pt x="59" y="631"/>
                    <a:pt x="58" y="628"/>
                    <a:pt x="57" y="628"/>
                  </a:cubicBezTo>
                  <a:cubicBezTo>
                    <a:pt x="56" y="628"/>
                    <a:pt x="55" y="629"/>
                    <a:pt x="54" y="629"/>
                  </a:cubicBezTo>
                  <a:cubicBezTo>
                    <a:pt x="53" y="629"/>
                    <a:pt x="51" y="629"/>
                    <a:pt x="50" y="628"/>
                  </a:cubicBezTo>
                  <a:cubicBezTo>
                    <a:pt x="48" y="627"/>
                    <a:pt x="46" y="622"/>
                    <a:pt x="44" y="620"/>
                  </a:cubicBezTo>
                  <a:cubicBezTo>
                    <a:pt x="42" y="617"/>
                    <a:pt x="37" y="612"/>
                    <a:pt x="35" y="609"/>
                  </a:cubicBezTo>
                  <a:cubicBezTo>
                    <a:pt x="35" y="607"/>
                    <a:pt x="35" y="604"/>
                    <a:pt x="34" y="602"/>
                  </a:cubicBezTo>
                  <a:cubicBezTo>
                    <a:pt x="33" y="600"/>
                    <a:pt x="32" y="597"/>
                    <a:pt x="30" y="596"/>
                  </a:cubicBezTo>
                  <a:cubicBezTo>
                    <a:pt x="29" y="595"/>
                    <a:pt x="26" y="595"/>
                    <a:pt x="26" y="594"/>
                  </a:cubicBezTo>
                  <a:cubicBezTo>
                    <a:pt x="25" y="592"/>
                    <a:pt x="26" y="589"/>
                    <a:pt x="25" y="587"/>
                  </a:cubicBezTo>
                  <a:cubicBezTo>
                    <a:pt x="25" y="586"/>
                    <a:pt x="23" y="582"/>
                    <a:pt x="22" y="581"/>
                  </a:cubicBezTo>
                  <a:cubicBezTo>
                    <a:pt x="22" y="579"/>
                    <a:pt x="20" y="577"/>
                    <a:pt x="20" y="576"/>
                  </a:cubicBezTo>
                  <a:cubicBezTo>
                    <a:pt x="20" y="575"/>
                    <a:pt x="21" y="573"/>
                    <a:pt x="21" y="572"/>
                  </a:cubicBezTo>
                  <a:cubicBezTo>
                    <a:pt x="21" y="571"/>
                    <a:pt x="18" y="570"/>
                    <a:pt x="18" y="569"/>
                  </a:cubicBezTo>
                  <a:cubicBezTo>
                    <a:pt x="17" y="568"/>
                    <a:pt x="16" y="566"/>
                    <a:pt x="16" y="564"/>
                  </a:cubicBezTo>
                  <a:cubicBezTo>
                    <a:pt x="16" y="563"/>
                    <a:pt x="18" y="562"/>
                    <a:pt x="19" y="561"/>
                  </a:cubicBezTo>
                  <a:cubicBezTo>
                    <a:pt x="20" y="561"/>
                    <a:pt x="22" y="561"/>
                    <a:pt x="23" y="561"/>
                  </a:cubicBezTo>
                  <a:cubicBezTo>
                    <a:pt x="24" y="560"/>
                    <a:pt x="25" y="557"/>
                    <a:pt x="25" y="555"/>
                  </a:cubicBezTo>
                  <a:cubicBezTo>
                    <a:pt x="26" y="554"/>
                    <a:pt x="28" y="553"/>
                    <a:pt x="29" y="552"/>
                  </a:cubicBezTo>
                  <a:cubicBezTo>
                    <a:pt x="30" y="552"/>
                    <a:pt x="33" y="553"/>
                    <a:pt x="34" y="552"/>
                  </a:cubicBezTo>
                  <a:cubicBezTo>
                    <a:pt x="35" y="552"/>
                    <a:pt x="38" y="552"/>
                    <a:pt x="39" y="551"/>
                  </a:cubicBezTo>
                  <a:cubicBezTo>
                    <a:pt x="40" y="550"/>
                    <a:pt x="41" y="547"/>
                    <a:pt x="41" y="545"/>
                  </a:cubicBezTo>
                  <a:cubicBezTo>
                    <a:pt x="41" y="544"/>
                    <a:pt x="41" y="541"/>
                    <a:pt x="41" y="540"/>
                  </a:cubicBezTo>
                  <a:cubicBezTo>
                    <a:pt x="41" y="538"/>
                    <a:pt x="42" y="536"/>
                    <a:pt x="43" y="535"/>
                  </a:cubicBezTo>
                  <a:cubicBezTo>
                    <a:pt x="43" y="534"/>
                    <a:pt x="44" y="532"/>
                    <a:pt x="45" y="531"/>
                  </a:cubicBezTo>
                  <a:cubicBezTo>
                    <a:pt x="46" y="530"/>
                    <a:pt x="49" y="529"/>
                    <a:pt x="50" y="530"/>
                  </a:cubicBezTo>
                  <a:cubicBezTo>
                    <a:pt x="51" y="530"/>
                    <a:pt x="51" y="531"/>
                    <a:pt x="52" y="532"/>
                  </a:cubicBezTo>
                  <a:cubicBezTo>
                    <a:pt x="53" y="532"/>
                    <a:pt x="55" y="532"/>
                    <a:pt x="56" y="533"/>
                  </a:cubicBezTo>
                  <a:cubicBezTo>
                    <a:pt x="57" y="533"/>
                    <a:pt x="57" y="534"/>
                    <a:pt x="58" y="535"/>
                  </a:cubicBezTo>
                  <a:cubicBezTo>
                    <a:pt x="59" y="536"/>
                    <a:pt x="61" y="537"/>
                    <a:pt x="62" y="538"/>
                  </a:cubicBezTo>
                  <a:cubicBezTo>
                    <a:pt x="64" y="538"/>
                    <a:pt x="66" y="537"/>
                    <a:pt x="67" y="536"/>
                  </a:cubicBezTo>
                  <a:cubicBezTo>
                    <a:pt x="69" y="536"/>
                    <a:pt x="72" y="534"/>
                    <a:pt x="73" y="533"/>
                  </a:cubicBezTo>
                  <a:cubicBezTo>
                    <a:pt x="74" y="530"/>
                    <a:pt x="72" y="525"/>
                    <a:pt x="73" y="523"/>
                  </a:cubicBezTo>
                  <a:cubicBezTo>
                    <a:pt x="73" y="521"/>
                    <a:pt x="78" y="520"/>
                    <a:pt x="79" y="518"/>
                  </a:cubicBezTo>
                  <a:cubicBezTo>
                    <a:pt x="80" y="516"/>
                    <a:pt x="78" y="513"/>
                    <a:pt x="79" y="512"/>
                  </a:cubicBezTo>
                  <a:cubicBezTo>
                    <a:pt x="80" y="511"/>
                    <a:pt x="82" y="511"/>
                    <a:pt x="83" y="510"/>
                  </a:cubicBezTo>
                  <a:cubicBezTo>
                    <a:pt x="84" y="509"/>
                    <a:pt x="84" y="507"/>
                    <a:pt x="83" y="506"/>
                  </a:cubicBezTo>
                  <a:cubicBezTo>
                    <a:pt x="82" y="505"/>
                    <a:pt x="80" y="505"/>
                    <a:pt x="79" y="504"/>
                  </a:cubicBezTo>
                  <a:cubicBezTo>
                    <a:pt x="78" y="503"/>
                    <a:pt x="77" y="500"/>
                    <a:pt x="77" y="499"/>
                  </a:cubicBezTo>
                  <a:cubicBezTo>
                    <a:pt x="77" y="498"/>
                    <a:pt x="79" y="496"/>
                    <a:pt x="79" y="495"/>
                  </a:cubicBezTo>
                  <a:cubicBezTo>
                    <a:pt x="81" y="494"/>
                    <a:pt x="84" y="493"/>
                    <a:pt x="85" y="492"/>
                  </a:cubicBezTo>
                  <a:cubicBezTo>
                    <a:pt x="86" y="491"/>
                    <a:pt x="87" y="488"/>
                    <a:pt x="87" y="487"/>
                  </a:cubicBezTo>
                  <a:cubicBezTo>
                    <a:pt x="88" y="485"/>
                    <a:pt x="88" y="481"/>
                    <a:pt x="88" y="480"/>
                  </a:cubicBezTo>
                  <a:cubicBezTo>
                    <a:pt x="88" y="478"/>
                    <a:pt x="88" y="475"/>
                    <a:pt x="87" y="473"/>
                  </a:cubicBezTo>
                  <a:cubicBezTo>
                    <a:pt x="87" y="472"/>
                    <a:pt x="86" y="470"/>
                    <a:pt x="85" y="469"/>
                  </a:cubicBezTo>
                  <a:cubicBezTo>
                    <a:pt x="84" y="469"/>
                    <a:pt x="82" y="468"/>
                    <a:pt x="81" y="467"/>
                  </a:cubicBezTo>
                  <a:cubicBezTo>
                    <a:pt x="80" y="466"/>
                    <a:pt x="78" y="463"/>
                    <a:pt x="78" y="462"/>
                  </a:cubicBezTo>
                  <a:cubicBezTo>
                    <a:pt x="77" y="460"/>
                    <a:pt x="76" y="456"/>
                    <a:pt x="77" y="454"/>
                  </a:cubicBezTo>
                  <a:cubicBezTo>
                    <a:pt x="78" y="453"/>
                    <a:pt x="81" y="452"/>
                    <a:pt x="81" y="451"/>
                  </a:cubicBezTo>
                  <a:cubicBezTo>
                    <a:pt x="82" y="450"/>
                    <a:pt x="82" y="446"/>
                    <a:pt x="82" y="445"/>
                  </a:cubicBezTo>
                  <a:cubicBezTo>
                    <a:pt x="81" y="443"/>
                    <a:pt x="79" y="441"/>
                    <a:pt x="78" y="440"/>
                  </a:cubicBezTo>
                  <a:cubicBezTo>
                    <a:pt x="77" y="437"/>
                    <a:pt x="75" y="430"/>
                    <a:pt x="73" y="428"/>
                  </a:cubicBezTo>
                  <a:cubicBezTo>
                    <a:pt x="72" y="426"/>
                    <a:pt x="68" y="424"/>
                    <a:pt x="66" y="422"/>
                  </a:cubicBezTo>
                  <a:cubicBezTo>
                    <a:pt x="65" y="420"/>
                    <a:pt x="64" y="416"/>
                    <a:pt x="63" y="414"/>
                  </a:cubicBezTo>
                  <a:cubicBezTo>
                    <a:pt x="63" y="413"/>
                    <a:pt x="63" y="410"/>
                    <a:pt x="62" y="409"/>
                  </a:cubicBezTo>
                  <a:cubicBezTo>
                    <a:pt x="61" y="407"/>
                    <a:pt x="59" y="405"/>
                    <a:pt x="58" y="404"/>
                  </a:cubicBezTo>
                  <a:cubicBezTo>
                    <a:pt x="58" y="403"/>
                    <a:pt x="58" y="399"/>
                    <a:pt x="57" y="398"/>
                  </a:cubicBezTo>
                  <a:cubicBezTo>
                    <a:pt x="56" y="397"/>
                    <a:pt x="54" y="396"/>
                    <a:pt x="53" y="395"/>
                  </a:cubicBezTo>
                  <a:cubicBezTo>
                    <a:pt x="51" y="395"/>
                    <a:pt x="49" y="393"/>
                    <a:pt x="48" y="392"/>
                  </a:cubicBezTo>
                  <a:cubicBezTo>
                    <a:pt x="47" y="391"/>
                    <a:pt x="47" y="387"/>
                    <a:pt x="46" y="386"/>
                  </a:cubicBezTo>
                  <a:cubicBezTo>
                    <a:pt x="45" y="385"/>
                    <a:pt x="43" y="384"/>
                    <a:pt x="43" y="383"/>
                  </a:cubicBezTo>
                  <a:cubicBezTo>
                    <a:pt x="42" y="382"/>
                    <a:pt x="39" y="381"/>
                    <a:pt x="38" y="380"/>
                  </a:cubicBezTo>
                  <a:cubicBezTo>
                    <a:pt x="38" y="380"/>
                    <a:pt x="36" y="379"/>
                    <a:pt x="36" y="378"/>
                  </a:cubicBezTo>
                  <a:cubicBezTo>
                    <a:pt x="36" y="377"/>
                    <a:pt x="36" y="375"/>
                    <a:pt x="36" y="374"/>
                  </a:cubicBezTo>
                  <a:cubicBezTo>
                    <a:pt x="36" y="373"/>
                    <a:pt x="36" y="372"/>
                    <a:pt x="35" y="371"/>
                  </a:cubicBezTo>
                  <a:cubicBezTo>
                    <a:pt x="34" y="371"/>
                    <a:pt x="32" y="371"/>
                    <a:pt x="31" y="371"/>
                  </a:cubicBezTo>
                  <a:cubicBezTo>
                    <a:pt x="30" y="371"/>
                    <a:pt x="28" y="372"/>
                    <a:pt x="27" y="372"/>
                  </a:cubicBezTo>
                  <a:cubicBezTo>
                    <a:pt x="25" y="372"/>
                    <a:pt x="23" y="371"/>
                    <a:pt x="21" y="370"/>
                  </a:cubicBezTo>
                  <a:cubicBezTo>
                    <a:pt x="20" y="370"/>
                    <a:pt x="18" y="370"/>
                    <a:pt x="17" y="370"/>
                  </a:cubicBezTo>
                  <a:cubicBezTo>
                    <a:pt x="16" y="370"/>
                    <a:pt x="15" y="370"/>
                    <a:pt x="14" y="370"/>
                  </a:cubicBezTo>
                  <a:cubicBezTo>
                    <a:pt x="14" y="369"/>
                    <a:pt x="14" y="368"/>
                    <a:pt x="13" y="367"/>
                  </a:cubicBezTo>
                  <a:cubicBezTo>
                    <a:pt x="13" y="367"/>
                    <a:pt x="11" y="366"/>
                    <a:pt x="10" y="365"/>
                  </a:cubicBezTo>
                  <a:cubicBezTo>
                    <a:pt x="9" y="364"/>
                    <a:pt x="7" y="363"/>
                    <a:pt x="6" y="363"/>
                  </a:cubicBezTo>
                  <a:cubicBezTo>
                    <a:pt x="5" y="362"/>
                    <a:pt x="3" y="362"/>
                    <a:pt x="2" y="362"/>
                  </a:cubicBezTo>
                  <a:cubicBezTo>
                    <a:pt x="1" y="361"/>
                    <a:pt x="1" y="358"/>
                    <a:pt x="1" y="357"/>
                  </a:cubicBezTo>
                  <a:cubicBezTo>
                    <a:pt x="0" y="356"/>
                    <a:pt x="0" y="354"/>
                    <a:pt x="1" y="353"/>
                  </a:cubicBezTo>
                  <a:cubicBezTo>
                    <a:pt x="1" y="352"/>
                    <a:pt x="2" y="351"/>
                    <a:pt x="2" y="350"/>
                  </a:cubicBezTo>
                  <a:cubicBezTo>
                    <a:pt x="2" y="349"/>
                    <a:pt x="3" y="347"/>
                    <a:pt x="3" y="346"/>
                  </a:cubicBezTo>
                  <a:cubicBezTo>
                    <a:pt x="3" y="344"/>
                    <a:pt x="2" y="342"/>
                    <a:pt x="2" y="340"/>
                  </a:cubicBezTo>
                  <a:cubicBezTo>
                    <a:pt x="2" y="338"/>
                    <a:pt x="3" y="334"/>
                    <a:pt x="3" y="331"/>
                  </a:cubicBezTo>
                  <a:cubicBezTo>
                    <a:pt x="3" y="330"/>
                    <a:pt x="4" y="329"/>
                    <a:pt x="4" y="328"/>
                  </a:cubicBezTo>
                  <a:cubicBezTo>
                    <a:pt x="5" y="326"/>
                    <a:pt x="4" y="324"/>
                    <a:pt x="5" y="323"/>
                  </a:cubicBezTo>
                  <a:cubicBezTo>
                    <a:pt x="5" y="321"/>
                    <a:pt x="7" y="319"/>
                    <a:pt x="7" y="319"/>
                  </a:cubicBezTo>
                  <a:cubicBezTo>
                    <a:pt x="8" y="318"/>
                    <a:pt x="11" y="316"/>
                    <a:pt x="12" y="316"/>
                  </a:cubicBezTo>
                  <a:cubicBezTo>
                    <a:pt x="13" y="315"/>
                    <a:pt x="16" y="314"/>
                    <a:pt x="17" y="312"/>
                  </a:cubicBezTo>
                  <a:cubicBezTo>
                    <a:pt x="18" y="312"/>
                    <a:pt x="17" y="310"/>
                    <a:pt x="18" y="309"/>
                  </a:cubicBezTo>
                  <a:cubicBezTo>
                    <a:pt x="18" y="307"/>
                    <a:pt x="18" y="305"/>
                    <a:pt x="19" y="303"/>
                  </a:cubicBezTo>
                  <a:cubicBezTo>
                    <a:pt x="19" y="303"/>
                    <a:pt x="21" y="302"/>
                    <a:pt x="21" y="301"/>
                  </a:cubicBezTo>
                  <a:cubicBezTo>
                    <a:pt x="21" y="301"/>
                    <a:pt x="21" y="298"/>
                    <a:pt x="22" y="298"/>
                  </a:cubicBezTo>
                  <a:cubicBezTo>
                    <a:pt x="23" y="297"/>
                    <a:pt x="25" y="297"/>
                    <a:pt x="26" y="298"/>
                  </a:cubicBezTo>
                  <a:cubicBezTo>
                    <a:pt x="27" y="298"/>
                    <a:pt x="27" y="300"/>
                    <a:pt x="28" y="301"/>
                  </a:cubicBezTo>
                  <a:cubicBezTo>
                    <a:pt x="29" y="302"/>
                    <a:pt x="31" y="301"/>
                    <a:pt x="32" y="301"/>
                  </a:cubicBezTo>
                  <a:cubicBezTo>
                    <a:pt x="33" y="302"/>
                    <a:pt x="35" y="305"/>
                    <a:pt x="35" y="306"/>
                  </a:cubicBezTo>
                  <a:cubicBezTo>
                    <a:pt x="35" y="307"/>
                    <a:pt x="35" y="310"/>
                    <a:pt x="35" y="310"/>
                  </a:cubicBezTo>
                  <a:cubicBezTo>
                    <a:pt x="34" y="311"/>
                    <a:pt x="32" y="311"/>
                    <a:pt x="31" y="312"/>
                  </a:cubicBezTo>
                  <a:cubicBezTo>
                    <a:pt x="31" y="312"/>
                    <a:pt x="31" y="314"/>
                    <a:pt x="31" y="315"/>
                  </a:cubicBezTo>
                  <a:cubicBezTo>
                    <a:pt x="32" y="316"/>
                    <a:pt x="32" y="318"/>
                    <a:pt x="33" y="319"/>
                  </a:cubicBezTo>
                  <a:cubicBezTo>
                    <a:pt x="34" y="320"/>
                    <a:pt x="37" y="319"/>
                    <a:pt x="39" y="318"/>
                  </a:cubicBezTo>
                  <a:cubicBezTo>
                    <a:pt x="40" y="318"/>
                    <a:pt x="40" y="315"/>
                    <a:pt x="41" y="314"/>
                  </a:cubicBezTo>
                  <a:cubicBezTo>
                    <a:pt x="43" y="314"/>
                    <a:pt x="46" y="314"/>
                    <a:pt x="47" y="314"/>
                  </a:cubicBezTo>
                  <a:cubicBezTo>
                    <a:pt x="48" y="314"/>
                    <a:pt x="51" y="314"/>
                    <a:pt x="52" y="314"/>
                  </a:cubicBezTo>
                  <a:cubicBezTo>
                    <a:pt x="52" y="313"/>
                    <a:pt x="53" y="312"/>
                    <a:pt x="53" y="311"/>
                  </a:cubicBezTo>
                  <a:cubicBezTo>
                    <a:pt x="53" y="310"/>
                    <a:pt x="52" y="307"/>
                    <a:pt x="52" y="306"/>
                  </a:cubicBezTo>
                  <a:cubicBezTo>
                    <a:pt x="52" y="305"/>
                    <a:pt x="53" y="304"/>
                    <a:pt x="53" y="303"/>
                  </a:cubicBezTo>
                  <a:cubicBezTo>
                    <a:pt x="53" y="302"/>
                    <a:pt x="53" y="299"/>
                    <a:pt x="53" y="298"/>
                  </a:cubicBezTo>
                  <a:cubicBezTo>
                    <a:pt x="52" y="297"/>
                    <a:pt x="50" y="296"/>
                    <a:pt x="50" y="295"/>
                  </a:cubicBezTo>
                  <a:cubicBezTo>
                    <a:pt x="49" y="294"/>
                    <a:pt x="49" y="292"/>
                    <a:pt x="49" y="291"/>
                  </a:cubicBezTo>
                  <a:cubicBezTo>
                    <a:pt x="49" y="290"/>
                    <a:pt x="51" y="288"/>
                    <a:pt x="52" y="286"/>
                  </a:cubicBezTo>
                  <a:cubicBezTo>
                    <a:pt x="53" y="285"/>
                    <a:pt x="54" y="282"/>
                    <a:pt x="55" y="280"/>
                  </a:cubicBezTo>
                  <a:cubicBezTo>
                    <a:pt x="55" y="279"/>
                    <a:pt x="55" y="276"/>
                    <a:pt x="55" y="275"/>
                  </a:cubicBezTo>
                  <a:cubicBezTo>
                    <a:pt x="55" y="273"/>
                    <a:pt x="54" y="270"/>
                    <a:pt x="54" y="268"/>
                  </a:cubicBezTo>
                  <a:cubicBezTo>
                    <a:pt x="55" y="267"/>
                    <a:pt x="56" y="266"/>
                    <a:pt x="57" y="266"/>
                  </a:cubicBezTo>
                  <a:cubicBezTo>
                    <a:pt x="57" y="265"/>
                    <a:pt x="59" y="265"/>
                    <a:pt x="60" y="265"/>
                  </a:cubicBezTo>
                  <a:cubicBezTo>
                    <a:pt x="61" y="265"/>
                    <a:pt x="62" y="267"/>
                    <a:pt x="63" y="268"/>
                  </a:cubicBezTo>
                  <a:cubicBezTo>
                    <a:pt x="64" y="268"/>
                    <a:pt x="66" y="269"/>
                    <a:pt x="67" y="269"/>
                  </a:cubicBezTo>
                  <a:cubicBezTo>
                    <a:pt x="67" y="269"/>
                    <a:pt x="69" y="269"/>
                    <a:pt x="69" y="268"/>
                  </a:cubicBezTo>
                  <a:cubicBezTo>
                    <a:pt x="70" y="267"/>
                    <a:pt x="69" y="265"/>
                    <a:pt x="70" y="264"/>
                  </a:cubicBezTo>
                  <a:cubicBezTo>
                    <a:pt x="71" y="263"/>
                    <a:pt x="74" y="264"/>
                    <a:pt x="76" y="264"/>
                  </a:cubicBezTo>
                  <a:cubicBezTo>
                    <a:pt x="77" y="264"/>
                    <a:pt x="79" y="264"/>
                    <a:pt x="79" y="263"/>
                  </a:cubicBezTo>
                  <a:cubicBezTo>
                    <a:pt x="80" y="263"/>
                    <a:pt x="80" y="260"/>
                    <a:pt x="80" y="259"/>
                  </a:cubicBezTo>
                  <a:cubicBezTo>
                    <a:pt x="81" y="258"/>
                    <a:pt x="84" y="257"/>
                    <a:pt x="85" y="257"/>
                  </a:cubicBezTo>
                  <a:cubicBezTo>
                    <a:pt x="86" y="257"/>
                    <a:pt x="87" y="257"/>
                    <a:pt x="88" y="257"/>
                  </a:cubicBezTo>
                  <a:cubicBezTo>
                    <a:pt x="89" y="257"/>
                    <a:pt x="89" y="260"/>
                    <a:pt x="90" y="260"/>
                  </a:cubicBezTo>
                  <a:cubicBezTo>
                    <a:pt x="91" y="260"/>
                    <a:pt x="92" y="259"/>
                    <a:pt x="93" y="258"/>
                  </a:cubicBezTo>
                  <a:cubicBezTo>
                    <a:pt x="93" y="257"/>
                    <a:pt x="94" y="255"/>
                    <a:pt x="94" y="254"/>
                  </a:cubicBezTo>
                  <a:cubicBezTo>
                    <a:pt x="95" y="254"/>
                    <a:pt x="96" y="254"/>
                    <a:pt x="97" y="253"/>
                  </a:cubicBezTo>
                  <a:cubicBezTo>
                    <a:pt x="98" y="252"/>
                    <a:pt x="99" y="249"/>
                    <a:pt x="99" y="248"/>
                  </a:cubicBezTo>
                  <a:cubicBezTo>
                    <a:pt x="99" y="247"/>
                    <a:pt x="99" y="244"/>
                    <a:pt x="98" y="243"/>
                  </a:cubicBezTo>
                  <a:cubicBezTo>
                    <a:pt x="98" y="242"/>
                    <a:pt x="96" y="241"/>
                    <a:pt x="96" y="241"/>
                  </a:cubicBezTo>
                  <a:cubicBezTo>
                    <a:pt x="95" y="239"/>
                    <a:pt x="96" y="236"/>
                    <a:pt x="95" y="235"/>
                  </a:cubicBezTo>
                  <a:cubicBezTo>
                    <a:pt x="95" y="233"/>
                    <a:pt x="92" y="231"/>
                    <a:pt x="92" y="229"/>
                  </a:cubicBezTo>
                  <a:cubicBezTo>
                    <a:pt x="91" y="228"/>
                    <a:pt x="91" y="226"/>
                    <a:pt x="91" y="224"/>
                  </a:cubicBezTo>
                  <a:cubicBezTo>
                    <a:pt x="91" y="223"/>
                    <a:pt x="93" y="222"/>
                    <a:pt x="94" y="222"/>
                  </a:cubicBezTo>
                  <a:cubicBezTo>
                    <a:pt x="95" y="221"/>
                    <a:pt x="97" y="219"/>
                    <a:pt x="98" y="218"/>
                  </a:cubicBezTo>
                  <a:cubicBezTo>
                    <a:pt x="99" y="217"/>
                    <a:pt x="100" y="215"/>
                    <a:pt x="100" y="214"/>
                  </a:cubicBezTo>
                  <a:cubicBezTo>
                    <a:pt x="101" y="213"/>
                    <a:pt x="101" y="209"/>
                    <a:pt x="101" y="207"/>
                  </a:cubicBezTo>
                  <a:cubicBezTo>
                    <a:pt x="100" y="206"/>
                    <a:pt x="98" y="205"/>
                    <a:pt x="98" y="203"/>
                  </a:cubicBezTo>
                  <a:cubicBezTo>
                    <a:pt x="97" y="202"/>
                    <a:pt x="97" y="198"/>
                    <a:pt x="97" y="197"/>
                  </a:cubicBezTo>
                  <a:cubicBezTo>
                    <a:pt x="98" y="195"/>
                    <a:pt x="99" y="193"/>
                    <a:pt x="99" y="192"/>
                  </a:cubicBezTo>
                  <a:cubicBezTo>
                    <a:pt x="99" y="191"/>
                    <a:pt x="100" y="189"/>
                    <a:pt x="101" y="188"/>
                  </a:cubicBezTo>
                  <a:cubicBezTo>
                    <a:pt x="101" y="188"/>
                    <a:pt x="101" y="187"/>
                    <a:pt x="101" y="18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4"/>
            <p:cNvSpPr>
              <a:spLocks/>
            </p:cNvSpPr>
            <p:nvPr/>
          </p:nvSpPr>
          <p:spPr bwMode="auto">
            <a:xfrm>
              <a:off x="2955926" y="2905125"/>
              <a:ext cx="782638" cy="1262063"/>
            </a:xfrm>
            <a:custGeom>
              <a:avLst/>
              <a:gdLst/>
              <a:ahLst/>
              <a:cxnLst>
                <a:cxn ang="0">
                  <a:pos x="410" y="46"/>
                </a:cxn>
                <a:cxn ang="0">
                  <a:pos x="425" y="69"/>
                </a:cxn>
                <a:cxn ang="0">
                  <a:pos x="438" y="93"/>
                </a:cxn>
                <a:cxn ang="0">
                  <a:pos x="379" y="153"/>
                </a:cxn>
                <a:cxn ang="0">
                  <a:pos x="344" y="184"/>
                </a:cxn>
                <a:cxn ang="0">
                  <a:pos x="313" y="216"/>
                </a:cxn>
                <a:cxn ang="0">
                  <a:pos x="272" y="259"/>
                </a:cxn>
                <a:cxn ang="0">
                  <a:pos x="226" y="311"/>
                </a:cxn>
                <a:cxn ang="0">
                  <a:pos x="212" y="349"/>
                </a:cxn>
                <a:cxn ang="0">
                  <a:pos x="227" y="390"/>
                </a:cxn>
                <a:cxn ang="0">
                  <a:pos x="254" y="476"/>
                </a:cxn>
                <a:cxn ang="0">
                  <a:pos x="288" y="507"/>
                </a:cxn>
                <a:cxn ang="0">
                  <a:pos x="274" y="527"/>
                </a:cxn>
                <a:cxn ang="0">
                  <a:pos x="249" y="539"/>
                </a:cxn>
                <a:cxn ang="0">
                  <a:pos x="221" y="556"/>
                </a:cxn>
                <a:cxn ang="0">
                  <a:pos x="153" y="569"/>
                </a:cxn>
                <a:cxn ang="0">
                  <a:pos x="126" y="589"/>
                </a:cxn>
                <a:cxn ang="0">
                  <a:pos x="103" y="619"/>
                </a:cxn>
                <a:cxn ang="0">
                  <a:pos x="71" y="666"/>
                </a:cxn>
                <a:cxn ang="0">
                  <a:pos x="48" y="710"/>
                </a:cxn>
                <a:cxn ang="0">
                  <a:pos x="42" y="691"/>
                </a:cxn>
                <a:cxn ang="0">
                  <a:pos x="23" y="662"/>
                </a:cxn>
                <a:cxn ang="0">
                  <a:pos x="13" y="627"/>
                </a:cxn>
                <a:cxn ang="0">
                  <a:pos x="30" y="593"/>
                </a:cxn>
                <a:cxn ang="0">
                  <a:pos x="21" y="560"/>
                </a:cxn>
                <a:cxn ang="0">
                  <a:pos x="34" y="527"/>
                </a:cxn>
                <a:cxn ang="0">
                  <a:pos x="47" y="496"/>
                </a:cxn>
                <a:cxn ang="0">
                  <a:pos x="65" y="486"/>
                </a:cxn>
                <a:cxn ang="0">
                  <a:pos x="76" y="454"/>
                </a:cxn>
                <a:cxn ang="0">
                  <a:pos x="78" y="418"/>
                </a:cxn>
                <a:cxn ang="0">
                  <a:pos x="38" y="403"/>
                </a:cxn>
                <a:cxn ang="0">
                  <a:pos x="34" y="357"/>
                </a:cxn>
                <a:cxn ang="0">
                  <a:pos x="53" y="330"/>
                </a:cxn>
                <a:cxn ang="0">
                  <a:pos x="43" y="307"/>
                </a:cxn>
                <a:cxn ang="0">
                  <a:pos x="17" y="287"/>
                </a:cxn>
                <a:cxn ang="0">
                  <a:pos x="3" y="276"/>
                </a:cxn>
                <a:cxn ang="0">
                  <a:pos x="9" y="249"/>
                </a:cxn>
                <a:cxn ang="0">
                  <a:pos x="33" y="218"/>
                </a:cxn>
                <a:cxn ang="0">
                  <a:pos x="63" y="216"/>
                </a:cxn>
                <a:cxn ang="0">
                  <a:pos x="80" y="189"/>
                </a:cxn>
                <a:cxn ang="0">
                  <a:pos x="96" y="155"/>
                </a:cxn>
                <a:cxn ang="0">
                  <a:pos x="121" y="159"/>
                </a:cxn>
                <a:cxn ang="0">
                  <a:pos x="146" y="176"/>
                </a:cxn>
                <a:cxn ang="0">
                  <a:pos x="152" y="195"/>
                </a:cxn>
                <a:cxn ang="0">
                  <a:pos x="159" y="184"/>
                </a:cxn>
                <a:cxn ang="0">
                  <a:pos x="163" y="164"/>
                </a:cxn>
                <a:cxn ang="0">
                  <a:pos x="187" y="156"/>
                </a:cxn>
                <a:cxn ang="0">
                  <a:pos x="208" y="151"/>
                </a:cxn>
                <a:cxn ang="0">
                  <a:pos x="220" y="137"/>
                </a:cxn>
                <a:cxn ang="0">
                  <a:pos x="230" y="114"/>
                </a:cxn>
                <a:cxn ang="0">
                  <a:pos x="259" y="112"/>
                </a:cxn>
                <a:cxn ang="0">
                  <a:pos x="287" y="93"/>
                </a:cxn>
                <a:cxn ang="0">
                  <a:pos x="284" y="69"/>
                </a:cxn>
                <a:cxn ang="0">
                  <a:pos x="294" y="51"/>
                </a:cxn>
                <a:cxn ang="0">
                  <a:pos x="285" y="36"/>
                </a:cxn>
                <a:cxn ang="0">
                  <a:pos x="302" y="21"/>
                </a:cxn>
                <a:cxn ang="0">
                  <a:pos x="323" y="3"/>
                </a:cxn>
                <a:cxn ang="0">
                  <a:pos x="352" y="17"/>
                </a:cxn>
                <a:cxn ang="0">
                  <a:pos x="371" y="27"/>
                </a:cxn>
              </a:cxnLst>
              <a:rect l="0" t="0" r="r" b="b"/>
              <a:pathLst>
                <a:path w="440" h="710">
                  <a:moveTo>
                    <a:pt x="390" y="27"/>
                  </a:moveTo>
                  <a:cubicBezTo>
                    <a:pt x="390" y="27"/>
                    <a:pt x="391" y="27"/>
                    <a:pt x="391" y="27"/>
                  </a:cubicBezTo>
                  <a:cubicBezTo>
                    <a:pt x="393" y="26"/>
                    <a:pt x="396" y="27"/>
                    <a:pt x="397" y="28"/>
                  </a:cubicBezTo>
                  <a:cubicBezTo>
                    <a:pt x="398" y="29"/>
                    <a:pt x="400" y="30"/>
                    <a:pt x="401" y="31"/>
                  </a:cubicBezTo>
                  <a:cubicBezTo>
                    <a:pt x="402" y="32"/>
                    <a:pt x="403" y="35"/>
                    <a:pt x="404" y="36"/>
                  </a:cubicBezTo>
                  <a:cubicBezTo>
                    <a:pt x="405" y="37"/>
                    <a:pt x="408" y="38"/>
                    <a:pt x="408" y="39"/>
                  </a:cubicBezTo>
                  <a:cubicBezTo>
                    <a:pt x="410" y="40"/>
                    <a:pt x="411" y="44"/>
                    <a:pt x="410" y="46"/>
                  </a:cubicBezTo>
                  <a:cubicBezTo>
                    <a:pt x="410" y="47"/>
                    <a:pt x="406" y="47"/>
                    <a:pt x="406" y="49"/>
                  </a:cubicBezTo>
                  <a:cubicBezTo>
                    <a:pt x="405" y="50"/>
                    <a:pt x="405" y="52"/>
                    <a:pt x="405" y="53"/>
                  </a:cubicBezTo>
                  <a:cubicBezTo>
                    <a:pt x="405" y="54"/>
                    <a:pt x="406" y="57"/>
                    <a:pt x="407" y="58"/>
                  </a:cubicBezTo>
                  <a:cubicBezTo>
                    <a:pt x="409" y="59"/>
                    <a:pt x="412" y="60"/>
                    <a:pt x="414" y="61"/>
                  </a:cubicBezTo>
                  <a:cubicBezTo>
                    <a:pt x="415" y="62"/>
                    <a:pt x="418" y="64"/>
                    <a:pt x="420" y="64"/>
                  </a:cubicBezTo>
                  <a:cubicBezTo>
                    <a:pt x="420" y="65"/>
                    <a:pt x="422" y="65"/>
                    <a:pt x="422" y="66"/>
                  </a:cubicBezTo>
                  <a:cubicBezTo>
                    <a:pt x="423" y="66"/>
                    <a:pt x="425" y="68"/>
                    <a:pt x="425" y="69"/>
                  </a:cubicBezTo>
                  <a:cubicBezTo>
                    <a:pt x="426" y="70"/>
                    <a:pt x="428" y="72"/>
                    <a:pt x="428" y="73"/>
                  </a:cubicBezTo>
                  <a:cubicBezTo>
                    <a:pt x="429" y="74"/>
                    <a:pt x="429" y="77"/>
                    <a:pt x="429" y="78"/>
                  </a:cubicBezTo>
                  <a:cubicBezTo>
                    <a:pt x="430" y="80"/>
                    <a:pt x="430" y="82"/>
                    <a:pt x="431" y="83"/>
                  </a:cubicBezTo>
                  <a:cubicBezTo>
                    <a:pt x="432" y="85"/>
                    <a:pt x="434" y="86"/>
                    <a:pt x="435" y="87"/>
                  </a:cubicBezTo>
                  <a:cubicBezTo>
                    <a:pt x="436" y="88"/>
                    <a:pt x="438" y="89"/>
                    <a:pt x="439" y="89"/>
                  </a:cubicBezTo>
                  <a:cubicBezTo>
                    <a:pt x="439" y="89"/>
                    <a:pt x="440" y="90"/>
                    <a:pt x="440" y="90"/>
                  </a:cubicBezTo>
                  <a:cubicBezTo>
                    <a:pt x="439" y="91"/>
                    <a:pt x="439" y="92"/>
                    <a:pt x="438" y="93"/>
                  </a:cubicBezTo>
                  <a:cubicBezTo>
                    <a:pt x="437" y="94"/>
                    <a:pt x="434" y="98"/>
                    <a:pt x="432" y="99"/>
                  </a:cubicBezTo>
                  <a:cubicBezTo>
                    <a:pt x="430" y="102"/>
                    <a:pt x="424" y="108"/>
                    <a:pt x="422" y="111"/>
                  </a:cubicBezTo>
                  <a:cubicBezTo>
                    <a:pt x="419" y="114"/>
                    <a:pt x="414" y="120"/>
                    <a:pt x="412" y="123"/>
                  </a:cubicBezTo>
                  <a:cubicBezTo>
                    <a:pt x="409" y="126"/>
                    <a:pt x="402" y="133"/>
                    <a:pt x="399" y="136"/>
                  </a:cubicBezTo>
                  <a:cubicBezTo>
                    <a:pt x="397" y="138"/>
                    <a:pt x="392" y="141"/>
                    <a:pt x="389" y="143"/>
                  </a:cubicBezTo>
                  <a:cubicBezTo>
                    <a:pt x="387" y="145"/>
                    <a:pt x="384" y="147"/>
                    <a:pt x="382" y="149"/>
                  </a:cubicBezTo>
                  <a:cubicBezTo>
                    <a:pt x="381" y="150"/>
                    <a:pt x="380" y="152"/>
                    <a:pt x="379" y="153"/>
                  </a:cubicBezTo>
                  <a:cubicBezTo>
                    <a:pt x="378" y="154"/>
                    <a:pt x="376" y="157"/>
                    <a:pt x="374" y="158"/>
                  </a:cubicBezTo>
                  <a:cubicBezTo>
                    <a:pt x="373" y="159"/>
                    <a:pt x="370" y="159"/>
                    <a:pt x="369" y="160"/>
                  </a:cubicBezTo>
                  <a:cubicBezTo>
                    <a:pt x="367" y="160"/>
                    <a:pt x="364" y="162"/>
                    <a:pt x="362" y="163"/>
                  </a:cubicBezTo>
                  <a:cubicBezTo>
                    <a:pt x="361" y="165"/>
                    <a:pt x="358" y="167"/>
                    <a:pt x="357" y="169"/>
                  </a:cubicBezTo>
                  <a:cubicBezTo>
                    <a:pt x="356" y="170"/>
                    <a:pt x="355" y="173"/>
                    <a:pt x="354" y="174"/>
                  </a:cubicBezTo>
                  <a:cubicBezTo>
                    <a:pt x="353" y="176"/>
                    <a:pt x="349" y="178"/>
                    <a:pt x="348" y="180"/>
                  </a:cubicBezTo>
                  <a:cubicBezTo>
                    <a:pt x="347" y="181"/>
                    <a:pt x="345" y="183"/>
                    <a:pt x="344" y="184"/>
                  </a:cubicBezTo>
                  <a:cubicBezTo>
                    <a:pt x="343" y="185"/>
                    <a:pt x="340" y="187"/>
                    <a:pt x="339" y="188"/>
                  </a:cubicBezTo>
                  <a:cubicBezTo>
                    <a:pt x="338" y="188"/>
                    <a:pt x="334" y="188"/>
                    <a:pt x="333" y="189"/>
                  </a:cubicBezTo>
                  <a:cubicBezTo>
                    <a:pt x="332" y="189"/>
                    <a:pt x="330" y="191"/>
                    <a:pt x="329" y="192"/>
                  </a:cubicBezTo>
                  <a:cubicBezTo>
                    <a:pt x="327" y="193"/>
                    <a:pt x="324" y="197"/>
                    <a:pt x="323" y="200"/>
                  </a:cubicBezTo>
                  <a:cubicBezTo>
                    <a:pt x="322" y="201"/>
                    <a:pt x="322" y="204"/>
                    <a:pt x="322" y="205"/>
                  </a:cubicBezTo>
                  <a:cubicBezTo>
                    <a:pt x="321" y="207"/>
                    <a:pt x="320" y="210"/>
                    <a:pt x="319" y="211"/>
                  </a:cubicBezTo>
                  <a:cubicBezTo>
                    <a:pt x="318" y="212"/>
                    <a:pt x="315" y="215"/>
                    <a:pt x="313" y="216"/>
                  </a:cubicBezTo>
                  <a:cubicBezTo>
                    <a:pt x="312" y="218"/>
                    <a:pt x="308" y="222"/>
                    <a:pt x="306" y="223"/>
                  </a:cubicBezTo>
                  <a:cubicBezTo>
                    <a:pt x="303" y="226"/>
                    <a:pt x="297" y="230"/>
                    <a:pt x="294" y="232"/>
                  </a:cubicBezTo>
                  <a:cubicBezTo>
                    <a:pt x="292" y="234"/>
                    <a:pt x="286" y="238"/>
                    <a:pt x="284" y="240"/>
                  </a:cubicBezTo>
                  <a:cubicBezTo>
                    <a:pt x="282" y="242"/>
                    <a:pt x="279" y="245"/>
                    <a:pt x="278" y="246"/>
                  </a:cubicBezTo>
                  <a:cubicBezTo>
                    <a:pt x="277" y="247"/>
                    <a:pt x="276" y="249"/>
                    <a:pt x="275" y="250"/>
                  </a:cubicBezTo>
                  <a:cubicBezTo>
                    <a:pt x="275" y="251"/>
                    <a:pt x="274" y="252"/>
                    <a:pt x="274" y="253"/>
                  </a:cubicBezTo>
                  <a:cubicBezTo>
                    <a:pt x="273" y="255"/>
                    <a:pt x="273" y="257"/>
                    <a:pt x="272" y="259"/>
                  </a:cubicBezTo>
                  <a:cubicBezTo>
                    <a:pt x="271" y="260"/>
                    <a:pt x="268" y="263"/>
                    <a:pt x="267" y="265"/>
                  </a:cubicBezTo>
                  <a:cubicBezTo>
                    <a:pt x="266" y="266"/>
                    <a:pt x="263" y="269"/>
                    <a:pt x="262" y="270"/>
                  </a:cubicBezTo>
                  <a:cubicBezTo>
                    <a:pt x="260" y="272"/>
                    <a:pt x="257" y="276"/>
                    <a:pt x="255" y="278"/>
                  </a:cubicBezTo>
                  <a:cubicBezTo>
                    <a:pt x="253" y="280"/>
                    <a:pt x="250" y="283"/>
                    <a:pt x="248" y="284"/>
                  </a:cubicBezTo>
                  <a:cubicBezTo>
                    <a:pt x="247" y="286"/>
                    <a:pt x="242" y="290"/>
                    <a:pt x="240" y="292"/>
                  </a:cubicBezTo>
                  <a:cubicBezTo>
                    <a:pt x="239" y="293"/>
                    <a:pt x="235" y="297"/>
                    <a:pt x="234" y="299"/>
                  </a:cubicBezTo>
                  <a:cubicBezTo>
                    <a:pt x="232" y="302"/>
                    <a:pt x="228" y="308"/>
                    <a:pt x="226" y="311"/>
                  </a:cubicBezTo>
                  <a:cubicBezTo>
                    <a:pt x="224" y="314"/>
                    <a:pt x="222" y="322"/>
                    <a:pt x="222" y="326"/>
                  </a:cubicBezTo>
                  <a:cubicBezTo>
                    <a:pt x="221" y="329"/>
                    <a:pt x="221" y="334"/>
                    <a:pt x="220" y="337"/>
                  </a:cubicBezTo>
                  <a:cubicBezTo>
                    <a:pt x="220" y="337"/>
                    <a:pt x="219" y="339"/>
                    <a:pt x="218" y="339"/>
                  </a:cubicBezTo>
                  <a:cubicBezTo>
                    <a:pt x="217" y="340"/>
                    <a:pt x="215" y="340"/>
                    <a:pt x="214" y="341"/>
                  </a:cubicBezTo>
                  <a:cubicBezTo>
                    <a:pt x="213" y="342"/>
                    <a:pt x="213" y="344"/>
                    <a:pt x="212" y="345"/>
                  </a:cubicBezTo>
                  <a:cubicBezTo>
                    <a:pt x="212" y="346"/>
                    <a:pt x="209" y="347"/>
                    <a:pt x="210" y="348"/>
                  </a:cubicBezTo>
                  <a:cubicBezTo>
                    <a:pt x="210" y="349"/>
                    <a:pt x="211" y="349"/>
                    <a:pt x="212" y="349"/>
                  </a:cubicBezTo>
                  <a:cubicBezTo>
                    <a:pt x="213" y="350"/>
                    <a:pt x="216" y="349"/>
                    <a:pt x="217" y="350"/>
                  </a:cubicBezTo>
                  <a:cubicBezTo>
                    <a:pt x="218" y="350"/>
                    <a:pt x="220" y="350"/>
                    <a:pt x="221" y="351"/>
                  </a:cubicBezTo>
                  <a:cubicBezTo>
                    <a:pt x="222" y="352"/>
                    <a:pt x="223" y="354"/>
                    <a:pt x="224" y="355"/>
                  </a:cubicBezTo>
                  <a:cubicBezTo>
                    <a:pt x="225" y="358"/>
                    <a:pt x="225" y="363"/>
                    <a:pt x="226" y="366"/>
                  </a:cubicBezTo>
                  <a:cubicBezTo>
                    <a:pt x="227" y="369"/>
                    <a:pt x="229" y="375"/>
                    <a:pt x="230" y="379"/>
                  </a:cubicBezTo>
                  <a:cubicBezTo>
                    <a:pt x="230" y="381"/>
                    <a:pt x="231" y="385"/>
                    <a:pt x="230" y="386"/>
                  </a:cubicBezTo>
                  <a:cubicBezTo>
                    <a:pt x="230" y="388"/>
                    <a:pt x="228" y="389"/>
                    <a:pt x="227" y="390"/>
                  </a:cubicBezTo>
                  <a:cubicBezTo>
                    <a:pt x="226" y="391"/>
                    <a:pt x="225" y="393"/>
                    <a:pt x="224" y="395"/>
                  </a:cubicBezTo>
                  <a:cubicBezTo>
                    <a:pt x="223" y="397"/>
                    <a:pt x="223" y="402"/>
                    <a:pt x="223" y="404"/>
                  </a:cubicBezTo>
                  <a:cubicBezTo>
                    <a:pt x="224" y="409"/>
                    <a:pt x="226" y="418"/>
                    <a:pt x="227" y="422"/>
                  </a:cubicBezTo>
                  <a:cubicBezTo>
                    <a:pt x="228" y="426"/>
                    <a:pt x="232" y="434"/>
                    <a:pt x="234" y="438"/>
                  </a:cubicBezTo>
                  <a:cubicBezTo>
                    <a:pt x="235" y="443"/>
                    <a:pt x="239" y="451"/>
                    <a:pt x="241" y="455"/>
                  </a:cubicBezTo>
                  <a:cubicBezTo>
                    <a:pt x="242" y="459"/>
                    <a:pt x="245" y="466"/>
                    <a:pt x="247" y="469"/>
                  </a:cubicBezTo>
                  <a:cubicBezTo>
                    <a:pt x="248" y="471"/>
                    <a:pt x="252" y="475"/>
                    <a:pt x="254" y="476"/>
                  </a:cubicBezTo>
                  <a:cubicBezTo>
                    <a:pt x="255" y="477"/>
                    <a:pt x="257" y="479"/>
                    <a:pt x="258" y="480"/>
                  </a:cubicBezTo>
                  <a:cubicBezTo>
                    <a:pt x="260" y="481"/>
                    <a:pt x="265" y="481"/>
                    <a:pt x="267" y="482"/>
                  </a:cubicBezTo>
                  <a:cubicBezTo>
                    <a:pt x="269" y="483"/>
                    <a:pt x="273" y="486"/>
                    <a:pt x="274" y="487"/>
                  </a:cubicBezTo>
                  <a:cubicBezTo>
                    <a:pt x="275" y="488"/>
                    <a:pt x="275" y="491"/>
                    <a:pt x="276" y="492"/>
                  </a:cubicBezTo>
                  <a:cubicBezTo>
                    <a:pt x="277" y="494"/>
                    <a:pt x="282" y="493"/>
                    <a:pt x="284" y="495"/>
                  </a:cubicBezTo>
                  <a:cubicBezTo>
                    <a:pt x="286" y="496"/>
                    <a:pt x="287" y="500"/>
                    <a:pt x="287" y="502"/>
                  </a:cubicBezTo>
                  <a:cubicBezTo>
                    <a:pt x="288" y="503"/>
                    <a:pt x="288" y="506"/>
                    <a:pt x="288" y="507"/>
                  </a:cubicBezTo>
                  <a:cubicBezTo>
                    <a:pt x="288" y="508"/>
                    <a:pt x="287" y="510"/>
                    <a:pt x="288" y="511"/>
                  </a:cubicBezTo>
                  <a:cubicBezTo>
                    <a:pt x="289" y="513"/>
                    <a:pt x="294" y="513"/>
                    <a:pt x="295" y="515"/>
                  </a:cubicBezTo>
                  <a:cubicBezTo>
                    <a:pt x="295" y="516"/>
                    <a:pt x="292" y="519"/>
                    <a:pt x="290" y="520"/>
                  </a:cubicBezTo>
                  <a:cubicBezTo>
                    <a:pt x="289" y="521"/>
                    <a:pt x="286" y="520"/>
                    <a:pt x="285" y="521"/>
                  </a:cubicBezTo>
                  <a:cubicBezTo>
                    <a:pt x="284" y="521"/>
                    <a:pt x="281" y="521"/>
                    <a:pt x="280" y="521"/>
                  </a:cubicBezTo>
                  <a:cubicBezTo>
                    <a:pt x="278" y="522"/>
                    <a:pt x="277" y="524"/>
                    <a:pt x="276" y="525"/>
                  </a:cubicBezTo>
                  <a:cubicBezTo>
                    <a:pt x="276" y="525"/>
                    <a:pt x="275" y="527"/>
                    <a:pt x="274" y="527"/>
                  </a:cubicBezTo>
                  <a:cubicBezTo>
                    <a:pt x="273" y="528"/>
                    <a:pt x="270" y="529"/>
                    <a:pt x="269" y="529"/>
                  </a:cubicBezTo>
                  <a:cubicBezTo>
                    <a:pt x="267" y="530"/>
                    <a:pt x="264" y="529"/>
                    <a:pt x="263" y="530"/>
                  </a:cubicBezTo>
                  <a:cubicBezTo>
                    <a:pt x="262" y="530"/>
                    <a:pt x="260" y="531"/>
                    <a:pt x="259" y="532"/>
                  </a:cubicBezTo>
                  <a:cubicBezTo>
                    <a:pt x="259" y="533"/>
                    <a:pt x="259" y="535"/>
                    <a:pt x="258" y="536"/>
                  </a:cubicBezTo>
                  <a:cubicBezTo>
                    <a:pt x="258" y="537"/>
                    <a:pt x="257" y="538"/>
                    <a:pt x="256" y="539"/>
                  </a:cubicBezTo>
                  <a:cubicBezTo>
                    <a:pt x="255" y="539"/>
                    <a:pt x="253" y="537"/>
                    <a:pt x="252" y="537"/>
                  </a:cubicBezTo>
                  <a:cubicBezTo>
                    <a:pt x="251" y="537"/>
                    <a:pt x="250" y="539"/>
                    <a:pt x="249" y="539"/>
                  </a:cubicBezTo>
                  <a:cubicBezTo>
                    <a:pt x="248" y="539"/>
                    <a:pt x="246" y="540"/>
                    <a:pt x="245" y="539"/>
                  </a:cubicBezTo>
                  <a:cubicBezTo>
                    <a:pt x="244" y="539"/>
                    <a:pt x="242" y="537"/>
                    <a:pt x="241" y="537"/>
                  </a:cubicBezTo>
                  <a:cubicBezTo>
                    <a:pt x="240" y="537"/>
                    <a:pt x="239" y="537"/>
                    <a:pt x="238" y="538"/>
                  </a:cubicBezTo>
                  <a:cubicBezTo>
                    <a:pt x="236" y="538"/>
                    <a:pt x="234" y="539"/>
                    <a:pt x="232" y="540"/>
                  </a:cubicBezTo>
                  <a:cubicBezTo>
                    <a:pt x="231" y="541"/>
                    <a:pt x="230" y="543"/>
                    <a:pt x="229" y="544"/>
                  </a:cubicBezTo>
                  <a:cubicBezTo>
                    <a:pt x="228" y="546"/>
                    <a:pt x="227" y="549"/>
                    <a:pt x="226" y="551"/>
                  </a:cubicBezTo>
                  <a:cubicBezTo>
                    <a:pt x="225" y="552"/>
                    <a:pt x="223" y="555"/>
                    <a:pt x="221" y="556"/>
                  </a:cubicBezTo>
                  <a:cubicBezTo>
                    <a:pt x="219" y="557"/>
                    <a:pt x="214" y="557"/>
                    <a:pt x="212" y="557"/>
                  </a:cubicBezTo>
                  <a:cubicBezTo>
                    <a:pt x="209" y="558"/>
                    <a:pt x="203" y="558"/>
                    <a:pt x="199" y="558"/>
                  </a:cubicBezTo>
                  <a:cubicBezTo>
                    <a:pt x="196" y="558"/>
                    <a:pt x="189" y="558"/>
                    <a:pt x="186" y="558"/>
                  </a:cubicBezTo>
                  <a:cubicBezTo>
                    <a:pt x="183" y="558"/>
                    <a:pt x="179" y="559"/>
                    <a:pt x="176" y="560"/>
                  </a:cubicBezTo>
                  <a:cubicBezTo>
                    <a:pt x="174" y="560"/>
                    <a:pt x="170" y="562"/>
                    <a:pt x="168" y="563"/>
                  </a:cubicBezTo>
                  <a:cubicBezTo>
                    <a:pt x="166" y="564"/>
                    <a:pt x="161" y="565"/>
                    <a:pt x="159" y="566"/>
                  </a:cubicBezTo>
                  <a:cubicBezTo>
                    <a:pt x="158" y="567"/>
                    <a:pt x="154" y="568"/>
                    <a:pt x="153" y="569"/>
                  </a:cubicBezTo>
                  <a:cubicBezTo>
                    <a:pt x="152" y="570"/>
                    <a:pt x="149" y="572"/>
                    <a:pt x="148" y="574"/>
                  </a:cubicBezTo>
                  <a:cubicBezTo>
                    <a:pt x="148" y="575"/>
                    <a:pt x="149" y="578"/>
                    <a:pt x="149" y="579"/>
                  </a:cubicBezTo>
                  <a:cubicBezTo>
                    <a:pt x="149" y="581"/>
                    <a:pt x="150" y="584"/>
                    <a:pt x="149" y="585"/>
                  </a:cubicBezTo>
                  <a:cubicBezTo>
                    <a:pt x="148" y="586"/>
                    <a:pt x="145" y="587"/>
                    <a:pt x="143" y="587"/>
                  </a:cubicBezTo>
                  <a:cubicBezTo>
                    <a:pt x="142" y="587"/>
                    <a:pt x="139" y="584"/>
                    <a:pt x="138" y="584"/>
                  </a:cubicBezTo>
                  <a:cubicBezTo>
                    <a:pt x="136" y="584"/>
                    <a:pt x="133" y="586"/>
                    <a:pt x="131" y="587"/>
                  </a:cubicBezTo>
                  <a:cubicBezTo>
                    <a:pt x="130" y="588"/>
                    <a:pt x="127" y="589"/>
                    <a:pt x="126" y="589"/>
                  </a:cubicBezTo>
                  <a:cubicBezTo>
                    <a:pt x="125" y="590"/>
                    <a:pt x="123" y="592"/>
                    <a:pt x="122" y="593"/>
                  </a:cubicBezTo>
                  <a:cubicBezTo>
                    <a:pt x="121" y="595"/>
                    <a:pt x="121" y="598"/>
                    <a:pt x="120" y="600"/>
                  </a:cubicBezTo>
                  <a:cubicBezTo>
                    <a:pt x="120" y="602"/>
                    <a:pt x="121" y="608"/>
                    <a:pt x="121" y="610"/>
                  </a:cubicBezTo>
                  <a:cubicBezTo>
                    <a:pt x="120" y="612"/>
                    <a:pt x="119" y="616"/>
                    <a:pt x="118" y="617"/>
                  </a:cubicBezTo>
                  <a:cubicBezTo>
                    <a:pt x="117" y="618"/>
                    <a:pt x="116" y="620"/>
                    <a:pt x="115" y="620"/>
                  </a:cubicBezTo>
                  <a:cubicBezTo>
                    <a:pt x="113" y="621"/>
                    <a:pt x="110" y="619"/>
                    <a:pt x="109" y="619"/>
                  </a:cubicBezTo>
                  <a:cubicBezTo>
                    <a:pt x="107" y="619"/>
                    <a:pt x="105" y="619"/>
                    <a:pt x="103" y="619"/>
                  </a:cubicBezTo>
                  <a:cubicBezTo>
                    <a:pt x="102" y="619"/>
                    <a:pt x="99" y="620"/>
                    <a:pt x="97" y="621"/>
                  </a:cubicBezTo>
                  <a:cubicBezTo>
                    <a:pt x="96" y="623"/>
                    <a:pt x="93" y="626"/>
                    <a:pt x="92" y="628"/>
                  </a:cubicBezTo>
                  <a:cubicBezTo>
                    <a:pt x="90" y="629"/>
                    <a:pt x="86" y="632"/>
                    <a:pt x="85" y="634"/>
                  </a:cubicBezTo>
                  <a:cubicBezTo>
                    <a:pt x="84" y="637"/>
                    <a:pt x="84" y="644"/>
                    <a:pt x="83" y="647"/>
                  </a:cubicBezTo>
                  <a:cubicBezTo>
                    <a:pt x="83" y="649"/>
                    <a:pt x="83" y="652"/>
                    <a:pt x="82" y="654"/>
                  </a:cubicBezTo>
                  <a:cubicBezTo>
                    <a:pt x="82" y="655"/>
                    <a:pt x="79" y="657"/>
                    <a:pt x="78" y="658"/>
                  </a:cubicBezTo>
                  <a:cubicBezTo>
                    <a:pt x="76" y="660"/>
                    <a:pt x="73" y="664"/>
                    <a:pt x="71" y="666"/>
                  </a:cubicBezTo>
                  <a:cubicBezTo>
                    <a:pt x="69" y="668"/>
                    <a:pt x="66" y="671"/>
                    <a:pt x="64" y="673"/>
                  </a:cubicBezTo>
                  <a:cubicBezTo>
                    <a:pt x="62" y="675"/>
                    <a:pt x="58" y="679"/>
                    <a:pt x="57" y="681"/>
                  </a:cubicBezTo>
                  <a:cubicBezTo>
                    <a:pt x="55" y="683"/>
                    <a:pt x="53" y="685"/>
                    <a:pt x="52" y="687"/>
                  </a:cubicBezTo>
                  <a:cubicBezTo>
                    <a:pt x="51" y="689"/>
                    <a:pt x="49" y="693"/>
                    <a:pt x="49" y="695"/>
                  </a:cubicBezTo>
                  <a:cubicBezTo>
                    <a:pt x="49" y="696"/>
                    <a:pt x="50" y="698"/>
                    <a:pt x="50" y="699"/>
                  </a:cubicBezTo>
                  <a:cubicBezTo>
                    <a:pt x="50" y="700"/>
                    <a:pt x="51" y="703"/>
                    <a:pt x="50" y="705"/>
                  </a:cubicBezTo>
                  <a:cubicBezTo>
                    <a:pt x="50" y="706"/>
                    <a:pt x="49" y="709"/>
                    <a:pt x="48" y="710"/>
                  </a:cubicBezTo>
                  <a:cubicBezTo>
                    <a:pt x="48" y="710"/>
                    <a:pt x="46" y="710"/>
                    <a:pt x="45" y="710"/>
                  </a:cubicBezTo>
                  <a:cubicBezTo>
                    <a:pt x="44" y="709"/>
                    <a:pt x="44" y="707"/>
                    <a:pt x="45" y="706"/>
                  </a:cubicBezTo>
                  <a:cubicBezTo>
                    <a:pt x="45" y="705"/>
                    <a:pt x="46" y="704"/>
                    <a:pt x="46" y="703"/>
                  </a:cubicBezTo>
                  <a:cubicBezTo>
                    <a:pt x="46" y="701"/>
                    <a:pt x="47" y="698"/>
                    <a:pt x="46" y="698"/>
                  </a:cubicBezTo>
                  <a:cubicBezTo>
                    <a:pt x="45" y="697"/>
                    <a:pt x="44" y="697"/>
                    <a:pt x="43" y="698"/>
                  </a:cubicBezTo>
                  <a:cubicBezTo>
                    <a:pt x="43" y="697"/>
                    <a:pt x="43" y="695"/>
                    <a:pt x="43" y="695"/>
                  </a:cubicBezTo>
                  <a:cubicBezTo>
                    <a:pt x="43" y="694"/>
                    <a:pt x="43" y="692"/>
                    <a:pt x="42" y="691"/>
                  </a:cubicBezTo>
                  <a:cubicBezTo>
                    <a:pt x="42" y="690"/>
                    <a:pt x="40" y="689"/>
                    <a:pt x="39" y="688"/>
                  </a:cubicBezTo>
                  <a:cubicBezTo>
                    <a:pt x="38" y="687"/>
                    <a:pt x="36" y="686"/>
                    <a:pt x="36" y="685"/>
                  </a:cubicBezTo>
                  <a:cubicBezTo>
                    <a:pt x="35" y="684"/>
                    <a:pt x="33" y="682"/>
                    <a:pt x="32" y="680"/>
                  </a:cubicBezTo>
                  <a:cubicBezTo>
                    <a:pt x="32" y="679"/>
                    <a:pt x="32" y="677"/>
                    <a:pt x="31" y="676"/>
                  </a:cubicBezTo>
                  <a:cubicBezTo>
                    <a:pt x="30" y="675"/>
                    <a:pt x="29" y="673"/>
                    <a:pt x="28" y="672"/>
                  </a:cubicBezTo>
                  <a:cubicBezTo>
                    <a:pt x="27" y="671"/>
                    <a:pt x="26" y="669"/>
                    <a:pt x="25" y="668"/>
                  </a:cubicBezTo>
                  <a:cubicBezTo>
                    <a:pt x="24" y="667"/>
                    <a:pt x="23" y="664"/>
                    <a:pt x="23" y="662"/>
                  </a:cubicBezTo>
                  <a:cubicBezTo>
                    <a:pt x="23" y="661"/>
                    <a:pt x="23" y="658"/>
                    <a:pt x="23" y="656"/>
                  </a:cubicBezTo>
                  <a:cubicBezTo>
                    <a:pt x="22" y="655"/>
                    <a:pt x="20" y="652"/>
                    <a:pt x="20" y="651"/>
                  </a:cubicBezTo>
                  <a:cubicBezTo>
                    <a:pt x="19" y="650"/>
                    <a:pt x="18" y="647"/>
                    <a:pt x="18" y="646"/>
                  </a:cubicBezTo>
                  <a:cubicBezTo>
                    <a:pt x="18" y="644"/>
                    <a:pt x="19" y="641"/>
                    <a:pt x="18" y="640"/>
                  </a:cubicBezTo>
                  <a:cubicBezTo>
                    <a:pt x="18" y="639"/>
                    <a:pt x="16" y="636"/>
                    <a:pt x="16" y="635"/>
                  </a:cubicBezTo>
                  <a:cubicBezTo>
                    <a:pt x="15" y="634"/>
                    <a:pt x="15" y="632"/>
                    <a:pt x="15" y="631"/>
                  </a:cubicBezTo>
                  <a:cubicBezTo>
                    <a:pt x="14" y="629"/>
                    <a:pt x="13" y="628"/>
                    <a:pt x="13" y="627"/>
                  </a:cubicBezTo>
                  <a:cubicBezTo>
                    <a:pt x="13" y="626"/>
                    <a:pt x="13" y="624"/>
                    <a:pt x="13" y="623"/>
                  </a:cubicBezTo>
                  <a:cubicBezTo>
                    <a:pt x="13" y="622"/>
                    <a:pt x="13" y="619"/>
                    <a:pt x="12" y="618"/>
                  </a:cubicBezTo>
                  <a:cubicBezTo>
                    <a:pt x="12" y="617"/>
                    <a:pt x="12" y="615"/>
                    <a:pt x="13" y="614"/>
                  </a:cubicBezTo>
                  <a:cubicBezTo>
                    <a:pt x="13" y="613"/>
                    <a:pt x="15" y="612"/>
                    <a:pt x="15" y="612"/>
                  </a:cubicBezTo>
                  <a:cubicBezTo>
                    <a:pt x="17" y="610"/>
                    <a:pt x="22" y="606"/>
                    <a:pt x="23" y="604"/>
                  </a:cubicBezTo>
                  <a:cubicBezTo>
                    <a:pt x="24" y="603"/>
                    <a:pt x="26" y="601"/>
                    <a:pt x="26" y="600"/>
                  </a:cubicBezTo>
                  <a:cubicBezTo>
                    <a:pt x="27" y="598"/>
                    <a:pt x="29" y="595"/>
                    <a:pt x="30" y="593"/>
                  </a:cubicBezTo>
                  <a:cubicBezTo>
                    <a:pt x="31" y="591"/>
                    <a:pt x="31" y="587"/>
                    <a:pt x="32" y="585"/>
                  </a:cubicBezTo>
                  <a:cubicBezTo>
                    <a:pt x="32" y="584"/>
                    <a:pt x="34" y="582"/>
                    <a:pt x="34" y="581"/>
                  </a:cubicBezTo>
                  <a:cubicBezTo>
                    <a:pt x="35" y="579"/>
                    <a:pt x="34" y="575"/>
                    <a:pt x="34" y="573"/>
                  </a:cubicBezTo>
                  <a:cubicBezTo>
                    <a:pt x="34" y="572"/>
                    <a:pt x="32" y="570"/>
                    <a:pt x="32" y="569"/>
                  </a:cubicBezTo>
                  <a:cubicBezTo>
                    <a:pt x="32" y="568"/>
                    <a:pt x="32" y="565"/>
                    <a:pt x="31" y="563"/>
                  </a:cubicBezTo>
                  <a:cubicBezTo>
                    <a:pt x="30" y="562"/>
                    <a:pt x="28" y="561"/>
                    <a:pt x="27" y="560"/>
                  </a:cubicBezTo>
                  <a:cubicBezTo>
                    <a:pt x="26" y="560"/>
                    <a:pt x="23" y="561"/>
                    <a:pt x="21" y="560"/>
                  </a:cubicBezTo>
                  <a:cubicBezTo>
                    <a:pt x="20" y="559"/>
                    <a:pt x="19" y="557"/>
                    <a:pt x="18" y="556"/>
                  </a:cubicBezTo>
                  <a:cubicBezTo>
                    <a:pt x="17" y="554"/>
                    <a:pt x="18" y="550"/>
                    <a:pt x="18" y="548"/>
                  </a:cubicBezTo>
                  <a:cubicBezTo>
                    <a:pt x="18" y="547"/>
                    <a:pt x="20" y="544"/>
                    <a:pt x="21" y="542"/>
                  </a:cubicBezTo>
                  <a:cubicBezTo>
                    <a:pt x="21" y="541"/>
                    <a:pt x="21" y="537"/>
                    <a:pt x="21" y="536"/>
                  </a:cubicBezTo>
                  <a:cubicBezTo>
                    <a:pt x="22" y="535"/>
                    <a:pt x="24" y="533"/>
                    <a:pt x="26" y="532"/>
                  </a:cubicBezTo>
                  <a:cubicBezTo>
                    <a:pt x="27" y="531"/>
                    <a:pt x="29" y="531"/>
                    <a:pt x="30" y="530"/>
                  </a:cubicBezTo>
                  <a:cubicBezTo>
                    <a:pt x="31" y="530"/>
                    <a:pt x="33" y="528"/>
                    <a:pt x="34" y="527"/>
                  </a:cubicBezTo>
                  <a:cubicBezTo>
                    <a:pt x="36" y="526"/>
                    <a:pt x="39" y="524"/>
                    <a:pt x="40" y="523"/>
                  </a:cubicBezTo>
                  <a:cubicBezTo>
                    <a:pt x="40" y="522"/>
                    <a:pt x="40" y="519"/>
                    <a:pt x="40" y="518"/>
                  </a:cubicBezTo>
                  <a:cubicBezTo>
                    <a:pt x="40" y="517"/>
                    <a:pt x="39" y="515"/>
                    <a:pt x="39" y="514"/>
                  </a:cubicBezTo>
                  <a:cubicBezTo>
                    <a:pt x="39" y="513"/>
                    <a:pt x="41" y="511"/>
                    <a:pt x="42" y="511"/>
                  </a:cubicBezTo>
                  <a:cubicBezTo>
                    <a:pt x="43" y="510"/>
                    <a:pt x="44" y="508"/>
                    <a:pt x="45" y="507"/>
                  </a:cubicBezTo>
                  <a:cubicBezTo>
                    <a:pt x="45" y="506"/>
                    <a:pt x="46" y="503"/>
                    <a:pt x="46" y="502"/>
                  </a:cubicBezTo>
                  <a:cubicBezTo>
                    <a:pt x="47" y="501"/>
                    <a:pt x="47" y="498"/>
                    <a:pt x="47" y="496"/>
                  </a:cubicBezTo>
                  <a:cubicBezTo>
                    <a:pt x="47" y="495"/>
                    <a:pt x="46" y="492"/>
                    <a:pt x="46" y="490"/>
                  </a:cubicBezTo>
                  <a:cubicBezTo>
                    <a:pt x="46" y="489"/>
                    <a:pt x="46" y="486"/>
                    <a:pt x="46" y="485"/>
                  </a:cubicBezTo>
                  <a:cubicBezTo>
                    <a:pt x="47" y="484"/>
                    <a:pt x="47" y="482"/>
                    <a:pt x="47" y="481"/>
                  </a:cubicBezTo>
                  <a:cubicBezTo>
                    <a:pt x="49" y="482"/>
                    <a:pt x="51" y="483"/>
                    <a:pt x="52" y="483"/>
                  </a:cubicBezTo>
                  <a:cubicBezTo>
                    <a:pt x="53" y="484"/>
                    <a:pt x="55" y="484"/>
                    <a:pt x="55" y="484"/>
                  </a:cubicBezTo>
                  <a:cubicBezTo>
                    <a:pt x="57" y="485"/>
                    <a:pt x="59" y="486"/>
                    <a:pt x="60" y="486"/>
                  </a:cubicBezTo>
                  <a:cubicBezTo>
                    <a:pt x="61" y="487"/>
                    <a:pt x="64" y="486"/>
                    <a:pt x="65" y="486"/>
                  </a:cubicBezTo>
                  <a:cubicBezTo>
                    <a:pt x="67" y="485"/>
                    <a:pt x="70" y="483"/>
                    <a:pt x="71" y="482"/>
                  </a:cubicBezTo>
                  <a:cubicBezTo>
                    <a:pt x="71" y="481"/>
                    <a:pt x="72" y="478"/>
                    <a:pt x="72" y="477"/>
                  </a:cubicBezTo>
                  <a:cubicBezTo>
                    <a:pt x="72" y="474"/>
                    <a:pt x="68" y="469"/>
                    <a:pt x="67" y="466"/>
                  </a:cubicBezTo>
                  <a:cubicBezTo>
                    <a:pt x="67" y="465"/>
                    <a:pt x="66" y="462"/>
                    <a:pt x="66" y="460"/>
                  </a:cubicBezTo>
                  <a:cubicBezTo>
                    <a:pt x="66" y="459"/>
                    <a:pt x="67" y="457"/>
                    <a:pt x="68" y="457"/>
                  </a:cubicBezTo>
                  <a:cubicBezTo>
                    <a:pt x="69" y="456"/>
                    <a:pt x="71" y="455"/>
                    <a:pt x="72" y="455"/>
                  </a:cubicBezTo>
                  <a:cubicBezTo>
                    <a:pt x="73" y="454"/>
                    <a:pt x="76" y="454"/>
                    <a:pt x="76" y="454"/>
                  </a:cubicBezTo>
                  <a:cubicBezTo>
                    <a:pt x="77" y="453"/>
                    <a:pt x="78" y="449"/>
                    <a:pt x="78" y="448"/>
                  </a:cubicBezTo>
                  <a:cubicBezTo>
                    <a:pt x="78" y="446"/>
                    <a:pt x="77" y="443"/>
                    <a:pt x="77" y="441"/>
                  </a:cubicBezTo>
                  <a:cubicBezTo>
                    <a:pt x="77" y="440"/>
                    <a:pt x="76" y="438"/>
                    <a:pt x="77" y="437"/>
                  </a:cubicBezTo>
                  <a:cubicBezTo>
                    <a:pt x="77" y="435"/>
                    <a:pt x="80" y="434"/>
                    <a:pt x="80" y="433"/>
                  </a:cubicBezTo>
                  <a:cubicBezTo>
                    <a:pt x="81" y="431"/>
                    <a:pt x="80" y="428"/>
                    <a:pt x="80" y="427"/>
                  </a:cubicBezTo>
                  <a:cubicBezTo>
                    <a:pt x="79" y="426"/>
                    <a:pt x="77" y="424"/>
                    <a:pt x="77" y="422"/>
                  </a:cubicBezTo>
                  <a:cubicBezTo>
                    <a:pt x="76" y="421"/>
                    <a:pt x="78" y="419"/>
                    <a:pt x="78" y="418"/>
                  </a:cubicBezTo>
                  <a:cubicBezTo>
                    <a:pt x="77" y="417"/>
                    <a:pt x="77" y="414"/>
                    <a:pt x="76" y="413"/>
                  </a:cubicBezTo>
                  <a:cubicBezTo>
                    <a:pt x="75" y="413"/>
                    <a:pt x="73" y="412"/>
                    <a:pt x="72" y="412"/>
                  </a:cubicBezTo>
                  <a:cubicBezTo>
                    <a:pt x="71" y="412"/>
                    <a:pt x="67" y="412"/>
                    <a:pt x="65" y="412"/>
                  </a:cubicBezTo>
                  <a:cubicBezTo>
                    <a:pt x="63" y="412"/>
                    <a:pt x="58" y="412"/>
                    <a:pt x="56" y="412"/>
                  </a:cubicBezTo>
                  <a:cubicBezTo>
                    <a:pt x="54" y="412"/>
                    <a:pt x="50" y="412"/>
                    <a:pt x="48" y="412"/>
                  </a:cubicBezTo>
                  <a:cubicBezTo>
                    <a:pt x="47" y="411"/>
                    <a:pt x="44" y="410"/>
                    <a:pt x="43" y="409"/>
                  </a:cubicBezTo>
                  <a:cubicBezTo>
                    <a:pt x="42" y="408"/>
                    <a:pt x="39" y="405"/>
                    <a:pt x="38" y="403"/>
                  </a:cubicBezTo>
                  <a:cubicBezTo>
                    <a:pt x="37" y="401"/>
                    <a:pt x="38" y="397"/>
                    <a:pt x="37" y="395"/>
                  </a:cubicBezTo>
                  <a:cubicBezTo>
                    <a:pt x="37" y="393"/>
                    <a:pt x="33" y="390"/>
                    <a:pt x="32" y="388"/>
                  </a:cubicBezTo>
                  <a:cubicBezTo>
                    <a:pt x="31" y="385"/>
                    <a:pt x="29" y="381"/>
                    <a:pt x="28" y="379"/>
                  </a:cubicBezTo>
                  <a:cubicBezTo>
                    <a:pt x="28" y="377"/>
                    <a:pt x="26" y="373"/>
                    <a:pt x="26" y="371"/>
                  </a:cubicBezTo>
                  <a:cubicBezTo>
                    <a:pt x="26" y="370"/>
                    <a:pt x="27" y="367"/>
                    <a:pt x="28" y="366"/>
                  </a:cubicBezTo>
                  <a:cubicBezTo>
                    <a:pt x="28" y="365"/>
                    <a:pt x="29" y="363"/>
                    <a:pt x="30" y="362"/>
                  </a:cubicBezTo>
                  <a:cubicBezTo>
                    <a:pt x="31" y="360"/>
                    <a:pt x="33" y="358"/>
                    <a:pt x="34" y="357"/>
                  </a:cubicBezTo>
                  <a:cubicBezTo>
                    <a:pt x="35" y="356"/>
                    <a:pt x="38" y="352"/>
                    <a:pt x="39" y="351"/>
                  </a:cubicBezTo>
                  <a:cubicBezTo>
                    <a:pt x="40" y="350"/>
                    <a:pt x="43" y="349"/>
                    <a:pt x="44" y="349"/>
                  </a:cubicBezTo>
                  <a:cubicBezTo>
                    <a:pt x="44" y="348"/>
                    <a:pt x="45" y="347"/>
                    <a:pt x="46" y="346"/>
                  </a:cubicBezTo>
                  <a:cubicBezTo>
                    <a:pt x="46" y="345"/>
                    <a:pt x="47" y="342"/>
                    <a:pt x="47" y="341"/>
                  </a:cubicBezTo>
                  <a:cubicBezTo>
                    <a:pt x="48" y="340"/>
                    <a:pt x="49" y="338"/>
                    <a:pt x="49" y="338"/>
                  </a:cubicBezTo>
                  <a:cubicBezTo>
                    <a:pt x="50" y="337"/>
                    <a:pt x="52" y="335"/>
                    <a:pt x="52" y="334"/>
                  </a:cubicBezTo>
                  <a:cubicBezTo>
                    <a:pt x="53" y="333"/>
                    <a:pt x="53" y="331"/>
                    <a:pt x="53" y="330"/>
                  </a:cubicBezTo>
                  <a:cubicBezTo>
                    <a:pt x="54" y="329"/>
                    <a:pt x="54" y="326"/>
                    <a:pt x="55" y="324"/>
                  </a:cubicBezTo>
                  <a:cubicBezTo>
                    <a:pt x="56" y="324"/>
                    <a:pt x="58" y="323"/>
                    <a:pt x="58" y="323"/>
                  </a:cubicBezTo>
                  <a:cubicBezTo>
                    <a:pt x="59" y="321"/>
                    <a:pt x="59" y="318"/>
                    <a:pt x="58" y="316"/>
                  </a:cubicBezTo>
                  <a:cubicBezTo>
                    <a:pt x="58" y="315"/>
                    <a:pt x="56" y="313"/>
                    <a:pt x="55" y="311"/>
                  </a:cubicBezTo>
                  <a:cubicBezTo>
                    <a:pt x="54" y="311"/>
                    <a:pt x="53" y="309"/>
                    <a:pt x="52" y="309"/>
                  </a:cubicBezTo>
                  <a:cubicBezTo>
                    <a:pt x="50" y="308"/>
                    <a:pt x="47" y="309"/>
                    <a:pt x="46" y="308"/>
                  </a:cubicBezTo>
                  <a:cubicBezTo>
                    <a:pt x="45" y="308"/>
                    <a:pt x="44" y="307"/>
                    <a:pt x="43" y="307"/>
                  </a:cubicBezTo>
                  <a:cubicBezTo>
                    <a:pt x="42" y="306"/>
                    <a:pt x="39" y="306"/>
                    <a:pt x="37" y="305"/>
                  </a:cubicBezTo>
                  <a:cubicBezTo>
                    <a:pt x="37" y="305"/>
                    <a:pt x="36" y="303"/>
                    <a:pt x="35" y="302"/>
                  </a:cubicBezTo>
                  <a:cubicBezTo>
                    <a:pt x="34" y="301"/>
                    <a:pt x="32" y="301"/>
                    <a:pt x="31" y="301"/>
                  </a:cubicBezTo>
                  <a:cubicBezTo>
                    <a:pt x="30" y="301"/>
                    <a:pt x="27" y="300"/>
                    <a:pt x="26" y="299"/>
                  </a:cubicBezTo>
                  <a:cubicBezTo>
                    <a:pt x="25" y="298"/>
                    <a:pt x="23" y="295"/>
                    <a:pt x="22" y="293"/>
                  </a:cubicBezTo>
                  <a:cubicBezTo>
                    <a:pt x="21" y="293"/>
                    <a:pt x="21" y="290"/>
                    <a:pt x="20" y="289"/>
                  </a:cubicBezTo>
                  <a:cubicBezTo>
                    <a:pt x="20" y="289"/>
                    <a:pt x="18" y="287"/>
                    <a:pt x="17" y="287"/>
                  </a:cubicBezTo>
                  <a:cubicBezTo>
                    <a:pt x="16" y="287"/>
                    <a:pt x="14" y="286"/>
                    <a:pt x="13" y="287"/>
                  </a:cubicBezTo>
                  <a:cubicBezTo>
                    <a:pt x="12" y="287"/>
                    <a:pt x="12" y="289"/>
                    <a:pt x="11" y="289"/>
                  </a:cubicBezTo>
                  <a:cubicBezTo>
                    <a:pt x="10" y="289"/>
                    <a:pt x="8" y="289"/>
                    <a:pt x="7" y="288"/>
                  </a:cubicBezTo>
                  <a:cubicBezTo>
                    <a:pt x="6" y="287"/>
                    <a:pt x="6" y="285"/>
                    <a:pt x="7" y="284"/>
                  </a:cubicBezTo>
                  <a:cubicBezTo>
                    <a:pt x="7" y="283"/>
                    <a:pt x="9" y="281"/>
                    <a:pt x="9" y="279"/>
                  </a:cubicBezTo>
                  <a:cubicBezTo>
                    <a:pt x="8" y="279"/>
                    <a:pt x="7" y="278"/>
                    <a:pt x="6" y="277"/>
                  </a:cubicBezTo>
                  <a:cubicBezTo>
                    <a:pt x="5" y="277"/>
                    <a:pt x="3" y="277"/>
                    <a:pt x="3" y="276"/>
                  </a:cubicBezTo>
                  <a:cubicBezTo>
                    <a:pt x="2" y="276"/>
                    <a:pt x="2" y="274"/>
                    <a:pt x="2" y="274"/>
                  </a:cubicBezTo>
                  <a:cubicBezTo>
                    <a:pt x="2" y="273"/>
                    <a:pt x="2" y="271"/>
                    <a:pt x="2" y="271"/>
                  </a:cubicBezTo>
                  <a:cubicBezTo>
                    <a:pt x="2" y="269"/>
                    <a:pt x="1" y="267"/>
                    <a:pt x="1" y="266"/>
                  </a:cubicBezTo>
                  <a:cubicBezTo>
                    <a:pt x="0" y="265"/>
                    <a:pt x="0" y="263"/>
                    <a:pt x="1" y="262"/>
                  </a:cubicBezTo>
                  <a:cubicBezTo>
                    <a:pt x="1" y="261"/>
                    <a:pt x="3" y="259"/>
                    <a:pt x="4" y="258"/>
                  </a:cubicBezTo>
                  <a:cubicBezTo>
                    <a:pt x="4" y="257"/>
                    <a:pt x="6" y="255"/>
                    <a:pt x="7" y="254"/>
                  </a:cubicBezTo>
                  <a:cubicBezTo>
                    <a:pt x="7" y="253"/>
                    <a:pt x="8" y="250"/>
                    <a:pt x="9" y="249"/>
                  </a:cubicBezTo>
                  <a:cubicBezTo>
                    <a:pt x="9" y="248"/>
                    <a:pt x="10" y="245"/>
                    <a:pt x="11" y="244"/>
                  </a:cubicBezTo>
                  <a:cubicBezTo>
                    <a:pt x="12" y="243"/>
                    <a:pt x="14" y="241"/>
                    <a:pt x="15" y="240"/>
                  </a:cubicBezTo>
                  <a:cubicBezTo>
                    <a:pt x="17" y="238"/>
                    <a:pt x="18" y="235"/>
                    <a:pt x="19" y="234"/>
                  </a:cubicBezTo>
                  <a:cubicBezTo>
                    <a:pt x="20" y="233"/>
                    <a:pt x="23" y="231"/>
                    <a:pt x="24" y="230"/>
                  </a:cubicBezTo>
                  <a:cubicBezTo>
                    <a:pt x="25" y="229"/>
                    <a:pt x="27" y="226"/>
                    <a:pt x="28" y="225"/>
                  </a:cubicBezTo>
                  <a:cubicBezTo>
                    <a:pt x="28" y="224"/>
                    <a:pt x="29" y="221"/>
                    <a:pt x="29" y="220"/>
                  </a:cubicBezTo>
                  <a:cubicBezTo>
                    <a:pt x="30" y="219"/>
                    <a:pt x="32" y="218"/>
                    <a:pt x="33" y="218"/>
                  </a:cubicBezTo>
                  <a:cubicBezTo>
                    <a:pt x="34" y="217"/>
                    <a:pt x="37" y="217"/>
                    <a:pt x="38" y="216"/>
                  </a:cubicBezTo>
                  <a:cubicBezTo>
                    <a:pt x="39" y="216"/>
                    <a:pt x="41" y="215"/>
                    <a:pt x="42" y="215"/>
                  </a:cubicBezTo>
                  <a:cubicBezTo>
                    <a:pt x="44" y="215"/>
                    <a:pt x="46" y="216"/>
                    <a:pt x="47" y="216"/>
                  </a:cubicBezTo>
                  <a:cubicBezTo>
                    <a:pt x="48" y="217"/>
                    <a:pt x="50" y="219"/>
                    <a:pt x="51" y="220"/>
                  </a:cubicBezTo>
                  <a:cubicBezTo>
                    <a:pt x="52" y="221"/>
                    <a:pt x="55" y="221"/>
                    <a:pt x="57" y="220"/>
                  </a:cubicBezTo>
                  <a:cubicBezTo>
                    <a:pt x="58" y="220"/>
                    <a:pt x="60" y="221"/>
                    <a:pt x="60" y="220"/>
                  </a:cubicBezTo>
                  <a:cubicBezTo>
                    <a:pt x="61" y="219"/>
                    <a:pt x="62" y="217"/>
                    <a:pt x="63" y="216"/>
                  </a:cubicBezTo>
                  <a:cubicBezTo>
                    <a:pt x="63" y="215"/>
                    <a:pt x="64" y="212"/>
                    <a:pt x="64" y="210"/>
                  </a:cubicBezTo>
                  <a:cubicBezTo>
                    <a:pt x="64" y="209"/>
                    <a:pt x="64" y="207"/>
                    <a:pt x="64" y="206"/>
                  </a:cubicBezTo>
                  <a:cubicBezTo>
                    <a:pt x="65" y="205"/>
                    <a:pt x="67" y="204"/>
                    <a:pt x="68" y="204"/>
                  </a:cubicBezTo>
                  <a:cubicBezTo>
                    <a:pt x="68" y="203"/>
                    <a:pt x="70" y="201"/>
                    <a:pt x="70" y="200"/>
                  </a:cubicBezTo>
                  <a:cubicBezTo>
                    <a:pt x="71" y="199"/>
                    <a:pt x="73" y="197"/>
                    <a:pt x="74" y="196"/>
                  </a:cubicBezTo>
                  <a:cubicBezTo>
                    <a:pt x="74" y="195"/>
                    <a:pt x="76" y="193"/>
                    <a:pt x="76" y="193"/>
                  </a:cubicBezTo>
                  <a:cubicBezTo>
                    <a:pt x="77" y="192"/>
                    <a:pt x="79" y="190"/>
                    <a:pt x="80" y="189"/>
                  </a:cubicBezTo>
                  <a:cubicBezTo>
                    <a:pt x="81" y="187"/>
                    <a:pt x="82" y="184"/>
                    <a:pt x="83" y="183"/>
                  </a:cubicBezTo>
                  <a:cubicBezTo>
                    <a:pt x="83" y="181"/>
                    <a:pt x="84" y="178"/>
                    <a:pt x="84" y="177"/>
                  </a:cubicBezTo>
                  <a:cubicBezTo>
                    <a:pt x="85" y="176"/>
                    <a:pt x="86" y="175"/>
                    <a:pt x="86" y="174"/>
                  </a:cubicBezTo>
                  <a:cubicBezTo>
                    <a:pt x="87" y="172"/>
                    <a:pt x="88" y="169"/>
                    <a:pt x="88" y="167"/>
                  </a:cubicBezTo>
                  <a:cubicBezTo>
                    <a:pt x="88" y="166"/>
                    <a:pt x="87" y="163"/>
                    <a:pt x="87" y="161"/>
                  </a:cubicBezTo>
                  <a:cubicBezTo>
                    <a:pt x="87" y="160"/>
                    <a:pt x="89" y="157"/>
                    <a:pt x="90" y="156"/>
                  </a:cubicBezTo>
                  <a:cubicBezTo>
                    <a:pt x="91" y="155"/>
                    <a:pt x="95" y="155"/>
                    <a:pt x="96" y="155"/>
                  </a:cubicBezTo>
                  <a:cubicBezTo>
                    <a:pt x="98" y="155"/>
                    <a:pt x="101" y="156"/>
                    <a:pt x="103" y="156"/>
                  </a:cubicBezTo>
                  <a:cubicBezTo>
                    <a:pt x="103" y="156"/>
                    <a:pt x="104" y="155"/>
                    <a:pt x="104" y="155"/>
                  </a:cubicBezTo>
                  <a:cubicBezTo>
                    <a:pt x="105" y="156"/>
                    <a:pt x="105" y="156"/>
                    <a:pt x="105" y="156"/>
                  </a:cubicBezTo>
                  <a:cubicBezTo>
                    <a:pt x="106" y="157"/>
                    <a:pt x="109" y="157"/>
                    <a:pt x="111" y="157"/>
                  </a:cubicBezTo>
                  <a:cubicBezTo>
                    <a:pt x="112" y="157"/>
                    <a:pt x="114" y="157"/>
                    <a:pt x="115" y="156"/>
                  </a:cubicBezTo>
                  <a:cubicBezTo>
                    <a:pt x="116" y="156"/>
                    <a:pt x="118" y="156"/>
                    <a:pt x="119" y="156"/>
                  </a:cubicBezTo>
                  <a:cubicBezTo>
                    <a:pt x="120" y="156"/>
                    <a:pt x="120" y="159"/>
                    <a:pt x="121" y="159"/>
                  </a:cubicBezTo>
                  <a:cubicBezTo>
                    <a:pt x="122" y="160"/>
                    <a:pt x="124" y="158"/>
                    <a:pt x="125" y="158"/>
                  </a:cubicBezTo>
                  <a:cubicBezTo>
                    <a:pt x="127" y="158"/>
                    <a:pt x="129" y="159"/>
                    <a:pt x="130" y="159"/>
                  </a:cubicBezTo>
                  <a:cubicBezTo>
                    <a:pt x="132" y="160"/>
                    <a:pt x="135" y="161"/>
                    <a:pt x="136" y="162"/>
                  </a:cubicBezTo>
                  <a:cubicBezTo>
                    <a:pt x="137" y="163"/>
                    <a:pt x="137" y="165"/>
                    <a:pt x="138" y="166"/>
                  </a:cubicBezTo>
                  <a:cubicBezTo>
                    <a:pt x="139" y="166"/>
                    <a:pt x="142" y="166"/>
                    <a:pt x="143" y="167"/>
                  </a:cubicBezTo>
                  <a:cubicBezTo>
                    <a:pt x="144" y="167"/>
                    <a:pt x="145" y="169"/>
                    <a:pt x="146" y="171"/>
                  </a:cubicBezTo>
                  <a:cubicBezTo>
                    <a:pt x="146" y="172"/>
                    <a:pt x="147" y="175"/>
                    <a:pt x="146" y="176"/>
                  </a:cubicBezTo>
                  <a:cubicBezTo>
                    <a:pt x="146" y="178"/>
                    <a:pt x="145" y="181"/>
                    <a:pt x="144" y="182"/>
                  </a:cubicBezTo>
                  <a:cubicBezTo>
                    <a:pt x="144" y="183"/>
                    <a:pt x="144" y="185"/>
                    <a:pt x="144" y="186"/>
                  </a:cubicBezTo>
                  <a:cubicBezTo>
                    <a:pt x="144" y="187"/>
                    <a:pt x="142" y="188"/>
                    <a:pt x="142" y="189"/>
                  </a:cubicBezTo>
                  <a:cubicBezTo>
                    <a:pt x="141" y="190"/>
                    <a:pt x="142" y="192"/>
                    <a:pt x="142" y="192"/>
                  </a:cubicBezTo>
                  <a:cubicBezTo>
                    <a:pt x="143" y="193"/>
                    <a:pt x="144" y="195"/>
                    <a:pt x="145" y="195"/>
                  </a:cubicBezTo>
                  <a:cubicBezTo>
                    <a:pt x="146" y="196"/>
                    <a:pt x="148" y="196"/>
                    <a:pt x="149" y="196"/>
                  </a:cubicBezTo>
                  <a:cubicBezTo>
                    <a:pt x="150" y="196"/>
                    <a:pt x="151" y="195"/>
                    <a:pt x="152" y="195"/>
                  </a:cubicBezTo>
                  <a:cubicBezTo>
                    <a:pt x="153" y="194"/>
                    <a:pt x="155" y="194"/>
                    <a:pt x="155" y="194"/>
                  </a:cubicBezTo>
                  <a:cubicBezTo>
                    <a:pt x="156" y="194"/>
                    <a:pt x="158" y="194"/>
                    <a:pt x="159" y="193"/>
                  </a:cubicBezTo>
                  <a:cubicBezTo>
                    <a:pt x="159" y="193"/>
                    <a:pt x="160" y="193"/>
                    <a:pt x="160" y="193"/>
                  </a:cubicBezTo>
                  <a:cubicBezTo>
                    <a:pt x="161" y="192"/>
                    <a:pt x="162" y="190"/>
                    <a:pt x="162" y="189"/>
                  </a:cubicBezTo>
                  <a:cubicBezTo>
                    <a:pt x="162" y="189"/>
                    <a:pt x="161" y="188"/>
                    <a:pt x="161" y="188"/>
                  </a:cubicBezTo>
                  <a:cubicBezTo>
                    <a:pt x="161" y="188"/>
                    <a:pt x="160" y="187"/>
                    <a:pt x="160" y="187"/>
                  </a:cubicBezTo>
                  <a:cubicBezTo>
                    <a:pt x="160" y="186"/>
                    <a:pt x="159" y="185"/>
                    <a:pt x="159" y="184"/>
                  </a:cubicBezTo>
                  <a:cubicBezTo>
                    <a:pt x="158" y="183"/>
                    <a:pt x="157" y="183"/>
                    <a:pt x="156" y="182"/>
                  </a:cubicBezTo>
                  <a:cubicBezTo>
                    <a:pt x="156" y="182"/>
                    <a:pt x="156" y="180"/>
                    <a:pt x="156" y="179"/>
                  </a:cubicBezTo>
                  <a:cubicBezTo>
                    <a:pt x="157" y="179"/>
                    <a:pt x="157" y="178"/>
                    <a:pt x="158" y="178"/>
                  </a:cubicBezTo>
                  <a:cubicBezTo>
                    <a:pt x="158" y="177"/>
                    <a:pt x="160" y="176"/>
                    <a:pt x="160" y="175"/>
                  </a:cubicBezTo>
                  <a:cubicBezTo>
                    <a:pt x="160" y="174"/>
                    <a:pt x="158" y="173"/>
                    <a:pt x="158" y="172"/>
                  </a:cubicBezTo>
                  <a:cubicBezTo>
                    <a:pt x="158" y="171"/>
                    <a:pt x="159" y="169"/>
                    <a:pt x="160" y="168"/>
                  </a:cubicBezTo>
                  <a:cubicBezTo>
                    <a:pt x="160" y="167"/>
                    <a:pt x="162" y="165"/>
                    <a:pt x="163" y="164"/>
                  </a:cubicBezTo>
                  <a:cubicBezTo>
                    <a:pt x="164" y="164"/>
                    <a:pt x="166" y="163"/>
                    <a:pt x="167" y="163"/>
                  </a:cubicBezTo>
                  <a:cubicBezTo>
                    <a:pt x="168" y="163"/>
                    <a:pt x="171" y="164"/>
                    <a:pt x="172" y="164"/>
                  </a:cubicBezTo>
                  <a:cubicBezTo>
                    <a:pt x="173" y="164"/>
                    <a:pt x="175" y="164"/>
                    <a:pt x="176" y="163"/>
                  </a:cubicBezTo>
                  <a:cubicBezTo>
                    <a:pt x="176" y="162"/>
                    <a:pt x="175" y="159"/>
                    <a:pt x="175" y="158"/>
                  </a:cubicBezTo>
                  <a:cubicBezTo>
                    <a:pt x="176" y="157"/>
                    <a:pt x="177" y="155"/>
                    <a:pt x="178" y="155"/>
                  </a:cubicBezTo>
                  <a:cubicBezTo>
                    <a:pt x="179" y="154"/>
                    <a:pt x="181" y="154"/>
                    <a:pt x="182" y="154"/>
                  </a:cubicBezTo>
                  <a:cubicBezTo>
                    <a:pt x="184" y="154"/>
                    <a:pt x="186" y="156"/>
                    <a:pt x="187" y="156"/>
                  </a:cubicBezTo>
                  <a:cubicBezTo>
                    <a:pt x="188" y="157"/>
                    <a:pt x="191" y="157"/>
                    <a:pt x="193" y="157"/>
                  </a:cubicBezTo>
                  <a:cubicBezTo>
                    <a:pt x="194" y="157"/>
                    <a:pt x="196" y="155"/>
                    <a:pt x="198" y="155"/>
                  </a:cubicBezTo>
                  <a:cubicBezTo>
                    <a:pt x="198" y="155"/>
                    <a:pt x="200" y="154"/>
                    <a:pt x="200" y="154"/>
                  </a:cubicBezTo>
                  <a:cubicBezTo>
                    <a:pt x="201" y="154"/>
                    <a:pt x="202" y="154"/>
                    <a:pt x="203" y="154"/>
                  </a:cubicBezTo>
                  <a:cubicBezTo>
                    <a:pt x="204" y="154"/>
                    <a:pt x="205" y="154"/>
                    <a:pt x="206" y="154"/>
                  </a:cubicBezTo>
                  <a:cubicBezTo>
                    <a:pt x="206" y="154"/>
                    <a:pt x="208" y="154"/>
                    <a:pt x="208" y="153"/>
                  </a:cubicBezTo>
                  <a:cubicBezTo>
                    <a:pt x="208" y="153"/>
                    <a:pt x="208" y="151"/>
                    <a:pt x="208" y="151"/>
                  </a:cubicBezTo>
                  <a:cubicBezTo>
                    <a:pt x="207" y="150"/>
                    <a:pt x="206" y="149"/>
                    <a:pt x="206" y="148"/>
                  </a:cubicBezTo>
                  <a:cubicBezTo>
                    <a:pt x="206" y="147"/>
                    <a:pt x="207" y="145"/>
                    <a:pt x="207" y="144"/>
                  </a:cubicBezTo>
                  <a:cubicBezTo>
                    <a:pt x="208" y="143"/>
                    <a:pt x="209" y="142"/>
                    <a:pt x="210" y="142"/>
                  </a:cubicBezTo>
                  <a:cubicBezTo>
                    <a:pt x="210" y="142"/>
                    <a:pt x="212" y="141"/>
                    <a:pt x="213" y="141"/>
                  </a:cubicBezTo>
                  <a:cubicBezTo>
                    <a:pt x="213" y="141"/>
                    <a:pt x="215" y="141"/>
                    <a:pt x="216" y="141"/>
                  </a:cubicBezTo>
                  <a:cubicBezTo>
                    <a:pt x="216" y="141"/>
                    <a:pt x="218" y="140"/>
                    <a:pt x="218" y="140"/>
                  </a:cubicBezTo>
                  <a:cubicBezTo>
                    <a:pt x="219" y="139"/>
                    <a:pt x="220" y="138"/>
                    <a:pt x="220" y="137"/>
                  </a:cubicBezTo>
                  <a:cubicBezTo>
                    <a:pt x="220" y="136"/>
                    <a:pt x="220" y="135"/>
                    <a:pt x="220" y="134"/>
                  </a:cubicBezTo>
                  <a:cubicBezTo>
                    <a:pt x="221" y="133"/>
                    <a:pt x="221" y="131"/>
                    <a:pt x="222" y="131"/>
                  </a:cubicBezTo>
                  <a:cubicBezTo>
                    <a:pt x="223" y="130"/>
                    <a:pt x="224" y="130"/>
                    <a:pt x="225" y="130"/>
                  </a:cubicBezTo>
                  <a:cubicBezTo>
                    <a:pt x="225" y="129"/>
                    <a:pt x="225" y="127"/>
                    <a:pt x="225" y="125"/>
                  </a:cubicBezTo>
                  <a:cubicBezTo>
                    <a:pt x="225" y="124"/>
                    <a:pt x="226" y="122"/>
                    <a:pt x="226" y="121"/>
                  </a:cubicBezTo>
                  <a:cubicBezTo>
                    <a:pt x="226" y="120"/>
                    <a:pt x="228" y="118"/>
                    <a:pt x="228" y="117"/>
                  </a:cubicBezTo>
                  <a:cubicBezTo>
                    <a:pt x="229" y="116"/>
                    <a:pt x="229" y="114"/>
                    <a:pt x="230" y="114"/>
                  </a:cubicBezTo>
                  <a:cubicBezTo>
                    <a:pt x="231" y="113"/>
                    <a:pt x="232" y="114"/>
                    <a:pt x="233" y="114"/>
                  </a:cubicBezTo>
                  <a:cubicBezTo>
                    <a:pt x="234" y="115"/>
                    <a:pt x="236" y="119"/>
                    <a:pt x="238" y="120"/>
                  </a:cubicBezTo>
                  <a:cubicBezTo>
                    <a:pt x="238" y="120"/>
                    <a:pt x="240" y="122"/>
                    <a:pt x="240" y="122"/>
                  </a:cubicBezTo>
                  <a:cubicBezTo>
                    <a:pt x="243" y="123"/>
                    <a:pt x="248" y="122"/>
                    <a:pt x="250" y="122"/>
                  </a:cubicBezTo>
                  <a:cubicBezTo>
                    <a:pt x="252" y="122"/>
                    <a:pt x="255" y="121"/>
                    <a:pt x="257" y="121"/>
                  </a:cubicBezTo>
                  <a:cubicBezTo>
                    <a:pt x="257" y="120"/>
                    <a:pt x="259" y="118"/>
                    <a:pt x="259" y="117"/>
                  </a:cubicBezTo>
                  <a:cubicBezTo>
                    <a:pt x="260" y="116"/>
                    <a:pt x="259" y="113"/>
                    <a:pt x="259" y="112"/>
                  </a:cubicBezTo>
                  <a:cubicBezTo>
                    <a:pt x="259" y="111"/>
                    <a:pt x="260" y="108"/>
                    <a:pt x="261" y="108"/>
                  </a:cubicBezTo>
                  <a:cubicBezTo>
                    <a:pt x="261" y="107"/>
                    <a:pt x="264" y="107"/>
                    <a:pt x="265" y="106"/>
                  </a:cubicBezTo>
                  <a:cubicBezTo>
                    <a:pt x="266" y="106"/>
                    <a:pt x="268" y="105"/>
                    <a:pt x="268" y="104"/>
                  </a:cubicBezTo>
                  <a:cubicBezTo>
                    <a:pt x="270" y="103"/>
                    <a:pt x="271" y="100"/>
                    <a:pt x="272" y="99"/>
                  </a:cubicBezTo>
                  <a:cubicBezTo>
                    <a:pt x="274" y="97"/>
                    <a:pt x="277" y="96"/>
                    <a:pt x="279" y="95"/>
                  </a:cubicBezTo>
                  <a:cubicBezTo>
                    <a:pt x="280" y="95"/>
                    <a:pt x="283" y="96"/>
                    <a:pt x="284" y="95"/>
                  </a:cubicBezTo>
                  <a:cubicBezTo>
                    <a:pt x="285" y="95"/>
                    <a:pt x="287" y="94"/>
                    <a:pt x="287" y="93"/>
                  </a:cubicBezTo>
                  <a:cubicBezTo>
                    <a:pt x="288" y="92"/>
                    <a:pt x="288" y="90"/>
                    <a:pt x="288" y="89"/>
                  </a:cubicBezTo>
                  <a:cubicBezTo>
                    <a:pt x="288" y="88"/>
                    <a:pt x="287" y="88"/>
                    <a:pt x="286" y="87"/>
                  </a:cubicBezTo>
                  <a:cubicBezTo>
                    <a:pt x="285" y="86"/>
                    <a:pt x="283" y="85"/>
                    <a:pt x="282" y="84"/>
                  </a:cubicBezTo>
                  <a:cubicBezTo>
                    <a:pt x="281" y="83"/>
                    <a:pt x="279" y="80"/>
                    <a:pt x="279" y="79"/>
                  </a:cubicBezTo>
                  <a:cubicBezTo>
                    <a:pt x="279" y="78"/>
                    <a:pt x="278" y="75"/>
                    <a:pt x="279" y="74"/>
                  </a:cubicBezTo>
                  <a:cubicBezTo>
                    <a:pt x="279" y="74"/>
                    <a:pt x="280" y="72"/>
                    <a:pt x="280" y="71"/>
                  </a:cubicBezTo>
                  <a:cubicBezTo>
                    <a:pt x="281" y="71"/>
                    <a:pt x="283" y="70"/>
                    <a:pt x="284" y="69"/>
                  </a:cubicBezTo>
                  <a:cubicBezTo>
                    <a:pt x="285" y="69"/>
                    <a:pt x="287" y="70"/>
                    <a:pt x="287" y="70"/>
                  </a:cubicBezTo>
                  <a:cubicBezTo>
                    <a:pt x="288" y="70"/>
                    <a:pt x="290" y="70"/>
                    <a:pt x="291" y="70"/>
                  </a:cubicBezTo>
                  <a:cubicBezTo>
                    <a:pt x="291" y="69"/>
                    <a:pt x="292" y="67"/>
                    <a:pt x="293" y="67"/>
                  </a:cubicBezTo>
                  <a:cubicBezTo>
                    <a:pt x="293" y="65"/>
                    <a:pt x="292" y="62"/>
                    <a:pt x="291" y="60"/>
                  </a:cubicBezTo>
                  <a:cubicBezTo>
                    <a:pt x="291" y="60"/>
                    <a:pt x="290" y="58"/>
                    <a:pt x="291" y="58"/>
                  </a:cubicBezTo>
                  <a:cubicBezTo>
                    <a:pt x="291" y="57"/>
                    <a:pt x="292" y="55"/>
                    <a:pt x="292" y="54"/>
                  </a:cubicBezTo>
                  <a:cubicBezTo>
                    <a:pt x="293" y="53"/>
                    <a:pt x="294" y="52"/>
                    <a:pt x="294" y="51"/>
                  </a:cubicBezTo>
                  <a:cubicBezTo>
                    <a:pt x="295" y="49"/>
                    <a:pt x="294" y="46"/>
                    <a:pt x="294" y="44"/>
                  </a:cubicBezTo>
                  <a:cubicBezTo>
                    <a:pt x="294" y="44"/>
                    <a:pt x="295" y="43"/>
                    <a:pt x="296" y="42"/>
                  </a:cubicBezTo>
                  <a:cubicBezTo>
                    <a:pt x="296" y="41"/>
                    <a:pt x="297" y="40"/>
                    <a:pt x="297" y="39"/>
                  </a:cubicBezTo>
                  <a:cubicBezTo>
                    <a:pt x="297" y="39"/>
                    <a:pt x="297" y="38"/>
                    <a:pt x="297" y="37"/>
                  </a:cubicBezTo>
                  <a:cubicBezTo>
                    <a:pt x="296" y="37"/>
                    <a:pt x="294" y="36"/>
                    <a:pt x="293" y="36"/>
                  </a:cubicBezTo>
                  <a:cubicBezTo>
                    <a:pt x="292" y="36"/>
                    <a:pt x="289" y="36"/>
                    <a:pt x="288" y="36"/>
                  </a:cubicBezTo>
                  <a:cubicBezTo>
                    <a:pt x="287" y="36"/>
                    <a:pt x="285" y="36"/>
                    <a:pt x="285" y="36"/>
                  </a:cubicBezTo>
                  <a:cubicBezTo>
                    <a:pt x="284" y="35"/>
                    <a:pt x="283" y="33"/>
                    <a:pt x="282" y="32"/>
                  </a:cubicBezTo>
                  <a:cubicBezTo>
                    <a:pt x="282" y="31"/>
                    <a:pt x="282" y="29"/>
                    <a:pt x="283" y="28"/>
                  </a:cubicBezTo>
                  <a:cubicBezTo>
                    <a:pt x="283" y="27"/>
                    <a:pt x="284" y="26"/>
                    <a:pt x="285" y="25"/>
                  </a:cubicBezTo>
                  <a:cubicBezTo>
                    <a:pt x="286" y="24"/>
                    <a:pt x="289" y="24"/>
                    <a:pt x="290" y="23"/>
                  </a:cubicBezTo>
                  <a:cubicBezTo>
                    <a:pt x="291" y="23"/>
                    <a:pt x="294" y="22"/>
                    <a:pt x="295" y="22"/>
                  </a:cubicBezTo>
                  <a:cubicBezTo>
                    <a:pt x="296" y="21"/>
                    <a:pt x="298" y="22"/>
                    <a:pt x="299" y="22"/>
                  </a:cubicBezTo>
                  <a:cubicBezTo>
                    <a:pt x="300" y="22"/>
                    <a:pt x="301" y="21"/>
                    <a:pt x="302" y="21"/>
                  </a:cubicBezTo>
                  <a:cubicBezTo>
                    <a:pt x="303" y="21"/>
                    <a:pt x="305" y="19"/>
                    <a:pt x="306" y="18"/>
                  </a:cubicBezTo>
                  <a:cubicBezTo>
                    <a:pt x="307" y="18"/>
                    <a:pt x="309" y="19"/>
                    <a:pt x="311" y="19"/>
                  </a:cubicBezTo>
                  <a:cubicBezTo>
                    <a:pt x="312" y="19"/>
                    <a:pt x="314" y="18"/>
                    <a:pt x="315" y="17"/>
                  </a:cubicBezTo>
                  <a:cubicBezTo>
                    <a:pt x="315" y="16"/>
                    <a:pt x="315" y="13"/>
                    <a:pt x="316" y="12"/>
                  </a:cubicBezTo>
                  <a:cubicBezTo>
                    <a:pt x="316" y="11"/>
                    <a:pt x="317" y="9"/>
                    <a:pt x="317" y="8"/>
                  </a:cubicBezTo>
                  <a:cubicBezTo>
                    <a:pt x="318" y="7"/>
                    <a:pt x="320" y="7"/>
                    <a:pt x="320" y="6"/>
                  </a:cubicBezTo>
                  <a:cubicBezTo>
                    <a:pt x="321" y="6"/>
                    <a:pt x="322" y="3"/>
                    <a:pt x="323" y="3"/>
                  </a:cubicBezTo>
                  <a:cubicBezTo>
                    <a:pt x="324" y="2"/>
                    <a:pt x="326" y="0"/>
                    <a:pt x="327" y="0"/>
                  </a:cubicBezTo>
                  <a:cubicBezTo>
                    <a:pt x="328" y="0"/>
                    <a:pt x="331" y="2"/>
                    <a:pt x="332" y="2"/>
                  </a:cubicBezTo>
                  <a:cubicBezTo>
                    <a:pt x="333" y="3"/>
                    <a:pt x="336" y="5"/>
                    <a:pt x="337" y="6"/>
                  </a:cubicBezTo>
                  <a:cubicBezTo>
                    <a:pt x="338" y="7"/>
                    <a:pt x="339" y="11"/>
                    <a:pt x="340" y="12"/>
                  </a:cubicBezTo>
                  <a:cubicBezTo>
                    <a:pt x="341" y="13"/>
                    <a:pt x="343" y="16"/>
                    <a:pt x="344" y="17"/>
                  </a:cubicBezTo>
                  <a:cubicBezTo>
                    <a:pt x="345" y="17"/>
                    <a:pt x="347" y="18"/>
                    <a:pt x="348" y="18"/>
                  </a:cubicBezTo>
                  <a:cubicBezTo>
                    <a:pt x="349" y="18"/>
                    <a:pt x="351" y="17"/>
                    <a:pt x="352" y="17"/>
                  </a:cubicBezTo>
                  <a:cubicBezTo>
                    <a:pt x="354" y="17"/>
                    <a:pt x="356" y="18"/>
                    <a:pt x="358" y="19"/>
                  </a:cubicBezTo>
                  <a:cubicBezTo>
                    <a:pt x="359" y="19"/>
                    <a:pt x="361" y="19"/>
                    <a:pt x="361" y="20"/>
                  </a:cubicBezTo>
                  <a:cubicBezTo>
                    <a:pt x="362" y="21"/>
                    <a:pt x="363" y="23"/>
                    <a:pt x="363" y="23"/>
                  </a:cubicBezTo>
                  <a:cubicBezTo>
                    <a:pt x="363" y="24"/>
                    <a:pt x="361" y="27"/>
                    <a:pt x="362" y="28"/>
                  </a:cubicBezTo>
                  <a:cubicBezTo>
                    <a:pt x="362" y="29"/>
                    <a:pt x="364" y="30"/>
                    <a:pt x="365" y="30"/>
                  </a:cubicBezTo>
                  <a:cubicBezTo>
                    <a:pt x="365" y="30"/>
                    <a:pt x="367" y="30"/>
                    <a:pt x="368" y="30"/>
                  </a:cubicBezTo>
                  <a:cubicBezTo>
                    <a:pt x="368" y="29"/>
                    <a:pt x="370" y="27"/>
                    <a:pt x="371" y="27"/>
                  </a:cubicBezTo>
                  <a:cubicBezTo>
                    <a:pt x="372" y="26"/>
                    <a:pt x="374" y="26"/>
                    <a:pt x="375" y="26"/>
                  </a:cubicBezTo>
                  <a:cubicBezTo>
                    <a:pt x="377" y="26"/>
                    <a:pt x="380" y="26"/>
                    <a:pt x="382" y="26"/>
                  </a:cubicBezTo>
                  <a:cubicBezTo>
                    <a:pt x="383" y="27"/>
                    <a:pt x="385" y="28"/>
                    <a:pt x="386" y="28"/>
                  </a:cubicBezTo>
                  <a:cubicBezTo>
                    <a:pt x="387" y="28"/>
                    <a:pt x="389" y="27"/>
                    <a:pt x="390" y="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5"/>
            <p:cNvSpPr>
              <a:spLocks/>
            </p:cNvSpPr>
            <p:nvPr/>
          </p:nvSpPr>
          <p:spPr bwMode="auto">
            <a:xfrm>
              <a:off x="895351" y="2489200"/>
              <a:ext cx="1011238" cy="1092200"/>
            </a:xfrm>
            <a:custGeom>
              <a:avLst/>
              <a:gdLst/>
              <a:ahLst/>
              <a:cxnLst>
                <a:cxn ang="0">
                  <a:pos x="14" y="479"/>
                </a:cxn>
                <a:cxn ang="0">
                  <a:pos x="3" y="416"/>
                </a:cxn>
                <a:cxn ang="0">
                  <a:pos x="65" y="350"/>
                </a:cxn>
                <a:cxn ang="0">
                  <a:pos x="110" y="312"/>
                </a:cxn>
                <a:cxn ang="0">
                  <a:pos x="88" y="271"/>
                </a:cxn>
                <a:cxn ang="0">
                  <a:pos x="78" y="217"/>
                </a:cxn>
                <a:cxn ang="0">
                  <a:pos x="74" y="167"/>
                </a:cxn>
                <a:cxn ang="0">
                  <a:pos x="71" y="120"/>
                </a:cxn>
                <a:cxn ang="0">
                  <a:pos x="123" y="141"/>
                </a:cxn>
                <a:cxn ang="0">
                  <a:pos x="168" y="124"/>
                </a:cxn>
                <a:cxn ang="0">
                  <a:pos x="206" y="78"/>
                </a:cxn>
                <a:cxn ang="0">
                  <a:pos x="201" y="16"/>
                </a:cxn>
                <a:cxn ang="0">
                  <a:pos x="239" y="24"/>
                </a:cxn>
                <a:cxn ang="0">
                  <a:pos x="279" y="31"/>
                </a:cxn>
                <a:cxn ang="0">
                  <a:pos x="316" y="13"/>
                </a:cxn>
                <a:cxn ang="0">
                  <a:pos x="352" y="4"/>
                </a:cxn>
                <a:cxn ang="0">
                  <a:pos x="382" y="25"/>
                </a:cxn>
                <a:cxn ang="0">
                  <a:pos x="393" y="58"/>
                </a:cxn>
                <a:cxn ang="0">
                  <a:pos x="428" y="57"/>
                </a:cxn>
                <a:cxn ang="0">
                  <a:pos x="438" y="76"/>
                </a:cxn>
                <a:cxn ang="0">
                  <a:pos x="462" y="104"/>
                </a:cxn>
                <a:cxn ang="0">
                  <a:pos x="480" y="111"/>
                </a:cxn>
                <a:cxn ang="0">
                  <a:pos x="501" y="110"/>
                </a:cxn>
                <a:cxn ang="0">
                  <a:pos x="496" y="139"/>
                </a:cxn>
                <a:cxn ang="0">
                  <a:pos x="479" y="170"/>
                </a:cxn>
                <a:cxn ang="0">
                  <a:pos x="483" y="195"/>
                </a:cxn>
                <a:cxn ang="0">
                  <a:pos x="478" y="224"/>
                </a:cxn>
                <a:cxn ang="0">
                  <a:pos x="494" y="228"/>
                </a:cxn>
                <a:cxn ang="0">
                  <a:pos x="508" y="234"/>
                </a:cxn>
                <a:cxn ang="0">
                  <a:pos x="487" y="269"/>
                </a:cxn>
                <a:cxn ang="0">
                  <a:pos x="517" y="322"/>
                </a:cxn>
                <a:cxn ang="0">
                  <a:pos x="550" y="344"/>
                </a:cxn>
                <a:cxn ang="0">
                  <a:pos x="564" y="350"/>
                </a:cxn>
                <a:cxn ang="0">
                  <a:pos x="549" y="375"/>
                </a:cxn>
                <a:cxn ang="0">
                  <a:pos x="535" y="391"/>
                </a:cxn>
                <a:cxn ang="0">
                  <a:pos x="508" y="411"/>
                </a:cxn>
                <a:cxn ang="0">
                  <a:pos x="503" y="426"/>
                </a:cxn>
                <a:cxn ang="0">
                  <a:pos x="491" y="434"/>
                </a:cxn>
                <a:cxn ang="0">
                  <a:pos x="502" y="458"/>
                </a:cxn>
                <a:cxn ang="0">
                  <a:pos x="473" y="478"/>
                </a:cxn>
                <a:cxn ang="0">
                  <a:pos x="438" y="491"/>
                </a:cxn>
                <a:cxn ang="0">
                  <a:pos x="419" y="500"/>
                </a:cxn>
                <a:cxn ang="0">
                  <a:pos x="384" y="515"/>
                </a:cxn>
                <a:cxn ang="0">
                  <a:pos x="353" y="524"/>
                </a:cxn>
                <a:cxn ang="0">
                  <a:pos x="324" y="553"/>
                </a:cxn>
                <a:cxn ang="0">
                  <a:pos x="322" y="590"/>
                </a:cxn>
                <a:cxn ang="0">
                  <a:pos x="293" y="598"/>
                </a:cxn>
                <a:cxn ang="0">
                  <a:pos x="273" y="598"/>
                </a:cxn>
                <a:cxn ang="0">
                  <a:pos x="277" y="575"/>
                </a:cxn>
                <a:cxn ang="0">
                  <a:pos x="239" y="590"/>
                </a:cxn>
                <a:cxn ang="0">
                  <a:pos x="218" y="612"/>
                </a:cxn>
                <a:cxn ang="0">
                  <a:pos x="185" y="612"/>
                </a:cxn>
                <a:cxn ang="0">
                  <a:pos x="149" y="590"/>
                </a:cxn>
                <a:cxn ang="0">
                  <a:pos x="127" y="576"/>
                </a:cxn>
                <a:cxn ang="0">
                  <a:pos x="110" y="565"/>
                </a:cxn>
                <a:cxn ang="0">
                  <a:pos x="83" y="543"/>
                </a:cxn>
                <a:cxn ang="0">
                  <a:pos x="80" y="522"/>
                </a:cxn>
              </a:cxnLst>
              <a:rect l="0" t="0" r="r" b="b"/>
              <a:pathLst>
                <a:path w="569" h="614">
                  <a:moveTo>
                    <a:pt x="55" y="503"/>
                  </a:moveTo>
                  <a:cubicBezTo>
                    <a:pt x="54" y="503"/>
                    <a:pt x="53" y="502"/>
                    <a:pt x="52" y="502"/>
                  </a:cubicBezTo>
                  <a:cubicBezTo>
                    <a:pt x="51" y="501"/>
                    <a:pt x="47" y="501"/>
                    <a:pt x="45" y="501"/>
                  </a:cubicBezTo>
                  <a:cubicBezTo>
                    <a:pt x="43" y="501"/>
                    <a:pt x="39" y="502"/>
                    <a:pt x="37" y="503"/>
                  </a:cubicBezTo>
                  <a:cubicBezTo>
                    <a:pt x="35" y="503"/>
                    <a:pt x="30" y="505"/>
                    <a:pt x="28" y="505"/>
                  </a:cubicBezTo>
                  <a:cubicBezTo>
                    <a:pt x="27" y="505"/>
                    <a:pt x="24" y="503"/>
                    <a:pt x="23" y="502"/>
                  </a:cubicBezTo>
                  <a:cubicBezTo>
                    <a:pt x="20" y="500"/>
                    <a:pt x="19" y="493"/>
                    <a:pt x="18" y="490"/>
                  </a:cubicBezTo>
                  <a:cubicBezTo>
                    <a:pt x="17" y="487"/>
                    <a:pt x="15" y="482"/>
                    <a:pt x="14" y="479"/>
                  </a:cubicBezTo>
                  <a:cubicBezTo>
                    <a:pt x="14" y="476"/>
                    <a:pt x="16" y="469"/>
                    <a:pt x="14" y="466"/>
                  </a:cubicBezTo>
                  <a:cubicBezTo>
                    <a:pt x="13" y="465"/>
                    <a:pt x="10" y="465"/>
                    <a:pt x="9" y="464"/>
                  </a:cubicBezTo>
                  <a:cubicBezTo>
                    <a:pt x="8" y="463"/>
                    <a:pt x="6" y="460"/>
                    <a:pt x="6" y="458"/>
                  </a:cubicBezTo>
                  <a:cubicBezTo>
                    <a:pt x="6" y="457"/>
                    <a:pt x="9" y="454"/>
                    <a:pt x="10" y="453"/>
                  </a:cubicBezTo>
                  <a:cubicBezTo>
                    <a:pt x="10" y="451"/>
                    <a:pt x="10" y="447"/>
                    <a:pt x="10" y="445"/>
                  </a:cubicBezTo>
                  <a:cubicBezTo>
                    <a:pt x="9" y="442"/>
                    <a:pt x="6" y="437"/>
                    <a:pt x="5" y="434"/>
                  </a:cubicBezTo>
                  <a:cubicBezTo>
                    <a:pt x="4" y="432"/>
                    <a:pt x="0" y="427"/>
                    <a:pt x="0" y="425"/>
                  </a:cubicBezTo>
                  <a:cubicBezTo>
                    <a:pt x="0" y="422"/>
                    <a:pt x="2" y="418"/>
                    <a:pt x="3" y="416"/>
                  </a:cubicBezTo>
                  <a:cubicBezTo>
                    <a:pt x="4" y="413"/>
                    <a:pt x="9" y="408"/>
                    <a:pt x="11" y="405"/>
                  </a:cubicBezTo>
                  <a:cubicBezTo>
                    <a:pt x="14" y="402"/>
                    <a:pt x="21" y="396"/>
                    <a:pt x="23" y="392"/>
                  </a:cubicBezTo>
                  <a:cubicBezTo>
                    <a:pt x="24" y="390"/>
                    <a:pt x="24" y="384"/>
                    <a:pt x="25" y="382"/>
                  </a:cubicBezTo>
                  <a:cubicBezTo>
                    <a:pt x="26" y="380"/>
                    <a:pt x="28" y="375"/>
                    <a:pt x="29" y="373"/>
                  </a:cubicBezTo>
                  <a:cubicBezTo>
                    <a:pt x="30" y="370"/>
                    <a:pt x="32" y="365"/>
                    <a:pt x="34" y="363"/>
                  </a:cubicBezTo>
                  <a:cubicBezTo>
                    <a:pt x="36" y="361"/>
                    <a:pt x="41" y="357"/>
                    <a:pt x="43" y="356"/>
                  </a:cubicBezTo>
                  <a:cubicBezTo>
                    <a:pt x="46" y="355"/>
                    <a:pt x="51" y="352"/>
                    <a:pt x="54" y="351"/>
                  </a:cubicBezTo>
                  <a:cubicBezTo>
                    <a:pt x="57" y="351"/>
                    <a:pt x="63" y="351"/>
                    <a:pt x="65" y="350"/>
                  </a:cubicBezTo>
                  <a:cubicBezTo>
                    <a:pt x="67" y="349"/>
                    <a:pt x="70" y="348"/>
                    <a:pt x="72" y="347"/>
                  </a:cubicBezTo>
                  <a:cubicBezTo>
                    <a:pt x="73" y="346"/>
                    <a:pt x="75" y="344"/>
                    <a:pt x="76" y="343"/>
                  </a:cubicBezTo>
                  <a:cubicBezTo>
                    <a:pt x="77" y="343"/>
                    <a:pt x="80" y="343"/>
                    <a:pt x="81" y="343"/>
                  </a:cubicBezTo>
                  <a:cubicBezTo>
                    <a:pt x="83" y="342"/>
                    <a:pt x="86" y="341"/>
                    <a:pt x="87" y="340"/>
                  </a:cubicBezTo>
                  <a:cubicBezTo>
                    <a:pt x="88" y="339"/>
                    <a:pt x="87" y="336"/>
                    <a:pt x="87" y="334"/>
                  </a:cubicBezTo>
                  <a:cubicBezTo>
                    <a:pt x="88" y="332"/>
                    <a:pt x="90" y="327"/>
                    <a:pt x="92" y="325"/>
                  </a:cubicBezTo>
                  <a:cubicBezTo>
                    <a:pt x="94" y="323"/>
                    <a:pt x="100" y="320"/>
                    <a:pt x="102" y="318"/>
                  </a:cubicBezTo>
                  <a:cubicBezTo>
                    <a:pt x="104" y="317"/>
                    <a:pt x="108" y="314"/>
                    <a:pt x="110" y="312"/>
                  </a:cubicBezTo>
                  <a:cubicBezTo>
                    <a:pt x="111" y="310"/>
                    <a:pt x="114" y="307"/>
                    <a:pt x="114" y="305"/>
                  </a:cubicBezTo>
                  <a:cubicBezTo>
                    <a:pt x="115" y="303"/>
                    <a:pt x="115" y="298"/>
                    <a:pt x="115" y="295"/>
                  </a:cubicBezTo>
                  <a:cubicBezTo>
                    <a:pt x="114" y="293"/>
                    <a:pt x="113" y="289"/>
                    <a:pt x="111" y="287"/>
                  </a:cubicBezTo>
                  <a:cubicBezTo>
                    <a:pt x="110" y="285"/>
                    <a:pt x="107" y="281"/>
                    <a:pt x="106" y="280"/>
                  </a:cubicBezTo>
                  <a:cubicBezTo>
                    <a:pt x="104" y="279"/>
                    <a:pt x="102" y="278"/>
                    <a:pt x="101" y="278"/>
                  </a:cubicBezTo>
                  <a:cubicBezTo>
                    <a:pt x="98" y="278"/>
                    <a:pt x="94" y="280"/>
                    <a:pt x="92" y="280"/>
                  </a:cubicBezTo>
                  <a:cubicBezTo>
                    <a:pt x="91" y="280"/>
                    <a:pt x="89" y="279"/>
                    <a:pt x="88" y="278"/>
                  </a:cubicBezTo>
                  <a:cubicBezTo>
                    <a:pt x="87" y="277"/>
                    <a:pt x="87" y="273"/>
                    <a:pt x="88" y="271"/>
                  </a:cubicBezTo>
                  <a:cubicBezTo>
                    <a:pt x="88" y="270"/>
                    <a:pt x="91" y="268"/>
                    <a:pt x="92" y="267"/>
                  </a:cubicBezTo>
                  <a:cubicBezTo>
                    <a:pt x="92" y="265"/>
                    <a:pt x="92" y="261"/>
                    <a:pt x="92" y="259"/>
                  </a:cubicBezTo>
                  <a:cubicBezTo>
                    <a:pt x="91" y="258"/>
                    <a:pt x="88" y="256"/>
                    <a:pt x="86" y="255"/>
                  </a:cubicBezTo>
                  <a:cubicBezTo>
                    <a:pt x="84" y="254"/>
                    <a:pt x="79" y="253"/>
                    <a:pt x="77" y="251"/>
                  </a:cubicBezTo>
                  <a:cubicBezTo>
                    <a:pt x="76" y="249"/>
                    <a:pt x="76" y="246"/>
                    <a:pt x="76" y="244"/>
                  </a:cubicBezTo>
                  <a:cubicBezTo>
                    <a:pt x="76" y="242"/>
                    <a:pt x="78" y="238"/>
                    <a:pt x="78" y="237"/>
                  </a:cubicBezTo>
                  <a:cubicBezTo>
                    <a:pt x="79" y="235"/>
                    <a:pt x="80" y="231"/>
                    <a:pt x="80" y="229"/>
                  </a:cubicBezTo>
                  <a:cubicBezTo>
                    <a:pt x="80" y="226"/>
                    <a:pt x="80" y="220"/>
                    <a:pt x="78" y="217"/>
                  </a:cubicBezTo>
                  <a:cubicBezTo>
                    <a:pt x="78" y="215"/>
                    <a:pt x="74" y="211"/>
                    <a:pt x="74" y="209"/>
                  </a:cubicBezTo>
                  <a:cubicBezTo>
                    <a:pt x="73" y="207"/>
                    <a:pt x="73" y="203"/>
                    <a:pt x="74" y="201"/>
                  </a:cubicBezTo>
                  <a:cubicBezTo>
                    <a:pt x="74" y="199"/>
                    <a:pt x="76" y="197"/>
                    <a:pt x="77" y="197"/>
                  </a:cubicBezTo>
                  <a:cubicBezTo>
                    <a:pt x="79" y="195"/>
                    <a:pt x="82" y="193"/>
                    <a:pt x="83" y="192"/>
                  </a:cubicBezTo>
                  <a:cubicBezTo>
                    <a:pt x="84" y="191"/>
                    <a:pt x="86" y="187"/>
                    <a:pt x="86" y="185"/>
                  </a:cubicBezTo>
                  <a:cubicBezTo>
                    <a:pt x="86" y="183"/>
                    <a:pt x="85" y="180"/>
                    <a:pt x="84" y="179"/>
                  </a:cubicBezTo>
                  <a:cubicBezTo>
                    <a:pt x="83" y="177"/>
                    <a:pt x="79" y="176"/>
                    <a:pt x="78" y="174"/>
                  </a:cubicBezTo>
                  <a:cubicBezTo>
                    <a:pt x="77" y="173"/>
                    <a:pt x="75" y="169"/>
                    <a:pt x="74" y="167"/>
                  </a:cubicBezTo>
                  <a:cubicBezTo>
                    <a:pt x="73" y="166"/>
                    <a:pt x="73" y="162"/>
                    <a:pt x="72" y="160"/>
                  </a:cubicBezTo>
                  <a:cubicBezTo>
                    <a:pt x="71" y="158"/>
                    <a:pt x="70" y="153"/>
                    <a:pt x="69" y="151"/>
                  </a:cubicBezTo>
                  <a:cubicBezTo>
                    <a:pt x="68" y="149"/>
                    <a:pt x="65" y="147"/>
                    <a:pt x="64" y="145"/>
                  </a:cubicBezTo>
                  <a:cubicBezTo>
                    <a:pt x="62" y="142"/>
                    <a:pt x="60" y="137"/>
                    <a:pt x="59" y="134"/>
                  </a:cubicBezTo>
                  <a:cubicBezTo>
                    <a:pt x="59" y="132"/>
                    <a:pt x="58" y="128"/>
                    <a:pt x="58" y="126"/>
                  </a:cubicBezTo>
                  <a:cubicBezTo>
                    <a:pt x="58" y="124"/>
                    <a:pt x="59" y="121"/>
                    <a:pt x="60" y="120"/>
                  </a:cubicBezTo>
                  <a:cubicBezTo>
                    <a:pt x="61" y="119"/>
                    <a:pt x="64" y="119"/>
                    <a:pt x="66" y="119"/>
                  </a:cubicBezTo>
                  <a:cubicBezTo>
                    <a:pt x="67" y="120"/>
                    <a:pt x="70" y="120"/>
                    <a:pt x="71" y="120"/>
                  </a:cubicBezTo>
                  <a:cubicBezTo>
                    <a:pt x="73" y="121"/>
                    <a:pt x="76" y="123"/>
                    <a:pt x="77" y="124"/>
                  </a:cubicBezTo>
                  <a:cubicBezTo>
                    <a:pt x="79" y="125"/>
                    <a:pt x="81" y="128"/>
                    <a:pt x="82" y="129"/>
                  </a:cubicBezTo>
                  <a:cubicBezTo>
                    <a:pt x="84" y="131"/>
                    <a:pt x="89" y="134"/>
                    <a:pt x="92" y="135"/>
                  </a:cubicBezTo>
                  <a:cubicBezTo>
                    <a:pt x="93" y="135"/>
                    <a:pt x="97" y="136"/>
                    <a:pt x="99" y="136"/>
                  </a:cubicBezTo>
                  <a:cubicBezTo>
                    <a:pt x="100" y="136"/>
                    <a:pt x="104" y="136"/>
                    <a:pt x="106" y="136"/>
                  </a:cubicBezTo>
                  <a:cubicBezTo>
                    <a:pt x="108" y="136"/>
                    <a:pt x="111" y="137"/>
                    <a:pt x="113" y="137"/>
                  </a:cubicBezTo>
                  <a:cubicBezTo>
                    <a:pt x="114" y="137"/>
                    <a:pt x="116" y="138"/>
                    <a:pt x="118" y="139"/>
                  </a:cubicBezTo>
                  <a:cubicBezTo>
                    <a:pt x="119" y="139"/>
                    <a:pt x="122" y="140"/>
                    <a:pt x="123" y="141"/>
                  </a:cubicBezTo>
                  <a:cubicBezTo>
                    <a:pt x="126" y="142"/>
                    <a:pt x="131" y="143"/>
                    <a:pt x="134" y="144"/>
                  </a:cubicBezTo>
                  <a:cubicBezTo>
                    <a:pt x="136" y="145"/>
                    <a:pt x="139" y="147"/>
                    <a:pt x="141" y="148"/>
                  </a:cubicBezTo>
                  <a:cubicBezTo>
                    <a:pt x="143" y="149"/>
                    <a:pt x="147" y="151"/>
                    <a:pt x="149" y="151"/>
                  </a:cubicBezTo>
                  <a:cubicBezTo>
                    <a:pt x="150" y="151"/>
                    <a:pt x="154" y="149"/>
                    <a:pt x="155" y="148"/>
                  </a:cubicBezTo>
                  <a:cubicBezTo>
                    <a:pt x="157" y="147"/>
                    <a:pt x="159" y="144"/>
                    <a:pt x="160" y="142"/>
                  </a:cubicBezTo>
                  <a:cubicBezTo>
                    <a:pt x="161" y="140"/>
                    <a:pt x="161" y="136"/>
                    <a:pt x="163" y="135"/>
                  </a:cubicBezTo>
                  <a:cubicBezTo>
                    <a:pt x="163" y="133"/>
                    <a:pt x="166" y="132"/>
                    <a:pt x="167" y="130"/>
                  </a:cubicBezTo>
                  <a:cubicBezTo>
                    <a:pt x="168" y="129"/>
                    <a:pt x="168" y="126"/>
                    <a:pt x="168" y="124"/>
                  </a:cubicBezTo>
                  <a:cubicBezTo>
                    <a:pt x="169" y="123"/>
                    <a:pt x="169" y="120"/>
                    <a:pt x="170" y="119"/>
                  </a:cubicBezTo>
                  <a:cubicBezTo>
                    <a:pt x="171" y="118"/>
                    <a:pt x="173" y="116"/>
                    <a:pt x="175" y="115"/>
                  </a:cubicBezTo>
                  <a:cubicBezTo>
                    <a:pt x="176" y="115"/>
                    <a:pt x="178" y="116"/>
                    <a:pt x="180" y="115"/>
                  </a:cubicBezTo>
                  <a:cubicBezTo>
                    <a:pt x="181" y="115"/>
                    <a:pt x="184" y="112"/>
                    <a:pt x="185" y="111"/>
                  </a:cubicBezTo>
                  <a:cubicBezTo>
                    <a:pt x="187" y="109"/>
                    <a:pt x="190" y="104"/>
                    <a:pt x="192" y="102"/>
                  </a:cubicBezTo>
                  <a:cubicBezTo>
                    <a:pt x="193" y="100"/>
                    <a:pt x="193" y="94"/>
                    <a:pt x="194" y="92"/>
                  </a:cubicBezTo>
                  <a:cubicBezTo>
                    <a:pt x="195" y="90"/>
                    <a:pt x="199" y="86"/>
                    <a:pt x="201" y="84"/>
                  </a:cubicBezTo>
                  <a:cubicBezTo>
                    <a:pt x="202" y="83"/>
                    <a:pt x="205" y="80"/>
                    <a:pt x="206" y="78"/>
                  </a:cubicBezTo>
                  <a:cubicBezTo>
                    <a:pt x="207" y="77"/>
                    <a:pt x="209" y="73"/>
                    <a:pt x="209" y="71"/>
                  </a:cubicBezTo>
                  <a:cubicBezTo>
                    <a:pt x="209" y="68"/>
                    <a:pt x="206" y="63"/>
                    <a:pt x="206" y="60"/>
                  </a:cubicBezTo>
                  <a:cubicBezTo>
                    <a:pt x="205" y="57"/>
                    <a:pt x="204" y="51"/>
                    <a:pt x="202" y="49"/>
                  </a:cubicBezTo>
                  <a:cubicBezTo>
                    <a:pt x="201" y="47"/>
                    <a:pt x="195" y="46"/>
                    <a:pt x="194" y="45"/>
                  </a:cubicBezTo>
                  <a:cubicBezTo>
                    <a:pt x="193" y="44"/>
                    <a:pt x="191" y="40"/>
                    <a:pt x="191" y="38"/>
                  </a:cubicBezTo>
                  <a:cubicBezTo>
                    <a:pt x="191" y="36"/>
                    <a:pt x="191" y="33"/>
                    <a:pt x="191" y="31"/>
                  </a:cubicBezTo>
                  <a:cubicBezTo>
                    <a:pt x="191" y="29"/>
                    <a:pt x="193" y="26"/>
                    <a:pt x="194" y="24"/>
                  </a:cubicBezTo>
                  <a:cubicBezTo>
                    <a:pt x="195" y="22"/>
                    <a:pt x="199" y="18"/>
                    <a:pt x="201" y="16"/>
                  </a:cubicBezTo>
                  <a:cubicBezTo>
                    <a:pt x="203" y="15"/>
                    <a:pt x="207" y="14"/>
                    <a:pt x="209" y="14"/>
                  </a:cubicBezTo>
                  <a:cubicBezTo>
                    <a:pt x="211" y="13"/>
                    <a:pt x="214" y="14"/>
                    <a:pt x="216" y="14"/>
                  </a:cubicBezTo>
                  <a:cubicBezTo>
                    <a:pt x="218" y="15"/>
                    <a:pt x="222" y="15"/>
                    <a:pt x="224" y="15"/>
                  </a:cubicBezTo>
                  <a:cubicBezTo>
                    <a:pt x="225" y="15"/>
                    <a:pt x="228" y="14"/>
                    <a:pt x="229" y="13"/>
                  </a:cubicBezTo>
                  <a:cubicBezTo>
                    <a:pt x="229" y="14"/>
                    <a:pt x="230" y="15"/>
                    <a:pt x="230" y="15"/>
                  </a:cubicBezTo>
                  <a:cubicBezTo>
                    <a:pt x="230" y="16"/>
                    <a:pt x="231" y="18"/>
                    <a:pt x="232" y="18"/>
                  </a:cubicBezTo>
                  <a:cubicBezTo>
                    <a:pt x="232" y="19"/>
                    <a:pt x="233" y="21"/>
                    <a:pt x="234" y="22"/>
                  </a:cubicBezTo>
                  <a:cubicBezTo>
                    <a:pt x="235" y="23"/>
                    <a:pt x="238" y="24"/>
                    <a:pt x="239" y="24"/>
                  </a:cubicBezTo>
                  <a:cubicBezTo>
                    <a:pt x="240" y="25"/>
                    <a:pt x="243" y="25"/>
                    <a:pt x="245" y="25"/>
                  </a:cubicBezTo>
                  <a:cubicBezTo>
                    <a:pt x="246" y="25"/>
                    <a:pt x="249" y="24"/>
                    <a:pt x="251" y="25"/>
                  </a:cubicBezTo>
                  <a:cubicBezTo>
                    <a:pt x="252" y="25"/>
                    <a:pt x="255" y="25"/>
                    <a:pt x="256" y="26"/>
                  </a:cubicBezTo>
                  <a:cubicBezTo>
                    <a:pt x="257" y="27"/>
                    <a:pt x="257" y="30"/>
                    <a:pt x="259" y="30"/>
                  </a:cubicBezTo>
                  <a:cubicBezTo>
                    <a:pt x="260" y="31"/>
                    <a:pt x="263" y="28"/>
                    <a:pt x="265" y="27"/>
                  </a:cubicBezTo>
                  <a:cubicBezTo>
                    <a:pt x="266" y="27"/>
                    <a:pt x="268" y="28"/>
                    <a:pt x="269" y="28"/>
                  </a:cubicBezTo>
                  <a:cubicBezTo>
                    <a:pt x="271" y="29"/>
                    <a:pt x="273" y="31"/>
                    <a:pt x="274" y="31"/>
                  </a:cubicBezTo>
                  <a:cubicBezTo>
                    <a:pt x="275" y="32"/>
                    <a:pt x="278" y="32"/>
                    <a:pt x="279" y="31"/>
                  </a:cubicBezTo>
                  <a:cubicBezTo>
                    <a:pt x="281" y="31"/>
                    <a:pt x="285" y="30"/>
                    <a:pt x="286" y="29"/>
                  </a:cubicBezTo>
                  <a:cubicBezTo>
                    <a:pt x="288" y="28"/>
                    <a:pt x="290" y="26"/>
                    <a:pt x="290" y="24"/>
                  </a:cubicBezTo>
                  <a:cubicBezTo>
                    <a:pt x="291" y="23"/>
                    <a:pt x="290" y="19"/>
                    <a:pt x="291" y="18"/>
                  </a:cubicBezTo>
                  <a:cubicBezTo>
                    <a:pt x="292" y="17"/>
                    <a:pt x="294" y="17"/>
                    <a:pt x="295" y="16"/>
                  </a:cubicBezTo>
                  <a:cubicBezTo>
                    <a:pt x="296" y="16"/>
                    <a:pt x="298" y="14"/>
                    <a:pt x="299" y="14"/>
                  </a:cubicBezTo>
                  <a:cubicBezTo>
                    <a:pt x="300" y="13"/>
                    <a:pt x="303" y="13"/>
                    <a:pt x="304" y="13"/>
                  </a:cubicBezTo>
                  <a:cubicBezTo>
                    <a:pt x="306" y="13"/>
                    <a:pt x="309" y="14"/>
                    <a:pt x="311" y="14"/>
                  </a:cubicBezTo>
                  <a:cubicBezTo>
                    <a:pt x="312" y="14"/>
                    <a:pt x="315" y="14"/>
                    <a:pt x="316" y="13"/>
                  </a:cubicBezTo>
                  <a:cubicBezTo>
                    <a:pt x="317" y="13"/>
                    <a:pt x="318" y="11"/>
                    <a:pt x="319" y="10"/>
                  </a:cubicBezTo>
                  <a:cubicBezTo>
                    <a:pt x="320" y="10"/>
                    <a:pt x="322" y="9"/>
                    <a:pt x="324" y="9"/>
                  </a:cubicBezTo>
                  <a:cubicBezTo>
                    <a:pt x="325" y="9"/>
                    <a:pt x="326" y="10"/>
                    <a:pt x="328" y="10"/>
                  </a:cubicBezTo>
                  <a:cubicBezTo>
                    <a:pt x="329" y="10"/>
                    <a:pt x="331" y="10"/>
                    <a:pt x="332" y="10"/>
                  </a:cubicBezTo>
                  <a:cubicBezTo>
                    <a:pt x="334" y="9"/>
                    <a:pt x="335" y="4"/>
                    <a:pt x="337" y="4"/>
                  </a:cubicBezTo>
                  <a:cubicBezTo>
                    <a:pt x="338" y="3"/>
                    <a:pt x="342" y="3"/>
                    <a:pt x="343" y="3"/>
                  </a:cubicBezTo>
                  <a:cubicBezTo>
                    <a:pt x="344" y="3"/>
                    <a:pt x="346" y="4"/>
                    <a:pt x="347" y="4"/>
                  </a:cubicBezTo>
                  <a:cubicBezTo>
                    <a:pt x="348" y="4"/>
                    <a:pt x="351" y="4"/>
                    <a:pt x="352" y="4"/>
                  </a:cubicBezTo>
                  <a:cubicBezTo>
                    <a:pt x="353" y="3"/>
                    <a:pt x="355" y="2"/>
                    <a:pt x="356" y="2"/>
                  </a:cubicBezTo>
                  <a:cubicBezTo>
                    <a:pt x="357" y="1"/>
                    <a:pt x="360" y="0"/>
                    <a:pt x="362" y="0"/>
                  </a:cubicBezTo>
                  <a:cubicBezTo>
                    <a:pt x="363" y="0"/>
                    <a:pt x="365" y="1"/>
                    <a:pt x="366" y="2"/>
                  </a:cubicBezTo>
                  <a:cubicBezTo>
                    <a:pt x="367" y="3"/>
                    <a:pt x="367" y="6"/>
                    <a:pt x="368" y="7"/>
                  </a:cubicBezTo>
                  <a:cubicBezTo>
                    <a:pt x="369" y="9"/>
                    <a:pt x="373" y="12"/>
                    <a:pt x="375" y="14"/>
                  </a:cubicBezTo>
                  <a:cubicBezTo>
                    <a:pt x="376" y="14"/>
                    <a:pt x="378" y="16"/>
                    <a:pt x="379" y="17"/>
                  </a:cubicBezTo>
                  <a:cubicBezTo>
                    <a:pt x="379" y="18"/>
                    <a:pt x="378" y="20"/>
                    <a:pt x="379" y="20"/>
                  </a:cubicBezTo>
                  <a:cubicBezTo>
                    <a:pt x="379" y="22"/>
                    <a:pt x="382" y="23"/>
                    <a:pt x="382" y="25"/>
                  </a:cubicBezTo>
                  <a:cubicBezTo>
                    <a:pt x="382" y="26"/>
                    <a:pt x="382" y="29"/>
                    <a:pt x="381" y="30"/>
                  </a:cubicBezTo>
                  <a:cubicBezTo>
                    <a:pt x="381" y="31"/>
                    <a:pt x="380" y="32"/>
                    <a:pt x="379" y="32"/>
                  </a:cubicBezTo>
                  <a:cubicBezTo>
                    <a:pt x="378" y="33"/>
                    <a:pt x="376" y="33"/>
                    <a:pt x="375" y="34"/>
                  </a:cubicBezTo>
                  <a:cubicBezTo>
                    <a:pt x="375" y="36"/>
                    <a:pt x="376" y="38"/>
                    <a:pt x="377" y="39"/>
                  </a:cubicBezTo>
                  <a:cubicBezTo>
                    <a:pt x="378" y="40"/>
                    <a:pt x="380" y="41"/>
                    <a:pt x="381" y="42"/>
                  </a:cubicBezTo>
                  <a:cubicBezTo>
                    <a:pt x="382" y="43"/>
                    <a:pt x="385" y="45"/>
                    <a:pt x="386" y="46"/>
                  </a:cubicBezTo>
                  <a:cubicBezTo>
                    <a:pt x="388" y="48"/>
                    <a:pt x="388" y="52"/>
                    <a:pt x="389" y="53"/>
                  </a:cubicBezTo>
                  <a:cubicBezTo>
                    <a:pt x="390" y="55"/>
                    <a:pt x="392" y="57"/>
                    <a:pt x="393" y="58"/>
                  </a:cubicBezTo>
                  <a:cubicBezTo>
                    <a:pt x="394" y="60"/>
                    <a:pt x="396" y="62"/>
                    <a:pt x="398" y="63"/>
                  </a:cubicBezTo>
                  <a:cubicBezTo>
                    <a:pt x="399" y="64"/>
                    <a:pt x="403" y="66"/>
                    <a:pt x="405" y="66"/>
                  </a:cubicBezTo>
                  <a:cubicBezTo>
                    <a:pt x="406" y="66"/>
                    <a:pt x="408" y="66"/>
                    <a:pt x="409" y="65"/>
                  </a:cubicBezTo>
                  <a:cubicBezTo>
                    <a:pt x="410" y="65"/>
                    <a:pt x="410" y="61"/>
                    <a:pt x="412" y="60"/>
                  </a:cubicBezTo>
                  <a:cubicBezTo>
                    <a:pt x="413" y="59"/>
                    <a:pt x="415" y="59"/>
                    <a:pt x="416" y="59"/>
                  </a:cubicBezTo>
                  <a:cubicBezTo>
                    <a:pt x="418" y="59"/>
                    <a:pt x="421" y="60"/>
                    <a:pt x="422" y="60"/>
                  </a:cubicBezTo>
                  <a:cubicBezTo>
                    <a:pt x="423" y="60"/>
                    <a:pt x="424" y="58"/>
                    <a:pt x="425" y="57"/>
                  </a:cubicBezTo>
                  <a:cubicBezTo>
                    <a:pt x="425" y="57"/>
                    <a:pt x="427" y="57"/>
                    <a:pt x="428" y="57"/>
                  </a:cubicBezTo>
                  <a:cubicBezTo>
                    <a:pt x="429" y="57"/>
                    <a:pt x="431" y="59"/>
                    <a:pt x="431" y="59"/>
                  </a:cubicBezTo>
                  <a:cubicBezTo>
                    <a:pt x="432" y="60"/>
                    <a:pt x="433" y="61"/>
                    <a:pt x="433" y="62"/>
                  </a:cubicBezTo>
                  <a:cubicBezTo>
                    <a:pt x="433" y="63"/>
                    <a:pt x="432" y="66"/>
                    <a:pt x="432" y="66"/>
                  </a:cubicBezTo>
                  <a:cubicBezTo>
                    <a:pt x="431" y="67"/>
                    <a:pt x="429" y="67"/>
                    <a:pt x="429" y="68"/>
                  </a:cubicBezTo>
                  <a:cubicBezTo>
                    <a:pt x="428" y="69"/>
                    <a:pt x="428" y="72"/>
                    <a:pt x="429" y="74"/>
                  </a:cubicBezTo>
                  <a:cubicBezTo>
                    <a:pt x="429" y="74"/>
                    <a:pt x="429" y="76"/>
                    <a:pt x="430" y="76"/>
                  </a:cubicBezTo>
                  <a:cubicBezTo>
                    <a:pt x="431" y="77"/>
                    <a:pt x="433" y="77"/>
                    <a:pt x="434" y="77"/>
                  </a:cubicBezTo>
                  <a:cubicBezTo>
                    <a:pt x="435" y="77"/>
                    <a:pt x="437" y="76"/>
                    <a:pt x="438" y="76"/>
                  </a:cubicBezTo>
                  <a:cubicBezTo>
                    <a:pt x="439" y="76"/>
                    <a:pt x="441" y="76"/>
                    <a:pt x="442" y="76"/>
                  </a:cubicBezTo>
                  <a:cubicBezTo>
                    <a:pt x="443" y="77"/>
                    <a:pt x="445" y="79"/>
                    <a:pt x="446" y="80"/>
                  </a:cubicBezTo>
                  <a:cubicBezTo>
                    <a:pt x="447" y="81"/>
                    <a:pt x="448" y="84"/>
                    <a:pt x="448" y="85"/>
                  </a:cubicBezTo>
                  <a:cubicBezTo>
                    <a:pt x="449" y="86"/>
                    <a:pt x="450" y="89"/>
                    <a:pt x="450" y="90"/>
                  </a:cubicBezTo>
                  <a:cubicBezTo>
                    <a:pt x="451" y="91"/>
                    <a:pt x="453" y="93"/>
                    <a:pt x="454" y="94"/>
                  </a:cubicBezTo>
                  <a:cubicBezTo>
                    <a:pt x="454" y="95"/>
                    <a:pt x="455" y="97"/>
                    <a:pt x="456" y="98"/>
                  </a:cubicBezTo>
                  <a:cubicBezTo>
                    <a:pt x="456" y="99"/>
                    <a:pt x="456" y="101"/>
                    <a:pt x="457" y="102"/>
                  </a:cubicBezTo>
                  <a:cubicBezTo>
                    <a:pt x="458" y="103"/>
                    <a:pt x="461" y="103"/>
                    <a:pt x="462" y="104"/>
                  </a:cubicBezTo>
                  <a:cubicBezTo>
                    <a:pt x="463" y="104"/>
                    <a:pt x="464" y="105"/>
                    <a:pt x="464" y="106"/>
                  </a:cubicBezTo>
                  <a:cubicBezTo>
                    <a:pt x="465" y="107"/>
                    <a:pt x="465" y="110"/>
                    <a:pt x="465" y="112"/>
                  </a:cubicBezTo>
                  <a:cubicBezTo>
                    <a:pt x="465" y="112"/>
                    <a:pt x="464" y="113"/>
                    <a:pt x="465" y="113"/>
                  </a:cubicBezTo>
                  <a:cubicBezTo>
                    <a:pt x="465" y="114"/>
                    <a:pt x="468" y="114"/>
                    <a:pt x="469" y="114"/>
                  </a:cubicBezTo>
                  <a:cubicBezTo>
                    <a:pt x="470" y="114"/>
                    <a:pt x="471" y="113"/>
                    <a:pt x="472" y="113"/>
                  </a:cubicBezTo>
                  <a:cubicBezTo>
                    <a:pt x="472" y="113"/>
                    <a:pt x="474" y="115"/>
                    <a:pt x="474" y="115"/>
                  </a:cubicBezTo>
                  <a:cubicBezTo>
                    <a:pt x="475" y="115"/>
                    <a:pt x="477" y="114"/>
                    <a:pt x="478" y="113"/>
                  </a:cubicBezTo>
                  <a:cubicBezTo>
                    <a:pt x="479" y="113"/>
                    <a:pt x="480" y="111"/>
                    <a:pt x="480" y="111"/>
                  </a:cubicBezTo>
                  <a:cubicBezTo>
                    <a:pt x="481" y="110"/>
                    <a:pt x="482" y="110"/>
                    <a:pt x="483" y="109"/>
                  </a:cubicBezTo>
                  <a:cubicBezTo>
                    <a:pt x="484" y="109"/>
                    <a:pt x="485" y="109"/>
                    <a:pt x="486" y="110"/>
                  </a:cubicBezTo>
                  <a:cubicBezTo>
                    <a:pt x="487" y="110"/>
                    <a:pt x="488" y="111"/>
                    <a:pt x="489" y="111"/>
                  </a:cubicBezTo>
                  <a:cubicBezTo>
                    <a:pt x="490" y="111"/>
                    <a:pt x="491" y="110"/>
                    <a:pt x="491" y="110"/>
                  </a:cubicBezTo>
                  <a:cubicBezTo>
                    <a:pt x="492" y="109"/>
                    <a:pt x="492" y="108"/>
                    <a:pt x="493" y="107"/>
                  </a:cubicBezTo>
                  <a:cubicBezTo>
                    <a:pt x="494" y="106"/>
                    <a:pt x="495" y="105"/>
                    <a:pt x="496" y="105"/>
                  </a:cubicBezTo>
                  <a:cubicBezTo>
                    <a:pt x="497" y="105"/>
                    <a:pt x="499" y="105"/>
                    <a:pt x="500" y="106"/>
                  </a:cubicBezTo>
                  <a:cubicBezTo>
                    <a:pt x="500" y="106"/>
                    <a:pt x="501" y="108"/>
                    <a:pt x="501" y="110"/>
                  </a:cubicBezTo>
                  <a:cubicBezTo>
                    <a:pt x="501" y="111"/>
                    <a:pt x="501" y="113"/>
                    <a:pt x="501" y="114"/>
                  </a:cubicBezTo>
                  <a:cubicBezTo>
                    <a:pt x="500" y="115"/>
                    <a:pt x="499" y="115"/>
                    <a:pt x="499" y="116"/>
                  </a:cubicBezTo>
                  <a:cubicBezTo>
                    <a:pt x="498" y="117"/>
                    <a:pt x="497" y="119"/>
                    <a:pt x="497" y="119"/>
                  </a:cubicBezTo>
                  <a:cubicBezTo>
                    <a:pt x="497" y="121"/>
                    <a:pt x="497" y="124"/>
                    <a:pt x="497" y="125"/>
                  </a:cubicBezTo>
                  <a:cubicBezTo>
                    <a:pt x="497" y="126"/>
                    <a:pt x="497" y="128"/>
                    <a:pt x="497" y="129"/>
                  </a:cubicBezTo>
                  <a:cubicBezTo>
                    <a:pt x="497" y="131"/>
                    <a:pt x="497" y="133"/>
                    <a:pt x="497" y="134"/>
                  </a:cubicBezTo>
                  <a:cubicBezTo>
                    <a:pt x="497" y="135"/>
                    <a:pt x="497" y="136"/>
                    <a:pt x="496" y="137"/>
                  </a:cubicBezTo>
                  <a:cubicBezTo>
                    <a:pt x="496" y="138"/>
                    <a:pt x="496" y="139"/>
                    <a:pt x="496" y="139"/>
                  </a:cubicBezTo>
                  <a:cubicBezTo>
                    <a:pt x="495" y="140"/>
                    <a:pt x="493" y="140"/>
                    <a:pt x="492" y="140"/>
                  </a:cubicBezTo>
                  <a:cubicBezTo>
                    <a:pt x="492" y="141"/>
                    <a:pt x="490" y="141"/>
                    <a:pt x="490" y="141"/>
                  </a:cubicBezTo>
                  <a:cubicBezTo>
                    <a:pt x="490" y="142"/>
                    <a:pt x="490" y="145"/>
                    <a:pt x="490" y="146"/>
                  </a:cubicBezTo>
                  <a:cubicBezTo>
                    <a:pt x="489" y="146"/>
                    <a:pt x="487" y="146"/>
                    <a:pt x="486" y="147"/>
                  </a:cubicBezTo>
                  <a:cubicBezTo>
                    <a:pt x="485" y="148"/>
                    <a:pt x="485" y="151"/>
                    <a:pt x="485" y="153"/>
                  </a:cubicBezTo>
                  <a:cubicBezTo>
                    <a:pt x="485" y="155"/>
                    <a:pt x="485" y="159"/>
                    <a:pt x="485" y="161"/>
                  </a:cubicBezTo>
                  <a:cubicBezTo>
                    <a:pt x="485" y="162"/>
                    <a:pt x="485" y="165"/>
                    <a:pt x="484" y="166"/>
                  </a:cubicBezTo>
                  <a:cubicBezTo>
                    <a:pt x="483" y="168"/>
                    <a:pt x="480" y="169"/>
                    <a:pt x="479" y="170"/>
                  </a:cubicBezTo>
                  <a:cubicBezTo>
                    <a:pt x="478" y="172"/>
                    <a:pt x="476" y="175"/>
                    <a:pt x="475" y="177"/>
                  </a:cubicBezTo>
                  <a:cubicBezTo>
                    <a:pt x="474" y="178"/>
                    <a:pt x="472" y="181"/>
                    <a:pt x="471" y="183"/>
                  </a:cubicBezTo>
                  <a:cubicBezTo>
                    <a:pt x="470" y="185"/>
                    <a:pt x="469" y="189"/>
                    <a:pt x="469" y="191"/>
                  </a:cubicBezTo>
                  <a:cubicBezTo>
                    <a:pt x="469" y="192"/>
                    <a:pt x="469" y="195"/>
                    <a:pt x="470" y="196"/>
                  </a:cubicBezTo>
                  <a:cubicBezTo>
                    <a:pt x="471" y="197"/>
                    <a:pt x="473" y="198"/>
                    <a:pt x="474" y="198"/>
                  </a:cubicBezTo>
                  <a:cubicBezTo>
                    <a:pt x="475" y="198"/>
                    <a:pt x="476" y="195"/>
                    <a:pt x="477" y="194"/>
                  </a:cubicBezTo>
                  <a:cubicBezTo>
                    <a:pt x="478" y="193"/>
                    <a:pt x="480" y="194"/>
                    <a:pt x="482" y="194"/>
                  </a:cubicBezTo>
                  <a:cubicBezTo>
                    <a:pt x="482" y="195"/>
                    <a:pt x="483" y="195"/>
                    <a:pt x="483" y="195"/>
                  </a:cubicBezTo>
                  <a:cubicBezTo>
                    <a:pt x="484" y="196"/>
                    <a:pt x="484" y="199"/>
                    <a:pt x="484" y="200"/>
                  </a:cubicBezTo>
                  <a:cubicBezTo>
                    <a:pt x="485" y="201"/>
                    <a:pt x="487" y="202"/>
                    <a:pt x="487" y="203"/>
                  </a:cubicBezTo>
                  <a:cubicBezTo>
                    <a:pt x="487" y="204"/>
                    <a:pt x="487" y="206"/>
                    <a:pt x="487" y="207"/>
                  </a:cubicBezTo>
                  <a:cubicBezTo>
                    <a:pt x="486" y="207"/>
                    <a:pt x="484" y="208"/>
                    <a:pt x="483" y="208"/>
                  </a:cubicBezTo>
                  <a:cubicBezTo>
                    <a:pt x="482" y="208"/>
                    <a:pt x="481" y="209"/>
                    <a:pt x="480" y="209"/>
                  </a:cubicBezTo>
                  <a:cubicBezTo>
                    <a:pt x="479" y="210"/>
                    <a:pt x="479" y="213"/>
                    <a:pt x="478" y="214"/>
                  </a:cubicBezTo>
                  <a:cubicBezTo>
                    <a:pt x="478" y="215"/>
                    <a:pt x="476" y="218"/>
                    <a:pt x="476" y="219"/>
                  </a:cubicBezTo>
                  <a:cubicBezTo>
                    <a:pt x="476" y="221"/>
                    <a:pt x="478" y="223"/>
                    <a:pt x="478" y="224"/>
                  </a:cubicBezTo>
                  <a:cubicBezTo>
                    <a:pt x="478" y="226"/>
                    <a:pt x="478" y="229"/>
                    <a:pt x="479" y="230"/>
                  </a:cubicBezTo>
                  <a:cubicBezTo>
                    <a:pt x="479" y="231"/>
                    <a:pt x="481" y="232"/>
                    <a:pt x="482" y="233"/>
                  </a:cubicBezTo>
                  <a:cubicBezTo>
                    <a:pt x="483" y="233"/>
                    <a:pt x="484" y="234"/>
                    <a:pt x="485" y="235"/>
                  </a:cubicBezTo>
                  <a:cubicBezTo>
                    <a:pt x="485" y="236"/>
                    <a:pt x="486" y="238"/>
                    <a:pt x="487" y="239"/>
                  </a:cubicBezTo>
                  <a:cubicBezTo>
                    <a:pt x="488" y="239"/>
                    <a:pt x="490" y="240"/>
                    <a:pt x="491" y="240"/>
                  </a:cubicBezTo>
                  <a:cubicBezTo>
                    <a:pt x="492" y="239"/>
                    <a:pt x="492" y="237"/>
                    <a:pt x="492" y="235"/>
                  </a:cubicBezTo>
                  <a:cubicBezTo>
                    <a:pt x="492" y="234"/>
                    <a:pt x="492" y="232"/>
                    <a:pt x="492" y="232"/>
                  </a:cubicBezTo>
                  <a:cubicBezTo>
                    <a:pt x="492" y="231"/>
                    <a:pt x="494" y="229"/>
                    <a:pt x="494" y="228"/>
                  </a:cubicBezTo>
                  <a:cubicBezTo>
                    <a:pt x="495" y="228"/>
                    <a:pt x="497" y="228"/>
                    <a:pt x="498" y="228"/>
                  </a:cubicBezTo>
                  <a:cubicBezTo>
                    <a:pt x="499" y="228"/>
                    <a:pt x="501" y="229"/>
                    <a:pt x="502" y="229"/>
                  </a:cubicBezTo>
                  <a:cubicBezTo>
                    <a:pt x="503" y="229"/>
                    <a:pt x="505" y="229"/>
                    <a:pt x="506" y="228"/>
                  </a:cubicBezTo>
                  <a:cubicBezTo>
                    <a:pt x="507" y="228"/>
                    <a:pt x="507" y="226"/>
                    <a:pt x="508" y="226"/>
                  </a:cubicBezTo>
                  <a:cubicBezTo>
                    <a:pt x="508" y="226"/>
                    <a:pt x="511" y="225"/>
                    <a:pt x="512" y="226"/>
                  </a:cubicBezTo>
                  <a:cubicBezTo>
                    <a:pt x="512" y="226"/>
                    <a:pt x="513" y="227"/>
                    <a:pt x="513" y="228"/>
                  </a:cubicBezTo>
                  <a:cubicBezTo>
                    <a:pt x="513" y="229"/>
                    <a:pt x="511" y="231"/>
                    <a:pt x="511" y="232"/>
                  </a:cubicBezTo>
                  <a:cubicBezTo>
                    <a:pt x="510" y="233"/>
                    <a:pt x="509" y="234"/>
                    <a:pt x="508" y="234"/>
                  </a:cubicBezTo>
                  <a:cubicBezTo>
                    <a:pt x="507" y="234"/>
                    <a:pt x="505" y="234"/>
                    <a:pt x="504" y="235"/>
                  </a:cubicBezTo>
                  <a:cubicBezTo>
                    <a:pt x="503" y="235"/>
                    <a:pt x="503" y="238"/>
                    <a:pt x="503" y="239"/>
                  </a:cubicBezTo>
                  <a:cubicBezTo>
                    <a:pt x="503" y="241"/>
                    <a:pt x="502" y="244"/>
                    <a:pt x="502" y="246"/>
                  </a:cubicBezTo>
                  <a:cubicBezTo>
                    <a:pt x="502" y="247"/>
                    <a:pt x="502" y="249"/>
                    <a:pt x="502" y="249"/>
                  </a:cubicBezTo>
                  <a:cubicBezTo>
                    <a:pt x="501" y="251"/>
                    <a:pt x="499" y="253"/>
                    <a:pt x="498" y="254"/>
                  </a:cubicBezTo>
                  <a:cubicBezTo>
                    <a:pt x="498" y="256"/>
                    <a:pt x="498" y="259"/>
                    <a:pt x="497" y="261"/>
                  </a:cubicBezTo>
                  <a:cubicBezTo>
                    <a:pt x="496" y="262"/>
                    <a:pt x="493" y="265"/>
                    <a:pt x="492" y="266"/>
                  </a:cubicBezTo>
                  <a:cubicBezTo>
                    <a:pt x="491" y="267"/>
                    <a:pt x="488" y="268"/>
                    <a:pt x="487" y="269"/>
                  </a:cubicBezTo>
                  <a:cubicBezTo>
                    <a:pt x="486" y="270"/>
                    <a:pt x="485" y="273"/>
                    <a:pt x="485" y="275"/>
                  </a:cubicBezTo>
                  <a:cubicBezTo>
                    <a:pt x="485" y="276"/>
                    <a:pt x="485" y="278"/>
                    <a:pt x="486" y="278"/>
                  </a:cubicBezTo>
                  <a:cubicBezTo>
                    <a:pt x="486" y="280"/>
                    <a:pt x="489" y="282"/>
                    <a:pt x="489" y="284"/>
                  </a:cubicBezTo>
                  <a:cubicBezTo>
                    <a:pt x="491" y="287"/>
                    <a:pt x="493" y="292"/>
                    <a:pt x="494" y="295"/>
                  </a:cubicBezTo>
                  <a:cubicBezTo>
                    <a:pt x="495" y="297"/>
                    <a:pt x="497" y="302"/>
                    <a:pt x="498" y="304"/>
                  </a:cubicBezTo>
                  <a:cubicBezTo>
                    <a:pt x="499" y="306"/>
                    <a:pt x="503" y="308"/>
                    <a:pt x="504" y="309"/>
                  </a:cubicBezTo>
                  <a:cubicBezTo>
                    <a:pt x="506" y="311"/>
                    <a:pt x="510" y="313"/>
                    <a:pt x="512" y="315"/>
                  </a:cubicBezTo>
                  <a:cubicBezTo>
                    <a:pt x="514" y="316"/>
                    <a:pt x="516" y="320"/>
                    <a:pt x="517" y="322"/>
                  </a:cubicBezTo>
                  <a:cubicBezTo>
                    <a:pt x="518" y="324"/>
                    <a:pt x="519" y="327"/>
                    <a:pt x="519" y="329"/>
                  </a:cubicBezTo>
                  <a:cubicBezTo>
                    <a:pt x="519" y="330"/>
                    <a:pt x="518" y="333"/>
                    <a:pt x="519" y="334"/>
                  </a:cubicBezTo>
                  <a:cubicBezTo>
                    <a:pt x="519" y="336"/>
                    <a:pt x="523" y="339"/>
                    <a:pt x="525" y="340"/>
                  </a:cubicBezTo>
                  <a:cubicBezTo>
                    <a:pt x="526" y="341"/>
                    <a:pt x="530" y="344"/>
                    <a:pt x="532" y="345"/>
                  </a:cubicBezTo>
                  <a:cubicBezTo>
                    <a:pt x="533" y="345"/>
                    <a:pt x="535" y="345"/>
                    <a:pt x="537" y="345"/>
                  </a:cubicBezTo>
                  <a:cubicBezTo>
                    <a:pt x="538" y="345"/>
                    <a:pt x="540" y="344"/>
                    <a:pt x="541" y="344"/>
                  </a:cubicBezTo>
                  <a:cubicBezTo>
                    <a:pt x="542" y="344"/>
                    <a:pt x="545" y="344"/>
                    <a:pt x="546" y="344"/>
                  </a:cubicBezTo>
                  <a:cubicBezTo>
                    <a:pt x="547" y="344"/>
                    <a:pt x="549" y="344"/>
                    <a:pt x="550" y="344"/>
                  </a:cubicBezTo>
                  <a:cubicBezTo>
                    <a:pt x="551" y="344"/>
                    <a:pt x="552" y="342"/>
                    <a:pt x="553" y="341"/>
                  </a:cubicBezTo>
                  <a:cubicBezTo>
                    <a:pt x="554" y="341"/>
                    <a:pt x="556" y="339"/>
                    <a:pt x="558" y="339"/>
                  </a:cubicBezTo>
                  <a:cubicBezTo>
                    <a:pt x="559" y="338"/>
                    <a:pt x="562" y="339"/>
                    <a:pt x="563" y="339"/>
                  </a:cubicBezTo>
                  <a:cubicBezTo>
                    <a:pt x="563" y="339"/>
                    <a:pt x="565" y="338"/>
                    <a:pt x="565" y="338"/>
                  </a:cubicBezTo>
                  <a:cubicBezTo>
                    <a:pt x="566" y="338"/>
                    <a:pt x="567" y="338"/>
                    <a:pt x="568" y="339"/>
                  </a:cubicBezTo>
                  <a:cubicBezTo>
                    <a:pt x="569" y="340"/>
                    <a:pt x="569" y="343"/>
                    <a:pt x="569" y="344"/>
                  </a:cubicBezTo>
                  <a:cubicBezTo>
                    <a:pt x="569" y="345"/>
                    <a:pt x="568" y="347"/>
                    <a:pt x="567" y="348"/>
                  </a:cubicBezTo>
                  <a:cubicBezTo>
                    <a:pt x="567" y="349"/>
                    <a:pt x="565" y="349"/>
                    <a:pt x="564" y="350"/>
                  </a:cubicBezTo>
                  <a:cubicBezTo>
                    <a:pt x="563" y="351"/>
                    <a:pt x="562" y="353"/>
                    <a:pt x="562" y="354"/>
                  </a:cubicBezTo>
                  <a:cubicBezTo>
                    <a:pt x="561" y="355"/>
                    <a:pt x="559" y="359"/>
                    <a:pt x="558" y="360"/>
                  </a:cubicBezTo>
                  <a:cubicBezTo>
                    <a:pt x="557" y="360"/>
                    <a:pt x="554" y="361"/>
                    <a:pt x="553" y="361"/>
                  </a:cubicBezTo>
                  <a:cubicBezTo>
                    <a:pt x="552" y="361"/>
                    <a:pt x="550" y="361"/>
                    <a:pt x="549" y="361"/>
                  </a:cubicBezTo>
                  <a:cubicBezTo>
                    <a:pt x="548" y="361"/>
                    <a:pt x="546" y="363"/>
                    <a:pt x="545" y="363"/>
                  </a:cubicBezTo>
                  <a:cubicBezTo>
                    <a:pt x="545" y="364"/>
                    <a:pt x="545" y="367"/>
                    <a:pt x="545" y="368"/>
                  </a:cubicBezTo>
                  <a:cubicBezTo>
                    <a:pt x="545" y="369"/>
                    <a:pt x="545" y="371"/>
                    <a:pt x="546" y="372"/>
                  </a:cubicBezTo>
                  <a:cubicBezTo>
                    <a:pt x="546" y="373"/>
                    <a:pt x="549" y="374"/>
                    <a:pt x="549" y="375"/>
                  </a:cubicBezTo>
                  <a:cubicBezTo>
                    <a:pt x="550" y="376"/>
                    <a:pt x="549" y="379"/>
                    <a:pt x="549" y="381"/>
                  </a:cubicBezTo>
                  <a:cubicBezTo>
                    <a:pt x="549" y="382"/>
                    <a:pt x="547" y="385"/>
                    <a:pt x="548" y="386"/>
                  </a:cubicBezTo>
                  <a:cubicBezTo>
                    <a:pt x="548" y="387"/>
                    <a:pt x="549" y="388"/>
                    <a:pt x="549" y="388"/>
                  </a:cubicBezTo>
                  <a:cubicBezTo>
                    <a:pt x="550" y="389"/>
                    <a:pt x="550" y="391"/>
                    <a:pt x="550" y="392"/>
                  </a:cubicBezTo>
                  <a:cubicBezTo>
                    <a:pt x="550" y="393"/>
                    <a:pt x="550" y="395"/>
                    <a:pt x="549" y="395"/>
                  </a:cubicBezTo>
                  <a:cubicBezTo>
                    <a:pt x="548" y="396"/>
                    <a:pt x="545" y="396"/>
                    <a:pt x="544" y="396"/>
                  </a:cubicBezTo>
                  <a:cubicBezTo>
                    <a:pt x="543" y="396"/>
                    <a:pt x="540" y="395"/>
                    <a:pt x="539" y="394"/>
                  </a:cubicBezTo>
                  <a:cubicBezTo>
                    <a:pt x="538" y="394"/>
                    <a:pt x="536" y="391"/>
                    <a:pt x="535" y="391"/>
                  </a:cubicBezTo>
                  <a:cubicBezTo>
                    <a:pt x="534" y="390"/>
                    <a:pt x="531" y="390"/>
                    <a:pt x="529" y="390"/>
                  </a:cubicBezTo>
                  <a:cubicBezTo>
                    <a:pt x="528" y="390"/>
                    <a:pt x="526" y="391"/>
                    <a:pt x="525" y="392"/>
                  </a:cubicBezTo>
                  <a:cubicBezTo>
                    <a:pt x="525" y="392"/>
                    <a:pt x="523" y="393"/>
                    <a:pt x="523" y="393"/>
                  </a:cubicBezTo>
                  <a:cubicBezTo>
                    <a:pt x="522" y="394"/>
                    <a:pt x="521" y="396"/>
                    <a:pt x="521" y="397"/>
                  </a:cubicBezTo>
                  <a:cubicBezTo>
                    <a:pt x="520" y="398"/>
                    <a:pt x="518" y="399"/>
                    <a:pt x="517" y="400"/>
                  </a:cubicBezTo>
                  <a:cubicBezTo>
                    <a:pt x="516" y="401"/>
                    <a:pt x="516" y="403"/>
                    <a:pt x="516" y="405"/>
                  </a:cubicBezTo>
                  <a:cubicBezTo>
                    <a:pt x="515" y="406"/>
                    <a:pt x="513" y="407"/>
                    <a:pt x="512" y="408"/>
                  </a:cubicBezTo>
                  <a:cubicBezTo>
                    <a:pt x="511" y="409"/>
                    <a:pt x="509" y="410"/>
                    <a:pt x="508" y="411"/>
                  </a:cubicBezTo>
                  <a:cubicBezTo>
                    <a:pt x="508" y="412"/>
                    <a:pt x="508" y="414"/>
                    <a:pt x="508" y="415"/>
                  </a:cubicBezTo>
                  <a:cubicBezTo>
                    <a:pt x="508" y="416"/>
                    <a:pt x="510" y="417"/>
                    <a:pt x="511" y="417"/>
                  </a:cubicBezTo>
                  <a:cubicBezTo>
                    <a:pt x="512" y="418"/>
                    <a:pt x="514" y="418"/>
                    <a:pt x="515" y="419"/>
                  </a:cubicBezTo>
                  <a:cubicBezTo>
                    <a:pt x="515" y="420"/>
                    <a:pt x="516" y="422"/>
                    <a:pt x="516" y="422"/>
                  </a:cubicBezTo>
                  <a:cubicBezTo>
                    <a:pt x="516" y="423"/>
                    <a:pt x="514" y="425"/>
                    <a:pt x="513" y="426"/>
                  </a:cubicBezTo>
                  <a:cubicBezTo>
                    <a:pt x="513" y="426"/>
                    <a:pt x="512" y="425"/>
                    <a:pt x="511" y="425"/>
                  </a:cubicBezTo>
                  <a:cubicBezTo>
                    <a:pt x="510" y="426"/>
                    <a:pt x="509" y="427"/>
                    <a:pt x="508" y="427"/>
                  </a:cubicBezTo>
                  <a:cubicBezTo>
                    <a:pt x="507" y="428"/>
                    <a:pt x="504" y="427"/>
                    <a:pt x="503" y="426"/>
                  </a:cubicBezTo>
                  <a:cubicBezTo>
                    <a:pt x="502" y="426"/>
                    <a:pt x="500" y="424"/>
                    <a:pt x="500" y="422"/>
                  </a:cubicBezTo>
                  <a:cubicBezTo>
                    <a:pt x="499" y="422"/>
                    <a:pt x="500" y="420"/>
                    <a:pt x="500" y="419"/>
                  </a:cubicBezTo>
                  <a:cubicBezTo>
                    <a:pt x="499" y="419"/>
                    <a:pt x="496" y="418"/>
                    <a:pt x="495" y="418"/>
                  </a:cubicBezTo>
                  <a:cubicBezTo>
                    <a:pt x="495" y="418"/>
                    <a:pt x="493" y="417"/>
                    <a:pt x="492" y="417"/>
                  </a:cubicBezTo>
                  <a:cubicBezTo>
                    <a:pt x="491" y="418"/>
                    <a:pt x="490" y="419"/>
                    <a:pt x="490" y="420"/>
                  </a:cubicBezTo>
                  <a:cubicBezTo>
                    <a:pt x="489" y="422"/>
                    <a:pt x="490" y="425"/>
                    <a:pt x="490" y="426"/>
                  </a:cubicBezTo>
                  <a:cubicBezTo>
                    <a:pt x="490" y="427"/>
                    <a:pt x="490" y="429"/>
                    <a:pt x="490" y="430"/>
                  </a:cubicBezTo>
                  <a:cubicBezTo>
                    <a:pt x="490" y="431"/>
                    <a:pt x="491" y="433"/>
                    <a:pt x="491" y="434"/>
                  </a:cubicBezTo>
                  <a:cubicBezTo>
                    <a:pt x="491" y="434"/>
                    <a:pt x="489" y="435"/>
                    <a:pt x="489" y="436"/>
                  </a:cubicBezTo>
                  <a:cubicBezTo>
                    <a:pt x="489" y="437"/>
                    <a:pt x="490" y="438"/>
                    <a:pt x="490" y="439"/>
                  </a:cubicBezTo>
                  <a:cubicBezTo>
                    <a:pt x="491" y="440"/>
                    <a:pt x="492" y="442"/>
                    <a:pt x="492" y="443"/>
                  </a:cubicBezTo>
                  <a:cubicBezTo>
                    <a:pt x="493" y="444"/>
                    <a:pt x="496" y="445"/>
                    <a:pt x="497" y="446"/>
                  </a:cubicBezTo>
                  <a:cubicBezTo>
                    <a:pt x="498" y="446"/>
                    <a:pt x="501" y="447"/>
                    <a:pt x="503" y="447"/>
                  </a:cubicBezTo>
                  <a:cubicBezTo>
                    <a:pt x="504" y="448"/>
                    <a:pt x="505" y="450"/>
                    <a:pt x="505" y="451"/>
                  </a:cubicBezTo>
                  <a:cubicBezTo>
                    <a:pt x="506" y="453"/>
                    <a:pt x="506" y="455"/>
                    <a:pt x="505" y="456"/>
                  </a:cubicBezTo>
                  <a:cubicBezTo>
                    <a:pt x="505" y="457"/>
                    <a:pt x="503" y="458"/>
                    <a:pt x="502" y="458"/>
                  </a:cubicBezTo>
                  <a:cubicBezTo>
                    <a:pt x="501" y="459"/>
                    <a:pt x="501" y="462"/>
                    <a:pt x="499" y="463"/>
                  </a:cubicBezTo>
                  <a:cubicBezTo>
                    <a:pt x="499" y="463"/>
                    <a:pt x="496" y="463"/>
                    <a:pt x="495" y="463"/>
                  </a:cubicBezTo>
                  <a:cubicBezTo>
                    <a:pt x="494" y="462"/>
                    <a:pt x="492" y="461"/>
                    <a:pt x="491" y="461"/>
                  </a:cubicBezTo>
                  <a:cubicBezTo>
                    <a:pt x="489" y="461"/>
                    <a:pt x="486" y="461"/>
                    <a:pt x="485" y="461"/>
                  </a:cubicBezTo>
                  <a:cubicBezTo>
                    <a:pt x="484" y="461"/>
                    <a:pt x="482" y="462"/>
                    <a:pt x="481" y="463"/>
                  </a:cubicBezTo>
                  <a:cubicBezTo>
                    <a:pt x="479" y="465"/>
                    <a:pt x="478" y="469"/>
                    <a:pt x="476" y="470"/>
                  </a:cubicBezTo>
                  <a:cubicBezTo>
                    <a:pt x="476" y="471"/>
                    <a:pt x="475" y="472"/>
                    <a:pt x="474" y="473"/>
                  </a:cubicBezTo>
                  <a:cubicBezTo>
                    <a:pt x="474" y="474"/>
                    <a:pt x="474" y="477"/>
                    <a:pt x="473" y="478"/>
                  </a:cubicBezTo>
                  <a:cubicBezTo>
                    <a:pt x="473" y="480"/>
                    <a:pt x="471" y="482"/>
                    <a:pt x="470" y="483"/>
                  </a:cubicBezTo>
                  <a:cubicBezTo>
                    <a:pt x="469" y="485"/>
                    <a:pt x="468" y="488"/>
                    <a:pt x="467" y="489"/>
                  </a:cubicBezTo>
                  <a:cubicBezTo>
                    <a:pt x="466" y="490"/>
                    <a:pt x="463" y="492"/>
                    <a:pt x="462" y="492"/>
                  </a:cubicBezTo>
                  <a:cubicBezTo>
                    <a:pt x="460" y="492"/>
                    <a:pt x="457" y="492"/>
                    <a:pt x="456" y="492"/>
                  </a:cubicBezTo>
                  <a:cubicBezTo>
                    <a:pt x="455" y="492"/>
                    <a:pt x="454" y="492"/>
                    <a:pt x="453" y="492"/>
                  </a:cubicBezTo>
                  <a:cubicBezTo>
                    <a:pt x="451" y="492"/>
                    <a:pt x="448" y="492"/>
                    <a:pt x="446" y="492"/>
                  </a:cubicBezTo>
                  <a:cubicBezTo>
                    <a:pt x="445" y="492"/>
                    <a:pt x="444" y="494"/>
                    <a:pt x="443" y="494"/>
                  </a:cubicBezTo>
                  <a:cubicBezTo>
                    <a:pt x="441" y="494"/>
                    <a:pt x="439" y="492"/>
                    <a:pt x="438" y="491"/>
                  </a:cubicBezTo>
                  <a:cubicBezTo>
                    <a:pt x="437" y="491"/>
                    <a:pt x="435" y="489"/>
                    <a:pt x="434" y="489"/>
                  </a:cubicBezTo>
                  <a:cubicBezTo>
                    <a:pt x="434" y="488"/>
                    <a:pt x="433" y="485"/>
                    <a:pt x="432" y="485"/>
                  </a:cubicBezTo>
                  <a:cubicBezTo>
                    <a:pt x="432" y="484"/>
                    <a:pt x="430" y="485"/>
                    <a:pt x="429" y="485"/>
                  </a:cubicBezTo>
                  <a:cubicBezTo>
                    <a:pt x="428" y="485"/>
                    <a:pt x="427" y="486"/>
                    <a:pt x="426" y="487"/>
                  </a:cubicBezTo>
                  <a:cubicBezTo>
                    <a:pt x="425" y="488"/>
                    <a:pt x="424" y="489"/>
                    <a:pt x="424" y="490"/>
                  </a:cubicBezTo>
                  <a:cubicBezTo>
                    <a:pt x="424" y="491"/>
                    <a:pt x="426" y="492"/>
                    <a:pt x="426" y="493"/>
                  </a:cubicBezTo>
                  <a:cubicBezTo>
                    <a:pt x="426" y="495"/>
                    <a:pt x="425" y="497"/>
                    <a:pt x="424" y="498"/>
                  </a:cubicBezTo>
                  <a:cubicBezTo>
                    <a:pt x="423" y="499"/>
                    <a:pt x="421" y="500"/>
                    <a:pt x="419" y="500"/>
                  </a:cubicBezTo>
                  <a:cubicBezTo>
                    <a:pt x="418" y="500"/>
                    <a:pt x="417" y="499"/>
                    <a:pt x="416" y="499"/>
                  </a:cubicBezTo>
                  <a:cubicBezTo>
                    <a:pt x="415" y="498"/>
                    <a:pt x="413" y="498"/>
                    <a:pt x="413" y="499"/>
                  </a:cubicBezTo>
                  <a:cubicBezTo>
                    <a:pt x="412" y="499"/>
                    <a:pt x="410" y="501"/>
                    <a:pt x="409" y="502"/>
                  </a:cubicBezTo>
                  <a:cubicBezTo>
                    <a:pt x="408" y="503"/>
                    <a:pt x="405" y="504"/>
                    <a:pt x="404" y="505"/>
                  </a:cubicBezTo>
                  <a:cubicBezTo>
                    <a:pt x="402" y="505"/>
                    <a:pt x="400" y="504"/>
                    <a:pt x="399" y="504"/>
                  </a:cubicBezTo>
                  <a:cubicBezTo>
                    <a:pt x="397" y="505"/>
                    <a:pt x="394" y="507"/>
                    <a:pt x="392" y="508"/>
                  </a:cubicBezTo>
                  <a:cubicBezTo>
                    <a:pt x="391" y="509"/>
                    <a:pt x="390" y="512"/>
                    <a:pt x="389" y="513"/>
                  </a:cubicBezTo>
                  <a:cubicBezTo>
                    <a:pt x="388" y="514"/>
                    <a:pt x="385" y="516"/>
                    <a:pt x="384" y="515"/>
                  </a:cubicBezTo>
                  <a:cubicBezTo>
                    <a:pt x="383" y="515"/>
                    <a:pt x="383" y="513"/>
                    <a:pt x="382" y="512"/>
                  </a:cubicBezTo>
                  <a:cubicBezTo>
                    <a:pt x="380" y="512"/>
                    <a:pt x="377" y="512"/>
                    <a:pt x="375" y="512"/>
                  </a:cubicBezTo>
                  <a:cubicBezTo>
                    <a:pt x="374" y="513"/>
                    <a:pt x="373" y="515"/>
                    <a:pt x="372" y="515"/>
                  </a:cubicBezTo>
                  <a:cubicBezTo>
                    <a:pt x="371" y="516"/>
                    <a:pt x="368" y="517"/>
                    <a:pt x="367" y="518"/>
                  </a:cubicBezTo>
                  <a:cubicBezTo>
                    <a:pt x="366" y="518"/>
                    <a:pt x="365" y="521"/>
                    <a:pt x="365" y="522"/>
                  </a:cubicBezTo>
                  <a:cubicBezTo>
                    <a:pt x="364" y="523"/>
                    <a:pt x="362" y="524"/>
                    <a:pt x="361" y="524"/>
                  </a:cubicBezTo>
                  <a:cubicBezTo>
                    <a:pt x="360" y="525"/>
                    <a:pt x="358" y="524"/>
                    <a:pt x="357" y="524"/>
                  </a:cubicBezTo>
                  <a:cubicBezTo>
                    <a:pt x="356" y="524"/>
                    <a:pt x="354" y="524"/>
                    <a:pt x="353" y="524"/>
                  </a:cubicBezTo>
                  <a:cubicBezTo>
                    <a:pt x="352" y="525"/>
                    <a:pt x="350" y="526"/>
                    <a:pt x="350" y="527"/>
                  </a:cubicBezTo>
                  <a:cubicBezTo>
                    <a:pt x="349" y="527"/>
                    <a:pt x="348" y="530"/>
                    <a:pt x="347" y="531"/>
                  </a:cubicBezTo>
                  <a:cubicBezTo>
                    <a:pt x="346" y="531"/>
                    <a:pt x="342" y="530"/>
                    <a:pt x="340" y="530"/>
                  </a:cubicBezTo>
                  <a:cubicBezTo>
                    <a:pt x="338" y="530"/>
                    <a:pt x="332" y="530"/>
                    <a:pt x="330" y="532"/>
                  </a:cubicBezTo>
                  <a:cubicBezTo>
                    <a:pt x="328" y="532"/>
                    <a:pt x="326" y="534"/>
                    <a:pt x="325" y="536"/>
                  </a:cubicBezTo>
                  <a:cubicBezTo>
                    <a:pt x="324" y="537"/>
                    <a:pt x="324" y="541"/>
                    <a:pt x="324" y="543"/>
                  </a:cubicBezTo>
                  <a:cubicBezTo>
                    <a:pt x="324" y="544"/>
                    <a:pt x="326" y="547"/>
                    <a:pt x="326" y="549"/>
                  </a:cubicBezTo>
                  <a:cubicBezTo>
                    <a:pt x="326" y="550"/>
                    <a:pt x="325" y="552"/>
                    <a:pt x="324" y="553"/>
                  </a:cubicBezTo>
                  <a:cubicBezTo>
                    <a:pt x="324" y="553"/>
                    <a:pt x="322" y="554"/>
                    <a:pt x="322" y="555"/>
                  </a:cubicBezTo>
                  <a:cubicBezTo>
                    <a:pt x="321" y="556"/>
                    <a:pt x="321" y="558"/>
                    <a:pt x="322" y="560"/>
                  </a:cubicBezTo>
                  <a:cubicBezTo>
                    <a:pt x="322" y="561"/>
                    <a:pt x="324" y="563"/>
                    <a:pt x="324" y="564"/>
                  </a:cubicBezTo>
                  <a:cubicBezTo>
                    <a:pt x="324" y="565"/>
                    <a:pt x="323" y="568"/>
                    <a:pt x="323" y="569"/>
                  </a:cubicBezTo>
                  <a:cubicBezTo>
                    <a:pt x="323" y="571"/>
                    <a:pt x="324" y="575"/>
                    <a:pt x="324" y="577"/>
                  </a:cubicBezTo>
                  <a:cubicBezTo>
                    <a:pt x="325" y="578"/>
                    <a:pt x="325" y="580"/>
                    <a:pt x="325" y="581"/>
                  </a:cubicBezTo>
                  <a:cubicBezTo>
                    <a:pt x="325" y="582"/>
                    <a:pt x="323" y="583"/>
                    <a:pt x="323" y="584"/>
                  </a:cubicBezTo>
                  <a:cubicBezTo>
                    <a:pt x="323" y="586"/>
                    <a:pt x="323" y="589"/>
                    <a:pt x="322" y="590"/>
                  </a:cubicBezTo>
                  <a:cubicBezTo>
                    <a:pt x="322" y="591"/>
                    <a:pt x="321" y="593"/>
                    <a:pt x="320" y="594"/>
                  </a:cubicBezTo>
                  <a:cubicBezTo>
                    <a:pt x="319" y="594"/>
                    <a:pt x="317" y="595"/>
                    <a:pt x="316" y="595"/>
                  </a:cubicBezTo>
                  <a:cubicBezTo>
                    <a:pt x="315" y="596"/>
                    <a:pt x="314" y="597"/>
                    <a:pt x="313" y="598"/>
                  </a:cubicBezTo>
                  <a:cubicBezTo>
                    <a:pt x="312" y="599"/>
                    <a:pt x="311" y="601"/>
                    <a:pt x="310" y="601"/>
                  </a:cubicBezTo>
                  <a:cubicBezTo>
                    <a:pt x="309" y="601"/>
                    <a:pt x="306" y="601"/>
                    <a:pt x="304" y="601"/>
                  </a:cubicBezTo>
                  <a:cubicBezTo>
                    <a:pt x="303" y="601"/>
                    <a:pt x="301" y="601"/>
                    <a:pt x="299" y="601"/>
                  </a:cubicBezTo>
                  <a:cubicBezTo>
                    <a:pt x="298" y="600"/>
                    <a:pt x="296" y="599"/>
                    <a:pt x="295" y="599"/>
                  </a:cubicBezTo>
                  <a:cubicBezTo>
                    <a:pt x="295" y="599"/>
                    <a:pt x="293" y="598"/>
                    <a:pt x="293" y="598"/>
                  </a:cubicBezTo>
                  <a:cubicBezTo>
                    <a:pt x="291" y="598"/>
                    <a:pt x="289" y="599"/>
                    <a:pt x="288" y="599"/>
                  </a:cubicBezTo>
                  <a:cubicBezTo>
                    <a:pt x="287" y="600"/>
                    <a:pt x="285" y="600"/>
                    <a:pt x="284" y="601"/>
                  </a:cubicBezTo>
                  <a:cubicBezTo>
                    <a:pt x="283" y="601"/>
                    <a:pt x="282" y="603"/>
                    <a:pt x="281" y="603"/>
                  </a:cubicBezTo>
                  <a:cubicBezTo>
                    <a:pt x="281" y="604"/>
                    <a:pt x="280" y="606"/>
                    <a:pt x="280" y="606"/>
                  </a:cubicBezTo>
                  <a:cubicBezTo>
                    <a:pt x="278" y="607"/>
                    <a:pt x="275" y="607"/>
                    <a:pt x="274" y="607"/>
                  </a:cubicBezTo>
                  <a:cubicBezTo>
                    <a:pt x="273" y="607"/>
                    <a:pt x="271" y="605"/>
                    <a:pt x="270" y="605"/>
                  </a:cubicBezTo>
                  <a:cubicBezTo>
                    <a:pt x="270" y="604"/>
                    <a:pt x="270" y="602"/>
                    <a:pt x="270" y="601"/>
                  </a:cubicBezTo>
                  <a:cubicBezTo>
                    <a:pt x="271" y="600"/>
                    <a:pt x="272" y="599"/>
                    <a:pt x="273" y="598"/>
                  </a:cubicBezTo>
                  <a:cubicBezTo>
                    <a:pt x="274" y="598"/>
                    <a:pt x="276" y="598"/>
                    <a:pt x="277" y="598"/>
                  </a:cubicBezTo>
                  <a:cubicBezTo>
                    <a:pt x="278" y="597"/>
                    <a:pt x="280" y="595"/>
                    <a:pt x="281" y="595"/>
                  </a:cubicBezTo>
                  <a:cubicBezTo>
                    <a:pt x="282" y="595"/>
                    <a:pt x="284" y="595"/>
                    <a:pt x="285" y="595"/>
                  </a:cubicBezTo>
                  <a:cubicBezTo>
                    <a:pt x="286" y="594"/>
                    <a:pt x="288" y="593"/>
                    <a:pt x="288" y="592"/>
                  </a:cubicBezTo>
                  <a:cubicBezTo>
                    <a:pt x="288" y="590"/>
                    <a:pt x="288" y="587"/>
                    <a:pt x="287" y="586"/>
                  </a:cubicBezTo>
                  <a:cubicBezTo>
                    <a:pt x="286" y="585"/>
                    <a:pt x="284" y="584"/>
                    <a:pt x="283" y="583"/>
                  </a:cubicBezTo>
                  <a:cubicBezTo>
                    <a:pt x="282" y="582"/>
                    <a:pt x="282" y="580"/>
                    <a:pt x="281" y="579"/>
                  </a:cubicBezTo>
                  <a:cubicBezTo>
                    <a:pt x="280" y="578"/>
                    <a:pt x="278" y="576"/>
                    <a:pt x="277" y="575"/>
                  </a:cubicBezTo>
                  <a:cubicBezTo>
                    <a:pt x="276" y="575"/>
                    <a:pt x="273" y="575"/>
                    <a:pt x="271" y="575"/>
                  </a:cubicBezTo>
                  <a:cubicBezTo>
                    <a:pt x="269" y="575"/>
                    <a:pt x="265" y="576"/>
                    <a:pt x="263" y="577"/>
                  </a:cubicBezTo>
                  <a:cubicBezTo>
                    <a:pt x="262" y="577"/>
                    <a:pt x="259" y="576"/>
                    <a:pt x="257" y="577"/>
                  </a:cubicBezTo>
                  <a:cubicBezTo>
                    <a:pt x="256" y="578"/>
                    <a:pt x="255" y="581"/>
                    <a:pt x="254" y="583"/>
                  </a:cubicBezTo>
                  <a:cubicBezTo>
                    <a:pt x="253" y="584"/>
                    <a:pt x="250" y="585"/>
                    <a:pt x="249" y="585"/>
                  </a:cubicBezTo>
                  <a:cubicBezTo>
                    <a:pt x="247" y="586"/>
                    <a:pt x="245" y="584"/>
                    <a:pt x="244" y="584"/>
                  </a:cubicBezTo>
                  <a:cubicBezTo>
                    <a:pt x="243" y="585"/>
                    <a:pt x="243" y="586"/>
                    <a:pt x="242" y="587"/>
                  </a:cubicBezTo>
                  <a:cubicBezTo>
                    <a:pt x="242" y="588"/>
                    <a:pt x="240" y="589"/>
                    <a:pt x="239" y="590"/>
                  </a:cubicBezTo>
                  <a:cubicBezTo>
                    <a:pt x="239" y="591"/>
                    <a:pt x="237" y="593"/>
                    <a:pt x="237" y="594"/>
                  </a:cubicBezTo>
                  <a:cubicBezTo>
                    <a:pt x="237" y="595"/>
                    <a:pt x="239" y="596"/>
                    <a:pt x="239" y="597"/>
                  </a:cubicBezTo>
                  <a:cubicBezTo>
                    <a:pt x="239" y="598"/>
                    <a:pt x="238" y="601"/>
                    <a:pt x="238" y="602"/>
                  </a:cubicBezTo>
                  <a:cubicBezTo>
                    <a:pt x="238" y="603"/>
                    <a:pt x="237" y="604"/>
                    <a:pt x="236" y="605"/>
                  </a:cubicBezTo>
                  <a:cubicBezTo>
                    <a:pt x="235" y="606"/>
                    <a:pt x="233" y="607"/>
                    <a:pt x="232" y="608"/>
                  </a:cubicBezTo>
                  <a:cubicBezTo>
                    <a:pt x="230" y="608"/>
                    <a:pt x="229" y="611"/>
                    <a:pt x="228" y="612"/>
                  </a:cubicBezTo>
                  <a:cubicBezTo>
                    <a:pt x="227" y="612"/>
                    <a:pt x="224" y="612"/>
                    <a:pt x="223" y="612"/>
                  </a:cubicBezTo>
                  <a:cubicBezTo>
                    <a:pt x="222" y="612"/>
                    <a:pt x="219" y="612"/>
                    <a:pt x="218" y="612"/>
                  </a:cubicBezTo>
                  <a:cubicBezTo>
                    <a:pt x="217" y="612"/>
                    <a:pt x="214" y="614"/>
                    <a:pt x="212" y="613"/>
                  </a:cubicBezTo>
                  <a:cubicBezTo>
                    <a:pt x="211" y="613"/>
                    <a:pt x="211" y="611"/>
                    <a:pt x="210" y="610"/>
                  </a:cubicBezTo>
                  <a:cubicBezTo>
                    <a:pt x="209" y="610"/>
                    <a:pt x="207" y="610"/>
                    <a:pt x="206" y="610"/>
                  </a:cubicBezTo>
                  <a:cubicBezTo>
                    <a:pt x="205" y="610"/>
                    <a:pt x="203" y="611"/>
                    <a:pt x="202" y="611"/>
                  </a:cubicBezTo>
                  <a:cubicBezTo>
                    <a:pt x="202" y="611"/>
                    <a:pt x="200" y="611"/>
                    <a:pt x="199" y="611"/>
                  </a:cubicBezTo>
                  <a:cubicBezTo>
                    <a:pt x="197" y="611"/>
                    <a:pt x="195" y="609"/>
                    <a:pt x="194" y="609"/>
                  </a:cubicBezTo>
                  <a:cubicBezTo>
                    <a:pt x="192" y="608"/>
                    <a:pt x="190" y="609"/>
                    <a:pt x="188" y="609"/>
                  </a:cubicBezTo>
                  <a:cubicBezTo>
                    <a:pt x="187" y="610"/>
                    <a:pt x="186" y="611"/>
                    <a:pt x="185" y="612"/>
                  </a:cubicBezTo>
                  <a:cubicBezTo>
                    <a:pt x="183" y="612"/>
                    <a:pt x="180" y="612"/>
                    <a:pt x="179" y="612"/>
                  </a:cubicBezTo>
                  <a:cubicBezTo>
                    <a:pt x="177" y="612"/>
                    <a:pt x="173" y="612"/>
                    <a:pt x="171" y="611"/>
                  </a:cubicBezTo>
                  <a:cubicBezTo>
                    <a:pt x="170" y="610"/>
                    <a:pt x="170" y="607"/>
                    <a:pt x="170" y="606"/>
                  </a:cubicBezTo>
                  <a:cubicBezTo>
                    <a:pt x="169" y="605"/>
                    <a:pt x="168" y="603"/>
                    <a:pt x="167" y="602"/>
                  </a:cubicBezTo>
                  <a:cubicBezTo>
                    <a:pt x="167" y="602"/>
                    <a:pt x="165" y="602"/>
                    <a:pt x="164" y="602"/>
                  </a:cubicBezTo>
                  <a:cubicBezTo>
                    <a:pt x="163" y="601"/>
                    <a:pt x="161" y="599"/>
                    <a:pt x="160" y="598"/>
                  </a:cubicBezTo>
                  <a:cubicBezTo>
                    <a:pt x="159" y="597"/>
                    <a:pt x="155" y="595"/>
                    <a:pt x="154" y="594"/>
                  </a:cubicBezTo>
                  <a:cubicBezTo>
                    <a:pt x="152" y="593"/>
                    <a:pt x="150" y="592"/>
                    <a:pt x="149" y="590"/>
                  </a:cubicBezTo>
                  <a:cubicBezTo>
                    <a:pt x="149" y="590"/>
                    <a:pt x="148" y="588"/>
                    <a:pt x="148" y="587"/>
                  </a:cubicBezTo>
                  <a:cubicBezTo>
                    <a:pt x="148" y="586"/>
                    <a:pt x="149" y="584"/>
                    <a:pt x="149" y="583"/>
                  </a:cubicBezTo>
                  <a:cubicBezTo>
                    <a:pt x="149" y="583"/>
                    <a:pt x="148" y="582"/>
                    <a:pt x="148" y="581"/>
                  </a:cubicBezTo>
                  <a:cubicBezTo>
                    <a:pt x="147" y="580"/>
                    <a:pt x="145" y="579"/>
                    <a:pt x="145" y="578"/>
                  </a:cubicBezTo>
                  <a:cubicBezTo>
                    <a:pt x="145" y="578"/>
                    <a:pt x="145" y="576"/>
                    <a:pt x="144" y="575"/>
                  </a:cubicBezTo>
                  <a:cubicBezTo>
                    <a:pt x="143" y="574"/>
                    <a:pt x="139" y="573"/>
                    <a:pt x="137" y="573"/>
                  </a:cubicBezTo>
                  <a:cubicBezTo>
                    <a:pt x="136" y="573"/>
                    <a:pt x="135" y="575"/>
                    <a:pt x="134" y="575"/>
                  </a:cubicBezTo>
                  <a:cubicBezTo>
                    <a:pt x="132" y="576"/>
                    <a:pt x="128" y="575"/>
                    <a:pt x="127" y="576"/>
                  </a:cubicBezTo>
                  <a:cubicBezTo>
                    <a:pt x="126" y="577"/>
                    <a:pt x="126" y="580"/>
                    <a:pt x="125" y="580"/>
                  </a:cubicBezTo>
                  <a:cubicBezTo>
                    <a:pt x="124" y="581"/>
                    <a:pt x="122" y="579"/>
                    <a:pt x="121" y="578"/>
                  </a:cubicBezTo>
                  <a:cubicBezTo>
                    <a:pt x="120" y="577"/>
                    <a:pt x="119" y="575"/>
                    <a:pt x="118" y="574"/>
                  </a:cubicBezTo>
                  <a:cubicBezTo>
                    <a:pt x="118" y="573"/>
                    <a:pt x="116" y="573"/>
                    <a:pt x="116" y="573"/>
                  </a:cubicBezTo>
                  <a:cubicBezTo>
                    <a:pt x="115" y="573"/>
                    <a:pt x="113" y="575"/>
                    <a:pt x="112" y="575"/>
                  </a:cubicBezTo>
                  <a:cubicBezTo>
                    <a:pt x="111" y="574"/>
                    <a:pt x="109" y="573"/>
                    <a:pt x="109" y="572"/>
                  </a:cubicBezTo>
                  <a:cubicBezTo>
                    <a:pt x="109" y="571"/>
                    <a:pt x="109" y="569"/>
                    <a:pt x="109" y="568"/>
                  </a:cubicBezTo>
                  <a:cubicBezTo>
                    <a:pt x="109" y="567"/>
                    <a:pt x="110" y="566"/>
                    <a:pt x="110" y="565"/>
                  </a:cubicBezTo>
                  <a:cubicBezTo>
                    <a:pt x="111" y="563"/>
                    <a:pt x="111" y="560"/>
                    <a:pt x="111" y="559"/>
                  </a:cubicBezTo>
                  <a:cubicBezTo>
                    <a:pt x="110" y="557"/>
                    <a:pt x="108" y="555"/>
                    <a:pt x="107" y="553"/>
                  </a:cubicBezTo>
                  <a:cubicBezTo>
                    <a:pt x="107" y="553"/>
                    <a:pt x="106" y="552"/>
                    <a:pt x="106" y="551"/>
                  </a:cubicBezTo>
                  <a:cubicBezTo>
                    <a:pt x="105" y="550"/>
                    <a:pt x="102" y="550"/>
                    <a:pt x="101" y="550"/>
                  </a:cubicBezTo>
                  <a:cubicBezTo>
                    <a:pt x="100" y="549"/>
                    <a:pt x="98" y="547"/>
                    <a:pt x="97" y="546"/>
                  </a:cubicBezTo>
                  <a:cubicBezTo>
                    <a:pt x="96" y="546"/>
                    <a:pt x="95" y="544"/>
                    <a:pt x="94" y="544"/>
                  </a:cubicBezTo>
                  <a:cubicBezTo>
                    <a:pt x="92" y="543"/>
                    <a:pt x="90" y="543"/>
                    <a:pt x="88" y="543"/>
                  </a:cubicBezTo>
                  <a:cubicBezTo>
                    <a:pt x="87" y="543"/>
                    <a:pt x="84" y="544"/>
                    <a:pt x="83" y="543"/>
                  </a:cubicBezTo>
                  <a:cubicBezTo>
                    <a:pt x="81" y="542"/>
                    <a:pt x="80" y="540"/>
                    <a:pt x="79" y="539"/>
                  </a:cubicBezTo>
                  <a:cubicBezTo>
                    <a:pt x="78" y="539"/>
                    <a:pt x="76" y="537"/>
                    <a:pt x="75" y="536"/>
                  </a:cubicBezTo>
                  <a:cubicBezTo>
                    <a:pt x="75" y="536"/>
                    <a:pt x="73" y="536"/>
                    <a:pt x="73" y="535"/>
                  </a:cubicBezTo>
                  <a:cubicBezTo>
                    <a:pt x="72" y="535"/>
                    <a:pt x="72" y="533"/>
                    <a:pt x="72" y="532"/>
                  </a:cubicBezTo>
                  <a:cubicBezTo>
                    <a:pt x="72" y="531"/>
                    <a:pt x="74" y="530"/>
                    <a:pt x="74" y="529"/>
                  </a:cubicBezTo>
                  <a:cubicBezTo>
                    <a:pt x="75" y="528"/>
                    <a:pt x="76" y="526"/>
                    <a:pt x="76" y="526"/>
                  </a:cubicBezTo>
                  <a:cubicBezTo>
                    <a:pt x="77" y="525"/>
                    <a:pt x="79" y="525"/>
                    <a:pt x="79" y="525"/>
                  </a:cubicBezTo>
                  <a:cubicBezTo>
                    <a:pt x="80" y="525"/>
                    <a:pt x="80" y="523"/>
                    <a:pt x="80" y="522"/>
                  </a:cubicBezTo>
                  <a:cubicBezTo>
                    <a:pt x="79" y="521"/>
                    <a:pt x="77" y="520"/>
                    <a:pt x="76" y="519"/>
                  </a:cubicBezTo>
                  <a:cubicBezTo>
                    <a:pt x="75" y="519"/>
                    <a:pt x="74" y="518"/>
                    <a:pt x="73" y="517"/>
                  </a:cubicBezTo>
                  <a:cubicBezTo>
                    <a:pt x="73" y="517"/>
                    <a:pt x="71" y="516"/>
                    <a:pt x="71" y="515"/>
                  </a:cubicBezTo>
                  <a:cubicBezTo>
                    <a:pt x="69" y="515"/>
                    <a:pt x="67" y="514"/>
                    <a:pt x="65" y="513"/>
                  </a:cubicBezTo>
                  <a:cubicBezTo>
                    <a:pt x="64" y="513"/>
                    <a:pt x="63" y="510"/>
                    <a:pt x="62" y="510"/>
                  </a:cubicBezTo>
                  <a:cubicBezTo>
                    <a:pt x="61" y="508"/>
                    <a:pt x="58" y="506"/>
                    <a:pt x="57" y="505"/>
                  </a:cubicBezTo>
                  <a:cubicBezTo>
                    <a:pt x="56" y="505"/>
                    <a:pt x="56" y="504"/>
                    <a:pt x="55" y="50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6"/>
            <p:cNvSpPr>
              <a:spLocks/>
            </p:cNvSpPr>
            <p:nvPr/>
          </p:nvSpPr>
          <p:spPr bwMode="auto">
            <a:xfrm>
              <a:off x="892176" y="922338"/>
              <a:ext cx="809625" cy="881063"/>
            </a:xfrm>
            <a:custGeom>
              <a:avLst/>
              <a:gdLst/>
              <a:ahLst/>
              <a:cxnLst>
                <a:cxn ang="0">
                  <a:pos x="435" y="129"/>
                </a:cxn>
                <a:cxn ang="0">
                  <a:pos x="424" y="149"/>
                </a:cxn>
                <a:cxn ang="0">
                  <a:pos x="431" y="180"/>
                </a:cxn>
                <a:cxn ang="0">
                  <a:pos x="421" y="213"/>
                </a:cxn>
                <a:cxn ang="0">
                  <a:pos x="441" y="233"/>
                </a:cxn>
                <a:cxn ang="0">
                  <a:pos x="445" y="265"/>
                </a:cxn>
                <a:cxn ang="0">
                  <a:pos x="417" y="300"/>
                </a:cxn>
                <a:cxn ang="0">
                  <a:pos x="392" y="320"/>
                </a:cxn>
                <a:cxn ang="0">
                  <a:pos x="381" y="356"/>
                </a:cxn>
                <a:cxn ang="0">
                  <a:pos x="404" y="385"/>
                </a:cxn>
                <a:cxn ang="0">
                  <a:pos x="396" y="437"/>
                </a:cxn>
                <a:cxn ang="0">
                  <a:pos x="357" y="447"/>
                </a:cxn>
                <a:cxn ang="0">
                  <a:pos x="342" y="482"/>
                </a:cxn>
                <a:cxn ang="0">
                  <a:pos x="288" y="494"/>
                </a:cxn>
                <a:cxn ang="0">
                  <a:pos x="225" y="483"/>
                </a:cxn>
                <a:cxn ang="0">
                  <a:pos x="180" y="462"/>
                </a:cxn>
                <a:cxn ang="0">
                  <a:pos x="161" y="449"/>
                </a:cxn>
                <a:cxn ang="0">
                  <a:pos x="122" y="433"/>
                </a:cxn>
                <a:cxn ang="0">
                  <a:pos x="139" y="384"/>
                </a:cxn>
                <a:cxn ang="0">
                  <a:pos x="86" y="367"/>
                </a:cxn>
                <a:cxn ang="0">
                  <a:pos x="27" y="384"/>
                </a:cxn>
                <a:cxn ang="0">
                  <a:pos x="17" y="334"/>
                </a:cxn>
                <a:cxn ang="0">
                  <a:pos x="53" y="310"/>
                </a:cxn>
                <a:cxn ang="0">
                  <a:pos x="85" y="292"/>
                </a:cxn>
                <a:cxn ang="0">
                  <a:pos x="46" y="306"/>
                </a:cxn>
                <a:cxn ang="0">
                  <a:pos x="49" y="290"/>
                </a:cxn>
                <a:cxn ang="0">
                  <a:pos x="76" y="278"/>
                </a:cxn>
                <a:cxn ang="0">
                  <a:pos x="57" y="271"/>
                </a:cxn>
                <a:cxn ang="0">
                  <a:pos x="52" y="243"/>
                </a:cxn>
                <a:cxn ang="0">
                  <a:pos x="65" y="245"/>
                </a:cxn>
                <a:cxn ang="0">
                  <a:pos x="88" y="216"/>
                </a:cxn>
                <a:cxn ang="0">
                  <a:pos x="67" y="218"/>
                </a:cxn>
                <a:cxn ang="0">
                  <a:pos x="45" y="219"/>
                </a:cxn>
                <a:cxn ang="0">
                  <a:pos x="25" y="215"/>
                </a:cxn>
                <a:cxn ang="0">
                  <a:pos x="64" y="177"/>
                </a:cxn>
                <a:cxn ang="0">
                  <a:pos x="59" y="170"/>
                </a:cxn>
                <a:cxn ang="0">
                  <a:pos x="34" y="159"/>
                </a:cxn>
                <a:cxn ang="0">
                  <a:pos x="38" y="121"/>
                </a:cxn>
                <a:cxn ang="0">
                  <a:pos x="21" y="111"/>
                </a:cxn>
                <a:cxn ang="0">
                  <a:pos x="37" y="87"/>
                </a:cxn>
                <a:cxn ang="0">
                  <a:pos x="57" y="75"/>
                </a:cxn>
                <a:cxn ang="0">
                  <a:pos x="72" y="63"/>
                </a:cxn>
                <a:cxn ang="0">
                  <a:pos x="100" y="57"/>
                </a:cxn>
                <a:cxn ang="0">
                  <a:pos x="125" y="47"/>
                </a:cxn>
                <a:cxn ang="0">
                  <a:pos x="162" y="66"/>
                </a:cxn>
                <a:cxn ang="0">
                  <a:pos x="212" y="60"/>
                </a:cxn>
                <a:cxn ang="0">
                  <a:pos x="237" y="90"/>
                </a:cxn>
                <a:cxn ang="0">
                  <a:pos x="241" y="63"/>
                </a:cxn>
                <a:cxn ang="0">
                  <a:pos x="241" y="48"/>
                </a:cxn>
                <a:cxn ang="0">
                  <a:pos x="231" y="37"/>
                </a:cxn>
                <a:cxn ang="0">
                  <a:pos x="251" y="26"/>
                </a:cxn>
                <a:cxn ang="0">
                  <a:pos x="292" y="10"/>
                </a:cxn>
                <a:cxn ang="0">
                  <a:pos x="340" y="1"/>
                </a:cxn>
                <a:cxn ang="0">
                  <a:pos x="334" y="23"/>
                </a:cxn>
                <a:cxn ang="0">
                  <a:pos x="367" y="8"/>
                </a:cxn>
                <a:cxn ang="0">
                  <a:pos x="371" y="21"/>
                </a:cxn>
                <a:cxn ang="0">
                  <a:pos x="382" y="33"/>
                </a:cxn>
                <a:cxn ang="0">
                  <a:pos x="414" y="52"/>
                </a:cxn>
                <a:cxn ang="0">
                  <a:pos x="452" y="99"/>
                </a:cxn>
              </a:cxnLst>
              <a:rect l="0" t="0" r="r" b="b"/>
              <a:pathLst>
                <a:path w="456" h="496">
                  <a:moveTo>
                    <a:pt x="456" y="99"/>
                  </a:moveTo>
                  <a:cubicBezTo>
                    <a:pt x="456" y="100"/>
                    <a:pt x="456" y="101"/>
                    <a:pt x="456" y="102"/>
                  </a:cubicBezTo>
                  <a:cubicBezTo>
                    <a:pt x="456" y="103"/>
                    <a:pt x="455" y="105"/>
                    <a:pt x="455" y="106"/>
                  </a:cubicBezTo>
                  <a:cubicBezTo>
                    <a:pt x="455" y="107"/>
                    <a:pt x="455" y="110"/>
                    <a:pt x="455" y="111"/>
                  </a:cubicBezTo>
                  <a:cubicBezTo>
                    <a:pt x="455" y="112"/>
                    <a:pt x="455" y="114"/>
                    <a:pt x="454" y="115"/>
                  </a:cubicBezTo>
                  <a:cubicBezTo>
                    <a:pt x="454" y="116"/>
                    <a:pt x="452" y="118"/>
                    <a:pt x="451" y="119"/>
                  </a:cubicBezTo>
                  <a:cubicBezTo>
                    <a:pt x="450" y="120"/>
                    <a:pt x="447" y="120"/>
                    <a:pt x="445" y="121"/>
                  </a:cubicBezTo>
                  <a:cubicBezTo>
                    <a:pt x="444" y="121"/>
                    <a:pt x="442" y="121"/>
                    <a:pt x="441" y="122"/>
                  </a:cubicBezTo>
                  <a:cubicBezTo>
                    <a:pt x="440" y="122"/>
                    <a:pt x="440" y="124"/>
                    <a:pt x="439" y="125"/>
                  </a:cubicBezTo>
                  <a:cubicBezTo>
                    <a:pt x="439" y="126"/>
                    <a:pt x="438" y="128"/>
                    <a:pt x="438" y="128"/>
                  </a:cubicBezTo>
                  <a:cubicBezTo>
                    <a:pt x="437" y="129"/>
                    <a:pt x="435" y="130"/>
                    <a:pt x="435" y="129"/>
                  </a:cubicBezTo>
                  <a:cubicBezTo>
                    <a:pt x="434" y="129"/>
                    <a:pt x="435" y="128"/>
                    <a:pt x="435" y="127"/>
                  </a:cubicBezTo>
                  <a:cubicBezTo>
                    <a:pt x="434" y="126"/>
                    <a:pt x="431" y="127"/>
                    <a:pt x="430" y="126"/>
                  </a:cubicBezTo>
                  <a:cubicBezTo>
                    <a:pt x="430" y="126"/>
                    <a:pt x="430" y="124"/>
                    <a:pt x="430" y="124"/>
                  </a:cubicBezTo>
                  <a:cubicBezTo>
                    <a:pt x="429" y="123"/>
                    <a:pt x="428" y="123"/>
                    <a:pt x="428" y="124"/>
                  </a:cubicBezTo>
                  <a:cubicBezTo>
                    <a:pt x="427" y="124"/>
                    <a:pt x="425" y="125"/>
                    <a:pt x="424" y="125"/>
                  </a:cubicBezTo>
                  <a:cubicBezTo>
                    <a:pt x="424" y="126"/>
                    <a:pt x="424" y="128"/>
                    <a:pt x="424" y="129"/>
                  </a:cubicBezTo>
                  <a:cubicBezTo>
                    <a:pt x="424" y="130"/>
                    <a:pt x="423" y="133"/>
                    <a:pt x="423" y="134"/>
                  </a:cubicBezTo>
                  <a:cubicBezTo>
                    <a:pt x="423" y="135"/>
                    <a:pt x="423" y="137"/>
                    <a:pt x="424" y="138"/>
                  </a:cubicBezTo>
                  <a:cubicBezTo>
                    <a:pt x="424" y="138"/>
                    <a:pt x="426" y="138"/>
                    <a:pt x="427" y="138"/>
                  </a:cubicBezTo>
                  <a:cubicBezTo>
                    <a:pt x="428" y="139"/>
                    <a:pt x="428" y="143"/>
                    <a:pt x="428" y="144"/>
                  </a:cubicBezTo>
                  <a:cubicBezTo>
                    <a:pt x="427" y="146"/>
                    <a:pt x="424" y="147"/>
                    <a:pt x="424" y="149"/>
                  </a:cubicBezTo>
                  <a:cubicBezTo>
                    <a:pt x="424" y="150"/>
                    <a:pt x="425" y="152"/>
                    <a:pt x="426" y="153"/>
                  </a:cubicBezTo>
                  <a:cubicBezTo>
                    <a:pt x="426" y="154"/>
                    <a:pt x="427" y="156"/>
                    <a:pt x="428" y="156"/>
                  </a:cubicBezTo>
                  <a:cubicBezTo>
                    <a:pt x="428" y="157"/>
                    <a:pt x="429" y="159"/>
                    <a:pt x="429" y="159"/>
                  </a:cubicBezTo>
                  <a:cubicBezTo>
                    <a:pt x="430" y="159"/>
                    <a:pt x="431" y="158"/>
                    <a:pt x="431" y="158"/>
                  </a:cubicBezTo>
                  <a:cubicBezTo>
                    <a:pt x="432" y="158"/>
                    <a:pt x="434" y="159"/>
                    <a:pt x="434" y="159"/>
                  </a:cubicBezTo>
                  <a:cubicBezTo>
                    <a:pt x="435" y="159"/>
                    <a:pt x="435" y="160"/>
                    <a:pt x="435" y="161"/>
                  </a:cubicBezTo>
                  <a:cubicBezTo>
                    <a:pt x="435" y="162"/>
                    <a:pt x="434" y="163"/>
                    <a:pt x="433" y="164"/>
                  </a:cubicBezTo>
                  <a:cubicBezTo>
                    <a:pt x="433" y="164"/>
                    <a:pt x="433" y="166"/>
                    <a:pt x="433" y="167"/>
                  </a:cubicBezTo>
                  <a:cubicBezTo>
                    <a:pt x="433" y="168"/>
                    <a:pt x="431" y="168"/>
                    <a:pt x="430" y="169"/>
                  </a:cubicBezTo>
                  <a:cubicBezTo>
                    <a:pt x="430" y="170"/>
                    <a:pt x="429" y="173"/>
                    <a:pt x="429" y="175"/>
                  </a:cubicBezTo>
                  <a:cubicBezTo>
                    <a:pt x="429" y="176"/>
                    <a:pt x="431" y="178"/>
                    <a:pt x="431" y="180"/>
                  </a:cubicBezTo>
                  <a:cubicBezTo>
                    <a:pt x="432" y="181"/>
                    <a:pt x="433" y="183"/>
                    <a:pt x="434" y="183"/>
                  </a:cubicBezTo>
                  <a:cubicBezTo>
                    <a:pt x="434" y="184"/>
                    <a:pt x="437" y="185"/>
                    <a:pt x="438" y="185"/>
                  </a:cubicBezTo>
                  <a:cubicBezTo>
                    <a:pt x="438" y="186"/>
                    <a:pt x="439" y="188"/>
                    <a:pt x="440" y="189"/>
                  </a:cubicBezTo>
                  <a:cubicBezTo>
                    <a:pt x="440" y="190"/>
                    <a:pt x="442" y="191"/>
                    <a:pt x="442" y="192"/>
                  </a:cubicBezTo>
                  <a:cubicBezTo>
                    <a:pt x="442" y="193"/>
                    <a:pt x="441" y="195"/>
                    <a:pt x="441" y="196"/>
                  </a:cubicBezTo>
                  <a:cubicBezTo>
                    <a:pt x="440" y="198"/>
                    <a:pt x="439" y="200"/>
                    <a:pt x="438" y="201"/>
                  </a:cubicBezTo>
                  <a:cubicBezTo>
                    <a:pt x="437" y="201"/>
                    <a:pt x="435" y="202"/>
                    <a:pt x="434" y="202"/>
                  </a:cubicBezTo>
                  <a:cubicBezTo>
                    <a:pt x="433" y="203"/>
                    <a:pt x="433" y="205"/>
                    <a:pt x="432" y="206"/>
                  </a:cubicBezTo>
                  <a:cubicBezTo>
                    <a:pt x="431" y="207"/>
                    <a:pt x="429" y="207"/>
                    <a:pt x="429" y="207"/>
                  </a:cubicBezTo>
                  <a:cubicBezTo>
                    <a:pt x="427" y="208"/>
                    <a:pt x="425" y="210"/>
                    <a:pt x="424" y="210"/>
                  </a:cubicBezTo>
                  <a:cubicBezTo>
                    <a:pt x="423" y="211"/>
                    <a:pt x="421" y="212"/>
                    <a:pt x="421" y="213"/>
                  </a:cubicBezTo>
                  <a:cubicBezTo>
                    <a:pt x="420" y="213"/>
                    <a:pt x="419" y="215"/>
                    <a:pt x="419" y="216"/>
                  </a:cubicBezTo>
                  <a:cubicBezTo>
                    <a:pt x="419" y="218"/>
                    <a:pt x="421" y="219"/>
                    <a:pt x="421" y="221"/>
                  </a:cubicBezTo>
                  <a:cubicBezTo>
                    <a:pt x="421" y="222"/>
                    <a:pt x="419" y="223"/>
                    <a:pt x="419" y="224"/>
                  </a:cubicBezTo>
                  <a:cubicBezTo>
                    <a:pt x="419" y="226"/>
                    <a:pt x="419" y="228"/>
                    <a:pt x="419" y="229"/>
                  </a:cubicBezTo>
                  <a:cubicBezTo>
                    <a:pt x="420" y="230"/>
                    <a:pt x="423" y="232"/>
                    <a:pt x="423" y="233"/>
                  </a:cubicBezTo>
                  <a:cubicBezTo>
                    <a:pt x="424" y="234"/>
                    <a:pt x="424" y="237"/>
                    <a:pt x="425" y="239"/>
                  </a:cubicBezTo>
                  <a:cubicBezTo>
                    <a:pt x="425" y="239"/>
                    <a:pt x="426" y="240"/>
                    <a:pt x="426" y="240"/>
                  </a:cubicBezTo>
                  <a:cubicBezTo>
                    <a:pt x="427" y="240"/>
                    <a:pt x="429" y="239"/>
                    <a:pt x="431" y="239"/>
                  </a:cubicBezTo>
                  <a:cubicBezTo>
                    <a:pt x="432" y="239"/>
                    <a:pt x="435" y="239"/>
                    <a:pt x="436" y="239"/>
                  </a:cubicBezTo>
                  <a:cubicBezTo>
                    <a:pt x="437" y="238"/>
                    <a:pt x="438" y="237"/>
                    <a:pt x="439" y="236"/>
                  </a:cubicBezTo>
                  <a:cubicBezTo>
                    <a:pt x="439" y="236"/>
                    <a:pt x="440" y="234"/>
                    <a:pt x="441" y="233"/>
                  </a:cubicBezTo>
                  <a:cubicBezTo>
                    <a:pt x="441" y="233"/>
                    <a:pt x="443" y="232"/>
                    <a:pt x="444" y="233"/>
                  </a:cubicBezTo>
                  <a:cubicBezTo>
                    <a:pt x="445" y="233"/>
                    <a:pt x="446" y="234"/>
                    <a:pt x="446" y="235"/>
                  </a:cubicBezTo>
                  <a:cubicBezTo>
                    <a:pt x="447" y="235"/>
                    <a:pt x="448" y="237"/>
                    <a:pt x="449" y="238"/>
                  </a:cubicBezTo>
                  <a:cubicBezTo>
                    <a:pt x="449" y="239"/>
                    <a:pt x="449" y="242"/>
                    <a:pt x="448" y="243"/>
                  </a:cubicBezTo>
                  <a:cubicBezTo>
                    <a:pt x="448" y="243"/>
                    <a:pt x="446" y="243"/>
                    <a:pt x="445" y="243"/>
                  </a:cubicBezTo>
                  <a:cubicBezTo>
                    <a:pt x="445" y="244"/>
                    <a:pt x="443" y="245"/>
                    <a:pt x="443" y="246"/>
                  </a:cubicBezTo>
                  <a:cubicBezTo>
                    <a:pt x="443" y="247"/>
                    <a:pt x="444" y="249"/>
                    <a:pt x="445" y="250"/>
                  </a:cubicBezTo>
                  <a:cubicBezTo>
                    <a:pt x="445" y="251"/>
                    <a:pt x="447" y="251"/>
                    <a:pt x="447" y="252"/>
                  </a:cubicBezTo>
                  <a:cubicBezTo>
                    <a:pt x="447" y="253"/>
                    <a:pt x="447" y="255"/>
                    <a:pt x="446" y="256"/>
                  </a:cubicBezTo>
                  <a:cubicBezTo>
                    <a:pt x="446" y="258"/>
                    <a:pt x="444" y="260"/>
                    <a:pt x="444" y="261"/>
                  </a:cubicBezTo>
                  <a:cubicBezTo>
                    <a:pt x="444" y="262"/>
                    <a:pt x="445" y="264"/>
                    <a:pt x="445" y="265"/>
                  </a:cubicBezTo>
                  <a:cubicBezTo>
                    <a:pt x="444" y="265"/>
                    <a:pt x="444" y="266"/>
                    <a:pt x="443" y="266"/>
                  </a:cubicBezTo>
                  <a:cubicBezTo>
                    <a:pt x="442" y="266"/>
                    <a:pt x="441" y="268"/>
                    <a:pt x="441" y="269"/>
                  </a:cubicBezTo>
                  <a:cubicBezTo>
                    <a:pt x="440" y="270"/>
                    <a:pt x="440" y="272"/>
                    <a:pt x="439" y="273"/>
                  </a:cubicBezTo>
                  <a:cubicBezTo>
                    <a:pt x="438" y="273"/>
                    <a:pt x="435" y="272"/>
                    <a:pt x="435" y="272"/>
                  </a:cubicBezTo>
                  <a:cubicBezTo>
                    <a:pt x="434" y="273"/>
                    <a:pt x="433" y="276"/>
                    <a:pt x="433" y="277"/>
                  </a:cubicBezTo>
                  <a:cubicBezTo>
                    <a:pt x="433" y="278"/>
                    <a:pt x="434" y="280"/>
                    <a:pt x="434" y="282"/>
                  </a:cubicBezTo>
                  <a:cubicBezTo>
                    <a:pt x="433" y="283"/>
                    <a:pt x="432" y="285"/>
                    <a:pt x="431" y="287"/>
                  </a:cubicBezTo>
                  <a:cubicBezTo>
                    <a:pt x="431" y="288"/>
                    <a:pt x="429" y="290"/>
                    <a:pt x="428" y="291"/>
                  </a:cubicBezTo>
                  <a:cubicBezTo>
                    <a:pt x="428" y="292"/>
                    <a:pt x="425" y="292"/>
                    <a:pt x="424" y="293"/>
                  </a:cubicBezTo>
                  <a:cubicBezTo>
                    <a:pt x="423" y="294"/>
                    <a:pt x="421" y="296"/>
                    <a:pt x="420" y="297"/>
                  </a:cubicBezTo>
                  <a:cubicBezTo>
                    <a:pt x="419" y="298"/>
                    <a:pt x="418" y="300"/>
                    <a:pt x="417" y="300"/>
                  </a:cubicBezTo>
                  <a:cubicBezTo>
                    <a:pt x="416" y="301"/>
                    <a:pt x="413" y="299"/>
                    <a:pt x="412" y="299"/>
                  </a:cubicBezTo>
                  <a:cubicBezTo>
                    <a:pt x="411" y="299"/>
                    <a:pt x="409" y="298"/>
                    <a:pt x="408" y="299"/>
                  </a:cubicBezTo>
                  <a:cubicBezTo>
                    <a:pt x="407" y="299"/>
                    <a:pt x="406" y="301"/>
                    <a:pt x="405" y="302"/>
                  </a:cubicBezTo>
                  <a:cubicBezTo>
                    <a:pt x="405" y="302"/>
                    <a:pt x="402" y="304"/>
                    <a:pt x="401" y="303"/>
                  </a:cubicBezTo>
                  <a:cubicBezTo>
                    <a:pt x="400" y="303"/>
                    <a:pt x="400" y="301"/>
                    <a:pt x="400" y="300"/>
                  </a:cubicBezTo>
                  <a:cubicBezTo>
                    <a:pt x="399" y="300"/>
                    <a:pt x="397" y="301"/>
                    <a:pt x="396" y="301"/>
                  </a:cubicBezTo>
                  <a:cubicBezTo>
                    <a:pt x="395" y="302"/>
                    <a:pt x="393" y="304"/>
                    <a:pt x="392" y="305"/>
                  </a:cubicBezTo>
                  <a:cubicBezTo>
                    <a:pt x="391" y="306"/>
                    <a:pt x="390" y="308"/>
                    <a:pt x="389" y="309"/>
                  </a:cubicBezTo>
                  <a:cubicBezTo>
                    <a:pt x="389" y="310"/>
                    <a:pt x="388" y="312"/>
                    <a:pt x="389" y="313"/>
                  </a:cubicBezTo>
                  <a:cubicBezTo>
                    <a:pt x="389" y="314"/>
                    <a:pt x="392" y="314"/>
                    <a:pt x="392" y="315"/>
                  </a:cubicBezTo>
                  <a:cubicBezTo>
                    <a:pt x="393" y="316"/>
                    <a:pt x="392" y="318"/>
                    <a:pt x="392" y="320"/>
                  </a:cubicBezTo>
                  <a:cubicBezTo>
                    <a:pt x="392" y="320"/>
                    <a:pt x="391" y="322"/>
                    <a:pt x="390" y="322"/>
                  </a:cubicBezTo>
                  <a:cubicBezTo>
                    <a:pt x="389" y="322"/>
                    <a:pt x="387" y="321"/>
                    <a:pt x="386" y="321"/>
                  </a:cubicBezTo>
                  <a:cubicBezTo>
                    <a:pt x="385" y="321"/>
                    <a:pt x="384" y="322"/>
                    <a:pt x="383" y="323"/>
                  </a:cubicBezTo>
                  <a:cubicBezTo>
                    <a:pt x="382" y="324"/>
                    <a:pt x="382" y="327"/>
                    <a:pt x="382" y="328"/>
                  </a:cubicBezTo>
                  <a:cubicBezTo>
                    <a:pt x="381" y="329"/>
                    <a:pt x="381" y="331"/>
                    <a:pt x="381" y="332"/>
                  </a:cubicBezTo>
                  <a:cubicBezTo>
                    <a:pt x="381" y="333"/>
                    <a:pt x="379" y="336"/>
                    <a:pt x="378" y="337"/>
                  </a:cubicBezTo>
                  <a:cubicBezTo>
                    <a:pt x="377" y="337"/>
                    <a:pt x="375" y="339"/>
                    <a:pt x="374" y="340"/>
                  </a:cubicBezTo>
                  <a:cubicBezTo>
                    <a:pt x="373" y="341"/>
                    <a:pt x="371" y="345"/>
                    <a:pt x="371" y="347"/>
                  </a:cubicBezTo>
                  <a:cubicBezTo>
                    <a:pt x="371" y="348"/>
                    <a:pt x="372" y="350"/>
                    <a:pt x="372" y="351"/>
                  </a:cubicBezTo>
                  <a:cubicBezTo>
                    <a:pt x="373" y="352"/>
                    <a:pt x="376" y="353"/>
                    <a:pt x="377" y="353"/>
                  </a:cubicBezTo>
                  <a:cubicBezTo>
                    <a:pt x="378" y="354"/>
                    <a:pt x="380" y="356"/>
                    <a:pt x="381" y="356"/>
                  </a:cubicBezTo>
                  <a:cubicBezTo>
                    <a:pt x="382" y="357"/>
                    <a:pt x="384" y="358"/>
                    <a:pt x="385" y="358"/>
                  </a:cubicBezTo>
                  <a:cubicBezTo>
                    <a:pt x="386" y="357"/>
                    <a:pt x="387" y="356"/>
                    <a:pt x="388" y="355"/>
                  </a:cubicBezTo>
                  <a:cubicBezTo>
                    <a:pt x="390" y="355"/>
                    <a:pt x="395" y="356"/>
                    <a:pt x="396" y="357"/>
                  </a:cubicBezTo>
                  <a:cubicBezTo>
                    <a:pt x="398" y="357"/>
                    <a:pt x="400" y="359"/>
                    <a:pt x="400" y="360"/>
                  </a:cubicBezTo>
                  <a:cubicBezTo>
                    <a:pt x="401" y="361"/>
                    <a:pt x="403" y="364"/>
                    <a:pt x="404" y="365"/>
                  </a:cubicBezTo>
                  <a:cubicBezTo>
                    <a:pt x="405" y="366"/>
                    <a:pt x="406" y="368"/>
                    <a:pt x="407" y="369"/>
                  </a:cubicBezTo>
                  <a:cubicBezTo>
                    <a:pt x="408" y="369"/>
                    <a:pt x="411" y="368"/>
                    <a:pt x="412" y="369"/>
                  </a:cubicBezTo>
                  <a:cubicBezTo>
                    <a:pt x="413" y="369"/>
                    <a:pt x="413" y="372"/>
                    <a:pt x="413" y="373"/>
                  </a:cubicBezTo>
                  <a:cubicBezTo>
                    <a:pt x="413" y="374"/>
                    <a:pt x="413" y="376"/>
                    <a:pt x="412" y="377"/>
                  </a:cubicBezTo>
                  <a:cubicBezTo>
                    <a:pt x="412" y="379"/>
                    <a:pt x="409" y="381"/>
                    <a:pt x="408" y="382"/>
                  </a:cubicBezTo>
                  <a:cubicBezTo>
                    <a:pt x="407" y="383"/>
                    <a:pt x="405" y="384"/>
                    <a:pt x="404" y="385"/>
                  </a:cubicBezTo>
                  <a:cubicBezTo>
                    <a:pt x="404" y="386"/>
                    <a:pt x="405" y="388"/>
                    <a:pt x="405" y="389"/>
                  </a:cubicBezTo>
                  <a:cubicBezTo>
                    <a:pt x="406" y="391"/>
                    <a:pt x="407" y="393"/>
                    <a:pt x="408" y="394"/>
                  </a:cubicBezTo>
                  <a:cubicBezTo>
                    <a:pt x="409" y="396"/>
                    <a:pt x="413" y="398"/>
                    <a:pt x="414" y="400"/>
                  </a:cubicBezTo>
                  <a:cubicBezTo>
                    <a:pt x="415" y="401"/>
                    <a:pt x="416" y="403"/>
                    <a:pt x="416" y="404"/>
                  </a:cubicBezTo>
                  <a:cubicBezTo>
                    <a:pt x="417" y="406"/>
                    <a:pt x="415" y="409"/>
                    <a:pt x="415" y="411"/>
                  </a:cubicBezTo>
                  <a:cubicBezTo>
                    <a:pt x="414" y="412"/>
                    <a:pt x="415" y="416"/>
                    <a:pt x="414" y="418"/>
                  </a:cubicBezTo>
                  <a:cubicBezTo>
                    <a:pt x="413" y="419"/>
                    <a:pt x="410" y="421"/>
                    <a:pt x="408" y="422"/>
                  </a:cubicBezTo>
                  <a:cubicBezTo>
                    <a:pt x="407" y="423"/>
                    <a:pt x="403" y="424"/>
                    <a:pt x="402" y="426"/>
                  </a:cubicBezTo>
                  <a:cubicBezTo>
                    <a:pt x="401" y="426"/>
                    <a:pt x="399" y="428"/>
                    <a:pt x="398" y="429"/>
                  </a:cubicBezTo>
                  <a:cubicBezTo>
                    <a:pt x="398" y="430"/>
                    <a:pt x="398" y="432"/>
                    <a:pt x="398" y="434"/>
                  </a:cubicBezTo>
                  <a:cubicBezTo>
                    <a:pt x="398" y="435"/>
                    <a:pt x="397" y="437"/>
                    <a:pt x="396" y="437"/>
                  </a:cubicBezTo>
                  <a:cubicBezTo>
                    <a:pt x="395" y="438"/>
                    <a:pt x="394" y="438"/>
                    <a:pt x="393" y="438"/>
                  </a:cubicBezTo>
                  <a:cubicBezTo>
                    <a:pt x="392" y="438"/>
                    <a:pt x="392" y="435"/>
                    <a:pt x="392" y="434"/>
                  </a:cubicBezTo>
                  <a:cubicBezTo>
                    <a:pt x="391" y="433"/>
                    <a:pt x="390" y="431"/>
                    <a:pt x="389" y="430"/>
                  </a:cubicBezTo>
                  <a:cubicBezTo>
                    <a:pt x="389" y="429"/>
                    <a:pt x="387" y="429"/>
                    <a:pt x="386" y="429"/>
                  </a:cubicBezTo>
                  <a:cubicBezTo>
                    <a:pt x="385" y="429"/>
                    <a:pt x="382" y="428"/>
                    <a:pt x="381" y="428"/>
                  </a:cubicBezTo>
                  <a:cubicBezTo>
                    <a:pt x="380" y="429"/>
                    <a:pt x="379" y="433"/>
                    <a:pt x="378" y="434"/>
                  </a:cubicBezTo>
                  <a:cubicBezTo>
                    <a:pt x="377" y="435"/>
                    <a:pt x="374" y="436"/>
                    <a:pt x="373" y="437"/>
                  </a:cubicBezTo>
                  <a:cubicBezTo>
                    <a:pt x="372" y="437"/>
                    <a:pt x="369" y="437"/>
                    <a:pt x="368" y="437"/>
                  </a:cubicBezTo>
                  <a:cubicBezTo>
                    <a:pt x="366" y="438"/>
                    <a:pt x="365" y="440"/>
                    <a:pt x="364" y="441"/>
                  </a:cubicBezTo>
                  <a:cubicBezTo>
                    <a:pt x="363" y="442"/>
                    <a:pt x="362" y="445"/>
                    <a:pt x="361" y="446"/>
                  </a:cubicBezTo>
                  <a:cubicBezTo>
                    <a:pt x="360" y="446"/>
                    <a:pt x="358" y="447"/>
                    <a:pt x="357" y="447"/>
                  </a:cubicBezTo>
                  <a:cubicBezTo>
                    <a:pt x="356" y="448"/>
                    <a:pt x="355" y="449"/>
                    <a:pt x="354" y="449"/>
                  </a:cubicBezTo>
                  <a:cubicBezTo>
                    <a:pt x="353" y="450"/>
                    <a:pt x="351" y="450"/>
                    <a:pt x="350" y="451"/>
                  </a:cubicBezTo>
                  <a:cubicBezTo>
                    <a:pt x="349" y="452"/>
                    <a:pt x="346" y="454"/>
                    <a:pt x="345" y="455"/>
                  </a:cubicBezTo>
                  <a:cubicBezTo>
                    <a:pt x="344" y="456"/>
                    <a:pt x="344" y="458"/>
                    <a:pt x="344" y="459"/>
                  </a:cubicBezTo>
                  <a:cubicBezTo>
                    <a:pt x="344" y="460"/>
                    <a:pt x="344" y="462"/>
                    <a:pt x="345" y="462"/>
                  </a:cubicBezTo>
                  <a:cubicBezTo>
                    <a:pt x="346" y="463"/>
                    <a:pt x="349" y="463"/>
                    <a:pt x="350" y="463"/>
                  </a:cubicBezTo>
                  <a:cubicBezTo>
                    <a:pt x="351" y="464"/>
                    <a:pt x="351" y="466"/>
                    <a:pt x="351" y="467"/>
                  </a:cubicBezTo>
                  <a:cubicBezTo>
                    <a:pt x="351" y="468"/>
                    <a:pt x="351" y="470"/>
                    <a:pt x="350" y="471"/>
                  </a:cubicBezTo>
                  <a:cubicBezTo>
                    <a:pt x="349" y="472"/>
                    <a:pt x="347" y="473"/>
                    <a:pt x="346" y="474"/>
                  </a:cubicBezTo>
                  <a:cubicBezTo>
                    <a:pt x="346" y="474"/>
                    <a:pt x="344" y="475"/>
                    <a:pt x="344" y="476"/>
                  </a:cubicBezTo>
                  <a:cubicBezTo>
                    <a:pt x="343" y="477"/>
                    <a:pt x="343" y="480"/>
                    <a:pt x="342" y="482"/>
                  </a:cubicBezTo>
                  <a:cubicBezTo>
                    <a:pt x="342" y="482"/>
                    <a:pt x="342" y="484"/>
                    <a:pt x="342" y="484"/>
                  </a:cubicBezTo>
                  <a:cubicBezTo>
                    <a:pt x="341" y="485"/>
                    <a:pt x="338" y="486"/>
                    <a:pt x="337" y="486"/>
                  </a:cubicBezTo>
                  <a:cubicBezTo>
                    <a:pt x="335" y="487"/>
                    <a:pt x="332" y="486"/>
                    <a:pt x="330" y="485"/>
                  </a:cubicBezTo>
                  <a:cubicBezTo>
                    <a:pt x="328" y="484"/>
                    <a:pt x="326" y="481"/>
                    <a:pt x="325" y="479"/>
                  </a:cubicBezTo>
                  <a:cubicBezTo>
                    <a:pt x="324" y="477"/>
                    <a:pt x="322" y="472"/>
                    <a:pt x="320" y="470"/>
                  </a:cubicBezTo>
                  <a:cubicBezTo>
                    <a:pt x="319" y="469"/>
                    <a:pt x="316" y="467"/>
                    <a:pt x="314" y="467"/>
                  </a:cubicBezTo>
                  <a:cubicBezTo>
                    <a:pt x="312" y="467"/>
                    <a:pt x="309" y="469"/>
                    <a:pt x="307" y="470"/>
                  </a:cubicBezTo>
                  <a:cubicBezTo>
                    <a:pt x="306" y="471"/>
                    <a:pt x="304" y="475"/>
                    <a:pt x="303" y="477"/>
                  </a:cubicBezTo>
                  <a:cubicBezTo>
                    <a:pt x="302" y="479"/>
                    <a:pt x="301" y="483"/>
                    <a:pt x="301" y="485"/>
                  </a:cubicBezTo>
                  <a:cubicBezTo>
                    <a:pt x="300" y="486"/>
                    <a:pt x="299" y="490"/>
                    <a:pt x="297" y="491"/>
                  </a:cubicBezTo>
                  <a:cubicBezTo>
                    <a:pt x="295" y="493"/>
                    <a:pt x="291" y="494"/>
                    <a:pt x="288" y="494"/>
                  </a:cubicBezTo>
                  <a:cubicBezTo>
                    <a:pt x="286" y="494"/>
                    <a:pt x="280" y="494"/>
                    <a:pt x="277" y="494"/>
                  </a:cubicBezTo>
                  <a:cubicBezTo>
                    <a:pt x="275" y="494"/>
                    <a:pt x="271" y="492"/>
                    <a:pt x="268" y="492"/>
                  </a:cubicBezTo>
                  <a:cubicBezTo>
                    <a:pt x="266" y="492"/>
                    <a:pt x="263" y="493"/>
                    <a:pt x="261" y="494"/>
                  </a:cubicBezTo>
                  <a:cubicBezTo>
                    <a:pt x="259" y="494"/>
                    <a:pt x="256" y="496"/>
                    <a:pt x="255" y="495"/>
                  </a:cubicBezTo>
                  <a:cubicBezTo>
                    <a:pt x="254" y="495"/>
                    <a:pt x="252" y="493"/>
                    <a:pt x="252" y="491"/>
                  </a:cubicBezTo>
                  <a:cubicBezTo>
                    <a:pt x="250" y="489"/>
                    <a:pt x="250" y="484"/>
                    <a:pt x="249" y="482"/>
                  </a:cubicBezTo>
                  <a:cubicBezTo>
                    <a:pt x="248" y="480"/>
                    <a:pt x="246" y="478"/>
                    <a:pt x="245" y="478"/>
                  </a:cubicBezTo>
                  <a:cubicBezTo>
                    <a:pt x="244" y="477"/>
                    <a:pt x="241" y="478"/>
                    <a:pt x="240" y="478"/>
                  </a:cubicBezTo>
                  <a:cubicBezTo>
                    <a:pt x="239" y="479"/>
                    <a:pt x="237" y="481"/>
                    <a:pt x="235" y="482"/>
                  </a:cubicBezTo>
                  <a:cubicBezTo>
                    <a:pt x="234" y="482"/>
                    <a:pt x="231" y="483"/>
                    <a:pt x="230" y="483"/>
                  </a:cubicBezTo>
                  <a:cubicBezTo>
                    <a:pt x="229" y="483"/>
                    <a:pt x="226" y="483"/>
                    <a:pt x="225" y="483"/>
                  </a:cubicBezTo>
                  <a:cubicBezTo>
                    <a:pt x="223" y="482"/>
                    <a:pt x="220" y="480"/>
                    <a:pt x="220" y="479"/>
                  </a:cubicBezTo>
                  <a:cubicBezTo>
                    <a:pt x="220" y="477"/>
                    <a:pt x="223" y="476"/>
                    <a:pt x="224" y="475"/>
                  </a:cubicBezTo>
                  <a:cubicBezTo>
                    <a:pt x="225" y="474"/>
                    <a:pt x="226" y="471"/>
                    <a:pt x="225" y="470"/>
                  </a:cubicBezTo>
                  <a:cubicBezTo>
                    <a:pt x="225" y="469"/>
                    <a:pt x="223" y="468"/>
                    <a:pt x="222" y="467"/>
                  </a:cubicBezTo>
                  <a:cubicBezTo>
                    <a:pt x="221" y="466"/>
                    <a:pt x="220" y="463"/>
                    <a:pt x="218" y="462"/>
                  </a:cubicBezTo>
                  <a:cubicBezTo>
                    <a:pt x="217" y="461"/>
                    <a:pt x="215" y="459"/>
                    <a:pt x="214" y="458"/>
                  </a:cubicBezTo>
                  <a:cubicBezTo>
                    <a:pt x="212" y="457"/>
                    <a:pt x="207" y="456"/>
                    <a:pt x="204" y="456"/>
                  </a:cubicBezTo>
                  <a:cubicBezTo>
                    <a:pt x="202" y="455"/>
                    <a:pt x="197" y="455"/>
                    <a:pt x="194" y="455"/>
                  </a:cubicBezTo>
                  <a:cubicBezTo>
                    <a:pt x="193" y="455"/>
                    <a:pt x="190" y="455"/>
                    <a:pt x="188" y="455"/>
                  </a:cubicBezTo>
                  <a:cubicBezTo>
                    <a:pt x="187" y="456"/>
                    <a:pt x="186" y="459"/>
                    <a:pt x="185" y="460"/>
                  </a:cubicBezTo>
                  <a:cubicBezTo>
                    <a:pt x="184" y="461"/>
                    <a:pt x="182" y="462"/>
                    <a:pt x="180" y="462"/>
                  </a:cubicBezTo>
                  <a:cubicBezTo>
                    <a:pt x="179" y="463"/>
                    <a:pt x="176" y="462"/>
                    <a:pt x="174" y="461"/>
                  </a:cubicBezTo>
                  <a:cubicBezTo>
                    <a:pt x="173" y="460"/>
                    <a:pt x="173" y="457"/>
                    <a:pt x="173" y="455"/>
                  </a:cubicBezTo>
                  <a:cubicBezTo>
                    <a:pt x="173" y="454"/>
                    <a:pt x="175" y="452"/>
                    <a:pt x="176" y="451"/>
                  </a:cubicBezTo>
                  <a:cubicBezTo>
                    <a:pt x="177" y="450"/>
                    <a:pt x="181" y="448"/>
                    <a:pt x="181" y="446"/>
                  </a:cubicBezTo>
                  <a:cubicBezTo>
                    <a:pt x="182" y="445"/>
                    <a:pt x="181" y="442"/>
                    <a:pt x="181" y="441"/>
                  </a:cubicBezTo>
                  <a:cubicBezTo>
                    <a:pt x="180" y="440"/>
                    <a:pt x="179" y="438"/>
                    <a:pt x="178" y="438"/>
                  </a:cubicBezTo>
                  <a:cubicBezTo>
                    <a:pt x="177" y="438"/>
                    <a:pt x="175" y="439"/>
                    <a:pt x="174" y="440"/>
                  </a:cubicBezTo>
                  <a:cubicBezTo>
                    <a:pt x="174" y="440"/>
                    <a:pt x="173" y="442"/>
                    <a:pt x="173" y="443"/>
                  </a:cubicBezTo>
                  <a:cubicBezTo>
                    <a:pt x="172" y="444"/>
                    <a:pt x="170" y="446"/>
                    <a:pt x="169" y="447"/>
                  </a:cubicBezTo>
                  <a:cubicBezTo>
                    <a:pt x="169" y="448"/>
                    <a:pt x="167" y="448"/>
                    <a:pt x="166" y="449"/>
                  </a:cubicBezTo>
                  <a:cubicBezTo>
                    <a:pt x="165" y="449"/>
                    <a:pt x="162" y="448"/>
                    <a:pt x="161" y="449"/>
                  </a:cubicBezTo>
                  <a:cubicBezTo>
                    <a:pt x="160" y="449"/>
                    <a:pt x="158" y="450"/>
                    <a:pt x="157" y="450"/>
                  </a:cubicBezTo>
                  <a:cubicBezTo>
                    <a:pt x="156" y="451"/>
                    <a:pt x="154" y="454"/>
                    <a:pt x="152" y="454"/>
                  </a:cubicBezTo>
                  <a:cubicBezTo>
                    <a:pt x="150" y="455"/>
                    <a:pt x="146" y="455"/>
                    <a:pt x="145" y="455"/>
                  </a:cubicBezTo>
                  <a:cubicBezTo>
                    <a:pt x="143" y="456"/>
                    <a:pt x="140" y="458"/>
                    <a:pt x="139" y="458"/>
                  </a:cubicBezTo>
                  <a:cubicBezTo>
                    <a:pt x="138" y="458"/>
                    <a:pt x="135" y="458"/>
                    <a:pt x="134" y="457"/>
                  </a:cubicBezTo>
                  <a:cubicBezTo>
                    <a:pt x="133" y="457"/>
                    <a:pt x="131" y="455"/>
                    <a:pt x="130" y="455"/>
                  </a:cubicBezTo>
                  <a:cubicBezTo>
                    <a:pt x="129" y="454"/>
                    <a:pt x="126" y="454"/>
                    <a:pt x="125" y="453"/>
                  </a:cubicBezTo>
                  <a:cubicBezTo>
                    <a:pt x="123" y="452"/>
                    <a:pt x="123" y="448"/>
                    <a:pt x="123" y="446"/>
                  </a:cubicBezTo>
                  <a:cubicBezTo>
                    <a:pt x="123" y="445"/>
                    <a:pt x="126" y="442"/>
                    <a:pt x="126" y="441"/>
                  </a:cubicBezTo>
                  <a:cubicBezTo>
                    <a:pt x="127" y="440"/>
                    <a:pt x="127" y="437"/>
                    <a:pt x="127" y="436"/>
                  </a:cubicBezTo>
                  <a:cubicBezTo>
                    <a:pt x="126" y="435"/>
                    <a:pt x="123" y="434"/>
                    <a:pt x="122" y="433"/>
                  </a:cubicBezTo>
                  <a:cubicBezTo>
                    <a:pt x="121" y="431"/>
                    <a:pt x="121" y="428"/>
                    <a:pt x="121" y="427"/>
                  </a:cubicBezTo>
                  <a:cubicBezTo>
                    <a:pt x="121" y="425"/>
                    <a:pt x="123" y="421"/>
                    <a:pt x="125" y="420"/>
                  </a:cubicBezTo>
                  <a:cubicBezTo>
                    <a:pt x="126" y="418"/>
                    <a:pt x="131" y="413"/>
                    <a:pt x="133" y="412"/>
                  </a:cubicBezTo>
                  <a:cubicBezTo>
                    <a:pt x="136" y="411"/>
                    <a:pt x="141" y="410"/>
                    <a:pt x="144" y="409"/>
                  </a:cubicBezTo>
                  <a:cubicBezTo>
                    <a:pt x="146" y="409"/>
                    <a:pt x="150" y="407"/>
                    <a:pt x="152" y="406"/>
                  </a:cubicBezTo>
                  <a:cubicBezTo>
                    <a:pt x="153" y="405"/>
                    <a:pt x="155" y="402"/>
                    <a:pt x="155" y="401"/>
                  </a:cubicBezTo>
                  <a:cubicBezTo>
                    <a:pt x="156" y="399"/>
                    <a:pt x="156" y="396"/>
                    <a:pt x="156" y="394"/>
                  </a:cubicBezTo>
                  <a:cubicBezTo>
                    <a:pt x="156" y="393"/>
                    <a:pt x="154" y="391"/>
                    <a:pt x="153" y="390"/>
                  </a:cubicBezTo>
                  <a:cubicBezTo>
                    <a:pt x="151" y="390"/>
                    <a:pt x="148" y="390"/>
                    <a:pt x="147" y="390"/>
                  </a:cubicBezTo>
                  <a:cubicBezTo>
                    <a:pt x="145" y="390"/>
                    <a:pt x="142" y="391"/>
                    <a:pt x="140" y="390"/>
                  </a:cubicBezTo>
                  <a:cubicBezTo>
                    <a:pt x="139" y="389"/>
                    <a:pt x="139" y="386"/>
                    <a:pt x="139" y="384"/>
                  </a:cubicBezTo>
                  <a:cubicBezTo>
                    <a:pt x="139" y="383"/>
                    <a:pt x="142" y="380"/>
                    <a:pt x="142" y="378"/>
                  </a:cubicBezTo>
                  <a:cubicBezTo>
                    <a:pt x="142" y="377"/>
                    <a:pt x="142" y="374"/>
                    <a:pt x="141" y="373"/>
                  </a:cubicBezTo>
                  <a:cubicBezTo>
                    <a:pt x="140" y="372"/>
                    <a:pt x="138" y="370"/>
                    <a:pt x="136" y="370"/>
                  </a:cubicBezTo>
                  <a:cubicBezTo>
                    <a:pt x="135" y="369"/>
                    <a:pt x="131" y="370"/>
                    <a:pt x="130" y="371"/>
                  </a:cubicBezTo>
                  <a:cubicBezTo>
                    <a:pt x="128" y="371"/>
                    <a:pt x="126" y="373"/>
                    <a:pt x="124" y="373"/>
                  </a:cubicBezTo>
                  <a:cubicBezTo>
                    <a:pt x="123" y="373"/>
                    <a:pt x="121" y="372"/>
                    <a:pt x="120" y="372"/>
                  </a:cubicBezTo>
                  <a:cubicBezTo>
                    <a:pt x="118" y="371"/>
                    <a:pt x="115" y="372"/>
                    <a:pt x="113" y="373"/>
                  </a:cubicBezTo>
                  <a:cubicBezTo>
                    <a:pt x="112" y="373"/>
                    <a:pt x="108" y="375"/>
                    <a:pt x="107" y="375"/>
                  </a:cubicBezTo>
                  <a:cubicBezTo>
                    <a:pt x="105" y="375"/>
                    <a:pt x="101" y="375"/>
                    <a:pt x="99" y="374"/>
                  </a:cubicBezTo>
                  <a:cubicBezTo>
                    <a:pt x="97" y="373"/>
                    <a:pt x="94" y="370"/>
                    <a:pt x="92" y="369"/>
                  </a:cubicBezTo>
                  <a:cubicBezTo>
                    <a:pt x="90" y="368"/>
                    <a:pt x="88" y="367"/>
                    <a:pt x="86" y="367"/>
                  </a:cubicBezTo>
                  <a:cubicBezTo>
                    <a:pt x="85" y="367"/>
                    <a:pt x="82" y="368"/>
                    <a:pt x="81" y="369"/>
                  </a:cubicBezTo>
                  <a:cubicBezTo>
                    <a:pt x="80" y="370"/>
                    <a:pt x="77" y="371"/>
                    <a:pt x="76" y="371"/>
                  </a:cubicBezTo>
                  <a:cubicBezTo>
                    <a:pt x="74" y="372"/>
                    <a:pt x="71" y="371"/>
                    <a:pt x="69" y="370"/>
                  </a:cubicBezTo>
                  <a:cubicBezTo>
                    <a:pt x="67" y="369"/>
                    <a:pt x="64" y="366"/>
                    <a:pt x="62" y="366"/>
                  </a:cubicBezTo>
                  <a:cubicBezTo>
                    <a:pt x="61" y="365"/>
                    <a:pt x="58" y="365"/>
                    <a:pt x="56" y="366"/>
                  </a:cubicBezTo>
                  <a:cubicBezTo>
                    <a:pt x="55" y="366"/>
                    <a:pt x="54" y="369"/>
                    <a:pt x="53" y="370"/>
                  </a:cubicBezTo>
                  <a:cubicBezTo>
                    <a:pt x="53" y="371"/>
                    <a:pt x="51" y="373"/>
                    <a:pt x="50" y="374"/>
                  </a:cubicBezTo>
                  <a:cubicBezTo>
                    <a:pt x="48" y="374"/>
                    <a:pt x="45" y="375"/>
                    <a:pt x="43" y="375"/>
                  </a:cubicBezTo>
                  <a:cubicBezTo>
                    <a:pt x="41" y="376"/>
                    <a:pt x="37" y="375"/>
                    <a:pt x="35" y="376"/>
                  </a:cubicBezTo>
                  <a:cubicBezTo>
                    <a:pt x="34" y="376"/>
                    <a:pt x="32" y="378"/>
                    <a:pt x="31" y="379"/>
                  </a:cubicBezTo>
                  <a:cubicBezTo>
                    <a:pt x="30" y="380"/>
                    <a:pt x="28" y="383"/>
                    <a:pt x="27" y="384"/>
                  </a:cubicBezTo>
                  <a:cubicBezTo>
                    <a:pt x="26" y="385"/>
                    <a:pt x="23" y="387"/>
                    <a:pt x="22" y="388"/>
                  </a:cubicBezTo>
                  <a:cubicBezTo>
                    <a:pt x="20" y="388"/>
                    <a:pt x="17" y="388"/>
                    <a:pt x="16" y="389"/>
                  </a:cubicBezTo>
                  <a:cubicBezTo>
                    <a:pt x="14" y="389"/>
                    <a:pt x="10" y="388"/>
                    <a:pt x="8" y="389"/>
                  </a:cubicBezTo>
                  <a:cubicBezTo>
                    <a:pt x="7" y="389"/>
                    <a:pt x="5" y="389"/>
                    <a:pt x="5" y="389"/>
                  </a:cubicBezTo>
                  <a:cubicBezTo>
                    <a:pt x="4" y="389"/>
                    <a:pt x="2" y="389"/>
                    <a:pt x="1" y="389"/>
                  </a:cubicBezTo>
                  <a:cubicBezTo>
                    <a:pt x="1" y="389"/>
                    <a:pt x="0" y="389"/>
                    <a:pt x="0" y="389"/>
                  </a:cubicBezTo>
                  <a:cubicBezTo>
                    <a:pt x="0" y="387"/>
                    <a:pt x="1" y="384"/>
                    <a:pt x="1" y="382"/>
                  </a:cubicBezTo>
                  <a:cubicBezTo>
                    <a:pt x="2" y="378"/>
                    <a:pt x="5" y="369"/>
                    <a:pt x="6" y="365"/>
                  </a:cubicBezTo>
                  <a:cubicBezTo>
                    <a:pt x="7" y="361"/>
                    <a:pt x="10" y="354"/>
                    <a:pt x="11" y="350"/>
                  </a:cubicBezTo>
                  <a:cubicBezTo>
                    <a:pt x="12" y="348"/>
                    <a:pt x="12" y="343"/>
                    <a:pt x="13" y="340"/>
                  </a:cubicBezTo>
                  <a:cubicBezTo>
                    <a:pt x="14" y="339"/>
                    <a:pt x="16" y="335"/>
                    <a:pt x="17" y="334"/>
                  </a:cubicBezTo>
                  <a:cubicBezTo>
                    <a:pt x="18" y="333"/>
                    <a:pt x="20" y="330"/>
                    <a:pt x="22" y="330"/>
                  </a:cubicBezTo>
                  <a:cubicBezTo>
                    <a:pt x="23" y="329"/>
                    <a:pt x="25" y="329"/>
                    <a:pt x="26" y="330"/>
                  </a:cubicBezTo>
                  <a:cubicBezTo>
                    <a:pt x="27" y="330"/>
                    <a:pt x="27" y="333"/>
                    <a:pt x="28" y="333"/>
                  </a:cubicBezTo>
                  <a:cubicBezTo>
                    <a:pt x="29" y="334"/>
                    <a:pt x="31" y="335"/>
                    <a:pt x="32" y="334"/>
                  </a:cubicBezTo>
                  <a:cubicBezTo>
                    <a:pt x="33" y="334"/>
                    <a:pt x="34" y="333"/>
                    <a:pt x="34" y="332"/>
                  </a:cubicBezTo>
                  <a:cubicBezTo>
                    <a:pt x="34" y="331"/>
                    <a:pt x="32" y="329"/>
                    <a:pt x="32" y="328"/>
                  </a:cubicBezTo>
                  <a:cubicBezTo>
                    <a:pt x="32" y="327"/>
                    <a:pt x="33" y="324"/>
                    <a:pt x="34" y="323"/>
                  </a:cubicBezTo>
                  <a:cubicBezTo>
                    <a:pt x="35" y="322"/>
                    <a:pt x="38" y="322"/>
                    <a:pt x="39" y="321"/>
                  </a:cubicBezTo>
                  <a:cubicBezTo>
                    <a:pt x="41" y="321"/>
                    <a:pt x="42" y="319"/>
                    <a:pt x="44" y="318"/>
                  </a:cubicBezTo>
                  <a:cubicBezTo>
                    <a:pt x="44" y="317"/>
                    <a:pt x="47" y="316"/>
                    <a:pt x="48" y="315"/>
                  </a:cubicBezTo>
                  <a:cubicBezTo>
                    <a:pt x="49" y="314"/>
                    <a:pt x="52" y="311"/>
                    <a:pt x="53" y="310"/>
                  </a:cubicBezTo>
                  <a:cubicBezTo>
                    <a:pt x="54" y="310"/>
                    <a:pt x="57" y="309"/>
                    <a:pt x="58" y="309"/>
                  </a:cubicBezTo>
                  <a:cubicBezTo>
                    <a:pt x="60" y="309"/>
                    <a:pt x="63" y="310"/>
                    <a:pt x="65" y="310"/>
                  </a:cubicBezTo>
                  <a:cubicBezTo>
                    <a:pt x="66" y="310"/>
                    <a:pt x="69" y="310"/>
                    <a:pt x="71" y="309"/>
                  </a:cubicBezTo>
                  <a:cubicBezTo>
                    <a:pt x="72" y="309"/>
                    <a:pt x="73" y="308"/>
                    <a:pt x="74" y="308"/>
                  </a:cubicBezTo>
                  <a:cubicBezTo>
                    <a:pt x="76" y="307"/>
                    <a:pt x="78" y="308"/>
                    <a:pt x="80" y="308"/>
                  </a:cubicBezTo>
                  <a:cubicBezTo>
                    <a:pt x="81" y="308"/>
                    <a:pt x="82" y="307"/>
                    <a:pt x="83" y="307"/>
                  </a:cubicBezTo>
                  <a:cubicBezTo>
                    <a:pt x="83" y="306"/>
                    <a:pt x="84" y="304"/>
                    <a:pt x="85" y="303"/>
                  </a:cubicBezTo>
                  <a:cubicBezTo>
                    <a:pt x="85" y="302"/>
                    <a:pt x="86" y="301"/>
                    <a:pt x="87" y="300"/>
                  </a:cubicBezTo>
                  <a:cubicBezTo>
                    <a:pt x="87" y="299"/>
                    <a:pt x="88" y="297"/>
                    <a:pt x="88" y="296"/>
                  </a:cubicBezTo>
                  <a:cubicBezTo>
                    <a:pt x="89" y="295"/>
                    <a:pt x="88" y="294"/>
                    <a:pt x="87" y="293"/>
                  </a:cubicBezTo>
                  <a:cubicBezTo>
                    <a:pt x="87" y="292"/>
                    <a:pt x="85" y="292"/>
                    <a:pt x="85" y="292"/>
                  </a:cubicBezTo>
                  <a:cubicBezTo>
                    <a:pt x="84" y="292"/>
                    <a:pt x="83" y="293"/>
                    <a:pt x="83" y="293"/>
                  </a:cubicBezTo>
                  <a:cubicBezTo>
                    <a:pt x="82" y="294"/>
                    <a:pt x="81" y="296"/>
                    <a:pt x="81" y="297"/>
                  </a:cubicBezTo>
                  <a:cubicBezTo>
                    <a:pt x="80" y="297"/>
                    <a:pt x="80" y="299"/>
                    <a:pt x="79" y="299"/>
                  </a:cubicBezTo>
                  <a:cubicBezTo>
                    <a:pt x="79" y="300"/>
                    <a:pt x="78" y="300"/>
                    <a:pt x="77" y="301"/>
                  </a:cubicBezTo>
                  <a:cubicBezTo>
                    <a:pt x="76" y="301"/>
                    <a:pt x="74" y="301"/>
                    <a:pt x="73" y="301"/>
                  </a:cubicBezTo>
                  <a:cubicBezTo>
                    <a:pt x="73" y="302"/>
                    <a:pt x="72" y="303"/>
                    <a:pt x="71" y="303"/>
                  </a:cubicBezTo>
                  <a:cubicBezTo>
                    <a:pt x="70" y="304"/>
                    <a:pt x="68" y="304"/>
                    <a:pt x="66" y="304"/>
                  </a:cubicBezTo>
                  <a:cubicBezTo>
                    <a:pt x="65" y="304"/>
                    <a:pt x="64" y="303"/>
                    <a:pt x="63" y="303"/>
                  </a:cubicBezTo>
                  <a:cubicBezTo>
                    <a:pt x="61" y="303"/>
                    <a:pt x="58" y="303"/>
                    <a:pt x="57" y="303"/>
                  </a:cubicBezTo>
                  <a:cubicBezTo>
                    <a:pt x="56" y="304"/>
                    <a:pt x="54" y="305"/>
                    <a:pt x="52" y="306"/>
                  </a:cubicBezTo>
                  <a:cubicBezTo>
                    <a:pt x="51" y="306"/>
                    <a:pt x="47" y="306"/>
                    <a:pt x="46" y="306"/>
                  </a:cubicBezTo>
                  <a:cubicBezTo>
                    <a:pt x="45" y="306"/>
                    <a:pt x="43" y="305"/>
                    <a:pt x="42" y="305"/>
                  </a:cubicBezTo>
                  <a:cubicBezTo>
                    <a:pt x="41" y="305"/>
                    <a:pt x="41" y="303"/>
                    <a:pt x="40" y="302"/>
                  </a:cubicBezTo>
                  <a:cubicBezTo>
                    <a:pt x="39" y="302"/>
                    <a:pt x="37" y="302"/>
                    <a:pt x="36" y="301"/>
                  </a:cubicBezTo>
                  <a:cubicBezTo>
                    <a:pt x="36" y="300"/>
                    <a:pt x="36" y="298"/>
                    <a:pt x="36" y="297"/>
                  </a:cubicBezTo>
                  <a:cubicBezTo>
                    <a:pt x="36" y="296"/>
                    <a:pt x="39" y="294"/>
                    <a:pt x="39" y="293"/>
                  </a:cubicBezTo>
                  <a:cubicBezTo>
                    <a:pt x="39" y="293"/>
                    <a:pt x="39" y="291"/>
                    <a:pt x="40" y="290"/>
                  </a:cubicBezTo>
                  <a:cubicBezTo>
                    <a:pt x="40" y="289"/>
                    <a:pt x="40" y="286"/>
                    <a:pt x="41" y="286"/>
                  </a:cubicBezTo>
                  <a:cubicBezTo>
                    <a:pt x="42" y="286"/>
                    <a:pt x="43" y="287"/>
                    <a:pt x="43" y="287"/>
                  </a:cubicBezTo>
                  <a:cubicBezTo>
                    <a:pt x="43" y="288"/>
                    <a:pt x="43" y="289"/>
                    <a:pt x="44" y="290"/>
                  </a:cubicBezTo>
                  <a:cubicBezTo>
                    <a:pt x="44" y="291"/>
                    <a:pt x="46" y="292"/>
                    <a:pt x="46" y="292"/>
                  </a:cubicBezTo>
                  <a:cubicBezTo>
                    <a:pt x="47" y="292"/>
                    <a:pt x="49" y="291"/>
                    <a:pt x="49" y="290"/>
                  </a:cubicBezTo>
                  <a:cubicBezTo>
                    <a:pt x="49" y="290"/>
                    <a:pt x="48" y="288"/>
                    <a:pt x="48" y="287"/>
                  </a:cubicBezTo>
                  <a:cubicBezTo>
                    <a:pt x="48" y="286"/>
                    <a:pt x="48" y="285"/>
                    <a:pt x="48" y="284"/>
                  </a:cubicBezTo>
                  <a:cubicBezTo>
                    <a:pt x="49" y="284"/>
                    <a:pt x="50" y="283"/>
                    <a:pt x="50" y="283"/>
                  </a:cubicBezTo>
                  <a:cubicBezTo>
                    <a:pt x="51" y="283"/>
                    <a:pt x="53" y="283"/>
                    <a:pt x="54" y="283"/>
                  </a:cubicBezTo>
                  <a:cubicBezTo>
                    <a:pt x="54" y="284"/>
                    <a:pt x="54" y="286"/>
                    <a:pt x="55" y="287"/>
                  </a:cubicBezTo>
                  <a:cubicBezTo>
                    <a:pt x="55" y="287"/>
                    <a:pt x="58" y="287"/>
                    <a:pt x="59" y="287"/>
                  </a:cubicBezTo>
                  <a:cubicBezTo>
                    <a:pt x="60" y="287"/>
                    <a:pt x="61" y="286"/>
                    <a:pt x="62" y="286"/>
                  </a:cubicBezTo>
                  <a:cubicBezTo>
                    <a:pt x="63" y="285"/>
                    <a:pt x="64" y="283"/>
                    <a:pt x="65" y="283"/>
                  </a:cubicBezTo>
                  <a:cubicBezTo>
                    <a:pt x="66" y="282"/>
                    <a:pt x="66" y="280"/>
                    <a:pt x="67" y="280"/>
                  </a:cubicBezTo>
                  <a:cubicBezTo>
                    <a:pt x="68" y="279"/>
                    <a:pt x="70" y="277"/>
                    <a:pt x="72" y="277"/>
                  </a:cubicBezTo>
                  <a:cubicBezTo>
                    <a:pt x="73" y="277"/>
                    <a:pt x="75" y="278"/>
                    <a:pt x="76" y="278"/>
                  </a:cubicBezTo>
                  <a:cubicBezTo>
                    <a:pt x="78" y="278"/>
                    <a:pt x="80" y="277"/>
                    <a:pt x="82" y="277"/>
                  </a:cubicBezTo>
                  <a:cubicBezTo>
                    <a:pt x="82" y="276"/>
                    <a:pt x="83" y="275"/>
                    <a:pt x="84" y="274"/>
                  </a:cubicBezTo>
                  <a:cubicBezTo>
                    <a:pt x="84" y="273"/>
                    <a:pt x="84" y="271"/>
                    <a:pt x="84" y="270"/>
                  </a:cubicBezTo>
                  <a:cubicBezTo>
                    <a:pt x="84" y="270"/>
                    <a:pt x="83" y="269"/>
                    <a:pt x="82" y="268"/>
                  </a:cubicBezTo>
                  <a:cubicBezTo>
                    <a:pt x="81" y="268"/>
                    <a:pt x="80" y="268"/>
                    <a:pt x="79" y="268"/>
                  </a:cubicBezTo>
                  <a:cubicBezTo>
                    <a:pt x="78" y="268"/>
                    <a:pt x="76" y="269"/>
                    <a:pt x="75" y="269"/>
                  </a:cubicBezTo>
                  <a:cubicBezTo>
                    <a:pt x="74" y="269"/>
                    <a:pt x="73" y="271"/>
                    <a:pt x="72" y="271"/>
                  </a:cubicBezTo>
                  <a:cubicBezTo>
                    <a:pt x="71" y="272"/>
                    <a:pt x="69" y="272"/>
                    <a:pt x="68" y="272"/>
                  </a:cubicBezTo>
                  <a:cubicBezTo>
                    <a:pt x="66" y="272"/>
                    <a:pt x="64" y="273"/>
                    <a:pt x="63" y="272"/>
                  </a:cubicBezTo>
                  <a:cubicBezTo>
                    <a:pt x="62" y="272"/>
                    <a:pt x="61" y="271"/>
                    <a:pt x="60" y="270"/>
                  </a:cubicBezTo>
                  <a:cubicBezTo>
                    <a:pt x="59" y="270"/>
                    <a:pt x="58" y="271"/>
                    <a:pt x="57" y="271"/>
                  </a:cubicBezTo>
                  <a:cubicBezTo>
                    <a:pt x="56" y="271"/>
                    <a:pt x="54" y="272"/>
                    <a:pt x="53" y="271"/>
                  </a:cubicBezTo>
                  <a:cubicBezTo>
                    <a:pt x="52" y="271"/>
                    <a:pt x="50" y="269"/>
                    <a:pt x="50" y="269"/>
                  </a:cubicBezTo>
                  <a:cubicBezTo>
                    <a:pt x="49" y="268"/>
                    <a:pt x="49" y="266"/>
                    <a:pt x="49" y="265"/>
                  </a:cubicBezTo>
                  <a:cubicBezTo>
                    <a:pt x="48" y="264"/>
                    <a:pt x="48" y="263"/>
                    <a:pt x="48" y="262"/>
                  </a:cubicBezTo>
                  <a:cubicBezTo>
                    <a:pt x="48" y="261"/>
                    <a:pt x="49" y="259"/>
                    <a:pt x="50" y="257"/>
                  </a:cubicBezTo>
                  <a:cubicBezTo>
                    <a:pt x="50" y="256"/>
                    <a:pt x="50" y="254"/>
                    <a:pt x="49" y="253"/>
                  </a:cubicBezTo>
                  <a:cubicBezTo>
                    <a:pt x="49" y="253"/>
                    <a:pt x="47" y="252"/>
                    <a:pt x="47" y="252"/>
                  </a:cubicBezTo>
                  <a:cubicBezTo>
                    <a:pt x="46" y="251"/>
                    <a:pt x="45" y="249"/>
                    <a:pt x="45" y="248"/>
                  </a:cubicBezTo>
                  <a:cubicBezTo>
                    <a:pt x="45" y="248"/>
                    <a:pt x="46" y="246"/>
                    <a:pt x="46" y="245"/>
                  </a:cubicBezTo>
                  <a:cubicBezTo>
                    <a:pt x="47" y="245"/>
                    <a:pt x="48" y="245"/>
                    <a:pt x="49" y="244"/>
                  </a:cubicBezTo>
                  <a:cubicBezTo>
                    <a:pt x="50" y="244"/>
                    <a:pt x="52" y="243"/>
                    <a:pt x="52" y="243"/>
                  </a:cubicBezTo>
                  <a:cubicBezTo>
                    <a:pt x="53" y="243"/>
                    <a:pt x="55" y="242"/>
                    <a:pt x="56" y="242"/>
                  </a:cubicBezTo>
                  <a:cubicBezTo>
                    <a:pt x="56" y="242"/>
                    <a:pt x="58" y="242"/>
                    <a:pt x="58" y="242"/>
                  </a:cubicBezTo>
                  <a:cubicBezTo>
                    <a:pt x="59" y="243"/>
                    <a:pt x="58" y="244"/>
                    <a:pt x="58" y="245"/>
                  </a:cubicBezTo>
                  <a:cubicBezTo>
                    <a:pt x="58" y="246"/>
                    <a:pt x="57" y="246"/>
                    <a:pt x="56" y="247"/>
                  </a:cubicBezTo>
                  <a:cubicBezTo>
                    <a:pt x="56" y="248"/>
                    <a:pt x="55" y="249"/>
                    <a:pt x="55" y="250"/>
                  </a:cubicBezTo>
                  <a:cubicBezTo>
                    <a:pt x="55" y="251"/>
                    <a:pt x="55" y="252"/>
                    <a:pt x="55" y="253"/>
                  </a:cubicBezTo>
                  <a:cubicBezTo>
                    <a:pt x="55" y="253"/>
                    <a:pt x="57" y="254"/>
                    <a:pt x="58" y="254"/>
                  </a:cubicBezTo>
                  <a:cubicBezTo>
                    <a:pt x="58" y="254"/>
                    <a:pt x="60" y="255"/>
                    <a:pt x="60" y="254"/>
                  </a:cubicBezTo>
                  <a:cubicBezTo>
                    <a:pt x="61" y="254"/>
                    <a:pt x="62" y="252"/>
                    <a:pt x="62" y="251"/>
                  </a:cubicBezTo>
                  <a:cubicBezTo>
                    <a:pt x="63" y="251"/>
                    <a:pt x="63" y="249"/>
                    <a:pt x="63" y="248"/>
                  </a:cubicBezTo>
                  <a:cubicBezTo>
                    <a:pt x="63" y="247"/>
                    <a:pt x="65" y="246"/>
                    <a:pt x="65" y="245"/>
                  </a:cubicBezTo>
                  <a:cubicBezTo>
                    <a:pt x="65" y="244"/>
                    <a:pt x="65" y="242"/>
                    <a:pt x="65" y="241"/>
                  </a:cubicBezTo>
                  <a:cubicBezTo>
                    <a:pt x="65" y="241"/>
                    <a:pt x="65" y="239"/>
                    <a:pt x="65" y="238"/>
                  </a:cubicBezTo>
                  <a:cubicBezTo>
                    <a:pt x="66" y="237"/>
                    <a:pt x="67" y="236"/>
                    <a:pt x="67" y="235"/>
                  </a:cubicBezTo>
                  <a:cubicBezTo>
                    <a:pt x="68" y="234"/>
                    <a:pt x="68" y="232"/>
                    <a:pt x="68" y="232"/>
                  </a:cubicBezTo>
                  <a:cubicBezTo>
                    <a:pt x="69" y="231"/>
                    <a:pt x="70" y="229"/>
                    <a:pt x="71" y="229"/>
                  </a:cubicBezTo>
                  <a:cubicBezTo>
                    <a:pt x="73" y="228"/>
                    <a:pt x="76" y="229"/>
                    <a:pt x="78" y="228"/>
                  </a:cubicBezTo>
                  <a:cubicBezTo>
                    <a:pt x="79" y="228"/>
                    <a:pt x="80" y="226"/>
                    <a:pt x="81" y="225"/>
                  </a:cubicBezTo>
                  <a:cubicBezTo>
                    <a:pt x="81" y="224"/>
                    <a:pt x="81" y="222"/>
                    <a:pt x="82" y="221"/>
                  </a:cubicBezTo>
                  <a:cubicBezTo>
                    <a:pt x="82" y="221"/>
                    <a:pt x="84" y="220"/>
                    <a:pt x="84" y="220"/>
                  </a:cubicBezTo>
                  <a:cubicBezTo>
                    <a:pt x="85" y="219"/>
                    <a:pt x="87" y="219"/>
                    <a:pt x="87" y="219"/>
                  </a:cubicBezTo>
                  <a:cubicBezTo>
                    <a:pt x="88" y="218"/>
                    <a:pt x="88" y="216"/>
                    <a:pt x="88" y="216"/>
                  </a:cubicBezTo>
                  <a:cubicBezTo>
                    <a:pt x="88" y="215"/>
                    <a:pt x="86" y="214"/>
                    <a:pt x="85" y="214"/>
                  </a:cubicBezTo>
                  <a:cubicBezTo>
                    <a:pt x="84" y="213"/>
                    <a:pt x="83" y="213"/>
                    <a:pt x="82" y="213"/>
                  </a:cubicBezTo>
                  <a:cubicBezTo>
                    <a:pt x="81" y="214"/>
                    <a:pt x="80" y="214"/>
                    <a:pt x="79" y="214"/>
                  </a:cubicBezTo>
                  <a:cubicBezTo>
                    <a:pt x="79" y="214"/>
                    <a:pt x="77" y="213"/>
                    <a:pt x="77" y="212"/>
                  </a:cubicBezTo>
                  <a:cubicBezTo>
                    <a:pt x="76" y="212"/>
                    <a:pt x="77" y="209"/>
                    <a:pt x="77" y="208"/>
                  </a:cubicBezTo>
                  <a:cubicBezTo>
                    <a:pt x="77" y="207"/>
                    <a:pt x="76" y="206"/>
                    <a:pt x="75" y="205"/>
                  </a:cubicBezTo>
                  <a:cubicBezTo>
                    <a:pt x="74" y="205"/>
                    <a:pt x="73" y="205"/>
                    <a:pt x="72" y="205"/>
                  </a:cubicBezTo>
                  <a:cubicBezTo>
                    <a:pt x="72" y="206"/>
                    <a:pt x="71" y="208"/>
                    <a:pt x="71" y="209"/>
                  </a:cubicBezTo>
                  <a:cubicBezTo>
                    <a:pt x="71" y="209"/>
                    <a:pt x="71" y="211"/>
                    <a:pt x="71" y="212"/>
                  </a:cubicBezTo>
                  <a:cubicBezTo>
                    <a:pt x="71" y="213"/>
                    <a:pt x="70" y="215"/>
                    <a:pt x="70" y="216"/>
                  </a:cubicBezTo>
                  <a:cubicBezTo>
                    <a:pt x="69" y="216"/>
                    <a:pt x="68" y="218"/>
                    <a:pt x="67" y="218"/>
                  </a:cubicBezTo>
                  <a:cubicBezTo>
                    <a:pt x="66" y="218"/>
                    <a:pt x="64" y="217"/>
                    <a:pt x="63" y="217"/>
                  </a:cubicBezTo>
                  <a:cubicBezTo>
                    <a:pt x="63" y="216"/>
                    <a:pt x="62" y="215"/>
                    <a:pt x="62" y="215"/>
                  </a:cubicBezTo>
                  <a:cubicBezTo>
                    <a:pt x="62" y="214"/>
                    <a:pt x="64" y="213"/>
                    <a:pt x="64" y="212"/>
                  </a:cubicBezTo>
                  <a:cubicBezTo>
                    <a:pt x="64" y="212"/>
                    <a:pt x="64" y="210"/>
                    <a:pt x="64" y="210"/>
                  </a:cubicBezTo>
                  <a:cubicBezTo>
                    <a:pt x="63" y="209"/>
                    <a:pt x="62" y="209"/>
                    <a:pt x="61" y="209"/>
                  </a:cubicBezTo>
                  <a:cubicBezTo>
                    <a:pt x="61" y="210"/>
                    <a:pt x="59" y="210"/>
                    <a:pt x="58" y="211"/>
                  </a:cubicBezTo>
                  <a:cubicBezTo>
                    <a:pt x="58" y="211"/>
                    <a:pt x="57" y="212"/>
                    <a:pt x="56" y="212"/>
                  </a:cubicBezTo>
                  <a:cubicBezTo>
                    <a:pt x="56" y="213"/>
                    <a:pt x="55" y="215"/>
                    <a:pt x="55" y="216"/>
                  </a:cubicBezTo>
                  <a:cubicBezTo>
                    <a:pt x="54" y="217"/>
                    <a:pt x="54" y="218"/>
                    <a:pt x="54" y="219"/>
                  </a:cubicBezTo>
                  <a:cubicBezTo>
                    <a:pt x="53" y="219"/>
                    <a:pt x="51" y="219"/>
                    <a:pt x="50" y="219"/>
                  </a:cubicBezTo>
                  <a:cubicBezTo>
                    <a:pt x="48" y="219"/>
                    <a:pt x="46" y="219"/>
                    <a:pt x="45" y="219"/>
                  </a:cubicBezTo>
                  <a:cubicBezTo>
                    <a:pt x="44" y="220"/>
                    <a:pt x="42" y="221"/>
                    <a:pt x="42" y="221"/>
                  </a:cubicBezTo>
                  <a:cubicBezTo>
                    <a:pt x="41" y="222"/>
                    <a:pt x="41" y="224"/>
                    <a:pt x="40" y="225"/>
                  </a:cubicBezTo>
                  <a:cubicBezTo>
                    <a:pt x="40" y="226"/>
                    <a:pt x="38" y="228"/>
                    <a:pt x="37" y="229"/>
                  </a:cubicBezTo>
                  <a:cubicBezTo>
                    <a:pt x="35" y="229"/>
                    <a:pt x="33" y="230"/>
                    <a:pt x="31" y="230"/>
                  </a:cubicBezTo>
                  <a:cubicBezTo>
                    <a:pt x="30" y="230"/>
                    <a:pt x="28" y="230"/>
                    <a:pt x="28" y="229"/>
                  </a:cubicBezTo>
                  <a:cubicBezTo>
                    <a:pt x="27" y="229"/>
                    <a:pt x="27" y="226"/>
                    <a:pt x="27" y="225"/>
                  </a:cubicBezTo>
                  <a:cubicBezTo>
                    <a:pt x="27" y="224"/>
                    <a:pt x="29" y="223"/>
                    <a:pt x="30" y="223"/>
                  </a:cubicBezTo>
                  <a:cubicBezTo>
                    <a:pt x="30" y="222"/>
                    <a:pt x="31" y="220"/>
                    <a:pt x="31" y="219"/>
                  </a:cubicBezTo>
                  <a:cubicBezTo>
                    <a:pt x="31" y="218"/>
                    <a:pt x="30" y="216"/>
                    <a:pt x="30" y="216"/>
                  </a:cubicBezTo>
                  <a:cubicBezTo>
                    <a:pt x="30" y="215"/>
                    <a:pt x="29" y="215"/>
                    <a:pt x="28" y="215"/>
                  </a:cubicBezTo>
                  <a:cubicBezTo>
                    <a:pt x="27" y="215"/>
                    <a:pt x="26" y="216"/>
                    <a:pt x="25" y="215"/>
                  </a:cubicBezTo>
                  <a:cubicBezTo>
                    <a:pt x="24" y="214"/>
                    <a:pt x="25" y="212"/>
                    <a:pt x="25" y="211"/>
                  </a:cubicBezTo>
                  <a:cubicBezTo>
                    <a:pt x="25" y="210"/>
                    <a:pt x="27" y="209"/>
                    <a:pt x="27" y="208"/>
                  </a:cubicBezTo>
                  <a:cubicBezTo>
                    <a:pt x="28" y="207"/>
                    <a:pt x="32" y="205"/>
                    <a:pt x="33" y="203"/>
                  </a:cubicBezTo>
                  <a:cubicBezTo>
                    <a:pt x="34" y="202"/>
                    <a:pt x="35" y="199"/>
                    <a:pt x="36" y="197"/>
                  </a:cubicBezTo>
                  <a:cubicBezTo>
                    <a:pt x="37" y="196"/>
                    <a:pt x="38" y="195"/>
                    <a:pt x="39" y="194"/>
                  </a:cubicBezTo>
                  <a:cubicBezTo>
                    <a:pt x="40" y="193"/>
                    <a:pt x="41" y="191"/>
                    <a:pt x="42" y="190"/>
                  </a:cubicBezTo>
                  <a:cubicBezTo>
                    <a:pt x="43" y="189"/>
                    <a:pt x="44" y="187"/>
                    <a:pt x="45" y="186"/>
                  </a:cubicBezTo>
                  <a:cubicBezTo>
                    <a:pt x="47" y="184"/>
                    <a:pt x="50" y="181"/>
                    <a:pt x="52" y="180"/>
                  </a:cubicBezTo>
                  <a:cubicBezTo>
                    <a:pt x="53" y="179"/>
                    <a:pt x="56" y="178"/>
                    <a:pt x="57" y="178"/>
                  </a:cubicBezTo>
                  <a:cubicBezTo>
                    <a:pt x="58" y="178"/>
                    <a:pt x="60" y="179"/>
                    <a:pt x="61" y="178"/>
                  </a:cubicBezTo>
                  <a:cubicBezTo>
                    <a:pt x="62" y="178"/>
                    <a:pt x="64" y="177"/>
                    <a:pt x="64" y="177"/>
                  </a:cubicBezTo>
                  <a:cubicBezTo>
                    <a:pt x="65" y="176"/>
                    <a:pt x="66" y="174"/>
                    <a:pt x="67" y="174"/>
                  </a:cubicBezTo>
                  <a:cubicBezTo>
                    <a:pt x="67" y="174"/>
                    <a:pt x="69" y="173"/>
                    <a:pt x="70" y="173"/>
                  </a:cubicBezTo>
                  <a:cubicBezTo>
                    <a:pt x="71" y="173"/>
                    <a:pt x="73" y="173"/>
                    <a:pt x="74" y="173"/>
                  </a:cubicBezTo>
                  <a:cubicBezTo>
                    <a:pt x="74" y="173"/>
                    <a:pt x="76" y="172"/>
                    <a:pt x="76" y="171"/>
                  </a:cubicBezTo>
                  <a:cubicBezTo>
                    <a:pt x="77" y="170"/>
                    <a:pt x="78" y="168"/>
                    <a:pt x="77" y="167"/>
                  </a:cubicBezTo>
                  <a:cubicBezTo>
                    <a:pt x="77" y="166"/>
                    <a:pt x="76" y="165"/>
                    <a:pt x="75" y="165"/>
                  </a:cubicBezTo>
                  <a:cubicBezTo>
                    <a:pt x="74" y="165"/>
                    <a:pt x="72" y="165"/>
                    <a:pt x="72" y="165"/>
                  </a:cubicBezTo>
                  <a:cubicBezTo>
                    <a:pt x="71" y="165"/>
                    <a:pt x="70" y="167"/>
                    <a:pt x="69" y="167"/>
                  </a:cubicBezTo>
                  <a:cubicBezTo>
                    <a:pt x="69" y="168"/>
                    <a:pt x="68" y="169"/>
                    <a:pt x="67" y="170"/>
                  </a:cubicBezTo>
                  <a:cubicBezTo>
                    <a:pt x="67" y="170"/>
                    <a:pt x="65" y="170"/>
                    <a:pt x="64" y="170"/>
                  </a:cubicBezTo>
                  <a:cubicBezTo>
                    <a:pt x="63" y="170"/>
                    <a:pt x="60" y="170"/>
                    <a:pt x="59" y="170"/>
                  </a:cubicBezTo>
                  <a:cubicBezTo>
                    <a:pt x="58" y="170"/>
                    <a:pt x="56" y="169"/>
                    <a:pt x="56" y="168"/>
                  </a:cubicBezTo>
                  <a:cubicBezTo>
                    <a:pt x="55" y="168"/>
                    <a:pt x="55" y="166"/>
                    <a:pt x="55" y="165"/>
                  </a:cubicBezTo>
                  <a:cubicBezTo>
                    <a:pt x="54" y="164"/>
                    <a:pt x="52" y="164"/>
                    <a:pt x="51" y="164"/>
                  </a:cubicBezTo>
                  <a:cubicBezTo>
                    <a:pt x="51" y="164"/>
                    <a:pt x="50" y="165"/>
                    <a:pt x="49" y="165"/>
                  </a:cubicBezTo>
                  <a:cubicBezTo>
                    <a:pt x="49" y="165"/>
                    <a:pt x="48" y="167"/>
                    <a:pt x="48" y="167"/>
                  </a:cubicBezTo>
                  <a:cubicBezTo>
                    <a:pt x="47" y="168"/>
                    <a:pt x="47" y="169"/>
                    <a:pt x="46" y="170"/>
                  </a:cubicBezTo>
                  <a:cubicBezTo>
                    <a:pt x="46" y="171"/>
                    <a:pt x="44" y="172"/>
                    <a:pt x="43" y="172"/>
                  </a:cubicBezTo>
                  <a:cubicBezTo>
                    <a:pt x="42" y="173"/>
                    <a:pt x="40" y="173"/>
                    <a:pt x="39" y="173"/>
                  </a:cubicBezTo>
                  <a:cubicBezTo>
                    <a:pt x="38" y="173"/>
                    <a:pt x="37" y="171"/>
                    <a:pt x="36" y="171"/>
                  </a:cubicBezTo>
                  <a:cubicBezTo>
                    <a:pt x="35" y="169"/>
                    <a:pt x="34" y="167"/>
                    <a:pt x="34" y="165"/>
                  </a:cubicBezTo>
                  <a:cubicBezTo>
                    <a:pt x="34" y="164"/>
                    <a:pt x="33" y="160"/>
                    <a:pt x="34" y="159"/>
                  </a:cubicBezTo>
                  <a:cubicBezTo>
                    <a:pt x="34" y="157"/>
                    <a:pt x="34" y="154"/>
                    <a:pt x="35" y="153"/>
                  </a:cubicBezTo>
                  <a:cubicBezTo>
                    <a:pt x="36" y="152"/>
                    <a:pt x="38" y="153"/>
                    <a:pt x="39" y="153"/>
                  </a:cubicBezTo>
                  <a:cubicBezTo>
                    <a:pt x="40" y="153"/>
                    <a:pt x="41" y="152"/>
                    <a:pt x="41" y="152"/>
                  </a:cubicBezTo>
                  <a:cubicBezTo>
                    <a:pt x="42" y="151"/>
                    <a:pt x="42" y="149"/>
                    <a:pt x="42" y="148"/>
                  </a:cubicBezTo>
                  <a:cubicBezTo>
                    <a:pt x="42" y="147"/>
                    <a:pt x="41" y="145"/>
                    <a:pt x="40" y="144"/>
                  </a:cubicBezTo>
                  <a:cubicBezTo>
                    <a:pt x="40" y="143"/>
                    <a:pt x="39" y="141"/>
                    <a:pt x="39" y="140"/>
                  </a:cubicBezTo>
                  <a:cubicBezTo>
                    <a:pt x="39" y="139"/>
                    <a:pt x="41" y="136"/>
                    <a:pt x="41" y="135"/>
                  </a:cubicBezTo>
                  <a:cubicBezTo>
                    <a:pt x="41" y="134"/>
                    <a:pt x="42" y="131"/>
                    <a:pt x="42" y="129"/>
                  </a:cubicBezTo>
                  <a:cubicBezTo>
                    <a:pt x="43" y="128"/>
                    <a:pt x="43" y="126"/>
                    <a:pt x="43" y="125"/>
                  </a:cubicBezTo>
                  <a:cubicBezTo>
                    <a:pt x="43" y="124"/>
                    <a:pt x="41" y="122"/>
                    <a:pt x="40" y="121"/>
                  </a:cubicBezTo>
                  <a:cubicBezTo>
                    <a:pt x="40" y="121"/>
                    <a:pt x="38" y="121"/>
                    <a:pt x="38" y="121"/>
                  </a:cubicBezTo>
                  <a:cubicBezTo>
                    <a:pt x="37" y="122"/>
                    <a:pt x="37" y="123"/>
                    <a:pt x="36" y="124"/>
                  </a:cubicBezTo>
                  <a:cubicBezTo>
                    <a:pt x="35" y="124"/>
                    <a:pt x="33" y="124"/>
                    <a:pt x="33" y="123"/>
                  </a:cubicBezTo>
                  <a:cubicBezTo>
                    <a:pt x="32" y="123"/>
                    <a:pt x="32" y="121"/>
                    <a:pt x="31" y="121"/>
                  </a:cubicBezTo>
                  <a:cubicBezTo>
                    <a:pt x="30" y="120"/>
                    <a:pt x="27" y="122"/>
                    <a:pt x="26" y="122"/>
                  </a:cubicBezTo>
                  <a:cubicBezTo>
                    <a:pt x="25" y="123"/>
                    <a:pt x="24" y="123"/>
                    <a:pt x="23" y="124"/>
                  </a:cubicBezTo>
                  <a:cubicBezTo>
                    <a:pt x="23" y="125"/>
                    <a:pt x="23" y="128"/>
                    <a:pt x="23" y="129"/>
                  </a:cubicBezTo>
                  <a:cubicBezTo>
                    <a:pt x="22" y="129"/>
                    <a:pt x="21" y="129"/>
                    <a:pt x="21" y="129"/>
                  </a:cubicBezTo>
                  <a:cubicBezTo>
                    <a:pt x="20" y="129"/>
                    <a:pt x="18" y="128"/>
                    <a:pt x="18" y="128"/>
                  </a:cubicBezTo>
                  <a:cubicBezTo>
                    <a:pt x="17" y="127"/>
                    <a:pt x="17" y="124"/>
                    <a:pt x="17" y="122"/>
                  </a:cubicBezTo>
                  <a:cubicBezTo>
                    <a:pt x="18" y="121"/>
                    <a:pt x="18" y="117"/>
                    <a:pt x="18" y="116"/>
                  </a:cubicBezTo>
                  <a:cubicBezTo>
                    <a:pt x="19" y="114"/>
                    <a:pt x="20" y="112"/>
                    <a:pt x="21" y="111"/>
                  </a:cubicBezTo>
                  <a:cubicBezTo>
                    <a:pt x="22" y="110"/>
                    <a:pt x="25" y="108"/>
                    <a:pt x="26" y="106"/>
                  </a:cubicBezTo>
                  <a:cubicBezTo>
                    <a:pt x="27" y="105"/>
                    <a:pt x="31" y="104"/>
                    <a:pt x="31" y="103"/>
                  </a:cubicBezTo>
                  <a:cubicBezTo>
                    <a:pt x="32" y="101"/>
                    <a:pt x="31" y="99"/>
                    <a:pt x="30" y="97"/>
                  </a:cubicBezTo>
                  <a:cubicBezTo>
                    <a:pt x="30" y="97"/>
                    <a:pt x="28" y="96"/>
                    <a:pt x="27" y="95"/>
                  </a:cubicBezTo>
                  <a:cubicBezTo>
                    <a:pt x="27" y="94"/>
                    <a:pt x="27" y="92"/>
                    <a:pt x="27" y="91"/>
                  </a:cubicBezTo>
                  <a:cubicBezTo>
                    <a:pt x="28" y="90"/>
                    <a:pt x="28" y="88"/>
                    <a:pt x="29" y="87"/>
                  </a:cubicBezTo>
                  <a:cubicBezTo>
                    <a:pt x="29" y="86"/>
                    <a:pt x="29" y="85"/>
                    <a:pt x="30" y="85"/>
                  </a:cubicBezTo>
                  <a:cubicBezTo>
                    <a:pt x="30" y="85"/>
                    <a:pt x="32" y="85"/>
                    <a:pt x="32" y="86"/>
                  </a:cubicBezTo>
                  <a:cubicBezTo>
                    <a:pt x="33" y="86"/>
                    <a:pt x="32" y="88"/>
                    <a:pt x="33" y="88"/>
                  </a:cubicBezTo>
                  <a:cubicBezTo>
                    <a:pt x="33" y="89"/>
                    <a:pt x="35" y="89"/>
                    <a:pt x="36" y="89"/>
                  </a:cubicBezTo>
                  <a:cubicBezTo>
                    <a:pt x="36" y="89"/>
                    <a:pt x="37" y="88"/>
                    <a:pt x="37" y="87"/>
                  </a:cubicBezTo>
                  <a:cubicBezTo>
                    <a:pt x="38" y="87"/>
                    <a:pt x="37" y="85"/>
                    <a:pt x="38" y="84"/>
                  </a:cubicBezTo>
                  <a:cubicBezTo>
                    <a:pt x="38" y="83"/>
                    <a:pt x="40" y="82"/>
                    <a:pt x="41" y="81"/>
                  </a:cubicBezTo>
                  <a:cubicBezTo>
                    <a:pt x="42" y="81"/>
                    <a:pt x="43" y="78"/>
                    <a:pt x="44" y="78"/>
                  </a:cubicBezTo>
                  <a:cubicBezTo>
                    <a:pt x="45" y="78"/>
                    <a:pt x="46" y="78"/>
                    <a:pt x="46" y="78"/>
                  </a:cubicBezTo>
                  <a:cubicBezTo>
                    <a:pt x="47" y="78"/>
                    <a:pt x="48" y="79"/>
                    <a:pt x="49" y="79"/>
                  </a:cubicBezTo>
                  <a:cubicBezTo>
                    <a:pt x="50" y="80"/>
                    <a:pt x="50" y="82"/>
                    <a:pt x="51" y="83"/>
                  </a:cubicBezTo>
                  <a:cubicBezTo>
                    <a:pt x="52" y="83"/>
                    <a:pt x="54" y="83"/>
                    <a:pt x="54" y="83"/>
                  </a:cubicBezTo>
                  <a:cubicBezTo>
                    <a:pt x="55" y="83"/>
                    <a:pt x="56" y="81"/>
                    <a:pt x="56" y="80"/>
                  </a:cubicBezTo>
                  <a:cubicBezTo>
                    <a:pt x="57" y="80"/>
                    <a:pt x="59" y="80"/>
                    <a:pt x="60" y="79"/>
                  </a:cubicBezTo>
                  <a:cubicBezTo>
                    <a:pt x="60" y="78"/>
                    <a:pt x="60" y="77"/>
                    <a:pt x="59" y="76"/>
                  </a:cubicBezTo>
                  <a:cubicBezTo>
                    <a:pt x="59" y="76"/>
                    <a:pt x="57" y="75"/>
                    <a:pt x="57" y="75"/>
                  </a:cubicBezTo>
                  <a:cubicBezTo>
                    <a:pt x="56" y="75"/>
                    <a:pt x="55" y="76"/>
                    <a:pt x="55" y="76"/>
                  </a:cubicBezTo>
                  <a:cubicBezTo>
                    <a:pt x="54" y="76"/>
                    <a:pt x="52" y="75"/>
                    <a:pt x="51" y="75"/>
                  </a:cubicBezTo>
                  <a:cubicBezTo>
                    <a:pt x="51" y="74"/>
                    <a:pt x="50" y="73"/>
                    <a:pt x="50" y="72"/>
                  </a:cubicBezTo>
                  <a:cubicBezTo>
                    <a:pt x="50" y="71"/>
                    <a:pt x="50" y="69"/>
                    <a:pt x="50" y="68"/>
                  </a:cubicBezTo>
                  <a:cubicBezTo>
                    <a:pt x="51" y="67"/>
                    <a:pt x="52" y="66"/>
                    <a:pt x="53" y="66"/>
                  </a:cubicBezTo>
                  <a:cubicBezTo>
                    <a:pt x="55" y="65"/>
                    <a:pt x="58" y="66"/>
                    <a:pt x="59" y="65"/>
                  </a:cubicBezTo>
                  <a:cubicBezTo>
                    <a:pt x="59" y="65"/>
                    <a:pt x="59" y="63"/>
                    <a:pt x="60" y="62"/>
                  </a:cubicBezTo>
                  <a:cubicBezTo>
                    <a:pt x="60" y="61"/>
                    <a:pt x="63" y="61"/>
                    <a:pt x="64" y="61"/>
                  </a:cubicBezTo>
                  <a:cubicBezTo>
                    <a:pt x="65" y="60"/>
                    <a:pt x="67" y="60"/>
                    <a:pt x="67" y="61"/>
                  </a:cubicBezTo>
                  <a:cubicBezTo>
                    <a:pt x="68" y="61"/>
                    <a:pt x="70" y="61"/>
                    <a:pt x="71" y="61"/>
                  </a:cubicBezTo>
                  <a:cubicBezTo>
                    <a:pt x="71" y="62"/>
                    <a:pt x="72" y="63"/>
                    <a:pt x="72" y="63"/>
                  </a:cubicBezTo>
                  <a:cubicBezTo>
                    <a:pt x="73" y="64"/>
                    <a:pt x="74" y="66"/>
                    <a:pt x="75" y="67"/>
                  </a:cubicBezTo>
                  <a:cubicBezTo>
                    <a:pt x="76" y="68"/>
                    <a:pt x="80" y="68"/>
                    <a:pt x="81" y="68"/>
                  </a:cubicBezTo>
                  <a:cubicBezTo>
                    <a:pt x="82" y="68"/>
                    <a:pt x="83" y="68"/>
                    <a:pt x="84" y="68"/>
                  </a:cubicBezTo>
                  <a:cubicBezTo>
                    <a:pt x="85" y="67"/>
                    <a:pt x="87" y="65"/>
                    <a:pt x="88" y="64"/>
                  </a:cubicBezTo>
                  <a:cubicBezTo>
                    <a:pt x="89" y="64"/>
                    <a:pt x="91" y="63"/>
                    <a:pt x="92" y="63"/>
                  </a:cubicBezTo>
                  <a:cubicBezTo>
                    <a:pt x="93" y="63"/>
                    <a:pt x="95" y="64"/>
                    <a:pt x="96" y="64"/>
                  </a:cubicBezTo>
                  <a:cubicBezTo>
                    <a:pt x="97" y="65"/>
                    <a:pt x="99" y="65"/>
                    <a:pt x="100" y="64"/>
                  </a:cubicBezTo>
                  <a:cubicBezTo>
                    <a:pt x="101" y="64"/>
                    <a:pt x="103" y="63"/>
                    <a:pt x="103" y="63"/>
                  </a:cubicBezTo>
                  <a:cubicBezTo>
                    <a:pt x="104" y="62"/>
                    <a:pt x="104" y="60"/>
                    <a:pt x="104" y="59"/>
                  </a:cubicBezTo>
                  <a:cubicBezTo>
                    <a:pt x="104" y="58"/>
                    <a:pt x="103" y="57"/>
                    <a:pt x="103" y="57"/>
                  </a:cubicBezTo>
                  <a:cubicBezTo>
                    <a:pt x="102" y="56"/>
                    <a:pt x="101" y="57"/>
                    <a:pt x="100" y="57"/>
                  </a:cubicBezTo>
                  <a:cubicBezTo>
                    <a:pt x="99" y="56"/>
                    <a:pt x="98" y="54"/>
                    <a:pt x="98" y="54"/>
                  </a:cubicBezTo>
                  <a:cubicBezTo>
                    <a:pt x="98" y="53"/>
                    <a:pt x="99" y="52"/>
                    <a:pt x="99" y="51"/>
                  </a:cubicBezTo>
                  <a:cubicBezTo>
                    <a:pt x="100" y="51"/>
                    <a:pt x="102" y="50"/>
                    <a:pt x="103" y="50"/>
                  </a:cubicBezTo>
                  <a:cubicBezTo>
                    <a:pt x="103" y="50"/>
                    <a:pt x="105" y="50"/>
                    <a:pt x="106" y="50"/>
                  </a:cubicBezTo>
                  <a:cubicBezTo>
                    <a:pt x="106" y="50"/>
                    <a:pt x="107" y="51"/>
                    <a:pt x="108" y="51"/>
                  </a:cubicBezTo>
                  <a:cubicBezTo>
                    <a:pt x="109" y="51"/>
                    <a:pt x="110" y="52"/>
                    <a:pt x="110" y="53"/>
                  </a:cubicBezTo>
                  <a:cubicBezTo>
                    <a:pt x="111" y="53"/>
                    <a:pt x="113" y="53"/>
                    <a:pt x="114" y="53"/>
                  </a:cubicBezTo>
                  <a:cubicBezTo>
                    <a:pt x="115" y="53"/>
                    <a:pt x="116" y="52"/>
                    <a:pt x="117" y="51"/>
                  </a:cubicBezTo>
                  <a:cubicBezTo>
                    <a:pt x="117" y="50"/>
                    <a:pt x="118" y="48"/>
                    <a:pt x="118" y="48"/>
                  </a:cubicBezTo>
                  <a:cubicBezTo>
                    <a:pt x="119" y="47"/>
                    <a:pt x="121" y="46"/>
                    <a:pt x="122" y="46"/>
                  </a:cubicBezTo>
                  <a:cubicBezTo>
                    <a:pt x="123" y="46"/>
                    <a:pt x="125" y="47"/>
                    <a:pt x="125" y="47"/>
                  </a:cubicBezTo>
                  <a:cubicBezTo>
                    <a:pt x="126" y="47"/>
                    <a:pt x="128" y="47"/>
                    <a:pt x="129" y="47"/>
                  </a:cubicBezTo>
                  <a:cubicBezTo>
                    <a:pt x="130" y="46"/>
                    <a:pt x="130" y="44"/>
                    <a:pt x="131" y="44"/>
                  </a:cubicBezTo>
                  <a:cubicBezTo>
                    <a:pt x="131" y="44"/>
                    <a:pt x="132" y="44"/>
                    <a:pt x="133" y="44"/>
                  </a:cubicBezTo>
                  <a:cubicBezTo>
                    <a:pt x="133" y="44"/>
                    <a:pt x="134" y="46"/>
                    <a:pt x="135" y="47"/>
                  </a:cubicBezTo>
                  <a:cubicBezTo>
                    <a:pt x="135" y="48"/>
                    <a:pt x="135" y="50"/>
                    <a:pt x="135" y="51"/>
                  </a:cubicBezTo>
                  <a:cubicBezTo>
                    <a:pt x="136" y="52"/>
                    <a:pt x="138" y="53"/>
                    <a:pt x="138" y="54"/>
                  </a:cubicBezTo>
                  <a:cubicBezTo>
                    <a:pt x="139" y="55"/>
                    <a:pt x="140" y="57"/>
                    <a:pt x="141" y="58"/>
                  </a:cubicBezTo>
                  <a:cubicBezTo>
                    <a:pt x="141" y="59"/>
                    <a:pt x="142" y="61"/>
                    <a:pt x="143" y="62"/>
                  </a:cubicBezTo>
                  <a:cubicBezTo>
                    <a:pt x="144" y="62"/>
                    <a:pt x="146" y="63"/>
                    <a:pt x="147" y="64"/>
                  </a:cubicBezTo>
                  <a:cubicBezTo>
                    <a:pt x="149" y="64"/>
                    <a:pt x="151" y="65"/>
                    <a:pt x="152" y="65"/>
                  </a:cubicBezTo>
                  <a:cubicBezTo>
                    <a:pt x="155" y="66"/>
                    <a:pt x="159" y="66"/>
                    <a:pt x="162" y="66"/>
                  </a:cubicBezTo>
                  <a:cubicBezTo>
                    <a:pt x="163" y="65"/>
                    <a:pt x="166" y="64"/>
                    <a:pt x="168" y="64"/>
                  </a:cubicBezTo>
                  <a:cubicBezTo>
                    <a:pt x="169" y="64"/>
                    <a:pt x="171" y="65"/>
                    <a:pt x="172" y="65"/>
                  </a:cubicBezTo>
                  <a:cubicBezTo>
                    <a:pt x="173" y="66"/>
                    <a:pt x="176" y="67"/>
                    <a:pt x="177" y="68"/>
                  </a:cubicBezTo>
                  <a:cubicBezTo>
                    <a:pt x="178" y="68"/>
                    <a:pt x="181" y="68"/>
                    <a:pt x="182" y="68"/>
                  </a:cubicBezTo>
                  <a:cubicBezTo>
                    <a:pt x="183" y="68"/>
                    <a:pt x="185" y="68"/>
                    <a:pt x="185" y="67"/>
                  </a:cubicBezTo>
                  <a:cubicBezTo>
                    <a:pt x="186" y="67"/>
                    <a:pt x="188" y="66"/>
                    <a:pt x="189" y="65"/>
                  </a:cubicBezTo>
                  <a:cubicBezTo>
                    <a:pt x="190" y="65"/>
                    <a:pt x="192" y="64"/>
                    <a:pt x="193" y="64"/>
                  </a:cubicBezTo>
                  <a:cubicBezTo>
                    <a:pt x="194" y="64"/>
                    <a:pt x="197" y="64"/>
                    <a:pt x="199" y="63"/>
                  </a:cubicBezTo>
                  <a:cubicBezTo>
                    <a:pt x="199" y="63"/>
                    <a:pt x="201" y="62"/>
                    <a:pt x="201" y="61"/>
                  </a:cubicBezTo>
                  <a:cubicBezTo>
                    <a:pt x="203" y="61"/>
                    <a:pt x="205" y="61"/>
                    <a:pt x="207" y="61"/>
                  </a:cubicBezTo>
                  <a:cubicBezTo>
                    <a:pt x="208" y="60"/>
                    <a:pt x="210" y="60"/>
                    <a:pt x="212" y="60"/>
                  </a:cubicBezTo>
                  <a:cubicBezTo>
                    <a:pt x="213" y="60"/>
                    <a:pt x="217" y="61"/>
                    <a:pt x="219" y="61"/>
                  </a:cubicBezTo>
                  <a:cubicBezTo>
                    <a:pt x="220" y="61"/>
                    <a:pt x="223" y="61"/>
                    <a:pt x="224" y="61"/>
                  </a:cubicBezTo>
                  <a:cubicBezTo>
                    <a:pt x="225" y="61"/>
                    <a:pt x="227" y="61"/>
                    <a:pt x="228" y="62"/>
                  </a:cubicBezTo>
                  <a:cubicBezTo>
                    <a:pt x="228" y="63"/>
                    <a:pt x="229" y="64"/>
                    <a:pt x="229" y="65"/>
                  </a:cubicBezTo>
                  <a:cubicBezTo>
                    <a:pt x="230" y="66"/>
                    <a:pt x="230" y="67"/>
                    <a:pt x="230" y="68"/>
                  </a:cubicBezTo>
                  <a:cubicBezTo>
                    <a:pt x="230" y="68"/>
                    <a:pt x="232" y="69"/>
                    <a:pt x="232" y="69"/>
                  </a:cubicBezTo>
                  <a:cubicBezTo>
                    <a:pt x="233" y="70"/>
                    <a:pt x="234" y="72"/>
                    <a:pt x="235" y="73"/>
                  </a:cubicBezTo>
                  <a:cubicBezTo>
                    <a:pt x="235" y="74"/>
                    <a:pt x="236" y="76"/>
                    <a:pt x="236" y="78"/>
                  </a:cubicBezTo>
                  <a:cubicBezTo>
                    <a:pt x="236" y="79"/>
                    <a:pt x="235" y="81"/>
                    <a:pt x="235" y="82"/>
                  </a:cubicBezTo>
                  <a:cubicBezTo>
                    <a:pt x="235" y="83"/>
                    <a:pt x="235" y="85"/>
                    <a:pt x="235" y="86"/>
                  </a:cubicBezTo>
                  <a:cubicBezTo>
                    <a:pt x="236" y="87"/>
                    <a:pt x="236" y="89"/>
                    <a:pt x="237" y="90"/>
                  </a:cubicBezTo>
                  <a:cubicBezTo>
                    <a:pt x="238" y="90"/>
                    <a:pt x="239" y="88"/>
                    <a:pt x="240" y="87"/>
                  </a:cubicBezTo>
                  <a:cubicBezTo>
                    <a:pt x="241" y="86"/>
                    <a:pt x="241" y="84"/>
                    <a:pt x="241" y="82"/>
                  </a:cubicBezTo>
                  <a:cubicBezTo>
                    <a:pt x="242" y="81"/>
                    <a:pt x="241" y="79"/>
                    <a:pt x="241" y="78"/>
                  </a:cubicBezTo>
                  <a:cubicBezTo>
                    <a:pt x="241" y="77"/>
                    <a:pt x="241" y="75"/>
                    <a:pt x="242" y="74"/>
                  </a:cubicBezTo>
                  <a:cubicBezTo>
                    <a:pt x="242" y="73"/>
                    <a:pt x="244" y="71"/>
                    <a:pt x="244" y="71"/>
                  </a:cubicBezTo>
                  <a:cubicBezTo>
                    <a:pt x="245" y="70"/>
                    <a:pt x="246" y="69"/>
                    <a:pt x="247" y="69"/>
                  </a:cubicBezTo>
                  <a:cubicBezTo>
                    <a:pt x="249" y="69"/>
                    <a:pt x="252" y="70"/>
                    <a:pt x="253" y="69"/>
                  </a:cubicBezTo>
                  <a:cubicBezTo>
                    <a:pt x="254" y="68"/>
                    <a:pt x="252" y="67"/>
                    <a:pt x="252" y="66"/>
                  </a:cubicBezTo>
                  <a:cubicBezTo>
                    <a:pt x="251" y="65"/>
                    <a:pt x="249" y="65"/>
                    <a:pt x="248" y="64"/>
                  </a:cubicBezTo>
                  <a:cubicBezTo>
                    <a:pt x="247" y="63"/>
                    <a:pt x="245" y="62"/>
                    <a:pt x="244" y="62"/>
                  </a:cubicBezTo>
                  <a:cubicBezTo>
                    <a:pt x="243" y="62"/>
                    <a:pt x="242" y="63"/>
                    <a:pt x="241" y="63"/>
                  </a:cubicBezTo>
                  <a:cubicBezTo>
                    <a:pt x="240" y="63"/>
                    <a:pt x="239" y="62"/>
                    <a:pt x="238" y="62"/>
                  </a:cubicBezTo>
                  <a:cubicBezTo>
                    <a:pt x="237" y="61"/>
                    <a:pt x="235" y="60"/>
                    <a:pt x="235" y="60"/>
                  </a:cubicBezTo>
                  <a:cubicBezTo>
                    <a:pt x="234" y="59"/>
                    <a:pt x="231" y="57"/>
                    <a:pt x="231" y="56"/>
                  </a:cubicBezTo>
                  <a:cubicBezTo>
                    <a:pt x="231" y="55"/>
                    <a:pt x="233" y="54"/>
                    <a:pt x="233" y="54"/>
                  </a:cubicBezTo>
                  <a:cubicBezTo>
                    <a:pt x="234" y="54"/>
                    <a:pt x="236" y="54"/>
                    <a:pt x="237" y="54"/>
                  </a:cubicBezTo>
                  <a:cubicBezTo>
                    <a:pt x="238" y="54"/>
                    <a:pt x="240" y="54"/>
                    <a:pt x="241" y="54"/>
                  </a:cubicBezTo>
                  <a:cubicBezTo>
                    <a:pt x="242" y="54"/>
                    <a:pt x="245" y="55"/>
                    <a:pt x="246" y="54"/>
                  </a:cubicBezTo>
                  <a:cubicBezTo>
                    <a:pt x="246" y="54"/>
                    <a:pt x="248" y="54"/>
                    <a:pt x="248" y="54"/>
                  </a:cubicBezTo>
                  <a:cubicBezTo>
                    <a:pt x="249" y="53"/>
                    <a:pt x="248" y="51"/>
                    <a:pt x="247" y="51"/>
                  </a:cubicBezTo>
                  <a:cubicBezTo>
                    <a:pt x="247" y="50"/>
                    <a:pt x="246" y="49"/>
                    <a:pt x="245" y="49"/>
                  </a:cubicBezTo>
                  <a:cubicBezTo>
                    <a:pt x="244" y="48"/>
                    <a:pt x="242" y="48"/>
                    <a:pt x="241" y="48"/>
                  </a:cubicBezTo>
                  <a:cubicBezTo>
                    <a:pt x="240" y="48"/>
                    <a:pt x="239" y="50"/>
                    <a:pt x="238" y="50"/>
                  </a:cubicBezTo>
                  <a:cubicBezTo>
                    <a:pt x="237" y="50"/>
                    <a:pt x="236" y="49"/>
                    <a:pt x="235" y="49"/>
                  </a:cubicBezTo>
                  <a:cubicBezTo>
                    <a:pt x="234" y="49"/>
                    <a:pt x="232" y="49"/>
                    <a:pt x="231" y="49"/>
                  </a:cubicBezTo>
                  <a:cubicBezTo>
                    <a:pt x="230" y="49"/>
                    <a:pt x="228" y="49"/>
                    <a:pt x="228" y="49"/>
                  </a:cubicBezTo>
                  <a:cubicBezTo>
                    <a:pt x="227" y="49"/>
                    <a:pt x="227" y="48"/>
                    <a:pt x="227" y="48"/>
                  </a:cubicBezTo>
                  <a:cubicBezTo>
                    <a:pt x="226" y="47"/>
                    <a:pt x="226" y="46"/>
                    <a:pt x="226" y="46"/>
                  </a:cubicBezTo>
                  <a:cubicBezTo>
                    <a:pt x="227" y="45"/>
                    <a:pt x="228" y="44"/>
                    <a:pt x="229" y="43"/>
                  </a:cubicBezTo>
                  <a:cubicBezTo>
                    <a:pt x="229" y="43"/>
                    <a:pt x="231" y="44"/>
                    <a:pt x="232" y="43"/>
                  </a:cubicBezTo>
                  <a:cubicBezTo>
                    <a:pt x="232" y="43"/>
                    <a:pt x="233" y="42"/>
                    <a:pt x="234" y="42"/>
                  </a:cubicBezTo>
                  <a:cubicBezTo>
                    <a:pt x="234" y="41"/>
                    <a:pt x="233" y="40"/>
                    <a:pt x="233" y="39"/>
                  </a:cubicBezTo>
                  <a:cubicBezTo>
                    <a:pt x="233" y="38"/>
                    <a:pt x="232" y="38"/>
                    <a:pt x="231" y="37"/>
                  </a:cubicBezTo>
                  <a:cubicBezTo>
                    <a:pt x="231" y="36"/>
                    <a:pt x="231" y="35"/>
                    <a:pt x="231" y="34"/>
                  </a:cubicBezTo>
                  <a:cubicBezTo>
                    <a:pt x="232" y="34"/>
                    <a:pt x="233" y="34"/>
                    <a:pt x="233" y="34"/>
                  </a:cubicBezTo>
                  <a:cubicBezTo>
                    <a:pt x="234" y="34"/>
                    <a:pt x="237" y="34"/>
                    <a:pt x="237" y="34"/>
                  </a:cubicBezTo>
                  <a:cubicBezTo>
                    <a:pt x="238" y="33"/>
                    <a:pt x="238" y="32"/>
                    <a:pt x="238" y="31"/>
                  </a:cubicBezTo>
                  <a:cubicBezTo>
                    <a:pt x="238" y="30"/>
                    <a:pt x="237" y="29"/>
                    <a:pt x="237" y="28"/>
                  </a:cubicBezTo>
                  <a:cubicBezTo>
                    <a:pt x="237" y="27"/>
                    <a:pt x="237" y="26"/>
                    <a:pt x="238" y="25"/>
                  </a:cubicBezTo>
                  <a:cubicBezTo>
                    <a:pt x="238" y="24"/>
                    <a:pt x="239" y="24"/>
                    <a:pt x="240" y="24"/>
                  </a:cubicBezTo>
                  <a:cubicBezTo>
                    <a:pt x="240" y="24"/>
                    <a:pt x="242" y="24"/>
                    <a:pt x="243" y="24"/>
                  </a:cubicBezTo>
                  <a:cubicBezTo>
                    <a:pt x="244" y="25"/>
                    <a:pt x="245" y="27"/>
                    <a:pt x="246" y="27"/>
                  </a:cubicBezTo>
                  <a:cubicBezTo>
                    <a:pt x="246" y="28"/>
                    <a:pt x="247" y="29"/>
                    <a:pt x="248" y="29"/>
                  </a:cubicBezTo>
                  <a:cubicBezTo>
                    <a:pt x="249" y="29"/>
                    <a:pt x="250" y="27"/>
                    <a:pt x="251" y="26"/>
                  </a:cubicBezTo>
                  <a:cubicBezTo>
                    <a:pt x="252" y="26"/>
                    <a:pt x="254" y="27"/>
                    <a:pt x="255" y="27"/>
                  </a:cubicBezTo>
                  <a:cubicBezTo>
                    <a:pt x="256" y="27"/>
                    <a:pt x="257" y="26"/>
                    <a:pt x="258" y="25"/>
                  </a:cubicBezTo>
                  <a:cubicBezTo>
                    <a:pt x="258" y="25"/>
                    <a:pt x="260" y="23"/>
                    <a:pt x="261" y="23"/>
                  </a:cubicBezTo>
                  <a:cubicBezTo>
                    <a:pt x="261" y="22"/>
                    <a:pt x="263" y="22"/>
                    <a:pt x="264" y="22"/>
                  </a:cubicBezTo>
                  <a:cubicBezTo>
                    <a:pt x="265" y="22"/>
                    <a:pt x="267" y="20"/>
                    <a:pt x="269" y="20"/>
                  </a:cubicBezTo>
                  <a:cubicBezTo>
                    <a:pt x="270" y="20"/>
                    <a:pt x="272" y="20"/>
                    <a:pt x="273" y="20"/>
                  </a:cubicBezTo>
                  <a:cubicBezTo>
                    <a:pt x="275" y="19"/>
                    <a:pt x="277" y="18"/>
                    <a:pt x="278" y="17"/>
                  </a:cubicBezTo>
                  <a:cubicBezTo>
                    <a:pt x="279" y="17"/>
                    <a:pt x="282" y="15"/>
                    <a:pt x="283" y="15"/>
                  </a:cubicBezTo>
                  <a:cubicBezTo>
                    <a:pt x="285" y="15"/>
                    <a:pt x="288" y="16"/>
                    <a:pt x="289" y="16"/>
                  </a:cubicBezTo>
                  <a:cubicBezTo>
                    <a:pt x="290" y="16"/>
                    <a:pt x="293" y="15"/>
                    <a:pt x="293" y="14"/>
                  </a:cubicBezTo>
                  <a:cubicBezTo>
                    <a:pt x="293" y="13"/>
                    <a:pt x="292" y="11"/>
                    <a:pt x="292" y="10"/>
                  </a:cubicBezTo>
                  <a:cubicBezTo>
                    <a:pt x="292" y="9"/>
                    <a:pt x="294" y="7"/>
                    <a:pt x="295" y="6"/>
                  </a:cubicBezTo>
                  <a:cubicBezTo>
                    <a:pt x="295" y="6"/>
                    <a:pt x="297" y="6"/>
                    <a:pt x="298" y="6"/>
                  </a:cubicBezTo>
                  <a:cubicBezTo>
                    <a:pt x="299" y="6"/>
                    <a:pt x="301" y="6"/>
                    <a:pt x="302" y="7"/>
                  </a:cubicBezTo>
                  <a:cubicBezTo>
                    <a:pt x="302" y="7"/>
                    <a:pt x="303" y="9"/>
                    <a:pt x="304" y="9"/>
                  </a:cubicBezTo>
                  <a:cubicBezTo>
                    <a:pt x="305" y="10"/>
                    <a:pt x="308" y="10"/>
                    <a:pt x="310" y="9"/>
                  </a:cubicBezTo>
                  <a:cubicBezTo>
                    <a:pt x="310" y="9"/>
                    <a:pt x="312" y="7"/>
                    <a:pt x="313" y="7"/>
                  </a:cubicBezTo>
                  <a:cubicBezTo>
                    <a:pt x="313" y="6"/>
                    <a:pt x="315" y="5"/>
                    <a:pt x="315" y="5"/>
                  </a:cubicBezTo>
                  <a:cubicBezTo>
                    <a:pt x="317" y="4"/>
                    <a:pt x="321" y="3"/>
                    <a:pt x="323" y="2"/>
                  </a:cubicBezTo>
                  <a:cubicBezTo>
                    <a:pt x="325" y="2"/>
                    <a:pt x="328" y="1"/>
                    <a:pt x="329" y="1"/>
                  </a:cubicBezTo>
                  <a:cubicBezTo>
                    <a:pt x="331" y="0"/>
                    <a:pt x="334" y="1"/>
                    <a:pt x="335" y="1"/>
                  </a:cubicBezTo>
                  <a:cubicBezTo>
                    <a:pt x="336" y="1"/>
                    <a:pt x="339" y="1"/>
                    <a:pt x="340" y="1"/>
                  </a:cubicBezTo>
                  <a:cubicBezTo>
                    <a:pt x="340" y="2"/>
                    <a:pt x="340" y="4"/>
                    <a:pt x="340" y="5"/>
                  </a:cubicBezTo>
                  <a:cubicBezTo>
                    <a:pt x="339" y="5"/>
                    <a:pt x="338" y="5"/>
                    <a:pt x="337" y="5"/>
                  </a:cubicBezTo>
                  <a:cubicBezTo>
                    <a:pt x="336" y="6"/>
                    <a:pt x="335" y="7"/>
                    <a:pt x="335" y="8"/>
                  </a:cubicBezTo>
                  <a:cubicBezTo>
                    <a:pt x="334" y="8"/>
                    <a:pt x="334" y="10"/>
                    <a:pt x="334" y="11"/>
                  </a:cubicBezTo>
                  <a:cubicBezTo>
                    <a:pt x="334" y="12"/>
                    <a:pt x="334" y="14"/>
                    <a:pt x="334" y="14"/>
                  </a:cubicBezTo>
                  <a:cubicBezTo>
                    <a:pt x="333" y="15"/>
                    <a:pt x="332" y="15"/>
                    <a:pt x="331" y="15"/>
                  </a:cubicBezTo>
                  <a:cubicBezTo>
                    <a:pt x="331" y="15"/>
                    <a:pt x="329" y="16"/>
                    <a:pt x="329" y="16"/>
                  </a:cubicBezTo>
                  <a:cubicBezTo>
                    <a:pt x="329" y="17"/>
                    <a:pt x="328" y="18"/>
                    <a:pt x="328" y="19"/>
                  </a:cubicBezTo>
                  <a:cubicBezTo>
                    <a:pt x="328" y="20"/>
                    <a:pt x="328" y="21"/>
                    <a:pt x="328" y="22"/>
                  </a:cubicBezTo>
                  <a:cubicBezTo>
                    <a:pt x="328" y="23"/>
                    <a:pt x="329" y="24"/>
                    <a:pt x="330" y="24"/>
                  </a:cubicBezTo>
                  <a:cubicBezTo>
                    <a:pt x="331" y="24"/>
                    <a:pt x="333" y="24"/>
                    <a:pt x="334" y="23"/>
                  </a:cubicBezTo>
                  <a:cubicBezTo>
                    <a:pt x="335" y="22"/>
                    <a:pt x="336" y="20"/>
                    <a:pt x="337" y="19"/>
                  </a:cubicBezTo>
                  <a:cubicBezTo>
                    <a:pt x="338" y="19"/>
                    <a:pt x="340" y="18"/>
                    <a:pt x="341" y="17"/>
                  </a:cubicBezTo>
                  <a:cubicBezTo>
                    <a:pt x="341" y="16"/>
                    <a:pt x="340" y="14"/>
                    <a:pt x="340" y="14"/>
                  </a:cubicBezTo>
                  <a:cubicBezTo>
                    <a:pt x="341" y="13"/>
                    <a:pt x="342" y="12"/>
                    <a:pt x="343" y="12"/>
                  </a:cubicBezTo>
                  <a:cubicBezTo>
                    <a:pt x="344" y="12"/>
                    <a:pt x="346" y="14"/>
                    <a:pt x="347" y="14"/>
                  </a:cubicBezTo>
                  <a:cubicBezTo>
                    <a:pt x="347" y="15"/>
                    <a:pt x="349" y="15"/>
                    <a:pt x="350" y="15"/>
                  </a:cubicBezTo>
                  <a:cubicBezTo>
                    <a:pt x="351" y="14"/>
                    <a:pt x="354" y="13"/>
                    <a:pt x="355" y="13"/>
                  </a:cubicBezTo>
                  <a:cubicBezTo>
                    <a:pt x="356" y="13"/>
                    <a:pt x="358" y="13"/>
                    <a:pt x="359" y="13"/>
                  </a:cubicBezTo>
                  <a:cubicBezTo>
                    <a:pt x="360" y="12"/>
                    <a:pt x="361" y="12"/>
                    <a:pt x="362" y="11"/>
                  </a:cubicBezTo>
                  <a:cubicBezTo>
                    <a:pt x="363" y="10"/>
                    <a:pt x="363" y="9"/>
                    <a:pt x="364" y="8"/>
                  </a:cubicBezTo>
                  <a:cubicBezTo>
                    <a:pt x="365" y="8"/>
                    <a:pt x="366" y="7"/>
                    <a:pt x="367" y="8"/>
                  </a:cubicBezTo>
                  <a:cubicBezTo>
                    <a:pt x="368" y="8"/>
                    <a:pt x="368" y="10"/>
                    <a:pt x="368" y="10"/>
                  </a:cubicBezTo>
                  <a:cubicBezTo>
                    <a:pt x="369" y="11"/>
                    <a:pt x="369" y="13"/>
                    <a:pt x="369" y="14"/>
                  </a:cubicBezTo>
                  <a:cubicBezTo>
                    <a:pt x="369" y="15"/>
                    <a:pt x="367" y="15"/>
                    <a:pt x="367" y="16"/>
                  </a:cubicBezTo>
                  <a:cubicBezTo>
                    <a:pt x="366" y="16"/>
                    <a:pt x="364" y="18"/>
                    <a:pt x="363" y="18"/>
                  </a:cubicBezTo>
                  <a:cubicBezTo>
                    <a:pt x="363" y="18"/>
                    <a:pt x="361" y="18"/>
                    <a:pt x="360" y="18"/>
                  </a:cubicBezTo>
                  <a:cubicBezTo>
                    <a:pt x="360" y="19"/>
                    <a:pt x="359" y="20"/>
                    <a:pt x="358" y="20"/>
                  </a:cubicBezTo>
                  <a:cubicBezTo>
                    <a:pt x="358" y="21"/>
                    <a:pt x="358" y="22"/>
                    <a:pt x="358" y="22"/>
                  </a:cubicBezTo>
                  <a:cubicBezTo>
                    <a:pt x="359" y="23"/>
                    <a:pt x="361" y="23"/>
                    <a:pt x="361" y="23"/>
                  </a:cubicBezTo>
                  <a:cubicBezTo>
                    <a:pt x="362" y="23"/>
                    <a:pt x="364" y="22"/>
                    <a:pt x="365" y="21"/>
                  </a:cubicBezTo>
                  <a:cubicBezTo>
                    <a:pt x="365" y="21"/>
                    <a:pt x="367" y="20"/>
                    <a:pt x="368" y="20"/>
                  </a:cubicBezTo>
                  <a:cubicBezTo>
                    <a:pt x="369" y="20"/>
                    <a:pt x="371" y="20"/>
                    <a:pt x="371" y="21"/>
                  </a:cubicBezTo>
                  <a:cubicBezTo>
                    <a:pt x="372" y="21"/>
                    <a:pt x="372" y="23"/>
                    <a:pt x="372" y="23"/>
                  </a:cubicBezTo>
                  <a:cubicBezTo>
                    <a:pt x="372" y="24"/>
                    <a:pt x="372" y="25"/>
                    <a:pt x="373" y="26"/>
                  </a:cubicBezTo>
                  <a:cubicBezTo>
                    <a:pt x="373" y="27"/>
                    <a:pt x="373" y="30"/>
                    <a:pt x="373" y="31"/>
                  </a:cubicBezTo>
                  <a:cubicBezTo>
                    <a:pt x="373" y="32"/>
                    <a:pt x="371" y="32"/>
                    <a:pt x="370" y="33"/>
                  </a:cubicBezTo>
                  <a:cubicBezTo>
                    <a:pt x="370" y="34"/>
                    <a:pt x="370" y="36"/>
                    <a:pt x="370" y="37"/>
                  </a:cubicBezTo>
                  <a:cubicBezTo>
                    <a:pt x="370" y="38"/>
                    <a:pt x="371" y="40"/>
                    <a:pt x="372" y="41"/>
                  </a:cubicBezTo>
                  <a:cubicBezTo>
                    <a:pt x="372" y="41"/>
                    <a:pt x="373" y="41"/>
                    <a:pt x="374" y="41"/>
                  </a:cubicBezTo>
                  <a:cubicBezTo>
                    <a:pt x="374" y="41"/>
                    <a:pt x="375" y="39"/>
                    <a:pt x="376" y="39"/>
                  </a:cubicBezTo>
                  <a:cubicBezTo>
                    <a:pt x="376" y="38"/>
                    <a:pt x="375" y="37"/>
                    <a:pt x="375" y="36"/>
                  </a:cubicBezTo>
                  <a:cubicBezTo>
                    <a:pt x="375" y="35"/>
                    <a:pt x="376" y="34"/>
                    <a:pt x="377" y="34"/>
                  </a:cubicBezTo>
                  <a:cubicBezTo>
                    <a:pt x="378" y="33"/>
                    <a:pt x="381" y="34"/>
                    <a:pt x="382" y="33"/>
                  </a:cubicBezTo>
                  <a:cubicBezTo>
                    <a:pt x="383" y="33"/>
                    <a:pt x="383" y="31"/>
                    <a:pt x="384" y="31"/>
                  </a:cubicBezTo>
                  <a:cubicBezTo>
                    <a:pt x="385" y="30"/>
                    <a:pt x="387" y="30"/>
                    <a:pt x="387" y="30"/>
                  </a:cubicBezTo>
                  <a:cubicBezTo>
                    <a:pt x="388" y="30"/>
                    <a:pt x="390" y="30"/>
                    <a:pt x="391" y="30"/>
                  </a:cubicBezTo>
                  <a:cubicBezTo>
                    <a:pt x="392" y="30"/>
                    <a:pt x="392" y="32"/>
                    <a:pt x="392" y="33"/>
                  </a:cubicBezTo>
                  <a:cubicBezTo>
                    <a:pt x="393" y="33"/>
                    <a:pt x="395" y="33"/>
                    <a:pt x="396" y="33"/>
                  </a:cubicBezTo>
                  <a:cubicBezTo>
                    <a:pt x="397" y="34"/>
                    <a:pt x="398" y="36"/>
                    <a:pt x="399" y="37"/>
                  </a:cubicBezTo>
                  <a:cubicBezTo>
                    <a:pt x="399" y="38"/>
                    <a:pt x="398" y="40"/>
                    <a:pt x="399" y="41"/>
                  </a:cubicBezTo>
                  <a:cubicBezTo>
                    <a:pt x="399" y="42"/>
                    <a:pt x="400" y="44"/>
                    <a:pt x="401" y="44"/>
                  </a:cubicBezTo>
                  <a:cubicBezTo>
                    <a:pt x="402" y="46"/>
                    <a:pt x="405" y="47"/>
                    <a:pt x="407" y="48"/>
                  </a:cubicBezTo>
                  <a:cubicBezTo>
                    <a:pt x="408" y="48"/>
                    <a:pt x="410" y="48"/>
                    <a:pt x="411" y="48"/>
                  </a:cubicBezTo>
                  <a:cubicBezTo>
                    <a:pt x="413" y="49"/>
                    <a:pt x="414" y="51"/>
                    <a:pt x="414" y="52"/>
                  </a:cubicBezTo>
                  <a:cubicBezTo>
                    <a:pt x="415" y="54"/>
                    <a:pt x="415" y="56"/>
                    <a:pt x="415" y="58"/>
                  </a:cubicBezTo>
                  <a:cubicBezTo>
                    <a:pt x="415" y="59"/>
                    <a:pt x="415" y="62"/>
                    <a:pt x="415" y="63"/>
                  </a:cubicBezTo>
                  <a:cubicBezTo>
                    <a:pt x="415" y="64"/>
                    <a:pt x="415" y="67"/>
                    <a:pt x="416" y="68"/>
                  </a:cubicBezTo>
                  <a:cubicBezTo>
                    <a:pt x="416" y="70"/>
                    <a:pt x="416" y="72"/>
                    <a:pt x="417" y="73"/>
                  </a:cubicBezTo>
                  <a:cubicBezTo>
                    <a:pt x="417" y="76"/>
                    <a:pt x="420" y="80"/>
                    <a:pt x="421" y="82"/>
                  </a:cubicBezTo>
                  <a:cubicBezTo>
                    <a:pt x="422" y="83"/>
                    <a:pt x="425" y="85"/>
                    <a:pt x="426" y="86"/>
                  </a:cubicBezTo>
                  <a:cubicBezTo>
                    <a:pt x="427" y="87"/>
                    <a:pt x="429" y="87"/>
                    <a:pt x="431" y="88"/>
                  </a:cubicBezTo>
                  <a:cubicBezTo>
                    <a:pt x="432" y="89"/>
                    <a:pt x="433" y="90"/>
                    <a:pt x="434" y="91"/>
                  </a:cubicBezTo>
                  <a:cubicBezTo>
                    <a:pt x="436" y="92"/>
                    <a:pt x="439" y="92"/>
                    <a:pt x="440" y="93"/>
                  </a:cubicBezTo>
                  <a:cubicBezTo>
                    <a:pt x="442" y="94"/>
                    <a:pt x="445" y="95"/>
                    <a:pt x="447" y="95"/>
                  </a:cubicBezTo>
                  <a:cubicBezTo>
                    <a:pt x="449" y="96"/>
                    <a:pt x="451" y="98"/>
                    <a:pt x="452" y="99"/>
                  </a:cubicBezTo>
                  <a:cubicBezTo>
                    <a:pt x="453" y="99"/>
                    <a:pt x="455" y="99"/>
                    <a:pt x="456" y="9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17"/>
            <p:cNvSpPr>
              <a:spLocks/>
            </p:cNvSpPr>
            <p:nvPr/>
          </p:nvSpPr>
          <p:spPr bwMode="auto">
            <a:xfrm>
              <a:off x="1636713" y="1098550"/>
              <a:ext cx="825500" cy="384175"/>
            </a:xfrm>
            <a:custGeom>
              <a:avLst/>
              <a:gdLst/>
              <a:ahLst/>
              <a:cxnLst>
                <a:cxn ang="0">
                  <a:pos x="457" y="184"/>
                </a:cxn>
                <a:cxn ang="0">
                  <a:pos x="442" y="194"/>
                </a:cxn>
                <a:cxn ang="0">
                  <a:pos x="423" y="197"/>
                </a:cxn>
                <a:cxn ang="0">
                  <a:pos x="410" y="215"/>
                </a:cxn>
                <a:cxn ang="0">
                  <a:pos x="392" y="210"/>
                </a:cxn>
                <a:cxn ang="0">
                  <a:pos x="377" y="197"/>
                </a:cxn>
                <a:cxn ang="0">
                  <a:pos x="356" y="198"/>
                </a:cxn>
                <a:cxn ang="0">
                  <a:pos x="338" y="215"/>
                </a:cxn>
                <a:cxn ang="0">
                  <a:pos x="320" y="213"/>
                </a:cxn>
                <a:cxn ang="0">
                  <a:pos x="294" y="204"/>
                </a:cxn>
                <a:cxn ang="0">
                  <a:pos x="272" y="211"/>
                </a:cxn>
                <a:cxn ang="0">
                  <a:pos x="254" y="212"/>
                </a:cxn>
                <a:cxn ang="0">
                  <a:pos x="237" y="201"/>
                </a:cxn>
                <a:cxn ang="0">
                  <a:pos x="211" y="211"/>
                </a:cxn>
                <a:cxn ang="0">
                  <a:pos x="189" y="196"/>
                </a:cxn>
                <a:cxn ang="0">
                  <a:pos x="181" y="178"/>
                </a:cxn>
                <a:cxn ang="0">
                  <a:pos x="153" y="179"/>
                </a:cxn>
                <a:cxn ang="0">
                  <a:pos x="138" y="175"/>
                </a:cxn>
                <a:cxn ang="0">
                  <a:pos x="116" y="162"/>
                </a:cxn>
                <a:cxn ang="0">
                  <a:pos x="97" y="171"/>
                </a:cxn>
                <a:cxn ang="0">
                  <a:pos x="91" y="174"/>
                </a:cxn>
                <a:cxn ang="0">
                  <a:pos x="90" y="181"/>
                </a:cxn>
                <a:cxn ang="0">
                  <a:pos x="67" y="180"/>
                </a:cxn>
                <a:cxn ang="0">
                  <a:pos x="41" y="174"/>
                </a:cxn>
                <a:cxn ang="0">
                  <a:pos x="31" y="167"/>
                </a:cxn>
                <a:cxn ang="0">
                  <a:pos x="28" y="153"/>
                </a:cxn>
                <a:cxn ang="0">
                  <a:pos x="30" y="139"/>
                </a:cxn>
                <a:cxn ang="0">
                  <a:pos x="17" y="140"/>
                </a:cxn>
                <a:cxn ang="0">
                  <a:pos x="0" y="130"/>
                </a:cxn>
                <a:cxn ang="0">
                  <a:pos x="5" y="111"/>
                </a:cxn>
                <a:cxn ang="0">
                  <a:pos x="22" y="97"/>
                </a:cxn>
                <a:cxn ang="0">
                  <a:pos x="12" y="81"/>
                </a:cxn>
                <a:cxn ang="0">
                  <a:pos x="16" y="62"/>
                </a:cxn>
                <a:cxn ang="0">
                  <a:pos x="7" y="54"/>
                </a:cxn>
                <a:cxn ang="0">
                  <a:pos x="4" y="35"/>
                </a:cxn>
                <a:cxn ang="0">
                  <a:pos x="11" y="27"/>
                </a:cxn>
                <a:cxn ang="0">
                  <a:pos x="22" y="23"/>
                </a:cxn>
                <a:cxn ang="0">
                  <a:pos x="36" y="7"/>
                </a:cxn>
                <a:cxn ang="0">
                  <a:pos x="52" y="4"/>
                </a:cxn>
                <a:cxn ang="0">
                  <a:pos x="79" y="13"/>
                </a:cxn>
                <a:cxn ang="0">
                  <a:pos x="102" y="20"/>
                </a:cxn>
                <a:cxn ang="0">
                  <a:pos x="125" y="29"/>
                </a:cxn>
                <a:cxn ang="0">
                  <a:pos x="143" y="35"/>
                </a:cxn>
                <a:cxn ang="0">
                  <a:pos x="166" y="41"/>
                </a:cxn>
                <a:cxn ang="0">
                  <a:pos x="187" y="44"/>
                </a:cxn>
                <a:cxn ang="0">
                  <a:pos x="209" y="52"/>
                </a:cxn>
                <a:cxn ang="0">
                  <a:pos x="231" y="52"/>
                </a:cxn>
                <a:cxn ang="0">
                  <a:pos x="247" y="50"/>
                </a:cxn>
                <a:cxn ang="0">
                  <a:pos x="262" y="57"/>
                </a:cxn>
                <a:cxn ang="0">
                  <a:pos x="272" y="80"/>
                </a:cxn>
                <a:cxn ang="0">
                  <a:pos x="303" y="90"/>
                </a:cxn>
                <a:cxn ang="0">
                  <a:pos x="327" y="100"/>
                </a:cxn>
                <a:cxn ang="0">
                  <a:pos x="347" y="122"/>
                </a:cxn>
                <a:cxn ang="0">
                  <a:pos x="379" y="132"/>
                </a:cxn>
                <a:cxn ang="0">
                  <a:pos x="408" y="150"/>
                </a:cxn>
                <a:cxn ang="0">
                  <a:pos x="459" y="175"/>
                </a:cxn>
              </a:cxnLst>
              <a:rect l="0" t="0" r="r" b="b"/>
              <a:pathLst>
                <a:path w="465" h="216">
                  <a:moveTo>
                    <a:pt x="459" y="175"/>
                  </a:moveTo>
                  <a:cubicBezTo>
                    <a:pt x="460" y="176"/>
                    <a:pt x="463" y="177"/>
                    <a:pt x="465" y="178"/>
                  </a:cubicBezTo>
                  <a:cubicBezTo>
                    <a:pt x="465" y="179"/>
                    <a:pt x="464" y="180"/>
                    <a:pt x="463" y="181"/>
                  </a:cubicBezTo>
                  <a:cubicBezTo>
                    <a:pt x="463" y="181"/>
                    <a:pt x="461" y="183"/>
                    <a:pt x="460" y="183"/>
                  </a:cubicBezTo>
                  <a:cubicBezTo>
                    <a:pt x="459" y="183"/>
                    <a:pt x="457" y="183"/>
                    <a:pt x="457" y="184"/>
                  </a:cubicBezTo>
                  <a:cubicBezTo>
                    <a:pt x="456" y="185"/>
                    <a:pt x="457" y="187"/>
                    <a:pt x="457" y="188"/>
                  </a:cubicBezTo>
                  <a:cubicBezTo>
                    <a:pt x="457" y="189"/>
                    <a:pt x="456" y="190"/>
                    <a:pt x="456" y="191"/>
                  </a:cubicBezTo>
                  <a:cubicBezTo>
                    <a:pt x="455" y="192"/>
                    <a:pt x="452" y="192"/>
                    <a:pt x="451" y="192"/>
                  </a:cubicBezTo>
                  <a:cubicBezTo>
                    <a:pt x="450" y="192"/>
                    <a:pt x="447" y="191"/>
                    <a:pt x="446" y="192"/>
                  </a:cubicBezTo>
                  <a:cubicBezTo>
                    <a:pt x="445" y="192"/>
                    <a:pt x="443" y="194"/>
                    <a:pt x="442" y="194"/>
                  </a:cubicBezTo>
                  <a:cubicBezTo>
                    <a:pt x="441" y="195"/>
                    <a:pt x="440" y="195"/>
                    <a:pt x="439" y="195"/>
                  </a:cubicBezTo>
                  <a:cubicBezTo>
                    <a:pt x="438" y="196"/>
                    <a:pt x="437" y="199"/>
                    <a:pt x="436" y="199"/>
                  </a:cubicBezTo>
                  <a:cubicBezTo>
                    <a:pt x="435" y="200"/>
                    <a:pt x="431" y="202"/>
                    <a:pt x="430" y="201"/>
                  </a:cubicBezTo>
                  <a:cubicBezTo>
                    <a:pt x="428" y="201"/>
                    <a:pt x="426" y="200"/>
                    <a:pt x="425" y="199"/>
                  </a:cubicBezTo>
                  <a:cubicBezTo>
                    <a:pt x="425" y="199"/>
                    <a:pt x="423" y="198"/>
                    <a:pt x="423" y="197"/>
                  </a:cubicBezTo>
                  <a:cubicBezTo>
                    <a:pt x="422" y="197"/>
                    <a:pt x="419" y="198"/>
                    <a:pt x="418" y="198"/>
                  </a:cubicBezTo>
                  <a:cubicBezTo>
                    <a:pt x="417" y="199"/>
                    <a:pt x="416" y="201"/>
                    <a:pt x="415" y="202"/>
                  </a:cubicBezTo>
                  <a:cubicBezTo>
                    <a:pt x="415" y="203"/>
                    <a:pt x="416" y="206"/>
                    <a:pt x="415" y="208"/>
                  </a:cubicBezTo>
                  <a:cubicBezTo>
                    <a:pt x="415" y="209"/>
                    <a:pt x="413" y="212"/>
                    <a:pt x="413" y="213"/>
                  </a:cubicBezTo>
                  <a:cubicBezTo>
                    <a:pt x="412" y="213"/>
                    <a:pt x="411" y="215"/>
                    <a:pt x="410" y="215"/>
                  </a:cubicBezTo>
                  <a:cubicBezTo>
                    <a:pt x="409" y="216"/>
                    <a:pt x="406" y="216"/>
                    <a:pt x="405" y="215"/>
                  </a:cubicBezTo>
                  <a:cubicBezTo>
                    <a:pt x="404" y="215"/>
                    <a:pt x="403" y="213"/>
                    <a:pt x="402" y="213"/>
                  </a:cubicBezTo>
                  <a:cubicBezTo>
                    <a:pt x="401" y="212"/>
                    <a:pt x="400" y="212"/>
                    <a:pt x="399" y="212"/>
                  </a:cubicBezTo>
                  <a:cubicBezTo>
                    <a:pt x="398" y="212"/>
                    <a:pt x="396" y="211"/>
                    <a:pt x="395" y="211"/>
                  </a:cubicBezTo>
                  <a:cubicBezTo>
                    <a:pt x="394" y="211"/>
                    <a:pt x="393" y="211"/>
                    <a:pt x="392" y="210"/>
                  </a:cubicBezTo>
                  <a:cubicBezTo>
                    <a:pt x="392" y="208"/>
                    <a:pt x="392" y="206"/>
                    <a:pt x="391" y="205"/>
                  </a:cubicBezTo>
                  <a:cubicBezTo>
                    <a:pt x="391" y="203"/>
                    <a:pt x="391" y="200"/>
                    <a:pt x="390" y="199"/>
                  </a:cubicBezTo>
                  <a:cubicBezTo>
                    <a:pt x="390" y="198"/>
                    <a:pt x="387" y="197"/>
                    <a:pt x="386" y="196"/>
                  </a:cubicBezTo>
                  <a:cubicBezTo>
                    <a:pt x="386" y="196"/>
                    <a:pt x="384" y="195"/>
                    <a:pt x="383" y="195"/>
                  </a:cubicBezTo>
                  <a:cubicBezTo>
                    <a:pt x="381" y="195"/>
                    <a:pt x="379" y="196"/>
                    <a:pt x="377" y="197"/>
                  </a:cubicBezTo>
                  <a:cubicBezTo>
                    <a:pt x="376" y="197"/>
                    <a:pt x="373" y="196"/>
                    <a:pt x="372" y="196"/>
                  </a:cubicBezTo>
                  <a:cubicBezTo>
                    <a:pt x="370" y="197"/>
                    <a:pt x="368" y="199"/>
                    <a:pt x="366" y="200"/>
                  </a:cubicBezTo>
                  <a:cubicBezTo>
                    <a:pt x="365" y="201"/>
                    <a:pt x="364" y="203"/>
                    <a:pt x="363" y="203"/>
                  </a:cubicBezTo>
                  <a:cubicBezTo>
                    <a:pt x="362" y="202"/>
                    <a:pt x="361" y="199"/>
                    <a:pt x="359" y="198"/>
                  </a:cubicBezTo>
                  <a:cubicBezTo>
                    <a:pt x="359" y="198"/>
                    <a:pt x="357" y="198"/>
                    <a:pt x="356" y="198"/>
                  </a:cubicBezTo>
                  <a:cubicBezTo>
                    <a:pt x="355" y="198"/>
                    <a:pt x="352" y="199"/>
                    <a:pt x="351" y="199"/>
                  </a:cubicBezTo>
                  <a:cubicBezTo>
                    <a:pt x="349" y="200"/>
                    <a:pt x="347" y="202"/>
                    <a:pt x="346" y="204"/>
                  </a:cubicBezTo>
                  <a:cubicBezTo>
                    <a:pt x="345" y="205"/>
                    <a:pt x="344" y="208"/>
                    <a:pt x="344" y="210"/>
                  </a:cubicBezTo>
                  <a:cubicBezTo>
                    <a:pt x="343" y="211"/>
                    <a:pt x="342" y="213"/>
                    <a:pt x="341" y="214"/>
                  </a:cubicBezTo>
                  <a:cubicBezTo>
                    <a:pt x="341" y="215"/>
                    <a:pt x="339" y="215"/>
                    <a:pt x="338" y="215"/>
                  </a:cubicBezTo>
                  <a:cubicBezTo>
                    <a:pt x="337" y="215"/>
                    <a:pt x="334" y="215"/>
                    <a:pt x="334" y="214"/>
                  </a:cubicBezTo>
                  <a:cubicBezTo>
                    <a:pt x="333" y="213"/>
                    <a:pt x="334" y="211"/>
                    <a:pt x="333" y="210"/>
                  </a:cubicBezTo>
                  <a:cubicBezTo>
                    <a:pt x="333" y="209"/>
                    <a:pt x="330" y="209"/>
                    <a:pt x="329" y="210"/>
                  </a:cubicBezTo>
                  <a:cubicBezTo>
                    <a:pt x="328" y="210"/>
                    <a:pt x="326" y="212"/>
                    <a:pt x="324" y="212"/>
                  </a:cubicBezTo>
                  <a:cubicBezTo>
                    <a:pt x="323" y="213"/>
                    <a:pt x="321" y="213"/>
                    <a:pt x="320" y="213"/>
                  </a:cubicBezTo>
                  <a:cubicBezTo>
                    <a:pt x="319" y="213"/>
                    <a:pt x="316" y="212"/>
                    <a:pt x="314" y="211"/>
                  </a:cubicBezTo>
                  <a:cubicBezTo>
                    <a:pt x="312" y="211"/>
                    <a:pt x="306" y="210"/>
                    <a:pt x="304" y="210"/>
                  </a:cubicBezTo>
                  <a:cubicBezTo>
                    <a:pt x="303" y="210"/>
                    <a:pt x="302" y="210"/>
                    <a:pt x="302" y="209"/>
                  </a:cubicBezTo>
                  <a:cubicBezTo>
                    <a:pt x="301" y="208"/>
                    <a:pt x="301" y="205"/>
                    <a:pt x="300" y="205"/>
                  </a:cubicBezTo>
                  <a:cubicBezTo>
                    <a:pt x="299" y="204"/>
                    <a:pt x="295" y="204"/>
                    <a:pt x="294" y="204"/>
                  </a:cubicBezTo>
                  <a:cubicBezTo>
                    <a:pt x="292" y="205"/>
                    <a:pt x="289" y="206"/>
                    <a:pt x="289" y="207"/>
                  </a:cubicBezTo>
                  <a:cubicBezTo>
                    <a:pt x="288" y="208"/>
                    <a:pt x="288" y="211"/>
                    <a:pt x="287" y="212"/>
                  </a:cubicBezTo>
                  <a:cubicBezTo>
                    <a:pt x="286" y="213"/>
                    <a:pt x="283" y="214"/>
                    <a:pt x="282" y="214"/>
                  </a:cubicBezTo>
                  <a:cubicBezTo>
                    <a:pt x="280" y="214"/>
                    <a:pt x="278" y="212"/>
                    <a:pt x="277" y="211"/>
                  </a:cubicBezTo>
                  <a:cubicBezTo>
                    <a:pt x="276" y="211"/>
                    <a:pt x="273" y="210"/>
                    <a:pt x="272" y="211"/>
                  </a:cubicBezTo>
                  <a:cubicBezTo>
                    <a:pt x="271" y="211"/>
                    <a:pt x="269" y="213"/>
                    <a:pt x="268" y="213"/>
                  </a:cubicBezTo>
                  <a:cubicBezTo>
                    <a:pt x="267" y="214"/>
                    <a:pt x="265" y="214"/>
                    <a:pt x="264" y="214"/>
                  </a:cubicBezTo>
                  <a:cubicBezTo>
                    <a:pt x="263" y="214"/>
                    <a:pt x="261" y="212"/>
                    <a:pt x="260" y="212"/>
                  </a:cubicBezTo>
                  <a:cubicBezTo>
                    <a:pt x="260" y="212"/>
                    <a:pt x="258" y="213"/>
                    <a:pt x="258" y="213"/>
                  </a:cubicBezTo>
                  <a:cubicBezTo>
                    <a:pt x="257" y="213"/>
                    <a:pt x="254" y="213"/>
                    <a:pt x="254" y="212"/>
                  </a:cubicBezTo>
                  <a:cubicBezTo>
                    <a:pt x="253" y="211"/>
                    <a:pt x="253" y="208"/>
                    <a:pt x="252" y="208"/>
                  </a:cubicBezTo>
                  <a:cubicBezTo>
                    <a:pt x="251" y="207"/>
                    <a:pt x="249" y="207"/>
                    <a:pt x="248" y="207"/>
                  </a:cubicBezTo>
                  <a:cubicBezTo>
                    <a:pt x="247" y="207"/>
                    <a:pt x="245" y="205"/>
                    <a:pt x="244" y="204"/>
                  </a:cubicBezTo>
                  <a:cubicBezTo>
                    <a:pt x="243" y="204"/>
                    <a:pt x="240" y="205"/>
                    <a:pt x="239" y="204"/>
                  </a:cubicBezTo>
                  <a:cubicBezTo>
                    <a:pt x="238" y="203"/>
                    <a:pt x="238" y="201"/>
                    <a:pt x="237" y="201"/>
                  </a:cubicBezTo>
                  <a:cubicBezTo>
                    <a:pt x="236" y="200"/>
                    <a:pt x="234" y="197"/>
                    <a:pt x="233" y="197"/>
                  </a:cubicBezTo>
                  <a:cubicBezTo>
                    <a:pt x="231" y="196"/>
                    <a:pt x="226" y="196"/>
                    <a:pt x="225" y="197"/>
                  </a:cubicBezTo>
                  <a:cubicBezTo>
                    <a:pt x="223" y="198"/>
                    <a:pt x="223" y="201"/>
                    <a:pt x="222" y="203"/>
                  </a:cubicBezTo>
                  <a:cubicBezTo>
                    <a:pt x="221" y="204"/>
                    <a:pt x="219" y="207"/>
                    <a:pt x="217" y="208"/>
                  </a:cubicBezTo>
                  <a:cubicBezTo>
                    <a:pt x="216" y="209"/>
                    <a:pt x="213" y="211"/>
                    <a:pt x="211" y="211"/>
                  </a:cubicBezTo>
                  <a:cubicBezTo>
                    <a:pt x="209" y="211"/>
                    <a:pt x="205" y="211"/>
                    <a:pt x="203" y="210"/>
                  </a:cubicBezTo>
                  <a:cubicBezTo>
                    <a:pt x="202" y="210"/>
                    <a:pt x="201" y="207"/>
                    <a:pt x="200" y="206"/>
                  </a:cubicBezTo>
                  <a:cubicBezTo>
                    <a:pt x="199" y="206"/>
                    <a:pt x="196" y="206"/>
                    <a:pt x="194" y="205"/>
                  </a:cubicBezTo>
                  <a:cubicBezTo>
                    <a:pt x="193" y="204"/>
                    <a:pt x="193" y="202"/>
                    <a:pt x="192" y="200"/>
                  </a:cubicBezTo>
                  <a:cubicBezTo>
                    <a:pt x="192" y="199"/>
                    <a:pt x="190" y="197"/>
                    <a:pt x="189" y="196"/>
                  </a:cubicBezTo>
                  <a:cubicBezTo>
                    <a:pt x="188" y="194"/>
                    <a:pt x="185" y="193"/>
                    <a:pt x="184" y="191"/>
                  </a:cubicBezTo>
                  <a:cubicBezTo>
                    <a:pt x="183" y="190"/>
                    <a:pt x="184" y="186"/>
                    <a:pt x="184" y="184"/>
                  </a:cubicBezTo>
                  <a:cubicBezTo>
                    <a:pt x="184" y="183"/>
                    <a:pt x="186" y="182"/>
                    <a:pt x="185" y="181"/>
                  </a:cubicBezTo>
                  <a:cubicBezTo>
                    <a:pt x="185" y="180"/>
                    <a:pt x="185" y="179"/>
                    <a:pt x="184" y="178"/>
                  </a:cubicBezTo>
                  <a:cubicBezTo>
                    <a:pt x="184" y="178"/>
                    <a:pt x="182" y="178"/>
                    <a:pt x="181" y="178"/>
                  </a:cubicBezTo>
                  <a:cubicBezTo>
                    <a:pt x="180" y="178"/>
                    <a:pt x="177" y="179"/>
                    <a:pt x="176" y="179"/>
                  </a:cubicBezTo>
                  <a:cubicBezTo>
                    <a:pt x="175" y="178"/>
                    <a:pt x="175" y="176"/>
                    <a:pt x="174" y="175"/>
                  </a:cubicBezTo>
                  <a:cubicBezTo>
                    <a:pt x="172" y="174"/>
                    <a:pt x="168" y="174"/>
                    <a:pt x="166" y="175"/>
                  </a:cubicBezTo>
                  <a:cubicBezTo>
                    <a:pt x="164" y="175"/>
                    <a:pt x="162" y="178"/>
                    <a:pt x="161" y="178"/>
                  </a:cubicBezTo>
                  <a:cubicBezTo>
                    <a:pt x="159" y="179"/>
                    <a:pt x="155" y="180"/>
                    <a:pt x="153" y="179"/>
                  </a:cubicBezTo>
                  <a:cubicBezTo>
                    <a:pt x="152" y="179"/>
                    <a:pt x="150" y="178"/>
                    <a:pt x="150" y="177"/>
                  </a:cubicBezTo>
                  <a:cubicBezTo>
                    <a:pt x="149" y="176"/>
                    <a:pt x="149" y="174"/>
                    <a:pt x="149" y="173"/>
                  </a:cubicBezTo>
                  <a:cubicBezTo>
                    <a:pt x="148" y="173"/>
                    <a:pt x="146" y="172"/>
                    <a:pt x="146" y="172"/>
                  </a:cubicBezTo>
                  <a:cubicBezTo>
                    <a:pt x="144" y="172"/>
                    <a:pt x="142" y="172"/>
                    <a:pt x="141" y="173"/>
                  </a:cubicBezTo>
                  <a:cubicBezTo>
                    <a:pt x="140" y="173"/>
                    <a:pt x="139" y="175"/>
                    <a:pt x="138" y="175"/>
                  </a:cubicBezTo>
                  <a:cubicBezTo>
                    <a:pt x="137" y="176"/>
                    <a:pt x="134" y="176"/>
                    <a:pt x="133" y="175"/>
                  </a:cubicBezTo>
                  <a:cubicBezTo>
                    <a:pt x="131" y="175"/>
                    <a:pt x="129" y="173"/>
                    <a:pt x="128" y="172"/>
                  </a:cubicBezTo>
                  <a:cubicBezTo>
                    <a:pt x="127" y="171"/>
                    <a:pt x="126" y="169"/>
                    <a:pt x="125" y="168"/>
                  </a:cubicBezTo>
                  <a:cubicBezTo>
                    <a:pt x="124" y="167"/>
                    <a:pt x="121" y="165"/>
                    <a:pt x="120" y="164"/>
                  </a:cubicBezTo>
                  <a:cubicBezTo>
                    <a:pt x="119" y="163"/>
                    <a:pt x="117" y="162"/>
                    <a:pt x="116" y="162"/>
                  </a:cubicBezTo>
                  <a:cubicBezTo>
                    <a:pt x="115" y="162"/>
                    <a:pt x="112" y="162"/>
                    <a:pt x="111" y="162"/>
                  </a:cubicBezTo>
                  <a:cubicBezTo>
                    <a:pt x="110" y="163"/>
                    <a:pt x="108" y="164"/>
                    <a:pt x="107" y="165"/>
                  </a:cubicBezTo>
                  <a:cubicBezTo>
                    <a:pt x="106" y="166"/>
                    <a:pt x="105" y="169"/>
                    <a:pt x="104" y="170"/>
                  </a:cubicBezTo>
                  <a:cubicBezTo>
                    <a:pt x="103" y="170"/>
                    <a:pt x="103" y="171"/>
                    <a:pt x="102" y="172"/>
                  </a:cubicBezTo>
                  <a:cubicBezTo>
                    <a:pt x="101" y="172"/>
                    <a:pt x="98" y="172"/>
                    <a:pt x="97" y="171"/>
                  </a:cubicBezTo>
                  <a:cubicBezTo>
                    <a:pt x="96" y="171"/>
                    <a:pt x="95" y="169"/>
                    <a:pt x="95" y="168"/>
                  </a:cubicBezTo>
                  <a:cubicBezTo>
                    <a:pt x="94" y="168"/>
                    <a:pt x="93" y="167"/>
                    <a:pt x="93" y="167"/>
                  </a:cubicBezTo>
                  <a:cubicBezTo>
                    <a:pt x="92" y="167"/>
                    <a:pt x="91" y="167"/>
                    <a:pt x="90" y="168"/>
                  </a:cubicBezTo>
                  <a:cubicBezTo>
                    <a:pt x="90" y="168"/>
                    <a:pt x="90" y="169"/>
                    <a:pt x="90" y="170"/>
                  </a:cubicBezTo>
                  <a:cubicBezTo>
                    <a:pt x="90" y="171"/>
                    <a:pt x="90" y="173"/>
                    <a:pt x="91" y="174"/>
                  </a:cubicBezTo>
                  <a:cubicBezTo>
                    <a:pt x="91" y="174"/>
                    <a:pt x="94" y="174"/>
                    <a:pt x="95" y="174"/>
                  </a:cubicBezTo>
                  <a:cubicBezTo>
                    <a:pt x="96" y="174"/>
                    <a:pt x="97" y="175"/>
                    <a:pt x="97" y="176"/>
                  </a:cubicBezTo>
                  <a:cubicBezTo>
                    <a:pt x="98" y="177"/>
                    <a:pt x="98" y="180"/>
                    <a:pt x="97" y="181"/>
                  </a:cubicBezTo>
                  <a:cubicBezTo>
                    <a:pt x="96" y="182"/>
                    <a:pt x="94" y="183"/>
                    <a:pt x="93" y="183"/>
                  </a:cubicBezTo>
                  <a:cubicBezTo>
                    <a:pt x="92" y="182"/>
                    <a:pt x="91" y="181"/>
                    <a:pt x="90" y="181"/>
                  </a:cubicBezTo>
                  <a:cubicBezTo>
                    <a:pt x="89" y="181"/>
                    <a:pt x="87" y="182"/>
                    <a:pt x="86" y="183"/>
                  </a:cubicBezTo>
                  <a:cubicBezTo>
                    <a:pt x="85" y="183"/>
                    <a:pt x="82" y="182"/>
                    <a:pt x="80" y="182"/>
                  </a:cubicBezTo>
                  <a:cubicBezTo>
                    <a:pt x="79" y="182"/>
                    <a:pt x="77" y="183"/>
                    <a:pt x="76" y="183"/>
                  </a:cubicBezTo>
                  <a:cubicBezTo>
                    <a:pt x="75" y="183"/>
                    <a:pt x="72" y="183"/>
                    <a:pt x="70" y="182"/>
                  </a:cubicBezTo>
                  <a:cubicBezTo>
                    <a:pt x="70" y="182"/>
                    <a:pt x="68" y="181"/>
                    <a:pt x="67" y="180"/>
                  </a:cubicBezTo>
                  <a:cubicBezTo>
                    <a:pt x="67" y="180"/>
                    <a:pt x="65" y="180"/>
                    <a:pt x="64" y="180"/>
                  </a:cubicBezTo>
                  <a:cubicBezTo>
                    <a:pt x="63" y="179"/>
                    <a:pt x="61" y="177"/>
                    <a:pt x="60" y="176"/>
                  </a:cubicBezTo>
                  <a:cubicBezTo>
                    <a:pt x="59" y="175"/>
                    <a:pt x="57" y="173"/>
                    <a:pt x="55" y="173"/>
                  </a:cubicBezTo>
                  <a:cubicBezTo>
                    <a:pt x="54" y="172"/>
                    <a:pt x="49" y="172"/>
                    <a:pt x="47" y="172"/>
                  </a:cubicBezTo>
                  <a:cubicBezTo>
                    <a:pt x="46" y="172"/>
                    <a:pt x="43" y="173"/>
                    <a:pt x="41" y="174"/>
                  </a:cubicBezTo>
                  <a:cubicBezTo>
                    <a:pt x="40" y="174"/>
                    <a:pt x="39" y="176"/>
                    <a:pt x="38" y="176"/>
                  </a:cubicBezTo>
                  <a:cubicBezTo>
                    <a:pt x="37" y="177"/>
                    <a:pt x="34" y="176"/>
                    <a:pt x="33" y="175"/>
                  </a:cubicBezTo>
                  <a:cubicBezTo>
                    <a:pt x="33" y="174"/>
                    <a:pt x="34" y="172"/>
                    <a:pt x="34" y="172"/>
                  </a:cubicBezTo>
                  <a:cubicBezTo>
                    <a:pt x="34" y="171"/>
                    <a:pt x="31" y="171"/>
                    <a:pt x="31" y="170"/>
                  </a:cubicBezTo>
                  <a:cubicBezTo>
                    <a:pt x="30" y="170"/>
                    <a:pt x="31" y="168"/>
                    <a:pt x="31" y="167"/>
                  </a:cubicBezTo>
                  <a:cubicBezTo>
                    <a:pt x="30" y="167"/>
                    <a:pt x="29" y="166"/>
                    <a:pt x="28" y="166"/>
                  </a:cubicBezTo>
                  <a:cubicBezTo>
                    <a:pt x="27" y="166"/>
                    <a:pt x="27" y="166"/>
                    <a:pt x="26" y="166"/>
                  </a:cubicBezTo>
                  <a:cubicBezTo>
                    <a:pt x="26" y="165"/>
                    <a:pt x="25" y="163"/>
                    <a:pt x="25" y="162"/>
                  </a:cubicBezTo>
                  <a:cubicBezTo>
                    <a:pt x="25" y="161"/>
                    <a:pt x="27" y="159"/>
                    <a:pt x="27" y="157"/>
                  </a:cubicBezTo>
                  <a:cubicBezTo>
                    <a:pt x="28" y="156"/>
                    <a:pt x="28" y="154"/>
                    <a:pt x="28" y="153"/>
                  </a:cubicBezTo>
                  <a:cubicBezTo>
                    <a:pt x="28" y="152"/>
                    <a:pt x="26" y="152"/>
                    <a:pt x="26" y="151"/>
                  </a:cubicBezTo>
                  <a:cubicBezTo>
                    <a:pt x="25" y="150"/>
                    <a:pt x="24" y="148"/>
                    <a:pt x="24" y="147"/>
                  </a:cubicBezTo>
                  <a:cubicBezTo>
                    <a:pt x="24" y="146"/>
                    <a:pt x="26" y="145"/>
                    <a:pt x="26" y="144"/>
                  </a:cubicBezTo>
                  <a:cubicBezTo>
                    <a:pt x="27" y="144"/>
                    <a:pt x="29" y="144"/>
                    <a:pt x="29" y="144"/>
                  </a:cubicBezTo>
                  <a:cubicBezTo>
                    <a:pt x="30" y="143"/>
                    <a:pt x="30" y="140"/>
                    <a:pt x="30" y="139"/>
                  </a:cubicBezTo>
                  <a:cubicBezTo>
                    <a:pt x="29" y="138"/>
                    <a:pt x="28" y="136"/>
                    <a:pt x="27" y="136"/>
                  </a:cubicBezTo>
                  <a:cubicBezTo>
                    <a:pt x="27" y="135"/>
                    <a:pt x="26" y="134"/>
                    <a:pt x="25" y="134"/>
                  </a:cubicBezTo>
                  <a:cubicBezTo>
                    <a:pt x="24" y="133"/>
                    <a:pt x="22" y="134"/>
                    <a:pt x="22" y="134"/>
                  </a:cubicBezTo>
                  <a:cubicBezTo>
                    <a:pt x="21" y="135"/>
                    <a:pt x="20" y="137"/>
                    <a:pt x="20" y="137"/>
                  </a:cubicBezTo>
                  <a:cubicBezTo>
                    <a:pt x="19" y="138"/>
                    <a:pt x="18" y="139"/>
                    <a:pt x="17" y="140"/>
                  </a:cubicBezTo>
                  <a:cubicBezTo>
                    <a:pt x="16" y="140"/>
                    <a:pt x="13" y="140"/>
                    <a:pt x="12" y="140"/>
                  </a:cubicBezTo>
                  <a:cubicBezTo>
                    <a:pt x="10" y="140"/>
                    <a:pt x="8" y="141"/>
                    <a:pt x="7" y="141"/>
                  </a:cubicBezTo>
                  <a:cubicBezTo>
                    <a:pt x="7" y="141"/>
                    <a:pt x="6" y="140"/>
                    <a:pt x="6" y="140"/>
                  </a:cubicBezTo>
                  <a:cubicBezTo>
                    <a:pt x="5" y="138"/>
                    <a:pt x="5" y="135"/>
                    <a:pt x="4" y="134"/>
                  </a:cubicBezTo>
                  <a:cubicBezTo>
                    <a:pt x="4" y="133"/>
                    <a:pt x="1" y="131"/>
                    <a:pt x="0" y="130"/>
                  </a:cubicBezTo>
                  <a:cubicBezTo>
                    <a:pt x="0" y="129"/>
                    <a:pt x="0" y="127"/>
                    <a:pt x="0" y="125"/>
                  </a:cubicBezTo>
                  <a:cubicBezTo>
                    <a:pt x="0" y="124"/>
                    <a:pt x="2" y="123"/>
                    <a:pt x="2" y="122"/>
                  </a:cubicBezTo>
                  <a:cubicBezTo>
                    <a:pt x="2" y="120"/>
                    <a:pt x="0" y="119"/>
                    <a:pt x="0" y="117"/>
                  </a:cubicBezTo>
                  <a:cubicBezTo>
                    <a:pt x="0" y="116"/>
                    <a:pt x="1" y="114"/>
                    <a:pt x="2" y="114"/>
                  </a:cubicBezTo>
                  <a:cubicBezTo>
                    <a:pt x="2" y="113"/>
                    <a:pt x="4" y="112"/>
                    <a:pt x="5" y="111"/>
                  </a:cubicBezTo>
                  <a:cubicBezTo>
                    <a:pt x="6" y="111"/>
                    <a:pt x="8" y="109"/>
                    <a:pt x="10" y="108"/>
                  </a:cubicBezTo>
                  <a:cubicBezTo>
                    <a:pt x="10" y="108"/>
                    <a:pt x="12" y="108"/>
                    <a:pt x="13" y="107"/>
                  </a:cubicBezTo>
                  <a:cubicBezTo>
                    <a:pt x="14" y="106"/>
                    <a:pt x="14" y="104"/>
                    <a:pt x="15" y="103"/>
                  </a:cubicBezTo>
                  <a:cubicBezTo>
                    <a:pt x="16" y="103"/>
                    <a:pt x="18" y="102"/>
                    <a:pt x="19" y="102"/>
                  </a:cubicBezTo>
                  <a:cubicBezTo>
                    <a:pt x="20" y="101"/>
                    <a:pt x="21" y="99"/>
                    <a:pt x="22" y="97"/>
                  </a:cubicBezTo>
                  <a:cubicBezTo>
                    <a:pt x="22" y="96"/>
                    <a:pt x="23" y="94"/>
                    <a:pt x="23" y="93"/>
                  </a:cubicBezTo>
                  <a:cubicBezTo>
                    <a:pt x="23" y="92"/>
                    <a:pt x="21" y="91"/>
                    <a:pt x="21" y="90"/>
                  </a:cubicBezTo>
                  <a:cubicBezTo>
                    <a:pt x="20" y="89"/>
                    <a:pt x="19" y="87"/>
                    <a:pt x="19" y="86"/>
                  </a:cubicBezTo>
                  <a:cubicBezTo>
                    <a:pt x="18" y="86"/>
                    <a:pt x="15" y="85"/>
                    <a:pt x="15" y="84"/>
                  </a:cubicBezTo>
                  <a:cubicBezTo>
                    <a:pt x="14" y="84"/>
                    <a:pt x="13" y="82"/>
                    <a:pt x="12" y="81"/>
                  </a:cubicBezTo>
                  <a:cubicBezTo>
                    <a:pt x="12" y="79"/>
                    <a:pt x="10" y="77"/>
                    <a:pt x="10" y="76"/>
                  </a:cubicBezTo>
                  <a:cubicBezTo>
                    <a:pt x="10" y="74"/>
                    <a:pt x="11" y="71"/>
                    <a:pt x="11" y="70"/>
                  </a:cubicBezTo>
                  <a:cubicBezTo>
                    <a:pt x="12" y="69"/>
                    <a:pt x="14" y="69"/>
                    <a:pt x="14" y="68"/>
                  </a:cubicBezTo>
                  <a:cubicBezTo>
                    <a:pt x="14" y="67"/>
                    <a:pt x="14" y="65"/>
                    <a:pt x="14" y="65"/>
                  </a:cubicBezTo>
                  <a:cubicBezTo>
                    <a:pt x="15" y="64"/>
                    <a:pt x="16" y="63"/>
                    <a:pt x="16" y="62"/>
                  </a:cubicBezTo>
                  <a:cubicBezTo>
                    <a:pt x="16" y="61"/>
                    <a:pt x="16" y="60"/>
                    <a:pt x="15" y="60"/>
                  </a:cubicBezTo>
                  <a:cubicBezTo>
                    <a:pt x="15" y="60"/>
                    <a:pt x="13" y="59"/>
                    <a:pt x="12" y="59"/>
                  </a:cubicBezTo>
                  <a:cubicBezTo>
                    <a:pt x="12" y="59"/>
                    <a:pt x="11" y="60"/>
                    <a:pt x="10" y="60"/>
                  </a:cubicBezTo>
                  <a:cubicBezTo>
                    <a:pt x="10" y="60"/>
                    <a:pt x="9" y="58"/>
                    <a:pt x="9" y="57"/>
                  </a:cubicBezTo>
                  <a:cubicBezTo>
                    <a:pt x="8" y="57"/>
                    <a:pt x="7" y="55"/>
                    <a:pt x="7" y="54"/>
                  </a:cubicBezTo>
                  <a:cubicBezTo>
                    <a:pt x="6" y="53"/>
                    <a:pt x="5" y="51"/>
                    <a:pt x="5" y="50"/>
                  </a:cubicBezTo>
                  <a:cubicBezTo>
                    <a:pt x="5" y="48"/>
                    <a:pt x="8" y="47"/>
                    <a:pt x="9" y="45"/>
                  </a:cubicBezTo>
                  <a:cubicBezTo>
                    <a:pt x="9" y="44"/>
                    <a:pt x="9" y="40"/>
                    <a:pt x="8" y="39"/>
                  </a:cubicBezTo>
                  <a:cubicBezTo>
                    <a:pt x="7" y="39"/>
                    <a:pt x="5" y="39"/>
                    <a:pt x="5" y="39"/>
                  </a:cubicBezTo>
                  <a:cubicBezTo>
                    <a:pt x="4" y="38"/>
                    <a:pt x="4" y="36"/>
                    <a:pt x="4" y="35"/>
                  </a:cubicBezTo>
                  <a:cubicBezTo>
                    <a:pt x="4" y="34"/>
                    <a:pt x="5" y="31"/>
                    <a:pt x="5" y="30"/>
                  </a:cubicBezTo>
                  <a:cubicBezTo>
                    <a:pt x="5" y="29"/>
                    <a:pt x="5" y="27"/>
                    <a:pt x="5" y="26"/>
                  </a:cubicBezTo>
                  <a:cubicBezTo>
                    <a:pt x="6" y="26"/>
                    <a:pt x="8" y="25"/>
                    <a:pt x="9" y="25"/>
                  </a:cubicBezTo>
                  <a:cubicBezTo>
                    <a:pt x="9" y="24"/>
                    <a:pt x="10" y="24"/>
                    <a:pt x="11" y="25"/>
                  </a:cubicBezTo>
                  <a:cubicBezTo>
                    <a:pt x="11" y="25"/>
                    <a:pt x="11" y="27"/>
                    <a:pt x="11" y="27"/>
                  </a:cubicBezTo>
                  <a:cubicBezTo>
                    <a:pt x="12" y="28"/>
                    <a:pt x="15" y="27"/>
                    <a:pt x="16" y="28"/>
                  </a:cubicBezTo>
                  <a:cubicBezTo>
                    <a:pt x="16" y="29"/>
                    <a:pt x="15" y="30"/>
                    <a:pt x="16" y="30"/>
                  </a:cubicBezTo>
                  <a:cubicBezTo>
                    <a:pt x="16" y="31"/>
                    <a:pt x="18" y="30"/>
                    <a:pt x="19" y="29"/>
                  </a:cubicBezTo>
                  <a:cubicBezTo>
                    <a:pt x="19" y="29"/>
                    <a:pt x="20" y="27"/>
                    <a:pt x="20" y="26"/>
                  </a:cubicBezTo>
                  <a:cubicBezTo>
                    <a:pt x="21" y="25"/>
                    <a:pt x="21" y="23"/>
                    <a:pt x="22" y="23"/>
                  </a:cubicBezTo>
                  <a:cubicBezTo>
                    <a:pt x="23" y="22"/>
                    <a:pt x="25" y="22"/>
                    <a:pt x="26" y="22"/>
                  </a:cubicBezTo>
                  <a:cubicBezTo>
                    <a:pt x="28" y="21"/>
                    <a:pt x="31" y="21"/>
                    <a:pt x="32" y="20"/>
                  </a:cubicBezTo>
                  <a:cubicBezTo>
                    <a:pt x="33" y="19"/>
                    <a:pt x="35" y="17"/>
                    <a:pt x="35" y="16"/>
                  </a:cubicBezTo>
                  <a:cubicBezTo>
                    <a:pt x="36" y="15"/>
                    <a:pt x="36" y="13"/>
                    <a:pt x="36" y="12"/>
                  </a:cubicBezTo>
                  <a:cubicBezTo>
                    <a:pt x="36" y="11"/>
                    <a:pt x="36" y="8"/>
                    <a:pt x="36" y="7"/>
                  </a:cubicBezTo>
                  <a:cubicBezTo>
                    <a:pt x="36" y="6"/>
                    <a:pt x="37" y="4"/>
                    <a:pt x="37" y="3"/>
                  </a:cubicBezTo>
                  <a:cubicBezTo>
                    <a:pt x="37" y="2"/>
                    <a:pt x="37" y="1"/>
                    <a:pt x="37" y="0"/>
                  </a:cubicBezTo>
                  <a:cubicBezTo>
                    <a:pt x="38" y="0"/>
                    <a:pt x="38" y="0"/>
                    <a:pt x="38" y="0"/>
                  </a:cubicBezTo>
                  <a:cubicBezTo>
                    <a:pt x="40" y="1"/>
                    <a:pt x="44" y="3"/>
                    <a:pt x="46" y="3"/>
                  </a:cubicBezTo>
                  <a:cubicBezTo>
                    <a:pt x="48" y="4"/>
                    <a:pt x="51" y="4"/>
                    <a:pt x="52" y="4"/>
                  </a:cubicBezTo>
                  <a:cubicBezTo>
                    <a:pt x="54" y="4"/>
                    <a:pt x="57" y="4"/>
                    <a:pt x="58" y="4"/>
                  </a:cubicBezTo>
                  <a:cubicBezTo>
                    <a:pt x="60" y="4"/>
                    <a:pt x="62" y="6"/>
                    <a:pt x="63" y="6"/>
                  </a:cubicBezTo>
                  <a:cubicBezTo>
                    <a:pt x="64" y="7"/>
                    <a:pt x="66" y="8"/>
                    <a:pt x="67" y="8"/>
                  </a:cubicBezTo>
                  <a:cubicBezTo>
                    <a:pt x="69" y="9"/>
                    <a:pt x="73" y="9"/>
                    <a:pt x="74" y="9"/>
                  </a:cubicBezTo>
                  <a:cubicBezTo>
                    <a:pt x="76" y="10"/>
                    <a:pt x="78" y="12"/>
                    <a:pt x="79" y="13"/>
                  </a:cubicBezTo>
                  <a:cubicBezTo>
                    <a:pt x="80" y="13"/>
                    <a:pt x="81" y="15"/>
                    <a:pt x="81" y="15"/>
                  </a:cubicBezTo>
                  <a:cubicBezTo>
                    <a:pt x="83" y="16"/>
                    <a:pt x="86" y="16"/>
                    <a:pt x="88" y="16"/>
                  </a:cubicBezTo>
                  <a:cubicBezTo>
                    <a:pt x="89" y="16"/>
                    <a:pt x="91" y="17"/>
                    <a:pt x="92" y="18"/>
                  </a:cubicBezTo>
                  <a:cubicBezTo>
                    <a:pt x="93" y="18"/>
                    <a:pt x="95" y="19"/>
                    <a:pt x="97" y="19"/>
                  </a:cubicBezTo>
                  <a:cubicBezTo>
                    <a:pt x="98" y="19"/>
                    <a:pt x="100" y="20"/>
                    <a:pt x="102" y="20"/>
                  </a:cubicBezTo>
                  <a:cubicBezTo>
                    <a:pt x="104" y="20"/>
                    <a:pt x="109" y="19"/>
                    <a:pt x="111" y="20"/>
                  </a:cubicBezTo>
                  <a:cubicBezTo>
                    <a:pt x="112" y="20"/>
                    <a:pt x="113" y="22"/>
                    <a:pt x="114" y="22"/>
                  </a:cubicBezTo>
                  <a:cubicBezTo>
                    <a:pt x="114" y="23"/>
                    <a:pt x="116" y="25"/>
                    <a:pt x="117" y="26"/>
                  </a:cubicBezTo>
                  <a:cubicBezTo>
                    <a:pt x="118" y="27"/>
                    <a:pt x="120" y="28"/>
                    <a:pt x="121" y="28"/>
                  </a:cubicBezTo>
                  <a:cubicBezTo>
                    <a:pt x="122" y="28"/>
                    <a:pt x="124" y="29"/>
                    <a:pt x="125" y="29"/>
                  </a:cubicBezTo>
                  <a:cubicBezTo>
                    <a:pt x="126" y="30"/>
                    <a:pt x="129" y="32"/>
                    <a:pt x="130" y="32"/>
                  </a:cubicBezTo>
                  <a:cubicBezTo>
                    <a:pt x="131" y="33"/>
                    <a:pt x="133" y="33"/>
                    <a:pt x="134" y="33"/>
                  </a:cubicBezTo>
                  <a:cubicBezTo>
                    <a:pt x="135" y="32"/>
                    <a:pt x="136" y="31"/>
                    <a:pt x="137" y="31"/>
                  </a:cubicBezTo>
                  <a:cubicBezTo>
                    <a:pt x="138" y="31"/>
                    <a:pt x="140" y="32"/>
                    <a:pt x="140" y="33"/>
                  </a:cubicBezTo>
                  <a:cubicBezTo>
                    <a:pt x="141" y="33"/>
                    <a:pt x="142" y="35"/>
                    <a:pt x="143" y="35"/>
                  </a:cubicBezTo>
                  <a:cubicBezTo>
                    <a:pt x="143" y="36"/>
                    <a:pt x="145" y="36"/>
                    <a:pt x="146" y="36"/>
                  </a:cubicBezTo>
                  <a:cubicBezTo>
                    <a:pt x="147" y="36"/>
                    <a:pt x="149" y="37"/>
                    <a:pt x="150" y="37"/>
                  </a:cubicBezTo>
                  <a:cubicBezTo>
                    <a:pt x="152" y="38"/>
                    <a:pt x="155" y="38"/>
                    <a:pt x="157" y="38"/>
                  </a:cubicBezTo>
                  <a:cubicBezTo>
                    <a:pt x="158" y="39"/>
                    <a:pt x="160" y="40"/>
                    <a:pt x="162" y="40"/>
                  </a:cubicBezTo>
                  <a:cubicBezTo>
                    <a:pt x="163" y="41"/>
                    <a:pt x="165" y="41"/>
                    <a:pt x="166" y="41"/>
                  </a:cubicBezTo>
                  <a:cubicBezTo>
                    <a:pt x="168" y="40"/>
                    <a:pt x="170" y="40"/>
                    <a:pt x="172" y="40"/>
                  </a:cubicBezTo>
                  <a:cubicBezTo>
                    <a:pt x="173" y="39"/>
                    <a:pt x="175" y="38"/>
                    <a:pt x="176" y="37"/>
                  </a:cubicBezTo>
                  <a:cubicBezTo>
                    <a:pt x="177" y="37"/>
                    <a:pt x="180" y="36"/>
                    <a:pt x="181" y="37"/>
                  </a:cubicBezTo>
                  <a:cubicBezTo>
                    <a:pt x="182" y="37"/>
                    <a:pt x="183" y="40"/>
                    <a:pt x="184" y="42"/>
                  </a:cubicBezTo>
                  <a:cubicBezTo>
                    <a:pt x="185" y="42"/>
                    <a:pt x="186" y="43"/>
                    <a:pt x="187" y="44"/>
                  </a:cubicBezTo>
                  <a:cubicBezTo>
                    <a:pt x="188" y="44"/>
                    <a:pt x="190" y="46"/>
                    <a:pt x="190" y="46"/>
                  </a:cubicBezTo>
                  <a:cubicBezTo>
                    <a:pt x="191" y="47"/>
                    <a:pt x="193" y="49"/>
                    <a:pt x="194" y="50"/>
                  </a:cubicBezTo>
                  <a:cubicBezTo>
                    <a:pt x="195" y="50"/>
                    <a:pt x="196" y="51"/>
                    <a:pt x="197" y="51"/>
                  </a:cubicBezTo>
                  <a:cubicBezTo>
                    <a:pt x="198" y="51"/>
                    <a:pt x="201" y="52"/>
                    <a:pt x="203" y="53"/>
                  </a:cubicBezTo>
                  <a:cubicBezTo>
                    <a:pt x="204" y="53"/>
                    <a:pt x="207" y="52"/>
                    <a:pt x="209" y="52"/>
                  </a:cubicBezTo>
                  <a:cubicBezTo>
                    <a:pt x="210" y="52"/>
                    <a:pt x="213" y="52"/>
                    <a:pt x="214" y="52"/>
                  </a:cubicBezTo>
                  <a:cubicBezTo>
                    <a:pt x="215" y="52"/>
                    <a:pt x="218" y="54"/>
                    <a:pt x="220" y="54"/>
                  </a:cubicBezTo>
                  <a:cubicBezTo>
                    <a:pt x="221" y="55"/>
                    <a:pt x="224" y="55"/>
                    <a:pt x="225" y="55"/>
                  </a:cubicBezTo>
                  <a:cubicBezTo>
                    <a:pt x="226" y="54"/>
                    <a:pt x="229" y="54"/>
                    <a:pt x="230" y="54"/>
                  </a:cubicBezTo>
                  <a:cubicBezTo>
                    <a:pt x="230" y="53"/>
                    <a:pt x="231" y="52"/>
                    <a:pt x="231" y="52"/>
                  </a:cubicBezTo>
                  <a:cubicBezTo>
                    <a:pt x="232" y="51"/>
                    <a:pt x="232" y="48"/>
                    <a:pt x="233" y="47"/>
                  </a:cubicBezTo>
                  <a:cubicBezTo>
                    <a:pt x="233" y="46"/>
                    <a:pt x="235" y="46"/>
                    <a:pt x="236" y="46"/>
                  </a:cubicBezTo>
                  <a:cubicBezTo>
                    <a:pt x="237" y="46"/>
                    <a:pt x="239" y="46"/>
                    <a:pt x="240" y="46"/>
                  </a:cubicBezTo>
                  <a:cubicBezTo>
                    <a:pt x="241" y="47"/>
                    <a:pt x="242" y="48"/>
                    <a:pt x="242" y="49"/>
                  </a:cubicBezTo>
                  <a:cubicBezTo>
                    <a:pt x="243" y="49"/>
                    <a:pt x="246" y="50"/>
                    <a:pt x="247" y="50"/>
                  </a:cubicBezTo>
                  <a:cubicBezTo>
                    <a:pt x="248" y="49"/>
                    <a:pt x="247" y="47"/>
                    <a:pt x="248" y="47"/>
                  </a:cubicBezTo>
                  <a:cubicBezTo>
                    <a:pt x="248" y="46"/>
                    <a:pt x="250" y="46"/>
                    <a:pt x="251" y="46"/>
                  </a:cubicBezTo>
                  <a:cubicBezTo>
                    <a:pt x="252" y="46"/>
                    <a:pt x="255" y="48"/>
                    <a:pt x="256" y="48"/>
                  </a:cubicBezTo>
                  <a:cubicBezTo>
                    <a:pt x="257" y="49"/>
                    <a:pt x="260" y="51"/>
                    <a:pt x="261" y="52"/>
                  </a:cubicBezTo>
                  <a:cubicBezTo>
                    <a:pt x="262" y="53"/>
                    <a:pt x="261" y="56"/>
                    <a:pt x="262" y="57"/>
                  </a:cubicBezTo>
                  <a:cubicBezTo>
                    <a:pt x="262" y="58"/>
                    <a:pt x="263" y="62"/>
                    <a:pt x="263" y="63"/>
                  </a:cubicBezTo>
                  <a:cubicBezTo>
                    <a:pt x="264" y="65"/>
                    <a:pt x="265" y="67"/>
                    <a:pt x="266" y="68"/>
                  </a:cubicBezTo>
                  <a:cubicBezTo>
                    <a:pt x="267" y="69"/>
                    <a:pt x="268" y="71"/>
                    <a:pt x="269" y="71"/>
                  </a:cubicBezTo>
                  <a:cubicBezTo>
                    <a:pt x="270" y="72"/>
                    <a:pt x="270" y="75"/>
                    <a:pt x="271" y="76"/>
                  </a:cubicBezTo>
                  <a:cubicBezTo>
                    <a:pt x="271" y="77"/>
                    <a:pt x="271" y="79"/>
                    <a:pt x="272" y="80"/>
                  </a:cubicBezTo>
                  <a:cubicBezTo>
                    <a:pt x="274" y="81"/>
                    <a:pt x="279" y="82"/>
                    <a:pt x="281" y="83"/>
                  </a:cubicBezTo>
                  <a:cubicBezTo>
                    <a:pt x="282" y="83"/>
                    <a:pt x="285" y="83"/>
                    <a:pt x="287" y="83"/>
                  </a:cubicBezTo>
                  <a:cubicBezTo>
                    <a:pt x="288" y="83"/>
                    <a:pt x="291" y="85"/>
                    <a:pt x="292" y="86"/>
                  </a:cubicBezTo>
                  <a:cubicBezTo>
                    <a:pt x="293" y="86"/>
                    <a:pt x="296" y="87"/>
                    <a:pt x="297" y="88"/>
                  </a:cubicBezTo>
                  <a:cubicBezTo>
                    <a:pt x="298" y="88"/>
                    <a:pt x="301" y="89"/>
                    <a:pt x="303" y="90"/>
                  </a:cubicBezTo>
                  <a:cubicBezTo>
                    <a:pt x="305" y="90"/>
                    <a:pt x="309" y="92"/>
                    <a:pt x="311" y="92"/>
                  </a:cubicBezTo>
                  <a:cubicBezTo>
                    <a:pt x="312" y="92"/>
                    <a:pt x="315" y="92"/>
                    <a:pt x="317" y="92"/>
                  </a:cubicBezTo>
                  <a:cubicBezTo>
                    <a:pt x="318" y="92"/>
                    <a:pt x="319" y="94"/>
                    <a:pt x="320" y="95"/>
                  </a:cubicBezTo>
                  <a:cubicBezTo>
                    <a:pt x="321" y="96"/>
                    <a:pt x="322" y="98"/>
                    <a:pt x="322" y="98"/>
                  </a:cubicBezTo>
                  <a:cubicBezTo>
                    <a:pt x="323" y="99"/>
                    <a:pt x="326" y="99"/>
                    <a:pt x="327" y="100"/>
                  </a:cubicBezTo>
                  <a:cubicBezTo>
                    <a:pt x="329" y="100"/>
                    <a:pt x="332" y="100"/>
                    <a:pt x="334" y="101"/>
                  </a:cubicBezTo>
                  <a:cubicBezTo>
                    <a:pt x="335" y="102"/>
                    <a:pt x="337" y="103"/>
                    <a:pt x="338" y="104"/>
                  </a:cubicBezTo>
                  <a:cubicBezTo>
                    <a:pt x="339" y="106"/>
                    <a:pt x="340" y="109"/>
                    <a:pt x="340" y="110"/>
                  </a:cubicBezTo>
                  <a:cubicBezTo>
                    <a:pt x="341" y="112"/>
                    <a:pt x="343" y="116"/>
                    <a:pt x="344" y="118"/>
                  </a:cubicBezTo>
                  <a:cubicBezTo>
                    <a:pt x="345" y="119"/>
                    <a:pt x="346" y="122"/>
                    <a:pt x="347" y="122"/>
                  </a:cubicBezTo>
                  <a:cubicBezTo>
                    <a:pt x="348" y="123"/>
                    <a:pt x="350" y="123"/>
                    <a:pt x="351" y="124"/>
                  </a:cubicBezTo>
                  <a:cubicBezTo>
                    <a:pt x="353" y="124"/>
                    <a:pt x="355" y="124"/>
                    <a:pt x="356" y="124"/>
                  </a:cubicBezTo>
                  <a:cubicBezTo>
                    <a:pt x="358" y="124"/>
                    <a:pt x="362" y="125"/>
                    <a:pt x="364" y="125"/>
                  </a:cubicBezTo>
                  <a:cubicBezTo>
                    <a:pt x="366" y="126"/>
                    <a:pt x="370" y="127"/>
                    <a:pt x="372" y="128"/>
                  </a:cubicBezTo>
                  <a:cubicBezTo>
                    <a:pt x="374" y="129"/>
                    <a:pt x="377" y="131"/>
                    <a:pt x="379" y="132"/>
                  </a:cubicBezTo>
                  <a:cubicBezTo>
                    <a:pt x="380" y="133"/>
                    <a:pt x="381" y="135"/>
                    <a:pt x="383" y="136"/>
                  </a:cubicBezTo>
                  <a:cubicBezTo>
                    <a:pt x="384" y="137"/>
                    <a:pt x="387" y="137"/>
                    <a:pt x="389" y="137"/>
                  </a:cubicBezTo>
                  <a:cubicBezTo>
                    <a:pt x="390" y="138"/>
                    <a:pt x="392" y="138"/>
                    <a:pt x="393" y="139"/>
                  </a:cubicBezTo>
                  <a:cubicBezTo>
                    <a:pt x="394" y="139"/>
                    <a:pt x="395" y="141"/>
                    <a:pt x="395" y="141"/>
                  </a:cubicBezTo>
                  <a:cubicBezTo>
                    <a:pt x="398" y="144"/>
                    <a:pt x="404" y="148"/>
                    <a:pt x="408" y="150"/>
                  </a:cubicBezTo>
                  <a:cubicBezTo>
                    <a:pt x="411" y="151"/>
                    <a:pt x="417" y="153"/>
                    <a:pt x="420" y="154"/>
                  </a:cubicBezTo>
                  <a:cubicBezTo>
                    <a:pt x="422" y="156"/>
                    <a:pt x="426" y="160"/>
                    <a:pt x="428" y="162"/>
                  </a:cubicBezTo>
                  <a:cubicBezTo>
                    <a:pt x="430" y="163"/>
                    <a:pt x="434" y="165"/>
                    <a:pt x="436" y="166"/>
                  </a:cubicBezTo>
                  <a:cubicBezTo>
                    <a:pt x="440" y="168"/>
                    <a:pt x="446" y="171"/>
                    <a:pt x="449" y="172"/>
                  </a:cubicBezTo>
                  <a:cubicBezTo>
                    <a:pt x="452" y="173"/>
                    <a:pt x="456" y="174"/>
                    <a:pt x="459" y="17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18"/>
            <p:cNvSpPr>
              <a:spLocks/>
            </p:cNvSpPr>
            <p:nvPr/>
          </p:nvSpPr>
          <p:spPr bwMode="auto">
            <a:xfrm>
              <a:off x="2892426" y="1819275"/>
              <a:ext cx="98425" cy="93663"/>
            </a:xfrm>
            <a:custGeom>
              <a:avLst/>
              <a:gdLst/>
              <a:ahLst/>
              <a:cxnLst>
                <a:cxn ang="0">
                  <a:pos x="55" y="46"/>
                </a:cxn>
                <a:cxn ang="0">
                  <a:pos x="55" y="51"/>
                </a:cxn>
                <a:cxn ang="0">
                  <a:pos x="50" y="51"/>
                </a:cxn>
                <a:cxn ang="0">
                  <a:pos x="47" y="47"/>
                </a:cxn>
                <a:cxn ang="0">
                  <a:pos x="42" y="47"/>
                </a:cxn>
                <a:cxn ang="0">
                  <a:pos x="35" y="43"/>
                </a:cxn>
                <a:cxn ang="0">
                  <a:pos x="32" y="40"/>
                </a:cxn>
                <a:cxn ang="0">
                  <a:pos x="27" y="35"/>
                </a:cxn>
                <a:cxn ang="0">
                  <a:pos x="24" y="38"/>
                </a:cxn>
                <a:cxn ang="0">
                  <a:pos x="17" y="37"/>
                </a:cxn>
                <a:cxn ang="0">
                  <a:pos x="14" y="34"/>
                </a:cxn>
                <a:cxn ang="0">
                  <a:pos x="11" y="27"/>
                </a:cxn>
                <a:cxn ang="0">
                  <a:pos x="7" y="21"/>
                </a:cxn>
                <a:cxn ang="0">
                  <a:pos x="2" y="16"/>
                </a:cxn>
                <a:cxn ang="0">
                  <a:pos x="1" y="10"/>
                </a:cxn>
                <a:cxn ang="0">
                  <a:pos x="4" y="5"/>
                </a:cxn>
                <a:cxn ang="0">
                  <a:pos x="7" y="1"/>
                </a:cxn>
                <a:cxn ang="0">
                  <a:pos x="11" y="1"/>
                </a:cxn>
                <a:cxn ang="0">
                  <a:pos x="15" y="2"/>
                </a:cxn>
                <a:cxn ang="0">
                  <a:pos x="24" y="3"/>
                </a:cxn>
                <a:cxn ang="0">
                  <a:pos x="27" y="4"/>
                </a:cxn>
                <a:cxn ang="0">
                  <a:pos x="30" y="8"/>
                </a:cxn>
                <a:cxn ang="0">
                  <a:pos x="37" y="10"/>
                </a:cxn>
                <a:cxn ang="0">
                  <a:pos x="40" y="13"/>
                </a:cxn>
                <a:cxn ang="0">
                  <a:pos x="49" y="14"/>
                </a:cxn>
                <a:cxn ang="0">
                  <a:pos x="49" y="19"/>
                </a:cxn>
                <a:cxn ang="0">
                  <a:pos x="53" y="21"/>
                </a:cxn>
                <a:cxn ang="0">
                  <a:pos x="53" y="26"/>
                </a:cxn>
                <a:cxn ang="0">
                  <a:pos x="50" y="29"/>
                </a:cxn>
                <a:cxn ang="0">
                  <a:pos x="46" y="30"/>
                </a:cxn>
                <a:cxn ang="0">
                  <a:pos x="44" y="32"/>
                </a:cxn>
                <a:cxn ang="0">
                  <a:pos x="44" y="36"/>
                </a:cxn>
                <a:cxn ang="0">
                  <a:pos x="47" y="40"/>
                </a:cxn>
                <a:cxn ang="0">
                  <a:pos x="53" y="41"/>
                </a:cxn>
                <a:cxn ang="0">
                  <a:pos x="55" y="46"/>
                </a:cxn>
              </a:cxnLst>
              <a:rect l="0" t="0" r="r" b="b"/>
              <a:pathLst>
                <a:path w="56" h="52">
                  <a:moveTo>
                    <a:pt x="55" y="46"/>
                  </a:moveTo>
                  <a:cubicBezTo>
                    <a:pt x="55" y="47"/>
                    <a:pt x="56" y="50"/>
                    <a:pt x="55" y="51"/>
                  </a:cubicBezTo>
                  <a:cubicBezTo>
                    <a:pt x="54" y="52"/>
                    <a:pt x="52" y="52"/>
                    <a:pt x="50" y="51"/>
                  </a:cubicBezTo>
                  <a:cubicBezTo>
                    <a:pt x="49" y="51"/>
                    <a:pt x="49" y="47"/>
                    <a:pt x="47" y="47"/>
                  </a:cubicBezTo>
                  <a:cubicBezTo>
                    <a:pt x="46" y="46"/>
                    <a:pt x="43" y="47"/>
                    <a:pt x="42" y="47"/>
                  </a:cubicBezTo>
                  <a:cubicBezTo>
                    <a:pt x="40" y="46"/>
                    <a:pt x="36" y="45"/>
                    <a:pt x="35" y="43"/>
                  </a:cubicBezTo>
                  <a:cubicBezTo>
                    <a:pt x="34" y="43"/>
                    <a:pt x="33" y="41"/>
                    <a:pt x="32" y="40"/>
                  </a:cubicBezTo>
                  <a:cubicBezTo>
                    <a:pt x="31" y="38"/>
                    <a:pt x="29" y="35"/>
                    <a:pt x="27" y="35"/>
                  </a:cubicBezTo>
                  <a:cubicBezTo>
                    <a:pt x="26" y="35"/>
                    <a:pt x="25" y="37"/>
                    <a:pt x="24" y="38"/>
                  </a:cubicBezTo>
                  <a:cubicBezTo>
                    <a:pt x="22" y="38"/>
                    <a:pt x="18" y="38"/>
                    <a:pt x="17" y="37"/>
                  </a:cubicBezTo>
                  <a:cubicBezTo>
                    <a:pt x="16" y="37"/>
                    <a:pt x="15" y="35"/>
                    <a:pt x="14" y="34"/>
                  </a:cubicBezTo>
                  <a:cubicBezTo>
                    <a:pt x="13" y="33"/>
                    <a:pt x="12" y="29"/>
                    <a:pt x="11" y="27"/>
                  </a:cubicBezTo>
                  <a:cubicBezTo>
                    <a:pt x="10" y="25"/>
                    <a:pt x="8" y="22"/>
                    <a:pt x="7" y="21"/>
                  </a:cubicBezTo>
                  <a:cubicBezTo>
                    <a:pt x="6" y="19"/>
                    <a:pt x="3" y="18"/>
                    <a:pt x="2" y="16"/>
                  </a:cubicBezTo>
                  <a:cubicBezTo>
                    <a:pt x="1" y="15"/>
                    <a:pt x="0" y="12"/>
                    <a:pt x="1" y="10"/>
                  </a:cubicBezTo>
                  <a:cubicBezTo>
                    <a:pt x="1" y="9"/>
                    <a:pt x="3" y="6"/>
                    <a:pt x="4" y="5"/>
                  </a:cubicBezTo>
                  <a:cubicBezTo>
                    <a:pt x="5" y="4"/>
                    <a:pt x="6" y="1"/>
                    <a:pt x="7" y="1"/>
                  </a:cubicBezTo>
                  <a:cubicBezTo>
                    <a:pt x="8" y="0"/>
                    <a:pt x="10" y="1"/>
                    <a:pt x="11" y="1"/>
                  </a:cubicBezTo>
                  <a:cubicBezTo>
                    <a:pt x="12" y="1"/>
                    <a:pt x="14" y="2"/>
                    <a:pt x="15" y="2"/>
                  </a:cubicBezTo>
                  <a:cubicBezTo>
                    <a:pt x="17" y="2"/>
                    <a:pt x="22" y="2"/>
                    <a:pt x="24" y="3"/>
                  </a:cubicBezTo>
                  <a:cubicBezTo>
                    <a:pt x="24" y="3"/>
                    <a:pt x="26" y="4"/>
                    <a:pt x="27" y="4"/>
                  </a:cubicBezTo>
                  <a:cubicBezTo>
                    <a:pt x="28" y="5"/>
                    <a:pt x="29" y="8"/>
                    <a:pt x="30" y="8"/>
                  </a:cubicBezTo>
                  <a:cubicBezTo>
                    <a:pt x="31" y="9"/>
                    <a:pt x="35" y="9"/>
                    <a:pt x="37" y="10"/>
                  </a:cubicBezTo>
                  <a:cubicBezTo>
                    <a:pt x="38" y="10"/>
                    <a:pt x="39" y="12"/>
                    <a:pt x="40" y="13"/>
                  </a:cubicBezTo>
                  <a:cubicBezTo>
                    <a:pt x="42" y="14"/>
                    <a:pt x="47" y="13"/>
                    <a:pt x="49" y="14"/>
                  </a:cubicBezTo>
                  <a:cubicBezTo>
                    <a:pt x="50" y="15"/>
                    <a:pt x="49" y="18"/>
                    <a:pt x="49" y="19"/>
                  </a:cubicBezTo>
                  <a:cubicBezTo>
                    <a:pt x="50" y="20"/>
                    <a:pt x="53" y="20"/>
                    <a:pt x="53" y="21"/>
                  </a:cubicBezTo>
                  <a:cubicBezTo>
                    <a:pt x="54" y="22"/>
                    <a:pt x="54" y="25"/>
                    <a:pt x="53" y="26"/>
                  </a:cubicBezTo>
                  <a:cubicBezTo>
                    <a:pt x="53" y="27"/>
                    <a:pt x="52" y="29"/>
                    <a:pt x="50" y="29"/>
                  </a:cubicBezTo>
                  <a:cubicBezTo>
                    <a:pt x="50" y="30"/>
                    <a:pt x="47" y="29"/>
                    <a:pt x="46" y="30"/>
                  </a:cubicBezTo>
                  <a:cubicBezTo>
                    <a:pt x="46" y="30"/>
                    <a:pt x="44" y="31"/>
                    <a:pt x="44" y="32"/>
                  </a:cubicBezTo>
                  <a:cubicBezTo>
                    <a:pt x="44" y="33"/>
                    <a:pt x="44" y="35"/>
                    <a:pt x="44" y="36"/>
                  </a:cubicBezTo>
                  <a:cubicBezTo>
                    <a:pt x="45" y="37"/>
                    <a:pt x="46" y="39"/>
                    <a:pt x="47" y="40"/>
                  </a:cubicBezTo>
                  <a:cubicBezTo>
                    <a:pt x="48" y="41"/>
                    <a:pt x="52" y="40"/>
                    <a:pt x="53" y="41"/>
                  </a:cubicBezTo>
                  <a:cubicBezTo>
                    <a:pt x="54" y="42"/>
                    <a:pt x="55" y="44"/>
                    <a:pt x="55" y="4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9"/>
            <p:cNvSpPr>
              <a:spLocks/>
            </p:cNvSpPr>
            <p:nvPr/>
          </p:nvSpPr>
          <p:spPr bwMode="auto">
            <a:xfrm>
              <a:off x="1301751" y="1385888"/>
              <a:ext cx="1820863" cy="1390650"/>
            </a:xfrm>
            <a:custGeom>
              <a:avLst/>
              <a:gdLst/>
              <a:ahLst/>
              <a:cxnLst>
                <a:cxn ang="0">
                  <a:pos x="264" y="21"/>
                </a:cxn>
                <a:cxn ang="0">
                  <a:pos x="292" y="8"/>
                </a:cxn>
                <a:cxn ang="0">
                  <a:pos x="354" y="13"/>
                </a:cxn>
                <a:cxn ang="0">
                  <a:pos x="410" y="41"/>
                </a:cxn>
                <a:cxn ang="0">
                  <a:pos x="470" y="52"/>
                </a:cxn>
                <a:cxn ang="0">
                  <a:pos x="532" y="48"/>
                </a:cxn>
                <a:cxn ang="0">
                  <a:pos x="576" y="58"/>
                </a:cxn>
                <a:cxn ang="0">
                  <a:pos x="636" y="102"/>
                </a:cxn>
                <a:cxn ang="0">
                  <a:pos x="679" y="166"/>
                </a:cxn>
                <a:cxn ang="0">
                  <a:pos x="694" y="181"/>
                </a:cxn>
                <a:cxn ang="0">
                  <a:pos x="723" y="180"/>
                </a:cxn>
                <a:cxn ang="0">
                  <a:pos x="715" y="147"/>
                </a:cxn>
                <a:cxn ang="0">
                  <a:pos x="782" y="113"/>
                </a:cxn>
                <a:cxn ang="0">
                  <a:pos x="845" y="126"/>
                </a:cxn>
                <a:cxn ang="0">
                  <a:pos x="861" y="173"/>
                </a:cxn>
                <a:cxn ang="0">
                  <a:pos x="860" y="204"/>
                </a:cxn>
                <a:cxn ang="0">
                  <a:pos x="844" y="211"/>
                </a:cxn>
                <a:cxn ang="0">
                  <a:pos x="869" y="251"/>
                </a:cxn>
                <a:cxn ang="0">
                  <a:pos x="876" y="276"/>
                </a:cxn>
                <a:cxn ang="0">
                  <a:pos x="838" y="288"/>
                </a:cxn>
                <a:cxn ang="0">
                  <a:pos x="840" y="332"/>
                </a:cxn>
                <a:cxn ang="0">
                  <a:pos x="813" y="377"/>
                </a:cxn>
                <a:cxn ang="0">
                  <a:pos x="855" y="425"/>
                </a:cxn>
                <a:cxn ang="0">
                  <a:pos x="875" y="438"/>
                </a:cxn>
                <a:cxn ang="0">
                  <a:pos x="926" y="424"/>
                </a:cxn>
                <a:cxn ang="0">
                  <a:pos x="985" y="446"/>
                </a:cxn>
                <a:cxn ang="0">
                  <a:pos x="1001" y="497"/>
                </a:cxn>
                <a:cxn ang="0">
                  <a:pos x="1015" y="531"/>
                </a:cxn>
                <a:cxn ang="0">
                  <a:pos x="994" y="571"/>
                </a:cxn>
                <a:cxn ang="0">
                  <a:pos x="977" y="618"/>
                </a:cxn>
                <a:cxn ang="0">
                  <a:pos x="943" y="610"/>
                </a:cxn>
                <a:cxn ang="0">
                  <a:pos x="934" y="672"/>
                </a:cxn>
                <a:cxn ang="0">
                  <a:pos x="897" y="686"/>
                </a:cxn>
                <a:cxn ang="0">
                  <a:pos x="849" y="655"/>
                </a:cxn>
                <a:cxn ang="0">
                  <a:pos x="824" y="617"/>
                </a:cxn>
                <a:cxn ang="0">
                  <a:pos x="762" y="599"/>
                </a:cxn>
                <a:cxn ang="0">
                  <a:pos x="694" y="598"/>
                </a:cxn>
                <a:cxn ang="0">
                  <a:pos x="634" y="615"/>
                </a:cxn>
                <a:cxn ang="0">
                  <a:pos x="568" y="666"/>
                </a:cxn>
                <a:cxn ang="0">
                  <a:pos x="508" y="703"/>
                </a:cxn>
                <a:cxn ang="0">
                  <a:pos x="471" y="731"/>
                </a:cxn>
                <a:cxn ang="0">
                  <a:pos x="445" y="757"/>
                </a:cxn>
                <a:cxn ang="0">
                  <a:pos x="419" y="772"/>
                </a:cxn>
                <a:cxn ang="0">
                  <a:pos x="374" y="754"/>
                </a:cxn>
                <a:cxn ang="0">
                  <a:pos x="319" y="770"/>
                </a:cxn>
                <a:cxn ang="0">
                  <a:pos x="268" y="740"/>
                </a:cxn>
                <a:cxn ang="0">
                  <a:pos x="240" y="735"/>
                </a:cxn>
                <a:cxn ang="0">
                  <a:pos x="200" y="695"/>
                </a:cxn>
                <a:cxn ang="0">
                  <a:pos x="157" y="667"/>
                </a:cxn>
                <a:cxn ang="0">
                  <a:pos x="118" y="625"/>
                </a:cxn>
                <a:cxn ang="0">
                  <a:pos x="50" y="652"/>
                </a:cxn>
                <a:cxn ang="0">
                  <a:pos x="12" y="627"/>
                </a:cxn>
                <a:cxn ang="0">
                  <a:pos x="45" y="537"/>
                </a:cxn>
                <a:cxn ang="0">
                  <a:pos x="66" y="454"/>
                </a:cxn>
                <a:cxn ang="0">
                  <a:pos x="151" y="415"/>
                </a:cxn>
                <a:cxn ang="0">
                  <a:pos x="214" y="343"/>
                </a:cxn>
                <a:cxn ang="0">
                  <a:pos x="180" y="271"/>
                </a:cxn>
                <a:cxn ang="0">
                  <a:pos x="112" y="223"/>
                </a:cxn>
                <a:cxn ang="0">
                  <a:pos x="133" y="180"/>
                </a:cxn>
                <a:cxn ang="0">
                  <a:pos x="184" y="150"/>
                </a:cxn>
                <a:cxn ang="0">
                  <a:pos x="154" y="97"/>
                </a:cxn>
                <a:cxn ang="0">
                  <a:pos x="158" y="48"/>
                </a:cxn>
                <a:cxn ang="0">
                  <a:pos x="204" y="11"/>
                </a:cxn>
              </a:cxnLst>
              <a:rect l="0" t="0" r="r" b="b"/>
              <a:pathLst>
                <a:path w="1025" h="782">
                  <a:moveTo>
                    <a:pt x="214" y="4"/>
                  </a:moveTo>
                  <a:cubicBezTo>
                    <a:pt x="215" y="4"/>
                    <a:pt x="215" y="4"/>
                    <a:pt x="216" y="4"/>
                  </a:cubicBezTo>
                  <a:cubicBezTo>
                    <a:pt x="217" y="4"/>
                    <a:pt x="218" y="5"/>
                    <a:pt x="219" y="5"/>
                  </a:cubicBezTo>
                  <a:cubicBezTo>
                    <a:pt x="219" y="6"/>
                    <a:pt x="218" y="8"/>
                    <a:pt x="219" y="8"/>
                  </a:cubicBezTo>
                  <a:cubicBezTo>
                    <a:pt x="219" y="9"/>
                    <a:pt x="222" y="9"/>
                    <a:pt x="222" y="10"/>
                  </a:cubicBezTo>
                  <a:cubicBezTo>
                    <a:pt x="222" y="10"/>
                    <a:pt x="221" y="12"/>
                    <a:pt x="221" y="13"/>
                  </a:cubicBezTo>
                  <a:cubicBezTo>
                    <a:pt x="222" y="14"/>
                    <a:pt x="225" y="15"/>
                    <a:pt x="226" y="14"/>
                  </a:cubicBezTo>
                  <a:cubicBezTo>
                    <a:pt x="227" y="14"/>
                    <a:pt x="228" y="12"/>
                    <a:pt x="229" y="12"/>
                  </a:cubicBezTo>
                  <a:cubicBezTo>
                    <a:pt x="231" y="11"/>
                    <a:pt x="234" y="10"/>
                    <a:pt x="235" y="10"/>
                  </a:cubicBezTo>
                  <a:cubicBezTo>
                    <a:pt x="237" y="10"/>
                    <a:pt x="242" y="10"/>
                    <a:pt x="243" y="11"/>
                  </a:cubicBezTo>
                  <a:cubicBezTo>
                    <a:pt x="245" y="11"/>
                    <a:pt x="247" y="13"/>
                    <a:pt x="248" y="14"/>
                  </a:cubicBezTo>
                  <a:cubicBezTo>
                    <a:pt x="249" y="15"/>
                    <a:pt x="251" y="17"/>
                    <a:pt x="252" y="18"/>
                  </a:cubicBezTo>
                  <a:cubicBezTo>
                    <a:pt x="253" y="18"/>
                    <a:pt x="255" y="18"/>
                    <a:pt x="255" y="18"/>
                  </a:cubicBezTo>
                  <a:cubicBezTo>
                    <a:pt x="256" y="19"/>
                    <a:pt x="258" y="20"/>
                    <a:pt x="258" y="20"/>
                  </a:cubicBezTo>
                  <a:cubicBezTo>
                    <a:pt x="260" y="21"/>
                    <a:pt x="263" y="21"/>
                    <a:pt x="264" y="21"/>
                  </a:cubicBezTo>
                  <a:cubicBezTo>
                    <a:pt x="265" y="21"/>
                    <a:pt x="267" y="20"/>
                    <a:pt x="268" y="20"/>
                  </a:cubicBezTo>
                  <a:cubicBezTo>
                    <a:pt x="270" y="20"/>
                    <a:pt x="273" y="21"/>
                    <a:pt x="274" y="21"/>
                  </a:cubicBezTo>
                  <a:cubicBezTo>
                    <a:pt x="275" y="20"/>
                    <a:pt x="277" y="19"/>
                    <a:pt x="278" y="19"/>
                  </a:cubicBezTo>
                  <a:cubicBezTo>
                    <a:pt x="279" y="19"/>
                    <a:pt x="280" y="20"/>
                    <a:pt x="281" y="21"/>
                  </a:cubicBezTo>
                  <a:cubicBezTo>
                    <a:pt x="282" y="21"/>
                    <a:pt x="284" y="20"/>
                    <a:pt x="285" y="19"/>
                  </a:cubicBezTo>
                  <a:cubicBezTo>
                    <a:pt x="286" y="18"/>
                    <a:pt x="286" y="15"/>
                    <a:pt x="285" y="14"/>
                  </a:cubicBezTo>
                  <a:cubicBezTo>
                    <a:pt x="285" y="13"/>
                    <a:pt x="284" y="12"/>
                    <a:pt x="283" y="12"/>
                  </a:cubicBezTo>
                  <a:cubicBezTo>
                    <a:pt x="282" y="12"/>
                    <a:pt x="279" y="12"/>
                    <a:pt x="279" y="12"/>
                  </a:cubicBezTo>
                  <a:cubicBezTo>
                    <a:pt x="278" y="11"/>
                    <a:pt x="278" y="9"/>
                    <a:pt x="278" y="8"/>
                  </a:cubicBezTo>
                  <a:cubicBezTo>
                    <a:pt x="278" y="7"/>
                    <a:pt x="278" y="6"/>
                    <a:pt x="278" y="6"/>
                  </a:cubicBezTo>
                  <a:cubicBezTo>
                    <a:pt x="279" y="5"/>
                    <a:pt x="280" y="5"/>
                    <a:pt x="281" y="5"/>
                  </a:cubicBezTo>
                  <a:cubicBezTo>
                    <a:pt x="281" y="5"/>
                    <a:pt x="282" y="6"/>
                    <a:pt x="283" y="6"/>
                  </a:cubicBezTo>
                  <a:cubicBezTo>
                    <a:pt x="283" y="7"/>
                    <a:pt x="284" y="9"/>
                    <a:pt x="285" y="9"/>
                  </a:cubicBezTo>
                  <a:cubicBezTo>
                    <a:pt x="286" y="10"/>
                    <a:pt x="289" y="10"/>
                    <a:pt x="290" y="10"/>
                  </a:cubicBezTo>
                  <a:cubicBezTo>
                    <a:pt x="291" y="9"/>
                    <a:pt x="291" y="8"/>
                    <a:pt x="292" y="8"/>
                  </a:cubicBezTo>
                  <a:cubicBezTo>
                    <a:pt x="293" y="7"/>
                    <a:pt x="294" y="4"/>
                    <a:pt x="295" y="3"/>
                  </a:cubicBezTo>
                  <a:cubicBezTo>
                    <a:pt x="296" y="2"/>
                    <a:pt x="298" y="1"/>
                    <a:pt x="299" y="0"/>
                  </a:cubicBezTo>
                  <a:cubicBezTo>
                    <a:pt x="300" y="0"/>
                    <a:pt x="303" y="0"/>
                    <a:pt x="304" y="0"/>
                  </a:cubicBezTo>
                  <a:cubicBezTo>
                    <a:pt x="305" y="0"/>
                    <a:pt x="307" y="1"/>
                    <a:pt x="308" y="2"/>
                  </a:cubicBezTo>
                  <a:cubicBezTo>
                    <a:pt x="309" y="3"/>
                    <a:pt x="312" y="5"/>
                    <a:pt x="313" y="6"/>
                  </a:cubicBezTo>
                  <a:cubicBezTo>
                    <a:pt x="314" y="7"/>
                    <a:pt x="315" y="9"/>
                    <a:pt x="316" y="10"/>
                  </a:cubicBezTo>
                  <a:cubicBezTo>
                    <a:pt x="317" y="11"/>
                    <a:pt x="319" y="13"/>
                    <a:pt x="321" y="13"/>
                  </a:cubicBezTo>
                  <a:cubicBezTo>
                    <a:pt x="322" y="14"/>
                    <a:pt x="325" y="14"/>
                    <a:pt x="326" y="13"/>
                  </a:cubicBezTo>
                  <a:cubicBezTo>
                    <a:pt x="327" y="13"/>
                    <a:pt x="328" y="11"/>
                    <a:pt x="329" y="11"/>
                  </a:cubicBezTo>
                  <a:cubicBezTo>
                    <a:pt x="330" y="10"/>
                    <a:pt x="332" y="10"/>
                    <a:pt x="334" y="10"/>
                  </a:cubicBezTo>
                  <a:cubicBezTo>
                    <a:pt x="334" y="10"/>
                    <a:pt x="336" y="11"/>
                    <a:pt x="337" y="11"/>
                  </a:cubicBezTo>
                  <a:cubicBezTo>
                    <a:pt x="337" y="12"/>
                    <a:pt x="337" y="14"/>
                    <a:pt x="338" y="15"/>
                  </a:cubicBezTo>
                  <a:cubicBezTo>
                    <a:pt x="338" y="16"/>
                    <a:pt x="340" y="17"/>
                    <a:pt x="341" y="17"/>
                  </a:cubicBezTo>
                  <a:cubicBezTo>
                    <a:pt x="343" y="18"/>
                    <a:pt x="347" y="17"/>
                    <a:pt x="349" y="16"/>
                  </a:cubicBezTo>
                  <a:cubicBezTo>
                    <a:pt x="350" y="16"/>
                    <a:pt x="352" y="13"/>
                    <a:pt x="354" y="13"/>
                  </a:cubicBezTo>
                  <a:cubicBezTo>
                    <a:pt x="356" y="12"/>
                    <a:pt x="360" y="12"/>
                    <a:pt x="362" y="13"/>
                  </a:cubicBezTo>
                  <a:cubicBezTo>
                    <a:pt x="363" y="14"/>
                    <a:pt x="363" y="16"/>
                    <a:pt x="364" y="17"/>
                  </a:cubicBezTo>
                  <a:cubicBezTo>
                    <a:pt x="365" y="17"/>
                    <a:pt x="368" y="16"/>
                    <a:pt x="369" y="16"/>
                  </a:cubicBezTo>
                  <a:cubicBezTo>
                    <a:pt x="370" y="16"/>
                    <a:pt x="372" y="16"/>
                    <a:pt x="372" y="16"/>
                  </a:cubicBezTo>
                  <a:cubicBezTo>
                    <a:pt x="373" y="17"/>
                    <a:pt x="373" y="18"/>
                    <a:pt x="373" y="19"/>
                  </a:cubicBezTo>
                  <a:cubicBezTo>
                    <a:pt x="374" y="20"/>
                    <a:pt x="372" y="21"/>
                    <a:pt x="372" y="22"/>
                  </a:cubicBezTo>
                  <a:cubicBezTo>
                    <a:pt x="372" y="24"/>
                    <a:pt x="371" y="28"/>
                    <a:pt x="372" y="29"/>
                  </a:cubicBezTo>
                  <a:cubicBezTo>
                    <a:pt x="373" y="31"/>
                    <a:pt x="376" y="32"/>
                    <a:pt x="377" y="34"/>
                  </a:cubicBezTo>
                  <a:cubicBezTo>
                    <a:pt x="378" y="35"/>
                    <a:pt x="380" y="37"/>
                    <a:pt x="380" y="38"/>
                  </a:cubicBezTo>
                  <a:cubicBezTo>
                    <a:pt x="381" y="40"/>
                    <a:pt x="381" y="42"/>
                    <a:pt x="382" y="43"/>
                  </a:cubicBezTo>
                  <a:cubicBezTo>
                    <a:pt x="384" y="44"/>
                    <a:pt x="387" y="44"/>
                    <a:pt x="388" y="44"/>
                  </a:cubicBezTo>
                  <a:cubicBezTo>
                    <a:pt x="389" y="45"/>
                    <a:pt x="390" y="48"/>
                    <a:pt x="391" y="48"/>
                  </a:cubicBezTo>
                  <a:cubicBezTo>
                    <a:pt x="393" y="49"/>
                    <a:pt x="397" y="49"/>
                    <a:pt x="399" y="49"/>
                  </a:cubicBezTo>
                  <a:cubicBezTo>
                    <a:pt x="401" y="49"/>
                    <a:pt x="404" y="47"/>
                    <a:pt x="405" y="46"/>
                  </a:cubicBezTo>
                  <a:cubicBezTo>
                    <a:pt x="407" y="45"/>
                    <a:pt x="409" y="42"/>
                    <a:pt x="410" y="41"/>
                  </a:cubicBezTo>
                  <a:cubicBezTo>
                    <a:pt x="411" y="39"/>
                    <a:pt x="411" y="36"/>
                    <a:pt x="413" y="35"/>
                  </a:cubicBezTo>
                  <a:cubicBezTo>
                    <a:pt x="414" y="34"/>
                    <a:pt x="419" y="34"/>
                    <a:pt x="421" y="35"/>
                  </a:cubicBezTo>
                  <a:cubicBezTo>
                    <a:pt x="422" y="35"/>
                    <a:pt x="424" y="38"/>
                    <a:pt x="425" y="39"/>
                  </a:cubicBezTo>
                  <a:cubicBezTo>
                    <a:pt x="426" y="39"/>
                    <a:pt x="426" y="41"/>
                    <a:pt x="427" y="42"/>
                  </a:cubicBezTo>
                  <a:cubicBezTo>
                    <a:pt x="428" y="43"/>
                    <a:pt x="431" y="42"/>
                    <a:pt x="432" y="42"/>
                  </a:cubicBezTo>
                  <a:cubicBezTo>
                    <a:pt x="433" y="43"/>
                    <a:pt x="435" y="45"/>
                    <a:pt x="436" y="45"/>
                  </a:cubicBezTo>
                  <a:cubicBezTo>
                    <a:pt x="437" y="45"/>
                    <a:pt x="439" y="45"/>
                    <a:pt x="440" y="46"/>
                  </a:cubicBezTo>
                  <a:cubicBezTo>
                    <a:pt x="441" y="46"/>
                    <a:pt x="441" y="49"/>
                    <a:pt x="442" y="50"/>
                  </a:cubicBezTo>
                  <a:cubicBezTo>
                    <a:pt x="442" y="51"/>
                    <a:pt x="445" y="51"/>
                    <a:pt x="446" y="51"/>
                  </a:cubicBezTo>
                  <a:cubicBezTo>
                    <a:pt x="446" y="51"/>
                    <a:pt x="448" y="50"/>
                    <a:pt x="448" y="50"/>
                  </a:cubicBezTo>
                  <a:cubicBezTo>
                    <a:pt x="449" y="50"/>
                    <a:pt x="451" y="52"/>
                    <a:pt x="452" y="52"/>
                  </a:cubicBezTo>
                  <a:cubicBezTo>
                    <a:pt x="453" y="52"/>
                    <a:pt x="455" y="52"/>
                    <a:pt x="456" y="51"/>
                  </a:cubicBezTo>
                  <a:cubicBezTo>
                    <a:pt x="457" y="51"/>
                    <a:pt x="459" y="49"/>
                    <a:pt x="460" y="49"/>
                  </a:cubicBezTo>
                  <a:cubicBezTo>
                    <a:pt x="461" y="48"/>
                    <a:pt x="464" y="49"/>
                    <a:pt x="465" y="49"/>
                  </a:cubicBezTo>
                  <a:cubicBezTo>
                    <a:pt x="466" y="50"/>
                    <a:pt x="468" y="52"/>
                    <a:pt x="470" y="52"/>
                  </a:cubicBezTo>
                  <a:cubicBezTo>
                    <a:pt x="471" y="52"/>
                    <a:pt x="474" y="51"/>
                    <a:pt x="475" y="50"/>
                  </a:cubicBezTo>
                  <a:cubicBezTo>
                    <a:pt x="476" y="49"/>
                    <a:pt x="476" y="46"/>
                    <a:pt x="477" y="45"/>
                  </a:cubicBezTo>
                  <a:cubicBezTo>
                    <a:pt x="477" y="44"/>
                    <a:pt x="480" y="43"/>
                    <a:pt x="482" y="42"/>
                  </a:cubicBezTo>
                  <a:cubicBezTo>
                    <a:pt x="483" y="42"/>
                    <a:pt x="487" y="42"/>
                    <a:pt x="488" y="43"/>
                  </a:cubicBezTo>
                  <a:cubicBezTo>
                    <a:pt x="489" y="43"/>
                    <a:pt x="489" y="46"/>
                    <a:pt x="490" y="47"/>
                  </a:cubicBezTo>
                  <a:cubicBezTo>
                    <a:pt x="490" y="48"/>
                    <a:pt x="491" y="48"/>
                    <a:pt x="492" y="48"/>
                  </a:cubicBezTo>
                  <a:cubicBezTo>
                    <a:pt x="494" y="48"/>
                    <a:pt x="500" y="49"/>
                    <a:pt x="502" y="49"/>
                  </a:cubicBezTo>
                  <a:cubicBezTo>
                    <a:pt x="504" y="50"/>
                    <a:pt x="507" y="51"/>
                    <a:pt x="508" y="51"/>
                  </a:cubicBezTo>
                  <a:cubicBezTo>
                    <a:pt x="509" y="51"/>
                    <a:pt x="511" y="51"/>
                    <a:pt x="512" y="50"/>
                  </a:cubicBezTo>
                  <a:cubicBezTo>
                    <a:pt x="514" y="50"/>
                    <a:pt x="516" y="48"/>
                    <a:pt x="517" y="48"/>
                  </a:cubicBezTo>
                  <a:cubicBezTo>
                    <a:pt x="518" y="47"/>
                    <a:pt x="521" y="47"/>
                    <a:pt x="521" y="48"/>
                  </a:cubicBezTo>
                  <a:cubicBezTo>
                    <a:pt x="522" y="49"/>
                    <a:pt x="521" y="51"/>
                    <a:pt x="522" y="52"/>
                  </a:cubicBezTo>
                  <a:cubicBezTo>
                    <a:pt x="522" y="53"/>
                    <a:pt x="525" y="53"/>
                    <a:pt x="526" y="53"/>
                  </a:cubicBezTo>
                  <a:cubicBezTo>
                    <a:pt x="527" y="53"/>
                    <a:pt x="529" y="53"/>
                    <a:pt x="529" y="52"/>
                  </a:cubicBezTo>
                  <a:cubicBezTo>
                    <a:pt x="530" y="51"/>
                    <a:pt x="531" y="49"/>
                    <a:pt x="532" y="48"/>
                  </a:cubicBezTo>
                  <a:cubicBezTo>
                    <a:pt x="532" y="46"/>
                    <a:pt x="533" y="43"/>
                    <a:pt x="534" y="42"/>
                  </a:cubicBezTo>
                  <a:cubicBezTo>
                    <a:pt x="535" y="40"/>
                    <a:pt x="537" y="38"/>
                    <a:pt x="539" y="37"/>
                  </a:cubicBezTo>
                  <a:cubicBezTo>
                    <a:pt x="540" y="37"/>
                    <a:pt x="543" y="36"/>
                    <a:pt x="544" y="36"/>
                  </a:cubicBezTo>
                  <a:cubicBezTo>
                    <a:pt x="545" y="36"/>
                    <a:pt x="547" y="36"/>
                    <a:pt x="547" y="36"/>
                  </a:cubicBezTo>
                  <a:cubicBezTo>
                    <a:pt x="549" y="37"/>
                    <a:pt x="550" y="40"/>
                    <a:pt x="551" y="41"/>
                  </a:cubicBezTo>
                  <a:cubicBezTo>
                    <a:pt x="552" y="41"/>
                    <a:pt x="553" y="39"/>
                    <a:pt x="554" y="38"/>
                  </a:cubicBezTo>
                  <a:cubicBezTo>
                    <a:pt x="556" y="37"/>
                    <a:pt x="558" y="35"/>
                    <a:pt x="560" y="34"/>
                  </a:cubicBezTo>
                  <a:cubicBezTo>
                    <a:pt x="561" y="34"/>
                    <a:pt x="564" y="35"/>
                    <a:pt x="565" y="35"/>
                  </a:cubicBezTo>
                  <a:cubicBezTo>
                    <a:pt x="567" y="34"/>
                    <a:pt x="569" y="33"/>
                    <a:pt x="571" y="33"/>
                  </a:cubicBezTo>
                  <a:cubicBezTo>
                    <a:pt x="572" y="33"/>
                    <a:pt x="574" y="34"/>
                    <a:pt x="574" y="34"/>
                  </a:cubicBezTo>
                  <a:cubicBezTo>
                    <a:pt x="575" y="35"/>
                    <a:pt x="578" y="36"/>
                    <a:pt x="578" y="37"/>
                  </a:cubicBezTo>
                  <a:cubicBezTo>
                    <a:pt x="579" y="38"/>
                    <a:pt x="579" y="41"/>
                    <a:pt x="579" y="43"/>
                  </a:cubicBezTo>
                  <a:cubicBezTo>
                    <a:pt x="580" y="44"/>
                    <a:pt x="580" y="46"/>
                    <a:pt x="580" y="48"/>
                  </a:cubicBezTo>
                  <a:cubicBezTo>
                    <a:pt x="580" y="49"/>
                    <a:pt x="581" y="50"/>
                    <a:pt x="581" y="51"/>
                  </a:cubicBezTo>
                  <a:cubicBezTo>
                    <a:pt x="580" y="53"/>
                    <a:pt x="576" y="56"/>
                    <a:pt x="576" y="58"/>
                  </a:cubicBezTo>
                  <a:cubicBezTo>
                    <a:pt x="575" y="60"/>
                    <a:pt x="574" y="65"/>
                    <a:pt x="574" y="67"/>
                  </a:cubicBezTo>
                  <a:cubicBezTo>
                    <a:pt x="574" y="69"/>
                    <a:pt x="576" y="73"/>
                    <a:pt x="578" y="75"/>
                  </a:cubicBezTo>
                  <a:cubicBezTo>
                    <a:pt x="579" y="76"/>
                    <a:pt x="583" y="77"/>
                    <a:pt x="584" y="79"/>
                  </a:cubicBezTo>
                  <a:cubicBezTo>
                    <a:pt x="585" y="80"/>
                    <a:pt x="586" y="83"/>
                    <a:pt x="586" y="85"/>
                  </a:cubicBezTo>
                  <a:cubicBezTo>
                    <a:pt x="586" y="87"/>
                    <a:pt x="584" y="91"/>
                    <a:pt x="584" y="93"/>
                  </a:cubicBezTo>
                  <a:cubicBezTo>
                    <a:pt x="584" y="94"/>
                    <a:pt x="585" y="96"/>
                    <a:pt x="586" y="96"/>
                  </a:cubicBezTo>
                  <a:cubicBezTo>
                    <a:pt x="588" y="97"/>
                    <a:pt x="591" y="96"/>
                    <a:pt x="593" y="96"/>
                  </a:cubicBezTo>
                  <a:cubicBezTo>
                    <a:pt x="595" y="97"/>
                    <a:pt x="599" y="96"/>
                    <a:pt x="601" y="97"/>
                  </a:cubicBezTo>
                  <a:cubicBezTo>
                    <a:pt x="602" y="97"/>
                    <a:pt x="603" y="99"/>
                    <a:pt x="604" y="99"/>
                  </a:cubicBezTo>
                  <a:cubicBezTo>
                    <a:pt x="606" y="100"/>
                    <a:pt x="611" y="98"/>
                    <a:pt x="612" y="99"/>
                  </a:cubicBezTo>
                  <a:cubicBezTo>
                    <a:pt x="613" y="100"/>
                    <a:pt x="613" y="102"/>
                    <a:pt x="614" y="102"/>
                  </a:cubicBezTo>
                  <a:cubicBezTo>
                    <a:pt x="616" y="103"/>
                    <a:pt x="619" y="103"/>
                    <a:pt x="621" y="103"/>
                  </a:cubicBezTo>
                  <a:cubicBezTo>
                    <a:pt x="622" y="103"/>
                    <a:pt x="623" y="101"/>
                    <a:pt x="624" y="101"/>
                  </a:cubicBezTo>
                  <a:cubicBezTo>
                    <a:pt x="626" y="101"/>
                    <a:pt x="629" y="104"/>
                    <a:pt x="631" y="104"/>
                  </a:cubicBezTo>
                  <a:cubicBezTo>
                    <a:pt x="632" y="104"/>
                    <a:pt x="634" y="102"/>
                    <a:pt x="636" y="102"/>
                  </a:cubicBezTo>
                  <a:cubicBezTo>
                    <a:pt x="637" y="101"/>
                    <a:pt x="639" y="102"/>
                    <a:pt x="640" y="102"/>
                  </a:cubicBezTo>
                  <a:cubicBezTo>
                    <a:pt x="640" y="103"/>
                    <a:pt x="641" y="105"/>
                    <a:pt x="642" y="106"/>
                  </a:cubicBezTo>
                  <a:cubicBezTo>
                    <a:pt x="643" y="107"/>
                    <a:pt x="645" y="111"/>
                    <a:pt x="645" y="112"/>
                  </a:cubicBezTo>
                  <a:cubicBezTo>
                    <a:pt x="646" y="114"/>
                    <a:pt x="645" y="117"/>
                    <a:pt x="646" y="119"/>
                  </a:cubicBezTo>
                  <a:cubicBezTo>
                    <a:pt x="646" y="120"/>
                    <a:pt x="649" y="122"/>
                    <a:pt x="650" y="123"/>
                  </a:cubicBezTo>
                  <a:cubicBezTo>
                    <a:pt x="651" y="124"/>
                    <a:pt x="651" y="127"/>
                    <a:pt x="652" y="128"/>
                  </a:cubicBezTo>
                  <a:cubicBezTo>
                    <a:pt x="653" y="129"/>
                    <a:pt x="656" y="129"/>
                    <a:pt x="658" y="129"/>
                  </a:cubicBezTo>
                  <a:cubicBezTo>
                    <a:pt x="660" y="130"/>
                    <a:pt x="663" y="129"/>
                    <a:pt x="664" y="130"/>
                  </a:cubicBezTo>
                  <a:cubicBezTo>
                    <a:pt x="665" y="131"/>
                    <a:pt x="665" y="134"/>
                    <a:pt x="664" y="136"/>
                  </a:cubicBezTo>
                  <a:cubicBezTo>
                    <a:pt x="664" y="137"/>
                    <a:pt x="661" y="140"/>
                    <a:pt x="660" y="141"/>
                  </a:cubicBezTo>
                  <a:cubicBezTo>
                    <a:pt x="659" y="145"/>
                    <a:pt x="662" y="152"/>
                    <a:pt x="663" y="155"/>
                  </a:cubicBezTo>
                  <a:cubicBezTo>
                    <a:pt x="663" y="156"/>
                    <a:pt x="664" y="158"/>
                    <a:pt x="665" y="159"/>
                  </a:cubicBezTo>
                  <a:cubicBezTo>
                    <a:pt x="666" y="161"/>
                    <a:pt x="670" y="162"/>
                    <a:pt x="672" y="163"/>
                  </a:cubicBezTo>
                  <a:cubicBezTo>
                    <a:pt x="673" y="163"/>
                    <a:pt x="675" y="162"/>
                    <a:pt x="676" y="163"/>
                  </a:cubicBezTo>
                  <a:cubicBezTo>
                    <a:pt x="677" y="163"/>
                    <a:pt x="679" y="165"/>
                    <a:pt x="679" y="166"/>
                  </a:cubicBezTo>
                  <a:cubicBezTo>
                    <a:pt x="679" y="167"/>
                    <a:pt x="678" y="169"/>
                    <a:pt x="677" y="170"/>
                  </a:cubicBezTo>
                  <a:cubicBezTo>
                    <a:pt x="675" y="171"/>
                    <a:pt x="672" y="170"/>
                    <a:pt x="670" y="170"/>
                  </a:cubicBezTo>
                  <a:cubicBezTo>
                    <a:pt x="670" y="170"/>
                    <a:pt x="668" y="169"/>
                    <a:pt x="667" y="170"/>
                  </a:cubicBezTo>
                  <a:cubicBezTo>
                    <a:pt x="666" y="170"/>
                    <a:pt x="666" y="173"/>
                    <a:pt x="667" y="174"/>
                  </a:cubicBezTo>
                  <a:cubicBezTo>
                    <a:pt x="667" y="175"/>
                    <a:pt x="670" y="176"/>
                    <a:pt x="670" y="177"/>
                  </a:cubicBezTo>
                  <a:cubicBezTo>
                    <a:pt x="671" y="178"/>
                    <a:pt x="670" y="179"/>
                    <a:pt x="671" y="179"/>
                  </a:cubicBezTo>
                  <a:cubicBezTo>
                    <a:pt x="671" y="180"/>
                    <a:pt x="673" y="182"/>
                    <a:pt x="674" y="182"/>
                  </a:cubicBezTo>
                  <a:cubicBezTo>
                    <a:pt x="676" y="183"/>
                    <a:pt x="679" y="181"/>
                    <a:pt x="680" y="182"/>
                  </a:cubicBezTo>
                  <a:cubicBezTo>
                    <a:pt x="680" y="184"/>
                    <a:pt x="677" y="186"/>
                    <a:pt x="677" y="187"/>
                  </a:cubicBezTo>
                  <a:cubicBezTo>
                    <a:pt x="677" y="188"/>
                    <a:pt x="678" y="191"/>
                    <a:pt x="679" y="191"/>
                  </a:cubicBezTo>
                  <a:cubicBezTo>
                    <a:pt x="680" y="192"/>
                    <a:pt x="683" y="191"/>
                    <a:pt x="685" y="191"/>
                  </a:cubicBezTo>
                  <a:cubicBezTo>
                    <a:pt x="686" y="191"/>
                    <a:pt x="688" y="192"/>
                    <a:pt x="689" y="191"/>
                  </a:cubicBezTo>
                  <a:cubicBezTo>
                    <a:pt x="690" y="191"/>
                    <a:pt x="689" y="187"/>
                    <a:pt x="689" y="186"/>
                  </a:cubicBezTo>
                  <a:cubicBezTo>
                    <a:pt x="690" y="186"/>
                    <a:pt x="692" y="185"/>
                    <a:pt x="692" y="185"/>
                  </a:cubicBezTo>
                  <a:cubicBezTo>
                    <a:pt x="693" y="184"/>
                    <a:pt x="693" y="182"/>
                    <a:pt x="694" y="181"/>
                  </a:cubicBezTo>
                  <a:cubicBezTo>
                    <a:pt x="695" y="181"/>
                    <a:pt x="699" y="181"/>
                    <a:pt x="699" y="182"/>
                  </a:cubicBezTo>
                  <a:cubicBezTo>
                    <a:pt x="700" y="183"/>
                    <a:pt x="699" y="184"/>
                    <a:pt x="699" y="185"/>
                  </a:cubicBezTo>
                  <a:cubicBezTo>
                    <a:pt x="699" y="186"/>
                    <a:pt x="697" y="186"/>
                    <a:pt x="696" y="187"/>
                  </a:cubicBezTo>
                  <a:cubicBezTo>
                    <a:pt x="696" y="187"/>
                    <a:pt x="695" y="189"/>
                    <a:pt x="695" y="190"/>
                  </a:cubicBezTo>
                  <a:cubicBezTo>
                    <a:pt x="695" y="192"/>
                    <a:pt x="695" y="194"/>
                    <a:pt x="696" y="195"/>
                  </a:cubicBezTo>
                  <a:cubicBezTo>
                    <a:pt x="697" y="196"/>
                    <a:pt x="700" y="197"/>
                    <a:pt x="702" y="197"/>
                  </a:cubicBezTo>
                  <a:cubicBezTo>
                    <a:pt x="703" y="198"/>
                    <a:pt x="706" y="198"/>
                    <a:pt x="708" y="197"/>
                  </a:cubicBezTo>
                  <a:cubicBezTo>
                    <a:pt x="709" y="197"/>
                    <a:pt x="710" y="196"/>
                    <a:pt x="711" y="195"/>
                  </a:cubicBezTo>
                  <a:cubicBezTo>
                    <a:pt x="712" y="194"/>
                    <a:pt x="714" y="191"/>
                    <a:pt x="716" y="191"/>
                  </a:cubicBezTo>
                  <a:cubicBezTo>
                    <a:pt x="717" y="191"/>
                    <a:pt x="720" y="191"/>
                    <a:pt x="721" y="192"/>
                  </a:cubicBezTo>
                  <a:cubicBezTo>
                    <a:pt x="723" y="192"/>
                    <a:pt x="725" y="196"/>
                    <a:pt x="726" y="196"/>
                  </a:cubicBezTo>
                  <a:cubicBezTo>
                    <a:pt x="727" y="196"/>
                    <a:pt x="729" y="195"/>
                    <a:pt x="729" y="194"/>
                  </a:cubicBezTo>
                  <a:cubicBezTo>
                    <a:pt x="730" y="193"/>
                    <a:pt x="732" y="190"/>
                    <a:pt x="732" y="189"/>
                  </a:cubicBezTo>
                  <a:cubicBezTo>
                    <a:pt x="732" y="188"/>
                    <a:pt x="731" y="185"/>
                    <a:pt x="730" y="184"/>
                  </a:cubicBezTo>
                  <a:cubicBezTo>
                    <a:pt x="729" y="182"/>
                    <a:pt x="725" y="181"/>
                    <a:pt x="723" y="180"/>
                  </a:cubicBezTo>
                  <a:cubicBezTo>
                    <a:pt x="722" y="179"/>
                    <a:pt x="720" y="179"/>
                    <a:pt x="719" y="178"/>
                  </a:cubicBezTo>
                  <a:cubicBezTo>
                    <a:pt x="719" y="177"/>
                    <a:pt x="720" y="174"/>
                    <a:pt x="720" y="173"/>
                  </a:cubicBezTo>
                  <a:cubicBezTo>
                    <a:pt x="721" y="172"/>
                    <a:pt x="723" y="170"/>
                    <a:pt x="724" y="170"/>
                  </a:cubicBezTo>
                  <a:cubicBezTo>
                    <a:pt x="726" y="169"/>
                    <a:pt x="730" y="171"/>
                    <a:pt x="732" y="171"/>
                  </a:cubicBezTo>
                  <a:cubicBezTo>
                    <a:pt x="733" y="171"/>
                    <a:pt x="735" y="170"/>
                    <a:pt x="736" y="169"/>
                  </a:cubicBezTo>
                  <a:cubicBezTo>
                    <a:pt x="736" y="168"/>
                    <a:pt x="735" y="165"/>
                    <a:pt x="735" y="164"/>
                  </a:cubicBezTo>
                  <a:cubicBezTo>
                    <a:pt x="734" y="163"/>
                    <a:pt x="733" y="160"/>
                    <a:pt x="732" y="160"/>
                  </a:cubicBezTo>
                  <a:cubicBezTo>
                    <a:pt x="731" y="159"/>
                    <a:pt x="727" y="158"/>
                    <a:pt x="726" y="158"/>
                  </a:cubicBezTo>
                  <a:cubicBezTo>
                    <a:pt x="725" y="158"/>
                    <a:pt x="723" y="160"/>
                    <a:pt x="722" y="160"/>
                  </a:cubicBezTo>
                  <a:cubicBezTo>
                    <a:pt x="721" y="161"/>
                    <a:pt x="719" y="162"/>
                    <a:pt x="718" y="163"/>
                  </a:cubicBezTo>
                  <a:cubicBezTo>
                    <a:pt x="717" y="163"/>
                    <a:pt x="714" y="163"/>
                    <a:pt x="713" y="162"/>
                  </a:cubicBezTo>
                  <a:cubicBezTo>
                    <a:pt x="712" y="162"/>
                    <a:pt x="711" y="160"/>
                    <a:pt x="711" y="159"/>
                  </a:cubicBezTo>
                  <a:cubicBezTo>
                    <a:pt x="710" y="158"/>
                    <a:pt x="709" y="156"/>
                    <a:pt x="710" y="154"/>
                  </a:cubicBezTo>
                  <a:cubicBezTo>
                    <a:pt x="710" y="153"/>
                    <a:pt x="712" y="152"/>
                    <a:pt x="712" y="151"/>
                  </a:cubicBezTo>
                  <a:cubicBezTo>
                    <a:pt x="713" y="150"/>
                    <a:pt x="714" y="148"/>
                    <a:pt x="715" y="147"/>
                  </a:cubicBezTo>
                  <a:cubicBezTo>
                    <a:pt x="716" y="146"/>
                    <a:pt x="717" y="143"/>
                    <a:pt x="718" y="141"/>
                  </a:cubicBezTo>
                  <a:cubicBezTo>
                    <a:pt x="719" y="140"/>
                    <a:pt x="720" y="139"/>
                    <a:pt x="721" y="138"/>
                  </a:cubicBezTo>
                  <a:cubicBezTo>
                    <a:pt x="722" y="137"/>
                    <a:pt x="723" y="134"/>
                    <a:pt x="724" y="133"/>
                  </a:cubicBezTo>
                  <a:cubicBezTo>
                    <a:pt x="725" y="132"/>
                    <a:pt x="726" y="129"/>
                    <a:pt x="727" y="129"/>
                  </a:cubicBezTo>
                  <a:cubicBezTo>
                    <a:pt x="728" y="128"/>
                    <a:pt x="730" y="128"/>
                    <a:pt x="731" y="128"/>
                  </a:cubicBezTo>
                  <a:cubicBezTo>
                    <a:pt x="733" y="128"/>
                    <a:pt x="736" y="128"/>
                    <a:pt x="737" y="128"/>
                  </a:cubicBezTo>
                  <a:cubicBezTo>
                    <a:pt x="738" y="128"/>
                    <a:pt x="740" y="125"/>
                    <a:pt x="741" y="125"/>
                  </a:cubicBezTo>
                  <a:cubicBezTo>
                    <a:pt x="742" y="124"/>
                    <a:pt x="745" y="125"/>
                    <a:pt x="746" y="125"/>
                  </a:cubicBezTo>
                  <a:cubicBezTo>
                    <a:pt x="747" y="125"/>
                    <a:pt x="750" y="126"/>
                    <a:pt x="752" y="126"/>
                  </a:cubicBezTo>
                  <a:cubicBezTo>
                    <a:pt x="753" y="126"/>
                    <a:pt x="757" y="127"/>
                    <a:pt x="758" y="126"/>
                  </a:cubicBezTo>
                  <a:cubicBezTo>
                    <a:pt x="759" y="126"/>
                    <a:pt x="761" y="125"/>
                    <a:pt x="762" y="124"/>
                  </a:cubicBezTo>
                  <a:cubicBezTo>
                    <a:pt x="763" y="123"/>
                    <a:pt x="765" y="121"/>
                    <a:pt x="766" y="120"/>
                  </a:cubicBezTo>
                  <a:cubicBezTo>
                    <a:pt x="767" y="119"/>
                    <a:pt x="770" y="120"/>
                    <a:pt x="772" y="120"/>
                  </a:cubicBezTo>
                  <a:cubicBezTo>
                    <a:pt x="773" y="119"/>
                    <a:pt x="776" y="117"/>
                    <a:pt x="777" y="117"/>
                  </a:cubicBezTo>
                  <a:cubicBezTo>
                    <a:pt x="778" y="116"/>
                    <a:pt x="780" y="113"/>
                    <a:pt x="782" y="113"/>
                  </a:cubicBezTo>
                  <a:cubicBezTo>
                    <a:pt x="783" y="112"/>
                    <a:pt x="787" y="112"/>
                    <a:pt x="788" y="113"/>
                  </a:cubicBezTo>
                  <a:cubicBezTo>
                    <a:pt x="789" y="113"/>
                    <a:pt x="792" y="115"/>
                    <a:pt x="793" y="115"/>
                  </a:cubicBezTo>
                  <a:cubicBezTo>
                    <a:pt x="793" y="116"/>
                    <a:pt x="794" y="119"/>
                    <a:pt x="795" y="120"/>
                  </a:cubicBezTo>
                  <a:cubicBezTo>
                    <a:pt x="796" y="120"/>
                    <a:pt x="799" y="121"/>
                    <a:pt x="800" y="122"/>
                  </a:cubicBezTo>
                  <a:cubicBezTo>
                    <a:pt x="801" y="123"/>
                    <a:pt x="802" y="124"/>
                    <a:pt x="803" y="125"/>
                  </a:cubicBezTo>
                  <a:cubicBezTo>
                    <a:pt x="804" y="126"/>
                    <a:pt x="805" y="130"/>
                    <a:pt x="806" y="130"/>
                  </a:cubicBezTo>
                  <a:cubicBezTo>
                    <a:pt x="807" y="131"/>
                    <a:pt x="808" y="130"/>
                    <a:pt x="809" y="130"/>
                  </a:cubicBezTo>
                  <a:cubicBezTo>
                    <a:pt x="811" y="130"/>
                    <a:pt x="814" y="129"/>
                    <a:pt x="816" y="129"/>
                  </a:cubicBezTo>
                  <a:cubicBezTo>
                    <a:pt x="817" y="130"/>
                    <a:pt x="817" y="132"/>
                    <a:pt x="818" y="132"/>
                  </a:cubicBezTo>
                  <a:cubicBezTo>
                    <a:pt x="818" y="133"/>
                    <a:pt x="820" y="132"/>
                    <a:pt x="821" y="132"/>
                  </a:cubicBezTo>
                  <a:cubicBezTo>
                    <a:pt x="821" y="132"/>
                    <a:pt x="822" y="132"/>
                    <a:pt x="823" y="132"/>
                  </a:cubicBezTo>
                  <a:cubicBezTo>
                    <a:pt x="824" y="131"/>
                    <a:pt x="826" y="131"/>
                    <a:pt x="827" y="131"/>
                  </a:cubicBezTo>
                  <a:cubicBezTo>
                    <a:pt x="828" y="131"/>
                    <a:pt x="831" y="131"/>
                    <a:pt x="832" y="131"/>
                  </a:cubicBezTo>
                  <a:cubicBezTo>
                    <a:pt x="834" y="131"/>
                    <a:pt x="837" y="129"/>
                    <a:pt x="838" y="128"/>
                  </a:cubicBezTo>
                  <a:cubicBezTo>
                    <a:pt x="840" y="128"/>
                    <a:pt x="843" y="127"/>
                    <a:pt x="845" y="126"/>
                  </a:cubicBezTo>
                  <a:cubicBezTo>
                    <a:pt x="847" y="126"/>
                    <a:pt x="850" y="124"/>
                    <a:pt x="852" y="125"/>
                  </a:cubicBezTo>
                  <a:cubicBezTo>
                    <a:pt x="854" y="125"/>
                    <a:pt x="856" y="128"/>
                    <a:pt x="857" y="128"/>
                  </a:cubicBezTo>
                  <a:cubicBezTo>
                    <a:pt x="859" y="129"/>
                    <a:pt x="863" y="129"/>
                    <a:pt x="864" y="130"/>
                  </a:cubicBezTo>
                  <a:cubicBezTo>
                    <a:pt x="866" y="130"/>
                    <a:pt x="869" y="133"/>
                    <a:pt x="870" y="134"/>
                  </a:cubicBezTo>
                  <a:cubicBezTo>
                    <a:pt x="872" y="136"/>
                    <a:pt x="875" y="138"/>
                    <a:pt x="876" y="140"/>
                  </a:cubicBezTo>
                  <a:cubicBezTo>
                    <a:pt x="876" y="140"/>
                    <a:pt x="875" y="142"/>
                    <a:pt x="875" y="142"/>
                  </a:cubicBezTo>
                  <a:cubicBezTo>
                    <a:pt x="874" y="142"/>
                    <a:pt x="873" y="142"/>
                    <a:pt x="872" y="142"/>
                  </a:cubicBezTo>
                  <a:cubicBezTo>
                    <a:pt x="871" y="143"/>
                    <a:pt x="869" y="144"/>
                    <a:pt x="869" y="145"/>
                  </a:cubicBezTo>
                  <a:cubicBezTo>
                    <a:pt x="869" y="146"/>
                    <a:pt x="871" y="148"/>
                    <a:pt x="872" y="149"/>
                  </a:cubicBezTo>
                  <a:cubicBezTo>
                    <a:pt x="872" y="150"/>
                    <a:pt x="873" y="153"/>
                    <a:pt x="872" y="154"/>
                  </a:cubicBezTo>
                  <a:cubicBezTo>
                    <a:pt x="871" y="155"/>
                    <a:pt x="869" y="154"/>
                    <a:pt x="869" y="154"/>
                  </a:cubicBezTo>
                  <a:cubicBezTo>
                    <a:pt x="867" y="155"/>
                    <a:pt x="865" y="158"/>
                    <a:pt x="865" y="159"/>
                  </a:cubicBezTo>
                  <a:cubicBezTo>
                    <a:pt x="864" y="161"/>
                    <a:pt x="867" y="166"/>
                    <a:pt x="865" y="168"/>
                  </a:cubicBezTo>
                  <a:cubicBezTo>
                    <a:pt x="865" y="169"/>
                    <a:pt x="862" y="169"/>
                    <a:pt x="861" y="170"/>
                  </a:cubicBezTo>
                  <a:cubicBezTo>
                    <a:pt x="861" y="170"/>
                    <a:pt x="861" y="172"/>
                    <a:pt x="861" y="173"/>
                  </a:cubicBezTo>
                  <a:cubicBezTo>
                    <a:pt x="862" y="174"/>
                    <a:pt x="865" y="173"/>
                    <a:pt x="866" y="174"/>
                  </a:cubicBezTo>
                  <a:cubicBezTo>
                    <a:pt x="867" y="174"/>
                    <a:pt x="866" y="178"/>
                    <a:pt x="867" y="179"/>
                  </a:cubicBezTo>
                  <a:cubicBezTo>
                    <a:pt x="868" y="179"/>
                    <a:pt x="870" y="180"/>
                    <a:pt x="871" y="180"/>
                  </a:cubicBezTo>
                  <a:cubicBezTo>
                    <a:pt x="872" y="180"/>
                    <a:pt x="873" y="180"/>
                    <a:pt x="874" y="180"/>
                  </a:cubicBezTo>
                  <a:cubicBezTo>
                    <a:pt x="875" y="180"/>
                    <a:pt x="876" y="183"/>
                    <a:pt x="877" y="184"/>
                  </a:cubicBezTo>
                  <a:cubicBezTo>
                    <a:pt x="877" y="185"/>
                    <a:pt x="877" y="188"/>
                    <a:pt x="877" y="189"/>
                  </a:cubicBezTo>
                  <a:cubicBezTo>
                    <a:pt x="878" y="191"/>
                    <a:pt x="881" y="196"/>
                    <a:pt x="883" y="197"/>
                  </a:cubicBezTo>
                  <a:cubicBezTo>
                    <a:pt x="884" y="197"/>
                    <a:pt x="886" y="196"/>
                    <a:pt x="887" y="197"/>
                  </a:cubicBezTo>
                  <a:cubicBezTo>
                    <a:pt x="888" y="198"/>
                    <a:pt x="888" y="201"/>
                    <a:pt x="887" y="203"/>
                  </a:cubicBezTo>
                  <a:cubicBezTo>
                    <a:pt x="886" y="204"/>
                    <a:pt x="884" y="205"/>
                    <a:pt x="883" y="205"/>
                  </a:cubicBezTo>
                  <a:cubicBezTo>
                    <a:pt x="882" y="205"/>
                    <a:pt x="880" y="204"/>
                    <a:pt x="879" y="205"/>
                  </a:cubicBezTo>
                  <a:cubicBezTo>
                    <a:pt x="879" y="205"/>
                    <a:pt x="878" y="207"/>
                    <a:pt x="877" y="207"/>
                  </a:cubicBezTo>
                  <a:cubicBezTo>
                    <a:pt x="876" y="207"/>
                    <a:pt x="874" y="206"/>
                    <a:pt x="873" y="206"/>
                  </a:cubicBezTo>
                  <a:cubicBezTo>
                    <a:pt x="871" y="206"/>
                    <a:pt x="868" y="206"/>
                    <a:pt x="866" y="206"/>
                  </a:cubicBezTo>
                  <a:cubicBezTo>
                    <a:pt x="864" y="206"/>
                    <a:pt x="861" y="205"/>
                    <a:pt x="860" y="204"/>
                  </a:cubicBezTo>
                  <a:cubicBezTo>
                    <a:pt x="859" y="202"/>
                    <a:pt x="858" y="198"/>
                    <a:pt x="857" y="197"/>
                  </a:cubicBezTo>
                  <a:cubicBezTo>
                    <a:pt x="856" y="195"/>
                    <a:pt x="855" y="192"/>
                    <a:pt x="853" y="191"/>
                  </a:cubicBezTo>
                  <a:cubicBezTo>
                    <a:pt x="852" y="189"/>
                    <a:pt x="847" y="187"/>
                    <a:pt x="845" y="187"/>
                  </a:cubicBezTo>
                  <a:cubicBezTo>
                    <a:pt x="843" y="187"/>
                    <a:pt x="841" y="188"/>
                    <a:pt x="840" y="189"/>
                  </a:cubicBezTo>
                  <a:cubicBezTo>
                    <a:pt x="839" y="189"/>
                    <a:pt x="839" y="192"/>
                    <a:pt x="838" y="193"/>
                  </a:cubicBezTo>
                  <a:cubicBezTo>
                    <a:pt x="837" y="193"/>
                    <a:pt x="833" y="192"/>
                    <a:pt x="832" y="193"/>
                  </a:cubicBezTo>
                  <a:cubicBezTo>
                    <a:pt x="831" y="194"/>
                    <a:pt x="830" y="198"/>
                    <a:pt x="830" y="200"/>
                  </a:cubicBezTo>
                  <a:cubicBezTo>
                    <a:pt x="829" y="201"/>
                    <a:pt x="828" y="204"/>
                    <a:pt x="828" y="206"/>
                  </a:cubicBezTo>
                  <a:cubicBezTo>
                    <a:pt x="829" y="207"/>
                    <a:pt x="830" y="208"/>
                    <a:pt x="830" y="209"/>
                  </a:cubicBezTo>
                  <a:cubicBezTo>
                    <a:pt x="831" y="210"/>
                    <a:pt x="834" y="212"/>
                    <a:pt x="835" y="214"/>
                  </a:cubicBezTo>
                  <a:cubicBezTo>
                    <a:pt x="835" y="215"/>
                    <a:pt x="834" y="217"/>
                    <a:pt x="834" y="218"/>
                  </a:cubicBezTo>
                  <a:cubicBezTo>
                    <a:pt x="835" y="218"/>
                    <a:pt x="836" y="220"/>
                    <a:pt x="836" y="220"/>
                  </a:cubicBezTo>
                  <a:cubicBezTo>
                    <a:pt x="837" y="220"/>
                    <a:pt x="839" y="219"/>
                    <a:pt x="839" y="218"/>
                  </a:cubicBezTo>
                  <a:cubicBezTo>
                    <a:pt x="840" y="217"/>
                    <a:pt x="840" y="214"/>
                    <a:pt x="841" y="213"/>
                  </a:cubicBezTo>
                  <a:cubicBezTo>
                    <a:pt x="842" y="212"/>
                    <a:pt x="843" y="211"/>
                    <a:pt x="844" y="211"/>
                  </a:cubicBezTo>
                  <a:cubicBezTo>
                    <a:pt x="845" y="210"/>
                    <a:pt x="848" y="211"/>
                    <a:pt x="849" y="211"/>
                  </a:cubicBezTo>
                  <a:cubicBezTo>
                    <a:pt x="851" y="212"/>
                    <a:pt x="853" y="212"/>
                    <a:pt x="854" y="213"/>
                  </a:cubicBezTo>
                  <a:cubicBezTo>
                    <a:pt x="855" y="214"/>
                    <a:pt x="856" y="217"/>
                    <a:pt x="855" y="218"/>
                  </a:cubicBezTo>
                  <a:cubicBezTo>
                    <a:pt x="854" y="219"/>
                    <a:pt x="851" y="219"/>
                    <a:pt x="849" y="219"/>
                  </a:cubicBezTo>
                  <a:cubicBezTo>
                    <a:pt x="848" y="220"/>
                    <a:pt x="847" y="221"/>
                    <a:pt x="846" y="222"/>
                  </a:cubicBezTo>
                  <a:cubicBezTo>
                    <a:pt x="845" y="223"/>
                    <a:pt x="844" y="224"/>
                    <a:pt x="845" y="225"/>
                  </a:cubicBezTo>
                  <a:cubicBezTo>
                    <a:pt x="845" y="227"/>
                    <a:pt x="848" y="228"/>
                    <a:pt x="849" y="229"/>
                  </a:cubicBezTo>
                  <a:cubicBezTo>
                    <a:pt x="850" y="229"/>
                    <a:pt x="851" y="230"/>
                    <a:pt x="852" y="231"/>
                  </a:cubicBezTo>
                  <a:cubicBezTo>
                    <a:pt x="852" y="232"/>
                    <a:pt x="852" y="233"/>
                    <a:pt x="852" y="234"/>
                  </a:cubicBezTo>
                  <a:cubicBezTo>
                    <a:pt x="851" y="236"/>
                    <a:pt x="849" y="239"/>
                    <a:pt x="850" y="240"/>
                  </a:cubicBezTo>
                  <a:cubicBezTo>
                    <a:pt x="851" y="241"/>
                    <a:pt x="854" y="240"/>
                    <a:pt x="856" y="240"/>
                  </a:cubicBezTo>
                  <a:cubicBezTo>
                    <a:pt x="857" y="241"/>
                    <a:pt x="858" y="241"/>
                    <a:pt x="859" y="242"/>
                  </a:cubicBezTo>
                  <a:cubicBezTo>
                    <a:pt x="860" y="243"/>
                    <a:pt x="860" y="245"/>
                    <a:pt x="861" y="247"/>
                  </a:cubicBezTo>
                  <a:cubicBezTo>
                    <a:pt x="862" y="247"/>
                    <a:pt x="864" y="249"/>
                    <a:pt x="865" y="250"/>
                  </a:cubicBezTo>
                  <a:cubicBezTo>
                    <a:pt x="866" y="250"/>
                    <a:pt x="868" y="250"/>
                    <a:pt x="869" y="251"/>
                  </a:cubicBezTo>
                  <a:cubicBezTo>
                    <a:pt x="869" y="252"/>
                    <a:pt x="870" y="254"/>
                    <a:pt x="871" y="255"/>
                  </a:cubicBezTo>
                  <a:cubicBezTo>
                    <a:pt x="871" y="257"/>
                    <a:pt x="871" y="260"/>
                    <a:pt x="872" y="261"/>
                  </a:cubicBezTo>
                  <a:cubicBezTo>
                    <a:pt x="873" y="263"/>
                    <a:pt x="880" y="265"/>
                    <a:pt x="881" y="268"/>
                  </a:cubicBezTo>
                  <a:cubicBezTo>
                    <a:pt x="882" y="269"/>
                    <a:pt x="882" y="272"/>
                    <a:pt x="882" y="273"/>
                  </a:cubicBezTo>
                  <a:cubicBezTo>
                    <a:pt x="883" y="275"/>
                    <a:pt x="887" y="276"/>
                    <a:pt x="888" y="278"/>
                  </a:cubicBezTo>
                  <a:cubicBezTo>
                    <a:pt x="889" y="278"/>
                    <a:pt x="889" y="279"/>
                    <a:pt x="889" y="280"/>
                  </a:cubicBezTo>
                  <a:cubicBezTo>
                    <a:pt x="888" y="280"/>
                    <a:pt x="887" y="281"/>
                    <a:pt x="886" y="281"/>
                  </a:cubicBezTo>
                  <a:cubicBezTo>
                    <a:pt x="886" y="281"/>
                    <a:pt x="884" y="282"/>
                    <a:pt x="883" y="282"/>
                  </a:cubicBezTo>
                  <a:cubicBezTo>
                    <a:pt x="882" y="282"/>
                    <a:pt x="881" y="281"/>
                    <a:pt x="880" y="281"/>
                  </a:cubicBezTo>
                  <a:cubicBezTo>
                    <a:pt x="880" y="281"/>
                    <a:pt x="878" y="283"/>
                    <a:pt x="878" y="283"/>
                  </a:cubicBezTo>
                  <a:cubicBezTo>
                    <a:pt x="877" y="284"/>
                    <a:pt x="875" y="284"/>
                    <a:pt x="874" y="284"/>
                  </a:cubicBezTo>
                  <a:cubicBezTo>
                    <a:pt x="874" y="284"/>
                    <a:pt x="872" y="283"/>
                    <a:pt x="872" y="283"/>
                  </a:cubicBezTo>
                  <a:cubicBezTo>
                    <a:pt x="872" y="282"/>
                    <a:pt x="872" y="280"/>
                    <a:pt x="872" y="280"/>
                  </a:cubicBezTo>
                  <a:cubicBezTo>
                    <a:pt x="873" y="279"/>
                    <a:pt x="875" y="280"/>
                    <a:pt x="876" y="279"/>
                  </a:cubicBezTo>
                  <a:cubicBezTo>
                    <a:pt x="876" y="279"/>
                    <a:pt x="876" y="277"/>
                    <a:pt x="876" y="276"/>
                  </a:cubicBezTo>
                  <a:cubicBezTo>
                    <a:pt x="875" y="275"/>
                    <a:pt x="872" y="275"/>
                    <a:pt x="871" y="274"/>
                  </a:cubicBezTo>
                  <a:cubicBezTo>
                    <a:pt x="870" y="274"/>
                    <a:pt x="869" y="274"/>
                    <a:pt x="868" y="274"/>
                  </a:cubicBezTo>
                  <a:cubicBezTo>
                    <a:pt x="867" y="273"/>
                    <a:pt x="865" y="272"/>
                    <a:pt x="864" y="272"/>
                  </a:cubicBezTo>
                  <a:cubicBezTo>
                    <a:pt x="863" y="271"/>
                    <a:pt x="861" y="272"/>
                    <a:pt x="860" y="272"/>
                  </a:cubicBezTo>
                  <a:cubicBezTo>
                    <a:pt x="859" y="271"/>
                    <a:pt x="859" y="270"/>
                    <a:pt x="858" y="270"/>
                  </a:cubicBezTo>
                  <a:cubicBezTo>
                    <a:pt x="857" y="270"/>
                    <a:pt x="856" y="272"/>
                    <a:pt x="855" y="272"/>
                  </a:cubicBezTo>
                  <a:cubicBezTo>
                    <a:pt x="854" y="272"/>
                    <a:pt x="852" y="270"/>
                    <a:pt x="851" y="270"/>
                  </a:cubicBezTo>
                  <a:cubicBezTo>
                    <a:pt x="851" y="270"/>
                    <a:pt x="850" y="269"/>
                    <a:pt x="849" y="270"/>
                  </a:cubicBezTo>
                  <a:cubicBezTo>
                    <a:pt x="848" y="270"/>
                    <a:pt x="848" y="273"/>
                    <a:pt x="849" y="273"/>
                  </a:cubicBezTo>
                  <a:cubicBezTo>
                    <a:pt x="849" y="274"/>
                    <a:pt x="850" y="274"/>
                    <a:pt x="851" y="275"/>
                  </a:cubicBezTo>
                  <a:cubicBezTo>
                    <a:pt x="851" y="276"/>
                    <a:pt x="851" y="277"/>
                    <a:pt x="851" y="278"/>
                  </a:cubicBezTo>
                  <a:cubicBezTo>
                    <a:pt x="851" y="279"/>
                    <a:pt x="851" y="281"/>
                    <a:pt x="850" y="281"/>
                  </a:cubicBezTo>
                  <a:cubicBezTo>
                    <a:pt x="850" y="282"/>
                    <a:pt x="848" y="282"/>
                    <a:pt x="847" y="282"/>
                  </a:cubicBezTo>
                  <a:cubicBezTo>
                    <a:pt x="846" y="283"/>
                    <a:pt x="845" y="286"/>
                    <a:pt x="843" y="287"/>
                  </a:cubicBezTo>
                  <a:cubicBezTo>
                    <a:pt x="842" y="287"/>
                    <a:pt x="839" y="287"/>
                    <a:pt x="838" y="288"/>
                  </a:cubicBezTo>
                  <a:cubicBezTo>
                    <a:pt x="837" y="288"/>
                    <a:pt x="836" y="290"/>
                    <a:pt x="836" y="291"/>
                  </a:cubicBezTo>
                  <a:cubicBezTo>
                    <a:pt x="837" y="292"/>
                    <a:pt x="838" y="293"/>
                    <a:pt x="838" y="293"/>
                  </a:cubicBezTo>
                  <a:cubicBezTo>
                    <a:pt x="839" y="294"/>
                    <a:pt x="841" y="293"/>
                    <a:pt x="842" y="293"/>
                  </a:cubicBezTo>
                  <a:cubicBezTo>
                    <a:pt x="842" y="293"/>
                    <a:pt x="844" y="294"/>
                    <a:pt x="844" y="295"/>
                  </a:cubicBezTo>
                  <a:cubicBezTo>
                    <a:pt x="845" y="296"/>
                    <a:pt x="844" y="298"/>
                    <a:pt x="843" y="300"/>
                  </a:cubicBezTo>
                  <a:cubicBezTo>
                    <a:pt x="843" y="300"/>
                    <a:pt x="843" y="302"/>
                    <a:pt x="842" y="303"/>
                  </a:cubicBezTo>
                  <a:cubicBezTo>
                    <a:pt x="842" y="304"/>
                    <a:pt x="840" y="304"/>
                    <a:pt x="839" y="305"/>
                  </a:cubicBezTo>
                  <a:cubicBezTo>
                    <a:pt x="839" y="305"/>
                    <a:pt x="840" y="308"/>
                    <a:pt x="840" y="308"/>
                  </a:cubicBezTo>
                  <a:cubicBezTo>
                    <a:pt x="841" y="309"/>
                    <a:pt x="843" y="308"/>
                    <a:pt x="843" y="309"/>
                  </a:cubicBezTo>
                  <a:cubicBezTo>
                    <a:pt x="844" y="310"/>
                    <a:pt x="841" y="312"/>
                    <a:pt x="841" y="313"/>
                  </a:cubicBezTo>
                  <a:cubicBezTo>
                    <a:pt x="841" y="314"/>
                    <a:pt x="843" y="317"/>
                    <a:pt x="843" y="318"/>
                  </a:cubicBezTo>
                  <a:cubicBezTo>
                    <a:pt x="843" y="319"/>
                    <a:pt x="842" y="321"/>
                    <a:pt x="841" y="322"/>
                  </a:cubicBezTo>
                  <a:cubicBezTo>
                    <a:pt x="841" y="323"/>
                    <a:pt x="839" y="324"/>
                    <a:pt x="839" y="325"/>
                  </a:cubicBezTo>
                  <a:cubicBezTo>
                    <a:pt x="839" y="326"/>
                    <a:pt x="838" y="329"/>
                    <a:pt x="839" y="330"/>
                  </a:cubicBezTo>
                  <a:cubicBezTo>
                    <a:pt x="839" y="331"/>
                    <a:pt x="840" y="331"/>
                    <a:pt x="840" y="332"/>
                  </a:cubicBezTo>
                  <a:cubicBezTo>
                    <a:pt x="841" y="333"/>
                    <a:pt x="840" y="335"/>
                    <a:pt x="840" y="336"/>
                  </a:cubicBezTo>
                  <a:cubicBezTo>
                    <a:pt x="840" y="336"/>
                    <a:pt x="839" y="338"/>
                    <a:pt x="838" y="338"/>
                  </a:cubicBezTo>
                  <a:cubicBezTo>
                    <a:pt x="837" y="339"/>
                    <a:pt x="836" y="340"/>
                    <a:pt x="835" y="340"/>
                  </a:cubicBezTo>
                  <a:cubicBezTo>
                    <a:pt x="834" y="340"/>
                    <a:pt x="832" y="340"/>
                    <a:pt x="831" y="339"/>
                  </a:cubicBezTo>
                  <a:cubicBezTo>
                    <a:pt x="831" y="339"/>
                    <a:pt x="831" y="338"/>
                    <a:pt x="831" y="338"/>
                  </a:cubicBezTo>
                  <a:cubicBezTo>
                    <a:pt x="830" y="337"/>
                    <a:pt x="829" y="337"/>
                    <a:pt x="829" y="337"/>
                  </a:cubicBezTo>
                  <a:cubicBezTo>
                    <a:pt x="828" y="337"/>
                    <a:pt x="826" y="338"/>
                    <a:pt x="825" y="338"/>
                  </a:cubicBezTo>
                  <a:cubicBezTo>
                    <a:pt x="825" y="339"/>
                    <a:pt x="825" y="342"/>
                    <a:pt x="825" y="343"/>
                  </a:cubicBezTo>
                  <a:cubicBezTo>
                    <a:pt x="825" y="345"/>
                    <a:pt x="827" y="348"/>
                    <a:pt x="827" y="349"/>
                  </a:cubicBezTo>
                  <a:cubicBezTo>
                    <a:pt x="827" y="351"/>
                    <a:pt x="826" y="354"/>
                    <a:pt x="825" y="356"/>
                  </a:cubicBezTo>
                  <a:cubicBezTo>
                    <a:pt x="825" y="357"/>
                    <a:pt x="825" y="360"/>
                    <a:pt x="824" y="361"/>
                  </a:cubicBezTo>
                  <a:cubicBezTo>
                    <a:pt x="824" y="363"/>
                    <a:pt x="822" y="365"/>
                    <a:pt x="821" y="366"/>
                  </a:cubicBezTo>
                  <a:cubicBezTo>
                    <a:pt x="821" y="368"/>
                    <a:pt x="820" y="371"/>
                    <a:pt x="818" y="372"/>
                  </a:cubicBezTo>
                  <a:cubicBezTo>
                    <a:pt x="817" y="372"/>
                    <a:pt x="815" y="372"/>
                    <a:pt x="814" y="373"/>
                  </a:cubicBezTo>
                  <a:cubicBezTo>
                    <a:pt x="813" y="373"/>
                    <a:pt x="813" y="376"/>
                    <a:pt x="813" y="377"/>
                  </a:cubicBezTo>
                  <a:cubicBezTo>
                    <a:pt x="814" y="379"/>
                    <a:pt x="816" y="382"/>
                    <a:pt x="816" y="384"/>
                  </a:cubicBezTo>
                  <a:cubicBezTo>
                    <a:pt x="817" y="386"/>
                    <a:pt x="818" y="391"/>
                    <a:pt x="819" y="393"/>
                  </a:cubicBezTo>
                  <a:cubicBezTo>
                    <a:pt x="819" y="395"/>
                    <a:pt x="822" y="399"/>
                    <a:pt x="822" y="399"/>
                  </a:cubicBezTo>
                  <a:cubicBezTo>
                    <a:pt x="822" y="400"/>
                    <a:pt x="823" y="404"/>
                    <a:pt x="824" y="405"/>
                  </a:cubicBezTo>
                  <a:cubicBezTo>
                    <a:pt x="825" y="406"/>
                    <a:pt x="827" y="407"/>
                    <a:pt x="828" y="407"/>
                  </a:cubicBezTo>
                  <a:cubicBezTo>
                    <a:pt x="829" y="407"/>
                    <a:pt x="831" y="408"/>
                    <a:pt x="832" y="408"/>
                  </a:cubicBezTo>
                  <a:cubicBezTo>
                    <a:pt x="833" y="408"/>
                    <a:pt x="835" y="409"/>
                    <a:pt x="836" y="409"/>
                  </a:cubicBezTo>
                  <a:cubicBezTo>
                    <a:pt x="837" y="410"/>
                    <a:pt x="839" y="412"/>
                    <a:pt x="839" y="414"/>
                  </a:cubicBezTo>
                  <a:cubicBezTo>
                    <a:pt x="840" y="415"/>
                    <a:pt x="841" y="418"/>
                    <a:pt x="841" y="419"/>
                  </a:cubicBezTo>
                  <a:cubicBezTo>
                    <a:pt x="841" y="420"/>
                    <a:pt x="840" y="421"/>
                    <a:pt x="839" y="422"/>
                  </a:cubicBezTo>
                  <a:cubicBezTo>
                    <a:pt x="839" y="424"/>
                    <a:pt x="838" y="426"/>
                    <a:pt x="839" y="427"/>
                  </a:cubicBezTo>
                  <a:cubicBezTo>
                    <a:pt x="839" y="428"/>
                    <a:pt x="841" y="428"/>
                    <a:pt x="842" y="428"/>
                  </a:cubicBezTo>
                  <a:cubicBezTo>
                    <a:pt x="843" y="429"/>
                    <a:pt x="845" y="430"/>
                    <a:pt x="847" y="430"/>
                  </a:cubicBezTo>
                  <a:cubicBezTo>
                    <a:pt x="848" y="430"/>
                    <a:pt x="849" y="429"/>
                    <a:pt x="850" y="428"/>
                  </a:cubicBezTo>
                  <a:cubicBezTo>
                    <a:pt x="851" y="428"/>
                    <a:pt x="853" y="426"/>
                    <a:pt x="855" y="425"/>
                  </a:cubicBezTo>
                  <a:cubicBezTo>
                    <a:pt x="856" y="425"/>
                    <a:pt x="859" y="426"/>
                    <a:pt x="860" y="426"/>
                  </a:cubicBezTo>
                  <a:cubicBezTo>
                    <a:pt x="860" y="425"/>
                    <a:pt x="861" y="424"/>
                    <a:pt x="862" y="423"/>
                  </a:cubicBezTo>
                  <a:cubicBezTo>
                    <a:pt x="862" y="422"/>
                    <a:pt x="862" y="419"/>
                    <a:pt x="862" y="418"/>
                  </a:cubicBezTo>
                  <a:cubicBezTo>
                    <a:pt x="863" y="416"/>
                    <a:pt x="864" y="415"/>
                    <a:pt x="865" y="414"/>
                  </a:cubicBezTo>
                  <a:cubicBezTo>
                    <a:pt x="866" y="413"/>
                    <a:pt x="868" y="411"/>
                    <a:pt x="869" y="410"/>
                  </a:cubicBezTo>
                  <a:cubicBezTo>
                    <a:pt x="871" y="410"/>
                    <a:pt x="874" y="410"/>
                    <a:pt x="875" y="410"/>
                  </a:cubicBezTo>
                  <a:cubicBezTo>
                    <a:pt x="876" y="410"/>
                    <a:pt x="878" y="409"/>
                    <a:pt x="879" y="410"/>
                  </a:cubicBezTo>
                  <a:cubicBezTo>
                    <a:pt x="880" y="410"/>
                    <a:pt x="881" y="412"/>
                    <a:pt x="882" y="412"/>
                  </a:cubicBezTo>
                  <a:cubicBezTo>
                    <a:pt x="882" y="413"/>
                    <a:pt x="882" y="416"/>
                    <a:pt x="882" y="417"/>
                  </a:cubicBezTo>
                  <a:cubicBezTo>
                    <a:pt x="881" y="418"/>
                    <a:pt x="880" y="420"/>
                    <a:pt x="879" y="421"/>
                  </a:cubicBezTo>
                  <a:cubicBezTo>
                    <a:pt x="878" y="422"/>
                    <a:pt x="876" y="423"/>
                    <a:pt x="875" y="424"/>
                  </a:cubicBezTo>
                  <a:cubicBezTo>
                    <a:pt x="874" y="425"/>
                    <a:pt x="871" y="427"/>
                    <a:pt x="871" y="428"/>
                  </a:cubicBezTo>
                  <a:cubicBezTo>
                    <a:pt x="870" y="429"/>
                    <a:pt x="869" y="433"/>
                    <a:pt x="869" y="434"/>
                  </a:cubicBezTo>
                  <a:cubicBezTo>
                    <a:pt x="869" y="435"/>
                    <a:pt x="870" y="438"/>
                    <a:pt x="871" y="438"/>
                  </a:cubicBezTo>
                  <a:cubicBezTo>
                    <a:pt x="872" y="439"/>
                    <a:pt x="874" y="438"/>
                    <a:pt x="875" y="438"/>
                  </a:cubicBezTo>
                  <a:cubicBezTo>
                    <a:pt x="876" y="439"/>
                    <a:pt x="878" y="441"/>
                    <a:pt x="879" y="442"/>
                  </a:cubicBezTo>
                  <a:cubicBezTo>
                    <a:pt x="880" y="443"/>
                    <a:pt x="880" y="446"/>
                    <a:pt x="882" y="447"/>
                  </a:cubicBezTo>
                  <a:cubicBezTo>
                    <a:pt x="883" y="447"/>
                    <a:pt x="886" y="445"/>
                    <a:pt x="888" y="445"/>
                  </a:cubicBezTo>
                  <a:cubicBezTo>
                    <a:pt x="889" y="445"/>
                    <a:pt x="891" y="445"/>
                    <a:pt x="892" y="445"/>
                  </a:cubicBezTo>
                  <a:cubicBezTo>
                    <a:pt x="893" y="446"/>
                    <a:pt x="895" y="448"/>
                    <a:pt x="897" y="448"/>
                  </a:cubicBezTo>
                  <a:cubicBezTo>
                    <a:pt x="898" y="448"/>
                    <a:pt x="900" y="446"/>
                    <a:pt x="901" y="446"/>
                  </a:cubicBezTo>
                  <a:cubicBezTo>
                    <a:pt x="902" y="445"/>
                    <a:pt x="903" y="443"/>
                    <a:pt x="904" y="442"/>
                  </a:cubicBezTo>
                  <a:cubicBezTo>
                    <a:pt x="904" y="441"/>
                    <a:pt x="906" y="439"/>
                    <a:pt x="907" y="438"/>
                  </a:cubicBezTo>
                  <a:cubicBezTo>
                    <a:pt x="907" y="437"/>
                    <a:pt x="908" y="435"/>
                    <a:pt x="909" y="435"/>
                  </a:cubicBezTo>
                  <a:cubicBezTo>
                    <a:pt x="910" y="434"/>
                    <a:pt x="911" y="434"/>
                    <a:pt x="912" y="433"/>
                  </a:cubicBezTo>
                  <a:cubicBezTo>
                    <a:pt x="913" y="433"/>
                    <a:pt x="914" y="431"/>
                    <a:pt x="915" y="431"/>
                  </a:cubicBezTo>
                  <a:cubicBezTo>
                    <a:pt x="915" y="429"/>
                    <a:pt x="915" y="426"/>
                    <a:pt x="916" y="426"/>
                  </a:cubicBezTo>
                  <a:cubicBezTo>
                    <a:pt x="917" y="425"/>
                    <a:pt x="919" y="425"/>
                    <a:pt x="920" y="424"/>
                  </a:cubicBezTo>
                  <a:cubicBezTo>
                    <a:pt x="921" y="424"/>
                    <a:pt x="922" y="425"/>
                    <a:pt x="923" y="425"/>
                  </a:cubicBezTo>
                  <a:cubicBezTo>
                    <a:pt x="924" y="425"/>
                    <a:pt x="925" y="425"/>
                    <a:pt x="926" y="424"/>
                  </a:cubicBezTo>
                  <a:cubicBezTo>
                    <a:pt x="927" y="424"/>
                    <a:pt x="928" y="422"/>
                    <a:pt x="929" y="422"/>
                  </a:cubicBezTo>
                  <a:cubicBezTo>
                    <a:pt x="930" y="421"/>
                    <a:pt x="934" y="421"/>
                    <a:pt x="936" y="421"/>
                  </a:cubicBezTo>
                  <a:cubicBezTo>
                    <a:pt x="937" y="421"/>
                    <a:pt x="939" y="421"/>
                    <a:pt x="940" y="422"/>
                  </a:cubicBezTo>
                  <a:cubicBezTo>
                    <a:pt x="942" y="422"/>
                    <a:pt x="947" y="424"/>
                    <a:pt x="949" y="425"/>
                  </a:cubicBezTo>
                  <a:cubicBezTo>
                    <a:pt x="951" y="426"/>
                    <a:pt x="955" y="426"/>
                    <a:pt x="957" y="427"/>
                  </a:cubicBezTo>
                  <a:cubicBezTo>
                    <a:pt x="957" y="427"/>
                    <a:pt x="959" y="428"/>
                    <a:pt x="959" y="429"/>
                  </a:cubicBezTo>
                  <a:cubicBezTo>
                    <a:pt x="960" y="430"/>
                    <a:pt x="959" y="434"/>
                    <a:pt x="959" y="435"/>
                  </a:cubicBezTo>
                  <a:cubicBezTo>
                    <a:pt x="959" y="436"/>
                    <a:pt x="960" y="438"/>
                    <a:pt x="960" y="438"/>
                  </a:cubicBezTo>
                  <a:cubicBezTo>
                    <a:pt x="960" y="439"/>
                    <a:pt x="959" y="441"/>
                    <a:pt x="960" y="441"/>
                  </a:cubicBezTo>
                  <a:cubicBezTo>
                    <a:pt x="960" y="442"/>
                    <a:pt x="962" y="443"/>
                    <a:pt x="963" y="443"/>
                  </a:cubicBezTo>
                  <a:cubicBezTo>
                    <a:pt x="964" y="443"/>
                    <a:pt x="966" y="443"/>
                    <a:pt x="967" y="442"/>
                  </a:cubicBezTo>
                  <a:cubicBezTo>
                    <a:pt x="968" y="442"/>
                    <a:pt x="970" y="440"/>
                    <a:pt x="971" y="440"/>
                  </a:cubicBezTo>
                  <a:cubicBezTo>
                    <a:pt x="972" y="439"/>
                    <a:pt x="976" y="440"/>
                    <a:pt x="977" y="441"/>
                  </a:cubicBezTo>
                  <a:cubicBezTo>
                    <a:pt x="978" y="441"/>
                    <a:pt x="981" y="442"/>
                    <a:pt x="982" y="443"/>
                  </a:cubicBezTo>
                  <a:cubicBezTo>
                    <a:pt x="983" y="443"/>
                    <a:pt x="985" y="445"/>
                    <a:pt x="985" y="446"/>
                  </a:cubicBezTo>
                  <a:cubicBezTo>
                    <a:pt x="986" y="447"/>
                    <a:pt x="986" y="450"/>
                    <a:pt x="985" y="451"/>
                  </a:cubicBezTo>
                  <a:cubicBezTo>
                    <a:pt x="985" y="451"/>
                    <a:pt x="983" y="452"/>
                    <a:pt x="982" y="452"/>
                  </a:cubicBezTo>
                  <a:cubicBezTo>
                    <a:pt x="981" y="453"/>
                    <a:pt x="979" y="452"/>
                    <a:pt x="978" y="453"/>
                  </a:cubicBezTo>
                  <a:cubicBezTo>
                    <a:pt x="977" y="454"/>
                    <a:pt x="978" y="458"/>
                    <a:pt x="978" y="459"/>
                  </a:cubicBezTo>
                  <a:cubicBezTo>
                    <a:pt x="978" y="460"/>
                    <a:pt x="979" y="462"/>
                    <a:pt x="980" y="463"/>
                  </a:cubicBezTo>
                  <a:cubicBezTo>
                    <a:pt x="980" y="464"/>
                    <a:pt x="982" y="464"/>
                    <a:pt x="982" y="465"/>
                  </a:cubicBezTo>
                  <a:cubicBezTo>
                    <a:pt x="983" y="467"/>
                    <a:pt x="982" y="470"/>
                    <a:pt x="981" y="471"/>
                  </a:cubicBezTo>
                  <a:cubicBezTo>
                    <a:pt x="981" y="472"/>
                    <a:pt x="980" y="472"/>
                    <a:pt x="979" y="473"/>
                  </a:cubicBezTo>
                  <a:cubicBezTo>
                    <a:pt x="979" y="474"/>
                    <a:pt x="978" y="476"/>
                    <a:pt x="978" y="477"/>
                  </a:cubicBezTo>
                  <a:cubicBezTo>
                    <a:pt x="978" y="479"/>
                    <a:pt x="980" y="481"/>
                    <a:pt x="981" y="483"/>
                  </a:cubicBezTo>
                  <a:cubicBezTo>
                    <a:pt x="982" y="483"/>
                    <a:pt x="984" y="485"/>
                    <a:pt x="986" y="485"/>
                  </a:cubicBezTo>
                  <a:cubicBezTo>
                    <a:pt x="987" y="486"/>
                    <a:pt x="989" y="486"/>
                    <a:pt x="991" y="487"/>
                  </a:cubicBezTo>
                  <a:cubicBezTo>
                    <a:pt x="992" y="488"/>
                    <a:pt x="994" y="490"/>
                    <a:pt x="995" y="491"/>
                  </a:cubicBezTo>
                  <a:cubicBezTo>
                    <a:pt x="996" y="492"/>
                    <a:pt x="997" y="495"/>
                    <a:pt x="997" y="495"/>
                  </a:cubicBezTo>
                  <a:cubicBezTo>
                    <a:pt x="997" y="496"/>
                    <a:pt x="1000" y="497"/>
                    <a:pt x="1001" y="497"/>
                  </a:cubicBezTo>
                  <a:cubicBezTo>
                    <a:pt x="1002" y="497"/>
                    <a:pt x="1005" y="496"/>
                    <a:pt x="1006" y="496"/>
                  </a:cubicBezTo>
                  <a:cubicBezTo>
                    <a:pt x="1007" y="497"/>
                    <a:pt x="1008" y="499"/>
                    <a:pt x="1010" y="499"/>
                  </a:cubicBezTo>
                  <a:cubicBezTo>
                    <a:pt x="1011" y="499"/>
                    <a:pt x="1013" y="497"/>
                    <a:pt x="1014" y="496"/>
                  </a:cubicBezTo>
                  <a:cubicBezTo>
                    <a:pt x="1015" y="496"/>
                    <a:pt x="1017" y="494"/>
                    <a:pt x="1017" y="494"/>
                  </a:cubicBezTo>
                  <a:cubicBezTo>
                    <a:pt x="1019" y="493"/>
                    <a:pt x="1021" y="493"/>
                    <a:pt x="1022" y="493"/>
                  </a:cubicBezTo>
                  <a:cubicBezTo>
                    <a:pt x="1023" y="493"/>
                    <a:pt x="1024" y="494"/>
                    <a:pt x="1025" y="494"/>
                  </a:cubicBezTo>
                  <a:cubicBezTo>
                    <a:pt x="1025" y="494"/>
                    <a:pt x="1025" y="495"/>
                    <a:pt x="1025" y="495"/>
                  </a:cubicBezTo>
                  <a:cubicBezTo>
                    <a:pt x="1024" y="496"/>
                    <a:pt x="1023" y="498"/>
                    <a:pt x="1023" y="499"/>
                  </a:cubicBezTo>
                  <a:cubicBezTo>
                    <a:pt x="1023" y="500"/>
                    <a:pt x="1022" y="502"/>
                    <a:pt x="1021" y="504"/>
                  </a:cubicBezTo>
                  <a:cubicBezTo>
                    <a:pt x="1021" y="505"/>
                    <a:pt x="1021" y="509"/>
                    <a:pt x="1022" y="510"/>
                  </a:cubicBezTo>
                  <a:cubicBezTo>
                    <a:pt x="1022" y="512"/>
                    <a:pt x="1024" y="513"/>
                    <a:pt x="1025" y="514"/>
                  </a:cubicBezTo>
                  <a:cubicBezTo>
                    <a:pt x="1025" y="516"/>
                    <a:pt x="1025" y="520"/>
                    <a:pt x="1024" y="521"/>
                  </a:cubicBezTo>
                  <a:cubicBezTo>
                    <a:pt x="1024" y="522"/>
                    <a:pt x="1023" y="524"/>
                    <a:pt x="1022" y="525"/>
                  </a:cubicBezTo>
                  <a:cubicBezTo>
                    <a:pt x="1021" y="526"/>
                    <a:pt x="1019" y="528"/>
                    <a:pt x="1018" y="529"/>
                  </a:cubicBezTo>
                  <a:cubicBezTo>
                    <a:pt x="1017" y="529"/>
                    <a:pt x="1015" y="530"/>
                    <a:pt x="1015" y="531"/>
                  </a:cubicBezTo>
                  <a:cubicBezTo>
                    <a:pt x="1015" y="533"/>
                    <a:pt x="1015" y="535"/>
                    <a:pt x="1016" y="536"/>
                  </a:cubicBezTo>
                  <a:cubicBezTo>
                    <a:pt x="1016" y="538"/>
                    <a:pt x="1019" y="540"/>
                    <a:pt x="1019" y="542"/>
                  </a:cubicBezTo>
                  <a:cubicBezTo>
                    <a:pt x="1020" y="543"/>
                    <a:pt x="1019" y="546"/>
                    <a:pt x="1020" y="548"/>
                  </a:cubicBezTo>
                  <a:cubicBezTo>
                    <a:pt x="1020" y="548"/>
                    <a:pt x="1022" y="549"/>
                    <a:pt x="1022" y="550"/>
                  </a:cubicBezTo>
                  <a:cubicBezTo>
                    <a:pt x="1023" y="551"/>
                    <a:pt x="1023" y="554"/>
                    <a:pt x="1023" y="555"/>
                  </a:cubicBezTo>
                  <a:cubicBezTo>
                    <a:pt x="1023" y="556"/>
                    <a:pt x="1022" y="559"/>
                    <a:pt x="1021" y="560"/>
                  </a:cubicBezTo>
                  <a:cubicBezTo>
                    <a:pt x="1020" y="561"/>
                    <a:pt x="1019" y="561"/>
                    <a:pt x="1018" y="561"/>
                  </a:cubicBezTo>
                  <a:cubicBezTo>
                    <a:pt x="1018" y="562"/>
                    <a:pt x="1017" y="564"/>
                    <a:pt x="1017" y="565"/>
                  </a:cubicBezTo>
                  <a:cubicBezTo>
                    <a:pt x="1016" y="566"/>
                    <a:pt x="1015" y="567"/>
                    <a:pt x="1014" y="567"/>
                  </a:cubicBezTo>
                  <a:cubicBezTo>
                    <a:pt x="1013" y="567"/>
                    <a:pt x="1013" y="564"/>
                    <a:pt x="1012" y="564"/>
                  </a:cubicBezTo>
                  <a:cubicBezTo>
                    <a:pt x="1011" y="564"/>
                    <a:pt x="1010" y="564"/>
                    <a:pt x="1009" y="564"/>
                  </a:cubicBezTo>
                  <a:cubicBezTo>
                    <a:pt x="1008" y="564"/>
                    <a:pt x="1005" y="565"/>
                    <a:pt x="1004" y="566"/>
                  </a:cubicBezTo>
                  <a:cubicBezTo>
                    <a:pt x="1004" y="567"/>
                    <a:pt x="1004" y="570"/>
                    <a:pt x="1003" y="570"/>
                  </a:cubicBezTo>
                  <a:cubicBezTo>
                    <a:pt x="1003" y="571"/>
                    <a:pt x="1001" y="571"/>
                    <a:pt x="1000" y="571"/>
                  </a:cubicBezTo>
                  <a:cubicBezTo>
                    <a:pt x="998" y="571"/>
                    <a:pt x="995" y="570"/>
                    <a:pt x="994" y="571"/>
                  </a:cubicBezTo>
                  <a:cubicBezTo>
                    <a:pt x="993" y="572"/>
                    <a:pt x="994" y="574"/>
                    <a:pt x="993" y="575"/>
                  </a:cubicBezTo>
                  <a:cubicBezTo>
                    <a:pt x="993" y="576"/>
                    <a:pt x="991" y="576"/>
                    <a:pt x="991" y="576"/>
                  </a:cubicBezTo>
                  <a:cubicBezTo>
                    <a:pt x="990" y="576"/>
                    <a:pt x="988" y="575"/>
                    <a:pt x="987" y="575"/>
                  </a:cubicBezTo>
                  <a:cubicBezTo>
                    <a:pt x="986" y="574"/>
                    <a:pt x="985" y="572"/>
                    <a:pt x="984" y="572"/>
                  </a:cubicBezTo>
                  <a:cubicBezTo>
                    <a:pt x="983" y="572"/>
                    <a:pt x="981" y="572"/>
                    <a:pt x="981" y="573"/>
                  </a:cubicBezTo>
                  <a:cubicBezTo>
                    <a:pt x="980" y="573"/>
                    <a:pt x="979" y="574"/>
                    <a:pt x="978" y="575"/>
                  </a:cubicBezTo>
                  <a:cubicBezTo>
                    <a:pt x="978" y="577"/>
                    <a:pt x="979" y="580"/>
                    <a:pt x="979" y="582"/>
                  </a:cubicBezTo>
                  <a:cubicBezTo>
                    <a:pt x="979" y="583"/>
                    <a:pt x="979" y="586"/>
                    <a:pt x="979" y="587"/>
                  </a:cubicBezTo>
                  <a:cubicBezTo>
                    <a:pt x="978" y="589"/>
                    <a:pt x="977" y="592"/>
                    <a:pt x="976" y="593"/>
                  </a:cubicBezTo>
                  <a:cubicBezTo>
                    <a:pt x="975" y="595"/>
                    <a:pt x="973" y="597"/>
                    <a:pt x="973" y="598"/>
                  </a:cubicBezTo>
                  <a:cubicBezTo>
                    <a:pt x="973" y="599"/>
                    <a:pt x="973" y="601"/>
                    <a:pt x="974" y="602"/>
                  </a:cubicBezTo>
                  <a:cubicBezTo>
                    <a:pt x="974" y="603"/>
                    <a:pt x="976" y="604"/>
                    <a:pt x="977" y="605"/>
                  </a:cubicBezTo>
                  <a:cubicBezTo>
                    <a:pt x="977" y="606"/>
                    <a:pt x="977" y="609"/>
                    <a:pt x="977" y="610"/>
                  </a:cubicBezTo>
                  <a:cubicBezTo>
                    <a:pt x="977" y="611"/>
                    <a:pt x="976" y="612"/>
                    <a:pt x="976" y="613"/>
                  </a:cubicBezTo>
                  <a:cubicBezTo>
                    <a:pt x="976" y="614"/>
                    <a:pt x="977" y="617"/>
                    <a:pt x="977" y="618"/>
                  </a:cubicBezTo>
                  <a:cubicBezTo>
                    <a:pt x="977" y="619"/>
                    <a:pt x="976" y="620"/>
                    <a:pt x="976" y="621"/>
                  </a:cubicBezTo>
                  <a:cubicBezTo>
                    <a:pt x="975" y="621"/>
                    <a:pt x="972" y="621"/>
                    <a:pt x="971" y="621"/>
                  </a:cubicBezTo>
                  <a:cubicBezTo>
                    <a:pt x="970" y="621"/>
                    <a:pt x="967" y="621"/>
                    <a:pt x="965" y="621"/>
                  </a:cubicBezTo>
                  <a:cubicBezTo>
                    <a:pt x="964" y="622"/>
                    <a:pt x="964" y="625"/>
                    <a:pt x="963" y="625"/>
                  </a:cubicBezTo>
                  <a:cubicBezTo>
                    <a:pt x="961" y="626"/>
                    <a:pt x="958" y="627"/>
                    <a:pt x="957" y="626"/>
                  </a:cubicBezTo>
                  <a:cubicBezTo>
                    <a:pt x="956" y="625"/>
                    <a:pt x="956" y="623"/>
                    <a:pt x="955" y="622"/>
                  </a:cubicBezTo>
                  <a:cubicBezTo>
                    <a:pt x="955" y="621"/>
                    <a:pt x="955" y="619"/>
                    <a:pt x="955" y="619"/>
                  </a:cubicBezTo>
                  <a:cubicBezTo>
                    <a:pt x="956" y="618"/>
                    <a:pt x="958" y="618"/>
                    <a:pt x="959" y="617"/>
                  </a:cubicBezTo>
                  <a:cubicBezTo>
                    <a:pt x="959" y="617"/>
                    <a:pt x="959" y="614"/>
                    <a:pt x="959" y="613"/>
                  </a:cubicBezTo>
                  <a:cubicBezTo>
                    <a:pt x="959" y="612"/>
                    <a:pt x="957" y="609"/>
                    <a:pt x="956" y="608"/>
                  </a:cubicBezTo>
                  <a:cubicBezTo>
                    <a:pt x="955" y="608"/>
                    <a:pt x="953" y="609"/>
                    <a:pt x="952" y="608"/>
                  </a:cubicBezTo>
                  <a:cubicBezTo>
                    <a:pt x="951" y="607"/>
                    <a:pt x="951" y="605"/>
                    <a:pt x="950" y="605"/>
                  </a:cubicBezTo>
                  <a:cubicBezTo>
                    <a:pt x="949" y="604"/>
                    <a:pt x="947" y="604"/>
                    <a:pt x="946" y="605"/>
                  </a:cubicBezTo>
                  <a:cubicBezTo>
                    <a:pt x="945" y="605"/>
                    <a:pt x="945" y="608"/>
                    <a:pt x="945" y="608"/>
                  </a:cubicBezTo>
                  <a:cubicBezTo>
                    <a:pt x="945" y="609"/>
                    <a:pt x="943" y="610"/>
                    <a:pt x="943" y="610"/>
                  </a:cubicBezTo>
                  <a:cubicBezTo>
                    <a:pt x="942" y="612"/>
                    <a:pt x="942" y="614"/>
                    <a:pt x="942" y="616"/>
                  </a:cubicBezTo>
                  <a:cubicBezTo>
                    <a:pt x="941" y="617"/>
                    <a:pt x="942" y="619"/>
                    <a:pt x="941" y="619"/>
                  </a:cubicBezTo>
                  <a:cubicBezTo>
                    <a:pt x="940" y="621"/>
                    <a:pt x="937" y="622"/>
                    <a:pt x="936" y="623"/>
                  </a:cubicBezTo>
                  <a:cubicBezTo>
                    <a:pt x="935" y="623"/>
                    <a:pt x="932" y="625"/>
                    <a:pt x="931" y="626"/>
                  </a:cubicBezTo>
                  <a:cubicBezTo>
                    <a:pt x="931" y="626"/>
                    <a:pt x="929" y="628"/>
                    <a:pt x="929" y="630"/>
                  </a:cubicBezTo>
                  <a:cubicBezTo>
                    <a:pt x="928" y="631"/>
                    <a:pt x="929" y="633"/>
                    <a:pt x="928" y="635"/>
                  </a:cubicBezTo>
                  <a:cubicBezTo>
                    <a:pt x="928" y="636"/>
                    <a:pt x="927" y="637"/>
                    <a:pt x="927" y="638"/>
                  </a:cubicBezTo>
                  <a:cubicBezTo>
                    <a:pt x="927" y="641"/>
                    <a:pt x="926" y="645"/>
                    <a:pt x="926" y="647"/>
                  </a:cubicBezTo>
                  <a:cubicBezTo>
                    <a:pt x="926" y="649"/>
                    <a:pt x="927" y="651"/>
                    <a:pt x="927" y="653"/>
                  </a:cubicBezTo>
                  <a:cubicBezTo>
                    <a:pt x="927" y="654"/>
                    <a:pt x="926" y="656"/>
                    <a:pt x="926" y="657"/>
                  </a:cubicBezTo>
                  <a:cubicBezTo>
                    <a:pt x="926" y="658"/>
                    <a:pt x="925" y="659"/>
                    <a:pt x="925" y="660"/>
                  </a:cubicBezTo>
                  <a:cubicBezTo>
                    <a:pt x="924" y="661"/>
                    <a:pt x="924" y="663"/>
                    <a:pt x="925" y="664"/>
                  </a:cubicBezTo>
                  <a:cubicBezTo>
                    <a:pt x="925" y="665"/>
                    <a:pt x="925" y="668"/>
                    <a:pt x="926" y="669"/>
                  </a:cubicBezTo>
                  <a:cubicBezTo>
                    <a:pt x="927" y="669"/>
                    <a:pt x="929" y="669"/>
                    <a:pt x="930" y="670"/>
                  </a:cubicBezTo>
                  <a:cubicBezTo>
                    <a:pt x="931" y="670"/>
                    <a:pt x="933" y="671"/>
                    <a:pt x="934" y="672"/>
                  </a:cubicBezTo>
                  <a:cubicBezTo>
                    <a:pt x="935" y="673"/>
                    <a:pt x="937" y="674"/>
                    <a:pt x="937" y="674"/>
                  </a:cubicBezTo>
                  <a:cubicBezTo>
                    <a:pt x="938" y="675"/>
                    <a:pt x="938" y="676"/>
                    <a:pt x="938" y="677"/>
                  </a:cubicBezTo>
                  <a:cubicBezTo>
                    <a:pt x="938" y="677"/>
                    <a:pt x="937" y="677"/>
                    <a:pt x="937" y="678"/>
                  </a:cubicBezTo>
                  <a:cubicBezTo>
                    <a:pt x="936" y="679"/>
                    <a:pt x="936" y="682"/>
                    <a:pt x="936" y="683"/>
                  </a:cubicBezTo>
                  <a:cubicBezTo>
                    <a:pt x="936" y="685"/>
                    <a:pt x="937" y="688"/>
                    <a:pt x="936" y="690"/>
                  </a:cubicBezTo>
                  <a:cubicBezTo>
                    <a:pt x="936" y="691"/>
                    <a:pt x="935" y="694"/>
                    <a:pt x="934" y="695"/>
                  </a:cubicBezTo>
                  <a:cubicBezTo>
                    <a:pt x="933" y="695"/>
                    <a:pt x="931" y="695"/>
                    <a:pt x="930" y="695"/>
                  </a:cubicBezTo>
                  <a:cubicBezTo>
                    <a:pt x="929" y="694"/>
                    <a:pt x="929" y="691"/>
                    <a:pt x="928" y="690"/>
                  </a:cubicBezTo>
                  <a:cubicBezTo>
                    <a:pt x="928" y="689"/>
                    <a:pt x="925" y="689"/>
                    <a:pt x="924" y="688"/>
                  </a:cubicBezTo>
                  <a:cubicBezTo>
                    <a:pt x="924" y="687"/>
                    <a:pt x="923" y="685"/>
                    <a:pt x="922" y="684"/>
                  </a:cubicBezTo>
                  <a:cubicBezTo>
                    <a:pt x="921" y="684"/>
                    <a:pt x="919" y="684"/>
                    <a:pt x="918" y="684"/>
                  </a:cubicBezTo>
                  <a:cubicBezTo>
                    <a:pt x="917" y="684"/>
                    <a:pt x="916" y="686"/>
                    <a:pt x="915" y="687"/>
                  </a:cubicBezTo>
                  <a:cubicBezTo>
                    <a:pt x="914" y="687"/>
                    <a:pt x="912" y="687"/>
                    <a:pt x="910" y="687"/>
                  </a:cubicBezTo>
                  <a:cubicBezTo>
                    <a:pt x="908" y="687"/>
                    <a:pt x="905" y="685"/>
                    <a:pt x="903" y="685"/>
                  </a:cubicBezTo>
                  <a:cubicBezTo>
                    <a:pt x="902" y="685"/>
                    <a:pt x="899" y="686"/>
                    <a:pt x="897" y="686"/>
                  </a:cubicBezTo>
                  <a:cubicBezTo>
                    <a:pt x="897" y="686"/>
                    <a:pt x="895" y="687"/>
                    <a:pt x="895" y="687"/>
                  </a:cubicBezTo>
                  <a:cubicBezTo>
                    <a:pt x="893" y="687"/>
                    <a:pt x="890" y="686"/>
                    <a:pt x="889" y="686"/>
                  </a:cubicBezTo>
                  <a:cubicBezTo>
                    <a:pt x="888" y="686"/>
                    <a:pt x="886" y="687"/>
                    <a:pt x="885" y="686"/>
                  </a:cubicBezTo>
                  <a:cubicBezTo>
                    <a:pt x="884" y="686"/>
                    <a:pt x="882" y="685"/>
                    <a:pt x="881" y="685"/>
                  </a:cubicBezTo>
                  <a:cubicBezTo>
                    <a:pt x="880" y="684"/>
                    <a:pt x="879" y="680"/>
                    <a:pt x="877" y="680"/>
                  </a:cubicBezTo>
                  <a:cubicBezTo>
                    <a:pt x="876" y="680"/>
                    <a:pt x="875" y="682"/>
                    <a:pt x="874" y="682"/>
                  </a:cubicBezTo>
                  <a:cubicBezTo>
                    <a:pt x="873" y="683"/>
                    <a:pt x="870" y="683"/>
                    <a:pt x="869" y="683"/>
                  </a:cubicBezTo>
                  <a:cubicBezTo>
                    <a:pt x="868" y="683"/>
                    <a:pt x="865" y="682"/>
                    <a:pt x="864" y="681"/>
                  </a:cubicBezTo>
                  <a:cubicBezTo>
                    <a:pt x="863" y="681"/>
                    <a:pt x="863" y="679"/>
                    <a:pt x="862" y="678"/>
                  </a:cubicBezTo>
                  <a:cubicBezTo>
                    <a:pt x="861" y="677"/>
                    <a:pt x="860" y="677"/>
                    <a:pt x="859" y="676"/>
                  </a:cubicBezTo>
                  <a:cubicBezTo>
                    <a:pt x="859" y="675"/>
                    <a:pt x="860" y="672"/>
                    <a:pt x="859" y="670"/>
                  </a:cubicBezTo>
                  <a:cubicBezTo>
                    <a:pt x="859" y="669"/>
                    <a:pt x="857" y="667"/>
                    <a:pt x="856" y="666"/>
                  </a:cubicBezTo>
                  <a:cubicBezTo>
                    <a:pt x="855" y="665"/>
                    <a:pt x="852" y="665"/>
                    <a:pt x="852" y="664"/>
                  </a:cubicBezTo>
                  <a:cubicBezTo>
                    <a:pt x="851" y="663"/>
                    <a:pt x="852" y="660"/>
                    <a:pt x="852" y="659"/>
                  </a:cubicBezTo>
                  <a:cubicBezTo>
                    <a:pt x="851" y="658"/>
                    <a:pt x="850" y="656"/>
                    <a:pt x="849" y="655"/>
                  </a:cubicBezTo>
                  <a:cubicBezTo>
                    <a:pt x="849" y="655"/>
                    <a:pt x="847" y="655"/>
                    <a:pt x="846" y="655"/>
                  </a:cubicBezTo>
                  <a:cubicBezTo>
                    <a:pt x="845" y="656"/>
                    <a:pt x="844" y="657"/>
                    <a:pt x="843" y="656"/>
                  </a:cubicBezTo>
                  <a:cubicBezTo>
                    <a:pt x="842" y="656"/>
                    <a:pt x="842" y="655"/>
                    <a:pt x="841" y="655"/>
                  </a:cubicBezTo>
                  <a:cubicBezTo>
                    <a:pt x="841" y="654"/>
                    <a:pt x="842" y="652"/>
                    <a:pt x="842" y="651"/>
                  </a:cubicBezTo>
                  <a:cubicBezTo>
                    <a:pt x="843" y="650"/>
                    <a:pt x="845" y="649"/>
                    <a:pt x="846" y="649"/>
                  </a:cubicBezTo>
                  <a:cubicBezTo>
                    <a:pt x="846" y="648"/>
                    <a:pt x="846" y="646"/>
                    <a:pt x="846" y="645"/>
                  </a:cubicBezTo>
                  <a:cubicBezTo>
                    <a:pt x="845" y="644"/>
                    <a:pt x="844" y="643"/>
                    <a:pt x="844" y="642"/>
                  </a:cubicBezTo>
                  <a:cubicBezTo>
                    <a:pt x="844" y="641"/>
                    <a:pt x="845" y="638"/>
                    <a:pt x="845" y="636"/>
                  </a:cubicBezTo>
                  <a:cubicBezTo>
                    <a:pt x="844" y="635"/>
                    <a:pt x="844" y="634"/>
                    <a:pt x="843" y="633"/>
                  </a:cubicBezTo>
                  <a:cubicBezTo>
                    <a:pt x="842" y="632"/>
                    <a:pt x="841" y="631"/>
                    <a:pt x="840" y="630"/>
                  </a:cubicBezTo>
                  <a:cubicBezTo>
                    <a:pt x="838" y="630"/>
                    <a:pt x="835" y="630"/>
                    <a:pt x="834" y="629"/>
                  </a:cubicBezTo>
                  <a:cubicBezTo>
                    <a:pt x="833" y="628"/>
                    <a:pt x="832" y="626"/>
                    <a:pt x="831" y="625"/>
                  </a:cubicBezTo>
                  <a:cubicBezTo>
                    <a:pt x="830" y="625"/>
                    <a:pt x="828" y="624"/>
                    <a:pt x="827" y="623"/>
                  </a:cubicBezTo>
                  <a:cubicBezTo>
                    <a:pt x="826" y="623"/>
                    <a:pt x="826" y="621"/>
                    <a:pt x="826" y="620"/>
                  </a:cubicBezTo>
                  <a:cubicBezTo>
                    <a:pt x="826" y="619"/>
                    <a:pt x="825" y="618"/>
                    <a:pt x="824" y="617"/>
                  </a:cubicBezTo>
                  <a:cubicBezTo>
                    <a:pt x="824" y="616"/>
                    <a:pt x="821" y="616"/>
                    <a:pt x="820" y="616"/>
                  </a:cubicBezTo>
                  <a:cubicBezTo>
                    <a:pt x="820" y="616"/>
                    <a:pt x="818" y="615"/>
                    <a:pt x="817" y="616"/>
                  </a:cubicBezTo>
                  <a:cubicBezTo>
                    <a:pt x="816" y="616"/>
                    <a:pt x="816" y="620"/>
                    <a:pt x="815" y="620"/>
                  </a:cubicBezTo>
                  <a:cubicBezTo>
                    <a:pt x="814" y="621"/>
                    <a:pt x="812" y="620"/>
                    <a:pt x="812" y="620"/>
                  </a:cubicBezTo>
                  <a:cubicBezTo>
                    <a:pt x="811" y="619"/>
                    <a:pt x="810" y="617"/>
                    <a:pt x="809" y="616"/>
                  </a:cubicBezTo>
                  <a:cubicBezTo>
                    <a:pt x="809" y="616"/>
                    <a:pt x="806" y="615"/>
                    <a:pt x="805" y="614"/>
                  </a:cubicBezTo>
                  <a:cubicBezTo>
                    <a:pt x="804" y="613"/>
                    <a:pt x="802" y="612"/>
                    <a:pt x="801" y="611"/>
                  </a:cubicBezTo>
                  <a:cubicBezTo>
                    <a:pt x="800" y="609"/>
                    <a:pt x="800" y="606"/>
                    <a:pt x="800" y="604"/>
                  </a:cubicBezTo>
                  <a:cubicBezTo>
                    <a:pt x="800" y="603"/>
                    <a:pt x="801" y="600"/>
                    <a:pt x="800" y="598"/>
                  </a:cubicBezTo>
                  <a:cubicBezTo>
                    <a:pt x="799" y="597"/>
                    <a:pt x="795" y="596"/>
                    <a:pt x="793" y="596"/>
                  </a:cubicBezTo>
                  <a:cubicBezTo>
                    <a:pt x="791" y="596"/>
                    <a:pt x="788" y="596"/>
                    <a:pt x="787" y="597"/>
                  </a:cubicBezTo>
                  <a:cubicBezTo>
                    <a:pt x="786" y="597"/>
                    <a:pt x="786" y="600"/>
                    <a:pt x="785" y="601"/>
                  </a:cubicBezTo>
                  <a:cubicBezTo>
                    <a:pt x="784" y="601"/>
                    <a:pt x="781" y="602"/>
                    <a:pt x="780" y="602"/>
                  </a:cubicBezTo>
                  <a:cubicBezTo>
                    <a:pt x="778" y="602"/>
                    <a:pt x="775" y="601"/>
                    <a:pt x="773" y="601"/>
                  </a:cubicBezTo>
                  <a:cubicBezTo>
                    <a:pt x="770" y="600"/>
                    <a:pt x="765" y="600"/>
                    <a:pt x="762" y="599"/>
                  </a:cubicBezTo>
                  <a:cubicBezTo>
                    <a:pt x="761" y="599"/>
                    <a:pt x="757" y="597"/>
                    <a:pt x="756" y="596"/>
                  </a:cubicBezTo>
                  <a:cubicBezTo>
                    <a:pt x="754" y="595"/>
                    <a:pt x="751" y="592"/>
                    <a:pt x="750" y="591"/>
                  </a:cubicBezTo>
                  <a:cubicBezTo>
                    <a:pt x="748" y="590"/>
                    <a:pt x="744" y="588"/>
                    <a:pt x="742" y="588"/>
                  </a:cubicBezTo>
                  <a:cubicBezTo>
                    <a:pt x="741" y="588"/>
                    <a:pt x="738" y="588"/>
                    <a:pt x="737" y="588"/>
                  </a:cubicBezTo>
                  <a:cubicBezTo>
                    <a:pt x="735" y="588"/>
                    <a:pt x="733" y="591"/>
                    <a:pt x="732" y="592"/>
                  </a:cubicBezTo>
                  <a:cubicBezTo>
                    <a:pt x="731" y="592"/>
                    <a:pt x="729" y="592"/>
                    <a:pt x="728" y="593"/>
                  </a:cubicBezTo>
                  <a:cubicBezTo>
                    <a:pt x="727" y="593"/>
                    <a:pt x="725" y="592"/>
                    <a:pt x="724" y="592"/>
                  </a:cubicBezTo>
                  <a:cubicBezTo>
                    <a:pt x="723" y="592"/>
                    <a:pt x="722" y="594"/>
                    <a:pt x="721" y="594"/>
                  </a:cubicBezTo>
                  <a:cubicBezTo>
                    <a:pt x="719" y="594"/>
                    <a:pt x="716" y="592"/>
                    <a:pt x="715" y="591"/>
                  </a:cubicBezTo>
                  <a:cubicBezTo>
                    <a:pt x="713" y="591"/>
                    <a:pt x="710" y="592"/>
                    <a:pt x="709" y="592"/>
                  </a:cubicBezTo>
                  <a:cubicBezTo>
                    <a:pt x="708" y="591"/>
                    <a:pt x="706" y="590"/>
                    <a:pt x="705" y="589"/>
                  </a:cubicBezTo>
                  <a:cubicBezTo>
                    <a:pt x="703" y="588"/>
                    <a:pt x="700" y="586"/>
                    <a:pt x="699" y="587"/>
                  </a:cubicBezTo>
                  <a:cubicBezTo>
                    <a:pt x="698" y="587"/>
                    <a:pt x="698" y="590"/>
                    <a:pt x="697" y="591"/>
                  </a:cubicBezTo>
                  <a:cubicBezTo>
                    <a:pt x="697" y="592"/>
                    <a:pt x="697" y="594"/>
                    <a:pt x="697" y="594"/>
                  </a:cubicBezTo>
                  <a:cubicBezTo>
                    <a:pt x="696" y="595"/>
                    <a:pt x="695" y="597"/>
                    <a:pt x="694" y="598"/>
                  </a:cubicBezTo>
                  <a:cubicBezTo>
                    <a:pt x="692" y="598"/>
                    <a:pt x="690" y="597"/>
                    <a:pt x="689" y="598"/>
                  </a:cubicBezTo>
                  <a:cubicBezTo>
                    <a:pt x="688" y="598"/>
                    <a:pt x="686" y="600"/>
                    <a:pt x="685" y="600"/>
                  </a:cubicBezTo>
                  <a:cubicBezTo>
                    <a:pt x="684" y="601"/>
                    <a:pt x="681" y="601"/>
                    <a:pt x="679" y="601"/>
                  </a:cubicBezTo>
                  <a:cubicBezTo>
                    <a:pt x="679" y="601"/>
                    <a:pt x="678" y="603"/>
                    <a:pt x="677" y="603"/>
                  </a:cubicBezTo>
                  <a:cubicBezTo>
                    <a:pt x="676" y="604"/>
                    <a:pt x="673" y="606"/>
                    <a:pt x="671" y="607"/>
                  </a:cubicBezTo>
                  <a:cubicBezTo>
                    <a:pt x="671" y="607"/>
                    <a:pt x="670" y="607"/>
                    <a:pt x="669" y="607"/>
                  </a:cubicBezTo>
                  <a:cubicBezTo>
                    <a:pt x="669" y="607"/>
                    <a:pt x="668" y="606"/>
                    <a:pt x="668" y="605"/>
                  </a:cubicBezTo>
                  <a:cubicBezTo>
                    <a:pt x="668" y="605"/>
                    <a:pt x="667" y="603"/>
                    <a:pt x="666" y="603"/>
                  </a:cubicBezTo>
                  <a:cubicBezTo>
                    <a:pt x="665" y="603"/>
                    <a:pt x="664" y="604"/>
                    <a:pt x="663" y="604"/>
                  </a:cubicBezTo>
                  <a:cubicBezTo>
                    <a:pt x="662" y="604"/>
                    <a:pt x="661" y="602"/>
                    <a:pt x="660" y="603"/>
                  </a:cubicBezTo>
                  <a:cubicBezTo>
                    <a:pt x="659" y="603"/>
                    <a:pt x="658" y="604"/>
                    <a:pt x="657" y="604"/>
                  </a:cubicBezTo>
                  <a:cubicBezTo>
                    <a:pt x="655" y="604"/>
                    <a:pt x="652" y="605"/>
                    <a:pt x="650" y="605"/>
                  </a:cubicBezTo>
                  <a:cubicBezTo>
                    <a:pt x="649" y="606"/>
                    <a:pt x="646" y="608"/>
                    <a:pt x="645" y="609"/>
                  </a:cubicBezTo>
                  <a:cubicBezTo>
                    <a:pt x="643" y="610"/>
                    <a:pt x="641" y="613"/>
                    <a:pt x="639" y="614"/>
                  </a:cubicBezTo>
                  <a:cubicBezTo>
                    <a:pt x="638" y="615"/>
                    <a:pt x="635" y="615"/>
                    <a:pt x="634" y="615"/>
                  </a:cubicBezTo>
                  <a:cubicBezTo>
                    <a:pt x="633" y="616"/>
                    <a:pt x="629" y="617"/>
                    <a:pt x="628" y="618"/>
                  </a:cubicBezTo>
                  <a:cubicBezTo>
                    <a:pt x="626" y="620"/>
                    <a:pt x="623" y="623"/>
                    <a:pt x="621" y="625"/>
                  </a:cubicBezTo>
                  <a:cubicBezTo>
                    <a:pt x="621" y="626"/>
                    <a:pt x="620" y="629"/>
                    <a:pt x="619" y="630"/>
                  </a:cubicBezTo>
                  <a:cubicBezTo>
                    <a:pt x="618" y="631"/>
                    <a:pt x="613" y="632"/>
                    <a:pt x="611" y="632"/>
                  </a:cubicBezTo>
                  <a:cubicBezTo>
                    <a:pt x="609" y="632"/>
                    <a:pt x="606" y="631"/>
                    <a:pt x="604" y="631"/>
                  </a:cubicBezTo>
                  <a:cubicBezTo>
                    <a:pt x="602" y="631"/>
                    <a:pt x="599" y="631"/>
                    <a:pt x="598" y="631"/>
                  </a:cubicBezTo>
                  <a:cubicBezTo>
                    <a:pt x="595" y="631"/>
                    <a:pt x="590" y="631"/>
                    <a:pt x="587" y="633"/>
                  </a:cubicBezTo>
                  <a:cubicBezTo>
                    <a:pt x="586" y="634"/>
                    <a:pt x="584" y="636"/>
                    <a:pt x="583" y="637"/>
                  </a:cubicBezTo>
                  <a:cubicBezTo>
                    <a:pt x="582" y="639"/>
                    <a:pt x="579" y="641"/>
                    <a:pt x="578" y="642"/>
                  </a:cubicBezTo>
                  <a:cubicBezTo>
                    <a:pt x="578" y="643"/>
                    <a:pt x="576" y="645"/>
                    <a:pt x="576" y="646"/>
                  </a:cubicBezTo>
                  <a:cubicBezTo>
                    <a:pt x="576" y="647"/>
                    <a:pt x="577" y="649"/>
                    <a:pt x="577" y="650"/>
                  </a:cubicBezTo>
                  <a:cubicBezTo>
                    <a:pt x="577" y="651"/>
                    <a:pt x="576" y="654"/>
                    <a:pt x="575" y="655"/>
                  </a:cubicBezTo>
                  <a:cubicBezTo>
                    <a:pt x="574" y="655"/>
                    <a:pt x="572" y="656"/>
                    <a:pt x="572" y="657"/>
                  </a:cubicBezTo>
                  <a:cubicBezTo>
                    <a:pt x="571" y="658"/>
                    <a:pt x="570" y="660"/>
                    <a:pt x="569" y="661"/>
                  </a:cubicBezTo>
                  <a:cubicBezTo>
                    <a:pt x="569" y="662"/>
                    <a:pt x="568" y="666"/>
                    <a:pt x="568" y="666"/>
                  </a:cubicBezTo>
                  <a:cubicBezTo>
                    <a:pt x="568" y="666"/>
                    <a:pt x="566" y="669"/>
                    <a:pt x="566" y="670"/>
                  </a:cubicBezTo>
                  <a:cubicBezTo>
                    <a:pt x="564" y="671"/>
                    <a:pt x="562" y="672"/>
                    <a:pt x="560" y="673"/>
                  </a:cubicBezTo>
                  <a:cubicBezTo>
                    <a:pt x="559" y="673"/>
                    <a:pt x="555" y="673"/>
                    <a:pt x="554" y="673"/>
                  </a:cubicBezTo>
                  <a:cubicBezTo>
                    <a:pt x="553" y="672"/>
                    <a:pt x="552" y="670"/>
                    <a:pt x="551" y="669"/>
                  </a:cubicBezTo>
                  <a:cubicBezTo>
                    <a:pt x="550" y="668"/>
                    <a:pt x="549" y="667"/>
                    <a:pt x="548" y="667"/>
                  </a:cubicBezTo>
                  <a:cubicBezTo>
                    <a:pt x="547" y="666"/>
                    <a:pt x="545" y="667"/>
                    <a:pt x="544" y="667"/>
                  </a:cubicBezTo>
                  <a:cubicBezTo>
                    <a:pt x="542" y="668"/>
                    <a:pt x="540" y="672"/>
                    <a:pt x="539" y="674"/>
                  </a:cubicBezTo>
                  <a:cubicBezTo>
                    <a:pt x="538" y="674"/>
                    <a:pt x="536" y="676"/>
                    <a:pt x="535" y="676"/>
                  </a:cubicBezTo>
                  <a:cubicBezTo>
                    <a:pt x="533" y="678"/>
                    <a:pt x="530" y="681"/>
                    <a:pt x="528" y="682"/>
                  </a:cubicBezTo>
                  <a:cubicBezTo>
                    <a:pt x="528" y="683"/>
                    <a:pt x="526" y="684"/>
                    <a:pt x="525" y="684"/>
                  </a:cubicBezTo>
                  <a:cubicBezTo>
                    <a:pt x="524" y="685"/>
                    <a:pt x="523" y="687"/>
                    <a:pt x="523" y="688"/>
                  </a:cubicBezTo>
                  <a:cubicBezTo>
                    <a:pt x="522" y="689"/>
                    <a:pt x="521" y="693"/>
                    <a:pt x="520" y="695"/>
                  </a:cubicBezTo>
                  <a:cubicBezTo>
                    <a:pt x="520" y="696"/>
                    <a:pt x="518" y="697"/>
                    <a:pt x="517" y="698"/>
                  </a:cubicBezTo>
                  <a:cubicBezTo>
                    <a:pt x="517" y="699"/>
                    <a:pt x="515" y="700"/>
                    <a:pt x="515" y="700"/>
                  </a:cubicBezTo>
                  <a:cubicBezTo>
                    <a:pt x="513" y="701"/>
                    <a:pt x="510" y="702"/>
                    <a:pt x="508" y="703"/>
                  </a:cubicBezTo>
                  <a:cubicBezTo>
                    <a:pt x="507" y="703"/>
                    <a:pt x="504" y="702"/>
                    <a:pt x="502" y="701"/>
                  </a:cubicBezTo>
                  <a:cubicBezTo>
                    <a:pt x="501" y="700"/>
                    <a:pt x="500" y="699"/>
                    <a:pt x="500" y="698"/>
                  </a:cubicBezTo>
                  <a:cubicBezTo>
                    <a:pt x="499" y="698"/>
                    <a:pt x="497" y="696"/>
                    <a:pt x="496" y="697"/>
                  </a:cubicBezTo>
                  <a:cubicBezTo>
                    <a:pt x="495" y="697"/>
                    <a:pt x="494" y="697"/>
                    <a:pt x="494" y="698"/>
                  </a:cubicBezTo>
                  <a:cubicBezTo>
                    <a:pt x="493" y="699"/>
                    <a:pt x="494" y="701"/>
                    <a:pt x="494" y="702"/>
                  </a:cubicBezTo>
                  <a:cubicBezTo>
                    <a:pt x="494" y="703"/>
                    <a:pt x="493" y="706"/>
                    <a:pt x="492" y="706"/>
                  </a:cubicBezTo>
                  <a:cubicBezTo>
                    <a:pt x="492" y="707"/>
                    <a:pt x="490" y="708"/>
                    <a:pt x="489" y="708"/>
                  </a:cubicBezTo>
                  <a:cubicBezTo>
                    <a:pt x="488" y="709"/>
                    <a:pt x="484" y="710"/>
                    <a:pt x="484" y="711"/>
                  </a:cubicBezTo>
                  <a:cubicBezTo>
                    <a:pt x="483" y="712"/>
                    <a:pt x="485" y="714"/>
                    <a:pt x="485" y="715"/>
                  </a:cubicBezTo>
                  <a:cubicBezTo>
                    <a:pt x="484" y="716"/>
                    <a:pt x="483" y="719"/>
                    <a:pt x="483" y="720"/>
                  </a:cubicBezTo>
                  <a:cubicBezTo>
                    <a:pt x="482" y="721"/>
                    <a:pt x="480" y="724"/>
                    <a:pt x="480" y="726"/>
                  </a:cubicBezTo>
                  <a:cubicBezTo>
                    <a:pt x="480" y="727"/>
                    <a:pt x="480" y="729"/>
                    <a:pt x="480" y="730"/>
                  </a:cubicBezTo>
                  <a:cubicBezTo>
                    <a:pt x="480" y="731"/>
                    <a:pt x="479" y="732"/>
                    <a:pt x="479" y="732"/>
                  </a:cubicBezTo>
                  <a:cubicBezTo>
                    <a:pt x="478" y="733"/>
                    <a:pt x="475" y="733"/>
                    <a:pt x="474" y="732"/>
                  </a:cubicBezTo>
                  <a:cubicBezTo>
                    <a:pt x="473" y="732"/>
                    <a:pt x="471" y="731"/>
                    <a:pt x="471" y="731"/>
                  </a:cubicBezTo>
                  <a:cubicBezTo>
                    <a:pt x="470" y="731"/>
                    <a:pt x="467" y="732"/>
                    <a:pt x="467" y="732"/>
                  </a:cubicBezTo>
                  <a:cubicBezTo>
                    <a:pt x="467" y="733"/>
                    <a:pt x="467" y="734"/>
                    <a:pt x="467" y="735"/>
                  </a:cubicBezTo>
                  <a:cubicBezTo>
                    <a:pt x="468" y="735"/>
                    <a:pt x="468" y="736"/>
                    <a:pt x="468" y="736"/>
                  </a:cubicBezTo>
                  <a:cubicBezTo>
                    <a:pt x="469" y="737"/>
                    <a:pt x="471" y="736"/>
                    <a:pt x="471" y="737"/>
                  </a:cubicBezTo>
                  <a:cubicBezTo>
                    <a:pt x="472" y="737"/>
                    <a:pt x="474" y="738"/>
                    <a:pt x="474" y="739"/>
                  </a:cubicBezTo>
                  <a:cubicBezTo>
                    <a:pt x="474" y="739"/>
                    <a:pt x="474" y="741"/>
                    <a:pt x="473" y="742"/>
                  </a:cubicBezTo>
                  <a:cubicBezTo>
                    <a:pt x="473" y="742"/>
                    <a:pt x="471" y="743"/>
                    <a:pt x="471" y="743"/>
                  </a:cubicBezTo>
                  <a:cubicBezTo>
                    <a:pt x="469" y="743"/>
                    <a:pt x="467" y="743"/>
                    <a:pt x="466" y="742"/>
                  </a:cubicBezTo>
                  <a:cubicBezTo>
                    <a:pt x="465" y="742"/>
                    <a:pt x="463" y="740"/>
                    <a:pt x="462" y="739"/>
                  </a:cubicBezTo>
                  <a:cubicBezTo>
                    <a:pt x="461" y="739"/>
                    <a:pt x="459" y="739"/>
                    <a:pt x="458" y="739"/>
                  </a:cubicBezTo>
                  <a:cubicBezTo>
                    <a:pt x="457" y="740"/>
                    <a:pt x="455" y="742"/>
                    <a:pt x="455" y="743"/>
                  </a:cubicBezTo>
                  <a:cubicBezTo>
                    <a:pt x="454" y="744"/>
                    <a:pt x="453" y="745"/>
                    <a:pt x="452" y="746"/>
                  </a:cubicBezTo>
                  <a:cubicBezTo>
                    <a:pt x="451" y="747"/>
                    <a:pt x="450" y="750"/>
                    <a:pt x="450" y="751"/>
                  </a:cubicBezTo>
                  <a:cubicBezTo>
                    <a:pt x="449" y="752"/>
                    <a:pt x="449" y="754"/>
                    <a:pt x="448" y="755"/>
                  </a:cubicBezTo>
                  <a:cubicBezTo>
                    <a:pt x="447" y="756"/>
                    <a:pt x="446" y="756"/>
                    <a:pt x="445" y="757"/>
                  </a:cubicBezTo>
                  <a:cubicBezTo>
                    <a:pt x="444" y="757"/>
                    <a:pt x="442" y="757"/>
                    <a:pt x="441" y="757"/>
                  </a:cubicBezTo>
                  <a:cubicBezTo>
                    <a:pt x="440" y="757"/>
                    <a:pt x="438" y="758"/>
                    <a:pt x="437" y="758"/>
                  </a:cubicBezTo>
                  <a:cubicBezTo>
                    <a:pt x="436" y="757"/>
                    <a:pt x="436" y="755"/>
                    <a:pt x="436" y="754"/>
                  </a:cubicBezTo>
                  <a:cubicBezTo>
                    <a:pt x="436" y="753"/>
                    <a:pt x="436" y="752"/>
                    <a:pt x="435" y="751"/>
                  </a:cubicBezTo>
                  <a:cubicBezTo>
                    <a:pt x="435" y="750"/>
                    <a:pt x="433" y="749"/>
                    <a:pt x="433" y="749"/>
                  </a:cubicBezTo>
                  <a:cubicBezTo>
                    <a:pt x="432" y="749"/>
                    <a:pt x="430" y="749"/>
                    <a:pt x="429" y="750"/>
                  </a:cubicBezTo>
                  <a:cubicBezTo>
                    <a:pt x="429" y="750"/>
                    <a:pt x="429" y="751"/>
                    <a:pt x="428" y="751"/>
                  </a:cubicBezTo>
                  <a:cubicBezTo>
                    <a:pt x="428" y="752"/>
                    <a:pt x="428" y="754"/>
                    <a:pt x="428" y="755"/>
                  </a:cubicBezTo>
                  <a:cubicBezTo>
                    <a:pt x="429" y="756"/>
                    <a:pt x="430" y="756"/>
                    <a:pt x="430" y="757"/>
                  </a:cubicBezTo>
                  <a:cubicBezTo>
                    <a:pt x="431" y="757"/>
                    <a:pt x="431" y="759"/>
                    <a:pt x="431" y="760"/>
                  </a:cubicBezTo>
                  <a:cubicBezTo>
                    <a:pt x="431" y="761"/>
                    <a:pt x="430" y="762"/>
                    <a:pt x="430" y="762"/>
                  </a:cubicBezTo>
                  <a:cubicBezTo>
                    <a:pt x="429" y="763"/>
                    <a:pt x="427" y="763"/>
                    <a:pt x="426" y="764"/>
                  </a:cubicBezTo>
                  <a:cubicBezTo>
                    <a:pt x="425" y="765"/>
                    <a:pt x="423" y="767"/>
                    <a:pt x="422" y="768"/>
                  </a:cubicBezTo>
                  <a:cubicBezTo>
                    <a:pt x="422" y="768"/>
                    <a:pt x="421" y="769"/>
                    <a:pt x="421" y="770"/>
                  </a:cubicBezTo>
                  <a:cubicBezTo>
                    <a:pt x="420" y="770"/>
                    <a:pt x="419" y="771"/>
                    <a:pt x="419" y="772"/>
                  </a:cubicBezTo>
                  <a:cubicBezTo>
                    <a:pt x="418" y="772"/>
                    <a:pt x="417" y="773"/>
                    <a:pt x="416" y="774"/>
                  </a:cubicBezTo>
                  <a:cubicBezTo>
                    <a:pt x="416" y="774"/>
                    <a:pt x="415" y="776"/>
                    <a:pt x="415" y="776"/>
                  </a:cubicBezTo>
                  <a:cubicBezTo>
                    <a:pt x="413" y="775"/>
                    <a:pt x="411" y="778"/>
                    <a:pt x="410" y="778"/>
                  </a:cubicBezTo>
                  <a:cubicBezTo>
                    <a:pt x="408" y="779"/>
                    <a:pt x="405" y="778"/>
                    <a:pt x="403" y="778"/>
                  </a:cubicBezTo>
                  <a:cubicBezTo>
                    <a:pt x="402" y="778"/>
                    <a:pt x="400" y="776"/>
                    <a:pt x="399" y="776"/>
                  </a:cubicBezTo>
                  <a:cubicBezTo>
                    <a:pt x="399" y="775"/>
                    <a:pt x="398" y="773"/>
                    <a:pt x="398" y="772"/>
                  </a:cubicBezTo>
                  <a:cubicBezTo>
                    <a:pt x="397" y="771"/>
                    <a:pt x="396" y="769"/>
                    <a:pt x="396" y="768"/>
                  </a:cubicBezTo>
                  <a:cubicBezTo>
                    <a:pt x="395" y="767"/>
                    <a:pt x="395" y="764"/>
                    <a:pt x="396" y="763"/>
                  </a:cubicBezTo>
                  <a:cubicBezTo>
                    <a:pt x="396" y="762"/>
                    <a:pt x="398" y="761"/>
                    <a:pt x="398" y="760"/>
                  </a:cubicBezTo>
                  <a:cubicBezTo>
                    <a:pt x="398" y="759"/>
                    <a:pt x="399" y="757"/>
                    <a:pt x="398" y="756"/>
                  </a:cubicBezTo>
                  <a:cubicBezTo>
                    <a:pt x="397" y="756"/>
                    <a:pt x="395" y="755"/>
                    <a:pt x="394" y="755"/>
                  </a:cubicBezTo>
                  <a:cubicBezTo>
                    <a:pt x="393" y="755"/>
                    <a:pt x="390" y="757"/>
                    <a:pt x="389" y="757"/>
                  </a:cubicBezTo>
                  <a:cubicBezTo>
                    <a:pt x="387" y="757"/>
                    <a:pt x="384" y="757"/>
                    <a:pt x="382" y="757"/>
                  </a:cubicBezTo>
                  <a:cubicBezTo>
                    <a:pt x="381" y="756"/>
                    <a:pt x="380" y="754"/>
                    <a:pt x="379" y="753"/>
                  </a:cubicBezTo>
                  <a:cubicBezTo>
                    <a:pt x="378" y="753"/>
                    <a:pt x="375" y="753"/>
                    <a:pt x="374" y="754"/>
                  </a:cubicBezTo>
                  <a:cubicBezTo>
                    <a:pt x="374" y="755"/>
                    <a:pt x="374" y="757"/>
                    <a:pt x="374" y="758"/>
                  </a:cubicBezTo>
                  <a:cubicBezTo>
                    <a:pt x="374" y="760"/>
                    <a:pt x="373" y="763"/>
                    <a:pt x="372" y="764"/>
                  </a:cubicBezTo>
                  <a:cubicBezTo>
                    <a:pt x="371" y="765"/>
                    <a:pt x="368" y="766"/>
                    <a:pt x="367" y="766"/>
                  </a:cubicBezTo>
                  <a:cubicBezTo>
                    <a:pt x="365" y="767"/>
                    <a:pt x="361" y="766"/>
                    <a:pt x="359" y="766"/>
                  </a:cubicBezTo>
                  <a:cubicBezTo>
                    <a:pt x="359" y="767"/>
                    <a:pt x="357" y="767"/>
                    <a:pt x="357" y="768"/>
                  </a:cubicBezTo>
                  <a:cubicBezTo>
                    <a:pt x="355" y="768"/>
                    <a:pt x="352" y="767"/>
                    <a:pt x="351" y="768"/>
                  </a:cubicBezTo>
                  <a:cubicBezTo>
                    <a:pt x="350" y="768"/>
                    <a:pt x="349" y="770"/>
                    <a:pt x="349" y="771"/>
                  </a:cubicBezTo>
                  <a:cubicBezTo>
                    <a:pt x="349" y="772"/>
                    <a:pt x="349" y="775"/>
                    <a:pt x="349" y="776"/>
                  </a:cubicBezTo>
                  <a:cubicBezTo>
                    <a:pt x="348" y="776"/>
                    <a:pt x="346" y="777"/>
                    <a:pt x="345" y="778"/>
                  </a:cubicBezTo>
                  <a:cubicBezTo>
                    <a:pt x="344" y="778"/>
                    <a:pt x="340" y="777"/>
                    <a:pt x="339" y="778"/>
                  </a:cubicBezTo>
                  <a:cubicBezTo>
                    <a:pt x="338" y="779"/>
                    <a:pt x="336" y="781"/>
                    <a:pt x="335" y="781"/>
                  </a:cubicBezTo>
                  <a:cubicBezTo>
                    <a:pt x="333" y="782"/>
                    <a:pt x="329" y="780"/>
                    <a:pt x="328" y="778"/>
                  </a:cubicBezTo>
                  <a:cubicBezTo>
                    <a:pt x="328" y="777"/>
                    <a:pt x="329" y="775"/>
                    <a:pt x="328" y="774"/>
                  </a:cubicBezTo>
                  <a:cubicBezTo>
                    <a:pt x="328" y="773"/>
                    <a:pt x="327" y="772"/>
                    <a:pt x="326" y="771"/>
                  </a:cubicBezTo>
                  <a:cubicBezTo>
                    <a:pt x="325" y="770"/>
                    <a:pt x="321" y="770"/>
                    <a:pt x="319" y="770"/>
                  </a:cubicBezTo>
                  <a:cubicBezTo>
                    <a:pt x="318" y="770"/>
                    <a:pt x="315" y="770"/>
                    <a:pt x="314" y="771"/>
                  </a:cubicBezTo>
                  <a:cubicBezTo>
                    <a:pt x="313" y="771"/>
                    <a:pt x="311" y="773"/>
                    <a:pt x="310" y="773"/>
                  </a:cubicBezTo>
                  <a:cubicBezTo>
                    <a:pt x="308" y="773"/>
                    <a:pt x="305" y="772"/>
                    <a:pt x="303" y="773"/>
                  </a:cubicBezTo>
                  <a:cubicBezTo>
                    <a:pt x="302" y="773"/>
                    <a:pt x="301" y="776"/>
                    <a:pt x="300" y="776"/>
                  </a:cubicBezTo>
                  <a:cubicBezTo>
                    <a:pt x="299" y="776"/>
                    <a:pt x="296" y="775"/>
                    <a:pt x="295" y="774"/>
                  </a:cubicBezTo>
                  <a:cubicBezTo>
                    <a:pt x="294" y="773"/>
                    <a:pt x="292" y="771"/>
                    <a:pt x="291" y="770"/>
                  </a:cubicBezTo>
                  <a:cubicBezTo>
                    <a:pt x="291" y="769"/>
                    <a:pt x="289" y="767"/>
                    <a:pt x="287" y="767"/>
                  </a:cubicBezTo>
                  <a:cubicBezTo>
                    <a:pt x="286" y="766"/>
                    <a:pt x="283" y="765"/>
                    <a:pt x="282" y="765"/>
                  </a:cubicBezTo>
                  <a:cubicBezTo>
                    <a:pt x="280" y="765"/>
                    <a:pt x="277" y="764"/>
                    <a:pt x="276" y="763"/>
                  </a:cubicBezTo>
                  <a:cubicBezTo>
                    <a:pt x="275" y="763"/>
                    <a:pt x="273" y="761"/>
                    <a:pt x="272" y="760"/>
                  </a:cubicBezTo>
                  <a:cubicBezTo>
                    <a:pt x="271" y="759"/>
                    <a:pt x="269" y="758"/>
                    <a:pt x="267" y="758"/>
                  </a:cubicBezTo>
                  <a:cubicBezTo>
                    <a:pt x="268" y="757"/>
                    <a:pt x="268" y="756"/>
                    <a:pt x="268" y="755"/>
                  </a:cubicBezTo>
                  <a:cubicBezTo>
                    <a:pt x="268" y="754"/>
                    <a:pt x="268" y="752"/>
                    <a:pt x="268" y="750"/>
                  </a:cubicBezTo>
                  <a:cubicBezTo>
                    <a:pt x="268" y="749"/>
                    <a:pt x="268" y="747"/>
                    <a:pt x="268" y="746"/>
                  </a:cubicBezTo>
                  <a:cubicBezTo>
                    <a:pt x="268" y="745"/>
                    <a:pt x="268" y="742"/>
                    <a:pt x="268" y="740"/>
                  </a:cubicBezTo>
                  <a:cubicBezTo>
                    <a:pt x="268" y="740"/>
                    <a:pt x="269" y="738"/>
                    <a:pt x="270" y="737"/>
                  </a:cubicBezTo>
                  <a:cubicBezTo>
                    <a:pt x="270" y="736"/>
                    <a:pt x="271" y="736"/>
                    <a:pt x="272" y="735"/>
                  </a:cubicBezTo>
                  <a:cubicBezTo>
                    <a:pt x="272" y="734"/>
                    <a:pt x="272" y="732"/>
                    <a:pt x="272" y="731"/>
                  </a:cubicBezTo>
                  <a:cubicBezTo>
                    <a:pt x="272" y="729"/>
                    <a:pt x="271" y="727"/>
                    <a:pt x="271" y="727"/>
                  </a:cubicBezTo>
                  <a:cubicBezTo>
                    <a:pt x="270" y="726"/>
                    <a:pt x="268" y="726"/>
                    <a:pt x="267" y="726"/>
                  </a:cubicBezTo>
                  <a:cubicBezTo>
                    <a:pt x="266" y="726"/>
                    <a:pt x="265" y="727"/>
                    <a:pt x="264" y="728"/>
                  </a:cubicBezTo>
                  <a:cubicBezTo>
                    <a:pt x="263" y="729"/>
                    <a:pt x="263" y="730"/>
                    <a:pt x="262" y="731"/>
                  </a:cubicBezTo>
                  <a:cubicBezTo>
                    <a:pt x="262" y="731"/>
                    <a:pt x="261" y="732"/>
                    <a:pt x="260" y="732"/>
                  </a:cubicBezTo>
                  <a:cubicBezTo>
                    <a:pt x="259" y="732"/>
                    <a:pt x="258" y="731"/>
                    <a:pt x="257" y="731"/>
                  </a:cubicBezTo>
                  <a:cubicBezTo>
                    <a:pt x="256" y="730"/>
                    <a:pt x="255" y="730"/>
                    <a:pt x="254" y="730"/>
                  </a:cubicBezTo>
                  <a:cubicBezTo>
                    <a:pt x="253" y="731"/>
                    <a:pt x="252" y="731"/>
                    <a:pt x="251" y="732"/>
                  </a:cubicBezTo>
                  <a:cubicBezTo>
                    <a:pt x="251" y="732"/>
                    <a:pt x="250" y="734"/>
                    <a:pt x="249" y="734"/>
                  </a:cubicBezTo>
                  <a:cubicBezTo>
                    <a:pt x="248" y="735"/>
                    <a:pt x="246" y="736"/>
                    <a:pt x="245" y="736"/>
                  </a:cubicBezTo>
                  <a:cubicBezTo>
                    <a:pt x="245" y="736"/>
                    <a:pt x="243" y="734"/>
                    <a:pt x="243" y="734"/>
                  </a:cubicBezTo>
                  <a:cubicBezTo>
                    <a:pt x="242" y="734"/>
                    <a:pt x="241" y="735"/>
                    <a:pt x="240" y="735"/>
                  </a:cubicBezTo>
                  <a:cubicBezTo>
                    <a:pt x="239" y="735"/>
                    <a:pt x="236" y="735"/>
                    <a:pt x="236" y="734"/>
                  </a:cubicBezTo>
                  <a:cubicBezTo>
                    <a:pt x="235" y="734"/>
                    <a:pt x="236" y="733"/>
                    <a:pt x="236" y="733"/>
                  </a:cubicBezTo>
                  <a:cubicBezTo>
                    <a:pt x="236" y="731"/>
                    <a:pt x="236" y="728"/>
                    <a:pt x="235" y="727"/>
                  </a:cubicBezTo>
                  <a:cubicBezTo>
                    <a:pt x="235" y="726"/>
                    <a:pt x="234" y="725"/>
                    <a:pt x="233" y="725"/>
                  </a:cubicBezTo>
                  <a:cubicBezTo>
                    <a:pt x="232" y="724"/>
                    <a:pt x="229" y="724"/>
                    <a:pt x="228" y="723"/>
                  </a:cubicBezTo>
                  <a:cubicBezTo>
                    <a:pt x="227" y="722"/>
                    <a:pt x="227" y="720"/>
                    <a:pt x="227" y="719"/>
                  </a:cubicBezTo>
                  <a:cubicBezTo>
                    <a:pt x="226" y="718"/>
                    <a:pt x="225" y="716"/>
                    <a:pt x="225" y="715"/>
                  </a:cubicBezTo>
                  <a:cubicBezTo>
                    <a:pt x="224" y="714"/>
                    <a:pt x="222" y="712"/>
                    <a:pt x="221" y="711"/>
                  </a:cubicBezTo>
                  <a:cubicBezTo>
                    <a:pt x="221" y="710"/>
                    <a:pt x="220" y="707"/>
                    <a:pt x="219" y="706"/>
                  </a:cubicBezTo>
                  <a:cubicBezTo>
                    <a:pt x="219" y="705"/>
                    <a:pt x="218" y="702"/>
                    <a:pt x="217" y="701"/>
                  </a:cubicBezTo>
                  <a:cubicBezTo>
                    <a:pt x="216" y="700"/>
                    <a:pt x="214" y="698"/>
                    <a:pt x="213" y="697"/>
                  </a:cubicBezTo>
                  <a:cubicBezTo>
                    <a:pt x="212" y="697"/>
                    <a:pt x="210" y="697"/>
                    <a:pt x="209" y="697"/>
                  </a:cubicBezTo>
                  <a:cubicBezTo>
                    <a:pt x="208" y="697"/>
                    <a:pt x="206" y="698"/>
                    <a:pt x="205" y="698"/>
                  </a:cubicBezTo>
                  <a:cubicBezTo>
                    <a:pt x="204" y="698"/>
                    <a:pt x="202" y="698"/>
                    <a:pt x="201" y="697"/>
                  </a:cubicBezTo>
                  <a:cubicBezTo>
                    <a:pt x="200" y="697"/>
                    <a:pt x="200" y="695"/>
                    <a:pt x="200" y="695"/>
                  </a:cubicBezTo>
                  <a:cubicBezTo>
                    <a:pt x="199" y="693"/>
                    <a:pt x="199" y="690"/>
                    <a:pt x="200" y="689"/>
                  </a:cubicBezTo>
                  <a:cubicBezTo>
                    <a:pt x="200" y="688"/>
                    <a:pt x="202" y="688"/>
                    <a:pt x="203" y="687"/>
                  </a:cubicBezTo>
                  <a:cubicBezTo>
                    <a:pt x="203" y="687"/>
                    <a:pt x="204" y="684"/>
                    <a:pt x="204" y="683"/>
                  </a:cubicBezTo>
                  <a:cubicBezTo>
                    <a:pt x="204" y="682"/>
                    <a:pt x="203" y="681"/>
                    <a:pt x="202" y="680"/>
                  </a:cubicBezTo>
                  <a:cubicBezTo>
                    <a:pt x="202" y="680"/>
                    <a:pt x="200" y="678"/>
                    <a:pt x="199" y="678"/>
                  </a:cubicBezTo>
                  <a:cubicBezTo>
                    <a:pt x="198" y="678"/>
                    <a:pt x="196" y="678"/>
                    <a:pt x="196" y="678"/>
                  </a:cubicBezTo>
                  <a:cubicBezTo>
                    <a:pt x="195" y="679"/>
                    <a:pt x="194" y="681"/>
                    <a:pt x="193" y="681"/>
                  </a:cubicBezTo>
                  <a:cubicBezTo>
                    <a:pt x="192" y="681"/>
                    <a:pt x="189" y="680"/>
                    <a:pt x="187" y="680"/>
                  </a:cubicBezTo>
                  <a:cubicBezTo>
                    <a:pt x="186" y="680"/>
                    <a:pt x="184" y="680"/>
                    <a:pt x="183" y="681"/>
                  </a:cubicBezTo>
                  <a:cubicBezTo>
                    <a:pt x="181" y="682"/>
                    <a:pt x="181" y="686"/>
                    <a:pt x="180" y="686"/>
                  </a:cubicBezTo>
                  <a:cubicBezTo>
                    <a:pt x="179" y="687"/>
                    <a:pt x="177" y="687"/>
                    <a:pt x="176" y="687"/>
                  </a:cubicBezTo>
                  <a:cubicBezTo>
                    <a:pt x="174" y="687"/>
                    <a:pt x="170" y="685"/>
                    <a:pt x="169" y="684"/>
                  </a:cubicBezTo>
                  <a:cubicBezTo>
                    <a:pt x="167" y="683"/>
                    <a:pt x="165" y="681"/>
                    <a:pt x="164" y="679"/>
                  </a:cubicBezTo>
                  <a:cubicBezTo>
                    <a:pt x="163" y="678"/>
                    <a:pt x="161" y="676"/>
                    <a:pt x="160" y="674"/>
                  </a:cubicBezTo>
                  <a:cubicBezTo>
                    <a:pt x="159" y="673"/>
                    <a:pt x="159" y="669"/>
                    <a:pt x="157" y="667"/>
                  </a:cubicBezTo>
                  <a:cubicBezTo>
                    <a:pt x="156" y="666"/>
                    <a:pt x="153" y="664"/>
                    <a:pt x="152" y="663"/>
                  </a:cubicBezTo>
                  <a:cubicBezTo>
                    <a:pt x="151" y="662"/>
                    <a:pt x="149" y="661"/>
                    <a:pt x="148" y="660"/>
                  </a:cubicBezTo>
                  <a:cubicBezTo>
                    <a:pt x="147" y="659"/>
                    <a:pt x="146" y="657"/>
                    <a:pt x="146" y="655"/>
                  </a:cubicBezTo>
                  <a:cubicBezTo>
                    <a:pt x="147" y="654"/>
                    <a:pt x="149" y="654"/>
                    <a:pt x="150" y="653"/>
                  </a:cubicBezTo>
                  <a:cubicBezTo>
                    <a:pt x="151" y="653"/>
                    <a:pt x="152" y="652"/>
                    <a:pt x="152" y="651"/>
                  </a:cubicBezTo>
                  <a:cubicBezTo>
                    <a:pt x="153" y="650"/>
                    <a:pt x="153" y="647"/>
                    <a:pt x="153" y="646"/>
                  </a:cubicBezTo>
                  <a:cubicBezTo>
                    <a:pt x="153" y="644"/>
                    <a:pt x="150" y="643"/>
                    <a:pt x="150" y="641"/>
                  </a:cubicBezTo>
                  <a:cubicBezTo>
                    <a:pt x="149" y="641"/>
                    <a:pt x="150" y="639"/>
                    <a:pt x="150" y="638"/>
                  </a:cubicBezTo>
                  <a:cubicBezTo>
                    <a:pt x="149" y="637"/>
                    <a:pt x="147" y="635"/>
                    <a:pt x="146" y="635"/>
                  </a:cubicBezTo>
                  <a:cubicBezTo>
                    <a:pt x="144" y="633"/>
                    <a:pt x="140" y="630"/>
                    <a:pt x="139" y="628"/>
                  </a:cubicBezTo>
                  <a:cubicBezTo>
                    <a:pt x="138" y="627"/>
                    <a:pt x="138" y="624"/>
                    <a:pt x="137" y="623"/>
                  </a:cubicBezTo>
                  <a:cubicBezTo>
                    <a:pt x="136" y="622"/>
                    <a:pt x="134" y="621"/>
                    <a:pt x="133" y="621"/>
                  </a:cubicBezTo>
                  <a:cubicBezTo>
                    <a:pt x="131" y="621"/>
                    <a:pt x="128" y="622"/>
                    <a:pt x="127" y="623"/>
                  </a:cubicBezTo>
                  <a:cubicBezTo>
                    <a:pt x="126" y="623"/>
                    <a:pt x="124" y="624"/>
                    <a:pt x="123" y="625"/>
                  </a:cubicBezTo>
                  <a:cubicBezTo>
                    <a:pt x="122" y="625"/>
                    <a:pt x="119" y="625"/>
                    <a:pt x="118" y="625"/>
                  </a:cubicBezTo>
                  <a:cubicBezTo>
                    <a:pt x="117" y="625"/>
                    <a:pt x="115" y="624"/>
                    <a:pt x="114" y="624"/>
                  </a:cubicBezTo>
                  <a:cubicBezTo>
                    <a:pt x="113" y="624"/>
                    <a:pt x="109" y="624"/>
                    <a:pt x="108" y="625"/>
                  </a:cubicBezTo>
                  <a:cubicBezTo>
                    <a:pt x="106" y="625"/>
                    <a:pt x="105" y="630"/>
                    <a:pt x="103" y="631"/>
                  </a:cubicBezTo>
                  <a:cubicBezTo>
                    <a:pt x="102" y="631"/>
                    <a:pt x="100" y="631"/>
                    <a:pt x="99" y="631"/>
                  </a:cubicBezTo>
                  <a:cubicBezTo>
                    <a:pt x="97" y="631"/>
                    <a:pt x="96" y="630"/>
                    <a:pt x="95" y="630"/>
                  </a:cubicBezTo>
                  <a:cubicBezTo>
                    <a:pt x="93" y="630"/>
                    <a:pt x="91" y="631"/>
                    <a:pt x="90" y="631"/>
                  </a:cubicBezTo>
                  <a:cubicBezTo>
                    <a:pt x="89" y="632"/>
                    <a:pt x="88" y="634"/>
                    <a:pt x="87" y="634"/>
                  </a:cubicBezTo>
                  <a:cubicBezTo>
                    <a:pt x="86" y="635"/>
                    <a:pt x="83" y="635"/>
                    <a:pt x="82" y="635"/>
                  </a:cubicBezTo>
                  <a:cubicBezTo>
                    <a:pt x="80" y="635"/>
                    <a:pt x="77" y="634"/>
                    <a:pt x="75" y="634"/>
                  </a:cubicBezTo>
                  <a:cubicBezTo>
                    <a:pt x="74" y="634"/>
                    <a:pt x="71" y="634"/>
                    <a:pt x="70" y="635"/>
                  </a:cubicBezTo>
                  <a:cubicBezTo>
                    <a:pt x="69" y="635"/>
                    <a:pt x="67" y="637"/>
                    <a:pt x="66" y="637"/>
                  </a:cubicBezTo>
                  <a:cubicBezTo>
                    <a:pt x="65" y="638"/>
                    <a:pt x="63" y="638"/>
                    <a:pt x="62" y="639"/>
                  </a:cubicBezTo>
                  <a:cubicBezTo>
                    <a:pt x="61" y="640"/>
                    <a:pt x="62" y="644"/>
                    <a:pt x="61" y="645"/>
                  </a:cubicBezTo>
                  <a:cubicBezTo>
                    <a:pt x="61" y="647"/>
                    <a:pt x="59" y="649"/>
                    <a:pt x="57" y="650"/>
                  </a:cubicBezTo>
                  <a:cubicBezTo>
                    <a:pt x="56" y="651"/>
                    <a:pt x="52" y="652"/>
                    <a:pt x="50" y="652"/>
                  </a:cubicBezTo>
                  <a:cubicBezTo>
                    <a:pt x="49" y="653"/>
                    <a:pt x="46" y="653"/>
                    <a:pt x="45" y="652"/>
                  </a:cubicBezTo>
                  <a:cubicBezTo>
                    <a:pt x="44" y="652"/>
                    <a:pt x="42" y="650"/>
                    <a:pt x="40" y="649"/>
                  </a:cubicBezTo>
                  <a:cubicBezTo>
                    <a:pt x="39" y="649"/>
                    <a:pt x="37" y="648"/>
                    <a:pt x="36" y="648"/>
                  </a:cubicBezTo>
                  <a:cubicBezTo>
                    <a:pt x="34" y="649"/>
                    <a:pt x="31" y="652"/>
                    <a:pt x="30" y="651"/>
                  </a:cubicBezTo>
                  <a:cubicBezTo>
                    <a:pt x="28" y="651"/>
                    <a:pt x="28" y="648"/>
                    <a:pt x="27" y="647"/>
                  </a:cubicBezTo>
                  <a:cubicBezTo>
                    <a:pt x="26" y="646"/>
                    <a:pt x="23" y="646"/>
                    <a:pt x="22" y="646"/>
                  </a:cubicBezTo>
                  <a:cubicBezTo>
                    <a:pt x="20" y="645"/>
                    <a:pt x="17" y="646"/>
                    <a:pt x="16" y="646"/>
                  </a:cubicBezTo>
                  <a:cubicBezTo>
                    <a:pt x="14" y="646"/>
                    <a:pt x="11" y="646"/>
                    <a:pt x="10" y="645"/>
                  </a:cubicBezTo>
                  <a:cubicBezTo>
                    <a:pt x="9" y="645"/>
                    <a:pt x="6" y="644"/>
                    <a:pt x="5" y="643"/>
                  </a:cubicBezTo>
                  <a:cubicBezTo>
                    <a:pt x="4" y="642"/>
                    <a:pt x="3" y="640"/>
                    <a:pt x="3" y="639"/>
                  </a:cubicBezTo>
                  <a:cubicBezTo>
                    <a:pt x="2" y="639"/>
                    <a:pt x="1" y="637"/>
                    <a:pt x="1" y="636"/>
                  </a:cubicBezTo>
                  <a:cubicBezTo>
                    <a:pt x="1" y="636"/>
                    <a:pt x="0" y="635"/>
                    <a:pt x="0" y="634"/>
                  </a:cubicBezTo>
                  <a:cubicBezTo>
                    <a:pt x="0" y="634"/>
                    <a:pt x="0" y="634"/>
                    <a:pt x="0" y="634"/>
                  </a:cubicBezTo>
                  <a:cubicBezTo>
                    <a:pt x="2" y="633"/>
                    <a:pt x="4" y="630"/>
                    <a:pt x="6" y="629"/>
                  </a:cubicBezTo>
                  <a:cubicBezTo>
                    <a:pt x="8" y="628"/>
                    <a:pt x="11" y="628"/>
                    <a:pt x="12" y="627"/>
                  </a:cubicBezTo>
                  <a:cubicBezTo>
                    <a:pt x="14" y="626"/>
                    <a:pt x="18" y="625"/>
                    <a:pt x="19" y="623"/>
                  </a:cubicBezTo>
                  <a:cubicBezTo>
                    <a:pt x="20" y="622"/>
                    <a:pt x="22" y="620"/>
                    <a:pt x="23" y="619"/>
                  </a:cubicBezTo>
                  <a:cubicBezTo>
                    <a:pt x="23" y="617"/>
                    <a:pt x="21" y="614"/>
                    <a:pt x="21" y="613"/>
                  </a:cubicBezTo>
                  <a:cubicBezTo>
                    <a:pt x="20" y="611"/>
                    <a:pt x="18" y="608"/>
                    <a:pt x="18" y="607"/>
                  </a:cubicBezTo>
                  <a:cubicBezTo>
                    <a:pt x="17" y="605"/>
                    <a:pt x="16" y="602"/>
                    <a:pt x="16" y="600"/>
                  </a:cubicBezTo>
                  <a:cubicBezTo>
                    <a:pt x="17" y="598"/>
                    <a:pt x="18" y="594"/>
                    <a:pt x="18" y="593"/>
                  </a:cubicBezTo>
                  <a:cubicBezTo>
                    <a:pt x="19" y="591"/>
                    <a:pt x="22" y="587"/>
                    <a:pt x="23" y="586"/>
                  </a:cubicBezTo>
                  <a:cubicBezTo>
                    <a:pt x="25" y="584"/>
                    <a:pt x="29" y="583"/>
                    <a:pt x="30" y="581"/>
                  </a:cubicBezTo>
                  <a:cubicBezTo>
                    <a:pt x="31" y="580"/>
                    <a:pt x="32" y="579"/>
                    <a:pt x="32" y="578"/>
                  </a:cubicBezTo>
                  <a:cubicBezTo>
                    <a:pt x="33" y="576"/>
                    <a:pt x="33" y="572"/>
                    <a:pt x="33" y="570"/>
                  </a:cubicBezTo>
                  <a:cubicBezTo>
                    <a:pt x="33" y="569"/>
                    <a:pt x="29" y="567"/>
                    <a:pt x="29" y="565"/>
                  </a:cubicBezTo>
                  <a:cubicBezTo>
                    <a:pt x="29" y="563"/>
                    <a:pt x="29" y="560"/>
                    <a:pt x="30" y="558"/>
                  </a:cubicBezTo>
                  <a:cubicBezTo>
                    <a:pt x="31" y="556"/>
                    <a:pt x="34" y="554"/>
                    <a:pt x="35" y="553"/>
                  </a:cubicBezTo>
                  <a:cubicBezTo>
                    <a:pt x="37" y="551"/>
                    <a:pt x="42" y="549"/>
                    <a:pt x="43" y="547"/>
                  </a:cubicBezTo>
                  <a:cubicBezTo>
                    <a:pt x="44" y="545"/>
                    <a:pt x="45" y="540"/>
                    <a:pt x="45" y="537"/>
                  </a:cubicBezTo>
                  <a:cubicBezTo>
                    <a:pt x="45" y="534"/>
                    <a:pt x="44" y="529"/>
                    <a:pt x="44" y="526"/>
                  </a:cubicBezTo>
                  <a:cubicBezTo>
                    <a:pt x="44" y="523"/>
                    <a:pt x="44" y="518"/>
                    <a:pt x="45" y="515"/>
                  </a:cubicBezTo>
                  <a:cubicBezTo>
                    <a:pt x="46" y="512"/>
                    <a:pt x="48" y="508"/>
                    <a:pt x="49" y="506"/>
                  </a:cubicBezTo>
                  <a:cubicBezTo>
                    <a:pt x="51" y="504"/>
                    <a:pt x="55" y="503"/>
                    <a:pt x="56" y="501"/>
                  </a:cubicBezTo>
                  <a:cubicBezTo>
                    <a:pt x="57" y="499"/>
                    <a:pt x="57" y="495"/>
                    <a:pt x="57" y="492"/>
                  </a:cubicBezTo>
                  <a:cubicBezTo>
                    <a:pt x="56" y="491"/>
                    <a:pt x="54" y="489"/>
                    <a:pt x="54" y="488"/>
                  </a:cubicBezTo>
                  <a:cubicBezTo>
                    <a:pt x="53" y="487"/>
                    <a:pt x="52" y="483"/>
                    <a:pt x="52" y="481"/>
                  </a:cubicBezTo>
                  <a:cubicBezTo>
                    <a:pt x="52" y="479"/>
                    <a:pt x="53" y="474"/>
                    <a:pt x="53" y="472"/>
                  </a:cubicBezTo>
                  <a:cubicBezTo>
                    <a:pt x="53" y="470"/>
                    <a:pt x="51" y="467"/>
                    <a:pt x="50" y="465"/>
                  </a:cubicBezTo>
                  <a:cubicBezTo>
                    <a:pt x="49" y="463"/>
                    <a:pt x="47" y="460"/>
                    <a:pt x="46" y="458"/>
                  </a:cubicBezTo>
                  <a:cubicBezTo>
                    <a:pt x="46" y="457"/>
                    <a:pt x="45" y="454"/>
                    <a:pt x="46" y="453"/>
                  </a:cubicBezTo>
                  <a:cubicBezTo>
                    <a:pt x="46" y="452"/>
                    <a:pt x="47" y="450"/>
                    <a:pt x="48" y="449"/>
                  </a:cubicBezTo>
                  <a:cubicBezTo>
                    <a:pt x="49" y="449"/>
                    <a:pt x="52" y="450"/>
                    <a:pt x="53" y="450"/>
                  </a:cubicBezTo>
                  <a:cubicBezTo>
                    <a:pt x="54" y="450"/>
                    <a:pt x="57" y="453"/>
                    <a:pt x="59" y="453"/>
                  </a:cubicBezTo>
                  <a:cubicBezTo>
                    <a:pt x="61" y="454"/>
                    <a:pt x="64" y="455"/>
                    <a:pt x="66" y="454"/>
                  </a:cubicBezTo>
                  <a:cubicBezTo>
                    <a:pt x="68" y="454"/>
                    <a:pt x="72" y="453"/>
                    <a:pt x="73" y="452"/>
                  </a:cubicBezTo>
                  <a:cubicBezTo>
                    <a:pt x="75" y="450"/>
                    <a:pt x="79" y="447"/>
                    <a:pt x="80" y="446"/>
                  </a:cubicBezTo>
                  <a:cubicBezTo>
                    <a:pt x="81" y="444"/>
                    <a:pt x="82" y="441"/>
                    <a:pt x="83" y="440"/>
                  </a:cubicBezTo>
                  <a:cubicBezTo>
                    <a:pt x="84" y="439"/>
                    <a:pt x="84" y="435"/>
                    <a:pt x="85" y="434"/>
                  </a:cubicBezTo>
                  <a:cubicBezTo>
                    <a:pt x="86" y="433"/>
                    <a:pt x="90" y="434"/>
                    <a:pt x="91" y="434"/>
                  </a:cubicBezTo>
                  <a:cubicBezTo>
                    <a:pt x="93" y="433"/>
                    <a:pt x="95" y="430"/>
                    <a:pt x="97" y="429"/>
                  </a:cubicBezTo>
                  <a:cubicBezTo>
                    <a:pt x="98" y="428"/>
                    <a:pt x="100" y="427"/>
                    <a:pt x="101" y="426"/>
                  </a:cubicBezTo>
                  <a:cubicBezTo>
                    <a:pt x="103" y="424"/>
                    <a:pt x="106" y="421"/>
                    <a:pt x="108" y="420"/>
                  </a:cubicBezTo>
                  <a:cubicBezTo>
                    <a:pt x="110" y="419"/>
                    <a:pt x="112" y="417"/>
                    <a:pt x="114" y="417"/>
                  </a:cubicBezTo>
                  <a:cubicBezTo>
                    <a:pt x="115" y="416"/>
                    <a:pt x="118" y="416"/>
                    <a:pt x="119" y="417"/>
                  </a:cubicBezTo>
                  <a:cubicBezTo>
                    <a:pt x="121" y="417"/>
                    <a:pt x="123" y="420"/>
                    <a:pt x="124" y="420"/>
                  </a:cubicBezTo>
                  <a:cubicBezTo>
                    <a:pt x="125" y="421"/>
                    <a:pt x="127" y="421"/>
                    <a:pt x="129" y="421"/>
                  </a:cubicBezTo>
                  <a:cubicBezTo>
                    <a:pt x="130" y="421"/>
                    <a:pt x="133" y="419"/>
                    <a:pt x="135" y="418"/>
                  </a:cubicBezTo>
                  <a:cubicBezTo>
                    <a:pt x="137" y="417"/>
                    <a:pt x="142" y="415"/>
                    <a:pt x="144" y="415"/>
                  </a:cubicBezTo>
                  <a:cubicBezTo>
                    <a:pt x="146" y="415"/>
                    <a:pt x="149" y="416"/>
                    <a:pt x="151" y="415"/>
                  </a:cubicBezTo>
                  <a:cubicBezTo>
                    <a:pt x="152" y="415"/>
                    <a:pt x="154" y="413"/>
                    <a:pt x="155" y="412"/>
                  </a:cubicBezTo>
                  <a:cubicBezTo>
                    <a:pt x="158" y="411"/>
                    <a:pt x="162" y="406"/>
                    <a:pt x="164" y="405"/>
                  </a:cubicBezTo>
                  <a:cubicBezTo>
                    <a:pt x="165" y="404"/>
                    <a:pt x="168" y="403"/>
                    <a:pt x="169" y="402"/>
                  </a:cubicBezTo>
                  <a:cubicBezTo>
                    <a:pt x="171" y="401"/>
                    <a:pt x="172" y="398"/>
                    <a:pt x="173" y="397"/>
                  </a:cubicBezTo>
                  <a:cubicBezTo>
                    <a:pt x="175" y="396"/>
                    <a:pt x="180" y="396"/>
                    <a:pt x="182" y="395"/>
                  </a:cubicBezTo>
                  <a:cubicBezTo>
                    <a:pt x="184" y="395"/>
                    <a:pt x="188" y="392"/>
                    <a:pt x="189" y="391"/>
                  </a:cubicBezTo>
                  <a:cubicBezTo>
                    <a:pt x="191" y="389"/>
                    <a:pt x="192" y="385"/>
                    <a:pt x="193" y="383"/>
                  </a:cubicBezTo>
                  <a:cubicBezTo>
                    <a:pt x="194" y="381"/>
                    <a:pt x="197" y="378"/>
                    <a:pt x="199" y="377"/>
                  </a:cubicBezTo>
                  <a:cubicBezTo>
                    <a:pt x="201" y="375"/>
                    <a:pt x="204" y="372"/>
                    <a:pt x="206" y="371"/>
                  </a:cubicBezTo>
                  <a:cubicBezTo>
                    <a:pt x="208" y="370"/>
                    <a:pt x="211" y="368"/>
                    <a:pt x="213" y="367"/>
                  </a:cubicBezTo>
                  <a:cubicBezTo>
                    <a:pt x="214" y="366"/>
                    <a:pt x="217" y="365"/>
                    <a:pt x="218" y="364"/>
                  </a:cubicBezTo>
                  <a:cubicBezTo>
                    <a:pt x="219" y="363"/>
                    <a:pt x="221" y="361"/>
                    <a:pt x="221" y="359"/>
                  </a:cubicBezTo>
                  <a:cubicBezTo>
                    <a:pt x="221" y="358"/>
                    <a:pt x="220" y="355"/>
                    <a:pt x="219" y="353"/>
                  </a:cubicBezTo>
                  <a:cubicBezTo>
                    <a:pt x="219" y="352"/>
                    <a:pt x="217" y="351"/>
                    <a:pt x="216" y="350"/>
                  </a:cubicBezTo>
                  <a:cubicBezTo>
                    <a:pt x="215" y="349"/>
                    <a:pt x="215" y="345"/>
                    <a:pt x="214" y="343"/>
                  </a:cubicBezTo>
                  <a:cubicBezTo>
                    <a:pt x="214" y="341"/>
                    <a:pt x="212" y="338"/>
                    <a:pt x="211" y="336"/>
                  </a:cubicBezTo>
                  <a:cubicBezTo>
                    <a:pt x="210" y="335"/>
                    <a:pt x="207" y="332"/>
                    <a:pt x="205" y="330"/>
                  </a:cubicBezTo>
                  <a:cubicBezTo>
                    <a:pt x="204" y="329"/>
                    <a:pt x="201" y="328"/>
                    <a:pt x="199" y="327"/>
                  </a:cubicBezTo>
                  <a:cubicBezTo>
                    <a:pt x="198" y="326"/>
                    <a:pt x="195" y="325"/>
                    <a:pt x="194" y="324"/>
                  </a:cubicBezTo>
                  <a:cubicBezTo>
                    <a:pt x="192" y="324"/>
                    <a:pt x="190" y="322"/>
                    <a:pt x="189" y="322"/>
                  </a:cubicBezTo>
                  <a:cubicBezTo>
                    <a:pt x="187" y="322"/>
                    <a:pt x="184" y="322"/>
                    <a:pt x="183" y="322"/>
                  </a:cubicBezTo>
                  <a:cubicBezTo>
                    <a:pt x="182" y="323"/>
                    <a:pt x="180" y="326"/>
                    <a:pt x="179" y="326"/>
                  </a:cubicBezTo>
                  <a:cubicBezTo>
                    <a:pt x="177" y="326"/>
                    <a:pt x="173" y="323"/>
                    <a:pt x="172" y="322"/>
                  </a:cubicBezTo>
                  <a:cubicBezTo>
                    <a:pt x="170" y="320"/>
                    <a:pt x="168" y="317"/>
                    <a:pt x="167" y="315"/>
                  </a:cubicBezTo>
                  <a:cubicBezTo>
                    <a:pt x="167" y="313"/>
                    <a:pt x="168" y="309"/>
                    <a:pt x="169" y="306"/>
                  </a:cubicBezTo>
                  <a:cubicBezTo>
                    <a:pt x="169" y="304"/>
                    <a:pt x="170" y="299"/>
                    <a:pt x="171" y="296"/>
                  </a:cubicBezTo>
                  <a:cubicBezTo>
                    <a:pt x="172" y="294"/>
                    <a:pt x="175" y="290"/>
                    <a:pt x="177" y="288"/>
                  </a:cubicBezTo>
                  <a:cubicBezTo>
                    <a:pt x="179" y="285"/>
                    <a:pt x="183" y="281"/>
                    <a:pt x="185" y="278"/>
                  </a:cubicBezTo>
                  <a:cubicBezTo>
                    <a:pt x="185" y="277"/>
                    <a:pt x="186" y="274"/>
                    <a:pt x="186" y="273"/>
                  </a:cubicBezTo>
                  <a:cubicBezTo>
                    <a:pt x="185" y="272"/>
                    <a:pt x="181" y="272"/>
                    <a:pt x="180" y="271"/>
                  </a:cubicBezTo>
                  <a:cubicBezTo>
                    <a:pt x="179" y="269"/>
                    <a:pt x="179" y="266"/>
                    <a:pt x="179" y="264"/>
                  </a:cubicBezTo>
                  <a:cubicBezTo>
                    <a:pt x="180" y="262"/>
                    <a:pt x="184" y="260"/>
                    <a:pt x="185" y="258"/>
                  </a:cubicBezTo>
                  <a:cubicBezTo>
                    <a:pt x="185" y="257"/>
                    <a:pt x="186" y="253"/>
                    <a:pt x="185" y="251"/>
                  </a:cubicBezTo>
                  <a:cubicBezTo>
                    <a:pt x="184" y="250"/>
                    <a:pt x="181" y="248"/>
                    <a:pt x="179" y="247"/>
                  </a:cubicBezTo>
                  <a:cubicBezTo>
                    <a:pt x="177" y="247"/>
                    <a:pt x="173" y="250"/>
                    <a:pt x="171" y="250"/>
                  </a:cubicBezTo>
                  <a:cubicBezTo>
                    <a:pt x="168" y="251"/>
                    <a:pt x="163" y="251"/>
                    <a:pt x="161" y="250"/>
                  </a:cubicBezTo>
                  <a:cubicBezTo>
                    <a:pt x="159" y="249"/>
                    <a:pt x="155" y="247"/>
                    <a:pt x="154" y="245"/>
                  </a:cubicBezTo>
                  <a:cubicBezTo>
                    <a:pt x="153" y="243"/>
                    <a:pt x="153" y="238"/>
                    <a:pt x="152" y="236"/>
                  </a:cubicBezTo>
                  <a:cubicBezTo>
                    <a:pt x="151" y="234"/>
                    <a:pt x="150" y="229"/>
                    <a:pt x="148" y="228"/>
                  </a:cubicBezTo>
                  <a:cubicBezTo>
                    <a:pt x="147" y="228"/>
                    <a:pt x="143" y="230"/>
                    <a:pt x="142" y="231"/>
                  </a:cubicBezTo>
                  <a:cubicBezTo>
                    <a:pt x="140" y="232"/>
                    <a:pt x="140" y="235"/>
                    <a:pt x="139" y="236"/>
                  </a:cubicBezTo>
                  <a:cubicBezTo>
                    <a:pt x="137" y="237"/>
                    <a:pt x="133" y="238"/>
                    <a:pt x="131" y="238"/>
                  </a:cubicBezTo>
                  <a:cubicBezTo>
                    <a:pt x="128" y="238"/>
                    <a:pt x="122" y="236"/>
                    <a:pt x="120" y="234"/>
                  </a:cubicBezTo>
                  <a:cubicBezTo>
                    <a:pt x="119" y="233"/>
                    <a:pt x="117" y="229"/>
                    <a:pt x="116" y="227"/>
                  </a:cubicBezTo>
                  <a:cubicBezTo>
                    <a:pt x="115" y="226"/>
                    <a:pt x="113" y="224"/>
                    <a:pt x="112" y="223"/>
                  </a:cubicBezTo>
                  <a:cubicBezTo>
                    <a:pt x="112" y="223"/>
                    <a:pt x="111" y="223"/>
                    <a:pt x="111" y="223"/>
                  </a:cubicBezTo>
                  <a:cubicBezTo>
                    <a:pt x="111" y="223"/>
                    <a:pt x="111" y="221"/>
                    <a:pt x="111" y="221"/>
                  </a:cubicBezTo>
                  <a:cubicBezTo>
                    <a:pt x="112" y="219"/>
                    <a:pt x="112" y="216"/>
                    <a:pt x="113" y="215"/>
                  </a:cubicBezTo>
                  <a:cubicBezTo>
                    <a:pt x="113" y="214"/>
                    <a:pt x="115" y="213"/>
                    <a:pt x="115" y="213"/>
                  </a:cubicBezTo>
                  <a:cubicBezTo>
                    <a:pt x="116" y="212"/>
                    <a:pt x="118" y="211"/>
                    <a:pt x="119" y="210"/>
                  </a:cubicBezTo>
                  <a:cubicBezTo>
                    <a:pt x="120" y="209"/>
                    <a:pt x="120" y="207"/>
                    <a:pt x="120" y="206"/>
                  </a:cubicBezTo>
                  <a:cubicBezTo>
                    <a:pt x="120" y="205"/>
                    <a:pt x="120" y="203"/>
                    <a:pt x="119" y="202"/>
                  </a:cubicBezTo>
                  <a:cubicBezTo>
                    <a:pt x="118" y="202"/>
                    <a:pt x="115" y="202"/>
                    <a:pt x="114" y="201"/>
                  </a:cubicBezTo>
                  <a:cubicBezTo>
                    <a:pt x="113" y="201"/>
                    <a:pt x="113" y="199"/>
                    <a:pt x="113" y="198"/>
                  </a:cubicBezTo>
                  <a:cubicBezTo>
                    <a:pt x="113" y="197"/>
                    <a:pt x="113" y="195"/>
                    <a:pt x="114" y="194"/>
                  </a:cubicBezTo>
                  <a:cubicBezTo>
                    <a:pt x="115" y="193"/>
                    <a:pt x="118" y="191"/>
                    <a:pt x="119" y="190"/>
                  </a:cubicBezTo>
                  <a:cubicBezTo>
                    <a:pt x="120" y="189"/>
                    <a:pt x="122" y="189"/>
                    <a:pt x="123" y="188"/>
                  </a:cubicBezTo>
                  <a:cubicBezTo>
                    <a:pt x="124" y="188"/>
                    <a:pt x="125" y="187"/>
                    <a:pt x="126" y="186"/>
                  </a:cubicBezTo>
                  <a:cubicBezTo>
                    <a:pt x="127" y="186"/>
                    <a:pt x="129" y="185"/>
                    <a:pt x="130" y="185"/>
                  </a:cubicBezTo>
                  <a:cubicBezTo>
                    <a:pt x="131" y="184"/>
                    <a:pt x="132" y="181"/>
                    <a:pt x="133" y="180"/>
                  </a:cubicBezTo>
                  <a:cubicBezTo>
                    <a:pt x="134" y="179"/>
                    <a:pt x="135" y="177"/>
                    <a:pt x="137" y="176"/>
                  </a:cubicBezTo>
                  <a:cubicBezTo>
                    <a:pt x="138" y="176"/>
                    <a:pt x="141" y="176"/>
                    <a:pt x="142" y="176"/>
                  </a:cubicBezTo>
                  <a:cubicBezTo>
                    <a:pt x="143" y="175"/>
                    <a:pt x="146" y="174"/>
                    <a:pt x="147" y="173"/>
                  </a:cubicBezTo>
                  <a:cubicBezTo>
                    <a:pt x="148" y="172"/>
                    <a:pt x="149" y="168"/>
                    <a:pt x="150" y="167"/>
                  </a:cubicBezTo>
                  <a:cubicBezTo>
                    <a:pt x="151" y="167"/>
                    <a:pt x="154" y="168"/>
                    <a:pt x="155" y="168"/>
                  </a:cubicBezTo>
                  <a:cubicBezTo>
                    <a:pt x="156" y="168"/>
                    <a:pt x="158" y="168"/>
                    <a:pt x="158" y="169"/>
                  </a:cubicBezTo>
                  <a:cubicBezTo>
                    <a:pt x="159" y="170"/>
                    <a:pt x="160" y="172"/>
                    <a:pt x="161" y="173"/>
                  </a:cubicBezTo>
                  <a:cubicBezTo>
                    <a:pt x="161" y="174"/>
                    <a:pt x="161" y="177"/>
                    <a:pt x="162" y="177"/>
                  </a:cubicBezTo>
                  <a:cubicBezTo>
                    <a:pt x="163" y="177"/>
                    <a:pt x="164" y="177"/>
                    <a:pt x="165" y="176"/>
                  </a:cubicBezTo>
                  <a:cubicBezTo>
                    <a:pt x="166" y="176"/>
                    <a:pt x="167" y="174"/>
                    <a:pt x="167" y="173"/>
                  </a:cubicBezTo>
                  <a:cubicBezTo>
                    <a:pt x="167" y="171"/>
                    <a:pt x="167" y="169"/>
                    <a:pt x="167" y="168"/>
                  </a:cubicBezTo>
                  <a:cubicBezTo>
                    <a:pt x="168" y="167"/>
                    <a:pt x="170" y="165"/>
                    <a:pt x="171" y="165"/>
                  </a:cubicBezTo>
                  <a:cubicBezTo>
                    <a:pt x="172" y="163"/>
                    <a:pt x="176" y="162"/>
                    <a:pt x="177" y="161"/>
                  </a:cubicBezTo>
                  <a:cubicBezTo>
                    <a:pt x="179" y="160"/>
                    <a:pt x="182" y="158"/>
                    <a:pt x="183" y="157"/>
                  </a:cubicBezTo>
                  <a:cubicBezTo>
                    <a:pt x="184" y="155"/>
                    <a:pt x="183" y="151"/>
                    <a:pt x="184" y="150"/>
                  </a:cubicBezTo>
                  <a:cubicBezTo>
                    <a:pt x="184" y="148"/>
                    <a:pt x="186" y="145"/>
                    <a:pt x="185" y="143"/>
                  </a:cubicBezTo>
                  <a:cubicBezTo>
                    <a:pt x="185" y="142"/>
                    <a:pt x="184" y="140"/>
                    <a:pt x="183" y="139"/>
                  </a:cubicBezTo>
                  <a:cubicBezTo>
                    <a:pt x="182" y="137"/>
                    <a:pt x="178" y="135"/>
                    <a:pt x="177" y="133"/>
                  </a:cubicBezTo>
                  <a:cubicBezTo>
                    <a:pt x="176" y="132"/>
                    <a:pt x="175" y="130"/>
                    <a:pt x="174" y="128"/>
                  </a:cubicBezTo>
                  <a:cubicBezTo>
                    <a:pt x="174" y="127"/>
                    <a:pt x="173" y="125"/>
                    <a:pt x="173" y="124"/>
                  </a:cubicBezTo>
                  <a:cubicBezTo>
                    <a:pt x="174" y="123"/>
                    <a:pt x="176" y="122"/>
                    <a:pt x="177" y="121"/>
                  </a:cubicBezTo>
                  <a:cubicBezTo>
                    <a:pt x="178" y="120"/>
                    <a:pt x="181" y="118"/>
                    <a:pt x="181" y="116"/>
                  </a:cubicBezTo>
                  <a:cubicBezTo>
                    <a:pt x="182" y="115"/>
                    <a:pt x="182" y="113"/>
                    <a:pt x="182" y="112"/>
                  </a:cubicBezTo>
                  <a:cubicBezTo>
                    <a:pt x="182" y="111"/>
                    <a:pt x="182" y="108"/>
                    <a:pt x="181" y="108"/>
                  </a:cubicBezTo>
                  <a:cubicBezTo>
                    <a:pt x="180" y="107"/>
                    <a:pt x="177" y="108"/>
                    <a:pt x="176" y="108"/>
                  </a:cubicBezTo>
                  <a:cubicBezTo>
                    <a:pt x="175" y="107"/>
                    <a:pt x="174" y="105"/>
                    <a:pt x="173" y="104"/>
                  </a:cubicBezTo>
                  <a:cubicBezTo>
                    <a:pt x="172" y="103"/>
                    <a:pt x="170" y="100"/>
                    <a:pt x="169" y="99"/>
                  </a:cubicBezTo>
                  <a:cubicBezTo>
                    <a:pt x="169" y="98"/>
                    <a:pt x="167" y="96"/>
                    <a:pt x="165" y="96"/>
                  </a:cubicBezTo>
                  <a:cubicBezTo>
                    <a:pt x="164" y="95"/>
                    <a:pt x="159" y="94"/>
                    <a:pt x="157" y="94"/>
                  </a:cubicBezTo>
                  <a:cubicBezTo>
                    <a:pt x="156" y="95"/>
                    <a:pt x="155" y="96"/>
                    <a:pt x="154" y="97"/>
                  </a:cubicBezTo>
                  <a:cubicBezTo>
                    <a:pt x="153" y="97"/>
                    <a:pt x="151" y="96"/>
                    <a:pt x="150" y="95"/>
                  </a:cubicBezTo>
                  <a:cubicBezTo>
                    <a:pt x="149" y="95"/>
                    <a:pt x="147" y="93"/>
                    <a:pt x="146" y="92"/>
                  </a:cubicBezTo>
                  <a:cubicBezTo>
                    <a:pt x="145" y="92"/>
                    <a:pt x="142" y="91"/>
                    <a:pt x="141" y="90"/>
                  </a:cubicBezTo>
                  <a:cubicBezTo>
                    <a:pt x="141" y="89"/>
                    <a:pt x="140" y="87"/>
                    <a:pt x="140" y="86"/>
                  </a:cubicBezTo>
                  <a:cubicBezTo>
                    <a:pt x="140" y="84"/>
                    <a:pt x="142" y="80"/>
                    <a:pt x="143" y="79"/>
                  </a:cubicBezTo>
                  <a:cubicBezTo>
                    <a:pt x="144" y="78"/>
                    <a:pt x="146" y="76"/>
                    <a:pt x="147" y="76"/>
                  </a:cubicBezTo>
                  <a:cubicBezTo>
                    <a:pt x="148" y="75"/>
                    <a:pt x="150" y="72"/>
                    <a:pt x="150" y="71"/>
                  </a:cubicBezTo>
                  <a:cubicBezTo>
                    <a:pt x="150" y="70"/>
                    <a:pt x="150" y="68"/>
                    <a:pt x="151" y="67"/>
                  </a:cubicBezTo>
                  <a:cubicBezTo>
                    <a:pt x="151" y="66"/>
                    <a:pt x="151" y="63"/>
                    <a:pt x="152" y="62"/>
                  </a:cubicBezTo>
                  <a:cubicBezTo>
                    <a:pt x="153" y="61"/>
                    <a:pt x="154" y="60"/>
                    <a:pt x="155" y="60"/>
                  </a:cubicBezTo>
                  <a:cubicBezTo>
                    <a:pt x="156" y="60"/>
                    <a:pt x="158" y="61"/>
                    <a:pt x="159" y="61"/>
                  </a:cubicBezTo>
                  <a:cubicBezTo>
                    <a:pt x="160" y="61"/>
                    <a:pt x="161" y="59"/>
                    <a:pt x="161" y="59"/>
                  </a:cubicBezTo>
                  <a:cubicBezTo>
                    <a:pt x="161" y="57"/>
                    <a:pt x="162" y="55"/>
                    <a:pt x="161" y="54"/>
                  </a:cubicBezTo>
                  <a:cubicBezTo>
                    <a:pt x="161" y="53"/>
                    <a:pt x="158" y="53"/>
                    <a:pt x="158" y="52"/>
                  </a:cubicBezTo>
                  <a:cubicBezTo>
                    <a:pt x="157" y="51"/>
                    <a:pt x="158" y="49"/>
                    <a:pt x="158" y="48"/>
                  </a:cubicBezTo>
                  <a:cubicBezTo>
                    <a:pt x="159" y="47"/>
                    <a:pt x="160" y="45"/>
                    <a:pt x="161" y="44"/>
                  </a:cubicBezTo>
                  <a:cubicBezTo>
                    <a:pt x="162" y="43"/>
                    <a:pt x="164" y="41"/>
                    <a:pt x="165" y="40"/>
                  </a:cubicBezTo>
                  <a:cubicBezTo>
                    <a:pt x="166" y="40"/>
                    <a:pt x="168" y="39"/>
                    <a:pt x="169" y="39"/>
                  </a:cubicBezTo>
                  <a:cubicBezTo>
                    <a:pt x="169" y="40"/>
                    <a:pt x="169" y="42"/>
                    <a:pt x="170" y="42"/>
                  </a:cubicBezTo>
                  <a:cubicBezTo>
                    <a:pt x="171" y="43"/>
                    <a:pt x="174" y="41"/>
                    <a:pt x="174" y="41"/>
                  </a:cubicBezTo>
                  <a:cubicBezTo>
                    <a:pt x="175" y="40"/>
                    <a:pt x="176" y="38"/>
                    <a:pt x="177" y="38"/>
                  </a:cubicBezTo>
                  <a:cubicBezTo>
                    <a:pt x="178" y="37"/>
                    <a:pt x="180" y="38"/>
                    <a:pt x="181" y="38"/>
                  </a:cubicBezTo>
                  <a:cubicBezTo>
                    <a:pt x="182" y="38"/>
                    <a:pt x="185" y="40"/>
                    <a:pt x="186" y="39"/>
                  </a:cubicBezTo>
                  <a:cubicBezTo>
                    <a:pt x="187" y="39"/>
                    <a:pt x="188" y="37"/>
                    <a:pt x="189" y="36"/>
                  </a:cubicBezTo>
                  <a:cubicBezTo>
                    <a:pt x="190" y="35"/>
                    <a:pt x="192" y="33"/>
                    <a:pt x="193" y="32"/>
                  </a:cubicBezTo>
                  <a:cubicBezTo>
                    <a:pt x="194" y="31"/>
                    <a:pt x="197" y="31"/>
                    <a:pt x="197" y="30"/>
                  </a:cubicBezTo>
                  <a:cubicBezTo>
                    <a:pt x="198" y="29"/>
                    <a:pt x="200" y="27"/>
                    <a:pt x="200" y="26"/>
                  </a:cubicBezTo>
                  <a:cubicBezTo>
                    <a:pt x="201" y="24"/>
                    <a:pt x="202" y="22"/>
                    <a:pt x="203" y="21"/>
                  </a:cubicBezTo>
                  <a:cubicBezTo>
                    <a:pt x="203" y="19"/>
                    <a:pt x="202" y="17"/>
                    <a:pt x="202" y="16"/>
                  </a:cubicBezTo>
                  <a:cubicBezTo>
                    <a:pt x="202" y="15"/>
                    <a:pt x="203" y="12"/>
                    <a:pt x="204" y="11"/>
                  </a:cubicBezTo>
                  <a:cubicBezTo>
                    <a:pt x="204" y="11"/>
                    <a:pt x="207" y="12"/>
                    <a:pt x="208" y="12"/>
                  </a:cubicBezTo>
                  <a:cubicBezTo>
                    <a:pt x="209" y="11"/>
                    <a:pt x="209" y="9"/>
                    <a:pt x="210" y="8"/>
                  </a:cubicBezTo>
                  <a:cubicBezTo>
                    <a:pt x="210" y="7"/>
                    <a:pt x="211" y="5"/>
                    <a:pt x="212" y="5"/>
                  </a:cubicBezTo>
                  <a:cubicBezTo>
                    <a:pt x="213" y="5"/>
                    <a:pt x="213" y="4"/>
                    <a:pt x="214"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20"/>
            <p:cNvSpPr>
              <a:spLocks/>
            </p:cNvSpPr>
            <p:nvPr/>
          </p:nvSpPr>
          <p:spPr bwMode="auto">
            <a:xfrm>
              <a:off x="2036763" y="2455863"/>
              <a:ext cx="495300" cy="528638"/>
            </a:xfrm>
            <a:custGeom>
              <a:avLst/>
              <a:gdLst/>
              <a:ahLst/>
              <a:cxnLst>
                <a:cxn ang="0">
                  <a:pos x="261" y="22"/>
                </a:cxn>
                <a:cxn ang="0">
                  <a:pos x="264" y="34"/>
                </a:cxn>
                <a:cxn ang="0">
                  <a:pos x="263" y="54"/>
                </a:cxn>
                <a:cxn ang="0">
                  <a:pos x="246" y="78"/>
                </a:cxn>
                <a:cxn ang="0">
                  <a:pos x="245" y="98"/>
                </a:cxn>
                <a:cxn ang="0">
                  <a:pos x="240" y="121"/>
                </a:cxn>
                <a:cxn ang="0">
                  <a:pos x="254" y="133"/>
                </a:cxn>
                <a:cxn ang="0">
                  <a:pos x="255" y="150"/>
                </a:cxn>
                <a:cxn ang="0">
                  <a:pos x="266" y="168"/>
                </a:cxn>
                <a:cxn ang="0">
                  <a:pos x="268" y="186"/>
                </a:cxn>
                <a:cxn ang="0">
                  <a:pos x="276" y="201"/>
                </a:cxn>
                <a:cxn ang="0">
                  <a:pos x="265" y="227"/>
                </a:cxn>
                <a:cxn ang="0">
                  <a:pos x="263" y="246"/>
                </a:cxn>
                <a:cxn ang="0">
                  <a:pos x="278" y="243"/>
                </a:cxn>
                <a:cxn ang="0">
                  <a:pos x="272" y="265"/>
                </a:cxn>
                <a:cxn ang="0">
                  <a:pos x="270" y="287"/>
                </a:cxn>
                <a:cxn ang="0">
                  <a:pos x="250" y="280"/>
                </a:cxn>
                <a:cxn ang="0">
                  <a:pos x="225" y="284"/>
                </a:cxn>
                <a:cxn ang="0">
                  <a:pos x="211" y="276"/>
                </a:cxn>
                <a:cxn ang="0">
                  <a:pos x="188" y="274"/>
                </a:cxn>
                <a:cxn ang="0">
                  <a:pos x="157" y="281"/>
                </a:cxn>
                <a:cxn ang="0">
                  <a:pos x="134" y="289"/>
                </a:cxn>
                <a:cxn ang="0">
                  <a:pos x="112" y="291"/>
                </a:cxn>
                <a:cxn ang="0">
                  <a:pos x="128" y="283"/>
                </a:cxn>
                <a:cxn ang="0">
                  <a:pos x="151" y="271"/>
                </a:cxn>
                <a:cxn ang="0">
                  <a:pos x="170" y="259"/>
                </a:cxn>
                <a:cxn ang="0">
                  <a:pos x="157" y="241"/>
                </a:cxn>
                <a:cxn ang="0">
                  <a:pos x="141" y="229"/>
                </a:cxn>
                <a:cxn ang="0">
                  <a:pos x="124" y="218"/>
                </a:cxn>
                <a:cxn ang="0">
                  <a:pos x="107" y="204"/>
                </a:cxn>
                <a:cxn ang="0">
                  <a:pos x="90" y="196"/>
                </a:cxn>
                <a:cxn ang="0">
                  <a:pos x="79" y="181"/>
                </a:cxn>
                <a:cxn ang="0">
                  <a:pos x="58" y="189"/>
                </a:cxn>
                <a:cxn ang="0">
                  <a:pos x="49" y="172"/>
                </a:cxn>
                <a:cxn ang="0">
                  <a:pos x="40" y="171"/>
                </a:cxn>
                <a:cxn ang="0">
                  <a:pos x="15" y="180"/>
                </a:cxn>
                <a:cxn ang="0">
                  <a:pos x="1" y="174"/>
                </a:cxn>
                <a:cxn ang="0">
                  <a:pos x="12" y="162"/>
                </a:cxn>
                <a:cxn ang="0">
                  <a:pos x="14" y="149"/>
                </a:cxn>
                <a:cxn ang="0">
                  <a:pos x="23" y="156"/>
                </a:cxn>
                <a:cxn ang="0">
                  <a:pos x="38" y="144"/>
                </a:cxn>
                <a:cxn ang="0">
                  <a:pos x="57" y="141"/>
                </a:cxn>
                <a:cxn ang="0">
                  <a:pos x="53" y="133"/>
                </a:cxn>
                <a:cxn ang="0">
                  <a:pos x="66" y="128"/>
                </a:cxn>
                <a:cxn ang="0">
                  <a:pos x="75" y="106"/>
                </a:cxn>
                <a:cxn ang="0">
                  <a:pos x="86" y="96"/>
                </a:cxn>
                <a:cxn ang="0">
                  <a:pos x="106" y="93"/>
                </a:cxn>
                <a:cxn ang="0">
                  <a:pos x="125" y="72"/>
                </a:cxn>
                <a:cxn ang="0">
                  <a:pos x="146" y="71"/>
                </a:cxn>
                <a:cxn ang="0">
                  <a:pos x="161" y="53"/>
                </a:cxn>
                <a:cxn ang="0">
                  <a:pos x="173" y="31"/>
                </a:cxn>
                <a:cxn ang="0">
                  <a:pos x="207" y="23"/>
                </a:cxn>
                <a:cxn ang="0">
                  <a:pos x="236" y="3"/>
                </a:cxn>
                <a:cxn ang="0">
                  <a:pos x="254" y="3"/>
                </a:cxn>
              </a:cxnLst>
              <a:rect l="0" t="0" r="r" b="b"/>
              <a:pathLst>
                <a:path w="278" h="297">
                  <a:moveTo>
                    <a:pt x="255" y="5"/>
                  </a:moveTo>
                  <a:cubicBezTo>
                    <a:pt x="256" y="6"/>
                    <a:pt x="256" y="7"/>
                    <a:pt x="256" y="8"/>
                  </a:cubicBezTo>
                  <a:cubicBezTo>
                    <a:pt x="257" y="9"/>
                    <a:pt x="256" y="11"/>
                    <a:pt x="256" y="12"/>
                  </a:cubicBezTo>
                  <a:cubicBezTo>
                    <a:pt x="256" y="13"/>
                    <a:pt x="258" y="16"/>
                    <a:pt x="259" y="18"/>
                  </a:cubicBezTo>
                  <a:cubicBezTo>
                    <a:pt x="259" y="19"/>
                    <a:pt x="260" y="21"/>
                    <a:pt x="261" y="22"/>
                  </a:cubicBezTo>
                  <a:cubicBezTo>
                    <a:pt x="262" y="23"/>
                    <a:pt x="264" y="25"/>
                    <a:pt x="265" y="25"/>
                  </a:cubicBezTo>
                  <a:cubicBezTo>
                    <a:pt x="266" y="26"/>
                    <a:pt x="269" y="26"/>
                    <a:pt x="270" y="26"/>
                  </a:cubicBezTo>
                  <a:cubicBezTo>
                    <a:pt x="270" y="27"/>
                    <a:pt x="270" y="29"/>
                    <a:pt x="270" y="30"/>
                  </a:cubicBezTo>
                  <a:cubicBezTo>
                    <a:pt x="269" y="30"/>
                    <a:pt x="267" y="31"/>
                    <a:pt x="266" y="31"/>
                  </a:cubicBezTo>
                  <a:cubicBezTo>
                    <a:pt x="265" y="32"/>
                    <a:pt x="264" y="34"/>
                    <a:pt x="264" y="34"/>
                  </a:cubicBezTo>
                  <a:cubicBezTo>
                    <a:pt x="264" y="36"/>
                    <a:pt x="265" y="38"/>
                    <a:pt x="265" y="39"/>
                  </a:cubicBezTo>
                  <a:cubicBezTo>
                    <a:pt x="266" y="40"/>
                    <a:pt x="269" y="43"/>
                    <a:pt x="269" y="44"/>
                  </a:cubicBezTo>
                  <a:cubicBezTo>
                    <a:pt x="269" y="45"/>
                    <a:pt x="269" y="48"/>
                    <a:pt x="269" y="49"/>
                  </a:cubicBezTo>
                  <a:cubicBezTo>
                    <a:pt x="268" y="50"/>
                    <a:pt x="266" y="51"/>
                    <a:pt x="265" y="52"/>
                  </a:cubicBezTo>
                  <a:cubicBezTo>
                    <a:pt x="265" y="52"/>
                    <a:pt x="263" y="53"/>
                    <a:pt x="263" y="54"/>
                  </a:cubicBezTo>
                  <a:cubicBezTo>
                    <a:pt x="261" y="55"/>
                    <a:pt x="260" y="59"/>
                    <a:pt x="258" y="60"/>
                  </a:cubicBezTo>
                  <a:cubicBezTo>
                    <a:pt x="258" y="61"/>
                    <a:pt x="257" y="63"/>
                    <a:pt x="256" y="64"/>
                  </a:cubicBezTo>
                  <a:cubicBezTo>
                    <a:pt x="255" y="65"/>
                    <a:pt x="254" y="69"/>
                    <a:pt x="254" y="70"/>
                  </a:cubicBezTo>
                  <a:cubicBezTo>
                    <a:pt x="253" y="72"/>
                    <a:pt x="253" y="75"/>
                    <a:pt x="252" y="76"/>
                  </a:cubicBezTo>
                  <a:cubicBezTo>
                    <a:pt x="251" y="77"/>
                    <a:pt x="247" y="78"/>
                    <a:pt x="246" y="78"/>
                  </a:cubicBezTo>
                  <a:cubicBezTo>
                    <a:pt x="245" y="79"/>
                    <a:pt x="244" y="81"/>
                    <a:pt x="244" y="82"/>
                  </a:cubicBezTo>
                  <a:cubicBezTo>
                    <a:pt x="242" y="84"/>
                    <a:pt x="240" y="87"/>
                    <a:pt x="240" y="89"/>
                  </a:cubicBezTo>
                  <a:cubicBezTo>
                    <a:pt x="240" y="91"/>
                    <a:pt x="240" y="93"/>
                    <a:pt x="240" y="95"/>
                  </a:cubicBezTo>
                  <a:cubicBezTo>
                    <a:pt x="240" y="95"/>
                    <a:pt x="241" y="97"/>
                    <a:pt x="242" y="97"/>
                  </a:cubicBezTo>
                  <a:cubicBezTo>
                    <a:pt x="242" y="98"/>
                    <a:pt x="244" y="97"/>
                    <a:pt x="245" y="98"/>
                  </a:cubicBezTo>
                  <a:cubicBezTo>
                    <a:pt x="246" y="99"/>
                    <a:pt x="247" y="101"/>
                    <a:pt x="247" y="102"/>
                  </a:cubicBezTo>
                  <a:cubicBezTo>
                    <a:pt x="247" y="103"/>
                    <a:pt x="246" y="106"/>
                    <a:pt x="246" y="108"/>
                  </a:cubicBezTo>
                  <a:cubicBezTo>
                    <a:pt x="246" y="109"/>
                    <a:pt x="245" y="112"/>
                    <a:pt x="244" y="113"/>
                  </a:cubicBezTo>
                  <a:cubicBezTo>
                    <a:pt x="243" y="114"/>
                    <a:pt x="241" y="113"/>
                    <a:pt x="240" y="114"/>
                  </a:cubicBezTo>
                  <a:cubicBezTo>
                    <a:pt x="239" y="116"/>
                    <a:pt x="240" y="120"/>
                    <a:pt x="240" y="121"/>
                  </a:cubicBezTo>
                  <a:cubicBezTo>
                    <a:pt x="241" y="122"/>
                    <a:pt x="242" y="124"/>
                    <a:pt x="243" y="124"/>
                  </a:cubicBezTo>
                  <a:cubicBezTo>
                    <a:pt x="244" y="125"/>
                    <a:pt x="247" y="125"/>
                    <a:pt x="248" y="124"/>
                  </a:cubicBezTo>
                  <a:cubicBezTo>
                    <a:pt x="249" y="124"/>
                    <a:pt x="252" y="123"/>
                    <a:pt x="253" y="124"/>
                  </a:cubicBezTo>
                  <a:cubicBezTo>
                    <a:pt x="254" y="125"/>
                    <a:pt x="253" y="127"/>
                    <a:pt x="253" y="128"/>
                  </a:cubicBezTo>
                  <a:cubicBezTo>
                    <a:pt x="253" y="130"/>
                    <a:pt x="254" y="132"/>
                    <a:pt x="254" y="133"/>
                  </a:cubicBezTo>
                  <a:cubicBezTo>
                    <a:pt x="255" y="133"/>
                    <a:pt x="255" y="135"/>
                    <a:pt x="256" y="135"/>
                  </a:cubicBezTo>
                  <a:cubicBezTo>
                    <a:pt x="256" y="136"/>
                    <a:pt x="258" y="137"/>
                    <a:pt x="258" y="138"/>
                  </a:cubicBezTo>
                  <a:cubicBezTo>
                    <a:pt x="258" y="139"/>
                    <a:pt x="258" y="142"/>
                    <a:pt x="257" y="143"/>
                  </a:cubicBezTo>
                  <a:cubicBezTo>
                    <a:pt x="257" y="144"/>
                    <a:pt x="256" y="145"/>
                    <a:pt x="256" y="146"/>
                  </a:cubicBezTo>
                  <a:cubicBezTo>
                    <a:pt x="255" y="147"/>
                    <a:pt x="255" y="149"/>
                    <a:pt x="255" y="150"/>
                  </a:cubicBezTo>
                  <a:cubicBezTo>
                    <a:pt x="255" y="151"/>
                    <a:pt x="257" y="153"/>
                    <a:pt x="258" y="154"/>
                  </a:cubicBezTo>
                  <a:cubicBezTo>
                    <a:pt x="258" y="155"/>
                    <a:pt x="260" y="157"/>
                    <a:pt x="260" y="158"/>
                  </a:cubicBezTo>
                  <a:cubicBezTo>
                    <a:pt x="260" y="160"/>
                    <a:pt x="259" y="162"/>
                    <a:pt x="260" y="163"/>
                  </a:cubicBezTo>
                  <a:cubicBezTo>
                    <a:pt x="260" y="165"/>
                    <a:pt x="261" y="167"/>
                    <a:pt x="262" y="167"/>
                  </a:cubicBezTo>
                  <a:cubicBezTo>
                    <a:pt x="263" y="168"/>
                    <a:pt x="265" y="167"/>
                    <a:pt x="266" y="168"/>
                  </a:cubicBezTo>
                  <a:cubicBezTo>
                    <a:pt x="268" y="168"/>
                    <a:pt x="270" y="170"/>
                    <a:pt x="271" y="171"/>
                  </a:cubicBezTo>
                  <a:cubicBezTo>
                    <a:pt x="272" y="172"/>
                    <a:pt x="273" y="173"/>
                    <a:pt x="273" y="173"/>
                  </a:cubicBezTo>
                  <a:cubicBezTo>
                    <a:pt x="274" y="175"/>
                    <a:pt x="273" y="177"/>
                    <a:pt x="273" y="178"/>
                  </a:cubicBezTo>
                  <a:cubicBezTo>
                    <a:pt x="273" y="179"/>
                    <a:pt x="272" y="182"/>
                    <a:pt x="271" y="183"/>
                  </a:cubicBezTo>
                  <a:cubicBezTo>
                    <a:pt x="271" y="184"/>
                    <a:pt x="268" y="185"/>
                    <a:pt x="268" y="186"/>
                  </a:cubicBezTo>
                  <a:cubicBezTo>
                    <a:pt x="267" y="187"/>
                    <a:pt x="266" y="190"/>
                    <a:pt x="266" y="192"/>
                  </a:cubicBezTo>
                  <a:cubicBezTo>
                    <a:pt x="266" y="193"/>
                    <a:pt x="266" y="197"/>
                    <a:pt x="267" y="198"/>
                  </a:cubicBezTo>
                  <a:cubicBezTo>
                    <a:pt x="268" y="198"/>
                    <a:pt x="270" y="199"/>
                    <a:pt x="271" y="199"/>
                  </a:cubicBezTo>
                  <a:cubicBezTo>
                    <a:pt x="272" y="198"/>
                    <a:pt x="272" y="196"/>
                    <a:pt x="273" y="196"/>
                  </a:cubicBezTo>
                  <a:cubicBezTo>
                    <a:pt x="275" y="196"/>
                    <a:pt x="276" y="200"/>
                    <a:pt x="276" y="201"/>
                  </a:cubicBezTo>
                  <a:cubicBezTo>
                    <a:pt x="277" y="202"/>
                    <a:pt x="278" y="203"/>
                    <a:pt x="278" y="204"/>
                  </a:cubicBezTo>
                  <a:cubicBezTo>
                    <a:pt x="278" y="206"/>
                    <a:pt x="277" y="210"/>
                    <a:pt x="276" y="211"/>
                  </a:cubicBezTo>
                  <a:cubicBezTo>
                    <a:pt x="275" y="212"/>
                    <a:pt x="274" y="215"/>
                    <a:pt x="273" y="216"/>
                  </a:cubicBezTo>
                  <a:cubicBezTo>
                    <a:pt x="272" y="217"/>
                    <a:pt x="269" y="219"/>
                    <a:pt x="268" y="221"/>
                  </a:cubicBezTo>
                  <a:cubicBezTo>
                    <a:pt x="267" y="222"/>
                    <a:pt x="266" y="226"/>
                    <a:pt x="265" y="227"/>
                  </a:cubicBezTo>
                  <a:cubicBezTo>
                    <a:pt x="264" y="229"/>
                    <a:pt x="262" y="232"/>
                    <a:pt x="260" y="234"/>
                  </a:cubicBezTo>
                  <a:cubicBezTo>
                    <a:pt x="259" y="235"/>
                    <a:pt x="256" y="237"/>
                    <a:pt x="256" y="239"/>
                  </a:cubicBezTo>
                  <a:cubicBezTo>
                    <a:pt x="256" y="240"/>
                    <a:pt x="256" y="241"/>
                    <a:pt x="256" y="242"/>
                  </a:cubicBezTo>
                  <a:cubicBezTo>
                    <a:pt x="257" y="243"/>
                    <a:pt x="258" y="245"/>
                    <a:pt x="259" y="246"/>
                  </a:cubicBezTo>
                  <a:cubicBezTo>
                    <a:pt x="260" y="246"/>
                    <a:pt x="262" y="246"/>
                    <a:pt x="263" y="246"/>
                  </a:cubicBezTo>
                  <a:cubicBezTo>
                    <a:pt x="264" y="245"/>
                    <a:pt x="266" y="243"/>
                    <a:pt x="267" y="242"/>
                  </a:cubicBezTo>
                  <a:cubicBezTo>
                    <a:pt x="268" y="241"/>
                    <a:pt x="269" y="239"/>
                    <a:pt x="269" y="238"/>
                  </a:cubicBezTo>
                  <a:cubicBezTo>
                    <a:pt x="270" y="237"/>
                    <a:pt x="272" y="237"/>
                    <a:pt x="273" y="237"/>
                  </a:cubicBezTo>
                  <a:cubicBezTo>
                    <a:pt x="274" y="237"/>
                    <a:pt x="276" y="238"/>
                    <a:pt x="277" y="239"/>
                  </a:cubicBezTo>
                  <a:cubicBezTo>
                    <a:pt x="277" y="240"/>
                    <a:pt x="278" y="242"/>
                    <a:pt x="278" y="243"/>
                  </a:cubicBezTo>
                  <a:cubicBezTo>
                    <a:pt x="278" y="245"/>
                    <a:pt x="278" y="249"/>
                    <a:pt x="278" y="250"/>
                  </a:cubicBezTo>
                  <a:cubicBezTo>
                    <a:pt x="278" y="251"/>
                    <a:pt x="277" y="253"/>
                    <a:pt x="276" y="254"/>
                  </a:cubicBezTo>
                  <a:cubicBezTo>
                    <a:pt x="276" y="255"/>
                    <a:pt x="274" y="256"/>
                    <a:pt x="274" y="257"/>
                  </a:cubicBezTo>
                  <a:cubicBezTo>
                    <a:pt x="273" y="258"/>
                    <a:pt x="273" y="260"/>
                    <a:pt x="273" y="261"/>
                  </a:cubicBezTo>
                  <a:cubicBezTo>
                    <a:pt x="273" y="262"/>
                    <a:pt x="273" y="264"/>
                    <a:pt x="272" y="265"/>
                  </a:cubicBezTo>
                  <a:cubicBezTo>
                    <a:pt x="272" y="266"/>
                    <a:pt x="270" y="268"/>
                    <a:pt x="270" y="269"/>
                  </a:cubicBezTo>
                  <a:cubicBezTo>
                    <a:pt x="269" y="270"/>
                    <a:pt x="269" y="273"/>
                    <a:pt x="269" y="274"/>
                  </a:cubicBezTo>
                  <a:cubicBezTo>
                    <a:pt x="270" y="275"/>
                    <a:pt x="270" y="277"/>
                    <a:pt x="271" y="278"/>
                  </a:cubicBezTo>
                  <a:cubicBezTo>
                    <a:pt x="271" y="280"/>
                    <a:pt x="272" y="282"/>
                    <a:pt x="272" y="283"/>
                  </a:cubicBezTo>
                  <a:cubicBezTo>
                    <a:pt x="272" y="284"/>
                    <a:pt x="271" y="286"/>
                    <a:pt x="270" y="287"/>
                  </a:cubicBezTo>
                  <a:cubicBezTo>
                    <a:pt x="269" y="288"/>
                    <a:pt x="265" y="288"/>
                    <a:pt x="263" y="289"/>
                  </a:cubicBezTo>
                  <a:cubicBezTo>
                    <a:pt x="261" y="289"/>
                    <a:pt x="258" y="290"/>
                    <a:pt x="256" y="290"/>
                  </a:cubicBezTo>
                  <a:cubicBezTo>
                    <a:pt x="255" y="289"/>
                    <a:pt x="254" y="286"/>
                    <a:pt x="253" y="285"/>
                  </a:cubicBezTo>
                  <a:cubicBezTo>
                    <a:pt x="253" y="284"/>
                    <a:pt x="252" y="282"/>
                    <a:pt x="252" y="282"/>
                  </a:cubicBezTo>
                  <a:cubicBezTo>
                    <a:pt x="252" y="281"/>
                    <a:pt x="251" y="280"/>
                    <a:pt x="250" y="280"/>
                  </a:cubicBezTo>
                  <a:cubicBezTo>
                    <a:pt x="249" y="279"/>
                    <a:pt x="246" y="279"/>
                    <a:pt x="245" y="280"/>
                  </a:cubicBezTo>
                  <a:cubicBezTo>
                    <a:pt x="244" y="281"/>
                    <a:pt x="242" y="283"/>
                    <a:pt x="240" y="284"/>
                  </a:cubicBezTo>
                  <a:cubicBezTo>
                    <a:pt x="240" y="284"/>
                    <a:pt x="238" y="283"/>
                    <a:pt x="237" y="284"/>
                  </a:cubicBezTo>
                  <a:cubicBezTo>
                    <a:pt x="235" y="284"/>
                    <a:pt x="233" y="285"/>
                    <a:pt x="231" y="285"/>
                  </a:cubicBezTo>
                  <a:cubicBezTo>
                    <a:pt x="230" y="285"/>
                    <a:pt x="226" y="285"/>
                    <a:pt x="225" y="284"/>
                  </a:cubicBezTo>
                  <a:cubicBezTo>
                    <a:pt x="224" y="283"/>
                    <a:pt x="223" y="281"/>
                    <a:pt x="223" y="280"/>
                  </a:cubicBezTo>
                  <a:cubicBezTo>
                    <a:pt x="223" y="279"/>
                    <a:pt x="224" y="278"/>
                    <a:pt x="224" y="277"/>
                  </a:cubicBezTo>
                  <a:cubicBezTo>
                    <a:pt x="223" y="276"/>
                    <a:pt x="220" y="275"/>
                    <a:pt x="219" y="274"/>
                  </a:cubicBezTo>
                  <a:cubicBezTo>
                    <a:pt x="218" y="274"/>
                    <a:pt x="215" y="274"/>
                    <a:pt x="214" y="274"/>
                  </a:cubicBezTo>
                  <a:cubicBezTo>
                    <a:pt x="213" y="275"/>
                    <a:pt x="211" y="275"/>
                    <a:pt x="211" y="276"/>
                  </a:cubicBezTo>
                  <a:cubicBezTo>
                    <a:pt x="210" y="276"/>
                    <a:pt x="209" y="279"/>
                    <a:pt x="208" y="280"/>
                  </a:cubicBezTo>
                  <a:cubicBezTo>
                    <a:pt x="207" y="280"/>
                    <a:pt x="206" y="281"/>
                    <a:pt x="205" y="281"/>
                  </a:cubicBezTo>
                  <a:cubicBezTo>
                    <a:pt x="203" y="281"/>
                    <a:pt x="200" y="280"/>
                    <a:pt x="199" y="279"/>
                  </a:cubicBezTo>
                  <a:cubicBezTo>
                    <a:pt x="198" y="279"/>
                    <a:pt x="195" y="278"/>
                    <a:pt x="194" y="277"/>
                  </a:cubicBezTo>
                  <a:cubicBezTo>
                    <a:pt x="192" y="276"/>
                    <a:pt x="189" y="275"/>
                    <a:pt x="188" y="274"/>
                  </a:cubicBezTo>
                  <a:cubicBezTo>
                    <a:pt x="185" y="274"/>
                    <a:pt x="180" y="274"/>
                    <a:pt x="177" y="274"/>
                  </a:cubicBezTo>
                  <a:cubicBezTo>
                    <a:pt x="176" y="274"/>
                    <a:pt x="173" y="274"/>
                    <a:pt x="172" y="274"/>
                  </a:cubicBezTo>
                  <a:cubicBezTo>
                    <a:pt x="170" y="274"/>
                    <a:pt x="167" y="276"/>
                    <a:pt x="166" y="276"/>
                  </a:cubicBezTo>
                  <a:cubicBezTo>
                    <a:pt x="165" y="277"/>
                    <a:pt x="163" y="279"/>
                    <a:pt x="162" y="279"/>
                  </a:cubicBezTo>
                  <a:cubicBezTo>
                    <a:pt x="161" y="280"/>
                    <a:pt x="158" y="280"/>
                    <a:pt x="157" y="281"/>
                  </a:cubicBezTo>
                  <a:cubicBezTo>
                    <a:pt x="156" y="282"/>
                    <a:pt x="156" y="285"/>
                    <a:pt x="155" y="286"/>
                  </a:cubicBezTo>
                  <a:cubicBezTo>
                    <a:pt x="154" y="286"/>
                    <a:pt x="151" y="287"/>
                    <a:pt x="150" y="287"/>
                  </a:cubicBezTo>
                  <a:cubicBezTo>
                    <a:pt x="148" y="288"/>
                    <a:pt x="145" y="287"/>
                    <a:pt x="143" y="287"/>
                  </a:cubicBezTo>
                  <a:cubicBezTo>
                    <a:pt x="142" y="287"/>
                    <a:pt x="139" y="286"/>
                    <a:pt x="137" y="287"/>
                  </a:cubicBezTo>
                  <a:cubicBezTo>
                    <a:pt x="136" y="287"/>
                    <a:pt x="135" y="288"/>
                    <a:pt x="134" y="289"/>
                  </a:cubicBezTo>
                  <a:cubicBezTo>
                    <a:pt x="132" y="290"/>
                    <a:pt x="129" y="291"/>
                    <a:pt x="127" y="292"/>
                  </a:cubicBezTo>
                  <a:cubicBezTo>
                    <a:pt x="126" y="292"/>
                    <a:pt x="124" y="293"/>
                    <a:pt x="123" y="294"/>
                  </a:cubicBezTo>
                  <a:cubicBezTo>
                    <a:pt x="122" y="295"/>
                    <a:pt x="121" y="296"/>
                    <a:pt x="120" y="297"/>
                  </a:cubicBezTo>
                  <a:cubicBezTo>
                    <a:pt x="119" y="297"/>
                    <a:pt x="117" y="297"/>
                    <a:pt x="116" y="296"/>
                  </a:cubicBezTo>
                  <a:cubicBezTo>
                    <a:pt x="114" y="295"/>
                    <a:pt x="113" y="292"/>
                    <a:pt x="112" y="291"/>
                  </a:cubicBezTo>
                  <a:cubicBezTo>
                    <a:pt x="111" y="291"/>
                    <a:pt x="110" y="290"/>
                    <a:pt x="110" y="289"/>
                  </a:cubicBezTo>
                  <a:cubicBezTo>
                    <a:pt x="109" y="288"/>
                    <a:pt x="109" y="286"/>
                    <a:pt x="109" y="285"/>
                  </a:cubicBezTo>
                  <a:cubicBezTo>
                    <a:pt x="110" y="284"/>
                    <a:pt x="112" y="283"/>
                    <a:pt x="113" y="283"/>
                  </a:cubicBezTo>
                  <a:cubicBezTo>
                    <a:pt x="115" y="282"/>
                    <a:pt x="119" y="283"/>
                    <a:pt x="121" y="283"/>
                  </a:cubicBezTo>
                  <a:cubicBezTo>
                    <a:pt x="123" y="283"/>
                    <a:pt x="126" y="283"/>
                    <a:pt x="128" y="283"/>
                  </a:cubicBezTo>
                  <a:cubicBezTo>
                    <a:pt x="130" y="283"/>
                    <a:pt x="132" y="280"/>
                    <a:pt x="134" y="280"/>
                  </a:cubicBezTo>
                  <a:cubicBezTo>
                    <a:pt x="135" y="280"/>
                    <a:pt x="136" y="282"/>
                    <a:pt x="137" y="282"/>
                  </a:cubicBezTo>
                  <a:cubicBezTo>
                    <a:pt x="138" y="281"/>
                    <a:pt x="140" y="279"/>
                    <a:pt x="141" y="278"/>
                  </a:cubicBezTo>
                  <a:cubicBezTo>
                    <a:pt x="142" y="277"/>
                    <a:pt x="143" y="275"/>
                    <a:pt x="144" y="274"/>
                  </a:cubicBezTo>
                  <a:cubicBezTo>
                    <a:pt x="146" y="273"/>
                    <a:pt x="149" y="272"/>
                    <a:pt x="151" y="271"/>
                  </a:cubicBezTo>
                  <a:cubicBezTo>
                    <a:pt x="152" y="271"/>
                    <a:pt x="153" y="270"/>
                    <a:pt x="154" y="269"/>
                  </a:cubicBezTo>
                  <a:cubicBezTo>
                    <a:pt x="156" y="269"/>
                    <a:pt x="159" y="270"/>
                    <a:pt x="160" y="269"/>
                  </a:cubicBezTo>
                  <a:cubicBezTo>
                    <a:pt x="161" y="269"/>
                    <a:pt x="162" y="267"/>
                    <a:pt x="163" y="266"/>
                  </a:cubicBezTo>
                  <a:cubicBezTo>
                    <a:pt x="163" y="265"/>
                    <a:pt x="165" y="263"/>
                    <a:pt x="166" y="262"/>
                  </a:cubicBezTo>
                  <a:cubicBezTo>
                    <a:pt x="167" y="261"/>
                    <a:pt x="169" y="260"/>
                    <a:pt x="170" y="259"/>
                  </a:cubicBezTo>
                  <a:cubicBezTo>
                    <a:pt x="171" y="258"/>
                    <a:pt x="172" y="256"/>
                    <a:pt x="172" y="255"/>
                  </a:cubicBezTo>
                  <a:cubicBezTo>
                    <a:pt x="172" y="254"/>
                    <a:pt x="170" y="252"/>
                    <a:pt x="169" y="251"/>
                  </a:cubicBezTo>
                  <a:cubicBezTo>
                    <a:pt x="169" y="250"/>
                    <a:pt x="166" y="250"/>
                    <a:pt x="165" y="249"/>
                  </a:cubicBezTo>
                  <a:cubicBezTo>
                    <a:pt x="164" y="248"/>
                    <a:pt x="163" y="246"/>
                    <a:pt x="162" y="245"/>
                  </a:cubicBezTo>
                  <a:cubicBezTo>
                    <a:pt x="161" y="244"/>
                    <a:pt x="158" y="242"/>
                    <a:pt x="157" y="241"/>
                  </a:cubicBezTo>
                  <a:cubicBezTo>
                    <a:pt x="156" y="241"/>
                    <a:pt x="154" y="240"/>
                    <a:pt x="153" y="240"/>
                  </a:cubicBezTo>
                  <a:cubicBezTo>
                    <a:pt x="152" y="240"/>
                    <a:pt x="149" y="242"/>
                    <a:pt x="147" y="241"/>
                  </a:cubicBezTo>
                  <a:cubicBezTo>
                    <a:pt x="146" y="241"/>
                    <a:pt x="146" y="238"/>
                    <a:pt x="146" y="237"/>
                  </a:cubicBezTo>
                  <a:cubicBezTo>
                    <a:pt x="145" y="236"/>
                    <a:pt x="145" y="233"/>
                    <a:pt x="144" y="232"/>
                  </a:cubicBezTo>
                  <a:cubicBezTo>
                    <a:pt x="143" y="231"/>
                    <a:pt x="142" y="230"/>
                    <a:pt x="141" y="229"/>
                  </a:cubicBezTo>
                  <a:cubicBezTo>
                    <a:pt x="140" y="229"/>
                    <a:pt x="139" y="227"/>
                    <a:pt x="138" y="227"/>
                  </a:cubicBezTo>
                  <a:cubicBezTo>
                    <a:pt x="137" y="226"/>
                    <a:pt x="134" y="225"/>
                    <a:pt x="133" y="224"/>
                  </a:cubicBezTo>
                  <a:cubicBezTo>
                    <a:pt x="132" y="223"/>
                    <a:pt x="132" y="221"/>
                    <a:pt x="131" y="221"/>
                  </a:cubicBezTo>
                  <a:cubicBezTo>
                    <a:pt x="131" y="220"/>
                    <a:pt x="129" y="219"/>
                    <a:pt x="128" y="219"/>
                  </a:cubicBezTo>
                  <a:cubicBezTo>
                    <a:pt x="127" y="219"/>
                    <a:pt x="125" y="219"/>
                    <a:pt x="124" y="218"/>
                  </a:cubicBezTo>
                  <a:cubicBezTo>
                    <a:pt x="123" y="218"/>
                    <a:pt x="123" y="216"/>
                    <a:pt x="122" y="215"/>
                  </a:cubicBezTo>
                  <a:cubicBezTo>
                    <a:pt x="121" y="214"/>
                    <a:pt x="120" y="212"/>
                    <a:pt x="118" y="212"/>
                  </a:cubicBezTo>
                  <a:cubicBezTo>
                    <a:pt x="117" y="211"/>
                    <a:pt x="114" y="212"/>
                    <a:pt x="112" y="211"/>
                  </a:cubicBezTo>
                  <a:cubicBezTo>
                    <a:pt x="111" y="211"/>
                    <a:pt x="108" y="209"/>
                    <a:pt x="108" y="208"/>
                  </a:cubicBezTo>
                  <a:cubicBezTo>
                    <a:pt x="107" y="207"/>
                    <a:pt x="107" y="205"/>
                    <a:pt x="107" y="204"/>
                  </a:cubicBezTo>
                  <a:cubicBezTo>
                    <a:pt x="107" y="202"/>
                    <a:pt x="106" y="200"/>
                    <a:pt x="105" y="199"/>
                  </a:cubicBezTo>
                  <a:cubicBezTo>
                    <a:pt x="105" y="198"/>
                    <a:pt x="103" y="196"/>
                    <a:pt x="103" y="195"/>
                  </a:cubicBezTo>
                  <a:cubicBezTo>
                    <a:pt x="102" y="195"/>
                    <a:pt x="99" y="195"/>
                    <a:pt x="98" y="195"/>
                  </a:cubicBezTo>
                  <a:cubicBezTo>
                    <a:pt x="98" y="194"/>
                    <a:pt x="97" y="193"/>
                    <a:pt x="96" y="193"/>
                  </a:cubicBezTo>
                  <a:cubicBezTo>
                    <a:pt x="94" y="193"/>
                    <a:pt x="91" y="196"/>
                    <a:pt x="90" y="196"/>
                  </a:cubicBezTo>
                  <a:cubicBezTo>
                    <a:pt x="89" y="195"/>
                    <a:pt x="88" y="193"/>
                    <a:pt x="87" y="193"/>
                  </a:cubicBezTo>
                  <a:cubicBezTo>
                    <a:pt x="85" y="192"/>
                    <a:pt x="82" y="193"/>
                    <a:pt x="81" y="193"/>
                  </a:cubicBezTo>
                  <a:cubicBezTo>
                    <a:pt x="80" y="192"/>
                    <a:pt x="79" y="189"/>
                    <a:pt x="80" y="188"/>
                  </a:cubicBezTo>
                  <a:cubicBezTo>
                    <a:pt x="80" y="186"/>
                    <a:pt x="82" y="185"/>
                    <a:pt x="82" y="183"/>
                  </a:cubicBezTo>
                  <a:cubicBezTo>
                    <a:pt x="82" y="182"/>
                    <a:pt x="80" y="181"/>
                    <a:pt x="79" y="181"/>
                  </a:cubicBezTo>
                  <a:cubicBezTo>
                    <a:pt x="78" y="180"/>
                    <a:pt x="75" y="180"/>
                    <a:pt x="73" y="180"/>
                  </a:cubicBezTo>
                  <a:cubicBezTo>
                    <a:pt x="72" y="181"/>
                    <a:pt x="71" y="182"/>
                    <a:pt x="70" y="182"/>
                  </a:cubicBezTo>
                  <a:cubicBezTo>
                    <a:pt x="69" y="183"/>
                    <a:pt x="67" y="185"/>
                    <a:pt x="66" y="186"/>
                  </a:cubicBezTo>
                  <a:cubicBezTo>
                    <a:pt x="65" y="186"/>
                    <a:pt x="60" y="185"/>
                    <a:pt x="59" y="186"/>
                  </a:cubicBezTo>
                  <a:cubicBezTo>
                    <a:pt x="58" y="186"/>
                    <a:pt x="58" y="189"/>
                    <a:pt x="58" y="189"/>
                  </a:cubicBezTo>
                  <a:cubicBezTo>
                    <a:pt x="57" y="190"/>
                    <a:pt x="53" y="190"/>
                    <a:pt x="52" y="189"/>
                  </a:cubicBezTo>
                  <a:cubicBezTo>
                    <a:pt x="51" y="188"/>
                    <a:pt x="51" y="185"/>
                    <a:pt x="51" y="184"/>
                  </a:cubicBezTo>
                  <a:cubicBezTo>
                    <a:pt x="50" y="183"/>
                    <a:pt x="47" y="181"/>
                    <a:pt x="46" y="180"/>
                  </a:cubicBezTo>
                  <a:cubicBezTo>
                    <a:pt x="46" y="179"/>
                    <a:pt x="45" y="176"/>
                    <a:pt x="46" y="174"/>
                  </a:cubicBezTo>
                  <a:cubicBezTo>
                    <a:pt x="46" y="174"/>
                    <a:pt x="48" y="173"/>
                    <a:pt x="49" y="172"/>
                  </a:cubicBezTo>
                  <a:cubicBezTo>
                    <a:pt x="49" y="171"/>
                    <a:pt x="49" y="168"/>
                    <a:pt x="48" y="167"/>
                  </a:cubicBezTo>
                  <a:cubicBezTo>
                    <a:pt x="48" y="166"/>
                    <a:pt x="47" y="164"/>
                    <a:pt x="46" y="163"/>
                  </a:cubicBezTo>
                  <a:cubicBezTo>
                    <a:pt x="46" y="163"/>
                    <a:pt x="45" y="163"/>
                    <a:pt x="44" y="163"/>
                  </a:cubicBezTo>
                  <a:cubicBezTo>
                    <a:pt x="43" y="164"/>
                    <a:pt x="42" y="166"/>
                    <a:pt x="42" y="167"/>
                  </a:cubicBezTo>
                  <a:cubicBezTo>
                    <a:pt x="41" y="168"/>
                    <a:pt x="41" y="171"/>
                    <a:pt x="40" y="171"/>
                  </a:cubicBezTo>
                  <a:cubicBezTo>
                    <a:pt x="39" y="172"/>
                    <a:pt x="35" y="171"/>
                    <a:pt x="34" y="172"/>
                  </a:cubicBezTo>
                  <a:cubicBezTo>
                    <a:pt x="33" y="173"/>
                    <a:pt x="32" y="175"/>
                    <a:pt x="31" y="176"/>
                  </a:cubicBezTo>
                  <a:cubicBezTo>
                    <a:pt x="30" y="177"/>
                    <a:pt x="29" y="179"/>
                    <a:pt x="28" y="179"/>
                  </a:cubicBezTo>
                  <a:cubicBezTo>
                    <a:pt x="26" y="179"/>
                    <a:pt x="23" y="178"/>
                    <a:pt x="22" y="178"/>
                  </a:cubicBezTo>
                  <a:cubicBezTo>
                    <a:pt x="20" y="178"/>
                    <a:pt x="17" y="179"/>
                    <a:pt x="15" y="180"/>
                  </a:cubicBezTo>
                  <a:cubicBezTo>
                    <a:pt x="14" y="181"/>
                    <a:pt x="12" y="183"/>
                    <a:pt x="11" y="183"/>
                  </a:cubicBezTo>
                  <a:cubicBezTo>
                    <a:pt x="10" y="183"/>
                    <a:pt x="8" y="182"/>
                    <a:pt x="7" y="182"/>
                  </a:cubicBezTo>
                  <a:cubicBezTo>
                    <a:pt x="6" y="181"/>
                    <a:pt x="5" y="178"/>
                    <a:pt x="4" y="178"/>
                  </a:cubicBezTo>
                  <a:cubicBezTo>
                    <a:pt x="3" y="178"/>
                    <a:pt x="2" y="178"/>
                    <a:pt x="1" y="178"/>
                  </a:cubicBezTo>
                  <a:cubicBezTo>
                    <a:pt x="0" y="177"/>
                    <a:pt x="2" y="174"/>
                    <a:pt x="1" y="174"/>
                  </a:cubicBezTo>
                  <a:cubicBezTo>
                    <a:pt x="1" y="174"/>
                    <a:pt x="2" y="172"/>
                    <a:pt x="2" y="172"/>
                  </a:cubicBezTo>
                  <a:cubicBezTo>
                    <a:pt x="3" y="171"/>
                    <a:pt x="4" y="170"/>
                    <a:pt x="5" y="170"/>
                  </a:cubicBezTo>
                  <a:cubicBezTo>
                    <a:pt x="5" y="169"/>
                    <a:pt x="6" y="168"/>
                    <a:pt x="7" y="168"/>
                  </a:cubicBezTo>
                  <a:cubicBezTo>
                    <a:pt x="7" y="167"/>
                    <a:pt x="8" y="166"/>
                    <a:pt x="8" y="166"/>
                  </a:cubicBezTo>
                  <a:cubicBezTo>
                    <a:pt x="9" y="165"/>
                    <a:pt x="11" y="163"/>
                    <a:pt x="12" y="162"/>
                  </a:cubicBezTo>
                  <a:cubicBezTo>
                    <a:pt x="13" y="161"/>
                    <a:pt x="15" y="161"/>
                    <a:pt x="16" y="160"/>
                  </a:cubicBezTo>
                  <a:cubicBezTo>
                    <a:pt x="16" y="160"/>
                    <a:pt x="17" y="159"/>
                    <a:pt x="17" y="158"/>
                  </a:cubicBezTo>
                  <a:cubicBezTo>
                    <a:pt x="17" y="157"/>
                    <a:pt x="17" y="155"/>
                    <a:pt x="16" y="155"/>
                  </a:cubicBezTo>
                  <a:cubicBezTo>
                    <a:pt x="16" y="154"/>
                    <a:pt x="15" y="154"/>
                    <a:pt x="14" y="153"/>
                  </a:cubicBezTo>
                  <a:cubicBezTo>
                    <a:pt x="14" y="152"/>
                    <a:pt x="14" y="150"/>
                    <a:pt x="14" y="149"/>
                  </a:cubicBezTo>
                  <a:cubicBezTo>
                    <a:pt x="15" y="149"/>
                    <a:pt x="15" y="148"/>
                    <a:pt x="15" y="148"/>
                  </a:cubicBezTo>
                  <a:cubicBezTo>
                    <a:pt x="16" y="147"/>
                    <a:pt x="18" y="147"/>
                    <a:pt x="19" y="147"/>
                  </a:cubicBezTo>
                  <a:cubicBezTo>
                    <a:pt x="19" y="147"/>
                    <a:pt x="21" y="148"/>
                    <a:pt x="21" y="149"/>
                  </a:cubicBezTo>
                  <a:cubicBezTo>
                    <a:pt x="22" y="150"/>
                    <a:pt x="22" y="151"/>
                    <a:pt x="22" y="152"/>
                  </a:cubicBezTo>
                  <a:cubicBezTo>
                    <a:pt x="22" y="153"/>
                    <a:pt x="22" y="155"/>
                    <a:pt x="23" y="156"/>
                  </a:cubicBezTo>
                  <a:cubicBezTo>
                    <a:pt x="24" y="156"/>
                    <a:pt x="26" y="155"/>
                    <a:pt x="27" y="155"/>
                  </a:cubicBezTo>
                  <a:cubicBezTo>
                    <a:pt x="28" y="155"/>
                    <a:pt x="30" y="155"/>
                    <a:pt x="31" y="155"/>
                  </a:cubicBezTo>
                  <a:cubicBezTo>
                    <a:pt x="32" y="154"/>
                    <a:pt x="33" y="154"/>
                    <a:pt x="34" y="153"/>
                  </a:cubicBezTo>
                  <a:cubicBezTo>
                    <a:pt x="35" y="152"/>
                    <a:pt x="35" y="150"/>
                    <a:pt x="36" y="149"/>
                  </a:cubicBezTo>
                  <a:cubicBezTo>
                    <a:pt x="36" y="148"/>
                    <a:pt x="37" y="145"/>
                    <a:pt x="38" y="144"/>
                  </a:cubicBezTo>
                  <a:cubicBezTo>
                    <a:pt x="39" y="143"/>
                    <a:pt x="40" y="142"/>
                    <a:pt x="41" y="141"/>
                  </a:cubicBezTo>
                  <a:cubicBezTo>
                    <a:pt x="41" y="140"/>
                    <a:pt x="43" y="138"/>
                    <a:pt x="44" y="137"/>
                  </a:cubicBezTo>
                  <a:cubicBezTo>
                    <a:pt x="45" y="137"/>
                    <a:pt x="47" y="137"/>
                    <a:pt x="48" y="137"/>
                  </a:cubicBezTo>
                  <a:cubicBezTo>
                    <a:pt x="49" y="138"/>
                    <a:pt x="51" y="140"/>
                    <a:pt x="52" y="140"/>
                  </a:cubicBezTo>
                  <a:cubicBezTo>
                    <a:pt x="53" y="141"/>
                    <a:pt x="55" y="141"/>
                    <a:pt x="57" y="141"/>
                  </a:cubicBezTo>
                  <a:cubicBezTo>
                    <a:pt x="57" y="141"/>
                    <a:pt x="59" y="140"/>
                    <a:pt x="59" y="140"/>
                  </a:cubicBezTo>
                  <a:cubicBezTo>
                    <a:pt x="60" y="139"/>
                    <a:pt x="60" y="137"/>
                    <a:pt x="60" y="137"/>
                  </a:cubicBezTo>
                  <a:cubicBezTo>
                    <a:pt x="60" y="136"/>
                    <a:pt x="58" y="135"/>
                    <a:pt x="57" y="135"/>
                  </a:cubicBezTo>
                  <a:cubicBezTo>
                    <a:pt x="57" y="134"/>
                    <a:pt x="55" y="135"/>
                    <a:pt x="54" y="134"/>
                  </a:cubicBezTo>
                  <a:cubicBezTo>
                    <a:pt x="54" y="134"/>
                    <a:pt x="54" y="133"/>
                    <a:pt x="53" y="133"/>
                  </a:cubicBezTo>
                  <a:cubicBezTo>
                    <a:pt x="53" y="132"/>
                    <a:pt x="53" y="131"/>
                    <a:pt x="53" y="130"/>
                  </a:cubicBezTo>
                  <a:cubicBezTo>
                    <a:pt x="53" y="130"/>
                    <a:pt x="56" y="129"/>
                    <a:pt x="57" y="129"/>
                  </a:cubicBezTo>
                  <a:cubicBezTo>
                    <a:pt x="57" y="129"/>
                    <a:pt x="59" y="130"/>
                    <a:pt x="60" y="130"/>
                  </a:cubicBezTo>
                  <a:cubicBezTo>
                    <a:pt x="61" y="131"/>
                    <a:pt x="64" y="131"/>
                    <a:pt x="65" y="130"/>
                  </a:cubicBezTo>
                  <a:cubicBezTo>
                    <a:pt x="65" y="130"/>
                    <a:pt x="66" y="129"/>
                    <a:pt x="66" y="128"/>
                  </a:cubicBezTo>
                  <a:cubicBezTo>
                    <a:pt x="66" y="127"/>
                    <a:pt x="66" y="125"/>
                    <a:pt x="66" y="124"/>
                  </a:cubicBezTo>
                  <a:cubicBezTo>
                    <a:pt x="66" y="122"/>
                    <a:pt x="68" y="119"/>
                    <a:pt x="69" y="118"/>
                  </a:cubicBezTo>
                  <a:cubicBezTo>
                    <a:pt x="69" y="117"/>
                    <a:pt x="70" y="114"/>
                    <a:pt x="71" y="113"/>
                  </a:cubicBezTo>
                  <a:cubicBezTo>
                    <a:pt x="71" y="112"/>
                    <a:pt x="69" y="110"/>
                    <a:pt x="70" y="109"/>
                  </a:cubicBezTo>
                  <a:cubicBezTo>
                    <a:pt x="70" y="108"/>
                    <a:pt x="74" y="107"/>
                    <a:pt x="75" y="106"/>
                  </a:cubicBezTo>
                  <a:cubicBezTo>
                    <a:pt x="76" y="106"/>
                    <a:pt x="78" y="105"/>
                    <a:pt x="78" y="104"/>
                  </a:cubicBezTo>
                  <a:cubicBezTo>
                    <a:pt x="79" y="104"/>
                    <a:pt x="80" y="101"/>
                    <a:pt x="80" y="100"/>
                  </a:cubicBezTo>
                  <a:cubicBezTo>
                    <a:pt x="80" y="99"/>
                    <a:pt x="79" y="97"/>
                    <a:pt x="80" y="96"/>
                  </a:cubicBezTo>
                  <a:cubicBezTo>
                    <a:pt x="80" y="95"/>
                    <a:pt x="81" y="95"/>
                    <a:pt x="82" y="95"/>
                  </a:cubicBezTo>
                  <a:cubicBezTo>
                    <a:pt x="83" y="94"/>
                    <a:pt x="85" y="96"/>
                    <a:pt x="86" y="96"/>
                  </a:cubicBezTo>
                  <a:cubicBezTo>
                    <a:pt x="86" y="97"/>
                    <a:pt x="87" y="98"/>
                    <a:pt x="88" y="99"/>
                  </a:cubicBezTo>
                  <a:cubicBezTo>
                    <a:pt x="90" y="100"/>
                    <a:pt x="93" y="101"/>
                    <a:pt x="94" y="101"/>
                  </a:cubicBezTo>
                  <a:cubicBezTo>
                    <a:pt x="96" y="100"/>
                    <a:pt x="99" y="99"/>
                    <a:pt x="101" y="98"/>
                  </a:cubicBezTo>
                  <a:cubicBezTo>
                    <a:pt x="101" y="98"/>
                    <a:pt x="103" y="97"/>
                    <a:pt x="103" y="96"/>
                  </a:cubicBezTo>
                  <a:cubicBezTo>
                    <a:pt x="104" y="95"/>
                    <a:pt x="106" y="94"/>
                    <a:pt x="106" y="93"/>
                  </a:cubicBezTo>
                  <a:cubicBezTo>
                    <a:pt x="107" y="91"/>
                    <a:pt x="108" y="87"/>
                    <a:pt x="109" y="86"/>
                  </a:cubicBezTo>
                  <a:cubicBezTo>
                    <a:pt x="109" y="85"/>
                    <a:pt x="110" y="83"/>
                    <a:pt x="111" y="82"/>
                  </a:cubicBezTo>
                  <a:cubicBezTo>
                    <a:pt x="112" y="82"/>
                    <a:pt x="114" y="81"/>
                    <a:pt x="114" y="80"/>
                  </a:cubicBezTo>
                  <a:cubicBezTo>
                    <a:pt x="116" y="79"/>
                    <a:pt x="119" y="76"/>
                    <a:pt x="121" y="74"/>
                  </a:cubicBezTo>
                  <a:cubicBezTo>
                    <a:pt x="122" y="74"/>
                    <a:pt x="124" y="72"/>
                    <a:pt x="125" y="72"/>
                  </a:cubicBezTo>
                  <a:cubicBezTo>
                    <a:pt x="126" y="70"/>
                    <a:pt x="128" y="66"/>
                    <a:pt x="130" y="65"/>
                  </a:cubicBezTo>
                  <a:cubicBezTo>
                    <a:pt x="131" y="65"/>
                    <a:pt x="133" y="64"/>
                    <a:pt x="134" y="65"/>
                  </a:cubicBezTo>
                  <a:cubicBezTo>
                    <a:pt x="135" y="65"/>
                    <a:pt x="136" y="66"/>
                    <a:pt x="137" y="67"/>
                  </a:cubicBezTo>
                  <a:cubicBezTo>
                    <a:pt x="138" y="68"/>
                    <a:pt x="139" y="70"/>
                    <a:pt x="140" y="71"/>
                  </a:cubicBezTo>
                  <a:cubicBezTo>
                    <a:pt x="141" y="71"/>
                    <a:pt x="145" y="71"/>
                    <a:pt x="146" y="71"/>
                  </a:cubicBezTo>
                  <a:cubicBezTo>
                    <a:pt x="148" y="70"/>
                    <a:pt x="150" y="69"/>
                    <a:pt x="152" y="68"/>
                  </a:cubicBezTo>
                  <a:cubicBezTo>
                    <a:pt x="152" y="67"/>
                    <a:pt x="154" y="64"/>
                    <a:pt x="154" y="64"/>
                  </a:cubicBezTo>
                  <a:cubicBezTo>
                    <a:pt x="154" y="64"/>
                    <a:pt x="155" y="60"/>
                    <a:pt x="155" y="59"/>
                  </a:cubicBezTo>
                  <a:cubicBezTo>
                    <a:pt x="156" y="58"/>
                    <a:pt x="157" y="56"/>
                    <a:pt x="158" y="55"/>
                  </a:cubicBezTo>
                  <a:cubicBezTo>
                    <a:pt x="158" y="54"/>
                    <a:pt x="160" y="53"/>
                    <a:pt x="161" y="53"/>
                  </a:cubicBezTo>
                  <a:cubicBezTo>
                    <a:pt x="162" y="52"/>
                    <a:pt x="163" y="49"/>
                    <a:pt x="163" y="48"/>
                  </a:cubicBezTo>
                  <a:cubicBezTo>
                    <a:pt x="163" y="47"/>
                    <a:pt x="162" y="45"/>
                    <a:pt x="162" y="44"/>
                  </a:cubicBezTo>
                  <a:cubicBezTo>
                    <a:pt x="162" y="43"/>
                    <a:pt x="164" y="41"/>
                    <a:pt x="164" y="40"/>
                  </a:cubicBezTo>
                  <a:cubicBezTo>
                    <a:pt x="165" y="39"/>
                    <a:pt x="168" y="37"/>
                    <a:pt x="169" y="35"/>
                  </a:cubicBezTo>
                  <a:cubicBezTo>
                    <a:pt x="170" y="34"/>
                    <a:pt x="172" y="32"/>
                    <a:pt x="173" y="31"/>
                  </a:cubicBezTo>
                  <a:cubicBezTo>
                    <a:pt x="176" y="29"/>
                    <a:pt x="181" y="29"/>
                    <a:pt x="184" y="29"/>
                  </a:cubicBezTo>
                  <a:cubicBezTo>
                    <a:pt x="185" y="29"/>
                    <a:pt x="188" y="29"/>
                    <a:pt x="190" y="29"/>
                  </a:cubicBezTo>
                  <a:cubicBezTo>
                    <a:pt x="192" y="29"/>
                    <a:pt x="195" y="30"/>
                    <a:pt x="197" y="30"/>
                  </a:cubicBezTo>
                  <a:cubicBezTo>
                    <a:pt x="199" y="30"/>
                    <a:pt x="204" y="29"/>
                    <a:pt x="205" y="28"/>
                  </a:cubicBezTo>
                  <a:cubicBezTo>
                    <a:pt x="206" y="27"/>
                    <a:pt x="207" y="24"/>
                    <a:pt x="207" y="23"/>
                  </a:cubicBezTo>
                  <a:cubicBezTo>
                    <a:pt x="209" y="21"/>
                    <a:pt x="212" y="18"/>
                    <a:pt x="214" y="16"/>
                  </a:cubicBezTo>
                  <a:cubicBezTo>
                    <a:pt x="215" y="15"/>
                    <a:pt x="219" y="14"/>
                    <a:pt x="220" y="13"/>
                  </a:cubicBezTo>
                  <a:cubicBezTo>
                    <a:pt x="221" y="13"/>
                    <a:pt x="224" y="13"/>
                    <a:pt x="225" y="12"/>
                  </a:cubicBezTo>
                  <a:cubicBezTo>
                    <a:pt x="227" y="11"/>
                    <a:pt x="229" y="8"/>
                    <a:pt x="231" y="7"/>
                  </a:cubicBezTo>
                  <a:cubicBezTo>
                    <a:pt x="232" y="6"/>
                    <a:pt x="235" y="4"/>
                    <a:pt x="236" y="3"/>
                  </a:cubicBezTo>
                  <a:cubicBezTo>
                    <a:pt x="238" y="3"/>
                    <a:pt x="241" y="2"/>
                    <a:pt x="243" y="2"/>
                  </a:cubicBezTo>
                  <a:cubicBezTo>
                    <a:pt x="244" y="2"/>
                    <a:pt x="245" y="1"/>
                    <a:pt x="246" y="1"/>
                  </a:cubicBezTo>
                  <a:cubicBezTo>
                    <a:pt x="247" y="0"/>
                    <a:pt x="248" y="2"/>
                    <a:pt x="249" y="2"/>
                  </a:cubicBezTo>
                  <a:cubicBezTo>
                    <a:pt x="250" y="2"/>
                    <a:pt x="251" y="1"/>
                    <a:pt x="252" y="1"/>
                  </a:cubicBezTo>
                  <a:cubicBezTo>
                    <a:pt x="253" y="1"/>
                    <a:pt x="254" y="3"/>
                    <a:pt x="254" y="3"/>
                  </a:cubicBezTo>
                  <a:cubicBezTo>
                    <a:pt x="254" y="4"/>
                    <a:pt x="255" y="5"/>
                    <a:pt x="255"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1"/>
            <p:cNvSpPr>
              <a:spLocks/>
            </p:cNvSpPr>
            <p:nvPr/>
          </p:nvSpPr>
          <p:spPr bwMode="auto">
            <a:xfrm>
              <a:off x="1700213" y="2427288"/>
              <a:ext cx="1443038" cy="1500188"/>
            </a:xfrm>
            <a:custGeom>
              <a:avLst/>
              <a:gdLst/>
              <a:ahLst/>
              <a:cxnLst>
                <a:cxn ang="0">
                  <a:pos x="757" y="119"/>
                </a:cxn>
                <a:cxn ang="0">
                  <a:pos x="788" y="201"/>
                </a:cxn>
                <a:cxn ang="0">
                  <a:pos x="758" y="256"/>
                </a:cxn>
                <a:cxn ang="0">
                  <a:pos x="716" y="285"/>
                </a:cxn>
                <a:cxn ang="0">
                  <a:pos x="760" y="353"/>
                </a:cxn>
                <a:cxn ang="0">
                  <a:pos x="794" y="413"/>
                </a:cxn>
                <a:cxn ang="0">
                  <a:pos x="790" y="452"/>
                </a:cxn>
                <a:cxn ang="0">
                  <a:pos x="745" y="485"/>
                </a:cxn>
                <a:cxn ang="0">
                  <a:pos x="709" y="543"/>
                </a:cxn>
                <a:cxn ang="0">
                  <a:pos x="744" y="574"/>
                </a:cxn>
                <a:cxn ang="0">
                  <a:pos x="746" y="620"/>
                </a:cxn>
                <a:cxn ang="0">
                  <a:pos x="783" y="682"/>
                </a:cxn>
                <a:cxn ang="0">
                  <a:pos x="778" y="751"/>
                </a:cxn>
                <a:cxn ang="0">
                  <a:pos x="717" y="722"/>
                </a:cxn>
                <a:cxn ang="0">
                  <a:pos x="667" y="744"/>
                </a:cxn>
                <a:cxn ang="0">
                  <a:pos x="636" y="804"/>
                </a:cxn>
                <a:cxn ang="0">
                  <a:pos x="580" y="793"/>
                </a:cxn>
                <a:cxn ang="0">
                  <a:pos x="527" y="797"/>
                </a:cxn>
                <a:cxn ang="0">
                  <a:pos x="467" y="838"/>
                </a:cxn>
                <a:cxn ang="0">
                  <a:pos x="455" y="794"/>
                </a:cxn>
                <a:cxn ang="0">
                  <a:pos x="450" y="740"/>
                </a:cxn>
                <a:cxn ang="0">
                  <a:pos x="411" y="699"/>
                </a:cxn>
                <a:cxn ang="0">
                  <a:pos x="350" y="694"/>
                </a:cxn>
                <a:cxn ang="0">
                  <a:pos x="284" y="692"/>
                </a:cxn>
                <a:cxn ang="0">
                  <a:pos x="223" y="673"/>
                </a:cxn>
                <a:cxn ang="0">
                  <a:pos x="156" y="663"/>
                </a:cxn>
                <a:cxn ang="0">
                  <a:pos x="97" y="648"/>
                </a:cxn>
                <a:cxn ang="0">
                  <a:pos x="38" y="573"/>
                </a:cxn>
                <a:cxn ang="0">
                  <a:pos x="0" y="527"/>
                </a:cxn>
                <a:cxn ang="0">
                  <a:pos x="52" y="491"/>
                </a:cxn>
                <a:cxn ang="0">
                  <a:pos x="47" y="457"/>
                </a:cxn>
                <a:cxn ang="0">
                  <a:pos x="70" y="428"/>
                </a:cxn>
                <a:cxn ang="0">
                  <a:pos x="92" y="398"/>
                </a:cxn>
                <a:cxn ang="0">
                  <a:pos x="93" y="379"/>
                </a:cxn>
                <a:cxn ang="0">
                  <a:pos x="32" y="310"/>
                </a:cxn>
                <a:cxn ang="0">
                  <a:pos x="53" y="263"/>
                </a:cxn>
                <a:cxn ang="0">
                  <a:pos x="27" y="244"/>
                </a:cxn>
                <a:cxn ang="0">
                  <a:pos x="31" y="201"/>
                </a:cxn>
                <a:cxn ang="0">
                  <a:pos x="71" y="188"/>
                </a:cxn>
                <a:cxn ang="0">
                  <a:pos x="127" y="182"/>
                </a:cxn>
                <a:cxn ang="0">
                  <a:pos x="172" y="182"/>
                </a:cxn>
                <a:cxn ang="0">
                  <a:pos x="224" y="188"/>
                </a:cxn>
                <a:cxn ang="0">
                  <a:pos x="260" y="198"/>
                </a:cxn>
                <a:cxn ang="0">
                  <a:pos x="302" y="227"/>
                </a:cxn>
                <a:cxn ang="0">
                  <a:pos x="352" y="261"/>
                </a:cxn>
                <a:cxn ang="0">
                  <a:pos x="318" y="299"/>
                </a:cxn>
                <a:cxn ang="0">
                  <a:pos x="345" y="302"/>
                </a:cxn>
                <a:cxn ang="0">
                  <a:pos x="414" y="293"/>
                </a:cxn>
                <a:cxn ang="0">
                  <a:pos x="461" y="294"/>
                </a:cxn>
                <a:cxn ang="0">
                  <a:pos x="449" y="262"/>
                </a:cxn>
                <a:cxn ang="0">
                  <a:pos x="458" y="202"/>
                </a:cxn>
                <a:cxn ang="0">
                  <a:pos x="446" y="151"/>
                </a:cxn>
                <a:cxn ang="0">
                  <a:pos x="430" y="105"/>
                </a:cxn>
                <a:cxn ang="0">
                  <a:pos x="460" y="46"/>
                </a:cxn>
                <a:cxn ang="0">
                  <a:pos x="473" y="8"/>
                </a:cxn>
                <a:cxn ang="0">
                  <a:pos x="538" y="13"/>
                </a:cxn>
                <a:cxn ang="0">
                  <a:pos x="596" y="30"/>
                </a:cxn>
                <a:cxn ang="0">
                  <a:pos x="619" y="70"/>
                </a:cxn>
                <a:cxn ang="0">
                  <a:pos x="661" y="100"/>
                </a:cxn>
                <a:cxn ang="0">
                  <a:pos x="712" y="97"/>
                </a:cxn>
              </a:cxnLst>
              <a:rect l="0" t="0" r="r" b="b"/>
              <a:pathLst>
                <a:path w="812" h="844">
                  <a:moveTo>
                    <a:pt x="714" y="91"/>
                  </a:moveTo>
                  <a:cubicBezTo>
                    <a:pt x="715" y="91"/>
                    <a:pt x="716" y="91"/>
                    <a:pt x="717" y="91"/>
                  </a:cubicBezTo>
                  <a:cubicBezTo>
                    <a:pt x="718" y="91"/>
                    <a:pt x="720" y="91"/>
                    <a:pt x="721" y="91"/>
                  </a:cubicBezTo>
                  <a:cubicBezTo>
                    <a:pt x="723" y="92"/>
                    <a:pt x="725" y="93"/>
                    <a:pt x="727" y="93"/>
                  </a:cubicBezTo>
                  <a:cubicBezTo>
                    <a:pt x="728" y="93"/>
                    <a:pt x="730" y="92"/>
                    <a:pt x="731" y="92"/>
                  </a:cubicBezTo>
                  <a:cubicBezTo>
                    <a:pt x="732" y="92"/>
                    <a:pt x="734" y="92"/>
                    <a:pt x="735" y="92"/>
                  </a:cubicBezTo>
                  <a:cubicBezTo>
                    <a:pt x="736" y="93"/>
                    <a:pt x="736" y="94"/>
                    <a:pt x="736" y="95"/>
                  </a:cubicBezTo>
                  <a:cubicBezTo>
                    <a:pt x="736" y="96"/>
                    <a:pt x="736" y="98"/>
                    <a:pt x="736" y="99"/>
                  </a:cubicBezTo>
                  <a:cubicBezTo>
                    <a:pt x="736" y="100"/>
                    <a:pt x="738" y="101"/>
                    <a:pt x="738" y="101"/>
                  </a:cubicBezTo>
                  <a:cubicBezTo>
                    <a:pt x="739" y="102"/>
                    <a:pt x="742" y="103"/>
                    <a:pt x="743" y="104"/>
                  </a:cubicBezTo>
                  <a:cubicBezTo>
                    <a:pt x="743" y="105"/>
                    <a:pt x="745" y="106"/>
                    <a:pt x="746" y="107"/>
                  </a:cubicBezTo>
                  <a:cubicBezTo>
                    <a:pt x="747" y="108"/>
                    <a:pt x="747" y="112"/>
                    <a:pt x="748" y="113"/>
                  </a:cubicBezTo>
                  <a:cubicBezTo>
                    <a:pt x="749" y="114"/>
                    <a:pt x="751" y="116"/>
                    <a:pt x="753" y="116"/>
                  </a:cubicBezTo>
                  <a:cubicBezTo>
                    <a:pt x="754" y="117"/>
                    <a:pt x="756" y="118"/>
                    <a:pt x="757" y="119"/>
                  </a:cubicBezTo>
                  <a:cubicBezTo>
                    <a:pt x="758" y="120"/>
                    <a:pt x="758" y="124"/>
                    <a:pt x="758" y="125"/>
                  </a:cubicBezTo>
                  <a:cubicBezTo>
                    <a:pt x="759" y="126"/>
                    <a:pt x="761" y="128"/>
                    <a:pt x="762" y="130"/>
                  </a:cubicBezTo>
                  <a:cubicBezTo>
                    <a:pt x="763" y="131"/>
                    <a:pt x="763" y="134"/>
                    <a:pt x="763" y="135"/>
                  </a:cubicBezTo>
                  <a:cubicBezTo>
                    <a:pt x="764" y="137"/>
                    <a:pt x="765" y="141"/>
                    <a:pt x="766" y="143"/>
                  </a:cubicBezTo>
                  <a:cubicBezTo>
                    <a:pt x="768" y="145"/>
                    <a:pt x="772" y="147"/>
                    <a:pt x="773" y="149"/>
                  </a:cubicBezTo>
                  <a:cubicBezTo>
                    <a:pt x="775" y="151"/>
                    <a:pt x="777" y="158"/>
                    <a:pt x="778" y="161"/>
                  </a:cubicBezTo>
                  <a:cubicBezTo>
                    <a:pt x="779" y="162"/>
                    <a:pt x="781" y="164"/>
                    <a:pt x="782" y="166"/>
                  </a:cubicBezTo>
                  <a:cubicBezTo>
                    <a:pt x="782" y="167"/>
                    <a:pt x="782" y="171"/>
                    <a:pt x="781" y="172"/>
                  </a:cubicBezTo>
                  <a:cubicBezTo>
                    <a:pt x="781" y="173"/>
                    <a:pt x="778" y="174"/>
                    <a:pt x="777" y="175"/>
                  </a:cubicBezTo>
                  <a:cubicBezTo>
                    <a:pt x="776" y="177"/>
                    <a:pt x="777" y="181"/>
                    <a:pt x="778" y="183"/>
                  </a:cubicBezTo>
                  <a:cubicBezTo>
                    <a:pt x="778" y="184"/>
                    <a:pt x="780" y="187"/>
                    <a:pt x="781" y="188"/>
                  </a:cubicBezTo>
                  <a:cubicBezTo>
                    <a:pt x="782" y="189"/>
                    <a:pt x="784" y="190"/>
                    <a:pt x="785" y="190"/>
                  </a:cubicBezTo>
                  <a:cubicBezTo>
                    <a:pt x="786" y="191"/>
                    <a:pt x="787" y="193"/>
                    <a:pt x="787" y="194"/>
                  </a:cubicBezTo>
                  <a:cubicBezTo>
                    <a:pt x="788" y="196"/>
                    <a:pt x="788" y="199"/>
                    <a:pt x="788" y="201"/>
                  </a:cubicBezTo>
                  <a:cubicBezTo>
                    <a:pt x="788" y="202"/>
                    <a:pt x="788" y="206"/>
                    <a:pt x="787" y="208"/>
                  </a:cubicBezTo>
                  <a:cubicBezTo>
                    <a:pt x="787" y="209"/>
                    <a:pt x="786" y="212"/>
                    <a:pt x="785" y="213"/>
                  </a:cubicBezTo>
                  <a:cubicBezTo>
                    <a:pt x="784" y="214"/>
                    <a:pt x="781" y="215"/>
                    <a:pt x="779" y="216"/>
                  </a:cubicBezTo>
                  <a:cubicBezTo>
                    <a:pt x="779" y="217"/>
                    <a:pt x="777" y="219"/>
                    <a:pt x="777" y="220"/>
                  </a:cubicBezTo>
                  <a:cubicBezTo>
                    <a:pt x="777" y="221"/>
                    <a:pt x="778" y="224"/>
                    <a:pt x="779" y="225"/>
                  </a:cubicBezTo>
                  <a:cubicBezTo>
                    <a:pt x="780" y="226"/>
                    <a:pt x="782" y="226"/>
                    <a:pt x="783" y="227"/>
                  </a:cubicBezTo>
                  <a:cubicBezTo>
                    <a:pt x="784" y="228"/>
                    <a:pt x="784" y="230"/>
                    <a:pt x="783" y="231"/>
                  </a:cubicBezTo>
                  <a:cubicBezTo>
                    <a:pt x="782" y="232"/>
                    <a:pt x="780" y="232"/>
                    <a:pt x="779" y="233"/>
                  </a:cubicBezTo>
                  <a:cubicBezTo>
                    <a:pt x="778" y="234"/>
                    <a:pt x="780" y="237"/>
                    <a:pt x="779" y="239"/>
                  </a:cubicBezTo>
                  <a:cubicBezTo>
                    <a:pt x="778" y="241"/>
                    <a:pt x="773" y="242"/>
                    <a:pt x="773" y="244"/>
                  </a:cubicBezTo>
                  <a:cubicBezTo>
                    <a:pt x="772" y="246"/>
                    <a:pt x="774" y="251"/>
                    <a:pt x="773" y="254"/>
                  </a:cubicBezTo>
                  <a:cubicBezTo>
                    <a:pt x="772" y="255"/>
                    <a:pt x="769" y="257"/>
                    <a:pt x="767" y="257"/>
                  </a:cubicBezTo>
                  <a:cubicBezTo>
                    <a:pt x="766" y="258"/>
                    <a:pt x="764" y="259"/>
                    <a:pt x="762" y="259"/>
                  </a:cubicBezTo>
                  <a:cubicBezTo>
                    <a:pt x="761" y="258"/>
                    <a:pt x="759" y="257"/>
                    <a:pt x="758" y="256"/>
                  </a:cubicBezTo>
                  <a:cubicBezTo>
                    <a:pt x="757" y="255"/>
                    <a:pt x="757" y="254"/>
                    <a:pt x="756" y="254"/>
                  </a:cubicBezTo>
                  <a:cubicBezTo>
                    <a:pt x="755" y="253"/>
                    <a:pt x="753" y="253"/>
                    <a:pt x="752" y="253"/>
                  </a:cubicBezTo>
                  <a:cubicBezTo>
                    <a:pt x="751" y="252"/>
                    <a:pt x="751" y="251"/>
                    <a:pt x="750" y="251"/>
                  </a:cubicBezTo>
                  <a:cubicBezTo>
                    <a:pt x="749" y="250"/>
                    <a:pt x="746" y="251"/>
                    <a:pt x="745" y="252"/>
                  </a:cubicBezTo>
                  <a:cubicBezTo>
                    <a:pt x="744" y="253"/>
                    <a:pt x="743" y="255"/>
                    <a:pt x="743" y="256"/>
                  </a:cubicBezTo>
                  <a:cubicBezTo>
                    <a:pt x="742" y="257"/>
                    <a:pt x="741" y="259"/>
                    <a:pt x="741" y="261"/>
                  </a:cubicBezTo>
                  <a:cubicBezTo>
                    <a:pt x="741" y="262"/>
                    <a:pt x="741" y="265"/>
                    <a:pt x="741" y="266"/>
                  </a:cubicBezTo>
                  <a:cubicBezTo>
                    <a:pt x="741" y="268"/>
                    <a:pt x="740" y="271"/>
                    <a:pt x="739" y="272"/>
                  </a:cubicBezTo>
                  <a:cubicBezTo>
                    <a:pt x="738" y="273"/>
                    <a:pt x="735" y="273"/>
                    <a:pt x="734" y="273"/>
                  </a:cubicBezTo>
                  <a:cubicBezTo>
                    <a:pt x="733" y="274"/>
                    <a:pt x="730" y="273"/>
                    <a:pt x="729" y="273"/>
                  </a:cubicBezTo>
                  <a:cubicBezTo>
                    <a:pt x="728" y="274"/>
                    <a:pt x="726" y="275"/>
                    <a:pt x="725" y="276"/>
                  </a:cubicBezTo>
                  <a:cubicBezTo>
                    <a:pt x="725" y="278"/>
                    <a:pt x="724" y="281"/>
                    <a:pt x="723" y="282"/>
                  </a:cubicBezTo>
                  <a:cubicBezTo>
                    <a:pt x="722" y="282"/>
                    <a:pt x="720" y="282"/>
                    <a:pt x="719" y="282"/>
                  </a:cubicBezTo>
                  <a:cubicBezTo>
                    <a:pt x="718" y="283"/>
                    <a:pt x="716" y="284"/>
                    <a:pt x="716" y="285"/>
                  </a:cubicBezTo>
                  <a:cubicBezTo>
                    <a:pt x="716" y="287"/>
                    <a:pt x="717" y="289"/>
                    <a:pt x="718" y="290"/>
                  </a:cubicBezTo>
                  <a:cubicBezTo>
                    <a:pt x="718" y="291"/>
                    <a:pt x="721" y="292"/>
                    <a:pt x="721" y="293"/>
                  </a:cubicBezTo>
                  <a:cubicBezTo>
                    <a:pt x="721" y="294"/>
                    <a:pt x="720" y="296"/>
                    <a:pt x="720" y="297"/>
                  </a:cubicBezTo>
                  <a:cubicBezTo>
                    <a:pt x="720" y="298"/>
                    <a:pt x="722" y="300"/>
                    <a:pt x="722" y="302"/>
                  </a:cubicBezTo>
                  <a:cubicBezTo>
                    <a:pt x="723" y="303"/>
                    <a:pt x="725" y="307"/>
                    <a:pt x="725" y="308"/>
                  </a:cubicBezTo>
                  <a:cubicBezTo>
                    <a:pt x="726" y="310"/>
                    <a:pt x="725" y="313"/>
                    <a:pt x="726" y="315"/>
                  </a:cubicBezTo>
                  <a:cubicBezTo>
                    <a:pt x="726" y="316"/>
                    <a:pt x="729" y="316"/>
                    <a:pt x="730" y="317"/>
                  </a:cubicBezTo>
                  <a:cubicBezTo>
                    <a:pt x="732" y="318"/>
                    <a:pt x="733" y="321"/>
                    <a:pt x="734" y="323"/>
                  </a:cubicBezTo>
                  <a:cubicBezTo>
                    <a:pt x="735" y="325"/>
                    <a:pt x="735" y="328"/>
                    <a:pt x="735" y="330"/>
                  </a:cubicBezTo>
                  <a:cubicBezTo>
                    <a:pt x="737" y="333"/>
                    <a:pt x="742" y="338"/>
                    <a:pt x="744" y="341"/>
                  </a:cubicBezTo>
                  <a:cubicBezTo>
                    <a:pt x="746" y="343"/>
                    <a:pt x="748" y="348"/>
                    <a:pt x="750" y="349"/>
                  </a:cubicBezTo>
                  <a:cubicBezTo>
                    <a:pt x="751" y="350"/>
                    <a:pt x="753" y="350"/>
                    <a:pt x="754" y="350"/>
                  </a:cubicBezTo>
                  <a:cubicBezTo>
                    <a:pt x="755" y="350"/>
                    <a:pt x="756" y="349"/>
                    <a:pt x="757" y="349"/>
                  </a:cubicBezTo>
                  <a:cubicBezTo>
                    <a:pt x="758" y="349"/>
                    <a:pt x="759" y="352"/>
                    <a:pt x="760" y="353"/>
                  </a:cubicBezTo>
                  <a:cubicBezTo>
                    <a:pt x="761" y="354"/>
                    <a:pt x="765" y="354"/>
                    <a:pt x="766" y="356"/>
                  </a:cubicBezTo>
                  <a:cubicBezTo>
                    <a:pt x="766" y="357"/>
                    <a:pt x="766" y="360"/>
                    <a:pt x="766" y="361"/>
                  </a:cubicBezTo>
                  <a:cubicBezTo>
                    <a:pt x="766" y="362"/>
                    <a:pt x="764" y="365"/>
                    <a:pt x="764" y="366"/>
                  </a:cubicBezTo>
                  <a:cubicBezTo>
                    <a:pt x="763" y="367"/>
                    <a:pt x="762" y="368"/>
                    <a:pt x="762" y="369"/>
                  </a:cubicBezTo>
                  <a:cubicBezTo>
                    <a:pt x="761" y="370"/>
                    <a:pt x="762" y="373"/>
                    <a:pt x="763" y="374"/>
                  </a:cubicBezTo>
                  <a:cubicBezTo>
                    <a:pt x="764" y="375"/>
                    <a:pt x="767" y="376"/>
                    <a:pt x="768" y="377"/>
                  </a:cubicBezTo>
                  <a:cubicBezTo>
                    <a:pt x="769" y="379"/>
                    <a:pt x="769" y="383"/>
                    <a:pt x="769" y="385"/>
                  </a:cubicBezTo>
                  <a:cubicBezTo>
                    <a:pt x="769" y="388"/>
                    <a:pt x="767" y="392"/>
                    <a:pt x="768" y="395"/>
                  </a:cubicBezTo>
                  <a:cubicBezTo>
                    <a:pt x="768" y="397"/>
                    <a:pt x="771" y="401"/>
                    <a:pt x="772" y="403"/>
                  </a:cubicBezTo>
                  <a:cubicBezTo>
                    <a:pt x="773" y="403"/>
                    <a:pt x="775" y="405"/>
                    <a:pt x="777" y="405"/>
                  </a:cubicBezTo>
                  <a:cubicBezTo>
                    <a:pt x="778" y="405"/>
                    <a:pt x="780" y="405"/>
                    <a:pt x="782" y="405"/>
                  </a:cubicBezTo>
                  <a:cubicBezTo>
                    <a:pt x="783" y="405"/>
                    <a:pt x="787" y="407"/>
                    <a:pt x="788" y="408"/>
                  </a:cubicBezTo>
                  <a:cubicBezTo>
                    <a:pt x="789" y="409"/>
                    <a:pt x="790" y="411"/>
                    <a:pt x="791" y="412"/>
                  </a:cubicBezTo>
                  <a:cubicBezTo>
                    <a:pt x="792" y="413"/>
                    <a:pt x="793" y="413"/>
                    <a:pt x="794" y="413"/>
                  </a:cubicBezTo>
                  <a:cubicBezTo>
                    <a:pt x="797" y="414"/>
                    <a:pt x="802" y="413"/>
                    <a:pt x="805" y="413"/>
                  </a:cubicBezTo>
                  <a:cubicBezTo>
                    <a:pt x="806" y="413"/>
                    <a:pt x="810" y="412"/>
                    <a:pt x="811" y="413"/>
                  </a:cubicBezTo>
                  <a:cubicBezTo>
                    <a:pt x="812" y="414"/>
                    <a:pt x="812" y="416"/>
                    <a:pt x="811" y="417"/>
                  </a:cubicBezTo>
                  <a:cubicBezTo>
                    <a:pt x="811" y="417"/>
                    <a:pt x="810" y="418"/>
                    <a:pt x="810" y="419"/>
                  </a:cubicBezTo>
                  <a:cubicBezTo>
                    <a:pt x="809" y="419"/>
                    <a:pt x="810" y="421"/>
                    <a:pt x="810" y="422"/>
                  </a:cubicBezTo>
                  <a:cubicBezTo>
                    <a:pt x="810" y="423"/>
                    <a:pt x="811" y="424"/>
                    <a:pt x="811" y="424"/>
                  </a:cubicBezTo>
                  <a:cubicBezTo>
                    <a:pt x="811" y="424"/>
                    <a:pt x="810" y="425"/>
                    <a:pt x="810" y="425"/>
                  </a:cubicBezTo>
                  <a:cubicBezTo>
                    <a:pt x="808" y="425"/>
                    <a:pt x="805" y="424"/>
                    <a:pt x="803" y="424"/>
                  </a:cubicBezTo>
                  <a:cubicBezTo>
                    <a:pt x="802" y="424"/>
                    <a:pt x="798" y="424"/>
                    <a:pt x="797" y="425"/>
                  </a:cubicBezTo>
                  <a:cubicBezTo>
                    <a:pt x="796" y="426"/>
                    <a:pt x="794" y="429"/>
                    <a:pt x="794" y="430"/>
                  </a:cubicBezTo>
                  <a:cubicBezTo>
                    <a:pt x="794" y="432"/>
                    <a:pt x="795" y="435"/>
                    <a:pt x="795" y="436"/>
                  </a:cubicBezTo>
                  <a:cubicBezTo>
                    <a:pt x="795" y="438"/>
                    <a:pt x="794" y="441"/>
                    <a:pt x="793" y="443"/>
                  </a:cubicBezTo>
                  <a:cubicBezTo>
                    <a:pt x="793" y="444"/>
                    <a:pt x="792" y="445"/>
                    <a:pt x="791" y="446"/>
                  </a:cubicBezTo>
                  <a:cubicBezTo>
                    <a:pt x="791" y="447"/>
                    <a:pt x="790" y="450"/>
                    <a:pt x="790" y="452"/>
                  </a:cubicBezTo>
                  <a:cubicBezTo>
                    <a:pt x="789" y="453"/>
                    <a:pt x="788" y="456"/>
                    <a:pt x="787" y="458"/>
                  </a:cubicBezTo>
                  <a:cubicBezTo>
                    <a:pt x="786" y="459"/>
                    <a:pt x="784" y="461"/>
                    <a:pt x="783" y="462"/>
                  </a:cubicBezTo>
                  <a:cubicBezTo>
                    <a:pt x="783" y="462"/>
                    <a:pt x="781" y="464"/>
                    <a:pt x="781" y="465"/>
                  </a:cubicBezTo>
                  <a:cubicBezTo>
                    <a:pt x="780" y="466"/>
                    <a:pt x="778" y="468"/>
                    <a:pt x="777" y="469"/>
                  </a:cubicBezTo>
                  <a:cubicBezTo>
                    <a:pt x="777" y="470"/>
                    <a:pt x="775" y="472"/>
                    <a:pt x="775" y="473"/>
                  </a:cubicBezTo>
                  <a:cubicBezTo>
                    <a:pt x="774" y="473"/>
                    <a:pt x="772" y="474"/>
                    <a:pt x="771" y="475"/>
                  </a:cubicBezTo>
                  <a:cubicBezTo>
                    <a:pt x="771" y="476"/>
                    <a:pt x="771" y="478"/>
                    <a:pt x="771" y="479"/>
                  </a:cubicBezTo>
                  <a:cubicBezTo>
                    <a:pt x="771" y="481"/>
                    <a:pt x="770" y="484"/>
                    <a:pt x="770" y="485"/>
                  </a:cubicBezTo>
                  <a:cubicBezTo>
                    <a:pt x="769" y="486"/>
                    <a:pt x="768" y="488"/>
                    <a:pt x="767" y="489"/>
                  </a:cubicBezTo>
                  <a:cubicBezTo>
                    <a:pt x="767" y="490"/>
                    <a:pt x="765" y="489"/>
                    <a:pt x="764" y="489"/>
                  </a:cubicBezTo>
                  <a:cubicBezTo>
                    <a:pt x="762" y="490"/>
                    <a:pt x="759" y="490"/>
                    <a:pt x="758" y="489"/>
                  </a:cubicBezTo>
                  <a:cubicBezTo>
                    <a:pt x="757" y="488"/>
                    <a:pt x="755" y="486"/>
                    <a:pt x="754" y="485"/>
                  </a:cubicBezTo>
                  <a:cubicBezTo>
                    <a:pt x="753" y="485"/>
                    <a:pt x="751" y="484"/>
                    <a:pt x="749" y="484"/>
                  </a:cubicBezTo>
                  <a:cubicBezTo>
                    <a:pt x="748" y="484"/>
                    <a:pt x="746" y="485"/>
                    <a:pt x="745" y="485"/>
                  </a:cubicBezTo>
                  <a:cubicBezTo>
                    <a:pt x="744" y="486"/>
                    <a:pt x="741" y="486"/>
                    <a:pt x="740" y="487"/>
                  </a:cubicBezTo>
                  <a:cubicBezTo>
                    <a:pt x="739" y="487"/>
                    <a:pt x="737" y="488"/>
                    <a:pt x="736" y="489"/>
                  </a:cubicBezTo>
                  <a:cubicBezTo>
                    <a:pt x="736" y="490"/>
                    <a:pt x="735" y="493"/>
                    <a:pt x="735" y="494"/>
                  </a:cubicBezTo>
                  <a:cubicBezTo>
                    <a:pt x="734" y="495"/>
                    <a:pt x="732" y="498"/>
                    <a:pt x="731" y="499"/>
                  </a:cubicBezTo>
                  <a:cubicBezTo>
                    <a:pt x="730" y="500"/>
                    <a:pt x="727" y="502"/>
                    <a:pt x="726" y="503"/>
                  </a:cubicBezTo>
                  <a:cubicBezTo>
                    <a:pt x="725" y="504"/>
                    <a:pt x="724" y="507"/>
                    <a:pt x="722" y="509"/>
                  </a:cubicBezTo>
                  <a:cubicBezTo>
                    <a:pt x="721" y="510"/>
                    <a:pt x="719" y="512"/>
                    <a:pt x="718" y="513"/>
                  </a:cubicBezTo>
                  <a:cubicBezTo>
                    <a:pt x="717" y="514"/>
                    <a:pt x="716" y="517"/>
                    <a:pt x="716" y="518"/>
                  </a:cubicBezTo>
                  <a:cubicBezTo>
                    <a:pt x="715" y="519"/>
                    <a:pt x="714" y="522"/>
                    <a:pt x="714" y="523"/>
                  </a:cubicBezTo>
                  <a:cubicBezTo>
                    <a:pt x="713" y="524"/>
                    <a:pt x="711" y="526"/>
                    <a:pt x="711" y="527"/>
                  </a:cubicBezTo>
                  <a:cubicBezTo>
                    <a:pt x="710" y="528"/>
                    <a:pt x="708" y="530"/>
                    <a:pt x="708" y="531"/>
                  </a:cubicBezTo>
                  <a:cubicBezTo>
                    <a:pt x="707" y="532"/>
                    <a:pt x="707" y="534"/>
                    <a:pt x="708" y="535"/>
                  </a:cubicBezTo>
                  <a:cubicBezTo>
                    <a:pt x="708" y="536"/>
                    <a:pt x="709" y="538"/>
                    <a:pt x="709" y="540"/>
                  </a:cubicBezTo>
                  <a:cubicBezTo>
                    <a:pt x="709" y="540"/>
                    <a:pt x="709" y="542"/>
                    <a:pt x="709" y="543"/>
                  </a:cubicBezTo>
                  <a:cubicBezTo>
                    <a:pt x="709" y="543"/>
                    <a:pt x="709" y="545"/>
                    <a:pt x="710" y="545"/>
                  </a:cubicBezTo>
                  <a:cubicBezTo>
                    <a:pt x="710" y="546"/>
                    <a:pt x="712" y="546"/>
                    <a:pt x="713" y="546"/>
                  </a:cubicBezTo>
                  <a:cubicBezTo>
                    <a:pt x="714" y="547"/>
                    <a:pt x="715" y="548"/>
                    <a:pt x="716" y="548"/>
                  </a:cubicBezTo>
                  <a:cubicBezTo>
                    <a:pt x="716" y="550"/>
                    <a:pt x="714" y="552"/>
                    <a:pt x="714" y="553"/>
                  </a:cubicBezTo>
                  <a:cubicBezTo>
                    <a:pt x="713" y="554"/>
                    <a:pt x="713" y="556"/>
                    <a:pt x="714" y="557"/>
                  </a:cubicBezTo>
                  <a:cubicBezTo>
                    <a:pt x="715" y="558"/>
                    <a:pt x="717" y="558"/>
                    <a:pt x="718" y="558"/>
                  </a:cubicBezTo>
                  <a:cubicBezTo>
                    <a:pt x="719" y="558"/>
                    <a:pt x="719" y="556"/>
                    <a:pt x="720" y="556"/>
                  </a:cubicBezTo>
                  <a:cubicBezTo>
                    <a:pt x="721" y="555"/>
                    <a:pt x="723" y="556"/>
                    <a:pt x="724" y="556"/>
                  </a:cubicBezTo>
                  <a:cubicBezTo>
                    <a:pt x="725" y="556"/>
                    <a:pt x="727" y="558"/>
                    <a:pt x="727" y="558"/>
                  </a:cubicBezTo>
                  <a:cubicBezTo>
                    <a:pt x="728" y="559"/>
                    <a:pt x="728" y="562"/>
                    <a:pt x="729" y="562"/>
                  </a:cubicBezTo>
                  <a:cubicBezTo>
                    <a:pt x="730" y="564"/>
                    <a:pt x="732" y="567"/>
                    <a:pt x="733" y="568"/>
                  </a:cubicBezTo>
                  <a:cubicBezTo>
                    <a:pt x="734" y="569"/>
                    <a:pt x="737" y="570"/>
                    <a:pt x="738" y="570"/>
                  </a:cubicBezTo>
                  <a:cubicBezTo>
                    <a:pt x="739" y="570"/>
                    <a:pt x="741" y="570"/>
                    <a:pt x="742" y="571"/>
                  </a:cubicBezTo>
                  <a:cubicBezTo>
                    <a:pt x="743" y="572"/>
                    <a:pt x="744" y="574"/>
                    <a:pt x="744" y="574"/>
                  </a:cubicBezTo>
                  <a:cubicBezTo>
                    <a:pt x="746" y="575"/>
                    <a:pt x="749" y="575"/>
                    <a:pt x="750" y="576"/>
                  </a:cubicBezTo>
                  <a:cubicBezTo>
                    <a:pt x="751" y="576"/>
                    <a:pt x="752" y="577"/>
                    <a:pt x="753" y="577"/>
                  </a:cubicBezTo>
                  <a:cubicBezTo>
                    <a:pt x="754" y="578"/>
                    <a:pt x="757" y="577"/>
                    <a:pt x="759" y="578"/>
                  </a:cubicBezTo>
                  <a:cubicBezTo>
                    <a:pt x="760" y="578"/>
                    <a:pt x="761" y="580"/>
                    <a:pt x="762" y="580"/>
                  </a:cubicBezTo>
                  <a:cubicBezTo>
                    <a:pt x="763" y="582"/>
                    <a:pt x="765" y="584"/>
                    <a:pt x="765" y="585"/>
                  </a:cubicBezTo>
                  <a:cubicBezTo>
                    <a:pt x="766" y="587"/>
                    <a:pt x="766" y="590"/>
                    <a:pt x="765" y="592"/>
                  </a:cubicBezTo>
                  <a:cubicBezTo>
                    <a:pt x="765" y="592"/>
                    <a:pt x="763" y="593"/>
                    <a:pt x="762" y="593"/>
                  </a:cubicBezTo>
                  <a:cubicBezTo>
                    <a:pt x="761" y="595"/>
                    <a:pt x="761" y="598"/>
                    <a:pt x="760" y="599"/>
                  </a:cubicBezTo>
                  <a:cubicBezTo>
                    <a:pt x="760" y="600"/>
                    <a:pt x="760" y="602"/>
                    <a:pt x="759" y="603"/>
                  </a:cubicBezTo>
                  <a:cubicBezTo>
                    <a:pt x="759" y="604"/>
                    <a:pt x="757" y="606"/>
                    <a:pt x="756" y="607"/>
                  </a:cubicBezTo>
                  <a:cubicBezTo>
                    <a:pt x="756" y="607"/>
                    <a:pt x="755" y="609"/>
                    <a:pt x="754" y="610"/>
                  </a:cubicBezTo>
                  <a:cubicBezTo>
                    <a:pt x="754" y="611"/>
                    <a:pt x="753" y="614"/>
                    <a:pt x="753" y="615"/>
                  </a:cubicBezTo>
                  <a:cubicBezTo>
                    <a:pt x="752" y="616"/>
                    <a:pt x="751" y="617"/>
                    <a:pt x="751" y="618"/>
                  </a:cubicBezTo>
                  <a:cubicBezTo>
                    <a:pt x="750" y="618"/>
                    <a:pt x="747" y="619"/>
                    <a:pt x="746" y="620"/>
                  </a:cubicBezTo>
                  <a:cubicBezTo>
                    <a:pt x="745" y="621"/>
                    <a:pt x="742" y="625"/>
                    <a:pt x="741" y="626"/>
                  </a:cubicBezTo>
                  <a:cubicBezTo>
                    <a:pt x="740" y="627"/>
                    <a:pt x="738" y="629"/>
                    <a:pt x="737" y="631"/>
                  </a:cubicBezTo>
                  <a:cubicBezTo>
                    <a:pt x="736" y="632"/>
                    <a:pt x="735" y="634"/>
                    <a:pt x="735" y="635"/>
                  </a:cubicBezTo>
                  <a:cubicBezTo>
                    <a:pt x="734" y="636"/>
                    <a:pt x="733" y="639"/>
                    <a:pt x="733" y="640"/>
                  </a:cubicBezTo>
                  <a:cubicBezTo>
                    <a:pt x="733" y="642"/>
                    <a:pt x="735" y="646"/>
                    <a:pt x="735" y="648"/>
                  </a:cubicBezTo>
                  <a:cubicBezTo>
                    <a:pt x="736" y="650"/>
                    <a:pt x="738" y="654"/>
                    <a:pt x="739" y="657"/>
                  </a:cubicBezTo>
                  <a:cubicBezTo>
                    <a:pt x="740" y="659"/>
                    <a:pt x="744" y="662"/>
                    <a:pt x="744" y="664"/>
                  </a:cubicBezTo>
                  <a:cubicBezTo>
                    <a:pt x="745" y="666"/>
                    <a:pt x="744" y="670"/>
                    <a:pt x="745" y="672"/>
                  </a:cubicBezTo>
                  <a:cubicBezTo>
                    <a:pt x="746" y="674"/>
                    <a:pt x="749" y="677"/>
                    <a:pt x="750" y="678"/>
                  </a:cubicBezTo>
                  <a:cubicBezTo>
                    <a:pt x="751" y="679"/>
                    <a:pt x="754" y="680"/>
                    <a:pt x="755" y="681"/>
                  </a:cubicBezTo>
                  <a:cubicBezTo>
                    <a:pt x="757" y="681"/>
                    <a:pt x="761" y="681"/>
                    <a:pt x="763" y="681"/>
                  </a:cubicBezTo>
                  <a:cubicBezTo>
                    <a:pt x="765" y="681"/>
                    <a:pt x="770" y="681"/>
                    <a:pt x="772" y="681"/>
                  </a:cubicBezTo>
                  <a:cubicBezTo>
                    <a:pt x="774" y="681"/>
                    <a:pt x="778" y="681"/>
                    <a:pt x="779" y="681"/>
                  </a:cubicBezTo>
                  <a:cubicBezTo>
                    <a:pt x="780" y="681"/>
                    <a:pt x="782" y="682"/>
                    <a:pt x="783" y="682"/>
                  </a:cubicBezTo>
                  <a:cubicBezTo>
                    <a:pt x="784" y="683"/>
                    <a:pt x="784" y="686"/>
                    <a:pt x="785" y="687"/>
                  </a:cubicBezTo>
                  <a:cubicBezTo>
                    <a:pt x="785" y="688"/>
                    <a:pt x="783" y="690"/>
                    <a:pt x="784" y="691"/>
                  </a:cubicBezTo>
                  <a:cubicBezTo>
                    <a:pt x="784" y="693"/>
                    <a:pt x="786" y="695"/>
                    <a:pt x="787" y="696"/>
                  </a:cubicBezTo>
                  <a:cubicBezTo>
                    <a:pt x="787" y="697"/>
                    <a:pt x="788" y="700"/>
                    <a:pt x="787" y="702"/>
                  </a:cubicBezTo>
                  <a:cubicBezTo>
                    <a:pt x="787" y="703"/>
                    <a:pt x="784" y="704"/>
                    <a:pt x="784" y="706"/>
                  </a:cubicBezTo>
                  <a:cubicBezTo>
                    <a:pt x="783" y="707"/>
                    <a:pt x="784" y="709"/>
                    <a:pt x="784" y="710"/>
                  </a:cubicBezTo>
                  <a:cubicBezTo>
                    <a:pt x="784" y="712"/>
                    <a:pt x="785" y="715"/>
                    <a:pt x="785" y="717"/>
                  </a:cubicBezTo>
                  <a:cubicBezTo>
                    <a:pt x="785" y="718"/>
                    <a:pt x="784" y="722"/>
                    <a:pt x="783" y="723"/>
                  </a:cubicBezTo>
                  <a:cubicBezTo>
                    <a:pt x="783" y="723"/>
                    <a:pt x="780" y="723"/>
                    <a:pt x="779" y="724"/>
                  </a:cubicBezTo>
                  <a:cubicBezTo>
                    <a:pt x="778" y="724"/>
                    <a:pt x="776" y="725"/>
                    <a:pt x="775" y="726"/>
                  </a:cubicBezTo>
                  <a:cubicBezTo>
                    <a:pt x="774" y="726"/>
                    <a:pt x="773" y="728"/>
                    <a:pt x="773" y="729"/>
                  </a:cubicBezTo>
                  <a:cubicBezTo>
                    <a:pt x="773" y="731"/>
                    <a:pt x="774" y="734"/>
                    <a:pt x="774" y="735"/>
                  </a:cubicBezTo>
                  <a:cubicBezTo>
                    <a:pt x="775" y="738"/>
                    <a:pt x="779" y="743"/>
                    <a:pt x="779" y="746"/>
                  </a:cubicBezTo>
                  <a:cubicBezTo>
                    <a:pt x="779" y="747"/>
                    <a:pt x="778" y="750"/>
                    <a:pt x="778" y="751"/>
                  </a:cubicBezTo>
                  <a:cubicBezTo>
                    <a:pt x="777" y="752"/>
                    <a:pt x="774" y="754"/>
                    <a:pt x="772" y="755"/>
                  </a:cubicBezTo>
                  <a:cubicBezTo>
                    <a:pt x="771" y="755"/>
                    <a:pt x="768" y="756"/>
                    <a:pt x="767" y="755"/>
                  </a:cubicBezTo>
                  <a:cubicBezTo>
                    <a:pt x="766" y="755"/>
                    <a:pt x="764" y="754"/>
                    <a:pt x="762" y="753"/>
                  </a:cubicBezTo>
                  <a:cubicBezTo>
                    <a:pt x="762" y="753"/>
                    <a:pt x="760" y="753"/>
                    <a:pt x="759" y="752"/>
                  </a:cubicBezTo>
                  <a:cubicBezTo>
                    <a:pt x="758" y="752"/>
                    <a:pt x="756" y="751"/>
                    <a:pt x="754" y="750"/>
                  </a:cubicBezTo>
                  <a:cubicBezTo>
                    <a:pt x="753" y="750"/>
                    <a:pt x="752" y="749"/>
                    <a:pt x="752" y="749"/>
                  </a:cubicBezTo>
                  <a:cubicBezTo>
                    <a:pt x="751" y="748"/>
                    <a:pt x="749" y="747"/>
                    <a:pt x="748" y="746"/>
                  </a:cubicBezTo>
                  <a:cubicBezTo>
                    <a:pt x="747" y="744"/>
                    <a:pt x="747" y="741"/>
                    <a:pt x="746" y="739"/>
                  </a:cubicBezTo>
                  <a:cubicBezTo>
                    <a:pt x="745" y="737"/>
                    <a:pt x="744" y="732"/>
                    <a:pt x="743" y="730"/>
                  </a:cubicBezTo>
                  <a:cubicBezTo>
                    <a:pt x="743" y="728"/>
                    <a:pt x="741" y="726"/>
                    <a:pt x="740" y="725"/>
                  </a:cubicBezTo>
                  <a:cubicBezTo>
                    <a:pt x="739" y="724"/>
                    <a:pt x="736" y="722"/>
                    <a:pt x="735" y="722"/>
                  </a:cubicBezTo>
                  <a:cubicBezTo>
                    <a:pt x="734" y="722"/>
                    <a:pt x="731" y="722"/>
                    <a:pt x="730" y="722"/>
                  </a:cubicBezTo>
                  <a:cubicBezTo>
                    <a:pt x="728" y="722"/>
                    <a:pt x="725" y="720"/>
                    <a:pt x="724" y="720"/>
                  </a:cubicBezTo>
                  <a:cubicBezTo>
                    <a:pt x="722" y="720"/>
                    <a:pt x="718" y="721"/>
                    <a:pt x="717" y="722"/>
                  </a:cubicBezTo>
                  <a:cubicBezTo>
                    <a:pt x="715" y="723"/>
                    <a:pt x="712" y="724"/>
                    <a:pt x="710" y="725"/>
                  </a:cubicBezTo>
                  <a:cubicBezTo>
                    <a:pt x="709" y="726"/>
                    <a:pt x="708" y="728"/>
                    <a:pt x="707" y="728"/>
                  </a:cubicBezTo>
                  <a:cubicBezTo>
                    <a:pt x="705" y="729"/>
                    <a:pt x="702" y="728"/>
                    <a:pt x="700" y="728"/>
                  </a:cubicBezTo>
                  <a:cubicBezTo>
                    <a:pt x="699" y="729"/>
                    <a:pt x="698" y="731"/>
                    <a:pt x="697" y="731"/>
                  </a:cubicBezTo>
                  <a:cubicBezTo>
                    <a:pt x="696" y="731"/>
                    <a:pt x="695" y="730"/>
                    <a:pt x="694" y="729"/>
                  </a:cubicBezTo>
                  <a:cubicBezTo>
                    <a:pt x="693" y="728"/>
                    <a:pt x="693" y="726"/>
                    <a:pt x="692" y="725"/>
                  </a:cubicBezTo>
                  <a:cubicBezTo>
                    <a:pt x="692" y="724"/>
                    <a:pt x="689" y="724"/>
                    <a:pt x="688" y="724"/>
                  </a:cubicBezTo>
                  <a:cubicBezTo>
                    <a:pt x="687" y="724"/>
                    <a:pt x="683" y="724"/>
                    <a:pt x="681" y="724"/>
                  </a:cubicBezTo>
                  <a:cubicBezTo>
                    <a:pt x="680" y="725"/>
                    <a:pt x="679" y="727"/>
                    <a:pt x="678" y="728"/>
                  </a:cubicBezTo>
                  <a:cubicBezTo>
                    <a:pt x="677" y="729"/>
                    <a:pt x="675" y="730"/>
                    <a:pt x="674" y="730"/>
                  </a:cubicBezTo>
                  <a:cubicBezTo>
                    <a:pt x="673" y="731"/>
                    <a:pt x="673" y="732"/>
                    <a:pt x="673" y="733"/>
                  </a:cubicBezTo>
                  <a:cubicBezTo>
                    <a:pt x="672" y="734"/>
                    <a:pt x="673" y="737"/>
                    <a:pt x="672" y="738"/>
                  </a:cubicBezTo>
                  <a:cubicBezTo>
                    <a:pt x="672" y="739"/>
                    <a:pt x="671" y="740"/>
                    <a:pt x="670" y="740"/>
                  </a:cubicBezTo>
                  <a:cubicBezTo>
                    <a:pt x="670" y="741"/>
                    <a:pt x="668" y="742"/>
                    <a:pt x="667" y="744"/>
                  </a:cubicBezTo>
                  <a:cubicBezTo>
                    <a:pt x="667" y="744"/>
                    <a:pt x="668" y="746"/>
                    <a:pt x="667" y="747"/>
                  </a:cubicBezTo>
                  <a:cubicBezTo>
                    <a:pt x="667" y="748"/>
                    <a:pt x="666" y="751"/>
                    <a:pt x="665" y="751"/>
                  </a:cubicBezTo>
                  <a:cubicBezTo>
                    <a:pt x="664" y="752"/>
                    <a:pt x="661" y="752"/>
                    <a:pt x="660" y="753"/>
                  </a:cubicBezTo>
                  <a:cubicBezTo>
                    <a:pt x="659" y="753"/>
                    <a:pt x="657" y="756"/>
                    <a:pt x="656" y="757"/>
                  </a:cubicBezTo>
                  <a:cubicBezTo>
                    <a:pt x="656" y="759"/>
                    <a:pt x="657" y="762"/>
                    <a:pt x="657" y="764"/>
                  </a:cubicBezTo>
                  <a:cubicBezTo>
                    <a:pt x="657" y="766"/>
                    <a:pt x="655" y="770"/>
                    <a:pt x="655" y="772"/>
                  </a:cubicBezTo>
                  <a:cubicBezTo>
                    <a:pt x="655" y="774"/>
                    <a:pt x="655" y="777"/>
                    <a:pt x="655" y="779"/>
                  </a:cubicBezTo>
                  <a:cubicBezTo>
                    <a:pt x="654" y="780"/>
                    <a:pt x="652" y="782"/>
                    <a:pt x="652" y="783"/>
                  </a:cubicBezTo>
                  <a:cubicBezTo>
                    <a:pt x="651" y="785"/>
                    <a:pt x="652" y="788"/>
                    <a:pt x="652" y="790"/>
                  </a:cubicBezTo>
                  <a:cubicBezTo>
                    <a:pt x="651" y="791"/>
                    <a:pt x="651" y="794"/>
                    <a:pt x="650" y="796"/>
                  </a:cubicBezTo>
                  <a:cubicBezTo>
                    <a:pt x="649" y="797"/>
                    <a:pt x="648" y="798"/>
                    <a:pt x="647" y="799"/>
                  </a:cubicBezTo>
                  <a:cubicBezTo>
                    <a:pt x="646" y="800"/>
                    <a:pt x="642" y="800"/>
                    <a:pt x="641" y="801"/>
                  </a:cubicBezTo>
                  <a:cubicBezTo>
                    <a:pt x="640" y="801"/>
                    <a:pt x="637" y="800"/>
                    <a:pt x="636" y="801"/>
                  </a:cubicBezTo>
                  <a:cubicBezTo>
                    <a:pt x="636" y="802"/>
                    <a:pt x="636" y="803"/>
                    <a:pt x="636" y="804"/>
                  </a:cubicBezTo>
                  <a:cubicBezTo>
                    <a:pt x="635" y="805"/>
                    <a:pt x="633" y="807"/>
                    <a:pt x="632" y="807"/>
                  </a:cubicBezTo>
                  <a:cubicBezTo>
                    <a:pt x="631" y="808"/>
                    <a:pt x="628" y="809"/>
                    <a:pt x="626" y="809"/>
                  </a:cubicBezTo>
                  <a:cubicBezTo>
                    <a:pt x="625" y="809"/>
                    <a:pt x="623" y="808"/>
                    <a:pt x="622" y="807"/>
                  </a:cubicBezTo>
                  <a:cubicBezTo>
                    <a:pt x="621" y="807"/>
                    <a:pt x="617" y="807"/>
                    <a:pt x="616" y="807"/>
                  </a:cubicBezTo>
                  <a:cubicBezTo>
                    <a:pt x="615" y="806"/>
                    <a:pt x="612" y="805"/>
                    <a:pt x="611" y="804"/>
                  </a:cubicBezTo>
                  <a:cubicBezTo>
                    <a:pt x="610" y="803"/>
                    <a:pt x="609" y="801"/>
                    <a:pt x="609" y="799"/>
                  </a:cubicBezTo>
                  <a:cubicBezTo>
                    <a:pt x="609" y="798"/>
                    <a:pt x="612" y="797"/>
                    <a:pt x="612" y="796"/>
                  </a:cubicBezTo>
                  <a:cubicBezTo>
                    <a:pt x="612" y="794"/>
                    <a:pt x="610" y="791"/>
                    <a:pt x="609" y="790"/>
                  </a:cubicBezTo>
                  <a:cubicBezTo>
                    <a:pt x="608" y="788"/>
                    <a:pt x="605" y="788"/>
                    <a:pt x="604" y="787"/>
                  </a:cubicBezTo>
                  <a:cubicBezTo>
                    <a:pt x="602" y="786"/>
                    <a:pt x="599" y="785"/>
                    <a:pt x="597" y="784"/>
                  </a:cubicBezTo>
                  <a:cubicBezTo>
                    <a:pt x="596" y="784"/>
                    <a:pt x="594" y="786"/>
                    <a:pt x="593" y="786"/>
                  </a:cubicBezTo>
                  <a:cubicBezTo>
                    <a:pt x="592" y="786"/>
                    <a:pt x="590" y="786"/>
                    <a:pt x="589" y="786"/>
                  </a:cubicBezTo>
                  <a:cubicBezTo>
                    <a:pt x="588" y="787"/>
                    <a:pt x="587" y="789"/>
                    <a:pt x="586" y="790"/>
                  </a:cubicBezTo>
                  <a:cubicBezTo>
                    <a:pt x="585" y="791"/>
                    <a:pt x="582" y="792"/>
                    <a:pt x="580" y="793"/>
                  </a:cubicBezTo>
                  <a:cubicBezTo>
                    <a:pt x="579" y="793"/>
                    <a:pt x="576" y="793"/>
                    <a:pt x="575" y="793"/>
                  </a:cubicBezTo>
                  <a:cubicBezTo>
                    <a:pt x="573" y="793"/>
                    <a:pt x="571" y="794"/>
                    <a:pt x="570" y="795"/>
                  </a:cubicBezTo>
                  <a:cubicBezTo>
                    <a:pt x="569" y="795"/>
                    <a:pt x="568" y="797"/>
                    <a:pt x="567" y="798"/>
                  </a:cubicBezTo>
                  <a:cubicBezTo>
                    <a:pt x="565" y="798"/>
                    <a:pt x="563" y="799"/>
                    <a:pt x="561" y="799"/>
                  </a:cubicBezTo>
                  <a:cubicBezTo>
                    <a:pt x="560" y="799"/>
                    <a:pt x="558" y="798"/>
                    <a:pt x="557" y="798"/>
                  </a:cubicBezTo>
                  <a:cubicBezTo>
                    <a:pt x="555" y="798"/>
                    <a:pt x="553" y="798"/>
                    <a:pt x="552" y="798"/>
                  </a:cubicBezTo>
                  <a:cubicBezTo>
                    <a:pt x="550" y="798"/>
                    <a:pt x="547" y="799"/>
                    <a:pt x="546" y="798"/>
                  </a:cubicBezTo>
                  <a:cubicBezTo>
                    <a:pt x="545" y="798"/>
                    <a:pt x="545" y="796"/>
                    <a:pt x="544" y="796"/>
                  </a:cubicBezTo>
                  <a:cubicBezTo>
                    <a:pt x="544" y="795"/>
                    <a:pt x="544" y="793"/>
                    <a:pt x="543" y="792"/>
                  </a:cubicBezTo>
                  <a:cubicBezTo>
                    <a:pt x="543" y="791"/>
                    <a:pt x="541" y="790"/>
                    <a:pt x="539" y="790"/>
                  </a:cubicBezTo>
                  <a:cubicBezTo>
                    <a:pt x="539" y="790"/>
                    <a:pt x="537" y="791"/>
                    <a:pt x="536" y="791"/>
                  </a:cubicBezTo>
                  <a:cubicBezTo>
                    <a:pt x="535" y="792"/>
                    <a:pt x="533" y="793"/>
                    <a:pt x="533" y="793"/>
                  </a:cubicBezTo>
                  <a:cubicBezTo>
                    <a:pt x="532" y="794"/>
                    <a:pt x="531" y="796"/>
                    <a:pt x="530" y="797"/>
                  </a:cubicBezTo>
                  <a:cubicBezTo>
                    <a:pt x="529" y="797"/>
                    <a:pt x="528" y="797"/>
                    <a:pt x="527" y="797"/>
                  </a:cubicBezTo>
                  <a:cubicBezTo>
                    <a:pt x="526" y="797"/>
                    <a:pt x="525" y="798"/>
                    <a:pt x="524" y="799"/>
                  </a:cubicBezTo>
                  <a:cubicBezTo>
                    <a:pt x="523" y="799"/>
                    <a:pt x="521" y="802"/>
                    <a:pt x="520" y="802"/>
                  </a:cubicBezTo>
                  <a:cubicBezTo>
                    <a:pt x="518" y="803"/>
                    <a:pt x="515" y="804"/>
                    <a:pt x="513" y="804"/>
                  </a:cubicBezTo>
                  <a:cubicBezTo>
                    <a:pt x="511" y="804"/>
                    <a:pt x="506" y="803"/>
                    <a:pt x="504" y="804"/>
                  </a:cubicBezTo>
                  <a:cubicBezTo>
                    <a:pt x="504" y="804"/>
                    <a:pt x="503" y="806"/>
                    <a:pt x="502" y="806"/>
                  </a:cubicBezTo>
                  <a:cubicBezTo>
                    <a:pt x="501" y="807"/>
                    <a:pt x="499" y="807"/>
                    <a:pt x="498" y="807"/>
                  </a:cubicBezTo>
                  <a:cubicBezTo>
                    <a:pt x="497" y="808"/>
                    <a:pt x="497" y="811"/>
                    <a:pt x="496" y="812"/>
                  </a:cubicBezTo>
                  <a:cubicBezTo>
                    <a:pt x="495" y="813"/>
                    <a:pt x="493" y="814"/>
                    <a:pt x="492" y="814"/>
                  </a:cubicBezTo>
                  <a:cubicBezTo>
                    <a:pt x="491" y="815"/>
                    <a:pt x="488" y="818"/>
                    <a:pt x="487" y="819"/>
                  </a:cubicBezTo>
                  <a:cubicBezTo>
                    <a:pt x="487" y="820"/>
                    <a:pt x="486" y="822"/>
                    <a:pt x="485" y="823"/>
                  </a:cubicBezTo>
                  <a:cubicBezTo>
                    <a:pt x="485" y="823"/>
                    <a:pt x="483" y="824"/>
                    <a:pt x="482" y="824"/>
                  </a:cubicBezTo>
                  <a:cubicBezTo>
                    <a:pt x="480" y="826"/>
                    <a:pt x="475" y="827"/>
                    <a:pt x="473" y="829"/>
                  </a:cubicBezTo>
                  <a:cubicBezTo>
                    <a:pt x="472" y="829"/>
                    <a:pt x="471" y="832"/>
                    <a:pt x="470" y="833"/>
                  </a:cubicBezTo>
                  <a:cubicBezTo>
                    <a:pt x="469" y="834"/>
                    <a:pt x="467" y="837"/>
                    <a:pt x="467" y="838"/>
                  </a:cubicBezTo>
                  <a:cubicBezTo>
                    <a:pt x="466" y="839"/>
                    <a:pt x="463" y="842"/>
                    <a:pt x="462" y="844"/>
                  </a:cubicBezTo>
                  <a:cubicBezTo>
                    <a:pt x="460" y="843"/>
                    <a:pt x="459" y="843"/>
                    <a:pt x="458" y="842"/>
                  </a:cubicBezTo>
                  <a:cubicBezTo>
                    <a:pt x="455" y="841"/>
                    <a:pt x="449" y="838"/>
                    <a:pt x="446" y="837"/>
                  </a:cubicBezTo>
                  <a:cubicBezTo>
                    <a:pt x="444" y="835"/>
                    <a:pt x="441" y="832"/>
                    <a:pt x="439" y="830"/>
                  </a:cubicBezTo>
                  <a:cubicBezTo>
                    <a:pt x="438" y="829"/>
                    <a:pt x="435" y="828"/>
                    <a:pt x="434" y="827"/>
                  </a:cubicBezTo>
                  <a:cubicBezTo>
                    <a:pt x="433" y="827"/>
                    <a:pt x="432" y="825"/>
                    <a:pt x="431" y="824"/>
                  </a:cubicBezTo>
                  <a:cubicBezTo>
                    <a:pt x="430" y="823"/>
                    <a:pt x="430" y="821"/>
                    <a:pt x="430" y="820"/>
                  </a:cubicBezTo>
                  <a:cubicBezTo>
                    <a:pt x="429" y="819"/>
                    <a:pt x="430" y="817"/>
                    <a:pt x="430" y="817"/>
                  </a:cubicBezTo>
                  <a:cubicBezTo>
                    <a:pt x="431" y="816"/>
                    <a:pt x="434" y="815"/>
                    <a:pt x="435" y="814"/>
                  </a:cubicBezTo>
                  <a:cubicBezTo>
                    <a:pt x="437" y="814"/>
                    <a:pt x="439" y="812"/>
                    <a:pt x="441" y="810"/>
                  </a:cubicBezTo>
                  <a:cubicBezTo>
                    <a:pt x="442" y="809"/>
                    <a:pt x="444" y="807"/>
                    <a:pt x="445" y="805"/>
                  </a:cubicBezTo>
                  <a:cubicBezTo>
                    <a:pt x="446" y="804"/>
                    <a:pt x="448" y="802"/>
                    <a:pt x="449" y="801"/>
                  </a:cubicBezTo>
                  <a:cubicBezTo>
                    <a:pt x="450" y="800"/>
                    <a:pt x="453" y="799"/>
                    <a:pt x="454" y="798"/>
                  </a:cubicBezTo>
                  <a:cubicBezTo>
                    <a:pt x="455" y="797"/>
                    <a:pt x="455" y="795"/>
                    <a:pt x="455" y="794"/>
                  </a:cubicBezTo>
                  <a:cubicBezTo>
                    <a:pt x="455" y="793"/>
                    <a:pt x="455" y="791"/>
                    <a:pt x="455" y="790"/>
                  </a:cubicBezTo>
                  <a:cubicBezTo>
                    <a:pt x="456" y="789"/>
                    <a:pt x="459" y="788"/>
                    <a:pt x="459" y="787"/>
                  </a:cubicBezTo>
                  <a:cubicBezTo>
                    <a:pt x="460" y="786"/>
                    <a:pt x="461" y="784"/>
                    <a:pt x="461" y="782"/>
                  </a:cubicBezTo>
                  <a:cubicBezTo>
                    <a:pt x="462" y="781"/>
                    <a:pt x="464" y="779"/>
                    <a:pt x="463" y="777"/>
                  </a:cubicBezTo>
                  <a:cubicBezTo>
                    <a:pt x="463" y="776"/>
                    <a:pt x="461" y="774"/>
                    <a:pt x="461" y="773"/>
                  </a:cubicBezTo>
                  <a:cubicBezTo>
                    <a:pt x="460" y="773"/>
                    <a:pt x="458" y="773"/>
                    <a:pt x="458" y="772"/>
                  </a:cubicBezTo>
                  <a:cubicBezTo>
                    <a:pt x="457" y="771"/>
                    <a:pt x="455" y="769"/>
                    <a:pt x="455" y="768"/>
                  </a:cubicBezTo>
                  <a:cubicBezTo>
                    <a:pt x="455" y="767"/>
                    <a:pt x="455" y="764"/>
                    <a:pt x="455" y="762"/>
                  </a:cubicBezTo>
                  <a:cubicBezTo>
                    <a:pt x="456" y="761"/>
                    <a:pt x="458" y="759"/>
                    <a:pt x="459" y="758"/>
                  </a:cubicBezTo>
                  <a:cubicBezTo>
                    <a:pt x="459" y="756"/>
                    <a:pt x="458" y="753"/>
                    <a:pt x="458" y="751"/>
                  </a:cubicBezTo>
                  <a:cubicBezTo>
                    <a:pt x="458" y="750"/>
                    <a:pt x="460" y="748"/>
                    <a:pt x="460" y="746"/>
                  </a:cubicBezTo>
                  <a:cubicBezTo>
                    <a:pt x="460" y="745"/>
                    <a:pt x="459" y="744"/>
                    <a:pt x="458" y="744"/>
                  </a:cubicBezTo>
                  <a:cubicBezTo>
                    <a:pt x="458" y="743"/>
                    <a:pt x="457" y="741"/>
                    <a:pt x="456" y="741"/>
                  </a:cubicBezTo>
                  <a:cubicBezTo>
                    <a:pt x="454" y="740"/>
                    <a:pt x="451" y="741"/>
                    <a:pt x="450" y="740"/>
                  </a:cubicBezTo>
                  <a:cubicBezTo>
                    <a:pt x="449" y="740"/>
                    <a:pt x="447" y="738"/>
                    <a:pt x="446" y="737"/>
                  </a:cubicBezTo>
                  <a:cubicBezTo>
                    <a:pt x="446" y="736"/>
                    <a:pt x="445" y="733"/>
                    <a:pt x="445" y="731"/>
                  </a:cubicBezTo>
                  <a:cubicBezTo>
                    <a:pt x="445" y="730"/>
                    <a:pt x="447" y="728"/>
                    <a:pt x="447" y="726"/>
                  </a:cubicBezTo>
                  <a:cubicBezTo>
                    <a:pt x="447" y="725"/>
                    <a:pt x="447" y="722"/>
                    <a:pt x="448" y="721"/>
                  </a:cubicBezTo>
                  <a:cubicBezTo>
                    <a:pt x="448" y="720"/>
                    <a:pt x="450" y="718"/>
                    <a:pt x="450" y="717"/>
                  </a:cubicBezTo>
                  <a:cubicBezTo>
                    <a:pt x="451" y="716"/>
                    <a:pt x="449" y="713"/>
                    <a:pt x="449" y="712"/>
                  </a:cubicBezTo>
                  <a:cubicBezTo>
                    <a:pt x="448" y="711"/>
                    <a:pt x="446" y="709"/>
                    <a:pt x="444" y="709"/>
                  </a:cubicBezTo>
                  <a:cubicBezTo>
                    <a:pt x="443" y="708"/>
                    <a:pt x="440" y="709"/>
                    <a:pt x="438" y="709"/>
                  </a:cubicBezTo>
                  <a:cubicBezTo>
                    <a:pt x="437" y="709"/>
                    <a:pt x="434" y="710"/>
                    <a:pt x="433" y="710"/>
                  </a:cubicBezTo>
                  <a:cubicBezTo>
                    <a:pt x="432" y="710"/>
                    <a:pt x="430" y="709"/>
                    <a:pt x="429" y="709"/>
                  </a:cubicBezTo>
                  <a:cubicBezTo>
                    <a:pt x="427" y="708"/>
                    <a:pt x="424" y="705"/>
                    <a:pt x="423" y="704"/>
                  </a:cubicBezTo>
                  <a:cubicBezTo>
                    <a:pt x="422" y="703"/>
                    <a:pt x="420" y="700"/>
                    <a:pt x="419" y="699"/>
                  </a:cubicBezTo>
                  <a:cubicBezTo>
                    <a:pt x="418" y="698"/>
                    <a:pt x="416" y="697"/>
                    <a:pt x="415" y="697"/>
                  </a:cubicBezTo>
                  <a:cubicBezTo>
                    <a:pt x="414" y="697"/>
                    <a:pt x="412" y="698"/>
                    <a:pt x="411" y="699"/>
                  </a:cubicBezTo>
                  <a:cubicBezTo>
                    <a:pt x="410" y="699"/>
                    <a:pt x="408" y="701"/>
                    <a:pt x="406" y="702"/>
                  </a:cubicBezTo>
                  <a:cubicBezTo>
                    <a:pt x="406" y="702"/>
                    <a:pt x="404" y="703"/>
                    <a:pt x="403" y="703"/>
                  </a:cubicBezTo>
                  <a:cubicBezTo>
                    <a:pt x="401" y="704"/>
                    <a:pt x="397" y="707"/>
                    <a:pt x="395" y="708"/>
                  </a:cubicBezTo>
                  <a:cubicBezTo>
                    <a:pt x="394" y="708"/>
                    <a:pt x="391" y="710"/>
                    <a:pt x="390" y="710"/>
                  </a:cubicBezTo>
                  <a:cubicBezTo>
                    <a:pt x="389" y="709"/>
                    <a:pt x="387" y="707"/>
                    <a:pt x="386" y="706"/>
                  </a:cubicBezTo>
                  <a:cubicBezTo>
                    <a:pt x="384" y="705"/>
                    <a:pt x="381" y="704"/>
                    <a:pt x="379" y="704"/>
                  </a:cubicBezTo>
                  <a:cubicBezTo>
                    <a:pt x="377" y="704"/>
                    <a:pt x="374" y="704"/>
                    <a:pt x="372" y="705"/>
                  </a:cubicBezTo>
                  <a:cubicBezTo>
                    <a:pt x="371" y="705"/>
                    <a:pt x="369" y="706"/>
                    <a:pt x="368" y="706"/>
                  </a:cubicBezTo>
                  <a:cubicBezTo>
                    <a:pt x="367" y="707"/>
                    <a:pt x="368" y="711"/>
                    <a:pt x="366" y="711"/>
                  </a:cubicBezTo>
                  <a:cubicBezTo>
                    <a:pt x="366" y="712"/>
                    <a:pt x="364" y="711"/>
                    <a:pt x="363" y="711"/>
                  </a:cubicBezTo>
                  <a:cubicBezTo>
                    <a:pt x="361" y="710"/>
                    <a:pt x="360" y="707"/>
                    <a:pt x="359" y="705"/>
                  </a:cubicBezTo>
                  <a:cubicBezTo>
                    <a:pt x="358" y="703"/>
                    <a:pt x="358" y="698"/>
                    <a:pt x="357" y="696"/>
                  </a:cubicBezTo>
                  <a:cubicBezTo>
                    <a:pt x="357" y="695"/>
                    <a:pt x="355" y="693"/>
                    <a:pt x="354" y="693"/>
                  </a:cubicBezTo>
                  <a:cubicBezTo>
                    <a:pt x="353" y="693"/>
                    <a:pt x="351" y="693"/>
                    <a:pt x="350" y="694"/>
                  </a:cubicBezTo>
                  <a:cubicBezTo>
                    <a:pt x="349" y="694"/>
                    <a:pt x="347" y="697"/>
                    <a:pt x="345" y="697"/>
                  </a:cubicBezTo>
                  <a:cubicBezTo>
                    <a:pt x="344" y="698"/>
                    <a:pt x="341" y="698"/>
                    <a:pt x="340" y="697"/>
                  </a:cubicBezTo>
                  <a:cubicBezTo>
                    <a:pt x="338" y="697"/>
                    <a:pt x="336" y="695"/>
                    <a:pt x="334" y="695"/>
                  </a:cubicBezTo>
                  <a:cubicBezTo>
                    <a:pt x="333" y="694"/>
                    <a:pt x="330" y="692"/>
                    <a:pt x="329" y="692"/>
                  </a:cubicBezTo>
                  <a:cubicBezTo>
                    <a:pt x="327" y="692"/>
                    <a:pt x="323" y="692"/>
                    <a:pt x="322" y="692"/>
                  </a:cubicBezTo>
                  <a:cubicBezTo>
                    <a:pt x="320" y="691"/>
                    <a:pt x="318" y="690"/>
                    <a:pt x="317" y="690"/>
                  </a:cubicBezTo>
                  <a:cubicBezTo>
                    <a:pt x="316" y="689"/>
                    <a:pt x="313" y="687"/>
                    <a:pt x="312" y="686"/>
                  </a:cubicBezTo>
                  <a:cubicBezTo>
                    <a:pt x="312" y="685"/>
                    <a:pt x="312" y="683"/>
                    <a:pt x="311" y="683"/>
                  </a:cubicBezTo>
                  <a:cubicBezTo>
                    <a:pt x="310" y="682"/>
                    <a:pt x="307" y="680"/>
                    <a:pt x="305" y="680"/>
                  </a:cubicBezTo>
                  <a:cubicBezTo>
                    <a:pt x="304" y="679"/>
                    <a:pt x="301" y="680"/>
                    <a:pt x="299" y="680"/>
                  </a:cubicBezTo>
                  <a:cubicBezTo>
                    <a:pt x="299" y="680"/>
                    <a:pt x="297" y="681"/>
                    <a:pt x="296" y="682"/>
                  </a:cubicBezTo>
                  <a:cubicBezTo>
                    <a:pt x="295" y="683"/>
                    <a:pt x="294" y="687"/>
                    <a:pt x="293" y="688"/>
                  </a:cubicBezTo>
                  <a:cubicBezTo>
                    <a:pt x="292" y="688"/>
                    <a:pt x="290" y="689"/>
                    <a:pt x="289" y="689"/>
                  </a:cubicBezTo>
                  <a:cubicBezTo>
                    <a:pt x="287" y="690"/>
                    <a:pt x="285" y="692"/>
                    <a:pt x="284" y="692"/>
                  </a:cubicBezTo>
                  <a:cubicBezTo>
                    <a:pt x="282" y="693"/>
                    <a:pt x="279" y="693"/>
                    <a:pt x="278" y="692"/>
                  </a:cubicBezTo>
                  <a:cubicBezTo>
                    <a:pt x="276" y="692"/>
                    <a:pt x="274" y="691"/>
                    <a:pt x="272" y="691"/>
                  </a:cubicBezTo>
                  <a:cubicBezTo>
                    <a:pt x="271" y="690"/>
                    <a:pt x="268" y="689"/>
                    <a:pt x="267" y="688"/>
                  </a:cubicBezTo>
                  <a:cubicBezTo>
                    <a:pt x="266" y="688"/>
                    <a:pt x="263" y="687"/>
                    <a:pt x="262" y="686"/>
                  </a:cubicBezTo>
                  <a:cubicBezTo>
                    <a:pt x="262" y="685"/>
                    <a:pt x="262" y="683"/>
                    <a:pt x="262" y="682"/>
                  </a:cubicBezTo>
                  <a:cubicBezTo>
                    <a:pt x="261" y="680"/>
                    <a:pt x="260" y="677"/>
                    <a:pt x="259" y="676"/>
                  </a:cubicBezTo>
                  <a:cubicBezTo>
                    <a:pt x="259" y="676"/>
                    <a:pt x="257" y="675"/>
                    <a:pt x="257" y="675"/>
                  </a:cubicBezTo>
                  <a:cubicBezTo>
                    <a:pt x="256" y="676"/>
                    <a:pt x="255" y="677"/>
                    <a:pt x="254" y="678"/>
                  </a:cubicBezTo>
                  <a:cubicBezTo>
                    <a:pt x="254" y="679"/>
                    <a:pt x="253" y="682"/>
                    <a:pt x="253" y="683"/>
                  </a:cubicBezTo>
                  <a:cubicBezTo>
                    <a:pt x="252" y="684"/>
                    <a:pt x="250" y="686"/>
                    <a:pt x="249" y="686"/>
                  </a:cubicBezTo>
                  <a:cubicBezTo>
                    <a:pt x="248" y="686"/>
                    <a:pt x="245" y="686"/>
                    <a:pt x="243" y="685"/>
                  </a:cubicBezTo>
                  <a:cubicBezTo>
                    <a:pt x="241" y="684"/>
                    <a:pt x="239" y="681"/>
                    <a:pt x="237" y="680"/>
                  </a:cubicBezTo>
                  <a:cubicBezTo>
                    <a:pt x="236" y="679"/>
                    <a:pt x="233" y="678"/>
                    <a:pt x="231" y="677"/>
                  </a:cubicBezTo>
                  <a:cubicBezTo>
                    <a:pt x="229" y="676"/>
                    <a:pt x="225" y="675"/>
                    <a:pt x="223" y="673"/>
                  </a:cubicBezTo>
                  <a:cubicBezTo>
                    <a:pt x="222" y="672"/>
                    <a:pt x="220" y="670"/>
                    <a:pt x="219" y="670"/>
                  </a:cubicBezTo>
                  <a:cubicBezTo>
                    <a:pt x="217" y="669"/>
                    <a:pt x="213" y="667"/>
                    <a:pt x="211" y="667"/>
                  </a:cubicBezTo>
                  <a:cubicBezTo>
                    <a:pt x="209" y="667"/>
                    <a:pt x="206" y="667"/>
                    <a:pt x="204" y="668"/>
                  </a:cubicBezTo>
                  <a:cubicBezTo>
                    <a:pt x="204" y="669"/>
                    <a:pt x="204" y="672"/>
                    <a:pt x="204" y="673"/>
                  </a:cubicBezTo>
                  <a:cubicBezTo>
                    <a:pt x="203" y="674"/>
                    <a:pt x="200" y="676"/>
                    <a:pt x="199" y="677"/>
                  </a:cubicBezTo>
                  <a:cubicBezTo>
                    <a:pt x="198" y="677"/>
                    <a:pt x="195" y="676"/>
                    <a:pt x="194" y="675"/>
                  </a:cubicBezTo>
                  <a:cubicBezTo>
                    <a:pt x="193" y="675"/>
                    <a:pt x="191" y="674"/>
                    <a:pt x="190" y="674"/>
                  </a:cubicBezTo>
                  <a:cubicBezTo>
                    <a:pt x="189" y="674"/>
                    <a:pt x="187" y="674"/>
                    <a:pt x="186" y="674"/>
                  </a:cubicBezTo>
                  <a:cubicBezTo>
                    <a:pt x="184" y="674"/>
                    <a:pt x="182" y="673"/>
                    <a:pt x="181" y="673"/>
                  </a:cubicBezTo>
                  <a:cubicBezTo>
                    <a:pt x="180" y="673"/>
                    <a:pt x="179" y="675"/>
                    <a:pt x="179" y="675"/>
                  </a:cubicBezTo>
                  <a:cubicBezTo>
                    <a:pt x="178" y="675"/>
                    <a:pt x="175" y="674"/>
                    <a:pt x="174" y="673"/>
                  </a:cubicBezTo>
                  <a:cubicBezTo>
                    <a:pt x="172" y="672"/>
                    <a:pt x="170" y="668"/>
                    <a:pt x="168" y="667"/>
                  </a:cubicBezTo>
                  <a:cubicBezTo>
                    <a:pt x="167" y="666"/>
                    <a:pt x="163" y="665"/>
                    <a:pt x="161" y="664"/>
                  </a:cubicBezTo>
                  <a:cubicBezTo>
                    <a:pt x="160" y="664"/>
                    <a:pt x="157" y="663"/>
                    <a:pt x="156" y="663"/>
                  </a:cubicBezTo>
                  <a:cubicBezTo>
                    <a:pt x="153" y="662"/>
                    <a:pt x="148" y="662"/>
                    <a:pt x="146" y="661"/>
                  </a:cubicBezTo>
                  <a:cubicBezTo>
                    <a:pt x="144" y="660"/>
                    <a:pt x="141" y="658"/>
                    <a:pt x="140" y="657"/>
                  </a:cubicBezTo>
                  <a:cubicBezTo>
                    <a:pt x="138" y="656"/>
                    <a:pt x="135" y="653"/>
                    <a:pt x="133" y="652"/>
                  </a:cubicBezTo>
                  <a:cubicBezTo>
                    <a:pt x="132" y="651"/>
                    <a:pt x="129" y="650"/>
                    <a:pt x="128" y="650"/>
                  </a:cubicBezTo>
                  <a:cubicBezTo>
                    <a:pt x="127" y="650"/>
                    <a:pt x="124" y="650"/>
                    <a:pt x="123" y="650"/>
                  </a:cubicBezTo>
                  <a:cubicBezTo>
                    <a:pt x="122" y="650"/>
                    <a:pt x="119" y="651"/>
                    <a:pt x="118" y="652"/>
                  </a:cubicBezTo>
                  <a:cubicBezTo>
                    <a:pt x="118" y="653"/>
                    <a:pt x="117" y="654"/>
                    <a:pt x="117" y="655"/>
                  </a:cubicBezTo>
                  <a:cubicBezTo>
                    <a:pt x="117" y="657"/>
                    <a:pt x="119" y="659"/>
                    <a:pt x="119" y="660"/>
                  </a:cubicBezTo>
                  <a:cubicBezTo>
                    <a:pt x="119" y="661"/>
                    <a:pt x="117" y="662"/>
                    <a:pt x="116" y="662"/>
                  </a:cubicBezTo>
                  <a:cubicBezTo>
                    <a:pt x="115" y="662"/>
                    <a:pt x="113" y="661"/>
                    <a:pt x="113" y="660"/>
                  </a:cubicBezTo>
                  <a:cubicBezTo>
                    <a:pt x="112" y="660"/>
                    <a:pt x="110" y="658"/>
                    <a:pt x="109" y="657"/>
                  </a:cubicBezTo>
                  <a:cubicBezTo>
                    <a:pt x="108" y="656"/>
                    <a:pt x="104" y="656"/>
                    <a:pt x="103" y="654"/>
                  </a:cubicBezTo>
                  <a:cubicBezTo>
                    <a:pt x="102" y="654"/>
                    <a:pt x="101" y="652"/>
                    <a:pt x="100" y="651"/>
                  </a:cubicBezTo>
                  <a:cubicBezTo>
                    <a:pt x="99" y="650"/>
                    <a:pt x="98" y="648"/>
                    <a:pt x="97" y="648"/>
                  </a:cubicBezTo>
                  <a:cubicBezTo>
                    <a:pt x="96" y="646"/>
                    <a:pt x="93" y="643"/>
                    <a:pt x="91" y="642"/>
                  </a:cubicBezTo>
                  <a:cubicBezTo>
                    <a:pt x="90" y="640"/>
                    <a:pt x="86" y="639"/>
                    <a:pt x="85" y="638"/>
                  </a:cubicBezTo>
                  <a:cubicBezTo>
                    <a:pt x="84" y="637"/>
                    <a:pt x="82" y="634"/>
                    <a:pt x="82" y="633"/>
                  </a:cubicBezTo>
                  <a:cubicBezTo>
                    <a:pt x="81" y="631"/>
                    <a:pt x="82" y="627"/>
                    <a:pt x="81" y="625"/>
                  </a:cubicBezTo>
                  <a:cubicBezTo>
                    <a:pt x="80" y="624"/>
                    <a:pt x="78" y="621"/>
                    <a:pt x="77" y="620"/>
                  </a:cubicBezTo>
                  <a:cubicBezTo>
                    <a:pt x="76" y="619"/>
                    <a:pt x="75" y="617"/>
                    <a:pt x="74" y="616"/>
                  </a:cubicBezTo>
                  <a:cubicBezTo>
                    <a:pt x="73" y="614"/>
                    <a:pt x="72" y="611"/>
                    <a:pt x="71" y="610"/>
                  </a:cubicBezTo>
                  <a:cubicBezTo>
                    <a:pt x="70" y="609"/>
                    <a:pt x="68" y="609"/>
                    <a:pt x="67" y="608"/>
                  </a:cubicBezTo>
                  <a:cubicBezTo>
                    <a:pt x="66" y="607"/>
                    <a:pt x="65" y="607"/>
                    <a:pt x="64" y="606"/>
                  </a:cubicBezTo>
                  <a:cubicBezTo>
                    <a:pt x="64" y="605"/>
                    <a:pt x="63" y="604"/>
                    <a:pt x="63" y="603"/>
                  </a:cubicBezTo>
                  <a:cubicBezTo>
                    <a:pt x="62" y="602"/>
                    <a:pt x="61" y="599"/>
                    <a:pt x="60" y="597"/>
                  </a:cubicBezTo>
                  <a:cubicBezTo>
                    <a:pt x="58" y="595"/>
                    <a:pt x="55" y="591"/>
                    <a:pt x="54" y="589"/>
                  </a:cubicBezTo>
                  <a:cubicBezTo>
                    <a:pt x="51" y="586"/>
                    <a:pt x="47" y="582"/>
                    <a:pt x="45" y="579"/>
                  </a:cubicBezTo>
                  <a:cubicBezTo>
                    <a:pt x="43" y="578"/>
                    <a:pt x="41" y="573"/>
                    <a:pt x="38" y="573"/>
                  </a:cubicBezTo>
                  <a:cubicBezTo>
                    <a:pt x="37" y="572"/>
                    <a:pt x="33" y="573"/>
                    <a:pt x="32" y="572"/>
                  </a:cubicBezTo>
                  <a:cubicBezTo>
                    <a:pt x="30" y="572"/>
                    <a:pt x="28" y="570"/>
                    <a:pt x="27" y="569"/>
                  </a:cubicBezTo>
                  <a:cubicBezTo>
                    <a:pt x="25" y="567"/>
                    <a:pt x="24" y="564"/>
                    <a:pt x="23" y="562"/>
                  </a:cubicBezTo>
                  <a:cubicBezTo>
                    <a:pt x="22" y="561"/>
                    <a:pt x="20" y="557"/>
                    <a:pt x="21" y="555"/>
                  </a:cubicBezTo>
                  <a:cubicBezTo>
                    <a:pt x="22" y="554"/>
                    <a:pt x="26" y="555"/>
                    <a:pt x="26" y="553"/>
                  </a:cubicBezTo>
                  <a:cubicBezTo>
                    <a:pt x="27" y="552"/>
                    <a:pt x="27" y="549"/>
                    <a:pt x="26" y="548"/>
                  </a:cubicBezTo>
                  <a:cubicBezTo>
                    <a:pt x="25" y="547"/>
                    <a:pt x="23" y="545"/>
                    <a:pt x="22" y="545"/>
                  </a:cubicBezTo>
                  <a:cubicBezTo>
                    <a:pt x="21" y="544"/>
                    <a:pt x="18" y="543"/>
                    <a:pt x="16" y="542"/>
                  </a:cubicBezTo>
                  <a:cubicBezTo>
                    <a:pt x="15" y="542"/>
                    <a:pt x="13" y="543"/>
                    <a:pt x="12" y="542"/>
                  </a:cubicBezTo>
                  <a:cubicBezTo>
                    <a:pt x="10" y="542"/>
                    <a:pt x="7" y="541"/>
                    <a:pt x="6" y="540"/>
                  </a:cubicBezTo>
                  <a:cubicBezTo>
                    <a:pt x="5" y="539"/>
                    <a:pt x="4" y="536"/>
                    <a:pt x="4" y="535"/>
                  </a:cubicBezTo>
                  <a:cubicBezTo>
                    <a:pt x="4" y="534"/>
                    <a:pt x="5" y="531"/>
                    <a:pt x="4" y="530"/>
                  </a:cubicBezTo>
                  <a:cubicBezTo>
                    <a:pt x="4" y="529"/>
                    <a:pt x="1" y="529"/>
                    <a:pt x="1" y="528"/>
                  </a:cubicBezTo>
                  <a:cubicBezTo>
                    <a:pt x="1" y="527"/>
                    <a:pt x="1" y="527"/>
                    <a:pt x="0" y="527"/>
                  </a:cubicBezTo>
                  <a:cubicBezTo>
                    <a:pt x="1" y="527"/>
                    <a:pt x="2" y="527"/>
                    <a:pt x="3" y="527"/>
                  </a:cubicBezTo>
                  <a:cubicBezTo>
                    <a:pt x="4" y="527"/>
                    <a:pt x="7" y="527"/>
                    <a:pt x="9" y="527"/>
                  </a:cubicBezTo>
                  <a:cubicBezTo>
                    <a:pt x="10" y="527"/>
                    <a:pt x="13" y="525"/>
                    <a:pt x="14" y="524"/>
                  </a:cubicBezTo>
                  <a:cubicBezTo>
                    <a:pt x="15" y="523"/>
                    <a:pt x="16" y="520"/>
                    <a:pt x="17" y="518"/>
                  </a:cubicBezTo>
                  <a:cubicBezTo>
                    <a:pt x="18" y="517"/>
                    <a:pt x="20" y="515"/>
                    <a:pt x="20" y="513"/>
                  </a:cubicBezTo>
                  <a:cubicBezTo>
                    <a:pt x="21" y="512"/>
                    <a:pt x="21" y="509"/>
                    <a:pt x="21" y="508"/>
                  </a:cubicBezTo>
                  <a:cubicBezTo>
                    <a:pt x="22" y="507"/>
                    <a:pt x="23" y="506"/>
                    <a:pt x="23" y="505"/>
                  </a:cubicBezTo>
                  <a:cubicBezTo>
                    <a:pt x="25" y="504"/>
                    <a:pt x="26" y="500"/>
                    <a:pt x="28" y="498"/>
                  </a:cubicBezTo>
                  <a:cubicBezTo>
                    <a:pt x="29" y="497"/>
                    <a:pt x="31" y="496"/>
                    <a:pt x="32" y="496"/>
                  </a:cubicBezTo>
                  <a:cubicBezTo>
                    <a:pt x="33" y="496"/>
                    <a:pt x="36" y="496"/>
                    <a:pt x="38" y="496"/>
                  </a:cubicBezTo>
                  <a:cubicBezTo>
                    <a:pt x="39" y="496"/>
                    <a:pt x="41" y="497"/>
                    <a:pt x="42" y="498"/>
                  </a:cubicBezTo>
                  <a:cubicBezTo>
                    <a:pt x="43" y="498"/>
                    <a:pt x="46" y="498"/>
                    <a:pt x="46" y="498"/>
                  </a:cubicBezTo>
                  <a:cubicBezTo>
                    <a:pt x="48" y="497"/>
                    <a:pt x="48" y="494"/>
                    <a:pt x="49" y="493"/>
                  </a:cubicBezTo>
                  <a:cubicBezTo>
                    <a:pt x="50" y="493"/>
                    <a:pt x="52" y="492"/>
                    <a:pt x="52" y="491"/>
                  </a:cubicBezTo>
                  <a:cubicBezTo>
                    <a:pt x="53" y="490"/>
                    <a:pt x="53" y="488"/>
                    <a:pt x="52" y="486"/>
                  </a:cubicBezTo>
                  <a:cubicBezTo>
                    <a:pt x="52" y="485"/>
                    <a:pt x="51" y="483"/>
                    <a:pt x="50" y="482"/>
                  </a:cubicBezTo>
                  <a:cubicBezTo>
                    <a:pt x="48" y="482"/>
                    <a:pt x="45" y="481"/>
                    <a:pt x="44" y="481"/>
                  </a:cubicBezTo>
                  <a:cubicBezTo>
                    <a:pt x="43" y="480"/>
                    <a:pt x="40" y="479"/>
                    <a:pt x="39" y="478"/>
                  </a:cubicBezTo>
                  <a:cubicBezTo>
                    <a:pt x="39" y="477"/>
                    <a:pt x="38" y="475"/>
                    <a:pt x="37" y="474"/>
                  </a:cubicBezTo>
                  <a:cubicBezTo>
                    <a:pt x="37" y="473"/>
                    <a:pt x="36" y="472"/>
                    <a:pt x="36" y="471"/>
                  </a:cubicBezTo>
                  <a:cubicBezTo>
                    <a:pt x="36" y="470"/>
                    <a:pt x="38" y="469"/>
                    <a:pt x="38" y="469"/>
                  </a:cubicBezTo>
                  <a:cubicBezTo>
                    <a:pt x="38" y="468"/>
                    <a:pt x="37" y="466"/>
                    <a:pt x="37" y="465"/>
                  </a:cubicBezTo>
                  <a:cubicBezTo>
                    <a:pt x="37" y="464"/>
                    <a:pt x="37" y="462"/>
                    <a:pt x="37" y="461"/>
                  </a:cubicBezTo>
                  <a:cubicBezTo>
                    <a:pt x="37" y="460"/>
                    <a:pt x="36" y="457"/>
                    <a:pt x="37" y="455"/>
                  </a:cubicBezTo>
                  <a:cubicBezTo>
                    <a:pt x="37" y="454"/>
                    <a:pt x="38" y="453"/>
                    <a:pt x="39" y="452"/>
                  </a:cubicBezTo>
                  <a:cubicBezTo>
                    <a:pt x="40" y="452"/>
                    <a:pt x="42" y="453"/>
                    <a:pt x="42" y="453"/>
                  </a:cubicBezTo>
                  <a:cubicBezTo>
                    <a:pt x="43" y="453"/>
                    <a:pt x="46" y="454"/>
                    <a:pt x="47" y="454"/>
                  </a:cubicBezTo>
                  <a:cubicBezTo>
                    <a:pt x="47" y="455"/>
                    <a:pt x="46" y="457"/>
                    <a:pt x="47" y="457"/>
                  </a:cubicBezTo>
                  <a:cubicBezTo>
                    <a:pt x="47" y="459"/>
                    <a:pt x="49" y="461"/>
                    <a:pt x="50" y="461"/>
                  </a:cubicBezTo>
                  <a:cubicBezTo>
                    <a:pt x="51" y="462"/>
                    <a:pt x="54" y="463"/>
                    <a:pt x="55" y="462"/>
                  </a:cubicBezTo>
                  <a:cubicBezTo>
                    <a:pt x="56" y="462"/>
                    <a:pt x="57" y="461"/>
                    <a:pt x="58" y="460"/>
                  </a:cubicBezTo>
                  <a:cubicBezTo>
                    <a:pt x="59" y="460"/>
                    <a:pt x="60" y="461"/>
                    <a:pt x="60" y="461"/>
                  </a:cubicBezTo>
                  <a:cubicBezTo>
                    <a:pt x="61" y="460"/>
                    <a:pt x="63" y="458"/>
                    <a:pt x="63" y="457"/>
                  </a:cubicBezTo>
                  <a:cubicBezTo>
                    <a:pt x="63" y="457"/>
                    <a:pt x="62" y="455"/>
                    <a:pt x="62" y="454"/>
                  </a:cubicBezTo>
                  <a:cubicBezTo>
                    <a:pt x="61" y="453"/>
                    <a:pt x="59" y="453"/>
                    <a:pt x="58" y="452"/>
                  </a:cubicBezTo>
                  <a:cubicBezTo>
                    <a:pt x="57" y="452"/>
                    <a:pt x="55" y="451"/>
                    <a:pt x="55" y="450"/>
                  </a:cubicBezTo>
                  <a:cubicBezTo>
                    <a:pt x="55" y="449"/>
                    <a:pt x="55" y="447"/>
                    <a:pt x="55" y="446"/>
                  </a:cubicBezTo>
                  <a:cubicBezTo>
                    <a:pt x="56" y="445"/>
                    <a:pt x="58" y="444"/>
                    <a:pt x="59" y="443"/>
                  </a:cubicBezTo>
                  <a:cubicBezTo>
                    <a:pt x="60" y="442"/>
                    <a:pt x="62" y="441"/>
                    <a:pt x="63" y="440"/>
                  </a:cubicBezTo>
                  <a:cubicBezTo>
                    <a:pt x="63" y="438"/>
                    <a:pt x="63" y="436"/>
                    <a:pt x="64" y="435"/>
                  </a:cubicBezTo>
                  <a:cubicBezTo>
                    <a:pt x="65" y="434"/>
                    <a:pt x="67" y="433"/>
                    <a:pt x="68" y="432"/>
                  </a:cubicBezTo>
                  <a:cubicBezTo>
                    <a:pt x="68" y="431"/>
                    <a:pt x="69" y="429"/>
                    <a:pt x="70" y="428"/>
                  </a:cubicBezTo>
                  <a:cubicBezTo>
                    <a:pt x="70" y="428"/>
                    <a:pt x="72" y="427"/>
                    <a:pt x="72" y="427"/>
                  </a:cubicBezTo>
                  <a:cubicBezTo>
                    <a:pt x="73" y="426"/>
                    <a:pt x="75" y="425"/>
                    <a:pt x="76" y="425"/>
                  </a:cubicBezTo>
                  <a:cubicBezTo>
                    <a:pt x="78" y="425"/>
                    <a:pt x="81" y="425"/>
                    <a:pt x="82" y="426"/>
                  </a:cubicBezTo>
                  <a:cubicBezTo>
                    <a:pt x="83" y="426"/>
                    <a:pt x="85" y="429"/>
                    <a:pt x="86" y="429"/>
                  </a:cubicBezTo>
                  <a:cubicBezTo>
                    <a:pt x="87" y="430"/>
                    <a:pt x="90" y="431"/>
                    <a:pt x="91" y="431"/>
                  </a:cubicBezTo>
                  <a:cubicBezTo>
                    <a:pt x="92" y="431"/>
                    <a:pt x="95" y="431"/>
                    <a:pt x="96" y="430"/>
                  </a:cubicBezTo>
                  <a:cubicBezTo>
                    <a:pt x="97" y="430"/>
                    <a:pt x="97" y="428"/>
                    <a:pt x="97" y="427"/>
                  </a:cubicBezTo>
                  <a:cubicBezTo>
                    <a:pt x="97" y="426"/>
                    <a:pt x="97" y="424"/>
                    <a:pt x="96" y="423"/>
                  </a:cubicBezTo>
                  <a:cubicBezTo>
                    <a:pt x="96" y="423"/>
                    <a:pt x="95" y="422"/>
                    <a:pt x="95" y="421"/>
                  </a:cubicBezTo>
                  <a:cubicBezTo>
                    <a:pt x="94" y="420"/>
                    <a:pt x="96" y="417"/>
                    <a:pt x="96" y="416"/>
                  </a:cubicBezTo>
                  <a:cubicBezTo>
                    <a:pt x="96" y="414"/>
                    <a:pt x="97" y="411"/>
                    <a:pt x="96" y="410"/>
                  </a:cubicBezTo>
                  <a:cubicBezTo>
                    <a:pt x="96" y="409"/>
                    <a:pt x="93" y="408"/>
                    <a:pt x="93" y="407"/>
                  </a:cubicBezTo>
                  <a:cubicBezTo>
                    <a:pt x="92" y="406"/>
                    <a:pt x="92" y="404"/>
                    <a:pt x="92" y="403"/>
                  </a:cubicBezTo>
                  <a:cubicBezTo>
                    <a:pt x="92" y="402"/>
                    <a:pt x="92" y="399"/>
                    <a:pt x="92" y="398"/>
                  </a:cubicBezTo>
                  <a:cubicBezTo>
                    <a:pt x="93" y="398"/>
                    <a:pt x="95" y="396"/>
                    <a:pt x="96" y="396"/>
                  </a:cubicBezTo>
                  <a:cubicBezTo>
                    <a:pt x="97" y="396"/>
                    <a:pt x="99" y="396"/>
                    <a:pt x="100" y="396"/>
                  </a:cubicBezTo>
                  <a:cubicBezTo>
                    <a:pt x="101" y="396"/>
                    <a:pt x="104" y="395"/>
                    <a:pt x="105" y="395"/>
                  </a:cubicBezTo>
                  <a:cubicBezTo>
                    <a:pt x="106" y="394"/>
                    <a:pt x="108" y="390"/>
                    <a:pt x="109" y="389"/>
                  </a:cubicBezTo>
                  <a:cubicBezTo>
                    <a:pt x="109" y="388"/>
                    <a:pt x="110" y="386"/>
                    <a:pt x="111" y="385"/>
                  </a:cubicBezTo>
                  <a:cubicBezTo>
                    <a:pt x="112" y="384"/>
                    <a:pt x="114" y="384"/>
                    <a:pt x="114" y="383"/>
                  </a:cubicBezTo>
                  <a:cubicBezTo>
                    <a:pt x="115" y="382"/>
                    <a:pt x="116" y="380"/>
                    <a:pt x="116" y="379"/>
                  </a:cubicBezTo>
                  <a:cubicBezTo>
                    <a:pt x="116" y="378"/>
                    <a:pt x="116" y="375"/>
                    <a:pt x="115" y="374"/>
                  </a:cubicBezTo>
                  <a:cubicBezTo>
                    <a:pt x="114" y="373"/>
                    <a:pt x="113" y="373"/>
                    <a:pt x="112" y="373"/>
                  </a:cubicBezTo>
                  <a:cubicBezTo>
                    <a:pt x="112" y="373"/>
                    <a:pt x="110" y="374"/>
                    <a:pt x="110" y="374"/>
                  </a:cubicBezTo>
                  <a:cubicBezTo>
                    <a:pt x="109" y="374"/>
                    <a:pt x="106" y="373"/>
                    <a:pt x="105" y="374"/>
                  </a:cubicBezTo>
                  <a:cubicBezTo>
                    <a:pt x="103" y="374"/>
                    <a:pt x="101" y="376"/>
                    <a:pt x="100" y="376"/>
                  </a:cubicBezTo>
                  <a:cubicBezTo>
                    <a:pt x="99" y="377"/>
                    <a:pt x="98" y="379"/>
                    <a:pt x="97" y="379"/>
                  </a:cubicBezTo>
                  <a:cubicBezTo>
                    <a:pt x="96" y="379"/>
                    <a:pt x="94" y="379"/>
                    <a:pt x="93" y="379"/>
                  </a:cubicBezTo>
                  <a:cubicBezTo>
                    <a:pt x="92" y="379"/>
                    <a:pt x="89" y="379"/>
                    <a:pt x="88" y="379"/>
                  </a:cubicBezTo>
                  <a:cubicBezTo>
                    <a:pt x="87" y="379"/>
                    <a:pt x="85" y="380"/>
                    <a:pt x="84" y="380"/>
                  </a:cubicBezTo>
                  <a:cubicBezTo>
                    <a:pt x="82" y="380"/>
                    <a:pt x="80" y="380"/>
                    <a:pt x="79" y="380"/>
                  </a:cubicBezTo>
                  <a:cubicBezTo>
                    <a:pt x="77" y="379"/>
                    <a:pt x="73" y="376"/>
                    <a:pt x="72" y="375"/>
                  </a:cubicBezTo>
                  <a:cubicBezTo>
                    <a:pt x="70" y="374"/>
                    <a:pt x="66" y="371"/>
                    <a:pt x="66" y="369"/>
                  </a:cubicBezTo>
                  <a:cubicBezTo>
                    <a:pt x="65" y="368"/>
                    <a:pt x="66" y="365"/>
                    <a:pt x="66" y="364"/>
                  </a:cubicBezTo>
                  <a:cubicBezTo>
                    <a:pt x="66" y="362"/>
                    <a:pt x="65" y="359"/>
                    <a:pt x="64" y="357"/>
                  </a:cubicBezTo>
                  <a:cubicBezTo>
                    <a:pt x="63" y="355"/>
                    <a:pt x="61" y="351"/>
                    <a:pt x="59" y="350"/>
                  </a:cubicBezTo>
                  <a:cubicBezTo>
                    <a:pt x="57" y="348"/>
                    <a:pt x="53" y="346"/>
                    <a:pt x="51" y="344"/>
                  </a:cubicBezTo>
                  <a:cubicBezTo>
                    <a:pt x="50" y="343"/>
                    <a:pt x="46" y="341"/>
                    <a:pt x="45" y="339"/>
                  </a:cubicBezTo>
                  <a:cubicBezTo>
                    <a:pt x="44" y="337"/>
                    <a:pt x="42" y="332"/>
                    <a:pt x="41" y="330"/>
                  </a:cubicBezTo>
                  <a:cubicBezTo>
                    <a:pt x="40" y="327"/>
                    <a:pt x="38" y="322"/>
                    <a:pt x="36" y="319"/>
                  </a:cubicBezTo>
                  <a:cubicBezTo>
                    <a:pt x="36" y="317"/>
                    <a:pt x="33" y="315"/>
                    <a:pt x="33" y="313"/>
                  </a:cubicBezTo>
                  <a:cubicBezTo>
                    <a:pt x="32" y="313"/>
                    <a:pt x="32" y="311"/>
                    <a:pt x="32" y="310"/>
                  </a:cubicBezTo>
                  <a:cubicBezTo>
                    <a:pt x="32" y="308"/>
                    <a:pt x="33" y="305"/>
                    <a:pt x="34" y="304"/>
                  </a:cubicBezTo>
                  <a:cubicBezTo>
                    <a:pt x="35" y="303"/>
                    <a:pt x="38" y="302"/>
                    <a:pt x="39" y="301"/>
                  </a:cubicBezTo>
                  <a:cubicBezTo>
                    <a:pt x="40" y="300"/>
                    <a:pt x="43" y="297"/>
                    <a:pt x="44" y="296"/>
                  </a:cubicBezTo>
                  <a:cubicBezTo>
                    <a:pt x="45" y="294"/>
                    <a:pt x="45" y="291"/>
                    <a:pt x="45" y="289"/>
                  </a:cubicBezTo>
                  <a:cubicBezTo>
                    <a:pt x="46" y="288"/>
                    <a:pt x="48" y="286"/>
                    <a:pt x="49" y="284"/>
                  </a:cubicBezTo>
                  <a:cubicBezTo>
                    <a:pt x="49" y="284"/>
                    <a:pt x="49" y="282"/>
                    <a:pt x="49" y="281"/>
                  </a:cubicBezTo>
                  <a:cubicBezTo>
                    <a:pt x="49" y="279"/>
                    <a:pt x="50" y="276"/>
                    <a:pt x="50" y="274"/>
                  </a:cubicBezTo>
                  <a:cubicBezTo>
                    <a:pt x="50" y="273"/>
                    <a:pt x="50" y="270"/>
                    <a:pt x="51" y="270"/>
                  </a:cubicBezTo>
                  <a:cubicBezTo>
                    <a:pt x="52" y="269"/>
                    <a:pt x="54" y="269"/>
                    <a:pt x="55" y="269"/>
                  </a:cubicBezTo>
                  <a:cubicBezTo>
                    <a:pt x="56" y="269"/>
                    <a:pt x="57" y="268"/>
                    <a:pt x="58" y="267"/>
                  </a:cubicBezTo>
                  <a:cubicBezTo>
                    <a:pt x="58" y="266"/>
                    <a:pt x="60" y="264"/>
                    <a:pt x="60" y="263"/>
                  </a:cubicBezTo>
                  <a:cubicBezTo>
                    <a:pt x="60" y="262"/>
                    <a:pt x="59" y="261"/>
                    <a:pt x="59" y="261"/>
                  </a:cubicBezTo>
                  <a:cubicBezTo>
                    <a:pt x="58" y="260"/>
                    <a:pt x="55" y="261"/>
                    <a:pt x="55" y="261"/>
                  </a:cubicBezTo>
                  <a:cubicBezTo>
                    <a:pt x="54" y="261"/>
                    <a:pt x="54" y="263"/>
                    <a:pt x="53" y="263"/>
                  </a:cubicBezTo>
                  <a:cubicBezTo>
                    <a:pt x="52" y="264"/>
                    <a:pt x="50" y="264"/>
                    <a:pt x="49" y="264"/>
                  </a:cubicBezTo>
                  <a:cubicBezTo>
                    <a:pt x="48" y="264"/>
                    <a:pt x="46" y="263"/>
                    <a:pt x="45" y="263"/>
                  </a:cubicBezTo>
                  <a:cubicBezTo>
                    <a:pt x="44" y="263"/>
                    <a:pt x="42" y="263"/>
                    <a:pt x="41" y="263"/>
                  </a:cubicBezTo>
                  <a:cubicBezTo>
                    <a:pt x="41" y="264"/>
                    <a:pt x="39" y="266"/>
                    <a:pt x="39" y="267"/>
                  </a:cubicBezTo>
                  <a:cubicBezTo>
                    <a:pt x="39" y="267"/>
                    <a:pt x="39" y="269"/>
                    <a:pt x="39" y="270"/>
                  </a:cubicBezTo>
                  <a:cubicBezTo>
                    <a:pt x="39" y="272"/>
                    <a:pt x="39" y="274"/>
                    <a:pt x="38" y="275"/>
                  </a:cubicBezTo>
                  <a:cubicBezTo>
                    <a:pt x="37" y="275"/>
                    <a:pt x="35" y="274"/>
                    <a:pt x="34" y="274"/>
                  </a:cubicBezTo>
                  <a:cubicBezTo>
                    <a:pt x="33" y="273"/>
                    <a:pt x="32" y="271"/>
                    <a:pt x="32" y="270"/>
                  </a:cubicBezTo>
                  <a:cubicBezTo>
                    <a:pt x="31" y="269"/>
                    <a:pt x="30" y="268"/>
                    <a:pt x="29" y="268"/>
                  </a:cubicBezTo>
                  <a:cubicBezTo>
                    <a:pt x="28" y="267"/>
                    <a:pt x="26" y="266"/>
                    <a:pt x="26" y="265"/>
                  </a:cubicBezTo>
                  <a:cubicBezTo>
                    <a:pt x="25" y="264"/>
                    <a:pt x="25" y="261"/>
                    <a:pt x="25" y="259"/>
                  </a:cubicBezTo>
                  <a:cubicBezTo>
                    <a:pt x="25" y="258"/>
                    <a:pt x="23" y="256"/>
                    <a:pt x="23" y="254"/>
                  </a:cubicBezTo>
                  <a:cubicBezTo>
                    <a:pt x="23" y="253"/>
                    <a:pt x="25" y="250"/>
                    <a:pt x="25" y="249"/>
                  </a:cubicBezTo>
                  <a:cubicBezTo>
                    <a:pt x="26" y="248"/>
                    <a:pt x="26" y="245"/>
                    <a:pt x="27" y="244"/>
                  </a:cubicBezTo>
                  <a:cubicBezTo>
                    <a:pt x="28" y="244"/>
                    <a:pt x="29" y="243"/>
                    <a:pt x="30" y="243"/>
                  </a:cubicBezTo>
                  <a:cubicBezTo>
                    <a:pt x="31" y="243"/>
                    <a:pt x="33" y="242"/>
                    <a:pt x="34" y="242"/>
                  </a:cubicBezTo>
                  <a:cubicBezTo>
                    <a:pt x="34" y="241"/>
                    <a:pt x="34" y="239"/>
                    <a:pt x="34" y="238"/>
                  </a:cubicBezTo>
                  <a:cubicBezTo>
                    <a:pt x="34" y="237"/>
                    <a:pt x="32" y="236"/>
                    <a:pt x="31" y="235"/>
                  </a:cubicBezTo>
                  <a:cubicBezTo>
                    <a:pt x="31" y="234"/>
                    <a:pt x="31" y="231"/>
                    <a:pt x="30" y="230"/>
                  </a:cubicBezTo>
                  <a:cubicBezTo>
                    <a:pt x="30" y="230"/>
                    <a:pt x="29" y="230"/>
                    <a:pt x="29" y="229"/>
                  </a:cubicBezTo>
                  <a:cubicBezTo>
                    <a:pt x="27" y="229"/>
                    <a:pt x="25" y="228"/>
                    <a:pt x="24" y="229"/>
                  </a:cubicBezTo>
                  <a:cubicBezTo>
                    <a:pt x="23" y="230"/>
                    <a:pt x="22" y="233"/>
                    <a:pt x="21" y="233"/>
                  </a:cubicBezTo>
                  <a:cubicBezTo>
                    <a:pt x="20" y="233"/>
                    <a:pt x="18" y="232"/>
                    <a:pt x="17" y="231"/>
                  </a:cubicBezTo>
                  <a:cubicBezTo>
                    <a:pt x="16" y="230"/>
                    <a:pt x="16" y="227"/>
                    <a:pt x="16" y="226"/>
                  </a:cubicBezTo>
                  <a:cubicBezTo>
                    <a:pt x="16" y="224"/>
                    <a:pt x="17" y="220"/>
                    <a:pt x="18" y="218"/>
                  </a:cubicBezTo>
                  <a:cubicBezTo>
                    <a:pt x="19" y="216"/>
                    <a:pt x="21" y="213"/>
                    <a:pt x="22" y="212"/>
                  </a:cubicBezTo>
                  <a:cubicBezTo>
                    <a:pt x="23" y="210"/>
                    <a:pt x="25" y="207"/>
                    <a:pt x="26" y="205"/>
                  </a:cubicBezTo>
                  <a:cubicBezTo>
                    <a:pt x="27" y="204"/>
                    <a:pt x="30" y="203"/>
                    <a:pt x="31" y="201"/>
                  </a:cubicBezTo>
                  <a:cubicBezTo>
                    <a:pt x="32" y="200"/>
                    <a:pt x="32" y="197"/>
                    <a:pt x="32" y="196"/>
                  </a:cubicBezTo>
                  <a:cubicBezTo>
                    <a:pt x="32" y="194"/>
                    <a:pt x="32" y="190"/>
                    <a:pt x="32" y="188"/>
                  </a:cubicBezTo>
                  <a:cubicBezTo>
                    <a:pt x="32" y="186"/>
                    <a:pt x="32" y="183"/>
                    <a:pt x="33" y="182"/>
                  </a:cubicBezTo>
                  <a:cubicBezTo>
                    <a:pt x="34" y="181"/>
                    <a:pt x="36" y="181"/>
                    <a:pt x="37" y="181"/>
                  </a:cubicBezTo>
                  <a:cubicBezTo>
                    <a:pt x="37" y="180"/>
                    <a:pt x="37" y="177"/>
                    <a:pt x="37" y="176"/>
                  </a:cubicBezTo>
                  <a:cubicBezTo>
                    <a:pt x="37" y="176"/>
                    <a:pt x="39" y="176"/>
                    <a:pt x="39" y="175"/>
                  </a:cubicBezTo>
                  <a:cubicBezTo>
                    <a:pt x="40" y="175"/>
                    <a:pt x="42" y="175"/>
                    <a:pt x="43" y="174"/>
                  </a:cubicBezTo>
                  <a:cubicBezTo>
                    <a:pt x="43" y="174"/>
                    <a:pt x="43" y="173"/>
                    <a:pt x="43" y="172"/>
                  </a:cubicBezTo>
                  <a:cubicBezTo>
                    <a:pt x="45" y="172"/>
                    <a:pt x="47" y="173"/>
                    <a:pt x="48" y="174"/>
                  </a:cubicBezTo>
                  <a:cubicBezTo>
                    <a:pt x="49" y="175"/>
                    <a:pt x="51" y="177"/>
                    <a:pt x="52" y="177"/>
                  </a:cubicBezTo>
                  <a:cubicBezTo>
                    <a:pt x="53" y="178"/>
                    <a:pt x="56" y="179"/>
                    <a:pt x="58" y="179"/>
                  </a:cubicBezTo>
                  <a:cubicBezTo>
                    <a:pt x="59" y="179"/>
                    <a:pt x="62" y="180"/>
                    <a:pt x="63" y="181"/>
                  </a:cubicBezTo>
                  <a:cubicBezTo>
                    <a:pt x="65" y="181"/>
                    <a:pt x="67" y="183"/>
                    <a:pt x="67" y="184"/>
                  </a:cubicBezTo>
                  <a:cubicBezTo>
                    <a:pt x="68" y="185"/>
                    <a:pt x="70" y="187"/>
                    <a:pt x="71" y="188"/>
                  </a:cubicBezTo>
                  <a:cubicBezTo>
                    <a:pt x="72" y="189"/>
                    <a:pt x="75" y="190"/>
                    <a:pt x="76" y="190"/>
                  </a:cubicBezTo>
                  <a:cubicBezTo>
                    <a:pt x="77" y="190"/>
                    <a:pt x="78" y="187"/>
                    <a:pt x="79" y="187"/>
                  </a:cubicBezTo>
                  <a:cubicBezTo>
                    <a:pt x="81" y="186"/>
                    <a:pt x="84" y="187"/>
                    <a:pt x="86" y="187"/>
                  </a:cubicBezTo>
                  <a:cubicBezTo>
                    <a:pt x="87" y="187"/>
                    <a:pt x="89" y="185"/>
                    <a:pt x="90" y="185"/>
                  </a:cubicBezTo>
                  <a:cubicBezTo>
                    <a:pt x="91" y="184"/>
                    <a:pt x="94" y="184"/>
                    <a:pt x="95" y="184"/>
                  </a:cubicBezTo>
                  <a:cubicBezTo>
                    <a:pt x="97" y="184"/>
                    <a:pt x="101" y="184"/>
                    <a:pt x="102" y="185"/>
                  </a:cubicBezTo>
                  <a:cubicBezTo>
                    <a:pt x="103" y="186"/>
                    <a:pt x="104" y="187"/>
                    <a:pt x="104" y="188"/>
                  </a:cubicBezTo>
                  <a:cubicBezTo>
                    <a:pt x="105" y="189"/>
                    <a:pt x="104" y="191"/>
                    <a:pt x="104" y="192"/>
                  </a:cubicBezTo>
                  <a:cubicBezTo>
                    <a:pt x="105" y="194"/>
                    <a:pt x="109" y="196"/>
                    <a:pt x="111" y="195"/>
                  </a:cubicBezTo>
                  <a:cubicBezTo>
                    <a:pt x="112" y="195"/>
                    <a:pt x="114" y="193"/>
                    <a:pt x="115" y="192"/>
                  </a:cubicBezTo>
                  <a:cubicBezTo>
                    <a:pt x="116" y="191"/>
                    <a:pt x="120" y="192"/>
                    <a:pt x="121" y="192"/>
                  </a:cubicBezTo>
                  <a:cubicBezTo>
                    <a:pt x="122" y="191"/>
                    <a:pt x="124" y="190"/>
                    <a:pt x="125" y="190"/>
                  </a:cubicBezTo>
                  <a:cubicBezTo>
                    <a:pt x="125" y="189"/>
                    <a:pt x="125" y="186"/>
                    <a:pt x="125" y="185"/>
                  </a:cubicBezTo>
                  <a:cubicBezTo>
                    <a:pt x="125" y="184"/>
                    <a:pt x="126" y="182"/>
                    <a:pt x="127" y="182"/>
                  </a:cubicBezTo>
                  <a:cubicBezTo>
                    <a:pt x="128" y="181"/>
                    <a:pt x="131" y="182"/>
                    <a:pt x="133" y="182"/>
                  </a:cubicBezTo>
                  <a:cubicBezTo>
                    <a:pt x="133" y="181"/>
                    <a:pt x="135" y="181"/>
                    <a:pt x="135" y="180"/>
                  </a:cubicBezTo>
                  <a:cubicBezTo>
                    <a:pt x="137" y="180"/>
                    <a:pt x="141" y="181"/>
                    <a:pt x="143" y="180"/>
                  </a:cubicBezTo>
                  <a:cubicBezTo>
                    <a:pt x="144" y="180"/>
                    <a:pt x="147" y="179"/>
                    <a:pt x="148" y="178"/>
                  </a:cubicBezTo>
                  <a:cubicBezTo>
                    <a:pt x="149" y="177"/>
                    <a:pt x="150" y="174"/>
                    <a:pt x="150" y="172"/>
                  </a:cubicBezTo>
                  <a:cubicBezTo>
                    <a:pt x="150" y="171"/>
                    <a:pt x="150" y="169"/>
                    <a:pt x="150" y="168"/>
                  </a:cubicBezTo>
                  <a:cubicBezTo>
                    <a:pt x="151" y="167"/>
                    <a:pt x="154" y="167"/>
                    <a:pt x="155" y="167"/>
                  </a:cubicBezTo>
                  <a:cubicBezTo>
                    <a:pt x="156" y="168"/>
                    <a:pt x="157" y="170"/>
                    <a:pt x="158" y="171"/>
                  </a:cubicBezTo>
                  <a:cubicBezTo>
                    <a:pt x="160" y="171"/>
                    <a:pt x="163" y="171"/>
                    <a:pt x="165" y="171"/>
                  </a:cubicBezTo>
                  <a:cubicBezTo>
                    <a:pt x="166" y="171"/>
                    <a:pt x="169" y="169"/>
                    <a:pt x="170" y="169"/>
                  </a:cubicBezTo>
                  <a:cubicBezTo>
                    <a:pt x="171" y="169"/>
                    <a:pt x="173" y="170"/>
                    <a:pt x="174" y="170"/>
                  </a:cubicBezTo>
                  <a:cubicBezTo>
                    <a:pt x="175" y="171"/>
                    <a:pt x="174" y="173"/>
                    <a:pt x="174" y="174"/>
                  </a:cubicBezTo>
                  <a:cubicBezTo>
                    <a:pt x="174" y="175"/>
                    <a:pt x="172" y="176"/>
                    <a:pt x="172" y="177"/>
                  </a:cubicBezTo>
                  <a:cubicBezTo>
                    <a:pt x="171" y="178"/>
                    <a:pt x="171" y="181"/>
                    <a:pt x="172" y="182"/>
                  </a:cubicBezTo>
                  <a:cubicBezTo>
                    <a:pt x="172" y="183"/>
                    <a:pt x="173" y="185"/>
                    <a:pt x="174" y="186"/>
                  </a:cubicBezTo>
                  <a:cubicBezTo>
                    <a:pt x="174" y="187"/>
                    <a:pt x="175" y="189"/>
                    <a:pt x="175" y="190"/>
                  </a:cubicBezTo>
                  <a:cubicBezTo>
                    <a:pt x="176" y="190"/>
                    <a:pt x="178" y="192"/>
                    <a:pt x="179" y="192"/>
                  </a:cubicBezTo>
                  <a:cubicBezTo>
                    <a:pt x="181" y="192"/>
                    <a:pt x="184" y="193"/>
                    <a:pt x="186" y="192"/>
                  </a:cubicBezTo>
                  <a:cubicBezTo>
                    <a:pt x="187" y="192"/>
                    <a:pt x="189" y="189"/>
                    <a:pt x="191" y="190"/>
                  </a:cubicBezTo>
                  <a:cubicBezTo>
                    <a:pt x="192" y="190"/>
                    <a:pt x="190" y="193"/>
                    <a:pt x="191" y="194"/>
                  </a:cubicBezTo>
                  <a:cubicBezTo>
                    <a:pt x="192" y="194"/>
                    <a:pt x="193" y="194"/>
                    <a:pt x="194" y="194"/>
                  </a:cubicBezTo>
                  <a:cubicBezTo>
                    <a:pt x="195" y="194"/>
                    <a:pt x="196" y="197"/>
                    <a:pt x="197" y="198"/>
                  </a:cubicBezTo>
                  <a:cubicBezTo>
                    <a:pt x="198" y="198"/>
                    <a:pt x="200" y="199"/>
                    <a:pt x="201" y="199"/>
                  </a:cubicBezTo>
                  <a:cubicBezTo>
                    <a:pt x="202" y="199"/>
                    <a:pt x="204" y="197"/>
                    <a:pt x="205" y="196"/>
                  </a:cubicBezTo>
                  <a:cubicBezTo>
                    <a:pt x="207" y="195"/>
                    <a:pt x="210" y="194"/>
                    <a:pt x="212" y="194"/>
                  </a:cubicBezTo>
                  <a:cubicBezTo>
                    <a:pt x="213" y="194"/>
                    <a:pt x="216" y="195"/>
                    <a:pt x="218" y="195"/>
                  </a:cubicBezTo>
                  <a:cubicBezTo>
                    <a:pt x="219" y="195"/>
                    <a:pt x="220" y="193"/>
                    <a:pt x="221" y="192"/>
                  </a:cubicBezTo>
                  <a:cubicBezTo>
                    <a:pt x="222" y="191"/>
                    <a:pt x="223" y="189"/>
                    <a:pt x="224" y="188"/>
                  </a:cubicBezTo>
                  <a:cubicBezTo>
                    <a:pt x="225" y="187"/>
                    <a:pt x="229" y="188"/>
                    <a:pt x="230" y="187"/>
                  </a:cubicBezTo>
                  <a:cubicBezTo>
                    <a:pt x="231" y="187"/>
                    <a:pt x="231" y="184"/>
                    <a:pt x="232" y="183"/>
                  </a:cubicBezTo>
                  <a:cubicBezTo>
                    <a:pt x="232" y="182"/>
                    <a:pt x="233" y="180"/>
                    <a:pt x="234" y="179"/>
                  </a:cubicBezTo>
                  <a:cubicBezTo>
                    <a:pt x="235" y="179"/>
                    <a:pt x="236" y="179"/>
                    <a:pt x="236" y="179"/>
                  </a:cubicBezTo>
                  <a:cubicBezTo>
                    <a:pt x="237" y="180"/>
                    <a:pt x="238" y="182"/>
                    <a:pt x="238" y="183"/>
                  </a:cubicBezTo>
                  <a:cubicBezTo>
                    <a:pt x="239" y="184"/>
                    <a:pt x="239" y="187"/>
                    <a:pt x="239" y="188"/>
                  </a:cubicBezTo>
                  <a:cubicBezTo>
                    <a:pt x="238" y="189"/>
                    <a:pt x="236" y="190"/>
                    <a:pt x="236" y="190"/>
                  </a:cubicBezTo>
                  <a:cubicBezTo>
                    <a:pt x="235" y="192"/>
                    <a:pt x="236" y="195"/>
                    <a:pt x="236" y="196"/>
                  </a:cubicBezTo>
                  <a:cubicBezTo>
                    <a:pt x="237" y="197"/>
                    <a:pt x="240" y="199"/>
                    <a:pt x="241" y="200"/>
                  </a:cubicBezTo>
                  <a:cubicBezTo>
                    <a:pt x="241" y="201"/>
                    <a:pt x="241" y="204"/>
                    <a:pt x="242" y="205"/>
                  </a:cubicBezTo>
                  <a:cubicBezTo>
                    <a:pt x="243" y="206"/>
                    <a:pt x="247" y="206"/>
                    <a:pt x="248" y="205"/>
                  </a:cubicBezTo>
                  <a:cubicBezTo>
                    <a:pt x="248" y="205"/>
                    <a:pt x="248" y="202"/>
                    <a:pt x="249" y="202"/>
                  </a:cubicBezTo>
                  <a:cubicBezTo>
                    <a:pt x="250" y="201"/>
                    <a:pt x="255" y="202"/>
                    <a:pt x="256" y="202"/>
                  </a:cubicBezTo>
                  <a:cubicBezTo>
                    <a:pt x="257" y="201"/>
                    <a:pt x="259" y="199"/>
                    <a:pt x="260" y="198"/>
                  </a:cubicBezTo>
                  <a:cubicBezTo>
                    <a:pt x="261" y="198"/>
                    <a:pt x="262" y="197"/>
                    <a:pt x="263" y="196"/>
                  </a:cubicBezTo>
                  <a:cubicBezTo>
                    <a:pt x="265" y="196"/>
                    <a:pt x="268" y="196"/>
                    <a:pt x="269" y="197"/>
                  </a:cubicBezTo>
                  <a:cubicBezTo>
                    <a:pt x="270" y="197"/>
                    <a:pt x="272" y="198"/>
                    <a:pt x="272" y="199"/>
                  </a:cubicBezTo>
                  <a:cubicBezTo>
                    <a:pt x="272" y="201"/>
                    <a:pt x="270" y="202"/>
                    <a:pt x="270" y="204"/>
                  </a:cubicBezTo>
                  <a:cubicBezTo>
                    <a:pt x="269" y="205"/>
                    <a:pt x="270" y="208"/>
                    <a:pt x="271" y="209"/>
                  </a:cubicBezTo>
                  <a:cubicBezTo>
                    <a:pt x="272" y="209"/>
                    <a:pt x="275" y="208"/>
                    <a:pt x="277" y="209"/>
                  </a:cubicBezTo>
                  <a:cubicBezTo>
                    <a:pt x="278" y="209"/>
                    <a:pt x="279" y="211"/>
                    <a:pt x="280" y="212"/>
                  </a:cubicBezTo>
                  <a:cubicBezTo>
                    <a:pt x="281" y="212"/>
                    <a:pt x="284" y="209"/>
                    <a:pt x="286" y="209"/>
                  </a:cubicBezTo>
                  <a:cubicBezTo>
                    <a:pt x="287" y="209"/>
                    <a:pt x="288" y="210"/>
                    <a:pt x="288" y="211"/>
                  </a:cubicBezTo>
                  <a:cubicBezTo>
                    <a:pt x="289" y="211"/>
                    <a:pt x="292" y="211"/>
                    <a:pt x="293" y="211"/>
                  </a:cubicBezTo>
                  <a:cubicBezTo>
                    <a:pt x="293" y="212"/>
                    <a:pt x="295" y="214"/>
                    <a:pt x="295" y="215"/>
                  </a:cubicBezTo>
                  <a:cubicBezTo>
                    <a:pt x="296" y="216"/>
                    <a:pt x="297" y="218"/>
                    <a:pt x="297" y="220"/>
                  </a:cubicBezTo>
                  <a:cubicBezTo>
                    <a:pt x="297" y="221"/>
                    <a:pt x="297" y="223"/>
                    <a:pt x="298" y="224"/>
                  </a:cubicBezTo>
                  <a:cubicBezTo>
                    <a:pt x="298" y="225"/>
                    <a:pt x="301" y="227"/>
                    <a:pt x="302" y="227"/>
                  </a:cubicBezTo>
                  <a:cubicBezTo>
                    <a:pt x="304" y="228"/>
                    <a:pt x="307" y="227"/>
                    <a:pt x="308" y="228"/>
                  </a:cubicBezTo>
                  <a:cubicBezTo>
                    <a:pt x="310" y="228"/>
                    <a:pt x="311" y="230"/>
                    <a:pt x="312" y="231"/>
                  </a:cubicBezTo>
                  <a:cubicBezTo>
                    <a:pt x="313" y="232"/>
                    <a:pt x="313" y="234"/>
                    <a:pt x="314" y="234"/>
                  </a:cubicBezTo>
                  <a:cubicBezTo>
                    <a:pt x="315" y="235"/>
                    <a:pt x="317" y="235"/>
                    <a:pt x="318" y="235"/>
                  </a:cubicBezTo>
                  <a:cubicBezTo>
                    <a:pt x="319" y="235"/>
                    <a:pt x="321" y="236"/>
                    <a:pt x="321" y="237"/>
                  </a:cubicBezTo>
                  <a:cubicBezTo>
                    <a:pt x="322" y="237"/>
                    <a:pt x="322" y="239"/>
                    <a:pt x="323" y="240"/>
                  </a:cubicBezTo>
                  <a:cubicBezTo>
                    <a:pt x="324" y="241"/>
                    <a:pt x="327" y="242"/>
                    <a:pt x="328" y="243"/>
                  </a:cubicBezTo>
                  <a:cubicBezTo>
                    <a:pt x="329" y="243"/>
                    <a:pt x="330" y="245"/>
                    <a:pt x="331" y="245"/>
                  </a:cubicBezTo>
                  <a:cubicBezTo>
                    <a:pt x="332" y="246"/>
                    <a:pt x="333" y="247"/>
                    <a:pt x="334" y="248"/>
                  </a:cubicBezTo>
                  <a:cubicBezTo>
                    <a:pt x="335" y="249"/>
                    <a:pt x="335" y="252"/>
                    <a:pt x="336" y="253"/>
                  </a:cubicBezTo>
                  <a:cubicBezTo>
                    <a:pt x="336" y="254"/>
                    <a:pt x="336" y="257"/>
                    <a:pt x="337" y="257"/>
                  </a:cubicBezTo>
                  <a:cubicBezTo>
                    <a:pt x="339" y="258"/>
                    <a:pt x="342" y="256"/>
                    <a:pt x="343" y="256"/>
                  </a:cubicBezTo>
                  <a:cubicBezTo>
                    <a:pt x="344" y="256"/>
                    <a:pt x="346" y="257"/>
                    <a:pt x="347" y="257"/>
                  </a:cubicBezTo>
                  <a:cubicBezTo>
                    <a:pt x="348" y="258"/>
                    <a:pt x="351" y="260"/>
                    <a:pt x="352" y="261"/>
                  </a:cubicBezTo>
                  <a:cubicBezTo>
                    <a:pt x="353" y="262"/>
                    <a:pt x="354" y="264"/>
                    <a:pt x="355" y="265"/>
                  </a:cubicBezTo>
                  <a:cubicBezTo>
                    <a:pt x="356" y="266"/>
                    <a:pt x="359" y="266"/>
                    <a:pt x="359" y="267"/>
                  </a:cubicBezTo>
                  <a:cubicBezTo>
                    <a:pt x="360" y="268"/>
                    <a:pt x="362" y="270"/>
                    <a:pt x="362" y="271"/>
                  </a:cubicBezTo>
                  <a:cubicBezTo>
                    <a:pt x="362" y="272"/>
                    <a:pt x="361" y="274"/>
                    <a:pt x="360" y="275"/>
                  </a:cubicBezTo>
                  <a:cubicBezTo>
                    <a:pt x="359" y="276"/>
                    <a:pt x="357" y="277"/>
                    <a:pt x="356" y="278"/>
                  </a:cubicBezTo>
                  <a:cubicBezTo>
                    <a:pt x="355" y="279"/>
                    <a:pt x="353" y="281"/>
                    <a:pt x="353" y="282"/>
                  </a:cubicBezTo>
                  <a:cubicBezTo>
                    <a:pt x="352" y="283"/>
                    <a:pt x="351" y="285"/>
                    <a:pt x="350" y="285"/>
                  </a:cubicBezTo>
                  <a:cubicBezTo>
                    <a:pt x="349" y="286"/>
                    <a:pt x="346" y="285"/>
                    <a:pt x="344" y="285"/>
                  </a:cubicBezTo>
                  <a:cubicBezTo>
                    <a:pt x="343" y="286"/>
                    <a:pt x="342" y="287"/>
                    <a:pt x="341" y="287"/>
                  </a:cubicBezTo>
                  <a:cubicBezTo>
                    <a:pt x="339" y="288"/>
                    <a:pt x="336" y="289"/>
                    <a:pt x="334" y="290"/>
                  </a:cubicBezTo>
                  <a:cubicBezTo>
                    <a:pt x="333" y="291"/>
                    <a:pt x="332" y="293"/>
                    <a:pt x="331" y="294"/>
                  </a:cubicBezTo>
                  <a:cubicBezTo>
                    <a:pt x="330" y="295"/>
                    <a:pt x="328" y="297"/>
                    <a:pt x="327" y="298"/>
                  </a:cubicBezTo>
                  <a:cubicBezTo>
                    <a:pt x="326" y="298"/>
                    <a:pt x="325" y="296"/>
                    <a:pt x="324" y="296"/>
                  </a:cubicBezTo>
                  <a:cubicBezTo>
                    <a:pt x="322" y="296"/>
                    <a:pt x="320" y="299"/>
                    <a:pt x="318" y="299"/>
                  </a:cubicBezTo>
                  <a:cubicBezTo>
                    <a:pt x="316" y="299"/>
                    <a:pt x="313" y="299"/>
                    <a:pt x="311" y="299"/>
                  </a:cubicBezTo>
                  <a:cubicBezTo>
                    <a:pt x="309" y="299"/>
                    <a:pt x="305" y="298"/>
                    <a:pt x="303" y="299"/>
                  </a:cubicBezTo>
                  <a:cubicBezTo>
                    <a:pt x="302" y="299"/>
                    <a:pt x="300" y="300"/>
                    <a:pt x="299" y="301"/>
                  </a:cubicBezTo>
                  <a:cubicBezTo>
                    <a:pt x="299" y="302"/>
                    <a:pt x="299" y="304"/>
                    <a:pt x="300" y="305"/>
                  </a:cubicBezTo>
                  <a:cubicBezTo>
                    <a:pt x="300" y="306"/>
                    <a:pt x="301" y="307"/>
                    <a:pt x="302" y="307"/>
                  </a:cubicBezTo>
                  <a:cubicBezTo>
                    <a:pt x="303" y="308"/>
                    <a:pt x="304" y="311"/>
                    <a:pt x="306" y="312"/>
                  </a:cubicBezTo>
                  <a:cubicBezTo>
                    <a:pt x="307" y="313"/>
                    <a:pt x="309" y="313"/>
                    <a:pt x="310" y="313"/>
                  </a:cubicBezTo>
                  <a:cubicBezTo>
                    <a:pt x="311" y="312"/>
                    <a:pt x="312" y="311"/>
                    <a:pt x="313" y="310"/>
                  </a:cubicBezTo>
                  <a:cubicBezTo>
                    <a:pt x="314" y="309"/>
                    <a:pt x="316" y="308"/>
                    <a:pt x="317" y="308"/>
                  </a:cubicBezTo>
                  <a:cubicBezTo>
                    <a:pt x="319" y="307"/>
                    <a:pt x="322" y="306"/>
                    <a:pt x="324" y="305"/>
                  </a:cubicBezTo>
                  <a:cubicBezTo>
                    <a:pt x="325" y="304"/>
                    <a:pt x="326" y="303"/>
                    <a:pt x="327" y="303"/>
                  </a:cubicBezTo>
                  <a:cubicBezTo>
                    <a:pt x="329" y="302"/>
                    <a:pt x="332" y="303"/>
                    <a:pt x="333" y="303"/>
                  </a:cubicBezTo>
                  <a:cubicBezTo>
                    <a:pt x="335" y="303"/>
                    <a:pt x="338" y="304"/>
                    <a:pt x="340" y="303"/>
                  </a:cubicBezTo>
                  <a:cubicBezTo>
                    <a:pt x="341" y="303"/>
                    <a:pt x="344" y="302"/>
                    <a:pt x="345" y="302"/>
                  </a:cubicBezTo>
                  <a:cubicBezTo>
                    <a:pt x="346" y="301"/>
                    <a:pt x="346" y="298"/>
                    <a:pt x="347" y="297"/>
                  </a:cubicBezTo>
                  <a:cubicBezTo>
                    <a:pt x="348" y="296"/>
                    <a:pt x="351" y="296"/>
                    <a:pt x="352" y="295"/>
                  </a:cubicBezTo>
                  <a:cubicBezTo>
                    <a:pt x="353" y="295"/>
                    <a:pt x="355" y="293"/>
                    <a:pt x="356" y="292"/>
                  </a:cubicBezTo>
                  <a:cubicBezTo>
                    <a:pt x="357" y="292"/>
                    <a:pt x="360" y="290"/>
                    <a:pt x="362" y="290"/>
                  </a:cubicBezTo>
                  <a:cubicBezTo>
                    <a:pt x="363" y="290"/>
                    <a:pt x="366" y="290"/>
                    <a:pt x="367" y="290"/>
                  </a:cubicBezTo>
                  <a:cubicBezTo>
                    <a:pt x="370" y="290"/>
                    <a:pt x="375" y="290"/>
                    <a:pt x="378" y="290"/>
                  </a:cubicBezTo>
                  <a:cubicBezTo>
                    <a:pt x="379" y="291"/>
                    <a:pt x="382" y="292"/>
                    <a:pt x="384" y="293"/>
                  </a:cubicBezTo>
                  <a:cubicBezTo>
                    <a:pt x="385" y="294"/>
                    <a:pt x="388" y="295"/>
                    <a:pt x="389" y="295"/>
                  </a:cubicBezTo>
                  <a:cubicBezTo>
                    <a:pt x="390" y="296"/>
                    <a:pt x="393" y="297"/>
                    <a:pt x="395" y="297"/>
                  </a:cubicBezTo>
                  <a:cubicBezTo>
                    <a:pt x="396" y="297"/>
                    <a:pt x="397" y="296"/>
                    <a:pt x="398" y="296"/>
                  </a:cubicBezTo>
                  <a:cubicBezTo>
                    <a:pt x="399" y="295"/>
                    <a:pt x="400" y="292"/>
                    <a:pt x="401" y="292"/>
                  </a:cubicBezTo>
                  <a:cubicBezTo>
                    <a:pt x="401" y="291"/>
                    <a:pt x="403" y="291"/>
                    <a:pt x="404" y="290"/>
                  </a:cubicBezTo>
                  <a:cubicBezTo>
                    <a:pt x="405" y="290"/>
                    <a:pt x="408" y="290"/>
                    <a:pt x="409" y="290"/>
                  </a:cubicBezTo>
                  <a:cubicBezTo>
                    <a:pt x="410" y="291"/>
                    <a:pt x="413" y="292"/>
                    <a:pt x="414" y="293"/>
                  </a:cubicBezTo>
                  <a:cubicBezTo>
                    <a:pt x="414" y="294"/>
                    <a:pt x="413" y="295"/>
                    <a:pt x="413" y="296"/>
                  </a:cubicBezTo>
                  <a:cubicBezTo>
                    <a:pt x="413" y="297"/>
                    <a:pt x="414" y="299"/>
                    <a:pt x="415" y="300"/>
                  </a:cubicBezTo>
                  <a:cubicBezTo>
                    <a:pt x="416" y="301"/>
                    <a:pt x="420" y="301"/>
                    <a:pt x="421" y="301"/>
                  </a:cubicBezTo>
                  <a:cubicBezTo>
                    <a:pt x="423" y="301"/>
                    <a:pt x="425" y="300"/>
                    <a:pt x="427" y="300"/>
                  </a:cubicBezTo>
                  <a:cubicBezTo>
                    <a:pt x="428" y="299"/>
                    <a:pt x="430" y="300"/>
                    <a:pt x="430" y="300"/>
                  </a:cubicBezTo>
                  <a:cubicBezTo>
                    <a:pt x="432" y="299"/>
                    <a:pt x="434" y="297"/>
                    <a:pt x="435" y="296"/>
                  </a:cubicBezTo>
                  <a:cubicBezTo>
                    <a:pt x="436" y="295"/>
                    <a:pt x="439" y="295"/>
                    <a:pt x="440" y="296"/>
                  </a:cubicBezTo>
                  <a:cubicBezTo>
                    <a:pt x="441" y="296"/>
                    <a:pt x="442" y="297"/>
                    <a:pt x="442" y="298"/>
                  </a:cubicBezTo>
                  <a:cubicBezTo>
                    <a:pt x="442" y="298"/>
                    <a:pt x="443" y="300"/>
                    <a:pt x="443" y="301"/>
                  </a:cubicBezTo>
                  <a:cubicBezTo>
                    <a:pt x="444" y="302"/>
                    <a:pt x="445" y="305"/>
                    <a:pt x="446" y="306"/>
                  </a:cubicBezTo>
                  <a:cubicBezTo>
                    <a:pt x="448" y="306"/>
                    <a:pt x="451" y="305"/>
                    <a:pt x="453" y="305"/>
                  </a:cubicBezTo>
                  <a:cubicBezTo>
                    <a:pt x="455" y="304"/>
                    <a:pt x="459" y="304"/>
                    <a:pt x="460" y="303"/>
                  </a:cubicBezTo>
                  <a:cubicBezTo>
                    <a:pt x="461" y="302"/>
                    <a:pt x="462" y="300"/>
                    <a:pt x="462" y="299"/>
                  </a:cubicBezTo>
                  <a:cubicBezTo>
                    <a:pt x="462" y="298"/>
                    <a:pt x="461" y="296"/>
                    <a:pt x="461" y="294"/>
                  </a:cubicBezTo>
                  <a:cubicBezTo>
                    <a:pt x="460" y="293"/>
                    <a:pt x="460" y="291"/>
                    <a:pt x="459" y="290"/>
                  </a:cubicBezTo>
                  <a:cubicBezTo>
                    <a:pt x="459" y="289"/>
                    <a:pt x="459" y="286"/>
                    <a:pt x="460" y="285"/>
                  </a:cubicBezTo>
                  <a:cubicBezTo>
                    <a:pt x="460" y="284"/>
                    <a:pt x="462" y="282"/>
                    <a:pt x="462" y="281"/>
                  </a:cubicBezTo>
                  <a:cubicBezTo>
                    <a:pt x="463" y="280"/>
                    <a:pt x="463" y="278"/>
                    <a:pt x="463" y="277"/>
                  </a:cubicBezTo>
                  <a:cubicBezTo>
                    <a:pt x="463" y="276"/>
                    <a:pt x="463" y="274"/>
                    <a:pt x="464" y="273"/>
                  </a:cubicBezTo>
                  <a:cubicBezTo>
                    <a:pt x="464" y="272"/>
                    <a:pt x="466" y="271"/>
                    <a:pt x="466" y="270"/>
                  </a:cubicBezTo>
                  <a:cubicBezTo>
                    <a:pt x="467" y="269"/>
                    <a:pt x="468" y="267"/>
                    <a:pt x="468" y="266"/>
                  </a:cubicBezTo>
                  <a:cubicBezTo>
                    <a:pt x="468" y="265"/>
                    <a:pt x="468" y="261"/>
                    <a:pt x="468" y="259"/>
                  </a:cubicBezTo>
                  <a:cubicBezTo>
                    <a:pt x="468" y="258"/>
                    <a:pt x="467" y="256"/>
                    <a:pt x="467" y="255"/>
                  </a:cubicBezTo>
                  <a:cubicBezTo>
                    <a:pt x="466" y="254"/>
                    <a:pt x="464" y="253"/>
                    <a:pt x="463" y="253"/>
                  </a:cubicBezTo>
                  <a:cubicBezTo>
                    <a:pt x="462" y="253"/>
                    <a:pt x="460" y="253"/>
                    <a:pt x="459" y="254"/>
                  </a:cubicBezTo>
                  <a:cubicBezTo>
                    <a:pt x="459" y="255"/>
                    <a:pt x="458" y="257"/>
                    <a:pt x="457" y="258"/>
                  </a:cubicBezTo>
                  <a:cubicBezTo>
                    <a:pt x="456" y="259"/>
                    <a:pt x="454" y="261"/>
                    <a:pt x="453" y="262"/>
                  </a:cubicBezTo>
                  <a:cubicBezTo>
                    <a:pt x="452" y="262"/>
                    <a:pt x="450" y="262"/>
                    <a:pt x="449" y="262"/>
                  </a:cubicBezTo>
                  <a:cubicBezTo>
                    <a:pt x="448" y="261"/>
                    <a:pt x="447" y="259"/>
                    <a:pt x="446" y="258"/>
                  </a:cubicBezTo>
                  <a:cubicBezTo>
                    <a:pt x="446" y="257"/>
                    <a:pt x="446" y="256"/>
                    <a:pt x="446" y="255"/>
                  </a:cubicBezTo>
                  <a:cubicBezTo>
                    <a:pt x="446" y="253"/>
                    <a:pt x="449" y="251"/>
                    <a:pt x="450" y="250"/>
                  </a:cubicBezTo>
                  <a:cubicBezTo>
                    <a:pt x="452" y="248"/>
                    <a:pt x="454" y="245"/>
                    <a:pt x="455" y="243"/>
                  </a:cubicBezTo>
                  <a:cubicBezTo>
                    <a:pt x="456" y="242"/>
                    <a:pt x="457" y="238"/>
                    <a:pt x="458" y="237"/>
                  </a:cubicBezTo>
                  <a:cubicBezTo>
                    <a:pt x="459" y="235"/>
                    <a:pt x="462" y="233"/>
                    <a:pt x="463" y="232"/>
                  </a:cubicBezTo>
                  <a:cubicBezTo>
                    <a:pt x="464" y="231"/>
                    <a:pt x="465" y="228"/>
                    <a:pt x="466" y="227"/>
                  </a:cubicBezTo>
                  <a:cubicBezTo>
                    <a:pt x="467" y="226"/>
                    <a:pt x="468" y="222"/>
                    <a:pt x="468" y="220"/>
                  </a:cubicBezTo>
                  <a:cubicBezTo>
                    <a:pt x="468" y="219"/>
                    <a:pt x="467" y="218"/>
                    <a:pt x="466" y="217"/>
                  </a:cubicBezTo>
                  <a:cubicBezTo>
                    <a:pt x="466" y="216"/>
                    <a:pt x="465" y="212"/>
                    <a:pt x="463" y="212"/>
                  </a:cubicBezTo>
                  <a:cubicBezTo>
                    <a:pt x="462" y="212"/>
                    <a:pt x="462" y="214"/>
                    <a:pt x="461" y="215"/>
                  </a:cubicBezTo>
                  <a:cubicBezTo>
                    <a:pt x="460" y="215"/>
                    <a:pt x="458" y="214"/>
                    <a:pt x="457" y="214"/>
                  </a:cubicBezTo>
                  <a:cubicBezTo>
                    <a:pt x="456" y="213"/>
                    <a:pt x="456" y="209"/>
                    <a:pt x="456" y="208"/>
                  </a:cubicBezTo>
                  <a:cubicBezTo>
                    <a:pt x="456" y="206"/>
                    <a:pt x="457" y="203"/>
                    <a:pt x="458" y="202"/>
                  </a:cubicBezTo>
                  <a:cubicBezTo>
                    <a:pt x="458" y="201"/>
                    <a:pt x="461" y="200"/>
                    <a:pt x="461" y="199"/>
                  </a:cubicBezTo>
                  <a:cubicBezTo>
                    <a:pt x="462" y="198"/>
                    <a:pt x="463" y="195"/>
                    <a:pt x="463" y="194"/>
                  </a:cubicBezTo>
                  <a:cubicBezTo>
                    <a:pt x="463" y="193"/>
                    <a:pt x="464" y="191"/>
                    <a:pt x="463" y="189"/>
                  </a:cubicBezTo>
                  <a:cubicBezTo>
                    <a:pt x="463" y="189"/>
                    <a:pt x="462" y="188"/>
                    <a:pt x="461" y="187"/>
                  </a:cubicBezTo>
                  <a:cubicBezTo>
                    <a:pt x="460" y="186"/>
                    <a:pt x="458" y="184"/>
                    <a:pt x="456" y="184"/>
                  </a:cubicBezTo>
                  <a:cubicBezTo>
                    <a:pt x="455" y="183"/>
                    <a:pt x="453" y="184"/>
                    <a:pt x="452" y="183"/>
                  </a:cubicBezTo>
                  <a:cubicBezTo>
                    <a:pt x="451" y="183"/>
                    <a:pt x="450" y="181"/>
                    <a:pt x="450" y="179"/>
                  </a:cubicBezTo>
                  <a:cubicBezTo>
                    <a:pt x="449" y="178"/>
                    <a:pt x="450" y="176"/>
                    <a:pt x="450" y="174"/>
                  </a:cubicBezTo>
                  <a:cubicBezTo>
                    <a:pt x="450" y="173"/>
                    <a:pt x="448" y="171"/>
                    <a:pt x="448" y="170"/>
                  </a:cubicBezTo>
                  <a:cubicBezTo>
                    <a:pt x="447" y="169"/>
                    <a:pt x="445" y="167"/>
                    <a:pt x="445" y="166"/>
                  </a:cubicBezTo>
                  <a:cubicBezTo>
                    <a:pt x="445" y="165"/>
                    <a:pt x="445" y="163"/>
                    <a:pt x="446" y="162"/>
                  </a:cubicBezTo>
                  <a:cubicBezTo>
                    <a:pt x="446" y="161"/>
                    <a:pt x="447" y="160"/>
                    <a:pt x="447" y="159"/>
                  </a:cubicBezTo>
                  <a:cubicBezTo>
                    <a:pt x="448" y="158"/>
                    <a:pt x="448" y="155"/>
                    <a:pt x="448" y="154"/>
                  </a:cubicBezTo>
                  <a:cubicBezTo>
                    <a:pt x="448" y="153"/>
                    <a:pt x="446" y="152"/>
                    <a:pt x="446" y="151"/>
                  </a:cubicBezTo>
                  <a:cubicBezTo>
                    <a:pt x="445" y="151"/>
                    <a:pt x="445" y="149"/>
                    <a:pt x="444" y="149"/>
                  </a:cubicBezTo>
                  <a:cubicBezTo>
                    <a:pt x="444" y="148"/>
                    <a:pt x="443" y="146"/>
                    <a:pt x="443" y="144"/>
                  </a:cubicBezTo>
                  <a:cubicBezTo>
                    <a:pt x="443" y="143"/>
                    <a:pt x="444" y="141"/>
                    <a:pt x="443" y="140"/>
                  </a:cubicBezTo>
                  <a:cubicBezTo>
                    <a:pt x="442" y="139"/>
                    <a:pt x="439" y="140"/>
                    <a:pt x="438" y="140"/>
                  </a:cubicBezTo>
                  <a:cubicBezTo>
                    <a:pt x="437" y="141"/>
                    <a:pt x="434" y="141"/>
                    <a:pt x="433" y="140"/>
                  </a:cubicBezTo>
                  <a:cubicBezTo>
                    <a:pt x="432" y="140"/>
                    <a:pt x="431" y="138"/>
                    <a:pt x="430" y="137"/>
                  </a:cubicBezTo>
                  <a:cubicBezTo>
                    <a:pt x="430" y="136"/>
                    <a:pt x="429" y="132"/>
                    <a:pt x="430" y="130"/>
                  </a:cubicBezTo>
                  <a:cubicBezTo>
                    <a:pt x="431" y="129"/>
                    <a:pt x="433" y="130"/>
                    <a:pt x="434" y="129"/>
                  </a:cubicBezTo>
                  <a:cubicBezTo>
                    <a:pt x="435" y="128"/>
                    <a:pt x="436" y="125"/>
                    <a:pt x="436" y="124"/>
                  </a:cubicBezTo>
                  <a:cubicBezTo>
                    <a:pt x="436" y="122"/>
                    <a:pt x="437" y="119"/>
                    <a:pt x="437" y="118"/>
                  </a:cubicBezTo>
                  <a:cubicBezTo>
                    <a:pt x="437" y="117"/>
                    <a:pt x="436" y="115"/>
                    <a:pt x="435" y="114"/>
                  </a:cubicBezTo>
                  <a:cubicBezTo>
                    <a:pt x="434" y="113"/>
                    <a:pt x="432" y="114"/>
                    <a:pt x="432" y="113"/>
                  </a:cubicBezTo>
                  <a:cubicBezTo>
                    <a:pt x="431" y="113"/>
                    <a:pt x="430" y="111"/>
                    <a:pt x="430" y="111"/>
                  </a:cubicBezTo>
                  <a:cubicBezTo>
                    <a:pt x="430" y="109"/>
                    <a:pt x="430" y="107"/>
                    <a:pt x="430" y="105"/>
                  </a:cubicBezTo>
                  <a:cubicBezTo>
                    <a:pt x="430" y="103"/>
                    <a:pt x="432" y="100"/>
                    <a:pt x="434" y="98"/>
                  </a:cubicBezTo>
                  <a:cubicBezTo>
                    <a:pt x="434" y="97"/>
                    <a:pt x="435" y="95"/>
                    <a:pt x="436" y="94"/>
                  </a:cubicBezTo>
                  <a:cubicBezTo>
                    <a:pt x="437" y="94"/>
                    <a:pt x="441" y="93"/>
                    <a:pt x="442" y="92"/>
                  </a:cubicBezTo>
                  <a:cubicBezTo>
                    <a:pt x="443" y="91"/>
                    <a:pt x="443" y="88"/>
                    <a:pt x="444" y="86"/>
                  </a:cubicBezTo>
                  <a:cubicBezTo>
                    <a:pt x="444" y="85"/>
                    <a:pt x="445" y="81"/>
                    <a:pt x="446" y="80"/>
                  </a:cubicBezTo>
                  <a:cubicBezTo>
                    <a:pt x="447" y="79"/>
                    <a:pt x="448" y="77"/>
                    <a:pt x="448" y="76"/>
                  </a:cubicBezTo>
                  <a:cubicBezTo>
                    <a:pt x="450" y="75"/>
                    <a:pt x="451" y="71"/>
                    <a:pt x="453" y="70"/>
                  </a:cubicBezTo>
                  <a:cubicBezTo>
                    <a:pt x="453" y="69"/>
                    <a:pt x="455" y="68"/>
                    <a:pt x="455" y="68"/>
                  </a:cubicBezTo>
                  <a:cubicBezTo>
                    <a:pt x="456" y="67"/>
                    <a:pt x="458" y="66"/>
                    <a:pt x="459" y="65"/>
                  </a:cubicBezTo>
                  <a:cubicBezTo>
                    <a:pt x="459" y="64"/>
                    <a:pt x="459" y="61"/>
                    <a:pt x="459" y="60"/>
                  </a:cubicBezTo>
                  <a:cubicBezTo>
                    <a:pt x="459" y="59"/>
                    <a:pt x="456" y="56"/>
                    <a:pt x="455" y="55"/>
                  </a:cubicBezTo>
                  <a:cubicBezTo>
                    <a:pt x="455" y="54"/>
                    <a:pt x="454" y="52"/>
                    <a:pt x="454" y="50"/>
                  </a:cubicBezTo>
                  <a:cubicBezTo>
                    <a:pt x="454" y="50"/>
                    <a:pt x="455" y="48"/>
                    <a:pt x="456" y="47"/>
                  </a:cubicBezTo>
                  <a:cubicBezTo>
                    <a:pt x="457" y="47"/>
                    <a:pt x="459" y="46"/>
                    <a:pt x="460" y="46"/>
                  </a:cubicBezTo>
                  <a:cubicBezTo>
                    <a:pt x="460" y="45"/>
                    <a:pt x="460" y="43"/>
                    <a:pt x="460" y="42"/>
                  </a:cubicBezTo>
                  <a:cubicBezTo>
                    <a:pt x="459" y="42"/>
                    <a:pt x="456" y="42"/>
                    <a:pt x="455" y="41"/>
                  </a:cubicBezTo>
                  <a:cubicBezTo>
                    <a:pt x="454" y="41"/>
                    <a:pt x="452" y="39"/>
                    <a:pt x="451" y="38"/>
                  </a:cubicBezTo>
                  <a:cubicBezTo>
                    <a:pt x="450" y="37"/>
                    <a:pt x="449" y="35"/>
                    <a:pt x="449" y="34"/>
                  </a:cubicBezTo>
                  <a:cubicBezTo>
                    <a:pt x="448" y="32"/>
                    <a:pt x="446" y="29"/>
                    <a:pt x="446" y="28"/>
                  </a:cubicBezTo>
                  <a:cubicBezTo>
                    <a:pt x="446" y="27"/>
                    <a:pt x="447" y="25"/>
                    <a:pt x="446" y="24"/>
                  </a:cubicBezTo>
                  <a:cubicBezTo>
                    <a:pt x="446" y="23"/>
                    <a:pt x="446" y="22"/>
                    <a:pt x="445" y="21"/>
                  </a:cubicBezTo>
                  <a:cubicBezTo>
                    <a:pt x="446" y="21"/>
                    <a:pt x="447" y="21"/>
                    <a:pt x="447" y="21"/>
                  </a:cubicBezTo>
                  <a:cubicBezTo>
                    <a:pt x="449" y="20"/>
                    <a:pt x="452" y="18"/>
                    <a:pt x="453" y="17"/>
                  </a:cubicBezTo>
                  <a:cubicBezTo>
                    <a:pt x="454" y="17"/>
                    <a:pt x="455" y="15"/>
                    <a:pt x="455" y="15"/>
                  </a:cubicBezTo>
                  <a:cubicBezTo>
                    <a:pt x="457" y="15"/>
                    <a:pt x="460" y="15"/>
                    <a:pt x="461" y="14"/>
                  </a:cubicBezTo>
                  <a:cubicBezTo>
                    <a:pt x="462" y="14"/>
                    <a:pt x="464" y="12"/>
                    <a:pt x="465" y="12"/>
                  </a:cubicBezTo>
                  <a:cubicBezTo>
                    <a:pt x="466" y="11"/>
                    <a:pt x="468" y="12"/>
                    <a:pt x="470" y="12"/>
                  </a:cubicBezTo>
                  <a:cubicBezTo>
                    <a:pt x="471" y="11"/>
                    <a:pt x="472" y="9"/>
                    <a:pt x="473" y="8"/>
                  </a:cubicBezTo>
                  <a:cubicBezTo>
                    <a:pt x="473" y="8"/>
                    <a:pt x="473" y="6"/>
                    <a:pt x="473" y="5"/>
                  </a:cubicBezTo>
                  <a:cubicBezTo>
                    <a:pt x="474" y="4"/>
                    <a:pt x="474" y="1"/>
                    <a:pt x="475" y="1"/>
                  </a:cubicBezTo>
                  <a:cubicBezTo>
                    <a:pt x="476" y="0"/>
                    <a:pt x="479" y="2"/>
                    <a:pt x="481" y="3"/>
                  </a:cubicBezTo>
                  <a:cubicBezTo>
                    <a:pt x="482" y="4"/>
                    <a:pt x="484" y="5"/>
                    <a:pt x="485" y="6"/>
                  </a:cubicBezTo>
                  <a:cubicBezTo>
                    <a:pt x="486" y="6"/>
                    <a:pt x="489" y="5"/>
                    <a:pt x="491" y="5"/>
                  </a:cubicBezTo>
                  <a:cubicBezTo>
                    <a:pt x="492" y="6"/>
                    <a:pt x="495" y="8"/>
                    <a:pt x="497" y="8"/>
                  </a:cubicBezTo>
                  <a:cubicBezTo>
                    <a:pt x="498" y="8"/>
                    <a:pt x="499" y="6"/>
                    <a:pt x="500" y="6"/>
                  </a:cubicBezTo>
                  <a:cubicBezTo>
                    <a:pt x="501" y="6"/>
                    <a:pt x="503" y="7"/>
                    <a:pt x="504" y="7"/>
                  </a:cubicBezTo>
                  <a:cubicBezTo>
                    <a:pt x="505" y="6"/>
                    <a:pt x="507" y="6"/>
                    <a:pt x="508" y="6"/>
                  </a:cubicBezTo>
                  <a:cubicBezTo>
                    <a:pt x="509" y="5"/>
                    <a:pt x="511" y="2"/>
                    <a:pt x="513" y="2"/>
                  </a:cubicBezTo>
                  <a:cubicBezTo>
                    <a:pt x="514" y="2"/>
                    <a:pt x="517" y="2"/>
                    <a:pt x="518" y="2"/>
                  </a:cubicBezTo>
                  <a:cubicBezTo>
                    <a:pt x="520" y="2"/>
                    <a:pt x="524" y="4"/>
                    <a:pt x="526" y="5"/>
                  </a:cubicBezTo>
                  <a:cubicBezTo>
                    <a:pt x="527" y="6"/>
                    <a:pt x="530" y="9"/>
                    <a:pt x="532" y="10"/>
                  </a:cubicBezTo>
                  <a:cubicBezTo>
                    <a:pt x="533" y="11"/>
                    <a:pt x="537" y="13"/>
                    <a:pt x="538" y="13"/>
                  </a:cubicBezTo>
                  <a:cubicBezTo>
                    <a:pt x="541" y="14"/>
                    <a:pt x="546" y="14"/>
                    <a:pt x="549" y="15"/>
                  </a:cubicBezTo>
                  <a:cubicBezTo>
                    <a:pt x="551" y="15"/>
                    <a:pt x="554" y="16"/>
                    <a:pt x="556" y="16"/>
                  </a:cubicBezTo>
                  <a:cubicBezTo>
                    <a:pt x="557" y="16"/>
                    <a:pt x="560" y="15"/>
                    <a:pt x="561" y="15"/>
                  </a:cubicBezTo>
                  <a:cubicBezTo>
                    <a:pt x="562" y="14"/>
                    <a:pt x="562" y="11"/>
                    <a:pt x="563" y="11"/>
                  </a:cubicBezTo>
                  <a:cubicBezTo>
                    <a:pt x="564" y="10"/>
                    <a:pt x="567" y="10"/>
                    <a:pt x="569" y="10"/>
                  </a:cubicBezTo>
                  <a:cubicBezTo>
                    <a:pt x="571" y="10"/>
                    <a:pt x="575" y="11"/>
                    <a:pt x="576" y="12"/>
                  </a:cubicBezTo>
                  <a:cubicBezTo>
                    <a:pt x="577" y="14"/>
                    <a:pt x="576" y="17"/>
                    <a:pt x="576" y="18"/>
                  </a:cubicBezTo>
                  <a:cubicBezTo>
                    <a:pt x="576" y="20"/>
                    <a:pt x="576" y="23"/>
                    <a:pt x="577" y="25"/>
                  </a:cubicBezTo>
                  <a:cubicBezTo>
                    <a:pt x="578" y="26"/>
                    <a:pt x="580" y="27"/>
                    <a:pt x="581" y="28"/>
                  </a:cubicBezTo>
                  <a:cubicBezTo>
                    <a:pt x="582" y="29"/>
                    <a:pt x="585" y="30"/>
                    <a:pt x="585" y="30"/>
                  </a:cubicBezTo>
                  <a:cubicBezTo>
                    <a:pt x="586" y="31"/>
                    <a:pt x="587" y="33"/>
                    <a:pt x="588" y="34"/>
                  </a:cubicBezTo>
                  <a:cubicBezTo>
                    <a:pt x="588" y="34"/>
                    <a:pt x="590" y="35"/>
                    <a:pt x="591" y="34"/>
                  </a:cubicBezTo>
                  <a:cubicBezTo>
                    <a:pt x="592" y="34"/>
                    <a:pt x="592" y="30"/>
                    <a:pt x="593" y="30"/>
                  </a:cubicBezTo>
                  <a:cubicBezTo>
                    <a:pt x="594" y="29"/>
                    <a:pt x="596" y="30"/>
                    <a:pt x="596" y="30"/>
                  </a:cubicBezTo>
                  <a:cubicBezTo>
                    <a:pt x="597" y="30"/>
                    <a:pt x="600" y="30"/>
                    <a:pt x="600" y="31"/>
                  </a:cubicBezTo>
                  <a:cubicBezTo>
                    <a:pt x="601" y="32"/>
                    <a:pt x="602" y="33"/>
                    <a:pt x="602" y="34"/>
                  </a:cubicBezTo>
                  <a:cubicBezTo>
                    <a:pt x="602" y="35"/>
                    <a:pt x="602" y="37"/>
                    <a:pt x="603" y="37"/>
                  </a:cubicBezTo>
                  <a:cubicBezTo>
                    <a:pt x="604" y="38"/>
                    <a:pt x="606" y="39"/>
                    <a:pt x="607" y="39"/>
                  </a:cubicBezTo>
                  <a:cubicBezTo>
                    <a:pt x="608" y="40"/>
                    <a:pt x="609" y="42"/>
                    <a:pt x="610" y="43"/>
                  </a:cubicBezTo>
                  <a:cubicBezTo>
                    <a:pt x="611" y="44"/>
                    <a:pt x="614" y="44"/>
                    <a:pt x="616" y="44"/>
                  </a:cubicBezTo>
                  <a:cubicBezTo>
                    <a:pt x="617" y="45"/>
                    <a:pt x="618" y="46"/>
                    <a:pt x="619" y="47"/>
                  </a:cubicBezTo>
                  <a:cubicBezTo>
                    <a:pt x="620" y="48"/>
                    <a:pt x="620" y="49"/>
                    <a:pt x="621" y="50"/>
                  </a:cubicBezTo>
                  <a:cubicBezTo>
                    <a:pt x="621" y="52"/>
                    <a:pt x="620" y="55"/>
                    <a:pt x="620" y="56"/>
                  </a:cubicBezTo>
                  <a:cubicBezTo>
                    <a:pt x="620" y="57"/>
                    <a:pt x="621" y="58"/>
                    <a:pt x="622" y="59"/>
                  </a:cubicBezTo>
                  <a:cubicBezTo>
                    <a:pt x="622" y="60"/>
                    <a:pt x="622" y="62"/>
                    <a:pt x="622" y="63"/>
                  </a:cubicBezTo>
                  <a:cubicBezTo>
                    <a:pt x="621" y="63"/>
                    <a:pt x="619" y="64"/>
                    <a:pt x="618" y="65"/>
                  </a:cubicBezTo>
                  <a:cubicBezTo>
                    <a:pt x="618" y="66"/>
                    <a:pt x="617" y="68"/>
                    <a:pt x="617" y="69"/>
                  </a:cubicBezTo>
                  <a:cubicBezTo>
                    <a:pt x="618" y="69"/>
                    <a:pt x="618" y="70"/>
                    <a:pt x="619" y="70"/>
                  </a:cubicBezTo>
                  <a:cubicBezTo>
                    <a:pt x="620" y="71"/>
                    <a:pt x="621" y="70"/>
                    <a:pt x="622" y="69"/>
                  </a:cubicBezTo>
                  <a:cubicBezTo>
                    <a:pt x="623" y="69"/>
                    <a:pt x="625" y="69"/>
                    <a:pt x="625" y="69"/>
                  </a:cubicBezTo>
                  <a:cubicBezTo>
                    <a:pt x="626" y="70"/>
                    <a:pt x="627" y="72"/>
                    <a:pt x="628" y="73"/>
                  </a:cubicBezTo>
                  <a:cubicBezTo>
                    <a:pt x="628" y="74"/>
                    <a:pt x="627" y="77"/>
                    <a:pt x="628" y="78"/>
                  </a:cubicBezTo>
                  <a:cubicBezTo>
                    <a:pt x="628" y="79"/>
                    <a:pt x="631" y="79"/>
                    <a:pt x="632" y="80"/>
                  </a:cubicBezTo>
                  <a:cubicBezTo>
                    <a:pt x="633" y="81"/>
                    <a:pt x="635" y="83"/>
                    <a:pt x="635" y="84"/>
                  </a:cubicBezTo>
                  <a:cubicBezTo>
                    <a:pt x="636" y="86"/>
                    <a:pt x="635" y="89"/>
                    <a:pt x="635" y="90"/>
                  </a:cubicBezTo>
                  <a:cubicBezTo>
                    <a:pt x="636" y="91"/>
                    <a:pt x="637" y="91"/>
                    <a:pt x="638" y="92"/>
                  </a:cubicBezTo>
                  <a:cubicBezTo>
                    <a:pt x="639" y="93"/>
                    <a:pt x="639" y="95"/>
                    <a:pt x="640" y="95"/>
                  </a:cubicBezTo>
                  <a:cubicBezTo>
                    <a:pt x="641" y="96"/>
                    <a:pt x="644" y="97"/>
                    <a:pt x="645" y="97"/>
                  </a:cubicBezTo>
                  <a:cubicBezTo>
                    <a:pt x="646" y="97"/>
                    <a:pt x="649" y="97"/>
                    <a:pt x="650" y="96"/>
                  </a:cubicBezTo>
                  <a:cubicBezTo>
                    <a:pt x="651" y="96"/>
                    <a:pt x="652" y="94"/>
                    <a:pt x="653" y="94"/>
                  </a:cubicBezTo>
                  <a:cubicBezTo>
                    <a:pt x="655" y="94"/>
                    <a:pt x="656" y="98"/>
                    <a:pt x="657" y="99"/>
                  </a:cubicBezTo>
                  <a:cubicBezTo>
                    <a:pt x="658" y="99"/>
                    <a:pt x="660" y="100"/>
                    <a:pt x="661" y="100"/>
                  </a:cubicBezTo>
                  <a:cubicBezTo>
                    <a:pt x="662" y="101"/>
                    <a:pt x="664" y="100"/>
                    <a:pt x="665" y="100"/>
                  </a:cubicBezTo>
                  <a:cubicBezTo>
                    <a:pt x="666" y="100"/>
                    <a:pt x="669" y="101"/>
                    <a:pt x="671" y="101"/>
                  </a:cubicBezTo>
                  <a:cubicBezTo>
                    <a:pt x="671" y="101"/>
                    <a:pt x="673" y="100"/>
                    <a:pt x="673" y="100"/>
                  </a:cubicBezTo>
                  <a:cubicBezTo>
                    <a:pt x="675" y="100"/>
                    <a:pt x="678" y="99"/>
                    <a:pt x="679" y="99"/>
                  </a:cubicBezTo>
                  <a:cubicBezTo>
                    <a:pt x="681" y="99"/>
                    <a:pt x="684" y="101"/>
                    <a:pt x="686" y="101"/>
                  </a:cubicBezTo>
                  <a:cubicBezTo>
                    <a:pt x="688" y="101"/>
                    <a:pt x="690" y="101"/>
                    <a:pt x="691" y="101"/>
                  </a:cubicBezTo>
                  <a:cubicBezTo>
                    <a:pt x="692" y="100"/>
                    <a:pt x="693" y="98"/>
                    <a:pt x="694" y="98"/>
                  </a:cubicBezTo>
                  <a:cubicBezTo>
                    <a:pt x="695" y="98"/>
                    <a:pt x="697" y="98"/>
                    <a:pt x="698" y="98"/>
                  </a:cubicBezTo>
                  <a:cubicBezTo>
                    <a:pt x="699" y="99"/>
                    <a:pt x="700" y="101"/>
                    <a:pt x="700" y="102"/>
                  </a:cubicBezTo>
                  <a:cubicBezTo>
                    <a:pt x="701" y="103"/>
                    <a:pt x="704" y="103"/>
                    <a:pt x="704" y="104"/>
                  </a:cubicBezTo>
                  <a:cubicBezTo>
                    <a:pt x="705" y="105"/>
                    <a:pt x="705" y="108"/>
                    <a:pt x="706" y="109"/>
                  </a:cubicBezTo>
                  <a:cubicBezTo>
                    <a:pt x="707" y="109"/>
                    <a:pt x="709" y="109"/>
                    <a:pt x="710" y="109"/>
                  </a:cubicBezTo>
                  <a:cubicBezTo>
                    <a:pt x="711" y="108"/>
                    <a:pt x="712" y="105"/>
                    <a:pt x="712" y="104"/>
                  </a:cubicBezTo>
                  <a:cubicBezTo>
                    <a:pt x="713" y="102"/>
                    <a:pt x="712" y="99"/>
                    <a:pt x="712" y="97"/>
                  </a:cubicBezTo>
                  <a:cubicBezTo>
                    <a:pt x="712" y="96"/>
                    <a:pt x="712" y="93"/>
                    <a:pt x="713" y="92"/>
                  </a:cubicBezTo>
                  <a:cubicBezTo>
                    <a:pt x="713" y="91"/>
                    <a:pt x="714" y="91"/>
                    <a:pt x="714" y="9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2"/>
            <p:cNvSpPr>
              <a:spLocks/>
            </p:cNvSpPr>
            <p:nvPr/>
          </p:nvSpPr>
          <p:spPr bwMode="auto">
            <a:xfrm>
              <a:off x="688976" y="3349625"/>
              <a:ext cx="2003425" cy="1160463"/>
            </a:xfrm>
            <a:custGeom>
              <a:avLst/>
              <a:gdLst/>
              <a:ahLst/>
              <a:cxnLst>
                <a:cxn ang="0">
                  <a:pos x="1056" y="365"/>
                </a:cxn>
                <a:cxn ang="0">
                  <a:pos x="1093" y="379"/>
                </a:cxn>
                <a:cxn ang="0">
                  <a:pos x="1079" y="422"/>
                </a:cxn>
                <a:cxn ang="0">
                  <a:pos x="1083" y="468"/>
                </a:cxn>
                <a:cxn ang="0">
                  <a:pos x="1113" y="497"/>
                </a:cxn>
                <a:cxn ang="0">
                  <a:pos x="1101" y="539"/>
                </a:cxn>
                <a:cxn ang="0">
                  <a:pos x="1048" y="612"/>
                </a:cxn>
                <a:cxn ang="0">
                  <a:pos x="1007" y="646"/>
                </a:cxn>
                <a:cxn ang="0">
                  <a:pos x="953" y="612"/>
                </a:cxn>
                <a:cxn ang="0">
                  <a:pos x="881" y="633"/>
                </a:cxn>
                <a:cxn ang="0">
                  <a:pos x="817" y="601"/>
                </a:cxn>
                <a:cxn ang="0">
                  <a:pos x="730" y="591"/>
                </a:cxn>
                <a:cxn ang="0">
                  <a:pos x="667" y="561"/>
                </a:cxn>
                <a:cxn ang="0">
                  <a:pos x="571" y="540"/>
                </a:cxn>
                <a:cxn ang="0">
                  <a:pos x="487" y="567"/>
                </a:cxn>
                <a:cxn ang="0">
                  <a:pos x="384" y="559"/>
                </a:cxn>
                <a:cxn ang="0">
                  <a:pos x="304" y="604"/>
                </a:cxn>
                <a:cxn ang="0">
                  <a:pos x="271" y="633"/>
                </a:cxn>
                <a:cxn ang="0">
                  <a:pos x="219" y="590"/>
                </a:cxn>
                <a:cxn ang="0">
                  <a:pos x="181" y="539"/>
                </a:cxn>
                <a:cxn ang="0">
                  <a:pos x="163" y="479"/>
                </a:cxn>
                <a:cxn ang="0">
                  <a:pos x="181" y="483"/>
                </a:cxn>
                <a:cxn ang="0">
                  <a:pos x="179" y="461"/>
                </a:cxn>
                <a:cxn ang="0">
                  <a:pos x="153" y="424"/>
                </a:cxn>
                <a:cxn ang="0">
                  <a:pos x="181" y="383"/>
                </a:cxn>
                <a:cxn ang="0">
                  <a:pos x="201" y="376"/>
                </a:cxn>
                <a:cxn ang="0">
                  <a:pos x="170" y="393"/>
                </a:cxn>
                <a:cxn ang="0">
                  <a:pos x="100" y="278"/>
                </a:cxn>
                <a:cxn ang="0">
                  <a:pos x="88" y="269"/>
                </a:cxn>
                <a:cxn ang="0">
                  <a:pos x="11" y="242"/>
                </a:cxn>
                <a:cxn ang="0">
                  <a:pos x="6" y="141"/>
                </a:cxn>
                <a:cxn ang="0">
                  <a:pos x="78" y="79"/>
                </a:cxn>
                <a:cxn ang="0">
                  <a:pos x="128" y="52"/>
                </a:cxn>
                <a:cxn ang="0">
                  <a:pos x="171" y="19"/>
                </a:cxn>
                <a:cxn ang="0">
                  <a:pos x="190" y="45"/>
                </a:cxn>
                <a:cxn ang="0">
                  <a:pos x="222" y="67"/>
                </a:cxn>
                <a:cxn ang="0">
                  <a:pos x="241" y="96"/>
                </a:cxn>
                <a:cxn ang="0">
                  <a:pos x="270" y="110"/>
                </a:cxn>
                <a:cxn ang="0">
                  <a:pos x="315" y="127"/>
                </a:cxn>
                <a:cxn ang="0">
                  <a:pos x="354" y="118"/>
                </a:cxn>
                <a:cxn ang="0">
                  <a:pos x="387" y="91"/>
                </a:cxn>
                <a:cxn ang="0">
                  <a:pos x="386" y="117"/>
                </a:cxn>
                <a:cxn ang="0">
                  <a:pos x="420" y="117"/>
                </a:cxn>
                <a:cxn ang="0">
                  <a:pos x="440" y="80"/>
                </a:cxn>
                <a:cxn ang="0">
                  <a:pos x="466" y="43"/>
                </a:cxn>
                <a:cxn ang="0">
                  <a:pos x="505" y="29"/>
                </a:cxn>
                <a:cxn ang="0">
                  <a:pos x="540" y="6"/>
                </a:cxn>
                <a:cxn ang="0">
                  <a:pos x="573" y="11"/>
                </a:cxn>
                <a:cxn ang="0">
                  <a:pos x="596" y="50"/>
                </a:cxn>
                <a:cxn ang="0">
                  <a:pos x="643" y="97"/>
                </a:cxn>
                <a:cxn ang="0">
                  <a:pos x="682" y="141"/>
                </a:cxn>
                <a:cxn ang="0">
                  <a:pos x="725" y="144"/>
                </a:cxn>
                <a:cxn ang="0">
                  <a:pos x="773" y="154"/>
                </a:cxn>
                <a:cxn ang="0">
                  <a:pos x="823" y="159"/>
                </a:cxn>
                <a:cxn ang="0">
                  <a:pos x="862" y="169"/>
                </a:cxn>
                <a:cxn ang="0">
                  <a:pos x="909" y="178"/>
                </a:cxn>
                <a:cxn ang="0">
                  <a:pos x="948" y="185"/>
                </a:cxn>
                <a:cxn ang="0">
                  <a:pos x="998" y="190"/>
                </a:cxn>
                <a:cxn ang="0">
                  <a:pos x="1019" y="221"/>
                </a:cxn>
                <a:cxn ang="0">
                  <a:pos x="1032" y="258"/>
                </a:cxn>
                <a:cxn ang="0">
                  <a:pos x="999" y="298"/>
                </a:cxn>
              </a:cxnLst>
              <a:rect l="0" t="0" r="r" b="b"/>
              <a:pathLst>
                <a:path w="1128" h="653">
                  <a:moveTo>
                    <a:pt x="1031" y="325"/>
                  </a:moveTo>
                  <a:cubicBezTo>
                    <a:pt x="1032" y="325"/>
                    <a:pt x="1033" y="325"/>
                    <a:pt x="1034" y="325"/>
                  </a:cubicBezTo>
                  <a:cubicBezTo>
                    <a:pt x="1035" y="325"/>
                    <a:pt x="1037" y="325"/>
                    <a:pt x="1038" y="325"/>
                  </a:cubicBezTo>
                  <a:cubicBezTo>
                    <a:pt x="1040" y="327"/>
                    <a:pt x="1040" y="334"/>
                    <a:pt x="1041" y="337"/>
                  </a:cubicBezTo>
                  <a:cubicBezTo>
                    <a:pt x="1041" y="338"/>
                    <a:pt x="1042" y="341"/>
                    <a:pt x="1042" y="342"/>
                  </a:cubicBezTo>
                  <a:cubicBezTo>
                    <a:pt x="1042" y="343"/>
                    <a:pt x="1042" y="346"/>
                    <a:pt x="1042" y="347"/>
                  </a:cubicBezTo>
                  <a:cubicBezTo>
                    <a:pt x="1043" y="347"/>
                    <a:pt x="1044" y="348"/>
                    <a:pt x="1045" y="348"/>
                  </a:cubicBezTo>
                  <a:cubicBezTo>
                    <a:pt x="1046" y="349"/>
                    <a:pt x="1046" y="352"/>
                    <a:pt x="1047" y="354"/>
                  </a:cubicBezTo>
                  <a:cubicBezTo>
                    <a:pt x="1048" y="355"/>
                    <a:pt x="1050" y="358"/>
                    <a:pt x="1051" y="359"/>
                  </a:cubicBezTo>
                  <a:cubicBezTo>
                    <a:pt x="1053" y="360"/>
                    <a:pt x="1055" y="364"/>
                    <a:pt x="1056" y="365"/>
                  </a:cubicBezTo>
                  <a:cubicBezTo>
                    <a:pt x="1056" y="365"/>
                    <a:pt x="1058" y="366"/>
                    <a:pt x="1058" y="366"/>
                  </a:cubicBezTo>
                  <a:cubicBezTo>
                    <a:pt x="1060" y="367"/>
                    <a:pt x="1063" y="366"/>
                    <a:pt x="1064" y="366"/>
                  </a:cubicBezTo>
                  <a:cubicBezTo>
                    <a:pt x="1065" y="366"/>
                    <a:pt x="1068" y="365"/>
                    <a:pt x="1068" y="366"/>
                  </a:cubicBezTo>
                  <a:cubicBezTo>
                    <a:pt x="1069" y="367"/>
                    <a:pt x="1069" y="370"/>
                    <a:pt x="1069" y="371"/>
                  </a:cubicBezTo>
                  <a:cubicBezTo>
                    <a:pt x="1070" y="372"/>
                    <a:pt x="1071" y="374"/>
                    <a:pt x="1072" y="374"/>
                  </a:cubicBezTo>
                  <a:cubicBezTo>
                    <a:pt x="1073" y="374"/>
                    <a:pt x="1076" y="373"/>
                    <a:pt x="1077" y="373"/>
                  </a:cubicBezTo>
                  <a:cubicBezTo>
                    <a:pt x="1078" y="373"/>
                    <a:pt x="1080" y="376"/>
                    <a:pt x="1081" y="376"/>
                  </a:cubicBezTo>
                  <a:cubicBezTo>
                    <a:pt x="1083" y="377"/>
                    <a:pt x="1085" y="378"/>
                    <a:pt x="1087" y="378"/>
                  </a:cubicBezTo>
                  <a:cubicBezTo>
                    <a:pt x="1087" y="377"/>
                    <a:pt x="1089" y="376"/>
                    <a:pt x="1090" y="376"/>
                  </a:cubicBezTo>
                  <a:cubicBezTo>
                    <a:pt x="1091" y="376"/>
                    <a:pt x="1092" y="378"/>
                    <a:pt x="1093" y="379"/>
                  </a:cubicBezTo>
                  <a:cubicBezTo>
                    <a:pt x="1094" y="380"/>
                    <a:pt x="1095" y="381"/>
                    <a:pt x="1096" y="382"/>
                  </a:cubicBezTo>
                  <a:cubicBezTo>
                    <a:pt x="1096" y="383"/>
                    <a:pt x="1094" y="385"/>
                    <a:pt x="1093" y="386"/>
                  </a:cubicBezTo>
                  <a:cubicBezTo>
                    <a:pt x="1092" y="387"/>
                    <a:pt x="1089" y="386"/>
                    <a:pt x="1087" y="387"/>
                  </a:cubicBezTo>
                  <a:cubicBezTo>
                    <a:pt x="1086" y="388"/>
                    <a:pt x="1083" y="390"/>
                    <a:pt x="1082" y="392"/>
                  </a:cubicBezTo>
                  <a:cubicBezTo>
                    <a:pt x="1082" y="393"/>
                    <a:pt x="1083" y="396"/>
                    <a:pt x="1083" y="397"/>
                  </a:cubicBezTo>
                  <a:cubicBezTo>
                    <a:pt x="1083" y="398"/>
                    <a:pt x="1081" y="400"/>
                    <a:pt x="1080" y="401"/>
                  </a:cubicBezTo>
                  <a:cubicBezTo>
                    <a:pt x="1080" y="403"/>
                    <a:pt x="1082" y="405"/>
                    <a:pt x="1082" y="406"/>
                  </a:cubicBezTo>
                  <a:cubicBezTo>
                    <a:pt x="1082" y="408"/>
                    <a:pt x="1083" y="411"/>
                    <a:pt x="1082" y="413"/>
                  </a:cubicBezTo>
                  <a:cubicBezTo>
                    <a:pt x="1082" y="414"/>
                    <a:pt x="1080" y="415"/>
                    <a:pt x="1079" y="417"/>
                  </a:cubicBezTo>
                  <a:cubicBezTo>
                    <a:pt x="1079" y="418"/>
                    <a:pt x="1079" y="421"/>
                    <a:pt x="1079" y="422"/>
                  </a:cubicBezTo>
                  <a:cubicBezTo>
                    <a:pt x="1079" y="424"/>
                    <a:pt x="1079" y="426"/>
                    <a:pt x="1078" y="427"/>
                  </a:cubicBezTo>
                  <a:cubicBezTo>
                    <a:pt x="1077" y="427"/>
                    <a:pt x="1075" y="427"/>
                    <a:pt x="1074" y="428"/>
                  </a:cubicBezTo>
                  <a:cubicBezTo>
                    <a:pt x="1073" y="429"/>
                    <a:pt x="1075" y="433"/>
                    <a:pt x="1075" y="435"/>
                  </a:cubicBezTo>
                  <a:cubicBezTo>
                    <a:pt x="1076" y="436"/>
                    <a:pt x="1078" y="439"/>
                    <a:pt x="1078" y="440"/>
                  </a:cubicBezTo>
                  <a:cubicBezTo>
                    <a:pt x="1079" y="442"/>
                    <a:pt x="1080" y="446"/>
                    <a:pt x="1080" y="447"/>
                  </a:cubicBezTo>
                  <a:cubicBezTo>
                    <a:pt x="1080" y="448"/>
                    <a:pt x="1080" y="450"/>
                    <a:pt x="1080" y="451"/>
                  </a:cubicBezTo>
                  <a:cubicBezTo>
                    <a:pt x="1080" y="452"/>
                    <a:pt x="1081" y="453"/>
                    <a:pt x="1081" y="454"/>
                  </a:cubicBezTo>
                  <a:cubicBezTo>
                    <a:pt x="1081" y="455"/>
                    <a:pt x="1082" y="458"/>
                    <a:pt x="1082" y="459"/>
                  </a:cubicBezTo>
                  <a:cubicBezTo>
                    <a:pt x="1082" y="461"/>
                    <a:pt x="1080" y="464"/>
                    <a:pt x="1081" y="465"/>
                  </a:cubicBezTo>
                  <a:cubicBezTo>
                    <a:pt x="1081" y="466"/>
                    <a:pt x="1083" y="468"/>
                    <a:pt x="1083" y="468"/>
                  </a:cubicBezTo>
                  <a:cubicBezTo>
                    <a:pt x="1084" y="469"/>
                    <a:pt x="1087" y="471"/>
                    <a:pt x="1088" y="472"/>
                  </a:cubicBezTo>
                  <a:cubicBezTo>
                    <a:pt x="1088" y="473"/>
                    <a:pt x="1089" y="475"/>
                    <a:pt x="1089" y="476"/>
                  </a:cubicBezTo>
                  <a:cubicBezTo>
                    <a:pt x="1090" y="477"/>
                    <a:pt x="1091" y="481"/>
                    <a:pt x="1092" y="483"/>
                  </a:cubicBezTo>
                  <a:cubicBezTo>
                    <a:pt x="1092" y="484"/>
                    <a:pt x="1092" y="487"/>
                    <a:pt x="1093" y="488"/>
                  </a:cubicBezTo>
                  <a:cubicBezTo>
                    <a:pt x="1093" y="490"/>
                    <a:pt x="1095" y="494"/>
                    <a:pt x="1097" y="495"/>
                  </a:cubicBezTo>
                  <a:cubicBezTo>
                    <a:pt x="1097" y="496"/>
                    <a:pt x="1100" y="497"/>
                    <a:pt x="1101" y="497"/>
                  </a:cubicBezTo>
                  <a:cubicBezTo>
                    <a:pt x="1101" y="496"/>
                    <a:pt x="1101" y="494"/>
                    <a:pt x="1102" y="493"/>
                  </a:cubicBezTo>
                  <a:cubicBezTo>
                    <a:pt x="1103" y="493"/>
                    <a:pt x="1104" y="492"/>
                    <a:pt x="1105" y="492"/>
                  </a:cubicBezTo>
                  <a:cubicBezTo>
                    <a:pt x="1106" y="492"/>
                    <a:pt x="1108" y="494"/>
                    <a:pt x="1108" y="494"/>
                  </a:cubicBezTo>
                  <a:cubicBezTo>
                    <a:pt x="1109" y="495"/>
                    <a:pt x="1112" y="496"/>
                    <a:pt x="1113" y="497"/>
                  </a:cubicBezTo>
                  <a:cubicBezTo>
                    <a:pt x="1113" y="498"/>
                    <a:pt x="1114" y="500"/>
                    <a:pt x="1115" y="501"/>
                  </a:cubicBezTo>
                  <a:cubicBezTo>
                    <a:pt x="1116" y="502"/>
                    <a:pt x="1117" y="504"/>
                    <a:pt x="1118" y="505"/>
                  </a:cubicBezTo>
                  <a:cubicBezTo>
                    <a:pt x="1119" y="507"/>
                    <a:pt x="1121" y="509"/>
                    <a:pt x="1122" y="511"/>
                  </a:cubicBezTo>
                  <a:cubicBezTo>
                    <a:pt x="1123" y="512"/>
                    <a:pt x="1125" y="514"/>
                    <a:pt x="1126" y="515"/>
                  </a:cubicBezTo>
                  <a:cubicBezTo>
                    <a:pt x="1127" y="516"/>
                    <a:pt x="1127" y="518"/>
                    <a:pt x="1128" y="519"/>
                  </a:cubicBezTo>
                  <a:cubicBezTo>
                    <a:pt x="1127" y="520"/>
                    <a:pt x="1126" y="520"/>
                    <a:pt x="1126" y="520"/>
                  </a:cubicBezTo>
                  <a:cubicBezTo>
                    <a:pt x="1124" y="521"/>
                    <a:pt x="1121" y="521"/>
                    <a:pt x="1119" y="522"/>
                  </a:cubicBezTo>
                  <a:cubicBezTo>
                    <a:pt x="1118" y="522"/>
                    <a:pt x="1116" y="524"/>
                    <a:pt x="1115" y="525"/>
                  </a:cubicBezTo>
                  <a:cubicBezTo>
                    <a:pt x="1113" y="526"/>
                    <a:pt x="1110" y="530"/>
                    <a:pt x="1109" y="532"/>
                  </a:cubicBezTo>
                  <a:cubicBezTo>
                    <a:pt x="1107" y="534"/>
                    <a:pt x="1103" y="538"/>
                    <a:pt x="1101" y="539"/>
                  </a:cubicBezTo>
                  <a:cubicBezTo>
                    <a:pt x="1100" y="540"/>
                    <a:pt x="1096" y="542"/>
                    <a:pt x="1094" y="543"/>
                  </a:cubicBezTo>
                  <a:cubicBezTo>
                    <a:pt x="1093" y="544"/>
                    <a:pt x="1090" y="545"/>
                    <a:pt x="1089" y="546"/>
                  </a:cubicBezTo>
                  <a:cubicBezTo>
                    <a:pt x="1087" y="547"/>
                    <a:pt x="1084" y="551"/>
                    <a:pt x="1083" y="552"/>
                  </a:cubicBezTo>
                  <a:cubicBezTo>
                    <a:pt x="1081" y="555"/>
                    <a:pt x="1077" y="561"/>
                    <a:pt x="1075" y="564"/>
                  </a:cubicBezTo>
                  <a:cubicBezTo>
                    <a:pt x="1074" y="567"/>
                    <a:pt x="1072" y="572"/>
                    <a:pt x="1070" y="575"/>
                  </a:cubicBezTo>
                  <a:cubicBezTo>
                    <a:pt x="1069" y="577"/>
                    <a:pt x="1066" y="583"/>
                    <a:pt x="1065" y="585"/>
                  </a:cubicBezTo>
                  <a:cubicBezTo>
                    <a:pt x="1063" y="587"/>
                    <a:pt x="1060" y="590"/>
                    <a:pt x="1059" y="592"/>
                  </a:cubicBezTo>
                  <a:cubicBezTo>
                    <a:pt x="1057" y="594"/>
                    <a:pt x="1054" y="597"/>
                    <a:pt x="1053" y="599"/>
                  </a:cubicBezTo>
                  <a:cubicBezTo>
                    <a:pt x="1052" y="601"/>
                    <a:pt x="1052" y="604"/>
                    <a:pt x="1051" y="606"/>
                  </a:cubicBezTo>
                  <a:cubicBezTo>
                    <a:pt x="1050" y="608"/>
                    <a:pt x="1049" y="611"/>
                    <a:pt x="1048" y="612"/>
                  </a:cubicBezTo>
                  <a:cubicBezTo>
                    <a:pt x="1047" y="613"/>
                    <a:pt x="1044" y="613"/>
                    <a:pt x="1043" y="614"/>
                  </a:cubicBezTo>
                  <a:cubicBezTo>
                    <a:pt x="1041" y="614"/>
                    <a:pt x="1039" y="615"/>
                    <a:pt x="1037" y="615"/>
                  </a:cubicBezTo>
                  <a:cubicBezTo>
                    <a:pt x="1035" y="616"/>
                    <a:pt x="1032" y="619"/>
                    <a:pt x="1030" y="620"/>
                  </a:cubicBezTo>
                  <a:cubicBezTo>
                    <a:pt x="1029" y="621"/>
                    <a:pt x="1027" y="623"/>
                    <a:pt x="1027" y="624"/>
                  </a:cubicBezTo>
                  <a:cubicBezTo>
                    <a:pt x="1026" y="626"/>
                    <a:pt x="1025" y="630"/>
                    <a:pt x="1023" y="632"/>
                  </a:cubicBezTo>
                  <a:cubicBezTo>
                    <a:pt x="1023" y="632"/>
                    <a:pt x="1022" y="633"/>
                    <a:pt x="1022" y="633"/>
                  </a:cubicBezTo>
                  <a:cubicBezTo>
                    <a:pt x="1020" y="633"/>
                    <a:pt x="1018" y="633"/>
                    <a:pt x="1017" y="633"/>
                  </a:cubicBezTo>
                  <a:cubicBezTo>
                    <a:pt x="1015" y="633"/>
                    <a:pt x="1013" y="633"/>
                    <a:pt x="1011" y="634"/>
                  </a:cubicBezTo>
                  <a:cubicBezTo>
                    <a:pt x="1010" y="635"/>
                    <a:pt x="1009" y="637"/>
                    <a:pt x="1008" y="639"/>
                  </a:cubicBezTo>
                  <a:cubicBezTo>
                    <a:pt x="1008" y="640"/>
                    <a:pt x="1008" y="644"/>
                    <a:pt x="1007" y="646"/>
                  </a:cubicBezTo>
                  <a:cubicBezTo>
                    <a:pt x="1006" y="646"/>
                    <a:pt x="1004" y="646"/>
                    <a:pt x="1003" y="646"/>
                  </a:cubicBezTo>
                  <a:cubicBezTo>
                    <a:pt x="1001" y="647"/>
                    <a:pt x="997" y="647"/>
                    <a:pt x="995" y="647"/>
                  </a:cubicBezTo>
                  <a:cubicBezTo>
                    <a:pt x="994" y="648"/>
                    <a:pt x="991" y="650"/>
                    <a:pt x="989" y="651"/>
                  </a:cubicBezTo>
                  <a:cubicBezTo>
                    <a:pt x="987" y="652"/>
                    <a:pt x="982" y="653"/>
                    <a:pt x="980" y="652"/>
                  </a:cubicBezTo>
                  <a:cubicBezTo>
                    <a:pt x="978" y="651"/>
                    <a:pt x="977" y="647"/>
                    <a:pt x="976" y="646"/>
                  </a:cubicBezTo>
                  <a:cubicBezTo>
                    <a:pt x="975" y="643"/>
                    <a:pt x="973" y="637"/>
                    <a:pt x="973" y="635"/>
                  </a:cubicBezTo>
                  <a:cubicBezTo>
                    <a:pt x="972" y="632"/>
                    <a:pt x="970" y="627"/>
                    <a:pt x="969" y="624"/>
                  </a:cubicBezTo>
                  <a:cubicBezTo>
                    <a:pt x="968" y="622"/>
                    <a:pt x="966" y="617"/>
                    <a:pt x="965" y="615"/>
                  </a:cubicBezTo>
                  <a:cubicBezTo>
                    <a:pt x="964" y="613"/>
                    <a:pt x="962" y="612"/>
                    <a:pt x="960" y="611"/>
                  </a:cubicBezTo>
                  <a:cubicBezTo>
                    <a:pt x="958" y="611"/>
                    <a:pt x="955" y="612"/>
                    <a:pt x="953" y="612"/>
                  </a:cubicBezTo>
                  <a:cubicBezTo>
                    <a:pt x="951" y="612"/>
                    <a:pt x="947" y="612"/>
                    <a:pt x="946" y="613"/>
                  </a:cubicBezTo>
                  <a:cubicBezTo>
                    <a:pt x="943" y="613"/>
                    <a:pt x="938" y="614"/>
                    <a:pt x="936" y="614"/>
                  </a:cubicBezTo>
                  <a:cubicBezTo>
                    <a:pt x="934" y="613"/>
                    <a:pt x="930" y="612"/>
                    <a:pt x="929" y="611"/>
                  </a:cubicBezTo>
                  <a:cubicBezTo>
                    <a:pt x="927" y="610"/>
                    <a:pt x="924" y="608"/>
                    <a:pt x="923" y="608"/>
                  </a:cubicBezTo>
                  <a:cubicBezTo>
                    <a:pt x="921" y="607"/>
                    <a:pt x="916" y="608"/>
                    <a:pt x="914" y="608"/>
                  </a:cubicBezTo>
                  <a:cubicBezTo>
                    <a:pt x="913" y="609"/>
                    <a:pt x="909" y="610"/>
                    <a:pt x="907" y="611"/>
                  </a:cubicBezTo>
                  <a:cubicBezTo>
                    <a:pt x="905" y="612"/>
                    <a:pt x="902" y="614"/>
                    <a:pt x="901" y="615"/>
                  </a:cubicBezTo>
                  <a:cubicBezTo>
                    <a:pt x="899" y="617"/>
                    <a:pt x="897" y="621"/>
                    <a:pt x="896" y="623"/>
                  </a:cubicBezTo>
                  <a:cubicBezTo>
                    <a:pt x="895" y="625"/>
                    <a:pt x="893" y="628"/>
                    <a:pt x="891" y="629"/>
                  </a:cubicBezTo>
                  <a:cubicBezTo>
                    <a:pt x="889" y="630"/>
                    <a:pt x="884" y="632"/>
                    <a:pt x="881" y="633"/>
                  </a:cubicBezTo>
                  <a:cubicBezTo>
                    <a:pt x="879" y="633"/>
                    <a:pt x="873" y="633"/>
                    <a:pt x="870" y="633"/>
                  </a:cubicBezTo>
                  <a:cubicBezTo>
                    <a:pt x="868" y="632"/>
                    <a:pt x="864" y="631"/>
                    <a:pt x="862" y="629"/>
                  </a:cubicBezTo>
                  <a:cubicBezTo>
                    <a:pt x="860" y="628"/>
                    <a:pt x="858" y="623"/>
                    <a:pt x="856" y="621"/>
                  </a:cubicBezTo>
                  <a:cubicBezTo>
                    <a:pt x="855" y="621"/>
                    <a:pt x="852" y="622"/>
                    <a:pt x="851" y="621"/>
                  </a:cubicBezTo>
                  <a:cubicBezTo>
                    <a:pt x="849" y="621"/>
                    <a:pt x="847" y="620"/>
                    <a:pt x="846" y="619"/>
                  </a:cubicBezTo>
                  <a:cubicBezTo>
                    <a:pt x="844" y="618"/>
                    <a:pt x="842" y="614"/>
                    <a:pt x="841" y="612"/>
                  </a:cubicBezTo>
                  <a:cubicBezTo>
                    <a:pt x="840" y="611"/>
                    <a:pt x="840" y="606"/>
                    <a:pt x="838" y="605"/>
                  </a:cubicBezTo>
                  <a:cubicBezTo>
                    <a:pt x="837" y="604"/>
                    <a:pt x="834" y="603"/>
                    <a:pt x="832" y="603"/>
                  </a:cubicBezTo>
                  <a:cubicBezTo>
                    <a:pt x="830" y="602"/>
                    <a:pt x="825" y="604"/>
                    <a:pt x="823" y="603"/>
                  </a:cubicBezTo>
                  <a:cubicBezTo>
                    <a:pt x="821" y="603"/>
                    <a:pt x="818" y="602"/>
                    <a:pt x="817" y="601"/>
                  </a:cubicBezTo>
                  <a:cubicBezTo>
                    <a:pt x="813" y="600"/>
                    <a:pt x="807" y="597"/>
                    <a:pt x="804" y="596"/>
                  </a:cubicBezTo>
                  <a:cubicBezTo>
                    <a:pt x="802" y="595"/>
                    <a:pt x="799" y="594"/>
                    <a:pt x="798" y="593"/>
                  </a:cubicBezTo>
                  <a:cubicBezTo>
                    <a:pt x="796" y="593"/>
                    <a:pt x="791" y="595"/>
                    <a:pt x="788" y="594"/>
                  </a:cubicBezTo>
                  <a:cubicBezTo>
                    <a:pt x="786" y="594"/>
                    <a:pt x="782" y="592"/>
                    <a:pt x="780" y="591"/>
                  </a:cubicBezTo>
                  <a:cubicBezTo>
                    <a:pt x="778" y="590"/>
                    <a:pt x="774" y="587"/>
                    <a:pt x="771" y="586"/>
                  </a:cubicBezTo>
                  <a:cubicBezTo>
                    <a:pt x="769" y="585"/>
                    <a:pt x="763" y="586"/>
                    <a:pt x="760" y="586"/>
                  </a:cubicBezTo>
                  <a:cubicBezTo>
                    <a:pt x="759" y="586"/>
                    <a:pt x="755" y="586"/>
                    <a:pt x="754" y="586"/>
                  </a:cubicBezTo>
                  <a:cubicBezTo>
                    <a:pt x="752" y="587"/>
                    <a:pt x="749" y="588"/>
                    <a:pt x="748" y="589"/>
                  </a:cubicBezTo>
                  <a:cubicBezTo>
                    <a:pt x="746" y="590"/>
                    <a:pt x="742" y="591"/>
                    <a:pt x="740" y="591"/>
                  </a:cubicBezTo>
                  <a:cubicBezTo>
                    <a:pt x="738" y="592"/>
                    <a:pt x="733" y="592"/>
                    <a:pt x="730" y="591"/>
                  </a:cubicBezTo>
                  <a:cubicBezTo>
                    <a:pt x="729" y="591"/>
                    <a:pt x="726" y="588"/>
                    <a:pt x="724" y="587"/>
                  </a:cubicBezTo>
                  <a:cubicBezTo>
                    <a:pt x="722" y="586"/>
                    <a:pt x="719" y="582"/>
                    <a:pt x="716" y="580"/>
                  </a:cubicBezTo>
                  <a:cubicBezTo>
                    <a:pt x="715" y="579"/>
                    <a:pt x="712" y="578"/>
                    <a:pt x="710" y="577"/>
                  </a:cubicBezTo>
                  <a:cubicBezTo>
                    <a:pt x="708" y="576"/>
                    <a:pt x="705" y="574"/>
                    <a:pt x="704" y="573"/>
                  </a:cubicBezTo>
                  <a:cubicBezTo>
                    <a:pt x="703" y="572"/>
                    <a:pt x="701" y="569"/>
                    <a:pt x="700" y="568"/>
                  </a:cubicBezTo>
                  <a:cubicBezTo>
                    <a:pt x="699" y="567"/>
                    <a:pt x="696" y="566"/>
                    <a:pt x="694" y="566"/>
                  </a:cubicBezTo>
                  <a:cubicBezTo>
                    <a:pt x="693" y="566"/>
                    <a:pt x="691" y="567"/>
                    <a:pt x="690" y="568"/>
                  </a:cubicBezTo>
                  <a:cubicBezTo>
                    <a:pt x="688" y="568"/>
                    <a:pt x="684" y="568"/>
                    <a:pt x="683" y="568"/>
                  </a:cubicBezTo>
                  <a:cubicBezTo>
                    <a:pt x="681" y="567"/>
                    <a:pt x="678" y="566"/>
                    <a:pt x="676" y="565"/>
                  </a:cubicBezTo>
                  <a:cubicBezTo>
                    <a:pt x="674" y="564"/>
                    <a:pt x="670" y="562"/>
                    <a:pt x="667" y="561"/>
                  </a:cubicBezTo>
                  <a:cubicBezTo>
                    <a:pt x="665" y="560"/>
                    <a:pt x="662" y="557"/>
                    <a:pt x="659" y="556"/>
                  </a:cubicBezTo>
                  <a:cubicBezTo>
                    <a:pt x="657" y="555"/>
                    <a:pt x="651" y="554"/>
                    <a:pt x="648" y="554"/>
                  </a:cubicBezTo>
                  <a:cubicBezTo>
                    <a:pt x="646" y="553"/>
                    <a:pt x="641" y="555"/>
                    <a:pt x="638" y="555"/>
                  </a:cubicBezTo>
                  <a:cubicBezTo>
                    <a:pt x="635" y="555"/>
                    <a:pt x="629" y="554"/>
                    <a:pt x="627" y="553"/>
                  </a:cubicBezTo>
                  <a:cubicBezTo>
                    <a:pt x="625" y="552"/>
                    <a:pt x="623" y="549"/>
                    <a:pt x="622" y="548"/>
                  </a:cubicBezTo>
                  <a:cubicBezTo>
                    <a:pt x="620" y="546"/>
                    <a:pt x="615" y="544"/>
                    <a:pt x="612" y="543"/>
                  </a:cubicBezTo>
                  <a:cubicBezTo>
                    <a:pt x="611" y="543"/>
                    <a:pt x="609" y="544"/>
                    <a:pt x="608" y="544"/>
                  </a:cubicBezTo>
                  <a:cubicBezTo>
                    <a:pt x="606" y="544"/>
                    <a:pt x="602" y="546"/>
                    <a:pt x="600" y="546"/>
                  </a:cubicBezTo>
                  <a:cubicBezTo>
                    <a:pt x="596" y="546"/>
                    <a:pt x="590" y="546"/>
                    <a:pt x="587" y="545"/>
                  </a:cubicBezTo>
                  <a:cubicBezTo>
                    <a:pt x="583" y="544"/>
                    <a:pt x="575" y="542"/>
                    <a:pt x="571" y="540"/>
                  </a:cubicBezTo>
                  <a:cubicBezTo>
                    <a:pt x="567" y="539"/>
                    <a:pt x="561" y="536"/>
                    <a:pt x="557" y="535"/>
                  </a:cubicBezTo>
                  <a:cubicBezTo>
                    <a:pt x="555" y="534"/>
                    <a:pt x="549" y="532"/>
                    <a:pt x="547" y="532"/>
                  </a:cubicBezTo>
                  <a:cubicBezTo>
                    <a:pt x="544" y="532"/>
                    <a:pt x="540" y="534"/>
                    <a:pt x="539" y="535"/>
                  </a:cubicBezTo>
                  <a:cubicBezTo>
                    <a:pt x="536" y="536"/>
                    <a:pt x="532" y="541"/>
                    <a:pt x="530" y="543"/>
                  </a:cubicBezTo>
                  <a:cubicBezTo>
                    <a:pt x="528" y="544"/>
                    <a:pt x="525" y="547"/>
                    <a:pt x="524" y="548"/>
                  </a:cubicBezTo>
                  <a:cubicBezTo>
                    <a:pt x="522" y="550"/>
                    <a:pt x="518" y="552"/>
                    <a:pt x="516" y="553"/>
                  </a:cubicBezTo>
                  <a:cubicBezTo>
                    <a:pt x="515" y="554"/>
                    <a:pt x="511" y="555"/>
                    <a:pt x="509" y="555"/>
                  </a:cubicBezTo>
                  <a:cubicBezTo>
                    <a:pt x="507" y="555"/>
                    <a:pt x="502" y="556"/>
                    <a:pt x="500" y="557"/>
                  </a:cubicBezTo>
                  <a:cubicBezTo>
                    <a:pt x="498" y="558"/>
                    <a:pt x="494" y="558"/>
                    <a:pt x="493" y="560"/>
                  </a:cubicBezTo>
                  <a:cubicBezTo>
                    <a:pt x="491" y="561"/>
                    <a:pt x="489" y="565"/>
                    <a:pt x="487" y="567"/>
                  </a:cubicBezTo>
                  <a:cubicBezTo>
                    <a:pt x="485" y="568"/>
                    <a:pt x="480" y="570"/>
                    <a:pt x="478" y="570"/>
                  </a:cubicBezTo>
                  <a:cubicBezTo>
                    <a:pt x="475" y="571"/>
                    <a:pt x="470" y="571"/>
                    <a:pt x="468" y="571"/>
                  </a:cubicBezTo>
                  <a:cubicBezTo>
                    <a:pt x="465" y="570"/>
                    <a:pt x="460" y="568"/>
                    <a:pt x="457" y="567"/>
                  </a:cubicBezTo>
                  <a:cubicBezTo>
                    <a:pt x="455" y="566"/>
                    <a:pt x="451" y="564"/>
                    <a:pt x="450" y="563"/>
                  </a:cubicBezTo>
                  <a:cubicBezTo>
                    <a:pt x="447" y="561"/>
                    <a:pt x="442" y="558"/>
                    <a:pt x="440" y="557"/>
                  </a:cubicBezTo>
                  <a:cubicBezTo>
                    <a:pt x="437" y="556"/>
                    <a:pt x="433" y="556"/>
                    <a:pt x="431" y="556"/>
                  </a:cubicBezTo>
                  <a:cubicBezTo>
                    <a:pt x="428" y="556"/>
                    <a:pt x="423" y="557"/>
                    <a:pt x="420" y="557"/>
                  </a:cubicBezTo>
                  <a:cubicBezTo>
                    <a:pt x="417" y="558"/>
                    <a:pt x="411" y="560"/>
                    <a:pt x="408" y="560"/>
                  </a:cubicBezTo>
                  <a:cubicBezTo>
                    <a:pt x="405" y="560"/>
                    <a:pt x="399" y="559"/>
                    <a:pt x="395" y="558"/>
                  </a:cubicBezTo>
                  <a:cubicBezTo>
                    <a:pt x="392" y="558"/>
                    <a:pt x="387" y="559"/>
                    <a:pt x="384" y="559"/>
                  </a:cubicBezTo>
                  <a:cubicBezTo>
                    <a:pt x="381" y="559"/>
                    <a:pt x="377" y="561"/>
                    <a:pt x="375" y="561"/>
                  </a:cubicBezTo>
                  <a:cubicBezTo>
                    <a:pt x="372" y="562"/>
                    <a:pt x="367" y="562"/>
                    <a:pt x="365" y="564"/>
                  </a:cubicBezTo>
                  <a:cubicBezTo>
                    <a:pt x="361" y="565"/>
                    <a:pt x="357" y="572"/>
                    <a:pt x="355" y="574"/>
                  </a:cubicBezTo>
                  <a:cubicBezTo>
                    <a:pt x="353" y="577"/>
                    <a:pt x="348" y="582"/>
                    <a:pt x="346" y="584"/>
                  </a:cubicBezTo>
                  <a:cubicBezTo>
                    <a:pt x="343" y="586"/>
                    <a:pt x="340" y="591"/>
                    <a:pt x="337" y="594"/>
                  </a:cubicBezTo>
                  <a:cubicBezTo>
                    <a:pt x="335" y="596"/>
                    <a:pt x="330" y="599"/>
                    <a:pt x="328" y="601"/>
                  </a:cubicBezTo>
                  <a:cubicBezTo>
                    <a:pt x="326" y="602"/>
                    <a:pt x="324" y="606"/>
                    <a:pt x="323" y="607"/>
                  </a:cubicBezTo>
                  <a:cubicBezTo>
                    <a:pt x="321" y="608"/>
                    <a:pt x="317" y="606"/>
                    <a:pt x="316" y="606"/>
                  </a:cubicBezTo>
                  <a:cubicBezTo>
                    <a:pt x="314" y="605"/>
                    <a:pt x="312" y="604"/>
                    <a:pt x="311" y="604"/>
                  </a:cubicBezTo>
                  <a:cubicBezTo>
                    <a:pt x="309" y="603"/>
                    <a:pt x="305" y="604"/>
                    <a:pt x="304" y="604"/>
                  </a:cubicBezTo>
                  <a:cubicBezTo>
                    <a:pt x="303" y="605"/>
                    <a:pt x="301" y="606"/>
                    <a:pt x="300" y="607"/>
                  </a:cubicBezTo>
                  <a:cubicBezTo>
                    <a:pt x="300" y="609"/>
                    <a:pt x="302" y="612"/>
                    <a:pt x="302" y="614"/>
                  </a:cubicBezTo>
                  <a:cubicBezTo>
                    <a:pt x="302" y="615"/>
                    <a:pt x="302" y="618"/>
                    <a:pt x="301" y="619"/>
                  </a:cubicBezTo>
                  <a:cubicBezTo>
                    <a:pt x="301" y="620"/>
                    <a:pt x="298" y="620"/>
                    <a:pt x="298" y="621"/>
                  </a:cubicBezTo>
                  <a:cubicBezTo>
                    <a:pt x="297" y="622"/>
                    <a:pt x="298" y="626"/>
                    <a:pt x="297" y="628"/>
                  </a:cubicBezTo>
                  <a:cubicBezTo>
                    <a:pt x="296" y="629"/>
                    <a:pt x="294" y="630"/>
                    <a:pt x="293" y="630"/>
                  </a:cubicBezTo>
                  <a:cubicBezTo>
                    <a:pt x="291" y="631"/>
                    <a:pt x="289" y="630"/>
                    <a:pt x="288" y="630"/>
                  </a:cubicBezTo>
                  <a:cubicBezTo>
                    <a:pt x="286" y="629"/>
                    <a:pt x="284" y="628"/>
                    <a:pt x="282" y="629"/>
                  </a:cubicBezTo>
                  <a:cubicBezTo>
                    <a:pt x="281" y="629"/>
                    <a:pt x="279" y="630"/>
                    <a:pt x="278" y="631"/>
                  </a:cubicBezTo>
                  <a:cubicBezTo>
                    <a:pt x="276" y="631"/>
                    <a:pt x="273" y="633"/>
                    <a:pt x="271" y="633"/>
                  </a:cubicBezTo>
                  <a:cubicBezTo>
                    <a:pt x="268" y="633"/>
                    <a:pt x="262" y="634"/>
                    <a:pt x="259" y="634"/>
                  </a:cubicBezTo>
                  <a:cubicBezTo>
                    <a:pt x="258" y="633"/>
                    <a:pt x="255" y="633"/>
                    <a:pt x="254" y="632"/>
                  </a:cubicBezTo>
                  <a:cubicBezTo>
                    <a:pt x="253" y="630"/>
                    <a:pt x="252" y="624"/>
                    <a:pt x="251" y="622"/>
                  </a:cubicBezTo>
                  <a:cubicBezTo>
                    <a:pt x="250" y="621"/>
                    <a:pt x="250" y="618"/>
                    <a:pt x="249" y="617"/>
                  </a:cubicBezTo>
                  <a:cubicBezTo>
                    <a:pt x="248" y="616"/>
                    <a:pt x="246" y="615"/>
                    <a:pt x="244" y="615"/>
                  </a:cubicBezTo>
                  <a:cubicBezTo>
                    <a:pt x="242" y="614"/>
                    <a:pt x="238" y="612"/>
                    <a:pt x="236" y="610"/>
                  </a:cubicBezTo>
                  <a:cubicBezTo>
                    <a:pt x="235" y="609"/>
                    <a:pt x="233" y="605"/>
                    <a:pt x="232" y="604"/>
                  </a:cubicBezTo>
                  <a:cubicBezTo>
                    <a:pt x="230" y="604"/>
                    <a:pt x="227" y="604"/>
                    <a:pt x="226" y="603"/>
                  </a:cubicBezTo>
                  <a:cubicBezTo>
                    <a:pt x="225" y="602"/>
                    <a:pt x="223" y="600"/>
                    <a:pt x="222" y="599"/>
                  </a:cubicBezTo>
                  <a:cubicBezTo>
                    <a:pt x="221" y="597"/>
                    <a:pt x="220" y="592"/>
                    <a:pt x="219" y="590"/>
                  </a:cubicBezTo>
                  <a:cubicBezTo>
                    <a:pt x="218" y="587"/>
                    <a:pt x="215" y="580"/>
                    <a:pt x="213" y="577"/>
                  </a:cubicBezTo>
                  <a:cubicBezTo>
                    <a:pt x="211" y="575"/>
                    <a:pt x="208" y="571"/>
                    <a:pt x="206" y="571"/>
                  </a:cubicBezTo>
                  <a:cubicBezTo>
                    <a:pt x="204" y="570"/>
                    <a:pt x="202" y="571"/>
                    <a:pt x="201" y="571"/>
                  </a:cubicBezTo>
                  <a:cubicBezTo>
                    <a:pt x="199" y="571"/>
                    <a:pt x="196" y="570"/>
                    <a:pt x="195" y="569"/>
                  </a:cubicBezTo>
                  <a:cubicBezTo>
                    <a:pt x="194" y="569"/>
                    <a:pt x="193" y="567"/>
                    <a:pt x="192" y="567"/>
                  </a:cubicBezTo>
                  <a:cubicBezTo>
                    <a:pt x="191" y="566"/>
                    <a:pt x="189" y="566"/>
                    <a:pt x="188" y="566"/>
                  </a:cubicBezTo>
                  <a:cubicBezTo>
                    <a:pt x="187" y="565"/>
                    <a:pt x="185" y="562"/>
                    <a:pt x="185" y="561"/>
                  </a:cubicBezTo>
                  <a:cubicBezTo>
                    <a:pt x="184" y="560"/>
                    <a:pt x="182" y="557"/>
                    <a:pt x="181" y="555"/>
                  </a:cubicBezTo>
                  <a:cubicBezTo>
                    <a:pt x="180" y="553"/>
                    <a:pt x="181" y="549"/>
                    <a:pt x="181" y="547"/>
                  </a:cubicBezTo>
                  <a:cubicBezTo>
                    <a:pt x="181" y="545"/>
                    <a:pt x="181" y="541"/>
                    <a:pt x="181" y="539"/>
                  </a:cubicBezTo>
                  <a:cubicBezTo>
                    <a:pt x="181" y="538"/>
                    <a:pt x="182" y="535"/>
                    <a:pt x="181" y="533"/>
                  </a:cubicBezTo>
                  <a:cubicBezTo>
                    <a:pt x="180" y="532"/>
                    <a:pt x="177" y="531"/>
                    <a:pt x="176" y="530"/>
                  </a:cubicBezTo>
                  <a:cubicBezTo>
                    <a:pt x="175" y="529"/>
                    <a:pt x="174" y="527"/>
                    <a:pt x="174" y="525"/>
                  </a:cubicBezTo>
                  <a:cubicBezTo>
                    <a:pt x="174" y="523"/>
                    <a:pt x="175" y="519"/>
                    <a:pt x="175" y="517"/>
                  </a:cubicBezTo>
                  <a:cubicBezTo>
                    <a:pt x="175" y="515"/>
                    <a:pt x="173" y="511"/>
                    <a:pt x="172" y="510"/>
                  </a:cubicBezTo>
                  <a:cubicBezTo>
                    <a:pt x="172" y="509"/>
                    <a:pt x="169" y="507"/>
                    <a:pt x="169" y="506"/>
                  </a:cubicBezTo>
                  <a:cubicBezTo>
                    <a:pt x="168" y="504"/>
                    <a:pt x="168" y="502"/>
                    <a:pt x="168" y="501"/>
                  </a:cubicBezTo>
                  <a:cubicBezTo>
                    <a:pt x="167" y="499"/>
                    <a:pt x="166" y="495"/>
                    <a:pt x="165" y="493"/>
                  </a:cubicBezTo>
                  <a:cubicBezTo>
                    <a:pt x="165" y="491"/>
                    <a:pt x="165" y="487"/>
                    <a:pt x="165" y="485"/>
                  </a:cubicBezTo>
                  <a:cubicBezTo>
                    <a:pt x="165" y="484"/>
                    <a:pt x="164" y="481"/>
                    <a:pt x="163" y="479"/>
                  </a:cubicBezTo>
                  <a:cubicBezTo>
                    <a:pt x="163" y="478"/>
                    <a:pt x="161" y="475"/>
                    <a:pt x="161" y="473"/>
                  </a:cubicBezTo>
                  <a:cubicBezTo>
                    <a:pt x="161" y="472"/>
                    <a:pt x="161" y="470"/>
                    <a:pt x="162" y="470"/>
                  </a:cubicBezTo>
                  <a:cubicBezTo>
                    <a:pt x="162" y="469"/>
                    <a:pt x="164" y="469"/>
                    <a:pt x="165" y="469"/>
                  </a:cubicBezTo>
                  <a:cubicBezTo>
                    <a:pt x="165" y="468"/>
                    <a:pt x="167" y="468"/>
                    <a:pt x="167" y="469"/>
                  </a:cubicBezTo>
                  <a:cubicBezTo>
                    <a:pt x="168" y="469"/>
                    <a:pt x="169" y="471"/>
                    <a:pt x="169" y="472"/>
                  </a:cubicBezTo>
                  <a:cubicBezTo>
                    <a:pt x="169" y="473"/>
                    <a:pt x="168" y="475"/>
                    <a:pt x="168" y="476"/>
                  </a:cubicBezTo>
                  <a:cubicBezTo>
                    <a:pt x="168" y="477"/>
                    <a:pt x="167" y="480"/>
                    <a:pt x="168" y="481"/>
                  </a:cubicBezTo>
                  <a:cubicBezTo>
                    <a:pt x="169" y="481"/>
                    <a:pt x="170" y="482"/>
                    <a:pt x="171" y="482"/>
                  </a:cubicBezTo>
                  <a:cubicBezTo>
                    <a:pt x="172" y="483"/>
                    <a:pt x="175" y="483"/>
                    <a:pt x="176" y="483"/>
                  </a:cubicBezTo>
                  <a:cubicBezTo>
                    <a:pt x="177" y="483"/>
                    <a:pt x="180" y="483"/>
                    <a:pt x="181" y="483"/>
                  </a:cubicBezTo>
                  <a:cubicBezTo>
                    <a:pt x="183" y="482"/>
                    <a:pt x="187" y="481"/>
                    <a:pt x="187" y="480"/>
                  </a:cubicBezTo>
                  <a:cubicBezTo>
                    <a:pt x="188" y="479"/>
                    <a:pt x="186" y="477"/>
                    <a:pt x="186" y="476"/>
                  </a:cubicBezTo>
                  <a:cubicBezTo>
                    <a:pt x="185" y="475"/>
                    <a:pt x="184" y="474"/>
                    <a:pt x="184" y="474"/>
                  </a:cubicBezTo>
                  <a:cubicBezTo>
                    <a:pt x="183" y="474"/>
                    <a:pt x="182" y="475"/>
                    <a:pt x="181" y="476"/>
                  </a:cubicBezTo>
                  <a:cubicBezTo>
                    <a:pt x="180" y="476"/>
                    <a:pt x="178" y="476"/>
                    <a:pt x="177" y="476"/>
                  </a:cubicBezTo>
                  <a:cubicBezTo>
                    <a:pt x="176" y="476"/>
                    <a:pt x="174" y="474"/>
                    <a:pt x="173" y="474"/>
                  </a:cubicBezTo>
                  <a:cubicBezTo>
                    <a:pt x="173" y="473"/>
                    <a:pt x="172" y="471"/>
                    <a:pt x="172" y="470"/>
                  </a:cubicBezTo>
                  <a:cubicBezTo>
                    <a:pt x="172" y="469"/>
                    <a:pt x="173" y="467"/>
                    <a:pt x="173" y="467"/>
                  </a:cubicBezTo>
                  <a:cubicBezTo>
                    <a:pt x="174" y="466"/>
                    <a:pt x="177" y="466"/>
                    <a:pt x="178" y="465"/>
                  </a:cubicBezTo>
                  <a:cubicBezTo>
                    <a:pt x="178" y="464"/>
                    <a:pt x="179" y="462"/>
                    <a:pt x="179" y="461"/>
                  </a:cubicBezTo>
                  <a:cubicBezTo>
                    <a:pt x="179" y="460"/>
                    <a:pt x="179" y="457"/>
                    <a:pt x="179" y="456"/>
                  </a:cubicBezTo>
                  <a:cubicBezTo>
                    <a:pt x="178" y="456"/>
                    <a:pt x="175" y="455"/>
                    <a:pt x="175" y="454"/>
                  </a:cubicBezTo>
                  <a:cubicBezTo>
                    <a:pt x="174" y="453"/>
                    <a:pt x="173" y="451"/>
                    <a:pt x="173" y="450"/>
                  </a:cubicBezTo>
                  <a:cubicBezTo>
                    <a:pt x="172" y="449"/>
                    <a:pt x="171" y="445"/>
                    <a:pt x="170" y="443"/>
                  </a:cubicBezTo>
                  <a:cubicBezTo>
                    <a:pt x="169" y="442"/>
                    <a:pt x="166" y="441"/>
                    <a:pt x="165" y="440"/>
                  </a:cubicBezTo>
                  <a:cubicBezTo>
                    <a:pt x="164" y="440"/>
                    <a:pt x="162" y="439"/>
                    <a:pt x="161" y="439"/>
                  </a:cubicBezTo>
                  <a:cubicBezTo>
                    <a:pt x="159" y="439"/>
                    <a:pt x="156" y="439"/>
                    <a:pt x="154" y="438"/>
                  </a:cubicBezTo>
                  <a:cubicBezTo>
                    <a:pt x="153" y="437"/>
                    <a:pt x="151" y="434"/>
                    <a:pt x="151" y="433"/>
                  </a:cubicBezTo>
                  <a:cubicBezTo>
                    <a:pt x="151" y="432"/>
                    <a:pt x="154" y="430"/>
                    <a:pt x="154" y="429"/>
                  </a:cubicBezTo>
                  <a:cubicBezTo>
                    <a:pt x="154" y="428"/>
                    <a:pt x="153" y="425"/>
                    <a:pt x="153" y="424"/>
                  </a:cubicBezTo>
                  <a:cubicBezTo>
                    <a:pt x="152" y="422"/>
                    <a:pt x="151" y="420"/>
                    <a:pt x="150" y="418"/>
                  </a:cubicBezTo>
                  <a:cubicBezTo>
                    <a:pt x="150" y="416"/>
                    <a:pt x="149" y="413"/>
                    <a:pt x="149" y="411"/>
                  </a:cubicBezTo>
                  <a:cubicBezTo>
                    <a:pt x="150" y="409"/>
                    <a:pt x="152" y="406"/>
                    <a:pt x="153" y="405"/>
                  </a:cubicBezTo>
                  <a:cubicBezTo>
                    <a:pt x="154" y="404"/>
                    <a:pt x="157" y="402"/>
                    <a:pt x="158" y="401"/>
                  </a:cubicBezTo>
                  <a:cubicBezTo>
                    <a:pt x="160" y="400"/>
                    <a:pt x="162" y="399"/>
                    <a:pt x="163" y="399"/>
                  </a:cubicBezTo>
                  <a:cubicBezTo>
                    <a:pt x="165" y="399"/>
                    <a:pt x="168" y="399"/>
                    <a:pt x="170" y="399"/>
                  </a:cubicBezTo>
                  <a:cubicBezTo>
                    <a:pt x="171" y="399"/>
                    <a:pt x="174" y="400"/>
                    <a:pt x="176" y="399"/>
                  </a:cubicBezTo>
                  <a:cubicBezTo>
                    <a:pt x="177" y="399"/>
                    <a:pt x="178" y="397"/>
                    <a:pt x="178" y="397"/>
                  </a:cubicBezTo>
                  <a:cubicBezTo>
                    <a:pt x="179" y="395"/>
                    <a:pt x="179" y="391"/>
                    <a:pt x="180" y="390"/>
                  </a:cubicBezTo>
                  <a:cubicBezTo>
                    <a:pt x="180" y="388"/>
                    <a:pt x="180" y="384"/>
                    <a:pt x="181" y="383"/>
                  </a:cubicBezTo>
                  <a:cubicBezTo>
                    <a:pt x="181" y="382"/>
                    <a:pt x="183" y="380"/>
                    <a:pt x="184" y="379"/>
                  </a:cubicBezTo>
                  <a:cubicBezTo>
                    <a:pt x="185" y="378"/>
                    <a:pt x="187" y="377"/>
                    <a:pt x="187" y="377"/>
                  </a:cubicBezTo>
                  <a:cubicBezTo>
                    <a:pt x="189" y="377"/>
                    <a:pt x="193" y="377"/>
                    <a:pt x="195" y="377"/>
                  </a:cubicBezTo>
                  <a:cubicBezTo>
                    <a:pt x="195" y="377"/>
                    <a:pt x="197" y="378"/>
                    <a:pt x="197" y="379"/>
                  </a:cubicBezTo>
                  <a:cubicBezTo>
                    <a:pt x="198" y="379"/>
                    <a:pt x="199" y="381"/>
                    <a:pt x="200" y="382"/>
                  </a:cubicBezTo>
                  <a:cubicBezTo>
                    <a:pt x="201" y="383"/>
                    <a:pt x="205" y="383"/>
                    <a:pt x="206" y="383"/>
                  </a:cubicBezTo>
                  <a:cubicBezTo>
                    <a:pt x="207" y="382"/>
                    <a:pt x="209" y="381"/>
                    <a:pt x="210" y="380"/>
                  </a:cubicBezTo>
                  <a:cubicBezTo>
                    <a:pt x="210" y="379"/>
                    <a:pt x="210" y="378"/>
                    <a:pt x="209" y="377"/>
                  </a:cubicBezTo>
                  <a:cubicBezTo>
                    <a:pt x="209" y="376"/>
                    <a:pt x="207" y="376"/>
                    <a:pt x="206" y="376"/>
                  </a:cubicBezTo>
                  <a:cubicBezTo>
                    <a:pt x="205" y="376"/>
                    <a:pt x="202" y="377"/>
                    <a:pt x="201" y="376"/>
                  </a:cubicBezTo>
                  <a:cubicBezTo>
                    <a:pt x="201" y="376"/>
                    <a:pt x="199" y="374"/>
                    <a:pt x="199" y="374"/>
                  </a:cubicBezTo>
                  <a:cubicBezTo>
                    <a:pt x="197" y="373"/>
                    <a:pt x="195" y="371"/>
                    <a:pt x="194" y="371"/>
                  </a:cubicBezTo>
                  <a:cubicBezTo>
                    <a:pt x="192" y="371"/>
                    <a:pt x="189" y="371"/>
                    <a:pt x="188" y="371"/>
                  </a:cubicBezTo>
                  <a:cubicBezTo>
                    <a:pt x="187" y="371"/>
                    <a:pt x="184" y="371"/>
                    <a:pt x="183" y="371"/>
                  </a:cubicBezTo>
                  <a:cubicBezTo>
                    <a:pt x="182" y="372"/>
                    <a:pt x="180" y="374"/>
                    <a:pt x="180" y="375"/>
                  </a:cubicBezTo>
                  <a:cubicBezTo>
                    <a:pt x="179" y="376"/>
                    <a:pt x="178" y="377"/>
                    <a:pt x="177" y="378"/>
                  </a:cubicBezTo>
                  <a:cubicBezTo>
                    <a:pt x="176" y="379"/>
                    <a:pt x="175" y="381"/>
                    <a:pt x="175" y="383"/>
                  </a:cubicBezTo>
                  <a:cubicBezTo>
                    <a:pt x="174" y="384"/>
                    <a:pt x="175" y="386"/>
                    <a:pt x="175" y="387"/>
                  </a:cubicBezTo>
                  <a:cubicBezTo>
                    <a:pt x="175" y="388"/>
                    <a:pt x="174" y="390"/>
                    <a:pt x="173" y="391"/>
                  </a:cubicBezTo>
                  <a:cubicBezTo>
                    <a:pt x="173" y="392"/>
                    <a:pt x="171" y="393"/>
                    <a:pt x="170" y="393"/>
                  </a:cubicBezTo>
                  <a:cubicBezTo>
                    <a:pt x="170" y="393"/>
                    <a:pt x="169" y="392"/>
                    <a:pt x="168" y="392"/>
                  </a:cubicBezTo>
                  <a:cubicBezTo>
                    <a:pt x="167" y="391"/>
                    <a:pt x="165" y="389"/>
                    <a:pt x="165" y="388"/>
                  </a:cubicBezTo>
                  <a:cubicBezTo>
                    <a:pt x="164" y="386"/>
                    <a:pt x="165" y="380"/>
                    <a:pt x="165" y="378"/>
                  </a:cubicBezTo>
                  <a:cubicBezTo>
                    <a:pt x="165" y="375"/>
                    <a:pt x="165" y="370"/>
                    <a:pt x="165" y="367"/>
                  </a:cubicBezTo>
                  <a:cubicBezTo>
                    <a:pt x="164" y="363"/>
                    <a:pt x="161" y="356"/>
                    <a:pt x="160" y="352"/>
                  </a:cubicBezTo>
                  <a:cubicBezTo>
                    <a:pt x="158" y="348"/>
                    <a:pt x="154" y="341"/>
                    <a:pt x="152" y="337"/>
                  </a:cubicBezTo>
                  <a:cubicBezTo>
                    <a:pt x="151" y="335"/>
                    <a:pt x="146" y="329"/>
                    <a:pt x="144" y="327"/>
                  </a:cubicBezTo>
                  <a:cubicBezTo>
                    <a:pt x="139" y="320"/>
                    <a:pt x="129" y="308"/>
                    <a:pt x="123" y="302"/>
                  </a:cubicBezTo>
                  <a:cubicBezTo>
                    <a:pt x="120" y="299"/>
                    <a:pt x="112" y="292"/>
                    <a:pt x="109" y="289"/>
                  </a:cubicBezTo>
                  <a:cubicBezTo>
                    <a:pt x="107" y="286"/>
                    <a:pt x="102" y="281"/>
                    <a:pt x="100" y="278"/>
                  </a:cubicBezTo>
                  <a:cubicBezTo>
                    <a:pt x="99" y="276"/>
                    <a:pt x="96" y="273"/>
                    <a:pt x="95" y="271"/>
                  </a:cubicBezTo>
                  <a:cubicBezTo>
                    <a:pt x="94" y="269"/>
                    <a:pt x="92" y="264"/>
                    <a:pt x="92" y="262"/>
                  </a:cubicBezTo>
                  <a:cubicBezTo>
                    <a:pt x="92" y="260"/>
                    <a:pt x="92" y="257"/>
                    <a:pt x="92" y="255"/>
                  </a:cubicBezTo>
                  <a:cubicBezTo>
                    <a:pt x="92" y="254"/>
                    <a:pt x="92" y="251"/>
                    <a:pt x="91" y="250"/>
                  </a:cubicBezTo>
                  <a:cubicBezTo>
                    <a:pt x="90" y="249"/>
                    <a:pt x="89" y="249"/>
                    <a:pt x="88" y="250"/>
                  </a:cubicBezTo>
                  <a:cubicBezTo>
                    <a:pt x="88" y="250"/>
                    <a:pt x="87" y="252"/>
                    <a:pt x="87" y="253"/>
                  </a:cubicBezTo>
                  <a:cubicBezTo>
                    <a:pt x="86" y="254"/>
                    <a:pt x="85" y="256"/>
                    <a:pt x="85" y="257"/>
                  </a:cubicBezTo>
                  <a:cubicBezTo>
                    <a:pt x="85" y="258"/>
                    <a:pt x="86" y="260"/>
                    <a:pt x="87" y="261"/>
                  </a:cubicBezTo>
                  <a:cubicBezTo>
                    <a:pt x="87" y="262"/>
                    <a:pt x="88" y="264"/>
                    <a:pt x="88" y="265"/>
                  </a:cubicBezTo>
                  <a:cubicBezTo>
                    <a:pt x="88" y="266"/>
                    <a:pt x="89" y="268"/>
                    <a:pt x="88" y="269"/>
                  </a:cubicBezTo>
                  <a:cubicBezTo>
                    <a:pt x="88" y="270"/>
                    <a:pt x="85" y="270"/>
                    <a:pt x="84" y="269"/>
                  </a:cubicBezTo>
                  <a:cubicBezTo>
                    <a:pt x="82" y="269"/>
                    <a:pt x="81" y="265"/>
                    <a:pt x="80" y="264"/>
                  </a:cubicBezTo>
                  <a:cubicBezTo>
                    <a:pt x="78" y="262"/>
                    <a:pt x="74" y="259"/>
                    <a:pt x="72" y="257"/>
                  </a:cubicBezTo>
                  <a:cubicBezTo>
                    <a:pt x="71" y="256"/>
                    <a:pt x="68" y="254"/>
                    <a:pt x="66" y="254"/>
                  </a:cubicBezTo>
                  <a:cubicBezTo>
                    <a:pt x="65" y="253"/>
                    <a:pt x="62" y="252"/>
                    <a:pt x="61" y="252"/>
                  </a:cubicBezTo>
                  <a:cubicBezTo>
                    <a:pt x="58" y="251"/>
                    <a:pt x="52" y="249"/>
                    <a:pt x="49" y="248"/>
                  </a:cubicBezTo>
                  <a:cubicBezTo>
                    <a:pt x="45" y="247"/>
                    <a:pt x="38" y="243"/>
                    <a:pt x="35" y="242"/>
                  </a:cubicBezTo>
                  <a:cubicBezTo>
                    <a:pt x="33" y="241"/>
                    <a:pt x="28" y="240"/>
                    <a:pt x="26" y="240"/>
                  </a:cubicBezTo>
                  <a:cubicBezTo>
                    <a:pt x="24" y="240"/>
                    <a:pt x="20" y="240"/>
                    <a:pt x="17" y="241"/>
                  </a:cubicBezTo>
                  <a:cubicBezTo>
                    <a:pt x="16" y="241"/>
                    <a:pt x="13" y="242"/>
                    <a:pt x="11" y="242"/>
                  </a:cubicBezTo>
                  <a:cubicBezTo>
                    <a:pt x="10" y="243"/>
                    <a:pt x="7" y="242"/>
                    <a:pt x="6" y="242"/>
                  </a:cubicBezTo>
                  <a:cubicBezTo>
                    <a:pt x="4" y="241"/>
                    <a:pt x="2" y="239"/>
                    <a:pt x="1" y="238"/>
                  </a:cubicBezTo>
                  <a:cubicBezTo>
                    <a:pt x="0" y="237"/>
                    <a:pt x="0" y="234"/>
                    <a:pt x="0" y="233"/>
                  </a:cubicBezTo>
                  <a:cubicBezTo>
                    <a:pt x="0" y="230"/>
                    <a:pt x="0" y="225"/>
                    <a:pt x="0" y="223"/>
                  </a:cubicBezTo>
                  <a:cubicBezTo>
                    <a:pt x="1" y="215"/>
                    <a:pt x="5" y="198"/>
                    <a:pt x="7" y="190"/>
                  </a:cubicBezTo>
                  <a:cubicBezTo>
                    <a:pt x="8" y="187"/>
                    <a:pt x="10" y="181"/>
                    <a:pt x="10" y="178"/>
                  </a:cubicBezTo>
                  <a:cubicBezTo>
                    <a:pt x="10" y="174"/>
                    <a:pt x="10" y="167"/>
                    <a:pt x="10" y="163"/>
                  </a:cubicBezTo>
                  <a:cubicBezTo>
                    <a:pt x="10" y="161"/>
                    <a:pt x="10" y="156"/>
                    <a:pt x="9" y="154"/>
                  </a:cubicBezTo>
                  <a:cubicBezTo>
                    <a:pt x="9" y="152"/>
                    <a:pt x="6" y="149"/>
                    <a:pt x="6" y="148"/>
                  </a:cubicBezTo>
                  <a:cubicBezTo>
                    <a:pt x="5" y="146"/>
                    <a:pt x="5" y="142"/>
                    <a:pt x="6" y="141"/>
                  </a:cubicBezTo>
                  <a:cubicBezTo>
                    <a:pt x="7" y="139"/>
                    <a:pt x="10" y="136"/>
                    <a:pt x="12" y="135"/>
                  </a:cubicBezTo>
                  <a:cubicBezTo>
                    <a:pt x="14" y="133"/>
                    <a:pt x="18" y="130"/>
                    <a:pt x="20" y="129"/>
                  </a:cubicBezTo>
                  <a:cubicBezTo>
                    <a:pt x="22" y="127"/>
                    <a:pt x="27" y="123"/>
                    <a:pt x="29" y="121"/>
                  </a:cubicBezTo>
                  <a:cubicBezTo>
                    <a:pt x="31" y="119"/>
                    <a:pt x="33" y="114"/>
                    <a:pt x="35" y="112"/>
                  </a:cubicBezTo>
                  <a:cubicBezTo>
                    <a:pt x="36" y="110"/>
                    <a:pt x="37" y="105"/>
                    <a:pt x="39" y="103"/>
                  </a:cubicBezTo>
                  <a:cubicBezTo>
                    <a:pt x="40" y="101"/>
                    <a:pt x="45" y="98"/>
                    <a:pt x="47" y="97"/>
                  </a:cubicBezTo>
                  <a:cubicBezTo>
                    <a:pt x="49" y="96"/>
                    <a:pt x="53" y="95"/>
                    <a:pt x="55" y="95"/>
                  </a:cubicBezTo>
                  <a:cubicBezTo>
                    <a:pt x="56" y="94"/>
                    <a:pt x="60" y="92"/>
                    <a:pt x="62" y="92"/>
                  </a:cubicBezTo>
                  <a:cubicBezTo>
                    <a:pt x="64" y="90"/>
                    <a:pt x="69" y="88"/>
                    <a:pt x="71" y="86"/>
                  </a:cubicBezTo>
                  <a:cubicBezTo>
                    <a:pt x="73" y="85"/>
                    <a:pt x="77" y="81"/>
                    <a:pt x="78" y="79"/>
                  </a:cubicBezTo>
                  <a:cubicBezTo>
                    <a:pt x="80" y="77"/>
                    <a:pt x="84" y="72"/>
                    <a:pt x="86" y="69"/>
                  </a:cubicBezTo>
                  <a:cubicBezTo>
                    <a:pt x="87" y="67"/>
                    <a:pt x="87" y="62"/>
                    <a:pt x="88" y="59"/>
                  </a:cubicBezTo>
                  <a:cubicBezTo>
                    <a:pt x="89" y="58"/>
                    <a:pt x="91" y="55"/>
                    <a:pt x="92" y="54"/>
                  </a:cubicBezTo>
                  <a:cubicBezTo>
                    <a:pt x="94" y="53"/>
                    <a:pt x="97" y="53"/>
                    <a:pt x="98" y="53"/>
                  </a:cubicBezTo>
                  <a:cubicBezTo>
                    <a:pt x="99" y="53"/>
                    <a:pt x="101" y="55"/>
                    <a:pt x="102" y="55"/>
                  </a:cubicBezTo>
                  <a:cubicBezTo>
                    <a:pt x="104" y="56"/>
                    <a:pt x="107" y="58"/>
                    <a:pt x="109" y="58"/>
                  </a:cubicBezTo>
                  <a:cubicBezTo>
                    <a:pt x="111" y="58"/>
                    <a:pt x="115" y="57"/>
                    <a:pt x="116" y="56"/>
                  </a:cubicBezTo>
                  <a:cubicBezTo>
                    <a:pt x="117" y="56"/>
                    <a:pt x="119" y="53"/>
                    <a:pt x="120" y="53"/>
                  </a:cubicBezTo>
                  <a:cubicBezTo>
                    <a:pt x="121" y="52"/>
                    <a:pt x="123" y="51"/>
                    <a:pt x="124" y="51"/>
                  </a:cubicBezTo>
                  <a:cubicBezTo>
                    <a:pt x="125" y="51"/>
                    <a:pt x="128" y="51"/>
                    <a:pt x="128" y="52"/>
                  </a:cubicBezTo>
                  <a:cubicBezTo>
                    <a:pt x="129" y="53"/>
                    <a:pt x="130" y="56"/>
                    <a:pt x="131" y="57"/>
                  </a:cubicBezTo>
                  <a:cubicBezTo>
                    <a:pt x="132" y="57"/>
                    <a:pt x="133" y="59"/>
                    <a:pt x="135" y="59"/>
                  </a:cubicBezTo>
                  <a:cubicBezTo>
                    <a:pt x="136" y="60"/>
                    <a:pt x="140" y="60"/>
                    <a:pt x="141" y="59"/>
                  </a:cubicBezTo>
                  <a:cubicBezTo>
                    <a:pt x="143" y="58"/>
                    <a:pt x="146" y="56"/>
                    <a:pt x="147" y="54"/>
                  </a:cubicBezTo>
                  <a:cubicBezTo>
                    <a:pt x="148" y="53"/>
                    <a:pt x="149" y="50"/>
                    <a:pt x="150" y="48"/>
                  </a:cubicBezTo>
                  <a:cubicBezTo>
                    <a:pt x="151" y="46"/>
                    <a:pt x="154" y="43"/>
                    <a:pt x="155" y="41"/>
                  </a:cubicBezTo>
                  <a:cubicBezTo>
                    <a:pt x="157" y="40"/>
                    <a:pt x="161" y="36"/>
                    <a:pt x="162" y="34"/>
                  </a:cubicBezTo>
                  <a:cubicBezTo>
                    <a:pt x="164" y="32"/>
                    <a:pt x="166" y="28"/>
                    <a:pt x="167" y="25"/>
                  </a:cubicBezTo>
                  <a:cubicBezTo>
                    <a:pt x="168" y="24"/>
                    <a:pt x="170" y="21"/>
                    <a:pt x="171" y="19"/>
                  </a:cubicBezTo>
                  <a:cubicBezTo>
                    <a:pt x="171" y="19"/>
                    <a:pt x="171" y="19"/>
                    <a:pt x="171" y="19"/>
                  </a:cubicBezTo>
                  <a:cubicBezTo>
                    <a:pt x="172" y="20"/>
                    <a:pt x="172" y="21"/>
                    <a:pt x="173" y="21"/>
                  </a:cubicBezTo>
                  <a:cubicBezTo>
                    <a:pt x="174" y="22"/>
                    <a:pt x="177" y="24"/>
                    <a:pt x="178" y="26"/>
                  </a:cubicBezTo>
                  <a:cubicBezTo>
                    <a:pt x="179" y="26"/>
                    <a:pt x="180" y="29"/>
                    <a:pt x="181" y="29"/>
                  </a:cubicBezTo>
                  <a:cubicBezTo>
                    <a:pt x="183" y="30"/>
                    <a:pt x="185" y="31"/>
                    <a:pt x="187" y="31"/>
                  </a:cubicBezTo>
                  <a:cubicBezTo>
                    <a:pt x="187" y="32"/>
                    <a:pt x="189" y="33"/>
                    <a:pt x="189" y="33"/>
                  </a:cubicBezTo>
                  <a:cubicBezTo>
                    <a:pt x="190" y="34"/>
                    <a:pt x="191" y="35"/>
                    <a:pt x="192" y="35"/>
                  </a:cubicBezTo>
                  <a:cubicBezTo>
                    <a:pt x="193" y="36"/>
                    <a:pt x="195" y="37"/>
                    <a:pt x="196" y="38"/>
                  </a:cubicBezTo>
                  <a:cubicBezTo>
                    <a:pt x="196" y="39"/>
                    <a:pt x="196" y="41"/>
                    <a:pt x="195" y="41"/>
                  </a:cubicBezTo>
                  <a:cubicBezTo>
                    <a:pt x="195" y="41"/>
                    <a:pt x="193" y="41"/>
                    <a:pt x="192" y="42"/>
                  </a:cubicBezTo>
                  <a:cubicBezTo>
                    <a:pt x="192" y="42"/>
                    <a:pt x="191" y="44"/>
                    <a:pt x="190" y="45"/>
                  </a:cubicBezTo>
                  <a:cubicBezTo>
                    <a:pt x="190" y="46"/>
                    <a:pt x="188" y="47"/>
                    <a:pt x="188" y="48"/>
                  </a:cubicBezTo>
                  <a:cubicBezTo>
                    <a:pt x="188" y="49"/>
                    <a:pt x="188" y="51"/>
                    <a:pt x="189" y="51"/>
                  </a:cubicBezTo>
                  <a:cubicBezTo>
                    <a:pt x="189" y="52"/>
                    <a:pt x="191" y="52"/>
                    <a:pt x="191" y="52"/>
                  </a:cubicBezTo>
                  <a:cubicBezTo>
                    <a:pt x="192" y="53"/>
                    <a:pt x="194" y="55"/>
                    <a:pt x="195" y="55"/>
                  </a:cubicBezTo>
                  <a:cubicBezTo>
                    <a:pt x="196" y="56"/>
                    <a:pt x="197" y="58"/>
                    <a:pt x="199" y="59"/>
                  </a:cubicBezTo>
                  <a:cubicBezTo>
                    <a:pt x="200" y="60"/>
                    <a:pt x="203" y="59"/>
                    <a:pt x="204" y="59"/>
                  </a:cubicBezTo>
                  <a:cubicBezTo>
                    <a:pt x="206" y="59"/>
                    <a:pt x="208" y="59"/>
                    <a:pt x="210" y="60"/>
                  </a:cubicBezTo>
                  <a:cubicBezTo>
                    <a:pt x="211" y="60"/>
                    <a:pt x="212" y="62"/>
                    <a:pt x="213" y="62"/>
                  </a:cubicBezTo>
                  <a:cubicBezTo>
                    <a:pt x="214" y="63"/>
                    <a:pt x="216" y="65"/>
                    <a:pt x="217" y="66"/>
                  </a:cubicBezTo>
                  <a:cubicBezTo>
                    <a:pt x="218" y="66"/>
                    <a:pt x="221" y="66"/>
                    <a:pt x="222" y="67"/>
                  </a:cubicBezTo>
                  <a:cubicBezTo>
                    <a:pt x="222" y="68"/>
                    <a:pt x="223" y="69"/>
                    <a:pt x="223" y="69"/>
                  </a:cubicBezTo>
                  <a:cubicBezTo>
                    <a:pt x="224" y="71"/>
                    <a:pt x="226" y="73"/>
                    <a:pt x="227" y="75"/>
                  </a:cubicBezTo>
                  <a:cubicBezTo>
                    <a:pt x="227" y="76"/>
                    <a:pt x="227" y="79"/>
                    <a:pt x="226" y="81"/>
                  </a:cubicBezTo>
                  <a:cubicBezTo>
                    <a:pt x="226" y="82"/>
                    <a:pt x="225" y="83"/>
                    <a:pt x="225" y="84"/>
                  </a:cubicBezTo>
                  <a:cubicBezTo>
                    <a:pt x="225" y="85"/>
                    <a:pt x="225" y="87"/>
                    <a:pt x="225" y="88"/>
                  </a:cubicBezTo>
                  <a:cubicBezTo>
                    <a:pt x="225" y="89"/>
                    <a:pt x="227" y="90"/>
                    <a:pt x="228" y="91"/>
                  </a:cubicBezTo>
                  <a:cubicBezTo>
                    <a:pt x="229" y="91"/>
                    <a:pt x="231" y="89"/>
                    <a:pt x="232" y="89"/>
                  </a:cubicBezTo>
                  <a:cubicBezTo>
                    <a:pt x="232" y="89"/>
                    <a:pt x="234" y="89"/>
                    <a:pt x="234" y="90"/>
                  </a:cubicBezTo>
                  <a:cubicBezTo>
                    <a:pt x="235" y="91"/>
                    <a:pt x="236" y="93"/>
                    <a:pt x="237" y="94"/>
                  </a:cubicBezTo>
                  <a:cubicBezTo>
                    <a:pt x="238" y="95"/>
                    <a:pt x="240" y="97"/>
                    <a:pt x="241" y="96"/>
                  </a:cubicBezTo>
                  <a:cubicBezTo>
                    <a:pt x="242" y="96"/>
                    <a:pt x="242" y="93"/>
                    <a:pt x="243" y="92"/>
                  </a:cubicBezTo>
                  <a:cubicBezTo>
                    <a:pt x="244" y="91"/>
                    <a:pt x="248" y="92"/>
                    <a:pt x="250" y="91"/>
                  </a:cubicBezTo>
                  <a:cubicBezTo>
                    <a:pt x="251" y="91"/>
                    <a:pt x="252" y="89"/>
                    <a:pt x="253" y="89"/>
                  </a:cubicBezTo>
                  <a:cubicBezTo>
                    <a:pt x="255" y="89"/>
                    <a:pt x="259" y="90"/>
                    <a:pt x="260" y="91"/>
                  </a:cubicBezTo>
                  <a:cubicBezTo>
                    <a:pt x="261" y="92"/>
                    <a:pt x="261" y="94"/>
                    <a:pt x="261" y="94"/>
                  </a:cubicBezTo>
                  <a:cubicBezTo>
                    <a:pt x="261" y="95"/>
                    <a:pt x="263" y="96"/>
                    <a:pt x="264" y="97"/>
                  </a:cubicBezTo>
                  <a:cubicBezTo>
                    <a:pt x="264" y="98"/>
                    <a:pt x="265" y="99"/>
                    <a:pt x="265" y="99"/>
                  </a:cubicBezTo>
                  <a:cubicBezTo>
                    <a:pt x="265" y="100"/>
                    <a:pt x="264" y="102"/>
                    <a:pt x="264" y="103"/>
                  </a:cubicBezTo>
                  <a:cubicBezTo>
                    <a:pt x="264" y="104"/>
                    <a:pt x="265" y="106"/>
                    <a:pt x="265" y="106"/>
                  </a:cubicBezTo>
                  <a:cubicBezTo>
                    <a:pt x="266" y="108"/>
                    <a:pt x="268" y="109"/>
                    <a:pt x="270" y="110"/>
                  </a:cubicBezTo>
                  <a:cubicBezTo>
                    <a:pt x="271" y="111"/>
                    <a:pt x="275" y="113"/>
                    <a:pt x="276" y="114"/>
                  </a:cubicBezTo>
                  <a:cubicBezTo>
                    <a:pt x="277" y="115"/>
                    <a:pt x="279" y="117"/>
                    <a:pt x="280" y="118"/>
                  </a:cubicBezTo>
                  <a:cubicBezTo>
                    <a:pt x="281" y="118"/>
                    <a:pt x="283" y="118"/>
                    <a:pt x="283" y="118"/>
                  </a:cubicBezTo>
                  <a:cubicBezTo>
                    <a:pt x="284" y="119"/>
                    <a:pt x="285" y="121"/>
                    <a:pt x="286" y="122"/>
                  </a:cubicBezTo>
                  <a:cubicBezTo>
                    <a:pt x="286" y="123"/>
                    <a:pt x="286" y="126"/>
                    <a:pt x="287" y="127"/>
                  </a:cubicBezTo>
                  <a:cubicBezTo>
                    <a:pt x="289" y="128"/>
                    <a:pt x="293" y="128"/>
                    <a:pt x="295" y="128"/>
                  </a:cubicBezTo>
                  <a:cubicBezTo>
                    <a:pt x="296" y="128"/>
                    <a:pt x="299" y="128"/>
                    <a:pt x="301" y="128"/>
                  </a:cubicBezTo>
                  <a:cubicBezTo>
                    <a:pt x="302" y="127"/>
                    <a:pt x="303" y="126"/>
                    <a:pt x="304" y="125"/>
                  </a:cubicBezTo>
                  <a:cubicBezTo>
                    <a:pt x="306" y="125"/>
                    <a:pt x="308" y="124"/>
                    <a:pt x="310" y="125"/>
                  </a:cubicBezTo>
                  <a:cubicBezTo>
                    <a:pt x="311" y="125"/>
                    <a:pt x="313" y="127"/>
                    <a:pt x="315" y="127"/>
                  </a:cubicBezTo>
                  <a:cubicBezTo>
                    <a:pt x="316" y="127"/>
                    <a:pt x="318" y="127"/>
                    <a:pt x="318" y="127"/>
                  </a:cubicBezTo>
                  <a:cubicBezTo>
                    <a:pt x="319" y="127"/>
                    <a:pt x="321" y="126"/>
                    <a:pt x="322" y="126"/>
                  </a:cubicBezTo>
                  <a:cubicBezTo>
                    <a:pt x="323" y="126"/>
                    <a:pt x="325" y="126"/>
                    <a:pt x="326" y="126"/>
                  </a:cubicBezTo>
                  <a:cubicBezTo>
                    <a:pt x="327" y="127"/>
                    <a:pt x="327" y="129"/>
                    <a:pt x="328" y="129"/>
                  </a:cubicBezTo>
                  <a:cubicBezTo>
                    <a:pt x="330" y="130"/>
                    <a:pt x="333" y="128"/>
                    <a:pt x="334" y="128"/>
                  </a:cubicBezTo>
                  <a:cubicBezTo>
                    <a:pt x="335" y="128"/>
                    <a:pt x="338" y="128"/>
                    <a:pt x="339" y="128"/>
                  </a:cubicBezTo>
                  <a:cubicBezTo>
                    <a:pt x="340" y="128"/>
                    <a:pt x="343" y="128"/>
                    <a:pt x="344" y="128"/>
                  </a:cubicBezTo>
                  <a:cubicBezTo>
                    <a:pt x="345" y="127"/>
                    <a:pt x="346" y="124"/>
                    <a:pt x="348" y="124"/>
                  </a:cubicBezTo>
                  <a:cubicBezTo>
                    <a:pt x="349" y="123"/>
                    <a:pt x="351" y="122"/>
                    <a:pt x="352" y="121"/>
                  </a:cubicBezTo>
                  <a:cubicBezTo>
                    <a:pt x="353" y="120"/>
                    <a:pt x="354" y="119"/>
                    <a:pt x="354" y="118"/>
                  </a:cubicBezTo>
                  <a:cubicBezTo>
                    <a:pt x="354" y="117"/>
                    <a:pt x="355" y="114"/>
                    <a:pt x="355" y="113"/>
                  </a:cubicBezTo>
                  <a:cubicBezTo>
                    <a:pt x="355" y="112"/>
                    <a:pt x="353" y="111"/>
                    <a:pt x="353" y="110"/>
                  </a:cubicBezTo>
                  <a:cubicBezTo>
                    <a:pt x="353" y="109"/>
                    <a:pt x="355" y="107"/>
                    <a:pt x="355" y="106"/>
                  </a:cubicBezTo>
                  <a:cubicBezTo>
                    <a:pt x="356" y="105"/>
                    <a:pt x="358" y="104"/>
                    <a:pt x="358" y="103"/>
                  </a:cubicBezTo>
                  <a:cubicBezTo>
                    <a:pt x="359" y="102"/>
                    <a:pt x="359" y="101"/>
                    <a:pt x="360" y="100"/>
                  </a:cubicBezTo>
                  <a:cubicBezTo>
                    <a:pt x="361" y="100"/>
                    <a:pt x="363" y="102"/>
                    <a:pt x="365" y="101"/>
                  </a:cubicBezTo>
                  <a:cubicBezTo>
                    <a:pt x="366" y="101"/>
                    <a:pt x="369" y="100"/>
                    <a:pt x="370" y="99"/>
                  </a:cubicBezTo>
                  <a:cubicBezTo>
                    <a:pt x="371" y="97"/>
                    <a:pt x="372" y="94"/>
                    <a:pt x="373" y="93"/>
                  </a:cubicBezTo>
                  <a:cubicBezTo>
                    <a:pt x="375" y="92"/>
                    <a:pt x="378" y="93"/>
                    <a:pt x="379" y="93"/>
                  </a:cubicBezTo>
                  <a:cubicBezTo>
                    <a:pt x="381" y="92"/>
                    <a:pt x="385" y="91"/>
                    <a:pt x="387" y="91"/>
                  </a:cubicBezTo>
                  <a:cubicBezTo>
                    <a:pt x="389" y="91"/>
                    <a:pt x="392" y="91"/>
                    <a:pt x="393" y="91"/>
                  </a:cubicBezTo>
                  <a:cubicBezTo>
                    <a:pt x="394" y="92"/>
                    <a:pt x="396" y="94"/>
                    <a:pt x="397" y="95"/>
                  </a:cubicBezTo>
                  <a:cubicBezTo>
                    <a:pt x="398" y="96"/>
                    <a:pt x="398" y="98"/>
                    <a:pt x="399" y="99"/>
                  </a:cubicBezTo>
                  <a:cubicBezTo>
                    <a:pt x="400" y="100"/>
                    <a:pt x="402" y="101"/>
                    <a:pt x="403" y="102"/>
                  </a:cubicBezTo>
                  <a:cubicBezTo>
                    <a:pt x="404" y="103"/>
                    <a:pt x="404" y="106"/>
                    <a:pt x="404" y="108"/>
                  </a:cubicBezTo>
                  <a:cubicBezTo>
                    <a:pt x="404" y="109"/>
                    <a:pt x="402" y="110"/>
                    <a:pt x="401" y="111"/>
                  </a:cubicBezTo>
                  <a:cubicBezTo>
                    <a:pt x="400" y="111"/>
                    <a:pt x="398" y="111"/>
                    <a:pt x="397" y="111"/>
                  </a:cubicBezTo>
                  <a:cubicBezTo>
                    <a:pt x="396" y="111"/>
                    <a:pt x="394" y="113"/>
                    <a:pt x="393" y="114"/>
                  </a:cubicBezTo>
                  <a:cubicBezTo>
                    <a:pt x="392" y="114"/>
                    <a:pt x="390" y="114"/>
                    <a:pt x="389" y="114"/>
                  </a:cubicBezTo>
                  <a:cubicBezTo>
                    <a:pt x="388" y="115"/>
                    <a:pt x="387" y="116"/>
                    <a:pt x="386" y="117"/>
                  </a:cubicBezTo>
                  <a:cubicBezTo>
                    <a:pt x="386" y="118"/>
                    <a:pt x="386" y="120"/>
                    <a:pt x="386" y="121"/>
                  </a:cubicBezTo>
                  <a:cubicBezTo>
                    <a:pt x="387" y="121"/>
                    <a:pt x="389" y="123"/>
                    <a:pt x="390" y="123"/>
                  </a:cubicBezTo>
                  <a:cubicBezTo>
                    <a:pt x="391" y="123"/>
                    <a:pt x="394" y="123"/>
                    <a:pt x="396" y="122"/>
                  </a:cubicBezTo>
                  <a:cubicBezTo>
                    <a:pt x="396" y="122"/>
                    <a:pt x="397" y="120"/>
                    <a:pt x="397" y="119"/>
                  </a:cubicBezTo>
                  <a:cubicBezTo>
                    <a:pt x="398" y="119"/>
                    <a:pt x="399" y="117"/>
                    <a:pt x="400" y="117"/>
                  </a:cubicBezTo>
                  <a:cubicBezTo>
                    <a:pt x="401" y="116"/>
                    <a:pt x="403" y="116"/>
                    <a:pt x="404" y="115"/>
                  </a:cubicBezTo>
                  <a:cubicBezTo>
                    <a:pt x="405" y="115"/>
                    <a:pt x="407" y="114"/>
                    <a:pt x="409" y="114"/>
                  </a:cubicBezTo>
                  <a:cubicBezTo>
                    <a:pt x="409" y="114"/>
                    <a:pt x="411" y="115"/>
                    <a:pt x="411" y="115"/>
                  </a:cubicBezTo>
                  <a:cubicBezTo>
                    <a:pt x="412" y="115"/>
                    <a:pt x="414" y="116"/>
                    <a:pt x="415" y="117"/>
                  </a:cubicBezTo>
                  <a:cubicBezTo>
                    <a:pt x="417" y="117"/>
                    <a:pt x="419" y="117"/>
                    <a:pt x="420" y="117"/>
                  </a:cubicBezTo>
                  <a:cubicBezTo>
                    <a:pt x="422" y="117"/>
                    <a:pt x="425" y="117"/>
                    <a:pt x="426" y="117"/>
                  </a:cubicBezTo>
                  <a:cubicBezTo>
                    <a:pt x="427" y="117"/>
                    <a:pt x="428" y="115"/>
                    <a:pt x="429" y="114"/>
                  </a:cubicBezTo>
                  <a:cubicBezTo>
                    <a:pt x="430" y="113"/>
                    <a:pt x="431" y="112"/>
                    <a:pt x="432" y="111"/>
                  </a:cubicBezTo>
                  <a:cubicBezTo>
                    <a:pt x="433" y="111"/>
                    <a:pt x="435" y="110"/>
                    <a:pt x="436" y="110"/>
                  </a:cubicBezTo>
                  <a:cubicBezTo>
                    <a:pt x="437" y="109"/>
                    <a:pt x="438" y="107"/>
                    <a:pt x="438" y="106"/>
                  </a:cubicBezTo>
                  <a:cubicBezTo>
                    <a:pt x="439" y="105"/>
                    <a:pt x="439" y="102"/>
                    <a:pt x="439" y="100"/>
                  </a:cubicBezTo>
                  <a:cubicBezTo>
                    <a:pt x="439" y="99"/>
                    <a:pt x="441" y="98"/>
                    <a:pt x="441" y="97"/>
                  </a:cubicBezTo>
                  <a:cubicBezTo>
                    <a:pt x="441" y="96"/>
                    <a:pt x="441" y="94"/>
                    <a:pt x="440" y="93"/>
                  </a:cubicBezTo>
                  <a:cubicBezTo>
                    <a:pt x="440" y="91"/>
                    <a:pt x="439" y="87"/>
                    <a:pt x="439" y="85"/>
                  </a:cubicBezTo>
                  <a:cubicBezTo>
                    <a:pt x="439" y="84"/>
                    <a:pt x="440" y="81"/>
                    <a:pt x="440" y="80"/>
                  </a:cubicBezTo>
                  <a:cubicBezTo>
                    <a:pt x="440" y="79"/>
                    <a:pt x="438" y="77"/>
                    <a:pt x="438" y="76"/>
                  </a:cubicBezTo>
                  <a:cubicBezTo>
                    <a:pt x="437" y="74"/>
                    <a:pt x="437" y="72"/>
                    <a:pt x="438" y="71"/>
                  </a:cubicBezTo>
                  <a:cubicBezTo>
                    <a:pt x="438" y="70"/>
                    <a:pt x="440" y="69"/>
                    <a:pt x="440" y="69"/>
                  </a:cubicBezTo>
                  <a:cubicBezTo>
                    <a:pt x="441" y="68"/>
                    <a:pt x="442" y="66"/>
                    <a:pt x="442" y="65"/>
                  </a:cubicBezTo>
                  <a:cubicBezTo>
                    <a:pt x="442" y="63"/>
                    <a:pt x="440" y="60"/>
                    <a:pt x="440" y="59"/>
                  </a:cubicBezTo>
                  <a:cubicBezTo>
                    <a:pt x="440" y="57"/>
                    <a:pt x="440" y="53"/>
                    <a:pt x="441" y="52"/>
                  </a:cubicBezTo>
                  <a:cubicBezTo>
                    <a:pt x="442" y="50"/>
                    <a:pt x="444" y="48"/>
                    <a:pt x="446" y="48"/>
                  </a:cubicBezTo>
                  <a:cubicBezTo>
                    <a:pt x="448" y="46"/>
                    <a:pt x="454" y="46"/>
                    <a:pt x="456" y="46"/>
                  </a:cubicBezTo>
                  <a:cubicBezTo>
                    <a:pt x="458" y="46"/>
                    <a:pt x="462" y="47"/>
                    <a:pt x="463" y="47"/>
                  </a:cubicBezTo>
                  <a:cubicBezTo>
                    <a:pt x="464" y="46"/>
                    <a:pt x="465" y="43"/>
                    <a:pt x="466" y="43"/>
                  </a:cubicBezTo>
                  <a:cubicBezTo>
                    <a:pt x="466" y="42"/>
                    <a:pt x="468" y="41"/>
                    <a:pt x="469" y="40"/>
                  </a:cubicBezTo>
                  <a:cubicBezTo>
                    <a:pt x="470" y="40"/>
                    <a:pt x="472" y="40"/>
                    <a:pt x="473" y="40"/>
                  </a:cubicBezTo>
                  <a:cubicBezTo>
                    <a:pt x="474" y="40"/>
                    <a:pt x="476" y="41"/>
                    <a:pt x="477" y="40"/>
                  </a:cubicBezTo>
                  <a:cubicBezTo>
                    <a:pt x="478" y="40"/>
                    <a:pt x="480" y="39"/>
                    <a:pt x="481" y="38"/>
                  </a:cubicBezTo>
                  <a:cubicBezTo>
                    <a:pt x="481" y="37"/>
                    <a:pt x="482" y="34"/>
                    <a:pt x="483" y="34"/>
                  </a:cubicBezTo>
                  <a:cubicBezTo>
                    <a:pt x="484" y="33"/>
                    <a:pt x="487" y="32"/>
                    <a:pt x="488" y="31"/>
                  </a:cubicBezTo>
                  <a:cubicBezTo>
                    <a:pt x="489" y="31"/>
                    <a:pt x="490" y="29"/>
                    <a:pt x="491" y="28"/>
                  </a:cubicBezTo>
                  <a:cubicBezTo>
                    <a:pt x="493" y="28"/>
                    <a:pt x="496" y="28"/>
                    <a:pt x="498" y="28"/>
                  </a:cubicBezTo>
                  <a:cubicBezTo>
                    <a:pt x="499" y="29"/>
                    <a:pt x="499" y="31"/>
                    <a:pt x="500" y="31"/>
                  </a:cubicBezTo>
                  <a:cubicBezTo>
                    <a:pt x="501" y="32"/>
                    <a:pt x="504" y="30"/>
                    <a:pt x="505" y="29"/>
                  </a:cubicBezTo>
                  <a:cubicBezTo>
                    <a:pt x="506" y="28"/>
                    <a:pt x="507" y="25"/>
                    <a:pt x="508" y="24"/>
                  </a:cubicBezTo>
                  <a:cubicBezTo>
                    <a:pt x="510" y="23"/>
                    <a:pt x="513" y="21"/>
                    <a:pt x="515" y="20"/>
                  </a:cubicBezTo>
                  <a:cubicBezTo>
                    <a:pt x="516" y="20"/>
                    <a:pt x="518" y="21"/>
                    <a:pt x="520" y="21"/>
                  </a:cubicBezTo>
                  <a:cubicBezTo>
                    <a:pt x="521" y="20"/>
                    <a:pt x="524" y="19"/>
                    <a:pt x="525" y="18"/>
                  </a:cubicBezTo>
                  <a:cubicBezTo>
                    <a:pt x="526" y="17"/>
                    <a:pt x="528" y="15"/>
                    <a:pt x="529" y="15"/>
                  </a:cubicBezTo>
                  <a:cubicBezTo>
                    <a:pt x="529" y="14"/>
                    <a:pt x="531" y="14"/>
                    <a:pt x="532" y="15"/>
                  </a:cubicBezTo>
                  <a:cubicBezTo>
                    <a:pt x="533" y="15"/>
                    <a:pt x="534" y="16"/>
                    <a:pt x="535" y="16"/>
                  </a:cubicBezTo>
                  <a:cubicBezTo>
                    <a:pt x="537" y="16"/>
                    <a:pt x="539" y="15"/>
                    <a:pt x="540" y="14"/>
                  </a:cubicBezTo>
                  <a:cubicBezTo>
                    <a:pt x="541" y="13"/>
                    <a:pt x="542" y="11"/>
                    <a:pt x="542" y="9"/>
                  </a:cubicBezTo>
                  <a:cubicBezTo>
                    <a:pt x="542" y="8"/>
                    <a:pt x="540" y="7"/>
                    <a:pt x="540" y="6"/>
                  </a:cubicBezTo>
                  <a:cubicBezTo>
                    <a:pt x="540" y="5"/>
                    <a:pt x="541" y="4"/>
                    <a:pt x="542" y="3"/>
                  </a:cubicBezTo>
                  <a:cubicBezTo>
                    <a:pt x="543" y="2"/>
                    <a:pt x="544" y="1"/>
                    <a:pt x="545" y="1"/>
                  </a:cubicBezTo>
                  <a:cubicBezTo>
                    <a:pt x="546" y="1"/>
                    <a:pt x="548" y="0"/>
                    <a:pt x="548" y="1"/>
                  </a:cubicBezTo>
                  <a:cubicBezTo>
                    <a:pt x="549" y="1"/>
                    <a:pt x="550" y="4"/>
                    <a:pt x="550" y="5"/>
                  </a:cubicBezTo>
                  <a:cubicBezTo>
                    <a:pt x="551" y="5"/>
                    <a:pt x="553" y="7"/>
                    <a:pt x="554" y="7"/>
                  </a:cubicBezTo>
                  <a:cubicBezTo>
                    <a:pt x="555" y="8"/>
                    <a:pt x="557" y="10"/>
                    <a:pt x="559" y="10"/>
                  </a:cubicBezTo>
                  <a:cubicBezTo>
                    <a:pt x="560" y="10"/>
                    <a:pt x="561" y="8"/>
                    <a:pt x="562" y="8"/>
                  </a:cubicBezTo>
                  <a:cubicBezTo>
                    <a:pt x="564" y="8"/>
                    <a:pt x="567" y="8"/>
                    <a:pt x="569" y="8"/>
                  </a:cubicBezTo>
                  <a:cubicBezTo>
                    <a:pt x="570" y="8"/>
                    <a:pt x="570" y="8"/>
                    <a:pt x="570" y="9"/>
                  </a:cubicBezTo>
                  <a:cubicBezTo>
                    <a:pt x="570" y="10"/>
                    <a:pt x="573" y="10"/>
                    <a:pt x="573" y="11"/>
                  </a:cubicBezTo>
                  <a:cubicBezTo>
                    <a:pt x="574" y="12"/>
                    <a:pt x="573" y="15"/>
                    <a:pt x="573" y="16"/>
                  </a:cubicBezTo>
                  <a:cubicBezTo>
                    <a:pt x="573" y="17"/>
                    <a:pt x="574" y="20"/>
                    <a:pt x="575" y="21"/>
                  </a:cubicBezTo>
                  <a:cubicBezTo>
                    <a:pt x="576" y="22"/>
                    <a:pt x="579" y="23"/>
                    <a:pt x="581" y="23"/>
                  </a:cubicBezTo>
                  <a:cubicBezTo>
                    <a:pt x="582" y="24"/>
                    <a:pt x="584" y="23"/>
                    <a:pt x="585" y="23"/>
                  </a:cubicBezTo>
                  <a:cubicBezTo>
                    <a:pt x="587" y="24"/>
                    <a:pt x="590" y="25"/>
                    <a:pt x="591" y="26"/>
                  </a:cubicBezTo>
                  <a:cubicBezTo>
                    <a:pt x="592" y="26"/>
                    <a:pt x="594" y="28"/>
                    <a:pt x="595" y="29"/>
                  </a:cubicBezTo>
                  <a:cubicBezTo>
                    <a:pt x="596" y="30"/>
                    <a:pt x="596" y="33"/>
                    <a:pt x="595" y="34"/>
                  </a:cubicBezTo>
                  <a:cubicBezTo>
                    <a:pt x="595" y="36"/>
                    <a:pt x="591" y="35"/>
                    <a:pt x="590" y="36"/>
                  </a:cubicBezTo>
                  <a:cubicBezTo>
                    <a:pt x="589" y="38"/>
                    <a:pt x="591" y="42"/>
                    <a:pt x="592" y="43"/>
                  </a:cubicBezTo>
                  <a:cubicBezTo>
                    <a:pt x="593" y="45"/>
                    <a:pt x="594" y="48"/>
                    <a:pt x="596" y="50"/>
                  </a:cubicBezTo>
                  <a:cubicBezTo>
                    <a:pt x="597" y="51"/>
                    <a:pt x="599" y="53"/>
                    <a:pt x="601" y="53"/>
                  </a:cubicBezTo>
                  <a:cubicBezTo>
                    <a:pt x="602" y="54"/>
                    <a:pt x="606" y="53"/>
                    <a:pt x="607" y="54"/>
                  </a:cubicBezTo>
                  <a:cubicBezTo>
                    <a:pt x="610" y="54"/>
                    <a:pt x="612" y="59"/>
                    <a:pt x="614" y="60"/>
                  </a:cubicBezTo>
                  <a:cubicBezTo>
                    <a:pt x="616" y="63"/>
                    <a:pt x="620" y="67"/>
                    <a:pt x="623" y="70"/>
                  </a:cubicBezTo>
                  <a:cubicBezTo>
                    <a:pt x="624" y="72"/>
                    <a:pt x="627" y="76"/>
                    <a:pt x="629" y="78"/>
                  </a:cubicBezTo>
                  <a:cubicBezTo>
                    <a:pt x="630" y="80"/>
                    <a:pt x="631" y="83"/>
                    <a:pt x="632" y="84"/>
                  </a:cubicBezTo>
                  <a:cubicBezTo>
                    <a:pt x="632" y="85"/>
                    <a:pt x="633" y="86"/>
                    <a:pt x="633" y="87"/>
                  </a:cubicBezTo>
                  <a:cubicBezTo>
                    <a:pt x="634" y="88"/>
                    <a:pt x="635" y="88"/>
                    <a:pt x="636" y="89"/>
                  </a:cubicBezTo>
                  <a:cubicBezTo>
                    <a:pt x="637" y="90"/>
                    <a:pt x="639" y="90"/>
                    <a:pt x="640" y="91"/>
                  </a:cubicBezTo>
                  <a:cubicBezTo>
                    <a:pt x="641" y="92"/>
                    <a:pt x="642" y="95"/>
                    <a:pt x="643" y="97"/>
                  </a:cubicBezTo>
                  <a:cubicBezTo>
                    <a:pt x="644" y="98"/>
                    <a:pt x="645" y="100"/>
                    <a:pt x="646" y="101"/>
                  </a:cubicBezTo>
                  <a:cubicBezTo>
                    <a:pt x="647" y="102"/>
                    <a:pt x="649" y="105"/>
                    <a:pt x="650" y="106"/>
                  </a:cubicBezTo>
                  <a:cubicBezTo>
                    <a:pt x="651" y="108"/>
                    <a:pt x="650" y="112"/>
                    <a:pt x="651" y="114"/>
                  </a:cubicBezTo>
                  <a:cubicBezTo>
                    <a:pt x="651" y="115"/>
                    <a:pt x="653" y="118"/>
                    <a:pt x="654" y="119"/>
                  </a:cubicBezTo>
                  <a:cubicBezTo>
                    <a:pt x="655" y="120"/>
                    <a:pt x="659" y="121"/>
                    <a:pt x="660" y="123"/>
                  </a:cubicBezTo>
                  <a:cubicBezTo>
                    <a:pt x="662" y="124"/>
                    <a:pt x="665" y="127"/>
                    <a:pt x="666" y="129"/>
                  </a:cubicBezTo>
                  <a:cubicBezTo>
                    <a:pt x="667" y="129"/>
                    <a:pt x="668" y="131"/>
                    <a:pt x="669" y="132"/>
                  </a:cubicBezTo>
                  <a:cubicBezTo>
                    <a:pt x="670" y="133"/>
                    <a:pt x="671" y="135"/>
                    <a:pt x="672" y="135"/>
                  </a:cubicBezTo>
                  <a:cubicBezTo>
                    <a:pt x="673" y="137"/>
                    <a:pt x="677" y="137"/>
                    <a:pt x="678" y="138"/>
                  </a:cubicBezTo>
                  <a:cubicBezTo>
                    <a:pt x="679" y="139"/>
                    <a:pt x="681" y="141"/>
                    <a:pt x="682" y="141"/>
                  </a:cubicBezTo>
                  <a:cubicBezTo>
                    <a:pt x="682" y="142"/>
                    <a:pt x="684" y="143"/>
                    <a:pt x="685" y="143"/>
                  </a:cubicBezTo>
                  <a:cubicBezTo>
                    <a:pt x="686" y="143"/>
                    <a:pt x="688" y="142"/>
                    <a:pt x="688" y="141"/>
                  </a:cubicBezTo>
                  <a:cubicBezTo>
                    <a:pt x="688" y="140"/>
                    <a:pt x="686" y="138"/>
                    <a:pt x="686" y="136"/>
                  </a:cubicBezTo>
                  <a:cubicBezTo>
                    <a:pt x="686" y="135"/>
                    <a:pt x="687" y="134"/>
                    <a:pt x="687" y="133"/>
                  </a:cubicBezTo>
                  <a:cubicBezTo>
                    <a:pt x="688" y="132"/>
                    <a:pt x="691" y="131"/>
                    <a:pt x="692" y="131"/>
                  </a:cubicBezTo>
                  <a:cubicBezTo>
                    <a:pt x="693" y="131"/>
                    <a:pt x="696" y="131"/>
                    <a:pt x="697" y="131"/>
                  </a:cubicBezTo>
                  <a:cubicBezTo>
                    <a:pt x="698" y="131"/>
                    <a:pt x="701" y="132"/>
                    <a:pt x="702" y="133"/>
                  </a:cubicBezTo>
                  <a:cubicBezTo>
                    <a:pt x="704" y="134"/>
                    <a:pt x="707" y="137"/>
                    <a:pt x="709" y="138"/>
                  </a:cubicBezTo>
                  <a:cubicBezTo>
                    <a:pt x="710" y="139"/>
                    <a:pt x="713" y="141"/>
                    <a:pt x="715" y="142"/>
                  </a:cubicBezTo>
                  <a:cubicBezTo>
                    <a:pt x="717" y="143"/>
                    <a:pt x="722" y="143"/>
                    <a:pt x="725" y="144"/>
                  </a:cubicBezTo>
                  <a:cubicBezTo>
                    <a:pt x="726" y="144"/>
                    <a:pt x="729" y="145"/>
                    <a:pt x="730" y="145"/>
                  </a:cubicBezTo>
                  <a:cubicBezTo>
                    <a:pt x="732" y="146"/>
                    <a:pt x="736" y="147"/>
                    <a:pt x="737" y="148"/>
                  </a:cubicBezTo>
                  <a:cubicBezTo>
                    <a:pt x="739" y="149"/>
                    <a:pt x="741" y="153"/>
                    <a:pt x="743" y="154"/>
                  </a:cubicBezTo>
                  <a:cubicBezTo>
                    <a:pt x="744" y="155"/>
                    <a:pt x="747" y="156"/>
                    <a:pt x="748" y="156"/>
                  </a:cubicBezTo>
                  <a:cubicBezTo>
                    <a:pt x="748" y="156"/>
                    <a:pt x="749" y="154"/>
                    <a:pt x="750" y="154"/>
                  </a:cubicBezTo>
                  <a:cubicBezTo>
                    <a:pt x="751" y="154"/>
                    <a:pt x="753" y="155"/>
                    <a:pt x="755" y="155"/>
                  </a:cubicBezTo>
                  <a:cubicBezTo>
                    <a:pt x="756" y="155"/>
                    <a:pt x="758" y="155"/>
                    <a:pt x="759" y="155"/>
                  </a:cubicBezTo>
                  <a:cubicBezTo>
                    <a:pt x="760" y="155"/>
                    <a:pt x="762" y="156"/>
                    <a:pt x="763" y="156"/>
                  </a:cubicBezTo>
                  <a:cubicBezTo>
                    <a:pt x="764" y="157"/>
                    <a:pt x="767" y="158"/>
                    <a:pt x="768" y="158"/>
                  </a:cubicBezTo>
                  <a:cubicBezTo>
                    <a:pt x="769" y="157"/>
                    <a:pt x="772" y="155"/>
                    <a:pt x="773" y="154"/>
                  </a:cubicBezTo>
                  <a:cubicBezTo>
                    <a:pt x="773" y="153"/>
                    <a:pt x="773" y="150"/>
                    <a:pt x="773" y="149"/>
                  </a:cubicBezTo>
                  <a:cubicBezTo>
                    <a:pt x="775" y="148"/>
                    <a:pt x="778" y="148"/>
                    <a:pt x="780" y="148"/>
                  </a:cubicBezTo>
                  <a:cubicBezTo>
                    <a:pt x="782" y="148"/>
                    <a:pt x="786" y="150"/>
                    <a:pt x="788" y="151"/>
                  </a:cubicBezTo>
                  <a:cubicBezTo>
                    <a:pt x="789" y="151"/>
                    <a:pt x="791" y="153"/>
                    <a:pt x="792" y="154"/>
                  </a:cubicBezTo>
                  <a:cubicBezTo>
                    <a:pt x="794" y="156"/>
                    <a:pt x="798" y="157"/>
                    <a:pt x="800" y="158"/>
                  </a:cubicBezTo>
                  <a:cubicBezTo>
                    <a:pt x="802" y="159"/>
                    <a:pt x="805" y="160"/>
                    <a:pt x="806" y="161"/>
                  </a:cubicBezTo>
                  <a:cubicBezTo>
                    <a:pt x="808" y="162"/>
                    <a:pt x="810" y="165"/>
                    <a:pt x="812" y="166"/>
                  </a:cubicBezTo>
                  <a:cubicBezTo>
                    <a:pt x="814" y="167"/>
                    <a:pt x="817" y="167"/>
                    <a:pt x="818" y="167"/>
                  </a:cubicBezTo>
                  <a:cubicBezTo>
                    <a:pt x="819" y="167"/>
                    <a:pt x="821" y="165"/>
                    <a:pt x="822" y="164"/>
                  </a:cubicBezTo>
                  <a:cubicBezTo>
                    <a:pt x="822" y="163"/>
                    <a:pt x="823" y="160"/>
                    <a:pt x="823" y="159"/>
                  </a:cubicBezTo>
                  <a:cubicBezTo>
                    <a:pt x="824" y="158"/>
                    <a:pt x="825" y="157"/>
                    <a:pt x="826" y="156"/>
                  </a:cubicBezTo>
                  <a:cubicBezTo>
                    <a:pt x="826" y="156"/>
                    <a:pt x="828" y="157"/>
                    <a:pt x="828" y="157"/>
                  </a:cubicBezTo>
                  <a:cubicBezTo>
                    <a:pt x="829" y="158"/>
                    <a:pt x="830" y="161"/>
                    <a:pt x="831" y="163"/>
                  </a:cubicBezTo>
                  <a:cubicBezTo>
                    <a:pt x="831" y="164"/>
                    <a:pt x="831" y="166"/>
                    <a:pt x="831" y="167"/>
                  </a:cubicBezTo>
                  <a:cubicBezTo>
                    <a:pt x="832" y="168"/>
                    <a:pt x="835" y="169"/>
                    <a:pt x="836" y="169"/>
                  </a:cubicBezTo>
                  <a:cubicBezTo>
                    <a:pt x="837" y="170"/>
                    <a:pt x="840" y="171"/>
                    <a:pt x="841" y="172"/>
                  </a:cubicBezTo>
                  <a:cubicBezTo>
                    <a:pt x="843" y="172"/>
                    <a:pt x="845" y="173"/>
                    <a:pt x="847" y="173"/>
                  </a:cubicBezTo>
                  <a:cubicBezTo>
                    <a:pt x="848" y="174"/>
                    <a:pt x="851" y="174"/>
                    <a:pt x="853" y="173"/>
                  </a:cubicBezTo>
                  <a:cubicBezTo>
                    <a:pt x="854" y="173"/>
                    <a:pt x="856" y="171"/>
                    <a:pt x="858" y="170"/>
                  </a:cubicBezTo>
                  <a:cubicBezTo>
                    <a:pt x="859" y="170"/>
                    <a:pt x="861" y="169"/>
                    <a:pt x="862" y="169"/>
                  </a:cubicBezTo>
                  <a:cubicBezTo>
                    <a:pt x="863" y="168"/>
                    <a:pt x="864" y="164"/>
                    <a:pt x="865" y="163"/>
                  </a:cubicBezTo>
                  <a:cubicBezTo>
                    <a:pt x="866" y="162"/>
                    <a:pt x="868" y="161"/>
                    <a:pt x="868" y="161"/>
                  </a:cubicBezTo>
                  <a:cubicBezTo>
                    <a:pt x="870" y="161"/>
                    <a:pt x="873" y="160"/>
                    <a:pt x="874" y="161"/>
                  </a:cubicBezTo>
                  <a:cubicBezTo>
                    <a:pt x="876" y="161"/>
                    <a:pt x="879" y="163"/>
                    <a:pt x="880" y="164"/>
                  </a:cubicBezTo>
                  <a:cubicBezTo>
                    <a:pt x="881" y="164"/>
                    <a:pt x="881" y="166"/>
                    <a:pt x="881" y="167"/>
                  </a:cubicBezTo>
                  <a:cubicBezTo>
                    <a:pt x="882" y="168"/>
                    <a:pt x="885" y="170"/>
                    <a:pt x="886" y="171"/>
                  </a:cubicBezTo>
                  <a:cubicBezTo>
                    <a:pt x="887" y="171"/>
                    <a:pt x="889" y="172"/>
                    <a:pt x="891" y="173"/>
                  </a:cubicBezTo>
                  <a:cubicBezTo>
                    <a:pt x="892" y="173"/>
                    <a:pt x="896" y="173"/>
                    <a:pt x="898" y="173"/>
                  </a:cubicBezTo>
                  <a:cubicBezTo>
                    <a:pt x="899" y="173"/>
                    <a:pt x="902" y="175"/>
                    <a:pt x="903" y="176"/>
                  </a:cubicBezTo>
                  <a:cubicBezTo>
                    <a:pt x="905" y="176"/>
                    <a:pt x="907" y="178"/>
                    <a:pt x="909" y="178"/>
                  </a:cubicBezTo>
                  <a:cubicBezTo>
                    <a:pt x="910" y="179"/>
                    <a:pt x="913" y="179"/>
                    <a:pt x="914" y="178"/>
                  </a:cubicBezTo>
                  <a:cubicBezTo>
                    <a:pt x="916" y="178"/>
                    <a:pt x="918" y="175"/>
                    <a:pt x="919" y="175"/>
                  </a:cubicBezTo>
                  <a:cubicBezTo>
                    <a:pt x="920" y="174"/>
                    <a:pt x="922" y="174"/>
                    <a:pt x="923" y="174"/>
                  </a:cubicBezTo>
                  <a:cubicBezTo>
                    <a:pt x="924" y="174"/>
                    <a:pt x="926" y="176"/>
                    <a:pt x="926" y="177"/>
                  </a:cubicBezTo>
                  <a:cubicBezTo>
                    <a:pt x="927" y="179"/>
                    <a:pt x="927" y="184"/>
                    <a:pt x="928" y="186"/>
                  </a:cubicBezTo>
                  <a:cubicBezTo>
                    <a:pt x="929" y="188"/>
                    <a:pt x="930" y="191"/>
                    <a:pt x="932" y="192"/>
                  </a:cubicBezTo>
                  <a:cubicBezTo>
                    <a:pt x="933" y="192"/>
                    <a:pt x="935" y="193"/>
                    <a:pt x="935" y="192"/>
                  </a:cubicBezTo>
                  <a:cubicBezTo>
                    <a:pt x="937" y="192"/>
                    <a:pt x="936" y="188"/>
                    <a:pt x="937" y="187"/>
                  </a:cubicBezTo>
                  <a:cubicBezTo>
                    <a:pt x="938" y="187"/>
                    <a:pt x="940" y="186"/>
                    <a:pt x="941" y="186"/>
                  </a:cubicBezTo>
                  <a:cubicBezTo>
                    <a:pt x="943" y="185"/>
                    <a:pt x="946" y="185"/>
                    <a:pt x="948" y="185"/>
                  </a:cubicBezTo>
                  <a:cubicBezTo>
                    <a:pt x="950" y="185"/>
                    <a:pt x="953" y="186"/>
                    <a:pt x="955" y="187"/>
                  </a:cubicBezTo>
                  <a:cubicBezTo>
                    <a:pt x="956" y="188"/>
                    <a:pt x="958" y="190"/>
                    <a:pt x="959" y="191"/>
                  </a:cubicBezTo>
                  <a:cubicBezTo>
                    <a:pt x="960" y="191"/>
                    <a:pt x="963" y="189"/>
                    <a:pt x="964" y="189"/>
                  </a:cubicBezTo>
                  <a:cubicBezTo>
                    <a:pt x="966" y="188"/>
                    <a:pt x="970" y="185"/>
                    <a:pt x="972" y="184"/>
                  </a:cubicBezTo>
                  <a:cubicBezTo>
                    <a:pt x="973" y="184"/>
                    <a:pt x="975" y="183"/>
                    <a:pt x="975" y="183"/>
                  </a:cubicBezTo>
                  <a:cubicBezTo>
                    <a:pt x="977" y="182"/>
                    <a:pt x="979" y="180"/>
                    <a:pt x="980" y="180"/>
                  </a:cubicBezTo>
                  <a:cubicBezTo>
                    <a:pt x="981" y="179"/>
                    <a:pt x="983" y="178"/>
                    <a:pt x="984" y="178"/>
                  </a:cubicBezTo>
                  <a:cubicBezTo>
                    <a:pt x="985" y="178"/>
                    <a:pt x="987" y="179"/>
                    <a:pt x="988" y="180"/>
                  </a:cubicBezTo>
                  <a:cubicBezTo>
                    <a:pt x="989" y="181"/>
                    <a:pt x="991" y="184"/>
                    <a:pt x="992" y="185"/>
                  </a:cubicBezTo>
                  <a:cubicBezTo>
                    <a:pt x="993" y="186"/>
                    <a:pt x="996" y="189"/>
                    <a:pt x="998" y="190"/>
                  </a:cubicBezTo>
                  <a:cubicBezTo>
                    <a:pt x="999" y="190"/>
                    <a:pt x="1001" y="191"/>
                    <a:pt x="1002" y="191"/>
                  </a:cubicBezTo>
                  <a:cubicBezTo>
                    <a:pt x="1003" y="191"/>
                    <a:pt x="1006" y="190"/>
                    <a:pt x="1007" y="190"/>
                  </a:cubicBezTo>
                  <a:cubicBezTo>
                    <a:pt x="1009" y="190"/>
                    <a:pt x="1012" y="189"/>
                    <a:pt x="1013" y="190"/>
                  </a:cubicBezTo>
                  <a:cubicBezTo>
                    <a:pt x="1015" y="190"/>
                    <a:pt x="1017" y="192"/>
                    <a:pt x="1018" y="193"/>
                  </a:cubicBezTo>
                  <a:cubicBezTo>
                    <a:pt x="1018" y="194"/>
                    <a:pt x="1020" y="197"/>
                    <a:pt x="1019" y="198"/>
                  </a:cubicBezTo>
                  <a:cubicBezTo>
                    <a:pt x="1019" y="199"/>
                    <a:pt x="1017" y="201"/>
                    <a:pt x="1017" y="202"/>
                  </a:cubicBezTo>
                  <a:cubicBezTo>
                    <a:pt x="1016" y="203"/>
                    <a:pt x="1016" y="206"/>
                    <a:pt x="1016" y="207"/>
                  </a:cubicBezTo>
                  <a:cubicBezTo>
                    <a:pt x="1016" y="209"/>
                    <a:pt x="1014" y="211"/>
                    <a:pt x="1014" y="212"/>
                  </a:cubicBezTo>
                  <a:cubicBezTo>
                    <a:pt x="1014" y="214"/>
                    <a:pt x="1015" y="217"/>
                    <a:pt x="1015" y="218"/>
                  </a:cubicBezTo>
                  <a:cubicBezTo>
                    <a:pt x="1016" y="219"/>
                    <a:pt x="1018" y="221"/>
                    <a:pt x="1019" y="221"/>
                  </a:cubicBezTo>
                  <a:cubicBezTo>
                    <a:pt x="1020" y="222"/>
                    <a:pt x="1023" y="221"/>
                    <a:pt x="1025" y="222"/>
                  </a:cubicBezTo>
                  <a:cubicBezTo>
                    <a:pt x="1026" y="222"/>
                    <a:pt x="1027" y="224"/>
                    <a:pt x="1027" y="225"/>
                  </a:cubicBezTo>
                  <a:cubicBezTo>
                    <a:pt x="1028" y="225"/>
                    <a:pt x="1029" y="226"/>
                    <a:pt x="1029" y="227"/>
                  </a:cubicBezTo>
                  <a:cubicBezTo>
                    <a:pt x="1029" y="229"/>
                    <a:pt x="1027" y="231"/>
                    <a:pt x="1027" y="232"/>
                  </a:cubicBezTo>
                  <a:cubicBezTo>
                    <a:pt x="1027" y="234"/>
                    <a:pt x="1028" y="237"/>
                    <a:pt x="1028" y="239"/>
                  </a:cubicBezTo>
                  <a:cubicBezTo>
                    <a:pt x="1027" y="240"/>
                    <a:pt x="1025" y="242"/>
                    <a:pt x="1024" y="243"/>
                  </a:cubicBezTo>
                  <a:cubicBezTo>
                    <a:pt x="1024" y="245"/>
                    <a:pt x="1024" y="248"/>
                    <a:pt x="1024" y="249"/>
                  </a:cubicBezTo>
                  <a:cubicBezTo>
                    <a:pt x="1024" y="250"/>
                    <a:pt x="1026" y="252"/>
                    <a:pt x="1027" y="253"/>
                  </a:cubicBezTo>
                  <a:cubicBezTo>
                    <a:pt x="1027" y="254"/>
                    <a:pt x="1029" y="254"/>
                    <a:pt x="1030" y="254"/>
                  </a:cubicBezTo>
                  <a:cubicBezTo>
                    <a:pt x="1030" y="255"/>
                    <a:pt x="1032" y="257"/>
                    <a:pt x="1032" y="258"/>
                  </a:cubicBezTo>
                  <a:cubicBezTo>
                    <a:pt x="1033" y="260"/>
                    <a:pt x="1031" y="262"/>
                    <a:pt x="1030" y="263"/>
                  </a:cubicBezTo>
                  <a:cubicBezTo>
                    <a:pt x="1030" y="265"/>
                    <a:pt x="1029" y="267"/>
                    <a:pt x="1028" y="268"/>
                  </a:cubicBezTo>
                  <a:cubicBezTo>
                    <a:pt x="1028" y="269"/>
                    <a:pt x="1025" y="270"/>
                    <a:pt x="1024" y="271"/>
                  </a:cubicBezTo>
                  <a:cubicBezTo>
                    <a:pt x="1024" y="272"/>
                    <a:pt x="1024" y="274"/>
                    <a:pt x="1024" y="275"/>
                  </a:cubicBezTo>
                  <a:cubicBezTo>
                    <a:pt x="1024" y="276"/>
                    <a:pt x="1024" y="278"/>
                    <a:pt x="1023" y="279"/>
                  </a:cubicBezTo>
                  <a:cubicBezTo>
                    <a:pt x="1022" y="280"/>
                    <a:pt x="1019" y="281"/>
                    <a:pt x="1018" y="282"/>
                  </a:cubicBezTo>
                  <a:cubicBezTo>
                    <a:pt x="1017" y="283"/>
                    <a:pt x="1015" y="285"/>
                    <a:pt x="1014" y="286"/>
                  </a:cubicBezTo>
                  <a:cubicBezTo>
                    <a:pt x="1013" y="288"/>
                    <a:pt x="1011" y="290"/>
                    <a:pt x="1010" y="291"/>
                  </a:cubicBezTo>
                  <a:cubicBezTo>
                    <a:pt x="1008" y="293"/>
                    <a:pt x="1006" y="295"/>
                    <a:pt x="1004" y="295"/>
                  </a:cubicBezTo>
                  <a:cubicBezTo>
                    <a:pt x="1003" y="296"/>
                    <a:pt x="1000" y="297"/>
                    <a:pt x="999" y="298"/>
                  </a:cubicBezTo>
                  <a:cubicBezTo>
                    <a:pt x="999" y="298"/>
                    <a:pt x="998" y="300"/>
                    <a:pt x="999" y="301"/>
                  </a:cubicBezTo>
                  <a:cubicBezTo>
                    <a:pt x="999" y="302"/>
                    <a:pt x="999" y="304"/>
                    <a:pt x="1000" y="305"/>
                  </a:cubicBezTo>
                  <a:cubicBezTo>
                    <a:pt x="1001" y="306"/>
                    <a:pt x="1002" y="308"/>
                    <a:pt x="1003" y="308"/>
                  </a:cubicBezTo>
                  <a:cubicBezTo>
                    <a:pt x="1004" y="309"/>
                    <a:pt x="1007" y="310"/>
                    <a:pt x="1008" y="311"/>
                  </a:cubicBezTo>
                  <a:cubicBezTo>
                    <a:pt x="1010" y="313"/>
                    <a:pt x="1013" y="316"/>
                    <a:pt x="1015" y="318"/>
                  </a:cubicBezTo>
                  <a:cubicBezTo>
                    <a:pt x="1018" y="319"/>
                    <a:pt x="1024" y="322"/>
                    <a:pt x="1027" y="323"/>
                  </a:cubicBezTo>
                  <a:cubicBezTo>
                    <a:pt x="1028" y="324"/>
                    <a:pt x="1029" y="324"/>
                    <a:pt x="1031" y="32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3"/>
            <p:cNvSpPr>
              <a:spLocks/>
            </p:cNvSpPr>
            <p:nvPr/>
          </p:nvSpPr>
          <p:spPr bwMode="auto">
            <a:xfrm>
              <a:off x="3649663" y="2062163"/>
              <a:ext cx="1162050" cy="1003300"/>
            </a:xfrm>
            <a:custGeom>
              <a:avLst/>
              <a:gdLst/>
              <a:ahLst/>
              <a:cxnLst>
                <a:cxn ang="0">
                  <a:pos x="639" y="242"/>
                </a:cxn>
                <a:cxn ang="0">
                  <a:pos x="626" y="230"/>
                </a:cxn>
                <a:cxn ang="0">
                  <a:pos x="610" y="253"/>
                </a:cxn>
                <a:cxn ang="0">
                  <a:pos x="624" y="288"/>
                </a:cxn>
                <a:cxn ang="0">
                  <a:pos x="622" y="311"/>
                </a:cxn>
                <a:cxn ang="0">
                  <a:pos x="603" y="335"/>
                </a:cxn>
                <a:cxn ang="0">
                  <a:pos x="553" y="365"/>
                </a:cxn>
                <a:cxn ang="0">
                  <a:pos x="493" y="383"/>
                </a:cxn>
                <a:cxn ang="0">
                  <a:pos x="422" y="405"/>
                </a:cxn>
                <a:cxn ang="0">
                  <a:pos x="376" y="443"/>
                </a:cxn>
                <a:cxn ang="0">
                  <a:pos x="291" y="447"/>
                </a:cxn>
                <a:cxn ang="0">
                  <a:pos x="208" y="455"/>
                </a:cxn>
                <a:cxn ang="0">
                  <a:pos x="160" y="462"/>
                </a:cxn>
                <a:cxn ang="0">
                  <a:pos x="104" y="511"/>
                </a:cxn>
                <a:cxn ang="0">
                  <a:pos x="124" y="530"/>
                </a:cxn>
                <a:cxn ang="0">
                  <a:pos x="114" y="544"/>
                </a:cxn>
                <a:cxn ang="0">
                  <a:pos x="88" y="562"/>
                </a:cxn>
                <a:cxn ang="0">
                  <a:pos x="83" y="555"/>
                </a:cxn>
                <a:cxn ang="0">
                  <a:pos x="79" y="544"/>
                </a:cxn>
                <a:cxn ang="0">
                  <a:pos x="49" y="564"/>
                </a:cxn>
                <a:cxn ang="0">
                  <a:pos x="32" y="541"/>
                </a:cxn>
                <a:cxn ang="0">
                  <a:pos x="20" y="521"/>
                </a:cxn>
                <a:cxn ang="0">
                  <a:pos x="0" y="502"/>
                </a:cxn>
                <a:cxn ang="0">
                  <a:pos x="20" y="488"/>
                </a:cxn>
                <a:cxn ang="0">
                  <a:pos x="26" y="459"/>
                </a:cxn>
                <a:cxn ang="0">
                  <a:pos x="31" y="438"/>
                </a:cxn>
                <a:cxn ang="0">
                  <a:pos x="26" y="415"/>
                </a:cxn>
                <a:cxn ang="0">
                  <a:pos x="42" y="403"/>
                </a:cxn>
                <a:cxn ang="0">
                  <a:pos x="61" y="387"/>
                </a:cxn>
                <a:cxn ang="0">
                  <a:pos x="68" y="360"/>
                </a:cxn>
                <a:cxn ang="0">
                  <a:pos x="67" y="341"/>
                </a:cxn>
                <a:cxn ang="0">
                  <a:pos x="81" y="322"/>
                </a:cxn>
                <a:cxn ang="0">
                  <a:pos x="94" y="303"/>
                </a:cxn>
                <a:cxn ang="0">
                  <a:pos x="81" y="286"/>
                </a:cxn>
                <a:cxn ang="0">
                  <a:pos x="102" y="261"/>
                </a:cxn>
                <a:cxn ang="0">
                  <a:pos x="124" y="250"/>
                </a:cxn>
                <a:cxn ang="0">
                  <a:pos x="138" y="227"/>
                </a:cxn>
                <a:cxn ang="0">
                  <a:pos x="163" y="196"/>
                </a:cxn>
                <a:cxn ang="0">
                  <a:pos x="181" y="156"/>
                </a:cxn>
                <a:cxn ang="0">
                  <a:pos x="196" y="115"/>
                </a:cxn>
                <a:cxn ang="0">
                  <a:pos x="199" y="87"/>
                </a:cxn>
                <a:cxn ang="0">
                  <a:pos x="207" y="62"/>
                </a:cxn>
                <a:cxn ang="0">
                  <a:pos x="198" y="40"/>
                </a:cxn>
                <a:cxn ang="0">
                  <a:pos x="205" y="1"/>
                </a:cxn>
                <a:cxn ang="0">
                  <a:pos x="242" y="22"/>
                </a:cxn>
                <a:cxn ang="0">
                  <a:pos x="279" y="37"/>
                </a:cxn>
                <a:cxn ang="0">
                  <a:pos x="306" y="57"/>
                </a:cxn>
                <a:cxn ang="0">
                  <a:pos x="328" y="87"/>
                </a:cxn>
                <a:cxn ang="0">
                  <a:pos x="326" y="113"/>
                </a:cxn>
                <a:cxn ang="0">
                  <a:pos x="323" y="134"/>
                </a:cxn>
                <a:cxn ang="0">
                  <a:pos x="363" y="132"/>
                </a:cxn>
                <a:cxn ang="0">
                  <a:pos x="388" y="136"/>
                </a:cxn>
                <a:cxn ang="0">
                  <a:pos x="411" y="155"/>
                </a:cxn>
                <a:cxn ang="0">
                  <a:pos x="435" y="174"/>
                </a:cxn>
                <a:cxn ang="0">
                  <a:pos x="477" y="170"/>
                </a:cxn>
                <a:cxn ang="0">
                  <a:pos x="509" y="193"/>
                </a:cxn>
                <a:cxn ang="0">
                  <a:pos x="536" y="193"/>
                </a:cxn>
                <a:cxn ang="0">
                  <a:pos x="569" y="185"/>
                </a:cxn>
                <a:cxn ang="0">
                  <a:pos x="600" y="177"/>
                </a:cxn>
                <a:cxn ang="0">
                  <a:pos x="626" y="194"/>
                </a:cxn>
                <a:cxn ang="0">
                  <a:pos x="638" y="216"/>
                </a:cxn>
              </a:cxnLst>
              <a:rect l="0" t="0" r="r" b="b"/>
              <a:pathLst>
                <a:path w="654" h="565">
                  <a:moveTo>
                    <a:pt x="652" y="225"/>
                  </a:moveTo>
                  <a:cubicBezTo>
                    <a:pt x="653" y="226"/>
                    <a:pt x="654" y="228"/>
                    <a:pt x="654" y="229"/>
                  </a:cubicBezTo>
                  <a:cubicBezTo>
                    <a:pt x="653" y="231"/>
                    <a:pt x="650" y="233"/>
                    <a:pt x="649" y="234"/>
                  </a:cubicBezTo>
                  <a:cubicBezTo>
                    <a:pt x="648" y="235"/>
                    <a:pt x="645" y="236"/>
                    <a:pt x="644" y="236"/>
                  </a:cubicBezTo>
                  <a:cubicBezTo>
                    <a:pt x="644" y="237"/>
                    <a:pt x="642" y="238"/>
                    <a:pt x="642" y="239"/>
                  </a:cubicBezTo>
                  <a:cubicBezTo>
                    <a:pt x="641" y="240"/>
                    <a:pt x="640" y="241"/>
                    <a:pt x="639" y="242"/>
                  </a:cubicBezTo>
                  <a:cubicBezTo>
                    <a:pt x="638" y="242"/>
                    <a:pt x="636" y="243"/>
                    <a:pt x="635" y="243"/>
                  </a:cubicBezTo>
                  <a:cubicBezTo>
                    <a:pt x="634" y="244"/>
                    <a:pt x="632" y="245"/>
                    <a:pt x="631" y="245"/>
                  </a:cubicBezTo>
                  <a:cubicBezTo>
                    <a:pt x="630" y="245"/>
                    <a:pt x="628" y="243"/>
                    <a:pt x="628" y="243"/>
                  </a:cubicBezTo>
                  <a:cubicBezTo>
                    <a:pt x="627" y="242"/>
                    <a:pt x="625" y="240"/>
                    <a:pt x="625" y="239"/>
                  </a:cubicBezTo>
                  <a:cubicBezTo>
                    <a:pt x="624" y="238"/>
                    <a:pt x="626" y="235"/>
                    <a:pt x="626" y="234"/>
                  </a:cubicBezTo>
                  <a:cubicBezTo>
                    <a:pt x="626" y="233"/>
                    <a:pt x="626" y="231"/>
                    <a:pt x="626" y="230"/>
                  </a:cubicBezTo>
                  <a:cubicBezTo>
                    <a:pt x="625" y="229"/>
                    <a:pt x="623" y="229"/>
                    <a:pt x="622" y="229"/>
                  </a:cubicBezTo>
                  <a:cubicBezTo>
                    <a:pt x="621" y="229"/>
                    <a:pt x="620" y="232"/>
                    <a:pt x="620" y="233"/>
                  </a:cubicBezTo>
                  <a:cubicBezTo>
                    <a:pt x="619" y="234"/>
                    <a:pt x="619" y="238"/>
                    <a:pt x="619" y="239"/>
                  </a:cubicBezTo>
                  <a:cubicBezTo>
                    <a:pt x="618" y="241"/>
                    <a:pt x="614" y="242"/>
                    <a:pt x="613" y="244"/>
                  </a:cubicBezTo>
                  <a:cubicBezTo>
                    <a:pt x="613" y="245"/>
                    <a:pt x="611" y="247"/>
                    <a:pt x="611" y="249"/>
                  </a:cubicBezTo>
                  <a:cubicBezTo>
                    <a:pt x="610" y="250"/>
                    <a:pt x="610" y="252"/>
                    <a:pt x="610" y="253"/>
                  </a:cubicBezTo>
                  <a:cubicBezTo>
                    <a:pt x="610" y="256"/>
                    <a:pt x="609" y="260"/>
                    <a:pt x="610" y="262"/>
                  </a:cubicBezTo>
                  <a:cubicBezTo>
                    <a:pt x="610" y="264"/>
                    <a:pt x="611" y="268"/>
                    <a:pt x="612" y="269"/>
                  </a:cubicBezTo>
                  <a:cubicBezTo>
                    <a:pt x="613" y="271"/>
                    <a:pt x="616" y="273"/>
                    <a:pt x="617" y="274"/>
                  </a:cubicBezTo>
                  <a:cubicBezTo>
                    <a:pt x="619" y="276"/>
                    <a:pt x="622" y="278"/>
                    <a:pt x="624" y="280"/>
                  </a:cubicBezTo>
                  <a:cubicBezTo>
                    <a:pt x="624" y="281"/>
                    <a:pt x="625" y="283"/>
                    <a:pt x="625" y="285"/>
                  </a:cubicBezTo>
                  <a:cubicBezTo>
                    <a:pt x="625" y="286"/>
                    <a:pt x="625" y="287"/>
                    <a:pt x="624" y="288"/>
                  </a:cubicBezTo>
                  <a:cubicBezTo>
                    <a:pt x="624" y="289"/>
                    <a:pt x="622" y="290"/>
                    <a:pt x="621" y="291"/>
                  </a:cubicBezTo>
                  <a:cubicBezTo>
                    <a:pt x="620" y="293"/>
                    <a:pt x="619" y="296"/>
                    <a:pt x="618" y="297"/>
                  </a:cubicBezTo>
                  <a:cubicBezTo>
                    <a:pt x="618" y="299"/>
                    <a:pt x="616" y="301"/>
                    <a:pt x="616" y="302"/>
                  </a:cubicBezTo>
                  <a:cubicBezTo>
                    <a:pt x="616" y="303"/>
                    <a:pt x="618" y="305"/>
                    <a:pt x="618" y="306"/>
                  </a:cubicBezTo>
                  <a:cubicBezTo>
                    <a:pt x="619" y="307"/>
                    <a:pt x="621" y="308"/>
                    <a:pt x="621" y="308"/>
                  </a:cubicBezTo>
                  <a:cubicBezTo>
                    <a:pt x="622" y="309"/>
                    <a:pt x="622" y="310"/>
                    <a:pt x="622" y="311"/>
                  </a:cubicBezTo>
                  <a:cubicBezTo>
                    <a:pt x="622" y="312"/>
                    <a:pt x="622" y="314"/>
                    <a:pt x="622" y="315"/>
                  </a:cubicBezTo>
                  <a:cubicBezTo>
                    <a:pt x="621" y="316"/>
                    <a:pt x="620" y="318"/>
                    <a:pt x="619" y="320"/>
                  </a:cubicBezTo>
                  <a:cubicBezTo>
                    <a:pt x="618" y="321"/>
                    <a:pt x="617" y="323"/>
                    <a:pt x="617" y="324"/>
                  </a:cubicBezTo>
                  <a:cubicBezTo>
                    <a:pt x="616" y="325"/>
                    <a:pt x="612" y="327"/>
                    <a:pt x="611" y="328"/>
                  </a:cubicBezTo>
                  <a:cubicBezTo>
                    <a:pt x="610" y="329"/>
                    <a:pt x="610" y="333"/>
                    <a:pt x="608" y="334"/>
                  </a:cubicBezTo>
                  <a:cubicBezTo>
                    <a:pt x="607" y="335"/>
                    <a:pt x="604" y="335"/>
                    <a:pt x="603" y="335"/>
                  </a:cubicBezTo>
                  <a:cubicBezTo>
                    <a:pt x="601" y="336"/>
                    <a:pt x="597" y="338"/>
                    <a:pt x="595" y="339"/>
                  </a:cubicBezTo>
                  <a:cubicBezTo>
                    <a:pt x="594" y="339"/>
                    <a:pt x="591" y="341"/>
                    <a:pt x="589" y="342"/>
                  </a:cubicBezTo>
                  <a:cubicBezTo>
                    <a:pt x="587" y="344"/>
                    <a:pt x="583" y="348"/>
                    <a:pt x="580" y="350"/>
                  </a:cubicBezTo>
                  <a:cubicBezTo>
                    <a:pt x="579" y="352"/>
                    <a:pt x="575" y="356"/>
                    <a:pt x="573" y="357"/>
                  </a:cubicBezTo>
                  <a:cubicBezTo>
                    <a:pt x="571" y="359"/>
                    <a:pt x="567" y="361"/>
                    <a:pt x="565" y="362"/>
                  </a:cubicBezTo>
                  <a:cubicBezTo>
                    <a:pt x="562" y="364"/>
                    <a:pt x="556" y="365"/>
                    <a:pt x="553" y="365"/>
                  </a:cubicBezTo>
                  <a:cubicBezTo>
                    <a:pt x="551" y="366"/>
                    <a:pt x="545" y="366"/>
                    <a:pt x="543" y="366"/>
                  </a:cubicBezTo>
                  <a:cubicBezTo>
                    <a:pt x="541" y="366"/>
                    <a:pt x="537" y="367"/>
                    <a:pt x="535" y="368"/>
                  </a:cubicBezTo>
                  <a:cubicBezTo>
                    <a:pt x="533" y="368"/>
                    <a:pt x="530" y="371"/>
                    <a:pt x="529" y="372"/>
                  </a:cubicBezTo>
                  <a:cubicBezTo>
                    <a:pt x="526" y="373"/>
                    <a:pt x="521" y="377"/>
                    <a:pt x="519" y="378"/>
                  </a:cubicBezTo>
                  <a:cubicBezTo>
                    <a:pt x="516" y="380"/>
                    <a:pt x="509" y="381"/>
                    <a:pt x="506" y="381"/>
                  </a:cubicBezTo>
                  <a:cubicBezTo>
                    <a:pt x="503" y="382"/>
                    <a:pt x="496" y="383"/>
                    <a:pt x="493" y="383"/>
                  </a:cubicBezTo>
                  <a:cubicBezTo>
                    <a:pt x="490" y="384"/>
                    <a:pt x="485" y="385"/>
                    <a:pt x="482" y="385"/>
                  </a:cubicBezTo>
                  <a:cubicBezTo>
                    <a:pt x="480" y="386"/>
                    <a:pt x="475" y="389"/>
                    <a:pt x="473" y="389"/>
                  </a:cubicBezTo>
                  <a:cubicBezTo>
                    <a:pt x="470" y="390"/>
                    <a:pt x="462" y="391"/>
                    <a:pt x="459" y="392"/>
                  </a:cubicBezTo>
                  <a:cubicBezTo>
                    <a:pt x="455" y="393"/>
                    <a:pt x="448" y="397"/>
                    <a:pt x="444" y="398"/>
                  </a:cubicBezTo>
                  <a:cubicBezTo>
                    <a:pt x="441" y="399"/>
                    <a:pt x="434" y="399"/>
                    <a:pt x="431" y="401"/>
                  </a:cubicBezTo>
                  <a:cubicBezTo>
                    <a:pt x="428" y="401"/>
                    <a:pt x="424" y="404"/>
                    <a:pt x="422" y="405"/>
                  </a:cubicBezTo>
                  <a:cubicBezTo>
                    <a:pt x="419" y="407"/>
                    <a:pt x="415" y="411"/>
                    <a:pt x="413" y="414"/>
                  </a:cubicBezTo>
                  <a:cubicBezTo>
                    <a:pt x="411" y="415"/>
                    <a:pt x="409" y="419"/>
                    <a:pt x="407" y="420"/>
                  </a:cubicBezTo>
                  <a:cubicBezTo>
                    <a:pt x="406" y="422"/>
                    <a:pt x="402" y="426"/>
                    <a:pt x="400" y="428"/>
                  </a:cubicBezTo>
                  <a:cubicBezTo>
                    <a:pt x="398" y="430"/>
                    <a:pt x="394" y="433"/>
                    <a:pt x="391" y="435"/>
                  </a:cubicBezTo>
                  <a:cubicBezTo>
                    <a:pt x="389" y="436"/>
                    <a:pt x="386" y="439"/>
                    <a:pt x="384" y="440"/>
                  </a:cubicBezTo>
                  <a:cubicBezTo>
                    <a:pt x="382" y="441"/>
                    <a:pt x="378" y="442"/>
                    <a:pt x="376" y="443"/>
                  </a:cubicBezTo>
                  <a:cubicBezTo>
                    <a:pt x="373" y="443"/>
                    <a:pt x="367" y="442"/>
                    <a:pt x="364" y="442"/>
                  </a:cubicBezTo>
                  <a:cubicBezTo>
                    <a:pt x="359" y="442"/>
                    <a:pt x="349" y="442"/>
                    <a:pt x="345" y="442"/>
                  </a:cubicBezTo>
                  <a:cubicBezTo>
                    <a:pt x="342" y="442"/>
                    <a:pt x="336" y="443"/>
                    <a:pt x="333" y="443"/>
                  </a:cubicBezTo>
                  <a:cubicBezTo>
                    <a:pt x="330" y="444"/>
                    <a:pt x="324" y="445"/>
                    <a:pt x="321" y="445"/>
                  </a:cubicBezTo>
                  <a:cubicBezTo>
                    <a:pt x="317" y="446"/>
                    <a:pt x="309" y="446"/>
                    <a:pt x="305" y="446"/>
                  </a:cubicBezTo>
                  <a:cubicBezTo>
                    <a:pt x="302" y="447"/>
                    <a:pt x="295" y="447"/>
                    <a:pt x="291" y="447"/>
                  </a:cubicBezTo>
                  <a:cubicBezTo>
                    <a:pt x="286" y="447"/>
                    <a:pt x="275" y="448"/>
                    <a:pt x="270" y="448"/>
                  </a:cubicBezTo>
                  <a:cubicBezTo>
                    <a:pt x="265" y="449"/>
                    <a:pt x="254" y="450"/>
                    <a:pt x="249" y="450"/>
                  </a:cubicBezTo>
                  <a:cubicBezTo>
                    <a:pt x="245" y="451"/>
                    <a:pt x="238" y="451"/>
                    <a:pt x="235" y="451"/>
                  </a:cubicBezTo>
                  <a:cubicBezTo>
                    <a:pt x="232" y="451"/>
                    <a:pt x="227" y="450"/>
                    <a:pt x="225" y="451"/>
                  </a:cubicBezTo>
                  <a:cubicBezTo>
                    <a:pt x="222" y="451"/>
                    <a:pt x="216" y="452"/>
                    <a:pt x="213" y="453"/>
                  </a:cubicBezTo>
                  <a:cubicBezTo>
                    <a:pt x="212" y="453"/>
                    <a:pt x="209" y="455"/>
                    <a:pt x="208" y="455"/>
                  </a:cubicBezTo>
                  <a:cubicBezTo>
                    <a:pt x="207" y="456"/>
                    <a:pt x="205" y="457"/>
                    <a:pt x="204" y="458"/>
                  </a:cubicBezTo>
                  <a:cubicBezTo>
                    <a:pt x="203" y="459"/>
                    <a:pt x="202" y="462"/>
                    <a:pt x="201" y="462"/>
                  </a:cubicBezTo>
                  <a:cubicBezTo>
                    <a:pt x="200" y="463"/>
                    <a:pt x="196" y="460"/>
                    <a:pt x="195" y="459"/>
                  </a:cubicBezTo>
                  <a:cubicBezTo>
                    <a:pt x="194" y="459"/>
                    <a:pt x="191" y="457"/>
                    <a:pt x="190" y="457"/>
                  </a:cubicBezTo>
                  <a:cubicBezTo>
                    <a:pt x="187" y="456"/>
                    <a:pt x="181" y="456"/>
                    <a:pt x="178" y="457"/>
                  </a:cubicBezTo>
                  <a:cubicBezTo>
                    <a:pt x="173" y="457"/>
                    <a:pt x="165" y="460"/>
                    <a:pt x="160" y="462"/>
                  </a:cubicBezTo>
                  <a:cubicBezTo>
                    <a:pt x="156" y="463"/>
                    <a:pt x="148" y="469"/>
                    <a:pt x="144" y="472"/>
                  </a:cubicBezTo>
                  <a:cubicBezTo>
                    <a:pt x="139" y="475"/>
                    <a:pt x="132" y="483"/>
                    <a:pt x="127" y="486"/>
                  </a:cubicBezTo>
                  <a:cubicBezTo>
                    <a:pt x="125" y="488"/>
                    <a:pt x="120" y="491"/>
                    <a:pt x="118" y="493"/>
                  </a:cubicBezTo>
                  <a:cubicBezTo>
                    <a:pt x="115" y="495"/>
                    <a:pt x="111" y="499"/>
                    <a:pt x="108" y="501"/>
                  </a:cubicBezTo>
                  <a:cubicBezTo>
                    <a:pt x="107" y="502"/>
                    <a:pt x="103" y="504"/>
                    <a:pt x="102" y="506"/>
                  </a:cubicBezTo>
                  <a:cubicBezTo>
                    <a:pt x="102" y="507"/>
                    <a:pt x="103" y="510"/>
                    <a:pt x="104" y="511"/>
                  </a:cubicBezTo>
                  <a:cubicBezTo>
                    <a:pt x="105" y="512"/>
                    <a:pt x="107" y="511"/>
                    <a:pt x="108" y="511"/>
                  </a:cubicBezTo>
                  <a:cubicBezTo>
                    <a:pt x="110" y="512"/>
                    <a:pt x="113" y="511"/>
                    <a:pt x="115" y="512"/>
                  </a:cubicBezTo>
                  <a:cubicBezTo>
                    <a:pt x="116" y="512"/>
                    <a:pt x="118" y="513"/>
                    <a:pt x="119" y="514"/>
                  </a:cubicBezTo>
                  <a:cubicBezTo>
                    <a:pt x="119" y="515"/>
                    <a:pt x="119" y="518"/>
                    <a:pt x="120" y="519"/>
                  </a:cubicBezTo>
                  <a:cubicBezTo>
                    <a:pt x="120" y="521"/>
                    <a:pt x="120" y="525"/>
                    <a:pt x="121" y="526"/>
                  </a:cubicBezTo>
                  <a:cubicBezTo>
                    <a:pt x="122" y="527"/>
                    <a:pt x="123" y="530"/>
                    <a:pt x="124" y="530"/>
                  </a:cubicBezTo>
                  <a:cubicBezTo>
                    <a:pt x="125" y="531"/>
                    <a:pt x="127" y="531"/>
                    <a:pt x="128" y="531"/>
                  </a:cubicBezTo>
                  <a:cubicBezTo>
                    <a:pt x="129" y="531"/>
                    <a:pt x="131" y="529"/>
                    <a:pt x="132" y="529"/>
                  </a:cubicBezTo>
                  <a:cubicBezTo>
                    <a:pt x="133" y="530"/>
                    <a:pt x="132" y="532"/>
                    <a:pt x="132" y="533"/>
                  </a:cubicBezTo>
                  <a:cubicBezTo>
                    <a:pt x="132" y="535"/>
                    <a:pt x="129" y="538"/>
                    <a:pt x="127" y="539"/>
                  </a:cubicBezTo>
                  <a:cubicBezTo>
                    <a:pt x="126" y="541"/>
                    <a:pt x="122" y="543"/>
                    <a:pt x="120" y="544"/>
                  </a:cubicBezTo>
                  <a:cubicBezTo>
                    <a:pt x="119" y="544"/>
                    <a:pt x="116" y="544"/>
                    <a:pt x="114" y="544"/>
                  </a:cubicBezTo>
                  <a:cubicBezTo>
                    <a:pt x="112" y="544"/>
                    <a:pt x="108" y="543"/>
                    <a:pt x="106" y="544"/>
                  </a:cubicBezTo>
                  <a:cubicBezTo>
                    <a:pt x="104" y="545"/>
                    <a:pt x="102" y="548"/>
                    <a:pt x="101" y="549"/>
                  </a:cubicBezTo>
                  <a:cubicBezTo>
                    <a:pt x="100" y="550"/>
                    <a:pt x="99" y="552"/>
                    <a:pt x="99" y="553"/>
                  </a:cubicBezTo>
                  <a:cubicBezTo>
                    <a:pt x="98" y="554"/>
                    <a:pt x="96" y="556"/>
                    <a:pt x="95" y="557"/>
                  </a:cubicBezTo>
                  <a:cubicBezTo>
                    <a:pt x="94" y="557"/>
                    <a:pt x="93" y="557"/>
                    <a:pt x="92" y="557"/>
                  </a:cubicBezTo>
                  <a:cubicBezTo>
                    <a:pt x="91" y="558"/>
                    <a:pt x="89" y="561"/>
                    <a:pt x="88" y="562"/>
                  </a:cubicBezTo>
                  <a:cubicBezTo>
                    <a:pt x="86" y="562"/>
                    <a:pt x="83" y="562"/>
                    <a:pt x="81" y="562"/>
                  </a:cubicBezTo>
                  <a:cubicBezTo>
                    <a:pt x="80" y="562"/>
                    <a:pt x="76" y="563"/>
                    <a:pt x="75" y="562"/>
                  </a:cubicBezTo>
                  <a:cubicBezTo>
                    <a:pt x="74" y="561"/>
                    <a:pt x="72" y="560"/>
                    <a:pt x="71" y="559"/>
                  </a:cubicBezTo>
                  <a:cubicBezTo>
                    <a:pt x="71" y="558"/>
                    <a:pt x="71" y="556"/>
                    <a:pt x="72" y="555"/>
                  </a:cubicBezTo>
                  <a:cubicBezTo>
                    <a:pt x="73" y="554"/>
                    <a:pt x="77" y="554"/>
                    <a:pt x="79" y="554"/>
                  </a:cubicBezTo>
                  <a:cubicBezTo>
                    <a:pt x="80" y="554"/>
                    <a:pt x="82" y="555"/>
                    <a:pt x="83" y="555"/>
                  </a:cubicBezTo>
                  <a:cubicBezTo>
                    <a:pt x="85" y="555"/>
                    <a:pt x="88" y="555"/>
                    <a:pt x="90" y="554"/>
                  </a:cubicBezTo>
                  <a:cubicBezTo>
                    <a:pt x="91" y="554"/>
                    <a:pt x="93" y="552"/>
                    <a:pt x="93" y="551"/>
                  </a:cubicBezTo>
                  <a:cubicBezTo>
                    <a:pt x="94" y="551"/>
                    <a:pt x="96" y="549"/>
                    <a:pt x="96" y="548"/>
                  </a:cubicBezTo>
                  <a:cubicBezTo>
                    <a:pt x="96" y="547"/>
                    <a:pt x="94" y="546"/>
                    <a:pt x="94" y="546"/>
                  </a:cubicBezTo>
                  <a:cubicBezTo>
                    <a:pt x="93" y="545"/>
                    <a:pt x="90" y="545"/>
                    <a:pt x="89" y="545"/>
                  </a:cubicBezTo>
                  <a:cubicBezTo>
                    <a:pt x="87" y="544"/>
                    <a:pt x="81" y="544"/>
                    <a:pt x="79" y="544"/>
                  </a:cubicBezTo>
                  <a:cubicBezTo>
                    <a:pt x="77" y="544"/>
                    <a:pt x="74" y="545"/>
                    <a:pt x="72" y="546"/>
                  </a:cubicBezTo>
                  <a:cubicBezTo>
                    <a:pt x="71" y="546"/>
                    <a:pt x="69" y="548"/>
                    <a:pt x="67" y="549"/>
                  </a:cubicBezTo>
                  <a:cubicBezTo>
                    <a:pt x="66" y="550"/>
                    <a:pt x="64" y="551"/>
                    <a:pt x="63" y="552"/>
                  </a:cubicBezTo>
                  <a:cubicBezTo>
                    <a:pt x="62" y="553"/>
                    <a:pt x="59" y="555"/>
                    <a:pt x="58" y="556"/>
                  </a:cubicBezTo>
                  <a:cubicBezTo>
                    <a:pt x="56" y="558"/>
                    <a:pt x="53" y="562"/>
                    <a:pt x="50" y="565"/>
                  </a:cubicBezTo>
                  <a:cubicBezTo>
                    <a:pt x="50" y="565"/>
                    <a:pt x="49" y="564"/>
                    <a:pt x="49" y="564"/>
                  </a:cubicBezTo>
                  <a:cubicBezTo>
                    <a:pt x="48" y="564"/>
                    <a:pt x="46" y="563"/>
                    <a:pt x="45" y="562"/>
                  </a:cubicBezTo>
                  <a:cubicBezTo>
                    <a:pt x="44" y="561"/>
                    <a:pt x="42" y="560"/>
                    <a:pt x="41" y="558"/>
                  </a:cubicBezTo>
                  <a:cubicBezTo>
                    <a:pt x="40" y="557"/>
                    <a:pt x="40" y="555"/>
                    <a:pt x="39" y="553"/>
                  </a:cubicBezTo>
                  <a:cubicBezTo>
                    <a:pt x="39" y="552"/>
                    <a:pt x="39" y="549"/>
                    <a:pt x="38" y="548"/>
                  </a:cubicBezTo>
                  <a:cubicBezTo>
                    <a:pt x="38" y="547"/>
                    <a:pt x="36" y="545"/>
                    <a:pt x="35" y="544"/>
                  </a:cubicBezTo>
                  <a:cubicBezTo>
                    <a:pt x="35" y="543"/>
                    <a:pt x="33" y="541"/>
                    <a:pt x="32" y="541"/>
                  </a:cubicBezTo>
                  <a:cubicBezTo>
                    <a:pt x="32" y="540"/>
                    <a:pt x="30" y="540"/>
                    <a:pt x="30" y="539"/>
                  </a:cubicBezTo>
                  <a:cubicBezTo>
                    <a:pt x="28" y="539"/>
                    <a:pt x="25" y="537"/>
                    <a:pt x="24" y="536"/>
                  </a:cubicBezTo>
                  <a:cubicBezTo>
                    <a:pt x="22" y="535"/>
                    <a:pt x="19" y="534"/>
                    <a:pt x="17" y="533"/>
                  </a:cubicBezTo>
                  <a:cubicBezTo>
                    <a:pt x="16" y="532"/>
                    <a:pt x="15" y="529"/>
                    <a:pt x="15" y="528"/>
                  </a:cubicBezTo>
                  <a:cubicBezTo>
                    <a:pt x="15" y="527"/>
                    <a:pt x="15" y="525"/>
                    <a:pt x="16" y="524"/>
                  </a:cubicBezTo>
                  <a:cubicBezTo>
                    <a:pt x="16" y="522"/>
                    <a:pt x="20" y="522"/>
                    <a:pt x="20" y="521"/>
                  </a:cubicBezTo>
                  <a:cubicBezTo>
                    <a:pt x="21" y="519"/>
                    <a:pt x="20" y="515"/>
                    <a:pt x="18" y="514"/>
                  </a:cubicBezTo>
                  <a:cubicBezTo>
                    <a:pt x="18" y="513"/>
                    <a:pt x="15" y="512"/>
                    <a:pt x="14" y="511"/>
                  </a:cubicBezTo>
                  <a:cubicBezTo>
                    <a:pt x="13" y="510"/>
                    <a:pt x="12" y="507"/>
                    <a:pt x="11" y="506"/>
                  </a:cubicBezTo>
                  <a:cubicBezTo>
                    <a:pt x="10" y="505"/>
                    <a:pt x="8" y="504"/>
                    <a:pt x="7" y="503"/>
                  </a:cubicBezTo>
                  <a:cubicBezTo>
                    <a:pt x="6" y="502"/>
                    <a:pt x="3" y="501"/>
                    <a:pt x="1" y="502"/>
                  </a:cubicBezTo>
                  <a:cubicBezTo>
                    <a:pt x="1" y="502"/>
                    <a:pt x="0" y="502"/>
                    <a:pt x="0" y="502"/>
                  </a:cubicBezTo>
                  <a:cubicBezTo>
                    <a:pt x="0" y="501"/>
                    <a:pt x="0" y="500"/>
                    <a:pt x="0" y="500"/>
                  </a:cubicBezTo>
                  <a:cubicBezTo>
                    <a:pt x="1" y="499"/>
                    <a:pt x="2" y="497"/>
                    <a:pt x="3" y="497"/>
                  </a:cubicBezTo>
                  <a:cubicBezTo>
                    <a:pt x="4" y="496"/>
                    <a:pt x="7" y="496"/>
                    <a:pt x="8" y="496"/>
                  </a:cubicBezTo>
                  <a:cubicBezTo>
                    <a:pt x="9" y="495"/>
                    <a:pt x="12" y="495"/>
                    <a:pt x="13" y="494"/>
                  </a:cubicBezTo>
                  <a:cubicBezTo>
                    <a:pt x="14" y="493"/>
                    <a:pt x="15" y="491"/>
                    <a:pt x="16" y="490"/>
                  </a:cubicBezTo>
                  <a:cubicBezTo>
                    <a:pt x="17" y="490"/>
                    <a:pt x="19" y="489"/>
                    <a:pt x="20" y="488"/>
                  </a:cubicBezTo>
                  <a:cubicBezTo>
                    <a:pt x="20" y="488"/>
                    <a:pt x="22" y="486"/>
                    <a:pt x="22" y="486"/>
                  </a:cubicBezTo>
                  <a:cubicBezTo>
                    <a:pt x="23" y="485"/>
                    <a:pt x="24" y="482"/>
                    <a:pt x="24" y="481"/>
                  </a:cubicBezTo>
                  <a:cubicBezTo>
                    <a:pt x="24" y="480"/>
                    <a:pt x="22" y="478"/>
                    <a:pt x="22" y="477"/>
                  </a:cubicBezTo>
                  <a:cubicBezTo>
                    <a:pt x="22" y="476"/>
                    <a:pt x="20" y="473"/>
                    <a:pt x="20" y="472"/>
                  </a:cubicBezTo>
                  <a:cubicBezTo>
                    <a:pt x="20" y="470"/>
                    <a:pt x="22" y="466"/>
                    <a:pt x="23" y="464"/>
                  </a:cubicBezTo>
                  <a:cubicBezTo>
                    <a:pt x="23" y="463"/>
                    <a:pt x="25" y="460"/>
                    <a:pt x="26" y="459"/>
                  </a:cubicBezTo>
                  <a:cubicBezTo>
                    <a:pt x="26" y="458"/>
                    <a:pt x="29" y="457"/>
                    <a:pt x="30" y="456"/>
                  </a:cubicBezTo>
                  <a:cubicBezTo>
                    <a:pt x="31" y="455"/>
                    <a:pt x="32" y="453"/>
                    <a:pt x="32" y="452"/>
                  </a:cubicBezTo>
                  <a:cubicBezTo>
                    <a:pt x="33" y="451"/>
                    <a:pt x="33" y="449"/>
                    <a:pt x="32" y="448"/>
                  </a:cubicBezTo>
                  <a:cubicBezTo>
                    <a:pt x="32" y="447"/>
                    <a:pt x="30" y="445"/>
                    <a:pt x="30" y="444"/>
                  </a:cubicBezTo>
                  <a:cubicBezTo>
                    <a:pt x="30" y="443"/>
                    <a:pt x="29" y="441"/>
                    <a:pt x="29" y="440"/>
                  </a:cubicBezTo>
                  <a:cubicBezTo>
                    <a:pt x="29" y="439"/>
                    <a:pt x="31" y="438"/>
                    <a:pt x="31" y="438"/>
                  </a:cubicBezTo>
                  <a:cubicBezTo>
                    <a:pt x="32" y="437"/>
                    <a:pt x="34" y="434"/>
                    <a:pt x="34" y="433"/>
                  </a:cubicBezTo>
                  <a:cubicBezTo>
                    <a:pt x="34" y="432"/>
                    <a:pt x="33" y="430"/>
                    <a:pt x="32" y="429"/>
                  </a:cubicBezTo>
                  <a:cubicBezTo>
                    <a:pt x="31" y="428"/>
                    <a:pt x="29" y="427"/>
                    <a:pt x="28" y="427"/>
                  </a:cubicBezTo>
                  <a:cubicBezTo>
                    <a:pt x="27" y="426"/>
                    <a:pt x="26" y="426"/>
                    <a:pt x="25" y="425"/>
                  </a:cubicBezTo>
                  <a:cubicBezTo>
                    <a:pt x="24" y="424"/>
                    <a:pt x="24" y="422"/>
                    <a:pt x="25" y="420"/>
                  </a:cubicBezTo>
                  <a:cubicBezTo>
                    <a:pt x="25" y="419"/>
                    <a:pt x="26" y="416"/>
                    <a:pt x="26" y="415"/>
                  </a:cubicBezTo>
                  <a:cubicBezTo>
                    <a:pt x="27" y="414"/>
                    <a:pt x="27" y="410"/>
                    <a:pt x="28" y="409"/>
                  </a:cubicBezTo>
                  <a:cubicBezTo>
                    <a:pt x="28" y="408"/>
                    <a:pt x="29" y="405"/>
                    <a:pt x="30" y="404"/>
                  </a:cubicBezTo>
                  <a:cubicBezTo>
                    <a:pt x="31" y="404"/>
                    <a:pt x="32" y="404"/>
                    <a:pt x="33" y="404"/>
                  </a:cubicBezTo>
                  <a:cubicBezTo>
                    <a:pt x="34" y="405"/>
                    <a:pt x="35" y="407"/>
                    <a:pt x="36" y="407"/>
                  </a:cubicBezTo>
                  <a:cubicBezTo>
                    <a:pt x="37" y="407"/>
                    <a:pt x="38" y="404"/>
                    <a:pt x="39" y="403"/>
                  </a:cubicBezTo>
                  <a:cubicBezTo>
                    <a:pt x="39" y="403"/>
                    <a:pt x="41" y="403"/>
                    <a:pt x="42" y="403"/>
                  </a:cubicBezTo>
                  <a:cubicBezTo>
                    <a:pt x="43" y="403"/>
                    <a:pt x="45" y="402"/>
                    <a:pt x="46" y="401"/>
                  </a:cubicBezTo>
                  <a:cubicBezTo>
                    <a:pt x="47" y="400"/>
                    <a:pt x="48" y="397"/>
                    <a:pt x="49" y="396"/>
                  </a:cubicBezTo>
                  <a:cubicBezTo>
                    <a:pt x="50" y="395"/>
                    <a:pt x="51" y="392"/>
                    <a:pt x="52" y="391"/>
                  </a:cubicBezTo>
                  <a:cubicBezTo>
                    <a:pt x="52" y="390"/>
                    <a:pt x="53" y="388"/>
                    <a:pt x="54" y="388"/>
                  </a:cubicBezTo>
                  <a:cubicBezTo>
                    <a:pt x="55" y="387"/>
                    <a:pt x="57" y="388"/>
                    <a:pt x="58" y="388"/>
                  </a:cubicBezTo>
                  <a:cubicBezTo>
                    <a:pt x="59" y="388"/>
                    <a:pt x="61" y="387"/>
                    <a:pt x="61" y="387"/>
                  </a:cubicBezTo>
                  <a:cubicBezTo>
                    <a:pt x="63" y="386"/>
                    <a:pt x="65" y="384"/>
                    <a:pt x="66" y="383"/>
                  </a:cubicBezTo>
                  <a:cubicBezTo>
                    <a:pt x="66" y="382"/>
                    <a:pt x="67" y="379"/>
                    <a:pt x="67" y="378"/>
                  </a:cubicBezTo>
                  <a:cubicBezTo>
                    <a:pt x="68" y="376"/>
                    <a:pt x="67" y="374"/>
                    <a:pt x="67" y="372"/>
                  </a:cubicBezTo>
                  <a:cubicBezTo>
                    <a:pt x="67" y="371"/>
                    <a:pt x="68" y="369"/>
                    <a:pt x="68" y="368"/>
                  </a:cubicBezTo>
                  <a:cubicBezTo>
                    <a:pt x="68" y="367"/>
                    <a:pt x="67" y="364"/>
                    <a:pt x="67" y="363"/>
                  </a:cubicBezTo>
                  <a:cubicBezTo>
                    <a:pt x="67" y="362"/>
                    <a:pt x="67" y="361"/>
                    <a:pt x="68" y="360"/>
                  </a:cubicBezTo>
                  <a:cubicBezTo>
                    <a:pt x="68" y="359"/>
                    <a:pt x="68" y="358"/>
                    <a:pt x="69" y="357"/>
                  </a:cubicBezTo>
                  <a:cubicBezTo>
                    <a:pt x="69" y="356"/>
                    <a:pt x="69" y="354"/>
                    <a:pt x="69" y="353"/>
                  </a:cubicBezTo>
                  <a:cubicBezTo>
                    <a:pt x="68" y="352"/>
                    <a:pt x="66" y="352"/>
                    <a:pt x="65" y="351"/>
                  </a:cubicBezTo>
                  <a:cubicBezTo>
                    <a:pt x="65" y="350"/>
                    <a:pt x="64" y="349"/>
                    <a:pt x="63" y="348"/>
                  </a:cubicBezTo>
                  <a:cubicBezTo>
                    <a:pt x="63" y="347"/>
                    <a:pt x="63" y="345"/>
                    <a:pt x="64" y="344"/>
                  </a:cubicBezTo>
                  <a:cubicBezTo>
                    <a:pt x="64" y="343"/>
                    <a:pt x="66" y="342"/>
                    <a:pt x="67" y="341"/>
                  </a:cubicBezTo>
                  <a:cubicBezTo>
                    <a:pt x="67" y="341"/>
                    <a:pt x="68" y="341"/>
                    <a:pt x="68" y="341"/>
                  </a:cubicBezTo>
                  <a:cubicBezTo>
                    <a:pt x="70" y="340"/>
                    <a:pt x="72" y="338"/>
                    <a:pt x="73" y="336"/>
                  </a:cubicBezTo>
                  <a:cubicBezTo>
                    <a:pt x="74" y="335"/>
                    <a:pt x="75" y="333"/>
                    <a:pt x="75" y="332"/>
                  </a:cubicBezTo>
                  <a:cubicBezTo>
                    <a:pt x="75" y="330"/>
                    <a:pt x="73" y="326"/>
                    <a:pt x="73" y="325"/>
                  </a:cubicBezTo>
                  <a:cubicBezTo>
                    <a:pt x="74" y="324"/>
                    <a:pt x="75" y="322"/>
                    <a:pt x="76" y="322"/>
                  </a:cubicBezTo>
                  <a:cubicBezTo>
                    <a:pt x="77" y="322"/>
                    <a:pt x="80" y="322"/>
                    <a:pt x="81" y="322"/>
                  </a:cubicBezTo>
                  <a:cubicBezTo>
                    <a:pt x="82" y="322"/>
                    <a:pt x="85" y="322"/>
                    <a:pt x="86" y="322"/>
                  </a:cubicBezTo>
                  <a:cubicBezTo>
                    <a:pt x="87" y="321"/>
                    <a:pt x="88" y="318"/>
                    <a:pt x="89" y="317"/>
                  </a:cubicBezTo>
                  <a:cubicBezTo>
                    <a:pt x="90" y="317"/>
                    <a:pt x="93" y="316"/>
                    <a:pt x="94" y="316"/>
                  </a:cubicBezTo>
                  <a:cubicBezTo>
                    <a:pt x="94" y="315"/>
                    <a:pt x="95" y="312"/>
                    <a:pt x="95" y="311"/>
                  </a:cubicBezTo>
                  <a:cubicBezTo>
                    <a:pt x="95" y="310"/>
                    <a:pt x="92" y="309"/>
                    <a:pt x="91" y="308"/>
                  </a:cubicBezTo>
                  <a:cubicBezTo>
                    <a:pt x="91" y="307"/>
                    <a:pt x="94" y="304"/>
                    <a:pt x="94" y="303"/>
                  </a:cubicBezTo>
                  <a:cubicBezTo>
                    <a:pt x="94" y="302"/>
                    <a:pt x="91" y="299"/>
                    <a:pt x="90" y="299"/>
                  </a:cubicBezTo>
                  <a:cubicBezTo>
                    <a:pt x="89" y="298"/>
                    <a:pt x="87" y="299"/>
                    <a:pt x="86" y="299"/>
                  </a:cubicBezTo>
                  <a:cubicBezTo>
                    <a:pt x="85" y="299"/>
                    <a:pt x="83" y="299"/>
                    <a:pt x="82" y="298"/>
                  </a:cubicBezTo>
                  <a:cubicBezTo>
                    <a:pt x="81" y="297"/>
                    <a:pt x="80" y="296"/>
                    <a:pt x="81" y="295"/>
                  </a:cubicBezTo>
                  <a:cubicBezTo>
                    <a:pt x="81" y="294"/>
                    <a:pt x="83" y="291"/>
                    <a:pt x="83" y="290"/>
                  </a:cubicBezTo>
                  <a:cubicBezTo>
                    <a:pt x="83" y="289"/>
                    <a:pt x="81" y="287"/>
                    <a:pt x="81" y="286"/>
                  </a:cubicBezTo>
                  <a:cubicBezTo>
                    <a:pt x="80" y="284"/>
                    <a:pt x="81" y="280"/>
                    <a:pt x="81" y="279"/>
                  </a:cubicBezTo>
                  <a:cubicBezTo>
                    <a:pt x="81" y="277"/>
                    <a:pt x="82" y="275"/>
                    <a:pt x="82" y="274"/>
                  </a:cubicBezTo>
                  <a:cubicBezTo>
                    <a:pt x="83" y="273"/>
                    <a:pt x="87" y="272"/>
                    <a:pt x="88" y="270"/>
                  </a:cubicBezTo>
                  <a:cubicBezTo>
                    <a:pt x="89" y="269"/>
                    <a:pt x="89" y="265"/>
                    <a:pt x="90" y="264"/>
                  </a:cubicBezTo>
                  <a:cubicBezTo>
                    <a:pt x="91" y="263"/>
                    <a:pt x="94" y="262"/>
                    <a:pt x="95" y="262"/>
                  </a:cubicBezTo>
                  <a:cubicBezTo>
                    <a:pt x="97" y="261"/>
                    <a:pt x="100" y="261"/>
                    <a:pt x="102" y="261"/>
                  </a:cubicBezTo>
                  <a:cubicBezTo>
                    <a:pt x="103" y="262"/>
                    <a:pt x="106" y="263"/>
                    <a:pt x="107" y="263"/>
                  </a:cubicBezTo>
                  <a:cubicBezTo>
                    <a:pt x="108" y="263"/>
                    <a:pt x="111" y="263"/>
                    <a:pt x="112" y="262"/>
                  </a:cubicBezTo>
                  <a:cubicBezTo>
                    <a:pt x="114" y="262"/>
                    <a:pt x="115" y="260"/>
                    <a:pt x="116" y="259"/>
                  </a:cubicBezTo>
                  <a:cubicBezTo>
                    <a:pt x="117" y="258"/>
                    <a:pt x="116" y="255"/>
                    <a:pt x="117" y="254"/>
                  </a:cubicBezTo>
                  <a:cubicBezTo>
                    <a:pt x="118" y="253"/>
                    <a:pt x="120" y="252"/>
                    <a:pt x="121" y="252"/>
                  </a:cubicBezTo>
                  <a:cubicBezTo>
                    <a:pt x="121" y="251"/>
                    <a:pt x="123" y="250"/>
                    <a:pt x="124" y="250"/>
                  </a:cubicBezTo>
                  <a:cubicBezTo>
                    <a:pt x="125" y="249"/>
                    <a:pt x="127" y="246"/>
                    <a:pt x="129" y="245"/>
                  </a:cubicBezTo>
                  <a:cubicBezTo>
                    <a:pt x="130" y="245"/>
                    <a:pt x="132" y="244"/>
                    <a:pt x="133" y="244"/>
                  </a:cubicBezTo>
                  <a:cubicBezTo>
                    <a:pt x="134" y="243"/>
                    <a:pt x="137" y="243"/>
                    <a:pt x="138" y="242"/>
                  </a:cubicBezTo>
                  <a:cubicBezTo>
                    <a:pt x="139" y="242"/>
                    <a:pt x="142" y="240"/>
                    <a:pt x="142" y="239"/>
                  </a:cubicBezTo>
                  <a:cubicBezTo>
                    <a:pt x="143" y="237"/>
                    <a:pt x="143" y="233"/>
                    <a:pt x="142" y="231"/>
                  </a:cubicBezTo>
                  <a:cubicBezTo>
                    <a:pt x="142" y="230"/>
                    <a:pt x="139" y="229"/>
                    <a:pt x="138" y="227"/>
                  </a:cubicBezTo>
                  <a:cubicBezTo>
                    <a:pt x="138" y="226"/>
                    <a:pt x="138" y="223"/>
                    <a:pt x="138" y="222"/>
                  </a:cubicBezTo>
                  <a:cubicBezTo>
                    <a:pt x="139" y="220"/>
                    <a:pt x="143" y="218"/>
                    <a:pt x="145" y="217"/>
                  </a:cubicBezTo>
                  <a:cubicBezTo>
                    <a:pt x="146" y="216"/>
                    <a:pt x="149" y="216"/>
                    <a:pt x="150" y="215"/>
                  </a:cubicBezTo>
                  <a:cubicBezTo>
                    <a:pt x="151" y="215"/>
                    <a:pt x="154" y="212"/>
                    <a:pt x="155" y="211"/>
                  </a:cubicBezTo>
                  <a:cubicBezTo>
                    <a:pt x="156" y="210"/>
                    <a:pt x="158" y="206"/>
                    <a:pt x="158" y="205"/>
                  </a:cubicBezTo>
                  <a:cubicBezTo>
                    <a:pt x="160" y="203"/>
                    <a:pt x="162" y="198"/>
                    <a:pt x="163" y="196"/>
                  </a:cubicBezTo>
                  <a:cubicBezTo>
                    <a:pt x="164" y="194"/>
                    <a:pt x="165" y="190"/>
                    <a:pt x="166" y="188"/>
                  </a:cubicBezTo>
                  <a:cubicBezTo>
                    <a:pt x="167" y="188"/>
                    <a:pt x="169" y="187"/>
                    <a:pt x="170" y="186"/>
                  </a:cubicBezTo>
                  <a:cubicBezTo>
                    <a:pt x="172" y="184"/>
                    <a:pt x="174" y="179"/>
                    <a:pt x="175" y="177"/>
                  </a:cubicBezTo>
                  <a:cubicBezTo>
                    <a:pt x="175" y="176"/>
                    <a:pt x="174" y="173"/>
                    <a:pt x="174" y="171"/>
                  </a:cubicBezTo>
                  <a:cubicBezTo>
                    <a:pt x="174" y="169"/>
                    <a:pt x="176" y="166"/>
                    <a:pt x="177" y="164"/>
                  </a:cubicBezTo>
                  <a:cubicBezTo>
                    <a:pt x="178" y="162"/>
                    <a:pt x="180" y="158"/>
                    <a:pt x="181" y="156"/>
                  </a:cubicBezTo>
                  <a:cubicBezTo>
                    <a:pt x="182" y="155"/>
                    <a:pt x="182" y="153"/>
                    <a:pt x="183" y="152"/>
                  </a:cubicBezTo>
                  <a:cubicBezTo>
                    <a:pt x="184" y="151"/>
                    <a:pt x="186" y="150"/>
                    <a:pt x="187" y="149"/>
                  </a:cubicBezTo>
                  <a:cubicBezTo>
                    <a:pt x="188" y="148"/>
                    <a:pt x="188" y="145"/>
                    <a:pt x="188" y="144"/>
                  </a:cubicBezTo>
                  <a:cubicBezTo>
                    <a:pt x="189" y="141"/>
                    <a:pt x="190" y="137"/>
                    <a:pt x="191" y="135"/>
                  </a:cubicBezTo>
                  <a:cubicBezTo>
                    <a:pt x="192" y="132"/>
                    <a:pt x="194" y="128"/>
                    <a:pt x="195" y="126"/>
                  </a:cubicBezTo>
                  <a:cubicBezTo>
                    <a:pt x="196" y="123"/>
                    <a:pt x="196" y="118"/>
                    <a:pt x="196" y="115"/>
                  </a:cubicBezTo>
                  <a:cubicBezTo>
                    <a:pt x="196" y="113"/>
                    <a:pt x="194" y="109"/>
                    <a:pt x="193" y="107"/>
                  </a:cubicBezTo>
                  <a:cubicBezTo>
                    <a:pt x="193" y="106"/>
                    <a:pt x="191" y="104"/>
                    <a:pt x="190" y="103"/>
                  </a:cubicBezTo>
                  <a:cubicBezTo>
                    <a:pt x="190" y="101"/>
                    <a:pt x="189" y="97"/>
                    <a:pt x="190" y="95"/>
                  </a:cubicBezTo>
                  <a:cubicBezTo>
                    <a:pt x="190" y="94"/>
                    <a:pt x="191" y="91"/>
                    <a:pt x="192" y="91"/>
                  </a:cubicBezTo>
                  <a:cubicBezTo>
                    <a:pt x="193" y="90"/>
                    <a:pt x="196" y="91"/>
                    <a:pt x="198" y="90"/>
                  </a:cubicBezTo>
                  <a:cubicBezTo>
                    <a:pt x="198" y="90"/>
                    <a:pt x="198" y="87"/>
                    <a:pt x="199" y="87"/>
                  </a:cubicBezTo>
                  <a:cubicBezTo>
                    <a:pt x="199" y="85"/>
                    <a:pt x="200" y="82"/>
                    <a:pt x="201" y="81"/>
                  </a:cubicBezTo>
                  <a:cubicBezTo>
                    <a:pt x="202" y="80"/>
                    <a:pt x="205" y="79"/>
                    <a:pt x="205" y="78"/>
                  </a:cubicBezTo>
                  <a:cubicBezTo>
                    <a:pt x="206" y="76"/>
                    <a:pt x="206" y="73"/>
                    <a:pt x="207" y="72"/>
                  </a:cubicBezTo>
                  <a:cubicBezTo>
                    <a:pt x="208" y="70"/>
                    <a:pt x="210" y="68"/>
                    <a:pt x="211" y="67"/>
                  </a:cubicBezTo>
                  <a:cubicBezTo>
                    <a:pt x="211" y="66"/>
                    <a:pt x="210" y="64"/>
                    <a:pt x="210" y="63"/>
                  </a:cubicBezTo>
                  <a:cubicBezTo>
                    <a:pt x="209" y="63"/>
                    <a:pt x="208" y="62"/>
                    <a:pt x="207" y="62"/>
                  </a:cubicBezTo>
                  <a:cubicBezTo>
                    <a:pt x="205" y="62"/>
                    <a:pt x="202" y="62"/>
                    <a:pt x="201" y="62"/>
                  </a:cubicBezTo>
                  <a:cubicBezTo>
                    <a:pt x="200" y="61"/>
                    <a:pt x="199" y="59"/>
                    <a:pt x="199" y="58"/>
                  </a:cubicBezTo>
                  <a:cubicBezTo>
                    <a:pt x="199" y="56"/>
                    <a:pt x="200" y="52"/>
                    <a:pt x="199" y="50"/>
                  </a:cubicBezTo>
                  <a:cubicBezTo>
                    <a:pt x="199" y="48"/>
                    <a:pt x="198" y="46"/>
                    <a:pt x="198" y="44"/>
                  </a:cubicBezTo>
                  <a:cubicBezTo>
                    <a:pt x="197" y="44"/>
                    <a:pt x="196" y="42"/>
                    <a:pt x="196" y="40"/>
                  </a:cubicBezTo>
                  <a:cubicBezTo>
                    <a:pt x="197" y="40"/>
                    <a:pt x="197" y="40"/>
                    <a:pt x="198" y="40"/>
                  </a:cubicBezTo>
                  <a:cubicBezTo>
                    <a:pt x="200" y="38"/>
                    <a:pt x="199" y="32"/>
                    <a:pt x="199" y="29"/>
                  </a:cubicBezTo>
                  <a:cubicBezTo>
                    <a:pt x="198" y="28"/>
                    <a:pt x="196" y="25"/>
                    <a:pt x="196" y="23"/>
                  </a:cubicBezTo>
                  <a:cubicBezTo>
                    <a:pt x="195" y="22"/>
                    <a:pt x="195" y="19"/>
                    <a:pt x="195" y="17"/>
                  </a:cubicBezTo>
                  <a:cubicBezTo>
                    <a:pt x="195" y="16"/>
                    <a:pt x="196" y="12"/>
                    <a:pt x="196" y="10"/>
                  </a:cubicBezTo>
                  <a:cubicBezTo>
                    <a:pt x="197" y="9"/>
                    <a:pt x="198" y="6"/>
                    <a:pt x="199" y="5"/>
                  </a:cubicBezTo>
                  <a:cubicBezTo>
                    <a:pt x="200" y="4"/>
                    <a:pt x="203" y="1"/>
                    <a:pt x="205" y="1"/>
                  </a:cubicBezTo>
                  <a:cubicBezTo>
                    <a:pt x="206" y="0"/>
                    <a:pt x="210" y="1"/>
                    <a:pt x="212" y="1"/>
                  </a:cubicBezTo>
                  <a:cubicBezTo>
                    <a:pt x="213" y="1"/>
                    <a:pt x="216" y="1"/>
                    <a:pt x="217" y="2"/>
                  </a:cubicBezTo>
                  <a:cubicBezTo>
                    <a:pt x="219" y="3"/>
                    <a:pt x="222" y="6"/>
                    <a:pt x="224" y="8"/>
                  </a:cubicBezTo>
                  <a:cubicBezTo>
                    <a:pt x="225" y="9"/>
                    <a:pt x="227" y="11"/>
                    <a:pt x="228" y="12"/>
                  </a:cubicBezTo>
                  <a:cubicBezTo>
                    <a:pt x="229" y="13"/>
                    <a:pt x="233" y="15"/>
                    <a:pt x="234" y="16"/>
                  </a:cubicBezTo>
                  <a:cubicBezTo>
                    <a:pt x="236" y="18"/>
                    <a:pt x="240" y="21"/>
                    <a:pt x="242" y="22"/>
                  </a:cubicBezTo>
                  <a:cubicBezTo>
                    <a:pt x="243" y="23"/>
                    <a:pt x="245" y="25"/>
                    <a:pt x="246" y="26"/>
                  </a:cubicBezTo>
                  <a:cubicBezTo>
                    <a:pt x="247" y="26"/>
                    <a:pt x="249" y="27"/>
                    <a:pt x="249" y="27"/>
                  </a:cubicBezTo>
                  <a:cubicBezTo>
                    <a:pt x="252" y="28"/>
                    <a:pt x="257" y="29"/>
                    <a:pt x="260" y="30"/>
                  </a:cubicBezTo>
                  <a:cubicBezTo>
                    <a:pt x="263" y="30"/>
                    <a:pt x="267" y="30"/>
                    <a:pt x="270" y="31"/>
                  </a:cubicBezTo>
                  <a:cubicBezTo>
                    <a:pt x="272" y="32"/>
                    <a:pt x="275" y="34"/>
                    <a:pt x="277" y="35"/>
                  </a:cubicBezTo>
                  <a:cubicBezTo>
                    <a:pt x="277" y="35"/>
                    <a:pt x="279" y="36"/>
                    <a:pt x="279" y="37"/>
                  </a:cubicBezTo>
                  <a:cubicBezTo>
                    <a:pt x="280" y="38"/>
                    <a:pt x="280" y="41"/>
                    <a:pt x="280" y="42"/>
                  </a:cubicBezTo>
                  <a:cubicBezTo>
                    <a:pt x="280" y="44"/>
                    <a:pt x="280" y="47"/>
                    <a:pt x="281" y="48"/>
                  </a:cubicBezTo>
                  <a:cubicBezTo>
                    <a:pt x="281" y="50"/>
                    <a:pt x="282" y="52"/>
                    <a:pt x="283" y="53"/>
                  </a:cubicBezTo>
                  <a:cubicBezTo>
                    <a:pt x="284" y="54"/>
                    <a:pt x="286" y="55"/>
                    <a:pt x="288" y="55"/>
                  </a:cubicBezTo>
                  <a:cubicBezTo>
                    <a:pt x="290" y="56"/>
                    <a:pt x="294" y="57"/>
                    <a:pt x="296" y="57"/>
                  </a:cubicBezTo>
                  <a:cubicBezTo>
                    <a:pt x="299" y="58"/>
                    <a:pt x="303" y="57"/>
                    <a:pt x="306" y="57"/>
                  </a:cubicBezTo>
                  <a:cubicBezTo>
                    <a:pt x="308" y="57"/>
                    <a:pt x="311" y="57"/>
                    <a:pt x="313" y="58"/>
                  </a:cubicBezTo>
                  <a:cubicBezTo>
                    <a:pt x="315" y="59"/>
                    <a:pt x="320" y="61"/>
                    <a:pt x="322" y="63"/>
                  </a:cubicBezTo>
                  <a:cubicBezTo>
                    <a:pt x="323" y="64"/>
                    <a:pt x="325" y="67"/>
                    <a:pt x="326" y="68"/>
                  </a:cubicBezTo>
                  <a:cubicBezTo>
                    <a:pt x="327" y="70"/>
                    <a:pt x="329" y="73"/>
                    <a:pt x="329" y="75"/>
                  </a:cubicBezTo>
                  <a:cubicBezTo>
                    <a:pt x="330" y="76"/>
                    <a:pt x="329" y="79"/>
                    <a:pt x="329" y="80"/>
                  </a:cubicBezTo>
                  <a:cubicBezTo>
                    <a:pt x="329" y="82"/>
                    <a:pt x="328" y="85"/>
                    <a:pt x="328" y="87"/>
                  </a:cubicBezTo>
                  <a:cubicBezTo>
                    <a:pt x="328" y="88"/>
                    <a:pt x="329" y="91"/>
                    <a:pt x="328" y="92"/>
                  </a:cubicBezTo>
                  <a:cubicBezTo>
                    <a:pt x="328" y="93"/>
                    <a:pt x="327" y="96"/>
                    <a:pt x="327" y="97"/>
                  </a:cubicBezTo>
                  <a:cubicBezTo>
                    <a:pt x="326" y="97"/>
                    <a:pt x="325" y="98"/>
                    <a:pt x="325" y="99"/>
                  </a:cubicBezTo>
                  <a:cubicBezTo>
                    <a:pt x="324" y="100"/>
                    <a:pt x="324" y="103"/>
                    <a:pt x="324" y="104"/>
                  </a:cubicBezTo>
                  <a:cubicBezTo>
                    <a:pt x="324" y="105"/>
                    <a:pt x="325" y="107"/>
                    <a:pt x="325" y="108"/>
                  </a:cubicBezTo>
                  <a:cubicBezTo>
                    <a:pt x="325" y="109"/>
                    <a:pt x="326" y="111"/>
                    <a:pt x="326" y="113"/>
                  </a:cubicBezTo>
                  <a:cubicBezTo>
                    <a:pt x="326" y="114"/>
                    <a:pt x="325" y="117"/>
                    <a:pt x="324" y="119"/>
                  </a:cubicBezTo>
                  <a:cubicBezTo>
                    <a:pt x="323" y="119"/>
                    <a:pt x="322" y="119"/>
                    <a:pt x="321" y="120"/>
                  </a:cubicBezTo>
                  <a:cubicBezTo>
                    <a:pt x="321" y="120"/>
                    <a:pt x="320" y="122"/>
                    <a:pt x="320" y="122"/>
                  </a:cubicBezTo>
                  <a:cubicBezTo>
                    <a:pt x="319" y="123"/>
                    <a:pt x="319" y="125"/>
                    <a:pt x="319" y="126"/>
                  </a:cubicBezTo>
                  <a:cubicBezTo>
                    <a:pt x="319" y="127"/>
                    <a:pt x="320" y="129"/>
                    <a:pt x="320" y="130"/>
                  </a:cubicBezTo>
                  <a:cubicBezTo>
                    <a:pt x="321" y="131"/>
                    <a:pt x="322" y="133"/>
                    <a:pt x="323" y="134"/>
                  </a:cubicBezTo>
                  <a:cubicBezTo>
                    <a:pt x="324" y="135"/>
                    <a:pt x="326" y="137"/>
                    <a:pt x="328" y="137"/>
                  </a:cubicBezTo>
                  <a:cubicBezTo>
                    <a:pt x="329" y="138"/>
                    <a:pt x="332" y="139"/>
                    <a:pt x="334" y="139"/>
                  </a:cubicBezTo>
                  <a:cubicBezTo>
                    <a:pt x="336" y="138"/>
                    <a:pt x="339" y="136"/>
                    <a:pt x="341" y="136"/>
                  </a:cubicBezTo>
                  <a:cubicBezTo>
                    <a:pt x="342" y="135"/>
                    <a:pt x="345" y="134"/>
                    <a:pt x="347" y="134"/>
                  </a:cubicBezTo>
                  <a:cubicBezTo>
                    <a:pt x="349" y="134"/>
                    <a:pt x="353" y="135"/>
                    <a:pt x="355" y="135"/>
                  </a:cubicBezTo>
                  <a:cubicBezTo>
                    <a:pt x="357" y="134"/>
                    <a:pt x="361" y="132"/>
                    <a:pt x="363" y="132"/>
                  </a:cubicBezTo>
                  <a:cubicBezTo>
                    <a:pt x="364" y="131"/>
                    <a:pt x="367" y="130"/>
                    <a:pt x="368" y="129"/>
                  </a:cubicBezTo>
                  <a:cubicBezTo>
                    <a:pt x="369" y="129"/>
                    <a:pt x="371" y="127"/>
                    <a:pt x="372" y="126"/>
                  </a:cubicBezTo>
                  <a:cubicBezTo>
                    <a:pt x="374" y="126"/>
                    <a:pt x="377" y="127"/>
                    <a:pt x="379" y="127"/>
                  </a:cubicBezTo>
                  <a:cubicBezTo>
                    <a:pt x="380" y="128"/>
                    <a:pt x="381" y="128"/>
                    <a:pt x="381" y="129"/>
                  </a:cubicBezTo>
                  <a:cubicBezTo>
                    <a:pt x="382" y="129"/>
                    <a:pt x="382" y="132"/>
                    <a:pt x="383" y="133"/>
                  </a:cubicBezTo>
                  <a:cubicBezTo>
                    <a:pt x="384" y="134"/>
                    <a:pt x="386" y="135"/>
                    <a:pt x="388" y="136"/>
                  </a:cubicBezTo>
                  <a:cubicBezTo>
                    <a:pt x="389" y="136"/>
                    <a:pt x="393" y="136"/>
                    <a:pt x="394" y="136"/>
                  </a:cubicBezTo>
                  <a:cubicBezTo>
                    <a:pt x="395" y="137"/>
                    <a:pt x="397" y="138"/>
                    <a:pt x="398" y="139"/>
                  </a:cubicBezTo>
                  <a:cubicBezTo>
                    <a:pt x="399" y="140"/>
                    <a:pt x="400" y="141"/>
                    <a:pt x="401" y="142"/>
                  </a:cubicBezTo>
                  <a:cubicBezTo>
                    <a:pt x="402" y="143"/>
                    <a:pt x="404" y="144"/>
                    <a:pt x="404" y="145"/>
                  </a:cubicBezTo>
                  <a:cubicBezTo>
                    <a:pt x="406" y="146"/>
                    <a:pt x="409" y="148"/>
                    <a:pt x="410" y="149"/>
                  </a:cubicBezTo>
                  <a:cubicBezTo>
                    <a:pt x="411" y="150"/>
                    <a:pt x="411" y="154"/>
                    <a:pt x="411" y="155"/>
                  </a:cubicBezTo>
                  <a:cubicBezTo>
                    <a:pt x="411" y="157"/>
                    <a:pt x="410" y="160"/>
                    <a:pt x="410" y="161"/>
                  </a:cubicBezTo>
                  <a:cubicBezTo>
                    <a:pt x="411" y="163"/>
                    <a:pt x="412" y="166"/>
                    <a:pt x="413" y="168"/>
                  </a:cubicBezTo>
                  <a:cubicBezTo>
                    <a:pt x="414" y="169"/>
                    <a:pt x="416" y="171"/>
                    <a:pt x="417" y="172"/>
                  </a:cubicBezTo>
                  <a:cubicBezTo>
                    <a:pt x="418" y="173"/>
                    <a:pt x="420" y="175"/>
                    <a:pt x="422" y="176"/>
                  </a:cubicBezTo>
                  <a:cubicBezTo>
                    <a:pt x="424" y="176"/>
                    <a:pt x="428" y="176"/>
                    <a:pt x="430" y="176"/>
                  </a:cubicBezTo>
                  <a:cubicBezTo>
                    <a:pt x="431" y="175"/>
                    <a:pt x="434" y="174"/>
                    <a:pt x="435" y="174"/>
                  </a:cubicBezTo>
                  <a:cubicBezTo>
                    <a:pt x="437" y="173"/>
                    <a:pt x="439" y="169"/>
                    <a:pt x="440" y="168"/>
                  </a:cubicBezTo>
                  <a:cubicBezTo>
                    <a:pt x="443" y="167"/>
                    <a:pt x="448" y="165"/>
                    <a:pt x="450" y="164"/>
                  </a:cubicBezTo>
                  <a:cubicBezTo>
                    <a:pt x="452" y="164"/>
                    <a:pt x="456" y="163"/>
                    <a:pt x="458" y="163"/>
                  </a:cubicBezTo>
                  <a:cubicBezTo>
                    <a:pt x="460" y="163"/>
                    <a:pt x="463" y="164"/>
                    <a:pt x="465" y="164"/>
                  </a:cubicBezTo>
                  <a:cubicBezTo>
                    <a:pt x="467" y="164"/>
                    <a:pt x="471" y="164"/>
                    <a:pt x="473" y="165"/>
                  </a:cubicBezTo>
                  <a:cubicBezTo>
                    <a:pt x="474" y="166"/>
                    <a:pt x="476" y="169"/>
                    <a:pt x="477" y="170"/>
                  </a:cubicBezTo>
                  <a:cubicBezTo>
                    <a:pt x="478" y="171"/>
                    <a:pt x="481" y="172"/>
                    <a:pt x="483" y="173"/>
                  </a:cubicBezTo>
                  <a:cubicBezTo>
                    <a:pt x="484" y="173"/>
                    <a:pt x="486" y="174"/>
                    <a:pt x="487" y="175"/>
                  </a:cubicBezTo>
                  <a:cubicBezTo>
                    <a:pt x="488" y="176"/>
                    <a:pt x="490" y="178"/>
                    <a:pt x="492" y="179"/>
                  </a:cubicBezTo>
                  <a:cubicBezTo>
                    <a:pt x="493" y="180"/>
                    <a:pt x="495" y="183"/>
                    <a:pt x="496" y="184"/>
                  </a:cubicBezTo>
                  <a:cubicBezTo>
                    <a:pt x="497" y="185"/>
                    <a:pt x="499" y="188"/>
                    <a:pt x="500" y="189"/>
                  </a:cubicBezTo>
                  <a:cubicBezTo>
                    <a:pt x="502" y="191"/>
                    <a:pt x="507" y="192"/>
                    <a:pt x="509" y="193"/>
                  </a:cubicBezTo>
                  <a:cubicBezTo>
                    <a:pt x="511" y="194"/>
                    <a:pt x="514" y="197"/>
                    <a:pt x="516" y="197"/>
                  </a:cubicBezTo>
                  <a:cubicBezTo>
                    <a:pt x="518" y="198"/>
                    <a:pt x="521" y="198"/>
                    <a:pt x="523" y="198"/>
                  </a:cubicBezTo>
                  <a:cubicBezTo>
                    <a:pt x="525" y="199"/>
                    <a:pt x="529" y="201"/>
                    <a:pt x="531" y="202"/>
                  </a:cubicBezTo>
                  <a:cubicBezTo>
                    <a:pt x="532" y="202"/>
                    <a:pt x="536" y="202"/>
                    <a:pt x="537" y="201"/>
                  </a:cubicBezTo>
                  <a:cubicBezTo>
                    <a:pt x="538" y="200"/>
                    <a:pt x="539" y="198"/>
                    <a:pt x="539" y="196"/>
                  </a:cubicBezTo>
                  <a:cubicBezTo>
                    <a:pt x="539" y="195"/>
                    <a:pt x="536" y="194"/>
                    <a:pt x="536" y="193"/>
                  </a:cubicBezTo>
                  <a:cubicBezTo>
                    <a:pt x="536" y="191"/>
                    <a:pt x="537" y="188"/>
                    <a:pt x="539" y="186"/>
                  </a:cubicBezTo>
                  <a:cubicBezTo>
                    <a:pt x="540" y="185"/>
                    <a:pt x="543" y="184"/>
                    <a:pt x="545" y="183"/>
                  </a:cubicBezTo>
                  <a:cubicBezTo>
                    <a:pt x="546" y="183"/>
                    <a:pt x="549" y="183"/>
                    <a:pt x="550" y="183"/>
                  </a:cubicBezTo>
                  <a:cubicBezTo>
                    <a:pt x="551" y="183"/>
                    <a:pt x="554" y="183"/>
                    <a:pt x="555" y="184"/>
                  </a:cubicBezTo>
                  <a:cubicBezTo>
                    <a:pt x="556" y="184"/>
                    <a:pt x="559" y="187"/>
                    <a:pt x="561" y="187"/>
                  </a:cubicBezTo>
                  <a:cubicBezTo>
                    <a:pt x="563" y="188"/>
                    <a:pt x="568" y="187"/>
                    <a:pt x="569" y="185"/>
                  </a:cubicBezTo>
                  <a:cubicBezTo>
                    <a:pt x="571" y="185"/>
                    <a:pt x="571" y="181"/>
                    <a:pt x="572" y="180"/>
                  </a:cubicBezTo>
                  <a:cubicBezTo>
                    <a:pt x="573" y="179"/>
                    <a:pt x="576" y="179"/>
                    <a:pt x="577" y="179"/>
                  </a:cubicBezTo>
                  <a:cubicBezTo>
                    <a:pt x="578" y="179"/>
                    <a:pt x="581" y="180"/>
                    <a:pt x="583" y="180"/>
                  </a:cubicBezTo>
                  <a:cubicBezTo>
                    <a:pt x="584" y="180"/>
                    <a:pt x="586" y="181"/>
                    <a:pt x="587" y="181"/>
                  </a:cubicBezTo>
                  <a:cubicBezTo>
                    <a:pt x="589" y="181"/>
                    <a:pt x="592" y="180"/>
                    <a:pt x="594" y="179"/>
                  </a:cubicBezTo>
                  <a:cubicBezTo>
                    <a:pt x="595" y="179"/>
                    <a:pt x="598" y="177"/>
                    <a:pt x="600" y="177"/>
                  </a:cubicBezTo>
                  <a:cubicBezTo>
                    <a:pt x="602" y="176"/>
                    <a:pt x="606" y="177"/>
                    <a:pt x="608" y="178"/>
                  </a:cubicBezTo>
                  <a:cubicBezTo>
                    <a:pt x="609" y="178"/>
                    <a:pt x="611" y="180"/>
                    <a:pt x="612" y="182"/>
                  </a:cubicBezTo>
                  <a:cubicBezTo>
                    <a:pt x="612" y="183"/>
                    <a:pt x="612" y="186"/>
                    <a:pt x="613" y="187"/>
                  </a:cubicBezTo>
                  <a:cubicBezTo>
                    <a:pt x="613" y="189"/>
                    <a:pt x="615" y="191"/>
                    <a:pt x="616" y="192"/>
                  </a:cubicBezTo>
                  <a:cubicBezTo>
                    <a:pt x="617" y="193"/>
                    <a:pt x="619" y="194"/>
                    <a:pt x="621" y="194"/>
                  </a:cubicBezTo>
                  <a:cubicBezTo>
                    <a:pt x="622" y="194"/>
                    <a:pt x="625" y="194"/>
                    <a:pt x="626" y="194"/>
                  </a:cubicBezTo>
                  <a:cubicBezTo>
                    <a:pt x="627" y="194"/>
                    <a:pt x="629" y="194"/>
                    <a:pt x="630" y="194"/>
                  </a:cubicBezTo>
                  <a:cubicBezTo>
                    <a:pt x="630" y="195"/>
                    <a:pt x="629" y="198"/>
                    <a:pt x="629" y="200"/>
                  </a:cubicBezTo>
                  <a:cubicBezTo>
                    <a:pt x="629" y="201"/>
                    <a:pt x="628" y="204"/>
                    <a:pt x="628" y="206"/>
                  </a:cubicBezTo>
                  <a:cubicBezTo>
                    <a:pt x="628" y="207"/>
                    <a:pt x="628" y="211"/>
                    <a:pt x="629" y="212"/>
                  </a:cubicBezTo>
                  <a:cubicBezTo>
                    <a:pt x="630" y="213"/>
                    <a:pt x="632" y="215"/>
                    <a:pt x="633" y="215"/>
                  </a:cubicBezTo>
                  <a:cubicBezTo>
                    <a:pt x="634" y="216"/>
                    <a:pt x="637" y="216"/>
                    <a:pt x="638" y="216"/>
                  </a:cubicBezTo>
                  <a:cubicBezTo>
                    <a:pt x="639" y="216"/>
                    <a:pt x="640" y="217"/>
                    <a:pt x="641" y="218"/>
                  </a:cubicBezTo>
                  <a:cubicBezTo>
                    <a:pt x="642" y="219"/>
                    <a:pt x="642" y="221"/>
                    <a:pt x="642" y="222"/>
                  </a:cubicBezTo>
                  <a:cubicBezTo>
                    <a:pt x="644" y="223"/>
                    <a:pt x="647" y="222"/>
                    <a:pt x="648" y="222"/>
                  </a:cubicBezTo>
                  <a:cubicBezTo>
                    <a:pt x="649" y="223"/>
                    <a:pt x="652" y="224"/>
                    <a:pt x="652" y="22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4"/>
            <p:cNvSpPr>
              <a:spLocks/>
            </p:cNvSpPr>
            <p:nvPr/>
          </p:nvSpPr>
          <p:spPr bwMode="auto">
            <a:xfrm>
              <a:off x="2520951" y="3706813"/>
              <a:ext cx="522288" cy="565150"/>
            </a:xfrm>
            <a:custGeom>
              <a:avLst/>
              <a:gdLst/>
              <a:ahLst/>
              <a:cxnLst>
                <a:cxn ang="0">
                  <a:pos x="286" y="306"/>
                </a:cxn>
                <a:cxn ang="0">
                  <a:pos x="261" y="306"/>
                </a:cxn>
                <a:cxn ang="0">
                  <a:pos x="242" y="308"/>
                </a:cxn>
                <a:cxn ang="0">
                  <a:pos x="216" y="295"/>
                </a:cxn>
                <a:cxn ang="0">
                  <a:pos x="201" y="303"/>
                </a:cxn>
                <a:cxn ang="0">
                  <a:pos x="186" y="289"/>
                </a:cxn>
                <a:cxn ang="0">
                  <a:pos x="160" y="291"/>
                </a:cxn>
                <a:cxn ang="0">
                  <a:pos x="134" y="303"/>
                </a:cxn>
                <a:cxn ang="0">
                  <a:pos x="117" y="312"/>
                </a:cxn>
                <a:cxn ang="0">
                  <a:pos x="95" y="314"/>
                </a:cxn>
                <a:cxn ang="0">
                  <a:pos x="82" y="296"/>
                </a:cxn>
                <a:cxn ang="0">
                  <a:pos x="70" y="296"/>
                </a:cxn>
                <a:cxn ang="0">
                  <a:pos x="58" y="275"/>
                </a:cxn>
                <a:cxn ang="0">
                  <a:pos x="51" y="258"/>
                </a:cxn>
                <a:cxn ang="0">
                  <a:pos x="47" y="239"/>
                </a:cxn>
                <a:cxn ang="0">
                  <a:pos x="48" y="221"/>
                </a:cxn>
                <a:cxn ang="0">
                  <a:pos x="49" y="200"/>
                </a:cxn>
                <a:cxn ang="0">
                  <a:pos x="62" y="185"/>
                </a:cxn>
                <a:cxn ang="0">
                  <a:pos x="56" y="177"/>
                </a:cxn>
                <a:cxn ang="0">
                  <a:pos x="38" y="170"/>
                </a:cxn>
                <a:cxn ang="0">
                  <a:pos x="25" y="164"/>
                </a:cxn>
                <a:cxn ang="0">
                  <a:pos x="11" y="146"/>
                </a:cxn>
                <a:cxn ang="0">
                  <a:pos x="3" y="124"/>
                </a:cxn>
                <a:cxn ang="0">
                  <a:pos x="11" y="109"/>
                </a:cxn>
                <a:cxn ang="0">
                  <a:pos x="30" y="94"/>
                </a:cxn>
                <a:cxn ang="0">
                  <a:pos x="42" y="84"/>
                </a:cxn>
                <a:cxn ang="0">
                  <a:pos x="65" y="77"/>
                </a:cxn>
                <a:cxn ang="0">
                  <a:pos x="77" y="70"/>
                </a:cxn>
                <a:cxn ang="0">
                  <a:pos x="90" y="78"/>
                </a:cxn>
                <a:cxn ang="0">
                  <a:pos x="108" y="75"/>
                </a:cxn>
                <a:cxn ang="0">
                  <a:pos x="127" y="66"/>
                </a:cxn>
                <a:cxn ang="0">
                  <a:pos x="147" y="70"/>
                </a:cxn>
                <a:cxn ang="0">
                  <a:pos x="154" y="87"/>
                </a:cxn>
                <a:cxn ang="0">
                  <a:pos x="174" y="84"/>
                </a:cxn>
                <a:cxn ang="0">
                  <a:pos x="188" y="76"/>
                </a:cxn>
                <a:cxn ang="0">
                  <a:pos x="193" y="52"/>
                </a:cxn>
                <a:cxn ang="0">
                  <a:pos x="203" y="31"/>
                </a:cxn>
                <a:cxn ang="0">
                  <a:pos x="210" y="18"/>
                </a:cxn>
                <a:cxn ang="0">
                  <a:pos x="219" y="4"/>
                </a:cxn>
                <a:cxn ang="0">
                  <a:pos x="235" y="11"/>
                </a:cxn>
                <a:cxn ang="0">
                  <a:pos x="255" y="2"/>
                </a:cxn>
                <a:cxn ang="0">
                  <a:pos x="278" y="5"/>
                </a:cxn>
                <a:cxn ang="0">
                  <a:pos x="290" y="29"/>
                </a:cxn>
                <a:cxn ang="0">
                  <a:pos x="292" y="45"/>
                </a:cxn>
                <a:cxn ang="0">
                  <a:pos x="284" y="63"/>
                </a:cxn>
                <a:cxn ang="0">
                  <a:pos x="275" y="79"/>
                </a:cxn>
                <a:cxn ang="0">
                  <a:pos x="263" y="97"/>
                </a:cxn>
                <a:cxn ang="0">
                  <a:pos x="276" y="112"/>
                </a:cxn>
                <a:cxn ang="0">
                  <a:pos x="277" y="134"/>
                </a:cxn>
                <a:cxn ang="0">
                  <a:pos x="260" y="161"/>
                </a:cxn>
                <a:cxn ang="0">
                  <a:pos x="258" y="176"/>
                </a:cxn>
                <a:cxn ang="0">
                  <a:pos x="263" y="195"/>
                </a:cxn>
                <a:cxn ang="0">
                  <a:pos x="270" y="217"/>
                </a:cxn>
                <a:cxn ang="0">
                  <a:pos x="281" y="234"/>
                </a:cxn>
                <a:cxn ang="0">
                  <a:pos x="288" y="247"/>
                </a:cxn>
                <a:cxn ang="0">
                  <a:pos x="271" y="267"/>
                </a:cxn>
                <a:cxn ang="0">
                  <a:pos x="273" y="289"/>
                </a:cxn>
                <a:cxn ang="0">
                  <a:pos x="287" y="297"/>
                </a:cxn>
                <a:cxn ang="0">
                  <a:pos x="289" y="276"/>
                </a:cxn>
                <a:cxn ang="0">
                  <a:pos x="293" y="278"/>
                </a:cxn>
              </a:cxnLst>
              <a:rect l="0" t="0" r="r" b="b"/>
              <a:pathLst>
                <a:path w="294" h="318">
                  <a:moveTo>
                    <a:pt x="293" y="293"/>
                  </a:moveTo>
                  <a:cubicBezTo>
                    <a:pt x="293" y="294"/>
                    <a:pt x="294" y="296"/>
                    <a:pt x="294" y="298"/>
                  </a:cubicBezTo>
                  <a:cubicBezTo>
                    <a:pt x="294" y="299"/>
                    <a:pt x="292" y="302"/>
                    <a:pt x="291" y="303"/>
                  </a:cubicBezTo>
                  <a:cubicBezTo>
                    <a:pt x="290" y="304"/>
                    <a:pt x="287" y="305"/>
                    <a:pt x="286" y="306"/>
                  </a:cubicBezTo>
                  <a:cubicBezTo>
                    <a:pt x="284" y="306"/>
                    <a:pt x="280" y="306"/>
                    <a:pt x="278" y="307"/>
                  </a:cubicBezTo>
                  <a:cubicBezTo>
                    <a:pt x="276" y="307"/>
                    <a:pt x="273" y="307"/>
                    <a:pt x="271" y="307"/>
                  </a:cubicBezTo>
                  <a:cubicBezTo>
                    <a:pt x="270" y="308"/>
                    <a:pt x="268" y="308"/>
                    <a:pt x="266" y="308"/>
                  </a:cubicBezTo>
                  <a:cubicBezTo>
                    <a:pt x="265" y="308"/>
                    <a:pt x="262" y="307"/>
                    <a:pt x="261" y="306"/>
                  </a:cubicBezTo>
                  <a:cubicBezTo>
                    <a:pt x="260" y="306"/>
                    <a:pt x="257" y="306"/>
                    <a:pt x="256" y="307"/>
                  </a:cubicBezTo>
                  <a:cubicBezTo>
                    <a:pt x="254" y="307"/>
                    <a:pt x="252" y="309"/>
                    <a:pt x="250" y="309"/>
                  </a:cubicBezTo>
                  <a:cubicBezTo>
                    <a:pt x="249" y="310"/>
                    <a:pt x="245" y="312"/>
                    <a:pt x="244" y="311"/>
                  </a:cubicBezTo>
                  <a:cubicBezTo>
                    <a:pt x="243" y="311"/>
                    <a:pt x="242" y="309"/>
                    <a:pt x="242" y="308"/>
                  </a:cubicBezTo>
                  <a:cubicBezTo>
                    <a:pt x="241" y="306"/>
                    <a:pt x="241" y="301"/>
                    <a:pt x="239" y="299"/>
                  </a:cubicBezTo>
                  <a:cubicBezTo>
                    <a:pt x="238" y="298"/>
                    <a:pt x="235" y="298"/>
                    <a:pt x="234" y="297"/>
                  </a:cubicBezTo>
                  <a:cubicBezTo>
                    <a:pt x="231" y="297"/>
                    <a:pt x="226" y="296"/>
                    <a:pt x="224" y="295"/>
                  </a:cubicBezTo>
                  <a:cubicBezTo>
                    <a:pt x="222" y="295"/>
                    <a:pt x="218" y="295"/>
                    <a:pt x="216" y="295"/>
                  </a:cubicBezTo>
                  <a:cubicBezTo>
                    <a:pt x="214" y="295"/>
                    <a:pt x="211" y="295"/>
                    <a:pt x="210" y="296"/>
                  </a:cubicBezTo>
                  <a:cubicBezTo>
                    <a:pt x="209" y="296"/>
                    <a:pt x="209" y="299"/>
                    <a:pt x="209" y="300"/>
                  </a:cubicBezTo>
                  <a:cubicBezTo>
                    <a:pt x="208" y="301"/>
                    <a:pt x="208" y="305"/>
                    <a:pt x="207" y="305"/>
                  </a:cubicBezTo>
                  <a:cubicBezTo>
                    <a:pt x="205" y="306"/>
                    <a:pt x="203" y="304"/>
                    <a:pt x="201" y="303"/>
                  </a:cubicBezTo>
                  <a:cubicBezTo>
                    <a:pt x="200" y="302"/>
                    <a:pt x="198" y="299"/>
                    <a:pt x="197" y="298"/>
                  </a:cubicBezTo>
                  <a:cubicBezTo>
                    <a:pt x="196" y="297"/>
                    <a:pt x="196" y="295"/>
                    <a:pt x="195" y="294"/>
                  </a:cubicBezTo>
                  <a:cubicBezTo>
                    <a:pt x="194" y="293"/>
                    <a:pt x="192" y="291"/>
                    <a:pt x="191" y="291"/>
                  </a:cubicBezTo>
                  <a:cubicBezTo>
                    <a:pt x="190" y="290"/>
                    <a:pt x="188" y="289"/>
                    <a:pt x="186" y="289"/>
                  </a:cubicBezTo>
                  <a:cubicBezTo>
                    <a:pt x="185" y="289"/>
                    <a:pt x="183" y="290"/>
                    <a:pt x="182" y="290"/>
                  </a:cubicBezTo>
                  <a:cubicBezTo>
                    <a:pt x="180" y="291"/>
                    <a:pt x="176" y="291"/>
                    <a:pt x="175" y="291"/>
                  </a:cubicBezTo>
                  <a:cubicBezTo>
                    <a:pt x="173" y="291"/>
                    <a:pt x="169" y="289"/>
                    <a:pt x="167" y="289"/>
                  </a:cubicBezTo>
                  <a:cubicBezTo>
                    <a:pt x="166" y="289"/>
                    <a:pt x="162" y="290"/>
                    <a:pt x="160" y="291"/>
                  </a:cubicBezTo>
                  <a:cubicBezTo>
                    <a:pt x="159" y="292"/>
                    <a:pt x="156" y="295"/>
                    <a:pt x="155" y="296"/>
                  </a:cubicBezTo>
                  <a:cubicBezTo>
                    <a:pt x="152" y="297"/>
                    <a:pt x="147" y="297"/>
                    <a:pt x="145" y="298"/>
                  </a:cubicBezTo>
                  <a:cubicBezTo>
                    <a:pt x="143" y="298"/>
                    <a:pt x="138" y="298"/>
                    <a:pt x="137" y="299"/>
                  </a:cubicBezTo>
                  <a:cubicBezTo>
                    <a:pt x="136" y="300"/>
                    <a:pt x="135" y="302"/>
                    <a:pt x="134" y="303"/>
                  </a:cubicBezTo>
                  <a:cubicBezTo>
                    <a:pt x="133" y="305"/>
                    <a:pt x="132" y="308"/>
                    <a:pt x="131" y="310"/>
                  </a:cubicBezTo>
                  <a:cubicBezTo>
                    <a:pt x="131" y="311"/>
                    <a:pt x="129" y="313"/>
                    <a:pt x="128" y="314"/>
                  </a:cubicBezTo>
                  <a:cubicBezTo>
                    <a:pt x="127" y="314"/>
                    <a:pt x="124" y="312"/>
                    <a:pt x="123" y="312"/>
                  </a:cubicBezTo>
                  <a:cubicBezTo>
                    <a:pt x="121" y="312"/>
                    <a:pt x="118" y="312"/>
                    <a:pt x="117" y="312"/>
                  </a:cubicBezTo>
                  <a:cubicBezTo>
                    <a:pt x="115" y="312"/>
                    <a:pt x="110" y="313"/>
                    <a:pt x="108" y="314"/>
                  </a:cubicBezTo>
                  <a:cubicBezTo>
                    <a:pt x="105" y="314"/>
                    <a:pt x="101" y="316"/>
                    <a:pt x="99" y="317"/>
                  </a:cubicBezTo>
                  <a:cubicBezTo>
                    <a:pt x="99" y="317"/>
                    <a:pt x="98" y="318"/>
                    <a:pt x="97" y="318"/>
                  </a:cubicBezTo>
                  <a:cubicBezTo>
                    <a:pt x="96" y="317"/>
                    <a:pt x="96" y="315"/>
                    <a:pt x="95" y="314"/>
                  </a:cubicBezTo>
                  <a:cubicBezTo>
                    <a:pt x="94" y="313"/>
                    <a:pt x="92" y="311"/>
                    <a:pt x="91" y="310"/>
                  </a:cubicBezTo>
                  <a:cubicBezTo>
                    <a:pt x="90" y="308"/>
                    <a:pt x="88" y="306"/>
                    <a:pt x="87" y="304"/>
                  </a:cubicBezTo>
                  <a:cubicBezTo>
                    <a:pt x="86" y="303"/>
                    <a:pt x="85" y="301"/>
                    <a:pt x="84" y="300"/>
                  </a:cubicBezTo>
                  <a:cubicBezTo>
                    <a:pt x="83" y="299"/>
                    <a:pt x="82" y="297"/>
                    <a:pt x="82" y="296"/>
                  </a:cubicBezTo>
                  <a:cubicBezTo>
                    <a:pt x="81" y="295"/>
                    <a:pt x="78" y="294"/>
                    <a:pt x="77" y="293"/>
                  </a:cubicBezTo>
                  <a:cubicBezTo>
                    <a:pt x="77" y="293"/>
                    <a:pt x="75" y="291"/>
                    <a:pt x="74" y="291"/>
                  </a:cubicBezTo>
                  <a:cubicBezTo>
                    <a:pt x="73" y="291"/>
                    <a:pt x="72" y="292"/>
                    <a:pt x="71" y="292"/>
                  </a:cubicBezTo>
                  <a:cubicBezTo>
                    <a:pt x="70" y="293"/>
                    <a:pt x="70" y="295"/>
                    <a:pt x="70" y="296"/>
                  </a:cubicBezTo>
                  <a:cubicBezTo>
                    <a:pt x="69" y="296"/>
                    <a:pt x="66" y="295"/>
                    <a:pt x="66" y="294"/>
                  </a:cubicBezTo>
                  <a:cubicBezTo>
                    <a:pt x="64" y="293"/>
                    <a:pt x="62" y="289"/>
                    <a:pt x="62" y="287"/>
                  </a:cubicBezTo>
                  <a:cubicBezTo>
                    <a:pt x="61" y="286"/>
                    <a:pt x="61" y="283"/>
                    <a:pt x="61" y="282"/>
                  </a:cubicBezTo>
                  <a:cubicBezTo>
                    <a:pt x="60" y="280"/>
                    <a:pt x="59" y="276"/>
                    <a:pt x="58" y="275"/>
                  </a:cubicBezTo>
                  <a:cubicBezTo>
                    <a:pt x="58" y="274"/>
                    <a:pt x="57" y="272"/>
                    <a:pt x="57" y="271"/>
                  </a:cubicBezTo>
                  <a:cubicBezTo>
                    <a:pt x="56" y="270"/>
                    <a:pt x="53" y="268"/>
                    <a:pt x="52" y="267"/>
                  </a:cubicBezTo>
                  <a:cubicBezTo>
                    <a:pt x="52" y="267"/>
                    <a:pt x="50" y="265"/>
                    <a:pt x="50" y="264"/>
                  </a:cubicBezTo>
                  <a:cubicBezTo>
                    <a:pt x="49" y="263"/>
                    <a:pt x="51" y="260"/>
                    <a:pt x="51" y="258"/>
                  </a:cubicBezTo>
                  <a:cubicBezTo>
                    <a:pt x="51" y="257"/>
                    <a:pt x="50" y="254"/>
                    <a:pt x="50" y="253"/>
                  </a:cubicBezTo>
                  <a:cubicBezTo>
                    <a:pt x="50" y="252"/>
                    <a:pt x="49" y="251"/>
                    <a:pt x="49" y="250"/>
                  </a:cubicBezTo>
                  <a:cubicBezTo>
                    <a:pt x="49" y="249"/>
                    <a:pt x="49" y="247"/>
                    <a:pt x="49" y="246"/>
                  </a:cubicBezTo>
                  <a:cubicBezTo>
                    <a:pt x="49" y="245"/>
                    <a:pt x="48" y="241"/>
                    <a:pt x="47" y="239"/>
                  </a:cubicBezTo>
                  <a:cubicBezTo>
                    <a:pt x="47" y="238"/>
                    <a:pt x="45" y="235"/>
                    <a:pt x="44" y="234"/>
                  </a:cubicBezTo>
                  <a:cubicBezTo>
                    <a:pt x="44" y="232"/>
                    <a:pt x="42" y="228"/>
                    <a:pt x="43" y="227"/>
                  </a:cubicBezTo>
                  <a:cubicBezTo>
                    <a:pt x="44" y="226"/>
                    <a:pt x="46" y="226"/>
                    <a:pt x="47" y="226"/>
                  </a:cubicBezTo>
                  <a:cubicBezTo>
                    <a:pt x="48" y="225"/>
                    <a:pt x="48" y="223"/>
                    <a:pt x="48" y="221"/>
                  </a:cubicBezTo>
                  <a:cubicBezTo>
                    <a:pt x="48" y="220"/>
                    <a:pt x="48" y="217"/>
                    <a:pt x="48" y="216"/>
                  </a:cubicBezTo>
                  <a:cubicBezTo>
                    <a:pt x="49" y="214"/>
                    <a:pt x="51" y="213"/>
                    <a:pt x="51" y="212"/>
                  </a:cubicBezTo>
                  <a:cubicBezTo>
                    <a:pt x="52" y="210"/>
                    <a:pt x="51" y="207"/>
                    <a:pt x="51" y="205"/>
                  </a:cubicBezTo>
                  <a:cubicBezTo>
                    <a:pt x="51" y="204"/>
                    <a:pt x="49" y="202"/>
                    <a:pt x="49" y="200"/>
                  </a:cubicBezTo>
                  <a:cubicBezTo>
                    <a:pt x="50" y="199"/>
                    <a:pt x="52" y="197"/>
                    <a:pt x="52" y="196"/>
                  </a:cubicBezTo>
                  <a:cubicBezTo>
                    <a:pt x="52" y="195"/>
                    <a:pt x="51" y="192"/>
                    <a:pt x="51" y="191"/>
                  </a:cubicBezTo>
                  <a:cubicBezTo>
                    <a:pt x="52" y="189"/>
                    <a:pt x="55" y="187"/>
                    <a:pt x="56" y="186"/>
                  </a:cubicBezTo>
                  <a:cubicBezTo>
                    <a:pt x="58" y="185"/>
                    <a:pt x="61" y="186"/>
                    <a:pt x="62" y="185"/>
                  </a:cubicBezTo>
                  <a:cubicBezTo>
                    <a:pt x="63" y="184"/>
                    <a:pt x="65" y="182"/>
                    <a:pt x="65" y="181"/>
                  </a:cubicBezTo>
                  <a:cubicBezTo>
                    <a:pt x="64" y="180"/>
                    <a:pt x="63" y="179"/>
                    <a:pt x="62" y="178"/>
                  </a:cubicBezTo>
                  <a:cubicBezTo>
                    <a:pt x="61" y="177"/>
                    <a:pt x="60" y="175"/>
                    <a:pt x="59" y="175"/>
                  </a:cubicBezTo>
                  <a:cubicBezTo>
                    <a:pt x="58" y="175"/>
                    <a:pt x="56" y="176"/>
                    <a:pt x="56" y="177"/>
                  </a:cubicBezTo>
                  <a:cubicBezTo>
                    <a:pt x="54" y="177"/>
                    <a:pt x="52" y="176"/>
                    <a:pt x="50" y="175"/>
                  </a:cubicBezTo>
                  <a:cubicBezTo>
                    <a:pt x="49" y="175"/>
                    <a:pt x="47" y="172"/>
                    <a:pt x="46" y="172"/>
                  </a:cubicBezTo>
                  <a:cubicBezTo>
                    <a:pt x="45" y="172"/>
                    <a:pt x="42" y="173"/>
                    <a:pt x="41" y="173"/>
                  </a:cubicBezTo>
                  <a:cubicBezTo>
                    <a:pt x="40" y="173"/>
                    <a:pt x="39" y="171"/>
                    <a:pt x="38" y="170"/>
                  </a:cubicBezTo>
                  <a:cubicBezTo>
                    <a:pt x="38" y="169"/>
                    <a:pt x="38" y="166"/>
                    <a:pt x="37" y="165"/>
                  </a:cubicBezTo>
                  <a:cubicBezTo>
                    <a:pt x="37" y="164"/>
                    <a:pt x="34" y="165"/>
                    <a:pt x="33" y="165"/>
                  </a:cubicBezTo>
                  <a:cubicBezTo>
                    <a:pt x="32" y="165"/>
                    <a:pt x="29" y="166"/>
                    <a:pt x="27" y="165"/>
                  </a:cubicBezTo>
                  <a:cubicBezTo>
                    <a:pt x="27" y="165"/>
                    <a:pt x="25" y="164"/>
                    <a:pt x="25" y="164"/>
                  </a:cubicBezTo>
                  <a:cubicBezTo>
                    <a:pt x="24" y="163"/>
                    <a:pt x="22" y="159"/>
                    <a:pt x="20" y="158"/>
                  </a:cubicBezTo>
                  <a:cubicBezTo>
                    <a:pt x="19" y="157"/>
                    <a:pt x="17" y="154"/>
                    <a:pt x="16" y="153"/>
                  </a:cubicBezTo>
                  <a:cubicBezTo>
                    <a:pt x="15" y="151"/>
                    <a:pt x="15" y="148"/>
                    <a:pt x="14" y="147"/>
                  </a:cubicBezTo>
                  <a:cubicBezTo>
                    <a:pt x="13" y="147"/>
                    <a:pt x="12" y="146"/>
                    <a:pt x="11" y="146"/>
                  </a:cubicBezTo>
                  <a:cubicBezTo>
                    <a:pt x="11" y="145"/>
                    <a:pt x="11" y="142"/>
                    <a:pt x="11" y="141"/>
                  </a:cubicBezTo>
                  <a:cubicBezTo>
                    <a:pt x="11" y="140"/>
                    <a:pt x="10" y="137"/>
                    <a:pt x="10" y="136"/>
                  </a:cubicBezTo>
                  <a:cubicBezTo>
                    <a:pt x="9" y="133"/>
                    <a:pt x="9" y="126"/>
                    <a:pt x="7" y="124"/>
                  </a:cubicBezTo>
                  <a:cubicBezTo>
                    <a:pt x="6" y="124"/>
                    <a:pt x="4" y="124"/>
                    <a:pt x="3" y="124"/>
                  </a:cubicBezTo>
                  <a:cubicBezTo>
                    <a:pt x="2" y="124"/>
                    <a:pt x="1" y="124"/>
                    <a:pt x="0" y="124"/>
                  </a:cubicBezTo>
                  <a:cubicBezTo>
                    <a:pt x="1" y="122"/>
                    <a:pt x="4" y="119"/>
                    <a:pt x="5" y="118"/>
                  </a:cubicBezTo>
                  <a:cubicBezTo>
                    <a:pt x="5" y="117"/>
                    <a:pt x="7" y="114"/>
                    <a:pt x="8" y="113"/>
                  </a:cubicBezTo>
                  <a:cubicBezTo>
                    <a:pt x="9" y="112"/>
                    <a:pt x="10" y="109"/>
                    <a:pt x="11" y="109"/>
                  </a:cubicBezTo>
                  <a:cubicBezTo>
                    <a:pt x="13" y="107"/>
                    <a:pt x="18" y="106"/>
                    <a:pt x="20" y="104"/>
                  </a:cubicBezTo>
                  <a:cubicBezTo>
                    <a:pt x="21" y="104"/>
                    <a:pt x="23" y="103"/>
                    <a:pt x="23" y="103"/>
                  </a:cubicBezTo>
                  <a:cubicBezTo>
                    <a:pt x="24" y="102"/>
                    <a:pt x="25" y="100"/>
                    <a:pt x="25" y="99"/>
                  </a:cubicBezTo>
                  <a:cubicBezTo>
                    <a:pt x="26" y="98"/>
                    <a:pt x="29" y="95"/>
                    <a:pt x="30" y="94"/>
                  </a:cubicBezTo>
                  <a:cubicBezTo>
                    <a:pt x="31" y="94"/>
                    <a:pt x="33" y="93"/>
                    <a:pt x="34" y="92"/>
                  </a:cubicBezTo>
                  <a:cubicBezTo>
                    <a:pt x="35" y="91"/>
                    <a:pt x="35" y="88"/>
                    <a:pt x="36" y="87"/>
                  </a:cubicBezTo>
                  <a:cubicBezTo>
                    <a:pt x="37" y="87"/>
                    <a:pt x="39" y="87"/>
                    <a:pt x="40" y="86"/>
                  </a:cubicBezTo>
                  <a:cubicBezTo>
                    <a:pt x="41" y="86"/>
                    <a:pt x="42" y="84"/>
                    <a:pt x="42" y="84"/>
                  </a:cubicBezTo>
                  <a:cubicBezTo>
                    <a:pt x="44" y="83"/>
                    <a:pt x="49" y="84"/>
                    <a:pt x="51" y="84"/>
                  </a:cubicBezTo>
                  <a:cubicBezTo>
                    <a:pt x="53" y="84"/>
                    <a:pt x="56" y="83"/>
                    <a:pt x="58" y="82"/>
                  </a:cubicBezTo>
                  <a:cubicBezTo>
                    <a:pt x="59" y="82"/>
                    <a:pt x="61" y="79"/>
                    <a:pt x="62" y="79"/>
                  </a:cubicBezTo>
                  <a:cubicBezTo>
                    <a:pt x="63" y="78"/>
                    <a:pt x="64" y="77"/>
                    <a:pt x="65" y="77"/>
                  </a:cubicBezTo>
                  <a:cubicBezTo>
                    <a:pt x="66" y="77"/>
                    <a:pt x="67" y="77"/>
                    <a:pt x="68" y="77"/>
                  </a:cubicBezTo>
                  <a:cubicBezTo>
                    <a:pt x="69" y="76"/>
                    <a:pt x="70" y="74"/>
                    <a:pt x="71" y="73"/>
                  </a:cubicBezTo>
                  <a:cubicBezTo>
                    <a:pt x="71" y="73"/>
                    <a:pt x="73" y="72"/>
                    <a:pt x="74" y="71"/>
                  </a:cubicBezTo>
                  <a:cubicBezTo>
                    <a:pt x="75" y="71"/>
                    <a:pt x="77" y="70"/>
                    <a:pt x="77" y="70"/>
                  </a:cubicBezTo>
                  <a:cubicBezTo>
                    <a:pt x="79" y="70"/>
                    <a:pt x="81" y="71"/>
                    <a:pt x="81" y="72"/>
                  </a:cubicBezTo>
                  <a:cubicBezTo>
                    <a:pt x="82" y="73"/>
                    <a:pt x="82" y="75"/>
                    <a:pt x="82" y="76"/>
                  </a:cubicBezTo>
                  <a:cubicBezTo>
                    <a:pt x="83" y="76"/>
                    <a:pt x="83" y="78"/>
                    <a:pt x="84" y="78"/>
                  </a:cubicBezTo>
                  <a:cubicBezTo>
                    <a:pt x="85" y="79"/>
                    <a:pt x="88" y="78"/>
                    <a:pt x="90" y="78"/>
                  </a:cubicBezTo>
                  <a:cubicBezTo>
                    <a:pt x="91" y="78"/>
                    <a:pt x="93" y="78"/>
                    <a:pt x="95" y="78"/>
                  </a:cubicBezTo>
                  <a:cubicBezTo>
                    <a:pt x="96" y="78"/>
                    <a:pt x="98" y="79"/>
                    <a:pt x="99" y="79"/>
                  </a:cubicBezTo>
                  <a:cubicBezTo>
                    <a:pt x="101" y="79"/>
                    <a:pt x="103" y="78"/>
                    <a:pt x="105" y="78"/>
                  </a:cubicBezTo>
                  <a:cubicBezTo>
                    <a:pt x="106" y="77"/>
                    <a:pt x="107" y="75"/>
                    <a:pt x="108" y="75"/>
                  </a:cubicBezTo>
                  <a:cubicBezTo>
                    <a:pt x="109" y="74"/>
                    <a:pt x="111" y="73"/>
                    <a:pt x="113" y="73"/>
                  </a:cubicBezTo>
                  <a:cubicBezTo>
                    <a:pt x="114" y="73"/>
                    <a:pt x="117" y="73"/>
                    <a:pt x="118" y="73"/>
                  </a:cubicBezTo>
                  <a:cubicBezTo>
                    <a:pt x="120" y="72"/>
                    <a:pt x="123" y="71"/>
                    <a:pt x="124" y="70"/>
                  </a:cubicBezTo>
                  <a:cubicBezTo>
                    <a:pt x="125" y="69"/>
                    <a:pt x="126" y="67"/>
                    <a:pt x="127" y="66"/>
                  </a:cubicBezTo>
                  <a:cubicBezTo>
                    <a:pt x="128" y="66"/>
                    <a:pt x="130" y="66"/>
                    <a:pt x="131" y="66"/>
                  </a:cubicBezTo>
                  <a:cubicBezTo>
                    <a:pt x="132" y="66"/>
                    <a:pt x="134" y="64"/>
                    <a:pt x="135" y="64"/>
                  </a:cubicBezTo>
                  <a:cubicBezTo>
                    <a:pt x="137" y="65"/>
                    <a:pt x="140" y="66"/>
                    <a:pt x="142" y="67"/>
                  </a:cubicBezTo>
                  <a:cubicBezTo>
                    <a:pt x="143" y="68"/>
                    <a:pt x="146" y="68"/>
                    <a:pt x="147" y="70"/>
                  </a:cubicBezTo>
                  <a:cubicBezTo>
                    <a:pt x="148" y="71"/>
                    <a:pt x="150" y="74"/>
                    <a:pt x="150" y="76"/>
                  </a:cubicBezTo>
                  <a:cubicBezTo>
                    <a:pt x="150" y="77"/>
                    <a:pt x="147" y="78"/>
                    <a:pt x="147" y="79"/>
                  </a:cubicBezTo>
                  <a:cubicBezTo>
                    <a:pt x="147" y="81"/>
                    <a:pt x="148" y="83"/>
                    <a:pt x="149" y="84"/>
                  </a:cubicBezTo>
                  <a:cubicBezTo>
                    <a:pt x="150" y="85"/>
                    <a:pt x="153" y="86"/>
                    <a:pt x="154" y="87"/>
                  </a:cubicBezTo>
                  <a:cubicBezTo>
                    <a:pt x="155" y="87"/>
                    <a:pt x="159" y="87"/>
                    <a:pt x="160" y="87"/>
                  </a:cubicBezTo>
                  <a:cubicBezTo>
                    <a:pt x="161" y="88"/>
                    <a:pt x="163" y="89"/>
                    <a:pt x="164" y="89"/>
                  </a:cubicBezTo>
                  <a:cubicBezTo>
                    <a:pt x="166" y="89"/>
                    <a:pt x="169" y="88"/>
                    <a:pt x="170" y="87"/>
                  </a:cubicBezTo>
                  <a:cubicBezTo>
                    <a:pt x="171" y="87"/>
                    <a:pt x="173" y="85"/>
                    <a:pt x="174" y="84"/>
                  </a:cubicBezTo>
                  <a:cubicBezTo>
                    <a:pt x="174" y="83"/>
                    <a:pt x="174" y="82"/>
                    <a:pt x="174" y="81"/>
                  </a:cubicBezTo>
                  <a:cubicBezTo>
                    <a:pt x="175" y="80"/>
                    <a:pt x="178" y="81"/>
                    <a:pt x="179" y="81"/>
                  </a:cubicBezTo>
                  <a:cubicBezTo>
                    <a:pt x="180" y="80"/>
                    <a:pt x="184" y="80"/>
                    <a:pt x="185" y="79"/>
                  </a:cubicBezTo>
                  <a:cubicBezTo>
                    <a:pt x="186" y="78"/>
                    <a:pt x="187" y="77"/>
                    <a:pt x="188" y="76"/>
                  </a:cubicBezTo>
                  <a:cubicBezTo>
                    <a:pt x="189" y="74"/>
                    <a:pt x="189" y="71"/>
                    <a:pt x="190" y="70"/>
                  </a:cubicBezTo>
                  <a:cubicBezTo>
                    <a:pt x="190" y="68"/>
                    <a:pt x="189" y="65"/>
                    <a:pt x="190" y="63"/>
                  </a:cubicBezTo>
                  <a:cubicBezTo>
                    <a:pt x="190" y="62"/>
                    <a:pt x="192" y="60"/>
                    <a:pt x="193" y="59"/>
                  </a:cubicBezTo>
                  <a:cubicBezTo>
                    <a:pt x="193" y="57"/>
                    <a:pt x="193" y="54"/>
                    <a:pt x="193" y="52"/>
                  </a:cubicBezTo>
                  <a:cubicBezTo>
                    <a:pt x="193" y="50"/>
                    <a:pt x="195" y="46"/>
                    <a:pt x="195" y="44"/>
                  </a:cubicBezTo>
                  <a:cubicBezTo>
                    <a:pt x="195" y="42"/>
                    <a:pt x="194" y="39"/>
                    <a:pt x="194" y="37"/>
                  </a:cubicBezTo>
                  <a:cubicBezTo>
                    <a:pt x="195" y="36"/>
                    <a:pt x="197" y="33"/>
                    <a:pt x="198" y="33"/>
                  </a:cubicBezTo>
                  <a:cubicBezTo>
                    <a:pt x="199" y="32"/>
                    <a:pt x="202" y="32"/>
                    <a:pt x="203" y="31"/>
                  </a:cubicBezTo>
                  <a:cubicBezTo>
                    <a:pt x="204" y="31"/>
                    <a:pt x="205" y="28"/>
                    <a:pt x="205" y="27"/>
                  </a:cubicBezTo>
                  <a:cubicBezTo>
                    <a:pt x="206" y="26"/>
                    <a:pt x="205" y="24"/>
                    <a:pt x="205" y="24"/>
                  </a:cubicBezTo>
                  <a:cubicBezTo>
                    <a:pt x="206" y="22"/>
                    <a:pt x="208" y="21"/>
                    <a:pt x="208" y="20"/>
                  </a:cubicBezTo>
                  <a:cubicBezTo>
                    <a:pt x="209" y="20"/>
                    <a:pt x="210" y="19"/>
                    <a:pt x="210" y="18"/>
                  </a:cubicBezTo>
                  <a:cubicBezTo>
                    <a:pt x="211" y="17"/>
                    <a:pt x="210" y="14"/>
                    <a:pt x="211" y="13"/>
                  </a:cubicBezTo>
                  <a:cubicBezTo>
                    <a:pt x="211" y="12"/>
                    <a:pt x="211" y="11"/>
                    <a:pt x="212" y="10"/>
                  </a:cubicBezTo>
                  <a:cubicBezTo>
                    <a:pt x="213" y="10"/>
                    <a:pt x="215" y="9"/>
                    <a:pt x="216" y="8"/>
                  </a:cubicBezTo>
                  <a:cubicBezTo>
                    <a:pt x="217" y="7"/>
                    <a:pt x="218" y="5"/>
                    <a:pt x="219" y="4"/>
                  </a:cubicBezTo>
                  <a:cubicBezTo>
                    <a:pt x="221" y="4"/>
                    <a:pt x="225" y="4"/>
                    <a:pt x="226" y="4"/>
                  </a:cubicBezTo>
                  <a:cubicBezTo>
                    <a:pt x="227" y="4"/>
                    <a:pt x="230" y="4"/>
                    <a:pt x="230" y="5"/>
                  </a:cubicBezTo>
                  <a:cubicBezTo>
                    <a:pt x="231" y="6"/>
                    <a:pt x="231" y="8"/>
                    <a:pt x="232" y="9"/>
                  </a:cubicBezTo>
                  <a:cubicBezTo>
                    <a:pt x="233" y="10"/>
                    <a:pt x="234" y="11"/>
                    <a:pt x="235" y="11"/>
                  </a:cubicBezTo>
                  <a:cubicBezTo>
                    <a:pt x="236" y="11"/>
                    <a:pt x="237" y="9"/>
                    <a:pt x="238" y="8"/>
                  </a:cubicBezTo>
                  <a:cubicBezTo>
                    <a:pt x="240" y="8"/>
                    <a:pt x="243" y="9"/>
                    <a:pt x="245" y="8"/>
                  </a:cubicBezTo>
                  <a:cubicBezTo>
                    <a:pt x="246" y="8"/>
                    <a:pt x="247" y="6"/>
                    <a:pt x="248" y="5"/>
                  </a:cubicBezTo>
                  <a:cubicBezTo>
                    <a:pt x="250" y="4"/>
                    <a:pt x="253" y="3"/>
                    <a:pt x="255" y="2"/>
                  </a:cubicBezTo>
                  <a:cubicBezTo>
                    <a:pt x="256" y="1"/>
                    <a:pt x="260" y="0"/>
                    <a:pt x="262" y="0"/>
                  </a:cubicBezTo>
                  <a:cubicBezTo>
                    <a:pt x="263" y="0"/>
                    <a:pt x="266" y="2"/>
                    <a:pt x="268" y="2"/>
                  </a:cubicBezTo>
                  <a:cubicBezTo>
                    <a:pt x="269" y="2"/>
                    <a:pt x="272" y="2"/>
                    <a:pt x="273" y="2"/>
                  </a:cubicBezTo>
                  <a:cubicBezTo>
                    <a:pt x="274" y="2"/>
                    <a:pt x="277" y="4"/>
                    <a:pt x="278" y="5"/>
                  </a:cubicBezTo>
                  <a:cubicBezTo>
                    <a:pt x="279" y="6"/>
                    <a:pt x="281" y="8"/>
                    <a:pt x="281" y="10"/>
                  </a:cubicBezTo>
                  <a:cubicBezTo>
                    <a:pt x="282" y="12"/>
                    <a:pt x="283" y="17"/>
                    <a:pt x="284" y="19"/>
                  </a:cubicBezTo>
                  <a:cubicBezTo>
                    <a:pt x="285" y="21"/>
                    <a:pt x="285" y="24"/>
                    <a:pt x="286" y="26"/>
                  </a:cubicBezTo>
                  <a:cubicBezTo>
                    <a:pt x="287" y="27"/>
                    <a:pt x="289" y="28"/>
                    <a:pt x="290" y="29"/>
                  </a:cubicBezTo>
                  <a:cubicBezTo>
                    <a:pt x="290" y="29"/>
                    <a:pt x="291" y="30"/>
                    <a:pt x="292" y="30"/>
                  </a:cubicBezTo>
                  <a:cubicBezTo>
                    <a:pt x="292" y="31"/>
                    <a:pt x="292" y="33"/>
                    <a:pt x="291" y="34"/>
                  </a:cubicBezTo>
                  <a:cubicBezTo>
                    <a:pt x="291" y="35"/>
                    <a:pt x="291" y="38"/>
                    <a:pt x="291" y="39"/>
                  </a:cubicBezTo>
                  <a:cubicBezTo>
                    <a:pt x="291" y="41"/>
                    <a:pt x="292" y="44"/>
                    <a:pt x="292" y="45"/>
                  </a:cubicBezTo>
                  <a:cubicBezTo>
                    <a:pt x="292" y="47"/>
                    <a:pt x="292" y="50"/>
                    <a:pt x="291" y="51"/>
                  </a:cubicBezTo>
                  <a:cubicBezTo>
                    <a:pt x="291" y="52"/>
                    <a:pt x="290" y="55"/>
                    <a:pt x="290" y="56"/>
                  </a:cubicBezTo>
                  <a:cubicBezTo>
                    <a:pt x="289" y="57"/>
                    <a:pt x="288" y="59"/>
                    <a:pt x="287" y="60"/>
                  </a:cubicBezTo>
                  <a:cubicBezTo>
                    <a:pt x="286" y="60"/>
                    <a:pt x="284" y="62"/>
                    <a:pt x="284" y="63"/>
                  </a:cubicBezTo>
                  <a:cubicBezTo>
                    <a:pt x="284" y="64"/>
                    <a:pt x="285" y="66"/>
                    <a:pt x="285" y="67"/>
                  </a:cubicBezTo>
                  <a:cubicBezTo>
                    <a:pt x="285" y="68"/>
                    <a:pt x="285" y="71"/>
                    <a:pt x="285" y="72"/>
                  </a:cubicBezTo>
                  <a:cubicBezTo>
                    <a:pt x="284" y="73"/>
                    <a:pt x="281" y="75"/>
                    <a:pt x="279" y="76"/>
                  </a:cubicBezTo>
                  <a:cubicBezTo>
                    <a:pt x="278" y="77"/>
                    <a:pt x="276" y="79"/>
                    <a:pt x="275" y="79"/>
                  </a:cubicBezTo>
                  <a:cubicBezTo>
                    <a:pt x="274" y="80"/>
                    <a:pt x="272" y="80"/>
                    <a:pt x="271" y="81"/>
                  </a:cubicBezTo>
                  <a:cubicBezTo>
                    <a:pt x="269" y="82"/>
                    <a:pt x="267" y="84"/>
                    <a:pt x="266" y="85"/>
                  </a:cubicBezTo>
                  <a:cubicBezTo>
                    <a:pt x="266" y="86"/>
                    <a:pt x="266" y="90"/>
                    <a:pt x="266" y="91"/>
                  </a:cubicBezTo>
                  <a:cubicBezTo>
                    <a:pt x="265" y="93"/>
                    <a:pt x="263" y="96"/>
                    <a:pt x="263" y="97"/>
                  </a:cubicBezTo>
                  <a:cubicBezTo>
                    <a:pt x="263" y="99"/>
                    <a:pt x="262" y="103"/>
                    <a:pt x="263" y="105"/>
                  </a:cubicBezTo>
                  <a:cubicBezTo>
                    <a:pt x="264" y="106"/>
                    <a:pt x="265" y="108"/>
                    <a:pt x="266" y="109"/>
                  </a:cubicBezTo>
                  <a:cubicBezTo>
                    <a:pt x="268" y="110"/>
                    <a:pt x="271" y="109"/>
                    <a:pt x="272" y="109"/>
                  </a:cubicBezTo>
                  <a:cubicBezTo>
                    <a:pt x="273" y="110"/>
                    <a:pt x="275" y="111"/>
                    <a:pt x="276" y="112"/>
                  </a:cubicBezTo>
                  <a:cubicBezTo>
                    <a:pt x="277" y="114"/>
                    <a:pt x="277" y="117"/>
                    <a:pt x="277" y="118"/>
                  </a:cubicBezTo>
                  <a:cubicBezTo>
                    <a:pt x="277" y="119"/>
                    <a:pt x="279" y="121"/>
                    <a:pt x="279" y="122"/>
                  </a:cubicBezTo>
                  <a:cubicBezTo>
                    <a:pt x="279" y="124"/>
                    <a:pt x="280" y="128"/>
                    <a:pt x="279" y="130"/>
                  </a:cubicBezTo>
                  <a:cubicBezTo>
                    <a:pt x="279" y="131"/>
                    <a:pt x="277" y="133"/>
                    <a:pt x="277" y="134"/>
                  </a:cubicBezTo>
                  <a:cubicBezTo>
                    <a:pt x="276" y="136"/>
                    <a:pt x="276" y="140"/>
                    <a:pt x="275" y="142"/>
                  </a:cubicBezTo>
                  <a:cubicBezTo>
                    <a:pt x="274" y="144"/>
                    <a:pt x="272" y="147"/>
                    <a:pt x="271" y="149"/>
                  </a:cubicBezTo>
                  <a:cubicBezTo>
                    <a:pt x="271" y="150"/>
                    <a:pt x="269" y="152"/>
                    <a:pt x="268" y="153"/>
                  </a:cubicBezTo>
                  <a:cubicBezTo>
                    <a:pt x="267" y="155"/>
                    <a:pt x="262" y="159"/>
                    <a:pt x="260" y="161"/>
                  </a:cubicBezTo>
                  <a:cubicBezTo>
                    <a:pt x="260" y="161"/>
                    <a:pt x="258" y="162"/>
                    <a:pt x="258" y="163"/>
                  </a:cubicBezTo>
                  <a:cubicBezTo>
                    <a:pt x="257" y="164"/>
                    <a:pt x="257" y="166"/>
                    <a:pt x="257" y="167"/>
                  </a:cubicBezTo>
                  <a:cubicBezTo>
                    <a:pt x="258" y="168"/>
                    <a:pt x="258" y="171"/>
                    <a:pt x="258" y="172"/>
                  </a:cubicBezTo>
                  <a:cubicBezTo>
                    <a:pt x="258" y="173"/>
                    <a:pt x="258" y="175"/>
                    <a:pt x="258" y="176"/>
                  </a:cubicBezTo>
                  <a:cubicBezTo>
                    <a:pt x="258" y="177"/>
                    <a:pt x="259" y="178"/>
                    <a:pt x="260" y="180"/>
                  </a:cubicBezTo>
                  <a:cubicBezTo>
                    <a:pt x="260" y="181"/>
                    <a:pt x="260" y="183"/>
                    <a:pt x="261" y="184"/>
                  </a:cubicBezTo>
                  <a:cubicBezTo>
                    <a:pt x="261" y="185"/>
                    <a:pt x="263" y="188"/>
                    <a:pt x="263" y="189"/>
                  </a:cubicBezTo>
                  <a:cubicBezTo>
                    <a:pt x="264" y="190"/>
                    <a:pt x="263" y="193"/>
                    <a:pt x="263" y="195"/>
                  </a:cubicBezTo>
                  <a:cubicBezTo>
                    <a:pt x="263" y="196"/>
                    <a:pt x="264" y="199"/>
                    <a:pt x="265" y="200"/>
                  </a:cubicBezTo>
                  <a:cubicBezTo>
                    <a:pt x="265" y="201"/>
                    <a:pt x="267" y="204"/>
                    <a:pt x="268" y="205"/>
                  </a:cubicBezTo>
                  <a:cubicBezTo>
                    <a:pt x="268" y="207"/>
                    <a:pt x="268" y="210"/>
                    <a:pt x="268" y="211"/>
                  </a:cubicBezTo>
                  <a:cubicBezTo>
                    <a:pt x="268" y="213"/>
                    <a:pt x="269" y="216"/>
                    <a:pt x="270" y="217"/>
                  </a:cubicBezTo>
                  <a:cubicBezTo>
                    <a:pt x="271" y="218"/>
                    <a:pt x="272" y="220"/>
                    <a:pt x="273" y="221"/>
                  </a:cubicBezTo>
                  <a:cubicBezTo>
                    <a:pt x="274" y="222"/>
                    <a:pt x="275" y="224"/>
                    <a:pt x="276" y="225"/>
                  </a:cubicBezTo>
                  <a:cubicBezTo>
                    <a:pt x="277" y="226"/>
                    <a:pt x="277" y="228"/>
                    <a:pt x="277" y="229"/>
                  </a:cubicBezTo>
                  <a:cubicBezTo>
                    <a:pt x="278" y="231"/>
                    <a:pt x="280" y="233"/>
                    <a:pt x="281" y="234"/>
                  </a:cubicBezTo>
                  <a:cubicBezTo>
                    <a:pt x="281" y="235"/>
                    <a:pt x="283" y="236"/>
                    <a:pt x="284" y="237"/>
                  </a:cubicBezTo>
                  <a:cubicBezTo>
                    <a:pt x="285" y="238"/>
                    <a:pt x="287" y="239"/>
                    <a:pt x="287" y="240"/>
                  </a:cubicBezTo>
                  <a:cubicBezTo>
                    <a:pt x="288" y="241"/>
                    <a:pt x="288" y="243"/>
                    <a:pt x="288" y="244"/>
                  </a:cubicBezTo>
                  <a:cubicBezTo>
                    <a:pt x="288" y="244"/>
                    <a:pt x="288" y="246"/>
                    <a:pt x="288" y="247"/>
                  </a:cubicBezTo>
                  <a:cubicBezTo>
                    <a:pt x="287" y="247"/>
                    <a:pt x="287" y="247"/>
                    <a:pt x="286" y="247"/>
                  </a:cubicBezTo>
                  <a:cubicBezTo>
                    <a:pt x="285" y="248"/>
                    <a:pt x="282" y="250"/>
                    <a:pt x="281" y="251"/>
                  </a:cubicBezTo>
                  <a:cubicBezTo>
                    <a:pt x="279" y="253"/>
                    <a:pt x="277" y="259"/>
                    <a:pt x="276" y="261"/>
                  </a:cubicBezTo>
                  <a:cubicBezTo>
                    <a:pt x="275" y="263"/>
                    <a:pt x="272" y="265"/>
                    <a:pt x="271" y="267"/>
                  </a:cubicBezTo>
                  <a:cubicBezTo>
                    <a:pt x="270" y="268"/>
                    <a:pt x="269" y="269"/>
                    <a:pt x="269" y="270"/>
                  </a:cubicBezTo>
                  <a:cubicBezTo>
                    <a:pt x="268" y="272"/>
                    <a:pt x="269" y="275"/>
                    <a:pt x="269" y="277"/>
                  </a:cubicBezTo>
                  <a:cubicBezTo>
                    <a:pt x="269" y="278"/>
                    <a:pt x="270" y="280"/>
                    <a:pt x="270" y="282"/>
                  </a:cubicBezTo>
                  <a:cubicBezTo>
                    <a:pt x="271" y="283"/>
                    <a:pt x="272" y="287"/>
                    <a:pt x="273" y="289"/>
                  </a:cubicBezTo>
                  <a:cubicBezTo>
                    <a:pt x="274" y="289"/>
                    <a:pt x="276" y="290"/>
                    <a:pt x="277" y="291"/>
                  </a:cubicBezTo>
                  <a:cubicBezTo>
                    <a:pt x="278" y="292"/>
                    <a:pt x="280" y="293"/>
                    <a:pt x="281" y="294"/>
                  </a:cubicBezTo>
                  <a:cubicBezTo>
                    <a:pt x="282" y="295"/>
                    <a:pt x="284" y="296"/>
                    <a:pt x="285" y="296"/>
                  </a:cubicBezTo>
                  <a:cubicBezTo>
                    <a:pt x="285" y="296"/>
                    <a:pt x="287" y="297"/>
                    <a:pt x="287" y="297"/>
                  </a:cubicBezTo>
                  <a:cubicBezTo>
                    <a:pt x="288" y="296"/>
                    <a:pt x="288" y="293"/>
                    <a:pt x="288" y="291"/>
                  </a:cubicBezTo>
                  <a:cubicBezTo>
                    <a:pt x="288" y="290"/>
                    <a:pt x="288" y="288"/>
                    <a:pt x="287" y="287"/>
                  </a:cubicBezTo>
                  <a:cubicBezTo>
                    <a:pt x="287" y="286"/>
                    <a:pt x="287" y="283"/>
                    <a:pt x="287" y="281"/>
                  </a:cubicBezTo>
                  <a:cubicBezTo>
                    <a:pt x="287" y="280"/>
                    <a:pt x="289" y="277"/>
                    <a:pt x="289" y="276"/>
                  </a:cubicBezTo>
                  <a:cubicBezTo>
                    <a:pt x="290" y="275"/>
                    <a:pt x="290" y="271"/>
                    <a:pt x="291" y="270"/>
                  </a:cubicBezTo>
                  <a:cubicBezTo>
                    <a:pt x="292" y="270"/>
                    <a:pt x="293" y="270"/>
                    <a:pt x="293" y="270"/>
                  </a:cubicBezTo>
                  <a:cubicBezTo>
                    <a:pt x="294" y="271"/>
                    <a:pt x="294" y="274"/>
                    <a:pt x="294" y="275"/>
                  </a:cubicBezTo>
                  <a:cubicBezTo>
                    <a:pt x="294" y="276"/>
                    <a:pt x="293" y="277"/>
                    <a:pt x="293" y="278"/>
                  </a:cubicBezTo>
                  <a:cubicBezTo>
                    <a:pt x="292" y="279"/>
                    <a:pt x="292" y="283"/>
                    <a:pt x="292" y="284"/>
                  </a:cubicBezTo>
                  <a:cubicBezTo>
                    <a:pt x="292" y="286"/>
                    <a:pt x="292" y="291"/>
                    <a:pt x="293" y="29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88" name="Footer Text"/>
          <p:cNvSpPr txBox="1"/>
          <p:nvPr/>
        </p:nvSpPr>
        <p:spPr>
          <a:xfrm>
            <a:off x="5218888" y="2319317"/>
            <a:ext cx="3302536"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a:t>
            </a:r>
          </a:p>
        </p:txBody>
      </p:sp>
      <p:graphicFrame>
        <p:nvGraphicFramePr>
          <p:cNvPr id="89" name="Chart 88"/>
          <p:cNvGraphicFramePr/>
          <p:nvPr/>
        </p:nvGraphicFramePr>
        <p:xfrm>
          <a:off x="5105400" y="2859600"/>
          <a:ext cx="3454936" cy="3077625"/>
        </p:xfrm>
        <a:graphic>
          <a:graphicData uri="http://schemas.openxmlformats.org/drawingml/2006/chart">
            <c:chart xmlns:c="http://schemas.openxmlformats.org/drawingml/2006/chart" xmlns:r="http://schemas.openxmlformats.org/officeDocument/2006/relationships" r:id="rId3"/>
          </a:graphicData>
        </a:graphic>
      </p:graphicFrame>
      <p:grpSp>
        <p:nvGrpSpPr>
          <p:cNvPr id="90" name="Group 90"/>
          <p:cNvGrpSpPr>
            <a:grpSpLocks noChangeAspect="1"/>
          </p:cNvGrpSpPr>
          <p:nvPr/>
        </p:nvGrpSpPr>
        <p:grpSpPr>
          <a:xfrm>
            <a:off x="771525" y="5321018"/>
            <a:ext cx="606930" cy="606928"/>
            <a:chOff x="4046972" y="1821242"/>
            <a:chExt cx="751216" cy="751214"/>
          </a:xfrm>
        </p:grpSpPr>
        <p:sp>
          <p:nvSpPr>
            <p:cNvPr id="91" name="Oval 90"/>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2" name="Group 179"/>
            <p:cNvGrpSpPr/>
            <p:nvPr/>
          </p:nvGrpSpPr>
          <p:grpSpPr>
            <a:xfrm>
              <a:off x="4321607" y="1938430"/>
              <a:ext cx="201944" cy="516839"/>
              <a:chOff x="5054600" y="1652588"/>
              <a:chExt cx="187325" cy="479424"/>
            </a:xfrm>
            <a:solidFill>
              <a:schemeClr val="bg1"/>
            </a:solidFill>
          </p:grpSpPr>
          <p:sp>
            <p:nvSpPr>
              <p:cNvPr id="93"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95" name="Group 91"/>
          <p:cNvGrpSpPr>
            <a:grpSpLocks noChangeAspect="1"/>
          </p:cNvGrpSpPr>
          <p:nvPr/>
        </p:nvGrpSpPr>
        <p:grpSpPr>
          <a:xfrm>
            <a:off x="2813110" y="5314690"/>
            <a:ext cx="606930" cy="606928"/>
            <a:chOff x="5397701" y="1821242"/>
            <a:chExt cx="751216" cy="751214"/>
          </a:xfrm>
        </p:grpSpPr>
        <p:sp>
          <p:nvSpPr>
            <p:cNvPr id="96" name="Oval 95"/>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7" name="Group 184"/>
            <p:cNvGrpSpPr/>
            <p:nvPr/>
          </p:nvGrpSpPr>
          <p:grpSpPr>
            <a:xfrm>
              <a:off x="5653784" y="1940300"/>
              <a:ext cx="238994" cy="513083"/>
              <a:chOff x="6213475" y="1668463"/>
              <a:chExt cx="227013" cy="487362"/>
            </a:xfrm>
            <a:solidFill>
              <a:schemeClr val="bg1"/>
            </a:solidFill>
          </p:grpSpPr>
          <p:sp>
            <p:nvSpPr>
              <p:cNvPr id="9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00" name="Group 279"/>
          <p:cNvGrpSpPr/>
          <p:nvPr/>
        </p:nvGrpSpPr>
        <p:grpSpPr>
          <a:xfrm>
            <a:off x="3661964" y="3007500"/>
            <a:ext cx="356162" cy="356162"/>
            <a:chOff x="846989" y="1401020"/>
            <a:chExt cx="877416" cy="877416"/>
          </a:xfrm>
          <a:effectLst/>
        </p:grpSpPr>
        <p:sp>
          <p:nvSpPr>
            <p:cNvPr id="101" name="Teardrop 100"/>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02" name="Oval 10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03" name="Group 279"/>
          <p:cNvGrpSpPr/>
          <p:nvPr/>
        </p:nvGrpSpPr>
        <p:grpSpPr>
          <a:xfrm>
            <a:off x="1948974" y="2503438"/>
            <a:ext cx="356162" cy="356162"/>
            <a:chOff x="846989" y="1401020"/>
            <a:chExt cx="877416" cy="877416"/>
          </a:xfrm>
          <a:effectLst/>
        </p:grpSpPr>
        <p:sp>
          <p:nvSpPr>
            <p:cNvPr id="104" name="Teardrop 103"/>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05" name="Oval 10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06" name="Group 279"/>
          <p:cNvGrpSpPr/>
          <p:nvPr/>
        </p:nvGrpSpPr>
        <p:grpSpPr>
          <a:xfrm>
            <a:off x="1303018" y="1987663"/>
            <a:ext cx="356162" cy="356162"/>
            <a:chOff x="846989" y="1401020"/>
            <a:chExt cx="877416" cy="877416"/>
          </a:xfrm>
          <a:effectLst/>
        </p:grpSpPr>
        <p:sp>
          <p:nvSpPr>
            <p:cNvPr id="107" name="Teardrop 106"/>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08" name="Oval 10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09" name="Group 279"/>
          <p:cNvGrpSpPr/>
          <p:nvPr/>
        </p:nvGrpSpPr>
        <p:grpSpPr>
          <a:xfrm>
            <a:off x="2200819" y="3669945"/>
            <a:ext cx="356162" cy="356162"/>
            <a:chOff x="846989" y="1401020"/>
            <a:chExt cx="877416" cy="877416"/>
          </a:xfrm>
          <a:effectLst/>
        </p:grpSpPr>
        <p:sp>
          <p:nvSpPr>
            <p:cNvPr id="110" name="Teardrop 109"/>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11" name="Oval 11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12" name="Group 279"/>
          <p:cNvGrpSpPr/>
          <p:nvPr/>
        </p:nvGrpSpPr>
        <p:grpSpPr>
          <a:xfrm>
            <a:off x="3063878" y="3086424"/>
            <a:ext cx="356162" cy="356162"/>
            <a:chOff x="846989" y="1401020"/>
            <a:chExt cx="877416" cy="877416"/>
          </a:xfrm>
          <a:effectLst/>
        </p:grpSpPr>
        <p:sp>
          <p:nvSpPr>
            <p:cNvPr id="113" name="Teardrop 112"/>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14" name="Oval 11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15" name="Group 279"/>
          <p:cNvGrpSpPr/>
          <p:nvPr/>
        </p:nvGrpSpPr>
        <p:grpSpPr>
          <a:xfrm>
            <a:off x="2908090" y="3912841"/>
            <a:ext cx="356162" cy="356162"/>
            <a:chOff x="846989" y="1401020"/>
            <a:chExt cx="877416" cy="877416"/>
          </a:xfrm>
          <a:effectLst/>
        </p:grpSpPr>
        <p:sp>
          <p:nvSpPr>
            <p:cNvPr id="116" name="Teardrop 115"/>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17" name="Oval 11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18" name="Group 279"/>
          <p:cNvGrpSpPr/>
          <p:nvPr/>
        </p:nvGrpSpPr>
        <p:grpSpPr>
          <a:xfrm>
            <a:off x="1229254" y="4044464"/>
            <a:ext cx="356162" cy="356162"/>
            <a:chOff x="846989" y="1401020"/>
            <a:chExt cx="877416" cy="877416"/>
          </a:xfrm>
          <a:effectLst/>
        </p:grpSpPr>
        <p:sp>
          <p:nvSpPr>
            <p:cNvPr id="119" name="Teardrop 118"/>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20" name="Oval 11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21" name="Group 279"/>
          <p:cNvGrpSpPr/>
          <p:nvPr/>
        </p:nvGrpSpPr>
        <p:grpSpPr>
          <a:xfrm>
            <a:off x="1697129" y="4384930"/>
            <a:ext cx="356162" cy="356162"/>
            <a:chOff x="846989" y="1401020"/>
            <a:chExt cx="877416" cy="877416"/>
          </a:xfrm>
          <a:effectLst/>
        </p:grpSpPr>
        <p:sp>
          <p:nvSpPr>
            <p:cNvPr id="122" name="Teardrop 121"/>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23" name="Oval 12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24" name="Group 80"/>
          <p:cNvGrpSpPr/>
          <p:nvPr/>
        </p:nvGrpSpPr>
        <p:grpSpPr>
          <a:xfrm>
            <a:off x="3463969" y="5311739"/>
            <a:ext cx="1317581" cy="612831"/>
            <a:chOff x="2913154" y="3468058"/>
            <a:chExt cx="1317581" cy="612831"/>
          </a:xfrm>
        </p:grpSpPr>
        <p:sp>
          <p:nvSpPr>
            <p:cNvPr id="125"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126"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127" name="Group 80"/>
          <p:cNvGrpSpPr/>
          <p:nvPr/>
        </p:nvGrpSpPr>
        <p:grpSpPr>
          <a:xfrm>
            <a:off x="1465104" y="5318067"/>
            <a:ext cx="1317581" cy="612831"/>
            <a:chOff x="2913154" y="3468058"/>
            <a:chExt cx="1317581" cy="612831"/>
          </a:xfrm>
        </p:grpSpPr>
        <p:sp>
          <p:nvSpPr>
            <p:cNvPr id="128"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sp>
          <p:nvSpPr>
            <p:cNvPr id="129"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p:cTn id="7" dur="500" fill="hold"/>
                                        <p:tgtEl>
                                          <p:spTgt spid="67"/>
                                        </p:tgtEl>
                                        <p:attrNameLst>
                                          <p:attrName>ppt_w</p:attrName>
                                        </p:attrNameLst>
                                      </p:cBhvr>
                                      <p:tavLst>
                                        <p:tav tm="0">
                                          <p:val>
                                            <p:fltVal val="0"/>
                                          </p:val>
                                        </p:tav>
                                        <p:tav tm="100000">
                                          <p:val>
                                            <p:strVal val="#ppt_w"/>
                                          </p:val>
                                        </p:tav>
                                      </p:tavLst>
                                    </p:anim>
                                    <p:anim calcmode="lin" valueType="num">
                                      <p:cBhvr>
                                        <p:cTn id="8" dur="500" fill="hold"/>
                                        <p:tgtEl>
                                          <p:spTgt spid="67"/>
                                        </p:tgtEl>
                                        <p:attrNameLst>
                                          <p:attrName>ppt_h</p:attrName>
                                        </p:attrNameLst>
                                      </p:cBhvr>
                                      <p:tavLst>
                                        <p:tav tm="0">
                                          <p:val>
                                            <p:fltVal val="0"/>
                                          </p:val>
                                        </p:tav>
                                        <p:tav tm="100000">
                                          <p:val>
                                            <p:strVal val="#ppt_h"/>
                                          </p:val>
                                        </p:tav>
                                      </p:tavLst>
                                    </p:anim>
                                    <p:animEffect transition="in" filter="fade">
                                      <p:cBhvr>
                                        <p:cTn id="9" dur="500"/>
                                        <p:tgtEl>
                                          <p:spTgt spid="67"/>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100"/>
                                        </p:tgtEl>
                                        <p:attrNameLst>
                                          <p:attrName>style.visibility</p:attrName>
                                        </p:attrNameLst>
                                      </p:cBhvr>
                                      <p:to>
                                        <p:strVal val="visible"/>
                                      </p:to>
                                    </p:set>
                                    <p:anim calcmode="lin" valueType="num">
                                      <p:cBhvr additive="base">
                                        <p:cTn id="13" dur="500" fill="hold"/>
                                        <p:tgtEl>
                                          <p:spTgt spid="100"/>
                                        </p:tgtEl>
                                        <p:attrNameLst>
                                          <p:attrName>ppt_x</p:attrName>
                                        </p:attrNameLst>
                                      </p:cBhvr>
                                      <p:tavLst>
                                        <p:tav tm="0">
                                          <p:val>
                                            <p:strVal val="#ppt_x"/>
                                          </p:val>
                                        </p:tav>
                                        <p:tav tm="100000">
                                          <p:val>
                                            <p:strVal val="#ppt_x"/>
                                          </p:val>
                                        </p:tav>
                                      </p:tavLst>
                                    </p:anim>
                                    <p:anim calcmode="lin" valueType="num">
                                      <p:cBhvr additive="base">
                                        <p:cTn id="14" dur="500" fill="hold"/>
                                        <p:tgtEl>
                                          <p:spTgt spid="100"/>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103"/>
                                        </p:tgtEl>
                                        <p:attrNameLst>
                                          <p:attrName>style.visibility</p:attrName>
                                        </p:attrNameLst>
                                      </p:cBhvr>
                                      <p:to>
                                        <p:strVal val="visible"/>
                                      </p:to>
                                    </p:set>
                                    <p:anim calcmode="lin" valueType="num">
                                      <p:cBhvr additive="base">
                                        <p:cTn id="18" dur="500" fill="hold"/>
                                        <p:tgtEl>
                                          <p:spTgt spid="103"/>
                                        </p:tgtEl>
                                        <p:attrNameLst>
                                          <p:attrName>ppt_x</p:attrName>
                                        </p:attrNameLst>
                                      </p:cBhvr>
                                      <p:tavLst>
                                        <p:tav tm="0">
                                          <p:val>
                                            <p:strVal val="#ppt_x"/>
                                          </p:val>
                                        </p:tav>
                                        <p:tav tm="100000">
                                          <p:val>
                                            <p:strVal val="#ppt_x"/>
                                          </p:val>
                                        </p:tav>
                                      </p:tavLst>
                                    </p:anim>
                                    <p:anim calcmode="lin" valueType="num">
                                      <p:cBhvr additive="base">
                                        <p:cTn id="19" dur="500" fill="hold"/>
                                        <p:tgtEl>
                                          <p:spTgt spid="103"/>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106"/>
                                        </p:tgtEl>
                                        <p:attrNameLst>
                                          <p:attrName>style.visibility</p:attrName>
                                        </p:attrNameLst>
                                      </p:cBhvr>
                                      <p:to>
                                        <p:strVal val="visible"/>
                                      </p:to>
                                    </p:set>
                                    <p:anim calcmode="lin" valueType="num">
                                      <p:cBhvr additive="base">
                                        <p:cTn id="23" dur="500" fill="hold"/>
                                        <p:tgtEl>
                                          <p:spTgt spid="106"/>
                                        </p:tgtEl>
                                        <p:attrNameLst>
                                          <p:attrName>ppt_x</p:attrName>
                                        </p:attrNameLst>
                                      </p:cBhvr>
                                      <p:tavLst>
                                        <p:tav tm="0">
                                          <p:val>
                                            <p:strVal val="#ppt_x"/>
                                          </p:val>
                                        </p:tav>
                                        <p:tav tm="100000">
                                          <p:val>
                                            <p:strVal val="#ppt_x"/>
                                          </p:val>
                                        </p:tav>
                                      </p:tavLst>
                                    </p:anim>
                                    <p:anim calcmode="lin" valueType="num">
                                      <p:cBhvr additive="base">
                                        <p:cTn id="24" dur="500" fill="hold"/>
                                        <p:tgtEl>
                                          <p:spTgt spid="106"/>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109"/>
                                        </p:tgtEl>
                                        <p:attrNameLst>
                                          <p:attrName>style.visibility</p:attrName>
                                        </p:attrNameLst>
                                      </p:cBhvr>
                                      <p:to>
                                        <p:strVal val="visible"/>
                                      </p:to>
                                    </p:set>
                                    <p:anim calcmode="lin" valueType="num">
                                      <p:cBhvr additive="base">
                                        <p:cTn id="28" dur="500" fill="hold"/>
                                        <p:tgtEl>
                                          <p:spTgt spid="109"/>
                                        </p:tgtEl>
                                        <p:attrNameLst>
                                          <p:attrName>ppt_x</p:attrName>
                                        </p:attrNameLst>
                                      </p:cBhvr>
                                      <p:tavLst>
                                        <p:tav tm="0">
                                          <p:val>
                                            <p:strVal val="#ppt_x"/>
                                          </p:val>
                                        </p:tav>
                                        <p:tav tm="100000">
                                          <p:val>
                                            <p:strVal val="#ppt_x"/>
                                          </p:val>
                                        </p:tav>
                                      </p:tavLst>
                                    </p:anim>
                                    <p:anim calcmode="lin" valueType="num">
                                      <p:cBhvr additive="base">
                                        <p:cTn id="29" dur="500" fill="hold"/>
                                        <p:tgtEl>
                                          <p:spTgt spid="109"/>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112"/>
                                        </p:tgtEl>
                                        <p:attrNameLst>
                                          <p:attrName>style.visibility</p:attrName>
                                        </p:attrNameLst>
                                      </p:cBhvr>
                                      <p:to>
                                        <p:strVal val="visible"/>
                                      </p:to>
                                    </p:set>
                                    <p:anim calcmode="lin" valueType="num">
                                      <p:cBhvr additive="base">
                                        <p:cTn id="33" dur="500" fill="hold"/>
                                        <p:tgtEl>
                                          <p:spTgt spid="112"/>
                                        </p:tgtEl>
                                        <p:attrNameLst>
                                          <p:attrName>ppt_x</p:attrName>
                                        </p:attrNameLst>
                                      </p:cBhvr>
                                      <p:tavLst>
                                        <p:tav tm="0">
                                          <p:val>
                                            <p:strVal val="#ppt_x"/>
                                          </p:val>
                                        </p:tav>
                                        <p:tav tm="100000">
                                          <p:val>
                                            <p:strVal val="#ppt_x"/>
                                          </p:val>
                                        </p:tav>
                                      </p:tavLst>
                                    </p:anim>
                                    <p:anim calcmode="lin" valueType="num">
                                      <p:cBhvr additive="base">
                                        <p:cTn id="34" dur="500" fill="hold"/>
                                        <p:tgtEl>
                                          <p:spTgt spid="112"/>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115"/>
                                        </p:tgtEl>
                                        <p:attrNameLst>
                                          <p:attrName>style.visibility</p:attrName>
                                        </p:attrNameLst>
                                      </p:cBhvr>
                                      <p:to>
                                        <p:strVal val="visible"/>
                                      </p:to>
                                    </p:set>
                                    <p:anim calcmode="lin" valueType="num">
                                      <p:cBhvr additive="base">
                                        <p:cTn id="38" dur="500" fill="hold"/>
                                        <p:tgtEl>
                                          <p:spTgt spid="115"/>
                                        </p:tgtEl>
                                        <p:attrNameLst>
                                          <p:attrName>ppt_x</p:attrName>
                                        </p:attrNameLst>
                                      </p:cBhvr>
                                      <p:tavLst>
                                        <p:tav tm="0">
                                          <p:val>
                                            <p:strVal val="#ppt_x"/>
                                          </p:val>
                                        </p:tav>
                                        <p:tav tm="100000">
                                          <p:val>
                                            <p:strVal val="#ppt_x"/>
                                          </p:val>
                                        </p:tav>
                                      </p:tavLst>
                                    </p:anim>
                                    <p:anim calcmode="lin" valueType="num">
                                      <p:cBhvr additive="base">
                                        <p:cTn id="39" dur="500" fill="hold"/>
                                        <p:tgtEl>
                                          <p:spTgt spid="115"/>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 presetClass="entr" presetSubtype="1" accel="50000" decel="50000" fill="hold" nodeType="afterEffect">
                                  <p:stCondLst>
                                    <p:cond delay="0"/>
                                  </p:stCondLst>
                                  <p:childTnLst>
                                    <p:set>
                                      <p:cBhvr>
                                        <p:cTn id="42" dur="1" fill="hold">
                                          <p:stCondLst>
                                            <p:cond delay="0"/>
                                          </p:stCondLst>
                                        </p:cTn>
                                        <p:tgtEl>
                                          <p:spTgt spid="118"/>
                                        </p:tgtEl>
                                        <p:attrNameLst>
                                          <p:attrName>style.visibility</p:attrName>
                                        </p:attrNameLst>
                                      </p:cBhvr>
                                      <p:to>
                                        <p:strVal val="visible"/>
                                      </p:to>
                                    </p:set>
                                    <p:anim calcmode="lin" valueType="num">
                                      <p:cBhvr additive="base">
                                        <p:cTn id="43" dur="500" fill="hold"/>
                                        <p:tgtEl>
                                          <p:spTgt spid="118"/>
                                        </p:tgtEl>
                                        <p:attrNameLst>
                                          <p:attrName>ppt_x</p:attrName>
                                        </p:attrNameLst>
                                      </p:cBhvr>
                                      <p:tavLst>
                                        <p:tav tm="0">
                                          <p:val>
                                            <p:strVal val="#ppt_x"/>
                                          </p:val>
                                        </p:tav>
                                        <p:tav tm="100000">
                                          <p:val>
                                            <p:strVal val="#ppt_x"/>
                                          </p:val>
                                        </p:tav>
                                      </p:tavLst>
                                    </p:anim>
                                    <p:anim calcmode="lin" valueType="num">
                                      <p:cBhvr additive="base">
                                        <p:cTn id="44" dur="500" fill="hold"/>
                                        <p:tgtEl>
                                          <p:spTgt spid="118"/>
                                        </p:tgtEl>
                                        <p:attrNameLst>
                                          <p:attrName>ppt_y</p:attrName>
                                        </p:attrNameLst>
                                      </p:cBhvr>
                                      <p:tavLst>
                                        <p:tav tm="0">
                                          <p:val>
                                            <p:strVal val="0-#ppt_h/2"/>
                                          </p:val>
                                        </p:tav>
                                        <p:tav tm="100000">
                                          <p:val>
                                            <p:strVal val="#ppt_y"/>
                                          </p:val>
                                        </p:tav>
                                      </p:tavLst>
                                    </p:anim>
                                  </p:childTnLst>
                                </p:cTn>
                              </p:par>
                            </p:childTnLst>
                          </p:cTn>
                        </p:par>
                        <p:par>
                          <p:cTn id="45" fill="hold">
                            <p:stCondLst>
                              <p:cond delay="4000"/>
                            </p:stCondLst>
                            <p:childTnLst>
                              <p:par>
                                <p:cTn id="46" presetID="2" presetClass="entr" presetSubtype="1" accel="50000" decel="50000" fill="hold" nodeType="afterEffect">
                                  <p:stCondLst>
                                    <p:cond delay="0"/>
                                  </p:stCondLst>
                                  <p:childTnLst>
                                    <p:set>
                                      <p:cBhvr>
                                        <p:cTn id="47" dur="1" fill="hold">
                                          <p:stCondLst>
                                            <p:cond delay="0"/>
                                          </p:stCondLst>
                                        </p:cTn>
                                        <p:tgtEl>
                                          <p:spTgt spid="121"/>
                                        </p:tgtEl>
                                        <p:attrNameLst>
                                          <p:attrName>style.visibility</p:attrName>
                                        </p:attrNameLst>
                                      </p:cBhvr>
                                      <p:to>
                                        <p:strVal val="visible"/>
                                      </p:to>
                                    </p:set>
                                    <p:anim calcmode="lin" valueType="num">
                                      <p:cBhvr additive="base">
                                        <p:cTn id="48" dur="500" fill="hold"/>
                                        <p:tgtEl>
                                          <p:spTgt spid="121"/>
                                        </p:tgtEl>
                                        <p:attrNameLst>
                                          <p:attrName>ppt_x</p:attrName>
                                        </p:attrNameLst>
                                      </p:cBhvr>
                                      <p:tavLst>
                                        <p:tav tm="0">
                                          <p:val>
                                            <p:strVal val="#ppt_x"/>
                                          </p:val>
                                        </p:tav>
                                        <p:tav tm="100000">
                                          <p:val>
                                            <p:strVal val="#ppt_x"/>
                                          </p:val>
                                        </p:tav>
                                      </p:tavLst>
                                    </p:anim>
                                    <p:anim calcmode="lin" valueType="num">
                                      <p:cBhvr additive="base">
                                        <p:cTn id="49" dur="500" fill="hold"/>
                                        <p:tgtEl>
                                          <p:spTgt spid="121"/>
                                        </p:tgtEl>
                                        <p:attrNameLst>
                                          <p:attrName>ppt_y</p:attrName>
                                        </p:attrNameLst>
                                      </p:cBhvr>
                                      <p:tavLst>
                                        <p:tav tm="0">
                                          <p:val>
                                            <p:strVal val="0-#ppt_h/2"/>
                                          </p:val>
                                        </p:tav>
                                        <p:tav tm="100000">
                                          <p:val>
                                            <p:strVal val="#ppt_y"/>
                                          </p:val>
                                        </p:tav>
                                      </p:tavLst>
                                    </p:anim>
                                  </p:childTnLst>
                                </p:cTn>
                              </p:par>
                            </p:childTnLst>
                          </p:cTn>
                        </p:par>
                        <p:par>
                          <p:cTn id="50" fill="hold">
                            <p:stCondLst>
                              <p:cond delay="4500"/>
                            </p:stCondLst>
                            <p:childTnLst>
                              <p:par>
                                <p:cTn id="51" presetID="53" presetClass="entr" presetSubtype="0" fill="hold" nodeType="afterEffect">
                                  <p:stCondLst>
                                    <p:cond delay="0"/>
                                  </p:stCondLst>
                                  <p:childTnLst>
                                    <p:set>
                                      <p:cBhvr>
                                        <p:cTn id="52" dur="1" fill="hold">
                                          <p:stCondLst>
                                            <p:cond delay="0"/>
                                          </p:stCondLst>
                                        </p:cTn>
                                        <p:tgtEl>
                                          <p:spTgt spid="90"/>
                                        </p:tgtEl>
                                        <p:attrNameLst>
                                          <p:attrName>style.visibility</p:attrName>
                                        </p:attrNameLst>
                                      </p:cBhvr>
                                      <p:to>
                                        <p:strVal val="visible"/>
                                      </p:to>
                                    </p:set>
                                    <p:anim calcmode="lin" valueType="num">
                                      <p:cBhvr>
                                        <p:cTn id="53" dur="500" fill="hold"/>
                                        <p:tgtEl>
                                          <p:spTgt spid="90"/>
                                        </p:tgtEl>
                                        <p:attrNameLst>
                                          <p:attrName>ppt_w</p:attrName>
                                        </p:attrNameLst>
                                      </p:cBhvr>
                                      <p:tavLst>
                                        <p:tav tm="0">
                                          <p:val>
                                            <p:fltVal val="0"/>
                                          </p:val>
                                        </p:tav>
                                        <p:tav tm="100000">
                                          <p:val>
                                            <p:strVal val="#ppt_w"/>
                                          </p:val>
                                        </p:tav>
                                      </p:tavLst>
                                    </p:anim>
                                    <p:anim calcmode="lin" valueType="num">
                                      <p:cBhvr>
                                        <p:cTn id="54" dur="500" fill="hold"/>
                                        <p:tgtEl>
                                          <p:spTgt spid="90"/>
                                        </p:tgtEl>
                                        <p:attrNameLst>
                                          <p:attrName>ppt_h</p:attrName>
                                        </p:attrNameLst>
                                      </p:cBhvr>
                                      <p:tavLst>
                                        <p:tav tm="0">
                                          <p:val>
                                            <p:fltVal val="0"/>
                                          </p:val>
                                        </p:tav>
                                        <p:tav tm="100000">
                                          <p:val>
                                            <p:strVal val="#ppt_h"/>
                                          </p:val>
                                        </p:tav>
                                      </p:tavLst>
                                    </p:anim>
                                    <p:animEffect transition="in" filter="fade">
                                      <p:cBhvr>
                                        <p:cTn id="55" dur="500"/>
                                        <p:tgtEl>
                                          <p:spTgt spid="90"/>
                                        </p:tgtEl>
                                      </p:cBhvr>
                                    </p:animEffect>
                                  </p:childTnLst>
                                </p:cTn>
                              </p:par>
                            </p:childTnLst>
                          </p:cTn>
                        </p:par>
                        <p:par>
                          <p:cTn id="56" fill="hold">
                            <p:stCondLst>
                              <p:cond delay="5000"/>
                            </p:stCondLst>
                            <p:childTnLst>
                              <p:par>
                                <p:cTn id="57" presetID="12" presetClass="entr" presetSubtype="4" fill="hold" nodeType="afterEffect">
                                  <p:stCondLst>
                                    <p:cond delay="0"/>
                                  </p:stCondLst>
                                  <p:childTnLst>
                                    <p:set>
                                      <p:cBhvr>
                                        <p:cTn id="58" dur="1" fill="hold">
                                          <p:stCondLst>
                                            <p:cond delay="0"/>
                                          </p:stCondLst>
                                        </p:cTn>
                                        <p:tgtEl>
                                          <p:spTgt spid="127"/>
                                        </p:tgtEl>
                                        <p:attrNameLst>
                                          <p:attrName>style.visibility</p:attrName>
                                        </p:attrNameLst>
                                      </p:cBhvr>
                                      <p:to>
                                        <p:strVal val="visible"/>
                                      </p:to>
                                    </p:set>
                                    <p:animEffect transition="in" filter="slide(fromBottom)">
                                      <p:cBhvr>
                                        <p:cTn id="59" dur="500"/>
                                        <p:tgtEl>
                                          <p:spTgt spid="127"/>
                                        </p:tgtEl>
                                      </p:cBhvr>
                                    </p:animEffect>
                                  </p:childTnLst>
                                </p:cTn>
                              </p:par>
                            </p:childTnLst>
                          </p:cTn>
                        </p:par>
                        <p:par>
                          <p:cTn id="60" fill="hold">
                            <p:stCondLst>
                              <p:cond delay="5500"/>
                            </p:stCondLst>
                            <p:childTnLst>
                              <p:par>
                                <p:cTn id="61" presetID="53" presetClass="entr" presetSubtype="0" fill="hold" nodeType="afterEffect">
                                  <p:stCondLst>
                                    <p:cond delay="0"/>
                                  </p:stCondLst>
                                  <p:childTnLst>
                                    <p:set>
                                      <p:cBhvr>
                                        <p:cTn id="62" dur="1" fill="hold">
                                          <p:stCondLst>
                                            <p:cond delay="0"/>
                                          </p:stCondLst>
                                        </p:cTn>
                                        <p:tgtEl>
                                          <p:spTgt spid="95"/>
                                        </p:tgtEl>
                                        <p:attrNameLst>
                                          <p:attrName>style.visibility</p:attrName>
                                        </p:attrNameLst>
                                      </p:cBhvr>
                                      <p:to>
                                        <p:strVal val="visible"/>
                                      </p:to>
                                    </p:set>
                                    <p:anim calcmode="lin" valueType="num">
                                      <p:cBhvr>
                                        <p:cTn id="63" dur="500" fill="hold"/>
                                        <p:tgtEl>
                                          <p:spTgt spid="95"/>
                                        </p:tgtEl>
                                        <p:attrNameLst>
                                          <p:attrName>ppt_w</p:attrName>
                                        </p:attrNameLst>
                                      </p:cBhvr>
                                      <p:tavLst>
                                        <p:tav tm="0">
                                          <p:val>
                                            <p:fltVal val="0"/>
                                          </p:val>
                                        </p:tav>
                                        <p:tav tm="100000">
                                          <p:val>
                                            <p:strVal val="#ppt_w"/>
                                          </p:val>
                                        </p:tav>
                                      </p:tavLst>
                                    </p:anim>
                                    <p:anim calcmode="lin" valueType="num">
                                      <p:cBhvr>
                                        <p:cTn id="64" dur="500" fill="hold"/>
                                        <p:tgtEl>
                                          <p:spTgt spid="95"/>
                                        </p:tgtEl>
                                        <p:attrNameLst>
                                          <p:attrName>ppt_h</p:attrName>
                                        </p:attrNameLst>
                                      </p:cBhvr>
                                      <p:tavLst>
                                        <p:tav tm="0">
                                          <p:val>
                                            <p:fltVal val="0"/>
                                          </p:val>
                                        </p:tav>
                                        <p:tav tm="100000">
                                          <p:val>
                                            <p:strVal val="#ppt_h"/>
                                          </p:val>
                                        </p:tav>
                                      </p:tavLst>
                                    </p:anim>
                                    <p:animEffect transition="in" filter="fade">
                                      <p:cBhvr>
                                        <p:cTn id="65" dur="500"/>
                                        <p:tgtEl>
                                          <p:spTgt spid="95"/>
                                        </p:tgtEl>
                                      </p:cBhvr>
                                    </p:animEffect>
                                  </p:childTnLst>
                                </p:cTn>
                              </p:par>
                            </p:childTnLst>
                          </p:cTn>
                        </p:par>
                        <p:par>
                          <p:cTn id="66" fill="hold">
                            <p:stCondLst>
                              <p:cond delay="6000"/>
                            </p:stCondLst>
                            <p:childTnLst>
                              <p:par>
                                <p:cTn id="67" presetID="12" presetClass="entr" presetSubtype="4" fill="hold" nodeType="afterEffect">
                                  <p:stCondLst>
                                    <p:cond delay="0"/>
                                  </p:stCondLst>
                                  <p:childTnLst>
                                    <p:set>
                                      <p:cBhvr>
                                        <p:cTn id="68" dur="1" fill="hold">
                                          <p:stCondLst>
                                            <p:cond delay="0"/>
                                          </p:stCondLst>
                                        </p:cTn>
                                        <p:tgtEl>
                                          <p:spTgt spid="124"/>
                                        </p:tgtEl>
                                        <p:attrNameLst>
                                          <p:attrName>style.visibility</p:attrName>
                                        </p:attrNameLst>
                                      </p:cBhvr>
                                      <p:to>
                                        <p:strVal val="visible"/>
                                      </p:to>
                                    </p:set>
                                    <p:animEffect transition="in" filter="slide(fromBottom)">
                                      <p:cBhvr>
                                        <p:cTn id="69" dur="500"/>
                                        <p:tgtEl>
                                          <p:spTgt spid="124"/>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88"/>
                                        </p:tgtEl>
                                        <p:attrNameLst>
                                          <p:attrName>style.visibility</p:attrName>
                                        </p:attrNameLst>
                                      </p:cBhvr>
                                      <p:to>
                                        <p:strVal val="visible"/>
                                      </p:to>
                                    </p:set>
                                    <p:animEffect transition="in" filter="wipe(left)">
                                      <p:cBhvr>
                                        <p:cTn id="73" dur="500"/>
                                        <p:tgtEl>
                                          <p:spTgt spid="88"/>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89">
                                            <p:graphicEl>
                                              <a:chart seriesIdx="-3" categoryIdx="-3" bldStep="gridLegend"/>
                                            </p:graphicEl>
                                          </p:spTgt>
                                        </p:tgtEl>
                                        <p:attrNameLst>
                                          <p:attrName>style.visibility</p:attrName>
                                        </p:attrNameLst>
                                      </p:cBhvr>
                                      <p:to>
                                        <p:strVal val="visible"/>
                                      </p:to>
                                    </p:set>
                                    <p:animEffect transition="in" filter="fade">
                                      <p:cBhvr>
                                        <p:cTn id="77" dur="500"/>
                                        <p:tgtEl>
                                          <p:spTgt spid="89">
                                            <p:graphicEl>
                                              <a:chart seriesIdx="-3" categoryIdx="-3" bldStep="gridLegend"/>
                                            </p:graphicEl>
                                          </p:spTgt>
                                        </p:tgtEl>
                                      </p:cBhvr>
                                    </p:animEffect>
                                  </p:childTnLst>
                                </p:cTn>
                              </p:par>
                            </p:childTnLst>
                          </p:cTn>
                        </p:par>
                        <p:par>
                          <p:cTn id="78" fill="hold">
                            <p:stCondLst>
                              <p:cond delay="7500"/>
                            </p:stCondLst>
                            <p:childTnLst>
                              <p:par>
                                <p:cTn id="79" presetID="12" presetClass="entr" presetSubtype="8" fill="hold" grpId="0" nodeType="afterEffect">
                                  <p:stCondLst>
                                    <p:cond delay="0"/>
                                  </p:stCondLst>
                                  <p:childTnLst>
                                    <p:set>
                                      <p:cBhvr>
                                        <p:cTn id="80" dur="1" fill="hold">
                                          <p:stCondLst>
                                            <p:cond delay="0"/>
                                          </p:stCondLst>
                                        </p:cTn>
                                        <p:tgtEl>
                                          <p:spTgt spid="89">
                                            <p:graphicEl>
                                              <a:chart seriesIdx="0" categoryIdx="-4" bldStep="series"/>
                                            </p:graphicEl>
                                          </p:spTgt>
                                        </p:tgtEl>
                                        <p:attrNameLst>
                                          <p:attrName>style.visibility</p:attrName>
                                        </p:attrNameLst>
                                      </p:cBhvr>
                                      <p:to>
                                        <p:strVal val="visible"/>
                                      </p:to>
                                    </p:set>
                                    <p:animEffect transition="in" filter="slide(fromLeft)">
                                      <p:cBhvr>
                                        <p:cTn id="81" dur="500"/>
                                        <p:tgtEl>
                                          <p:spTgt spid="89">
                                            <p:graphicEl>
                                              <a:chart seriesIdx="0" categoryIdx="-4" bldStep="series"/>
                                            </p:graphicEl>
                                          </p:spTgt>
                                        </p:tgtEl>
                                      </p:cBhvr>
                                    </p:animEffect>
                                  </p:childTnLst>
                                </p:cTn>
                              </p:par>
                            </p:childTnLst>
                          </p:cTn>
                        </p:par>
                        <p:par>
                          <p:cTn id="82" fill="hold">
                            <p:stCondLst>
                              <p:cond delay="8000"/>
                            </p:stCondLst>
                            <p:childTnLst>
                              <p:par>
                                <p:cTn id="83" presetID="12" presetClass="entr" presetSubtype="8" fill="hold" grpId="0" nodeType="afterEffect">
                                  <p:stCondLst>
                                    <p:cond delay="0"/>
                                  </p:stCondLst>
                                  <p:childTnLst>
                                    <p:set>
                                      <p:cBhvr>
                                        <p:cTn id="84" dur="1" fill="hold">
                                          <p:stCondLst>
                                            <p:cond delay="0"/>
                                          </p:stCondLst>
                                        </p:cTn>
                                        <p:tgtEl>
                                          <p:spTgt spid="89">
                                            <p:graphicEl>
                                              <a:chart seriesIdx="1" categoryIdx="-4" bldStep="series"/>
                                            </p:graphicEl>
                                          </p:spTgt>
                                        </p:tgtEl>
                                        <p:attrNameLst>
                                          <p:attrName>style.visibility</p:attrName>
                                        </p:attrNameLst>
                                      </p:cBhvr>
                                      <p:to>
                                        <p:strVal val="visible"/>
                                      </p:to>
                                    </p:set>
                                    <p:animEffect transition="in" filter="slide(fromLeft)">
                                      <p:cBhvr>
                                        <p:cTn id="85" dur="500"/>
                                        <p:tgtEl>
                                          <p:spTgt spid="89">
                                            <p:graphicEl>
                                              <a:chart seriesIdx="1" categoryIdx="-4" bldStep="series"/>
                                            </p:graphicEl>
                                          </p:spTgt>
                                        </p:tgtEl>
                                      </p:cBhvr>
                                    </p:animEffect>
                                  </p:childTnLst>
                                </p:cTn>
                              </p:par>
                            </p:childTnLst>
                          </p:cTn>
                        </p:par>
                        <p:par>
                          <p:cTn id="86" fill="hold">
                            <p:stCondLst>
                              <p:cond delay="8500"/>
                            </p:stCondLst>
                            <p:childTnLst>
                              <p:par>
                                <p:cTn id="87" presetID="12" presetClass="entr" presetSubtype="8" fill="hold" grpId="0" nodeType="afterEffect">
                                  <p:stCondLst>
                                    <p:cond delay="0"/>
                                  </p:stCondLst>
                                  <p:childTnLst>
                                    <p:set>
                                      <p:cBhvr>
                                        <p:cTn id="88" dur="1" fill="hold">
                                          <p:stCondLst>
                                            <p:cond delay="0"/>
                                          </p:stCondLst>
                                        </p:cTn>
                                        <p:tgtEl>
                                          <p:spTgt spid="89">
                                            <p:graphicEl>
                                              <a:chart seriesIdx="2" categoryIdx="-4" bldStep="series"/>
                                            </p:graphicEl>
                                          </p:spTgt>
                                        </p:tgtEl>
                                        <p:attrNameLst>
                                          <p:attrName>style.visibility</p:attrName>
                                        </p:attrNameLst>
                                      </p:cBhvr>
                                      <p:to>
                                        <p:strVal val="visible"/>
                                      </p:to>
                                    </p:set>
                                    <p:animEffect transition="in" filter="slide(fromLeft)">
                                      <p:cBhvr>
                                        <p:cTn id="89" dur="500"/>
                                        <p:tgtEl>
                                          <p:spTgt spid="89">
                                            <p:graphicEl>
                                              <a:chart seriesIdx="2" categoryIdx="-4" bldStep="series"/>
                                            </p:graphicEl>
                                          </p:spTgt>
                                        </p:tgtEl>
                                      </p:cBhvr>
                                    </p:animEffect>
                                  </p:childTnLst>
                                </p:cTn>
                              </p:par>
                            </p:childTnLst>
                          </p:cTn>
                        </p:par>
                        <p:par>
                          <p:cTn id="90" fill="hold">
                            <p:stCondLst>
                              <p:cond delay="9000"/>
                            </p:stCondLst>
                            <p:childTnLst>
                              <p:par>
                                <p:cTn id="91" presetID="12" presetClass="entr" presetSubtype="8" fill="hold" grpId="0" nodeType="afterEffect">
                                  <p:stCondLst>
                                    <p:cond delay="0"/>
                                  </p:stCondLst>
                                  <p:childTnLst>
                                    <p:set>
                                      <p:cBhvr>
                                        <p:cTn id="92" dur="1" fill="hold">
                                          <p:stCondLst>
                                            <p:cond delay="0"/>
                                          </p:stCondLst>
                                        </p:cTn>
                                        <p:tgtEl>
                                          <p:spTgt spid="89">
                                            <p:graphicEl>
                                              <a:chart seriesIdx="3" categoryIdx="-4" bldStep="series"/>
                                            </p:graphicEl>
                                          </p:spTgt>
                                        </p:tgtEl>
                                        <p:attrNameLst>
                                          <p:attrName>style.visibility</p:attrName>
                                        </p:attrNameLst>
                                      </p:cBhvr>
                                      <p:to>
                                        <p:strVal val="visible"/>
                                      </p:to>
                                    </p:set>
                                    <p:animEffect transition="in" filter="slide(fromLeft)">
                                      <p:cBhvr>
                                        <p:cTn id="93" dur="500"/>
                                        <p:tgtEl>
                                          <p:spTgt spid="89">
                                            <p:graphicEl>
                                              <a:chart seriesIdx="3" categoryIdx="-4" bldStep="series"/>
                                            </p:graphicEl>
                                          </p:spTgt>
                                        </p:tgtEl>
                                      </p:cBhvr>
                                    </p:animEffect>
                                  </p:childTnLst>
                                </p:cTn>
                              </p:par>
                            </p:childTnLst>
                          </p:cTn>
                        </p:par>
                        <p:par>
                          <p:cTn id="94" fill="hold">
                            <p:stCondLst>
                              <p:cond delay="9500"/>
                            </p:stCondLst>
                            <p:childTnLst>
                              <p:par>
                                <p:cTn id="95" presetID="12" presetClass="entr" presetSubtype="8" fill="hold" grpId="0" nodeType="afterEffect">
                                  <p:stCondLst>
                                    <p:cond delay="0"/>
                                  </p:stCondLst>
                                  <p:childTnLst>
                                    <p:set>
                                      <p:cBhvr>
                                        <p:cTn id="96" dur="1" fill="hold">
                                          <p:stCondLst>
                                            <p:cond delay="0"/>
                                          </p:stCondLst>
                                        </p:cTn>
                                        <p:tgtEl>
                                          <p:spTgt spid="89">
                                            <p:graphicEl>
                                              <a:chart seriesIdx="4" categoryIdx="-4" bldStep="series"/>
                                            </p:graphicEl>
                                          </p:spTgt>
                                        </p:tgtEl>
                                        <p:attrNameLst>
                                          <p:attrName>style.visibility</p:attrName>
                                        </p:attrNameLst>
                                      </p:cBhvr>
                                      <p:to>
                                        <p:strVal val="visible"/>
                                      </p:to>
                                    </p:set>
                                    <p:animEffect transition="in" filter="slide(fromLeft)">
                                      <p:cBhvr>
                                        <p:cTn id="97" dur="500"/>
                                        <p:tgtEl>
                                          <p:spTgt spid="89">
                                            <p:graphicEl>
                                              <a:chart seriesIdx="4"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Graphic spid="89" grpId="0">
        <p:bldSub>
          <a:bldChart bld="series"/>
        </p:bldSub>
      </p:bldGraphic>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Sweden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Sweden Map Slide</a:t>
            </a:r>
            <a:endParaRPr lang="en-US" dirty="0"/>
          </a:p>
        </p:txBody>
      </p:sp>
      <p:grpSp>
        <p:nvGrpSpPr>
          <p:cNvPr id="108" name="Group 107"/>
          <p:cNvGrpSpPr/>
          <p:nvPr/>
        </p:nvGrpSpPr>
        <p:grpSpPr>
          <a:xfrm>
            <a:off x="4596580" y="2057400"/>
            <a:ext cx="1652587" cy="3884612"/>
            <a:chOff x="3668713" y="925513"/>
            <a:chExt cx="1652587" cy="3884612"/>
          </a:xfrm>
          <a:solidFill>
            <a:schemeClr val="bg1">
              <a:lumMod val="85000"/>
            </a:schemeClr>
          </a:solidFill>
        </p:grpSpPr>
        <p:sp>
          <p:nvSpPr>
            <p:cNvPr id="109" name="Freeform 5"/>
            <p:cNvSpPr>
              <a:spLocks/>
            </p:cNvSpPr>
            <p:nvPr/>
          </p:nvSpPr>
          <p:spPr bwMode="auto">
            <a:xfrm>
              <a:off x="3832225" y="4479925"/>
              <a:ext cx="319087" cy="330200"/>
            </a:xfrm>
            <a:custGeom>
              <a:avLst/>
              <a:gdLst/>
              <a:ahLst/>
              <a:cxnLst>
                <a:cxn ang="0">
                  <a:pos x="180" y="49"/>
                </a:cxn>
                <a:cxn ang="0">
                  <a:pos x="171" y="38"/>
                </a:cxn>
                <a:cxn ang="0">
                  <a:pos x="176" y="19"/>
                </a:cxn>
                <a:cxn ang="0">
                  <a:pos x="176" y="10"/>
                </a:cxn>
                <a:cxn ang="0">
                  <a:pos x="156" y="5"/>
                </a:cxn>
                <a:cxn ang="0">
                  <a:pos x="142" y="0"/>
                </a:cxn>
                <a:cxn ang="0">
                  <a:pos x="134" y="7"/>
                </a:cxn>
                <a:cxn ang="0">
                  <a:pos x="120" y="12"/>
                </a:cxn>
                <a:cxn ang="0">
                  <a:pos x="103" y="17"/>
                </a:cxn>
                <a:cxn ang="0">
                  <a:pos x="85" y="13"/>
                </a:cxn>
                <a:cxn ang="0">
                  <a:pos x="78" y="17"/>
                </a:cxn>
                <a:cxn ang="0">
                  <a:pos x="66" y="26"/>
                </a:cxn>
                <a:cxn ang="0">
                  <a:pos x="52" y="26"/>
                </a:cxn>
                <a:cxn ang="0">
                  <a:pos x="41" y="18"/>
                </a:cxn>
                <a:cxn ang="0">
                  <a:pos x="37" y="7"/>
                </a:cxn>
                <a:cxn ang="0">
                  <a:pos x="28" y="9"/>
                </a:cxn>
                <a:cxn ang="0">
                  <a:pos x="14" y="11"/>
                </a:cxn>
                <a:cxn ang="0">
                  <a:pos x="23" y="30"/>
                </a:cxn>
                <a:cxn ang="0">
                  <a:pos x="28" y="40"/>
                </a:cxn>
                <a:cxn ang="0">
                  <a:pos x="21" y="47"/>
                </a:cxn>
                <a:cxn ang="0">
                  <a:pos x="5" y="35"/>
                </a:cxn>
                <a:cxn ang="0">
                  <a:pos x="3" y="46"/>
                </a:cxn>
                <a:cxn ang="0">
                  <a:pos x="9" y="63"/>
                </a:cxn>
                <a:cxn ang="0">
                  <a:pos x="20" y="86"/>
                </a:cxn>
                <a:cxn ang="0">
                  <a:pos x="32" y="107"/>
                </a:cxn>
                <a:cxn ang="0">
                  <a:pos x="36" y="117"/>
                </a:cxn>
                <a:cxn ang="0">
                  <a:pos x="43" y="131"/>
                </a:cxn>
                <a:cxn ang="0">
                  <a:pos x="42" y="142"/>
                </a:cxn>
                <a:cxn ang="0">
                  <a:pos x="33" y="158"/>
                </a:cxn>
                <a:cxn ang="0">
                  <a:pos x="33" y="174"/>
                </a:cxn>
                <a:cxn ang="0">
                  <a:pos x="25" y="181"/>
                </a:cxn>
                <a:cxn ang="0">
                  <a:pos x="38" y="182"/>
                </a:cxn>
                <a:cxn ang="0">
                  <a:pos x="55" y="188"/>
                </a:cxn>
                <a:cxn ang="0">
                  <a:pos x="76" y="192"/>
                </a:cxn>
                <a:cxn ang="0">
                  <a:pos x="94" y="185"/>
                </a:cxn>
                <a:cxn ang="0">
                  <a:pos x="114" y="181"/>
                </a:cxn>
                <a:cxn ang="0">
                  <a:pos x="133" y="187"/>
                </a:cxn>
                <a:cxn ang="0">
                  <a:pos x="151" y="184"/>
                </a:cxn>
                <a:cxn ang="0">
                  <a:pos x="163" y="168"/>
                </a:cxn>
                <a:cxn ang="0">
                  <a:pos x="157" y="148"/>
                </a:cxn>
                <a:cxn ang="0">
                  <a:pos x="150" y="131"/>
                </a:cxn>
                <a:cxn ang="0">
                  <a:pos x="156" y="109"/>
                </a:cxn>
                <a:cxn ang="0">
                  <a:pos x="167" y="95"/>
                </a:cxn>
                <a:cxn ang="0">
                  <a:pos x="178" y="83"/>
                </a:cxn>
                <a:cxn ang="0">
                  <a:pos x="182" y="74"/>
                </a:cxn>
                <a:cxn ang="0">
                  <a:pos x="186" y="62"/>
                </a:cxn>
              </a:cxnLst>
              <a:rect l="0" t="0" r="r" b="b"/>
              <a:pathLst>
                <a:path w="186" h="193">
                  <a:moveTo>
                    <a:pt x="186" y="56"/>
                  </a:moveTo>
                  <a:cubicBezTo>
                    <a:pt x="185" y="55"/>
                    <a:pt x="184" y="53"/>
                    <a:pt x="183" y="53"/>
                  </a:cubicBezTo>
                  <a:cubicBezTo>
                    <a:pt x="183" y="52"/>
                    <a:pt x="181" y="50"/>
                    <a:pt x="180" y="49"/>
                  </a:cubicBezTo>
                  <a:cubicBezTo>
                    <a:pt x="179" y="49"/>
                    <a:pt x="176" y="48"/>
                    <a:pt x="175" y="47"/>
                  </a:cubicBezTo>
                  <a:cubicBezTo>
                    <a:pt x="174" y="47"/>
                    <a:pt x="173" y="46"/>
                    <a:pt x="172" y="46"/>
                  </a:cubicBezTo>
                  <a:cubicBezTo>
                    <a:pt x="171" y="44"/>
                    <a:pt x="171" y="40"/>
                    <a:pt x="171" y="38"/>
                  </a:cubicBezTo>
                  <a:cubicBezTo>
                    <a:pt x="170" y="36"/>
                    <a:pt x="169" y="32"/>
                    <a:pt x="169" y="29"/>
                  </a:cubicBezTo>
                  <a:cubicBezTo>
                    <a:pt x="170" y="27"/>
                    <a:pt x="171" y="23"/>
                    <a:pt x="173" y="21"/>
                  </a:cubicBezTo>
                  <a:cubicBezTo>
                    <a:pt x="173" y="20"/>
                    <a:pt x="175" y="20"/>
                    <a:pt x="176" y="19"/>
                  </a:cubicBezTo>
                  <a:cubicBezTo>
                    <a:pt x="177" y="18"/>
                    <a:pt x="178" y="17"/>
                    <a:pt x="178" y="16"/>
                  </a:cubicBezTo>
                  <a:cubicBezTo>
                    <a:pt x="179" y="15"/>
                    <a:pt x="179" y="14"/>
                    <a:pt x="180" y="13"/>
                  </a:cubicBezTo>
                  <a:cubicBezTo>
                    <a:pt x="178" y="12"/>
                    <a:pt x="177" y="11"/>
                    <a:pt x="176" y="10"/>
                  </a:cubicBezTo>
                  <a:cubicBezTo>
                    <a:pt x="174" y="9"/>
                    <a:pt x="172" y="8"/>
                    <a:pt x="170" y="7"/>
                  </a:cubicBezTo>
                  <a:cubicBezTo>
                    <a:pt x="168" y="7"/>
                    <a:pt x="164" y="7"/>
                    <a:pt x="162" y="7"/>
                  </a:cubicBezTo>
                  <a:cubicBezTo>
                    <a:pt x="160" y="6"/>
                    <a:pt x="157" y="5"/>
                    <a:pt x="156" y="5"/>
                  </a:cubicBezTo>
                  <a:cubicBezTo>
                    <a:pt x="155" y="4"/>
                    <a:pt x="153" y="2"/>
                    <a:pt x="152" y="2"/>
                  </a:cubicBezTo>
                  <a:cubicBezTo>
                    <a:pt x="151" y="1"/>
                    <a:pt x="149" y="2"/>
                    <a:pt x="148" y="2"/>
                  </a:cubicBezTo>
                  <a:cubicBezTo>
                    <a:pt x="146" y="1"/>
                    <a:pt x="143" y="0"/>
                    <a:pt x="142" y="0"/>
                  </a:cubicBezTo>
                  <a:cubicBezTo>
                    <a:pt x="140" y="0"/>
                    <a:pt x="138" y="1"/>
                    <a:pt x="137" y="1"/>
                  </a:cubicBezTo>
                  <a:cubicBezTo>
                    <a:pt x="137" y="2"/>
                    <a:pt x="138" y="5"/>
                    <a:pt x="137" y="6"/>
                  </a:cubicBezTo>
                  <a:cubicBezTo>
                    <a:pt x="137" y="6"/>
                    <a:pt x="135" y="7"/>
                    <a:pt x="134" y="7"/>
                  </a:cubicBezTo>
                  <a:cubicBezTo>
                    <a:pt x="133" y="8"/>
                    <a:pt x="131" y="8"/>
                    <a:pt x="130" y="8"/>
                  </a:cubicBezTo>
                  <a:cubicBezTo>
                    <a:pt x="129" y="8"/>
                    <a:pt x="126" y="10"/>
                    <a:pt x="125" y="10"/>
                  </a:cubicBezTo>
                  <a:cubicBezTo>
                    <a:pt x="124" y="11"/>
                    <a:pt x="121" y="12"/>
                    <a:pt x="120" y="12"/>
                  </a:cubicBezTo>
                  <a:cubicBezTo>
                    <a:pt x="118" y="12"/>
                    <a:pt x="115" y="11"/>
                    <a:pt x="113" y="11"/>
                  </a:cubicBezTo>
                  <a:cubicBezTo>
                    <a:pt x="112" y="11"/>
                    <a:pt x="109" y="13"/>
                    <a:pt x="107" y="13"/>
                  </a:cubicBezTo>
                  <a:cubicBezTo>
                    <a:pt x="106" y="14"/>
                    <a:pt x="104" y="16"/>
                    <a:pt x="103" y="17"/>
                  </a:cubicBezTo>
                  <a:cubicBezTo>
                    <a:pt x="102" y="17"/>
                    <a:pt x="99" y="17"/>
                    <a:pt x="98" y="17"/>
                  </a:cubicBezTo>
                  <a:cubicBezTo>
                    <a:pt x="96" y="17"/>
                    <a:pt x="91" y="17"/>
                    <a:pt x="89" y="16"/>
                  </a:cubicBezTo>
                  <a:cubicBezTo>
                    <a:pt x="88" y="15"/>
                    <a:pt x="87" y="13"/>
                    <a:pt x="85" y="13"/>
                  </a:cubicBezTo>
                  <a:cubicBezTo>
                    <a:pt x="85" y="13"/>
                    <a:pt x="85" y="12"/>
                    <a:pt x="85" y="12"/>
                  </a:cubicBezTo>
                  <a:cubicBezTo>
                    <a:pt x="84" y="12"/>
                    <a:pt x="82" y="12"/>
                    <a:pt x="81" y="13"/>
                  </a:cubicBezTo>
                  <a:cubicBezTo>
                    <a:pt x="80" y="13"/>
                    <a:pt x="79" y="16"/>
                    <a:pt x="78" y="17"/>
                  </a:cubicBezTo>
                  <a:cubicBezTo>
                    <a:pt x="77" y="17"/>
                    <a:pt x="75" y="18"/>
                    <a:pt x="74" y="19"/>
                  </a:cubicBezTo>
                  <a:cubicBezTo>
                    <a:pt x="73" y="20"/>
                    <a:pt x="71" y="21"/>
                    <a:pt x="70" y="22"/>
                  </a:cubicBezTo>
                  <a:cubicBezTo>
                    <a:pt x="69" y="23"/>
                    <a:pt x="67" y="25"/>
                    <a:pt x="66" y="26"/>
                  </a:cubicBezTo>
                  <a:cubicBezTo>
                    <a:pt x="65" y="26"/>
                    <a:pt x="63" y="29"/>
                    <a:pt x="62" y="29"/>
                  </a:cubicBezTo>
                  <a:cubicBezTo>
                    <a:pt x="60" y="29"/>
                    <a:pt x="59" y="26"/>
                    <a:pt x="58" y="26"/>
                  </a:cubicBezTo>
                  <a:cubicBezTo>
                    <a:pt x="57" y="25"/>
                    <a:pt x="53" y="26"/>
                    <a:pt x="52" y="26"/>
                  </a:cubicBezTo>
                  <a:cubicBezTo>
                    <a:pt x="51" y="25"/>
                    <a:pt x="49" y="25"/>
                    <a:pt x="48" y="24"/>
                  </a:cubicBezTo>
                  <a:cubicBezTo>
                    <a:pt x="46" y="24"/>
                    <a:pt x="43" y="23"/>
                    <a:pt x="42" y="22"/>
                  </a:cubicBezTo>
                  <a:cubicBezTo>
                    <a:pt x="41" y="21"/>
                    <a:pt x="41" y="19"/>
                    <a:pt x="41" y="18"/>
                  </a:cubicBezTo>
                  <a:cubicBezTo>
                    <a:pt x="41" y="16"/>
                    <a:pt x="43" y="13"/>
                    <a:pt x="43" y="12"/>
                  </a:cubicBezTo>
                  <a:cubicBezTo>
                    <a:pt x="43" y="11"/>
                    <a:pt x="41" y="10"/>
                    <a:pt x="41" y="10"/>
                  </a:cubicBezTo>
                  <a:cubicBezTo>
                    <a:pt x="40" y="9"/>
                    <a:pt x="38" y="7"/>
                    <a:pt x="37" y="7"/>
                  </a:cubicBezTo>
                  <a:cubicBezTo>
                    <a:pt x="37" y="8"/>
                    <a:pt x="37" y="8"/>
                    <a:pt x="36" y="9"/>
                  </a:cubicBezTo>
                  <a:cubicBezTo>
                    <a:pt x="36" y="10"/>
                    <a:pt x="34" y="11"/>
                    <a:pt x="32" y="11"/>
                  </a:cubicBezTo>
                  <a:cubicBezTo>
                    <a:pt x="31" y="11"/>
                    <a:pt x="29" y="10"/>
                    <a:pt x="28" y="9"/>
                  </a:cubicBezTo>
                  <a:cubicBezTo>
                    <a:pt x="27" y="8"/>
                    <a:pt x="25" y="6"/>
                    <a:pt x="24" y="5"/>
                  </a:cubicBezTo>
                  <a:cubicBezTo>
                    <a:pt x="22" y="5"/>
                    <a:pt x="19" y="6"/>
                    <a:pt x="18" y="7"/>
                  </a:cubicBezTo>
                  <a:cubicBezTo>
                    <a:pt x="17" y="8"/>
                    <a:pt x="14" y="10"/>
                    <a:pt x="14" y="11"/>
                  </a:cubicBezTo>
                  <a:cubicBezTo>
                    <a:pt x="13" y="13"/>
                    <a:pt x="14" y="18"/>
                    <a:pt x="15" y="20"/>
                  </a:cubicBezTo>
                  <a:cubicBezTo>
                    <a:pt x="16" y="21"/>
                    <a:pt x="20" y="24"/>
                    <a:pt x="22" y="25"/>
                  </a:cubicBezTo>
                  <a:cubicBezTo>
                    <a:pt x="22" y="26"/>
                    <a:pt x="23" y="29"/>
                    <a:pt x="23" y="30"/>
                  </a:cubicBezTo>
                  <a:cubicBezTo>
                    <a:pt x="24" y="31"/>
                    <a:pt x="25" y="33"/>
                    <a:pt x="26" y="34"/>
                  </a:cubicBezTo>
                  <a:cubicBezTo>
                    <a:pt x="26" y="34"/>
                    <a:pt x="27" y="35"/>
                    <a:pt x="27" y="35"/>
                  </a:cubicBezTo>
                  <a:cubicBezTo>
                    <a:pt x="28" y="37"/>
                    <a:pt x="28" y="39"/>
                    <a:pt x="28" y="40"/>
                  </a:cubicBezTo>
                  <a:cubicBezTo>
                    <a:pt x="28" y="42"/>
                    <a:pt x="25" y="44"/>
                    <a:pt x="24" y="45"/>
                  </a:cubicBezTo>
                  <a:cubicBezTo>
                    <a:pt x="24" y="45"/>
                    <a:pt x="23" y="46"/>
                    <a:pt x="22" y="47"/>
                  </a:cubicBezTo>
                  <a:cubicBezTo>
                    <a:pt x="22" y="47"/>
                    <a:pt x="21" y="47"/>
                    <a:pt x="21" y="47"/>
                  </a:cubicBezTo>
                  <a:cubicBezTo>
                    <a:pt x="19" y="47"/>
                    <a:pt x="17" y="45"/>
                    <a:pt x="16" y="44"/>
                  </a:cubicBezTo>
                  <a:cubicBezTo>
                    <a:pt x="14" y="42"/>
                    <a:pt x="12" y="40"/>
                    <a:pt x="10" y="38"/>
                  </a:cubicBezTo>
                  <a:cubicBezTo>
                    <a:pt x="9" y="37"/>
                    <a:pt x="6" y="36"/>
                    <a:pt x="5" y="35"/>
                  </a:cubicBezTo>
                  <a:cubicBezTo>
                    <a:pt x="4" y="35"/>
                    <a:pt x="2" y="36"/>
                    <a:pt x="1" y="37"/>
                  </a:cubicBezTo>
                  <a:cubicBezTo>
                    <a:pt x="0" y="38"/>
                    <a:pt x="0" y="40"/>
                    <a:pt x="0" y="41"/>
                  </a:cubicBezTo>
                  <a:cubicBezTo>
                    <a:pt x="0" y="42"/>
                    <a:pt x="2" y="44"/>
                    <a:pt x="3" y="46"/>
                  </a:cubicBezTo>
                  <a:cubicBezTo>
                    <a:pt x="3" y="47"/>
                    <a:pt x="3" y="49"/>
                    <a:pt x="3" y="50"/>
                  </a:cubicBezTo>
                  <a:cubicBezTo>
                    <a:pt x="4" y="52"/>
                    <a:pt x="5" y="55"/>
                    <a:pt x="6" y="56"/>
                  </a:cubicBezTo>
                  <a:cubicBezTo>
                    <a:pt x="7" y="58"/>
                    <a:pt x="8" y="61"/>
                    <a:pt x="9" y="63"/>
                  </a:cubicBezTo>
                  <a:cubicBezTo>
                    <a:pt x="10" y="65"/>
                    <a:pt x="12" y="68"/>
                    <a:pt x="12" y="70"/>
                  </a:cubicBezTo>
                  <a:cubicBezTo>
                    <a:pt x="13" y="72"/>
                    <a:pt x="15" y="76"/>
                    <a:pt x="16" y="78"/>
                  </a:cubicBezTo>
                  <a:cubicBezTo>
                    <a:pt x="17" y="80"/>
                    <a:pt x="19" y="84"/>
                    <a:pt x="20" y="86"/>
                  </a:cubicBezTo>
                  <a:cubicBezTo>
                    <a:pt x="22" y="88"/>
                    <a:pt x="24" y="91"/>
                    <a:pt x="25" y="93"/>
                  </a:cubicBezTo>
                  <a:cubicBezTo>
                    <a:pt x="26" y="96"/>
                    <a:pt x="26" y="101"/>
                    <a:pt x="28" y="104"/>
                  </a:cubicBezTo>
                  <a:cubicBezTo>
                    <a:pt x="28" y="105"/>
                    <a:pt x="30" y="107"/>
                    <a:pt x="32" y="107"/>
                  </a:cubicBezTo>
                  <a:cubicBezTo>
                    <a:pt x="32" y="108"/>
                    <a:pt x="34" y="107"/>
                    <a:pt x="34" y="108"/>
                  </a:cubicBezTo>
                  <a:cubicBezTo>
                    <a:pt x="35" y="108"/>
                    <a:pt x="35" y="111"/>
                    <a:pt x="35" y="111"/>
                  </a:cubicBezTo>
                  <a:cubicBezTo>
                    <a:pt x="36" y="113"/>
                    <a:pt x="36" y="116"/>
                    <a:pt x="36" y="117"/>
                  </a:cubicBezTo>
                  <a:cubicBezTo>
                    <a:pt x="36" y="118"/>
                    <a:pt x="35" y="121"/>
                    <a:pt x="35" y="122"/>
                  </a:cubicBezTo>
                  <a:cubicBezTo>
                    <a:pt x="36" y="124"/>
                    <a:pt x="37" y="127"/>
                    <a:pt x="38" y="128"/>
                  </a:cubicBezTo>
                  <a:cubicBezTo>
                    <a:pt x="39" y="129"/>
                    <a:pt x="42" y="130"/>
                    <a:pt x="43" y="131"/>
                  </a:cubicBezTo>
                  <a:cubicBezTo>
                    <a:pt x="44" y="132"/>
                    <a:pt x="45" y="134"/>
                    <a:pt x="46" y="136"/>
                  </a:cubicBezTo>
                  <a:cubicBezTo>
                    <a:pt x="46" y="137"/>
                    <a:pt x="46" y="139"/>
                    <a:pt x="45" y="140"/>
                  </a:cubicBezTo>
                  <a:cubicBezTo>
                    <a:pt x="45" y="141"/>
                    <a:pt x="43" y="141"/>
                    <a:pt x="42" y="142"/>
                  </a:cubicBezTo>
                  <a:cubicBezTo>
                    <a:pt x="41" y="143"/>
                    <a:pt x="39" y="144"/>
                    <a:pt x="39" y="145"/>
                  </a:cubicBezTo>
                  <a:cubicBezTo>
                    <a:pt x="38" y="147"/>
                    <a:pt x="36" y="149"/>
                    <a:pt x="35" y="151"/>
                  </a:cubicBezTo>
                  <a:cubicBezTo>
                    <a:pt x="34" y="153"/>
                    <a:pt x="33" y="156"/>
                    <a:pt x="33" y="158"/>
                  </a:cubicBezTo>
                  <a:cubicBezTo>
                    <a:pt x="33" y="160"/>
                    <a:pt x="34" y="163"/>
                    <a:pt x="35" y="164"/>
                  </a:cubicBezTo>
                  <a:cubicBezTo>
                    <a:pt x="35" y="165"/>
                    <a:pt x="35" y="168"/>
                    <a:pt x="35" y="170"/>
                  </a:cubicBezTo>
                  <a:cubicBezTo>
                    <a:pt x="34" y="171"/>
                    <a:pt x="34" y="173"/>
                    <a:pt x="33" y="174"/>
                  </a:cubicBezTo>
                  <a:cubicBezTo>
                    <a:pt x="32" y="174"/>
                    <a:pt x="29" y="175"/>
                    <a:pt x="28" y="175"/>
                  </a:cubicBezTo>
                  <a:cubicBezTo>
                    <a:pt x="28" y="175"/>
                    <a:pt x="26" y="176"/>
                    <a:pt x="25" y="177"/>
                  </a:cubicBezTo>
                  <a:cubicBezTo>
                    <a:pt x="25" y="178"/>
                    <a:pt x="24" y="180"/>
                    <a:pt x="25" y="181"/>
                  </a:cubicBezTo>
                  <a:cubicBezTo>
                    <a:pt x="25" y="182"/>
                    <a:pt x="27" y="184"/>
                    <a:pt x="28" y="184"/>
                  </a:cubicBezTo>
                  <a:cubicBezTo>
                    <a:pt x="29" y="184"/>
                    <a:pt x="32" y="183"/>
                    <a:pt x="33" y="182"/>
                  </a:cubicBezTo>
                  <a:cubicBezTo>
                    <a:pt x="34" y="182"/>
                    <a:pt x="37" y="181"/>
                    <a:pt x="38" y="182"/>
                  </a:cubicBezTo>
                  <a:cubicBezTo>
                    <a:pt x="40" y="182"/>
                    <a:pt x="42" y="183"/>
                    <a:pt x="43" y="183"/>
                  </a:cubicBezTo>
                  <a:cubicBezTo>
                    <a:pt x="44" y="184"/>
                    <a:pt x="47" y="186"/>
                    <a:pt x="48" y="186"/>
                  </a:cubicBezTo>
                  <a:cubicBezTo>
                    <a:pt x="50" y="187"/>
                    <a:pt x="54" y="188"/>
                    <a:pt x="55" y="188"/>
                  </a:cubicBezTo>
                  <a:cubicBezTo>
                    <a:pt x="58" y="189"/>
                    <a:pt x="63" y="189"/>
                    <a:pt x="66" y="190"/>
                  </a:cubicBezTo>
                  <a:cubicBezTo>
                    <a:pt x="67" y="190"/>
                    <a:pt x="69" y="192"/>
                    <a:pt x="70" y="192"/>
                  </a:cubicBezTo>
                  <a:cubicBezTo>
                    <a:pt x="71" y="193"/>
                    <a:pt x="74" y="192"/>
                    <a:pt x="76" y="192"/>
                  </a:cubicBezTo>
                  <a:cubicBezTo>
                    <a:pt x="77" y="191"/>
                    <a:pt x="79" y="188"/>
                    <a:pt x="81" y="187"/>
                  </a:cubicBezTo>
                  <a:cubicBezTo>
                    <a:pt x="82" y="187"/>
                    <a:pt x="86" y="186"/>
                    <a:pt x="87" y="185"/>
                  </a:cubicBezTo>
                  <a:cubicBezTo>
                    <a:pt x="89" y="185"/>
                    <a:pt x="93" y="186"/>
                    <a:pt x="94" y="185"/>
                  </a:cubicBezTo>
                  <a:cubicBezTo>
                    <a:pt x="95" y="184"/>
                    <a:pt x="96" y="182"/>
                    <a:pt x="97" y="181"/>
                  </a:cubicBezTo>
                  <a:cubicBezTo>
                    <a:pt x="99" y="180"/>
                    <a:pt x="104" y="181"/>
                    <a:pt x="106" y="181"/>
                  </a:cubicBezTo>
                  <a:cubicBezTo>
                    <a:pt x="108" y="180"/>
                    <a:pt x="112" y="181"/>
                    <a:pt x="114" y="181"/>
                  </a:cubicBezTo>
                  <a:cubicBezTo>
                    <a:pt x="116" y="180"/>
                    <a:pt x="120" y="178"/>
                    <a:pt x="122" y="179"/>
                  </a:cubicBezTo>
                  <a:cubicBezTo>
                    <a:pt x="124" y="179"/>
                    <a:pt x="127" y="180"/>
                    <a:pt x="129" y="181"/>
                  </a:cubicBezTo>
                  <a:cubicBezTo>
                    <a:pt x="130" y="182"/>
                    <a:pt x="131" y="186"/>
                    <a:pt x="133" y="187"/>
                  </a:cubicBezTo>
                  <a:cubicBezTo>
                    <a:pt x="134" y="188"/>
                    <a:pt x="138" y="187"/>
                    <a:pt x="139" y="188"/>
                  </a:cubicBezTo>
                  <a:cubicBezTo>
                    <a:pt x="140" y="188"/>
                    <a:pt x="143" y="188"/>
                    <a:pt x="144" y="188"/>
                  </a:cubicBezTo>
                  <a:cubicBezTo>
                    <a:pt x="146" y="187"/>
                    <a:pt x="149" y="186"/>
                    <a:pt x="151" y="184"/>
                  </a:cubicBezTo>
                  <a:cubicBezTo>
                    <a:pt x="151" y="184"/>
                    <a:pt x="151" y="184"/>
                    <a:pt x="151" y="184"/>
                  </a:cubicBezTo>
                  <a:cubicBezTo>
                    <a:pt x="153" y="182"/>
                    <a:pt x="157" y="176"/>
                    <a:pt x="159" y="173"/>
                  </a:cubicBezTo>
                  <a:cubicBezTo>
                    <a:pt x="160" y="172"/>
                    <a:pt x="162" y="169"/>
                    <a:pt x="163" y="168"/>
                  </a:cubicBezTo>
                  <a:cubicBezTo>
                    <a:pt x="163" y="166"/>
                    <a:pt x="164" y="163"/>
                    <a:pt x="163" y="161"/>
                  </a:cubicBezTo>
                  <a:cubicBezTo>
                    <a:pt x="163" y="159"/>
                    <a:pt x="161" y="156"/>
                    <a:pt x="160" y="154"/>
                  </a:cubicBezTo>
                  <a:cubicBezTo>
                    <a:pt x="159" y="153"/>
                    <a:pt x="157" y="150"/>
                    <a:pt x="157" y="148"/>
                  </a:cubicBezTo>
                  <a:cubicBezTo>
                    <a:pt x="156" y="147"/>
                    <a:pt x="155" y="143"/>
                    <a:pt x="154" y="141"/>
                  </a:cubicBezTo>
                  <a:cubicBezTo>
                    <a:pt x="153" y="140"/>
                    <a:pt x="152" y="137"/>
                    <a:pt x="151" y="135"/>
                  </a:cubicBezTo>
                  <a:cubicBezTo>
                    <a:pt x="151" y="134"/>
                    <a:pt x="151" y="132"/>
                    <a:pt x="150" y="131"/>
                  </a:cubicBezTo>
                  <a:cubicBezTo>
                    <a:pt x="150" y="129"/>
                    <a:pt x="149" y="127"/>
                    <a:pt x="149" y="125"/>
                  </a:cubicBezTo>
                  <a:cubicBezTo>
                    <a:pt x="149" y="123"/>
                    <a:pt x="151" y="118"/>
                    <a:pt x="152" y="116"/>
                  </a:cubicBezTo>
                  <a:cubicBezTo>
                    <a:pt x="153" y="114"/>
                    <a:pt x="155" y="111"/>
                    <a:pt x="156" y="109"/>
                  </a:cubicBezTo>
                  <a:cubicBezTo>
                    <a:pt x="158" y="108"/>
                    <a:pt x="161" y="105"/>
                    <a:pt x="162" y="103"/>
                  </a:cubicBezTo>
                  <a:cubicBezTo>
                    <a:pt x="163" y="102"/>
                    <a:pt x="163" y="100"/>
                    <a:pt x="164" y="99"/>
                  </a:cubicBezTo>
                  <a:cubicBezTo>
                    <a:pt x="165" y="98"/>
                    <a:pt x="167" y="96"/>
                    <a:pt x="167" y="95"/>
                  </a:cubicBezTo>
                  <a:cubicBezTo>
                    <a:pt x="168" y="94"/>
                    <a:pt x="170" y="92"/>
                    <a:pt x="171" y="92"/>
                  </a:cubicBezTo>
                  <a:cubicBezTo>
                    <a:pt x="172" y="90"/>
                    <a:pt x="174" y="88"/>
                    <a:pt x="175" y="87"/>
                  </a:cubicBezTo>
                  <a:cubicBezTo>
                    <a:pt x="176" y="86"/>
                    <a:pt x="177" y="84"/>
                    <a:pt x="178" y="83"/>
                  </a:cubicBezTo>
                  <a:cubicBezTo>
                    <a:pt x="179" y="83"/>
                    <a:pt x="181" y="82"/>
                    <a:pt x="182" y="82"/>
                  </a:cubicBezTo>
                  <a:cubicBezTo>
                    <a:pt x="182" y="81"/>
                    <a:pt x="181" y="80"/>
                    <a:pt x="181" y="79"/>
                  </a:cubicBezTo>
                  <a:cubicBezTo>
                    <a:pt x="181" y="78"/>
                    <a:pt x="181" y="75"/>
                    <a:pt x="182" y="74"/>
                  </a:cubicBezTo>
                  <a:cubicBezTo>
                    <a:pt x="182" y="73"/>
                    <a:pt x="183" y="72"/>
                    <a:pt x="183" y="71"/>
                  </a:cubicBezTo>
                  <a:cubicBezTo>
                    <a:pt x="184" y="70"/>
                    <a:pt x="185" y="69"/>
                    <a:pt x="185" y="68"/>
                  </a:cubicBezTo>
                  <a:cubicBezTo>
                    <a:pt x="186" y="66"/>
                    <a:pt x="186" y="63"/>
                    <a:pt x="186" y="62"/>
                  </a:cubicBezTo>
                  <a:cubicBezTo>
                    <a:pt x="186" y="60"/>
                    <a:pt x="186" y="57"/>
                    <a:pt x="186" y="5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6"/>
            <p:cNvSpPr>
              <a:spLocks/>
            </p:cNvSpPr>
            <p:nvPr/>
          </p:nvSpPr>
          <p:spPr bwMode="auto">
            <a:xfrm>
              <a:off x="4121150" y="4489450"/>
              <a:ext cx="258762" cy="146050"/>
            </a:xfrm>
            <a:custGeom>
              <a:avLst/>
              <a:gdLst/>
              <a:ahLst/>
              <a:cxnLst>
                <a:cxn ang="0">
                  <a:pos x="11" y="7"/>
                </a:cxn>
                <a:cxn ang="0">
                  <a:pos x="19" y="7"/>
                </a:cxn>
                <a:cxn ang="0">
                  <a:pos x="25" y="14"/>
                </a:cxn>
                <a:cxn ang="0">
                  <a:pos x="37" y="18"/>
                </a:cxn>
                <a:cxn ang="0">
                  <a:pos x="47" y="20"/>
                </a:cxn>
                <a:cxn ang="0">
                  <a:pos x="52" y="13"/>
                </a:cxn>
                <a:cxn ang="0">
                  <a:pos x="55" y="9"/>
                </a:cxn>
                <a:cxn ang="0">
                  <a:pos x="62" y="9"/>
                </a:cxn>
                <a:cxn ang="0">
                  <a:pos x="74" y="7"/>
                </a:cxn>
                <a:cxn ang="0">
                  <a:pos x="79" y="3"/>
                </a:cxn>
                <a:cxn ang="0">
                  <a:pos x="86" y="2"/>
                </a:cxn>
                <a:cxn ang="0">
                  <a:pos x="94" y="3"/>
                </a:cxn>
                <a:cxn ang="0">
                  <a:pos x="105" y="0"/>
                </a:cxn>
                <a:cxn ang="0">
                  <a:pos x="111" y="5"/>
                </a:cxn>
                <a:cxn ang="0">
                  <a:pos x="118" y="12"/>
                </a:cxn>
                <a:cxn ang="0">
                  <a:pos x="124" y="19"/>
                </a:cxn>
                <a:cxn ang="0">
                  <a:pos x="126" y="26"/>
                </a:cxn>
                <a:cxn ang="0">
                  <a:pos x="136" y="29"/>
                </a:cxn>
                <a:cxn ang="0">
                  <a:pos x="146" y="28"/>
                </a:cxn>
                <a:cxn ang="0">
                  <a:pos x="151" y="28"/>
                </a:cxn>
                <a:cxn ang="0">
                  <a:pos x="148" y="43"/>
                </a:cxn>
                <a:cxn ang="0">
                  <a:pos x="141" y="54"/>
                </a:cxn>
                <a:cxn ang="0">
                  <a:pos x="135" y="60"/>
                </a:cxn>
                <a:cxn ang="0">
                  <a:pos x="129" y="67"/>
                </a:cxn>
                <a:cxn ang="0">
                  <a:pos x="128" y="62"/>
                </a:cxn>
                <a:cxn ang="0">
                  <a:pos x="123" y="58"/>
                </a:cxn>
                <a:cxn ang="0">
                  <a:pos x="111" y="55"/>
                </a:cxn>
                <a:cxn ang="0">
                  <a:pos x="97" y="58"/>
                </a:cxn>
                <a:cxn ang="0">
                  <a:pos x="86" y="60"/>
                </a:cxn>
                <a:cxn ang="0">
                  <a:pos x="82" y="58"/>
                </a:cxn>
                <a:cxn ang="0">
                  <a:pos x="76" y="58"/>
                </a:cxn>
                <a:cxn ang="0">
                  <a:pos x="69" y="58"/>
                </a:cxn>
                <a:cxn ang="0">
                  <a:pos x="63" y="58"/>
                </a:cxn>
                <a:cxn ang="0">
                  <a:pos x="57" y="56"/>
                </a:cxn>
                <a:cxn ang="0">
                  <a:pos x="50" y="57"/>
                </a:cxn>
                <a:cxn ang="0">
                  <a:pos x="41" y="59"/>
                </a:cxn>
                <a:cxn ang="0">
                  <a:pos x="34" y="58"/>
                </a:cxn>
                <a:cxn ang="0">
                  <a:pos x="27" y="58"/>
                </a:cxn>
                <a:cxn ang="0">
                  <a:pos x="29" y="69"/>
                </a:cxn>
                <a:cxn ang="0">
                  <a:pos x="33" y="81"/>
                </a:cxn>
                <a:cxn ang="0">
                  <a:pos x="23" y="84"/>
                </a:cxn>
                <a:cxn ang="0">
                  <a:pos x="18" y="76"/>
                </a:cxn>
                <a:cxn ang="0">
                  <a:pos x="13" y="76"/>
                </a:cxn>
                <a:cxn ang="0">
                  <a:pos x="13" y="68"/>
                </a:cxn>
                <a:cxn ang="0">
                  <a:pos x="16" y="62"/>
                </a:cxn>
                <a:cxn ang="0">
                  <a:pos x="17" y="50"/>
                </a:cxn>
                <a:cxn ang="0">
                  <a:pos x="11" y="43"/>
                </a:cxn>
                <a:cxn ang="0">
                  <a:pos x="3" y="40"/>
                </a:cxn>
                <a:cxn ang="0">
                  <a:pos x="0" y="23"/>
                </a:cxn>
                <a:cxn ang="0">
                  <a:pos x="7" y="13"/>
                </a:cxn>
                <a:cxn ang="0">
                  <a:pos x="11" y="7"/>
                </a:cxn>
              </a:cxnLst>
              <a:rect l="0" t="0" r="r" b="b"/>
              <a:pathLst>
                <a:path w="151" h="85">
                  <a:moveTo>
                    <a:pt x="11" y="7"/>
                  </a:moveTo>
                  <a:cubicBezTo>
                    <a:pt x="11" y="7"/>
                    <a:pt x="11" y="7"/>
                    <a:pt x="11" y="7"/>
                  </a:cubicBezTo>
                  <a:cubicBezTo>
                    <a:pt x="12" y="6"/>
                    <a:pt x="14" y="6"/>
                    <a:pt x="15" y="6"/>
                  </a:cubicBezTo>
                  <a:cubicBezTo>
                    <a:pt x="16" y="6"/>
                    <a:pt x="18" y="6"/>
                    <a:pt x="19" y="7"/>
                  </a:cubicBezTo>
                  <a:cubicBezTo>
                    <a:pt x="20" y="7"/>
                    <a:pt x="21" y="10"/>
                    <a:pt x="21" y="11"/>
                  </a:cubicBezTo>
                  <a:cubicBezTo>
                    <a:pt x="22" y="12"/>
                    <a:pt x="24" y="14"/>
                    <a:pt x="25" y="14"/>
                  </a:cubicBezTo>
                  <a:cubicBezTo>
                    <a:pt x="26" y="15"/>
                    <a:pt x="28" y="16"/>
                    <a:pt x="29" y="16"/>
                  </a:cubicBezTo>
                  <a:cubicBezTo>
                    <a:pt x="31" y="17"/>
                    <a:pt x="35" y="18"/>
                    <a:pt x="37" y="18"/>
                  </a:cubicBezTo>
                  <a:cubicBezTo>
                    <a:pt x="38" y="19"/>
                    <a:pt x="40" y="19"/>
                    <a:pt x="41" y="20"/>
                  </a:cubicBezTo>
                  <a:cubicBezTo>
                    <a:pt x="42" y="20"/>
                    <a:pt x="45" y="20"/>
                    <a:pt x="47" y="20"/>
                  </a:cubicBezTo>
                  <a:cubicBezTo>
                    <a:pt x="48" y="19"/>
                    <a:pt x="50" y="18"/>
                    <a:pt x="51" y="17"/>
                  </a:cubicBezTo>
                  <a:cubicBezTo>
                    <a:pt x="51" y="16"/>
                    <a:pt x="51" y="14"/>
                    <a:pt x="52" y="13"/>
                  </a:cubicBezTo>
                  <a:cubicBezTo>
                    <a:pt x="52" y="13"/>
                    <a:pt x="54" y="12"/>
                    <a:pt x="54" y="12"/>
                  </a:cubicBezTo>
                  <a:cubicBezTo>
                    <a:pt x="54" y="11"/>
                    <a:pt x="54" y="9"/>
                    <a:pt x="55" y="9"/>
                  </a:cubicBezTo>
                  <a:cubicBezTo>
                    <a:pt x="55" y="8"/>
                    <a:pt x="58" y="8"/>
                    <a:pt x="59" y="8"/>
                  </a:cubicBezTo>
                  <a:cubicBezTo>
                    <a:pt x="60" y="8"/>
                    <a:pt x="61" y="9"/>
                    <a:pt x="62" y="9"/>
                  </a:cubicBezTo>
                  <a:cubicBezTo>
                    <a:pt x="63" y="10"/>
                    <a:pt x="66" y="10"/>
                    <a:pt x="68" y="9"/>
                  </a:cubicBezTo>
                  <a:cubicBezTo>
                    <a:pt x="69" y="9"/>
                    <a:pt x="73" y="9"/>
                    <a:pt x="74" y="7"/>
                  </a:cubicBezTo>
                  <a:cubicBezTo>
                    <a:pt x="75" y="7"/>
                    <a:pt x="76" y="4"/>
                    <a:pt x="77" y="3"/>
                  </a:cubicBezTo>
                  <a:cubicBezTo>
                    <a:pt x="77" y="3"/>
                    <a:pt x="78" y="3"/>
                    <a:pt x="79" y="3"/>
                  </a:cubicBezTo>
                  <a:cubicBezTo>
                    <a:pt x="80" y="3"/>
                    <a:pt x="81" y="4"/>
                    <a:pt x="81" y="4"/>
                  </a:cubicBezTo>
                  <a:cubicBezTo>
                    <a:pt x="83" y="4"/>
                    <a:pt x="84" y="3"/>
                    <a:pt x="86" y="2"/>
                  </a:cubicBezTo>
                  <a:cubicBezTo>
                    <a:pt x="86" y="2"/>
                    <a:pt x="87" y="2"/>
                    <a:pt x="87" y="2"/>
                  </a:cubicBezTo>
                  <a:cubicBezTo>
                    <a:pt x="89" y="2"/>
                    <a:pt x="92" y="3"/>
                    <a:pt x="94" y="3"/>
                  </a:cubicBezTo>
                  <a:cubicBezTo>
                    <a:pt x="95" y="2"/>
                    <a:pt x="98" y="1"/>
                    <a:pt x="99" y="1"/>
                  </a:cubicBezTo>
                  <a:cubicBezTo>
                    <a:pt x="101" y="1"/>
                    <a:pt x="104" y="0"/>
                    <a:pt x="105" y="0"/>
                  </a:cubicBezTo>
                  <a:cubicBezTo>
                    <a:pt x="106" y="1"/>
                    <a:pt x="106" y="3"/>
                    <a:pt x="107" y="4"/>
                  </a:cubicBezTo>
                  <a:cubicBezTo>
                    <a:pt x="108" y="4"/>
                    <a:pt x="110" y="5"/>
                    <a:pt x="111" y="5"/>
                  </a:cubicBezTo>
                  <a:cubicBezTo>
                    <a:pt x="112" y="6"/>
                    <a:pt x="115" y="8"/>
                    <a:pt x="116" y="9"/>
                  </a:cubicBezTo>
                  <a:cubicBezTo>
                    <a:pt x="117" y="10"/>
                    <a:pt x="117" y="12"/>
                    <a:pt x="118" y="12"/>
                  </a:cubicBezTo>
                  <a:cubicBezTo>
                    <a:pt x="119" y="13"/>
                    <a:pt x="120" y="15"/>
                    <a:pt x="121" y="15"/>
                  </a:cubicBezTo>
                  <a:cubicBezTo>
                    <a:pt x="122" y="16"/>
                    <a:pt x="124" y="18"/>
                    <a:pt x="124" y="19"/>
                  </a:cubicBezTo>
                  <a:cubicBezTo>
                    <a:pt x="125" y="20"/>
                    <a:pt x="124" y="23"/>
                    <a:pt x="125" y="24"/>
                  </a:cubicBezTo>
                  <a:cubicBezTo>
                    <a:pt x="125" y="24"/>
                    <a:pt x="126" y="26"/>
                    <a:pt x="126" y="26"/>
                  </a:cubicBezTo>
                  <a:cubicBezTo>
                    <a:pt x="127" y="27"/>
                    <a:pt x="130" y="27"/>
                    <a:pt x="131" y="28"/>
                  </a:cubicBezTo>
                  <a:cubicBezTo>
                    <a:pt x="132" y="28"/>
                    <a:pt x="134" y="29"/>
                    <a:pt x="136" y="29"/>
                  </a:cubicBezTo>
                  <a:cubicBezTo>
                    <a:pt x="137" y="29"/>
                    <a:pt x="140" y="30"/>
                    <a:pt x="141" y="30"/>
                  </a:cubicBezTo>
                  <a:cubicBezTo>
                    <a:pt x="143" y="30"/>
                    <a:pt x="145" y="28"/>
                    <a:pt x="146" y="28"/>
                  </a:cubicBezTo>
                  <a:cubicBezTo>
                    <a:pt x="147" y="28"/>
                    <a:pt x="148" y="28"/>
                    <a:pt x="149" y="28"/>
                  </a:cubicBezTo>
                  <a:cubicBezTo>
                    <a:pt x="149" y="28"/>
                    <a:pt x="150" y="28"/>
                    <a:pt x="151" y="28"/>
                  </a:cubicBezTo>
                  <a:cubicBezTo>
                    <a:pt x="151" y="31"/>
                    <a:pt x="150" y="35"/>
                    <a:pt x="150" y="37"/>
                  </a:cubicBezTo>
                  <a:cubicBezTo>
                    <a:pt x="150" y="38"/>
                    <a:pt x="149" y="41"/>
                    <a:pt x="148" y="43"/>
                  </a:cubicBezTo>
                  <a:cubicBezTo>
                    <a:pt x="147" y="44"/>
                    <a:pt x="146" y="47"/>
                    <a:pt x="146" y="48"/>
                  </a:cubicBezTo>
                  <a:cubicBezTo>
                    <a:pt x="144" y="50"/>
                    <a:pt x="142" y="52"/>
                    <a:pt x="141" y="54"/>
                  </a:cubicBezTo>
                  <a:cubicBezTo>
                    <a:pt x="140" y="55"/>
                    <a:pt x="141" y="57"/>
                    <a:pt x="140" y="58"/>
                  </a:cubicBezTo>
                  <a:cubicBezTo>
                    <a:pt x="139" y="59"/>
                    <a:pt x="136" y="59"/>
                    <a:pt x="135" y="60"/>
                  </a:cubicBezTo>
                  <a:cubicBezTo>
                    <a:pt x="134" y="60"/>
                    <a:pt x="132" y="63"/>
                    <a:pt x="132" y="64"/>
                  </a:cubicBezTo>
                  <a:cubicBezTo>
                    <a:pt x="131" y="65"/>
                    <a:pt x="130" y="67"/>
                    <a:pt x="129" y="67"/>
                  </a:cubicBezTo>
                  <a:cubicBezTo>
                    <a:pt x="129" y="66"/>
                    <a:pt x="128" y="66"/>
                    <a:pt x="128" y="65"/>
                  </a:cubicBezTo>
                  <a:cubicBezTo>
                    <a:pt x="128" y="64"/>
                    <a:pt x="128" y="63"/>
                    <a:pt x="128" y="62"/>
                  </a:cubicBezTo>
                  <a:cubicBezTo>
                    <a:pt x="128" y="61"/>
                    <a:pt x="127" y="60"/>
                    <a:pt x="127" y="59"/>
                  </a:cubicBezTo>
                  <a:cubicBezTo>
                    <a:pt x="126" y="58"/>
                    <a:pt x="124" y="58"/>
                    <a:pt x="123" y="58"/>
                  </a:cubicBezTo>
                  <a:cubicBezTo>
                    <a:pt x="121" y="57"/>
                    <a:pt x="119" y="56"/>
                    <a:pt x="117" y="55"/>
                  </a:cubicBezTo>
                  <a:cubicBezTo>
                    <a:pt x="116" y="55"/>
                    <a:pt x="113" y="55"/>
                    <a:pt x="111" y="55"/>
                  </a:cubicBezTo>
                  <a:cubicBezTo>
                    <a:pt x="109" y="55"/>
                    <a:pt x="104" y="55"/>
                    <a:pt x="102" y="56"/>
                  </a:cubicBezTo>
                  <a:cubicBezTo>
                    <a:pt x="101" y="56"/>
                    <a:pt x="99" y="57"/>
                    <a:pt x="97" y="58"/>
                  </a:cubicBezTo>
                  <a:cubicBezTo>
                    <a:pt x="96" y="58"/>
                    <a:pt x="92" y="57"/>
                    <a:pt x="90" y="57"/>
                  </a:cubicBezTo>
                  <a:cubicBezTo>
                    <a:pt x="89" y="58"/>
                    <a:pt x="87" y="59"/>
                    <a:pt x="86" y="60"/>
                  </a:cubicBezTo>
                  <a:cubicBezTo>
                    <a:pt x="85" y="60"/>
                    <a:pt x="84" y="59"/>
                    <a:pt x="83" y="59"/>
                  </a:cubicBezTo>
                  <a:cubicBezTo>
                    <a:pt x="83" y="59"/>
                    <a:pt x="82" y="58"/>
                    <a:pt x="82" y="58"/>
                  </a:cubicBezTo>
                  <a:cubicBezTo>
                    <a:pt x="81" y="57"/>
                    <a:pt x="80" y="57"/>
                    <a:pt x="79" y="57"/>
                  </a:cubicBezTo>
                  <a:cubicBezTo>
                    <a:pt x="78" y="57"/>
                    <a:pt x="77" y="58"/>
                    <a:pt x="76" y="58"/>
                  </a:cubicBezTo>
                  <a:cubicBezTo>
                    <a:pt x="75" y="59"/>
                    <a:pt x="73" y="58"/>
                    <a:pt x="72" y="58"/>
                  </a:cubicBezTo>
                  <a:cubicBezTo>
                    <a:pt x="71" y="58"/>
                    <a:pt x="70" y="58"/>
                    <a:pt x="69" y="58"/>
                  </a:cubicBezTo>
                  <a:cubicBezTo>
                    <a:pt x="68" y="58"/>
                    <a:pt x="67" y="59"/>
                    <a:pt x="66" y="59"/>
                  </a:cubicBezTo>
                  <a:cubicBezTo>
                    <a:pt x="65" y="59"/>
                    <a:pt x="64" y="59"/>
                    <a:pt x="63" y="58"/>
                  </a:cubicBezTo>
                  <a:cubicBezTo>
                    <a:pt x="63" y="58"/>
                    <a:pt x="63" y="56"/>
                    <a:pt x="62" y="55"/>
                  </a:cubicBezTo>
                  <a:cubicBezTo>
                    <a:pt x="61" y="55"/>
                    <a:pt x="58" y="55"/>
                    <a:pt x="57" y="56"/>
                  </a:cubicBezTo>
                  <a:cubicBezTo>
                    <a:pt x="56" y="56"/>
                    <a:pt x="55" y="58"/>
                    <a:pt x="54" y="58"/>
                  </a:cubicBezTo>
                  <a:cubicBezTo>
                    <a:pt x="53" y="58"/>
                    <a:pt x="51" y="57"/>
                    <a:pt x="50" y="57"/>
                  </a:cubicBezTo>
                  <a:cubicBezTo>
                    <a:pt x="49" y="57"/>
                    <a:pt x="46" y="57"/>
                    <a:pt x="45" y="58"/>
                  </a:cubicBezTo>
                  <a:cubicBezTo>
                    <a:pt x="44" y="58"/>
                    <a:pt x="42" y="59"/>
                    <a:pt x="41" y="59"/>
                  </a:cubicBezTo>
                  <a:cubicBezTo>
                    <a:pt x="40" y="60"/>
                    <a:pt x="38" y="60"/>
                    <a:pt x="37" y="60"/>
                  </a:cubicBezTo>
                  <a:cubicBezTo>
                    <a:pt x="36" y="60"/>
                    <a:pt x="35" y="58"/>
                    <a:pt x="34" y="58"/>
                  </a:cubicBezTo>
                  <a:cubicBezTo>
                    <a:pt x="33" y="57"/>
                    <a:pt x="31" y="58"/>
                    <a:pt x="30" y="58"/>
                  </a:cubicBezTo>
                  <a:cubicBezTo>
                    <a:pt x="29" y="58"/>
                    <a:pt x="28" y="58"/>
                    <a:pt x="27" y="58"/>
                  </a:cubicBezTo>
                  <a:cubicBezTo>
                    <a:pt x="26" y="59"/>
                    <a:pt x="26" y="62"/>
                    <a:pt x="26" y="63"/>
                  </a:cubicBezTo>
                  <a:cubicBezTo>
                    <a:pt x="26" y="65"/>
                    <a:pt x="28" y="68"/>
                    <a:pt x="29" y="69"/>
                  </a:cubicBezTo>
                  <a:cubicBezTo>
                    <a:pt x="29" y="70"/>
                    <a:pt x="32" y="71"/>
                    <a:pt x="32" y="72"/>
                  </a:cubicBezTo>
                  <a:cubicBezTo>
                    <a:pt x="33" y="74"/>
                    <a:pt x="33" y="79"/>
                    <a:pt x="33" y="81"/>
                  </a:cubicBezTo>
                  <a:cubicBezTo>
                    <a:pt x="32" y="82"/>
                    <a:pt x="30" y="84"/>
                    <a:pt x="29" y="84"/>
                  </a:cubicBezTo>
                  <a:cubicBezTo>
                    <a:pt x="28" y="85"/>
                    <a:pt x="24" y="84"/>
                    <a:pt x="23" y="84"/>
                  </a:cubicBezTo>
                  <a:cubicBezTo>
                    <a:pt x="22" y="83"/>
                    <a:pt x="20" y="81"/>
                    <a:pt x="20" y="80"/>
                  </a:cubicBezTo>
                  <a:cubicBezTo>
                    <a:pt x="19" y="79"/>
                    <a:pt x="19" y="77"/>
                    <a:pt x="18" y="76"/>
                  </a:cubicBezTo>
                  <a:cubicBezTo>
                    <a:pt x="18" y="76"/>
                    <a:pt x="16" y="76"/>
                    <a:pt x="15" y="76"/>
                  </a:cubicBezTo>
                  <a:cubicBezTo>
                    <a:pt x="14" y="76"/>
                    <a:pt x="14" y="76"/>
                    <a:pt x="13" y="76"/>
                  </a:cubicBezTo>
                  <a:cubicBezTo>
                    <a:pt x="13" y="75"/>
                    <a:pt x="12" y="74"/>
                    <a:pt x="12" y="73"/>
                  </a:cubicBezTo>
                  <a:cubicBezTo>
                    <a:pt x="12" y="72"/>
                    <a:pt x="12" y="69"/>
                    <a:pt x="13" y="68"/>
                  </a:cubicBezTo>
                  <a:cubicBezTo>
                    <a:pt x="13" y="67"/>
                    <a:pt x="14" y="66"/>
                    <a:pt x="14" y="65"/>
                  </a:cubicBezTo>
                  <a:cubicBezTo>
                    <a:pt x="15" y="64"/>
                    <a:pt x="16" y="63"/>
                    <a:pt x="16" y="62"/>
                  </a:cubicBezTo>
                  <a:cubicBezTo>
                    <a:pt x="17" y="60"/>
                    <a:pt x="17" y="57"/>
                    <a:pt x="17" y="56"/>
                  </a:cubicBezTo>
                  <a:cubicBezTo>
                    <a:pt x="17" y="54"/>
                    <a:pt x="17" y="51"/>
                    <a:pt x="17" y="50"/>
                  </a:cubicBezTo>
                  <a:cubicBezTo>
                    <a:pt x="16" y="49"/>
                    <a:pt x="15" y="47"/>
                    <a:pt x="14" y="47"/>
                  </a:cubicBezTo>
                  <a:cubicBezTo>
                    <a:pt x="14" y="46"/>
                    <a:pt x="12" y="44"/>
                    <a:pt x="11" y="43"/>
                  </a:cubicBezTo>
                  <a:cubicBezTo>
                    <a:pt x="10" y="43"/>
                    <a:pt x="7" y="42"/>
                    <a:pt x="6" y="41"/>
                  </a:cubicBezTo>
                  <a:cubicBezTo>
                    <a:pt x="5" y="41"/>
                    <a:pt x="4" y="40"/>
                    <a:pt x="3" y="40"/>
                  </a:cubicBezTo>
                  <a:cubicBezTo>
                    <a:pt x="2" y="38"/>
                    <a:pt x="2" y="34"/>
                    <a:pt x="2" y="32"/>
                  </a:cubicBezTo>
                  <a:cubicBezTo>
                    <a:pt x="1" y="30"/>
                    <a:pt x="0" y="26"/>
                    <a:pt x="0" y="23"/>
                  </a:cubicBezTo>
                  <a:cubicBezTo>
                    <a:pt x="1" y="21"/>
                    <a:pt x="2" y="17"/>
                    <a:pt x="4" y="15"/>
                  </a:cubicBezTo>
                  <a:cubicBezTo>
                    <a:pt x="4" y="14"/>
                    <a:pt x="6" y="14"/>
                    <a:pt x="7" y="13"/>
                  </a:cubicBezTo>
                  <a:cubicBezTo>
                    <a:pt x="8" y="12"/>
                    <a:pt x="9" y="11"/>
                    <a:pt x="9" y="10"/>
                  </a:cubicBezTo>
                  <a:cubicBezTo>
                    <a:pt x="10" y="9"/>
                    <a:pt x="10" y="8"/>
                    <a:pt x="11"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7"/>
            <p:cNvSpPr>
              <a:spLocks/>
            </p:cNvSpPr>
            <p:nvPr/>
          </p:nvSpPr>
          <p:spPr bwMode="auto">
            <a:xfrm>
              <a:off x="4430713" y="4256088"/>
              <a:ext cx="106362" cy="315913"/>
            </a:xfrm>
            <a:custGeom>
              <a:avLst/>
              <a:gdLst/>
              <a:ahLst/>
              <a:cxnLst>
                <a:cxn ang="0">
                  <a:pos x="9" y="181"/>
                </a:cxn>
                <a:cxn ang="0">
                  <a:pos x="10" y="175"/>
                </a:cxn>
                <a:cxn ang="0">
                  <a:pos x="13" y="167"/>
                </a:cxn>
                <a:cxn ang="0">
                  <a:pos x="16" y="159"/>
                </a:cxn>
                <a:cxn ang="0">
                  <a:pos x="17" y="149"/>
                </a:cxn>
                <a:cxn ang="0">
                  <a:pos x="22" y="136"/>
                </a:cxn>
                <a:cxn ang="0">
                  <a:pos x="24" y="128"/>
                </a:cxn>
                <a:cxn ang="0">
                  <a:pos x="25" y="121"/>
                </a:cxn>
                <a:cxn ang="0">
                  <a:pos x="30" y="109"/>
                </a:cxn>
                <a:cxn ang="0">
                  <a:pos x="31" y="97"/>
                </a:cxn>
                <a:cxn ang="0">
                  <a:pos x="33" y="91"/>
                </a:cxn>
                <a:cxn ang="0">
                  <a:pos x="38" y="86"/>
                </a:cxn>
                <a:cxn ang="0">
                  <a:pos x="40" y="79"/>
                </a:cxn>
                <a:cxn ang="0">
                  <a:pos x="43" y="71"/>
                </a:cxn>
                <a:cxn ang="0">
                  <a:pos x="43" y="61"/>
                </a:cxn>
                <a:cxn ang="0">
                  <a:pos x="44" y="55"/>
                </a:cxn>
                <a:cxn ang="0">
                  <a:pos x="48" y="49"/>
                </a:cxn>
                <a:cxn ang="0">
                  <a:pos x="49" y="44"/>
                </a:cxn>
                <a:cxn ang="0">
                  <a:pos x="52" y="40"/>
                </a:cxn>
                <a:cxn ang="0">
                  <a:pos x="55" y="35"/>
                </a:cxn>
                <a:cxn ang="0">
                  <a:pos x="57" y="24"/>
                </a:cxn>
                <a:cxn ang="0">
                  <a:pos x="58" y="18"/>
                </a:cxn>
                <a:cxn ang="0">
                  <a:pos x="60" y="11"/>
                </a:cxn>
                <a:cxn ang="0">
                  <a:pos x="62" y="5"/>
                </a:cxn>
                <a:cxn ang="0">
                  <a:pos x="60" y="0"/>
                </a:cxn>
                <a:cxn ang="0">
                  <a:pos x="54" y="1"/>
                </a:cxn>
                <a:cxn ang="0">
                  <a:pos x="50" y="7"/>
                </a:cxn>
                <a:cxn ang="0">
                  <a:pos x="48" y="12"/>
                </a:cxn>
                <a:cxn ang="0">
                  <a:pos x="48" y="17"/>
                </a:cxn>
                <a:cxn ang="0">
                  <a:pos x="45" y="27"/>
                </a:cxn>
                <a:cxn ang="0">
                  <a:pos x="41" y="35"/>
                </a:cxn>
                <a:cxn ang="0">
                  <a:pos x="41" y="44"/>
                </a:cxn>
                <a:cxn ang="0">
                  <a:pos x="35" y="56"/>
                </a:cxn>
                <a:cxn ang="0">
                  <a:pos x="32" y="63"/>
                </a:cxn>
                <a:cxn ang="0">
                  <a:pos x="30" y="69"/>
                </a:cxn>
                <a:cxn ang="0">
                  <a:pos x="27" y="73"/>
                </a:cxn>
                <a:cxn ang="0">
                  <a:pos x="22" y="76"/>
                </a:cxn>
                <a:cxn ang="0">
                  <a:pos x="18" y="80"/>
                </a:cxn>
                <a:cxn ang="0">
                  <a:pos x="17" y="85"/>
                </a:cxn>
                <a:cxn ang="0">
                  <a:pos x="15" y="88"/>
                </a:cxn>
                <a:cxn ang="0">
                  <a:pos x="15" y="95"/>
                </a:cxn>
                <a:cxn ang="0">
                  <a:pos x="11" y="101"/>
                </a:cxn>
                <a:cxn ang="0">
                  <a:pos x="8" y="110"/>
                </a:cxn>
                <a:cxn ang="0">
                  <a:pos x="4" y="127"/>
                </a:cxn>
                <a:cxn ang="0">
                  <a:pos x="2" y="144"/>
                </a:cxn>
                <a:cxn ang="0">
                  <a:pos x="0" y="160"/>
                </a:cxn>
                <a:cxn ang="0">
                  <a:pos x="0" y="171"/>
                </a:cxn>
                <a:cxn ang="0">
                  <a:pos x="0" y="178"/>
                </a:cxn>
                <a:cxn ang="0">
                  <a:pos x="3" y="184"/>
                </a:cxn>
                <a:cxn ang="0">
                  <a:pos x="8" y="184"/>
                </a:cxn>
                <a:cxn ang="0">
                  <a:pos x="9" y="181"/>
                </a:cxn>
              </a:cxnLst>
              <a:rect l="0" t="0" r="r" b="b"/>
              <a:pathLst>
                <a:path w="62" h="185">
                  <a:moveTo>
                    <a:pt x="9" y="181"/>
                  </a:moveTo>
                  <a:cubicBezTo>
                    <a:pt x="10" y="179"/>
                    <a:pt x="10" y="176"/>
                    <a:pt x="10" y="175"/>
                  </a:cubicBezTo>
                  <a:cubicBezTo>
                    <a:pt x="11" y="173"/>
                    <a:pt x="12" y="169"/>
                    <a:pt x="13" y="167"/>
                  </a:cubicBezTo>
                  <a:cubicBezTo>
                    <a:pt x="14" y="165"/>
                    <a:pt x="16" y="161"/>
                    <a:pt x="16" y="159"/>
                  </a:cubicBezTo>
                  <a:cubicBezTo>
                    <a:pt x="17" y="157"/>
                    <a:pt x="17" y="152"/>
                    <a:pt x="17" y="149"/>
                  </a:cubicBezTo>
                  <a:cubicBezTo>
                    <a:pt x="18" y="146"/>
                    <a:pt x="21" y="139"/>
                    <a:pt x="22" y="136"/>
                  </a:cubicBezTo>
                  <a:cubicBezTo>
                    <a:pt x="22" y="134"/>
                    <a:pt x="24" y="130"/>
                    <a:pt x="24" y="128"/>
                  </a:cubicBezTo>
                  <a:cubicBezTo>
                    <a:pt x="25" y="126"/>
                    <a:pt x="25" y="122"/>
                    <a:pt x="25" y="121"/>
                  </a:cubicBezTo>
                  <a:cubicBezTo>
                    <a:pt x="26" y="118"/>
                    <a:pt x="29" y="112"/>
                    <a:pt x="30" y="109"/>
                  </a:cubicBezTo>
                  <a:cubicBezTo>
                    <a:pt x="31" y="106"/>
                    <a:pt x="30" y="100"/>
                    <a:pt x="31" y="97"/>
                  </a:cubicBezTo>
                  <a:cubicBezTo>
                    <a:pt x="31" y="96"/>
                    <a:pt x="32" y="92"/>
                    <a:pt x="33" y="91"/>
                  </a:cubicBezTo>
                  <a:cubicBezTo>
                    <a:pt x="34" y="90"/>
                    <a:pt x="37" y="88"/>
                    <a:pt x="38" y="86"/>
                  </a:cubicBezTo>
                  <a:cubicBezTo>
                    <a:pt x="39" y="84"/>
                    <a:pt x="40" y="81"/>
                    <a:pt x="40" y="79"/>
                  </a:cubicBezTo>
                  <a:cubicBezTo>
                    <a:pt x="41" y="77"/>
                    <a:pt x="42" y="73"/>
                    <a:pt x="43" y="71"/>
                  </a:cubicBezTo>
                  <a:cubicBezTo>
                    <a:pt x="43" y="68"/>
                    <a:pt x="43" y="63"/>
                    <a:pt x="43" y="61"/>
                  </a:cubicBezTo>
                  <a:cubicBezTo>
                    <a:pt x="43" y="59"/>
                    <a:pt x="44" y="56"/>
                    <a:pt x="44" y="55"/>
                  </a:cubicBezTo>
                  <a:cubicBezTo>
                    <a:pt x="45" y="53"/>
                    <a:pt x="47" y="51"/>
                    <a:pt x="48" y="49"/>
                  </a:cubicBezTo>
                  <a:cubicBezTo>
                    <a:pt x="49" y="48"/>
                    <a:pt x="49" y="45"/>
                    <a:pt x="49" y="44"/>
                  </a:cubicBezTo>
                  <a:cubicBezTo>
                    <a:pt x="50" y="42"/>
                    <a:pt x="52" y="41"/>
                    <a:pt x="52" y="40"/>
                  </a:cubicBezTo>
                  <a:cubicBezTo>
                    <a:pt x="53" y="38"/>
                    <a:pt x="55" y="36"/>
                    <a:pt x="55" y="35"/>
                  </a:cubicBezTo>
                  <a:cubicBezTo>
                    <a:pt x="56" y="32"/>
                    <a:pt x="57" y="27"/>
                    <a:pt x="57" y="24"/>
                  </a:cubicBezTo>
                  <a:cubicBezTo>
                    <a:pt x="57" y="23"/>
                    <a:pt x="58" y="20"/>
                    <a:pt x="58" y="18"/>
                  </a:cubicBezTo>
                  <a:cubicBezTo>
                    <a:pt x="59" y="16"/>
                    <a:pt x="60" y="13"/>
                    <a:pt x="60" y="11"/>
                  </a:cubicBezTo>
                  <a:cubicBezTo>
                    <a:pt x="61" y="9"/>
                    <a:pt x="62" y="6"/>
                    <a:pt x="62" y="5"/>
                  </a:cubicBezTo>
                  <a:cubicBezTo>
                    <a:pt x="62" y="3"/>
                    <a:pt x="61" y="1"/>
                    <a:pt x="60" y="0"/>
                  </a:cubicBezTo>
                  <a:cubicBezTo>
                    <a:pt x="58" y="0"/>
                    <a:pt x="55" y="0"/>
                    <a:pt x="54" y="1"/>
                  </a:cubicBezTo>
                  <a:cubicBezTo>
                    <a:pt x="52" y="2"/>
                    <a:pt x="51" y="6"/>
                    <a:pt x="50" y="7"/>
                  </a:cubicBezTo>
                  <a:cubicBezTo>
                    <a:pt x="50" y="9"/>
                    <a:pt x="48" y="11"/>
                    <a:pt x="48" y="12"/>
                  </a:cubicBezTo>
                  <a:cubicBezTo>
                    <a:pt x="48" y="13"/>
                    <a:pt x="48" y="16"/>
                    <a:pt x="48" y="17"/>
                  </a:cubicBezTo>
                  <a:cubicBezTo>
                    <a:pt x="48" y="20"/>
                    <a:pt x="46" y="25"/>
                    <a:pt x="45" y="27"/>
                  </a:cubicBezTo>
                  <a:cubicBezTo>
                    <a:pt x="45" y="29"/>
                    <a:pt x="42" y="33"/>
                    <a:pt x="41" y="35"/>
                  </a:cubicBezTo>
                  <a:cubicBezTo>
                    <a:pt x="41" y="38"/>
                    <a:pt x="41" y="42"/>
                    <a:pt x="41" y="44"/>
                  </a:cubicBezTo>
                  <a:cubicBezTo>
                    <a:pt x="40" y="47"/>
                    <a:pt x="36" y="53"/>
                    <a:pt x="35" y="56"/>
                  </a:cubicBezTo>
                  <a:cubicBezTo>
                    <a:pt x="34" y="57"/>
                    <a:pt x="33" y="61"/>
                    <a:pt x="32" y="63"/>
                  </a:cubicBezTo>
                  <a:cubicBezTo>
                    <a:pt x="32" y="64"/>
                    <a:pt x="31" y="67"/>
                    <a:pt x="30" y="69"/>
                  </a:cubicBezTo>
                  <a:cubicBezTo>
                    <a:pt x="29" y="70"/>
                    <a:pt x="27" y="72"/>
                    <a:pt x="27" y="73"/>
                  </a:cubicBezTo>
                  <a:cubicBezTo>
                    <a:pt x="26" y="74"/>
                    <a:pt x="23" y="75"/>
                    <a:pt x="22" y="76"/>
                  </a:cubicBezTo>
                  <a:cubicBezTo>
                    <a:pt x="21" y="77"/>
                    <a:pt x="19" y="79"/>
                    <a:pt x="18" y="80"/>
                  </a:cubicBezTo>
                  <a:cubicBezTo>
                    <a:pt x="18" y="81"/>
                    <a:pt x="18" y="84"/>
                    <a:pt x="17" y="85"/>
                  </a:cubicBezTo>
                  <a:cubicBezTo>
                    <a:pt x="17" y="86"/>
                    <a:pt x="15" y="87"/>
                    <a:pt x="15" y="88"/>
                  </a:cubicBezTo>
                  <a:cubicBezTo>
                    <a:pt x="14" y="90"/>
                    <a:pt x="15" y="93"/>
                    <a:pt x="15" y="95"/>
                  </a:cubicBezTo>
                  <a:cubicBezTo>
                    <a:pt x="14" y="96"/>
                    <a:pt x="12" y="100"/>
                    <a:pt x="11" y="101"/>
                  </a:cubicBezTo>
                  <a:cubicBezTo>
                    <a:pt x="10" y="104"/>
                    <a:pt x="8" y="108"/>
                    <a:pt x="8" y="110"/>
                  </a:cubicBezTo>
                  <a:cubicBezTo>
                    <a:pt x="6" y="115"/>
                    <a:pt x="4" y="123"/>
                    <a:pt x="4" y="127"/>
                  </a:cubicBezTo>
                  <a:cubicBezTo>
                    <a:pt x="3" y="131"/>
                    <a:pt x="2" y="140"/>
                    <a:pt x="2" y="144"/>
                  </a:cubicBezTo>
                  <a:cubicBezTo>
                    <a:pt x="1" y="148"/>
                    <a:pt x="1" y="156"/>
                    <a:pt x="0" y="160"/>
                  </a:cubicBezTo>
                  <a:cubicBezTo>
                    <a:pt x="0" y="162"/>
                    <a:pt x="0" y="168"/>
                    <a:pt x="0" y="171"/>
                  </a:cubicBezTo>
                  <a:cubicBezTo>
                    <a:pt x="0" y="173"/>
                    <a:pt x="0" y="176"/>
                    <a:pt x="0" y="178"/>
                  </a:cubicBezTo>
                  <a:cubicBezTo>
                    <a:pt x="1" y="180"/>
                    <a:pt x="2" y="183"/>
                    <a:pt x="3" y="184"/>
                  </a:cubicBezTo>
                  <a:cubicBezTo>
                    <a:pt x="4" y="185"/>
                    <a:pt x="7" y="185"/>
                    <a:pt x="8" y="184"/>
                  </a:cubicBezTo>
                  <a:cubicBezTo>
                    <a:pt x="8" y="183"/>
                    <a:pt x="9" y="181"/>
                    <a:pt x="9" y="18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8"/>
            <p:cNvSpPr>
              <a:spLocks/>
            </p:cNvSpPr>
            <p:nvPr/>
          </p:nvSpPr>
          <p:spPr bwMode="auto">
            <a:xfrm>
              <a:off x="4268788" y="4033838"/>
              <a:ext cx="214312" cy="508000"/>
            </a:xfrm>
            <a:custGeom>
              <a:avLst/>
              <a:gdLst/>
              <a:ahLst/>
              <a:cxnLst>
                <a:cxn ang="0">
                  <a:pos x="12" y="139"/>
                </a:cxn>
                <a:cxn ang="0">
                  <a:pos x="17" y="125"/>
                </a:cxn>
                <a:cxn ang="0">
                  <a:pos x="22" y="111"/>
                </a:cxn>
                <a:cxn ang="0">
                  <a:pos x="27" y="98"/>
                </a:cxn>
                <a:cxn ang="0">
                  <a:pos x="20" y="79"/>
                </a:cxn>
                <a:cxn ang="0">
                  <a:pos x="10" y="68"/>
                </a:cxn>
                <a:cxn ang="0">
                  <a:pos x="22" y="56"/>
                </a:cxn>
                <a:cxn ang="0">
                  <a:pos x="28" y="46"/>
                </a:cxn>
                <a:cxn ang="0">
                  <a:pos x="45" y="51"/>
                </a:cxn>
                <a:cxn ang="0">
                  <a:pos x="60" y="45"/>
                </a:cxn>
                <a:cxn ang="0">
                  <a:pos x="61" y="26"/>
                </a:cxn>
                <a:cxn ang="0">
                  <a:pos x="59" y="12"/>
                </a:cxn>
                <a:cxn ang="0">
                  <a:pos x="72" y="11"/>
                </a:cxn>
                <a:cxn ang="0">
                  <a:pos x="80" y="1"/>
                </a:cxn>
                <a:cxn ang="0">
                  <a:pos x="93" y="3"/>
                </a:cxn>
                <a:cxn ang="0">
                  <a:pos x="110" y="16"/>
                </a:cxn>
                <a:cxn ang="0">
                  <a:pos x="117" y="29"/>
                </a:cxn>
                <a:cxn ang="0">
                  <a:pos x="125" y="39"/>
                </a:cxn>
                <a:cxn ang="0">
                  <a:pos x="115" y="38"/>
                </a:cxn>
                <a:cxn ang="0">
                  <a:pos x="102" y="26"/>
                </a:cxn>
                <a:cxn ang="0">
                  <a:pos x="108" y="39"/>
                </a:cxn>
                <a:cxn ang="0">
                  <a:pos x="103" y="48"/>
                </a:cxn>
                <a:cxn ang="0">
                  <a:pos x="99" y="49"/>
                </a:cxn>
                <a:cxn ang="0">
                  <a:pos x="111" y="59"/>
                </a:cxn>
                <a:cxn ang="0">
                  <a:pos x="119" y="76"/>
                </a:cxn>
                <a:cxn ang="0">
                  <a:pos x="110" y="88"/>
                </a:cxn>
                <a:cxn ang="0">
                  <a:pos x="110" y="96"/>
                </a:cxn>
                <a:cxn ang="0">
                  <a:pos x="117" y="116"/>
                </a:cxn>
                <a:cxn ang="0">
                  <a:pos x="108" y="126"/>
                </a:cxn>
                <a:cxn ang="0">
                  <a:pos x="101" y="151"/>
                </a:cxn>
                <a:cxn ang="0">
                  <a:pos x="107" y="169"/>
                </a:cxn>
                <a:cxn ang="0">
                  <a:pos x="99" y="185"/>
                </a:cxn>
                <a:cxn ang="0">
                  <a:pos x="98" y="206"/>
                </a:cxn>
                <a:cxn ang="0">
                  <a:pos x="92" y="233"/>
                </a:cxn>
                <a:cxn ang="0">
                  <a:pos x="78" y="253"/>
                </a:cxn>
                <a:cxn ang="0">
                  <a:pos x="68" y="281"/>
                </a:cxn>
                <a:cxn ang="0">
                  <a:pos x="63" y="295"/>
                </a:cxn>
                <a:cxn ang="0">
                  <a:pos x="45" y="295"/>
                </a:cxn>
                <a:cxn ang="0">
                  <a:pos x="35" y="282"/>
                </a:cxn>
                <a:cxn ang="0">
                  <a:pos x="21" y="271"/>
                </a:cxn>
                <a:cxn ang="0">
                  <a:pos x="1" y="269"/>
                </a:cxn>
                <a:cxn ang="0">
                  <a:pos x="2" y="257"/>
                </a:cxn>
                <a:cxn ang="0">
                  <a:pos x="7" y="238"/>
                </a:cxn>
                <a:cxn ang="0">
                  <a:pos x="3" y="225"/>
                </a:cxn>
                <a:cxn ang="0">
                  <a:pos x="17" y="215"/>
                </a:cxn>
                <a:cxn ang="0">
                  <a:pos x="15" y="201"/>
                </a:cxn>
                <a:cxn ang="0">
                  <a:pos x="37" y="199"/>
                </a:cxn>
                <a:cxn ang="0">
                  <a:pos x="39" y="180"/>
                </a:cxn>
                <a:cxn ang="0">
                  <a:pos x="18" y="156"/>
                </a:cxn>
              </a:cxnLst>
              <a:rect l="0" t="0" r="r" b="b"/>
              <a:pathLst>
                <a:path w="125" h="297">
                  <a:moveTo>
                    <a:pt x="17" y="150"/>
                  </a:moveTo>
                  <a:cubicBezTo>
                    <a:pt x="17" y="148"/>
                    <a:pt x="17" y="146"/>
                    <a:pt x="16" y="145"/>
                  </a:cubicBezTo>
                  <a:cubicBezTo>
                    <a:pt x="16" y="144"/>
                    <a:pt x="13" y="143"/>
                    <a:pt x="13" y="142"/>
                  </a:cubicBezTo>
                  <a:cubicBezTo>
                    <a:pt x="12" y="141"/>
                    <a:pt x="12" y="139"/>
                    <a:pt x="12" y="139"/>
                  </a:cubicBezTo>
                  <a:cubicBezTo>
                    <a:pt x="12" y="138"/>
                    <a:pt x="12" y="136"/>
                    <a:pt x="13" y="135"/>
                  </a:cubicBezTo>
                  <a:cubicBezTo>
                    <a:pt x="13" y="134"/>
                    <a:pt x="14" y="133"/>
                    <a:pt x="15" y="133"/>
                  </a:cubicBezTo>
                  <a:cubicBezTo>
                    <a:pt x="15" y="132"/>
                    <a:pt x="16" y="130"/>
                    <a:pt x="16" y="129"/>
                  </a:cubicBezTo>
                  <a:cubicBezTo>
                    <a:pt x="16" y="128"/>
                    <a:pt x="17" y="126"/>
                    <a:pt x="17" y="125"/>
                  </a:cubicBezTo>
                  <a:cubicBezTo>
                    <a:pt x="16" y="123"/>
                    <a:pt x="15" y="120"/>
                    <a:pt x="15" y="119"/>
                  </a:cubicBezTo>
                  <a:cubicBezTo>
                    <a:pt x="16" y="117"/>
                    <a:pt x="17" y="113"/>
                    <a:pt x="17" y="112"/>
                  </a:cubicBezTo>
                  <a:cubicBezTo>
                    <a:pt x="18" y="111"/>
                    <a:pt x="18" y="109"/>
                    <a:pt x="19" y="109"/>
                  </a:cubicBezTo>
                  <a:cubicBezTo>
                    <a:pt x="19" y="109"/>
                    <a:pt x="21" y="111"/>
                    <a:pt x="22" y="111"/>
                  </a:cubicBezTo>
                  <a:cubicBezTo>
                    <a:pt x="23" y="111"/>
                    <a:pt x="25" y="111"/>
                    <a:pt x="26" y="110"/>
                  </a:cubicBezTo>
                  <a:cubicBezTo>
                    <a:pt x="26" y="109"/>
                    <a:pt x="26" y="107"/>
                    <a:pt x="26" y="105"/>
                  </a:cubicBezTo>
                  <a:cubicBezTo>
                    <a:pt x="26" y="104"/>
                    <a:pt x="27" y="102"/>
                    <a:pt x="27" y="101"/>
                  </a:cubicBezTo>
                  <a:cubicBezTo>
                    <a:pt x="27" y="100"/>
                    <a:pt x="27" y="98"/>
                    <a:pt x="27" y="98"/>
                  </a:cubicBezTo>
                  <a:cubicBezTo>
                    <a:pt x="27" y="96"/>
                    <a:pt x="29" y="95"/>
                    <a:pt x="29" y="93"/>
                  </a:cubicBezTo>
                  <a:cubicBezTo>
                    <a:pt x="29" y="92"/>
                    <a:pt x="28" y="90"/>
                    <a:pt x="27" y="88"/>
                  </a:cubicBezTo>
                  <a:cubicBezTo>
                    <a:pt x="27" y="87"/>
                    <a:pt x="26" y="84"/>
                    <a:pt x="25" y="82"/>
                  </a:cubicBezTo>
                  <a:cubicBezTo>
                    <a:pt x="24" y="81"/>
                    <a:pt x="21" y="80"/>
                    <a:pt x="20" y="79"/>
                  </a:cubicBezTo>
                  <a:cubicBezTo>
                    <a:pt x="18" y="78"/>
                    <a:pt x="15" y="77"/>
                    <a:pt x="14" y="76"/>
                  </a:cubicBezTo>
                  <a:cubicBezTo>
                    <a:pt x="13" y="76"/>
                    <a:pt x="11" y="74"/>
                    <a:pt x="10" y="73"/>
                  </a:cubicBezTo>
                  <a:cubicBezTo>
                    <a:pt x="10" y="72"/>
                    <a:pt x="10" y="71"/>
                    <a:pt x="10" y="70"/>
                  </a:cubicBezTo>
                  <a:cubicBezTo>
                    <a:pt x="10" y="69"/>
                    <a:pt x="10" y="68"/>
                    <a:pt x="10" y="68"/>
                  </a:cubicBezTo>
                  <a:cubicBezTo>
                    <a:pt x="10" y="66"/>
                    <a:pt x="9" y="64"/>
                    <a:pt x="10" y="63"/>
                  </a:cubicBezTo>
                  <a:cubicBezTo>
                    <a:pt x="10" y="62"/>
                    <a:pt x="13" y="61"/>
                    <a:pt x="14" y="61"/>
                  </a:cubicBezTo>
                  <a:cubicBezTo>
                    <a:pt x="16" y="60"/>
                    <a:pt x="18" y="59"/>
                    <a:pt x="19" y="59"/>
                  </a:cubicBezTo>
                  <a:cubicBezTo>
                    <a:pt x="20" y="58"/>
                    <a:pt x="21" y="57"/>
                    <a:pt x="22" y="56"/>
                  </a:cubicBezTo>
                  <a:cubicBezTo>
                    <a:pt x="22" y="56"/>
                    <a:pt x="23" y="55"/>
                    <a:pt x="24" y="55"/>
                  </a:cubicBezTo>
                  <a:cubicBezTo>
                    <a:pt x="24" y="53"/>
                    <a:pt x="23" y="51"/>
                    <a:pt x="23" y="50"/>
                  </a:cubicBezTo>
                  <a:cubicBezTo>
                    <a:pt x="23" y="49"/>
                    <a:pt x="23" y="48"/>
                    <a:pt x="23" y="47"/>
                  </a:cubicBezTo>
                  <a:cubicBezTo>
                    <a:pt x="24" y="46"/>
                    <a:pt x="27" y="46"/>
                    <a:pt x="28" y="46"/>
                  </a:cubicBezTo>
                  <a:cubicBezTo>
                    <a:pt x="29" y="46"/>
                    <a:pt x="32" y="46"/>
                    <a:pt x="33" y="47"/>
                  </a:cubicBezTo>
                  <a:cubicBezTo>
                    <a:pt x="34" y="47"/>
                    <a:pt x="36" y="48"/>
                    <a:pt x="37" y="48"/>
                  </a:cubicBezTo>
                  <a:cubicBezTo>
                    <a:pt x="38" y="48"/>
                    <a:pt x="40" y="48"/>
                    <a:pt x="41" y="49"/>
                  </a:cubicBezTo>
                  <a:cubicBezTo>
                    <a:pt x="42" y="49"/>
                    <a:pt x="44" y="50"/>
                    <a:pt x="45" y="51"/>
                  </a:cubicBezTo>
                  <a:cubicBezTo>
                    <a:pt x="46" y="51"/>
                    <a:pt x="48" y="51"/>
                    <a:pt x="50" y="51"/>
                  </a:cubicBezTo>
                  <a:cubicBezTo>
                    <a:pt x="50" y="51"/>
                    <a:pt x="52" y="51"/>
                    <a:pt x="53" y="51"/>
                  </a:cubicBezTo>
                  <a:cubicBezTo>
                    <a:pt x="54" y="51"/>
                    <a:pt x="56" y="50"/>
                    <a:pt x="57" y="49"/>
                  </a:cubicBezTo>
                  <a:cubicBezTo>
                    <a:pt x="58" y="48"/>
                    <a:pt x="59" y="46"/>
                    <a:pt x="60" y="45"/>
                  </a:cubicBezTo>
                  <a:cubicBezTo>
                    <a:pt x="61" y="44"/>
                    <a:pt x="61" y="41"/>
                    <a:pt x="62" y="40"/>
                  </a:cubicBezTo>
                  <a:cubicBezTo>
                    <a:pt x="62" y="39"/>
                    <a:pt x="62" y="37"/>
                    <a:pt x="62" y="36"/>
                  </a:cubicBezTo>
                  <a:cubicBezTo>
                    <a:pt x="62" y="34"/>
                    <a:pt x="59" y="32"/>
                    <a:pt x="59" y="30"/>
                  </a:cubicBezTo>
                  <a:cubicBezTo>
                    <a:pt x="59" y="29"/>
                    <a:pt x="60" y="27"/>
                    <a:pt x="61" y="26"/>
                  </a:cubicBezTo>
                  <a:cubicBezTo>
                    <a:pt x="61" y="25"/>
                    <a:pt x="61" y="22"/>
                    <a:pt x="61" y="21"/>
                  </a:cubicBezTo>
                  <a:cubicBezTo>
                    <a:pt x="60" y="20"/>
                    <a:pt x="60" y="19"/>
                    <a:pt x="60" y="18"/>
                  </a:cubicBezTo>
                  <a:cubicBezTo>
                    <a:pt x="59" y="17"/>
                    <a:pt x="58" y="15"/>
                    <a:pt x="58" y="14"/>
                  </a:cubicBezTo>
                  <a:cubicBezTo>
                    <a:pt x="58" y="14"/>
                    <a:pt x="59" y="13"/>
                    <a:pt x="59" y="12"/>
                  </a:cubicBezTo>
                  <a:cubicBezTo>
                    <a:pt x="60" y="11"/>
                    <a:pt x="62" y="10"/>
                    <a:pt x="63" y="10"/>
                  </a:cubicBezTo>
                  <a:cubicBezTo>
                    <a:pt x="64" y="10"/>
                    <a:pt x="65" y="10"/>
                    <a:pt x="65" y="10"/>
                  </a:cubicBezTo>
                  <a:cubicBezTo>
                    <a:pt x="66" y="10"/>
                    <a:pt x="67" y="11"/>
                    <a:pt x="68" y="11"/>
                  </a:cubicBezTo>
                  <a:cubicBezTo>
                    <a:pt x="69" y="11"/>
                    <a:pt x="71" y="12"/>
                    <a:pt x="72" y="11"/>
                  </a:cubicBezTo>
                  <a:cubicBezTo>
                    <a:pt x="73" y="11"/>
                    <a:pt x="72" y="8"/>
                    <a:pt x="73" y="7"/>
                  </a:cubicBezTo>
                  <a:cubicBezTo>
                    <a:pt x="73" y="7"/>
                    <a:pt x="75" y="6"/>
                    <a:pt x="76" y="5"/>
                  </a:cubicBezTo>
                  <a:cubicBezTo>
                    <a:pt x="76" y="4"/>
                    <a:pt x="76" y="2"/>
                    <a:pt x="77" y="2"/>
                  </a:cubicBezTo>
                  <a:cubicBezTo>
                    <a:pt x="78" y="1"/>
                    <a:pt x="79" y="1"/>
                    <a:pt x="80" y="1"/>
                  </a:cubicBezTo>
                  <a:cubicBezTo>
                    <a:pt x="81" y="0"/>
                    <a:pt x="82" y="1"/>
                    <a:pt x="83" y="1"/>
                  </a:cubicBezTo>
                  <a:cubicBezTo>
                    <a:pt x="84" y="1"/>
                    <a:pt x="85" y="3"/>
                    <a:pt x="85" y="3"/>
                  </a:cubicBezTo>
                  <a:cubicBezTo>
                    <a:pt x="86" y="3"/>
                    <a:pt x="87" y="2"/>
                    <a:pt x="88" y="2"/>
                  </a:cubicBezTo>
                  <a:cubicBezTo>
                    <a:pt x="89" y="2"/>
                    <a:pt x="92" y="3"/>
                    <a:pt x="93" y="3"/>
                  </a:cubicBezTo>
                  <a:cubicBezTo>
                    <a:pt x="95" y="3"/>
                    <a:pt x="99" y="4"/>
                    <a:pt x="101" y="4"/>
                  </a:cubicBezTo>
                  <a:cubicBezTo>
                    <a:pt x="103" y="5"/>
                    <a:pt x="107" y="6"/>
                    <a:pt x="108" y="8"/>
                  </a:cubicBezTo>
                  <a:cubicBezTo>
                    <a:pt x="109" y="9"/>
                    <a:pt x="109" y="11"/>
                    <a:pt x="110" y="13"/>
                  </a:cubicBezTo>
                  <a:cubicBezTo>
                    <a:pt x="110" y="13"/>
                    <a:pt x="110" y="16"/>
                    <a:pt x="110" y="16"/>
                  </a:cubicBezTo>
                  <a:cubicBezTo>
                    <a:pt x="111" y="17"/>
                    <a:pt x="112" y="18"/>
                    <a:pt x="113" y="19"/>
                  </a:cubicBezTo>
                  <a:cubicBezTo>
                    <a:pt x="113" y="20"/>
                    <a:pt x="113" y="21"/>
                    <a:pt x="113" y="22"/>
                  </a:cubicBezTo>
                  <a:cubicBezTo>
                    <a:pt x="113" y="23"/>
                    <a:pt x="114" y="24"/>
                    <a:pt x="115" y="25"/>
                  </a:cubicBezTo>
                  <a:cubicBezTo>
                    <a:pt x="115" y="26"/>
                    <a:pt x="116" y="28"/>
                    <a:pt x="117" y="29"/>
                  </a:cubicBezTo>
                  <a:cubicBezTo>
                    <a:pt x="118" y="29"/>
                    <a:pt x="119" y="29"/>
                    <a:pt x="120" y="29"/>
                  </a:cubicBezTo>
                  <a:cubicBezTo>
                    <a:pt x="121" y="29"/>
                    <a:pt x="123" y="31"/>
                    <a:pt x="123" y="32"/>
                  </a:cubicBezTo>
                  <a:cubicBezTo>
                    <a:pt x="124" y="33"/>
                    <a:pt x="122" y="35"/>
                    <a:pt x="123" y="36"/>
                  </a:cubicBezTo>
                  <a:cubicBezTo>
                    <a:pt x="123" y="37"/>
                    <a:pt x="125" y="38"/>
                    <a:pt x="125" y="39"/>
                  </a:cubicBezTo>
                  <a:cubicBezTo>
                    <a:pt x="125" y="40"/>
                    <a:pt x="124" y="42"/>
                    <a:pt x="123" y="43"/>
                  </a:cubicBezTo>
                  <a:cubicBezTo>
                    <a:pt x="122" y="43"/>
                    <a:pt x="120" y="43"/>
                    <a:pt x="120" y="42"/>
                  </a:cubicBezTo>
                  <a:cubicBezTo>
                    <a:pt x="119" y="42"/>
                    <a:pt x="118" y="40"/>
                    <a:pt x="117" y="39"/>
                  </a:cubicBezTo>
                  <a:cubicBezTo>
                    <a:pt x="117" y="39"/>
                    <a:pt x="115" y="38"/>
                    <a:pt x="115" y="38"/>
                  </a:cubicBezTo>
                  <a:cubicBezTo>
                    <a:pt x="114" y="37"/>
                    <a:pt x="113" y="35"/>
                    <a:pt x="112" y="34"/>
                  </a:cubicBezTo>
                  <a:cubicBezTo>
                    <a:pt x="112" y="33"/>
                    <a:pt x="110" y="31"/>
                    <a:pt x="110" y="30"/>
                  </a:cubicBezTo>
                  <a:cubicBezTo>
                    <a:pt x="109" y="29"/>
                    <a:pt x="109" y="27"/>
                    <a:pt x="108" y="27"/>
                  </a:cubicBezTo>
                  <a:cubicBezTo>
                    <a:pt x="107" y="26"/>
                    <a:pt x="103" y="26"/>
                    <a:pt x="102" y="26"/>
                  </a:cubicBezTo>
                  <a:cubicBezTo>
                    <a:pt x="102" y="27"/>
                    <a:pt x="102" y="29"/>
                    <a:pt x="102" y="29"/>
                  </a:cubicBezTo>
                  <a:cubicBezTo>
                    <a:pt x="102" y="30"/>
                    <a:pt x="103" y="32"/>
                    <a:pt x="104" y="32"/>
                  </a:cubicBezTo>
                  <a:cubicBezTo>
                    <a:pt x="105" y="33"/>
                    <a:pt x="108" y="34"/>
                    <a:pt x="108" y="35"/>
                  </a:cubicBezTo>
                  <a:cubicBezTo>
                    <a:pt x="109" y="36"/>
                    <a:pt x="109" y="38"/>
                    <a:pt x="108" y="39"/>
                  </a:cubicBezTo>
                  <a:cubicBezTo>
                    <a:pt x="108" y="40"/>
                    <a:pt x="106" y="39"/>
                    <a:pt x="106" y="40"/>
                  </a:cubicBezTo>
                  <a:cubicBezTo>
                    <a:pt x="105" y="40"/>
                    <a:pt x="104" y="42"/>
                    <a:pt x="104" y="42"/>
                  </a:cubicBezTo>
                  <a:cubicBezTo>
                    <a:pt x="104" y="43"/>
                    <a:pt x="105" y="45"/>
                    <a:pt x="105" y="45"/>
                  </a:cubicBezTo>
                  <a:cubicBezTo>
                    <a:pt x="105" y="46"/>
                    <a:pt x="104" y="47"/>
                    <a:pt x="103" y="48"/>
                  </a:cubicBezTo>
                  <a:cubicBezTo>
                    <a:pt x="102" y="48"/>
                    <a:pt x="101" y="46"/>
                    <a:pt x="101" y="46"/>
                  </a:cubicBezTo>
                  <a:cubicBezTo>
                    <a:pt x="100" y="45"/>
                    <a:pt x="99" y="45"/>
                    <a:pt x="99" y="45"/>
                  </a:cubicBezTo>
                  <a:cubicBezTo>
                    <a:pt x="98" y="45"/>
                    <a:pt x="97" y="46"/>
                    <a:pt x="97" y="46"/>
                  </a:cubicBezTo>
                  <a:cubicBezTo>
                    <a:pt x="97" y="47"/>
                    <a:pt x="98" y="49"/>
                    <a:pt x="99" y="49"/>
                  </a:cubicBezTo>
                  <a:cubicBezTo>
                    <a:pt x="99" y="50"/>
                    <a:pt x="100" y="50"/>
                    <a:pt x="101" y="51"/>
                  </a:cubicBezTo>
                  <a:cubicBezTo>
                    <a:pt x="102" y="51"/>
                    <a:pt x="103" y="52"/>
                    <a:pt x="104" y="52"/>
                  </a:cubicBezTo>
                  <a:cubicBezTo>
                    <a:pt x="105" y="53"/>
                    <a:pt x="107" y="54"/>
                    <a:pt x="107" y="54"/>
                  </a:cubicBezTo>
                  <a:cubicBezTo>
                    <a:pt x="109" y="55"/>
                    <a:pt x="110" y="58"/>
                    <a:pt x="111" y="59"/>
                  </a:cubicBezTo>
                  <a:cubicBezTo>
                    <a:pt x="112" y="61"/>
                    <a:pt x="114" y="64"/>
                    <a:pt x="116" y="66"/>
                  </a:cubicBezTo>
                  <a:cubicBezTo>
                    <a:pt x="116" y="67"/>
                    <a:pt x="119" y="68"/>
                    <a:pt x="120" y="69"/>
                  </a:cubicBezTo>
                  <a:cubicBezTo>
                    <a:pt x="120" y="70"/>
                    <a:pt x="120" y="72"/>
                    <a:pt x="120" y="73"/>
                  </a:cubicBezTo>
                  <a:cubicBezTo>
                    <a:pt x="120" y="74"/>
                    <a:pt x="120" y="75"/>
                    <a:pt x="119" y="76"/>
                  </a:cubicBezTo>
                  <a:cubicBezTo>
                    <a:pt x="118" y="77"/>
                    <a:pt x="115" y="75"/>
                    <a:pt x="114" y="76"/>
                  </a:cubicBezTo>
                  <a:cubicBezTo>
                    <a:pt x="113" y="76"/>
                    <a:pt x="113" y="78"/>
                    <a:pt x="112" y="79"/>
                  </a:cubicBezTo>
                  <a:cubicBezTo>
                    <a:pt x="112" y="80"/>
                    <a:pt x="114" y="83"/>
                    <a:pt x="113" y="84"/>
                  </a:cubicBezTo>
                  <a:cubicBezTo>
                    <a:pt x="113" y="85"/>
                    <a:pt x="111" y="87"/>
                    <a:pt x="110" y="88"/>
                  </a:cubicBezTo>
                  <a:cubicBezTo>
                    <a:pt x="109" y="89"/>
                    <a:pt x="106" y="88"/>
                    <a:pt x="105" y="89"/>
                  </a:cubicBezTo>
                  <a:cubicBezTo>
                    <a:pt x="104" y="90"/>
                    <a:pt x="103" y="92"/>
                    <a:pt x="103" y="93"/>
                  </a:cubicBezTo>
                  <a:cubicBezTo>
                    <a:pt x="103" y="94"/>
                    <a:pt x="104" y="95"/>
                    <a:pt x="105" y="96"/>
                  </a:cubicBezTo>
                  <a:cubicBezTo>
                    <a:pt x="106" y="96"/>
                    <a:pt x="108" y="95"/>
                    <a:pt x="110" y="96"/>
                  </a:cubicBezTo>
                  <a:cubicBezTo>
                    <a:pt x="111" y="96"/>
                    <a:pt x="115" y="98"/>
                    <a:pt x="116" y="99"/>
                  </a:cubicBezTo>
                  <a:cubicBezTo>
                    <a:pt x="118" y="100"/>
                    <a:pt x="120" y="103"/>
                    <a:pt x="121" y="105"/>
                  </a:cubicBezTo>
                  <a:cubicBezTo>
                    <a:pt x="122" y="106"/>
                    <a:pt x="121" y="110"/>
                    <a:pt x="121" y="111"/>
                  </a:cubicBezTo>
                  <a:cubicBezTo>
                    <a:pt x="120" y="113"/>
                    <a:pt x="118" y="115"/>
                    <a:pt x="117" y="116"/>
                  </a:cubicBezTo>
                  <a:cubicBezTo>
                    <a:pt x="117" y="117"/>
                    <a:pt x="117" y="118"/>
                    <a:pt x="116" y="119"/>
                  </a:cubicBezTo>
                  <a:cubicBezTo>
                    <a:pt x="116" y="120"/>
                    <a:pt x="115" y="121"/>
                    <a:pt x="115" y="122"/>
                  </a:cubicBezTo>
                  <a:cubicBezTo>
                    <a:pt x="114" y="123"/>
                    <a:pt x="112" y="124"/>
                    <a:pt x="111" y="125"/>
                  </a:cubicBezTo>
                  <a:cubicBezTo>
                    <a:pt x="110" y="125"/>
                    <a:pt x="108" y="125"/>
                    <a:pt x="108" y="126"/>
                  </a:cubicBezTo>
                  <a:cubicBezTo>
                    <a:pt x="107" y="127"/>
                    <a:pt x="108" y="130"/>
                    <a:pt x="108" y="131"/>
                  </a:cubicBezTo>
                  <a:cubicBezTo>
                    <a:pt x="108" y="133"/>
                    <a:pt x="108" y="136"/>
                    <a:pt x="107" y="138"/>
                  </a:cubicBezTo>
                  <a:cubicBezTo>
                    <a:pt x="106" y="139"/>
                    <a:pt x="104" y="141"/>
                    <a:pt x="103" y="142"/>
                  </a:cubicBezTo>
                  <a:cubicBezTo>
                    <a:pt x="102" y="144"/>
                    <a:pt x="102" y="149"/>
                    <a:pt x="101" y="151"/>
                  </a:cubicBezTo>
                  <a:cubicBezTo>
                    <a:pt x="101" y="152"/>
                    <a:pt x="99" y="155"/>
                    <a:pt x="99" y="157"/>
                  </a:cubicBezTo>
                  <a:cubicBezTo>
                    <a:pt x="99" y="158"/>
                    <a:pt x="100" y="160"/>
                    <a:pt x="101" y="161"/>
                  </a:cubicBezTo>
                  <a:cubicBezTo>
                    <a:pt x="102" y="162"/>
                    <a:pt x="104" y="163"/>
                    <a:pt x="105" y="164"/>
                  </a:cubicBezTo>
                  <a:cubicBezTo>
                    <a:pt x="105" y="165"/>
                    <a:pt x="107" y="168"/>
                    <a:pt x="107" y="169"/>
                  </a:cubicBezTo>
                  <a:cubicBezTo>
                    <a:pt x="108" y="171"/>
                    <a:pt x="109" y="173"/>
                    <a:pt x="109" y="174"/>
                  </a:cubicBezTo>
                  <a:cubicBezTo>
                    <a:pt x="109" y="176"/>
                    <a:pt x="108" y="178"/>
                    <a:pt x="107" y="179"/>
                  </a:cubicBezTo>
                  <a:cubicBezTo>
                    <a:pt x="106" y="180"/>
                    <a:pt x="104" y="180"/>
                    <a:pt x="103" y="180"/>
                  </a:cubicBezTo>
                  <a:cubicBezTo>
                    <a:pt x="102" y="181"/>
                    <a:pt x="99" y="183"/>
                    <a:pt x="99" y="185"/>
                  </a:cubicBezTo>
                  <a:cubicBezTo>
                    <a:pt x="98" y="186"/>
                    <a:pt x="99" y="190"/>
                    <a:pt x="99" y="191"/>
                  </a:cubicBezTo>
                  <a:cubicBezTo>
                    <a:pt x="100" y="192"/>
                    <a:pt x="101" y="195"/>
                    <a:pt x="101" y="196"/>
                  </a:cubicBezTo>
                  <a:cubicBezTo>
                    <a:pt x="101" y="198"/>
                    <a:pt x="98" y="199"/>
                    <a:pt x="98" y="201"/>
                  </a:cubicBezTo>
                  <a:cubicBezTo>
                    <a:pt x="98" y="202"/>
                    <a:pt x="98" y="205"/>
                    <a:pt x="98" y="206"/>
                  </a:cubicBezTo>
                  <a:cubicBezTo>
                    <a:pt x="98" y="208"/>
                    <a:pt x="99" y="213"/>
                    <a:pt x="99" y="215"/>
                  </a:cubicBezTo>
                  <a:cubicBezTo>
                    <a:pt x="99" y="217"/>
                    <a:pt x="99" y="221"/>
                    <a:pt x="98" y="223"/>
                  </a:cubicBezTo>
                  <a:cubicBezTo>
                    <a:pt x="97" y="224"/>
                    <a:pt x="95" y="225"/>
                    <a:pt x="95" y="226"/>
                  </a:cubicBezTo>
                  <a:cubicBezTo>
                    <a:pt x="94" y="228"/>
                    <a:pt x="92" y="231"/>
                    <a:pt x="92" y="233"/>
                  </a:cubicBezTo>
                  <a:cubicBezTo>
                    <a:pt x="91" y="234"/>
                    <a:pt x="91" y="238"/>
                    <a:pt x="90" y="239"/>
                  </a:cubicBezTo>
                  <a:cubicBezTo>
                    <a:pt x="90" y="240"/>
                    <a:pt x="89" y="242"/>
                    <a:pt x="88" y="242"/>
                  </a:cubicBezTo>
                  <a:cubicBezTo>
                    <a:pt x="87" y="243"/>
                    <a:pt x="84" y="245"/>
                    <a:pt x="83" y="246"/>
                  </a:cubicBezTo>
                  <a:cubicBezTo>
                    <a:pt x="82" y="247"/>
                    <a:pt x="79" y="251"/>
                    <a:pt x="78" y="253"/>
                  </a:cubicBezTo>
                  <a:cubicBezTo>
                    <a:pt x="78" y="255"/>
                    <a:pt x="78" y="259"/>
                    <a:pt x="78" y="261"/>
                  </a:cubicBezTo>
                  <a:cubicBezTo>
                    <a:pt x="78" y="262"/>
                    <a:pt x="77" y="265"/>
                    <a:pt x="76" y="267"/>
                  </a:cubicBezTo>
                  <a:cubicBezTo>
                    <a:pt x="76" y="268"/>
                    <a:pt x="73" y="271"/>
                    <a:pt x="72" y="273"/>
                  </a:cubicBezTo>
                  <a:cubicBezTo>
                    <a:pt x="71" y="275"/>
                    <a:pt x="69" y="279"/>
                    <a:pt x="68" y="281"/>
                  </a:cubicBezTo>
                  <a:cubicBezTo>
                    <a:pt x="67" y="283"/>
                    <a:pt x="66" y="287"/>
                    <a:pt x="65" y="289"/>
                  </a:cubicBezTo>
                  <a:cubicBezTo>
                    <a:pt x="65" y="290"/>
                    <a:pt x="65" y="294"/>
                    <a:pt x="65" y="295"/>
                  </a:cubicBezTo>
                  <a:cubicBezTo>
                    <a:pt x="65" y="295"/>
                    <a:pt x="65" y="295"/>
                    <a:pt x="65" y="295"/>
                  </a:cubicBezTo>
                  <a:cubicBezTo>
                    <a:pt x="64" y="295"/>
                    <a:pt x="63" y="295"/>
                    <a:pt x="63" y="295"/>
                  </a:cubicBezTo>
                  <a:cubicBezTo>
                    <a:pt x="62" y="295"/>
                    <a:pt x="61" y="295"/>
                    <a:pt x="60" y="295"/>
                  </a:cubicBezTo>
                  <a:cubicBezTo>
                    <a:pt x="59" y="295"/>
                    <a:pt x="57" y="297"/>
                    <a:pt x="55" y="297"/>
                  </a:cubicBezTo>
                  <a:cubicBezTo>
                    <a:pt x="54" y="297"/>
                    <a:pt x="51" y="296"/>
                    <a:pt x="50" y="296"/>
                  </a:cubicBezTo>
                  <a:cubicBezTo>
                    <a:pt x="48" y="296"/>
                    <a:pt x="46" y="295"/>
                    <a:pt x="45" y="295"/>
                  </a:cubicBezTo>
                  <a:cubicBezTo>
                    <a:pt x="44" y="294"/>
                    <a:pt x="41" y="294"/>
                    <a:pt x="40" y="293"/>
                  </a:cubicBezTo>
                  <a:cubicBezTo>
                    <a:pt x="40" y="293"/>
                    <a:pt x="39" y="291"/>
                    <a:pt x="39" y="291"/>
                  </a:cubicBezTo>
                  <a:cubicBezTo>
                    <a:pt x="38" y="290"/>
                    <a:pt x="39" y="287"/>
                    <a:pt x="38" y="286"/>
                  </a:cubicBezTo>
                  <a:cubicBezTo>
                    <a:pt x="38" y="285"/>
                    <a:pt x="36" y="283"/>
                    <a:pt x="35" y="282"/>
                  </a:cubicBezTo>
                  <a:cubicBezTo>
                    <a:pt x="34" y="282"/>
                    <a:pt x="33" y="280"/>
                    <a:pt x="32" y="279"/>
                  </a:cubicBezTo>
                  <a:cubicBezTo>
                    <a:pt x="31" y="279"/>
                    <a:pt x="31" y="277"/>
                    <a:pt x="30" y="276"/>
                  </a:cubicBezTo>
                  <a:cubicBezTo>
                    <a:pt x="29" y="275"/>
                    <a:pt x="26" y="273"/>
                    <a:pt x="25" y="272"/>
                  </a:cubicBezTo>
                  <a:cubicBezTo>
                    <a:pt x="24" y="272"/>
                    <a:pt x="22" y="271"/>
                    <a:pt x="21" y="271"/>
                  </a:cubicBezTo>
                  <a:cubicBezTo>
                    <a:pt x="20" y="270"/>
                    <a:pt x="20" y="268"/>
                    <a:pt x="19" y="267"/>
                  </a:cubicBezTo>
                  <a:cubicBezTo>
                    <a:pt x="18" y="267"/>
                    <a:pt x="15" y="268"/>
                    <a:pt x="13" y="268"/>
                  </a:cubicBezTo>
                  <a:cubicBezTo>
                    <a:pt x="12" y="268"/>
                    <a:pt x="9" y="269"/>
                    <a:pt x="8" y="270"/>
                  </a:cubicBezTo>
                  <a:cubicBezTo>
                    <a:pt x="6" y="270"/>
                    <a:pt x="3" y="269"/>
                    <a:pt x="1" y="269"/>
                  </a:cubicBezTo>
                  <a:cubicBezTo>
                    <a:pt x="1" y="269"/>
                    <a:pt x="0" y="269"/>
                    <a:pt x="0" y="269"/>
                  </a:cubicBezTo>
                  <a:cubicBezTo>
                    <a:pt x="0" y="268"/>
                    <a:pt x="0" y="266"/>
                    <a:pt x="0" y="266"/>
                  </a:cubicBezTo>
                  <a:cubicBezTo>
                    <a:pt x="0" y="264"/>
                    <a:pt x="2" y="263"/>
                    <a:pt x="3" y="261"/>
                  </a:cubicBezTo>
                  <a:cubicBezTo>
                    <a:pt x="3" y="260"/>
                    <a:pt x="2" y="258"/>
                    <a:pt x="2" y="257"/>
                  </a:cubicBezTo>
                  <a:cubicBezTo>
                    <a:pt x="2" y="256"/>
                    <a:pt x="3" y="254"/>
                    <a:pt x="4" y="253"/>
                  </a:cubicBezTo>
                  <a:cubicBezTo>
                    <a:pt x="4" y="252"/>
                    <a:pt x="5" y="250"/>
                    <a:pt x="5" y="249"/>
                  </a:cubicBezTo>
                  <a:cubicBezTo>
                    <a:pt x="5" y="247"/>
                    <a:pt x="7" y="244"/>
                    <a:pt x="7" y="242"/>
                  </a:cubicBezTo>
                  <a:cubicBezTo>
                    <a:pt x="7" y="241"/>
                    <a:pt x="7" y="239"/>
                    <a:pt x="7" y="238"/>
                  </a:cubicBezTo>
                  <a:cubicBezTo>
                    <a:pt x="7" y="237"/>
                    <a:pt x="5" y="236"/>
                    <a:pt x="4" y="235"/>
                  </a:cubicBezTo>
                  <a:cubicBezTo>
                    <a:pt x="4" y="235"/>
                    <a:pt x="5" y="233"/>
                    <a:pt x="5" y="232"/>
                  </a:cubicBezTo>
                  <a:cubicBezTo>
                    <a:pt x="5" y="231"/>
                    <a:pt x="5" y="229"/>
                    <a:pt x="5" y="228"/>
                  </a:cubicBezTo>
                  <a:cubicBezTo>
                    <a:pt x="4" y="227"/>
                    <a:pt x="3" y="226"/>
                    <a:pt x="3" y="225"/>
                  </a:cubicBezTo>
                  <a:cubicBezTo>
                    <a:pt x="3" y="225"/>
                    <a:pt x="3" y="223"/>
                    <a:pt x="3" y="223"/>
                  </a:cubicBezTo>
                  <a:cubicBezTo>
                    <a:pt x="4" y="221"/>
                    <a:pt x="6" y="220"/>
                    <a:pt x="7" y="219"/>
                  </a:cubicBezTo>
                  <a:cubicBezTo>
                    <a:pt x="9" y="219"/>
                    <a:pt x="12" y="217"/>
                    <a:pt x="14" y="216"/>
                  </a:cubicBezTo>
                  <a:cubicBezTo>
                    <a:pt x="15" y="216"/>
                    <a:pt x="17" y="216"/>
                    <a:pt x="17" y="215"/>
                  </a:cubicBezTo>
                  <a:cubicBezTo>
                    <a:pt x="18" y="214"/>
                    <a:pt x="19" y="212"/>
                    <a:pt x="19" y="211"/>
                  </a:cubicBezTo>
                  <a:cubicBezTo>
                    <a:pt x="19" y="210"/>
                    <a:pt x="19" y="208"/>
                    <a:pt x="18" y="208"/>
                  </a:cubicBezTo>
                  <a:cubicBezTo>
                    <a:pt x="18" y="207"/>
                    <a:pt x="15" y="206"/>
                    <a:pt x="15" y="205"/>
                  </a:cubicBezTo>
                  <a:cubicBezTo>
                    <a:pt x="14" y="204"/>
                    <a:pt x="15" y="202"/>
                    <a:pt x="15" y="201"/>
                  </a:cubicBezTo>
                  <a:cubicBezTo>
                    <a:pt x="16" y="200"/>
                    <a:pt x="17" y="198"/>
                    <a:pt x="18" y="198"/>
                  </a:cubicBezTo>
                  <a:cubicBezTo>
                    <a:pt x="19" y="197"/>
                    <a:pt x="22" y="196"/>
                    <a:pt x="23" y="196"/>
                  </a:cubicBezTo>
                  <a:cubicBezTo>
                    <a:pt x="25" y="196"/>
                    <a:pt x="28" y="197"/>
                    <a:pt x="29" y="197"/>
                  </a:cubicBezTo>
                  <a:cubicBezTo>
                    <a:pt x="31" y="198"/>
                    <a:pt x="35" y="199"/>
                    <a:pt x="37" y="199"/>
                  </a:cubicBezTo>
                  <a:cubicBezTo>
                    <a:pt x="38" y="198"/>
                    <a:pt x="41" y="198"/>
                    <a:pt x="42" y="196"/>
                  </a:cubicBezTo>
                  <a:cubicBezTo>
                    <a:pt x="43" y="195"/>
                    <a:pt x="44" y="193"/>
                    <a:pt x="44" y="191"/>
                  </a:cubicBezTo>
                  <a:cubicBezTo>
                    <a:pt x="44" y="190"/>
                    <a:pt x="43" y="186"/>
                    <a:pt x="42" y="185"/>
                  </a:cubicBezTo>
                  <a:cubicBezTo>
                    <a:pt x="42" y="184"/>
                    <a:pt x="39" y="182"/>
                    <a:pt x="39" y="180"/>
                  </a:cubicBezTo>
                  <a:cubicBezTo>
                    <a:pt x="37" y="178"/>
                    <a:pt x="36" y="174"/>
                    <a:pt x="34" y="172"/>
                  </a:cubicBezTo>
                  <a:cubicBezTo>
                    <a:pt x="33" y="169"/>
                    <a:pt x="29" y="164"/>
                    <a:pt x="26" y="162"/>
                  </a:cubicBezTo>
                  <a:cubicBezTo>
                    <a:pt x="25" y="161"/>
                    <a:pt x="23" y="160"/>
                    <a:pt x="22" y="160"/>
                  </a:cubicBezTo>
                  <a:cubicBezTo>
                    <a:pt x="20" y="159"/>
                    <a:pt x="18" y="157"/>
                    <a:pt x="18" y="156"/>
                  </a:cubicBezTo>
                  <a:cubicBezTo>
                    <a:pt x="17" y="154"/>
                    <a:pt x="17" y="152"/>
                    <a:pt x="17" y="151"/>
                  </a:cubicBezTo>
                  <a:cubicBezTo>
                    <a:pt x="17" y="150"/>
                    <a:pt x="17" y="150"/>
                    <a:pt x="17" y="1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9"/>
            <p:cNvSpPr>
              <a:spLocks/>
            </p:cNvSpPr>
            <p:nvPr/>
          </p:nvSpPr>
          <p:spPr bwMode="auto">
            <a:xfrm>
              <a:off x="3960813" y="4283075"/>
              <a:ext cx="384175" cy="241300"/>
            </a:xfrm>
            <a:custGeom>
              <a:avLst/>
              <a:gdLst/>
              <a:ahLst/>
              <a:cxnLst>
                <a:cxn ang="0">
                  <a:pos x="39" y="31"/>
                </a:cxn>
                <a:cxn ang="0">
                  <a:pos x="52" y="33"/>
                </a:cxn>
                <a:cxn ang="0">
                  <a:pos x="59" y="35"/>
                </a:cxn>
                <a:cxn ang="0">
                  <a:pos x="63" y="42"/>
                </a:cxn>
                <a:cxn ang="0">
                  <a:pos x="71" y="34"/>
                </a:cxn>
                <a:cxn ang="0">
                  <a:pos x="80" y="45"/>
                </a:cxn>
                <a:cxn ang="0">
                  <a:pos x="84" y="54"/>
                </a:cxn>
                <a:cxn ang="0">
                  <a:pos x="94" y="42"/>
                </a:cxn>
                <a:cxn ang="0">
                  <a:pos x="95" y="24"/>
                </a:cxn>
                <a:cxn ang="0">
                  <a:pos x="99" y="13"/>
                </a:cxn>
                <a:cxn ang="0">
                  <a:pos x="113" y="6"/>
                </a:cxn>
                <a:cxn ang="0">
                  <a:pos x="128" y="1"/>
                </a:cxn>
                <a:cxn ang="0">
                  <a:pos x="138" y="8"/>
                </a:cxn>
                <a:cxn ang="0">
                  <a:pos x="149" y="14"/>
                </a:cxn>
                <a:cxn ang="0">
                  <a:pos x="159" y="6"/>
                </a:cxn>
                <a:cxn ang="0">
                  <a:pos x="170" y="1"/>
                </a:cxn>
                <a:cxn ang="0">
                  <a:pos x="190" y="4"/>
                </a:cxn>
                <a:cxn ang="0">
                  <a:pos x="197" y="5"/>
                </a:cxn>
                <a:cxn ang="0">
                  <a:pos x="206" y="16"/>
                </a:cxn>
                <a:cxn ang="0">
                  <a:pos x="222" y="39"/>
                </a:cxn>
                <a:cxn ang="0">
                  <a:pos x="217" y="53"/>
                </a:cxn>
                <a:cxn ang="0">
                  <a:pos x="198" y="52"/>
                </a:cxn>
                <a:cxn ang="0">
                  <a:pos x="198" y="62"/>
                </a:cxn>
                <a:cxn ang="0">
                  <a:pos x="194" y="70"/>
                </a:cxn>
                <a:cxn ang="0">
                  <a:pos x="183" y="79"/>
                </a:cxn>
                <a:cxn ang="0">
                  <a:pos x="184" y="89"/>
                </a:cxn>
                <a:cxn ang="0">
                  <a:pos x="185" y="103"/>
                </a:cxn>
                <a:cxn ang="0">
                  <a:pos x="183" y="115"/>
                </a:cxn>
                <a:cxn ang="0">
                  <a:pos x="175" y="125"/>
                </a:cxn>
                <a:cxn ang="0">
                  <a:pos x="168" y="128"/>
                </a:cxn>
                <a:cxn ang="0">
                  <a:pos x="153" y="129"/>
                </a:cxn>
                <a:cxn ang="0">
                  <a:pos x="146" y="134"/>
                </a:cxn>
                <a:cxn ang="0">
                  <a:pos x="135" y="141"/>
                </a:cxn>
                <a:cxn ang="0">
                  <a:pos x="119" y="135"/>
                </a:cxn>
                <a:cxn ang="0">
                  <a:pos x="109" y="127"/>
                </a:cxn>
                <a:cxn ang="0">
                  <a:pos x="101" y="125"/>
                </a:cxn>
                <a:cxn ang="0">
                  <a:pos x="81" y="120"/>
                </a:cxn>
                <a:cxn ang="0">
                  <a:pos x="67" y="115"/>
                </a:cxn>
                <a:cxn ang="0">
                  <a:pos x="59" y="122"/>
                </a:cxn>
                <a:cxn ang="0">
                  <a:pos x="45" y="127"/>
                </a:cxn>
                <a:cxn ang="0">
                  <a:pos x="28" y="132"/>
                </a:cxn>
                <a:cxn ang="0">
                  <a:pos x="10" y="128"/>
                </a:cxn>
                <a:cxn ang="0">
                  <a:pos x="9" y="103"/>
                </a:cxn>
                <a:cxn ang="0">
                  <a:pos x="2" y="85"/>
                </a:cxn>
                <a:cxn ang="0">
                  <a:pos x="1" y="67"/>
                </a:cxn>
                <a:cxn ang="0">
                  <a:pos x="9" y="54"/>
                </a:cxn>
                <a:cxn ang="0">
                  <a:pos x="29" y="50"/>
                </a:cxn>
                <a:cxn ang="0">
                  <a:pos x="35" y="40"/>
                </a:cxn>
              </a:cxnLst>
              <a:rect l="0" t="0" r="r" b="b"/>
              <a:pathLst>
                <a:path w="224" h="141">
                  <a:moveTo>
                    <a:pt x="35" y="38"/>
                  </a:moveTo>
                  <a:cubicBezTo>
                    <a:pt x="35" y="37"/>
                    <a:pt x="36" y="36"/>
                    <a:pt x="36" y="35"/>
                  </a:cubicBezTo>
                  <a:cubicBezTo>
                    <a:pt x="36" y="34"/>
                    <a:pt x="38" y="32"/>
                    <a:pt x="39" y="31"/>
                  </a:cubicBezTo>
                  <a:cubicBezTo>
                    <a:pt x="39" y="31"/>
                    <a:pt x="41" y="30"/>
                    <a:pt x="42" y="31"/>
                  </a:cubicBezTo>
                  <a:cubicBezTo>
                    <a:pt x="44" y="31"/>
                    <a:pt x="46" y="33"/>
                    <a:pt x="48" y="34"/>
                  </a:cubicBezTo>
                  <a:cubicBezTo>
                    <a:pt x="49" y="34"/>
                    <a:pt x="51" y="33"/>
                    <a:pt x="52" y="33"/>
                  </a:cubicBezTo>
                  <a:cubicBezTo>
                    <a:pt x="53" y="32"/>
                    <a:pt x="54" y="31"/>
                    <a:pt x="55" y="30"/>
                  </a:cubicBezTo>
                  <a:cubicBezTo>
                    <a:pt x="56" y="30"/>
                    <a:pt x="58" y="31"/>
                    <a:pt x="59" y="32"/>
                  </a:cubicBezTo>
                  <a:cubicBezTo>
                    <a:pt x="59" y="33"/>
                    <a:pt x="59" y="34"/>
                    <a:pt x="59" y="35"/>
                  </a:cubicBezTo>
                  <a:cubicBezTo>
                    <a:pt x="59" y="36"/>
                    <a:pt x="59" y="38"/>
                    <a:pt x="59" y="39"/>
                  </a:cubicBezTo>
                  <a:cubicBezTo>
                    <a:pt x="59" y="40"/>
                    <a:pt x="60" y="42"/>
                    <a:pt x="61" y="43"/>
                  </a:cubicBezTo>
                  <a:cubicBezTo>
                    <a:pt x="61" y="43"/>
                    <a:pt x="63" y="42"/>
                    <a:pt x="63" y="42"/>
                  </a:cubicBezTo>
                  <a:cubicBezTo>
                    <a:pt x="64" y="41"/>
                    <a:pt x="66" y="40"/>
                    <a:pt x="66" y="39"/>
                  </a:cubicBezTo>
                  <a:cubicBezTo>
                    <a:pt x="67" y="38"/>
                    <a:pt x="66" y="36"/>
                    <a:pt x="67" y="35"/>
                  </a:cubicBezTo>
                  <a:cubicBezTo>
                    <a:pt x="68" y="34"/>
                    <a:pt x="70" y="34"/>
                    <a:pt x="71" y="34"/>
                  </a:cubicBezTo>
                  <a:cubicBezTo>
                    <a:pt x="72" y="34"/>
                    <a:pt x="74" y="35"/>
                    <a:pt x="75" y="35"/>
                  </a:cubicBezTo>
                  <a:cubicBezTo>
                    <a:pt x="76" y="36"/>
                    <a:pt x="77" y="39"/>
                    <a:pt x="78" y="40"/>
                  </a:cubicBezTo>
                  <a:cubicBezTo>
                    <a:pt x="78" y="41"/>
                    <a:pt x="79" y="44"/>
                    <a:pt x="80" y="45"/>
                  </a:cubicBezTo>
                  <a:cubicBezTo>
                    <a:pt x="80" y="46"/>
                    <a:pt x="80" y="48"/>
                    <a:pt x="80" y="49"/>
                  </a:cubicBezTo>
                  <a:cubicBezTo>
                    <a:pt x="80" y="50"/>
                    <a:pt x="80" y="53"/>
                    <a:pt x="81" y="53"/>
                  </a:cubicBezTo>
                  <a:cubicBezTo>
                    <a:pt x="81" y="54"/>
                    <a:pt x="84" y="54"/>
                    <a:pt x="84" y="54"/>
                  </a:cubicBezTo>
                  <a:cubicBezTo>
                    <a:pt x="86" y="54"/>
                    <a:pt x="88" y="52"/>
                    <a:pt x="88" y="52"/>
                  </a:cubicBezTo>
                  <a:cubicBezTo>
                    <a:pt x="90" y="50"/>
                    <a:pt x="91" y="47"/>
                    <a:pt x="92" y="46"/>
                  </a:cubicBezTo>
                  <a:cubicBezTo>
                    <a:pt x="93" y="45"/>
                    <a:pt x="94" y="43"/>
                    <a:pt x="94" y="42"/>
                  </a:cubicBezTo>
                  <a:cubicBezTo>
                    <a:pt x="94" y="41"/>
                    <a:pt x="93" y="38"/>
                    <a:pt x="93" y="37"/>
                  </a:cubicBezTo>
                  <a:cubicBezTo>
                    <a:pt x="93" y="35"/>
                    <a:pt x="93" y="31"/>
                    <a:pt x="93" y="29"/>
                  </a:cubicBezTo>
                  <a:cubicBezTo>
                    <a:pt x="93" y="28"/>
                    <a:pt x="95" y="25"/>
                    <a:pt x="95" y="24"/>
                  </a:cubicBezTo>
                  <a:cubicBezTo>
                    <a:pt x="95" y="22"/>
                    <a:pt x="94" y="20"/>
                    <a:pt x="94" y="19"/>
                  </a:cubicBezTo>
                  <a:cubicBezTo>
                    <a:pt x="94" y="18"/>
                    <a:pt x="94" y="15"/>
                    <a:pt x="95" y="15"/>
                  </a:cubicBezTo>
                  <a:cubicBezTo>
                    <a:pt x="96" y="14"/>
                    <a:pt x="98" y="14"/>
                    <a:pt x="99" y="13"/>
                  </a:cubicBezTo>
                  <a:cubicBezTo>
                    <a:pt x="100" y="13"/>
                    <a:pt x="101" y="10"/>
                    <a:pt x="103" y="10"/>
                  </a:cubicBezTo>
                  <a:cubicBezTo>
                    <a:pt x="104" y="9"/>
                    <a:pt x="106" y="9"/>
                    <a:pt x="107" y="8"/>
                  </a:cubicBezTo>
                  <a:cubicBezTo>
                    <a:pt x="109" y="8"/>
                    <a:pt x="112" y="7"/>
                    <a:pt x="113" y="6"/>
                  </a:cubicBezTo>
                  <a:cubicBezTo>
                    <a:pt x="115" y="6"/>
                    <a:pt x="117" y="4"/>
                    <a:pt x="119" y="3"/>
                  </a:cubicBezTo>
                  <a:cubicBezTo>
                    <a:pt x="120" y="3"/>
                    <a:pt x="122" y="2"/>
                    <a:pt x="123" y="2"/>
                  </a:cubicBezTo>
                  <a:cubicBezTo>
                    <a:pt x="125" y="1"/>
                    <a:pt x="127" y="1"/>
                    <a:pt x="128" y="1"/>
                  </a:cubicBezTo>
                  <a:cubicBezTo>
                    <a:pt x="129" y="1"/>
                    <a:pt x="131" y="1"/>
                    <a:pt x="132" y="1"/>
                  </a:cubicBezTo>
                  <a:cubicBezTo>
                    <a:pt x="133" y="2"/>
                    <a:pt x="133" y="3"/>
                    <a:pt x="134" y="4"/>
                  </a:cubicBezTo>
                  <a:cubicBezTo>
                    <a:pt x="135" y="5"/>
                    <a:pt x="137" y="7"/>
                    <a:pt x="138" y="8"/>
                  </a:cubicBezTo>
                  <a:cubicBezTo>
                    <a:pt x="139" y="9"/>
                    <a:pt x="141" y="10"/>
                    <a:pt x="142" y="11"/>
                  </a:cubicBezTo>
                  <a:cubicBezTo>
                    <a:pt x="142" y="12"/>
                    <a:pt x="142" y="13"/>
                    <a:pt x="143" y="14"/>
                  </a:cubicBezTo>
                  <a:cubicBezTo>
                    <a:pt x="144" y="14"/>
                    <a:pt x="147" y="14"/>
                    <a:pt x="149" y="14"/>
                  </a:cubicBezTo>
                  <a:cubicBezTo>
                    <a:pt x="150" y="13"/>
                    <a:pt x="150" y="10"/>
                    <a:pt x="151" y="9"/>
                  </a:cubicBezTo>
                  <a:cubicBezTo>
                    <a:pt x="152" y="9"/>
                    <a:pt x="155" y="9"/>
                    <a:pt x="156" y="8"/>
                  </a:cubicBezTo>
                  <a:cubicBezTo>
                    <a:pt x="157" y="8"/>
                    <a:pt x="159" y="6"/>
                    <a:pt x="159" y="6"/>
                  </a:cubicBezTo>
                  <a:cubicBezTo>
                    <a:pt x="160" y="5"/>
                    <a:pt x="160" y="2"/>
                    <a:pt x="161" y="1"/>
                  </a:cubicBezTo>
                  <a:cubicBezTo>
                    <a:pt x="162" y="1"/>
                    <a:pt x="164" y="1"/>
                    <a:pt x="165" y="1"/>
                  </a:cubicBezTo>
                  <a:cubicBezTo>
                    <a:pt x="166" y="0"/>
                    <a:pt x="168" y="1"/>
                    <a:pt x="170" y="1"/>
                  </a:cubicBezTo>
                  <a:cubicBezTo>
                    <a:pt x="171" y="2"/>
                    <a:pt x="174" y="2"/>
                    <a:pt x="175" y="2"/>
                  </a:cubicBezTo>
                  <a:cubicBezTo>
                    <a:pt x="178" y="2"/>
                    <a:pt x="184" y="1"/>
                    <a:pt x="187" y="2"/>
                  </a:cubicBezTo>
                  <a:cubicBezTo>
                    <a:pt x="188" y="2"/>
                    <a:pt x="189" y="4"/>
                    <a:pt x="190" y="4"/>
                  </a:cubicBezTo>
                  <a:cubicBezTo>
                    <a:pt x="191" y="5"/>
                    <a:pt x="193" y="5"/>
                    <a:pt x="194" y="5"/>
                  </a:cubicBezTo>
                  <a:cubicBezTo>
                    <a:pt x="195" y="4"/>
                    <a:pt x="196" y="4"/>
                    <a:pt x="197" y="4"/>
                  </a:cubicBezTo>
                  <a:cubicBezTo>
                    <a:pt x="197" y="4"/>
                    <a:pt x="197" y="4"/>
                    <a:pt x="197" y="5"/>
                  </a:cubicBezTo>
                  <a:cubicBezTo>
                    <a:pt x="197" y="6"/>
                    <a:pt x="197" y="8"/>
                    <a:pt x="198" y="10"/>
                  </a:cubicBezTo>
                  <a:cubicBezTo>
                    <a:pt x="198" y="11"/>
                    <a:pt x="200" y="13"/>
                    <a:pt x="202" y="14"/>
                  </a:cubicBezTo>
                  <a:cubicBezTo>
                    <a:pt x="203" y="14"/>
                    <a:pt x="205" y="15"/>
                    <a:pt x="206" y="16"/>
                  </a:cubicBezTo>
                  <a:cubicBezTo>
                    <a:pt x="209" y="18"/>
                    <a:pt x="213" y="23"/>
                    <a:pt x="214" y="26"/>
                  </a:cubicBezTo>
                  <a:cubicBezTo>
                    <a:pt x="216" y="28"/>
                    <a:pt x="217" y="32"/>
                    <a:pt x="219" y="34"/>
                  </a:cubicBezTo>
                  <a:cubicBezTo>
                    <a:pt x="219" y="36"/>
                    <a:pt x="222" y="38"/>
                    <a:pt x="222" y="39"/>
                  </a:cubicBezTo>
                  <a:cubicBezTo>
                    <a:pt x="223" y="40"/>
                    <a:pt x="224" y="44"/>
                    <a:pt x="224" y="45"/>
                  </a:cubicBezTo>
                  <a:cubicBezTo>
                    <a:pt x="224" y="47"/>
                    <a:pt x="223" y="49"/>
                    <a:pt x="222" y="50"/>
                  </a:cubicBezTo>
                  <a:cubicBezTo>
                    <a:pt x="221" y="52"/>
                    <a:pt x="218" y="52"/>
                    <a:pt x="217" y="53"/>
                  </a:cubicBezTo>
                  <a:cubicBezTo>
                    <a:pt x="215" y="53"/>
                    <a:pt x="211" y="52"/>
                    <a:pt x="209" y="51"/>
                  </a:cubicBezTo>
                  <a:cubicBezTo>
                    <a:pt x="208" y="51"/>
                    <a:pt x="205" y="50"/>
                    <a:pt x="203" y="50"/>
                  </a:cubicBezTo>
                  <a:cubicBezTo>
                    <a:pt x="202" y="50"/>
                    <a:pt x="199" y="51"/>
                    <a:pt x="198" y="52"/>
                  </a:cubicBezTo>
                  <a:cubicBezTo>
                    <a:pt x="197" y="52"/>
                    <a:pt x="196" y="54"/>
                    <a:pt x="195" y="55"/>
                  </a:cubicBezTo>
                  <a:cubicBezTo>
                    <a:pt x="195" y="56"/>
                    <a:pt x="194" y="58"/>
                    <a:pt x="195" y="59"/>
                  </a:cubicBezTo>
                  <a:cubicBezTo>
                    <a:pt x="195" y="60"/>
                    <a:pt x="198" y="61"/>
                    <a:pt x="198" y="62"/>
                  </a:cubicBezTo>
                  <a:cubicBezTo>
                    <a:pt x="199" y="62"/>
                    <a:pt x="199" y="64"/>
                    <a:pt x="199" y="65"/>
                  </a:cubicBezTo>
                  <a:cubicBezTo>
                    <a:pt x="199" y="66"/>
                    <a:pt x="198" y="68"/>
                    <a:pt x="197" y="69"/>
                  </a:cubicBezTo>
                  <a:cubicBezTo>
                    <a:pt x="197" y="70"/>
                    <a:pt x="195" y="70"/>
                    <a:pt x="194" y="70"/>
                  </a:cubicBezTo>
                  <a:cubicBezTo>
                    <a:pt x="192" y="71"/>
                    <a:pt x="189" y="73"/>
                    <a:pt x="187" y="73"/>
                  </a:cubicBezTo>
                  <a:cubicBezTo>
                    <a:pt x="186" y="74"/>
                    <a:pt x="184" y="75"/>
                    <a:pt x="183" y="77"/>
                  </a:cubicBezTo>
                  <a:cubicBezTo>
                    <a:pt x="183" y="77"/>
                    <a:pt x="183" y="79"/>
                    <a:pt x="183" y="79"/>
                  </a:cubicBezTo>
                  <a:cubicBezTo>
                    <a:pt x="183" y="80"/>
                    <a:pt x="184" y="81"/>
                    <a:pt x="185" y="82"/>
                  </a:cubicBezTo>
                  <a:cubicBezTo>
                    <a:pt x="185" y="83"/>
                    <a:pt x="185" y="85"/>
                    <a:pt x="185" y="86"/>
                  </a:cubicBezTo>
                  <a:cubicBezTo>
                    <a:pt x="185" y="87"/>
                    <a:pt x="184" y="89"/>
                    <a:pt x="184" y="89"/>
                  </a:cubicBezTo>
                  <a:cubicBezTo>
                    <a:pt x="185" y="90"/>
                    <a:pt x="187" y="91"/>
                    <a:pt x="187" y="92"/>
                  </a:cubicBezTo>
                  <a:cubicBezTo>
                    <a:pt x="187" y="93"/>
                    <a:pt x="187" y="95"/>
                    <a:pt x="187" y="96"/>
                  </a:cubicBezTo>
                  <a:cubicBezTo>
                    <a:pt x="187" y="98"/>
                    <a:pt x="185" y="101"/>
                    <a:pt x="185" y="103"/>
                  </a:cubicBezTo>
                  <a:cubicBezTo>
                    <a:pt x="185" y="104"/>
                    <a:pt x="184" y="106"/>
                    <a:pt x="184" y="107"/>
                  </a:cubicBezTo>
                  <a:cubicBezTo>
                    <a:pt x="183" y="108"/>
                    <a:pt x="182" y="110"/>
                    <a:pt x="182" y="111"/>
                  </a:cubicBezTo>
                  <a:cubicBezTo>
                    <a:pt x="182" y="112"/>
                    <a:pt x="183" y="114"/>
                    <a:pt x="183" y="115"/>
                  </a:cubicBezTo>
                  <a:cubicBezTo>
                    <a:pt x="182" y="117"/>
                    <a:pt x="180" y="118"/>
                    <a:pt x="180" y="120"/>
                  </a:cubicBezTo>
                  <a:cubicBezTo>
                    <a:pt x="180" y="120"/>
                    <a:pt x="180" y="122"/>
                    <a:pt x="180" y="123"/>
                  </a:cubicBezTo>
                  <a:cubicBezTo>
                    <a:pt x="178" y="124"/>
                    <a:pt x="177" y="125"/>
                    <a:pt x="175" y="125"/>
                  </a:cubicBezTo>
                  <a:cubicBezTo>
                    <a:pt x="175" y="125"/>
                    <a:pt x="174" y="124"/>
                    <a:pt x="173" y="124"/>
                  </a:cubicBezTo>
                  <a:cubicBezTo>
                    <a:pt x="172" y="124"/>
                    <a:pt x="171" y="124"/>
                    <a:pt x="171" y="124"/>
                  </a:cubicBezTo>
                  <a:cubicBezTo>
                    <a:pt x="170" y="125"/>
                    <a:pt x="169" y="128"/>
                    <a:pt x="168" y="128"/>
                  </a:cubicBezTo>
                  <a:cubicBezTo>
                    <a:pt x="167" y="130"/>
                    <a:pt x="163" y="130"/>
                    <a:pt x="162" y="130"/>
                  </a:cubicBezTo>
                  <a:cubicBezTo>
                    <a:pt x="160" y="131"/>
                    <a:pt x="157" y="131"/>
                    <a:pt x="156" y="130"/>
                  </a:cubicBezTo>
                  <a:cubicBezTo>
                    <a:pt x="155" y="130"/>
                    <a:pt x="154" y="129"/>
                    <a:pt x="153" y="129"/>
                  </a:cubicBezTo>
                  <a:cubicBezTo>
                    <a:pt x="152" y="129"/>
                    <a:pt x="149" y="129"/>
                    <a:pt x="149" y="130"/>
                  </a:cubicBezTo>
                  <a:cubicBezTo>
                    <a:pt x="148" y="130"/>
                    <a:pt x="148" y="132"/>
                    <a:pt x="148" y="133"/>
                  </a:cubicBezTo>
                  <a:cubicBezTo>
                    <a:pt x="148" y="133"/>
                    <a:pt x="146" y="134"/>
                    <a:pt x="146" y="134"/>
                  </a:cubicBezTo>
                  <a:cubicBezTo>
                    <a:pt x="145" y="135"/>
                    <a:pt x="145" y="137"/>
                    <a:pt x="145" y="138"/>
                  </a:cubicBezTo>
                  <a:cubicBezTo>
                    <a:pt x="144" y="139"/>
                    <a:pt x="142" y="140"/>
                    <a:pt x="141" y="141"/>
                  </a:cubicBezTo>
                  <a:cubicBezTo>
                    <a:pt x="139" y="141"/>
                    <a:pt x="136" y="141"/>
                    <a:pt x="135" y="141"/>
                  </a:cubicBezTo>
                  <a:cubicBezTo>
                    <a:pt x="134" y="140"/>
                    <a:pt x="132" y="140"/>
                    <a:pt x="131" y="139"/>
                  </a:cubicBezTo>
                  <a:cubicBezTo>
                    <a:pt x="129" y="139"/>
                    <a:pt x="125" y="138"/>
                    <a:pt x="123" y="137"/>
                  </a:cubicBezTo>
                  <a:cubicBezTo>
                    <a:pt x="122" y="137"/>
                    <a:pt x="120" y="136"/>
                    <a:pt x="119" y="135"/>
                  </a:cubicBezTo>
                  <a:cubicBezTo>
                    <a:pt x="118" y="135"/>
                    <a:pt x="116" y="133"/>
                    <a:pt x="115" y="132"/>
                  </a:cubicBezTo>
                  <a:cubicBezTo>
                    <a:pt x="115" y="131"/>
                    <a:pt x="114" y="128"/>
                    <a:pt x="113" y="128"/>
                  </a:cubicBezTo>
                  <a:cubicBezTo>
                    <a:pt x="112" y="127"/>
                    <a:pt x="110" y="127"/>
                    <a:pt x="109" y="127"/>
                  </a:cubicBezTo>
                  <a:cubicBezTo>
                    <a:pt x="108" y="127"/>
                    <a:pt x="106" y="127"/>
                    <a:pt x="105" y="128"/>
                  </a:cubicBezTo>
                  <a:cubicBezTo>
                    <a:pt x="105" y="128"/>
                    <a:pt x="105" y="128"/>
                    <a:pt x="105" y="128"/>
                  </a:cubicBezTo>
                  <a:cubicBezTo>
                    <a:pt x="103" y="127"/>
                    <a:pt x="102" y="126"/>
                    <a:pt x="101" y="125"/>
                  </a:cubicBezTo>
                  <a:cubicBezTo>
                    <a:pt x="99" y="124"/>
                    <a:pt x="97" y="123"/>
                    <a:pt x="95" y="122"/>
                  </a:cubicBezTo>
                  <a:cubicBezTo>
                    <a:pt x="93" y="122"/>
                    <a:pt x="89" y="122"/>
                    <a:pt x="87" y="122"/>
                  </a:cubicBezTo>
                  <a:cubicBezTo>
                    <a:pt x="85" y="121"/>
                    <a:pt x="82" y="120"/>
                    <a:pt x="81" y="120"/>
                  </a:cubicBezTo>
                  <a:cubicBezTo>
                    <a:pt x="80" y="119"/>
                    <a:pt x="78" y="117"/>
                    <a:pt x="77" y="117"/>
                  </a:cubicBezTo>
                  <a:cubicBezTo>
                    <a:pt x="76" y="116"/>
                    <a:pt x="74" y="117"/>
                    <a:pt x="73" y="117"/>
                  </a:cubicBezTo>
                  <a:cubicBezTo>
                    <a:pt x="71" y="116"/>
                    <a:pt x="68" y="115"/>
                    <a:pt x="67" y="115"/>
                  </a:cubicBezTo>
                  <a:cubicBezTo>
                    <a:pt x="65" y="115"/>
                    <a:pt x="63" y="116"/>
                    <a:pt x="62" y="116"/>
                  </a:cubicBezTo>
                  <a:cubicBezTo>
                    <a:pt x="62" y="117"/>
                    <a:pt x="63" y="120"/>
                    <a:pt x="62" y="121"/>
                  </a:cubicBezTo>
                  <a:cubicBezTo>
                    <a:pt x="62" y="121"/>
                    <a:pt x="60" y="122"/>
                    <a:pt x="59" y="122"/>
                  </a:cubicBezTo>
                  <a:cubicBezTo>
                    <a:pt x="58" y="123"/>
                    <a:pt x="56" y="123"/>
                    <a:pt x="55" y="123"/>
                  </a:cubicBezTo>
                  <a:cubicBezTo>
                    <a:pt x="54" y="123"/>
                    <a:pt x="51" y="125"/>
                    <a:pt x="50" y="125"/>
                  </a:cubicBezTo>
                  <a:cubicBezTo>
                    <a:pt x="49" y="126"/>
                    <a:pt x="46" y="127"/>
                    <a:pt x="45" y="127"/>
                  </a:cubicBezTo>
                  <a:cubicBezTo>
                    <a:pt x="43" y="127"/>
                    <a:pt x="40" y="126"/>
                    <a:pt x="38" y="126"/>
                  </a:cubicBezTo>
                  <a:cubicBezTo>
                    <a:pt x="37" y="126"/>
                    <a:pt x="34" y="128"/>
                    <a:pt x="32" y="128"/>
                  </a:cubicBezTo>
                  <a:cubicBezTo>
                    <a:pt x="31" y="129"/>
                    <a:pt x="29" y="131"/>
                    <a:pt x="28" y="132"/>
                  </a:cubicBezTo>
                  <a:cubicBezTo>
                    <a:pt x="27" y="132"/>
                    <a:pt x="24" y="132"/>
                    <a:pt x="23" y="132"/>
                  </a:cubicBezTo>
                  <a:cubicBezTo>
                    <a:pt x="21" y="132"/>
                    <a:pt x="16" y="132"/>
                    <a:pt x="14" y="131"/>
                  </a:cubicBezTo>
                  <a:cubicBezTo>
                    <a:pt x="13" y="130"/>
                    <a:pt x="12" y="128"/>
                    <a:pt x="10" y="128"/>
                  </a:cubicBezTo>
                  <a:cubicBezTo>
                    <a:pt x="11" y="126"/>
                    <a:pt x="12" y="124"/>
                    <a:pt x="12" y="123"/>
                  </a:cubicBezTo>
                  <a:cubicBezTo>
                    <a:pt x="12" y="120"/>
                    <a:pt x="12" y="116"/>
                    <a:pt x="12" y="113"/>
                  </a:cubicBezTo>
                  <a:cubicBezTo>
                    <a:pt x="11" y="111"/>
                    <a:pt x="10" y="106"/>
                    <a:pt x="9" y="103"/>
                  </a:cubicBezTo>
                  <a:cubicBezTo>
                    <a:pt x="8" y="102"/>
                    <a:pt x="5" y="100"/>
                    <a:pt x="5" y="98"/>
                  </a:cubicBezTo>
                  <a:cubicBezTo>
                    <a:pt x="4" y="97"/>
                    <a:pt x="3" y="93"/>
                    <a:pt x="2" y="92"/>
                  </a:cubicBezTo>
                  <a:cubicBezTo>
                    <a:pt x="2" y="90"/>
                    <a:pt x="2" y="86"/>
                    <a:pt x="2" y="85"/>
                  </a:cubicBezTo>
                  <a:cubicBezTo>
                    <a:pt x="1" y="83"/>
                    <a:pt x="2" y="79"/>
                    <a:pt x="2" y="77"/>
                  </a:cubicBezTo>
                  <a:cubicBezTo>
                    <a:pt x="1" y="76"/>
                    <a:pt x="0" y="74"/>
                    <a:pt x="0" y="72"/>
                  </a:cubicBezTo>
                  <a:cubicBezTo>
                    <a:pt x="0" y="71"/>
                    <a:pt x="0" y="68"/>
                    <a:pt x="1" y="67"/>
                  </a:cubicBezTo>
                  <a:cubicBezTo>
                    <a:pt x="1" y="66"/>
                    <a:pt x="3" y="64"/>
                    <a:pt x="3" y="63"/>
                  </a:cubicBezTo>
                  <a:cubicBezTo>
                    <a:pt x="4" y="61"/>
                    <a:pt x="4" y="58"/>
                    <a:pt x="5" y="57"/>
                  </a:cubicBezTo>
                  <a:cubicBezTo>
                    <a:pt x="6" y="56"/>
                    <a:pt x="8" y="54"/>
                    <a:pt x="9" y="54"/>
                  </a:cubicBezTo>
                  <a:cubicBezTo>
                    <a:pt x="11" y="54"/>
                    <a:pt x="15" y="54"/>
                    <a:pt x="17" y="54"/>
                  </a:cubicBezTo>
                  <a:cubicBezTo>
                    <a:pt x="18" y="54"/>
                    <a:pt x="20" y="53"/>
                    <a:pt x="22" y="53"/>
                  </a:cubicBezTo>
                  <a:cubicBezTo>
                    <a:pt x="23" y="53"/>
                    <a:pt x="27" y="51"/>
                    <a:pt x="29" y="50"/>
                  </a:cubicBezTo>
                  <a:cubicBezTo>
                    <a:pt x="29" y="50"/>
                    <a:pt x="31" y="49"/>
                    <a:pt x="31" y="48"/>
                  </a:cubicBezTo>
                  <a:cubicBezTo>
                    <a:pt x="32" y="47"/>
                    <a:pt x="34" y="45"/>
                    <a:pt x="34" y="43"/>
                  </a:cubicBezTo>
                  <a:cubicBezTo>
                    <a:pt x="34" y="43"/>
                    <a:pt x="34" y="41"/>
                    <a:pt x="35" y="40"/>
                  </a:cubicBezTo>
                  <a:cubicBezTo>
                    <a:pt x="35" y="39"/>
                    <a:pt x="35" y="39"/>
                    <a:pt x="35" y="3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0"/>
            <p:cNvSpPr>
              <a:spLocks/>
            </p:cNvSpPr>
            <p:nvPr/>
          </p:nvSpPr>
          <p:spPr bwMode="auto">
            <a:xfrm>
              <a:off x="4116388" y="4048125"/>
              <a:ext cx="15875" cy="20638"/>
            </a:xfrm>
            <a:custGeom>
              <a:avLst/>
              <a:gdLst/>
              <a:ahLst/>
              <a:cxnLst>
                <a:cxn ang="0">
                  <a:pos x="9" y="1"/>
                </a:cxn>
                <a:cxn ang="0">
                  <a:pos x="9" y="4"/>
                </a:cxn>
                <a:cxn ang="0">
                  <a:pos x="7" y="6"/>
                </a:cxn>
                <a:cxn ang="0">
                  <a:pos x="6" y="10"/>
                </a:cxn>
                <a:cxn ang="0">
                  <a:pos x="4" y="12"/>
                </a:cxn>
                <a:cxn ang="0">
                  <a:pos x="2" y="12"/>
                </a:cxn>
                <a:cxn ang="0">
                  <a:pos x="0" y="11"/>
                </a:cxn>
                <a:cxn ang="0">
                  <a:pos x="1" y="9"/>
                </a:cxn>
                <a:cxn ang="0">
                  <a:pos x="2" y="7"/>
                </a:cxn>
                <a:cxn ang="0">
                  <a:pos x="3" y="7"/>
                </a:cxn>
                <a:cxn ang="0">
                  <a:pos x="3" y="5"/>
                </a:cxn>
                <a:cxn ang="0">
                  <a:pos x="4" y="3"/>
                </a:cxn>
                <a:cxn ang="0">
                  <a:pos x="5" y="2"/>
                </a:cxn>
                <a:cxn ang="0">
                  <a:pos x="6" y="0"/>
                </a:cxn>
                <a:cxn ang="0">
                  <a:pos x="9" y="1"/>
                </a:cxn>
              </a:cxnLst>
              <a:rect l="0" t="0" r="r" b="b"/>
              <a:pathLst>
                <a:path w="9" h="12">
                  <a:moveTo>
                    <a:pt x="9" y="1"/>
                  </a:moveTo>
                  <a:cubicBezTo>
                    <a:pt x="9" y="1"/>
                    <a:pt x="9" y="3"/>
                    <a:pt x="9" y="4"/>
                  </a:cubicBezTo>
                  <a:cubicBezTo>
                    <a:pt x="9" y="4"/>
                    <a:pt x="8" y="6"/>
                    <a:pt x="7" y="6"/>
                  </a:cubicBezTo>
                  <a:cubicBezTo>
                    <a:pt x="7" y="7"/>
                    <a:pt x="6" y="9"/>
                    <a:pt x="6" y="10"/>
                  </a:cubicBezTo>
                  <a:cubicBezTo>
                    <a:pt x="5" y="10"/>
                    <a:pt x="4" y="12"/>
                    <a:pt x="4" y="12"/>
                  </a:cubicBezTo>
                  <a:cubicBezTo>
                    <a:pt x="3" y="12"/>
                    <a:pt x="2" y="12"/>
                    <a:pt x="2" y="12"/>
                  </a:cubicBezTo>
                  <a:cubicBezTo>
                    <a:pt x="1" y="12"/>
                    <a:pt x="1" y="12"/>
                    <a:pt x="0" y="11"/>
                  </a:cubicBezTo>
                  <a:cubicBezTo>
                    <a:pt x="0" y="11"/>
                    <a:pt x="0" y="9"/>
                    <a:pt x="1" y="9"/>
                  </a:cubicBezTo>
                  <a:cubicBezTo>
                    <a:pt x="1" y="8"/>
                    <a:pt x="2" y="7"/>
                    <a:pt x="2" y="7"/>
                  </a:cubicBezTo>
                  <a:cubicBezTo>
                    <a:pt x="2" y="7"/>
                    <a:pt x="3" y="7"/>
                    <a:pt x="3" y="7"/>
                  </a:cubicBezTo>
                  <a:cubicBezTo>
                    <a:pt x="4" y="7"/>
                    <a:pt x="3" y="5"/>
                    <a:pt x="3" y="5"/>
                  </a:cubicBezTo>
                  <a:cubicBezTo>
                    <a:pt x="3" y="4"/>
                    <a:pt x="4" y="3"/>
                    <a:pt x="4" y="3"/>
                  </a:cubicBezTo>
                  <a:cubicBezTo>
                    <a:pt x="4" y="3"/>
                    <a:pt x="5" y="3"/>
                    <a:pt x="5" y="2"/>
                  </a:cubicBezTo>
                  <a:cubicBezTo>
                    <a:pt x="6" y="2"/>
                    <a:pt x="6" y="1"/>
                    <a:pt x="6" y="0"/>
                  </a:cubicBezTo>
                  <a:cubicBezTo>
                    <a:pt x="7" y="0"/>
                    <a:pt x="8" y="0"/>
                    <a:pt x="9"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1"/>
            <p:cNvSpPr>
              <a:spLocks/>
            </p:cNvSpPr>
            <p:nvPr/>
          </p:nvSpPr>
          <p:spPr bwMode="auto">
            <a:xfrm>
              <a:off x="3925888" y="4025900"/>
              <a:ext cx="392112" cy="349250"/>
            </a:xfrm>
            <a:custGeom>
              <a:avLst/>
              <a:gdLst/>
              <a:ahLst/>
              <a:cxnLst>
                <a:cxn ang="0">
                  <a:pos x="69" y="51"/>
                </a:cxn>
                <a:cxn ang="0">
                  <a:pos x="85" y="54"/>
                </a:cxn>
                <a:cxn ang="0">
                  <a:pos x="91" y="47"/>
                </a:cxn>
                <a:cxn ang="0">
                  <a:pos x="96" y="49"/>
                </a:cxn>
                <a:cxn ang="0">
                  <a:pos x="107" y="57"/>
                </a:cxn>
                <a:cxn ang="0">
                  <a:pos x="114" y="37"/>
                </a:cxn>
                <a:cxn ang="0">
                  <a:pos x="126" y="21"/>
                </a:cxn>
                <a:cxn ang="0">
                  <a:pos x="132" y="9"/>
                </a:cxn>
                <a:cxn ang="0">
                  <a:pos x="146" y="9"/>
                </a:cxn>
                <a:cxn ang="0">
                  <a:pos x="162" y="6"/>
                </a:cxn>
                <a:cxn ang="0">
                  <a:pos x="171" y="4"/>
                </a:cxn>
                <a:cxn ang="0">
                  <a:pos x="177" y="17"/>
                </a:cxn>
                <a:cxn ang="0">
                  <a:pos x="173" y="34"/>
                </a:cxn>
                <a:cxn ang="0">
                  <a:pos x="175" y="51"/>
                </a:cxn>
                <a:cxn ang="0">
                  <a:pos x="180" y="59"/>
                </a:cxn>
                <a:cxn ang="0">
                  <a:pos x="187" y="74"/>
                </a:cxn>
                <a:cxn ang="0">
                  <a:pos x="209" y="74"/>
                </a:cxn>
                <a:cxn ang="0">
                  <a:pos x="220" y="83"/>
                </a:cxn>
                <a:cxn ang="0">
                  <a:pos x="227" y="102"/>
                </a:cxn>
                <a:cxn ang="0">
                  <a:pos x="222" y="115"/>
                </a:cxn>
                <a:cxn ang="0">
                  <a:pos x="217" y="129"/>
                </a:cxn>
                <a:cxn ang="0">
                  <a:pos x="212" y="143"/>
                </a:cxn>
                <a:cxn ang="0">
                  <a:pos x="214" y="155"/>
                </a:cxn>
                <a:cxn ang="0">
                  <a:pos x="190" y="151"/>
                </a:cxn>
                <a:cxn ang="0">
                  <a:pos x="176" y="158"/>
                </a:cxn>
                <a:cxn ang="0">
                  <a:pos x="162" y="161"/>
                </a:cxn>
                <a:cxn ang="0">
                  <a:pos x="148" y="151"/>
                </a:cxn>
                <a:cxn ang="0">
                  <a:pos x="127" y="158"/>
                </a:cxn>
                <a:cxn ang="0">
                  <a:pos x="114" y="169"/>
                </a:cxn>
                <a:cxn ang="0">
                  <a:pos x="114" y="192"/>
                </a:cxn>
                <a:cxn ang="0">
                  <a:pos x="101" y="203"/>
                </a:cxn>
                <a:cxn ang="0">
                  <a:pos x="95" y="185"/>
                </a:cxn>
                <a:cxn ang="0">
                  <a:pos x="83" y="192"/>
                </a:cxn>
                <a:cxn ang="0">
                  <a:pos x="79" y="182"/>
                </a:cxn>
                <a:cxn ang="0">
                  <a:pos x="62" y="181"/>
                </a:cxn>
                <a:cxn ang="0">
                  <a:pos x="54" y="187"/>
                </a:cxn>
                <a:cxn ang="0">
                  <a:pos x="46" y="178"/>
                </a:cxn>
                <a:cxn ang="0">
                  <a:pos x="29" y="167"/>
                </a:cxn>
                <a:cxn ang="0">
                  <a:pos x="6" y="176"/>
                </a:cxn>
                <a:cxn ang="0">
                  <a:pos x="2" y="164"/>
                </a:cxn>
                <a:cxn ang="0">
                  <a:pos x="6" y="156"/>
                </a:cxn>
                <a:cxn ang="0">
                  <a:pos x="16" y="142"/>
                </a:cxn>
                <a:cxn ang="0">
                  <a:pos x="29" y="127"/>
                </a:cxn>
                <a:cxn ang="0">
                  <a:pos x="43" y="110"/>
                </a:cxn>
                <a:cxn ang="0">
                  <a:pos x="52" y="98"/>
                </a:cxn>
                <a:cxn ang="0">
                  <a:pos x="55" y="85"/>
                </a:cxn>
                <a:cxn ang="0">
                  <a:pos x="58" y="70"/>
                </a:cxn>
                <a:cxn ang="0">
                  <a:pos x="62" y="54"/>
                </a:cxn>
              </a:cxnLst>
              <a:rect l="0" t="0" r="r" b="b"/>
              <a:pathLst>
                <a:path w="229" h="204">
                  <a:moveTo>
                    <a:pt x="62" y="52"/>
                  </a:moveTo>
                  <a:cubicBezTo>
                    <a:pt x="63" y="52"/>
                    <a:pt x="63" y="52"/>
                    <a:pt x="63" y="51"/>
                  </a:cubicBezTo>
                  <a:cubicBezTo>
                    <a:pt x="64" y="51"/>
                    <a:pt x="66" y="51"/>
                    <a:pt x="67" y="51"/>
                  </a:cubicBezTo>
                  <a:cubicBezTo>
                    <a:pt x="67" y="51"/>
                    <a:pt x="69" y="51"/>
                    <a:pt x="69" y="51"/>
                  </a:cubicBezTo>
                  <a:cubicBezTo>
                    <a:pt x="71" y="51"/>
                    <a:pt x="73" y="49"/>
                    <a:pt x="74" y="49"/>
                  </a:cubicBezTo>
                  <a:cubicBezTo>
                    <a:pt x="76" y="49"/>
                    <a:pt x="78" y="49"/>
                    <a:pt x="79" y="49"/>
                  </a:cubicBezTo>
                  <a:cubicBezTo>
                    <a:pt x="80" y="50"/>
                    <a:pt x="81" y="53"/>
                    <a:pt x="82" y="53"/>
                  </a:cubicBezTo>
                  <a:cubicBezTo>
                    <a:pt x="83" y="54"/>
                    <a:pt x="84" y="54"/>
                    <a:pt x="85" y="54"/>
                  </a:cubicBezTo>
                  <a:cubicBezTo>
                    <a:pt x="85" y="53"/>
                    <a:pt x="86" y="52"/>
                    <a:pt x="86" y="51"/>
                  </a:cubicBezTo>
                  <a:cubicBezTo>
                    <a:pt x="86" y="51"/>
                    <a:pt x="85" y="49"/>
                    <a:pt x="86" y="48"/>
                  </a:cubicBezTo>
                  <a:cubicBezTo>
                    <a:pt x="86" y="48"/>
                    <a:pt x="87" y="48"/>
                    <a:pt x="87" y="47"/>
                  </a:cubicBezTo>
                  <a:cubicBezTo>
                    <a:pt x="88" y="47"/>
                    <a:pt x="90" y="47"/>
                    <a:pt x="91" y="47"/>
                  </a:cubicBezTo>
                  <a:cubicBezTo>
                    <a:pt x="91" y="47"/>
                    <a:pt x="92" y="46"/>
                    <a:pt x="92" y="45"/>
                  </a:cubicBezTo>
                  <a:cubicBezTo>
                    <a:pt x="93" y="45"/>
                    <a:pt x="94" y="45"/>
                    <a:pt x="95" y="44"/>
                  </a:cubicBezTo>
                  <a:cubicBezTo>
                    <a:pt x="95" y="45"/>
                    <a:pt x="95" y="45"/>
                    <a:pt x="95" y="46"/>
                  </a:cubicBezTo>
                  <a:cubicBezTo>
                    <a:pt x="95" y="47"/>
                    <a:pt x="95" y="48"/>
                    <a:pt x="96" y="49"/>
                  </a:cubicBezTo>
                  <a:cubicBezTo>
                    <a:pt x="96" y="50"/>
                    <a:pt x="98" y="50"/>
                    <a:pt x="99" y="51"/>
                  </a:cubicBezTo>
                  <a:cubicBezTo>
                    <a:pt x="99" y="51"/>
                    <a:pt x="99" y="53"/>
                    <a:pt x="100" y="54"/>
                  </a:cubicBezTo>
                  <a:cubicBezTo>
                    <a:pt x="100" y="55"/>
                    <a:pt x="101" y="57"/>
                    <a:pt x="102" y="57"/>
                  </a:cubicBezTo>
                  <a:cubicBezTo>
                    <a:pt x="103" y="58"/>
                    <a:pt x="106" y="58"/>
                    <a:pt x="107" y="57"/>
                  </a:cubicBezTo>
                  <a:cubicBezTo>
                    <a:pt x="107" y="57"/>
                    <a:pt x="108" y="55"/>
                    <a:pt x="109" y="54"/>
                  </a:cubicBezTo>
                  <a:cubicBezTo>
                    <a:pt x="109" y="53"/>
                    <a:pt x="108" y="50"/>
                    <a:pt x="108" y="49"/>
                  </a:cubicBezTo>
                  <a:cubicBezTo>
                    <a:pt x="109" y="48"/>
                    <a:pt x="110" y="46"/>
                    <a:pt x="110" y="45"/>
                  </a:cubicBezTo>
                  <a:cubicBezTo>
                    <a:pt x="111" y="43"/>
                    <a:pt x="113" y="39"/>
                    <a:pt x="114" y="37"/>
                  </a:cubicBezTo>
                  <a:cubicBezTo>
                    <a:pt x="115" y="36"/>
                    <a:pt x="116" y="33"/>
                    <a:pt x="117" y="32"/>
                  </a:cubicBezTo>
                  <a:cubicBezTo>
                    <a:pt x="117" y="31"/>
                    <a:pt x="119" y="30"/>
                    <a:pt x="119" y="29"/>
                  </a:cubicBezTo>
                  <a:cubicBezTo>
                    <a:pt x="120" y="28"/>
                    <a:pt x="122" y="25"/>
                    <a:pt x="123" y="24"/>
                  </a:cubicBezTo>
                  <a:cubicBezTo>
                    <a:pt x="124" y="23"/>
                    <a:pt x="125" y="21"/>
                    <a:pt x="126" y="21"/>
                  </a:cubicBezTo>
                  <a:cubicBezTo>
                    <a:pt x="126" y="20"/>
                    <a:pt x="128" y="19"/>
                    <a:pt x="128" y="18"/>
                  </a:cubicBezTo>
                  <a:cubicBezTo>
                    <a:pt x="128" y="17"/>
                    <a:pt x="128" y="15"/>
                    <a:pt x="129" y="14"/>
                  </a:cubicBezTo>
                  <a:cubicBezTo>
                    <a:pt x="129" y="13"/>
                    <a:pt x="131" y="11"/>
                    <a:pt x="131" y="10"/>
                  </a:cubicBezTo>
                  <a:cubicBezTo>
                    <a:pt x="131" y="10"/>
                    <a:pt x="132" y="9"/>
                    <a:pt x="132" y="9"/>
                  </a:cubicBezTo>
                  <a:cubicBezTo>
                    <a:pt x="133" y="9"/>
                    <a:pt x="133" y="10"/>
                    <a:pt x="134" y="10"/>
                  </a:cubicBezTo>
                  <a:cubicBezTo>
                    <a:pt x="135" y="10"/>
                    <a:pt x="136" y="9"/>
                    <a:pt x="137" y="9"/>
                  </a:cubicBezTo>
                  <a:cubicBezTo>
                    <a:pt x="137" y="9"/>
                    <a:pt x="139" y="9"/>
                    <a:pt x="140" y="9"/>
                  </a:cubicBezTo>
                  <a:cubicBezTo>
                    <a:pt x="142" y="9"/>
                    <a:pt x="144" y="9"/>
                    <a:pt x="146" y="9"/>
                  </a:cubicBezTo>
                  <a:cubicBezTo>
                    <a:pt x="147" y="9"/>
                    <a:pt x="149" y="10"/>
                    <a:pt x="151" y="10"/>
                  </a:cubicBezTo>
                  <a:cubicBezTo>
                    <a:pt x="152" y="10"/>
                    <a:pt x="154" y="11"/>
                    <a:pt x="155" y="10"/>
                  </a:cubicBezTo>
                  <a:cubicBezTo>
                    <a:pt x="156" y="10"/>
                    <a:pt x="158" y="10"/>
                    <a:pt x="159" y="9"/>
                  </a:cubicBezTo>
                  <a:cubicBezTo>
                    <a:pt x="160" y="8"/>
                    <a:pt x="162" y="7"/>
                    <a:pt x="162" y="6"/>
                  </a:cubicBezTo>
                  <a:cubicBezTo>
                    <a:pt x="163" y="5"/>
                    <a:pt x="163" y="3"/>
                    <a:pt x="163" y="2"/>
                  </a:cubicBezTo>
                  <a:cubicBezTo>
                    <a:pt x="164" y="2"/>
                    <a:pt x="165" y="1"/>
                    <a:pt x="166" y="1"/>
                  </a:cubicBezTo>
                  <a:cubicBezTo>
                    <a:pt x="167" y="0"/>
                    <a:pt x="168" y="0"/>
                    <a:pt x="169" y="1"/>
                  </a:cubicBezTo>
                  <a:cubicBezTo>
                    <a:pt x="170" y="1"/>
                    <a:pt x="170" y="3"/>
                    <a:pt x="171" y="4"/>
                  </a:cubicBezTo>
                  <a:cubicBezTo>
                    <a:pt x="171" y="4"/>
                    <a:pt x="171" y="6"/>
                    <a:pt x="172" y="7"/>
                  </a:cubicBezTo>
                  <a:cubicBezTo>
                    <a:pt x="172" y="7"/>
                    <a:pt x="173" y="9"/>
                    <a:pt x="174" y="10"/>
                  </a:cubicBezTo>
                  <a:cubicBezTo>
                    <a:pt x="174" y="11"/>
                    <a:pt x="174" y="13"/>
                    <a:pt x="175" y="14"/>
                  </a:cubicBezTo>
                  <a:cubicBezTo>
                    <a:pt x="175" y="15"/>
                    <a:pt x="177" y="16"/>
                    <a:pt x="177" y="17"/>
                  </a:cubicBezTo>
                  <a:cubicBezTo>
                    <a:pt x="177" y="18"/>
                    <a:pt x="177" y="21"/>
                    <a:pt x="177" y="22"/>
                  </a:cubicBezTo>
                  <a:cubicBezTo>
                    <a:pt x="177" y="23"/>
                    <a:pt x="176" y="26"/>
                    <a:pt x="176" y="27"/>
                  </a:cubicBezTo>
                  <a:cubicBezTo>
                    <a:pt x="175" y="28"/>
                    <a:pt x="172" y="30"/>
                    <a:pt x="172" y="31"/>
                  </a:cubicBezTo>
                  <a:cubicBezTo>
                    <a:pt x="172" y="32"/>
                    <a:pt x="173" y="33"/>
                    <a:pt x="173" y="34"/>
                  </a:cubicBezTo>
                  <a:cubicBezTo>
                    <a:pt x="174" y="34"/>
                    <a:pt x="175" y="35"/>
                    <a:pt x="175" y="36"/>
                  </a:cubicBezTo>
                  <a:cubicBezTo>
                    <a:pt x="175" y="37"/>
                    <a:pt x="174" y="39"/>
                    <a:pt x="174" y="40"/>
                  </a:cubicBezTo>
                  <a:cubicBezTo>
                    <a:pt x="174" y="42"/>
                    <a:pt x="173" y="45"/>
                    <a:pt x="174" y="46"/>
                  </a:cubicBezTo>
                  <a:cubicBezTo>
                    <a:pt x="174" y="47"/>
                    <a:pt x="175" y="50"/>
                    <a:pt x="175" y="51"/>
                  </a:cubicBezTo>
                  <a:cubicBezTo>
                    <a:pt x="176" y="52"/>
                    <a:pt x="177" y="52"/>
                    <a:pt x="177" y="53"/>
                  </a:cubicBezTo>
                  <a:cubicBezTo>
                    <a:pt x="177" y="54"/>
                    <a:pt x="175" y="56"/>
                    <a:pt x="175" y="57"/>
                  </a:cubicBezTo>
                  <a:cubicBezTo>
                    <a:pt x="176" y="57"/>
                    <a:pt x="177" y="58"/>
                    <a:pt x="177" y="59"/>
                  </a:cubicBezTo>
                  <a:cubicBezTo>
                    <a:pt x="178" y="59"/>
                    <a:pt x="180" y="58"/>
                    <a:pt x="180" y="59"/>
                  </a:cubicBezTo>
                  <a:cubicBezTo>
                    <a:pt x="181" y="59"/>
                    <a:pt x="182" y="61"/>
                    <a:pt x="182" y="62"/>
                  </a:cubicBezTo>
                  <a:cubicBezTo>
                    <a:pt x="182" y="64"/>
                    <a:pt x="182" y="67"/>
                    <a:pt x="183" y="69"/>
                  </a:cubicBezTo>
                  <a:cubicBezTo>
                    <a:pt x="183" y="70"/>
                    <a:pt x="183" y="72"/>
                    <a:pt x="184" y="73"/>
                  </a:cubicBezTo>
                  <a:cubicBezTo>
                    <a:pt x="185" y="74"/>
                    <a:pt x="187" y="74"/>
                    <a:pt x="187" y="74"/>
                  </a:cubicBezTo>
                  <a:cubicBezTo>
                    <a:pt x="189" y="74"/>
                    <a:pt x="191" y="72"/>
                    <a:pt x="193" y="72"/>
                  </a:cubicBezTo>
                  <a:cubicBezTo>
                    <a:pt x="194" y="72"/>
                    <a:pt x="197" y="72"/>
                    <a:pt x="199" y="73"/>
                  </a:cubicBezTo>
                  <a:cubicBezTo>
                    <a:pt x="200" y="73"/>
                    <a:pt x="202" y="75"/>
                    <a:pt x="203" y="75"/>
                  </a:cubicBezTo>
                  <a:cubicBezTo>
                    <a:pt x="204" y="76"/>
                    <a:pt x="207" y="75"/>
                    <a:pt x="209" y="74"/>
                  </a:cubicBezTo>
                  <a:cubicBezTo>
                    <a:pt x="209" y="74"/>
                    <a:pt x="209" y="74"/>
                    <a:pt x="210" y="74"/>
                  </a:cubicBezTo>
                  <a:cubicBezTo>
                    <a:pt x="210" y="75"/>
                    <a:pt x="210" y="76"/>
                    <a:pt x="210" y="77"/>
                  </a:cubicBezTo>
                  <a:cubicBezTo>
                    <a:pt x="211" y="78"/>
                    <a:pt x="213" y="80"/>
                    <a:pt x="214" y="80"/>
                  </a:cubicBezTo>
                  <a:cubicBezTo>
                    <a:pt x="215" y="81"/>
                    <a:pt x="218" y="82"/>
                    <a:pt x="220" y="83"/>
                  </a:cubicBezTo>
                  <a:cubicBezTo>
                    <a:pt x="221" y="84"/>
                    <a:pt x="224" y="85"/>
                    <a:pt x="225" y="86"/>
                  </a:cubicBezTo>
                  <a:cubicBezTo>
                    <a:pt x="226" y="88"/>
                    <a:pt x="227" y="91"/>
                    <a:pt x="227" y="92"/>
                  </a:cubicBezTo>
                  <a:cubicBezTo>
                    <a:pt x="228" y="94"/>
                    <a:pt x="229" y="96"/>
                    <a:pt x="229" y="97"/>
                  </a:cubicBezTo>
                  <a:cubicBezTo>
                    <a:pt x="229" y="99"/>
                    <a:pt x="227" y="100"/>
                    <a:pt x="227" y="102"/>
                  </a:cubicBezTo>
                  <a:cubicBezTo>
                    <a:pt x="227" y="102"/>
                    <a:pt x="227" y="104"/>
                    <a:pt x="227" y="105"/>
                  </a:cubicBezTo>
                  <a:cubicBezTo>
                    <a:pt x="227" y="106"/>
                    <a:pt x="226" y="108"/>
                    <a:pt x="226" y="109"/>
                  </a:cubicBezTo>
                  <a:cubicBezTo>
                    <a:pt x="226" y="111"/>
                    <a:pt x="226" y="113"/>
                    <a:pt x="226" y="114"/>
                  </a:cubicBezTo>
                  <a:cubicBezTo>
                    <a:pt x="225" y="115"/>
                    <a:pt x="223" y="115"/>
                    <a:pt x="222" y="115"/>
                  </a:cubicBezTo>
                  <a:cubicBezTo>
                    <a:pt x="221" y="115"/>
                    <a:pt x="219" y="113"/>
                    <a:pt x="219" y="113"/>
                  </a:cubicBezTo>
                  <a:cubicBezTo>
                    <a:pt x="218" y="113"/>
                    <a:pt x="218" y="115"/>
                    <a:pt x="217" y="116"/>
                  </a:cubicBezTo>
                  <a:cubicBezTo>
                    <a:pt x="217" y="117"/>
                    <a:pt x="216" y="121"/>
                    <a:pt x="215" y="123"/>
                  </a:cubicBezTo>
                  <a:cubicBezTo>
                    <a:pt x="215" y="124"/>
                    <a:pt x="216" y="127"/>
                    <a:pt x="217" y="129"/>
                  </a:cubicBezTo>
                  <a:cubicBezTo>
                    <a:pt x="217" y="130"/>
                    <a:pt x="216" y="132"/>
                    <a:pt x="216" y="133"/>
                  </a:cubicBezTo>
                  <a:cubicBezTo>
                    <a:pt x="216" y="134"/>
                    <a:pt x="215" y="136"/>
                    <a:pt x="215" y="137"/>
                  </a:cubicBezTo>
                  <a:cubicBezTo>
                    <a:pt x="214" y="137"/>
                    <a:pt x="213" y="138"/>
                    <a:pt x="213" y="139"/>
                  </a:cubicBezTo>
                  <a:cubicBezTo>
                    <a:pt x="212" y="140"/>
                    <a:pt x="212" y="142"/>
                    <a:pt x="212" y="143"/>
                  </a:cubicBezTo>
                  <a:cubicBezTo>
                    <a:pt x="212" y="143"/>
                    <a:pt x="212" y="145"/>
                    <a:pt x="213" y="146"/>
                  </a:cubicBezTo>
                  <a:cubicBezTo>
                    <a:pt x="213" y="147"/>
                    <a:pt x="216" y="148"/>
                    <a:pt x="216" y="149"/>
                  </a:cubicBezTo>
                  <a:cubicBezTo>
                    <a:pt x="217" y="150"/>
                    <a:pt x="217" y="152"/>
                    <a:pt x="217" y="154"/>
                  </a:cubicBezTo>
                  <a:cubicBezTo>
                    <a:pt x="216" y="154"/>
                    <a:pt x="215" y="154"/>
                    <a:pt x="214" y="155"/>
                  </a:cubicBezTo>
                  <a:cubicBezTo>
                    <a:pt x="213" y="155"/>
                    <a:pt x="211" y="155"/>
                    <a:pt x="210" y="154"/>
                  </a:cubicBezTo>
                  <a:cubicBezTo>
                    <a:pt x="209" y="154"/>
                    <a:pt x="208" y="152"/>
                    <a:pt x="207" y="152"/>
                  </a:cubicBezTo>
                  <a:cubicBezTo>
                    <a:pt x="204" y="151"/>
                    <a:pt x="198" y="152"/>
                    <a:pt x="195" y="152"/>
                  </a:cubicBezTo>
                  <a:cubicBezTo>
                    <a:pt x="194" y="152"/>
                    <a:pt x="191" y="152"/>
                    <a:pt x="190" y="151"/>
                  </a:cubicBezTo>
                  <a:cubicBezTo>
                    <a:pt x="188" y="151"/>
                    <a:pt x="186" y="150"/>
                    <a:pt x="185" y="151"/>
                  </a:cubicBezTo>
                  <a:cubicBezTo>
                    <a:pt x="184" y="151"/>
                    <a:pt x="182" y="151"/>
                    <a:pt x="181" y="151"/>
                  </a:cubicBezTo>
                  <a:cubicBezTo>
                    <a:pt x="180" y="152"/>
                    <a:pt x="180" y="155"/>
                    <a:pt x="179" y="156"/>
                  </a:cubicBezTo>
                  <a:cubicBezTo>
                    <a:pt x="179" y="156"/>
                    <a:pt x="177" y="158"/>
                    <a:pt x="176" y="158"/>
                  </a:cubicBezTo>
                  <a:cubicBezTo>
                    <a:pt x="175" y="159"/>
                    <a:pt x="172" y="159"/>
                    <a:pt x="171" y="159"/>
                  </a:cubicBezTo>
                  <a:cubicBezTo>
                    <a:pt x="170" y="160"/>
                    <a:pt x="170" y="163"/>
                    <a:pt x="169" y="164"/>
                  </a:cubicBezTo>
                  <a:cubicBezTo>
                    <a:pt x="167" y="164"/>
                    <a:pt x="164" y="164"/>
                    <a:pt x="163" y="164"/>
                  </a:cubicBezTo>
                  <a:cubicBezTo>
                    <a:pt x="162" y="163"/>
                    <a:pt x="162" y="162"/>
                    <a:pt x="162" y="161"/>
                  </a:cubicBezTo>
                  <a:cubicBezTo>
                    <a:pt x="161" y="160"/>
                    <a:pt x="159" y="159"/>
                    <a:pt x="158" y="158"/>
                  </a:cubicBezTo>
                  <a:cubicBezTo>
                    <a:pt x="157" y="157"/>
                    <a:pt x="155" y="155"/>
                    <a:pt x="154" y="154"/>
                  </a:cubicBezTo>
                  <a:cubicBezTo>
                    <a:pt x="153" y="153"/>
                    <a:pt x="153" y="152"/>
                    <a:pt x="152" y="151"/>
                  </a:cubicBezTo>
                  <a:cubicBezTo>
                    <a:pt x="151" y="151"/>
                    <a:pt x="149" y="151"/>
                    <a:pt x="148" y="151"/>
                  </a:cubicBezTo>
                  <a:cubicBezTo>
                    <a:pt x="147" y="151"/>
                    <a:pt x="145" y="151"/>
                    <a:pt x="143" y="152"/>
                  </a:cubicBezTo>
                  <a:cubicBezTo>
                    <a:pt x="142" y="152"/>
                    <a:pt x="140" y="153"/>
                    <a:pt x="139" y="153"/>
                  </a:cubicBezTo>
                  <a:cubicBezTo>
                    <a:pt x="137" y="154"/>
                    <a:pt x="135" y="156"/>
                    <a:pt x="133" y="156"/>
                  </a:cubicBezTo>
                  <a:cubicBezTo>
                    <a:pt x="132" y="157"/>
                    <a:pt x="129" y="158"/>
                    <a:pt x="127" y="158"/>
                  </a:cubicBezTo>
                  <a:cubicBezTo>
                    <a:pt x="126" y="159"/>
                    <a:pt x="124" y="159"/>
                    <a:pt x="123" y="160"/>
                  </a:cubicBezTo>
                  <a:cubicBezTo>
                    <a:pt x="121" y="160"/>
                    <a:pt x="120" y="163"/>
                    <a:pt x="119" y="163"/>
                  </a:cubicBezTo>
                  <a:cubicBezTo>
                    <a:pt x="118" y="164"/>
                    <a:pt x="116" y="164"/>
                    <a:pt x="115" y="165"/>
                  </a:cubicBezTo>
                  <a:cubicBezTo>
                    <a:pt x="114" y="165"/>
                    <a:pt x="114" y="168"/>
                    <a:pt x="114" y="169"/>
                  </a:cubicBezTo>
                  <a:cubicBezTo>
                    <a:pt x="114" y="170"/>
                    <a:pt x="115" y="172"/>
                    <a:pt x="115" y="174"/>
                  </a:cubicBezTo>
                  <a:cubicBezTo>
                    <a:pt x="115" y="175"/>
                    <a:pt x="113" y="178"/>
                    <a:pt x="113" y="179"/>
                  </a:cubicBezTo>
                  <a:cubicBezTo>
                    <a:pt x="113" y="181"/>
                    <a:pt x="113" y="185"/>
                    <a:pt x="113" y="187"/>
                  </a:cubicBezTo>
                  <a:cubicBezTo>
                    <a:pt x="113" y="188"/>
                    <a:pt x="114" y="191"/>
                    <a:pt x="114" y="192"/>
                  </a:cubicBezTo>
                  <a:cubicBezTo>
                    <a:pt x="114" y="193"/>
                    <a:pt x="113" y="195"/>
                    <a:pt x="112" y="196"/>
                  </a:cubicBezTo>
                  <a:cubicBezTo>
                    <a:pt x="111" y="197"/>
                    <a:pt x="110" y="200"/>
                    <a:pt x="108" y="202"/>
                  </a:cubicBezTo>
                  <a:cubicBezTo>
                    <a:pt x="108" y="202"/>
                    <a:pt x="106" y="204"/>
                    <a:pt x="104" y="204"/>
                  </a:cubicBezTo>
                  <a:cubicBezTo>
                    <a:pt x="104" y="204"/>
                    <a:pt x="101" y="204"/>
                    <a:pt x="101" y="203"/>
                  </a:cubicBezTo>
                  <a:cubicBezTo>
                    <a:pt x="100" y="203"/>
                    <a:pt x="100" y="200"/>
                    <a:pt x="100" y="199"/>
                  </a:cubicBezTo>
                  <a:cubicBezTo>
                    <a:pt x="100" y="198"/>
                    <a:pt x="100" y="196"/>
                    <a:pt x="100" y="195"/>
                  </a:cubicBezTo>
                  <a:cubicBezTo>
                    <a:pt x="99" y="194"/>
                    <a:pt x="98" y="191"/>
                    <a:pt x="98" y="190"/>
                  </a:cubicBezTo>
                  <a:cubicBezTo>
                    <a:pt x="97" y="189"/>
                    <a:pt x="96" y="186"/>
                    <a:pt x="95" y="185"/>
                  </a:cubicBezTo>
                  <a:cubicBezTo>
                    <a:pt x="94" y="185"/>
                    <a:pt x="92" y="184"/>
                    <a:pt x="91" y="184"/>
                  </a:cubicBezTo>
                  <a:cubicBezTo>
                    <a:pt x="90" y="184"/>
                    <a:pt x="88" y="184"/>
                    <a:pt x="87" y="185"/>
                  </a:cubicBezTo>
                  <a:cubicBezTo>
                    <a:pt x="86" y="186"/>
                    <a:pt x="87" y="188"/>
                    <a:pt x="86" y="189"/>
                  </a:cubicBezTo>
                  <a:cubicBezTo>
                    <a:pt x="86" y="190"/>
                    <a:pt x="84" y="191"/>
                    <a:pt x="83" y="192"/>
                  </a:cubicBezTo>
                  <a:cubicBezTo>
                    <a:pt x="83" y="192"/>
                    <a:pt x="81" y="193"/>
                    <a:pt x="81" y="193"/>
                  </a:cubicBezTo>
                  <a:cubicBezTo>
                    <a:pt x="80" y="192"/>
                    <a:pt x="79" y="190"/>
                    <a:pt x="79" y="189"/>
                  </a:cubicBezTo>
                  <a:cubicBezTo>
                    <a:pt x="79" y="188"/>
                    <a:pt x="79" y="186"/>
                    <a:pt x="79" y="185"/>
                  </a:cubicBezTo>
                  <a:cubicBezTo>
                    <a:pt x="79" y="184"/>
                    <a:pt x="79" y="183"/>
                    <a:pt x="79" y="182"/>
                  </a:cubicBezTo>
                  <a:cubicBezTo>
                    <a:pt x="78" y="181"/>
                    <a:pt x="76" y="180"/>
                    <a:pt x="75" y="180"/>
                  </a:cubicBezTo>
                  <a:cubicBezTo>
                    <a:pt x="74" y="181"/>
                    <a:pt x="73" y="182"/>
                    <a:pt x="72" y="183"/>
                  </a:cubicBezTo>
                  <a:cubicBezTo>
                    <a:pt x="71" y="183"/>
                    <a:pt x="69" y="184"/>
                    <a:pt x="68" y="184"/>
                  </a:cubicBezTo>
                  <a:cubicBezTo>
                    <a:pt x="66" y="183"/>
                    <a:pt x="64" y="181"/>
                    <a:pt x="62" y="181"/>
                  </a:cubicBezTo>
                  <a:cubicBezTo>
                    <a:pt x="61" y="180"/>
                    <a:pt x="59" y="181"/>
                    <a:pt x="59" y="181"/>
                  </a:cubicBezTo>
                  <a:cubicBezTo>
                    <a:pt x="58" y="182"/>
                    <a:pt x="56" y="184"/>
                    <a:pt x="56" y="185"/>
                  </a:cubicBezTo>
                  <a:cubicBezTo>
                    <a:pt x="56" y="186"/>
                    <a:pt x="55" y="187"/>
                    <a:pt x="55" y="188"/>
                  </a:cubicBezTo>
                  <a:cubicBezTo>
                    <a:pt x="54" y="188"/>
                    <a:pt x="54" y="188"/>
                    <a:pt x="54" y="187"/>
                  </a:cubicBezTo>
                  <a:cubicBezTo>
                    <a:pt x="53" y="187"/>
                    <a:pt x="51" y="187"/>
                    <a:pt x="50" y="186"/>
                  </a:cubicBezTo>
                  <a:cubicBezTo>
                    <a:pt x="50" y="186"/>
                    <a:pt x="49" y="184"/>
                    <a:pt x="48" y="184"/>
                  </a:cubicBezTo>
                  <a:cubicBezTo>
                    <a:pt x="47" y="183"/>
                    <a:pt x="45" y="182"/>
                    <a:pt x="45" y="181"/>
                  </a:cubicBezTo>
                  <a:cubicBezTo>
                    <a:pt x="45" y="180"/>
                    <a:pt x="46" y="179"/>
                    <a:pt x="46" y="178"/>
                  </a:cubicBezTo>
                  <a:cubicBezTo>
                    <a:pt x="46" y="177"/>
                    <a:pt x="46" y="174"/>
                    <a:pt x="45" y="173"/>
                  </a:cubicBezTo>
                  <a:cubicBezTo>
                    <a:pt x="44" y="172"/>
                    <a:pt x="41" y="171"/>
                    <a:pt x="40" y="171"/>
                  </a:cubicBezTo>
                  <a:cubicBezTo>
                    <a:pt x="39" y="170"/>
                    <a:pt x="36" y="170"/>
                    <a:pt x="35" y="169"/>
                  </a:cubicBezTo>
                  <a:cubicBezTo>
                    <a:pt x="33" y="169"/>
                    <a:pt x="31" y="167"/>
                    <a:pt x="29" y="167"/>
                  </a:cubicBezTo>
                  <a:cubicBezTo>
                    <a:pt x="27" y="166"/>
                    <a:pt x="21" y="167"/>
                    <a:pt x="19" y="167"/>
                  </a:cubicBezTo>
                  <a:cubicBezTo>
                    <a:pt x="17" y="167"/>
                    <a:pt x="15" y="168"/>
                    <a:pt x="13" y="169"/>
                  </a:cubicBezTo>
                  <a:cubicBezTo>
                    <a:pt x="12" y="169"/>
                    <a:pt x="10" y="172"/>
                    <a:pt x="9" y="173"/>
                  </a:cubicBezTo>
                  <a:cubicBezTo>
                    <a:pt x="8" y="173"/>
                    <a:pt x="7" y="175"/>
                    <a:pt x="6" y="176"/>
                  </a:cubicBezTo>
                  <a:cubicBezTo>
                    <a:pt x="5" y="176"/>
                    <a:pt x="2" y="175"/>
                    <a:pt x="1" y="174"/>
                  </a:cubicBezTo>
                  <a:cubicBezTo>
                    <a:pt x="1" y="174"/>
                    <a:pt x="0" y="172"/>
                    <a:pt x="0" y="172"/>
                  </a:cubicBezTo>
                  <a:cubicBezTo>
                    <a:pt x="0" y="171"/>
                    <a:pt x="0" y="169"/>
                    <a:pt x="0" y="168"/>
                  </a:cubicBezTo>
                  <a:cubicBezTo>
                    <a:pt x="0" y="167"/>
                    <a:pt x="2" y="165"/>
                    <a:pt x="2" y="164"/>
                  </a:cubicBezTo>
                  <a:cubicBezTo>
                    <a:pt x="2" y="163"/>
                    <a:pt x="2" y="161"/>
                    <a:pt x="1" y="161"/>
                  </a:cubicBezTo>
                  <a:cubicBezTo>
                    <a:pt x="1" y="161"/>
                    <a:pt x="1" y="161"/>
                    <a:pt x="1" y="161"/>
                  </a:cubicBezTo>
                  <a:cubicBezTo>
                    <a:pt x="2" y="160"/>
                    <a:pt x="2" y="160"/>
                    <a:pt x="3" y="160"/>
                  </a:cubicBezTo>
                  <a:cubicBezTo>
                    <a:pt x="4" y="159"/>
                    <a:pt x="5" y="157"/>
                    <a:pt x="6" y="156"/>
                  </a:cubicBezTo>
                  <a:cubicBezTo>
                    <a:pt x="6" y="155"/>
                    <a:pt x="7" y="152"/>
                    <a:pt x="8" y="152"/>
                  </a:cubicBezTo>
                  <a:cubicBezTo>
                    <a:pt x="9" y="151"/>
                    <a:pt x="10" y="150"/>
                    <a:pt x="11" y="150"/>
                  </a:cubicBezTo>
                  <a:cubicBezTo>
                    <a:pt x="11" y="149"/>
                    <a:pt x="11" y="146"/>
                    <a:pt x="12" y="144"/>
                  </a:cubicBezTo>
                  <a:cubicBezTo>
                    <a:pt x="13" y="143"/>
                    <a:pt x="15" y="142"/>
                    <a:pt x="16" y="142"/>
                  </a:cubicBezTo>
                  <a:cubicBezTo>
                    <a:pt x="17" y="141"/>
                    <a:pt x="19" y="139"/>
                    <a:pt x="20" y="138"/>
                  </a:cubicBezTo>
                  <a:cubicBezTo>
                    <a:pt x="20" y="137"/>
                    <a:pt x="21" y="135"/>
                    <a:pt x="22" y="134"/>
                  </a:cubicBezTo>
                  <a:cubicBezTo>
                    <a:pt x="22" y="133"/>
                    <a:pt x="24" y="132"/>
                    <a:pt x="25" y="131"/>
                  </a:cubicBezTo>
                  <a:cubicBezTo>
                    <a:pt x="26" y="130"/>
                    <a:pt x="28" y="128"/>
                    <a:pt x="29" y="127"/>
                  </a:cubicBezTo>
                  <a:cubicBezTo>
                    <a:pt x="30" y="126"/>
                    <a:pt x="34" y="126"/>
                    <a:pt x="35" y="125"/>
                  </a:cubicBezTo>
                  <a:cubicBezTo>
                    <a:pt x="36" y="124"/>
                    <a:pt x="39" y="122"/>
                    <a:pt x="39" y="121"/>
                  </a:cubicBezTo>
                  <a:cubicBezTo>
                    <a:pt x="40" y="120"/>
                    <a:pt x="40" y="117"/>
                    <a:pt x="40" y="116"/>
                  </a:cubicBezTo>
                  <a:cubicBezTo>
                    <a:pt x="41" y="114"/>
                    <a:pt x="42" y="112"/>
                    <a:pt x="43" y="110"/>
                  </a:cubicBezTo>
                  <a:cubicBezTo>
                    <a:pt x="44" y="110"/>
                    <a:pt x="45" y="109"/>
                    <a:pt x="46" y="108"/>
                  </a:cubicBezTo>
                  <a:cubicBezTo>
                    <a:pt x="47" y="107"/>
                    <a:pt x="48" y="105"/>
                    <a:pt x="49" y="104"/>
                  </a:cubicBezTo>
                  <a:cubicBezTo>
                    <a:pt x="49" y="104"/>
                    <a:pt x="50" y="102"/>
                    <a:pt x="50" y="101"/>
                  </a:cubicBezTo>
                  <a:cubicBezTo>
                    <a:pt x="50" y="101"/>
                    <a:pt x="52" y="99"/>
                    <a:pt x="52" y="98"/>
                  </a:cubicBezTo>
                  <a:cubicBezTo>
                    <a:pt x="53" y="98"/>
                    <a:pt x="54" y="98"/>
                    <a:pt x="55" y="97"/>
                  </a:cubicBezTo>
                  <a:cubicBezTo>
                    <a:pt x="55" y="97"/>
                    <a:pt x="56" y="95"/>
                    <a:pt x="56" y="94"/>
                  </a:cubicBezTo>
                  <a:cubicBezTo>
                    <a:pt x="56" y="92"/>
                    <a:pt x="56" y="90"/>
                    <a:pt x="56" y="89"/>
                  </a:cubicBezTo>
                  <a:cubicBezTo>
                    <a:pt x="56" y="88"/>
                    <a:pt x="55" y="86"/>
                    <a:pt x="55" y="85"/>
                  </a:cubicBezTo>
                  <a:cubicBezTo>
                    <a:pt x="55" y="84"/>
                    <a:pt x="56" y="82"/>
                    <a:pt x="56" y="82"/>
                  </a:cubicBezTo>
                  <a:cubicBezTo>
                    <a:pt x="56" y="81"/>
                    <a:pt x="57" y="80"/>
                    <a:pt x="57" y="79"/>
                  </a:cubicBezTo>
                  <a:cubicBezTo>
                    <a:pt x="57" y="78"/>
                    <a:pt x="57" y="77"/>
                    <a:pt x="57" y="76"/>
                  </a:cubicBezTo>
                  <a:cubicBezTo>
                    <a:pt x="58" y="74"/>
                    <a:pt x="58" y="71"/>
                    <a:pt x="58" y="70"/>
                  </a:cubicBezTo>
                  <a:cubicBezTo>
                    <a:pt x="59" y="69"/>
                    <a:pt x="59" y="66"/>
                    <a:pt x="59" y="65"/>
                  </a:cubicBezTo>
                  <a:cubicBezTo>
                    <a:pt x="59" y="64"/>
                    <a:pt x="59" y="63"/>
                    <a:pt x="59" y="62"/>
                  </a:cubicBezTo>
                  <a:cubicBezTo>
                    <a:pt x="60" y="61"/>
                    <a:pt x="61" y="60"/>
                    <a:pt x="61" y="59"/>
                  </a:cubicBezTo>
                  <a:cubicBezTo>
                    <a:pt x="62" y="58"/>
                    <a:pt x="61" y="55"/>
                    <a:pt x="62" y="54"/>
                  </a:cubicBezTo>
                  <a:cubicBezTo>
                    <a:pt x="62" y="54"/>
                    <a:pt x="62" y="53"/>
                    <a:pt x="62" y="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2"/>
            <p:cNvSpPr>
              <a:spLocks/>
            </p:cNvSpPr>
            <p:nvPr/>
          </p:nvSpPr>
          <p:spPr bwMode="auto">
            <a:xfrm>
              <a:off x="3757613" y="4170363"/>
              <a:ext cx="263525" cy="358775"/>
            </a:xfrm>
            <a:custGeom>
              <a:avLst/>
              <a:gdLst/>
              <a:ahLst/>
              <a:cxnLst>
                <a:cxn ang="0">
                  <a:pos x="100" y="80"/>
                </a:cxn>
                <a:cxn ang="0">
                  <a:pos x="99" y="90"/>
                </a:cxn>
                <a:cxn ang="0">
                  <a:pos x="111" y="85"/>
                </a:cxn>
                <a:cxn ang="0">
                  <a:pos x="133" y="85"/>
                </a:cxn>
                <a:cxn ang="0">
                  <a:pos x="144" y="94"/>
                </a:cxn>
                <a:cxn ang="0">
                  <a:pos x="148" y="102"/>
                </a:cxn>
                <a:cxn ang="0">
                  <a:pos x="153" y="106"/>
                </a:cxn>
                <a:cxn ang="0">
                  <a:pos x="147" y="116"/>
                </a:cxn>
                <a:cxn ang="0">
                  <a:pos x="127" y="120"/>
                </a:cxn>
                <a:cxn ang="0">
                  <a:pos x="119" y="133"/>
                </a:cxn>
                <a:cxn ang="0">
                  <a:pos x="120" y="151"/>
                </a:cxn>
                <a:cxn ang="0">
                  <a:pos x="127" y="169"/>
                </a:cxn>
                <a:cxn ang="0">
                  <a:pos x="128" y="194"/>
                </a:cxn>
                <a:cxn ang="0">
                  <a:pos x="121" y="198"/>
                </a:cxn>
                <a:cxn ang="0">
                  <a:pos x="109" y="207"/>
                </a:cxn>
                <a:cxn ang="0">
                  <a:pos x="95" y="207"/>
                </a:cxn>
                <a:cxn ang="0">
                  <a:pos x="84" y="199"/>
                </a:cxn>
                <a:cxn ang="0">
                  <a:pos x="80" y="188"/>
                </a:cxn>
                <a:cxn ang="0">
                  <a:pos x="84" y="173"/>
                </a:cxn>
                <a:cxn ang="0">
                  <a:pos x="72" y="160"/>
                </a:cxn>
                <a:cxn ang="0">
                  <a:pos x="61" y="146"/>
                </a:cxn>
                <a:cxn ang="0">
                  <a:pos x="53" y="125"/>
                </a:cxn>
                <a:cxn ang="0">
                  <a:pos x="35" y="109"/>
                </a:cxn>
                <a:cxn ang="0">
                  <a:pos x="29" y="90"/>
                </a:cxn>
                <a:cxn ang="0">
                  <a:pos x="25" y="71"/>
                </a:cxn>
                <a:cxn ang="0">
                  <a:pos x="17" y="58"/>
                </a:cxn>
                <a:cxn ang="0">
                  <a:pos x="19" y="46"/>
                </a:cxn>
                <a:cxn ang="0">
                  <a:pos x="17" y="37"/>
                </a:cxn>
                <a:cxn ang="0">
                  <a:pos x="14" y="25"/>
                </a:cxn>
                <a:cxn ang="0">
                  <a:pos x="9" y="32"/>
                </a:cxn>
                <a:cxn ang="0">
                  <a:pos x="2" y="35"/>
                </a:cxn>
                <a:cxn ang="0">
                  <a:pos x="3" y="22"/>
                </a:cxn>
                <a:cxn ang="0">
                  <a:pos x="1" y="9"/>
                </a:cxn>
                <a:cxn ang="0">
                  <a:pos x="5" y="5"/>
                </a:cxn>
                <a:cxn ang="0">
                  <a:pos x="19" y="6"/>
                </a:cxn>
                <a:cxn ang="0">
                  <a:pos x="30" y="1"/>
                </a:cxn>
                <a:cxn ang="0">
                  <a:pos x="35" y="5"/>
                </a:cxn>
                <a:cxn ang="0">
                  <a:pos x="36" y="20"/>
                </a:cxn>
                <a:cxn ang="0">
                  <a:pos x="41" y="33"/>
                </a:cxn>
                <a:cxn ang="0">
                  <a:pos x="42" y="48"/>
                </a:cxn>
                <a:cxn ang="0">
                  <a:pos x="53" y="47"/>
                </a:cxn>
                <a:cxn ang="0">
                  <a:pos x="68" y="46"/>
                </a:cxn>
                <a:cxn ang="0">
                  <a:pos x="75" y="52"/>
                </a:cxn>
                <a:cxn ang="0">
                  <a:pos x="82" y="57"/>
                </a:cxn>
                <a:cxn ang="0">
                  <a:pos x="85" y="65"/>
                </a:cxn>
                <a:cxn ang="0">
                  <a:pos x="95" y="71"/>
                </a:cxn>
              </a:cxnLst>
              <a:rect l="0" t="0" r="r" b="b"/>
              <a:pathLst>
                <a:path w="153" h="210">
                  <a:moveTo>
                    <a:pt x="99" y="77"/>
                  </a:moveTo>
                  <a:cubicBezTo>
                    <a:pt x="99" y="77"/>
                    <a:pt x="99" y="77"/>
                    <a:pt x="99" y="77"/>
                  </a:cubicBezTo>
                  <a:cubicBezTo>
                    <a:pt x="100" y="77"/>
                    <a:pt x="100" y="79"/>
                    <a:pt x="100" y="80"/>
                  </a:cubicBezTo>
                  <a:cubicBezTo>
                    <a:pt x="100" y="81"/>
                    <a:pt x="98" y="83"/>
                    <a:pt x="98" y="84"/>
                  </a:cubicBezTo>
                  <a:cubicBezTo>
                    <a:pt x="98" y="85"/>
                    <a:pt x="98" y="87"/>
                    <a:pt x="98" y="88"/>
                  </a:cubicBezTo>
                  <a:cubicBezTo>
                    <a:pt x="98" y="88"/>
                    <a:pt x="99" y="90"/>
                    <a:pt x="99" y="90"/>
                  </a:cubicBezTo>
                  <a:cubicBezTo>
                    <a:pt x="100" y="91"/>
                    <a:pt x="103" y="92"/>
                    <a:pt x="104" y="92"/>
                  </a:cubicBezTo>
                  <a:cubicBezTo>
                    <a:pt x="105" y="91"/>
                    <a:pt x="106" y="89"/>
                    <a:pt x="107" y="89"/>
                  </a:cubicBezTo>
                  <a:cubicBezTo>
                    <a:pt x="108" y="88"/>
                    <a:pt x="110" y="85"/>
                    <a:pt x="111" y="85"/>
                  </a:cubicBezTo>
                  <a:cubicBezTo>
                    <a:pt x="113" y="84"/>
                    <a:pt x="115" y="83"/>
                    <a:pt x="117" y="83"/>
                  </a:cubicBezTo>
                  <a:cubicBezTo>
                    <a:pt x="119" y="83"/>
                    <a:pt x="125" y="82"/>
                    <a:pt x="127" y="83"/>
                  </a:cubicBezTo>
                  <a:cubicBezTo>
                    <a:pt x="129" y="83"/>
                    <a:pt x="131" y="85"/>
                    <a:pt x="133" y="85"/>
                  </a:cubicBezTo>
                  <a:cubicBezTo>
                    <a:pt x="134" y="86"/>
                    <a:pt x="137" y="86"/>
                    <a:pt x="138" y="87"/>
                  </a:cubicBezTo>
                  <a:cubicBezTo>
                    <a:pt x="139" y="87"/>
                    <a:pt x="142" y="88"/>
                    <a:pt x="143" y="89"/>
                  </a:cubicBezTo>
                  <a:cubicBezTo>
                    <a:pt x="144" y="90"/>
                    <a:pt x="144" y="93"/>
                    <a:pt x="144" y="94"/>
                  </a:cubicBezTo>
                  <a:cubicBezTo>
                    <a:pt x="144" y="95"/>
                    <a:pt x="143" y="96"/>
                    <a:pt x="143" y="97"/>
                  </a:cubicBezTo>
                  <a:cubicBezTo>
                    <a:pt x="143" y="98"/>
                    <a:pt x="145" y="99"/>
                    <a:pt x="146" y="100"/>
                  </a:cubicBezTo>
                  <a:cubicBezTo>
                    <a:pt x="147" y="100"/>
                    <a:pt x="148" y="102"/>
                    <a:pt x="148" y="102"/>
                  </a:cubicBezTo>
                  <a:cubicBezTo>
                    <a:pt x="149" y="103"/>
                    <a:pt x="151" y="103"/>
                    <a:pt x="152" y="103"/>
                  </a:cubicBezTo>
                  <a:cubicBezTo>
                    <a:pt x="152" y="104"/>
                    <a:pt x="152" y="104"/>
                    <a:pt x="153" y="104"/>
                  </a:cubicBezTo>
                  <a:cubicBezTo>
                    <a:pt x="153" y="105"/>
                    <a:pt x="153" y="105"/>
                    <a:pt x="153" y="106"/>
                  </a:cubicBezTo>
                  <a:cubicBezTo>
                    <a:pt x="152" y="107"/>
                    <a:pt x="152" y="109"/>
                    <a:pt x="152" y="109"/>
                  </a:cubicBezTo>
                  <a:cubicBezTo>
                    <a:pt x="152" y="111"/>
                    <a:pt x="150" y="113"/>
                    <a:pt x="149" y="114"/>
                  </a:cubicBezTo>
                  <a:cubicBezTo>
                    <a:pt x="149" y="115"/>
                    <a:pt x="147" y="116"/>
                    <a:pt x="147" y="116"/>
                  </a:cubicBezTo>
                  <a:cubicBezTo>
                    <a:pt x="145" y="117"/>
                    <a:pt x="141" y="119"/>
                    <a:pt x="140" y="119"/>
                  </a:cubicBezTo>
                  <a:cubicBezTo>
                    <a:pt x="138" y="119"/>
                    <a:pt x="136" y="120"/>
                    <a:pt x="135" y="120"/>
                  </a:cubicBezTo>
                  <a:cubicBezTo>
                    <a:pt x="133" y="120"/>
                    <a:pt x="129" y="120"/>
                    <a:pt x="127" y="120"/>
                  </a:cubicBezTo>
                  <a:cubicBezTo>
                    <a:pt x="126" y="120"/>
                    <a:pt x="124" y="122"/>
                    <a:pt x="123" y="123"/>
                  </a:cubicBezTo>
                  <a:cubicBezTo>
                    <a:pt x="122" y="124"/>
                    <a:pt x="122" y="127"/>
                    <a:pt x="121" y="129"/>
                  </a:cubicBezTo>
                  <a:cubicBezTo>
                    <a:pt x="121" y="130"/>
                    <a:pt x="119" y="132"/>
                    <a:pt x="119" y="133"/>
                  </a:cubicBezTo>
                  <a:cubicBezTo>
                    <a:pt x="118" y="134"/>
                    <a:pt x="118" y="137"/>
                    <a:pt x="118" y="138"/>
                  </a:cubicBezTo>
                  <a:cubicBezTo>
                    <a:pt x="118" y="140"/>
                    <a:pt x="119" y="142"/>
                    <a:pt x="120" y="143"/>
                  </a:cubicBezTo>
                  <a:cubicBezTo>
                    <a:pt x="120" y="145"/>
                    <a:pt x="119" y="149"/>
                    <a:pt x="120" y="151"/>
                  </a:cubicBezTo>
                  <a:cubicBezTo>
                    <a:pt x="120" y="152"/>
                    <a:pt x="120" y="156"/>
                    <a:pt x="120" y="158"/>
                  </a:cubicBezTo>
                  <a:cubicBezTo>
                    <a:pt x="121" y="159"/>
                    <a:pt x="122" y="163"/>
                    <a:pt x="123" y="164"/>
                  </a:cubicBezTo>
                  <a:cubicBezTo>
                    <a:pt x="123" y="166"/>
                    <a:pt x="126" y="168"/>
                    <a:pt x="127" y="169"/>
                  </a:cubicBezTo>
                  <a:cubicBezTo>
                    <a:pt x="128" y="172"/>
                    <a:pt x="129" y="177"/>
                    <a:pt x="130" y="179"/>
                  </a:cubicBezTo>
                  <a:cubicBezTo>
                    <a:pt x="130" y="182"/>
                    <a:pt x="130" y="186"/>
                    <a:pt x="130" y="189"/>
                  </a:cubicBezTo>
                  <a:cubicBezTo>
                    <a:pt x="130" y="190"/>
                    <a:pt x="129" y="192"/>
                    <a:pt x="128" y="194"/>
                  </a:cubicBezTo>
                  <a:cubicBezTo>
                    <a:pt x="128" y="194"/>
                    <a:pt x="128" y="193"/>
                    <a:pt x="128" y="193"/>
                  </a:cubicBezTo>
                  <a:cubicBezTo>
                    <a:pt x="127" y="193"/>
                    <a:pt x="125" y="193"/>
                    <a:pt x="124" y="194"/>
                  </a:cubicBezTo>
                  <a:cubicBezTo>
                    <a:pt x="123" y="194"/>
                    <a:pt x="122" y="197"/>
                    <a:pt x="121" y="198"/>
                  </a:cubicBezTo>
                  <a:cubicBezTo>
                    <a:pt x="120" y="198"/>
                    <a:pt x="118" y="199"/>
                    <a:pt x="117" y="200"/>
                  </a:cubicBezTo>
                  <a:cubicBezTo>
                    <a:pt x="116" y="201"/>
                    <a:pt x="114" y="202"/>
                    <a:pt x="113" y="203"/>
                  </a:cubicBezTo>
                  <a:cubicBezTo>
                    <a:pt x="112" y="204"/>
                    <a:pt x="110" y="206"/>
                    <a:pt x="109" y="207"/>
                  </a:cubicBezTo>
                  <a:cubicBezTo>
                    <a:pt x="108" y="207"/>
                    <a:pt x="106" y="210"/>
                    <a:pt x="105" y="210"/>
                  </a:cubicBezTo>
                  <a:cubicBezTo>
                    <a:pt x="103" y="210"/>
                    <a:pt x="102" y="207"/>
                    <a:pt x="101" y="207"/>
                  </a:cubicBezTo>
                  <a:cubicBezTo>
                    <a:pt x="100" y="206"/>
                    <a:pt x="96" y="207"/>
                    <a:pt x="95" y="207"/>
                  </a:cubicBezTo>
                  <a:cubicBezTo>
                    <a:pt x="94" y="206"/>
                    <a:pt x="92" y="206"/>
                    <a:pt x="91" y="205"/>
                  </a:cubicBezTo>
                  <a:cubicBezTo>
                    <a:pt x="89" y="205"/>
                    <a:pt x="86" y="204"/>
                    <a:pt x="85" y="203"/>
                  </a:cubicBezTo>
                  <a:cubicBezTo>
                    <a:pt x="84" y="202"/>
                    <a:pt x="84" y="200"/>
                    <a:pt x="84" y="199"/>
                  </a:cubicBezTo>
                  <a:cubicBezTo>
                    <a:pt x="84" y="197"/>
                    <a:pt x="86" y="194"/>
                    <a:pt x="86" y="193"/>
                  </a:cubicBezTo>
                  <a:cubicBezTo>
                    <a:pt x="86" y="192"/>
                    <a:pt x="84" y="191"/>
                    <a:pt x="84" y="191"/>
                  </a:cubicBezTo>
                  <a:cubicBezTo>
                    <a:pt x="83" y="190"/>
                    <a:pt x="81" y="188"/>
                    <a:pt x="80" y="188"/>
                  </a:cubicBezTo>
                  <a:cubicBezTo>
                    <a:pt x="80" y="187"/>
                    <a:pt x="80" y="186"/>
                    <a:pt x="80" y="185"/>
                  </a:cubicBezTo>
                  <a:cubicBezTo>
                    <a:pt x="81" y="184"/>
                    <a:pt x="82" y="182"/>
                    <a:pt x="83" y="181"/>
                  </a:cubicBezTo>
                  <a:cubicBezTo>
                    <a:pt x="83" y="179"/>
                    <a:pt x="84" y="175"/>
                    <a:pt x="84" y="173"/>
                  </a:cubicBezTo>
                  <a:cubicBezTo>
                    <a:pt x="84" y="171"/>
                    <a:pt x="83" y="167"/>
                    <a:pt x="82" y="165"/>
                  </a:cubicBezTo>
                  <a:cubicBezTo>
                    <a:pt x="81" y="164"/>
                    <a:pt x="78" y="161"/>
                    <a:pt x="76" y="161"/>
                  </a:cubicBezTo>
                  <a:cubicBezTo>
                    <a:pt x="75" y="160"/>
                    <a:pt x="73" y="161"/>
                    <a:pt x="72" y="160"/>
                  </a:cubicBezTo>
                  <a:cubicBezTo>
                    <a:pt x="71" y="160"/>
                    <a:pt x="68" y="160"/>
                    <a:pt x="67" y="159"/>
                  </a:cubicBezTo>
                  <a:cubicBezTo>
                    <a:pt x="66" y="158"/>
                    <a:pt x="63" y="154"/>
                    <a:pt x="62" y="152"/>
                  </a:cubicBezTo>
                  <a:cubicBezTo>
                    <a:pt x="62" y="151"/>
                    <a:pt x="61" y="148"/>
                    <a:pt x="61" y="146"/>
                  </a:cubicBezTo>
                  <a:cubicBezTo>
                    <a:pt x="60" y="145"/>
                    <a:pt x="58" y="142"/>
                    <a:pt x="58" y="140"/>
                  </a:cubicBezTo>
                  <a:cubicBezTo>
                    <a:pt x="57" y="138"/>
                    <a:pt x="58" y="134"/>
                    <a:pt x="57" y="132"/>
                  </a:cubicBezTo>
                  <a:cubicBezTo>
                    <a:pt x="57" y="130"/>
                    <a:pt x="54" y="126"/>
                    <a:pt x="53" y="125"/>
                  </a:cubicBezTo>
                  <a:cubicBezTo>
                    <a:pt x="51" y="123"/>
                    <a:pt x="47" y="121"/>
                    <a:pt x="45" y="119"/>
                  </a:cubicBezTo>
                  <a:cubicBezTo>
                    <a:pt x="43" y="118"/>
                    <a:pt x="40" y="116"/>
                    <a:pt x="39" y="114"/>
                  </a:cubicBezTo>
                  <a:cubicBezTo>
                    <a:pt x="37" y="113"/>
                    <a:pt x="35" y="111"/>
                    <a:pt x="35" y="109"/>
                  </a:cubicBezTo>
                  <a:cubicBezTo>
                    <a:pt x="34" y="108"/>
                    <a:pt x="36" y="104"/>
                    <a:pt x="36" y="103"/>
                  </a:cubicBezTo>
                  <a:cubicBezTo>
                    <a:pt x="35" y="101"/>
                    <a:pt x="34" y="98"/>
                    <a:pt x="33" y="97"/>
                  </a:cubicBezTo>
                  <a:cubicBezTo>
                    <a:pt x="32" y="95"/>
                    <a:pt x="30" y="92"/>
                    <a:pt x="29" y="90"/>
                  </a:cubicBezTo>
                  <a:cubicBezTo>
                    <a:pt x="29" y="88"/>
                    <a:pt x="28" y="85"/>
                    <a:pt x="28" y="83"/>
                  </a:cubicBezTo>
                  <a:cubicBezTo>
                    <a:pt x="27" y="81"/>
                    <a:pt x="27" y="78"/>
                    <a:pt x="27" y="77"/>
                  </a:cubicBezTo>
                  <a:cubicBezTo>
                    <a:pt x="26" y="75"/>
                    <a:pt x="25" y="73"/>
                    <a:pt x="25" y="71"/>
                  </a:cubicBezTo>
                  <a:cubicBezTo>
                    <a:pt x="24" y="70"/>
                    <a:pt x="23" y="66"/>
                    <a:pt x="22" y="65"/>
                  </a:cubicBezTo>
                  <a:cubicBezTo>
                    <a:pt x="22" y="64"/>
                    <a:pt x="20" y="63"/>
                    <a:pt x="19" y="62"/>
                  </a:cubicBezTo>
                  <a:cubicBezTo>
                    <a:pt x="19" y="61"/>
                    <a:pt x="17" y="59"/>
                    <a:pt x="17" y="58"/>
                  </a:cubicBezTo>
                  <a:cubicBezTo>
                    <a:pt x="17" y="57"/>
                    <a:pt x="17" y="55"/>
                    <a:pt x="17" y="55"/>
                  </a:cubicBezTo>
                  <a:cubicBezTo>
                    <a:pt x="18" y="53"/>
                    <a:pt x="19" y="52"/>
                    <a:pt x="20" y="51"/>
                  </a:cubicBezTo>
                  <a:cubicBezTo>
                    <a:pt x="20" y="49"/>
                    <a:pt x="20" y="47"/>
                    <a:pt x="19" y="46"/>
                  </a:cubicBezTo>
                  <a:cubicBezTo>
                    <a:pt x="19" y="45"/>
                    <a:pt x="16" y="45"/>
                    <a:pt x="15" y="44"/>
                  </a:cubicBezTo>
                  <a:cubicBezTo>
                    <a:pt x="14" y="43"/>
                    <a:pt x="14" y="40"/>
                    <a:pt x="14" y="39"/>
                  </a:cubicBezTo>
                  <a:cubicBezTo>
                    <a:pt x="15" y="38"/>
                    <a:pt x="16" y="37"/>
                    <a:pt x="17" y="37"/>
                  </a:cubicBezTo>
                  <a:cubicBezTo>
                    <a:pt x="17" y="36"/>
                    <a:pt x="18" y="34"/>
                    <a:pt x="18" y="34"/>
                  </a:cubicBezTo>
                  <a:cubicBezTo>
                    <a:pt x="18" y="32"/>
                    <a:pt x="17" y="30"/>
                    <a:pt x="17" y="29"/>
                  </a:cubicBezTo>
                  <a:cubicBezTo>
                    <a:pt x="16" y="28"/>
                    <a:pt x="15" y="26"/>
                    <a:pt x="14" y="25"/>
                  </a:cubicBezTo>
                  <a:cubicBezTo>
                    <a:pt x="14" y="25"/>
                    <a:pt x="12" y="25"/>
                    <a:pt x="12" y="25"/>
                  </a:cubicBezTo>
                  <a:cubicBezTo>
                    <a:pt x="11" y="25"/>
                    <a:pt x="10" y="27"/>
                    <a:pt x="9" y="28"/>
                  </a:cubicBezTo>
                  <a:cubicBezTo>
                    <a:pt x="9" y="29"/>
                    <a:pt x="10" y="31"/>
                    <a:pt x="9" y="32"/>
                  </a:cubicBezTo>
                  <a:cubicBezTo>
                    <a:pt x="9" y="33"/>
                    <a:pt x="8" y="35"/>
                    <a:pt x="7" y="36"/>
                  </a:cubicBezTo>
                  <a:cubicBezTo>
                    <a:pt x="7" y="37"/>
                    <a:pt x="5" y="38"/>
                    <a:pt x="5" y="38"/>
                  </a:cubicBezTo>
                  <a:cubicBezTo>
                    <a:pt x="4" y="38"/>
                    <a:pt x="3" y="36"/>
                    <a:pt x="2" y="35"/>
                  </a:cubicBezTo>
                  <a:cubicBezTo>
                    <a:pt x="2" y="34"/>
                    <a:pt x="1" y="32"/>
                    <a:pt x="0" y="31"/>
                  </a:cubicBezTo>
                  <a:cubicBezTo>
                    <a:pt x="0" y="30"/>
                    <a:pt x="0" y="27"/>
                    <a:pt x="1" y="25"/>
                  </a:cubicBezTo>
                  <a:cubicBezTo>
                    <a:pt x="1" y="24"/>
                    <a:pt x="2" y="23"/>
                    <a:pt x="3" y="22"/>
                  </a:cubicBezTo>
                  <a:cubicBezTo>
                    <a:pt x="3" y="21"/>
                    <a:pt x="5" y="19"/>
                    <a:pt x="5" y="17"/>
                  </a:cubicBezTo>
                  <a:cubicBezTo>
                    <a:pt x="5" y="16"/>
                    <a:pt x="3" y="14"/>
                    <a:pt x="3" y="13"/>
                  </a:cubicBezTo>
                  <a:cubicBezTo>
                    <a:pt x="2" y="12"/>
                    <a:pt x="1" y="10"/>
                    <a:pt x="1" y="9"/>
                  </a:cubicBezTo>
                  <a:cubicBezTo>
                    <a:pt x="1" y="8"/>
                    <a:pt x="2" y="6"/>
                    <a:pt x="2" y="5"/>
                  </a:cubicBezTo>
                  <a:cubicBezTo>
                    <a:pt x="2" y="5"/>
                    <a:pt x="2" y="4"/>
                    <a:pt x="2" y="4"/>
                  </a:cubicBezTo>
                  <a:cubicBezTo>
                    <a:pt x="3" y="4"/>
                    <a:pt x="5" y="4"/>
                    <a:pt x="5" y="5"/>
                  </a:cubicBezTo>
                  <a:cubicBezTo>
                    <a:pt x="6" y="5"/>
                    <a:pt x="7" y="6"/>
                    <a:pt x="8" y="6"/>
                  </a:cubicBezTo>
                  <a:cubicBezTo>
                    <a:pt x="9" y="7"/>
                    <a:pt x="12" y="7"/>
                    <a:pt x="13" y="7"/>
                  </a:cubicBezTo>
                  <a:cubicBezTo>
                    <a:pt x="14" y="7"/>
                    <a:pt x="17" y="7"/>
                    <a:pt x="19" y="6"/>
                  </a:cubicBezTo>
                  <a:cubicBezTo>
                    <a:pt x="20" y="6"/>
                    <a:pt x="22" y="5"/>
                    <a:pt x="24" y="4"/>
                  </a:cubicBezTo>
                  <a:cubicBezTo>
                    <a:pt x="25" y="4"/>
                    <a:pt x="27" y="4"/>
                    <a:pt x="28" y="3"/>
                  </a:cubicBezTo>
                  <a:cubicBezTo>
                    <a:pt x="29" y="3"/>
                    <a:pt x="29" y="1"/>
                    <a:pt x="30" y="1"/>
                  </a:cubicBezTo>
                  <a:cubicBezTo>
                    <a:pt x="30" y="0"/>
                    <a:pt x="32" y="1"/>
                    <a:pt x="33" y="1"/>
                  </a:cubicBezTo>
                  <a:cubicBezTo>
                    <a:pt x="33" y="1"/>
                    <a:pt x="34" y="1"/>
                    <a:pt x="35" y="1"/>
                  </a:cubicBezTo>
                  <a:cubicBezTo>
                    <a:pt x="35" y="2"/>
                    <a:pt x="35" y="4"/>
                    <a:pt x="35" y="5"/>
                  </a:cubicBezTo>
                  <a:cubicBezTo>
                    <a:pt x="35" y="7"/>
                    <a:pt x="36" y="10"/>
                    <a:pt x="35" y="11"/>
                  </a:cubicBezTo>
                  <a:cubicBezTo>
                    <a:pt x="35" y="12"/>
                    <a:pt x="34" y="13"/>
                    <a:pt x="34" y="14"/>
                  </a:cubicBezTo>
                  <a:cubicBezTo>
                    <a:pt x="34" y="16"/>
                    <a:pt x="36" y="18"/>
                    <a:pt x="36" y="20"/>
                  </a:cubicBezTo>
                  <a:cubicBezTo>
                    <a:pt x="36" y="21"/>
                    <a:pt x="36" y="24"/>
                    <a:pt x="37" y="25"/>
                  </a:cubicBezTo>
                  <a:cubicBezTo>
                    <a:pt x="37" y="26"/>
                    <a:pt x="39" y="28"/>
                    <a:pt x="40" y="29"/>
                  </a:cubicBezTo>
                  <a:cubicBezTo>
                    <a:pt x="40" y="30"/>
                    <a:pt x="41" y="32"/>
                    <a:pt x="41" y="33"/>
                  </a:cubicBezTo>
                  <a:cubicBezTo>
                    <a:pt x="41" y="34"/>
                    <a:pt x="40" y="36"/>
                    <a:pt x="40" y="37"/>
                  </a:cubicBezTo>
                  <a:cubicBezTo>
                    <a:pt x="40" y="39"/>
                    <a:pt x="41" y="42"/>
                    <a:pt x="41" y="43"/>
                  </a:cubicBezTo>
                  <a:cubicBezTo>
                    <a:pt x="41" y="44"/>
                    <a:pt x="41" y="47"/>
                    <a:pt x="42" y="48"/>
                  </a:cubicBezTo>
                  <a:cubicBezTo>
                    <a:pt x="42" y="49"/>
                    <a:pt x="44" y="50"/>
                    <a:pt x="45" y="51"/>
                  </a:cubicBezTo>
                  <a:cubicBezTo>
                    <a:pt x="46" y="51"/>
                    <a:pt x="48" y="51"/>
                    <a:pt x="49" y="51"/>
                  </a:cubicBezTo>
                  <a:cubicBezTo>
                    <a:pt x="50" y="50"/>
                    <a:pt x="52" y="48"/>
                    <a:pt x="53" y="47"/>
                  </a:cubicBezTo>
                  <a:cubicBezTo>
                    <a:pt x="54" y="46"/>
                    <a:pt x="57" y="45"/>
                    <a:pt x="58" y="44"/>
                  </a:cubicBezTo>
                  <a:cubicBezTo>
                    <a:pt x="60" y="44"/>
                    <a:pt x="63" y="44"/>
                    <a:pt x="64" y="45"/>
                  </a:cubicBezTo>
                  <a:cubicBezTo>
                    <a:pt x="65" y="45"/>
                    <a:pt x="67" y="46"/>
                    <a:pt x="68" y="46"/>
                  </a:cubicBezTo>
                  <a:cubicBezTo>
                    <a:pt x="68" y="47"/>
                    <a:pt x="69" y="48"/>
                    <a:pt x="69" y="49"/>
                  </a:cubicBezTo>
                  <a:cubicBezTo>
                    <a:pt x="70" y="49"/>
                    <a:pt x="70" y="51"/>
                    <a:pt x="70" y="51"/>
                  </a:cubicBezTo>
                  <a:cubicBezTo>
                    <a:pt x="71" y="52"/>
                    <a:pt x="74" y="51"/>
                    <a:pt x="75" y="52"/>
                  </a:cubicBezTo>
                  <a:cubicBezTo>
                    <a:pt x="76" y="52"/>
                    <a:pt x="77" y="53"/>
                    <a:pt x="78" y="53"/>
                  </a:cubicBezTo>
                  <a:cubicBezTo>
                    <a:pt x="78" y="53"/>
                    <a:pt x="78" y="55"/>
                    <a:pt x="79" y="55"/>
                  </a:cubicBezTo>
                  <a:cubicBezTo>
                    <a:pt x="79" y="56"/>
                    <a:pt x="81" y="56"/>
                    <a:pt x="82" y="57"/>
                  </a:cubicBezTo>
                  <a:cubicBezTo>
                    <a:pt x="83" y="57"/>
                    <a:pt x="84" y="57"/>
                    <a:pt x="84" y="58"/>
                  </a:cubicBezTo>
                  <a:cubicBezTo>
                    <a:pt x="85" y="59"/>
                    <a:pt x="86" y="60"/>
                    <a:pt x="86" y="62"/>
                  </a:cubicBezTo>
                  <a:cubicBezTo>
                    <a:pt x="86" y="62"/>
                    <a:pt x="85" y="64"/>
                    <a:pt x="85" y="65"/>
                  </a:cubicBezTo>
                  <a:cubicBezTo>
                    <a:pt x="85" y="66"/>
                    <a:pt x="86" y="68"/>
                    <a:pt x="86" y="69"/>
                  </a:cubicBezTo>
                  <a:cubicBezTo>
                    <a:pt x="88" y="70"/>
                    <a:pt x="90" y="69"/>
                    <a:pt x="92" y="70"/>
                  </a:cubicBezTo>
                  <a:cubicBezTo>
                    <a:pt x="93" y="70"/>
                    <a:pt x="94" y="70"/>
                    <a:pt x="95" y="71"/>
                  </a:cubicBezTo>
                  <a:cubicBezTo>
                    <a:pt x="96" y="72"/>
                    <a:pt x="96" y="74"/>
                    <a:pt x="97" y="74"/>
                  </a:cubicBezTo>
                  <a:cubicBezTo>
                    <a:pt x="97" y="75"/>
                    <a:pt x="99" y="76"/>
                    <a:pt x="99" y="7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3"/>
            <p:cNvSpPr>
              <a:spLocks/>
            </p:cNvSpPr>
            <p:nvPr/>
          </p:nvSpPr>
          <p:spPr bwMode="auto">
            <a:xfrm>
              <a:off x="4152900" y="3792538"/>
              <a:ext cx="350837" cy="363538"/>
            </a:xfrm>
            <a:custGeom>
              <a:avLst/>
              <a:gdLst/>
              <a:ahLst/>
              <a:cxnLst>
                <a:cxn ang="0">
                  <a:pos x="102" y="3"/>
                </a:cxn>
                <a:cxn ang="0">
                  <a:pos x="118" y="1"/>
                </a:cxn>
                <a:cxn ang="0">
                  <a:pos x="130" y="12"/>
                </a:cxn>
                <a:cxn ang="0">
                  <a:pos x="149" y="27"/>
                </a:cxn>
                <a:cxn ang="0">
                  <a:pos x="161" y="45"/>
                </a:cxn>
                <a:cxn ang="0">
                  <a:pos x="188" y="52"/>
                </a:cxn>
                <a:cxn ang="0">
                  <a:pos x="183" y="59"/>
                </a:cxn>
                <a:cxn ang="0">
                  <a:pos x="160" y="56"/>
                </a:cxn>
                <a:cxn ang="0">
                  <a:pos x="143" y="62"/>
                </a:cxn>
                <a:cxn ang="0">
                  <a:pos x="155" y="63"/>
                </a:cxn>
                <a:cxn ang="0">
                  <a:pos x="169" y="62"/>
                </a:cxn>
                <a:cxn ang="0">
                  <a:pos x="192" y="68"/>
                </a:cxn>
                <a:cxn ang="0">
                  <a:pos x="200" y="79"/>
                </a:cxn>
                <a:cxn ang="0">
                  <a:pos x="201" y="88"/>
                </a:cxn>
                <a:cxn ang="0">
                  <a:pos x="186" y="93"/>
                </a:cxn>
                <a:cxn ang="0">
                  <a:pos x="163" y="88"/>
                </a:cxn>
                <a:cxn ang="0">
                  <a:pos x="180" y="95"/>
                </a:cxn>
                <a:cxn ang="0">
                  <a:pos x="184" y="107"/>
                </a:cxn>
                <a:cxn ang="0">
                  <a:pos x="189" y="112"/>
                </a:cxn>
                <a:cxn ang="0">
                  <a:pos x="195" y="125"/>
                </a:cxn>
                <a:cxn ang="0">
                  <a:pos x="195" y="143"/>
                </a:cxn>
                <a:cxn ang="0">
                  <a:pos x="185" y="138"/>
                </a:cxn>
                <a:cxn ang="0">
                  <a:pos x="189" y="147"/>
                </a:cxn>
                <a:cxn ang="0">
                  <a:pos x="192" y="161"/>
                </a:cxn>
                <a:cxn ang="0">
                  <a:pos x="185" y="161"/>
                </a:cxn>
                <a:cxn ang="0">
                  <a:pos x="181" y="160"/>
                </a:cxn>
                <a:cxn ang="0">
                  <a:pos x="169" y="145"/>
                </a:cxn>
                <a:cxn ang="0">
                  <a:pos x="151" y="142"/>
                </a:cxn>
                <a:cxn ang="0">
                  <a:pos x="141" y="148"/>
                </a:cxn>
                <a:cxn ang="0">
                  <a:pos x="131" y="151"/>
                </a:cxn>
                <a:cxn ang="0">
                  <a:pos x="129" y="162"/>
                </a:cxn>
                <a:cxn ang="0">
                  <a:pos x="130" y="181"/>
                </a:cxn>
                <a:cxn ang="0">
                  <a:pos x="118" y="192"/>
                </a:cxn>
                <a:cxn ang="0">
                  <a:pos x="101" y="188"/>
                </a:cxn>
                <a:cxn ang="0">
                  <a:pos x="92" y="196"/>
                </a:cxn>
                <a:cxn ang="0">
                  <a:pos x="78" y="204"/>
                </a:cxn>
                <a:cxn ang="0">
                  <a:pos x="71" y="212"/>
                </a:cxn>
                <a:cxn ang="0">
                  <a:pos x="52" y="210"/>
                </a:cxn>
                <a:cxn ang="0">
                  <a:pos x="45" y="196"/>
                </a:cxn>
                <a:cxn ang="0">
                  <a:pos x="42" y="183"/>
                </a:cxn>
                <a:cxn ang="0">
                  <a:pos x="40" y="168"/>
                </a:cxn>
                <a:cxn ang="0">
                  <a:pos x="43" y="151"/>
                </a:cxn>
                <a:cxn ang="0">
                  <a:pos x="37" y="138"/>
                </a:cxn>
                <a:cxn ang="0">
                  <a:pos x="27" y="146"/>
                </a:cxn>
                <a:cxn ang="0">
                  <a:pos x="8" y="146"/>
                </a:cxn>
                <a:cxn ang="0">
                  <a:pos x="1" y="143"/>
                </a:cxn>
                <a:cxn ang="0">
                  <a:pos x="8" y="124"/>
                </a:cxn>
                <a:cxn ang="0">
                  <a:pos x="9" y="108"/>
                </a:cxn>
                <a:cxn ang="0">
                  <a:pos x="25" y="88"/>
                </a:cxn>
                <a:cxn ang="0">
                  <a:pos x="39" y="76"/>
                </a:cxn>
                <a:cxn ang="0">
                  <a:pos x="31" y="69"/>
                </a:cxn>
                <a:cxn ang="0">
                  <a:pos x="36" y="59"/>
                </a:cxn>
                <a:cxn ang="0">
                  <a:pos x="38" y="39"/>
                </a:cxn>
                <a:cxn ang="0">
                  <a:pos x="43" y="31"/>
                </a:cxn>
                <a:cxn ang="0">
                  <a:pos x="56" y="26"/>
                </a:cxn>
                <a:cxn ang="0">
                  <a:pos x="77" y="27"/>
                </a:cxn>
                <a:cxn ang="0">
                  <a:pos x="88" y="11"/>
                </a:cxn>
                <a:cxn ang="0">
                  <a:pos x="96" y="1"/>
                </a:cxn>
              </a:cxnLst>
              <a:rect l="0" t="0" r="r" b="b"/>
              <a:pathLst>
                <a:path w="205" h="213">
                  <a:moveTo>
                    <a:pt x="96" y="1"/>
                  </a:moveTo>
                  <a:cubicBezTo>
                    <a:pt x="96" y="1"/>
                    <a:pt x="96" y="1"/>
                    <a:pt x="96" y="1"/>
                  </a:cubicBezTo>
                  <a:cubicBezTo>
                    <a:pt x="97" y="1"/>
                    <a:pt x="99" y="0"/>
                    <a:pt x="99" y="1"/>
                  </a:cubicBezTo>
                  <a:cubicBezTo>
                    <a:pt x="100" y="1"/>
                    <a:pt x="101" y="3"/>
                    <a:pt x="102" y="3"/>
                  </a:cubicBezTo>
                  <a:cubicBezTo>
                    <a:pt x="103" y="4"/>
                    <a:pt x="106" y="3"/>
                    <a:pt x="107" y="3"/>
                  </a:cubicBezTo>
                  <a:cubicBezTo>
                    <a:pt x="108" y="2"/>
                    <a:pt x="108" y="1"/>
                    <a:pt x="109" y="0"/>
                  </a:cubicBezTo>
                  <a:cubicBezTo>
                    <a:pt x="110" y="0"/>
                    <a:pt x="112" y="0"/>
                    <a:pt x="113" y="0"/>
                  </a:cubicBezTo>
                  <a:cubicBezTo>
                    <a:pt x="115" y="0"/>
                    <a:pt x="117" y="1"/>
                    <a:pt x="118" y="1"/>
                  </a:cubicBezTo>
                  <a:cubicBezTo>
                    <a:pt x="119" y="2"/>
                    <a:pt x="120" y="4"/>
                    <a:pt x="120" y="4"/>
                  </a:cubicBezTo>
                  <a:cubicBezTo>
                    <a:pt x="121" y="5"/>
                    <a:pt x="122" y="6"/>
                    <a:pt x="123" y="7"/>
                  </a:cubicBezTo>
                  <a:cubicBezTo>
                    <a:pt x="123" y="7"/>
                    <a:pt x="125" y="9"/>
                    <a:pt x="125" y="9"/>
                  </a:cubicBezTo>
                  <a:cubicBezTo>
                    <a:pt x="126" y="10"/>
                    <a:pt x="129" y="11"/>
                    <a:pt x="130" y="12"/>
                  </a:cubicBezTo>
                  <a:cubicBezTo>
                    <a:pt x="131" y="12"/>
                    <a:pt x="133" y="14"/>
                    <a:pt x="134" y="15"/>
                  </a:cubicBezTo>
                  <a:cubicBezTo>
                    <a:pt x="135" y="15"/>
                    <a:pt x="136" y="17"/>
                    <a:pt x="137" y="18"/>
                  </a:cubicBezTo>
                  <a:cubicBezTo>
                    <a:pt x="139" y="19"/>
                    <a:pt x="143" y="20"/>
                    <a:pt x="144" y="22"/>
                  </a:cubicBezTo>
                  <a:cubicBezTo>
                    <a:pt x="145" y="23"/>
                    <a:pt x="148" y="25"/>
                    <a:pt x="149" y="27"/>
                  </a:cubicBezTo>
                  <a:cubicBezTo>
                    <a:pt x="149" y="28"/>
                    <a:pt x="150" y="31"/>
                    <a:pt x="150" y="32"/>
                  </a:cubicBezTo>
                  <a:cubicBezTo>
                    <a:pt x="151" y="33"/>
                    <a:pt x="153" y="35"/>
                    <a:pt x="154" y="36"/>
                  </a:cubicBezTo>
                  <a:cubicBezTo>
                    <a:pt x="155" y="37"/>
                    <a:pt x="156" y="40"/>
                    <a:pt x="157" y="41"/>
                  </a:cubicBezTo>
                  <a:cubicBezTo>
                    <a:pt x="158" y="42"/>
                    <a:pt x="160" y="45"/>
                    <a:pt x="161" y="45"/>
                  </a:cubicBezTo>
                  <a:cubicBezTo>
                    <a:pt x="163" y="47"/>
                    <a:pt x="168" y="47"/>
                    <a:pt x="170" y="47"/>
                  </a:cubicBezTo>
                  <a:cubicBezTo>
                    <a:pt x="172" y="48"/>
                    <a:pt x="176" y="48"/>
                    <a:pt x="177" y="48"/>
                  </a:cubicBezTo>
                  <a:cubicBezTo>
                    <a:pt x="179" y="49"/>
                    <a:pt x="182" y="49"/>
                    <a:pt x="184" y="50"/>
                  </a:cubicBezTo>
                  <a:cubicBezTo>
                    <a:pt x="185" y="50"/>
                    <a:pt x="187" y="51"/>
                    <a:pt x="188" y="52"/>
                  </a:cubicBezTo>
                  <a:cubicBezTo>
                    <a:pt x="189" y="53"/>
                    <a:pt x="191" y="56"/>
                    <a:pt x="192" y="58"/>
                  </a:cubicBezTo>
                  <a:cubicBezTo>
                    <a:pt x="192" y="58"/>
                    <a:pt x="192" y="60"/>
                    <a:pt x="193" y="61"/>
                  </a:cubicBezTo>
                  <a:cubicBezTo>
                    <a:pt x="191" y="61"/>
                    <a:pt x="188" y="61"/>
                    <a:pt x="187" y="61"/>
                  </a:cubicBezTo>
                  <a:cubicBezTo>
                    <a:pt x="186" y="61"/>
                    <a:pt x="184" y="59"/>
                    <a:pt x="183" y="59"/>
                  </a:cubicBezTo>
                  <a:cubicBezTo>
                    <a:pt x="182" y="59"/>
                    <a:pt x="179" y="59"/>
                    <a:pt x="178" y="58"/>
                  </a:cubicBezTo>
                  <a:cubicBezTo>
                    <a:pt x="177" y="58"/>
                    <a:pt x="175" y="57"/>
                    <a:pt x="174" y="57"/>
                  </a:cubicBezTo>
                  <a:cubicBezTo>
                    <a:pt x="173" y="57"/>
                    <a:pt x="170" y="57"/>
                    <a:pt x="169" y="57"/>
                  </a:cubicBezTo>
                  <a:cubicBezTo>
                    <a:pt x="167" y="57"/>
                    <a:pt x="163" y="56"/>
                    <a:pt x="160" y="56"/>
                  </a:cubicBezTo>
                  <a:cubicBezTo>
                    <a:pt x="159" y="56"/>
                    <a:pt x="157" y="55"/>
                    <a:pt x="155" y="56"/>
                  </a:cubicBezTo>
                  <a:cubicBezTo>
                    <a:pt x="154" y="56"/>
                    <a:pt x="152" y="58"/>
                    <a:pt x="150" y="58"/>
                  </a:cubicBezTo>
                  <a:cubicBezTo>
                    <a:pt x="149" y="58"/>
                    <a:pt x="147" y="59"/>
                    <a:pt x="147" y="59"/>
                  </a:cubicBezTo>
                  <a:cubicBezTo>
                    <a:pt x="146" y="60"/>
                    <a:pt x="143" y="61"/>
                    <a:pt x="143" y="62"/>
                  </a:cubicBezTo>
                  <a:cubicBezTo>
                    <a:pt x="143" y="63"/>
                    <a:pt x="144" y="65"/>
                    <a:pt x="144" y="65"/>
                  </a:cubicBezTo>
                  <a:cubicBezTo>
                    <a:pt x="145" y="65"/>
                    <a:pt x="146" y="64"/>
                    <a:pt x="147" y="64"/>
                  </a:cubicBezTo>
                  <a:cubicBezTo>
                    <a:pt x="148" y="64"/>
                    <a:pt x="149" y="65"/>
                    <a:pt x="150" y="65"/>
                  </a:cubicBezTo>
                  <a:cubicBezTo>
                    <a:pt x="151" y="65"/>
                    <a:pt x="154" y="62"/>
                    <a:pt x="155" y="63"/>
                  </a:cubicBezTo>
                  <a:cubicBezTo>
                    <a:pt x="156" y="63"/>
                    <a:pt x="157" y="66"/>
                    <a:pt x="158" y="66"/>
                  </a:cubicBezTo>
                  <a:cubicBezTo>
                    <a:pt x="159" y="66"/>
                    <a:pt x="160" y="65"/>
                    <a:pt x="161" y="65"/>
                  </a:cubicBezTo>
                  <a:cubicBezTo>
                    <a:pt x="162" y="64"/>
                    <a:pt x="163" y="63"/>
                    <a:pt x="164" y="63"/>
                  </a:cubicBezTo>
                  <a:cubicBezTo>
                    <a:pt x="165" y="62"/>
                    <a:pt x="167" y="63"/>
                    <a:pt x="169" y="62"/>
                  </a:cubicBezTo>
                  <a:cubicBezTo>
                    <a:pt x="170" y="62"/>
                    <a:pt x="172" y="62"/>
                    <a:pt x="174" y="62"/>
                  </a:cubicBezTo>
                  <a:cubicBezTo>
                    <a:pt x="175" y="62"/>
                    <a:pt x="179" y="64"/>
                    <a:pt x="181" y="64"/>
                  </a:cubicBezTo>
                  <a:cubicBezTo>
                    <a:pt x="183" y="64"/>
                    <a:pt x="187" y="64"/>
                    <a:pt x="188" y="65"/>
                  </a:cubicBezTo>
                  <a:cubicBezTo>
                    <a:pt x="189" y="66"/>
                    <a:pt x="191" y="67"/>
                    <a:pt x="192" y="68"/>
                  </a:cubicBezTo>
                  <a:cubicBezTo>
                    <a:pt x="193" y="69"/>
                    <a:pt x="192" y="71"/>
                    <a:pt x="193" y="72"/>
                  </a:cubicBezTo>
                  <a:cubicBezTo>
                    <a:pt x="193" y="73"/>
                    <a:pt x="194" y="74"/>
                    <a:pt x="195" y="75"/>
                  </a:cubicBezTo>
                  <a:cubicBezTo>
                    <a:pt x="196" y="75"/>
                    <a:pt x="198" y="76"/>
                    <a:pt x="199" y="77"/>
                  </a:cubicBezTo>
                  <a:cubicBezTo>
                    <a:pt x="199" y="77"/>
                    <a:pt x="199" y="79"/>
                    <a:pt x="200" y="79"/>
                  </a:cubicBezTo>
                  <a:cubicBezTo>
                    <a:pt x="201" y="80"/>
                    <a:pt x="203" y="80"/>
                    <a:pt x="203" y="81"/>
                  </a:cubicBezTo>
                  <a:cubicBezTo>
                    <a:pt x="204" y="82"/>
                    <a:pt x="204" y="83"/>
                    <a:pt x="204" y="84"/>
                  </a:cubicBezTo>
                  <a:cubicBezTo>
                    <a:pt x="205" y="85"/>
                    <a:pt x="205" y="86"/>
                    <a:pt x="204" y="87"/>
                  </a:cubicBezTo>
                  <a:cubicBezTo>
                    <a:pt x="204" y="88"/>
                    <a:pt x="202" y="88"/>
                    <a:pt x="201" y="88"/>
                  </a:cubicBezTo>
                  <a:cubicBezTo>
                    <a:pt x="200" y="89"/>
                    <a:pt x="199" y="90"/>
                    <a:pt x="198" y="90"/>
                  </a:cubicBezTo>
                  <a:cubicBezTo>
                    <a:pt x="197" y="91"/>
                    <a:pt x="196" y="93"/>
                    <a:pt x="195" y="94"/>
                  </a:cubicBezTo>
                  <a:cubicBezTo>
                    <a:pt x="194" y="94"/>
                    <a:pt x="192" y="95"/>
                    <a:pt x="191" y="95"/>
                  </a:cubicBezTo>
                  <a:cubicBezTo>
                    <a:pt x="189" y="94"/>
                    <a:pt x="187" y="93"/>
                    <a:pt x="186" y="93"/>
                  </a:cubicBezTo>
                  <a:cubicBezTo>
                    <a:pt x="185" y="92"/>
                    <a:pt x="182" y="91"/>
                    <a:pt x="180" y="90"/>
                  </a:cubicBezTo>
                  <a:cubicBezTo>
                    <a:pt x="179" y="89"/>
                    <a:pt x="177" y="87"/>
                    <a:pt x="176" y="87"/>
                  </a:cubicBezTo>
                  <a:cubicBezTo>
                    <a:pt x="174" y="86"/>
                    <a:pt x="170" y="86"/>
                    <a:pt x="168" y="87"/>
                  </a:cubicBezTo>
                  <a:cubicBezTo>
                    <a:pt x="167" y="87"/>
                    <a:pt x="164" y="87"/>
                    <a:pt x="163" y="88"/>
                  </a:cubicBezTo>
                  <a:cubicBezTo>
                    <a:pt x="163" y="88"/>
                    <a:pt x="163" y="90"/>
                    <a:pt x="163" y="91"/>
                  </a:cubicBezTo>
                  <a:cubicBezTo>
                    <a:pt x="164" y="92"/>
                    <a:pt x="168" y="93"/>
                    <a:pt x="170" y="93"/>
                  </a:cubicBezTo>
                  <a:cubicBezTo>
                    <a:pt x="171" y="93"/>
                    <a:pt x="173" y="93"/>
                    <a:pt x="174" y="93"/>
                  </a:cubicBezTo>
                  <a:cubicBezTo>
                    <a:pt x="176" y="93"/>
                    <a:pt x="179" y="94"/>
                    <a:pt x="180" y="95"/>
                  </a:cubicBezTo>
                  <a:cubicBezTo>
                    <a:pt x="181" y="96"/>
                    <a:pt x="185" y="97"/>
                    <a:pt x="186" y="99"/>
                  </a:cubicBezTo>
                  <a:cubicBezTo>
                    <a:pt x="186" y="99"/>
                    <a:pt x="188" y="102"/>
                    <a:pt x="188" y="103"/>
                  </a:cubicBezTo>
                  <a:cubicBezTo>
                    <a:pt x="188" y="104"/>
                    <a:pt x="187" y="105"/>
                    <a:pt x="187" y="106"/>
                  </a:cubicBezTo>
                  <a:cubicBezTo>
                    <a:pt x="186" y="107"/>
                    <a:pt x="185" y="107"/>
                    <a:pt x="184" y="107"/>
                  </a:cubicBezTo>
                  <a:cubicBezTo>
                    <a:pt x="183" y="108"/>
                    <a:pt x="182" y="108"/>
                    <a:pt x="182" y="109"/>
                  </a:cubicBezTo>
                  <a:cubicBezTo>
                    <a:pt x="182" y="110"/>
                    <a:pt x="182" y="111"/>
                    <a:pt x="182" y="112"/>
                  </a:cubicBezTo>
                  <a:cubicBezTo>
                    <a:pt x="183" y="113"/>
                    <a:pt x="185" y="113"/>
                    <a:pt x="186" y="113"/>
                  </a:cubicBezTo>
                  <a:cubicBezTo>
                    <a:pt x="186" y="113"/>
                    <a:pt x="188" y="112"/>
                    <a:pt x="189" y="112"/>
                  </a:cubicBezTo>
                  <a:cubicBezTo>
                    <a:pt x="189" y="112"/>
                    <a:pt x="190" y="113"/>
                    <a:pt x="190" y="114"/>
                  </a:cubicBezTo>
                  <a:cubicBezTo>
                    <a:pt x="191" y="115"/>
                    <a:pt x="190" y="117"/>
                    <a:pt x="190" y="118"/>
                  </a:cubicBezTo>
                  <a:cubicBezTo>
                    <a:pt x="190" y="119"/>
                    <a:pt x="190" y="121"/>
                    <a:pt x="191" y="122"/>
                  </a:cubicBezTo>
                  <a:cubicBezTo>
                    <a:pt x="192" y="123"/>
                    <a:pt x="194" y="124"/>
                    <a:pt x="195" y="125"/>
                  </a:cubicBezTo>
                  <a:cubicBezTo>
                    <a:pt x="196" y="127"/>
                    <a:pt x="196" y="129"/>
                    <a:pt x="197" y="131"/>
                  </a:cubicBezTo>
                  <a:cubicBezTo>
                    <a:pt x="197" y="131"/>
                    <a:pt x="199" y="133"/>
                    <a:pt x="199" y="134"/>
                  </a:cubicBezTo>
                  <a:cubicBezTo>
                    <a:pt x="199" y="136"/>
                    <a:pt x="197" y="138"/>
                    <a:pt x="197" y="140"/>
                  </a:cubicBezTo>
                  <a:cubicBezTo>
                    <a:pt x="196" y="140"/>
                    <a:pt x="195" y="142"/>
                    <a:pt x="195" y="143"/>
                  </a:cubicBezTo>
                  <a:cubicBezTo>
                    <a:pt x="194" y="143"/>
                    <a:pt x="193" y="144"/>
                    <a:pt x="192" y="144"/>
                  </a:cubicBezTo>
                  <a:cubicBezTo>
                    <a:pt x="191" y="143"/>
                    <a:pt x="190" y="142"/>
                    <a:pt x="189" y="141"/>
                  </a:cubicBezTo>
                  <a:cubicBezTo>
                    <a:pt x="189" y="141"/>
                    <a:pt x="189" y="139"/>
                    <a:pt x="188" y="138"/>
                  </a:cubicBezTo>
                  <a:cubicBezTo>
                    <a:pt x="188" y="138"/>
                    <a:pt x="186" y="138"/>
                    <a:pt x="185" y="138"/>
                  </a:cubicBezTo>
                  <a:cubicBezTo>
                    <a:pt x="184" y="138"/>
                    <a:pt x="184" y="139"/>
                    <a:pt x="184" y="140"/>
                  </a:cubicBezTo>
                  <a:cubicBezTo>
                    <a:pt x="183" y="140"/>
                    <a:pt x="184" y="142"/>
                    <a:pt x="184" y="143"/>
                  </a:cubicBezTo>
                  <a:cubicBezTo>
                    <a:pt x="184" y="143"/>
                    <a:pt x="186" y="145"/>
                    <a:pt x="186" y="145"/>
                  </a:cubicBezTo>
                  <a:cubicBezTo>
                    <a:pt x="187" y="146"/>
                    <a:pt x="189" y="146"/>
                    <a:pt x="189" y="147"/>
                  </a:cubicBezTo>
                  <a:cubicBezTo>
                    <a:pt x="189" y="148"/>
                    <a:pt x="189" y="150"/>
                    <a:pt x="189" y="151"/>
                  </a:cubicBezTo>
                  <a:cubicBezTo>
                    <a:pt x="189" y="151"/>
                    <a:pt x="188" y="153"/>
                    <a:pt x="188" y="153"/>
                  </a:cubicBezTo>
                  <a:cubicBezTo>
                    <a:pt x="188" y="155"/>
                    <a:pt x="189" y="156"/>
                    <a:pt x="190" y="157"/>
                  </a:cubicBezTo>
                  <a:cubicBezTo>
                    <a:pt x="190" y="158"/>
                    <a:pt x="192" y="160"/>
                    <a:pt x="192" y="161"/>
                  </a:cubicBezTo>
                  <a:cubicBezTo>
                    <a:pt x="192" y="162"/>
                    <a:pt x="191" y="164"/>
                    <a:pt x="191" y="165"/>
                  </a:cubicBezTo>
                  <a:cubicBezTo>
                    <a:pt x="190" y="165"/>
                    <a:pt x="189" y="166"/>
                    <a:pt x="188" y="166"/>
                  </a:cubicBezTo>
                  <a:cubicBezTo>
                    <a:pt x="188" y="165"/>
                    <a:pt x="186" y="165"/>
                    <a:pt x="186" y="164"/>
                  </a:cubicBezTo>
                  <a:cubicBezTo>
                    <a:pt x="186" y="164"/>
                    <a:pt x="186" y="162"/>
                    <a:pt x="185" y="161"/>
                  </a:cubicBezTo>
                  <a:cubicBezTo>
                    <a:pt x="185" y="161"/>
                    <a:pt x="185" y="160"/>
                    <a:pt x="185" y="159"/>
                  </a:cubicBezTo>
                  <a:cubicBezTo>
                    <a:pt x="184" y="159"/>
                    <a:pt x="183" y="159"/>
                    <a:pt x="183" y="159"/>
                  </a:cubicBezTo>
                  <a:cubicBezTo>
                    <a:pt x="182" y="159"/>
                    <a:pt x="182" y="159"/>
                    <a:pt x="181" y="160"/>
                  </a:cubicBezTo>
                  <a:cubicBezTo>
                    <a:pt x="181" y="160"/>
                    <a:pt x="181" y="160"/>
                    <a:pt x="181" y="160"/>
                  </a:cubicBezTo>
                  <a:cubicBezTo>
                    <a:pt x="180" y="159"/>
                    <a:pt x="179" y="158"/>
                    <a:pt x="178" y="157"/>
                  </a:cubicBezTo>
                  <a:cubicBezTo>
                    <a:pt x="178" y="157"/>
                    <a:pt x="178" y="154"/>
                    <a:pt x="178" y="154"/>
                  </a:cubicBezTo>
                  <a:cubicBezTo>
                    <a:pt x="177" y="152"/>
                    <a:pt x="177" y="150"/>
                    <a:pt x="176" y="149"/>
                  </a:cubicBezTo>
                  <a:cubicBezTo>
                    <a:pt x="175" y="147"/>
                    <a:pt x="171" y="146"/>
                    <a:pt x="169" y="145"/>
                  </a:cubicBezTo>
                  <a:cubicBezTo>
                    <a:pt x="167" y="145"/>
                    <a:pt x="163" y="144"/>
                    <a:pt x="161" y="144"/>
                  </a:cubicBezTo>
                  <a:cubicBezTo>
                    <a:pt x="160" y="144"/>
                    <a:pt x="157" y="143"/>
                    <a:pt x="156" y="143"/>
                  </a:cubicBezTo>
                  <a:cubicBezTo>
                    <a:pt x="155" y="143"/>
                    <a:pt x="154" y="144"/>
                    <a:pt x="153" y="144"/>
                  </a:cubicBezTo>
                  <a:cubicBezTo>
                    <a:pt x="153" y="144"/>
                    <a:pt x="152" y="142"/>
                    <a:pt x="151" y="142"/>
                  </a:cubicBezTo>
                  <a:cubicBezTo>
                    <a:pt x="150" y="142"/>
                    <a:pt x="149" y="141"/>
                    <a:pt x="148" y="142"/>
                  </a:cubicBezTo>
                  <a:cubicBezTo>
                    <a:pt x="147" y="142"/>
                    <a:pt x="146" y="142"/>
                    <a:pt x="145" y="143"/>
                  </a:cubicBezTo>
                  <a:cubicBezTo>
                    <a:pt x="144" y="143"/>
                    <a:pt x="144" y="145"/>
                    <a:pt x="144" y="146"/>
                  </a:cubicBezTo>
                  <a:cubicBezTo>
                    <a:pt x="143" y="147"/>
                    <a:pt x="141" y="148"/>
                    <a:pt x="141" y="148"/>
                  </a:cubicBezTo>
                  <a:cubicBezTo>
                    <a:pt x="140" y="149"/>
                    <a:pt x="141" y="152"/>
                    <a:pt x="140" y="152"/>
                  </a:cubicBezTo>
                  <a:cubicBezTo>
                    <a:pt x="139" y="153"/>
                    <a:pt x="137" y="152"/>
                    <a:pt x="136" y="152"/>
                  </a:cubicBezTo>
                  <a:cubicBezTo>
                    <a:pt x="135" y="152"/>
                    <a:pt x="134" y="151"/>
                    <a:pt x="133" y="151"/>
                  </a:cubicBezTo>
                  <a:cubicBezTo>
                    <a:pt x="133" y="151"/>
                    <a:pt x="132" y="151"/>
                    <a:pt x="131" y="151"/>
                  </a:cubicBezTo>
                  <a:cubicBezTo>
                    <a:pt x="130" y="151"/>
                    <a:pt x="128" y="152"/>
                    <a:pt x="127" y="153"/>
                  </a:cubicBezTo>
                  <a:cubicBezTo>
                    <a:pt x="127" y="154"/>
                    <a:pt x="126" y="155"/>
                    <a:pt x="126" y="155"/>
                  </a:cubicBezTo>
                  <a:cubicBezTo>
                    <a:pt x="126" y="156"/>
                    <a:pt x="127" y="158"/>
                    <a:pt x="128" y="159"/>
                  </a:cubicBezTo>
                  <a:cubicBezTo>
                    <a:pt x="128" y="160"/>
                    <a:pt x="128" y="161"/>
                    <a:pt x="129" y="162"/>
                  </a:cubicBezTo>
                  <a:cubicBezTo>
                    <a:pt x="129" y="163"/>
                    <a:pt x="129" y="166"/>
                    <a:pt x="129" y="167"/>
                  </a:cubicBezTo>
                  <a:cubicBezTo>
                    <a:pt x="128" y="168"/>
                    <a:pt x="127" y="170"/>
                    <a:pt x="127" y="171"/>
                  </a:cubicBezTo>
                  <a:cubicBezTo>
                    <a:pt x="127" y="173"/>
                    <a:pt x="130" y="175"/>
                    <a:pt x="130" y="177"/>
                  </a:cubicBezTo>
                  <a:cubicBezTo>
                    <a:pt x="130" y="178"/>
                    <a:pt x="130" y="180"/>
                    <a:pt x="130" y="181"/>
                  </a:cubicBezTo>
                  <a:cubicBezTo>
                    <a:pt x="129" y="182"/>
                    <a:pt x="129" y="185"/>
                    <a:pt x="128" y="186"/>
                  </a:cubicBezTo>
                  <a:cubicBezTo>
                    <a:pt x="127" y="187"/>
                    <a:pt x="126" y="189"/>
                    <a:pt x="125" y="190"/>
                  </a:cubicBezTo>
                  <a:cubicBezTo>
                    <a:pt x="124" y="191"/>
                    <a:pt x="122" y="192"/>
                    <a:pt x="121" y="192"/>
                  </a:cubicBezTo>
                  <a:cubicBezTo>
                    <a:pt x="120" y="192"/>
                    <a:pt x="118" y="192"/>
                    <a:pt x="118" y="192"/>
                  </a:cubicBezTo>
                  <a:cubicBezTo>
                    <a:pt x="116" y="192"/>
                    <a:pt x="114" y="192"/>
                    <a:pt x="113" y="192"/>
                  </a:cubicBezTo>
                  <a:cubicBezTo>
                    <a:pt x="112" y="191"/>
                    <a:pt x="110" y="190"/>
                    <a:pt x="109" y="190"/>
                  </a:cubicBezTo>
                  <a:cubicBezTo>
                    <a:pt x="108" y="189"/>
                    <a:pt x="106" y="189"/>
                    <a:pt x="105" y="189"/>
                  </a:cubicBezTo>
                  <a:cubicBezTo>
                    <a:pt x="104" y="189"/>
                    <a:pt x="102" y="188"/>
                    <a:pt x="101" y="188"/>
                  </a:cubicBezTo>
                  <a:cubicBezTo>
                    <a:pt x="100" y="187"/>
                    <a:pt x="97" y="187"/>
                    <a:pt x="96" y="187"/>
                  </a:cubicBezTo>
                  <a:cubicBezTo>
                    <a:pt x="95" y="187"/>
                    <a:pt x="92" y="187"/>
                    <a:pt x="91" y="188"/>
                  </a:cubicBezTo>
                  <a:cubicBezTo>
                    <a:pt x="91" y="189"/>
                    <a:pt x="91" y="190"/>
                    <a:pt x="91" y="191"/>
                  </a:cubicBezTo>
                  <a:cubicBezTo>
                    <a:pt x="91" y="192"/>
                    <a:pt x="92" y="194"/>
                    <a:pt x="92" y="196"/>
                  </a:cubicBezTo>
                  <a:cubicBezTo>
                    <a:pt x="91" y="196"/>
                    <a:pt x="90" y="197"/>
                    <a:pt x="90" y="197"/>
                  </a:cubicBezTo>
                  <a:cubicBezTo>
                    <a:pt x="89" y="198"/>
                    <a:pt x="88" y="199"/>
                    <a:pt x="87" y="200"/>
                  </a:cubicBezTo>
                  <a:cubicBezTo>
                    <a:pt x="86" y="200"/>
                    <a:pt x="84" y="201"/>
                    <a:pt x="82" y="202"/>
                  </a:cubicBezTo>
                  <a:cubicBezTo>
                    <a:pt x="81" y="202"/>
                    <a:pt x="78" y="203"/>
                    <a:pt x="78" y="204"/>
                  </a:cubicBezTo>
                  <a:cubicBezTo>
                    <a:pt x="77" y="205"/>
                    <a:pt x="78" y="207"/>
                    <a:pt x="78" y="209"/>
                  </a:cubicBezTo>
                  <a:cubicBezTo>
                    <a:pt x="78" y="209"/>
                    <a:pt x="78" y="210"/>
                    <a:pt x="78" y="211"/>
                  </a:cubicBezTo>
                  <a:cubicBezTo>
                    <a:pt x="77" y="211"/>
                    <a:pt x="77" y="211"/>
                    <a:pt x="77" y="211"/>
                  </a:cubicBezTo>
                  <a:cubicBezTo>
                    <a:pt x="75" y="212"/>
                    <a:pt x="72" y="213"/>
                    <a:pt x="71" y="212"/>
                  </a:cubicBezTo>
                  <a:cubicBezTo>
                    <a:pt x="70" y="212"/>
                    <a:pt x="68" y="210"/>
                    <a:pt x="67" y="210"/>
                  </a:cubicBezTo>
                  <a:cubicBezTo>
                    <a:pt x="65" y="209"/>
                    <a:pt x="62" y="209"/>
                    <a:pt x="61" y="209"/>
                  </a:cubicBezTo>
                  <a:cubicBezTo>
                    <a:pt x="59" y="209"/>
                    <a:pt x="57" y="211"/>
                    <a:pt x="55" y="211"/>
                  </a:cubicBezTo>
                  <a:cubicBezTo>
                    <a:pt x="55" y="211"/>
                    <a:pt x="53" y="211"/>
                    <a:pt x="52" y="210"/>
                  </a:cubicBezTo>
                  <a:cubicBezTo>
                    <a:pt x="51" y="209"/>
                    <a:pt x="51" y="207"/>
                    <a:pt x="51" y="206"/>
                  </a:cubicBezTo>
                  <a:cubicBezTo>
                    <a:pt x="50" y="204"/>
                    <a:pt x="50" y="201"/>
                    <a:pt x="50" y="199"/>
                  </a:cubicBezTo>
                  <a:cubicBezTo>
                    <a:pt x="50" y="198"/>
                    <a:pt x="49" y="196"/>
                    <a:pt x="48" y="196"/>
                  </a:cubicBezTo>
                  <a:cubicBezTo>
                    <a:pt x="48" y="195"/>
                    <a:pt x="46" y="196"/>
                    <a:pt x="45" y="196"/>
                  </a:cubicBezTo>
                  <a:cubicBezTo>
                    <a:pt x="45" y="195"/>
                    <a:pt x="44" y="194"/>
                    <a:pt x="43" y="194"/>
                  </a:cubicBezTo>
                  <a:cubicBezTo>
                    <a:pt x="43" y="193"/>
                    <a:pt x="45" y="191"/>
                    <a:pt x="45" y="190"/>
                  </a:cubicBezTo>
                  <a:cubicBezTo>
                    <a:pt x="45" y="189"/>
                    <a:pt x="44" y="189"/>
                    <a:pt x="43" y="188"/>
                  </a:cubicBezTo>
                  <a:cubicBezTo>
                    <a:pt x="43" y="187"/>
                    <a:pt x="42" y="184"/>
                    <a:pt x="42" y="183"/>
                  </a:cubicBezTo>
                  <a:cubicBezTo>
                    <a:pt x="41" y="182"/>
                    <a:pt x="42" y="179"/>
                    <a:pt x="42" y="177"/>
                  </a:cubicBezTo>
                  <a:cubicBezTo>
                    <a:pt x="42" y="176"/>
                    <a:pt x="43" y="174"/>
                    <a:pt x="43" y="173"/>
                  </a:cubicBezTo>
                  <a:cubicBezTo>
                    <a:pt x="43" y="172"/>
                    <a:pt x="42" y="171"/>
                    <a:pt x="41" y="171"/>
                  </a:cubicBezTo>
                  <a:cubicBezTo>
                    <a:pt x="41" y="170"/>
                    <a:pt x="40" y="169"/>
                    <a:pt x="40" y="168"/>
                  </a:cubicBezTo>
                  <a:cubicBezTo>
                    <a:pt x="40" y="167"/>
                    <a:pt x="43" y="165"/>
                    <a:pt x="44" y="164"/>
                  </a:cubicBezTo>
                  <a:cubicBezTo>
                    <a:pt x="44" y="163"/>
                    <a:pt x="45" y="160"/>
                    <a:pt x="45" y="159"/>
                  </a:cubicBezTo>
                  <a:cubicBezTo>
                    <a:pt x="45" y="158"/>
                    <a:pt x="45" y="155"/>
                    <a:pt x="45" y="154"/>
                  </a:cubicBezTo>
                  <a:cubicBezTo>
                    <a:pt x="45" y="153"/>
                    <a:pt x="43" y="152"/>
                    <a:pt x="43" y="151"/>
                  </a:cubicBezTo>
                  <a:cubicBezTo>
                    <a:pt x="42" y="150"/>
                    <a:pt x="42" y="148"/>
                    <a:pt x="42" y="147"/>
                  </a:cubicBezTo>
                  <a:cubicBezTo>
                    <a:pt x="41" y="146"/>
                    <a:pt x="40" y="144"/>
                    <a:pt x="40" y="144"/>
                  </a:cubicBezTo>
                  <a:cubicBezTo>
                    <a:pt x="39" y="143"/>
                    <a:pt x="39" y="141"/>
                    <a:pt x="39" y="141"/>
                  </a:cubicBezTo>
                  <a:cubicBezTo>
                    <a:pt x="38" y="140"/>
                    <a:pt x="38" y="138"/>
                    <a:pt x="37" y="138"/>
                  </a:cubicBezTo>
                  <a:cubicBezTo>
                    <a:pt x="36" y="137"/>
                    <a:pt x="35" y="137"/>
                    <a:pt x="34" y="138"/>
                  </a:cubicBezTo>
                  <a:cubicBezTo>
                    <a:pt x="33" y="138"/>
                    <a:pt x="32" y="139"/>
                    <a:pt x="31" y="139"/>
                  </a:cubicBezTo>
                  <a:cubicBezTo>
                    <a:pt x="31" y="140"/>
                    <a:pt x="31" y="142"/>
                    <a:pt x="30" y="143"/>
                  </a:cubicBezTo>
                  <a:cubicBezTo>
                    <a:pt x="30" y="144"/>
                    <a:pt x="28" y="145"/>
                    <a:pt x="27" y="146"/>
                  </a:cubicBezTo>
                  <a:cubicBezTo>
                    <a:pt x="26" y="147"/>
                    <a:pt x="24" y="147"/>
                    <a:pt x="23" y="147"/>
                  </a:cubicBezTo>
                  <a:cubicBezTo>
                    <a:pt x="22" y="148"/>
                    <a:pt x="20" y="147"/>
                    <a:pt x="19" y="147"/>
                  </a:cubicBezTo>
                  <a:cubicBezTo>
                    <a:pt x="17" y="147"/>
                    <a:pt x="15" y="146"/>
                    <a:pt x="14" y="146"/>
                  </a:cubicBezTo>
                  <a:cubicBezTo>
                    <a:pt x="12" y="146"/>
                    <a:pt x="10" y="146"/>
                    <a:pt x="8" y="146"/>
                  </a:cubicBezTo>
                  <a:cubicBezTo>
                    <a:pt x="7" y="146"/>
                    <a:pt x="5" y="146"/>
                    <a:pt x="5" y="146"/>
                  </a:cubicBezTo>
                  <a:cubicBezTo>
                    <a:pt x="4" y="146"/>
                    <a:pt x="3" y="147"/>
                    <a:pt x="2" y="147"/>
                  </a:cubicBezTo>
                  <a:cubicBezTo>
                    <a:pt x="1" y="147"/>
                    <a:pt x="1" y="146"/>
                    <a:pt x="0" y="146"/>
                  </a:cubicBezTo>
                  <a:cubicBezTo>
                    <a:pt x="0" y="145"/>
                    <a:pt x="1" y="144"/>
                    <a:pt x="1" y="143"/>
                  </a:cubicBezTo>
                  <a:cubicBezTo>
                    <a:pt x="2" y="142"/>
                    <a:pt x="2" y="139"/>
                    <a:pt x="3" y="138"/>
                  </a:cubicBezTo>
                  <a:cubicBezTo>
                    <a:pt x="3" y="136"/>
                    <a:pt x="4" y="134"/>
                    <a:pt x="5" y="133"/>
                  </a:cubicBezTo>
                  <a:cubicBezTo>
                    <a:pt x="5" y="132"/>
                    <a:pt x="7" y="130"/>
                    <a:pt x="7" y="129"/>
                  </a:cubicBezTo>
                  <a:cubicBezTo>
                    <a:pt x="8" y="128"/>
                    <a:pt x="7" y="125"/>
                    <a:pt x="8" y="124"/>
                  </a:cubicBezTo>
                  <a:cubicBezTo>
                    <a:pt x="8" y="123"/>
                    <a:pt x="10" y="122"/>
                    <a:pt x="10" y="120"/>
                  </a:cubicBezTo>
                  <a:cubicBezTo>
                    <a:pt x="11" y="119"/>
                    <a:pt x="10" y="117"/>
                    <a:pt x="10" y="116"/>
                  </a:cubicBezTo>
                  <a:cubicBezTo>
                    <a:pt x="10" y="115"/>
                    <a:pt x="9" y="113"/>
                    <a:pt x="9" y="112"/>
                  </a:cubicBezTo>
                  <a:cubicBezTo>
                    <a:pt x="9" y="111"/>
                    <a:pt x="9" y="109"/>
                    <a:pt x="9" y="108"/>
                  </a:cubicBezTo>
                  <a:cubicBezTo>
                    <a:pt x="10" y="106"/>
                    <a:pt x="12" y="102"/>
                    <a:pt x="14" y="100"/>
                  </a:cubicBezTo>
                  <a:cubicBezTo>
                    <a:pt x="15" y="99"/>
                    <a:pt x="17" y="99"/>
                    <a:pt x="18" y="98"/>
                  </a:cubicBezTo>
                  <a:cubicBezTo>
                    <a:pt x="19" y="97"/>
                    <a:pt x="21" y="94"/>
                    <a:pt x="21" y="93"/>
                  </a:cubicBezTo>
                  <a:cubicBezTo>
                    <a:pt x="22" y="91"/>
                    <a:pt x="24" y="88"/>
                    <a:pt x="25" y="88"/>
                  </a:cubicBezTo>
                  <a:cubicBezTo>
                    <a:pt x="26" y="87"/>
                    <a:pt x="30" y="88"/>
                    <a:pt x="31" y="88"/>
                  </a:cubicBezTo>
                  <a:cubicBezTo>
                    <a:pt x="32" y="87"/>
                    <a:pt x="34" y="86"/>
                    <a:pt x="35" y="85"/>
                  </a:cubicBezTo>
                  <a:cubicBezTo>
                    <a:pt x="36" y="84"/>
                    <a:pt x="37" y="82"/>
                    <a:pt x="38" y="81"/>
                  </a:cubicBezTo>
                  <a:cubicBezTo>
                    <a:pt x="38" y="80"/>
                    <a:pt x="39" y="77"/>
                    <a:pt x="39" y="76"/>
                  </a:cubicBezTo>
                  <a:cubicBezTo>
                    <a:pt x="39" y="75"/>
                    <a:pt x="39" y="73"/>
                    <a:pt x="38" y="72"/>
                  </a:cubicBezTo>
                  <a:cubicBezTo>
                    <a:pt x="38" y="71"/>
                    <a:pt x="37" y="70"/>
                    <a:pt x="36" y="70"/>
                  </a:cubicBezTo>
                  <a:cubicBezTo>
                    <a:pt x="35" y="70"/>
                    <a:pt x="33" y="71"/>
                    <a:pt x="32" y="71"/>
                  </a:cubicBezTo>
                  <a:cubicBezTo>
                    <a:pt x="31" y="71"/>
                    <a:pt x="31" y="70"/>
                    <a:pt x="31" y="69"/>
                  </a:cubicBezTo>
                  <a:cubicBezTo>
                    <a:pt x="31" y="68"/>
                    <a:pt x="31" y="66"/>
                    <a:pt x="31" y="65"/>
                  </a:cubicBezTo>
                  <a:cubicBezTo>
                    <a:pt x="31" y="65"/>
                    <a:pt x="32" y="64"/>
                    <a:pt x="32" y="64"/>
                  </a:cubicBezTo>
                  <a:cubicBezTo>
                    <a:pt x="33" y="63"/>
                    <a:pt x="35" y="63"/>
                    <a:pt x="36" y="63"/>
                  </a:cubicBezTo>
                  <a:cubicBezTo>
                    <a:pt x="37" y="62"/>
                    <a:pt x="36" y="60"/>
                    <a:pt x="36" y="59"/>
                  </a:cubicBezTo>
                  <a:cubicBezTo>
                    <a:pt x="36" y="57"/>
                    <a:pt x="35" y="55"/>
                    <a:pt x="35" y="54"/>
                  </a:cubicBezTo>
                  <a:cubicBezTo>
                    <a:pt x="35" y="52"/>
                    <a:pt x="35" y="49"/>
                    <a:pt x="36" y="47"/>
                  </a:cubicBezTo>
                  <a:cubicBezTo>
                    <a:pt x="36" y="46"/>
                    <a:pt x="38" y="44"/>
                    <a:pt x="38" y="43"/>
                  </a:cubicBezTo>
                  <a:cubicBezTo>
                    <a:pt x="38" y="42"/>
                    <a:pt x="38" y="40"/>
                    <a:pt x="38" y="39"/>
                  </a:cubicBezTo>
                  <a:cubicBezTo>
                    <a:pt x="38" y="38"/>
                    <a:pt x="38" y="35"/>
                    <a:pt x="38" y="33"/>
                  </a:cubicBezTo>
                  <a:cubicBezTo>
                    <a:pt x="38" y="33"/>
                    <a:pt x="38" y="32"/>
                    <a:pt x="38" y="32"/>
                  </a:cubicBezTo>
                  <a:cubicBezTo>
                    <a:pt x="39" y="32"/>
                    <a:pt x="39" y="32"/>
                    <a:pt x="40" y="32"/>
                  </a:cubicBezTo>
                  <a:cubicBezTo>
                    <a:pt x="41" y="31"/>
                    <a:pt x="42" y="31"/>
                    <a:pt x="43" y="31"/>
                  </a:cubicBezTo>
                  <a:cubicBezTo>
                    <a:pt x="45" y="31"/>
                    <a:pt x="48" y="30"/>
                    <a:pt x="49" y="30"/>
                  </a:cubicBezTo>
                  <a:cubicBezTo>
                    <a:pt x="50" y="31"/>
                    <a:pt x="52" y="32"/>
                    <a:pt x="53" y="32"/>
                  </a:cubicBezTo>
                  <a:cubicBezTo>
                    <a:pt x="54" y="32"/>
                    <a:pt x="55" y="32"/>
                    <a:pt x="56" y="31"/>
                  </a:cubicBezTo>
                  <a:cubicBezTo>
                    <a:pt x="57" y="30"/>
                    <a:pt x="55" y="27"/>
                    <a:pt x="56" y="26"/>
                  </a:cubicBezTo>
                  <a:cubicBezTo>
                    <a:pt x="56" y="24"/>
                    <a:pt x="59" y="23"/>
                    <a:pt x="60" y="22"/>
                  </a:cubicBezTo>
                  <a:cubicBezTo>
                    <a:pt x="62" y="21"/>
                    <a:pt x="65" y="20"/>
                    <a:pt x="67" y="21"/>
                  </a:cubicBezTo>
                  <a:cubicBezTo>
                    <a:pt x="68" y="21"/>
                    <a:pt x="71" y="24"/>
                    <a:pt x="72" y="25"/>
                  </a:cubicBezTo>
                  <a:cubicBezTo>
                    <a:pt x="73" y="26"/>
                    <a:pt x="76" y="27"/>
                    <a:pt x="77" y="27"/>
                  </a:cubicBezTo>
                  <a:cubicBezTo>
                    <a:pt x="79" y="27"/>
                    <a:pt x="81" y="25"/>
                    <a:pt x="81" y="24"/>
                  </a:cubicBezTo>
                  <a:cubicBezTo>
                    <a:pt x="82" y="23"/>
                    <a:pt x="83" y="21"/>
                    <a:pt x="84" y="20"/>
                  </a:cubicBezTo>
                  <a:cubicBezTo>
                    <a:pt x="85" y="19"/>
                    <a:pt x="87" y="17"/>
                    <a:pt x="88" y="16"/>
                  </a:cubicBezTo>
                  <a:cubicBezTo>
                    <a:pt x="88" y="15"/>
                    <a:pt x="88" y="12"/>
                    <a:pt x="88" y="11"/>
                  </a:cubicBezTo>
                  <a:cubicBezTo>
                    <a:pt x="88" y="10"/>
                    <a:pt x="88" y="8"/>
                    <a:pt x="88" y="7"/>
                  </a:cubicBezTo>
                  <a:cubicBezTo>
                    <a:pt x="88" y="6"/>
                    <a:pt x="89" y="4"/>
                    <a:pt x="90" y="3"/>
                  </a:cubicBezTo>
                  <a:cubicBezTo>
                    <a:pt x="91" y="3"/>
                    <a:pt x="92" y="2"/>
                    <a:pt x="93" y="2"/>
                  </a:cubicBezTo>
                  <a:cubicBezTo>
                    <a:pt x="94" y="1"/>
                    <a:pt x="95" y="1"/>
                    <a:pt x="9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4"/>
            <p:cNvSpPr>
              <a:spLocks/>
            </p:cNvSpPr>
            <p:nvPr/>
          </p:nvSpPr>
          <p:spPr bwMode="auto">
            <a:xfrm>
              <a:off x="4683125" y="4086225"/>
              <a:ext cx="136525" cy="288925"/>
            </a:xfrm>
            <a:custGeom>
              <a:avLst/>
              <a:gdLst/>
              <a:ahLst/>
              <a:cxnLst>
                <a:cxn ang="0">
                  <a:pos x="16" y="165"/>
                </a:cxn>
                <a:cxn ang="0">
                  <a:pos x="10" y="168"/>
                </a:cxn>
                <a:cxn ang="0">
                  <a:pos x="10" y="159"/>
                </a:cxn>
                <a:cxn ang="0">
                  <a:pos x="11" y="150"/>
                </a:cxn>
                <a:cxn ang="0">
                  <a:pos x="15" y="144"/>
                </a:cxn>
                <a:cxn ang="0">
                  <a:pos x="15" y="139"/>
                </a:cxn>
                <a:cxn ang="0">
                  <a:pos x="10" y="133"/>
                </a:cxn>
                <a:cxn ang="0">
                  <a:pos x="7" y="124"/>
                </a:cxn>
                <a:cxn ang="0">
                  <a:pos x="4" y="117"/>
                </a:cxn>
                <a:cxn ang="0">
                  <a:pos x="1" y="111"/>
                </a:cxn>
                <a:cxn ang="0">
                  <a:pos x="4" y="102"/>
                </a:cxn>
                <a:cxn ang="0">
                  <a:pos x="6" y="91"/>
                </a:cxn>
                <a:cxn ang="0">
                  <a:pos x="2" y="79"/>
                </a:cxn>
                <a:cxn ang="0">
                  <a:pos x="1" y="63"/>
                </a:cxn>
                <a:cxn ang="0">
                  <a:pos x="8" y="54"/>
                </a:cxn>
                <a:cxn ang="0">
                  <a:pos x="15" y="48"/>
                </a:cxn>
                <a:cxn ang="0">
                  <a:pos x="21" y="35"/>
                </a:cxn>
                <a:cxn ang="0">
                  <a:pos x="27" y="22"/>
                </a:cxn>
                <a:cxn ang="0">
                  <a:pos x="33" y="16"/>
                </a:cxn>
                <a:cxn ang="0">
                  <a:pos x="39" y="16"/>
                </a:cxn>
                <a:cxn ang="0">
                  <a:pos x="44" y="5"/>
                </a:cxn>
                <a:cxn ang="0">
                  <a:pos x="50" y="1"/>
                </a:cxn>
                <a:cxn ang="0">
                  <a:pos x="53" y="8"/>
                </a:cxn>
                <a:cxn ang="0">
                  <a:pos x="57" y="14"/>
                </a:cxn>
                <a:cxn ang="0">
                  <a:pos x="62" y="8"/>
                </a:cxn>
                <a:cxn ang="0">
                  <a:pos x="63" y="1"/>
                </a:cxn>
                <a:cxn ang="0">
                  <a:pos x="68" y="6"/>
                </a:cxn>
                <a:cxn ang="0">
                  <a:pos x="75" y="4"/>
                </a:cxn>
                <a:cxn ang="0">
                  <a:pos x="79" y="10"/>
                </a:cxn>
                <a:cxn ang="0">
                  <a:pos x="79" y="16"/>
                </a:cxn>
                <a:cxn ang="0">
                  <a:pos x="77" y="23"/>
                </a:cxn>
                <a:cxn ang="0">
                  <a:pos x="71" y="27"/>
                </a:cxn>
                <a:cxn ang="0">
                  <a:pos x="62" y="34"/>
                </a:cxn>
                <a:cxn ang="0">
                  <a:pos x="57" y="48"/>
                </a:cxn>
                <a:cxn ang="0">
                  <a:pos x="60" y="67"/>
                </a:cxn>
                <a:cxn ang="0">
                  <a:pos x="64" y="78"/>
                </a:cxn>
                <a:cxn ang="0">
                  <a:pos x="73" y="78"/>
                </a:cxn>
                <a:cxn ang="0">
                  <a:pos x="71" y="89"/>
                </a:cxn>
                <a:cxn ang="0">
                  <a:pos x="61" y="92"/>
                </a:cxn>
                <a:cxn ang="0">
                  <a:pos x="55" y="98"/>
                </a:cxn>
                <a:cxn ang="0">
                  <a:pos x="51" y="104"/>
                </a:cxn>
                <a:cxn ang="0">
                  <a:pos x="53" y="113"/>
                </a:cxn>
                <a:cxn ang="0">
                  <a:pos x="47" y="118"/>
                </a:cxn>
                <a:cxn ang="0">
                  <a:pos x="39" y="122"/>
                </a:cxn>
                <a:cxn ang="0">
                  <a:pos x="33" y="127"/>
                </a:cxn>
                <a:cxn ang="0">
                  <a:pos x="29" y="134"/>
                </a:cxn>
                <a:cxn ang="0">
                  <a:pos x="23" y="139"/>
                </a:cxn>
                <a:cxn ang="0">
                  <a:pos x="24" y="148"/>
                </a:cxn>
                <a:cxn ang="0">
                  <a:pos x="25" y="157"/>
                </a:cxn>
                <a:cxn ang="0">
                  <a:pos x="21" y="161"/>
                </a:cxn>
              </a:cxnLst>
              <a:rect l="0" t="0" r="r" b="b"/>
              <a:pathLst>
                <a:path w="79" h="169">
                  <a:moveTo>
                    <a:pt x="19" y="163"/>
                  </a:moveTo>
                  <a:cubicBezTo>
                    <a:pt x="18" y="164"/>
                    <a:pt x="17" y="165"/>
                    <a:pt x="16" y="165"/>
                  </a:cubicBezTo>
                  <a:cubicBezTo>
                    <a:pt x="15" y="166"/>
                    <a:pt x="14" y="167"/>
                    <a:pt x="13" y="168"/>
                  </a:cubicBezTo>
                  <a:cubicBezTo>
                    <a:pt x="12" y="168"/>
                    <a:pt x="10" y="169"/>
                    <a:pt x="10" y="168"/>
                  </a:cubicBezTo>
                  <a:cubicBezTo>
                    <a:pt x="9" y="167"/>
                    <a:pt x="8" y="164"/>
                    <a:pt x="8" y="163"/>
                  </a:cubicBezTo>
                  <a:cubicBezTo>
                    <a:pt x="8" y="162"/>
                    <a:pt x="9" y="160"/>
                    <a:pt x="10" y="159"/>
                  </a:cubicBezTo>
                  <a:cubicBezTo>
                    <a:pt x="10" y="158"/>
                    <a:pt x="11" y="156"/>
                    <a:pt x="11" y="155"/>
                  </a:cubicBezTo>
                  <a:cubicBezTo>
                    <a:pt x="12" y="154"/>
                    <a:pt x="11" y="151"/>
                    <a:pt x="11" y="150"/>
                  </a:cubicBezTo>
                  <a:cubicBezTo>
                    <a:pt x="11" y="149"/>
                    <a:pt x="12" y="147"/>
                    <a:pt x="13" y="146"/>
                  </a:cubicBezTo>
                  <a:cubicBezTo>
                    <a:pt x="13" y="145"/>
                    <a:pt x="15" y="145"/>
                    <a:pt x="15" y="144"/>
                  </a:cubicBezTo>
                  <a:cubicBezTo>
                    <a:pt x="16" y="143"/>
                    <a:pt x="17" y="141"/>
                    <a:pt x="17" y="141"/>
                  </a:cubicBezTo>
                  <a:cubicBezTo>
                    <a:pt x="16" y="140"/>
                    <a:pt x="15" y="139"/>
                    <a:pt x="15" y="139"/>
                  </a:cubicBezTo>
                  <a:cubicBezTo>
                    <a:pt x="14" y="139"/>
                    <a:pt x="12" y="139"/>
                    <a:pt x="11" y="139"/>
                  </a:cubicBezTo>
                  <a:cubicBezTo>
                    <a:pt x="10" y="138"/>
                    <a:pt x="11" y="134"/>
                    <a:pt x="10" y="133"/>
                  </a:cubicBezTo>
                  <a:cubicBezTo>
                    <a:pt x="10" y="132"/>
                    <a:pt x="8" y="130"/>
                    <a:pt x="8" y="129"/>
                  </a:cubicBezTo>
                  <a:cubicBezTo>
                    <a:pt x="7" y="128"/>
                    <a:pt x="7" y="125"/>
                    <a:pt x="7" y="124"/>
                  </a:cubicBezTo>
                  <a:cubicBezTo>
                    <a:pt x="7" y="123"/>
                    <a:pt x="7" y="121"/>
                    <a:pt x="6" y="120"/>
                  </a:cubicBezTo>
                  <a:cubicBezTo>
                    <a:pt x="6" y="119"/>
                    <a:pt x="5" y="118"/>
                    <a:pt x="4" y="117"/>
                  </a:cubicBezTo>
                  <a:cubicBezTo>
                    <a:pt x="4" y="117"/>
                    <a:pt x="4" y="115"/>
                    <a:pt x="3" y="114"/>
                  </a:cubicBezTo>
                  <a:cubicBezTo>
                    <a:pt x="3" y="113"/>
                    <a:pt x="1" y="112"/>
                    <a:pt x="1" y="111"/>
                  </a:cubicBezTo>
                  <a:cubicBezTo>
                    <a:pt x="1" y="109"/>
                    <a:pt x="0" y="107"/>
                    <a:pt x="1" y="105"/>
                  </a:cubicBezTo>
                  <a:cubicBezTo>
                    <a:pt x="1" y="104"/>
                    <a:pt x="4" y="103"/>
                    <a:pt x="4" y="102"/>
                  </a:cubicBezTo>
                  <a:cubicBezTo>
                    <a:pt x="5" y="101"/>
                    <a:pt x="5" y="99"/>
                    <a:pt x="6" y="98"/>
                  </a:cubicBezTo>
                  <a:cubicBezTo>
                    <a:pt x="6" y="96"/>
                    <a:pt x="6" y="93"/>
                    <a:pt x="6" y="91"/>
                  </a:cubicBezTo>
                  <a:cubicBezTo>
                    <a:pt x="6" y="89"/>
                    <a:pt x="4" y="86"/>
                    <a:pt x="4" y="84"/>
                  </a:cubicBezTo>
                  <a:cubicBezTo>
                    <a:pt x="3" y="83"/>
                    <a:pt x="2" y="80"/>
                    <a:pt x="2" y="79"/>
                  </a:cubicBezTo>
                  <a:cubicBezTo>
                    <a:pt x="1" y="77"/>
                    <a:pt x="0" y="74"/>
                    <a:pt x="0" y="72"/>
                  </a:cubicBezTo>
                  <a:cubicBezTo>
                    <a:pt x="0" y="69"/>
                    <a:pt x="0" y="65"/>
                    <a:pt x="1" y="63"/>
                  </a:cubicBezTo>
                  <a:cubicBezTo>
                    <a:pt x="2" y="62"/>
                    <a:pt x="4" y="61"/>
                    <a:pt x="5" y="60"/>
                  </a:cubicBezTo>
                  <a:cubicBezTo>
                    <a:pt x="6" y="58"/>
                    <a:pt x="7" y="55"/>
                    <a:pt x="8" y="54"/>
                  </a:cubicBezTo>
                  <a:cubicBezTo>
                    <a:pt x="9" y="53"/>
                    <a:pt x="10" y="51"/>
                    <a:pt x="11" y="50"/>
                  </a:cubicBezTo>
                  <a:cubicBezTo>
                    <a:pt x="12" y="50"/>
                    <a:pt x="14" y="49"/>
                    <a:pt x="15" y="48"/>
                  </a:cubicBezTo>
                  <a:cubicBezTo>
                    <a:pt x="16" y="47"/>
                    <a:pt x="18" y="44"/>
                    <a:pt x="19" y="42"/>
                  </a:cubicBezTo>
                  <a:cubicBezTo>
                    <a:pt x="19" y="40"/>
                    <a:pt x="21" y="37"/>
                    <a:pt x="21" y="35"/>
                  </a:cubicBezTo>
                  <a:cubicBezTo>
                    <a:pt x="22" y="33"/>
                    <a:pt x="24" y="31"/>
                    <a:pt x="24" y="30"/>
                  </a:cubicBezTo>
                  <a:cubicBezTo>
                    <a:pt x="25" y="28"/>
                    <a:pt x="26" y="24"/>
                    <a:pt x="27" y="22"/>
                  </a:cubicBezTo>
                  <a:cubicBezTo>
                    <a:pt x="27" y="20"/>
                    <a:pt x="28" y="17"/>
                    <a:pt x="29" y="16"/>
                  </a:cubicBezTo>
                  <a:cubicBezTo>
                    <a:pt x="30" y="16"/>
                    <a:pt x="32" y="15"/>
                    <a:pt x="33" y="16"/>
                  </a:cubicBezTo>
                  <a:cubicBezTo>
                    <a:pt x="34" y="16"/>
                    <a:pt x="35" y="17"/>
                    <a:pt x="36" y="17"/>
                  </a:cubicBezTo>
                  <a:cubicBezTo>
                    <a:pt x="37" y="17"/>
                    <a:pt x="39" y="16"/>
                    <a:pt x="39" y="16"/>
                  </a:cubicBezTo>
                  <a:cubicBezTo>
                    <a:pt x="40" y="15"/>
                    <a:pt x="41" y="12"/>
                    <a:pt x="42" y="11"/>
                  </a:cubicBezTo>
                  <a:cubicBezTo>
                    <a:pt x="43" y="10"/>
                    <a:pt x="43" y="6"/>
                    <a:pt x="44" y="5"/>
                  </a:cubicBezTo>
                  <a:cubicBezTo>
                    <a:pt x="44" y="3"/>
                    <a:pt x="46" y="1"/>
                    <a:pt x="47" y="1"/>
                  </a:cubicBezTo>
                  <a:cubicBezTo>
                    <a:pt x="48" y="0"/>
                    <a:pt x="49" y="0"/>
                    <a:pt x="50" y="1"/>
                  </a:cubicBezTo>
                  <a:cubicBezTo>
                    <a:pt x="51" y="1"/>
                    <a:pt x="53" y="3"/>
                    <a:pt x="54" y="4"/>
                  </a:cubicBezTo>
                  <a:cubicBezTo>
                    <a:pt x="54" y="5"/>
                    <a:pt x="53" y="7"/>
                    <a:pt x="53" y="8"/>
                  </a:cubicBezTo>
                  <a:cubicBezTo>
                    <a:pt x="53" y="9"/>
                    <a:pt x="54" y="11"/>
                    <a:pt x="54" y="12"/>
                  </a:cubicBezTo>
                  <a:cubicBezTo>
                    <a:pt x="55" y="13"/>
                    <a:pt x="56" y="14"/>
                    <a:pt x="57" y="14"/>
                  </a:cubicBezTo>
                  <a:cubicBezTo>
                    <a:pt x="58" y="14"/>
                    <a:pt x="59" y="13"/>
                    <a:pt x="60" y="13"/>
                  </a:cubicBezTo>
                  <a:cubicBezTo>
                    <a:pt x="61" y="12"/>
                    <a:pt x="62" y="10"/>
                    <a:pt x="62" y="8"/>
                  </a:cubicBezTo>
                  <a:cubicBezTo>
                    <a:pt x="62" y="7"/>
                    <a:pt x="60" y="5"/>
                    <a:pt x="61" y="4"/>
                  </a:cubicBezTo>
                  <a:cubicBezTo>
                    <a:pt x="61" y="3"/>
                    <a:pt x="62" y="2"/>
                    <a:pt x="63" y="1"/>
                  </a:cubicBezTo>
                  <a:cubicBezTo>
                    <a:pt x="64" y="1"/>
                    <a:pt x="65" y="2"/>
                    <a:pt x="66" y="3"/>
                  </a:cubicBezTo>
                  <a:cubicBezTo>
                    <a:pt x="67" y="3"/>
                    <a:pt x="67" y="5"/>
                    <a:pt x="68" y="6"/>
                  </a:cubicBezTo>
                  <a:cubicBezTo>
                    <a:pt x="69" y="6"/>
                    <a:pt x="71" y="6"/>
                    <a:pt x="72" y="5"/>
                  </a:cubicBezTo>
                  <a:cubicBezTo>
                    <a:pt x="73" y="5"/>
                    <a:pt x="74" y="4"/>
                    <a:pt x="75" y="4"/>
                  </a:cubicBezTo>
                  <a:cubicBezTo>
                    <a:pt x="76" y="4"/>
                    <a:pt x="76" y="7"/>
                    <a:pt x="76" y="8"/>
                  </a:cubicBezTo>
                  <a:cubicBezTo>
                    <a:pt x="77" y="8"/>
                    <a:pt x="78" y="9"/>
                    <a:pt x="79" y="10"/>
                  </a:cubicBezTo>
                  <a:cubicBezTo>
                    <a:pt x="79" y="10"/>
                    <a:pt x="79" y="12"/>
                    <a:pt x="79" y="12"/>
                  </a:cubicBezTo>
                  <a:cubicBezTo>
                    <a:pt x="79" y="13"/>
                    <a:pt x="79" y="15"/>
                    <a:pt x="79" y="16"/>
                  </a:cubicBezTo>
                  <a:cubicBezTo>
                    <a:pt x="79" y="17"/>
                    <a:pt x="77" y="18"/>
                    <a:pt x="77" y="19"/>
                  </a:cubicBezTo>
                  <a:cubicBezTo>
                    <a:pt x="77" y="20"/>
                    <a:pt x="77" y="22"/>
                    <a:pt x="77" y="23"/>
                  </a:cubicBezTo>
                  <a:cubicBezTo>
                    <a:pt x="77" y="24"/>
                    <a:pt x="76" y="26"/>
                    <a:pt x="75" y="26"/>
                  </a:cubicBezTo>
                  <a:cubicBezTo>
                    <a:pt x="74" y="26"/>
                    <a:pt x="72" y="26"/>
                    <a:pt x="71" y="27"/>
                  </a:cubicBezTo>
                  <a:cubicBezTo>
                    <a:pt x="69" y="28"/>
                    <a:pt x="68" y="31"/>
                    <a:pt x="67" y="32"/>
                  </a:cubicBezTo>
                  <a:cubicBezTo>
                    <a:pt x="66" y="33"/>
                    <a:pt x="63" y="33"/>
                    <a:pt x="62" y="34"/>
                  </a:cubicBezTo>
                  <a:cubicBezTo>
                    <a:pt x="60" y="35"/>
                    <a:pt x="58" y="37"/>
                    <a:pt x="58" y="39"/>
                  </a:cubicBezTo>
                  <a:cubicBezTo>
                    <a:pt x="57" y="41"/>
                    <a:pt x="57" y="46"/>
                    <a:pt x="57" y="48"/>
                  </a:cubicBezTo>
                  <a:cubicBezTo>
                    <a:pt x="57" y="51"/>
                    <a:pt x="58" y="56"/>
                    <a:pt x="59" y="59"/>
                  </a:cubicBezTo>
                  <a:cubicBezTo>
                    <a:pt x="59" y="61"/>
                    <a:pt x="59" y="65"/>
                    <a:pt x="60" y="67"/>
                  </a:cubicBezTo>
                  <a:cubicBezTo>
                    <a:pt x="60" y="68"/>
                    <a:pt x="59" y="71"/>
                    <a:pt x="60" y="73"/>
                  </a:cubicBezTo>
                  <a:cubicBezTo>
                    <a:pt x="60" y="75"/>
                    <a:pt x="63" y="77"/>
                    <a:pt x="64" y="78"/>
                  </a:cubicBezTo>
                  <a:cubicBezTo>
                    <a:pt x="65" y="78"/>
                    <a:pt x="68" y="78"/>
                    <a:pt x="69" y="78"/>
                  </a:cubicBezTo>
                  <a:cubicBezTo>
                    <a:pt x="70" y="78"/>
                    <a:pt x="72" y="78"/>
                    <a:pt x="73" y="78"/>
                  </a:cubicBezTo>
                  <a:cubicBezTo>
                    <a:pt x="74" y="80"/>
                    <a:pt x="74" y="84"/>
                    <a:pt x="73" y="85"/>
                  </a:cubicBezTo>
                  <a:cubicBezTo>
                    <a:pt x="73" y="86"/>
                    <a:pt x="72" y="88"/>
                    <a:pt x="71" y="89"/>
                  </a:cubicBezTo>
                  <a:cubicBezTo>
                    <a:pt x="70" y="89"/>
                    <a:pt x="68" y="89"/>
                    <a:pt x="67" y="90"/>
                  </a:cubicBezTo>
                  <a:cubicBezTo>
                    <a:pt x="65" y="90"/>
                    <a:pt x="62" y="91"/>
                    <a:pt x="61" y="92"/>
                  </a:cubicBezTo>
                  <a:cubicBezTo>
                    <a:pt x="60" y="92"/>
                    <a:pt x="58" y="94"/>
                    <a:pt x="58" y="95"/>
                  </a:cubicBezTo>
                  <a:cubicBezTo>
                    <a:pt x="57" y="95"/>
                    <a:pt x="56" y="97"/>
                    <a:pt x="55" y="98"/>
                  </a:cubicBezTo>
                  <a:cubicBezTo>
                    <a:pt x="54" y="99"/>
                    <a:pt x="52" y="100"/>
                    <a:pt x="51" y="101"/>
                  </a:cubicBezTo>
                  <a:cubicBezTo>
                    <a:pt x="51" y="102"/>
                    <a:pt x="51" y="103"/>
                    <a:pt x="51" y="104"/>
                  </a:cubicBezTo>
                  <a:cubicBezTo>
                    <a:pt x="51" y="105"/>
                    <a:pt x="53" y="107"/>
                    <a:pt x="53" y="108"/>
                  </a:cubicBezTo>
                  <a:cubicBezTo>
                    <a:pt x="53" y="109"/>
                    <a:pt x="53" y="112"/>
                    <a:pt x="53" y="113"/>
                  </a:cubicBezTo>
                  <a:cubicBezTo>
                    <a:pt x="53" y="114"/>
                    <a:pt x="51" y="115"/>
                    <a:pt x="51" y="116"/>
                  </a:cubicBezTo>
                  <a:cubicBezTo>
                    <a:pt x="50" y="117"/>
                    <a:pt x="48" y="118"/>
                    <a:pt x="47" y="118"/>
                  </a:cubicBezTo>
                  <a:cubicBezTo>
                    <a:pt x="46" y="119"/>
                    <a:pt x="43" y="118"/>
                    <a:pt x="42" y="119"/>
                  </a:cubicBezTo>
                  <a:cubicBezTo>
                    <a:pt x="42" y="119"/>
                    <a:pt x="40" y="121"/>
                    <a:pt x="39" y="122"/>
                  </a:cubicBezTo>
                  <a:cubicBezTo>
                    <a:pt x="39" y="123"/>
                    <a:pt x="38" y="125"/>
                    <a:pt x="36" y="126"/>
                  </a:cubicBezTo>
                  <a:cubicBezTo>
                    <a:pt x="36" y="127"/>
                    <a:pt x="34" y="127"/>
                    <a:pt x="33" y="127"/>
                  </a:cubicBezTo>
                  <a:cubicBezTo>
                    <a:pt x="32" y="128"/>
                    <a:pt x="31" y="129"/>
                    <a:pt x="31" y="130"/>
                  </a:cubicBezTo>
                  <a:cubicBezTo>
                    <a:pt x="30" y="131"/>
                    <a:pt x="29" y="133"/>
                    <a:pt x="29" y="134"/>
                  </a:cubicBezTo>
                  <a:cubicBezTo>
                    <a:pt x="29" y="135"/>
                    <a:pt x="28" y="137"/>
                    <a:pt x="28" y="137"/>
                  </a:cubicBezTo>
                  <a:cubicBezTo>
                    <a:pt x="27" y="138"/>
                    <a:pt x="24" y="138"/>
                    <a:pt x="23" y="139"/>
                  </a:cubicBezTo>
                  <a:cubicBezTo>
                    <a:pt x="22" y="140"/>
                    <a:pt x="22" y="143"/>
                    <a:pt x="22" y="144"/>
                  </a:cubicBezTo>
                  <a:cubicBezTo>
                    <a:pt x="23" y="145"/>
                    <a:pt x="24" y="147"/>
                    <a:pt x="24" y="148"/>
                  </a:cubicBezTo>
                  <a:cubicBezTo>
                    <a:pt x="25" y="148"/>
                    <a:pt x="25" y="150"/>
                    <a:pt x="25" y="151"/>
                  </a:cubicBezTo>
                  <a:cubicBezTo>
                    <a:pt x="25" y="152"/>
                    <a:pt x="25" y="155"/>
                    <a:pt x="25" y="157"/>
                  </a:cubicBezTo>
                  <a:cubicBezTo>
                    <a:pt x="24" y="158"/>
                    <a:pt x="23" y="160"/>
                    <a:pt x="23" y="160"/>
                  </a:cubicBezTo>
                  <a:cubicBezTo>
                    <a:pt x="22" y="161"/>
                    <a:pt x="21" y="161"/>
                    <a:pt x="21" y="161"/>
                  </a:cubicBezTo>
                  <a:cubicBezTo>
                    <a:pt x="20" y="161"/>
                    <a:pt x="20" y="163"/>
                    <a:pt x="19" y="16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5"/>
            <p:cNvSpPr>
              <a:spLocks/>
            </p:cNvSpPr>
            <p:nvPr/>
          </p:nvSpPr>
          <p:spPr bwMode="auto">
            <a:xfrm>
              <a:off x="4818063" y="4067175"/>
              <a:ext cx="38100" cy="38100"/>
            </a:xfrm>
            <a:custGeom>
              <a:avLst/>
              <a:gdLst/>
              <a:ahLst/>
              <a:cxnLst>
                <a:cxn ang="0">
                  <a:pos x="9" y="19"/>
                </a:cxn>
                <a:cxn ang="0">
                  <a:pos x="8" y="15"/>
                </a:cxn>
                <a:cxn ang="0">
                  <a:pos x="9" y="11"/>
                </a:cxn>
                <a:cxn ang="0">
                  <a:pos x="13" y="9"/>
                </a:cxn>
                <a:cxn ang="0">
                  <a:pos x="16" y="9"/>
                </a:cxn>
                <a:cxn ang="0">
                  <a:pos x="20" y="9"/>
                </a:cxn>
                <a:cxn ang="0">
                  <a:pos x="23" y="6"/>
                </a:cxn>
                <a:cxn ang="0">
                  <a:pos x="21" y="2"/>
                </a:cxn>
                <a:cxn ang="0">
                  <a:pos x="14" y="0"/>
                </a:cxn>
                <a:cxn ang="0">
                  <a:pos x="8" y="0"/>
                </a:cxn>
                <a:cxn ang="0">
                  <a:pos x="3" y="2"/>
                </a:cxn>
                <a:cxn ang="0">
                  <a:pos x="2" y="5"/>
                </a:cxn>
                <a:cxn ang="0">
                  <a:pos x="1" y="9"/>
                </a:cxn>
                <a:cxn ang="0">
                  <a:pos x="1" y="13"/>
                </a:cxn>
                <a:cxn ang="0">
                  <a:pos x="3" y="16"/>
                </a:cxn>
                <a:cxn ang="0">
                  <a:pos x="4" y="20"/>
                </a:cxn>
                <a:cxn ang="0">
                  <a:pos x="8" y="21"/>
                </a:cxn>
                <a:cxn ang="0">
                  <a:pos x="9" y="19"/>
                </a:cxn>
              </a:cxnLst>
              <a:rect l="0" t="0" r="r" b="b"/>
              <a:pathLst>
                <a:path w="23" h="22">
                  <a:moveTo>
                    <a:pt x="9" y="19"/>
                  </a:moveTo>
                  <a:cubicBezTo>
                    <a:pt x="9" y="18"/>
                    <a:pt x="8" y="16"/>
                    <a:pt x="8" y="15"/>
                  </a:cubicBezTo>
                  <a:cubicBezTo>
                    <a:pt x="8" y="14"/>
                    <a:pt x="9" y="12"/>
                    <a:pt x="9" y="11"/>
                  </a:cubicBezTo>
                  <a:cubicBezTo>
                    <a:pt x="10" y="10"/>
                    <a:pt x="12" y="9"/>
                    <a:pt x="13" y="9"/>
                  </a:cubicBezTo>
                  <a:cubicBezTo>
                    <a:pt x="14" y="9"/>
                    <a:pt x="16" y="9"/>
                    <a:pt x="16" y="9"/>
                  </a:cubicBezTo>
                  <a:cubicBezTo>
                    <a:pt x="17" y="9"/>
                    <a:pt x="19" y="9"/>
                    <a:pt x="20" y="9"/>
                  </a:cubicBezTo>
                  <a:cubicBezTo>
                    <a:pt x="21" y="8"/>
                    <a:pt x="23" y="7"/>
                    <a:pt x="23" y="6"/>
                  </a:cubicBezTo>
                  <a:cubicBezTo>
                    <a:pt x="23" y="5"/>
                    <a:pt x="22" y="3"/>
                    <a:pt x="21" y="2"/>
                  </a:cubicBezTo>
                  <a:cubicBezTo>
                    <a:pt x="19" y="1"/>
                    <a:pt x="16" y="0"/>
                    <a:pt x="14" y="0"/>
                  </a:cubicBezTo>
                  <a:cubicBezTo>
                    <a:pt x="12" y="0"/>
                    <a:pt x="9" y="0"/>
                    <a:pt x="8" y="0"/>
                  </a:cubicBezTo>
                  <a:cubicBezTo>
                    <a:pt x="6" y="0"/>
                    <a:pt x="4" y="1"/>
                    <a:pt x="3" y="2"/>
                  </a:cubicBezTo>
                  <a:cubicBezTo>
                    <a:pt x="2" y="3"/>
                    <a:pt x="2" y="4"/>
                    <a:pt x="2" y="5"/>
                  </a:cubicBezTo>
                  <a:cubicBezTo>
                    <a:pt x="2" y="6"/>
                    <a:pt x="1" y="8"/>
                    <a:pt x="1" y="9"/>
                  </a:cubicBezTo>
                  <a:cubicBezTo>
                    <a:pt x="0" y="10"/>
                    <a:pt x="0" y="12"/>
                    <a:pt x="1" y="13"/>
                  </a:cubicBezTo>
                  <a:cubicBezTo>
                    <a:pt x="1" y="14"/>
                    <a:pt x="2" y="15"/>
                    <a:pt x="3" y="16"/>
                  </a:cubicBezTo>
                  <a:cubicBezTo>
                    <a:pt x="3" y="17"/>
                    <a:pt x="4" y="19"/>
                    <a:pt x="4" y="20"/>
                  </a:cubicBezTo>
                  <a:cubicBezTo>
                    <a:pt x="5" y="21"/>
                    <a:pt x="7" y="22"/>
                    <a:pt x="8" y="21"/>
                  </a:cubicBezTo>
                  <a:cubicBezTo>
                    <a:pt x="9" y="21"/>
                    <a:pt x="9" y="19"/>
                    <a:pt x="9"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6"/>
            <p:cNvSpPr>
              <a:spLocks/>
            </p:cNvSpPr>
            <p:nvPr/>
          </p:nvSpPr>
          <p:spPr bwMode="auto">
            <a:xfrm>
              <a:off x="4830763" y="3952875"/>
              <a:ext cx="22225" cy="19050"/>
            </a:xfrm>
            <a:custGeom>
              <a:avLst/>
              <a:gdLst/>
              <a:ahLst/>
              <a:cxnLst>
                <a:cxn ang="0">
                  <a:pos x="10" y="10"/>
                </a:cxn>
                <a:cxn ang="0">
                  <a:pos x="5" y="10"/>
                </a:cxn>
                <a:cxn ang="0">
                  <a:pos x="2" y="6"/>
                </a:cxn>
                <a:cxn ang="0">
                  <a:pos x="0" y="5"/>
                </a:cxn>
                <a:cxn ang="0">
                  <a:pos x="1" y="1"/>
                </a:cxn>
                <a:cxn ang="0">
                  <a:pos x="3" y="0"/>
                </a:cxn>
                <a:cxn ang="0">
                  <a:pos x="7" y="0"/>
                </a:cxn>
                <a:cxn ang="0">
                  <a:pos x="9" y="2"/>
                </a:cxn>
                <a:cxn ang="0">
                  <a:pos x="12" y="3"/>
                </a:cxn>
                <a:cxn ang="0">
                  <a:pos x="13" y="6"/>
                </a:cxn>
                <a:cxn ang="0">
                  <a:pos x="12" y="8"/>
                </a:cxn>
                <a:cxn ang="0">
                  <a:pos x="10" y="10"/>
                </a:cxn>
              </a:cxnLst>
              <a:rect l="0" t="0" r="r" b="b"/>
              <a:pathLst>
                <a:path w="13" h="11">
                  <a:moveTo>
                    <a:pt x="10" y="10"/>
                  </a:moveTo>
                  <a:cubicBezTo>
                    <a:pt x="9" y="11"/>
                    <a:pt x="6" y="10"/>
                    <a:pt x="5" y="10"/>
                  </a:cubicBezTo>
                  <a:cubicBezTo>
                    <a:pt x="4" y="9"/>
                    <a:pt x="3" y="7"/>
                    <a:pt x="2" y="6"/>
                  </a:cubicBezTo>
                  <a:cubicBezTo>
                    <a:pt x="2" y="6"/>
                    <a:pt x="1" y="5"/>
                    <a:pt x="0" y="5"/>
                  </a:cubicBezTo>
                  <a:cubicBezTo>
                    <a:pt x="0" y="4"/>
                    <a:pt x="0" y="2"/>
                    <a:pt x="1" y="1"/>
                  </a:cubicBezTo>
                  <a:cubicBezTo>
                    <a:pt x="1" y="1"/>
                    <a:pt x="2" y="0"/>
                    <a:pt x="3" y="0"/>
                  </a:cubicBezTo>
                  <a:cubicBezTo>
                    <a:pt x="4" y="0"/>
                    <a:pt x="6" y="0"/>
                    <a:pt x="7" y="0"/>
                  </a:cubicBezTo>
                  <a:cubicBezTo>
                    <a:pt x="8" y="0"/>
                    <a:pt x="9" y="1"/>
                    <a:pt x="9" y="2"/>
                  </a:cubicBezTo>
                  <a:cubicBezTo>
                    <a:pt x="10" y="2"/>
                    <a:pt x="12" y="2"/>
                    <a:pt x="12" y="3"/>
                  </a:cubicBezTo>
                  <a:cubicBezTo>
                    <a:pt x="13" y="3"/>
                    <a:pt x="13" y="5"/>
                    <a:pt x="13" y="6"/>
                  </a:cubicBezTo>
                  <a:cubicBezTo>
                    <a:pt x="13" y="6"/>
                    <a:pt x="12" y="7"/>
                    <a:pt x="12" y="8"/>
                  </a:cubicBezTo>
                  <a:cubicBezTo>
                    <a:pt x="11" y="8"/>
                    <a:pt x="11" y="10"/>
                    <a:pt x="10"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7"/>
            <p:cNvSpPr>
              <a:spLocks/>
            </p:cNvSpPr>
            <p:nvPr/>
          </p:nvSpPr>
          <p:spPr bwMode="auto">
            <a:xfrm>
              <a:off x="4629150" y="3824288"/>
              <a:ext cx="11112" cy="22225"/>
            </a:xfrm>
            <a:custGeom>
              <a:avLst/>
              <a:gdLst/>
              <a:ahLst/>
              <a:cxnLst>
                <a:cxn ang="0">
                  <a:pos x="4" y="13"/>
                </a:cxn>
                <a:cxn ang="0">
                  <a:pos x="2" y="13"/>
                </a:cxn>
                <a:cxn ang="0">
                  <a:pos x="0" y="9"/>
                </a:cxn>
                <a:cxn ang="0">
                  <a:pos x="1" y="5"/>
                </a:cxn>
                <a:cxn ang="0">
                  <a:pos x="3" y="1"/>
                </a:cxn>
                <a:cxn ang="0">
                  <a:pos x="4" y="1"/>
                </a:cxn>
                <a:cxn ang="0">
                  <a:pos x="6" y="4"/>
                </a:cxn>
                <a:cxn ang="0">
                  <a:pos x="6" y="7"/>
                </a:cxn>
                <a:cxn ang="0">
                  <a:pos x="5" y="10"/>
                </a:cxn>
                <a:cxn ang="0">
                  <a:pos x="5" y="12"/>
                </a:cxn>
                <a:cxn ang="0">
                  <a:pos x="4" y="13"/>
                </a:cxn>
              </a:cxnLst>
              <a:rect l="0" t="0" r="r" b="b"/>
              <a:pathLst>
                <a:path w="7" h="13">
                  <a:moveTo>
                    <a:pt x="4" y="13"/>
                  </a:moveTo>
                  <a:cubicBezTo>
                    <a:pt x="4" y="13"/>
                    <a:pt x="2" y="13"/>
                    <a:pt x="2" y="13"/>
                  </a:cubicBezTo>
                  <a:cubicBezTo>
                    <a:pt x="1" y="12"/>
                    <a:pt x="0" y="10"/>
                    <a:pt x="0" y="9"/>
                  </a:cubicBezTo>
                  <a:cubicBezTo>
                    <a:pt x="0" y="8"/>
                    <a:pt x="1" y="6"/>
                    <a:pt x="1" y="5"/>
                  </a:cubicBezTo>
                  <a:cubicBezTo>
                    <a:pt x="2" y="4"/>
                    <a:pt x="2" y="1"/>
                    <a:pt x="3" y="1"/>
                  </a:cubicBezTo>
                  <a:cubicBezTo>
                    <a:pt x="3" y="0"/>
                    <a:pt x="4" y="0"/>
                    <a:pt x="4" y="1"/>
                  </a:cubicBezTo>
                  <a:cubicBezTo>
                    <a:pt x="5" y="1"/>
                    <a:pt x="6" y="3"/>
                    <a:pt x="6" y="4"/>
                  </a:cubicBezTo>
                  <a:cubicBezTo>
                    <a:pt x="6" y="5"/>
                    <a:pt x="7" y="6"/>
                    <a:pt x="6" y="7"/>
                  </a:cubicBezTo>
                  <a:cubicBezTo>
                    <a:pt x="6" y="8"/>
                    <a:pt x="5" y="9"/>
                    <a:pt x="5" y="10"/>
                  </a:cubicBezTo>
                  <a:cubicBezTo>
                    <a:pt x="5" y="10"/>
                    <a:pt x="6" y="12"/>
                    <a:pt x="5" y="12"/>
                  </a:cubicBezTo>
                  <a:cubicBezTo>
                    <a:pt x="5" y="13"/>
                    <a:pt x="5" y="13"/>
                    <a:pt x="4"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8"/>
            <p:cNvSpPr>
              <a:spLocks/>
            </p:cNvSpPr>
            <p:nvPr/>
          </p:nvSpPr>
          <p:spPr bwMode="auto">
            <a:xfrm>
              <a:off x="4572000" y="3675063"/>
              <a:ext cx="17462" cy="19050"/>
            </a:xfrm>
            <a:custGeom>
              <a:avLst/>
              <a:gdLst/>
              <a:ahLst/>
              <a:cxnLst>
                <a:cxn ang="0">
                  <a:pos x="6" y="11"/>
                </a:cxn>
                <a:cxn ang="0">
                  <a:pos x="3" y="9"/>
                </a:cxn>
                <a:cxn ang="0">
                  <a:pos x="3" y="7"/>
                </a:cxn>
                <a:cxn ang="0">
                  <a:pos x="1" y="5"/>
                </a:cxn>
                <a:cxn ang="0">
                  <a:pos x="1" y="2"/>
                </a:cxn>
                <a:cxn ang="0">
                  <a:pos x="3" y="0"/>
                </a:cxn>
                <a:cxn ang="0">
                  <a:pos x="4" y="1"/>
                </a:cxn>
                <a:cxn ang="0">
                  <a:pos x="8" y="3"/>
                </a:cxn>
                <a:cxn ang="0">
                  <a:pos x="8" y="6"/>
                </a:cxn>
                <a:cxn ang="0">
                  <a:pos x="9" y="7"/>
                </a:cxn>
                <a:cxn ang="0">
                  <a:pos x="10" y="9"/>
                </a:cxn>
                <a:cxn ang="0">
                  <a:pos x="9" y="11"/>
                </a:cxn>
                <a:cxn ang="0">
                  <a:pos x="6" y="11"/>
                </a:cxn>
              </a:cxnLst>
              <a:rect l="0" t="0" r="r" b="b"/>
              <a:pathLst>
                <a:path w="10" h="11">
                  <a:moveTo>
                    <a:pt x="6" y="11"/>
                  </a:moveTo>
                  <a:cubicBezTo>
                    <a:pt x="5" y="11"/>
                    <a:pt x="3" y="9"/>
                    <a:pt x="3" y="9"/>
                  </a:cubicBezTo>
                  <a:cubicBezTo>
                    <a:pt x="3" y="8"/>
                    <a:pt x="3" y="7"/>
                    <a:pt x="3" y="7"/>
                  </a:cubicBezTo>
                  <a:cubicBezTo>
                    <a:pt x="2" y="6"/>
                    <a:pt x="1" y="6"/>
                    <a:pt x="1" y="5"/>
                  </a:cubicBezTo>
                  <a:cubicBezTo>
                    <a:pt x="0" y="4"/>
                    <a:pt x="0" y="2"/>
                    <a:pt x="1" y="2"/>
                  </a:cubicBezTo>
                  <a:cubicBezTo>
                    <a:pt x="1" y="1"/>
                    <a:pt x="2" y="0"/>
                    <a:pt x="3" y="0"/>
                  </a:cubicBezTo>
                  <a:cubicBezTo>
                    <a:pt x="3" y="0"/>
                    <a:pt x="4" y="0"/>
                    <a:pt x="4" y="1"/>
                  </a:cubicBezTo>
                  <a:cubicBezTo>
                    <a:pt x="5" y="1"/>
                    <a:pt x="7" y="2"/>
                    <a:pt x="8" y="3"/>
                  </a:cubicBezTo>
                  <a:cubicBezTo>
                    <a:pt x="8" y="4"/>
                    <a:pt x="8" y="5"/>
                    <a:pt x="8" y="6"/>
                  </a:cubicBezTo>
                  <a:cubicBezTo>
                    <a:pt x="8" y="6"/>
                    <a:pt x="9" y="7"/>
                    <a:pt x="9" y="7"/>
                  </a:cubicBezTo>
                  <a:cubicBezTo>
                    <a:pt x="10" y="8"/>
                    <a:pt x="10" y="9"/>
                    <a:pt x="10" y="9"/>
                  </a:cubicBezTo>
                  <a:cubicBezTo>
                    <a:pt x="10" y="10"/>
                    <a:pt x="9" y="10"/>
                    <a:pt x="9" y="11"/>
                  </a:cubicBezTo>
                  <a:cubicBezTo>
                    <a:pt x="8" y="11"/>
                    <a:pt x="7" y="11"/>
                    <a:pt x="6"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9"/>
            <p:cNvSpPr>
              <a:spLocks/>
            </p:cNvSpPr>
            <p:nvPr/>
          </p:nvSpPr>
          <p:spPr bwMode="auto">
            <a:xfrm>
              <a:off x="4598988" y="3675063"/>
              <a:ext cx="23812" cy="28575"/>
            </a:xfrm>
            <a:custGeom>
              <a:avLst/>
              <a:gdLst/>
              <a:ahLst/>
              <a:cxnLst>
                <a:cxn ang="0">
                  <a:pos x="9" y="15"/>
                </a:cxn>
                <a:cxn ang="0">
                  <a:pos x="6" y="12"/>
                </a:cxn>
                <a:cxn ang="0">
                  <a:pos x="4" y="10"/>
                </a:cxn>
                <a:cxn ang="0">
                  <a:pos x="4" y="7"/>
                </a:cxn>
                <a:cxn ang="0">
                  <a:pos x="1" y="5"/>
                </a:cxn>
                <a:cxn ang="0">
                  <a:pos x="1" y="2"/>
                </a:cxn>
                <a:cxn ang="0">
                  <a:pos x="2" y="1"/>
                </a:cxn>
                <a:cxn ang="0">
                  <a:pos x="6" y="1"/>
                </a:cxn>
                <a:cxn ang="0">
                  <a:pos x="7" y="5"/>
                </a:cxn>
                <a:cxn ang="0">
                  <a:pos x="10" y="9"/>
                </a:cxn>
                <a:cxn ang="0">
                  <a:pos x="12" y="10"/>
                </a:cxn>
                <a:cxn ang="0">
                  <a:pos x="12" y="14"/>
                </a:cxn>
                <a:cxn ang="0">
                  <a:pos x="11" y="16"/>
                </a:cxn>
                <a:cxn ang="0">
                  <a:pos x="9" y="15"/>
                </a:cxn>
              </a:cxnLst>
              <a:rect l="0" t="0" r="r" b="b"/>
              <a:pathLst>
                <a:path w="13" h="16">
                  <a:moveTo>
                    <a:pt x="9" y="15"/>
                  </a:moveTo>
                  <a:cubicBezTo>
                    <a:pt x="8" y="15"/>
                    <a:pt x="7" y="13"/>
                    <a:pt x="6" y="12"/>
                  </a:cubicBezTo>
                  <a:cubicBezTo>
                    <a:pt x="5" y="11"/>
                    <a:pt x="4" y="10"/>
                    <a:pt x="4" y="10"/>
                  </a:cubicBezTo>
                  <a:cubicBezTo>
                    <a:pt x="4" y="9"/>
                    <a:pt x="4" y="8"/>
                    <a:pt x="4" y="7"/>
                  </a:cubicBezTo>
                  <a:cubicBezTo>
                    <a:pt x="3" y="6"/>
                    <a:pt x="1" y="6"/>
                    <a:pt x="1" y="5"/>
                  </a:cubicBezTo>
                  <a:cubicBezTo>
                    <a:pt x="0" y="5"/>
                    <a:pt x="0" y="3"/>
                    <a:pt x="1" y="2"/>
                  </a:cubicBezTo>
                  <a:cubicBezTo>
                    <a:pt x="1" y="1"/>
                    <a:pt x="1" y="1"/>
                    <a:pt x="2" y="1"/>
                  </a:cubicBezTo>
                  <a:cubicBezTo>
                    <a:pt x="3" y="0"/>
                    <a:pt x="5" y="0"/>
                    <a:pt x="6" y="1"/>
                  </a:cubicBezTo>
                  <a:cubicBezTo>
                    <a:pt x="7" y="1"/>
                    <a:pt x="7" y="4"/>
                    <a:pt x="7" y="5"/>
                  </a:cubicBezTo>
                  <a:cubicBezTo>
                    <a:pt x="8" y="6"/>
                    <a:pt x="10" y="8"/>
                    <a:pt x="10" y="9"/>
                  </a:cubicBezTo>
                  <a:cubicBezTo>
                    <a:pt x="11" y="9"/>
                    <a:pt x="12" y="10"/>
                    <a:pt x="12" y="10"/>
                  </a:cubicBezTo>
                  <a:cubicBezTo>
                    <a:pt x="12" y="11"/>
                    <a:pt x="13" y="13"/>
                    <a:pt x="12" y="14"/>
                  </a:cubicBezTo>
                  <a:cubicBezTo>
                    <a:pt x="12" y="15"/>
                    <a:pt x="11" y="15"/>
                    <a:pt x="11" y="16"/>
                  </a:cubicBezTo>
                  <a:cubicBezTo>
                    <a:pt x="11" y="16"/>
                    <a:pt x="9" y="16"/>
                    <a:pt x="9"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20"/>
            <p:cNvSpPr>
              <a:spLocks/>
            </p:cNvSpPr>
            <p:nvPr/>
          </p:nvSpPr>
          <p:spPr bwMode="auto">
            <a:xfrm>
              <a:off x="4591050" y="3683000"/>
              <a:ext cx="19050" cy="26988"/>
            </a:xfrm>
            <a:custGeom>
              <a:avLst/>
              <a:gdLst/>
              <a:ahLst/>
              <a:cxnLst>
                <a:cxn ang="0">
                  <a:pos x="5" y="7"/>
                </a:cxn>
                <a:cxn ang="0">
                  <a:pos x="4" y="4"/>
                </a:cxn>
                <a:cxn ang="0">
                  <a:pos x="2" y="1"/>
                </a:cxn>
                <a:cxn ang="0">
                  <a:pos x="1" y="0"/>
                </a:cxn>
                <a:cxn ang="0">
                  <a:pos x="0" y="3"/>
                </a:cxn>
                <a:cxn ang="0">
                  <a:pos x="2" y="5"/>
                </a:cxn>
                <a:cxn ang="0">
                  <a:pos x="3" y="9"/>
                </a:cxn>
                <a:cxn ang="0">
                  <a:pos x="4" y="13"/>
                </a:cxn>
                <a:cxn ang="0">
                  <a:pos x="6" y="15"/>
                </a:cxn>
                <a:cxn ang="0">
                  <a:pos x="10" y="15"/>
                </a:cxn>
                <a:cxn ang="0">
                  <a:pos x="10" y="12"/>
                </a:cxn>
                <a:cxn ang="0">
                  <a:pos x="6" y="11"/>
                </a:cxn>
                <a:cxn ang="0">
                  <a:pos x="6" y="9"/>
                </a:cxn>
                <a:cxn ang="0">
                  <a:pos x="5" y="7"/>
                </a:cxn>
              </a:cxnLst>
              <a:rect l="0" t="0" r="r" b="b"/>
              <a:pathLst>
                <a:path w="11" h="16">
                  <a:moveTo>
                    <a:pt x="5" y="7"/>
                  </a:moveTo>
                  <a:cubicBezTo>
                    <a:pt x="5" y="6"/>
                    <a:pt x="4" y="5"/>
                    <a:pt x="4" y="4"/>
                  </a:cubicBezTo>
                  <a:cubicBezTo>
                    <a:pt x="3" y="3"/>
                    <a:pt x="3" y="2"/>
                    <a:pt x="2" y="1"/>
                  </a:cubicBezTo>
                  <a:cubicBezTo>
                    <a:pt x="2" y="1"/>
                    <a:pt x="1" y="0"/>
                    <a:pt x="1" y="0"/>
                  </a:cubicBezTo>
                  <a:cubicBezTo>
                    <a:pt x="0" y="0"/>
                    <a:pt x="0" y="2"/>
                    <a:pt x="0" y="3"/>
                  </a:cubicBezTo>
                  <a:cubicBezTo>
                    <a:pt x="0" y="3"/>
                    <a:pt x="2" y="5"/>
                    <a:pt x="2" y="5"/>
                  </a:cubicBezTo>
                  <a:cubicBezTo>
                    <a:pt x="2" y="6"/>
                    <a:pt x="3" y="8"/>
                    <a:pt x="3" y="9"/>
                  </a:cubicBezTo>
                  <a:cubicBezTo>
                    <a:pt x="3" y="10"/>
                    <a:pt x="3" y="12"/>
                    <a:pt x="4" y="13"/>
                  </a:cubicBezTo>
                  <a:cubicBezTo>
                    <a:pt x="4" y="13"/>
                    <a:pt x="6" y="14"/>
                    <a:pt x="6" y="15"/>
                  </a:cubicBezTo>
                  <a:cubicBezTo>
                    <a:pt x="7" y="15"/>
                    <a:pt x="10" y="16"/>
                    <a:pt x="10" y="15"/>
                  </a:cubicBezTo>
                  <a:cubicBezTo>
                    <a:pt x="11" y="15"/>
                    <a:pt x="10" y="13"/>
                    <a:pt x="10" y="12"/>
                  </a:cubicBezTo>
                  <a:cubicBezTo>
                    <a:pt x="9" y="12"/>
                    <a:pt x="7" y="11"/>
                    <a:pt x="6" y="11"/>
                  </a:cubicBezTo>
                  <a:cubicBezTo>
                    <a:pt x="6" y="10"/>
                    <a:pt x="6" y="9"/>
                    <a:pt x="6" y="9"/>
                  </a:cubicBezTo>
                  <a:cubicBezTo>
                    <a:pt x="6" y="8"/>
                    <a:pt x="6" y="7"/>
                    <a:pt x="5"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21"/>
            <p:cNvSpPr>
              <a:spLocks/>
            </p:cNvSpPr>
            <p:nvPr/>
          </p:nvSpPr>
          <p:spPr bwMode="auto">
            <a:xfrm>
              <a:off x="4627563" y="3697288"/>
              <a:ext cx="7937" cy="11113"/>
            </a:xfrm>
            <a:custGeom>
              <a:avLst/>
              <a:gdLst/>
              <a:ahLst/>
              <a:cxnLst>
                <a:cxn ang="0">
                  <a:pos x="3" y="0"/>
                </a:cxn>
                <a:cxn ang="0">
                  <a:pos x="1" y="1"/>
                </a:cxn>
                <a:cxn ang="0">
                  <a:pos x="1" y="3"/>
                </a:cxn>
                <a:cxn ang="0">
                  <a:pos x="3" y="6"/>
                </a:cxn>
                <a:cxn ang="0">
                  <a:pos x="5" y="5"/>
                </a:cxn>
                <a:cxn ang="0">
                  <a:pos x="5" y="2"/>
                </a:cxn>
                <a:cxn ang="0">
                  <a:pos x="3" y="0"/>
                </a:cxn>
              </a:cxnLst>
              <a:rect l="0" t="0" r="r" b="b"/>
              <a:pathLst>
                <a:path w="5" h="6">
                  <a:moveTo>
                    <a:pt x="3" y="0"/>
                  </a:moveTo>
                  <a:cubicBezTo>
                    <a:pt x="2" y="0"/>
                    <a:pt x="1" y="1"/>
                    <a:pt x="1" y="1"/>
                  </a:cubicBezTo>
                  <a:cubicBezTo>
                    <a:pt x="0" y="2"/>
                    <a:pt x="0" y="3"/>
                    <a:pt x="1" y="3"/>
                  </a:cubicBezTo>
                  <a:cubicBezTo>
                    <a:pt x="1" y="4"/>
                    <a:pt x="2" y="6"/>
                    <a:pt x="3" y="6"/>
                  </a:cubicBezTo>
                  <a:cubicBezTo>
                    <a:pt x="3" y="6"/>
                    <a:pt x="4" y="5"/>
                    <a:pt x="5" y="5"/>
                  </a:cubicBezTo>
                  <a:cubicBezTo>
                    <a:pt x="5" y="4"/>
                    <a:pt x="5" y="2"/>
                    <a:pt x="5" y="2"/>
                  </a:cubicBezTo>
                  <a:cubicBezTo>
                    <a:pt x="4" y="1"/>
                    <a:pt x="3"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22"/>
            <p:cNvSpPr>
              <a:spLocks/>
            </p:cNvSpPr>
            <p:nvPr/>
          </p:nvSpPr>
          <p:spPr bwMode="auto">
            <a:xfrm>
              <a:off x="4673600" y="3681413"/>
              <a:ext cx="9525" cy="12700"/>
            </a:xfrm>
            <a:custGeom>
              <a:avLst/>
              <a:gdLst/>
              <a:ahLst/>
              <a:cxnLst>
                <a:cxn ang="0">
                  <a:pos x="6" y="6"/>
                </a:cxn>
                <a:cxn ang="0">
                  <a:pos x="3" y="7"/>
                </a:cxn>
                <a:cxn ang="0">
                  <a:pos x="1" y="7"/>
                </a:cxn>
                <a:cxn ang="0">
                  <a:pos x="0" y="4"/>
                </a:cxn>
                <a:cxn ang="0">
                  <a:pos x="1" y="1"/>
                </a:cxn>
                <a:cxn ang="0">
                  <a:pos x="3" y="1"/>
                </a:cxn>
                <a:cxn ang="0">
                  <a:pos x="5" y="3"/>
                </a:cxn>
                <a:cxn ang="0">
                  <a:pos x="6" y="6"/>
                </a:cxn>
              </a:cxnLst>
              <a:rect l="0" t="0" r="r" b="b"/>
              <a:pathLst>
                <a:path w="6" h="8">
                  <a:moveTo>
                    <a:pt x="6" y="6"/>
                  </a:moveTo>
                  <a:cubicBezTo>
                    <a:pt x="5" y="6"/>
                    <a:pt x="4" y="7"/>
                    <a:pt x="3" y="7"/>
                  </a:cubicBezTo>
                  <a:cubicBezTo>
                    <a:pt x="3" y="7"/>
                    <a:pt x="1" y="8"/>
                    <a:pt x="1" y="7"/>
                  </a:cubicBezTo>
                  <a:cubicBezTo>
                    <a:pt x="0" y="7"/>
                    <a:pt x="0" y="5"/>
                    <a:pt x="0" y="4"/>
                  </a:cubicBezTo>
                  <a:cubicBezTo>
                    <a:pt x="0" y="3"/>
                    <a:pt x="0" y="1"/>
                    <a:pt x="1" y="1"/>
                  </a:cubicBezTo>
                  <a:cubicBezTo>
                    <a:pt x="1" y="0"/>
                    <a:pt x="3" y="0"/>
                    <a:pt x="3" y="1"/>
                  </a:cubicBezTo>
                  <a:cubicBezTo>
                    <a:pt x="4" y="1"/>
                    <a:pt x="5" y="2"/>
                    <a:pt x="5" y="3"/>
                  </a:cubicBezTo>
                  <a:cubicBezTo>
                    <a:pt x="5" y="3"/>
                    <a:pt x="6" y="5"/>
                    <a:pt x="6"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23"/>
            <p:cNvSpPr>
              <a:spLocks/>
            </p:cNvSpPr>
            <p:nvPr/>
          </p:nvSpPr>
          <p:spPr bwMode="auto">
            <a:xfrm>
              <a:off x="4667250" y="3784600"/>
              <a:ext cx="11112" cy="14288"/>
            </a:xfrm>
            <a:custGeom>
              <a:avLst/>
              <a:gdLst/>
              <a:ahLst/>
              <a:cxnLst>
                <a:cxn ang="0">
                  <a:pos x="4" y="8"/>
                </a:cxn>
                <a:cxn ang="0">
                  <a:pos x="6" y="5"/>
                </a:cxn>
                <a:cxn ang="0">
                  <a:pos x="5" y="1"/>
                </a:cxn>
                <a:cxn ang="0">
                  <a:pos x="2" y="0"/>
                </a:cxn>
                <a:cxn ang="0">
                  <a:pos x="1" y="3"/>
                </a:cxn>
                <a:cxn ang="0">
                  <a:pos x="0" y="4"/>
                </a:cxn>
                <a:cxn ang="0">
                  <a:pos x="0" y="6"/>
                </a:cxn>
                <a:cxn ang="0">
                  <a:pos x="1" y="8"/>
                </a:cxn>
                <a:cxn ang="0">
                  <a:pos x="4" y="8"/>
                </a:cxn>
              </a:cxnLst>
              <a:rect l="0" t="0" r="r" b="b"/>
              <a:pathLst>
                <a:path w="7" h="8">
                  <a:moveTo>
                    <a:pt x="4" y="8"/>
                  </a:moveTo>
                  <a:cubicBezTo>
                    <a:pt x="5" y="7"/>
                    <a:pt x="6" y="6"/>
                    <a:pt x="6" y="5"/>
                  </a:cubicBezTo>
                  <a:cubicBezTo>
                    <a:pt x="7" y="4"/>
                    <a:pt x="6" y="2"/>
                    <a:pt x="5" y="1"/>
                  </a:cubicBezTo>
                  <a:cubicBezTo>
                    <a:pt x="4" y="0"/>
                    <a:pt x="2" y="0"/>
                    <a:pt x="2" y="0"/>
                  </a:cubicBezTo>
                  <a:cubicBezTo>
                    <a:pt x="1" y="1"/>
                    <a:pt x="1" y="2"/>
                    <a:pt x="1" y="3"/>
                  </a:cubicBezTo>
                  <a:cubicBezTo>
                    <a:pt x="1" y="3"/>
                    <a:pt x="0" y="4"/>
                    <a:pt x="0" y="4"/>
                  </a:cubicBezTo>
                  <a:cubicBezTo>
                    <a:pt x="0" y="4"/>
                    <a:pt x="0" y="6"/>
                    <a:pt x="0" y="6"/>
                  </a:cubicBezTo>
                  <a:cubicBezTo>
                    <a:pt x="0" y="7"/>
                    <a:pt x="1" y="8"/>
                    <a:pt x="1" y="8"/>
                  </a:cubicBezTo>
                  <a:cubicBezTo>
                    <a:pt x="2" y="8"/>
                    <a:pt x="3" y="8"/>
                    <a:pt x="4"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24"/>
            <p:cNvSpPr>
              <a:spLocks/>
            </p:cNvSpPr>
            <p:nvPr/>
          </p:nvSpPr>
          <p:spPr bwMode="auto">
            <a:xfrm>
              <a:off x="4692650" y="3794125"/>
              <a:ext cx="12700" cy="19050"/>
            </a:xfrm>
            <a:custGeom>
              <a:avLst/>
              <a:gdLst/>
              <a:ahLst/>
              <a:cxnLst>
                <a:cxn ang="0">
                  <a:pos x="1" y="5"/>
                </a:cxn>
                <a:cxn ang="0">
                  <a:pos x="3" y="3"/>
                </a:cxn>
                <a:cxn ang="0">
                  <a:pos x="3" y="1"/>
                </a:cxn>
                <a:cxn ang="0">
                  <a:pos x="7" y="2"/>
                </a:cxn>
                <a:cxn ang="0">
                  <a:pos x="8" y="5"/>
                </a:cxn>
                <a:cxn ang="0">
                  <a:pos x="6" y="8"/>
                </a:cxn>
                <a:cxn ang="0">
                  <a:pos x="4" y="10"/>
                </a:cxn>
                <a:cxn ang="0">
                  <a:pos x="1" y="10"/>
                </a:cxn>
                <a:cxn ang="0">
                  <a:pos x="0" y="8"/>
                </a:cxn>
                <a:cxn ang="0">
                  <a:pos x="1" y="5"/>
                </a:cxn>
              </a:cxnLst>
              <a:rect l="0" t="0" r="r" b="b"/>
              <a:pathLst>
                <a:path w="8" h="11">
                  <a:moveTo>
                    <a:pt x="1" y="5"/>
                  </a:moveTo>
                  <a:cubicBezTo>
                    <a:pt x="1" y="5"/>
                    <a:pt x="3" y="4"/>
                    <a:pt x="3" y="3"/>
                  </a:cubicBezTo>
                  <a:cubicBezTo>
                    <a:pt x="3" y="2"/>
                    <a:pt x="3" y="1"/>
                    <a:pt x="3" y="1"/>
                  </a:cubicBezTo>
                  <a:cubicBezTo>
                    <a:pt x="4" y="0"/>
                    <a:pt x="6" y="1"/>
                    <a:pt x="7" y="2"/>
                  </a:cubicBezTo>
                  <a:cubicBezTo>
                    <a:pt x="8" y="2"/>
                    <a:pt x="8" y="4"/>
                    <a:pt x="8" y="5"/>
                  </a:cubicBezTo>
                  <a:cubicBezTo>
                    <a:pt x="8" y="6"/>
                    <a:pt x="7" y="7"/>
                    <a:pt x="6" y="8"/>
                  </a:cubicBezTo>
                  <a:cubicBezTo>
                    <a:pt x="6" y="8"/>
                    <a:pt x="5" y="10"/>
                    <a:pt x="4" y="10"/>
                  </a:cubicBezTo>
                  <a:cubicBezTo>
                    <a:pt x="4" y="11"/>
                    <a:pt x="2" y="11"/>
                    <a:pt x="1" y="10"/>
                  </a:cubicBezTo>
                  <a:cubicBezTo>
                    <a:pt x="0" y="10"/>
                    <a:pt x="0" y="9"/>
                    <a:pt x="0" y="8"/>
                  </a:cubicBezTo>
                  <a:cubicBezTo>
                    <a:pt x="0" y="7"/>
                    <a:pt x="0" y="6"/>
                    <a:pt x="1"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25"/>
            <p:cNvSpPr>
              <a:spLocks/>
            </p:cNvSpPr>
            <p:nvPr/>
          </p:nvSpPr>
          <p:spPr bwMode="auto">
            <a:xfrm>
              <a:off x="4703763" y="3756025"/>
              <a:ext cx="20637" cy="28575"/>
            </a:xfrm>
            <a:custGeom>
              <a:avLst/>
              <a:gdLst/>
              <a:ahLst/>
              <a:cxnLst>
                <a:cxn ang="0">
                  <a:pos x="9" y="12"/>
                </a:cxn>
                <a:cxn ang="0">
                  <a:pos x="9" y="8"/>
                </a:cxn>
                <a:cxn ang="0">
                  <a:pos x="11" y="6"/>
                </a:cxn>
                <a:cxn ang="0">
                  <a:pos x="12" y="3"/>
                </a:cxn>
                <a:cxn ang="0">
                  <a:pos x="10" y="0"/>
                </a:cxn>
                <a:cxn ang="0">
                  <a:pos x="8" y="2"/>
                </a:cxn>
                <a:cxn ang="0">
                  <a:pos x="4" y="4"/>
                </a:cxn>
                <a:cxn ang="0">
                  <a:pos x="3" y="8"/>
                </a:cxn>
                <a:cxn ang="0">
                  <a:pos x="1" y="10"/>
                </a:cxn>
                <a:cxn ang="0">
                  <a:pos x="0" y="13"/>
                </a:cxn>
                <a:cxn ang="0">
                  <a:pos x="2" y="16"/>
                </a:cxn>
                <a:cxn ang="0">
                  <a:pos x="5" y="16"/>
                </a:cxn>
                <a:cxn ang="0">
                  <a:pos x="6" y="14"/>
                </a:cxn>
                <a:cxn ang="0">
                  <a:pos x="9" y="12"/>
                </a:cxn>
              </a:cxnLst>
              <a:rect l="0" t="0" r="r" b="b"/>
              <a:pathLst>
                <a:path w="12" h="17">
                  <a:moveTo>
                    <a:pt x="9" y="12"/>
                  </a:moveTo>
                  <a:cubicBezTo>
                    <a:pt x="9" y="11"/>
                    <a:pt x="9" y="9"/>
                    <a:pt x="9" y="8"/>
                  </a:cubicBezTo>
                  <a:cubicBezTo>
                    <a:pt x="10" y="7"/>
                    <a:pt x="11" y="7"/>
                    <a:pt x="11" y="6"/>
                  </a:cubicBezTo>
                  <a:cubicBezTo>
                    <a:pt x="12" y="6"/>
                    <a:pt x="12" y="4"/>
                    <a:pt x="12" y="3"/>
                  </a:cubicBezTo>
                  <a:cubicBezTo>
                    <a:pt x="12" y="2"/>
                    <a:pt x="11" y="0"/>
                    <a:pt x="10" y="0"/>
                  </a:cubicBezTo>
                  <a:cubicBezTo>
                    <a:pt x="9" y="0"/>
                    <a:pt x="8" y="2"/>
                    <a:pt x="8" y="2"/>
                  </a:cubicBezTo>
                  <a:cubicBezTo>
                    <a:pt x="7" y="3"/>
                    <a:pt x="5" y="3"/>
                    <a:pt x="4" y="4"/>
                  </a:cubicBezTo>
                  <a:cubicBezTo>
                    <a:pt x="4" y="5"/>
                    <a:pt x="3" y="7"/>
                    <a:pt x="3" y="8"/>
                  </a:cubicBezTo>
                  <a:cubicBezTo>
                    <a:pt x="2" y="9"/>
                    <a:pt x="1" y="10"/>
                    <a:pt x="1" y="10"/>
                  </a:cubicBezTo>
                  <a:cubicBezTo>
                    <a:pt x="0" y="11"/>
                    <a:pt x="0" y="13"/>
                    <a:pt x="0" y="13"/>
                  </a:cubicBezTo>
                  <a:cubicBezTo>
                    <a:pt x="1" y="14"/>
                    <a:pt x="1" y="16"/>
                    <a:pt x="2" y="16"/>
                  </a:cubicBezTo>
                  <a:cubicBezTo>
                    <a:pt x="3" y="17"/>
                    <a:pt x="5" y="17"/>
                    <a:pt x="5" y="16"/>
                  </a:cubicBezTo>
                  <a:cubicBezTo>
                    <a:pt x="6" y="16"/>
                    <a:pt x="6" y="14"/>
                    <a:pt x="6" y="14"/>
                  </a:cubicBezTo>
                  <a:cubicBezTo>
                    <a:pt x="7" y="13"/>
                    <a:pt x="8" y="12"/>
                    <a:pt x="9"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26"/>
            <p:cNvSpPr>
              <a:spLocks/>
            </p:cNvSpPr>
            <p:nvPr/>
          </p:nvSpPr>
          <p:spPr bwMode="auto">
            <a:xfrm>
              <a:off x="4714875" y="3709988"/>
              <a:ext cx="20637" cy="15875"/>
            </a:xfrm>
            <a:custGeom>
              <a:avLst/>
              <a:gdLst/>
              <a:ahLst/>
              <a:cxnLst>
                <a:cxn ang="0">
                  <a:pos x="11" y="7"/>
                </a:cxn>
                <a:cxn ang="0">
                  <a:pos x="7" y="8"/>
                </a:cxn>
                <a:cxn ang="0">
                  <a:pos x="3" y="7"/>
                </a:cxn>
                <a:cxn ang="0">
                  <a:pos x="1" y="5"/>
                </a:cxn>
                <a:cxn ang="0">
                  <a:pos x="0" y="2"/>
                </a:cxn>
                <a:cxn ang="0">
                  <a:pos x="3" y="0"/>
                </a:cxn>
                <a:cxn ang="0">
                  <a:pos x="6" y="1"/>
                </a:cxn>
                <a:cxn ang="0">
                  <a:pos x="10" y="1"/>
                </a:cxn>
                <a:cxn ang="0">
                  <a:pos x="11" y="2"/>
                </a:cxn>
                <a:cxn ang="0">
                  <a:pos x="12" y="4"/>
                </a:cxn>
                <a:cxn ang="0">
                  <a:pos x="11" y="7"/>
                </a:cxn>
              </a:cxnLst>
              <a:rect l="0" t="0" r="r" b="b"/>
              <a:pathLst>
                <a:path w="12" h="9">
                  <a:moveTo>
                    <a:pt x="11" y="7"/>
                  </a:moveTo>
                  <a:cubicBezTo>
                    <a:pt x="10" y="8"/>
                    <a:pt x="8" y="9"/>
                    <a:pt x="7" y="8"/>
                  </a:cubicBezTo>
                  <a:cubicBezTo>
                    <a:pt x="6" y="8"/>
                    <a:pt x="4" y="8"/>
                    <a:pt x="3" y="7"/>
                  </a:cubicBezTo>
                  <a:cubicBezTo>
                    <a:pt x="2" y="6"/>
                    <a:pt x="1" y="5"/>
                    <a:pt x="1" y="5"/>
                  </a:cubicBezTo>
                  <a:cubicBezTo>
                    <a:pt x="1" y="4"/>
                    <a:pt x="0" y="3"/>
                    <a:pt x="0" y="2"/>
                  </a:cubicBezTo>
                  <a:cubicBezTo>
                    <a:pt x="0" y="1"/>
                    <a:pt x="2" y="1"/>
                    <a:pt x="3" y="0"/>
                  </a:cubicBezTo>
                  <a:cubicBezTo>
                    <a:pt x="4" y="0"/>
                    <a:pt x="5" y="1"/>
                    <a:pt x="6" y="1"/>
                  </a:cubicBezTo>
                  <a:cubicBezTo>
                    <a:pt x="7" y="1"/>
                    <a:pt x="9" y="1"/>
                    <a:pt x="10" y="1"/>
                  </a:cubicBezTo>
                  <a:cubicBezTo>
                    <a:pt x="10" y="1"/>
                    <a:pt x="11" y="2"/>
                    <a:pt x="11" y="2"/>
                  </a:cubicBezTo>
                  <a:cubicBezTo>
                    <a:pt x="12" y="2"/>
                    <a:pt x="12" y="3"/>
                    <a:pt x="12" y="4"/>
                  </a:cubicBezTo>
                  <a:cubicBezTo>
                    <a:pt x="12" y="5"/>
                    <a:pt x="12" y="7"/>
                    <a:pt x="11"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27"/>
            <p:cNvSpPr>
              <a:spLocks/>
            </p:cNvSpPr>
            <p:nvPr/>
          </p:nvSpPr>
          <p:spPr bwMode="auto">
            <a:xfrm>
              <a:off x="4740275" y="3706813"/>
              <a:ext cx="7937" cy="7938"/>
            </a:xfrm>
            <a:custGeom>
              <a:avLst/>
              <a:gdLst/>
              <a:ahLst/>
              <a:cxnLst>
                <a:cxn ang="0">
                  <a:pos x="2" y="5"/>
                </a:cxn>
                <a:cxn ang="0">
                  <a:pos x="0" y="4"/>
                </a:cxn>
                <a:cxn ang="0">
                  <a:pos x="0" y="1"/>
                </a:cxn>
                <a:cxn ang="0">
                  <a:pos x="3" y="0"/>
                </a:cxn>
                <a:cxn ang="0">
                  <a:pos x="5" y="1"/>
                </a:cxn>
                <a:cxn ang="0">
                  <a:pos x="5" y="3"/>
                </a:cxn>
                <a:cxn ang="0">
                  <a:pos x="4" y="4"/>
                </a:cxn>
                <a:cxn ang="0">
                  <a:pos x="2" y="5"/>
                </a:cxn>
              </a:cxnLst>
              <a:rect l="0" t="0" r="r" b="b"/>
              <a:pathLst>
                <a:path w="5" h="5">
                  <a:moveTo>
                    <a:pt x="2" y="5"/>
                  </a:moveTo>
                  <a:cubicBezTo>
                    <a:pt x="1" y="5"/>
                    <a:pt x="0" y="4"/>
                    <a:pt x="0" y="4"/>
                  </a:cubicBezTo>
                  <a:cubicBezTo>
                    <a:pt x="0" y="3"/>
                    <a:pt x="0" y="2"/>
                    <a:pt x="0" y="1"/>
                  </a:cubicBezTo>
                  <a:cubicBezTo>
                    <a:pt x="1" y="0"/>
                    <a:pt x="2" y="0"/>
                    <a:pt x="3" y="0"/>
                  </a:cubicBezTo>
                  <a:cubicBezTo>
                    <a:pt x="3" y="0"/>
                    <a:pt x="4" y="0"/>
                    <a:pt x="5" y="1"/>
                  </a:cubicBezTo>
                  <a:cubicBezTo>
                    <a:pt x="5" y="1"/>
                    <a:pt x="5" y="3"/>
                    <a:pt x="5" y="3"/>
                  </a:cubicBezTo>
                  <a:cubicBezTo>
                    <a:pt x="5" y="4"/>
                    <a:pt x="4" y="4"/>
                    <a:pt x="4" y="4"/>
                  </a:cubicBezTo>
                  <a:cubicBezTo>
                    <a:pt x="3" y="5"/>
                    <a:pt x="2" y="5"/>
                    <a:pt x="2"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28"/>
            <p:cNvSpPr>
              <a:spLocks/>
            </p:cNvSpPr>
            <p:nvPr/>
          </p:nvSpPr>
          <p:spPr bwMode="auto">
            <a:xfrm>
              <a:off x="4745038" y="3683000"/>
              <a:ext cx="12700" cy="12700"/>
            </a:xfrm>
            <a:custGeom>
              <a:avLst/>
              <a:gdLst/>
              <a:ahLst/>
              <a:cxnLst>
                <a:cxn ang="0">
                  <a:pos x="4" y="8"/>
                </a:cxn>
                <a:cxn ang="0">
                  <a:pos x="2" y="6"/>
                </a:cxn>
                <a:cxn ang="0">
                  <a:pos x="0" y="4"/>
                </a:cxn>
                <a:cxn ang="0">
                  <a:pos x="0" y="1"/>
                </a:cxn>
                <a:cxn ang="0">
                  <a:pos x="2" y="0"/>
                </a:cxn>
                <a:cxn ang="0">
                  <a:pos x="4" y="1"/>
                </a:cxn>
                <a:cxn ang="0">
                  <a:pos x="7" y="4"/>
                </a:cxn>
                <a:cxn ang="0">
                  <a:pos x="6" y="6"/>
                </a:cxn>
                <a:cxn ang="0">
                  <a:pos x="4" y="8"/>
                </a:cxn>
              </a:cxnLst>
              <a:rect l="0" t="0" r="r" b="b"/>
              <a:pathLst>
                <a:path w="7" h="8">
                  <a:moveTo>
                    <a:pt x="4" y="8"/>
                  </a:moveTo>
                  <a:cubicBezTo>
                    <a:pt x="3" y="8"/>
                    <a:pt x="3" y="6"/>
                    <a:pt x="2" y="6"/>
                  </a:cubicBezTo>
                  <a:cubicBezTo>
                    <a:pt x="2" y="5"/>
                    <a:pt x="1" y="5"/>
                    <a:pt x="0" y="4"/>
                  </a:cubicBezTo>
                  <a:cubicBezTo>
                    <a:pt x="0" y="4"/>
                    <a:pt x="0" y="2"/>
                    <a:pt x="0" y="1"/>
                  </a:cubicBezTo>
                  <a:cubicBezTo>
                    <a:pt x="0" y="1"/>
                    <a:pt x="1" y="0"/>
                    <a:pt x="2" y="0"/>
                  </a:cubicBezTo>
                  <a:cubicBezTo>
                    <a:pt x="3" y="0"/>
                    <a:pt x="4" y="1"/>
                    <a:pt x="4" y="1"/>
                  </a:cubicBezTo>
                  <a:cubicBezTo>
                    <a:pt x="5" y="2"/>
                    <a:pt x="6" y="3"/>
                    <a:pt x="7" y="4"/>
                  </a:cubicBezTo>
                  <a:cubicBezTo>
                    <a:pt x="7" y="4"/>
                    <a:pt x="6" y="6"/>
                    <a:pt x="6" y="6"/>
                  </a:cubicBezTo>
                  <a:cubicBezTo>
                    <a:pt x="6" y="7"/>
                    <a:pt x="5" y="8"/>
                    <a:pt x="4"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29"/>
            <p:cNvSpPr>
              <a:spLocks/>
            </p:cNvSpPr>
            <p:nvPr/>
          </p:nvSpPr>
          <p:spPr bwMode="auto">
            <a:xfrm>
              <a:off x="4757738" y="3705225"/>
              <a:ext cx="7937" cy="7938"/>
            </a:xfrm>
            <a:custGeom>
              <a:avLst/>
              <a:gdLst/>
              <a:ahLst/>
              <a:cxnLst>
                <a:cxn ang="0">
                  <a:pos x="3" y="5"/>
                </a:cxn>
                <a:cxn ang="0">
                  <a:pos x="0" y="5"/>
                </a:cxn>
                <a:cxn ang="0">
                  <a:pos x="0" y="1"/>
                </a:cxn>
                <a:cxn ang="0">
                  <a:pos x="2" y="0"/>
                </a:cxn>
                <a:cxn ang="0">
                  <a:pos x="4" y="1"/>
                </a:cxn>
                <a:cxn ang="0">
                  <a:pos x="5" y="4"/>
                </a:cxn>
                <a:cxn ang="0">
                  <a:pos x="4" y="5"/>
                </a:cxn>
                <a:cxn ang="0">
                  <a:pos x="3" y="5"/>
                </a:cxn>
              </a:cxnLst>
              <a:rect l="0" t="0" r="r" b="b"/>
              <a:pathLst>
                <a:path w="5" h="5">
                  <a:moveTo>
                    <a:pt x="3" y="5"/>
                  </a:moveTo>
                  <a:cubicBezTo>
                    <a:pt x="2" y="5"/>
                    <a:pt x="1" y="5"/>
                    <a:pt x="0" y="5"/>
                  </a:cubicBezTo>
                  <a:cubicBezTo>
                    <a:pt x="0" y="4"/>
                    <a:pt x="0" y="2"/>
                    <a:pt x="0" y="1"/>
                  </a:cubicBezTo>
                  <a:cubicBezTo>
                    <a:pt x="1" y="1"/>
                    <a:pt x="2" y="0"/>
                    <a:pt x="2" y="0"/>
                  </a:cubicBezTo>
                  <a:cubicBezTo>
                    <a:pt x="3" y="0"/>
                    <a:pt x="4" y="0"/>
                    <a:pt x="4" y="1"/>
                  </a:cubicBezTo>
                  <a:cubicBezTo>
                    <a:pt x="5" y="1"/>
                    <a:pt x="5" y="3"/>
                    <a:pt x="5" y="4"/>
                  </a:cubicBezTo>
                  <a:cubicBezTo>
                    <a:pt x="5" y="4"/>
                    <a:pt x="5" y="5"/>
                    <a:pt x="4" y="5"/>
                  </a:cubicBezTo>
                  <a:cubicBezTo>
                    <a:pt x="4" y="5"/>
                    <a:pt x="3" y="5"/>
                    <a:pt x="3"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0"/>
            <p:cNvSpPr>
              <a:spLocks/>
            </p:cNvSpPr>
            <p:nvPr/>
          </p:nvSpPr>
          <p:spPr bwMode="auto">
            <a:xfrm>
              <a:off x="4754563" y="3725863"/>
              <a:ext cx="9525" cy="7938"/>
            </a:xfrm>
            <a:custGeom>
              <a:avLst/>
              <a:gdLst/>
              <a:ahLst/>
              <a:cxnLst>
                <a:cxn ang="0">
                  <a:pos x="5" y="4"/>
                </a:cxn>
                <a:cxn ang="0">
                  <a:pos x="2" y="5"/>
                </a:cxn>
                <a:cxn ang="0">
                  <a:pos x="0" y="4"/>
                </a:cxn>
                <a:cxn ang="0">
                  <a:pos x="1" y="1"/>
                </a:cxn>
                <a:cxn ang="0">
                  <a:pos x="3" y="0"/>
                </a:cxn>
                <a:cxn ang="0">
                  <a:pos x="6" y="1"/>
                </a:cxn>
                <a:cxn ang="0">
                  <a:pos x="5" y="4"/>
                </a:cxn>
              </a:cxnLst>
              <a:rect l="0" t="0" r="r" b="b"/>
              <a:pathLst>
                <a:path w="6" h="5">
                  <a:moveTo>
                    <a:pt x="5" y="4"/>
                  </a:moveTo>
                  <a:cubicBezTo>
                    <a:pt x="4" y="5"/>
                    <a:pt x="3" y="5"/>
                    <a:pt x="2" y="5"/>
                  </a:cubicBezTo>
                  <a:cubicBezTo>
                    <a:pt x="2" y="5"/>
                    <a:pt x="0" y="5"/>
                    <a:pt x="0" y="4"/>
                  </a:cubicBezTo>
                  <a:cubicBezTo>
                    <a:pt x="0" y="3"/>
                    <a:pt x="0" y="1"/>
                    <a:pt x="1" y="1"/>
                  </a:cubicBezTo>
                  <a:cubicBezTo>
                    <a:pt x="1" y="0"/>
                    <a:pt x="3" y="0"/>
                    <a:pt x="3" y="0"/>
                  </a:cubicBezTo>
                  <a:cubicBezTo>
                    <a:pt x="4" y="0"/>
                    <a:pt x="5" y="1"/>
                    <a:pt x="6" y="1"/>
                  </a:cubicBezTo>
                  <a:cubicBezTo>
                    <a:pt x="6" y="2"/>
                    <a:pt x="5" y="4"/>
                    <a:pt x="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1"/>
            <p:cNvSpPr>
              <a:spLocks/>
            </p:cNvSpPr>
            <p:nvPr/>
          </p:nvSpPr>
          <p:spPr bwMode="auto">
            <a:xfrm>
              <a:off x="4725988" y="3636963"/>
              <a:ext cx="20637" cy="28575"/>
            </a:xfrm>
            <a:custGeom>
              <a:avLst/>
              <a:gdLst/>
              <a:ahLst/>
              <a:cxnLst>
                <a:cxn ang="0">
                  <a:pos x="10" y="8"/>
                </a:cxn>
                <a:cxn ang="0">
                  <a:pos x="10" y="5"/>
                </a:cxn>
                <a:cxn ang="0">
                  <a:pos x="12" y="4"/>
                </a:cxn>
                <a:cxn ang="0">
                  <a:pos x="12" y="1"/>
                </a:cxn>
                <a:cxn ang="0">
                  <a:pos x="8" y="1"/>
                </a:cxn>
                <a:cxn ang="0">
                  <a:pos x="5" y="3"/>
                </a:cxn>
                <a:cxn ang="0">
                  <a:pos x="2" y="5"/>
                </a:cxn>
                <a:cxn ang="0">
                  <a:pos x="2" y="9"/>
                </a:cxn>
                <a:cxn ang="0">
                  <a:pos x="0" y="10"/>
                </a:cxn>
                <a:cxn ang="0">
                  <a:pos x="0" y="12"/>
                </a:cxn>
                <a:cxn ang="0">
                  <a:pos x="2" y="13"/>
                </a:cxn>
                <a:cxn ang="0">
                  <a:pos x="3" y="16"/>
                </a:cxn>
                <a:cxn ang="0">
                  <a:pos x="6" y="17"/>
                </a:cxn>
                <a:cxn ang="0">
                  <a:pos x="6" y="15"/>
                </a:cxn>
                <a:cxn ang="0">
                  <a:pos x="8" y="12"/>
                </a:cxn>
                <a:cxn ang="0">
                  <a:pos x="8" y="10"/>
                </a:cxn>
                <a:cxn ang="0">
                  <a:pos x="10" y="8"/>
                </a:cxn>
              </a:cxnLst>
              <a:rect l="0" t="0" r="r" b="b"/>
              <a:pathLst>
                <a:path w="12" h="17">
                  <a:moveTo>
                    <a:pt x="10" y="8"/>
                  </a:moveTo>
                  <a:cubicBezTo>
                    <a:pt x="10" y="7"/>
                    <a:pt x="10" y="6"/>
                    <a:pt x="10" y="5"/>
                  </a:cubicBezTo>
                  <a:cubicBezTo>
                    <a:pt x="11" y="5"/>
                    <a:pt x="12" y="4"/>
                    <a:pt x="12" y="4"/>
                  </a:cubicBezTo>
                  <a:cubicBezTo>
                    <a:pt x="12" y="3"/>
                    <a:pt x="12" y="1"/>
                    <a:pt x="12" y="1"/>
                  </a:cubicBezTo>
                  <a:cubicBezTo>
                    <a:pt x="11" y="0"/>
                    <a:pt x="8" y="1"/>
                    <a:pt x="8" y="1"/>
                  </a:cubicBezTo>
                  <a:cubicBezTo>
                    <a:pt x="7" y="1"/>
                    <a:pt x="6" y="3"/>
                    <a:pt x="5" y="3"/>
                  </a:cubicBezTo>
                  <a:cubicBezTo>
                    <a:pt x="5" y="4"/>
                    <a:pt x="3" y="4"/>
                    <a:pt x="2" y="5"/>
                  </a:cubicBezTo>
                  <a:cubicBezTo>
                    <a:pt x="2" y="6"/>
                    <a:pt x="2" y="8"/>
                    <a:pt x="2" y="9"/>
                  </a:cubicBezTo>
                  <a:cubicBezTo>
                    <a:pt x="2" y="9"/>
                    <a:pt x="1" y="9"/>
                    <a:pt x="0" y="10"/>
                  </a:cubicBezTo>
                  <a:cubicBezTo>
                    <a:pt x="0" y="10"/>
                    <a:pt x="0" y="12"/>
                    <a:pt x="0" y="12"/>
                  </a:cubicBezTo>
                  <a:cubicBezTo>
                    <a:pt x="1" y="13"/>
                    <a:pt x="2" y="13"/>
                    <a:pt x="2" y="13"/>
                  </a:cubicBezTo>
                  <a:cubicBezTo>
                    <a:pt x="3" y="14"/>
                    <a:pt x="3" y="15"/>
                    <a:pt x="3" y="16"/>
                  </a:cubicBezTo>
                  <a:cubicBezTo>
                    <a:pt x="4" y="16"/>
                    <a:pt x="5" y="17"/>
                    <a:pt x="6" y="17"/>
                  </a:cubicBezTo>
                  <a:cubicBezTo>
                    <a:pt x="6" y="17"/>
                    <a:pt x="6" y="15"/>
                    <a:pt x="6" y="15"/>
                  </a:cubicBezTo>
                  <a:cubicBezTo>
                    <a:pt x="7" y="14"/>
                    <a:pt x="8" y="13"/>
                    <a:pt x="8" y="12"/>
                  </a:cubicBezTo>
                  <a:cubicBezTo>
                    <a:pt x="8" y="12"/>
                    <a:pt x="8" y="11"/>
                    <a:pt x="8" y="10"/>
                  </a:cubicBezTo>
                  <a:cubicBezTo>
                    <a:pt x="8" y="10"/>
                    <a:pt x="9" y="8"/>
                    <a:pt x="1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2"/>
            <p:cNvSpPr>
              <a:spLocks/>
            </p:cNvSpPr>
            <p:nvPr/>
          </p:nvSpPr>
          <p:spPr bwMode="auto">
            <a:xfrm>
              <a:off x="4760913" y="3608388"/>
              <a:ext cx="14287" cy="15875"/>
            </a:xfrm>
            <a:custGeom>
              <a:avLst/>
              <a:gdLst/>
              <a:ahLst/>
              <a:cxnLst>
                <a:cxn ang="0">
                  <a:pos x="8" y="3"/>
                </a:cxn>
                <a:cxn ang="0">
                  <a:pos x="6" y="1"/>
                </a:cxn>
                <a:cxn ang="0">
                  <a:pos x="3" y="2"/>
                </a:cxn>
                <a:cxn ang="0">
                  <a:pos x="0" y="4"/>
                </a:cxn>
                <a:cxn ang="0">
                  <a:pos x="0" y="6"/>
                </a:cxn>
                <a:cxn ang="0">
                  <a:pos x="2" y="9"/>
                </a:cxn>
                <a:cxn ang="0">
                  <a:pos x="5" y="8"/>
                </a:cxn>
                <a:cxn ang="0">
                  <a:pos x="8" y="3"/>
                </a:cxn>
              </a:cxnLst>
              <a:rect l="0" t="0" r="r" b="b"/>
              <a:pathLst>
                <a:path w="8" h="9">
                  <a:moveTo>
                    <a:pt x="8" y="3"/>
                  </a:moveTo>
                  <a:cubicBezTo>
                    <a:pt x="8" y="3"/>
                    <a:pt x="7" y="1"/>
                    <a:pt x="6" y="1"/>
                  </a:cubicBezTo>
                  <a:cubicBezTo>
                    <a:pt x="5" y="0"/>
                    <a:pt x="3" y="1"/>
                    <a:pt x="3" y="2"/>
                  </a:cubicBezTo>
                  <a:cubicBezTo>
                    <a:pt x="2" y="2"/>
                    <a:pt x="1" y="3"/>
                    <a:pt x="0" y="4"/>
                  </a:cubicBezTo>
                  <a:cubicBezTo>
                    <a:pt x="0" y="4"/>
                    <a:pt x="0" y="6"/>
                    <a:pt x="0" y="6"/>
                  </a:cubicBezTo>
                  <a:cubicBezTo>
                    <a:pt x="1" y="7"/>
                    <a:pt x="2" y="8"/>
                    <a:pt x="2" y="9"/>
                  </a:cubicBezTo>
                  <a:cubicBezTo>
                    <a:pt x="3" y="9"/>
                    <a:pt x="5" y="9"/>
                    <a:pt x="5" y="8"/>
                  </a:cubicBezTo>
                  <a:cubicBezTo>
                    <a:pt x="7" y="8"/>
                    <a:pt x="8" y="5"/>
                    <a:pt x="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33"/>
            <p:cNvSpPr>
              <a:spLocks/>
            </p:cNvSpPr>
            <p:nvPr/>
          </p:nvSpPr>
          <p:spPr bwMode="auto">
            <a:xfrm>
              <a:off x="4781550" y="3602038"/>
              <a:ext cx="11112" cy="12700"/>
            </a:xfrm>
            <a:custGeom>
              <a:avLst/>
              <a:gdLst/>
              <a:ahLst/>
              <a:cxnLst>
                <a:cxn ang="0">
                  <a:pos x="5" y="6"/>
                </a:cxn>
                <a:cxn ang="0">
                  <a:pos x="1" y="6"/>
                </a:cxn>
                <a:cxn ang="0">
                  <a:pos x="0" y="3"/>
                </a:cxn>
                <a:cxn ang="0">
                  <a:pos x="1" y="0"/>
                </a:cxn>
                <a:cxn ang="0">
                  <a:pos x="4" y="0"/>
                </a:cxn>
                <a:cxn ang="0">
                  <a:pos x="5" y="1"/>
                </a:cxn>
                <a:cxn ang="0">
                  <a:pos x="7" y="3"/>
                </a:cxn>
                <a:cxn ang="0">
                  <a:pos x="5" y="6"/>
                </a:cxn>
              </a:cxnLst>
              <a:rect l="0" t="0" r="r" b="b"/>
              <a:pathLst>
                <a:path w="7" h="7">
                  <a:moveTo>
                    <a:pt x="5" y="6"/>
                  </a:moveTo>
                  <a:cubicBezTo>
                    <a:pt x="5" y="7"/>
                    <a:pt x="2" y="6"/>
                    <a:pt x="1" y="6"/>
                  </a:cubicBezTo>
                  <a:cubicBezTo>
                    <a:pt x="1" y="5"/>
                    <a:pt x="0" y="4"/>
                    <a:pt x="0" y="3"/>
                  </a:cubicBezTo>
                  <a:cubicBezTo>
                    <a:pt x="0" y="2"/>
                    <a:pt x="1" y="1"/>
                    <a:pt x="1" y="0"/>
                  </a:cubicBezTo>
                  <a:cubicBezTo>
                    <a:pt x="2" y="0"/>
                    <a:pt x="4" y="0"/>
                    <a:pt x="4" y="0"/>
                  </a:cubicBezTo>
                  <a:cubicBezTo>
                    <a:pt x="5" y="0"/>
                    <a:pt x="5" y="0"/>
                    <a:pt x="5" y="1"/>
                  </a:cubicBezTo>
                  <a:cubicBezTo>
                    <a:pt x="6" y="1"/>
                    <a:pt x="7" y="2"/>
                    <a:pt x="7" y="3"/>
                  </a:cubicBezTo>
                  <a:cubicBezTo>
                    <a:pt x="7" y="4"/>
                    <a:pt x="6" y="6"/>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34"/>
            <p:cNvSpPr>
              <a:spLocks/>
            </p:cNvSpPr>
            <p:nvPr/>
          </p:nvSpPr>
          <p:spPr bwMode="auto">
            <a:xfrm>
              <a:off x="4803775" y="3546475"/>
              <a:ext cx="7937" cy="12700"/>
            </a:xfrm>
            <a:custGeom>
              <a:avLst/>
              <a:gdLst/>
              <a:ahLst/>
              <a:cxnLst>
                <a:cxn ang="0">
                  <a:pos x="5" y="1"/>
                </a:cxn>
                <a:cxn ang="0">
                  <a:pos x="1" y="0"/>
                </a:cxn>
                <a:cxn ang="0">
                  <a:pos x="0" y="2"/>
                </a:cxn>
                <a:cxn ang="0">
                  <a:pos x="0" y="4"/>
                </a:cxn>
                <a:cxn ang="0">
                  <a:pos x="2" y="7"/>
                </a:cxn>
                <a:cxn ang="0">
                  <a:pos x="4" y="5"/>
                </a:cxn>
                <a:cxn ang="0">
                  <a:pos x="5" y="3"/>
                </a:cxn>
                <a:cxn ang="0">
                  <a:pos x="5" y="1"/>
                </a:cxn>
              </a:cxnLst>
              <a:rect l="0" t="0" r="r" b="b"/>
              <a:pathLst>
                <a:path w="5" h="7">
                  <a:moveTo>
                    <a:pt x="5" y="1"/>
                  </a:moveTo>
                  <a:cubicBezTo>
                    <a:pt x="4" y="1"/>
                    <a:pt x="2" y="0"/>
                    <a:pt x="1" y="0"/>
                  </a:cubicBezTo>
                  <a:cubicBezTo>
                    <a:pt x="1" y="0"/>
                    <a:pt x="0" y="1"/>
                    <a:pt x="0" y="2"/>
                  </a:cubicBezTo>
                  <a:cubicBezTo>
                    <a:pt x="0" y="2"/>
                    <a:pt x="0" y="4"/>
                    <a:pt x="0" y="4"/>
                  </a:cubicBezTo>
                  <a:cubicBezTo>
                    <a:pt x="0" y="5"/>
                    <a:pt x="1" y="7"/>
                    <a:pt x="2" y="7"/>
                  </a:cubicBezTo>
                  <a:cubicBezTo>
                    <a:pt x="3" y="7"/>
                    <a:pt x="3" y="6"/>
                    <a:pt x="4" y="5"/>
                  </a:cubicBezTo>
                  <a:cubicBezTo>
                    <a:pt x="4" y="5"/>
                    <a:pt x="5" y="4"/>
                    <a:pt x="5" y="3"/>
                  </a:cubicBezTo>
                  <a:cubicBezTo>
                    <a:pt x="5" y="3"/>
                    <a:pt x="5" y="2"/>
                    <a:pt x="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35"/>
            <p:cNvSpPr>
              <a:spLocks/>
            </p:cNvSpPr>
            <p:nvPr/>
          </p:nvSpPr>
          <p:spPr bwMode="auto">
            <a:xfrm>
              <a:off x="4605338" y="3783013"/>
              <a:ext cx="11112" cy="31750"/>
            </a:xfrm>
            <a:custGeom>
              <a:avLst/>
              <a:gdLst/>
              <a:ahLst/>
              <a:cxnLst>
                <a:cxn ang="0">
                  <a:pos x="5" y="17"/>
                </a:cxn>
                <a:cxn ang="0">
                  <a:pos x="2" y="16"/>
                </a:cxn>
                <a:cxn ang="0">
                  <a:pos x="2" y="14"/>
                </a:cxn>
                <a:cxn ang="0">
                  <a:pos x="1" y="10"/>
                </a:cxn>
                <a:cxn ang="0">
                  <a:pos x="0" y="6"/>
                </a:cxn>
                <a:cxn ang="0">
                  <a:pos x="1" y="3"/>
                </a:cxn>
                <a:cxn ang="0">
                  <a:pos x="2" y="1"/>
                </a:cxn>
                <a:cxn ang="0">
                  <a:pos x="4" y="1"/>
                </a:cxn>
                <a:cxn ang="0">
                  <a:pos x="5" y="3"/>
                </a:cxn>
                <a:cxn ang="0">
                  <a:pos x="6" y="4"/>
                </a:cxn>
                <a:cxn ang="0">
                  <a:pos x="6" y="7"/>
                </a:cxn>
                <a:cxn ang="0">
                  <a:pos x="6" y="11"/>
                </a:cxn>
                <a:cxn ang="0">
                  <a:pos x="6" y="14"/>
                </a:cxn>
                <a:cxn ang="0">
                  <a:pos x="6" y="16"/>
                </a:cxn>
                <a:cxn ang="0">
                  <a:pos x="5" y="17"/>
                </a:cxn>
              </a:cxnLst>
              <a:rect l="0" t="0" r="r" b="b"/>
              <a:pathLst>
                <a:path w="7" h="18">
                  <a:moveTo>
                    <a:pt x="5" y="17"/>
                  </a:moveTo>
                  <a:cubicBezTo>
                    <a:pt x="4" y="18"/>
                    <a:pt x="3" y="17"/>
                    <a:pt x="2" y="16"/>
                  </a:cubicBezTo>
                  <a:cubicBezTo>
                    <a:pt x="2" y="16"/>
                    <a:pt x="2" y="15"/>
                    <a:pt x="2" y="14"/>
                  </a:cubicBezTo>
                  <a:cubicBezTo>
                    <a:pt x="1" y="13"/>
                    <a:pt x="2" y="11"/>
                    <a:pt x="1" y="10"/>
                  </a:cubicBezTo>
                  <a:cubicBezTo>
                    <a:pt x="1" y="9"/>
                    <a:pt x="1" y="7"/>
                    <a:pt x="0" y="6"/>
                  </a:cubicBezTo>
                  <a:cubicBezTo>
                    <a:pt x="0" y="5"/>
                    <a:pt x="1" y="4"/>
                    <a:pt x="1" y="3"/>
                  </a:cubicBezTo>
                  <a:cubicBezTo>
                    <a:pt x="1" y="2"/>
                    <a:pt x="1" y="1"/>
                    <a:pt x="2" y="1"/>
                  </a:cubicBezTo>
                  <a:cubicBezTo>
                    <a:pt x="2" y="0"/>
                    <a:pt x="4" y="0"/>
                    <a:pt x="4" y="1"/>
                  </a:cubicBezTo>
                  <a:cubicBezTo>
                    <a:pt x="5" y="1"/>
                    <a:pt x="5" y="2"/>
                    <a:pt x="5" y="3"/>
                  </a:cubicBezTo>
                  <a:cubicBezTo>
                    <a:pt x="6" y="3"/>
                    <a:pt x="6" y="4"/>
                    <a:pt x="6" y="4"/>
                  </a:cubicBezTo>
                  <a:cubicBezTo>
                    <a:pt x="7" y="5"/>
                    <a:pt x="6" y="7"/>
                    <a:pt x="6" y="7"/>
                  </a:cubicBezTo>
                  <a:cubicBezTo>
                    <a:pt x="6" y="8"/>
                    <a:pt x="6" y="10"/>
                    <a:pt x="6" y="11"/>
                  </a:cubicBezTo>
                  <a:cubicBezTo>
                    <a:pt x="6" y="12"/>
                    <a:pt x="6" y="13"/>
                    <a:pt x="6" y="14"/>
                  </a:cubicBezTo>
                  <a:cubicBezTo>
                    <a:pt x="6" y="14"/>
                    <a:pt x="6" y="15"/>
                    <a:pt x="6" y="16"/>
                  </a:cubicBezTo>
                  <a:cubicBezTo>
                    <a:pt x="5" y="16"/>
                    <a:pt x="5" y="17"/>
                    <a:pt x="5"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6"/>
            <p:cNvSpPr>
              <a:spLocks/>
            </p:cNvSpPr>
            <p:nvPr/>
          </p:nvSpPr>
          <p:spPr bwMode="auto">
            <a:xfrm>
              <a:off x="4598988" y="3465513"/>
              <a:ext cx="201612" cy="231775"/>
            </a:xfrm>
            <a:custGeom>
              <a:avLst/>
              <a:gdLst/>
              <a:ahLst/>
              <a:cxnLst>
                <a:cxn ang="0">
                  <a:pos x="113" y="72"/>
                </a:cxn>
                <a:cxn ang="0">
                  <a:pos x="104" y="70"/>
                </a:cxn>
                <a:cxn ang="0">
                  <a:pos x="97" y="76"/>
                </a:cxn>
                <a:cxn ang="0">
                  <a:pos x="87" y="86"/>
                </a:cxn>
                <a:cxn ang="0">
                  <a:pos x="80" y="96"/>
                </a:cxn>
                <a:cxn ang="0">
                  <a:pos x="71" y="103"/>
                </a:cxn>
                <a:cxn ang="0">
                  <a:pos x="62" y="113"/>
                </a:cxn>
                <a:cxn ang="0">
                  <a:pos x="58" y="120"/>
                </a:cxn>
                <a:cxn ang="0">
                  <a:pos x="46" y="122"/>
                </a:cxn>
                <a:cxn ang="0">
                  <a:pos x="39" y="122"/>
                </a:cxn>
                <a:cxn ang="0">
                  <a:pos x="36" y="135"/>
                </a:cxn>
                <a:cxn ang="0">
                  <a:pos x="23" y="134"/>
                </a:cxn>
                <a:cxn ang="0">
                  <a:pos x="12" y="122"/>
                </a:cxn>
                <a:cxn ang="0">
                  <a:pos x="14" y="112"/>
                </a:cxn>
                <a:cxn ang="0">
                  <a:pos x="16" y="98"/>
                </a:cxn>
                <a:cxn ang="0">
                  <a:pos x="11" y="87"/>
                </a:cxn>
                <a:cxn ang="0">
                  <a:pos x="7" y="83"/>
                </a:cxn>
                <a:cxn ang="0">
                  <a:pos x="1" y="84"/>
                </a:cxn>
                <a:cxn ang="0">
                  <a:pos x="3" y="79"/>
                </a:cxn>
                <a:cxn ang="0">
                  <a:pos x="15" y="75"/>
                </a:cxn>
                <a:cxn ang="0">
                  <a:pos x="31" y="69"/>
                </a:cxn>
                <a:cxn ang="0">
                  <a:pos x="40" y="60"/>
                </a:cxn>
                <a:cxn ang="0">
                  <a:pos x="51" y="51"/>
                </a:cxn>
                <a:cxn ang="0">
                  <a:pos x="58" y="41"/>
                </a:cxn>
                <a:cxn ang="0">
                  <a:pos x="62" y="22"/>
                </a:cxn>
                <a:cxn ang="0">
                  <a:pos x="65" y="7"/>
                </a:cxn>
                <a:cxn ang="0">
                  <a:pos x="71" y="2"/>
                </a:cxn>
                <a:cxn ang="0">
                  <a:pos x="74" y="9"/>
                </a:cxn>
                <a:cxn ang="0">
                  <a:pos x="79" y="4"/>
                </a:cxn>
                <a:cxn ang="0">
                  <a:pos x="86" y="11"/>
                </a:cxn>
                <a:cxn ang="0">
                  <a:pos x="87" y="23"/>
                </a:cxn>
                <a:cxn ang="0">
                  <a:pos x="90" y="19"/>
                </a:cxn>
                <a:cxn ang="0">
                  <a:pos x="92" y="8"/>
                </a:cxn>
                <a:cxn ang="0">
                  <a:pos x="96" y="19"/>
                </a:cxn>
                <a:cxn ang="0">
                  <a:pos x="100" y="32"/>
                </a:cxn>
                <a:cxn ang="0">
                  <a:pos x="108" y="39"/>
                </a:cxn>
                <a:cxn ang="0">
                  <a:pos x="116" y="45"/>
                </a:cxn>
                <a:cxn ang="0">
                  <a:pos x="109" y="49"/>
                </a:cxn>
                <a:cxn ang="0">
                  <a:pos x="104" y="45"/>
                </a:cxn>
                <a:cxn ang="0">
                  <a:pos x="102" y="54"/>
                </a:cxn>
                <a:cxn ang="0">
                  <a:pos x="95" y="60"/>
                </a:cxn>
                <a:cxn ang="0">
                  <a:pos x="103" y="60"/>
                </a:cxn>
                <a:cxn ang="0">
                  <a:pos x="113" y="60"/>
                </a:cxn>
              </a:cxnLst>
              <a:rect l="0" t="0" r="r" b="b"/>
              <a:pathLst>
                <a:path w="117" h="136">
                  <a:moveTo>
                    <a:pt x="117" y="65"/>
                  </a:moveTo>
                  <a:cubicBezTo>
                    <a:pt x="117" y="66"/>
                    <a:pt x="117" y="68"/>
                    <a:pt x="117" y="69"/>
                  </a:cubicBezTo>
                  <a:cubicBezTo>
                    <a:pt x="116" y="70"/>
                    <a:pt x="114" y="72"/>
                    <a:pt x="113" y="72"/>
                  </a:cubicBezTo>
                  <a:cubicBezTo>
                    <a:pt x="112" y="73"/>
                    <a:pt x="110" y="72"/>
                    <a:pt x="109" y="72"/>
                  </a:cubicBezTo>
                  <a:cubicBezTo>
                    <a:pt x="108" y="72"/>
                    <a:pt x="107" y="71"/>
                    <a:pt x="106" y="71"/>
                  </a:cubicBezTo>
                  <a:cubicBezTo>
                    <a:pt x="106" y="71"/>
                    <a:pt x="105" y="70"/>
                    <a:pt x="104" y="70"/>
                  </a:cubicBezTo>
                  <a:cubicBezTo>
                    <a:pt x="104" y="70"/>
                    <a:pt x="103" y="71"/>
                    <a:pt x="103" y="72"/>
                  </a:cubicBezTo>
                  <a:cubicBezTo>
                    <a:pt x="102" y="72"/>
                    <a:pt x="100" y="72"/>
                    <a:pt x="99" y="72"/>
                  </a:cubicBezTo>
                  <a:cubicBezTo>
                    <a:pt x="99" y="73"/>
                    <a:pt x="98" y="75"/>
                    <a:pt x="97" y="76"/>
                  </a:cubicBezTo>
                  <a:cubicBezTo>
                    <a:pt x="96" y="76"/>
                    <a:pt x="94" y="77"/>
                    <a:pt x="93" y="77"/>
                  </a:cubicBezTo>
                  <a:cubicBezTo>
                    <a:pt x="92" y="78"/>
                    <a:pt x="90" y="80"/>
                    <a:pt x="90" y="81"/>
                  </a:cubicBezTo>
                  <a:cubicBezTo>
                    <a:pt x="89" y="82"/>
                    <a:pt x="88" y="85"/>
                    <a:pt x="87" y="86"/>
                  </a:cubicBezTo>
                  <a:cubicBezTo>
                    <a:pt x="87" y="87"/>
                    <a:pt x="87" y="90"/>
                    <a:pt x="87" y="91"/>
                  </a:cubicBezTo>
                  <a:cubicBezTo>
                    <a:pt x="86" y="92"/>
                    <a:pt x="84" y="93"/>
                    <a:pt x="83" y="94"/>
                  </a:cubicBezTo>
                  <a:cubicBezTo>
                    <a:pt x="83" y="94"/>
                    <a:pt x="80" y="95"/>
                    <a:pt x="80" y="96"/>
                  </a:cubicBezTo>
                  <a:cubicBezTo>
                    <a:pt x="79" y="96"/>
                    <a:pt x="78" y="98"/>
                    <a:pt x="78" y="99"/>
                  </a:cubicBezTo>
                  <a:cubicBezTo>
                    <a:pt x="77" y="99"/>
                    <a:pt x="76" y="100"/>
                    <a:pt x="75" y="100"/>
                  </a:cubicBezTo>
                  <a:cubicBezTo>
                    <a:pt x="74" y="101"/>
                    <a:pt x="72" y="102"/>
                    <a:pt x="71" y="103"/>
                  </a:cubicBezTo>
                  <a:cubicBezTo>
                    <a:pt x="70" y="104"/>
                    <a:pt x="69" y="106"/>
                    <a:pt x="69" y="107"/>
                  </a:cubicBezTo>
                  <a:cubicBezTo>
                    <a:pt x="68" y="108"/>
                    <a:pt x="66" y="109"/>
                    <a:pt x="66" y="109"/>
                  </a:cubicBezTo>
                  <a:cubicBezTo>
                    <a:pt x="65" y="110"/>
                    <a:pt x="63" y="113"/>
                    <a:pt x="62" y="113"/>
                  </a:cubicBezTo>
                  <a:cubicBezTo>
                    <a:pt x="61" y="114"/>
                    <a:pt x="59" y="113"/>
                    <a:pt x="58" y="114"/>
                  </a:cubicBezTo>
                  <a:cubicBezTo>
                    <a:pt x="57" y="114"/>
                    <a:pt x="56" y="116"/>
                    <a:pt x="56" y="117"/>
                  </a:cubicBezTo>
                  <a:cubicBezTo>
                    <a:pt x="56" y="118"/>
                    <a:pt x="58" y="119"/>
                    <a:pt x="58" y="120"/>
                  </a:cubicBezTo>
                  <a:cubicBezTo>
                    <a:pt x="57" y="121"/>
                    <a:pt x="56" y="123"/>
                    <a:pt x="55" y="123"/>
                  </a:cubicBezTo>
                  <a:cubicBezTo>
                    <a:pt x="54" y="124"/>
                    <a:pt x="51" y="123"/>
                    <a:pt x="50" y="123"/>
                  </a:cubicBezTo>
                  <a:cubicBezTo>
                    <a:pt x="49" y="123"/>
                    <a:pt x="47" y="123"/>
                    <a:pt x="46" y="122"/>
                  </a:cubicBezTo>
                  <a:cubicBezTo>
                    <a:pt x="45" y="122"/>
                    <a:pt x="45" y="119"/>
                    <a:pt x="45" y="119"/>
                  </a:cubicBezTo>
                  <a:cubicBezTo>
                    <a:pt x="44" y="118"/>
                    <a:pt x="42" y="118"/>
                    <a:pt x="41" y="119"/>
                  </a:cubicBezTo>
                  <a:cubicBezTo>
                    <a:pt x="41" y="119"/>
                    <a:pt x="39" y="121"/>
                    <a:pt x="39" y="122"/>
                  </a:cubicBezTo>
                  <a:cubicBezTo>
                    <a:pt x="38" y="123"/>
                    <a:pt x="38" y="125"/>
                    <a:pt x="38" y="127"/>
                  </a:cubicBezTo>
                  <a:cubicBezTo>
                    <a:pt x="38" y="128"/>
                    <a:pt x="39" y="130"/>
                    <a:pt x="39" y="131"/>
                  </a:cubicBezTo>
                  <a:cubicBezTo>
                    <a:pt x="38" y="132"/>
                    <a:pt x="37" y="134"/>
                    <a:pt x="36" y="135"/>
                  </a:cubicBezTo>
                  <a:cubicBezTo>
                    <a:pt x="35" y="135"/>
                    <a:pt x="34" y="136"/>
                    <a:pt x="33" y="136"/>
                  </a:cubicBezTo>
                  <a:cubicBezTo>
                    <a:pt x="31" y="136"/>
                    <a:pt x="29" y="134"/>
                    <a:pt x="28" y="134"/>
                  </a:cubicBezTo>
                  <a:cubicBezTo>
                    <a:pt x="27" y="134"/>
                    <a:pt x="24" y="135"/>
                    <a:pt x="23" y="134"/>
                  </a:cubicBezTo>
                  <a:cubicBezTo>
                    <a:pt x="21" y="134"/>
                    <a:pt x="19" y="133"/>
                    <a:pt x="18" y="132"/>
                  </a:cubicBezTo>
                  <a:cubicBezTo>
                    <a:pt x="16" y="131"/>
                    <a:pt x="14" y="128"/>
                    <a:pt x="13" y="127"/>
                  </a:cubicBezTo>
                  <a:cubicBezTo>
                    <a:pt x="12" y="125"/>
                    <a:pt x="12" y="123"/>
                    <a:pt x="12" y="122"/>
                  </a:cubicBezTo>
                  <a:cubicBezTo>
                    <a:pt x="11" y="121"/>
                    <a:pt x="11" y="119"/>
                    <a:pt x="11" y="118"/>
                  </a:cubicBezTo>
                  <a:cubicBezTo>
                    <a:pt x="11" y="117"/>
                    <a:pt x="12" y="115"/>
                    <a:pt x="13" y="115"/>
                  </a:cubicBezTo>
                  <a:cubicBezTo>
                    <a:pt x="13" y="114"/>
                    <a:pt x="13" y="112"/>
                    <a:pt x="14" y="112"/>
                  </a:cubicBezTo>
                  <a:cubicBezTo>
                    <a:pt x="14" y="110"/>
                    <a:pt x="15" y="108"/>
                    <a:pt x="16" y="107"/>
                  </a:cubicBezTo>
                  <a:cubicBezTo>
                    <a:pt x="16" y="106"/>
                    <a:pt x="17" y="104"/>
                    <a:pt x="17" y="103"/>
                  </a:cubicBezTo>
                  <a:cubicBezTo>
                    <a:pt x="17" y="102"/>
                    <a:pt x="17" y="99"/>
                    <a:pt x="16" y="98"/>
                  </a:cubicBezTo>
                  <a:cubicBezTo>
                    <a:pt x="16" y="97"/>
                    <a:pt x="14" y="95"/>
                    <a:pt x="13" y="94"/>
                  </a:cubicBezTo>
                  <a:cubicBezTo>
                    <a:pt x="13" y="94"/>
                    <a:pt x="12" y="93"/>
                    <a:pt x="11" y="92"/>
                  </a:cubicBezTo>
                  <a:cubicBezTo>
                    <a:pt x="11" y="91"/>
                    <a:pt x="12" y="88"/>
                    <a:pt x="11" y="87"/>
                  </a:cubicBezTo>
                  <a:cubicBezTo>
                    <a:pt x="11" y="86"/>
                    <a:pt x="11" y="84"/>
                    <a:pt x="11" y="84"/>
                  </a:cubicBezTo>
                  <a:cubicBezTo>
                    <a:pt x="10" y="83"/>
                    <a:pt x="10" y="81"/>
                    <a:pt x="9" y="81"/>
                  </a:cubicBezTo>
                  <a:cubicBezTo>
                    <a:pt x="8" y="81"/>
                    <a:pt x="7" y="82"/>
                    <a:pt x="7" y="83"/>
                  </a:cubicBezTo>
                  <a:cubicBezTo>
                    <a:pt x="6" y="84"/>
                    <a:pt x="7" y="86"/>
                    <a:pt x="6" y="86"/>
                  </a:cubicBezTo>
                  <a:cubicBezTo>
                    <a:pt x="6" y="87"/>
                    <a:pt x="3" y="87"/>
                    <a:pt x="2" y="87"/>
                  </a:cubicBezTo>
                  <a:cubicBezTo>
                    <a:pt x="1" y="86"/>
                    <a:pt x="1" y="85"/>
                    <a:pt x="1" y="84"/>
                  </a:cubicBezTo>
                  <a:cubicBezTo>
                    <a:pt x="0" y="84"/>
                    <a:pt x="0" y="82"/>
                    <a:pt x="0" y="82"/>
                  </a:cubicBezTo>
                  <a:cubicBezTo>
                    <a:pt x="0" y="81"/>
                    <a:pt x="1" y="81"/>
                    <a:pt x="2" y="80"/>
                  </a:cubicBezTo>
                  <a:cubicBezTo>
                    <a:pt x="2" y="80"/>
                    <a:pt x="2" y="79"/>
                    <a:pt x="3" y="79"/>
                  </a:cubicBezTo>
                  <a:cubicBezTo>
                    <a:pt x="4" y="79"/>
                    <a:pt x="5" y="79"/>
                    <a:pt x="5" y="79"/>
                  </a:cubicBezTo>
                  <a:cubicBezTo>
                    <a:pt x="6" y="78"/>
                    <a:pt x="9" y="78"/>
                    <a:pt x="10" y="78"/>
                  </a:cubicBezTo>
                  <a:cubicBezTo>
                    <a:pt x="11" y="77"/>
                    <a:pt x="14" y="76"/>
                    <a:pt x="15" y="75"/>
                  </a:cubicBezTo>
                  <a:cubicBezTo>
                    <a:pt x="16" y="75"/>
                    <a:pt x="19" y="73"/>
                    <a:pt x="21" y="73"/>
                  </a:cubicBezTo>
                  <a:cubicBezTo>
                    <a:pt x="22" y="72"/>
                    <a:pt x="25" y="73"/>
                    <a:pt x="27" y="72"/>
                  </a:cubicBezTo>
                  <a:cubicBezTo>
                    <a:pt x="28" y="72"/>
                    <a:pt x="30" y="70"/>
                    <a:pt x="31" y="69"/>
                  </a:cubicBezTo>
                  <a:cubicBezTo>
                    <a:pt x="32" y="69"/>
                    <a:pt x="34" y="68"/>
                    <a:pt x="35" y="68"/>
                  </a:cubicBezTo>
                  <a:cubicBezTo>
                    <a:pt x="36" y="67"/>
                    <a:pt x="37" y="65"/>
                    <a:pt x="38" y="64"/>
                  </a:cubicBezTo>
                  <a:cubicBezTo>
                    <a:pt x="38" y="63"/>
                    <a:pt x="39" y="61"/>
                    <a:pt x="40" y="60"/>
                  </a:cubicBezTo>
                  <a:cubicBezTo>
                    <a:pt x="40" y="59"/>
                    <a:pt x="42" y="58"/>
                    <a:pt x="43" y="57"/>
                  </a:cubicBezTo>
                  <a:cubicBezTo>
                    <a:pt x="44" y="57"/>
                    <a:pt x="45" y="54"/>
                    <a:pt x="46" y="53"/>
                  </a:cubicBezTo>
                  <a:cubicBezTo>
                    <a:pt x="47" y="53"/>
                    <a:pt x="50" y="52"/>
                    <a:pt x="51" y="51"/>
                  </a:cubicBezTo>
                  <a:cubicBezTo>
                    <a:pt x="52" y="51"/>
                    <a:pt x="55" y="50"/>
                    <a:pt x="56" y="48"/>
                  </a:cubicBezTo>
                  <a:cubicBezTo>
                    <a:pt x="56" y="48"/>
                    <a:pt x="57" y="46"/>
                    <a:pt x="57" y="45"/>
                  </a:cubicBezTo>
                  <a:cubicBezTo>
                    <a:pt x="57" y="44"/>
                    <a:pt x="58" y="42"/>
                    <a:pt x="58" y="41"/>
                  </a:cubicBezTo>
                  <a:cubicBezTo>
                    <a:pt x="59" y="39"/>
                    <a:pt x="58" y="36"/>
                    <a:pt x="58" y="34"/>
                  </a:cubicBezTo>
                  <a:cubicBezTo>
                    <a:pt x="59" y="32"/>
                    <a:pt x="60" y="28"/>
                    <a:pt x="61" y="26"/>
                  </a:cubicBezTo>
                  <a:cubicBezTo>
                    <a:pt x="61" y="25"/>
                    <a:pt x="62" y="23"/>
                    <a:pt x="62" y="22"/>
                  </a:cubicBezTo>
                  <a:cubicBezTo>
                    <a:pt x="62" y="21"/>
                    <a:pt x="61" y="19"/>
                    <a:pt x="61" y="18"/>
                  </a:cubicBezTo>
                  <a:cubicBezTo>
                    <a:pt x="61" y="16"/>
                    <a:pt x="61" y="12"/>
                    <a:pt x="62" y="10"/>
                  </a:cubicBezTo>
                  <a:cubicBezTo>
                    <a:pt x="62" y="9"/>
                    <a:pt x="64" y="8"/>
                    <a:pt x="65" y="7"/>
                  </a:cubicBezTo>
                  <a:cubicBezTo>
                    <a:pt x="66" y="6"/>
                    <a:pt x="67" y="3"/>
                    <a:pt x="68" y="2"/>
                  </a:cubicBezTo>
                  <a:cubicBezTo>
                    <a:pt x="68" y="1"/>
                    <a:pt x="69" y="0"/>
                    <a:pt x="70" y="0"/>
                  </a:cubicBezTo>
                  <a:cubicBezTo>
                    <a:pt x="70" y="0"/>
                    <a:pt x="71" y="1"/>
                    <a:pt x="71" y="2"/>
                  </a:cubicBezTo>
                  <a:cubicBezTo>
                    <a:pt x="72" y="2"/>
                    <a:pt x="71" y="4"/>
                    <a:pt x="71" y="5"/>
                  </a:cubicBezTo>
                  <a:cubicBezTo>
                    <a:pt x="72" y="6"/>
                    <a:pt x="72" y="7"/>
                    <a:pt x="72" y="8"/>
                  </a:cubicBezTo>
                  <a:cubicBezTo>
                    <a:pt x="73" y="8"/>
                    <a:pt x="74" y="9"/>
                    <a:pt x="74" y="9"/>
                  </a:cubicBezTo>
                  <a:cubicBezTo>
                    <a:pt x="75" y="8"/>
                    <a:pt x="75" y="7"/>
                    <a:pt x="76" y="7"/>
                  </a:cubicBezTo>
                  <a:cubicBezTo>
                    <a:pt x="76" y="6"/>
                    <a:pt x="76" y="4"/>
                    <a:pt x="77" y="4"/>
                  </a:cubicBezTo>
                  <a:cubicBezTo>
                    <a:pt x="77" y="4"/>
                    <a:pt x="78" y="4"/>
                    <a:pt x="79" y="4"/>
                  </a:cubicBezTo>
                  <a:cubicBezTo>
                    <a:pt x="79" y="4"/>
                    <a:pt x="81" y="4"/>
                    <a:pt x="82" y="4"/>
                  </a:cubicBezTo>
                  <a:cubicBezTo>
                    <a:pt x="82" y="4"/>
                    <a:pt x="84" y="6"/>
                    <a:pt x="84" y="7"/>
                  </a:cubicBezTo>
                  <a:cubicBezTo>
                    <a:pt x="85" y="8"/>
                    <a:pt x="86" y="10"/>
                    <a:pt x="86" y="11"/>
                  </a:cubicBezTo>
                  <a:cubicBezTo>
                    <a:pt x="86" y="12"/>
                    <a:pt x="85" y="14"/>
                    <a:pt x="85" y="15"/>
                  </a:cubicBezTo>
                  <a:cubicBezTo>
                    <a:pt x="85" y="16"/>
                    <a:pt x="85" y="18"/>
                    <a:pt x="86" y="20"/>
                  </a:cubicBezTo>
                  <a:cubicBezTo>
                    <a:pt x="86" y="21"/>
                    <a:pt x="87" y="23"/>
                    <a:pt x="87" y="23"/>
                  </a:cubicBezTo>
                  <a:cubicBezTo>
                    <a:pt x="88" y="24"/>
                    <a:pt x="90" y="25"/>
                    <a:pt x="90" y="24"/>
                  </a:cubicBezTo>
                  <a:cubicBezTo>
                    <a:pt x="91" y="24"/>
                    <a:pt x="92" y="22"/>
                    <a:pt x="92" y="21"/>
                  </a:cubicBezTo>
                  <a:cubicBezTo>
                    <a:pt x="91" y="20"/>
                    <a:pt x="90" y="19"/>
                    <a:pt x="90" y="19"/>
                  </a:cubicBezTo>
                  <a:cubicBezTo>
                    <a:pt x="89" y="18"/>
                    <a:pt x="89" y="15"/>
                    <a:pt x="89" y="14"/>
                  </a:cubicBezTo>
                  <a:cubicBezTo>
                    <a:pt x="90" y="13"/>
                    <a:pt x="91" y="11"/>
                    <a:pt x="92" y="10"/>
                  </a:cubicBezTo>
                  <a:cubicBezTo>
                    <a:pt x="92" y="9"/>
                    <a:pt x="92" y="8"/>
                    <a:pt x="92" y="8"/>
                  </a:cubicBezTo>
                  <a:cubicBezTo>
                    <a:pt x="93" y="7"/>
                    <a:pt x="94" y="8"/>
                    <a:pt x="94" y="8"/>
                  </a:cubicBezTo>
                  <a:cubicBezTo>
                    <a:pt x="95" y="9"/>
                    <a:pt x="96" y="11"/>
                    <a:pt x="96" y="12"/>
                  </a:cubicBezTo>
                  <a:cubicBezTo>
                    <a:pt x="96" y="14"/>
                    <a:pt x="96" y="17"/>
                    <a:pt x="96" y="19"/>
                  </a:cubicBezTo>
                  <a:cubicBezTo>
                    <a:pt x="97" y="21"/>
                    <a:pt x="98" y="23"/>
                    <a:pt x="99" y="24"/>
                  </a:cubicBezTo>
                  <a:cubicBezTo>
                    <a:pt x="99" y="25"/>
                    <a:pt x="98" y="28"/>
                    <a:pt x="98" y="29"/>
                  </a:cubicBezTo>
                  <a:cubicBezTo>
                    <a:pt x="98" y="30"/>
                    <a:pt x="100" y="31"/>
                    <a:pt x="100" y="32"/>
                  </a:cubicBezTo>
                  <a:cubicBezTo>
                    <a:pt x="101" y="33"/>
                    <a:pt x="103" y="34"/>
                    <a:pt x="104" y="35"/>
                  </a:cubicBezTo>
                  <a:cubicBezTo>
                    <a:pt x="104" y="35"/>
                    <a:pt x="104" y="37"/>
                    <a:pt x="105" y="37"/>
                  </a:cubicBezTo>
                  <a:cubicBezTo>
                    <a:pt x="106" y="38"/>
                    <a:pt x="107" y="39"/>
                    <a:pt x="108" y="39"/>
                  </a:cubicBezTo>
                  <a:cubicBezTo>
                    <a:pt x="109" y="39"/>
                    <a:pt x="111" y="39"/>
                    <a:pt x="112" y="39"/>
                  </a:cubicBezTo>
                  <a:cubicBezTo>
                    <a:pt x="113" y="39"/>
                    <a:pt x="115" y="40"/>
                    <a:pt x="116" y="41"/>
                  </a:cubicBezTo>
                  <a:cubicBezTo>
                    <a:pt x="116" y="41"/>
                    <a:pt x="116" y="44"/>
                    <a:pt x="116" y="45"/>
                  </a:cubicBezTo>
                  <a:cubicBezTo>
                    <a:pt x="116" y="46"/>
                    <a:pt x="116" y="48"/>
                    <a:pt x="115" y="49"/>
                  </a:cubicBezTo>
                  <a:cubicBezTo>
                    <a:pt x="115" y="50"/>
                    <a:pt x="114" y="52"/>
                    <a:pt x="113" y="52"/>
                  </a:cubicBezTo>
                  <a:cubicBezTo>
                    <a:pt x="112" y="52"/>
                    <a:pt x="110" y="50"/>
                    <a:pt x="109" y="49"/>
                  </a:cubicBezTo>
                  <a:cubicBezTo>
                    <a:pt x="109" y="48"/>
                    <a:pt x="109" y="46"/>
                    <a:pt x="108" y="45"/>
                  </a:cubicBezTo>
                  <a:cubicBezTo>
                    <a:pt x="108" y="44"/>
                    <a:pt x="107" y="43"/>
                    <a:pt x="106" y="43"/>
                  </a:cubicBezTo>
                  <a:cubicBezTo>
                    <a:pt x="105" y="43"/>
                    <a:pt x="104" y="44"/>
                    <a:pt x="104" y="45"/>
                  </a:cubicBezTo>
                  <a:cubicBezTo>
                    <a:pt x="103" y="46"/>
                    <a:pt x="103" y="47"/>
                    <a:pt x="103" y="48"/>
                  </a:cubicBezTo>
                  <a:cubicBezTo>
                    <a:pt x="103" y="49"/>
                    <a:pt x="105" y="51"/>
                    <a:pt x="104" y="52"/>
                  </a:cubicBezTo>
                  <a:cubicBezTo>
                    <a:pt x="104" y="53"/>
                    <a:pt x="103" y="53"/>
                    <a:pt x="102" y="54"/>
                  </a:cubicBezTo>
                  <a:cubicBezTo>
                    <a:pt x="102" y="54"/>
                    <a:pt x="101" y="56"/>
                    <a:pt x="100" y="56"/>
                  </a:cubicBezTo>
                  <a:cubicBezTo>
                    <a:pt x="100" y="57"/>
                    <a:pt x="98" y="58"/>
                    <a:pt x="97" y="58"/>
                  </a:cubicBezTo>
                  <a:cubicBezTo>
                    <a:pt x="97" y="59"/>
                    <a:pt x="96" y="60"/>
                    <a:pt x="95" y="60"/>
                  </a:cubicBezTo>
                  <a:cubicBezTo>
                    <a:pt x="95" y="61"/>
                    <a:pt x="95" y="63"/>
                    <a:pt x="95" y="63"/>
                  </a:cubicBezTo>
                  <a:cubicBezTo>
                    <a:pt x="96" y="64"/>
                    <a:pt x="100" y="63"/>
                    <a:pt x="101" y="62"/>
                  </a:cubicBezTo>
                  <a:cubicBezTo>
                    <a:pt x="102" y="62"/>
                    <a:pt x="102" y="60"/>
                    <a:pt x="103" y="60"/>
                  </a:cubicBezTo>
                  <a:cubicBezTo>
                    <a:pt x="104" y="60"/>
                    <a:pt x="107" y="60"/>
                    <a:pt x="108" y="60"/>
                  </a:cubicBezTo>
                  <a:cubicBezTo>
                    <a:pt x="108" y="59"/>
                    <a:pt x="109" y="59"/>
                    <a:pt x="110" y="58"/>
                  </a:cubicBezTo>
                  <a:cubicBezTo>
                    <a:pt x="111" y="58"/>
                    <a:pt x="113" y="59"/>
                    <a:pt x="113" y="60"/>
                  </a:cubicBezTo>
                  <a:cubicBezTo>
                    <a:pt x="114" y="60"/>
                    <a:pt x="113" y="62"/>
                    <a:pt x="114" y="63"/>
                  </a:cubicBezTo>
                  <a:cubicBezTo>
                    <a:pt x="114" y="64"/>
                    <a:pt x="116" y="64"/>
                    <a:pt x="117" y="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7"/>
            <p:cNvSpPr>
              <a:spLocks/>
            </p:cNvSpPr>
            <p:nvPr/>
          </p:nvSpPr>
          <p:spPr bwMode="auto">
            <a:xfrm>
              <a:off x="4546600" y="3673475"/>
              <a:ext cx="195262" cy="144463"/>
            </a:xfrm>
            <a:custGeom>
              <a:avLst/>
              <a:gdLst/>
              <a:ahLst/>
              <a:cxnLst>
                <a:cxn ang="0">
                  <a:pos x="113" y="15"/>
                </a:cxn>
                <a:cxn ang="0">
                  <a:pos x="108" y="18"/>
                </a:cxn>
                <a:cxn ang="0">
                  <a:pos x="96" y="19"/>
                </a:cxn>
                <a:cxn ang="0">
                  <a:pos x="88" y="19"/>
                </a:cxn>
                <a:cxn ang="0">
                  <a:pos x="87" y="30"/>
                </a:cxn>
                <a:cxn ang="0">
                  <a:pos x="90" y="36"/>
                </a:cxn>
                <a:cxn ang="0">
                  <a:pos x="97" y="43"/>
                </a:cxn>
                <a:cxn ang="0">
                  <a:pos x="90" y="48"/>
                </a:cxn>
                <a:cxn ang="0">
                  <a:pos x="81" y="52"/>
                </a:cxn>
                <a:cxn ang="0">
                  <a:pos x="71" y="57"/>
                </a:cxn>
                <a:cxn ang="0">
                  <a:pos x="65" y="63"/>
                </a:cxn>
                <a:cxn ang="0">
                  <a:pos x="63" y="71"/>
                </a:cxn>
                <a:cxn ang="0">
                  <a:pos x="60" y="81"/>
                </a:cxn>
                <a:cxn ang="0">
                  <a:pos x="52" y="84"/>
                </a:cxn>
                <a:cxn ang="0">
                  <a:pos x="47" y="84"/>
                </a:cxn>
                <a:cxn ang="0">
                  <a:pos x="43" y="79"/>
                </a:cxn>
                <a:cxn ang="0">
                  <a:pos x="45" y="72"/>
                </a:cxn>
                <a:cxn ang="0">
                  <a:pos x="46" y="64"/>
                </a:cxn>
                <a:cxn ang="0">
                  <a:pos x="44" y="54"/>
                </a:cxn>
                <a:cxn ang="0">
                  <a:pos x="38" y="51"/>
                </a:cxn>
                <a:cxn ang="0">
                  <a:pos x="35" y="47"/>
                </a:cxn>
                <a:cxn ang="0">
                  <a:pos x="31" y="55"/>
                </a:cxn>
                <a:cxn ang="0">
                  <a:pos x="29" y="63"/>
                </a:cxn>
                <a:cxn ang="0">
                  <a:pos x="31" y="71"/>
                </a:cxn>
                <a:cxn ang="0">
                  <a:pos x="28" y="72"/>
                </a:cxn>
                <a:cxn ang="0">
                  <a:pos x="21" y="69"/>
                </a:cxn>
                <a:cxn ang="0">
                  <a:pos x="13" y="67"/>
                </a:cxn>
                <a:cxn ang="0">
                  <a:pos x="7" y="65"/>
                </a:cxn>
                <a:cxn ang="0">
                  <a:pos x="8" y="51"/>
                </a:cxn>
                <a:cxn ang="0">
                  <a:pos x="5" y="41"/>
                </a:cxn>
                <a:cxn ang="0">
                  <a:pos x="1" y="36"/>
                </a:cxn>
                <a:cxn ang="0">
                  <a:pos x="0" y="30"/>
                </a:cxn>
                <a:cxn ang="0">
                  <a:pos x="4" y="29"/>
                </a:cxn>
                <a:cxn ang="0">
                  <a:pos x="11" y="28"/>
                </a:cxn>
                <a:cxn ang="0">
                  <a:pos x="9" y="23"/>
                </a:cxn>
                <a:cxn ang="0">
                  <a:pos x="15" y="20"/>
                </a:cxn>
                <a:cxn ang="0">
                  <a:pos x="21" y="24"/>
                </a:cxn>
                <a:cxn ang="0">
                  <a:pos x="27" y="29"/>
                </a:cxn>
                <a:cxn ang="0">
                  <a:pos x="31" y="25"/>
                </a:cxn>
                <a:cxn ang="0">
                  <a:pos x="36" y="24"/>
                </a:cxn>
                <a:cxn ang="0">
                  <a:pos x="41" y="29"/>
                </a:cxn>
                <a:cxn ang="0">
                  <a:pos x="51" y="26"/>
                </a:cxn>
                <a:cxn ang="0">
                  <a:pos x="56" y="20"/>
                </a:cxn>
                <a:cxn ang="0">
                  <a:pos x="65" y="18"/>
                </a:cxn>
                <a:cxn ang="0">
                  <a:pos x="73" y="17"/>
                </a:cxn>
                <a:cxn ang="0">
                  <a:pos x="80" y="16"/>
                </a:cxn>
                <a:cxn ang="0">
                  <a:pos x="87" y="10"/>
                </a:cxn>
                <a:cxn ang="0">
                  <a:pos x="94" y="6"/>
                </a:cxn>
                <a:cxn ang="0">
                  <a:pos x="98" y="10"/>
                </a:cxn>
                <a:cxn ang="0">
                  <a:pos x="102" y="7"/>
                </a:cxn>
                <a:cxn ang="0">
                  <a:pos x="103" y="0"/>
                </a:cxn>
                <a:cxn ang="0">
                  <a:pos x="108" y="6"/>
                </a:cxn>
              </a:cxnLst>
              <a:rect l="0" t="0" r="r" b="b"/>
              <a:pathLst>
                <a:path w="114" h="84">
                  <a:moveTo>
                    <a:pt x="113" y="10"/>
                  </a:moveTo>
                  <a:cubicBezTo>
                    <a:pt x="114" y="11"/>
                    <a:pt x="114" y="14"/>
                    <a:pt x="113" y="15"/>
                  </a:cubicBezTo>
                  <a:cubicBezTo>
                    <a:pt x="113" y="16"/>
                    <a:pt x="111" y="16"/>
                    <a:pt x="110" y="16"/>
                  </a:cubicBezTo>
                  <a:cubicBezTo>
                    <a:pt x="109" y="17"/>
                    <a:pt x="108" y="18"/>
                    <a:pt x="108" y="18"/>
                  </a:cubicBezTo>
                  <a:cubicBezTo>
                    <a:pt x="107" y="19"/>
                    <a:pt x="104" y="18"/>
                    <a:pt x="103" y="18"/>
                  </a:cubicBezTo>
                  <a:cubicBezTo>
                    <a:pt x="102" y="18"/>
                    <a:pt x="98" y="19"/>
                    <a:pt x="96" y="19"/>
                  </a:cubicBezTo>
                  <a:cubicBezTo>
                    <a:pt x="95" y="19"/>
                    <a:pt x="94" y="18"/>
                    <a:pt x="93" y="19"/>
                  </a:cubicBezTo>
                  <a:cubicBezTo>
                    <a:pt x="92" y="19"/>
                    <a:pt x="89" y="19"/>
                    <a:pt x="88" y="19"/>
                  </a:cubicBezTo>
                  <a:cubicBezTo>
                    <a:pt x="87" y="20"/>
                    <a:pt x="87" y="23"/>
                    <a:pt x="87" y="24"/>
                  </a:cubicBezTo>
                  <a:cubicBezTo>
                    <a:pt x="86" y="26"/>
                    <a:pt x="86" y="29"/>
                    <a:pt x="87" y="30"/>
                  </a:cubicBezTo>
                  <a:cubicBezTo>
                    <a:pt x="87" y="31"/>
                    <a:pt x="88" y="34"/>
                    <a:pt x="88" y="35"/>
                  </a:cubicBezTo>
                  <a:cubicBezTo>
                    <a:pt x="89" y="35"/>
                    <a:pt x="90" y="35"/>
                    <a:pt x="90" y="36"/>
                  </a:cubicBezTo>
                  <a:cubicBezTo>
                    <a:pt x="91" y="36"/>
                    <a:pt x="94" y="37"/>
                    <a:pt x="94" y="38"/>
                  </a:cubicBezTo>
                  <a:cubicBezTo>
                    <a:pt x="95" y="39"/>
                    <a:pt x="97" y="41"/>
                    <a:pt x="97" y="43"/>
                  </a:cubicBezTo>
                  <a:cubicBezTo>
                    <a:pt x="97" y="43"/>
                    <a:pt x="95" y="45"/>
                    <a:pt x="95" y="45"/>
                  </a:cubicBezTo>
                  <a:cubicBezTo>
                    <a:pt x="94" y="46"/>
                    <a:pt x="92" y="47"/>
                    <a:pt x="90" y="48"/>
                  </a:cubicBezTo>
                  <a:cubicBezTo>
                    <a:pt x="89" y="48"/>
                    <a:pt x="87" y="48"/>
                    <a:pt x="86" y="49"/>
                  </a:cubicBezTo>
                  <a:cubicBezTo>
                    <a:pt x="84" y="49"/>
                    <a:pt x="82" y="51"/>
                    <a:pt x="81" y="52"/>
                  </a:cubicBezTo>
                  <a:cubicBezTo>
                    <a:pt x="79" y="53"/>
                    <a:pt x="76" y="53"/>
                    <a:pt x="74" y="54"/>
                  </a:cubicBezTo>
                  <a:cubicBezTo>
                    <a:pt x="73" y="55"/>
                    <a:pt x="72" y="56"/>
                    <a:pt x="71" y="57"/>
                  </a:cubicBezTo>
                  <a:cubicBezTo>
                    <a:pt x="70" y="57"/>
                    <a:pt x="68" y="58"/>
                    <a:pt x="68" y="58"/>
                  </a:cubicBezTo>
                  <a:cubicBezTo>
                    <a:pt x="67" y="59"/>
                    <a:pt x="66" y="62"/>
                    <a:pt x="65" y="63"/>
                  </a:cubicBezTo>
                  <a:cubicBezTo>
                    <a:pt x="65" y="64"/>
                    <a:pt x="64" y="66"/>
                    <a:pt x="63" y="67"/>
                  </a:cubicBezTo>
                  <a:cubicBezTo>
                    <a:pt x="63" y="68"/>
                    <a:pt x="63" y="70"/>
                    <a:pt x="63" y="71"/>
                  </a:cubicBezTo>
                  <a:cubicBezTo>
                    <a:pt x="63" y="72"/>
                    <a:pt x="61" y="74"/>
                    <a:pt x="61" y="75"/>
                  </a:cubicBezTo>
                  <a:cubicBezTo>
                    <a:pt x="61" y="76"/>
                    <a:pt x="61" y="80"/>
                    <a:pt x="60" y="81"/>
                  </a:cubicBezTo>
                  <a:cubicBezTo>
                    <a:pt x="60" y="82"/>
                    <a:pt x="57" y="84"/>
                    <a:pt x="56" y="84"/>
                  </a:cubicBezTo>
                  <a:cubicBezTo>
                    <a:pt x="55" y="84"/>
                    <a:pt x="53" y="84"/>
                    <a:pt x="52" y="84"/>
                  </a:cubicBezTo>
                  <a:cubicBezTo>
                    <a:pt x="51" y="84"/>
                    <a:pt x="50" y="82"/>
                    <a:pt x="49" y="82"/>
                  </a:cubicBezTo>
                  <a:cubicBezTo>
                    <a:pt x="49" y="82"/>
                    <a:pt x="48" y="84"/>
                    <a:pt x="47" y="84"/>
                  </a:cubicBezTo>
                  <a:cubicBezTo>
                    <a:pt x="46" y="84"/>
                    <a:pt x="45" y="83"/>
                    <a:pt x="44" y="83"/>
                  </a:cubicBezTo>
                  <a:cubicBezTo>
                    <a:pt x="44" y="82"/>
                    <a:pt x="43" y="80"/>
                    <a:pt x="43" y="79"/>
                  </a:cubicBezTo>
                  <a:cubicBezTo>
                    <a:pt x="43" y="78"/>
                    <a:pt x="43" y="76"/>
                    <a:pt x="43" y="75"/>
                  </a:cubicBezTo>
                  <a:cubicBezTo>
                    <a:pt x="44" y="74"/>
                    <a:pt x="44" y="73"/>
                    <a:pt x="45" y="72"/>
                  </a:cubicBezTo>
                  <a:cubicBezTo>
                    <a:pt x="45" y="71"/>
                    <a:pt x="44" y="68"/>
                    <a:pt x="44" y="67"/>
                  </a:cubicBezTo>
                  <a:cubicBezTo>
                    <a:pt x="44" y="66"/>
                    <a:pt x="46" y="65"/>
                    <a:pt x="46" y="64"/>
                  </a:cubicBezTo>
                  <a:cubicBezTo>
                    <a:pt x="46" y="62"/>
                    <a:pt x="46" y="59"/>
                    <a:pt x="46" y="58"/>
                  </a:cubicBezTo>
                  <a:cubicBezTo>
                    <a:pt x="45" y="57"/>
                    <a:pt x="45" y="55"/>
                    <a:pt x="44" y="54"/>
                  </a:cubicBezTo>
                  <a:cubicBezTo>
                    <a:pt x="44" y="54"/>
                    <a:pt x="43" y="53"/>
                    <a:pt x="42" y="53"/>
                  </a:cubicBezTo>
                  <a:cubicBezTo>
                    <a:pt x="41" y="53"/>
                    <a:pt x="39" y="52"/>
                    <a:pt x="38" y="51"/>
                  </a:cubicBezTo>
                  <a:cubicBezTo>
                    <a:pt x="38" y="51"/>
                    <a:pt x="38" y="49"/>
                    <a:pt x="37" y="48"/>
                  </a:cubicBezTo>
                  <a:cubicBezTo>
                    <a:pt x="37" y="48"/>
                    <a:pt x="36" y="46"/>
                    <a:pt x="35" y="47"/>
                  </a:cubicBezTo>
                  <a:cubicBezTo>
                    <a:pt x="34" y="47"/>
                    <a:pt x="35" y="49"/>
                    <a:pt x="34" y="50"/>
                  </a:cubicBezTo>
                  <a:cubicBezTo>
                    <a:pt x="34" y="52"/>
                    <a:pt x="31" y="54"/>
                    <a:pt x="31" y="55"/>
                  </a:cubicBezTo>
                  <a:cubicBezTo>
                    <a:pt x="30" y="56"/>
                    <a:pt x="31" y="59"/>
                    <a:pt x="31" y="60"/>
                  </a:cubicBezTo>
                  <a:cubicBezTo>
                    <a:pt x="31" y="61"/>
                    <a:pt x="30" y="62"/>
                    <a:pt x="29" y="63"/>
                  </a:cubicBezTo>
                  <a:cubicBezTo>
                    <a:pt x="29" y="64"/>
                    <a:pt x="30" y="66"/>
                    <a:pt x="30" y="68"/>
                  </a:cubicBezTo>
                  <a:cubicBezTo>
                    <a:pt x="30" y="68"/>
                    <a:pt x="31" y="70"/>
                    <a:pt x="31" y="71"/>
                  </a:cubicBezTo>
                  <a:cubicBezTo>
                    <a:pt x="31" y="71"/>
                    <a:pt x="31" y="72"/>
                    <a:pt x="31" y="72"/>
                  </a:cubicBezTo>
                  <a:cubicBezTo>
                    <a:pt x="30" y="72"/>
                    <a:pt x="29" y="72"/>
                    <a:pt x="28" y="72"/>
                  </a:cubicBezTo>
                  <a:cubicBezTo>
                    <a:pt x="27" y="71"/>
                    <a:pt x="26" y="70"/>
                    <a:pt x="25" y="69"/>
                  </a:cubicBezTo>
                  <a:cubicBezTo>
                    <a:pt x="24" y="69"/>
                    <a:pt x="22" y="70"/>
                    <a:pt x="21" y="69"/>
                  </a:cubicBezTo>
                  <a:cubicBezTo>
                    <a:pt x="19" y="69"/>
                    <a:pt x="17" y="68"/>
                    <a:pt x="16" y="68"/>
                  </a:cubicBezTo>
                  <a:cubicBezTo>
                    <a:pt x="15" y="68"/>
                    <a:pt x="14" y="67"/>
                    <a:pt x="13" y="67"/>
                  </a:cubicBezTo>
                  <a:cubicBezTo>
                    <a:pt x="13" y="67"/>
                    <a:pt x="11" y="68"/>
                    <a:pt x="10" y="67"/>
                  </a:cubicBezTo>
                  <a:cubicBezTo>
                    <a:pt x="10" y="67"/>
                    <a:pt x="8" y="66"/>
                    <a:pt x="7" y="65"/>
                  </a:cubicBezTo>
                  <a:cubicBezTo>
                    <a:pt x="6" y="63"/>
                    <a:pt x="6" y="59"/>
                    <a:pt x="6" y="57"/>
                  </a:cubicBezTo>
                  <a:cubicBezTo>
                    <a:pt x="6" y="56"/>
                    <a:pt x="8" y="53"/>
                    <a:pt x="8" y="51"/>
                  </a:cubicBezTo>
                  <a:cubicBezTo>
                    <a:pt x="7" y="50"/>
                    <a:pt x="5" y="47"/>
                    <a:pt x="5" y="46"/>
                  </a:cubicBezTo>
                  <a:cubicBezTo>
                    <a:pt x="5" y="45"/>
                    <a:pt x="6" y="42"/>
                    <a:pt x="5" y="41"/>
                  </a:cubicBezTo>
                  <a:cubicBezTo>
                    <a:pt x="5" y="40"/>
                    <a:pt x="4" y="39"/>
                    <a:pt x="3" y="38"/>
                  </a:cubicBezTo>
                  <a:cubicBezTo>
                    <a:pt x="3" y="37"/>
                    <a:pt x="1" y="37"/>
                    <a:pt x="1" y="36"/>
                  </a:cubicBezTo>
                  <a:cubicBezTo>
                    <a:pt x="0" y="35"/>
                    <a:pt x="0" y="33"/>
                    <a:pt x="0" y="32"/>
                  </a:cubicBezTo>
                  <a:cubicBezTo>
                    <a:pt x="0" y="32"/>
                    <a:pt x="0" y="30"/>
                    <a:pt x="0" y="30"/>
                  </a:cubicBezTo>
                  <a:cubicBezTo>
                    <a:pt x="0" y="29"/>
                    <a:pt x="1" y="28"/>
                    <a:pt x="2" y="28"/>
                  </a:cubicBezTo>
                  <a:cubicBezTo>
                    <a:pt x="2" y="28"/>
                    <a:pt x="3" y="29"/>
                    <a:pt x="4" y="29"/>
                  </a:cubicBezTo>
                  <a:cubicBezTo>
                    <a:pt x="5" y="29"/>
                    <a:pt x="7" y="29"/>
                    <a:pt x="8" y="29"/>
                  </a:cubicBezTo>
                  <a:cubicBezTo>
                    <a:pt x="9" y="29"/>
                    <a:pt x="11" y="28"/>
                    <a:pt x="11" y="28"/>
                  </a:cubicBezTo>
                  <a:cubicBezTo>
                    <a:pt x="12" y="27"/>
                    <a:pt x="12" y="26"/>
                    <a:pt x="12" y="25"/>
                  </a:cubicBezTo>
                  <a:cubicBezTo>
                    <a:pt x="11" y="25"/>
                    <a:pt x="10" y="23"/>
                    <a:pt x="9" y="23"/>
                  </a:cubicBezTo>
                  <a:cubicBezTo>
                    <a:pt x="9" y="22"/>
                    <a:pt x="10" y="21"/>
                    <a:pt x="10" y="20"/>
                  </a:cubicBezTo>
                  <a:cubicBezTo>
                    <a:pt x="11" y="20"/>
                    <a:pt x="14" y="20"/>
                    <a:pt x="15" y="20"/>
                  </a:cubicBezTo>
                  <a:cubicBezTo>
                    <a:pt x="16" y="20"/>
                    <a:pt x="18" y="21"/>
                    <a:pt x="19" y="21"/>
                  </a:cubicBezTo>
                  <a:cubicBezTo>
                    <a:pt x="20" y="22"/>
                    <a:pt x="21" y="23"/>
                    <a:pt x="21" y="24"/>
                  </a:cubicBezTo>
                  <a:cubicBezTo>
                    <a:pt x="22" y="25"/>
                    <a:pt x="24" y="26"/>
                    <a:pt x="25" y="27"/>
                  </a:cubicBezTo>
                  <a:cubicBezTo>
                    <a:pt x="25" y="27"/>
                    <a:pt x="26" y="29"/>
                    <a:pt x="27" y="29"/>
                  </a:cubicBezTo>
                  <a:cubicBezTo>
                    <a:pt x="28" y="29"/>
                    <a:pt x="29" y="29"/>
                    <a:pt x="29" y="28"/>
                  </a:cubicBezTo>
                  <a:cubicBezTo>
                    <a:pt x="30" y="28"/>
                    <a:pt x="31" y="26"/>
                    <a:pt x="31" y="25"/>
                  </a:cubicBezTo>
                  <a:cubicBezTo>
                    <a:pt x="32" y="24"/>
                    <a:pt x="33" y="23"/>
                    <a:pt x="33" y="23"/>
                  </a:cubicBezTo>
                  <a:cubicBezTo>
                    <a:pt x="34" y="23"/>
                    <a:pt x="35" y="24"/>
                    <a:pt x="36" y="24"/>
                  </a:cubicBezTo>
                  <a:cubicBezTo>
                    <a:pt x="36" y="25"/>
                    <a:pt x="37" y="26"/>
                    <a:pt x="37" y="27"/>
                  </a:cubicBezTo>
                  <a:cubicBezTo>
                    <a:pt x="38" y="27"/>
                    <a:pt x="40" y="28"/>
                    <a:pt x="41" y="29"/>
                  </a:cubicBezTo>
                  <a:cubicBezTo>
                    <a:pt x="42" y="29"/>
                    <a:pt x="45" y="29"/>
                    <a:pt x="46" y="29"/>
                  </a:cubicBezTo>
                  <a:cubicBezTo>
                    <a:pt x="47" y="28"/>
                    <a:pt x="50" y="27"/>
                    <a:pt x="51" y="26"/>
                  </a:cubicBezTo>
                  <a:cubicBezTo>
                    <a:pt x="52" y="25"/>
                    <a:pt x="53" y="24"/>
                    <a:pt x="53" y="23"/>
                  </a:cubicBezTo>
                  <a:cubicBezTo>
                    <a:pt x="54" y="22"/>
                    <a:pt x="55" y="21"/>
                    <a:pt x="56" y="20"/>
                  </a:cubicBezTo>
                  <a:cubicBezTo>
                    <a:pt x="57" y="19"/>
                    <a:pt x="60" y="18"/>
                    <a:pt x="61" y="18"/>
                  </a:cubicBezTo>
                  <a:cubicBezTo>
                    <a:pt x="62" y="18"/>
                    <a:pt x="64" y="18"/>
                    <a:pt x="65" y="18"/>
                  </a:cubicBezTo>
                  <a:cubicBezTo>
                    <a:pt x="66" y="18"/>
                    <a:pt x="68" y="19"/>
                    <a:pt x="68" y="18"/>
                  </a:cubicBezTo>
                  <a:cubicBezTo>
                    <a:pt x="69" y="18"/>
                    <a:pt x="72" y="17"/>
                    <a:pt x="73" y="17"/>
                  </a:cubicBezTo>
                  <a:cubicBezTo>
                    <a:pt x="74" y="17"/>
                    <a:pt x="76" y="17"/>
                    <a:pt x="77" y="17"/>
                  </a:cubicBezTo>
                  <a:cubicBezTo>
                    <a:pt x="78" y="17"/>
                    <a:pt x="80" y="17"/>
                    <a:pt x="80" y="16"/>
                  </a:cubicBezTo>
                  <a:cubicBezTo>
                    <a:pt x="81" y="15"/>
                    <a:pt x="82" y="13"/>
                    <a:pt x="83" y="13"/>
                  </a:cubicBezTo>
                  <a:cubicBezTo>
                    <a:pt x="84" y="12"/>
                    <a:pt x="86" y="11"/>
                    <a:pt x="87" y="10"/>
                  </a:cubicBezTo>
                  <a:cubicBezTo>
                    <a:pt x="88" y="10"/>
                    <a:pt x="90" y="8"/>
                    <a:pt x="91" y="7"/>
                  </a:cubicBezTo>
                  <a:cubicBezTo>
                    <a:pt x="91" y="7"/>
                    <a:pt x="93" y="6"/>
                    <a:pt x="94" y="6"/>
                  </a:cubicBezTo>
                  <a:cubicBezTo>
                    <a:pt x="95" y="6"/>
                    <a:pt x="96" y="6"/>
                    <a:pt x="97" y="6"/>
                  </a:cubicBezTo>
                  <a:cubicBezTo>
                    <a:pt x="97" y="6"/>
                    <a:pt x="97" y="9"/>
                    <a:pt x="98" y="10"/>
                  </a:cubicBezTo>
                  <a:cubicBezTo>
                    <a:pt x="99" y="10"/>
                    <a:pt x="100" y="11"/>
                    <a:pt x="101" y="11"/>
                  </a:cubicBezTo>
                  <a:cubicBezTo>
                    <a:pt x="102" y="10"/>
                    <a:pt x="102" y="8"/>
                    <a:pt x="102" y="7"/>
                  </a:cubicBezTo>
                  <a:cubicBezTo>
                    <a:pt x="102" y="6"/>
                    <a:pt x="101" y="5"/>
                    <a:pt x="101" y="4"/>
                  </a:cubicBezTo>
                  <a:cubicBezTo>
                    <a:pt x="101" y="3"/>
                    <a:pt x="102" y="0"/>
                    <a:pt x="103" y="0"/>
                  </a:cubicBezTo>
                  <a:cubicBezTo>
                    <a:pt x="104" y="0"/>
                    <a:pt x="105" y="1"/>
                    <a:pt x="106" y="1"/>
                  </a:cubicBezTo>
                  <a:cubicBezTo>
                    <a:pt x="107" y="2"/>
                    <a:pt x="107" y="5"/>
                    <a:pt x="108" y="6"/>
                  </a:cubicBezTo>
                  <a:cubicBezTo>
                    <a:pt x="109" y="7"/>
                    <a:pt x="112" y="9"/>
                    <a:pt x="113"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8"/>
            <p:cNvSpPr>
              <a:spLocks/>
            </p:cNvSpPr>
            <p:nvPr/>
          </p:nvSpPr>
          <p:spPr bwMode="auto">
            <a:xfrm>
              <a:off x="4579938" y="3614738"/>
              <a:ext cx="38100" cy="52388"/>
            </a:xfrm>
            <a:custGeom>
              <a:avLst/>
              <a:gdLst/>
              <a:ahLst/>
              <a:cxnLst>
                <a:cxn ang="0">
                  <a:pos x="21" y="13"/>
                </a:cxn>
                <a:cxn ang="0">
                  <a:pos x="22" y="18"/>
                </a:cxn>
                <a:cxn ang="0">
                  <a:pos x="20" y="22"/>
                </a:cxn>
                <a:cxn ang="0">
                  <a:pos x="19" y="27"/>
                </a:cxn>
                <a:cxn ang="0">
                  <a:pos x="19" y="30"/>
                </a:cxn>
                <a:cxn ang="0">
                  <a:pos x="16" y="31"/>
                </a:cxn>
                <a:cxn ang="0">
                  <a:pos x="15" y="28"/>
                </a:cxn>
                <a:cxn ang="0">
                  <a:pos x="14" y="26"/>
                </a:cxn>
                <a:cxn ang="0">
                  <a:pos x="12" y="26"/>
                </a:cxn>
                <a:cxn ang="0">
                  <a:pos x="7" y="25"/>
                </a:cxn>
                <a:cxn ang="0">
                  <a:pos x="5" y="24"/>
                </a:cxn>
                <a:cxn ang="0">
                  <a:pos x="3" y="19"/>
                </a:cxn>
                <a:cxn ang="0">
                  <a:pos x="2" y="16"/>
                </a:cxn>
                <a:cxn ang="0">
                  <a:pos x="0" y="14"/>
                </a:cxn>
                <a:cxn ang="0">
                  <a:pos x="0" y="12"/>
                </a:cxn>
                <a:cxn ang="0">
                  <a:pos x="1" y="10"/>
                </a:cxn>
                <a:cxn ang="0">
                  <a:pos x="1" y="8"/>
                </a:cxn>
                <a:cxn ang="0">
                  <a:pos x="3" y="8"/>
                </a:cxn>
                <a:cxn ang="0">
                  <a:pos x="5" y="8"/>
                </a:cxn>
                <a:cxn ang="0">
                  <a:pos x="5" y="5"/>
                </a:cxn>
                <a:cxn ang="0">
                  <a:pos x="3" y="3"/>
                </a:cxn>
                <a:cxn ang="0">
                  <a:pos x="3" y="2"/>
                </a:cxn>
                <a:cxn ang="0">
                  <a:pos x="4" y="2"/>
                </a:cxn>
                <a:cxn ang="0">
                  <a:pos x="6" y="0"/>
                </a:cxn>
                <a:cxn ang="0">
                  <a:pos x="6" y="0"/>
                </a:cxn>
                <a:cxn ang="0">
                  <a:pos x="8" y="2"/>
                </a:cxn>
                <a:cxn ang="0">
                  <a:pos x="11" y="3"/>
                </a:cxn>
                <a:cxn ang="0">
                  <a:pos x="14" y="5"/>
                </a:cxn>
                <a:cxn ang="0">
                  <a:pos x="16" y="7"/>
                </a:cxn>
                <a:cxn ang="0">
                  <a:pos x="20" y="9"/>
                </a:cxn>
                <a:cxn ang="0">
                  <a:pos x="21" y="13"/>
                </a:cxn>
              </a:cxnLst>
              <a:rect l="0" t="0" r="r" b="b"/>
              <a:pathLst>
                <a:path w="23" h="31">
                  <a:moveTo>
                    <a:pt x="21" y="13"/>
                  </a:moveTo>
                  <a:cubicBezTo>
                    <a:pt x="22" y="14"/>
                    <a:pt x="23" y="17"/>
                    <a:pt x="22" y="18"/>
                  </a:cubicBezTo>
                  <a:cubicBezTo>
                    <a:pt x="22" y="19"/>
                    <a:pt x="21" y="21"/>
                    <a:pt x="20" y="22"/>
                  </a:cubicBezTo>
                  <a:cubicBezTo>
                    <a:pt x="20" y="24"/>
                    <a:pt x="20" y="26"/>
                    <a:pt x="19" y="27"/>
                  </a:cubicBezTo>
                  <a:cubicBezTo>
                    <a:pt x="19" y="28"/>
                    <a:pt x="19" y="29"/>
                    <a:pt x="19" y="30"/>
                  </a:cubicBezTo>
                  <a:cubicBezTo>
                    <a:pt x="18" y="31"/>
                    <a:pt x="17" y="31"/>
                    <a:pt x="16" y="31"/>
                  </a:cubicBezTo>
                  <a:cubicBezTo>
                    <a:pt x="15" y="31"/>
                    <a:pt x="15" y="29"/>
                    <a:pt x="15" y="28"/>
                  </a:cubicBezTo>
                  <a:cubicBezTo>
                    <a:pt x="14" y="28"/>
                    <a:pt x="14" y="26"/>
                    <a:pt x="14" y="26"/>
                  </a:cubicBezTo>
                  <a:cubicBezTo>
                    <a:pt x="13" y="25"/>
                    <a:pt x="12" y="26"/>
                    <a:pt x="12" y="26"/>
                  </a:cubicBezTo>
                  <a:cubicBezTo>
                    <a:pt x="10" y="25"/>
                    <a:pt x="8" y="25"/>
                    <a:pt x="7" y="25"/>
                  </a:cubicBezTo>
                  <a:cubicBezTo>
                    <a:pt x="7" y="25"/>
                    <a:pt x="6" y="25"/>
                    <a:pt x="5" y="24"/>
                  </a:cubicBezTo>
                  <a:cubicBezTo>
                    <a:pt x="4" y="23"/>
                    <a:pt x="4" y="20"/>
                    <a:pt x="3" y="19"/>
                  </a:cubicBezTo>
                  <a:cubicBezTo>
                    <a:pt x="3" y="18"/>
                    <a:pt x="2" y="16"/>
                    <a:pt x="2" y="16"/>
                  </a:cubicBezTo>
                  <a:cubicBezTo>
                    <a:pt x="1" y="15"/>
                    <a:pt x="0" y="15"/>
                    <a:pt x="0" y="14"/>
                  </a:cubicBezTo>
                  <a:cubicBezTo>
                    <a:pt x="0" y="14"/>
                    <a:pt x="0" y="13"/>
                    <a:pt x="0" y="12"/>
                  </a:cubicBezTo>
                  <a:cubicBezTo>
                    <a:pt x="0" y="12"/>
                    <a:pt x="1" y="11"/>
                    <a:pt x="1" y="10"/>
                  </a:cubicBezTo>
                  <a:cubicBezTo>
                    <a:pt x="1" y="10"/>
                    <a:pt x="1" y="9"/>
                    <a:pt x="1" y="8"/>
                  </a:cubicBezTo>
                  <a:cubicBezTo>
                    <a:pt x="2" y="8"/>
                    <a:pt x="2" y="8"/>
                    <a:pt x="3" y="8"/>
                  </a:cubicBezTo>
                  <a:cubicBezTo>
                    <a:pt x="3" y="9"/>
                    <a:pt x="4" y="8"/>
                    <a:pt x="5" y="8"/>
                  </a:cubicBezTo>
                  <a:cubicBezTo>
                    <a:pt x="5" y="7"/>
                    <a:pt x="5" y="6"/>
                    <a:pt x="5" y="5"/>
                  </a:cubicBezTo>
                  <a:cubicBezTo>
                    <a:pt x="4" y="5"/>
                    <a:pt x="4" y="4"/>
                    <a:pt x="3" y="3"/>
                  </a:cubicBezTo>
                  <a:cubicBezTo>
                    <a:pt x="3" y="3"/>
                    <a:pt x="3" y="3"/>
                    <a:pt x="3" y="2"/>
                  </a:cubicBezTo>
                  <a:cubicBezTo>
                    <a:pt x="4" y="2"/>
                    <a:pt x="4" y="2"/>
                    <a:pt x="4" y="2"/>
                  </a:cubicBezTo>
                  <a:cubicBezTo>
                    <a:pt x="5" y="1"/>
                    <a:pt x="6" y="0"/>
                    <a:pt x="6" y="0"/>
                  </a:cubicBezTo>
                  <a:cubicBezTo>
                    <a:pt x="6" y="0"/>
                    <a:pt x="6" y="0"/>
                    <a:pt x="6" y="0"/>
                  </a:cubicBezTo>
                  <a:cubicBezTo>
                    <a:pt x="7" y="0"/>
                    <a:pt x="8" y="1"/>
                    <a:pt x="8" y="2"/>
                  </a:cubicBezTo>
                  <a:cubicBezTo>
                    <a:pt x="9" y="2"/>
                    <a:pt x="10" y="3"/>
                    <a:pt x="11" y="3"/>
                  </a:cubicBezTo>
                  <a:cubicBezTo>
                    <a:pt x="12" y="3"/>
                    <a:pt x="14" y="4"/>
                    <a:pt x="14" y="5"/>
                  </a:cubicBezTo>
                  <a:cubicBezTo>
                    <a:pt x="15" y="5"/>
                    <a:pt x="15" y="7"/>
                    <a:pt x="16" y="7"/>
                  </a:cubicBezTo>
                  <a:cubicBezTo>
                    <a:pt x="17" y="8"/>
                    <a:pt x="19" y="9"/>
                    <a:pt x="20" y="9"/>
                  </a:cubicBezTo>
                  <a:cubicBezTo>
                    <a:pt x="20" y="10"/>
                    <a:pt x="21" y="12"/>
                    <a:pt x="21"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39"/>
            <p:cNvSpPr>
              <a:spLocks/>
            </p:cNvSpPr>
            <p:nvPr/>
          </p:nvSpPr>
          <p:spPr bwMode="auto">
            <a:xfrm>
              <a:off x="4743450" y="3452813"/>
              <a:ext cx="12700" cy="14288"/>
            </a:xfrm>
            <a:custGeom>
              <a:avLst/>
              <a:gdLst/>
              <a:ahLst/>
              <a:cxnLst>
                <a:cxn ang="0">
                  <a:pos x="5" y="8"/>
                </a:cxn>
                <a:cxn ang="0">
                  <a:pos x="2" y="7"/>
                </a:cxn>
                <a:cxn ang="0">
                  <a:pos x="0" y="3"/>
                </a:cxn>
                <a:cxn ang="0">
                  <a:pos x="2" y="0"/>
                </a:cxn>
                <a:cxn ang="0">
                  <a:pos x="4" y="0"/>
                </a:cxn>
                <a:cxn ang="0">
                  <a:pos x="7" y="2"/>
                </a:cxn>
                <a:cxn ang="0">
                  <a:pos x="7" y="5"/>
                </a:cxn>
                <a:cxn ang="0">
                  <a:pos x="5" y="8"/>
                </a:cxn>
              </a:cxnLst>
              <a:rect l="0" t="0" r="r" b="b"/>
              <a:pathLst>
                <a:path w="7" h="8">
                  <a:moveTo>
                    <a:pt x="5" y="8"/>
                  </a:moveTo>
                  <a:cubicBezTo>
                    <a:pt x="4" y="8"/>
                    <a:pt x="2" y="7"/>
                    <a:pt x="2" y="7"/>
                  </a:cubicBezTo>
                  <a:cubicBezTo>
                    <a:pt x="1" y="6"/>
                    <a:pt x="0" y="4"/>
                    <a:pt x="0" y="3"/>
                  </a:cubicBezTo>
                  <a:cubicBezTo>
                    <a:pt x="0" y="2"/>
                    <a:pt x="1" y="0"/>
                    <a:pt x="2" y="0"/>
                  </a:cubicBezTo>
                  <a:cubicBezTo>
                    <a:pt x="2" y="0"/>
                    <a:pt x="4" y="0"/>
                    <a:pt x="4" y="0"/>
                  </a:cubicBezTo>
                  <a:cubicBezTo>
                    <a:pt x="5" y="0"/>
                    <a:pt x="7" y="1"/>
                    <a:pt x="7" y="2"/>
                  </a:cubicBezTo>
                  <a:cubicBezTo>
                    <a:pt x="7" y="3"/>
                    <a:pt x="7" y="5"/>
                    <a:pt x="7" y="5"/>
                  </a:cubicBezTo>
                  <a:cubicBezTo>
                    <a:pt x="7" y="6"/>
                    <a:pt x="6" y="7"/>
                    <a:pt x="5"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40"/>
            <p:cNvSpPr>
              <a:spLocks/>
            </p:cNvSpPr>
            <p:nvPr/>
          </p:nvSpPr>
          <p:spPr bwMode="auto">
            <a:xfrm>
              <a:off x="4970463" y="2428875"/>
              <a:ext cx="12700" cy="11113"/>
            </a:xfrm>
            <a:custGeom>
              <a:avLst/>
              <a:gdLst/>
              <a:ahLst/>
              <a:cxnLst>
                <a:cxn ang="0">
                  <a:pos x="7" y="5"/>
                </a:cxn>
                <a:cxn ang="0">
                  <a:pos x="5" y="7"/>
                </a:cxn>
                <a:cxn ang="0">
                  <a:pos x="2" y="7"/>
                </a:cxn>
                <a:cxn ang="0">
                  <a:pos x="0" y="4"/>
                </a:cxn>
                <a:cxn ang="0">
                  <a:pos x="1" y="1"/>
                </a:cxn>
                <a:cxn ang="0">
                  <a:pos x="4" y="1"/>
                </a:cxn>
                <a:cxn ang="0">
                  <a:pos x="7" y="2"/>
                </a:cxn>
                <a:cxn ang="0">
                  <a:pos x="7" y="5"/>
                </a:cxn>
              </a:cxnLst>
              <a:rect l="0" t="0" r="r" b="b"/>
              <a:pathLst>
                <a:path w="8" h="7">
                  <a:moveTo>
                    <a:pt x="7" y="5"/>
                  </a:moveTo>
                  <a:cubicBezTo>
                    <a:pt x="7" y="5"/>
                    <a:pt x="6" y="7"/>
                    <a:pt x="5" y="7"/>
                  </a:cubicBezTo>
                  <a:cubicBezTo>
                    <a:pt x="4" y="7"/>
                    <a:pt x="2" y="7"/>
                    <a:pt x="2" y="7"/>
                  </a:cubicBezTo>
                  <a:cubicBezTo>
                    <a:pt x="1" y="6"/>
                    <a:pt x="0" y="5"/>
                    <a:pt x="0" y="4"/>
                  </a:cubicBezTo>
                  <a:cubicBezTo>
                    <a:pt x="0" y="3"/>
                    <a:pt x="0" y="1"/>
                    <a:pt x="1" y="1"/>
                  </a:cubicBezTo>
                  <a:cubicBezTo>
                    <a:pt x="2" y="0"/>
                    <a:pt x="3" y="1"/>
                    <a:pt x="4" y="1"/>
                  </a:cubicBezTo>
                  <a:cubicBezTo>
                    <a:pt x="5" y="1"/>
                    <a:pt x="6" y="1"/>
                    <a:pt x="7" y="2"/>
                  </a:cubicBezTo>
                  <a:cubicBezTo>
                    <a:pt x="7" y="3"/>
                    <a:pt x="8" y="4"/>
                    <a:pt x="7"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41"/>
            <p:cNvSpPr>
              <a:spLocks/>
            </p:cNvSpPr>
            <p:nvPr/>
          </p:nvSpPr>
          <p:spPr bwMode="auto">
            <a:xfrm>
              <a:off x="4975225" y="2446338"/>
              <a:ext cx="12700" cy="9525"/>
            </a:xfrm>
            <a:custGeom>
              <a:avLst/>
              <a:gdLst/>
              <a:ahLst/>
              <a:cxnLst>
                <a:cxn ang="0">
                  <a:pos x="4" y="0"/>
                </a:cxn>
                <a:cxn ang="0">
                  <a:pos x="1" y="0"/>
                </a:cxn>
                <a:cxn ang="0">
                  <a:pos x="0" y="3"/>
                </a:cxn>
                <a:cxn ang="0">
                  <a:pos x="2" y="5"/>
                </a:cxn>
                <a:cxn ang="0">
                  <a:pos x="5" y="5"/>
                </a:cxn>
                <a:cxn ang="0">
                  <a:pos x="7" y="2"/>
                </a:cxn>
                <a:cxn ang="0">
                  <a:pos x="4" y="0"/>
                </a:cxn>
              </a:cxnLst>
              <a:rect l="0" t="0" r="r" b="b"/>
              <a:pathLst>
                <a:path w="7" h="5">
                  <a:moveTo>
                    <a:pt x="4" y="0"/>
                  </a:moveTo>
                  <a:cubicBezTo>
                    <a:pt x="3" y="0"/>
                    <a:pt x="2" y="0"/>
                    <a:pt x="1" y="0"/>
                  </a:cubicBezTo>
                  <a:cubicBezTo>
                    <a:pt x="1" y="1"/>
                    <a:pt x="0" y="3"/>
                    <a:pt x="0" y="3"/>
                  </a:cubicBezTo>
                  <a:cubicBezTo>
                    <a:pt x="1" y="4"/>
                    <a:pt x="1" y="5"/>
                    <a:pt x="2" y="5"/>
                  </a:cubicBezTo>
                  <a:cubicBezTo>
                    <a:pt x="2" y="5"/>
                    <a:pt x="4" y="5"/>
                    <a:pt x="5" y="5"/>
                  </a:cubicBezTo>
                  <a:cubicBezTo>
                    <a:pt x="6" y="5"/>
                    <a:pt x="7" y="3"/>
                    <a:pt x="7" y="2"/>
                  </a:cubicBezTo>
                  <a:cubicBezTo>
                    <a:pt x="6" y="1"/>
                    <a:pt x="5" y="1"/>
                    <a:pt x="4"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42"/>
            <p:cNvSpPr>
              <a:spLocks/>
            </p:cNvSpPr>
            <p:nvPr/>
          </p:nvSpPr>
          <p:spPr bwMode="auto">
            <a:xfrm>
              <a:off x="4168775" y="1727200"/>
              <a:ext cx="881062" cy="822325"/>
            </a:xfrm>
            <a:custGeom>
              <a:avLst/>
              <a:gdLst/>
              <a:ahLst/>
              <a:cxnLst>
                <a:cxn ang="0">
                  <a:pos x="131" y="342"/>
                </a:cxn>
                <a:cxn ang="0">
                  <a:pos x="114" y="328"/>
                </a:cxn>
                <a:cxn ang="0">
                  <a:pos x="97" y="304"/>
                </a:cxn>
                <a:cxn ang="0">
                  <a:pos x="90" y="311"/>
                </a:cxn>
                <a:cxn ang="0">
                  <a:pos x="67" y="281"/>
                </a:cxn>
                <a:cxn ang="0">
                  <a:pos x="48" y="258"/>
                </a:cxn>
                <a:cxn ang="0">
                  <a:pos x="30" y="232"/>
                </a:cxn>
                <a:cxn ang="0">
                  <a:pos x="12" y="209"/>
                </a:cxn>
                <a:cxn ang="0">
                  <a:pos x="4" y="188"/>
                </a:cxn>
                <a:cxn ang="0">
                  <a:pos x="18" y="144"/>
                </a:cxn>
                <a:cxn ang="0">
                  <a:pos x="27" y="66"/>
                </a:cxn>
                <a:cxn ang="0">
                  <a:pos x="28" y="29"/>
                </a:cxn>
                <a:cxn ang="0">
                  <a:pos x="63" y="23"/>
                </a:cxn>
                <a:cxn ang="0">
                  <a:pos x="84" y="0"/>
                </a:cxn>
                <a:cxn ang="0">
                  <a:pos x="113" y="15"/>
                </a:cxn>
                <a:cxn ang="0">
                  <a:pos x="166" y="47"/>
                </a:cxn>
                <a:cxn ang="0">
                  <a:pos x="216" y="97"/>
                </a:cxn>
                <a:cxn ang="0">
                  <a:pos x="255" y="119"/>
                </a:cxn>
                <a:cxn ang="0">
                  <a:pos x="282" y="140"/>
                </a:cxn>
                <a:cxn ang="0">
                  <a:pos x="307" y="153"/>
                </a:cxn>
                <a:cxn ang="0">
                  <a:pos x="337" y="174"/>
                </a:cxn>
                <a:cxn ang="0">
                  <a:pos x="364" y="178"/>
                </a:cxn>
                <a:cxn ang="0">
                  <a:pos x="387" y="148"/>
                </a:cxn>
                <a:cxn ang="0">
                  <a:pos x="427" y="162"/>
                </a:cxn>
                <a:cxn ang="0">
                  <a:pos x="479" y="178"/>
                </a:cxn>
                <a:cxn ang="0">
                  <a:pos x="505" y="194"/>
                </a:cxn>
                <a:cxn ang="0">
                  <a:pos x="497" y="207"/>
                </a:cxn>
                <a:cxn ang="0">
                  <a:pos x="487" y="218"/>
                </a:cxn>
                <a:cxn ang="0">
                  <a:pos x="484" y="232"/>
                </a:cxn>
                <a:cxn ang="0">
                  <a:pos x="470" y="237"/>
                </a:cxn>
                <a:cxn ang="0">
                  <a:pos x="485" y="248"/>
                </a:cxn>
                <a:cxn ang="0">
                  <a:pos x="488" y="259"/>
                </a:cxn>
                <a:cxn ang="0">
                  <a:pos x="478" y="254"/>
                </a:cxn>
                <a:cxn ang="0">
                  <a:pos x="483" y="268"/>
                </a:cxn>
                <a:cxn ang="0">
                  <a:pos x="504" y="280"/>
                </a:cxn>
                <a:cxn ang="0">
                  <a:pos x="498" y="291"/>
                </a:cxn>
                <a:cxn ang="0">
                  <a:pos x="511" y="294"/>
                </a:cxn>
                <a:cxn ang="0">
                  <a:pos x="505" y="311"/>
                </a:cxn>
                <a:cxn ang="0">
                  <a:pos x="500" y="307"/>
                </a:cxn>
                <a:cxn ang="0">
                  <a:pos x="496" y="305"/>
                </a:cxn>
                <a:cxn ang="0">
                  <a:pos x="491" y="324"/>
                </a:cxn>
                <a:cxn ang="0">
                  <a:pos x="477" y="346"/>
                </a:cxn>
                <a:cxn ang="0">
                  <a:pos x="472" y="374"/>
                </a:cxn>
                <a:cxn ang="0">
                  <a:pos x="460" y="400"/>
                </a:cxn>
                <a:cxn ang="0">
                  <a:pos x="450" y="411"/>
                </a:cxn>
                <a:cxn ang="0">
                  <a:pos x="438" y="430"/>
                </a:cxn>
                <a:cxn ang="0">
                  <a:pos x="432" y="427"/>
                </a:cxn>
                <a:cxn ang="0">
                  <a:pos x="428" y="434"/>
                </a:cxn>
                <a:cxn ang="0">
                  <a:pos x="425" y="436"/>
                </a:cxn>
                <a:cxn ang="0">
                  <a:pos x="411" y="441"/>
                </a:cxn>
                <a:cxn ang="0">
                  <a:pos x="399" y="451"/>
                </a:cxn>
                <a:cxn ang="0">
                  <a:pos x="394" y="466"/>
                </a:cxn>
                <a:cxn ang="0">
                  <a:pos x="382" y="469"/>
                </a:cxn>
                <a:cxn ang="0">
                  <a:pos x="372" y="456"/>
                </a:cxn>
                <a:cxn ang="0">
                  <a:pos x="374" y="469"/>
                </a:cxn>
                <a:cxn ang="0">
                  <a:pos x="369" y="477"/>
                </a:cxn>
                <a:cxn ang="0">
                  <a:pos x="354" y="458"/>
                </a:cxn>
                <a:cxn ang="0">
                  <a:pos x="317" y="417"/>
                </a:cxn>
                <a:cxn ang="0">
                  <a:pos x="294" y="390"/>
                </a:cxn>
                <a:cxn ang="0">
                  <a:pos x="250" y="398"/>
                </a:cxn>
                <a:cxn ang="0">
                  <a:pos x="177" y="389"/>
                </a:cxn>
              </a:cxnLst>
              <a:rect l="0" t="0" r="r" b="b"/>
              <a:pathLst>
                <a:path w="514" h="481">
                  <a:moveTo>
                    <a:pt x="172" y="384"/>
                  </a:moveTo>
                  <a:cubicBezTo>
                    <a:pt x="170" y="382"/>
                    <a:pt x="168" y="380"/>
                    <a:pt x="166" y="378"/>
                  </a:cubicBezTo>
                  <a:cubicBezTo>
                    <a:pt x="162" y="374"/>
                    <a:pt x="154" y="365"/>
                    <a:pt x="150" y="361"/>
                  </a:cubicBezTo>
                  <a:cubicBezTo>
                    <a:pt x="146" y="358"/>
                    <a:pt x="140" y="350"/>
                    <a:pt x="137" y="347"/>
                  </a:cubicBezTo>
                  <a:cubicBezTo>
                    <a:pt x="136" y="346"/>
                    <a:pt x="133" y="343"/>
                    <a:pt x="131" y="342"/>
                  </a:cubicBezTo>
                  <a:cubicBezTo>
                    <a:pt x="130" y="342"/>
                    <a:pt x="127" y="342"/>
                    <a:pt x="126" y="343"/>
                  </a:cubicBezTo>
                  <a:cubicBezTo>
                    <a:pt x="125" y="343"/>
                    <a:pt x="123" y="344"/>
                    <a:pt x="122" y="344"/>
                  </a:cubicBezTo>
                  <a:cubicBezTo>
                    <a:pt x="121" y="343"/>
                    <a:pt x="121" y="341"/>
                    <a:pt x="121" y="340"/>
                  </a:cubicBezTo>
                  <a:cubicBezTo>
                    <a:pt x="120" y="339"/>
                    <a:pt x="121" y="335"/>
                    <a:pt x="120" y="334"/>
                  </a:cubicBezTo>
                  <a:cubicBezTo>
                    <a:pt x="119" y="332"/>
                    <a:pt x="116" y="329"/>
                    <a:pt x="114" y="328"/>
                  </a:cubicBezTo>
                  <a:cubicBezTo>
                    <a:pt x="112" y="326"/>
                    <a:pt x="107" y="323"/>
                    <a:pt x="105" y="321"/>
                  </a:cubicBezTo>
                  <a:cubicBezTo>
                    <a:pt x="103" y="320"/>
                    <a:pt x="100" y="318"/>
                    <a:pt x="99" y="316"/>
                  </a:cubicBezTo>
                  <a:cubicBezTo>
                    <a:pt x="99" y="315"/>
                    <a:pt x="97" y="313"/>
                    <a:pt x="97" y="312"/>
                  </a:cubicBezTo>
                  <a:cubicBezTo>
                    <a:pt x="97" y="311"/>
                    <a:pt x="98" y="309"/>
                    <a:pt x="98" y="308"/>
                  </a:cubicBezTo>
                  <a:cubicBezTo>
                    <a:pt x="98" y="307"/>
                    <a:pt x="97" y="305"/>
                    <a:pt x="97" y="304"/>
                  </a:cubicBezTo>
                  <a:cubicBezTo>
                    <a:pt x="97" y="303"/>
                    <a:pt x="96" y="302"/>
                    <a:pt x="96" y="301"/>
                  </a:cubicBezTo>
                  <a:cubicBezTo>
                    <a:pt x="95" y="300"/>
                    <a:pt x="94" y="299"/>
                    <a:pt x="93" y="299"/>
                  </a:cubicBezTo>
                  <a:cubicBezTo>
                    <a:pt x="92" y="299"/>
                    <a:pt x="91" y="301"/>
                    <a:pt x="91" y="301"/>
                  </a:cubicBezTo>
                  <a:cubicBezTo>
                    <a:pt x="90" y="303"/>
                    <a:pt x="92" y="305"/>
                    <a:pt x="92" y="307"/>
                  </a:cubicBezTo>
                  <a:cubicBezTo>
                    <a:pt x="91" y="308"/>
                    <a:pt x="91" y="310"/>
                    <a:pt x="90" y="311"/>
                  </a:cubicBezTo>
                  <a:cubicBezTo>
                    <a:pt x="89" y="311"/>
                    <a:pt x="86" y="308"/>
                    <a:pt x="86" y="307"/>
                  </a:cubicBezTo>
                  <a:cubicBezTo>
                    <a:pt x="84" y="305"/>
                    <a:pt x="83" y="301"/>
                    <a:pt x="82" y="299"/>
                  </a:cubicBezTo>
                  <a:cubicBezTo>
                    <a:pt x="81" y="297"/>
                    <a:pt x="78" y="292"/>
                    <a:pt x="76" y="290"/>
                  </a:cubicBezTo>
                  <a:cubicBezTo>
                    <a:pt x="75" y="289"/>
                    <a:pt x="71" y="288"/>
                    <a:pt x="70" y="287"/>
                  </a:cubicBezTo>
                  <a:cubicBezTo>
                    <a:pt x="69" y="285"/>
                    <a:pt x="67" y="283"/>
                    <a:pt x="67" y="281"/>
                  </a:cubicBezTo>
                  <a:cubicBezTo>
                    <a:pt x="67" y="280"/>
                    <a:pt x="69" y="277"/>
                    <a:pt x="69" y="276"/>
                  </a:cubicBezTo>
                  <a:cubicBezTo>
                    <a:pt x="69" y="274"/>
                    <a:pt x="67" y="270"/>
                    <a:pt x="65" y="268"/>
                  </a:cubicBezTo>
                  <a:cubicBezTo>
                    <a:pt x="64" y="267"/>
                    <a:pt x="61" y="265"/>
                    <a:pt x="60" y="264"/>
                  </a:cubicBezTo>
                  <a:cubicBezTo>
                    <a:pt x="58" y="263"/>
                    <a:pt x="54" y="262"/>
                    <a:pt x="52" y="261"/>
                  </a:cubicBezTo>
                  <a:cubicBezTo>
                    <a:pt x="51" y="260"/>
                    <a:pt x="49" y="259"/>
                    <a:pt x="48" y="258"/>
                  </a:cubicBezTo>
                  <a:cubicBezTo>
                    <a:pt x="47" y="256"/>
                    <a:pt x="48" y="252"/>
                    <a:pt x="47" y="251"/>
                  </a:cubicBezTo>
                  <a:cubicBezTo>
                    <a:pt x="47" y="249"/>
                    <a:pt x="45" y="246"/>
                    <a:pt x="44" y="245"/>
                  </a:cubicBezTo>
                  <a:cubicBezTo>
                    <a:pt x="44" y="244"/>
                    <a:pt x="41" y="243"/>
                    <a:pt x="40" y="243"/>
                  </a:cubicBezTo>
                  <a:cubicBezTo>
                    <a:pt x="39" y="242"/>
                    <a:pt x="35" y="240"/>
                    <a:pt x="34" y="239"/>
                  </a:cubicBezTo>
                  <a:cubicBezTo>
                    <a:pt x="33" y="237"/>
                    <a:pt x="31" y="234"/>
                    <a:pt x="30" y="232"/>
                  </a:cubicBezTo>
                  <a:cubicBezTo>
                    <a:pt x="29" y="230"/>
                    <a:pt x="28" y="227"/>
                    <a:pt x="28" y="225"/>
                  </a:cubicBezTo>
                  <a:cubicBezTo>
                    <a:pt x="27" y="224"/>
                    <a:pt x="26" y="221"/>
                    <a:pt x="25" y="220"/>
                  </a:cubicBezTo>
                  <a:cubicBezTo>
                    <a:pt x="23" y="220"/>
                    <a:pt x="20" y="220"/>
                    <a:pt x="19" y="219"/>
                  </a:cubicBezTo>
                  <a:cubicBezTo>
                    <a:pt x="18" y="218"/>
                    <a:pt x="17" y="215"/>
                    <a:pt x="16" y="214"/>
                  </a:cubicBezTo>
                  <a:cubicBezTo>
                    <a:pt x="15" y="213"/>
                    <a:pt x="13" y="210"/>
                    <a:pt x="12" y="209"/>
                  </a:cubicBezTo>
                  <a:cubicBezTo>
                    <a:pt x="11" y="207"/>
                    <a:pt x="8" y="205"/>
                    <a:pt x="7" y="204"/>
                  </a:cubicBezTo>
                  <a:cubicBezTo>
                    <a:pt x="5" y="203"/>
                    <a:pt x="3" y="201"/>
                    <a:pt x="2" y="200"/>
                  </a:cubicBezTo>
                  <a:cubicBezTo>
                    <a:pt x="2" y="200"/>
                    <a:pt x="1" y="199"/>
                    <a:pt x="0" y="198"/>
                  </a:cubicBezTo>
                  <a:cubicBezTo>
                    <a:pt x="0" y="198"/>
                    <a:pt x="0" y="198"/>
                    <a:pt x="0" y="198"/>
                  </a:cubicBezTo>
                  <a:cubicBezTo>
                    <a:pt x="1" y="196"/>
                    <a:pt x="3" y="191"/>
                    <a:pt x="4" y="188"/>
                  </a:cubicBezTo>
                  <a:cubicBezTo>
                    <a:pt x="5" y="186"/>
                    <a:pt x="6" y="182"/>
                    <a:pt x="6" y="180"/>
                  </a:cubicBezTo>
                  <a:cubicBezTo>
                    <a:pt x="7" y="178"/>
                    <a:pt x="10" y="173"/>
                    <a:pt x="11" y="171"/>
                  </a:cubicBezTo>
                  <a:cubicBezTo>
                    <a:pt x="12" y="170"/>
                    <a:pt x="15" y="169"/>
                    <a:pt x="16" y="168"/>
                  </a:cubicBezTo>
                  <a:cubicBezTo>
                    <a:pt x="17" y="165"/>
                    <a:pt x="17" y="160"/>
                    <a:pt x="17" y="157"/>
                  </a:cubicBezTo>
                  <a:cubicBezTo>
                    <a:pt x="17" y="154"/>
                    <a:pt x="18" y="147"/>
                    <a:pt x="18" y="144"/>
                  </a:cubicBezTo>
                  <a:cubicBezTo>
                    <a:pt x="18" y="140"/>
                    <a:pt x="16" y="133"/>
                    <a:pt x="16" y="129"/>
                  </a:cubicBezTo>
                  <a:cubicBezTo>
                    <a:pt x="16" y="125"/>
                    <a:pt x="20" y="116"/>
                    <a:pt x="21" y="111"/>
                  </a:cubicBezTo>
                  <a:cubicBezTo>
                    <a:pt x="22" y="107"/>
                    <a:pt x="22" y="98"/>
                    <a:pt x="22" y="94"/>
                  </a:cubicBezTo>
                  <a:cubicBezTo>
                    <a:pt x="23" y="91"/>
                    <a:pt x="26" y="85"/>
                    <a:pt x="27" y="81"/>
                  </a:cubicBezTo>
                  <a:cubicBezTo>
                    <a:pt x="27" y="78"/>
                    <a:pt x="28" y="70"/>
                    <a:pt x="27" y="66"/>
                  </a:cubicBezTo>
                  <a:cubicBezTo>
                    <a:pt x="27" y="64"/>
                    <a:pt x="23" y="60"/>
                    <a:pt x="22" y="57"/>
                  </a:cubicBezTo>
                  <a:cubicBezTo>
                    <a:pt x="21" y="55"/>
                    <a:pt x="20" y="50"/>
                    <a:pt x="20" y="48"/>
                  </a:cubicBezTo>
                  <a:cubicBezTo>
                    <a:pt x="20" y="46"/>
                    <a:pt x="20" y="42"/>
                    <a:pt x="20" y="40"/>
                  </a:cubicBezTo>
                  <a:cubicBezTo>
                    <a:pt x="20" y="38"/>
                    <a:pt x="20" y="34"/>
                    <a:pt x="21" y="32"/>
                  </a:cubicBezTo>
                  <a:cubicBezTo>
                    <a:pt x="22" y="31"/>
                    <a:pt x="26" y="30"/>
                    <a:pt x="28" y="29"/>
                  </a:cubicBezTo>
                  <a:cubicBezTo>
                    <a:pt x="29" y="29"/>
                    <a:pt x="31" y="28"/>
                    <a:pt x="33" y="28"/>
                  </a:cubicBezTo>
                  <a:cubicBezTo>
                    <a:pt x="35" y="28"/>
                    <a:pt x="39" y="30"/>
                    <a:pt x="41" y="30"/>
                  </a:cubicBezTo>
                  <a:cubicBezTo>
                    <a:pt x="43" y="30"/>
                    <a:pt x="46" y="30"/>
                    <a:pt x="48" y="30"/>
                  </a:cubicBezTo>
                  <a:cubicBezTo>
                    <a:pt x="50" y="29"/>
                    <a:pt x="55" y="29"/>
                    <a:pt x="57" y="28"/>
                  </a:cubicBezTo>
                  <a:cubicBezTo>
                    <a:pt x="59" y="27"/>
                    <a:pt x="61" y="24"/>
                    <a:pt x="63" y="23"/>
                  </a:cubicBezTo>
                  <a:cubicBezTo>
                    <a:pt x="64" y="22"/>
                    <a:pt x="67" y="19"/>
                    <a:pt x="68" y="19"/>
                  </a:cubicBezTo>
                  <a:cubicBezTo>
                    <a:pt x="70" y="17"/>
                    <a:pt x="73" y="16"/>
                    <a:pt x="75" y="15"/>
                  </a:cubicBezTo>
                  <a:cubicBezTo>
                    <a:pt x="76" y="14"/>
                    <a:pt x="79" y="11"/>
                    <a:pt x="80" y="9"/>
                  </a:cubicBezTo>
                  <a:cubicBezTo>
                    <a:pt x="81" y="8"/>
                    <a:pt x="83" y="6"/>
                    <a:pt x="84" y="4"/>
                  </a:cubicBezTo>
                  <a:cubicBezTo>
                    <a:pt x="84" y="3"/>
                    <a:pt x="84" y="0"/>
                    <a:pt x="84" y="0"/>
                  </a:cubicBezTo>
                  <a:cubicBezTo>
                    <a:pt x="84" y="1"/>
                    <a:pt x="86" y="1"/>
                    <a:pt x="87" y="2"/>
                  </a:cubicBezTo>
                  <a:cubicBezTo>
                    <a:pt x="89" y="2"/>
                    <a:pt x="93" y="1"/>
                    <a:pt x="94" y="2"/>
                  </a:cubicBezTo>
                  <a:cubicBezTo>
                    <a:pt x="95" y="2"/>
                    <a:pt x="96" y="3"/>
                    <a:pt x="97" y="4"/>
                  </a:cubicBezTo>
                  <a:cubicBezTo>
                    <a:pt x="99" y="5"/>
                    <a:pt x="104" y="8"/>
                    <a:pt x="106" y="10"/>
                  </a:cubicBezTo>
                  <a:cubicBezTo>
                    <a:pt x="107" y="11"/>
                    <a:pt x="111" y="13"/>
                    <a:pt x="113" y="15"/>
                  </a:cubicBezTo>
                  <a:cubicBezTo>
                    <a:pt x="114" y="16"/>
                    <a:pt x="116" y="18"/>
                    <a:pt x="117" y="19"/>
                  </a:cubicBezTo>
                  <a:cubicBezTo>
                    <a:pt x="120" y="21"/>
                    <a:pt x="126" y="26"/>
                    <a:pt x="128" y="28"/>
                  </a:cubicBezTo>
                  <a:cubicBezTo>
                    <a:pt x="131" y="30"/>
                    <a:pt x="135" y="35"/>
                    <a:pt x="138" y="36"/>
                  </a:cubicBezTo>
                  <a:cubicBezTo>
                    <a:pt x="142" y="39"/>
                    <a:pt x="149" y="44"/>
                    <a:pt x="154" y="46"/>
                  </a:cubicBezTo>
                  <a:cubicBezTo>
                    <a:pt x="157" y="47"/>
                    <a:pt x="163" y="46"/>
                    <a:pt x="166" y="47"/>
                  </a:cubicBezTo>
                  <a:cubicBezTo>
                    <a:pt x="168" y="47"/>
                    <a:pt x="173" y="49"/>
                    <a:pt x="175" y="50"/>
                  </a:cubicBezTo>
                  <a:cubicBezTo>
                    <a:pt x="177" y="51"/>
                    <a:pt x="180" y="54"/>
                    <a:pt x="182" y="56"/>
                  </a:cubicBezTo>
                  <a:cubicBezTo>
                    <a:pt x="185" y="59"/>
                    <a:pt x="190" y="65"/>
                    <a:pt x="193" y="69"/>
                  </a:cubicBezTo>
                  <a:cubicBezTo>
                    <a:pt x="196" y="72"/>
                    <a:pt x="202" y="80"/>
                    <a:pt x="205" y="84"/>
                  </a:cubicBezTo>
                  <a:cubicBezTo>
                    <a:pt x="207" y="87"/>
                    <a:pt x="213" y="94"/>
                    <a:pt x="216" y="97"/>
                  </a:cubicBezTo>
                  <a:cubicBezTo>
                    <a:pt x="218" y="99"/>
                    <a:pt x="223" y="104"/>
                    <a:pt x="226" y="106"/>
                  </a:cubicBezTo>
                  <a:cubicBezTo>
                    <a:pt x="228" y="107"/>
                    <a:pt x="234" y="110"/>
                    <a:pt x="237" y="111"/>
                  </a:cubicBezTo>
                  <a:cubicBezTo>
                    <a:pt x="239" y="112"/>
                    <a:pt x="244" y="114"/>
                    <a:pt x="246" y="115"/>
                  </a:cubicBezTo>
                  <a:cubicBezTo>
                    <a:pt x="248" y="116"/>
                    <a:pt x="250" y="118"/>
                    <a:pt x="251" y="119"/>
                  </a:cubicBezTo>
                  <a:cubicBezTo>
                    <a:pt x="252" y="119"/>
                    <a:pt x="254" y="119"/>
                    <a:pt x="255" y="119"/>
                  </a:cubicBezTo>
                  <a:cubicBezTo>
                    <a:pt x="257" y="120"/>
                    <a:pt x="261" y="119"/>
                    <a:pt x="263" y="120"/>
                  </a:cubicBezTo>
                  <a:cubicBezTo>
                    <a:pt x="264" y="121"/>
                    <a:pt x="265" y="124"/>
                    <a:pt x="265" y="125"/>
                  </a:cubicBezTo>
                  <a:cubicBezTo>
                    <a:pt x="267" y="127"/>
                    <a:pt x="268" y="132"/>
                    <a:pt x="270" y="134"/>
                  </a:cubicBezTo>
                  <a:cubicBezTo>
                    <a:pt x="271" y="136"/>
                    <a:pt x="275" y="138"/>
                    <a:pt x="277" y="139"/>
                  </a:cubicBezTo>
                  <a:cubicBezTo>
                    <a:pt x="278" y="140"/>
                    <a:pt x="281" y="140"/>
                    <a:pt x="282" y="140"/>
                  </a:cubicBezTo>
                  <a:cubicBezTo>
                    <a:pt x="284" y="141"/>
                    <a:pt x="287" y="143"/>
                    <a:pt x="288" y="144"/>
                  </a:cubicBezTo>
                  <a:cubicBezTo>
                    <a:pt x="289" y="144"/>
                    <a:pt x="289" y="146"/>
                    <a:pt x="290" y="147"/>
                  </a:cubicBezTo>
                  <a:cubicBezTo>
                    <a:pt x="290" y="147"/>
                    <a:pt x="292" y="148"/>
                    <a:pt x="292" y="148"/>
                  </a:cubicBezTo>
                  <a:cubicBezTo>
                    <a:pt x="295" y="149"/>
                    <a:pt x="299" y="148"/>
                    <a:pt x="301" y="149"/>
                  </a:cubicBezTo>
                  <a:cubicBezTo>
                    <a:pt x="303" y="150"/>
                    <a:pt x="306" y="152"/>
                    <a:pt x="307" y="153"/>
                  </a:cubicBezTo>
                  <a:cubicBezTo>
                    <a:pt x="309" y="155"/>
                    <a:pt x="311" y="158"/>
                    <a:pt x="312" y="159"/>
                  </a:cubicBezTo>
                  <a:cubicBezTo>
                    <a:pt x="314" y="160"/>
                    <a:pt x="318" y="161"/>
                    <a:pt x="319" y="162"/>
                  </a:cubicBezTo>
                  <a:cubicBezTo>
                    <a:pt x="320" y="163"/>
                    <a:pt x="322" y="166"/>
                    <a:pt x="324" y="167"/>
                  </a:cubicBezTo>
                  <a:cubicBezTo>
                    <a:pt x="325" y="168"/>
                    <a:pt x="329" y="168"/>
                    <a:pt x="331" y="169"/>
                  </a:cubicBezTo>
                  <a:cubicBezTo>
                    <a:pt x="332" y="170"/>
                    <a:pt x="335" y="172"/>
                    <a:pt x="337" y="174"/>
                  </a:cubicBezTo>
                  <a:cubicBezTo>
                    <a:pt x="338" y="176"/>
                    <a:pt x="339" y="180"/>
                    <a:pt x="340" y="181"/>
                  </a:cubicBezTo>
                  <a:cubicBezTo>
                    <a:pt x="341" y="183"/>
                    <a:pt x="345" y="185"/>
                    <a:pt x="346" y="186"/>
                  </a:cubicBezTo>
                  <a:cubicBezTo>
                    <a:pt x="347" y="187"/>
                    <a:pt x="349" y="189"/>
                    <a:pt x="350" y="189"/>
                  </a:cubicBezTo>
                  <a:cubicBezTo>
                    <a:pt x="352" y="189"/>
                    <a:pt x="355" y="186"/>
                    <a:pt x="356" y="185"/>
                  </a:cubicBezTo>
                  <a:cubicBezTo>
                    <a:pt x="358" y="184"/>
                    <a:pt x="362" y="180"/>
                    <a:pt x="364" y="178"/>
                  </a:cubicBezTo>
                  <a:cubicBezTo>
                    <a:pt x="365" y="177"/>
                    <a:pt x="368" y="174"/>
                    <a:pt x="369" y="172"/>
                  </a:cubicBezTo>
                  <a:cubicBezTo>
                    <a:pt x="370" y="170"/>
                    <a:pt x="371" y="166"/>
                    <a:pt x="372" y="164"/>
                  </a:cubicBezTo>
                  <a:cubicBezTo>
                    <a:pt x="373" y="163"/>
                    <a:pt x="374" y="160"/>
                    <a:pt x="375" y="159"/>
                  </a:cubicBezTo>
                  <a:cubicBezTo>
                    <a:pt x="376" y="157"/>
                    <a:pt x="378" y="154"/>
                    <a:pt x="379" y="152"/>
                  </a:cubicBezTo>
                  <a:cubicBezTo>
                    <a:pt x="381" y="151"/>
                    <a:pt x="385" y="148"/>
                    <a:pt x="387" y="148"/>
                  </a:cubicBezTo>
                  <a:cubicBezTo>
                    <a:pt x="389" y="147"/>
                    <a:pt x="395" y="147"/>
                    <a:pt x="397" y="147"/>
                  </a:cubicBezTo>
                  <a:cubicBezTo>
                    <a:pt x="400" y="148"/>
                    <a:pt x="405" y="151"/>
                    <a:pt x="407" y="152"/>
                  </a:cubicBezTo>
                  <a:cubicBezTo>
                    <a:pt x="409" y="153"/>
                    <a:pt x="414" y="154"/>
                    <a:pt x="415" y="155"/>
                  </a:cubicBezTo>
                  <a:cubicBezTo>
                    <a:pt x="417" y="156"/>
                    <a:pt x="420" y="158"/>
                    <a:pt x="421" y="159"/>
                  </a:cubicBezTo>
                  <a:cubicBezTo>
                    <a:pt x="422" y="160"/>
                    <a:pt x="425" y="162"/>
                    <a:pt x="427" y="162"/>
                  </a:cubicBezTo>
                  <a:cubicBezTo>
                    <a:pt x="430" y="164"/>
                    <a:pt x="436" y="167"/>
                    <a:pt x="439" y="169"/>
                  </a:cubicBezTo>
                  <a:cubicBezTo>
                    <a:pt x="442" y="170"/>
                    <a:pt x="449" y="173"/>
                    <a:pt x="453" y="173"/>
                  </a:cubicBezTo>
                  <a:cubicBezTo>
                    <a:pt x="455" y="174"/>
                    <a:pt x="458" y="174"/>
                    <a:pt x="460" y="174"/>
                  </a:cubicBezTo>
                  <a:cubicBezTo>
                    <a:pt x="463" y="174"/>
                    <a:pt x="469" y="175"/>
                    <a:pt x="471" y="176"/>
                  </a:cubicBezTo>
                  <a:cubicBezTo>
                    <a:pt x="473" y="176"/>
                    <a:pt x="477" y="177"/>
                    <a:pt x="479" y="178"/>
                  </a:cubicBezTo>
                  <a:cubicBezTo>
                    <a:pt x="481" y="179"/>
                    <a:pt x="486" y="181"/>
                    <a:pt x="488" y="182"/>
                  </a:cubicBezTo>
                  <a:cubicBezTo>
                    <a:pt x="490" y="183"/>
                    <a:pt x="493" y="184"/>
                    <a:pt x="494" y="185"/>
                  </a:cubicBezTo>
                  <a:cubicBezTo>
                    <a:pt x="495" y="186"/>
                    <a:pt x="497" y="187"/>
                    <a:pt x="498" y="188"/>
                  </a:cubicBezTo>
                  <a:cubicBezTo>
                    <a:pt x="499" y="189"/>
                    <a:pt x="503" y="191"/>
                    <a:pt x="503" y="191"/>
                  </a:cubicBezTo>
                  <a:cubicBezTo>
                    <a:pt x="503" y="192"/>
                    <a:pt x="505" y="193"/>
                    <a:pt x="505" y="194"/>
                  </a:cubicBezTo>
                  <a:cubicBezTo>
                    <a:pt x="505" y="196"/>
                    <a:pt x="504" y="198"/>
                    <a:pt x="503" y="199"/>
                  </a:cubicBezTo>
                  <a:cubicBezTo>
                    <a:pt x="502" y="199"/>
                    <a:pt x="501" y="199"/>
                    <a:pt x="500" y="199"/>
                  </a:cubicBezTo>
                  <a:cubicBezTo>
                    <a:pt x="500" y="200"/>
                    <a:pt x="499" y="201"/>
                    <a:pt x="499" y="202"/>
                  </a:cubicBezTo>
                  <a:cubicBezTo>
                    <a:pt x="499" y="203"/>
                    <a:pt x="497" y="204"/>
                    <a:pt x="497" y="204"/>
                  </a:cubicBezTo>
                  <a:cubicBezTo>
                    <a:pt x="497" y="205"/>
                    <a:pt x="497" y="207"/>
                    <a:pt x="497" y="207"/>
                  </a:cubicBezTo>
                  <a:cubicBezTo>
                    <a:pt x="496" y="208"/>
                    <a:pt x="495" y="208"/>
                    <a:pt x="494" y="209"/>
                  </a:cubicBezTo>
                  <a:cubicBezTo>
                    <a:pt x="494" y="210"/>
                    <a:pt x="493" y="211"/>
                    <a:pt x="492" y="212"/>
                  </a:cubicBezTo>
                  <a:cubicBezTo>
                    <a:pt x="492" y="213"/>
                    <a:pt x="492" y="215"/>
                    <a:pt x="492" y="215"/>
                  </a:cubicBezTo>
                  <a:cubicBezTo>
                    <a:pt x="491" y="216"/>
                    <a:pt x="490" y="216"/>
                    <a:pt x="489" y="217"/>
                  </a:cubicBezTo>
                  <a:cubicBezTo>
                    <a:pt x="488" y="217"/>
                    <a:pt x="487" y="217"/>
                    <a:pt x="487" y="218"/>
                  </a:cubicBezTo>
                  <a:cubicBezTo>
                    <a:pt x="486" y="218"/>
                    <a:pt x="484" y="220"/>
                    <a:pt x="484" y="220"/>
                  </a:cubicBezTo>
                  <a:cubicBezTo>
                    <a:pt x="483" y="221"/>
                    <a:pt x="482" y="223"/>
                    <a:pt x="483" y="224"/>
                  </a:cubicBezTo>
                  <a:cubicBezTo>
                    <a:pt x="483" y="224"/>
                    <a:pt x="484" y="225"/>
                    <a:pt x="485" y="225"/>
                  </a:cubicBezTo>
                  <a:cubicBezTo>
                    <a:pt x="486" y="226"/>
                    <a:pt x="487" y="227"/>
                    <a:pt x="487" y="228"/>
                  </a:cubicBezTo>
                  <a:cubicBezTo>
                    <a:pt x="487" y="229"/>
                    <a:pt x="485" y="231"/>
                    <a:pt x="484" y="232"/>
                  </a:cubicBezTo>
                  <a:cubicBezTo>
                    <a:pt x="482" y="233"/>
                    <a:pt x="480" y="235"/>
                    <a:pt x="478" y="236"/>
                  </a:cubicBezTo>
                  <a:cubicBezTo>
                    <a:pt x="478" y="237"/>
                    <a:pt x="477" y="238"/>
                    <a:pt x="477" y="239"/>
                  </a:cubicBezTo>
                  <a:cubicBezTo>
                    <a:pt x="476" y="239"/>
                    <a:pt x="474" y="239"/>
                    <a:pt x="474" y="238"/>
                  </a:cubicBezTo>
                  <a:cubicBezTo>
                    <a:pt x="473" y="238"/>
                    <a:pt x="473" y="236"/>
                    <a:pt x="472" y="236"/>
                  </a:cubicBezTo>
                  <a:cubicBezTo>
                    <a:pt x="472" y="235"/>
                    <a:pt x="470" y="237"/>
                    <a:pt x="470" y="237"/>
                  </a:cubicBezTo>
                  <a:cubicBezTo>
                    <a:pt x="470" y="238"/>
                    <a:pt x="469" y="239"/>
                    <a:pt x="470" y="240"/>
                  </a:cubicBezTo>
                  <a:cubicBezTo>
                    <a:pt x="470" y="241"/>
                    <a:pt x="472" y="242"/>
                    <a:pt x="473" y="243"/>
                  </a:cubicBezTo>
                  <a:cubicBezTo>
                    <a:pt x="474" y="244"/>
                    <a:pt x="477" y="246"/>
                    <a:pt x="478" y="247"/>
                  </a:cubicBezTo>
                  <a:cubicBezTo>
                    <a:pt x="479" y="248"/>
                    <a:pt x="481" y="248"/>
                    <a:pt x="481" y="248"/>
                  </a:cubicBezTo>
                  <a:cubicBezTo>
                    <a:pt x="482" y="248"/>
                    <a:pt x="484" y="248"/>
                    <a:pt x="485" y="248"/>
                  </a:cubicBezTo>
                  <a:cubicBezTo>
                    <a:pt x="486" y="248"/>
                    <a:pt x="486" y="248"/>
                    <a:pt x="487" y="249"/>
                  </a:cubicBezTo>
                  <a:cubicBezTo>
                    <a:pt x="487" y="249"/>
                    <a:pt x="487" y="250"/>
                    <a:pt x="487" y="251"/>
                  </a:cubicBezTo>
                  <a:cubicBezTo>
                    <a:pt x="487" y="252"/>
                    <a:pt x="486" y="253"/>
                    <a:pt x="486" y="254"/>
                  </a:cubicBezTo>
                  <a:cubicBezTo>
                    <a:pt x="486" y="255"/>
                    <a:pt x="486" y="256"/>
                    <a:pt x="486" y="257"/>
                  </a:cubicBezTo>
                  <a:cubicBezTo>
                    <a:pt x="487" y="257"/>
                    <a:pt x="488" y="258"/>
                    <a:pt x="488" y="259"/>
                  </a:cubicBezTo>
                  <a:cubicBezTo>
                    <a:pt x="489" y="260"/>
                    <a:pt x="489" y="262"/>
                    <a:pt x="488" y="263"/>
                  </a:cubicBezTo>
                  <a:cubicBezTo>
                    <a:pt x="487" y="263"/>
                    <a:pt x="486" y="263"/>
                    <a:pt x="485" y="263"/>
                  </a:cubicBezTo>
                  <a:cubicBezTo>
                    <a:pt x="484" y="263"/>
                    <a:pt x="482" y="261"/>
                    <a:pt x="481" y="260"/>
                  </a:cubicBezTo>
                  <a:cubicBezTo>
                    <a:pt x="480" y="259"/>
                    <a:pt x="480" y="256"/>
                    <a:pt x="480" y="256"/>
                  </a:cubicBezTo>
                  <a:cubicBezTo>
                    <a:pt x="479" y="255"/>
                    <a:pt x="478" y="254"/>
                    <a:pt x="478" y="254"/>
                  </a:cubicBezTo>
                  <a:cubicBezTo>
                    <a:pt x="477" y="254"/>
                    <a:pt x="475" y="255"/>
                    <a:pt x="474" y="256"/>
                  </a:cubicBezTo>
                  <a:cubicBezTo>
                    <a:pt x="474" y="256"/>
                    <a:pt x="474" y="258"/>
                    <a:pt x="474" y="259"/>
                  </a:cubicBezTo>
                  <a:cubicBezTo>
                    <a:pt x="474" y="260"/>
                    <a:pt x="475" y="261"/>
                    <a:pt x="476" y="261"/>
                  </a:cubicBezTo>
                  <a:cubicBezTo>
                    <a:pt x="477" y="262"/>
                    <a:pt x="479" y="263"/>
                    <a:pt x="479" y="264"/>
                  </a:cubicBezTo>
                  <a:cubicBezTo>
                    <a:pt x="480" y="265"/>
                    <a:pt x="482" y="267"/>
                    <a:pt x="483" y="268"/>
                  </a:cubicBezTo>
                  <a:cubicBezTo>
                    <a:pt x="484" y="269"/>
                    <a:pt x="486" y="272"/>
                    <a:pt x="487" y="273"/>
                  </a:cubicBezTo>
                  <a:cubicBezTo>
                    <a:pt x="488" y="274"/>
                    <a:pt x="491" y="277"/>
                    <a:pt x="492" y="277"/>
                  </a:cubicBezTo>
                  <a:cubicBezTo>
                    <a:pt x="493" y="278"/>
                    <a:pt x="494" y="279"/>
                    <a:pt x="495" y="279"/>
                  </a:cubicBezTo>
                  <a:cubicBezTo>
                    <a:pt x="497" y="279"/>
                    <a:pt x="499" y="278"/>
                    <a:pt x="500" y="278"/>
                  </a:cubicBezTo>
                  <a:cubicBezTo>
                    <a:pt x="501" y="278"/>
                    <a:pt x="503" y="279"/>
                    <a:pt x="504" y="280"/>
                  </a:cubicBezTo>
                  <a:cubicBezTo>
                    <a:pt x="505" y="281"/>
                    <a:pt x="506" y="282"/>
                    <a:pt x="506" y="283"/>
                  </a:cubicBezTo>
                  <a:cubicBezTo>
                    <a:pt x="506" y="284"/>
                    <a:pt x="504" y="286"/>
                    <a:pt x="503" y="286"/>
                  </a:cubicBezTo>
                  <a:cubicBezTo>
                    <a:pt x="502" y="287"/>
                    <a:pt x="500" y="285"/>
                    <a:pt x="500" y="286"/>
                  </a:cubicBezTo>
                  <a:cubicBezTo>
                    <a:pt x="499" y="286"/>
                    <a:pt x="498" y="288"/>
                    <a:pt x="497" y="289"/>
                  </a:cubicBezTo>
                  <a:cubicBezTo>
                    <a:pt x="497" y="289"/>
                    <a:pt x="497" y="291"/>
                    <a:pt x="498" y="291"/>
                  </a:cubicBezTo>
                  <a:cubicBezTo>
                    <a:pt x="499" y="292"/>
                    <a:pt x="502" y="291"/>
                    <a:pt x="503" y="291"/>
                  </a:cubicBezTo>
                  <a:cubicBezTo>
                    <a:pt x="504" y="291"/>
                    <a:pt x="505" y="292"/>
                    <a:pt x="505" y="293"/>
                  </a:cubicBezTo>
                  <a:cubicBezTo>
                    <a:pt x="506" y="293"/>
                    <a:pt x="506" y="296"/>
                    <a:pt x="507" y="296"/>
                  </a:cubicBezTo>
                  <a:cubicBezTo>
                    <a:pt x="508" y="297"/>
                    <a:pt x="509" y="296"/>
                    <a:pt x="510" y="296"/>
                  </a:cubicBezTo>
                  <a:cubicBezTo>
                    <a:pt x="510" y="296"/>
                    <a:pt x="511" y="294"/>
                    <a:pt x="511" y="294"/>
                  </a:cubicBezTo>
                  <a:cubicBezTo>
                    <a:pt x="512" y="294"/>
                    <a:pt x="513" y="296"/>
                    <a:pt x="514" y="296"/>
                  </a:cubicBezTo>
                  <a:cubicBezTo>
                    <a:pt x="514" y="297"/>
                    <a:pt x="514" y="300"/>
                    <a:pt x="513" y="301"/>
                  </a:cubicBezTo>
                  <a:cubicBezTo>
                    <a:pt x="512" y="302"/>
                    <a:pt x="510" y="303"/>
                    <a:pt x="509" y="304"/>
                  </a:cubicBezTo>
                  <a:cubicBezTo>
                    <a:pt x="509" y="304"/>
                    <a:pt x="507" y="306"/>
                    <a:pt x="506" y="306"/>
                  </a:cubicBezTo>
                  <a:cubicBezTo>
                    <a:pt x="505" y="307"/>
                    <a:pt x="505" y="310"/>
                    <a:pt x="505" y="311"/>
                  </a:cubicBezTo>
                  <a:cubicBezTo>
                    <a:pt x="504" y="312"/>
                    <a:pt x="503" y="314"/>
                    <a:pt x="502" y="315"/>
                  </a:cubicBezTo>
                  <a:cubicBezTo>
                    <a:pt x="501" y="316"/>
                    <a:pt x="499" y="319"/>
                    <a:pt x="498" y="318"/>
                  </a:cubicBezTo>
                  <a:cubicBezTo>
                    <a:pt x="497" y="318"/>
                    <a:pt x="498" y="315"/>
                    <a:pt x="498" y="314"/>
                  </a:cubicBezTo>
                  <a:cubicBezTo>
                    <a:pt x="498" y="313"/>
                    <a:pt x="497" y="312"/>
                    <a:pt x="498" y="311"/>
                  </a:cubicBezTo>
                  <a:cubicBezTo>
                    <a:pt x="498" y="310"/>
                    <a:pt x="499" y="308"/>
                    <a:pt x="500" y="307"/>
                  </a:cubicBezTo>
                  <a:cubicBezTo>
                    <a:pt x="500" y="305"/>
                    <a:pt x="500" y="303"/>
                    <a:pt x="500" y="301"/>
                  </a:cubicBezTo>
                  <a:cubicBezTo>
                    <a:pt x="500" y="300"/>
                    <a:pt x="499" y="298"/>
                    <a:pt x="498" y="298"/>
                  </a:cubicBezTo>
                  <a:cubicBezTo>
                    <a:pt x="498" y="297"/>
                    <a:pt x="497" y="297"/>
                    <a:pt x="497" y="297"/>
                  </a:cubicBezTo>
                  <a:cubicBezTo>
                    <a:pt x="496" y="298"/>
                    <a:pt x="496" y="300"/>
                    <a:pt x="496" y="301"/>
                  </a:cubicBezTo>
                  <a:cubicBezTo>
                    <a:pt x="496" y="302"/>
                    <a:pt x="496" y="304"/>
                    <a:pt x="496" y="305"/>
                  </a:cubicBezTo>
                  <a:cubicBezTo>
                    <a:pt x="496" y="306"/>
                    <a:pt x="494" y="307"/>
                    <a:pt x="494" y="308"/>
                  </a:cubicBezTo>
                  <a:cubicBezTo>
                    <a:pt x="494" y="309"/>
                    <a:pt x="494" y="312"/>
                    <a:pt x="494" y="314"/>
                  </a:cubicBezTo>
                  <a:cubicBezTo>
                    <a:pt x="494" y="315"/>
                    <a:pt x="495" y="317"/>
                    <a:pt x="495" y="318"/>
                  </a:cubicBezTo>
                  <a:cubicBezTo>
                    <a:pt x="495" y="319"/>
                    <a:pt x="495" y="321"/>
                    <a:pt x="494" y="322"/>
                  </a:cubicBezTo>
                  <a:cubicBezTo>
                    <a:pt x="493" y="323"/>
                    <a:pt x="492" y="323"/>
                    <a:pt x="491" y="324"/>
                  </a:cubicBezTo>
                  <a:cubicBezTo>
                    <a:pt x="490" y="325"/>
                    <a:pt x="488" y="327"/>
                    <a:pt x="488" y="328"/>
                  </a:cubicBezTo>
                  <a:cubicBezTo>
                    <a:pt x="487" y="329"/>
                    <a:pt x="486" y="332"/>
                    <a:pt x="486" y="333"/>
                  </a:cubicBezTo>
                  <a:cubicBezTo>
                    <a:pt x="485" y="334"/>
                    <a:pt x="483" y="337"/>
                    <a:pt x="482" y="338"/>
                  </a:cubicBezTo>
                  <a:cubicBezTo>
                    <a:pt x="481" y="339"/>
                    <a:pt x="480" y="340"/>
                    <a:pt x="479" y="341"/>
                  </a:cubicBezTo>
                  <a:cubicBezTo>
                    <a:pt x="478" y="342"/>
                    <a:pt x="478" y="345"/>
                    <a:pt x="477" y="346"/>
                  </a:cubicBezTo>
                  <a:cubicBezTo>
                    <a:pt x="477" y="347"/>
                    <a:pt x="475" y="349"/>
                    <a:pt x="475" y="350"/>
                  </a:cubicBezTo>
                  <a:cubicBezTo>
                    <a:pt x="474" y="351"/>
                    <a:pt x="473" y="353"/>
                    <a:pt x="473" y="354"/>
                  </a:cubicBezTo>
                  <a:cubicBezTo>
                    <a:pt x="472" y="356"/>
                    <a:pt x="474" y="359"/>
                    <a:pt x="474" y="361"/>
                  </a:cubicBezTo>
                  <a:cubicBezTo>
                    <a:pt x="473" y="363"/>
                    <a:pt x="471" y="365"/>
                    <a:pt x="471" y="366"/>
                  </a:cubicBezTo>
                  <a:cubicBezTo>
                    <a:pt x="471" y="368"/>
                    <a:pt x="472" y="372"/>
                    <a:pt x="472" y="374"/>
                  </a:cubicBezTo>
                  <a:cubicBezTo>
                    <a:pt x="472" y="376"/>
                    <a:pt x="471" y="380"/>
                    <a:pt x="471" y="381"/>
                  </a:cubicBezTo>
                  <a:cubicBezTo>
                    <a:pt x="470" y="383"/>
                    <a:pt x="468" y="385"/>
                    <a:pt x="468" y="387"/>
                  </a:cubicBezTo>
                  <a:cubicBezTo>
                    <a:pt x="467" y="388"/>
                    <a:pt x="468" y="391"/>
                    <a:pt x="467" y="392"/>
                  </a:cubicBezTo>
                  <a:cubicBezTo>
                    <a:pt x="467" y="394"/>
                    <a:pt x="466" y="397"/>
                    <a:pt x="464" y="398"/>
                  </a:cubicBezTo>
                  <a:cubicBezTo>
                    <a:pt x="464" y="399"/>
                    <a:pt x="461" y="399"/>
                    <a:pt x="460" y="400"/>
                  </a:cubicBezTo>
                  <a:cubicBezTo>
                    <a:pt x="459" y="401"/>
                    <a:pt x="458" y="402"/>
                    <a:pt x="458" y="403"/>
                  </a:cubicBezTo>
                  <a:cubicBezTo>
                    <a:pt x="458" y="404"/>
                    <a:pt x="456" y="406"/>
                    <a:pt x="456" y="407"/>
                  </a:cubicBezTo>
                  <a:cubicBezTo>
                    <a:pt x="456" y="408"/>
                    <a:pt x="458" y="411"/>
                    <a:pt x="457" y="412"/>
                  </a:cubicBezTo>
                  <a:cubicBezTo>
                    <a:pt x="457" y="413"/>
                    <a:pt x="454" y="413"/>
                    <a:pt x="453" y="412"/>
                  </a:cubicBezTo>
                  <a:cubicBezTo>
                    <a:pt x="452" y="412"/>
                    <a:pt x="451" y="411"/>
                    <a:pt x="450" y="411"/>
                  </a:cubicBezTo>
                  <a:cubicBezTo>
                    <a:pt x="449" y="411"/>
                    <a:pt x="446" y="413"/>
                    <a:pt x="445" y="414"/>
                  </a:cubicBezTo>
                  <a:cubicBezTo>
                    <a:pt x="444" y="414"/>
                    <a:pt x="442" y="415"/>
                    <a:pt x="442" y="416"/>
                  </a:cubicBezTo>
                  <a:cubicBezTo>
                    <a:pt x="441" y="416"/>
                    <a:pt x="440" y="419"/>
                    <a:pt x="440" y="420"/>
                  </a:cubicBezTo>
                  <a:cubicBezTo>
                    <a:pt x="440" y="421"/>
                    <a:pt x="440" y="424"/>
                    <a:pt x="439" y="425"/>
                  </a:cubicBezTo>
                  <a:cubicBezTo>
                    <a:pt x="439" y="426"/>
                    <a:pt x="439" y="429"/>
                    <a:pt x="438" y="430"/>
                  </a:cubicBezTo>
                  <a:cubicBezTo>
                    <a:pt x="438" y="431"/>
                    <a:pt x="437" y="431"/>
                    <a:pt x="436" y="430"/>
                  </a:cubicBezTo>
                  <a:cubicBezTo>
                    <a:pt x="435" y="430"/>
                    <a:pt x="435" y="428"/>
                    <a:pt x="435" y="427"/>
                  </a:cubicBezTo>
                  <a:cubicBezTo>
                    <a:pt x="434" y="426"/>
                    <a:pt x="435" y="425"/>
                    <a:pt x="434" y="424"/>
                  </a:cubicBezTo>
                  <a:cubicBezTo>
                    <a:pt x="434" y="424"/>
                    <a:pt x="433" y="423"/>
                    <a:pt x="433" y="423"/>
                  </a:cubicBezTo>
                  <a:cubicBezTo>
                    <a:pt x="432" y="424"/>
                    <a:pt x="432" y="426"/>
                    <a:pt x="432" y="427"/>
                  </a:cubicBezTo>
                  <a:cubicBezTo>
                    <a:pt x="431" y="428"/>
                    <a:pt x="431" y="430"/>
                    <a:pt x="431" y="431"/>
                  </a:cubicBezTo>
                  <a:cubicBezTo>
                    <a:pt x="431" y="432"/>
                    <a:pt x="432" y="433"/>
                    <a:pt x="432" y="434"/>
                  </a:cubicBezTo>
                  <a:cubicBezTo>
                    <a:pt x="432" y="435"/>
                    <a:pt x="432" y="437"/>
                    <a:pt x="431" y="437"/>
                  </a:cubicBezTo>
                  <a:cubicBezTo>
                    <a:pt x="431" y="437"/>
                    <a:pt x="429" y="437"/>
                    <a:pt x="429" y="437"/>
                  </a:cubicBezTo>
                  <a:cubicBezTo>
                    <a:pt x="428" y="437"/>
                    <a:pt x="428" y="435"/>
                    <a:pt x="428" y="434"/>
                  </a:cubicBezTo>
                  <a:cubicBezTo>
                    <a:pt x="428" y="434"/>
                    <a:pt x="429" y="433"/>
                    <a:pt x="428" y="432"/>
                  </a:cubicBezTo>
                  <a:cubicBezTo>
                    <a:pt x="428" y="432"/>
                    <a:pt x="428" y="430"/>
                    <a:pt x="428" y="430"/>
                  </a:cubicBezTo>
                  <a:cubicBezTo>
                    <a:pt x="427" y="429"/>
                    <a:pt x="426" y="428"/>
                    <a:pt x="426" y="428"/>
                  </a:cubicBezTo>
                  <a:cubicBezTo>
                    <a:pt x="425" y="429"/>
                    <a:pt x="424" y="430"/>
                    <a:pt x="424" y="430"/>
                  </a:cubicBezTo>
                  <a:cubicBezTo>
                    <a:pt x="423" y="432"/>
                    <a:pt x="425" y="435"/>
                    <a:pt x="425" y="436"/>
                  </a:cubicBezTo>
                  <a:cubicBezTo>
                    <a:pt x="425" y="437"/>
                    <a:pt x="424" y="439"/>
                    <a:pt x="423" y="440"/>
                  </a:cubicBezTo>
                  <a:cubicBezTo>
                    <a:pt x="422" y="440"/>
                    <a:pt x="420" y="441"/>
                    <a:pt x="419" y="440"/>
                  </a:cubicBezTo>
                  <a:cubicBezTo>
                    <a:pt x="419" y="440"/>
                    <a:pt x="418" y="439"/>
                    <a:pt x="418" y="438"/>
                  </a:cubicBezTo>
                  <a:cubicBezTo>
                    <a:pt x="417" y="438"/>
                    <a:pt x="415" y="438"/>
                    <a:pt x="415" y="439"/>
                  </a:cubicBezTo>
                  <a:cubicBezTo>
                    <a:pt x="414" y="439"/>
                    <a:pt x="411" y="440"/>
                    <a:pt x="411" y="441"/>
                  </a:cubicBezTo>
                  <a:cubicBezTo>
                    <a:pt x="411" y="442"/>
                    <a:pt x="412" y="444"/>
                    <a:pt x="411" y="445"/>
                  </a:cubicBezTo>
                  <a:cubicBezTo>
                    <a:pt x="411" y="446"/>
                    <a:pt x="409" y="448"/>
                    <a:pt x="408" y="448"/>
                  </a:cubicBezTo>
                  <a:cubicBezTo>
                    <a:pt x="407" y="448"/>
                    <a:pt x="406" y="446"/>
                    <a:pt x="405" y="446"/>
                  </a:cubicBezTo>
                  <a:cubicBezTo>
                    <a:pt x="404" y="446"/>
                    <a:pt x="403" y="446"/>
                    <a:pt x="402" y="446"/>
                  </a:cubicBezTo>
                  <a:cubicBezTo>
                    <a:pt x="401" y="447"/>
                    <a:pt x="400" y="450"/>
                    <a:pt x="399" y="451"/>
                  </a:cubicBezTo>
                  <a:cubicBezTo>
                    <a:pt x="398" y="451"/>
                    <a:pt x="397" y="452"/>
                    <a:pt x="397" y="453"/>
                  </a:cubicBezTo>
                  <a:cubicBezTo>
                    <a:pt x="396" y="453"/>
                    <a:pt x="395" y="454"/>
                    <a:pt x="394" y="455"/>
                  </a:cubicBezTo>
                  <a:cubicBezTo>
                    <a:pt x="394" y="456"/>
                    <a:pt x="393" y="458"/>
                    <a:pt x="393" y="459"/>
                  </a:cubicBezTo>
                  <a:cubicBezTo>
                    <a:pt x="393" y="460"/>
                    <a:pt x="392" y="462"/>
                    <a:pt x="392" y="463"/>
                  </a:cubicBezTo>
                  <a:cubicBezTo>
                    <a:pt x="392" y="464"/>
                    <a:pt x="394" y="465"/>
                    <a:pt x="394" y="466"/>
                  </a:cubicBezTo>
                  <a:cubicBezTo>
                    <a:pt x="394" y="468"/>
                    <a:pt x="395" y="472"/>
                    <a:pt x="394" y="473"/>
                  </a:cubicBezTo>
                  <a:cubicBezTo>
                    <a:pt x="393" y="474"/>
                    <a:pt x="391" y="475"/>
                    <a:pt x="390" y="475"/>
                  </a:cubicBezTo>
                  <a:cubicBezTo>
                    <a:pt x="389" y="475"/>
                    <a:pt x="387" y="476"/>
                    <a:pt x="386" y="476"/>
                  </a:cubicBezTo>
                  <a:cubicBezTo>
                    <a:pt x="385" y="476"/>
                    <a:pt x="383" y="474"/>
                    <a:pt x="382" y="472"/>
                  </a:cubicBezTo>
                  <a:cubicBezTo>
                    <a:pt x="382" y="472"/>
                    <a:pt x="382" y="470"/>
                    <a:pt x="382" y="469"/>
                  </a:cubicBezTo>
                  <a:cubicBezTo>
                    <a:pt x="381" y="468"/>
                    <a:pt x="381" y="467"/>
                    <a:pt x="380" y="467"/>
                  </a:cubicBezTo>
                  <a:cubicBezTo>
                    <a:pt x="380" y="466"/>
                    <a:pt x="378" y="466"/>
                    <a:pt x="377" y="465"/>
                  </a:cubicBezTo>
                  <a:cubicBezTo>
                    <a:pt x="377" y="464"/>
                    <a:pt x="376" y="462"/>
                    <a:pt x="376" y="462"/>
                  </a:cubicBezTo>
                  <a:cubicBezTo>
                    <a:pt x="376" y="461"/>
                    <a:pt x="376" y="459"/>
                    <a:pt x="376" y="458"/>
                  </a:cubicBezTo>
                  <a:cubicBezTo>
                    <a:pt x="375" y="457"/>
                    <a:pt x="373" y="457"/>
                    <a:pt x="372" y="456"/>
                  </a:cubicBezTo>
                  <a:cubicBezTo>
                    <a:pt x="371" y="456"/>
                    <a:pt x="369" y="456"/>
                    <a:pt x="368" y="457"/>
                  </a:cubicBezTo>
                  <a:cubicBezTo>
                    <a:pt x="367" y="458"/>
                    <a:pt x="367" y="459"/>
                    <a:pt x="368" y="460"/>
                  </a:cubicBezTo>
                  <a:cubicBezTo>
                    <a:pt x="368" y="461"/>
                    <a:pt x="370" y="462"/>
                    <a:pt x="370" y="462"/>
                  </a:cubicBezTo>
                  <a:cubicBezTo>
                    <a:pt x="370" y="463"/>
                    <a:pt x="370" y="465"/>
                    <a:pt x="370" y="466"/>
                  </a:cubicBezTo>
                  <a:cubicBezTo>
                    <a:pt x="370" y="467"/>
                    <a:pt x="373" y="468"/>
                    <a:pt x="374" y="469"/>
                  </a:cubicBezTo>
                  <a:cubicBezTo>
                    <a:pt x="374" y="470"/>
                    <a:pt x="373" y="472"/>
                    <a:pt x="373" y="473"/>
                  </a:cubicBezTo>
                  <a:cubicBezTo>
                    <a:pt x="374" y="474"/>
                    <a:pt x="376" y="476"/>
                    <a:pt x="376" y="477"/>
                  </a:cubicBezTo>
                  <a:cubicBezTo>
                    <a:pt x="376" y="478"/>
                    <a:pt x="375" y="480"/>
                    <a:pt x="374" y="481"/>
                  </a:cubicBezTo>
                  <a:cubicBezTo>
                    <a:pt x="373" y="481"/>
                    <a:pt x="371" y="481"/>
                    <a:pt x="371" y="481"/>
                  </a:cubicBezTo>
                  <a:cubicBezTo>
                    <a:pt x="370" y="480"/>
                    <a:pt x="369" y="478"/>
                    <a:pt x="369" y="477"/>
                  </a:cubicBezTo>
                  <a:cubicBezTo>
                    <a:pt x="368" y="476"/>
                    <a:pt x="369" y="474"/>
                    <a:pt x="368" y="474"/>
                  </a:cubicBezTo>
                  <a:cubicBezTo>
                    <a:pt x="367" y="473"/>
                    <a:pt x="363" y="473"/>
                    <a:pt x="362" y="474"/>
                  </a:cubicBezTo>
                  <a:cubicBezTo>
                    <a:pt x="362" y="474"/>
                    <a:pt x="361" y="474"/>
                    <a:pt x="361" y="474"/>
                  </a:cubicBezTo>
                  <a:cubicBezTo>
                    <a:pt x="360" y="471"/>
                    <a:pt x="359" y="468"/>
                    <a:pt x="358" y="466"/>
                  </a:cubicBezTo>
                  <a:cubicBezTo>
                    <a:pt x="357" y="464"/>
                    <a:pt x="355" y="460"/>
                    <a:pt x="354" y="458"/>
                  </a:cubicBezTo>
                  <a:cubicBezTo>
                    <a:pt x="353" y="457"/>
                    <a:pt x="351" y="454"/>
                    <a:pt x="350" y="452"/>
                  </a:cubicBezTo>
                  <a:cubicBezTo>
                    <a:pt x="349" y="450"/>
                    <a:pt x="348" y="446"/>
                    <a:pt x="347" y="444"/>
                  </a:cubicBezTo>
                  <a:cubicBezTo>
                    <a:pt x="345" y="441"/>
                    <a:pt x="340" y="434"/>
                    <a:pt x="338" y="431"/>
                  </a:cubicBezTo>
                  <a:cubicBezTo>
                    <a:pt x="335" y="428"/>
                    <a:pt x="330" y="423"/>
                    <a:pt x="327" y="421"/>
                  </a:cubicBezTo>
                  <a:cubicBezTo>
                    <a:pt x="325" y="420"/>
                    <a:pt x="320" y="418"/>
                    <a:pt x="317" y="417"/>
                  </a:cubicBezTo>
                  <a:cubicBezTo>
                    <a:pt x="314" y="415"/>
                    <a:pt x="307" y="413"/>
                    <a:pt x="303" y="412"/>
                  </a:cubicBezTo>
                  <a:cubicBezTo>
                    <a:pt x="301" y="410"/>
                    <a:pt x="295" y="408"/>
                    <a:pt x="294" y="405"/>
                  </a:cubicBezTo>
                  <a:cubicBezTo>
                    <a:pt x="293" y="404"/>
                    <a:pt x="293" y="402"/>
                    <a:pt x="293" y="401"/>
                  </a:cubicBezTo>
                  <a:cubicBezTo>
                    <a:pt x="293" y="399"/>
                    <a:pt x="292" y="396"/>
                    <a:pt x="292" y="395"/>
                  </a:cubicBezTo>
                  <a:cubicBezTo>
                    <a:pt x="292" y="393"/>
                    <a:pt x="294" y="391"/>
                    <a:pt x="294" y="390"/>
                  </a:cubicBezTo>
                  <a:cubicBezTo>
                    <a:pt x="294" y="388"/>
                    <a:pt x="291" y="386"/>
                    <a:pt x="290" y="385"/>
                  </a:cubicBezTo>
                  <a:cubicBezTo>
                    <a:pt x="289" y="384"/>
                    <a:pt x="285" y="383"/>
                    <a:pt x="283" y="383"/>
                  </a:cubicBezTo>
                  <a:cubicBezTo>
                    <a:pt x="281" y="383"/>
                    <a:pt x="275" y="383"/>
                    <a:pt x="272" y="384"/>
                  </a:cubicBezTo>
                  <a:cubicBezTo>
                    <a:pt x="270" y="386"/>
                    <a:pt x="266" y="390"/>
                    <a:pt x="264" y="392"/>
                  </a:cubicBezTo>
                  <a:cubicBezTo>
                    <a:pt x="261" y="394"/>
                    <a:pt x="254" y="397"/>
                    <a:pt x="250" y="398"/>
                  </a:cubicBezTo>
                  <a:cubicBezTo>
                    <a:pt x="247" y="399"/>
                    <a:pt x="241" y="403"/>
                    <a:pt x="238" y="403"/>
                  </a:cubicBezTo>
                  <a:cubicBezTo>
                    <a:pt x="233" y="405"/>
                    <a:pt x="223" y="405"/>
                    <a:pt x="218" y="405"/>
                  </a:cubicBezTo>
                  <a:cubicBezTo>
                    <a:pt x="213" y="405"/>
                    <a:pt x="205" y="406"/>
                    <a:pt x="200" y="405"/>
                  </a:cubicBezTo>
                  <a:cubicBezTo>
                    <a:pt x="197" y="404"/>
                    <a:pt x="191" y="400"/>
                    <a:pt x="188" y="398"/>
                  </a:cubicBezTo>
                  <a:cubicBezTo>
                    <a:pt x="185" y="396"/>
                    <a:pt x="179" y="391"/>
                    <a:pt x="177" y="389"/>
                  </a:cubicBezTo>
                  <a:cubicBezTo>
                    <a:pt x="176" y="388"/>
                    <a:pt x="174" y="386"/>
                    <a:pt x="172" y="38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43"/>
            <p:cNvSpPr>
              <a:spLocks/>
            </p:cNvSpPr>
            <p:nvPr/>
          </p:nvSpPr>
          <p:spPr bwMode="auto">
            <a:xfrm>
              <a:off x="4589463" y="2886075"/>
              <a:ext cx="12700" cy="14288"/>
            </a:xfrm>
            <a:custGeom>
              <a:avLst/>
              <a:gdLst/>
              <a:ahLst/>
              <a:cxnLst>
                <a:cxn ang="0">
                  <a:pos x="7" y="1"/>
                </a:cxn>
                <a:cxn ang="0">
                  <a:pos x="3" y="1"/>
                </a:cxn>
                <a:cxn ang="0">
                  <a:pos x="1" y="2"/>
                </a:cxn>
                <a:cxn ang="0">
                  <a:pos x="0" y="4"/>
                </a:cxn>
                <a:cxn ang="0">
                  <a:pos x="2" y="7"/>
                </a:cxn>
                <a:cxn ang="0">
                  <a:pos x="5" y="8"/>
                </a:cxn>
                <a:cxn ang="0">
                  <a:pos x="7" y="4"/>
                </a:cxn>
                <a:cxn ang="0">
                  <a:pos x="7" y="1"/>
                </a:cxn>
              </a:cxnLst>
              <a:rect l="0" t="0" r="r" b="b"/>
              <a:pathLst>
                <a:path w="7" h="8">
                  <a:moveTo>
                    <a:pt x="7" y="1"/>
                  </a:moveTo>
                  <a:cubicBezTo>
                    <a:pt x="6" y="0"/>
                    <a:pt x="4" y="1"/>
                    <a:pt x="3" y="1"/>
                  </a:cubicBezTo>
                  <a:cubicBezTo>
                    <a:pt x="3" y="1"/>
                    <a:pt x="1" y="1"/>
                    <a:pt x="1" y="2"/>
                  </a:cubicBezTo>
                  <a:cubicBezTo>
                    <a:pt x="1" y="2"/>
                    <a:pt x="0" y="4"/>
                    <a:pt x="0" y="4"/>
                  </a:cubicBezTo>
                  <a:cubicBezTo>
                    <a:pt x="0" y="5"/>
                    <a:pt x="1" y="7"/>
                    <a:pt x="2" y="7"/>
                  </a:cubicBezTo>
                  <a:cubicBezTo>
                    <a:pt x="3" y="8"/>
                    <a:pt x="5" y="8"/>
                    <a:pt x="5" y="8"/>
                  </a:cubicBezTo>
                  <a:cubicBezTo>
                    <a:pt x="6" y="7"/>
                    <a:pt x="7" y="5"/>
                    <a:pt x="7" y="4"/>
                  </a:cubicBezTo>
                  <a:cubicBezTo>
                    <a:pt x="7" y="3"/>
                    <a:pt x="7" y="1"/>
                    <a:pt x="7"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44"/>
            <p:cNvSpPr>
              <a:spLocks/>
            </p:cNvSpPr>
            <p:nvPr/>
          </p:nvSpPr>
          <p:spPr bwMode="auto">
            <a:xfrm>
              <a:off x="4551363" y="2819400"/>
              <a:ext cx="17462" cy="31750"/>
            </a:xfrm>
            <a:custGeom>
              <a:avLst/>
              <a:gdLst/>
              <a:ahLst/>
              <a:cxnLst>
                <a:cxn ang="0">
                  <a:pos x="10" y="15"/>
                </a:cxn>
                <a:cxn ang="0">
                  <a:pos x="9" y="18"/>
                </a:cxn>
                <a:cxn ang="0">
                  <a:pos x="6" y="18"/>
                </a:cxn>
                <a:cxn ang="0">
                  <a:pos x="4" y="15"/>
                </a:cxn>
                <a:cxn ang="0">
                  <a:pos x="2" y="13"/>
                </a:cxn>
                <a:cxn ang="0">
                  <a:pos x="1" y="10"/>
                </a:cxn>
                <a:cxn ang="0">
                  <a:pos x="1" y="6"/>
                </a:cxn>
                <a:cxn ang="0">
                  <a:pos x="1" y="2"/>
                </a:cxn>
                <a:cxn ang="0">
                  <a:pos x="2" y="0"/>
                </a:cxn>
                <a:cxn ang="0">
                  <a:pos x="4" y="2"/>
                </a:cxn>
                <a:cxn ang="0">
                  <a:pos x="5" y="4"/>
                </a:cxn>
                <a:cxn ang="0">
                  <a:pos x="8" y="6"/>
                </a:cxn>
                <a:cxn ang="0">
                  <a:pos x="8" y="9"/>
                </a:cxn>
                <a:cxn ang="0">
                  <a:pos x="9" y="12"/>
                </a:cxn>
                <a:cxn ang="0">
                  <a:pos x="10" y="15"/>
                </a:cxn>
              </a:cxnLst>
              <a:rect l="0" t="0" r="r" b="b"/>
              <a:pathLst>
                <a:path w="10" h="18">
                  <a:moveTo>
                    <a:pt x="10" y="15"/>
                  </a:moveTo>
                  <a:cubicBezTo>
                    <a:pt x="10" y="16"/>
                    <a:pt x="10" y="17"/>
                    <a:pt x="9" y="18"/>
                  </a:cubicBezTo>
                  <a:cubicBezTo>
                    <a:pt x="8" y="18"/>
                    <a:pt x="6" y="18"/>
                    <a:pt x="6" y="18"/>
                  </a:cubicBezTo>
                  <a:cubicBezTo>
                    <a:pt x="5" y="17"/>
                    <a:pt x="5" y="15"/>
                    <a:pt x="4" y="15"/>
                  </a:cubicBezTo>
                  <a:cubicBezTo>
                    <a:pt x="4" y="14"/>
                    <a:pt x="2" y="14"/>
                    <a:pt x="2" y="13"/>
                  </a:cubicBezTo>
                  <a:cubicBezTo>
                    <a:pt x="1" y="13"/>
                    <a:pt x="1" y="11"/>
                    <a:pt x="1" y="10"/>
                  </a:cubicBezTo>
                  <a:cubicBezTo>
                    <a:pt x="1" y="9"/>
                    <a:pt x="1" y="7"/>
                    <a:pt x="1" y="6"/>
                  </a:cubicBezTo>
                  <a:cubicBezTo>
                    <a:pt x="1" y="5"/>
                    <a:pt x="0" y="3"/>
                    <a:pt x="1" y="2"/>
                  </a:cubicBezTo>
                  <a:cubicBezTo>
                    <a:pt x="1" y="2"/>
                    <a:pt x="2" y="0"/>
                    <a:pt x="2" y="0"/>
                  </a:cubicBezTo>
                  <a:cubicBezTo>
                    <a:pt x="3" y="0"/>
                    <a:pt x="4" y="1"/>
                    <a:pt x="4" y="2"/>
                  </a:cubicBezTo>
                  <a:cubicBezTo>
                    <a:pt x="4" y="2"/>
                    <a:pt x="4" y="4"/>
                    <a:pt x="5" y="4"/>
                  </a:cubicBezTo>
                  <a:cubicBezTo>
                    <a:pt x="5" y="5"/>
                    <a:pt x="7" y="5"/>
                    <a:pt x="8" y="6"/>
                  </a:cubicBezTo>
                  <a:cubicBezTo>
                    <a:pt x="8" y="7"/>
                    <a:pt x="8" y="8"/>
                    <a:pt x="8" y="9"/>
                  </a:cubicBezTo>
                  <a:cubicBezTo>
                    <a:pt x="8" y="10"/>
                    <a:pt x="9" y="11"/>
                    <a:pt x="9" y="12"/>
                  </a:cubicBezTo>
                  <a:cubicBezTo>
                    <a:pt x="9" y="12"/>
                    <a:pt x="10" y="14"/>
                    <a:pt x="10"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45"/>
            <p:cNvSpPr>
              <a:spLocks/>
            </p:cNvSpPr>
            <p:nvPr/>
          </p:nvSpPr>
          <p:spPr bwMode="auto">
            <a:xfrm>
              <a:off x="4624388" y="2781300"/>
              <a:ext cx="11112" cy="12700"/>
            </a:xfrm>
            <a:custGeom>
              <a:avLst/>
              <a:gdLst/>
              <a:ahLst/>
              <a:cxnLst>
                <a:cxn ang="0">
                  <a:pos x="7" y="1"/>
                </a:cxn>
                <a:cxn ang="0">
                  <a:pos x="5" y="0"/>
                </a:cxn>
                <a:cxn ang="0">
                  <a:pos x="2" y="0"/>
                </a:cxn>
                <a:cxn ang="0">
                  <a:pos x="1" y="2"/>
                </a:cxn>
                <a:cxn ang="0">
                  <a:pos x="0" y="6"/>
                </a:cxn>
                <a:cxn ang="0">
                  <a:pos x="1" y="8"/>
                </a:cxn>
                <a:cxn ang="0">
                  <a:pos x="4" y="8"/>
                </a:cxn>
                <a:cxn ang="0">
                  <a:pos x="6" y="5"/>
                </a:cxn>
                <a:cxn ang="0">
                  <a:pos x="7" y="1"/>
                </a:cxn>
              </a:cxnLst>
              <a:rect l="0" t="0" r="r" b="b"/>
              <a:pathLst>
                <a:path w="7" h="8">
                  <a:moveTo>
                    <a:pt x="7" y="1"/>
                  </a:moveTo>
                  <a:cubicBezTo>
                    <a:pt x="7" y="1"/>
                    <a:pt x="5" y="0"/>
                    <a:pt x="5" y="0"/>
                  </a:cubicBezTo>
                  <a:cubicBezTo>
                    <a:pt x="4" y="0"/>
                    <a:pt x="3" y="0"/>
                    <a:pt x="2" y="0"/>
                  </a:cubicBezTo>
                  <a:cubicBezTo>
                    <a:pt x="2" y="0"/>
                    <a:pt x="1" y="2"/>
                    <a:pt x="1" y="2"/>
                  </a:cubicBezTo>
                  <a:cubicBezTo>
                    <a:pt x="1" y="3"/>
                    <a:pt x="0" y="5"/>
                    <a:pt x="0" y="6"/>
                  </a:cubicBezTo>
                  <a:cubicBezTo>
                    <a:pt x="0" y="6"/>
                    <a:pt x="1" y="8"/>
                    <a:pt x="1" y="8"/>
                  </a:cubicBezTo>
                  <a:cubicBezTo>
                    <a:pt x="2" y="8"/>
                    <a:pt x="4" y="8"/>
                    <a:pt x="4" y="8"/>
                  </a:cubicBezTo>
                  <a:cubicBezTo>
                    <a:pt x="5" y="7"/>
                    <a:pt x="5" y="6"/>
                    <a:pt x="6" y="5"/>
                  </a:cubicBezTo>
                  <a:cubicBezTo>
                    <a:pt x="6" y="4"/>
                    <a:pt x="7" y="2"/>
                    <a:pt x="7"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46"/>
            <p:cNvSpPr>
              <a:spLocks/>
            </p:cNvSpPr>
            <p:nvPr/>
          </p:nvSpPr>
          <p:spPr bwMode="auto">
            <a:xfrm>
              <a:off x="4632325" y="2744788"/>
              <a:ext cx="15875" cy="25400"/>
            </a:xfrm>
            <a:custGeom>
              <a:avLst/>
              <a:gdLst/>
              <a:ahLst/>
              <a:cxnLst>
                <a:cxn ang="0">
                  <a:pos x="5" y="14"/>
                </a:cxn>
                <a:cxn ang="0">
                  <a:pos x="2" y="10"/>
                </a:cxn>
                <a:cxn ang="0">
                  <a:pos x="1" y="7"/>
                </a:cxn>
                <a:cxn ang="0">
                  <a:pos x="1" y="2"/>
                </a:cxn>
                <a:cxn ang="0">
                  <a:pos x="4" y="0"/>
                </a:cxn>
                <a:cxn ang="0">
                  <a:pos x="6" y="0"/>
                </a:cxn>
                <a:cxn ang="0">
                  <a:pos x="9" y="2"/>
                </a:cxn>
                <a:cxn ang="0">
                  <a:pos x="8" y="6"/>
                </a:cxn>
                <a:cxn ang="0">
                  <a:pos x="7" y="8"/>
                </a:cxn>
                <a:cxn ang="0">
                  <a:pos x="7" y="11"/>
                </a:cxn>
                <a:cxn ang="0">
                  <a:pos x="7" y="15"/>
                </a:cxn>
                <a:cxn ang="0">
                  <a:pos x="5" y="14"/>
                </a:cxn>
              </a:cxnLst>
              <a:rect l="0" t="0" r="r" b="b"/>
              <a:pathLst>
                <a:path w="9" h="15">
                  <a:moveTo>
                    <a:pt x="5" y="14"/>
                  </a:moveTo>
                  <a:cubicBezTo>
                    <a:pt x="4" y="13"/>
                    <a:pt x="3" y="11"/>
                    <a:pt x="2" y="10"/>
                  </a:cubicBezTo>
                  <a:cubicBezTo>
                    <a:pt x="2" y="10"/>
                    <a:pt x="1" y="8"/>
                    <a:pt x="1" y="7"/>
                  </a:cubicBezTo>
                  <a:cubicBezTo>
                    <a:pt x="1" y="5"/>
                    <a:pt x="0" y="3"/>
                    <a:pt x="1" y="2"/>
                  </a:cubicBezTo>
                  <a:cubicBezTo>
                    <a:pt x="1" y="1"/>
                    <a:pt x="3" y="0"/>
                    <a:pt x="4" y="0"/>
                  </a:cubicBezTo>
                  <a:cubicBezTo>
                    <a:pt x="4" y="0"/>
                    <a:pt x="6" y="0"/>
                    <a:pt x="6" y="0"/>
                  </a:cubicBezTo>
                  <a:cubicBezTo>
                    <a:pt x="7" y="0"/>
                    <a:pt x="9" y="1"/>
                    <a:pt x="9" y="2"/>
                  </a:cubicBezTo>
                  <a:cubicBezTo>
                    <a:pt x="9" y="3"/>
                    <a:pt x="8" y="5"/>
                    <a:pt x="8" y="6"/>
                  </a:cubicBezTo>
                  <a:cubicBezTo>
                    <a:pt x="8" y="6"/>
                    <a:pt x="7" y="7"/>
                    <a:pt x="7" y="8"/>
                  </a:cubicBezTo>
                  <a:cubicBezTo>
                    <a:pt x="7" y="9"/>
                    <a:pt x="7" y="10"/>
                    <a:pt x="7" y="11"/>
                  </a:cubicBezTo>
                  <a:cubicBezTo>
                    <a:pt x="7" y="12"/>
                    <a:pt x="8" y="14"/>
                    <a:pt x="7" y="15"/>
                  </a:cubicBezTo>
                  <a:cubicBezTo>
                    <a:pt x="7" y="15"/>
                    <a:pt x="5" y="14"/>
                    <a:pt x="5"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47"/>
            <p:cNvSpPr>
              <a:spLocks/>
            </p:cNvSpPr>
            <p:nvPr/>
          </p:nvSpPr>
          <p:spPr bwMode="auto">
            <a:xfrm>
              <a:off x="4724400" y="2606675"/>
              <a:ext cx="11112" cy="11113"/>
            </a:xfrm>
            <a:custGeom>
              <a:avLst/>
              <a:gdLst/>
              <a:ahLst/>
              <a:cxnLst>
                <a:cxn ang="0">
                  <a:pos x="5" y="7"/>
                </a:cxn>
                <a:cxn ang="0">
                  <a:pos x="2" y="7"/>
                </a:cxn>
                <a:cxn ang="0">
                  <a:pos x="0" y="5"/>
                </a:cxn>
                <a:cxn ang="0">
                  <a:pos x="0" y="2"/>
                </a:cxn>
                <a:cxn ang="0">
                  <a:pos x="2" y="0"/>
                </a:cxn>
                <a:cxn ang="0">
                  <a:pos x="6" y="0"/>
                </a:cxn>
                <a:cxn ang="0">
                  <a:pos x="6" y="3"/>
                </a:cxn>
                <a:cxn ang="0">
                  <a:pos x="5" y="7"/>
                </a:cxn>
              </a:cxnLst>
              <a:rect l="0" t="0" r="r" b="b"/>
              <a:pathLst>
                <a:path w="6" h="7">
                  <a:moveTo>
                    <a:pt x="5" y="7"/>
                  </a:moveTo>
                  <a:cubicBezTo>
                    <a:pt x="5" y="7"/>
                    <a:pt x="3" y="7"/>
                    <a:pt x="2" y="7"/>
                  </a:cubicBezTo>
                  <a:cubicBezTo>
                    <a:pt x="1" y="6"/>
                    <a:pt x="0" y="5"/>
                    <a:pt x="0" y="5"/>
                  </a:cubicBezTo>
                  <a:cubicBezTo>
                    <a:pt x="0" y="4"/>
                    <a:pt x="0" y="3"/>
                    <a:pt x="0" y="2"/>
                  </a:cubicBezTo>
                  <a:cubicBezTo>
                    <a:pt x="1" y="1"/>
                    <a:pt x="2" y="0"/>
                    <a:pt x="2" y="0"/>
                  </a:cubicBezTo>
                  <a:cubicBezTo>
                    <a:pt x="3" y="0"/>
                    <a:pt x="5" y="0"/>
                    <a:pt x="6" y="0"/>
                  </a:cubicBezTo>
                  <a:cubicBezTo>
                    <a:pt x="6" y="1"/>
                    <a:pt x="6" y="2"/>
                    <a:pt x="6" y="3"/>
                  </a:cubicBezTo>
                  <a:cubicBezTo>
                    <a:pt x="6" y="4"/>
                    <a:pt x="6" y="6"/>
                    <a:pt x="5"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48"/>
            <p:cNvSpPr>
              <a:spLocks/>
            </p:cNvSpPr>
            <p:nvPr/>
          </p:nvSpPr>
          <p:spPr bwMode="auto">
            <a:xfrm>
              <a:off x="4208463" y="2381250"/>
              <a:ext cx="579437" cy="527050"/>
            </a:xfrm>
            <a:custGeom>
              <a:avLst/>
              <a:gdLst/>
              <a:ahLst/>
              <a:cxnLst>
                <a:cxn ang="0">
                  <a:pos x="22" y="289"/>
                </a:cxn>
                <a:cxn ang="0">
                  <a:pos x="6" y="268"/>
                </a:cxn>
                <a:cxn ang="0">
                  <a:pos x="5" y="251"/>
                </a:cxn>
                <a:cxn ang="0">
                  <a:pos x="6" y="234"/>
                </a:cxn>
                <a:cxn ang="0">
                  <a:pos x="29" y="238"/>
                </a:cxn>
                <a:cxn ang="0">
                  <a:pos x="63" y="231"/>
                </a:cxn>
                <a:cxn ang="0">
                  <a:pos x="95" y="216"/>
                </a:cxn>
                <a:cxn ang="0">
                  <a:pos x="125" y="216"/>
                </a:cxn>
                <a:cxn ang="0">
                  <a:pos x="144" y="184"/>
                </a:cxn>
                <a:cxn ang="0">
                  <a:pos x="166" y="174"/>
                </a:cxn>
                <a:cxn ang="0">
                  <a:pos x="135" y="135"/>
                </a:cxn>
                <a:cxn ang="0">
                  <a:pos x="104" y="110"/>
                </a:cxn>
                <a:cxn ang="0">
                  <a:pos x="98" y="94"/>
                </a:cxn>
                <a:cxn ang="0">
                  <a:pos x="90" y="85"/>
                </a:cxn>
                <a:cxn ang="0">
                  <a:pos x="79" y="59"/>
                </a:cxn>
                <a:cxn ang="0">
                  <a:pos x="95" y="56"/>
                </a:cxn>
                <a:cxn ang="0">
                  <a:pos x="114" y="53"/>
                </a:cxn>
                <a:cxn ang="0">
                  <a:pos x="136" y="42"/>
                </a:cxn>
                <a:cxn ang="0">
                  <a:pos x="136" y="18"/>
                </a:cxn>
                <a:cxn ang="0">
                  <a:pos x="154" y="6"/>
                </a:cxn>
                <a:cxn ang="0">
                  <a:pos x="215" y="20"/>
                </a:cxn>
                <a:cxn ang="0">
                  <a:pos x="260" y="0"/>
                </a:cxn>
                <a:cxn ang="0">
                  <a:pos x="270" y="18"/>
                </a:cxn>
                <a:cxn ang="0">
                  <a:pos x="304" y="38"/>
                </a:cxn>
                <a:cxn ang="0">
                  <a:pos x="331" y="75"/>
                </a:cxn>
                <a:cxn ang="0">
                  <a:pos x="334" y="95"/>
                </a:cxn>
                <a:cxn ang="0">
                  <a:pos x="330" y="114"/>
                </a:cxn>
                <a:cxn ang="0">
                  <a:pos x="321" y="128"/>
                </a:cxn>
                <a:cxn ang="0">
                  <a:pos x="312" y="134"/>
                </a:cxn>
                <a:cxn ang="0">
                  <a:pos x="307" y="123"/>
                </a:cxn>
                <a:cxn ang="0">
                  <a:pos x="298" y="133"/>
                </a:cxn>
                <a:cxn ang="0">
                  <a:pos x="289" y="140"/>
                </a:cxn>
                <a:cxn ang="0">
                  <a:pos x="289" y="146"/>
                </a:cxn>
                <a:cxn ang="0">
                  <a:pos x="284" y="153"/>
                </a:cxn>
                <a:cxn ang="0">
                  <a:pos x="272" y="164"/>
                </a:cxn>
                <a:cxn ang="0">
                  <a:pos x="266" y="173"/>
                </a:cxn>
                <a:cxn ang="0">
                  <a:pos x="284" y="171"/>
                </a:cxn>
                <a:cxn ang="0">
                  <a:pos x="274" y="176"/>
                </a:cxn>
                <a:cxn ang="0">
                  <a:pos x="282" y="183"/>
                </a:cxn>
                <a:cxn ang="0">
                  <a:pos x="278" y="189"/>
                </a:cxn>
                <a:cxn ang="0">
                  <a:pos x="270" y="194"/>
                </a:cxn>
                <a:cxn ang="0">
                  <a:pos x="260" y="192"/>
                </a:cxn>
                <a:cxn ang="0">
                  <a:pos x="262" y="204"/>
                </a:cxn>
                <a:cxn ang="0">
                  <a:pos x="257" y="205"/>
                </a:cxn>
                <a:cxn ang="0">
                  <a:pos x="252" y="196"/>
                </a:cxn>
                <a:cxn ang="0">
                  <a:pos x="241" y="200"/>
                </a:cxn>
                <a:cxn ang="0">
                  <a:pos x="241" y="211"/>
                </a:cxn>
                <a:cxn ang="0">
                  <a:pos x="242" y="227"/>
                </a:cxn>
                <a:cxn ang="0">
                  <a:pos x="239" y="242"/>
                </a:cxn>
                <a:cxn ang="0">
                  <a:pos x="227" y="252"/>
                </a:cxn>
                <a:cxn ang="0">
                  <a:pos x="217" y="263"/>
                </a:cxn>
                <a:cxn ang="0">
                  <a:pos x="205" y="251"/>
                </a:cxn>
                <a:cxn ang="0">
                  <a:pos x="197" y="261"/>
                </a:cxn>
                <a:cxn ang="0">
                  <a:pos x="199" y="276"/>
                </a:cxn>
                <a:cxn ang="0">
                  <a:pos x="207" y="289"/>
                </a:cxn>
                <a:cxn ang="0">
                  <a:pos x="217" y="299"/>
                </a:cxn>
                <a:cxn ang="0">
                  <a:pos x="209" y="307"/>
                </a:cxn>
                <a:cxn ang="0">
                  <a:pos x="152" y="297"/>
                </a:cxn>
                <a:cxn ang="0">
                  <a:pos x="96" y="289"/>
                </a:cxn>
                <a:cxn ang="0">
                  <a:pos x="51" y="276"/>
                </a:cxn>
              </a:cxnLst>
              <a:rect l="0" t="0" r="r" b="b"/>
              <a:pathLst>
                <a:path w="338" h="308">
                  <a:moveTo>
                    <a:pt x="39" y="285"/>
                  </a:moveTo>
                  <a:cubicBezTo>
                    <a:pt x="38" y="285"/>
                    <a:pt x="36" y="286"/>
                    <a:pt x="36" y="286"/>
                  </a:cubicBezTo>
                  <a:cubicBezTo>
                    <a:pt x="34" y="286"/>
                    <a:pt x="32" y="289"/>
                    <a:pt x="30" y="289"/>
                  </a:cubicBezTo>
                  <a:cubicBezTo>
                    <a:pt x="28" y="290"/>
                    <a:pt x="24" y="290"/>
                    <a:pt x="22" y="289"/>
                  </a:cubicBezTo>
                  <a:cubicBezTo>
                    <a:pt x="20" y="288"/>
                    <a:pt x="19" y="284"/>
                    <a:pt x="17" y="283"/>
                  </a:cubicBezTo>
                  <a:cubicBezTo>
                    <a:pt x="16" y="282"/>
                    <a:pt x="13" y="280"/>
                    <a:pt x="12" y="279"/>
                  </a:cubicBezTo>
                  <a:cubicBezTo>
                    <a:pt x="11" y="278"/>
                    <a:pt x="10" y="275"/>
                    <a:pt x="9" y="273"/>
                  </a:cubicBezTo>
                  <a:cubicBezTo>
                    <a:pt x="9" y="272"/>
                    <a:pt x="7" y="269"/>
                    <a:pt x="6" y="268"/>
                  </a:cubicBezTo>
                  <a:cubicBezTo>
                    <a:pt x="6" y="267"/>
                    <a:pt x="4" y="266"/>
                    <a:pt x="3" y="265"/>
                  </a:cubicBezTo>
                  <a:cubicBezTo>
                    <a:pt x="2" y="264"/>
                    <a:pt x="2" y="261"/>
                    <a:pt x="2" y="260"/>
                  </a:cubicBezTo>
                  <a:cubicBezTo>
                    <a:pt x="2" y="259"/>
                    <a:pt x="5" y="257"/>
                    <a:pt x="5" y="255"/>
                  </a:cubicBezTo>
                  <a:cubicBezTo>
                    <a:pt x="5" y="254"/>
                    <a:pt x="5" y="252"/>
                    <a:pt x="5" y="251"/>
                  </a:cubicBezTo>
                  <a:cubicBezTo>
                    <a:pt x="5" y="249"/>
                    <a:pt x="3" y="248"/>
                    <a:pt x="2" y="247"/>
                  </a:cubicBezTo>
                  <a:cubicBezTo>
                    <a:pt x="1" y="245"/>
                    <a:pt x="2" y="241"/>
                    <a:pt x="1" y="239"/>
                  </a:cubicBezTo>
                  <a:cubicBezTo>
                    <a:pt x="1" y="238"/>
                    <a:pt x="0" y="236"/>
                    <a:pt x="0" y="235"/>
                  </a:cubicBezTo>
                  <a:cubicBezTo>
                    <a:pt x="1" y="234"/>
                    <a:pt x="5" y="234"/>
                    <a:pt x="6" y="234"/>
                  </a:cubicBezTo>
                  <a:cubicBezTo>
                    <a:pt x="8" y="234"/>
                    <a:pt x="12" y="234"/>
                    <a:pt x="14" y="234"/>
                  </a:cubicBezTo>
                  <a:cubicBezTo>
                    <a:pt x="15" y="234"/>
                    <a:pt x="17" y="235"/>
                    <a:pt x="18" y="235"/>
                  </a:cubicBezTo>
                  <a:cubicBezTo>
                    <a:pt x="20" y="235"/>
                    <a:pt x="22" y="237"/>
                    <a:pt x="23" y="237"/>
                  </a:cubicBezTo>
                  <a:cubicBezTo>
                    <a:pt x="24" y="238"/>
                    <a:pt x="28" y="239"/>
                    <a:pt x="29" y="238"/>
                  </a:cubicBezTo>
                  <a:cubicBezTo>
                    <a:pt x="31" y="238"/>
                    <a:pt x="35" y="234"/>
                    <a:pt x="36" y="234"/>
                  </a:cubicBezTo>
                  <a:cubicBezTo>
                    <a:pt x="38" y="233"/>
                    <a:pt x="42" y="232"/>
                    <a:pt x="44" y="232"/>
                  </a:cubicBezTo>
                  <a:cubicBezTo>
                    <a:pt x="46" y="231"/>
                    <a:pt x="51" y="231"/>
                    <a:pt x="53" y="231"/>
                  </a:cubicBezTo>
                  <a:cubicBezTo>
                    <a:pt x="56" y="231"/>
                    <a:pt x="61" y="231"/>
                    <a:pt x="63" y="231"/>
                  </a:cubicBezTo>
                  <a:cubicBezTo>
                    <a:pt x="66" y="230"/>
                    <a:pt x="72" y="226"/>
                    <a:pt x="75" y="224"/>
                  </a:cubicBezTo>
                  <a:cubicBezTo>
                    <a:pt x="77" y="223"/>
                    <a:pt x="82" y="219"/>
                    <a:pt x="84" y="217"/>
                  </a:cubicBezTo>
                  <a:cubicBezTo>
                    <a:pt x="86" y="217"/>
                    <a:pt x="88" y="215"/>
                    <a:pt x="90" y="215"/>
                  </a:cubicBezTo>
                  <a:cubicBezTo>
                    <a:pt x="91" y="215"/>
                    <a:pt x="94" y="216"/>
                    <a:pt x="95" y="216"/>
                  </a:cubicBezTo>
                  <a:cubicBezTo>
                    <a:pt x="96" y="217"/>
                    <a:pt x="99" y="218"/>
                    <a:pt x="100" y="218"/>
                  </a:cubicBezTo>
                  <a:cubicBezTo>
                    <a:pt x="103" y="219"/>
                    <a:pt x="108" y="217"/>
                    <a:pt x="111" y="218"/>
                  </a:cubicBezTo>
                  <a:cubicBezTo>
                    <a:pt x="114" y="218"/>
                    <a:pt x="119" y="220"/>
                    <a:pt x="122" y="219"/>
                  </a:cubicBezTo>
                  <a:cubicBezTo>
                    <a:pt x="123" y="219"/>
                    <a:pt x="124" y="217"/>
                    <a:pt x="125" y="216"/>
                  </a:cubicBezTo>
                  <a:cubicBezTo>
                    <a:pt x="126" y="214"/>
                    <a:pt x="125" y="210"/>
                    <a:pt x="126" y="208"/>
                  </a:cubicBezTo>
                  <a:cubicBezTo>
                    <a:pt x="127" y="205"/>
                    <a:pt x="130" y="201"/>
                    <a:pt x="132" y="198"/>
                  </a:cubicBezTo>
                  <a:cubicBezTo>
                    <a:pt x="133" y="197"/>
                    <a:pt x="137" y="193"/>
                    <a:pt x="138" y="192"/>
                  </a:cubicBezTo>
                  <a:cubicBezTo>
                    <a:pt x="140" y="190"/>
                    <a:pt x="142" y="185"/>
                    <a:pt x="144" y="184"/>
                  </a:cubicBezTo>
                  <a:cubicBezTo>
                    <a:pt x="146" y="182"/>
                    <a:pt x="149" y="181"/>
                    <a:pt x="151" y="180"/>
                  </a:cubicBezTo>
                  <a:cubicBezTo>
                    <a:pt x="152" y="180"/>
                    <a:pt x="155" y="180"/>
                    <a:pt x="157" y="180"/>
                  </a:cubicBezTo>
                  <a:cubicBezTo>
                    <a:pt x="159" y="180"/>
                    <a:pt x="163" y="182"/>
                    <a:pt x="164" y="181"/>
                  </a:cubicBezTo>
                  <a:cubicBezTo>
                    <a:pt x="166" y="180"/>
                    <a:pt x="166" y="175"/>
                    <a:pt x="166" y="174"/>
                  </a:cubicBezTo>
                  <a:cubicBezTo>
                    <a:pt x="165" y="171"/>
                    <a:pt x="162" y="168"/>
                    <a:pt x="160" y="166"/>
                  </a:cubicBezTo>
                  <a:cubicBezTo>
                    <a:pt x="158" y="163"/>
                    <a:pt x="152" y="158"/>
                    <a:pt x="150" y="155"/>
                  </a:cubicBezTo>
                  <a:cubicBezTo>
                    <a:pt x="148" y="153"/>
                    <a:pt x="143" y="149"/>
                    <a:pt x="141" y="147"/>
                  </a:cubicBezTo>
                  <a:cubicBezTo>
                    <a:pt x="139" y="144"/>
                    <a:pt x="137" y="138"/>
                    <a:pt x="135" y="135"/>
                  </a:cubicBezTo>
                  <a:cubicBezTo>
                    <a:pt x="132" y="132"/>
                    <a:pt x="125" y="126"/>
                    <a:pt x="121" y="123"/>
                  </a:cubicBezTo>
                  <a:cubicBezTo>
                    <a:pt x="120" y="122"/>
                    <a:pt x="116" y="119"/>
                    <a:pt x="114" y="117"/>
                  </a:cubicBezTo>
                  <a:cubicBezTo>
                    <a:pt x="113" y="116"/>
                    <a:pt x="111" y="114"/>
                    <a:pt x="109" y="113"/>
                  </a:cubicBezTo>
                  <a:cubicBezTo>
                    <a:pt x="108" y="112"/>
                    <a:pt x="105" y="112"/>
                    <a:pt x="104" y="110"/>
                  </a:cubicBezTo>
                  <a:cubicBezTo>
                    <a:pt x="103" y="109"/>
                    <a:pt x="103" y="106"/>
                    <a:pt x="103" y="104"/>
                  </a:cubicBezTo>
                  <a:cubicBezTo>
                    <a:pt x="104" y="103"/>
                    <a:pt x="105" y="102"/>
                    <a:pt x="105" y="101"/>
                  </a:cubicBezTo>
                  <a:cubicBezTo>
                    <a:pt x="105" y="99"/>
                    <a:pt x="103" y="97"/>
                    <a:pt x="102" y="97"/>
                  </a:cubicBezTo>
                  <a:cubicBezTo>
                    <a:pt x="101" y="96"/>
                    <a:pt x="99" y="94"/>
                    <a:pt x="98" y="94"/>
                  </a:cubicBezTo>
                  <a:cubicBezTo>
                    <a:pt x="96" y="94"/>
                    <a:pt x="94" y="94"/>
                    <a:pt x="93" y="95"/>
                  </a:cubicBezTo>
                  <a:cubicBezTo>
                    <a:pt x="92" y="95"/>
                    <a:pt x="92" y="96"/>
                    <a:pt x="91" y="96"/>
                  </a:cubicBezTo>
                  <a:cubicBezTo>
                    <a:pt x="90" y="96"/>
                    <a:pt x="90" y="92"/>
                    <a:pt x="90" y="91"/>
                  </a:cubicBezTo>
                  <a:cubicBezTo>
                    <a:pt x="90" y="89"/>
                    <a:pt x="91" y="86"/>
                    <a:pt x="90" y="85"/>
                  </a:cubicBezTo>
                  <a:cubicBezTo>
                    <a:pt x="90" y="83"/>
                    <a:pt x="89" y="79"/>
                    <a:pt x="88" y="77"/>
                  </a:cubicBezTo>
                  <a:cubicBezTo>
                    <a:pt x="87" y="75"/>
                    <a:pt x="86" y="71"/>
                    <a:pt x="85" y="69"/>
                  </a:cubicBezTo>
                  <a:cubicBezTo>
                    <a:pt x="83" y="68"/>
                    <a:pt x="79" y="66"/>
                    <a:pt x="79" y="64"/>
                  </a:cubicBezTo>
                  <a:cubicBezTo>
                    <a:pt x="78" y="63"/>
                    <a:pt x="78" y="60"/>
                    <a:pt x="79" y="59"/>
                  </a:cubicBezTo>
                  <a:cubicBezTo>
                    <a:pt x="79" y="58"/>
                    <a:pt x="81" y="57"/>
                    <a:pt x="82" y="56"/>
                  </a:cubicBezTo>
                  <a:cubicBezTo>
                    <a:pt x="84" y="56"/>
                    <a:pt x="86" y="56"/>
                    <a:pt x="87" y="57"/>
                  </a:cubicBezTo>
                  <a:cubicBezTo>
                    <a:pt x="88" y="57"/>
                    <a:pt x="90" y="59"/>
                    <a:pt x="91" y="59"/>
                  </a:cubicBezTo>
                  <a:cubicBezTo>
                    <a:pt x="92" y="59"/>
                    <a:pt x="93" y="57"/>
                    <a:pt x="95" y="56"/>
                  </a:cubicBezTo>
                  <a:cubicBezTo>
                    <a:pt x="96" y="56"/>
                    <a:pt x="99" y="56"/>
                    <a:pt x="100" y="56"/>
                  </a:cubicBezTo>
                  <a:cubicBezTo>
                    <a:pt x="102" y="56"/>
                    <a:pt x="104" y="57"/>
                    <a:pt x="105" y="57"/>
                  </a:cubicBezTo>
                  <a:cubicBezTo>
                    <a:pt x="107" y="57"/>
                    <a:pt x="110" y="57"/>
                    <a:pt x="111" y="57"/>
                  </a:cubicBezTo>
                  <a:cubicBezTo>
                    <a:pt x="112" y="56"/>
                    <a:pt x="113" y="53"/>
                    <a:pt x="114" y="53"/>
                  </a:cubicBezTo>
                  <a:cubicBezTo>
                    <a:pt x="115" y="52"/>
                    <a:pt x="118" y="51"/>
                    <a:pt x="119" y="50"/>
                  </a:cubicBezTo>
                  <a:cubicBezTo>
                    <a:pt x="120" y="49"/>
                    <a:pt x="124" y="49"/>
                    <a:pt x="125" y="49"/>
                  </a:cubicBezTo>
                  <a:cubicBezTo>
                    <a:pt x="127" y="48"/>
                    <a:pt x="131" y="48"/>
                    <a:pt x="133" y="47"/>
                  </a:cubicBezTo>
                  <a:cubicBezTo>
                    <a:pt x="134" y="46"/>
                    <a:pt x="136" y="44"/>
                    <a:pt x="136" y="42"/>
                  </a:cubicBezTo>
                  <a:cubicBezTo>
                    <a:pt x="137" y="40"/>
                    <a:pt x="136" y="37"/>
                    <a:pt x="136" y="35"/>
                  </a:cubicBezTo>
                  <a:cubicBezTo>
                    <a:pt x="136" y="33"/>
                    <a:pt x="134" y="30"/>
                    <a:pt x="134" y="28"/>
                  </a:cubicBezTo>
                  <a:cubicBezTo>
                    <a:pt x="134" y="27"/>
                    <a:pt x="135" y="24"/>
                    <a:pt x="136" y="23"/>
                  </a:cubicBezTo>
                  <a:cubicBezTo>
                    <a:pt x="136" y="22"/>
                    <a:pt x="135" y="19"/>
                    <a:pt x="136" y="18"/>
                  </a:cubicBezTo>
                  <a:cubicBezTo>
                    <a:pt x="136" y="16"/>
                    <a:pt x="139" y="13"/>
                    <a:pt x="140" y="11"/>
                  </a:cubicBezTo>
                  <a:cubicBezTo>
                    <a:pt x="141" y="10"/>
                    <a:pt x="143" y="8"/>
                    <a:pt x="145" y="7"/>
                  </a:cubicBezTo>
                  <a:cubicBezTo>
                    <a:pt x="146" y="6"/>
                    <a:pt x="148" y="3"/>
                    <a:pt x="149" y="1"/>
                  </a:cubicBezTo>
                  <a:cubicBezTo>
                    <a:pt x="151" y="3"/>
                    <a:pt x="153" y="5"/>
                    <a:pt x="154" y="6"/>
                  </a:cubicBezTo>
                  <a:cubicBezTo>
                    <a:pt x="156" y="8"/>
                    <a:pt x="162" y="13"/>
                    <a:pt x="165" y="15"/>
                  </a:cubicBezTo>
                  <a:cubicBezTo>
                    <a:pt x="168" y="17"/>
                    <a:pt x="174" y="21"/>
                    <a:pt x="177" y="22"/>
                  </a:cubicBezTo>
                  <a:cubicBezTo>
                    <a:pt x="182" y="23"/>
                    <a:pt x="190" y="22"/>
                    <a:pt x="195" y="22"/>
                  </a:cubicBezTo>
                  <a:cubicBezTo>
                    <a:pt x="200" y="22"/>
                    <a:pt x="210" y="22"/>
                    <a:pt x="215" y="20"/>
                  </a:cubicBezTo>
                  <a:cubicBezTo>
                    <a:pt x="218" y="20"/>
                    <a:pt x="224" y="16"/>
                    <a:pt x="227" y="15"/>
                  </a:cubicBezTo>
                  <a:cubicBezTo>
                    <a:pt x="231" y="14"/>
                    <a:pt x="238" y="11"/>
                    <a:pt x="241" y="9"/>
                  </a:cubicBezTo>
                  <a:cubicBezTo>
                    <a:pt x="243" y="7"/>
                    <a:pt x="247" y="3"/>
                    <a:pt x="249" y="1"/>
                  </a:cubicBezTo>
                  <a:cubicBezTo>
                    <a:pt x="252" y="0"/>
                    <a:pt x="258" y="0"/>
                    <a:pt x="260" y="0"/>
                  </a:cubicBezTo>
                  <a:cubicBezTo>
                    <a:pt x="262" y="0"/>
                    <a:pt x="266" y="1"/>
                    <a:pt x="267" y="2"/>
                  </a:cubicBezTo>
                  <a:cubicBezTo>
                    <a:pt x="268" y="3"/>
                    <a:pt x="271" y="5"/>
                    <a:pt x="271" y="7"/>
                  </a:cubicBezTo>
                  <a:cubicBezTo>
                    <a:pt x="271" y="8"/>
                    <a:pt x="269" y="10"/>
                    <a:pt x="269" y="12"/>
                  </a:cubicBezTo>
                  <a:cubicBezTo>
                    <a:pt x="269" y="13"/>
                    <a:pt x="270" y="16"/>
                    <a:pt x="270" y="18"/>
                  </a:cubicBezTo>
                  <a:cubicBezTo>
                    <a:pt x="270" y="19"/>
                    <a:pt x="270" y="21"/>
                    <a:pt x="271" y="22"/>
                  </a:cubicBezTo>
                  <a:cubicBezTo>
                    <a:pt x="272" y="25"/>
                    <a:pt x="278" y="27"/>
                    <a:pt x="280" y="29"/>
                  </a:cubicBezTo>
                  <a:cubicBezTo>
                    <a:pt x="284" y="30"/>
                    <a:pt x="291" y="32"/>
                    <a:pt x="294" y="34"/>
                  </a:cubicBezTo>
                  <a:cubicBezTo>
                    <a:pt x="297" y="35"/>
                    <a:pt x="302" y="37"/>
                    <a:pt x="304" y="38"/>
                  </a:cubicBezTo>
                  <a:cubicBezTo>
                    <a:pt x="307" y="40"/>
                    <a:pt x="312" y="45"/>
                    <a:pt x="315" y="48"/>
                  </a:cubicBezTo>
                  <a:cubicBezTo>
                    <a:pt x="317" y="51"/>
                    <a:pt x="322" y="58"/>
                    <a:pt x="324" y="61"/>
                  </a:cubicBezTo>
                  <a:cubicBezTo>
                    <a:pt x="325" y="63"/>
                    <a:pt x="326" y="67"/>
                    <a:pt x="327" y="69"/>
                  </a:cubicBezTo>
                  <a:cubicBezTo>
                    <a:pt x="328" y="71"/>
                    <a:pt x="330" y="74"/>
                    <a:pt x="331" y="75"/>
                  </a:cubicBezTo>
                  <a:cubicBezTo>
                    <a:pt x="332" y="77"/>
                    <a:pt x="334" y="81"/>
                    <a:pt x="335" y="83"/>
                  </a:cubicBezTo>
                  <a:cubicBezTo>
                    <a:pt x="336" y="85"/>
                    <a:pt x="337" y="88"/>
                    <a:pt x="338" y="91"/>
                  </a:cubicBezTo>
                  <a:cubicBezTo>
                    <a:pt x="337" y="92"/>
                    <a:pt x="336" y="92"/>
                    <a:pt x="335" y="93"/>
                  </a:cubicBezTo>
                  <a:cubicBezTo>
                    <a:pt x="335" y="93"/>
                    <a:pt x="334" y="95"/>
                    <a:pt x="334" y="95"/>
                  </a:cubicBezTo>
                  <a:cubicBezTo>
                    <a:pt x="333" y="96"/>
                    <a:pt x="334" y="98"/>
                    <a:pt x="334" y="98"/>
                  </a:cubicBezTo>
                  <a:cubicBezTo>
                    <a:pt x="333" y="99"/>
                    <a:pt x="333" y="101"/>
                    <a:pt x="332" y="102"/>
                  </a:cubicBezTo>
                  <a:cubicBezTo>
                    <a:pt x="332" y="104"/>
                    <a:pt x="332" y="106"/>
                    <a:pt x="332" y="108"/>
                  </a:cubicBezTo>
                  <a:cubicBezTo>
                    <a:pt x="332" y="109"/>
                    <a:pt x="331" y="112"/>
                    <a:pt x="330" y="114"/>
                  </a:cubicBezTo>
                  <a:cubicBezTo>
                    <a:pt x="329" y="115"/>
                    <a:pt x="327" y="116"/>
                    <a:pt x="326" y="117"/>
                  </a:cubicBezTo>
                  <a:cubicBezTo>
                    <a:pt x="325" y="118"/>
                    <a:pt x="325" y="120"/>
                    <a:pt x="325" y="121"/>
                  </a:cubicBezTo>
                  <a:cubicBezTo>
                    <a:pt x="324" y="122"/>
                    <a:pt x="325" y="125"/>
                    <a:pt x="325" y="126"/>
                  </a:cubicBezTo>
                  <a:cubicBezTo>
                    <a:pt x="324" y="127"/>
                    <a:pt x="322" y="127"/>
                    <a:pt x="321" y="128"/>
                  </a:cubicBezTo>
                  <a:cubicBezTo>
                    <a:pt x="320" y="129"/>
                    <a:pt x="320" y="130"/>
                    <a:pt x="320" y="131"/>
                  </a:cubicBezTo>
                  <a:cubicBezTo>
                    <a:pt x="320" y="133"/>
                    <a:pt x="321" y="135"/>
                    <a:pt x="321" y="136"/>
                  </a:cubicBezTo>
                  <a:cubicBezTo>
                    <a:pt x="320" y="137"/>
                    <a:pt x="317" y="138"/>
                    <a:pt x="316" y="137"/>
                  </a:cubicBezTo>
                  <a:cubicBezTo>
                    <a:pt x="315" y="137"/>
                    <a:pt x="313" y="135"/>
                    <a:pt x="312" y="134"/>
                  </a:cubicBezTo>
                  <a:cubicBezTo>
                    <a:pt x="312" y="134"/>
                    <a:pt x="311" y="132"/>
                    <a:pt x="311" y="131"/>
                  </a:cubicBezTo>
                  <a:cubicBezTo>
                    <a:pt x="311" y="130"/>
                    <a:pt x="311" y="129"/>
                    <a:pt x="311" y="128"/>
                  </a:cubicBezTo>
                  <a:cubicBezTo>
                    <a:pt x="311" y="127"/>
                    <a:pt x="310" y="126"/>
                    <a:pt x="309" y="125"/>
                  </a:cubicBezTo>
                  <a:cubicBezTo>
                    <a:pt x="309" y="125"/>
                    <a:pt x="307" y="123"/>
                    <a:pt x="307" y="123"/>
                  </a:cubicBezTo>
                  <a:cubicBezTo>
                    <a:pt x="305" y="123"/>
                    <a:pt x="303" y="125"/>
                    <a:pt x="302" y="125"/>
                  </a:cubicBezTo>
                  <a:cubicBezTo>
                    <a:pt x="301" y="126"/>
                    <a:pt x="299" y="126"/>
                    <a:pt x="298" y="126"/>
                  </a:cubicBezTo>
                  <a:cubicBezTo>
                    <a:pt x="297" y="127"/>
                    <a:pt x="297" y="129"/>
                    <a:pt x="297" y="130"/>
                  </a:cubicBezTo>
                  <a:cubicBezTo>
                    <a:pt x="297" y="131"/>
                    <a:pt x="298" y="132"/>
                    <a:pt x="298" y="133"/>
                  </a:cubicBezTo>
                  <a:cubicBezTo>
                    <a:pt x="298" y="134"/>
                    <a:pt x="296" y="136"/>
                    <a:pt x="296" y="137"/>
                  </a:cubicBezTo>
                  <a:cubicBezTo>
                    <a:pt x="296" y="138"/>
                    <a:pt x="297" y="140"/>
                    <a:pt x="296" y="141"/>
                  </a:cubicBezTo>
                  <a:cubicBezTo>
                    <a:pt x="296" y="141"/>
                    <a:pt x="295" y="142"/>
                    <a:pt x="294" y="142"/>
                  </a:cubicBezTo>
                  <a:cubicBezTo>
                    <a:pt x="293" y="142"/>
                    <a:pt x="290" y="140"/>
                    <a:pt x="289" y="140"/>
                  </a:cubicBezTo>
                  <a:cubicBezTo>
                    <a:pt x="288" y="140"/>
                    <a:pt x="286" y="141"/>
                    <a:pt x="285" y="141"/>
                  </a:cubicBezTo>
                  <a:cubicBezTo>
                    <a:pt x="285" y="142"/>
                    <a:pt x="284" y="143"/>
                    <a:pt x="285" y="144"/>
                  </a:cubicBezTo>
                  <a:cubicBezTo>
                    <a:pt x="285" y="145"/>
                    <a:pt x="288" y="143"/>
                    <a:pt x="289" y="144"/>
                  </a:cubicBezTo>
                  <a:cubicBezTo>
                    <a:pt x="289" y="144"/>
                    <a:pt x="289" y="146"/>
                    <a:pt x="289" y="146"/>
                  </a:cubicBezTo>
                  <a:cubicBezTo>
                    <a:pt x="290" y="147"/>
                    <a:pt x="292" y="147"/>
                    <a:pt x="292" y="148"/>
                  </a:cubicBezTo>
                  <a:cubicBezTo>
                    <a:pt x="292" y="149"/>
                    <a:pt x="291" y="150"/>
                    <a:pt x="291" y="151"/>
                  </a:cubicBezTo>
                  <a:cubicBezTo>
                    <a:pt x="290" y="151"/>
                    <a:pt x="287" y="151"/>
                    <a:pt x="286" y="151"/>
                  </a:cubicBezTo>
                  <a:cubicBezTo>
                    <a:pt x="285" y="151"/>
                    <a:pt x="284" y="152"/>
                    <a:pt x="284" y="153"/>
                  </a:cubicBezTo>
                  <a:cubicBezTo>
                    <a:pt x="283" y="154"/>
                    <a:pt x="284" y="156"/>
                    <a:pt x="284" y="157"/>
                  </a:cubicBezTo>
                  <a:cubicBezTo>
                    <a:pt x="283" y="159"/>
                    <a:pt x="282" y="160"/>
                    <a:pt x="281" y="161"/>
                  </a:cubicBezTo>
                  <a:cubicBezTo>
                    <a:pt x="280" y="162"/>
                    <a:pt x="278" y="163"/>
                    <a:pt x="277" y="163"/>
                  </a:cubicBezTo>
                  <a:cubicBezTo>
                    <a:pt x="276" y="164"/>
                    <a:pt x="273" y="163"/>
                    <a:pt x="272" y="164"/>
                  </a:cubicBezTo>
                  <a:cubicBezTo>
                    <a:pt x="271" y="165"/>
                    <a:pt x="271" y="166"/>
                    <a:pt x="271" y="167"/>
                  </a:cubicBezTo>
                  <a:cubicBezTo>
                    <a:pt x="270" y="168"/>
                    <a:pt x="267" y="167"/>
                    <a:pt x="266" y="168"/>
                  </a:cubicBezTo>
                  <a:cubicBezTo>
                    <a:pt x="266" y="168"/>
                    <a:pt x="265" y="170"/>
                    <a:pt x="265" y="170"/>
                  </a:cubicBezTo>
                  <a:cubicBezTo>
                    <a:pt x="265" y="171"/>
                    <a:pt x="266" y="173"/>
                    <a:pt x="266" y="173"/>
                  </a:cubicBezTo>
                  <a:cubicBezTo>
                    <a:pt x="267" y="173"/>
                    <a:pt x="269" y="172"/>
                    <a:pt x="270" y="172"/>
                  </a:cubicBezTo>
                  <a:cubicBezTo>
                    <a:pt x="271" y="171"/>
                    <a:pt x="273" y="170"/>
                    <a:pt x="274" y="170"/>
                  </a:cubicBezTo>
                  <a:cubicBezTo>
                    <a:pt x="275" y="169"/>
                    <a:pt x="278" y="169"/>
                    <a:pt x="279" y="169"/>
                  </a:cubicBezTo>
                  <a:cubicBezTo>
                    <a:pt x="280" y="169"/>
                    <a:pt x="283" y="170"/>
                    <a:pt x="284" y="171"/>
                  </a:cubicBezTo>
                  <a:cubicBezTo>
                    <a:pt x="284" y="172"/>
                    <a:pt x="285" y="174"/>
                    <a:pt x="284" y="175"/>
                  </a:cubicBezTo>
                  <a:cubicBezTo>
                    <a:pt x="284" y="176"/>
                    <a:pt x="282" y="176"/>
                    <a:pt x="281" y="176"/>
                  </a:cubicBezTo>
                  <a:cubicBezTo>
                    <a:pt x="280" y="176"/>
                    <a:pt x="279" y="175"/>
                    <a:pt x="278" y="175"/>
                  </a:cubicBezTo>
                  <a:cubicBezTo>
                    <a:pt x="277" y="175"/>
                    <a:pt x="275" y="175"/>
                    <a:pt x="274" y="176"/>
                  </a:cubicBezTo>
                  <a:cubicBezTo>
                    <a:pt x="274" y="176"/>
                    <a:pt x="274" y="178"/>
                    <a:pt x="274" y="179"/>
                  </a:cubicBezTo>
                  <a:cubicBezTo>
                    <a:pt x="274" y="180"/>
                    <a:pt x="274" y="181"/>
                    <a:pt x="275" y="181"/>
                  </a:cubicBezTo>
                  <a:cubicBezTo>
                    <a:pt x="276" y="182"/>
                    <a:pt x="279" y="181"/>
                    <a:pt x="281" y="182"/>
                  </a:cubicBezTo>
                  <a:cubicBezTo>
                    <a:pt x="281" y="182"/>
                    <a:pt x="282" y="183"/>
                    <a:pt x="282" y="183"/>
                  </a:cubicBezTo>
                  <a:cubicBezTo>
                    <a:pt x="282" y="184"/>
                    <a:pt x="281" y="185"/>
                    <a:pt x="280" y="185"/>
                  </a:cubicBezTo>
                  <a:cubicBezTo>
                    <a:pt x="279" y="186"/>
                    <a:pt x="276" y="184"/>
                    <a:pt x="275" y="185"/>
                  </a:cubicBezTo>
                  <a:cubicBezTo>
                    <a:pt x="274" y="185"/>
                    <a:pt x="274" y="187"/>
                    <a:pt x="275" y="188"/>
                  </a:cubicBezTo>
                  <a:cubicBezTo>
                    <a:pt x="275" y="189"/>
                    <a:pt x="277" y="189"/>
                    <a:pt x="278" y="189"/>
                  </a:cubicBezTo>
                  <a:cubicBezTo>
                    <a:pt x="278" y="190"/>
                    <a:pt x="279" y="192"/>
                    <a:pt x="279" y="193"/>
                  </a:cubicBezTo>
                  <a:cubicBezTo>
                    <a:pt x="279" y="194"/>
                    <a:pt x="276" y="195"/>
                    <a:pt x="275" y="195"/>
                  </a:cubicBezTo>
                  <a:cubicBezTo>
                    <a:pt x="274" y="196"/>
                    <a:pt x="273" y="196"/>
                    <a:pt x="272" y="196"/>
                  </a:cubicBezTo>
                  <a:cubicBezTo>
                    <a:pt x="271" y="196"/>
                    <a:pt x="271" y="195"/>
                    <a:pt x="270" y="194"/>
                  </a:cubicBezTo>
                  <a:cubicBezTo>
                    <a:pt x="270" y="194"/>
                    <a:pt x="268" y="195"/>
                    <a:pt x="268" y="194"/>
                  </a:cubicBezTo>
                  <a:cubicBezTo>
                    <a:pt x="267" y="194"/>
                    <a:pt x="267" y="192"/>
                    <a:pt x="267" y="192"/>
                  </a:cubicBezTo>
                  <a:cubicBezTo>
                    <a:pt x="266" y="191"/>
                    <a:pt x="264" y="191"/>
                    <a:pt x="263" y="191"/>
                  </a:cubicBezTo>
                  <a:cubicBezTo>
                    <a:pt x="262" y="191"/>
                    <a:pt x="260" y="191"/>
                    <a:pt x="260" y="192"/>
                  </a:cubicBezTo>
                  <a:cubicBezTo>
                    <a:pt x="259" y="193"/>
                    <a:pt x="259" y="195"/>
                    <a:pt x="260" y="195"/>
                  </a:cubicBezTo>
                  <a:cubicBezTo>
                    <a:pt x="260" y="196"/>
                    <a:pt x="263" y="196"/>
                    <a:pt x="263" y="197"/>
                  </a:cubicBezTo>
                  <a:cubicBezTo>
                    <a:pt x="264" y="198"/>
                    <a:pt x="264" y="200"/>
                    <a:pt x="264" y="201"/>
                  </a:cubicBezTo>
                  <a:cubicBezTo>
                    <a:pt x="264" y="202"/>
                    <a:pt x="262" y="203"/>
                    <a:pt x="262" y="204"/>
                  </a:cubicBezTo>
                  <a:cubicBezTo>
                    <a:pt x="261" y="205"/>
                    <a:pt x="263" y="208"/>
                    <a:pt x="262" y="209"/>
                  </a:cubicBezTo>
                  <a:cubicBezTo>
                    <a:pt x="262" y="210"/>
                    <a:pt x="261" y="210"/>
                    <a:pt x="260" y="210"/>
                  </a:cubicBezTo>
                  <a:cubicBezTo>
                    <a:pt x="259" y="210"/>
                    <a:pt x="260" y="207"/>
                    <a:pt x="259" y="207"/>
                  </a:cubicBezTo>
                  <a:cubicBezTo>
                    <a:pt x="259" y="206"/>
                    <a:pt x="257" y="205"/>
                    <a:pt x="257" y="205"/>
                  </a:cubicBezTo>
                  <a:cubicBezTo>
                    <a:pt x="255" y="205"/>
                    <a:pt x="254" y="208"/>
                    <a:pt x="253" y="207"/>
                  </a:cubicBezTo>
                  <a:cubicBezTo>
                    <a:pt x="252" y="207"/>
                    <a:pt x="251" y="205"/>
                    <a:pt x="251" y="204"/>
                  </a:cubicBezTo>
                  <a:cubicBezTo>
                    <a:pt x="250" y="203"/>
                    <a:pt x="250" y="201"/>
                    <a:pt x="250" y="200"/>
                  </a:cubicBezTo>
                  <a:cubicBezTo>
                    <a:pt x="250" y="199"/>
                    <a:pt x="252" y="197"/>
                    <a:pt x="252" y="196"/>
                  </a:cubicBezTo>
                  <a:cubicBezTo>
                    <a:pt x="251" y="195"/>
                    <a:pt x="250" y="194"/>
                    <a:pt x="249" y="193"/>
                  </a:cubicBezTo>
                  <a:cubicBezTo>
                    <a:pt x="249" y="193"/>
                    <a:pt x="247" y="194"/>
                    <a:pt x="247" y="195"/>
                  </a:cubicBezTo>
                  <a:cubicBezTo>
                    <a:pt x="246" y="196"/>
                    <a:pt x="246" y="198"/>
                    <a:pt x="245" y="198"/>
                  </a:cubicBezTo>
                  <a:cubicBezTo>
                    <a:pt x="244" y="199"/>
                    <a:pt x="242" y="200"/>
                    <a:pt x="241" y="200"/>
                  </a:cubicBezTo>
                  <a:cubicBezTo>
                    <a:pt x="241" y="201"/>
                    <a:pt x="239" y="201"/>
                    <a:pt x="239" y="201"/>
                  </a:cubicBezTo>
                  <a:cubicBezTo>
                    <a:pt x="238" y="202"/>
                    <a:pt x="237" y="203"/>
                    <a:pt x="237" y="204"/>
                  </a:cubicBezTo>
                  <a:cubicBezTo>
                    <a:pt x="237" y="205"/>
                    <a:pt x="238" y="207"/>
                    <a:pt x="239" y="208"/>
                  </a:cubicBezTo>
                  <a:cubicBezTo>
                    <a:pt x="239" y="209"/>
                    <a:pt x="241" y="210"/>
                    <a:pt x="241" y="211"/>
                  </a:cubicBezTo>
                  <a:cubicBezTo>
                    <a:pt x="241" y="211"/>
                    <a:pt x="241" y="213"/>
                    <a:pt x="241" y="214"/>
                  </a:cubicBezTo>
                  <a:cubicBezTo>
                    <a:pt x="242" y="215"/>
                    <a:pt x="244" y="216"/>
                    <a:pt x="244" y="217"/>
                  </a:cubicBezTo>
                  <a:cubicBezTo>
                    <a:pt x="245" y="218"/>
                    <a:pt x="245" y="220"/>
                    <a:pt x="244" y="222"/>
                  </a:cubicBezTo>
                  <a:cubicBezTo>
                    <a:pt x="244" y="223"/>
                    <a:pt x="242" y="226"/>
                    <a:pt x="242" y="227"/>
                  </a:cubicBezTo>
                  <a:cubicBezTo>
                    <a:pt x="242" y="228"/>
                    <a:pt x="242" y="229"/>
                    <a:pt x="242" y="230"/>
                  </a:cubicBezTo>
                  <a:cubicBezTo>
                    <a:pt x="241" y="231"/>
                    <a:pt x="240" y="233"/>
                    <a:pt x="239" y="234"/>
                  </a:cubicBezTo>
                  <a:cubicBezTo>
                    <a:pt x="239" y="235"/>
                    <a:pt x="239" y="236"/>
                    <a:pt x="239" y="237"/>
                  </a:cubicBezTo>
                  <a:cubicBezTo>
                    <a:pt x="239" y="239"/>
                    <a:pt x="239" y="241"/>
                    <a:pt x="239" y="242"/>
                  </a:cubicBezTo>
                  <a:cubicBezTo>
                    <a:pt x="239" y="243"/>
                    <a:pt x="238" y="245"/>
                    <a:pt x="238" y="246"/>
                  </a:cubicBezTo>
                  <a:cubicBezTo>
                    <a:pt x="238" y="247"/>
                    <a:pt x="237" y="250"/>
                    <a:pt x="236" y="251"/>
                  </a:cubicBezTo>
                  <a:cubicBezTo>
                    <a:pt x="235" y="251"/>
                    <a:pt x="234" y="252"/>
                    <a:pt x="233" y="253"/>
                  </a:cubicBezTo>
                  <a:cubicBezTo>
                    <a:pt x="231" y="253"/>
                    <a:pt x="228" y="251"/>
                    <a:pt x="227" y="252"/>
                  </a:cubicBezTo>
                  <a:cubicBezTo>
                    <a:pt x="225" y="252"/>
                    <a:pt x="223" y="254"/>
                    <a:pt x="222" y="255"/>
                  </a:cubicBezTo>
                  <a:cubicBezTo>
                    <a:pt x="222" y="256"/>
                    <a:pt x="222" y="258"/>
                    <a:pt x="222" y="259"/>
                  </a:cubicBezTo>
                  <a:cubicBezTo>
                    <a:pt x="222" y="260"/>
                    <a:pt x="221" y="262"/>
                    <a:pt x="220" y="263"/>
                  </a:cubicBezTo>
                  <a:cubicBezTo>
                    <a:pt x="219" y="263"/>
                    <a:pt x="218" y="263"/>
                    <a:pt x="217" y="263"/>
                  </a:cubicBezTo>
                  <a:cubicBezTo>
                    <a:pt x="216" y="262"/>
                    <a:pt x="214" y="261"/>
                    <a:pt x="213" y="260"/>
                  </a:cubicBezTo>
                  <a:cubicBezTo>
                    <a:pt x="213" y="259"/>
                    <a:pt x="210" y="259"/>
                    <a:pt x="210" y="258"/>
                  </a:cubicBezTo>
                  <a:cubicBezTo>
                    <a:pt x="209" y="257"/>
                    <a:pt x="209" y="254"/>
                    <a:pt x="209" y="253"/>
                  </a:cubicBezTo>
                  <a:cubicBezTo>
                    <a:pt x="208" y="253"/>
                    <a:pt x="206" y="251"/>
                    <a:pt x="205" y="251"/>
                  </a:cubicBezTo>
                  <a:cubicBezTo>
                    <a:pt x="204" y="250"/>
                    <a:pt x="202" y="250"/>
                    <a:pt x="201" y="250"/>
                  </a:cubicBezTo>
                  <a:cubicBezTo>
                    <a:pt x="200" y="250"/>
                    <a:pt x="198" y="251"/>
                    <a:pt x="197" y="251"/>
                  </a:cubicBezTo>
                  <a:cubicBezTo>
                    <a:pt x="196" y="252"/>
                    <a:pt x="196" y="255"/>
                    <a:pt x="196" y="257"/>
                  </a:cubicBezTo>
                  <a:cubicBezTo>
                    <a:pt x="196" y="258"/>
                    <a:pt x="197" y="260"/>
                    <a:pt x="197" y="261"/>
                  </a:cubicBezTo>
                  <a:cubicBezTo>
                    <a:pt x="197" y="262"/>
                    <a:pt x="196" y="265"/>
                    <a:pt x="196" y="266"/>
                  </a:cubicBezTo>
                  <a:cubicBezTo>
                    <a:pt x="196" y="267"/>
                    <a:pt x="196" y="270"/>
                    <a:pt x="197" y="271"/>
                  </a:cubicBezTo>
                  <a:cubicBezTo>
                    <a:pt x="197" y="272"/>
                    <a:pt x="199" y="274"/>
                    <a:pt x="199" y="275"/>
                  </a:cubicBezTo>
                  <a:cubicBezTo>
                    <a:pt x="199" y="276"/>
                    <a:pt x="199" y="276"/>
                    <a:pt x="199" y="276"/>
                  </a:cubicBezTo>
                  <a:cubicBezTo>
                    <a:pt x="199" y="276"/>
                    <a:pt x="200" y="278"/>
                    <a:pt x="200" y="279"/>
                  </a:cubicBezTo>
                  <a:cubicBezTo>
                    <a:pt x="200" y="279"/>
                    <a:pt x="202" y="280"/>
                    <a:pt x="202" y="281"/>
                  </a:cubicBezTo>
                  <a:cubicBezTo>
                    <a:pt x="203" y="281"/>
                    <a:pt x="205" y="282"/>
                    <a:pt x="206" y="283"/>
                  </a:cubicBezTo>
                  <a:cubicBezTo>
                    <a:pt x="206" y="284"/>
                    <a:pt x="207" y="287"/>
                    <a:pt x="207" y="289"/>
                  </a:cubicBezTo>
                  <a:cubicBezTo>
                    <a:pt x="208" y="290"/>
                    <a:pt x="209" y="291"/>
                    <a:pt x="210" y="292"/>
                  </a:cubicBezTo>
                  <a:cubicBezTo>
                    <a:pt x="211" y="292"/>
                    <a:pt x="213" y="291"/>
                    <a:pt x="214" y="292"/>
                  </a:cubicBezTo>
                  <a:cubicBezTo>
                    <a:pt x="216" y="292"/>
                    <a:pt x="218" y="294"/>
                    <a:pt x="218" y="295"/>
                  </a:cubicBezTo>
                  <a:cubicBezTo>
                    <a:pt x="219" y="296"/>
                    <a:pt x="218" y="298"/>
                    <a:pt x="217" y="299"/>
                  </a:cubicBezTo>
                  <a:cubicBezTo>
                    <a:pt x="216" y="300"/>
                    <a:pt x="213" y="300"/>
                    <a:pt x="212" y="300"/>
                  </a:cubicBezTo>
                  <a:cubicBezTo>
                    <a:pt x="211" y="300"/>
                    <a:pt x="210" y="300"/>
                    <a:pt x="210" y="301"/>
                  </a:cubicBezTo>
                  <a:cubicBezTo>
                    <a:pt x="209" y="302"/>
                    <a:pt x="209" y="305"/>
                    <a:pt x="209" y="307"/>
                  </a:cubicBezTo>
                  <a:cubicBezTo>
                    <a:pt x="209" y="307"/>
                    <a:pt x="209" y="307"/>
                    <a:pt x="209" y="307"/>
                  </a:cubicBezTo>
                  <a:cubicBezTo>
                    <a:pt x="206" y="307"/>
                    <a:pt x="201" y="308"/>
                    <a:pt x="198" y="308"/>
                  </a:cubicBezTo>
                  <a:cubicBezTo>
                    <a:pt x="193" y="307"/>
                    <a:pt x="182" y="306"/>
                    <a:pt x="177" y="304"/>
                  </a:cubicBezTo>
                  <a:cubicBezTo>
                    <a:pt x="173" y="303"/>
                    <a:pt x="167" y="300"/>
                    <a:pt x="164" y="299"/>
                  </a:cubicBezTo>
                  <a:cubicBezTo>
                    <a:pt x="161" y="298"/>
                    <a:pt x="155" y="297"/>
                    <a:pt x="152" y="297"/>
                  </a:cubicBezTo>
                  <a:cubicBezTo>
                    <a:pt x="149" y="296"/>
                    <a:pt x="143" y="294"/>
                    <a:pt x="140" y="294"/>
                  </a:cubicBezTo>
                  <a:cubicBezTo>
                    <a:pt x="137" y="293"/>
                    <a:pt x="130" y="293"/>
                    <a:pt x="127" y="293"/>
                  </a:cubicBezTo>
                  <a:cubicBezTo>
                    <a:pt x="122" y="292"/>
                    <a:pt x="114" y="293"/>
                    <a:pt x="109" y="292"/>
                  </a:cubicBezTo>
                  <a:cubicBezTo>
                    <a:pt x="106" y="292"/>
                    <a:pt x="99" y="290"/>
                    <a:pt x="96" y="289"/>
                  </a:cubicBezTo>
                  <a:cubicBezTo>
                    <a:pt x="94" y="288"/>
                    <a:pt x="90" y="285"/>
                    <a:pt x="88" y="284"/>
                  </a:cubicBezTo>
                  <a:cubicBezTo>
                    <a:pt x="84" y="282"/>
                    <a:pt x="77" y="278"/>
                    <a:pt x="74" y="277"/>
                  </a:cubicBezTo>
                  <a:cubicBezTo>
                    <a:pt x="71" y="276"/>
                    <a:pt x="66" y="275"/>
                    <a:pt x="63" y="275"/>
                  </a:cubicBezTo>
                  <a:cubicBezTo>
                    <a:pt x="60" y="274"/>
                    <a:pt x="54" y="275"/>
                    <a:pt x="51" y="276"/>
                  </a:cubicBezTo>
                  <a:cubicBezTo>
                    <a:pt x="49" y="277"/>
                    <a:pt x="47" y="281"/>
                    <a:pt x="46" y="282"/>
                  </a:cubicBezTo>
                  <a:cubicBezTo>
                    <a:pt x="45" y="283"/>
                    <a:pt x="43" y="284"/>
                    <a:pt x="42" y="285"/>
                  </a:cubicBezTo>
                  <a:cubicBezTo>
                    <a:pt x="41" y="285"/>
                    <a:pt x="40" y="285"/>
                    <a:pt x="39" y="28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49"/>
            <p:cNvSpPr>
              <a:spLocks/>
            </p:cNvSpPr>
            <p:nvPr/>
          </p:nvSpPr>
          <p:spPr bwMode="auto">
            <a:xfrm>
              <a:off x="4708525" y="3398838"/>
              <a:ext cx="12700" cy="19050"/>
            </a:xfrm>
            <a:custGeom>
              <a:avLst/>
              <a:gdLst/>
              <a:ahLst/>
              <a:cxnLst>
                <a:cxn ang="0">
                  <a:pos x="6" y="11"/>
                </a:cxn>
                <a:cxn ang="0">
                  <a:pos x="3" y="9"/>
                </a:cxn>
                <a:cxn ang="0">
                  <a:pos x="1" y="5"/>
                </a:cxn>
                <a:cxn ang="0">
                  <a:pos x="1" y="1"/>
                </a:cxn>
                <a:cxn ang="0">
                  <a:pos x="4" y="2"/>
                </a:cxn>
                <a:cxn ang="0">
                  <a:pos x="7" y="4"/>
                </a:cxn>
                <a:cxn ang="0">
                  <a:pos x="7" y="7"/>
                </a:cxn>
                <a:cxn ang="0">
                  <a:pos x="6" y="11"/>
                </a:cxn>
              </a:cxnLst>
              <a:rect l="0" t="0" r="r" b="b"/>
              <a:pathLst>
                <a:path w="8" h="11">
                  <a:moveTo>
                    <a:pt x="6" y="11"/>
                  </a:moveTo>
                  <a:cubicBezTo>
                    <a:pt x="5" y="11"/>
                    <a:pt x="4" y="10"/>
                    <a:pt x="3" y="9"/>
                  </a:cubicBezTo>
                  <a:cubicBezTo>
                    <a:pt x="2" y="8"/>
                    <a:pt x="1" y="6"/>
                    <a:pt x="1" y="5"/>
                  </a:cubicBezTo>
                  <a:cubicBezTo>
                    <a:pt x="1" y="4"/>
                    <a:pt x="0" y="1"/>
                    <a:pt x="1" y="1"/>
                  </a:cubicBezTo>
                  <a:cubicBezTo>
                    <a:pt x="2" y="0"/>
                    <a:pt x="3" y="1"/>
                    <a:pt x="4" y="2"/>
                  </a:cubicBezTo>
                  <a:cubicBezTo>
                    <a:pt x="5" y="2"/>
                    <a:pt x="6" y="3"/>
                    <a:pt x="7" y="4"/>
                  </a:cubicBezTo>
                  <a:cubicBezTo>
                    <a:pt x="7" y="5"/>
                    <a:pt x="8" y="6"/>
                    <a:pt x="7" y="7"/>
                  </a:cubicBezTo>
                  <a:cubicBezTo>
                    <a:pt x="7" y="8"/>
                    <a:pt x="7" y="10"/>
                    <a:pt x="6"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50"/>
            <p:cNvSpPr>
              <a:spLocks/>
            </p:cNvSpPr>
            <p:nvPr/>
          </p:nvSpPr>
          <p:spPr bwMode="auto">
            <a:xfrm>
              <a:off x="4695825" y="3368675"/>
              <a:ext cx="12700" cy="28575"/>
            </a:xfrm>
            <a:custGeom>
              <a:avLst/>
              <a:gdLst/>
              <a:ahLst/>
              <a:cxnLst>
                <a:cxn ang="0">
                  <a:pos x="4" y="16"/>
                </a:cxn>
                <a:cxn ang="0">
                  <a:pos x="0" y="13"/>
                </a:cxn>
                <a:cxn ang="0">
                  <a:pos x="1" y="10"/>
                </a:cxn>
                <a:cxn ang="0">
                  <a:pos x="0" y="4"/>
                </a:cxn>
                <a:cxn ang="0">
                  <a:pos x="4" y="1"/>
                </a:cxn>
                <a:cxn ang="0">
                  <a:pos x="6" y="5"/>
                </a:cxn>
                <a:cxn ang="0">
                  <a:pos x="7" y="10"/>
                </a:cxn>
                <a:cxn ang="0">
                  <a:pos x="6" y="14"/>
                </a:cxn>
                <a:cxn ang="0">
                  <a:pos x="4" y="16"/>
                </a:cxn>
              </a:cxnLst>
              <a:rect l="0" t="0" r="r" b="b"/>
              <a:pathLst>
                <a:path w="7" h="16">
                  <a:moveTo>
                    <a:pt x="4" y="16"/>
                  </a:moveTo>
                  <a:cubicBezTo>
                    <a:pt x="3" y="16"/>
                    <a:pt x="0" y="15"/>
                    <a:pt x="0" y="13"/>
                  </a:cubicBezTo>
                  <a:cubicBezTo>
                    <a:pt x="0" y="12"/>
                    <a:pt x="1" y="11"/>
                    <a:pt x="1" y="10"/>
                  </a:cubicBezTo>
                  <a:cubicBezTo>
                    <a:pt x="2" y="9"/>
                    <a:pt x="0" y="5"/>
                    <a:pt x="0" y="4"/>
                  </a:cubicBezTo>
                  <a:cubicBezTo>
                    <a:pt x="0" y="3"/>
                    <a:pt x="3" y="0"/>
                    <a:pt x="4" y="1"/>
                  </a:cubicBezTo>
                  <a:cubicBezTo>
                    <a:pt x="5" y="1"/>
                    <a:pt x="6" y="4"/>
                    <a:pt x="6" y="5"/>
                  </a:cubicBezTo>
                  <a:cubicBezTo>
                    <a:pt x="7" y="6"/>
                    <a:pt x="7" y="8"/>
                    <a:pt x="7" y="10"/>
                  </a:cubicBezTo>
                  <a:cubicBezTo>
                    <a:pt x="7" y="11"/>
                    <a:pt x="7" y="13"/>
                    <a:pt x="6" y="14"/>
                  </a:cubicBezTo>
                  <a:cubicBezTo>
                    <a:pt x="6" y="15"/>
                    <a:pt x="5" y="16"/>
                    <a:pt x="4"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51"/>
            <p:cNvSpPr>
              <a:spLocks/>
            </p:cNvSpPr>
            <p:nvPr/>
          </p:nvSpPr>
          <p:spPr bwMode="auto">
            <a:xfrm>
              <a:off x="4470400" y="3332163"/>
              <a:ext cx="260350" cy="330200"/>
            </a:xfrm>
            <a:custGeom>
              <a:avLst/>
              <a:gdLst/>
              <a:ahLst/>
              <a:cxnLst>
                <a:cxn ang="0">
                  <a:pos x="36" y="51"/>
                </a:cxn>
                <a:cxn ang="0">
                  <a:pos x="34" y="38"/>
                </a:cxn>
                <a:cxn ang="0">
                  <a:pos x="41" y="26"/>
                </a:cxn>
                <a:cxn ang="0">
                  <a:pos x="45" y="16"/>
                </a:cxn>
                <a:cxn ang="0">
                  <a:pos x="49" y="6"/>
                </a:cxn>
                <a:cxn ang="0">
                  <a:pos x="56" y="6"/>
                </a:cxn>
                <a:cxn ang="0">
                  <a:pos x="67" y="1"/>
                </a:cxn>
                <a:cxn ang="0">
                  <a:pos x="69" y="11"/>
                </a:cxn>
                <a:cxn ang="0">
                  <a:pos x="72" y="19"/>
                </a:cxn>
                <a:cxn ang="0">
                  <a:pos x="81" y="24"/>
                </a:cxn>
                <a:cxn ang="0">
                  <a:pos x="84" y="14"/>
                </a:cxn>
                <a:cxn ang="0">
                  <a:pos x="95" y="9"/>
                </a:cxn>
                <a:cxn ang="0">
                  <a:pos x="100" y="17"/>
                </a:cxn>
                <a:cxn ang="0">
                  <a:pos x="106" y="27"/>
                </a:cxn>
                <a:cxn ang="0">
                  <a:pos x="114" y="40"/>
                </a:cxn>
                <a:cxn ang="0">
                  <a:pos x="120" y="48"/>
                </a:cxn>
                <a:cxn ang="0">
                  <a:pos x="131" y="47"/>
                </a:cxn>
                <a:cxn ang="0">
                  <a:pos x="139" y="56"/>
                </a:cxn>
                <a:cxn ang="0">
                  <a:pos x="149" y="64"/>
                </a:cxn>
                <a:cxn ang="0">
                  <a:pos x="143" y="67"/>
                </a:cxn>
                <a:cxn ang="0">
                  <a:pos x="132" y="59"/>
                </a:cxn>
                <a:cxn ang="0">
                  <a:pos x="130" y="61"/>
                </a:cxn>
                <a:cxn ang="0">
                  <a:pos x="134" y="72"/>
                </a:cxn>
                <a:cxn ang="0">
                  <a:pos x="144" y="78"/>
                </a:cxn>
                <a:cxn ang="0">
                  <a:pos x="140" y="85"/>
                </a:cxn>
                <a:cxn ang="0">
                  <a:pos x="137" y="100"/>
                </a:cxn>
                <a:cxn ang="0">
                  <a:pos x="133" y="119"/>
                </a:cxn>
                <a:cxn ang="0">
                  <a:pos x="126" y="129"/>
                </a:cxn>
                <a:cxn ang="0">
                  <a:pos x="115" y="138"/>
                </a:cxn>
                <a:cxn ang="0">
                  <a:pos x="106" y="147"/>
                </a:cxn>
                <a:cxn ang="0">
                  <a:pos x="90" y="153"/>
                </a:cxn>
                <a:cxn ang="0">
                  <a:pos x="78" y="157"/>
                </a:cxn>
                <a:cxn ang="0">
                  <a:pos x="77" y="150"/>
                </a:cxn>
                <a:cxn ang="0">
                  <a:pos x="70" y="141"/>
                </a:cxn>
                <a:cxn ang="0">
                  <a:pos x="61" y="147"/>
                </a:cxn>
                <a:cxn ang="0">
                  <a:pos x="61" y="158"/>
                </a:cxn>
                <a:cxn ang="0">
                  <a:pos x="62" y="172"/>
                </a:cxn>
                <a:cxn ang="0">
                  <a:pos x="63" y="177"/>
                </a:cxn>
                <a:cxn ang="0">
                  <a:pos x="59" y="177"/>
                </a:cxn>
                <a:cxn ang="0">
                  <a:pos x="52" y="172"/>
                </a:cxn>
                <a:cxn ang="0">
                  <a:pos x="56" y="182"/>
                </a:cxn>
                <a:cxn ang="0">
                  <a:pos x="48" y="190"/>
                </a:cxn>
                <a:cxn ang="0">
                  <a:pos x="41" y="183"/>
                </a:cxn>
                <a:cxn ang="0">
                  <a:pos x="32" y="176"/>
                </a:cxn>
                <a:cxn ang="0">
                  <a:pos x="25" y="180"/>
                </a:cxn>
                <a:cxn ang="0">
                  <a:pos x="19" y="178"/>
                </a:cxn>
                <a:cxn ang="0">
                  <a:pos x="12" y="175"/>
                </a:cxn>
                <a:cxn ang="0">
                  <a:pos x="9" y="167"/>
                </a:cxn>
                <a:cxn ang="0">
                  <a:pos x="4" y="150"/>
                </a:cxn>
                <a:cxn ang="0">
                  <a:pos x="2" y="139"/>
                </a:cxn>
                <a:cxn ang="0">
                  <a:pos x="4" y="129"/>
                </a:cxn>
                <a:cxn ang="0">
                  <a:pos x="16" y="126"/>
                </a:cxn>
                <a:cxn ang="0">
                  <a:pos x="26" y="128"/>
                </a:cxn>
                <a:cxn ang="0">
                  <a:pos x="29" y="112"/>
                </a:cxn>
                <a:cxn ang="0">
                  <a:pos x="33" y="106"/>
                </a:cxn>
                <a:cxn ang="0">
                  <a:pos x="43" y="96"/>
                </a:cxn>
                <a:cxn ang="0">
                  <a:pos x="46" y="76"/>
                </a:cxn>
                <a:cxn ang="0">
                  <a:pos x="41" y="61"/>
                </a:cxn>
              </a:cxnLst>
              <a:rect l="0" t="0" r="r" b="b"/>
              <a:pathLst>
                <a:path w="151" h="193">
                  <a:moveTo>
                    <a:pt x="35" y="56"/>
                  </a:moveTo>
                  <a:cubicBezTo>
                    <a:pt x="35" y="56"/>
                    <a:pt x="35" y="56"/>
                    <a:pt x="35" y="56"/>
                  </a:cubicBezTo>
                  <a:cubicBezTo>
                    <a:pt x="35" y="55"/>
                    <a:pt x="36" y="52"/>
                    <a:pt x="36" y="51"/>
                  </a:cubicBezTo>
                  <a:cubicBezTo>
                    <a:pt x="36" y="50"/>
                    <a:pt x="36" y="48"/>
                    <a:pt x="36" y="47"/>
                  </a:cubicBezTo>
                  <a:cubicBezTo>
                    <a:pt x="36" y="46"/>
                    <a:pt x="34" y="44"/>
                    <a:pt x="34" y="43"/>
                  </a:cubicBezTo>
                  <a:cubicBezTo>
                    <a:pt x="34" y="42"/>
                    <a:pt x="34" y="39"/>
                    <a:pt x="34" y="38"/>
                  </a:cubicBezTo>
                  <a:cubicBezTo>
                    <a:pt x="35" y="37"/>
                    <a:pt x="37" y="35"/>
                    <a:pt x="38" y="34"/>
                  </a:cubicBezTo>
                  <a:cubicBezTo>
                    <a:pt x="39" y="33"/>
                    <a:pt x="41" y="31"/>
                    <a:pt x="42" y="30"/>
                  </a:cubicBezTo>
                  <a:cubicBezTo>
                    <a:pt x="42" y="29"/>
                    <a:pt x="41" y="27"/>
                    <a:pt x="41" y="26"/>
                  </a:cubicBezTo>
                  <a:cubicBezTo>
                    <a:pt x="41" y="25"/>
                    <a:pt x="42" y="23"/>
                    <a:pt x="42" y="22"/>
                  </a:cubicBezTo>
                  <a:cubicBezTo>
                    <a:pt x="43" y="21"/>
                    <a:pt x="44" y="20"/>
                    <a:pt x="44" y="19"/>
                  </a:cubicBezTo>
                  <a:cubicBezTo>
                    <a:pt x="45" y="18"/>
                    <a:pt x="45" y="17"/>
                    <a:pt x="45" y="16"/>
                  </a:cubicBezTo>
                  <a:cubicBezTo>
                    <a:pt x="46" y="15"/>
                    <a:pt x="46" y="12"/>
                    <a:pt x="47" y="11"/>
                  </a:cubicBezTo>
                  <a:cubicBezTo>
                    <a:pt x="47" y="10"/>
                    <a:pt x="48" y="9"/>
                    <a:pt x="48" y="9"/>
                  </a:cubicBezTo>
                  <a:cubicBezTo>
                    <a:pt x="48" y="8"/>
                    <a:pt x="48" y="7"/>
                    <a:pt x="49" y="6"/>
                  </a:cubicBezTo>
                  <a:cubicBezTo>
                    <a:pt x="49" y="5"/>
                    <a:pt x="49" y="5"/>
                    <a:pt x="50" y="4"/>
                  </a:cubicBezTo>
                  <a:cubicBezTo>
                    <a:pt x="50" y="4"/>
                    <a:pt x="50" y="4"/>
                    <a:pt x="50" y="4"/>
                  </a:cubicBezTo>
                  <a:cubicBezTo>
                    <a:pt x="51" y="5"/>
                    <a:pt x="55" y="6"/>
                    <a:pt x="56" y="6"/>
                  </a:cubicBezTo>
                  <a:cubicBezTo>
                    <a:pt x="57" y="5"/>
                    <a:pt x="58" y="3"/>
                    <a:pt x="59" y="3"/>
                  </a:cubicBezTo>
                  <a:cubicBezTo>
                    <a:pt x="60" y="2"/>
                    <a:pt x="62" y="1"/>
                    <a:pt x="63" y="1"/>
                  </a:cubicBezTo>
                  <a:cubicBezTo>
                    <a:pt x="64" y="0"/>
                    <a:pt x="66" y="0"/>
                    <a:pt x="67" y="1"/>
                  </a:cubicBezTo>
                  <a:cubicBezTo>
                    <a:pt x="68" y="1"/>
                    <a:pt x="70" y="3"/>
                    <a:pt x="71" y="5"/>
                  </a:cubicBezTo>
                  <a:cubicBezTo>
                    <a:pt x="71" y="6"/>
                    <a:pt x="71" y="8"/>
                    <a:pt x="71" y="9"/>
                  </a:cubicBezTo>
                  <a:cubicBezTo>
                    <a:pt x="71" y="10"/>
                    <a:pt x="70" y="11"/>
                    <a:pt x="69" y="11"/>
                  </a:cubicBezTo>
                  <a:cubicBezTo>
                    <a:pt x="69" y="12"/>
                    <a:pt x="69" y="13"/>
                    <a:pt x="69" y="14"/>
                  </a:cubicBezTo>
                  <a:cubicBezTo>
                    <a:pt x="69" y="14"/>
                    <a:pt x="71" y="15"/>
                    <a:pt x="71" y="16"/>
                  </a:cubicBezTo>
                  <a:cubicBezTo>
                    <a:pt x="71" y="17"/>
                    <a:pt x="72" y="18"/>
                    <a:pt x="72" y="19"/>
                  </a:cubicBezTo>
                  <a:cubicBezTo>
                    <a:pt x="72" y="20"/>
                    <a:pt x="73" y="23"/>
                    <a:pt x="74" y="24"/>
                  </a:cubicBezTo>
                  <a:cubicBezTo>
                    <a:pt x="75" y="25"/>
                    <a:pt x="77" y="26"/>
                    <a:pt x="78" y="26"/>
                  </a:cubicBezTo>
                  <a:cubicBezTo>
                    <a:pt x="79" y="26"/>
                    <a:pt x="80" y="25"/>
                    <a:pt x="81" y="24"/>
                  </a:cubicBezTo>
                  <a:cubicBezTo>
                    <a:pt x="81" y="23"/>
                    <a:pt x="82" y="22"/>
                    <a:pt x="83" y="21"/>
                  </a:cubicBezTo>
                  <a:cubicBezTo>
                    <a:pt x="83" y="20"/>
                    <a:pt x="83" y="18"/>
                    <a:pt x="83" y="17"/>
                  </a:cubicBezTo>
                  <a:cubicBezTo>
                    <a:pt x="83" y="16"/>
                    <a:pt x="83" y="15"/>
                    <a:pt x="84" y="14"/>
                  </a:cubicBezTo>
                  <a:cubicBezTo>
                    <a:pt x="84" y="13"/>
                    <a:pt x="86" y="13"/>
                    <a:pt x="87" y="12"/>
                  </a:cubicBezTo>
                  <a:cubicBezTo>
                    <a:pt x="88" y="12"/>
                    <a:pt x="90" y="10"/>
                    <a:pt x="91" y="10"/>
                  </a:cubicBezTo>
                  <a:cubicBezTo>
                    <a:pt x="92" y="9"/>
                    <a:pt x="94" y="9"/>
                    <a:pt x="95" y="9"/>
                  </a:cubicBezTo>
                  <a:cubicBezTo>
                    <a:pt x="96" y="9"/>
                    <a:pt x="98" y="10"/>
                    <a:pt x="98" y="10"/>
                  </a:cubicBezTo>
                  <a:cubicBezTo>
                    <a:pt x="99" y="11"/>
                    <a:pt x="99" y="13"/>
                    <a:pt x="100" y="13"/>
                  </a:cubicBezTo>
                  <a:cubicBezTo>
                    <a:pt x="100" y="14"/>
                    <a:pt x="100" y="16"/>
                    <a:pt x="100" y="17"/>
                  </a:cubicBezTo>
                  <a:cubicBezTo>
                    <a:pt x="100" y="18"/>
                    <a:pt x="100" y="21"/>
                    <a:pt x="101" y="21"/>
                  </a:cubicBezTo>
                  <a:cubicBezTo>
                    <a:pt x="102" y="22"/>
                    <a:pt x="104" y="22"/>
                    <a:pt x="105" y="23"/>
                  </a:cubicBezTo>
                  <a:cubicBezTo>
                    <a:pt x="105" y="24"/>
                    <a:pt x="106" y="26"/>
                    <a:pt x="106" y="27"/>
                  </a:cubicBezTo>
                  <a:cubicBezTo>
                    <a:pt x="107" y="28"/>
                    <a:pt x="108" y="30"/>
                    <a:pt x="109" y="31"/>
                  </a:cubicBezTo>
                  <a:cubicBezTo>
                    <a:pt x="109" y="32"/>
                    <a:pt x="111" y="32"/>
                    <a:pt x="112" y="33"/>
                  </a:cubicBezTo>
                  <a:cubicBezTo>
                    <a:pt x="113" y="34"/>
                    <a:pt x="113" y="38"/>
                    <a:pt x="114" y="40"/>
                  </a:cubicBezTo>
                  <a:cubicBezTo>
                    <a:pt x="114" y="41"/>
                    <a:pt x="116" y="42"/>
                    <a:pt x="116" y="42"/>
                  </a:cubicBezTo>
                  <a:cubicBezTo>
                    <a:pt x="117" y="43"/>
                    <a:pt x="119" y="44"/>
                    <a:pt x="119" y="44"/>
                  </a:cubicBezTo>
                  <a:cubicBezTo>
                    <a:pt x="120" y="45"/>
                    <a:pt x="119" y="47"/>
                    <a:pt x="120" y="48"/>
                  </a:cubicBezTo>
                  <a:cubicBezTo>
                    <a:pt x="120" y="48"/>
                    <a:pt x="121" y="49"/>
                    <a:pt x="122" y="49"/>
                  </a:cubicBezTo>
                  <a:cubicBezTo>
                    <a:pt x="123" y="49"/>
                    <a:pt x="125" y="47"/>
                    <a:pt x="125" y="47"/>
                  </a:cubicBezTo>
                  <a:cubicBezTo>
                    <a:pt x="127" y="47"/>
                    <a:pt x="129" y="47"/>
                    <a:pt x="131" y="47"/>
                  </a:cubicBezTo>
                  <a:cubicBezTo>
                    <a:pt x="132" y="47"/>
                    <a:pt x="133" y="48"/>
                    <a:pt x="134" y="48"/>
                  </a:cubicBezTo>
                  <a:cubicBezTo>
                    <a:pt x="135" y="49"/>
                    <a:pt x="136" y="51"/>
                    <a:pt x="137" y="52"/>
                  </a:cubicBezTo>
                  <a:cubicBezTo>
                    <a:pt x="138" y="53"/>
                    <a:pt x="138" y="55"/>
                    <a:pt x="139" y="56"/>
                  </a:cubicBezTo>
                  <a:cubicBezTo>
                    <a:pt x="139" y="57"/>
                    <a:pt x="141" y="59"/>
                    <a:pt x="142" y="59"/>
                  </a:cubicBezTo>
                  <a:cubicBezTo>
                    <a:pt x="143" y="60"/>
                    <a:pt x="144" y="59"/>
                    <a:pt x="145" y="60"/>
                  </a:cubicBezTo>
                  <a:cubicBezTo>
                    <a:pt x="146" y="61"/>
                    <a:pt x="148" y="62"/>
                    <a:pt x="149" y="64"/>
                  </a:cubicBezTo>
                  <a:cubicBezTo>
                    <a:pt x="150" y="64"/>
                    <a:pt x="151" y="66"/>
                    <a:pt x="150" y="67"/>
                  </a:cubicBezTo>
                  <a:cubicBezTo>
                    <a:pt x="150" y="68"/>
                    <a:pt x="148" y="67"/>
                    <a:pt x="147" y="67"/>
                  </a:cubicBezTo>
                  <a:cubicBezTo>
                    <a:pt x="146" y="67"/>
                    <a:pt x="144" y="67"/>
                    <a:pt x="143" y="67"/>
                  </a:cubicBezTo>
                  <a:cubicBezTo>
                    <a:pt x="142" y="67"/>
                    <a:pt x="139" y="65"/>
                    <a:pt x="138" y="64"/>
                  </a:cubicBezTo>
                  <a:cubicBezTo>
                    <a:pt x="137" y="64"/>
                    <a:pt x="136" y="62"/>
                    <a:pt x="135" y="61"/>
                  </a:cubicBezTo>
                  <a:cubicBezTo>
                    <a:pt x="135" y="60"/>
                    <a:pt x="133" y="59"/>
                    <a:pt x="132" y="59"/>
                  </a:cubicBezTo>
                  <a:cubicBezTo>
                    <a:pt x="132" y="58"/>
                    <a:pt x="131" y="57"/>
                    <a:pt x="130" y="57"/>
                  </a:cubicBezTo>
                  <a:cubicBezTo>
                    <a:pt x="130" y="57"/>
                    <a:pt x="128" y="58"/>
                    <a:pt x="128" y="59"/>
                  </a:cubicBezTo>
                  <a:cubicBezTo>
                    <a:pt x="128" y="59"/>
                    <a:pt x="129" y="60"/>
                    <a:pt x="130" y="61"/>
                  </a:cubicBezTo>
                  <a:cubicBezTo>
                    <a:pt x="130" y="62"/>
                    <a:pt x="131" y="63"/>
                    <a:pt x="132" y="64"/>
                  </a:cubicBezTo>
                  <a:cubicBezTo>
                    <a:pt x="132" y="64"/>
                    <a:pt x="132" y="66"/>
                    <a:pt x="133" y="67"/>
                  </a:cubicBezTo>
                  <a:cubicBezTo>
                    <a:pt x="133" y="68"/>
                    <a:pt x="133" y="71"/>
                    <a:pt x="134" y="72"/>
                  </a:cubicBezTo>
                  <a:cubicBezTo>
                    <a:pt x="134" y="73"/>
                    <a:pt x="136" y="74"/>
                    <a:pt x="137" y="75"/>
                  </a:cubicBezTo>
                  <a:cubicBezTo>
                    <a:pt x="138" y="76"/>
                    <a:pt x="140" y="78"/>
                    <a:pt x="142" y="78"/>
                  </a:cubicBezTo>
                  <a:cubicBezTo>
                    <a:pt x="142" y="78"/>
                    <a:pt x="144" y="77"/>
                    <a:pt x="144" y="78"/>
                  </a:cubicBezTo>
                  <a:cubicBezTo>
                    <a:pt x="144" y="78"/>
                    <a:pt x="145" y="78"/>
                    <a:pt x="145" y="78"/>
                  </a:cubicBezTo>
                  <a:cubicBezTo>
                    <a:pt x="144" y="78"/>
                    <a:pt x="143" y="79"/>
                    <a:pt x="143" y="80"/>
                  </a:cubicBezTo>
                  <a:cubicBezTo>
                    <a:pt x="142" y="81"/>
                    <a:pt x="141" y="84"/>
                    <a:pt x="140" y="85"/>
                  </a:cubicBezTo>
                  <a:cubicBezTo>
                    <a:pt x="139" y="86"/>
                    <a:pt x="137" y="87"/>
                    <a:pt x="137" y="88"/>
                  </a:cubicBezTo>
                  <a:cubicBezTo>
                    <a:pt x="136" y="90"/>
                    <a:pt x="136" y="94"/>
                    <a:pt x="136" y="96"/>
                  </a:cubicBezTo>
                  <a:cubicBezTo>
                    <a:pt x="136" y="97"/>
                    <a:pt x="137" y="99"/>
                    <a:pt x="137" y="100"/>
                  </a:cubicBezTo>
                  <a:cubicBezTo>
                    <a:pt x="137" y="101"/>
                    <a:pt x="136" y="103"/>
                    <a:pt x="136" y="104"/>
                  </a:cubicBezTo>
                  <a:cubicBezTo>
                    <a:pt x="135" y="106"/>
                    <a:pt x="134" y="110"/>
                    <a:pt x="133" y="112"/>
                  </a:cubicBezTo>
                  <a:cubicBezTo>
                    <a:pt x="133" y="114"/>
                    <a:pt x="134" y="117"/>
                    <a:pt x="133" y="119"/>
                  </a:cubicBezTo>
                  <a:cubicBezTo>
                    <a:pt x="133" y="120"/>
                    <a:pt x="132" y="122"/>
                    <a:pt x="132" y="123"/>
                  </a:cubicBezTo>
                  <a:cubicBezTo>
                    <a:pt x="132" y="124"/>
                    <a:pt x="131" y="126"/>
                    <a:pt x="131" y="126"/>
                  </a:cubicBezTo>
                  <a:cubicBezTo>
                    <a:pt x="130" y="128"/>
                    <a:pt x="127" y="129"/>
                    <a:pt x="126" y="129"/>
                  </a:cubicBezTo>
                  <a:cubicBezTo>
                    <a:pt x="125" y="130"/>
                    <a:pt x="122" y="131"/>
                    <a:pt x="121" y="131"/>
                  </a:cubicBezTo>
                  <a:cubicBezTo>
                    <a:pt x="120" y="132"/>
                    <a:pt x="119" y="135"/>
                    <a:pt x="118" y="135"/>
                  </a:cubicBezTo>
                  <a:cubicBezTo>
                    <a:pt x="117" y="136"/>
                    <a:pt x="115" y="137"/>
                    <a:pt x="115" y="138"/>
                  </a:cubicBezTo>
                  <a:cubicBezTo>
                    <a:pt x="114" y="139"/>
                    <a:pt x="113" y="141"/>
                    <a:pt x="113" y="142"/>
                  </a:cubicBezTo>
                  <a:cubicBezTo>
                    <a:pt x="112" y="143"/>
                    <a:pt x="111" y="145"/>
                    <a:pt x="110" y="146"/>
                  </a:cubicBezTo>
                  <a:cubicBezTo>
                    <a:pt x="109" y="146"/>
                    <a:pt x="107" y="147"/>
                    <a:pt x="106" y="147"/>
                  </a:cubicBezTo>
                  <a:cubicBezTo>
                    <a:pt x="105" y="148"/>
                    <a:pt x="103" y="150"/>
                    <a:pt x="102" y="150"/>
                  </a:cubicBezTo>
                  <a:cubicBezTo>
                    <a:pt x="100" y="151"/>
                    <a:pt x="97" y="150"/>
                    <a:pt x="96" y="151"/>
                  </a:cubicBezTo>
                  <a:cubicBezTo>
                    <a:pt x="94" y="151"/>
                    <a:pt x="91" y="153"/>
                    <a:pt x="90" y="153"/>
                  </a:cubicBezTo>
                  <a:cubicBezTo>
                    <a:pt x="89" y="154"/>
                    <a:pt x="86" y="155"/>
                    <a:pt x="85" y="156"/>
                  </a:cubicBezTo>
                  <a:cubicBezTo>
                    <a:pt x="84" y="156"/>
                    <a:pt x="81" y="156"/>
                    <a:pt x="80" y="157"/>
                  </a:cubicBezTo>
                  <a:cubicBezTo>
                    <a:pt x="80" y="157"/>
                    <a:pt x="79" y="157"/>
                    <a:pt x="78" y="157"/>
                  </a:cubicBezTo>
                  <a:cubicBezTo>
                    <a:pt x="78" y="156"/>
                    <a:pt x="79" y="155"/>
                    <a:pt x="79" y="155"/>
                  </a:cubicBezTo>
                  <a:cubicBezTo>
                    <a:pt x="79" y="154"/>
                    <a:pt x="79" y="152"/>
                    <a:pt x="79" y="152"/>
                  </a:cubicBezTo>
                  <a:cubicBezTo>
                    <a:pt x="79" y="151"/>
                    <a:pt x="77" y="150"/>
                    <a:pt x="77" y="150"/>
                  </a:cubicBezTo>
                  <a:cubicBezTo>
                    <a:pt x="76" y="149"/>
                    <a:pt x="75" y="147"/>
                    <a:pt x="75" y="145"/>
                  </a:cubicBezTo>
                  <a:cubicBezTo>
                    <a:pt x="75" y="145"/>
                    <a:pt x="74" y="142"/>
                    <a:pt x="74" y="142"/>
                  </a:cubicBezTo>
                  <a:cubicBezTo>
                    <a:pt x="73" y="141"/>
                    <a:pt x="71" y="141"/>
                    <a:pt x="70" y="141"/>
                  </a:cubicBezTo>
                  <a:cubicBezTo>
                    <a:pt x="70" y="142"/>
                    <a:pt x="69" y="144"/>
                    <a:pt x="69" y="145"/>
                  </a:cubicBezTo>
                  <a:cubicBezTo>
                    <a:pt x="68" y="146"/>
                    <a:pt x="66" y="148"/>
                    <a:pt x="65" y="148"/>
                  </a:cubicBezTo>
                  <a:cubicBezTo>
                    <a:pt x="64" y="148"/>
                    <a:pt x="62" y="147"/>
                    <a:pt x="61" y="147"/>
                  </a:cubicBezTo>
                  <a:cubicBezTo>
                    <a:pt x="60" y="148"/>
                    <a:pt x="59" y="150"/>
                    <a:pt x="59" y="151"/>
                  </a:cubicBezTo>
                  <a:cubicBezTo>
                    <a:pt x="59" y="151"/>
                    <a:pt x="60" y="153"/>
                    <a:pt x="60" y="153"/>
                  </a:cubicBezTo>
                  <a:cubicBezTo>
                    <a:pt x="60" y="154"/>
                    <a:pt x="61" y="157"/>
                    <a:pt x="61" y="158"/>
                  </a:cubicBezTo>
                  <a:cubicBezTo>
                    <a:pt x="61" y="160"/>
                    <a:pt x="59" y="163"/>
                    <a:pt x="60" y="164"/>
                  </a:cubicBezTo>
                  <a:cubicBezTo>
                    <a:pt x="60" y="165"/>
                    <a:pt x="61" y="167"/>
                    <a:pt x="61" y="168"/>
                  </a:cubicBezTo>
                  <a:cubicBezTo>
                    <a:pt x="62" y="169"/>
                    <a:pt x="62" y="171"/>
                    <a:pt x="62" y="172"/>
                  </a:cubicBezTo>
                  <a:cubicBezTo>
                    <a:pt x="63" y="172"/>
                    <a:pt x="64" y="173"/>
                    <a:pt x="64" y="173"/>
                  </a:cubicBezTo>
                  <a:cubicBezTo>
                    <a:pt x="64" y="174"/>
                    <a:pt x="64" y="175"/>
                    <a:pt x="64" y="175"/>
                  </a:cubicBezTo>
                  <a:cubicBezTo>
                    <a:pt x="64" y="176"/>
                    <a:pt x="63" y="177"/>
                    <a:pt x="63" y="177"/>
                  </a:cubicBezTo>
                  <a:cubicBezTo>
                    <a:pt x="63" y="178"/>
                    <a:pt x="63" y="179"/>
                    <a:pt x="63" y="179"/>
                  </a:cubicBezTo>
                  <a:cubicBezTo>
                    <a:pt x="63" y="179"/>
                    <a:pt x="63" y="179"/>
                    <a:pt x="63" y="179"/>
                  </a:cubicBezTo>
                  <a:cubicBezTo>
                    <a:pt x="62" y="179"/>
                    <a:pt x="60" y="178"/>
                    <a:pt x="59" y="177"/>
                  </a:cubicBezTo>
                  <a:cubicBezTo>
                    <a:pt x="58" y="176"/>
                    <a:pt x="58" y="174"/>
                    <a:pt x="57" y="174"/>
                  </a:cubicBezTo>
                  <a:cubicBezTo>
                    <a:pt x="56" y="173"/>
                    <a:pt x="55" y="172"/>
                    <a:pt x="54" y="172"/>
                  </a:cubicBezTo>
                  <a:cubicBezTo>
                    <a:pt x="54" y="171"/>
                    <a:pt x="53" y="171"/>
                    <a:pt x="52" y="172"/>
                  </a:cubicBezTo>
                  <a:cubicBezTo>
                    <a:pt x="52" y="172"/>
                    <a:pt x="52" y="174"/>
                    <a:pt x="52" y="175"/>
                  </a:cubicBezTo>
                  <a:cubicBezTo>
                    <a:pt x="52" y="176"/>
                    <a:pt x="52" y="178"/>
                    <a:pt x="53" y="179"/>
                  </a:cubicBezTo>
                  <a:cubicBezTo>
                    <a:pt x="53" y="180"/>
                    <a:pt x="56" y="181"/>
                    <a:pt x="56" y="182"/>
                  </a:cubicBezTo>
                  <a:cubicBezTo>
                    <a:pt x="57" y="183"/>
                    <a:pt x="56" y="186"/>
                    <a:pt x="56" y="187"/>
                  </a:cubicBezTo>
                  <a:cubicBezTo>
                    <a:pt x="56" y="189"/>
                    <a:pt x="55" y="192"/>
                    <a:pt x="54" y="192"/>
                  </a:cubicBezTo>
                  <a:cubicBezTo>
                    <a:pt x="52" y="193"/>
                    <a:pt x="49" y="191"/>
                    <a:pt x="48" y="190"/>
                  </a:cubicBezTo>
                  <a:cubicBezTo>
                    <a:pt x="48" y="189"/>
                    <a:pt x="47" y="189"/>
                    <a:pt x="46" y="188"/>
                  </a:cubicBezTo>
                  <a:cubicBezTo>
                    <a:pt x="46" y="188"/>
                    <a:pt x="45" y="186"/>
                    <a:pt x="45" y="186"/>
                  </a:cubicBezTo>
                  <a:cubicBezTo>
                    <a:pt x="44" y="185"/>
                    <a:pt x="42" y="184"/>
                    <a:pt x="41" y="183"/>
                  </a:cubicBezTo>
                  <a:cubicBezTo>
                    <a:pt x="40" y="183"/>
                    <a:pt x="38" y="183"/>
                    <a:pt x="37" y="182"/>
                  </a:cubicBezTo>
                  <a:cubicBezTo>
                    <a:pt x="36" y="182"/>
                    <a:pt x="35" y="181"/>
                    <a:pt x="34" y="180"/>
                  </a:cubicBezTo>
                  <a:cubicBezTo>
                    <a:pt x="33" y="179"/>
                    <a:pt x="33" y="176"/>
                    <a:pt x="32" y="176"/>
                  </a:cubicBezTo>
                  <a:cubicBezTo>
                    <a:pt x="31" y="175"/>
                    <a:pt x="29" y="175"/>
                    <a:pt x="28" y="175"/>
                  </a:cubicBezTo>
                  <a:cubicBezTo>
                    <a:pt x="27" y="175"/>
                    <a:pt x="25" y="175"/>
                    <a:pt x="24" y="176"/>
                  </a:cubicBezTo>
                  <a:cubicBezTo>
                    <a:pt x="24" y="177"/>
                    <a:pt x="25" y="179"/>
                    <a:pt x="25" y="180"/>
                  </a:cubicBezTo>
                  <a:cubicBezTo>
                    <a:pt x="25" y="181"/>
                    <a:pt x="24" y="182"/>
                    <a:pt x="23" y="182"/>
                  </a:cubicBezTo>
                  <a:cubicBezTo>
                    <a:pt x="23" y="182"/>
                    <a:pt x="21" y="181"/>
                    <a:pt x="21" y="181"/>
                  </a:cubicBezTo>
                  <a:cubicBezTo>
                    <a:pt x="20" y="180"/>
                    <a:pt x="19" y="179"/>
                    <a:pt x="19" y="178"/>
                  </a:cubicBezTo>
                  <a:cubicBezTo>
                    <a:pt x="18" y="178"/>
                    <a:pt x="19" y="176"/>
                    <a:pt x="18" y="176"/>
                  </a:cubicBezTo>
                  <a:cubicBezTo>
                    <a:pt x="17" y="175"/>
                    <a:pt x="14" y="176"/>
                    <a:pt x="13" y="176"/>
                  </a:cubicBezTo>
                  <a:cubicBezTo>
                    <a:pt x="13" y="176"/>
                    <a:pt x="12" y="175"/>
                    <a:pt x="12" y="175"/>
                  </a:cubicBezTo>
                  <a:cubicBezTo>
                    <a:pt x="12" y="175"/>
                    <a:pt x="12" y="174"/>
                    <a:pt x="12" y="174"/>
                  </a:cubicBezTo>
                  <a:cubicBezTo>
                    <a:pt x="12" y="173"/>
                    <a:pt x="12" y="171"/>
                    <a:pt x="12" y="170"/>
                  </a:cubicBezTo>
                  <a:cubicBezTo>
                    <a:pt x="11" y="169"/>
                    <a:pt x="10" y="167"/>
                    <a:pt x="9" y="167"/>
                  </a:cubicBezTo>
                  <a:cubicBezTo>
                    <a:pt x="9" y="166"/>
                    <a:pt x="8" y="164"/>
                    <a:pt x="8" y="163"/>
                  </a:cubicBezTo>
                  <a:cubicBezTo>
                    <a:pt x="7" y="161"/>
                    <a:pt x="7" y="158"/>
                    <a:pt x="6" y="156"/>
                  </a:cubicBezTo>
                  <a:cubicBezTo>
                    <a:pt x="6" y="155"/>
                    <a:pt x="5" y="151"/>
                    <a:pt x="4" y="150"/>
                  </a:cubicBezTo>
                  <a:cubicBezTo>
                    <a:pt x="3" y="149"/>
                    <a:pt x="2" y="148"/>
                    <a:pt x="1" y="148"/>
                  </a:cubicBezTo>
                  <a:cubicBezTo>
                    <a:pt x="1" y="147"/>
                    <a:pt x="0" y="145"/>
                    <a:pt x="0" y="144"/>
                  </a:cubicBezTo>
                  <a:cubicBezTo>
                    <a:pt x="0" y="143"/>
                    <a:pt x="1" y="140"/>
                    <a:pt x="2" y="139"/>
                  </a:cubicBezTo>
                  <a:cubicBezTo>
                    <a:pt x="2" y="138"/>
                    <a:pt x="4" y="137"/>
                    <a:pt x="4" y="136"/>
                  </a:cubicBezTo>
                  <a:cubicBezTo>
                    <a:pt x="4" y="135"/>
                    <a:pt x="5" y="134"/>
                    <a:pt x="5" y="133"/>
                  </a:cubicBezTo>
                  <a:cubicBezTo>
                    <a:pt x="5" y="132"/>
                    <a:pt x="3" y="130"/>
                    <a:pt x="4" y="129"/>
                  </a:cubicBezTo>
                  <a:cubicBezTo>
                    <a:pt x="4" y="128"/>
                    <a:pt x="5" y="127"/>
                    <a:pt x="6" y="126"/>
                  </a:cubicBezTo>
                  <a:cubicBezTo>
                    <a:pt x="7" y="125"/>
                    <a:pt x="10" y="126"/>
                    <a:pt x="11" y="126"/>
                  </a:cubicBezTo>
                  <a:cubicBezTo>
                    <a:pt x="13" y="126"/>
                    <a:pt x="15" y="126"/>
                    <a:pt x="16" y="126"/>
                  </a:cubicBezTo>
                  <a:cubicBezTo>
                    <a:pt x="17" y="127"/>
                    <a:pt x="18" y="129"/>
                    <a:pt x="19" y="129"/>
                  </a:cubicBezTo>
                  <a:cubicBezTo>
                    <a:pt x="20" y="129"/>
                    <a:pt x="22" y="130"/>
                    <a:pt x="23" y="129"/>
                  </a:cubicBezTo>
                  <a:cubicBezTo>
                    <a:pt x="24" y="129"/>
                    <a:pt x="25" y="128"/>
                    <a:pt x="26" y="128"/>
                  </a:cubicBezTo>
                  <a:cubicBezTo>
                    <a:pt x="27" y="127"/>
                    <a:pt x="30" y="125"/>
                    <a:pt x="30" y="123"/>
                  </a:cubicBezTo>
                  <a:cubicBezTo>
                    <a:pt x="31" y="122"/>
                    <a:pt x="30" y="120"/>
                    <a:pt x="30" y="118"/>
                  </a:cubicBezTo>
                  <a:cubicBezTo>
                    <a:pt x="30" y="117"/>
                    <a:pt x="30" y="114"/>
                    <a:pt x="29" y="112"/>
                  </a:cubicBezTo>
                  <a:cubicBezTo>
                    <a:pt x="29" y="112"/>
                    <a:pt x="27" y="111"/>
                    <a:pt x="27" y="110"/>
                  </a:cubicBezTo>
                  <a:cubicBezTo>
                    <a:pt x="27" y="109"/>
                    <a:pt x="28" y="107"/>
                    <a:pt x="29" y="106"/>
                  </a:cubicBezTo>
                  <a:cubicBezTo>
                    <a:pt x="30" y="106"/>
                    <a:pt x="32" y="106"/>
                    <a:pt x="33" y="106"/>
                  </a:cubicBezTo>
                  <a:cubicBezTo>
                    <a:pt x="34" y="105"/>
                    <a:pt x="34" y="103"/>
                    <a:pt x="35" y="103"/>
                  </a:cubicBezTo>
                  <a:cubicBezTo>
                    <a:pt x="36" y="102"/>
                    <a:pt x="37" y="99"/>
                    <a:pt x="38" y="98"/>
                  </a:cubicBezTo>
                  <a:cubicBezTo>
                    <a:pt x="39" y="97"/>
                    <a:pt x="42" y="97"/>
                    <a:pt x="43" y="96"/>
                  </a:cubicBezTo>
                  <a:cubicBezTo>
                    <a:pt x="44" y="95"/>
                    <a:pt x="45" y="92"/>
                    <a:pt x="45" y="91"/>
                  </a:cubicBezTo>
                  <a:cubicBezTo>
                    <a:pt x="45" y="88"/>
                    <a:pt x="44" y="84"/>
                    <a:pt x="44" y="82"/>
                  </a:cubicBezTo>
                  <a:cubicBezTo>
                    <a:pt x="45" y="80"/>
                    <a:pt x="45" y="77"/>
                    <a:pt x="46" y="76"/>
                  </a:cubicBezTo>
                  <a:cubicBezTo>
                    <a:pt x="46" y="75"/>
                    <a:pt x="48" y="72"/>
                    <a:pt x="48" y="71"/>
                  </a:cubicBezTo>
                  <a:cubicBezTo>
                    <a:pt x="48" y="69"/>
                    <a:pt x="47" y="66"/>
                    <a:pt x="46" y="65"/>
                  </a:cubicBezTo>
                  <a:cubicBezTo>
                    <a:pt x="45" y="64"/>
                    <a:pt x="42" y="62"/>
                    <a:pt x="41" y="61"/>
                  </a:cubicBezTo>
                  <a:cubicBezTo>
                    <a:pt x="40" y="61"/>
                    <a:pt x="38" y="60"/>
                    <a:pt x="37" y="59"/>
                  </a:cubicBezTo>
                  <a:cubicBezTo>
                    <a:pt x="37" y="58"/>
                    <a:pt x="36" y="57"/>
                    <a:pt x="35" y="5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52"/>
            <p:cNvSpPr>
              <a:spLocks/>
            </p:cNvSpPr>
            <p:nvPr/>
          </p:nvSpPr>
          <p:spPr bwMode="auto">
            <a:xfrm>
              <a:off x="4581525" y="3589338"/>
              <a:ext cx="12700" cy="28575"/>
            </a:xfrm>
            <a:custGeom>
              <a:avLst/>
              <a:gdLst/>
              <a:ahLst/>
              <a:cxnLst>
                <a:cxn ang="0">
                  <a:pos x="8" y="3"/>
                </a:cxn>
                <a:cxn ang="0">
                  <a:pos x="8" y="7"/>
                </a:cxn>
                <a:cxn ang="0">
                  <a:pos x="6" y="10"/>
                </a:cxn>
                <a:cxn ang="0">
                  <a:pos x="5" y="14"/>
                </a:cxn>
                <a:cxn ang="0">
                  <a:pos x="3" y="16"/>
                </a:cxn>
                <a:cxn ang="0">
                  <a:pos x="2" y="16"/>
                </a:cxn>
                <a:cxn ang="0">
                  <a:pos x="1" y="14"/>
                </a:cxn>
                <a:cxn ang="0">
                  <a:pos x="0" y="10"/>
                </a:cxn>
                <a:cxn ang="0">
                  <a:pos x="1" y="6"/>
                </a:cxn>
                <a:cxn ang="0">
                  <a:pos x="2" y="3"/>
                </a:cxn>
                <a:cxn ang="0">
                  <a:pos x="4" y="2"/>
                </a:cxn>
                <a:cxn ang="0">
                  <a:pos x="5" y="0"/>
                </a:cxn>
                <a:cxn ang="0">
                  <a:pos x="7" y="0"/>
                </a:cxn>
                <a:cxn ang="0">
                  <a:pos x="8" y="3"/>
                </a:cxn>
              </a:cxnLst>
              <a:rect l="0" t="0" r="r" b="b"/>
              <a:pathLst>
                <a:path w="8" h="16">
                  <a:moveTo>
                    <a:pt x="8" y="3"/>
                  </a:moveTo>
                  <a:cubicBezTo>
                    <a:pt x="8" y="4"/>
                    <a:pt x="8" y="6"/>
                    <a:pt x="8" y="7"/>
                  </a:cubicBezTo>
                  <a:cubicBezTo>
                    <a:pt x="8" y="8"/>
                    <a:pt x="6" y="9"/>
                    <a:pt x="6" y="10"/>
                  </a:cubicBezTo>
                  <a:cubicBezTo>
                    <a:pt x="5" y="11"/>
                    <a:pt x="5" y="13"/>
                    <a:pt x="5" y="14"/>
                  </a:cubicBezTo>
                  <a:cubicBezTo>
                    <a:pt x="5" y="14"/>
                    <a:pt x="4" y="15"/>
                    <a:pt x="3" y="16"/>
                  </a:cubicBezTo>
                  <a:cubicBezTo>
                    <a:pt x="3" y="16"/>
                    <a:pt x="3" y="16"/>
                    <a:pt x="2" y="16"/>
                  </a:cubicBezTo>
                  <a:cubicBezTo>
                    <a:pt x="2" y="16"/>
                    <a:pt x="1" y="15"/>
                    <a:pt x="1" y="14"/>
                  </a:cubicBezTo>
                  <a:cubicBezTo>
                    <a:pt x="1" y="13"/>
                    <a:pt x="0" y="11"/>
                    <a:pt x="0" y="10"/>
                  </a:cubicBezTo>
                  <a:cubicBezTo>
                    <a:pt x="0" y="9"/>
                    <a:pt x="1" y="7"/>
                    <a:pt x="1" y="6"/>
                  </a:cubicBezTo>
                  <a:cubicBezTo>
                    <a:pt x="1" y="6"/>
                    <a:pt x="1" y="4"/>
                    <a:pt x="2" y="3"/>
                  </a:cubicBezTo>
                  <a:cubicBezTo>
                    <a:pt x="2" y="3"/>
                    <a:pt x="3" y="3"/>
                    <a:pt x="4" y="2"/>
                  </a:cubicBezTo>
                  <a:cubicBezTo>
                    <a:pt x="4" y="2"/>
                    <a:pt x="4" y="1"/>
                    <a:pt x="5" y="0"/>
                  </a:cubicBezTo>
                  <a:cubicBezTo>
                    <a:pt x="5" y="0"/>
                    <a:pt x="6" y="0"/>
                    <a:pt x="7" y="0"/>
                  </a:cubicBezTo>
                  <a:cubicBezTo>
                    <a:pt x="7" y="0"/>
                    <a:pt x="7" y="2"/>
                    <a:pt x="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53"/>
            <p:cNvSpPr>
              <a:spLocks/>
            </p:cNvSpPr>
            <p:nvPr/>
          </p:nvSpPr>
          <p:spPr bwMode="auto">
            <a:xfrm>
              <a:off x="4554538" y="3076575"/>
              <a:ext cx="11112" cy="11113"/>
            </a:xfrm>
            <a:custGeom>
              <a:avLst/>
              <a:gdLst/>
              <a:ahLst/>
              <a:cxnLst>
                <a:cxn ang="0">
                  <a:pos x="3" y="0"/>
                </a:cxn>
                <a:cxn ang="0">
                  <a:pos x="0" y="1"/>
                </a:cxn>
                <a:cxn ang="0">
                  <a:pos x="0" y="4"/>
                </a:cxn>
                <a:cxn ang="0">
                  <a:pos x="5" y="5"/>
                </a:cxn>
                <a:cxn ang="0">
                  <a:pos x="5" y="3"/>
                </a:cxn>
                <a:cxn ang="0">
                  <a:pos x="6" y="0"/>
                </a:cxn>
                <a:cxn ang="0">
                  <a:pos x="3" y="0"/>
                </a:cxn>
              </a:cxnLst>
              <a:rect l="0" t="0" r="r" b="b"/>
              <a:pathLst>
                <a:path w="6" h="6">
                  <a:moveTo>
                    <a:pt x="3" y="0"/>
                  </a:moveTo>
                  <a:cubicBezTo>
                    <a:pt x="2" y="0"/>
                    <a:pt x="1" y="0"/>
                    <a:pt x="0" y="1"/>
                  </a:cubicBezTo>
                  <a:cubicBezTo>
                    <a:pt x="0" y="1"/>
                    <a:pt x="0" y="4"/>
                    <a:pt x="0" y="4"/>
                  </a:cubicBezTo>
                  <a:cubicBezTo>
                    <a:pt x="1" y="5"/>
                    <a:pt x="4" y="6"/>
                    <a:pt x="5" y="5"/>
                  </a:cubicBezTo>
                  <a:cubicBezTo>
                    <a:pt x="5" y="5"/>
                    <a:pt x="5" y="3"/>
                    <a:pt x="5" y="3"/>
                  </a:cubicBezTo>
                  <a:cubicBezTo>
                    <a:pt x="5" y="2"/>
                    <a:pt x="6" y="1"/>
                    <a:pt x="6" y="0"/>
                  </a:cubicBezTo>
                  <a:cubicBezTo>
                    <a:pt x="5" y="0"/>
                    <a:pt x="4"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54"/>
            <p:cNvSpPr>
              <a:spLocks/>
            </p:cNvSpPr>
            <p:nvPr/>
          </p:nvSpPr>
          <p:spPr bwMode="auto">
            <a:xfrm>
              <a:off x="4167188" y="2851150"/>
              <a:ext cx="406400" cy="612775"/>
            </a:xfrm>
            <a:custGeom>
              <a:avLst/>
              <a:gdLst/>
              <a:ahLst/>
              <a:cxnLst>
                <a:cxn ang="0">
                  <a:pos x="230" y="120"/>
                </a:cxn>
                <a:cxn ang="0">
                  <a:pos x="220" y="111"/>
                </a:cxn>
                <a:cxn ang="0">
                  <a:pos x="212" y="111"/>
                </a:cxn>
                <a:cxn ang="0">
                  <a:pos x="213" y="117"/>
                </a:cxn>
                <a:cxn ang="0">
                  <a:pos x="210" y="125"/>
                </a:cxn>
                <a:cxn ang="0">
                  <a:pos x="205" y="135"/>
                </a:cxn>
                <a:cxn ang="0">
                  <a:pos x="211" y="151"/>
                </a:cxn>
                <a:cxn ang="0">
                  <a:pos x="209" y="164"/>
                </a:cxn>
                <a:cxn ang="0">
                  <a:pos x="211" y="176"/>
                </a:cxn>
                <a:cxn ang="0">
                  <a:pos x="214" y="188"/>
                </a:cxn>
                <a:cxn ang="0">
                  <a:pos x="211" y="195"/>
                </a:cxn>
                <a:cxn ang="0">
                  <a:pos x="214" y="215"/>
                </a:cxn>
                <a:cxn ang="0">
                  <a:pos x="212" y="225"/>
                </a:cxn>
                <a:cxn ang="0">
                  <a:pos x="218" y="240"/>
                </a:cxn>
                <a:cxn ang="0">
                  <a:pos x="224" y="260"/>
                </a:cxn>
                <a:cxn ang="0">
                  <a:pos x="217" y="274"/>
                </a:cxn>
                <a:cxn ang="0">
                  <a:pos x="226" y="287"/>
                </a:cxn>
                <a:cxn ang="0">
                  <a:pos x="221" y="300"/>
                </a:cxn>
                <a:cxn ang="0">
                  <a:pos x="215" y="315"/>
                </a:cxn>
                <a:cxn ang="0">
                  <a:pos x="213" y="332"/>
                </a:cxn>
                <a:cxn ang="0">
                  <a:pos x="207" y="340"/>
                </a:cxn>
                <a:cxn ang="0">
                  <a:pos x="190" y="348"/>
                </a:cxn>
                <a:cxn ang="0">
                  <a:pos x="181" y="358"/>
                </a:cxn>
                <a:cxn ang="0">
                  <a:pos x="164" y="335"/>
                </a:cxn>
                <a:cxn ang="0">
                  <a:pos x="143" y="314"/>
                </a:cxn>
                <a:cxn ang="0">
                  <a:pos x="128" y="291"/>
                </a:cxn>
                <a:cxn ang="0">
                  <a:pos x="142" y="276"/>
                </a:cxn>
                <a:cxn ang="0">
                  <a:pos x="148" y="251"/>
                </a:cxn>
                <a:cxn ang="0">
                  <a:pos x="132" y="231"/>
                </a:cxn>
                <a:cxn ang="0">
                  <a:pos x="100" y="215"/>
                </a:cxn>
                <a:cxn ang="0">
                  <a:pos x="88" y="184"/>
                </a:cxn>
                <a:cxn ang="0">
                  <a:pos x="64" y="148"/>
                </a:cxn>
                <a:cxn ang="0">
                  <a:pos x="51" y="129"/>
                </a:cxn>
                <a:cxn ang="0">
                  <a:pos x="39" y="142"/>
                </a:cxn>
                <a:cxn ang="0">
                  <a:pos x="15" y="132"/>
                </a:cxn>
                <a:cxn ang="0">
                  <a:pos x="0" y="117"/>
                </a:cxn>
                <a:cxn ang="0">
                  <a:pos x="5" y="86"/>
                </a:cxn>
                <a:cxn ang="0">
                  <a:pos x="19" y="80"/>
                </a:cxn>
                <a:cxn ang="0">
                  <a:pos x="28" y="85"/>
                </a:cxn>
                <a:cxn ang="0">
                  <a:pos x="36" y="75"/>
                </a:cxn>
                <a:cxn ang="0">
                  <a:pos x="47" y="77"/>
                </a:cxn>
                <a:cxn ang="0">
                  <a:pos x="58" y="44"/>
                </a:cxn>
                <a:cxn ang="0">
                  <a:pos x="67" y="23"/>
                </a:cxn>
                <a:cxn ang="0">
                  <a:pos x="66" y="11"/>
                </a:cxn>
                <a:cxn ang="0">
                  <a:pos x="98" y="3"/>
                </a:cxn>
                <a:cxn ang="0">
                  <a:pos x="151" y="19"/>
                </a:cxn>
                <a:cxn ang="0">
                  <a:pos x="201" y="30"/>
                </a:cxn>
                <a:cxn ang="0">
                  <a:pos x="231" y="48"/>
                </a:cxn>
                <a:cxn ang="0">
                  <a:pos x="221" y="70"/>
                </a:cxn>
                <a:cxn ang="0">
                  <a:pos x="224" y="88"/>
                </a:cxn>
                <a:cxn ang="0">
                  <a:pos x="229" y="105"/>
                </a:cxn>
              </a:cxnLst>
              <a:rect l="0" t="0" r="r" b="b"/>
              <a:pathLst>
                <a:path w="237" h="358">
                  <a:moveTo>
                    <a:pt x="237" y="113"/>
                  </a:moveTo>
                  <a:cubicBezTo>
                    <a:pt x="237" y="114"/>
                    <a:pt x="236" y="117"/>
                    <a:pt x="236" y="118"/>
                  </a:cubicBezTo>
                  <a:cubicBezTo>
                    <a:pt x="236" y="119"/>
                    <a:pt x="235" y="121"/>
                    <a:pt x="234" y="121"/>
                  </a:cubicBezTo>
                  <a:cubicBezTo>
                    <a:pt x="233" y="122"/>
                    <a:pt x="231" y="120"/>
                    <a:pt x="230" y="120"/>
                  </a:cubicBezTo>
                  <a:cubicBezTo>
                    <a:pt x="229" y="119"/>
                    <a:pt x="227" y="117"/>
                    <a:pt x="227" y="116"/>
                  </a:cubicBezTo>
                  <a:cubicBezTo>
                    <a:pt x="226" y="115"/>
                    <a:pt x="227" y="113"/>
                    <a:pt x="226" y="112"/>
                  </a:cubicBezTo>
                  <a:cubicBezTo>
                    <a:pt x="226" y="111"/>
                    <a:pt x="224" y="110"/>
                    <a:pt x="224" y="110"/>
                  </a:cubicBezTo>
                  <a:cubicBezTo>
                    <a:pt x="223" y="110"/>
                    <a:pt x="221" y="111"/>
                    <a:pt x="220" y="111"/>
                  </a:cubicBezTo>
                  <a:cubicBezTo>
                    <a:pt x="220" y="111"/>
                    <a:pt x="219" y="109"/>
                    <a:pt x="219" y="109"/>
                  </a:cubicBezTo>
                  <a:cubicBezTo>
                    <a:pt x="218" y="108"/>
                    <a:pt x="217" y="106"/>
                    <a:pt x="216" y="106"/>
                  </a:cubicBezTo>
                  <a:cubicBezTo>
                    <a:pt x="215" y="106"/>
                    <a:pt x="212" y="106"/>
                    <a:pt x="211" y="107"/>
                  </a:cubicBezTo>
                  <a:cubicBezTo>
                    <a:pt x="211" y="108"/>
                    <a:pt x="211" y="110"/>
                    <a:pt x="212" y="111"/>
                  </a:cubicBezTo>
                  <a:cubicBezTo>
                    <a:pt x="212" y="111"/>
                    <a:pt x="214" y="111"/>
                    <a:pt x="215" y="111"/>
                  </a:cubicBezTo>
                  <a:cubicBezTo>
                    <a:pt x="215" y="112"/>
                    <a:pt x="216" y="113"/>
                    <a:pt x="217" y="114"/>
                  </a:cubicBezTo>
                  <a:cubicBezTo>
                    <a:pt x="217" y="115"/>
                    <a:pt x="217" y="117"/>
                    <a:pt x="216" y="117"/>
                  </a:cubicBezTo>
                  <a:cubicBezTo>
                    <a:pt x="216" y="118"/>
                    <a:pt x="214" y="117"/>
                    <a:pt x="213" y="117"/>
                  </a:cubicBezTo>
                  <a:cubicBezTo>
                    <a:pt x="212" y="117"/>
                    <a:pt x="211" y="117"/>
                    <a:pt x="210" y="117"/>
                  </a:cubicBezTo>
                  <a:cubicBezTo>
                    <a:pt x="210" y="118"/>
                    <a:pt x="210" y="120"/>
                    <a:pt x="210" y="121"/>
                  </a:cubicBezTo>
                  <a:cubicBezTo>
                    <a:pt x="210" y="122"/>
                    <a:pt x="212" y="123"/>
                    <a:pt x="212" y="123"/>
                  </a:cubicBezTo>
                  <a:cubicBezTo>
                    <a:pt x="212" y="124"/>
                    <a:pt x="211" y="125"/>
                    <a:pt x="210" y="125"/>
                  </a:cubicBezTo>
                  <a:cubicBezTo>
                    <a:pt x="210" y="126"/>
                    <a:pt x="208" y="125"/>
                    <a:pt x="207" y="126"/>
                  </a:cubicBezTo>
                  <a:cubicBezTo>
                    <a:pt x="207" y="126"/>
                    <a:pt x="208" y="129"/>
                    <a:pt x="208" y="130"/>
                  </a:cubicBezTo>
                  <a:cubicBezTo>
                    <a:pt x="207" y="130"/>
                    <a:pt x="207" y="132"/>
                    <a:pt x="206" y="132"/>
                  </a:cubicBezTo>
                  <a:cubicBezTo>
                    <a:pt x="206" y="133"/>
                    <a:pt x="205" y="134"/>
                    <a:pt x="205" y="135"/>
                  </a:cubicBezTo>
                  <a:cubicBezTo>
                    <a:pt x="205" y="136"/>
                    <a:pt x="205" y="137"/>
                    <a:pt x="206" y="138"/>
                  </a:cubicBezTo>
                  <a:cubicBezTo>
                    <a:pt x="207" y="139"/>
                    <a:pt x="208" y="139"/>
                    <a:pt x="209" y="140"/>
                  </a:cubicBezTo>
                  <a:cubicBezTo>
                    <a:pt x="210" y="141"/>
                    <a:pt x="211" y="144"/>
                    <a:pt x="211" y="145"/>
                  </a:cubicBezTo>
                  <a:cubicBezTo>
                    <a:pt x="211" y="147"/>
                    <a:pt x="212" y="150"/>
                    <a:pt x="211" y="151"/>
                  </a:cubicBezTo>
                  <a:cubicBezTo>
                    <a:pt x="211" y="152"/>
                    <a:pt x="211" y="154"/>
                    <a:pt x="210" y="155"/>
                  </a:cubicBezTo>
                  <a:cubicBezTo>
                    <a:pt x="210" y="155"/>
                    <a:pt x="208" y="155"/>
                    <a:pt x="207" y="155"/>
                  </a:cubicBezTo>
                  <a:cubicBezTo>
                    <a:pt x="206" y="156"/>
                    <a:pt x="206" y="159"/>
                    <a:pt x="207" y="161"/>
                  </a:cubicBezTo>
                  <a:cubicBezTo>
                    <a:pt x="207" y="162"/>
                    <a:pt x="208" y="163"/>
                    <a:pt x="209" y="164"/>
                  </a:cubicBezTo>
                  <a:cubicBezTo>
                    <a:pt x="210" y="165"/>
                    <a:pt x="213" y="165"/>
                    <a:pt x="214" y="166"/>
                  </a:cubicBezTo>
                  <a:cubicBezTo>
                    <a:pt x="215" y="167"/>
                    <a:pt x="216" y="169"/>
                    <a:pt x="216" y="170"/>
                  </a:cubicBezTo>
                  <a:cubicBezTo>
                    <a:pt x="216" y="172"/>
                    <a:pt x="215" y="174"/>
                    <a:pt x="214" y="175"/>
                  </a:cubicBezTo>
                  <a:cubicBezTo>
                    <a:pt x="214" y="176"/>
                    <a:pt x="212" y="176"/>
                    <a:pt x="211" y="176"/>
                  </a:cubicBezTo>
                  <a:cubicBezTo>
                    <a:pt x="211" y="177"/>
                    <a:pt x="211" y="178"/>
                    <a:pt x="211" y="178"/>
                  </a:cubicBezTo>
                  <a:cubicBezTo>
                    <a:pt x="211" y="179"/>
                    <a:pt x="213" y="180"/>
                    <a:pt x="213" y="181"/>
                  </a:cubicBezTo>
                  <a:cubicBezTo>
                    <a:pt x="213" y="181"/>
                    <a:pt x="214" y="183"/>
                    <a:pt x="214" y="183"/>
                  </a:cubicBezTo>
                  <a:cubicBezTo>
                    <a:pt x="214" y="184"/>
                    <a:pt x="215" y="187"/>
                    <a:pt x="214" y="188"/>
                  </a:cubicBezTo>
                  <a:cubicBezTo>
                    <a:pt x="214" y="189"/>
                    <a:pt x="212" y="189"/>
                    <a:pt x="211" y="189"/>
                  </a:cubicBezTo>
                  <a:cubicBezTo>
                    <a:pt x="211" y="189"/>
                    <a:pt x="209" y="188"/>
                    <a:pt x="209" y="189"/>
                  </a:cubicBezTo>
                  <a:cubicBezTo>
                    <a:pt x="208" y="189"/>
                    <a:pt x="209" y="190"/>
                    <a:pt x="209" y="191"/>
                  </a:cubicBezTo>
                  <a:cubicBezTo>
                    <a:pt x="209" y="192"/>
                    <a:pt x="211" y="194"/>
                    <a:pt x="211" y="195"/>
                  </a:cubicBezTo>
                  <a:cubicBezTo>
                    <a:pt x="211" y="196"/>
                    <a:pt x="211" y="198"/>
                    <a:pt x="211" y="199"/>
                  </a:cubicBezTo>
                  <a:cubicBezTo>
                    <a:pt x="211" y="200"/>
                    <a:pt x="211" y="202"/>
                    <a:pt x="211" y="204"/>
                  </a:cubicBezTo>
                  <a:cubicBezTo>
                    <a:pt x="212" y="205"/>
                    <a:pt x="214" y="206"/>
                    <a:pt x="214" y="207"/>
                  </a:cubicBezTo>
                  <a:cubicBezTo>
                    <a:pt x="215" y="209"/>
                    <a:pt x="214" y="213"/>
                    <a:pt x="214" y="215"/>
                  </a:cubicBezTo>
                  <a:cubicBezTo>
                    <a:pt x="214" y="216"/>
                    <a:pt x="214" y="219"/>
                    <a:pt x="214" y="220"/>
                  </a:cubicBezTo>
                  <a:cubicBezTo>
                    <a:pt x="215" y="221"/>
                    <a:pt x="217" y="221"/>
                    <a:pt x="217" y="222"/>
                  </a:cubicBezTo>
                  <a:cubicBezTo>
                    <a:pt x="217" y="223"/>
                    <a:pt x="217" y="225"/>
                    <a:pt x="217" y="226"/>
                  </a:cubicBezTo>
                  <a:cubicBezTo>
                    <a:pt x="216" y="226"/>
                    <a:pt x="213" y="225"/>
                    <a:pt x="212" y="225"/>
                  </a:cubicBezTo>
                  <a:cubicBezTo>
                    <a:pt x="211" y="226"/>
                    <a:pt x="209" y="229"/>
                    <a:pt x="209" y="230"/>
                  </a:cubicBezTo>
                  <a:cubicBezTo>
                    <a:pt x="209" y="231"/>
                    <a:pt x="210" y="234"/>
                    <a:pt x="211" y="235"/>
                  </a:cubicBezTo>
                  <a:cubicBezTo>
                    <a:pt x="211" y="235"/>
                    <a:pt x="213" y="236"/>
                    <a:pt x="214" y="237"/>
                  </a:cubicBezTo>
                  <a:cubicBezTo>
                    <a:pt x="215" y="237"/>
                    <a:pt x="217" y="239"/>
                    <a:pt x="218" y="240"/>
                  </a:cubicBezTo>
                  <a:cubicBezTo>
                    <a:pt x="219" y="240"/>
                    <a:pt x="221" y="243"/>
                    <a:pt x="221" y="244"/>
                  </a:cubicBezTo>
                  <a:cubicBezTo>
                    <a:pt x="221" y="246"/>
                    <a:pt x="221" y="250"/>
                    <a:pt x="220" y="252"/>
                  </a:cubicBezTo>
                  <a:cubicBezTo>
                    <a:pt x="220" y="254"/>
                    <a:pt x="219" y="257"/>
                    <a:pt x="220" y="258"/>
                  </a:cubicBezTo>
                  <a:cubicBezTo>
                    <a:pt x="220" y="259"/>
                    <a:pt x="223" y="259"/>
                    <a:pt x="224" y="260"/>
                  </a:cubicBezTo>
                  <a:cubicBezTo>
                    <a:pt x="225" y="261"/>
                    <a:pt x="226" y="265"/>
                    <a:pt x="226" y="267"/>
                  </a:cubicBezTo>
                  <a:cubicBezTo>
                    <a:pt x="226" y="268"/>
                    <a:pt x="225" y="269"/>
                    <a:pt x="224" y="270"/>
                  </a:cubicBezTo>
                  <a:cubicBezTo>
                    <a:pt x="223" y="271"/>
                    <a:pt x="220" y="270"/>
                    <a:pt x="219" y="271"/>
                  </a:cubicBezTo>
                  <a:cubicBezTo>
                    <a:pt x="218" y="272"/>
                    <a:pt x="217" y="274"/>
                    <a:pt x="217" y="274"/>
                  </a:cubicBezTo>
                  <a:cubicBezTo>
                    <a:pt x="218" y="276"/>
                    <a:pt x="221" y="277"/>
                    <a:pt x="222" y="278"/>
                  </a:cubicBezTo>
                  <a:cubicBezTo>
                    <a:pt x="223" y="278"/>
                    <a:pt x="225" y="279"/>
                    <a:pt x="225" y="280"/>
                  </a:cubicBezTo>
                  <a:cubicBezTo>
                    <a:pt x="226" y="281"/>
                    <a:pt x="226" y="284"/>
                    <a:pt x="227" y="285"/>
                  </a:cubicBezTo>
                  <a:cubicBezTo>
                    <a:pt x="226" y="286"/>
                    <a:pt x="226" y="286"/>
                    <a:pt x="226" y="287"/>
                  </a:cubicBezTo>
                  <a:cubicBezTo>
                    <a:pt x="225" y="288"/>
                    <a:pt x="225" y="289"/>
                    <a:pt x="225" y="290"/>
                  </a:cubicBezTo>
                  <a:cubicBezTo>
                    <a:pt x="225" y="290"/>
                    <a:pt x="224" y="291"/>
                    <a:pt x="224" y="292"/>
                  </a:cubicBezTo>
                  <a:cubicBezTo>
                    <a:pt x="223" y="293"/>
                    <a:pt x="223" y="296"/>
                    <a:pt x="222" y="297"/>
                  </a:cubicBezTo>
                  <a:cubicBezTo>
                    <a:pt x="222" y="298"/>
                    <a:pt x="222" y="299"/>
                    <a:pt x="221" y="300"/>
                  </a:cubicBezTo>
                  <a:cubicBezTo>
                    <a:pt x="221" y="301"/>
                    <a:pt x="220" y="302"/>
                    <a:pt x="219" y="303"/>
                  </a:cubicBezTo>
                  <a:cubicBezTo>
                    <a:pt x="219" y="304"/>
                    <a:pt x="218" y="306"/>
                    <a:pt x="218" y="307"/>
                  </a:cubicBezTo>
                  <a:cubicBezTo>
                    <a:pt x="218" y="308"/>
                    <a:pt x="219" y="310"/>
                    <a:pt x="219" y="311"/>
                  </a:cubicBezTo>
                  <a:cubicBezTo>
                    <a:pt x="218" y="312"/>
                    <a:pt x="216" y="314"/>
                    <a:pt x="215" y="315"/>
                  </a:cubicBezTo>
                  <a:cubicBezTo>
                    <a:pt x="214" y="316"/>
                    <a:pt x="212" y="318"/>
                    <a:pt x="211" y="319"/>
                  </a:cubicBezTo>
                  <a:cubicBezTo>
                    <a:pt x="211" y="320"/>
                    <a:pt x="211" y="323"/>
                    <a:pt x="211" y="324"/>
                  </a:cubicBezTo>
                  <a:cubicBezTo>
                    <a:pt x="211" y="325"/>
                    <a:pt x="213" y="327"/>
                    <a:pt x="213" y="328"/>
                  </a:cubicBezTo>
                  <a:cubicBezTo>
                    <a:pt x="213" y="329"/>
                    <a:pt x="213" y="331"/>
                    <a:pt x="213" y="332"/>
                  </a:cubicBezTo>
                  <a:cubicBezTo>
                    <a:pt x="213" y="333"/>
                    <a:pt x="212" y="336"/>
                    <a:pt x="212" y="337"/>
                  </a:cubicBezTo>
                  <a:cubicBezTo>
                    <a:pt x="212" y="337"/>
                    <a:pt x="212" y="337"/>
                    <a:pt x="212" y="337"/>
                  </a:cubicBezTo>
                  <a:cubicBezTo>
                    <a:pt x="212" y="337"/>
                    <a:pt x="211" y="337"/>
                    <a:pt x="211" y="338"/>
                  </a:cubicBezTo>
                  <a:cubicBezTo>
                    <a:pt x="210" y="338"/>
                    <a:pt x="208" y="339"/>
                    <a:pt x="207" y="340"/>
                  </a:cubicBezTo>
                  <a:cubicBezTo>
                    <a:pt x="206" y="340"/>
                    <a:pt x="204" y="341"/>
                    <a:pt x="203" y="342"/>
                  </a:cubicBezTo>
                  <a:cubicBezTo>
                    <a:pt x="201" y="342"/>
                    <a:pt x="197" y="341"/>
                    <a:pt x="195" y="343"/>
                  </a:cubicBezTo>
                  <a:cubicBezTo>
                    <a:pt x="195" y="343"/>
                    <a:pt x="195" y="345"/>
                    <a:pt x="194" y="346"/>
                  </a:cubicBezTo>
                  <a:cubicBezTo>
                    <a:pt x="193" y="347"/>
                    <a:pt x="191" y="347"/>
                    <a:pt x="190" y="348"/>
                  </a:cubicBezTo>
                  <a:cubicBezTo>
                    <a:pt x="189" y="348"/>
                    <a:pt x="187" y="350"/>
                    <a:pt x="186" y="352"/>
                  </a:cubicBezTo>
                  <a:cubicBezTo>
                    <a:pt x="186" y="353"/>
                    <a:pt x="185" y="355"/>
                    <a:pt x="185" y="356"/>
                  </a:cubicBezTo>
                  <a:cubicBezTo>
                    <a:pt x="184" y="357"/>
                    <a:pt x="182" y="358"/>
                    <a:pt x="181" y="358"/>
                  </a:cubicBezTo>
                  <a:cubicBezTo>
                    <a:pt x="181" y="358"/>
                    <a:pt x="181" y="358"/>
                    <a:pt x="181" y="358"/>
                  </a:cubicBezTo>
                  <a:cubicBezTo>
                    <a:pt x="180" y="357"/>
                    <a:pt x="179" y="355"/>
                    <a:pt x="179" y="354"/>
                  </a:cubicBezTo>
                  <a:cubicBezTo>
                    <a:pt x="177" y="352"/>
                    <a:pt x="171" y="349"/>
                    <a:pt x="170" y="347"/>
                  </a:cubicBezTo>
                  <a:cubicBezTo>
                    <a:pt x="169" y="346"/>
                    <a:pt x="168" y="343"/>
                    <a:pt x="167" y="342"/>
                  </a:cubicBezTo>
                  <a:cubicBezTo>
                    <a:pt x="166" y="340"/>
                    <a:pt x="165" y="337"/>
                    <a:pt x="164" y="335"/>
                  </a:cubicBezTo>
                  <a:cubicBezTo>
                    <a:pt x="164" y="333"/>
                    <a:pt x="162" y="330"/>
                    <a:pt x="160" y="328"/>
                  </a:cubicBezTo>
                  <a:cubicBezTo>
                    <a:pt x="158" y="327"/>
                    <a:pt x="154" y="327"/>
                    <a:pt x="153" y="326"/>
                  </a:cubicBezTo>
                  <a:cubicBezTo>
                    <a:pt x="152" y="326"/>
                    <a:pt x="150" y="323"/>
                    <a:pt x="149" y="322"/>
                  </a:cubicBezTo>
                  <a:cubicBezTo>
                    <a:pt x="147" y="320"/>
                    <a:pt x="145" y="316"/>
                    <a:pt x="143" y="314"/>
                  </a:cubicBezTo>
                  <a:cubicBezTo>
                    <a:pt x="142" y="311"/>
                    <a:pt x="139" y="306"/>
                    <a:pt x="137" y="304"/>
                  </a:cubicBezTo>
                  <a:cubicBezTo>
                    <a:pt x="136" y="303"/>
                    <a:pt x="133" y="301"/>
                    <a:pt x="132" y="300"/>
                  </a:cubicBezTo>
                  <a:cubicBezTo>
                    <a:pt x="131" y="299"/>
                    <a:pt x="130" y="297"/>
                    <a:pt x="129" y="295"/>
                  </a:cubicBezTo>
                  <a:cubicBezTo>
                    <a:pt x="129" y="294"/>
                    <a:pt x="128" y="292"/>
                    <a:pt x="128" y="291"/>
                  </a:cubicBezTo>
                  <a:cubicBezTo>
                    <a:pt x="129" y="289"/>
                    <a:pt x="131" y="287"/>
                    <a:pt x="132" y="286"/>
                  </a:cubicBezTo>
                  <a:cubicBezTo>
                    <a:pt x="133" y="285"/>
                    <a:pt x="135" y="284"/>
                    <a:pt x="136" y="284"/>
                  </a:cubicBezTo>
                  <a:cubicBezTo>
                    <a:pt x="137" y="283"/>
                    <a:pt x="138" y="282"/>
                    <a:pt x="139" y="281"/>
                  </a:cubicBezTo>
                  <a:cubicBezTo>
                    <a:pt x="140" y="280"/>
                    <a:pt x="142" y="277"/>
                    <a:pt x="142" y="276"/>
                  </a:cubicBezTo>
                  <a:cubicBezTo>
                    <a:pt x="143" y="274"/>
                    <a:pt x="144" y="270"/>
                    <a:pt x="146" y="268"/>
                  </a:cubicBezTo>
                  <a:cubicBezTo>
                    <a:pt x="146" y="267"/>
                    <a:pt x="149" y="266"/>
                    <a:pt x="149" y="265"/>
                  </a:cubicBezTo>
                  <a:cubicBezTo>
                    <a:pt x="150" y="264"/>
                    <a:pt x="152" y="261"/>
                    <a:pt x="152" y="260"/>
                  </a:cubicBezTo>
                  <a:cubicBezTo>
                    <a:pt x="152" y="258"/>
                    <a:pt x="149" y="253"/>
                    <a:pt x="148" y="251"/>
                  </a:cubicBezTo>
                  <a:cubicBezTo>
                    <a:pt x="147" y="250"/>
                    <a:pt x="145" y="249"/>
                    <a:pt x="145" y="248"/>
                  </a:cubicBezTo>
                  <a:cubicBezTo>
                    <a:pt x="143" y="246"/>
                    <a:pt x="141" y="244"/>
                    <a:pt x="140" y="242"/>
                  </a:cubicBezTo>
                  <a:cubicBezTo>
                    <a:pt x="139" y="241"/>
                    <a:pt x="137" y="239"/>
                    <a:pt x="136" y="238"/>
                  </a:cubicBezTo>
                  <a:cubicBezTo>
                    <a:pt x="135" y="236"/>
                    <a:pt x="133" y="232"/>
                    <a:pt x="132" y="231"/>
                  </a:cubicBezTo>
                  <a:cubicBezTo>
                    <a:pt x="130" y="229"/>
                    <a:pt x="125" y="226"/>
                    <a:pt x="123" y="225"/>
                  </a:cubicBezTo>
                  <a:cubicBezTo>
                    <a:pt x="121" y="224"/>
                    <a:pt x="116" y="223"/>
                    <a:pt x="114" y="222"/>
                  </a:cubicBezTo>
                  <a:cubicBezTo>
                    <a:pt x="112" y="222"/>
                    <a:pt x="109" y="220"/>
                    <a:pt x="107" y="219"/>
                  </a:cubicBezTo>
                  <a:cubicBezTo>
                    <a:pt x="105" y="218"/>
                    <a:pt x="102" y="217"/>
                    <a:pt x="100" y="215"/>
                  </a:cubicBezTo>
                  <a:cubicBezTo>
                    <a:pt x="99" y="214"/>
                    <a:pt x="97" y="211"/>
                    <a:pt x="96" y="210"/>
                  </a:cubicBezTo>
                  <a:cubicBezTo>
                    <a:pt x="95" y="208"/>
                    <a:pt x="94" y="203"/>
                    <a:pt x="93" y="200"/>
                  </a:cubicBezTo>
                  <a:cubicBezTo>
                    <a:pt x="93" y="198"/>
                    <a:pt x="92" y="193"/>
                    <a:pt x="92" y="190"/>
                  </a:cubicBezTo>
                  <a:cubicBezTo>
                    <a:pt x="91" y="188"/>
                    <a:pt x="89" y="185"/>
                    <a:pt x="88" y="184"/>
                  </a:cubicBezTo>
                  <a:cubicBezTo>
                    <a:pt x="87" y="181"/>
                    <a:pt x="85" y="176"/>
                    <a:pt x="83" y="174"/>
                  </a:cubicBezTo>
                  <a:cubicBezTo>
                    <a:pt x="81" y="172"/>
                    <a:pt x="77" y="168"/>
                    <a:pt x="76" y="166"/>
                  </a:cubicBezTo>
                  <a:cubicBezTo>
                    <a:pt x="74" y="164"/>
                    <a:pt x="70" y="158"/>
                    <a:pt x="69" y="155"/>
                  </a:cubicBezTo>
                  <a:cubicBezTo>
                    <a:pt x="67" y="153"/>
                    <a:pt x="65" y="150"/>
                    <a:pt x="64" y="148"/>
                  </a:cubicBezTo>
                  <a:cubicBezTo>
                    <a:pt x="62" y="146"/>
                    <a:pt x="61" y="141"/>
                    <a:pt x="60" y="139"/>
                  </a:cubicBezTo>
                  <a:cubicBezTo>
                    <a:pt x="60" y="137"/>
                    <a:pt x="59" y="133"/>
                    <a:pt x="58" y="131"/>
                  </a:cubicBezTo>
                  <a:cubicBezTo>
                    <a:pt x="57" y="130"/>
                    <a:pt x="55" y="129"/>
                    <a:pt x="54" y="128"/>
                  </a:cubicBezTo>
                  <a:cubicBezTo>
                    <a:pt x="53" y="128"/>
                    <a:pt x="52" y="129"/>
                    <a:pt x="51" y="129"/>
                  </a:cubicBezTo>
                  <a:cubicBezTo>
                    <a:pt x="50" y="130"/>
                    <a:pt x="49" y="131"/>
                    <a:pt x="48" y="132"/>
                  </a:cubicBezTo>
                  <a:cubicBezTo>
                    <a:pt x="48" y="133"/>
                    <a:pt x="48" y="136"/>
                    <a:pt x="47" y="137"/>
                  </a:cubicBezTo>
                  <a:cubicBezTo>
                    <a:pt x="47" y="138"/>
                    <a:pt x="46" y="140"/>
                    <a:pt x="45" y="141"/>
                  </a:cubicBezTo>
                  <a:cubicBezTo>
                    <a:pt x="44" y="142"/>
                    <a:pt x="40" y="142"/>
                    <a:pt x="39" y="142"/>
                  </a:cubicBezTo>
                  <a:cubicBezTo>
                    <a:pt x="37" y="142"/>
                    <a:pt x="35" y="141"/>
                    <a:pt x="34" y="141"/>
                  </a:cubicBezTo>
                  <a:cubicBezTo>
                    <a:pt x="31" y="140"/>
                    <a:pt x="27" y="142"/>
                    <a:pt x="24" y="141"/>
                  </a:cubicBezTo>
                  <a:cubicBezTo>
                    <a:pt x="22" y="141"/>
                    <a:pt x="19" y="140"/>
                    <a:pt x="17" y="139"/>
                  </a:cubicBezTo>
                  <a:cubicBezTo>
                    <a:pt x="16" y="138"/>
                    <a:pt x="16" y="134"/>
                    <a:pt x="15" y="132"/>
                  </a:cubicBezTo>
                  <a:cubicBezTo>
                    <a:pt x="15" y="131"/>
                    <a:pt x="15" y="126"/>
                    <a:pt x="14" y="125"/>
                  </a:cubicBezTo>
                  <a:cubicBezTo>
                    <a:pt x="13" y="123"/>
                    <a:pt x="10" y="122"/>
                    <a:pt x="8" y="122"/>
                  </a:cubicBezTo>
                  <a:cubicBezTo>
                    <a:pt x="6" y="121"/>
                    <a:pt x="3" y="121"/>
                    <a:pt x="1" y="122"/>
                  </a:cubicBezTo>
                  <a:cubicBezTo>
                    <a:pt x="0" y="120"/>
                    <a:pt x="0" y="118"/>
                    <a:pt x="0" y="117"/>
                  </a:cubicBezTo>
                  <a:cubicBezTo>
                    <a:pt x="0" y="115"/>
                    <a:pt x="3" y="111"/>
                    <a:pt x="3" y="109"/>
                  </a:cubicBezTo>
                  <a:cubicBezTo>
                    <a:pt x="4" y="106"/>
                    <a:pt x="5" y="101"/>
                    <a:pt x="4" y="98"/>
                  </a:cubicBezTo>
                  <a:cubicBezTo>
                    <a:pt x="4" y="97"/>
                    <a:pt x="2" y="94"/>
                    <a:pt x="2" y="92"/>
                  </a:cubicBezTo>
                  <a:cubicBezTo>
                    <a:pt x="2" y="90"/>
                    <a:pt x="4" y="87"/>
                    <a:pt x="5" y="86"/>
                  </a:cubicBezTo>
                  <a:cubicBezTo>
                    <a:pt x="5" y="84"/>
                    <a:pt x="6" y="80"/>
                    <a:pt x="7" y="79"/>
                  </a:cubicBezTo>
                  <a:cubicBezTo>
                    <a:pt x="8" y="78"/>
                    <a:pt x="11" y="75"/>
                    <a:pt x="12" y="75"/>
                  </a:cubicBezTo>
                  <a:cubicBezTo>
                    <a:pt x="13" y="75"/>
                    <a:pt x="15" y="76"/>
                    <a:pt x="16" y="76"/>
                  </a:cubicBezTo>
                  <a:cubicBezTo>
                    <a:pt x="17" y="77"/>
                    <a:pt x="18" y="80"/>
                    <a:pt x="19" y="80"/>
                  </a:cubicBezTo>
                  <a:cubicBezTo>
                    <a:pt x="20" y="81"/>
                    <a:pt x="22" y="79"/>
                    <a:pt x="23" y="79"/>
                  </a:cubicBezTo>
                  <a:cubicBezTo>
                    <a:pt x="23" y="79"/>
                    <a:pt x="25" y="79"/>
                    <a:pt x="25" y="79"/>
                  </a:cubicBezTo>
                  <a:cubicBezTo>
                    <a:pt x="26" y="79"/>
                    <a:pt x="27" y="80"/>
                    <a:pt x="27" y="81"/>
                  </a:cubicBezTo>
                  <a:cubicBezTo>
                    <a:pt x="28" y="82"/>
                    <a:pt x="27" y="85"/>
                    <a:pt x="28" y="85"/>
                  </a:cubicBezTo>
                  <a:cubicBezTo>
                    <a:pt x="29" y="86"/>
                    <a:pt x="32" y="85"/>
                    <a:pt x="32" y="85"/>
                  </a:cubicBezTo>
                  <a:cubicBezTo>
                    <a:pt x="33" y="84"/>
                    <a:pt x="33" y="82"/>
                    <a:pt x="33" y="81"/>
                  </a:cubicBezTo>
                  <a:cubicBezTo>
                    <a:pt x="33" y="80"/>
                    <a:pt x="32" y="78"/>
                    <a:pt x="33" y="78"/>
                  </a:cubicBezTo>
                  <a:cubicBezTo>
                    <a:pt x="33" y="77"/>
                    <a:pt x="35" y="75"/>
                    <a:pt x="36" y="75"/>
                  </a:cubicBezTo>
                  <a:cubicBezTo>
                    <a:pt x="37" y="75"/>
                    <a:pt x="39" y="76"/>
                    <a:pt x="39" y="77"/>
                  </a:cubicBezTo>
                  <a:cubicBezTo>
                    <a:pt x="40" y="77"/>
                    <a:pt x="41" y="79"/>
                    <a:pt x="41" y="80"/>
                  </a:cubicBezTo>
                  <a:cubicBezTo>
                    <a:pt x="42" y="80"/>
                    <a:pt x="43" y="81"/>
                    <a:pt x="44" y="81"/>
                  </a:cubicBezTo>
                  <a:cubicBezTo>
                    <a:pt x="45" y="80"/>
                    <a:pt x="46" y="78"/>
                    <a:pt x="47" y="77"/>
                  </a:cubicBezTo>
                  <a:cubicBezTo>
                    <a:pt x="47" y="76"/>
                    <a:pt x="48" y="73"/>
                    <a:pt x="48" y="71"/>
                  </a:cubicBezTo>
                  <a:cubicBezTo>
                    <a:pt x="48" y="69"/>
                    <a:pt x="47" y="65"/>
                    <a:pt x="47" y="62"/>
                  </a:cubicBezTo>
                  <a:cubicBezTo>
                    <a:pt x="47" y="60"/>
                    <a:pt x="49" y="55"/>
                    <a:pt x="50" y="53"/>
                  </a:cubicBezTo>
                  <a:cubicBezTo>
                    <a:pt x="51" y="51"/>
                    <a:pt x="56" y="47"/>
                    <a:pt x="58" y="44"/>
                  </a:cubicBezTo>
                  <a:cubicBezTo>
                    <a:pt x="60" y="43"/>
                    <a:pt x="64" y="39"/>
                    <a:pt x="65" y="37"/>
                  </a:cubicBezTo>
                  <a:cubicBezTo>
                    <a:pt x="66" y="36"/>
                    <a:pt x="69" y="33"/>
                    <a:pt x="69" y="32"/>
                  </a:cubicBezTo>
                  <a:cubicBezTo>
                    <a:pt x="69" y="30"/>
                    <a:pt x="70" y="27"/>
                    <a:pt x="69" y="26"/>
                  </a:cubicBezTo>
                  <a:cubicBezTo>
                    <a:pt x="69" y="25"/>
                    <a:pt x="67" y="24"/>
                    <a:pt x="67" y="23"/>
                  </a:cubicBezTo>
                  <a:cubicBezTo>
                    <a:pt x="66" y="22"/>
                    <a:pt x="65" y="20"/>
                    <a:pt x="65" y="18"/>
                  </a:cubicBezTo>
                  <a:cubicBezTo>
                    <a:pt x="65" y="17"/>
                    <a:pt x="65" y="15"/>
                    <a:pt x="65" y="14"/>
                  </a:cubicBezTo>
                  <a:cubicBezTo>
                    <a:pt x="65" y="14"/>
                    <a:pt x="64" y="13"/>
                    <a:pt x="63" y="11"/>
                  </a:cubicBezTo>
                  <a:cubicBezTo>
                    <a:pt x="64" y="11"/>
                    <a:pt x="65" y="11"/>
                    <a:pt x="66" y="11"/>
                  </a:cubicBezTo>
                  <a:cubicBezTo>
                    <a:pt x="67" y="10"/>
                    <a:pt x="69" y="9"/>
                    <a:pt x="70" y="8"/>
                  </a:cubicBezTo>
                  <a:cubicBezTo>
                    <a:pt x="71" y="7"/>
                    <a:pt x="73" y="3"/>
                    <a:pt x="75" y="2"/>
                  </a:cubicBezTo>
                  <a:cubicBezTo>
                    <a:pt x="78" y="1"/>
                    <a:pt x="84" y="0"/>
                    <a:pt x="87" y="1"/>
                  </a:cubicBezTo>
                  <a:cubicBezTo>
                    <a:pt x="90" y="1"/>
                    <a:pt x="95" y="2"/>
                    <a:pt x="98" y="3"/>
                  </a:cubicBezTo>
                  <a:cubicBezTo>
                    <a:pt x="101" y="4"/>
                    <a:pt x="108" y="8"/>
                    <a:pt x="112" y="10"/>
                  </a:cubicBezTo>
                  <a:cubicBezTo>
                    <a:pt x="114" y="11"/>
                    <a:pt x="118" y="14"/>
                    <a:pt x="120" y="15"/>
                  </a:cubicBezTo>
                  <a:cubicBezTo>
                    <a:pt x="123" y="16"/>
                    <a:pt x="130" y="18"/>
                    <a:pt x="133" y="18"/>
                  </a:cubicBezTo>
                  <a:cubicBezTo>
                    <a:pt x="138" y="19"/>
                    <a:pt x="146" y="18"/>
                    <a:pt x="151" y="19"/>
                  </a:cubicBezTo>
                  <a:cubicBezTo>
                    <a:pt x="154" y="19"/>
                    <a:pt x="161" y="19"/>
                    <a:pt x="164" y="20"/>
                  </a:cubicBezTo>
                  <a:cubicBezTo>
                    <a:pt x="167" y="20"/>
                    <a:pt x="173" y="22"/>
                    <a:pt x="176" y="23"/>
                  </a:cubicBezTo>
                  <a:cubicBezTo>
                    <a:pt x="179" y="23"/>
                    <a:pt x="185" y="24"/>
                    <a:pt x="188" y="25"/>
                  </a:cubicBezTo>
                  <a:cubicBezTo>
                    <a:pt x="191" y="26"/>
                    <a:pt x="197" y="29"/>
                    <a:pt x="201" y="30"/>
                  </a:cubicBezTo>
                  <a:cubicBezTo>
                    <a:pt x="206" y="32"/>
                    <a:pt x="217" y="33"/>
                    <a:pt x="222" y="34"/>
                  </a:cubicBezTo>
                  <a:cubicBezTo>
                    <a:pt x="225" y="34"/>
                    <a:pt x="230" y="33"/>
                    <a:pt x="233" y="33"/>
                  </a:cubicBezTo>
                  <a:cubicBezTo>
                    <a:pt x="233" y="35"/>
                    <a:pt x="234" y="39"/>
                    <a:pt x="234" y="41"/>
                  </a:cubicBezTo>
                  <a:cubicBezTo>
                    <a:pt x="234" y="43"/>
                    <a:pt x="232" y="46"/>
                    <a:pt x="231" y="48"/>
                  </a:cubicBezTo>
                  <a:cubicBezTo>
                    <a:pt x="231" y="50"/>
                    <a:pt x="230" y="55"/>
                    <a:pt x="230" y="57"/>
                  </a:cubicBezTo>
                  <a:cubicBezTo>
                    <a:pt x="230" y="58"/>
                    <a:pt x="230" y="60"/>
                    <a:pt x="229" y="61"/>
                  </a:cubicBezTo>
                  <a:cubicBezTo>
                    <a:pt x="229" y="63"/>
                    <a:pt x="226" y="64"/>
                    <a:pt x="225" y="65"/>
                  </a:cubicBezTo>
                  <a:cubicBezTo>
                    <a:pt x="224" y="66"/>
                    <a:pt x="222" y="69"/>
                    <a:pt x="221" y="70"/>
                  </a:cubicBezTo>
                  <a:cubicBezTo>
                    <a:pt x="221" y="71"/>
                    <a:pt x="221" y="73"/>
                    <a:pt x="221" y="74"/>
                  </a:cubicBezTo>
                  <a:cubicBezTo>
                    <a:pt x="222" y="75"/>
                    <a:pt x="224" y="76"/>
                    <a:pt x="224" y="77"/>
                  </a:cubicBezTo>
                  <a:cubicBezTo>
                    <a:pt x="224" y="79"/>
                    <a:pt x="222" y="83"/>
                    <a:pt x="222" y="84"/>
                  </a:cubicBezTo>
                  <a:cubicBezTo>
                    <a:pt x="222" y="86"/>
                    <a:pt x="224" y="87"/>
                    <a:pt x="224" y="88"/>
                  </a:cubicBezTo>
                  <a:cubicBezTo>
                    <a:pt x="225" y="89"/>
                    <a:pt x="225" y="91"/>
                    <a:pt x="226" y="92"/>
                  </a:cubicBezTo>
                  <a:cubicBezTo>
                    <a:pt x="226" y="93"/>
                    <a:pt x="227" y="95"/>
                    <a:pt x="227" y="97"/>
                  </a:cubicBezTo>
                  <a:cubicBezTo>
                    <a:pt x="227" y="98"/>
                    <a:pt x="226" y="101"/>
                    <a:pt x="227" y="103"/>
                  </a:cubicBezTo>
                  <a:cubicBezTo>
                    <a:pt x="227" y="103"/>
                    <a:pt x="228" y="104"/>
                    <a:pt x="229" y="105"/>
                  </a:cubicBezTo>
                  <a:cubicBezTo>
                    <a:pt x="230" y="105"/>
                    <a:pt x="232" y="104"/>
                    <a:pt x="233" y="104"/>
                  </a:cubicBezTo>
                  <a:cubicBezTo>
                    <a:pt x="234" y="105"/>
                    <a:pt x="235" y="107"/>
                    <a:pt x="236" y="108"/>
                  </a:cubicBezTo>
                  <a:cubicBezTo>
                    <a:pt x="236" y="109"/>
                    <a:pt x="237" y="111"/>
                    <a:pt x="237" y="1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55"/>
            <p:cNvSpPr>
              <a:spLocks/>
            </p:cNvSpPr>
            <p:nvPr/>
          </p:nvSpPr>
          <p:spPr bwMode="auto">
            <a:xfrm>
              <a:off x="3863975" y="2860675"/>
              <a:ext cx="614362" cy="698500"/>
            </a:xfrm>
            <a:custGeom>
              <a:avLst/>
              <a:gdLst/>
              <a:ahLst/>
              <a:cxnLst>
                <a:cxn ang="0">
                  <a:pos x="151" y="366"/>
                </a:cxn>
                <a:cxn ang="0">
                  <a:pos x="142" y="341"/>
                </a:cxn>
                <a:cxn ang="0">
                  <a:pos x="131" y="346"/>
                </a:cxn>
                <a:cxn ang="0">
                  <a:pos x="117" y="333"/>
                </a:cxn>
                <a:cxn ang="0">
                  <a:pos x="102" y="310"/>
                </a:cxn>
                <a:cxn ang="0">
                  <a:pos x="91" y="299"/>
                </a:cxn>
                <a:cxn ang="0">
                  <a:pos x="84" y="284"/>
                </a:cxn>
                <a:cxn ang="0">
                  <a:pos x="74" y="264"/>
                </a:cxn>
                <a:cxn ang="0">
                  <a:pos x="66" y="247"/>
                </a:cxn>
                <a:cxn ang="0">
                  <a:pos x="54" y="233"/>
                </a:cxn>
                <a:cxn ang="0">
                  <a:pos x="35" y="214"/>
                </a:cxn>
                <a:cxn ang="0">
                  <a:pos x="39" y="191"/>
                </a:cxn>
                <a:cxn ang="0">
                  <a:pos x="51" y="144"/>
                </a:cxn>
                <a:cxn ang="0">
                  <a:pos x="34" y="114"/>
                </a:cxn>
                <a:cxn ang="0">
                  <a:pos x="6" y="94"/>
                </a:cxn>
                <a:cxn ang="0">
                  <a:pos x="10" y="33"/>
                </a:cxn>
                <a:cxn ang="0">
                  <a:pos x="26" y="6"/>
                </a:cxn>
                <a:cxn ang="0">
                  <a:pos x="51" y="10"/>
                </a:cxn>
                <a:cxn ang="0">
                  <a:pos x="64" y="32"/>
                </a:cxn>
                <a:cxn ang="0">
                  <a:pos x="81" y="39"/>
                </a:cxn>
                <a:cxn ang="0">
                  <a:pos x="85" y="55"/>
                </a:cxn>
                <a:cxn ang="0">
                  <a:pos x="98" y="85"/>
                </a:cxn>
                <a:cxn ang="0">
                  <a:pos x="118" y="108"/>
                </a:cxn>
                <a:cxn ang="0">
                  <a:pos x="142" y="110"/>
                </a:cxn>
                <a:cxn ang="0">
                  <a:pos x="166" y="116"/>
                </a:cxn>
                <a:cxn ang="0">
                  <a:pos x="178" y="116"/>
                </a:cxn>
                <a:cxn ang="0">
                  <a:pos x="194" y="133"/>
                </a:cxn>
                <a:cxn ang="0">
                  <a:pos x="222" y="135"/>
                </a:cxn>
                <a:cxn ang="0">
                  <a:pos x="231" y="122"/>
                </a:cxn>
                <a:cxn ang="0">
                  <a:pos x="246" y="149"/>
                </a:cxn>
                <a:cxn ang="0">
                  <a:pos x="269" y="184"/>
                </a:cxn>
                <a:cxn ang="0">
                  <a:pos x="284" y="213"/>
                </a:cxn>
                <a:cxn ang="0">
                  <a:pos x="313" y="232"/>
                </a:cxn>
                <a:cxn ang="0">
                  <a:pos x="329" y="254"/>
                </a:cxn>
                <a:cxn ang="0">
                  <a:pos x="316" y="275"/>
                </a:cxn>
                <a:cxn ang="0">
                  <a:pos x="306" y="289"/>
                </a:cxn>
                <a:cxn ang="0">
                  <a:pos x="326" y="316"/>
                </a:cxn>
                <a:cxn ang="0">
                  <a:pos x="344" y="336"/>
                </a:cxn>
                <a:cxn ang="0">
                  <a:pos x="354" y="353"/>
                </a:cxn>
                <a:cxn ang="0">
                  <a:pos x="337" y="355"/>
                </a:cxn>
                <a:cxn ang="0">
                  <a:pos x="314" y="372"/>
                </a:cxn>
                <a:cxn ang="0">
                  <a:pos x="304" y="359"/>
                </a:cxn>
                <a:cxn ang="0">
                  <a:pos x="286" y="352"/>
                </a:cxn>
                <a:cxn ang="0">
                  <a:pos x="271" y="364"/>
                </a:cxn>
                <a:cxn ang="0">
                  <a:pos x="272" y="380"/>
                </a:cxn>
                <a:cxn ang="0">
                  <a:pos x="262" y="391"/>
                </a:cxn>
                <a:cxn ang="0">
                  <a:pos x="248" y="404"/>
                </a:cxn>
                <a:cxn ang="0">
                  <a:pos x="238" y="399"/>
                </a:cxn>
                <a:cxn ang="0">
                  <a:pos x="214" y="373"/>
                </a:cxn>
                <a:cxn ang="0">
                  <a:pos x="200" y="365"/>
                </a:cxn>
                <a:cxn ang="0">
                  <a:pos x="193" y="373"/>
                </a:cxn>
                <a:cxn ang="0">
                  <a:pos x="180" y="379"/>
                </a:cxn>
              </a:cxnLst>
              <a:rect l="0" t="0" r="r" b="b"/>
              <a:pathLst>
                <a:path w="358" h="408">
                  <a:moveTo>
                    <a:pt x="169" y="376"/>
                  </a:moveTo>
                  <a:cubicBezTo>
                    <a:pt x="167" y="376"/>
                    <a:pt x="165" y="376"/>
                    <a:pt x="164" y="376"/>
                  </a:cubicBezTo>
                  <a:cubicBezTo>
                    <a:pt x="161" y="375"/>
                    <a:pt x="157" y="372"/>
                    <a:pt x="155" y="370"/>
                  </a:cubicBezTo>
                  <a:cubicBezTo>
                    <a:pt x="154" y="369"/>
                    <a:pt x="152" y="367"/>
                    <a:pt x="151" y="366"/>
                  </a:cubicBezTo>
                  <a:cubicBezTo>
                    <a:pt x="150" y="364"/>
                    <a:pt x="148" y="361"/>
                    <a:pt x="147" y="359"/>
                  </a:cubicBezTo>
                  <a:cubicBezTo>
                    <a:pt x="147" y="357"/>
                    <a:pt x="147" y="354"/>
                    <a:pt x="146" y="353"/>
                  </a:cubicBezTo>
                  <a:cubicBezTo>
                    <a:pt x="146" y="351"/>
                    <a:pt x="146" y="348"/>
                    <a:pt x="145" y="346"/>
                  </a:cubicBezTo>
                  <a:cubicBezTo>
                    <a:pt x="144" y="345"/>
                    <a:pt x="143" y="342"/>
                    <a:pt x="142" y="341"/>
                  </a:cubicBezTo>
                  <a:cubicBezTo>
                    <a:pt x="141" y="340"/>
                    <a:pt x="139" y="338"/>
                    <a:pt x="137" y="338"/>
                  </a:cubicBezTo>
                  <a:cubicBezTo>
                    <a:pt x="136" y="338"/>
                    <a:pt x="134" y="338"/>
                    <a:pt x="133" y="338"/>
                  </a:cubicBezTo>
                  <a:cubicBezTo>
                    <a:pt x="132" y="339"/>
                    <a:pt x="132" y="342"/>
                    <a:pt x="131" y="343"/>
                  </a:cubicBezTo>
                  <a:cubicBezTo>
                    <a:pt x="131" y="344"/>
                    <a:pt x="131" y="345"/>
                    <a:pt x="131" y="346"/>
                  </a:cubicBezTo>
                  <a:cubicBezTo>
                    <a:pt x="130" y="347"/>
                    <a:pt x="126" y="347"/>
                    <a:pt x="125" y="346"/>
                  </a:cubicBezTo>
                  <a:cubicBezTo>
                    <a:pt x="124" y="346"/>
                    <a:pt x="123" y="342"/>
                    <a:pt x="122" y="341"/>
                  </a:cubicBezTo>
                  <a:cubicBezTo>
                    <a:pt x="121" y="339"/>
                    <a:pt x="121" y="336"/>
                    <a:pt x="120" y="335"/>
                  </a:cubicBezTo>
                  <a:cubicBezTo>
                    <a:pt x="119" y="335"/>
                    <a:pt x="118" y="334"/>
                    <a:pt x="117" y="333"/>
                  </a:cubicBezTo>
                  <a:cubicBezTo>
                    <a:pt x="117" y="331"/>
                    <a:pt x="116" y="328"/>
                    <a:pt x="116" y="326"/>
                  </a:cubicBezTo>
                  <a:cubicBezTo>
                    <a:pt x="115" y="324"/>
                    <a:pt x="112" y="321"/>
                    <a:pt x="111" y="319"/>
                  </a:cubicBezTo>
                  <a:cubicBezTo>
                    <a:pt x="110" y="318"/>
                    <a:pt x="108" y="314"/>
                    <a:pt x="106" y="313"/>
                  </a:cubicBezTo>
                  <a:cubicBezTo>
                    <a:pt x="106" y="312"/>
                    <a:pt x="104" y="311"/>
                    <a:pt x="102" y="310"/>
                  </a:cubicBezTo>
                  <a:cubicBezTo>
                    <a:pt x="102" y="310"/>
                    <a:pt x="100" y="311"/>
                    <a:pt x="99" y="310"/>
                  </a:cubicBezTo>
                  <a:cubicBezTo>
                    <a:pt x="98" y="310"/>
                    <a:pt x="95" y="307"/>
                    <a:pt x="94" y="306"/>
                  </a:cubicBezTo>
                  <a:cubicBezTo>
                    <a:pt x="94" y="305"/>
                    <a:pt x="92" y="303"/>
                    <a:pt x="92" y="302"/>
                  </a:cubicBezTo>
                  <a:cubicBezTo>
                    <a:pt x="91" y="301"/>
                    <a:pt x="92" y="300"/>
                    <a:pt x="91" y="299"/>
                  </a:cubicBezTo>
                  <a:cubicBezTo>
                    <a:pt x="91" y="298"/>
                    <a:pt x="90" y="296"/>
                    <a:pt x="90" y="296"/>
                  </a:cubicBezTo>
                  <a:cubicBezTo>
                    <a:pt x="89" y="295"/>
                    <a:pt x="88" y="293"/>
                    <a:pt x="87" y="293"/>
                  </a:cubicBezTo>
                  <a:cubicBezTo>
                    <a:pt x="87" y="291"/>
                    <a:pt x="87" y="289"/>
                    <a:pt x="86" y="288"/>
                  </a:cubicBezTo>
                  <a:cubicBezTo>
                    <a:pt x="86" y="287"/>
                    <a:pt x="84" y="285"/>
                    <a:pt x="84" y="284"/>
                  </a:cubicBezTo>
                  <a:cubicBezTo>
                    <a:pt x="83" y="282"/>
                    <a:pt x="81" y="279"/>
                    <a:pt x="80" y="277"/>
                  </a:cubicBezTo>
                  <a:cubicBezTo>
                    <a:pt x="80" y="275"/>
                    <a:pt x="79" y="272"/>
                    <a:pt x="79" y="270"/>
                  </a:cubicBezTo>
                  <a:cubicBezTo>
                    <a:pt x="78" y="269"/>
                    <a:pt x="77" y="268"/>
                    <a:pt x="76" y="267"/>
                  </a:cubicBezTo>
                  <a:cubicBezTo>
                    <a:pt x="75" y="266"/>
                    <a:pt x="74" y="265"/>
                    <a:pt x="74" y="264"/>
                  </a:cubicBezTo>
                  <a:cubicBezTo>
                    <a:pt x="73" y="263"/>
                    <a:pt x="71" y="261"/>
                    <a:pt x="71" y="259"/>
                  </a:cubicBezTo>
                  <a:cubicBezTo>
                    <a:pt x="70" y="258"/>
                    <a:pt x="70" y="256"/>
                    <a:pt x="70" y="255"/>
                  </a:cubicBezTo>
                  <a:cubicBezTo>
                    <a:pt x="69" y="255"/>
                    <a:pt x="68" y="254"/>
                    <a:pt x="67" y="253"/>
                  </a:cubicBezTo>
                  <a:cubicBezTo>
                    <a:pt x="67" y="252"/>
                    <a:pt x="66" y="249"/>
                    <a:pt x="66" y="247"/>
                  </a:cubicBezTo>
                  <a:cubicBezTo>
                    <a:pt x="65" y="246"/>
                    <a:pt x="63" y="243"/>
                    <a:pt x="62" y="242"/>
                  </a:cubicBezTo>
                  <a:cubicBezTo>
                    <a:pt x="61" y="242"/>
                    <a:pt x="59" y="241"/>
                    <a:pt x="59" y="241"/>
                  </a:cubicBezTo>
                  <a:cubicBezTo>
                    <a:pt x="58" y="240"/>
                    <a:pt x="58" y="237"/>
                    <a:pt x="58" y="235"/>
                  </a:cubicBezTo>
                  <a:cubicBezTo>
                    <a:pt x="57" y="235"/>
                    <a:pt x="55" y="234"/>
                    <a:pt x="54" y="233"/>
                  </a:cubicBezTo>
                  <a:cubicBezTo>
                    <a:pt x="53" y="232"/>
                    <a:pt x="51" y="229"/>
                    <a:pt x="50" y="228"/>
                  </a:cubicBezTo>
                  <a:cubicBezTo>
                    <a:pt x="49" y="226"/>
                    <a:pt x="47" y="224"/>
                    <a:pt x="46" y="223"/>
                  </a:cubicBezTo>
                  <a:cubicBezTo>
                    <a:pt x="44" y="222"/>
                    <a:pt x="41" y="220"/>
                    <a:pt x="40" y="219"/>
                  </a:cubicBezTo>
                  <a:cubicBezTo>
                    <a:pt x="38" y="217"/>
                    <a:pt x="36" y="215"/>
                    <a:pt x="35" y="214"/>
                  </a:cubicBezTo>
                  <a:cubicBezTo>
                    <a:pt x="34" y="212"/>
                    <a:pt x="33" y="207"/>
                    <a:pt x="32" y="205"/>
                  </a:cubicBezTo>
                  <a:cubicBezTo>
                    <a:pt x="32" y="204"/>
                    <a:pt x="31" y="202"/>
                    <a:pt x="30" y="200"/>
                  </a:cubicBezTo>
                  <a:cubicBezTo>
                    <a:pt x="32" y="200"/>
                    <a:pt x="33" y="200"/>
                    <a:pt x="34" y="200"/>
                  </a:cubicBezTo>
                  <a:cubicBezTo>
                    <a:pt x="36" y="198"/>
                    <a:pt x="38" y="193"/>
                    <a:pt x="39" y="191"/>
                  </a:cubicBezTo>
                  <a:cubicBezTo>
                    <a:pt x="40" y="187"/>
                    <a:pt x="43" y="181"/>
                    <a:pt x="44" y="178"/>
                  </a:cubicBezTo>
                  <a:cubicBezTo>
                    <a:pt x="46" y="175"/>
                    <a:pt x="48" y="169"/>
                    <a:pt x="49" y="165"/>
                  </a:cubicBezTo>
                  <a:cubicBezTo>
                    <a:pt x="50" y="162"/>
                    <a:pt x="53" y="155"/>
                    <a:pt x="53" y="152"/>
                  </a:cubicBezTo>
                  <a:cubicBezTo>
                    <a:pt x="53" y="150"/>
                    <a:pt x="52" y="146"/>
                    <a:pt x="51" y="144"/>
                  </a:cubicBezTo>
                  <a:cubicBezTo>
                    <a:pt x="50" y="142"/>
                    <a:pt x="48" y="139"/>
                    <a:pt x="47" y="138"/>
                  </a:cubicBezTo>
                  <a:cubicBezTo>
                    <a:pt x="46" y="136"/>
                    <a:pt x="43" y="132"/>
                    <a:pt x="42" y="130"/>
                  </a:cubicBezTo>
                  <a:cubicBezTo>
                    <a:pt x="41" y="128"/>
                    <a:pt x="40" y="123"/>
                    <a:pt x="39" y="121"/>
                  </a:cubicBezTo>
                  <a:cubicBezTo>
                    <a:pt x="38" y="119"/>
                    <a:pt x="35" y="115"/>
                    <a:pt x="34" y="114"/>
                  </a:cubicBezTo>
                  <a:cubicBezTo>
                    <a:pt x="31" y="113"/>
                    <a:pt x="26" y="112"/>
                    <a:pt x="24" y="111"/>
                  </a:cubicBezTo>
                  <a:cubicBezTo>
                    <a:pt x="22" y="111"/>
                    <a:pt x="19" y="109"/>
                    <a:pt x="18" y="108"/>
                  </a:cubicBezTo>
                  <a:cubicBezTo>
                    <a:pt x="16" y="107"/>
                    <a:pt x="15" y="102"/>
                    <a:pt x="13" y="100"/>
                  </a:cubicBezTo>
                  <a:cubicBezTo>
                    <a:pt x="11" y="98"/>
                    <a:pt x="7" y="96"/>
                    <a:pt x="6" y="94"/>
                  </a:cubicBezTo>
                  <a:cubicBezTo>
                    <a:pt x="4" y="93"/>
                    <a:pt x="1" y="90"/>
                    <a:pt x="1" y="88"/>
                  </a:cubicBezTo>
                  <a:cubicBezTo>
                    <a:pt x="0" y="85"/>
                    <a:pt x="2" y="79"/>
                    <a:pt x="2" y="76"/>
                  </a:cubicBezTo>
                  <a:cubicBezTo>
                    <a:pt x="3" y="72"/>
                    <a:pt x="4" y="64"/>
                    <a:pt x="5" y="60"/>
                  </a:cubicBezTo>
                  <a:cubicBezTo>
                    <a:pt x="6" y="53"/>
                    <a:pt x="8" y="39"/>
                    <a:pt x="10" y="33"/>
                  </a:cubicBezTo>
                  <a:cubicBezTo>
                    <a:pt x="11" y="27"/>
                    <a:pt x="14" y="15"/>
                    <a:pt x="15" y="10"/>
                  </a:cubicBezTo>
                  <a:cubicBezTo>
                    <a:pt x="16" y="7"/>
                    <a:pt x="17" y="3"/>
                    <a:pt x="17" y="0"/>
                  </a:cubicBezTo>
                  <a:cubicBezTo>
                    <a:pt x="19" y="1"/>
                    <a:pt x="20" y="2"/>
                    <a:pt x="21" y="2"/>
                  </a:cubicBezTo>
                  <a:cubicBezTo>
                    <a:pt x="22" y="3"/>
                    <a:pt x="25" y="5"/>
                    <a:pt x="26" y="6"/>
                  </a:cubicBezTo>
                  <a:cubicBezTo>
                    <a:pt x="27" y="7"/>
                    <a:pt x="30" y="8"/>
                    <a:pt x="32" y="8"/>
                  </a:cubicBezTo>
                  <a:cubicBezTo>
                    <a:pt x="33" y="9"/>
                    <a:pt x="36" y="8"/>
                    <a:pt x="37" y="8"/>
                  </a:cubicBezTo>
                  <a:cubicBezTo>
                    <a:pt x="39" y="8"/>
                    <a:pt x="44" y="8"/>
                    <a:pt x="47" y="8"/>
                  </a:cubicBezTo>
                  <a:cubicBezTo>
                    <a:pt x="48" y="9"/>
                    <a:pt x="50" y="9"/>
                    <a:pt x="51" y="10"/>
                  </a:cubicBezTo>
                  <a:cubicBezTo>
                    <a:pt x="52" y="11"/>
                    <a:pt x="52" y="14"/>
                    <a:pt x="53" y="15"/>
                  </a:cubicBezTo>
                  <a:cubicBezTo>
                    <a:pt x="54" y="17"/>
                    <a:pt x="55" y="19"/>
                    <a:pt x="56" y="20"/>
                  </a:cubicBezTo>
                  <a:cubicBezTo>
                    <a:pt x="57" y="21"/>
                    <a:pt x="61" y="23"/>
                    <a:pt x="62" y="24"/>
                  </a:cubicBezTo>
                  <a:cubicBezTo>
                    <a:pt x="63" y="26"/>
                    <a:pt x="63" y="30"/>
                    <a:pt x="64" y="32"/>
                  </a:cubicBezTo>
                  <a:cubicBezTo>
                    <a:pt x="65" y="33"/>
                    <a:pt x="67" y="36"/>
                    <a:pt x="68" y="37"/>
                  </a:cubicBezTo>
                  <a:cubicBezTo>
                    <a:pt x="69" y="38"/>
                    <a:pt x="72" y="41"/>
                    <a:pt x="74" y="42"/>
                  </a:cubicBezTo>
                  <a:cubicBezTo>
                    <a:pt x="75" y="42"/>
                    <a:pt x="78" y="42"/>
                    <a:pt x="79" y="42"/>
                  </a:cubicBezTo>
                  <a:cubicBezTo>
                    <a:pt x="80" y="41"/>
                    <a:pt x="81" y="39"/>
                    <a:pt x="81" y="39"/>
                  </a:cubicBezTo>
                  <a:cubicBezTo>
                    <a:pt x="82" y="39"/>
                    <a:pt x="85" y="39"/>
                    <a:pt x="86" y="40"/>
                  </a:cubicBezTo>
                  <a:cubicBezTo>
                    <a:pt x="87" y="41"/>
                    <a:pt x="88" y="45"/>
                    <a:pt x="88" y="46"/>
                  </a:cubicBezTo>
                  <a:cubicBezTo>
                    <a:pt x="88" y="48"/>
                    <a:pt x="88" y="50"/>
                    <a:pt x="88" y="52"/>
                  </a:cubicBezTo>
                  <a:cubicBezTo>
                    <a:pt x="87" y="52"/>
                    <a:pt x="86" y="54"/>
                    <a:pt x="85" y="55"/>
                  </a:cubicBezTo>
                  <a:cubicBezTo>
                    <a:pt x="84" y="57"/>
                    <a:pt x="84" y="62"/>
                    <a:pt x="84" y="64"/>
                  </a:cubicBezTo>
                  <a:cubicBezTo>
                    <a:pt x="84" y="66"/>
                    <a:pt x="85" y="68"/>
                    <a:pt x="85" y="70"/>
                  </a:cubicBezTo>
                  <a:cubicBezTo>
                    <a:pt x="87" y="72"/>
                    <a:pt x="91" y="74"/>
                    <a:pt x="92" y="76"/>
                  </a:cubicBezTo>
                  <a:cubicBezTo>
                    <a:pt x="94" y="78"/>
                    <a:pt x="97" y="83"/>
                    <a:pt x="98" y="85"/>
                  </a:cubicBezTo>
                  <a:cubicBezTo>
                    <a:pt x="99" y="88"/>
                    <a:pt x="101" y="94"/>
                    <a:pt x="102" y="97"/>
                  </a:cubicBezTo>
                  <a:cubicBezTo>
                    <a:pt x="103" y="99"/>
                    <a:pt x="103" y="103"/>
                    <a:pt x="104" y="105"/>
                  </a:cubicBezTo>
                  <a:cubicBezTo>
                    <a:pt x="105" y="106"/>
                    <a:pt x="109" y="108"/>
                    <a:pt x="111" y="108"/>
                  </a:cubicBezTo>
                  <a:cubicBezTo>
                    <a:pt x="112" y="108"/>
                    <a:pt x="116" y="108"/>
                    <a:pt x="118" y="108"/>
                  </a:cubicBezTo>
                  <a:cubicBezTo>
                    <a:pt x="120" y="108"/>
                    <a:pt x="123" y="106"/>
                    <a:pt x="125" y="107"/>
                  </a:cubicBezTo>
                  <a:cubicBezTo>
                    <a:pt x="126" y="107"/>
                    <a:pt x="128" y="108"/>
                    <a:pt x="129" y="109"/>
                  </a:cubicBezTo>
                  <a:cubicBezTo>
                    <a:pt x="131" y="109"/>
                    <a:pt x="136" y="108"/>
                    <a:pt x="138" y="108"/>
                  </a:cubicBezTo>
                  <a:cubicBezTo>
                    <a:pt x="139" y="109"/>
                    <a:pt x="141" y="110"/>
                    <a:pt x="142" y="110"/>
                  </a:cubicBezTo>
                  <a:cubicBezTo>
                    <a:pt x="144" y="110"/>
                    <a:pt x="146" y="111"/>
                    <a:pt x="147" y="112"/>
                  </a:cubicBezTo>
                  <a:cubicBezTo>
                    <a:pt x="149" y="113"/>
                    <a:pt x="153" y="114"/>
                    <a:pt x="155" y="114"/>
                  </a:cubicBezTo>
                  <a:cubicBezTo>
                    <a:pt x="156" y="114"/>
                    <a:pt x="159" y="114"/>
                    <a:pt x="160" y="114"/>
                  </a:cubicBezTo>
                  <a:cubicBezTo>
                    <a:pt x="162" y="114"/>
                    <a:pt x="164" y="116"/>
                    <a:pt x="166" y="116"/>
                  </a:cubicBezTo>
                  <a:cubicBezTo>
                    <a:pt x="167" y="117"/>
                    <a:pt x="169" y="119"/>
                    <a:pt x="170" y="119"/>
                  </a:cubicBezTo>
                  <a:cubicBezTo>
                    <a:pt x="171" y="119"/>
                    <a:pt x="173" y="120"/>
                    <a:pt x="174" y="119"/>
                  </a:cubicBezTo>
                  <a:cubicBezTo>
                    <a:pt x="175" y="119"/>
                    <a:pt x="176" y="116"/>
                    <a:pt x="177" y="116"/>
                  </a:cubicBezTo>
                  <a:cubicBezTo>
                    <a:pt x="178" y="116"/>
                    <a:pt x="178" y="116"/>
                    <a:pt x="178" y="116"/>
                  </a:cubicBezTo>
                  <a:cubicBezTo>
                    <a:pt x="180" y="115"/>
                    <a:pt x="183" y="115"/>
                    <a:pt x="185" y="116"/>
                  </a:cubicBezTo>
                  <a:cubicBezTo>
                    <a:pt x="187" y="116"/>
                    <a:pt x="190" y="117"/>
                    <a:pt x="191" y="119"/>
                  </a:cubicBezTo>
                  <a:cubicBezTo>
                    <a:pt x="192" y="120"/>
                    <a:pt x="192" y="125"/>
                    <a:pt x="192" y="126"/>
                  </a:cubicBezTo>
                  <a:cubicBezTo>
                    <a:pt x="193" y="128"/>
                    <a:pt x="193" y="132"/>
                    <a:pt x="194" y="133"/>
                  </a:cubicBezTo>
                  <a:cubicBezTo>
                    <a:pt x="196" y="134"/>
                    <a:pt x="199" y="135"/>
                    <a:pt x="201" y="135"/>
                  </a:cubicBezTo>
                  <a:cubicBezTo>
                    <a:pt x="204" y="136"/>
                    <a:pt x="208" y="134"/>
                    <a:pt x="211" y="135"/>
                  </a:cubicBezTo>
                  <a:cubicBezTo>
                    <a:pt x="212" y="135"/>
                    <a:pt x="214" y="136"/>
                    <a:pt x="216" y="136"/>
                  </a:cubicBezTo>
                  <a:cubicBezTo>
                    <a:pt x="217" y="136"/>
                    <a:pt x="221" y="136"/>
                    <a:pt x="222" y="135"/>
                  </a:cubicBezTo>
                  <a:cubicBezTo>
                    <a:pt x="223" y="134"/>
                    <a:pt x="224" y="132"/>
                    <a:pt x="224" y="131"/>
                  </a:cubicBezTo>
                  <a:cubicBezTo>
                    <a:pt x="225" y="130"/>
                    <a:pt x="225" y="127"/>
                    <a:pt x="225" y="126"/>
                  </a:cubicBezTo>
                  <a:cubicBezTo>
                    <a:pt x="226" y="125"/>
                    <a:pt x="227" y="124"/>
                    <a:pt x="228" y="123"/>
                  </a:cubicBezTo>
                  <a:cubicBezTo>
                    <a:pt x="229" y="123"/>
                    <a:pt x="230" y="122"/>
                    <a:pt x="231" y="122"/>
                  </a:cubicBezTo>
                  <a:cubicBezTo>
                    <a:pt x="232" y="123"/>
                    <a:pt x="234" y="124"/>
                    <a:pt x="235" y="125"/>
                  </a:cubicBezTo>
                  <a:cubicBezTo>
                    <a:pt x="236" y="127"/>
                    <a:pt x="237" y="131"/>
                    <a:pt x="237" y="133"/>
                  </a:cubicBezTo>
                  <a:cubicBezTo>
                    <a:pt x="238" y="135"/>
                    <a:pt x="239" y="140"/>
                    <a:pt x="241" y="142"/>
                  </a:cubicBezTo>
                  <a:cubicBezTo>
                    <a:pt x="242" y="144"/>
                    <a:pt x="244" y="147"/>
                    <a:pt x="246" y="149"/>
                  </a:cubicBezTo>
                  <a:cubicBezTo>
                    <a:pt x="247" y="152"/>
                    <a:pt x="251" y="158"/>
                    <a:pt x="253" y="160"/>
                  </a:cubicBezTo>
                  <a:cubicBezTo>
                    <a:pt x="254" y="162"/>
                    <a:pt x="258" y="166"/>
                    <a:pt x="260" y="168"/>
                  </a:cubicBezTo>
                  <a:cubicBezTo>
                    <a:pt x="262" y="170"/>
                    <a:pt x="264" y="175"/>
                    <a:pt x="265" y="178"/>
                  </a:cubicBezTo>
                  <a:cubicBezTo>
                    <a:pt x="266" y="179"/>
                    <a:pt x="268" y="182"/>
                    <a:pt x="269" y="184"/>
                  </a:cubicBezTo>
                  <a:cubicBezTo>
                    <a:pt x="269" y="187"/>
                    <a:pt x="270" y="192"/>
                    <a:pt x="270" y="194"/>
                  </a:cubicBezTo>
                  <a:cubicBezTo>
                    <a:pt x="271" y="197"/>
                    <a:pt x="272" y="202"/>
                    <a:pt x="273" y="204"/>
                  </a:cubicBezTo>
                  <a:cubicBezTo>
                    <a:pt x="274" y="205"/>
                    <a:pt x="276" y="208"/>
                    <a:pt x="277" y="209"/>
                  </a:cubicBezTo>
                  <a:cubicBezTo>
                    <a:pt x="279" y="211"/>
                    <a:pt x="282" y="212"/>
                    <a:pt x="284" y="213"/>
                  </a:cubicBezTo>
                  <a:cubicBezTo>
                    <a:pt x="286" y="214"/>
                    <a:pt x="289" y="216"/>
                    <a:pt x="291" y="216"/>
                  </a:cubicBezTo>
                  <a:cubicBezTo>
                    <a:pt x="293" y="217"/>
                    <a:pt x="298" y="218"/>
                    <a:pt x="300" y="219"/>
                  </a:cubicBezTo>
                  <a:cubicBezTo>
                    <a:pt x="302" y="220"/>
                    <a:pt x="307" y="223"/>
                    <a:pt x="309" y="225"/>
                  </a:cubicBezTo>
                  <a:cubicBezTo>
                    <a:pt x="310" y="226"/>
                    <a:pt x="312" y="230"/>
                    <a:pt x="313" y="232"/>
                  </a:cubicBezTo>
                  <a:cubicBezTo>
                    <a:pt x="314" y="233"/>
                    <a:pt x="316" y="235"/>
                    <a:pt x="317" y="236"/>
                  </a:cubicBezTo>
                  <a:cubicBezTo>
                    <a:pt x="318" y="238"/>
                    <a:pt x="320" y="240"/>
                    <a:pt x="322" y="242"/>
                  </a:cubicBezTo>
                  <a:cubicBezTo>
                    <a:pt x="322" y="243"/>
                    <a:pt x="324" y="244"/>
                    <a:pt x="325" y="245"/>
                  </a:cubicBezTo>
                  <a:cubicBezTo>
                    <a:pt x="326" y="247"/>
                    <a:pt x="329" y="252"/>
                    <a:pt x="329" y="254"/>
                  </a:cubicBezTo>
                  <a:cubicBezTo>
                    <a:pt x="329" y="255"/>
                    <a:pt x="327" y="258"/>
                    <a:pt x="326" y="259"/>
                  </a:cubicBezTo>
                  <a:cubicBezTo>
                    <a:pt x="326" y="260"/>
                    <a:pt x="323" y="261"/>
                    <a:pt x="323" y="262"/>
                  </a:cubicBezTo>
                  <a:cubicBezTo>
                    <a:pt x="321" y="264"/>
                    <a:pt x="320" y="268"/>
                    <a:pt x="319" y="270"/>
                  </a:cubicBezTo>
                  <a:cubicBezTo>
                    <a:pt x="319" y="271"/>
                    <a:pt x="317" y="274"/>
                    <a:pt x="316" y="275"/>
                  </a:cubicBezTo>
                  <a:cubicBezTo>
                    <a:pt x="315" y="276"/>
                    <a:pt x="314" y="277"/>
                    <a:pt x="313" y="278"/>
                  </a:cubicBezTo>
                  <a:cubicBezTo>
                    <a:pt x="312" y="278"/>
                    <a:pt x="310" y="279"/>
                    <a:pt x="309" y="280"/>
                  </a:cubicBezTo>
                  <a:cubicBezTo>
                    <a:pt x="308" y="281"/>
                    <a:pt x="306" y="283"/>
                    <a:pt x="305" y="285"/>
                  </a:cubicBezTo>
                  <a:cubicBezTo>
                    <a:pt x="305" y="286"/>
                    <a:pt x="306" y="288"/>
                    <a:pt x="306" y="289"/>
                  </a:cubicBezTo>
                  <a:cubicBezTo>
                    <a:pt x="307" y="291"/>
                    <a:pt x="308" y="293"/>
                    <a:pt x="309" y="294"/>
                  </a:cubicBezTo>
                  <a:cubicBezTo>
                    <a:pt x="310" y="295"/>
                    <a:pt x="313" y="297"/>
                    <a:pt x="314" y="298"/>
                  </a:cubicBezTo>
                  <a:cubicBezTo>
                    <a:pt x="316" y="300"/>
                    <a:pt x="319" y="305"/>
                    <a:pt x="320" y="308"/>
                  </a:cubicBezTo>
                  <a:cubicBezTo>
                    <a:pt x="322" y="310"/>
                    <a:pt x="324" y="314"/>
                    <a:pt x="326" y="316"/>
                  </a:cubicBezTo>
                  <a:cubicBezTo>
                    <a:pt x="327" y="317"/>
                    <a:pt x="329" y="320"/>
                    <a:pt x="330" y="320"/>
                  </a:cubicBezTo>
                  <a:cubicBezTo>
                    <a:pt x="331" y="321"/>
                    <a:pt x="335" y="321"/>
                    <a:pt x="337" y="322"/>
                  </a:cubicBezTo>
                  <a:cubicBezTo>
                    <a:pt x="339" y="324"/>
                    <a:pt x="341" y="327"/>
                    <a:pt x="341" y="329"/>
                  </a:cubicBezTo>
                  <a:cubicBezTo>
                    <a:pt x="342" y="331"/>
                    <a:pt x="343" y="334"/>
                    <a:pt x="344" y="336"/>
                  </a:cubicBezTo>
                  <a:cubicBezTo>
                    <a:pt x="345" y="337"/>
                    <a:pt x="346" y="340"/>
                    <a:pt x="347" y="341"/>
                  </a:cubicBezTo>
                  <a:cubicBezTo>
                    <a:pt x="348" y="343"/>
                    <a:pt x="354" y="346"/>
                    <a:pt x="356" y="348"/>
                  </a:cubicBezTo>
                  <a:cubicBezTo>
                    <a:pt x="356" y="349"/>
                    <a:pt x="357" y="351"/>
                    <a:pt x="358" y="352"/>
                  </a:cubicBezTo>
                  <a:cubicBezTo>
                    <a:pt x="357" y="353"/>
                    <a:pt x="355" y="352"/>
                    <a:pt x="354" y="353"/>
                  </a:cubicBezTo>
                  <a:cubicBezTo>
                    <a:pt x="353" y="353"/>
                    <a:pt x="351" y="353"/>
                    <a:pt x="351" y="353"/>
                  </a:cubicBezTo>
                  <a:cubicBezTo>
                    <a:pt x="349" y="353"/>
                    <a:pt x="347" y="354"/>
                    <a:pt x="346" y="354"/>
                  </a:cubicBezTo>
                  <a:cubicBezTo>
                    <a:pt x="345" y="354"/>
                    <a:pt x="343" y="354"/>
                    <a:pt x="341" y="354"/>
                  </a:cubicBezTo>
                  <a:cubicBezTo>
                    <a:pt x="340" y="354"/>
                    <a:pt x="338" y="355"/>
                    <a:pt x="337" y="355"/>
                  </a:cubicBezTo>
                  <a:cubicBezTo>
                    <a:pt x="335" y="356"/>
                    <a:pt x="334" y="359"/>
                    <a:pt x="333" y="360"/>
                  </a:cubicBezTo>
                  <a:cubicBezTo>
                    <a:pt x="331" y="362"/>
                    <a:pt x="327" y="365"/>
                    <a:pt x="325" y="367"/>
                  </a:cubicBezTo>
                  <a:cubicBezTo>
                    <a:pt x="324" y="368"/>
                    <a:pt x="322" y="370"/>
                    <a:pt x="320" y="371"/>
                  </a:cubicBezTo>
                  <a:cubicBezTo>
                    <a:pt x="319" y="372"/>
                    <a:pt x="316" y="372"/>
                    <a:pt x="314" y="372"/>
                  </a:cubicBezTo>
                  <a:cubicBezTo>
                    <a:pt x="313" y="372"/>
                    <a:pt x="310" y="372"/>
                    <a:pt x="308" y="371"/>
                  </a:cubicBezTo>
                  <a:cubicBezTo>
                    <a:pt x="308" y="370"/>
                    <a:pt x="307" y="368"/>
                    <a:pt x="307" y="367"/>
                  </a:cubicBezTo>
                  <a:cubicBezTo>
                    <a:pt x="306" y="366"/>
                    <a:pt x="307" y="364"/>
                    <a:pt x="307" y="363"/>
                  </a:cubicBezTo>
                  <a:cubicBezTo>
                    <a:pt x="307" y="362"/>
                    <a:pt x="305" y="360"/>
                    <a:pt x="304" y="359"/>
                  </a:cubicBezTo>
                  <a:cubicBezTo>
                    <a:pt x="303" y="358"/>
                    <a:pt x="300" y="357"/>
                    <a:pt x="299" y="356"/>
                  </a:cubicBezTo>
                  <a:cubicBezTo>
                    <a:pt x="297" y="356"/>
                    <a:pt x="295" y="353"/>
                    <a:pt x="294" y="353"/>
                  </a:cubicBezTo>
                  <a:cubicBezTo>
                    <a:pt x="293" y="352"/>
                    <a:pt x="291" y="351"/>
                    <a:pt x="290" y="351"/>
                  </a:cubicBezTo>
                  <a:cubicBezTo>
                    <a:pt x="289" y="351"/>
                    <a:pt x="287" y="352"/>
                    <a:pt x="286" y="352"/>
                  </a:cubicBezTo>
                  <a:cubicBezTo>
                    <a:pt x="285" y="353"/>
                    <a:pt x="284" y="354"/>
                    <a:pt x="283" y="354"/>
                  </a:cubicBezTo>
                  <a:cubicBezTo>
                    <a:pt x="281" y="355"/>
                    <a:pt x="279" y="355"/>
                    <a:pt x="277" y="355"/>
                  </a:cubicBezTo>
                  <a:cubicBezTo>
                    <a:pt x="276" y="356"/>
                    <a:pt x="274" y="358"/>
                    <a:pt x="273" y="359"/>
                  </a:cubicBezTo>
                  <a:cubicBezTo>
                    <a:pt x="273" y="360"/>
                    <a:pt x="272" y="363"/>
                    <a:pt x="271" y="364"/>
                  </a:cubicBezTo>
                  <a:cubicBezTo>
                    <a:pt x="271" y="365"/>
                    <a:pt x="272" y="368"/>
                    <a:pt x="271" y="370"/>
                  </a:cubicBezTo>
                  <a:cubicBezTo>
                    <a:pt x="271" y="370"/>
                    <a:pt x="269" y="371"/>
                    <a:pt x="269" y="372"/>
                  </a:cubicBezTo>
                  <a:cubicBezTo>
                    <a:pt x="269" y="373"/>
                    <a:pt x="268" y="375"/>
                    <a:pt x="269" y="376"/>
                  </a:cubicBezTo>
                  <a:cubicBezTo>
                    <a:pt x="269" y="377"/>
                    <a:pt x="271" y="378"/>
                    <a:pt x="272" y="380"/>
                  </a:cubicBezTo>
                  <a:cubicBezTo>
                    <a:pt x="272" y="381"/>
                    <a:pt x="271" y="383"/>
                    <a:pt x="270" y="383"/>
                  </a:cubicBezTo>
                  <a:cubicBezTo>
                    <a:pt x="270" y="385"/>
                    <a:pt x="268" y="386"/>
                    <a:pt x="268" y="387"/>
                  </a:cubicBezTo>
                  <a:cubicBezTo>
                    <a:pt x="267" y="388"/>
                    <a:pt x="267" y="390"/>
                    <a:pt x="266" y="390"/>
                  </a:cubicBezTo>
                  <a:cubicBezTo>
                    <a:pt x="265" y="391"/>
                    <a:pt x="263" y="391"/>
                    <a:pt x="262" y="391"/>
                  </a:cubicBezTo>
                  <a:cubicBezTo>
                    <a:pt x="261" y="391"/>
                    <a:pt x="259" y="389"/>
                    <a:pt x="257" y="389"/>
                  </a:cubicBezTo>
                  <a:cubicBezTo>
                    <a:pt x="256" y="389"/>
                    <a:pt x="254" y="390"/>
                    <a:pt x="254" y="391"/>
                  </a:cubicBezTo>
                  <a:cubicBezTo>
                    <a:pt x="252" y="392"/>
                    <a:pt x="251" y="395"/>
                    <a:pt x="250" y="396"/>
                  </a:cubicBezTo>
                  <a:cubicBezTo>
                    <a:pt x="249" y="398"/>
                    <a:pt x="249" y="402"/>
                    <a:pt x="248" y="404"/>
                  </a:cubicBezTo>
                  <a:cubicBezTo>
                    <a:pt x="248" y="404"/>
                    <a:pt x="247" y="406"/>
                    <a:pt x="246" y="408"/>
                  </a:cubicBezTo>
                  <a:cubicBezTo>
                    <a:pt x="246" y="407"/>
                    <a:pt x="246" y="407"/>
                    <a:pt x="246" y="407"/>
                  </a:cubicBezTo>
                  <a:cubicBezTo>
                    <a:pt x="245" y="405"/>
                    <a:pt x="243" y="403"/>
                    <a:pt x="242" y="402"/>
                  </a:cubicBezTo>
                  <a:cubicBezTo>
                    <a:pt x="241" y="401"/>
                    <a:pt x="239" y="399"/>
                    <a:pt x="238" y="399"/>
                  </a:cubicBezTo>
                  <a:cubicBezTo>
                    <a:pt x="236" y="397"/>
                    <a:pt x="233" y="392"/>
                    <a:pt x="232" y="390"/>
                  </a:cubicBezTo>
                  <a:cubicBezTo>
                    <a:pt x="230" y="388"/>
                    <a:pt x="228" y="384"/>
                    <a:pt x="226" y="382"/>
                  </a:cubicBezTo>
                  <a:cubicBezTo>
                    <a:pt x="224" y="380"/>
                    <a:pt x="221" y="376"/>
                    <a:pt x="219" y="375"/>
                  </a:cubicBezTo>
                  <a:cubicBezTo>
                    <a:pt x="218" y="374"/>
                    <a:pt x="215" y="374"/>
                    <a:pt x="214" y="373"/>
                  </a:cubicBezTo>
                  <a:cubicBezTo>
                    <a:pt x="212" y="373"/>
                    <a:pt x="209" y="371"/>
                    <a:pt x="207" y="370"/>
                  </a:cubicBezTo>
                  <a:cubicBezTo>
                    <a:pt x="206" y="370"/>
                    <a:pt x="205" y="370"/>
                    <a:pt x="204" y="370"/>
                  </a:cubicBezTo>
                  <a:cubicBezTo>
                    <a:pt x="203" y="370"/>
                    <a:pt x="201" y="369"/>
                    <a:pt x="200" y="368"/>
                  </a:cubicBezTo>
                  <a:cubicBezTo>
                    <a:pt x="200" y="367"/>
                    <a:pt x="200" y="366"/>
                    <a:pt x="200" y="365"/>
                  </a:cubicBezTo>
                  <a:cubicBezTo>
                    <a:pt x="199" y="365"/>
                    <a:pt x="197" y="364"/>
                    <a:pt x="196" y="364"/>
                  </a:cubicBezTo>
                  <a:cubicBezTo>
                    <a:pt x="195" y="364"/>
                    <a:pt x="193" y="364"/>
                    <a:pt x="193" y="364"/>
                  </a:cubicBezTo>
                  <a:cubicBezTo>
                    <a:pt x="192" y="365"/>
                    <a:pt x="191" y="367"/>
                    <a:pt x="191" y="368"/>
                  </a:cubicBezTo>
                  <a:cubicBezTo>
                    <a:pt x="191" y="370"/>
                    <a:pt x="192" y="372"/>
                    <a:pt x="193" y="373"/>
                  </a:cubicBezTo>
                  <a:cubicBezTo>
                    <a:pt x="193" y="374"/>
                    <a:pt x="192" y="378"/>
                    <a:pt x="192" y="379"/>
                  </a:cubicBezTo>
                  <a:cubicBezTo>
                    <a:pt x="191" y="380"/>
                    <a:pt x="190" y="383"/>
                    <a:pt x="189" y="383"/>
                  </a:cubicBezTo>
                  <a:cubicBezTo>
                    <a:pt x="188" y="384"/>
                    <a:pt x="185" y="384"/>
                    <a:pt x="184" y="383"/>
                  </a:cubicBezTo>
                  <a:cubicBezTo>
                    <a:pt x="182" y="382"/>
                    <a:pt x="181" y="380"/>
                    <a:pt x="180" y="379"/>
                  </a:cubicBezTo>
                  <a:cubicBezTo>
                    <a:pt x="178" y="378"/>
                    <a:pt x="175" y="377"/>
                    <a:pt x="173" y="377"/>
                  </a:cubicBezTo>
                  <a:cubicBezTo>
                    <a:pt x="172" y="377"/>
                    <a:pt x="171" y="376"/>
                    <a:pt x="169" y="37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56"/>
            <p:cNvSpPr>
              <a:spLocks/>
            </p:cNvSpPr>
            <p:nvPr/>
          </p:nvSpPr>
          <p:spPr bwMode="auto">
            <a:xfrm>
              <a:off x="4010025" y="3694113"/>
              <a:ext cx="14287" cy="20638"/>
            </a:xfrm>
            <a:custGeom>
              <a:avLst/>
              <a:gdLst/>
              <a:ahLst/>
              <a:cxnLst>
                <a:cxn ang="0">
                  <a:pos x="8" y="5"/>
                </a:cxn>
                <a:cxn ang="0">
                  <a:pos x="7" y="3"/>
                </a:cxn>
                <a:cxn ang="0">
                  <a:pos x="6" y="1"/>
                </a:cxn>
                <a:cxn ang="0">
                  <a:pos x="4" y="0"/>
                </a:cxn>
                <a:cxn ang="0">
                  <a:pos x="1" y="1"/>
                </a:cxn>
                <a:cxn ang="0">
                  <a:pos x="0" y="4"/>
                </a:cxn>
                <a:cxn ang="0">
                  <a:pos x="0" y="7"/>
                </a:cxn>
                <a:cxn ang="0">
                  <a:pos x="2" y="9"/>
                </a:cxn>
                <a:cxn ang="0">
                  <a:pos x="2" y="12"/>
                </a:cxn>
                <a:cxn ang="0">
                  <a:pos x="5" y="10"/>
                </a:cxn>
                <a:cxn ang="0">
                  <a:pos x="6" y="8"/>
                </a:cxn>
                <a:cxn ang="0">
                  <a:pos x="8" y="5"/>
                </a:cxn>
              </a:cxnLst>
              <a:rect l="0" t="0" r="r" b="b"/>
              <a:pathLst>
                <a:path w="8" h="12">
                  <a:moveTo>
                    <a:pt x="8" y="5"/>
                  </a:moveTo>
                  <a:cubicBezTo>
                    <a:pt x="8" y="4"/>
                    <a:pt x="7" y="4"/>
                    <a:pt x="7" y="3"/>
                  </a:cubicBezTo>
                  <a:cubicBezTo>
                    <a:pt x="7" y="2"/>
                    <a:pt x="7" y="1"/>
                    <a:pt x="6" y="1"/>
                  </a:cubicBezTo>
                  <a:cubicBezTo>
                    <a:pt x="6" y="0"/>
                    <a:pt x="5" y="0"/>
                    <a:pt x="4" y="0"/>
                  </a:cubicBezTo>
                  <a:cubicBezTo>
                    <a:pt x="3" y="0"/>
                    <a:pt x="2" y="1"/>
                    <a:pt x="1" y="1"/>
                  </a:cubicBezTo>
                  <a:cubicBezTo>
                    <a:pt x="1" y="2"/>
                    <a:pt x="0" y="3"/>
                    <a:pt x="0" y="4"/>
                  </a:cubicBezTo>
                  <a:cubicBezTo>
                    <a:pt x="0" y="5"/>
                    <a:pt x="0" y="6"/>
                    <a:pt x="0" y="7"/>
                  </a:cubicBezTo>
                  <a:cubicBezTo>
                    <a:pt x="1" y="7"/>
                    <a:pt x="2" y="8"/>
                    <a:pt x="2" y="9"/>
                  </a:cubicBezTo>
                  <a:cubicBezTo>
                    <a:pt x="3" y="9"/>
                    <a:pt x="2" y="11"/>
                    <a:pt x="2" y="12"/>
                  </a:cubicBezTo>
                  <a:cubicBezTo>
                    <a:pt x="3" y="12"/>
                    <a:pt x="4" y="11"/>
                    <a:pt x="5" y="10"/>
                  </a:cubicBezTo>
                  <a:cubicBezTo>
                    <a:pt x="5" y="10"/>
                    <a:pt x="6" y="9"/>
                    <a:pt x="6" y="8"/>
                  </a:cubicBezTo>
                  <a:cubicBezTo>
                    <a:pt x="7" y="7"/>
                    <a:pt x="8" y="6"/>
                    <a:pt x="8"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57"/>
            <p:cNvSpPr>
              <a:spLocks/>
            </p:cNvSpPr>
            <p:nvPr/>
          </p:nvSpPr>
          <p:spPr bwMode="auto">
            <a:xfrm>
              <a:off x="3760788" y="3203575"/>
              <a:ext cx="393700" cy="620713"/>
            </a:xfrm>
            <a:custGeom>
              <a:avLst/>
              <a:gdLst/>
              <a:ahLst/>
              <a:cxnLst>
                <a:cxn ang="0">
                  <a:pos x="226" y="185"/>
                </a:cxn>
                <a:cxn ang="0">
                  <a:pos x="225" y="194"/>
                </a:cxn>
                <a:cxn ang="0">
                  <a:pos x="224" y="222"/>
                </a:cxn>
                <a:cxn ang="0">
                  <a:pos x="226" y="247"/>
                </a:cxn>
                <a:cxn ang="0">
                  <a:pos x="224" y="259"/>
                </a:cxn>
                <a:cxn ang="0">
                  <a:pos x="225" y="275"/>
                </a:cxn>
                <a:cxn ang="0">
                  <a:pos x="214" y="288"/>
                </a:cxn>
                <a:cxn ang="0">
                  <a:pos x="211" y="304"/>
                </a:cxn>
                <a:cxn ang="0">
                  <a:pos x="212" y="323"/>
                </a:cxn>
                <a:cxn ang="0">
                  <a:pos x="211" y="341"/>
                </a:cxn>
                <a:cxn ang="0">
                  <a:pos x="197" y="331"/>
                </a:cxn>
                <a:cxn ang="0">
                  <a:pos x="193" y="332"/>
                </a:cxn>
                <a:cxn ang="0">
                  <a:pos x="183" y="329"/>
                </a:cxn>
                <a:cxn ang="0">
                  <a:pos x="189" y="319"/>
                </a:cxn>
                <a:cxn ang="0">
                  <a:pos x="195" y="301"/>
                </a:cxn>
                <a:cxn ang="0">
                  <a:pos x="189" y="290"/>
                </a:cxn>
                <a:cxn ang="0">
                  <a:pos x="185" y="288"/>
                </a:cxn>
                <a:cxn ang="0">
                  <a:pos x="180" y="290"/>
                </a:cxn>
                <a:cxn ang="0">
                  <a:pos x="172" y="289"/>
                </a:cxn>
                <a:cxn ang="0">
                  <a:pos x="170" y="282"/>
                </a:cxn>
                <a:cxn ang="0">
                  <a:pos x="164" y="281"/>
                </a:cxn>
                <a:cxn ang="0">
                  <a:pos x="153" y="279"/>
                </a:cxn>
                <a:cxn ang="0">
                  <a:pos x="139" y="282"/>
                </a:cxn>
                <a:cxn ang="0">
                  <a:pos x="129" y="283"/>
                </a:cxn>
                <a:cxn ang="0">
                  <a:pos x="126" y="292"/>
                </a:cxn>
                <a:cxn ang="0">
                  <a:pos x="123" y="285"/>
                </a:cxn>
                <a:cxn ang="0">
                  <a:pos x="117" y="290"/>
                </a:cxn>
                <a:cxn ang="0">
                  <a:pos x="118" y="302"/>
                </a:cxn>
                <a:cxn ang="0">
                  <a:pos x="120" y="319"/>
                </a:cxn>
                <a:cxn ang="0">
                  <a:pos x="124" y="335"/>
                </a:cxn>
                <a:cxn ang="0">
                  <a:pos x="127" y="358"/>
                </a:cxn>
                <a:cxn ang="0">
                  <a:pos x="118" y="359"/>
                </a:cxn>
                <a:cxn ang="0">
                  <a:pos x="112" y="347"/>
                </a:cxn>
                <a:cxn ang="0">
                  <a:pos x="105" y="334"/>
                </a:cxn>
                <a:cxn ang="0">
                  <a:pos x="91" y="327"/>
                </a:cxn>
                <a:cxn ang="0">
                  <a:pos x="83" y="321"/>
                </a:cxn>
                <a:cxn ang="0">
                  <a:pos x="70" y="316"/>
                </a:cxn>
                <a:cxn ang="0">
                  <a:pos x="56" y="312"/>
                </a:cxn>
                <a:cxn ang="0">
                  <a:pos x="44" y="304"/>
                </a:cxn>
                <a:cxn ang="0">
                  <a:pos x="31" y="295"/>
                </a:cxn>
                <a:cxn ang="0">
                  <a:pos x="19" y="301"/>
                </a:cxn>
                <a:cxn ang="0">
                  <a:pos x="8" y="275"/>
                </a:cxn>
                <a:cxn ang="0">
                  <a:pos x="2" y="229"/>
                </a:cxn>
                <a:cxn ang="0">
                  <a:pos x="23" y="211"/>
                </a:cxn>
                <a:cxn ang="0">
                  <a:pos x="22" y="187"/>
                </a:cxn>
                <a:cxn ang="0">
                  <a:pos x="44" y="184"/>
                </a:cxn>
                <a:cxn ang="0">
                  <a:pos x="76" y="148"/>
                </a:cxn>
                <a:cxn ang="0">
                  <a:pos x="82" y="110"/>
                </a:cxn>
                <a:cxn ang="0">
                  <a:pos x="80" y="72"/>
                </a:cxn>
                <a:cxn ang="0">
                  <a:pos x="66" y="34"/>
                </a:cxn>
                <a:cxn ang="0">
                  <a:pos x="60" y="7"/>
                </a:cxn>
                <a:cxn ang="0">
                  <a:pos x="90" y="0"/>
                </a:cxn>
                <a:cxn ang="0">
                  <a:pos x="106" y="23"/>
                </a:cxn>
                <a:cxn ang="0">
                  <a:pos x="119" y="41"/>
                </a:cxn>
                <a:cxn ang="0">
                  <a:pos x="130" y="55"/>
                </a:cxn>
                <a:cxn ang="0">
                  <a:pos x="139" y="70"/>
                </a:cxn>
                <a:cxn ang="0">
                  <a:pos x="147" y="93"/>
                </a:cxn>
                <a:cxn ang="0">
                  <a:pos x="154" y="106"/>
                </a:cxn>
                <a:cxn ang="0">
                  <a:pos x="171" y="119"/>
                </a:cxn>
                <a:cxn ang="0">
                  <a:pos x="182" y="141"/>
                </a:cxn>
                <a:cxn ang="0">
                  <a:pos x="193" y="138"/>
                </a:cxn>
                <a:cxn ang="0">
                  <a:pos x="206" y="153"/>
                </a:cxn>
                <a:cxn ang="0">
                  <a:pos x="224" y="176"/>
                </a:cxn>
              </a:cxnLst>
              <a:rect l="0" t="0" r="r" b="b"/>
              <a:pathLst>
                <a:path w="229" h="363">
                  <a:moveTo>
                    <a:pt x="229" y="176"/>
                  </a:moveTo>
                  <a:cubicBezTo>
                    <a:pt x="229" y="177"/>
                    <a:pt x="229" y="179"/>
                    <a:pt x="228" y="180"/>
                  </a:cubicBezTo>
                  <a:cubicBezTo>
                    <a:pt x="228" y="181"/>
                    <a:pt x="228" y="183"/>
                    <a:pt x="228" y="183"/>
                  </a:cubicBezTo>
                  <a:cubicBezTo>
                    <a:pt x="227" y="184"/>
                    <a:pt x="226" y="185"/>
                    <a:pt x="226" y="185"/>
                  </a:cubicBezTo>
                  <a:cubicBezTo>
                    <a:pt x="225" y="186"/>
                    <a:pt x="223" y="185"/>
                    <a:pt x="222" y="186"/>
                  </a:cubicBezTo>
                  <a:cubicBezTo>
                    <a:pt x="221" y="187"/>
                    <a:pt x="219" y="189"/>
                    <a:pt x="219" y="190"/>
                  </a:cubicBezTo>
                  <a:cubicBezTo>
                    <a:pt x="219" y="191"/>
                    <a:pt x="220" y="194"/>
                    <a:pt x="221" y="194"/>
                  </a:cubicBezTo>
                  <a:cubicBezTo>
                    <a:pt x="222" y="195"/>
                    <a:pt x="225" y="194"/>
                    <a:pt x="225" y="194"/>
                  </a:cubicBezTo>
                  <a:cubicBezTo>
                    <a:pt x="227" y="196"/>
                    <a:pt x="225" y="200"/>
                    <a:pt x="225" y="203"/>
                  </a:cubicBezTo>
                  <a:cubicBezTo>
                    <a:pt x="225" y="204"/>
                    <a:pt x="226" y="208"/>
                    <a:pt x="226" y="210"/>
                  </a:cubicBezTo>
                  <a:cubicBezTo>
                    <a:pt x="226" y="212"/>
                    <a:pt x="225" y="215"/>
                    <a:pt x="225" y="216"/>
                  </a:cubicBezTo>
                  <a:cubicBezTo>
                    <a:pt x="224" y="218"/>
                    <a:pt x="224" y="220"/>
                    <a:pt x="224" y="222"/>
                  </a:cubicBezTo>
                  <a:cubicBezTo>
                    <a:pt x="223" y="224"/>
                    <a:pt x="224" y="227"/>
                    <a:pt x="224" y="229"/>
                  </a:cubicBezTo>
                  <a:cubicBezTo>
                    <a:pt x="224" y="231"/>
                    <a:pt x="226" y="233"/>
                    <a:pt x="226" y="234"/>
                  </a:cubicBezTo>
                  <a:cubicBezTo>
                    <a:pt x="226" y="236"/>
                    <a:pt x="226" y="239"/>
                    <a:pt x="226" y="241"/>
                  </a:cubicBezTo>
                  <a:cubicBezTo>
                    <a:pt x="226" y="242"/>
                    <a:pt x="225" y="245"/>
                    <a:pt x="226" y="247"/>
                  </a:cubicBezTo>
                  <a:cubicBezTo>
                    <a:pt x="226" y="247"/>
                    <a:pt x="228" y="248"/>
                    <a:pt x="228" y="249"/>
                  </a:cubicBezTo>
                  <a:cubicBezTo>
                    <a:pt x="228" y="250"/>
                    <a:pt x="227" y="251"/>
                    <a:pt x="227" y="252"/>
                  </a:cubicBezTo>
                  <a:cubicBezTo>
                    <a:pt x="227" y="253"/>
                    <a:pt x="228" y="255"/>
                    <a:pt x="227" y="256"/>
                  </a:cubicBezTo>
                  <a:cubicBezTo>
                    <a:pt x="227" y="257"/>
                    <a:pt x="225" y="258"/>
                    <a:pt x="224" y="259"/>
                  </a:cubicBezTo>
                  <a:cubicBezTo>
                    <a:pt x="223" y="260"/>
                    <a:pt x="222" y="262"/>
                    <a:pt x="222" y="263"/>
                  </a:cubicBezTo>
                  <a:cubicBezTo>
                    <a:pt x="222" y="264"/>
                    <a:pt x="223" y="266"/>
                    <a:pt x="223" y="267"/>
                  </a:cubicBezTo>
                  <a:cubicBezTo>
                    <a:pt x="223" y="268"/>
                    <a:pt x="225" y="270"/>
                    <a:pt x="225" y="271"/>
                  </a:cubicBezTo>
                  <a:cubicBezTo>
                    <a:pt x="225" y="272"/>
                    <a:pt x="225" y="274"/>
                    <a:pt x="225" y="275"/>
                  </a:cubicBezTo>
                  <a:cubicBezTo>
                    <a:pt x="224" y="276"/>
                    <a:pt x="222" y="277"/>
                    <a:pt x="221" y="277"/>
                  </a:cubicBezTo>
                  <a:cubicBezTo>
                    <a:pt x="220" y="278"/>
                    <a:pt x="219" y="282"/>
                    <a:pt x="218" y="283"/>
                  </a:cubicBezTo>
                  <a:cubicBezTo>
                    <a:pt x="217" y="284"/>
                    <a:pt x="215" y="284"/>
                    <a:pt x="215" y="285"/>
                  </a:cubicBezTo>
                  <a:cubicBezTo>
                    <a:pt x="214" y="286"/>
                    <a:pt x="214" y="287"/>
                    <a:pt x="214" y="288"/>
                  </a:cubicBezTo>
                  <a:cubicBezTo>
                    <a:pt x="213" y="289"/>
                    <a:pt x="214" y="291"/>
                    <a:pt x="214" y="292"/>
                  </a:cubicBezTo>
                  <a:cubicBezTo>
                    <a:pt x="213" y="293"/>
                    <a:pt x="212" y="294"/>
                    <a:pt x="212" y="295"/>
                  </a:cubicBezTo>
                  <a:cubicBezTo>
                    <a:pt x="211" y="296"/>
                    <a:pt x="212" y="299"/>
                    <a:pt x="212" y="300"/>
                  </a:cubicBezTo>
                  <a:cubicBezTo>
                    <a:pt x="212" y="301"/>
                    <a:pt x="212" y="303"/>
                    <a:pt x="211" y="304"/>
                  </a:cubicBezTo>
                  <a:cubicBezTo>
                    <a:pt x="211" y="304"/>
                    <a:pt x="210" y="305"/>
                    <a:pt x="209" y="306"/>
                  </a:cubicBezTo>
                  <a:cubicBezTo>
                    <a:pt x="209" y="308"/>
                    <a:pt x="208" y="312"/>
                    <a:pt x="209" y="314"/>
                  </a:cubicBezTo>
                  <a:cubicBezTo>
                    <a:pt x="209" y="315"/>
                    <a:pt x="209" y="319"/>
                    <a:pt x="210" y="320"/>
                  </a:cubicBezTo>
                  <a:cubicBezTo>
                    <a:pt x="210" y="321"/>
                    <a:pt x="212" y="322"/>
                    <a:pt x="212" y="323"/>
                  </a:cubicBezTo>
                  <a:cubicBezTo>
                    <a:pt x="213" y="325"/>
                    <a:pt x="214" y="329"/>
                    <a:pt x="214" y="332"/>
                  </a:cubicBezTo>
                  <a:cubicBezTo>
                    <a:pt x="214" y="333"/>
                    <a:pt x="214" y="336"/>
                    <a:pt x="214" y="337"/>
                  </a:cubicBezTo>
                  <a:cubicBezTo>
                    <a:pt x="213" y="338"/>
                    <a:pt x="213" y="340"/>
                    <a:pt x="212" y="341"/>
                  </a:cubicBezTo>
                  <a:cubicBezTo>
                    <a:pt x="212" y="341"/>
                    <a:pt x="212" y="341"/>
                    <a:pt x="211" y="341"/>
                  </a:cubicBezTo>
                  <a:cubicBezTo>
                    <a:pt x="211" y="340"/>
                    <a:pt x="209" y="338"/>
                    <a:pt x="208" y="337"/>
                  </a:cubicBezTo>
                  <a:cubicBezTo>
                    <a:pt x="207" y="336"/>
                    <a:pt x="204" y="335"/>
                    <a:pt x="202" y="334"/>
                  </a:cubicBezTo>
                  <a:cubicBezTo>
                    <a:pt x="201" y="334"/>
                    <a:pt x="200" y="334"/>
                    <a:pt x="198" y="334"/>
                  </a:cubicBezTo>
                  <a:cubicBezTo>
                    <a:pt x="198" y="333"/>
                    <a:pt x="198" y="332"/>
                    <a:pt x="197" y="331"/>
                  </a:cubicBezTo>
                  <a:cubicBezTo>
                    <a:pt x="197" y="330"/>
                    <a:pt x="197" y="328"/>
                    <a:pt x="196" y="327"/>
                  </a:cubicBezTo>
                  <a:cubicBezTo>
                    <a:pt x="196" y="327"/>
                    <a:pt x="194" y="326"/>
                    <a:pt x="194" y="326"/>
                  </a:cubicBezTo>
                  <a:cubicBezTo>
                    <a:pt x="193" y="327"/>
                    <a:pt x="192" y="328"/>
                    <a:pt x="192" y="329"/>
                  </a:cubicBezTo>
                  <a:cubicBezTo>
                    <a:pt x="192" y="330"/>
                    <a:pt x="193" y="331"/>
                    <a:pt x="193" y="332"/>
                  </a:cubicBezTo>
                  <a:cubicBezTo>
                    <a:pt x="193" y="333"/>
                    <a:pt x="192" y="333"/>
                    <a:pt x="191" y="333"/>
                  </a:cubicBezTo>
                  <a:cubicBezTo>
                    <a:pt x="190" y="334"/>
                    <a:pt x="188" y="334"/>
                    <a:pt x="187" y="334"/>
                  </a:cubicBezTo>
                  <a:cubicBezTo>
                    <a:pt x="186" y="334"/>
                    <a:pt x="185" y="333"/>
                    <a:pt x="184" y="332"/>
                  </a:cubicBezTo>
                  <a:cubicBezTo>
                    <a:pt x="184" y="332"/>
                    <a:pt x="183" y="330"/>
                    <a:pt x="183" y="329"/>
                  </a:cubicBezTo>
                  <a:cubicBezTo>
                    <a:pt x="183" y="328"/>
                    <a:pt x="183" y="327"/>
                    <a:pt x="184" y="326"/>
                  </a:cubicBezTo>
                  <a:cubicBezTo>
                    <a:pt x="184" y="325"/>
                    <a:pt x="186" y="324"/>
                    <a:pt x="186" y="323"/>
                  </a:cubicBezTo>
                  <a:cubicBezTo>
                    <a:pt x="186" y="322"/>
                    <a:pt x="187" y="321"/>
                    <a:pt x="187" y="321"/>
                  </a:cubicBezTo>
                  <a:cubicBezTo>
                    <a:pt x="187" y="320"/>
                    <a:pt x="188" y="319"/>
                    <a:pt x="189" y="319"/>
                  </a:cubicBezTo>
                  <a:cubicBezTo>
                    <a:pt x="189" y="318"/>
                    <a:pt x="190" y="316"/>
                    <a:pt x="190" y="315"/>
                  </a:cubicBezTo>
                  <a:cubicBezTo>
                    <a:pt x="191" y="314"/>
                    <a:pt x="192" y="311"/>
                    <a:pt x="193" y="309"/>
                  </a:cubicBezTo>
                  <a:cubicBezTo>
                    <a:pt x="193" y="308"/>
                    <a:pt x="193" y="306"/>
                    <a:pt x="193" y="305"/>
                  </a:cubicBezTo>
                  <a:cubicBezTo>
                    <a:pt x="194" y="304"/>
                    <a:pt x="195" y="302"/>
                    <a:pt x="195" y="301"/>
                  </a:cubicBezTo>
                  <a:cubicBezTo>
                    <a:pt x="195" y="300"/>
                    <a:pt x="195" y="297"/>
                    <a:pt x="195" y="296"/>
                  </a:cubicBezTo>
                  <a:cubicBezTo>
                    <a:pt x="195" y="295"/>
                    <a:pt x="195" y="293"/>
                    <a:pt x="195" y="293"/>
                  </a:cubicBezTo>
                  <a:cubicBezTo>
                    <a:pt x="195" y="292"/>
                    <a:pt x="193" y="292"/>
                    <a:pt x="193" y="292"/>
                  </a:cubicBezTo>
                  <a:cubicBezTo>
                    <a:pt x="192" y="292"/>
                    <a:pt x="190" y="291"/>
                    <a:pt x="189" y="290"/>
                  </a:cubicBezTo>
                  <a:cubicBezTo>
                    <a:pt x="189" y="290"/>
                    <a:pt x="189" y="288"/>
                    <a:pt x="189" y="288"/>
                  </a:cubicBezTo>
                  <a:cubicBezTo>
                    <a:pt x="189" y="287"/>
                    <a:pt x="188" y="287"/>
                    <a:pt x="188" y="286"/>
                  </a:cubicBezTo>
                  <a:cubicBezTo>
                    <a:pt x="188" y="286"/>
                    <a:pt x="187" y="285"/>
                    <a:pt x="186" y="286"/>
                  </a:cubicBezTo>
                  <a:cubicBezTo>
                    <a:pt x="186" y="286"/>
                    <a:pt x="185" y="287"/>
                    <a:pt x="185" y="288"/>
                  </a:cubicBezTo>
                  <a:cubicBezTo>
                    <a:pt x="185" y="288"/>
                    <a:pt x="186" y="289"/>
                    <a:pt x="186" y="290"/>
                  </a:cubicBezTo>
                  <a:cubicBezTo>
                    <a:pt x="186" y="290"/>
                    <a:pt x="186" y="291"/>
                    <a:pt x="185" y="292"/>
                  </a:cubicBezTo>
                  <a:cubicBezTo>
                    <a:pt x="184" y="292"/>
                    <a:pt x="182" y="292"/>
                    <a:pt x="182" y="292"/>
                  </a:cubicBezTo>
                  <a:cubicBezTo>
                    <a:pt x="181" y="292"/>
                    <a:pt x="181" y="290"/>
                    <a:pt x="180" y="290"/>
                  </a:cubicBezTo>
                  <a:cubicBezTo>
                    <a:pt x="180" y="289"/>
                    <a:pt x="178" y="287"/>
                    <a:pt x="178" y="287"/>
                  </a:cubicBezTo>
                  <a:cubicBezTo>
                    <a:pt x="177" y="286"/>
                    <a:pt x="175" y="286"/>
                    <a:pt x="175" y="286"/>
                  </a:cubicBezTo>
                  <a:cubicBezTo>
                    <a:pt x="174" y="286"/>
                    <a:pt x="173" y="286"/>
                    <a:pt x="173" y="287"/>
                  </a:cubicBezTo>
                  <a:cubicBezTo>
                    <a:pt x="172" y="287"/>
                    <a:pt x="172" y="289"/>
                    <a:pt x="172" y="289"/>
                  </a:cubicBezTo>
                  <a:cubicBezTo>
                    <a:pt x="171" y="290"/>
                    <a:pt x="169" y="289"/>
                    <a:pt x="168" y="289"/>
                  </a:cubicBezTo>
                  <a:cubicBezTo>
                    <a:pt x="168" y="288"/>
                    <a:pt x="168" y="286"/>
                    <a:pt x="168" y="286"/>
                  </a:cubicBezTo>
                  <a:cubicBezTo>
                    <a:pt x="168" y="285"/>
                    <a:pt x="169" y="284"/>
                    <a:pt x="169" y="283"/>
                  </a:cubicBezTo>
                  <a:cubicBezTo>
                    <a:pt x="169" y="283"/>
                    <a:pt x="170" y="282"/>
                    <a:pt x="170" y="282"/>
                  </a:cubicBezTo>
                  <a:cubicBezTo>
                    <a:pt x="171" y="282"/>
                    <a:pt x="171" y="281"/>
                    <a:pt x="172" y="281"/>
                  </a:cubicBezTo>
                  <a:cubicBezTo>
                    <a:pt x="172" y="280"/>
                    <a:pt x="171" y="279"/>
                    <a:pt x="171" y="279"/>
                  </a:cubicBezTo>
                  <a:cubicBezTo>
                    <a:pt x="170" y="279"/>
                    <a:pt x="168" y="279"/>
                    <a:pt x="167" y="279"/>
                  </a:cubicBezTo>
                  <a:cubicBezTo>
                    <a:pt x="166" y="280"/>
                    <a:pt x="165" y="281"/>
                    <a:pt x="164" y="281"/>
                  </a:cubicBezTo>
                  <a:cubicBezTo>
                    <a:pt x="164" y="281"/>
                    <a:pt x="163" y="279"/>
                    <a:pt x="163" y="279"/>
                  </a:cubicBezTo>
                  <a:cubicBezTo>
                    <a:pt x="163" y="278"/>
                    <a:pt x="163" y="277"/>
                    <a:pt x="163" y="277"/>
                  </a:cubicBezTo>
                  <a:cubicBezTo>
                    <a:pt x="162" y="276"/>
                    <a:pt x="158" y="277"/>
                    <a:pt x="157" y="277"/>
                  </a:cubicBezTo>
                  <a:cubicBezTo>
                    <a:pt x="156" y="278"/>
                    <a:pt x="154" y="278"/>
                    <a:pt x="153" y="279"/>
                  </a:cubicBezTo>
                  <a:cubicBezTo>
                    <a:pt x="153" y="279"/>
                    <a:pt x="151" y="281"/>
                    <a:pt x="150" y="281"/>
                  </a:cubicBezTo>
                  <a:cubicBezTo>
                    <a:pt x="149" y="282"/>
                    <a:pt x="147" y="282"/>
                    <a:pt x="146" y="282"/>
                  </a:cubicBezTo>
                  <a:cubicBezTo>
                    <a:pt x="145" y="282"/>
                    <a:pt x="144" y="281"/>
                    <a:pt x="143" y="281"/>
                  </a:cubicBezTo>
                  <a:cubicBezTo>
                    <a:pt x="142" y="281"/>
                    <a:pt x="140" y="282"/>
                    <a:pt x="139" y="282"/>
                  </a:cubicBezTo>
                  <a:cubicBezTo>
                    <a:pt x="138" y="282"/>
                    <a:pt x="136" y="282"/>
                    <a:pt x="136" y="283"/>
                  </a:cubicBezTo>
                  <a:cubicBezTo>
                    <a:pt x="135" y="283"/>
                    <a:pt x="134" y="284"/>
                    <a:pt x="134" y="284"/>
                  </a:cubicBezTo>
                  <a:cubicBezTo>
                    <a:pt x="133" y="284"/>
                    <a:pt x="131" y="282"/>
                    <a:pt x="130" y="282"/>
                  </a:cubicBezTo>
                  <a:cubicBezTo>
                    <a:pt x="130" y="282"/>
                    <a:pt x="129" y="283"/>
                    <a:pt x="129" y="283"/>
                  </a:cubicBezTo>
                  <a:cubicBezTo>
                    <a:pt x="128" y="284"/>
                    <a:pt x="128" y="285"/>
                    <a:pt x="128" y="286"/>
                  </a:cubicBezTo>
                  <a:cubicBezTo>
                    <a:pt x="128" y="287"/>
                    <a:pt x="129" y="288"/>
                    <a:pt x="129" y="288"/>
                  </a:cubicBezTo>
                  <a:cubicBezTo>
                    <a:pt x="129" y="289"/>
                    <a:pt x="129" y="290"/>
                    <a:pt x="129" y="291"/>
                  </a:cubicBezTo>
                  <a:cubicBezTo>
                    <a:pt x="128" y="291"/>
                    <a:pt x="127" y="292"/>
                    <a:pt x="126" y="292"/>
                  </a:cubicBezTo>
                  <a:cubicBezTo>
                    <a:pt x="125" y="292"/>
                    <a:pt x="124" y="292"/>
                    <a:pt x="123" y="292"/>
                  </a:cubicBezTo>
                  <a:cubicBezTo>
                    <a:pt x="123" y="292"/>
                    <a:pt x="122" y="290"/>
                    <a:pt x="122" y="290"/>
                  </a:cubicBezTo>
                  <a:cubicBezTo>
                    <a:pt x="122" y="289"/>
                    <a:pt x="123" y="288"/>
                    <a:pt x="123" y="288"/>
                  </a:cubicBezTo>
                  <a:cubicBezTo>
                    <a:pt x="123" y="287"/>
                    <a:pt x="123" y="286"/>
                    <a:pt x="123" y="285"/>
                  </a:cubicBezTo>
                  <a:cubicBezTo>
                    <a:pt x="123" y="285"/>
                    <a:pt x="122" y="284"/>
                    <a:pt x="121" y="284"/>
                  </a:cubicBezTo>
                  <a:cubicBezTo>
                    <a:pt x="121" y="284"/>
                    <a:pt x="120" y="284"/>
                    <a:pt x="120" y="284"/>
                  </a:cubicBezTo>
                  <a:cubicBezTo>
                    <a:pt x="119" y="284"/>
                    <a:pt x="118" y="286"/>
                    <a:pt x="118" y="286"/>
                  </a:cubicBezTo>
                  <a:cubicBezTo>
                    <a:pt x="117" y="287"/>
                    <a:pt x="117" y="289"/>
                    <a:pt x="117" y="290"/>
                  </a:cubicBezTo>
                  <a:cubicBezTo>
                    <a:pt x="117" y="291"/>
                    <a:pt x="118" y="293"/>
                    <a:pt x="117" y="294"/>
                  </a:cubicBezTo>
                  <a:cubicBezTo>
                    <a:pt x="117" y="295"/>
                    <a:pt x="115" y="296"/>
                    <a:pt x="116" y="297"/>
                  </a:cubicBezTo>
                  <a:cubicBezTo>
                    <a:pt x="116" y="298"/>
                    <a:pt x="117" y="298"/>
                    <a:pt x="117" y="299"/>
                  </a:cubicBezTo>
                  <a:cubicBezTo>
                    <a:pt x="118" y="300"/>
                    <a:pt x="118" y="301"/>
                    <a:pt x="118" y="302"/>
                  </a:cubicBezTo>
                  <a:cubicBezTo>
                    <a:pt x="118" y="303"/>
                    <a:pt x="117" y="305"/>
                    <a:pt x="117" y="306"/>
                  </a:cubicBezTo>
                  <a:cubicBezTo>
                    <a:pt x="117" y="307"/>
                    <a:pt x="117" y="310"/>
                    <a:pt x="117" y="312"/>
                  </a:cubicBezTo>
                  <a:cubicBezTo>
                    <a:pt x="117" y="313"/>
                    <a:pt x="118" y="315"/>
                    <a:pt x="119" y="316"/>
                  </a:cubicBezTo>
                  <a:cubicBezTo>
                    <a:pt x="119" y="317"/>
                    <a:pt x="120" y="318"/>
                    <a:pt x="120" y="319"/>
                  </a:cubicBezTo>
                  <a:cubicBezTo>
                    <a:pt x="121" y="320"/>
                    <a:pt x="120" y="323"/>
                    <a:pt x="121" y="324"/>
                  </a:cubicBezTo>
                  <a:cubicBezTo>
                    <a:pt x="121" y="324"/>
                    <a:pt x="122" y="325"/>
                    <a:pt x="122" y="326"/>
                  </a:cubicBezTo>
                  <a:cubicBezTo>
                    <a:pt x="123" y="327"/>
                    <a:pt x="123" y="330"/>
                    <a:pt x="123" y="331"/>
                  </a:cubicBezTo>
                  <a:cubicBezTo>
                    <a:pt x="123" y="332"/>
                    <a:pt x="124" y="334"/>
                    <a:pt x="124" y="335"/>
                  </a:cubicBezTo>
                  <a:cubicBezTo>
                    <a:pt x="124" y="337"/>
                    <a:pt x="125" y="340"/>
                    <a:pt x="125" y="341"/>
                  </a:cubicBezTo>
                  <a:cubicBezTo>
                    <a:pt x="126" y="344"/>
                    <a:pt x="124" y="348"/>
                    <a:pt x="125" y="350"/>
                  </a:cubicBezTo>
                  <a:cubicBezTo>
                    <a:pt x="125" y="351"/>
                    <a:pt x="127" y="352"/>
                    <a:pt x="127" y="352"/>
                  </a:cubicBezTo>
                  <a:cubicBezTo>
                    <a:pt x="128" y="353"/>
                    <a:pt x="128" y="356"/>
                    <a:pt x="127" y="358"/>
                  </a:cubicBezTo>
                  <a:cubicBezTo>
                    <a:pt x="127" y="359"/>
                    <a:pt x="127" y="360"/>
                    <a:pt x="126" y="361"/>
                  </a:cubicBezTo>
                  <a:cubicBezTo>
                    <a:pt x="125" y="362"/>
                    <a:pt x="123" y="363"/>
                    <a:pt x="122" y="362"/>
                  </a:cubicBezTo>
                  <a:cubicBezTo>
                    <a:pt x="122" y="362"/>
                    <a:pt x="121" y="360"/>
                    <a:pt x="121" y="360"/>
                  </a:cubicBezTo>
                  <a:cubicBezTo>
                    <a:pt x="120" y="360"/>
                    <a:pt x="119" y="360"/>
                    <a:pt x="118" y="359"/>
                  </a:cubicBezTo>
                  <a:cubicBezTo>
                    <a:pt x="117" y="359"/>
                    <a:pt x="115" y="357"/>
                    <a:pt x="115" y="356"/>
                  </a:cubicBezTo>
                  <a:cubicBezTo>
                    <a:pt x="114" y="356"/>
                    <a:pt x="114" y="353"/>
                    <a:pt x="113" y="352"/>
                  </a:cubicBezTo>
                  <a:cubicBezTo>
                    <a:pt x="113" y="352"/>
                    <a:pt x="112" y="350"/>
                    <a:pt x="112" y="349"/>
                  </a:cubicBezTo>
                  <a:cubicBezTo>
                    <a:pt x="112" y="349"/>
                    <a:pt x="112" y="348"/>
                    <a:pt x="112" y="347"/>
                  </a:cubicBezTo>
                  <a:cubicBezTo>
                    <a:pt x="112" y="346"/>
                    <a:pt x="111" y="345"/>
                    <a:pt x="111" y="344"/>
                  </a:cubicBezTo>
                  <a:cubicBezTo>
                    <a:pt x="110" y="343"/>
                    <a:pt x="111" y="341"/>
                    <a:pt x="111" y="340"/>
                  </a:cubicBezTo>
                  <a:cubicBezTo>
                    <a:pt x="110" y="339"/>
                    <a:pt x="109" y="337"/>
                    <a:pt x="108" y="336"/>
                  </a:cubicBezTo>
                  <a:cubicBezTo>
                    <a:pt x="108" y="335"/>
                    <a:pt x="106" y="334"/>
                    <a:pt x="105" y="334"/>
                  </a:cubicBezTo>
                  <a:cubicBezTo>
                    <a:pt x="104" y="334"/>
                    <a:pt x="101" y="334"/>
                    <a:pt x="100" y="333"/>
                  </a:cubicBezTo>
                  <a:cubicBezTo>
                    <a:pt x="99" y="333"/>
                    <a:pt x="98" y="331"/>
                    <a:pt x="97" y="330"/>
                  </a:cubicBezTo>
                  <a:cubicBezTo>
                    <a:pt x="97" y="329"/>
                    <a:pt x="97" y="326"/>
                    <a:pt x="96" y="326"/>
                  </a:cubicBezTo>
                  <a:cubicBezTo>
                    <a:pt x="95" y="325"/>
                    <a:pt x="92" y="326"/>
                    <a:pt x="91" y="327"/>
                  </a:cubicBezTo>
                  <a:cubicBezTo>
                    <a:pt x="89" y="327"/>
                    <a:pt x="87" y="328"/>
                    <a:pt x="86" y="329"/>
                  </a:cubicBezTo>
                  <a:cubicBezTo>
                    <a:pt x="86" y="329"/>
                    <a:pt x="85" y="329"/>
                    <a:pt x="85" y="330"/>
                  </a:cubicBezTo>
                  <a:cubicBezTo>
                    <a:pt x="85" y="329"/>
                    <a:pt x="84" y="328"/>
                    <a:pt x="84" y="327"/>
                  </a:cubicBezTo>
                  <a:cubicBezTo>
                    <a:pt x="84" y="326"/>
                    <a:pt x="84" y="322"/>
                    <a:pt x="83" y="321"/>
                  </a:cubicBezTo>
                  <a:cubicBezTo>
                    <a:pt x="83" y="319"/>
                    <a:pt x="81" y="315"/>
                    <a:pt x="80" y="314"/>
                  </a:cubicBezTo>
                  <a:cubicBezTo>
                    <a:pt x="79" y="313"/>
                    <a:pt x="76" y="311"/>
                    <a:pt x="74" y="311"/>
                  </a:cubicBezTo>
                  <a:cubicBezTo>
                    <a:pt x="74" y="311"/>
                    <a:pt x="72" y="311"/>
                    <a:pt x="72" y="312"/>
                  </a:cubicBezTo>
                  <a:cubicBezTo>
                    <a:pt x="71" y="313"/>
                    <a:pt x="71" y="315"/>
                    <a:pt x="70" y="316"/>
                  </a:cubicBezTo>
                  <a:cubicBezTo>
                    <a:pt x="69" y="317"/>
                    <a:pt x="66" y="318"/>
                    <a:pt x="64" y="317"/>
                  </a:cubicBezTo>
                  <a:cubicBezTo>
                    <a:pt x="64" y="316"/>
                    <a:pt x="64" y="314"/>
                    <a:pt x="63" y="314"/>
                  </a:cubicBezTo>
                  <a:cubicBezTo>
                    <a:pt x="63" y="313"/>
                    <a:pt x="62" y="314"/>
                    <a:pt x="61" y="314"/>
                  </a:cubicBezTo>
                  <a:cubicBezTo>
                    <a:pt x="60" y="314"/>
                    <a:pt x="57" y="313"/>
                    <a:pt x="56" y="312"/>
                  </a:cubicBezTo>
                  <a:cubicBezTo>
                    <a:pt x="55" y="312"/>
                    <a:pt x="55" y="309"/>
                    <a:pt x="54" y="309"/>
                  </a:cubicBezTo>
                  <a:cubicBezTo>
                    <a:pt x="54" y="308"/>
                    <a:pt x="52" y="307"/>
                    <a:pt x="51" y="307"/>
                  </a:cubicBezTo>
                  <a:cubicBezTo>
                    <a:pt x="50" y="307"/>
                    <a:pt x="47" y="307"/>
                    <a:pt x="46" y="307"/>
                  </a:cubicBezTo>
                  <a:cubicBezTo>
                    <a:pt x="45" y="306"/>
                    <a:pt x="45" y="305"/>
                    <a:pt x="44" y="304"/>
                  </a:cubicBezTo>
                  <a:cubicBezTo>
                    <a:pt x="44" y="303"/>
                    <a:pt x="43" y="301"/>
                    <a:pt x="42" y="300"/>
                  </a:cubicBezTo>
                  <a:cubicBezTo>
                    <a:pt x="41" y="299"/>
                    <a:pt x="40" y="297"/>
                    <a:pt x="39" y="296"/>
                  </a:cubicBezTo>
                  <a:cubicBezTo>
                    <a:pt x="38" y="296"/>
                    <a:pt x="36" y="295"/>
                    <a:pt x="35" y="295"/>
                  </a:cubicBezTo>
                  <a:cubicBezTo>
                    <a:pt x="34" y="295"/>
                    <a:pt x="32" y="295"/>
                    <a:pt x="31" y="295"/>
                  </a:cubicBezTo>
                  <a:cubicBezTo>
                    <a:pt x="30" y="295"/>
                    <a:pt x="28" y="297"/>
                    <a:pt x="28" y="297"/>
                  </a:cubicBezTo>
                  <a:cubicBezTo>
                    <a:pt x="27" y="298"/>
                    <a:pt x="28" y="301"/>
                    <a:pt x="27" y="302"/>
                  </a:cubicBezTo>
                  <a:cubicBezTo>
                    <a:pt x="26" y="303"/>
                    <a:pt x="23" y="304"/>
                    <a:pt x="22" y="304"/>
                  </a:cubicBezTo>
                  <a:cubicBezTo>
                    <a:pt x="21" y="304"/>
                    <a:pt x="20" y="301"/>
                    <a:pt x="19" y="301"/>
                  </a:cubicBezTo>
                  <a:cubicBezTo>
                    <a:pt x="18" y="300"/>
                    <a:pt x="15" y="297"/>
                    <a:pt x="14" y="297"/>
                  </a:cubicBezTo>
                  <a:cubicBezTo>
                    <a:pt x="13" y="297"/>
                    <a:pt x="11" y="297"/>
                    <a:pt x="9" y="297"/>
                  </a:cubicBezTo>
                  <a:cubicBezTo>
                    <a:pt x="10" y="294"/>
                    <a:pt x="9" y="288"/>
                    <a:pt x="9" y="285"/>
                  </a:cubicBezTo>
                  <a:cubicBezTo>
                    <a:pt x="9" y="283"/>
                    <a:pt x="8" y="278"/>
                    <a:pt x="8" y="275"/>
                  </a:cubicBezTo>
                  <a:cubicBezTo>
                    <a:pt x="7" y="272"/>
                    <a:pt x="7" y="266"/>
                    <a:pt x="6" y="263"/>
                  </a:cubicBezTo>
                  <a:cubicBezTo>
                    <a:pt x="5" y="259"/>
                    <a:pt x="3" y="252"/>
                    <a:pt x="2" y="249"/>
                  </a:cubicBezTo>
                  <a:cubicBezTo>
                    <a:pt x="1" y="247"/>
                    <a:pt x="0" y="242"/>
                    <a:pt x="0" y="239"/>
                  </a:cubicBezTo>
                  <a:cubicBezTo>
                    <a:pt x="0" y="237"/>
                    <a:pt x="1" y="232"/>
                    <a:pt x="2" y="229"/>
                  </a:cubicBezTo>
                  <a:cubicBezTo>
                    <a:pt x="3" y="228"/>
                    <a:pt x="6" y="226"/>
                    <a:pt x="7" y="225"/>
                  </a:cubicBezTo>
                  <a:cubicBezTo>
                    <a:pt x="9" y="224"/>
                    <a:pt x="12" y="224"/>
                    <a:pt x="14" y="223"/>
                  </a:cubicBezTo>
                  <a:cubicBezTo>
                    <a:pt x="15" y="222"/>
                    <a:pt x="19" y="220"/>
                    <a:pt x="20" y="219"/>
                  </a:cubicBezTo>
                  <a:cubicBezTo>
                    <a:pt x="21" y="217"/>
                    <a:pt x="22" y="213"/>
                    <a:pt x="23" y="211"/>
                  </a:cubicBezTo>
                  <a:cubicBezTo>
                    <a:pt x="23" y="209"/>
                    <a:pt x="23" y="206"/>
                    <a:pt x="23" y="204"/>
                  </a:cubicBezTo>
                  <a:cubicBezTo>
                    <a:pt x="23" y="202"/>
                    <a:pt x="24" y="199"/>
                    <a:pt x="23" y="197"/>
                  </a:cubicBezTo>
                  <a:cubicBezTo>
                    <a:pt x="23" y="195"/>
                    <a:pt x="19" y="193"/>
                    <a:pt x="19" y="191"/>
                  </a:cubicBezTo>
                  <a:cubicBezTo>
                    <a:pt x="19" y="190"/>
                    <a:pt x="21" y="188"/>
                    <a:pt x="22" y="187"/>
                  </a:cubicBezTo>
                  <a:cubicBezTo>
                    <a:pt x="22" y="186"/>
                    <a:pt x="23" y="183"/>
                    <a:pt x="24" y="182"/>
                  </a:cubicBezTo>
                  <a:cubicBezTo>
                    <a:pt x="26" y="182"/>
                    <a:pt x="30" y="182"/>
                    <a:pt x="32" y="182"/>
                  </a:cubicBezTo>
                  <a:cubicBezTo>
                    <a:pt x="34" y="183"/>
                    <a:pt x="36" y="186"/>
                    <a:pt x="38" y="187"/>
                  </a:cubicBezTo>
                  <a:cubicBezTo>
                    <a:pt x="40" y="187"/>
                    <a:pt x="43" y="184"/>
                    <a:pt x="44" y="184"/>
                  </a:cubicBezTo>
                  <a:cubicBezTo>
                    <a:pt x="46" y="183"/>
                    <a:pt x="49" y="181"/>
                    <a:pt x="50" y="180"/>
                  </a:cubicBezTo>
                  <a:cubicBezTo>
                    <a:pt x="53" y="177"/>
                    <a:pt x="58" y="171"/>
                    <a:pt x="60" y="168"/>
                  </a:cubicBezTo>
                  <a:cubicBezTo>
                    <a:pt x="63" y="166"/>
                    <a:pt x="69" y="162"/>
                    <a:pt x="71" y="159"/>
                  </a:cubicBezTo>
                  <a:cubicBezTo>
                    <a:pt x="72" y="156"/>
                    <a:pt x="76" y="151"/>
                    <a:pt x="76" y="148"/>
                  </a:cubicBezTo>
                  <a:cubicBezTo>
                    <a:pt x="76" y="146"/>
                    <a:pt x="73" y="142"/>
                    <a:pt x="73" y="140"/>
                  </a:cubicBezTo>
                  <a:cubicBezTo>
                    <a:pt x="72" y="136"/>
                    <a:pt x="72" y="130"/>
                    <a:pt x="73" y="126"/>
                  </a:cubicBezTo>
                  <a:cubicBezTo>
                    <a:pt x="73" y="124"/>
                    <a:pt x="76" y="119"/>
                    <a:pt x="78" y="117"/>
                  </a:cubicBezTo>
                  <a:cubicBezTo>
                    <a:pt x="79" y="115"/>
                    <a:pt x="82" y="112"/>
                    <a:pt x="82" y="110"/>
                  </a:cubicBezTo>
                  <a:cubicBezTo>
                    <a:pt x="84" y="107"/>
                    <a:pt x="86" y="100"/>
                    <a:pt x="86" y="97"/>
                  </a:cubicBezTo>
                  <a:cubicBezTo>
                    <a:pt x="87" y="95"/>
                    <a:pt x="86" y="89"/>
                    <a:pt x="86" y="87"/>
                  </a:cubicBezTo>
                  <a:cubicBezTo>
                    <a:pt x="85" y="86"/>
                    <a:pt x="82" y="84"/>
                    <a:pt x="82" y="82"/>
                  </a:cubicBezTo>
                  <a:cubicBezTo>
                    <a:pt x="81" y="80"/>
                    <a:pt x="81" y="75"/>
                    <a:pt x="80" y="72"/>
                  </a:cubicBezTo>
                  <a:cubicBezTo>
                    <a:pt x="79" y="70"/>
                    <a:pt x="78" y="64"/>
                    <a:pt x="76" y="62"/>
                  </a:cubicBezTo>
                  <a:cubicBezTo>
                    <a:pt x="75" y="60"/>
                    <a:pt x="72" y="58"/>
                    <a:pt x="70" y="56"/>
                  </a:cubicBezTo>
                  <a:cubicBezTo>
                    <a:pt x="69" y="53"/>
                    <a:pt x="69" y="48"/>
                    <a:pt x="68" y="46"/>
                  </a:cubicBezTo>
                  <a:cubicBezTo>
                    <a:pt x="68" y="43"/>
                    <a:pt x="67" y="37"/>
                    <a:pt x="66" y="34"/>
                  </a:cubicBezTo>
                  <a:cubicBezTo>
                    <a:pt x="66" y="32"/>
                    <a:pt x="64" y="29"/>
                    <a:pt x="64" y="28"/>
                  </a:cubicBezTo>
                  <a:cubicBezTo>
                    <a:pt x="63" y="26"/>
                    <a:pt x="62" y="23"/>
                    <a:pt x="62" y="21"/>
                  </a:cubicBezTo>
                  <a:cubicBezTo>
                    <a:pt x="61" y="19"/>
                    <a:pt x="59" y="15"/>
                    <a:pt x="59" y="13"/>
                  </a:cubicBezTo>
                  <a:cubicBezTo>
                    <a:pt x="59" y="11"/>
                    <a:pt x="60" y="8"/>
                    <a:pt x="60" y="7"/>
                  </a:cubicBezTo>
                  <a:cubicBezTo>
                    <a:pt x="61" y="5"/>
                    <a:pt x="63" y="2"/>
                    <a:pt x="65" y="1"/>
                  </a:cubicBezTo>
                  <a:cubicBezTo>
                    <a:pt x="67" y="0"/>
                    <a:pt x="73" y="0"/>
                    <a:pt x="75" y="0"/>
                  </a:cubicBezTo>
                  <a:cubicBezTo>
                    <a:pt x="78" y="0"/>
                    <a:pt x="83" y="0"/>
                    <a:pt x="86" y="0"/>
                  </a:cubicBezTo>
                  <a:cubicBezTo>
                    <a:pt x="87" y="0"/>
                    <a:pt x="89" y="0"/>
                    <a:pt x="90" y="0"/>
                  </a:cubicBezTo>
                  <a:cubicBezTo>
                    <a:pt x="91" y="2"/>
                    <a:pt x="92" y="4"/>
                    <a:pt x="92" y="5"/>
                  </a:cubicBezTo>
                  <a:cubicBezTo>
                    <a:pt x="93" y="7"/>
                    <a:pt x="94" y="12"/>
                    <a:pt x="95" y="14"/>
                  </a:cubicBezTo>
                  <a:cubicBezTo>
                    <a:pt x="96" y="15"/>
                    <a:pt x="98" y="17"/>
                    <a:pt x="100" y="19"/>
                  </a:cubicBezTo>
                  <a:cubicBezTo>
                    <a:pt x="101" y="20"/>
                    <a:pt x="104" y="22"/>
                    <a:pt x="106" y="23"/>
                  </a:cubicBezTo>
                  <a:cubicBezTo>
                    <a:pt x="107" y="24"/>
                    <a:pt x="109" y="26"/>
                    <a:pt x="110" y="28"/>
                  </a:cubicBezTo>
                  <a:cubicBezTo>
                    <a:pt x="111" y="29"/>
                    <a:pt x="113" y="32"/>
                    <a:pt x="114" y="33"/>
                  </a:cubicBezTo>
                  <a:cubicBezTo>
                    <a:pt x="115" y="34"/>
                    <a:pt x="117" y="35"/>
                    <a:pt x="118" y="35"/>
                  </a:cubicBezTo>
                  <a:cubicBezTo>
                    <a:pt x="118" y="37"/>
                    <a:pt x="118" y="40"/>
                    <a:pt x="119" y="41"/>
                  </a:cubicBezTo>
                  <a:cubicBezTo>
                    <a:pt x="119" y="41"/>
                    <a:pt x="121" y="42"/>
                    <a:pt x="122" y="42"/>
                  </a:cubicBezTo>
                  <a:cubicBezTo>
                    <a:pt x="123" y="43"/>
                    <a:pt x="125" y="46"/>
                    <a:pt x="126" y="47"/>
                  </a:cubicBezTo>
                  <a:cubicBezTo>
                    <a:pt x="126" y="49"/>
                    <a:pt x="127" y="52"/>
                    <a:pt x="127" y="53"/>
                  </a:cubicBezTo>
                  <a:cubicBezTo>
                    <a:pt x="128" y="54"/>
                    <a:pt x="129" y="55"/>
                    <a:pt x="130" y="55"/>
                  </a:cubicBezTo>
                  <a:cubicBezTo>
                    <a:pt x="130" y="56"/>
                    <a:pt x="130" y="58"/>
                    <a:pt x="131" y="59"/>
                  </a:cubicBezTo>
                  <a:cubicBezTo>
                    <a:pt x="131" y="61"/>
                    <a:pt x="133" y="63"/>
                    <a:pt x="134" y="64"/>
                  </a:cubicBezTo>
                  <a:cubicBezTo>
                    <a:pt x="134" y="65"/>
                    <a:pt x="135" y="66"/>
                    <a:pt x="136" y="67"/>
                  </a:cubicBezTo>
                  <a:cubicBezTo>
                    <a:pt x="137" y="68"/>
                    <a:pt x="138" y="69"/>
                    <a:pt x="139" y="70"/>
                  </a:cubicBezTo>
                  <a:cubicBezTo>
                    <a:pt x="139" y="72"/>
                    <a:pt x="140" y="75"/>
                    <a:pt x="140" y="77"/>
                  </a:cubicBezTo>
                  <a:cubicBezTo>
                    <a:pt x="141" y="79"/>
                    <a:pt x="143" y="82"/>
                    <a:pt x="144" y="84"/>
                  </a:cubicBezTo>
                  <a:cubicBezTo>
                    <a:pt x="144" y="85"/>
                    <a:pt x="146" y="87"/>
                    <a:pt x="146" y="88"/>
                  </a:cubicBezTo>
                  <a:cubicBezTo>
                    <a:pt x="147" y="89"/>
                    <a:pt x="147" y="91"/>
                    <a:pt x="147" y="93"/>
                  </a:cubicBezTo>
                  <a:cubicBezTo>
                    <a:pt x="148" y="93"/>
                    <a:pt x="149" y="95"/>
                    <a:pt x="150" y="96"/>
                  </a:cubicBezTo>
                  <a:cubicBezTo>
                    <a:pt x="150" y="96"/>
                    <a:pt x="151" y="98"/>
                    <a:pt x="151" y="99"/>
                  </a:cubicBezTo>
                  <a:cubicBezTo>
                    <a:pt x="152" y="100"/>
                    <a:pt x="151" y="101"/>
                    <a:pt x="152" y="102"/>
                  </a:cubicBezTo>
                  <a:cubicBezTo>
                    <a:pt x="152" y="103"/>
                    <a:pt x="154" y="105"/>
                    <a:pt x="154" y="106"/>
                  </a:cubicBezTo>
                  <a:cubicBezTo>
                    <a:pt x="155" y="107"/>
                    <a:pt x="158" y="110"/>
                    <a:pt x="159" y="110"/>
                  </a:cubicBezTo>
                  <a:cubicBezTo>
                    <a:pt x="160" y="111"/>
                    <a:pt x="162" y="110"/>
                    <a:pt x="162" y="110"/>
                  </a:cubicBezTo>
                  <a:cubicBezTo>
                    <a:pt x="164" y="111"/>
                    <a:pt x="166" y="112"/>
                    <a:pt x="166" y="113"/>
                  </a:cubicBezTo>
                  <a:cubicBezTo>
                    <a:pt x="168" y="114"/>
                    <a:pt x="170" y="118"/>
                    <a:pt x="171" y="119"/>
                  </a:cubicBezTo>
                  <a:cubicBezTo>
                    <a:pt x="172" y="121"/>
                    <a:pt x="175" y="124"/>
                    <a:pt x="176" y="126"/>
                  </a:cubicBezTo>
                  <a:cubicBezTo>
                    <a:pt x="176" y="128"/>
                    <a:pt x="177" y="131"/>
                    <a:pt x="177" y="133"/>
                  </a:cubicBezTo>
                  <a:cubicBezTo>
                    <a:pt x="178" y="134"/>
                    <a:pt x="179" y="135"/>
                    <a:pt x="180" y="135"/>
                  </a:cubicBezTo>
                  <a:cubicBezTo>
                    <a:pt x="181" y="136"/>
                    <a:pt x="181" y="139"/>
                    <a:pt x="182" y="141"/>
                  </a:cubicBezTo>
                  <a:cubicBezTo>
                    <a:pt x="183" y="142"/>
                    <a:pt x="184" y="146"/>
                    <a:pt x="185" y="146"/>
                  </a:cubicBezTo>
                  <a:cubicBezTo>
                    <a:pt x="186" y="147"/>
                    <a:pt x="190" y="147"/>
                    <a:pt x="191" y="146"/>
                  </a:cubicBezTo>
                  <a:cubicBezTo>
                    <a:pt x="191" y="145"/>
                    <a:pt x="191" y="144"/>
                    <a:pt x="191" y="143"/>
                  </a:cubicBezTo>
                  <a:cubicBezTo>
                    <a:pt x="192" y="142"/>
                    <a:pt x="192" y="139"/>
                    <a:pt x="193" y="138"/>
                  </a:cubicBezTo>
                  <a:cubicBezTo>
                    <a:pt x="194" y="138"/>
                    <a:pt x="196" y="138"/>
                    <a:pt x="197" y="138"/>
                  </a:cubicBezTo>
                  <a:cubicBezTo>
                    <a:pt x="199" y="138"/>
                    <a:pt x="201" y="140"/>
                    <a:pt x="202" y="141"/>
                  </a:cubicBezTo>
                  <a:cubicBezTo>
                    <a:pt x="203" y="142"/>
                    <a:pt x="204" y="145"/>
                    <a:pt x="205" y="146"/>
                  </a:cubicBezTo>
                  <a:cubicBezTo>
                    <a:pt x="206" y="148"/>
                    <a:pt x="206" y="151"/>
                    <a:pt x="206" y="153"/>
                  </a:cubicBezTo>
                  <a:cubicBezTo>
                    <a:pt x="207" y="154"/>
                    <a:pt x="207" y="157"/>
                    <a:pt x="207" y="159"/>
                  </a:cubicBezTo>
                  <a:cubicBezTo>
                    <a:pt x="208" y="161"/>
                    <a:pt x="210" y="164"/>
                    <a:pt x="211" y="166"/>
                  </a:cubicBezTo>
                  <a:cubicBezTo>
                    <a:pt x="212" y="167"/>
                    <a:pt x="214" y="169"/>
                    <a:pt x="215" y="170"/>
                  </a:cubicBezTo>
                  <a:cubicBezTo>
                    <a:pt x="217" y="172"/>
                    <a:pt x="221" y="175"/>
                    <a:pt x="224" y="176"/>
                  </a:cubicBezTo>
                  <a:cubicBezTo>
                    <a:pt x="225" y="176"/>
                    <a:pt x="227" y="176"/>
                    <a:pt x="229" y="17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58"/>
            <p:cNvSpPr>
              <a:spLocks/>
            </p:cNvSpPr>
            <p:nvPr/>
          </p:nvSpPr>
          <p:spPr bwMode="auto">
            <a:xfrm>
              <a:off x="4029075" y="3825875"/>
              <a:ext cx="9525" cy="15875"/>
            </a:xfrm>
            <a:custGeom>
              <a:avLst/>
              <a:gdLst/>
              <a:ahLst/>
              <a:cxnLst>
                <a:cxn ang="0">
                  <a:pos x="1" y="8"/>
                </a:cxn>
                <a:cxn ang="0">
                  <a:pos x="4" y="8"/>
                </a:cxn>
                <a:cxn ang="0">
                  <a:pos x="6" y="6"/>
                </a:cxn>
                <a:cxn ang="0">
                  <a:pos x="6" y="4"/>
                </a:cxn>
                <a:cxn ang="0">
                  <a:pos x="5" y="1"/>
                </a:cxn>
                <a:cxn ang="0">
                  <a:pos x="1" y="2"/>
                </a:cxn>
                <a:cxn ang="0">
                  <a:pos x="0" y="5"/>
                </a:cxn>
                <a:cxn ang="0">
                  <a:pos x="1" y="8"/>
                </a:cxn>
              </a:cxnLst>
              <a:rect l="0" t="0" r="r" b="b"/>
              <a:pathLst>
                <a:path w="6" h="9">
                  <a:moveTo>
                    <a:pt x="1" y="8"/>
                  </a:moveTo>
                  <a:cubicBezTo>
                    <a:pt x="2" y="9"/>
                    <a:pt x="3" y="8"/>
                    <a:pt x="4" y="8"/>
                  </a:cubicBezTo>
                  <a:cubicBezTo>
                    <a:pt x="5" y="8"/>
                    <a:pt x="6" y="7"/>
                    <a:pt x="6" y="6"/>
                  </a:cubicBezTo>
                  <a:cubicBezTo>
                    <a:pt x="6" y="5"/>
                    <a:pt x="6" y="4"/>
                    <a:pt x="6" y="4"/>
                  </a:cubicBezTo>
                  <a:cubicBezTo>
                    <a:pt x="5" y="3"/>
                    <a:pt x="5" y="1"/>
                    <a:pt x="5" y="1"/>
                  </a:cubicBezTo>
                  <a:cubicBezTo>
                    <a:pt x="4" y="0"/>
                    <a:pt x="2" y="1"/>
                    <a:pt x="1" y="2"/>
                  </a:cubicBezTo>
                  <a:cubicBezTo>
                    <a:pt x="0" y="2"/>
                    <a:pt x="0" y="4"/>
                    <a:pt x="0" y="5"/>
                  </a:cubicBezTo>
                  <a:cubicBezTo>
                    <a:pt x="0" y="6"/>
                    <a:pt x="0" y="8"/>
                    <a:pt x="1"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59"/>
            <p:cNvSpPr>
              <a:spLocks/>
            </p:cNvSpPr>
            <p:nvPr/>
          </p:nvSpPr>
          <p:spPr bwMode="auto">
            <a:xfrm>
              <a:off x="4043363" y="3840163"/>
              <a:ext cx="17462" cy="22225"/>
            </a:xfrm>
            <a:custGeom>
              <a:avLst/>
              <a:gdLst/>
              <a:ahLst/>
              <a:cxnLst>
                <a:cxn ang="0">
                  <a:pos x="3" y="11"/>
                </a:cxn>
                <a:cxn ang="0">
                  <a:pos x="6" y="13"/>
                </a:cxn>
                <a:cxn ang="0">
                  <a:pos x="8" y="10"/>
                </a:cxn>
                <a:cxn ang="0">
                  <a:pos x="10" y="9"/>
                </a:cxn>
                <a:cxn ang="0">
                  <a:pos x="11" y="7"/>
                </a:cxn>
                <a:cxn ang="0">
                  <a:pos x="10" y="3"/>
                </a:cxn>
                <a:cxn ang="0">
                  <a:pos x="8" y="1"/>
                </a:cxn>
                <a:cxn ang="0">
                  <a:pos x="4" y="1"/>
                </a:cxn>
                <a:cxn ang="0">
                  <a:pos x="1" y="3"/>
                </a:cxn>
                <a:cxn ang="0">
                  <a:pos x="0" y="6"/>
                </a:cxn>
                <a:cxn ang="0">
                  <a:pos x="1" y="10"/>
                </a:cxn>
                <a:cxn ang="0">
                  <a:pos x="3" y="11"/>
                </a:cxn>
              </a:cxnLst>
              <a:rect l="0" t="0" r="r" b="b"/>
              <a:pathLst>
                <a:path w="11" h="13">
                  <a:moveTo>
                    <a:pt x="3" y="11"/>
                  </a:moveTo>
                  <a:cubicBezTo>
                    <a:pt x="4" y="11"/>
                    <a:pt x="5" y="13"/>
                    <a:pt x="6" y="13"/>
                  </a:cubicBezTo>
                  <a:cubicBezTo>
                    <a:pt x="7" y="13"/>
                    <a:pt x="7" y="11"/>
                    <a:pt x="8" y="10"/>
                  </a:cubicBezTo>
                  <a:cubicBezTo>
                    <a:pt x="8" y="10"/>
                    <a:pt x="9" y="9"/>
                    <a:pt x="10" y="9"/>
                  </a:cubicBezTo>
                  <a:cubicBezTo>
                    <a:pt x="10" y="8"/>
                    <a:pt x="10" y="7"/>
                    <a:pt x="11" y="7"/>
                  </a:cubicBezTo>
                  <a:cubicBezTo>
                    <a:pt x="11" y="6"/>
                    <a:pt x="10" y="4"/>
                    <a:pt x="10" y="3"/>
                  </a:cubicBezTo>
                  <a:cubicBezTo>
                    <a:pt x="9" y="3"/>
                    <a:pt x="9" y="1"/>
                    <a:pt x="8" y="1"/>
                  </a:cubicBezTo>
                  <a:cubicBezTo>
                    <a:pt x="7" y="0"/>
                    <a:pt x="5" y="1"/>
                    <a:pt x="4" y="1"/>
                  </a:cubicBezTo>
                  <a:cubicBezTo>
                    <a:pt x="3" y="1"/>
                    <a:pt x="2" y="2"/>
                    <a:pt x="1" y="3"/>
                  </a:cubicBezTo>
                  <a:cubicBezTo>
                    <a:pt x="1" y="3"/>
                    <a:pt x="0" y="5"/>
                    <a:pt x="0" y="6"/>
                  </a:cubicBezTo>
                  <a:cubicBezTo>
                    <a:pt x="0" y="7"/>
                    <a:pt x="0" y="9"/>
                    <a:pt x="1" y="10"/>
                  </a:cubicBezTo>
                  <a:cubicBezTo>
                    <a:pt x="1" y="11"/>
                    <a:pt x="3" y="10"/>
                    <a:pt x="3"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60"/>
            <p:cNvSpPr>
              <a:spLocks/>
            </p:cNvSpPr>
            <p:nvPr/>
          </p:nvSpPr>
          <p:spPr bwMode="auto">
            <a:xfrm>
              <a:off x="3949700" y="3871913"/>
              <a:ext cx="22225" cy="19050"/>
            </a:xfrm>
            <a:custGeom>
              <a:avLst/>
              <a:gdLst/>
              <a:ahLst/>
              <a:cxnLst>
                <a:cxn ang="0">
                  <a:pos x="3" y="8"/>
                </a:cxn>
                <a:cxn ang="0">
                  <a:pos x="4" y="10"/>
                </a:cxn>
                <a:cxn ang="0">
                  <a:pos x="7" y="10"/>
                </a:cxn>
                <a:cxn ang="0">
                  <a:pos x="9" y="10"/>
                </a:cxn>
                <a:cxn ang="0">
                  <a:pos x="12" y="9"/>
                </a:cxn>
                <a:cxn ang="0">
                  <a:pos x="13" y="7"/>
                </a:cxn>
                <a:cxn ang="0">
                  <a:pos x="12" y="4"/>
                </a:cxn>
                <a:cxn ang="0">
                  <a:pos x="10" y="3"/>
                </a:cxn>
                <a:cxn ang="0">
                  <a:pos x="9" y="1"/>
                </a:cxn>
                <a:cxn ang="0">
                  <a:pos x="6" y="0"/>
                </a:cxn>
                <a:cxn ang="0">
                  <a:pos x="2" y="1"/>
                </a:cxn>
                <a:cxn ang="0">
                  <a:pos x="0" y="4"/>
                </a:cxn>
                <a:cxn ang="0">
                  <a:pos x="1" y="7"/>
                </a:cxn>
                <a:cxn ang="0">
                  <a:pos x="3" y="8"/>
                </a:cxn>
              </a:cxnLst>
              <a:rect l="0" t="0" r="r" b="b"/>
              <a:pathLst>
                <a:path w="13" h="11">
                  <a:moveTo>
                    <a:pt x="3" y="8"/>
                  </a:moveTo>
                  <a:cubicBezTo>
                    <a:pt x="3" y="8"/>
                    <a:pt x="4" y="9"/>
                    <a:pt x="4" y="10"/>
                  </a:cubicBezTo>
                  <a:cubicBezTo>
                    <a:pt x="4" y="10"/>
                    <a:pt x="6" y="10"/>
                    <a:pt x="7" y="10"/>
                  </a:cubicBezTo>
                  <a:cubicBezTo>
                    <a:pt x="7" y="11"/>
                    <a:pt x="9" y="11"/>
                    <a:pt x="9" y="10"/>
                  </a:cubicBezTo>
                  <a:cubicBezTo>
                    <a:pt x="10" y="10"/>
                    <a:pt x="12" y="10"/>
                    <a:pt x="12" y="9"/>
                  </a:cubicBezTo>
                  <a:cubicBezTo>
                    <a:pt x="12" y="9"/>
                    <a:pt x="13" y="7"/>
                    <a:pt x="13" y="7"/>
                  </a:cubicBezTo>
                  <a:cubicBezTo>
                    <a:pt x="13" y="6"/>
                    <a:pt x="12" y="5"/>
                    <a:pt x="12" y="4"/>
                  </a:cubicBezTo>
                  <a:cubicBezTo>
                    <a:pt x="11" y="4"/>
                    <a:pt x="10" y="4"/>
                    <a:pt x="10" y="3"/>
                  </a:cubicBezTo>
                  <a:cubicBezTo>
                    <a:pt x="10" y="3"/>
                    <a:pt x="10" y="1"/>
                    <a:pt x="9" y="1"/>
                  </a:cubicBezTo>
                  <a:cubicBezTo>
                    <a:pt x="9" y="0"/>
                    <a:pt x="7" y="0"/>
                    <a:pt x="6" y="0"/>
                  </a:cubicBezTo>
                  <a:cubicBezTo>
                    <a:pt x="5" y="0"/>
                    <a:pt x="3" y="0"/>
                    <a:pt x="2" y="1"/>
                  </a:cubicBezTo>
                  <a:cubicBezTo>
                    <a:pt x="1" y="1"/>
                    <a:pt x="0" y="3"/>
                    <a:pt x="0" y="4"/>
                  </a:cubicBezTo>
                  <a:cubicBezTo>
                    <a:pt x="0" y="4"/>
                    <a:pt x="0" y="6"/>
                    <a:pt x="1" y="7"/>
                  </a:cubicBezTo>
                  <a:cubicBezTo>
                    <a:pt x="1" y="7"/>
                    <a:pt x="3" y="7"/>
                    <a:pt x="3"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61"/>
            <p:cNvSpPr>
              <a:spLocks/>
            </p:cNvSpPr>
            <p:nvPr/>
          </p:nvSpPr>
          <p:spPr bwMode="auto">
            <a:xfrm>
              <a:off x="3668713" y="3708400"/>
              <a:ext cx="517525" cy="593725"/>
            </a:xfrm>
            <a:custGeom>
              <a:avLst/>
              <a:gdLst/>
              <a:ahLst/>
              <a:cxnLst>
                <a:cxn ang="0">
                  <a:pos x="279" y="92"/>
                </a:cxn>
                <a:cxn ang="0">
                  <a:pos x="269" y="63"/>
                </a:cxn>
                <a:cxn ang="0">
                  <a:pos x="252" y="39"/>
                </a:cxn>
                <a:cxn ang="0">
                  <a:pos x="245" y="57"/>
                </a:cxn>
                <a:cxn ang="0">
                  <a:pos x="239" y="76"/>
                </a:cxn>
                <a:cxn ang="0">
                  <a:pos x="229" y="92"/>
                </a:cxn>
                <a:cxn ang="0">
                  <a:pos x="208" y="99"/>
                </a:cxn>
                <a:cxn ang="0">
                  <a:pos x="187" y="108"/>
                </a:cxn>
                <a:cxn ang="0">
                  <a:pos x="179" y="124"/>
                </a:cxn>
                <a:cxn ang="0">
                  <a:pos x="169" y="119"/>
                </a:cxn>
                <a:cxn ang="0">
                  <a:pos x="155" y="114"/>
                </a:cxn>
                <a:cxn ang="0">
                  <a:pos x="136" y="132"/>
                </a:cxn>
                <a:cxn ang="0">
                  <a:pos x="119" y="149"/>
                </a:cxn>
                <a:cxn ang="0">
                  <a:pos x="101" y="143"/>
                </a:cxn>
                <a:cxn ang="0">
                  <a:pos x="110" y="127"/>
                </a:cxn>
                <a:cxn ang="0">
                  <a:pos x="123" y="109"/>
                </a:cxn>
                <a:cxn ang="0">
                  <a:pos x="115" y="84"/>
                </a:cxn>
                <a:cxn ang="0">
                  <a:pos x="113" y="74"/>
                </a:cxn>
                <a:cxn ang="0">
                  <a:pos x="112" y="50"/>
                </a:cxn>
                <a:cxn ang="0">
                  <a:pos x="119" y="68"/>
                </a:cxn>
                <a:cxn ang="0">
                  <a:pos x="129" y="55"/>
                </a:cxn>
                <a:cxn ang="0">
                  <a:pos x="137" y="26"/>
                </a:cxn>
                <a:cxn ang="0">
                  <a:pos x="115" y="19"/>
                </a:cxn>
                <a:cxn ang="0">
                  <a:pos x="93" y="1"/>
                </a:cxn>
                <a:cxn ang="0">
                  <a:pos x="68" y="2"/>
                </a:cxn>
                <a:cxn ang="0">
                  <a:pos x="49" y="50"/>
                </a:cxn>
                <a:cxn ang="0">
                  <a:pos x="27" y="30"/>
                </a:cxn>
                <a:cxn ang="0">
                  <a:pos x="2" y="36"/>
                </a:cxn>
                <a:cxn ang="0">
                  <a:pos x="5" y="84"/>
                </a:cxn>
                <a:cxn ang="0">
                  <a:pos x="6" y="128"/>
                </a:cxn>
                <a:cxn ang="0">
                  <a:pos x="18" y="137"/>
                </a:cxn>
                <a:cxn ang="0">
                  <a:pos x="29" y="147"/>
                </a:cxn>
                <a:cxn ang="0">
                  <a:pos x="35" y="144"/>
                </a:cxn>
                <a:cxn ang="0">
                  <a:pos x="34" y="159"/>
                </a:cxn>
                <a:cxn ang="0">
                  <a:pos x="54" y="155"/>
                </a:cxn>
                <a:cxn ang="0">
                  <a:pos x="54" y="184"/>
                </a:cxn>
                <a:cxn ang="0">
                  <a:pos x="44" y="216"/>
                </a:cxn>
                <a:cxn ang="0">
                  <a:pos x="45" y="242"/>
                </a:cxn>
                <a:cxn ang="0">
                  <a:pos x="48" y="251"/>
                </a:cxn>
                <a:cxn ang="0">
                  <a:pos x="60" y="276"/>
                </a:cxn>
                <a:cxn ang="0">
                  <a:pos x="87" y="271"/>
                </a:cxn>
                <a:cxn ang="0">
                  <a:pos x="93" y="303"/>
                </a:cxn>
                <a:cxn ang="0">
                  <a:pos x="110" y="314"/>
                </a:cxn>
                <a:cxn ang="0">
                  <a:pos x="131" y="325"/>
                </a:cxn>
                <a:cxn ang="0">
                  <a:pos x="147" y="341"/>
                </a:cxn>
                <a:cxn ang="0">
                  <a:pos x="162" y="330"/>
                </a:cxn>
                <a:cxn ang="0">
                  <a:pos x="189" y="307"/>
                </a:cxn>
                <a:cxn ang="0">
                  <a:pos x="205" y="283"/>
                </a:cxn>
                <a:cxn ang="0">
                  <a:pos x="208" y="256"/>
                </a:cxn>
                <a:cxn ang="0">
                  <a:pos x="217" y="237"/>
                </a:cxn>
                <a:cxn ang="0">
                  <a:pos x="236" y="234"/>
                </a:cxn>
                <a:cxn ang="0">
                  <a:pos x="245" y="222"/>
                </a:cxn>
                <a:cxn ang="0">
                  <a:pos x="254" y="198"/>
                </a:cxn>
                <a:cxn ang="0">
                  <a:pos x="260" y="168"/>
                </a:cxn>
                <a:cxn ang="0">
                  <a:pos x="274" y="144"/>
                </a:cxn>
                <a:cxn ang="0">
                  <a:pos x="285" y="118"/>
                </a:cxn>
                <a:cxn ang="0">
                  <a:pos x="297" y="102"/>
                </a:cxn>
              </a:cxnLst>
              <a:rect l="0" t="0" r="r" b="b"/>
              <a:pathLst>
                <a:path w="302" h="347">
                  <a:moveTo>
                    <a:pt x="298" y="95"/>
                  </a:moveTo>
                  <a:cubicBezTo>
                    <a:pt x="298" y="94"/>
                    <a:pt x="297" y="92"/>
                    <a:pt x="296" y="91"/>
                  </a:cubicBezTo>
                  <a:cubicBezTo>
                    <a:pt x="296" y="90"/>
                    <a:pt x="293" y="89"/>
                    <a:pt x="292" y="90"/>
                  </a:cubicBezTo>
                  <a:cubicBezTo>
                    <a:pt x="291" y="90"/>
                    <a:pt x="291" y="92"/>
                    <a:pt x="290" y="93"/>
                  </a:cubicBezTo>
                  <a:cubicBezTo>
                    <a:pt x="290" y="93"/>
                    <a:pt x="288" y="95"/>
                    <a:pt x="286" y="95"/>
                  </a:cubicBezTo>
                  <a:cubicBezTo>
                    <a:pt x="285" y="95"/>
                    <a:pt x="284" y="94"/>
                    <a:pt x="283" y="93"/>
                  </a:cubicBezTo>
                  <a:cubicBezTo>
                    <a:pt x="282" y="93"/>
                    <a:pt x="280" y="92"/>
                    <a:pt x="279" y="92"/>
                  </a:cubicBezTo>
                  <a:cubicBezTo>
                    <a:pt x="279" y="91"/>
                    <a:pt x="278" y="89"/>
                    <a:pt x="278" y="89"/>
                  </a:cubicBezTo>
                  <a:cubicBezTo>
                    <a:pt x="277" y="87"/>
                    <a:pt x="278" y="84"/>
                    <a:pt x="278" y="83"/>
                  </a:cubicBezTo>
                  <a:cubicBezTo>
                    <a:pt x="278" y="82"/>
                    <a:pt x="277" y="81"/>
                    <a:pt x="276" y="80"/>
                  </a:cubicBezTo>
                  <a:cubicBezTo>
                    <a:pt x="275" y="79"/>
                    <a:pt x="273" y="79"/>
                    <a:pt x="272" y="78"/>
                  </a:cubicBezTo>
                  <a:cubicBezTo>
                    <a:pt x="271" y="78"/>
                    <a:pt x="270" y="76"/>
                    <a:pt x="270" y="75"/>
                  </a:cubicBezTo>
                  <a:cubicBezTo>
                    <a:pt x="269" y="74"/>
                    <a:pt x="268" y="72"/>
                    <a:pt x="268" y="71"/>
                  </a:cubicBezTo>
                  <a:cubicBezTo>
                    <a:pt x="268" y="69"/>
                    <a:pt x="269" y="65"/>
                    <a:pt x="269" y="63"/>
                  </a:cubicBezTo>
                  <a:cubicBezTo>
                    <a:pt x="268" y="62"/>
                    <a:pt x="267" y="61"/>
                    <a:pt x="266" y="60"/>
                  </a:cubicBezTo>
                  <a:cubicBezTo>
                    <a:pt x="266" y="59"/>
                    <a:pt x="266" y="57"/>
                    <a:pt x="266" y="55"/>
                  </a:cubicBezTo>
                  <a:cubicBezTo>
                    <a:pt x="266" y="53"/>
                    <a:pt x="267" y="49"/>
                    <a:pt x="266" y="47"/>
                  </a:cubicBezTo>
                  <a:cubicBezTo>
                    <a:pt x="266" y="46"/>
                    <a:pt x="266" y="46"/>
                    <a:pt x="265" y="46"/>
                  </a:cubicBezTo>
                  <a:cubicBezTo>
                    <a:pt x="265" y="45"/>
                    <a:pt x="263" y="43"/>
                    <a:pt x="262" y="42"/>
                  </a:cubicBezTo>
                  <a:cubicBezTo>
                    <a:pt x="261" y="41"/>
                    <a:pt x="258" y="40"/>
                    <a:pt x="256" y="39"/>
                  </a:cubicBezTo>
                  <a:cubicBezTo>
                    <a:pt x="255" y="39"/>
                    <a:pt x="254" y="39"/>
                    <a:pt x="252" y="39"/>
                  </a:cubicBezTo>
                  <a:cubicBezTo>
                    <a:pt x="252" y="40"/>
                    <a:pt x="252" y="40"/>
                    <a:pt x="252" y="40"/>
                  </a:cubicBezTo>
                  <a:cubicBezTo>
                    <a:pt x="252" y="41"/>
                    <a:pt x="251" y="43"/>
                    <a:pt x="251" y="44"/>
                  </a:cubicBezTo>
                  <a:cubicBezTo>
                    <a:pt x="250" y="45"/>
                    <a:pt x="249" y="45"/>
                    <a:pt x="248" y="46"/>
                  </a:cubicBezTo>
                  <a:cubicBezTo>
                    <a:pt x="247" y="46"/>
                    <a:pt x="244" y="46"/>
                    <a:pt x="243" y="47"/>
                  </a:cubicBezTo>
                  <a:cubicBezTo>
                    <a:pt x="242" y="47"/>
                    <a:pt x="242" y="50"/>
                    <a:pt x="242" y="51"/>
                  </a:cubicBezTo>
                  <a:cubicBezTo>
                    <a:pt x="242" y="52"/>
                    <a:pt x="244" y="52"/>
                    <a:pt x="244" y="53"/>
                  </a:cubicBezTo>
                  <a:cubicBezTo>
                    <a:pt x="245" y="54"/>
                    <a:pt x="244" y="56"/>
                    <a:pt x="245" y="57"/>
                  </a:cubicBezTo>
                  <a:cubicBezTo>
                    <a:pt x="245" y="59"/>
                    <a:pt x="245" y="61"/>
                    <a:pt x="245" y="62"/>
                  </a:cubicBezTo>
                  <a:cubicBezTo>
                    <a:pt x="244" y="63"/>
                    <a:pt x="243" y="64"/>
                    <a:pt x="243" y="65"/>
                  </a:cubicBezTo>
                  <a:cubicBezTo>
                    <a:pt x="242" y="65"/>
                    <a:pt x="242" y="67"/>
                    <a:pt x="242" y="67"/>
                  </a:cubicBezTo>
                  <a:cubicBezTo>
                    <a:pt x="242" y="68"/>
                    <a:pt x="242" y="69"/>
                    <a:pt x="242" y="69"/>
                  </a:cubicBezTo>
                  <a:cubicBezTo>
                    <a:pt x="241" y="69"/>
                    <a:pt x="241" y="70"/>
                    <a:pt x="241" y="70"/>
                  </a:cubicBezTo>
                  <a:cubicBezTo>
                    <a:pt x="240" y="71"/>
                    <a:pt x="240" y="72"/>
                    <a:pt x="240" y="73"/>
                  </a:cubicBezTo>
                  <a:cubicBezTo>
                    <a:pt x="239" y="73"/>
                    <a:pt x="240" y="75"/>
                    <a:pt x="239" y="76"/>
                  </a:cubicBezTo>
                  <a:cubicBezTo>
                    <a:pt x="239" y="76"/>
                    <a:pt x="239" y="77"/>
                    <a:pt x="238" y="78"/>
                  </a:cubicBezTo>
                  <a:cubicBezTo>
                    <a:pt x="237" y="78"/>
                    <a:pt x="235" y="77"/>
                    <a:pt x="235" y="78"/>
                  </a:cubicBezTo>
                  <a:cubicBezTo>
                    <a:pt x="234" y="78"/>
                    <a:pt x="233" y="79"/>
                    <a:pt x="233" y="80"/>
                  </a:cubicBezTo>
                  <a:cubicBezTo>
                    <a:pt x="233" y="80"/>
                    <a:pt x="233" y="81"/>
                    <a:pt x="233" y="81"/>
                  </a:cubicBezTo>
                  <a:cubicBezTo>
                    <a:pt x="233" y="83"/>
                    <a:pt x="233" y="85"/>
                    <a:pt x="233" y="86"/>
                  </a:cubicBezTo>
                  <a:cubicBezTo>
                    <a:pt x="233" y="86"/>
                    <a:pt x="232" y="88"/>
                    <a:pt x="232" y="89"/>
                  </a:cubicBezTo>
                  <a:cubicBezTo>
                    <a:pt x="231" y="90"/>
                    <a:pt x="230" y="91"/>
                    <a:pt x="229" y="92"/>
                  </a:cubicBezTo>
                  <a:cubicBezTo>
                    <a:pt x="229" y="92"/>
                    <a:pt x="227" y="93"/>
                    <a:pt x="226" y="93"/>
                  </a:cubicBezTo>
                  <a:cubicBezTo>
                    <a:pt x="226" y="94"/>
                    <a:pt x="224" y="95"/>
                    <a:pt x="224" y="96"/>
                  </a:cubicBezTo>
                  <a:cubicBezTo>
                    <a:pt x="223" y="96"/>
                    <a:pt x="222" y="97"/>
                    <a:pt x="222" y="98"/>
                  </a:cubicBezTo>
                  <a:cubicBezTo>
                    <a:pt x="221" y="98"/>
                    <a:pt x="220" y="100"/>
                    <a:pt x="220" y="100"/>
                  </a:cubicBezTo>
                  <a:cubicBezTo>
                    <a:pt x="219" y="101"/>
                    <a:pt x="217" y="102"/>
                    <a:pt x="216" y="101"/>
                  </a:cubicBezTo>
                  <a:cubicBezTo>
                    <a:pt x="215" y="101"/>
                    <a:pt x="213" y="100"/>
                    <a:pt x="212" y="100"/>
                  </a:cubicBezTo>
                  <a:cubicBezTo>
                    <a:pt x="211" y="99"/>
                    <a:pt x="209" y="99"/>
                    <a:pt x="208" y="99"/>
                  </a:cubicBezTo>
                  <a:cubicBezTo>
                    <a:pt x="207" y="100"/>
                    <a:pt x="206" y="102"/>
                    <a:pt x="205" y="102"/>
                  </a:cubicBezTo>
                  <a:cubicBezTo>
                    <a:pt x="204" y="102"/>
                    <a:pt x="202" y="102"/>
                    <a:pt x="201" y="102"/>
                  </a:cubicBezTo>
                  <a:cubicBezTo>
                    <a:pt x="200" y="102"/>
                    <a:pt x="199" y="101"/>
                    <a:pt x="198" y="101"/>
                  </a:cubicBezTo>
                  <a:cubicBezTo>
                    <a:pt x="197" y="101"/>
                    <a:pt x="196" y="103"/>
                    <a:pt x="195" y="103"/>
                  </a:cubicBezTo>
                  <a:cubicBezTo>
                    <a:pt x="195" y="104"/>
                    <a:pt x="194" y="106"/>
                    <a:pt x="193" y="106"/>
                  </a:cubicBezTo>
                  <a:cubicBezTo>
                    <a:pt x="193" y="107"/>
                    <a:pt x="191" y="107"/>
                    <a:pt x="190" y="107"/>
                  </a:cubicBezTo>
                  <a:cubicBezTo>
                    <a:pt x="189" y="107"/>
                    <a:pt x="188" y="107"/>
                    <a:pt x="187" y="108"/>
                  </a:cubicBezTo>
                  <a:cubicBezTo>
                    <a:pt x="187" y="108"/>
                    <a:pt x="186" y="109"/>
                    <a:pt x="185" y="110"/>
                  </a:cubicBezTo>
                  <a:cubicBezTo>
                    <a:pt x="185" y="111"/>
                    <a:pt x="184" y="112"/>
                    <a:pt x="183" y="113"/>
                  </a:cubicBezTo>
                  <a:cubicBezTo>
                    <a:pt x="183" y="113"/>
                    <a:pt x="184" y="115"/>
                    <a:pt x="184" y="116"/>
                  </a:cubicBezTo>
                  <a:cubicBezTo>
                    <a:pt x="184" y="116"/>
                    <a:pt x="182" y="117"/>
                    <a:pt x="181" y="117"/>
                  </a:cubicBezTo>
                  <a:cubicBezTo>
                    <a:pt x="181" y="118"/>
                    <a:pt x="181" y="120"/>
                    <a:pt x="181" y="120"/>
                  </a:cubicBezTo>
                  <a:cubicBezTo>
                    <a:pt x="181" y="121"/>
                    <a:pt x="181" y="123"/>
                    <a:pt x="181" y="123"/>
                  </a:cubicBezTo>
                  <a:cubicBezTo>
                    <a:pt x="180" y="124"/>
                    <a:pt x="180" y="124"/>
                    <a:pt x="179" y="124"/>
                  </a:cubicBezTo>
                  <a:cubicBezTo>
                    <a:pt x="179" y="124"/>
                    <a:pt x="177" y="125"/>
                    <a:pt x="177" y="125"/>
                  </a:cubicBezTo>
                  <a:cubicBezTo>
                    <a:pt x="176" y="126"/>
                    <a:pt x="176" y="127"/>
                    <a:pt x="175" y="127"/>
                  </a:cubicBezTo>
                  <a:cubicBezTo>
                    <a:pt x="175" y="127"/>
                    <a:pt x="174" y="127"/>
                    <a:pt x="174" y="127"/>
                  </a:cubicBezTo>
                  <a:cubicBezTo>
                    <a:pt x="173" y="128"/>
                    <a:pt x="172" y="128"/>
                    <a:pt x="171" y="128"/>
                  </a:cubicBezTo>
                  <a:cubicBezTo>
                    <a:pt x="170" y="128"/>
                    <a:pt x="168" y="127"/>
                    <a:pt x="167" y="127"/>
                  </a:cubicBezTo>
                  <a:cubicBezTo>
                    <a:pt x="167" y="126"/>
                    <a:pt x="166" y="124"/>
                    <a:pt x="167" y="123"/>
                  </a:cubicBezTo>
                  <a:cubicBezTo>
                    <a:pt x="167" y="122"/>
                    <a:pt x="168" y="120"/>
                    <a:pt x="169" y="119"/>
                  </a:cubicBezTo>
                  <a:cubicBezTo>
                    <a:pt x="170" y="118"/>
                    <a:pt x="171" y="117"/>
                    <a:pt x="171" y="116"/>
                  </a:cubicBezTo>
                  <a:cubicBezTo>
                    <a:pt x="172" y="115"/>
                    <a:pt x="172" y="113"/>
                    <a:pt x="171" y="111"/>
                  </a:cubicBezTo>
                  <a:cubicBezTo>
                    <a:pt x="171" y="111"/>
                    <a:pt x="169" y="110"/>
                    <a:pt x="169" y="109"/>
                  </a:cubicBezTo>
                  <a:cubicBezTo>
                    <a:pt x="168" y="109"/>
                    <a:pt x="166" y="109"/>
                    <a:pt x="165" y="109"/>
                  </a:cubicBezTo>
                  <a:cubicBezTo>
                    <a:pt x="164" y="110"/>
                    <a:pt x="163" y="111"/>
                    <a:pt x="162" y="111"/>
                  </a:cubicBezTo>
                  <a:cubicBezTo>
                    <a:pt x="161" y="112"/>
                    <a:pt x="159" y="111"/>
                    <a:pt x="158" y="112"/>
                  </a:cubicBezTo>
                  <a:cubicBezTo>
                    <a:pt x="157" y="112"/>
                    <a:pt x="156" y="114"/>
                    <a:pt x="155" y="114"/>
                  </a:cubicBezTo>
                  <a:cubicBezTo>
                    <a:pt x="154" y="115"/>
                    <a:pt x="153" y="116"/>
                    <a:pt x="153" y="117"/>
                  </a:cubicBezTo>
                  <a:cubicBezTo>
                    <a:pt x="152" y="117"/>
                    <a:pt x="151" y="118"/>
                    <a:pt x="151" y="119"/>
                  </a:cubicBezTo>
                  <a:cubicBezTo>
                    <a:pt x="150" y="119"/>
                    <a:pt x="150" y="121"/>
                    <a:pt x="150" y="122"/>
                  </a:cubicBezTo>
                  <a:cubicBezTo>
                    <a:pt x="150" y="123"/>
                    <a:pt x="150" y="125"/>
                    <a:pt x="149" y="126"/>
                  </a:cubicBezTo>
                  <a:cubicBezTo>
                    <a:pt x="149" y="127"/>
                    <a:pt x="147" y="128"/>
                    <a:pt x="146" y="129"/>
                  </a:cubicBezTo>
                  <a:cubicBezTo>
                    <a:pt x="145" y="129"/>
                    <a:pt x="142" y="130"/>
                    <a:pt x="141" y="130"/>
                  </a:cubicBezTo>
                  <a:cubicBezTo>
                    <a:pt x="139" y="130"/>
                    <a:pt x="137" y="131"/>
                    <a:pt x="136" y="132"/>
                  </a:cubicBezTo>
                  <a:cubicBezTo>
                    <a:pt x="135" y="133"/>
                    <a:pt x="135" y="134"/>
                    <a:pt x="134" y="135"/>
                  </a:cubicBezTo>
                  <a:cubicBezTo>
                    <a:pt x="133" y="135"/>
                    <a:pt x="131" y="135"/>
                    <a:pt x="131" y="136"/>
                  </a:cubicBezTo>
                  <a:cubicBezTo>
                    <a:pt x="130" y="137"/>
                    <a:pt x="130" y="139"/>
                    <a:pt x="130" y="140"/>
                  </a:cubicBezTo>
                  <a:cubicBezTo>
                    <a:pt x="129" y="141"/>
                    <a:pt x="129" y="143"/>
                    <a:pt x="128" y="143"/>
                  </a:cubicBezTo>
                  <a:cubicBezTo>
                    <a:pt x="127" y="144"/>
                    <a:pt x="125" y="145"/>
                    <a:pt x="124" y="146"/>
                  </a:cubicBezTo>
                  <a:cubicBezTo>
                    <a:pt x="124" y="146"/>
                    <a:pt x="124" y="148"/>
                    <a:pt x="123" y="148"/>
                  </a:cubicBezTo>
                  <a:cubicBezTo>
                    <a:pt x="123" y="149"/>
                    <a:pt x="120" y="149"/>
                    <a:pt x="119" y="149"/>
                  </a:cubicBezTo>
                  <a:cubicBezTo>
                    <a:pt x="118" y="149"/>
                    <a:pt x="116" y="149"/>
                    <a:pt x="116" y="148"/>
                  </a:cubicBezTo>
                  <a:cubicBezTo>
                    <a:pt x="115" y="148"/>
                    <a:pt x="115" y="146"/>
                    <a:pt x="114" y="145"/>
                  </a:cubicBezTo>
                  <a:cubicBezTo>
                    <a:pt x="114" y="145"/>
                    <a:pt x="114" y="145"/>
                    <a:pt x="114" y="145"/>
                  </a:cubicBezTo>
                  <a:cubicBezTo>
                    <a:pt x="113" y="144"/>
                    <a:pt x="111" y="144"/>
                    <a:pt x="110" y="143"/>
                  </a:cubicBezTo>
                  <a:cubicBezTo>
                    <a:pt x="109" y="143"/>
                    <a:pt x="107" y="141"/>
                    <a:pt x="106" y="141"/>
                  </a:cubicBezTo>
                  <a:cubicBezTo>
                    <a:pt x="105" y="141"/>
                    <a:pt x="104" y="141"/>
                    <a:pt x="103" y="142"/>
                  </a:cubicBezTo>
                  <a:cubicBezTo>
                    <a:pt x="103" y="142"/>
                    <a:pt x="102" y="143"/>
                    <a:pt x="101" y="143"/>
                  </a:cubicBezTo>
                  <a:cubicBezTo>
                    <a:pt x="101" y="144"/>
                    <a:pt x="100" y="143"/>
                    <a:pt x="99" y="143"/>
                  </a:cubicBezTo>
                  <a:cubicBezTo>
                    <a:pt x="99" y="142"/>
                    <a:pt x="98" y="141"/>
                    <a:pt x="98" y="140"/>
                  </a:cubicBezTo>
                  <a:cubicBezTo>
                    <a:pt x="98" y="139"/>
                    <a:pt x="98" y="136"/>
                    <a:pt x="98" y="135"/>
                  </a:cubicBezTo>
                  <a:cubicBezTo>
                    <a:pt x="98" y="134"/>
                    <a:pt x="99" y="132"/>
                    <a:pt x="100" y="131"/>
                  </a:cubicBezTo>
                  <a:cubicBezTo>
                    <a:pt x="100" y="130"/>
                    <a:pt x="101" y="128"/>
                    <a:pt x="103" y="127"/>
                  </a:cubicBezTo>
                  <a:cubicBezTo>
                    <a:pt x="103" y="127"/>
                    <a:pt x="106" y="128"/>
                    <a:pt x="107" y="128"/>
                  </a:cubicBezTo>
                  <a:cubicBezTo>
                    <a:pt x="108" y="128"/>
                    <a:pt x="110" y="127"/>
                    <a:pt x="110" y="127"/>
                  </a:cubicBezTo>
                  <a:cubicBezTo>
                    <a:pt x="111" y="127"/>
                    <a:pt x="111" y="126"/>
                    <a:pt x="112" y="125"/>
                  </a:cubicBezTo>
                  <a:cubicBezTo>
                    <a:pt x="112" y="125"/>
                    <a:pt x="113" y="125"/>
                    <a:pt x="114" y="124"/>
                  </a:cubicBezTo>
                  <a:cubicBezTo>
                    <a:pt x="115" y="124"/>
                    <a:pt x="116" y="123"/>
                    <a:pt x="117" y="122"/>
                  </a:cubicBezTo>
                  <a:cubicBezTo>
                    <a:pt x="117" y="121"/>
                    <a:pt x="117" y="120"/>
                    <a:pt x="117" y="119"/>
                  </a:cubicBezTo>
                  <a:cubicBezTo>
                    <a:pt x="117" y="118"/>
                    <a:pt x="118" y="116"/>
                    <a:pt x="118" y="115"/>
                  </a:cubicBezTo>
                  <a:cubicBezTo>
                    <a:pt x="118" y="114"/>
                    <a:pt x="119" y="113"/>
                    <a:pt x="120" y="112"/>
                  </a:cubicBezTo>
                  <a:cubicBezTo>
                    <a:pt x="120" y="111"/>
                    <a:pt x="123" y="110"/>
                    <a:pt x="123" y="109"/>
                  </a:cubicBezTo>
                  <a:cubicBezTo>
                    <a:pt x="124" y="108"/>
                    <a:pt x="125" y="107"/>
                    <a:pt x="125" y="106"/>
                  </a:cubicBezTo>
                  <a:cubicBezTo>
                    <a:pt x="125" y="105"/>
                    <a:pt x="126" y="103"/>
                    <a:pt x="125" y="102"/>
                  </a:cubicBezTo>
                  <a:cubicBezTo>
                    <a:pt x="125" y="101"/>
                    <a:pt x="122" y="100"/>
                    <a:pt x="121" y="100"/>
                  </a:cubicBezTo>
                  <a:cubicBezTo>
                    <a:pt x="120" y="99"/>
                    <a:pt x="118" y="98"/>
                    <a:pt x="117" y="98"/>
                  </a:cubicBezTo>
                  <a:cubicBezTo>
                    <a:pt x="116" y="97"/>
                    <a:pt x="115" y="95"/>
                    <a:pt x="115" y="95"/>
                  </a:cubicBezTo>
                  <a:cubicBezTo>
                    <a:pt x="114" y="93"/>
                    <a:pt x="114" y="91"/>
                    <a:pt x="114" y="89"/>
                  </a:cubicBezTo>
                  <a:cubicBezTo>
                    <a:pt x="114" y="88"/>
                    <a:pt x="115" y="86"/>
                    <a:pt x="115" y="84"/>
                  </a:cubicBezTo>
                  <a:cubicBezTo>
                    <a:pt x="115" y="84"/>
                    <a:pt x="116" y="82"/>
                    <a:pt x="116" y="81"/>
                  </a:cubicBezTo>
                  <a:cubicBezTo>
                    <a:pt x="115" y="80"/>
                    <a:pt x="114" y="79"/>
                    <a:pt x="114" y="79"/>
                  </a:cubicBezTo>
                  <a:cubicBezTo>
                    <a:pt x="113" y="79"/>
                    <a:pt x="113" y="81"/>
                    <a:pt x="112" y="81"/>
                  </a:cubicBezTo>
                  <a:cubicBezTo>
                    <a:pt x="111" y="82"/>
                    <a:pt x="110" y="81"/>
                    <a:pt x="110" y="81"/>
                  </a:cubicBezTo>
                  <a:cubicBezTo>
                    <a:pt x="110" y="80"/>
                    <a:pt x="109" y="78"/>
                    <a:pt x="110" y="77"/>
                  </a:cubicBezTo>
                  <a:cubicBezTo>
                    <a:pt x="110" y="76"/>
                    <a:pt x="111" y="75"/>
                    <a:pt x="111" y="74"/>
                  </a:cubicBezTo>
                  <a:cubicBezTo>
                    <a:pt x="112" y="74"/>
                    <a:pt x="113" y="74"/>
                    <a:pt x="113" y="74"/>
                  </a:cubicBezTo>
                  <a:cubicBezTo>
                    <a:pt x="114" y="74"/>
                    <a:pt x="115" y="75"/>
                    <a:pt x="116" y="74"/>
                  </a:cubicBezTo>
                  <a:cubicBezTo>
                    <a:pt x="117" y="73"/>
                    <a:pt x="116" y="71"/>
                    <a:pt x="116" y="70"/>
                  </a:cubicBezTo>
                  <a:cubicBezTo>
                    <a:pt x="116" y="69"/>
                    <a:pt x="115" y="67"/>
                    <a:pt x="115" y="66"/>
                  </a:cubicBezTo>
                  <a:cubicBezTo>
                    <a:pt x="114" y="65"/>
                    <a:pt x="114" y="62"/>
                    <a:pt x="114" y="61"/>
                  </a:cubicBezTo>
                  <a:cubicBezTo>
                    <a:pt x="113" y="60"/>
                    <a:pt x="112" y="59"/>
                    <a:pt x="112" y="58"/>
                  </a:cubicBezTo>
                  <a:cubicBezTo>
                    <a:pt x="112" y="57"/>
                    <a:pt x="113" y="56"/>
                    <a:pt x="113" y="55"/>
                  </a:cubicBezTo>
                  <a:cubicBezTo>
                    <a:pt x="113" y="54"/>
                    <a:pt x="111" y="51"/>
                    <a:pt x="112" y="50"/>
                  </a:cubicBezTo>
                  <a:cubicBezTo>
                    <a:pt x="112" y="50"/>
                    <a:pt x="113" y="50"/>
                    <a:pt x="114" y="50"/>
                  </a:cubicBezTo>
                  <a:cubicBezTo>
                    <a:pt x="115" y="51"/>
                    <a:pt x="116" y="52"/>
                    <a:pt x="116" y="53"/>
                  </a:cubicBezTo>
                  <a:cubicBezTo>
                    <a:pt x="116" y="54"/>
                    <a:pt x="117" y="55"/>
                    <a:pt x="117" y="56"/>
                  </a:cubicBezTo>
                  <a:cubicBezTo>
                    <a:pt x="118" y="57"/>
                    <a:pt x="119" y="59"/>
                    <a:pt x="119" y="60"/>
                  </a:cubicBezTo>
                  <a:cubicBezTo>
                    <a:pt x="120" y="60"/>
                    <a:pt x="120" y="62"/>
                    <a:pt x="120" y="62"/>
                  </a:cubicBezTo>
                  <a:cubicBezTo>
                    <a:pt x="121" y="63"/>
                    <a:pt x="121" y="65"/>
                    <a:pt x="121" y="66"/>
                  </a:cubicBezTo>
                  <a:cubicBezTo>
                    <a:pt x="120" y="66"/>
                    <a:pt x="119" y="68"/>
                    <a:pt x="119" y="68"/>
                  </a:cubicBezTo>
                  <a:cubicBezTo>
                    <a:pt x="119" y="69"/>
                    <a:pt x="118" y="70"/>
                    <a:pt x="118" y="70"/>
                  </a:cubicBezTo>
                  <a:cubicBezTo>
                    <a:pt x="118" y="71"/>
                    <a:pt x="119" y="72"/>
                    <a:pt x="119" y="72"/>
                  </a:cubicBezTo>
                  <a:cubicBezTo>
                    <a:pt x="120" y="73"/>
                    <a:pt x="121" y="73"/>
                    <a:pt x="122" y="73"/>
                  </a:cubicBezTo>
                  <a:cubicBezTo>
                    <a:pt x="123" y="73"/>
                    <a:pt x="124" y="72"/>
                    <a:pt x="125" y="71"/>
                  </a:cubicBezTo>
                  <a:cubicBezTo>
                    <a:pt x="125" y="71"/>
                    <a:pt x="126" y="69"/>
                    <a:pt x="127" y="68"/>
                  </a:cubicBezTo>
                  <a:cubicBezTo>
                    <a:pt x="127" y="67"/>
                    <a:pt x="128" y="63"/>
                    <a:pt x="128" y="62"/>
                  </a:cubicBezTo>
                  <a:cubicBezTo>
                    <a:pt x="129" y="60"/>
                    <a:pt x="129" y="57"/>
                    <a:pt x="129" y="55"/>
                  </a:cubicBezTo>
                  <a:cubicBezTo>
                    <a:pt x="130" y="54"/>
                    <a:pt x="131" y="51"/>
                    <a:pt x="132" y="50"/>
                  </a:cubicBezTo>
                  <a:cubicBezTo>
                    <a:pt x="132" y="49"/>
                    <a:pt x="134" y="46"/>
                    <a:pt x="135" y="45"/>
                  </a:cubicBezTo>
                  <a:cubicBezTo>
                    <a:pt x="135" y="44"/>
                    <a:pt x="137" y="42"/>
                    <a:pt x="137" y="41"/>
                  </a:cubicBezTo>
                  <a:cubicBezTo>
                    <a:pt x="137" y="40"/>
                    <a:pt x="137" y="38"/>
                    <a:pt x="137" y="37"/>
                  </a:cubicBezTo>
                  <a:cubicBezTo>
                    <a:pt x="138" y="37"/>
                    <a:pt x="138" y="35"/>
                    <a:pt x="139" y="35"/>
                  </a:cubicBezTo>
                  <a:cubicBezTo>
                    <a:pt x="139" y="34"/>
                    <a:pt x="138" y="33"/>
                    <a:pt x="138" y="32"/>
                  </a:cubicBezTo>
                  <a:cubicBezTo>
                    <a:pt x="138" y="31"/>
                    <a:pt x="138" y="27"/>
                    <a:pt x="137" y="26"/>
                  </a:cubicBezTo>
                  <a:cubicBezTo>
                    <a:pt x="137" y="24"/>
                    <a:pt x="135" y="20"/>
                    <a:pt x="134" y="19"/>
                  </a:cubicBezTo>
                  <a:cubicBezTo>
                    <a:pt x="133" y="18"/>
                    <a:pt x="130" y="16"/>
                    <a:pt x="128" y="16"/>
                  </a:cubicBezTo>
                  <a:cubicBezTo>
                    <a:pt x="128" y="16"/>
                    <a:pt x="126" y="16"/>
                    <a:pt x="126" y="17"/>
                  </a:cubicBezTo>
                  <a:cubicBezTo>
                    <a:pt x="125" y="18"/>
                    <a:pt x="125" y="20"/>
                    <a:pt x="124" y="21"/>
                  </a:cubicBezTo>
                  <a:cubicBezTo>
                    <a:pt x="123" y="22"/>
                    <a:pt x="120" y="23"/>
                    <a:pt x="118" y="22"/>
                  </a:cubicBezTo>
                  <a:cubicBezTo>
                    <a:pt x="118" y="21"/>
                    <a:pt x="118" y="19"/>
                    <a:pt x="117" y="19"/>
                  </a:cubicBezTo>
                  <a:cubicBezTo>
                    <a:pt x="117" y="18"/>
                    <a:pt x="116" y="19"/>
                    <a:pt x="115" y="19"/>
                  </a:cubicBezTo>
                  <a:cubicBezTo>
                    <a:pt x="114" y="19"/>
                    <a:pt x="111" y="18"/>
                    <a:pt x="110" y="17"/>
                  </a:cubicBezTo>
                  <a:cubicBezTo>
                    <a:pt x="109" y="17"/>
                    <a:pt x="109" y="14"/>
                    <a:pt x="108" y="14"/>
                  </a:cubicBezTo>
                  <a:cubicBezTo>
                    <a:pt x="108" y="13"/>
                    <a:pt x="106" y="12"/>
                    <a:pt x="105" y="12"/>
                  </a:cubicBezTo>
                  <a:cubicBezTo>
                    <a:pt x="104" y="12"/>
                    <a:pt x="101" y="12"/>
                    <a:pt x="100" y="12"/>
                  </a:cubicBezTo>
                  <a:cubicBezTo>
                    <a:pt x="99" y="11"/>
                    <a:pt x="99" y="10"/>
                    <a:pt x="98" y="9"/>
                  </a:cubicBezTo>
                  <a:cubicBezTo>
                    <a:pt x="98" y="8"/>
                    <a:pt x="97" y="6"/>
                    <a:pt x="96" y="5"/>
                  </a:cubicBezTo>
                  <a:cubicBezTo>
                    <a:pt x="95" y="4"/>
                    <a:pt x="94" y="2"/>
                    <a:pt x="93" y="1"/>
                  </a:cubicBezTo>
                  <a:cubicBezTo>
                    <a:pt x="92" y="1"/>
                    <a:pt x="90" y="0"/>
                    <a:pt x="89" y="0"/>
                  </a:cubicBezTo>
                  <a:cubicBezTo>
                    <a:pt x="88" y="0"/>
                    <a:pt x="86" y="0"/>
                    <a:pt x="85" y="0"/>
                  </a:cubicBezTo>
                  <a:cubicBezTo>
                    <a:pt x="84" y="0"/>
                    <a:pt x="82" y="2"/>
                    <a:pt x="82" y="2"/>
                  </a:cubicBezTo>
                  <a:cubicBezTo>
                    <a:pt x="81" y="3"/>
                    <a:pt x="82" y="6"/>
                    <a:pt x="81" y="7"/>
                  </a:cubicBezTo>
                  <a:cubicBezTo>
                    <a:pt x="80" y="8"/>
                    <a:pt x="77" y="9"/>
                    <a:pt x="76" y="9"/>
                  </a:cubicBezTo>
                  <a:cubicBezTo>
                    <a:pt x="75" y="9"/>
                    <a:pt x="74" y="6"/>
                    <a:pt x="73" y="6"/>
                  </a:cubicBezTo>
                  <a:cubicBezTo>
                    <a:pt x="72" y="5"/>
                    <a:pt x="69" y="2"/>
                    <a:pt x="68" y="2"/>
                  </a:cubicBezTo>
                  <a:cubicBezTo>
                    <a:pt x="67" y="2"/>
                    <a:pt x="65" y="2"/>
                    <a:pt x="63" y="2"/>
                  </a:cubicBezTo>
                  <a:cubicBezTo>
                    <a:pt x="63" y="2"/>
                    <a:pt x="63" y="2"/>
                    <a:pt x="63" y="2"/>
                  </a:cubicBezTo>
                  <a:cubicBezTo>
                    <a:pt x="63" y="4"/>
                    <a:pt x="60" y="8"/>
                    <a:pt x="59" y="10"/>
                  </a:cubicBezTo>
                  <a:cubicBezTo>
                    <a:pt x="59" y="11"/>
                    <a:pt x="57" y="14"/>
                    <a:pt x="57" y="16"/>
                  </a:cubicBezTo>
                  <a:cubicBezTo>
                    <a:pt x="56" y="19"/>
                    <a:pt x="56" y="25"/>
                    <a:pt x="55" y="27"/>
                  </a:cubicBezTo>
                  <a:cubicBezTo>
                    <a:pt x="54" y="30"/>
                    <a:pt x="53" y="35"/>
                    <a:pt x="52" y="38"/>
                  </a:cubicBezTo>
                  <a:cubicBezTo>
                    <a:pt x="51" y="41"/>
                    <a:pt x="51" y="47"/>
                    <a:pt x="49" y="50"/>
                  </a:cubicBezTo>
                  <a:cubicBezTo>
                    <a:pt x="48" y="51"/>
                    <a:pt x="46" y="51"/>
                    <a:pt x="44" y="51"/>
                  </a:cubicBezTo>
                  <a:cubicBezTo>
                    <a:pt x="44" y="52"/>
                    <a:pt x="43" y="52"/>
                    <a:pt x="42" y="52"/>
                  </a:cubicBezTo>
                  <a:cubicBezTo>
                    <a:pt x="40" y="52"/>
                    <a:pt x="36" y="54"/>
                    <a:pt x="34" y="53"/>
                  </a:cubicBezTo>
                  <a:cubicBezTo>
                    <a:pt x="32" y="52"/>
                    <a:pt x="31" y="50"/>
                    <a:pt x="30" y="49"/>
                  </a:cubicBezTo>
                  <a:cubicBezTo>
                    <a:pt x="29" y="47"/>
                    <a:pt x="29" y="43"/>
                    <a:pt x="29" y="41"/>
                  </a:cubicBezTo>
                  <a:cubicBezTo>
                    <a:pt x="29" y="40"/>
                    <a:pt x="29" y="38"/>
                    <a:pt x="29" y="37"/>
                  </a:cubicBezTo>
                  <a:cubicBezTo>
                    <a:pt x="29" y="35"/>
                    <a:pt x="28" y="32"/>
                    <a:pt x="27" y="30"/>
                  </a:cubicBezTo>
                  <a:cubicBezTo>
                    <a:pt x="26" y="29"/>
                    <a:pt x="23" y="26"/>
                    <a:pt x="21" y="25"/>
                  </a:cubicBezTo>
                  <a:cubicBezTo>
                    <a:pt x="20" y="24"/>
                    <a:pt x="18" y="22"/>
                    <a:pt x="17" y="21"/>
                  </a:cubicBezTo>
                  <a:cubicBezTo>
                    <a:pt x="16" y="21"/>
                    <a:pt x="13" y="21"/>
                    <a:pt x="12" y="22"/>
                  </a:cubicBezTo>
                  <a:cubicBezTo>
                    <a:pt x="11" y="23"/>
                    <a:pt x="10" y="24"/>
                    <a:pt x="9" y="25"/>
                  </a:cubicBezTo>
                  <a:cubicBezTo>
                    <a:pt x="8" y="26"/>
                    <a:pt x="6" y="27"/>
                    <a:pt x="5" y="28"/>
                  </a:cubicBezTo>
                  <a:cubicBezTo>
                    <a:pt x="5" y="29"/>
                    <a:pt x="5" y="31"/>
                    <a:pt x="4" y="32"/>
                  </a:cubicBezTo>
                  <a:cubicBezTo>
                    <a:pt x="4" y="33"/>
                    <a:pt x="3" y="35"/>
                    <a:pt x="2" y="36"/>
                  </a:cubicBezTo>
                  <a:cubicBezTo>
                    <a:pt x="2" y="37"/>
                    <a:pt x="0" y="39"/>
                    <a:pt x="0" y="40"/>
                  </a:cubicBezTo>
                  <a:cubicBezTo>
                    <a:pt x="0" y="42"/>
                    <a:pt x="1" y="45"/>
                    <a:pt x="1" y="46"/>
                  </a:cubicBezTo>
                  <a:cubicBezTo>
                    <a:pt x="2" y="48"/>
                    <a:pt x="3" y="50"/>
                    <a:pt x="4" y="51"/>
                  </a:cubicBezTo>
                  <a:cubicBezTo>
                    <a:pt x="5" y="53"/>
                    <a:pt x="8" y="56"/>
                    <a:pt x="9" y="58"/>
                  </a:cubicBezTo>
                  <a:cubicBezTo>
                    <a:pt x="9" y="60"/>
                    <a:pt x="10" y="65"/>
                    <a:pt x="10" y="68"/>
                  </a:cubicBezTo>
                  <a:cubicBezTo>
                    <a:pt x="10" y="70"/>
                    <a:pt x="8" y="73"/>
                    <a:pt x="8" y="75"/>
                  </a:cubicBezTo>
                  <a:cubicBezTo>
                    <a:pt x="7" y="77"/>
                    <a:pt x="5" y="81"/>
                    <a:pt x="5" y="84"/>
                  </a:cubicBezTo>
                  <a:cubicBezTo>
                    <a:pt x="4" y="85"/>
                    <a:pt x="4" y="89"/>
                    <a:pt x="5" y="91"/>
                  </a:cubicBezTo>
                  <a:cubicBezTo>
                    <a:pt x="5" y="92"/>
                    <a:pt x="9" y="93"/>
                    <a:pt x="9" y="94"/>
                  </a:cubicBezTo>
                  <a:cubicBezTo>
                    <a:pt x="10" y="96"/>
                    <a:pt x="10" y="100"/>
                    <a:pt x="10" y="102"/>
                  </a:cubicBezTo>
                  <a:cubicBezTo>
                    <a:pt x="10" y="104"/>
                    <a:pt x="9" y="107"/>
                    <a:pt x="9" y="109"/>
                  </a:cubicBezTo>
                  <a:cubicBezTo>
                    <a:pt x="9" y="111"/>
                    <a:pt x="8" y="114"/>
                    <a:pt x="8" y="116"/>
                  </a:cubicBezTo>
                  <a:cubicBezTo>
                    <a:pt x="8" y="118"/>
                    <a:pt x="8" y="122"/>
                    <a:pt x="8" y="124"/>
                  </a:cubicBezTo>
                  <a:cubicBezTo>
                    <a:pt x="7" y="125"/>
                    <a:pt x="7" y="127"/>
                    <a:pt x="6" y="128"/>
                  </a:cubicBezTo>
                  <a:cubicBezTo>
                    <a:pt x="6" y="129"/>
                    <a:pt x="4" y="131"/>
                    <a:pt x="3" y="132"/>
                  </a:cubicBezTo>
                  <a:cubicBezTo>
                    <a:pt x="3" y="133"/>
                    <a:pt x="2" y="135"/>
                    <a:pt x="2" y="136"/>
                  </a:cubicBezTo>
                  <a:cubicBezTo>
                    <a:pt x="2" y="137"/>
                    <a:pt x="3" y="140"/>
                    <a:pt x="4" y="141"/>
                  </a:cubicBezTo>
                  <a:cubicBezTo>
                    <a:pt x="5" y="141"/>
                    <a:pt x="7" y="142"/>
                    <a:pt x="8" y="141"/>
                  </a:cubicBezTo>
                  <a:cubicBezTo>
                    <a:pt x="9" y="141"/>
                    <a:pt x="11" y="140"/>
                    <a:pt x="12" y="139"/>
                  </a:cubicBezTo>
                  <a:cubicBezTo>
                    <a:pt x="13" y="138"/>
                    <a:pt x="15" y="137"/>
                    <a:pt x="16" y="136"/>
                  </a:cubicBezTo>
                  <a:cubicBezTo>
                    <a:pt x="16" y="136"/>
                    <a:pt x="17" y="136"/>
                    <a:pt x="18" y="137"/>
                  </a:cubicBezTo>
                  <a:cubicBezTo>
                    <a:pt x="19" y="137"/>
                    <a:pt x="19" y="140"/>
                    <a:pt x="20" y="141"/>
                  </a:cubicBezTo>
                  <a:cubicBezTo>
                    <a:pt x="20" y="142"/>
                    <a:pt x="21" y="144"/>
                    <a:pt x="20" y="145"/>
                  </a:cubicBezTo>
                  <a:cubicBezTo>
                    <a:pt x="20" y="146"/>
                    <a:pt x="19" y="148"/>
                    <a:pt x="19" y="150"/>
                  </a:cubicBezTo>
                  <a:cubicBezTo>
                    <a:pt x="19" y="150"/>
                    <a:pt x="18" y="152"/>
                    <a:pt x="18" y="152"/>
                  </a:cubicBezTo>
                  <a:cubicBezTo>
                    <a:pt x="19" y="153"/>
                    <a:pt x="21" y="155"/>
                    <a:pt x="22" y="155"/>
                  </a:cubicBezTo>
                  <a:cubicBezTo>
                    <a:pt x="23" y="155"/>
                    <a:pt x="25" y="153"/>
                    <a:pt x="26" y="152"/>
                  </a:cubicBezTo>
                  <a:cubicBezTo>
                    <a:pt x="27" y="151"/>
                    <a:pt x="29" y="148"/>
                    <a:pt x="29" y="147"/>
                  </a:cubicBezTo>
                  <a:cubicBezTo>
                    <a:pt x="30" y="145"/>
                    <a:pt x="30" y="141"/>
                    <a:pt x="30" y="139"/>
                  </a:cubicBezTo>
                  <a:cubicBezTo>
                    <a:pt x="30" y="137"/>
                    <a:pt x="30" y="134"/>
                    <a:pt x="31" y="133"/>
                  </a:cubicBezTo>
                  <a:cubicBezTo>
                    <a:pt x="32" y="132"/>
                    <a:pt x="34" y="132"/>
                    <a:pt x="35" y="132"/>
                  </a:cubicBezTo>
                  <a:cubicBezTo>
                    <a:pt x="36" y="132"/>
                    <a:pt x="38" y="132"/>
                    <a:pt x="39" y="133"/>
                  </a:cubicBezTo>
                  <a:cubicBezTo>
                    <a:pt x="40" y="134"/>
                    <a:pt x="39" y="136"/>
                    <a:pt x="39" y="137"/>
                  </a:cubicBezTo>
                  <a:cubicBezTo>
                    <a:pt x="39" y="138"/>
                    <a:pt x="38" y="141"/>
                    <a:pt x="37" y="142"/>
                  </a:cubicBezTo>
                  <a:cubicBezTo>
                    <a:pt x="37" y="143"/>
                    <a:pt x="35" y="144"/>
                    <a:pt x="35" y="144"/>
                  </a:cubicBezTo>
                  <a:cubicBezTo>
                    <a:pt x="34" y="145"/>
                    <a:pt x="34" y="147"/>
                    <a:pt x="34" y="148"/>
                  </a:cubicBezTo>
                  <a:cubicBezTo>
                    <a:pt x="33" y="149"/>
                    <a:pt x="32" y="150"/>
                    <a:pt x="31" y="151"/>
                  </a:cubicBezTo>
                  <a:cubicBezTo>
                    <a:pt x="30" y="152"/>
                    <a:pt x="29" y="153"/>
                    <a:pt x="28" y="154"/>
                  </a:cubicBezTo>
                  <a:cubicBezTo>
                    <a:pt x="28" y="154"/>
                    <a:pt x="27" y="156"/>
                    <a:pt x="27" y="156"/>
                  </a:cubicBezTo>
                  <a:cubicBezTo>
                    <a:pt x="27" y="157"/>
                    <a:pt x="26" y="158"/>
                    <a:pt x="27" y="159"/>
                  </a:cubicBezTo>
                  <a:cubicBezTo>
                    <a:pt x="27" y="160"/>
                    <a:pt x="29" y="159"/>
                    <a:pt x="30" y="159"/>
                  </a:cubicBezTo>
                  <a:cubicBezTo>
                    <a:pt x="31" y="159"/>
                    <a:pt x="33" y="159"/>
                    <a:pt x="34" y="159"/>
                  </a:cubicBezTo>
                  <a:cubicBezTo>
                    <a:pt x="35" y="158"/>
                    <a:pt x="36" y="156"/>
                    <a:pt x="36" y="156"/>
                  </a:cubicBezTo>
                  <a:cubicBezTo>
                    <a:pt x="37" y="155"/>
                    <a:pt x="39" y="153"/>
                    <a:pt x="40" y="152"/>
                  </a:cubicBezTo>
                  <a:cubicBezTo>
                    <a:pt x="41" y="152"/>
                    <a:pt x="43" y="150"/>
                    <a:pt x="44" y="150"/>
                  </a:cubicBezTo>
                  <a:cubicBezTo>
                    <a:pt x="45" y="149"/>
                    <a:pt x="47" y="149"/>
                    <a:pt x="49" y="148"/>
                  </a:cubicBezTo>
                  <a:cubicBezTo>
                    <a:pt x="50" y="148"/>
                    <a:pt x="52" y="148"/>
                    <a:pt x="53" y="149"/>
                  </a:cubicBezTo>
                  <a:cubicBezTo>
                    <a:pt x="54" y="149"/>
                    <a:pt x="55" y="151"/>
                    <a:pt x="56" y="152"/>
                  </a:cubicBezTo>
                  <a:cubicBezTo>
                    <a:pt x="56" y="153"/>
                    <a:pt x="54" y="154"/>
                    <a:pt x="54" y="155"/>
                  </a:cubicBezTo>
                  <a:cubicBezTo>
                    <a:pt x="55" y="156"/>
                    <a:pt x="55" y="159"/>
                    <a:pt x="56" y="160"/>
                  </a:cubicBezTo>
                  <a:cubicBezTo>
                    <a:pt x="56" y="161"/>
                    <a:pt x="57" y="163"/>
                    <a:pt x="57" y="165"/>
                  </a:cubicBezTo>
                  <a:cubicBezTo>
                    <a:pt x="57" y="166"/>
                    <a:pt x="56" y="168"/>
                    <a:pt x="56" y="169"/>
                  </a:cubicBezTo>
                  <a:cubicBezTo>
                    <a:pt x="55" y="169"/>
                    <a:pt x="55" y="171"/>
                    <a:pt x="55" y="172"/>
                  </a:cubicBezTo>
                  <a:cubicBezTo>
                    <a:pt x="54" y="173"/>
                    <a:pt x="54" y="175"/>
                    <a:pt x="54" y="176"/>
                  </a:cubicBezTo>
                  <a:cubicBezTo>
                    <a:pt x="54" y="177"/>
                    <a:pt x="54" y="179"/>
                    <a:pt x="54" y="180"/>
                  </a:cubicBezTo>
                  <a:cubicBezTo>
                    <a:pt x="54" y="181"/>
                    <a:pt x="54" y="183"/>
                    <a:pt x="54" y="184"/>
                  </a:cubicBezTo>
                  <a:cubicBezTo>
                    <a:pt x="53" y="185"/>
                    <a:pt x="52" y="186"/>
                    <a:pt x="52" y="186"/>
                  </a:cubicBezTo>
                  <a:cubicBezTo>
                    <a:pt x="51" y="187"/>
                    <a:pt x="50" y="189"/>
                    <a:pt x="50" y="191"/>
                  </a:cubicBezTo>
                  <a:cubicBezTo>
                    <a:pt x="50" y="192"/>
                    <a:pt x="50" y="194"/>
                    <a:pt x="50" y="195"/>
                  </a:cubicBezTo>
                  <a:cubicBezTo>
                    <a:pt x="50" y="197"/>
                    <a:pt x="49" y="200"/>
                    <a:pt x="49" y="201"/>
                  </a:cubicBezTo>
                  <a:cubicBezTo>
                    <a:pt x="49" y="202"/>
                    <a:pt x="49" y="204"/>
                    <a:pt x="49" y="205"/>
                  </a:cubicBezTo>
                  <a:cubicBezTo>
                    <a:pt x="48" y="207"/>
                    <a:pt x="45" y="208"/>
                    <a:pt x="45" y="210"/>
                  </a:cubicBezTo>
                  <a:cubicBezTo>
                    <a:pt x="44" y="211"/>
                    <a:pt x="45" y="215"/>
                    <a:pt x="44" y="216"/>
                  </a:cubicBezTo>
                  <a:cubicBezTo>
                    <a:pt x="44" y="218"/>
                    <a:pt x="42" y="219"/>
                    <a:pt x="41" y="220"/>
                  </a:cubicBezTo>
                  <a:cubicBezTo>
                    <a:pt x="40" y="221"/>
                    <a:pt x="39" y="223"/>
                    <a:pt x="38" y="224"/>
                  </a:cubicBezTo>
                  <a:cubicBezTo>
                    <a:pt x="38" y="225"/>
                    <a:pt x="37" y="226"/>
                    <a:pt x="37" y="227"/>
                  </a:cubicBezTo>
                  <a:cubicBezTo>
                    <a:pt x="37" y="228"/>
                    <a:pt x="38" y="230"/>
                    <a:pt x="38" y="231"/>
                  </a:cubicBezTo>
                  <a:cubicBezTo>
                    <a:pt x="39" y="232"/>
                    <a:pt x="40" y="234"/>
                    <a:pt x="41" y="235"/>
                  </a:cubicBezTo>
                  <a:cubicBezTo>
                    <a:pt x="42" y="236"/>
                    <a:pt x="46" y="236"/>
                    <a:pt x="46" y="238"/>
                  </a:cubicBezTo>
                  <a:cubicBezTo>
                    <a:pt x="47" y="239"/>
                    <a:pt x="46" y="241"/>
                    <a:pt x="45" y="242"/>
                  </a:cubicBezTo>
                  <a:cubicBezTo>
                    <a:pt x="45" y="242"/>
                    <a:pt x="43" y="244"/>
                    <a:pt x="42" y="244"/>
                  </a:cubicBezTo>
                  <a:cubicBezTo>
                    <a:pt x="42" y="245"/>
                    <a:pt x="40" y="246"/>
                    <a:pt x="39" y="246"/>
                  </a:cubicBezTo>
                  <a:cubicBezTo>
                    <a:pt x="39" y="247"/>
                    <a:pt x="38" y="248"/>
                    <a:pt x="38" y="249"/>
                  </a:cubicBezTo>
                  <a:cubicBezTo>
                    <a:pt x="37" y="250"/>
                    <a:pt x="38" y="252"/>
                    <a:pt x="38" y="252"/>
                  </a:cubicBezTo>
                  <a:cubicBezTo>
                    <a:pt x="39" y="253"/>
                    <a:pt x="42" y="253"/>
                    <a:pt x="43" y="252"/>
                  </a:cubicBezTo>
                  <a:cubicBezTo>
                    <a:pt x="43" y="252"/>
                    <a:pt x="45" y="251"/>
                    <a:pt x="45" y="251"/>
                  </a:cubicBezTo>
                  <a:cubicBezTo>
                    <a:pt x="46" y="251"/>
                    <a:pt x="48" y="251"/>
                    <a:pt x="48" y="251"/>
                  </a:cubicBezTo>
                  <a:cubicBezTo>
                    <a:pt x="49" y="252"/>
                    <a:pt x="49" y="253"/>
                    <a:pt x="50" y="254"/>
                  </a:cubicBezTo>
                  <a:cubicBezTo>
                    <a:pt x="50" y="255"/>
                    <a:pt x="49" y="257"/>
                    <a:pt x="49" y="258"/>
                  </a:cubicBezTo>
                  <a:cubicBezTo>
                    <a:pt x="49" y="260"/>
                    <a:pt x="50" y="262"/>
                    <a:pt x="51" y="264"/>
                  </a:cubicBezTo>
                  <a:cubicBezTo>
                    <a:pt x="51" y="265"/>
                    <a:pt x="53" y="267"/>
                    <a:pt x="54" y="268"/>
                  </a:cubicBezTo>
                  <a:cubicBezTo>
                    <a:pt x="54" y="269"/>
                    <a:pt x="55" y="272"/>
                    <a:pt x="54" y="274"/>
                  </a:cubicBezTo>
                  <a:cubicBezTo>
                    <a:pt x="55" y="274"/>
                    <a:pt x="57" y="274"/>
                    <a:pt x="57" y="275"/>
                  </a:cubicBezTo>
                  <a:cubicBezTo>
                    <a:pt x="58" y="275"/>
                    <a:pt x="59" y="276"/>
                    <a:pt x="60" y="276"/>
                  </a:cubicBezTo>
                  <a:cubicBezTo>
                    <a:pt x="61" y="277"/>
                    <a:pt x="64" y="277"/>
                    <a:pt x="65" y="277"/>
                  </a:cubicBezTo>
                  <a:cubicBezTo>
                    <a:pt x="66" y="277"/>
                    <a:pt x="69" y="277"/>
                    <a:pt x="71" y="276"/>
                  </a:cubicBezTo>
                  <a:cubicBezTo>
                    <a:pt x="72" y="276"/>
                    <a:pt x="74" y="275"/>
                    <a:pt x="76" y="274"/>
                  </a:cubicBezTo>
                  <a:cubicBezTo>
                    <a:pt x="77" y="274"/>
                    <a:pt x="79" y="274"/>
                    <a:pt x="80" y="273"/>
                  </a:cubicBezTo>
                  <a:cubicBezTo>
                    <a:pt x="81" y="273"/>
                    <a:pt x="81" y="271"/>
                    <a:pt x="82" y="271"/>
                  </a:cubicBezTo>
                  <a:cubicBezTo>
                    <a:pt x="82" y="270"/>
                    <a:pt x="84" y="271"/>
                    <a:pt x="85" y="271"/>
                  </a:cubicBezTo>
                  <a:cubicBezTo>
                    <a:pt x="85" y="271"/>
                    <a:pt x="86" y="271"/>
                    <a:pt x="87" y="271"/>
                  </a:cubicBezTo>
                  <a:cubicBezTo>
                    <a:pt x="87" y="272"/>
                    <a:pt x="87" y="274"/>
                    <a:pt x="87" y="275"/>
                  </a:cubicBezTo>
                  <a:cubicBezTo>
                    <a:pt x="87" y="277"/>
                    <a:pt x="88" y="280"/>
                    <a:pt x="87" y="281"/>
                  </a:cubicBezTo>
                  <a:cubicBezTo>
                    <a:pt x="87" y="282"/>
                    <a:pt x="86" y="283"/>
                    <a:pt x="86" y="284"/>
                  </a:cubicBezTo>
                  <a:cubicBezTo>
                    <a:pt x="86" y="286"/>
                    <a:pt x="88" y="288"/>
                    <a:pt x="88" y="290"/>
                  </a:cubicBezTo>
                  <a:cubicBezTo>
                    <a:pt x="88" y="291"/>
                    <a:pt x="88" y="294"/>
                    <a:pt x="89" y="295"/>
                  </a:cubicBezTo>
                  <a:cubicBezTo>
                    <a:pt x="89" y="296"/>
                    <a:pt x="91" y="298"/>
                    <a:pt x="92" y="299"/>
                  </a:cubicBezTo>
                  <a:cubicBezTo>
                    <a:pt x="92" y="300"/>
                    <a:pt x="93" y="302"/>
                    <a:pt x="93" y="303"/>
                  </a:cubicBezTo>
                  <a:cubicBezTo>
                    <a:pt x="93" y="304"/>
                    <a:pt x="92" y="306"/>
                    <a:pt x="92" y="307"/>
                  </a:cubicBezTo>
                  <a:cubicBezTo>
                    <a:pt x="92" y="309"/>
                    <a:pt x="93" y="312"/>
                    <a:pt x="93" y="313"/>
                  </a:cubicBezTo>
                  <a:cubicBezTo>
                    <a:pt x="93" y="314"/>
                    <a:pt x="93" y="317"/>
                    <a:pt x="94" y="318"/>
                  </a:cubicBezTo>
                  <a:cubicBezTo>
                    <a:pt x="94" y="319"/>
                    <a:pt x="96" y="320"/>
                    <a:pt x="97" y="321"/>
                  </a:cubicBezTo>
                  <a:cubicBezTo>
                    <a:pt x="98" y="321"/>
                    <a:pt x="100" y="321"/>
                    <a:pt x="101" y="321"/>
                  </a:cubicBezTo>
                  <a:cubicBezTo>
                    <a:pt x="102" y="320"/>
                    <a:pt x="104" y="318"/>
                    <a:pt x="105" y="317"/>
                  </a:cubicBezTo>
                  <a:cubicBezTo>
                    <a:pt x="106" y="316"/>
                    <a:pt x="109" y="315"/>
                    <a:pt x="110" y="314"/>
                  </a:cubicBezTo>
                  <a:cubicBezTo>
                    <a:pt x="112" y="314"/>
                    <a:pt x="115" y="314"/>
                    <a:pt x="116" y="315"/>
                  </a:cubicBezTo>
                  <a:cubicBezTo>
                    <a:pt x="117" y="315"/>
                    <a:pt x="119" y="316"/>
                    <a:pt x="120" y="316"/>
                  </a:cubicBezTo>
                  <a:cubicBezTo>
                    <a:pt x="120" y="317"/>
                    <a:pt x="121" y="318"/>
                    <a:pt x="121" y="319"/>
                  </a:cubicBezTo>
                  <a:cubicBezTo>
                    <a:pt x="122" y="319"/>
                    <a:pt x="122" y="321"/>
                    <a:pt x="122" y="321"/>
                  </a:cubicBezTo>
                  <a:cubicBezTo>
                    <a:pt x="123" y="322"/>
                    <a:pt x="126" y="321"/>
                    <a:pt x="127" y="322"/>
                  </a:cubicBezTo>
                  <a:cubicBezTo>
                    <a:pt x="128" y="322"/>
                    <a:pt x="129" y="323"/>
                    <a:pt x="130" y="323"/>
                  </a:cubicBezTo>
                  <a:cubicBezTo>
                    <a:pt x="130" y="323"/>
                    <a:pt x="130" y="325"/>
                    <a:pt x="131" y="325"/>
                  </a:cubicBezTo>
                  <a:cubicBezTo>
                    <a:pt x="131" y="326"/>
                    <a:pt x="133" y="326"/>
                    <a:pt x="134" y="327"/>
                  </a:cubicBezTo>
                  <a:cubicBezTo>
                    <a:pt x="135" y="327"/>
                    <a:pt x="136" y="327"/>
                    <a:pt x="136" y="328"/>
                  </a:cubicBezTo>
                  <a:cubicBezTo>
                    <a:pt x="137" y="329"/>
                    <a:pt x="138" y="330"/>
                    <a:pt x="138" y="332"/>
                  </a:cubicBezTo>
                  <a:cubicBezTo>
                    <a:pt x="138" y="332"/>
                    <a:pt x="137" y="334"/>
                    <a:pt x="137" y="335"/>
                  </a:cubicBezTo>
                  <a:cubicBezTo>
                    <a:pt x="137" y="336"/>
                    <a:pt x="138" y="338"/>
                    <a:pt x="138" y="339"/>
                  </a:cubicBezTo>
                  <a:cubicBezTo>
                    <a:pt x="140" y="340"/>
                    <a:pt x="142" y="339"/>
                    <a:pt x="144" y="340"/>
                  </a:cubicBezTo>
                  <a:cubicBezTo>
                    <a:pt x="145" y="340"/>
                    <a:pt x="146" y="340"/>
                    <a:pt x="147" y="341"/>
                  </a:cubicBezTo>
                  <a:cubicBezTo>
                    <a:pt x="148" y="342"/>
                    <a:pt x="148" y="344"/>
                    <a:pt x="149" y="344"/>
                  </a:cubicBezTo>
                  <a:cubicBezTo>
                    <a:pt x="149" y="345"/>
                    <a:pt x="151" y="346"/>
                    <a:pt x="151" y="347"/>
                  </a:cubicBezTo>
                  <a:cubicBezTo>
                    <a:pt x="152" y="346"/>
                    <a:pt x="152" y="346"/>
                    <a:pt x="153" y="346"/>
                  </a:cubicBezTo>
                  <a:cubicBezTo>
                    <a:pt x="154" y="345"/>
                    <a:pt x="155" y="343"/>
                    <a:pt x="156" y="342"/>
                  </a:cubicBezTo>
                  <a:cubicBezTo>
                    <a:pt x="156" y="341"/>
                    <a:pt x="157" y="338"/>
                    <a:pt x="158" y="338"/>
                  </a:cubicBezTo>
                  <a:cubicBezTo>
                    <a:pt x="159" y="337"/>
                    <a:pt x="160" y="336"/>
                    <a:pt x="161" y="336"/>
                  </a:cubicBezTo>
                  <a:cubicBezTo>
                    <a:pt x="161" y="335"/>
                    <a:pt x="161" y="332"/>
                    <a:pt x="162" y="330"/>
                  </a:cubicBezTo>
                  <a:cubicBezTo>
                    <a:pt x="163" y="329"/>
                    <a:pt x="165" y="328"/>
                    <a:pt x="166" y="328"/>
                  </a:cubicBezTo>
                  <a:cubicBezTo>
                    <a:pt x="167" y="327"/>
                    <a:pt x="169" y="325"/>
                    <a:pt x="170" y="324"/>
                  </a:cubicBezTo>
                  <a:cubicBezTo>
                    <a:pt x="170" y="323"/>
                    <a:pt x="171" y="321"/>
                    <a:pt x="172" y="320"/>
                  </a:cubicBezTo>
                  <a:cubicBezTo>
                    <a:pt x="172" y="319"/>
                    <a:pt x="174" y="318"/>
                    <a:pt x="175" y="317"/>
                  </a:cubicBezTo>
                  <a:cubicBezTo>
                    <a:pt x="176" y="316"/>
                    <a:pt x="178" y="314"/>
                    <a:pt x="179" y="313"/>
                  </a:cubicBezTo>
                  <a:cubicBezTo>
                    <a:pt x="180" y="312"/>
                    <a:pt x="184" y="312"/>
                    <a:pt x="185" y="311"/>
                  </a:cubicBezTo>
                  <a:cubicBezTo>
                    <a:pt x="186" y="310"/>
                    <a:pt x="189" y="308"/>
                    <a:pt x="189" y="307"/>
                  </a:cubicBezTo>
                  <a:cubicBezTo>
                    <a:pt x="190" y="306"/>
                    <a:pt x="190" y="303"/>
                    <a:pt x="190" y="302"/>
                  </a:cubicBezTo>
                  <a:cubicBezTo>
                    <a:pt x="191" y="300"/>
                    <a:pt x="192" y="298"/>
                    <a:pt x="193" y="296"/>
                  </a:cubicBezTo>
                  <a:cubicBezTo>
                    <a:pt x="194" y="296"/>
                    <a:pt x="195" y="295"/>
                    <a:pt x="196" y="294"/>
                  </a:cubicBezTo>
                  <a:cubicBezTo>
                    <a:pt x="197" y="293"/>
                    <a:pt x="198" y="291"/>
                    <a:pt x="199" y="290"/>
                  </a:cubicBezTo>
                  <a:cubicBezTo>
                    <a:pt x="199" y="290"/>
                    <a:pt x="200" y="288"/>
                    <a:pt x="200" y="287"/>
                  </a:cubicBezTo>
                  <a:cubicBezTo>
                    <a:pt x="200" y="287"/>
                    <a:pt x="202" y="285"/>
                    <a:pt x="202" y="284"/>
                  </a:cubicBezTo>
                  <a:cubicBezTo>
                    <a:pt x="203" y="284"/>
                    <a:pt x="204" y="284"/>
                    <a:pt x="205" y="283"/>
                  </a:cubicBezTo>
                  <a:cubicBezTo>
                    <a:pt x="205" y="283"/>
                    <a:pt x="206" y="281"/>
                    <a:pt x="206" y="280"/>
                  </a:cubicBezTo>
                  <a:cubicBezTo>
                    <a:pt x="206" y="278"/>
                    <a:pt x="206" y="276"/>
                    <a:pt x="206" y="275"/>
                  </a:cubicBezTo>
                  <a:cubicBezTo>
                    <a:pt x="206" y="274"/>
                    <a:pt x="205" y="272"/>
                    <a:pt x="205" y="271"/>
                  </a:cubicBezTo>
                  <a:cubicBezTo>
                    <a:pt x="205" y="270"/>
                    <a:pt x="206" y="268"/>
                    <a:pt x="206" y="268"/>
                  </a:cubicBezTo>
                  <a:cubicBezTo>
                    <a:pt x="206" y="267"/>
                    <a:pt x="207" y="266"/>
                    <a:pt x="207" y="265"/>
                  </a:cubicBezTo>
                  <a:cubicBezTo>
                    <a:pt x="207" y="264"/>
                    <a:pt x="207" y="263"/>
                    <a:pt x="207" y="262"/>
                  </a:cubicBezTo>
                  <a:cubicBezTo>
                    <a:pt x="208" y="260"/>
                    <a:pt x="208" y="257"/>
                    <a:pt x="208" y="256"/>
                  </a:cubicBezTo>
                  <a:cubicBezTo>
                    <a:pt x="209" y="255"/>
                    <a:pt x="209" y="252"/>
                    <a:pt x="209" y="251"/>
                  </a:cubicBezTo>
                  <a:cubicBezTo>
                    <a:pt x="209" y="250"/>
                    <a:pt x="209" y="249"/>
                    <a:pt x="209" y="248"/>
                  </a:cubicBezTo>
                  <a:cubicBezTo>
                    <a:pt x="210" y="247"/>
                    <a:pt x="211" y="246"/>
                    <a:pt x="211" y="245"/>
                  </a:cubicBezTo>
                  <a:cubicBezTo>
                    <a:pt x="212" y="244"/>
                    <a:pt x="211" y="241"/>
                    <a:pt x="212" y="240"/>
                  </a:cubicBezTo>
                  <a:cubicBezTo>
                    <a:pt x="212" y="240"/>
                    <a:pt x="212" y="239"/>
                    <a:pt x="212" y="238"/>
                  </a:cubicBezTo>
                  <a:cubicBezTo>
                    <a:pt x="213" y="238"/>
                    <a:pt x="213" y="238"/>
                    <a:pt x="213" y="237"/>
                  </a:cubicBezTo>
                  <a:cubicBezTo>
                    <a:pt x="214" y="237"/>
                    <a:pt x="216" y="237"/>
                    <a:pt x="217" y="237"/>
                  </a:cubicBezTo>
                  <a:cubicBezTo>
                    <a:pt x="217" y="237"/>
                    <a:pt x="219" y="237"/>
                    <a:pt x="219" y="237"/>
                  </a:cubicBezTo>
                  <a:cubicBezTo>
                    <a:pt x="221" y="237"/>
                    <a:pt x="223" y="235"/>
                    <a:pt x="224" y="235"/>
                  </a:cubicBezTo>
                  <a:cubicBezTo>
                    <a:pt x="226" y="235"/>
                    <a:pt x="228" y="235"/>
                    <a:pt x="229" y="235"/>
                  </a:cubicBezTo>
                  <a:cubicBezTo>
                    <a:pt x="230" y="236"/>
                    <a:pt x="231" y="239"/>
                    <a:pt x="232" y="239"/>
                  </a:cubicBezTo>
                  <a:cubicBezTo>
                    <a:pt x="233" y="240"/>
                    <a:pt x="234" y="240"/>
                    <a:pt x="235" y="240"/>
                  </a:cubicBezTo>
                  <a:cubicBezTo>
                    <a:pt x="235" y="239"/>
                    <a:pt x="236" y="238"/>
                    <a:pt x="236" y="237"/>
                  </a:cubicBezTo>
                  <a:cubicBezTo>
                    <a:pt x="236" y="237"/>
                    <a:pt x="235" y="235"/>
                    <a:pt x="236" y="234"/>
                  </a:cubicBezTo>
                  <a:cubicBezTo>
                    <a:pt x="236" y="234"/>
                    <a:pt x="237" y="234"/>
                    <a:pt x="237" y="233"/>
                  </a:cubicBezTo>
                  <a:cubicBezTo>
                    <a:pt x="238" y="233"/>
                    <a:pt x="240" y="233"/>
                    <a:pt x="241" y="233"/>
                  </a:cubicBezTo>
                  <a:cubicBezTo>
                    <a:pt x="241" y="233"/>
                    <a:pt x="242" y="232"/>
                    <a:pt x="242" y="231"/>
                  </a:cubicBezTo>
                  <a:cubicBezTo>
                    <a:pt x="243" y="231"/>
                    <a:pt x="244" y="231"/>
                    <a:pt x="245" y="230"/>
                  </a:cubicBezTo>
                  <a:cubicBezTo>
                    <a:pt x="245" y="229"/>
                    <a:pt x="246" y="228"/>
                    <a:pt x="246" y="228"/>
                  </a:cubicBezTo>
                  <a:cubicBezTo>
                    <a:pt x="246" y="227"/>
                    <a:pt x="246" y="225"/>
                    <a:pt x="246" y="225"/>
                  </a:cubicBezTo>
                  <a:cubicBezTo>
                    <a:pt x="246" y="224"/>
                    <a:pt x="245" y="223"/>
                    <a:pt x="245" y="222"/>
                  </a:cubicBezTo>
                  <a:cubicBezTo>
                    <a:pt x="245" y="221"/>
                    <a:pt x="245" y="220"/>
                    <a:pt x="246" y="219"/>
                  </a:cubicBezTo>
                  <a:cubicBezTo>
                    <a:pt x="246" y="219"/>
                    <a:pt x="248" y="217"/>
                    <a:pt x="248" y="216"/>
                  </a:cubicBezTo>
                  <a:cubicBezTo>
                    <a:pt x="249" y="216"/>
                    <a:pt x="251" y="214"/>
                    <a:pt x="251" y="213"/>
                  </a:cubicBezTo>
                  <a:cubicBezTo>
                    <a:pt x="252" y="212"/>
                    <a:pt x="252" y="210"/>
                    <a:pt x="253" y="209"/>
                  </a:cubicBezTo>
                  <a:cubicBezTo>
                    <a:pt x="253" y="208"/>
                    <a:pt x="253" y="207"/>
                    <a:pt x="253" y="207"/>
                  </a:cubicBezTo>
                  <a:cubicBezTo>
                    <a:pt x="253" y="205"/>
                    <a:pt x="253" y="203"/>
                    <a:pt x="253" y="202"/>
                  </a:cubicBezTo>
                  <a:cubicBezTo>
                    <a:pt x="253" y="201"/>
                    <a:pt x="254" y="199"/>
                    <a:pt x="254" y="198"/>
                  </a:cubicBezTo>
                  <a:cubicBezTo>
                    <a:pt x="255" y="197"/>
                    <a:pt x="256" y="196"/>
                    <a:pt x="256" y="195"/>
                  </a:cubicBezTo>
                  <a:cubicBezTo>
                    <a:pt x="257" y="194"/>
                    <a:pt x="257" y="192"/>
                    <a:pt x="257" y="191"/>
                  </a:cubicBezTo>
                  <a:cubicBezTo>
                    <a:pt x="257" y="190"/>
                    <a:pt x="256" y="188"/>
                    <a:pt x="255" y="187"/>
                  </a:cubicBezTo>
                  <a:cubicBezTo>
                    <a:pt x="255" y="185"/>
                    <a:pt x="255" y="182"/>
                    <a:pt x="256" y="181"/>
                  </a:cubicBezTo>
                  <a:cubicBezTo>
                    <a:pt x="256" y="179"/>
                    <a:pt x="258" y="177"/>
                    <a:pt x="258" y="176"/>
                  </a:cubicBezTo>
                  <a:cubicBezTo>
                    <a:pt x="259" y="175"/>
                    <a:pt x="260" y="173"/>
                    <a:pt x="260" y="172"/>
                  </a:cubicBezTo>
                  <a:cubicBezTo>
                    <a:pt x="260" y="171"/>
                    <a:pt x="260" y="169"/>
                    <a:pt x="260" y="168"/>
                  </a:cubicBezTo>
                  <a:cubicBezTo>
                    <a:pt x="261" y="167"/>
                    <a:pt x="262" y="166"/>
                    <a:pt x="262" y="165"/>
                  </a:cubicBezTo>
                  <a:cubicBezTo>
                    <a:pt x="263" y="164"/>
                    <a:pt x="262" y="162"/>
                    <a:pt x="262" y="161"/>
                  </a:cubicBezTo>
                  <a:cubicBezTo>
                    <a:pt x="263" y="159"/>
                    <a:pt x="266" y="158"/>
                    <a:pt x="267" y="157"/>
                  </a:cubicBezTo>
                  <a:cubicBezTo>
                    <a:pt x="268" y="156"/>
                    <a:pt x="269" y="155"/>
                    <a:pt x="270" y="154"/>
                  </a:cubicBezTo>
                  <a:cubicBezTo>
                    <a:pt x="270" y="154"/>
                    <a:pt x="270" y="152"/>
                    <a:pt x="270" y="151"/>
                  </a:cubicBezTo>
                  <a:cubicBezTo>
                    <a:pt x="271" y="150"/>
                    <a:pt x="271" y="148"/>
                    <a:pt x="272" y="147"/>
                  </a:cubicBezTo>
                  <a:cubicBezTo>
                    <a:pt x="272" y="146"/>
                    <a:pt x="274" y="145"/>
                    <a:pt x="274" y="144"/>
                  </a:cubicBezTo>
                  <a:cubicBezTo>
                    <a:pt x="275" y="143"/>
                    <a:pt x="276" y="141"/>
                    <a:pt x="276" y="140"/>
                  </a:cubicBezTo>
                  <a:cubicBezTo>
                    <a:pt x="277" y="139"/>
                    <a:pt x="278" y="137"/>
                    <a:pt x="278" y="137"/>
                  </a:cubicBezTo>
                  <a:cubicBezTo>
                    <a:pt x="278" y="135"/>
                    <a:pt x="278" y="133"/>
                    <a:pt x="279" y="132"/>
                  </a:cubicBezTo>
                  <a:cubicBezTo>
                    <a:pt x="279" y="131"/>
                    <a:pt x="281" y="130"/>
                    <a:pt x="281" y="129"/>
                  </a:cubicBezTo>
                  <a:cubicBezTo>
                    <a:pt x="282" y="128"/>
                    <a:pt x="284" y="126"/>
                    <a:pt x="284" y="125"/>
                  </a:cubicBezTo>
                  <a:cubicBezTo>
                    <a:pt x="284" y="124"/>
                    <a:pt x="284" y="121"/>
                    <a:pt x="285" y="120"/>
                  </a:cubicBezTo>
                  <a:cubicBezTo>
                    <a:pt x="285" y="120"/>
                    <a:pt x="285" y="118"/>
                    <a:pt x="285" y="118"/>
                  </a:cubicBezTo>
                  <a:cubicBezTo>
                    <a:pt x="285" y="117"/>
                    <a:pt x="284" y="116"/>
                    <a:pt x="284" y="115"/>
                  </a:cubicBezTo>
                  <a:cubicBezTo>
                    <a:pt x="284" y="115"/>
                    <a:pt x="284" y="113"/>
                    <a:pt x="284" y="112"/>
                  </a:cubicBezTo>
                  <a:cubicBezTo>
                    <a:pt x="285" y="112"/>
                    <a:pt x="287" y="111"/>
                    <a:pt x="287" y="110"/>
                  </a:cubicBezTo>
                  <a:cubicBezTo>
                    <a:pt x="288" y="110"/>
                    <a:pt x="288" y="109"/>
                    <a:pt x="289" y="108"/>
                  </a:cubicBezTo>
                  <a:cubicBezTo>
                    <a:pt x="289" y="107"/>
                    <a:pt x="291" y="106"/>
                    <a:pt x="291" y="106"/>
                  </a:cubicBezTo>
                  <a:cubicBezTo>
                    <a:pt x="292" y="105"/>
                    <a:pt x="293" y="105"/>
                    <a:pt x="294" y="104"/>
                  </a:cubicBezTo>
                  <a:cubicBezTo>
                    <a:pt x="294" y="104"/>
                    <a:pt x="296" y="102"/>
                    <a:pt x="297" y="102"/>
                  </a:cubicBezTo>
                  <a:cubicBezTo>
                    <a:pt x="297" y="101"/>
                    <a:pt x="298" y="100"/>
                    <a:pt x="299" y="99"/>
                  </a:cubicBezTo>
                  <a:cubicBezTo>
                    <a:pt x="300" y="98"/>
                    <a:pt x="302" y="98"/>
                    <a:pt x="302" y="97"/>
                  </a:cubicBezTo>
                  <a:cubicBezTo>
                    <a:pt x="302" y="97"/>
                    <a:pt x="302" y="97"/>
                    <a:pt x="302" y="97"/>
                  </a:cubicBezTo>
                  <a:cubicBezTo>
                    <a:pt x="301" y="96"/>
                    <a:pt x="299" y="96"/>
                    <a:pt x="298" y="9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62"/>
            <p:cNvSpPr>
              <a:spLocks/>
            </p:cNvSpPr>
            <p:nvPr/>
          </p:nvSpPr>
          <p:spPr bwMode="auto">
            <a:xfrm>
              <a:off x="3867150" y="3935413"/>
              <a:ext cx="12700" cy="19050"/>
            </a:xfrm>
            <a:custGeom>
              <a:avLst/>
              <a:gdLst/>
              <a:ahLst/>
              <a:cxnLst>
                <a:cxn ang="0">
                  <a:pos x="0" y="8"/>
                </a:cxn>
                <a:cxn ang="0">
                  <a:pos x="0" y="10"/>
                </a:cxn>
                <a:cxn ang="0">
                  <a:pos x="3" y="11"/>
                </a:cxn>
                <a:cxn ang="0">
                  <a:pos x="4" y="9"/>
                </a:cxn>
                <a:cxn ang="0">
                  <a:pos x="5" y="7"/>
                </a:cxn>
                <a:cxn ang="0">
                  <a:pos x="6" y="6"/>
                </a:cxn>
                <a:cxn ang="0">
                  <a:pos x="7" y="3"/>
                </a:cxn>
                <a:cxn ang="0">
                  <a:pos x="6" y="0"/>
                </a:cxn>
                <a:cxn ang="0">
                  <a:pos x="3" y="1"/>
                </a:cxn>
                <a:cxn ang="0">
                  <a:pos x="1" y="3"/>
                </a:cxn>
                <a:cxn ang="0">
                  <a:pos x="1" y="6"/>
                </a:cxn>
                <a:cxn ang="0">
                  <a:pos x="0" y="8"/>
                </a:cxn>
              </a:cxnLst>
              <a:rect l="0" t="0" r="r" b="b"/>
              <a:pathLst>
                <a:path w="7" h="11">
                  <a:moveTo>
                    <a:pt x="0" y="8"/>
                  </a:moveTo>
                  <a:cubicBezTo>
                    <a:pt x="0" y="9"/>
                    <a:pt x="0" y="10"/>
                    <a:pt x="0" y="10"/>
                  </a:cubicBezTo>
                  <a:cubicBezTo>
                    <a:pt x="1" y="11"/>
                    <a:pt x="2" y="11"/>
                    <a:pt x="3" y="11"/>
                  </a:cubicBezTo>
                  <a:cubicBezTo>
                    <a:pt x="3" y="11"/>
                    <a:pt x="4" y="10"/>
                    <a:pt x="4" y="9"/>
                  </a:cubicBezTo>
                  <a:cubicBezTo>
                    <a:pt x="5" y="9"/>
                    <a:pt x="4" y="7"/>
                    <a:pt x="5" y="7"/>
                  </a:cubicBezTo>
                  <a:cubicBezTo>
                    <a:pt x="5" y="7"/>
                    <a:pt x="6" y="7"/>
                    <a:pt x="6" y="6"/>
                  </a:cubicBezTo>
                  <a:cubicBezTo>
                    <a:pt x="6" y="6"/>
                    <a:pt x="7" y="4"/>
                    <a:pt x="7" y="3"/>
                  </a:cubicBezTo>
                  <a:cubicBezTo>
                    <a:pt x="7" y="3"/>
                    <a:pt x="7" y="1"/>
                    <a:pt x="6" y="0"/>
                  </a:cubicBezTo>
                  <a:cubicBezTo>
                    <a:pt x="5" y="0"/>
                    <a:pt x="4" y="1"/>
                    <a:pt x="3" y="1"/>
                  </a:cubicBezTo>
                  <a:cubicBezTo>
                    <a:pt x="2" y="1"/>
                    <a:pt x="2" y="3"/>
                    <a:pt x="1" y="3"/>
                  </a:cubicBezTo>
                  <a:cubicBezTo>
                    <a:pt x="1" y="4"/>
                    <a:pt x="1" y="5"/>
                    <a:pt x="1" y="6"/>
                  </a:cubicBezTo>
                  <a:cubicBezTo>
                    <a:pt x="1" y="7"/>
                    <a:pt x="0" y="7"/>
                    <a:pt x="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63"/>
            <p:cNvSpPr>
              <a:spLocks/>
            </p:cNvSpPr>
            <p:nvPr/>
          </p:nvSpPr>
          <p:spPr bwMode="auto">
            <a:xfrm>
              <a:off x="3695700" y="3981450"/>
              <a:ext cx="11112" cy="12700"/>
            </a:xfrm>
            <a:custGeom>
              <a:avLst/>
              <a:gdLst/>
              <a:ahLst/>
              <a:cxnLst>
                <a:cxn ang="0">
                  <a:pos x="3" y="7"/>
                </a:cxn>
                <a:cxn ang="0">
                  <a:pos x="6" y="4"/>
                </a:cxn>
                <a:cxn ang="0">
                  <a:pos x="5" y="1"/>
                </a:cxn>
                <a:cxn ang="0">
                  <a:pos x="2" y="1"/>
                </a:cxn>
                <a:cxn ang="0">
                  <a:pos x="0" y="4"/>
                </a:cxn>
                <a:cxn ang="0">
                  <a:pos x="0" y="6"/>
                </a:cxn>
                <a:cxn ang="0">
                  <a:pos x="3" y="7"/>
                </a:cxn>
              </a:cxnLst>
              <a:rect l="0" t="0" r="r" b="b"/>
              <a:pathLst>
                <a:path w="6" h="7">
                  <a:moveTo>
                    <a:pt x="3" y="7"/>
                  </a:moveTo>
                  <a:cubicBezTo>
                    <a:pt x="4" y="7"/>
                    <a:pt x="6" y="5"/>
                    <a:pt x="6" y="4"/>
                  </a:cubicBezTo>
                  <a:cubicBezTo>
                    <a:pt x="6" y="3"/>
                    <a:pt x="6" y="1"/>
                    <a:pt x="5" y="1"/>
                  </a:cubicBezTo>
                  <a:cubicBezTo>
                    <a:pt x="4" y="0"/>
                    <a:pt x="2" y="1"/>
                    <a:pt x="2" y="1"/>
                  </a:cubicBezTo>
                  <a:cubicBezTo>
                    <a:pt x="1" y="2"/>
                    <a:pt x="0" y="3"/>
                    <a:pt x="0" y="4"/>
                  </a:cubicBezTo>
                  <a:cubicBezTo>
                    <a:pt x="0" y="4"/>
                    <a:pt x="0" y="6"/>
                    <a:pt x="0" y="6"/>
                  </a:cubicBezTo>
                  <a:cubicBezTo>
                    <a:pt x="1" y="7"/>
                    <a:pt x="3" y="7"/>
                    <a:pt x="3"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64"/>
            <p:cNvSpPr>
              <a:spLocks/>
            </p:cNvSpPr>
            <p:nvPr/>
          </p:nvSpPr>
          <p:spPr bwMode="auto">
            <a:xfrm>
              <a:off x="3711575" y="4038600"/>
              <a:ext cx="31750" cy="31750"/>
            </a:xfrm>
            <a:custGeom>
              <a:avLst/>
              <a:gdLst/>
              <a:ahLst/>
              <a:cxnLst>
                <a:cxn ang="0">
                  <a:pos x="14" y="11"/>
                </a:cxn>
                <a:cxn ang="0">
                  <a:pos x="16" y="10"/>
                </a:cxn>
                <a:cxn ang="0">
                  <a:pos x="18" y="6"/>
                </a:cxn>
                <a:cxn ang="0">
                  <a:pos x="18" y="2"/>
                </a:cxn>
                <a:cxn ang="0">
                  <a:pos x="16" y="0"/>
                </a:cxn>
                <a:cxn ang="0">
                  <a:pos x="13" y="0"/>
                </a:cxn>
                <a:cxn ang="0">
                  <a:pos x="9" y="2"/>
                </a:cxn>
                <a:cxn ang="0">
                  <a:pos x="5" y="1"/>
                </a:cxn>
                <a:cxn ang="0">
                  <a:pos x="1" y="3"/>
                </a:cxn>
                <a:cxn ang="0">
                  <a:pos x="0" y="5"/>
                </a:cxn>
                <a:cxn ang="0">
                  <a:pos x="2" y="8"/>
                </a:cxn>
                <a:cxn ang="0">
                  <a:pos x="2" y="10"/>
                </a:cxn>
                <a:cxn ang="0">
                  <a:pos x="1" y="12"/>
                </a:cxn>
                <a:cxn ang="0">
                  <a:pos x="1" y="16"/>
                </a:cxn>
                <a:cxn ang="0">
                  <a:pos x="4" y="19"/>
                </a:cxn>
                <a:cxn ang="0">
                  <a:pos x="9" y="17"/>
                </a:cxn>
                <a:cxn ang="0">
                  <a:pos x="12" y="13"/>
                </a:cxn>
                <a:cxn ang="0">
                  <a:pos x="14" y="11"/>
                </a:cxn>
              </a:cxnLst>
              <a:rect l="0" t="0" r="r" b="b"/>
              <a:pathLst>
                <a:path w="18" h="19">
                  <a:moveTo>
                    <a:pt x="14" y="11"/>
                  </a:moveTo>
                  <a:cubicBezTo>
                    <a:pt x="14" y="11"/>
                    <a:pt x="15" y="10"/>
                    <a:pt x="16" y="10"/>
                  </a:cubicBezTo>
                  <a:cubicBezTo>
                    <a:pt x="16" y="9"/>
                    <a:pt x="17" y="7"/>
                    <a:pt x="18" y="6"/>
                  </a:cubicBezTo>
                  <a:cubicBezTo>
                    <a:pt x="18" y="5"/>
                    <a:pt x="18" y="3"/>
                    <a:pt x="18" y="2"/>
                  </a:cubicBezTo>
                  <a:cubicBezTo>
                    <a:pt x="18" y="2"/>
                    <a:pt x="17" y="0"/>
                    <a:pt x="16" y="0"/>
                  </a:cubicBezTo>
                  <a:cubicBezTo>
                    <a:pt x="16" y="0"/>
                    <a:pt x="14" y="0"/>
                    <a:pt x="13" y="0"/>
                  </a:cubicBezTo>
                  <a:cubicBezTo>
                    <a:pt x="12" y="0"/>
                    <a:pt x="10" y="2"/>
                    <a:pt x="9" y="2"/>
                  </a:cubicBezTo>
                  <a:cubicBezTo>
                    <a:pt x="8" y="2"/>
                    <a:pt x="6" y="1"/>
                    <a:pt x="5" y="1"/>
                  </a:cubicBezTo>
                  <a:cubicBezTo>
                    <a:pt x="4" y="2"/>
                    <a:pt x="2" y="2"/>
                    <a:pt x="1" y="3"/>
                  </a:cubicBezTo>
                  <a:cubicBezTo>
                    <a:pt x="1" y="3"/>
                    <a:pt x="0" y="4"/>
                    <a:pt x="0" y="5"/>
                  </a:cubicBezTo>
                  <a:cubicBezTo>
                    <a:pt x="0" y="6"/>
                    <a:pt x="2" y="7"/>
                    <a:pt x="2" y="8"/>
                  </a:cubicBezTo>
                  <a:cubicBezTo>
                    <a:pt x="2" y="8"/>
                    <a:pt x="2" y="10"/>
                    <a:pt x="2" y="10"/>
                  </a:cubicBezTo>
                  <a:cubicBezTo>
                    <a:pt x="2" y="11"/>
                    <a:pt x="1" y="12"/>
                    <a:pt x="1" y="12"/>
                  </a:cubicBezTo>
                  <a:cubicBezTo>
                    <a:pt x="0" y="13"/>
                    <a:pt x="1" y="16"/>
                    <a:pt x="1" y="16"/>
                  </a:cubicBezTo>
                  <a:cubicBezTo>
                    <a:pt x="2" y="17"/>
                    <a:pt x="3" y="19"/>
                    <a:pt x="4" y="19"/>
                  </a:cubicBezTo>
                  <a:cubicBezTo>
                    <a:pt x="5" y="19"/>
                    <a:pt x="8" y="18"/>
                    <a:pt x="9" y="17"/>
                  </a:cubicBezTo>
                  <a:cubicBezTo>
                    <a:pt x="10" y="16"/>
                    <a:pt x="11" y="14"/>
                    <a:pt x="12" y="13"/>
                  </a:cubicBezTo>
                  <a:cubicBezTo>
                    <a:pt x="13" y="13"/>
                    <a:pt x="14" y="12"/>
                    <a:pt x="14"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65"/>
            <p:cNvSpPr>
              <a:spLocks/>
            </p:cNvSpPr>
            <p:nvPr/>
          </p:nvSpPr>
          <p:spPr bwMode="auto">
            <a:xfrm>
              <a:off x="3702050" y="3976688"/>
              <a:ext cx="53975" cy="50800"/>
            </a:xfrm>
            <a:custGeom>
              <a:avLst/>
              <a:gdLst/>
              <a:ahLst/>
              <a:cxnLst>
                <a:cxn ang="0">
                  <a:pos x="13" y="26"/>
                </a:cxn>
                <a:cxn ang="0">
                  <a:pos x="17" y="27"/>
                </a:cxn>
                <a:cxn ang="0">
                  <a:pos x="19" y="29"/>
                </a:cxn>
                <a:cxn ang="0">
                  <a:pos x="22" y="30"/>
                </a:cxn>
                <a:cxn ang="0">
                  <a:pos x="25" y="29"/>
                </a:cxn>
                <a:cxn ang="0">
                  <a:pos x="26" y="27"/>
                </a:cxn>
                <a:cxn ang="0">
                  <a:pos x="29" y="25"/>
                </a:cxn>
                <a:cxn ang="0">
                  <a:pos x="30" y="21"/>
                </a:cxn>
                <a:cxn ang="0">
                  <a:pos x="32" y="18"/>
                </a:cxn>
                <a:cxn ang="0">
                  <a:pos x="32" y="12"/>
                </a:cxn>
                <a:cxn ang="0">
                  <a:pos x="32" y="7"/>
                </a:cxn>
                <a:cxn ang="0">
                  <a:pos x="30" y="4"/>
                </a:cxn>
                <a:cxn ang="0">
                  <a:pos x="29" y="0"/>
                </a:cxn>
                <a:cxn ang="0">
                  <a:pos x="26" y="0"/>
                </a:cxn>
                <a:cxn ang="0">
                  <a:pos x="23" y="3"/>
                </a:cxn>
                <a:cxn ang="0">
                  <a:pos x="18" y="7"/>
                </a:cxn>
                <a:cxn ang="0">
                  <a:pos x="13" y="9"/>
                </a:cxn>
                <a:cxn ang="0">
                  <a:pos x="8" y="11"/>
                </a:cxn>
                <a:cxn ang="0">
                  <a:pos x="6" y="14"/>
                </a:cxn>
                <a:cxn ang="0">
                  <a:pos x="1" y="17"/>
                </a:cxn>
                <a:cxn ang="0">
                  <a:pos x="0" y="23"/>
                </a:cxn>
                <a:cxn ang="0">
                  <a:pos x="1" y="27"/>
                </a:cxn>
                <a:cxn ang="0">
                  <a:pos x="4" y="29"/>
                </a:cxn>
                <a:cxn ang="0">
                  <a:pos x="10" y="28"/>
                </a:cxn>
                <a:cxn ang="0">
                  <a:pos x="13" y="26"/>
                </a:cxn>
              </a:cxnLst>
              <a:rect l="0" t="0" r="r" b="b"/>
              <a:pathLst>
                <a:path w="32" h="30">
                  <a:moveTo>
                    <a:pt x="13" y="26"/>
                  </a:moveTo>
                  <a:cubicBezTo>
                    <a:pt x="14" y="26"/>
                    <a:pt x="16" y="26"/>
                    <a:pt x="17" y="27"/>
                  </a:cubicBezTo>
                  <a:cubicBezTo>
                    <a:pt x="18" y="27"/>
                    <a:pt x="19" y="29"/>
                    <a:pt x="19" y="29"/>
                  </a:cubicBezTo>
                  <a:cubicBezTo>
                    <a:pt x="20" y="30"/>
                    <a:pt x="21" y="30"/>
                    <a:pt x="22" y="30"/>
                  </a:cubicBezTo>
                  <a:cubicBezTo>
                    <a:pt x="22" y="30"/>
                    <a:pt x="24" y="29"/>
                    <a:pt x="25" y="29"/>
                  </a:cubicBezTo>
                  <a:cubicBezTo>
                    <a:pt x="25" y="28"/>
                    <a:pt x="26" y="28"/>
                    <a:pt x="26" y="27"/>
                  </a:cubicBezTo>
                  <a:cubicBezTo>
                    <a:pt x="27" y="27"/>
                    <a:pt x="28" y="26"/>
                    <a:pt x="29" y="25"/>
                  </a:cubicBezTo>
                  <a:cubicBezTo>
                    <a:pt x="29" y="24"/>
                    <a:pt x="30" y="22"/>
                    <a:pt x="30" y="21"/>
                  </a:cubicBezTo>
                  <a:cubicBezTo>
                    <a:pt x="31" y="20"/>
                    <a:pt x="32" y="19"/>
                    <a:pt x="32" y="18"/>
                  </a:cubicBezTo>
                  <a:cubicBezTo>
                    <a:pt x="32" y="17"/>
                    <a:pt x="32" y="13"/>
                    <a:pt x="32" y="12"/>
                  </a:cubicBezTo>
                  <a:cubicBezTo>
                    <a:pt x="32" y="11"/>
                    <a:pt x="32" y="8"/>
                    <a:pt x="32" y="7"/>
                  </a:cubicBezTo>
                  <a:cubicBezTo>
                    <a:pt x="32" y="6"/>
                    <a:pt x="31" y="5"/>
                    <a:pt x="30" y="4"/>
                  </a:cubicBezTo>
                  <a:cubicBezTo>
                    <a:pt x="30" y="3"/>
                    <a:pt x="30" y="1"/>
                    <a:pt x="29" y="0"/>
                  </a:cubicBezTo>
                  <a:cubicBezTo>
                    <a:pt x="28" y="0"/>
                    <a:pt x="27" y="0"/>
                    <a:pt x="26" y="0"/>
                  </a:cubicBezTo>
                  <a:cubicBezTo>
                    <a:pt x="25" y="0"/>
                    <a:pt x="23" y="2"/>
                    <a:pt x="23" y="3"/>
                  </a:cubicBezTo>
                  <a:cubicBezTo>
                    <a:pt x="21" y="4"/>
                    <a:pt x="19" y="6"/>
                    <a:pt x="18" y="7"/>
                  </a:cubicBezTo>
                  <a:cubicBezTo>
                    <a:pt x="17" y="7"/>
                    <a:pt x="14" y="8"/>
                    <a:pt x="13" y="9"/>
                  </a:cubicBezTo>
                  <a:cubicBezTo>
                    <a:pt x="12" y="10"/>
                    <a:pt x="9" y="10"/>
                    <a:pt x="8" y="11"/>
                  </a:cubicBezTo>
                  <a:cubicBezTo>
                    <a:pt x="8" y="12"/>
                    <a:pt x="7" y="13"/>
                    <a:pt x="6" y="14"/>
                  </a:cubicBezTo>
                  <a:cubicBezTo>
                    <a:pt x="5" y="15"/>
                    <a:pt x="1" y="16"/>
                    <a:pt x="1" y="17"/>
                  </a:cubicBezTo>
                  <a:cubicBezTo>
                    <a:pt x="0" y="18"/>
                    <a:pt x="0" y="21"/>
                    <a:pt x="0" y="23"/>
                  </a:cubicBezTo>
                  <a:cubicBezTo>
                    <a:pt x="0" y="24"/>
                    <a:pt x="1" y="26"/>
                    <a:pt x="1" y="27"/>
                  </a:cubicBezTo>
                  <a:cubicBezTo>
                    <a:pt x="2" y="28"/>
                    <a:pt x="3" y="29"/>
                    <a:pt x="4" y="29"/>
                  </a:cubicBezTo>
                  <a:cubicBezTo>
                    <a:pt x="6" y="29"/>
                    <a:pt x="9" y="28"/>
                    <a:pt x="10" y="28"/>
                  </a:cubicBezTo>
                  <a:cubicBezTo>
                    <a:pt x="11" y="28"/>
                    <a:pt x="12" y="26"/>
                    <a:pt x="13"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66"/>
            <p:cNvSpPr>
              <a:spLocks noEditPoints="1"/>
            </p:cNvSpPr>
            <p:nvPr/>
          </p:nvSpPr>
          <p:spPr bwMode="auto">
            <a:xfrm>
              <a:off x="3867150" y="2065338"/>
              <a:ext cx="627062" cy="1001713"/>
            </a:xfrm>
            <a:custGeom>
              <a:avLst/>
              <a:gdLst/>
              <a:ahLst/>
              <a:cxnLst>
                <a:cxn ang="0">
                  <a:pos x="320" y="308"/>
                </a:cxn>
                <a:cxn ang="0">
                  <a:pos x="301" y="282"/>
                </a:cxn>
                <a:cxn ang="0">
                  <a:pos x="287" y="262"/>
                </a:cxn>
                <a:cxn ang="0">
                  <a:pos x="290" y="244"/>
                </a:cxn>
                <a:cxn ang="0">
                  <a:pos x="318" y="235"/>
                </a:cxn>
                <a:cxn ang="0">
                  <a:pos x="335" y="208"/>
                </a:cxn>
                <a:cxn ang="0">
                  <a:pos x="326" y="163"/>
                </a:cxn>
                <a:cxn ang="0">
                  <a:pos x="296" y="136"/>
                </a:cxn>
                <a:cxn ang="0">
                  <a:pos x="273" y="106"/>
                </a:cxn>
                <a:cxn ang="0">
                  <a:pos x="262" y="109"/>
                </a:cxn>
                <a:cxn ang="0">
                  <a:pos x="241" y="70"/>
                </a:cxn>
                <a:cxn ang="0">
                  <a:pos x="216" y="45"/>
                </a:cxn>
                <a:cxn ang="0">
                  <a:pos x="192" y="16"/>
                </a:cxn>
                <a:cxn ang="0">
                  <a:pos x="159" y="35"/>
                </a:cxn>
                <a:cxn ang="0">
                  <a:pos x="136" y="93"/>
                </a:cxn>
                <a:cxn ang="0">
                  <a:pos x="161" y="124"/>
                </a:cxn>
                <a:cxn ang="0">
                  <a:pos x="142" y="178"/>
                </a:cxn>
                <a:cxn ang="0">
                  <a:pos x="63" y="178"/>
                </a:cxn>
                <a:cxn ang="0">
                  <a:pos x="20" y="251"/>
                </a:cxn>
                <a:cxn ang="0">
                  <a:pos x="2" y="307"/>
                </a:cxn>
                <a:cxn ang="0">
                  <a:pos x="11" y="348"/>
                </a:cxn>
                <a:cxn ang="0">
                  <a:pos x="3" y="399"/>
                </a:cxn>
                <a:cxn ang="0">
                  <a:pos x="16" y="462"/>
                </a:cxn>
                <a:cxn ang="0">
                  <a:pos x="45" y="473"/>
                </a:cxn>
                <a:cxn ang="0">
                  <a:pos x="66" y="502"/>
                </a:cxn>
                <a:cxn ang="0">
                  <a:pos x="86" y="517"/>
                </a:cxn>
                <a:cxn ang="0">
                  <a:pos x="100" y="562"/>
                </a:cxn>
                <a:cxn ang="0">
                  <a:pos x="136" y="573"/>
                </a:cxn>
                <a:cxn ang="0">
                  <a:pos x="168" y="584"/>
                </a:cxn>
                <a:cxn ang="0">
                  <a:pos x="179" y="557"/>
                </a:cxn>
                <a:cxn ang="0">
                  <a:pos x="194" y="539"/>
                </a:cxn>
                <a:cxn ang="0">
                  <a:pos x="208" y="540"/>
                </a:cxn>
                <a:cxn ang="0">
                  <a:pos x="222" y="536"/>
                </a:cxn>
                <a:cxn ang="0">
                  <a:pos x="244" y="491"/>
                </a:cxn>
                <a:cxn ang="0">
                  <a:pos x="235" y="471"/>
                </a:cxn>
                <a:cxn ang="0">
                  <a:pos x="205" y="453"/>
                </a:cxn>
                <a:cxn ang="0">
                  <a:pos x="200" y="424"/>
                </a:cxn>
                <a:cxn ang="0">
                  <a:pos x="228" y="423"/>
                </a:cxn>
                <a:cxn ang="0">
                  <a:pos x="283" y="402"/>
                </a:cxn>
                <a:cxn ang="0">
                  <a:pos x="324" y="401"/>
                </a:cxn>
                <a:cxn ang="0">
                  <a:pos x="356" y="365"/>
                </a:cxn>
                <a:cxn ang="0">
                  <a:pos x="187" y="324"/>
                </a:cxn>
                <a:cxn ang="0">
                  <a:pos x="180" y="328"/>
                </a:cxn>
                <a:cxn ang="0">
                  <a:pos x="181" y="353"/>
                </a:cxn>
                <a:cxn ang="0">
                  <a:pos x="181" y="382"/>
                </a:cxn>
                <a:cxn ang="0">
                  <a:pos x="170" y="368"/>
                </a:cxn>
                <a:cxn ang="0">
                  <a:pos x="177" y="363"/>
                </a:cxn>
                <a:cxn ang="0">
                  <a:pos x="169" y="334"/>
                </a:cxn>
                <a:cxn ang="0">
                  <a:pos x="143" y="312"/>
                </a:cxn>
                <a:cxn ang="0">
                  <a:pos x="158" y="317"/>
                </a:cxn>
                <a:cxn ang="0">
                  <a:pos x="150" y="301"/>
                </a:cxn>
                <a:cxn ang="0">
                  <a:pos x="170" y="306"/>
                </a:cxn>
                <a:cxn ang="0">
                  <a:pos x="180" y="305"/>
                </a:cxn>
                <a:cxn ang="0">
                  <a:pos x="190" y="320"/>
                </a:cxn>
              </a:cxnLst>
              <a:rect l="0" t="0" r="r" b="b"/>
              <a:pathLst>
                <a:path w="365" h="585">
                  <a:moveTo>
                    <a:pt x="365" y="359"/>
                  </a:moveTo>
                  <a:cubicBezTo>
                    <a:pt x="364" y="356"/>
                    <a:pt x="361" y="353"/>
                    <a:pt x="359" y="351"/>
                  </a:cubicBezTo>
                  <a:cubicBezTo>
                    <a:pt x="357" y="348"/>
                    <a:pt x="351" y="343"/>
                    <a:pt x="349" y="340"/>
                  </a:cubicBezTo>
                  <a:cubicBezTo>
                    <a:pt x="347" y="338"/>
                    <a:pt x="342" y="334"/>
                    <a:pt x="340" y="332"/>
                  </a:cubicBezTo>
                  <a:cubicBezTo>
                    <a:pt x="338" y="329"/>
                    <a:pt x="336" y="323"/>
                    <a:pt x="334" y="320"/>
                  </a:cubicBezTo>
                  <a:cubicBezTo>
                    <a:pt x="331" y="317"/>
                    <a:pt x="324" y="311"/>
                    <a:pt x="320" y="308"/>
                  </a:cubicBezTo>
                  <a:cubicBezTo>
                    <a:pt x="319" y="307"/>
                    <a:pt x="315" y="304"/>
                    <a:pt x="313" y="302"/>
                  </a:cubicBezTo>
                  <a:cubicBezTo>
                    <a:pt x="312" y="301"/>
                    <a:pt x="310" y="299"/>
                    <a:pt x="308" y="298"/>
                  </a:cubicBezTo>
                  <a:cubicBezTo>
                    <a:pt x="307" y="297"/>
                    <a:pt x="304" y="297"/>
                    <a:pt x="303" y="295"/>
                  </a:cubicBezTo>
                  <a:cubicBezTo>
                    <a:pt x="302" y="294"/>
                    <a:pt x="302" y="291"/>
                    <a:pt x="302" y="289"/>
                  </a:cubicBezTo>
                  <a:cubicBezTo>
                    <a:pt x="303" y="288"/>
                    <a:pt x="304" y="287"/>
                    <a:pt x="304" y="286"/>
                  </a:cubicBezTo>
                  <a:cubicBezTo>
                    <a:pt x="304" y="284"/>
                    <a:pt x="302" y="282"/>
                    <a:pt x="301" y="282"/>
                  </a:cubicBezTo>
                  <a:cubicBezTo>
                    <a:pt x="300" y="281"/>
                    <a:pt x="298" y="279"/>
                    <a:pt x="297" y="279"/>
                  </a:cubicBezTo>
                  <a:cubicBezTo>
                    <a:pt x="295" y="279"/>
                    <a:pt x="293" y="279"/>
                    <a:pt x="292" y="280"/>
                  </a:cubicBezTo>
                  <a:cubicBezTo>
                    <a:pt x="291" y="280"/>
                    <a:pt x="291" y="281"/>
                    <a:pt x="290" y="281"/>
                  </a:cubicBezTo>
                  <a:cubicBezTo>
                    <a:pt x="289" y="281"/>
                    <a:pt x="289" y="277"/>
                    <a:pt x="289" y="276"/>
                  </a:cubicBezTo>
                  <a:cubicBezTo>
                    <a:pt x="289" y="274"/>
                    <a:pt x="290" y="271"/>
                    <a:pt x="289" y="270"/>
                  </a:cubicBezTo>
                  <a:cubicBezTo>
                    <a:pt x="289" y="268"/>
                    <a:pt x="288" y="264"/>
                    <a:pt x="287" y="262"/>
                  </a:cubicBezTo>
                  <a:cubicBezTo>
                    <a:pt x="286" y="260"/>
                    <a:pt x="285" y="256"/>
                    <a:pt x="284" y="254"/>
                  </a:cubicBezTo>
                  <a:cubicBezTo>
                    <a:pt x="282" y="253"/>
                    <a:pt x="278" y="251"/>
                    <a:pt x="278" y="249"/>
                  </a:cubicBezTo>
                  <a:cubicBezTo>
                    <a:pt x="277" y="248"/>
                    <a:pt x="277" y="245"/>
                    <a:pt x="278" y="244"/>
                  </a:cubicBezTo>
                  <a:cubicBezTo>
                    <a:pt x="278" y="243"/>
                    <a:pt x="280" y="242"/>
                    <a:pt x="281" y="241"/>
                  </a:cubicBezTo>
                  <a:cubicBezTo>
                    <a:pt x="283" y="241"/>
                    <a:pt x="285" y="241"/>
                    <a:pt x="286" y="242"/>
                  </a:cubicBezTo>
                  <a:cubicBezTo>
                    <a:pt x="287" y="242"/>
                    <a:pt x="289" y="244"/>
                    <a:pt x="290" y="244"/>
                  </a:cubicBezTo>
                  <a:cubicBezTo>
                    <a:pt x="291" y="244"/>
                    <a:pt x="292" y="242"/>
                    <a:pt x="294" y="241"/>
                  </a:cubicBezTo>
                  <a:cubicBezTo>
                    <a:pt x="295" y="241"/>
                    <a:pt x="298" y="241"/>
                    <a:pt x="299" y="241"/>
                  </a:cubicBezTo>
                  <a:cubicBezTo>
                    <a:pt x="301" y="241"/>
                    <a:pt x="303" y="242"/>
                    <a:pt x="304" y="242"/>
                  </a:cubicBezTo>
                  <a:cubicBezTo>
                    <a:pt x="306" y="242"/>
                    <a:pt x="309" y="242"/>
                    <a:pt x="310" y="242"/>
                  </a:cubicBezTo>
                  <a:cubicBezTo>
                    <a:pt x="311" y="241"/>
                    <a:pt x="312" y="238"/>
                    <a:pt x="313" y="238"/>
                  </a:cubicBezTo>
                  <a:cubicBezTo>
                    <a:pt x="314" y="237"/>
                    <a:pt x="317" y="236"/>
                    <a:pt x="318" y="235"/>
                  </a:cubicBezTo>
                  <a:cubicBezTo>
                    <a:pt x="319" y="234"/>
                    <a:pt x="323" y="234"/>
                    <a:pt x="324" y="234"/>
                  </a:cubicBezTo>
                  <a:cubicBezTo>
                    <a:pt x="326" y="233"/>
                    <a:pt x="330" y="233"/>
                    <a:pt x="332" y="232"/>
                  </a:cubicBezTo>
                  <a:cubicBezTo>
                    <a:pt x="333" y="231"/>
                    <a:pt x="335" y="229"/>
                    <a:pt x="335" y="227"/>
                  </a:cubicBezTo>
                  <a:cubicBezTo>
                    <a:pt x="336" y="225"/>
                    <a:pt x="335" y="222"/>
                    <a:pt x="335" y="220"/>
                  </a:cubicBezTo>
                  <a:cubicBezTo>
                    <a:pt x="335" y="218"/>
                    <a:pt x="333" y="215"/>
                    <a:pt x="333" y="213"/>
                  </a:cubicBezTo>
                  <a:cubicBezTo>
                    <a:pt x="333" y="212"/>
                    <a:pt x="334" y="209"/>
                    <a:pt x="335" y="208"/>
                  </a:cubicBezTo>
                  <a:cubicBezTo>
                    <a:pt x="335" y="207"/>
                    <a:pt x="334" y="204"/>
                    <a:pt x="335" y="203"/>
                  </a:cubicBezTo>
                  <a:cubicBezTo>
                    <a:pt x="335" y="201"/>
                    <a:pt x="338" y="198"/>
                    <a:pt x="339" y="196"/>
                  </a:cubicBezTo>
                  <a:cubicBezTo>
                    <a:pt x="340" y="195"/>
                    <a:pt x="342" y="193"/>
                    <a:pt x="344" y="192"/>
                  </a:cubicBezTo>
                  <a:cubicBezTo>
                    <a:pt x="345" y="191"/>
                    <a:pt x="347" y="188"/>
                    <a:pt x="348" y="186"/>
                  </a:cubicBezTo>
                  <a:cubicBezTo>
                    <a:pt x="346" y="184"/>
                    <a:pt x="344" y="182"/>
                    <a:pt x="342" y="180"/>
                  </a:cubicBezTo>
                  <a:cubicBezTo>
                    <a:pt x="338" y="176"/>
                    <a:pt x="330" y="167"/>
                    <a:pt x="326" y="163"/>
                  </a:cubicBezTo>
                  <a:cubicBezTo>
                    <a:pt x="322" y="160"/>
                    <a:pt x="316" y="152"/>
                    <a:pt x="313" y="149"/>
                  </a:cubicBezTo>
                  <a:cubicBezTo>
                    <a:pt x="312" y="148"/>
                    <a:pt x="309" y="145"/>
                    <a:pt x="307" y="144"/>
                  </a:cubicBezTo>
                  <a:cubicBezTo>
                    <a:pt x="306" y="144"/>
                    <a:pt x="303" y="144"/>
                    <a:pt x="302" y="145"/>
                  </a:cubicBezTo>
                  <a:cubicBezTo>
                    <a:pt x="301" y="145"/>
                    <a:pt x="299" y="146"/>
                    <a:pt x="298" y="146"/>
                  </a:cubicBezTo>
                  <a:cubicBezTo>
                    <a:pt x="297" y="145"/>
                    <a:pt x="297" y="143"/>
                    <a:pt x="297" y="142"/>
                  </a:cubicBezTo>
                  <a:cubicBezTo>
                    <a:pt x="296" y="141"/>
                    <a:pt x="297" y="137"/>
                    <a:pt x="296" y="136"/>
                  </a:cubicBezTo>
                  <a:cubicBezTo>
                    <a:pt x="295" y="134"/>
                    <a:pt x="292" y="131"/>
                    <a:pt x="290" y="130"/>
                  </a:cubicBezTo>
                  <a:cubicBezTo>
                    <a:pt x="288" y="128"/>
                    <a:pt x="283" y="125"/>
                    <a:pt x="281" y="123"/>
                  </a:cubicBezTo>
                  <a:cubicBezTo>
                    <a:pt x="279" y="122"/>
                    <a:pt x="276" y="120"/>
                    <a:pt x="275" y="118"/>
                  </a:cubicBezTo>
                  <a:cubicBezTo>
                    <a:pt x="275" y="117"/>
                    <a:pt x="273" y="115"/>
                    <a:pt x="273" y="114"/>
                  </a:cubicBezTo>
                  <a:cubicBezTo>
                    <a:pt x="273" y="113"/>
                    <a:pt x="274" y="111"/>
                    <a:pt x="274" y="110"/>
                  </a:cubicBezTo>
                  <a:cubicBezTo>
                    <a:pt x="274" y="109"/>
                    <a:pt x="273" y="107"/>
                    <a:pt x="273" y="106"/>
                  </a:cubicBezTo>
                  <a:cubicBezTo>
                    <a:pt x="273" y="105"/>
                    <a:pt x="272" y="104"/>
                    <a:pt x="272" y="103"/>
                  </a:cubicBezTo>
                  <a:cubicBezTo>
                    <a:pt x="271" y="102"/>
                    <a:pt x="270" y="101"/>
                    <a:pt x="269" y="101"/>
                  </a:cubicBezTo>
                  <a:cubicBezTo>
                    <a:pt x="268" y="101"/>
                    <a:pt x="267" y="103"/>
                    <a:pt x="267" y="103"/>
                  </a:cubicBezTo>
                  <a:cubicBezTo>
                    <a:pt x="266" y="105"/>
                    <a:pt x="268" y="107"/>
                    <a:pt x="268" y="109"/>
                  </a:cubicBezTo>
                  <a:cubicBezTo>
                    <a:pt x="267" y="110"/>
                    <a:pt x="267" y="112"/>
                    <a:pt x="266" y="113"/>
                  </a:cubicBezTo>
                  <a:cubicBezTo>
                    <a:pt x="265" y="113"/>
                    <a:pt x="262" y="110"/>
                    <a:pt x="262" y="109"/>
                  </a:cubicBezTo>
                  <a:cubicBezTo>
                    <a:pt x="260" y="107"/>
                    <a:pt x="259" y="103"/>
                    <a:pt x="258" y="101"/>
                  </a:cubicBezTo>
                  <a:cubicBezTo>
                    <a:pt x="257" y="99"/>
                    <a:pt x="254" y="94"/>
                    <a:pt x="252" y="92"/>
                  </a:cubicBezTo>
                  <a:cubicBezTo>
                    <a:pt x="251" y="91"/>
                    <a:pt x="247" y="90"/>
                    <a:pt x="246" y="89"/>
                  </a:cubicBezTo>
                  <a:cubicBezTo>
                    <a:pt x="245" y="87"/>
                    <a:pt x="243" y="85"/>
                    <a:pt x="243" y="83"/>
                  </a:cubicBezTo>
                  <a:cubicBezTo>
                    <a:pt x="243" y="82"/>
                    <a:pt x="245" y="79"/>
                    <a:pt x="245" y="78"/>
                  </a:cubicBezTo>
                  <a:cubicBezTo>
                    <a:pt x="245" y="76"/>
                    <a:pt x="243" y="72"/>
                    <a:pt x="241" y="70"/>
                  </a:cubicBezTo>
                  <a:cubicBezTo>
                    <a:pt x="240" y="69"/>
                    <a:pt x="237" y="67"/>
                    <a:pt x="236" y="66"/>
                  </a:cubicBezTo>
                  <a:cubicBezTo>
                    <a:pt x="234" y="65"/>
                    <a:pt x="230" y="64"/>
                    <a:pt x="228" y="63"/>
                  </a:cubicBezTo>
                  <a:cubicBezTo>
                    <a:pt x="227" y="62"/>
                    <a:pt x="225" y="61"/>
                    <a:pt x="224" y="60"/>
                  </a:cubicBezTo>
                  <a:cubicBezTo>
                    <a:pt x="223" y="58"/>
                    <a:pt x="224" y="54"/>
                    <a:pt x="223" y="53"/>
                  </a:cubicBezTo>
                  <a:cubicBezTo>
                    <a:pt x="223" y="51"/>
                    <a:pt x="221" y="48"/>
                    <a:pt x="220" y="47"/>
                  </a:cubicBezTo>
                  <a:cubicBezTo>
                    <a:pt x="220" y="46"/>
                    <a:pt x="217" y="45"/>
                    <a:pt x="216" y="45"/>
                  </a:cubicBezTo>
                  <a:cubicBezTo>
                    <a:pt x="215" y="44"/>
                    <a:pt x="211" y="42"/>
                    <a:pt x="210" y="41"/>
                  </a:cubicBezTo>
                  <a:cubicBezTo>
                    <a:pt x="209" y="39"/>
                    <a:pt x="207" y="36"/>
                    <a:pt x="206" y="34"/>
                  </a:cubicBezTo>
                  <a:cubicBezTo>
                    <a:pt x="205" y="32"/>
                    <a:pt x="204" y="29"/>
                    <a:pt x="204" y="27"/>
                  </a:cubicBezTo>
                  <a:cubicBezTo>
                    <a:pt x="203" y="26"/>
                    <a:pt x="202" y="23"/>
                    <a:pt x="201" y="22"/>
                  </a:cubicBezTo>
                  <a:cubicBezTo>
                    <a:pt x="199" y="22"/>
                    <a:pt x="196" y="22"/>
                    <a:pt x="195" y="21"/>
                  </a:cubicBezTo>
                  <a:cubicBezTo>
                    <a:pt x="194" y="20"/>
                    <a:pt x="193" y="17"/>
                    <a:pt x="192" y="16"/>
                  </a:cubicBezTo>
                  <a:cubicBezTo>
                    <a:pt x="191" y="15"/>
                    <a:pt x="189" y="12"/>
                    <a:pt x="188" y="11"/>
                  </a:cubicBezTo>
                  <a:cubicBezTo>
                    <a:pt x="187" y="9"/>
                    <a:pt x="184" y="7"/>
                    <a:pt x="183" y="6"/>
                  </a:cubicBezTo>
                  <a:cubicBezTo>
                    <a:pt x="181" y="5"/>
                    <a:pt x="179" y="3"/>
                    <a:pt x="178" y="2"/>
                  </a:cubicBezTo>
                  <a:cubicBezTo>
                    <a:pt x="178" y="2"/>
                    <a:pt x="177" y="1"/>
                    <a:pt x="176" y="0"/>
                  </a:cubicBezTo>
                  <a:cubicBezTo>
                    <a:pt x="174" y="4"/>
                    <a:pt x="171" y="12"/>
                    <a:pt x="169" y="15"/>
                  </a:cubicBezTo>
                  <a:cubicBezTo>
                    <a:pt x="166" y="20"/>
                    <a:pt x="162" y="30"/>
                    <a:pt x="159" y="35"/>
                  </a:cubicBezTo>
                  <a:cubicBezTo>
                    <a:pt x="156" y="40"/>
                    <a:pt x="148" y="50"/>
                    <a:pt x="145" y="55"/>
                  </a:cubicBezTo>
                  <a:cubicBezTo>
                    <a:pt x="142" y="58"/>
                    <a:pt x="136" y="64"/>
                    <a:pt x="134" y="68"/>
                  </a:cubicBezTo>
                  <a:cubicBezTo>
                    <a:pt x="132" y="70"/>
                    <a:pt x="129" y="75"/>
                    <a:pt x="129" y="78"/>
                  </a:cubicBezTo>
                  <a:cubicBezTo>
                    <a:pt x="128" y="80"/>
                    <a:pt x="128" y="84"/>
                    <a:pt x="129" y="85"/>
                  </a:cubicBezTo>
                  <a:cubicBezTo>
                    <a:pt x="129" y="87"/>
                    <a:pt x="131" y="90"/>
                    <a:pt x="132" y="91"/>
                  </a:cubicBezTo>
                  <a:cubicBezTo>
                    <a:pt x="133" y="91"/>
                    <a:pt x="135" y="92"/>
                    <a:pt x="136" y="93"/>
                  </a:cubicBezTo>
                  <a:cubicBezTo>
                    <a:pt x="137" y="93"/>
                    <a:pt x="139" y="95"/>
                    <a:pt x="140" y="96"/>
                  </a:cubicBezTo>
                  <a:cubicBezTo>
                    <a:pt x="141" y="97"/>
                    <a:pt x="144" y="99"/>
                    <a:pt x="145" y="100"/>
                  </a:cubicBezTo>
                  <a:cubicBezTo>
                    <a:pt x="147" y="101"/>
                    <a:pt x="151" y="101"/>
                    <a:pt x="153" y="101"/>
                  </a:cubicBezTo>
                  <a:cubicBezTo>
                    <a:pt x="154" y="102"/>
                    <a:pt x="157" y="103"/>
                    <a:pt x="157" y="104"/>
                  </a:cubicBezTo>
                  <a:cubicBezTo>
                    <a:pt x="158" y="105"/>
                    <a:pt x="159" y="109"/>
                    <a:pt x="160" y="110"/>
                  </a:cubicBezTo>
                  <a:cubicBezTo>
                    <a:pt x="160" y="113"/>
                    <a:pt x="161" y="120"/>
                    <a:pt x="161" y="124"/>
                  </a:cubicBezTo>
                  <a:cubicBezTo>
                    <a:pt x="161" y="129"/>
                    <a:pt x="161" y="141"/>
                    <a:pt x="161" y="147"/>
                  </a:cubicBezTo>
                  <a:cubicBezTo>
                    <a:pt x="160" y="150"/>
                    <a:pt x="160" y="156"/>
                    <a:pt x="159" y="159"/>
                  </a:cubicBezTo>
                  <a:cubicBezTo>
                    <a:pt x="158" y="161"/>
                    <a:pt x="156" y="164"/>
                    <a:pt x="155" y="165"/>
                  </a:cubicBezTo>
                  <a:cubicBezTo>
                    <a:pt x="154" y="167"/>
                    <a:pt x="152" y="171"/>
                    <a:pt x="151" y="172"/>
                  </a:cubicBezTo>
                  <a:cubicBezTo>
                    <a:pt x="150" y="174"/>
                    <a:pt x="149" y="177"/>
                    <a:pt x="148" y="178"/>
                  </a:cubicBezTo>
                  <a:cubicBezTo>
                    <a:pt x="146" y="179"/>
                    <a:pt x="143" y="178"/>
                    <a:pt x="142" y="178"/>
                  </a:cubicBezTo>
                  <a:cubicBezTo>
                    <a:pt x="138" y="178"/>
                    <a:pt x="130" y="176"/>
                    <a:pt x="127" y="175"/>
                  </a:cubicBezTo>
                  <a:cubicBezTo>
                    <a:pt x="123" y="174"/>
                    <a:pt x="116" y="171"/>
                    <a:pt x="112" y="170"/>
                  </a:cubicBezTo>
                  <a:cubicBezTo>
                    <a:pt x="108" y="169"/>
                    <a:pt x="102" y="167"/>
                    <a:pt x="98" y="167"/>
                  </a:cubicBezTo>
                  <a:cubicBezTo>
                    <a:pt x="96" y="167"/>
                    <a:pt x="92" y="167"/>
                    <a:pt x="90" y="167"/>
                  </a:cubicBezTo>
                  <a:cubicBezTo>
                    <a:pt x="87" y="167"/>
                    <a:pt x="80" y="169"/>
                    <a:pt x="77" y="170"/>
                  </a:cubicBezTo>
                  <a:cubicBezTo>
                    <a:pt x="73" y="172"/>
                    <a:pt x="66" y="175"/>
                    <a:pt x="63" y="178"/>
                  </a:cubicBezTo>
                  <a:cubicBezTo>
                    <a:pt x="59" y="181"/>
                    <a:pt x="54" y="190"/>
                    <a:pt x="50" y="195"/>
                  </a:cubicBezTo>
                  <a:cubicBezTo>
                    <a:pt x="46" y="200"/>
                    <a:pt x="38" y="210"/>
                    <a:pt x="34" y="216"/>
                  </a:cubicBezTo>
                  <a:cubicBezTo>
                    <a:pt x="32" y="220"/>
                    <a:pt x="28" y="228"/>
                    <a:pt x="26" y="232"/>
                  </a:cubicBezTo>
                  <a:cubicBezTo>
                    <a:pt x="25" y="234"/>
                    <a:pt x="23" y="238"/>
                    <a:pt x="22" y="240"/>
                  </a:cubicBezTo>
                  <a:cubicBezTo>
                    <a:pt x="21" y="242"/>
                    <a:pt x="19" y="244"/>
                    <a:pt x="18" y="245"/>
                  </a:cubicBezTo>
                  <a:cubicBezTo>
                    <a:pt x="18" y="246"/>
                    <a:pt x="20" y="249"/>
                    <a:pt x="20" y="251"/>
                  </a:cubicBezTo>
                  <a:cubicBezTo>
                    <a:pt x="21" y="253"/>
                    <a:pt x="21" y="258"/>
                    <a:pt x="20" y="260"/>
                  </a:cubicBezTo>
                  <a:cubicBezTo>
                    <a:pt x="20" y="263"/>
                    <a:pt x="18" y="266"/>
                    <a:pt x="17" y="268"/>
                  </a:cubicBezTo>
                  <a:cubicBezTo>
                    <a:pt x="16" y="271"/>
                    <a:pt x="14" y="275"/>
                    <a:pt x="12" y="277"/>
                  </a:cubicBezTo>
                  <a:cubicBezTo>
                    <a:pt x="10" y="280"/>
                    <a:pt x="6" y="286"/>
                    <a:pt x="4" y="289"/>
                  </a:cubicBezTo>
                  <a:cubicBezTo>
                    <a:pt x="3" y="291"/>
                    <a:pt x="0" y="296"/>
                    <a:pt x="0" y="299"/>
                  </a:cubicBezTo>
                  <a:cubicBezTo>
                    <a:pt x="0" y="301"/>
                    <a:pt x="1" y="305"/>
                    <a:pt x="2" y="307"/>
                  </a:cubicBezTo>
                  <a:cubicBezTo>
                    <a:pt x="3" y="309"/>
                    <a:pt x="5" y="312"/>
                    <a:pt x="6" y="313"/>
                  </a:cubicBezTo>
                  <a:cubicBezTo>
                    <a:pt x="7" y="315"/>
                    <a:pt x="7" y="319"/>
                    <a:pt x="8" y="322"/>
                  </a:cubicBezTo>
                  <a:cubicBezTo>
                    <a:pt x="8" y="324"/>
                    <a:pt x="9" y="329"/>
                    <a:pt x="10" y="331"/>
                  </a:cubicBezTo>
                  <a:cubicBezTo>
                    <a:pt x="11" y="332"/>
                    <a:pt x="13" y="334"/>
                    <a:pt x="14" y="335"/>
                  </a:cubicBezTo>
                  <a:cubicBezTo>
                    <a:pt x="14" y="336"/>
                    <a:pt x="15" y="339"/>
                    <a:pt x="15" y="341"/>
                  </a:cubicBezTo>
                  <a:cubicBezTo>
                    <a:pt x="14" y="343"/>
                    <a:pt x="12" y="347"/>
                    <a:pt x="11" y="348"/>
                  </a:cubicBezTo>
                  <a:cubicBezTo>
                    <a:pt x="10" y="350"/>
                    <a:pt x="7" y="353"/>
                    <a:pt x="6" y="355"/>
                  </a:cubicBezTo>
                  <a:cubicBezTo>
                    <a:pt x="5" y="356"/>
                    <a:pt x="5" y="359"/>
                    <a:pt x="4" y="361"/>
                  </a:cubicBezTo>
                  <a:cubicBezTo>
                    <a:pt x="4" y="363"/>
                    <a:pt x="3" y="368"/>
                    <a:pt x="3" y="370"/>
                  </a:cubicBezTo>
                  <a:cubicBezTo>
                    <a:pt x="3" y="372"/>
                    <a:pt x="6" y="376"/>
                    <a:pt x="6" y="378"/>
                  </a:cubicBezTo>
                  <a:cubicBezTo>
                    <a:pt x="7" y="381"/>
                    <a:pt x="7" y="386"/>
                    <a:pt x="6" y="388"/>
                  </a:cubicBezTo>
                  <a:cubicBezTo>
                    <a:pt x="6" y="391"/>
                    <a:pt x="3" y="396"/>
                    <a:pt x="3" y="399"/>
                  </a:cubicBezTo>
                  <a:cubicBezTo>
                    <a:pt x="2" y="401"/>
                    <a:pt x="2" y="404"/>
                    <a:pt x="2" y="406"/>
                  </a:cubicBezTo>
                  <a:cubicBezTo>
                    <a:pt x="3" y="410"/>
                    <a:pt x="5" y="416"/>
                    <a:pt x="6" y="420"/>
                  </a:cubicBezTo>
                  <a:cubicBezTo>
                    <a:pt x="7" y="423"/>
                    <a:pt x="8" y="429"/>
                    <a:pt x="8" y="432"/>
                  </a:cubicBezTo>
                  <a:cubicBezTo>
                    <a:pt x="9" y="435"/>
                    <a:pt x="12" y="440"/>
                    <a:pt x="13" y="443"/>
                  </a:cubicBezTo>
                  <a:cubicBezTo>
                    <a:pt x="14" y="446"/>
                    <a:pt x="14" y="452"/>
                    <a:pt x="14" y="455"/>
                  </a:cubicBezTo>
                  <a:cubicBezTo>
                    <a:pt x="15" y="457"/>
                    <a:pt x="16" y="461"/>
                    <a:pt x="16" y="462"/>
                  </a:cubicBezTo>
                  <a:cubicBezTo>
                    <a:pt x="16" y="463"/>
                    <a:pt x="16" y="464"/>
                    <a:pt x="15" y="465"/>
                  </a:cubicBezTo>
                  <a:cubicBezTo>
                    <a:pt x="17" y="466"/>
                    <a:pt x="18" y="467"/>
                    <a:pt x="19" y="467"/>
                  </a:cubicBezTo>
                  <a:cubicBezTo>
                    <a:pt x="20" y="468"/>
                    <a:pt x="23" y="470"/>
                    <a:pt x="24" y="471"/>
                  </a:cubicBezTo>
                  <a:cubicBezTo>
                    <a:pt x="25" y="472"/>
                    <a:pt x="28" y="473"/>
                    <a:pt x="30" y="473"/>
                  </a:cubicBezTo>
                  <a:cubicBezTo>
                    <a:pt x="31" y="474"/>
                    <a:pt x="34" y="473"/>
                    <a:pt x="35" y="473"/>
                  </a:cubicBezTo>
                  <a:cubicBezTo>
                    <a:pt x="37" y="473"/>
                    <a:pt x="42" y="473"/>
                    <a:pt x="45" y="473"/>
                  </a:cubicBezTo>
                  <a:cubicBezTo>
                    <a:pt x="46" y="474"/>
                    <a:pt x="48" y="474"/>
                    <a:pt x="49" y="475"/>
                  </a:cubicBezTo>
                  <a:cubicBezTo>
                    <a:pt x="50" y="476"/>
                    <a:pt x="50" y="479"/>
                    <a:pt x="51" y="480"/>
                  </a:cubicBezTo>
                  <a:cubicBezTo>
                    <a:pt x="52" y="482"/>
                    <a:pt x="53" y="484"/>
                    <a:pt x="54" y="485"/>
                  </a:cubicBezTo>
                  <a:cubicBezTo>
                    <a:pt x="55" y="486"/>
                    <a:pt x="59" y="488"/>
                    <a:pt x="60" y="489"/>
                  </a:cubicBezTo>
                  <a:cubicBezTo>
                    <a:pt x="61" y="491"/>
                    <a:pt x="61" y="495"/>
                    <a:pt x="62" y="497"/>
                  </a:cubicBezTo>
                  <a:cubicBezTo>
                    <a:pt x="63" y="498"/>
                    <a:pt x="65" y="501"/>
                    <a:pt x="66" y="502"/>
                  </a:cubicBezTo>
                  <a:cubicBezTo>
                    <a:pt x="67" y="503"/>
                    <a:pt x="70" y="506"/>
                    <a:pt x="72" y="507"/>
                  </a:cubicBezTo>
                  <a:cubicBezTo>
                    <a:pt x="73" y="507"/>
                    <a:pt x="76" y="507"/>
                    <a:pt x="77" y="507"/>
                  </a:cubicBezTo>
                  <a:cubicBezTo>
                    <a:pt x="78" y="506"/>
                    <a:pt x="79" y="504"/>
                    <a:pt x="79" y="504"/>
                  </a:cubicBezTo>
                  <a:cubicBezTo>
                    <a:pt x="80" y="504"/>
                    <a:pt x="83" y="504"/>
                    <a:pt x="84" y="505"/>
                  </a:cubicBezTo>
                  <a:cubicBezTo>
                    <a:pt x="85" y="506"/>
                    <a:pt x="86" y="510"/>
                    <a:pt x="86" y="511"/>
                  </a:cubicBezTo>
                  <a:cubicBezTo>
                    <a:pt x="86" y="513"/>
                    <a:pt x="86" y="515"/>
                    <a:pt x="86" y="517"/>
                  </a:cubicBezTo>
                  <a:cubicBezTo>
                    <a:pt x="85" y="517"/>
                    <a:pt x="84" y="519"/>
                    <a:pt x="83" y="520"/>
                  </a:cubicBezTo>
                  <a:cubicBezTo>
                    <a:pt x="82" y="522"/>
                    <a:pt x="82" y="527"/>
                    <a:pt x="82" y="529"/>
                  </a:cubicBezTo>
                  <a:cubicBezTo>
                    <a:pt x="82" y="531"/>
                    <a:pt x="83" y="533"/>
                    <a:pt x="83" y="535"/>
                  </a:cubicBezTo>
                  <a:cubicBezTo>
                    <a:pt x="85" y="537"/>
                    <a:pt x="89" y="539"/>
                    <a:pt x="90" y="541"/>
                  </a:cubicBezTo>
                  <a:cubicBezTo>
                    <a:pt x="92" y="543"/>
                    <a:pt x="95" y="548"/>
                    <a:pt x="96" y="550"/>
                  </a:cubicBezTo>
                  <a:cubicBezTo>
                    <a:pt x="97" y="553"/>
                    <a:pt x="99" y="559"/>
                    <a:pt x="100" y="562"/>
                  </a:cubicBezTo>
                  <a:cubicBezTo>
                    <a:pt x="101" y="564"/>
                    <a:pt x="101" y="568"/>
                    <a:pt x="102" y="570"/>
                  </a:cubicBezTo>
                  <a:cubicBezTo>
                    <a:pt x="103" y="571"/>
                    <a:pt x="107" y="573"/>
                    <a:pt x="109" y="573"/>
                  </a:cubicBezTo>
                  <a:cubicBezTo>
                    <a:pt x="110" y="573"/>
                    <a:pt x="114" y="573"/>
                    <a:pt x="116" y="573"/>
                  </a:cubicBezTo>
                  <a:cubicBezTo>
                    <a:pt x="118" y="573"/>
                    <a:pt x="121" y="571"/>
                    <a:pt x="123" y="572"/>
                  </a:cubicBezTo>
                  <a:cubicBezTo>
                    <a:pt x="124" y="572"/>
                    <a:pt x="126" y="573"/>
                    <a:pt x="127" y="574"/>
                  </a:cubicBezTo>
                  <a:cubicBezTo>
                    <a:pt x="129" y="574"/>
                    <a:pt x="134" y="573"/>
                    <a:pt x="136" y="573"/>
                  </a:cubicBezTo>
                  <a:cubicBezTo>
                    <a:pt x="137" y="574"/>
                    <a:pt x="139" y="575"/>
                    <a:pt x="140" y="575"/>
                  </a:cubicBezTo>
                  <a:cubicBezTo>
                    <a:pt x="142" y="575"/>
                    <a:pt x="144" y="576"/>
                    <a:pt x="145" y="577"/>
                  </a:cubicBezTo>
                  <a:cubicBezTo>
                    <a:pt x="147" y="578"/>
                    <a:pt x="151" y="579"/>
                    <a:pt x="153" y="579"/>
                  </a:cubicBezTo>
                  <a:cubicBezTo>
                    <a:pt x="154" y="579"/>
                    <a:pt x="157" y="579"/>
                    <a:pt x="158" y="579"/>
                  </a:cubicBezTo>
                  <a:cubicBezTo>
                    <a:pt x="160" y="579"/>
                    <a:pt x="162" y="581"/>
                    <a:pt x="164" y="581"/>
                  </a:cubicBezTo>
                  <a:cubicBezTo>
                    <a:pt x="165" y="582"/>
                    <a:pt x="167" y="584"/>
                    <a:pt x="168" y="584"/>
                  </a:cubicBezTo>
                  <a:cubicBezTo>
                    <a:pt x="169" y="584"/>
                    <a:pt x="171" y="585"/>
                    <a:pt x="172" y="584"/>
                  </a:cubicBezTo>
                  <a:cubicBezTo>
                    <a:pt x="173" y="584"/>
                    <a:pt x="174" y="581"/>
                    <a:pt x="175" y="581"/>
                  </a:cubicBezTo>
                  <a:cubicBezTo>
                    <a:pt x="176" y="581"/>
                    <a:pt x="176" y="581"/>
                    <a:pt x="176" y="581"/>
                  </a:cubicBezTo>
                  <a:cubicBezTo>
                    <a:pt x="175" y="579"/>
                    <a:pt x="175" y="577"/>
                    <a:pt x="175" y="576"/>
                  </a:cubicBezTo>
                  <a:cubicBezTo>
                    <a:pt x="175" y="574"/>
                    <a:pt x="178" y="570"/>
                    <a:pt x="178" y="568"/>
                  </a:cubicBezTo>
                  <a:cubicBezTo>
                    <a:pt x="179" y="565"/>
                    <a:pt x="180" y="560"/>
                    <a:pt x="179" y="557"/>
                  </a:cubicBezTo>
                  <a:cubicBezTo>
                    <a:pt x="179" y="556"/>
                    <a:pt x="177" y="553"/>
                    <a:pt x="177" y="551"/>
                  </a:cubicBezTo>
                  <a:cubicBezTo>
                    <a:pt x="177" y="549"/>
                    <a:pt x="179" y="546"/>
                    <a:pt x="180" y="545"/>
                  </a:cubicBezTo>
                  <a:cubicBezTo>
                    <a:pt x="180" y="543"/>
                    <a:pt x="181" y="539"/>
                    <a:pt x="182" y="538"/>
                  </a:cubicBezTo>
                  <a:cubicBezTo>
                    <a:pt x="183" y="537"/>
                    <a:pt x="186" y="534"/>
                    <a:pt x="187" y="534"/>
                  </a:cubicBezTo>
                  <a:cubicBezTo>
                    <a:pt x="188" y="534"/>
                    <a:pt x="190" y="535"/>
                    <a:pt x="191" y="535"/>
                  </a:cubicBezTo>
                  <a:cubicBezTo>
                    <a:pt x="192" y="536"/>
                    <a:pt x="193" y="539"/>
                    <a:pt x="194" y="539"/>
                  </a:cubicBezTo>
                  <a:cubicBezTo>
                    <a:pt x="195" y="540"/>
                    <a:pt x="197" y="538"/>
                    <a:pt x="198" y="538"/>
                  </a:cubicBezTo>
                  <a:cubicBezTo>
                    <a:pt x="198" y="538"/>
                    <a:pt x="200" y="538"/>
                    <a:pt x="200" y="538"/>
                  </a:cubicBezTo>
                  <a:cubicBezTo>
                    <a:pt x="201" y="538"/>
                    <a:pt x="202" y="539"/>
                    <a:pt x="202" y="540"/>
                  </a:cubicBezTo>
                  <a:cubicBezTo>
                    <a:pt x="203" y="541"/>
                    <a:pt x="202" y="544"/>
                    <a:pt x="203" y="544"/>
                  </a:cubicBezTo>
                  <a:cubicBezTo>
                    <a:pt x="204" y="545"/>
                    <a:pt x="207" y="544"/>
                    <a:pt x="207" y="544"/>
                  </a:cubicBezTo>
                  <a:cubicBezTo>
                    <a:pt x="208" y="543"/>
                    <a:pt x="208" y="541"/>
                    <a:pt x="208" y="540"/>
                  </a:cubicBezTo>
                  <a:cubicBezTo>
                    <a:pt x="208" y="539"/>
                    <a:pt x="207" y="537"/>
                    <a:pt x="208" y="537"/>
                  </a:cubicBezTo>
                  <a:cubicBezTo>
                    <a:pt x="208" y="536"/>
                    <a:pt x="210" y="534"/>
                    <a:pt x="211" y="534"/>
                  </a:cubicBezTo>
                  <a:cubicBezTo>
                    <a:pt x="212" y="534"/>
                    <a:pt x="214" y="535"/>
                    <a:pt x="214" y="536"/>
                  </a:cubicBezTo>
                  <a:cubicBezTo>
                    <a:pt x="215" y="536"/>
                    <a:pt x="216" y="538"/>
                    <a:pt x="216" y="539"/>
                  </a:cubicBezTo>
                  <a:cubicBezTo>
                    <a:pt x="217" y="539"/>
                    <a:pt x="218" y="540"/>
                    <a:pt x="219" y="540"/>
                  </a:cubicBezTo>
                  <a:cubicBezTo>
                    <a:pt x="220" y="539"/>
                    <a:pt x="221" y="537"/>
                    <a:pt x="222" y="536"/>
                  </a:cubicBezTo>
                  <a:cubicBezTo>
                    <a:pt x="222" y="535"/>
                    <a:pt x="223" y="532"/>
                    <a:pt x="223" y="530"/>
                  </a:cubicBezTo>
                  <a:cubicBezTo>
                    <a:pt x="223" y="528"/>
                    <a:pt x="222" y="524"/>
                    <a:pt x="222" y="521"/>
                  </a:cubicBezTo>
                  <a:cubicBezTo>
                    <a:pt x="222" y="519"/>
                    <a:pt x="224" y="514"/>
                    <a:pt x="225" y="512"/>
                  </a:cubicBezTo>
                  <a:cubicBezTo>
                    <a:pt x="226" y="510"/>
                    <a:pt x="231" y="506"/>
                    <a:pt x="233" y="503"/>
                  </a:cubicBezTo>
                  <a:cubicBezTo>
                    <a:pt x="235" y="502"/>
                    <a:pt x="239" y="498"/>
                    <a:pt x="240" y="496"/>
                  </a:cubicBezTo>
                  <a:cubicBezTo>
                    <a:pt x="241" y="495"/>
                    <a:pt x="244" y="492"/>
                    <a:pt x="244" y="491"/>
                  </a:cubicBezTo>
                  <a:cubicBezTo>
                    <a:pt x="244" y="489"/>
                    <a:pt x="245" y="486"/>
                    <a:pt x="244" y="485"/>
                  </a:cubicBezTo>
                  <a:cubicBezTo>
                    <a:pt x="244" y="484"/>
                    <a:pt x="242" y="483"/>
                    <a:pt x="242" y="482"/>
                  </a:cubicBezTo>
                  <a:cubicBezTo>
                    <a:pt x="241" y="481"/>
                    <a:pt x="240" y="479"/>
                    <a:pt x="240" y="477"/>
                  </a:cubicBezTo>
                  <a:cubicBezTo>
                    <a:pt x="240" y="476"/>
                    <a:pt x="240" y="474"/>
                    <a:pt x="240" y="473"/>
                  </a:cubicBezTo>
                  <a:cubicBezTo>
                    <a:pt x="240" y="473"/>
                    <a:pt x="239" y="472"/>
                    <a:pt x="238" y="470"/>
                  </a:cubicBezTo>
                  <a:cubicBezTo>
                    <a:pt x="237" y="470"/>
                    <a:pt x="235" y="471"/>
                    <a:pt x="235" y="471"/>
                  </a:cubicBezTo>
                  <a:cubicBezTo>
                    <a:pt x="233" y="471"/>
                    <a:pt x="231" y="474"/>
                    <a:pt x="229" y="474"/>
                  </a:cubicBezTo>
                  <a:cubicBezTo>
                    <a:pt x="227" y="475"/>
                    <a:pt x="223" y="475"/>
                    <a:pt x="221" y="474"/>
                  </a:cubicBezTo>
                  <a:cubicBezTo>
                    <a:pt x="219" y="473"/>
                    <a:pt x="218" y="469"/>
                    <a:pt x="216" y="468"/>
                  </a:cubicBezTo>
                  <a:cubicBezTo>
                    <a:pt x="215" y="467"/>
                    <a:pt x="212" y="465"/>
                    <a:pt x="211" y="464"/>
                  </a:cubicBezTo>
                  <a:cubicBezTo>
                    <a:pt x="210" y="463"/>
                    <a:pt x="209" y="460"/>
                    <a:pt x="208" y="458"/>
                  </a:cubicBezTo>
                  <a:cubicBezTo>
                    <a:pt x="208" y="457"/>
                    <a:pt x="206" y="454"/>
                    <a:pt x="205" y="453"/>
                  </a:cubicBezTo>
                  <a:cubicBezTo>
                    <a:pt x="205" y="452"/>
                    <a:pt x="203" y="451"/>
                    <a:pt x="202" y="450"/>
                  </a:cubicBezTo>
                  <a:cubicBezTo>
                    <a:pt x="201" y="449"/>
                    <a:pt x="201" y="446"/>
                    <a:pt x="201" y="445"/>
                  </a:cubicBezTo>
                  <a:cubicBezTo>
                    <a:pt x="201" y="444"/>
                    <a:pt x="204" y="442"/>
                    <a:pt x="204" y="440"/>
                  </a:cubicBezTo>
                  <a:cubicBezTo>
                    <a:pt x="204" y="439"/>
                    <a:pt x="204" y="437"/>
                    <a:pt x="204" y="436"/>
                  </a:cubicBezTo>
                  <a:cubicBezTo>
                    <a:pt x="204" y="434"/>
                    <a:pt x="202" y="433"/>
                    <a:pt x="201" y="432"/>
                  </a:cubicBezTo>
                  <a:cubicBezTo>
                    <a:pt x="200" y="430"/>
                    <a:pt x="201" y="426"/>
                    <a:pt x="200" y="424"/>
                  </a:cubicBezTo>
                  <a:cubicBezTo>
                    <a:pt x="200" y="423"/>
                    <a:pt x="199" y="421"/>
                    <a:pt x="199" y="420"/>
                  </a:cubicBezTo>
                  <a:cubicBezTo>
                    <a:pt x="200" y="419"/>
                    <a:pt x="204" y="419"/>
                    <a:pt x="205" y="419"/>
                  </a:cubicBezTo>
                  <a:cubicBezTo>
                    <a:pt x="207" y="419"/>
                    <a:pt x="211" y="419"/>
                    <a:pt x="213" y="419"/>
                  </a:cubicBezTo>
                  <a:cubicBezTo>
                    <a:pt x="214" y="419"/>
                    <a:pt x="216" y="420"/>
                    <a:pt x="217" y="420"/>
                  </a:cubicBezTo>
                  <a:cubicBezTo>
                    <a:pt x="219" y="420"/>
                    <a:pt x="221" y="422"/>
                    <a:pt x="222" y="422"/>
                  </a:cubicBezTo>
                  <a:cubicBezTo>
                    <a:pt x="223" y="423"/>
                    <a:pt x="227" y="424"/>
                    <a:pt x="228" y="423"/>
                  </a:cubicBezTo>
                  <a:cubicBezTo>
                    <a:pt x="230" y="423"/>
                    <a:pt x="234" y="419"/>
                    <a:pt x="235" y="419"/>
                  </a:cubicBezTo>
                  <a:cubicBezTo>
                    <a:pt x="237" y="418"/>
                    <a:pt x="241" y="417"/>
                    <a:pt x="243" y="417"/>
                  </a:cubicBezTo>
                  <a:cubicBezTo>
                    <a:pt x="245" y="416"/>
                    <a:pt x="250" y="416"/>
                    <a:pt x="252" y="416"/>
                  </a:cubicBezTo>
                  <a:cubicBezTo>
                    <a:pt x="255" y="416"/>
                    <a:pt x="260" y="416"/>
                    <a:pt x="262" y="416"/>
                  </a:cubicBezTo>
                  <a:cubicBezTo>
                    <a:pt x="265" y="415"/>
                    <a:pt x="271" y="411"/>
                    <a:pt x="274" y="409"/>
                  </a:cubicBezTo>
                  <a:cubicBezTo>
                    <a:pt x="276" y="408"/>
                    <a:pt x="281" y="404"/>
                    <a:pt x="283" y="402"/>
                  </a:cubicBezTo>
                  <a:cubicBezTo>
                    <a:pt x="285" y="402"/>
                    <a:pt x="287" y="400"/>
                    <a:pt x="289" y="400"/>
                  </a:cubicBezTo>
                  <a:cubicBezTo>
                    <a:pt x="290" y="400"/>
                    <a:pt x="293" y="401"/>
                    <a:pt x="294" y="401"/>
                  </a:cubicBezTo>
                  <a:cubicBezTo>
                    <a:pt x="295" y="402"/>
                    <a:pt x="298" y="403"/>
                    <a:pt x="299" y="403"/>
                  </a:cubicBezTo>
                  <a:cubicBezTo>
                    <a:pt x="302" y="404"/>
                    <a:pt x="307" y="402"/>
                    <a:pt x="310" y="403"/>
                  </a:cubicBezTo>
                  <a:cubicBezTo>
                    <a:pt x="313" y="403"/>
                    <a:pt x="318" y="405"/>
                    <a:pt x="321" y="404"/>
                  </a:cubicBezTo>
                  <a:cubicBezTo>
                    <a:pt x="322" y="404"/>
                    <a:pt x="323" y="402"/>
                    <a:pt x="324" y="401"/>
                  </a:cubicBezTo>
                  <a:cubicBezTo>
                    <a:pt x="325" y="399"/>
                    <a:pt x="324" y="395"/>
                    <a:pt x="325" y="393"/>
                  </a:cubicBezTo>
                  <a:cubicBezTo>
                    <a:pt x="326" y="390"/>
                    <a:pt x="329" y="386"/>
                    <a:pt x="331" y="383"/>
                  </a:cubicBezTo>
                  <a:cubicBezTo>
                    <a:pt x="332" y="382"/>
                    <a:pt x="336" y="378"/>
                    <a:pt x="337" y="377"/>
                  </a:cubicBezTo>
                  <a:cubicBezTo>
                    <a:pt x="339" y="375"/>
                    <a:pt x="341" y="370"/>
                    <a:pt x="343" y="369"/>
                  </a:cubicBezTo>
                  <a:cubicBezTo>
                    <a:pt x="345" y="367"/>
                    <a:pt x="348" y="366"/>
                    <a:pt x="350" y="365"/>
                  </a:cubicBezTo>
                  <a:cubicBezTo>
                    <a:pt x="351" y="365"/>
                    <a:pt x="354" y="365"/>
                    <a:pt x="356" y="365"/>
                  </a:cubicBezTo>
                  <a:cubicBezTo>
                    <a:pt x="358" y="365"/>
                    <a:pt x="362" y="367"/>
                    <a:pt x="363" y="366"/>
                  </a:cubicBezTo>
                  <a:cubicBezTo>
                    <a:pt x="365" y="365"/>
                    <a:pt x="365" y="360"/>
                    <a:pt x="365" y="359"/>
                  </a:cubicBezTo>
                  <a:close/>
                  <a:moveTo>
                    <a:pt x="193" y="329"/>
                  </a:moveTo>
                  <a:cubicBezTo>
                    <a:pt x="192" y="330"/>
                    <a:pt x="191" y="330"/>
                    <a:pt x="190" y="329"/>
                  </a:cubicBezTo>
                  <a:cubicBezTo>
                    <a:pt x="189" y="329"/>
                    <a:pt x="187" y="329"/>
                    <a:pt x="187" y="328"/>
                  </a:cubicBezTo>
                  <a:cubicBezTo>
                    <a:pt x="186" y="327"/>
                    <a:pt x="187" y="325"/>
                    <a:pt x="187" y="324"/>
                  </a:cubicBezTo>
                  <a:cubicBezTo>
                    <a:pt x="187" y="323"/>
                    <a:pt x="187" y="321"/>
                    <a:pt x="186" y="321"/>
                  </a:cubicBezTo>
                  <a:cubicBezTo>
                    <a:pt x="185" y="320"/>
                    <a:pt x="184" y="319"/>
                    <a:pt x="183" y="319"/>
                  </a:cubicBezTo>
                  <a:cubicBezTo>
                    <a:pt x="182" y="319"/>
                    <a:pt x="181" y="319"/>
                    <a:pt x="180" y="320"/>
                  </a:cubicBezTo>
                  <a:cubicBezTo>
                    <a:pt x="180" y="321"/>
                    <a:pt x="182" y="322"/>
                    <a:pt x="182" y="323"/>
                  </a:cubicBezTo>
                  <a:cubicBezTo>
                    <a:pt x="182" y="324"/>
                    <a:pt x="182" y="325"/>
                    <a:pt x="182" y="326"/>
                  </a:cubicBezTo>
                  <a:cubicBezTo>
                    <a:pt x="181" y="326"/>
                    <a:pt x="180" y="327"/>
                    <a:pt x="180" y="328"/>
                  </a:cubicBezTo>
                  <a:cubicBezTo>
                    <a:pt x="179" y="328"/>
                    <a:pt x="178" y="328"/>
                    <a:pt x="178" y="329"/>
                  </a:cubicBezTo>
                  <a:cubicBezTo>
                    <a:pt x="177" y="329"/>
                    <a:pt x="177" y="331"/>
                    <a:pt x="177" y="332"/>
                  </a:cubicBezTo>
                  <a:cubicBezTo>
                    <a:pt x="177" y="334"/>
                    <a:pt x="178" y="337"/>
                    <a:pt x="178" y="338"/>
                  </a:cubicBezTo>
                  <a:cubicBezTo>
                    <a:pt x="179" y="339"/>
                    <a:pt x="178" y="341"/>
                    <a:pt x="178" y="342"/>
                  </a:cubicBezTo>
                  <a:cubicBezTo>
                    <a:pt x="178" y="344"/>
                    <a:pt x="178" y="346"/>
                    <a:pt x="178" y="347"/>
                  </a:cubicBezTo>
                  <a:cubicBezTo>
                    <a:pt x="179" y="348"/>
                    <a:pt x="180" y="351"/>
                    <a:pt x="181" y="353"/>
                  </a:cubicBezTo>
                  <a:cubicBezTo>
                    <a:pt x="181" y="354"/>
                    <a:pt x="181" y="356"/>
                    <a:pt x="181" y="357"/>
                  </a:cubicBezTo>
                  <a:cubicBezTo>
                    <a:pt x="180" y="358"/>
                    <a:pt x="180" y="361"/>
                    <a:pt x="180" y="362"/>
                  </a:cubicBezTo>
                  <a:cubicBezTo>
                    <a:pt x="180" y="363"/>
                    <a:pt x="181" y="365"/>
                    <a:pt x="182" y="366"/>
                  </a:cubicBezTo>
                  <a:cubicBezTo>
                    <a:pt x="182" y="368"/>
                    <a:pt x="182" y="371"/>
                    <a:pt x="182" y="372"/>
                  </a:cubicBezTo>
                  <a:cubicBezTo>
                    <a:pt x="182" y="373"/>
                    <a:pt x="182" y="375"/>
                    <a:pt x="182" y="376"/>
                  </a:cubicBezTo>
                  <a:cubicBezTo>
                    <a:pt x="182" y="378"/>
                    <a:pt x="182" y="381"/>
                    <a:pt x="181" y="382"/>
                  </a:cubicBezTo>
                  <a:cubicBezTo>
                    <a:pt x="181" y="383"/>
                    <a:pt x="180" y="384"/>
                    <a:pt x="180" y="385"/>
                  </a:cubicBezTo>
                  <a:cubicBezTo>
                    <a:pt x="179" y="385"/>
                    <a:pt x="178" y="386"/>
                    <a:pt x="177" y="386"/>
                  </a:cubicBezTo>
                  <a:cubicBezTo>
                    <a:pt x="176" y="385"/>
                    <a:pt x="178" y="382"/>
                    <a:pt x="177" y="381"/>
                  </a:cubicBezTo>
                  <a:cubicBezTo>
                    <a:pt x="177" y="379"/>
                    <a:pt x="174" y="377"/>
                    <a:pt x="173" y="376"/>
                  </a:cubicBezTo>
                  <a:cubicBezTo>
                    <a:pt x="172" y="375"/>
                    <a:pt x="171" y="374"/>
                    <a:pt x="171" y="373"/>
                  </a:cubicBezTo>
                  <a:cubicBezTo>
                    <a:pt x="170" y="371"/>
                    <a:pt x="170" y="369"/>
                    <a:pt x="170" y="368"/>
                  </a:cubicBezTo>
                  <a:cubicBezTo>
                    <a:pt x="170" y="366"/>
                    <a:pt x="169" y="363"/>
                    <a:pt x="169" y="362"/>
                  </a:cubicBezTo>
                  <a:cubicBezTo>
                    <a:pt x="169" y="361"/>
                    <a:pt x="169" y="360"/>
                    <a:pt x="170" y="360"/>
                  </a:cubicBezTo>
                  <a:cubicBezTo>
                    <a:pt x="170" y="360"/>
                    <a:pt x="171" y="360"/>
                    <a:pt x="172" y="360"/>
                  </a:cubicBezTo>
                  <a:cubicBezTo>
                    <a:pt x="172" y="360"/>
                    <a:pt x="172" y="362"/>
                    <a:pt x="172" y="363"/>
                  </a:cubicBezTo>
                  <a:cubicBezTo>
                    <a:pt x="173" y="364"/>
                    <a:pt x="174" y="365"/>
                    <a:pt x="175" y="365"/>
                  </a:cubicBezTo>
                  <a:cubicBezTo>
                    <a:pt x="176" y="365"/>
                    <a:pt x="176" y="364"/>
                    <a:pt x="177" y="363"/>
                  </a:cubicBezTo>
                  <a:cubicBezTo>
                    <a:pt x="177" y="362"/>
                    <a:pt x="177" y="360"/>
                    <a:pt x="177" y="359"/>
                  </a:cubicBezTo>
                  <a:cubicBezTo>
                    <a:pt x="177" y="358"/>
                    <a:pt x="176" y="355"/>
                    <a:pt x="176" y="354"/>
                  </a:cubicBezTo>
                  <a:cubicBezTo>
                    <a:pt x="175" y="352"/>
                    <a:pt x="175" y="349"/>
                    <a:pt x="175" y="348"/>
                  </a:cubicBezTo>
                  <a:cubicBezTo>
                    <a:pt x="174" y="347"/>
                    <a:pt x="174" y="345"/>
                    <a:pt x="173" y="344"/>
                  </a:cubicBezTo>
                  <a:cubicBezTo>
                    <a:pt x="173" y="342"/>
                    <a:pt x="173" y="339"/>
                    <a:pt x="172" y="338"/>
                  </a:cubicBezTo>
                  <a:cubicBezTo>
                    <a:pt x="172" y="337"/>
                    <a:pt x="170" y="335"/>
                    <a:pt x="169" y="334"/>
                  </a:cubicBezTo>
                  <a:cubicBezTo>
                    <a:pt x="168" y="332"/>
                    <a:pt x="166" y="330"/>
                    <a:pt x="164" y="329"/>
                  </a:cubicBezTo>
                  <a:cubicBezTo>
                    <a:pt x="162" y="328"/>
                    <a:pt x="159" y="327"/>
                    <a:pt x="157" y="327"/>
                  </a:cubicBezTo>
                  <a:cubicBezTo>
                    <a:pt x="156" y="326"/>
                    <a:pt x="155" y="325"/>
                    <a:pt x="154" y="325"/>
                  </a:cubicBezTo>
                  <a:cubicBezTo>
                    <a:pt x="153" y="324"/>
                    <a:pt x="150" y="322"/>
                    <a:pt x="149" y="321"/>
                  </a:cubicBezTo>
                  <a:cubicBezTo>
                    <a:pt x="148" y="320"/>
                    <a:pt x="145" y="317"/>
                    <a:pt x="145" y="315"/>
                  </a:cubicBezTo>
                  <a:cubicBezTo>
                    <a:pt x="144" y="315"/>
                    <a:pt x="142" y="313"/>
                    <a:pt x="143" y="312"/>
                  </a:cubicBezTo>
                  <a:cubicBezTo>
                    <a:pt x="143" y="311"/>
                    <a:pt x="145" y="312"/>
                    <a:pt x="146" y="312"/>
                  </a:cubicBezTo>
                  <a:cubicBezTo>
                    <a:pt x="147" y="312"/>
                    <a:pt x="148" y="313"/>
                    <a:pt x="149" y="313"/>
                  </a:cubicBezTo>
                  <a:cubicBezTo>
                    <a:pt x="150" y="313"/>
                    <a:pt x="152" y="315"/>
                    <a:pt x="152" y="316"/>
                  </a:cubicBezTo>
                  <a:cubicBezTo>
                    <a:pt x="153" y="316"/>
                    <a:pt x="153" y="318"/>
                    <a:pt x="154" y="318"/>
                  </a:cubicBezTo>
                  <a:cubicBezTo>
                    <a:pt x="154" y="319"/>
                    <a:pt x="156" y="321"/>
                    <a:pt x="156" y="320"/>
                  </a:cubicBezTo>
                  <a:cubicBezTo>
                    <a:pt x="157" y="320"/>
                    <a:pt x="158" y="318"/>
                    <a:pt x="158" y="317"/>
                  </a:cubicBezTo>
                  <a:cubicBezTo>
                    <a:pt x="158" y="316"/>
                    <a:pt x="156" y="314"/>
                    <a:pt x="156" y="313"/>
                  </a:cubicBezTo>
                  <a:cubicBezTo>
                    <a:pt x="155" y="312"/>
                    <a:pt x="155" y="310"/>
                    <a:pt x="154" y="309"/>
                  </a:cubicBezTo>
                  <a:cubicBezTo>
                    <a:pt x="153" y="308"/>
                    <a:pt x="152" y="307"/>
                    <a:pt x="151" y="307"/>
                  </a:cubicBezTo>
                  <a:cubicBezTo>
                    <a:pt x="150" y="306"/>
                    <a:pt x="149" y="305"/>
                    <a:pt x="149" y="304"/>
                  </a:cubicBezTo>
                  <a:cubicBezTo>
                    <a:pt x="148" y="303"/>
                    <a:pt x="148" y="301"/>
                    <a:pt x="148" y="301"/>
                  </a:cubicBezTo>
                  <a:cubicBezTo>
                    <a:pt x="148" y="300"/>
                    <a:pt x="150" y="300"/>
                    <a:pt x="150" y="301"/>
                  </a:cubicBezTo>
                  <a:cubicBezTo>
                    <a:pt x="151" y="301"/>
                    <a:pt x="152" y="302"/>
                    <a:pt x="153" y="302"/>
                  </a:cubicBezTo>
                  <a:cubicBezTo>
                    <a:pt x="154" y="302"/>
                    <a:pt x="155" y="301"/>
                    <a:pt x="156" y="301"/>
                  </a:cubicBezTo>
                  <a:cubicBezTo>
                    <a:pt x="157" y="301"/>
                    <a:pt x="159" y="301"/>
                    <a:pt x="160" y="302"/>
                  </a:cubicBezTo>
                  <a:cubicBezTo>
                    <a:pt x="161" y="302"/>
                    <a:pt x="161" y="304"/>
                    <a:pt x="161" y="305"/>
                  </a:cubicBezTo>
                  <a:cubicBezTo>
                    <a:pt x="162" y="305"/>
                    <a:pt x="164" y="306"/>
                    <a:pt x="165" y="306"/>
                  </a:cubicBezTo>
                  <a:cubicBezTo>
                    <a:pt x="166" y="306"/>
                    <a:pt x="169" y="305"/>
                    <a:pt x="170" y="306"/>
                  </a:cubicBezTo>
                  <a:cubicBezTo>
                    <a:pt x="170" y="306"/>
                    <a:pt x="171" y="307"/>
                    <a:pt x="172" y="308"/>
                  </a:cubicBezTo>
                  <a:cubicBezTo>
                    <a:pt x="172" y="309"/>
                    <a:pt x="173" y="311"/>
                    <a:pt x="174" y="312"/>
                  </a:cubicBezTo>
                  <a:cubicBezTo>
                    <a:pt x="175" y="313"/>
                    <a:pt x="178" y="315"/>
                    <a:pt x="179" y="314"/>
                  </a:cubicBezTo>
                  <a:cubicBezTo>
                    <a:pt x="180" y="314"/>
                    <a:pt x="180" y="312"/>
                    <a:pt x="181" y="312"/>
                  </a:cubicBezTo>
                  <a:cubicBezTo>
                    <a:pt x="181" y="311"/>
                    <a:pt x="180" y="309"/>
                    <a:pt x="180" y="308"/>
                  </a:cubicBezTo>
                  <a:cubicBezTo>
                    <a:pt x="180" y="307"/>
                    <a:pt x="179" y="305"/>
                    <a:pt x="180" y="305"/>
                  </a:cubicBezTo>
                  <a:cubicBezTo>
                    <a:pt x="180" y="304"/>
                    <a:pt x="182" y="306"/>
                    <a:pt x="182" y="306"/>
                  </a:cubicBezTo>
                  <a:cubicBezTo>
                    <a:pt x="183" y="307"/>
                    <a:pt x="185" y="308"/>
                    <a:pt x="186" y="309"/>
                  </a:cubicBezTo>
                  <a:cubicBezTo>
                    <a:pt x="187" y="310"/>
                    <a:pt x="186" y="312"/>
                    <a:pt x="187" y="313"/>
                  </a:cubicBezTo>
                  <a:cubicBezTo>
                    <a:pt x="188" y="314"/>
                    <a:pt x="191" y="314"/>
                    <a:pt x="191" y="315"/>
                  </a:cubicBezTo>
                  <a:cubicBezTo>
                    <a:pt x="192" y="316"/>
                    <a:pt x="192" y="317"/>
                    <a:pt x="191" y="318"/>
                  </a:cubicBezTo>
                  <a:cubicBezTo>
                    <a:pt x="191" y="318"/>
                    <a:pt x="190" y="320"/>
                    <a:pt x="190" y="320"/>
                  </a:cubicBezTo>
                  <a:cubicBezTo>
                    <a:pt x="189" y="321"/>
                    <a:pt x="190" y="323"/>
                    <a:pt x="190" y="324"/>
                  </a:cubicBezTo>
                  <a:cubicBezTo>
                    <a:pt x="190" y="325"/>
                    <a:pt x="192" y="326"/>
                    <a:pt x="193" y="327"/>
                  </a:cubicBezTo>
                  <a:cubicBezTo>
                    <a:pt x="193" y="328"/>
                    <a:pt x="193" y="329"/>
                    <a:pt x="193" y="3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67"/>
            <p:cNvSpPr>
              <a:spLocks/>
            </p:cNvSpPr>
            <p:nvPr/>
          </p:nvSpPr>
          <p:spPr bwMode="auto">
            <a:xfrm>
              <a:off x="4505325" y="3649663"/>
              <a:ext cx="15875" cy="26988"/>
            </a:xfrm>
            <a:custGeom>
              <a:avLst/>
              <a:gdLst/>
              <a:ahLst/>
              <a:cxnLst>
                <a:cxn ang="0">
                  <a:pos x="8" y="8"/>
                </a:cxn>
                <a:cxn ang="0">
                  <a:pos x="9" y="5"/>
                </a:cxn>
                <a:cxn ang="0">
                  <a:pos x="8" y="1"/>
                </a:cxn>
                <a:cxn ang="0">
                  <a:pos x="4" y="0"/>
                </a:cxn>
                <a:cxn ang="0">
                  <a:pos x="1" y="1"/>
                </a:cxn>
                <a:cxn ang="0">
                  <a:pos x="0" y="5"/>
                </a:cxn>
                <a:cxn ang="0">
                  <a:pos x="0" y="9"/>
                </a:cxn>
                <a:cxn ang="0">
                  <a:pos x="2" y="11"/>
                </a:cxn>
                <a:cxn ang="0">
                  <a:pos x="4" y="14"/>
                </a:cxn>
                <a:cxn ang="0">
                  <a:pos x="5" y="15"/>
                </a:cxn>
                <a:cxn ang="0">
                  <a:pos x="7" y="15"/>
                </a:cxn>
                <a:cxn ang="0">
                  <a:pos x="8" y="12"/>
                </a:cxn>
                <a:cxn ang="0">
                  <a:pos x="8" y="8"/>
                </a:cxn>
              </a:cxnLst>
              <a:rect l="0" t="0" r="r" b="b"/>
              <a:pathLst>
                <a:path w="9" h="16">
                  <a:moveTo>
                    <a:pt x="8" y="8"/>
                  </a:moveTo>
                  <a:cubicBezTo>
                    <a:pt x="8" y="8"/>
                    <a:pt x="9" y="6"/>
                    <a:pt x="9" y="5"/>
                  </a:cubicBezTo>
                  <a:cubicBezTo>
                    <a:pt x="9" y="4"/>
                    <a:pt x="8" y="2"/>
                    <a:pt x="8" y="1"/>
                  </a:cubicBezTo>
                  <a:cubicBezTo>
                    <a:pt x="7" y="1"/>
                    <a:pt x="5" y="0"/>
                    <a:pt x="4" y="0"/>
                  </a:cubicBezTo>
                  <a:cubicBezTo>
                    <a:pt x="3" y="0"/>
                    <a:pt x="2" y="1"/>
                    <a:pt x="1" y="1"/>
                  </a:cubicBezTo>
                  <a:cubicBezTo>
                    <a:pt x="1" y="2"/>
                    <a:pt x="0" y="4"/>
                    <a:pt x="0" y="5"/>
                  </a:cubicBezTo>
                  <a:cubicBezTo>
                    <a:pt x="0" y="6"/>
                    <a:pt x="0" y="8"/>
                    <a:pt x="0" y="9"/>
                  </a:cubicBezTo>
                  <a:cubicBezTo>
                    <a:pt x="1" y="9"/>
                    <a:pt x="2" y="11"/>
                    <a:pt x="2" y="11"/>
                  </a:cubicBezTo>
                  <a:cubicBezTo>
                    <a:pt x="3" y="12"/>
                    <a:pt x="3" y="13"/>
                    <a:pt x="4" y="14"/>
                  </a:cubicBezTo>
                  <a:cubicBezTo>
                    <a:pt x="4" y="14"/>
                    <a:pt x="4" y="15"/>
                    <a:pt x="5" y="15"/>
                  </a:cubicBezTo>
                  <a:cubicBezTo>
                    <a:pt x="5" y="16"/>
                    <a:pt x="7" y="16"/>
                    <a:pt x="7" y="15"/>
                  </a:cubicBezTo>
                  <a:cubicBezTo>
                    <a:pt x="8" y="15"/>
                    <a:pt x="8" y="13"/>
                    <a:pt x="8" y="12"/>
                  </a:cubicBezTo>
                  <a:cubicBezTo>
                    <a:pt x="8" y="11"/>
                    <a:pt x="8" y="9"/>
                    <a:pt x="8"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68"/>
            <p:cNvSpPr>
              <a:spLocks/>
            </p:cNvSpPr>
            <p:nvPr/>
          </p:nvSpPr>
          <p:spPr bwMode="auto">
            <a:xfrm>
              <a:off x="4525963" y="3667125"/>
              <a:ext cx="28575" cy="19050"/>
            </a:xfrm>
            <a:custGeom>
              <a:avLst/>
              <a:gdLst/>
              <a:ahLst/>
              <a:cxnLst>
                <a:cxn ang="0">
                  <a:pos x="7" y="11"/>
                </a:cxn>
                <a:cxn ang="0">
                  <a:pos x="2" y="10"/>
                </a:cxn>
                <a:cxn ang="0">
                  <a:pos x="3" y="6"/>
                </a:cxn>
                <a:cxn ang="0">
                  <a:pos x="0" y="4"/>
                </a:cxn>
                <a:cxn ang="0">
                  <a:pos x="2" y="1"/>
                </a:cxn>
                <a:cxn ang="0">
                  <a:pos x="8" y="0"/>
                </a:cxn>
                <a:cxn ang="0">
                  <a:pos x="10" y="2"/>
                </a:cxn>
                <a:cxn ang="0">
                  <a:pos x="15" y="3"/>
                </a:cxn>
                <a:cxn ang="0">
                  <a:pos x="17" y="6"/>
                </a:cxn>
                <a:cxn ang="0">
                  <a:pos x="16" y="9"/>
                </a:cxn>
                <a:cxn ang="0">
                  <a:pos x="13" y="11"/>
                </a:cxn>
                <a:cxn ang="0">
                  <a:pos x="10" y="10"/>
                </a:cxn>
                <a:cxn ang="0">
                  <a:pos x="7" y="11"/>
                </a:cxn>
              </a:cxnLst>
              <a:rect l="0" t="0" r="r" b="b"/>
              <a:pathLst>
                <a:path w="17" h="11">
                  <a:moveTo>
                    <a:pt x="7" y="11"/>
                  </a:moveTo>
                  <a:cubicBezTo>
                    <a:pt x="5" y="11"/>
                    <a:pt x="3" y="10"/>
                    <a:pt x="2" y="10"/>
                  </a:cubicBezTo>
                  <a:cubicBezTo>
                    <a:pt x="2" y="9"/>
                    <a:pt x="3" y="7"/>
                    <a:pt x="3" y="6"/>
                  </a:cubicBezTo>
                  <a:cubicBezTo>
                    <a:pt x="2" y="5"/>
                    <a:pt x="0" y="5"/>
                    <a:pt x="0" y="4"/>
                  </a:cubicBezTo>
                  <a:cubicBezTo>
                    <a:pt x="0" y="3"/>
                    <a:pt x="1" y="1"/>
                    <a:pt x="2" y="1"/>
                  </a:cubicBezTo>
                  <a:cubicBezTo>
                    <a:pt x="3" y="0"/>
                    <a:pt x="6" y="0"/>
                    <a:pt x="8" y="0"/>
                  </a:cubicBezTo>
                  <a:cubicBezTo>
                    <a:pt x="8" y="0"/>
                    <a:pt x="10" y="1"/>
                    <a:pt x="10" y="2"/>
                  </a:cubicBezTo>
                  <a:cubicBezTo>
                    <a:pt x="11" y="2"/>
                    <a:pt x="14" y="2"/>
                    <a:pt x="15" y="3"/>
                  </a:cubicBezTo>
                  <a:cubicBezTo>
                    <a:pt x="15" y="3"/>
                    <a:pt x="16" y="5"/>
                    <a:pt x="17" y="6"/>
                  </a:cubicBezTo>
                  <a:cubicBezTo>
                    <a:pt x="17" y="7"/>
                    <a:pt x="17" y="9"/>
                    <a:pt x="16" y="9"/>
                  </a:cubicBezTo>
                  <a:cubicBezTo>
                    <a:pt x="16" y="10"/>
                    <a:pt x="14" y="11"/>
                    <a:pt x="13" y="11"/>
                  </a:cubicBezTo>
                  <a:cubicBezTo>
                    <a:pt x="12" y="11"/>
                    <a:pt x="11" y="11"/>
                    <a:pt x="10" y="10"/>
                  </a:cubicBezTo>
                  <a:cubicBezTo>
                    <a:pt x="9" y="10"/>
                    <a:pt x="7" y="11"/>
                    <a:pt x="7"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69"/>
            <p:cNvSpPr>
              <a:spLocks/>
            </p:cNvSpPr>
            <p:nvPr/>
          </p:nvSpPr>
          <p:spPr bwMode="auto">
            <a:xfrm>
              <a:off x="4316413" y="3662363"/>
              <a:ext cx="285750" cy="238125"/>
            </a:xfrm>
            <a:custGeom>
              <a:avLst/>
              <a:gdLst/>
              <a:ahLst/>
              <a:cxnLst>
                <a:cxn ang="0">
                  <a:pos x="43" y="19"/>
                </a:cxn>
                <a:cxn ang="0">
                  <a:pos x="51" y="11"/>
                </a:cxn>
                <a:cxn ang="0">
                  <a:pos x="61" y="5"/>
                </a:cxn>
                <a:cxn ang="0">
                  <a:pos x="76" y="6"/>
                </a:cxn>
                <a:cxn ang="0">
                  <a:pos x="88" y="7"/>
                </a:cxn>
                <a:cxn ang="0">
                  <a:pos x="97" y="15"/>
                </a:cxn>
                <a:cxn ang="0">
                  <a:pos x="103" y="12"/>
                </a:cxn>
                <a:cxn ang="0">
                  <a:pos x="94" y="5"/>
                </a:cxn>
                <a:cxn ang="0">
                  <a:pos x="102" y="0"/>
                </a:cxn>
                <a:cxn ang="0">
                  <a:pos x="116" y="16"/>
                </a:cxn>
                <a:cxn ang="0">
                  <a:pos x="133" y="18"/>
                </a:cxn>
                <a:cxn ang="0">
                  <a:pos x="139" y="24"/>
                </a:cxn>
                <a:cxn ang="0">
                  <a:pos x="135" y="34"/>
                </a:cxn>
                <a:cxn ang="0">
                  <a:pos x="134" y="39"/>
                </a:cxn>
                <a:cxn ang="0">
                  <a:pos x="139" y="48"/>
                </a:cxn>
                <a:cxn ang="0">
                  <a:pos x="140" y="64"/>
                </a:cxn>
                <a:cxn ang="0">
                  <a:pos x="147" y="74"/>
                </a:cxn>
                <a:cxn ang="0">
                  <a:pos x="159" y="76"/>
                </a:cxn>
                <a:cxn ang="0">
                  <a:pos x="165" y="80"/>
                </a:cxn>
                <a:cxn ang="0">
                  <a:pos x="163" y="94"/>
                </a:cxn>
                <a:cxn ang="0">
                  <a:pos x="155" y="97"/>
                </a:cxn>
                <a:cxn ang="0">
                  <a:pos x="155" y="103"/>
                </a:cxn>
                <a:cxn ang="0">
                  <a:pos x="145" y="109"/>
                </a:cxn>
                <a:cxn ang="0">
                  <a:pos x="140" y="120"/>
                </a:cxn>
                <a:cxn ang="0">
                  <a:pos x="125" y="118"/>
                </a:cxn>
                <a:cxn ang="0">
                  <a:pos x="122" y="126"/>
                </a:cxn>
                <a:cxn ang="0">
                  <a:pos x="121" y="134"/>
                </a:cxn>
                <a:cxn ang="0">
                  <a:pos x="113" y="134"/>
                </a:cxn>
                <a:cxn ang="0">
                  <a:pos x="109" y="139"/>
                </a:cxn>
                <a:cxn ang="0">
                  <a:pos x="97" y="137"/>
                </a:cxn>
                <a:cxn ang="0">
                  <a:pos x="88" y="126"/>
                </a:cxn>
                <a:cxn ang="0">
                  <a:pos x="65" y="121"/>
                </a:cxn>
                <a:cxn ang="0">
                  <a:pos x="54" y="108"/>
                </a:cxn>
                <a:cxn ang="0">
                  <a:pos x="41" y="94"/>
                </a:cxn>
                <a:cxn ang="0">
                  <a:pos x="29" y="85"/>
                </a:cxn>
                <a:cxn ang="0">
                  <a:pos x="22" y="77"/>
                </a:cxn>
                <a:cxn ang="0">
                  <a:pos x="11" y="79"/>
                </a:cxn>
                <a:cxn ang="0">
                  <a:pos x="0" y="77"/>
                </a:cxn>
                <a:cxn ang="0">
                  <a:pos x="1" y="65"/>
                </a:cxn>
                <a:cxn ang="0">
                  <a:pos x="10" y="57"/>
                </a:cxn>
                <a:cxn ang="0">
                  <a:pos x="22" y="55"/>
                </a:cxn>
                <a:cxn ang="0">
                  <a:pos x="30" y="46"/>
                </a:cxn>
                <a:cxn ang="0">
                  <a:pos x="45" y="41"/>
                </a:cxn>
                <a:cxn ang="0">
                  <a:pos x="60" y="34"/>
                </a:cxn>
                <a:cxn ang="0">
                  <a:pos x="58" y="30"/>
                </a:cxn>
                <a:cxn ang="0">
                  <a:pos x="39" y="34"/>
                </a:cxn>
                <a:cxn ang="0">
                  <a:pos x="19" y="32"/>
                </a:cxn>
                <a:cxn ang="0">
                  <a:pos x="26" y="23"/>
                </a:cxn>
              </a:cxnLst>
              <a:rect l="0" t="0" r="r" b="b"/>
              <a:pathLst>
                <a:path w="166" h="139">
                  <a:moveTo>
                    <a:pt x="32" y="17"/>
                  </a:moveTo>
                  <a:cubicBezTo>
                    <a:pt x="33" y="17"/>
                    <a:pt x="35" y="18"/>
                    <a:pt x="36" y="18"/>
                  </a:cubicBezTo>
                  <a:cubicBezTo>
                    <a:pt x="38" y="18"/>
                    <a:pt x="41" y="19"/>
                    <a:pt x="43" y="19"/>
                  </a:cubicBezTo>
                  <a:cubicBezTo>
                    <a:pt x="44" y="18"/>
                    <a:pt x="46" y="17"/>
                    <a:pt x="47" y="16"/>
                  </a:cubicBezTo>
                  <a:cubicBezTo>
                    <a:pt x="48" y="16"/>
                    <a:pt x="50" y="15"/>
                    <a:pt x="50" y="14"/>
                  </a:cubicBezTo>
                  <a:cubicBezTo>
                    <a:pt x="51" y="14"/>
                    <a:pt x="51" y="12"/>
                    <a:pt x="51" y="11"/>
                  </a:cubicBezTo>
                  <a:cubicBezTo>
                    <a:pt x="52" y="10"/>
                    <a:pt x="51" y="8"/>
                    <a:pt x="51" y="7"/>
                  </a:cubicBezTo>
                  <a:cubicBezTo>
                    <a:pt x="52" y="6"/>
                    <a:pt x="55" y="5"/>
                    <a:pt x="56" y="5"/>
                  </a:cubicBezTo>
                  <a:cubicBezTo>
                    <a:pt x="57" y="5"/>
                    <a:pt x="60" y="5"/>
                    <a:pt x="61" y="5"/>
                  </a:cubicBezTo>
                  <a:cubicBezTo>
                    <a:pt x="62" y="5"/>
                    <a:pt x="65" y="6"/>
                    <a:pt x="66" y="6"/>
                  </a:cubicBezTo>
                  <a:cubicBezTo>
                    <a:pt x="67" y="6"/>
                    <a:pt x="70" y="7"/>
                    <a:pt x="71" y="7"/>
                  </a:cubicBezTo>
                  <a:cubicBezTo>
                    <a:pt x="73" y="7"/>
                    <a:pt x="75" y="6"/>
                    <a:pt x="76" y="6"/>
                  </a:cubicBezTo>
                  <a:cubicBezTo>
                    <a:pt x="77" y="6"/>
                    <a:pt x="79" y="4"/>
                    <a:pt x="80" y="4"/>
                  </a:cubicBezTo>
                  <a:cubicBezTo>
                    <a:pt x="81" y="4"/>
                    <a:pt x="84" y="4"/>
                    <a:pt x="85" y="5"/>
                  </a:cubicBezTo>
                  <a:cubicBezTo>
                    <a:pt x="86" y="5"/>
                    <a:pt x="87" y="6"/>
                    <a:pt x="88" y="7"/>
                  </a:cubicBezTo>
                  <a:cubicBezTo>
                    <a:pt x="89" y="7"/>
                    <a:pt x="91" y="8"/>
                    <a:pt x="92" y="9"/>
                  </a:cubicBezTo>
                  <a:cubicBezTo>
                    <a:pt x="93" y="10"/>
                    <a:pt x="95" y="11"/>
                    <a:pt x="95" y="11"/>
                  </a:cubicBezTo>
                  <a:cubicBezTo>
                    <a:pt x="96" y="12"/>
                    <a:pt x="97" y="14"/>
                    <a:pt x="97" y="15"/>
                  </a:cubicBezTo>
                  <a:cubicBezTo>
                    <a:pt x="98" y="15"/>
                    <a:pt x="99" y="16"/>
                    <a:pt x="100" y="16"/>
                  </a:cubicBezTo>
                  <a:cubicBezTo>
                    <a:pt x="100" y="16"/>
                    <a:pt x="102" y="16"/>
                    <a:pt x="102" y="15"/>
                  </a:cubicBezTo>
                  <a:cubicBezTo>
                    <a:pt x="103" y="15"/>
                    <a:pt x="104" y="13"/>
                    <a:pt x="103" y="12"/>
                  </a:cubicBezTo>
                  <a:cubicBezTo>
                    <a:pt x="103" y="12"/>
                    <a:pt x="102" y="11"/>
                    <a:pt x="101" y="10"/>
                  </a:cubicBezTo>
                  <a:cubicBezTo>
                    <a:pt x="100" y="10"/>
                    <a:pt x="98" y="9"/>
                    <a:pt x="98" y="8"/>
                  </a:cubicBezTo>
                  <a:cubicBezTo>
                    <a:pt x="97" y="7"/>
                    <a:pt x="94" y="6"/>
                    <a:pt x="94" y="5"/>
                  </a:cubicBezTo>
                  <a:cubicBezTo>
                    <a:pt x="94" y="4"/>
                    <a:pt x="95" y="2"/>
                    <a:pt x="95" y="2"/>
                  </a:cubicBezTo>
                  <a:cubicBezTo>
                    <a:pt x="96" y="1"/>
                    <a:pt x="98" y="0"/>
                    <a:pt x="99" y="0"/>
                  </a:cubicBezTo>
                  <a:cubicBezTo>
                    <a:pt x="100" y="0"/>
                    <a:pt x="102" y="0"/>
                    <a:pt x="102" y="0"/>
                  </a:cubicBezTo>
                  <a:cubicBezTo>
                    <a:pt x="104" y="1"/>
                    <a:pt x="106" y="4"/>
                    <a:pt x="107" y="6"/>
                  </a:cubicBezTo>
                  <a:cubicBezTo>
                    <a:pt x="108" y="7"/>
                    <a:pt x="110" y="10"/>
                    <a:pt x="111" y="11"/>
                  </a:cubicBezTo>
                  <a:cubicBezTo>
                    <a:pt x="112" y="13"/>
                    <a:pt x="115" y="15"/>
                    <a:pt x="116" y="16"/>
                  </a:cubicBezTo>
                  <a:cubicBezTo>
                    <a:pt x="118" y="16"/>
                    <a:pt x="120" y="18"/>
                    <a:pt x="121" y="18"/>
                  </a:cubicBezTo>
                  <a:cubicBezTo>
                    <a:pt x="123" y="19"/>
                    <a:pt x="127" y="19"/>
                    <a:pt x="128" y="19"/>
                  </a:cubicBezTo>
                  <a:cubicBezTo>
                    <a:pt x="130" y="19"/>
                    <a:pt x="132" y="18"/>
                    <a:pt x="133" y="18"/>
                  </a:cubicBezTo>
                  <a:cubicBezTo>
                    <a:pt x="134" y="18"/>
                    <a:pt x="135" y="18"/>
                    <a:pt x="136" y="19"/>
                  </a:cubicBezTo>
                  <a:cubicBezTo>
                    <a:pt x="137" y="19"/>
                    <a:pt x="138" y="20"/>
                    <a:pt x="138" y="21"/>
                  </a:cubicBezTo>
                  <a:cubicBezTo>
                    <a:pt x="139" y="22"/>
                    <a:pt x="139" y="23"/>
                    <a:pt x="139" y="24"/>
                  </a:cubicBezTo>
                  <a:cubicBezTo>
                    <a:pt x="138" y="25"/>
                    <a:pt x="136" y="26"/>
                    <a:pt x="136" y="27"/>
                  </a:cubicBezTo>
                  <a:cubicBezTo>
                    <a:pt x="135" y="28"/>
                    <a:pt x="134" y="29"/>
                    <a:pt x="134" y="30"/>
                  </a:cubicBezTo>
                  <a:cubicBezTo>
                    <a:pt x="134" y="31"/>
                    <a:pt x="134" y="33"/>
                    <a:pt x="135" y="34"/>
                  </a:cubicBezTo>
                  <a:cubicBezTo>
                    <a:pt x="135" y="34"/>
                    <a:pt x="135" y="34"/>
                    <a:pt x="136" y="35"/>
                  </a:cubicBezTo>
                  <a:cubicBezTo>
                    <a:pt x="135" y="35"/>
                    <a:pt x="134" y="36"/>
                    <a:pt x="134" y="37"/>
                  </a:cubicBezTo>
                  <a:cubicBezTo>
                    <a:pt x="134" y="37"/>
                    <a:pt x="134" y="39"/>
                    <a:pt x="134" y="39"/>
                  </a:cubicBezTo>
                  <a:cubicBezTo>
                    <a:pt x="134" y="40"/>
                    <a:pt x="134" y="42"/>
                    <a:pt x="135" y="43"/>
                  </a:cubicBezTo>
                  <a:cubicBezTo>
                    <a:pt x="135" y="44"/>
                    <a:pt x="137" y="44"/>
                    <a:pt x="137" y="45"/>
                  </a:cubicBezTo>
                  <a:cubicBezTo>
                    <a:pt x="138" y="46"/>
                    <a:pt x="139" y="47"/>
                    <a:pt x="139" y="48"/>
                  </a:cubicBezTo>
                  <a:cubicBezTo>
                    <a:pt x="140" y="49"/>
                    <a:pt x="139" y="52"/>
                    <a:pt x="139" y="53"/>
                  </a:cubicBezTo>
                  <a:cubicBezTo>
                    <a:pt x="139" y="54"/>
                    <a:pt x="141" y="57"/>
                    <a:pt x="142" y="58"/>
                  </a:cubicBezTo>
                  <a:cubicBezTo>
                    <a:pt x="142" y="60"/>
                    <a:pt x="140" y="63"/>
                    <a:pt x="140" y="64"/>
                  </a:cubicBezTo>
                  <a:cubicBezTo>
                    <a:pt x="140" y="66"/>
                    <a:pt x="140" y="70"/>
                    <a:pt x="141" y="72"/>
                  </a:cubicBezTo>
                  <a:cubicBezTo>
                    <a:pt x="142" y="73"/>
                    <a:pt x="144" y="74"/>
                    <a:pt x="144" y="74"/>
                  </a:cubicBezTo>
                  <a:cubicBezTo>
                    <a:pt x="145" y="75"/>
                    <a:pt x="147" y="74"/>
                    <a:pt x="147" y="74"/>
                  </a:cubicBezTo>
                  <a:cubicBezTo>
                    <a:pt x="148" y="74"/>
                    <a:pt x="149" y="75"/>
                    <a:pt x="150" y="75"/>
                  </a:cubicBezTo>
                  <a:cubicBezTo>
                    <a:pt x="151" y="75"/>
                    <a:pt x="153" y="76"/>
                    <a:pt x="155" y="76"/>
                  </a:cubicBezTo>
                  <a:cubicBezTo>
                    <a:pt x="156" y="77"/>
                    <a:pt x="158" y="76"/>
                    <a:pt x="159" y="76"/>
                  </a:cubicBezTo>
                  <a:cubicBezTo>
                    <a:pt x="160" y="77"/>
                    <a:pt x="161" y="78"/>
                    <a:pt x="162" y="79"/>
                  </a:cubicBezTo>
                  <a:cubicBezTo>
                    <a:pt x="163" y="79"/>
                    <a:pt x="164" y="79"/>
                    <a:pt x="165" y="79"/>
                  </a:cubicBezTo>
                  <a:cubicBezTo>
                    <a:pt x="165" y="80"/>
                    <a:pt x="165" y="80"/>
                    <a:pt x="165" y="80"/>
                  </a:cubicBezTo>
                  <a:cubicBezTo>
                    <a:pt x="165" y="81"/>
                    <a:pt x="166" y="83"/>
                    <a:pt x="166" y="85"/>
                  </a:cubicBezTo>
                  <a:cubicBezTo>
                    <a:pt x="166" y="86"/>
                    <a:pt x="166" y="89"/>
                    <a:pt x="165" y="91"/>
                  </a:cubicBezTo>
                  <a:cubicBezTo>
                    <a:pt x="165" y="92"/>
                    <a:pt x="164" y="93"/>
                    <a:pt x="163" y="94"/>
                  </a:cubicBezTo>
                  <a:cubicBezTo>
                    <a:pt x="163" y="95"/>
                    <a:pt x="163" y="96"/>
                    <a:pt x="162" y="97"/>
                  </a:cubicBezTo>
                  <a:cubicBezTo>
                    <a:pt x="161" y="98"/>
                    <a:pt x="160" y="98"/>
                    <a:pt x="159" y="98"/>
                  </a:cubicBezTo>
                  <a:cubicBezTo>
                    <a:pt x="158" y="98"/>
                    <a:pt x="156" y="97"/>
                    <a:pt x="155" y="97"/>
                  </a:cubicBezTo>
                  <a:cubicBezTo>
                    <a:pt x="155" y="97"/>
                    <a:pt x="154" y="95"/>
                    <a:pt x="154" y="95"/>
                  </a:cubicBezTo>
                  <a:cubicBezTo>
                    <a:pt x="153" y="96"/>
                    <a:pt x="153" y="99"/>
                    <a:pt x="154" y="100"/>
                  </a:cubicBezTo>
                  <a:cubicBezTo>
                    <a:pt x="154" y="101"/>
                    <a:pt x="155" y="102"/>
                    <a:pt x="155" y="103"/>
                  </a:cubicBezTo>
                  <a:cubicBezTo>
                    <a:pt x="156" y="104"/>
                    <a:pt x="155" y="106"/>
                    <a:pt x="154" y="107"/>
                  </a:cubicBezTo>
                  <a:cubicBezTo>
                    <a:pt x="154" y="108"/>
                    <a:pt x="152" y="109"/>
                    <a:pt x="150" y="109"/>
                  </a:cubicBezTo>
                  <a:cubicBezTo>
                    <a:pt x="149" y="110"/>
                    <a:pt x="146" y="108"/>
                    <a:pt x="145" y="109"/>
                  </a:cubicBezTo>
                  <a:cubicBezTo>
                    <a:pt x="145" y="109"/>
                    <a:pt x="144" y="111"/>
                    <a:pt x="144" y="112"/>
                  </a:cubicBezTo>
                  <a:cubicBezTo>
                    <a:pt x="144" y="113"/>
                    <a:pt x="146" y="115"/>
                    <a:pt x="146" y="116"/>
                  </a:cubicBezTo>
                  <a:cubicBezTo>
                    <a:pt x="145" y="117"/>
                    <a:pt x="142" y="119"/>
                    <a:pt x="140" y="120"/>
                  </a:cubicBezTo>
                  <a:cubicBezTo>
                    <a:pt x="138" y="121"/>
                    <a:pt x="134" y="121"/>
                    <a:pt x="132" y="121"/>
                  </a:cubicBezTo>
                  <a:cubicBezTo>
                    <a:pt x="131" y="121"/>
                    <a:pt x="129" y="120"/>
                    <a:pt x="128" y="120"/>
                  </a:cubicBezTo>
                  <a:cubicBezTo>
                    <a:pt x="127" y="119"/>
                    <a:pt x="125" y="118"/>
                    <a:pt x="125" y="118"/>
                  </a:cubicBezTo>
                  <a:cubicBezTo>
                    <a:pt x="124" y="118"/>
                    <a:pt x="121" y="119"/>
                    <a:pt x="121" y="120"/>
                  </a:cubicBezTo>
                  <a:cubicBezTo>
                    <a:pt x="120" y="121"/>
                    <a:pt x="120" y="123"/>
                    <a:pt x="120" y="124"/>
                  </a:cubicBezTo>
                  <a:cubicBezTo>
                    <a:pt x="120" y="124"/>
                    <a:pt x="122" y="125"/>
                    <a:pt x="122" y="126"/>
                  </a:cubicBezTo>
                  <a:cubicBezTo>
                    <a:pt x="123" y="127"/>
                    <a:pt x="125" y="128"/>
                    <a:pt x="126" y="129"/>
                  </a:cubicBezTo>
                  <a:cubicBezTo>
                    <a:pt x="126" y="130"/>
                    <a:pt x="126" y="132"/>
                    <a:pt x="125" y="133"/>
                  </a:cubicBezTo>
                  <a:cubicBezTo>
                    <a:pt x="124" y="133"/>
                    <a:pt x="122" y="134"/>
                    <a:pt x="121" y="134"/>
                  </a:cubicBezTo>
                  <a:cubicBezTo>
                    <a:pt x="120" y="134"/>
                    <a:pt x="119" y="132"/>
                    <a:pt x="118" y="132"/>
                  </a:cubicBezTo>
                  <a:cubicBezTo>
                    <a:pt x="117" y="132"/>
                    <a:pt x="115" y="132"/>
                    <a:pt x="114" y="133"/>
                  </a:cubicBezTo>
                  <a:cubicBezTo>
                    <a:pt x="114" y="133"/>
                    <a:pt x="113" y="134"/>
                    <a:pt x="113" y="134"/>
                  </a:cubicBezTo>
                  <a:cubicBezTo>
                    <a:pt x="113" y="135"/>
                    <a:pt x="115" y="135"/>
                    <a:pt x="115" y="136"/>
                  </a:cubicBezTo>
                  <a:cubicBezTo>
                    <a:pt x="115" y="136"/>
                    <a:pt x="114" y="137"/>
                    <a:pt x="114" y="138"/>
                  </a:cubicBezTo>
                  <a:cubicBezTo>
                    <a:pt x="113" y="139"/>
                    <a:pt x="110" y="139"/>
                    <a:pt x="109" y="139"/>
                  </a:cubicBezTo>
                  <a:cubicBezTo>
                    <a:pt x="107" y="139"/>
                    <a:pt x="104" y="139"/>
                    <a:pt x="102" y="139"/>
                  </a:cubicBezTo>
                  <a:cubicBezTo>
                    <a:pt x="101" y="138"/>
                    <a:pt x="98" y="137"/>
                    <a:pt x="97" y="137"/>
                  </a:cubicBezTo>
                  <a:cubicBezTo>
                    <a:pt x="97" y="137"/>
                    <a:pt x="97" y="137"/>
                    <a:pt x="97" y="137"/>
                  </a:cubicBezTo>
                  <a:cubicBezTo>
                    <a:pt x="96" y="136"/>
                    <a:pt x="96" y="134"/>
                    <a:pt x="96" y="134"/>
                  </a:cubicBezTo>
                  <a:cubicBezTo>
                    <a:pt x="95" y="132"/>
                    <a:pt x="93" y="129"/>
                    <a:pt x="92" y="128"/>
                  </a:cubicBezTo>
                  <a:cubicBezTo>
                    <a:pt x="91" y="127"/>
                    <a:pt x="89" y="126"/>
                    <a:pt x="88" y="126"/>
                  </a:cubicBezTo>
                  <a:cubicBezTo>
                    <a:pt x="86" y="125"/>
                    <a:pt x="83" y="125"/>
                    <a:pt x="81" y="124"/>
                  </a:cubicBezTo>
                  <a:cubicBezTo>
                    <a:pt x="80" y="124"/>
                    <a:pt x="76" y="124"/>
                    <a:pt x="74" y="123"/>
                  </a:cubicBezTo>
                  <a:cubicBezTo>
                    <a:pt x="72" y="123"/>
                    <a:pt x="67" y="123"/>
                    <a:pt x="65" y="121"/>
                  </a:cubicBezTo>
                  <a:cubicBezTo>
                    <a:pt x="64" y="121"/>
                    <a:pt x="62" y="118"/>
                    <a:pt x="61" y="117"/>
                  </a:cubicBezTo>
                  <a:cubicBezTo>
                    <a:pt x="60" y="116"/>
                    <a:pt x="59" y="113"/>
                    <a:pt x="58" y="112"/>
                  </a:cubicBezTo>
                  <a:cubicBezTo>
                    <a:pt x="57" y="111"/>
                    <a:pt x="55" y="109"/>
                    <a:pt x="54" y="108"/>
                  </a:cubicBezTo>
                  <a:cubicBezTo>
                    <a:pt x="54" y="107"/>
                    <a:pt x="53" y="104"/>
                    <a:pt x="53" y="103"/>
                  </a:cubicBezTo>
                  <a:cubicBezTo>
                    <a:pt x="52" y="101"/>
                    <a:pt x="49" y="99"/>
                    <a:pt x="48" y="98"/>
                  </a:cubicBezTo>
                  <a:cubicBezTo>
                    <a:pt x="47" y="96"/>
                    <a:pt x="43" y="95"/>
                    <a:pt x="41" y="94"/>
                  </a:cubicBezTo>
                  <a:cubicBezTo>
                    <a:pt x="40" y="93"/>
                    <a:pt x="39" y="91"/>
                    <a:pt x="38" y="91"/>
                  </a:cubicBezTo>
                  <a:cubicBezTo>
                    <a:pt x="37" y="90"/>
                    <a:pt x="35" y="88"/>
                    <a:pt x="34" y="88"/>
                  </a:cubicBezTo>
                  <a:cubicBezTo>
                    <a:pt x="33" y="87"/>
                    <a:pt x="30" y="86"/>
                    <a:pt x="29" y="85"/>
                  </a:cubicBezTo>
                  <a:cubicBezTo>
                    <a:pt x="29" y="85"/>
                    <a:pt x="27" y="83"/>
                    <a:pt x="27" y="83"/>
                  </a:cubicBezTo>
                  <a:cubicBezTo>
                    <a:pt x="26" y="82"/>
                    <a:pt x="25" y="81"/>
                    <a:pt x="24" y="80"/>
                  </a:cubicBezTo>
                  <a:cubicBezTo>
                    <a:pt x="24" y="80"/>
                    <a:pt x="23" y="78"/>
                    <a:pt x="22" y="77"/>
                  </a:cubicBezTo>
                  <a:cubicBezTo>
                    <a:pt x="21" y="77"/>
                    <a:pt x="19" y="76"/>
                    <a:pt x="17" y="76"/>
                  </a:cubicBezTo>
                  <a:cubicBezTo>
                    <a:pt x="16" y="76"/>
                    <a:pt x="14" y="76"/>
                    <a:pt x="13" y="76"/>
                  </a:cubicBezTo>
                  <a:cubicBezTo>
                    <a:pt x="12" y="77"/>
                    <a:pt x="12" y="78"/>
                    <a:pt x="11" y="79"/>
                  </a:cubicBezTo>
                  <a:cubicBezTo>
                    <a:pt x="10" y="79"/>
                    <a:pt x="7" y="80"/>
                    <a:pt x="6" y="79"/>
                  </a:cubicBezTo>
                  <a:cubicBezTo>
                    <a:pt x="5" y="79"/>
                    <a:pt x="4" y="77"/>
                    <a:pt x="3" y="77"/>
                  </a:cubicBezTo>
                  <a:cubicBezTo>
                    <a:pt x="3" y="76"/>
                    <a:pt x="1" y="77"/>
                    <a:pt x="0" y="77"/>
                  </a:cubicBezTo>
                  <a:cubicBezTo>
                    <a:pt x="0" y="77"/>
                    <a:pt x="0" y="77"/>
                    <a:pt x="0" y="77"/>
                  </a:cubicBezTo>
                  <a:cubicBezTo>
                    <a:pt x="0" y="75"/>
                    <a:pt x="0" y="73"/>
                    <a:pt x="0" y="73"/>
                  </a:cubicBezTo>
                  <a:cubicBezTo>
                    <a:pt x="0" y="71"/>
                    <a:pt x="0" y="67"/>
                    <a:pt x="1" y="65"/>
                  </a:cubicBezTo>
                  <a:cubicBezTo>
                    <a:pt x="1" y="64"/>
                    <a:pt x="4" y="63"/>
                    <a:pt x="5" y="62"/>
                  </a:cubicBezTo>
                  <a:cubicBezTo>
                    <a:pt x="6" y="61"/>
                    <a:pt x="8" y="59"/>
                    <a:pt x="9" y="57"/>
                  </a:cubicBezTo>
                  <a:cubicBezTo>
                    <a:pt x="9" y="57"/>
                    <a:pt x="10" y="57"/>
                    <a:pt x="10" y="57"/>
                  </a:cubicBezTo>
                  <a:cubicBezTo>
                    <a:pt x="12" y="57"/>
                    <a:pt x="14" y="56"/>
                    <a:pt x="15" y="56"/>
                  </a:cubicBezTo>
                  <a:cubicBezTo>
                    <a:pt x="16" y="57"/>
                    <a:pt x="17" y="57"/>
                    <a:pt x="17" y="57"/>
                  </a:cubicBezTo>
                  <a:cubicBezTo>
                    <a:pt x="19" y="57"/>
                    <a:pt x="21" y="56"/>
                    <a:pt x="22" y="55"/>
                  </a:cubicBezTo>
                  <a:cubicBezTo>
                    <a:pt x="23" y="54"/>
                    <a:pt x="23" y="52"/>
                    <a:pt x="24" y="51"/>
                  </a:cubicBezTo>
                  <a:cubicBezTo>
                    <a:pt x="24" y="50"/>
                    <a:pt x="25" y="48"/>
                    <a:pt x="26" y="47"/>
                  </a:cubicBezTo>
                  <a:cubicBezTo>
                    <a:pt x="27" y="46"/>
                    <a:pt x="29" y="46"/>
                    <a:pt x="30" y="46"/>
                  </a:cubicBezTo>
                  <a:cubicBezTo>
                    <a:pt x="32" y="45"/>
                    <a:pt x="34" y="45"/>
                    <a:pt x="35" y="45"/>
                  </a:cubicBezTo>
                  <a:cubicBezTo>
                    <a:pt x="36" y="44"/>
                    <a:pt x="38" y="43"/>
                    <a:pt x="39" y="43"/>
                  </a:cubicBezTo>
                  <a:cubicBezTo>
                    <a:pt x="41" y="42"/>
                    <a:pt x="44" y="41"/>
                    <a:pt x="45" y="41"/>
                  </a:cubicBezTo>
                  <a:cubicBezTo>
                    <a:pt x="47" y="40"/>
                    <a:pt x="50" y="39"/>
                    <a:pt x="51" y="38"/>
                  </a:cubicBezTo>
                  <a:cubicBezTo>
                    <a:pt x="52" y="37"/>
                    <a:pt x="54" y="35"/>
                    <a:pt x="55" y="35"/>
                  </a:cubicBezTo>
                  <a:cubicBezTo>
                    <a:pt x="56" y="34"/>
                    <a:pt x="58" y="34"/>
                    <a:pt x="60" y="34"/>
                  </a:cubicBezTo>
                  <a:cubicBezTo>
                    <a:pt x="60" y="34"/>
                    <a:pt x="63" y="33"/>
                    <a:pt x="63" y="32"/>
                  </a:cubicBezTo>
                  <a:cubicBezTo>
                    <a:pt x="64" y="32"/>
                    <a:pt x="64" y="30"/>
                    <a:pt x="63" y="29"/>
                  </a:cubicBezTo>
                  <a:cubicBezTo>
                    <a:pt x="62" y="29"/>
                    <a:pt x="60" y="29"/>
                    <a:pt x="58" y="30"/>
                  </a:cubicBezTo>
                  <a:cubicBezTo>
                    <a:pt x="57" y="30"/>
                    <a:pt x="54" y="31"/>
                    <a:pt x="52" y="31"/>
                  </a:cubicBezTo>
                  <a:cubicBezTo>
                    <a:pt x="51" y="32"/>
                    <a:pt x="48" y="34"/>
                    <a:pt x="47" y="34"/>
                  </a:cubicBezTo>
                  <a:cubicBezTo>
                    <a:pt x="45" y="34"/>
                    <a:pt x="41" y="34"/>
                    <a:pt x="39" y="34"/>
                  </a:cubicBezTo>
                  <a:cubicBezTo>
                    <a:pt x="37" y="34"/>
                    <a:pt x="34" y="34"/>
                    <a:pt x="33" y="34"/>
                  </a:cubicBezTo>
                  <a:cubicBezTo>
                    <a:pt x="31" y="33"/>
                    <a:pt x="27" y="31"/>
                    <a:pt x="25" y="31"/>
                  </a:cubicBezTo>
                  <a:cubicBezTo>
                    <a:pt x="23" y="31"/>
                    <a:pt x="21" y="31"/>
                    <a:pt x="19" y="32"/>
                  </a:cubicBezTo>
                  <a:cubicBezTo>
                    <a:pt x="19" y="31"/>
                    <a:pt x="19" y="31"/>
                    <a:pt x="19" y="31"/>
                  </a:cubicBezTo>
                  <a:cubicBezTo>
                    <a:pt x="20" y="30"/>
                    <a:pt x="21" y="27"/>
                    <a:pt x="22" y="26"/>
                  </a:cubicBezTo>
                  <a:cubicBezTo>
                    <a:pt x="23" y="25"/>
                    <a:pt x="26" y="24"/>
                    <a:pt x="26" y="23"/>
                  </a:cubicBezTo>
                  <a:cubicBezTo>
                    <a:pt x="27" y="22"/>
                    <a:pt x="28" y="20"/>
                    <a:pt x="28" y="19"/>
                  </a:cubicBezTo>
                  <a:cubicBezTo>
                    <a:pt x="29" y="18"/>
                    <a:pt x="31" y="17"/>
                    <a:pt x="32"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70"/>
            <p:cNvSpPr>
              <a:spLocks/>
            </p:cNvSpPr>
            <p:nvPr/>
          </p:nvSpPr>
          <p:spPr bwMode="auto">
            <a:xfrm>
              <a:off x="4117975" y="3484563"/>
              <a:ext cx="215900" cy="388938"/>
            </a:xfrm>
            <a:custGeom>
              <a:avLst/>
              <a:gdLst/>
              <a:ahLst/>
              <a:cxnLst>
                <a:cxn ang="0">
                  <a:pos x="111" y="65"/>
                </a:cxn>
                <a:cxn ang="0">
                  <a:pos x="107" y="75"/>
                </a:cxn>
                <a:cxn ang="0">
                  <a:pos x="115" y="89"/>
                </a:cxn>
                <a:cxn ang="0">
                  <a:pos x="122" y="98"/>
                </a:cxn>
                <a:cxn ang="0">
                  <a:pos x="122" y="110"/>
                </a:cxn>
                <a:cxn ang="0">
                  <a:pos x="114" y="119"/>
                </a:cxn>
                <a:cxn ang="0">
                  <a:pos x="112" y="131"/>
                </a:cxn>
                <a:cxn ang="0">
                  <a:pos x="100" y="138"/>
                </a:cxn>
                <a:cxn ang="0">
                  <a:pos x="88" y="135"/>
                </a:cxn>
                <a:cxn ang="0">
                  <a:pos x="85" y="140"/>
                </a:cxn>
                <a:cxn ang="0">
                  <a:pos x="96" y="142"/>
                </a:cxn>
                <a:cxn ang="0">
                  <a:pos x="106" y="142"/>
                </a:cxn>
                <a:cxn ang="0">
                  <a:pos x="114" y="145"/>
                </a:cxn>
                <a:cxn ang="0">
                  <a:pos x="114" y="153"/>
                </a:cxn>
                <a:cxn ang="0">
                  <a:pos x="124" y="160"/>
                </a:cxn>
                <a:cxn ang="0">
                  <a:pos x="121" y="166"/>
                </a:cxn>
                <a:cxn ang="0">
                  <a:pos x="116" y="181"/>
                </a:cxn>
                <a:cxn ang="0">
                  <a:pos x="108" y="187"/>
                </a:cxn>
                <a:cxn ang="0">
                  <a:pos x="104" y="200"/>
                </a:cxn>
                <a:cxn ang="0">
                  <a:pos x="92" y="205"/>
                </a:cxn>
                <a:cxn ang="0">
                  <a:pos x="76" y="206"/>
                </a:cxn>
                <a:cxn ang="0">
                  <a:pos x="69" y="210"/>
                </a:cxn>
                <a:cxn ang="0">
                  <a:pos x="58" y="212"/>
                </a:cxn>
                <a:cxn ang="0">
                  <a:pos x="61" y="207"/>
                </a:cxn>
                <a:cxn ang="0">
                  <a:pos x="55" y="210"/>
                </a:cxn>
                <a:cxn ang="0">
                  <a:pos x="46" y="216"/>
                </a:cxn>
                <a:cxn ang="0">
                  <a:pos x="40" y="228"/>
                </a:cxn>
                <a:cxn ang="0">
                  <a:pos x="34" y="222"/>
                </a:cxn>
                <a:cxn ang="0">
                  <a:pos x="24" y="226"/>
                </a:cxn>
                <a:cxn ang="0">
                  <a:pos x="16" y="220"/>
                </a:cxn>
                <a:cxn ang="0">
                  <a:pos x="10" y="209"/>
                </a:cxn>
                <a:cxn ang="0">
                  <a:pos x="7" y="194"/>
                </a:cxn>
                <a:cxn ang="0">
                  <a:pos x="4" y="178"/>
                </a:cxn>
                <a:cxn ang="0">
                  <a:pos x="6" y="173"/>
                </a:cxn>
                <a:cxn ang="0">
                  <a:pos x="2" y="156"/>
                </a:cxn>
                <a:cxn ang="0">
                  <a:pos x="3" y="140"/>
                </a:cxn>
                <a:cxn ang="0">
                  <a:pos x="6" y="128"/>
                </a:cxn>
                <a:cxn ang="0">
                  <a:pos x="10" y="119"/>
                </a:cxn>
                <a:cxn ang="0">
                  <a:pos x="17" y="107"/>
                </a:cxn>
                <a:cxn ang="0">
                  <a:pos x="16" y="95"/>
                </a:cxn>
                <a:cxn ang="0">
                  <a:pos x="20" y="85"/>
                </a:cxn>
                <a:cxn ang="0">
                  <a:pos x="18" y="70"/>
                </a:cxn>
                <a:cxn ang="0">
                  <a:pos x="17" y="52"/>
                </a:cxn>
                <a:cxn ang="0">
                  <a:pos x="17" y="30"/>
                </a:cxn>
                <a:cxn ang="0">
                  <a:pos x="14" y="22"/>
                </a:cxn>
                <a:cxn ang="0">
                  <a:pos x="20" y="16"/>
                </a:cxn>
                <a:cxn ang="0">
                  <a:pos x="32" y="15"/>
                </a:cxn>
                <a:cxn ang="0">
                  <a:pos x="44" y="15"/>
                </a:cxn>
                <a:cxn ang="0">
                  <a:pos x="45" y="0"/>
                </a:cxn>
                <a:cxn ang="0">
                  <a:pos x="52" y="4"/>
                </a:cxn>
                <a:cxn ang="0">
                  <a:pos x="66" y="9"/>
                </a:cxn>
                <a:cxn ang="0">
                  <a:pos x="84" y="26"/>
                </a:cxn>
                <a:cxn ang="0">
                  <a:pos x="98" y="43"/>
                </a:cxn>
                <a:cxn ang="0">
                  <a:pos x="103" y="53"/>
                </a:cxn>
              </a:cxnLst>
              <a:rect l="0" t="0" r="r" b="b"/>
              <a:pathLst>
                <a:path w="126" h="228">
                  <a:moveTo>
                    <a:pt x="103" y="53"/>
                  </a:moveTo>
                  <a:cubicBezTo>
                    <a:pt x="104" y="55"/>
                    <a:pt x="109" y="56"/>
                    <a:pt x="110" y="58"/>
                  </a:cubicBezTo>
                  <a:cubicBezTo>
                    <a:pt x="111" y="60"/>
                    <a:pt x="111" y="63"/>
                    <a:pt x="111" y="65"/>
                  </a:cubicBezTo>
                  <a:cubicBezTo>
                    <a:pt x="112" y="66"/>
                    <a:pt x="112" y="68"/>
                    <a:pt x="112" y="69"/>
                  </a:cubicBezTo>
                  <a:cubicBezTo>
                    <a:pt x="111" y="70"/>
                    <a:pt x="108" y="70"/>
                    <a:pt x="108" y="70"/>
                  </a:cubicBezTo>
                  <a:cubicBezTo>
                    <a:pt x="107" y="71"/>
                    <a:pt x="107" y="74"/>
                    <a:pt x="107" y="75"/>
                  </a:cubicBezTo>
                  <a:cubicBezTo>
                    <a:pt x="108" y="77"/>
                    <a:pt x="111" y="79"/>
                    <a:pt x="112" y="80"/>
                  </a:cubicBezTo>
                  <a:cubicBezTo>
                    <a:pt x="113" y="81"/>
                    <a:pt x="115" y="82"/>
                    <a:pt x="116" y="83"/>
                  </a:cubicBezTo>
                  <a:cubicBezTo>
                    <a:pt x="116" y="84"/>
                    <a:pt x="115" y="88"/>
                    <a:pt x="115" y="89"/>
                  </a:cubicBezTo>
                  <a:cubicBezTo>
                    <a:pt x="116" y="90"/>
                    <a:pt x="117" y="92"/>
                    <a:pt x="117" y="92"/>
                  </a:cubicBezTo>
                  <a:cubicBezTo>
                    <a:pt x="118" y="93"/>
                    <a:pt x="120" y="93"/>
                    <a:pt x="121" y="94"/>
                  </a:cubicBezTo>
                  <a:cubicBezTo>
                    <a:pt x="122" y="94"/>
                    <a:pt x="122" y="97"/>
                    <a:pt x="122" y="98"/>
                  </a:cubicBezTo>
                  <a:cubicBezTo>
                    <a:pt x="122" y="99"/>
                    <a:pt x="121" y="101"/>
                    <a:pt x="121" y="103"/>
                  </a:cubicBezTo>
                  <a:cubicBezTo>
                    <a:pt x="121" y="104"/>
                    <a:pt x="122" y="106"/>
                    <a:pt x="122" y="107"/>
                  </a:cubicBezTo>
                  <a:cubicBezTo>
                    <a:pt x="122" y="107"/>
                    <a:pt x="122" y="109"/>
                    <a:pt x="122" y="110"/>
                  </a:cubicBezTo>
                  <a:cubicBezTo>
                    <a:pt x="122" y="111"/>
                    <a:pt x="120" y="112"/>
                    <a:pt x="119" y="113"/>
                  </a:cubicBezTo>
                  <a:cubicBezTo>
                    <a:pt x="118" y="113"/>
                    <a:pt x="116" y="114"/>
                    <a:pt x="116" y="115"/>
                  </a:cubicBezTo>
                  <a:cubicBezTo>
                    <a:pt x="115" y="116"/>
                    <a:pt x="114" y="118"/>
                    <a:pt x="114" y="119"/>
                  </a:cubicBezTo>
                  <a:cubicBezTo>
                    <a:pt x="113" y="121"/>
                    <a:pt x="114" y="124"/>
                    <a:pt x="114" y="126"/>
                  </a:cubicBezTo>
                  <a:cubicBezTo>
                    <a:pt x="114" y="127"/>
                    <a:pt x="114" y="129"/>
                    <a:pt x="114" y="131"/>
                  </a:cubicBezTo>
                  <a:cubicBezTo>
                    <a:pt x="114" y="131"/>
                    <a:pt x="113" y="131"/>
                    <a:pt x="112" y="131"/>
                  </a:cubicBezTo>
                  <a:cubicBezTo>
                    <a:pt x="111" y="131"/>
                    <a:pt x="110" y="132"/>
                    <a:pt x="109" y="132"/>
                  </a:cubicBezTo>
                  <a:cubicBezTo>
                    <a:pt x="107" y="133"/>
                    <a:pt x="104" y="134"/>
                    <a:pt x="103" y="135"/>
                  </a:cubicBezTo>
                  <a:cubicBezTo>
                    <a:pt x="102" y="135"/>
                    <a:pt x="101" y="138"/>
                    <a:pt x="100" y="138"/>
                  </a:cubicBezTo>
                  <a:cubicBezTo>
                    <a:pt x="98" y="139"/>
                    <a:pt x="95" y="138"/>
                    <a:pt x="93" y="137"/>
                  </a:cubicBezTo>
                  <a:cubicBezTo>
                    <a:pt x="93" y="137"/>
                    <a:pt x="92" y="135"/>
                    <a:pt x="91" y="135"/>
                  </a:cubicBezTo>
                  <a:cubicBezTo>
                    <a:pt x="90" y="135"/>
                    <a:pt x="89" y="135"/>
                    <a:pt x="88" y="135"/>
                  </a:cubicBezTo>
                  <a:cubicBezTo>
                    <a:pt x="87" y="135"/>
                    <a:pt x="84" y="135"/>
                    <a:pt x="84" y="136"/>
                  </a:cubicBezTo>
                  <a:cubicBezTo>
                    <a:pt x="83" y="136"/>
                    <a:pt x="83" y="138"/>
                    <a:pt x="84" y="139"/>
                  </a:cubicBezTo>
                  <a:cubicBezTo>
                    <a:pt x="84" y="139"/>
                    <a:pt x="85" y="140"/>
                    <a:pt x="85" y="140"/>
                  </a:cubicBezTo>
                  <a:cubicBezTo>
                    <a:pt x="86" y="140"/>
                    <a:pt x="88" y="139"/>
                    <a:pt x="89" y="139"/>
                  </a:cubicBezTo>
                  <a:cubicBezTo>
                    <a:pt x="90" y="139"/>
                    <a:pt x="92" y="139"/>
                    <a:pt x="93" y="140"/>
                  </a:cubicBezTo>
                  <a:cubicBezTo>
                    <a:pt x="94" y="140"/>
                    <a:pt x="95" y="142"/>
                    <a:pt x="96" y="142"/>
                  </a:cubicBezTo>
                  <a:cubicBezTo>
                    <a:pt x="97" y="143"/>
                    <a:pt x="99" y="144"/>
                    <a:pt x="101" y="144"/>
                  </a:cubicBezTo>
                  <a:cubicBezTo>
                    <a:pt x="102" y="144"/>
                    <a:pt x="104" y="144"/>
                    <a:pt x="105" y="144"/>
                  </a:cubicBezTo>
                  <a:cubicBezTo>
                    <a:pt x="105" y="143"/>
                    <a:pt x="106" y="142"/>
                    <a:pt x="106" y="142"/>
                  </a:cubicBezTo>
                  <a:cubicBezTo>
                    <a:pt x="107" y="141"/>
                    <a:pt x="109" y="142"/>
                    <a:pt x="109" y="143"/>
                  </a:cubicBezTo>
                  <a:cubicBezTo>
                    <a:pt x="110" y="143"/>
                    <a:pt x="110" y="145"/>
                    <a:pt x="111" y="145"/>
                  </a:cubicBezTo>
                  <a:cubicBezTo>
                    <a:pt x="111" y="145"/>
                    <a:pt x="113" y="145"/>
                    <a:pt x="114" y="145"/>
                  </a:cubicBezTo>
                  <a:cubicBezTo>
                    <a:pt x="115" y="145"/>
                    <a:pt x="116" y="146"/>
                    <a:pt x="117" y="147"/>
                  </a:cubicBezTo>
                  <a:cubicBezTo>
                    <a:pt x="117" y="148"/>
                    <a:pt x="117" y="150"/>
                    <a:pt x="117" y="151"/>
                  </a:cubicBezTo>
                  <a:cubicBezTo>
                    <a:pt x="116" y="152"/>
                    <a:pt x="115" y="152"/>
                    <a:pt x="114" y="153"/>
                  </a:cubicBezTo>
                  <a:cubicBezTo>
                    <a:pt x="114" y="154"/>
                    <a:pt x="114" y="156"/>
                    <a:pt x="115" y="156"/>
                  </a:cubicBezTo>
                  <a:cubicBezTo>
                    <a:pt x="116" y="157"/>
                    <a:pt x="118" y="158"/>
                    <a:pt x="119" y="159"/>
                  </a:cubicBezTo>
                  <a:cubicBezTo>
                    <a:pt x="120" y="159"/>
                    <a:pt x="123" y="160"/>
                    <a:pt x="124" y="160"/>
                  </a:cubicBezTo>
                  <a:cubicBezTo>
                    <a:pt x="125" y="161"/>
                    <a:pt x="125" y="161"/>
                    <a:pt x="126" y="161"/>
                  </a:cubicBezTo>
                  <a:cubicBezTo>
                    <a:pt x="126" y="161"/>
                    <a:pt x="125" y="161"/>
                    <a:pt x="125" y="161"/>
                  </a:cubicBezTo>
                  <a:cubicBezTo>
                    <a:pt x="124" y="163"/>
                    <a:pt x="122" y="165"/>
                    <a:pt x="121" y="166"/>
                  </a:cubicBezTo>
                  <a:cubicBezTo>
                    <a:pt x="120" y="167"/>
                    <a:pt x="117" y="168"/>
                    <a:pt x="117" y="169"/>
                  </a:cubicBezTo>
                  <a:cubicBezTo>
                    <a:pt x="116" y="171"/>
                    <a:pt x="116" y="175"/>
                    <a:pt x="116" y="177"/>
                  </a:cubicBezTo>
                  <a:cubicBezTo>
                    <a:pt x="116" y="177"/>
                    <a:pt x="116" y="179"/>
                    <a:pt x="116" y="181"/>
                  </a:cubicBezTo>
                  <a:cubicBezTo>
                    <a:pt x="115" y="181"/>
                    <a:pt x="114" y="181"/>
                    <a:pt x="113" y="182"/>
                  </a:cubicBezTo>
                  <a:cubicBezTo>
                    <a:pt x="112" y="182"/>
                    <a:pt x="111" y="183"/>
                    <a:pt x="110" y="183"/>
                  </a:cubicBezTo>
                  <a:cubicBezTo>
                    <a:pt x="109" y="184"/>
                    <a:pt x="108" y="186"/>
                    <a:pt x="108" y="187"/>
                  </a:cubicBezTo>
                  <a:cubicBezTo>
                    <a:pt x="108" y="188"/>
                    <a:pt x="108" y="190"/>
                    <a:pt x="108" y="191"/>
                  </a:cubicBezTo>
                  <a:cubicBezTo>
                    <a:pt x="108" y="192"/>
                    <a:pt x="108" y="195"/>
                    <a:pt x="108" y="196"/>
                  </a:cubicBezTo>
                  <a:cubicBezTo>
                    <a:pt x="107" y="197"/>
                    <a:pt x="105" y="199"/>
                    <a:pt x="104" y="200"/>
                  </a:cubicBezTo>
                  <a:cubicBezTo>
                    <a:pt x="103" y="201"/>
                    <a:pt x="102" y="203"/>
                    <a:pt x="101" y="204"/>
                  </a:cubicBezTo>
                  <a:cubicBezTo>
                    <a:pt x="101" y="205"/>
                    <a:pt x="99" y="207"/>
                    <a:pt x="97" y="207"/>
                  </a:cubicBezTo>
                  <a:cubicBezTo>
                    <a:pt x="96" y="207"/>
                    <a:pt x="93" y="206"/>
                    <a:pt x="92" y="205"/>
                  </a:cubicBezTo>
                  <a:cubicBezTo>
                    <a:pt x="91" y="204"/>
                    <a:pt x="88" y="201"/>
                    <a:pt x="87" y="201"/>
                  </a:cubicBezTo>
                  <a:cubicBezTo>
                    <a:pt x="85" y="200"/>
                    <a:pt x="82" y="201"/>
                    <a:pt x="80" y="202"/>
                  </a:cubicBezTo>
                  <a:cubicBezTo>
                    <a:pt x="79" y="203"/>
                    <a:pt x="76" y="204"/>
                    <a:pt x="76" y="206"/>
                  </a:cubicBezTo>
                  <a:cubicBezTo>
                    <a:pt x="75" y="207"/>
                    <a:pt x="77" y="210"/>
                    <a:pt x="76" y="211"/>
                  </a:cubicBezTo>
                  <a:cubicBezTo>
                    <a:pt x="75" y="212"/>
                    <a:pt x="74" y="212"/>
                    <a:pt x="73" y="212"/>
                  </a:cubicBezTo>
                  <a:cubicBezTo>
                    <a:pt x="72" y="212"/>
                    <a:pt x="70" y="211"/>
                    <a:pt x="69" y="210"/>
                  </a:cubicBezTo>
                  <a:cubicBezTo>
                    <a:pt x="68" y="210"/>
                    <a:pt x="65" y="211"/>
                    <a:pt x="63" y="211"/>
                  </a:cubicBezTo>
                  <a:cubicBezTo>
                    <a:pt x="62" y="211"/>
                    <a:pt x="61" y="211"/>
                    <a:pt x="60" y="212"/>
                  </a:cubicBezTo>
                  <a:cubicBezTo>
                    <a:pt x="59" y="212"/>
                    <a:pt x="59" y="212"/>
                    <a:pt x="58" y="212"/>
                  </a:cubicBezTo>
                  <a:cubicBezTo>
                    <a:pt x="59" y="211"/>
                    <a:pt x="59" y="210"/>
                    <a:pt x="59" y="210"/>
                  </a:cubicBezTo>
                  <a:cubicBezTo>
                    <a:pt x="60" y="210"/>
                    <a:pt x="61" y="210"/>
                    <a:pt x="62" y="209"/>
                  </a:cubicBezTo>
                  <a:cubicBezTo>
                    <a:pt x="62" y="209"/>
                    <a:pt x="61" y="207"/>
                    <a:pt x="61" y="207"/>
                  </a:cubicBezTo>
                  <a:cubicBezTo>
                    <a:pt x="60" y="206"/>
                    <a:pt x="60" y="205"/>
                    <a:pt x="59" y="205"/>
                  </a:cubicBezTo>
                  <a:cubicBezTo>
                    <a:pt x="58" y="205"/>
                    <a:pt x="56" y="207"/>
                    <a:pt x="55" y="208"/>
                  </a:cubicBezTo>
                  <a:cubicBezTo>
                    <a:pt x="55" y="208"/>
                    <a:pt x="55" y="209"/>
                    <a:pt x="55" y="210"/>
                  </a:cubicBezTo>
                  <a:cubicBezTo>
                    <a:pt x="54" y="210"/>
                    <a:pt x="53" y="211"/>
                    <a:pt x="52" y="212"/>
                  </a:cubicBezTo>
                  <a:cubicBezTo>
                    <a:pt x="51" y="212"/>
                    <a:pt x="49" y="212"/>
                    <a:pt x="48" y="212"/>
                  </a:cubicBezTo>
                  <a:cubicBezTo>
                    <a:pt x="47" y="213"/>
                    <a:pt x="47" y="215"/>
                    <a:pt x="46" y="216"/>
                  </a:cubicBezTo>
                  <a:cubicBezTo>
                    <a:pt x="46" y="217"/>
                    <a:pt x="45" y="220"/>
                    <a:pt x="45" y="221"/>
                  </a:cubicBezTo>
                  <a:cubicBezTo>
                    <a:pt x="45" y="222"/>
                    <a:pt x="44" y="224"/>
                    <a:pt x="43" y="225"/>
                  </a:cubicBezTo>
                  <a:cubicBezTo>
                    <a:pt x="43" y="226"/>
                    <a:pt x="41" y="228"/>
                    <a:pt x="40" y="228"/>
                  </a:cubicBezTo>
                  <a:cubicBezTo>
                    <a:pt x="40" y="228"/>
                    <a:pt x="40" y="228"/>
                    <a:pt x="40" y="228"/>
                  </a:cubicBezTo>
                  <a:cubicBezTo>
                    <a:pt x="39" y="227"/>
                    <a:pt x="37" y="227"/>
                    <a:pt x="36" y="226"/>
                  </a:cubicBezTo>
                  <a:cubicBezTo>
                    <a:pt x="36" y="225"/>
                    <a:pt x="35" y="223"/>
                    <a:pt x="34" y="222"/>
                  </a:cubicBezTo>
                  <a:cubicBezTo>
                    <a:pt x="34" y="221"/>
                    <a:pt x="31" y="220"/>
                    <a:pt x="30" y="221"/>
                  </a:cubicBezTo>
                  <a:cubicBezTo>
                    <a:pt x="29" y="221"/>
                    <a:pt x="29" y="223"/>
                    <a:pt x="28" y="224"/>
                  </a:cubicBezTo>
                  <a:cubicBezTo>
                    <a:pt x="28" y="224"/>
                    <a:pt x="26" y="226"/>
                    <a:pt x="24" y="226"/>
                  </a:cubicBezTo>
                  <a:cubicBezTo>
                    <a:pt x="23" y="226"/>
                    <a:pt x="22" y="225"/>
                    <a:pt x="21" y="224"/>
                  </a:cubicBezTo>
                  <a:cubicBezTo>
                    <a:pt x="20" y="224"/>
                    <a:pt x="18" y="223"/>
                    <a:pt x="17" y="223"/>
                  </a:cubicBezTo>
                  <a:cubicBezTo>
                    <a:pt x="17" y="222"/>
                    <a:pt x="16" y="220"/>
                    <a:pt x="16" y="220"/>
                  </a:cubicBezTo>
                  <a:cubicBezTo>
                    <a:pt x="15" y="218"/>
                    <a:pt x="16" y="215"/>
                    <a:pt x="16" y="214"/>
                  </a:cubicBezTo>
                  <a:cubicBezTo>
                    <a:pt x="16" y="213"/>
                    <a:pt x="15" y="212"/>
                    <a:pt x="14" y="211"/>
                  </a:cubicBezTo>
                  <a:cubicBezTo>
                    <a:pt x="13" y="210"/>
                    <a:pt x="11" y="210"/>
                    <a:pt x="10" y="209"/>
                  </a:cubicBezTo>
                  <a:cubicBezTo>
                    <a:pt x="9" y="209"/>
                    <a:pt x="8" y="207"/>
                    <a:pt x="8" y="206"/>
                  </a:cubicBezTo>
                  <a:cubicBezTo>
                    <a:pt x="7" y="205"/>
                    <a:pt x="6" y="203"/>
                    <a:pt x="6" y="202"/>
                  </a:cubicBezTo>
                  <a:cubicBezTo>
                    <a:pt x="6" y="200"/>
                    <a:pt x="7" y="196"/>
                    <a:pt x="7" y="194"/>
                  </a:cubicBezTo>
                  <a:cubicBezTo>
                    <a:pt x="6" y="193"/>
                    <a:pt x="5" y="192"/>
                    <a:pt x="4" y="191"/>
                  </a:cubicBezTo>
                  <a:cubicBezTo>
                    <a:pt x="4" y="190"/>
                    <a:pt x="4" y="188"/>
                    <a:pt x="4" y="186"/>
                  </a:cubicBezTo>
                  <a:cubicBezTo>
                    <a:pt x="4" y="184"/>
                    <a:pt x="5" y="180"/>
                    <a:pt x="4" y="178"/>
                  </a:cubicBezTo>
                  <a:cubicBezTo>
                    <a:pt x="4" y="177"/>
                    <a:pt x="4" y="177"/>
                    <a:pt x="3" y="177"/>
                  </a:cubicBezTo>
                  <a:cubicBezTo>
                    <a:pt x="4" y="177"/>
                    <a:pt x="4" y="177"/>
                    <a:pt x="4" y="177"/>
                  </a:cubicBezTo>
                  <a:cubicBezTo>
                    <a:pt x="5" y="176"/>
                    <a:pt x="5" y="174"/>
                    <a:pt x="6" y="173"/>
                  </a:cubicBezTo>
                  <a:cubicBezTo>
                    <a:pt x="6" y="172"/>
                    <a:pt x="6" y="169"/>
                    <a:pt x="6" y="168"/>
                  </a:cubicBezTo>
                  <a:cubicBezTo>
                    <a:pt x="6" y="165"/>
                    <a:pt x="5" y="161"/>
                    <a:pt x="4" y="159"/>
                  </a:cubicBezTo>
                  <a:cubicBezTo>
                    <a:pt x="4" y="158"/>
                    <a:pt x="2" y="157"/>
                    <a:pt x="2" y="156"/>
                  </a:cubicBezTo>
                  <a:cubicBezTo>
                    <a:pt x="1" y="155"/>
                    <a:pt x="1" y="151"/>
                    <a:pt x="1" y="150"/>
                  </a:cubicBezTo>
                  <a:cubicBezTo>
                    <a:pt x="0" y="148"/>
                    <a:pt x="1" y="144"/>
                    <a:pt x="1" y="142"/>
                  </a:cubicBezTo>
                  <a:cubicBezTo>
                    <a:pt x="2" y="141"/>
                    <a:pt x="3" y="140"/>
                    <a:pt x="3" y="140"/>
                  </a:cubicBezTo>
                  <a:cubicBezTo>
                    <a:pt x="4" y="139"/>
                    <a:pt x="4" y="137"/>
                    <a:pt x="4" y="136"/>
                  </a:cubicBezTo>
                  <a:cubicBezTo>
                    <a:pt x="4" y="135"/>
                    <a:pt x="3" y="132"/>
                    <a:pt x="4" y="131"/>
                  </a:cubicBezTo>
                  <a:cubicBezTo>
                    <a:pt x="4" y="130"/>
                    <a:pt x="5" y="129"/>
                    <a:pt x="6" y="128"/>
                  </a:cubicBezTo>
                  <a:cubicBezTo>
                    <a:pt x="6" y="127"/>
                    <a:pt x="5" y="125"/>
                    <a:pt x="6" y="124"/>
                  </a:cubicBezTo>
                  <a:cubicBezTo>
                    <a:pt x="6" y="123"/>
                    <a:pt x="6" y="122"/>
                    <a:pt x="7" y="121"/>
                  </a:cubicBezTo>
                  <a:cubicBezTo>
                    <a:pt x="7" y="120"/>
                    <a:pt x="9" y="120"/>
                    <a:pt x="10" y="119"/>
                  </a:cubicBezTo>
                  <a:cubicBezTo>
                    <a:pt x="11" y="118"/>
                    <a:pt x="12" y="114"/>
                    <a:pt x="13" y="113"/>
                  </a:cubicBezTo>
                  <a:cubicBezTo>
                    <a:pt x="14" y="113"/>
                    <a:pt x="16" y="112"/>
                    <a:pt x="17" y="111"/>
                  </a:cubicBezTo>
                  <a:cubicBezTo>
                    <a:pt x="17" y="110"/>
                    <a:pt x="17" y="108"/>
                    <a:pt x="17" y="107"/>
                  </a:cubicBezTo>
                  <a:cubicBezTo>
                    <a:pt x="17" y="106"/>
                    <a:pt x="15" y="104"/>
                    <a:pt x="15" y="103"/>
                  </a:cubicBezTo>
                  <a:cubicBezTo>
                    <a:pt x="15" y="102"/>
                    <a:pt x="14" y="100"/>
                    <a:pt x="14" y="99"/>
                  </a:cubicBezTo>
                  <a:cubicBezTo>
                    <a:pt x="14" y="98"/>
                    <a:pt x="15" y="96"/>
                    <a:pt x="16" y="95"/>
                  </a:cubicBezTo>
                  <a:cubicBezTo>
                    <a:pt x="17" y="94"/>
                    <a:pt x="19" y="93"/>
                    <a:pt x="19" y="92"/>
                  </a:cubicBezTo>
                  <a:cubicBezTo>
                    <a:pt x="20" y="91"/>
                    <a:pt x="19" y="89"/>
                    <a:pt x="19" y="88"/>
                  </a:cubicBezTo>
                  <a:cubicBezTo>
                    <a:pt x="19" y="87"/>
                    <a:pt x="20" y="86"/>
                    <a:pt x="20" y="85"/>
                  </a:cubicBezTo>
                  <a:cubicBezTo>
                    <a:pt x="20" y="84"/>
                    <a:pt x="18" y="83"/>
                    <a:pt x="18" y="83"/>
                  </a:cubicBezTo>
                  <a:cubicBezTo>
                    <a:pt x="17" y="81"/>
                    <a:pt x="18" y="78"/>
                    <a:pt x="18" y="77"/>
                  </a:cubicBezTo>
                  <a:cubicBezTo>
                    <a:pt x="18" y="75"/>
                    <a:pt x="18" y="72"/>
                    <a:pt x="18" y="70"/>
                  </a:cubicBezTo>
                  <a:cubicBezTo>
                    <a:pt x="18" y="69"/>
                    <a:pt x="16" y="67"/>
                    <a:pt x="16" y="65"/>
                  </a:cubicBezTo>
                  <a:cubicBezTo>
                    <a:pt x="16" y="63"/>
                    <a:pt x="15" y="60"/>
                    <a:pt x="16" y="58"/>
                  </a:cubicBezTo>
                  <a:cubicBezTo>
                    <a:pt x="16" y="56"/>
                    <a:pt x="16" y="54"/>
                    <a:pt x="17" y="52"/>
                  </a:cubicBezTo>
                  <a:cubicBezTo>
                    <a:pt x="17" y="51"/>
                    <a:pt x="18" y="48"/>
                    <a:pt x="18" y="46"/>
                  </a:cubicBezTo>
                  <a:cubicBezTo>
                    <a:pt x="18" y="44"/>
                    <a:pt x="17" y="40"/>
                    <a:pt x="17" y="39"/>
                  </a:cubicBezTo>
                  <a:cubicBezTo>
                    <a:pt x="17" y="36"/>
                    <a:pt x="19" y="32"/>
                    <a:pt x="17" y="30"/>
                  </a:cubicBezTo>
                  <a:cubicBezTo>
                    <a:pt x="17" y="30"/>
                    <a:pt x="14" y="31"/>
                    <a:pt x="13" y="30"/>
                  </a:cubicBezTo>
                  <a:cubicBezTo>
                    <a:pt x="12" y="30"/>
                    <a:pt x="11" y="27"/>
                    <a:pt x="11" y="26"/>
                  </a:cubicBezTo>
                  <a:cubicBezTo>
                    <a:pt x="11" y="25"/>
                    <a:pt x="13" y="23"/>
                    <a:pt x="14" y="22"/>
                  </a:cubicBezTo>
                  <a:cubicBezTo>
                    <a:pt x="15" y="21"/>
                    <a:pt x="17" y="22"/>
                    <a:pt x="18" y="21"/>
                  </a:cubicBezTo>
                  <a:cubicBezTo>
                    <a:pt x="18" y="21"/>
                    <a:pt x="19" y="20"/>
                    <a:pt x="20" y="19"/>
                  </a:cubicBezTo>
                  <a:cubicBezTo>
                    <a:pt x="20" y="19"/>
                    <a:pt x="20" y="17"/>
                    <a:pt x="20" y="16"/>
                  </a:cubicBezTo>
                  <a:cubicBezTo>
                    <a:pt x="21" y="15"/>
                    <a:pt x="21" y="13"/>
                    <a:pt x="21" y="12"/>
                  </a:cubicBezTo>
                  <a:cubicBezTo>
                    <a:pt x="23" y="12"/>
                    <a:pt x="24" y="13"/>
                    <a:pt x="25" y="13"/>
                  </a:cubicBezTo>
                  <a:cubicBezTo>
                    <a:pt x="27" y="13"/>
                    <a:pt x="30" y="14"/>
                    <a:pt x="32" y="15"/>
                  </a:cubicBezTo>
                  <a:cubicBezTo>
                    <a:pt x="33" y="16"/>
                    <a:pt x="34" y="18"/>
                    <a:pt x="36" y="19"/>
                  </a:cubicBezTo>
                  <a:cubicBezTo>
                    <a:pt x="37" y="20"/>
                    <a:pt x="40" y="20"/>
                    <a:pt x="41" y="19"/>
                  </a:cubicBezTo>
                  <a:cubicBezTo>
                    <a:pt x="42" y="19"/>
                    <a:pt x="43" y="16"/>
                    <a:pt x="44" y="15"/>
                  </a:cubicBezTo>
                  <a:cubicBezTo>
                    <a:pt x="44" y="14"/>
                    <a:pt x="45" y="10"/>
                    <a:pt x="45" y="9"/>
                  </a:cubicBezTo>
                  <a:cubicBezTo>
                    <a:pt x="44" y="8"/>
                    <a:pt x="43" y="6"/>
                    <a:pt x="43" y="4"/>
                  </a:cubicBezTo>
                  <a:cubicBezTo>
                    <a:pt x="43" y="3"/>
                    <a:pt x="44" y="1"/>
                    <a:pt x="45" y="0"/>
                  </a:cubicBezTo>
                  <a:cubicBezTo>
                    <a:pt x="45" y="0"/>
                    <a:pt x="47" y="0"/>
                    <a:pt x="48" y="0"/>
                  </a:cubicBezTo>
                  <a:cubicBezTo>
                    <a:pt x="49" y="0"/>
                    <a:pt x="51" y="1"/>
                    <a:pt x="52" y="1"/>
                  </a:cubicBezTo>
                  <a:cubicBezTo>
                    <a:pt x="52" y="2"/>
                    <a:pt x="52" y="3"/>
                    <a:pt x="52" y="4"/>
                  </a:cubicBezTo>
                  <a:cubicBezTo>
                    <a:pt x="53" y="5"/>
                    <a:pt x="55" y="6"/>
                    <a:pt x="56" y="6"/>
                  </a:cubicBezTo>
                  <a:cubicBezTo>
                    <a:pt x="57" y="6"/>
                    <a:pt x="58" y="6"/>
                    <a:pt x="59" y="6"/>
                  </a:cubicBezTo>
                  <a:cubicBezTo>
                    <a:pt x="61" y="7"/>
                    <a:pt x="64" y="9"/>
                    <a:pt x="66" y="9"/>
                  </a:cubicBezTo>
                  <a:cubicBezTo>
                    <a:pt x="67" y="10"/>
                    <a:pt x="70" y="10"/>
                    <a:pt x="71" y="11"/>
                  </a:cubicBezTo>
                  <a:cubicBezTo>
                    <a:pt x="73" y="12"/>
                    <a:pt x="76" y="16"/>
                    <a:pt x="78" y="18"/>
                  </a:cubicBezTo>
                  <a:cubicBezTo>
                    <a:pt x="80" y="20"/>
                    <a:pt x="82" y="24"/>
                    <a:pt x="84" y="26"/>
                  </a:cubicBezTo>
                  <a:cubicBezTo>
                    <a:pt x="85" y="28"/>
                    <a:pt x="88" y="33"/>
                    <a:pt x="90" y="35"/>
                  </a:cubicBezTo>
                  <a:cubicBezTo>
                    <a:pt x="91" y="35"/>
                    <a:pt x="93" y="37"/>
                    <a:pt x="94" y="38"/>
                  </a:cubicBezTo>
                  <a:cubicBezTo>
                    <a:pt x="95" y="39"/>
                    <a:pt x="97" y="41"/>
                    <a:pt x="98" y="43"/>
                  </a:cubicBezTo>
                  <a:cubicBezTo>
                    <a:pt x="98" y="43"/>
                    <a:pt x="98" y="43"/>
                    <a:pt x="98" y="44"/>
                  </a:cubicBezTo>
                  <a:cubicBezTo>
                    <a:pt x="99" y="45"/>
                    <a:pt x="101" y="47"/>
                    <a:pt x="101" y="48"/>
                  </a:cubicBezTo>
                  <a:cubicBezTo>
                    <a:pt x="102" y="49"/>
                    <a:pt x="102" y="52"/>
                    <a:pt x="103" y="5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71"/>
            <p:cNvSpPr>
              <a:spLocks/>
            </p:cNvSpPr>
            <p:nvPr/>
          </p:nvSpPr>
          <p:spPr bwMode="auto">
            <a:xfrm>
              <a:off x="4451350" y="3649663"/>
              <a:ext cx="12700" cy="12700"/>
            </a:xfrm>
            <a:custGeom>
              <a:avLst/>
              <a:gdLst/>
              <a:ahLst/>
              <a:cxnLst>
                <a:cxn ang="0">
                  <a:pos x="8" y="4"/>
                </a:cxn>
                <a:cxn ang="0">
                  <a:pos x="5" y="7"/>
                </a:cxn>
                <a:cxn ang="0">
                  <a:pos x="1" y="6"/>
                </a:cxn>
                <a:cxn ang="0">
                  <a:pos x="0" y="3"/>
                </a:cxn>
                <a:cxn ang="0">
                  <a:pos x="1" y="0"/>
                </a:cxn>
                <a:cxn ang="0">
                  <a:pos x="5" y="1"/>
                </a:cxn>
                <a:cxn ang="0">
                  <a:pos x="8" y="4"/>
                </a:cxn>
              </a:cxnLst>
              <a:rect l="0" t="0" r="r" b="b"/>
              <a:pathLst>
                <a:path w="8" h="7">
                  <a:moveTo>
                    <a:pt x="8" y="4"/>
                  </a:moveTo>
                  <a:cubicBezTo>
                    <a:pt x="8" y="5"/>
                    <a:pt x="6" y="6"/>
                    <a:pt x="5" y="7"/>
                  </a:cubicBezTo>
                  <a:cubicBezTo>
                    <a:pt x="4" y="7"/>
                    <a:pt x="2" y="7"/>
                    <a:pt x="1" y="6"/>
                  </a:cubicBezTo>
                  <a:cubicBezTo>
                    <a:pt x="0" y="6"/>
                    <a:pt x="0" y="4"/>
                    <a:pt x="0" y="3"/>
                  </a:cubicBezTo>
                  <a:cubicBezTo>
                    <a:pt x="0" y="3"/>
                    <a:pt x="1" y="1"/>
                    <a:pt x="1" y="0"/>
                  </a:cubicBezTo>
                  <a:cubicBezTo>
                    <a:pt x="2" y="0"/>
                    <a:pt x="4" y="0"/>
                    <a:pt x="5" y="1"/>
                  </a:cubicBezTo>
                  <a:cubicBezTo>
                    <a:pt x="6" y="1"/>
                    <a:pt x="8" y="3"/>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72"/>
            <p:cNvSpPr>
              <a:spLocks/>
            </p:cNvSpPr>
            <p:nvPr/>
          </p:nvSpPr>
          <p:spPr bwMode="auto">
            <a:xfrm>
              <a:off x="4286250" y="3427413"/>
              <a:ext cx="266700" cy="292100"/>
            </a:xfrm>
            <a:custGeom>
              <a:avLst/>
              <a:gdLst/>
              <a:ahLst/>
              <a:cxnLst>
                <a:cxn ang="0">
                  <a:pos x="50" y="154"/>
                </a:cxn>
                <a:cxn ang="0">
                  <a:pos x="40" y="163"/>
                </a:cxn>
                <a:cxn ang="0">
                  <a:pos x="34" y="169"/>
                </a:cxn>
                <a:cxn ang="0">
                  <a:pos x="28" y="168"/>
                </a:cxn>
                <a:cxn ang="0">
                  <a:pos x="16" y="164"/>
                </a:cxn>
                <a:cxn ang="0">
                  <a:pos x="18" y="148"/>
                </a:cxn>
                <a:cxn ang="0">
                  <a:pos x="24" y="140"/>
                </a:cxn>
                <a:cxn ang="0">
                  <a:pos x="23" y="127"/>
                </a:cxn>
                <a:cxn ang="0">
                  <a:pos x="18" y="116"/>
                </a:cxn>
                <a:cxn ang="0">
                  <a:pos x="10" y="103"/>
                </a:cxn>
                <a:cxn ang="0">
                  <a:pos x="12" y="91"/>
                </a:cxn>
                <a:cxn ang="0">
                  <a:pos x="0" y="77"/>
                </a:cxn>
                <a:cxn ang="0">
                  <a:pos x="8" y="60"/>
                </a:cxn>
                <a:cxn ang="0">
                  <a:pos x="20" y="59"/>
                </a:cxn>
                <a:cxn ang="0">
                  <a:pos x="26" y="49"/>
                </a:cxn>
                <a:cxn ang="0">
                  <a:pos x="25" y="39"/>
                </a:cxn>
                <a:cxn ang="0">
                  <a:pos x="31" y="24"/>
                </a:cxn>
                <a:cxn ang="0">
                  <a:pos x="44" y="20"/>
                </a:cxn>
                <a:cxn ang="0">
                  <a:pos x="58" y="28"/>
                </a:cxn>
                <a:cxn ang="0">
                  <a:pos x="62" y="40"/>
                </a:cxn>
                <a:cxn ang="0">
                  <a:pos x="79" y="36"/>
                </a:cxn>
                <a:cxn ang="0">
                  <a:pos x="95" y="23"/>
                </a:cxn>
                <a:cxn ang="0">
                  <a:pos x="108" y="22"/>
                </a:cxn>
                <a:cxn ang="0">
                  <a:pos x="116" y="19"/>
                </a:cxn>
                <a:cxn ang="0">
                  <a:pos x="125" y="9"/>
                </a:cxn>
                <a:cxn ang="0">
                  <a:pos x="138" y="3"/>
                </a:cxn>
                <a:cxn ang="0">
                  <a:pos x="145" y="3"/>
                </a:cxn>
                <a:cxn ang="0">
                  <a:pos x="156" y="15"/>
                </a:cxn>
                <a:cxn ang="0">
                  <a:pos x="153" y="35"/>
                </a:cxn>
                <a:cxn ang="0">
                  <a:pos x="143" y="47"/>
                </a:cxn>
                <a:cxn ang="0">
                  <a:pos x="135" y="54"/>
                </a:cxn>
                <a:cxn ang="0">
                  <a:pos x="138" y="67"/>
                </a:cxn>
                <a:cxn ang="0">
                  <a:pos x="127" y="73"/>
                </a:cxn>
                <a:cxn ang="0">
                  <a:pos x="114" y="70"/>
                </a:cxn>
                <a:cxn ang="0">
                  <a:pos x="112" y="80"/>
                </a:cxn>
                <a:cxn ang="0">
                  <a:pos x="109" y="92"/>
                </a:cxn>
                <a:cxn ang="0">
                  <a:pos x="116" y="107"/>
                </a:cxn>
                <a:cxn ang="0">
                  <a:pos x="120" y="118"/>
                </a:cxn>
                <a:cxn ang="0">
                  <a:pos x="113" y="124"/>
                </a:cxn>
                <a:cxn ang="0">
                  <a:pos x="103" y="128"/>
                </a:cxn>
                <a:cxn ang="0">
                  <a:pos x="99" y="118"/>
                </a:cxn>
                <a:cxn ang="0">
                  <a:pos x="92" y="116"/>
                </a:cxn>
                <a:cxn ang="0">
                  <a:pos x="93" y="127"/>
                </a:cxn>
                <a:cxn ang="0">
                  <a:pos x="81" y="134"/>
                </a:cxn>
                <a:cxn ang="0">
                  <a:pos x="66" y="139"/>
                </a:cxn>
                <a:cxn ang="0">
                  <a:pos x="55" y="137"/>
                </a:cxn>
                <a:cxn ang="0">
                  <a:pos x="59" y="143"/>
                </a:cxn>
                <a:cxn ang="0">
                  <a:pos x="69" y="144"/>
                </a:cxn>
                <a:cxn ang="0">
                  <a:pos x="65" y="153"/>
                </a:cxn>
              </a:cxnLst>
              <a:rect l="0" t="0" r="r" b="b"/>
              <a:pathLst>
                <a:path w="156" h="171">
                  <a:moveTo>
                    <a:pt x="61" y="156"/>
                  </a:moveTo>
                  <a:cubicBezTo>
                    <a:pt x="59" y="156"/>
                    <a:pt x="56" y="155"/>
                    <a:pt x="54" y="155"/>
                  </a:cubicBezTo>
                  <a:cubicBezTo>
                    <a:pt x="53" y="155"/>
                    <a:pt x="51" y="154"/>
                    <a:pt x="50" y="154"/>
                  </a:cubicBezTo>
                  <a:cubicBezTo>
                    <a:pt x="49" y="154"/>
                    <a:pt x="47" y="155"/>
                    <a:pt x="46" y="156"/>
                  </a:cubicBezTo>
                  <a:cubicBezTo>
                    <a:pt x="46" y="157"/>
                    <a:pt x="45" y="159"/>
                    <a:pt x="44" y="160"/>
                  </a:cubicBezTo>
                  <a:cubicBezTo>
                    <a:pt x="44" y="161"/>
                    <a:pt x="41" y="162"/>
                    <a:pt x="40" y="163"/>
                  </a:cubicBezTo>
                  <a:cubicBezTo>
                    <a:pt x="39" y="164"/>
                    <a:pt x="38" y="167"/>
                    <a:pt x="37" y="168"/>
                  </a:cubicBezTo>
                  <a:cubicBezTo>
                    <a:pt x="37" y="168"/>
                    <a:pt x="37" y="168"/>
                    <a:pt x="37" y="169"/>
                  </a:cubicBezTo>
                  <a:cubicBezTo>
                    <a:pt x="36" y="169"/>
                    <a:pt x="35" y="169"/>
                    <a:pt x="34" y="169"/>
                  </a:cubicBezTo>
                  <a:cubicBezTo>
                    <a:pt x="34" y="169"/>
                    <a:pt x="33" y="171"/>
                    <a:pt x="33" y="171"/>
                  </a:cubicBezTo>
                  <a:cubicBezTo>
                    <a:pt x="32" y="171"/>
                    <a:pt x="30" y="171"/>
                    <a:pt x="30" y="171"/>
                  </a:cubicBezTo>
                  <a:cubicBezTo>
                    <a:pt x="29" y="170"/>
                    <a:pt x="29" y="168"/>
                    <a:pt x="28" y="168"/>
                  </a:cubicBezTo>
                  <a:cubicBezTo>
                    <a:pt x="28" y="167"/>
                    <a:pt x="26" y="168"/>
                    <a:pt x="25" y="167"/>
                  </a:cubicBezTo>
                  <a:cubicBezTo>
                    <a:pt x="24" y="167"/>
                    <a:pt x="21" y="165"/>
                    <a:pt x="20" y="165"/>
                  </a:cubicBezTo>
                  <a:cubicBezTo>
                    <a:pt x="19" y="164"/>
                    <a:pt x="18" y="164"/>
                    <a:pt x="16" y="164"/>
                  </a:cubicBezTo>
                  <a:cubicBezTo>
                    <a:pt x="16" y="162"/>
                    <a:pt x="16" y="160"/>
                    <a:pt x="16" y="159"/>
                  </a:cubicBezTo>
                  <a:cubicBezTo>
                    <a:pt x="16" y="157"/>
                    <a:pt x="15" y="154"/>
                    <a:pt x="16" y="152"/>
                  </a:cubicBezTo>
                  <a:cubicBezTo>
                    <a:pt x="16" y="151"/>
                    <a:pt x="17" y="149"/>
                    <a:pt x="18" y="148"/>
                  </a:cubicBezTo>
                  <a:cubicBezTo>
                    <a:pt x="18" y="147"/>
                    <a:pt x="20" y="146"/>
                    <a:pt x="21" y="146"/>
                  </a:cubicBezTo>
                  <a:cubicBezTo>
                    <a:pt x="22" y="145"/>
                    <a:pt x="24" y="144"/>
                    <a:pt x="24" y="143"/>
                  </a:cubicBezTo>
                  <a:cubicBezTo>
                    <a:pt x="24" y="142"/>
                    <a:pt x="24" y="140"/>
                    <a:pt x="24" y="140"/>
                  </a:cubicBezTo>
                  <a:cubicBezTo>
                    <a:pt x="24" y="139"/>
                    <a:pt x="23" y="137"/>
                    <a:pt x="23" y="136"/>
                  </a:cubicBezTo>
                  <a:cubicBezTo>
                    <a:pt x="23" y="134"/>
                    <a:pt x="24" y="132"/>
                    <a:pt x="24" y="131"/>
                  </a:cubicBezTo>
                  <a:cubicBezTo>
                    <a:pt x="24" y="130"/>
                    <a:pt x="24" y="127"/>
                    <a:pt x="23" y="127"/>
                  </a:cubicBezTo>
                  <a:cubicBezTo>
                    <a:pt x="22" y="126"/>
                    <a:pt x="20" y="126"/>
                    <a:pt x="19" y="125"/>
                  </a:cubicBezTo>
                  <a:cubicBezTo>
                    <a:pt x="19" y="125"/>
                    <a:pt x="18" y="123"/>
                    <a:pt x="17" y="122"/>
                  </a:cubicBezTo>
                  <a:cubicBezTo>
                    <a:pt x="17" y="121"/>
                    <a:pt x="18" y="117"/>
                    <a:pt x="18" y="116"/>
                  </a:cubicBezTo>
                  <a:cubicBezTo>
                    <a:pt x="17" y="115"/>
                    <a:pt x="15" y="114"/>
                    <a:pt x="14" y="113"/>
                  </a:cubicBezTo>
                  <a:cubicBezTo>
                    <a:pt x="13" y="112"/>
                    <a:pt x="10" y="110"/>
                    <a:pt x="9" y="108"/>
                  </a:cubicBezTo>
                  <a:cubicBezTo>
                    <a:pt x="9" y="107"/>
                    <a:pt x="9" y="104"/>
                    <a:pt x="10" y="103"/>
                  </a:cubicBezTo>
                  <a:cubicBezTo>
                    <a:pt x="10" y="103"/>
                    <a:pt x="13" y="103"/>
                    <a:pt x="14" y="102"/>
                  </a:cubicBezTo>
                  <a:cubicBezTo>
                    <a:pt x="14" y="101"/>
                    <a:pt x="14" y="99"/>
                    <a:pt x="13" y="98"/>
                  </a:cubicBezTo>
                  <a:cubicBezTo>
                    <a:pt x="13" y="96"/>
                    <a:pt x="13" y="93"/>
                    <a:pt x="12" y="91"/>
                  </a:cubicBezTo>
                  <a:cubicBezTo>
                    <a:pt x="11" y="89"/>
                    <a:pt x="6" y="88"/>
                    <a:pt x="5" y="86"/>
                  </a:cubicBezTo>
                  <a:cubicBezTo>
                    <a:pt x="4" y="85"/>
                    <a:pt x="4" y="82"/>
                    <a:pt x="3" y="81"/>
                  </a:cubicBezTo>
                  <a:cubicBezTo>
                    <a:pt x="3" y="80"/>
                    <a:pt x="1" y="78"/>
                    <a:pt x="0" y="77"/>
                  </a:cubicBezTo>
                  <a:cubicBezTo>
                    <a:pt x="1" y="75"/>
                    <a:pt x="2" y="73"/>
                    <a:pt x="2" y="73"/>
                  </a:cubicBezTo>
                  <a:cubicBezTo>
                    <a:pt x="3" y="71"/>
                    <a:pt x="3" y="67"/>
                    <a:pt x="4" y="65"/>
                  </a:cubicBezTo>
                  <a:cubicBezTo>
                    <a:pt x="5" y="64"/>
                    <a:pt x="6" y="61"/>
                    <a:pt x="8" y="60"/>
                  </a:cubicBezTo>
                  <a:cubicBezTo>
                    <a:pt x="8" y="59"/>
                    <a:pt x="10" y="58"/>
                    <a:pt x="11" y="58"/>
                  </a:cubicBezTo>
                  <a:cubicBezTo>
                    <a:pt x="13" y="58"/>
                    <a:pt x="15" y="60"/>
                    <a:pt x="16" y="60"/>
                  </a:cubicBezTo>
                  <a:cubicBezTo>
                    <a:pt x="17" y="60"/>
                    <a:pt x="19" y="60"/>
                    <a:pt x="20" y="59"/>
                  </a:cubicBezTo>
                  <a:cubicBezTo>
                    <a:pt x="21" y="59"/>
                    <a:pt x="21" y="57"/>
                    <a:pt x="22" y="56"/>
                  </a:cubicBezTo>
                  <a:cubicBezTo>
                    <a:pt x="22" y="55"/>
                    <a:pt x="24" y="54"/>
                    <a:pt x="24" y="52"/>
                  </a:cubicBezTo>
                  <a:cubicBezTo>
                    <a:pt x="25" y="52"/>
                    <a:pt x="26" y="50"/>
                    <a:pt x="26" y="49"/>
                  </a:cubicBezTo>
                  <a:cubicBezTo>
                    <a:pt x="25" y="47"/>
                    <a:pt x="23" y="46"/>
                    <a:pt x="23" y="45"/>
                  </a:cubicBezTo>
                  <a:cubicBezTo>
                    <a:pt x="22" y="44"/>
                    <a:pt x="23" y="42"/>
                    <a:pt x="23" y="41"/>
                  </a:cubicBezTo>
                  <a:cubicBezTo>
                    <a:pt x="23" y="40"/>
                    <a:pt x="25" y="39"/>
                    <a:pt x="25" y="39"/>
                  </a:cubicBezTo>
                  <a:cubicBezTo>
                    <a:pt x="26" y="37"/>
                    <a:pt x="25" y="34"/>
                    <a:pt x="25" y="33"/>
                  </a:cubicBezTo>
                  <a:cubicBezTo>
                    <a:pt x="26" y="32"/>
                    <a:pt x="27" y="29"/>
                    <a:pt x="27" y="28"/>
                  </a:cubicBezTo>
                  <a:cubicBezTo>
                    <a:pt x="28" y="27"/>
                    <a:pt x="30" y="25"/>
                    <a:pt x="31" y="24"/>
                  </a:cubicBezTo>
                  <a:cubicBezTo>
                    <a:pt x="33" y="24"/>
                    <a:pt x="35" y="24"/>
                    <a:pt x="37" y="23"/>
                  </a:cubicBezTo>
                  <a:cubicBezTo>
                    <a:pt x="38" y="23"/>
                    <a:pt x="39" y="22"/>
                    <a:pt x="40" y="21"/>
                  </a:cubicBezTo>
                  <a:cubicBezTo>
                    <a:pt x="41" y="21"/>
                    <a:pt x="43" y="20"/>
                    <a:pt x="44" y="20"/>
                  </a:cubicBezTo>
                  <a:cubicBezTo>
                    <a:pt x="45" y="20"/>
                    <a:pt x="47" y="21"/>
                    <a:pt x="48" y="22"/>
                  </a:cubicBezTo>
                  <a:cubicBezTo>
                    <a:pt x="49" y="22"/>
                    <a:pt x="51" y="25"/>
                    <a:pt x="53" y="25"/>
                  </a:cubicBezTo>
                  <a:cubicBezTo>
                    <a:pt x="54" y="26"/>
                    <a:pt x="57" y="27"/>
                    <a:pt x="58" y="28"/>
                  </a:cubicBezTo>
                  <a:cubicBezTo>
                    <a:pt x="59" y="29"/>
                    <a:pt x="61" y="31"/>
                    <a:pt x="61" y="32"/>
                  </a:cubicBezTo>
                  <a:cubicBezTo>
                    <a:pt x="61" y="33"/>
                    <a:pt x="60" y="35"/>
                    <a:pt x="61" y="36"/>
                  </a:cubicBezTo>
                  <a:cubicBezTo>
                    <a:pt x="61" y="37"/>
                    <a:pt x="62" y="39"/>
                    <a:pt x="62" y="40"/>
                  </a:cubicBezTo>
                  <a:cubicBezTo>
                    <a:pt x="64" y="41"/>
                    <a:pt x="67" y="41"/>
                    <a:pt x="68" y="41"/>
                  </a:cubicBezTo>
                  <a:cubicBezTo>
                    <a:pt x="70" y="41"/>
                    <a:pt x="73" y="41"/>
                    <a:pt x="74" y="40"/>
                  </a:cubicBezTo>
                  <a:cubicBezTo>
                    <a:pt x="76" y="39"/>
                    <a:pt x="78" y="37"/>
                    <a:pt x="79" y="36"/>
                  </a:cubicBezTo>
                  <a:cubicBezTo>
                    <a:pt x="81" y="34"/>
                    <a:pt x="85" y="31"/>
                    <a:pt x="87" y="29"/>
                  </a:cubicBezTo>
                  <a:cubicBezTo>
                    <a:pt x="88" y="28"/>
                    <a:pt x="89" y="25"/>
                    <a:pt x="91" y="24"/>
                  </a:cubicBezTo>
                  <a:cubicBezTo>
                    <a:pt x="92" y="24"/>
                    <a:pt x="94" y="23"/>
                    <a:pt x="95" y="23"/>
                  </a:cubicBezTo>
                  <a:cubicBezTo>
                    <a:pt x="97" y="23"/>
                    <a:pt x="99" y="23"/>
                    <a:pt x="100" y="23"/>
                  </a:cubicBezTo>
                  <a:cubicBezTo>
                    <a:pt x="101" y="23"/>
                    <a:pt x="103" y="22"/>
                    <a:pt x="105" y="22"/>
                  </a:cubicBezTo>
                  <a:cubicBezTo>
                    <a:pt x="105" y="22"/>
                    <a:pt x="107" y="22"/>
                    <a:pt x="108" y="22"/>
                  </a:cubicBezTo>
                  <a:cubicBezTo>
                    <a:pt x="109" y="21"/>
                    <a:pt x="111" y="22"/>
                    <a:pt x="112" y="21"/>
                  </a:cubicBezTo>
                  <a:cubicBezTo>
                    <a:pt x="112" y="21"/>
                    <a:pt x="112" y="21"/>
                    <a:pt x="112" y="21"/>
                  </a:cubicBezTo>
                  <a:cubicBezTo>
                    <a:pt x="113" y="21"/>
                    <a:pt x="115" y="20"/>
                    <a:pt x="116" y="19"/>
                  </a:cubicBezTo>
                  <a:cubicBezTo>
                    <a:pt x="116" y="18"/>
                    <a:pt x="117" y="16"/>
                    <a:pt x="117" y="15"/>
                  </a:cubicBezTo>
                  <a:cubicBezTo>
                    <a:pt x="118" y="13"/>
                    <a:pt x="120" y="11"/>
                    <a:pt x="121" y="11"/>
                  </a:cubicBezTo>
                  <a:cubicBezTo>
                    <a:pt x="122" y="10"/>
                    <a:pt x="124" y="10"/>
                    <a:pt x="125" y="9"/>
                  </a:cubicBezTo>
                  <a:cubicBezTo>
                    <a:pt x="126" y="8"/>
                    <a:pt x="126" y="6"/>
                    <a:pt x="126" y="6"/>
                  </a:cubicBezTo>
                  <a:cubicBezTo>
                    <a:pt x="128" y="4"/>
                    <a:pt x="132" y="5"/>
                    <a:pt x="134" y="5"/>
                  </a:cubicBezTo>
                  <a:cubicBezTo>
                    <a:pt x="135" y="4"/>
                    <a:pt x="137" y="3"/>
                    <a:pt x="138" y="3"/>
                  </a:cubicBezTo>
                  <a:cubicBezTo>
                    <a:pt x="139" y="2"/>
                    <a:pt x="141" y="1"/>
                    <a:pt x="142" y="1"/>
                  </a:cubicBezTo>
                  <a:cubicBezTo>
                    <a:pt x="142" y="0"/>
                    <a:pt x="143" y="0"/>
                    <a:pt x="143" y="0"/>
                  </a:cubicBezTo>
                  <a:cubicBezTo>
                    <a:pt x="144" y="1"/>
                    <a:pt x="145" y="2"/>
                    <a:pt x="145" y="3"/>
                  </a:cubicBezTo>
                  <a:cubicBezTo>
                    <a:pt x="146" y="4"/>
                    <a:pt x="148" y="5"/>
                    <a:pt x="149" y="5"/>
                  </a:cubicBezTo>
                  <a:cubicBezTo>
                    <a:pt x="150" y="6"/>
                    <a:pt x="153" y="8"/>
                    <a:pt x="154" y="9"/>
                  </a:cubicBezTo>
                  <a:cubicBezTo>
                    <a:pt x="155" y="10"/>
                    <a:pt x="156" y="13"/>
                    <a:pt x="156" y="15"/>
                  </a:cubicBezTo>
                  <a:cubicBezTo>
                    <a:pt x="156" y="16"/>
                    <a:pt x="154" y="19"/>
                    <a:pt x="154" y="20"/>
                  </a:cubicBezTo>
                  <a:cubicBezTo>
                    <a:pt x="153" y="21"/>
                    <a:pt x="153" y="24"/>
                    <a:pt x="152" y="26"/>
                  </a:cubicBezTo>
                  <a:cubicBezTo>
                    <a:pt x="152" y="28"/>
                    <a:pt x="153" y="32"/>
                    <a:pt x="153" y="35"/>
                  </a:cubicBezTo>
                  <a:cubicBezTo>
                    <a:pt x="153" y="36"/>
                    <a:pt x="152" y="39"/>
                    <a:pt x="151" y="40"/>
                  </a:cubicBezTo>
                  <a:cubicBezTo>
                    <a:pt x="150" y="41"/>
                    <a:pt x="147" y="41"/>
                    <a:pt x="146" y="42"/>
                  </a:cubicBezTo>
                  <a:cubicBezTo>
                    <a:pt x="145" y="43"/>
                    <a:pt x="144" y="46"/>
                    <a:pt x="143" y="47"/>
                  </a:cubicBezTo>
                  <a:cubicBezTo>
                    <a:pt x="142" y="47"/>
                    <a:pt x="142" y="49"/>
                    <a:pt x="141" y="50"/>
                  </a:cubicBezTo>
                  <a:cubicBezTo>
                    <a:pt x="140" y="50"/>
                    <a:pt x="138" y="50"/>
                    <a:pt x="137" y="50"/>
                  </a:cubicBezTo>
                  <a:cubicBezTo>
                    <a:pt x="136" y="51"/>
                    <a:pt x="135" y="53"/>
                    <a:pt x="135" y="54"/>
                  </a:cubicBezTo>
                  <a:cubicBezTo>
                    <a:pt x="135" y="55"/>
                    <a:pt x="137" y="56"/>
                    <a:pt x="137" y="56"/>
                  </a:cubicBezTo>
                  <a:cubicBezTo>
                    <a:pt x="138" y="58"/>
                    <a:pt x="138" y="61"/>
                    <a:pt x="138" y="62"/>
                  </a:cubicBezTo>
                  <a:cubicBezTo>
                    <a:pt x="138" y="64"/>
                    <a:pt x="139" y="66"/>
                    <a:pt x="138" y="67"/>
                  </a:cubicBezTo>
                  <a:cubicBezTo>
                    <a:pt x="138" y="69"/>
                    <a:pt x="135" y="71"/>
                    <a:pt x="134" y="72"/>
                  </a:cubicBezTo>
                  <a:cubicBezTo>
                    <a:pt x="133" y="72"/>
                    <a:pt x="132" y="73"/>
                    <a:pt x="131" y="73"/>
                  </a:cubicBezTo>
                  <a:cubicBezTo>
                    <a:pt x="130" y="74"/>
                    <a:pt x="128" y="73"/>
                    <a:pt x="127" y="73"/>
                  </a:cubicBezTo>
                  <a:cubicBezTo>
                    <a:pt x="126" y="73"/>
                    <a:pt x="125" y="71"/>
                    <a:pt x="124" y="70"/>
                  </a:cubicBezTo>
                  <a:cubicBezTo>
                    <a:pt x="123" y="70"/>
                    <a:pt x="121" y="70"/>
                    <a:pt x="119" y="70"/>
                  </a:cubicBezTo>
                  <a:cubicBezTo>
                    <a:pt x="118" y="70"/>
                    <a:pt x="115" y="69"/>
                    <a:pt x="114" y="70"/>
                  </a:cubicBezTo>
                  <a:cubicBezTo>
                    <a:pt x="113" y="71"/>
                    <a:pt x="112" y="72"/>
                    <a:pt x="112" y="73"/>
                  </a:cubicBezTo>
                  <a:cubicBezTo>
                    <a:pt x="111" y="74"/>
                    <a:pt x="113" y="76"/>
                    <a:pt x="113" y="77"/>
                  </a:cubicBezTo>
                  <a:cubicBezTo>
                    <a:pt x="113" y="78"/>
                    <a:pt x="112" y="79"/>
                    <a:pt x="112" y="80"/>
                  </a:cubicBezTo>
                  <a:cubicBezTo>
                    <a:pt x="112" y="81"/>
                    <a:pt x="110" y="82"/>
                    <a:pt x="110" y="83"/>
                  </a:cubicBezTo>
                  <a:cubicBezTo>
                    <a:pt x="109" y="84"/>
                    <a:pt x="108" y="87"/>
                    <a:pt x="108" y="88"/>
                  </a:cubicBezTo>
                  <a:cubicBezTo>
                    <a:pt x="108" y="89"/>
                    <a:pt x="109" y="91"/>
                    <a:pt x="109" y="92"/>
                  </a:cubicBezTo>
                  <a:cubicBezTo>
                    <a:pt x="110" y="92"/>
                    <a:pt x="111" y="93"/>
                    <a:pt x="112" y="94"/>
                  </a:cubicBezTo>
                  <a:cubicBezTo>
                    <a:pt x="113" y="95"/>
                    <a:pt x="114" y="99"/>
                    <a:pt x="114" y="100"/>
                  </a:cubicBezTo>
                  <a:cubicBezTo>
                    <a:pt x="115" y="102"/>
                    <a:pt x="115" y="105"/>
                    <a:pt x="116" y="107"/>
                  </a:cubicBezTo>
                  <a:cubicBezTo>
                    <a:pt x="116" y="108"/>
                    <a:pt x="117" y="110"/>
                    <a:pt x="117" y="111"/>
                  </a:cubicBezTo>
                  <a:cubicBezTo>
                    <a:pt x="118" y="111"/>
                    <a:pt x="119" y="113"/>
                    <a:pt x="120" y="114"/>
                  </a:cubicBezTo>
                  <a:cubicBezTo>
                    <a:pt x="120" y="115"/>
                    <a:pt x="120" y="117"/>
                    <a:pt x="120" y="118"/>
                  </a:cubicBezTo>
                  <a:cubicBezTo>
                    <a:pt x="120" y="118"/>
                    <a:pt x="120" y="119"/>
                    <a:pt x="120" y="119"/>
                  </a:cubicBezTo>
                  <a:cubicBezTo>
                    <a:pt x="119" y="119"/>
                    <a:pt x="117" y="119"/>
                    <a:pt x="116" y="120"/>
                  </a:cubicBezTo>
                  <a:cubicBezTo>
                    <a:pt x="115" y="120"/>
                    <a:pt x="114" y="123"/>
                    <a:pt x="113" y="124"/>
                  </a:cubicBezTo>
                  <a:cubicBezTo>
                    <a:pt x="113" y="125"/>
                    <a:pt x="112" y="127"/>
                    <a:pt x="111" y="127"/>
                  </a:cubicBezTo>
                  <a:cubicBezTo>
                    <a:pt x="111" y="128"/>
                    <a:pt x="109" y="129"/>
                    <a:pt x="108" y="129"/>
                  </a:cubicBezTo>
                  <a:cubicBezTo>
                    <a:pt x="107" y="130"/>
                    <a:pt x="104" y="129"/>
                    <a:pt x="103" y="128"/>
                  </a:cubicBezTo>
                  <a:cubicBezTo>
                    <a:pt x="102" y="127"/>
                    <a:pt x="100" y="125"/>
                    <a:pt x="100" y="124"/>
                  </a:cubicBezTo>
                  <a:cubicBezTo>
                    <a:pt x="100" y="123"/>
                    <a:pt x="100" y="121"/>
                    <a:pt x="100" y="121"/>
                  </a:cubicBezTo>
                  <a:cubicBezTo>
                    <a:pt x="100" y="120"/>
                    <a:pt x="100" y="118"/>
                    <a:pt x="99" y="118"/>
                  </a:cubicBezTo>
                  <a:cubicBezTo>
                    <a:pt x="99" y="117"/>
                    <a:pt x="98" y="116"/>
                    <a:pt x="98" y="115"/>
                  </a:cubicBezTo>
                  <a:cubicBezTo>
                    <a:pt x="97" y="115"/>
                    <a:pt x="95" y="115"/>
                    <a:pt x="94" y="115"/>
                  </a:cubicBezTo>
                  <a:cubicBezTo>
                    <a:pt x="94" y="115"/>
                    <a:pt x="92" y="115"/>
                    <a:pt x="92" y="116"/>
                  </a:cubicBezTo>
                  <a:cubicBezTo>
                    <a:pt x="91" y="116"/>
                    <a:pt x="91" y="119"/>
                    <a:pt x="92" y="120"/>
                  </a:cubicBezTo>
                  <a:cubicBezTo>
                    <a:pt x="92" y="121"/>
                    <a:pt x="94" y="122"/>
                    <a:pt x="94" y="123"/>
                  </a:cubicBezTo>
                  <a:cubicBezTo>
                    <a:pt x="94" y="124"/>
                    <a:pt x="93" y="126"/>
                    <a:pt x="93" y="127"/>
                  </a:cubicBezTo>
                  <a:cubicBezTo>
                    <a:pt x="92" y="128"/>
                    <a:pt x="90" y="131"/>
                    <a:pt x="89" y="132"/>
                  </a:cubicBezTo>
                  <a:cubicBezTo>
                    <a:pt x="89" y="133"/>
                    <a:pt x="87" y="134"/>
                    <a:pt x="86" y="134"/>
                  </a:cubicBezTo>
                  <a:cubicBezTo>
                    <a:pt x="85" y="135"/>
                    <a:pt x="82" y="134"/>
                    <a:pt x="81" y="134"/>
                  </a:cubicBezTo>
                  <a:cubicBezTo>
                    <a:pt x="79" y="134"/>
                    <a:pt x="77" y="136"/>
                    <a:pt x="75" y="137"/>
                  </a:cubicBezTo>
                  <a:cubicBezTo>
                    <a:pt x="74" y="137"/>
                    <a:pt x="71" y="136"/>
                    <a:pt x="70" y="136"/>
                  </a:cubicBezTo>
                  <a:cubicBezTo>
                    <a:pt x="69" y="137"/>
                    <a:pt x="67" y="139"/>
                    <a:pt x="66" y="139"/>
                  </a:cubicBezTo>
                  <a:cubicBezTo>
                    <a:pt x="65" y="139"/>
                    <a:pt x="63" y="139"/>
                    <a:pt x="62" y="139"/>
                  </a:cubicBezTo>
                  <a:cubicBezTo>
                    <a:pt x="62" y="139"/>
                    <a:pt x="61" y="138"/>
                    <a:pt x="60" y="138"/>
                  </a:cubicBezTo>
                  <a:cubicBezTo>
                    <a:pt x="59" y="137"/>
                    <a:pt x="56" y="137"/>
                    <a:pt x="55" y="137"/>
                  </a:cubicBezTo>
                  <a:cubicBezTo>
                    <a:pt x="54" y="137"/>
                    <a:pt x="53" y="138"/>
                    <a:pt x="52" y="138"/>
                  </a:cubicBezTo>
                  <a:cubicBezTo>
                    <a:pt x="52" y="139"/>
                    <a:pt x="53" y="140"/>
                    <a:pt x="54" y="141"/>
                  </a:cubicBezTo>
                  <a:cubicBezTo>
                    <a:pt x="55" y="141"/>
                    <a:pt x="57" y="142"/>
                    <a:pt x="59" y="143"/>
                  </a:cubicBezTo>
                  <a:cubicBezTo>
                    <a:pt x="60" y="143"/>
                    <a:pt x="63" y="144"/>
                    <a:pt x="64" y="144"/>
                  </a:cubicBezTo>
                  <a:cubicBezTo>
                    <a:pt x="65" y="144"/>
                    <a:pt x="68" y="144"/>
                    <a:pt x="69" y="144"/>
                  </a:cubicBezTo>
                  <a:cubicBezTo>
                    <a:pt x="69" y="144"/>
                    <a:pt x="69" y="144"/>
                    <a:pt x="69" y="144"/>
                  </a:cubicBezTo>
                  <a:cubicBezTo>
                    <a:pt x="69" y="145"/>
                    <a:pt x="70" y="147"/>
                    <a:pt x="69" y="148"/>
                  </a:cubicBezTo>
                  <a:cubicBezTo>
                    <a:pt x="69" y="149"/>
                    <a:pt x="69" y="151"/>
                    <a:pt x="68" y="151"/>
                  </a:cubicBezTo>
                  <a:cubicBezTo>
                    <a:pt x="68" y="152"/>
                    <a:pt x="66" y="153"/>
                    <a:pt x="65" y="153"/>
                  </a:cubicBezTo>
                  <a:cubicBezTo>
                    <a:pt x="64" y="154"/>
                    <a:pt x="62" y="155"/>
                    <a:pt x="61" y="15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73"/>
            <p:cNvSpPr>
              <a:spLocks/>
            </p:cNvSpPr>
            <p:nvPr/>
          </p:nvSpPr>
          <p:spPr bwMode="auto">
            <a:xfrm>
              <a:off x="5019675" y="1993900"/>
              <a:ext cx="22225" cy="20638"/>
            </a:xfrm>
            <a:custGeom>
              <a:avLst/>
              <a:gdLst/>
              <a:ahLst/>
              <a:cxnLst>
                <a:cxn ang="0">
                  <a:pos x="13" y="8"/>
                </a:cxn>
                <a:cxn ang="0">
                  <a:pos x="11" y="10"/>
                </a:cxn>
                <a:cxn ang="0">
                  <a:pos x="7" y="12"/>
                </a:cxn>
                <a:cxn ang="0">
                  <a:pos x="4" y="10"/>
                </a:cxn>
                <a:cxn ang="0">
                  <a:pos x="3" y="7"/>
                </a:cxn>
                <a:cxn ang="0">
                  <a:pos x="0" y="4"/>
                </a:cxn>
                <a:cxn ang="0">
                  <a:pos x="2" y="1"/>
                </a:cxn>
                <a:cxn ang="0">
                  <a:pos x="5" y="0"/>
                </a:cxn>
                <a:cxn ang="0">
                  <a:pos x="10" y="2"/>
                </a:cxn>
                <a:cxn ang="0">
                  <a:pos x="11" y="5"/>
                </a:cxn>
                <a:cxn ang="0">
                  <a:pos x="12" y="6"/>
                </a:cxn>
                <a:cxn ang="0">
                  <a:pos x="13" y="8"/>
                </a:cxn>
              </a:cxnLst>
              <a:rect l="0" t="0" r="r" b="b"/>
              <a:pathLst>
                <a:path w="13" h="12">
                  <a:moveTo>
                    <a:pt x="13" y="8"/>
                  </a:moveTo>
                  <a:cubicBezTo>
                    <a:pt x="13" y="9"/>
                    <a:pt x="12" y="10"/>
                    <a:pt x="11" y="10"/>
                  </a:cubicBezTo>
                  <a:cubicBezTo>
                    <a:pt x="10" y="11"/>
                    <a:pt x="8" y="12"/>
                    <a:pt x="7" y="12"/>
                  </a:cubicBezTo>
                  <a:cubicBezTo>
                    <a:pt x="6" y="12"/>
                    <a:pt x="5" y="10"/>
                    <a:pt x="4" y="10"/>
                  </a:cubicBezTo>
                  <a:cubicBezTo>
                    <a:pt x="4" y="9"/>
                    <a:pt x="3" y="7"/>
                    <a:pt x="3" y="7"/>
                  </a:cubicBezTo>
                  <a:cubicBezTo>
                    <a:pt x="2" y="6"/>
                    <a:pt x="1" y="5"/>
                    <a:pt x="0" y="4"/>
                  </a:cubicBezTo>
                  <a:cubicBezTo>
                    <a:pt x="0" y="3"/>
                    <a:pt x="1" y="2"/>
                    <a:pt x="2" y="1"/>
                  </a:cubicBezTo>
                  <a:cubicBezTo>
                    <a:pt x="3" y="1"/>
                    <a:pt x="4" y="0"/>
                    <a:pt x="5" y="0"/>
                  </a:cubicBezTo>
                  <a:cubicBezTo>
                    <a:pt x="6" y="0"/>
                    <a:pt x="9" y="1"/>
                    <a:pt x="10" y="2"/>
                  </a:cubicBezTo>
                  <a:cubicBezTo>
                    <a:pt x="10" y="2"/>
                    <a:pt x="10" y="4"/>
                    <a:pt x="11" y="5"/>
                  </a:cubicBezTo>
                  <a:cubicBezTo>
                    <a:pt x="11" y="5"/>
                    <a:pt x="12" y="6"/>
                    <a:pt x="12" y="6"/>
                  </a:cubicBezTo>
                  <a:cubicBezTo>
                    <a:pt x="13" y="6"/>
                    <a:pt x="13" y="8"/>
                    <a:pt x="13"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74"/>
            <p:cNvSpPr>
              <a:spLocks/>
            </p:cNvSpPr>
            <p:nvPr/>
          </p:nvSpPr>
          <p:spPr bwMode="auto">
            <a:xfrm>
              <a:off x="5049838" y="1997075"/>
              <a:ext cx="14287" cy="11113"/>
            </a:xfrm>
            <a:custGeom>
              <a:avLst/>
              <a:gdLst/>
              <a:ahLst/>
              <a:cxnLst>
                <a:cxn ang="0">
                  <a:pos x="3" y="7"/>
                </a:cxn>
                <a:cxn ang="0">
                  <a:pos x="0" y="5"/>
                </a:cxn>
                <a:cxn ang="0">
                  <a:pos x="1" y="1"/>
                </a:cxn>
                <a:cxn ang="0">
                  <a:pos x="4" y="0"/>
                </a:cxn>
                <a:cxn ang="0">
                  <a:pos x="8" y="3"/>
                </a:cxn>
                <a:cxn ang="0">
                  <a:pos x="7" y="6"/>
                </a:cxn>
                <a:cxn ang="0">
                  <a:pos x="3" y="7"/>
                </a:cxn>
              </a:cxnLst>
              <a:rect l="0" t="0" r="r" b="b"/>
              <a:pathLst>
                <a:path w="8" h="7">
                  <a:moveTo>
                    <a:pt x="3" y="7"/>
                  </a:moveTo>
                  <a:cubicBezTo>
                    <a:pt x="2" y="7"/>
                    <a:pt x="1" y="6"/>
                    <a:pt x="0" y="5"/>
                  </a:cubicBezTo>
                  <a:cubicBezTo>
                    <a:pt x="0" y="4"/>
                    <a:pt x="0" y="2"/>
                    <a:pt x="1" y="1"/>
                  </a:cubicBezTo>
                  <a:cubicBezTo>
                    <a:pt x="2" y="1"/>
                    <a:pt x="3" y="0"/>
                    <a:pt x="4" y="0"/>
                  </a:cubicBezTo>
                  <a:cubicBezTo>
                    <a:pt x="5" y="0"/>
                    <a:pt x="7" y="2"/>
                    <a:pt x="8" y="3"/>
                  </a:cubicBezTo>
                  <a:cubicBezTo>
                    <a:pt x="8" y="4"/>
                    <a:pt x="8" y="5"/>
                    <a:pt x="7" y="6"/>
                  </a:cubicBezTo>
                  <a:cubicBezTo>
                    <a:pt x="6" y="6"/>
                    <a:pt x="4" y="7"/>
                    <a:pt x="3"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75"/>
            <p:cNvSpPr>
              <a:spLocks/>
            </p:cNvSpPr>
            <p:nvPr/>
          </p:nvSpPr>
          <p:spPr bwMode="auto">
            <a:xfrm>
              <a:off x="5075238" y="1965325"/>
              <a:ext cx="9525" cy="11113"/>
            </a:xfrm>
            <a:custGeom>
              <a:avLst/>
              <a:gdLst/>
              <a:ahLst/>
              <a:cxnLst>
                <a:cxn ang="0">
                  <a:pos x="5" y="6"/>
                </a:cxn>
                <a:cxn ang="0">
                  <a:pos x="1" y="5"/>
                </a:cxn>
                <a:cxn ang="0">
                  <a:pos x="0" y="2"/>
                </a:cxn>
                <a:cxn ang="0">
                  <a:pos x="2" y="0"/>
                </a:cxn>
                <a:cxn ang="0">
                  <a:pos x="4" y="1"/>
                </a:cxn>
                <a:cxn ang="0">
                  <a:pos x="6" y="3"/>
                </a:cxn>
                <a:cxn ang="0">
                  <a:pos x="5" y="6"/>
                </a:cxn>
              </a:cxnLst>
              <a:rect l="0" t="0" r="r" b="b"/>
              <a:pathLst>
                <a:path w="6" h="6">
                  <a:moveTo>
                    <a:pt x="5" y="6"/>
                  </a:moveTo>
                  <a:cubicBezTo>
                    <a:pt x="4" y="6"/>
                    <a:pt x="2" y="6"/>
                    <a:pt x="1" y="5"/>
                  </a:cubicBezTo>
                  <a:cubicBezTo>
                    <a:pt x="1" y="5"/>
                    <a:pt x="0" y="3"/>
                    <a:pt x="0" y="2"/>
                  </a:cubicBezTo>
                  <a:cubicBezTo>
                    <a:pt x="0" y="2"/>
                    <a:pt x="1" y="0"/>
                    <a:pt x="2" y="0"/>
                  </a:cubicBezTo>
                  <a:cubicBezTo>
                    <a:pt x="2" y="0"/>
                    <a:pt x="4" y="0"/>
                    <a:pt x="4" y="1"/>
                  </a:cubicBezTo>
                  <a:cubicBezTo>
                    <a:pt x="5" y="1"/>
                    <a:pt x="6" y="2"/>
                    <a:pt x="6" y="3"/>
                  </a:cubicBezTo>
                  <a:cubicBezTo>
                    <a:pt x="6" y="4"/>
                    <a:pt x="5" y="5"/>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76"/>
            <p:cNvSpPr>
              <a:spLocks/>
            </p:cNvSpPr>
            <p:nvPr/>
          </p:nvSpPr>
          <p:spPr bwMode="auto">
            <a:xfrm>
              <a:off x="5092700" y="1941513"/>
              <a:ext cx="12700" cy="17463"/>
            </a:xfrm>
            <a:custGeom>
              <a:avLst/>
              <a:gdLst/>
              <a:ahLst/>
              <a:cxnLst>
                <a:cxn ang="0">
                  <a:pos x="4" y="9"/>
                </a:cxn>
                <a:cxn ang="0">
                  <a:pos x="2" y="8"/>
                </a:cxn>
                <a:cxn ang="0">
                  <a:pos x="1" y="5"/>
                </a:cxn>
                <a:cxn ang="0">
                  <a:pos x="0" y="4"/>
                </a:cxn>
                <a:cxn ang="0">
                  <a:pos x="0" y="1"/>
                </a:cxn>
                <a:cxn ang="0">
                  <a:pos x="2" y="0"/>
                </a:cxn>
                <a:cxn ang="0">
                  <a:pos x="3" y="3"/>
                </a:cxn>
                <a:cxn ang="0">
                  <a:pos x="6" y="4"/>
                </a:cxn>
                <a:cxn ang="0">
                  <a:pos x="7" y="7"/>
                </a:cxn>
                <a:cxn ang="0">
                  <a:pos x="6" y="9"/>
                </a:cxn>
                <a:cxn ang="0">
                  <a:pos x="4" y="9"/>
                </a:cxn>
              </a:cxnLst>
              <a:rect l="0" t="0" r="r" b="b"/>
              <a:pathLst>
                <a:path w="7" h="10">
                  <a:moveTo>
                    <a:pt x="4" y="9"/>
                  </a:moveTo>
                  <a:cubicBezTo>
                    <a:pt x="3" y="9"/>
                    <a:pt x="2" y="8"/>
                    <a:pt x="2" y="8"/>
                  </a:cubicBezTo>
                  <a:cubicBezTo>
                    <a:pt x="1" y="7"/>
                    <a:pt x="2" y="6"/>
                    <a:pt x="1" y="5"/>
                  </a:cubicBezTo>
                  <a:cubicBezTo>
                    <a:pt x="1" y="5"/>
                    <a:pt x="0" y="4"/>
                    <a:pt x="0" y="4"/>
                  </a:cubicBezTo>
                  <a:cubicBezTo>
                    <a:pt x="0" y="3"/>
                    <a:pt x="0" y="1"/>
                    <a:pt x="0" y="1"/>
                  </a:cubicBezTo>
                  <a:cubicBezTo>
                    <a:pt x="1" y="0"/>
                    <a:pt x="2" y="0"/>
                    <a:pt x="2" y="0"/>
                  </a:cubicBezTo>
                  <a:cubicBezTo>
                    <a:pt x="3" y="0"/>
                    <a:pt x="3" y="2"/>
                    <a:pt x="3" y="3"/>
                  </a:cubicBezTo>
                  <a:cubicBezTo>
                    <a:pt x="4" y="3"/>
                    <a:pt x="5" y="4"/>
                    <a:pt x="6" y="4"/>
                  </a:cubicBezTo>
                  <a:cubicBezTo>
                    <a:pt x="6" y="5"/>
                    <a:pt x="7" y="6"/>
                    <a:pt x="7" y="7"/>
                  </a:cubicBezTo>
                  <a:cubicBezTo>
                    <a:pt x="7" y="8"/>
                    <a:pt x="6" y="9"/>
                    <a:pt x="6" y="9"/>
                  </a:cubicBezTo>
                  <a:cubicBezTo>
                    <a:pt x="5" y="10"/>
                    <a:pt x="4" y="10"/>
                    <a:pt x="4"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77"/>
            <p:cNvSpPr>
              <a:spLocks/>
            </p:cNvSpPr>
            <p:nvPr/>
          </p:nvSpPr>
          <p:spPr bwMode="auto">
            <a:xfrm>
              <a:off x="5130800" y="1928813"/>
              <a:ext cx="11112" cy="7938"/>
            </a:xfrm>
            <a:custGeom>
              <a:avLst/>
              <a:gdLst/>
              <a:ahLst/>
              <a:cxnLst>
                <a:cxn ang="0">
                  <a:pos x="6" y="2"/>
                </a:cxn>
                <a:cxn ang="0">
                  <a:pos x="3" y="0"/>
                </a:cxn>
                <a:cxn ang="0">
                  <a:pos x="1" y="2"/>
                </a:cxn>
                <a:cxn ang="0">
                  <a:pos x="1" y="4"/>
                </a:cxn>
                <a:cxn ang="0">
                  <a:pos x="3" y="5"/>
                </a:cxn>
                <a:cxn ang="0">
                  <a:pos x="5" y="4"/>
                </a:cxn>
                <a:cxn ang="0">
                  <a:pos x="6" y="2"/>
                </a:cxn>
              </a:cxnLst>
              <a:rect l="0" t="0" r="r" b="b"/>
              <a:pathLst>
                <a:path w="6" h="5">
                  <a:moveTo>
                    <a:pt x="6" y="2"/>
                  </a:moveTo>
                  <a:cubicBezTo>
                    <a:pt x="6" y="1"/>
                    <a:pt x="4" y="0"/>
                    <a:pt x="3" y="0"/>
                  </a:cubicBezTo>
                  <a:cubicBezTo>
                    <a:pt x="3" y="1"/>
                    <a:pt x="1" y="1"/>
                    <a:pt x="1" y="2"/>
                  </a:cubicBezTo>
                  <a:cubicBezTo>
                    <a:pt x="0" y="2"/>
                    <a:pt x="0" y="3"/>
                    <a:pt x="1" y="4"/>
                  </a:cubicBezTo>
                  <a:cubicBezTo>
                    <a:pt x="1" y="4"/>
                    <a:pt x="2" y="5"/>
                    <a:pt x="3" y="5"/>
                  </a:cubicBezTo>
                  <a:cubicBezTo>
                    <a:pt x="3" y="5"/>
                    <a:pt x="5" y="5"/>
                    <a:pt x="5" y="4"/>
                  </a:cubicBezTo>
                  <a:cubicBezTo>
                    <a:pt x="6" y="4"/>
                    <a:pt x="6" y="2"/>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78"/>
            <p:cNvSpPr>
              <a:spLocks/>
            </p:cNvSpPr>
            <p:nvPr/>
          </p:nvSpPr>
          <p:spPr bwMode="auto">
            <a:xfrm>
              <a:off x="5138738" y="1917700"/>
              <a:ext cx="6350" cy="9525"/>
            </a:xfrm>
            <a:custGeom>
              <a:avLst/>
              <a:gdLst/>
              <a:ahLst/>
              <a:cxnLst>
                <a:cxn ang="0">
                  <a:pos x="3" y="5"/>
                </a:cxn>
                <a:cxn ang="0">
                  <a:pos x="1" y="3"/>
                </a:cxn>
                <a:cxn ang="0">
                  <a:pos x="0" y="1"/>
                </a:cxn>
                <a:cxn ang="0">
                  <a:pos x="2" y="0"/>
                </a:cxn>
                <a:cxn ang="0">
                  <a:pos x="4" y="1"/>
                </a:cxn>
                <a:cxn ang="0">
                  <a:pos x="4" y="2"/>
                </a:cxn>
                <a:cxn ang="0">
                  <a:pos x="3" y="5"/>
                </a:cxn>
              </a:cxnLst>
              <a:rect l="0" t="0" r="r" b="b"/>
              <a:pathLst>
                <a:path w="4" h="5">
                  <a:moveTo>
                    <a:pt x="3" y="5"/>
                  </a:moveTo>
                  <a:cubicBezTo>
                    <a:pt x="2" y="5"/>
                    <a:pt x="1" y="4"/>
                    <a:pt x="1" y="3"/>
                  </a:cubicBezTo>
                  <a:cubicBezTo>
                    <a:pt x="1" y="3"/>
                    <a:pt x="0" y="1"/>
                    <a:pt x="0" y="1"/>
                  </a:cubicBezTo>
                  <a:cubicBezTo>
                    <a:pt x="0" y="0"/>
                    <a:pt x="1" y="0"/>
                    <a:pt x="2" y="0"/>
                  </a:cubicBezTo>
                  <a:cubicBezTo>
                    <a:pt x="2" y="0"/>
                    <a:pt x="3" y="0"/>
                    <a:pt x="4" y="1"/>
                  </a:cubicBezTo>
                  <a:cubicBezTo>
                    <a:pt x="4" y="1"/>
                    <a:pt x="4" y="2"/>
                    <a:pt x="4" y="2"/>
                  </a:cubicBezTo>
                  <a:cubicBezTo>
                    <a:pt x="4" y="3"/>
                    <a:pt x="4" y="4"/>
                    <a:pt x="3"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79"/>
            <p:cNvSpPr>
              <a:spLocks/>
            </p:cNvSpPr>
            <p:nvPr/>
          </p:nvSpPr>
          <p:spPr bwMode="auto">
            <a:xfrm>
              <a:off x="5133975" y="1903413"/>
              <a:ext cx="14287" cy="9525"/>
            </a:xfrm>
            <a:custGeom>
              <a:avLst/>
              <a:gdLst/>
              <a:ahLst/>
              <a:cxnLst>
                <a:cxn ang="0">
                  <a:pos x="4" y="6"/>
                </a:cxn>
                <a:cxn ang="0">
                  <a:pos x="1" y="6"/>
                </a:cxn>
                <a:cxn ang="0">
                  <a:pos x="0" y="4"/>
                </a:cxn>
                <a:cxn ang="0">
                  <a:pos x="0" y="2"/>
                </a:cxn>
                <a:cxn ang="0">
                  <a:pos x="3" y="2"/>
                </a:cxn>
                <a:cxn ang="0">
                  <a:pos x="5" y="1"/>
                </a:cxn>
                <a:cxn ang="0">
                  <a:pos x="8" y="1"/>
                </a:cxn>
                <a:cxn ang="0">
                  <a:pos x="8" y="3"/>
                </a:cxn>
                <a:cxn ang="0">
                  <a:pos x="7" y="5"/>
                </a:cxn>
                <a:cxn ang="0">
                  <a:pos x="4" y="6"/>
                </a:cxn>
              </a:cxnLst>
              <a:rect l="0" t="0" r="r" b="b"/>
              <a:pathLst>
                <a:path w="8" h="6">
                  <a:moveTo>
                    <a:pt x="4" y="6"/>
                  </a:moveTo>
                  <a:cubicBezTo>
                    <a:pt x="4" y="6"/>
                    <a:pt x="2" y="6"/>
                    <a:pt x="1" y="6"/>
                  </a:cubicBezTo>
                  <a:cubicBezTo>
                    <a:pt x="1" y="6"/>
                    <a:pt x="0" y="5"/>
                    <a:pt x="0" y="4"/>
                  </a:cubicBezTo>
                  <a:cubicBezTo>
                    <a:pt x="0" y="3"/>
                    <a:pt x="0" y="2"/>
                    <a:pt x="0" y="2"/>
                  </a:cubicBezTo>
                  <a:cubicBezTo>
                    <a:pt x="1" y="1"/>
                    <a:pt x="2" y="2"/>
                    <a:pt x="3" y="2"/>
                  </a:cubicBezTo>
                  <a:cubicBezTo>
                    <a:pt x="3" y="2"/>
                    <a:pt x="4" y="1"/>
                    <a:pt x="5" y="1"/>
                  </a:cubicBezTo>
                  <a:cubicBezTo>
                    <a:pt x="5" y="0"/>
                    <a:pt x="7" y="0"/>
                    <a:pt x="8" y="1"/>
                  </a:cubicBezTo>
                  <a:cubicBezTo>
                    <a:pt x="8" y="1"/>
                    <a:pt x="8" y="3"/>
                    <a:pt x="8" y="3"/>
                  </a:cubicBezTo>
                  <a:cubicBezTo>
                    <a:pt x="8" y="4"/>
                    <a:pt x="7" y="5"/>
                    <a:pt x="7" y="5"/>
                  </a:cubicBezTo>
                  <a:cubicBezTo>
                    <a:pt x="7" y="5"/>
                    <a:pt x="5" y="6"/>
                    <a:pt x="4"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80"/>
            <p:cNvSpPr>
              <a:spLocks/>
            </p:cNvSpPr>
            <p:nvPr/>
          </p:nvSpPr>
          <p:spPr bwMode="auto">
            <a:xfrm>
              <a:off x="5130800" y="1892300"/>
              <a:ext cx="9525" cy="6350"/>
            </a:xfrm>
            <a:custGeom>
              <a:avLst/>
              <a:gdLst/>
              <a:ahLst/>
              <a:cxnLst>
                <a:cxn ang="0">
                  <a:pos x="4" y="3"/>
                </a:cxn>
                <a:cxn ang="0">
                  <a:pos x="2" y="4"/>
                </a:cxn>
                <a:cxn ang="0">
                  <a:pos x="0" y="4"/>
                </a:cxn>
                <a:cxn ang="0">
                  <a:pos x="0" y="2"/>
                </a:cxn>
                <a:cxn ang="0">
                  <a:pos x="2" y="2"/>
                </a:cxn>
                <a:cxn ang="0">
                  <a:pos x="3" y="0"/>
                </a:cxn>
                <a:cxn ang="0">
                  <a:pos x="5" y="1"/>
                </a:cxn>
                <a:cxn ang="0">
                  <a:pos x="4" y="3"/>
                </a:cxn>
              </a:cxnLst>
              <a:rect l="0" t="0" r="r" b="b"/>
              <a:pathLst>
                <a:path w="5" h="4">
                  <a:moveTo>
                    <a:pt x="4" y="3"/>
                  </a:moveTo>
                  <a:cubicBezTo>
                    <a:pt x="3" y="4"/>
                    <a:pt x="2" y="4"/>
                    <a:pt x="2" y="4"/>
                  </a:cubicBezTo>
                  <a:cubicBezTo>
                    <a:pt x="1" y="4"/>
                    <a:pt x="0" y="4"/>
                    <a:pt x="0" y="4"/>
                  </a:cubicBezTo>
                  <a:cubicBezTo>
                    <a:pt x="0" y="3"/>
                    <a:pt x="0" y="2"/>
                    <a:pt x="0" y="2"/>
                  </a:cubicBezTo>
                  <a:cubicBezTo>
                    <a:pt x="1" y="1"/>
                    <a:pt x="2" y="2"/>
                    <a:pt x="2" y="2"/>
                  </a:cubicBezTo>
                  <a:cubicBezTo>
                    <a:pt x="2" y="1"/>
                    <a:pt x="3" y="0"/>
                    <a:pt x="3" y="0"/>
                  </a:cubicBezTo>
                  <a:cubicBezTo>
                    <a:pt x="4" y="0"/>
                    <a:pt x="5" y="1"/>
                    <a:pt x="5" y="1"/>
                  </a:cubicBezTo>
                  <a:cubicBezTo>
                    <a:pt x="5" y="2"/>
                    <a:pt x="4" y="3"/>
                    <a:pt x="4"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81"/>
            <p:cNvSpPr>
              <a:spLocks/>
            </p:cNvSpPr>
            <p:nvPr/>
          </p:nvSpPr>
          <p:spPr bwMode="auto">
            <a:xfrm>
              <a:off x="5097463" y="1920875"/>
              <a:ext cx="9525" cy="11113"/>
            </a:xfrm>
            <a:custGeom>
              <a:avLst/>
              <a:gdLst/>
              <a:ahLst/>
              <a:cxnLst>
                <a:cxn ang="0">
                  <a:pos x="6" y="2"/>
                </a:cxn>
                <a:cxn ang="0">
                  <a:pos x="4" y="0"/>
                </a:cxn>
                <a:cxn ang="0">
                  <a:pos x="0" y="1"/>
                </a:cxn>
                <a:cxn ang="0">
                  <a:pos x="0" y="4"/>
                </a:cxn>
                <a:cxn ang="0">
                  <a:pos x="1" y="6"/>
                </a:cxn>
                <a:cxn ang="0">
                  <a:pos x="5" y="6"/>
                </a:cxn>
                <a:cxn ang="0">
                  <a:pos x="6" y="4"/>
                </a:cxn>
                <a:cxn ang="0">
                  <a:pos x="6" y="2"/>
                </a:cxn>
              </a:cxnLst>
              <a:rect l="0" t="0" r="r" b="b"/>
              <a:pathLst>
                <a:path w="6" h="6">
                  <a:moveTo>
                    <a:pt x="6" y="2"/>
                  </a:moveTo>
                  <a:cubicBezTo>
                    <a:pt x="5" y="1"/>
                    <a:pt x="4" y="1"/>
                    <a:pt x="4" y="0"/>
                  </a:cubicBezTo>
                  <a:cubicBezTo>
                    <a:pt x="3" y="0"/>
                    <a:pt x="1" y="1"/>
                    <a:pt x="0" y="1"/>
                  </a:cubicBezTo>
                  <a:cubicBezTo>
                    <a:pt x="0" y="2"/>
                    <a:pt x="0" y="3"/>
                    <a:pt x="0" y="4"/>
                  </a:cubicBezTo>
                  <a:cubicBezTo>
                    <a:pt x="0" y="4"/>
                    <a:pt x="1" y="5"/>
                    <a:pt x="1" y="6"/>
                  </a:cubicBezTo>
                  <a:cubicBezTo>
                    <a:pt x="2" y="6"/>
                    <a:pt x="4" y="6"/>
                    <a:pt x="5" y="6"/>
                  </a:cubicBezTo>
                  <a:cubicBezTo>
                    <a:pt x="6" y="6"/>
                    <a:pt x="6" y="4"/>
                    <a:pt x="6" y="4"/>
                  </a:cubicBezTo>
                  <a:cubicBezTo>
                    <a:pt x="6" y="3"/>
                    <a:pt x="6" y="2"/>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82"/>
            <p:cNvSpPr>
              <a:spLocks/>
            </p:cNvSpPr>
            <p:nvPr/>
          </p:nvSpPr>
          <p:spPr bwMode="auto">
            <a:xfrm>
              <a:off x="5149850" y="1854200"/>
              <a:ext cx="12700" cy="19050"/>
            </a:xfrm>
            <a:custGeom>
              <a:avLst/>
              <a:gdLst/>
              <a:ahLst/>
              <a:cxnLst>
                <a:cxn ang="0">
                  <a:pos x="6" y="10"/>
                </a:cxn>
                <a:cxn ang="0">
                  <a:pos x="3" y="9"/>
                </a:cxn>
                <a:cxn ang="0">
                  <a:pos x="0" y="6"/>
                </a:cxn>
                <a:cxn ang="0">
                  <a:pos x="1" y="2"/>
                </a:cxn>
                <a:cxn ang="0">
                  <a:pos x="2" y="0"/>
                </a:cxn>
                <a:cxn ang="0">
                  <a:pos x="3" y="2"/>
                </a:cxn>
                <a:cxn ang="0">
                  <a:pos x="4" y="4"/>
                </a:cxn>
                <a:cxn ang="0">
                  <a:pos x="5" y="6"/>
                </a:cxn>
                <a:cxn ang="0">
                  <a:pos x="6" y="8"/>
                </a:cxn>
                <a:cxn ang="0">
                  <a:pos x="6" y="10"/>
                </a:cxn>
              </a:cxnLst>
              <a:rect l="0" t="0" r="r" b="b"/>
              <a:pathLst>
                <a:path w="7" h="11">
                  <a:moveTo>
                    <a:pt x="6" y="10"/>
                  </a:moveTo>
                  <a:cubicBezTo>
                    <a:pt x="6" y="11"/>
                    <a:pt x="3" y="10"/>
                    <a:pt x="3" y="9"/>
                  </a:cubicBezTo>
                  <a:cubicBezTo>
                    <a:pt x="2" y="8"/>
                    <a:pt x="0" y="7"/>
                    <a:pt x="0" y="6"/>
                  </a:cubicBezTo>
                  <a:cubicBezTo>
                    <a:pt x="0" y="5"/>
                    <a:pt x="1" y="3"/>
                    <a:pt x="1" y="2"/>
                  </a:cubicBezTo>
                  <a:cubicBezTo>
                    <a:pt x="1" y="2"/>
                    <a:pt x="1" y="1"/>
                    <a:pt x="2" y="0"/>
                  </a:cubicBezTo>
                  <a:cubicBezTo>
                    <a:pt x="2" y="0"/>
                    <a:pt x="3" y="1"/>
                    <a:pt x="3" y="2"/>
                  </a:cubicBezTo>
                  <a:cubicBezTo>
                    <a:pt x="4" y="2"/>
                    <a:pt x="4" y="3"/>
                    <a:pt x="4" y="4"/>
                  </a:cubicBezTo>
                  <a:cubicBezTo>
                    <a:pt x="4" y="4"/>
                    <a:pt x="5" y="5"/>
                    <a:pt x="5" y="6"/>
                  </a:cubicBezTo>
                  <a:cubicBezTo>
                    <a:pt x="5" y="6"/>
                    <a:pt x="6" y="7"/>
                    <a:pt x="6" y="8"/>
                  </a:cubicBezTo>
                  <a:cubicBezTo>
                    <a:pt x="6" y="8"/>
                    <a:pt x="7" y="10"/>
                    <a:pt x="6"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83"/>
            <p:cNvSpPr>
              <a:spLocks/>
            </p:cNvSpPr>
            <p:nvPr/>
          </p:nvSpPr>
          <p:spPr bwMode="auto">
            <a:xfrm>
              <a:off x="5168900" y="1862138"/>
              <a:ext cx="15875" cy="19050"/>
            </a:xfrm>
            <a:custGeom>
              <a:avLst/>
              <a:gdLst/>
              <a:ahLst/>
              <a:cxnLst>
                <a:cxn ang="0">
                  <a:pos x="4" y="10"/>
                </a:cxn>
                <a:cxn ang="0">
                  <a:pos x="3" y="9"/>
                </a:cxn>
                <a:cxn ang="0">
                  <a:pos x="2" y="5"/>
                </a:cxn>
                <a:cxn ang="0">
                  <a:pos x="0" y="3"/>
                </a:cxn>
                <a:cxn ang="0">
                  <a:pos x="1" y="0"/>
                </a:cxn>
                <a:cxn ang="0">
                  <a:pos x="3" y="0"/>
                </a:cxn>
                <a:cxn ang="0">
                  <a:pos x="5" y="0"/>
                </a:cxn>
                <a:cxn ang="0">
                  <a:pos x="5" y="3"/>
                </a:cxn>
                <a:cxn ang="0">
                  <a:pos x="7" y="4"/>
                </a:cxn>
                <a:cxn ang="0">
                  <a:pos x="9" y="7"/>
                </a:cxn>
                <a:cxn ang="0">
                  <a:pos x="8" y="9"/>
                </a:cxn>
                <a:cxn ang="0">
                  <a:pos x="6" y="11"/>
                </a:cxn>
                <a:cxn ang="0">
                  <a:pos x="4" y="10"/>
                </a:cxn>
              </a:cxnLst>
              <a:rect l="0" t="0" r="r" b="b"/>
              <a:pathLst>
                <a:path w="9" h="11">
                  <a:moveTo>
                    <a:pt x="4" y="10"/>
                  </a:moveTo>
                  <a:cubicBezTo>
                    <a:pt x="4" y="10"/>
                    <a:pt x="3" y="9"/>
                    <a:pt x="3" y="9"/>
                  </a:cubicBezTo>
                  <a:cubicBezTo>
                    <a:pt x="2" y="8"/>
                    <a:pt x="2" y="6"/>
                    <a:pt x="2" y="5"/>
                  </a:cubicBezTo>
                  <a:cubicBezTo>
                    <a:pt x="1" y="4"/>
                    <a:pt x="0" y="3"/>
                    <a:pt x="0" y="3"/>
                  </a:cubicBezTo>
                  <a:cubicBezTo>
                    <a:pt x="0" y="2"/>
                    <a:pt x="0" y="0"/>
                    <a:pt x="1" y="0"/>
                  </a:cubicBezTo>
                  <a:cubicBezTo>
                    <a:pt x="1" y="0"/>
                    <a:pt x="2" y="0"/>
                    <a:pt x="3" y="0"/>
                  </a:cubicBezTo>
                  <a:cubicBezTo>
                    <a:pt x="3" y="0"/>
                    <a:pt x="4" y="0"/>
                    <a:pt x="5" y="0"/>
                  </a:cubicBezTo>
                  <a:cubicBezTo>
                    <a:pt x="5" y="1"/>
                    <a:pt x="4" y="3"/>
                    <a:pt x="5" y="3"/>
                  </a:cubicBezTo>
                  <a:cubicBezTo>
                    <a:pt x="5" y="4"/>
                    <a:pt x="7" y="4"/>
                    <a:pt x="7" y="4"/>
                  </a:cubicBezTo>
                  <a:cubicBezTo>
                    <a:pt x="8" y="5"/>
                    <a:pt x="9" y="6"/>
                    <a:pt x="9" y="7"/>
                  </a:cubicBezTo>
                  <a:cubicBezTo>
                    <a:pt x="9" y="7"/>
                    <a:pt x="8" y="9"/>
                    <a:pt x="8" y="9"/>
                  </a:cubicBezTo>
                  <a:cubicBezTo>
                    <a:pt x="7" y="10"/>
                    <a:pt x="6" y="11"/>
                    <a:pt x="6" y="11"/>
                  </a:cubicBezTo>
                  <a:cubicBezTo>
                    <a:pt x="5" y="11"/>
                    <a:pt x="5" y="10"/>
                    <a:pt x="4"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84"/>
            <p:cNvSpPr>
              <a:spLocks/>
            </p:cNvSpPr>
            <p:nvPr/>
          </p:nvSpPr>
          <p:spPr bwMode="auto">
            <a:xfrm>
              <a:off x="5260975" y="1847850"/>
              <a:ext cx="19050" cy="15875"/>
            </a:xfrm>
            <a:custGeom>
              <a:avLst/>
              <a:gdLst/>
              <a:ahLst/>
              <a:cxnLst>
                <a:cxn ang="0">
                  <a:pos x="7" y="6"/>
                </a:cxn>
                <a:cxn ang="0">
                  <a:pos x="10" y="5"/>
                </a:cxn>
                <a:cxn ang="0">
                  <a:pos x="10" y="2"/>
                </a:cxn>
                <a:cxn ang="0">
                  <a:pos x="7" y="0"/>
                </a:cxn>
                <a:cxn ang="0">
                  <a:pos x="4" y="2"/>
                </a:cxn>
                <a:cxn ang="0">
                  <a:pos x="1" y="2"/>
                </a:cxn>
                <a:cxn ang="0">
                  <a:pos x="0" y="5"/>
                </a:cxn>
                <a:cxn ang="0">
                  <a:pos x="1" y="7"/>
                </a:cxn>
                <a:cxn ang="0">
                  <a:pos x="3" y="9"/>
                </a:cxn>
                <a:cxn ang="0">
                  <a:pos x="5" y="8"/>
                </a:cxn>
                <a:cxn ang="0">
                  <a:pos x="7" y="6"/>
                </a:cxn>
              </a:cxnLst>
              <a:rect l="0" t="0" r="r" b="b"/>
              <a:pathLst>
                <a:path w="11" h="9">
                  <a:moveTo>
                    <a:pt x="7" y="6"/>
                  </a:moveTo>
                  <a:cubicBezTo>
                    <a:pt x="8" y="6"/>
                    <a:pt x="10" y="6"/>
                    <a:pt x="10" y="5"/>
                  </a:cubicBezTo>
                  <a:cubicBezTo>
                    <a:pt x="11" y="4"/>
                    <a:pt x="11" y="3"/>
                    <a:pt x="10" y="2"/>
                  </a:cubicBezTo>
                  <a:cubicBezTo>
                    <a:pt x="10" y="1"/>
                    <a:pt x="8" y="0"/>
                    <a:pt x="7" y="0"/>
                  </a:cubicBezTo>
                  <a:cubicBezTo>
                    <a:pt x="6" y="0"/>
                    <a:pt x="5" y="2"/>
                    <a:pt x="4" y="2"/>
                  </a:cubicBezTo>
                  <a:cubicBezTo>
                    <a:pt x="4" y="2"/>
                    <a:pt x="2" y="2"/>
                    <a:pt x="1" y="2"/>
                  </a:cubicBezTo>
                  <a:cubicBezTo>
                    <a:pt x="1" y="3"/>
                    <a:pt x="0" y="4"/>
                    <a:pt x="0" y="5"/>
                  </a:cubicBezTo>
                  <a:cubicBezTo>
                    <a:pt x="0" y="5"/>
                    <a:pt x="1" y="7"/>
                    <a:pt x="1" y="7"/>
                  </a:cubicBezTo>
                  <a:cubicBezTo>
                    <a:pt x="2" y="8"/>
                    <a:pt x="2" y="9"/>
                    <a:pt x="3" y="9"/>
                  </a:cubicBezTo>
                  <a:cubicBezTo>
                    <a:pt x="4" y="9"/>
                    <a:pt x="5" y="9"/>
                    <a:pt x="5" y="8"/>
                  </a:cubicBezTo>
                  <a:cubicBezTo>
                    <a:pt x="6" y="8"/>
                    <a:pt x="7" y="6"/>
                    <a:pt x="7"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85"/>
            <p:cNvSpPr>
              <a:spLocks/>
            </p:cNvSpPr>
            <p:nvPr/>
          </p:nvSpPr>
          <p:spPr bwMode="auto">
            <a:xfrm>
              <a:off x="5270500" y="1889125"/>
              <a:ext cx="7937" cy="9525"/>
            </a:xfrm>
            <a:custGeom>
              <a:avLst/>
              <a:gdLst/>
              <a:ahLst/>
              <a:cxnLst>
                <a:cxn ang="0">
                  <a:pos x="5" y="4"/>
                </a:cxn>
                <a:cxn ang="0">
                  <a:pos x="3" y="6"/>
                </a:cxn>
                <a:cxn ang="0">
                  <a:pos x="1" y="4"/>
                </a:cxn>
                <a:cxn ang="0">
                  <a:pos x="1" y="1"/>
                </a:cxn>
                <a:cxn ang="0">
                  <a:pos x="3" y="0"/>
                </a:cxn>
                <a:cxn ang="0">
                  <a:pos x="4" y="1"/>
                </a:cxn>
                <a:cxn ang="0">
                  <a:pos x="5" y="4"/>
                </a:cxn>
              </a:cxnLst>
              <a:rect l="0" t="0" r="r" b="b"/>
              <a:pathLst>
                <a:path w="5" h="6">
                  <a:moveTo>
                    <a:pt x="5" y="4"/>
                  </a:moveTo>
                  <a:cubicBezTo>
                    <a:pt x="5" y="5"/>
                    <a:pt x="4" y="6"/>
                    <a:pt x="3" y="6"/>
                  </a:cubicBezTo>
                  <a:cubicBezTo>
                    <a:pt x="2" y="6"/>
                    <a:pt x="1" y="5"/>
                    <a:pt x="1" y="4"/>
                  </a:cubicBezTo>
                  <a:cubicBezTo>
                    <a:pt x="0" y="3"/>
                    <a:pt x="1" y="2"/>
                    <a:pt x="1" y="1"/>
                  </a:cubicBezTo>
                  <a:cubicBezTo>
                    <a:pt x="2" y="0"/>
                    <a:pt x="3" y="0"/>
                    <a:pt x="3" y="0"/>
                  </a:cubicBezTo>
                  <a:cubicBezTo>
                    <a:pt x="4" y="0"/>
                    <a:pt x="4" y="0"/>
                    <a:pt x="4" y="1"/>
                  </a:cubicBezTo>
                  <a:cubicBezTo>
                    <a:pt x="5" y="1"/>
                    <a:pt x="5" y="3"/>
                    <a:pt x="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86"/>
            <p:cNvSpPr>
              <a:spLocks/>
            </p:cNvSpPr>
            <p:nvPr/>
          </p:nvSpPr>
          <p:spPr bwMode="auto">
            <a:xfrm>
              <a:off x="4305300" y="925513"/>
              <a:ext cx="1016000" cy="1127125"/>
            </a:xfrm>
            <a:custGeom>
              <a:avLst/>
              <a:gdLst/>
              <a:ahLst/>
              <a:cxnLst>
                <a:cxn ang="0">
                  <a:pos x="574" y="535"/>
                </a:cxn>
                <a:cxn ang="0">
                  <a:pos x="554" y="531"/>
                </a:cxn>
                <a:cxn ang="0">
                  <a:pos x="543" y="533"/>
                </a:cxn>
                <a:cxn ang="0">
                  <a:pos x="531" y="532"/>
                </a:cxn>
                <a:cxn ang="0">
                  <a:pos x="518" y="548"/>
                </a:cxn>
                <a:cxn ang="0">
                  <a:pos x="495" y="526"/>
                </a:cxn>
                <a:cxn ang="0">
                  <a:pos x="490" y="543"/>
                </a:cxn>
                <a:cxn ang="0">
                  <a:pos x="477" y="532"/>
                </a:cxn>
                <a:cxn ang="0">
                  <a:pos x="465" y="549"/>
                </a:cxn>
                <a:cxn ang="0">
                  <a:pos x="465" y="558"/>
                </a:cxn>
                <a:cxn ang="0">
                  <a:pos x="476" y="576"/>
                </a:cxn>
                <a:cxn ang="0">
                  <a:pos x="458" y="577"/>
                </a:cxn>
                <a:cxn ang="0">
                  <a:pos x="447" y="586"/>
                </a:cxn>
                <a:cxn ang="0">
                  <a:pos x="449" y="601"/>
                </a:cxn>
                <a:cxn ang="0">
                  <a:pos x="426" y="609"/>
                </a:cxn>
                <a:cxn ang="0">
                  <a:pos x="416" y="625"/>
                </a:cxn>
                <a:cxn ang="0">
                  <a:pos x="405" y="626"/>
                </a:cxn>
                <a:cxn ang="0">
                  <a:pos x="425" y="644"/>
                </a:cxn>
                <a:cxn ang="0">
                  <a:pos x="409" y="650"/>
                </a:cxn>
                <a:cxn ang="0">
                  <a:pos x="342" y="627"/>
                </a:cxn>
                <a:cxn ang="0">
                  <a:pos x="293" y="632"/>
                </a:cxn>
                <a:cxn ang="0">
                  <a:pos x="258" y="642"/>
                </a:cxn>
                <a:cxn ang="0">
                  <a:pos x="213" y="616"/>
                </a:cxn>
                <a:cxn ang="0">
                  <a:pos x="184" y="588"/>
                </a:cxn>
                <a:cxn ang="0">
                  <a:pos x="126" y="552"/>
                </a:cxn>
                <a:cxn ang="0">
                  <a:pos x="49" y="496"/>
                </a:cxn>
                <a:cxn ang="0">
                  <a:pos x="5" y="468"/>
                </a:cxn>
                <a:cxn ang="0">
                  <a:pos x="9" y="431"/>
                </a:cxn>
                <a:cxn ang="0">
                  <a:pos x="44" y="370"/>
                </a:cxn>
                <a:cxn ang="0">
                  <a:pos x="61" y="308"/>
                </a:cxn>
                <a:cxn ang="0">
                  <a:pos x="53" y="271"/>
                </a:cxn>
                <a:cxn ang="0">
                  <a:pos x="80" y="229"/>
                </a:cxn>
                <a:cxn ang="0">
                  <a:pos x="113" y="180"/>
                </a:cxn>
                <a:cxn ang="0">
                  <a:pos x="150" y="188"/>
                </a:cxn>
                <a:cxn ang="0">
                  <a:pos x="171" y="138"/>
                </a:cxn>
                <a:cxn ang="0">
                  <a:pos x="195" y="93"/>
                </a:cxn>
                <a:cxn ang="0">
                  <a:pos x="237" y="104"/>
                </a:cxn>
                <a:cxn ang="0">
                  <a:pos x="284" y="122"/>
                </a:cxn>
                <a:cxn ang="0">
                  <a:pos x="288" y="93"/>
                </a:cxn>
                <a:cxn ang="0">
                  <a:pos x="304" y="48"/>
                </a:cxn>
                <a:cxn ang="0">
                  <a:pos x="286" y="7"/>
                </a:cxn>
                <a:cxn ang="0">
                  <a:pos x="323" y="0"/>
                </a:cxn>
                <a:cxn ang="0">
                  <a:pos x="335" y="28"/>
                </a:cxn>
                <a:cxn ang="0">
                  <a:pos x="365" y="50"/>
                </a:cxn>
                <a:cxn ang="0">
                  <a:pos x="394" y="77"/>
                </a:cxn>
                <a:cxn ang="0">
                  <a:pos x="426" y="90"/>
                </a:cxn>
                <a:cxn ang="0">
                  <a:pos x="455" y="101"/>
                </a:cxn>
                <a:cxn ang="0">
                  <a:pos x="482" y="127"/>
                </a:cxn>
                <a:cxn ang="0">
                  <a:pos x="501" y="154"/>
                </a:cxn>
                <a:cxn ang="0">
                  <a:pos x="509" y="189"/>
                </a:cxn>
                <a:cxn ang="0">
                  <a:pos x="515" y="235"/>
                </a:cxn>
                <a:cxn ang="0">
                  <a:pos x="534" y="259"/>
                </a:cxn>
                <a:cxn ang="0">
                  <a:pos x="529" y="289"/>
                </a:cxn>
                <a:cxn ang="0">
                  <a:pos x="549" y="340"/>
                </a:cxn>
                <a:cxn ang="0">
                  <a:pos x="556" y="376"/>
                </a:cxn>
                <a:cxn ang="0">
                  <a:pos x="542" y="425"/>
                </a:cxn>
                <a:cxn ang="0">
                  <a:pos x="556" y="463"/>
                </a:cxn>
                <a:cxn ang="0">
                  <a:pos x="589" y="510"/>
                </a:cxn>
              </a:cxnLst>
              <a:rect l="0" t="0" r="r" b="b"/>
              <a:pathLst>
                <a:path w="593" h="659">
                  <a:moveTo>
                    <a:pt x="592" y="519"/>
                  </a:moveTo>
                  <a:cubicBezTo>
                    <a:pt x="592" y="520"/>
                    <a:pt x="593" y="523"/>
                    <a:pt x="592" y="524"/>
                  </a:cubicBezTo>
                  <a:cubicBezTo>
                    <a:pt x="591" y="525"/>
                    <a:pt x="588" y="525"/>
                    <a:pt x="587" y="526"/>
                  </a:cubicBezTo>
                  <a:cubicBezTo>
                    <a:pt x="586" y="526"/>
                    <a:pt x="584" y="526"/>
                    <a:pt x="584" y="526"/>
                  </a:cubicBezTo>
                  <a:cubicBezTo>
                    <a:pt x="583" y="527"/>
                    <a:pt x="581" y="527"/>
                    <a:pt x="580" y="528"/>
                  </a:cubicBezTo>
                  <a:cubicBezTo>
                    <a:pt x="579" y="529"/>
                    <a:pt x="578" y="531"/>
                    <a:pt x="577" y="532"/>
                  </a:cubicBezTo>
                  <a:cubicBezTo>
                    <a:pt x="577" y="533"/>
                    <a:pt x="575" y="535"/>
                    <a:pt x="574" y="535"/>
                  </a:cubicBezTo>
                  <a:cubicBezTo>
                    <a:pt x="573" y="535"/>
                    <a:pt x="572" y="535"/>
                    <a:pt x="571" y="534"/>
                  </a:cubicBezTo>
                  <a:cubicBezTo>
                    <a:pt x="570" y="533"/>
                    <a:pt x="569" y="531"/>
                    <a:pt x="568" y="529"/>
                  </a:cubicBezTo>
                  <a:cubicBezTo>
                    <a:pt x="568" y="529"/>
                    <a:pt x="567" y="527"/>
                    <a:pt x="566" y="526"/>
                  </a:cubicBezTo>
                  <a:cubicBezTo>
                    <a:pt x="565" y="526"/>
                    <a:pt x="563" y="525"/>
                    <a:pt x="562" y="525"/>
                  </a:cubicBezTo>
                  <a:cubicBezTo>
                    <a:pt x="561" y="525"/>
                    <a:pt x="558" y="524"/>
                    <a:pt x="557" y="524"/>
                  </a:cubicBezTo>
                  <a:cubicBezTo>
                    <a:pt x="556" y="525"/>
                    <a:pt x="555" y="527"/>
                    <a:pt x="555" y="528"/>
                  </a:cubicBezTo>
                  <a:cubicBezTo>
                    <a:pt x="555" y="528"/>
                    <a:pt x="554" y="530"/>
                    <a:pt x="554" y="531"/>
                  </a:cubicBezTo>
                  <a:cubicBezTo>
                    <a:pt x="553" y="531"/>
                    <a:pt x="550" y="532"/>
                    <a:pt x="549" y="532"/>
                  </a:cubicBezTo>
                  <a:cubicBezTo>
                    <a:pt x="548" y="532"/>
                    <a:pt x="546" y="531"/>
                    <a:pt x="545" y="531"/>
                  </a:cubicBezTo>
                  <a:cubicBezTo>
                    <a:pt x="545" y="531"/>
                    <a:pt x="544" y="530"/>
                    <a:pt x="544" y="529"/>
                  </a:cubicBezTo>
                  <a:cubicBezTo>
                    <a:pt x="543" y="529"/>
                    <a:pt x="542" y="529"/>
                    <a:pt x="542" y="529"/>
                  </a:cubicBezTo>
                  <a:cubicBezTo>
                    <a:pt x="542" y="529"/>
                    <a:pt x="541" y="529"/>
                    <a:pt x="541" y="529"/>
                  </a:cubicBezTo>
                  <a:cubicBezTo>
                    <a:pt x="540" y="529"/>
                    <a:pt x="540" y="531"/>
                    <a:pt x="541" y="532"/>
                  </a:cubicBezTo>
                  <a:cubicBezTo>
                    <a:pt x="541" y="532"/>
                    <a:pt x="542" y="533"/>
                    <a:pt x="543" y="533"/>
                  </a:cubicBezTo>
                  <a:cubicBezTo>
                    <a:pt x="543" y="534"/>
                    <a:pt x="542" y="535"/>
                    <a:pt x="542" y="536"/>
                  </a:cubicBezTo>
                  <a:cubicBezTo>
                    <a:pt x="541" y="536"/>
                    <a:pt x="540" y="538"/>
                    <a:pt x="540" y="538"/>
                  </a:cubicBezTo>
                  <a:cubicBezTo>
                    <a:pt x="539" y="538"/>
                    <a:pt x="538" y="538"/>
                    <a:pt x="538" y="537"/>
                  </a:cubicBezTo>
                  <a:cubicBezTo>
                    <a:pt x="537" y="537"/>
                    <a:pt x="537" y="536"/>
                    <a:pt x="537" y="535"/>
                  </a:cubicBezTo>
                  <a:cubicBezTo>
                    <a:pt x="537" y="534"/>
                    <a:pt x="538" y="533"/>
                    <a:pt x="538" y="532"/>
                  </a:cubicBezTo>
                  <a:cubicBezTo>
                    <a:pt x="538" y="532"/>
                    <a:pt x="536" y="531"/>
                    <a:pt x="535" y="531"/>
                  </a:cubicBezTo>
                  <a:cubicBezTo>
                    <a:pt x="534" y="531"/>
                    <a:pt x="532" y="532"/>
                    <a:pt x="531" y="532"/>
                  </a:cubicBezTo>
                  <a:cubicBezTo>
                    <a:pt x="530" y="532"/>
                    <a:pt x="529" y="531"/>
                    <a:pt x="528" y="531"/>
                  </a:cubicBezTo>
                  <a:cubicBezTo>
                    <a:pt x="527" y="531"/>
                    <a:pt x="525" y="532"/>
                    <a:pt x="524" y="533"/>
                  </a:cubicBezTo>
                  <a:cubicBezTo>
                    <a:pt x="524" y="533"/>
                    <a:pt x="523" y="535"/>
                    <a:pt x="524" y="536"/>
                  </a:cubicBezTo>
                  <a:cubicBezTo>
                    <a:pt x="524" y="537"/>
                    <a:pt x="527" y="538"/>
                    <a:pt x="527" y="539"/>
                  </a:cubicBezTo>
                  <a:cubicBezTo>
                    <a:pt x="528" y="540"/>
                    <a:pt x="525" y="542"/>
                    <a:pt x="524" y="543"/>
                  </a:cubicBezTo>
                  <a:cubicBezTo>
                    <a:pt x="524" y="544"/>
                    <a:pt x="523" y="546"/>
                    <a:pt x="522" y="547"/>
                  </a:cubicBezTo>
                  <a:cubicBezTo>
                    <a:pt x="521" y="548"/>
                    <a:pt x="519" y="548"/>
                    <a:pt x="518" y="548"/>
                  </a:cubicBezTo>
                  <a:cubicBezTo>
                    <a:pt x="518" y="548"/>
                    <a:pt x="518" y="546"/>
                    <a:pt x="517" y="545"/>
                  </a:cubicBezTo>
                  <a:cubicBezTo>
                    <a:pt x="517" y="545"/>
                    <a:pt x="516" y="543"/>
                    <a:pt x="515" y="543"/>
                  </a:cubicBezTo>
                  <a:cubicBezTo>
                    <a:pt x="514" y="542"/>
                    <a:pt x="511" y="543"/>
                    <a:pt x="510" y="543"/>
                  </a:cubicBezTo>
                  <a:cubicBezTo>
                    <a:pt x="509" y="542"/>
                    <a:pt x="506" y="539"/>
                    <a:pt x="505" y="538"/>
                  </a:cubicBezTo>
                  <a:cubicBezTo>
                    <a:pt x="504" y="537"/>
                    <a:pt x="502" y="536"/>
                    <a:pt x="501" y="535"/>
                  </a:cubicBezTo>
                  <a:cubicBezTo>
                    <a:pt x="500" y="534"/>
                    <a:pt x="498" y="532"/>
                    <a:pt x="497" y="530"/>
                  </a:cubicBezTo>
                  <a:cubicBezTo>
                    <a:pt x="496" y="529"/>
                    <a:pt x="496" y="527"/>
                    <a:pt x="495" y="526"/>
                  </a:cubicBezTo>
                  <a:cubicBezTo>
                    <a:pt x="495" y="525"/>
                    <a:pt x="494" y="523"/>
                    <a:pt x="493" y="522"/>
                  </a:cubicBezTo>
                  <a:cubicBezTo>
                    <a:pt x="493" y="521"/>
                    <a:pt x="490" y="521"/>
                    <a:pt x="489" y="521"/>
                  </a:cubicBezTo>
                  <a:cubicBezTo>
                    <a:pt x="488" y="522"/>
                    <a:pt x="487" y="523"/>
                    <a:pt x="487" y="524"/>
                  </a:cubicBezTo>
                  <a:cubicBezTo>
                    <a:pt x="487" y="525"/>
                    <a:pt x="488" y="527"/>
                    <a:pt x="488" y="528"/>
                  </a:cubicBezTo>
                  <a:cubicBezTo>
                    <a:pt x="489" y="529"/>
                    <a:pt x="491" y="531"/>
                    <a:pt x="491" y="532"/>
                  </a:cubicBezTo>
                  <a:cubicBezTo>
                    <a:pt x="492" y="534"/>
                    <a:pt x="492" y="537"/>
                    <a:pt x="492" y="539"/>
                  </a:cubicBezTo>
                  <a:cubicBezTo>
                    <a:pt x="492" y="540"/>
                    <a:pt x="491" y="542"/>
                    <a:pt x="490" y="543"/>
                  </a:cubicBezTo>
                  <a:cubicBezTo>
                    <a:pt x="489" y="543"/>
                    <a:pt x="487" y="543"/>
                    <a:pt x="486" y="543"/>
                  </a:cubicBezTo>
                  <a:cubicBezTo>
                    <a:pt x="485" y="543"/>
                    <a:pt x="484" y="541"/>
                    <a:pt x="484" y="541"/>
                  </a:cubicBezTo>
                  <a:cubicBezTo>
                    <a:pt x="483" y="541"/>
                    <a:pt x="482" y="543"/>
                    <a:pt x="481" y="543"/>
                  </a:cubicBezTo>
                  <a:cubicBezTo>
                    <a:pt x="480" y="542"/>
                    <a:pt x="479" y="541"/>
                    <a:pt x="478" y="541"/>
                  </a:cubicBezTo>
                  <a:cubicBezTo>
                    <a:pt x="478" y="540"/>
                    <a:pt x="478" y="538"/>
                    <a:pt x="478" y="537"/>
                  </a:cubicBezTo>
                  <a:cubicBezTo>
                    <a:pt x="478" y="537"/>
                    <a:pt x="478" y="535"/>
                    <a:pt x="478" y="534"/>
                  </a:cubicBezTo>
                  <a:cubicBezTo>
                    <a:pt x="478" y="534"/>
                    <a:pt x="477" y="532"/>
                    <a:pt x="477" y="532"/>
                  </a:cubicBezTo>
                  <a:cubicBezTo>
                    <a:pt x="476" y="531"/>
                    <a:pt x="474" y="531"/>
                    <a:pt x="473" y="531"/>
                  </a:cubicBezTo>
                  <a:cubicBezTo>
                    <a:pt x="472" y="531"/>
                    <a:pt x="469" y="532"/>
                    <a:pt x="468" y="533"/>
                  </a:cubicBezTo>
                  <a:cubicBezTo>
                    <a:pt x="468" y="534"/>
                    <a:pt x="468" y="536"/>
                    <a:pt x="468" y="536"/>
                  </a:cubicBezTo>
                  <a:cubicBezTo>
                    <a:pt x="467" y="537"/>
                    <a:pt x="466" y="539"/>
                    <a:pt x="466" y="540"/>
                  </a:cubicBezTo>
                  <a:cubicBezTo>
                    <a:pt x="466" y="541"/>
                    <a:pt x="467" y="543"/>
                    <a:pt x="467" y="545"/>
                  </a:cubicBezTo>
                  <a:cubicBezTo>
                    <a:pt x="468" y="545"/>
                    <a:pt x="469" y="547"/>
                    <a:pt x="468" y="548"/>
                  </a:cubicBezTo>
                  <a:cubicBezTo>
                    <a:pt x="468" y="549"/>
                    <a:pt x="466" y="548"/>
                    <a:pt x="465" y="549"/>
                  </a:cubicBezTo>
                  <a:cubicBezTo>
                    <a:pt x="465" y="549"/>
                    <a:pt x="462" y="550"/>
                    <a:pt x="462" y="550"/>
                  </a:cubicBezTo>
                  <a:cubicBezTo>
                    <a:pt x="462" y="551"/>
                    <a:pt x="465" y="552"/>
                    <a:pt x="465" y="552"/>
                  </a:cubicBezTo>
                  <a:cubicBezTo>
                    <a:pt x="466" y="553"/>
                    <a:pt x="469" y="553"/>
                    <a:pt x="470" y="553"/>
                  </a:cubicBezTo>
                  <a:cubicBezTo>
                    <a:pt x="470" y="554"/>
                    <a:pt x="471" y="555"/>
                    <a:pt x="471" y="556"/>
                  </a:cubicBezTo>
                  <a:cubicBezTo>
                    <a:pt x="471" y="557"/>
                    <a:pt x="471" y="559"/>
                    <a:pt x="470" y="559"/>
                  </a:cubicBezTo>
                  <a:cubicBezTo>
                    <a:pt x="469" y="560"/>
                    <a:pt x="468" y="557"/>
                    <a:pt x="467" y="557"/>
                  </a:cubicBezTo>
                  <a:cubicBezTo>
                    <a:pt x="466" y="557"/>
                    <a:pt x="465" y="558"/>
                    <a:pt x="465" y="558"/>
                  </a:cubicBezTo>
                  <a:cubicBezTo>
                    <a:pt x="464" y="559"/>
                    <a:pt x="465" y="561"/>
                    <a:pt x="465" y="562"/>
                  </a:cubicBezTo>
                  <a:cubicBezTo>
                    <a:pt x="465" y="562"/>
                    <a:pt x="467" y="563"/>
                    <a:pt x="467" y="563"/>
                  </a:cubicBezTo>
                  <a:cubicBezTo>
                    <a:pt x="468" y="565"/>
                    <a:pt x="466" y="568"/>
                    <a:pt x="467" y="569"/>
                  </a:cubicBezTo>
                  <a:cubicBezTo>
                    <a:pt x="467" y="569"/>
                    <a:pt x="468" y="570"/>
                    <a:pt x="469" y="570"/>
                  </a:cubicBezTo>
                  <a:cubicBezTo>
                    <a:pt x="470" y="570"/>
                    <a:pt x="471" y="570"/>
                    <a:pt x="472" y="571"/>
                  </a:cubicBezTo>
                  <a:cubicBezTo>
                    <a:pt x="473" y="572"/>
                    <a:pt x="473" y="574"/>
                    <a:pt x="474" y="575"/>
                  </a:cubicBezTo>
                  <a:cubicBezTo>
                    <a:pt x="474" y="575"/>
                    <a:pt x="476" y="575"/>
                    <a:pt x="476" y="576"/>
                  </a:cubicBezTo>
                  <a:cubicBezTo>
                    <a:pt x="477" y="576"/>
                    <a:pt x="478" y="578"/>
                    <a:pt x="478" y="579"/>
                  </a:cubicBezTo>
                  <a:cubicBezTo>
                    <a:pt x="477" y="579"/>
                    <a:pt x="477" y="580"/>
                    <a:pt x="476" y="580"/>
                  </a:cubicBezTo>
                  <a:cubicBezTo>
                    <a:pt x="475" y="581"/>
                    <a:pt x="472" y="581"/>
                    <a:pt x="471" y="580"/>
                  </a:cubicBezTo>
                  <a:cubicBezTo>
                    <a:pt x="471" y="580"/>
                    <a:pt x="470" y="579"/>
                    <a:pt x="470" y="578"/>
                  </a:cubicBezTo>
                  <a:cubicBezTo>
                    <a:pt x="469" y="578"/>
                    <a:pt x="467" y="577"/>
                    <a:pt x="466" y="577"/>
                  </a:cubicBezTo>
                  <a:cubicBezTo>
                    <a:pt x="465" y="576"/>
                    <a:pt x="463" y="576"/>
                    <a:pt x="462" y="576"/>
                  </a:cubicBezTo>
                  <a:cubicBezTo>
                    <a:pt x="461" y="576"/>
                    <a:pt x="458" y="576"/>
                    <a:pt x="458" y="577"/>
                  </a:cubicBezTo>
                  <a:cubicBezTo>
                    <a:pt x="457" y="577"/>
                    <a:pt x="457" y="579"/>
                    <a:pt x="457" y="579"/>
                  </a:cubicBezTo>
                  <a:cubicBezTo>
                    <a:pt x="457" y="580"/>
                    <a:pt x="457" y="582"/>
                    <a:pt x="456" y="583"/>
                  </a:cubicBezTo>
                  <a:cubicBezTo>
                    <a:pt x="456" y="584"/>
                    <a:pt x="454" y="585"/>
                    <a:pt x="454" y="585"/>
                  </a:cubicBezTo>
                  <a:cubicBezTo>
                    <a:pt x="453" y="585"/>
                    <a:pt x="452" y="585"/>
                    <a:pt x="452" y="586"/>
                  </a:cubicBezTo>
                  <a:cubicBezTo>
                    <a:pt x="451" y="586"/>
                    <a:pt x="451" y="587"/>
                    <a:pt x="451" y="588"/>
                  </a:cubicBezTo>
                  <a:cubicBezTo>
                    <a:pt x="450" y="588"/>
                    <a:pt x="449" y="588"/>
                    <a:pt x="448" y="587"/>
                  </a:cubicBezTo>
                  <a:cubicBezTo>
                    <a:pt x="448" y="587"/>
                    <a:pt x="447" y="586"/>
                    <a:pt x="447" y="586"/>
                  </a:cubicBezTo>
                  <a:cubicBezTo>
                    <a:pt x="446" y="586"/>
                    <a:pt x="445" y="586"/>
                    <a:pt x="445" y="586"/>
                  </a:cubicBezTo>
                  <a:cubicBezTo>
                    <a:pt x="444" y="587"/>
                    <a:pt x="442" y="588"/>
                    <a:pt x="442" y="590"/>
                  </a:cubicBezTo>
                  <a:cubicBezTo>
                    <a:pt x="441" y="590"/>
                    <a:pt x="442" y="591"/>
                    <a:pt x="443" y="592"/>
                  </a:cubicBezTo>
                  <a:cubicBezTo>
                    <a:pt x="443" y="593"/>
                    <a:pt x="445" y="594"/>
                    <a:pt x="445" y="595"/>
                  </a:cubicBezTo>
                  <a:cubicBezTo>
                    <a:pt x="446" y="595"/>
                    <a:pt x="448" y="595"/>
                    <a:pt x="448" y="595"/>
                  </a:cubicBezTo>
                  <a:cubicBezTo>
                    <a:pt x="449" y="596"/>
                    <a:pt x="450" y="597"/>
                    <a:pt x="450" y="598"/>
                  </a:cubicBezTo>
                  <a:cubicBezTo>
                    <a:pt x="450" y="599"/>
                    <a:pt x="449" y="601"/>
                    <a:pt x="449" y="601"/>
                  </a:cubicBezTo>
                  <a:cubicBezTo>
                    <a:pt x="448" y="602"/>
                    <a:pt x="445" y="602"/>
                    <a:pt x="444" y="603"/>
                  </a:cubicBezTo>
                  <a:cubicBezTo>
                    <a:pt x="444" y="603"/>
                    <a:pt x="443" y="605"/>
                    <a:pt x="442" y="606"/>
                  </a:cubicBezTo>
                  <a:cubicBezTo>
                    <a:pt x="441" y="606"/>
                    <a:pt x="440" y="607"/>
                    <a:pt x="439" y="607"/>
                  </a:cubicBezTo>
                  <a:cubicBezTo>
                    <a:pt x="439" y="607"/>
                    <a:pt x="438" y="608"/>
                    <a:pt x="437" y="608"/>
                  </a:cubicBezTo>
                  <a:cubicBezTo>
                    <a:pt x="436" y="609"/>
                    <a:pt x="435" y="609"/>
                    <a:pt x="434" y="609"/>
                  </a:cubicBezTo>
                  <a:cubicBezTo>
                    <a:pt x="433" y="609"/>
                    <a:pt x="432" y="609"/>
                    <a:pt x="431" y="609"/>
                  </a:cubicBezTo>
                  <a:cubicBezTo>
                    <a:pt x="429" y="610"/>
                    <a:pt x="427" y="610"/>
                    <a:pt x="426" y="609"/>
                  </a:cubicBezTo>
                  <a:cubicBezTo>
                    <a:pt x="425" y="609"/>
                    <a:pt x="424" y="608"/>
                    <a:pt x="423" y="608"/>
                  </a:cubicBezTo>
                  <a:cubicBezTo>
                    <a:pt x="422" y="608"/>
                    <a:pt x="420" y="609"/>
                    <a:pt x="419" y="609"/>
                  </a:cubicBezTo>
                  <a:cubicBezTo>
                    <a:pt x="418" y="610"/>
                    <a:pt x="416" y="611"/>
                    <a:pt x="416" y="612"/>
                  </a:cubicBezTo>
                  <a:cubicBezTo>
                    <a:pt x="415" y="612"/>
                    <a:pt x="415" y="614"/>
                    <a:pt x="415" y="615"/>
                  </a:cubicBezTo>
                  <a:cubicBezTo>
                    <a:pt x="416" y="616"/>
                    <a:pt x="417" y="617"/>
                    <a:pt x="417" y="618"/>
                  </a:cubicBezTo>
                  <a:cubicBezTo>
                    <a:pt x="417" y="619"/>
                    <a:pt x="417" y="621"/>
                    <a:pt x="417" y="622"/>
                  </a:cubicBezTo>
                  <a:cubicBezTo>
                    <a:pt x="417" y="623"/>
                    <a:pt x="416" y="625"/>
                    <a:pt x="416" y="625"/>
                  </a:cubicBezTo>
                  <a:cubicBezTo>
                    <a:pt x="415" y="625"/>
                    <a:pt x="413" y="623"/>
                    <a:pt x="412" y="622"/>
                  </a:cubicBezTo>
                  <a:cubicBezTo>
                    <a:pt x="412" y="621"/>
                    <a:pt x="411" y="619"/>
                    <a:pt x="410" y="618"/>
                  </a:cubicBezTo>
                  <a:cubicBezTo>
                    <a:pt x="409" y="618"/>
                    <a:pt x="407" y="617"/>
                    <a:pt x="406" y="618"/>
                  </a:cubicBezTo>
                  <a:cubicBezTo>
                    <a:pt x="405" y="618"/>
                    <a:pt x="403" y="619"/>
                    <a:pt x="403" y="620"/>
                  </a:cubicBezTo>
                  <a:cubicBezTo>
                    <a:pt x="402" y="620"/>
                    <a:pt x="400" y="622"/>
                    <a:pt x="400" y="623"/>
                  </a:cubicBezTo>
                  <a:cubicBezTo>
                    <a:pt x="400" y="623"/>
                    <a:pt x="400" y="625"/>
                    <a:pt x="400" y="625"/>
                  </a:cubicBezTo>
                  <a:cubicBezTo>
                    <a:pt x="401" y="626"/>
                    <a:pt x="404" y="626"/>
                    <a:pt x="405" y="626"/>
                  </a:cubicBezTo>
                  <a:cubicBezTo>
                    <a:pt x="406" y="626"/>
                    <a:pt x="408" y="626"/>
                    <a:pt x="409" y="626"/>
                  </a:cubicBezTo>
                  <a:cubicBezTo>
                    <a:pt x="410" y="626"/>
                    <a:pt x="412" y="627"/>
                    <a:pt x="412" y="627"/>
                  </a:cubicBezTo>
                  <a:cubicBezTo>
                    <a:pt x="413" y="628"/>
                    <a:pt x="415" y="631"/>
                    <a:pt x="415" y="632"/>
                  </a:cubicBezTo>
                  <a:cubicBezTo>
                    <a:pt x="416" y="633"/>
                    <a:pt x="416" y="634"/>
                    <a:pt x="416" y="635"/>
                  </a:cubicBezTo>
                  <a:cubicBezTo>
                    <a:pt x="417" y="636"/>
                    <a:pt x="418" y="638"/>
                    <a:pt x="419" y="639"/>
                  </a:cubicBezTo>
                  <a:cubicBezTo>
                    <a:pt x="420" y="640"/>
                    <a:pt x="421" y="641"/>
                    <a:pt x="421" y="642"/>
                  </a:cubicBezTo>
                  <a:cubicBezTo>
                    <a:pt x="422" y="642"/>
                    <a:pt x="424" y="644"/>
                    <a:pt x="425" y="644"/>
                  </a:cubicBezTo>
                  <a:cubicBezTo>
                    <a:pt x="426" y="645"/>
                    <a:pt x="427" y="647"/>
                    <a:pt x="427" y="648"/>
                  </a:cubicBezTo>
                  <a:cubicBezTo>
                    <a:pt x="427" y="649"/>
                    <a:pt x="427" y="651"/>
                    <a:pt x="427" y="652"/>
                  </a:cubicBezTo>
                  <a:cubicBezTo>
                    <a:pt x="426" y="653"/>
                    <a:pt x="425" y="653"/>
                    <a:pt x="425" y="654"/>
                  </a:cubicBezTo>
                  <a:cubicBezTo>
                    <a:pt x="424" y="655"/>
                    <a:pt x="423" y="657"/>
                    <a:pt x="424" y="659"/>
                  </a:cubicBezTo>
                  <a:cubicBezTo>
                    <a:pt x="424" y="659"/>
                    <a:pt x="420" y="657"/>
                    <a:pt x="419" y="656"/>
                  </a:cubicBezTo>
                  <a:cubicBezTo>
                    <a:pt x="418" y="655"/>
                    <a:pt x="416" y="654"/>
                    <a:pt x="415" y="653"/>
                  </a:cubicBezTo>
                  <a:cubicBezTo>
                    <a:pt x="414" y="652"/>
                    <a:pt x="411" y="651"/>
                    <a:pt x="409" y="650"/>
                  </a:cubicBezTo>
                  <a:cubicBezTo>
                    <a:pt x="407" y="649"/>
                    <a:pt x="402" y="647"/>
                    <a:pt x="400" y="646"/>
                  </a:cubicBezTo>
                  <a:cubicBezTo>
                    <a:pt x="398" y="645"/>
                    <a:pt x="394" y="644"/>
                    <a:pt x="392" y="644"/>
                  </a:cubicBezTo>
                  <a:cubicBezTo>
                    <a:pt x="390" y="643"/>
                    <a:pt x="384" y="642"/>
                    <a:pt x="381" y="642"/>
                  </a:cubicBezTo>
                  <a:cubicBezTo>
                    <a:pt x="379" y="642"/>
                    <a:pt x="376" y="642"/>
                    <a:pt x="374" y="641"/>
                  </a:cubicBezTo>
                  <a:cubicBezTo>
                    <a:pt x="370" y="641"/>
                    <a:pt x="363" y="638"/>
                    <a:pt x="360" y="637"/>
                  </a:cubicBezTo>
                  <a:cubicBezTo>
                    <a:pt x="357" y="635"/>
                    <a:pt x="351" y="632"/>
                    <a:pt x="348" y="630"/>
                  </a:cubicBezTo>
                  <a:cubicBezTo>
                    <a:pt x="346" y="630"/>
                    <a:pt x="343" y="628"/>
                    <a:pt x="342" y="627"/>
                  </a:cubicBezTo>
                  <a:cubicBezTo>
                    <a:pt x="341" y="626"/>
                    <a:pt x="338" y="624"/>
                    <a:pt x="336" y="623"/>
                  </a:cubicBezTo>
                  <a:cubicBezTo>
                    <a:pt x="335" y="622"/>
                    <a:pt x="330" y="621"/>
                    <a:pt x="328" y="620"/>
                  </a:cubicBezTo>
                  <a:cubicBezTo>
                    <a:pt x="326" y="619"/>
                    <a:pt x="321" y="616"/>
                    <a:pt x="318" y="615"/>
                  </a:cubicBezTo>
                  <a:cubicBezTo>
                    <a:pt x="316" y="615"/>
                    <a:pt x="310" y="615"/>
                    <a:pt x="308" y="616"/>
                  </a:cubicBezTo>
                  <a:cubicBezTo>
                    <a:pt x="306" y="616"/>
                    <a:pt x="302" y="619"/>
                    <a:pt x="300" y="620"/>
                  </a:cubicBezTo>
                  <a:cubicBezTo>
                    <a:pt x="299" y="622"/>
                    <a:pt x="297" y="625"/>
                    <a:pt x="296" y="627"/>
                  </a:cubicBezTo>
                  <a:cubicBezTo>
                    <a:pt x="295" y="628"/>
                    <a:pt x="294" y="631"/>
                    <a:pt x="293" y="632"/>
                  </a:cubicBezTo>
                  <a:cubicBezTo>
                    <a:pt x="292" y="634"/>
                    <a:pt x="291" y="638"/>
                    <a:pt x="290" y="640"/>
                  </a:cubicBezTo>
                  <a:cubicBezTo>
                    <a:pt x="289" y="642"/>
                    <a:pt x="286" y="645"/>
                    <a:pt x="285" y="646"/>
                  </a:cubicBezTo>
                  <a:cubicBezTo>
                    <a:pt x="283" y="648"/>
                    <a:pt x="279" y="652"/>
                    <a:pt x="277" y="653"/>
                  </a:cubicBezTo>
                  <a:cubicBezTo>
                    <a:pt x="276" y="654"/>
                    <a:pt x="273" y="657"/>
                    <a:pt x="271" y="657"/>
                  </a:cubicBezTo>
                  <a:cubicBezTo>
                    <a:pt x="270" y="657"/>
                    <a:pt x="268" y="655"/>
                    <a:pt x="267" y="654"/>
                  </a:cubicBezTo>
                  <a:cubicBezTo>
                    <a:pt x="266" y="653"/>
                    <a:pt x="262" y="651"/>
                    <a:pt x="261" y="649"/>
                  </a:cubicBezTo>
                  <a:cubicBezTo>
                    <a:pt x="260" y="648"/>
                    <a:pt x="259" y="644"/>
                    <a:pt x="258" y="642"/>
                  </a:cubicBezTo>
                  <a:cubicBezTo>
                    <a:pt x="256" y="640"/>
                    <a:pt x="253" y="638"/>
                    <a:pt x="252" y="637"/>
                  </a:cubicBezTo>
                  <a:cubicBezTo>
                    <a:pt x="250" y="636"/>
                    <a:pt x="246" y="636"/>
                    <a:pt x="245" y="635"/>
                  </a:cubicBezTo>
                  <a:cubicBezTo>
                    <a:pt x="243" y="634"/>
                    <a:pt x="241" y="631"/>
                    <a:pt x="240" y="630"/>
                  </a:cubicBezTo>
                  <a:cubicBezTo>
                    <a:pt x="239" y="629"/>
                    <a:pt x="235" y="628"/>
                    <a:pt x="233" y="627"/>
                  </a:cubicBezTo>
                  <a:cubicBezTo>
                    <a:pt x="232" y="626"/>
                    <a:pt x="230" y="623"/>
                    <a:pt x="228" y="621"/>
                  </a:cubicBezTo>
                  <a:cubicBezTo>
                    <a:pt x="227" y="620"/>
                    <a:pt x="224" y="618"/>
                    <a:pt x="222" y="617"/>
                  </a:cubicBezTo>
                  <a:cubicBezTo>
                    <a:pt x="220" y="616"/>
                    <a:pt x="216" y="617"/>
                    <a:pt x="213" y="616"/>
                  </a:cubicBezTo>
                  <a:cubicBezTo>
                    <a:pt x="213" y="616"/>
                    <a:pt x="211" y="615"/>
                    <a:pt x="211" y="615"/>
                  </a:cubicBezTo>
                  <a:cubicBezTo>
                    <a:pt x="210" y="614"/>
                    <a:pt x="210" y="612"/>
                    <a:pt x="209" y="612"/>
                  </a:cubicBezTo>
                  <a:cubicBezTo>
                    <a:pt x="208" y="611"/>
                    <a:pt x="205" y="609"/>
                    <a:pt x="203" y="608"/>
                  </a:cubicBezTo>
                  <a:cubicBezTo>
                    <a:pt x="202" y="608"/>
                    <a:pt x="199" y="608"/>
                    <a:pt x="198" y="607"/>
                  </a:cubicBezTo>
                  <a:cubicBezTo>
                    <a:pt x="196" y="606"/>
                    <a:pt x="192" y="604"/>
                    <a:pt x="191" y="602"/>
                  </a:cubicBezTo>
                  <a:cubicBezTo>
                    <a:pt x="189" y="600"/>
                    <a:pt x="188" y="595"/>
                    <a:pt x="186" y="593"/>
                  </a:cubicBezTo>
                  <a:cubicBezTo>
                    <a:pt x="186" y="592"/>
                    <a:pt x="185" y="589"/>
                    <a:pt x="184" y="588"/>
                  </a:cubicBezTo>
                  <a:cubicBezTo>
                    <a:pt x="182" y="587"/>
                    <a:pt x="178" y="588"/>
                    <a:pt x="176" y="587"/>
                  </a:cubicBezTo>
                  <a:cubicBezTo>
                    <a:pt x="175" y="587"/>
                    <a:pt x="173" y="587"/>
                    <a:pt x="172" y="587"/>
                  </a:cubicBezTo>
                  <a:cubicBezTo>
                    <a:pt x="171" y="586"/>
                    <a:pt x="169" y="584"/>
                    <a:pt x="167" y="583"/>
                  </a:cubicBezTo>
                  <a:cubicBezTo>
                    <a:pt x="165" y="582"/>
                    <a:pt x="160" y="580"/>
                    <a:pt x="158" y="579"/>
                  </a:cubicBezTo>
                  <a:cubicBezTo>
                    <a:pt x="155" y="578"/>
                    <a:pt x="149" y="575"/>
                    <a:pt x="147" y="574"/>
                  </a:cubicBezTo>
                  <a:cubicBezTo>
                    <a:pt x="144" y="572"/>
                    <a:pt x="139" y="567"/>
                    <a:pt x="137" y="565"/>
                  </a:cubicBezTo>
                  <a:cubicBezTo>
                    <a:pt x="134" y="562"/>
                    <a:pt x="128" y="555"/>
                    <a:pt x="126" y="552"/>
                  </a:cubicBezTo>
                  <a:cubicBezTo>
                    <a:pt x="123" y="548"/>
                    <a:pt x="117" y="540"/>
                    <a:pt x="114" y="537"/>
                  </a:cubicBezTo>
                  <a:cubicBezTo>
                    <a:pt x="111" y="533"/>
                    <a:pt x="106" y="527"/>
                    <a:pt x="103" y="524"/>
                  </a:cubicBezTo>
                  <a:cubicBezTo>
                    <a:pt x="101" y="522"/>
                    <a:pt x="98" y="519"/>
                    <a:pt x="96" y="518"/>
                  </a:cubicBezTo>
                  <a:cubicBezTo>
                    <a:pt x="94" y="517"/>
                    <a:pt x="89" y="515"/>
                    <a:pt x="87" y="515"/>
                  </a:cubicBezTo>
                  <a:cubicBezTo>
                    <a:pt x="84" y="514"/>
                    <a:pt x="78" y="515"/>
                    <a:pt x="75" y="514"/>
                  </a:cubicBezTo>
                  <a:cubicBezTo>
                    <a:pt x="70" y="512"/>
                    <a:pt x="63" y="507"/>
                    <a:pt x="59" y="504"/>
                  </a:cubicBezTo>
                  <a:cubicBezTo>
                    <a:pt x="56" y="503"/>
                    <a:pt x="52" y="498"/>
                    <a:pt x="49" y="496"/>
                  </a:cubicBezTo>
                  <a:cubicBezTo>
                    <a:pt x="47" y="494"/>
                    <a:pt x="41" y="489"/>
                    <a:pt x="38" y="487"/>
                  </a:cubicBezTo>
                  <a:cubicBezTo>
                    <a:pt x="37" y="486"/>
                    <a:pt x="35" y="484"/>
                    <a:pt x="34" y="483"/>
                  </a:cubicBezTo>
                  <a:cubicBezTo>
                    <a:pt x="32" y="481"/>
                    <a:pt x="28" y="479"/>
                    <a:pt x="27" y="478"/>
                  </a:cubicBezTo>
                  <a:cubicBezTo>
                    <a:pt x="25" y="476"/>
                    <a:pt x="20" y="473"/>
                    <a:pt x="18" y="472"/>
                  </a:cubicBezTo>
                  <a:cubicBezTo>
                    <a:pt x="17" y="471"/>
                    <a:pt x="16" y="470"/>
                    <a:pt x="15" y="470"/>
                  </a:cubicBezTo>
                  <a:cubicBezTo>
                    <a:pt x="14" y="469"/>
                    <a:pt x="10" y="470"/>
                    <a:pt x="8" y="470"/>
                  </a:cubicBezTo>
                  <a:cubicBezTo>
                    <a:pt x="7" y="469"/>
                    <a:pt x="5" y="469"/>
                    <a:pt x="5" y="468"/>
                  </a:cubicBezTo>
                  <a:cubicBezTo>
                    <a:pt x="4" y="466"/>
                    <a:pt x="4" y="463"/>
                    <a:pt x="4" y="461"/>
                  </a:cubicBezTo>
                  <a:cubicBezTo>
                    <a:pt x="4" y="460"/>
                    <a:pt x="4" y="458"/>
                    <a:pt x="4" y="456"/>
                  </a:cubicBezTo>
                  <a:cubicBezTo>
                    <a:pt x="3" y="455"/>
                    <a:pt x="3" y="453"/>
                    <a:pt x="2" y="451"/>
                  </a:cubicBezTo>
                  <a:cubicBezTo>
                    <a:pt x="2" y="450"/>
                    <a:pt x="1" y="447"/>
                    <a:pt x="1" y="445"/>
                  </a:cubicBezTo>
                  <a:cubicBezTo>
                    <a:pt x="1" y="444"/>
                    <a:pt x="0" y="441"/>
                    <a:pt x="1" y="440"/>
                  </a:cubicBezTo>
                  <a:cubicBezTo>
                    <a:pt x="1" y="439"/>
                    <a:pt x="3" y="437"/>
                    <a:pt x="4" y="436"/>
                  </a:cubicBezTo>
                  <a:cubicBezTo>
                    <a:pt x="6" y="434"/>
                    <a:pt x="8" y="432"/>
                    <a:pt x="9" y="431"/>
                  </a:cubicBezTo>
                  <a:cubicBezTo>
                    <a:pt x="11" y="429"/>
                    <a:pt x="13" y="426"/>
                    <a:pt x="15" y="424"/>
                  </a:cubicBezTo>
                  <a:cubicBezTo>
                    <a:pt x="16" y="422"/>
                    <a:pt x="18" y="420"/>
                    <a:pt x="18" y="418"/>
                  </a:cubicBezTo>
                  <a:cubicBezTo>
                    <a:pt x="20" y="415"/>
                    <a:pt x="23" y="408"/>
                    <a:pt x="24" y="405"/>
                  </a:cubicBezTo>
                  <a:cubicBezTo>
                    <a:pt x="25" y="403"/>
                    <a:pt x="27" y="399"/>
                    <a:pt x="27" y="397"/>
                  </a:cubicBezTo>
                  <a:cubicBezTo>
                    <a:pt x="28" y="395"/>
                    <a:pt x="30" y="390"/>
                    <a:pt x="31" y="388"/>
                  </a:cubicBezTo>
                  <a:cubicBezTo>
                    <a:pt x="33" y="385"/>
                    <a:pt x="36" y="381"/>
                    <a:pt x="37" y="379"/>
                  </a:cubicBezTo>
                  <a:cubicBezTo>
                    <a:pt x="39" y="376"/>
                    <a:pt x="42" y="372"/>
                    <a:pt x="44" y="370"/>
                  </a:cubicBezTo>
                  <a:cubicBezTo>
                    <a:pt x="46" y="368"/>
                    <a:pt x="51" y="366"/>
                    <a:pt x="52" y="364"/>
                  </a:cubicBezTo>
                  <a:cubicBezTo>
                    <a:pt x="54" y="362"/>
                    <a:pt x="57" y="358"/>
                    <a:pt x="59" y="356"/>
                  </a:cubicBezTo>
                  <a:cubicBezTo>
                    <a:pt x="60" y="354"/>
                    <a:pt x="61" y="351"/>
                    <a:pt x="62" y="349"/>
                  </a:cubicBezTo>
                  <a:cubicBezTo>
                    <a:pt x="63" y="347"/>
                    <a:pt x="65" y="343"/>
                    <a:pt x="66" y="341"/>
                  </a:cubicBezTo>
                  <a:cubicBezTo>
                    <a:pt x="67" y="338"/>
                    <a:pt x="66" y="331"/>
                    <a:pt x="66" y="328"/>
                  </a:cubicBezTo>
                  <a:cubicBezTo>
                    <a:pt x="66" y="325"/>
                    <a:pt x="65" y="319"/>
                    <a:pt x="64" y="316"/>
                  </a:cubicBezTo>
                  <a:cubicBezTo>
                    <a:pt x="63" y="314"/>
                    <a:pt x="62" y="310"/>
                    <a:pt x="61" y="308"/>
                  </a:cubicBezTo>
                  <a:cubicBezTo>
                    <a:pt x="60" y="306"/>
                    <a:pt x="57" y="302"/>
                    <a:pt x="56" y="300"/>
                  </a:cubicBezTo>
                  <a:cubicBezTo>
                    <a:pt x="55" y="299"/>
                    <a:pt x="54" y="297"/>
                    <a:pt x="53" y="296"/>
                  </a:cubicBezTo>
                  <a:cubicBezTo>
                    <a:pt x="52" y="294"/>
                    <a:pt x="50" y="292"/>
                    <a:pt x="49" y="291"/>
                  </a:cubicBezTo>
                  <a:cubicBezTo>
                    <a:pt x="49" y="290"/>
                    <a:pt x="48" y="288"/>
                    <a:pt x="48" y="287"/>
                  </a:cubicBezTo>
                  <a:cubicBezTo>
                    <a:pt x="48" y="285"/>
                    <a:pt x="48" y="283"/>
                    <a:pt x="48" y="281"/>
                  </a:cubicBezTo>
                  <a:cubicBezTo>
                    <a:pt x="48" y="280"/>
                    <a:pt x="50" y="279"/>
                    <a:pt x="50" y="278"/>
                  </a:cubicBezTo>
                  <a:cubicBezTo>
                    <a:pt x="51" y="276"/>
                    <a:pt x="52" y="273"/>
                    <a:pt x="53" y="271"/>
                  </a:cubicBezTo>
                  <a:cubicBezTo>
                    <a:pt x="54" y="270"/>
                    <a:pt x="55" y="269"/>
                    <a:pt x="56" y="268"/>
                  </a:cubicBezTo>
                  <a:cubicBezTo>
                    <a:pt x="57" y="268"/>
                    <a:pt x="60" y="267"/>
                    <a:pt x="61" y="266"/>
                  </a:cubicBezTo>
                  <a:cubicBezTo>
                    <a:pt x="62" y="266"/>
                    <a:pt x="64" y="264"/>
                    <a:pt x="65" y="263"/>
                  </a:cubicBezTo>
                  <a:cubicBezTo>
                    <a:pt x="66" y="262"/>
                    <a:pt x="68" y="258"/>
                    <a:pt x="69" y="257"/>
                  </a:cubicBezTo>
                  <a:cubicBezTo>
                    <a:pt x="70" y="254"/>
                    <a:pt x="73" y="250"/>
                    <a:pt x="74" y="248"/>
                  </a:cubicBezTo>
                  <a:cubicBezTo>
                    <a:pt x="75" y="246"/>
                    <a:pt x="77" y="242"/>
                    <a:pt x="78" y="240"/>
                  </a:cubicBezTo>
                  <a:cubicBezTo>
                    <a:pt x="78" y="237"/>
                    <a:pt x="79" y="231"/>
                    <a:pt x="80" y="229"/>
                  </a:cubicBezTo>
                  <a:cubicBezTo>
                    <a:pt x="80" y="226"/>
                    <a:pt x="81" y="221"/>
                    <a:pt x="82" y="219"/>
                  </a:cubicBezTo>
                  <a:cubicBezTo>
                    <a:pt x="82" y="217"/>
                    <a:pt x="82" y="212"/>
                    <a:pt x="83" y="210"/>
                  </a:cubicBezTo>
                  <a:cubicBezTo>
                    <a:pt x="84" y="208"/>
                    <a:pt x="87" y="205"/>
                    <a:pt x="88" y="203"/>
                  </a:cubicBezTo>
                  <a:cubicBezTo>
                    <a:pt x="89" y="201"/>
                    <a:pt x="93" y="197"/>
                    <a:pt x="95" y="196"/>
                  </a:cubicBezTo>
                  <a:cubicBezTo>
                    <a:pt x="97" y="194"/>
                    <a:pt x="103" y="192"/>
                    <a:pt x="105" y="190"/>
                  </a:cubicBezTo>
                  <a:cubicBezTo>
                    <a:pt x="106" y="189"/>
                    <a:pt x="109" y="186"/>
                    <a:pt x="110" y="185"/>
                  </a:cubicBezTo>
                  <a:cubicBezTo>
                    <a:pt x="111" y="184"/>
                    <a:pt x="112" y="181"/>
                    <a:pt x="113" y="180"/>
                  </a:cubicBezTo>
                  <a:cubicBezTo>
                    <a:pt x="114" y="178"/>
                    <a:pt x="114" y="175"/>
                    <a:pt x="115" y="174"/>
                  </a:cubicBezTo>
                  <a:cubicBezTo>
                    <a:pt x="116" y="172"/>
                    <a:pt x="119" y="169"/>
                    <a:pt x="121" y="168"/>
                  </a:cubicBezTo>
                  <a:cubicBezTo>
                    <a:pt x="122" y="168"/>
                    <a:pt x="124" y="168"/>
                    <a:pt x="125" y="168"/>
                  </a:cubicBezTo>
                  <a:cubicBezTo>
                    <a:pt x="127" y="169"/>
                    <a:pt x="130" y="170"/>
                    <a:pt x="131" y="171"/>
                  </a:cubicBezTo>
                  <a:cubicBezTo>
                    <a:pt x="133" y="172"/>
                    <a:pt x="137" y="175"/>
                    <a:pt x="139" y="177"/>
                  </a:cubicBezTo>
                  <a:cubicBezTo>
                    <a:pt x="141" y="178"/>
                    <a:pt x="143" y="183"/>
                    <a:pt x="145" y="184"/>
                  </a:cubicBezTo>
                  <a:cubicBezTo>
                    <a:pt x="146" y="186"/>
                    <a:pt x="149" y="187"/>
                    <a:pt x="150" y="188"/>
                  </a:cubicBezTo>
                  <a:cubicBezTo>
                    <a:pt x="151" y="189"/>
                    <a:pt x="154" y="191"/>
                    <a:pt x="156" y="191"/>
                  </a:cubicBezTo>
                  <a:cubicBezTo>
                    <a:pt x="157" y="191"/>
                    <a:pt x="159" y="189"/>
                    <a:pt x="160" y="188"/>
                  </a:cubicBezTo>
                  <a:cubicBezTo>
                    <a:pt x="161" y="187"/>
                    <a:pt x="162" y="184"/>
                    <a:pt x="163" y="183"/>
                  </a:cubicBezTo>
                  <a:cubicBezTo>
                    <a:pt x="164" y="180"/>
                    <a:pt x="166" y="176"/>
                    <a:pt x="167" y="174"/>
                  </a:cubicBezTo>
                  <a:cubicBezTo>
                    <a:pt x="168" y="171"/>
                    <a:pt x="169" y="165"/>
                    <a:pt x="170" y="162"/>
                  </a:cubicBezTo>
                  <a:cubicBezTo>
                    <a:pt x="171" y="159"/>
                    <a:pt x="173" y="154"/>
                    <a:pt x="173" y="151"/>
                  </a:cubicBezTo>
                  <a:cubicBezTo>
                    <a:pt x="174" y="148"/>
                    <a:pt x="171" y="141"/>
                    <a:pt x="171" y="138"/>
                  </a:cubicBezTo>
                  <a:cubicBezTo>
                    <a:pt x="170" y="135"/>
                    <a:pt x="170" y="129"/>
                    <a:pt x="170" y="125"/>
                  </a:cubicBezTo>
                  <a:cubicBezTo>
                    <a:pt x="170" y="121"/>
                    <a:pt x="169" y="111"/>
                    <a:pt x="169" y="106"/>
                  </a:cubicBezTo>
                  <a:cubicBezTo>
                    <a:pt x="169" y="103"/>
                    <a:pt x="168" y="97"/>
                    <a:pt x="169" y="95"/>
                  </a:cubicBezTo>
                  <a:cubicBezTo>
                    <a:pt x="170" y="93"/>
                    <a:pt x="174" y="90"/>
                    <a:pt x="176" y="89"/>
                  </a:cubicBezTo>
                  <a:cubicBezTo>
                    <a:pt x="178" y="89"/>
                    <a:pt x="181" y="88"/>
                    <a:pt x="183" y="88"/>
                  </a:cubicBezTo>
                  <a:cubicBezTo>
                    <a:pt x="185" y="88"/>
                    <a:pt x="188" y="88"/>
                    <a:pt x="189" y="89"/>
                  </a:cubicBezTo>
                  <a:cubicBezTo>
                    <a:pt x="191" y="89"/>
                    <a:pt x="193" y="92"/>
                    <a:pt x="195" y="93"/>
                  </a:cubicBezTo>
                  <a:cubicBezTo>
                    <a:pt x="196" y="94"/>
                    <a:pt x="200" y="96"/>
                    <a:pt x="201" y="96"/>
                  </a:cubicBezTo>
                  <a:cubicBezTo>
                    <a:pt x="203" y="97"/>
                    <a:pt x="206" y="97"/>
                    <a:pt x="208" y="97"/>
                  </a:cubicBezTo>
                  <a:cubicBezTo>
                    <a:pt x="210" y="97"/>
                    <a:pt x="213" y="96"/>
                    <a:pt x="215" y="95"/>
                  </a:cubicBezTo>
                  <a:cubicBezTo>
                    <a:pt x="217" y="95"/>
                    <a:pt x="221" y="94"/>
                    <a:pt x="223" y="94"/>
                  </a:cubicBezTo>
                  <a:cubicBezTo>
                    <a:pt x="224" y="94"/>
                    <a:pt x="227" y="95"/>
                    <a:pt x="228" y="96"/>
                  </a:cubicBezTo>
                  <a:cubicBezTo>
                    <a:pt x="229" y="97"/>
                    <a:pt x="231" y="99"/>
                    <a:pt x="232" y="100"/>
                  </a:cubicBezTo>
                  <a:cubicBezTo>
                    <a:pt x="233" y="101"/>
                    <a:pt x="236" y="103"/>
                    <a:pt x="237" y="104"/>
                  </a:cubicBezTo>
                  <a:cubicBezTo>
                    <a:pt x="239" y="105"/>
                    <a:pt x="242" y="106"/>
                    <a:pt x="244" y="106"/>
                  </a:cubicBezTo>
                  <a:cubicBezTo>
                    <a:pt x="246" y="107"/>
                    <a:pt x="248" y="107"/>
                    <a:pt x="250" y="108"/>
                  </a:cubicBezTo>
                  <a:cubicBezTo>
                    <a:pt x="252" y="109"/>
                    <a:pt x="257" y="111"/>
                    <a:pt x="259" y="111"/>
                  </a:cubicBezTo>
                  <a:cubicBezTo>
                    <a:pt x="261" y="112"/>
                    <a:pt x="265" y="111"/>
                    <a:pt x="267" y="112"/>
                  </a:cubicBezTo>
                  <a:cubicBezTo>
                    <a:pt x="268" y="112"/>
                    <a:pt x="271" y="114"/>
                    <a:pt x="273" y="115"/>
                  </a:cubicBezTo>
                  <a:cubicBezTo>
                    <a:pt x="274" y="116"/>
                    <a:pt x="277" y="120"/>
                    <a:pt x="279" y="121"/>
                  </a:cubicBezTo>
                  <a:cubicBezTo>
                    <a:pt x="280" y="121"/>
                    <a:pt x="283" y="122"/>
                    <a:pt x="284" y="122"/>
                  </a:cubicBezTo>
                  <a:cubicBezTo>
                    <a:pt x="285" y="122"/>
                    <a:pt x="287" y="119"/>
                    <a:pt x="287" y="119"/>
                  </a:cubicBezTo>
                  <a:cubicBezTo>
                    <a:pt x="288" y="118"/>
                    <a:pt x="289" y="115"/>
                    <a:pt x="289" y="114"/>
                  </a:cubicBezTo>
                  <a:cubicBezTo>
                    <a:pt x="290" y="113"/>
                    <a:pt x="291" y="110"/>
                    <a:pt x="292" y="109"/>
                  </a:cubicBezTo>
                  <a:cubicBezTo>
                    <a:pt x="293" y="108"/>
                    <a:pt x="296" y="105"/>
                    <a:pt x="296" y="104"/>
                  </a:cubicBezTo>
                  <a:cubicBezTo>
                    <a:pt x="297" y="102"/>
                    <a:pt x="297" y="99"/>
                    <a:pt x="296" y="98"/>
                  </a:cubicBezTo>
                  <a:cubicBezTo>
                    <a:pt x="296" y="97"/>
                    <a:pt x="294" y="95"/>
                    <a:pt x="293" y="94"/>
                  </a:cubicBezTo>
                  <a:cubicBezTo>
                    <a:pt x="291" y="94"/>
                    <a:pt x="289" y="93"/>
                    <a:pt x="288" y="93"/>
                  </a:cubicBezTo>
                  <a:cubicBezTo>
                    <a:pt x="287" y="92"/>
                    <a:pt x="286" y="90"/>
                    <a:pt x="286" y="89"/>
                  </a:cubicBezTo>
                  <a:cubicBezTo>
                    <a:pt x="285" y="89"/>
                    <a:pt x="284" y="87"/>
                    <a:pt x="285" y="86"/>
                  </a:cubicBezTo>
                  <a:cubicBezTo>
                    <a:pt x="285" y="84"/>
                    <a:pt x="288" y="82"/>
                    <a:pt x="289" y="81"/>
                  </a:cubicBezTo>
                  <a:cubicBezTo>
                    <a:pt x="290" y="80"/>
                    <a:pt x="292" y="77"/>
                    <a:pt x="293" y="75"/>
                  </a:cubicBezTo>
                  <a:cubicBezTo>
                    <a:pt x="294" y="73"/>
                    <a:pt x="296" y="68"/>
                    <a:pt x="297" y="66"/>
                  </a:cubicBezTo>
                  <a:cubicBezTo>
                    <a:pt x="298" y="64"/>
                    <a:pt x="299" y="60"/>
                    <a:pt x="300" y="59"/>
                  </a:cubicBezTo>
                  <a:cubicBezTo>
                    <a:pt x="301" y="56"/>
                    <a:pt x="303" y="51"/>
                    <a:pt x="304" y="48"/>
                  </a:cubicBezTo>
                  <a:cubicBezTo>
                    <a:pt x="304" y="44"/>
                    <a:pt x="302" y="36"/>
                    <a:pt x="303" y="33"/>
                  </a:cubicBezTo>
                  <a:cubicBezTo>
                    <a:pt x="303" y="31"/>
                    <a:pt x="304" y="28"/>
                    <a:pt x="304" y="27"/>
                  </a:cubicBezTo>
                  <a:cubicBezTo>
                    <a:pt x="303" y="25"/>
                    <a:pt x="300" y="21"/>
                    <a:pt x="299" y="20"/>
                  </a:cubicBezTo>
                  <a:cubicBezTo>
                    <a:pt x="298" y="19"/>
                    <a:pt x="296" y="17"/>
                    <a:pt x="295" y="17"/>
                  </a:cubicBezTo>
                  <a:cubicBezTo>
                    <a:pt x="294" y="16"/>
                    <a:pt x="292" y="17"/>
                    <a:pt x="292" y="16"/>
                  </a:cubicBezTo>
                  <a:cubicBezTo>
                    <a:pt x="290" y="16"/>
                    <a:pt x="289" y="14"/>
                    <a:pt x="288" y="13"/>
                  </a:cubicBezTo>
                  <a:cubicBezTo>
                    <a:pt x="287" y="11"/>
                    <a:pt x="286" y="8"/>
                    <a:pt x="286" y="7"/>
                  </a:cubicBezTo>
                  <a:cubicBezTo>
                    <a:pt x="286" y="6"/>
                    <a:pt x="285" y="4"/>
                    <a:pt x="286" y="4"/>
                  </a:cubicBezTo>
                  <a:cubicBezTo>
                    <a:pt x="286" y="3"/>
                    <a:pt x="289" y="3"/>
                    <a:pt x="290" y="3"/>
                  </a:cubicBezTo>
                  <a:cubicBezTo>
                    <a:pt x="292" y="3"/>
                    <a:pt x="295" y="3"/>
                    <a:pt x="296" y="3"/>
                  </a:cubicBezTo>
                  <a:cubicBezTo>
                    <a:pt x="298" y="3"/>
                    <a:pt x="300" y="3"/>
                    <a:pt x="302" y="3"/>
                  </a:cubicBezTo>
                  <a:cubicBezTo>
                    <a:pt x="304" y="3"/>
                    <a:pt x="308" y="0"/>
                    <a:pt x="310" y="0"/>
                  </a:cubicBezTo>
                  <a:cubicBezTo>
                    <a:pt x="312" y="0"/>
                    <a:pt x="315" y="0"/>
                    <a:pt x="317" y="0"/>
                  </a:cubicBezTo>
                  <a:cubicBezTo>
                    <a:pt x="318" y="0"/>
                    <a:pt x="321" y="0"/>
                    <a:pt x="323" y="0"/>
                  </a:cubicBezTo>
                  <a:cubicBezTo>
                    <a:pt x="324" y="1"/>
                    <a:pt x="325" y="2"/>
                    <a:pt x="326" y="3"/>
                  </a:cubicBezTo>
                  <a:cubicBezTo>
                    <a:pt x="327" y="4"/>
                    <a:pt x="331" y="4"/>
                    <a:pt x="332" y="5"/>
                  </a:cubicBezTo>
                  <a:cubicBezTo>
                    <a:pt x="333" y="6"/>
                    <a:pt x="335" y="8"/>
                    <a:pt x="335" y="9"/>
                  </a:cubicBezTo>
                  <a:cubicBezTo>
                    <a:pt x="336" y="10"/>
                    <a:pt x="336" y="14"/>
                    <a:pt x="335" y="15"/>
                  </a:cubicBezTo>
                  <a:cubicBezTo>
                    <a:pt x="335" y="16"/>
                    <a:pt x="334" y="18"/>
                    <a:pt x="334" y="19"/>
                  </a:cubicBezTo>
                  <a:cubicBezTo>
                    <a:pt x="334" y="20"/>
                    <a:pt x="334" y="23"/>
                    <a:pt x="334" y="24"/>
                  </a:cubicBezTo>
                  <a:cubicBezTo>
                    <a:pt x="334" y="25"/>
                    <a:pt x="335" y="27"/>
                    <a:pt x="335" y="28"/>
                  </a:cubicBezTo>
                  <a:cubicBezTo>
                    <a:pt x="336" y="29"/>
                    <a:pt x="339" y="29"/>
                    <a:pt x="340" y="29"/>
                  </a:cubicBezTo>
                  <a:cubicBezTo>
                    <a:pt x="341" y="30"/>
                    <a:pt x="343" y="31"/>
                    <a:pt x="344" y="31"/>
                  </a:cubicBezTo>
                  <a:cubicBezTo>
                    <a:pt x="346" y="32"/>
                    <a:pt x="349" y="34"/>
                    <a:pt x="350" y="36"/>
                  </a:cubicBezTo>
                  <a:cubicBezTo>
                    <a:pt x="351" y="37"/>
                    <a:pt x="354" y="40"/>
                    <a:pt x="355" y="41"/>
                  </a:cubicBezTo>
                  <a:cubicBezTo>
                    <a:pt x="356" y="42"/>
                    <a:pt x="359" y="44"/>
                    <a:pt x="360" y="45"/>
                  </a:cubicBezTo>
                  <a:cubicBezTo>
                    <a:pt x="361" y="46"/>
                    <a:pt x="362" y="49"/>
                    <a:pt x="363" y="49"/>
                  </a:cubicBezTo>
                  <a:cubicBezTo>
                    <a:pt x="363" y="50"/>
                    <a:pt x="365" y="50"/>
                    <a:pt x="365" y="50"/>
                  </a:cubicBezTo>
                  <a:cubicBezTo>
                    <a:pt x="366" y="51"/>
                    <a:pt x="368" y="52"/>
                    <a:pt x="368" y="53"/>
                  </a:cubicBezTo>
                  <a:cubicBezTo>
                    <a:pt x="369" y="54"/>
                    <a:pt x="370" y="58"/>
                    <a:pt x="372" y="59"/>
                  </a:cubicBezTo>
                  <a:cubicBezTo>
                    <a:pt x="372" y="60"/>
                    <a:pt x="375" y="61"/>
                    <a:pt x="376" y="62"/>
                  </a:cubicBezTo>
                  <a:cubicBezTo>
                    <a:pt x="378" y="62"/>
                    <a:pt x="381" y="64"/>
                    <a:pt x="382" y="65"/>
                  </a:cubicBezTo>
                  <a:cubicBezTo>
                    <a:pt x="383" y="65"/>
                    <a:pt x="385" y="67"/>
                    <a:pt x="386" y="68"/>
                  </a:cubicBezTo>
                  <a:cubicBezTo>
                    <a:pt x="387" y="69"/>
                    <a:pt x="389" y="72"/>
                    <a:pt x="390" y="74"/>
                  </a:cubicBezTo>
                  <a:cubicBezTo>
                    <a:pt x="391" y="75"/>
                    <a:pt x="393" y="76"/>
                    <a:pt x="394" y="77"/>
                  </a:cubicBezTo>
                  <a:cubicBezTo>
                    <a:pt x="395" y="78"/>
                    <a:pt x="398" y="78"/>
                    <a:pt x="400" y="78"/>
                  </a:cubicBezTo>
                  <a:cubicBezTo>
                    <a:pt x="402" y="79"/>
                    <a:pt x="404" y="82"/>
                    <a:pt x="405" y="83"/>
                  </a:cubicBezTo>
                  <a:cubicBezTo>
                    <a:pt x="406" y="84"/>
                    <a:pt x="407" y="86"/>
                    <a:pt x="408" y="86"/>
                  </a:cubicBezTo>
                  <a:cubicBezTo>
                    <a:pt x="408" y="87"/>
                    <a:pt x="410" y="90"/>
                    <a:pt x="411" y="90"/>
                  </a:cubicBezTo>
                  <a:cubicBezTo>
                    <a:pt x="412" y="91"/>
                    <a:pt x="415" y="91"/>
                    <a:pt x="416" y="91"/>
                  </a:cubicBezTo>
                  <a:cubicBezTo>
                    <a:pt x="418" y="91"/>
                    <a:pt x="420" y="91"/>
                    <a:pt x="421" y="90"/>
                  </a:cubicBezTo>
                  <a:cubicBezTo>
                    <a:pt x="423" y="90"/>
                    <a:pt x="425" y="90"/>
                    <a:pt x="426" y="90"/>
                  </a:cubicBezTo>
                  <a:cubicBezTo>
                    <a:pt x="427" y="90"/>
                    <a:pt x="429" y="91"/>
                    <a:pt x="430" y="92"/>
                  </a:cubicBezTo>
                  <a:cubicBezTo>
                    <a:pt x="431" y="92"/>
                    <a:pt x="432" y="94"/>
                    <a:pt x="433" y="95"/>
                  </a:cubicBezTo>
                  <a:cubicBezTo>
                    <a:pt x="434" y="95"/>
                    <a:pt x="437" y="95"/>
                    <a:pt x="438" y="95"/>
                  </a:cubicBezTo>
                  <a:cubicBezTo>
                    <a:pt x="439" y="95"/>
                    <a:pt x="442" y="94"/>
                    <a:pt x="443" y="94"/>
                  </a:cubicBezTo>
                  <a:cubicBezTo>
                    <a:pt x="444" y="94"/>
                    <a:pt x="447" y="95"/>
                    <a:pt x="448" y="96"/>
                  </a:cubicBezTo>
                  <a:cubicBezTo>
                    <a:pt x="449" y="97"/>
                    <a:pt x="451" y="98"/>
                    <a:pt x="452" y="99"/>
                  </a:cubicBezTo>
                  <a:cubicBezTo>
                    <a:pt x="452" y="99"/>
                    <a:pt x="454" y="100"/>
                    <a:pt x="455" y="101"/>
                  </a:cubicBezTo>
                  <a:cubicBezTo>
                    <a:pt x="456" y="101"/>
                    <a:pt x="458" y="101"/>
                    <a:pt x="459" y="101"/>
                  </a:cubicBezTo>
                  <a:cubicBezTo>
                    <a:pt x="460" y="102"/>
                    <a:pt x="462" y="106"/>
                    <a:pt x="464" y="107"/>
                  </a:cubicBezTo>
                  <a:cubicBezTo>
                    <a:pt x="465" y="108"/>
                    <a:pt x="468" y="109"/>
                    <a:pt x="469" y="110"/>
                  </a:cubicBezTo>
                  <a:cubicBezTo>
                    <a:pt x="470" y="110"/>
                    <a:pt x="472" y="111"/>
                    <a:pt x="473" y="112"/>
                  </a:cubicBezTo>
                  <a:cubicBezTo>
                    <a:pt x="474" y="113"/>
                    <a:pt x="475" y="116"/>
                    <a:pt x="475" y="117"/>
                  </a:cubicBezTo>
                  <a:cubicBezTo>
                    <a:pt x="476" y="118"/>
                    <a:pt x="477" y="121"/>
                    <a:pt x="478" y="122"/>
                  </a:cubicBezTo>
                  <a:cubicBezTo>
                    <a:pt x="479" y="123"/>
                    <a:pt x="481" y="126"/>
                    <a:pt x="482" y="127"/>
                  </a:cubicBezTo>
                  <a:cubicBezTo>
                    <a:pt x="482" y="128"/>
                    <a:pt x="483" y="130"/>
                    <a:pt x="483" y="131"/>
                  </a:cubicBezTo>
                  <a:cubicBezTo>
                    <a:pt x="483" y="132"/>
                    <a:pt x="482" y="136"/>
                    <a:pt x="483" y="138"/>
                  </a:cubicBezTo>
                  <a:cubicBezTo>
                    <a:pt x="484" y="139"/>
                    <a:pt x="486" y="141"/>
                    <a:pt x="487" y="141"/>
                  </a:cubicBezTo>
                  <a:cubicBezTo>
                    <a:pt x="488" y="141"/>
                    <a:pt x="490" y="141"/>
                    <a:pt x="491" y="141"/>
                  </a:cubicBezTo>
                  <a:cubicBezTo>
                    <a:pt x="491" y="141"/>
                    <a:pt x="493" y="142"/>
                    <a:pt x="494" y="143"/>
                  </a:cubicBezTo>
                  <a:cubicBezTo>
                    <a:pt x="495" y="144"/>
                    <a:pt x="496" y="147"/>
                    <a:pt x="497" y="149"/>
                  </a:cubicBezTo>
                  <a:cubicBezTo>
                    <a:pt x="498" y="150"/>
                    <a:pt x="500" y="153"/>
                    <a:pt x="501" y="154"/>
                  </a:cubicBezTo>
                  <a:cubicBezTo>
                    <a:pt x="502" y="156"/>
                    <a:pt x="505" y="159"/>
                    <a:pt x="507" y="161"/>
                  </a:cubicBezTo>
                  <a:cubicBezTo>
                    <a:pt x="508" y="162"/>
                    <a:pt x="513" y="163"/>
                    <a:pt x="514" y="164"/>
                  </a:cubicBezTo>
                  <a:cubicBezTo>
                    <a:pt x="515" y="165"/>
                    <a:pt x="517" y="167"/>
                    <a:pt x="517" y="168"/>
                  </a:cubicBezTo>
                  <a:cubicBezTo>
                    <a:pt x="518" y="170"/>
                    <a:pt x="519" y="174"/>
                    <a:pt x="518" y="175"/>
                  </a:cubicBezTo>
                  <a:cubicBezTo>
                    <a:pt x="517" y="176"/>
                    <a:pt x="515" y="176"/>
                    <a:pt x="514" y="177"/>
                  </a:cubicBezTo>
                  <a:cubicBezTo>
                    <a:pt x="513" y="178"/>
                    <a:pt x="510" y="180"/>
                    <a:pt x="509" y="182"/>
                  </a:cubicBezTo>
                  <a:cubicBezTo>
                    <a:pt x="509" y="184"/>
                    <a:pt x="509" y="187"/>
                    <a:pt x="509" y="189"/>
                  </a:cubicBezTo>
                  <a:cubicBezTo>
                    <a:pt x="509" y="191"/>
                    <a:pt x="509" y="194"/>
                    <a:pt x="510" y="195"/>
                  </a:cubicBezTo>
                  <a:cubicBezTo>
                    <a:pt x="510" y="198"/>
                    <a:pt x="509" y="202"/>
                    <a:pt x="510" y="204"/>
                  </a:cubicBezTo>
                  <a:cubicBezTo>
                    <a:pt x="510" y="206"/>
                    <a:pt x="511" y="210"/>
                    <a:pt x="511" y="212"/>
                  </a:cubicBezTo>
                  <a:cubicBezTo>
                    <a:pt x="512" y="214"/>
                    <a:pt x="514" y="217"/>
                    <a:pt x="515" y="219"/>
                  </a:cubicBezTo>
                  <a:cubicBezTo>
                    <a:pt x="515" y="221"/>
                    <a:pt x="518" y="223"/>
                    <a:pt x="518" y="224"/>
                  </a:cubicBezTo>
                  <a:cubicBezTo>
                    <a:pt x="519" y="226"/>
                    <a:pt x="519" y="229"/>
                    <a:pt x="519" y="230"/>
                  </a:cubicBezTo>
                  <a:cubicBezTo>
                    <a:pt x="518" y="232"/>
                    <a:pt x="516" y="233"/>
                    <a:pt x="515" y="235"/>
                  </a:cubicBezTo>
                  <a:cubicBezTo>
                    <a:pt x="514" y="237"/>
                    <a:pt x="514" y="241"/>
                    <a:pt x="514" y="243"/>
                  </a:cubicBezTo>
                  <a:cubicBezTo>
                    <a:pt x="514" y="244"/>
                    <a:pt x="513" y="247"/>
                    <a:pt x="514" y="249"/>
                  </a:cubicBezTo>
                  <a:cubicBezTo>
                    <a:pt x="514" y="250"/>
                    <a:pt x="516" y="252"/>
                    <a:pt x="517" y="252"/>
                  </a:cubicBezTo>
                  <a:cubicBezTo>
                    <a:pt x="518" y="253"/>
                    <a:pt x="520" y="254"/>
                    <a:pt x="521" y="254"/>
                  </a:cubicBezTo>
                  <a:cubicBezTo>
                    <a:pt x="523" y="254"/>
                    <a:pt x="525" y="252"/>
                    <a:pt x="526" y="252"/>
                  </a:cubicBezTo>
                  <a:cubicBezTo>
                    <a:pt x="528" y="253"/>
                    <a:pt x="531" y="254"/>
                    <a:pt x="532" y="255"/>
                  </a:cubicBezTo>
                  <a:cubicBezTo>
                    <a:pt x="532" y="255"/>
                    <a:pt x="533" y="258"/>
                    <a:pt x="534" y="259"/>
                  </a:cubicBezTo>
                  <a:cubicBezTo>
                    <a:pt x="534" y="260"/>
                    <a:pt x="534" y="263"/>
                    <a:pt x="535" y="264"/>
                  </a:cubicBezTo>
                  <a:cubicBezTo>
                    <a:pt x="535" y="265"/>
                    <a:pt x="537" y="266"/>
                    <a:pt x="538" y="267"/>
                  </a:cubicBezTo>
                  <a:cubicBezTo>
                    <a:pt x="538" y="268"/>
                    <a:pt x="540" y="270"/>
                    <a:pt x="541" y="271"/>
                  </a:cubicBezTo>
                  <a:cubicBezTo>
                    <a:pt x="541" y="272"/>
                    <a:pt x="541" y="275"/>
                    <a:pt x="540" y="276"/>
                  </a:cubicBezTo>
                  <a:cubicBezTo>
                    <a:pt x="539" y="277"/>
                    <a:pt x="536" y="277"/>
                    <a:pt x="535" y="278"/>
                  </a:cubicBezTo>
                  <a:cubicBezTo>
                    <a:pt x="534" y="279"/>
                    <a:pt x="531" y="280"/>
                    <a:pt x="531" y="281"/>
                  </a:cubicBezTo>
                  <a:cubicBezTo>
                    <a:pt x="529" y="283"/>
                    <a:pt x="529" y="287"/>
                    <a:pt x="529" y="289"/>
                  </a:cubicBezTo>
                  <a:cubicBezTo>
                    <a:pt x="528" y="290"/>
                    <a:pt x="527" y="294"/>
                    <a:pt x="527" y="296"/>
                  </a:cubicBezTo>
                  <a:cubicBezTo>
                    <a:pt x="527" y="298"/>
                    <a:pt x="528" y="301"/>
                    <a:pt x="528" y="303"/>
                  </a:cubicBezTo>
                  <a:cubicBezTo>
                    <a:pt x="529" y="305"/>
                    <a:pt x="530" y="308"/>
                    <a:pt x="531" y="310"/>
                  </a:cubicBezTo>
                  <a:cubicBezTo>
                    <a:pt x="531" y="311"/>
                    <a:pt x="532" y="314"/>
                    <a:pt x="532" y="316"/>
                  </a:cubicBezTo>
                  <a:cubicBezTo>
                    <a:pt x="533" y="318"/>
                    <a:pt x="535" y="322"/>
                    <a:pt x="536" y="324"/>
                  </a:cubicBezTo>
                  <a:cubicBezTo>
                    <a:pt x="537" y="326"/>
                    <a:pt x="540" y="329"/>
                    <a:pt x="542" y="331"/>
                  </a:cubicBezTo>
                  <a:cubicBezTo>
                    <a:pt x="543" y="333"/>
                    <a:pt x="547" y="338"/>
                    <a:pt x="549" y="340"/>
                  </a:cubicBezTo>
                  <a:cubicBezTo>
                    <a:pt x="551" y="343"/>
                    <a:pt x="555" y="347"/>
                    <a:pt x="556" y="350"/>
                  </a:cubicBezTo>
                  <a:cubicBezTo>
                    <a:pt x="557" y="351"/>
                    <a:pt x="558" y="354"/>
                    <a:pt x="559" y="355"/>
                  </a:cubicBezTo>
                  <a:cubicBezTo>
                    <a:pt x="559" y="356"/>
                    <a:pt x="558" y="359"/>
                    <a:pt x="558" y="360"/>
                  </a:cubicBezTo>
                  <a:cubicBezTo>
                    <a:pt x="558" y="361"/>
                    <a:pt x="557" y="363"/>
                    <a:pt x="557" y="364"/>
                  </a:cubicBezTo>
                  <a:cubicBezTo>
                    <a:pt x="556" y="365"/>
                    <a:pt x="554" y="366"/>
                    <a:pt x="554" y="367"/>
                  </a:cubicBezTo>
                  <a:cubicBezTo>
                    <a:pt x="554" y="368"/>
                    <a:pt x="554" y="371"/>
                    <a:pt x="554" y="373"/>
                  </a:cubicBezTo>
                  <a:cubicBezTo>
                    <a:pt x="554" y="374"/>
                    <a:pt x="556" y="375"/>
                    <a:pt x="556" y="376"/>
                  </a:cubicBezTo>
                  <a:cubicBezTo>
                    <a:pt x="556" y="377"/>
                    <a:pt x="557" y="380"/>
                    <a:pt x="557" y="382"/>
                  </a:cubicBezTo>
                  <a:cubicBezTo>
                    <a:pt x="557" y="385"/>
                    <a:pt x="557" y="390"/>
                    <a:pt x="557" y="393"/>
                  </a:cubicBezTo>
                  <a:cubicBezTo>
                    <a:pt x="556" y="396"/>
                    <a:pt x="555" y="401"/>
                    <a:pt x="554" y="404"/>
                  </a:cubicBezTo>
                  <a:cubicBezTo>
                    <a:pt x="553" y="405"/>
                    <a:pt x="550" y="407"/>
                    <a:pt x="549" y="409"/>
                  </a:cubicBezTo>
                  <a:cubicBezTo>
                    <a:pt x="548" y="410"/>
                    <a:pt x="546" y="413"/>
                    <a:pt x="545" y="414"/>
                  </a:cubicBezTo>
                  <a:cubicBezTo>
                    <a:pt x="545" y="416"/>
                    <a:pt x="542" y="418"/>
                    <a:pt x="542" y="420"/>
                  </a:cubicBezTo>
                  <a:cubicBezTo>
                    <a:pt x="542" y="421"/>
                    <a:pt x="541" y="424"/>
                    <a:pt x="542" y="425"/>
                  </a:cubicBezTo>
                  <a:cubicBezTo>
                    <a:pt x="542" y="427"/>
                    <a:pt x="544" y="428"/>
                    <a:pt x="545" y="429"/>
                  </a:cubicBezTo>
                  <a:cubicBezTo>
                    <a:pt x="545" y="430"/>
                    <a:pt x="547" y="432"/>
                    <a:pt x="547" y="434"/>
                  </a:cubicBezTo>
                  <a:cubicBezTo>
                    <a:pt x="547" y="436"/>
                    <a:pt x="547" y="440"/>
                    <a:pt x="547" y="442"/>
                  </a:cubicBezTo>
                  <a:cubicBezTo>
                    <a:pt x="547" y="443"/>
                    <a:pt x="547" y="446"/>
                    <a:pt x="547" y="447"/>
                  </a:cubicBezTo>
                  <a:cubicBezTo>
                    <a:pt x="548" y="449"/>
                    <a:pt x="549" y="451"/>
                    <a:pt x="549" y="452"/>
                  </a:cubicBezTo>
                  <a:cubicBezTo>
                    <a:pt x="550" y="454"/>
                    <a:pt x="551" y="457"/>
                    <a:pt x="552" y="459"/>
                  </a:cubicBezTo>
                  <a:cubicBezTo>
                    <a:pt x="553" y="460"/>
                    <a:pt x="554" y="462"/>
                    <a:pt x="556" y="463"/>
                  </a:cubicBezTo>
                  <a:cubicBezTo>
                    <a:pt x="557" y="464"/>
                    <a:pt x="560" y="466"/>
                    <a:pt x="561" y="467"/>
                  </a:cubicBezTo>
                  <a:cubicBezTo>
                    <a:pt x="563" y="468"/>
                    <a:pt x="567" y="470"/>
                    <a:pt x="568" y="471"/>
                  </a:cubicBezTo>
                  <a:cubicBezTo>
                    <a:pt x="570" y="472"/>
                    <a:pt x="572" y="476"/>
                    <a:pt x="573" y="478"/>
                  </a:cubicBezTo>
                  <a:cubicBezTo>
                    <a:pt x="574" y="480"/>
                    <a:pt x="577" y="485"/>
                    <a:pt x="577" y="487"/>
                  </a:cubicBezTo>
                  <a:cubicBezTo>
                    <a:pt x="578" y="489"/>
                    <a:pt x="578" y="493"/>
                    <a:pt x="579" y="495"/>
                  </a:cubicBezTo>
                  <a:cubicBezTo>
                    <a:pt x="579" y="497"/>
                    <a:pt x="581" y="500"/>
                    <a:pt x="582" y="502"/>
                  </a:cubicBezTo>
                  <a:cubicBezTo>
                    <a:pt x="584" y="504"/>
                    <a:pt x="588" y="508"/>
                    <a:pt x="589" y="510"/>
                  </a:cubicBezTo>
                  <a:cubicBezTo>
                    <a:pt x="590" y="512"/>
                    <a:pt x="592" y="517"/>
                    <a:pt x="592" y="5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95" name="Oval 294"/>
          <p:cNvSpPr/>
          <p:nvPr/>
        </p:nvSpPr>
        <p:spPr>
          <a:xfrm>
            <a:off x="4914831" y="5354491"/>
            <a:ext cx="362050" cy="362050"/>
          </a:xfrm>
          <a:prstGeom prst="ellipse">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96" name="Oval 295"/>
          <p:cNvSpPr/>
          <p:nvPr/>
        </p:nvSpPr>
        <p:spPr>
          <a:xfrm>
            <a:off x="5073879" y="4745037"/>
            <a:ext cx="348200" cy="348200"/>
          </a:xfrm>
          <a:prstGeom prst="ellipse">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97" name="Oval 296"/>
          <p:cNvSpPr/>
          <p:nvPr/>
        </p:nvSpPr>
        <p:spPr>
          <a:xfrm>
            <a:off x="5060297" y="4147797"/>
            <a:ext cx="338478" cy="338478"/>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98" name="Oval 297"/>
          <p:cNvSpPr/>
          <p:nvPr/>
        </p:nvSpPr>
        <p:spPr>
          <a:xfrm>
            <a:off x="5331028" y="3431832"/>
            <a:ext cx="602310" cy="602310"/>
          </a:xfrm>
          <a:prstGeom prst="ellipse">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299" name="Oval 298"/>
          <p:cNvSpPr/>
          <p:nvPr/>
        </p:nvSpPr>
        <p:spPr>
          <a:xfrm>
            <a:off x="5346037" y="2207392"/>
            <a:ext cx="778538" cy="778538"/>
          </a:xfrm>
          <a:prstGeom prst="ellipse">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300" name="Oval 299"/>
          <p:cNvSpPr/>
          <p:nvPr/>
        </p:nvSpPr>
        <p:spPr>
          <a:xfrm>
            <a:off x="5410251" y="2975543"/>
            <a:ext cx="317526" cy="317526"/>
          </a:xfrm>
          <a:prstGeom prst="ellipse">
            <a:avLst/>
          </a:pr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cxnSp>
        <p:nvCxnSpPr>
          <p:cNvPr id="301" name="Straight Connector 300"/>
          <p:cNvCxnSpPr/>
          <p:nvPr/>
        </p:nvCxnSpPr>
        <p:spPr>
          <a:xfrm rot="10800000">
            <a:off x="5745930" y="2596287"/>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rot="10800000">
            <a:off x="5560192" y="3133513"/>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rot="10800000">
            <a:off x="5233167" y="4317831"/>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rot="10800000">
            <a:off x="5652267" y="3732194"/>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rot="10800000">
            <a:off x="5261742" y="4918343"/>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10800000">
            <a:off x="5082355" y="5534722"/>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07" name="Text Placeholder 3"/>
          <p:cNvSpPr txBox="1">
            <a:spLocks/>
          </p:cNvSpPr>
          <p:nvPr/>
        </p:nvSpPr>
        <p:spPr>
          <a:xfrm>
            <a:off x="7126929" y="2334235"/>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1"/>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08" name="Text Placeholder 3"/>
          <p:cNvSpPr txBox="1">
            <a:spLocks/>
          </p:cNvSpPr>
          <p:nvPr/>
        </p:nvSpPr>
        <p:spPr>
          <a:xfrm>
            <a:off x="6989170" y="2899079"/>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2"/>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09" name="Text Placeholder 3"/>
          <p:cNvSpPr txBox="1">
            <a:spLocks/>
          </p:cNvSpPr>
          <p:nvPr/>
        </p:nvSpPr>
        <p:spPr>
          <a:xfrm>
            <a:off x="7032196" y="3497889"/>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4"/>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10" name="Text Placeholder 3"/>
          <p:cNvSpPr txBox="1">
            <a:spLocks/>
          </p:cNvSpPr>
          <p:nvPr/>
        </p:nvSpPr>
        <p:spPr>
          <a:xfrm>
            <a:off x="6633570" y="4087070"/>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3"/>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11" name="Text Placeholder 3"/>
          <p:cNvSpPr txBox="1">
            <a:spLocks/>
          </p:cNvSpPr>
          <p:nvPr/>
        </p:nvSpPr>
        <p:spPr>
          <a:xfrm>
            <a:off x="6633570" y="4694238"/>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5"/>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12" name="Text Placeholder 3"/>
          <p:cNvSpPr txBox="1">
            <a:spLocks/>
          </p:cNvSpPr>
          <p:nvPr/>
        </p:nvSpPr>
        <p:spPr>
          <a:xfrm>
            <a:off x="6461294" y="5287963"/>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6"/>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13" name="Footer Text"/>
          <p:cNvSpPr txBox="1"/>
          <p:nvPr/>
        </p:nvSpPr>
        <p:spPr>
          <a:xfrm>
            <a:off x="674448" y="2286000"/>
            <a:ext cx="3364152"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available, but the majority have.</a:t>
            </a:r>
          </a:p>
        </p:txBody>
      </p:sp>
      <p:sp>
        <p:nvSpPr>
          <p:cNvPr id="314" name="Isosceles Triangle 313"/>
          <p:cNvSpPr/>
          <p:nvPr/>
        </p:nvSpPr>
        <p:spPr>
          <a:xfrm rot="5400000">
            <a:off x="2814564" y="2862336"/>
            <a:ext cx="2064100" cy="2968828"/>
          </a:xfrm>
          <a:prstGeom prst="triangle">
            <a:avLst/>
          </a:prstGeom>
          <a:gradFill>
            <a:gsLst>
              <a:gs pos="0">
                <a:schemeClr val="bg1">
                  <a:lumMod val="85000"/>
                  <a:alpha val="0"/>
                </a:schemeClr>
              </a:gs>
              <a:gs pos="50000">
                <a:schemeClr val="bg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315" name="Chart 314"/>
          <p:cNvGraphicFramePr/>
          <p:nvPr/>
        </p:nvGraphicFramePr>
        <p:xfrm>
          <a:off x="588723" y="3082295"/>
          <a:ext cx="2679973" cy="2836534"/>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08"/>
                                        </p:tgtEl>
                                        <p:attrNameLst>
                                          <p:attrName>style.visibility</p:attrName>
                                        </p:attrNameLst>
                                      </p:cBhvr>
                                      <p:to>
                                        <p:strVal val="visible"/>
                                      </p:to>
                                    </p:set>
                                    <p:anim calcmode="lin" valueType="num">
                                      <p:cBhvr>
                                        <p:cTn id="7" dur="500" fill="hold"/>
                                        <p:tgtEl>
                                          <p:spTgt spid="108"/>
                                        </p:tgtEl>
                                        <p:attrNameLst>
                                          <p:attrName>ppt_w</p:attrName>
                                        </p:attrNameLst>
                                      </p:cBhvr>
                                      <p:tavLst>
                                        <p:tav tm="0">
                                          <p:val>
                                            <p:fltVal val="0"/>
                                          </p:val>
                                        </p:tav>
                                        <p:tav tm="100000">
                                          <p:val>
                                            <p:strVal val="#ppt_w"/>
                                          </p:val>
                                        </p:tav>
                                      </p:tavLst>
                                    </p:anim>
                                    <p:anim calcmode="lin" valueType="num">
                                      <p:cBhvr>
                                        <p:cTn id="8" dur="500" fill="hold"/>
                                        <p:tgtEl>
                                          <p:spTgt spid="108"/>
                                        </p:tgtEl>
                                        <p:attrNameLst>
                                          <p:attrName>ppt_h</p:attrName>
                                        </p:attrNameLst>
                                      </p:cBhvr>
                                      <p:tavLst>
                                        <p:tav tm="0">
                                          <p:val>
                                            <p:fltVal val="0"/>
                                          </p:val>
                                        </p:tav>
                                        <p:tav tm="100000">
                                          <p:val>
                                            <p:strVal val="#ppt_h"/>
                                          </p:val>
                                        </p:tav>
                                      </p:tavLst>
                                    </p:anim>
                                    <p:animEffect transition="in" filter="fade">
                                      <p:cBhvr>
                                        <p:cTn id="9" dur="500"/>
                                        <p:tgtEl>
                                          <p:spTgt spid="108"/>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299"/>
                                        </p:tgtEl>
                                        <p:attrNameLst>
                                          <p:attrName>style.visibility</p:attrName>
                                        </p:attrNameLst>
                                      </p:cBhvr>
                                      <p:to>
                                        <p:strVal val="visible"/>
                                      </p:to>
                                    </p:set>
                                    <p:anim calcmode="lin" valueType="num">
                                      <p:cBhvr>
                                        <p:cTn id="13" dur="500" fill="hold"/>
                                        <p:tgtEl>
                                          <p:spTgt spid="299"/>
                                        </p:tgtEl>
                                        <p:attrNameLst>
                                          <p:attrName>ppt_w</p:attrName>
                                        </p:attrNameLst>
                                      </p:cBhvr>
                                      <p:tavLst>
                                        <p:tav tm="0">
                                          <p:val>
                                            <p:fltVal val="0"/>
                                          </p:val>
                                        </p:tav>
                                        <p:tav tm="100000">
                                          <p:val>
                                            <p:strVal val="#ppt_w"/>
                                          </p:val>
                                        </p:tav>
                                      </p:tavLst>
                                    </p:anim>
                                    <p:anim calcmode="lin" valueType="num">
                                      <p:cBhvr>
                                        <p:cTn id="14" dur="500" fill="hold"/>
                                        <p:tgtEl>
                                          <p:spTgt spid="299"/>
                                        </p:tgtEl>
                                        <p:attrNameLst>
                                          <p:attrName>ppt_h</p:attrName>
                                        </p:attrNameLst>
                                      </p:cBhvr>
                                      <p:tavLst>
                                        <p:tav tm="0">
                                          <p:val>
                                            <p:fltVal val="0"/>
                                          </p:val>
                                        </p:tav>
                                        <p:tav tm="100000">
                                          <p:val>
                                            <p:strVal val="#ppt_h"/>
                                          </p:val>
                                        </p:tav>
                                      </p:tavLst>
                                    </p:anim>
                                    <p:animEffect transition="in" filter="fade">
                                      <p:cBhvr>
                                        <p:cTn id="15" dur="500"/>
                                        <p:tgtEl>
                                          <p:spTgt spid="299"/>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301"/>
                                        </p:tgtEl>
                                        <p:attrNameLst>
                                          <p:attrName>style.visibility</p:attrName>
                                        </p:attrNameLst>
                                      </p:cBhvr>
                                      <p:to>
                                        <p:strVal val="visible"/>
                                      </p:to>
                                    </p:set>
                                    <p:animEffect transition="in" filter="wipe(left)">
                                      <p:cBhvr>
                                        <p:cTn id="19" dur="500"/>
                                        <p:tgtEl>
                                          <p:spTgt spid="301"/>
                                        </p:tgtEl>
                                      </p:cBhvr>
                                    </p:animEffect>
                                  </p:childTnLst>
                                </p:cTn>
                              </p:par>
                              <p:par>
                                <p:cTn id="20" presetID="2" presetClass="entr" presetSubtype="2" accel="50000" decel="50000" fill="hold" grpId="0" nodeType="withEffect">
                                  <p:stCondLst>
                                    <p:cond delay="0"/>
                                  </p:stCondLst>
                                  <p:childTnLst>
                                    <p:set>
                                      <p:cBhvr>
                                        <p:cTn id="21" dur="1" fill="hold">
                                          <p:stCondLst>
                                            <p:cond delay="0"/>
                                          </p:stCondLst>
                                        </p:cTn>
                                        <p:tgtEl>
                                          <p:spTgt spid="307"/>
                                        </p:tgtEl>
                                        <p:attrNameLst>
                                          <p:attrName>style.visibility</p:attrName>
                                        </p:attrNameLst>
                                      </p:cBhvr>
                                      <p:to>
                                        <p:strVal val="visible"/>
                                      </p:to>
                                    </p:set>
                                    <p:anim calcmode="lin" valueType="num">
                                      <p:cBhvr additive="base">
                                        <p:cTn id="22" dur="500" fill="hold"/>
                                        <p:tgtEl>
                                          <p:spTgt spid="307"/>
                                        </p:tgtEl>
                                        <p:attrNameLst>
                                          <p:attrName>ppt_x</p:attrName>
                                        </p:attrNameLst>
                                      </p:cBhvr>
                                      <p:tavLst>
                                        <p:tav tm="0">
                                          <p:val>
                                            <p:strVal val="1+#ppt_w/2"/>
                                          </p:val>
                                        </p:tav>
                                        <p:tav tm="100000">
                                          <p:val>
                                            <p:strVal val="#ppt_x"/>
                                          </p:val>
                                        </p:tav>
                                      </p:tavLst>
                                    </p:anim>
                                    <p:anim calcmode="lin" valueType="num">
                                      <p:cBhvr additive="base">
                                        <p:cTn id="23" dur="500" fill="hold"/>
                                        <p:tgtEl>
                                          <p:spTgt spid="307"/>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300"/>
                                        </p:tgtEl>
                                        <p:attrNameLst>
                                          <p:attrName>style.visibility</p:attrName>
                                        </p:attrNameLst>
                                      </p:cBhvr>
                                      <p:to>
                                        <p:strVal val="visible"/>
                                      </p:to>
                                    </p:set>
                                    <p:anim calcmode="lin" valueType="num">
                                      <p:cBhvr>
                                        <p:cTn id="27" dur="500" fill="hold"/>
                                        <p:tgtEl>
                                          <p:spTgt spid="300"/>
                                        </p:tgtEl>
                                        <p:attrNameLst>
                                          <p:attrName>ppt_w</p:attrName>
                                        </p:attrNameLst>
                                      </p:cBhvr>
                                      <p:tavLst>
                                        <p:tav tm="0">
                                          <p:val>
                                            <p:fltVal val="0"/>
                                          </p:val>
                                        </p:tav>
                                        <p:tav tm="100000">
                                          <p:val>
                                            <p:strVal val="#ppt_w"/>
                                          </p:val>
                                        </p:tav>
                                      </p:tavLst>
                                    </p:anim>
                                    <p:anim calcmode="lin" valueType="num">
                                      <p:cBhvr>
                                        <p:cTn id="28" dur="500" fill="hold"/>
                                        <p:tgtEl>
                                          <p:spTgt spid="300"/>
                                        </p:tgtEl>
                                        <p:attrNameLst>
                                          <p:attrName>ppt_h</p:attrName>
                                        </p:attrNameLst>
                                      </p:cBhvr>
                                      <p:tavLst>
                                        <p:tav tm="0">
                                          <p:val>
                                            <p:fltVal val="0"/>
                                          </p:val>
                                        </p:tav>
                                        <p:tav tm="100000">
                                          <p:val>
                                            <p:strVal val="#ppt_h"/>
                                          </p:val>
                                        </p:tav>
                                      </p:tavLst>
                                    </p:anim>
                                    <p:animEffect transition="in" filter="fade">
                                      <p:cBhvr>
                                        <p:cTn id="29" dur="500"/>
                                        <p:tgtEl>
                                          <p:spTgt spid="300"/>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302"/>
                                        </p:tgtEl>
                                        <p:attrNameLst>
                                          <p:attrName>style.visibility</p:attrName>
                                        </p:attrNameLst>
                                      </p:cBhvr>
                                      <p:to>
                                        <p:strVal val="visible"/>
                                      </p:to>
                                    </p:set>
                                    <p:animEffect transition="in" filter="wipe(left)">
                                      <p:cBhvr>
                                        <p:cTn id="33" dur="500"/>
                                        <p:tgtEl>
                                          <p:spTgt spid="302"/>
                                        </p:tgtEl>
                                      </p:cBhvr>
                                    </p:animEffect>
                                  </p:childTnLst>
                                </p:cTn>
                              </p:par>
                              <p:par>
                                <p:cTn id="34" presetID="2" presetClass="entr" presetSubtype="2" accel="50000" decel="50000" fill="hold" grpId="0" nodeType="withEffect">
                                  <p:stCondLst>
                                    <p:cond delay="0"/>
                                  </p:stCondLst>
                                  <p:childTnLst>
                                    <p:set>
                                      <p:cBhvr>
                                        <p:cTn id="35" dur="1" fill="hold">
                                          <p:stCondLst>
                                            <p:cond delay="0"/>
                                          </p:stCondLst>
                                        </p:cTn>
                                        <p:tgtEl>
                                          <p:spTgt spid="308"/>
                                        </p:tgtEl>
                                        <p:attrNameLst>
                                          <p:attrName>style.visibility</p:attrName>
                                        </p:attrNameLst>
                                      </p:cBhvr>
                                      <p:to>
                                        <p:strVal val="visible"/>
                                      </p:to>
                                    </p:set>
                                    <p:anim calcmode="lin" valueType="num">
                                      <p:cBhvr additive="base">
                                        <p:cTn id="36" dur="500" fill="hold"/>
                                        <p:tgtEl>
                                          <p:spTgt spid="308"/>
                                        </p:tgtEl>
                                        <p:attrNameLst>
                                          <p:attrName>ppt_x</p:attrName>
                                        </p:attrNameLst>
                                      </p:cBhvr>
                                      <p:tavLst>
                                        <p:tav tm="0">
                                          <p:val>
                                            <p:strVal val="1+#ppt_w/2"/>
                                          </p:val>
                                        </p:tav>
                                        <p:tav tm="100000">
                                          <p:val>
                                            <p:strVal val="#ppt_x"/>
                                          </p:val>
                                        </p:tav>
                                      </p:tavLst>
                                    </p:anim>
                                    <p:anim calcmode="lin" valueType="num">
                                      <p:cBhvr additive="base">
                                        <p:cTn id="37" dur="500" fill="hold"/>
                                        <p:tgtEl>
                                          <p:spTgt spid="308"/>
                                        </p:tgtEl>
                                        <p:attrNameLst>
                                          <p:attrName>ppt_y</p:attrName>
                                        </p:attrNameLst>
                                      </p:cBhvr>
                                      <p:tavLst>
                                        <p:tav tm="0">
                                          <p:val>
                                            <p:strVal val="#ppt_y"/>
                                          </p:val>
                                        </p:tav>
                                        <p:tav tm="100000">
                                          <p:val>
                                            <p:strVal val="#ppt_y"/>
                                          </p:val>
                                        </p:tav>
                                      </p:tavLst>
                                    </p:anim>
                                  </p:childTnLst>
                                </p:cTn>
                              </p:par>
                            </p:childTnLst>
                          </p:cTn>
                        </p:par>
                        <p:par>
                          <p:cTn id="38" fill="hold">
                            <p:stCondLst>
                              <p:cond delay="2500"/>
                            </p:stCondLst>
                            <p:childTnLst>
                              <p:par>
                                <p:cTn id="39" presetID="53" presetClass="entr" presetSubtype="0" fill="hold" grpId="0" nodeType="afterEffect">
                                  <p:stCondLst>
                                    <p:cond delay="0"/>
                                  </p:stCondLst>
                                  <p:childTnLst>
                                    <p:set>
                                      <p:cBhvr>
                                        <p:cTn id="40" dur="1" fill="hold">
                                          <p:stCondLst>
                                            <p:cond delay="0"/>
                                          </p:stCondLst>
                                        </p:cTn>
                                        <p:tgtEl>
                                          <p:spTgt spid="297"/>
                                        </p:tgtEl>
                                        <p:attrNameLst>
                                          <p:attrName>style.visibility</p:attrName>
                                        </p:attrNameLst>
                                      </p:cBhvr>
                                      <p:to>
                                        <p:strVal val="visible"/>
                                      </p:to>
                                    </p:set>
                                    <p:anim calcmode="lin" valueType="num">
                                      <p:cBhvr>
                                        <p:cTn id="41" dur="500" fill="hold"/>
                                        <p:tgtEl>
                                          <p:spTgt spid="297"/>
                                        </p:tgtEl>
                                        <p:attrNameLst>
                                          <p:attrName>ppt_w</p:attrName>
                                        </p:attrNameLst>
                                      </p:cBhvr>
                                      <p:tavLst>
                                        <p:tav tm="0">
                                          <p:val>
                                            <p:fltVal val="0"/>
                                          </p:val>
                                        </p:tav>
                                        <p:tav tm="100000">
                                          <p:val>
                                            <p:strVal val="#ppt_w"/>
                                          </p:val>
                                        </p:tav>
                                      </p:tavLst>
                                    </p:anim>
                                    <p:anim calcmode="lin" valueType="num">
                                      <p:cBhvr>
                                        <p:cTn id="42" dur="500" fill="hold"/>
                                        <p:tgtEl>
                                          <p:spTgt spid="297"/>
                                        </p:tgtEl>
                                        <p:attrNameLst>
                                          <p:attrName>ppt_h</p:attrName>
                                        </p:attrNameLst>
                                      </p:cBhvr>
                                      <p:tavLst>
                                        <p:tav tm="0">
                                          <p:val>
                                            <p:fltVal val="0"/>
                                          </p:val>
                                        </p:tav>
                                        <p:tav tm="100000">
                                          <p:val>
                                            <p:strVal val="#ppt_h"/>
                                          </p:val>
                                        </p:tav>
                                      </p:tavLst>
                                    </p:anim>
                                    <p:animEffect transition="in" filter="fade">
                                      <p:cBhvr>
                                        <p:cTn id="43" dur="500"/>
                                        <p:tgtEl>
                                          <p:spTgt spid="297"/>
                                        </p:tgtEl>
                                      </p:cBhvr>
                                    </p:animEffect>
                                  </p:childTnLst>
                                </p:cTn>
                              </p:par>
                            </p:childTnLst>
                          </p:cTn>
                        </p:par>
                        <p:par>
                          <p:cTn id="44" fill="hold">
                            <p:stCondLst>
                              <p:cond delay="3000"/>
                            </p:stCondLst>
                            <p:childTnLst>
                              <p:par>
                                <p:cTn id="45" presetID="22" presetClass="entr" presetSubtype="8" fill="hold" nodeType="afterEffect">
                                  <p:stCondLst>
                                    <p:cond delay="0"/>
                                  </p:stCondLst>
                                  <p:childTnLst>
                                    <p:set>
                                      <p:cBhvr>
                                        <p:cTn id="46" dur="1" fill="hold">
                                          <p:stCondLst>
                                            <p:cond delay="0"/>
                                          </p:stCondLst>
                                        </p:cTn>
                                        <p:tgtEl>
                                          <p:spTgt spid="303"/>
                                        </p:tgtEl>
                                        <p:attrNameLst>
                                          <p:attrName>style.visibility</p:attrName>
                                        </p:attrNameLst>
                                      </p:cBhvr>
                                      <p:to>
                                        <p:strVal val="visible"/>
                                      </p:to>
                                    </p:set>
                                    <p:animEffect transition="in" filter="wipe(left)">
                                      <p:cBhvr>
                                        <p:cTn id="47" dur="500"/>
                                        <p:tgtEl>
                                          <p:spTgt spid="303"/>
                                        </p:tgtEl>
                                      </p:cBhvr>
                                    </p:animEffect>
                                  </p:childTnLst>
                                </p:cTn>
                              </p:par>
                              <p:par>
                                <p:cTn id="48" presetID="2" presetClass="entr" presetSubtype="2" accel="50000" decel="50000" fill="hold" grpId="0" nodeType="withEffect">
                                  <p:stCondLst>
                                    <p:cond delay="0"/>
                                  </p:stCondLst>
                                  <p:childTnLst>
                                    <p:set>
                                      <p:cBhvr>
                                        <p:cTn id="49" dur="1" fill="hold">
                                          <p:stCondLst>
                                            <p:cond delay="0"/>
                                          </p:stCondLst>
                                        </p:cTn>
                                        <p:tgtEl>
                                          <p:spTgt spid="310"/>
                                        </p:tgtEl>
                                        <p:attrNameLst>
                                          <p:attrName>style.visibility</p:attrName>
                                        </p:attrNameLst>
                                      </p:cBhvr>
                                      <p:to>
                                        <p:strVal val="visible"/>
                                      </p:to>
                                    </p:set>
                                    <p:anim calcmode="lin" valueType="num">
                                      <p:cBhvr additive="base">
                                        <p:cTn id="50" dur="500" fill="hold"/>
                                        <p:tgtEl>
                                          <p:spTgt spid="310"/>
                                        </p:tgtEl>
                                        <p:attrNameLst>
                                          <p:attrName>ppt_x</p:attrName>
                                        </p:attrNameLst>
                                      </p:cBhvr>
                                      <p:tavLst>
                                        <p:tav tm="0">
                                          <p:val>
                                            <p:strVal val="1+#ppt_w/2"/>
                                          </p:val>
                                        </p:tav>
                                        <p:tav tm="100000">
                                          <p:val>
                                            <p:strVal val="#ppt_x"/>
                                          </p:val>
                                        </p:tav>
                                      </p:tavLst>
                                    </p:anim>
                                    <p:anim calcmode="lin" valueType="num">
                                      <p:cBhvr additive="base">
                                        <p:cTn id="51" dur="500" fill="hold"/>
                                        <p:tgtEl>
                                          <p:spTgt spid="310"/>
                                        </p:tgtEl>
                                        <p:attrNameLst>
                                          <p:attrName>ppt_y</p:attrName>
                                        </p:attrNameLst>
                                      </p:cBhvr>
                                      <p:tavLst>
                                        <p:tav tm="0">
                                          <p:val>
                                            <p:strVal val="#ppt_y"/>
                                          </p:val>
                                        </p:tav>
                                        <p:tav tm="100000">
                                          <p:val>
                                            <p:strVal val="#ppt_y"/>
                                          </p:val>
                                        </p:tav>
                                      </p:tavLst>
                                    </p:anim>
                                  </p:childTnLst>
                                </p:cTn>
                              </p:par>
                            </p:childTnLst>
                          </p:cTn>
                        </p:par>
                        <p:par>
                          <p:cTn id="52" fill="hold">
                            <p:stCondLst>
                              <p:cond delay="3500"/>
                            </p:stCondLst>
                            <p:childTnLst>
                              <p:par>
                                <p:cTn id="53" presetID="53" presetClass="entr" presetSubtype="0" fill="hold" grpId="0" nodeType="afterEffect">
                                  <p:stCondLst>
                                    <p:cond delay="0"/>
                                  </p:stCondLst>
                                  <p:childTnLst>
                                    <p:set>
                                      <p:cBhvr>
                                        <p:cTn id="54" dur="1" fill="hold">
                                          <p:stCondLst>
                                            <p:cond delay="0"/>
                                          </p:stCondLst>
                                        </p:cTn>
                                        <p:tgtEl>
                                          <p:spTgt spid="298"/>
                                        </p:tgtEl>
                                        <p:attrNameLst>
                                          <p:attrName>style.visibility</p:attrName>
                                        </p:attrNameLst>
                                      </p:cBhvr>
                                      <p:to>
                                        <p:strVal val="visible"/>
                                      </p:to>
                                    </p:set>
                                    <p:anim calcmode="lin" valueType="num">
                                      <p:cBhvr>
                                        <p:cTn id="55" dur="500" fill="hold"/>
                                        <p:tgtEl>
                                          <p:spTgt spid="298"/>
                                        </p:tgtEl>
                                        <p:attrNameLst>
                                          <p:attrName>ppt_w</p:attrName>
                                        </p:attrNameLst>
                                      </p:cBhvr>
                                      <p:tavLst>
                                        <p:tav tm="0">
                                          <p:val>
                                            <p:fltVal val="0"/>
                                          </p:val>
                                        </p:tav>
                                        <p:tav tm="100000">
                                          <p:val>
                                            <p:strVal val="#ppt_w"/>
                                          </p:val>
                                        </p:tav>
                                      </p:tavLst>
                                    </p:anim>
                                    <p:anim calcmode="lin" valueType="num">
                                      <p:cBhvr>
                                        <p:cTn id="56" dur="500" fill="hold"/>
                                        <p:tgtEl>
                                          <p:spTgt spid="298"/>
                                        </p:tgtEl>
                                        <p:attrNameLst>
                                          <p:attrName>ppt_h</p:attrName>
                                        </p:attrNameLst>
                                      </p:cBhvr>
                                      <p:tavLst>
                                        <p:tav tm="0">
                                          <p:val>
                                            <p:fltVal val="0"/>
                                          </p:val>
                                        </p:tav>
                                        <p:tav tm="100000">
                                          <p:val>
                                            <p:strVal val="#ppt_h"/>
                                          </p:val>
                                        </p:tav>
                                      </p:tavLst>
                                    </p:anim>
                                    <p:animEffect transition="in" filter="fade">
                                      <p:cBhvr>
                                        <p:cTn id="57" dur="500"/>
                                        <p:tgtEl>
                                          <p:spTgt spid="298"/>
                                        </p:tgtEl>
                                      </p:cBhvr>
                                    </p:animEffect>
                                  </p:childTnLst>
                                </p:cTn>
                              </p:par>
                            </p:childTnLst>
                          </p:cTn>
                        </p:par>
                        <p:par>
                          <p:cTn id="58" fill="hold">
                            <p:stCondLst>
                              <p:cond delay="4000"/>
                            </p:stCondLst>
                            <p:childTnLst>
                              <p:par>
                                <p:cTn id="59" presetID="22" presetClass="entr" presetSubtype="8" fill="hold" nodeType="afterEffect">
                                  <p:stCondLst>
                                    <p:cond delay="0"/>
                                  </p:stCondLst>
                                  <p:childTnLst>
                                    <p:set>
                                      <p:cBhvr>
                                        <p:cTn id="60" dur="1" fill="hold">
                                          <p:stCondLst>
                                            <p:cond delay="0"/>
                                          </p:stCondLst>
                                        </p:cTn>
                                        <p:tgtEl>
                                          <p:spTgt spid="304"/>
                                        </p:tgtEl>
                                        <p:attrNameLst>
                                          <p:attrName>style.visibility</p:attrName>
                                        </p:attrNameLst>
                                      </p:cBhvr>
                                      <p:to>
                                        <p:strVal val="visible"/>
                                      </p:to>
                                    </p:set>
                                    <p:animEffect transition="in" filter="wipe(left)">
                                      <p:cBhvr>
                                        <p:cTn id="61" dur="500"/>
                                        <p:tgtEl>
                                          <p:spTgt spid="304"/>
                                        </p:tgtEl>
                                      </p:cBhvr>
                                    </p:animEffect>
                                  </p:childTnLst>
                                </p:cTn>
                              </p:par>
                              <p:par>
                                <p:cTn id="62" presetID="2" presetClass="entr" presetSubtype="2" accel="50000" decel="50000" fill="hold" grpId="0" nodeType="withEffect">
                                  <p:stCondLst>
                                    <p:cond delay="0"/>
                                  </p:stCondLst>
                                  <p:childTnLst>
                                    <p:set>
                                      <p:cBhvr>
                                        <p:cTn id="63" dur="1" fill="hold">
                                          <p:stCondLst>
                                            <p:cond delay="0"/>
                                          </p:stCondLst>
                                        </p:cTn>
                                        <p:tgtEl>
                                          <p:spTgt spid="309"/>
                                        </p:tgtEl>
                                        <p:attrNameLst>
                                          <p:attrName>style.visibility</p:attrName>
                                        </p:attrNameLst>
                                      </p:cBhvr>
                                      <p:to>
                                        <p:strVal val="visible"/>
                                      </p:to>
                                    </p:set>
                                    <p:anim calcmode="lin" valueType="num">
                                      <p:cBhvr additive="base">
                                        <p:cTn id="64" dur="500" fill="hold"/>
                                        <p:tgtEl>
                                          <p:spTgt spid="309"/>
                                        </p:tgtEl>
                                        <p:attrNameLst>
                                          <p:attrName>ppt_x</p:attrName>
                                        </p:attrNameLst>
                                      </p:cBhvr>
                                      <p:tavLst>
                                        <p:tav tm="0">
                                          <p:val>
                                            <p:strVal val="1+#ppt_w/2"/>
                                          </p:val>
                                        </p:tav>
                                        <p:tav tm="100000">
                                          <p:val>
                                            <p:strVal val="#ppt_x"/>
                                          </p:val>
                                        </p:tav>
                                      </p:tavLst>
                                    </p:anim>
                                    <p:anim calcmode="lin" valueType="num">
                                      <p:cBhvr additive="base">
                                        <p:cTn id="65" dur="500" fill="hold"/>
                                        <p:tgtEl>
                                          <p:spTgt spid="309"/>
                                        </p:tgtEl>
                                        <p:attrNameLst>
                                          <p:attrName>ppt_y</p:attrName>
                                        </p:attrNameLst>
                                      </p:cBhvr>
                                      <p:tavLst>
                                        <p:tav tm="0">
                                          <p:val>
                                            <p:strVal val="#ppt_y"/>
                                          </p:val>
                                        </p:tav>
                                        <p:tav tm="100000">
                                          <p:val>
                                            <p:strVal val="#ppt_y"/>
                                          </p:val>
                                        </p:tav>
                                      </p:tavLst>
                                    </p:anim>
                                  </p:childTnLst>
                                </p:cTn>
                              </p:par>
                            </p:childTnLst>
                          </p:cTn>
                        </p:par>
                        <p:par>
                          <p:cTn id="66" fill="hold">
                            <p:stCondLst>
                              <p:cond delay="4500"/>
                            </p:stCondLst>
                            <p:childTnLst>
                              <p:par>
                                <p:cTn id="67" presetID="53" presetClass="entr" presetSubtype="0" fill="hold" grpId="0" nodeType="afterEffect">
                                  <p:stCondLst>
                                    <p:cond delay="0"/>
                                  </p:stCondLst>
                                  <p:childTnLst>
                                    <p:set>
                                      <p:cBhvr>
                                        <p:cTn id="68" dur="1" fill="hold">
                                          <p:stCondLst>
                                            <p:cond delay="0"/>
                                          </p:stCondLst>
                                        </p:cTn>
                                        <p:tgtEl>
                                          <p:spTgt spid="296"/>
                                        </p:tgtEl>
                                        <p:attrNameLst>
                                          <p:attrName>style.visibility</p:attrName>
                                        </p:attrNameLst>
                                      </p:cBhvr>
                                      <p:to>
                                        <p:strVal val="visible"/>
                                      </p:to>
                                    </p:set>
                                    <p:anim calcmode="lin" valueType="num">
                                      <p:cBhvr>
                                        <p:cTn id="69" dur="500" fill="hold"/>
                                        <p:tgtEl>
                                          <p:spTgt spid="296"/>
                                        </p:tgtEl>
                                        <p:attrNameLst>
                                          <p:attrName>ppt_w</p:attrName>
                                        </p:attrNameLst>
                                      </p:cBhvr>
                                      <p:tavLst>
                                        <p:tav tm="0">
                                          <p:val>
                                            <p:fltVal val="0"/>
                                          </p:val>
                                        </p:tav>
                                        <p:tav tm="100000">
                                          <p:val>
                                            <p:strVal val="#ppt_w"/>
                                          </p:val>
                                        </p:tav>
                                      </p:tavLst>
                                    </p:anim>
                                    <p:anim calcmode="lin" valueType="num">
                                      <p:cBhvr>
                                        <p:cTn id="70" dur="500" fill="hold"/>
                                        <p:tgtEl>
                                          <p:spTgt spid="296"/>
                                        </p:tgtEl>
                                        <p:attrNameLst>
                                          <p:attrName>ppt_h</p:attrName>
                                        </p:attrNameLst>
                                      </p:cBhvr>
                                      <p:tavLst>
                                        <p:tav tm="0">
                                          <p:val>
                                            <p:fltVal val="0"/>
                                          </p:val>
                                        </p:tav>
                                        <p:tav tm="100000">
                                          <p:val>
                                            <p:strVal val="#ppt_h"/>
                                          </p:val>
                                        </p:tav>
                                      </p:tavLst>
                                    </p:anim>
                                    <p:animEffect transition="in" filter="fade">
                                      <p:cBhvr>
                                        <p:cTn id="71" dur="500"/>
                                        <p:tgtEl>
                                          <p:spTgt spid="296"/>
                                        </p:tgtEl>
                                      </p:cBhvr>
                                    </p:animEffect>
                                  </p:childTnLst>
                                </p:cTn>
                              </p:par>
                            </p:childTnLst>
                          </p:cTn>
                        </p:par>
                        <p:par>
                          <p:cTn id="72" fill="hold">
                            <p:stCondLst>
                              <p:cond delay="5000"/>
                            </p:stCondLst>
                            <p:childTnLst>
                              <p:par>
                                <p:cTn id="73" presetID="22" presetClass="entr" presetSubtype="8" fill="hold" nodeType="afterEffect">
                                  <p:stCondLst>
                                    <p:cond delay="0"/>
                                  </p:stCondLst>
                                  <p:childTnLst>
                                    <p:set>
                                      <p:cBhvr>
                                        <p:cTn id="74" dur="1" fill="hold">
                                          <p:stCondLst>
                                            <p:cond delay="0"/>
                                          </p:stCondLst>
                                        </p:cTn>
                                        <p:tgtEl>
                                          <p:spTgt spid="305"/>
                                        </p:tgtEl>
                                        <p:attrNameLst>
                                          <p:attrName>style.visibility</p:attrName>
                                        </p:attrNameLst>
                                      </p:cBhvr>
                                      <p:to>
                                        <p:strVal val="visible"/>
                                      </p:to>
                                    </p:set>
                                    <p:animEffect transition="in" filter="wipe(left)">
                                      <p:cBhvr>
                                        <p:cTn id="75" dur="500"/>
                                        <p:tgtEl>
                                          <p:spTgt spid="305"/>
                                        </p:tgtEl>
                                      </p:cBhvr>
                                    </p:animEffect>
                                  </p:childTnLst>
                                </p:cTn>
                              </p:par>
                              <p:par>
                                <p:cTn id="76" presetID="2" presetClass="entr" presetSubtype="2" accel="50000" decel="50000" fill="hold" grpId="0" nodeType="withEffect">
                                  <p:stCondLst>
                                    <p:cond delay="0"/>
                                  </p:stCondLst>
                                  <p:childTnLst>
                                    <p:set>
                                      <p:cBhvr>
                                        <p:cTn id="77" dur="1" fill="hold">
                                          <p:stCondLst>
                                            <p:cond delay="0"/>
                                          </p:stCondLst>
                                        </p:cTn>
                                        <p:tgtEl>
                                          <p:spTgt spid="311"/>
                                        </p:tgtEl>
                                        <p:attrNameLst>
                                          <p:attrName>style.visibility</p:attrName>
                                        </p:attrNameLst>
                                      </p:cBhvr>
                                      <p:to>
                                        <p:strVal val="visible"/>
                                      </p:to>
                                    </p:set>
                                    <p:anim calcmode="lin" valueType="num">
                                      <p:cBhvr additive="base">
                                        <p:cTn id="78" dur="500" fill="hold"/>
                                        <p:tgtEl>
                                          <p:spTgt spid="311"/>
                                        </p:tgtEl>
                                        <p:attrNameLst>
                                          <p:attrName>ppt_x</p:attrName>
                                        </p:attrNameLst>
                                      </p:cBhvr>
                                      <p:tavLst>
                                        <p:tav tm="0">
                                          <p:val>
                                            <p:strVal val="1+#ppt_w/2"/>
                                          </p:val>
                                        </p:tav>
                                        <p:tav tm="100000">
                                          <p:val>
                                            <p:strVal val="#ppt_x"/>
                                          </p:val>
                                        </p:tav>
                                      </p:tavLst>
                                    </p:anim>
                                    <p:anim calcmode="lin" valueType="num">
                                      <p:cBhvr additive="base">
                                        <p:cTn id="79" dur="500" fill="hold"/>
                                        <p:tgtEl>
                                          <p:spTgt spid="311"/>
                                        </p:tgtEl>
                                        <p:attrNameLst>
                                          <p:attrName>ppt_y</p:attrName>
                                        </p:attrNameLst>
                                      </p:cBhvr>
                                      <p:tavLst>
                                        <p:tav tm="0">
                                          <p:val>
                                            <p:strVal val="#ppt_y"/>
                                          </p:val>
                                        </p:tav>
                                        <p:tav tm="100000">
                                          <p:val>
                                            <p:strVal val="#ppt_y"/>
                                          </p:val>
                                        </p:tav>
                                      </p:tavLst>
                                    </p:anim>
                                  </p:childTnLst>
                                </p:cTn>
                              </p:par>
                            </p:childTnLst>
                          </p:cTn>
                        </p:par>
                        <p:par>
                          <p:cTn id="80" fill="hold">
                            <p:stCondLst>
                              <p:cond delay="5500"/>
                            </p:stCondLst>
                            <p:childTnLst>
                              <p:par>
                                <p:cTn id="81" presetID="53" presetClass="entr" presetSubtype="0" fill="hold" grpId="0" nodeType="afterEffect">
                                  <p:stCondLst>
                                    <p:cond delay="0"/>
                                  </p:stCondLst>
                                  <p:childTnLst>
                                    <p:set>
                                      <p:cBhvr>
                                        <p:cTn id="82" dur="1" fill="hold">
                                          <p:stCondLst>
                                            <p:cond delay="0"/>
                                          </p:stCondLst>
                                        </p:cTn>
                                        <p:tgtEl>
                                          <p:spTgt spid="295"/>
                                        </p:tgtEl>
                                        <p:attrNameLst>
                                          <p:attrName>style.visibility</p:attrName>
                                        </p:attrNameLst>
                                      </p:cBhvr>
                                      <p:to>
                                        <p:strVal val="visible"/>
                                      </p:to>
                                    </p:set>
                                    <p:anim calcmode="lin" valueType="num">
                                      <p:cBhvr>
                                        <p:cTn id="83" dur="500" fill="hold"/>
                                        <p:tgtEl>
                                          <p:spTgt spid="295"/>
                                        </p:tgtEl>
                                        <p:attrNameLst>
                                          <p:attrName>ppt_w</p:attrName>
                                        </p:attrNameLst>
                                      </p:cBhvr>
                                      <p:tavLst>
                                        <p:tav tm="0">
                                          <p:val>
                                            <p:fltVal val="0"/>
                                          </p:val>
                                        </p:tav>
                                        <p:tav tm="100000">
                                          <p:val>
                                            <p:strVal val="#ppt_w"/>
                                          </p:val>
                                        </p:tav>
                                      </p:tavLst>
                                    </p:anim>
                                    <p:anim calcmode="lin" valueType="num">
                                      <p:cBhvr>
                                        <p:cTn id="84" dur="500" fill="hold"/>
                                        <p:tgtEl>
                                          <p:spTgt spid="295"/>
                                        </p:tgtEl>
                                        <p:attrNameLst>
                                          <p:attrName>ppt_h</p:attrName>
                                        </p:attrNameLst>
                                      </p:cBhvr>
                                      <p:tavLst>
                                        <p:tav tm="0">
                                          <p:val>
                                            <p:fltVal val="0"/>
                                          </p:val>
                                        </p:tav>
                                        <p:tav tm="100000">
                                          <p:val>
                                            <p:strVal val="#ppt_h"/>
                                          </p:val>
                                        </p:tav>
                                      </p:tavLst>
                                    </p:anim>
                                    <p:animEffect transition="in" filter="fade">
                                      <p:cBhvr>
                                        <p:cTn id="85" dur="500"/>
                                        <p:tgtEl>
                                          <p:spTgt spid="295"/>
                                        </p:tgtEl>
                                      </p:cBhvr>
                                    </p:animEffect>
                                  </p:childTnLst>
                                </p:cTn>
                              </p:par>
                            </p:childTnLst>
                          </p:cTn>
                        </p:par>
                        <p:par>
                          <p:cTn id="86" fill="hold">
                            <p:stCondLst>
                              <p:cond delay="6000"/>
                            </p:stCondLst>
                            <p:childTnLst>
                              <p:par>
                                <p:cTn id="87" presetID="22" presetClass="entr" presetSubtype="8" fill="hold" nodeType="afterEffect">
                                  <p:stCondLst>
                                    <p:cond delay="0"/>
                                  </p:stCondLst>
                                  <p:childTnLst>
                                    <p:set>
                                      <p:cBhvr>
                                        <p:cTn id="88" dur="1" fill="hold">
                                          <p:stCondLst>
                                            <p:cond delay="0"/>
                                          </p:stCondLst>
                                        </p:cTn>
                                        <p:tgtEl>
                                          <p:spTgt spid="306"/>
                                        </p:tgtEl>
                                        <p:attrNameLst>
                                          <p:attrName>style.visibility</p:attrName>
                                        </p:attrNameLst>
                                      </p:cBhvr>
                                      <p:to>
                                        <p:strVal val="visible"/>
                                      </p:to>
                                    </p:set>
                                    <p:animEffect transition="in" filter="wipe(left)">
                                      <p:cBhvr>
                                        <p:cTn id="89" dur="500"/>
                                        <p:tgtEl>
                                          <p:spTgt spid="306"/>
                                        </p:tgtEl>
                                      </p:cBhvr>
                                    </p:animEffect>
                                  </p:childTnLst>
                                </p:cTn>
                              </p:par>
                              <p:par>
                                <p:cTn id="90" presetID="2" presetClass="entr" presetSubtype="2" accel="50000" decel="50000" fill="hold" grpId="0" nodeType="withEffect">
                                  <p:stCondLst>
                                    <p:cond delay="0"/>
                                  </p:stCondLst>
                                  <p:childTnLst>
                                    <p:set>
                                      <p:cBhvr>
                                        <p:cTn id="91" dur="1" fill="hold">
                                          <p:stCondLst>
                                            <p:cond delay="0"/>
                                          </p:stCondLst>
                                        </p:cTn>
                                        <p:tgtEl>
                                          <p:spTgt spid="312"/>
                                        </p:tgtEl>
                                        <p:attrNameLst>
                                          <p:attrName>style.visibility</p:attrName>
                                        </p:attrNameLst>
                                      </p:cBhvr>
                                      <p:to>
                                        <p:strVal val="visible"/>
                                      </p:to>
                                    </p:set>
                                    <p:anim calcmode="lin" valueType="num">
                                      <p:cBhvr additive="base">
                                        <p:cTn id="92" dur="500" fill="hold"/>
                                        <p:tgtEl>
                                          <p:spTgt spid="312"/>
                                        </p:tgtEl>
                                        <p:attrNameLst>
                                          <p:attrName>ppt_x</p:attrName>
                                        </p:attrNameLst>
                                      </p:cBhvr>
                                      <p:tavLst>
                                        <p:tav tm="0">
                                          <p:val>
                                            <p:strVal val="1+#ppt_w/2"/>
                                          </p:val>
                                        </p:tav>
                                        <p:tav tm="100000">
                                          <p:val>
                                            <p:strVal val="#ppt_x"/>
                                          </p:val>
                                        </p:tav>
                                      </p:tavLst>
                                    </p:anim>
                                    <p:anim calcmode="lin" valueType="num">
                                      <p:cBhvr additive="base">
                                        <p:cTn id="93" dur="500" fill="hold"/>
                                        <p:tgtEl>
                                          <p:spTgt spid="312"/>
                                        </p:tgtEl>
                                        <p:attrNameLst>
                                          <p:attrName>ppt_y</p:attrName>
                                        </p:attrNameLst>
                                      </p:cBhvr>
                                      <p:tavLst>
                                        <p:tav tm="0">
                                          <p:val>
                                            <p:strVal val="#ppt_y"/>
                                          </p:val>
                                        </p:tav>
                                        <p:tav tm="100000">
                                          <p:val>
                                            <p:strVal val="#ppt_y"/>
                                          </p:val>
                                        </p:tav>
                                      </p:tavLst>
                                    </p:anim>
                                  </p:childTnLst>
                                </p:cTn>
                              </p:par>
                            </p:childTnLst>
                          </p:cTn>
                        </p:par>
                        <p:par>
                          <p:cTn id="94" fill="hold">
                            <p:stCondLst>
                              <p:cond delay="6500"/>
                            </p:stCondLst>
                            <p:childTnLst>
                              <p:par>
                                <p:cTn id="95" presetID="22" presetClass="entr" presetSubtype="8" fill="hold" grpId="0" nodeType="afterEffect">
                                  <p:stCondLst>
                                    <p:cond delay="0"/>
                                  </p:stCondLst>
                                  <p:childTnLst>
                                    <p:set>
                                      <p:cBhvr>
                                        <p:cTn id="96" dur="1" fill="hold">
                                          <p:stCondLst>
                                            <p:cond delay="0"/>
                                          </p:stCondLst>
                                        </p:cTn>
                                        <p:tgtEl>
                                          <p:spTgt spid="313"/>
                                        </p:tgtEl>
                                        <p:attrNameLst>
                                          <p:attrName>style.visibility</p:attrName>
                                        </p:attrNameLst>
                                      </p:cBhvr>
                                      <p:to>
                                        <p:strVal val="visible"/>
                                      </p:to>
                                    </p:set>
                                    <p:animEffect transition="in" filter="wipe(left)">
                                      <p:cBhvr>
                                        <p:cTn id="97" dur="500"/>
                                        <p:tgtEl>
                                          <p:spTgt spid="313"/>
                                        </p:tgtEl>
                                      </p:cBhvr>
                                    </p:animEffect>
                                  </p:childTnLst>
                                </p:cTn>
                              </p:par>
                            </p:childTnLst>
                          </p:cTn>
                        </p:par>
                        <p:par>
                          <p:cTn id="98" fill="hold">
                            <p:stCondLst>
                              <p:cond delay="7000"/>
                            </p:stCondLst>
                            <p:childTnLst>
                              <p:par>
                                <p:cTn id="99" presetID="22" presetClass="entr" presetSubtype="8" fill="hold" grpId="0" nodeType="afterEffect">
                                  <p:stCondLst>
                                    <p:cond delay="0"/>
                                  </p:stCondLst>
                                  <p:childTnLst>
                                    <p:set>
                                      <p:cBhvr>
                                        <p:cTn id="100" dur="1" fill="hold">
                                          <p:stCondLst>
                                            <p:cond delay="0"/>
                                          </p:stCondLst>
                                        </p:cTn>
                                        <p:tgtEl>
                                          <p:spTgt spid="314"/>
                                        </p:tgtEl>
                                        <p:attrNameLst>
                                          <p:attrName>style.visibility</p:attrName>
                                        </p:attrNameLst>
                                      </p:cBhvr>
                                      <p:to>
                                        <p:strVal val="visible"/>
                                      </p:to>
                                    </p:set>
                                    <p:animEffect transition="in" filter="wipe(left)">
                                      <p:cBhvr>
                                        <p:cTn id="101" dur="500"/>
                                        <p:tgtEl>
                                          <p:spTgt spid="314"/>
                                        </p:tgtEl>
                                      </p:cBhvr>
                                    </p:animEffect>
                                  </p:childTnLst>
                                </p:cTn>
                              </p:par>
                              <p:par>
                                <p:cTn id="102" presetID="20" presetClass="entr" presetSubtype="0" fill="hold" grpId="0" nodeType="withEffect">
                                  <p:stCondLst>
                                    <p:cond delay="0"/>
                                  </p:stCondLst>
                                  <p:childTnLst>
                                    <p:set>
                                      <p:cBhvr>
                                        <p:cTn id="103" dur="1" fill="hold">
                                          <p:stCondLst>
                                            <p:cond delay="0"/>
                                          </p:stCondLst>
                                        </p:cTn>
                                        <p:tgtEl>
                                          <p:spTgt spid="315"/>
                                        </p:tgtEl>
                                        <p:attrNameLst>
                                          <p:attrName>style.visibility</p:attrName>
                                        </p:attrNameLst>
                                      </p:cBhvr>
                                      <p:to>
                                        <p:strVal val="visible"/>
                                      </p:to>
                                    </p:set>
                                    <p:animEffect transition="in" filter="wedge">
                                      <p:cBhvr>
                                        <p:cTn id="104" dur="500"/>
                                        <p:tgtEl>
                                          <p:spTgt spid="3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 grpId="0" animBg="1"/>
      <p:bldP spid="296" grpId="0" animBg="1"/>
      <p:bldP spid="297" grpId="0" animBg="1"/>
      <p:bldP spid="298" grpId="0" animBg="1"/>
      <p:bldP spid="299" grpId="0" animBg="1"/>
      <p:bldP spid="300" grpId="0" animBg="1"/>
      <p:bldP spid="307" grpId="0"/>
      <p:bldP spid="308" grpId="0"/>
      <p:bldP spid="309" grpId="0"/>
      <p:bldP spid="310" grpId="0"/>
      <p:bldP spid="311" grpId="0"/>
      <p:bldP spid="312" grpId="0"/>
      <p:bldP spid="313" grpId="0"/>
      <p:bldP spid="314" grpId="0" animBg="1"/>
      <p:bldGraphic spid="315" grpId="0">
        <p:bldAsOne/>
      </p:bldGraphic>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Belgium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Belgium Map Slide</a:t>
            </a:r>
            <a:endParaRPr lang="en-US" dirty="0"/>
          </a:p>
        </p:txBody>
      </p:sp>
      <p:grpSp>
        <p:nvGrpSpPr>
          <p:cNvPr id="77" name="Group 76"/>
          <p:cNvGrpSpPr/>
          <p:nvPr/>
        </p:nvGrpSpPr>
        <p:grpSpPr>
          <a:xfrm>
            <a:off x="4724400" y="2354749"/>
            <a:ext cx="3925888" cy="3208337"/>
            <a:chOff x="38100" y="1346200"/>
            <a:chExt cx="3925888" cy="3208337"/>
          </a:xfrm>
          <a:solidFill>
            <a:schemeClr val="bg1">
              <a:lumMod val="85000"/>
            </a:schemeClr>
          </a:solidFill>
        </p:grpSpPr>
        <p:sp>
          <p:nvSpPr>
            <p:cNvPr id="78" name="Freeform 5"/>
            <p:cNvSpPr>
              <a:spLocks/>
            </p:cNvSpPr>
            <p:nvPr/>
          </p:nvSpPr>
          <p:spPr bwMode="auto">
            <a:xfrm>
              <a:off x="2441575" y="1395413"/>
              <a:ext cx="61913" cy="66675"/>
            </a:xfrm>
            <a:custGeom>
              <a:avLst/>
              <a:gdLst/>
              <a:ahLst/>
              <a:cxnLst>
                <a:cxn ang="0">
                  <a:pos x="43" y="8"/>
                </a:cxn>
                <a:cxn ang="0">
                  <a:pos x="42" y="18"/>
                </a:cxn>
                <a:cxn ang="0">
                  <a:pos x="36" y="18"/>
                </a:cxn>
                <a:cxn ang="0">
                  <a:pos x="31" y="31"/>
                </a:cxn>
                <a:cxn ang="0">
                  <a:pos x="31" y="41"/>
                </a:cxn>
                <a:cxn ang="0">
                  <a:pos x="22" y="47"/>
                </a:cxn>
                <a:cxn ang="0">
                  <a:pos x="10" y="42"/>
                </a:cxn>
                <a:cxn ang="0">
                  <a:pos x="3" y="33"/>
                </a:cxn>
                <a:cxn ang="0">
                  <a:pos x="1" y="20"/>
                </a:cxn>
                <a:cxn ang="0">
                  <a:pos x="11" y="10"/>
                </a:cxn>
                <a:cxn ang="0">
                  <a:pos x="21" y="1"/>
                </a:cxn>
                <a:cxn ang="0">
                  <a:pos x="34" y="1"/>
                </a:cxn>
                <a:cxn ang="0">
                  <a:pos x="43" y="8"/>
                </a:cxn>
              </a:cxnLst>
              <a:rect l="0" t="0" r="r" b="b"/>
              <a:pathLst>
                <a:path w="44" h="47">
                  <a:moveTo>
                    <a:pt x="43" y="8"/>
                  </a:moveTo>
                  <a:cubicBezTo>
                    <a:pt x="44" y="10"/>
                    <a:pt x="44" y="17"/>
                    <a:pt x="42" y="18"/>
                  </a:cubicBezTo>
                  <a:cubicBezTo>
                    <a:pt x="41" y="19"/>
                    <a:pt x="38" y="17"/>
                    <a:pt x="36" y="18"/>
                  </a:cubicBezTo>
                  <a:cubicBezTo>
                    <a:pt x="33" y="19"/>
                    <a:pt x="32" y="28"/>
                    <a:pt x="31" y="31"/>
                  </a:cubicBezTo>
                  <a:cubicBezTo>
                    <a:pt x="31" y="34"/>
                    <a:pt x="32" y="39"/>
                    <a:pt x="31" y="41"/>
                  </a:cubicBezTo>
                  <a:cubicBezTo>
                    <a:pt x="29" y="43"/>
                    <a:pt x="25" y="46"/>
                    <a:pt x="22" y="47"/>
                  </a:cubicBezTo>
                  <a:cubicBezTo>
                    <a:pt x="19" y="47"/>
                    <a:pt x="12" y="44"/>
                    <a:pt x="10" y="42"/>
                  </a:cubicBezTo>
                  <a:cubicBezTo>
                    <a:pt x="7" y="40"/>
                    <a:pt x="4" y="36"/>
                    <a:pt x="3" y="33"/>
                  </a:cubicBezTo>
                  <a:cubicBezTo>
                    <a:pt x="1" y="30"/>
                    <a:pt x="0" y="23"/>
                    <a:pt x="1" y="20"/>
                  </a:cubicBezTo>
                  <a:cubicBezTo>
                    <a:pt x="2" y="16"/>
                    <a:pt x="8" y="12"/>
                    <a:pt x="11" y="10"/>
                  </a:cubicBezTo>
                  <a:cubicBezTo>
                    <a:pt x="13" y="7"/>
                    <a:pt x="18" y="2"/>
                    <a:pt x="21" y="1"/>
                  </a:cubicBezTo>
                  <a:cubicBezTo>
                    <a:pt x="24" y="0"/>
                    <a:pt x="31" y="0"/>
                    <a:pt x="34" y="1"/>
                  </a:cubicBezTo>
                  <a:cubicBezTo>
                    <a:pt x="37" y="2"/>
                    <a:pt x="42" y="5"/>
                    <a:pt x="43"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6"/>
            <p:cNvSpPr>
              <a:spLocks/>
            </p:cNvSpPr>
            <p:nvPr/>
          </p:nvSpPr>
          <p:spPr bwMode="auto">
            <a:xfrm>
              <a:off x="1687513" y="1346200"/>
              <a:ext cx="1106488" cy="823912"/>
            </a:xfrm>
            <a:custGeom>
              <a:avLst/>
              <a:gdLst/>
              <a:ahLst/>
              <a:cxnLst>
                <a:cxn ang="0">
                  <a:pos x="38" y="530"/>
                </a:cxn>
                <a:cxn ang="0">
                  <a:pos x="14" y="521"/>
                </a:cxn>
                <a:cxn ang="0">
                  <a:pos x="6" y="475"/>
                </a:cxn>
                <a:cxn ang="0">
                  <a:pos x="16" y="444"/>
                </a:cxn>
                <a:cxn ang="0">
                  <a:pos x="87" y="431"/>
                </a:cxn>
                <a:cxn ang="0">
                  <a:pos x="116" y="381"/>
                </a:cxn>
                <a:cxn ang="0">
                  <a:pos x="85" y="300"/>
                </a:cxn>
                <a:cxn ang="0">
                  <a:pos x="97" y="233"/>
                </a:cxn>
                <a:cxn ang="0">
                  <a:pos x="70" y="202"/>
                </a:cxn>
                <a:cxn ang="0">
                  <a:pos x="50" y="167"/>
                </a:cxn>
                <a:cxn ang="0">
                  <a:pos x="116" y="144"/>
                </a:cxn>
                <a:cxn ang="0">
                  <a:pos x="192" y="137"/>
                </a:cxn>
                <a:cxn ang="0">
                  <a:pos x="168" y="68"/>
                </a:cxn>
                <a:cxn ang="0">
                  <a:pos x="209" y="41"/>
                </a:cxn>
                <a:cxn ang="0">
                  <a:pos x="269" y="41"/>
                </a:cxn>
                <a:cxn ang="0">
                  <a:pos x="286" y="80"/>
                </a:cxn>
                <a:cxn ang="0">
                  <a:pos x="352" y="70"/>
                </a:cxn>
                <a:cxn ang="0">
                  <a:pos x="415" y="8"/>
                </a:cxn>
                <a:cxn ang="0">
                  <a:pos x="477" y="37"/>
                </a:cxn>
                <a:cxn ang="0">
                  <a:pos x="463" y="86"/>
                </a:cxn>
                <a:cxn ang="0">
                  <a:pos x="434" y="101"/>
                </a:cxn>
                <a:cxn ang="0">
                  <a:pos x="525" y="112"/>
                </a:cxn>
                <a:cxn ang="0">
                  <a:pos x="579" y="82"/>
                </a:cxn>
                <a:cxn ang="0">
                  <a:pos x="610" y="18"/>
                </a:cxn>
                <a:cxn ang="0">
                  <a:pos x="660" y="78"/>
                </a:cxn>
                <a:cxn ang="0">
                  <a:pos x="675" y="163"/>
                </a:cxn>
                <a:cxn ang="0">
                  <a:pos x="721" y="218"/>
                </a:cxn>
                <a:cxn ang="0">
                  <a:pos x="752" y="249"/>
                </a:cxn>
                <a:cxn ang="0">
                  <a:pos x="747" y="296"/>
                </a:cxn>
                <a:cxn ang="0">
                  <a:pos x="755" y="339"/>
                </a:cxn>
                <a:cxn ang="0">
                  <a:pos x="782" y="391"/>
                </a:cxn>
                <a:cxn ang="0">
                  <a:pos x="748" y="420"/>
                </a:cxn>
                <a:cxn ang="0">
                  <a:pos x="726" y="433"/>
                </a:cxn>
                <a:cxn ang="0">
                  <a:pos x="669" y="465"/>
                </a:cxn>
                <a:cxn ang="0">
                  <a:pos x="600" y="495"/>
                </a:cxn>
                <a:cxn ang="0">
                  <a:pos x="572" y="529"/>
                </a:cxn>
                <a:cxn ang="0">
                  <a:pos x="514" y="548"/>
                </a:cxn>
                <a:cxn ang="0">
                  <a:pos x="471" y="565"/>
                </a:cxn>
                <a:cxn ang="0">
                  <a:pos x="441" y="541"/>
                </a:cxn>
                <a:cxn ang="0">
                  <a:pos x="398" y="552"/>
                </a:cxn>
                <a:cxn ang="0">
                  <a:pos x="375" y="569"/>
                </a:cxn>
                <a:cxn ang="0">
                  <a:pos x="351" y="551"/>
                </a:cxn>
                <a:cxn ang="0">
                  <a:pos x="317" y="562"/>
                </a:cxn>
                <a:cxn ang="0">
                  <a:pos x="294" y="582"/>
                </a:cxn>
                <a:cxn ang="0">
                  <a:pos x="260" y="577"/>
                </a:cxn>
                <a:cxn ang="0">
                  <a:pos x="231" y="575"/>
                </a:cxn>
                <a:cxn ang="0">
                  <a:pos x="199" y="575"/>
                </a:cxn>
                <a:cxn ang="0">
                  <a:pos x="160" y="575"/>
                </a:cxn>
                <a:cxn ang="0">
                  <a:pos x="150" y="542"/>
                </a:cxn>
                <a:cxn ang="0">
                  <a:pos x="132" y="554"/>
                </a:cxn>
                <a:cxn ang="0">
                  <a:pos x="109" y="541"/>
                </a:cxn>
                <a:cxn ang="0">
                  <a:pos x="78" y="521"/>
                </a:cxn>
                <a:cxn ang="0">
                  <a:pos x="57" y="532"/>
                </a:cxn>
              </a:cxnLst>
              <a:rect l="0" t="0" r="r" b="b"/>
              <a:pathLst>
                <a:path w="783" h="583">
                  <a:moveTo>
                    <a:pt x="56" y="531"/>
                  </a:moveTo>
                  <a:cubicBezTo>
                    <a:pt x="55" y="531"/>
                    <a:pt x="54" y="530"/>
                    <a:pt x="53" y="529"/>
                  </a:cubicBezTo>
                  <a:cubicBezTo>
                    <a:pt x="52" y="528"/>
                    <a:pt x="49" y="526"/>
                    <a:pt x="47" y="525"/>
                  </a:cubicBezTo>
                  <a:cubicBezTo>
                    <a:pt x="46" y="525"/>
                    <a:pt x="43" y="525"/>
                    <a:pt x="42" y="525"/>
                  </a:cubicBezTo>
                  <a:cubicBezTo>
                    <a:pt x="40" y="526"/>
                    <a:pt x="39" y="529"/>
                    <a:pt x="38" y="530"/>
                  </a:cubicBezTo>
                  <a:cubicBezTo>
                    <a:pt x="37" y="532"/>
                    <a:pt x="37" y="535"/>
                    <a:pt x="35" y="536"/>
                  </a:cubicBezTo>
                  <a:cubicBezTo>
                    <a:pt x="34" y="537"/>
                    <a:pt x="31" y="537"/>
                    <a:pt x="30" y="537"/>
                  </a:cubicBezTo>
                  <a:cubicBezTo>
                    <a:pt x="28" y="537"/>
                    <a:pt x="26" y="536"/>
                    <a:pt x="24" y="535"/>
                  </a:cubicBezTo>
                  <a:cubicBezTo>
                    <a:pt x="23" y="534"/>
                    <a:pt x="20" y="530"/>
                    <a:pt x="19" y="528"/>
                  </a:cubicBezTo>
                  <a:cubicBezTo>
                    <a:pt x="17" y="527"/>
                    <a:pt x="15" y="523"/>
                    <a:pt x="14" y="521"/>
                  </a:cubicBezTo>
                  <a:cubicBezTo>
                    <a:pt x="13" y="519"/>
                    <a:pt x="10" y="515"/>
                    <a:pt x="10" y="513"/>
                  </a:cubicBezTo>
                  <a:cubicBezTo>
                    <a:pt x="10" y="510"/>
                    <a:pt x="11" y="505"/>
                    <a:pt x="11" y="503"/>
                  </a:cubicBezTo>
                  <a:cubicBezTo>
                    <a:pt x="11" y="500"/>
                    <a:pt x="11" y="494"/>
                    <a:pt x="11" y="491"/>
                  </a:cubicBezTo>
                  <a:cubicBezTo>
                    <a:pt x="11" y="489"/>
                    <a:pt x="11" y="483"/>
                    <a:pt x="10" y="480"/>
                  </a:cubicBezTo>
                  <a:cubicBezTo>
                    <a:pt x="9" y="479"/>
                    <a:pt x="7" y="476"/>
                    <a:pt x="6" y="475"/>
                  </a:cubicBezTo>
                  <a:cubicBezTo>
                    <a:pt x="5" y="473"/>
                    <a:pt x="2" y="471"/>
                    <a:pt x="2" y="469"/>
                  </a:cubicBezTo>
                  <a:cubicBezTo>
                    <a:pt x="1" y="468"/>
                    <a:pt x="1" y="464"/>
                    <a:pt x="1" y="462"/>
                  </a:cubicBezTo>
                  <a:cubicBezTo>
                    <a:pt x="1" y="461"/>
                    <a:pt x="0" y="457"/>
                    <a:pt x="1" y="456"/>
                  </a:cubicBezTo>
                  <a:cubicBezTo>
                    <a:pt x="2" y="453"/>
                    <a:pt x="6" y="450"/>
                    <a:pt x="8" y="449"/>
                  </a:cubicBezTo>
                  <a:cubicBezTo>
                    <a:pt x="10" y="447"/>
                    <a:pt x="14" y="445"/>
                    <a:pt x="16" y="444"/>
                  </a:cubicBezTo>
                  <a:cubicBezTo>
                    <a:pt x="20" y="442"/>
                    <a:pt x="28" y="439"/>
                    <a:pt x="32" y="437"/>
                  </a:cubicBezTo>
                  <a:cubicBezTo>
                    <a:pt x="35" y="436"/>
                    <a:pt x="39" y="433"/>
                    <a:pt x="41" y="432"/>
                  </a:cubicBezTo>
                  <a:cubicBezTo>
                    <a:pt x="45" y="432"/>
                    <a:pt x="53" y="432"/>
                    <a:pt x="57" y="432"/>
                  </a:cubicBezTo>
                  <a:cubicBezTo>
                    <a:pt x="61" y="433"/>
                    <a:pt x="69" y="434"/>
                    <a:pt x="73" y="433"/>
                  </a:cubicBezTo>
                  <a:cubicBezTo>
                    <a:pt x="76" y="433"/>
                    <a:pt x="83" y="432"/>
                    <a:pt x="87" y="431"/>
                  </a:cubicBezTo>
                  <a:cubicBezTo>
                    <a:pt x="90" y="430"/>
                    <a:pt x="96" y="427"/>
                    <a:pt x="99" y="426"/>
                  </a:cubicBezTo>
                  <a:cubicBezTo>
                    <a:pt x="101" y="424"/>
                    <a:pt x="106" y="421"/>
                    <a:pt x="108" y="419"/>
                  </a:cubicBezTo>
                  <a:cubicBezTo>
                    <a:pt x="110" y="417"/>
                    <a:pt x="114" y="411"/>
                    <a:pt x="115" y="408"/>
                  </a:cubicBezTo>
                  <a:cubicBezTo>
                    <a:pt x="116" y="405"/>
                    <a:pt x="117" y="399"/>
                    <a:pt x="117" y="395"/>
                  </a:cubicBezTo>
                  <a:cubicBezTo>
                    <a:pt x="117" y="392"/>
                    <a:pt x="116" y="385"/>
                    <a:pt x="116" y="381"/>
                  </a:cubicBezTo>
                  <a:cubicBezTo>
                    <a:pt x="115" y="378"/>
                    <a:pt x="113" y="371"/>
                    <a:pt x="111" y="368"/>
                  </a:cubicBezTo>
                  <a:cubicBezTo>
                    <a:pt x="110" y="364"/>
                    <a:pt x="106" y="357"/>
                    <a:pt x="104" y="354"/>
                  </a:cubicBezTo>
                  <a:cubicBezTo>
                    <a:pt x="102" y="351"/>
                    <a:pt x="99" y="345"/>
                    <a:pt x="97" y="343"/>
                  </a:cubicBezTo>
                  <a:cubicBezTo>
                    <a:pt x="95" y="338"/>
                    <a:pt x="89" y="328"/>
                    <a:pt x="88" y="323"/>
                  </a:cubicBezTo>
                  <a:cubicBezTo>
                    <a:pt x="86" y="318"/>
                    <a:pt x="85" y="306"/>
                    <a:pt x="85" y="300"/>
                  </a:cubicBezTo>
                  <a:cubicBezTo>
                    <a:pt x="85" y="296"/>
                    <a:pt x="86" y="286"/>
                    <a:pt x="88" y="281"/>
                  </a:cubicBezTo>
                  <a:cubicBezTo>
                    <a:pt x="89" y="276"/>
                    <a:pt x="94" y="266"/>
                    <a:pt x="97" y="261"/>
                  </a:cubicBezTo>
                  <a:cubicBezTo>
                    <a:pt x="98" y="258"/>
                    <a:pt x="103" y="253"/>
                    <a:pt x="103" y="250"/>
                  </a:cubicBezTo>
                  <a:cubicBezTo>
                    <a:pt x="104" y="248"/>
                    <a:pt x="103" y="244"/>
                    <a:pt x="103" y="242"/>
                  </a:cubicBezTo>
                  <a:cubicBezTo>
                    <a:pt x="102" y="240"/>
                    <a:pt x="99" y="234"/>
                    <a:pt x="97" y="233"/>
                  </a:cubicBezTo>
                  <a:cubicBezTo>
                    <a:pt x="96" y="231"/>
                    <a:pt x="91" y="230"/>
                    <a:pt x="89" y="229"/>
                  </a:cubicBezTo>
                  <a:cubicBezTo>
                    <a:pt x="87" y="228"/>
                    <a:pt x="82" y="226"/>
                    <a:pt x="80" y="224"/>
                  </a:cubicBezTo>
                  <a:cubicBezTo>
                    <a:pt x="78" y="223"/>
                    <a:pt x="75" y="221"/>
                    <a:pt x="74" y="219"/>
                  </a:cubicBezTo>
                  <a:cubicBezTo>
                    <a:pt x="73" y="217"/>
                    <a:pt x="73" y="213"/>
                    <a:pt x="72" y="211"/>
                  </a:cubicBezTo>
                  <a:cubicBezTo>
                    <a:pt x="72" y="209"/>
                    <a:pt x="71" y="204"/>
                    <a:pt x="70" y="202"/>
                  </a:cubicBezTo>
                  <a:cubicBezTo>
                    <a:pt x="70" y="198"/>
                    <a:pt x="69" y="190"/>
                    <a:pt x="68" y="186"/>
                  </a:cubicBezTo>
                  <a:cubicBezTo>
                    <a:pt x="67" y="184"/>
                    <a:pt x="64" y="179"/>
                    <a:pt x="63" y="177"/>
                  </a:cubicBezTo>
                  <a:cubicBezTo>
                    <a:pt x="62" y="176"/>
                    <a:pt x="60" y="173"/>
                    <a:pt x="58" y="172"/>
                  </a:cubicBezTo>
                  <a:cubicBezTo>
                    <a:pt x="57" y="171"/>
                    <a:pt x="54" y="170"/>
                    <a:pt x="52" y="170"/>
                  </a:cubicBezTo>
                  <a:cubicBezTo>
                    <a:pt x="52" y="169"/>
                    <a:pt x="51" y="168"/>
                    <a:pt x="50" y="167"/>
                  </a:cubicBezTo>
                  <a:cubicBezTo>
                    <a:pt x="50" y="167"/>
                    <a:pt x="50" y="167"/>
                    <a:pt x="50" y="167"/>
                  </a:cubicBezTo>
                  <a:cubicBezTo>
                    <a:pt x="51" y="163"/>
                    <a:pt x="51" y="154"/>
                    <a:pt x="53" y="151"/>
                  </a:cubicBezTo>
                  <a:cubicBezTo>
                    <a:pt x="56" y="147"/>
                    <a:pt x="64" y="142"/>
                    <a:pt x="69" y="141"/>
                  </a:cubicBezTo>
                  <a:cubicBezTo>
                    <a:pt x="75" y="138"/>
                    <a:pt x="96" y="138"/>
                    <a:pt x="97" y="138"/>
                  </a:cubicBezTo>
                  <a:cubicBezTo>
                    <a:pt x="98" y="138"/>
                    <a:pt x="112" y="142"/>
                    <a:pt x="116" y="144"/>
                  </a:cubicBezTo>
                  <a:cubicBezTo>
                    <a:pt x="120" y="147"/>
                    <a:pt x="125" y="157"/>
                    <a:pt x="129" y="159"/>
                  </a:cubicBezTo>
                  <a:cubicBezTo>
                    <a:pt x="134" y="162"/>
                    <a:pt x="148" y="164"/>
                    <a:pt x="154" y="165"/>
                  </a:cubicBezTo>
                  <a:cubicBezTo>
                    <a:pt x="160" y="166"/>
                    <a:pt x="171" y="167"/>
                    <a:pt x="177" y="165"/>
                  </a:cubicBezTo>
                  <a:cubicBezTo>
                    <a:pt x="181" y="163"/>
                    <a:pt x="188" y="158"/>
                    <a:pt x="190" y="154"/>
                  </a:cubicBezTo>
                  <a:cubicBezTo>
                    <a:pt x="192" y="150"/>
                    <a:pt x="193" y="141"/>
                    <a:pt x="192" y="137"/>
                  </a:cubicBezTo>
                  <a:cubicBezTo>
                    <a:pt x="191" y="133"/>
                    <a:pt x="184" y="126"/>
                    <a:pt x="181" y="122"/>
                  </a:cubicBezTo>
                  <a:cubicBezTo>
                    <a:pt x="178" y="118"/>
                    <a:pt x="169" y="111"/>
                    <a:pt x="166" y="106"/>
                  </a:cubicBezTo>
                  <a:cubicBezTo>
                    <a:pt x="165" y="103"/>
                    <a:pt x="162" y="97"/>
                    <a:pt x="162" y="94"/>
                  </a:cubicBezTo>
                  <a:cubicBezTo>
                    <a:pt x="163" y="90"/>
                    <a:pt x="169" y="84"/>
                    <a:pt x="169" y="80"/>
                  </a:cubicBezTo>
                  <a:cubicBezTo>
                    <a:pt x="170" y="77"/>
                    <a:pt x="169" y="71"/>
                    <a:pt x="168" y="68"/>
                  </a:cubicBezTo>
                  <a:cubicBezTo>
                    <a:pt x="167" y="66"/>
                    <a:pt x="163" y="64"/>
                    <a:pt x="162" y="63"/>
                  </a:cubicBezTo>
                  <a:cubicBezTo>
                    <a:pt x="162" y="61"/>
                    <a:pt x="162" y="56"/>
                    <a:pt x="163" y="54"/>
                  </a:cubicBezTo>
                  <a:cubicBezTo>
                    <a:pt x="165" y="50"/>
                    <a:pt x="175" y="50"/>
                    <a:pt x="179" y="49"/>
                  </a:cubicBezTo>
                  <a:cubicBezTo>
                    <a:pt x="183" y="48"/>
                    <a:pt x="192" y="49"/>
                    <a:pt x="196" y="48"/>
                  </a:cubicBezTo>
                  <a:cubicBezTo>
                    <a:pt x="200" y="47"/>
                    <a:pt x="206" y="43"/>
                    <a:pt x="209" y="41"/>
                  </a:cubicBezTo>
                  <a:cubicBezTo>
                    <a:pt x="213" y="38"/>
                    <a:pt x="218" y="31"/>
                    <a:pt x="222" y="28"/>
                  </a:cubicBezTo>
                  <a:cubicBezTo>
                    <a:pt x="225" y="26"/>
                    <a:pt x="233" y="23"/>
                    <a:pt x="236" y="22"/>
                  </a:cubicBezTo>
                  <a:cubicBezTo>
                    <a:pt x="242" y="21"/>
                    <a:pt x="252" y="19"/>
                    <a:pt x="258" y="20"/>
                  </a:cubicBezTo>
                  <a:cubicBezTo>
                    <a:pt x="261" y="21"/>
                    <a:pt x="266" y="24"/>
                    <a:pt x="268" y="26"/>
                  </a:cubicBezTo>
                  <a:cubicBezTo>
                    <a:pt x="270" y="29"/>
                    <a:pt x="270" y="37"/>
                    <a:pt x="269" y="41"/>
                  </a:cubicBezTo>
                  <a:cubicBezTo>
                    <a:pt x="268" y="45"/>
                    <a:pt x="262" y="52"/>
                    <a:pt x="260" y="56"/>
                  </a:cubicBezTo>
                  <a:cubicBezTo>
                    <a:pt x="259" y="60"/>
                    <a:pt x="256" y="68"/>
                    <a:pt x="256" y="72"/>
                  </a:cubicBezTo>
                  <a:cubicBezTo>
                    <a:pt x="257" y="76"/>
                    <a:pt x="259" y="84"/>
                    <a:pt x="262" y="86"/>
                  </a:cubicBezTo>
                  <a:cubicBezTo>
                    <a:pt x="264" y="88"/>
                    <a:pt x="271" y="88"/>
                    <a:pt x="274" y="87"/>
                  </a:cubicBezTo>
                  <a:cubicBezTo>
                    <a:pt x="278" y="86"/>
                    <a:pt x="282" y="81"/>
                    <a:pt x="286" y="80"/>
                  </a:cubicBezTo>
                  <a:cubicBezTo>
                    <a:pt x="291" y="79"/>
                    <a:pt x="301" y="80"/>
                    <a:pt x="306" y="81"/>
                  </a:cubicBezTo>
                  <a:cubicBezTo>
                    <a:pt x="311" y="82"/>
                    <a:pt x="321" y="89"/>
                    <a:pt x="327" y="90"/>
                  </a:cubicBezTo>
                  <a:cubicBezTo>
                    <a:pt x="333" y="92"/>
                    <a:pt x="347" y="97"/>
                    <a:pt x="352" y="93"/>
                  </a:cubicBezTo>
                  <a:cubicBezTo>
                    <a:pt x="354" y="91"/>
                    <a:pt x="353" y="85"/>
                    <a:pt x="353" y="82"/>
                  </a:cubicBezTo>
                  <a:cubicBezTo>
                    <a:pt x="353" y="79"/>
                    <a:pt x="351" y="73"/>
                    <a:pt x="352" y="70"/>
                  </a:cubicBezTo>
                  <a:cubicBezTo>
                    <a:pt x="353" y="67"/>
                    <a:pt x="359" y="61"/>
                    <a:pt x="361" y="59"/>
                  </a:cubicBezTo>
                  <a:cubicBezTo>
                    <a:pt x="364" y="56"/>
                    <a:pt x="372" y="51"/>
                    <a:pt x="375" y="49"/>
                  </a:cubicBezTo>
                  <a:cubicBezTo>
                    <a:pt x="379" y="46"/>
                    <a:pt x="385" y="40"/>
                    <a:pt x="388" y="37"/>
                  </a:cubicBezTo>
                  <a:cubicBezTo>
                    <a:pt x="392" y="34"/>
                    <a:pt x="401" y="26"/>
                    <a:pt x="405" y="22"/>
                  </a:cubicBezTo>
                  <a:cubicBezTo>
                    <a:pt x="408" y="19"/>
                    <a:pt x="411" y="10"/>
                    <a:pt x="415" y="8"/>
                  </a:cubicBezTo>
                  <a:cubicBezTo>
                    <a:pt x="418" y="5"/>
                    <a:pt x="428" y="1"/>
                    <a:pt x="432" y="1"/>
                  </a:cubicBezTo>
                  <a:cubicBezTo>
                    <a:pt x="437" y="0"/>
                    <a:pt x="445" y="3"/>
                    <a:pt x="449" y="4"/>
                  </a:cubicBezTo>
                  <a:cubicBezTo>
                    <a:pt x="454" y="6"/>
                    <a:pt x="463" y="9"/>
                    <a:pt x="467" y="12"/>
                  </a:cubicBezTo>
                  <a:cubicBezTo>
                    <a:pt x="470" y="15"/>
                    <a:pt x="477" y="22"/>
                    <a:pt x="478" y="27"/>
                  </a:cubicBezTo>
                  <a:cubicBezTo>
                    <a:pt x="479" y="29"/>
                    <a:pt x="478" y="34"/>
                    <a:pt x="477" y="37"/>
                  </a:cubicBezTo>
                  <a:cubicBezTo>
                    <a:pt x="476" y="39"/>
                    <a:pt x="472" y="43"/>
                    <a:pt x="471" y="46"/>
                  </a:cubicBezTo>
                  <a:cubicBezTo>
                    <a:pt x="470" y="49"/>
                    <a:pt x="471" y="56"/>
                    <a:pt x="471" y="59"/>
                  </a:cubicBezTo>
                  <a:cubicBezTo>
                    <a:pt x="471" y="64"/>
                    <a:pt x="473" y="74"/>
                    <a:pt x="473" y="79"/>
                  </a:cubicBezTo>
                  <a:cubicBezTo>
                    <a:pt x="473" y="82"/>
                    <a:pt x="474" y="87"/>
                    <a:pt x="472" y="88"/>
                  </a:cubicBezTo>
                  <a:cubicBezTo>
                    <a:pt x="470" y="90"/>
                    <a:pt x="465" y="87"/>
                    <a:pt x="463" y="86"/>
                  </a:cubicBezTo>
                  <a:cubicBezTo>
                    <a:pt x="461" y="85"/>
                    <a:pt x="457" y="81"/>
                    <a:pt x="455" y="80"/>
                  </a:cubicBezTo>
                  <a:cubicBezTo>
                    <a:pt x="453" y="79"/>
                    <a:pt x="449" y="77"/>
                    <a:pt x="446" y="77"/>
                  </a:cubicBezTo>
                  <a:cubicBezTo>
                    <a:pt x="443" y="77"/>
                    <a:pt x="438" y="79"/>
                    <a:pt x="436" y="81"/>
                  </a:cubicBezTo>
                  <a:cubicBezTo>
                    <a:pt x="433" y="82"/>
                    <a:pt x="430" y="87"/>
                    <a:pt x="429" y="90"/>
                  </a:cubicBezTo>
                  <a:cubicBezTo>
                    <a:pt x="429" y="93"/>
                    <a:pt x="432" y="98"/>
                    <a:pt x="434" y="101"/>
                  </a:cubicBezTo>
                  <a:cubicBezTo>
                    <a:pt x="437" y="104"/>
                    <a:pt x="444" y="110"/>
                    <a:pt x="449" y="111"/>
                  </a:cubicBezTo>
                  <a:cubicBezTo>
                    <a:pt x="453" y="113"/>
                    <a:pt x="462" y="111"/>
                    <a:pt x="467" y="110"/>
                  </a:cubicBezTo>
                  <a:cubicBezTo>
                    <a:pt x="473" y="108"/>
                    <a:pt x="484" y="103"/>
                    <a:pt x="491" y="102"/>
                  </a:cubicBezTo>
                  <a:cubicBezTo>
                    <a:pt x="496" y="102"/>
                    <a:pt x="506" y="100"/>
                    <a:pt x="510" y="102"/>
                  </a:cubicBezTo>
                  <a:cubicBezTo>
                    <a:pt x="514" y="103"/>
                    <a:pt x="521" y="110"/>
                    <a:pt x="525" y="112"/>
                  </a:cubicBezTo>
                  <a:cubicBezTo>
                    <a:pt x="528" y="114"/>
                    <a:pt x="534" y="117"/>
                    <a:pt x="538" y="117"/>
                  </a:cubicBezTo>
                  <a:cubicBezTo>
                    <a:pt x="541" y="118"/>
                    <a:pt x="549" y="115"/>
                    <a:pt x="552" y="114"/>
                  </a:cubicBezTo>
                  <a:cubicBezTo>
                    <a:pt x="555" y="113"/>
                    <a:pt x="559" y="109"/>
                    <a:pt x="561" y="107"/>
                  </a:cubicBezTo>
                  <a:cubicBezTo>
                    <a:pt x="563" y="104"/>
                    <a:pt x="567" y="98"/>
                    <a:pt x="569" y="95"/>
                  </a:cubicBezTo>
                  <a:cubicBezTo>
                    <a:pt x="571" y="92"/>
                    <a:pt x="576" y="86"/>
                    <a:pt x="579" y="82"/>
                  </a:cubicBezTo>
                  <a:cubicBezTo>
                    <a:pt x="581" y="80"/>
                    <a:pt x="586" y="75"/>
                    <a:pt x="588" y="72"/>
                  </a:cubicBezTo>
                  <a:cubicBezTo>
                    <a:pt x="590" y="69"/>
                    <a:pt x="596" y="63"/>
                    <a:pt x="598" y="60"/>
                  </a:cubicBezTo>
                  <a:cubicBezTo>
                    <a:pt x="600" y="55"/>
                    <a:pt x="602" y="46"/>
                    <a:pt x="603" y="42"/>
                  </a:cubicBezTo>
                  <a:cubicBezTo>
                    <a:pt x="604" y="38"/>
                    <a:pt x="604" y="30"/>
                    <a:pt x="605" y="26"/>
                  </a:cubicBezTo>
                  <a:cubicBezTo>
                    <a:pt x="606" y="24"/>
                    <a:pt x="608" y="19"/>
                    <a:pt x="610" y="18"/>
                  </a:cubicBezTo>
                  <a:cubicBezTo>
                    <a:pt x="612" y="18"/>
                    <a:pt x="616" y="21"/>
                    <a:pt x="618" y="22"/>
                  </a:cubicBezTo>
                  <a:cubicBezTo>
                    <a:pt x="622" y="24"/>
                    <a:pt x="629" y="29"/>
                    <a:pt x="632" y="32"/>
                  </a:cubicBezTo>
                  <a:cubicBezTo>
                    <a:pt x="637" y="35"/>
                    <a:pt x="647" y="41"/>
                    <a:pt x="650" y="45"/>
                  </a:cubicBezTo>
                  <a:cubicBezTo>
                    <a:pt x="654" y="49"/>
                    <a:pt x="658" y="58"/>
                    <a:pt x="659" y="63"/>
                  </a:cubicBezTo>
                  <a:cubicBezTo>
                    <a:pt x="660" y="67"/>
                    <a:pt x="660" y="75"/>
                    <a:pt x="660" y="78"/>
                  </a:cubicBezTo>
                  <a:cubicBezTo>
                    <a:pt x="660" y="82"/>
                    <a:pt x="660" y="90"/>
                    <a:pt x="659" y="94"/>
                  </a:cubicBezTo>
                  <a:cubicBezTo>
                    <a:pt x="658" y="98"/>
                    <a:pt x="653" y="105"/>
                    <a:pt x="652" y="109"/>
                  </a:cubicBezTo>
                  <a:cubicBezTo>
                    <a:pt x="651" y="114"/>
                    <a:pt x="650" y="122"/>
                    <a:pt x="651" y="127"/>
                  </a:cubicBezTo>
                  <a:cubicBezTo>
                    <a:pt x="651" y="132"/>
                    <a:pt x="653" y="141"/>
                    <a:pt x="656" y="146"/>
                  </a:cubicBezTo>
                  <a:cubicBezTo>
                    <a:pt x="659" y="151"/>
                    <a:pt x="672" y="158"/>
                    <a:pt x="675" y="163"/>
                  </a:cubicBezTo>
                  <a:cubicBezTo>
                    <a:pt x="678" y="166"/>
                    <a:pt x="680" y="173"/>
                    <a:pt x="681" y="177"/>
                  </a:cubicBezTo>
                  <a:cubicBezTo>
                    <a:pt x="683" y="181"/>
                    <a:pt x="685" y="188"/>
                    <a:pt x="686" y="192"/>
                  </a:cubicBezTo>
                  <a:cubicBezTo>
                    <a:pt x="687" y="196"/>
                    <a:pt x="690" y="205"/>
                    <a:pt x="692" y="208"/>
                  </a:cubicBezTo>
                  <a:cubicBezTo>
                    <a:pt x="694" y="211"/>
                    <a:pt x="699" y="215"/>
                    <a:pt x="702" y="217"/>
                  </a:cubicBezTo>
                  <a:cubicBezTo>
                    <a:pt x="707" y="218"/>
                    <a:pt x="717" y="218"/>
                    <a:pt x="721" y="218"/>
                  </a:cubicBezTo>
                  <a:cubicBezTo>
                    <a:pt x="726" y="217"/>
                    <a:pt x="736" y="214"/>
                    <a:pt x="741" y="213"/>
                  </a:cubicBezTo>
                  <a:cubicBezTo>
                    <a:pt x="744" y="213"/>
                    <a:pt x="751" y="212"/>
                    <a:pt x="754" y="214"/>
                  </a:cubicBezTo>
                  <a:cubicBezTo>
                    <a:pt x="757" y="215"/>
                    <a:pt x="760" y="220"/>
                    <a:pt x="761" y="223"/>
                  </a:cubicBezTo>
                  <a:cubicBezTo>
                    <a:pt x="762" y="226"/>
                    <a:pt x="761" y="233"/>
                    <a:pt x="760" y="236"/>
                  </a:cubicBezTo>
                  <a:cubicBezTo>
                    <a:pt x="759" y="240"/>
                    <a:pt x="754" y="245"/>
                    <a:pt x="752" y="249"/>
                  </a:cubicBezTo>
                  <a:cubicBezTo>
                    <a:pt x="751" y="252"/>
                    <a:pt x="748" y="257"/>
                    <a:pt x="749" y="260"/>
                  </a:cubicBezTo>
                  <a:cubicBezTo>
                    <a:pt x="749" y="263"/>
                    <a:pt x="751" y="266"/>
                    <a:pt x="754" y="268"/>
                  </a:cubicBezTo>
                  <a:cubicBezTo>
                    <a:pt x="753" y="270"/>
                    <a:pt x="753" y="272"/>
                    <a:pt x="752" y="273"/>
                  </a:cubicBezTo>
                  <a:cubicBezTo>
                    <a:pt x="752" y="276"/>
                    <a:pt x="750" y="280"/>
                    <a:pt x="750" y="283"/>
                  </a:cubicBezTo>
                  <a:cubicBezTo>
                    <a:pt x="749" y="286"/>
                    <a:pt x="747" y="293"/>
                    <a:pt x="747" y="296"/>
                  </a:cubicBezTo>
                  <a:cubicBezTo>
                    <a:pt x="746" y="300"/>
                    <a:pt x="745" y="307"/>
                    <a:pt x="745" y="311"/>
                  </a:cubicBezTo>
                  <a:cubicBezTo>
                    <a:pt x="745" y="313"/>
                    <a:pt x="744" y="318"/>
                    <a:pt x="744" y="321"/>
                  </a:cubicBezTo>
                  <a:cubicBezTo>
                    <a:pt x="744" y="323"/>
                    <a:pt x="745" y="326"/>
                    <a:pt x="746" y="328"/>
                  </a:cubicBezTo>
                  <a:cubicBezTo>
                    <a:pt x="746" y="329"/>
                    <a:pt x="748" y="332"/>
                    <a:pt x="750" y="334"/>
                  </a:cubicBezTo>
                  <a:cubicBezTo>
                    <a:pt x="751" y="335"/>
                    <a:pt x="753" y="338"/>
                    <a:pt x="755" y="339"/>
                  </a:cubicBezTo>
                  <a:cubicBezTo>
                    <a:pt x="756" y="340"/>
                    <a:pt x="760" y="342"/>
                    <a:pt x="762" y="344"/>
                  </a:cubicBezTo>
                  <a:cubicBezTo>
                    <a:pt x="765" y="345"/>
                    <a:pt x="770" y="349"/>
                    <a:pt x="772" y="352"/>
                  </a:cubicBezTo>
                  <a:cubicBezTo>
                    <a:pt x="775" y="354"/>
                    <a:pt x="778" y="359"/>
                    <a:pt x="779" y="362"/>
                  </a:cubicBezTo>
                  <a:cubicBezTo>
                    <a:pt x="780" y="365"/>
                    <a:pt x="782" y="372"/>
                    <a:pt x="783" y="376"/>
                  </a:cubicBezTo>
                  <a:cubicBezTo>
                    <a:pt x="783" y="380"/>
                    <a:pt x="783" y="388"/>
                    <a:pt x="782" y="391"/>
                  </a:cubicBezTo>
                  <a:cubicBezTo>
                    <a:pt x="782" y="395"/>
                    <a:pt x="780" y="403"/>
                    <a:pt x="778" y="406"/>
                  </a:cubicBezTo>
                  <a:cubicBezTo>
                    <a:pt x="776" y="410"/>
                    <a:pt x="770" y="415"/>
                    <a:pt x="767" y="417"/>
                  </a:cubicBezTo>
                  <a:cubicBezTo>
                    <a:pt x="765" y="418"/>
                    <a:pt x="761" y="420"/>
                    <a:pt x="759" y="420"/>
                  </a:cubicBezTo>
                  <a:cubicBezTo>
                    <a:pt x="758" y="420"/>
                    <a:pt x="756" y="420"/>
                    <a:pt x="754" y="420"/>
                  </a:cubicBezTo>
                  <a:cubicBezTo>
                    <a:pt x="753" y="420"/>
                    <a:pt x="750" y="420"/>
                    <a:pt x="748" y="420"/>
                  </a:cubicBezTo>
                  <a:cubicBezTo>
                    <a:pt x="747" y="419"/>
                    <a:pt x="746" y="417"/>
                    <a:pt x="745" y="417"/>
                  </a:cubicBezTo>
                  <a:cubicBezTo>
                    <a:pt x="743" y="416"/>
                    <a:pt x="741" y="416"/>
                    <a:pt x="739" y="417"/>
                  </a:cubicBezTo>
                  <a:cubicBezTo>
                    <a:pt x="738" y="417"/>
                    <a:pt x="736" y="421"/>
                    <a:pt x="735" y="422"/>
                  </a:cubicBezTo>
                  <a:cubicBezTo>
                    <a:pt x="734" y="424"/>
                    <a:pt x="732" y="427"/>
                    <a:pt x="731" y="429"/>
                  </a:cubicBezTo>
                  <a:cubicBezTo>
                    <a:pt x="730" y="430"/>
                    <a:pt x="727" y="433"/>
                    <a:pt x="726" y="433"/>
                  </a:cubicBezTo>
                  <a:cubicBezTo>
                    <a:pt x="724" y="434"/>
                    <a:pt x="720" y="434"/>
                    <a:pt x="719" y="435"/>
                  </a:cubicBezTo>
                  <a:cubicBezTo>
                    <a:pt x="716" y="436"/>
                    <a:pt x="711" y="437"/>
                    <a:pt x="708" y="438"/>
                  </a:cubicBezTo>
                  <a:cubicBezTo>
                    <a:pt x="704" y="440"/>
                    <a:pt x="695" y="443"/>
                    <a:pt x="691" y="446"/>
                  </a:cubicBezTo>
                  <a:cubicBezTo>
                    <a:pt x="688" y="447"/>
                    <a:pt x="684" y="451"/>
                    <a:pt x="681" y="453"/>
                  </a:cubicBezTo>
                  <a:cubicBezTo>
                    <a:pt x="678" y="455"/>
                    <a:pt x="673" y="462"/>
                    <a:pt x="669" y="465"/>
                  </a:cubicBezTo>
                  <a:cubicBezTo>
                    <a:pt x="666" y="468"/>
                    <a:pt x="660" y="473"/>
                    <a:pt x="657" y="476"/>
                  </a:cubicBezTo>
                  <a:cubicBezTo>
                    <a:pt x="654" y="478"/>
                    <a:pt x="646" y="482"/>
                    <a:pt x="642" y="483"/>
                  </a:cubicBezTo>
                  <a:cubicBezTo>
                    <a:pt x="638" y="484"/>
                    <a:pt x="630" y="484"/>
                    <a:pt x="626" y="484"/>
                  </a:cubicBezTo>
                  <a:cubicBezTo>
                    <a:pt x="623" y="485"/>
                    <a:pt x="615" y="486"/>
                    <a:pt x="612" y="487"/>
                  </a:cubicBezTo>
                  <a:cubicBezTo>
                    <a:pt x="609" y="489"/>
                    <a:pt x="602" y="492"/>
                    <a:pt x="600" y="495"/>
                  </a:cubicBezTo>
                  <a:cubicBezTo>
                    <a:pt x="598" y="497"/>
                    <a:pt x="597" y="502"/>
                    <a:pt x="596" y="505"/>
                  </a:cubicBezTo>
                  <a:cubicBezTo>
                    <a:pt x="595" y="508"/>
                    <a:pt x="594" y="513"/>
                    <a:pt x="592" y="515"/>
                  </a:cubicBezTo>
                  <a:cubicBezTo>
                    <a:pt x="592" y="517"/>
                    <a:pt x="589" y="521"/>
                    <a:pt x="588" y="522"/>
                  </a:cubicBezTo>
                  <a:cubicBezTo>
                    <a:pt x="585" y="524"/>
                    <a:pt x="580" y="526"/>
                    <a:pt x="577" y="527"/>
                  </a:cubicBezTo>
                  <a:cubicBezTo>
                    <a:pt x="576" y="528"/>
                    <a:pt x="574" y="528"/>
                    <a:pt x="572" y="529"/>
                  </a:cubicBezTo>
                  <a:cubicBezTo>
                    <a:pt x="570" y="528"/>
                    <a:pt x="567" y="528"/>
                    <a:pt x="566" y="528"/>
                  </a:cubicBezTo>
                  <a:cubicBezTo>
                    <a:pt x="563" y="529"/>
                    <a:pt x="557" y="530"/>
                    <a:pt x="554" y="531"/>
                  </a:cubicBezTo>
                  <a:cubicBezTo>
                    <a:pt x="550" y="532"/>
                    <a:pt x="544" y="535"/>
                    <a:pt x="541" y="537"/>
                  </a:cubicBezTo>
                  <a:cubicBezTo>
                    <a:pt x="538" y="538"/>
                    <a:pt x="532" y="542"/>
                    <a:pt x="529" y="543"/>
                  </a:cubicBezTo>
                  <a:cubicBezTo>
                    <a:pt x="526" y="545"/>
                    <a:pt x="518" y="547"/>
                    <a:pt x="514" y="548"/>
                  </a:cubicBezTo>
                  <a:cubicBezTo>
                    <a:pt x="512" y="549"/>
                    <a:pt x="506" y="549"/>
                    <a:pt x="503" y="550"/>
                  </a:cubicBezTo>
                  <a:cubicBezTo>
                    <a:pt x="501" y="550"/>
                    <a:pt x="497" y="551"/>
                    <a:pt x="495" y="552"/>
                  </a:cubicBezTo>
                  <a:cubicBezTo>
                    <a:pt x="493" y="554"/>
                    <a:pt x="489" y="558"/>
                    <a:pt x="487" y="559"/>
                  </a:cubicBezTo>
                  <a:cubicBezTo>
                    <a:pt x="486" y="561"/>
                    <a:pt x="483" y="564"/>
                    <a:pt x="481" y="564"/>
                  </a:cubicBezTo>
                  <a:cubicBezTo>
                    <a:pt x="479" y="565"/>
                    <a:pt x="474" y="565"/>
                    <a:pt x="471" y="565"/>
                  </a:cubicBezTo>
                  <a:cubicBezTo>
                    <a:pt x="469" y="564"/>
                    <a:pt x="466" y="563"/>
                    <a:pt x="464" y="562"/>
                  </a:cubicBezTo>
                  <a:cubicBezTo>
                    <a:pt x="463" y="561"/>
                    <a:pt x="460" y="556"/>
                    <a:pt x="459" y="554"/>
                  </a:cubicBezTo>
                  <a:cubicBezTo>
                    <a:pt x="458" y="552"/>
                    <a:pt x="455" y="549"/>
                    <a:pt x="453" y="547"/>
                  </a:cubicBezTo>
                  <a:cubicBezTo>
                    <a:pt x="452" y="546"/>
                    <a:pt x="450" y="542"/>
                    <a:pt x="448" y="542"/>
                  </a:cubicBezTo>
                  <a:cubicBezTo>
                    <a:pt x="446" y="541"/>
                    <a:pt x="443" y="541"/>
                    <a:pt x="441" y="541"/>
                  </a:cubicBezTo>
                  <a:cubicBezTo>
                    <a:pt x="439" y="541"/>
                    <a:pt x="433" y="541"/>
                    <a:pt x="431" y="541"/>
                  </a:cubicBezTo>
                  <a:cubicBezTo>
                    <a:pt x="429" y="541"/>
                    <a:pt x="426" y="542"/>
                    <a:pt x="424" y="543"/>
                  </a:cubicBezTo>
                  <a:cubicBezTo>
                    <a:pt x="421" y="544"/>
                    <a:pt x="416" y="546"/>
                    <a:pt x="413" y="547"/>
                  </a:cubicBezTo>
                  <a:cubicBezTo>
                    <a:pt x="411" y="548"/>
                    <a:pt x="406" y="550"/>
                    <a:pt x="404" y="550"/>
                  </a:cubicBezTo>
                  <a:cubicBezTo>
                    <a:pt x="403" y="551"/>
                    <a:pt x="399" y="551"/>
                    <a:pt x="398" y="552"/>
                  </a:cubicBezTo>
                  <a:cubicBezTo>
                    <a:pt x="396" y="553"/>
                    <a:pt x="391" y="557"/>
                    <a:pt x="389" y="559"/>
                  </a:cubicBezTo>
                  <a:cubicBezTo>
                    <a:pt x="388" y="560"/>
                    <a:pt x="385" y="564"/>
                    <a:pt x="384" y="566"/>
                  </a:cubicBezTo>
                  <a:cubicBezTo>
                    <a:pt x="383" y="567"/>
                    <a:pt x="382" y="569"/>
                    <a:pt x="381" y="570"/>
                  </a:cubicBezTo>
                  <a:cubicBezTo>
                    <a:pt x="380" y="571"/>
                    <a:pt x="378" y="571"/>
                    <a:pt x="377" y="571"/>
                  </a:cubicBezTo>
                  <a:cubicBezTo>
                    <a:pt x="377" y="571"/>
                    <a:pt x="375" y="569"/>
                    <a:pt x="375" y="569"/>
                  </a:cubicBezTo>
                  <a:cubicBezTo>
                    <a:pt x="374" y="567"/>
                    <a:pt x="375" y="563"/>
                    <a:pt x="374" y="561"/>
                  </a:cubicBezTo>
                  <a:cubicBezTo>
                    <a:pt x="374" y="560"/>
                    <a:pt x="373" y="557"/>
                    <a:pt x="372" y="555"/>
                  </a:cubicBezTo>
                  <a:cubicBezTo>
                    <a:pt x="371" y="554"/>
                    <a:pt x="368" y="553"/>
                    <a:pt x="366" y="552"/>
                  </a:cubicBezTo>
                  <a:cubicBezTo>
                    <a:pt x="365" y="552"/>
                    <a:pt x="362" y="550"/>
                    <a:pt x="361" y="550"/>
                  </a:cubicBezTo>
                  <a:cubicBezTo>
                    <a:pt x="358" y="550"/>
                    <a:pt x="353" y="551"/>
                    <a:pt x="351" y="551"/>
                  </a:cubicBezTo>
                  <a:cubicBezTo>
                    <a:pt x="349" y="552"/>
                    <a:pt x="345" y="554"/>
                    <a:pt x="342" y="555"/>
                  </a:cubicBezTo>
                  <a:cubicBezTo>
                    <a:pt x="341" y="555"/>
                    <a:pt x="337" y="556"/>
                    <a:pt x="336" y="556"/>
                  </a:cubicBezTo>
                  <a:cubicBezTo>
                    <a:pt x="334" y="556"/>
                    <a:pt x="331" y="555"/>
                    <a:pt x="330" y="555"/>
                  </a:cubicBezTo>
                  <a:cubicBezTo>
                    <a:pt x="328" y="556"/>
                    <a:pt x="324" y="557"/>
                    <a:pt x="323" y="558"/>
                  </a:cubicBezTo>
                  <a:cubicBezTo>
                    <a:pt x="321" y="559"/>
                    <a:pt x="318" y="561"/>
                    <a:pt x="317" y="562"/>
                  </a:cubicBezTo>
                  <a:cubicBezTo>
                    <a:pt x="316" y="563"/>
                    <a:pt x="314" y="566"/>
                    <a:pt x="314" y="567"/>
                  </a:cubicBezTo>
                  <a:cubicBezTo>
                    <a:pt x="312" y="569"/>
                    <a:pt x="310" y="573"/>
                    <a:pt x="308" y="575"/>
                  </a:cubicBezTo>
                  <a:cubicBezTo>
                    <a:pt x="307" y="576"/>
                    <a:pt x="306" y="579"/>
                    <a:pt x="305" y="580"/>
                  </a:cubicBezTo>
                  <a:cubicBezTo>
                    <a:pt x="304" y="581"/>
                    <a:pt x="302" y="582"/>
                    <a:pt x="301" y="583"/>
                  </a:cubicBezTo>
                  <a:cubicBezTo>
                    <a:pt x="299" y="583"/>
                    <a:pt x="296" y="583"/>
                    <a:pt x="294" y="582"/>
                  </a:cubicBezTo>
                  <a:cubicBezTo>
                    <a:pt x="292" y="582"/>
                    <a:pt x="290" y="580"/>
                    <a:pt x="289" y="579"/>
                  </a:cubicBezTo>
                  <a:cubicBezTo>
                    <a:pt x="287" y="578"/>
                    <a:pt x="284" y="575"/>
                    <a:pt x="282" y="574"/>
                  </a:cubicBezTo>
                  <a:cubicBezTo>
                    <a:pt x="281" y="573"/>
                    <a:pt x="277" y="572"/>
                    <a:pt x="275" y="572"/>
                  </a:cubicBezTo>
                  <a:cubicBezTo>
                    <a:pt x="273" y="572"/>
                    <a:pt x="269" y="574"/>
                    <a:pt x="267" y="574"/>
                  </a:cubicBezTo>
                  <a:cubicBezTo>
                    <a:pt x="265" y="575"/>
                    <a:pt x="262" y="576"/>
                    <a:pt x="260" y="577"/>
                  </a:cubicBezTo>
                  <a:cubicBezTo>
                    <a:pt x="259" y="577"/>
                    <a:pt x="256" y="578"/>
                    <a:pt x="254" y="578"/>
                  </a:cubicBezTo>
                  <a:cubicBezTo>
                    <a:pt x="253" y="578"/>
                    <a:pt x="249" y="578"/>
                    <a:pt x="247" y="578"/>
                  </a:cubicBezTo>
                  <a:cubicBezTo>
                    <a:pt x="246" y="577"/>
                    <a:pt x="244" y="575"/>
                    <a:pt x="242" y="574"/>
                  </a:cubicBezTo>
                  <a:cubicBezTo>
                    <a:pt x="241" y="574"/>
                    <a:pt x="239" y="572"/>
                    <a:pt x="237" y="572"/>
                  </a:cubicBezTo>
                  <a:cubicBezTo>
                    <a:pt x="236" y="572"/>
                    <a:pt x="232" y="574"/>
                    <a:pt x="231" y="575"/>
                  </a:cubicBezTo>
                  <a:cubicBezTo>
                    <a:pt x="229" y="576"/>
                    <a:pt x="227" y="578"/>
                    <a:pt x="225" y="579"/>
                  </a:cubicBezTo>
                  <a:cubicBezTo>
                    <a:pt x="224" y="579"/>
                    <a:pt x="221" y="580"/>
                    <a:pt x="220" y="580"/>
                  </a:cubicBezTo>
                  <a:cubicBezTo>
                    <a:pt x="217" y="580"/>
                    <a:pt x="213" y="580"/>
                    <a:pt x="210" y="580"/>
                  </a:cubicBezTo>
                  <a:cubicBezTo>
                    <a:pt x="209" y="580"/>
                    <a:pt x="206" y="579"/>
                    <a:pt x="205" y="578"/>
                  </a:cubicBezTo>
                  <a:cubicBezTo>
                    <a:pt x="203" y="577"/>
                    <a:pt x="201" y="576"/>
                    <a:pt x="199" y="575"/>
                  </a:cubicBezTo>
                  <a:cubicBezTo>
                    <a:pt x="198" y="574"/>
                    <a:pt x="196" y="571"/>
                    <a:pt x="195" y="571"/>
                  </a:cubicBezTo>
                  <a:cubicBezTo>
                    <a:pt x="192" y="570"/>
                    <a:pt x="187" y="571"/>
                    <a:pt x="185" y="571"/>
                  </a:cubicBezTo>
                  <a:cubicBezTo>
                    <a:pt x="183" y="572"/>
                    <a:pt x="180" y="574"/>
                    <a:pt x="178" y="575"/>
                  </a:cubicBezTo>
                  <a:cubicBezTo>
                    <a:pt x="176" y="575"/>
                    <a:pt x="172" y="576"/>
                    <a:pt x="170" y="576"/>
                  </a:cubicBezTo>
                  <a:cubicBezTo>
                    <a:pt x="167" y="576"/>
                    <a:pt x="162" y="575"/>
                    <a:pt x="160" y="575"/>
                  </a:cubicBezTo>
                  <a:cubicBezTo>
                    <a:pt x="159" y="574"/>
                    <a:pt x="155" y="572"/>
                    <a:pt x="154" y="571"/>
                  </a:cubicBezTo>
                  <a:cubicBezTo>
                    <a:pt x="153" y="569"/>
                    <a:pt x="153" y="564"/>
                    <a:pt x="152" y="562"/>
                  </a:cubicBezTo>
                  <a:cubicBezTo>
                    <a:pt x="152" y="561"/>
                    <a:pt x="150" y="559"/>
                    <a:pt x="150" y="557"/>
                  </a:cubicBezTo>
                  <a:cubicBezTo>
                    <a:pt x="149" y="555"/>
                    <a:pt x="151" y="552"/>
                    <a:pt x="151" y="551"/>
                  </a:cubicBezTo>
                  <a:cubicBezTo>
                    <a:pt x="151" y="548"/>
                    <a:pt x="151" y="544"/>
                    <a:pt x="150" y="542"/>
                  </a:cubicBezTo>
                  <a:cubicBezTo>
                    <a:pt x="150" y="541"/>
                    <a:pt x="148" y="538"/>
                    <a:pt x="147" y="538"/>
                  </a:cubicBezTo>
                  <a:cubicBezTo>
                    <a:pt x="145" y="537"/>
                    <a:pt x="142" y="537"/>
                    <a:pt x="141" y="537"/>
                  </a:cubicBezTo>
                  <a:cubicBezTo>
                    <a:pt x="139" y="538"/>
                    <a:pt x="137" y="540"/>
                    <a:pt x="136" y="542"/>
                  </a:cubicBezTo>
                  <a:cubicBezTo>
                    <a:pt x="135" y="544"/>
                    <a:pt x="137" y="549"/>
                    <a:pt x="136" y="551"/>
                  </a:cubicBezTo>
                  <a:cubicBezTo>
                    <a:pt x="135" y="552"/>
                    <a:pt x="133" y="554"/>
                    <a:pt x="132" y="554"/>
                  </a:cubicBezTo>
                  <a:cubicBezTo>
                    <a:pt x="131" y="554"/>
                    <a:pt x="128" y="554"/>
                    <a:pt x="127" y="553"/>
                  </a:cubicBezTo>
                  <a:cubicBezTo>
                    <a:pt x="126" y="552"/>
                    <a:pt x="125" y="549"/>
                    <a:pt x="124" y="548"/>
                  </a:cubicBezTo>
                  <a:cubicBezTo>
                    <a:pt x="124" y="547"/>
                    <a:pt x="122" y="546"/>
                    <a:pt x="121" y="545"/>
                  </a:cubicBezTo>
                  <a:cubicBezTo>
                    <a:pt x="120" y="544"/>
                    <a:pt x="119" y="541"/>
                    <a:pt x="118" y="540"/>
                  </a:cubicBezTo>
                  <a:cubicBezTo>
                    <a:pt x="116" y="539"/>
                    <a:pt x="111" y="542"/>
                    <a:pt x="109" y="541"/>
                  </a:cubicBezTo>
                  <a:cubicBezTo>
                    <a:pt x="107" y="541"/>
                    <a:pt x="103" y="538"/>
                    <a:pt x="101" y="537"/>
                  </a:cubicBezTo>
                  <a:cubicBezTo>
                    <a:pt x="99" y="536"/>
                    <a:pt x="96" y="533"/>
                    <a:pt x="94" y="532"/>
                  </a:cubicBezTo>
                  <a:cubicBezTo>
                    <a:pt x="92" y="530"/>
                    <a:pt x="88" y="528"/>
                    <a:pt x="87" y="526"/>
                  </a:cubicBezTo>
                  <a:cubicBezTo>
                    <a:pt x="85" y="525"/>
                    <a:pt x="83" y="522"/>
                    <a:pt x="82" y="522"/>
                  </a:cubicBezTo>
                  <a:cubicBezTo>
                    <a:pt x="81" y="521"/>
                    <a:pt x="79" y="521"/>
                    <a:pt x="78" y="521"/>
                  </a:cubicBezTo>
                  <a:cubicBezTo>
                    <a:pt x="77" y="520"/>
                    <a:pt x="75" y="521"/>
                    <a:pt x="74" y="521"/>
                  </a:cubicBezTo>
                  <a:cubicBezTo>
                    <a:pt x="73" y="522"/>
                    <a:pt x="71" y="523"/>
                    <a:pt x="70" y="524"/>
                  </a:cubicBezTo>
                  <a:cubicBezTo>
                    <a:pt x="69" y="525"/>
                    <a:pt x="67" y="526"/>
                    <a:pt x="66" y="527"/>
                  </a:cubicBezTo>
                  <a:cubicBezTo>
                    <a:pt x="64" y="528"/>
                    <a:pt x="62" y="529"/>
                    <a:pt x="60" y="530"/>
                  </a:cubicBezTo>
                  <a:cubicBezTo>
                    <a:pt x="59" y="530"/>
                    <a:pt x="58" y="532"/>
                    <a:pt x="57" y="532"/>
                  </a:cubicBezTo>
                  <a:cubicBezTo>
                    <a:pt x="57" y="532"/>
                    <a:pt x="56" y="532"/>
                    <a:pt x="56" y="53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7"/>
            <p:cNvSpPr>
              <a:spLocks/>
            </p:cNvSpPr>
            <p:nvPr/>
          </p:nvSpPr>
          <p:spPr bwMode="auto">
            <a:xfrm>
              <a:off x="38100" y="1544638"/>
              <a:ext cx="977900" cy="1054100"/>
            </a:xfrm>
            <a:custGeom>
              <a:avLst/>
              <a:gdLst/>
              <a:ahLst/>
              <a:cxnLst>
                <a:cxn ang="0">
                  <a:pos x="627" y="713"/>
                </a:cxn>
                <a:cxn ang="0">
                  <a:pos x="560" y="737"/>
                </a:cxn>
                <a:cxn ang="0">
                  <a:pos x="512" y="698"/>
                </a:cxn>
                <a:cxn ang="0">
                  <a:pos x="451" y="684"/>
                </a:cxn>
                <a:cxn ang="0">
                  <a:pos x="424" y="662"/>
                </a:cxn>
                <a:cxn ang="0">
                  <a:pos x="387" y="673"/>
                </a:cxn>
                <a:cxn ang="0">
                  <a:pos x="345" y="677"/>
                </a:cxn>
                <a:cxn ang="0">
                  <a:pos x="330" y="646"/>
                </a:cxn>
                <a:cxn ang="0">
                  <a:pos x="303" y="642"/>
                </a:cxn>
                <a:cxn ang="0">
                  <a:pos x="282" y="653"/>
                </a:cxn>
                <a:cxn ang="0">
                  <a:pos x="287" y="676"/>
                </a:cxn>
                <a:cxn ang="0">
                  <a:pos x="258" y="691"/>
                </a:cxn>
                <a:cxn ang="0">
                  <a:pos x="224" y="686"/>
                </a:cxn>
                <a:cxn ang="0">
                  <a:pos x="210" y="706"/>
                </a:cxn>
                <a:cxn ang="0">
                  <a:pos x="217" y="733"/>
                </a:cxn>
                <a:cxn ang="0">
                  <a:pos x="168" y="725"/>
                </a:cxn>
                <a:cxn ang="0">
                  <a:pos x="144" y="682"/>
                </a:cxn>
                <a:cxn ang="0">
                  <a:pos x="120" y="643"/>
                </a:cxn>
                <a:cxn ang="0">
                  <a:pos x="73" y="617"/>
                </a:cxn>
                <a:cxn ang="0">
                  <a:pos x="41" y="588"/>
                </a:cxn>
                <a:cxn ang="0">
                  <a:pos x="46" y="533"/>
                </a:cxn>
                <a:cxn ang="0">
                  <a:pos x="49" y="471"/>
                </a:cxn>
                <a:cxn ang="0">
                  <a:pos x="33" y="412"/>
                </a:cxn>
                <a:cxn ang="0">
                  <a:pos x="7" y="369"/>
                </a:cxn>
                <a:cxn ang="0">
                  <a:pos x="0" y="313"/>
                </a:cxn>
                <a:cxn ang="0">
                  <a:pos x="65" y="271"/>
                </a:cxn>
                <a:cxn ang="0">
                  <a:pos x="205" y="192"/>
                </a:cxn>
                <a:cxn ang="0">
                  <a:pos x="284" y="146"/>
                </a:cxn>
                <a:cxn ang="0">
                  <a:pos x="352" y="95"/>
                </a:cxn>
                <a:cxn ang="0">
                  <a:pos x="419" y="57"/>
                </a:cxn>
                <a:cxn ang="0">
                  <a:pos x="492" y="42"/>
                </a:cxn>
                <a:cxn ang="0">
                  <a:pos x="561" y="15"/>
                </a:cxn>
                <a:cxn ang="0">
                  <a:pos x="599" y="13"/>
                </a:cxn>
                <a:cxn ang="0">
                  <a:pos x="594" y="66"/>
                </a:cxn>
                <a:cxn ang="0">
                  <a:pos x="609" y="124"/>
                </a:cxn>
                <a:cxn ang="0">
                  <a:pos x="613" y="156"/>
                </a:cxn>
                <a:cxn ang="0">
                  <a:pos x="603" y="196"/>
                </a:cxn>
                <a:cxn ang="0">
                  <a:pos x="619" y="250"/>
                </a:cxn>
                <a:cxn ang="0">
                  <a:pos x="601" y="281"/>
                </a:cxn>
                <a:cxn ang="0">
                  <a:pos x="573" y="309"/>
                </a:cxn>
                <a:cxn ang="0">
                  <a:pos x="609" y="334"/>
                </a:cxn>
                <a:cxn ang="0">
                  <a:pos x="643" y="362"/>
                </a:cxn>
                <a:cxn ang="0">
                  <a:pos x="636" y="386"/>
                </a:cxn>
                <a:cxn ang="0">
                  <a:pos x="642" y="434"/>
                </a:cxn>
                <a:cxn ang="0">
                  <a:pos x="637" y="474"/>
                </a:cxn>
                <a:cxn ang="0">
                  <a:pos x="651" y="499"/>
                </a:cxn>
                <a:cxn ang="0">
                  <a:pos x="627" y="532"/>
                </a:cxn>
                <a:cxn ang="0">
                  <a:pos x="660" y="540"/>
                </a:cxn>
                <a:cxn ang="0">
                  <a:pos x="669" y="587"/>
                </a:cxn>
                <a:cxn ang="0">
                  <a:pos x="692" y="644"/>
                </a:cxn>
                <a:cxn ang="0">
                  <a:pos x="656" y="684"/>
                </a:cxn>
              </a:cxnLst>
              <a:rect l="0" t="0" r="r" b="b"/>
              <a:pathLst>
                <a:path w="692" h="747">
                  <a:moveTo>
                    <a:pt x="656" y="684"/>
                  </a:moveTo>
                  <a:cubicBezTo>
                    <a:pt x="656" y="684"/>
                    <a:pt x="656" y="685"/>
                    <a:pt x="655" y="685"/>
                  </a:cubicBezTo>
                  <a:cubicBezTo>
                    <a:pt x="654" y="688"/>
                    <a:pt x="650" y="693"/>
                    <a:pt x="648" y="695"/>
                  </a:cubicBezTo>
                  <a:cubicBezTo>
                    <a:pt x="643" y="700"/>
                    <a:pt x="632" y="708"/>
                    <a:pt x="627" y="713"/>
                  </a:cubicBezTo>
                  <a:cubicBezTo>
                    <a:pt x="622" y="717"/>
                    <a:pt x="613" y="726"/>
                    <a:pt x="608" y="730"/>
                  </a:cubicBezTo>
                  <a:cubicBezTo>
                    <a:pt x="604" y="733"/>
                    <a:pt x="595" y="740"/>
                    <a:pt x="590" y="742"/>
                  </a:cubicBezTo>
                  <a:cubicBezTo>
                    <a:pt x="587" y="744"/>
                    <a:pt x="579" y="747"/>
                    <a:pt x="575" y="747"/>
                  </a:cubicBezTo>
                  <a:cubicBezTo>
                    <a:pt x="571" y="746"/>
                    <a:pt x="563" y="740"/>
                    <a:pt x="560" y="737"/>
                  </a:cubicBezTo>
                  <a:cubicBezTo>
                    <a:pt x="556" y="734"/>
                    <a:pt x="553" y="725"/>
                    <a:pt x="551" y="720"/>
                  </a:cubicBezTo>
                  <a:cubicBezTo>
                    <a:pt x="549" y="717"/>
                    <a:pt x="548" y="709"/>
                    <a:pt x="546" y="706"/>
                  </a:cubicBezTo>
                  <a:cubicBezTo>
                    <a:pt x="543" y="703"/>
                    <a:pt x="536" y="700"/>
                    <a:pt x="532" y="699"/>
                  </a:cubicBezTo>
                  <a:cubicBezTo>
                    <a:pt x="527" y="697"/>
                    <a:pt x="517" y="698"/>
                    <a:pt x="512" y="698"/>
                  </a:cubicBezTo>
                  <a:cubicBezTo>
                    <a:pt x="507" y="698"/>
                    <a:pt x="498" y="701"/>
                    <a:pt x="494" y="699"/>
                  </a:cubicBezTo>
                  <a:cubicBezTo>
                    <a:pt x="490" y="697"/>
                    <a:pt x="487" y="688"/>
                    <a:pt x="484" y="686"/>
                  </a:cubicBezTo>
                  <a:cubicBezTo>
                    <a:pt x="481" y="684"/>
                    <a:pt x="474" y="682"/>
                    <a:pt x="471" y="681"/>
                  </a:cubicBezTo>
                  <a:cubicBezTo>
                    <a:pt x="466" y="681"/>
                    <a:pt x="456" y="683"/>
                    <a:pt x="451" y="684"/>
                  </a:cubicBezTo>
                  <a:cubicBezTo>
                    <a:pt x="450" y="685"/>
                    <a:pt x="449" y="686"/>
                    <a:pt x="447" y="686"/>
                  </a:cubicBezTo>
                  <a:cubicBezTo>
                    <a:pt x="447" y="685"/>
                    <a:pt x="446" y="683"/>
                    <a:pt x="445" y="682"/>
                  </a:cubicBezTo>
                  <a:cubicBezTo>
                    <a:pt x="443" y="679"/>
                    <a:pt x="441" y="671"/>
                    <a:pt x="438" y="668"/>
                  </a:cubicBezTo>
                  <a:cubicBezTo>
                    <a:pt x="435" y="666"/>
                    <a:pt x="428" y="664"/>
                    <a:pt x="424" y="662"/>
                  </a:cubicBezTo>
                  <a:cubicBezTo>
                    <a:pt x="421" y="661"/>
                    <a:pt x="416" y="658"/>
                    <a:pt x="413" y="658"/>
                  </a:cubicBezTo>
                  <a:cubicBezTo>
                    <a:pt x="411" y="658"/>
                    <a:pt x="407" y="660"/>
                    <a:pt x="405" y="661"/>
                  </a:cubicBezTo>
                  <a:cubicBezTo>
                    <a:pt x="403" y="663"/>
                    <a:pt x="398" y="666"/>
                    <a:pt x="395" y="668"/>
                  </a:cubicBezTo>
                  <a:cubicBezTo>
                    <a:pt x="393" y="669"/>
                    <a:pt x="389" y="672"/>
                    <a:pt x="387" y="673"/>
                  </a:cubicBezTo>
                  <a:cubicBezTo>
                    <a:pt x="385" y="674"/>
                    <a:pt x="380" y="674"/>
                    <a:pt x="377" y="674"/>
                  </a:cubicBezTo>
                  <a:cubicBezTo>
                    <a:pt x="374" y="674"/>
                    <a:pt x="367" y="673"/>
                    <a:pt x="363" y="673"/>
                  </a:cubicBezTo>
                  <a:cubicBezTo>
                    <a:pt x="360" y="673"/>
                    <a:pt x="355" y="672"/>
                    <a:pt x="352" y="673"/>
                  </a:cubicBezTo>
                  <a:cubicBezTo>
                    <a:pt x="350" y="673"/>
                    <a:pt x="348" y="675"/>
                    <a:pt x="345" y="677"/>
                  </a:cubicBezTo>
                  <a:cubicBezTo>
                    <a:pt x="344" y="675"/>
                    <a:pt x="343" y="674"/>
                    <a:pt x="342" y="673"/>
                  </a:cubicBezTo>
                  <a:cubicBezTo>
                    <a:pt x="341" y="671"/>
                    <a:pt x="339" y="668"/>
                    <a:pt x="338" y="666"/>
                  </a:cubicBezTo>
                  <a:cubicBezTo>
                    <a:pt x="336" y="664"/>
                    <a:pt x="335" y="658"/>
                    <a:pt x="334" y="656"/>
                  </a:cubicBezTo>
                  <a:cubicBezTo>
                    <a:pt x="333" y="653"/>
                    <a:pt x="331" y="649"/>
                    <a:pt x="330" y="646"/>
                  </a:cubicBezTo>
                  <a:cubicBezTo>
                    <a:pt x="330" y="644"/>
                    <a:pt x="331" y="640"/>
                    <a:pt x="330" y="639"/>
                  </a:cubicBezTo>
                  <a:cubicBezTo>
                    <a:pt x="329" y="637"/>
                    <a:pt x="324" y="636"/>
                    <a:pt x="322" y="636"/>
                  </a:cubicBezTo>
                  <a:cubicBezTo>
                    <a:pt x="319" y="636"/>
                    <a:pt x="313" y="636"/>
                    <a:pt x="310" y="637"/>
                  </a:cubicBezTo>
                  <a:cubicBezTo>
                    <a:pt x="308" y="637"/>
                    <a:pt x="305" y="641"/>
                    <a:pt x="303" y="642"/>
                  </a:cubicBezTo>
                  <a:cubicBezTo>
                    <a:pt x="301" y="642"/>
                    <a:pt x="297" y="643"/>
                    <a:pt x="294" y="643"/>
                  </a:cubicBezTo>
                  <a:cubicBezTo>
                    <a:pt x="293" y="643"/>
                    <a:pt x="289" y="642"/>
                    <a:pt x="288" y="643"/>
                  </a:cubicBezTo>
                  <a:cubicBezTo>
                    <a:pt x="286" y="644"/>
                    <a:pt x="284" y="646"/>
                    <a:pt x="283" y="648"/>
                  </a:cubicBezTo>
                  <a:cubicBezTo>
                    <a:pt x="282" y="649"/>
                    <a:pt x="282" y="652"/>
                    <a:pt x="282" y="653"/>
                  </a:cubicBezTo>
                  <a:cubicBezTo>
                    <a:pt x="283" y="655"/>
                    <a:pt x="285" y="658"/>
                    <a:pt x="285" y="659"/>
                  </a:cubicBezTo>
                  <a:cubicBezTo>
                    <a:pt x="287" y="661"/>
                    <a:pt x="290" y="664"/>
                    <a:pt x="291" y="666"/>
                  </a:cubicBezTo>
                  <a:cubicBezTo>
                    <a:pt x="291" y="668"/>
                    <a:pt x="291" y="672"/>
                    <a:pt x="291" y="673"/>
                  </a:cubicBezTo>
                  <a:cubicBezTo>
                    <a:pt x="290" y="674"/>
                    <a:pt x="288" y="676"/>
                    <a:pt x="287" y="676"/>
                  </a:cubicBezTo>
                  <a:cubicBezTo>
                    <a:pt x="285" y="677"/>
                    <a:pt x="282" y="678"/>
                    <a:pt x="280" y="679"/>
                  </a:cubicBezTo>
                  <a:cubicBezTo>
                    <a:pt x="278" y="680"/>
                    <a:pt x="275" y="683"/>
                    <a:pt x="273" y="684"/>
                  </a:cubicBezTo>
                  <a:cubicBezTo>
                    <a:pt x="270" y="685"/>
                    <a:pt x="266" y="686"/>
                    <a:pt x="263" y="687"/>
                  </a:cubicBezTo>
                  <a:cubicBezTo>
                    <a:pt x="262" y="688"/>
                    <a:pt x="260" y="690"/>
                    <a:pt x="258" y="691"/>
                  </a:cubicBezTo>
                  <a:cubicBezTo>
                    <a:pt x="256" y="692"/>
                    <a:pt x="251" y="692"/>
                    <a:pt x="248" y="692"/>
                  </a:cubicBezTo>
                  <a:cubicBezTo>
                    <a:pt x="246" y="692"/>
                    <a:pt x="241" y="692"/>
                    <a:pt x="239" y="692"/>
                  </a:cubicBezTo>
                  <a:cubicBezTo>
                    <a:pt x="237" y="692"/>
                    <a:pt x="232" y="689"/>
                    <a:pt x="230" y="688"/>
                  </a:cubicBezTo>
                  <a:cubicBezTo>
                    <a:pt x="228" y="687"/>
                    <a:pt x="225" y="686"/>
                    <a:pt x="224" y="686"/>
                  </a:cubicBezTo>
                  <a:cubicBezTo>
                    <a:pt x="222" y="686"/>
                    <a:pt x="218" y="689"/>
                    <a:pt x="216" y="690"/>
                  </a:cubicBezTo>
                  <a:cubicBezTo>
                    <a:pt x="215" y="691"/>
                    <a:pt x="212" y="693"/>
                    <a:pt x="212" y="694"/>
                  </a:cubicBezTo>
                  <a:cubicBezTo>
                    <a:pt x="211" y="696"/>
                    <a:pt x="212" y="699"/>
                    <a:pt x="212" y="701"/>
                  </a:cubicBezTo>
                  <a:cubicBezTo>
                    <a:pt x="212" y="702"/>
                    <a:pt x="210" y="704"/>
                    <a:pt x="210" y="706"/>
                  </a:cubicBezTo>
                  <a:cubicBezTo>
                    <a:pt x="210" y="707"/>
                    <a:pt x="212" y="709"/>
                    <a:pt x="213" y="710"/>
                  </a:cubicBezTo>
                  <a:cubicBezTo>
                    <a:pt x="213" y="712"/>
                    <a:pt x="212" y="715"/>
                    <a:pt x="212" y="717"/>
                  </a:cubicBezTo>
                  <a:cubicBezTo>
                    <a:pt x="213" y="720"/>
                    <a:pt x="215" y="726"/>
                    <a:pt x="216" y="729"/>
                  </a:cubicBezTo>
                  <a:cubicBezTo>
                    <a:pt x="217" y="730"/>
                    <a:pt x="217" y="731"/>
                    <a:pt x="217" y="733"/>
                  </a:cubicBezTo>
                  <a:cubicBezTo>
                    <a:pt x="215" y="732"/>
                    <a:pt x="213" y="731"/>
                    <a:pt x="211" y="730"/>
                  </a:cubicBezTo>
                  <a:cubicBezTo>
                    <a:pt x="207" y="729"/>
                    <a:pt x="199" y="729"/>
                    <a:pt x="195" y="729"/>
                  </a:cubicBezTo>
                  <a:cubicBezTo>
                    <a:pt x="191" y="729"/>
                    <a:pt x="182" y="729"/>
                    <a:pt x="178" y="728"/>
                  </a:cubicBezTo>
                  <a:cubicBezTo>
                    <a:pt x="176" y="728"/>
                    <a:pt x="170" y="726"/>
                    <a:pt x="168" y="725"/>
                  </a:cubicBezTo>
                  <a:cubicBezTo>
                    <a:pt x="165" y="722"/>
                    <a:pt x="162" y="715"/>
                    <a:pt x="162" y="711"/>
                  </a:cubicBezTo>
                  <a:cubicBezTo>
                    <a:pt x="161" y="707"/>
                    <a:pt x="167" y="701"/>
                    <a:pt x="166" y="698"/>
                  </a:cubicBezTo>
                  <a:cubicBezTo>
                    <a:pt x="165" y="694"/>
                    <a:pt x="155" y="689"/>
                    <a:pt x="151" y="686"/>
                  </a:cubicBezTo>
                  <a:cubicBezTo>
                    <a:pt x="149" y="685"/>
                    <a:pt x="145" y="683"/>
                    <a:pt x="144" y="682"/>
                  </a:cubicBezTo>
                  <a:cubicBezTo>
                    <a:pt x="143" y="678"/>
                    <a:pt x="147" y="671"/>
                    <a:pt x="146" y="667"/>
                  </a:cubicBezTo>
                  <a:cubicBezTo>
                    <a:pt x="145" y="665"/>
                    <a:pt x="141" y="660"/>
                    <a:pt x="139" y="659"/>
                  </a:cubicBezTo>
                  <a:cubicBezTo>
                    <a:pt x="136" y="657"/>
                    <a:pt x="129" y="657"/>
                    <a:pt x="127" y="655"/>
                  </a:cubicBezTo>
                  <a:cubicBezTo>
                    <a:pt x="124" y="653"/>
                    <a:pt x="121" y="646"/>
                    <a:pt x="120" y="643"/>
                  </a:cubicBezTo>
                  <a:cubicBezTo>
                    <a:pt x="118" y="639"/>
                    <a:pt x="116" y="631"/>
                    <a:pt x="114" y="627"/>
                  </a:cubicBezTo>
                  <a:cubicBezTo>
                    <a:pt x="112" y="624"/>
                    <a:pt x="108" y="616"/>
                    <a:pt x="104" y="614"/>
                  </a:cubicBezTo>
                  <a:cubicBezTo>
                    <a:pt x="100" y="611"/>
                    <a:pt x="90" y="611"/>
                    <a:pt x="85" y="612"/>
                  </a:cubicBezTo>
                  <a:cubicBezTo>
                    <a:pt x="82" y="612"/>
                    <a:pt x="76" y="616"/>
                    <a:pt x="73" y="617"/>
                  </a:cubicBezTo>
                  <a:cubicBezTo>
                    <a:pt x="70" y="618"/>
                    <a:pt x="65" y="620"/>
                    <a:pt x="62" y="620"/>
                  </a:cubicBezTo>
                  <a:cubicBezTo>
                    <a:pt x="59" y="620"/>
                    <a:pt x="52" y="617"/>
                    <a:pt x="50" y="614"/>
                  </a:cubicBezTo>
                  <a:cubicBezTo>
                    <a:pt x="48" y="610"/>
                    <a:pt x="52" y="601"/>
                    <a:pt x="51" y="597"/>
                  </a:cubicBezTo>
                  <a:cubicBezTo>
                    <a:pt x="49" y="594"/>
                    <a:pt x="43" y="590"/>
                    <a:pt x="41" y="588"/>
                  </a:cubicBezTo>
                  <a:cubicBezTo>
                    <a:pt x="39" y="586"/>
                    <a:pt x="34" y="581"/>
                    <a:pt x="34" y="578"/>
                  </a:cubicBezTo>
                  <a:cubicBezTo>
                    <a:pt x="33" y="575"/>
                    <a:pt x="39" y="570"/>
                    <a:pt x="40" y="567"/>
                  </a:cubicBezTo>
                  <a:cubicBezTo>
                    <a:pt x="42" y="563"/>
                    <a:pt x="44" y="554"/>
                    <a:pt x="45" y="550"/>
                  </a:cubicBezTo>
                  <a:cubicBezTo>
                    <a:pt x="46" y="546"/>
                    <a:pt x="48" y="537"/>
                    <a:pt x="46" y="533"/>
                  </a:cubicBezTo>
                  <a:cubicBezTo>
                    <a:pt x="45" y="529"/>
                    <a:pt x="38" y="524"/>
                    <a:pt x="37" y="521"/>
                  </a:cubicBezTo>
                  <a:cubicBezTo>
                    <a:pt x="35" y="516"/>
                    <a:pt x="34" y="506"/>
                    <a:pt x="35" y="502"/>
                  </a:cubicBezTo>
                  <a:cubicBezTo>
                    <a:pt x="35" y="498"/>
                    <a:pt x="36" y="492"/>
                    <a:pt x="37" y="489"/>
                  </a:cubicBezTo>
                  <a:cubicBezTo>
                    <a:pt x="39" y="484"/>
                    <a:pt x="46" y="476"/>
                    <a:pt x="49" y="471"/>
                  </a:cubicBezTo>
                  <a:cubicBezTo>
                    <a:pt x="51" y="468"/>
                    <a:pt x="54" y="463"/>
                    <a:pt x="55" y="460"/>
                  </a:cubicBezTo>
                  <a:cubicBezTo>
                    <a:pt x="55" y="455"/>
                    <a:pt x="53" y="446"/>
                    <a:pt x="52" y="441"/>
                  </a:cubicBezTo>
                  <a:cubicBezTo>
                    <a:pt x="50" y="436"/>
                    <a:pt x="47" y="426"/>
                    <a:pt x="44" y="421"/>
                  </a:cubicBezTo>
                  <a:cubicBezTo>
                    <a:pt x="41" y="418"/>
                    <a:pt x="36" y="414"/>
                    <a:pt x="33" y="412"/>
                  </a:cubicBezTo>
                  <a:cubicBezTo>
                    <a:pt x="30" y="410"/>
                    <a:pt x="23" y="410"/>
                    <a:pt x="21" y="408"/>
                  </a:cubicBezTo>
                  <a:cubicBezTo>
                    <a:pt x="19" y="405"/>
                    <a:pt x="20" y="397"/>
                    <a:pt x="19" y="394"/>
                  </a:cubicBezTo>
                  <a:cubicBezTo>
                    <a:pt x="18" y="391"/>
                    <a:pt x="16" y="385"/>
                    <a:pt x="14" y="381"/>
                  </a:cubicBezTo>
                  <a:cubicBezTo>
                    <a:pt x="13" y="378"/>
                    <a:pt x="8" y="373"/>
                    <a:pt x="7" y="369"/>
                  </a:cubicBezTo>
                  <a:cubicBezTo>
                    <a:pt x="6" y="365"/>
                    <a:pt x="10" y="356"/>
                    <a:pt x="10" y="351"/>
                  </a:cubicBezTo>
                  <a:cubicBezTo>
                    <a:pt x="10" y="347"/>
                    <a:pt x="9" y="338"/>
                    <a:pt x="8" y="334"/>
                  </a:cubicBezTo>
                  <a:cubicBezTo>
                    <a:pt x="7" y="331"/>
                    <a:pt x="4" y="326"/>
                    <a:pt x="3" y="323"/>
                  </a:cubicBezTo>
                  <a:cubicBezTo>
                    <a:pt x="2" y="321"/>
                    <a:pt x="1" y="316"/>
                    <a:pt x="0" y="313"/>
                  </a:cubicBezTo>
                  <a:cubicBezTo>
                    <a:pt x="0" y="311"/>
                    <a:pt x="0" y="307"/>
                    <a:pt x="0" y="304"/>
                  </a:cubicBezTo>
                  <a:cubicBezTo>
                    <a:pt x="2" y="303"/>
                    <a:pt x="4" y="303"/>
                    <a:pt x="5" y="302"/>
                  </a:cubicBezTo>
                  <a:cubicBezTo>
                    <a:pt x="11" y="300"/>
                    <a:pt x="22" y="295"/>
                    <a:pt x="28" y="292"/>
                  </a:cubicBezTo>
                  <a:cubicBezTo>
                    <a:pt x="38" y="287"/>
                    <a:pt x="56" y="276"/>
                    <a:pt x="65" y="271"/>
                  </a:cubicBezTo>
                  <a:cubicBezTo>
                    <a:pt x="75" y="266"/>
                    <a:pt x="94" y="257"/>
                    <a:pt x="103" y="252"/>
                  </a:cubicBezTo>
                  <a:cubicBezTo>
                    <a:pt x="115" y="245"/>
                    <a:pt x="137" y="230"/>
                    <a:pt x="148" y="223"/>
                  </a:cubicBezTo>
                  <a:cubicBezTo>
                    <a:pt x="159" y="217"/>
                    <a:pt x="179" y="207"/>
                    <a:pt x="190" y="201"/>
                  </a:cubicBezTo>
                  <a:cubicBezTo>
                    <a:pt x="194" y="199"/>
                    <a:pt x="201" y="195"/>
                    <a:pt x="205" y="192"/>
                  </a:cubicBezTo>
                  <a:cubicBezTo>
                    <a:pt x="210" y="190"/>
                    <a:pt x="219" y="184"/>
                    <a:pt x="224" y="181"/>
                  </a:cubicBezTo>
                  <a:cubicBezTo>
                    <a:pt x="228" y="179"/>
                    <a:pt x="237" y="176"/>
                    <a:pt x="241" y="174"/>
                  </a:cubicBezTo>
                  <a:cubicBezTo>
                    <a:pt x="245" y="171"/>
                    <a:pt x="253" y="166"/>
                    <a:pt x="257" y="164"/>
                  </a:cubicBezTo>
                  <a:cubicBezTo>
                    <a:pt x="264" y="160"/>
                    <a:pt x="277" y="151"/>
                    <a:pt x="284" y="146"/>
                  </a:cubicBezTo>
                  <a:cubicBezTo>
                    <a:pt x="288" y="143"/>
                    <a:pt x="298" y="136"/>
                    <a:pt x="303" y="133"/>
                  </a:cubicBezTo>
                  <a:cubicBezTo>
                    <a:pt x="307" y="130"/>
                    <a:pt x="317" y="122"/>
                    <a:pt x="321" y="119"/>
                  </a:cubicBezTo>
                  <a:cubicBezTo>
                    <a:pt x="324" y="116"/>
                    <a:pt x="331" y="112"/>
                    <a:pt x="335" y="109"/>
                  </a:cubicBezTo>
                  <a:cubicBezTo>
                    <a:pt x="339" y="106"/>
                    <a:pt x="348" y="99"/>
                    <a:pt x="352" y="95"/>
                  </a:cubicBezTo>
                  <a:cubicBezTo>
                    <a:pt x="358" y="91"/>
                    <a:pt x="370" y="82"/>
                    <a:pt x="375" y="78"/>
                  </a:cubicBezTo>
                  <a:cubicBezTo>
                    <a:pt x="380" y="75"/>
                    <a:pt x="388" y="69"/>
                    <a:pt x="392" y="66"/>
                  </a:cubicBezTo>
                  <a:cubicBezTo>
                    <a:pt x="396" y="64"/>
                    <a:pt x="403" y="59"/>
                    <a:pt x="407" y="58"/>
                  </a:cubicBezTo>
                  <a:cubicBezTo>
                    <a:pt x="410" y="57"/>
                    <a:pt x="416" y="57"/>
                    <a:pt x="419" y="57"/>
                  </a:cubicBezTo>
                  <a:cubicBezTo>
                    <a:pt x="423" y="57"/>
                    <a:pt x="430" y="57"/>
                    <a:pt x="433" y="57"/>
                  </a:cubicBezTo>
                  <a:cubicBezTo>
                    <a:pt x="439" y="56"/>
                    <a:pt x="449" y="54"/>
                    <a:pt x="454" y="52"/>
                  </a:cubicBezTo>
                  <a:cubicBezTo>
                    <a:pt x="460" y="51"/>
                    <a:pt x="470" y="47"/>
                    <a:pt x="476" y="45"/>
                  </a:cubicBezTo>
                  <a:cubicBezTo>
                    <a:pt x="480" y="44"/>
                    <a:pt x="488" y="43"/>
                    <a:pt x="492" y="42"/>
                  </a:cubicBezTo>
                  <a:cubicBezTo>
                    <a:pt x="497" y="40"/>
                    <a:pt x="507" y="36"/>
                    <a:pt x="513" y="34"/>
                  </a:cubicBezTo>
                  <a:cubicBezTo>
                    <a:pt x="516" y="32"/>
                    <a:pt x="523" y="29"/>
                    <a:pt x="526" y="27"/>
                  </a:cubicBezTo>
                  <a:cubicBezTo>
                    <a:pt x="531" y="26"/>
                    <a:pt x="540" y="23"/>
                    <a:pt x="545" y="21"/>
                  </a:cubicBezTo>
                  <a:cubicBezTo>
                    <a:pt x="549" y="20"/>
                    <a:pt x="557" y="16"/>
                    <a:pt x="561" y="15"/>
                  </a:cubicBezTo>
                  <a:cubicBezTo>
                    <a:pt x="567" y="12"/>
                    <a:pt x="577" y="8"/>
                    <a:pt x="583" y="6"/>
                  </a:cubicBezTo>
                  <a:cubicBezTo>
                    <a:pt x="585" y="5"/>
                    <a:pt x="591" y="2"/>
                    <a:pt x="594" y="0"/>
                  </a:cubicBezTo>
                  <a:cubicBezTo>
                    <a:pt x="594" y="1"/>
                    <a:pt x="595" y="3"/>
                    <a:pt x="595" y="4"/>
                  </a:cubicBezTo>
                  <a:cubicBezTo>
                    <a:pt x="596" y="6"/>
                    <a:pt x="598" y="11"/>
                    <a:pt x="599" y="13"/>
                  </a:cubicBezTo>
                  <a:cubicBezTo>
                    <a:pt x="600" y="16"/>
                    <a:pt x="605" y="22"/>
                    <a:pt x="605" y="26"/>
                  </a:cubicBezTo>
                  <a:cubicBezTo>
                    <a:pt x="606" y="30"/>
                    <a:pt x="604" y="38"/>
                    <a:pt x="602" y="42"/>
                  </a:cubicBezTo>
                  <a:cubicBezTo>
                    <a:pt x="601" y="45"/>
                    <a:pt x="595" y="50"/>
                    <a:pt x="594" y="54"/>
                  </a:cubicBezTo>
                  <a:cubicBezTo>
                    <a:pt x="593" y="57"/>
                    <a:pt x="593" y="63"/>
                    <a:pt x="594" y="66"/>
                  </a:cubicBezTo>
                  <a:cubicBezTo>
                    <a:pt x="595" y="70"/>
                    <a:pt x="601" y="76"/>
                    <a:pt x="602" y="80"/>
                  </a:cubicBezTo>
                  <a:cubicBezTo>
                    <a:pt x="603" y="83"/>
                    <a:pt x="602" y="90"/>
                    <a:pt x="601" y="94"/>
                  </a:cubicBezTo>
                  <a:cubicBezTo>
                    <a:pt x="601" y="98"/>
                    <a:pt x="599" y="106"/>
                    <a:pt x="600" y="109"/>
                  </a:cubicBezTo>
                  <a:cubicBezTo>
                    <a:pt x="601" y="113"/>
                    <a:pt x="606" y="121"/>
                    <a:pt x="609" y="124"/>
                  </a:cubicBezTo>
                  <a:cubicBezTo>
                    <a:pt x="611" y="126"/>
                    <a:pt x="613" y="127"/>
                    <a:pt x="615" y="129"/>
                  </a:cubicBezTo>
                  <a:cubicBezTo>
                    <a:pt x="614" y="130"/>
                    <a:pt x="614" y="132"/>
                    <a:pt x="613" y="133"/>
                  </a:cubicBezTo>
                  <a:cubicBezTo>
                    <a:pt x="613" y="135"/>
                    <a:pt x="613" y="140"/>
                    <a:pt x="613" y="143"/>
                  </a:cubicBezTo>
                  <a:cubicBezTo>
                    <a:pt x="613" y="146"/>
                    <a:pt x="614" y="153"/>
                    <a:pt x="613" y="156"/>
                  </a:cubicBezTo>
                  <a:cubicBezTo>
                    <a:pt x="612" y="159"/>
                    <a:pt x="605" y="161"/>
                    <a:pt x="604" y="163"/>
                  </a:cubicBezTo>
                  <a:cubicBezTo>
                    <a:pt x="602" y="165"/>
                    <a:pt x="599" y="170"/>
                    <a:pt x="599" y="172"/>
                  </a:cubicBezTo>
                  <a:cubicBezTo>
                    <a:pt x="598" y="176"/>
                    <a:pt x="600" y="182"/>
                    <a:pt x="600" y="186"/>
                  </a:cubicBezTo>
                  <a:cubicBezTo>
                    <a:pt x="601" y="188"/>
                    <a:pt x="602" y="194"/>
                    <a:pt x="603" y="196"/>
                  </a:cubicBezTo>
                  <a:cubicBezTo>
                    <a:pt x="604" y="201"/>
                    <a:pt x="610" y="209"/>
                    <a:pt x="612" y="213"/>
                  </a:cubicBezTo>
                  <a:cubicBezTo>
                    <a:pt x="614" y="217"/>
                    <a:pt x="617" y="224"/>
                    <a:pt x="619" y="227"/>
                  </a:cubicBezTo>
                  <a:cubicBezTo>
                    <a:pt x="620" y="231"/>
                    <a:pt x="622" y="238"/>
                    <a:pt x="622" y="241"/>
                  </a:cubicBezTo>
                  <a:cubicBezTo>
                    <a:pt x="621" y="244"/>
                    <a:pt x="620" y="248"/>
                    <a:pt x="619" y="250"/>
                  </a:cubicBezTo>
                  <a:cubicBezTo>
                    <a:pt x="618" y="251"/>
                    <a:pt x="614" y="253"/>
                    <a:pt x="614" y="255"/>
                  </a:cubicBezTo>
                  <a:cubicBezTo>
                    <a:pt x="613" y="257"/>
                    <a:pt x="616" y="262"/>
                    <a:pt x="615" y="264"/>
                  </a:cubicBezTo>
                  <a:cubicBezTo>
                    <a:pt x="614" y="266"/>
                    <a:pt x="610" y="268"/>
                    <a:pt x="609" y="269"/>
                  </a:cubicBezTo>
                  <a:cubicBezTo>
                    <a:pt x="606" y="272"/>
                    <a:pt x="603" y="278"/>
                    <a:pt x="601" y="281"/>
                  </a:cubicBezTo>
                  <a:cubicBezTo>
                    <a:pt x="599" y="284"/>
                    <a:pt x="596" y="289"/>
                    <a:pt x="594" y="291"/>
                  </a:cubicBezTo>
                  <a:cubicBezTo>
                    <a:pt x="592" y="292"/>
                    <a:pt x="586" y="295"/>
                    <a:pt x="584" y="296"/>
                  </a:cubicBezTo>
                  <a:cubicBezTo>
                    <a:pt x="582" y="297"/>
                    <a:pt x="577" y="299"/>
                    <a:pt x="576" y="301"/>
                  </a:cubicBezTo>
                  <a:cubicBezTo>
                    <a:pt x="574" y="302"/>
                    <a:pt x="572" y="306"/>
                    <a:pt x="573" y="309"/>
                  </a:cubicBezTo>
                  <a:cubicBezTo>
                    <a:pt x="573" y="311"/>
                    <a:pt x="575" y="314"/>
                    <a:pt x="576" y="316"/>
                  </a:cubicBezTo>
                  <a:cubicBezTo>
                    <a:pt x="578" y="318"/>
                    <a:pt x="582" y="320"/>
                    <a:pt x="585" y="322"/>
                  </a:cubicBezTo>
                  <a:cubicBezTo>
                    <a:pt x="588" y="323"/>
                    <a:pt x="594" y="325"/>
                    <a:pt x="597" y="326"/>
                  </a:cubicBezTo>
                  <a:cubicBezTo>
                    <a:pt x="600" y="328"/>
                    <a:pt x="606" y="332"/>
                    <a:pt x="609" y="334"/>
                  </a:cubicBezTo>
                  <a:cubicBezTo>
                    <a:pt x="612" y="338"/>
                    <a:pt x="615" y="347"/>
                    <a:pt x="617" y="351"/>
                  </a:cubicBezTo>
                  <a:cubicBezTo>
                    <a:pt x="619" y="353"/>
                    <a:pt x="622" y="357"/>
                    <a:pt x="624" y="359"/>
                  </a:cubicBezTo>
                  <a:cubicBezTo>
                    <a:pt x="626" y="360"/>
                    <a:pt x="630" y="361"/>
                    <a:pt x="633" y="362"/>
                  </a:cubicBezTo>
                  <a:cubicBezTo>
                    <a:pt x="635" y="362"/>
                    <a:pt x="640" y="361"/>
                    <a:pt x="643" y="362"/>
                  </a:cubicBezTo>
                  <a:cubicBezTo>
                    <a:pt x="645" y="363"/>
                    <a:pt x="648" y="368"/>
                    <a:pt x="648" y="370"/>
                  </a:cubicBezTo>
                  <a:cubicBezTo>
                    <a:pt x="648" y="372"/>
                    <a:pt x="646" y="375"/>
                    <a:pt x="645" y="375"/>
                  </a:cubicBezTo>
                  <a:cubicBezTo>
                    <a:pt x="643" y="377"/>
                    <a:pt x="638" y="377"/>
                    <a:pt x="637" y="378"/>
                  </a:cubicBezTo>
                  <a:cubicBezTo>
                    <a:pt x="635" y="380"/>
                    <a:pt x="636" y="384"/>
                    <a:pt x="636" y="386"/>
                  </a:cubicBezTo>
                  <a:cubicBezTo>
                    <a:pt x="637" y="389"/>
                    <a:pt x="639" y="394"/>
                    <a:pt x="640" y="396"/>
                  </a:cubicBezTo>
                  <a:cubicBezTo>
                    <a:pt x="641" y="399"/>
                    <a:pt x="643" y="404"/>
                    <a:pt x="644" y="407"/>
                  </a:cubicBezTo>
                  <a:cubicBezTo>
                    <a:pt x="645" y="411"/>
                    <a:pt x="648" y="419"/>
                    <a:pt x="647" y="423"/>
                  </a:cubicBezTo>
                  <a:cubicBezTo>
                    <a:pt x="647" y="426"/>
                    <a:pt x="643" y="431"/>
                    <a:pt x="642" y="434"/>
                  </a:cubicBezTo>
                  <a:cubicBezTo>
                    <a:pt x="640" y="437"/>
                    <a:pt x="634" y="441"/>
                    <a:pt x="632" y="444"/>
                  </a:cubicBezTo>
                  <a:cubicBezTo>
                    <a:pt x="631" y="448"/>
                    <a:pt x="631" y="456"/>
                    <a:pt x="632" y="460"/>
                  </a:cubicBezTo>
                  <a:cubicBezTo>
                    <a:pt x="632" y="462"/>
                    <a:pt x="633" y="466"/>
                    <a:pt x="634" y="469"/>
                  </a:cubicBezTo>
                  <a:cubicBezTo>
                    <a:pt x="635" y="470"/>
                    <a:pt x="635" y="473"/>
                    <a:pt x="637" y="474"/>
                  </a:cubicBezTo>
                  <a:cubicBezTo>
                    <a:pt x="638" y="476"/>
                    <a:pt x="644" y="476"/>
                    <a:pt x="646" y="477"/>
                  </a:cubicBezTo>
                  <a:cubicBezTo>
                    <a:pt x="648" y="478"/>
                    <a:pt x="651" y="480"/>
                    <a:pt x="652" y="481"/>
                  </a:cubicBezTo>
                  <a:cubicBezTo>
                    <a:pt x="653" y="482"/>
                    <a:pt x="654" y="487"/>
                    <a:pt x="654" y="489"/>
                  </a:cubicBezTo>
                  <a:cubicBezTo>
                    <a:pt x="654" y="491"/>
                    <a:pt x="653" y="497"/>
                    <a:pt x="651" y="499"/>
                  </a:cubicBezTo>
                  <a:cubicBezTo>
                    <a:pt x="649" y="501"/>
                    <a:pt x="645" y="503"/>
                    <a:pt x="643" y="505"/>
                  </a:cubicBezTo>
                  <a:cubicBezTo>
                    <a:pt x="641" y="507"/>
                    <a:pt x="637" y="510"/>
                    <a:pt x="635" y="512"/>
                  </a:cubicBezTo>
                  <a:cubicBezTo>
                    <a:pt x="634" y="514"/>
                    <a:pt x="631" y="519"/>
                    <a:pt x="630" y="521"/>
                  </a:cubicBezTo>
                  <a:cubicBezTo>
                    <a:pt x="629" y="524"/>
                    <a:pt x="626" y="530"/>
                    <a:pt x="627" y="532"/>
                  </a:cubicBezTo>
                  <a:cubicBezTo>
                    <a:pt x="628" y="534"/>
                    <a:pt x="631" y="535"/>
                    <a:pt x="632" y="536"/>
                  </a:cubicBezTo>
                  <a:cubicBezTo>
                    <a:pt x="635" y="537"/>
                    <a:pt x="641" y="536"/>
                    <a:pt x="644" y="536"/>
                  </a:cubicBezTo>
                  <a:cubicBezTo>
                    <a:pt x="647" y="536"/>
                    <a:pt x="652" y="534"/>
                    <a:pt x="654" y="535"/>
                  </a:cubicBezTo>
                  <a:cubicBezTo>
                    <a:pt x="656" y="536"/>
                    <a:pt x="660" y="538"/>
                    <a:pt x="660" y="540"/>
                  </a:cubicBezTo>
                  <a:cubicBezTo>
                    <a:pt x="662" y="543"/>
                    <a:pt x="661" y="551"/>
                    <a:pt x="661" y="554"/>
                  </a:cubicBezTo>
                  <a:cubicBezTo>
                    <a:pt x="661" y="559"/>
                    <a:pt x="661" y="568"/>
                    <a:pt x="661" y="573"/>
                  </a:cubicBezTo>
                  <a:cubicBezTo>
                    <a:pt x="661" y="575"/>
                    <a:pt x="660" y="579"/>
                    <a:pt x="661" y="581"/>
                  </a:cubicBezTo>
                  <a:cubicBezTo>
                    <a:pt x="662" y="584"/>
                    <a:pt x="667" y="586"/>
                    <a:pt x="669" y="587"/>
                  </a:cubicBezTo>
                  <a:cubicBezTo>
                    <a:pt x="671" y="589"/>
                    <a:pt x="675" y="593"/>
                    <a:pt x="677" y="595"/>
                  </a:cubicBezTo>
                  <a:cubicBezTo>
                    <a:pt x="679" y="597"/>
                    <a:pt x="681" y="602"/>
                    <a:pt x="683" y="604"/>
                  </a:cubicBezTo>
                  <a:cubicBezTo>
                    <a:pt x="685" y="609"/>
                    <a:pt x="688" y="619"/>
                    <a:pt x="689" y="624"/>
                  </a:cubicBezTo>
                  <a:cubicBezTo>
                    <a:pt x="690" y="629"/>
                    <a:pt x="692" y="639"/>
                    <a:pt x="692" y="644"/>
                  </a:cubicBezTo>
                  <a:cubicBezTo>
                    <a:pt x="692" y="647"/>
                    <a:pt x="692" y="654"/>
                    <a:pt x="690" y="657"/>
                  </a:cubicBezTo>
                  <a:cubicBezTo>
                    <a:pt x="688" y="659"/>
                    <a:pt x="680" y="661"/>
                    <a:pt x="677" y="662"/>
                  </a:cubicBezTo>
                  <a:cubicBezTo>
                    <a:pt x="674" y="664"/>
                    <a:pt x="667" y="668"/>
                    <a:pt x="664" y="671"/>
                  </a:cubicBezTo>
                  <a:cubicBezTo>
                    <a:pt x="661" y="674"/>
                    <a:pt x="658" y="680"/>
                    <a:pt x="656" y="68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8"/>
            <p:cNvSpPr>
              <a:spLocks/>
            </p:cNvSpPr>
            <p:nvPr/>
          </p:nvSpPr>
          <p:spPr bwMode="auto">
            <a:xfrm>
              <a:off x="846138" y="1582738"/>
              <a:ext cx="1006475" cy="1009650"/>
            </a:xfrm>
            <a:custGeom>
              <a:avLst/>
              <a:gdLst/>
              <a:ahLst/>
              <a:cxnLst>
                <a:cxn ang="0">
                  <a:pos x="384" y="681"/>
                </a:cxn>
                <a:cxn ang="0">
                  <a:pos x="337" y="686"/>
                </a:cxn>
                <a:cxn ang="0">
                  <a:pos x="298" y="658"/>
                </a:cxn>
                <a:cxn ang="0">
                  <a:pos x="266" y="657"/>
                </a:cxn>
                <a:cxn ang="0">
                  <a:pos x="224" y="688"/>
                </a:cxn>
                <a:cxn ang="0">
                  <a:pos x="202" y="707"/>
                </a:cxn>
                <a:cxn ang="0">
                  <a:pos x="152" y="695"/>
                </a:cxn>
                <a:cxn ang="0">
                  <a:pos x="114" y="669"/>
                </a:cxn>
                <a:cxn ang="0">
                  <a:pos x="92" y="644"/>
                </a:cxn>
                <a:cxn ang="0">
                  <a:pos x="111" y="577"/>
                </a:cxn>
                <a:cxn ang="0">
                  <a:pos x="89" y="527"/>
                </a:cxn>
                <a:cxn ang="0">
                  <a:pos x="55" y="505"/>
                </a:cxn>
                <a:cxn ang="0">
                  <a:pos x="82" y="462"/>
                </a:cxn>
                <a:cxn ang="0">
                  <a:pos x="60" y="433"/>
                </a:cxn>
                <a:cxn ang="0">
                  <a:pos x="68" y="369"/>
                </a:cxn>
                <a:cxn ang="0">
                  <a:pos x="71" y="335"/>
                </a:cxn>
                <a:cxn ang="0">
                  <a:pos x="25" y="299"/>
                </a:cxn>
                <a:cxn ang="0">
                  <a:pos x="12" y="269"/>
                </a:cxn>
                <a:cxn ang="0">
                  <a:pos x="42" y="228"/>
                </a:cxn>
                <a:cxn ang="0">
                  <a:pos x="31" y="169"/>
                </a:cxn>
                <a:cxn ang="0">
                  <a:pos x="41" y="116"/>
                </a:cxn>
                <a:cxn ang="0">
                  <a:pos x="114" y="123"/>
                </a:cxn>
                <a:cxn ang="0">
                  <a:pos x="147" y="67"/>
                </a:cxn>
                <a:cxn ang="0">
                  <a:pos x="239" y="66"/>
                </a:cxn>
                <a:cxn ang="0">
                  <a:pos x="324" y="107"/>
                </a:cxn>
                <a:cxn ang="0">
                  <a:pos x="365" y="160"/>
                </a:cxn>
                <a:cxn ang="0">
                  <a:pos x="423" y="157"/>
                </a:cxn>
                <a:cxn ang="0">
                  <a:pos x="489" y="124"/>
                </a:cxn>
                <a:cxn ang="0">
                  <a:pos x="597" y="56"/>
                </a:cxn>
                <a:cxn ang="0">
                  <a:pos x="654" y="5"/>
                </a:cxn>
                <a:cxn ang="0">
                  <a:pos x="670" y="52"/>
                </a:cxn>
                <a:cxn ang="0">
                  <a:pos x="699" y="83"/>
                </a:cxn>
                <a:cxn ang="0">
                  <a:pos x="693" y="176"/>
                </a:cxn>
                <a:cxn ang="0">
                  <a:pos x="711" y="241"/>
                </a:cxn>
                <a:cxn ang="0">
                  <a:pos x="653" y="265"/>
                </a:cxn>
                <a:cxn ang="0">
                  <a:pos x="597" y="289"/>
                </a:cxn>
                <a:cxn ang="0">
                  <a:pos x="607" y="324"/>
                </a:cxn>
                <a:cxn ang="0">
                  <a:pos x="620" y="368"/>
                </a:cxn>
                <a:cxn ang="0">
                  <a:pos x="643" y="358"/>
                </a:cxn>
                <a:cxn ang="0">
                  <a:pos x="647" y="378"/>
                </a:cxn>
                <a:cxn ang="0">
                  <a:pos x="627" y="414"/>
                </a:cxn>
                <a:cxn ang="0">
                  <a:pos x="579" y="446"/>
                </a:cxn>
                <a:cxn ang="0">
                  <a:pos x="586" y="486"/>
                </a:cxn>
                <a:cxn ang="0">
                  <a:pos x="546" y="488"/>
                </a:cxn>
                <a:cxn ang="0">
                  <a:pos x="536" y="519"/>
                </a:cxn>
                <a:cxn ang="0">
                  <a:pos x="508" y="567"/>
                </a:cxn>
                <a:cxn ang="0">
                  <a:pos x="514" y="593"/>
                </a:cxn>
                <a:cxn ang="0">
                  <a:pos x="517" y="626"/>
                </a:cxn>
                <a:cxn ang="0">
                  <a:pos x="450" y="659"/>
                </a:cxn>
                <a:cxn ang="0">
                  <a:pos x="419" y="687"/>
                </a:cxn>
                <a:cxn ang="0">
                  <a:pos x="426" y="709"/>
                </a:cxn>
              </a:cxnLst>
              <a:rect l="0" t="0" r="r" b="b"/>
              <a:pathLst>
                <a:path w="713" h="715">
                  <a:moveTo>
                    <a:pt x="403" y="704"/>
                  </a:moveTo>
                  <a:cubicBezTo>
                    <a:pt x="403" y="704"/>
                    <a:pt x="403" y="704"/>
                    <a:pt x="403" y="704"/>
                  </a:cubicBezTo>
                  <a:cubicBezTo>
                    <a:pt x="401" y="703"/>
                    <a:pt x="398" y="700"/>
                    <a:pt x="396" y="698"/>
                  </a:cubicBezTo>
                  <a:cubicBezTo>
                    <a:pt x="395" y="696"/>
                    <a:pt x="393" y="690"/>
                    <a:pt x="392" y="688"/>
                  </a:cubicBezTo>
                  <a:cubicBezTo>
                    <a:pt x="390" y="686"/>
                    <a:pt x="387" y="682"/>
                    <a:pt x="384" y="681"/>
                  </a:cubicBezTo>
                  <a:cubicBezTo>
                    <a:pt x="381" y="680"/>
                    <a:pt x="374" y="683"/>
                    <a:pt x="371" y="684"/>
                  </a:cubicBezTo>
                  <a:cubicBezTo>
                    <a:pt x="368" y="685"/>
                    <a:pt x="362" y="689"/>
                    <a:pt x="359" y="691"/>
                  </a:cubicBezTo>
                  <a:cubicBezTo>
                    <a:pt x="356" y="692"/>
                    <a:pt x="352" y="695"/>
                    <a:pt x="349" y="694"/>
                  </a:cubicBezTo>
                  <a:cubicBezTo>
                    <a:pt x="347" y="694"/>
                    <a:pt x="344" y="691"/>
                    <a:pt x="342" y="690"/>
                  </a:cubicBezTo>
                  <a:cubicBezTo>
                    <a:pt x="341" y="689"/>
                    <a:pt x="338" y="687"/>
                    <a:pt x="337" y="686"/>
                  </a:cubicBezTo>
                  <a:cubicBezTo>
                    <a:pt x="335" y="685"/>
                    <a:pt x="330" y="683"/>
                    <a:pt x="328" y="683"/>
                  </a:cubicBezTo>
                  <a:cubicBezTo>
                    <a:pt x="325" y="682"/>
                    <a:pt x="320" y="682"/>
                    <a:pt x="317" y="682"/>
                  </a:cubicBezTo>
                  <a:cubicBezTo>
                    <a:pt x="314" y="681"/>
                    <a:pt x="305" y="678"/>
                    <a:pt x="303" y="675"/>
                  </a:cubicBezTo>
                  <a:cubicBezTo>
                    <a:pt x="302" y="674"/>
                    <a:pt x="302" y="669"/>
                    <a:pt x="302" y="667"/>
                  </a:cubicBezTo>
                  <a:cubicBezTo>
                    <a:pt x="301" y="665"/>
                    <a:pt x="300" y="660"/>
                    <a:pt x="298" y="658"/>
                  </a:cubicBezTo>
                  <a:cubicBezTo>
                    <a:pt x="297" y="657"/>
                    <a:pt x="294" y="657"/>
                    <a:pt x="293" y="657"/>
                  </a:cubicBezTo>
                  <a:cubicBezTo>
                    <a:pt x="291" y="657"/>
                    <a:pt x="287" y="658"/>
                    <a:pt x="285" y="659"/>
                  </a:cubicBezTo>
                  <a:cubicBezTo>
                    <a:pt x="284" y="660"/>
                    <a:pt x="282" y="664"/>
                    <a:pt x="280" y="664"/>
                  </a:cubicBezTo>
                  <a:cubicBezTo>
                    <a:pt x="278" y="665"/>
                    <a:pt x="272" y="665"/>
                    <a:pt x="270" y="664"/>
                  </a:cubicBezTo>
                  <a:cubicBezTo>
                    <a:pt x="269" y="663"/>
                    <a:pt x="267" y="658"/>
                    <a:pt x="266" y="657"/>
                  </a:cubicBezTo>
                  <a:cubicBezTo>
                    <a:pt x="264" y="656"/>
                    <a:pt x="259" y="654"/>
                    <a:pt x="257" y="653"/>
                  </a:cubicBezTo>
                  <a:cubicBezTo>
                    <a:pt x="254" y="653"/>
                    <a:pt x="248" y="653"/>
                    <a:pt x="245" y="654"/>
                  </a:cubicBezTo>
                  <a:cubicBezTo>
                    <a:pt x="243" y="655"/>
                    <a:pt x="238" y="658"/>
                    <a:pt x="236" y="661"/>
                  </a:cubicBezTo>
                  <a:cubicBezTo>
                    <a:pt x="233" y="663"/>
                    <a:pt x="229" y="670"/>
                    <a:pt x="228" y="674"/>
                  </a:cubicBezTo>
                  <a:cubicBezTo>
                    <a:pt x="226" y="677"/>
                    <a:pt x="225" y="684"/>
                    <a:pt x="224" y="688"/>
                  </a:cubicBezTo>
                  <a:cubicBezTo>
                    <a:pt x="223" y="691"/>
                    <a:pt x="221" y="698"/>
                    <a:pt x="219" y="702"/>
                  </a:cubicBezTo>
                  <a:cubicBezTo>
                    <a:pt x="219" y="704"/>
                    <a:pt x="217" y="707"/>
                    <a:pt x="216" y="708"/>
                  </a:cubicBezTo>
                  <a:cubicBezTo>
                    <a:pt x="215" y="710"/>
                    <a:pt x="212" y="712"/>
                    <a:pt x="210" y="712"/>
                  </a:cubicBezTo>
                  <a:cubicBezTo>
                    <a:pt x="209" y="713"/>
                    <a:pt x="205" y="715"/>
                    <a:pt x="204" y="714"/>
                  </a:cubicBezTo>
                  <a:cubicBezTo>
                    <a:pt x="202" y="713"/>
                    <a:pt x="203" y="709"/>
                    <a:pt x="202" y="707"/>
                  </a:cubicBezTo>
                  <a:cubicBezTo>
                    <a:pt x="201" y="706"/>
                    <a:pt x="199" y="703"/>
                    <a:pt x="197" y="703"/>
                  </a:cubicBezTo>
                  <a:cubicBezTo>
                    <a:pt x="196" y="702"/>
                    <a:pt x="193" y="702"/>
                    <a:pt x="192" y="701"/>
                  </a:cubicBezTo>
                  <a:cubicBezTo>
                    <a:pt x="188" y="701"/>
                    <a:pt x="179" y="703"/>
                    <a:pt x="174" y="703"/>
                  </a:cubicBezTo>
                  <a:cubicBezTo>
                    <a:pt x="171" y="703"/>
                    <a:pt x="166" y="703"/>
                    <a:pt x="163" y="702"/>
                  </a:cubicBezTo>
                  <a:cubicBezTo>
                    <a:pt x="160" y="701"/>
                    <a:pt x="154" y="697"/>
                    <a:pt x="152" y="695"/>
                  </a:cubicBezTo>
                  <a:cubicBezTo>
                    <a:pt x="149" y="691"/>
                    <a:pt x="145" y="683"/>
                    <a:pt x="143" y="679"/>
                  </a:cubicBezTo>
                  <a:cubicBezTo>
                    <a:pt x="142" y="676"/>
                    <a:pt x="143" y="669"/>
                    <a:pt x="141" y="667"/>
                  </a:cubicBezTo>
                  <a:cubicBezTo>
                    <a:pt x="140" y="665"/>
                    <a:pt x="136" y="664"/>
                    <a:pt x="134" y="664"/>
                  </a:cubicBezTo>
                  <a:cubicBezTo>
                    <a:pt x="132" y="664"/>
                    <a:pt x="127" y="665"/>
                    <a:pt x="124" y="666"/>
                  </a:cubicBezTo>
                  <a:cubicBezTo>
                    <a:pt x="122" y="666"/>
                    <a:pt x="117" y="669"/>
                    <a:pt x="114" y="669"/>
                  </a:cubicBezTo>
                  <a:cubicBezTo>
                    <a:pt x="111" y="669"/>
                    <a:pt x="105" y="667"/>
                    <a:pt x="102" y="666"/>
                  </a:cubicBezTo>
                  <a:cubicBezTo>
                    <a:pt x="100" y="665"/>
                    <a:pt x="96" y="664"/>
                    <a:pt x="94" y="663"/>
                  </a:cubicBezTo>
                  <a:cubicBezTo>
                    <a:pt x="92" y="662"/>
                    <a:pt x="88" y="661"/>
                    <a:pt x="86" y="660"/>
                  </a:cubicBezTo>
                  <a:cubicBezTo>
                    <a:pt x="86" y="659"/>
                    <a:pt x="85" y="658"/>
                    <a:pt x="84" y="657"/>
                  </a:cubicBezTo>
                  <a:cubicBezTo>
                    <a:pt x="86" y="653"/>
                    <a:pt x="89" y="647"/>
                    <a:pt x="92" y="644"/>
                  </a:cubicBezTo>
                  <a:cubicBezTo>
                    <a:pt x="95" y="641"/>
                    <a:pt x="102" y="637"/>
                    <a:pt x="105" y="635"/>
                  </a:cubicBezTo>
                  <a:cubicBezTo>
                    <a:pt x="108" y="634"/>
                    <a:pt x="116" y="632"/>
                    <a:pt x="118" y="630"/>
                  </a:cubicBezTo>
                  <a:cubicBezTo>
                    <a:pt x="120" y="627"/>
                    <a:pt x="120" y="620"/>
                    <a:pt x="120" y="617"/>
                  </a:cubicBezTo>
                  <a:cubicBezTo>
                    <a:pt x="120" y="612"/>
                    <a:pt x="118" y="602"/>
                    <a:pt x="117" y="597"/>
                  </a:cubicBezTo>
                  <a:cubicBezTo>
                    <a:pt x="116" y="592"/>
                    <a:pt x="113" y="582"/>
                    <a:pt x="111" y="577"/>
                  </a:cubicBezTo>
                  <a:cubicBezTo>
                    <a:pt x="109" y="575"/>
                    <a:pt x="107" y="570"/>
                    <a:pt x="105" y="568"/>
                  </a:cubicBezTo>
                  <a:cubicBezTo>
                    <a:pt x="103" y="566"/>
                    <a:pt x="99" y="562"/>
                    <a:pt x="97" y="560"/>
                  </a:cubicBezTo>
                  <a:cubicBezTo>
                    <a:pt x="95" y="559"/>
                    <a:pt x="90" y="557"/>
                    <a:pt x="89" y="554"/>
                  </a:cubicBezTo>
                  <a:cubicBezTo>
                    <a:pt x="88" y="552"/>
                    <a:pt x="89" y="548"/>
                    <a:pt x="89" y="546"/>
                  </a:cubicBezTo>
                  <a:cubicBezTo>
                    <a:pt x="89" y="541"/>
                    <a:pt x="89" y="532"/>
                    <a:pt x="89" y="527"/>
                  </a:cubicBezTo>
                  <a:cubicBezTo>
                    <a:pt x="89" y="524"/>
                    <a:pt x="90" y="516"/>
                    <a:pt x="88" y="513"/>
                  </a:cubicBezTo>
                  <a:cubicBezTo>
                    <a:pt x="88" y="511"/>
                    <a:pt x="84" y="509"/>
                    <a:pt x="82" y="508"/>
                  </a:cubicBezTo>
                  <a:cubicBezTo>
                    <a:pt x="80" y="507"/>
                    <a:pt x="75" y="509"/>
                    <a:pt x="72" y="509"/>
                  </a:cubicBezTo>
                  <a:cubicBezTo>
                    <a:pt x="69" y="509"/>
                    <a:pt x="63" y="510"/>
                    <a:pt x="60" y="509"/>
                  </a:cubicBezTo>
                  <a:cubicBezTo>
                    <a:pt x="59" y="508"/>
                    <a:pt x="56" y="507"/>
                    <a:pt x="55" y="505"/>
                  </a:cubicBezTo>
                  <a:cubicBezTo>
                    <a:pt x="54" y="503"/>
                    <a:pt x="57" y="497"/>
                    <a:pt x="58" y="494"/>
                  </a:cubicBezTo>
                  <a:cubicBezTo>
                    <a:pt x="59" y="492"/>
                    <a:pt x="62" y="487"/>
                    <a:pt x="63" y="485"/>
                  </a:cubicBezTo>
                  <a:cubicBezTo>
                    <a:pt x="65" y="483"/>
                    <a:pt x="69" y="480"/>
                    <a:pt x="71" y="478"/>
                  </a:cubicBezTo>
                  <a:cubicBezTo>
                    <a:pt x="73" y="476"/>
                    <a:pt x="77" y="474"/>
                    <a:pt x="79" y="472"/>
                  </a:cubicBezTo>
                  <a:cubicBezTo>
                    <a:pt x="81" y="470"/>
                    <a:pt x="82" y="464"/>
                    <a:pt x="82" y="462"/>
                  </a:cubicBezTo>
                  <a:cubicBezTo>
                    <a:pt x="82" y="460"/>
                    <a:pt x="81" y="455"/>
                    <a:pt x="80" y="454"/>
                  </a:cubicBezTo>
                  <a:cubicBezTo>
                    <a:pt x="79" y="453"/>
                    <a:pt x="76" y="451"/>
                    <a:pt x="74" y="450"/>
                  </a:cubicBezTo>
                  <a:cubicBezTo>
                    <a:pt x="72" y="449"/>
                    <a:pt x="66" y="449"/>
                    <a:pt x="65" y="447"/>
                  </a:cubicBezTo>
                  <a:cubicBezTo>
                    <a:pt x="63" y="446"/>
                    <a:pt x="63" y="443"/>
                    <a:pt x="62" y="442"/>
                  </a:cubicBezTo>
                  <a:cubicBezTo>
                    <a:pt x="61" y="439"/>
                    <a:pt x="60" y="435"/>
                    <a:pt x="60" y="433"/>
                  </a:cubicBezTo>
                  <a:cubicBezTo>
                    <a:pt x="59" y="429"/>
                    <a:pt x="59" y="421"/>
                    <a:pt x="60" y="417"/>
                  </a:cubicBezTo>
                  <a:cubicBezTo>
                    <a:pt x="62" y="414"/>
                    <a:pt x="68" y="410"/>
                    <a:pt x="70" y="407"/>
                  </a:cubicBezTo>
                  <a:cubicBezTo>
                    <a:pt x="71" y="404"/>
                    <a:pt x="75" y="399"/>
                    <a:pt x="75" y="396"/>
                  </a:cubicBezTo>
                  <a:cubicBezTo>
                    <a:pt x="76" y="392"/>
                    <a:pt x="73" y="384"/>
                    <a:pt x="72" y="380"/>
                  </a:cubicBezTo>
                  <a:cubicBezTo>
                    <a:pt x="71" y="377"/>
                    <a:pt x="69" y="372"/>
                    <a:pt x="68" y="369"/>
                  </a:cubicBezTo>
                  <a:cubicBezTo>
                    <a:pt x="67" y="367"/>
                    <a:pt x="65" y="362"/>
                    <a:pt x="64" y="359"/>
                  </a:cubicBezTo>
                  <a:cubicBezTo>
                    <a:pt x="64" y="357"/>
                    <a:pt x="63" y="353"/>
                    <a:pt x="65" y="351"/>
                  </a:cubicBezTo>
                  <a:cubicBezTo>
                    <a:pt x="66" y="350"/>
                    <a:pt x="71" y="350"/>
                    <a:pt x="73" y="348"/>
                  </a:cubicBezTo>
                  <a:cubicBezTo>
                    <a:pt x="74" y="348"/>
                    <a:pt x="76" y="345"/>
                    <a:pt x="76" y="343"/>
                  </a:cubicBezTo>
                  <a:cubicBezTo>
                    <a:pt x="76" y="341"/>
                    <a:pt x="73" y="336"/>
                    <a:pt x="71" y="335"/>
                  </a:cubicBezTo>
                  <a:cubicBezTo>
                    <a:pt x="68" y="334"/>
                    <a:pt x="63" y="335"/>
                    <a:pt x="61" y="335"/>
                  </a:cubicBezTo>
                  <a:cubicBezTo>
                    <a:pt x="58" y="334"/>
                    <a:pt x="54" y="333"/>
                    <a:pt x="52" y="332"/>
                  </a:cubicBezTo>
                  <a:cubicBezTo>
                    <a:pt x="50" y="330"/>
                    <a:pt x="47" y="326"/>
                    <a:pt x="45" y="324"/>
                  </a:cubicBezTo>
                  <a:cubicBezTo>
                    <a:pt x="43" y="320"/>
                    <a:pt x="40" y="311"/>
                    <a:pt x="37" y="307"/>
                  </a:cubicBezTo>
                  <a:cubicBezTo>
                    <a:pt x="34" y="305"/>
                    <a:pt x="28" y="301"/>
                    <a:pt x="25" y="299"/>
                  </a:cubicBezTo>
                  <a:cubicBezTo>
                    <a:pt x="22" y="298"/>
                    <a:pt x="16" y="296"/>
                    <a:pt x="13" y="295"/>
                  </a:cubicBezTo>
                  <a:cubicBezTo>
                    <a:pt x="10" y="293"/>
                    <a:pt x="6" y="291"/>
                    <a:pt x="4" y="289"/>
                  </a:cubicBezTo>
                  <a:cubicBezTo>
                    <a:pt x="3" y="287"/>
                    <a:pt x="1" y="284"/>
                    <a:pt x="1" y="282"/>
                  </a:cubicBezTo>
                  <a:cubicBezTo>
                    <a:pt x="0" y="279"/>
                    <a:pt x="2" y="275"/>
                    <a:pt x="4" y="274"/>
                  </a:cubicBezTo>
                  <a:cubicBezTo>
                    <a:pt x="5" y="272"/>
                    <a:pt x="10" y="270"/>
                    <a:pt x="12" y="269"/>
                  </a:cubicBezTo>
                  <a:cubicBezTo>
                    <a:pt x="14" y="268"/>
                    <a:pt x="20" y="265"/>
                    <a:pt x="22" y="264"/>
                  </a:cubicBezTo>
                  <a:cubicBezTo>
                    <a:pt x="24" y="262"/>
                    <a:pt x="27" y="257"/>
                    <a:pt x="29" y="254"/>
                  </a:cubicBezTo>
                  <a:cubicBezTo>
                    <a:pt x="31" y="251"/>
                    <a:pt x="34" y="245"/>
                    <a:pt x="37" y="242"/>
                  </a:cubicBezTo>
                  <a:cubicBezTo>
                    <a:pt x="38" y="241"/>
                    <a:pt x="42" y="239"/>
                    <a:pt x="43" y="237"/>
                  </a:cubicBezTo>
                  <a:cubicBezTo>
                    <a:pt x="44" y="235"/>
                    <a:pt x="41" y="230"/>
                    <a:pt x="42" y="228"/>
                  </a:cubicBezTo>
                  <a:cubicBezTo>
                    <a:pt x="42" y="226"/>
                    <a:pt x="46" y="224"/>
                    <a:pt x="47" y="223"/>
                  </a:cubicBezTo>
                  <a:cubicBezTo>
                    <a:pt x="48" y="221"/>
                    <a:pt x="49" y="217"/>
                    <a:pt x="50" y="214"/>
                  </a:cubicBezTo>
                  <a:cubicBezTo>
                    <a:pt x="50" y="211"/>
                    <a:pt x="48" y="204"/>
                    <a:pt x="47" y="200"/>
                  </a:cubicBezTo>
                  <a:cubicBezTo>
                    <a:pt x="45" y="197"/>
                    <a:pt x="42" y="190"/>
                    <a:pt x="40" y="186"/>
                  </a:cubicBezTo>
                  <a:cubicBezTo>
                    <a:pt x="38" y="182"/>
                    <a:pt x="32" y="174"/>
                    <a:pt x="31" y="169"/>
                  </a:cubicBezTo>
                  <a:cubicBezTo>
                    <a:pt x="30" y="167"/>
                    <a:pt x="29" y="161"/>
                    <a:pt x="28" y="159"/>
                  </a:cubicBezTo>
                  <a:cubicBezTo>
                    <a:pt x="28" y="155"/>
                    <a:pt x="26" y="149"/>
                    <a:pt x="27" y="145"/>
                  </a:cubicBezTo>
                  <a:cubicBezTo>
                    <a:pt x="27" y="143"/>
                    <a:pt x="30" y="138"/>
                    <a:pt x="32" y="136"/>
                  </a:cubicBezTo>
                  <a:cubicBezTo>
                    <a:pt x="33" y="134"/>
                    <a:pt x="40" y="132"/>
                    <a:pt x="41" y="129"/>
                  </a:cubicBezTo>
                  <a:cubicBezTo>
                    <a:pt x="42" y="126"/>
                    <a:pt x="41" y="119"/>
                    <a:pt x="41" y="116"/>
                  </a:cubicBezTo>
                  <a:cubicBezTo>
                    <a:pt x="41" y="113"/>
                    <a:pt x="41" y="108"/>
                    <a:pt x="41" y="106"/>
                  </a:cubicBezTo>
                  <a:cubicBezTo>
                    <a:pt x="42" y="105"/>
                    <a:pt x="42" y="103"/>
                    <a:pt x="43" y="102"/>
                  </a:cubicBezTo>
                  <a:cubicBezTo>
                    <a:pt x="50" y="107"/>
                    <a:pt x="61" y="113"/>
                    <a:pt x="67" y="116"/>
                  </a:cubicBezTo>
                  <a:cubicBezTo>
                    <a:pt x="72" y="119"/>
                    <a:pt x="83" y="122"/>
                    <a:pt x="89" y="123"/>
                  </a:cubicBezTo>
                  <a:cubicBezTo>
                    <a:pt x="95" y="124"/>
                    <a:pt x="107" y="125"/>
                    <a:pt x="114" y="123"/>
                  </a:cubicBezTo>
                  <a:cubicBezTo>
                    <a:pt x="119" y="122"/>
                    <a:pt x="131" y="117"/>
                    <a:pt x="134" y="112"/>
                  </a:cubicBezTo>
                  <a:cubicBezTo>
                    <a:pt x="136" y="109"/>
                    <a:pt x="135" y="102"/>
                    <a:pt x="134" y="99"/>
                  </a:cubicBezTo>
                  <a:cubicBezTo>
                    <a:pt x="134" y="96"/>
                    <a:pt x="132" y="90"/>
                    <a:pt x="132" y="87"/>
                  </a:cubicBezTo>
                  <a:cubicBezTo>
                    <a:pt x="132" y="84"/>
                    <a:pt x="135" y="78"/>
                    <a:pt x="137" y="75"/>
                  </a:cubicBezTo>
                  <a:cubicBezTo>
                    <a:pt x="139" y="73"/>
                    <a:pt x="144" y="69"/>
                    <a:pt x="147" y="67"/>
                  </a:cubicBezTo>
                  <a:cubicBezTo>
                    <a:pt x="153" y="64"/>
                    <a:pt x="165" y="59"/>
                    <a:pt x="171" y="57"/>
                  </a:cubicBezTo>
                  <a:cubicBezTo>
                    <a:pt x="176" y="55"/>
                    <a:pt x="187" y="51"/>
                    <a:pt x="192" y="53"/>
                  </a:cubicBezTo>
                  <a:cubicBezTo>
                    <a:pt x="196" y="53"/>
                    <a:pt x="202" y="62"/>
                    <a:pt x="207" y="64"/>
                  </a:cubicBezTo>
                  <a:cubicBezTo>
                    <a:pt x="211" y="66"/>
                    <a:pt x="220" y="68"/>
                    <a:pt x="225" y="68"/>
                  </a:cubicBezTo>
                  <a:cubicBezTo>
                    <a:pt x="228" y="68"/>
                    <a:pt x="236" y="65"/>
                    <a:pt x="239" y="66"/>
                  </a:cubicBezTo>
                  <a:cubicBezTo>
                    <a:pt x="244" y="68"/>
                    <a:pt x="251" y="78"/>
                    <a:pt x="255" y="82"/>
                  </a:cubicBezTo>
                  <a:cubicBezTo>
                    <a:pt x="257" y="84"/>
                    <a:pt x="262" y="88"/>
                    <a:pt x="265" y="90"/>
                  </a:cubicBezTo>
                  <a:cubicBezTo>
                    <a:pt x="269" y="91"/>
                    <a:pt x="277" y="92"/>
                    <a:pt x="281" y="92"/>
                  </a:cubicBezTo>
                  <a:cubicBezTo>
                    <a:pt x="288" y="93"/>
                    <a:pt x="302" y="94"/>
                    <a:pt x="309" y="96"/>
                  </a:cubicBezTo>
                  <a:cubicBezTo>
                    <a:pt x="313" y="98"/>
                    <a:pt x="321" y="103"/>
                    <a:pt x="324" y="107"/>
                  </a:cubicBezTo>
                  <a:cubicBezTo>
                    <a:pt x="326" y="110"/>
                    <a:pt x="329" y="116"/>
                    <a:pt x="329" y="120"/>
                  </a:cubicBezTo>
                  <a:cubicBezTo>
                    <a:pt x="331" y="125"/>
                    <a:pt x="330" y="136"/>
                    <a:pt x="331" y="141"/>
                  </a:cubicBezTo>
                  <a:cubicBezTo>
                    <a:pt x="332" y="145"/>
                    <a:pt x="333" y="152"/>
                    <a:pt x="336" y="155"/>
                  </a:cubicBezTo>
                  <a:cubicBezTo>
                    <a:pt x="339" y="157"/>
                    <a:pt x="347" y="160"/>
                    <a:pt x="351" y="161"/>
                  </a:cubicBezTo>
                  <a:cubicBezTo>
                    <a:pt x="355" y="161"/>
                    <a:pt x="362" y="160"/>
                    <a:pt x="365" y="160"/>
                  </a:cubicBezTo>
                  <a:cubicBezTo>
                    <a:pt x="370" y="160"/>
                    <a:pt x="379" y="159"/>
                    <a:pt x="383" y="161"/>
                  </a:cubicBezTo>
                  <a:cubicBezTo>
                    <a:pt x="388" y="162"/>
                    <a:pt x="396" y="170"/>
                    <a:pt x="400" y="170"/>
                  </a:cubicBezTo>
                  <a:cubicBezTo>
                    <a:pt x="403" y="171"/>
                    <a:pt x="407" y="170"/>
                    <a:pt x="409" y="169"/>
                  </a:cubicBezTo>
                  <a:cubicBezTo>
                    <a:pt x="411" y="168"/>
                    <a:pt x="412" y="163"/>
                    <a:pt x="414" y="161"/>
                  </a:cubicBezTo>
                  <a:cubicBezTo>
                    <a:pt x="415" y="159"/>
                    <a:pt x="420" y="157"/>
                    <a:pt x="423" y="157"/>
                  </a:cubicBezTo>
                  <a:cubicBezTo>
                    <a:pt x="426" y="156"/>
                    <a:pt x="432" y="159"/>
                    <a:pt x="435" y="159"/>
                  </a:cubicBezTo>
                  <a:cubicBezTo>
                    <a:pt x="438" y="160"/>
                    <a:pt x="445" y="160"/>
                    <a:pt x="447" y="158"/>
                  </a:cubicBezTo>
                  <a:cubicBezTo>
                    <a:pt x="452" y="156"/>
                    <a:pt x="458" y="147"/>
                    <a:pt x="461" y="143"/>
                  </a:cubicBezTo>
                  <a:cubicBezTo>
                    <a:pt x="464" y="140"/>
                    <a:pt x="469" y="133"/>
                    <a:pt x="472" y="131"/>
                  </a:cubicBezTo>
                  <a:cubicBezTo>
                    <a:pt x="476" y="128"/>
                    <a:pt x="485" y="125"/>
                    <a:pt x="489" y="124"/>
                  </a:cubicBezTo>
                  <a:cubicBezTo>
                    <a:pt x="496" y="121"/>
                    <a:pt x="509" y="117"/>
                    <a:pt x="515" y="114"/>
                  </a:cubicBezTo>
                  <a:cubicBezTo>
                    <a:pt x="520" y="112"/>
                    <a:pt x="530" y="110"/>
                    <a:pt x="535" y="107"/>
                  </a:cubicBezTo>
                  <a:cubicBezTo>
                    <a:pt x="538" y="104"/>
                    <a:pt x="543" y="97"/>
                    <a:pt x="547" y="94"/>
                  </a:cubicBezTo>
                  <a:cubicBezTo>
                    <a:pt x="550" y="90"/>
                    <a:pt x="558" y="84"/>
                    <a:pt x="561" y="81"/>
                  </a:cubicBezTo>
                  <a:cubicBezTo>
                    <a:pt x="570" y="75"/>
                    <a:pt x="588" y="63"/>
                    <a:pt x="597" y="56"/>
                  </a:cubicBezTo>
                  <a:cubicBezTo>
                    <a:pt x="604" y="50"/>
                    <a:pt x="618" y="38"/>
                    <a:pt x="625" y="31"/>
                  </a:cubicBezTo>
                  <a:cubicBezTo>
                    <a:pt x="628" y="27"/>
                    <a:pt x="636" y="20"/>
                    <a:pt x="639" y="15"/>
                  </a:cubicBezTo>
                  <a:cubicBezTo>
                    <a:pt x="641" y="12"/>
                    <a:pt x="644" y="4"/>
                    <a:pt x="646" y="0"/>
                  </a:cubicBezTo>
                  <a:cubicBezTo>
                    <a:pt x="647" y="1"/>
                    <a:pt x="648" y="2"/>
                    <a:pt x="648" y="3"/>
                  </a:cubicBezTo>
                  <a:cubicBezTo>
                    <a:pt x="650" y="3"/>
                    <a:pt x="653" y="4"/>
                    <a:pt x="654" y="5"/>
                  </a:cubicBezTo>
                  <a:cubicBezTo>
                    <a:pt x="656" y="6"/>
                    <a:pt x="658" y="9"/>
                    <a:pt x="659" y="10"/>
                  </a:cubicBezTo>
                  <a:cubicBezTo>
                    <a:pt x="660" y="12"/>
                    <a:pt x="663" y="17"/>
                    <a:pt x="664" y="19"/>
                  </a:cubicBezTo>
                  <a:cubicBezTo>
                    <a:pt x="665" y="23"/>
                    <a:pt x="666" y="31"/>
                    <a:pt x="666" y="35"/>
                  </a:cubicBezTo>
                  <a:cubicBezTo>
                    <a:pt x="667" y="37"/>
                    <a:pt x="668" y="42"/>
                    <a:pt x="668" y="44"/>
                  </a:cubicBezTo>
                  <a:cubicBezTo>
                    <a:pt x="669" y="46"/>
                    <a:pt x="669" y="50"/>
                    <a:pt x="670" y="52"/>
                  </a:cubicBezTo>
                  <a:cubicBezTo>
                    <a:pt x="671" y="54"/>
                    <a:pt x="674" y="56"/>
                    <a:pt x="676" y="57"/>
                  </a:cubicBezTo>
                  <a:cubicBezTo>
                    <a:pt x="678" y="59"/>
                    <a:pt x="683" y="61"/>
                    <a:pt x="685" y="62"/>
                  </a:cubicBezTo>
                  <a:cubicBezTo>
                    <a:pt x="687" y="63"/>
                    <a:pt x="692" y="64"/>
                    <a:pt x="693" y="66"/>
                  </a:cubicBezTo>
                  <a:cubicBezTo>
                    <a:pt x="695" y="67"/>
                    <a:pt x="698" y="73"/>
                    <a:pt x="699" y="75"/>
                  </a:cubicBezTo>
                  <a:cubicBezTo>
                    <a:pt x="699" y="77"/>
                    <a:pt x="700" y="81"/>
                    <a:pt x="699" y="83"/>
                  </a:cubicBezTo>
                  <a:cubicBezTo>
                    <a:pt x="699" y="86"/>
                    <a:pt x="694" y="91"/>
                    <a:pt x="693" y="94"/>
                  </a:cubicBezTo>
                  <a:cubicBezTo>
                    <a:pt x="690" y="99"/>
                    <a:pt x="685" y="109"/>
                    <a:pt x="684" y="114"/>
                  </a:cubicBezTo>
                  <a:cubicBezTo>
                    <a:pt x="682" y="119"/>
                    <a:pt x="681" y="129"/>
                    <a:pt x="681" y="133"/>
                  </a:cubicBezTo>
                  <a:cubicBezTo>
                    <a:pt x="681" y="139"/>
                    <a:pt x="682" y="151"/>
                    <a:pt x="684" y="156"/>
                  </a:cubicBezTo>
                  <a:cubicBezTo>
                    <a:pt x="685" y="161"/>
                    <a:pt x="691" y="171"/>
                    <a:pt x="693" y="176"/>
                  </a:cubicBezTo>
                  <a:cubicBezTo>
                    <a:pt x="695" y="178"/>
                    <a:pt x="698" y="184"/>
                    <a:pt x="700" y="187"/>
                  </a:cubicBezTo>
                  <a:cubicBezTo>
                    <a:pt x="702" y="190"/>
                    <a:pt x="706" y="197"/>
                    <a:pt x="707" y="201"/>
                  </a:cubicBezTo>
                  <a:cubicBezTo>
                    <a:pt x="709" y="204"/>
                    <a:pt x="711" y="211"/>
                    <a:pt x="712" y="214"/>
                  </a:cubicBezTo>
                  <a:cubicBezTo>
                    <a:pt x="712" y="218"/>
                    <a:pt x="713" y="225"/>
                    <a:pt x="713" y="228"/>
                  </a:cubicBezTo>
                  <a:cubicBezTo>
                    <a:pt x="713" y="232"/>
                    <a:pt x="712" y="238"/>
                    <a:pt x="711" y="241"/>
                  </a:cubicBezTo>
                  <a:cubicBezTo>
                    <a:pt x="710" y="244"/>
                    <a:pt x="706" y="250"/>
                    <a:pt x="704" y="252"/>
                  </a:cubicBezTo>
                  <a:cubicBezTo>
                    <a:pt x="702" y="254"/>
                    <a:pt x="697" y="257"/>
                    <a:pt x="695" y="259"/>
                  </a:cubicBezTo>
                  <a:cubicBezTo>
                    <a:pt x="692" y="260"/>
                    <a:pt x="686" y="263"/>
                    <a:pt x="683" y="264"/>
                  </a:cubicBezTo>
                  <a:cubicBezTo>
                    <a:pt x="679" y="265"/>
                    <a:pt x="672" y="266"/>
                    <a:pt x="669" y="266"/>
                  </a:cubicBezTo>
                  <a:cubicBezTo>
                    <a:pt x="665" y="267"/>
                    <a:pt x="657" y="266"/>
                    <a:pt x="653" y="265"/>
                  </a:cubicBezTo>
                  <a:cubicBezTo>
                    <a:pt x="649" y="265"/>
                    <a:pt x="641" y="265"/>
                    <a:pt x="637" y="265"/>
                  </a:cubicBezTo>
                  <a:cubicBezTo>
                    <a:pt x="635" y="266"/>
                    <a:pt x="631" y="269"/>
                    <a:pt x="628" y="270"/>
                  </a:cubicBezTo>
                  <a:cubicBezTo>
                    <a:pt x="624" y="272"/>
                    <a:pt x="616" y="275"/>
                    <a:pt x="612" y="277"/>
                  </a:cubicBezTo>
                  <a:cubicBezTo>
                    <a:pt x="610" y="278"/>
                    <a:pt x="606" y="280"/>
                    <a:pt x="604" y="282"/>
                  </a:cubicBezTo>
                  <a:cubicBezTo>
                    <a:pt x="602" y="283"/>
                    <a:pt x="598" y="286"/>
                    <a:pt x="597" y="289"/>
                  </a:cubicBezTo>
                  <a:cubicBezTo>
                    <a:pt x="596" y="290"/>
                    <a:pt x="597" y="294"/>
                    <a:pt x="597" y="295"/>
                  </a:cubicBezTo>
                  <a:cubicBezTo>
                    <a:pt x="597" y="297"/>
                    <a:pt x="597" y="301"/>
                    <a:pt x="598" y="302"/>
                  </a:cubicBezTo>
                  <a:cubicBezTo>
                    <a:pt x="598" y="304"/>
                    <a:pt x="601" y="306"/>
                    <a:pt x="602" y="308"/>
                  </a:cubicBezTo>
                  <a:cubicBezTo>
                    <a:pt x="603" y="309"/>
                    <a:pt x="605" y="312"/>
                    <a:pt x="606" y="313"/>
                  </a:cubicBezTo>
                  <a:cubicBezTo>
                    <a:pt x="607" y="316"/>
                    <a:pt x="607" y="322"/>
                    <a:pt x="607" y="324"/>
                  </a:cubicBezTo>
                  <a:cubicBezTo>
                    <a:pt x="607" y="327"/>
                    <a:pt x="607" y="333"/>
                    <a:pt x="607" y="336"/>
                  </a:cubicBezTo>
                  <a:cubicBezTo>
                    <a:pt x="607" y="338"/>
                    <a:pt x="606" y="343"/>
                    <a:pt x="606" y="346"/>
                  </a:cubicBezTo>
                  <a:cubicBezTo>
                    <a:pt x="606" y="348"/>
                    <a:pt x="609" y="352"/>
                    <a:pt x="610" y="354"/>
                  </a:cubicBezTo>
                  <a:cubicBezTo>
                    <a:pt x="611" y="356"/>
                    <a:pt x="613" y="360"/>
                    <a:pt x="615" y="361"/>
                  </a:cubicBezTo>
                  <a:cubicBezTo>
                    <a:pt x="616" y="363"/>
                    <a:pt x="619" y="367"/>
                    <a:pt x="620" y="368"/>
                  </a:cubicBezTo>
                  <a:cubicBezTo>
                    <a:pt x="622" y="369"/>
                    <a:pt x="624" y="370"/>
                    <a:pt x="626" y="370"/>
                  </a:cubicBezTo>
                  <a:cubicBezTo>
                    <a:pt x="627" y="370"/>
                    <a:pt x="630" y="370"/>
                    <a:pt x="631" y="369"/>
                  </a:cubicBezTo>
                  <a:cubicBezTo>
                    <a:pt x="633" y="368"/>
                    <a:pt x="633" y="365"/>
                    <a:pt x="634" y="363"/>
                  </a:cubicBezTo>
                  <a:cubicBezTo>
                    <a:pt x="635" y="362"/>
                    <a:pt x="636" y="359"/>
                    <a:pt x="638" y="358"/>
                  </a:cubicBezTo>
                  <a:cubicBezTo>
                    <a:pt x="639" y="358"/>
                    <a:pt x="642" y="358"/>
                    <a:pt x="643" y="358"/>
                  </a:cubicBezTo>
                  <a:cubicBezTo>
                    <a:pt x="645" y="359"/>
                    <a:pt x="648" y="361"/>
                    <a:pt x="649" y="362"/>
                  </a:cubicBezTo>
                  <a:cubicBezTo>
                    <a:pt x="650" y="363"/>
                    <a:pt x="651" y="364"/>
                    <a:pt x="652" y="364"/>
                  </a:cubicBezTo>
                  <a:cubicBezTo>
                    <a:pt x="651" y="365"/>
                    <a:pt x="651" y="366"/>
                    <a:pt x="651" y="367"/>
                  </a:cubicBezTo>
                  <a:cubicBezTo>
                    <a:pt x="651" y="368"/>
                    <a:pt x="651" y="371"/>
                    <a:pt x="650" y="373"/>
                  </a:cubicBezTo>
                  <a:cubicBezTo>
                    <a:pt x="650" y="374"/>
                    <a:pt x="648" y="377"/>
                    <a:pt x="647" y="378"/>
                  </a:cubicBezTo>
                  <a:cubicBezTo>
                    <a:pt x="646" y="380"/>
                    <a:pt x="642" y="382"/>
                    <a:pt x="641" y="384"/>
                  </a:cubicBezTo>
                  <a:cubicBezTo>
                    <a:pt x="639" y="385"/>
                    <a:pt x="636" y="388"/>
                    <a:pt x="635" y="390"/>
                  </a:cubicBezTo>
                  <a:cubicBezTo>
                    <a:pt x="634" y="392"/>
                    <a:pt x="633" y="398"/>
                    <a:pt x="632" y="400"/>
                  </a:cubicBezTo>
                  <a:cubicBezTo>
                    <a:pt x="632" y="402"/>
                    <a:pt x="633" y="406"/>
                    <a:pt x="632" y="408"/>
                  </a:cubicBezTo>
                  <a:cubicBezTo>
                    <a:pt x="631" y="410"/>
                    <a:pt x="628" y="413"/>
                    <a:pt x="627" y="414"/>
                  </a:cubicBezTo>
                  <a:cubicBezTo>
                    <a:pt x="624" y="416"/>
                    <a:pt x="617" y="419"/>
                    <a:pt x="614" y="420"/>
                  </a:cubicBezTo>
                  <a:cubicBezTo>
                    <a:pt x="611" y="421"/>
                    <a:pt x="604" y="421"/>
                    <a:pt x="601" y="422"/>
                  </a:cubicBezTo>
                  <a:cubicBezTo>
                    <a:pt x="598" y="423"/>
                    <a:pt x="593" y="426"/>
                    <a:pt x="591" y="427"/>
                  </a:cubicBezTo>
                  <a:cubicBezTo>
                    <a:pt x="589" y="429"/>
                    <a:pt x="585" y="432"/>
                    <a:pt x="583" y="434"/>
                  </a:cubicBezTo>
                  <a:cubicBezTo>
                    <a:pt x="582" y="437"/>
                    <a:pt x="580" y="443"/>
                    <a:pt x="579" y="446"/>
                  </a:cubicBezTo>
                  <a:cubicBezTo>
                    <a:pt x="579" y="449"/>
                    <a:pt x="579" y="454"/>
                    <a:pt x="580" y="456"/>
                  </a:cubicBezTo>
                  <a:cubicBezTo>
                    <a:pt x="580" y="459"/>
                    <a:pt x="582" y="464"/>
                    <a:pt x="583" y="466"/>
                  </a:cubicBezTo>
                  <a:cubicBezTo>
                    <a:pt x="584" y="469"/>
                    <a:pt x="588" y="472"/>
                    <a:pt x="589" y="474"/>
                  </a:cubicBezTo>
                  <a:cubicBezTo>
                    <a:pt x="590" y="476"/>
                    <a:pt x="590" y="481"/>
                    <a:pt x="589" y="483"/>
                  </a:cubicBezTo>
                  <a:cubicBezTo>
                    <a:pt x="589" y="484"/>
                    <a:pt x="587" y="485"/>
                    <a:pt x="586" y="486"/>
                  </a:cubicBezTo>
                  <a:cubicBezTo>
                    <a:pt x="584" y="488"/>
                    <a:pt x="583" y="493"/>
                    <a:pt x="581" y="495"/>
                  </a:cubicBezTo>
                  <a:cubicBezTo>
                    <a:pt x="580" y="496"/>
                    <a:pt x="577" y="498"/>
                    <a:pt x="575" y="498"/>
                  </a:cubicBezTo>
                  <a:cubicBezTo>
                    <a:pt x="572" y="499"/>
                    <a:pt x="566" y="498"/>
                    <a:pt x="563" y="497"/>
                  </a:cubicBezTo>
                  <a:cubicBezTo>
                    <a:pt x="560" y="496"/>
                    <a:pt x="556" y="492"/>
                    <a:pt x="553" y="491"/>
                  </a:cubicBezTo>
                  <a:cubicBezTo>
                    <a:pt x="551" y="490"/>
                    <a:pt x="548" y="488"/>
                    <a:pt x="546" y="488"/>
                  </a:cubicBezTo>
                  <a:cubicBezTo>
                    <a:pt x="545" y="488"/>
                    <a:pt x="541" y="489"/>
                    <a:pt x="540" y="490"/>
                  </a:cubicBezTo>
                  <a:cubicBezTo>
                    <a:pt x="539" y="491"/>
                    <a:pt x="537" y="492"/>
                    <a:pt x="536" y="493"/>
                  </a:cubicBezTo>
                  <a:cubicBezTo>
                    <a:pt x="535" y="495"/>
                    <a:pt x="536" y="498"/>
                    <a:pt x="536" y="500"/>
                  </a:cubicBezTo>
                  <a:cubicBezTo>
                    <a:pt x="536" y="503"/>
                    <a:pt x="537" y="509"/>
                    <a:pt x="537" y="511"/>
                  </a:cubicBezTo>
                  <a:cubicBezTo>
                    <a:pt x="537" y="513"/>
                    <a:pt x="537" y="517"/>
                    <a:pt x="536" y="519"/>
                  </a:cubicBezTo>
                  <a:cubicBezTo>
                    <a:pt x="536" y="521"/>
                    <a:pt x="537" y="526"/>
                    <a:pt x="536" y="528"/>
                  </a:cubicBezTo>
                  <a:cubicBezTo>
                    <a:pt x="536" y="531"/>
                    <a:pt x="533" y="535"/>
                    <a:pt x="531" y="538"/>
                  </a:cubicBezTo>
                  <a:cubicBezTo>
                    <a:pt x="529" y="541"/>
                    <a:pt x="525" y="548"/>
                    <a:pt x="523" y="551"/>
                  </a:cubicBezTo>
                  <a:cubicBezTo>
                    <a:pt x="521" y="553"/>
                    <a:pt x="517" y="556"/>
                    <a:pt x="515" y="557"/>
                  </a:cubicBezTo>
                  <a:cubicBezTo>
                    <a:pt x="513" y="560"/>
                    <a:pt x="510" y="564"/>
                    <a:pt x="508" y="567"/>
                  </a:cubicBezTo>
                  <a:cubicBezTo>
                    <a:pt x="507" y="569"/>
                    <a:pt x="505" y="573"/>
                    <a:pt x="504" y="575"/>
                  </a:cubicBezTo>
                  <a:cubicBezTo>
                    <a:pt x="504" y="577"/>
                    <a:pt x="504" y="581"/>
                    <a:pt x="504" y="583"/>
                  </a:cubicBezTo>
                  <a:cubicBezTo>
                    <a:pt x="504" y="584"/>
                    <a:pt x="504" y="588"/>
                    <a:pt x="504" y="590"/>
                  </a:cubicBezTo>
                  <a:cubicBezTo>
                    <a:pt x="505" y="591"/>
                    <a:pt x="507" y="592"/>
                    <a:pt x="508" y="593"/>
                  </a:cubicBezTo>
                  <a:cubicBezTo>
                    <a:pt x="509" y="593"/>
                    <a:pt x="512" y="593"/>
                    <a:pt x="514" y="593"/>
                  </a:cubicBezTo>
                  <a:cubicBezTo>
                    <a:pt x="515" y="593"/>
                    <a:pt x="517" y="592"/>
                    <a:pt x="518" y="593"/>
                  </a:cubicBezTo>
                  <a:cubicBezTo>
                    <a:pt x="518" y="593"/>
                    <a:pt x="518" y="595"/>
                    <a:pt x="518" y="596"/>
                  </a:cubicBezTo>
                  <a:cubicBezTo>
                    <a:pt x="518" y="599"/>
                    <a:pt x="518" y="604"/>
                    <a:pt x="518" y="607"/>
                  </a:cubicBezTo>
                  <a:cubicBezTo>
                    <a:pt x="518" y="609"/>
                    <a:pt x="518" y="614"/>
                    <a:pt x="518" y="617"/>
                  </a:cubicBezTo>
                  <a:cubicBezTo>
                    <a:pt x="518" y="619"/>
                    <a:pt x="517" y="623"/>
                    <a:pt x="517" y="626"/>
                  </a:cubicBezTo>
                  <a:cubicBezTo>
                    <a:pt x="515" y="630"/>
                    <a:pt x="512" y="637"/>
                    <a:pt x="510" y="641"/>
                  </a:cubicBezTo>
                  <a:cubicBezTo>
                    <a:pt x="508" y="644"/>
                    <a:pt x="503" y="649"/>
                    <a:pt x="500" y="652"/>
                  </a:cubicBezTo>
                  <a:cubicBezTo>
                    <a:pt x="497" y="654"/>
                    <a:pt x="492" y="659"/>
                    <a:pt x="489" y="660"/>
                  </a:cubicBezTo>
                  <a:cubicBezTo>
                    <a:pt x="484" y="661"/>
                    <a:pt x="475" y="660"/>
                    <a:pt x="471" y="660"/>
                  </a:cubicBezTo>
                  <a:cubicBezTo>
                    <a:pt x="466" y="659"/>
                    <a:pt x="456" y="659"/>
                    <a:pt x="450" y="659"/>
                  </a:cubicBezTo>
                  <a:cubicBezTo>
                    <a:pt x="447" y="659"/>
                    <a:pt x="439" y="659"/>
                    <a:pt x="436" y="660"/>
                  </a:cubicBezTo>
                  <a:cubicBezTo>
                    <a:pt x="433" y="661"/>
                    <a:pt x="430" y="665"/>
                    <a:pt x="428" y="666"/>
                  </a:cubicBezTo>
                  <a:cubicBezTo>
                    <a:pt x="426" y="667"/>
                    <a:pt x="422" y="670"/>
                    <a:pt x="421" y="672"/>
                  </a:cubicBezTo>
                  <a:cubicBezTo>
                    <a:pt x="420" y="673"/>
                    <a:pt x="419" y="677"/>
                    <a:pt x="419" y="679"/>
                  </a:cubicBezTo>
                  <a:cubicBezTo>
                    <a:pt x="419" y="681"/>
                    <a:pt x="418" y="685"/>
                    <a:pt x="419" y="687"/>
                  </a:cubicBezTo>
                  <a:cubicBezTo>
                    <a:pt x="420" y="689"/>
                    <a:pt x="424" y="690"/>
                    <a:pt x="426" y="691"/>
                  </a:cubicBezTo>
                  <a:cubicBezTo>
                    <a:pt x="428" y="691"/>
                    <a:pt x="431" y="692"/>
                    <a:pt x="432" y="693"/>
                  </a:cubicBezTo>
                  <a:cubicBezTo>
                    <a:pt x="434" y="695"/>
                    <a:pt x="436" y="698"/>
                    <a:pt x="436" y="700"/>
                  </a:cubicBezTo>
                  <a:cubicBezTo>
                    <a:pt x="436" y="702"/>
                    <a:pt x="435" y="705"/>
                    <a:pt x="434" y="706"/>
                  </a:cubicBezTo>
                  <a:cubicBezTo>
                    <a:pt x="432" y="707"/>
                    <a:pt x="428" y="709"/>
                    <a:pt x="426" y="709"/>
                  </a:cubicBezTo>
                  <a:cubicBezTo>
                    <a:pt x="423" y="710"/>
                    <a:pt x="415" y="709"/>
                    <a:pt x="411" y="708"/>
                  </a:cubicBezTo>
                  <a:cubicBezTo>
                    <a:pt x="409" y="708"/>
                    <a:pt x="405" y="706"/>
                    <a:pt x="403" y="70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9"/>
            <p:cNvSpPr>
              <a:spLocks/>
            </p:cNvSpPr>
            <p:nvPr/>
          </p:nvSpPr>
          <p:spPr bwMode="auto">
            <a:xfrm>
              <a:off x="1404938" y="2074863"/>
              <a:ext cx="1311275" cy="831850"/>
            </a:xfrm>
            <a:custGeom>
              <a:avLst/>
              <a:gdLst/>
              <a:ahLst/>
              <a:cxnLst>
                <a:cxn ang="0">
                  <a:pos x="792" y="23"/>
                </a:cxn>
                <a:cxn ang="0">
                  <a:pos x="822" y="34"/>
                </a:cxn>
                <a:cxn ang="0">
                  <a:pos x="851" y="15"/>
                </a:cxn>
                <a:cxn ang="0">
                  <a:pos x="879" y="2"/>
                </a:cxn>
                <a:cxn ang="0">
                  <a:pos x="892" y="36"/>
                </a:cxn>
                <a:cxn ang="0">
                  <a:pos x="875" y="63"/>
                </a:cxn>
                <a:cxn ang="0">
                  <a:pos x="852" y="101"/>
                </a:cxn>
                <a:cxn ang="0">
                  <a:pos x="837" y="142"/>
                </a:cxn>
                <a:cxn ang="0">
                  <a:pos x="889" y="148"/>
                </a:cxn>
                <a:cxn ang="0">
                  <a:pos x="926" y="168"/>
                </a:cxn>
                <a:cxn ang="0">
                  <a:pos x="909" y="201"/>
                </a:cxn>
                <a:cxn ang="0">
                  <a:pos x="896" y="264"/>
                </a:cxn>
                <a:cxn ang="0">
                  <a:pos x="875" y="308"/>
                </a:cxn>
                <a:cxn ang="0">
                  <a:pos x="872" y="345"/>
                </a:cxn>
                <a:cxn ang="0">
                  <a:pos x="867" y="388"/>
                </a:cxn>
                <a:cxn ang="0">
                  <a:pos x="832" y="358"/>
                </a:cxn>
                <a:cxn ang="0">
                  <a:pos x="802" y="387"/>
                </a:cxn>
                <a:cxn ang="0">
                  <a:pos x="786" y="461"/>
                </a:cxn>
                <a:cxn ang="0">
                  <a:pos x="730" y="476"/>
                </a:cxn>
                <a:cxn ang="0">
                  <a:pos x="612" y="515"/>
                </a:cxn>
                <a:cxn ang="0">
                  <a:pos x="583" y="511"/>
                </a:cxn>
                <a:cxn ang="0">
                  <a:pos x="549" y="527"/>
                </a:cxn>
                <a:cxn ang="0">
                  <a:pos x="515" y="545"/>
                </a:cxn>
                <a:cxn ang="0">
                  <a:pos x="483" y="574"/>
                </a:cxn>
                <a:cxn ang="0">
                  <a:pos x="435" y="583"/>
                </a:cxn>
                <a:cxn ang="0">
                  <a:pos x="411" y="554"/>
                </a:cxn>
                <a:cxn ang="0">
                  <a:pos x="319" y="560"/>
                </a:cxn>
                <a:cxn ang="0">
                  <a:pos x="285" y="518"/>
                </a:cxn>
                <a:cxn ang="0">
                  <a:pos x="254" y="493"/>
                </a:cxn>
                <a:cxn ang="0">
                  <a:pos x="223" y="467"/>
                </a:cxn>
                <a:cxn ang="0">
                  <a:pos x="191" y="455"/>
                </a:cxn>
                <a:cxn ang="0">
                  <a:pos x="146" y="458"/>
                </a:cxn>
                <a:cxn ang="0">
                  <a:pos x="152" y="394"/>
                </a:cxn>
                <a:cxn ang="0">
                  <a:pos x="120" y="398"/>
                </a:cxn>
                <a:cxn ang="0">
                  <a:pos x="56" y="409"/>
                </a:cxn>
                <a:cxn ang="0">
                  <a:pos x="2" y="365"/>
                </a:cxn>
                <a:cxn ang="0">
                  <a:pos x="41" y="351"/>
                </a:cxn>
                <a:cxn ang="0">
                  <a:pos x="33" y="317"/>
                </a:cxn>
                <a:cxn ang="0">
                  <a:pos x="115" y="292"/>
                </a:cxn>
                <a:cxn ang="0">
                  <a:pos x="119" y="244"/>
                </a:cxn>
                <a:cxn ang="0">
                  <a:pos x="120" y="208"/>
                </a:cxn>
                <a:cxn ang="0">
                  <a:pos x="141" y="151"/>
                </a:cxn>
                <a:cxn ang="0">
                  <a:pos x="180" y="149"/>
                </a:cxn>
                <a:cxn ang="0">
                  <a:pos x="185" y="107"/>
                </a:cxn>
                <a:cxn ang="0">
                  <a:pos x="232" y="65"/>
                </a:cxn>
                <a:cxn ang="0">
                  <a:pos x="255" y="24"/>
                </a:cxn>
                <a:cxn ang="0">
                  <a:pos x="271" y="8"/>
                </a:cxn>
                <a:cxn ang="0">
                  <a:pos x="302" y="21"/>
                </a:cxn>
                <a:cxn ang="0">
                  <a:pos x="333" y="38"/>
                </a:cxn>
                <a:cxn ang="0">
                  <a:pos x="352" y="35"/>
                </a:cxn>
                <a:cxn ang="0">
                  <a:pos x="379" y="59"/>
                </a:cxn>
                <a:cxn ang="0">
                  <a:pos x="421" y="64"/>
                </a:cxn>
                <a:cxn ang="0">
                  <a:pos x="455" y="62"/>
                </a:cxn>
                <a:cxn ang="0">
                  <a:pos x="495" y="66"/>
                </a:cxn>
                <a:cxn ang="0">
                  <a:pos x="524" y="42"/>
                </a:cxn>
                <a:cxn ang="0">
                  <a:pos x="567" y="36"/>
                </a:cxn>
                <a:cxn ang="0">
                  <a:pos x="585" y="50"/>
                </a:cxn>
                <a:cxn ang="0">
                  <a:pos x="632" y="25"/>
                </a:cxn>
                <a:cxn ang="0">
                  <a:pos x="672" y="49"/>
                </a:cxn>
                <a:cxn ang="0">
                  <a:pos x="730" y="27"/>
                </a:cxn>
              </a:cxnLst>
              <a:rect l="0" t="0" r="r" b="b"/>
              <a:pathLst>
                <a:path w="929" h="589">
                  <a:moveTo>
                    <a:pt x="773" y="13"/>
                  </a:moveTo>
                  <a:cubicBezTo>
                    <a:pt x="773" y="13"/>
                    <a:pt x="773" y="13"/>
                    <a:pt x="773" y="13"/>
                  </a:cubicBezTo>
                  <a:cubicBezTo>
                    <a:pt x="775" y="13"/>
                    <a:pt x="777" y="15"/>
                    <a:pt x="779" y="17"/>
                  </a:cubicBezTo>
                  <a:cubicBezTo>
                    <a:pt x="779" y="17"/>
                    <a:pt x="781" y="20"/>
                    <a:pt x="782" y="20"/>
                  </a:cubicBezTo>
                  <a:cubicBezTo>
                    <a:pt x="783" y="21"/>
                    <a:pt x="785" y="23"/>
                    <a:pt x="787" y="23"/>
                  </a:cubicBezTo>
                  <a:cubicBezTo>
                    <a:pt x="788" y="24"/>
                    <a:pt x="790" y="23"/>
                    <a:pt x="792" y="23"/>
                  </a:cubicBezTo>
                  <a:cubicBezTo>
                    <a:pt x="793" y="22"/>
                    <a:pt x="794" y="21"/>
                    <a:pt x="795" y="21"/>
                  </a:cubicBezTo>
                  <a:cubicBezTo>
                    <a:pt x="796" y="20"/>
                    <a:pt x="798" y="19"/>
                    <a:pt x="799" y="19"/>
                  </a:cubicBezTo>
                  <a:cubicBezTo>
                    <a:pt x="800" y="18"/>
                    <a:pt x="803" y="19"/>
                    <a:pt x="804" y="20"/>
                  </a:cubicBezTo>
                  <a:cubicBezTo>
                    <a:pt x="806" y="21"/>
                    <a:pt x="807" y="26"/>
                    <a:pt x="808" y="27"/>
                  </a:cubicBezTo>
                  <a:cubicBezTo>
                    <a:pt x="809" y="29"/>
                    <a:pt x="811" y="31"/>
                    <a:pt x="813" y="32"/>
                  </a:cubicBezTo>
                  <a:cubicBezTo>
                    <a:pt x="815" y="33"/>
                    <a:pt x="819" y="34"/>
                    <a:pt x="822" y="34"/>
                  </a:cubicBezTo>
                  <a:cubicBezTo>
                    <a:pt x="825" y="35"/>
                    <a:pt x="832" y="34"/>
                    <a:pt x="835" y="34"/>
                  </a:cubicBezTo>
                  <a:cubicBezTo>
                    <a:pt x="838" y="34"/>
                    <a:pt x="843" y="34"/>
                    <a:pt x="846" y="33"/>
                  </a:cubicBezTo>
                  <a:cubicBezTo>
                    <a:pt x="848" y="32"/>
                    <a:pt x="852" y="31"/>
                    <a:pt x="853" y="29"/>
                  </a:cubicBezTo>
                  <a:cubicBezTo>
                    <a:pt x="855" y="28"/>
                    <a:pt x="857" y="26"/>
                    <a:pt x="858" y="24"/>
                  </a:cubicBezTo>
                  <a:cubicBezTo>
                    <a:pt x="858" y="22"/>
                    <a:pt x="856" y="20"/>
                    <a:pt x="855" y="19"/>
                  </a:cubicBezTo>
                  <a:cubicBezTo>
                    <a:pt x="854" y="18"/>
                    <a:pt x="852" y="16"/>
                    <a:pt x="851" y="15"/>
                  </a:cubicBezTo>
                  <a:cubicBezTo>
                    <a:pt x="850" y="14"/>
                    <a:pt x="848" y="12"/>
                    <a:pt x="848" y="11"/>
                  </a:cubicBezTo>
                  <a:cubicBezTo>
                    <a:pt x="847" y="9"/>
                    <a:pt x="847" y="6"/>
                    <a:pt x="848" y="5"/>
                  </a:cubicBezTo>
                  <a:cubicBezTo>
                    <a:pt x="849" y="3"/>
                    <a:pt x="852" y="2"/>
                    <a:pt x="854" y="1"/>
                  </a:cubicBezTo>
                  <a:cubicBezTo>
                    <a:pt x="855" y="1"/>
                    <a:pt x="859" y="1"/>
                    <a:pt x="861" y="1"/>
                  </a:cubicBezTo>
                  <a:cubicBezTo>
                    <a:pt x="863" y="0"/>
                    <a:pt x="868" y="0"/>
                    <a:pt x="870" y="1"/>
                  </a:cubicBezTo>
                  <a:cubicBezTo>
                    <a:pt x="872" y="1"/>
                    <a:pt x="876" y="2"/>
                    <a:pt x="879" y="2"/>
                  </a:cubicBezTo>
                  <a:cubicBezTo>
                    <a:pt x="880" y="3"/>
                    <a:pt x="883" y="4"/>
                    <a:pt x="885" y="4"/>
                  </a:cubicBezTo>
                  <a:cubicBezTo>
                    <a:pt x="887" y="6"/>
                    <a:pt x="891" y="8"/>
                    <a:pt x="893" y="10"/>
                  </a:cubicBezTo>
                  <a:cubicBezTo>
                    <a:pt x="895" y="11"/>
                    <a:pt x="899" y="14"/>
                    <a:pt x="900" y="16"/>
                  </a:cubicBezTo>
                  <a:cubicBezTo>
                    <a:pt x="901" y="18"/>
                    <a:pt x="902" y="23"/>
                    <a:pt x="902" y="25"/>
                  </a:cubicBezTo>
                  <a:cubicBezTo>
                    <a:pt x="902" y="27"/>
                    <a:pt x="902" y="32"/>
                    <a:pt x="901" y="33"/>
                  </a:cubicBezTo>
                  <a:cubicBezTo>
                    <a:pt x="899" y="35"/>
                    <a:pt x="894" y="36"/>
                    <a:pt x="892" y="36"/>
                  </a:cubicBezTo>
                  <a:cubicBezTo>
                    <a:pt x="889" y="36"/>
                    <a:pt x="885" y="35"/>
                    <a:pt x="883" y="35"/>
                  </a:cubicBezTo>
                  <a:cubicBezTo>
                    <a:pt x="882" y="35"/>
                    <a:pt x="879" y="35"/>
                    <a:pt x="878" y="36"/>
                  </a:cubicBezTo>
                  <a:cubicBezTo>
                    <a:pt x="877" y="36"/>
                    <a:pt x="875" y="39"/>
                    <a:pt x="875" y="40"/>
                  </a:cubicBezTo>
                  <a:cubicBezTo>
                    <a:pt x="875" y="42"/>
                    <a:pt x="876" y="47"/>
                    <a:pt x="876" y="50"/>
                  </a:cubicBezTo>
                  <a:cubicBezTo>
                    <a:pt x="877" y="51"/>
                    <a:pt x="878" y="53"/>
                    <a:pt x="878" y="54"/>
                  </a:cubicBezTo>
                  <a:cubicBezTo>
                    <a:pt x="878" y="57"/>
                    <a:pt x="876" y="61"/>
                    <a:pt x="875" y="63"/>
                  </a:cubicBezTo>
                  <a:cubicBezTo>
                    <a:pt x="874" y="65"/>
                    <a:pt x="871" y="66"/>
                    <a:pt x="869" y="67"/>
                  </a:cubicBezTo>
                  <a:cubicBezTo>
                    <a:pt x="868" y="68"/>
                    <a:pt x="864" y="69"/>
                    <a:pt x="862" y="70"/>
                  </a:cubicBezTo>
                  <a:cubicBezTo>
                    <a:pt x="860" y="71"/>
                    <a:pt x="857" y="74"/>
                    <a:pt x="856" y="75"/>
                  </a:cubicBezTo>
                  <a:cubicBezTo>
                    <a:pt x="855" y="77"/>
                    <a:pt x="854" y="81"/>
                    <a:pt x="854" y="83"/>
                  </a:cubicBezTo>
                  <a:cubicBezTo>
                    <a:pt x="854" y="85"/>
                    <a:pt x="855" y="90"/>
                    <a:pt x="854" y="92"/>
                  </a:cubicBezTo>
                  <a:cubicBezTo>
                    <a:pt x="854" y="94"/>
                    <a:pt x="853" y="99"/>
                    <a:pt x="852" y="101"/>
                  </a:cubicBezTo>
                  <a:cubicBezTo>
                    <a:pt x="851" y="103"/>
                    <a:pt x="847" y="107"/>
                    <a:pt x="845" y="108"/>
                  </a:cubicBezTo>
                  <a:cubicBezTo>
                    <a:pt x="843" y="110"/>
                    <a:pt x="839" y="113"/>
                    <a:pt x="836" y="114"/>
                  </a:cubicBezTo>
                  <a:cubicBezTo>
                    <a:pt x="834" y="116"/>
                    <a:pt x="830" y="119"/>
                    <a:pt x="829" y="121"/>
                  </a:cubicBezTo>
                  <a:cubicBezTo>
                    <a:pt x="827" y="122"/>
                    <a:pt x="825" y="125"/>
                    <a:pt x="825" y="127"/>
                  </a:cubicBezTo>
                  <a:cubicBezTo>
                    <a:pt x="824" y="129"/>
                    <a:pt x="825" y="132"/>
                    <a:pt x="825" y="133"/>
                  </a:cubicBezTo>
                  <a:cubicBezTo>
                    <a:pt x="827" y="136"/>
                    <a:pt x="834" y="140"/>
                    <a:pt x="837" y="142"/>
                  </a:cubicBezTo>
                  <a:cubicBezTo>
                    <a:pt x="840" y="145"/>
                    <a:pt x="846" y="150"/>
                    <a:pt x="850" y="151"/>
                  </a:cubicBezTo>
                  <a:cubicBezTo>
                    <a:pt x="853" y="153"/>
                    <a:pt x="859" y="155"/>
                    <a:pt x="863" y="156"/>
                  </a:cubicBezTo>
                  <a:cubicBezTo>
                    <a:pt x="865" y="156"/>
                    <a:pt x="868" y="156"/>
                    <a:pt x="869" y="156"/>
                  </a:cubicBezTo>
                  <a:cubicBezTo>
                    <a:pt x="871" y="156"/>
                    <a:pt x="874" y="155"/>
                    <a:pt x="876" y="154"/>
                  </a:cubicBezTo>
                  <a:cubicBezTo>
                    <a:pt x="878" y="153"/>
                    <a:pt x="881" y="150"/>
                    <a:pt x="882" y="149"/>
                  </a:cubicBezTo>
                  <a:cubicBezTo>
                    <a:pt x="884" y="149"/>
                    <a:pt x="888" y="148"/>
                    <a:pt x="889" y="148"/>
                  </a:cubicBezTo>
                  <a:cubicBezTo>
                    <a:pt x="891" y="149"/>
                    <a:pt x="894" y="152"/>
                    <a:pt x="895" y="153"/>
                  </a:cubicBezTo>
                  <a:cubicBezTo>
                    <a:pt x="897" y="155"/>
                    <a:pt x="899" y="158"/>
                    <a:pt x="901" y="159"/>
                  </a:cubicBezTo>
                  <a:cubicBezTo>
                    <a:pt x="902" y="160"/>
                    <a:pt x="905" y="162"/>
                    <a:pt x="906" y="162"/>
                  </a:cubicBezTo>
                  <a:cubicBezTo>
                    <a:pt x="908" y="162"/>
                    <a:pt x="911" y="161"/>
                    <a:pt x="913" y="161"/>
                  </a:cubicBezTo>
                  <a:cubicBezTo>
                    <a:pt x="915" y="161"/>
                    <a:pt x="918" y="161"/>
                    <a:pt x="919" y="162"/>
                  </a:cubicBezTo>
                  <a:cubicBezTo>
                    <a:pt x="921" y="163"/>
                    <a:pt x="925" y="166"/>
                    <a:pt x="926" y="168"/>
                  </a:cubicBezTo>
                  <a:cubicBezTo>
                    <a:pt x="927" y="169"/>
                    <a:pt x="928" y="172"/>
                    <a:pt x="929" y="174"/>
                  </a:cubicBezTo>
                  <a:cubicBezTo>
                    <a:pt x="929" y="175"/>
                    <a:pt x="929" y="179"/>
                    <a:pt x="929" y="180"/>
                  </a:cubicBezTo>
                  <a:cubicBezTo>
                    <a:pt x="928" y="182"/>
                    <a:pt x="927" y="185"/>
                    <a:pt x="926" y="187"/>
                  </a:cubicBezTo>
                  <a:cubicBezTo>
                    <a:pt x="926" y="188"/>
                    <a:pt x="926" y="190"/>
                    <a:pt x="925" y="191"/>
                  </a:cubicBezTo>
                  <a:cubicBezTo>
                    <a:pt x="924" y="193"/>
                    <a:pt x="921" y="196"/>
                    <a:pt x="919" y="197"/>
                  </a:cubicBezTo>
                  <a:cubicBezTo>
                    <a:pt x="917" y="198"/>
                    <a:pt x="912" y="199"/>
                    <a:pt x="909" y="201"/>
                  </a:cubicBezTo>
                  <a:cubicBezTo>
                    <a:pt x="907" y="202"/>
                    <a:pt x="903" y="207"/>
                    <a:pt x="902" y="209"/>
                  </a:cubicBezTo>
                  <a:cubicBezTo>
                    <a:pt x="899" y="212"/>
                    <a:pt x="897" y="219"/>
                    <a:pt x="896" y="223"/>
                  </a:cubicBezTo>
                  <a:cubicBezTo>
                    <a:pt x="895" y="225"/>
                    <a:pt x="893" y="230"/>
                    <a:pt x="893" y="232"/>
                  </a:cubicBezTo>
                  <a:cubicBezTo>
                    <a:pt x="892" y="235"/>
                    <a:pt x="891" y="241"/>
                    <a:pt x="891" y="244"/>
                  </a:cubicBezTo>
                  <a:cubicBezTo>
                    <a:pt x="891" y="246"/>
                    <a:pt x="892" y="250"/>
                    <a:pt x="893" y="251"/>
                  </a:cubicBezTo>
                  <a:cubicBezTo>
                    <a:pt x="894" y="255"/>
                    <a:pt x="895" y="261"/>
                    <a:pt x="896" y="264"/>
                  </a:cubicBezTo>
                  <a:cubicBezTo>
                    <a:pt x="897" y="267"/>
                    <a:pt x="899" y="273"/>
                    <a:pt x="899" y="276"/>
                  </a:cubicBezTo>
                  <a:cubicBezTo>
                    <a:pt x="899" y="278"/>
                    <a:pt x="898" y="283"/>
                    <a:pt x="897" y="286"/>
                  </a:cubicBezTo>
                  <a:cubicBezTo>
                    <a:pt x="897" y="287"/>
                    <a:pt x="895" y="291"/>
                    <a:pt x="894" y="292"/>
                  </a:cubicBezTo>
                  <a:cubicBezTo>
                    <a:pt x="892" y="294"/>
                    <a:pt x="889" y="297"/>
                    <a:pt x="887" y="298"/>
                  </a:cubicBezTo>
                  <a:cubicBezTo>
                    <a:pt x="885" y="299"/>
                    <a:pt x="882" y="301"/>
                    <a:pt x="881" y="302"/>
                  </a:cubicBezTo>
                  <a:cubicBezTo>
                    <a:pt x="879" y="304"/>
                    <a:pt x="876" y="306"/>
                    <a:pt x="875" y="308"/>
                  </a:cubicBezTo>
                  <a:cubicBezTo>
                    <a:pt x="875" y="311"/>
                    <a:pt x="876" y="316"/>
                    <a:pt x="876" y="319"/>
                  </a:cubicBezTo>
                  <a:cubicBezTo>
                    <a:pt x="876" y="321"/>
                    <a:pt x="877" y="326"/>
                    <a:pt x="876" y="328"/>
                  </a:cubicBezTo>
                  <a:cubicBezTo>
                    <a:pt x="876" y="329"/>
                    <a:pt x="875" y="332"/>
                    <a:pt x="874" y="333"/>
                  </a:cubicBezTo>
                  <a:cubicBezTo>
                    <a:pt x="874" y="334"/>
                    <a:pt x="873" y="336"/>
                    <a:pt x="872" y="337"/>
                  </a:cubicBezTo>
                  <a:cubicBezTo>
                    <a:pt x="872" y="338"/>
                    <a:pt x="871" y="340"/>
                    <a:pt x="871" y="341"/>
                  </a:cubicBezTo>
                  <a:cubicBezTo>
                    <a:pt x="871" y="342"/>
                    <a:pt x="872" y="344"/>
                    <a:pt x="872" y="345"/>
                  </a:cubicBezTo>
                  <a:cubicBezTo>
                    <a:pt x="873" y="347"/>
                    <a:pt x="876" y="349"/>
                    <a:pt x="877" y="350"/>
                  </a:cubicBezTo>
                  <a:cubicBezTo>
                    <a:pt x="878" y="352"/>
                    <a:pt x="879" y="357"/>
                    <a:pt x="879" y="359"/>
                  </a:cubicBezTo>
                  <a:cubicBezTo>
                    <a:pt x="879" y="362"/>
                    <a:pt x="879" y="369"/>
                    <a:pt x="878" y="372"/>
                  </a:cubicBezTo>
                  <a:cubicBezTo>
                    <a:pt x="878" y="374"/>
                    <a:pt x="876" y="379"/>
                    <a:pt x="874" y="381"/>
                  </a:cubicBezTo>
                  <a:cubicBezTo>
                    <a:pt x="874" y="382"/>
                    <a:pt x="872" y="384"/>
                    <a:pt x="870" y="386"/>
                  </a:cubicBezTo>
                  <a:cubicBezTo>
                    <a:pt x="869" y="387"/>
                    <a:pt x="868" y="388"/>
                    <a:pt x="867" y="388"/>
                  </a:cubicBezTo>
                  <a:cubicBezTo>
                    <a:pt x="866" y="390"/>
                    <a:pt x="863" y="392"/>
                    <a:pt x="862" y="393"/>
                  </a:cubicBezTo>
                  <a:cubicBezTo>
                    <a:pt x="859" y="393"/>
                    <a:pt x="855" y="392"/>
                    <a:pt x="853" y="391"/>
                  </a:cubicBezTo>
                  <a:cubicBezTo>
                    <a:pt x="850" y="389"/>
                    <a:pt x="844" y="384"/>
                    <a:pt x="842" y="382"/>
                  </a:cubicBezTo>
                  <a:cubicBezTo>
                    <a:pt x="840" y="380"/>
                    <a:pt x="839" y="376"/>
                    <a:pt x="838" y="374"/>
                  </a:cubicBezTo>
                  <a:cubicBezTo>
                    <a:pt x="837" y="372"/>
                    <a:pt x="835" y="368"/>
                    <a:pt x="834" y="365"/>
                  </a:cubicBezTo>
                  <a:cubicBezTo>
                    <a:pt x="834" y="364"/>
                    <a:pt x="833" y="360"/>
                    <a:pt x="832" y="358"/>
                  </a:cubicBezTo>
                  <a:cubicBezTo>
                    <a:pt x="831" y="356"/>
                    <a:pt x="828" y="352"/>
                    <a:pt x="826" y="351"/>
                  </a:cubicBezTo>
                  <a:cubicBezTo>
                    <a:pt x="825" y="350"/>
                    <a:pt x="822" y="348"/>
                    <a:pt x="821" y="348"/>
                  </a:cubicBezTo>
                  <a:cubicBezTo>
                    <a:pt x="819" y="348"/>
                    <a:pt x="816" y="348"/>
                    <a:pt x="814" y="348"/>
                  </a:cubicBezTo>
                  <a:cubicBezTo>
                    <a:pt x="812" y="349"/>
                    <a:pt x="810" y="351"/>
                    <a:pt x="809" y="352"/>
                  </a:cubicBezTo>
                  <a:cubicBezTo>
                    <a:pt x="807" y="355"/>
                    <a:pt x="808" y="361"/>
                    <a:pt x="807" y="364"/>
                  </a:cubicBezTo>
                  <a:cubicBezTo>
                    <a:pt x="806" y="370"/>
                    <a:pt x="803" y="381"/>
                    <a:pt x="802" y="387"/>
                  </a:cubicBezTo>
                  <a:cubicBezTo>
                    <a:pt x="800" y="393"/>
                    <a:pt x="799" y="404"/>
                    <a:pt x="798" y="410"/>
                  </a:cubicBezTo>
                  <a:cubicBezTo>
                    <a:pt x="797" y="413"/>
                    <a:pt x="795" y="419"/>
                    <a:pt x="794" y="422"/>
                  </a:cubicBezTo>
                  <a:cubicBezTo>
                    <a:pt x="793" y="425"/>
                    <a:pt x="792" y="430"/>
                    <a:pt x="792" y="433"/>
                  </a:cubicBezTo>
                  <a:cubicBezTo>
                    <a:pt x="792" y="436"/>
                    <a:pt x="791" y="442"/>
                    <a:pt x="791" y="445"/>
                  </a:cubicBezTo>
                  <a:cubicBezTo>
                    <a:pt x="791" y="447"/>
                    <a:pt x="791" y="452"/>
                    <a:pt x="790" y="454"/>
                  </a:cubicBezTo>
                  <a:cubicBezTo>
                    <a:pt x="790" y="456"/>
                    <a:pt x="787" y="459"/>
                    <a:pt x="786" y="461"/>
                  </a:cubicBezTo>
                  <a:cubicBezTo>
                    <a:pt x="786" y="461"/>
                    <a:pt x="786" y="462"/>
                    <a:pt x="786" y="462"/>
                  </a:cubicBezTo>
                  <a:cubicBezTo>
                    <a:pt x="784" y="462"/>
                    <a:pt x="783" y="462"/>
                    <a:pt x="782" y="462"/>
                  </a:cubicBezTo>
                  <a:cubicBezTo>
                    <a:pt x="779" y="462"/>
                    <a:pt x="774" y="463"/>
                    <a:pt x="772" y="463"/>
                  </a:cubicBezTo>
                  <a:cubicBezTo>
                    <a:pt x="769" y="462"/>
                    <a:pt x="764" y="459"/>
                    <a:pt x="762" y="459"/>
                  </a:cubicBezTo>
                  <a:cubicBezTo>
                    <a:pt x="758" y="459"/>
                    <a:pt x="752" y="461"/>
                    <a:pt x="749" y="463"/>
                  </a:cubicBezTo>
                  <a:cubicBezTo>
                    <a:pt x="743" y="465"/>
                    <a:pt x="735" y="473"/>
                    <a:pt x="730" y="476"/>
                  </a:cubicBezTo>
                  <a:cubicBezTo>
                    <a:pt x="726" y="478"/>
                    <a:pt x="718" y="483"/>
                    <a:pt x="714" y="485"/>
                  </a:cubicBezTo>
                  <a:cubicBezTo>
                    <a:pt x="709" y="487"/>
                    <a:pt x="699" y="491"/>
                    <a:pt x="693" y="493"/>
                  </a:cubicBezTo>
                  <a:cubicBezTo>
                    <a:pt x="687" y="495"/>
                    <a:pt x="673" y="499"/>
                    <a:pt x="666" y="501"/>
                  </a:cubicBezTo>
                  <a:cubicBezTo>
                    <a:pt x="658" y="503"/>
                    <a:pt x="643" y="508"/>
                    <a:pt x="635" y="510"/>
                  </a:cubicBezTo>
                  <a:cubicBezTo>
                    <a:pt x="632" y="511"/>
                    <a:pt x="625" y="514"/>
                    <a:pt x="622" y="514"/>
                  </a:cubicBezTo>
                  <a:cubicBezTo>
                    <a:pt x="620" y="515"/>
                    <a:pt x="614" y="516"/>
                    <a:pt x="612" y="515"/>
                  </a:cubicBezTo>
                  <a:cubicBezTo>
                    <a:pt x="610" y="514"/>
                    <a:pt x="609" y="509"/>
                    <a:pt x="608" y="507"/>
                  </a:cubicBezTo>
                  <a:cubicBezTo>
                    <a:pt x="607" y="505"/>
                    <a:pt x="606" y="501"/>
                    <a:pt x="605" y="499"/>
                  </a:cubicBezTo>
                  <a:cubicBezTo>
                    <a:pt x="603" y="498"/>
                    <a:pt x="599" y="497"/>
                    <a:pt x="597" y="497"/>
                  </a:cubicBezTo>
                  <a:cubicBezTo>
                    <a:pt x="595" y="498"/>
                    <a:pt x="592" y="500"/>
                    <a:pt x="591" y="501"/>
                  </a:cubicBezTo>
                  <a:cubicBezTo>
                    <a:pt x="589" y="502"/>
                    <a:pt x="587" y="505"/>
                    <a:pt x="586" y="506"/>
                  </a:cubicBezTo>
                  <a:cubicBezTo>
                    <a:pt x="585" y="507"/>
                    <a:pt x="584" y="511"/>
                    <a:pt x="583" y="511"/>
                  </a:cubicBezTo>
                  <a:cubicBezTo>
                    <a:pt x="580" y="512"/>
                    <a:pt x="575" y="511"/>
                    <a:pt x="573" y="509"/>
                  </a:cubicBezTo>
                  <a:cubicBezTo>
                    <a:pt x="571" y="509"/>
                    <a:pt x="568" y="505"/>
                    <a:pt x="567" y="504"/>
                  </a:cubicBezTo>
                  <a:cubicBezTo>
                    <a:pt x="565" y="503"/>
                    <a:pt x="560" y="502"/>
                    <a:pt x="558" y="502"/>
                  </a:cubicBezTo>
                  <a:cubicBezTo>
                    <a:pt x="557" y="502"/>
                    <a:pt x="553" y="502"/>
                    <a:pt x="551" y="503"/>
                  </a:cubicBezTo>
                  <a:cubicBezTo>
                    <a:pt x="549" y="505"/>
                    <a:pt x="547" y="510"/>
                    <a:pt x="546" y="513"/>
                  </a:cubicBezTo>
                  <a:cubicBezTo>
                    <a:pt x="546" y="517"/>
                    <a:pt x="548" y="524"/>
                    <a:pt x="549" y="527"/>
                  </a:cubicBezTo>
                  <a:cubicBezTo>
                    <a:pt x="550" y="528"/>
                    <a:pt x="552" y="531"/>
                    <a:pt x="552" y="532"/>
                  </a:cubicBezTo>
                  <a:cubicBezTo>
                    <a:pt x="553" y="535"/>
                    <a:pt x="552" y="540"/>
                    <a:pt x="551" y="542"/>
                  </a:cubicBezTo>
                  <a:cubicBezTo>
                    <a:pt x="550" y="544"/>
                    <a:pt x="547" y="547"/>
                    <a:pt x="545" y="549"/>
                  </a:cubicBezTo>
                  <a:cubicBezTo>
                    <a:pt x="543" y="550"/>
                    <a:pt x="538" y="553"/>
                    <a:pt x="535" y="553"/>
                  </a:cubicBezTo>
                  <a:cubicBezTo>
                    <a:pt x="532" y="553"/>
                    <a:pt x="526" y="550"/>
                    <a:pt x="523" y="549"/>
                  </a:cubicBezTo>
                  <a:cubicBezTo>
                    <a:pt x="521" y="548"/>
                    <a:pt x="517" y="545"/>
                    <a:pt x="515" y="545"/>
                  </a:cubicBezTo>
                  <a:cubicBezTo>
                    <a:pt x="513" y="544"/>
                    <a:pt x="509" y="544"/>
                    <a:pt x="507" y="544"/>
                  </a:cubicBezTo>
                  <a:cubicBezTo>
                    <a:pt x="505" y="545"/>
                    <a:pt x="500" y="548"/>
                    <a:pt x="498" y="549"/>
                  </a:cubicBezTo>
                  <a:cubicBezTo>
                    <a:pt x="497" y="552"/>
                    <a:pt x="496" y="557"/>
                    <a:pt x="495" y="560"/>
                  </a:cubicBezTo>
                  <a:cubicBezTo>
                    <a:pt x="494" y="562"/>
                    <a:pt x="493" y="566"/>
                    <a:pt x="491" y="568"/>
                  </a:cubicBezTo>
                  <a:cubicBezTo>
                    <a:pt x="491" y="570"/>
                    <a:pt x="488" y="573"/>
                    <a:pt x="486" y="575"/>
                  </a:cubicBezTo>
                  <a:cubicBezTo>
                    <a:pt x="485" y="574"/>
                    <a:pt x="484" y="574"/>
                    <a:pt x="483" y="574"/>
                  </a:cubicBezTo>
                  <a:cubicBezTo>
                    <a:pt x="481" y="574"/>
                    <a:pt x="476" y="575"/>
                    <a:pt x="474" y="576"/>
                  </a:cubicBezTo>
                  <a:cubicBezTo>
                    <a:pt x="472" y="577"/>
                    <a:pt x="469" y="580"/>
                    <a:pt x="467" y="582"/>
                  </a:cubicBezTo>
                  <a:cubicBezTo>
                    <a:pt x="465" y="583"/>
                    <a:pt x="461" y="587"/>
                    <a:pt x="458" y="588"/>
                  </a:cubicBezTo>
                  <a:cubicBezTo>
                    <a:pt x="455" y="589"/>
                    <a:pt x="449" y="589"/>
                    <a:pt x="446" y="589"/>
                  </a:cubicBezTo>
                  <a:cubicBezTo>
                    <a:pt x="445" y="588"/>
                    <a:pt x="442" y="589"/>
                    <a:pt x="440" y="588"/>
                  </a:cubicBezTo>
                  <a:cubicBezTo>
                    <a:pt x="439" y="587"/>
                    <a:pt x="437" y="583"/>
                    <a:pt x="435" y="583"/>
                  </a:cubicBezTo>
                  <a:cubicBezTo>
                    <a:pt x="433" y="582"/>
                    <a:pt x="428" y="583"/>
                    <a:pt x="425" y="583"/>
                  </a:cubicBezTo>
                  <a:cubicBezTo>
                    <a:pt x="424" y="582"/>
                    <a:pt x="420" y="582"/>
                    <a:pt x="419" y="581"/>
                  </a:cubicBezTo>
                  <a:cubicBezTo>
                    <a:pt x="417" y="580"/>
                    <a:pt x="413" y="576"/>
                    <a:pt x="413" y="573"/>
                  </a:cubicBezTo>
                  <a:cubicBezTo>
                    <a:pt x="413" y="572"/>
                    <a:pt x="417" y="570"/>
                    <a:pt x="418" y="568"/>
                  </a:cubicBezTo>
                  <a:cubicBezTo>
                    <a:pt x="418" y="567"/>
                    <a:pt x="420" y="563"/>
                    <a:pt x="419" y="561"/>
                  </a:cubicBezTo>
                  <a:cubicBezTo>
                    <a:pt x="419" y="559"/>
                    <a:pt x="413" y="556"/>
                    <a:pt x="411" y="554"/>
                  </a:cubicBezTo>
                  <a:cubicBezTo>
                    <a:pt x="406" y="552"/>
                    <a:pt x="395" y="550"/>
                    <a:pt x="390" y="549"/>
                  </a:cubicBezTo>
                  <a:cubicBezTo>
                    <a:pt x="386" y="548"/>
                    <a:pt x="379" y="546"/>
                    <a:pt x="375" y="546"/>
                  </a:cubicBezTo>
                  <a:cubicBezTo>
                    <a:pt x="371" y="545"/>
                    <a:pt x="362" y="544"/>
                    <a:pt x="358" y="545"/>
                  </a:cubicBezTo>
                  <a:cubicBezTo>
                    <a:pt x="354" y="546"/>
                    <a:pt x="346" y="549"/>
                    <a:pt x="342" y="550"/>
                  </a:cubicBezTo>
                  <a:cubicBezTo>
                    <a:pt x="339" y="552"/>
                    <a:pt x="335" y="555"/>
                    <a:pt x="333" y="556"/>
                  </a:cubicBezTo>
                  <a:cubicBezTo>
                    <a:pt x="330" y="558"/>
                    <a:pt x="323" y="560"/>
                    <a:pt x="319" y="560"/>
                  </a:cubicBezTo>
                  <a:cubicBezTo>
                    <a:pt x="316" y="561"/>
                    <a:pt x="310" y="561"/>
                    <a:pt x="307" y="560"/>
                  </a:cubicBezTo>
                  <a:cubicBezTo>
                    <a:pt x="304" y="560"/>
                    <a:pt x="298" y="556"/>
                    <a:pt x="296" y="554"/>
                  </a:cubicBezTo>
                  <a:cubicBezTo>
                    <a:pt x="294" y="553"/>
                    <a:pt x="291" y="550"/>
                    <a:pt x="290" y="548"/>
                  </a:cubicBezTo>
                  <a:cubicBezTo>
                    <a:pt x="289" y="546"/>
                    <a:pt x="289" y="539"/>
                    <a:pt x="289" y="537"/>
                  </a:cubicBezTo>
                  <a:cubicBezTo>
                    <a:pt x="288" y="533"/>
                    <a:pt x="288" y="527"/>
                    <a:pt x="287" y="524"/>
                  </a:cubicBezTo>
                  <a:cubicBezTo>
                    <a:pt x="287" y="522"/>
                    <a:pt x="286" y="519"/>
                    <a:pt x="285" y="518"/>
                  </a:cubicBezTo>
                  <a:cubicBezTo>
                    <a:pt x="284" y="516"/>
                    <a:pt x="280" y="515"/>
                    <a:pt x="278" y="514"/>
                  </a:cubicBezTo>
                  <a:cubicBezTo>
                    <a:pt x="276" y="513"/>
                    <a:pt x="273" y="513"/>
                    <a:pt x="271" y="513"/>
                  </a:cubicBezTo>
                  <a:cubicBezTo>
                    <a:pt x="269" y="513"/>
                    <a:pt x="265" y="514"/>
                    <a:pt x="264" y="514"/>
                  </a:cubicBezTo>
                  <a:cubicBezTo>
                    <a:pt x="262" y="513"/>
                    <a:pt x="260" y="510"/>
                    <a:pt x="259" y="509"/>
                  </a:cubicBezTo>
                  <a:cubicBezTo>
                    <a:pt x="257" y="507"/>
                    <a:pt x="256" y="503"/>
                    <a:pt x="255" y="501"/>
                  </a:cubicBezTo>
                  <a:cubicBezTo>
                    <a:pt x="255" y="499"/>
                    <a:pt x="255" y="495"/>
                    <a:pt x="254" y="493"/>
                  </a:cubicBezTo>
                  <a:cubicBezTo>
                    <a:pt x="254" y="491"/>
                    <a:pt x="251" y="488"/>
                    <a:pt x="249" y="486"/>
                  </a:cubicBezTo>
                  <a:cubicBezTo>
                    <a:pt x="248" y="485"/>
                    <a:pt x="244" y="482"/>
                    <a:pt x="242" y="482"/>
                  </a:cubicBezTo>
                  <a:cubicBezTo>
                    <a:pt x="241" y="481"/>
                    <a:pt x="237" y="480"/>
                    <a:pt x="235" y="480"/>
                  </a:cubicBezTo>
                  <a:cubicBezTo>
                    <a:pt x="233" y="480"/>
                    <a:pt x="230" y="481"/>
                    <a:pt x="229" y="480"/>
                  </a:cubicBezTo>
                  <a:cubicBezTo>
                    <a:pt x="227" y="479"/>
                    <a:pt x="224" y="476"/>
                    <a:pt x="223" y="474"/>
                  </a:cubicBezTo>
                  <a:cubicBezTo>
                    <a:pt x="223" y="472"/>
                    <a:pt x="223" y="469"/>
                    <a:pt x="223" y="467"/>
                  </a:cubicBezTo>
                  <a:cubicBezTo>
                    <a:pt x="223" y="464"/>
                    <a:pt x="223" y="459"/>
                    <a:pt x="222" y="457"/>
                  </a:cubicBezTo>
                  <a:cubicBezTo>
                    <a:pt x="221" y="454"/>
                    <a:pt x="219" y="449"/>
                    <a:pt x="217" y="447"/>
                  </a:cubicBezTo>
                  <a:cubicBezTo>
                    <a:pt x="215" y="446"/>
                    <a:pt x="211" y="445"/>
                    <a:pt x="209" y="444"/>
                  </a:cubicBezTo>
                  <a:cubicBezTo>
                    <a:pt x="207" y="444"/>
                    <a:pt x="204" y="444"/>
                    <a:pt x="202" y="444"/>
                  </a:cubicBezTo>
                  <a:cubicBezTo>
                    <a:pt x="201" y="444"/>
                    <a:pt x="198" y="446"/>
                    <a:pt x="197" y="448"/>
                  </a:cubicBezTo>
                  <a:cubicBezTo>
                    <a:pt x="195" y="449"/>
                    <a:pt x="192" y="453"/>
                    <a:pt x="191" y="455"/>
                  </a:cubicBezTo>
                  <a:cubicBezTo>
                    <a:pt x="189" y="458"/>
                    <a:pt x="186" y="464"/>
                    <a:pt x="184" y="466"/>
                  </a:cubicBezTo>
                  <a:cubicBezTo>
                    <a:pt x="183" y="468"/>
                    <a:pt x="180" y="470"/>
                    <a:pt x="178" y="471"/>
                  </a:cubicBezTo>
                  <a:cubicBezTo>
                    <a:pt x="175" y="471"/>
                    <a:pt x="170" y="471"/>
                    <a:pt x="167" y="471"/>
                  </a:cubicBezTo>
                  <a:cubicBezTo>
                    <a:pt x="165" y="470"/>
                    <a:pt x="161" y="469"/>
                    <a:pt x="159" y="469"/>
                  </a:cubicBezTo>
                  <a:cubicBezTo>
                    <a:pt x="157" y="468"/>
                    <a:pt x="153" y="465"/>
                    <a:pt x="152" y="463"/>
                  </a:cubicBezTo>
                  <a:cubicBezTo>
                    <a:pt x="150" y="462"/>
                    <a:pt x="147" y="459"/>
                    <a:pt x="146" y="458"/>
                  </a:cubicBezTo>
                  <a:cubicBezTo>
                    <a:pt x="145" y="455"/>
                    <a:pt x="145" y="449"/>
                    <a:pt x="145" y="446"/>
                  </a:cubicBezTo>
                  <a:cubicBezTo>
                    <a:pt x="145" y="442"/>
                    <a:pt x="145" y="435"/>
                    <a:pt x="145" y="431"/>
                  </a:cubicBezTo>
                  <a:cubicBezTo>
                    <a:pt x="146" y="428"/>
                    <a:pt x="145" y="421"/>
                    <a:pt x="145" y="418"/>
                  </a:cubicBezTo>
                  <a:cubicBezTo>
                    <a:pt x="146" y="415"/>
                    <a:pt x="145" y="408"/>
                    <a:pt x="146" y="404"/>
                  </a:cubicBezTo>
                  <a:cubicBezTo>
                    <a:pt x="146" y="403"/>
                    <a:pt x="147" y="400"/>
                    <a:pt x="148" y="399"/>
                  </a:cubicBezTo>
                  <a:cubicBezTo>
                    <a:pt x="149" y="398"/>
                    <a:pt x="151" y="395"/>
                    <a:pt x="152" y="394"/>
                  </a:cubicBezTo>
                  <a:cubicBezTo>
                    <a:pt x="153" y="393"/>
                    <a:pt x="154" y="389"/>
                    <a:pt x="154" y="388"/>
                  </a:cubicBezTo>
                  <a:cubicBezTo>
                    <a:pt x="154" y="386"/>
                    <a:pt x="154" y="382"/>
                    <a:pt x="153" y="381"/>
                  </a:cubicBezTo>
                  <a:cubicBezTo>
                    <a:pt x="151" y="380"/>
                    <a:pt x="145" y="380"/>
                    <a:pt x="143" y="380"/>
                  </a:cubicBezTo>
                  <a:cubicBezTo>
                    <a:pt x="141" y="381"/>
                    <a:pt x="138" y="381"/>
                    <a:pt x="137" y="382"/>
                  </a:cubicBezTo>
                  <a:cubicBezTo>
                    <a:pt x="135" y="383"/>
                    <a:pt x="131" y="388"/>
                    <a:pt x="130" y="389"/>
                  </a:cubicBezTo>
                  <a:cubicBezTo>
                    <a:pt x="127" y="392"/>
                    <a:pt x="123" y="397"/>
                    <a:pt x="120" y="398"/>
                  </a:cubicBezTo>
                  <a:cubicBezTo>
                    <a:pt x="118" y="400"/>
                    <a:pt x="113" y="401"/>
                    <a:pt x="110" y="401"/>
                  </a:cubicBezTo>
                  <a:cubicBezTo>
                    <a:pt x="109" y="401"/>
                    <a:pt x="105" y="401"/>
                    <a:pt x="103" y="401"/>
                  </a:cubicBezTo>
                  <a:cubicBezTo>
                    <a:pt x="99" y="401"/>
                    <a:pt x="90" y="402"/>
                    <a:pt x="85" y="402"/>
                  </a:cubicBezTo>
                  <a:cubicBezTo>
                    <a:pt x="83" y="402"/>
                    <a:pt x="78" y="402"/>
                    <a:pt x="75" y="403"/>
                  </a:cubicBezTo>
                  <a:cubicBezTo>
                    <a:pt x="73" y="403"/>
                    <a:pt x="69" y="407"/>
                    <a:pt x="67" y="408"/>
                  </a:cubicBezTo>
                  <a:cubicBezTo>
                    <a:pt x="64" y="409"/>
                    <a:pt x="59" y="409"/>
                    <a:pt x="56" y="409"/>
                  </a:cubicBezTo>
                  <a:cubicBezTo>
                    <a:pt x="53" y="409"/>
                    <a:pt x="46" y="408"/>
                    <a:pt x="43" y="407"/>
                  </a:cubicBezTo>
                  <a:cubicBezTo>
                    <a:pt x="38" y="405"/>
                    <a:pt x="30" y="400"/>
                    <a:pt x="26" y="398"/>
                  </a:cubicBezTo>
                  <a:cubicBezTo>
                    <a:pt x="23" y="397"/>
                    <a:pt x="16" y="394"/>
                    <a:pt x="14" y="392"/>
                  </a:cubicBezTo>
                  <a:cubicBezTo>
                    <a:pt x="11" y="390"/>
                    <a:pt x="5" y="384"/>
                    <a:pt x="3" y="381"/>
                  </a:cubicBezTo>
                  <a:cubicBezTo>
                    <a:pt x="2" y="379"/>
                    <a:pt x="0" y="374"/>
                    <a:pt x="0" y="371"/>
                  </a:cubicBezTo>
                  <a:cubicBezTo>
                    <a:pt x="0" y="370"/>
                    <a:pt x="1" y="367"/>
                    <a:pt x="2" y="365"/>
                  </a:cubicBezTo>
                  <a:cubicBezTo>
                    <a:pt x="3" y="363"/>
                    <a:pt x="4" y="360"/>
                    <a:pt x="5" y="359"/>
                  </a:cubicBezTo>
                  <a:cubicBezTo>
                    <a:pt x="6" y="358"/>
                    <a:pt x="7" y="356"/>
                    <a:pt x="8" y="355"/>
                  </a:cubicBezTo>
                  <a:cubicBezTo>
                    <a:pt x="10" y="357"/>
                    <a:pt x="14" y="359"/>
                    <a:pt x="16" y="359"/>
                  </a:cubicBezTo>
                  <a:cubicBezTo>
                    <a:pt x="20" y="360"/>
                    <a:pt x="28" y="361"/>
                    <a:pt x="31" y="360"/>
                  </a:cubicBezTo>
                  <a:cubicBezTo>
                    <a:pt x="33" y="360"/>
                    <a:pt x="37" y="358"/>
                    <a:pt x="39" y="357"/>
                  </a:cubicBezTo>
                  <a:cubicBezTo>
                    <a:pt x="40" y="356"/>
                    <a:pt x="41" y="353"/>
                    <a:pt x="41" y="351"/>
                  </a:cubicBezTo>
                  <a:cubicBezTo>
                    <a:pt x="41" y="349"/>
                    <a:pt x="39" y="346"/>
                    <a:pt x="37" y="344"/>
                  </a:cubicBezTo>
                  <a:cubicBezTo>
                    <a:pt x="36" y="343"/>
                    <a:pt x="33" y="342"/>
                    <a:pt x="31" y="342"/>
                  </a:cubicBezTo>
                  <a:cubicBezTo>
                    <a:pt x="29" y="341"/>
                    <a:pt x="25" y="340"/>
                    <a:pt x="24" y="338"/>
                  </a:cubicBezTo>
                  <a:cubicBezTo>
                    <a:pt x="23" y="336"/>
                    <a:pt x="24" y="332"/>
                    <a:pt x="24" y="330"/>
                  </a:cubicBezTo>
                  <a:cubicBezTo>
                    <a:pt x="24" y="328"/>
                    <a:pt x="25" y="324"/>
                    <a:pt x="26" y="323"/>
                  </a:cubicBezTo>
                  <a:cubicBezTo>
                    <a:pt x="27" y="321"/>
                    <a:pt x="31" y="318"/>
                    <a:pt x="33" y="317"/>
                  </a:cubicBezTo>
                  <a:cubicBezTo>
                    <a:pt x="35" y="316"/>
                    <a:pt x="38" y="312"/>
                    <a:pt x="41" y="311"/>
                  </a:cubicBezTo>
                  <a:cubicBezTo>
                    <a:pt x="44" y="310"/>
                    <a:pt x="52" y="310"/>
                    <a:pt x="55" y="310"/>
                  </a:cubicBezTo>
                  <a:cubicBezTo>
                    <a:pt x="61" y="310"/>
                    <a:pt x="71" y="310"/>
                    <a:pt x="76" y="311"/>
                  </a:cubicBezTo>
                  <a:cubicBezTo>
                    <a:pt x="80" y="311"/>
                    <a:pt x="89" y="312"/>
                    <a:pt x="94" y="311"/>
                  </a:cubicBezTo>
                  <a:cubicBezTo>
                    <a:pt x="97" y="310"/>
                    <a:pt x="102" y="305"/>
                    <a:pt x="105" y="303"/>
                  </a:cubicBezTo>
                  <a:cubicBezTo>
                    <a:pt x="108" y="300"/>
                    <a:pt x="113" y="295"/>
                    <a:pt x="115" y="292"/>
                  </a:cubicBezTo>
                  <a:cubicBezTo>
                    <a:pt x="117" y="288"/>
                    <a:pt x="120" y="281"/>
                    <a:pt x="122" y="277"/>
                  </a:cubicBezTo>
                  <a:cubicBezTo>
                    <a:pt x="122" y="274"/>
                    <a:pt x="123" y="270"/>
                    <a:pt x="123" y="268"/>
                  </a:cubicBezTo>
                  <a:cubicBezTo>
                    <a:pt x="123" y="265"/>
                    <a:pt x="123" y="260"/>
                    <a:pt x="123" y="258"/>
                  </a:cubicBezTo>
                  <a:cubicBezTo>
                    <a:pt x="123" y="255"/>
                    <a:pt x="123" y="250"/>
                    <a:pt x="123" y="247"/>
                  </a:cubicBezTo>
                  <a:cubicBezTo>
                    <a:pt x="123" y="246"/>
                    <a:pt x="123" y="244"/>
                    <a:pt x="123" y="244"/>
                  </a:cubicBezTo>
                  <a:cubicBezTo>
                    <a:pt x="122" y="243"/>
                    <a:pt x="120" y="244"/>
                    <a:pt x="119" y="244"/>
                  </a:cubicBezTo>
                  <a:cubicBezTo>
                    <a:pt x="117" y="244"/>
                    <a:pt x="114" y="244"/>
                    <a:pt x="113" y="244"/>
                  </a:cubicBezTo>
                  <a:cubicBezTo>
                    <a:pt x="112" y="243"/>
                    <a:pt x="110" y="242"/>
                    <a:pt x="109" y="241"/>
                  </a:cubicBezTo>
                  <a:cubicBezTo>
                    <a:pt x="109" y="239"/>
                    <a:pt x="109" y="235"/>
                    <a:pt x="109" y="234"/>
                  </a:cubicBezTo>
                  <a:cubicBezTo>
                    <a:pt x="109" y="232"/>
                    <a:pt x="109" y="228"/>
                    <a:pt x="109" y="226"/>
                  </a:cubicBezTo>
                  <a:cubicBezTo>
                    <a:pt x="110" y="224"/>
                    <a:pt x="112" y="220"/>
                    <a:pt x="113" y="218"/>
                  </a:cubicBezTo>
                  <a:cubicBezTo>
                    <a:pt x="115" y="215"/>
                    <a:pt x="118" y="211"/>
                    <a:pt x="120" y="208"/>
                  </a:cubicBezTo>
                  <a:cubicBezTo>
                    <a:pt x="122" y="207"/>
                    <a:pt x="126" y="204"/>
                    <a:pt x="128" y="202"/>
                  </a:cubicBezTo>
                  <a:cubicBezTo>
                    <a:pt x="130" y="199"/>
                    <a:pt x="134" y="192"/>
                    <a:pt x="136" y="189"/>
                  </a:cubicBezTo>
                  <a:cubicBezTo>
                    <a:pt x="138" y="186"/>
                    <a:pt x="141" y="182"/>
                    <a:pt x="141" y="179"/>
                  </a:cubicBezTo>
                  <a:cubicBezTo>
                    <a:pt x="142" y="177"/>
                    <a:pt x="141" y="172"/>
                    <a:pt x="141" y="170"/>
                  </a:cubicBezTo>
                  <a:cubicBezTo>
                    <a:pt x="142" y="168"/>
                    <a:pt x="142" y="164"/>
                    <a:pt x="142" y="162"/>
                  </a:cubicBezTo>
                  <a:cubicBezTo>
                    <a:pt x="142" y="160"/>
                    <a:pt x="141" y="154"/>
                    <a:pt x="141" y="151"/>
                  </a:cubicBezTo>
                  <a:cubicBezTo>
                    <a:pt x="141" y="149"/>
                    <a:pt x="140" y="146"/>
                    <a:pt x="141" y="144"/>
                  </a:cubicBezTo>
                  <a:cubicBezTo>
                    <a:pt x="142" y="143"/>
                    <a:pt x="144" y="142"/>
                    <a:pt x="145" y="141"/>
                  </a:cubicBezTo>
                  <a:cubicBezTo>
                    <a:pt x="146" y="140"/>
                    <a:pt x="150" y="139"/>
                    <a:pt x="151" y="139"/>
                  </a:cubicBezTo>
                  <a:cubicBezTo>
                    <a:pt x="153" y="139"/>
                    <a:pt x="156" y="141"/>
                    <a:pt x="158" y="142"/>
                  </a:cubicBezTo>
                  <a:cubicBezTo>
                    <a:pt x="161" y="143"/>
                    <a:pt x="165" y="147"/>
                    <a:pt x="168" y="148"/>
                  </a:cubicBezTo>
                  <a:cubicBezTo>
                    <a:pt x="171" y="149"/>
                    <a:pt x="177" y="150"/>
                    <a:pt x="180" y="149"/>
                  </a:cubicBezTo>
                  <a:cubicBezTo>
                    <a:pt x="182" y="149"/>
                    <a:pt x="185" y="147"/>
                    <a:pt x="186" y="146"/>
                  </a:cubicBezTo>
                  <a:cubicBezTo>
                    <a:pt x="188" y="144"/>
                    <a:pt x="189" y="139"/>
                    <a:pt x="191" y="137"/>
                  </a:cubicBezTo>
                  <a:cubicBezTo>
                    <a:pt x="192" y="136"/>
                    <a:pt x="194" y="135"/>
                    <a:pt x="194" y="134"/>
                  </a:cubicBezTo>
                  <a:cubicBezTo>
                    <a:pt x="195" y="132"/>
                    <a:pt x="195" y="127"/>
                    <a:pt x="194" y="125"/>
                  </a:cubicBezTo>
                  <a:cubicBezTo>
                    <a:pt x="193" y="123"/>
                    <a:pt x="189" y="120"/>
                    <a:pt x="188" y="117"/>
                  </a:cubicBezTo>
                  <a:cubicBezTo>
                    <a:pt x="187" y="115"/>
                    <a:pt x="185" y="110"/>
                    <a:pt x="185" y="107"/>
                  </a:cubicBezTo>
                  <a:cubicBezTo>
                    <a:pt x="184" y="105"/>
                    <a:pt x="184" y="100"/>
                    <a:pt x="184" y="97"/>
                  </a:cubicBezTo>
                  <a:cubicBezTo>
                    <a:pt x="185" y="94"/>
                    <a:pt x="187" y="88"/>
                    <a:pt x="188" y="85"/>
                  </a:cubicBezTo>
                  <a:cubicBezTo>
                    <a:pt x="190" y="83"/>
                    <a:pt x="194" y="80"/>
                    <a:pt x="196" y="78"/>
                  </a:cubicBezTo>
                  <a:cubicBezTo>
                    <a:pt x="198" y="77"/>
                    <a:pt x="203" y="74"/>
                    <a:pt x="206" y="73"/>
                  </a:cubicBezTo>
                  <a:cubicBezTo>
                    <a:pt x="209" y="72"/>
                    <a:pt x="216" y="72"/>
                    <a:pt x="219" y="71"/>
                  </a:cubicBezTo>
                  <a:cubicBezTo>
                    <a:pt x="222" y="70"/>
                    <a:pt x="229" y="67"/>
                    <a:pt x="232" y="65"/>
                  </a:cubicBezTo>
                  <a:cubicBezTo>
                    <a:pt x="233" y="64"/>
                    <a:pt x="236" y="61"/>
                    <a:pt x="237" y="59"/>
                  </a:cubicBezTo>
                  <a:cubicBezTo>
                    <a:pt x="238" y="57"/>
                    <a:pt x="237" y="53"/>
                    <a:pt x="237" y="51"/>
                  </a:cubicBezTo>
                  <a:cubicBezTo>
                    <a:pt x="238" y="49"/>
                    <a:pt x="239" y="43"/>
                    <a:pt x="240" y="41"/>
                  </a:cubicBezTo>
                  <a:cubicBezTo>
                    <a:pt x="241" y="39"/>
                    <a:pt x="244" y="36"/>
                    <a:pt x="246" y="35"/>
                  </a:cubicBezTo>
                  <a:cubicBezTo>
                    <a:pt x="247" y="33"/>
                    <a:pt x="251" y="31"/>
                    <a:pt x="252" y="29"/>
                  </a:cubicBezTo>
                  <a:cubicBezTo>
                    <a:pt x="253" y="28"/>
                    <a:pt x="255" y="25"/>
                    <a:pt x="255" y="24"/>
                  </a:cubicBezTo>
                  <a:cubicBezTo>
                    <a:pt x="256" y="22"/>
                    <a:pt x="256" y="19"/>
                    <a:pt x="256" y="18"/>
                  </a:cubicBezTo>
                  <a:cubicBezTo>
                    <a:pt x="256" y="17"/>
                    <a:pt x="256" y="16"/>
                    <a:pt x="257" y="15"/>
                  </a:cubicBezTo>
                  <a:cubicBezTo>
                    <a:pt x="257" y="16"/>
                    <a:pt x="258" y="16"/>
                    <a:pt x="258" y="16"/>
                  </a:cubicBezTo>
                  <a:cubicBezTo>
                    <a:pt x="259" y="16"/>
                    <a:pt x="260" y="14"/>
                    <a:pt x="261" y="14"/>
                  </a:cubicBezTo>
                  <a:cubicBezTo>
                    <a:pt x="263" y="13"/>
                    <a:pt x="265" y="12"/>
                    <a:pt x="267" y="11"/>
                  </a:cubicBezTo>
                  <a:cubicBezTo>
                    <a:pt x="268" y="10"/>
                    <a:pt x="270" y="9"/>
                    <a:pt x="271" y="8"/>
                  </a:cubicBezTo>
                  <a:cubicBezTo>
                    <a:pt x="272" y="7"/>
                    <a:pt x="274" y="6"/>
                    <a:pt x="275" y="5"/>
                  </a:cubicBezTo>
                  <a:cubicBezTo>
                    <a:pt x="276" y="5"/>
                    <a:pt x="278" y="4"/>
                    <a:pt x="279" y="5"/>
                  </a:cubicBezTo>
                  <a:cubicBezTo>
                    <a:pt x="280" y="5"/>
                    <a:pt x="282" y="5"/>
                    <a:pt x="283" y="6"/>
                  </a:cubicBezTo>
                  <a:cubicBezTo>
                    <a:pt x="284" y="6"/>
                    <a:pt x="286" y="9"/>
                    <a:pt x="288" y="10"/>
                  </a:cubicBezTo>
                  <a:cubicBezTo>
                    <a:pt x="289" y="12"/>
                    <a:pt x="293" y="14"/>
                    <a:pt x="295" y="16"/>
                  </a:cubicBezTo>
                  <a:cubicBezTo>
                    <a:pt x="297" y="17"/>
                    <a:pt x="300" y="20"/>
                    <a:pt x="302" y="21"/>
                  </a:cubicBezTo>
                  <a:cubicBezTo>
                    <a:pt x="304" y="22"/>
                    <a:pt x="308" y="25"/>
                    <a:pt x="310" y="25"/>
                  </a:cubicBezTo>
                  <a:cubicBezTo>
                    <a:pt x="312" y="26"/>
                    <a:pt x="317" y="23"/>
                    <a:pt x="319" y="24"/>
                  </a:cubicBezTo>
                  <a:cubicBezTo>
                    <a:pt x="320" y="25"/>
                    <a:pt x="321" y="28"/>
                    <a:pt x="322" y="29"/>
                  </a:cubicBezTo>
                  <a:cubicBezTo>
                    <a:pt x="323" y="30"/>
                    <a:pt x="325" y="31"/>
                    <a:pt x="325" y="32"/>
                  </a:cubicBezTo>
                  <a:cubicBezTo>
                    <a:pt x="326" y="33"/>
                    <a:pt x="327" y="36"/>
                    <a:pt x="328" y="37"/>
                  </a:cubicBezTo>
                  <a:cubicBezTo>
                    <a:pt x="329" y="38"/>
                    <a:pt x="332" y="38"/>
                    <a:pt x="333" y="38"/>
                  </a:cubicBezTo>
                  <a:cubicBezTo>
                    <a:pt x="334" y="38"/>
                    <a:pt x="336" y="36"/>
                    <a:pt x="337" y="35"/>
                  </a:cubicBezTo>
                  <a:cubicBezTo>
                    <a:pt x="338" y="33"/>
                    <a:pt x="336" y="28"/>
                    <a:pt x="337" y="26"/>
                  </a:cubicBezTo>
                  <a:cubicBezTo>
                    <a:pt x="338" y="24"/>
                    <a:pt x="340" y="22"/>
                    <a:pt x="342" y="21"/>
                  </a:cubicBezTo>
                  <a:cubicBezTo>
                    <a:pt x="343" y="21"/>
                    <a:pt x="346" y="21"/>
                    <a:pt x="348" y="22"/>
                  </a:cubicBezTo>
                  <a:cubicBezTo>
                    <a:pt x="349" y="22"/>
                    <a:pt x="351" y="25"/>
                    <a:pt x="351" y="26"/>
                  </a:cubicBezTo>
                  <a:cubicBezTo>
                    <a:pt x="352" y="28"/>
                    <a:pt x="352" y="32"/>
                    <a:pt x="352" y="35"/>
                  </a:cubicBezTo>
                  <a:cubicBezTo>
                    <a:pt x="352" y="36"/>
                    <a:pt x="350" y="39"/>
                    <a:pt x="351" y="41"/>
                  </a:cubicBezTo>
                  <a:cubicBezTo>
                    <a:pt x="351" y="43"/>
                    <a:pt x="353" y="45"/>
                    <a:pt x="353" y="46"/>
                  </a:cubicBezTo>
                  <a:cubicBezTo>
                    <a:pt x="354" y="48"/>
                    <a:pt x="354" y="53"/>
                    <a:pt x="355" y="55"/>
                  </a:cubicBezTo>
                  <a:cubicBezTo>
                    <a:pt x="356" y="56"/>
                    <a:pt x="360" y="58"/>
                    <a:pt x="361" y="59"/>
                  </a:cubicBezTo>
                  <a:cubicBezTo>
                    <a:pt x="363" y="59"/>
                    <a:pt x="368" y="60"/>
                    <a:pt x="371" y="60"/>
                  </a:cubicBezTo>
                  <a:cubicBezTo>
                    <a:pt x="373" y="60"/>
                    <a:pt x="377" y="59"/>
                    <a:pt x="379" y="59"/>
                  </a:cubicBezTo>
                  <a:cubicBezTo>
                    <a:pt x="381" y="58"/>
                    <a:pt x="384" y="56"/>
                    <a:pt x="386" y="55"/>
                  </a:cubicBezTo>
                  <a:cubicBezTo>
                    <a:pt x="388" y="55"/>
                    <a:pt x="393" y="54"/>
                    <a:pt x="396" y="55"/>
                  </a:cubicBezTo>
                  <a:cubicBezTo>
                    <a:pt x="397" y="55"/>
                    <a:pt x="399" y="58"/>
                    <a:pt x="400" y="59"/>
                  </a:cubicBezTo>
                  <a:cubicBezTo>
                    <a:pt x="402" y="60"/>
                    <a:pt x="404" y="61"/>
                    <a:pt x="406" y="62"/>
                  </a:cubicBezTo>
                  <a:cubicBezTo>
                    <a:pt x="407" y="63"/>
                    <a:pt x="410" y="64"/>
                    <a:pt x="411" y="64"/>
                  </a:cubicBezTo>
                  <a:cubicBezTo>
                    <a:pt x="414" y="64"/>
                    <a:pt x="418" y="64"/>
                    <a:pt x="421" y="64"/>
                  </a:cubicBezTo>
                  <a:cubicBezTo>
                    <a:pt x="422" y="64"/>
                    <a:pt x="425" y="63"/>
                    <a:pt x="426" y="63"/>
                  </a:cubicBezTo>
                  <a:cubicBezTo>
                    <a:pt x="428" y="62"/>
                    <a:pt x="430" y="60"/>
                    <a:pt x="432" y="59"/>
                  </a:cubicBezTo>
                  <a:cubicBezTo>
                    <a:pt x="433" y="58"/>
                    <a:pt x="437" y="56"/>
                    <a:pt x="438" y="56"/>
                  </a:cubicBezTo>
                  <a:cubicBezTo>
                    <a:pt x="440" y="56"/>
                    <a:pt x="442" y="58"/>
                    <a:pt x="443" y="58"/>
                  </a:cubicBezTo>
                  <a:cubicBezTo>
                    <a:pt x="445" y="59"/>
                    <a:pt x="447" y="61"/>
                    <a:pt x="448" y="62"/>
                  </a:cubicBezTo>
                  <a:cubicBezTo>
                    <a:pt x="450" y="62"/>
                    <a:pt x="454" y="62"/>
                    <a:pt x="455" y="62"/>
                  </a:cubicBezTo>
                  <a:cubicBezTo>
                    <a:pt x="457" y="62"/>
                    <a:pt x="460" y="61"/>
                    <a:pt x="461" y="61"/>
                  </a:cubicBezTo>
                  <a:cubicBezTo>
                    <a:pt x="463" y="60"/>
                    <a:pt x="466" y="59"/>
                    <a:pt x="468" y="58"/>
                  </a:cubicBezTo>
                  <a:cubicBezTo>
                    <a:pt x="470" y="58"/>
                    <a:pt x="474" y="56"/>
                    <a:pt x="476" y="56"/>
                  </a:cubicBezTo>
                  <a:cubicBezTo>
                    <a:pt x="478" y="56"/>
                    <a:pt x="482" y="57"/>
                    <a:pt x="483" y="58"/>
                  </a:cubicBezTo>
                  <a:cubicBezTo>
                    <a:pt x="485" y="59"/>
                    <a:pt x="488" y="62"/>
                    <a:pt x="490" y="63"/>
                  </a:cubicBezTo>
                  <a:cubicBezTo>
                    <a:pt x="491" y="64"/>
                    <a:pt x="493" y="66"/>
                    <a:pt x="495" y="66"/>
                  </a:cubicBezTo>
                  <a:cubicBezTo>
                    <a:pt x="497" y="67"/>
                    <a:pt x="500" y="67"/>
                    <a:pt x="502" y="67"/>
                  </a:cubicBezTo>
                  <a:cubicBezTo>
                    <a:pt x="503" y="66"/>
                    <a:pt x="505" y="65"/>
                    <a:pt x="506" y="64"/>
                  </a:cubicBezTo>
                  <a:cubicBezTo>
                    <a:pt x="507" y="63"/>
                    <a:pt x="508" y="60"/>
                    <a:pt x="509" y="59"/>
                  </a:cubicBezTo>
                  <a:cubicBezTo>
                    <a:pt x="511" y="57"/>
                    <a:pt x="513" y="53"/>
                    <a:pt x="515" y="51"/>
                  </a:cubicBezTo>
                  <a:cubicBezTo>
                    <a:pt x="515" y="50"/>
                    <a:pt x="517" y="47"/>
                    <a:pt x="518" y="46"/>
                  </a:cubicBezTo>
                  <a:cubicBezTo>
                    <a:pt x="519" y="45"/>
                    <a:pt x="522" y="43"/>
                    <a:pt x="524" y="42"/>
                  </a:cubicBezTo>
                  <a:cubicBezTo>
                    <a:pt x="525" y="41"/>
                    <a:pt x="529" y="40"/>
                    <a:pt x="531" y="39"/>
                  </a:cubicBezTo>
                  <a:cubicBezTo>
                    <a:pt x="532" y="39"/>
                    <a:pt x="535" y="40"/>
                    <a:pt x="537" y="40"/>
                  </a:cubicBezTo>
                  <a:cubicBezTo>
                    <a:pt x="538" y="40"/>
                    <a:pt x="542" y="39"/>
                    <a:pt x="543" y="39"/>
                  </a:cubicBezTo>
                  <a:cubicBezTo>
                    <a:pt x="546" y="38"/>
                    <a:pt x="550" y="36"/>
                    <a:pt x="552" y="35"/>
                  </a:cubicBezTo>
                  <a:cubicBezTo>
                    <a:pt x="554" y="35"/>
                    <a:pt x="559" y="34"/>
                    <a:pt x="562" y="34"/>
                  </a:cubicBezTo>
                  <a:cubicBezTo>
                    <a:pt x="563" y="34"/>
                    <a:pt x="566" y="36"/>
                    <a:pt x="567" y="36"/>
                  </a:cubicBezTo>
                  <a:cubicBezTo>
                    <a:pt x="569" y="37"/>
                    <a:pt x="572" y="38"/>
                    <a:pt x="573" y="39"/>
                  </a:cubicBezTo>
                  <a:cubicBezTo>
                    <a:pt x="574" y="41"/>
                    <a:pt x="575" y="44"/>
                    <a:pt x="575" y="45"/>
                  </a:cubicBezTo>
                  <a:cubicBezTo>
                    <a:pt x="576" y="47"/>
                    <a:pt x="575" y="51"/>
                    <a:pt x="576" y="53"/>
                  </a:cubicBezTo>
                  <a:cubicBezTo>
                    <a:pt x="576" y="53"/>
                    <a:pt x="578" y="55"/>
                    <a:pt x="578" y="55"/>
                  </a:cubicBezTo>
                  <a:cubicBezTo>
                    <a:pt x="579" y="55"/>
                    <a:pt x="581" y="55"/>
                    <a:pt x="582" y="54"/>
                  </a:cubicBezTo>
                  <a:cubicBezTo>
                    <a:pt x="583" y="53"/>
                    <a:pt x="584" y="51"/>
                    <a:pt x="585" y="50"/>
                  </a:cubicBezTo>
                  <a:cubicBezTo>
                    <a:pt x="586" y="48"/>
                    <a:pt x="589" y="44"/>
                    <a:pt x="590" y="43"/>
                  </a:cubicBezTo>
                  <a:cubicBezTo>
                    <a:pt x="592" y="41"/>
                    <a:pt x="597" y="37"/>
                    <a:pt x="599" y="36"/>
                  </a:cubicBezTo>
                  <a:cubicBezTo>
                    <a:pt x="600" y="35"/>
                    <a:pt x="604" y="35"/>
                    <a:pt x="605" y="34"/>
                  </a:cubicBezTo>
                  <a:cubicBezTo>
                    <a:pt x="607" y="34"/>
                    <a:pt x="612" y="32"/>
                    <a:pt x="614" y="31"/>
                  </a:cubicBezTo>
                  <a:cubicBezTo>
                    <a:pt x="617" y="30"/>
                    <a:pt x="622" y="28"/>
                    <a:pt x="625" y="27"/>
                  </a:cubicBezTo>
                  <a:cubicBezTo>
                    <a:pt x="627" y="26"/>
                    <a:pt x="630" y="25"/>
                    <a:pt x="632" y="25"/>
                  </a:cubicBezTo>
                  <a:cubicBezTo>
                    <a:pt x="634" y="25"/>
                    <a:pt x="640" y="25"/>
                    <a:pt x="642" y="25"/>
                  </a:cubicBezTo>
                  <a:cubicBezTo>
                    <a:pt x="644" y="25"/>
                    <a:pt x="647" y="25"/>
                    <a:pt x="649" y="26"/>
                  </a:cubicBezTo>
                  <a:cubicBezTo>
                    <a:pt x="651" y="26"/>
                    <a:pt x="653" y="30"/>
                    <a:pt x="654" y="31"/>
                  </a:cubicBezTo>
                  <a:cubicBezTo>
                    <a:pt x="656" y="33"/>
                    <a:pt x="659" y="36"/>
                    <a:pt x="660" y="38"/>
                  </a:cubicBezTo>
                  <a:cubicBezTo>
                    <a:pt x="661" y="40"/>
                    <a:pt x="664" y="45"/>
                    <a:pt x="665" y="46"/>
                  </a:cubicBezTo>
                  <a:cubicBezTo>
                    <a:pt x="667" y="47"/>
                    <a:pt x="670" y="48"/>
                    <a:pt x="672" y="49"/>
                  </a:cubicBezTo>
                  <a:cubicBezTo>
                    <a:pt x="675" y="49"/>
                    <a:pt x="680" y="49"/>
                    <a:pt x="682" y="48"/>
                  </a:cubicBezTo>
                  <a:cubicBezTo>
                    <a:pt x="684" y="48"/>
                    <a:pt x="687" y="45"/>
                    <a:pt x="688" y="43"/>
                  </a:cubicBezTo>
                  <a:cubicBezTo>
                    <a:pt x="690" y="42"/>
                    <a:pt x="694" y="38"/>
                    <a:pt x="696" y="36"/>
                  </a:cubicBezTo>
                  <a:cubicBezTo>
                    <a:pt x="698" y="35"/>
                    <a:pt x="702" y="34"/>
                    <a:pt x="704" y="34"/>
                  </a:cubicBezTo>
                  <a:cubicBezTo>
                    <a:pt x="707" y="33"/>
                    <a:pt x="713" y="33"/>
                    <a:pt x="715" y="32"/>
                  </a:cubicBezTo>
                  <a:cubicBezTo>
                    <a:pt x="719" y="31"/>
                    <a:pt x="727" y="29"/>
                    <a:pt x="730" y="27"/>
                  </a:cubicBezTo>
                  <a:cubicBezTo>
                    <a:pt x="733" y="26"/>
                    <a:pt x="739" y="22"/>
                    <a:pt x="742" y="21"/>
                  </a:cubicBezTo>
                  <a:cubicBezTo>
                    <a:pt x="745" y="19"/>
                    <a:pt x="751" y="16"/>
                    <a:pt x="755" y="15"/>
                  </a:cubicBezTo>
                  <a:cubicBezTo>
                    <a:pt x="758" y="14"/>
                    <a:pt x="764" y="13"/>
                    <a:pt x="767" y="12"/>
                  </a:cubicBezTo>
                  <a:cubicBezTo>
                    <a:pt x="768" y="12"/>
                    <a:pt x="771" y="12"/>
                    <a:pt x="773"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10"/>
            <p:cNvSpPr>
              <a:spLocks/>
            </p:cNvSpPr>
            <p:nvPr/>
          </p:nvSpPr>
          <p:spPr bwMode="auto">
            <a:xfrm>
              <a:off x="3314700" y="2517775"/>
              <a:ext cx="136525" cy="100012"/>
            </a:xfrm>
            <a:custGeom>
              <a:avLst/>
              <a:gdLst/>
              <a:ahLst/>
              <a:cxnLst>
                <a:cxn ang="0">
                  <a:pos x="93" y="13"/>
                </a:cxn>
                <a:cxn ang="0">
                  <a:pos x="96" y="18"/>
                </a:cxn>
                <a:cxn ang="0">
                  <a:pos x="94" y="18"/>
                </a:cxn>
                <a:cxn ang="0">
                  <a:pos x="88" y="20"/>
                </a:cxn>
                <a:cxn ang="0">
                  <a:pos x="84" y="25"/>
                </a:cxn>
                <a:cxn ang="0">
                  <a:pos x="85" y="30"/>
                </a:cxn>
                <a:cxn ang="0">
                  <a:pos x="90" y="37"/>
                </a:cxn>
                <a:cxn ang="0">
                  <a:pos x="93" y="43"/>
                </a:cxn>
                <a:cxn ang="0">
                  <a:pos x="93" y="51"/>
                </a:cxn>
                <a:cxn ang="0">
                  <a:pos x="88" y="60"/>
                </a:cxn>
                <a:cxn ang="0">
                  <a:pos x="78" y="68"/>
                </a:cxn>
                <a:cxn ang="0">
                  <a:pos x="69" y="71"/>
                </a:cxn>
                <a:cxn ang="0">
                  <a:pos x="54" y="70"/>
                </a:cxn>
                <a:cxn ang="0">
                  <a:pos x="40" y="67"/>
                </a:cxn>
                <a:cxn ang="0">
                  <a:pos x="28" y="60"/>
                </a:cxn>
                <a:cxn ang="0">
                  <a:pos x="15" y="54"/>
                </a:cxn>
                <a:cxn ang="0">
                  <a:pos x="7" y="44"/>
                </a:cxn>
                <a:cxn ang="0">
                  <a:pos x="4" y="36"/>
                </a:cxn>
                <a:cxn ang="0">
                  <a:pos x="5" y="29"/>
                </a:cxn>
                <a:cxn ang="0">
                  <a:pos x="8" y="27"/>
                </a:cxn>
                <a:cxn ang="0">
                  <a:pos x="8" y="21"/>
                </a:cxn>
                <a:cxn ang="0">
                  <a:pos x="5" y="16"/>
                </a:cxn>
                <a:cxn ang="0">
                  <a:pos x="1" y="11"/>
                </a:cxn>
                <a:cxn ang="0">
                  <a:pos x="0" y="6"/>
                </a:cxn>
                <a:cxn ang="0">
                  <a:pos x="2" y="0"/>
                </a:cxn>
                <a:cxn ang="0">
                  <a:pos x="4" y="1"/>
                </a:cxn>
                <a:cxn ang="0">
                  <a:pos x="13" y="8"/>
                </a:cxn>
                <a:cxn ang="0">
                  <a:pos x="21" y="18"/>
                </a:cxn>
                <a:cxn ang="0">
                  <a:pos x="35" y="14"/>
                </a:cxn>
                <a:cxn ang="0">
                  <a:pos x="48" y="12"/>
                </a:cxn>
                <a:cxn ang="0">
                  <a:pos x="56" y="18"/>
                </a:cxn>
                <a:cxn ang="0">
                  <a:pos x="70" y="15"/>
                </a:cxn>
                <a:cxn ang="0">
                  <a:pos x="75" y="7"/>
                </a:cxn>
                <a:cxn ang="0">
                  <a:pos x="88" y="4"/>
                </a:cxn>
                <a:cxn ang="0">
                  <a:pos x="93" y="13"/>
                </a:cxn>
              </a:cxnLst>
              <a:rect l="0" t="0" r="r" b="b"/>
              <a:pathLst>
                <a:path w="96" h="71">
                  <a:moveTo>
                    <a:pt x="93" y="13"/>
                  </a:moveTo>
                  <a:cubicBezTo>
                    <a:pt x="93" y="14"/>
                    <a:pt x="94" y="16"/>
                    <a:pt x="96" y="18"/>
                  </a:cubicBezTo>
                  <a:cubicBezTo>
                    <a:pt x="95" y="18"/>
                    <a:pt x="94" y="18"/>
                    <a:pt x="94" y="18"/>
                  </a:cubicBezTo>
                  <a:cubicBezTo>
                    <a:pt x="92" y="18"/>
                    <a:pt x="89" y="19"/>
                    <a:pt x="88" y="20"/>
                  </a:cubicBezTo>
                  <a:cubicBezTo>
                    <a:pt x="86" y="21"/>
                    <a:pt x="84" y="24"/>
                    <a:pt x="84" y="25"/>
                  </a:cubicBezTo>
                  <a:cubicBezTo>
                    <a:pt x="84" y="26"/>
                    <a:pt x="84" y="29"/>
                    <a:pt x="85" y="30"/>
                  </a:cubicBezTo>
                  <a:cubicBezTo>
                    <a:pt x="85" y="32"/>
                    <a:pt x="89" y="35"/>
                    <a:pt x="90" y="37"/>
                  </a:cubicBezTo>
                  <a:cubicBezTo>
                    <a:pt x="91" y="39"/>
                    <a:pt x="93" y="42"/>
                    <a:pt x="93" y="43"/>
                  </a:cubicBezTo>
                  <a:cubicBezTo>
                    <a:pt x="93" y="45"/>
                    <a:pt x="93" y="49"/>
                    <a:pt x="93" y="51"/>
                  </a:cubicBezTo>
                  <a:cubicBezTo>
                    <a:pt x="92" y="54"/>
                    <a:pt x="90" y="58"/>
                    <a:pt x="88" y="60"/>
                  </a:cubicBezTo>
                  <a:cubicBezTo>
                    <a:pt x="86" y="62"/>
                    <a:pt x="81" y="66"/>
                    <a:pt x="78" y="68"/>
                  </a:cubicBezTo>
                  <a:cubicBezTo>
                    <a:pt x="76" y="69"/>
                    <a:pt x="71" y="71"/>
                    <a:pt x="69" y="71"/>
                  </a:cubicBezTo>
                  <a:cubicBezTo>
                    <a:pt x="65" y="71"/>
                    <a:pt x="57" y="71"/>
                    <a:pt x="54" y="70"/>
                  </a:cubicBezTo>
                  <a:cubicBezTo>
                    <a:pt x="50" y="69"/>
                    <a:pt x="43" y="68"/>
                    <a:pt x="40" y="67"/>
                  </a:cubicBezTo>
                  <a:cubicBezTo>
                    <a:pt x="37" y="65"/>
                    <a:pt x="31" y="62"/>
                    <a:pt x="28" y="60"/>
                  </a:cubicBezTo>
                  <a:cubicBezTo>
                    <a:pt x="25" y="59"/>
                    <a:pt x="18" y="57"/>
                    <a:pt x="15" y="54"/>
                  </a:cubicBezTo>
                  <a:cubicBezTo>
                    <a:pt x="12" y="52"/>
                    <a:pt x="8" y="47"/>
                    <a:pt x="7" y="44"/>
                  </a:cubicBezTo>
                  <a:cubicBezTo>
                    <a:pt x="6" y="42"/>
                    <a:pt x="5" y="38"/>
                    <a:pt x="4" y="36"/>
                  </a:cubicBezTo>
                  <a:cubicBezTo>
                    <a:pt x="4" y="34"/>
                    <a:pt x="4" y="31"/>
                    <a:pt x="5" y="29"/>
                  </a:cubicBezTo>
                  <a:cubicBezTo>
                    <a:pt x="6" y="28"/>
                    <a:pt x="7" y="28"/>
                    <a:pt x="8" y="27"/>
                  </a:cubicBezTo>
                  <a:cubicBezTo>
                    <a:pt x="8" y="26"/>
                    <a:pt x="9" y="23"/>
                    <a:pt x="8" y="21"/>
                  </a:cubicBezTo>
                  <a:cubicBezTo>
                    <a:pt x="8" y="20"/>
                    <a:pt x="6" y="17"/>
                    <a:pt x="5" y="16"/>
                  </a:cubicBezTo>
                  <a:cubicBezTo>
                    <a:pt x="4" y="15"/>
                    <a:pt x="1" y="12"/>
                    <a:pt x="1" y="11"/>
                  </a:cubicBezTo>
                  <a:cubicBezTo>
                    <a:pt x="0" y="10"/>
                    <a:pt x="0" y="7"/>
                    <a:pt x="0" y="6"/>
                  </a:cubicBezTo>
                  <a:cubicBezTo>
                    <a:pt x="0" y="5"/>
                    <a:pt x="1" y="2"/>
                    <a:pt x="2" y="0"/>
                  </a:cubicBezTo>
                  <a:cubicBezTo>
                    <a:pt x="3" y="0"/>
                    <a:pt x="3" y="1"/>
                    <a:pt x="4" y="1"/>
                  </a:cubicBezTo>
                  <a:cubicBezTo>
                    <a:pt x="6" y="2"/>
                    <a:pt x="11" y="6"/>
                    <a:pt x="13" y="8"/>
                  </a:cubicBezTo>
                  <a:cubicBezTo>
                    <a:pt x="15" y="11"/>
                    <a:pt x="18" y="17"/>
                    <a:pt x="21" y="18"/>
                  </a:cubicBezTo>
                  <a:cubicBezTo>
                    <a:pt x="24" y="19"/>
                    <a:pt x="32" y="15"/>
                    <a:pt x="35" y="14"/>
                  </a:cubicBezTo>
                  <a:cubicBezTo>
                    <a:pt x="38" y="14"/>
                    <a:pt x="45" y="12"/>
                    <a:pt x="48" y="12"/>
                  </a:cubicBezTo>
                  <a:cubicBezTo>
                    <a:pt x="51" y="13"/>
                    <a:pt x="54" y="18"/>
                    <a:pt x="56" y="18"/>
                  </a:cubicBezTo>
                  <a:cubicBezTo>
                    <a:pt x="60" y="19"/>
                    <a:pt x="67" y="17"/>
                    <a:pt x="70" y="15"/>
                  </a:cubicBezTo>
                  <a:cubicBezTo>
                    <a:pt x="72" y="14"/>
                    <a:pt x="73" y="9"/>
                    <a:pt x="75" y="7"/>
                  </a:cubicBezTo>
                  <a:cubicBezTo>
                    <a:pt x="78" y="5"/>
                    <a:pt x="85" y="3"/>
                    <a:pt x="88" y="4"/>
                  </a:cubicBezTo>
                  <a:cubicBezTo>
                    <a:pt x="90" y="5"/>
                    <a:pt x="91" y="11"/>
                    <a:pt x="93"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1"/>
            <p:cNvSpPr>
              <a:spLocks/>
            </p:cNvSpPr>
            <p:nvPr/>
          </p:nvSpPr>
          <p:spPr bwMode="auto">
            <a:xfrm>
              <a:off x="2495550" y="1674813"/>
              <a:ext cx="881063" cy="966787"/>
            </a:xfrm>
            <a:custGeom>
              <a:avLst/>
              <a:gdLst/>
              <a:ahLst/>
              <a:cxnLst>
                <a:cxn ang="0">
                  <a:pos x="610" y="214"/>
                </a:cxn>
                <a:cxn ang="0">
                  <a:pos x="596" y="245"/>
                </a:cxn>
                <a:cxn ang="0">
                  <a:pos x="572" y="275"/>
                </a:cxn>
                <a:cxn ang="0">
                  <a:pos x="573" y="329"/>
                </a:cxn>
                <a:cxn ang="0">
                  <a:pos x="544" y="383"/>
                </a:cxn>
                <a:cxn ang="0">
                  <a:pos x="555" y="405"/>
                </a:cxn>
                <a:cxn ang="0">
                  <a:pos x="517" y="459"/>
                </a:cxn>
                <a:cxn ang="0">
                  <a:pos x="481" y="493"/>
                </a:cxn>
                <a:cxn ang="0">
                  <a:pos x="504" y="558"/>
                </a:cxn>
                <a:cxn ang="0">
                  <a:pos x="453" y="599"/>
                </a:cxn>
                <a:cxn ang="0">
                  <a:pos x="411" y="614"/>
                </a:cxn>
                <a:cxn ang="0">
                  <a:pos x="392" y="642"/>
                </a:cxn>
                <a:cxn ang="0">
                  <a:pos x="365" y="641"/>
                </a:cxn>
                <a:cxn ang="0">
                  <a:pos x="336" y="654"/>
                </a:cxn>
                <a:cxn ang="0">
                  <a:pos x="292" y="629"/>
                </a:cxn>
                <a:cxn ang="0">
                  <a:pos x="256" y="655"/>
                </a:cxn>
                <a:cxn ang="0">
                  <a:pos x="232" y="649"/>
                </a:cxn>
                <a:cxn ang="0">
                  <a:pos x="208" y="664"/>
                </a:cxn>
                <a:cxn ang="0">
                  <a:pos x="167" y="655"/>
                </a:cxn>
                <a:cxn ang="0">
                  <a:pos x="133" y="683"/>
                </a:cxn>
                <a:cxn ang="0">
                  <a:pos x="101" y="664"/>
                </a:cxn>
                <a:cxn ang="0">
                  <a:pos x="98" y="624"/>
                </a:cxn>
                <a:cxn ang="0">
                  <a:pos x="102" y="591"/>
                </a:cxn>
                <a:cxn ang="0">
                  <a:pos x="126" y="559"/>
                </a:cxn>
                <a:cxn ang="0">
                  <a:pos x="123" y="506"/>
                </a:cxn>
                <a:cxn ang="0">
                  <a:pos x="153" y="470"/>
                </a:cxn>
                <a:cxn ang="0">
                  <a:pos x="140" y="444"/>
                </a:cxn>
                <a:cxn ang="0">
                  <a:pos x="109" y="432"/>
                </a:cxn>
                <a:cxn ang="0">
                  <a:pos x="64" y="425"/>
                </a:cxn>
                <a:cxn ang="0">
                  <a:pos x="72" y="391"/>
                </a:cxn>
                <a:cxn ang="0">
                  <a:pos x="89" y="353"/>
                </a:cxn>
                <a:cxn ang="0">
                  <a:pos x="102" y="323"/>
                </a:cxn>
                <a:cxn ang="0">
                  <a:pos x="129" y="308"/>
                </a:cxn>
                <a:cxn ang="0">
                  <a:pos x="97" y="284"/>
                </a:cxn>
                <a:cxn ang="0">
                  <a:pos x="78" y="298"/>
                </a:cxn>
                <a:cxn ang="0">
                  <a:pos x="62" y="317"/>
                </a:cxn>
                <a:cxn ang="0">
                  <a:pos x="26" y="302"/>
                </a:cxn>
                <a:cxn ang="0">
                  <a:pos x="6" y="300"/>
                </a:cxn>
                <a:cxn ang="0">
                  <a:pos x="20" y="282"/>
                </a:cxn>
                <a:cxn ang="0">
                  <a:pos x="70" y="250"/>
                </a:cxn>
                <a:cxn ang="0">
                  <a:pos x="136" y="205"/>
                </a:cxn>
                <a:cxn ang="0">
                  <a:pos x="167" y="184"/>
                </a:cxn>
                <a:cxn ang="0">
                  <a:pos x="195" y="184"/>
                </a:cxn>
                <a:cxn ang="0">
                  <a:pos x="200" y="119"/>
                </a:cxn>
                <a:cxn ang="0">
                  <a:pos x="172" y="88"/>
                </a:cxn>
                <a:cxn ang="0">
                  <a:pos x="182" y="35"/>
                </a:cxn>
                <a:cxn ang="0">
                  <a:pos x="227" y="38"/>
                </a:cxn>
                <a:cxn ang="0">
                  <a:pos x="308" y="30"/>
                </a:cxn>
                <a:cxn ang="0">
                  <a:pos x="391" y="3"/>
                </a:cxn>
                <a:cxn ang="0">
                  <a:pos x="433" y="93"/>
                </a:cxn>
                <a:cxn ang="0">
                  <a:pos x="507" y="130"/>
                </a:cxn>
                <a:cxn ang="0">
                  <a:pos x="568" y="134"/>
                </a:cxn>
                <a:cxn ang="0">
                  <a:pos x="614" y="154"/>
                </a:cxn>
              </a:cxnLst>
              <a:rect l="0" t="0" r="r" b="b"/>
              <a:pathLst>
                <a:path w="623" h="684">
                  <a:moveTo>
                    <a:pt x="622" y="165"/>
                  </a:moveTo>
                  <a:cubicBezTo>
                    <a:pt x="623" y="169"/>
                    <a:pt x="621" y="175"/>
                    <a:pt x="619" y="179"/>
                  </a:cubicBezTo>
                  <a:cubicBezTo>
                    <a:pt x="618" y="182"/>
                    <a:pt x="611" y="188"/>
                    <a:pt x="608" y="192"/>
                  </a:cubicBezTo>
                  <a:cubicBezTo>
                    <a:pt x="607" y="195"/>
                    <a:pt x="603" y="200"/>
                    <a:pt x="603" y="203"/>
                  </a:cubicBezTo>
                  <a:cubicBezTo>
                    <a:pt x="603" y="207"/>
                    <a:pt x="608" y="212"/>
                    <a:pt x="610" y="214"/>
                  </a:cubicBezTo>
                  <a:cubicBezTo>
                    <a:pt x="612" y="217"/>
                    <a:pt x="618" y="220"/>
                    <a:pt x="619" y="223"/>
                  </a:cubicBezTo>
                  <a:cubicBezTo>
                    <a:pt x="619" y="224"/>
                    <a:pt x="620" y="227"/>
                    <a:pt x="619" y="228"/>
                  </a:cubicBezTo>
                  <a:cubicBezTo>
                    <a:pt x="616" y="231"/>
                    <a:pt x="609" y="227"/>
                    <a:pt x="606" y="228"/>
                  </a:cubicBezTo>
                  <a:cubicBezTo>
                    <a:pt x="603" y="229"/>
                    <a:pt x="598" y="232"/>
                    <a:pt x="597" y="234"/>
                  </a:cubicBezTo>
                  <a:cubicBezTo>
                    <a:pt x="596" y="236"/>
                    <a:pt x="596" y="242"/>
                    <a:pt x="596" y="245"/>
                  </a:cubicBezTo>
                  <a:cubicBezTo>
                    <a:pt x="597" y="248"/>
                    <a:pt x="600" y="254"/>
                    <a:pt x="600" y="257"/>
                  </a:cubicBezTo>
                  <a:cubicBezTo>
                    <a:pt x="600" y="259"/>
                    <a:pt x="598" y="264"/>
                    <a:pt x="596" y="266"/>
                  </a:cubicBezTo>
                  <a:cubicBezTo>
                    <a:pt x="595" y="268"/>
                    <a:pt x="592" y="271"/>
                    <a:pt x="590" y="271"/>
                  </a:cubicBezTo>
                  <a:cubicBezTo>
                    <a:pt x="588" y="272"/>
                    <a:pt x="582" y="271"/>
                    <a:pt x="579" y="271"/>
                  </a:cubicBezTo>
                  <a:cubicBezTo>
                    <a:pt x="577" y="272"/>
                    <a:pt x="573" y="274"/>
                    <a:pt x="572" y="275"/>
                  </a:cubicBezTo>
                  <a:cubicBezTo>
                    <a:pt x="570" y="277"/>
                    <a:pt x="567" y="282"/>
                    <a:pt x="566" y="284"/>
                  </a:cubicBezTo>
                  <a:cubicBezTo>
                    <a:pt x="565" y="287"/>
                    <a:pt x="563" y="294"/>
                    <a:pt x="564" y="297"/>
                  </a:cubicBezTo>
                  <a:cubicBezTo>
                    <a:pt x="565" y="300"/>
                    <a:pt x="570" y="303"/>
                    <a:pt x="571" y="305"/>
                  </a:cubicBezTo>
                  <a:cubicBezTo>
                    <a:pt x="573" y="307"/>
                    <a:pt x="575" y="312"/>
                    <a:pt x="575" y="315"/>
                  </a:cubicBezTo>
                  <a:cubicBezTo>
                    <a:pt x="575" y="319"/>
                    <a:pt x="574" y="326"/>
                    <a:pt x="573" y="329"/>
                  </a:cubicBezTo>
                  <a:cubicBezTo>
                    <a:pt x="572" y="333"/>
                    <a:pt x="568" y="341"/>
                    <a:pt x="566" y="345"/>
                  </a:cubicBezTo>
                  <a:cubicBezTo>
                    <a:pt x="564" y="348"/>
                    <a:pt x="560" y="354"/>
                    <a:pt x="558" y="356"/>
                  </a:cubicBezTo>
                  <a:cubicBezTo>
                    <a:pt x="556" y="359"/>
                    <a:pt x="551" y="363"/>
                    <a:pt x="548" y="365"/>
                  </a:cubicBezTo>
                  <a:cubicBezTo>
                    <a:pt x="546" y="367"/>
                    <a:pt x="538" y="371"/>
                    <a:pt x="538" y="375"/>
                  </a:cubicBezTo>
                  <a:cubicBezTo>
                    <a:pt x="538" y="377"/>
                    <a:pt x="542" y="382"/>
                    <a:pt x="544" y="383"/>
                  </a:cubicBezTo>
                  <a:cubicBezTo>
                    <a:pt x="546" y="384"/>
                    <a:pt x="551" y="382"/>
                    <a:pt x="554" y="382"/>
                  </a:cubicBezTo>
                  <a:cubicBezTo>
                    <a:pt x="556" y="383"/>
                    <a:pt x="562" y="383"/>
                    <a:pt x="564" y="385"/>
                  </a:cubicBezTo>
                  <a:cubicBezTo>
                    <a:pt x="566" y="386"/>
                    <a:pt x="568" y="391"/>
                    <a:pt x="568" y="393"/>
                  </a:cubicBezTo>
                  <a:cubicBezTo>
                    <a:pt x="568" y="395"/>
                    <a:pt x="565" y="399"/>
                    <a:pt x="564" y="401"/>
                  </a:cubicBezTo>
                  <a:cubicBezTo>
                    <a:pt x="562" y="403"/>
                    <a:pt x="557" y="404"/>
                    <a:pt x="555" y="405"/>
                  </a:cubicBezTo>
                  <a:cubicBezTo>
                    <a:pt x="553" y="407"/>
                    <a:pt x="549" y="411"/>
                    <a:pt x="548" y="413"/>
                  </a:cubicBezTo>
                  <a:cubicBezTo>
                    <a:pt x="546" y="417"/>
                    <a:pt x="548" y="428"/>
                    <a:pt x="546" y="432"/>
                  </a:cubicBezTo>
                  <a:cubicBezTo>
                    <a:pt x="545" y="435"/>
                    <a:pt x="540" y="440"/>
                    <a:pt x="538" y="442"/>
                  </a:cubicBezTo>
                  <a:cubicBezTo>
                    <a:pt x="535" y="444"/>
                    <a:pt x="527" y="446"/>
                    <a:pt x="524" y="448"/>
                  </a:cubicBezTo>
                  <a:cubicBezTo>
                    <a:pt x="521" y="450"/>
                    <a:pt x="518" y="456"/>
                    <a:pt x="517" y="459"/>
                  </a:cubicBezTo>
                  <a:cubicBezTo>
                    <a:pt x="515" y="461"/>
                    <a:pt x="515" y="467"/>
                    <a:pt x="514" y="469"/>
                  </a:cubicBezTo>
                  <a:cubicBezTo>
                    <a:pt x="512" y="471"/>
                    <a:pt x="507" y="473"/>
                    <a:pt x="505" y="474"/>
                  </a:cubicBezTo>
                  <a:cubicBezTo>
                    <a:pt x="502" y="475"/>
                    <a:pt x="496" y="474"/>
                    <a:pt x="493" y="474"/>
                  </a:cubicBezTo>
                  <a:cubicBezTo>
                    <a:pt x="491" y="475"/>
                    <a:pt x="487" y="477"/>
                    <a:pt x="485" y="478"/>
                  </a:cubicBezTo>
                  <a:cubicBezTo>
                    <a:pt x="483" y="481"/>
                    <a:pt x="482" y="489"/>
                    <a:pt x="481" y="493"/>
                  </a:cubicBezTo>
                  <a:cubicBezTo>
                    <a:pt x="479" y="498"/>
                    <a:pt x="477" y="508"/>
                    <a:pt x="477" y="514"/>
                  </a:cubicBezTo>
                  <a:cubicBezTo>
                    <a:pt x="477" y="518"/>
                    <a:pt x="480" y="527"/>
                    <a:pt x="482" y="530"/>
                  </a:cubicBezTo>
                  <a:cubicBezTo>
                    <a:pt x="485" y="535"/>
                    <a:pt x="493" y="544"/>
                    <a:pt x="497" y="548"/>
                  </a:cubicBezTo>
                  <a:cubicBezTo>
                    <a:pt x="499" y="550"/>
                    <a:pt x="503" y="553"/>
                    <a:pt x="507" y="556"/>
                  </a:cubicBezTo>
                  <a:cubicBezTo>
                    <a:pt x="506" y="557"/>
                    <a:pt x="505" y="558"/>
                    <a:pt x="504" y="558"/>
                  </a:cubicBezTo>
                  <a:cubicBezTo>
                    <a:pt x="502" y="560"/>
                    <a:pt x="500" y="563"/>
                    <a:pt x="498" y="564"/>
                  </a:cubicBezTo>
                  <a:cubicBezTo>
                    <a:pt x="496" y="566"/>
                    <a:pt x="491" y="570"/>
                    <a:pt x="488" y="572"/>
                  </a:cubicBezTo>
                  <a:cubicBezTo>
                    <a:pt x="485" y="574"/>
                    <a:pt x="481" y="579"/>
                    <a:pt x="478" y="581"/>
                  </a:cubicBezTo>
                  <a:cubicBezTo>
                    <a:pt x="475" y="583"/>
                    <a:pt x="468" y="588"/>
                    <a:pt x="465" y="591"/>
                  </a:cubicBezTo>
                  <a:cubicBezTo>
                    <a:pt x="462" y="593"/>
                    <a:pt x="457" y="597"/>
                    <a:pt x="453" y="599"/>
                  </a:cubicBezTo>
                  <a:cubicBezTo>
                    <a:pt x="451" y="601"/>
                    <a:pt x="445" y="604"/>
                    <a:pt x="442" y="605"/>
                  </a:cubicBezTo>
                  <a:cubicBezTo>
                    <a:pt x="440" y="606"/>
                    <a:pt x="437" y="608"/>
                    <a:pt x="435" y="608"/>
                  </a:cubicBezTo>
                  <a:cubicBezTo>
                    <a:pt x="433" y="608"/>
                    <a:pt x="429" y="608"/>
                    <a:pt x="427" y="608"/>
                  </a:cubicBezTo>
                  <a:cubicBezTo>
                    <a:pt x="424" y="608"/>
                    <a:pt x="418" y="610"/>
                    <a:pt x="415" y="611"/>
                  </a:cubicBezTo>
                  <a:cubicBezTo>
                    <a:pt x="414" y="611"/>
                    <a:pt x="412" y="613"/>
                    <a:pt x="411" y="614"/>
                  </a:cubicBezTo>
                  <a:cubicBezTo>
                    <a:pt x="409" y="615"/>
                    <a:pt x="407" y="616"/>
                    <a:pt x="407" y="618"/>
                  </a:cubicBezTo>
                  <a:cubicBezTo>
                    <a:pt x="406" y="619"/>
                    <a:pt x="406" y="622"/>
                    <a:pt x="405" y="624"/>
                  </a:cubicBezTo>
                  <a:cubicBezTo>
                    <a:pt x="405" y="625"/>
                    <a:pt x="405" y="627"/>
                    <a:pt x="404" y="628"/>
                  </a:cubicBezTo>
                  <a:cubicBezTo>
                    <a:pt x="403" y="630"/>
                    <a:pt x="401" y="633"/>
                    <a:pt x="400" y="634"/>
                  </a:cubicBezTo>
                  <a:cubicBezTo>
                    <a:pt x="398" y="636"/>
                    <a:pt x="394" y="640"/>
                    <a:pt x="392" y="642"/>
                  </a:cubicBezTo>
                  <a:cubicBezTo>
                    <a:pt x="390" y="643"/>
                    <a:pt x="386" y="646"/>
                    <a:pt x="383" y="647"/>
                  </a:cubicBezTo>
                  <a:cubicBezTo>
                    <a:pt x="381" y="648"/>
                    <a:pt x="377" y="649"/>
                    <a:pt x="375" y="649"/>
                  </a:cubicBezTo>
                  <a:cubicBezTo>
                    <a:pt x="373" y="649"/>
                    <a:pt x="370" y="649"/>
                    <a:pt x="368" y="648"/>
                  </a:cubicBezTo>
                  <a:cubicBezTo>
                    <a:pt x="368" y="648"/>
                    <a:pt x="368" y="646"/>
                    <a:pt x="367" y="645"/>
                  </a:cubicBezTo>
                  <a:cubicBezTo>
                    <a:pt x="367" y="644"/>
                    <a:pt x="366" y="642"/>
                    <a:pt x="365" y="641"/>
                  </a:cubicBezTo>
                  <a:cubicBezTo>
                    <a:pt x="364" y="640"/>
                    <a:pt x="360" y="641"/>
                    <a:pt x="359" y="641"/>
                  </a:cubicBezTo>
                  <a:cubicBezTo>
                    <a:pt x="358" y="642"/>
                    <a:pt x="356" y="643"/>
                    <a:pt x="355" y="644"/>
                  </a:cubicBezTo>
                  <a:cubicBezTo>
                    <a:pt x="354" y="645"/>
                    <a:pt x="354" y="648"/>
                    <a:pt x="353" y="649"/>
                  </a:cubicBezTo>
                  <a:cubicBezTo>
                    <a:pt x="351" y="650"/>
                    <a:pt x="348" y="653"/>
                    <a:pt x="346" y="654"/>
                  </a:cubicBezTo>
                  <a:cubicBezTo>
                    <a:pt x="344" y="654"/>
                    <a:pt x="338" y="654"/>
                    <a:pt x="336" y="654"/>
                  </a:cubicBezTo>
                  <a:cubicBezTo>
                    <a:pt x="333" y="654"/>
                    <a:pt x="328" y="655"/>
                    <a:pt x="325" y="654"/>
                  </a:cubicBezTo>
                  <a:cubicBezTo>
                    <a:pt x="321" y="653"/>
                    <a:pt x="316" y="646"/>
                    <a:pt x="313" y="644"/>
                  </a:cubicBezTo>
                  <a:cubicBezTo>
                    <a:pt x="310" y="642"/>
                    <a:pt x="305" y="637"/>
                    <a:pt x="302" y="635"/>
                  </a:cubicBezTo>
                  <a:cubicBezTo>
                    <a:pt x="301" y="634"/>
                    <a:pt x="299" y="631"/>
                    <a:pt x="297" y="631"/>
                  </a:cubicBezTo>
                  <a:cubicBezTo>
                    <a:pt x="296" y="630"/>
                    <a:pt x="293" y="629"/>
                    <a:pt x="292" y="629"/>
                  </a:cubicBezTo>
                  <a:cubicBezTo>
                    <a:pt x="290" y="629"/>
                    <a:pt x="286" y="629"/>
                    <a:pt x="284" y="629"/>
                  </a:cubicBezTo>
                  <a:cubicBezTo>
                    <a:pt x="281" y="629"/>
                    <a:pt x="276" y="630"/>
                    <a:pt x="274" y="632"/>
                  </a:cubicBezTo>
                  <a:cubicBezTo>
                    <a:pt x="272" y="633"/>
                    <a:pt x="269" y="636"/>
                    <a:pt x="267" y="638"/>
                  </a:cubicBezTo>
                  <a:cubicBezTo>
                    <a:pt x="265" y="640"/>
                    <a:pt x="263" y="645"/>
                    <a:pt x="262" y="648"/>
                  </a:cubicBezTo>
                  <a:cubicBezTo>
                    <a:pt x="261" y="650"/>
                    <a:pt x="258" y="654"/>
                    <a:pt x="256" y="655"/>
                  </a:cubicBezTo>
                  <a:cubicBezTo>
                    <a:pt x="255" y="656"/>
                    <a:pt x="253" y="656"/>
                    <a:pt x="251" y="656"/>
                  </a:cubicBezTo>
                  <a:cubicBezTo>
                    <a:pt x="250" y="656"/>
                    <a:pt x="247" y="656"/>
                    <a:pt x="246" y="656"/>
                  </a:cubicBezTo>
                  <a:cubicBezTo>
                    <a:pt x="244" y="655"/>
                    <a:pt x="242" y="654"/>
                    <a:pt x="241" y="653"/>
                  </a:cubicBezTo>
                  <a:cubicBezTo>
                    <a:pt x="240" y="652"/>
                    <a:pt x="238" y="650"/>
                    <a:pt x="237" y="650"/>
                  </a:cubicBezTo>
                  <a:cubicBezTo>
                    <a:pt x="236" y="649"/>
                    <a:pt x="233" y="649"/>
                    <a:pt x="232" y="649"/>
                  </a:cubicBezTo>
                  <a:cubicBezTo>
                    <a:pt x="230" y="649"/>
                    <a:pt x="226" y="649"/>
                    <a:pt x="225" y="650"/>
                  </a:cubicBezTo>
                  <a:cubicBezTo>
                    <a:pt x="223" y="651"/>
                    <a:pt x="220" y="653"/>
                    <a:pt x="219" y="654"/>
                  </a:cubicBezTo>
                  <a:cubicBezTo>
                    <a:pt x="218" y="655"/>
                    <a:pt x="217" y="659"/>
                    <a:pt x="215" y="661"/>
                  </a:cubicBezTo>
                  <a:cubicBezTo>
                    <a:pt x="215" y="662"/>
                    <a:pt x="212" y="663"/>
                    <a:pt x="211" y="663"/>
                  </a:cubicBezTo>
                  <a:cubicBezTo>
                    <a:pt x="210" y="664"/>
                    <a:pt x="209" y="664"/>
                    <a:pt x="208" y="664"/>
                  </a:cubicBezTo>
                  <a:cubicBezTo>
                    <a:pt x="207" y="664"/>
                    <a:pt x="205" y="662"/>
                    <a:pt x="204" y="661"/>
                  </a:cubicBezTo>
                  <a:cubicBezTo>
                    <a:pt x="203" y="661"/>
                    <a:pt x="201" y="659"/>
                    <a:pt x="200" y="658"/>
                  </a:cubicBezTo>
                  <a:cubicBezTo>
                    <a:pt x="198" y="657"/>
                    <a:pt x="196" y="656"/>
                    <a:pt x="194" y="655"/>
                  </a:cubicBezTo>
                  <a:cubicBezTo>
                    <a:pt x="191" y="655"/>
                    <a:pt x="185" y="655"/>
                    <a:pt x="182" y="655"/>
                  </a:cubicBezTo>
                  <a:cubicBezTo>
                    <a:pt x="178" y="655"/>
                    <a:pt x="171" y="655"/>
                    <a:pt x="167" y="655"/>
                  </a:cubicBezTo>
                  <a:cubicBezTo>
                    <a:pt x="165" y="656"/>
                    <a:pt x="162" y="658"/>
                    <a:pt x="161" y="659"/>
                  </a:cubicBezTo>
                  <a:cubicBezTo>
                    <a:pt x="159" y="660"/>
                    <a:pt x="157" y="663"/>
                    <a:pt x="156" y="665"/>
                  </a:cubicBezTo>
                  <a:cubicBezTo>
                    <a:pt x="154" y="668"/>
                    <a:pt x="153" y="674"/>
                    <a:pt x="152" y="676"/>
                  </a:cubicBezTo>
                  <a:cubicBezTo>
                    <a:pt x="150" y="678"/>
                    <a:pt x="145" y="682"/>
                    <a:pt x="143" y="683"/>
                  </a:cubicBezTo>
                  <a:cubicBezTo>
                    <a:pt x="140" y="684"/>
                    <a:pt x="135" y="684"/>
                    <a:pt x="133" y="683"/>
                  </a:cubicBezTo>
                  <a:cubicBezTo>
                    <a:pt x="130" y="683"/>
                    <a:pt x="124" y="681"/>
                    <a:pt x="122" y="680"/>
                  </a:cubicBezTo>
                  <a:cubicBezTo>
                    <a:pt x="119" y="678"/>
                    <a:pt x="115" y="675"/>
                    <a:pt x="112" y="674"/>
                  </a:cubicBezTo>
                  <a:cubicBezTo>
                    <a:pt x="110" y="672"/>
                    <a:pt x="107" y="670"/>
                    <a:pt x="104" y="669"/>
                  </a:cubicBezTo>
                  <a:cubicBezTo>
                    <a:pt x="103" y="669"/>
                    <a:pt x="99" y="669"/>
                    <a:pt x="97" y="669"/>
                  </a:cubicBezTo>
                  <a:cubicBezTo>
                    <a:pt x="99" y="667"/>
                    <a:pt x="101" y="665"/>
                    <a:pt x="101" y="664"/>
                  </a:cubicBezTo>
                  <a:cubicBezTo>
                    <a:pt x="103" y="662"/>
                    <a:pt x="105" y="657"/>
                    <a:pt x="105" y="655"/>
                  </a:cubicBezTo>
                  <a:cubicBezTo>
                    <a:pt x="106" y="652"/>
                    <a:pt x="106" y="645"/>
                    <a:pt x="106" y="642"/>
                  </a:cubicBezTo>
                  <a:cubicBezTo>
                    <a:pt x="106" y="640"/>
                    <a:pt x="105" y="635"/>
                    <a:pt x="104" y="633"/>
                  </a:cubicBezTo>
                  <a:cubicBezTo>
                    <a:pt x="103" y="632"/>
                    <a:pt x="100" y="630"/>
                    <a:pt x="99" y="628"/>
                  </a:cubicBezTo>
                  <a:cubicBezTo>
                    <a:pt x="99" y="627"/>
                    <a:pt x="98" y="625"/>
                    <a:pt x="98" y="624"/>
                  </a:cubicBezTo>
                  <a:cubicBezTo>
                    <a:pt x="98" y="623"/>
                    <a:pt x="99" y="621"/>
                    <a:pt x="99" y="620"/>
                  </a:cubicBezTo>
                  <a:cubicBezTo>
                    <a:pt x="100" y="619"/>
                    <a:pt x="101" y="617"/>
                    <a:pt x="101" y="616"/>
                  </a:cubicBezTo>
                  <a:cubicBezTo>
                    <a:pt x="102" y="615"/>
                    <a:pt x="103" y="612"/>
                    <a:pt x="103" y="611"/>
                  </a:cubicBezTo>
                  <a:cubicBezTo>
                    <a:pt x="104" y="609"/>
                    <a:pt x="103" y="604"/>
                    <a:pt x="103" y="602"/>
                  </a:cubicBezTo>
                  <a:cubicBezTo>
                    <a:pt x="103" y="599"/>
                    <a:pt x="102" y="594"/>
                    <a:pt x="102" y="591"/>
                  </a:cubicBezTo>
                  <a:cubicBezTo>
                    <a:pt x="103" y="589"/>
                    <a:pt x="106" y="587"/>
                    <a:pt x="108" y="585"/>
                  </a:cubicBezTo>
                  <a:cubicBezTo>
                    <a:pt x="109" y="584"/>
                    <a:pt x="112" y="582"/>
                    <a:pt x="114" y="581"/>
                  </a:cubicBezTo>
                  <a:cubicBezTo>
                    <a:pt x="116" y="580"/>
                    <a:pt x="119" y="577"/>
                    <a:pt x="121" y="575"/>
                  </a:cubicBezTo>
                  <a:cubicBezTo>
                    <a:pt x="122" y="574"/>
                    <a:pt x="124" y="570"/>
                    <a:pt x="124" y="569"/>
                  </a:cubicBezTo>
                  <a:cubicBezTo>
                    <a:pt x="125" y="566"/>
                    <a:pt x="126" y="561"/>
                    <a:pt x="126" y="559"/>
                  </a:cubicBezTo>
                  <a:cubicBezTo>
                    <a:pt x="126" y="556"/>
                    <a:pt x="124" y="550"/>
                    <a:pt x="123" y="547"/>
                  </a:cubicBezTo>
                  <a:cubicBezTo>
                    <a:pt x="122" y="544"/>
                    <a:pt x="121" y="538"/>
                    <a:pt x="120" y="534"/>
                  </a:cubicBezTo>
                  <a:cubicBezTo>
                    <a:pt x="119" y="533"/>
                    <a:pt x="118" y="529"/>
                    <a:pt x="118" y="527"/>
                  </a:cubicBezTo>
                  <a:cubicBezTo>
                    <a:pt x="118" y="524"/>
                    <a:pt x="119" y="518"/>
                    <a:pt x="120" y="515"/>
                  </a:cubicBezTo>
                  <a:cubicBezTo>
                    <a:pt x="120" y="513"/>
                    <a:pt x="122" y="508"/>
                    <a:pt x="123" y="506"/>
                  </a:cubicBezTo>
                  <a:cubicBezTo>
                    <a:pt x="124" y="502"/>
                    <a:pt x="126" y="495"/>
                    <a:pt x="129" y="492"/>
                  </a:cubicBezTo>
                  <a:cubicBezTo>
                    <a:pt x="130" y="490"/>
                    <a:pt x="134" y="485"/>
                    <a:pt x="136" y="484"/>
                  </a:cubicBezTo>
                  <a:cubicBezTo>
                    <a:pt x="139" y="482"/>
                    <a:pt x="144" y="481"/>
                    <a:pt x="146" y="480"/>
                  </a:cubicBezTo>
                  <a:cubicBezTo>
                    <a:pt x="148" y="479"/>
                    <a:pt x="151" y="476"/>
                    <a:pt x="152" y="474"/>
                  </a:cubicBezTo>
                  <a:cubicBezTo>
                    <a:pt x="153" y="473"/>
                    <a:pt x="153" y="471"/>
                    <a:pt x="153" y="470"/>
                  </a:cubicBezTo>
                  <a:cubicBezTo>
                    <a:pt x="154" y="468"/>
                    <a:pt x="155" y="465"/>
                    <a:pt x="156" y="463"/>
                  </a:cubicBezTo>
                  <a:cubicBezTo>
                    <a:pt x="156" y="462"/>
                    <a:pt x="156" y="458"/>
                    <a:pt x="156" y="457"/>
                  </a:cubicBezTo>
                  <a:cubicBezTo>
                    <a:pt x="155" y="455"/>
                    <a:pt x="154" y="452"/>
                    <a:pt x="153" y="451"/>
                  </a:cubicBezTo>
                  <a:cubicBezTo>
                    <a:pt x="152" y="449"/>
                    <a:pt x="148" y="446"/>
                    <a:pt x="146" y="445"/>
                  </a:cubicBezTo>
                  <a:cubicBezTo>
                    <a:pt x="145" y="444"/>
                    <a:pt x="142" y="444"/>
                    <a:pt x="140" y="444"/>
                  </a:cubicBezTo>
                  <a:cubicBezTo>
                    <a:pt x="138" y="444"/>
                    <a:pt x="135" y="445"/>
                    <a:pt x="133" y="445"/>
                  </a:cubicBezTo>
                  <a:cubicBezTo>
                    <a:pt x="132" y="445"/>
                    <a:pt x="129" y="443"/>
                    <a:pt x="128" y="442"/>
                  </a:cubicBezTo>
                  <a:cubicBezTo>
                    <a:pt x="126" y="441"/>
                    <a:pt x="124" y="438"/>
                    <a:pt x="122" y="436"/>
                  </a:cubicBezTo>
                  <a:cubicBezTo>
                    <a:pt x="121" y="435"/>
                    <a:pt x="118" y="432"/>
                    <a:pt x="116" y="431"/>
                  </a:cubicBezTo>
                  <a:cubicBezTo>
                    <a:pt x="115" y="431"/>
                    <a:pt x="111" y="432"/>
                    <a:pt x="109" y="432"/>
                  </a:cubicBezTo>
                  <a:cubicBezTo>
                    <a:pt x="108" y="433"/>
                    <a:pt x="105" y="436"/>
                    <a:pt x="103" y="437"/>
                  </a:cubicBezTo>
                  <a:cubicBezTo>
                    <a:pt x="101" y="438"/>
                    <a:pt x="98" y="439"/>
                    <a:pt x="96" y="439"/>
                  </a:cubicBezTo>
                  <a:cubicBezTo>
                    <a:pt x="95" y="439"/>
                    <a:pt x="92" y="439"/>
                    <a:pt x="90" y="439"/>
                  </a:cubicBezTo>
                  <a:cubicBezTo>
                    <a:pt x="86" y="438"/>
                    <a:pt x="80" y="436"/>
                    <a:pt x="77" y="434"/>
                  </a:cubicBezTo>
                  <a:cubicBezTo>
                    <a:pt x="73" y="433"/>
                    <a:pt x="67" y="428"/>
                    <a:pt x="64" y="425"/>
                  </a:cubicBezTo>
                  <a:cubicBezTo>
                    <a:pt x="61" y="423"/>
                    <a:pt x="54" y="419"/>
                    <a:pt x="52" y="416"/>
                  </a:cubicBezTo>
                  <a:cubicBezTo>
                    <a:pt x="52" y="415"/>
                    <a:pt x="51" y="412"/>
                    <a:pt x="52" y="410"/>
                  </a:cubicBezTo>
                  <a:cubicBezTo>
                    <a:pt x="52" y="408"/>
                    <a:pt x="54" y="405"/>
                    <a:pt x="56" y="404"/>
                  </a:cubicBezTo>
                  <a:cubicBezTo>
                    <a:pt x="57" y="402"/>
                    <a:pt x="61" y="399"/>
                    <a:pt x="63" y="397"/>
                  </a:cubicBezTo>
                  <a:cubicBezTo>
                    <a:pt x="66" y="396"/>
                    <a:pt x="70" y="393"/>
                    <a:pt x="72" y="391"/>
                  </a:cubicBezTo>
                  <a:cubicBezTo>
                    <a:pt x="74" y="390"/>
                    <a:pt x="78" y="386"/>
                    <a:pt x="79" y="384"/>
                  </a:cubicBezTo>
                  <a:cubicBezTo>
                    <a:pt x="80" y="382"/>
                    <a:pt x="81" y="377"/>
                    <a:pt x="81" y="375"/>
                  </a:cubicBezTo>
                  <a:cubicBezTo>
                    <a:pt x="82" y="373"/>
                    <a:pt x="81" y="368"/>
                    <a:pt x="81" y="366"/>
                  </a:cubicBezTo>
                  <a:cubicBezTo>
                    <a:pt x="81" y="364"/>
                    <a:pt x="82" y="360"/>
                    <a:pt x="83" y="358"/>
                  </a:cubicBezTo>
                  <a:cubicBezTo>
                    <a:pt x="84" y="357"/>
                    <a:pt x="87" y="354"/>
                    <a:pt x="89" y="353"/>
                  </a:cubicBezTo>
                  <a:cubicBezTo>
                    <a:pt x="91" y="352"/>
                    <a:pt x="95" y="351"/>
                    <a:pt x="96" y="350"/>
                  </a:cubicBezTo>
                  <a:cubicBezTo>
                    <a:pt x="98" y="349"/>
                    <a:pt x="101" y="348"/>
                    <a:pt x="102" y="346"/>
                  </a:cubicBezTo>
                  <a:cubicBezTo>
                    <a:pt x="103" y="344"/>
                    <a:pt x="105" y="340"/>
                    <a:pt x="105" y="337"/>
                  </a:cubicBezTo>
                  <a:cubicBezTo>
                    <a:pt x="105" y="336"/>
                    <a:pt x="104" y="334"/>
                    <a:pt x="103" y="333"/>
                  </a:cubicBezTo>
                  <a:cubicBezTo>
                    <a:pt x="103" y="330"/>
                    <a:pt x="102" y="325"/>
                    <a:pt x="102" y="323"/>
                  </a:cubicBezTo>
                  <a:cubicBezTo>
                    <a:pt x="102" y="322"/>
                    <a:pt x="104" y="319"/>
                    <a:pt x="105" y="319"/>
                  </a:cubicBezTo>
                  <a:cubicBezTo>
                    <a:pt x="106" y="318"/>
                    <a:pt x="109" y="318"/>
                    <a:pt x="110" y="318"/>
                  </a:cubicBezTo>
                  <a:cubicBezTo>
                    <a:pt x="112" y="318"/>
                    <a:pt x="116" y="319"/>
                    <a:pt x="119" y="319"/>
                  </a:cubicBezTo>
                  <a:cubicBezTo>
                    <a:pt x="121" y="319"/>
                    <a:pt x="126" y="318"/>
                    <a:pt x="128" y="316"/>
                  </a:cubicBezTo>
                  <a:cubicBezTo>
                    <a:pt x="129" y="315"/>
                    <a:pt x="129" y="310"/>
                    <a:pt x="129" y="308"/>
                  </a:cubicBezTo>
                  <a:cubicBezTo>
                    <a:pt x="129" y="306"/>
                    <a:pt x="128" y="301"/>
                    <a:pt x="127" y="299"/>
                  </a:cubicBezTo>
                  <a:cubicBezTo>
                    <a:pt x="126" y="297"/>
                    <a:pt x="122" y="294"/>
                    <a:pt x="120" y="293"/>
                  </a:cubicBezTo>
                  <a:cubicBezTo>
                    <a:pt x="118" y="291"/>
                    <a:pt x="114" y="289"/>
                    <a:pt x="112" y="287"/>
                  </a:cubicBezTo>
                  <a:cubicBezTo>
                    <a:pt x="110" y="287"/>
                    <a:pt x="107" y="286"/>
                    <a:pt x="106" y="285"/>
                  </a:cubicBezTo>
                  <a:cubicBezTo>
                    <a:pt x="103" y="285"/>
                    <a:pt x="99" y="284"/>
                    <a:pt x="97" y="284"/>
                  </a:cubicBezTo>
                  <a:cubicBezTo>
                    <a:pt x="95" y="283"/>
                    <a:pt x="90" y="283"/>
                    <a:pt x="88" y="284"/>
                  </a:cubicBezTo>
                  <a:cubicBezTo>
                    <a:pt x="86" y="284"/>
                    <a:pt x="82" y="284"/>
                    <a:pt x="81" y="284"/>
                  </a:cubicBezTo>
                  <a:cubicBezTo>
                    <a:pt x="79" y="285"/>
                    <a:pt x="76" y="286"/>
                    <a:pt x="75" y="288"/>
                  </a:cubicBezTo>
                  <a:cubicBezTo>
                    <a:pt x="74" y="289"/>
                    <a:pt x="74" y="292"/>
                    <a:pt x="75" y="294"/>
                  </a:cubicBezTo>
                  <a:cubicBezTo>
                    <a:pt x="75" y="295"/>
                    <a:pt x="77" y="297"/>
                    <a:pt x="78" y="298"/>
                  </a:cubicBezTo>
                  <a:cubicBezTo>
                    <a:pt x="79" y="299"/>
                    <a:pt x="81" y="301"/>
                    <a:pt x="82" y="302"/>
                  </a:cubicBezTo>
                  <a:cubicBezTo>
                    <a:pt x="83" y="303"/>
                    <a:pt x="85" y="305"/>
                    <a:pt x="85" y="307"/>
                  </a:cubicBezTo>
                  <a:cubicBezTo>
                    <a:pt x="84" y="309"/>
                    <a:pt x="82" y="311"/>
                    <a:pt x="80" y="312"/>
                  </a:cubicBezTo>
                  <a:cubicBezTo>
                    <a:pt x="79" y="314"/>
                    <a:pt x="75" y="315"/>
                    <a:pt x="73" y="316"/>
                  </a:cubicBezTo>
                  <a:cubicBezTo>
                    <a:pt x="70" y="317"/>
                    <a:pt x="65" y="317"/>
                    <a:pt x="62" y="317"/>
                  </a:cubicBezTo>
                  <a:cubicBezTo>
                    <a:pt x="59" y="317"/>
                    <a:pt x="52" y="318"/>
                    <a:pt x="49" y="317"/>
                  </a:cubicBezTo>
                  <a:cubicBezTo>
                    <a:pt x="46" y="317"/>
                    <a:pt x="42" y="316"/>
                    <a:pt x="40" y="315"/>
                  </a:cubicBezTo>
                  <a:cubicBezTo>
                    <a:pt x="38" y="314"/>
                    <a:pt x="36" y="312"/>
                    <a:pt x="35" y="310"/>
                  </a:cubicBezTo>
                  <a:cubicBezTo>
                    <a:pt x="34" y="309"/>
                    <a:pt x="33" y="304"/>
                    <a:pt x="31" y="303"/>
                  </a:cubicBezTo>
                  <a:cubicBezTo>
                    <a:pt x="30" y="302"/>
                    <a:pt x="27" y="301"/>
                    <a:pt x="26" y="302"/>
                  </a:cubicBezTo>
                  <a:cubicBezTo>
                    <a:pt x="25" y="302"/>
                    <a:pt x="23" y="303"/>
                    <a:pt x="22" y="304"/>
                  </a:cubicBezTo>
                  <a:cubicBezTo>
                    <a:pt x="21" y="304"/>
                    <a:pt x="20" y="305"/>
                    <a:pt x="19" y="306"/>
                  </a:cubicBezTo>
                  <a:cubicBezTo>
                    <a:pt x="17" y="306"/>
                    <a:pt x="15" y="307"/>
                    <a:pt x="14" y="306"/>
                  </a:cubicBezTo>
                  <a:cubicBezTo>
                    <a:pt x="12" y="306"/>
                    <a:pt x="10" y="304"/>
                    <a:pt x="9" y="303"/>
                  </a:cubicBezTo>
                  <a:cubicBezTo>
                    <a:pt x="8" y="303"/>
                    <a:pt x="6" y="300"/>
                    <a:pt x="6" y="300"/>
                  </a:cubicBezTo>
                  <a:cubicBezTo>
                    <a:pt x="4" y="298"/>
                    <a:pt x="2" y="296"/>
                    <a:pt x="0" y="296"/>
                  </a:cubicBezTo>
                  <a:cubicBezTo>
                    <a:pt x="0" y="296"/>
                    <a:pt x="0" y="296"/>
                    <a:pt x="0" y="296"/>
                  </a:cubicBezTo>
                  <a:cubicBezTo>
                    <a:pt x="2" y="295"/>
                    <a:pt x="4" y="295"/>
                    <a:pt x="5" y="294"/>
                  </a:cubicBezTo>
                  <a:cubicBezTo>
                    <a:pt x="8" y="293"/>
                    <a:pt x="13" y="291"/>
                    <a:pt x="16" y="289"/>
                  </a:cubicBezTo>
                  <a:cubicBezTo>
                    <a:pt x="17" y="288"/>
                    <a:pt x="20" y="284"/>
                    <a:pt x="20" y="282"/>
                  </a:cubicBezTo>
                  <a:cubicBezTo>
                    <a:pt x="22" y="280"/>
                    <a:pt x="23" y="275"/>
                    <a:pt x="24" y="272"/>
                  </a:cubicBezTo>
                  <a:cubicBezTo>
                    <a:pt x="25" y="269"/>
                    <a:pt x="26" y="264"/>
                    <a:pt x="28" y="262"/>
                  </a:cubicBezTo>
                  <a:cubicBezTo>
                    <a:pt x="30" y="259"/>
                    <a:pt x="37" y="256"/>
                    <a:pt x="40" y="254"/>
                  </a:cubicBezTo>
                  <a:cubicBezTo>
                    <a:pt x="43" y="253"/>
                    <a:pt x="51" y="252"/>
                    <a:pt x="54" y="251"/>
                  </a:cubicBezTo>
                  <a:cubicBezTo>
                    <a:pt x="58" y="251"/>
                    <a:pt x="66" y="251"/>
                    <a:pt x="70" y="250"/>
                  </a:cubicBezTo>
                  <a:cubicBezTo>
                    <a:pt x="74" y="249"/>
                    <a:pt x="82" y="245"/>
                    <a:pt x="85" y="243"/>
                  </a:cubicBezTo>
                  <a:cubicBezTo>
                    <a:pt x="88" y="240"/>
                    <a:pt x="94" y="235"/>
                    <a:pt x="97" y="232"/>
                  </a:cubicBezTo>
                  <a:cubicBezTo>
                    <a:pt x="101" y="229"/>
                    <a:pt x="106" y="222"/>
                    <a:pt x="109" y="220"/>
                  </a:cubicBezTo>
                  <a:cubicBezTo>
                    <a:pt x="112" y="218"/>
                    <a:pt x="116" y="214"/>
                    <a:pt x="119" y="213"/>
                  </a:cubicBezTo>
                  <a:cubicBezTo>
                    <a:pt x="123" y="210"/>
                    <a:pt x="132" y="207"/>
                    <a:pt x="136" y="205"/>
                  </a:cubicBezTo>
                  <a:cubicBezTo>
                    <a:pt x="139" y="204"/>
                    <a:pt x="144" y="203"/>
                    <a:pt x="147" y="202"/>
                  </a:cubicBezTo>
                  <a:cubicBezTo>
                    <a:pt x="148" y="201"/>
                    <a:pt x="152" y="201"/>
                    <a:pt x="154" y="200"/>
                  </a:cubicBezTo>
                  <a:cubicBezTo>
                    <a:pt x="155" y="200"/>
                    <a:pt x="158" y="197"/>
                    <a:pt x="159" y="196"/>
                  </a:cubicBezTo>
                  <a:cubicBezTo>
                    <a:pt x="160" y="194"/>
                    <a:pt x="162" y="191"/>
                    <a:pt x="163" y="189"/>
                  </a:cubicBezTo>
                  <a:cubicBezTo>
                    <a:pt x="164" y="188"/>
                    <a:pt x="166" y="184"/>
                    <a:pt x="167" y="184"/>
                  </a:cubicBezTo>
                  <a:cubicBezTo>
                    <a:pt x="169" y="183"/>
                    <a:pt x="171" y="183"/>
                    <a:pt x="173" y="184"/>
                  </a:cubicBezTo>
                  <a:cubicBezTo>
                    <a:pt x="174" y="184"/>
                    <a:pt x="175" y="186"/>
                    <a:pt x="176" y="187"/>
                  </a:cubicBezTo>
                  <a:cubicBezTo>
                    <a:pt x="178" y="187"/>
                    <a:pt x="181" y="187"/>
                    <a:pt x="182" y="187"/>
                  </a:cubicBezTo>
                  <a:cubicBezTo>
                    <a:pt x="184" y="187"/>
                    <a:pt x="186" y="187"/>
                    <a:pt x="187" y="187"/>
                  </a:cubicBezTo>
                  <a:cubicBezTo>
                    <a:pt x="189" y="187"/>
                    <a:pt x="193" y="185"/>
                    <a:pt x="195" y="184"/>
                  </a:cubicBezTo>
                  <a:cubicBezTo>
                    <a:pt x="198" y="182"/>
                    <a:pt x="204" y="177"/>
                    <a:pt x="206" y="173"/>
                  </a:cubicBezTo>
                  <a:cubicBezTo>
                    <a:pt x="208" y="170"/>
                    <a:pt x="210" y="162"/>
                    <a:pt x="210" y="158"/>
                  </a:cubicBezTo>
                  <a:cubicBezTo>
                    <a:pt x="211" y="155"/>
                    <a:pt x="211" y="147"/>
                    <a:pt x="211" y="143"/>
                  </a:cubicBezTo>
                  <a:cubicBezTo>
                    <a:pt x="210" y="139"/>
                    <a:pt x="208" y="132"/>
                    <a:pt x="207" y="129"/>
                  </a:cubicBezTo>
                  <a:cubicBezTo>
                    <a:pt x="206" y="126"/>
                    <a:pt x="203" y="121"/>
                    <a:pt x="200" y="119"/>
                  </a:cubicBezTo>
                  <a:cubicBezTo>
                    <a:pt x="198" y="116"/>
                    <a:pt x="193" y="112"/>
                    <a:pt x="190" y="111"/>
                  </a:cubicBezTo>
                  <a:cubicBezTo>
                    <a:pt x="188" y="109"/>
                    <a:pt x="184" y="107"/>
                    <a:pt x="183" y="106"/>
                  </a:cubicBezTo>
                  <a:cubicBezTo>
                    <a:pt x="181" y="105"/>
                    <a:pt x="179" y="102"/>
                    <a:pt x="178" y="101"/>
                  </a:cubicBezTo>
                  <a:cubicBezTo>
                    <a:pt x="176" y="99"/>
                    <a:pt x="174" y="96"/>
                    <a:pt x="174" y="95"/>
                  </a:cubicBezTo>
                  <a:cubicBezTo>
                    <a:pt x="173" y="93"/>
                    <a:pt x="172" y="90"/>
                    <a:pt x="172" y="88"/>
                  </a:cubicBezTo>
                  <a:cubicBezTo>
                    <a:pt x="172" y="85"/>
                    <a:pt x="173" y="80"/>
                    <a:pt x="173" y="78"/>
                  </a:cubicBezTo>
                  <a:cubicBezTo>
                    <a:pt x="173" y="74"/>
                    <a:pt x="174" y="67"/>
                    <a:pt x="175" y="63"/>
                  </a:cubicBezTo>
                  <a:cubicBezTo>
                    <a:pt x="175" y="60"/>
                    <a:pt x="177" y="53"/>
                    <a:pt x="178" y="50"/>
                  </a:cubicBezTo>
                  <a:cubicBezTo>
                    <a:pt x="178" y="47"/>
                    <a:pt x="180" y="43"/>
                    <a:pt x="180" y="40"/>
                  </a:cubicBezTo>
                  <a:cubicBezTo>
                    <a:pt x="181" y="39"/>
                    <a:pt x="181" y="37"/>
                    <a:pt x="182" y="35"/>
                  </a:cubicBezTo>
                  <a:cubicBezTo>
                    <a:pt x="182" y="36"/>
                    <a:pt x="183" y="37"/>
                    <a:pt x="184" y="37"/>
                  </a:cubicBezTo>
                  <a:cubicBezTo>
                    <a:pt x="187" y="39"/>
                    <a:pt x="193" y="40"/>
                    <a:pt x="196" y="40"/>
                  </a:cubicBezTo>
                  <a:cubicBezTo>
                    <a:pt x="199" y="40"/>
                    <a:pt x="205" y="39"/>
                    <a:pt x="208" y="39"/>
                  </a:cubicBezTo>
                  <a:cubicBezTo>
                    <a:pt x="210" y="38"/>
                    <a:pt x="213" y="36"/>
                    <a:pt x="215" y="36"/>
                  </a:cubicBezTo>
                  <a:cubicBezTo>
                    <a:pt x="218" y="35"/>
                    <a:pt x="224" y="37"/>
                    <a:pt x="227" y="38"/>
                  </a:cubicBezTo>
                  <a:cubicBezTo>
                    <a:pt x="230" y="39"/>
                    <a:pt x="235" y="43"/>
                    <a:pt x="238" y="44"/>
                  </a:cubicBezTo>
                  <a:cubicBezTo>
                    <a:pt x="242" y="44"/>
                    <a:pt x="249" y="41"/>
                    <a:pt x="252" y="40"/>
                  </a:cubicBezTo>
                  <a:cubicBezTo>
                    <a:pt x="256" y="39"/>
                    <a:pt x="262" y="35"/>
                    <a:pt x="266" y="34"/>
                  </a:cubicBezTo>
                  <a:cubicBezTo>
                    <a:pt x="269" y="33"/>
                    <a:pt x="275" y="31"/>
                    <a:pt x="279" y="30"/>
                  </a:cubicBezTo>
                  <a:cubicBezTo>
                    <a:pt x="286" y="29"/>
                    <a:pt x="301" y="32"/>
                    <a:pt x="308" y="30"/>
                  </a:cubicBezTo>
                  <a:cubicBezTo>
                    <a:pt x="314" y="30"/>
                    <a:pt x="325" y="26"/>
                    <a:pt x="330" y="24"/>
                  </a:cubicBezTo>
                  <a:cubicBezTo>
                    <a:pt x="336" y="22"/>
                    <a:pt x="347" y="17"/>
                    <a:pt x="352" y="14"/>
                  </a:cubicBezTo>
                  <a:cubicBezTo>
                    <a:pt x="355" y="12"/>
                    <a:pt x="360" y="7"/>
                    <a:pt x="363" y="5"/>
                  </a:cubicBezTo>
                  <a:cubicBezTo>
                    <a:pt x="365" y="3"/>
                    <a:pt x="370" y="1"/>
                    <a:pt x="373" y="0"/>
                  </a:cubicBezTo>
                  <a:cubicBezTo>
                    <a:pt x="378" y="0"/>
                    <a:pt x="387" y="1"/>
                    <a:pt x="391" y="3"/>
                  </a:cubicBezTo>
                  <a:cubicBezTo>
                    <a:pt x="395" y="4"/>
                    <a:pt x="402" y="10"/>
                    <a:pt x="405" y="14"/>
                  </a:cubicBezTo>
                  <a:cubicBezTo>
                    <a:pt x="407" y="18"/>
                    <a:pt x="409" y="27"/>
                    <a:pt x="410" y="32"/>
                  </a:cubicBezTo>
                  <a:cubicBezTo>
                    <a:pt x="412" y="38"/>
                    <a:pt x="413" y="51"/>
                    <a:pt x="415" y="57"/>
                  </a:cubicBezTo>
                  <a:cubicBezTo>
                    <a:pt x="417" y="62"/>
                    <a:pt x="420" y="73"/>
                    <a:pt x="423" y="78"/>
                  </a:cubicBezTo>
                  <a:cubicBezTo>
                    <a:pt x="425" y="82"/>
                    <a:pt x="429" y="90"/>
                    <a:pt x="433" y="93"/>
                  </a:cubicBezTo>
                  <a:cubicBezTo>
                    <a:pt x="437" y="96"/>
                    <a:pt x="447" y="97"/>
                    <a:pt x="452" y="98"/>
                  </a:cubicBezTo>
                  <a:cubicBezTo>
                    <a:pt x="457" y="99"/>
                    <a:pt x="466" y="101"/>
                    <a:pt x="471" y="103"/>
                  </a:cubicBezTo>
                  <a:cubicBezTo>
                    <a:pt x="475" y="105"/>
                    <a:pt x="481" y="111"/>
                    <a:pt x="484" y="114"/>
                  </a:cubicBezTo>
                  <a:cubicBezTo>
                    <a:pt x="487" y="117"/>
                    <a:pt x="493" y="123"/>
                    <a:pt x="497" y="125"/>
                  </a:cubicBezTo>
                  <a:cubicBezTo>
                    <a:pt x="499" y="127"/>
                    <a:pt x="504" y="129"/>
                    <a:pt x="507" y="130"/>
                  </a:cubicBezTo>
                  <a:cubicBezTo>
                    <a:pt x="511" y="130"/>
                    <a:pt x="520" y="128"/>
                    <a:pt x="524" y="127"/>
                  </a:cubicBezTo>
                  <a:cubicBezTo>
                    <a:pt x="526" y="126"/>
                    <a:pt x="532" y="124"/>
                    <a:pt x="534" y="122"/>
                  </a:cubicBezTo>
                  <a:cubicBezTo>
                    <a:pt x="536" y="121"/>
                    <a:pt x="539" y="116"/>
                    <a:pt x="541" y="116"/>
                  </a:cubicBezTo>
                  <a:cubicBezTo>
                    <a:pt x="546" y="115"/>
                    <a:pt x="556" y="118"/>
                    <a:pt x="560" y="121"/>
                  </a:cubicBezTo>
                  <a:cubicBezTo>
                    <a:pt x="563" y="123"/>
                    <a:pt x="566" y="131"/>
                    <a:pt x="568" y="134"/>
                  </a:cubicBezTo>
                  <a:cubicBezTo>
                    <a:pt x="570" y="136"/>
                    <a:pt x="573" y="142"/>
                    <a:pt x="575" y="144"/>
                  </a:cubicBezTo>
                  <a:cubicBezTo>
                    <a:pt x="577" y="146"/>
                    <a:pt x="581" y="149"/>
                    <a:pt x="584" y="150"/>
                  </a:cubicBezTo>
                  <a:cubicBezTo>
                    <a:pt x="586" y="151"/>
                    <a:pt x="592" y="152"/>
                    <a:pt x="594" y="152"/>
                  </a:cubicBezTo>
                  <a:cubicBezTo>
                    <a:pt x="597" y="152"/>
                    <a:pt x="603" y="150"/>
                    <a:pt x="605" y="150"/>
                  </a:cubicBezTo>
                  <a:cubicBezTo>
                    <a:pt x="608" y="150"/>
                    <a:pt x="612" y="152"/>
                    <a:pt x="614" y="154"/>
                  </a:cubicBezTo>
                  <a:cubicBezTo>
                    <a:pt x="617" y="156"/>
                    <a:pt x="621" y="162"/>
                    <a:pt x="622" y="1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2"/>
            <p:cNvSpPr>
              <a:spLocks/>
            </p:cNvSpPr>
            <p:nvPr/>
          </p:nvSpPr>
          <p:spPr bwMode="auto">
            <a:xfrm>
              <a:off x="1801813" y="2724150"/>
              <a:ext cx="1130300" cy="1382712"/>
            </a:xfrm>
            <a:custGeom>
              <a:avLst/>
              <a:gdLst/>
              <a:ahLst/>
              <a:cxnLst>
                <a:cxn ang="0">
                  <a:pos x="797" y="343"/>
                </a:cxn>
                <a:cxn ang="0">
                  <a:pos x="775" y="378"/>
                </a:cxn>
                <a:cxn ang="0">
                  <a:pos x="779" y="417"/>
                </a:cxn>
                <a:cxn ang="0">
                  <a:pos x="711" y="453"/>
                </a:cxn>
                <a:cxn ang="0">
                  <a:pos x="683" y="484"/>
                </a:cxn>
                <a:cxn ang="0">
                  <a:pos x="682" y="497"/>
                </a:cxn>
                <a:cxn ang="0">
                  <a:pos x="704" y="571"/>
                </a:cxn>
                <a:cxn ang="0">
                  <a:pos x="697" y="608"/>
                </a:cxn>
                <a:cxn ang="0">
                  <a:pos x="618" y="624"/>
                </a:cxn>
                <a:cxn ang="0">
                  <a:pos x="572" y="623"/>
                </a:cxn>
                <a:cxn ang="0">
                  <a:pos x="555" y="644"/>
                </a:cxn>
                <a:cxn ang="0">
                  <a:pos x="503" y="695"/>
                </a:cxn>
                <a:cxn ang="0">
                  <a:pos x="514" y="734"/>
                </a:cxn>
                <a:cxn ang="0">
                  <a:pos x="562" y="757"/>
                </a:cxn>
                <a:cxn ang="0">
                  <a:pos x="587" y="801"/>
                </a:cxn>
                <a:cxn ang="0">
                  <a:pos x="562" y="841"/>
                </a:cxn>
                <a:cxn ang="0">
                  <a:pos x="525" y="887"/>
                </a:cxn>
                <a:cxn ang="0">
                  <a:pos x="493" y="953"/>
                </a:cxn>
                <a:cxn ang="0">
                  <a:pos x="415" y="970"/>
                </a:cxn>
                <a:cxn ang="0">
                  <a:pos x="404" y="887"/>
                </a:cxn>
                <a:cxn ang="0">
                  <a:pos x="408" y="796"/>
                </a:cxn>
                <a:cxn ang="0">
                  <a:pos x="391" y="732"/>
                </a:cxn>
                <a:cxn ang="0">
                  <a:pos x="405" y="650"/>
                </a:cxn>
                <a:cxn ang="0">
                  <a:pos x="430" y="595"/>
                </a:cxn>
                <a:cxn ang="0">
                  <a:pos x="393" y="554"/>
                </a:cxn>
                <a:cxn ang="0">
                  <a:pos x="341" y="584"/>
                </a:cxn>
                <a:cxn ang="0">
                  <a:pos x="288" y="674"/>
                </a:cxn>
                <a:cxn ang="0">
                  <a:pos x="206" y="764"/>
                </a:cxn>
                <a:cxn ang="0">
                  <a:pos x="100" y="798"/>
                </a:cxn>
                <a:cxn ang="0">
                  <a:pos x="87" y="736"/>
                </a:cxn>
                <a:cxn ang="0">
                  <a:pos x="75" y="590"/>
                </a:cxn>
                <a:cxn ang="0">
                  <a:pos x="52" y="536"/>
                </a:cxn>
                <a:cxn ang="0">
                  <a:pos x="71" y="482"/>
                </a:cxn>
                <a:cxn ang="0">
                  <a:pos x="42" y="475"/>
                </a:cxn>
                <a:cxn ang="0">
                  <a:pos x="4" y="436"/>
                </a:cxn>
                <a:cxn ang="0">
                  <a:pos x="65" y="405"/>
                </a:cxn>
                <a:cxn ang="0">
                  <a:pos x="114" y="389"/>
                </a:cxn>
                <a:cxn ang="0">
                  <a:pos x="160" y="363"/>
                </a:cxn>
                <a:cxn ang="0">
                  <a:pos x="216" y="348"/>
                </a:cxn>
                <a:cxn ang="0">
                  <a:pos x="230" y="273"/>
                </a:cxn>
                <a:cxn ang="0">
                  <a:pos x="210" y="226"/>
                </a:cxn>
                <a:cxn ang="0">
                  <a:pos x="210" y="170"/>
                </a:cxn>
                <a:cxn ang="0">
                  <a:pos x="213" y="119"/>
                </a:cxn>
                <a:cxn ang="0">
                  <a:pos x="241" y="90"/>
                </a:cxn>
                <a:cxn ang="0">
                  <a:pos x="269" y="44"/>
                </a:cxn>
                <a:cxn ang="0">
                  <a:pos x="315" y="38"/>
                </a:cxn>
                <a:cxn ang="0">
                  <a:pos x="411" y="34"/>
                </a:cxn>
                <a:cxn ang="0">
                  <a:pos x="504" y="3"/>
                </a:cxn>
                <a:cxn ang="0">
                  <a:pos x="531" y="55"/>
                </a:cxn>
                <a:cxn ang="0">
                  <a:pos x="541" y="129"/>
                </a:cxn>
                <a:cxn ang="0">
                  <a:pos x="575" y="124"/>
                </a:cxn>
                <a:cxn ang="0">
                  <a:pos x="607" y="159"/>
                </a:cxn>
                <a:cxn ang="0">
                  <a:pos x="638" y="201"/>
                </a:cxn>
                <a:cxn ang="0">
                  <a:pos x="667" y="205"/>
                </a:cxn>
                <a:cxn ang="0">
                  <a:pos x="680" y="263"/>
                </a:cxn>
                <a:cxn ang="0">
                  <a:pos x="719" y="289"/>
                </a:cxn>
                <a:cxn ang="0">
                  <a:pos x="762" y="296"/>
                </a:cxn>
                <a:cxn ang="0">
                  <a:pos x="800" y="308"/>
                </a:cxn>
              </a:cxnLst>
              <a:rect l="0" t="0" r="r" b="b"/>
              <a:pathLst>
                <a:path w="800" h="979">
                  <a:moveTo>
                    <a:pt x="800" y="308"/>
                  </a:moveTo>
                  <a:cubicBezTo>
                    <a:pt x="800" y="310"/>
                    <a:pt x="800" y="313"/>
                    <a:pt x="800" y="315"/>
                  </a:cubicBezTo>
                  <a:cubicBezTo>
                    <a:pt x="800" y="317"/>
                    <a:pt x="800" y="320"/>
                    <a:pt x="799" y="321"/>
                  </a:cubicBezTo>
                  <a:cubicBezTo>
                    <a:pt x="798" y="322"/>
                    <a:pt x="796" y="323"/>
                    <a:pt x="795" y="324"/>
                  </a:cubicBezTo>
                  <a:cubicBezTo>
                    <a:pt x="794" y="326"/>
                    <a:pt x="793" y="330"/>
                    <a:pt x="792" y="332"/>
                  </a:cubicBezTo>
                  <a:cubicBezTo>
                    <a:pt x="792" y="334"/>
                    <a:pt x="791" y="337"/>
                    <a:pt x="791" y="338"/>
                  </a:cubicBezTo>
                  <a:cubicBezTo>
                    <a:pt x="792" y="340"/>
                    <a:pt x="796" y="341"/>
                    <a:pt x="797" y="343"/>
                  </a:cubicBezTo>
                  <a:cubicBezTo>
                    <a:pt x="797" y="344"/>
                    <a:pt x="795" y="346"/>
                    <a:pt x="795" y="347"/>
                  </a:cubicBezTo>
                  <a:cubicBezTo>
                    <a:pt x="794" y="349"/>
                    <a:pt x="792" y="352"/>
                    <a:pt x="791" y="353"/>
                  </a:cubicBezTo>
                  <a:cubicBezTo>
                    <a:pt x="789" y="355"/>
                    <a:pt x="784" y="357"/>
                    <a:pt x="782" y="358"/>
                  </a:cubicBezTo>
                  <a:cubicBezTo>
                    <a:pt x="780" y="359"/>
                    <a:pt x="774" y="362"/>
                    <a:pt x="772" y="365"/>
                  </a:cubicBezTo>
                  <a:cubicBezTo>
                    <a:pt x="772" y="365"/>
                    <a:pt x="771" y="368"/>
                    <a:pt x="771" y="369"/>
                  </a:cubicBezTo>
                  <a:cubicBezTo>
                    <a:pt x="770" y="371"/>
                    <a:pt x="770" y="374"/>
                    <a:pt x="771" y="376"/>
                  </a:cubicBezTo>
                  <a:cubicBezTo>
                    <a:pt x="771" y="377"/>
                    <a:pt x="773" y="378"/>
                    <a:pt x="775" y="378"/>
                  </a:cubicBezTo>
                  <a:cubicBezTo>
                    <a:pt x="777" y="380"/>
                    <a:pt x="782" y="381"/>
                    <a:pt x="785" y="382"/>
                  </a:cubicBezTo>
                  <a:cubicBezTo>
                    <a:pt x="787" y="383"/>
                    <a:pt x="792" y="383"/>
                    <a:pt x="794" y="384"/>
                  </a:cubicBezTo>
                  <a:cubicBezTo>
                    <a:pt x="796" y="385"/>
                    <a:pt x="799" y="389"/>
                    <a:pt x="799" y="391"/>
                  </a:cubicBezTo>
                  <a:cubicBezTo>
                    <a:pt x="800" y="393"/>
                    <a:pt x="800" y="398"/>
                    <a:pt x="799" y="400"/>
                  </a:cubicBezTo>
                  <a:cubicBezTo>
                    <a:pt x="798" y="402"/>
                    <a:pt x="796" y="405"/>
                    <a:pt x="795" y="406"/>
                  </a:cubicBezTo>
                  <a:cubicBezTo>
                    <a:pt x="794" y="408"/>
                    <a:pt x="792" y="411"/>
                    <a:pt x="790" y="412"/>
                  </a:cubicBezTo>
                  <a:cubicBezTo>
                    <a:pt x="788" y="414"/>
                    <a:pt x="781" y="415"/>
                    <a:pt x="779" y="417"/>
                  </a:cubicBezTo>
                  <a:cubicBezTo>
                    <a:pt x="777" y="418"/>
                    <a:pt x="774" y="420"/>
                    <a:pt x="773" y="422"/>
                  </a:cubicBezTo>
                  <a:cubicBezTo>
                    <a:pt x="771" y="424"/>
                    <a:pt x="769" y="428"/>
                    <a:pt x="768" y="430"/>
                  </a:cubicBezTo>
                  <a:cubicBezTo>
                    <a:pt x="766" y="433"/>
                    <a:pt x="763" y="440"/>
                    <a:pt x="760" y="443"/>
                  </a:cubicBezTo>
                  <a:cubicBezTo>
                    <a:pt x="758" y="445"/>
                    <a:pt x="754" y="447"/>
                    <a:pt x="752" y="448"/>
                  </a:cubicBezTo>
                  <a:cubicBezTo>
                    <a:pt x="748" y="450"/>
                    <a:pt x="739" y="450"/>
                    <a:pt x="734" y="451"/>
                  </a:cubicBezTo>
                  <a:cubicBezTo>
                    <a:pt x="730" y="451"/>
                    <a:pt x="722" y="452"/>
                    <a:pt x="718" y="452"/>
                  </a:cubicBezTo>
                  <a:cubicBezTo>
                    <a:pt x="717" y="452"/>
                    <a:pt x="713" y="452"/>
                    <a:pt x="711" y="453"/>
                  </a:cubicBezTo>
                  <a:cubicBezTo>
                    <a:pt x="710" y="453"/>
                    <a:pt x="708" y="454"/>
                    <a:pt x="707" y="455"/>
                  </a:cubicBezTo>
                  <a:cubicBezTo>
                    <a:pt x="706" y="457"/>
                    <a:pt x="703" y="460"/>
                    <a:pt x="703" y="462"/>
                  </a:cubicBezTo>
                  <a:cubicBezTo>
                    <a:pt x="702" y="464"/>
                    <a:pt x="703" y="469"/>
                    <a:pt x="702" y="472"/>
                  </a:cubicBezTo>
                  <a:cubicBezTo>
                    <a:pt x="702" y="473"/>
                    <a:pt x="700" y="477"/>
                    <a:pt x="699" y="478"/>
                  </a:cubicBezTo>
                  <a:cubicBezTo>
                    <a:pt x="698" y="479"/>
                    <a:pt x="696" y="480"/>
                    <a:pt x="695" y="481"/>
                  </a:cubicBezTo>
                  <a:cubicBezTo>
                    <a:pt x="693" y="481"/>
                    <a:pt x="690" y="481"/>
                    <a:pt x="689" y="481"/>
                  </a:cubicBezTo>
                  <a:cubicBezTo>
                    <a:pt x="687" y="482"/>
                    <a:pt x="685" y="483"/>
                    <a:pt x="683" y="484"/>
                  </a:cubicBezTo>
                  <a:cubicBezTo>
                    <a:pt x="682" y="484"/>
                    <a:pt x="678" y="483"/>
                    <a:pt x="676" y="483"/>
                  </a:cubicBezTo>
                  <a:cubicBezTo>
                    <a:pt x="675" y="483"/>
                    <a:pt x="671" y="482"/>
                    <a:pt x="669" y="483"/>
                  </a:cubicBezTo>
                  <a:cubicBezTo>
                    <a:pt x="668" y="483"/>
                    <a:pt x="666" y="483"/>
                    <a:pt x="665" y="483"/>
                  </a:cubicBezTo>
                  <a:cubicBezTo>
                    <a:pt x="665" y="484"/>
                    <a:pt x="664" y="487"/>
                    <a:pt x="664" y="488"/>
                  </a:cubicBezTo>
                  <a:cubicBezTo>
                    <a:pt x="664" y="489"/>
                    <a:pt x="666" y="491"/>
                    <a:pt x="667" y="491"/>
                  </a:cubicBezTo>
                  <a:cubicBezTo>
                    <a:pt x="669" y="492"/>
                    <a:pt x="673" y="492"/>
                    <a:pt x="675" y="493"/>
                  </a:cubicBezTo>
                  <a:cubicBezTo>
                    <a:pt x="677" y="494"/>
                    <a:pt x="680" y="496"/>
                    <a:pt x="682" y="497"/>
                  </a:cubicBezTo>
                  <a:cubicBezTo>
                    <a:pt x="684" y="500"/>
                    <a:pt x="689" y="506"/>
                    <a:pt x="691" y="510"/>
                  </a:cubicBezTo>
                  <a:cubicBezTo>
                    <a:pt x="694" y="513"/>
                    <a:pt x="697" y="522"/>
                    <a:pt x="699" y="525"/>
                  </a:cubicBezTo>
                  <a:cubicBezTo>
                    <a:pt x="701" y="528"/>
                    <a:pt x="704" y="534"/>
                    <a:pt x="705" y="537"/>
                  </a:cubicBezTo>
                  <a:cubicBezTo>
                    <a:pt x="706" y="539"/>
                    <a:pt x="708" y="543"/>
                    <a:pt x="709" y="545"/>
                  </a:cubicBezTo>
                  <a:cubicBezTo>
                    <a:pt x="709" y="547"/>
                    <a:pt x="711" y="552"/>
                    <a:pt x="711" y="554"/>
                  </a:cubicBezTo>
                  <a:cubicBezTo>
                    <a:pt x="711" y="557"/>
                    <a:pt x="711" y="562"/>
                    <a:pt x="710" y="564"/>
                  </a:cubicBezTo>
                  <a:cubicBezTo>
                    <a:pt x="709" y="566"/>
                    <a:pt x="705" y="569"/>
                    <a:pt x="704" y="571"/>
                  </a:cubicBezTo>
                  <a:cubicBezTo>
                    <a:pt x="702" y="572"/>
                    <a:pt x="699" y="573"/>
                    <a:pt x="697" y="575"/>
                  </a:cubicBezTo>
                  <a:cubicBezTo>
                    <a:pt x="696" y="576"/>
                    <a:pt x="695" y="580"/>
                    <a:pt x="695" y="582"/>
                  </a:cubicBezTo>
                  <a:cubicBezTo>
                    <a:pt x="695" y="583"/>
                    <a:pt x="697" y="586"/>
                    <a:pt x="698" y="588"/>
                  </a:cubicBezTo>
                  <a:cubicBezTo>
                    <a:pt x="699" y="589"/>
                    <a:pt x="700" y="593"/>
                    <a:pt x="701" y="595"/>
                  </a:cubicBezTo>
                  <a:cubicBezTo>
                    <a:pt x="702" y="596"/>
                    <a:pt x="706" y="597"/>
                    <a:pt x="706" y="599"/>
                  </a:cubicBezTo>
                  <a:cubicBezTo>
                    <a:pt x="706" y="600"/>
                    <a:pt x="704" y="602"/>
                    <a:pt x="703" y="602"/>
                  </a:cubicBezTo>
                  <a:cubicBezTo>
                    <a:pt x="702" y="604"/>
                    <a:pt x="699" y="607"/>
                    <a:pt x="697" y="608"/>
                  </a:cubicBezTo>
                  <a:cubicBezTo>
                    <a:pt x="694" y="609"/>
                    <a:pt x="689" y="613"/>
                    <a:pt x="686" y="614"/>
                  </a:cubicBezTo>
                  <a:cubicBezTo>
                    <a:pt x="682" y="615"/>
                    <a:pt x="673" y="617"/>
                    <a:pt x="669" y="617"/>
                  </a:cubicBezTo>
                  <a:cubicBezTo>
                    <a:pt x="666" y="618"/>
                    <a:pt x="661" y="619"/>
                    <a:pt x="658" y="619"/>
                  </a:cubicBezTo>
                  <a:cubicBezTo>
                    <a:pt x="655" y="619"/>
                    <a:pt x="649" y="619"/>
                    <a:pt x="646" y="619"/>
                  </a:cubicBezTo>
                  <a:cubicBezTo>
                    <a:pt x="642" y="619"/>
                    <a:pt x="634" y="618"/>
                    <a:pt x="631" y="619"/>
                  </a:cubicBezTo>
                  <a:cubicBezTo>
                    <a:pt x="629" y="619"/>
                    <a:pt x="626" y="620"/>
                    <a:pt x="625" y="621"/>
                  </a:cubicBezTo>
                  <a:cubicBezTo>
                    <a:pt x="623" y="622"/>
                    <a:pt x="620" y="624"/>
                    <a:pt x="618" y="624"/>
                  </a:cubicBezTo>
                  <a:cubicBezTo>
                    <a:pt x="616" y="624"/>
                    <a:pt x="612" y="624"/>
                    <a:pt x="611" y="624"/>
                  </a:cubicBezTo>
                  <a:cubicBezTo>
                    <a:pt x="609" y="623"/>
                    <a:pt x="606" y="619"/>
                    <a:pt x="604" y="618"/>
                  </a:cubicBezTo>
                  <a:cubicBezTo>
                    <a:pt x="602" y="618"/>
                    <a:pt x="600" y="616"/>
                    <a:pt x="598" y="616"/>
                  </a:cubicBezTo>
                  <a:cubicBezTo>
                    <a:pt x="596" y="616"/>
                    <a:pt x="593" y="619"/>
                    <a:pt x="591" y="620"/>
                  </a:cubicBezTo>
                  <a:cubicBezTo>
                    <a:pt x="589" y="621"/>
                    <a:pt x="586" y="623"/>
                    <a:pt x="584" y="624"/>
                  </a:cubicBezTo>
                  <a:cubicBezTo>
                    <a:pt x="583" y="624"/>
                    <a:pt x="580" y="624"/>
                    <a:pt x="578" y="624"/>
                  </a:cubicBezTo>
                  <a:cubicBezTo>
                    <a:pt x="577" y="624"/>
                    <a:pt x="574" y="624"/>
                    <a:pt x="572" y="623"/>
                  </a:cubicBezTo>
                  <a:cubicBezTo>
                    <a:pt x="571" y="622"/>
                    <a:pt x="569" y="618"/>
                    <a:pt x="568" y="616"/>
                  </a:cubicBezTo>
                  <a:cubicBezTo>
                    <a:pt x="567" y="614"/>
                    <a:pt x="565" y="611"/>
                    <a:pt x="563" y="610"/>
                  </a:cubicBezTo>
                  <a:cubicBezTo>
                    <a:pt x="562" y="609"/>
                    <a:pt x="560" y="608"/>
                    <a:pt x="559" y="608"/>
                  </a:cubicBezTo>
                  <a:cubicBezTo>
                    <a:pt x="557" y="609"/>
                    <a:pt x="555" y="612"/>
                    <a:pt x="555" y="614"/>
                  </a:cubicBezTo>
                  <a:cubicBezTo>
                    <a:pt x="554" y="616"/>
                    <a:pt x="555" y="619"/>
                    <a:pt x="555" y="621"/>
                  </a:cubicBezTo>
                  <a:cubicBezTo>
                    <a:pt x="555" y="624"/>
                    <a:pt x="555" y="629"/>
                    <a:pt x="556" y="631"/>
                  </a:cubicBezTo>
                  <a:cubicBezTo>
                    <a:pt x="556" y="634"/>
                    <a:pt x="556" y="641"/>
                    <a:pt x="555" y="644"/>
                  </a:cubicBezTo>
                  <a:cubicBezTo>
                    <a:pt x="555" y="646"/>
                    <a:pt x="555" y="650"/>
                    <a:pt x="555" y="652"/>
                  </a:cubicBezTo>
                  <a:cubicBezTo>
                    <a:pt x="554" y="655"/>
                    <a:pt x="551" y="661"/>
                    <a:pt x="549" y="663"/>
                  </a:cubicBezTo>
                  <a:cubicBezTo>
                    <a:pt x="547" y="667"/>
                    <a:pt x="541" y="674"/>
                    <a:pt x="538" y="677"/>
                  </a:cubicBezTo>
                  <a:cubicBezTo>
                    <a:pt x="535" y="680"/>
                    <a:pt x="527" y="686"/>
                    <a:pt x="523" y="689"/>
                  </a:cubicBezTo>
                  <a:cubicBezTo>
                    <a:pt x="520" y="690"/>
                    <a:pt x="514" y="693"/>
                    <a:pt x="511" y="694"/>
                  </a:cubicBezTo>
                  <a:cubicBezTo>
                    <a:pt x="510" y="694"/>
                    <a:pt x="508" y="695"/>
                    <a:pt x="508" y="695"/>
                  </a:cubicBezTo>
                  <a:cubicBezTo>
                    <a:pt x="506" y="695"/>
                    <a:pt x="504" y="695"/>
                    <a:pt x="503" y="695"/>
                  </a:cubicBezTo>
                  <a:cubicBezTo>
                    <a:pt x="502" y="695"/>
                    <a:pt x="500" y="695"/>
                    <a:pt x="499" y="696"/>
                  </a:cubicBezTo>
                  <a:cubicBezTo>
                    <a:pt x="498" y="697"/>
                    <a:pt x="498" y="700"/>
                    <a:pt x="498" y="701"/>
                  </a:cubicBezTo>
                  <a:cubicBezTo>
                    <a:pt x="498" y="702"/>
                    <a:pt x="499" y="705"/>
                    <a:pt x="499" y="706"/>
                  </a:cubicBezTo>
                  <a:cubicBezTo>
                    <a:pt x="500" y="707"/>
                    <a:pt x="504" y="709"/>
                    <a:pt x="505" y="710"/>
                  </a:cubicBezTo>
                  <a:cubicBezTo>
                    <a:pt x="506" y="712"/>
                    <a:pt x="509" y="715"/>
                    <a:pt x="510" y="717"/>
                  </a:cubicBezTo>
                  <a:cubicBezTo>
                    <a:pt x="511" y="719"/>
                    <a:pt x="513" y="722"/>
                    <a:pt x="513" y="724"/>
                  </a:cubicBezTo>
                  <a:cubicBezTo>
                    <a:pt x="514" y="727"/>
                    <a:pt x="514" y="732"/>
                    <a:pt x="514" y="734"/>
                  </a:cubicBezTo>
                  <a:cubicBezTo>
                    <a:pt x="514" y="737"/>
                    <a:pt x="515" y="743"/>
                    <a:pt x="517" y="746"/>
                  </a:cubicBezTo>
                  <a:cubicBezTo>
                    <a:pt x="517" y="748"/>
                    <a:pt x="519" y="752"/>
                    <a:pt x="521" y="753"/>
                  </a:cubicBezTo>
                  <a:cubicBezTo>
                    <a:pt x="522" y="755"/>
                    <a:pt x="525" y="758"/>
                    <a:pt x="527" y="759"/>
                  </a:cubicBezTo>
                  <a:cubicBezTo>
                    <a:pt x="529" y="760"/>
                    <a:pt x="535" y="760"/>
                    <a:pt x="537" y="759"/>
                  </a:cubicBezTo>
                  <a:cubicBezTo>
                    <a:pt x="539" y="758"/>
                    <a:pt x="543" y="755"/>
                    <a:pt x="545" y="754"/>
                  </a:cubicBezTo>
                  <a:cubicBezTo>
                    <a:pt x="547" y="754"/>
                    <a:pt x="551" y="754"/>
                    <a:pt x="554" y="754"/>
                  </a:cubicBezTo>
                  <a:cubicBezTo>
                    <a:pt x="556" y="755"/>
                    <a:pt x="560" y="756"/>
                    <a:pt x="562" y="757"/>
                  </a:cubicBezTo>
                  <a:cubicBezTo>
                    <a:pt x="564" y="757"/>
                    <a:pt x="568" y="760"/>
                    <a:pt x="570" y="761"/>
                  </a:cubicBezTo>
                  <a:cubicBezTo>
                    <a:pt x="571" y="763"/>
                    <a:pt x="574" y="767"/>
                    <a:pt x="576" y="768"/>
                  </a:cubicBezTo>
                  <a:cubicBezTo>
                    <a:pt x="577" y="769"/>
                    <a:pt x="580" y="770"/>
                    <a:pt x="582" y="770"/>
                  </a:cubicBezTo>
                  <a:cubicBezTo>
                    <a:pt x="583" y="771"/>
                    <a:pt x="585" y="773"/>
                    <a:pt x="586" y="774"/>
                  </a:cubicBezTo>
                  <a:cubicBezTo>
                    <a:pt x="586" y="775"/>
                    <a:pt x="585" y="779"/>
                    <a:pt x="585" y="780"/>
                  </a:cubicBezTo>
                  <a:cubicBezTo>
                    <a:pt x="585" y="783"/>
                    <a:pt x="586" y="789"/>
                    <a:pt x="586" y="792"/>
                  </a:cubicBezTo>
                  <a:cubicBezTo>
                    <a:pt x="586" y="794"/>
                    <a:pt x="586" y="799"/>
                    <a:pt x="587" y="801"/>
                  </a:cubicBezTo>
                  <a:cubicBezTo>
                    <a:pt x="587" y="802"/>
                    <a:pt x="588" y="804"/>
                    <a:pt x="589" y="805"/>
                  </a:cubicBezTo>
                  <a:cubicBezTo>
                    <a:pt x="590" y="807"/>
                    <a:pt x="594" y="809"/>
                    <a:pt x="595" y="811"/>
                  </a:cubicBezTo>
                  <a:cubicBezTo>
                    <a:pt x="596" y="813"/>
                    <a:pt x="598" y="816"/>
                    <a:pt x="598" y="818"/>
                  </a:cubicBezTo>
                  <a:cubicBezTo>
                    <a:pt x="598" y="820"/>
                    <a:pt x="596" y="824"/>
                    <a:pt x="594" y="826"/>
                  </a:cubicBezTo>
                  <a:cubicBezTo>
                    <a:pt x="592" y="828"/>
                    <a:pt x="587" y="830"/>
                    <a:pt x="584" y="831"/>
                  </a:cubicBezTo>
                  <a:cubicBezTo>
                    <a:pt x="581" y="832"/>
                    <a:pt x="576" y="834"/>
                    <a:pt x="574" y="835"/>
                  </a:cubicBezTo>
                  <a:cubicBezTo>
                    <a:pt x="571" y="836"/>
                    <a:pt x="565" y="839"/>
                    <a:pt x="562" y="841"/>
                  </a:cubicBezTo>
                  <a:cubicBezTo>
                    <a:pt x="560" y="842"/>
                    <a:pt x="555" y="846"/>
                    <a:pt x="553" y="848"/>
                  </a:cubicBezTo>
                  <a:cubicBezTo>
                    <a:pt x="552" y="849"/>
                    <a:pt x="550" y="852"/>
                    <a:pt x="550" y="853"/>
                  </a:cubicBezTo>
                  <a:cubicBezTo>
                    <a:pt x="550" y="855"/>
                    <a:pt x="551" y="859"/>
                    <a:pt x="551" y="861"/>
                  </a:cubicBezTo>
                  <a:cubicBezTo>
                    <a:pt x="551" y="863"/>
                    <a:pt x="551" y="866"/>
                    <a:pt x="550" y="867"/>
                  </a:cubicBezTo>
                  <a:cubicBezTo>
                    <a:pt x="549" y="869"/>
                    <a:pt x="547" y="872"/>
                    <a:pt x="546" y="873"/>
                  </a:cubicBezTo>
                  <a:cubicBezTo>
                    <a:pt x="543" y="875"/>
                    <a:pt x="538" y="878"/>
                    <a:pt x="535" y="880"/>
                  </a:cubicBezTo>
                  <a:cubicBezTo>
                    <a:pt x="532" y="881"/>
                    <a:pt x="527" y="885"/>
                    <a:pt x="525" y="887"/>
                  </a:cubicBezTo>
                  <a:cubicBezTo>
                    <a:pt x="522" y="889"/>
                    <a:pt x="517" y="895"/>
                    <a:pt x="515" y="898"/>
                  </a:cubicBezTo>
                  <a:cubicBezTo>
                    <a:pt x="513" y="901"/>
                    <a:pt x="510" y="907"/>
                    <a:pt x="509" y="910"/>
                  </a:cubicBezTo>
                  <a:cubicBezTo>
                    <a:pt x="508" y="913"/>
                    <a:pt x="507" y="919"/>
                    <a:pt x="507" y="922"/>
                  </a:cubicBezTo>
                  <a:cubicBezTo>
                    <a:pt x="506" y="923"/>
                    <a:pt x="506" y="927"/>
                    <a:pt x="506" y="928"/>
                  </a:cubicBezTo>
                  <a:cubicBezTo>
                    <a:pt x="506" y="930"/>
                    <a:pt x="507" y="934"/>
                    <a:pt x="507" y="936"/>
                  </a:cubicBezTo>
                  <a:cubicBezTo>
                    <a:pt x="506" y="939"/>
                    <a:pt x="503" y="942"/>
                    <a:pt x="502" y="944"/>
                  </a:cubicBezTo>
                  <a:cubicBezTo>
                    <a:pt x="500" y="947"/>
                    <a:pt x="495" y="951"/>
                    <a:pt x="493" y="953"/>
                  </a:cubicBezTo>
                  <a:cubicBezTo>
                    <a:pt x="490" y="956"/>
                    <a:pt x="485" y="960"/>
                    <a:pt x="483" y="962"/>
                  </a:cubicBezTo>
                  <a:cubicBezTo>
                    <a:pt x="482" y="964"/>
                    <a:pt x="480" y="967"/>
                    <a:pt x="479" y="969"/>
                  </a:cubicBezTo>
                  <a:cubicBezTo>
                    <a:pt x="479" y="970"/>
                    <a:pt x="478" y="972"/>
                    <a:pt x="478" y="974"/>
                  </a:cubicBezTo>
                  <a:cubicBezTo>
                    <a:pt x="474" y="976"/>
                    <a:pt x="469" y="978"/>
                    <a:pt x="466" y="978"/>
                  </a:cubicBezTo>
                  <a:cubicBezTo>
                    <a:pt x="462" y="979"/>
                    <a:pt x="452" y="978"/>
                    <a:pt x="448" y="977"/>
                  </a:cubicBezTo>
                  <a:cubicBezTo>
                    <a:pt x="444" y="977"/>
                    <a:pt x="437" y="974"/>
                    <a:pt x="434" y="973"/>
                  </a:cubicBezTo>
                  <a:cubicBezTo>
                    <a:pt x="429" y="972"/>
                    <a:pt x="419" y="973"/>
                    <a:pt x="415" y="970"/>
                  </a:cubicBezTo>
                  <a:cubicBezTo>
                    <a:pt x="413" y="968"/>
                    <a:pt x="411" y="963"/>
                    <a:pt x="412" y="960"/>
                  </a:cubicBezTo>
                  <a:cubicBezTo>
                    <a:pt x="412" y="958"/>
                    <a:pt x="416" y="954"/>
                    <a:pt x="417" y="952"/>
                  </a:cubicBezTo>
                  <a:cubicBezTo>
                    <a:pt x="419" y="949"/>
                    <a:pt x="422" y="944"/>
                    <a:pt x="423" y="941"/>
                  </a:cubicBezTo>
                  <a:cubicBezTo>
                    <a:pt x="424" y="937"/>
                    <a:pt x="423" y="927"/>
                    <a:pt x="421" y="922"/>
                  </a:cubicBezTo>
                  <a:cubicBezTo>
                    <a:pt x="420" y="919"/>
                    <a:pt x="415" y="914"/>
                    <a:pt x="414" y="912"/>
                  </a:cubicBezTo>
                  <a:cubicBezTo>
                    <a:pt x="412" y="909"/>
                    <a:pt x="407" y="903"/>
                    <a:pt x="406" y="900"/>
                  </a:cubicBezTo>
                  <a:cubicBezTo>
                    <a:pt x="404" y="897"/>
                    <a:pt x="403" y="890"/>
                    <a:pt x="404" y="887"/>
                  </a:cubicBezTo>
                  <a:cubicBezTo>
                    <a:pt x="405" y="884"/>
                    <a:pt x="408" y="878"/>
                    <a:pt x="411" y="876"/>
                  </a:cubicBezTo>
                  <a:cubicBezTo>
                    <a:pt x="413" y="873"/>
                    <a:pt x="420" y="869"/>
                    <a:pt x="422" y="866"/>
                  </a:cubicBezTo>
                  <a:cubicBezTo>
                    <a:pt x="425" y="863"/>
                    <a:pt x="428" y="855"/>
                    <a:pt x="429" y="851"/>
                  </a:cubicBezTo>
                  <a:cubicBezTo>
                    <a:pt x="430" y="846"/>
                    <a:pt x="429" y="837"/>
                    <a:pt x="427" y="833"/>
                  </a:cubicBezTo>
                  <a:cubicBezTo>
                    <a:pt x="426" y="828"/>
                    <a:pt x="419" y="819"/>
                    <a:pt x="416" y="815"/>
                  </a:cubicBezTo>
                  <a:cubicBezTo>
                    <a:pt x="414" y="813"/>
                    <a:pt x="410" y="811"/>
                    <a:pt x="409" y="809"/>
                  </a:cubicBezTo>
                  <a:cubicBezTo>
                    <a:pt x="408" y="806"/>
                    <a:pt x="410" y="799"/>
                    <a:pt x="408" y="796"/>
                  </a:cubicBezTo>
                  <a:cubicBezTo>
                    <a:pt x="406" y="794"/>
                    <a:pt x="398" y="793"/>
                    <a:pt x="395" y="793"/>
                  </a:cubicBezTo>
                  <a:cubicBezTo>
                    <a:pt x="391" y="792"/>
                    <a:pt x="385" y="793"/>
                    <a:pt x="382" y="792"/>
                  </a:cubicBezTo>
                  <a:cubicBezTo>
                    <a:pt x="379" y="790"/>
                    <a:pt x="375" y="786"/>
                    <a:pt x="374" y="784"/>
                  </a:cubicBezTo>
                  <a:cubicBezTo>
                    <a:pt x="372" y="781"/>
                    <a:pt x="368" y="775"/>
                    <a:pt x="368" y="772"/>
                  </a:cubicBezTo>
                  <a:cubicBezTo>
                    <a:pt x="367" y="768"/>
                    <a:pt x="369" y="761"/>
                    <a:pt x="371" y="757"/>
                  </a:cubicBezTo>
                  <a:cubicBezTo>
                    <a:pt x="372" y="754"/>
                    <a:pt x="378" y="749"/>
                    <a:pt x="380" y="746"/>
                  </a:cubicBezTo>
                  <a:cubicBezTo>
                    <a:pt x="383" y="743"/>
                    <a:pt x="389" y="736"/>
                    <a:pt x="391" y="732"/>
                  </a:cubicBezTo>
                  <a:cubicBezTo>
                    <a:pt x="393" y="729"/>
                    <a:pt x="395" y="722"/>
                    <a:pt x="395" y="718"/>
                  </a:cubicBezTo>
                  <a:cubicBezTo>
                    <a:pt x="395" y="715"/>
                    <a:pt x="393" y="709"/>
                    <a:pt x="392" y="707"/>
                  </a:cubicBezTo>
                  <a:cubicBezTo>
                    <a:pt x="392" y="704"/>
                    <a:pt x="391" y="700"/>
                    <a:pt x="391" y="697"/>
                  </a:cubicBezTo>
                  <a:cubicBezTo>
                    <a:pt x="392" y="695"/>
                    <a:pt x="397" y="691"/>
                    <a:pt x="398" y="689"/>
                  </a:cubicBezTo>
                  <a:cubicBezTo>
                    <a:pt x="399" y="686"/>
                    <a:pt x="402" y="680"/>
                    <a:pt x="402" y="676"/>
                  </a:cubicBezTo>
                  <a:cubicBezTo>
                    <a:pt x="402" y="672"/>
                    <a:pt x="400" y="664"/>
                    <a:pt x="400" y="660"/>
                  </a:cubicBezTo>
                  <a:cubicBezTo>
                    <a:pt x="401" y="657"/>
                    <a:pt x="404" y="652"/>
                    <a:pt x="405" y="650"/>
                  </a:cubicBezTo>
                  <a:cubicBezTo>
                    <a:pt x="406" y="646"/>
                    <a:pt x="409" y="639"/>
                    <a:pt x="410" y="635"/>
                  </a:cubicBezTo>
                  <a:cubicBezTo>
                    <a:pt x="411" y="633"/>
                    <a:pt x="410" y="628"/>
                    <a:pt x="412" y="626"/>
                  </a:cubicBezTo>
                  <a:cubicBezTo>
                    <a:pt x="413" y="624"/>
                    <a:pt x="417" y="622"/>
                    <a:pt x="419" y="621"/>
                  </a:cubicBezTo>
                  <a:cubicBezTo>
                    <a:pt x="421" y="621"/>
                    <a:pt x="425" y="626"/>
                    <a:pt x="427" y="625"/>
                  </a:cubicBezTo>
                  <a:cubicBezTo>
                    <a:pt x="429" y="624"/>
                    <a:pt x="431" y="618"/>
                    <a:pt x="432" y="616"/>
                  </a:cubicBezTo>
                  <a:cubicBezTo>
                    <a:pt x="432" y="613"/>
                    <a:pt x="431" y="608"/>
                    <a:pt x="431" y="605"/>
                  </a:cubicBezTo>
                  <a:cubicBezTo>
                    <a:pt x="431" y="603"/>
                    <a:pt x="429" y="598"/>
                    <a:pt x="430" y="595"/>
                  </a:cubicBezTo>
                  <a:cubicBezTo>
                    <a:pt x="430" y="593"/>
                    <a:pt x="433" y="590"/>
                    <a:pt x="434" y="589"/>
                  </a:cubicBezTo>
                  <a:cubicBezTo>
                    <a:pt x="435" y="586"/>
                    <a:pt x="438" y="582"/>
                    <a:pt x="439" y="579"/>
                  </a:cubicBezTo>
                  <a:cubicBezTo>
                    <a:pt x="440" y="577"/>
                    <a:pt x="440" y="571"/>
                    <a:pt x="438" y="569"/>
                  </a:cubicBezTo>
                  <a:cubicBezTo>
                    <a:pt x="437" y="567"/>
                    <a:pt x="431" y="564"/>
                    <a:pt x="429" y="563"/>
                  </a:cubicBezTo>
                  <a:cubicBezTo>
                    <a:pt x="425" y="563"/>
                    <a:pt x="418" y="564"/>
                    <a:pt x="415" y="564"/>
                  </a:cubicBezTo>
                  <a:cubicBezTo>
                    <a:pt x="411" y="564"/>
                    <a:pt x="403" y="564"/>
                    <a:pt x="399" y="562"/>
                  </a:cubicBezTo>
                  <a:cubicBezTo>
                    <a:pt x="397" y="561"/>
                    <a:pt x="394" y="556"/>
                    <a:pt x="393" y="554"/>
                  </a:cubicBezTo>
                  <a:cubicBezTo>
                    <a:pt x="392" y="552"/>
                    <a:pt x="391" y="549"/>
                    <a:pt x="389" y="548"/>
                  </a:cubicBezTo>
                  <a:cubicBezTo>
                    <a:pt x="387" y="546"/>
                    <a:pt x="380" y="546"/>
                    <a:pt x="378" y="548"/>
                  </a:cubicBezTo>
                  <a:cubicBezTo>
                    <a:pt x="376" y="549"/>
                    <a:pt x="377" y="554"/>
                    <a:pt x="376" y="556"/>
                  </a:cubicBezTo>
                  <a:cubicBezTo>
                    <a:pt x="375" y="560"/>
                    <a:pt x="369" y="566"/>
                    <a:pt x="366" y="569"/>
                  </a:cubicBezTo>
                  <a:cubicBezTo>
                    <a:pt x="365" y="571"/>
                    <a:pt x="361" y="574"/>
                    <a:pt x="358" y="575"/>
                  </a:cubicBezTo>
                  <a:cubicBezTo>
                    <a:pt x="356" y="577"/>
                    <a:pt x="350" y="576"/>
                    <a:pt x="348" y="578"/>
                  </a:cubicBezTo>
                  <a:cubicBezTo>
                    <a:pt x="346" y="579"/>
                    <a:pt x="342" y="582"/>
                    <a:pt x="341" y="584"/>
                  </a:cubicBezTo>
                  <a:cubicBezTo>
                    <a:pt x="339" y="586"/>
                    <a:pt x="337" y="590"/>
                    <a:pt x="336" y="593"/>
                  </a:cubicBezTo>
                  <a:cubicBezTo>
                    <a:pt x="336" y="596"/>
                    <a:pt x="338" y="603"/>
                    <a:pt x="336" y="606"/>
                  </a:cubicBezTo>
                  <a:cubicBezTo>
                    <a:pt x="334" y="610"/>
                    <a:pt x="326" y="615"/>
                    <a:pt x="322" y="617"/>
                  </a:cubicBezTo>
                  <a:cubicBezTo>
                    <a:pt x="317" y="620"/>
                    <a:pt x="305" y="620"/>
                    <a:pt x="301" y="623"/>
                  </a:cubicBezTo>
                  <a:cubicBezTo>
                    <a:pt x="296" y="626"/>
                    <a:pt x="287" y="634"/>
                    <a:pt x="285" y="639"/>
                  </a:cubicBezTo>
                  <a:cubicBezTo>
                    <a:pt x="283" y="643"/>
                    <a:pt x="282" y="652"/>
                    <a:pt x="283" y="656"/>
                  </a:cubicBezTo>
                  <a:cubicBezTo>
                    <a:pt x="283" y="661"/>
                    <a:pt x="287" y="669"/>
                    <a:pt x="288" y="674"/>
                  </a:cubicBezTo>
                  <a:cubicBezTo>
                    <a:pt x="290" y="678"/>
                    <a:pt x="294" y="685"/>
                    <a:pt x="295" y="689"/>
                  </a:cubicBezTo>
                  <a:cubicBezTo>
                    <a:pt x="295" y="695"/>
                    <a:pt x="293" y="706"/>
                    <a:pt x="292" y="711"/>
                  </a:cubicBezTo>
                  <a:cubicBezTo>
                    <a:pt x="291" y="715"/>
                    <a:pt x="287" y="725"/>
                    <a:pt x="285" y="728"/>
                  </a:cubicBezTo>
                  <a:cubicBezTo>
                    <a:pt x="281" y="733"/>
                    <a:pt x="273" y="739"/>
                    <a:pt x="268" y="741"/>
                  </a:cubicBezTo>
                  <a:cubicBezTo>
                    <a:pt x="263" y="744"/>
                    <a:pt x="253" y="745"/>
                    <a:pt x="248" y="746"/>
                  </a:cubicBezTo>
                  <a:cubicBezTo>
                    <a:pt x="243" y="748"/>
                    <a:pt x="234" y="750"/>
                    <a:pt x="229" y="752"/>
                  </a:cubicBezTo>
                  <a:cubicBezTo>
                    <a:pt x="223" y="754"/>
                    <a:pt x="212" y="762"/>
                    <a:pt x="206" y="764"/>
                  </a:cubicBezTo>
                  <a:cubicBezTo>
                    <a:pt x="201" y="766"/>
                    <a:pt x="190" y="766"/>
                    <a:pt x="185" y="769"/>
                  </a:cubicBezTo>
                  <a:cubicBezTo>
                    <a:pt x="180" y="772"/>
                    <a:pt x="173" y="782"/>
                    <a:pt x="168" y="785"/>
                  </a:cubicBezTo>
                  <a:cubicBezTo>
                    <a:pt x="163" y="789"/>
                    <a:pt x="151" y="797"/>
                    <a:pt x="145" y="799"/>
                  </a:cubicBezTo>
                  <a:cubicBezTo>
                    <a:pt x="141" y="801"/>
                    <a:pt x="133" y="803"/>
                    <a:pt x="128" y="803"/>
                  </a:cubicBezTo>
                  <a:cubicBezTo>
                    <a:pt x="122" y="804"/>
                    <a:pt x="109" y="804"/>
                    <a:pt x="103" y="803"/>
                  </a:cubicBezTo>
                  <a:cubicBezTo>
                    <a:pt x="101" y="803"/>
                    <a:pt x="100" y="803"/>
                    <a:pt x="98" y="802"/>
                  </a:cubicBezTo>
                  <a:cubicBezTo>
                    <a:pt x="99" y="801"/>
                    <a:pt x="100" y="799"/>
                    <a:pt x="100" y="798"/>
                  </a:cubicBezTo>
                  <a:cubicBezTo>
                    <a:pt x="101" y="796"/>
                    <a:pt x="104" y="794"/>
                    <a:pt x="106" y="793"/>
                  </a:cubicBezTo>
                  <a:cubicBezTo>
                    <a:pt x="107" y="791"/>
                    <a:pt x="110" y="789"/>
                    <a:pt x="111" y="788"/>
                  </a:cubicBezTo>
                  <a:cubicBezTo>
                    <a:pt x="112" y="786"/>
                    <a:pt x="113" y="783"/>
                    <a:pt x="113" y="782"/>
                  </a:cubicBezTo>
                  <a:cubicBezTo>
                    <a:pt x="114" y="779"/>
                    <a:pt x="114" y="774"/>
                    <a:pt x="113" y="771"/>
                  </a:cubicBezTo>
                  <a:cubicBezTo>
                    <a:pt x="112" y="768"/>
                    <a:pt x="109" y="762"/>
                    <a:pt x="107" y="760"/>
                  </a:cubicBezTo>
                  <a:cubicBezTo>
                    <a:pt x="105" y="757"/>
                    <a:pt x="101" y="752"/>
                    <a:pt x="98" y="749"/>
                  </a:cubicBezTo>
                  <a:cubicBezTo>
                    <a:pt x="96" y="746"/>
                    <a:pt x="88" y="740"/>
                    <a:pt x="87" y="736"/>
                  </a:cubicBezTo>
                  <a:cubicBezTo>
                    <a:pt x="85" y="733"/>
                    <a:pt x="85" y="726"/>
                    <a:pt x="85" y="722"/>
                  </a:cubicBezTo>
                  <a:cubicBezTo>
                    <a:pt x="85" y="719"/>
                    <a:pt x="86" y="711"/>
                    <a:pt x="87" y="707"/>
                  </a:cubicBezTo>
                  <a:cubicBezTo>
                    <a:pt x="87" y="705"/>
                    <a:pt x="88" y="700"/>
                    <a:pt x="88" y="698"/>
                  </a:cubicBezTo>
                  <a:cubicBezTo>
                    <a:pt x="88" y="695"/>
                    <a:pt x="87" y="690"/>
                    <a:pt x="86" y="688"/>
                  </a:cubicBezTo>
                  <a:cubicBezTo>
                    <a:pt x="85" y="686"/>
                    <a:pt x="82" y="681"/>
                    <a:pt x="81" y="679"/>
                  </a:cubicBezTo>
                  <a:cubicBezTo>
                    <a:pt x="79" y="678"/>
                    <a:pt x="75" y="674"/>
                    <a:pt x="75" y="674"/>
                  </a:cubicBezTo>
                  <a:cubicBezTo>
                    <a:pt x="75" y="590"/>
                    <a:pt x="75" y="590"/>
                    <a:pt x="75" y="590"/>
                  </a:cubicBezTo>
                  <a:cubicBezTo>
                    <a:pt x="75" y="590"/>
                    <a:pt x="72" y="576"/>
                    <a:pt x="71" y="572"/>
                  </a:cubicBezTo>
                  <a:cubicBezTo>
                    <a:pt x="71" y="570"/>
                    <a:pt x="71" y="566"/>
                    <a:pt x="70" y="564"/>
                  </a:cubicBezTo>
                  <a:cubicBezTo>
                    <a:pt x="70" y="562"/>
                    <a:pt x="67" y="559"/>
                    <a:pt x="65" y="557"/>
                  </a:cubicBezTo>
                  <a:cubicBezTo>
                    <a:pt x="64" y="556"/>
                    <a:pt x="62" y="553"/>
                    <a:pt x="61" y="552"/>
                  </a:cubicBezTo>
                  <a:cubicBezTo>
                    <a:pt x="60" y="551"/>
                    <a:pt x="56" y="548"/>
                    <a:pt x="54" y="547"/>
                  </a:cubicBezTo>
                  <a:cubicBezTo>
                    <a:pt x="53" y="546"/>
                    <a:pt x="52" y="543"/>
                    <a:pt x="51" y="541"/>
                  </a:cubicBezTo>
                  <a:cubicBezTo>
                    <a:pt x="51" y="540"/>
                    <a:pt x="51" y="537"/>
                    <a:pt x="52" y="536"/>
                  </a:cubicBezTo>
                  <a:cubicBezTo>
                    <a:pt x="52" y="534"/>
                    <a:pt x="55" y="533"/>
                    <a:pt x="56" y="532"/>
                  </a:cubicBezTo>
                  <a:cubicBezTo>
                    <a:pt x="57" y="530"/>
                    <a:pt x="61" y="528"/>
                    <a:pt x="62" y="526"/>
                  </a:cubicBezTo>
                  <a:cubicBezTo>
                    <a:pt x="64" y="525"/>
                    <a:pt x="67" y="521"/>
                    <a:pt x="68" y="519"/>
                  </a:cubicBezTo>
                  <a:cubicBezTo>
                    <a:pt x="69" y="517"/>
                    <a:pt x="69" y="513"/>
                    <a:pt x="69" y="511"/>
                  </a:cubicBezTo>
                  <a:cubicBezTo>
                    <a:pt x="70" y="509"/>
                    <a:pt x="70" y="504"/>
                    <a:pt x="70" y="502"/>
                  </a:cubicBezTo>
                  <a:cubicBezTo>
                    <a:pt x="70" y="499"/>
                    <a:pt x="69" y="493"/>
                    <a:pt x="69" y="490"/>
                  </a:cubicBezTo>
                  <a:cubicBezTo>
                    <a:pt x="70" y="488"/>
                    <a:pt x="71" y="484"/>
                    <a:pt x="71" y="482"/>
                  </a:cubicBezTo>
                  <a:cubicBezTo>
                    <a:pt x="72" y="480"/>
                    <a:pt x="75" y="478"/>
                    <a:pt x="75" y="476"/>
                  </a:cubicBezTo>
                  <a:cubicBezTo>
                    <a:pt x="76" y="474"/>
                    <a:pt x="77" y="470"/>
                    <a:pt x="77" y="468"/>
                  </a:cubicBezTo>
                  <a:cubicBezTo>
                    <a:pt x="76" y="466"/>
                    <a:pt x="72" y="462"/>
                    <a:pt x="70" y="461"/>
                  </a:cubicBezTo>
                  <a:cubicBezTo>
                    <a:pt x="68" y="460"/>
                    <a:pt x="65" y="459"/>
                    <a:pt x="63" y="460"/>
                  </a:cubicBezTo>
                  <a:cubicBezTo>
                    <a:pt x="61" y="460"/>
                    <a:pt x="56" y="461"/>
                    <a:pt x="54" y="463"/>
                  </a:cubicBezTo>
                  <a:cubicBezTo>
                    <a:pt x="52" y="464"/>
                    <a:pt x="51" y="466"/>
                    <a:pt x="50" y="467"/>
                  </a:cubicBezTo>
                  <a:cubicBezTo>
                    <a:pt x="48" y="469"/>
                    <a:pt x="44" y="473"/>
                    <a:pt x="42" y="475"/>
                  </a:cubicBezTo>
                  <a:cubicBezTo>
                    <a:pt x="40" y="476"/>
                    <a:pt x="35" y="477"/>
                    <a:pt x="32" y="477"/>
                  </a:cubicBezTo>
                  <a:cubicBezTo>
                    <a:pt x="30" y="476"/>
                    <a:pt x="25" y="474"/>
                    <a:pt x="23" y="472"/>
                  </a:cubicBezTo>
                  <a:cubicBezTo>
                    <a:pt x="21" y="471"/>
                    <a:pt x="19" y="467"/>
                    <a:pt x="17" y="466"/>
                  </a:cubicBezTo>
                  <a:cubicBezTo>
                    <a:pt x="15" y="463"/>
                    <a:pt x="9" y="459"/>
                    <a:pt x="6" y="456"/>
                  </a:cubicBezTo>
                  <a:cubicBezTo>
                    <a:pt x="5" y="455"/>
                    <a:pt x="3" y="452"/>
                    <a:pt x="2" y="450"/>
                  </a:cubicBezTo>
                  <a:cubicBezTo>
                    <a:pt x="1" y="448"/>
                    <a:pt x="0" y="445"/>
                    <a:pt x="0" y="443"/>
                  </a:cubicBezTo>
                  <a:cubicBezTo>
                    <a:pt x="0" y="441"/>
                    <a:pt x="3" y="437"/>
                    <a:pt x="4" y="436"/>
                  </a:cubicBezTo>
                  <a:cubicBezTo>
                    <a:pt x="6" y="434"/>
                    <a:pt x="10" y="431"/>
                    <a:pt x="13" y="429"/>
                  </a:cubicBezTo>
                  <a:cubicBezTo>
                    <a:pt x="16" y="428"/>
                    <a:pt x="23" y="426"/>
                    <a:pt x="26" y="426"/>
                  </a:cubicBezTo>
                  <a:cubicBezTo>
                    <a:pt x="29" y="425"/>
                    <a:pt x="35" y="426"/>
                    <a:pt x="38" y="425"/>
                  </a:cubicBezTo>
                  <a:cubicBezTo>
                    <a:pt x="40" y="425"/>
                    <a:pt x="44" y="424"/>
                    <a:pt x="46" y="423"/>
                  </a:cubicBezTo>
                  <a:cubicBezTo>
                    <a:pt x="48" y="422"/>
                    <a:pt x="53" y="421"/>
                    <a:pt x="54" y="419"/>
                  </a:cubicBezTo>
                  <a:cubicBezTo>
                    <a:pt x="56" y="418"/>
                    <a:pt x="58" y="413"/>
                    <a:pt x="60" y="411"/>
                  </a:cubicBezTo>
                  <a:cubicBezTo>
                    <a:pt x="61" y="409"/>
                    <a:pt x="63" y="406"/>
                    <a:pt x="65" y="405"/>
                  </a:cubicBezTo>
                  <a:cubicBezTo>
                    <a:pt x="66" y="403"/>
                    <a:pt x="69" y="398"/>
                    <a:pt x="70" y="396"/>
                  </a:cubicBezTo>
                  <a:cubicBezTo>
                    <a:pt x="72" y="395"/>
                    <a:pt x="75" y="393"/>
                    <a:pt x="77" y="392"/>
                  </a:cubicBezTo>
                  <a:cubicBezTo>
                    <a:pt x="79" y="391"/>
                    <a:pt x="83" y="390"/>
                    <a:pt x="85" y="389"/>
                  </a:cubicBezTo>
                  <a:cubicBezTo>
                    <a:pt x="87" y="388"/>
                    <a:pt x="90" y="385"/>
                    <a:pt x="92" y="385"/>
                  </a:cubicBezTo>
                  <a:cubicBezTo>
                    <a:pt x="94" y="384"/>
                    <a:pt x="97" y="384"/>
                    <a:pt x="99" y="384"/>
                  </a:cubicBezTo>
                  <a:cubicBezTo>
                    <a:pt x="101" y="385"/>
                    <a:pt x="103" y="387"/>
                    <a:pt x="104" y="388"/>
                  </a:cubicBezTo>
                  <a:cubicBezTo>
                    <a:pt x="107" y="389"/>
                    <a:pt x="112" y="390"/>
                    <a:pt x="114" y="389"/>
                  </a:cubicBezTo>
                  <a:cubicBezTo>
                    <a:pt x="116" y="389"/>
                    <a:pt x="120" y="388"/>
                    <a:pt x="122" y="387"/>
                  </a:cubicBezTo>
                  <a:cubicBezTo>
                    <a:pt x="124" y="386"/>
                    <a:pt x="127" y="383"/>
                    <a:pt x="128" y="382"/>
                  </a:cubicBezTo>
                  <a:cubicBezTo>
                    <a:pt x="130" y="380"/>
                    <a:pt x="132" y="377"/>
                    <a:pt x="133" y="375"/>
                  </a:cubicBezTo>
                  <a:cubicBezTo>
                    <a:pt x="134" y="373"/>
                    <a:pt x="137" y="369"/>
                    <a:pt x="138" y="368"/>
                  </a:cubicBezTo>
                  <a:cubicBezTo>
                    <a:pt x="140" y="366"/>
                    <a:pt x="142" y="362"/>
                    <a:pt x="144" y="361"/>
                  </a:cubicBezTo>
                  <a:cubicBezTo>
                    <a:pt x="146" y="360"/>
                    <a:pt x="149" y="359"/>
                    <a:pt x="151" y="359"/>
                  </a:cubicBezTo>
                  <a:cubicBezTo>
                    <a:pt x="153" y="359"/>
                    <a:pt x="158" y="361"/>
                    <a:pt x="160" y="363"/>
                  </a:cubicBezTo>
                  <a:cubicBezTo>
                    <a:pt x="162" y="364"/>
                    <a:pt x="165" y="369"/>
                    <a:pt x="167" y="370"/>
                  </a:cubicBezTo>
                  <a:cubicBezTo>
                    <a:pt x="169" y="372"/>
                    <a:pt x="172" y="375"/>
                    <a:pt x="175" y="375"/>
                  </a:cubicBezTo>
                  <a:cubicBezTo>
                    <a:pt x="179" y="376"/>
                    <a:pt x="187" y="375"/>
                    <a:pt x="192" y="375"/>
                  </a:cubicBezTo>
                  <a:cubicBezTo>
                    <a:pt x="195" y="375"/>
                    <a:pt x="200" y="374"/>
                    <a:pt x="203" y="374"/>
                  </a:cubicBezTo>
                  <a:cubicBezTo>
                    <a:pt x="207" y="373"/>
                    <a:pt x="214" y="370"/>
                    <a:pt x="216" y="367"/>
                  </a:cubicBezTo>
                  <a:cubicBezTo>
                    <a:pt x="218" y="366"/>
                    <a:pt x="222" y="361"/>
                    <a:pt x="222" y="358"/>
                  </a:cubicBezTo>
                  <a:cubicBezTo>
                    <a:pt x="222" y="355"/>
                    <a:pt x="218" y="350"/>
                    <a:pt x="216" y="348"/>
                  </a:cubicBezTo>
                  <a:cubicBezTo>
                    <a:pt x="215" y="346"/>
                    <a:pt x="212" y="342"/>
                    <a:pt x="211" y="339"/>
                  </a:cubicBezTo>
                  <a:cubicBezTo>
                    <a:pt x="211" y="336"/>
                    <a:pt x="212" y="328"/>
                    <a:pt x="213" y="325"/>
                  </a:cubicBezTo>
                  <a:cubicBezTo>
                    <a:pt x="214" y="322"/>
                    <a:pt x="216" y="318"/>
                    <a:pt x="217" y="316"/>
                  </a:cubicBezTo>
                  <a:cubicBezTo>
                    <a:pt x="218" y="313"/>
                    <a:pt x="222" y="308"/>
                    <a:pt x="223" y="306"/>
                  </a:cubicBezTo>
                  <a:cubicBezTo>
                    <a:pt x="224" y="304"/>
                    <a:pt x="226" y="299"/>
                    <a:pt x="226" y="296"/>
                  </a:cubicBezTo>
                  <a:cubicBezTo>
                    <a:pt x="226" y="293"/>
                    <a:pt x="225" y="287"/>
                    <a:pt x="226" y="284"/>
                  </a:cubicBezTo>
                  <a:cubicBezTo>
                    <a:pt x="226" y="281"/>
                    <a:pt x="229" y="276"/>
                    <a:pt x="230" y="273"/>
                  </a:cubicBezTo>
                  <a:cubicBezTo>
                    <a:pt x="230" y="271"/>
                    <a:pt x="232" y="266"/>
                    <a:pt x="233" y="264"/>
                  </a:cubicBezTo>
                  <a:cubicBezTo>
                    <a:pt x="233" y="262"/>
                    <a:pt x="234" y="257"/>
                    <a:pt x="234" y="254"/>
                  </a:cubicBezTo>
                  <a:cubicBezTo>
                    <a:pt x="234" y="253"/>
                    <a:pt x="232" y="250"/>
                    <a:pt x="231" y="249"/>
                  </a:cubicBezTo>
                  <a:cubicBezTo>
                    <a:pt x="230" y="247"/>
                    <a:pt x="227" y="244"/>
                    <a:pt x="226" y="243"/>
                  </a:cubicBezTo>
                  <a:cubicBezTo>
                    <a:pt x="224" y="242"/>
                    <a:pt x="219" y="241"/>
                    <a:pt x="216" y="240"/>
                  </a:cubicBezTo>
                  <a:cubicBezTo>
                    <a:pt x="215" y="239"/>
                    <a:pt x="211" y="237"/>
                    <a:pt x="210" y="235"/>
                  </a:cubicBezTo>
                  <a:cubicBezTo>
                    <a:pt x="209" y="233"/>
                    <a:pt x="209" y="228"/>
                    <a:pt x="210" y="226"/>
                  </a:cubicBezTo>
                  <a:cubicBezTo>
                    <a:pt x="210" y="224"/>
                    <a:pt x="212" y="220"/>
                    <a:pt x="213" y="218"/>
                  </a:cubicBezTo>
                  <a:cubicBezTo>
                    <a:pt x="214" y="216"/>
                    <a:pt x="216" y="211"/>
                    <a:pt x="218" y="209"/>
                  </a:cubicBezTo>
                  <a:cubicBezTo>
                    <a:pt x="219" y="207"/>
                    <a:pt x="222" y="202"/>
                    <a:pt x="222" y="200"/>
                  </a:cubicBezTo>
                  <a:cubicBezTo>
                    <a:pt x="223" y="197"/>
                    <a:pt x="224" y="190"/>
                    <a:pt x="224" y="187"/>
                  </a:cubicBezTo>
                  <a:cubicBezTo>
                    <a:pt x="224" y="185"/>
                    <a:pt x="225" y="179"/>
                    <a:pt x="224" y="177"/>
                  </a:cubicBezTo>
                  <a:cubicBezTo>
                    <a:pt x="223" y="175"/>
                    <a:pt x="221" y="172"/>
                    <a:pt x="220" y="171"/>
                  </a:cubicBezTo>
                  <a:cubicBezTo>
                    <a:pt x="217" y="170"/>
                    <a:pt x="212" y="171"/>
                    <a:pt x="210" y="170"/>
                  </a:cubicBezTo>
                  <a:cubicBezTo>
                    <a:pt x="207" y="170"/>
                    <a:pt x="201" y="169"/>
                    <a:pt x="199" y="167"/>
                  </a:cubicBezTo>
                  <a:cubicBezTo>
                    <a:pt x="198" y="166"/>
                    <a:pt x="196" y="163"/>
                    <a:pt x="196" y="162"/>
                  </a:cubicBezTo>
                  <a:cubicBezTo>
                    <a:pt x="197" y="159"/>
                    <a:pt x="200" y="156"/>
                    <a:pt x="201" y="154"/>
                  </a:cubicBezTo>
                  <a:cubicBezTo>
                    <a:pt x="203" y="152"/>
                    <a:pt x="207" y="148"/>
                    <a:pt x="209" y="146"/>
                  </a:cubicBezTo>
                  <a:cubicBezTo>
                    <a:pt x="211" y="145"/>
                    <a:pt x="214" y="141"/>
                    <a:pt x="215" y="139"/>
                  </a:cubicBezTo>
                  <a:cubicBezTo>
                    <a:pt x="216" y="136"/>
                    <a:pt x="217" y="131"/>
                    <a:pt x="217" y="129"/>
                  </a:cubicBezTo>
                  <a:cubicBezTo>
                    <a:pt x="217" y="126"/>
                    <a:pt x="215" y="121"/>
                    <a:pt x="213" y="119"/>
                  </a:cubicBezTo>
                  <a:cubicBezTo>
                    <a:pt x="211" y="118"/>
                    <a:pt x="208" y="116"/>
                    <a:pt x="204" y="116"/>
                  </a:cubicBezTo>
                  <a:cubicBezTo>
                    <a:pt x="206" y="114"/>
                    <a:pt x="209" y="111"/>
                    <a:pt x="209" y="109"/>
                  </a:cubicBezTo>
                  <a:cubicBezTo>
                    <a:pt x="211" y="107"/>
                    <a:pt x="212" y="103"/>
                    <a:pt x="213" y="101"/>
                  </a:cubicBezTo>
                  <a:cubicBezTo>
                    <a:pt x="214" y="98"/>
                    <a:pt x="215" y="93"/>
                    <a:pt x="216" y="90"/>
                  </a:cubicBezTo>
                  <a:cubicBezTo>
                    <a:pt x="218" y="89"/>
                    <a:pt x="223" y="86"/>
                    <a:pt x="225" y="85"/>
                  </a:cubicBezTo>
                  <a:cubicBezTo>
                    <a:pt x="227" y="85"/>
                    <a:pt x="231" y="85"/>
                    <a:pt x="233" y="86"/>
                  </a:cubicBezTo>
                  <a:cubicBezTo>
                    <a:pt x="235" y="86"/>
                    <a:pt x="239" y="89"/>
                    <a:pt x="241" y="90"/>
                  </a:cubicBezTo>
                  <a:cubicBezTo>
                    <a:pt x="244" y="91"/>
                    <a:pt x="250" y="94"/>
                    <a:pt x="253" y="94"/>
                  </a:cubicBezTo>
                  <a:cubicBezTo>
                    <a:pt x="256" y="94"/>
                    <a:pt x="261" y="91"/>
                    <a:pt x="263" y="90"/>
                  </a:cubicBezTo>
                  <a:cubicBezTo>
                    <a:pt x="265" y="88"/>
                    <a:pt x="268" y="85"/>
                    <a:pt x="269" y="83"/>
                  </a:cubicBezTo>
                  <a:cubicBezTo>
                    <a:pt x="270" y="81"/>
                    <a:pt x="271" y="76"/>
                    <a:pt x="270" y="73"/>
                  </a:cubicBezTo>
                  <a:cubicBezTo>
                    <a:pt x="270" y="72"/>
                    <a:pt x="268" y="69"/>
                    <a:pt x="267" y="68"/>
                  </a:cubicBezTo>
                  <a:cubicBezTo>
                    <a:pt x="266" y="65"/>
                    <a:pt x="264" y="58"/>
                    <a:pt x="264" y="54"/>
                  </a:cubicBezTo>
                  <a:cubicBezTo>
                    <a:pt x="265" y="51"/>
                    <a:pt x="267" y="46"/>
                    <a:pt x="269" y="44"/>
                  </a:cubicBezTo>
                  <a:cubicBezTo>
                    <a:pt x="271" y="43"/>
                    <a:pt x="275" y="43"/>
                    <a:pt x="276" y="43"/>
                  </a:cubicBezTo>
                  <a:cubicBezTo>
                    <a:pt x="278" y="43"/>
                    <a:pt x="283" y="44"/>
                    <a:pt x="285" y="45"/>
                  </a:cubicBezTo>
                  <a:cubicBezTo>
                    <a:pt x="286" y="46"/>
                    <a:pt x="289" y="50"/>
                    <a:pt x="291" y="50"/>
                  </a:cubicBezTo>
                  <a:cubicBezTo>
                    <a:pt x="293" y="52"/>
                    <a:pt x="298" y="53"/>
                    <a:pt x="301" y="52"/>
                  </a:cubicBezTo>
                  <a:cubicBezTo>
                    <a:pt x="302" y="52"/>
                    <a:pt x="303" y="48"/>
                    <a:pt x="304" y="47"/>
                  </a:cubicBezTo>
                  <a:cubicBezTo>
                    <a:pt x="305" y="46"/>
                    <a:pt x="307" y="43"/>
                    <a:pt x="309" y="42"/>
                  </a:cubicBezTo>
                  <a:cubicBezTo>
                    <a:pt x="310" y="41"/>
                    <a:pt x="313" y="39"/>
                    <a:pt x="315" y="38"/>
                  </a:cubicBezTo>
                  <a:cubicBezTo>
                    <a:pt x="317" y="38"/>
                    <a:pt x="321" y="39"/>
                    <a:pt x="323" y="40"/>
                  </a:cubicBezTo>
                  <a:cubicBezTo>
                    <a:pt x="324" y="42"/>
                    <a:pt x="325" y="46"/>
                    <a:pt x="326" y="48"/>
                  </a:cubicBezTo>
                  <a:cubicBezTo>
                    <a:pt x="327" y="50"/>
                    <a:pt x="328" y="55"/>
                    <a:pt x="330" y="56"/>
                  </a:cubicBezTo>
                  <a:cubicBezTo>
                    <a:pt x="332" y="57"/>
                    <a:pt x="338" y="56"/>
                    <a:pt x="340" y="55"/>
                  </a:cubicBezTo>
                  <a:cubicBezTo>
                    <a:pt x="343" y="55"/>
                    <a:pt x="350" y="52"/>
                    <a:pt x="353" y="51"/>
                  </a:cubicBezTo>
                  <a:cubicBezTo>
                    <a:pt x="361" y="49"/>
                    <a:pt x="376" y="44"/>
                    <a:pt x="384" y="42"/>
                  </a:cubicBezTo>
                  <a:cubicBezTo>
                    <a:pt x="391" y="40"/>
                    <a:pt x="405" y="36"/>
                    <a:pt x="411" y="34"/>
                  </a:cubicBezTo>
                  <a:cubicBezTo>
                    <a:pt x="417" y="32"/>
                    <a:pt x="427" y="28"/>
                    <a:pt x="432" y="26"/>
                  </a:cubicBezTo>
                  <a:cubicBezTo>
                    <a:pt x="436" y="24"/>
                    <a:pt x="444" y="19"/>
                    <a:pt x="448" y="17"/>
                  </a:cubicBezTo>
                  <a:cubicBezTo>
                    <a:pt x="453" y="14"/>
                    <a:pt x="461" y="6"/>
                    <a:pt x="467" y="4"/>
                  </a:cubicBezTo>
                  <a:cubicBezTo>
                    <a:pt x="470" y="2"/>
                    <a:pt x="476" y="0"/>
                    <a:pt x="480" y="0"/>
                  </a:cubicBezTo>
                  <a:cubicBezTo>
                    <a:pt x="482" y="0"/>
                    <a:pt x="487" y="3"/>
                    <a:pt x="490" y="4"/>
                  </a:cubicBezTo>
                  <a:cubicBezTo>
                    <a:pt x="492" y="4"/>
                    <a:pt x="497" y="3"/>
                    <a:pt x="500" y="3"/>
                  </a:cubicBezTo>
                  <a:cubicBezTo>
                    <a:pt x="501" y="3"/>
                    <a:pt x="502" y="3"/>
                    <a:pt x="504" y="3"/>
                  </a:cubicBezTo>
                  <a:cubicBezTo>
                    <a:pt x="504" y="6"/>
                    <a:pt x="504" y="10"/>
                    <a:pt x="504" y="12"/>
                  </a:cubicBezTo>
                  <a:cubicBezTo>
                    <a:pt x="504" y="15"/>
                    <a:pt x="502" y="20"/>
                    <a:pt x="502" y="22"/>
                  </a:cubicBezTo>
                  <a:cubicBezTo>
                    <a:pt x="503" y="24"/>
                    <a:pt x="503" y="26"/>
                    <a:pt x="504" y="27"/>
                  </a:cubicBezTo>
                  <a:cubicBezTo>
                    <a:pt x="504" y="29"/>
                    <a:pt x="506" y="31"/>
                    <a:pt x="508" y="32"/>
                  </a:cubicBezTo>
                  <a:cubicBezTo>
                    <a:pt x="509" y="33"/>
                    <a:pt x="514" y="34"/>
                    <a:pt x="516" y="35"/>
                  </a:cubicBezTo>
                  <a:cubicBezTo>
                    <a:pt x="518" y="37"/>
                    <a:pt x="522" y="42"/>
                    <a:pt x="523" y="44"/>
                  </a:cubicBezTo>
                  <a:cubicBezTo>
                    <a:pt x="526" y="47"/>
                    <a:pt x="529" y="52"/>
                    <a:pt x="531" y="55"/>
                  </a:cubicBezTo>
                  <a:cubicBezTo>
                    <a:pt x="534" y="60"/>
                    <a:pt x="541" y="71"/>
                    <a:pt x="544" y="77"/>
                  </a:cubicBezTo>
                  <a:cubicBezTo>
                    <a:pt x="546" y="82"/>
                    <a:pt x="549" y="92"/>
                    <a:pt x="551" y="98"/>
                  </a:cubicBezTo>
                  <a:cubicBezTo>
                    <a:pt x="552" y="100"/>
                    <a:pt x="554" y="105"/>
                    <a:pt x="554" y="107"/>
                  </a:cubicBezTo>
                  <a:cubicBezTo>
                    <a:pt x="554" y="109"/>
                    <a:pt x="553" y="113"/>
                    <a:pt x="553" y="114"/>
                  </a:cubicBezTo>
                  <a:cubicBezTo>
                    <a:pt x="553" y="116"/>
                    <a:pt x="552" y="118"/>
                    <a:pt x="551" y="119"/>
                  </a:cubicBezTo>
                  <a:cubicBezTo>
                    <a:pt x="550" y="121"/>
                    <a:pt x="548" y="122"/>
                    <a:pt x="546" y="123"/>
                  </a:cubicBezTo>
                  <a:cubicBezTo>
                    <a:pt x="545" y="124"/>
                    <a:pt x="542" y="127"/>
                    <a:pt x="541" y="129"/>
                  </a:cubicBezTo>
                  <a:cubicBezTo>
                    <a:pt x="540" y="130"/>
                    <a:pt x="539" y="135"/>
                    <a:pt x="540" y="136"/>
                  </a:cubicBezTo>
                  <a:cubicBezTo>
                    <a:pt x="540" y="138"/>
                    <a:pt x="542" y="141"/>
                    <a:pt x="544" y="142"/>
                  </a:cubicBezTo>
                  <a:cubicBezTo>
                    <a:pt x="546" y="143"/>
                    <a:pt x="550" y="141"/>
                    <a:pt x="552" y="140"/>
                  </a:cubicBezTo>
                  <a:cubicBezTo>
                    <a:pt x="554" y="139"/>
                    <a:pt x="558" y="136"/>
                    <a:pt x="560" y="135"/>
                  </a:cubicBezTo>
                  <a:cubicBezTo>
                    <a:pt x="561" y="133"/>
                    <a:pt x="564" y="130"/>
                    <a:pt x="565" y="128"/>
                  </a:cubicBezTo>
                  <a:cubicBezTo>
                    <a:pt x="566" y="127"/>
                    <a:pt x="568" y="125"/>
                    <a:pt x="569" y="125"/>
                  </a:cubicBezTo>
                  <a:cubicBezTo>
                    <a:pt x="571" y="124"/>
                    <a:pt x="574" y="124"/>
                    <a:pt x="575" y="124"/>
                  </a:cubicBezTo>
                  <a:cubicBezTo>
                    <a:pt x="577" y="125"/>
                    <a:pt x="579" y="127"/>
                    <a:pt x="580" y="128"/>
                  </a:cubicBezTo>
                  <a:cubicBezTo>
                    <a:pt x="581" y="130"/>
                    <a:pt x="582" y="134"/>
                    <a:pt x="583" y="136"/>
                  </a:cubicBezTo>
                  <a:cubicBezTo>
                    <a:pt x="584" y="139"/>
                    <a:pt x="586" y="145"/>
                    <a:pt x="587" y="147"/>
                  </a:cubicBezTo>
                  <a:cubicBezTo>
                    <a:pt x="588" y="149"/>
                    <a:pt x="589" y="151"/>
                    <a:pt x="590" y="152"/>
                  </a:cubicBezTo>
                  <a:cubicBezTo>
                    <a:pt x="592" y="153"/>
                    <a:pt x="596" y="151"/>
                    <a:pt x="598" y="151"/>
                  </a:cubicBezTo>
                  <a:cubicBezTo>
                    <a:pt x="600" y="151"/>
                    <a:pt x="603" y="152"/>
                    <a:pt x="604" y="154"/>
                  </a:cubicBezTo>
                  <a:cubicBezTo>
                    <a:pt x="606" y="155"/>
                    <a:pt x="607" y="158"/>
                    <a:pt x="607" y="159"/>
                  </a:cubicBezTo>
                  <a:cubicBezTo>
                    <a:pt x="609" y="161"/>
                    <a:pt x="611" y="164"/>
                    <a:pt x="613" y="166"/>
                  </a:cubicBezTo>
                  <a:cubicBezTo>
                    <a:pt x="615" y="168"/>
                    <a:pt x="618" y="171"/>
                    <a:pt x="620" y="172"/>
                  </a:cubicBezTo>
                  <a:cubicBezTo>
                    <a:pt x="622" y="173"/>
                    <a:pt x="627" y="175"/>
                    <a:pt x="628" y="176"/>
                  </a:cubicBezTo>
                  <a:cubicBezTo>
                    <a:pt x="629" y="178"/>
                    <a:pt x="630" y="181"/>
                    <a:pt x="630" y="182"/>
                  </a:cubicBezTo>
                  <a:cubicBezTo>
                    <a:pt x="631" y="185"/>
                    <a:pt x="631" y="190"/>
                    <a:pt x="631" y="192"/>
                  </a:cubicBezTo>
                  <a:cubicBezTo>
                    <a:pt x="632" y="194"/>
                    <a:pt x="633" y="198"/>
                    <a:pt x="634" y="199"/>
                  </a:cubicBezTo>
                  <a:cubicBezTo>
                    <a:pt x="635" y="200"/>
                    <a:pt x="637" y="201"/>
                    <a:pt x="638" y="201"/>
                  </a:cubicBezTo>
                  <a:cubicBezTo>
                    <a:pt x="640" y="201"/>
                    <a:pt x="642" y="198"/>
                    <a:pt x="644" y="197"/>
                  </a:cubicBezTo>
                  <a:cubicBezTo>
                    <a:pt x="645" y="196"/>
                    <a:pt x="646" y="194"/>
                    <a:pt x="647" y="193"/>
                  </a:cubicBezTo>
                  <a:cubicBezTo>
                    <a:pt x="648" y="191"/>
                    <a:pt x="649" y="188"/>
                    <a:pt x="650" y="187"/>
                  </a:cubicBezTo>
                  <a:cubicBezTo>
                    <a:pt x="651" y="186"/>
                    <a:pt x="653" y="185"/>
                    <a:pt x="654" y="185"/>
                  </a:cubicBezTo>
                  <a:cubicBezTo>
                    <a:pt x="655" y="185"/>
                    <a:pt x="657" y="186"/>
                    <a:pt x="658" y="187"/>
                  </a:cubicBezTo>
                  <a:cubicBezTo>
                    <a:pt x="660" y="189"/>
                    <a:pt x="661" y="194"/>
                    <a:pt x="662" y="196"/>
                  </a:cubicBezTo>
                  <a:cubicBezTo>
                    <a:pt x="663" y="199"/>
                    <a:pt x="666" y="203"/>
                    <a:pt x="667" y="205"/>
                  </a:cubicBezTo>
                  <a:cubicBezTo>
                    <a:pt x="669" y="208"/>
                    <a:pt x="674" y="212"/>
                    <a:pt x="676" y="215"/>
                  </a:cubicBezTo>
                  <a:cubicBezTo>
                    <a:pt x="678" y="217"/>
                    <a:pt x="681" y="223"/>
                    <a:pt x="683" y="226"/>
                  </a:cubicBezTo>
                  <a:cubicBezTo>
                    <a:pt x="684" y="228"/>
                    <a:pt x="686" y="233"/>
                    <a:pt x="687" y="236"/>
                  </a:cubicBezTo>
                  <a:cubicBezTo>
                    <a:pt x="687" y="238"/>
                    <a:pt x="688" y="243"/>
                    <a:pt x="687" y="245"/>
                  </a:cubicBezTo>
                  <a:cubicBezTo>
                    <a:pt x="687" y="246"/>
                    <a:pt x="685" y="249"/>
                    <a:pt x="684" y="250"/>
                  </a:cubicBezTo>
                  <a:cubicBezTo>
                    <a:pt x="683" y="251"/>
                    <a:pt x="682" y="254"/>
                    <a:pt x="682" y="256"/>
                  </a:cubicBezTo>
                  <a:cubicBezTo>
                    <a:pt x="681" y="258"/>
                    <a:pt x="680" y="261"/>
                    <a:pt x="680" y="263"/>
                  </a:cubicBezTo>
                  <a:cubicBezTo>
                    <a:pt x="680" y="265"/>
                    <a:pt x="682" y="270"/>
                    <a:pt x="683" y="271"/>
                  </a:cubicBezTo>
                  <a:cubicBezTo>
                    <a:pt x="685" y="272"/>
                    <a:pt x="689" y="274"/>
                    <a:pt x="691" y="274"/>
                  </a:cubicBezTo>
                  <a:cubicBezTo>
                    <a:pt x="693" y="274"/>
                    <a:pt x="697" y="273"/>
                    <a:pt x="699" y="273"/>
                  </a:cubicBezTo>
                  <a:cubicBezTo>
                    <a:pt x="701" y="273"/>
                    <a:pt x="706" y="273"/>
                    <a:pt x="708" y="274"/>
                  </a:cubicBezTo>
                  <a:cubicBezTo>
                    <a:pt x="709" y="274"/>
                    <a:pt x="712" y="275"/>
                    <a:pt x="713" y="275"/>
                  </a:cubicBezTo>
                  <a:cubicBezTo>
                    <a:pt x="714" y="276"/>
                    <a:pt x="717" y="278"/>
                    <a:pt x="718" y="280"/>
                  </a:cubicBezTo>
                  <a:cubicBezTo>
                    <a:pt x="719" y="282"/>
                    <a:pt x="719" y="287"/>
                    <a:pt x="719" y="289"/>
                  </a:cubicBezTo>
                  <a:cubicBezTo>
                    <a:pt x="719" y="291"/>
                    <a:pt x="718" y="296"/>
                    <a:pt x="718" y="298"/>
                  </a:cubicBezTo>
                  <a:cubicBezTo>
                    <a:pt x="718" y="300"/>
                    <a:pt x="719" y="304"/>
                    <a:pt x="720" y="305"/>
                  </a:cubicBezTo>
                  <a:cubicBezTo>
                    <a:pt x="721" y="308"/>
                    <a:pt x="726" y="311"/>
                    <a:pt x="728" y="312"/>
                  </a:cubicBezTo>
                  <a:cubicBezTo>
                    <a:pt x="730" y="313"/>
                    <a:pt x="734" y="312"/>
                    <a:pt x="736" y="312"/>
                  </a:cubicBezTo>
                  <a:cubicBezTo>
                    <a:pt x="739" y="311"/>
                    <a:pt x="744" y="309"/>
                    <a:pt x="747" y="308"/>
                  </a:cubicBezTo>
                  <a:cubicBezTo>
                    <a:pt x="749" y="307"/>
                    <a:pt x="752" y="303"/>
                    <a:pt x="754" y="302"/>
                  </a:cubicBezTo>
                  <a:cubicBezTo>
                    <a:pt x="756" y="300"/>
                    <a:pt x="760" y="297"/>
                    <a:pt x="762" y="296"/>
                  </a:cubicBezTo>
                  <a:cubicBezTo>
                    <a:pt x="764" y="295"/>
                    <a:pt x="768" y="292"/>
                    <a:pt x="770" y="292"/>
                  </a:cubicBezTo>
                  <a:cubicBezTo>
                    <a:pt x="773" y="292"/>
                    <a:pt x="778" y="292"/>
                    <a:pt x="780" y="292"/>
                  </a:cubicBezTo>
                  <a:cubicBezTo>
                    <a:pt x="783" y="292"/>
                    <a:pt x="787" y="293"/>
                    <a:pt x="790" y="293"/>
                  </a:cubicBezTo>
                  <a:cubicBezTo>
                    <a:pt x="790" y="293"/>
                    <a:pt x="792" y="293"/>
                    <a:pt x="793" y="292"/>
                  </a:cubicBezTo>
                  <a:cubicBezTo>
                    <a:pt x="793" y="293"/>
                    <a:pt x="794" y="294"/>
                    <a:pt x="794" y="295"/>
                  </a:cubicBezTo>
                  <a:cubicBezTo>
                    <a:pt x="795" y="296"/>
                    <a:pt x="797" y="299"/>
                    <a:pt x="798" y="300"/>
                  </a:cubicBezTo>
                  <a:cubicBezTo>
                    <a:pt x="799" y="302"/>
                    <a:pt x="800" y="306"/>
                    <a:pt x="800" y="30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13"/>
            <p:cNvSpPr>
              <a:spLocks/>
            </p:cNvSpPr>
            <p:nvPr/>
          </p:nvSpPr>
          <p:spPr bwMode="auto">
            <a:xfrm>
              <a:off x="2511425" y="2460625"/>
              <a:ext cx="1452563" cy="1082675"/>
            </a:xfrm>
            <a:custGeom>
              <a:avLst/>
              <a:gdLst/>
              <a:ahLst/>
              <a:cxnLst>
                <a:cxn ang="0">
                  <a:pos x="14" y="137"/>
                </a:cxn>
                <a:cxn ang="0">
                  <a:pos x="48" y="85"/>
                </a:cxn>
                <a:cxn ang="0">
                  <a:pos x="86" y="113"/>
                </a:cxn>
                <a:cxn ang="0">
                  <a:pos x="145" y="109"/>
                </a:cxn>
                <a:cxn ang="0">
                  <a:pos x="197" y="108"/>
                </a:cxn>
                <a:cxn ang="0">
                  <a:pos x="230" y="97"/>
                </a:cxn>
                <a:cxn ang="0">
                  <a:pos x="273" y="73"/>
                </a:cxn>
                <a:cxn ang="0">
                  <a:pos x="335" y="98"/>
                </a:cxn>
                <a:cxn ang="0">
                  <a:pos x="364" y="93"/>
                </a:cxn>
                <a:cxn ang="0">
                  <a:pos x="400" y="58"/>
                </a:cxn>
                <a:cxn ang="0">
                  <a:pos x="467" y="25"/>
                </a:cxn>
                <a:cxn ang="0">
                  <a:pos x="517" y="39"/>
                </a:cxn>
                <a:cxn ang="0">
                  <a:pos x="550" y="46"/>
                </a:cxn>
                <a:cxn ang="0">
                  <a:pos x="577" y="67"/>
                </a:cxn>
                <a:cxn ang="0">
                  <a:pos x="623" y="110"/>
                </a:cxn>
                <a:cxn ang="0">
                  <a:pos x="654" y="70"/>
                </a:cxn>
                <a:cxn ang="0">
                  <a:pos x="689" y="51"/>
                </a:cxn>
                <a:cxn ang="0">
                  <a:pos x="759" y="100"/>
                </a:cxn>
                <a:cxn ang="0">
                  <a:pos x="849" y="163"/>
                </a:cxn>
                <a:cxn ang="0">
                  <a:pos x="886" y="196"/>
                </a:cxn>
                <a:cxn ang="0">
                  <a:pos x="917" y="230"/>
                </a:cxn>
                <a:cxn ang="0">
                  <a:pos x="858" y="288"/>
                </a:cxn>
                <a:cxn ang="0">
                  <a:pos x="882" y="330"/>
                </a:cxn>
                <a:cxn ang="0">
                  <a:pos x="943" y="351"/>
                </a:cxn>
                <a:cxn ang="0">
                  <a:pos x="983" y="389"/>
                </a:cxn>
                <a:cxn ang="0">
                  <a:pos x="986" y="479"/>
                </a:cxn>
                <a:cxn ang="0">
                  <a:pos x="1003" y="559"/>
                </a:cxn>
                <a:cxn ang="0">
                  <a:pos x="944" y="592"/>
                </a:cxn>
                <a:cxn ang="0">
                  <a:pos x="872" y="645"/>
                </a:cxn>
                <a:cxn ang="0">
                  <a:pos x="853" y="715"/>
                </a:cxn>
                <a:cxn ang="0">
                  <a:pos x="821" y="761"/>
                </a:cxn>
                <a:cxn ang="0">
                  <a:pos x="779" y="743"/>
                </a:cxn>
                <a:cxn ang="0">
                  <a:pos x="764" y="688"/>
                </a:cxn>
                <a:cxn ang="0">
                  <a:pos x="747" y="661"/>
                </a:cxn>
                <a:cxn ang="0">
                  <a:pos x="707" y="537"/>
                </a:cxn>
                <a:cxn ang="0">
                  <a:pos x="642" y="524"/>
                </a:cxn>
                <a:cxn ang="0">
                  <a:pos x="634" y="568"/>
                </a:cxn>
                <a:cxn ang="0">
                  <a:pos x="645" y="592"/>
                </a:cxn>
                <a:cxn ang="0">
                  <a:pos x="617" y="613"/>
                </a:cxn>
                <a:cxn ang="0">
                  <a:pos x="566" y="611"/>
                </a:cxn>
                <a:cxn ang="0">
                  <a:pos x="553" y="589"/>
                </a:cxn>
                <a:cxn ang="0">
                  <a:pos x="523" y="556"/>
                </a:cxn>
                <a:cxn ang="0">
                  <a:pos x="533" y="524"/>
                </a:cxn>
                <a:cxn ang="0">
                  <a:pos x="521" y="511"/>
                </a:cxn>
                <a:cxn ang="0">
                  <a:pos x="456" y="471"/>
                </a:cxn>
                <a:cxn ang="0">
                  <a:pos x="404" y="469"/>
                </a:cxn>
                <a:cxn ang="0">
                  <a:pos x="346" y="445"/>
                </a:cxn>
                <a:cxn ang="0">
                  <a:pos x="311" y="431"/>
                </a:cxn>
                <a:cxn ang="0">
                  <a:pos x="310" y="471"/>
                </a:cxn>
                <a:cxn ang="0">
                  <a:pos x="260" y="482"/>
                </a:cxn>
                <a:cxn ang="0">
                  <a:pos x="217" y="475"/>
                </a:cxn>
                <a:cxn ang="0">
                  <a:pos x="178" y="449"/>
                </a:cxn>
                <a:cxn ang="0">
                  <a:pos x="165" y="391"/>
                </a:cxn>
                <a:cxn ang="0">
                  <a:pos x="136" y="387"/>
                </a:cxn>
                <a:cxn ang="0">
                  <a:pos x="105" y="345"/>
                </a:cxn>
                <a:cxn ang="0">
                  <a:pos x="73" y="310"/>
                </a:cxn>
                <a:cxn ang="0">
                  <a:pos x="39" y="315"/>
                </a:cxn>
                <a:cxn ang="0">
                  <a:pos x="29" y="241"/>
                </a:cxn>
                <a:cxn ang="0">
                  <a:pos x="2" y="189"/>
                </a:cxn>
              </a:cxnLst>
              <a:rect l="0" t="0" r="r" b="b"/>
              <a:pathLst>
                <a:path w="1028" h="766">
                  <a:moveTo>
                    <a:pt x="2" y="189"/>
                  </a:moveTo>
                  <a:cubicBezTo>
                    <a:pt x="2" y="189"/>
                    <a:pt x="2" y="188"/>
                    <a:pt x="2" y="188"/>
                  </a:cubicBezTo>
                  <a:cubicBezTo>
                    <a:pt x="3" y="186"/>
                    <a:pt x="6" y="183"/>
                    <a:pt x="6" y="181"/>
                  </a:cubicBezTo>
                  <a:cubicBezTo>
                    <a:pt x="7" y="179"/>
                    <a:pt x="7" y="174"/>
                    <a:pt x="7" y="172"/>
                  </a:cubicBezTo>
                  <a:cubicBezTo>
                    <a:pt x="7" y="169"/>
                    <a:pt x="8" y="163"/>
                    <a:pt x="8" y="160"/>
                  </a:cubicBezTo>
                  <a:cubicBezTo>
                    <a:pt x="8" y="157"/>
                    <a:pt x="9" y="152"/>
                    <a:pt x="10" y="149"/>
                  </a:cubicBezTo>
                  <a:cubicBezTo>
                    <a:pt x="11" y="146"/>
                    <a:pt x="13" y="140"/>
                    <a:pt x="14" y="137"/>
                  </a:cubicBezTo>
                  <a:cubicBezTo>
                    <a:pt x="15" y="131"/>
                    <a:pt x="16" y="120"/>
                    <a:pt x="18" y="114"/>
                  </a:cubicBezTo>
                  <a:cubicBezTo>
                    <a:pt x="19" y="108"/>
                    <a:pt x="22" y="97"/>
                    <a:pt x="23" y="91"/>
                  </a:cubicBezTo>
                  <a:cubicBezTo>
                    <a:pt x="24" y="88"/>
                    <a:pt x="23" y="82"/>
                    <a:pt x="25" y="79"/>
                  </a:cubicBezTo>
                  <a:cubicBezTo>
                    <a:pt x="26" y="78"/>
                    <a:pt x="28" y="76"/>
                    <a:pt x="30" y="75"/>
                  </a:cubicBezTo>
                  <a:cubicBezTo>
                    <a:pt x="32" y="75"/>
                    <a:pt x="35" y="75"/>
                    <a:pt x="37" y="75"/>
                  </a:cubicBezTo>
                  <a:cubicBezTo>
                    <a:pt x="38" y="75"/>
                    <a:pt x="41" y="77"/>
                    <a:pt x="42" y="78"/>
                  </a:cubicBezTo>
                  <a:cubicBezTo>
                    <a:pt x="44" y="79"/>
                    <a:pt x="47" y="83"/>
                    <a:pt x="48" y="85"/>
                  </a:cubicBezTo>
                  <a:cubicBezTo>
                    <a:pt x="49" y="87"/>
                    <a:pt x="50" y="91"/>
                    <a:pt x="50" y="92"/>
                  </a:cubicBezTo>
                  <a:cubicBezTo>
                    <a:pt x="51" y="95"/>
                    <a:pt x="53" y="99"/>
                    <a:pt x="54" y="101"/>
                  </a:cubicBezTo>
                  <a:cubicBezTo>
                    <a:pt x="55" y="103"/>
                    <a:pt x="56" y="107"/>
                    <a:pt x="58" y="109"/>
                  </a:cubicBezTo>
                  <a:cubicBezTo>
                    <a:pt x="60" y="111"/>
                    <a:pt x="66" y="116"/>
                    <a:pt x="69" y="118"/>
                  </a:cubicBezTo>
                  <a:cubicBezTo>
                    <a:pt x="71" y="119"/>
                    <a:pt x="75" y="120"/>
                    <a:pt x="78" y="120"/>
                  </a:cubicBezTo>
                  <a:cubicBezTo>
                    <a:pt x="79" y="119"/>
                    <a:pt x="82" y="117"/>
                    <a:pt x="83" y="115"/>
                  </a:cubicBezTo>
                  <a:cubicBezTo>
                    <a:pt x="84" y="115"/>
                    <a:pt x="85" y="114"/>
                    <a:pt x="86" y="113"/>
                  </a:cubicBezTo>
                  <a:cubicBezTo>
                    <a:pt x="88" y="113"/>
                    <a:pt x="92" y="113"/>
                    <a:pt x="93" y="113"/>
                  </a:cubicBezTo>
                  <a:cubicBezTo>
                    <a:pt x="96" y="114"/>
                    <a:pt x="99" y="116"/>
                    <a:pt x="101" y="118"/>
                  </a:cubicBezTo>
                  <a:cubicBezTo>
                    <a:pt x="104" y="119"/>
                    <a:pt x="108" y="122"/>
                    <a:pt x="111" y="124"/>
                  </a:cubicBezTo>
                  <a:cubicBezTo>
                    <a:pt x="113" y="125"/>
                    <a:pt x="119" y="127"/>
                    <a:pt x="122" y="127"/>
                  </a:cubicBezTo>
                  <a:cubicBezTo>
                    <a:pt x="124" y="128"/>
                    <a:pt x="129" y="128"/>
                    <a:pt x="132" y="127"/>
                  </a:cubicBezTo>
                  <a:cubicBezTo>
                    <a:pt x="134" y="126"/>
                    <a:pt x="139" y="122"/>
                    <a:pt x="141" y="120"/>
                  </a:cubicBezTo>
                  <a:cubicBezTo>
                    <a:pt x="142" y="118"/>
                    <a:pt x="143" y="112"/>
                    <a:pt x="145" y="109"/>
                  </a:cubicBezTo>
                  <a:cubicBezTo>
                    <a:pt x="146" y="107"/>
                    <a:pt x="148" y="104"/>
                    <a:pt x="150" y="103"/>
                  </a:cubicBezTo>
                  <a:cubicBezTo>
                    <a:pt x="151" y="102"/>
                    <a:pt x="154" y="100"/>
                    <a:pt x="156" y="99"/>
                  </a:cubicBezTo>
                  <a:cubicBezTo>
                    <a:pt x="160" y="99"/>
                    <a:pt x="167" y="99"/>
                    <a:pt x="171" y="99"/>
                  </a:cubicBezTo>
                  <a:cubicBezTo>
                    <a:pt x="174" y="99"/>
                    <a:pt x="180" y="99"/>
                    <a:pt x="183" y="99"/>
                  </a:cubicBezTo>
                  <a:cubicBezTo>
                    <a:pt x="185" y="100"/>
                    <a:pt x="187" y="101"/>
                    <a:pt x="189" y="102"/>
                  </a:cubicBezTo>
                  <a:cubicBezTo>
                    <a:pt x="190" y="103"/>
                    <a:pt x="192" y="105"/>
                    <a:pt x="193" y="105"/>
                  </a:cubicBezTo>
                  <a:cubicBezTo>
                    <a:pt x="194" y="106"/>
                    <a:pt x="196" y="108"/>
                    <a:pt x="197" y="108"/>
                  </a:cubicBezTo>
                  <a:cubicBezTo>
                    <a:pt x="198" y="108"/>
                    <a:pt x="199" y="108"/>
                    <a:pt x="200" y="107"/>
                  </a:cubicBezTo>
                  <a:cubicBezTo>
                    <a:pt x="201" y="107"/>
                    <a:pt x="204" y="106"/>
                    <a:pt x="204" y="105"/>
                  </a:cubicBezTo>
                  <a:cubicBezTo>
                    <a:pt x="206" y="103"/>
                    <a:pt x="207" y="99"/>
                    <a:pt x="208" y="98"/>
                  </a:cubicBezTo>
                  <a:cubicBezTo>
                    <a:pt x="209" y="97"/>
                    <a:pt x="212" y="95"/>
                    <a:pt x="214" y="94"/>
                  </a:cubicBezTo>
                  <a:cubicBezTo>
                    <a:pt x="215" y="93"/>
                    <a:pt x="219" y="93"/>
                    <a:pt x="221" y="93"/>
                  </a:cubicBezTo>
                  <a:cubicBezTo>
                    <a:pt x="222" y="93"/>
                    <a:pt x="225" y="93"/>
                    <a:pt x="226" y="94"/>
                  </a:cubicBezTo>
                  <a:cubicBezTo>
                    <a:pt x="227" y="94"/>
                    <a:pt x="229" y="96"/>
                    <a:pt x="230" y="97"/>
                  </a:cubicBezTo>
                  <a:cubicBezTo>
                    <a:pt x="231" y="98"/>
                    <a:pt x="233" y="99"/>
                    <a:pt x="235" y="100"/>
                  </a:cubicBezTo>
                  <a:cubicBezTo>
                    <a:pt x="236" y="100"/>
                    <a:pt x="239" y="100"/>
                    <a:pt x="240" y="100"/>
                  </a:cubicBezTo>
                  <a:cubicBezTo>
                    <a:pt x="242" y="100"/>
                    <a:pt x="244" y="100"/>
                    <a:pt x="245" y="99"/>
                  </a:cubicBezTo>
                  <a:cubicBezTo>
                    <a:pt x="247" y="98"/>
                    <a:pt x="250" y="94"/>
                    <a:pt x="251" y="92"/>
                  </a:cubicBezTo>
                  <a:cubicBezTo>
                    <a:pt x="252" y="89"/>
                    <a:pt x="254" y="84"/>
                    <a:pt x="256" y="82"/>
                  </a:cubicBezTo>
                  <a:cubicBezTo>
                    <a:pt x="258" y="80"/>
                    <a:pt x="261" y="77"/>
                    <a:pt x="263" y="76"/>
                  </a:cubicBezTo>
                  <a:cubicBezTo>
                    <a:pt x="265" y="74"/>
                    <a:pt x="270" y="73"/>
                    <a:pt x="273" y="73"/>
                  </a:cubicBezTo>
                  <a:cubicBezTo>
                    <a:pt x="275" y="73"/>
                    <a:pt x="279" y="73"/>
                    <a:pt x="281" y="73"/>
                  </a:cubicBezTo>
                  <a:cubicBezTo>
                    <a:pt x="282" y="73"/>
                    <a:pt x="285" y="74"/>
                    <a:pt x="286" y="75"/>
                  </a:cubicBezTo>
                  <a:cubicBezTo>
                    <a:pt x="288" y="75"/>
                    <a:pt x="290" y="78"/>
                    <a:pt x="291" y="79"/>
                  </a:cubicBezTo>
                  <a:cubicBezTo>
                    <a:pt x="294" y="81"/>
                    <a:pt x="299" y="86"/>
                    <a:pt x="302" y="88"/>
                  </a:cubicBezTo>
                  <a:cubicBezTo>
                    <a:pt x="305" y="90"/>
                    <a:pt x="310" y="97"/>
                    <a:pt x="314" y="98"/>
                  </a:cubicBezTo>
                  <a:cubicBezTo>
                    <a:pt x="317" y="99"/>
                    <a:pt x="322" y="98"/>
                    <a:pt x="325" y="98"/>
                  </a:cubicBezTo>
                  <a:cubicBezTo>
                    <a:pt x="327" y="98"/>
                    <a:pt x="333" y="98"/>
                    <a:pt x="335" y="98"/>
                  </a:cubicBezTo>
                  <a:cubicBezTo>
                    <a:pt x="337" y="97"/>
                    <a:pt x="340" y="94"/>
                    <a:pt x="342" y="93"/>
                  </a:cubicBezTo>
                  <a:cubicBezTo>
                    <a:pt x="343" y="92"/>
                    <a:pt x="343" y="89"/>
                    <a:pt x="344" y="88"/>
                  </a:cubicBezTo>
                  <a:cubicBezTo>
                    <a:pt x="345" y="87"/>
                    <a:pt x="347" y="86"/>
                    <a:pt x="348" y="85"/>
                  </a:cubicBezTo>
                  <a:cubicBezTo>
                    <a:pt x="349" y="85"/>
                    <a:pt x="353" y="84"/>
                    <a:pt x="354" y="85"/>
                  </a:cubicBezTo>
                  <a:cubicBezTo>
                    <a:pt x="355" y="86"/>
                    <a:pt x="356" y="88"/>
                    <a:pt x="356" y="89"/>
                  </a:cubicBezTo>
                  <a:cubicBezTo>
                    <a:pt x="357" y="90"/>
                    <a:pt x="357" y="92"/>
                    <a:pt x="357" y="92"/>
                  </a:cubicBezTo>
                  <a:cubicBezTo>
                    <a:pt x="359" y="93"/>
                    <a:pt x="362" y="93"/>
                    <a:pt x="364" y="93"/>
                  </a:cubicBezTo>
                  <a:cubicBezTo>
                    <a:pt x="366" y="93"/>
                    <a:pt x="370" y="92"/>
                    <a:pt x="372" y="91"/>
                  </a:cubicBezTo>
                  <a:cubicBezTo>
                    <a:pt x="375" y="90"/>
                    <a:pt x="379" y="87"/>
                    <a:pt x="381" y="86"/>
                  </a:cubicBezTo>
                  <a:cubicBezTo>
                    <a:pt x="383" y="84"/>
                    <a:pt x="387" y="80"/>
                    <a:pt x="389" y="78"/>
                  </a:cubicBezTo>
                  <a:cubicBezTo>
                    <a:pt x="390" y="77"/>
                    <a:pt x="392" y="74"/>
                    <a:pt x="393" y="72"/>
                  </a:cubicBezTo>
                  <a:cubicBezTo>
                    <a:pt x="394" y="71"/>
                    <a:pt x="394" y="69"/>
                    <a:pt x="394" y="68"/>
                  </a:cubicBezTo>
                  <a:cubicBezTo>
                    <a:pt x="395" y="66"/>
                    <a:pt x="395" y="63"/>
                    <a:pt x="396" y="62"/>
                  </a:cubicBezTo>
                  <a:cubicBezTo>
                    <a:pt x="396" y="60"/>
                    <a:pt x="398" y="59"/>
                    <a:pt x="400" y="58"/>
                  </a:cubicBezTo>
                  <a:cubicBezTo>
                    <a:pt x="401" y="57"/>
                    <a:pt x="403" y="55"/>
                    <a:pt x="404" y="55"/>
                  </a:cubicBezTo>
                  <a:cubicBezTo>
                    <a:pt x="407" y="54"/>
                    <a:pt x="413" y="52"/>
                    <a:pt x="416" y="52"/>
                  </a:cubicBezTo>
                  <a:cubicBezTo>
                    <a:pt x="418" y="52"/>
                    <a:pt x="422" y="52"/>
                    <a:pt x="424" y="52"/>
                  </a:cubicBezTo>
                  <a:cubicBezTo>
                    <a:pt x="426" y="52"/>
                    <a:pt x="429" y="50"/>
                    <a:pt x="431" y="49"/>
                  </a:cubicBezTo>
                  <a:cubicBezTo>
                    <a:pt x="434" y="48"/>
                    <a:pt x="440" y="45"/>
                    <a:pt x="442" y="43"/>
                  </a:cubicBezTo>
                  <a:cubicBezTo>
                    <a:pt x="446" y="41"/>
                    <a:pt x="451" y="37"/>
                    <a:pt x="454" y="35"/>
                  </a:cubicBezTo>
                  <a:cubicBezTo>
                    <a:pt x="457" y="32"/>
                    <a:pt x="464" y="27"/>
                    <a:pt x="467" y="25"/>
                  </a:cubicBezTo>
                  <a:cubicBezTo>
                    <a:pt x="470" y="23"/>
                    <a:pt x="474" y="18"/>
                    <a:pt x="477" y="16"/>
                  </a:cubicBezTo>
                  <a:cubicBezTo>
                    <a:pt x="480" y="14"/>
                    <a:pt x="485" y="10"/>
                    <a:pt x="487" y="8"/>
                  </a:cubicBezTo>
                  <a:cubicBezTo>
                    <a:pt x="489" y="7"/>
                    <a:pt x="491" y="4"/>
                    <a:pt x="493" y="2"/>
                  </a:cubicBezTo>
                  <a:cubicBezTo>
                    <a:pt x="494" y="2"/>
                    <a:pt x="495" y="1"/>
                    <a:pt x="496" y="0"/>
                  </a:cubicBezTo>
                  <a:cubicBezTo>
                    <a:pt x="500" y="2"/>
                    <a:pt x="504" y="5"/>
                    <a:pt x="505" y="7"/>
                  </a:cubicBezTo>
                  <a:cubicBezTo>
                    <a:pt x="508" y="11"/>
                    <a:pt x="512" y="21"/>
                    <a:pt x="513" y="26"/>
                  </a:cubicBezTo>
                  <a:cubicBezTo>
                    <a:pt x="515" y="29"/>
                    <a:pt x="517" y="35"/>
                    <a:pt x="517" y="39"/>
                  </a:cubicBezTo>
                  <a:cubicBezTo>
                    <a:pt x="517" y="41"/>
                    <a:pt x="516" y="47"/>
                    <a:pt x="515" y="49"/>
                  </a:cubicBezTo>
                  <a:cubicBezTo>
                    <a:pt x="514" y="52"/>
                    <a:pt x="509" y="55"/>
                    <a:pt x="508" y="58"/>
                  </a:cubicBezTo>
                  <a:cubicBezTo>
                    <a:pt x="508" y="60"/>
                    <a:pt x="511" y="65"/>
                    <a:pt x="513" y="67"/>
                  </a:cubicBezTo>
                  <a:cubicBezTo>
                    <a:pt x="515" y="69"/>
                    <a:pt x="521" y="72"/>
                    <a:pt x="524" y="72"/>
                  </a:cubicBezTo>
                  <a:cubicBezTo>
                    <a:pt x="527" y="72"/>
                    <a:pt x="530" y="68"/>
                    <a:pt x="532" y="66"/>
                  </a:cubicBezTo>
                  <a:cubicBezTo>
                    <a:pt x="535" y="64"/>
                    <a:pt x="539" y="60"/>
                    <a:pt x="541" y="57"/>
                  </a:cubicBezTo>
                  <a:cubicBezTo>
                    <a:pt x="543" y="55"/>
                    <a:pt x="549" y="47"/>
                    <a:pt x="550" y="46"/>
                  </a:cubicBezTo>
                  <a:cubicBezTo>
                    <a:pt x="551" y="45"/>
                    <a:pt x="555" y="40"/>
                    <a:pt x="557" y="39"/>
                  </a:cubicBezTo>
                  <a:cubicBezTo>
                    <a:pt x="561" y="38"/>
                    <a:pt x="567" y="39"/>
                    <a:pt x="571" y="40"/>
                  </a:cubicBezTo>
                  <a:cubicBezTo>
                    <a:pt x="570" y="42"/>
                    <a:pt x="569" y="45"/>
                    <a:pt x="569" y="46"/>
                  </a:cubicBezTo>
                  <a:cubicBezTo>
                    <a:pt x="569" y="47"/>
                    <a:pt x="569" y="50"/>
                    <a:pt x="570" y="51"/>
                  </a:cubicBezTo>
                  <a:cubicBezTo>
                    <a:pt x="570" y="52"/>
                    <a:pt x="573" y="55"/>
                    <a:pt x="574" y="56"/>
                  </a:cubicBezTo>
                  <a:cubicBezTo>
                    <a:pt x="575" y="57"/>
                    <a:pt x="577" y="60"/>
                    <a:pt x="577" y="61"/>
                  </a:cubicBezTo>
                  <a:cubicBezTo>
                    <a:pt x="578" y="63"/>
                    <a:pt x="577" y="66"/>
                    <a:pt x="577" y="67"/>
                  </a:cubicBezTo>
                  <a:cubicBezTo>
                    <a:pt x="576" y="68"/>
                    <a:pt x="575" y="68"/>
                    <a:pt x="574" y="69"/>
                  </a:cubicBezTo>
                  <a:cubicBezTo>
                    <a:pt x="573" y="71"/>
                    <a:pt x="573" y="74"/>
                    <a:pt x="573" y="76"/>
                  </a:cubicBezTo>
                  <a:cubicBezTo>
                    <a:pt x="574" y="78"/>
                    <a:pt x="575" y="82"/>
                    <a:pt x="576" y="84"/>
                  </a:cubicBezTo>
                  <a:cubicBezTo>
                    <a:pt x="577" y="87"/>
                    <a:pt x="581" y="92"/>
                    <a:pt x="584" y="94"/>
                  </a:cubicBezTo>
                  <a:cubicBezTo>
                    <a:pt x="587" y="97"/>
                    <a:pt x="594" y="99"/>
                    <a:pt x="597" y="100"/>
                  </a:cubicBezTo>
                  <a:cubicBezTo>
                    <a:pt x="600" y="102"/>
                    <a:pt x="606" y="105"/>
                    <a:pt x="609" y="107"/>
                  </a:cubicBezTo>
                  <a:cubicBezTo>
                    <a:pt x="612" y="108"/>
                    <a:pt x="619" y="109"/>
                    <a:pt x="623" y="110"/>
                  </a:cubicBezTo>
                  <a:cubicBezTo>
                    <a:pt x="626" y="111"/>
                    <a:pt x="634" y="111"/>
                    <a:pt x="638" y="111"/>
                  </a:cubicBezTo>
                  <a:cubicBezTo>
                    <a:pt x="640" y="111"/>
                    <a:pt x="645" y="109"/>
                    <a:pt x="647" y="108"/>
                  </a:cubicBezTo>
                  <a:cubicBezTo>
                    <a:pt x="650" y="106"/>
                    <a:pt x="655" y="102"/>
                    <a:pt x="657" y="100"/>
                  </a:cubicBezTo>
                  <a:cubicBezTo>
                    <a:pt x="659" y="98"/>
                    <a:pt x="661" y="94"/>
                    <a:pt x="662" y="91"/>
                  </a:cubicBezTo>
                  <a:cubicBezTo>
                    <a:pt x="662" y="89"/>
                    <a:pt x="662" y="85"/>
                    <a:pt x="662" y="83"/>
                  </a:cubicBezTo>
                  <a:cubicBezTo>
                    <a:pt x="662" y="82"/>
                    <a:pt x="660" y="79"/>
                    <a:pt x="659" y="77"/>
                  </a:cubicBezTo>
                  <a:cubicBezTo>
                    <a:pt x="658" y="75"/>
                    <a:pt x="654" y="72"/>
                    <a:pt x="654" y="70"/>
                  </a:cubicBezTo>
                  <a:cubicBezTo>
                    <a:pt x="653" y="69"/>
                    <a:pt x="653" y="66"/>
                    <a:pt x="653" y="65"/>
                  </a:cubicBezTo>
                  <a:cubicBezTo>
                    <a:pt x="653" y="64"/>
                    <a:pt x="655" y="61"/>
                    <a:pt x="657" y="60"/>
                  </a:cubicBezTo>
                  <a:cubicBezTo>
                    <a:pt x="658" y="59"/>
                    <a:pt x="661" y="58"/>
                    <a:pt x="663" y="58"/>
                  </a:cubicBezTo>
                  <a:cubicBezTo>
                    <a:pt x="663" y="58"/>
                    <a:pt x="664" y="58"/>
                    <a:pt x="665" y="58"/>
                  </a:cubicBezTo>
                  <a:cubicBezTo>
                    <a:pt x="666" y="60"/>
                    <a:pt x="667" y="61"/>
                    <a:pt x="668" y="61"/>
                  </a:cubicBezTo>
                  <a:cubicBezTo>
                    <a:pt x="671" y="63"/>
                    <a:pt x="677" y="62"/>
                    <a:pt x="679" y="61"/>
                  </a:cubicBezTo>
                  <a:cubicBezTo>
                    <a:pt x="683" y="59"/>
                    <a:pt x="686" y="53"/>
                    <a:pt x="689" y="51"/>
                  </a:cubicBezTo>
                  <a:cubicBezTo>
                    <a:pt x="692" y="50"/>
                    <a:pt x="698" y="49"/>
                    <a:pt x="701" y="50"/>
                  </a:cubicBezTo>
                  <a:cubicBezTo>
                    <a:pt x="705" y="50"/>
                    <a:pt x="712" y="54"/>
                    <a:pt x="716" y="56"/>
                  </a:cubicBezTo>
                  <a:cubicBezTo>
                    <a:pt x="721" y="58"/>
                    <a:pt x="731" y="61"/>
                    <a:pt x="736" y="63"/>
                  </a:cubicBezTo>
                  <a:cubicBezTo>
                    <a:pt x="739" y="64"/>
                    <a:pt x="745" y="67"/>
                    <a:pt x="746" y="69"/>
                  </a:cubicBezTo>
                  <a:cubicBezTo>
                    <a:pt x="748" y="72"/>
                    <a:pt x="748" y="78"/>
                    <a:pt x="748" y="81"/>
                  </a:cubicBezTo>
                  <a:cubicBezTo>
                    <a:pt x="749" y="84"/>
                    <a:pt x="750" y="92"/>
                    <a:pt x="752" y="94"/>
                  </a:cubicBezTo>
                  <a:cubicBezTo>
                    <a:pt x="753" y="96"/>
                    <a:pt x="757" y="99"/>
                    <a:pt x="759" y="100"/>
                  </a:cubicBezTo>
                  <a:cubicBezTo>
                    <a:pt x="762" y="100"/>
                    <a:pt x="769" y="95"/>
                    <a:pt x="772" y="94"/>
                  </a:cubicBezTo>
                  <a:cubicBezTo>
                    <a:pt x="776" y="93"/>
                    <a:pt x="783" y="92"/>
                    <a:pt x="787" y="92"/>
                  </a:cubicBezTo>
                  <a:cubicBezTo>
                    <a:pt x="791" y="93"/>
                    <a:pt x="798" y="95"/>
                    <a:pt x="801" y="97"/>
                  </a:cubicBezTo>
                  <a:cubicBezTo>
                    <a:pt x="806" y="100"/>
                    <a:pt x="813" y="109"/>
                    <a:pt x="816" y="113"/>
                  </a:cubicBezTo>
                  <a:cubicBezTo>
                    <a:pt x="818" y="116"/>
                    <a:pt x="822" y="123"/>
                    <a:pt x="824" y="126"/>
                  </a:cubicBezTo>
                  <a:cubicBezTo>
                    <a:pt x="827" y="131"/>
                    <a:pt x="834" y="142"/>
                    <a:pt x="837" y="147"/>
                  </a:cubicBezTo>
                  <a:cubicBezTo>
                    <a:pt x="840" y="151"/>
                    <a:pt x="847" y="159"/>
                    <a:pt x="849" y="163"/>
                  </a:cubicBezTo>
                  <a:cubicBezTo>
                    <a:pt x="851" y="166"/>
                    <a:pt x="854" y="170"/>
                    <a:pt x="855" y="173"/>
                  </a:cubicBezTo>
                  <a:cubicBezTo>
                    <a:pt x="856" y="176"/>
                    <a:pt x="853" y="181"/>
                    <a:pt x="853" y="184"/>
                  </a:cubicBezTo>
                  <a:cubicBezTo>
                    <a:pt x="853" y="187"/>
                    <a:pt x="855" y="194"/>
                    <a:pt x="856" y="197"/>
                  </a:cubicBezTo>
                  <a:cubicBezTo>
                    <a:pt x="857" y="200"/>
                    <a:pt x="859" y="206"/>
                    <a:pt x="862" y="207"/>
                  </a:cubicBezTo>
                  <a:cubicBezTo>
                    <a:pt x="864" y="207"/>
                    <a:pt x="867" y="203"/>
                    <a:pt x="869" y="201"/>
                  </a:cubicBezTo>
                  <a:cubicBezTo>
                    <a:pt x="871" y="200"/>
                    <a:pt x="873" y="196"/>
                    <a:pt x="875" y="195"/>
                  </a:cubicBezTo>
                  <a:cubicBezTo>
                    <a:pt x="878" y="195"/>
                    <a:pt x="883" y="196"/>
                    <a:pt x="886" y="196"/>
                  </a:cubicBezTo>
                  <a:cubicBezTo>
                    <a:pt x="890" y="198"/>
                    <a:pt x="897" y="203"/>
                    <a:pt x="901" y="204"/>
                  </a:cubicBezTo>
                  <a:cubicBezTo>
                    <a:pt x="904" y="205"/>
                    <a:pt x="910" y="204"/>
                    <a:pt x="913" y="204"/>
                  </a:cubicBezTo>
                  <a:cubicBezTo>
                    <a:pt x="916" y="204"/>
                    <a:pt x="921" y="204"/>
                    <a:pt x="923" y="206"/>
                  </a:cubicBezTo>
                  <a:cubicBezTo>
                    <a:pt x="925" y="208"/>
                    <a:pt x="928" y="212"/>
                    <a:pt x="928" y="215"/>
                  </a:cubicBezTo>
                  <a:cubicBezTo>
                    <a:pt x="928" y="216"/>
                    <a:pt x="925" y="218"/>
                    <a:pt x="924" y="219"/>
                  </a:cubicBezTo>
                  <a:cubicBezTo>
                    <a:pt x="923" y="220"/>
                    <a:pt x="919" y="220"/>
                    <a:pt x="918" y="221"/>
                  </a:cubicBezTo>
                  <a:cubicBezTo>
                    <a:pt x="916" y="223"/>
                    <a:pt x="918" y="228"/>
                    <a:pt x="917" y="230"/>
                  </a:cubicBezTo>
                  <a:cubicBezTo>
                    <a:pt x="916" y="232"/>
                    <a:pt x="914" y="235"/>
                    <a:pt x="913" y="236"/>
                  </a:cubicBezTo>
                  <a:cubicBezTo>
                    <a:pt x="911" y="238"/>
                    <a:pt x="906" y="240"/>
                    <a:pt x="904" y="241"/>
                  </a:cubicBezTo>
                  <a:cubicBezTo>
                    <a:pt x="901" y="243"/>
                    <a:pt x="896" y="245"/>
                    <a:pt x="893" y="247"/>
                  </a:cubicBezTo>
                  <a:cubicBezTo>
                    <a:pt x="888" y="250"/>
                    <a:pt x="879" y="257"/>
                    <a:pt x="875" y="260"/>
                  </a:cubicBezTo>
                  <a:cubicBezTo>
                    <a:pt x="873" y="262"/>
                    <a:pt x="870" y="266"/>
                    <a:pt x="868" y="268"/>
                  </a:cubicBezTo>
                  <a:cubicBezTo>
                    <a:pt x="866" y="271"/>
                    <a:pt x="862" y="275"/>
                    <a:pt x="861" y="277"/>
                  </a:cubicBezTo>
                  <a:cubicBezTo>
                    <a:pt x="860" y="280"/>
                    <a:pt x="857" y="285"/>
                    <a:pt x="858" y="288"/>
                  </a:cubicBezTo>
                  <a:cubicBezTo>
                    <a:pt x="858" y="290"/>
                    <a:pt x="861" y="293"/>
                    <a:pt x="863" y="294"/>
                  </a:cubicBezTo>
                  <a:cubicBezTo>
                    <a:pt x="865" y="295"/>
                    <a:pt x="872" y="295"/>
                    <a:pt x="873" y="297"/>
                  </a:cubicBezTo>
                  <a:cubicBezTo>
                    <a:pt x="874" y="300"/>
                    <a:pt x="873" y="305"/>
                    <a:pt x="871" y="307"/>
                  </a:cubicBezTo>
                  <a:cubicBezTo>
                    <a:pt x="870" y="309"/>
                    <a:pt x="865" y="311"/>
                    <a:pt x="865" y="313"/>
                  </a:cubicBezTo>
                  <a:cubicBezTo>
                    <a:pt x="865" y="315"/>
                    <a:pt x="867" y="317"/>
                    <a:pt x="869" y="318"/>
                  </a:cubicBezTo>
                  <a:cubicBezTo>
                    <a:pt x="870" y="320"/>
                    <a:pt x="873" y="321"/>
                    <a:pt x="875" y="322"/>
                  </a:cubicBezTo>
                  <a:cubicBezTo>
                    <a:pt x="877" y="324"/>
                    <a:pt x="880" y="328"/>
                    <a:pt x="882" y="330"/>
                  </a:cubicBezTo>
                  <a:cubicBezTo>
                    <a:pt x="884" y="333"/>
                    <a:pt x="887" y="338"/>
                    <a:pt x="889" y="341"/>
                  </a:cubicBezTo>
                  <a:cubicBezTo>
                    <a:pt x="891" y="344"/>
                    <a:pt x="895" y="351"/>
                    <a:pt x="898" y="352"/>
                  </a:cubicBezTo>
                  <a:cubicBezTo>
                    <a:pt x="901" y="353"/>
                    <a:pt x="907" y="350"/>
                    <a:pt x="909" y="349"/>
                  </a:cubicBezTo>
                  <a:cubicBezTo>
                    <a:pt x="912" y="348"/>
                    <a:pt x="915" y="344"/>
                    <a:pt x="917" y="343"/>
                  </a:cubicBezTo>
                  <a:cubicBezTo>
                    <a:pt x="919" y="343"/>
                    <a:pt x="924" y="347"/>
                    <a:pt x="926" y="347"/>
                  </a:cubicBezTo>
                  <a:cubicBezTo>
                    <a:pt x="928" y="347"/>
                    <a:pt x="932" y="345"/>
                    <a:pt x="934" y="345"/>
                  </a:cubicBezTo>
                  <a:cubicBezTo>
                    <a:pt x="937" y="346"/>
                    <a:pt x="940" y="350"/>
                    <a:pt x="943" y="351"/>
                  </a:cubicBezTo>
                  <a:cubicBezTo>
                    <a:pt x="944" y="351"/>
                    <a:pt x="948" y="350"/>
                    <a:pt x="949" y="349"/>
                  </a:cubicBezTo>
                  <a:cubicBezTo>
                    <a:pt x="951" y="348"/>
                    <a:pt x="954" y="344"/>
                    <a:pt x="956" y="343"/>
                  </a:cubicBezTo>
                  <a:cubicBezTo>
                    <a:pt x="959" y="342"/>
                    <a:pt x="965" y="345"/>
                    <a:pt x="968" y="346"/>
                  </a:cubicBezTo>
                  <a:cubicBezTo>
                    <a:pt x="970" y="348"/>
                    <a:pt x="974" y="352"/>
                    <a:pt x="976" y="353"/>
                  </a:cubicBezTo>
                  <a:cubicBezTo>
                    <a:pt x="978" y="355"/>
                    <a:pt x="982" y="357"/>
                    <a:pt x="983" y="359"/>
                  </a:cubicBezTo>
                  <a:cubicBezTo>
                    <a:pt x="985" y="363"/>
                    <a:pt x="984" y="373"/>
                    <a:pt x="984" y="377"/>
                  </a:cubicBezTo>
                  <a:cubicBezTo>
                    <a:pt x="984" y="380"/>
                    <a:pt x="982" y="386"/>
                    <a:pt x="983" y="389"/>
                  </a:cubicBezTo>
                  <a:cubicBezTo>
                    <a:pt x="984" y="392"/>
                    <a:pt x="992" y="393"/>
                    <a:pt x="995" y="395"/>
                  </a:cubicBezTo>
                  <a:cubicBezTo>
                    <a:pt x="997" y="396"/>
                    <a:pt x="1003" y="397"/>
                    <a:pt x="1005" y="399"/>
                  </a:cubicBezTo>
                  <a:cubicBezTo>
                    <a:pt x="1007" y="401"/>
                    <a:pt x="1008" y="406"/>
                    <a:pt x="1009" y="408"/>
                  </a:cubicBezTo>
                  <a:cubicBezTo>
                    <a:pt x="1010" y="412"/>
                    <a:pt x="1012" y="419"/>
                    <a:pt x="1011" y="423"/>
                  </a:cubicBezTo>
                  <a:cubicBezTo>
                    <a:pt x="1010" y="429"/>
                    <a:pt x="1003" y="438"/>
                    <a:pt x="1001" y="443"/>
                  </a:cubicBezTo>
                  <a:cubicBezTo>
                    <a:pt x="998" y="448"/>
                    <a:pt x="992" y="458"/>
                    <a:pt x="990" y="463"/>
                  </a:cubicBezTo>
                  <a:cubicBezTo>
                    <a:pt x="989" y="466"/>
                    <a:pt x="985" y="475"/>
                    <a:pt x="986" y="479"/>
                  </a:cubicBezTo>
                  <a:cubicBezTo>
                    <a:pt x="986" y="481"/>
                    <a:pt x="988" y="486"/>
                    <a:pt x="990" y="489"/>
                  </a:cubicBezTo>
                  <a:cubicBezTo>
                    <a:pt x="992" y="492"/>
                    <a:pt x="999" y="499"/>
                    <a:pt x="1000" y="499"/>
                  </a:cubicBezTo>
                  <a:cubicBezTo>
                    <a:pt x="1001" y="500"/>
                    <a:pt x="1011" y="503"/>
                    <a:pt x="1014" y="506"/>
                  </a:cubicBezTo>
                  <a:cubicBezTo>
                    <a:pt x="1017" y="508"/>
                    <a:pt x="1022" y="514"/>
                    <a:pt x="1024" y="518"/>
                  </a:cubicBezTo>
                  <a:cubicBezTo>
                    <a:pt x="1026" y="522"/>
                    <a:pt x="1028" y="531"/>
                    <a:pt x="1027" y="536"/>
                  </a:cubicBezTo>
                  <a:cubicBezTo>
                    <a:pt x="1027" y="539"/>
                    <a:pt x="1025" y="547"/>
                    <a:pt x="1023" y="550"/>
                  </a:cubicBezTo>
                  <a:cubicBezTo>
                    <a:pt x="1019" y="554"/>
                    <a:pt x="1008" y="558"/>
                    <a:pt x="1003" y="559"/>
                  </a:cubicBezTo>
                  <a:cubicBezTo>
                    <a:pt x="1001" y="560"/>
                    <a:pt x="995" y="560"/>
                    <a:pt x="993" y="560"/>
                  </a:cubicBezTo>
                  <a:cubicBezTo>
                    <a:pt x="989" y="558"/>
                    <a:pt x="984" y="552"/>
                    <a:pt x="981" y="550"/>
                  </a:cubicBezTo>
                  <a:cubicBezTo>
                    <a:pt x="978" y="549"/>
                    <a:pt x="972" y="548"/>
                    <a:pt x="970" y="549"/>
                  </a:cubicBezTo>
                  <a:cubicBezTo>
                    <a:pt x="967" y="549"/>
                    <a:pt x="962" y="552"/>
                    <a:pt x="960" y="553"/>
                  </a:cubicBezTo>
                  <a:cubicBezTo>
                    <a:pt x="958" y="555"/>
                    <a:pt x="953" y="559"/>
                    <a:pt x="951" y="561"/>
                  </a:cubicBezTo>
                  <a:cubicBezTo>
                    <a:pt x="949" y="564"/>
                    <a:pt x="947" y="569"/>
                    <a:pt x="946" y="572"/>
                  </a:cubicBezTo>
                  <a:cubicBezTo>
                    <a:pt x="945" y="577"/>
                    <a:pt x="945" y="587"/>
                    <a:pt x="944" y="592"/>
                  </a:cubicBezTo>
                  <a:cubicBezTo>
                    <a:pt x="943" y="596"/>
                    <a:pt x="943" y="607"/>
                    <a:pt x="940" y="610"/>
                  </a:cubicBezTo>
                  <a:cubicBezTo>
                    <a:pt x="939" y="613"/>
                    <a:pt x="932" y="615"/>
                    <a:pt x="929" y="616"/>
                  </a:cubicBezTo>
                  <a:cubicBezTo>
                    <a:pt x="925" y="616"/>
                    <a:pt x="918" y="614"/>
                    <a:pt x="915" y="614"/>
                  </a:cubicBezTo>
                  <a:cubicBezTo>
                    <a:pt x="911" y="615"/>
                    <a:pt x="903" y="615"/>
                    <a:pt x="900" y="618"/>
                  </a:cubicBezTo>
                  <a:cubicBezTo>
                    <a:pt x="897" y="620"/>
                    <a:pt x="895" y="629"/>
                    <a:pt x="893" y="632"/>
                  </a:cubicBezTo>
                  <a:cubicBezTo>
                    <a:pt x="891" y="635"/>
                    <a:pt x="887" y="641"/>
                    <a:pt x="884" y="643"/>
                  </a:cubicBezTo>
                  <a:cubicBezTo>
                    <a:pt x="881" y="644"/>
                    <a:pt x="875" y="644"/>
                    <a:pt x="872" y="645"/>
                  </a:cubicBezTo>
                  <a:cubicBezTo>
                    <a:pt x="869" y="646"/>
                    <a:pt x="862" y="648"/>
                    <a:pt x="860" y="651"/>
                  </a:cubicBezTo>
                  <a:cubicBezTo>
                    <a:pt x="858" y="653"/>
                    <a:pt x="857" y="659"/>
                    <a:pt x="857" y="662"/>
                  </a:cubicBezTo>
                  <a:cubicBezTo>
                    <a:pt x="856" y="665"/>
                    <a:pt x="858" y="671"/>
                    <a:pt x="859" y="674"/>
                  </a:cubicBezTo>
                  <a:cubicBezTo>
                    <a:pt x="861" y="678"/>
                    <a:pt x="869" y="684"/>
                    <a:pt x="872" y="688"/>
                  </a:cubicBezTo>
                  <a:cubicBezTo>
                    <a:pt x="874" y="690"/>
                    <a:pt x="878" y="695"/>
                    <a:pt x="878" y="698"/>
                  </a:cubicBezTo>
                  <a:cubicBezTo>
                    <a:pt x="879" y="702"/>
                    <a:pt x="874" y="709"/>
                    <a:pt x="871" y="712"/>
                  </a:cubicBezTo>
                  <a:cubicBezTo>
                    <a:pt x="867" y="714"/>
                    <a:pt x="858" y="714"/>
                    <a:pt x="853" y="715"/>
                  </a:cubicBezTo>
                  <a:cubicBezTo>
                    <a:pt x="851" y="716"/>
                    <a:pt x="846" y="717"/>
                    <a:pt x="844" y="718"/>
                  </a:cubicBezTo>
                  <a:cubicBezTo>
                    <a:pt x="842" y="719"/>
                    <a:pt x="837" y="723"/>
                    <a:pt x="837" y="726"/>
                  </a:cubicBezTo>
                  <a:cubicBezTo>
                    <a:pt x="837" y="730"/>
                    <a:pt x="843" y="736"/>
                    <a:pt x="844" y="740"/>
                  </a:cubicBezTo>
                  <a:cubicBezTo>
                    <a:pt x="846" y="744"/>
                    <a:pt x="849" y="752"/>
                    <a:pt x="848" y="757"/>
                  </a:cubicBezTo>
                  <a:cubicBezTo>
                    <a:pt x="847" y="759"/>
                    <a:pt x="843" y="764"/>
                    <a:pt x="841" y="765"/>
                  </a:cubicBezTo>
                  <a:cubicBezTo>
                    <a:pt x="838" y="766"/>
                    <a:pt x="832" y="764"/>
                    <a:pt x="829" y="763"/>
                  </a:cubicBezTo>
                  <a:cubicBezTo>
                    <a:pt x="827" y="763"/>
                    <a:pt x="822" y="762"/>
                    <a:pt x="821" y="761"/>
                  </a:cubicBezTo>
                  <a:cubicBezTo>
                    <a:pt x="818" y="758"/>
                    <a:pt x="818" y="750"/>
                    <a:pt x="818" y="746"/>
                  </a:cubicBezTo>
                  <a:cubicBezTo>
                    <a:pt x="818" y="743"/>
                    <a:pt x="821" y="736"/>
                    <a:pt x="821" y="733"/>
                  </a:cubicBezTo>
                  <a:cubicBezTo>
                    <a:pt x="821" y="730"/>
                    <a:pt x="821" y="725"/>
                    <a:pt x="819" y="723"/>
                  </a:cubicBezTo>
                  <a:cubicBezTo>
                    <a:pt x="818" y="721"/>
                    <a:pt x="814" y="720"/>
                    <a:pt x="812" y="720"/>
                  </a:cubicBezTo>
                  <a:cubicBezTo>
                    <a:pt x="809" y="719"/>
                    <a:pt x="802" y="720"/>
                    <a:pt x="800" y="721"/>
                  </a:cubicBezTo>
                  <a:cubicBezTo>
                    <a:pt x="795" y="724"/>
                    <a:pt x="792" y="735"/>
                    <a:pt x="789" y="738"/>
                  </a:cubicBezTo>
                  <a:cubicBezTo>
                    <a:pt x="787" y="740"/>
                    <a:pt x="781" y="743"/>
                    <a:pt x="779" y="743"/>
                  </a:cubicBezTo>
                  <a:cubicBezTo>
                    <a:pt x="775" y="743"/>
                    <a:pt x="767" y="740"/>
                    <a:pt x="765" y="737"/>
                  </a:cubicBezTo>
                  <a:cubicBezTo>
                    <a:pt x="762" y="735"/>
                    <a:pt x="760" y="729"/>
                    <a:pt x="759" y="726"/>
                  </a:cubicBezTo>
                  <a:cubicBezTo>
                    <a:pt x="758" y="723"/>
                    <a:pt x="759" y="716"/>
                    <a:pt x="757" y="714"/>
                  </a:cubicBezTo>
                  <a:cubicBezTo>
                    <a:pt x="756" y="712"/>
                    <a:pt x="754" y="710"/>
                    <a:pt x="752" y="709"/>
                  </a:cubicBezTo>
                  <a:cubicBezTo>
                    <a:pt x="753" y="707"/>
                    <a:pt x="754" y="705"/>
                    <a:pt x="755" y="703"/>
                  </a:cubicBezTo>
                  <a:cubicBezTo>
                    <a:pt x="757" y="701"/>
                    <a:pt x="760" y="697"/>
                    <a:pt x="762" y="695"/>
                  </a:cubicBezTo>
                  <a:cubicBezTo>
                    <a:pt x="763" y="693"/>
                    <a:pt x="764" y="690"/>
                    <a:pt x="764" y="688"/>
                  </a:cubicBezTo>
                  <a:cubicBezTo>
                    <a:pt x="764" y="687"/>
                    <a:pt x="765" y="684"/>
                    <a:pt x="764" y="683"/>
                  </a:cubicBezTo>
                  <a:cubicBezTo>
                    <a:pt x="764" y="681"/>
                    <a:pt x="762" y="679"/>
                    <a:pt x="761" y="678"/>
                  </a:cubicBezTo>
                  <a:cubicBezTo>
                    <a:pt x="760" y="678"/>
                    <a:pt x="758" y="677"/>
                    <a:pt x="757" y="677"/>
                  </a:cubicBezTo>
                  <a:cubicBezTo>
                    <a:pt x="755" y="677"/>
                    <a:pt x="752" y="678"/>
                    <a:pt x="751" y="677"/>
                  </a:cubicBezTo>
                  <a:cubicBezTo>
                    <a:pt x="750" y="677"/>
                    <a:pt x="749" y="676"/>
                    <a:pt x="749" y="675"/>
                  </a:cubicBezTo>
                  <a:cubicBezTo>
                    <a:pt x="748" y="673"/>
                    <a:pt x="745" y="670"/>
                    <a:pt x="744" y="668"/>
                  </a:cubicBezTo>
                  <a:cubicBezTo>
                    <a:pt x="744" y="666"/>
                    <a:pt x="746" y="663"/>
                    <a:pt x="747" y="661"/>
                  </a:cubicBezTo>
                  <a:cubicBezTo>
                    <a:pt x="747" y="659"/>
                    <a:pt x="748" y="654"/>
                    <a:pt x="748" y="654"/>
                  </a:cubicBezTo>
                  <a:cubicBezTo>
                    <a:pt x="748" y="572"/>
                    <a:pt x="748" y="572"/>
                    <a:pt x="748" y="572"/>
                  </a:cubicBezTo>
                  <a:cubicBezTo>
                    <a:pt x="748" y="572"/>
                    <a:pt x="744" y="567"/>
                    <a:pt x="742" y="566"/>
                  </a:cubicBezTo>
                  <a:cubicBezTo>
                    <a:pt x="741" y="563"/>
                    <a:pt x="737" y="559"/>
                    <a:pt x="736" y="557"/>
                  </a:cubicBezTo>
                  <a:cubicBezTo>
                    <a:pt x="733" y="554"/>
                    <a:pt x="728" y="549"/>
                    <a:pt x="725" y="547"/>
                  </a:cubicBezTo>
                  <a:cubicBezTo>
                    <a:pt x="722" y="545"/>
                    <a:pt x="717" y="543"/>
                    <a:pt x="714" y="542"/>
                  </a:cubicBezTo>
                  <a:cubicBezTo>
                    <a:pt x="712" y="541"/>
                    <a:pt x="709" y="538"/>
                    <a:pt x="707" y="537"/>
                  </a:cubicBezTo>
                  <a:cubicBezTo>
                    <a:pt x="704" y="536"/>
                    <a:pt x="697" y="537"/>
                    <a:pt x="694" y="537"/>
                  </a:cubicBezTo>
                  <a:cubicBezTo>
                    <a:pt x="691" y="537"/>
                    <a:pt x="684" y="538"/>
                    <a:pt x="681" y="538"/>
                  </a:cubicBezTo>
                  <a:cubicBezTo>
                    <a:pt x="678" y="538"/>
                    <a:pt x="672" y="537"/>
                    <a:pt x="669" y="537"/>
                  </a:cubicBezTo>
                  <a:cubicBezTo>
                    <a:pt x="668" y="536"/>
                    <a:pt x="664" y="536"/>
                    <a:pt x="662" y="535"/>
                  </a:cubicBezTo>
                  <a:cubicBezTo>
                    <a:pt x="661" y="534"/>
                    <a:pt x="658" y="531"/>
                    <a:pt x="657" y="530"/>
                  </a:cubicBezTo>
                  <a:cubicBezTo>
                    <a:pt x="655" y="529"/>
                    <a:pt x="652" y="526"/>
                    <a:pt x="651" y="525"/>
                  </a:cubicBezTo>
                  <a:cubicBezTo>
                    <a:pt x="649" y="524"/>
                    <a:pt x="644" y="523"/>
                    <a:pt x="642" y="524"/>
                  </a:cubicBezTo>
                  <a:cubicBezTo>
                    <a:pt x="640" y="524"/>
                    <a:pt x="636" y="525"/>
                    <a:pt x="635" y="526"/>
                  </a:cubicBezTo>
                  <a:cubicBezTo>
                    <a:pt x="633" y="527"/>
                    <a:pt x="631" y="530"/>
                    <a:pt x="630" y="531"/>
                  </a:cubicBezTo>
                  <a:cubicBezTo>
                    <a:pt x="629" y="533"/>
                    <a:pt x="628" y="536"/>
                    <a:pt x="627" y="537"/>
                  </a:cubicBezTo>
                  <a:cubicBezTo>
                    <a:pt x="627" y="539"/>
                    <a:pt x="628" y="543"/>
                    <a:pt x="629" y="545"/>
                  </a:cubicBezTo>
                  <a:cubicBezTo>
                    <a:pt x="629" y="547"/>
                    <a:pt x="632" y="550"/>
                    <a:pt x="632" y="551"/>
                  </a:cubicBezTo>
                  <a:cubicBezTo>
                    <a:pt x="633" y="553"/>
                    <a:pt x="635" y="556"/>
                    <a:pt x="635" y="557"/>
                  </a:cubicBezTo>
                  <a:cubicBezTo>
                    <a:pt x="636" y="560"/>
                    <a:pt x="634" y="565"/>
                    <a:pt x="634" y="568"/>
                  </a:cubicBezTo>
                  <a:cubicBezTo>
                    <a:pt x="633" y="571"/>
                    <a:pt x="633" y="575"/>
                    <a:pt x="632" y="577"/>
                  </a:cubicBezTo>
                  <a:cubicBezTo>
                    <a:pt x="632" y="579"/>
                    <a:pt x="629" y="581"/>
                    <a:pt x="628" y="583"/>
                  </a:cubicBezTo>
                  <a:cubicBezTo>
                    <a:pt x="628" y="584"/>
                    <a:pt x="627" y="586"/>
                    <a:pt x="627" y="587"/>
                  </a:cubicBezTo>
                  <a:cubicBezTo>
                    <a:pt x="627" y="589"/>
                    <a:pt x="627" y="592"/>
                    <a:pt x="628" y="593"/>
                  </a:cubicBezTo>
                  <a:cubicBezTo>
                    <a:pt x="628" y="594"/>
                    <a:pt x="632" y="594"/>
                    <a:pt x="633" y="594"/>
                  </a:cubicBezTo>
                  <a:cubicBezTo>
                    <a:pt x="634" y="594"/>
                    <a:pt x="637" y="592"/>
                    <a:pt x="638" y="592"/>
                  </a:cubicBezTo>
                  <a:cubicBezTo>
                    <a:pt x="640" y="592"/>
                    <a:pt x="643" y="592"/>
                    <a:pt x="645" y="592"/>
                  </a:cubicBezTo>
                  <a:cubicBezTo>
                    <a:pt x="647" y="592"/>
                    <a:pt x="651" y="592"/>
                    <a:pt x="652" y="593"/>
                  </a:cubicBezTo>
                  <a:cubicBezTo>
                    <a:pt x="652" y="594"/>
                    <a:pt x="652" y="597"/>
                    <a:pt x="652" y="598"/>
                  </a:cubicBezTo>
                  <a:cubicBezTo>
                    <a:pt x="652" y="600"/>
                    <a:pt x="652" y="604"/>
                    <a:pt x="651" y="606"/>
                  </a:cubicBezTo>
                  <a:cubicBezTo>
                    <a:pt x="650" y="608"/>
                    <a:pt x="646" y="610"/>
                    <a:pt x="644" y="611"/>
                  </a:cubicBezTo>
                  <a:cubicBezTo>
                    <a:pt x="643" y="611"/>
                    <a:pt x="640" y="612"/>
                    <a:pt x="639" y="612"/>
                  </a:cubicBezTo>
                  <a:cubicBezTo>
                    <a:pt x="637" y="613"/>
                    <a:pt x="632" y="614"/>
                    <a:pt x="630" y="614"/>
                  </a:cubicBezTo>
                  <a:cubicBezTo>
                    <a:pt x="627" y="615"/>
                    <a:pt x="621" y="613"/>
                    <a:pt x="617" y="613"/>
                  </a:cubicBezTo>
                  <a:cubicBezTo>
                    <a:pt x="615" y="613"/>
                    <a:pt x="611" y="614"/>
                    <a:pt x="609" y="615"/>
                  </a:cubicBezTo>
                  <a:cubicBezTo>
                    <a:pt x="607" y="616"/>
                    <a:pt x="605" y="619"/>
                    <a:pt x="604" y="621"/>
                  </a:cubicBezTo>
                  <a:cubicBezTo>
                    <a:pt x="603" y="622"/>
                    <a:pt x="600" y="624"/>
                    <a:pt x="599" y="624"/>
                  </a:cubicBezTo>
                  <a:cubicBezTo>
                    <a:pt x="597" y="624"/>
                    <a:pt x="595" y="622"/>
                    <a:pt x="594" y="621"/>
                  </a:cubicBezTo>
                  <a:cubicBezTo>
                    <a:pt x="592" y="620"/>
                    <a:pt x="588" y="615"/>
                    <a:pt x="586" y="614"/>
                  </a:cubicBezTo>
                  <a:cubicBezTo>
                    <a:pt x="585" y="613"/>
                    <a:pt x="581" y="612"/>
                    <a:pt x="579" y="612"/>
                  </a:cubicBezTo>
                  <a:cubicBezTo>
                    <a:pt x="576" y="611"/>
                    <a:pt x="570" y="611"/>
                    <a:pt x="566" y="611"/>
                  </a:cubicBezTo>
                  <a:cubicBezTo>
                    <a:pt x="564" y="612"/>
                    <a:pt x="560" y="612"/>
                    <a:pt x="558" y="613"/>
                  </a:cubicBezTo>
                  <a:cubicBezTo>
                    <a:pt x="556" y="614"/>
                    <a:pt x="553" y="617"/>
                    <a:pt x="551" y="618"/>
                  </a:cubicBezTo>
                  <a:cubicBezTo>
                    <a:pt x="548" y="618"/>
                    <a:pt x="543" y="618"/>
                    <a:pt x="541" y="617"/>
                  </a:cubicBezTo>
                  <a:cubicBezTo>
                    <a:pt x="540" y="617"/>
                    <a:pt x="538" y="614"/>
                    <a:pt x="538" y="612"/>
                  </a:cubicBezTo>
                  <a:cubicBezTo>
                    <a:pt x="537" y="610"/>
                    <a:pt x="538" y="604"/>
                    <a:pt x="539" y="601"/>
                  </a:cubicBezTo>
                  <a:cubicBezTo>
                    <a:pt x="540" y="599"/>
                    <a:pt x="545" y="597"/>
                    <a:pt x="547" y="595"/>
                  </a:cubicBezTo>
                  <a:cubicBezTo>
                    <a:pt x="548" y="593"/>
                    <a:pt x="552" y="591"/>
                    <a:pt x="553" y="589"/>
                  </a:cubicBezTo>
                  <a:cubicBezTo>
                    <a:pt x="554" y="587"/>
                    <a:pt x="557" y="584"/>
                    <a:pt x="557" y="582"/>
                  </a:cubicBezTo>
                  <a:cubicBezTo>
                    <a:pt x="557" y="580"/>
                    <a:pt x="557" y="576"/>
                    <a:pt x="556" y="574"/>
                  </a:cubicBezTo>
                  <a:cubicBezTo>
                    <a:pt x="555" y="573"/>
                    <a:pt x="553" y="570"/>
                    <a:pt x="552" y="569"/>
                  </a:cubicBezTo>
                  <a:cubicBezTo>
                    <a:pt x="550" y="568"/>
                    <a:pt x="547" y="567"/>
                    <a:pt x="546" y="566"/>
                  </a:cubicBezTo>
                  <a:cubicBezTo>
                    <a:pt x="543" y="565"/>
                    <a:pt x="538" y="565"/>
                    <a:pt x="535" y="565"/>
                  </a:cubicBezTo>
                  <a:cubicBezTo>
                    <a:pt x="533" y="564"/>
                    <a:pt x="529" y="562"/>
                    <a:pt x="528" y="561"/>
                  </a:cubicBezTo>
                  <a:cubicBezTo>
                    <a:pt x="526" y="560"/>
                    <a:pt x="524" y="557"/>
                    <a:pt x="523" y="556"/>
                  </a:cubicBezTo>
                  <a:cubicBezTo>
                    <a:pt x="522" y="553"/>
                    <a:pt x="522" y="548"/>
                    <a:pt x="523" y="546"/>
                  </a:cubicBezTo>
                  <a:cubicBezTo>
                    <a:pt x="523" y="544"/>
                    <a:pt x="527" y="543"/>
                    <a:pt x="528" y="541"/>
                  </a:cubicBezTo>
                  <a:cubicBezTo>
                    <a:pt x="530" y="540"/>
                    <a:pt x="533" y="539"/>
                    <a:pt x="534" y="537"/>
                  </a:cubicBezTo>
                  <a:cubicBezTo>
                    <a:pt x="535" y="537"/>
                    <a:pt x="536" y="535"/>
                    <a:pt x="537" y="534"/>
                  </a:cubicBezTo>
                  <a:cubicBezTo>
                    <a:pt x="537" y="534"/>
                    <a:pt x="538" y="532"/>
                    <a:pt x="538" y="531"/>
                  </a:cubicBezTo>
                  <a:cubicBezTo>
                    <a:pt x="537" y="531"/>
                    <a:pt x="535" y="530"/>
                    <a:pt x="535" y="529"/>
                  </a:cubicBezTo>
                  <a:cubicBezTo>
                    <a:pt x="534" y="528"/>
                    <a:pt x="533" y="526"/>
                    <a:pt x="533" y="524"/>
                  </a:cubicBezTo>
                  <a:cubicBezTo>
                    <a:pt x="533" y="523"/>
                    <a:pt x="535" y="522"/>
                    <a:pt x="535" y="521"/>
                  </a:cubicBezTo>
                  <a:cubicBezTo>
                    <a:pt x="536" y="520"/>
                    <a:pt x="538" y="518"/>
                    <a:pt x="538" y="517"/>
                  </a:cubicBezTo>
                  <a:cubicBezTo>
                    <a:pt x="539" y="515"/>
                    <a:pt x="539" y="512"/>
                    <a:pt x="539" y="510"/>
                  </a:cubicBezTo>
                  <a:cubicBezTo>
                    <a:pt x="538" y="509"/>
                    <a:pt x="536" y="506"/>
                    <a:pt x="535" y="506"/>
                  </a:cubicBezTo>
                  <a:cubicBezTo>
                    <a:pt x="534" y="505"/>
                    <a:pt x="531" y="506"/>
                    <a:pt x="530" y="506"/>
                  </a:cubicBezTo>
                  <a:cubicBezTo>
                    <a:pt x="529" y="507"/>
                    <a:pt x="527" y="508"/>
                    <a:pt x="527" y="509"/>
                  </a:cubicBezTo>
                  <a:cubicBezTo>
                    <a:pt x="525" y="510"/>
                    <a:pt x="522" y="511"/>
                    <a:pt x="521" y="511"/>
                  </a:cubicBezTo>
                  <a:cubicBezTo>
                    <a:pt x="518" y="512"/>
                    <a:pt x="513" y="513"/>
                    <a:pt x="510" y="512"/>
                  </a:cubicBezTo>
                  <a:cubicBezTo>
                    <a:pt x="508" y="512"/>
                    <a:pt x="503" y="511"/>
                    <a:pt x="501" y="510"/>
                  </a:cubicBezTo>
                  <a:cubicBezTo>
                    <a:pt x="499" y="509"/>
                    <a:pt x="494" y="507"/>
                    <a:pt x="492" y="506"/>
                  </a:cubicBezTo>
                  <a:cubicBezTo>
                    <a:pt x="490" y="504"/>
                    <a:pt x="486" y="501"/>
                    <a:pt x="484" y="499"/>
                  </a:cubicBezTo>
                  <a:cubicBezTo>
                    <a:pt x="481" y="497"/>
                    <a:pt x="476" y="492"/>
                    <a:pt x="474" y="489"/>
                  </a:cubicBezTo>
                  <a:cubicBezTo>
                    <a:pt x="471" y="486"/>
                    <a:pt x="466" y="480"/>
                    <a:pt x="463" y="477"/>
                  </a:cubicBezTo>
                  <a:cubicBezTo>
                    <a:pt x="462" y="475"/>
                    <a:pt x="458" y="472"/>
                    <a:pt x="456" y="471"/>
                  </a:cubicBezTo>
                  <a:cubicBezTo>
                    <a:pt x="454" y="470"/>
                    <a:pt x="451" y="468"/>
                    <a:pt x="450" y="467"/>
                  </a:cubicBezTo>
                  <a:cubicBezTo>
                    <a:pt x="448" y="466"/>
                    <a:pt x="444" y="464"/>
                    <a:pt x="441" y="464"/>
                  </a:cubicBezTo>
                  <a:cubicBezTo>
                    <a:pt x="440" y="463"/>
                    <a:pt x="436" y="463"/>
                    <a:pt x="435" y="463"/>
                  </a:cubicBezTo>
                  <a:cubicBezTo>
                    <a:pt x="433" y="463"/>
                    <a:pt x="429" y="465"/>
                    <a:pt x="427" y="465"/>
                  </a:cubicBezTo>
                  <a:cubicBezTo>
                    <a:pt x="425" y="466"/>
                    <a:pt x="421" y="468"/>
                    <a:pt x="419" y="468"/>
                  </a:cubicBezTo>
                  <a:cubicBezTo>
                    <a:pt x="418" y="469"/>
                    <a:pt x="415" y="471"/>
                    <a:pt x="413" y="471"/>
                  </a:cubicBezTo>
                  <a:cubicBezTo>
                    <a:pt x="411" y="471"/>
                    <a:pt x="406" y="470"/>
                    <a:pt x="404" y="469"/>
                  </a:cubicBezTo>
                  <a:cubicBezTo>
                    <a:pt x="402" y="468"/>
                    <a:pt x="399" y="464"/>
                    <a:pt x="397" y="463"/>
                  </a:cubicBezTo>
                  <a:cubicBezTo>
                    <a:pt x="395" y="460"/>
                    <a:pt x="392" y="455"/>
                    <a:pt x="390" y="453"/>
                  </a:cubicBezTo>
                  <a:cubicBezTo>
                    <a:pt x="388" y="451"/>
                    <a:pt x="384" y="445"/>
                    <a:pt x="382" y="443"/>
                  </a:cubicBezTo>
                  <a:cubicBezTo>
                    <a:pt x="380" y="442"/>
                    <a:pt x="377" y="440"/>
                    <a:pt x="376" y="440"/>
                  </a:cubicBezTo>
                  <a:cubicBezTo>
                    <a:pt x="373" y="439"/>
                    <a:pt x="368" y="438"/>
                    <a:pt x="365" y="439"/>
                  </a:cubicBezTo>
                  <a:cubicBezTo>
                    <a:pt x="362" y="439"/>
                    <a:pt x="357" y="440"/>
                    <a:pt x="355" y="441"/>
                  </a:cubicBezTo>
                  <a:cubicBezTo>
                    <a:pt x="352" y="442"/>
                    <a:pt x="349" y="445"/>
                    <a:pt x="346" y="445"/>
                  </a:cubicBezTo>
                  <a:cubicBezTo>
                    <a:pt x="345" y="446"/>
                    <a:pt x="341" y="444"/>
                    <a:pt x="339" y="443"/>
                  </a:cubicBezTo>
                  <a:cubicBezTo>
                    <a:pt x="338" y="442"/>
                    <a:pt x="335" y="439"/>
                    <a:pt x="334" y="438"/>
                  </a:cubicBezTo>
                  <a:cubicBezTo>
                    <a:pt x="333" y="436"/>
                    <a:pt x="331" y="433"/>
                    <a:pt x="330" y="432"/>
                  </a:cubicBezTo>
                  <a:cubicBezTo>
                    <a:pt x="329" y="430"/>
                    <a:pt x="327" y="428"/>
                    <a:pt x="325" y="427"/>
                  </a:cubicBezTo>
                  <a:cubicBezTo>
                    <a:pt x="324" y="426"/>
                    <a:pt x="321" y="425"/>
                    <a:pt x="319" y="425"/>
                  </a:cubicBezTo>
                  <a:cubicBezTo>
                    <a:pt x="318" y="425"/>
                    <a:pt x="315" y="425"/>
                    <a:pt x="314" y="426"/>
                  </a:cubicBezTo>
                  <a:cubicBezTo>
                    <a:pt x="313" y="427"/>
                    <a:pt x="311" y="429"/>
                    <a:pt x="311" y="431"/>
                  </a:cubicBezTo>
                  <a:cubicBezTo>
                    <a:pt x="310" y="433"/>
                    <a:pt x="310" y="436"/>
                    <a:pt x="310" y="438"/>
                  </a:cubicBezTo>
                  <a:cubicBezTo>
                    <a:pt x="310" y="440"/>
                    <a:pt x="312" y="443"/>
                    <a:pt x="313" y="445"/>
                  </a:cubicBezTo>
                  <a:cubicBezTo>
                    <a:pt x="313" y="446"/>
                    <a:pt x="315" y="448"/>
                    <a:pt x="316" y="450"/>
                  </a:cubicBezTo>
                  <a:cubicBezTo>
                    <a:pt x="316" y="451"/>
                    <a:pt x="318" y="455"/>
                    <a:pt x="318" y="456"/>
                  </a:cubicBezTo>
                  <a:cubicBezTo>
                    <a:pt x="318" y="458"/>
                    <a:pt x="318" y="461"/>
                    <a:pt x="318" y="462"/>
                  </a:cubicBezTo>
                  <a:cubicBezTo>
                    <a:pt x="318" y="464"/>
                    <a:pt x="316" y="466"/>
                    <a:pt x="315" y="467"/>
                  </a:cubicBezTo>
                  <a:cubicBezTo>
                    <a:pt x="314" y="468"/>
                    <a:pt x="312" y="470"/>
                    <a:pt x="310" y="471"/>
                  </a:cubicBezTo>
                  <a:cubicBezTo>
                    <a:pt x="309" y="472"/>
                    <a:pt x="307" y="473"/>
                    <a:pt x="305" y="474"/>
                  </a:cubicBezTo>
                  <a:cubicBezTo>
                    <a:pt x="303" y="475"/>
                    <a:pt x="297" y="476"/>
                    <a:pt x="295" y="477"/>
                  </a:cubicBezTo>
                  <a:cubicBezTo>
                    <a:pt x="294" y="477"/>
                    <a:pt x="292" y="478"/>
                    <a:pt x="291" y="478"/>
                  </a:cubicBezTo>
                  <a:cubicBezTo>
                    <a:pt x="290" y="479"/>
                    <a:pt x="288" y="479"/>
                    <a:pt x="288" y="479"/>
                  </a:cubicBezTo>
                  <a:cubicBezTo>
                    <a:pt x="285" y="479"/>
                    <a:pt x="281" y="478"/>
                    <a:pt x="278" y="478"/>
                  </a:cubicBezTo>
                  <a:cubicBezTo>
                    <a:pt x="276" y="478"/>
                    <a:pt x="271" y="478"/>
                    <a:pt x="268" y="478"/>
                  </a:cubicBezTo>
                  <a:cubicBezTo>
                    <a:pt x="266" y="478"/>
                    <a:pt x="262" y="481"/>
                    <a:pt x="260" y="482"/>
                  </a:cubicBezTo>
                  <a:cubicBezTo>
                    <a:pt x="258" y="483"/>
                    <a:pt x="254" y="486"/>
                    <a:pt x="252" y="488"/>
                  </a:cubicBezTo>
                  <a:cubicBezTo>
                    <a:pt x="250" y="489"/>
                    <a:pt x="247" y="493"/>
                    <a:pt x="245" y="494"/>
                  </a:cubicBezTo>
                  <a:cubicBezTo>
                    <a:pt x="242" y="495"/>
                    <a:pt x="237" y="497"/>
                    <a:pt x="234" y="498"/>
                  </a:cubicBezTo>
                  <a:cubicBezTo>
                    <a:pt x="232" y="498"/>
                    <a:pt x="228" y="499"/>
                    <a:pt x="226" y="498"/>
                  </a:cubicBezTo>
                  <a:cubicBezTo>
                    <a:pt x="224" y="497"/>
                    <a:pt x="219" y="494"/>
                    <a:pt x="218" y="491"/>
                  </a:cubicBezTo>
                  <a:cubicBezTo>
                    <a:pt x="217" y="490"/>
                    <a:pt x="216" y="486"/>
                    <a:pt x="216" y="484"/>
                  </a:cubicBezTo>
                  <a:cubicBezTo>
                    <a:pt x="216" y="482"/>
                    <a:pt x="217" y="477"/>
                    <a:pt x="217" y="475"/>
                  </a:cubicBezTo>
                  <a:cubicBezTo>
                    <a:pt x="217" y="473"/>
                    <a:pt x="217" y="468"/>
                    <a:pt x="216" y="466"/>
                  </a:cubicBezTo>
                  <a:cubicBezTo>
                    <a:pt x="215" y="464"/>
                    <a:pt x="212" y="462"/>
                    <a:pt x="211" y="461"/>
                  </a:cubicBezTo>
                  <a:cubicBezTo>
                    <a:pt x="210" y="461"/>
                    <a:pt x="207" y="460"/>
                    <a:pt x="206" y="460"/>
                  </a:cubicBezTo>
                  <a:cubicBezTo>
                    <a:pt x="204" y="459"/>
                    <a:pt x="199" y="459"/>
                    <a:pt x="197" y="459"/>
                  </a:cubicBezTo>
                  <a:cubicBezTo>
                    <a:pt x="195" y="459"/>
                    <a:pt x="191" y="460"/>
                    <a:pt x="189" y="460"/>
                  </a:cubicBezTo>
                  <a:cubicBezTo>
                    <a:pt x="187" y="460"/>
                    <a:pt x="183" y="458"/>
                    <a:pt x="181" y="457"/>
                  </a:cubicBezTo>
                  <a:cubicBezTo>
                    <a:pt x="180" y="456"/>
                    <a:pt x="178" y="451"/>
                    <a:pt x="178" y="449"/>
                  </a:cubicBezTo>
                  <a:cubicBezTo>
                    <a:pt x="178" y="447"/>
                    <a:pt x="179" y="444"/>
                    <a:pt x="180" y="442"/>
                  </a:cubicBezTo>
                  <a:cubicBezTo>
                    <a:pt x="180" y="440"/>
                    <a:pt x="181" y="437"/>
                    <a:pt x="182" y="436"/>
                  </a:cubicBezTo>
                  <a:cubicBezTo>
                    <a:pt x="183" y="435"/>
                    <a:pt x="185" y="432"/>
                    <a:pt x="185" y="431"/>
                  </a:cubicBezTo>
                  <a:cubicBezTo>
                    <a:pt x="186" y="429"/>
                    <a:pt x="185" y="424"/>
                    <a:pt x="185" y="422"/>
                  </a:cubicBezTo>
                  <a:cubicBezTo>
                    <a:pt x="184" y="419"/>
                    <a:pt x="182" y="414"/>
                    <a:pt x="181" y="412"/>
                  </a:cubicBezTo>
                  <a:cubicBezTo>
                    <a:pt x="179" y="409"/>
                    <a:pt x="176" y="403"/>
                    <a:pt x="174" y="401"/>
                  </a:cubicBezTo>
                  <a:cubicBezTo>
                    <a:pt x="172" y="398"/>
                    <a:pt x="167" y="394"/>
                    <a:pt x="165" y="391"/>
                  </a:cubicBezTo>
                  <a:cubicBezTo>
                    <a:pt x="164" y="389"/>
                    <a:pt x="161" y="385"/>
                    <a:pt x="160" y="382"/>
                  </a:cubicBezTo>
                  <a:cubicBezTo>
                    <a:pt x="159" y="380"/>
                    <a:pt x="158" y="375"/>
                    <a:pt x="156" y="373"/>
                  </a:cubicBezTo>
                  <a:cubicBezTo>
                    <a:pt x="155" y="372"/>
                    <a:pt x="153" y="371"/>
                    <a:pt x="152" y="371"/>
                  </a:cubicBezTo>
                  <a:cubicBezTo>
                    <a:pt x="151" y="371"/>
                    <a:pt x="149" y="372"/>
                    <a:pt x="148" y="373"/>
                  </a:cubicBezTo>
                  <a:cubicBezTo>
                    <a:pt x="147" y="374"/>
                    <a:pt x="146" y="377"/>
                    <a:pt x="145" y="379"/>
                  </a:cubicBezTo>
                  <a:cubicBezTo>
                    <a:pt x="144" y="380"/>
                    <a:pt x="143" y="382"/>
                    <a:pt x="142" y="383"/>
                  </a:cubicBezTo>
                  <a:cubicBezTo>
                    <a:pt x="140" y="384"/>
                    <a:pt x="138" y="387"/>
                    <a:pt x="136" y="387"/>
                  </a:cubicBezTo>
                  <a:cubicBezTo>
                    <a:pt x="135" y="387"/>
                    <a:pt x="133" y="386"/>
                    <a:pt x="132" y="385"/>
                  </a:cubicBezTo>
                  <a:cubicBezTo>
                    <a:pt x="131" y="384"/>
                    <a:pt x="130" y="380"/>
                    <a:pt x="129" y="378"/>
                  </a:cubicBezTo>
                  <a:cubicBezTo>
                    <a:pt x="129" y="376"/>
                    <a:pt x="129" y="371"/>
                    <a:pt x="128" y="368"/>
                  </a:cubicBezTo>
                  <a:cubicBezTo>
                    <a:pt x="128" y="367"/>
                    <a:pt x="127" y="364"/>
                    <a:pt x="126" y="362"/>
                  </a:cubicBezTo>
                  <a:cubicBezTo>
                    <a:pt x="125" y="361"/>
                    <a:pt x="120" y="359"/>
                    <a:pt x="118" y="358"/>
                  </a:cubicBezTo>
                  <a:cubicBezTo>
                    <a:pt x="116" y="357"/>
                    <a:pt x="113" y="354"/>
                    <a:pt x="111" y="352"/>
                  </a:cubicBezTo>
                  <a:cubicBezTo>
                    <a:pt x="109" y="350"/>
                    <a:pt x="107" y="347"/>
                    <a:pt x="105" y="345"/>
                  </a:cubicBezTo>
                  <a:cubicBezTo>
                    <a:pt x="105" y="344"/>
                    <a:pt x="104" y="341"/>
                    <a:pt x="102" y="340"/>
                  </a:cubicBezTo>
                  <a:cubicBezTo>
                    <a:pt x="101" y="338"/>
                    <a:pt x="98" y="337"/>
                    <a:pt x="96" y="337"/>
                  </a:cubicBezTo>
                  <a:cubicBezTo>
                    <a:pt x="94" y="337"/>
                    <a:pt x="90" y="339"/>
                    <a:pt x="88" y="338"/>
                  </a:cubicBezTo>
                  <a:cubicBezTo>
                    <a:pt x="87" y="337"/>
                    <a:pt x="86" y="335"/>
                    <a:pt x="85" y="333"/>
                  </a:cubicBezTo>
                  <a:cubicBezTo>
                    <a:pt x="84" y="331"/>
                    <a:pt x="82" y="325"/>
                    <a:pt x="81" y="322"/>
                  </a:cubicBezTo>
                  <a:cubicBezTo>
                    <a:pt x="80" y="320"/>
                    <a:pt x="79" y="316"/>
                    <a:pt x="78" y="314"/>
                  </a:cubicBezTo>
                  <a:cubicBezTo>
                    <a:pt x="77" y="313"/>
                    <a:pt x="75" y="311"/>
                    <a:pt x="73" y="310"/>
                  </a:cubicBezTo>
                  <a:cubicBezTo>
                    <a:pt x="72" y="310"/>
                    <a:pt x="69" y="310"/>
                    <a:pt x="67" y="311"/>
                  </a:cubicBezTo>
                  <a:cubicBezTo>
                    <a:pt x="66" y="311"/>
                    <a:pt x="64" y="313"/>
                    <a:pt x="63" y="314"/>
                  </a:cubicBezTo>
                  <a:cubicBezTo>
                    <a:pt x="62" y="316"/>
                    <a:pt x="59" y="319"/>
                    <a:pt x="58" y="321"/>
                  </a:cubicBezTo>
                  <a:cubicBezTo>
                    <a:pt x="56" y="322"/>
                    <a:pt x="52" y="325"/>
                    <a:pt x="50" y="326"/>
                  </a:cubicBezTo>
                  <a:cubicBezTo>
                    <a:pt x="48" y="327"/>
                    <a:pt x="44" y="329"/>
                    <a:pt x="42" y="328"/>
                  </a:cubicBezTo>
                  <a:cubicBezTo>
                    <a:pt x="40" y="327"/>
                    <a:pt x="38" y="324"/>
                    <a:pt x="38" y="322"/>
                  </a:cubicBezTo>
                  <a:cubicBezTo>
                    <a:pt x="37" y="321"/>
                    <a:pt x="38" y="316"/>
                    <a:pt x="39" y="315"/>
                  </a:cubicBezTo>
                  <a:cubicBezTo>
                    <a:pt x="40" y="313"/>
                    <a:pt x="43" y="310"/>
                    <a:pt x="44" y="309"/>
                  </a:cubicBezTo>
                  <a:cubicBezTo>
                    <a:pt x="46" y="308"/>
                    <a:pt x="48" y="307"/>
                    <a:pt x="49" y="305"/>
                  </a:cubicBezTo>
                  <a:cubicBezTo>
                    <a:pt x="50" y="304"/>
                    <a:pt x="51" y="302"/>
                    <a:pt x="51" y="300"/>
                  </a:cubicBezTo>
                  <a:cubicBezTo>
                    <a:pt x="51" y="299"/>
                    <a:pt x="52" y="295"/>
                    <a:pt x="52" y="293"/>
                  </a:cubicBezTo>
                  <a:cubicBezTo>
                    <a:pt x="52" y="291"/>
                    <a:pt x="50" y="286"/>
                    <a:pt x="49" y="284"/>
                  </a:cubicBezTo>
                  <a:cubicBezTo>
                    <a:pt x="47" y="278"/>
                    <a:pt x="44" y="268"/>
                    <a:pt x="42" y="263"/>
                  </a:cubicBezTo>
                  <a:cubicBezTo>
                    <a:pt x="39" y="257"/>
                    <a:pt x="32" y="246"/>
                    <a:pt x="29" y="241"/>
                  </a:cubicBezTo>
                  <a:cubicBezTo>
                    <a:pt x="27" y="238"/>
                    <a:pt x="24" y="233"/>
                    <a:pt x="21" y="230"/>
                  </a:cubicBezTo>
                  <a:cubicBezTo>
                    <a:pt x="20" y="228"/>
                    <a:pt x="16" y="223"/>
                    <a:pt x="14" y="221"/>
                  </a:cubicBezTo>
                  <a:cubicBezTo>
                    <a:pt x="12" y="220"/>
                    <a:pt x="7" y="219"/>
                    <a:pt x="6" y="218"/>
                  </a:cubicBezTo>
                  <a:cubicBezTo>
                    <a:pt x="4" y="217"/>
                    <a:pt x="2" y="215"/>
                    <a:pt x="2" y="213"/>
                  </a:cubicBezTo>
                  <a:cubicBezTo>
                    <a:pt x="1" y="212"/>
                    <a:pt x="1" y="210"/>
                    <a:pt x="0" y="208"/>
                  </a:cubicBezTo>
                  <a:cubicBezTo>
                    <a:pt x="0" y="206"/>
                    <a:pt x="2" y="201"/>
                    <a:pt x="2" y="198"/>
                  </a:cubicBezTo>
                  <a:cubicBezTo>
                    <a:pt x="2" y="196"/>
                    <a:pt x="2" y="192"/>
                    <a:pt x="2" y="18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4"/>
            <p:cNvSpPr>
              <a:spLocks/>
            </p:cNvSpPr>
            <p:nvPr/>
          </p:nvSpPr>
          <p:spPr bwMode="auto">
            <a:xfrm>
              <a:off x="669925" y="2505075"/>
              <a:ext cx="1463675" cy="1350962"/>
            </a:xfrm>
            <a:custGeom>
              <a:avLst/>
              <a:gdLst/>
              <a:ahLst/>
              <a:cxnLst>
                <a:cxn ang="0">
                  <a:pos x="1003" y="309"/>
                </a:cxn>
                <a:cxn ang="0">
                  <a:pos x="1026" y="342"/>
                </a:cxn>
                <a:cxn ang="0">
                  <a:pos x="1018" y="395"/>
                </a:cxn>
                <a:cxn ang="0">
                  <a:pos x="1028" y="439"/>
                </a:cxn>
                <a:cxn ang="0">
                  <a:pos x="1018" y="503"/>
                </a:cxn>
                <a:cxn ang="0">
                  <a:pos x="969" y="525"/>
                </a:cxn>
                <a:cxn ang="0">
                  <a:pos x="930" y="537"/>
                </a:cxn>
                <a:cxn ang="0">
                  <a:pos x="887" y="544"/>
                </a:cxn>
                <a:cxn ang="0">
                  <a:pos x="848" y="578"/>
                </a:cxn>
                <a:cxn ang="0">
                  <a:pos x="804" y="605"/>
                </a:cxn>
                <a:cxn ang="0">
                  <a:pos x="852" y="622"/>
                </a:cxn>
                <a:cxn ang="0">
                  <a:pos x="873" y="637"/>
                </a:cxn>
                <a:cxn ang="0">
                  <a:pos x="858" y="687"/>
                </a:cxn>
                <a:cxn ang="0">
                  <a:pos x="872" y="719"/>
                </a:cxn>
                <a:cxn ang="0">
                  <a:pos x="890" y="853"/>
                </a:cxn>
                <a:cxn ang="0">
                  <a:pos x="915" y="926"/>
                </a:cxn>
                <a:cxn ang="0">
                  <a:pos x="888" y="954"/>
                </a:cxn>
                <a:cxn ang="0">
                  <a:pos x="784" y="930"/>
                </a:cxn>
                <a:cxn ang="0">
                  <a:pos x="700" y="913"/>
                </a:cxn>
                <a:cxn ang="0">
                  <a:pos x="693" y="851"/>
                </a:cxn>
                <a:cxn ang="0">
                  <a:pos x="737" y="817"/>
                </a:cxn>
                <a:cxn ang="0">
                  <a:pos x="736" y="764"/>
                </a:cxn>
                <a:cxn ang="0">
                  <a:pos x="704" y="740"/>
                </a:cxn>
                <a:cxn ang="0">
                  <a:pos x="704" y="682"/>
                </a:cxn>
                <a:cxn ang="0">
                  <a:pos x="750" y="601"/>
                </a:cxn>
                <a:cxn ang="0">
                  <a:pos x="709" y="578"/>
                </a:cxn>
                <a:cxn ang="0">
                  <a:pos x="676" y="551"/>
                </a:cxn>
                <a:cxn ang="0">
                  <a:pos x="606" y="486"/>
                </a:cxn>
                <a:cxn ang="0">
                  <a:pos x="511" y="501"/>
                </a:cxn>
                <a:cxn ang="0">
                  <a:pos x="419" y="483"/>
                </a:cxn>
                <a:cxn ang="0">
                  <a:pos x="377" y="525"/>
                </a:cxn>
                <a:cxn ang="0">
                  <a:pos x="343" y="474"/>
                </a:cxn>
                <a:cxn ang="0">
                  <a:pos x="350" y="379"/>
                </a:cxn>
                <a:cxn ang="0">
                  <a:pos x="269" y="317"/>
                </a:cxn>
                <a:cxn ang="0">
                  <a:pos x="235" y="297"/>
                </a:cxn>
                <a:cxn ang="0">
                  <a:pos x="195" y="298"/>
                </a:cxn>
                <a:cxn ang="0">
                  <a:pos x="122" y="306"/>
                </a:cxn>
                <a:cxn ang="0">
                  <a:pos x="70" y="241"/>
                </a:cxn>
                <a:cxn ang="0">
                  <a:pos x="54" y="161"/>
                </a:cxn>
                <a:cxn ang="0">
                  <a:pos x="56" y="93"/>
                </a:cxn>
                <a:cxn ang="0">
                  <a:pos x="7" y="21"/>
                </a:cxn>
                <a:cxn ang="0">
                  <a:pos x="65" y="18"/>
                </a:cxn>
                <a:cxn ang="0">
                  <a:pos x="143" y="62"/>
                </a:cxn>
                <a:cxn ang="0">
                  <a:pos x="211" y="7"/>
                </a:cxn>
                <a:cxn ang="0">
                  <a:pos x="266" y="14"/>
                </a:cxn>
                <a:cxn ang="0">
                  <a:pos x="322" y="50"/>
                </a:cxn>
                <a:cxn ang="0">
                  <a:pos x="349" y="35"/>
                </a:cxn>
                <a:cxn ang="0">
                  <a:pos x="395" y="11"/>
                </a:cxn>
                <a:cxn ang="0">
                  <a:pos x="428" y="22"/>
                </a:cxn>
                <a:cxn ang="0">
                  <a:pos x="484" y="38"/>
                </a:cxn>
                <a:cxn ang="0">
                  <a:pos x="528" y="51"/>
                </a:cxn>
                <a:cxn ang="0">
                  <a:pos x="546" y="94"/>
                </a:cxn>
                <a:cxn ang="0">
                  <a:pos x="623" y="97"/>
                </a:cxn>
                <a:cxn ang="0">
                  <a:pos x="673" y="77"/>
                </a:cxn>
                <a:cxn ang="0">
                  <a:pos x="665" y="127"/>
                </a:cxn>
                <a:cxn ang="0">
                  <a:pos x="698" y="167"/>
                </a:cxn>
                <a:cxn ang="0">
                  <a:pos x="737" y="143"/>
                </a:cxn>
                <a:cxn ang="0">
                  <a:pos x="762" y="178"/>
                </a:cxn>
                <a:cxn ang="0">
                  <a:pos x="791" y="209"/>
                </a:cxn>
                <a:cxn ang="0">
                  <a:pos x="816" y="250"/>
                </a:cxn>
                <a:cxn ang="0">
                  <a:pos x="895" y="242"/>
                </a:cxn>
                <a:cxn ang="0">
                  <a:pos x="939" y="277"/>
                </a:cxn>
                <a:cxn ang="0">
                  <a:pos x="987" y="278"/>
                </a:cxn>
              </a:cxnLst>
              <a:rect l="0" t="0" r="r" b="b"/>
              <a:pathLst>
                <a:path w="1036" h="957">
                  <a:moveTo>
                    <a:pt x="1006" y="271"/>
                  </a:moveTo>
                  <a:cubicBezTo>
                    <a:pt x="1010" y="271"/>
                    <a:pt x="1013" y="273"/>
                    <a:pt x="1015" y="274"/>
                  </a:cubicBezTo>
                  <a:cubicBezTo>
                    <a:pt x="1017" y="276"/>
                    <a:pt x="1019" y="281"/>
                    <a:pt x="1019" y="284"/>
                  </a:cubicBezTo>
                  <a:cubicBezTo>
                    <a:pt x="1019" y="286"/>
                    <a:pt x="1018" y="291"/>
                    <a:pt x="1017" y="294"/>
                  </a:cubicBezTo>
                  <a:cubicBezTo>
                    <a:pt x="1016" y="296"/>
                    <a:pt x="1013" y="300"/>
                    <a:pt x="1011" y="301"/>
                  </a:cubicBezTo>
                  <a:cubicBezTo>
                    <a:pt x="1009" y="303"/>
                    <a:pt x="1005" y="307"/>
                    <a:pt x="1003" y="309"/>
                  </a:cubicBezTo>
                  <a:cubicBezTo>
                    <a:pt x="1002" y="311"/>
                    <a:pt x="999" y="314"/>
                    <a:pt x="998" y="317"/>
                  </a:cubicBezTo>
                  <a:cubicBezTo>
                    <a:pt x="998" y="318"/>
                    <a:pt x="1000" y="321"/>
                    <a:pt x="1001" y="322"/>
                  </a:cubicBezTo>
                  <a:cubicBezTo>
                    <a:pt x="1003" y="324"/>
                    <a:pt x="1009" y="325"/>
                    <a:pt x="1012" y="325"/>
                  </a:cubicBezTo>
                  <a:cubicBezTo>
                    <a:pt x="1014" y="326"/>
                    <a:pt x="1019" y="325"/>
                    <a:pt x="1022" y="326"/>
                  </a:cubicBezTo>
                  <a:cubicBezTo>
                    <a:pt x="1023" y="327"/>
                    <a:pt x="1025" y="330"/>
                    <a:pt x="1026" y="332"/>
                  </a:cubicBezTo>
                  <a:cubicBezTo>
                    <a:pt x="1027" y="334"/>
                    <a:pt x="1026" y="340"/>
                    <a:pt x="1026" y="342"/>
                  </a:cubicBezTo>
                  <a:cubicBezTo>
                    <a:pt x="1026" y="345"/>
                    <a:pt x="1025" y="352"/>
                    <a:pt x="1024" y="355"/>
                  </a:cubicBezTo>
                  <a:cubicBezTo>
                    <a:pt x="1024" y="357"/>
                    <a:pt x="1021" y="362"/>
                    <a:pt x="1020" y="364"/>
                  </a:cubicBezTo>
                  <a:cubicBezTo>
                    <a:pt x="1018" y="366"/>
                    <a:pt x="1016" y="371"/>
                    <a:pt x="1015" y="373"/>
                  </a:cubicBezTo>
                  <a:cubicBezTo>
                    <a:pt x="1014" y="375"/>
                    <a:pt x="1012" y="379"/>
                    <a:pt x="1012" y="381"/>
                  </a:cubicBezTo>
                  <a:cubicBezTo>
                    <a:pt x="1011" y="383"/>
                    <a:pt x="1011" y="388"/>
                    <a:pt x="1012" y="390"/>
                  </a:cubicBezTo>
                  <a:cubicBezTo>
                    <a:pt x="1013" y="392"/>
                    <a:pt x="1017" y="394"/>
                    <a:pt x="1018" y="395"/>
                  </a:cubicBezTo>
                  <a:cubicBezTo>
                    <a:pt x="1021" y="396"/>
                    <a:pt x="1026" y="397"/>
                    <a:pt x="1028" y="398"/>
                  </a:cubicBezTo>
                  <a:cubicBezTo>
                    <a:pt x="1029" y="399"/>
                    <a:pt x="1032" y="402"/>
                    <a:pt x="1033" y="404"/>
                  </a:cubicBezTo>
                  <a:cubicBezTo>
                    <a:pt x="1034" y="405"/>
                    <a:pt x="1036" y="408"/>
                    <a:pt x="1036" y="409"/>
                  </a:cubicBezTo>
                  <a:cubicBezTo>
                    <a:pt x="1036" y="412"/>
                    <a:pt x="1035" y="417"/>
                    <a:pt x="1035" y="419"/>
                  </a:cubicBezTo>
                  <a:cubicBezTo>
                    <a:pt x="1034" y="421"/>
                    <a:pt x="1032" y="426"/>
                    <a:pt x="1032" y="428"/>
                  </a:cubicBezTo>
                  <a:cubicBezTo>
                    <a:pt x="1031" y="431"/>
                    <a:pt x="1028" y="436"/>
                    <a:pt x="1028" y="439"/>
                  </a:cubicBezTo>
                  <a:cubicBezTo>
                    <a:pt x="1027" y="442"/>
                    <a:pt x="1028" y="448"/>
                    <a:pt x="1028" y="451"/>
                  </a:cubicBezTo>
                  <a:cubicBezTo>
                    <a:pt x="1028" y="454"/>
                    <a:pt x="1026" y="459"/>
                    <a:pt x="1025" y="461"/>
                  </a:cubicBezTo>
                  <a:cubicBezTo>
                    <a:pt x="1024" y="463"/>
                    <a:pt x="1020" y="468"/>
                    <a:pt x="1019" y="471"/>
                  </a:cubicBezTo>
                  <a:cubicBezTo>
                    <a:pt x="1018" y="473"/>
                    <a:pt x="1016" y="477"/>
                    <a:pt x="1015" y="480"/>
                  </a:cubicBezTo>
                  <a:cubicBezTo>
                    <a:pt x="1014" y="483"/>
                    <a:pt x="1013" y="491"/>
                    <a:pt x="1013" y="494"/>
                  </a:cubicBezTo>
                  <a:cubicBezTo>
                    <a:pt x="1014" y="497"/>
                    <a:pt x="1017" y="501"/>
                    <a:pt x="1018" y="503"/>
                  </a:cubicBezTo>
                  <a:cubicBezTo>
                    <a:pt x="1020" y="505"/>
                    <a:pt x="1024" y="510"/>
                    <a:pt x="1024" y="513"/>
                  </a:cubicBezTo>
                  <a:cubicBezTo>
                    <a:pt x="1024" y="516"/>
                    <a:pt x="1020" y="521"/>
                    <a:pt x="1018" y="522"/>
                  </a:cubicBezTo>
                  <a:cubicBezTo>
                    <a:pt x="1016" y="525"/>
                    <a:pt x="1009" y="528"/>
                    <a:pt x="1005" y="529"/>
                  </a:cubicBezTo>
                  <a:cubicBezTo>
                    <a:pt x="1002" y="529"/>
                    <a:pt x="997" y="530"/>
                    <a:pt x="994" y="530"/>
                  </a:cubicBezTo>
                  <a:cubicBezTo>
                    <a:pt x="989" y="530"/>
                    <a:pt x="981" y="531"/>
                    <a:pt x="977" y="530"/>
                  </a:cubicBezTo>
                  <a:cubicBezTo>
                    <a:pt x="974" y="530"/>
                    <a:pt x="971" y="527"/>
                    <a:pt x="969" y="525"/>
                  </a:cubicBezTo>
                  <a:cubicBezTo>
                    <a:pt x="967" y="524"/>
                    <a:pt x="964" y="519"/>
                    <a:pt x="962" y="518"/>
                  </a:cubicBezTo>
                  <a:cubicBezTo>
                    <a:pt x="960" y="516"/>
                    <a:pt x="955" y="514"/>
                    <a:pt x="953" y="514"/>
                  </a:cubicBezTo>
                  <a:cubicBezTo>
                    <a:pt x="951" y="514"/>
                    <a:pt x="948" y="515"/>
                    <a:pt x="946" y="516"/>
                  </a:cubicBezTo>
                  <a:cubicBezTo>
                    <a:pt x="944" y="517"/>
                    <a:pt x="942" y="521"/>
                    <a:pt x="940" y="523"/>
                  </a:cubicBezTo>
                  <a:cubicBezTo>
                    <a:pt x="939" y="524"/>
                    <a:pt x="936" y="528"/>
                    <a:pt x="935" y="530"/>
                  </a:cubicBezTo>
                  <a:cubicBezTo>
                    <a:pt x="934" y="532"/>
                    <a:pt x="932" y="535"/>
                    <a:pt x="930" y="537"/>
                  </a:cubicBezTo>
                  <a:cubicBezTo>
                    <a:pt x="929" y="538"/>
                    <a:pt x="926" y="541"/>
                    <a:pt x="924" y="542"/>
                  </a:cubicBezTo>
                  <a:cubicBezTo>
                    <a:pt x="922" y="543"/>
                    <a:pt x="918" y="544"/>
                    <a:pt x="916" y="544"/>
                  </a:cubicBezTo>
                  <a:cubicBezTo>
                    <a:pt x="914" y="545"/>
                    <a:pt x="909" y="544"/>
                    <a:pt x="906" y="543"/>
                  </a:cubicBezTo>
                  <a:cubicBezTo>
                    <a:pt x="905" y="542"/>
                    <a:pt x="903" y="540"/>
                    <a:pt x="901" y="539"/>
                  </a:cubicBezTo>
                  <a:cubicBezTo>
                    <a:pt x="899" y="539"/>
                    <a:pt x="896" y="539"/>
                    <a:pt x="894" y="540"/>
                  </a:cubicBezTo>
                  <a:cubicBezTo>
                    <a:pt x="892" y="540"/>
                    <a:pt x="889" y="543"/>
                    <a:pt x="887" y="544"/>
                  </a:cubicBezTo>
                  <a:cubicBezTo>
                    <a:pt x="885" y="545"/>
                    <a:pt x="881" y="546"/>
                    <a:pt x="879" y="547"/>
                  </a:cubicBezTo>
                  <a:cubicBezTo>
                    <a:pt x="877" y="548"/>
                    <a:pt x="874" y="550"/>
                    <a:pt x="872" y="551"/>
                  </a:cubicBezTo>
                  <a:cubicBezTo>
                    <a:pt x="871" y="553"/>
                    <a:pt x="868" y="558"/>
                    <a:pt x="867" y="560"/>
                  </a:cubicBezTo>
                  <a:cubicBezTo>
                    <a:pt x="865" y="561"/>
                    <a:pt x="863" y="564"/>
                    <a:pt x="862" y="566"/>
                  </a:cubicBezTo>
                  <a:cubicBezTo>
                    <a:pt x="860" y="568"/>
                    <a:pt x="858" y="573"/>
                    <a:pt x="856" y="574"/>
                  </a:cubicBezTo>
                  <a:cubicBezTo>
                    <a:pt x="855" y="576"/>
                    <a:pt x="850" y="577"/>
                    <a:pt x="848" y="578"/>
                  </a:cubicBezTo>
                  <a:cubicBezTo>
                    <a:pt x="846" y="579"/>
                    <a:pt x="842" y="580"/>
                    <a:pt x="840" y="580"/>
                  </a:cubicBezTo>
                  <a:cubicBezTo>
                    <a:pt x="837" y="581"/>
                    <a:pt x="831" y="580"/>
                    <a:pt x="828" y="581"/>
                  </a:cubicBezTo>
                  <a:cubicBezTo>
                    <a:pt x="825" y="581"/>
                    <a:pt x="818" y="583"/>
                    <a:pt x="815" y="584"/>
                  </a:cubicBezTo>
                  <a:cubicBezTo>
                    <a:pt x="812" y="586"/>
                    <a:pt x="808" y="589"/>
                    <a:pt x="806" y="591"/>
                  </a:cubicBezTo>
                  <a:cubicBezTo>
                    <a:pt x="805" y="592"/>
                    <a:pt x="802" y="596"/>
                    <a:pt x="802" y="598"/>
                  </a:cubicBezTo>
                  <a:cubicBezTo>
                    <a:pt x="802" y="600"/>
                    <a:pt x="803" y="603"/>
                    <a:pt x="804" y="605"/>
                  </a:cubicBezTo>
                  <a:cubicBezTo>
                    <a:pt x="805" y="607"/>
                    <a:pt x="807" y="610"/>
                    <a:pt x="808" y="611"/>
                  </a:cubicBezTo>
                  <a:cubicBezTo>
                    <a:pt x="811" y="614"/>
                    <a:pt x="817" y="618"/>
                    <a:pt x="819" y="621"/>
                  </a:cubicBezTo>
                  <a:cubicBezTo>
                    <a:pt x="821" y="622"/>
                    <a:pt x="823" y="626"/>
                    <a:pt x="825" y="627"/>
                  </a:cubicBezTo>
                  <a:cubicBezTo>
                    <a:pt x="827" y="629"/>
                    <a:pt x="832" y="631"/>
                    <a:pt x="834" y="632"/>
                  </a:cubicBezTo>
                  <a:cubicBezTo>
                    <a:pt x="837" y="632"/>
                    <a:pt x="842" y="631"/>
                    <a:pt x="844" y="630"/>
                  </a:cubicBezTo>
                  <a:cubicBezTo>
                    <a:pt x="846" y="628"/>
                    <a:pt x="850" y="624"/>
                    <a:pt x="852" y="622"/>
                  </a:cubicBezTo>
                  <a:cubicBezTo>
                    <a:pt x="853" y="621"/>
                    <a:pt x="854" y="619"/>
                    <a:pt x="856" y="618"/>
                  </a:cubicBezTo>
                  <a:cubicBezTo>
                    <a:pt x="858" y="616"/>
                    <a:pt x="863" y="615"/>
                    <a:pt x="865" y="615"/>
                  </a:cubicBezTo>
                  <a:cubicBezTo>
                    <a:pt x="867" y="614"/>
                    <a:pt x="870" y="615"/>
                    <a:pt x="872" y="616"/>
                  </a:cubicBezTo>
                  <a:cubicBezTo>
                    <a:pt x="874" y="617"/>
                    <a:pt x="878" y="621"/>
                    <a:pt x="879" y="623"/>
                  </a:cubicBezTo>
                  <a:cubicBezTo>
                    <a:pt x="879" y="625"/>
                    <a:pt x="878" y="629"/>
                    <a:pt x="877" y="631"/>
                  </a:cubicBezTo>
                  <a:cubicBezTo>
                    <a:pt x="877" y="633"/>
                    <a:pt x="874" y="635"/>
                    <a:pt x="873" y="637"/>
                  </a:cubicBezTo>
                  <a:cubicBezTo>
                    <a:pt x="873" y="639"/>
                    <a:pt x="872" y="643"/>
                    <a:pt x="871" y="645"/>
                  </a:cubicBezTo>
                  <a:cubicBezTo>
                    <a:pt x="871" y="648"/>
                    <a:pt x="872" y="654"/>
                    <a:pt x="872" y="657"/>
                  </a:cubicBezTo>
                  <a:cubicBezTo>
                    <a:pt x="872" y="659"/>
                    <a:pt x="872" y="664"/>
                    <a:pt x="871" y="666"/>
                  </a:cubicBezTo>
                  <a:cubicBezTo>
                    <a:pt x="871" y="668"/>
                    <a:pt x="871" y="672"/>
                    <a:pt x="870" y="674"/>
                  </a:cubicBezTo>
                  <a:cubicBezTo>
                    <a:pt x="869" y="676"/>
                    <a:pt x="866" y="680"/>
                    <a:pt x="864" y="681"/>
                  </a:cubicBezTo>
                  <a:cubicBezTo>
                    <a:pt x="863" y="683"/>
                    <a:pt x="859" y="685"/>
                    <a:pt x="858" y="687"/>
                  </a:cubicBezTo>
                  <a:cubicBezTo>
                    <a:pt x="857" y="688"/>
                    <a:pt x="854" y="689"/>
                    <a:pt x="854" y="691"/>
                  </a:cubicBezTo>
                  <a:cubicBezTo>
                    <a:pt x="853" y="692"/>
                    <a:pt x="853" y="695"/>
                    <a:pt x="853" y="696"/>
                  </a:cubicBezTo>
                  <a:cubicBezTo>
                    <a:pt x="854" y="698"/>
                    <a:pt x="855" y="701"/>
                    <a:pt x="856" y="702"/>
                  </a:cubicBezTo>
                  <a:cubicBezTo>
                    <a:pt x="858" y="703"/>
                    <a:pt x="862" y="706"/>
                    <a:pt x="863" y="707"/>
                  </a:cubicBezTo>
                  <a:cubicBezTo>
                    <a:pt x="864" y="708"/>
                    <a:pt x="866" y="711"/>
                    <a:pt x="867" y="712"/>
                  </a:cubicBezTo>
                  <a:cubicBezTo>
                    <a:pt x="869" y="714"/>
                    <a:pt x="872" y="717"/>
                    <a:pt x="872" y="719"/>
                  </a:cubicBezTo>
                  <a:cubicBezTo>
                    <a:pt x="873" y="721"/>
                    <a:pt x="873" y="725"/>
                    <a:pt x="873" y="727"/>
                  </a:cubicBezTo>
                  <a:cubicBezTo>
                    <a:pt x="874" y="731"/>
                    <a:pt x="877" y="745"/>
                    <a:pt x="877" y="745"/>
                  </a:cubicBezTo>
                  <a:cubicBezTo>
                    <a:pt x="877" y="829"/>
                    <a:pt x="877" y="829"/>
                    <a:pt x="877" y="829"/>
                  </a:cubicBezTo>
                  <a:cubicBezTo>
                    <a:pt x="877" y="829"/>
                    <a:pt x="881" y="833"/>
                    <a:pt x="883" y="834"/>
                  </a:cubicBezTo>
                  <a:cubicBezTo>
                    <a:pt x="884" y="836"/>
                    <a:pt x="887" y="841"/>
                    <a:pt x="888" y="843"/>
                  </a:cubicBezTo>
                  <a:cubicBezTo>
                    <a:pt x="889" y="845"/>
                    <a:pt x="890" y="850"/>
                    <a:pt x="890" y="853"/>
                  </a:cubicBezTo>
                  <a:cubicBezTo>
                    <a:pt x="890" y="855"/>
                    <a:pt x="889" y="860"/>
                    <a:pt x="889" y="862"/>
                  </a:cubicBezTo>
                  <a:cubicBezTo>
                    <a:pt x="888" y="866"/>
                    <a:pt x="887" y="874"/>
                    <a:pt x="887" y="877"/>
                  </a:cubicBezTo>
                  <a:cubicBezTo>
                    <a:pt x="887" y="881"/>
                    <a:pt x="887" y="888"/>
                    <a:pt x="889" y="891"/>
                  </a:cubicBezTo>
                  <a:cubicBezTo>
                    <a:pt x="890" y="895"/>
                    <a:pt x="898" y="901"/>
                    <a:pt x="900" y="904"/>
                  </a:cubicBezTo>
                  <a:cubicBezTo>
                    <a:pt x="903" y="907"/>
                    <a:pt x="907" y="912"/>
                    <a:pt x="909" y="915"/>
                  </a:cubicBezTo>
                  <a:cubicBezTo>
                    <a:pt x="911" y="917"/>
                    <a:pt x="914" y="923"/>
                    <a:pt x="915" y="926"/>
                  </a:cubicBezTo>
                  <a:cubicBezTo>
                    <a:pt x="916" y="929"/>
                    <a:pt x="916" y="934"/>
                    <a:pt x="915" y="937"/>
                  </a:cubicBezTo>
                  <a:cubicBezTo>
                    <a:pt x="915" y="938"/>
                    <a:pt x="914" y="941"/>
                    <a:pt x="913" y="943"/>
                  </a:cubicBezTo>
                  <a:cubicBezTo>
                    <a:pt x="912" y="944"/>
                    <a:pt x="909" y="946"/>
                    <a:pt x="908" y="948"/>
                  </a:cubicBezTo>
                  <a:cubicBezTo>
                    <a:pt x="906" y="949"/>
                    <a:pt x="903" y="951"/>
                    <a:pt x="902" y="953"/>
                  </a:cubicBezTo>
                  <a:cubicBezTo>
                    <a:pt x="902" y="954"/>
                    <a:pt x="901" y="956"/>
                    <a:pt x="900" y="957"/>
                  </a:cubicBezTo>
                  <a:cubicBezTo>
                    <a:pt x="896" y="956"/>
                    <a:pt x="891" y="955"/>
                    <a:pt x="888" y="954"/>
                  </a:cubicBezTo>
                  <a:cubicBezTo>
                    <a:pt x="882" y="952"/>
                    <a:pt x="872" y="948"/>
                    <a:pt x="866" y="946"/>
                  </a:cubicBezTo>
                  <a:cubicBezTo>
                    <a:pt x="861" y="945"/>
                    <a:pt x="849" y="945"/>
                    <a:pt x="843" y="943"/>
                  </a:cubicBezTo>
                  <a:cubicBezTo>
                    <a:pt x="839" y="942"/>
                    <a:pt x="832" y="937"/>
                    <a:pt x="829" y="935"/>
                  </a:cubicBezTo>
                  <a:cubicBezTo>
                    <a:pt x="825" y="933"/>
                    <a:pt x="820" y="926"/>
                    <a:pt x="817" y="925"/>
                  </a:cubicBezTo>
                  <a:cubicBezTo>
                    <a:pt x="813" y="923"/>
                    <a:pt x="804" y="925"/>
                    <a:pt x="800" y="926"/>
                  </a:cubicBezTo>
                  <a:cubicBezTo>
                    <a:pt x="796" y="927"/>
                    <a:pt x="788" y="929"/>
                    <a:pt x="784" y="930"/>
                  </a:cubicBezTo>
                  <a:cubicBezTo>
                    <a:pt x="778" y="932"/>
                    <a:pt x="769" y="937"/>
                    <a:pt x="763" y="938"/>
                  </a:cubicBezTo>
                  <a:cubicBezTo>
                    <a:pt x="759" y="938"/>
                    <a:pt x="751" y="937"/>
                    <a:pt x="747" y="936"/>
                  </a:cubicBezTo>
                  <a:cubicBezTo>
                    <a:pt x="744" y="935"/>
                    <a:pt x="738" y="932"/>
                    <a:pt x="735" y="930"/>
                  </a:cubicBezTo>
                  <a:cubicBezTo>
                    <a:pt x="733" y="927"/>
                    <a:pt x="730" y="921"/>
                    <a:pt x="727" y="918"/>
                  </a:cubicBezTo>
                  <a:cubicBezTo>
                    <a:pt x="724" y="916"/>
                    <a:pt x="717" y="915"/>
                    <a:pt x="714" y="914"/>
                  </a:cubicBezTo>
                  <a:cubicBezTo>
                    <a:pt x="710" y="914"/>
                    <a:pt x="703" y="915"/>
                    <a:pt x="700" y="913"/>
                  </a:cubicBezTo>
                  <a:cubicBezTo>
                    <a:pt x="698" y="912"/>
                    <a:pt x="695" y="906"/>
                    <a:pt x="695" y="903"/>
                  </a:cubicBezTo>
                  <a:cubicBezTo>
                    <a:pt x="695" y="900"/>
                    <a:pt x="702" y="897"/>
                    <a:pt x="703" y="894"/>
                  </a:cubicBezTo>
                  <a:cubicBezTo>
                    <a:pt x="704" y="891"/>
                    <a:pt x="705" y="886"/>
                    <a:pt x="704" y="884"/>
                  </a:cubicBezTo>
                  <a:cubicBezTo>
                    <a:pt x="703" y="880"/>
                    <a:pt x="697" y="875"/>
                    <a:pt x="695" y="872"/>
                  </a:cubicBezTo>
                  <a:cubicBezTo>
                    <a:pt x="693" y="870"/>
                    <a:pt x="689" y="865"/>
                    <a:pt x="689" y="862"/>
                  </a:cubicBezTo>
                  <a:cubicBezTo>
                    <a:pt x="689" y="859"/>
                    <a:pt x="691" y="853"/>
                    <a:pt x="693" y="851"/>
                  </a:cubicBezTo>
                  <a:cubicBezTo>
                    <a:pt x="694" y="849"/>
                    <a:pt x="697" y="845"/>
                    <a:pt x="699" y="844"/>
                  </a:cubicBezTo>
                  <a:cubicBezTo>
                    <a:pt x="701" y="842"/>
                    <a:pt x="706" y="841"/>
                    <a:pt x="708" y="840"/>
                  </a:cubicBezTo>
                  <a:cubicBezTo>
                    <a:pt x="711" y="839"/>
                    <a:pt x="718" y="838"/>
                    <a:pt x="720" y="837"/>
                  </a:cubicBezTo>
                  <a:cubicBezTo>
                    <a:pt x="722" y="836"/>
                    <a:pt x="725" y="832"/>
                    <a:pt x="726" y="831"/>
                  </a:cubicBezTo>
                  <a:cubicBezTo>
                    <a:pt x="727" y="828"/>
                    <a:pt x="727" y="822"/>
                    <a:pt x="729" y="820"/>
                  </a:cubicBezTo>
                  <a:cubicBezTo>
                    <a:pt x="730" y="819"/>
                    <a:pt x="735" y="818"/>
                    <a:pt x="737" y="817"/>
                  </a:cubicBezTo>
                  <a:cubicBezTo>
                    <a:pt x="740" y="816"/>
                    <a:pt x="746" y="814"/>
                    <a:pt x="748" y="812"/>
                  </a:cubicBezTo>
                  <a:cubicBezTo>
                    <a:pt x="750" y="811"/>
                    <a:pt x="753" y="807"/>
                    <a:pt x="753" y="804"/>
                  </a:cubicBezTo>
                  <a:cubicBezTo>
                    <a:pt x="754" y="802"/>
                    <a:pt x="752" y="797"/>
                    <a:pt x="751" y="794"/>
                  </a:cubicBezTo>
                  <a:cubicBezTo>
                    <a:pt x="750" y="791"/>
                    <a:pt x="747" y="787"/>
                    <a:pt x="745" y="784"/>
                  </a:cubicBezTo>
                  <a:cubicBezTo>
                    <a:pt x="743" y="781"/>
                    <a:pt x="739" y="776"/>
                    <a:pt x="737" y="773"/>
                  </a:cubicBezTo>
                  <a:cubicBezTo>
                    <a:pt x="736" y="771"/>
                    <a:pt x="736" y="766"/>
                    <a:pt x="736" y="764"/>
                  </a:cubicBezTo>
                  <a:cubicBezTo>
                    <a:pt x="736" y="762"/>
                    <a:pt x="739" y="757"/>
                    <a:pt x="740" y="755"/>
                  </a:cubicBezTo>
                  <a:cubicBezTo>
                    <a:pt x="740" y="753"/>
                    <a:pt x="742" y="750"/>
                    <a:pt x="741" y="748"/>
                  </a:cubicBezTo>
                  <a:cubicBezTo>
                    <a:pt x="741" y="745"/>
                    <a:pt x="737" y="740"/>
                    <a:pt x="735" y="739"/>
                  </a:cubicBezTo>
                  <a:cubicBezTo>
                    <a:pt x="733" y="737"/>
                    <a:pt x="728" y="736"/>
                    <a:pt x="725" y="736"/>
                  </a:cubicBezTo>
                  <a:cubicBezTo>
                    <a:pt x="723" y="735"/>
                    <a:pt x="717" y="735"/>
                    <a:pt x="715" y="736"/>
                  </a:cubicBezTo>
                  <a:cubicBezTo>
                    <a:pt x="712" y="736"/>
                    <a:pt x="707" y="740"/>
                    <a:pt x="704" y="740"/>
                  </a:cubicBezTo>
                  <a:cubicBezTo>
                    <a:pt x="701" y="740"/>
                    <a:pt x="695" y="740"/>
                    <a:pt x="692" y="738"/>
                  </a:cubicBezTo>
                  <a:cubicBezTo>
                    <a:pt x="689" y="736"/>
                    <a:pt x="685" y="730"/>
                    <a:pt x="685" y="727"/>
                  </a:cubicBezTo>
                  <a:cubicBezTo>
                    <a:pt x="685" y="724"/>
                    <a:pt x="688" y="720"/>
                    <a:pt x="689" y="718"/>
                  </a:cubicBezTo>
                  <a:cubicBezTo>
                    <a:pt x="691" y="716"/>
                    <a:pt x="695" y="712"/>
                    <a:pt x="697" y="710"/>
                  </a:cubicBezTo>
                  <a:cubicBezTo>
                    <a:pt x="698" y="708"/>
                    <a:pt x="701" y="704"/>
                    <a:pt x="701" y="702"/>
                  </a:cubicBezTo>
                  <a:cubicBezTo>
                    <a:pt x="703" y="697"/>
                    <a:pt x="704" y="687"/>
                    <a:pt x="704" y="682"/>
                  </a:cubicBezTo>
                  <a:cubicBezTo>
                    <a:pt x="705" y="677"/>
                    <a:pt x="707" y="668"/>
                    <a:pt x="708" y="663"/>
                  </a:cubicBezTo>
                  <a:cubicBezTo>
                    <a:pt x="708" y="658"/>
                    <a:pt x="709" y="648"/>
                    <a:pt x="710" y="644"/>
                  </a:cubicBezTo>
                  <a:cubicBezTo>
                    <a:pt x="711" y="640"/>
                    <a:pt x="713" y="632"/>
                    <a:pt x="715" y="629"/>
                  </a:cubicBezTo>
                  <a:cubicBezTo>
                    <a:pt x="717" y="626"/>
                    <a:pt x="723" y="621"/>
                    <a:pt x="726" y="619"/>
                  </a:cubicBezTo>
                  <a:cubicBezTo>
                    <a:pt x="730" y="616"/>
                    <a:pt x="738" y="612"/>
                    <a:pt x="741" y="609"/>
                  </a:cubicBezTo>
                  <a:cubicBezTo>
                    <a:pt x="743" y="607"/>
                    <a:pt x="749" y="604"/>
                    <a:pt x="750" y="601"/>
                  </a:cubicBezTo>
                  <a:cubicBezTo>
                    <a:pt x="751" y="599"/>
                    <a:pt x="751" y="592"/>
                    <a:pt x="750" y="589"/>
                  </a:cubicBezTo>
                  <a:cubicBezTo>
                    <a:pt x="748" y="586"/>
                    <a:pt x="742" y="583"/>
                    <a:pt x="740" y="581"/>
                  </a:cubicBezTo>
                  <a:cubicBezTo>
                    <a:pt x="736" y="578"/>
                    <a:pt x="728" y="574"/>
                    <a:pt x="724" y="572"/>
                  </a:cubicBezTo>
                  <a:cubicBezTo>
                    <a:pt x="722" y="571"/>
                    <a:pt x="719" y="567"/>
                    <a:pt x="717" y="567"/>
                  </a:cubicBezTo>
                  <a:cubicBezTo>
                    <a:pt x="715" y="567"/>
                    <a:pt x="711" y="569"/>
                    <a:pt x="710" y="570"/>
                  </a:cubicBezTo>
                  <a:cubicBezTo>
                    <a:pt x="708" y="572"/>
                    <a:pt x="708" y="576"/>
                    <a:pt x="709" y="578"/>
                  </a:cubicBezTo>
                  <a:cubicBezTo>
                    <a:pt x="710" y="581"/>
                    <a:pt x="716" y="584"/>
                    <a:pt x="716" y="586"/>
                  </a:cubicBezTo>
                  <a:cubicBezTo>
                    <a:pt x="716" y="589"/>
                    <a:pt x="711" y="594"/>
                    <a:pt x="708" y="595"/>
                  </a:cubicBezTo>
                  <a:cubicBezTo>
                    <a:pt x="706" y="596"/>
                    <a:pt x="701" y="596"/>
                    <a:pt x="699" y="595"/>
                  </a:cubicBezTo>
                  <a:cubicBezTo>
                    <a:pt x="695" y="594"/>
                    <a:pt x="689" y="590"/>
                    <a:pt x="688" y="586"/>
                  </a:cubicBezTo>
                  <a:cubicBezTo>
                    <a:pt x="685" y="582"/>
                    <a:pt x="686" y="570"/>
                    <a:pt x="684" y="565"/>
                  </a:cubicBezTo>
                  <a:cubicBezTo>
                    <a:pt x="682" y="561"/>
                    <a:pt x="678" y="554"/>
                    <a:pt x="676" y="551"/>
                  </a:cubicBezTo>
                  <a:cubicBezTo>
                    <a:pt x="672" y="547"/>
                    <a:pt x="665" y="538"/>
                    <a:pt x="661" y="534"/>
                  </a:cubicBezTo>
                  <a:cubicBezTo>
                    <a:pt x="657" y="530"/>
                    <a:pt x="646" y="523"/>
                    <a:pt x="641" y="519"/>
                  </a:cubicBezTo>
                  <a:cubicBezTo>
                    <a:pt x="638" y="517"/>
                    <a:pt x="630" y="513"/>
                    <a:pt x="627" y="510"/>
                  </a:cubicBezTo>
                  <a:cubicBezTo>
                    <a:pt x="625" y="507"/>
                    <a:pt x="624" y="498"/>
                    <a:pt x="622" y="494"/>
                  </a:cubicBezTo>
                  <a:cubicBezTo>
                    <a:pt x="621" y="492"/>
                    <a:pt x="618" y="488"/>
                    <a:pt x="616" y="487"/>
                  </a:cubicBezTo>
                  <a:cubicBezTo>
                    <a:pt x="614" y="485"/>
                    <a:pt x="608" y="486"/>
                    <a:pt x="606" y="486"/>
                  </a:cubicBezTo>
                  <a:cubicBezTo>
                    <a:pt x="602" y="486"/>
                    <a:pt x="594" y="488"/>
                    <a:pt x="590" y="489"/>
                  </a:cubicBezTo>
                  <a:cubicBezTo>
                    <a:pt x="585" y="490"/>
                    <a:pt x="577" y="494"/>
                    <a:pt x="572" y="496"/>
                  </a:cubicBezTo>
                  <a:cubicBezTo>
                    <a:pt x="567" y="498"/>
                    <a:pt x="558" y="503"/>
                    <a:pt x="553" y="505"/>
                  </a:cubicBezTo>
                  <a:cubicBezTo>
                    <a:pt x="549" y="507"/>
                    <a:pt x="540" y="510"/>
                    <a:pt x="536" y="510"/>
                  </a:cubicBezTo>
                  <a:cubicBezTo>
                    <a:pt x="532" y="510"/>
                    <a:pt x="524" y="510"/>
                    <a:pt x="520" y="508"/>
                  </a:cubicBezTo>
                  <a:cubicBezTo>
                    <a:pt x="517" y="507"/>
                    <a:pt x="513" y="503"/>
                    <a:pt x="511" y="501"/>
                  </a:cubicBezTo>
                  <a:cubicBezTo>
                    <a:pt x="507" y="498"/>
                    <a:pt x="501" y="490"/>
                    <a:pt x="497" y="487"/>
                  </a:cubicBezTo>
                  <a:cubicBezTo>
                    <a:pt x="493" y="485"/>
                    <a:pt x="484" y="483"/>
                    <a:pt x="480" y="482"/>
                  </a:cubicBezTo>
                  <a:cubicBezTo>
                    <a:pt x="476" y="481"/>
                    <a:pt x="468" y="480"/>
                    <a:pt x="463" y="480"/>
                  </a:cubicBezTo>
                  <a:cubicBezTo>
                    <a:pt x="459" y="479"/>
                    <a:pt x="451" y="478"/>
                    <a:pt x="447" y="478"/>
                  </a:cubicBezTo>
                  <a:cubicBezTo>
                    <a:pt x="443" y="478"/>
                    <a:pt x="436" y="479"/>
                    <a:pt x="432" y="480"/>
                  </a:cubicBezTo>
                  <a:cubicBezTo>
                    <a:pt x="429" y="480"/>
                    <a:pt x="422" y="482"/>
                    <a:pt x="419" y="483"/>
                  </a:cubicBezTo>
                  <a:cubicBezTo>
                    <a:pt x="416" y="485"/>
                    <a:pt x="409" y="488"/>
                    <a:pt x="406" y="491"/>
                  </a:cubicBezTo>
                  <a:cubicBezTo>
                    <a:pt x="404" y="493"/>
                    <a:pt x="402" y="499"/>
                    <a:pt x="401" y="502"/>
                  </a:cubicBezTo>
                  <a:cubicBezTo>
                    <a:pt x="400" y="505"/>
                    <a:pt x="400" y="512"/>
                    <a:pt x="399" y="515"/>
                  </a:cubicBezTo>
                  <a:cubicBezTo>
                    <a:pt x="398" y="517"/>
                    <a:pt x="396" y="523"/>
                    <a:pt x="394" y="524"/>
                  </a:cubicBezTo>
                  <a:cubicBezTo>
                    <a:pt x="392" y="525"/>
                    <a:pt x="388" y="524"/>
                    <a:pt x="386" y="524"/>
                  </a:cubicBezTo>
                  <a:cubicBezTo>
                    <a:pt x="384" y="524"/>
                    <a:pt x="379" y="523"/>
                    <a:pt x="377" y="525"/>
                  </a:cubicBezTo>
                  <a:cubicBezTo>
                    <a:pt x="375" y="526"/>
                    <a:pt x="375" y="531"/>
                    <a:pt x="373" y="531"/>
                  </a:cubicBezTo>
                  <a:cubicBezTo>
                    <a:pt x="372" y="532"/>
                    <a:pt x="368" y="532"/>
                    <a:pt x="366" y="531"/>
                  </a:cubicBezTo>
                  <a:cubicBezTo>
                    <a:pt x="364" y="529"/>
                    <a:pt x="362" y="523"/>
                    <a:pt x="361" y="520"/>
                  </a:cubicBezTo>
                  <a:cubicBezTo>
                    <a:pt x="360" y="517"/>
                    <a:pt x="359" y="510"/>
                    <a:pt x="358" y="507"/>
                  </a:cubicBezTo>
                  <a:cubicBezTo>
                    <a:pt x="357" y="504"/>
                    <a:pt x="352" y="497"/>
                    <a:pt x="350" y="494"/>
                  </a:cubicBezTo>
                  <a:cubicBezTo>
                    <a:pt x="348" y="489"/>
                    <a:pt x="344" y="479"/>
                    <a:pt x="343" y="474"/>
                  </a:cubicBezTo>
                  <a:cubicBezTo>
                    <a:pt x="342" y="472"/>
                    <a:pt x="342" y="466"/>
                    <a:pt x="343" y="463"/>
                  </a:cubicBezTo>
                  <a:cubicBezTo>
                    <a:pt x="343" y="459"/>
                    <a:pt x="347" y="453"/>
                    <a:pt x="348" y="450"/>
                  </a:cubicBezTo>
                  <a:cubicBezTo>
                    <a:pt x="349" y="447"/>
                    <a:pt x="353" y="441"/>
                    <a:pt x="353" y="438"/>
                  </a:cubicBezTo>
                  <a:cubicBezTo>
                    <a:pt x="353" y="433"/>
                    <a:pt x="349" y="424"/>
                    <a:pt x="349" y="419"/>
                  </a:cubicBezTo>
                  <a:cubicBezTo>
                    <a:pt x="348" y="413"/>
                    <a:pt x="351" y="400"/>
                    <a:pt x="351" y="394"/>
                  </a:cubicBezTo>
                  <a:cubicBezTo>
                    <a:pt x="351" y="390"/>
                    <a:pt x="350" y="383"/>
                    <a:pt x="350" y="379"/>
                  </a:cubicBezTo>
                  <a:cubicBezTo>
                    <a:pt x="348" y="373"/>
                    <a:pt x="346" y="363"/>
                    <a:pt x="344" y="358"/>
                  </a:cubicBezTo>
                  <a:cubicBezTo>
                    <a:pt x="341" y="353"/>
                    <a:pt x="335" y="346"/>
                    <a:pt x="331" y="342"/>
                  </a:cubicBezTo>
                  <a:cubicBezTo>
                    <a:pt x="328" y="339"/>
                    <a:pt x="322" y="335"/>
                    <a:pt x="318" y="333"/>
                  </a:cubicBezTo>
                  <a:cubicBezTo>
                    <a:pt x="313" y="331"/>
                    <a:pt x="302" y="328"/>
                    <a:pt x="296" y="326"/>
                  </a:cubicBezTo>
                  <a:cubicBezTo>
                    <a:pt x="293" y="326"/>
                    <a:pt x="288" y="324"/>
                    <a:pt x="286" y="324"/>
                  </a:cubicBezTo>
                  <a:cubicBezTo>
                    <a:pt x="282" y="322"/>
                    <a:pt x="273" y="318"/>
                    <a:pt x="269" y="317"/>
                  </a:cubicBezTo>
                  <a:cubicBezTo>
                    <a:pt x="267" y="317"/>
                    <a:pt x="262" y="317"/>
                    <a:pt x="260" y="317"/>
                  </a:cubicBezTo>
                  <a:cubicBezTo>
                    <a:pt x="257" y="318"/>
                    <a:pt x="253" y="323"/>
                    <a:pt x="250" y="324"/>
                  </a:cubicBezTo>
                  <a:cubicBezTo>
                    <a:pt x="248" y="324"/>
                    <a:pt x="241" y="323"/>
                    <a:pt x="239" y="322"/>
                  </a:cubicBezTo>
                  <a:cubicBezTo>
                    <a:pt x="236" y="321"/>
                    <a:pt x="232" y="318"/>
                    <a:pt x="231" y="315"/>
                  </a:cubicBezTo>
                  <a:cubicBezTo>
                    <a:pt x="230" y="314"/>
                    <a:pt x="230" y="309"/>
                    <a:pt x="230" y="308"/>
                  </a:cubicBezTo>
                  <a:cubicBezTo>
                    <a:pt x="231" y="305"/>
                    <a:pt x="234" y="300"/>
                    <a:pt x="235" y="297"/>
                  </a:cubicBezTo>
                  <a:cubicBezTo>
                    <a:pt x="236" y="296"/>
                    <a:pt x="240" y="292"/>
                    <a:pt x="240" y="290"/>
                  </a:cubicBezTo>
                  <a:cubicBezTo>
                    <a:pt x="240" y="287"/>
                    <a:pt x="236" y="282"/>
                    <a:pt x="233" y="281"/>
                  </a:cubicBezTo>
                  <a:cubicBezTo>
                    <a:pt x="231" y="279"/>
                    <a:pt x="225" y="277"/>
                    <a:pt x="222" y="277"/>
                  </a:cubicBezTo>
                  <a:cubicBezTo>
                    <a:pt x="220" y="277"/>
                    <a:pt x="215" y="277"/>
                    <a:pt x="213" y="278"/>
                  </a:cubicBezTo>
                  <a:cubicBezTo>
                    <a:pt x="210" y="280"/>
                    <a:pt x="207" y="286"/>
                    <a:pt x="204" y="289"/>
                  </a:cubicBezTo>
                  <a:cubicBezTo>
                    <a:pt x="202" y="291"/>
                    <a:pt x="198" y="296"/>
                    <a:pt x="195" y="298"/>
                  </a:cubicBezTo>
                  <a:cubicBezTo>
                    <a:pt x="192" y="300"/>
                    <a:pt x="185" y="301"/>
                    <a:pt x="182" y="302"/>
                  </a:cubicBezTo>
                  <a:cubicBezTo>
                    <a:pt x="179" y="303"/>
                    <a:pt x="172" y="302"/>
                    <a:pt x="168" y="303"/>
                  </a:cubicBezTo>
                  <a:cubicBezTo>
                    <a:pt x="165" y="304"/>
                    <a:pt x="160" y="309"/>
                    <a:pt x="157" y="310"/>
                  </a:cubicBezTo>
                  <a:cubicBezTo>
                    <a:pt x="155" y="312"/>
                    <a:pt x="150" y="315"/>
                    <a:pt x="148" y="315"/>
                  </a:cubicBezTo>
                  <a:cubicBezTo>
                    <a:pt x="143" y="315"/>
                    <a:pt x="134" y="313"/>
                    <a:pt x="130" y="312"/>
                  </a:cubicBezTo>
                  <a:cubicBezTo>
                    <a:pt x="128" y="311"/>
                    <a:pt x="124" y="307"/>
                    <a:pt x="122" y="306"/>
                  </a:cubicBezTo>
                  <a:cubicBezTo>
                    <a:pt x="120" y="304"/>
                    <a:pt x="117" y="299"/>
                    <a:pt x="114" y="297"/>
                  </a:cubicBezTo>
                  <a:cubicBezTo>
                    <a:pt x="111" y="295"/>
                    <a:pt x="102" y="294"/>
                    <a:pt x="98" y="292"/>
                  </a:cubicBezTo>
                  <a:cubicBezTo>
                    <a:pt x="96" y="291"/>
                    <a:pt x="92" y="289"/>
                    <a:pt x="90" y="287"/>
                  </a:cubicBezTo>
                  <a:cubicBezTo>
                    <a:pt x="88" y="285"/>
                    <a:pt x="83" y="279"/>
                    <a:pt x="81" y="276"/>
                  </a:cubicBezTo>
                  <a:cubicBezTo>
                    <a:pt x="78" y="271"/>
                    <a:pt x="73" y="261"/>
                    <a:pt x="72" y="256"/>
                  </a:cubicBezTo>
                  <a:cubicBezTo>
                    <a:pt x="71" y="252"/>
                    <a:pt x="70" y="245"/>
                    <a:pt x="70" y="241"/>
                  </a:cubicBezTo>
                  <a:cubicBezTo>
                    <a:pt x="69" y="236"/>
                    <a:pt x="69" y="227"/>
                    <a:pt x="69" y="223"/>
                  </a:cubicBezTo>
                  <a:cubicBezTo>
                    <a:pt x="70" y="218"/>
                    <a:pt x="72" y="208"/>
                    <a:pt x="73" y="204"/>
                  </a:cubicBezTo>
                  <a:cubicBezTo>
                    <a:pt x="73" y="201"/>
                    <a:pt x="74" y="196"/>
                    <a:pt x="73" y="193"/>
                  </a:cubicBezTo>
                  <a:cubicBezTo>
                    <a:pt x="71" y="190"/>
                    <a:pt x="65" y="186"/>
                    <a:pt x="63" y="184"/>
                  </a:cubicBezTo>
                  <a:cubicBezTo>
                    <a:pt x="61" y="181"/>
                    <a:pt x="56" y="175"/>
                    <a:pt x="55" y="171"/>
                  </a:cubicBezTo>
                  <a:cubicBezTo>
                    <a:pt x="54" y="169"/>
                    <a:pt x="55" y="163"/>
                    <a:pt x="54" y="161"/>
                  </a:cubicBezTo>
                  <a:cubicBezTo>
                    <a:pt x="54" y="158"/>
                    <a:pt x="50" y="152"/>
                    <a:pt x="49" y="149"/>
                  </a:cubicBezTo>
                  <a:cubicBezTo>
                    <a:pt x="48" y="145"/>
                    <a:pt x="46" y="138"/>
                    <a:pt x="46" y="134"/>
                  </a:cubicBezTo>
                  <a:cubicBezTo>
                    <a:pt x="45" y="131"/>
                    <a:pt x="44" y="124"/>
                    <a:pt x="44" y="121"/>
                  </a:cubicBezTo>
                  <a:cubicBezTo>
                    <a:pt x="45" y="118"/>
                    <a:pt x="47" y="113"/>
                    <a:pt x="49" y="110"/>
                  </a:cubicBezTo>
                  <a:cubicBezTo>
                    <a:pt x="50" y="109"/>
                    <a:pt x="54" y="105"/>
                    <a:pt x="55" y="103"/>
                  </a:cubicBezTo>
                  <a:cubicBezTo>
                    <a:pt x="56" y="101"/>
                    <a:pt x="57" y="95"/>
                    <a:pt x="56" y="93"/>
                  </a:cubicBezTo>
                  <a:cubicBezTo>
                    <a:pt x="56" y="88"/>
                    <a:pt x="53" y="79"/>
                    <a:pt x="51" y="75"/>
                  </a:cubicBezTo>
                  <a:cubicBezTo>
                    <a:pt x="49" y="72"/>
                    <a:pt x="46" y="65"/>
                    <a:pt x="43" y="64"/>
                  </a:cubicBezTo>
                  <a:cubicBezTo>
                    <a:pt x="41" y="62"/>
                    <a:pt x="35" y="63"/>
                    <a:pt x="32" y="63"/>
                  </a:cubicBezTo>
                  <a:cubicBezTo>
                    <a:pt x="29" y="62"/>
                    <a:pt x="23" y="59"/>
                    <a:pt x="20" y="57"/>
                  </a:cubicBezTo>
                  <a:cubicBezTo>
                    <a:pt x="17" y="54"/>
                    <a:pt x="13" y="47"/>
                    <a:pt x="12" y="44"/>
                  </a:cubicBezTo>
                  <a:cubicBezTo>
                    <a:pt x="9" y="38"/>
                    <a:pt x="9" y="26"/>
                    <a:pt x="7" y="21"/>
                  </a:cubicBezTo>
                  <a:cubicBezTo>
                    <a:pt x="6" y="17"/>
                    <a:pt x="3" y="11"/>
                    <a:pt x="0" y="6"/>
                  </a:cubicBezTo>
                  <a:cubicBezTo>
                    <a:pt x="2" y="6"/>
                    <a:pt x="3" y="5"/>
                    <a:pt x="4" y="4"/>
                  </a:cubicBezTo>
                  <a:cubicBezTo>
                    <a:pt x="9" y="3"/>
                    <a:pt x="19" y="1"/>
                    <a:pt x="24" y="1"/>
                  </a:cubicBezTo>
                  <a:cubicBezTo>
                    <a:pt x="27" y="2"/>
                    <a:pt x="34" y="4"/>
                    <a:pt x="37" y="6"/>
                  </a:cubicBezTo>
                  <a:cubicBezTo>
                    <a:pt x="40" y="8"/>
                    <a:pt x="43" y="17"/>
                    <a:pt x="47" y="19"/>
                  </a:cubicBezTo>
                  <a:cubicBezTo>
                    <a:pt x="51" y="21"/>
                    <a:pt x="60" y="18"/>
                    <a:pt x="65" y="18"/>
                  </a:cubicBezTo>
                  <a:cubicBezTo>
                    <a:pt x="70" y="18"/>
                    <a:pt x="80" y="17"/>
                    <a:pt x="85" y="19"/>
                  </a:cubicBezTo>
                  <a:cubicBezTo>
                    <a:pt x="89" y="20"/>
                    <a:pt x="96" y="23"/>
                    <a:pt x="99" y="26"/>
                  </a:cubicBezTo>
                  <a:cubicBezTo>
                    <a:pt x="101" y="29"/>
                    <a:pt x="102" y="37"/>
                    <a:pt x="104" y="40"/>
                  </a:cubicBezTo>
                  <a:cubicBezTo>
                    <a:pt x="106" y="45"/>
                    <a:pt x="109" y="54"/>
                    <a:pt x="113" y="57"/>
                  </a:cubicBezTo>
                  <a:cubicBezTo>
                    <a:pt x="116" y="60"/>
                    <a:pt x="124" y="66"/>
                    <a:pt x="128" y="67"/>
                  </a:cubicBezTo>
                  <a:cubicBezTo>
                    <a:pt x="132" y="67"/>
                    <a:pt x="140" y="64"/>
                    <a:pt x="143" y="62"/>
                  </a:cubicBezTo>
                  <a:cubicBezTo>
                    <a:pt x="148" y="60"/>
                    <a:pt x="157" y="53"/>
                    <a:pt x="161" y="50"/>
                  </a:cubicBezTo>
                  <a:cubicBezTo>
                    <a:pt x="166" y="46"/>
                    <a:pt x="175" y="37"/>
                    <a:pt x="180" y="33"/>
                  </a:cubicBezTo>
                  <a:cubicBezTo>
                    <a:pt x="185" y="28"/>
                    <a:pt x="196" y="20"/>
                    <a:pt x="201" y="15"/>
                  </a:cubicBezTo>
                  <a:cubicBezTo>
                    <a:pt x="203" y="13"/>
                    <a:pt x="207" y="8"/>
                    <a:pt x="208" y="5"/>
                  </a:cubicBezTo>
                  <a:cubicBezTo>
                    <a:pt x="209" y="5"/>
                    <a:pt x="209" y="4"/>
                    <a:pt x="209" y="4"/>
                  </a:cubicBezTo>
                  <a:cubicBezTo>
                    <a:pt x="210" y="5"/>
                    <a:pt x="211" y="6"/>
                    <a:pt x="211" y="7"/>
                  </a:cubicBezTo>
                  <a:cubicBezTo>
                    <a:pt x="213" y="8"/>
                    <a:pt x="217" y="9"/>
                    <a:pt x="219" y="10"/>
                  </a:cubicBezTo>
                  <a:cubicBezTo>
                    <a:pt x="221" y="11"/>
                    <a:pt x="225" y="12"/>
                    <a:pt x="227" y="13"/>
                  </a:cubicBezTo>
                  <a:cubicBezTo>
                    <a:pt x="230" y="14"/>
                    <a:pt x="236" y="16"/>
                    <a:pt x="239" y="16"/>
                  </a:cubicBezTo>
                  <a:cubicBezTo>
                    <a:pt x="242" y="16"/>
                    <a:pt x="247" y="13"/>
                    <a:pt x="249" y="13"/>
                  </a:cubicBezTo>
                  <a:cubicBezTo>
                    <a:pt x="252" y="12"/>
                    <a:pt x="257" y="11"/>
                    <a:pt x="259" y="11"/>
                  </a:cubicBezTo>
                  <a:cubicBezTo>
                    <a:pt x="261" y="11"/>
                    <a:pt x="265" y="12"/>
                    <a:pt x="266" y="14"/>
                  </a:cubicBezTo>
                  <a:cubicBezTo>
                    <a:pt x="268" y="16"/>
                    <a:pt x="267" y="23"/>
                    <a:pt x="268" y="26"/>
                  </a:cubicBezTo>
                  <a:cubicBezTo>
                    <a:pt x="270" y="30"/>
                    <a:pt x="274" y="38"/>
                    <a:pt x="277" y="42"/>
                  </a:cubicBezTo>
                  <a:cubicBezTo>
                    <a:pt x="279" y="44"/>
                    <a:pt x="285" y="48"/>
                    <a:pt x="288" y="49"/>
                  </a:cubicBezTo>
                  <a:cubicBezTo>
                    <a:pt x="291" y="50"/>
                    <a:pt x="296" y="50"/>
                    <a:pt x="299" y="50"/>
                  </a:cubicBezTo>
                  <a:cubicBezTo>
                    <a:pt x="304" y="50"/>
                    <a:pt x="313" y="48"/>
                    <a:pt x="317" y="48"/>
                  </a:cubicBezTo>
                  <a:cubicBezTo>
                    <a:pt x="318" y="49"/>
                    <a:pt x="321" y="49"/>
                    <a:pt x="322" y="50"/>
                  </a:cubicBezTo>
                  <a:cubicBezTo>
                    <a:pt x="324" y="50"/>
                    <a:pt x="326" y="53"/>
                    <a:pt x="327" y="54"/>
                  </a:cubicBezTo>
                  <a:cubicBezTo>
                    <a:pt x="328" y="56"/>
                    <a:pt x="327" y="60"/>
                    <a:pt x="329" y="61"/>
                  </a:cubicBezTo>
                  <a:cubicBezTo>
                    <a:pt x="330" y="62"/>
                    <a:pt x="334" y="60"/>
                    <a:pt x="335" y="59"/>
                  </a:cubicBezTo>
                  <a:cubicBezTo>
                    <a:pt x="337" y="59"/>
                    <a:pt x="340" y="57"/>
                    <a:pt x="341" y="55"/>
                  </a:cubicBezTo>
                  <a:cubicBezTo>
                    <a:pt x="342" y="54"/>
                    <a:pt x="344" y="51"/>
                    <a:pt x="344" y="49"/>
                  </a:cubicBezTo>
                  <a:cubicBezTo>
                    <a:pt x="346" y="45"/>
                    <a:pt x="348" y="38"/>
                    <a:pt x="349" y="35"/>
                  </a:cubicBezTo>
                  <a:cubicBezTo>
                    <a:pt x="350" y="31"/>
                    <a:pt x="351" y="24"/>
                    <a:pt x="353" y="21"/>
                  </a:cubicBezTo>
                  <a:cubicBezTo>
                    <a:pt x="354" y="17"/>
                    <a:pt x="358" y="10"/>
                    <a:pt x="361" y="8"/>
                  </a:cubicBezTo>
                  <a:cubicBezTo>
                    <a:pt x="363" y="5"/>
                    <a:pt x="368" y="2"/>
                    <a:pt x="370" y="1"/>
                  </a:cubicBezTo>
                  <a:cubicBezTo>
                    <a:pt x="373" y="0"/>
                    <a:pt x="379" y="0"/>
                    <a:pt x="382" y="0"/>
                  </a:cubicBezTo>
                  <a:cubicBezTo>
                    <a:pt x="384" y="1"/>
                    <a:pt x="389" y="3"/>
                    <a:pt x="391" y="4"/>
                  </a:cubicBezTo>
                  <a:cubicBezTo>
                    <a:pt x="392" y="5"/>
                    <a:pt x="394" y="10"/>
                    <a:pt x="395" y="11"/>
                  </a:cubicBezTo>
                  <a:cubicBezTo>
                    <a:pt x="397" y="12"/>
                    <a:pt x="403" y="12"/>
                    <a:pt x="405" y="11"/>
                  </a:cubicBezTo>
                  <a:cubicBezTo>
                    <a:pt x="407" y="11"/>
                    <a:pt x="409" y="7"/>
                    <a:pt x="410" y="6"/>
                  </a:cubicBezTo>
                  <a:cubicBezTo>
                    <a:pt x="412" y="5"/>
                    <a:pt x="416" y="4"/>
                    <a:pt x="418" y="4"/>
                  </a:cubicBezTo>
                  <a:cubicBezTo>
                    <a:pt x="419" y="4"/>
                    <a:pt x="422" y="4"/>
                    <a:pt x="423" y="5"/>
                  </a:cubicBezTo>
                  <a:cubicBezTo>
                    <a:pt x="425" y="7"/>
                    <a:pt x="426" y="12"/>
                    <a:pt x="427" y="14"/>
                  </a:cubicBezTo>
                  <a:cubicBezTo>
                    <a:pt x="427" y="16"/>
                    <a:pt x="427" y="21"/>
                    <a:pt x="428" y="22"/>
                  </a:cubicBezTo>
                  <a:cubicBezTo>
                    <a:pt x="430" y="25"/>
                    <a:pt x="439" y="28"/>
                    <a:pt x="442" y="29"/>
                  </a:cubicBezTo>
                  <a:cubicBezTo>
                    <a:pt x="445" y="29"/>
                    <a:pt x="450" y="29"/>
                    <a:pt x="453" y="30"/>
                  </a:cubicBezTo>
                  <a:cubicBezTo>
                    <a:pt x="455" y="30"/>
                    <a:pt x="460" y="32"/>
                    <a:pt x="462" y="33"/>
                  </a:cubicBezTo>
                  <a:cubicBezTo>
                    <a:pt x="463" y="34"/>
                    <a:pt x="466" y="36"/>
                    <a:pt x="467" y="37"/>
                  </a:cubicBezTo>
                  <a:cubicBezTo>
                    <a:pt x="469" y="38"/>
                    <a:pt x="472" y="41"/>
                    <a:pt x="474" y="41"/>
                  </a:cubicBezTo>
                  <a:cubicBezTo>
                    <a:pt x="477" y="42"/>
                    <a:pt x="481" y="39"/>
                    <a:pt x="484" y="38"/>
                  </a:cubicBezTo>
                  <a:cubicBezTo>
                    <a:pt x="487" y="36"/>
                    <a:pt x="493" y="32"/>
                    <a:pt x="496" y="31"/>
                  </a:cubicBezTo>
                  <a:cubicBezTo>
                    <a:pt x="499" y="30"/>
                    <a:pt x="506" y="27"/>
                    <a:pt x="509" y="28"/>
                  </a:cubicBezTo>
                  <a:cubicBezTo>
                    <a:pt x="512" y="29"/>
                    <a:pt x="515" y="33"/>
                    <a:pt x="517" y="35"/>
                  </a:cubicBezTo>
                  <a:cubicBezTo>
                    <a:pt x="518" y="37"/>
                    <a:pt x="520" y="43"/>
                    <a:pt x="521" y="45"/>
                  </a:cubicBezTo>
                  <a:cubicBezTo>
                    <a:pt x="523" y="47"/>
                    <a:pt x="526" y="50"/>
                    <a:pt x="528" y="51"/>
                  </a:cubicBezTo>
                  <a:cubicBezTo>
                    <a:pt x="528" y="51"/>
                    <a:pt x="528" y="51"/>
                    <a:pt x="528" y="51"/>
                  </a:cubicBezTo>
                  <a:cubicBezTo>
                    <a:pt x="527" y="52"/>
                    <a:pt x="526" y="54"/>
                    <a:pt x="525" y="55"/>
                  </a:cubicBezTo>
                  <a:cubicBezTo>
                    <a:pt x="524" y="56"/>
                    <a:pt x="523" y="59"/>
                    <a:pt x="522" y="61"/>
                  </a:cubicBezTo>
                  <a:cubicBezTo>
                    <a:pt x="521" y="63"/>
                    <a:pt x="520" y="66"/>
                    <a:pt x="520" y="67"/>
                  </a:cubicBezTo>
                  <a:cubicBezTo>
                    <a:pt x="520" y="70"/>
                    <a:pt x="522" y="75"/>
                    <a:pt x="523" y="77"/>
                  </a:cubicBezTo>
                  <a:cubicBezTo>
                    <a:pt x="525" y="80"/>
                    <a:pt x="531" y="86"/>
                    <a:pt x="534" y="88"/>
                  </a:cubicBezTo>
                  <a:cubicBezTo>
                    <a:pt x="536" y="90"/>
                    <a:pt x="543" y="93"/>
                    <a:pt x="546" y="94"/>
                  </a:cubicBezTo>
                  <a:cubicBezTo>
                    <a:pt x="550" y="96"/>
                    <a:pt x="558" y="101"/>
                    <a:pt x="563" y="103"/>
                  </a:cubicBezTo>
                  <a:cubicBezTo>
                    <a:pt x="566" y="104"/>
                    <a:pt x="573" y="105"/>
                    <a:pt x="576" y="105"/>
                  </a:cubicBezTo>
                  <a:cubicBezTo>
                    <a:pt x="579" y="105"/>
                    <a:pt x="584" y="105"/>
                    <a:pt x="587" y="104"/>
                  </a:cubicBezTo>
                  <a:cubicBezTo>
                    <a:pt x="589" y="103"/>
                    <a:pt x="593" y="99"/>
                    <a:pt x="595" y="99"/>
                  </a:cubicBezTo>
                  <a:cubicBezTo>
                    <a:pt x="598" y="98"/>
                    <a:pt x="603" y="98"/>
                    <a:pt x="605" y="98"/>
                  </a:cubicBezTo>
                  <a:cubicBezTo>
                    <a:pt x="610" y="98"/>
                    <a:pt x="619" y="97"/>
                    <a:pt x="623" y="97"/>
                  </a:cubicBezTo>
                  <a:cubicBezTo>
                    <a:pt x="625" y="97"/>
                    <a:pt x="629" y="97"/>
                    <a:pt x="630" y="97"/>
                  </a:cubicBezTo>
                  <a:cubicBezTo>
                    <a:pt x="633" y="97"/>
                    <a:pt x="638" y="96"/>
                    <a:pt x="640" y="94"/>
                  </a:cubicBezTo>
                  <a:cubicBezTo>
                    <a:pt x="643" y="93"/>
                    <a:pt x="647" y="88"/>
                    <a:pt x="650" y="85"/>
                  </a:cubicBezTo>
                  <a:cubicBezTo>
                    <a:pt x="651" y="84"/>
                    <a:pt x="655" y="79"/>
                    <a:pt x="657" y="78"/>
                  </a:cubicBezTo>
                  <a:cubicBezTo>
                    <a:pt x="658" y="77"/>
                    <a:pt x="661" y="77"/>
                    <a:pt x="663" y="76"/>
                  </a:cubicBezTo>
                  <a:cubicBezTo>
                    <a:pt x="665" y="76"/>
                    <a:pt x="671" y="76"/>
                    <a:pt x="673" y="77"/>
                  </a:cubicBezTo>
                  <a:cubicBezTo>
                    <a:pt x="674" y="78"/>
                    <a:pt x="674" y="82"/>
                    <a:pt x="674" y="84"/>
                  </a:cubicBezTo>
                  <a:cubicBezTo>
                    <a:pt x="674" y="85"/>
                    <a:pt x="673" y="89"/>
                    <a:pt x="672" y="90"/>
                  </a:cubicBezTo>
                  <a:cubicBezTo>
                    <a:pt x="671" y="91"/>
                    <a:pt x="669" y="94"/>
                    <a:pt x="668" y="95"/>
                  </a:cubicBezTo>
                  <a:cubicBezTo>
                    <a:pt x="667" y="96"/>
                    <a:pt x="666" y="99"/>
                    <a:pt x="666" y="100"/>
                  </a:cubicBezTo>
                  <a:cubicBezTo>
                    <a:pt x="665" y="104"/>
                    <a:pt x="666" y="111"/>
                    <a:pt x="665" y="114"/>
                  </a:cubicBezTo>
                  <a:cubicBezTo>
                    <a:pt x="665" y="117"/>
                    <a:pt x="666" y="124"/>
                    <a:pt x="665" y="127"/>
                  </a:cubicBezTo>
                  <a:cubicBezTo>
                    <a:pt x="665" y="131"/>
                    <a:pt x="665" y="138"/>
                    <a:pt x="665" y="142"/>
                  </a:cubicBezTo>
                  <a:cubicBezTo>
                    <a:pt x="665" y="145"/>
                    <a:pt x="665" y="151"/>
                    <a:pt x="666" y="154"/>
                  </a:cubicBezTo>
                  <a:cubicBezTo>
                    <a:pt x="667" y="155"/>
                    <a:pt x="670" y="158"/>
                    <a:pt x="672" y="159"/>
                  </a:cubicBezTo>
                  <a:cubicBezTo>
                    <a:pt x="673" y="161"/>
                    <a:pt x="677" y="164"/>
                    <a:pt x="679" y="165"/>
                  </a:cubicBezTo>
                  <a:cubicBezTo>
                    <a:pt x="681" y="165"/>
                    <a:pt x="685" y="166"/>
                    <a:pt x="687" y="167"/>
                  </a:cubicBezTo>
                  <a:cubicBezTo>
                    <a:pt x="690" y="167"/>
                    <a:pt x="695" y="167"/>
                    <a:pt x="698" y="167"/>
                  </a:cubicBezTo>
                  <a:cubicBezTo>
                    <a:pt x="700" y="166"/>
                    <a:pt x="703" y="164"/>
                    <a:pt x="704" y="162"/>
                  </a:cubicBezTo>
                  <a:cubicBezTo>
                    <a:pt x="706" y="160"/>
                    <a:pt x="709" y="154"/>
                    <a:pt x="711" y="151"/>
                  </a:cubicBezTo>
                  <a:cubicBezTo>
                    <a:pt x="712" y="149"/>
                    <a:pt x="715" y="145"/>
                    <a:pt x="717" y="144"/>
                  </a:cubicBezTo>
                  <a:cubicBezTo>
                    <a:pt x="718" y="142"/>
                    <a:pt x="721" y="140"/>
                    <a:pt x="722" y="140"/>
                  </a:cubicBezTo>
                  <a:cubicBezTo>
                    <a:pt x="724" y="140"/>
                    <a:pt x="727" y="140"/>
                    <a:pt x="729" y="140"/>
                  </a:cubicBezTo>
                  <a:cubicBezTo>
                    <a:pt x="731" y="141"/>
                    <a:pt x="735" y="142"/>
                    <a:pt x="737" y="143"/>
                  </a:cubicBezTo>
                  <a:cubicBezTo>
                    <a:pt x="739" y="145"/>
                    <a:pt x="741" y="150"/>
                    <a:pt x="742" y="153"/>
                  </a:cubicBezTo>
                  <a:cubicBezTo>
                    <a:pt x="743" y="155"/>
                    <a:pt x="743" y="160"/>
                    <a:pt x="743" y="163"/>
                  </a:cubicBezTo>
                  <a:cubicBezTo>
                    <a:pt x="743" y="165"/>
                    <a:pt x="743" y="168"/>
                    <a:pt x="743" y="170"/>
                  </a:cubicBezTo>
                  <a:cubicBezTo>
                    <a:pt x="744" y="172"/>
                    <a:pt x="747" y="175"/>
                    <a:pt x="749" y="176"/>
                  </a:cubicBezTo>
                  <a:cubicBezTo>
                    <a:pt x="750" y="177"/>
                    <a:pt x="753" y="176"/>
                    <a:pt x="755" y="176"/>
                  </a:cubicBezTo>
                  <a:cubicBezTo>
                    <a:pt x="757" y="176"/>
                    <a:pt x="761" y="177"/>
                    <a:pt x="762" y="178"/>
                  </a:cubicBezTo>
                  <a:cubicBezTo>
                    <a:pt x="764" y="178"/>
                    <a:pt x="768" y="181"/>
                    <a:pt x="769" y="182"/>
                  </a:cubicBezTo>
                  <a:cubicBezTo>
                    <a:pt x="771" y="184"/>
                    <a:pt x="774" y="187"/>
                    <a:pt x="774" y="189"/>
                  </a:cubicBezTo>
                  <a:cubicBezTo>
                    <a:pt x="775" y="191"/>
                    <a:pt x="775" y="195"/>
                    <a:pt x="775" y="197"/>
                  </a:cubicBezTo>
                  <a:cubicBezTo>
                    <a:pt x="776" y="199"/>
                    <a:pt x="777" y="203"/>
                    <a:pt x="779" y="205"/>
                  </a:cubicBezTo>
                  <a:cubicBezTo>
                    <a:pt x="780" y="206"/>
                    <a:pt x="782" y="209"/>
                    <a:pt x="784" y="210"/>
                  </a:cubicBezTo>
                  <a:cubicBezTo>
                    <a:pt x="785" y="210"/>
                    <a:pt x="789" y="209"/>
                    <a:pt x="791" y="209"/>
                  </a:cubicBezTo>
                  <a:cubicBezTo>
                    <a:pt x="793" y="209"/>
                    <a:pt x="796" y="209"/>
                    <a:pt x="798" y="210"/>
                  </a:cubicBezTo>
                  <a:cubicBezTo>
                    <a:pt x="800" y="211"/>
                    <a:pt x="804" y="212"/>
                    <a:pt x="805" y="214"/>
                  </a:cubicBezTo>
                  <a:cubicBezTo>
                    <a:pt x="806" y="215"/>
                    <a:pt x="807" y="218"/>
                    <a:pt x="807" y="220"/>
                  </a:cubicBezTo>
                  <a:cubicBezTo>
                    <a:pt x="808" y="223"/>
                    <a:pt x="808" y="229"/>
                    <a:pt x="809" y="233"/>
                  </a:cubicBezTo>
                  <a:cubicBezTo>
                    <a:pt x="809" y="235"/>
                    <a:pt x="809" y="242"/>
                    <a:pt x="810" y="244"/>
                  </a:cubicBezTo>
                  <a:cubicBezTo>
                    <a:pt x="811" y="246"/>
                    <a:pt x="814" y="249"/>
                    <a:pt x="816" y="250"/>
                  </a:cubicBezTo>
                  <a:cubicBezTo>
                    <a:pt x="818" y="252"/>
                    <a:pt x="824" y="256"/>
                    <a:pt x="827" y="256"/>
                  </a:cubicBezTo>
                  <a:cubicBezTo>
                    <a:pt x="830" y="257"/>
                    <a:pt x="836" y="257"/>
                    <a:pt x="839" y="256"/>
                  </a:cubicBezTo>
                  <a:cubicBezTo>
                    <a:pt x="843" y="256"/>
                    <a:pt x="850" y="254"/>
                    <a:pt x="853" y="252"/>
                  </a:cubicBezTo>
                  <a:cubicBezTo>
                    <a:pt x="855" y="251"/>
                    <a:pt x="859" y="248"/>
                    <a:pt x="862" y="246"/>
                  </a:cubicBezTo>
                  <a:cubicBezTo>
                    <a:pt x="866" y="245"/>
                    <a:pt x="874" y="242"/>
                    <a:pt x="878" y="241"/>
                  </a:cubicBezTo>
                  <a:cubicBezTo>
                    <a:pt x="882" y="240"/>
                    <a:pt x="891" y="241"/>
                    <a:pt x="895" y="242"/>
                  </a:cubicBezTo>
                  <a:cubicBezTo>
                    <a:pt x="899" y="242"/>
                    <a:pt x="906" y="244"/>
                    <a:pt x="910" y="245"/>
                  </a:cubicBezTo>
                  <a:cubicBezTo>
                    <a:pt x="915" y="246"/>
                    <a:pt x="926" y="248"/>
                    <a:pt x="931" y="250"/>
                  </a:cubicBezTo>
                  <a:cubicBezTo>
                    <a:pt x="933" y="252"/>
                    <a:pt x="939" y="255"/>
                    <a:pt x="939" y="257"/>
                  </a:cubicBezTo>
                  <a:cubicBezTo>
                    <a:pt x="940" y="259"/>
                    <a:pt x="938" y="263"/>
                    <a:pt x="938" y="264"/>
                  </a:cubicBezTo>
                  <a:cubicBezTo>
                    <a:pt x="937" y="266"/>
                    <a:pt x="933" y="268"/>
                    <a:pt x="933" y="269"/>
                  </a:cubicBezTo>
                  <a:cubicBezTo>
                    <a:pt x="933" y="272"/>
                    <a:pt x="937" y="276"/>
                    <a:pt x="939" y="277"/>
                  </a:cubicBezTo>
                  <a:cubicBezTo>
                    <a:pt x="940" y="278"/>
                    <a:pt x="944" y="278"/>
                    <a:pt x="945" y="279"/>
                  </a:cubicBezTo>
                  <a:cubicBezTo>
                    <a:pt x="948" y="279"/>
                    <a:pt x="953" y="278"/>
                    <a:pt x="955" y="279"/>
                  </a:cubicBezTo>
                  <a:cubicBezTo>
                    <a:pt x="957" y="279"/>
                    <a:pt x="959" y="283"/>
                    <a:pt x="960" y="284"/>
                  </a:cubicBezTo>
                  <a:cubicBezTo>
                    <a:pt x="962" y="285"/>
                    <a:pt x="965" y="284"/>
                    <a:pt x="966" y="285"/>
                  </a:cubicBezTo>
                  <a:cubicBezTo>
                    <a:pt x="969" y="285"/>
                    <a:pt x="975" y="285"/>
                    <a:pt x="978" y="284"/>
                  </a:cubicBezTo>
                  <a:cubicBezTo>
                    <a:pt x="981" y="283"/>
                    <a:pt x="985" y="279"/>
                    <a:pt x="987" y="278"/>
                  </a:cubicBezTo>
                  <a:cubicBezTo>
                    <a:pt x="989" y="276"/>
                    <a:pt x="992" y="273"/>
                    <a:pt x="994" y="272"/>
                  </a:cubicBezTo>
                  <a:cubicBezTo>
                    <a:pt x="996" y="271"/>
                    <a:pt x="1001" y="270"/>
                    <a:pt x="1003" y="270"/>
                  </a:cubicBezTo>
                  <a:cubicBezTo>
                    <a:pt x="1004" y="270"/>
                    <a:pt x="1005" y="270"/>
                    <a:pt x="1006" y="27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15"/>
            <p:cNvSpPr>
              <a:spLocks/>
            </p:cNvSpPr>
            <p:nvPr/>
          </p:nvSpPr>
          <p:spPr bwMode="auto">
            <a:xfrm>
              <a:off x="334963" y="2441575"/>
              <a:ext cx="190500" cy="176212"/>
            </a:xfrm>
            <a:custGeom>
              <a:avLst/>
              <a:gdLst/>
              <a:ahLst/>
              <a:cxnLst>
                <a:cxn ang="0">
                  <a:pos x="135" y="41"/>
                </a:cxn>
                <a:cxn ang="0">
                  <a:pos x="132" y="37"/>
                </a:cxn>
                <a:cxn ang="0">
                  <a:pos x="128" y="30"/>
                </a:cxn>
                <a:cxn ang="0">
                  <a:pos x="124" y="20"/>
                </a:cxn>
                <a:cxn ang="0">
                  <a:pos x="120" y="10"/>
                </a:cxn>
                <a:cxn ang="0">
                  <a:pos x="120" y="3"/>
                </a:cxn>
                <a:cxn ang="0">
                  <a:pos x="112" y="0"/>
                </a:cxn>
                <a:cxn ang="0">
                  <a:pos x="100" y="1"/>
                </a:cxn>
                <a:cxn ang="0">
                  <a:pos x="93" y="6"/>
                </a:cxn>
                <a:cxn ang="0">
                  <a:pos x="84" y="7"/>
                </a:cxn>
                <a:cxn ang="0">
                  <a:pos x="78" y="7"/>
                </a:cxn>
                <a:cxn ang="0">
                  <a:pos x="73" y="12"/>
                </a:cxn>
                <a:cxn ang="0">
                  <a:pos x="72" y="17"/>
                </a:cxn>
                <a:cxn ang="0">
                  <a:pos x="75" y="23"/>
                </a:cxn>
                <a:cxn ang="0">
                  <a:pos x="81" y="30"/>
                </a:cxn>
                <a:cxn ang="0">
                  <a:pos x="81" y="37"/>
                </a:cxn>
                <a:cxn ang="0">
                  <a:pos x="77" y="40"/>
                </a:cxn>
                <a:cxn ang="0">
                  <a:pos x="70" y="43"/>
                </a:cxn>
                <a:cxn ang="0">
                  <a:pos x="63" y="48"/>
                </a:cxn>
                <a:cxn ang="0">
                  <a:pos x="53" y="51"/>
                </a:cxn>
                <a:cxn ang="0">
                  <a:pos x="48" y="55"/>
                </a:cxn>
                <a:cxn ang="0">
                  <a:pos x="38" y="56"/>
                </a:cxn>
                <a:cxn ang="0">
                  <a:pos x="29" y="56"/>
                </a:cxn>
                <a:cxn ang="0">
                  <a:pos x="20" y="52"/>
                </a:cxn>
                <a:cxn ang="0">
                  <a:pos x="14" y="50"/>
                </a:cxn>
                <a:cxn ang="0">
                  <a:pos x="6" y="54"/>
                </a:cxn>
                <a:cxn ang="0">
                  <a:pos x="2" y="58"/>
                </a:cxn>
                <a:cxn ang="0">
                  <a:pos x="2" y="65"/>
                </a:cxn>
                <a:cxn ang="0">
                  <a:pos x="0" y="70"/>
                </a:cxn>
                <a:cxn ang="0">
                  <a:pos x="3" y="74"/>
                </a:cxn>
                <a:cxn ang="0">
                  <a:pos x="2" y="81"/>
                </a:cxn>
                <a:cxn ang="0">
                  <a:pos x="6" y="93"/>
                </a:cxn>
                <a:cxn ang="0">
                  <a:pos x="7" y="97"/>
                </a:cxn>
                <a:cxn ang="0">
                  <a:pos x="15" y="104"/>
                </a:cxn>
                <a:cxn ang="0">
                  <a:pos x="23" y="107"/>
                </a:cxn>
                <a:cxn ang="0">
                  <a:pos x="28" y="112"/>
                </a:cxn>
                <a:cxn ang="0">
                  <a:pos x="37" y="123"/>
                </a:cxn>
                <a:cxn ang="0">
                  <a:pos x="46" y="117"/>
                </a:cxn>
                <a:cxn ang="0">
                  <a:pos x="54" y="104"/>
                </a:cxn>
                <a:cxn ang="0">
                  <a:pos x="58" y="88"/>
                </a:cxn>
                <a:cxn ang="0">
                  <a:pos x="65" y="72"/>
                </a:cxn>
                <a:cxn ang="0">
                  <a:pos x="74" y="64"/>
                </a:cxn>
                <a:cxn ang="0">
                  <a:pos x="84" y="61"/>
                </a:cxn>
                <a:cxn ang="0">
                  <a:pos x="99" y="57"/>
                </a:cxn>
                <a:cxn ang="0">
                  <a:pos x="110" y="52"/>
                </a:cxn>
                <a:cxn ang="0">
                  <a:pos x="122" y="46"/>
                </a:cxn>
                <a:cxn ang="0">
                  <a:pos x="133" y="43"/>
                </a:cxn>
                <a:cxn ang="0">
                  <a:pos x="135" y="41"/>
                </a:cxn>
              </a:cxnLst>
              <a:rect l="0" t="0" r="r" b="b"/>
              <a:pathLst>
                <a:path w="135" h="124">
                  <a:moveTo>
                    <a:pt x="135" y="41"/>
                  </a:moveTo>
                  <a:cubicBezTo>
                    <a:pt x="134" y="39"/>
                    <a:pt x="133" y="38"/>
                    <a:pt x="132" y="37"/>
                  </a:cubicBezTo>
                  <a:cubicBezTo>
                    <a:pt x="131" y="35"/>
                    <a:pt x="129" y="32"/>
                    <a:pt x="128" y="30"/>
                  </a:cubicBezTo>
                  <a:cubicBezTo>
                    <a:pt x="126" y="28"/>
                    <a:pt x="125" y="22"/>
                    <a:pt x="124" y="20"/>
                  </a:cubicBezTo>
                  <a:cubicBezTo>
                    <a:pt x="123" y="17"/>
                    <a:pt x="121" y="13"/>
                    <a:pt x="120" y="10"/>
                  </a:cubicBezTo>
                  <a:cubicBezTo>
                    <a:pt x="120" y="8"/>
                    <a:pt x="121" y="4"/>
                    <a:pt x="120" y="3"/>
                  </a:cubicBezTo>
                  <a:cubicBezTo>
                    <a:pt x="119" y="1"/>
                    <a:pt x="114" y="0"/>
                    <a:pt x="112" y="0"/>
                  </a:cubicBezTo>
                  <a:cubicBezTo>
                    <a:pt x="109" y="0"/>
                    <a:pt x="103" y="0"/>
                    <a:pt x="100" y="1"/>
                  </a:cubicBezTo>
                  <a:cubicBezTo>
                    <a:pt x="98" y="1"/>
                    <a:pt x="95" y="5"/>
                    <a:pt x="93" y="6"/>
                  </a:cubicBezTo>
                  <a:cubicBezTo>
                    <a:pt x="91" y="6"/>
                    <a:pt x="87" y="7"/>
                    <a:pt x="84" y="7"/>
                  </a:cubicBezTo>
                  <a:cubicBezTo>
                    <a:pt x="83" y="7"/>
                    <a:pt x="79" y="6"/>
                    <a:pt x="78" y="7"/>
                  </a:cubicBezTo>
                  <a:cubicBezTo>
                    <a:pt x="76" y="8"/>
                    <a:pt x="74" y="10"/>
                    <a:pt x="73" y="12"/>
                  </a:cubicBezTo>
                  <a:cubicBezTo>
                    <a:pt x="72" y="13"/>
                    <a:pt x="72" y="16"/>
                    <a:pt x="72" y="17"/>
                  </a:cubicBezTo>
                  <a:cubicBezTo>
                    <a:pt x="73" y="19"/>
                    <a:pt x="75" y="22"/>
                    <a:pt x="75" y="23"/>
                  </a:cubicBezTo>
                  <a:cubicBezTo>
                    <a:pt x="77" y="25"/>
                    <a:pt x="80" y="28"/>
                    <a:pt x="81" y="30"/>
                  </a:cubicBezTo>
                  <a:cubicBezTo>
                    <a:pt x="81" y="32"/>
                    <a:pt x="81" y="36"/>
                    <a:pt x="81" y="37"/>
                  </a:cubicBezTo>
                  <a:cubicBezTo>
                    <a:pt x="80" y="38"/>
                    <a:pt x="78" y="40"/>
                    <a:pt x="77" y="40"/>
                  </a:cubicBezTo>
                  <a:cubicBezTo>
                    <a:pt x="75" y="41"/>
                    <a:pt x="72" y="42"/>
                    <a:pt x="70" y="43"/>
                  </a:cubicBezTo>
                  <a:cubicBezTo>
                    <a:pt x="68" y="44"/>
                    <a:pt x="65" y="47"/>
                    <a:pt x="63" y="48"/>
                  </a:cubicBezTo>
                  <a:cubicBezTo>
                    <a:pt x="60" y="49"/>
                    <a:pt x="56" y="50"/>
                    <a:pt x="53" y="51"/>
                  </a:cubicBezTo>
                  <a:cubicBezTo>
                    <a:pt x="52" y="52"/>
                    <a:pt x="50" y="54"/>
                    <a:pt x="48" y="55"/>
                  </a:cubicBezTo>
                  <a:cubicBezTo>
                    <a:pt x="46" y="56"/>
                    <a:pt x="41" y="56"/>
                    <a:pt x="38" y="56"/>
                  </a:cubicBezTo>
                  <a:cubicBezTo>
                    <a:pt x="36" y="56"/>
                    <a:pt x="31" y="56"/>
                    <a:pt x="29" y="56"/>
                  </a:cubicBezTo>
                  <a:cubicBezTo>
                    <a:pt x="27" y="56"/>
                    <a:pt x="22" y="53"/>
                    <a:pt x="20" y="52"/>
                  </a:cubicBezTo>
                  <a:cubicBezTo>
                    <a:pt x="18" y="51"/>
                    <a:pt x="15" y="50"/>
                    <a:pt x="14" y="50"/>
                  </a:cubicBezTo>
                  <a:cubicBezTo>
                    <a:pt x="12" y="50"/>
                    <a:pt x="8" y="53"/>
                    <a:pt x="6" y="54"/>
                  </a:cubicBezTo>
                  <a:cubicBezTo>
                    <a:pt x="5" y="55"/>
                    <a:pt x="2" y="57"/>
                    <a:pt x="2" y="58"/>
                  </a:cubicBezTo>
                  <a:cubicBezTo>
                    <a:pt x="1" y="60"/>
                    <a:pt x="2" y="63"/>
                    <a:pt x="2" y="65"/>
                  </a:cubicBezTo>
                  <a:cubicBezTo>
                    <a:pt x="2" y="66"/>
                    <a:pt x="0" y="68"/>
                    <a:pt x="0" y="70"/>
                  </a:cubicBezTo>
                  <a:cubicBezTo>
                    <a:pt x="0" y="71"/>
                    <a:pt x="2" y="73"/>
                    <a:pt x="3" y="74"/>
                  </a:cubicBezTo>
                  <a:cubicBezTo>
                    <a:pt x="3" y="76"/>
                    <a:pt x="2" y="79"/>
                    <a:pt x="2" y="81"/>
                  </a:cubicBezTo>
                  <a:cubicBezTo>
                    <a:pt x="3" y="84"/>
                    <a:pt x="5" y="90"/>
                    <a:pt x="6" y="93"/>
                  </a:cubicBezTo>
                  <a:cubicBezTo>
                    <a:pt x="7" y="94"/>
                    <a:pt x="7" y="95"/>
                    <a:pt x="7" y="97"/>
                  </a:cubicBezTo>
                  <a:cubicBezTo>
                    <a:pt x="7" y="97"/>
                    <a:pt x="13" y="102"/>
                    <a:pt x="15" y="104"/>
                  </a:cubicBezTo>
                  <a:cubicBezTo>
                    <a:pt x="17" y="105"/>
                    <a:pt x="21" y="106"/>
                    <a:pt x="23" y="107"/>
                  </a:cubicBezTo>
                  <a:cubicBezTo>
                    <a:pt x="25" y="108"/>
                    <a:pt x="27" y="110"/>
                    <a:pt x="28" y="112"/>
                  </a:cubicBezTo>
                  <a:cubicBezTo>
                    <a:pt x="31" y="114"/>
                    <a:pt x="33" y="123"/>
                    <a:pt x="37" y="123"/>
                  </a:cubicBezTo>
                  <a:cubicBezTo>
                    <a:pt x="40" y="124"/>
                    <a:pt x="44" y="119"/>
                    <a:pt x="46" y="117"/>
                  </a:cubicBezTo>
                  <a:cubicBezTo>
                    <a:pt x="49" y="114"/>
                    <a:pt x="53" y="107"/>
                    <a:pt x="54" y="104"/>
                  </a:cubicBezTo>
                  <a:cubicBezTo>
                    <a:pt x="56" y="100"/>
                    <a:pt x="57" y="92"/>
                    <a:pt x="58" y="88"/>
                  </a:cubicBezTo>
                  <a:cubicBezTo>
                    <a:pt x="60" y="84"/>
                    <a:pt x="62" y="76"/>
                    <a:pt x="65" y="72"/>
                  </a:cubicBezTo>
                  <a:cubicBezTo>
                    <a:pt x="66" y="70"/>
                    <a:pt x="71" y="65"/>
                    <a:pt x="74" y="64"/>
                  </a:cubicBezTo>
                  <a:cubicBezTo>
                    <a:pt x="76" y="62"/>
                    <a:pt x="81" y="62"/>
                    <a:pt x="84" y="61"/>
                  </a:cubicBezTo>
                  <a:cubicBezTo>
                    <a:pt x="88" y="60"/>
                    <a:pt x="95" y="59"/>
                    <a:pt x="99" y="57"/>
                  </a:cubicBezTo>
                  <a:cubicBezTo>
                    <a:pt x="102" y="56"/>
                    <a:pt x="107" y="53"/>
                    <a:pt x="110" y="52"/>
                  </a:cubicBezTo>
                  <a:cubicBezTo>
                    <a:pt x="113" y="50"/>
                    <a:pt x="119" y="48"/>
                    <a:pt x="122" y="46"/>
                  </a:cubicBezTo>
                  <a:cubicBezTo>
                    <a:pt x="125" y="46"/>
                    <a:pt x="130" y="44"/>
                    <a:pt x="133" y="43"/>
                  </a:cubicBezTo>
                  <a:cubicBezTo>
                    <a:pt x="133" y="43"/>
                    <a:pt x="135" y="41"/>
                    <a:pt x="135" y="4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16"/>
            <p:cNvSpPr>
              <a:spLocks/>
            </p:cNvSpPr>
            <p:nvPr/>
          </p:nvSpPr>
          <p:spPr bwMode="auto">
            <a:xfrm>
              <a:off x="2478088" y="3060700"/>
              <a:ext cx="1114425" cy="1493837"/>
            </a:xfrm>
            <a:custGeom>
              <a:avLst/>
              <a:gdLst/>
              <a:ahLst/>
              <a:cxnLst>
                <a:cxn ang="0">
                  <a:pos x="764" y="283"/>
                </a:cxn>
                <a:cxn ang="0">
                  <a:pos x="687" y="370"/>
                </a:cxn>
                <a:cxn ang="0">
                  <a:pos x="654" y="467"/>
                </a:cxn>
                <a:cxn ang="0">
                  <a:pos x="603" y="546"/>
                </a:cxn>
                <a:cxn ang="0">
                  <a:pos x="600" y="641"/>
                </a:cxn>
                <a:cxn ang="0">
                  <a:pos x="590" y="735"/>
                </a:cxn>
                <a:cxn ang="0">
                  <a:pos x="636" y="779"/>
                </a:cxn>
                <a:cxn ang="0">
                  <a:pos x="675" y="836"/>
                </a:cxn>
                <a:cxn ang="0">
                  <a:pos x="700" y="894"/>
                </a:cxn>
                <a:cxn ang="0">
                  <a:pos x="660" y="1002"/>
                </a:cxn>
                <a:cxn ang="0">
                  <a:pos x="589" y="1012"/>
                </a:cxn>
                <a:cxn ang="0">
                  <a:pos x="519" y="1003"/>
                </a:cxn>
                <a:cxn ang="0">
                  <a:pos x="463" y="1031"/>
                </a:cxn>
                <a:cxn ang="0">
                  <a:pos x="378" y="1037"/>
                </a:cxn>
                <a:cxn ang="0">
                  <a:pos x="362" y="961"/>
                </a:cxn>
                <a:cxn ang="0">
                  <a:pos x="289" y="928"/>
                </a:cxn>
                <a:cxn ang="0">
                  <a:pos x="265" y="864"/>
                </a:cxn>
                <a:cxn ang="0">
                  <a:pos x="195" y="850"/>
                </a:cxn>
                <a:cxn ang="0">
                  <a:pos x="134" y="812"/>
                </a:cxn>
                <a:cxn ang="0">
                  <a:pos x="56" y="747"/>
                </a:cxn>
                <a:cxn ang="0">
                  <a:pos x="1" y="730"/>
                </a:cxn>
                <a:cxn ang="0">
                  <a:pos x="31" y="671"/>
                </a:cxn>
                <a:cxn ang="0">
                  <a:pos x="72" y="614"/>
                </a:cxn>
                <a:cxn ang="0">
                  <a:pos x="117" y="572"/>
                </a:cxn>
                <a:cxn ang="0">
                  <a:pos x="98" y="529"/>
                </a:cxn>
                <a:cxn ang="0">
                  <a:pos x="43" y="514"/>
                </a:cxn>
                <a:cxn ang="0">
                  <a:pos x="20" y="462"/>
                </a:cxn>
                <a:cxn ang="0">
                  <a:pos x="71" y="424"/>
                </a:cxn>
                <a:cxn ang="0">
                  <a:pos x="85" y="371"/>
                </a:cxn>
                <a:cxn ang="0">
                  <a:pos x="126" y="379"/>
                </a:cxn>
                <a:cxn ang="0">
                  <a:pos x="191" y="378"/>
                </a:cxn>
                <a:cxn ang="0">
                  <a:pos x="217" y="343"/>
                </a:cxn>
                <a:cxn ang="0">
                  <a:pos x="221" y="286"/>
                </a:cxn>
                <a:cxn ang="0">
                  <a:pos x="191" y="244"/>
                </a:cxn>
                <a:cxn ang="0">
                  <a:pos x="225" y="223"/>
                </a:cxn>
                <a:cxn ang="0">
                  <a:pos x="290" y="191"/>
                </a:cxn>
                <a:cxn ang="0">
                  <a:pos x="316" y="145"/>
                </a:cxn>
                <a:cxn ang="0">
                  <a:pos x="313" y="114"/>
                </a:cxn>
                <a:cxn ang="0">
                  <a:pos x="322" y="76"/>
                </a:cxn>
                <a:cxn ang="0">
                  <a:pos x="334" y="46"/>
                </a:cxn>
                <a:cxn ang="0">
                  <a:pos x="335" y="6"/>
                </a:cxn>
                <a:cxn ang="0">
                  <a:pos x="370" y="20"/>
                </a:cxn>
                <a:cxn ang="0">
                  <a:pos x="428" y="44"/>
                </a:cxn>
                <a:cxn ang="0">
                  <a:pos x="480" y="46"/>
                </a:cxn>
                <a:cxn ang="0">
                  <a:pos x="545" y="86"/>
                </a:cxn>
                <a:cxn ang="0">
                  <a:pos x="557" y="99"/>
                </a:cxn>
                <a:cxn ang="0">
                  <a:pos x="547" y="131"/>
                </a:cxn>
                <a:cxn ang="0">
                  <a:pos x="577" y="164"/>
                </a:cxn>
                <a:cxn ang="0">
                  <a:pos x="590" y="186"/>
                </a:cxn>
                <a:cxn ang="0">
                  <a:pos x="641" y="188"/>
                </a:cxn>
                <a:cxn ang="0">
                  <a:pos x="669" y="167"/>
                </a:cxn>
                <a:cxn ang="0">
                  <a:pos x="658" y="143"/>
                </a:cxn>
                <a:cxn ang="0">
                  <a:pos x="666" y="99"/>
                </a:cxn>
                <a:cxn ang="0">
                  <a:pos x="731" y="112"/>
                </a:cxn>
                <a:cxn ang="0">
                  <a:pos x="771" y="236"/>
                </a:cxn>
              </a:cxnLst>
              <a:rect l="0" t="0" r="r" b="b"/>
              <a:pathLst>
                <a:path w="789" h="1057">
                  <a:moveTo>
                    <a:pt x="788" y="258"/>
                  </a:moveTo>
                  <a:cubicBezTo>
                    <a:pt x="789" y="259"/>
                    <a:pt x="788" y="262"/>
                    <a:pt x="788" y="263"/>
                  </a:cubicBezTo>
                  <a:cubicBezTo>
                    <a:pt x="788" y="265"/>
                    <a:pt x="787" y="268"/>
                    <a:pt x="786" y="270"/>
                  </a:cubicBezTo>
                  <a:cubicBezTo>
                    <a:pt x="784" y="272"/>
                    <a:pt x="781" y="276"/>
                    <a:pt x="779" y="278"/>
                  </a:cubicBezTo>
                  <a:cubicBezTo>
                    <a:pt x="778" y="280"/>
                    <a:pt x="777" y="282"/>
                    <a:pt x="776" y="284"/>
                  </a:cubicBezTo>
                  <a:cubicBezTo>
                    <a:pt x="775" y="284"/>
                    <a:pt x="775" y="284"/>
                    <a:pt x="775" y="284"/>
                  </a:cubicBezTo>
                  <a:cubicBezTo>
                    <a:pt x="772" y="283"/>
                    <a:pt x="767" y="282"/>
                    <a:pt x="764" y="283"/>
                  </a:cubicBezTo>
                  <a:cubicBezTo>
                    <a:pt x="762" y="284"/>
                    <a:pt x="757" y="288"/>
                    <a:pt x="755" y="289"/>
                  </a:cubicBezTo>
                  <a:cubicBezTo>
                    <a:pt x="752" y="291"/>
                    <a:pt x="746" y="293"/>
                    <a:pt x="744" y="296"/>
                  </a:cubicBezTo>
                  <a:cubicBezTo>
                    <a:pt x="742" y="299"/>
                    <a:pt x="742" y="309"/>
                    <a:pt x="741" y="313"/>
                  </a:cubicBezTo>
                  <a:cubicBezTo>
                    <a:pt x="740" y="319"/>
                    <a:pt x="737" y="330"/>
                    <a:pt x="734" y="336"/>
                  </a:cubicBezTo>
                  <a:cubicBezTo>
                    <a:pt x="732" y="340"/>
                    <a:pt x="727" y="348"/>
                    <a:pt x="724" y="351"/>
                  </a:cubicBezTo>
                  <a:cubicBezTo>
                    <a:pt x="720" y="355"/>
                    <a:pt x="708" y="361"/>
                    <a:pt x="703" y="363"/>
                  </a:cubicBezTo>
                  <a:cubicBezTo>
                    <a:pt x="699" y="365"/>
                    <a:pt x="690" y="367"/>
                    <a:pt x="687" y="370"/>
                  </a:cubicBezTo>
                  <a:cubicBezTo>
                    <a:pt x="685" y="373"/>
                    <a:pt x="683" y="381"/>
                    <a:pt x="682" y="384"/>
                  </a:cubicBezTo>
                  <a:cubicBezTo>
                    <a:pt x="681" y="388"/>
                    <a:pt x="681" y="397"/>
                    <a:pt x="679" y="401"/>
                  </a:cubicBezTo>
                  <a:cubicBezTo>
                    <a:pt x="678" y="404"/>
                    <a:pt x="675" y="410"/>
                    <a:pt x="673" y="413"/>
                  </a:cubicBezTo>
                  <a:cubicBezTo>
                    <a:pt x="671" y="416"/>
                    <a:pt x="664" y="419"/>
                    <a:pt x="663" y="422"/>
                  </a:cubicBezTo>
                  <a:cubicBezTo>
                    <a:pt x="661" y="426"/>
                    <a:pt x="662" y="435"/>
                    <a:pt x="662" y="439"/>
                  </a:cubicBezTo>
                  <a:cubicBezTo>
                    <a:pt x="662" y="443"/>
                    <a:pt x="664" y="450"/>
                    <a:pt x="663" y="454"/>
                  </a:cubicBezTo>
                  <a:cubicBezTo>
                    <a:pt x="662" y="457"/>
                    <a:pt x="657" y="464"/>
                    <a:pt x="654" y="467"/>
                  </a:cubicBezTo>
                  <a:cubicBezTo>
                    <a:pt x="651" y="470"/>
                    <a:pt x="644" y="476"/>
                    <a:pt x="641" y="480"/>
                  </a:cubicBezTo>
                  <a:cubicBezTo>
                    <a:pt x="639" y="483"/>
                    <a:pt x="635" y="488"/>
                    <a:pt x="635" y="491"/>
                  </a:cubicBezTo>
                  <a:cubicBezTo>
                    <a:pt x="635" y="494"/>
                    <a:pt x="640" y="499"/>
                    <a:pt x="641" y="502"/>
                  </a:cubicBezTo>
                  <a:cubicBezTo>
                    <a:pt x="642" y="506"/>
                    <a:pt x="644" y="515"/>
                    <a:pt x="643" y="519"/>
                  </a:cubicBezTo>
                  <a:cubicBezTo>
                    <a:pt x="642" y="523"/>
                    <a:pt x="636" y="528"/>
                    <a:pt x="633" y="530"/>
                  </a:cubicBezTo>
                  <a:cubicBezTo>
                    <a:pt x="629" y="533"/>
                    <a:pt x="620" y="534"/>
                    <a:pt x="616" y="536"/>
                  </a:cubicBezTo>
                  <a:cubicBezTo>
                    <a:pt x="612" y="538"/>
                    <a:pt x="605" y="542"/>
                    <a:pt x="603" y="546"/>
                  </a:cubicBezTo>
                  <a:cubicBezTo>
                    <a:pt x="600" y="550"/>
                    <a:pt x="600" y="560"/>
                    <a:pt x="598" y="564"/>
                  </a:cubicBezTo>
                  <a:cubicBezTo>
                    <a:pt x="596" y="570"/>
                    <a:pt x="591" y="581"/>
                    <a:pt x="588" y="586"/>
                  </a:cubicBezTo>
                  <a:cubicBezTo>
                    <a:pt x="584" y="592"/>
                    <a:pt x="575" y="601"/>
                    <a:pt x="571" y="606"/>
                  </a:cubicBezTo>
                  <a:cubicBezTo>
                    <a:pt x="570" y="609"/>
                    <a:pt x="566" y="615"/>
                    <a:pt x="566" y="618"/>
                  </a:cubicBezTo>
                  <a:cubicBezTo>
                    <a:pt x="567" y="621"/>
                    <a:pt x="574" y="625"/>
                    <a:pt x="577" y="627"/>
                  </a:cubicBezTo>
                  <a:cubicBezTo>
                    <a:pt x="581" y="629"/>
                    <a:pt x="588" y="632"/>
                    <a:pt x="592" y="634"/>
                  </a:cubicBezTo>
                  <a:cubicBezTo>
                    <a:pt x="594" y="636"/>
                    <a:pt x="600" y="638"/>
                    <a:pt x="600" y="641"/>
                  </a:cubicBezTo>
                  <a:cubicBezTo>
                    <a:pt x="601" y="643"/>
                    <a:pt x="597" y="647"/>
                    <a:pt x="596" y="649"/>
                  </a:cubicBezTo>
                  <a:cubicBezTo>
                    <a:pt x="594" y="651"/>
                    <a:pt x="589" y="655"/>
                    <a:pt x="587" y="657"/>
                  </a:cubicBezTo>
                  <a:cubicBezTo>
                    <a:pt x="585" y="660"/>
                    <a:pt x="580" y="667"/>
                    <a:pt x="578" y="671"/>
                  </a:cubicBezTo>
                  <a:cubicBezTo>
                    <a:pt x="577" y="675"/>
                    <a:pt x="576" y="685"/>
                    <a:pt x="575" y="689"/>
                  </a:cubicBezTo>
                  <a:cubicBezTo>
                    <a:pt x="575" y="695"/>
                    <a:pt x="576" y="706"/>
                    <a:pt x="576" y="711"/>
                  </a:cubicBezTo>
                  <a:cubicBezTo>
                    <a:pt x="577" y="715"/>
                    <a:pt x="579" y="724"/>
                    <a:pt x="581" y="727"/>
                  </a:cubicBezTo>
                  <a:cubicBezTo>
                    <a:pt x="582" y="730"/>
                    <a:pt x="587" y="734"/>
                    <a:pt x="590" y="735"/>
                  </a:cubicBezTo>
                  <a:cubicBezTo>
                    <a:pt x="592" y="735"/>
                    <a:pt x="597" y="733"/>
                    <a:pt x="600" y="732"/>
                  </a:cubicBezTo>
                  <a:cubicBezTo>
                    <a:pt x="601" y="731"/>
                    <a:pt x="605" y="728"/>
                    <a:pt x="607" y="728"/>
                  </a:cubicBezTo>
                  <a:cubicBezTo>
                    <a:pt x="609" y="727"/>
                    <a:pt x="614" y="730"/>
                    <a:pt x="615" y="732"/>
                  </a:cubicBezTo>
                  <a:cubicBezTo>
                    <a:pt x="616" y="735"/>
                    <a:pt x="612" y="742"/>
                    <a:pt x="612" y="745"/>
                  </a:cubicBezTo>
                  <a:cubicBezTo>
                    <a:pt x="612" y="750"/>
                    <a:pt x="616" y="758"/>
                    <a:pt x="618" y="762"/>
                  </a:cubicBezTo>
                  <a:cubicBezTo>
                    <a:pt x="620" y="765"/>
                    <a:pt x="626" y="769"/>
                    <a:pt x="628" y="772"/>
                  </a:cubicBezTo>
                  <a:cubicBezTo>
                    <a:pt x="630" y="773"/>
                    <a:pt x="634" y="777"/>
                    <a:pt x="636" y="779"/>
                  </a:cubicBezTo>
                  <a:cubicBezTo>
                    <a:pt x="637" y="782"/>
                    <a:pt x="638" y="788"/>
                    <a:pt x="638" y="790"/>
                  </a:cubicBezTo>
                  <a:cubicBezTo>
                    <a:pt x="638" y="794"/>
                    <a:pt x="638" y="801"/>
                    <a:pt x="639" y="805"/>
                  </a:cubicBezTo>
                  <a:cubicBezTo>
                    <a:pt x="640" y="808"/>
                    <a:pt x="644" y="813"/>
                    <a:pt x="647" y="814"/>
                  </a:cubicBezTo>
                  <a:cubicBezTo>
                    <a:pt x="650" y="815"/>
                    <a:pt x="657" y="811"/>
                    <a:pt x="660" y="811"/>
                  </a:cubicBezTo>
                  <a:cubicBezTo>
                    <a:pt x="662" y="811"/>
                    <a:pt x="668" y="811"/>
                    <a:pt x="671" y="813"/>
                  </a:cubicBezTo>
                  <a:cubicBezTo>
                    <a:pt x="673" y="814"/>
                    <a:pt x="677" y="820"/>
                    <a:pt x="677" y="824"/>
                  </a:cubicBezTo>
                  <a:cubicBezTo>
                    <a:pt x="678" y="827"/>
                    <a:pt x="676" y="833"/>
                    <a:pt x="675" y="836"/>
                  </a:cubicBezTo>
                  <a:cubicBezTo>
                    <a:pt x="675" y="839"/>
                    <a:pt x="674" y="845"/>
                    <a:pt x="672" y="847"/>
                  </a:cubicBezTo>
                  <a:cubicBezTo>
                    <a:pt x="670" y="849"/>
                    <a:pt x="665" y="851"/>
                    <a:pt x="664" y="854"/>
                  </a:cubicBezTo>
                  <a:cubicBezTo>
                    <a:pt x="663" y="856"/>
                    <a:pt x="665" y="862"/>
                    <a:pt x="666" y="864"/>
                  </a:cubicBezTo>
                  <a:cubicBezTo>
                    <a:pt x="667" y="866"/>
                    <a:pt x="672" y="870"/>
                    <a:pt x="674" y="871"/>
                  </a:cubicBezTo>
                  <a:cubicBezTo>
                    <a:pt x="677" y="872"/>
                    <a:pt x="685" y="871"/>
                    <a:pt x="688" y="873"/>
                  </a:cubicBezTo>
                  <a:cubicBezTo>
                    <a:pt x="691" y="874"/>
                    <a:pt x="695" y="879"/>
                    <a:pt x="697" y="882"/>
                  </a:cubicBezTo>
                  <a:cubicBezTo>
                    <a:pt x="699" y="884"/>
                    <a:pt x="700" y="891"/>
                    <a:pt x="700" y="894"/>
                  </a:cubicBezTo>
                  <a:cubicBezTo>
                    <a:pt x="700" y="897"/>
                    <a:pt x="698" y="904"/>
                    <a:pt x="696" y="906"/>
                  </a:cubicBezTo>
                  <a:cubicBezTo>
                    <a:pt x="694" y="910"/>
                    <a:pt x="687" y="914"/>
                    <a:pt x="684" y="917"/>
                  </a:cubicBezTo>
                  <a:cubicBezTo>
                    <a:pt x="682" y="918"/>
                    <a:pt x="678" y="922"/>
                    <a:pt x="677" y="924"/>
                  </a:cubicBezTo>
                  <a:cubicBezTo>
                    <a:pt x="675" y="928"/>
                    <a:pt x="674" y="938"/>
                    <a:pt x="673" y="942"/>
                  </a:cubicBezTo>
                  <a:cubicBezTo>
                    <a:pt x="673" y="948"/>
                    <a:pt x="675" y="959"/>
                    <a:pt x="675" y="965"/>
                  </a:cubicBezTo>
                  <a:cubicBezTo>
                    <a:pt x="675" y="970"/>
                    <a:pt x="676" y="980"/>
                    <a:pt x="674" y="985"/>
                  </a:cubicBezTo>
                  <a:cubicBezTo>
                    <a:pt x="672" y="990"/>
                    <a:pt x="664" y="998"/>
                    <a:pt x="660" y="1002"/>
                  </a:cubicBezTo>
                  <a:cubicBezTo>
                    <a:pt x="657" y="1004"/>
                    <a:pt x="651" y="1008"/>
                    <a:pt x="647" y="1009"/>
                  </a:cubicBezTo>
                  <a:cubicBezTo>
                    <a:pt x="644" y="1011"/>
                    <a:pt x="637" y="1012"/>
                    <a:pt x="634" y="1012"/>
                  </a:cubicBezTo>
                  <a:cubicBezTo>
                    <a:pt x="632" y="1012"/>
                    <a:pt x="627" y="1010"/>
                    <a:pt x="625" y="1009"/>
                  </a:cubicBezTo>
                  <a:cubicBezTo>
                    <a:pt x="623" y="1008"/>
                    <a:pt x="619" y="1003"/>
                    <a:pt x="616" y="1001"/>
                  </a:cubicBezTo>
                  <a:cubicBezTo>
                    <a:pt x="614" y="1000"/>
                    <a:pt x="611" y="998"/>
                    <a:pt x="609" y="998"/>
                  </a:cubicBezTo>
                  <a:cubicBezTo>
                    <a:pt x="606" y="998"/>
                    <a:pt x="600" y="1000"/>
                    <a:pt x="598" y="1001"/>
                  </a:cubicBezTo>
                  <a:cubicBezTo>
                    <a:pt x="595" y="1003"/>
                    <a:pt x="592" y="1009"/>
                    <a:pt x="589" y="1012"/>
                  </a:cubicBezTo>
                  <a:cubicBezTo>
                    <a:pt x="587" y="1014"/>
                    <a:pt x="582" y="1020"/>
                    <a:pt x="579" y="1021"/>
                  </a:cubicBezTo>
                  <a:cubicBezTo>
                    <a:pt x="577" y="1023"/>
                    <a:pt x="572" y="1024"/>
                    <a:pt x="570" y="1024"/>
                  </a:cubicBezTo>
                  <a:cubicBezTo>
                    <a:pt x="567" y="1024"/>
                    <a:pt x="561" y="1024"/>
                    <a:pt x="558" y="1023"/>
                  </a:cubicBezTo>
                  <a:cubicBezTo>
                    <a:pt x="555" y="1021"/>
                    <a:pt x="550" y="1015"/>
                    <a:pt x="547" y="1013"/>
                  </a:cubicBezTo>
                  <a:cubicBezTo>
                    <a:pt x="546" y="1011"/>
                    <a:pt x="543" y="1007"/>
                    <a:pt x="542" y="1006"/>
                  </a:cubicBezTo>
                  <a:cubicBezTo>
                    <a:pt x="540" y="1005"/>
                    <a:pt x="535" y="1004"/>
                    <a:pt x="532" y="1004"/>
                  </a:cubicBezTo>
                  <a:cubicBezTo>
                    <a:pt x="529" y="1003"/>
                    <a:pt x="522" y="1002"/>
                    <a:pt x="519" y="1003"/>
                  </a:cubicBezTo>
                  <a:cubicBezTo>
                    <a:pt x="516" y="1005"/>
                    <a:pt x="511" y="1011"/>
                    <a:pt x="509" y="1014"/>
                  </a:cubicBezTo>
                  <a:cubicBezTo>
                    <a:pt x="507" y="1019"/>
                    <a:pt x="505" y="1030"/>
                    <a:pt x="503" y="1035"/>
                  </a:cubicBezTo>
                  <a:cubicBezTo>
                    <a:pt x="501" y="1039"/>
                    <a:pt x="499" y="1046"/>
                    <a:pt x="497" y="1049"/>
                  </a:cubicBezTo>
                  <a:cubicBezTo>
                    <a:pt x="495" y="1050"/>
                    <a:pt x="490" y="1053"/>
                    <a:pt x="488" y="1052"/>
                  </a:cubicBezTo>
                  <a:cubicBezTo>
                    <a:pt x="484" y="1052"/>
                    <a:pt x="479" y="1046"/>
                    <a:pt x="476" y="1043"/>
                  </a:cubicBezTo>
                  <a:cubicBezTo>
                    <a:pt x="474" y="1041"/>
                    <a:pt x="472" y="1036"/>
                    <a:pt x="469" y="1034"/>
                  </a:cubicBezTo>
                  <a:cubicBezTo>
                    <a:pt x="468" y="1033"/>
                    <a:pt x="465" y="1032"/>
                    <a:pt x="463" y="1031"/>
                  </a:cubicBezTo>
                  <a:cubicBezTo>
                    <a:pt x="459" y="1031"/>
                    <a:pt x="450" y="1031"/>
                    <a:pt x="447" y="1033"/>
                  </a:cubicBezTo>
                  <a:cubicBezTo>
                    <a:pt x="443" y="1034"/>
                    <a:pt x="437" y="1040"/>
                    <a:pt x="434" y="1042"/>
                  </a:cubicBezTo>
                  <a:cubicBezTo>
                    <a:pt x="431" y="1045"/>
                    <a:pt x="425" y="1052"/>
                    <a:pt x="422" y="1054"/>
                  </a:cubicBezTo>
                  <a:cubicBezTo>
                    <a:pt x="418" y="1055"/>
                    <a:pt x="411" y="1056"/>
                    <a:pt x="407" y="1057"/>
                  </a:cubicBezTo>
                  <a:cubicBezTo>
                    <a:pt x="402" y="1057"/>
                    <a:pt x="392" y="1057"/>
                    <a:pt x="388" y="1055"/>
                  </a:cubicBezTo>
                  <a:cubicBezTo>
                    <a:pt x="385" y="1054"/>
                    <a:pt x="381" y="1051"/>
                    <a:pt x="380" y="1049"/>
                  </a:cubicBezTo>
                  <a:cubicBezTo>
                    <a:pt x="378" y="1046"/>
                    <a:pt x="377" y="1040"/>
                    <a:pt x="378" y="1037"/>
                  </a:cubicBezTo>
                  <a:cubicBezTo>
                    <a:pt x="379" y="1035"/>
                    <a:pt x="384" y="1032"/>
                    <a:pt x="386" y="1030"/>
                  </a:cubicBezTo>
                  <a:cubicBezTo>
                    <a:pt x="387" y="1028"/>
                    <a:pt x="388" y="1024"/>
                    <a:pt x="387" y="1022"/>
                  </a:cubicBezTo>
                  <a:cubicBezTo>
                    <a:pt x="387" y="1018"/>
                    <a:pt x="382" y="1013"/>
                    <a:pt x="380" y="1010"/>
                  </a:cubicBezTo>
                  <a:cubicBezTo>
                    <a:pt x="379" y="1007"/>
                    <a:pt x="374" y="1003"/>
                    <a:pt x="373" y="1000"/>
                  </a:cubicBezTo>
                  <a:cubicBezTo>
                    <a:pt x="372" y="998"/>
                    <a:pt x="370" y="994"/>
                    <a:pt x="369" y="991"/>
                  </a:cubicBezTo>
                  <a:cubicBezTo>
                    <a:pt x="368" y="987"/>
                    <a:pt x="368" y="980"/>
                    <a:pt x="367" y="976"/>
                  </a:cubicBezTo>
                  <a:cubicBezTo>
                    <a:pt x="366" y="972"/>
                    <a:pt x="363" y="965"/>
                    <a:pt x="362" y="961"/>
                  </a:cubicBezTo>
                  <a:cubicBezTo>
                    <a:pt x="361" y="958"/>
                    <a:pt x="359" y="952"/>
                    <a:pt x="357" y="950"/>
                  </a:cubicBezTo>
                  <a:cubicBezTo>
                    <a:pt x="356" y="947"/>
                    <a:pt x="351" y="944"/>
                    <a:pt x="348" y="942"/>
                  </a:cubicBezTo>
                  <a:cubicBezTo>
                    <a:pt x="345" y="940"/>
                    <a:pt x="337" y="936"/>
                    <a:pt x="333" y="934"/>
                  </a:cubicBezTo>
                  <a:cubicBezTo>
                    <a:pt x="330" y="932"/>
                    <a:pt x="324" y="930"/>
                    <a:pt x="322" y="928"/>
                  </a:cubicBezTo>
                  <a:cubicBezTo>
                    <a:pt x="320" y="927"/>
                    <a:pt x="317" y="922"/>
                    <a:pt x="314" y="921"/>
                  </a:cubicBezTo>
                  <a:cubicBezTo>
                    <a:pt x="311" y="919"/>
                    <a:pt x="303" y="917"/>
                    <a:pt x="299" y="919"/>
                  </a:cubicBezTo>
                  <a:cubicBezTo>
                    <a:pt x="296" y="920"/>
                    <a:pt x="292" y="926"/>
                    <a:pt x="289" y="928"/>
                  </a:cubicBezTo>
                  <a:cubicBezTo>
                    <a:pt x="286" y="929"/>
                    <a:pt x="279" y="933"/>
                    <a:pt x="276" y="933"/>
                  </a:cubicBezTo>
                  <a:cubicBezTo>
                    <a:pt x="272" y="932"/>
                    <a:pt x="265" y="924"/>
                    <a:pt x="263" y="920"/>
                  </a:cubicBezTo>
                  <a:cubicBezTo>
                    <a:pt x="261" y="917"/>
                    <a:pt x="261" y="909"/>
                    <a:pt x="262" y="906"/>
                  </a:cubicBezTo>
                  <a:cubicBezTo>
                    <a:pt x="263" y="903"/>
                    <a:pt x="268" y="897"/>
                    <a:pt x="271" y="894"/>
                  </a:cubicBezTo>
                  <a:cubicBezTo>
                    <a:pt x="273" y="892"/>
                    <a:pt x="278" y="887"/>
                    <a:pt x="279" y="884"/>
                  </a:cubicBezTo>
                  <a:cubicBezTo>
                    <a:pt x="280" y="882"/>
                    <a:pt x="279" y="876"/>
                    <a:pt x="278" y="874"/>
                  </a:cubicBezTo>
                  <a:cubicBezTo>
                    <a:pt x="276" y="870"/>
                    <a:pt x="268" y="866"/>
                    <a:pt x="265" y="864"/>
                  </a:cubicBezTo>
                  <a:cubicBezTo>
                    <a:pt x="260" y="861"/>
                    <a:pt x="251" y="856"/>
                    <a:pt x="247" y="852"/>
                  </a:cubicBezTo>
                  <a:cubicBezTo>
                    <a:pt x="245" y="850"/>
                    <a:pt x="241" y="845"/>
                    <a:pt x="239" y="843"/>
                  </a:cubicBezTo>
                  <a:cubicBezTo>
                    <a:pt x="237" y="842"/>
                    <a:pt x="232" y="840"/>
                    <a:pt x="230" y="840"/>
                  </a:cubicBezTo>
                  <a:cubicBezTo>
                    <a:pt x="227" y="841"/>
                    <a:pt x="222" y="846"/>
                    <a:pt x="220" y="848"/>
                  </a:cubicBezTo>
                  <a:cubicBezTo>
                    <a:pt x="217" y="850"/>
                    <a:pt x="213" y="854"/>
                    <a:pt x="211" y="855"/>
                  </a:cubicBezTo>
                  <a:cubicBezTo>
                    <a:pt x="208" y="855"/>
                    <a:pt x="204" y="855"/>
                    <a:pt x="202" y="854"/>
                  </a:cubicBezTo>
                  <a:cubicBezTo>
                    <a:pt x="200" y="854"/>
                    <a:pt x="197" y="850"/>
                    <a:pt x="195" y="850"/>
                  </a:cubicBezTo>
                  <a:cubicBezTo>
                    <a:pt x="193" y="849"/>
                    <a:pt x="187" y="848"/>
                    <a:pt x="185" y="848"/>
                  </a:cubicBezTo>
                  <a:cubicBezTo>
                    <a:pt x="182" y="848"/>
                    <a:pt x="176" y="849"/>
                    <a:pt x="173" y="848"/>
                  </a:cubicBezTo>
                  <a:cubicBezTo>
                    <a:pt x="169" y="846"/>
                    <a:pt x="163" y="840"/>
                    <a:pt x="161" y="837"/>
                  </a:cubicBezTo>
                  <a:cubicBezTo>
                    <a:pt x="159" y="835"/>
                    <a:pt x="158" y="829"/>
                    <a:pt x="157" y="826"/>
                  </a:cubicBezTo>
                  <a:cubicBezTo>
                    <a:pt x="156" y="824"/>
                    <a:pt x="155" y="820"/>
                    <a:pt x="153" y="819"/>
                  </a:cubicBezTo>
                  <a:cubicBezTo>
                    <a:pt x="151" y="817"/>
                    <a:pt x="145" y="818"/>
                    <a:pt x="143" y="817"/>
                  </a:cubicBezTo>
                  <a:cubicBezTo>
                    <a:pt x="141" y="816"/>
                    <a:pt x="136" y="814"/>
                    <a:pt x="134" y="812"/>
                  </a:cubicBezTo>
                  <a:cubicBezTo>
                    <a:pt x="132" y="809"/>
                    <a:pt x="131" y="802"/>
                    <a:pt x="130" y="799"/>
                  </a:cubicBezTo>
                  <a:cubicBezTo>
                    <a:pt x="129" y="795"/>
                    <a:pt x="128" y="788"/>
                    <a:pt x="126" y="785"/>
                  </a:cubicBezTo>
                  <a:cubicBezTo>
                    <a:pt x="125" y="782"/>
                    <a:pt x="122" y="775"/>
                    <a:pt x="119" y="773"/>
                  </a:cubicBezTo>
                  <a:cubicBezTo>
                    <a:pt x="116" y="770"/>
                    <a:pt x="109" y="767"/>
                    <a:pt x="105" y="766"/>
                  </a:cubicBezTo>
                  <a:cubicBezTo>
                    <a:pt x="101" y="765"/>
                    <a:pt x="92" y="766"/>
                    <a:pt x="88" y="765"/>
                  </a:cubicBezTo>
                  <a:cubicBezTo>
                    <a:pt x="85" y="765"/>
                    <a:pt x="78" y="763"/>
                    <a:pt x="75" y="761"/>
                  </a:cubicBezTo>
                  <a:cubicBezTo>
                    <a:pt x="69" y="759"/>
                    <a:pt x="60" y="751"/>
                    <a:pt x="56" y="747"/>
                  </a:cubicBezTo>
                  <a:cubicBezTo>
                    <a:pt x="52" y="744"/>
                    <a:pt x="46" y="736"/>
                    <a:pt x="42" y="733"/>
                  </a:cubicBezTo>
                  <a:cubicBezTo>
                    <a:pt x="41" y="731"/>
                    <a:pt x="38" y="728"/>
                    <a:pt x="37" y="727"/>
                  </a:cubicBezTo>
                  <a:cubicBezTo>
                    <a:pt x="34" y="725"/>
                    <a:pt x="29" y="724"/>
                    <a:pt x="26" y="723"/>
                  </a:cubicBezTo>
                  <a:cubicBezTo>
                    <a:pt x="23" y="723"/>
                    <a:pt x="18" y="722"/>
                    <a:pt x="16" y="723"/>
                  </a:cubicBezTo>
                  <a:cubicBezTo>
                    <a:pt x="13" y="724"/>
                    <a:pt x="9" y="730"/>
                    <a:pt x="6" y="732"/>
                  </a:cubicBezTo>
                  <a:cubicBezTo>
                    <a:pt x="4" y="733"/>
                    <a:pt x="2" y="734"/>
                    <a:pt x="0" y="735"/>
                  </a:cubicBezTo>
                  <a:cubicBezTo>
                    <a:pt x="0" y="733"/>
                    <a:pt x="1" y="731"/>
                    <a:pt x="1" y="730"/>
                  </a:cubicBezTo>
                  <a:cubicBezTo>
                    <a:pt x="2" y="728"/>
                    <a:pt x="4" y="725"/>
                    <a:pt x="5" y="723"/>
                  </a:cubicBezTo>
                  <a:cubicBezTo>
                    <a:pt x="7" y="721"/>
                    <a:pt x="12" y="717"/>
                    <a:pt x="15" y="714"/>
                  </a:cubicBezTo>
                  <a:cubicBezTo>
                    <a:pt x="17" y="712"/>
                    <a:pt x="22" y="708"/>
                    <a:pt x="24" y="705"/>
                  </a:cubicBezTo>
                  <a:cubicBezTo>
                    <a:pt x="25" y="703"/>
                    <a:pt x="28" y="700"/>
                    <a:pt x="29" y="697"/>
                  </a:cubicBezTo>
                  <a:cubicBezTo>
                    <a:pt x="29" y="695"/>
                    <a:pt x="28" y="691"/>
                    <a:pt x="28" y="689"/>
                  </a:cubicBezTo>
                  <a:cubicBezTo>
                    <a:pt x="28" y="688"/>
                    <a:pt x="28" y="684"/>
                    <a:pt x="29" y="683"/>
                  </a:cubicBezTo>
                  <a:cubicBezTo>
                    <a:pt x="29" y="680"/>
                    <a:pt x="30" y="674"/>
                    <a:pt x="31" y="671"/>
                  </a:cubicBezTo>
                  <a:cubicBezTo>
                    <a:pt x="32" y="668"/>
                    <a:pt x="35" y="662"/>
                    <a:pt x="37" y="659"/>
                  </a:cubicBezTo>
                  <a:cubicBezTo>
                    <a:pt x="39" y="656"/>
                    <a:pt x="44" y="650"/>
                    <a:pt x="47" y="648"/>
                  </a:cubicBezTo>
                  <a:cubicBezTo>
                    <a:pt x="49" y="646"/>
                    <a:pt x="54" y="642"/>
                    <a:pt x="57" y="641"/>
                  </a:cubicBezTo>
                  <a:cubicBezTo>
                    <a:pt x="60" y="639"/>
                    <a:pt x="65" y="636"/>
                    <a:pt x="68" y="634"/>
                  </a:cubicBezTo>
                  <a:cubicBezTo>
                    <a:pt x="69" y="633"/>
                    <a:pt x="71" y="630"/>
                    <a:pt x="72" y="628"/>
                  </a:cubicBezTo>
                  <a:cubicBezTo>
                    <a:pt x="73" y="627"/>
                    <a:pt x="73" y="624"/>
                    <a:pt x="73" y="622"/>
                  </a:cubicBezTo>
                  <a:cubicBezTo>
                    <a:pt x="73" y="620"/>
                    <a:pt x="72" y="616"/>
                    <a:pt x="72" y="614"/>
                  </a:cubicBezTo>
                  <a:cubicBezTo>
                    <a:pt x="72" y="613"/>
                    <a:pt x="74" y="610"/>
                    <a:pt x="75" y="609"/>
                  </a:cubicBezTo>
                  <a:cubicBezTo>
                    <a:pt x="77" y="607"/>
                    <a:pt x="82" y="603"/>
                    <a:pt x="84" y="602"/>
                  </a:cubicBezTo>
                  <a:cubicBezTo>
                    <a:pt x="87" y="600"/>
                    <a:pt x="93" y="597"/>
                    <a:pt x="96" y="596"/>
                  </a:cubicBezTo>
                  <a:cubicBezTo>
                    <a:pt x="98" y="595"/>
                    <a:pt x="103" y="593"/>
                    <a:pt x="106" y="592"/>
                  </a:cubicBezTo>
                  <a:cubicBezTo>
                    <a:pt x="109" y="591"/>
                    <a:pt x="114" y="589"/>
                    <a:pt x="116" y="587"/>
                  </a:cubicBezTo>
                  <a:cubicBezTo>
                    <a:pt x="118" y="585"/>
                    <a:pt x="120" y="581"/>
                    <a:pt x="120" y="579"/>
                  </a:cubicBezTo>
                  <a:cubicBezTo>
                    <a:pt x="120" y="577"/>
                    <a:pt x="118" y="574"/>
                    <a:pt x="117" y="572"/>
                  </a:cubicBezTo>
                  <a:cubicBezTo>
                    <a:pt x="116" y="570"/>
                    <a:pt x="112" y="568"/>
                    <a:pt x="111" y="566"/>
                  </a:cubicBezTo>
                  <a:cubicBezTo>
                    <a:pt x="110" y="565"/>
                    <a:pt x="109" y="563"/>
                    <a:pt x="109" y="562"/>
                  </a:cubicBezTo>
                  <a:cubicBezTo>
                    <a:pt x="108" y="560"/>
                    <a:pt x="108" y="555"/>
                    <a:pt x="108" y="553"/>
                  </a:cubicBezTo>
                  <a:cubicBezTo>
                    <a:pt x="108" y="550"/>
                    <a:pt x="107" y="544"/>
                    <a:pt x="107" y="541"/>
                  </a:cubicBezTo>
                  <a:cubicBezTo>
                    <a:pt x="107" y="540"/>
                    <a:pt x="108" y="536"/>
                    <a:pt x="108" y="535"/>
                  </a:cubicBezTo>
                  <a:cubicBezTo>
                    <a:pt x="107" y="534"/>
                    <a:pt x="105" y="532"/>
                    <a:pt x="104" y="531"/>
                  </a:cubicBezTo>
                  <a:cubicBezTo>
                    <a:pt x="102" y="531"/>
                    <a:pt x="99" y="530"/>
                    <a:pt x="98" y="529"/>
                  </a:cubicBezTo>
                  <a:cubicBezTo>
                    <a:pt x="96" y="528"/>
                    <a:pt x="93" y="524"/>
                    <a:pt x="92" y="522"/>
                  </a:cubicBezTo>
                  <a:cubicBezTo>
                    <a:pt x="90" y="521"/>
                    <a:pt x="86" y="518"/>
                    <a:pt x="84" y="518"/>
                  </a:cubicBezTo>
                  <a:cubicBezTo>
                    <a:pt x="82" y="517"/>
                    <a:pt x="78" y="516"/>
                    <a:pt x="76" y="515"/>
                  </a:cubicBezTo>
                  <a:cubicBezTo>
                    <a:pt x="73" y="515"/>
                    <a:pt x="69" y="515"/>
                    <a:pt x="67" y="515"/>
                  </a:cubicBezTo>
                  <a:cubicBezTo>
                    <a:pt x="65" y="516"/>
                    <a:pt x="61" y="519"/>
                    <a:pt x="59" y="520"/>
                  </a:cubicBezTo>
                  <a:cubicBezTo>
                    <a:pt x="57" y="521"/>
                    <a:pt x="51" y="521"/>
                    <a:pt x="49" y="520"/>
                  </a:cubicBezTo>
                  <a:cubicBezTo>
                    <a:pt x="47" y="519"/>
                    <a:pt x="44" y="516"/>
                    <a:pt x="43" y="514"/>
                  </a:cubicBezTo>
                  <a:cubicBezTo>
                    <a:pt x="41" y="513"/>
                    <a:pt x="39" y="509"/>
                    <a:pt x="39" y="507"/>
                  </a:cubicBezTo>
                  <a:cubicBezTo>
                    <a:pt x="37" y="504"/>
                    <a:pt x="36" y="498"/>
                    <a:pt x="36" y="495"/>
                  </a:cubicBezTo>
                  <a:cubicBezTo>
                    <a:pt x="36" y="493"/>
                    <a:pt x="36" y="488"/>
                    <a:pt x="35" y="485"/>
                  </a:cubicBezTo>
                  <a:cubicBezTo>
                    <a:pt x="35" y="483"/>
                    <a:pt x="33" y="480"/>
                    <a:pt x="32" y="478"/>
                  </a:cubicBezTo>
                  <a:cubicBezTo>
                    <a:pt x="31" y="476"/>
                    <a:pt x="28" y="473"/>
                    <a:pt x="27" y="471"/>
                  </a:cubicBezTo>
                  <a:cubicBezTo>
                    <a:pt x="26" y="470"/>
                    <a:pt x="22" y="468"/>
                    <a:pt x="21" y="467"/>
                  </a:cubicBezTo>
                  <a:cubicBezTo>
                    <a:pt x="21" y="466"/>
                    <a:pt x="20" y="463"/>
                    <a:pt x="20" y="462"/>
                  </a:cubicBezTo>
                  <a:cubicBezTo>
                    <a:pt x="20" y="461"/>
                    <a:pt x="20" y="458"/>
                    <a:pt x="21" y="457"/>
                  </a:cubicBezTo>
                  <a:cubicBezTo>
                    <a:pt x="22" y="456"/>
                    <a:pt x="24" y="456"/>
                    <a:pt x="25" y="456"/>
                  </a:cubicBezTo>
                  <a:cubicBezTo>
                    <a:pt x="26" y="456"/>
                    <a:pt x="28" y="456"/>
                    <a:pt x="30" y="456"/>
                  </a:cubicBezTo>
                  <a:cubicBezTo>
                    <a:pt x="30" y="456"/>
                    <a:pt x="32" y="455"/>
                    <a:pt x="33" y="455"/>
                  </a:cubicBezTo>
                  <a:cubicBezTo>
                    <a:pt x="36" y="454"/>
                    <a:pt x="42" y="451"/>
                    <a:pt x="45" y="450"/>
                  </a:cubicBezTo>
                  <a:cubicBezTo>
                    <a:pt x="49" y="447"/>
                    <a:pt x="57" y="441"/>
                    <a:pt x="60" y="438"/>
                  </a:cubicBezTo>
                  <a:cubicBezTo>
                    <a:pt x="63" y="435"/>
                    <a:pt x="69" y="428"/>
                    <a:pt x="71" y="424"/>
                  </a:cubicBezTo>
                  <a:cubicBezTo>
                    <a:pt x="73" y="422"/>
                    <a:pt x="76" y="416"/>
                    <a:pt x="77" y="413"/>
                  </a:cubicBezTo>
                  <a:cubicBezTo>
                    <a:pt x="77" y="411"/>
                    <a:pt x="77" y="407"/>
                    <a:pt x="77" y="405"/>
                  </a:cubicBezTo>
                  <a:cubicBezTo>
                    <a:pt x="78" y="402"/>
                    <a:pt x="78" y="395"/>
                    <a:pt x="78" y="392"/>
                  </a:cubicBezTo>
                  <a:cubicBezTo>
                    <a:pt x="77" y="390"/>
                    <a:pt x="77" y="385"/>
                    <a:pt x="77" y="382"/>
                  </a:cubicBezTo>
                  <a:cubicBezTo>
                    <a:pt x="77" y="380"/>
                    <a:pt x="76" y="377"/>
                    <a:pt x="77" y="375"/>
                  </a:cubicBezTo>
                  <a:cubicBezTo>
                    <a:pt x="77" y="373"/>
                    <a:pt x="79" y="370"/>
                    <a:pt x="81" y="369"/>
                  </a:cubicBezTo>
                  <a:cubicBezTo>
                    <a:pt x="82" y="369"/>
                    <a:pt x="84" y="370"/>
                    <a:pt x="85" y="371"/>
                  </a:cubicBezTo>
                  <a:cubicBezTo>
                    <a:pt x="87" y="372"/>
                    <a:pt x="89" y="375"/>
                    <a:pt x="90" y="377"/>
                  </a:cubicBezTo>
                  <a:cubicBezTo>
                    <a:pt x="91" y="379"/>
                    <a:pt x="93" y="383"/>
                    <a:pt x="94" y="384"/>
                  </a:cubicBezTo>
                  <a:cubicBezTo>
                    <a:pt x="96" y="385"/>
                    <a:pt x="99" y="385"/>
                    <a:pt x="100" y="385"/>
                  </a:cubicBezTo>
                  <a:cubicBezTo>
                    <a:pt x="102" y="385"/>
                    <a:pt x="105" y="385"/>
                    <a:pt x="106" y="385"/>
                  </a:cubicBezTo>
                  <a:cubicBezTo>
                    <a:pt x="108" y="384"/>
                    <a:pt x="111" y="382"/>
                    <a:pt x="113" y="381"/>
                  </a:cubicBezTo>
                  <a:cubicBezTo>
                    <a:pt x="115" y="380"/>
                    <a:pt x="118" y="377"/>
                    <a:pt x="120" y="377"/>
                  </a:cubicBezTo>
                  <a:cubicBezTo>
                    <a:pt x="122" y="377"/>
                    <a:pt x="124" y="379"/>
                    <a:pt x="126" y="379"/>
                  </a:cubicBezTo>
                  <a:cubicBezTo>
                    <a:pt x="128" y="380"/>
                    <a:pt x="131" y="384"/>
                    <a:pt x="133" y="385"/>
                  </a:cubicBezTo>
                  <a:cubicBezTo>
                    <a:pt x="134" y="385"/>
                    <a:pt x="138" y="385"/>
                    <a:pt x="140" y="385"/>
                  </a:cubicBezTo>
                  <a:cubicBezTo>
                    <a:pt x="142" y="385"/>
                    <a:pt x="145" y="383"/>
                    <a:pt x="147" y="382"/>
                  </a:cubicBezTo>
                  <a:cubicBezTo>
                    <a:pt x="148" y="381"/>
                    <a:pt x="151" y="380"/>
                    <a:pt x="153" y="380"/>
                  </a:cubicBezTo>
                  <a:cubicBezTo>
                    <a:pt x="156" y="379"/>
                    <a:pt x="164" y="380"/>
                    <a:pt x="168" y="380"/>
                  </a:cubicBezTo>
                  <a:cubicBezTo>
                    <a:pt x="171" y="380"/>
                    <a:pt x="177" y="380"/>
                    <a:pt x="180" y="380"/>
                  </a:cubicBezTo>
                  <a:cubicBezTo>
                    <a:pt x="183" y="380"/>
                    <a:pt x="188" y="379"/>
                    <a:pt x="191" y="378"/>
                  </a:cubicBezTo>
                  <a:cubicBezTo>
                    <a:pt x="195" y="378"/>
                    <a:pt x="204" y="376"/>
                    <a:pt x="208" y="375"/>
                  </a:cubicBezTo>
                  <a:cubicBezTo>
                    <a:pt x="211" y="374"/>
                    <a:pt x="216" y="370"/>
                    <a:pt x="219" y="369"/>
                  </a:cubicBezTo>
                  <a:cubicBezTo>
                    <a:pt x="221" y="368"/>
                    <a:pt x="224" y="365"/>
                    <a:pt x="225" y="363"/>
                  </a:cubicBezTo>
                  <a:cubicBezTo>
                    <a:pt x="226" y="363"/>
                    <a:pt x="228" y="361"/>
                    <a:pt x="228" y="360"/>
                  </a:cubicBezTo>
                  <a:cubicBezTo>
                    <a:pt x="228" y="358"/>
                    <a:pt x="224" y="357"/>
                    <a:pt x="223" y="356"/>
                  </a:cubicBezTo>
                  <a:cubicBezTo>
                    <a:pt x="222" y="354"/>
                    <a:pt x="221" y="350"/>
                    <a:pt x="220" y="349"/>
                  </a:cubicBezTo>
                  <a:cubicBezTo>
                    <a:pt x="219" y="347"/>
                    <a:pt x="217" y="344"/>
                    <a:pt x="217" y="343"/>
                  </a:cubicBezTo>
                  <a:cubicBezTo>
                    <a:pt x="217" y="341"/>
                    <a:pt x="218" y="337"/>
                    <a:pt x="219" y="336"/>
                  </a:cubicBezTo>
                  <a:cubicBezTo>
                    <a:pt x="221" y="334"/>
                    <a:pt x="224" y="333"/>
                    <a:pt x="226" y="332"/>
                  </a:cubicBezTo>
                  <a:cubicBezTo>
                    <a:pt x="227" y="330"/>
                    <a:pt x="231" y="327"/>
                    <a:pt x="232" y="325"/>
                  </a:cubicBezTo>
                  <a:cubicBezTo>
                    <a:pt x="233" y="323"/>
                    <a:pt x="233" y="318"/>
                    <a:pt x="233" y="315"/>
                  </a:cubicBezTo>
                  <a:cubicBezTo>
                    <a:pt x="233" y="313"/>
                    <a:pt x="231" y="308"/>
                    <a:pt x="231" y="306"/>
                  </a:cubicBezTo>
                  <a:cubicBezTo>
                    <a:pt x="230" y="304"/>
                    <a:pt x="228" y="300"/>
                    <a:pt x="227" y="298"/>
                  </a:cubicBezTo>
                  <a:cubicBezTo>
                    <a:pt x="226" y="295"/>
                    <a:pt x="223" y="289"/>
                    <a:pt x="221" y="286"/>
                  </a:cubicBezTo>
                  <a:cubicBezTo>
                    <a:pt x="219" y="283"/>
                    <a:pt x="216" y="274"/>
                    <a:pt x="213" y="271"/>
                  </a:cubicBezTo>
                  <a:cubicBezTo>
                    <a:pt x="211" y="267"/>
                    <a:pt x="206" y="261"/>
                    <a:pt x="204" y="258"/>
                  </a:cubicBezTo>
                  <a:cubicBezTo>
                    <a:pt x="202" y="257"/>
                    <a:pt x="199" y="255"/>
                    <a:pt x="197" y="254"/>
                  </a:cubicBezTo>
                  <a:cubicBezTo>
                    <a:pt x="195" y="253"/>
                    <a:pt x="191" y="253"/>
                    <a:pt x="189" y="252"/>
                  </a:cubicBezTo>
                  <a:cubicBezTo>
                    <a:pt x="188" y="252"/>
                    <a:pt x="186" y="250"/>
                    <a:pt x="186" y="249"/>
                  </a:cubicBezTo>
                  <a:cubicBezTo>
                    <a:pt x="186" y="248"/>
                    <a:pt x="187" y="245"/>
                    <a:pt x="187" y="244"/>
                  </a:cubicBezTo>
                  <a:cubicBezTo>
                    <a:pt x="188" y="244"/>
                    <a:pt x="190" y="244"/>
                    <a:pt x="191" y="244"/>
                  </a:cubicBezTo>
                  <a:cubicBezTo>
                    <a:pt x="193" y="243"/>
                    <a:pt x="197" y="244"/>
                    <a:pt x="198" y="244"/>
                  </a:cubicBezTo>
                  <a:cubicBezTo>
                    <a:pt x="200" y="244"/>
                    <a:pt x="204" y="245"/>
                    <a:pt x="205" y="245"/>
                  </a:cubicBezTo>
                  <a:cubicBezTo>
                    <a:pt x="207" y="244"/>
                    <a:pt x="209" y="243"/>
                    <a:pt x="211" y="242"/>
                  </a:cubicBezTo>
                  <a:cubicBezTo>
                    <a:pt x="212" y="242"/>
                    <a:pt x="215" y="242"/>
                    <a:pt x="217" y="242"/>
                  </a:cubicBezTo>
                  <a:cubicBezTo>
                    <a:pt x="218" y="241"/>
                    <a:pt x="220" y="240"/>
                    <a:pt x="221" y="239"/>
                  </a:cubicBezTo>
                  <a:cubicBezTo>
                    <a:pt x="222" y="238"/>
                    <a:pt x="224" y="234"/>
                    <a:pt x="224" y="233"/>
                  </a:cubicBezTo>
                  <a:cubicBezTo>
                    <a:pt x="225" y="230"/>
                    <a:pt x="224" y="225"/>
                    <a:pt x="225" y="223"/>
                  </a:cubicBezTo>
                  <a:cubicBezTo>
                    <a:pt x="225" y="221"/>
                    <a:pt x="228" y="218"/>
                    <a:pt x="229" y="216"/>
                  </a:cubicBezTo>
                  <a:cubicBezTo>
                    <a:pt x="230" y="215"/>
                    <a:pt x="232" y="214"/>
                    <a:pt x="233" y="214"/>
                  </a:cubicBezTo>
                  <a:cubicBezTo>
                    <a:pt x="235" y="213"/>
                    <a:pt x="239" y="213"/>
                    <a:pt x="240" y="213"/>
                  </a:cubicBezTo>
                  <a:cubicBezTo>
                    <a:pt x="244" y="213"/>
                    <a:pt x="252" y="212"/>
                    <a:pt x="256" y="212"/>
                  </a:cubicBezTo>
                  <a:cubicBezTo>
                    <a:pt x="261" y="211"/>
                    <a:pt x="270" y="211"/>
                    <a:pt x="274" y="209"/>
                  </a:cubicBezTo>
                  <a:cubicBezTo>
                    <a:pt x="276" y="208"/>
                    <a:pt x="280" y="206"/>
                    <a:pt x="282" y="204"/>
                  </a:cubicBezTo>
                  <a:cubicBezTo>
                    <a:pt x="285" y="201"/>
                    <a:pt x="288" y="194"/>
                    <a:pt x="290" y="191"/>
                  </a:cubicBezTo>
                  <a:cubicBezTo>
                    <a:pt x="291" y="189"/>
                    <a:pt x="293" y="185"/>
                    <a:pt x="295" y="183"/>
                  </a:cubicBezTo>
                  <a:cubicBezTo>
                    <a:pt x="296" y="181"/>
                    <a:pt x="299" y="179"/>
                    <a:pt x="301" y="178"/>
                  </a:cubicBezTo>
                  <a:cubicBezTo>
                    <a:pt x="303" y="176"/>
                    <a:pt x="310" y="175"/>
                    <a:pt x="312" y="173"/>
                  </a:cubicBezTo>
                  <a:cubicBezTo>
                    <a:pt x="314" y="172"/>
                    <a:pt x="316" y="169"/>
                    <a:pt x="317" y="167"/>
                  </a:cubicBezTo>
                  <a:cubicBezTo>
                    <a:pt x="318" y="166"/>
                    <a:pt x="320" y="163"/>
                    <a:pt x="321" y="161"/>
                  </a:cubicBezTo>
                  <a:cubicBezTo>
                    <a:pt x="322" y="159"/>
                    <a:pt x="322" y="154"/>
                    <a:pt x="321" y="152"/>
                  </a:cubicBezTo>
                  <a:cubicBezTo>
                    <a:pt x="321" y="150"/>
                    <a:pt x="318" y="146"/>
                    <a:pt x="316" y="145"/>
                  </a:cubicBezTo>
                  <a:cubicBezTo>
                    <a:pt x="314" y="144"/>
                    <a:pt x="309" y="144"/>
                    <a:pt x="307" y="143"/>
                  </a:cubicBezTo>
                  <a:cubicBezTo>
                    <a:pt x="304" y="142"/>
                    <a:pt x="299" y="141"/>
                    <a:pt x="297" y="139"/>
                  </a:cubicBezTo>
                  <a:cubicBezTo>
                    <a:pt x="295" y="139"/>
                    <a:pt x="293" y="138"/>
                    <a:pt x="293" y="137"/>
                  </a:cubicBezTo>
                  <a:cubicBezTo>
                    <a:pt x="292" y="135"/>
                    <a:pt x="292" y="132"/>
                    <a:pt x="293" y="130"/>
                  </a:cubicBezTo>
                  <a:cubicBezTo>
                    <a:pt x="293" y="129"/>
                    <a:pt x="294" y="126"/>
                    <a:pt x="294" y="126"/>
                  </a:cubicBezTo>
                  <a:cubicBezTo>
                    <a:pt x="296" y="123"/>
                    <a:pt x="302" y="120"/>
                    <a:pt x="304" y="119"/>
                  </a:cubicBezTo>
                  <a:cubicBezTo>
                    <a:pt x="306" y="118"/>
                    <a:pt x="311" y="116"/>
                    <a:pt x="313" y="114"/>
                  </a:cubicBezTo>
                  <a:cubicBezTo>
                    <a:pt x="314" y="113"/>
                    <a:pt x="316" y="110"/>
                    <a:pt x="317" y="108"/>
                  </a:cubicBezTo>
                  <a:cubicBezTo>
                    <a:pt x="317" y="107"/>
                    <a:pt x="319" y="105"/>
                    <a:pt x="319" y="104"/>
                  </a:cubicBezTo>
                  <a:cubicBezTo>
                    <a:pt x="318" y="102"/>
                    <a:pt x="314" y="101"/>
                    <a:pt x="313" y="99"/>
                  </a:cubicBezTo>
                  <a:cubicBezTo>
                    <a:pt x="313" y="98"/>
                    <a:pt x="314" y="95"/>
                    <a:pt x="314" y="93"/>
                  </a:cubicBezTo>
                  <a:cubicBezTo>
                    <a:pt x="315" y="91"/>
                    <a:pt x="316" y="87"/>
                    <a:pt x="317" y="85"/>
                  </a:cubicBezTo>
                  <a:cubicBezTo>
                    <a:pt x="318" y="84"/>
                    <a:pt x="320" y="83"/>
                    <a:pt x="321" y="82"/>
                  </a:cubicBezTo>
                  <a:cubicBezTo>
                    <a:pt x="322" y="81"/>
                    <a:pt x="322" y="78"/>
                    <a:pt x="322" y="76"/>
                  </a:cubicBezTo>
                  <a:cubicBezTo>
                    <a:pt x="322" y="74"/>
                    <a:pt x="322" y="71"/>
                    <a:pt x="322" y="69"/>
                  </a:cubicBezTo>
                  <a:cubicBezTo>
                    <a:pt x="322" y="67"/>
                    <a:pt x="321" y="63"/>
                    <a:pt x="320" y="61"/>
                  </a:cubicBezTo>
                  <a:cubicBezTo>
                    <a:pt x="319" y="60"/>
                    <a:pt x="317" y="57"/>
                    <a:pt x="316" y="56"/>
                  </a:cubicBezTo>
                  <a:cubicBezTo>
                    <a:pt x="316" y="55"/>
                    <a:pt x="315" y="54"/>
                    <a:pt x="315" y="53"/>
                  </a:cubicBezTo>
                  <a:cubicBezTo>
                    <a:pt x="316" y="53"/>
                    <a:pt x="318" y="52"/>
                    <a:pt x="319" y="52"/>
                  </a:cubicBezTo>
                  <a:cubicBezTo>
                    <a:pt x="321" y="51"/>
                    <a:pt x="327" y="50"/>
                    <a:pt x="329" y="49"/>
                  </a:cubicBezTo>
                  <a:cubicBezTo>
                    <a:pt x="331" y="48"/>
                    <a:pt x="333" y="47"/>
                    <a:pt x="334" y="46"/>
                  </a:cubicBezTo>
                  <a:cubicBezTo>
                    <a:pt x="336" y="45"/>
                    <a:pt x="338" y="43"/>
                    <a:pt x="339" y="42"/>
                  </a:cubicBezTo>
                  <a:cubicBezTo>
                    <a:pt x="340" y="41"/>
                    <a:pt x="342" y="39"/>
                    <a:pt x="342" y="37"/>
                  </a:cubicBezTo>
                  <a:cubicBezTo>
                    <a:pt x="342" y="36"/>
                    <a:pt x="342" y="33"/>
                    <a:pt x="342" y="31"/>
                  </a:cubicBezTo>
                  <a:cubicBezTo>
                    <a:pt x="342" y="30"/>
                    <a:pt x="340" y="26"/>
                    <a:pt x="340" y="25"/>
                  </a:cubicBezTo>
                  <a:cubicBezTo>
                    <a:pt x="339" y="23"/>
                    <a:pt x="337" y="21"/>
                    <a:pt x="337" y="20"/>
                  </a:cubicBezTo>
                  <a:cubicBezTo>
                    <a:pt x="336" y="18"/>
                    <a:pt x="334" y="15"/>
                    <a:pt x="334" y="13"/>
                  </a:cubicBezTo>
                  <a:cubicBezTo>
                    <a:pt x="334" y="11"/>
                    <a:pt x="334" y="8"/>
                    <a:pt x="335" y="6"/>
                  </a:cubicBezTo>
                  <a:cubicBezTo>
                    <a:pt x="335" y="4"/>
                    <a:pt x="337" y="2"/>
                    <a:pt x="338" y="1"/>
                  </a:cubicBezTo>
                  <a:cubicBezTo>
                    <a:pt x="339" y="0"/>
                    <a:pt x="342" y="0"/>
                    <a:pt x="343" y="0"/>
                  </a:cubicBezTo>
                  <a:cubicBezTo>
                    <a:pt x="345" y="0"/>
                    <a:pt x="348" y="1"/>
                    <a:pt x="349" y="2"/>
                  </a:cubicBezTo>
                  <a:cubicBezTo>
                    <a:pt x="351" y="3"/>
                    <a:pt x="353" y="5"/>
                    <a:pt x="354" y="7"/>
                  </a:cubicBezTo>
                  <a:cubicBezTo>
                    <a:pt x="355" y="8"/>
                    <a:pt x="357" y="11"/>
                    <a:pt x="358" y="13"/>
                  </a:cubicBezTo>
                  <a:cubicBezTo>
                    <a:pt x="359" y="14"/>
                    <a:pt x="362" y="17"/>
                    <a:pt x="363" y="18"/>
                  </a:cubicBezTo>
                  <a:cubicBezTo>
                    <a:pt x="365" y="19"/>
                    <a:pt x="369" y="21"/>
                    <a:pt x="370" y="20"/>
                  </a:cubicBezTo>
                  <a:cubicBezTo>
                    <a:pt x="373" y="20"/>
                    <a:pt x="376" y="17"/>
                    <a:pt x="379" y="16"/>
                  </a:cubicBezTo>
                  <a:cubicBezTo>
                    <a:pt x="381" y="15"/>
                    <a:pt x="386" y="14"/>
                    <a:pt x="389" y="14"/>
                  </a:cubicBezTo>
                  <a:cubicBezTo>
                    <a:pt x="392" y="13"/>
                    <a:pt x="397" y="14"/>
                    <a:pt x="400" y="15"/>
                  </a:cubicBezTo>
                  <a:cubicBezTo>
                    <a:pt x="401" y="15"/>
                    <a:pt x="404" y="17"/>
                    <a:pt x="406" y="18"/>
                  </a:cubicBezTo>
                  <a:cubicBezTo>
                    <a:pt x="408" y="20"/>
                    <a:pt x="412" y="26"/>
                    <a:pt x="414" y="28"/>
                  </a:cubicBezTo>
                  <a:cubicBezTo>
                    <a:pt x="416" y="30"/>
                    <a:pt x="419" y="35"/>
                    <a:pt x="421" y="38"/>
                  </a:cubicBezTo>
                  <a:cubicBezTo>
                    <a:pt x="423" y="39"/>
                    <a:pt x="426" y="43"/>
                    <a:pt x="428" y="44"/>
                  </a:cubicBezTo>
                  <a:cubicBezTo>
                    <a:pt x="430" y="45"/>
                    <a:pt x="435" y="46"/>
                    <a:pt x="437" y="46"/>
                  </a:cubicBezTo>
                  <a:cubicBezTo>
                    <a:pt x="439" y="46"/>
                    <a:pt x="442" y="44"/>
                    <a:pt x="443" y="43"/>
                  </a:cubicBezTo>
                  <a:cubicBezTo>
                    <a:pt x="445" y="43"/>
                    <a:pt x="449" y="41"/>
                    <a:pt x="451" y="40"/>
                  </a:cubicBezTo>
                  <a:cubicBezTo>
                    <a:pt x="453" y="40"/>
                    <a:pt x="457" y="38"/>
                    <a:pt x="459" y="38"/>
                  </a:cubicBezTo>
                  <a:cubicBezTo>
                    <a:pt x="460" y="38"/>
                    <a:pt x="464" y="38"/>
                    <a:pt x="465" y="39"/>
                  </a:cubicBezTo>
                  <a:cubicBezTo>
                    <a:pt x="468" y="39"/>
                    <a:pt x="472" y="41"/>
                    <a:pt x="474" y="42"/>
                  </a:cubicBezTo>
                  <a:cubicBezTo>
                    <a:pt x="475" y="43"/>
                    <a:pt x="478" y="45"/>
                    <a:pt x="480" y="46"/>
                  </a:cubicBezTo>
                  <a:cubicBezTo>
                    <a:pt x="482" y="47"/>
                    <a:pt x="486" y="50"/>
                    <a:pt x="487" y="52"/>
                  </a:cubicBezTo>
                  <a:cubicBezTo>
                    <a:pt x="490" y="55"/>
                    <a:pt x="495" y="61"/>
                    <a:pt x="498" y="64"/>
                  </a:cubicBezTo>
                  <a:cubicBezTo>
                    <a:pt x="500" y="67"/>
                    <a:pt x="505" y="72"/>
                    <a:pt x="508" y="74"/>
                  </a:cubicBezTo>
                  <a:cubicBezTo>
                    <a:pt x="510" y="76"/>
                    <a:pt x="514" y="79"/>
                    <a:pt x="516" y="81"/>
                  </a:cubicBezTo>
                  <a:cubicBezTo>
                    <a:pt x="518" y="82"/>
                    <a:pt x="523" y="84"/>
                    <a:pt x="525" y="85"/>
                  </a:cubicBezTo>
                  <a:cubicBezTo>
                    <a:pt x="527" y="86"/>
                    <a:pt x="532" y="87"/>
                    <a:pt x="534" y="87"/>
                  </a:cubicBezTo>
                  <a:cubicBezTo>
                    <a:pt x="537" y="88"/>
                    <a:pt x="542" y="87"/>
                    <a:pt x="545" y="86"/>
                  </a:cubicBezTo>
                  <a:cubicBezTo>
                    <a:pt x="546" y="86"/>
                    <a:pt x="549" y="85"/>
                    <a:pt x="551" y="84"/>
                  </a:cubicBezTo>
                  <a:cubicBezTo>
                    <a:pt x="551" y="83"/>
                    <a:pt x="553" y="82"/>
                    <a:pt x="554" y="81"/>
                  </a:cubicBezTo>
                  <a:cubicBezTo>
                    <a:pt x="555" y="81"/>
                    <a:pt x="558" y="80"/>
                    <a:pt x="559" y="81"/>
                  </a:cubicBezTo>
                  <a:cubicBezTo>
                    <a:pt x="560" y="81"/>
                    <a:pt x="562" y="84"/>
                    <a:pt x="563" y="85"/>
                  </a:cubicBezTo>
                  <a:cubicBezTo>
                    <a:pt x="563" y="87"/>
                    <a:pt x="563" y="90"/>
                    <a:pt x="562" y="92"/>
                  </a:cubicBezTo>
                  <a:cubicBezTo>
                    <a:pt x="562" y="93"/>
                    <a:pt x="560" y="95"/>
                    <a:pt x="559" y="96"/>
                  </a:cubicBezTo>
                  <a:cubicBezTo>
                    <a:pt x="559" y="97"/>
                    <a:pt x="557" y="98"/>
                    <a:pt x="557" y="99"/>
                  </a:cubicBezTo>
                  <a:cubicBezTo>
                    <a:pt x="557" y="101"/>
                    <a:pt x="558" y="103"/>
                    <a:pt x="559" y="104"/>
                  </a:cubicBezTo>
                  <a:cubicBezTo>
                    <a:pt x="559" y="105"/>
                    <a:pt x="561" y="106"/>
                    <a:pt x="562" y="106"/>
                  </a:cubicBezTo>
                  <a:cubicBezTo>
                    <a:pt x="562" y="107"/>
                    <a:pt x="561" y="109"/>
                    <a:pt x="561" y="109"/>
                  </a:cubicBezTo>
                  <a:cubicBezTo>
                    <a:pt x="560" y="110"/>
                    <a:pt x="559" y="112"/>
                    <a:pt x="558" y="112"/>
                  </a:cubicBezTo>
                  <a:cubicBezTo>
                    <a:pt x="557" y="114"/>
                    <a:pt x="554" y="115"/>
                    <a:pt x="552" y="116"/>
                  </a:cubicBezTo>
                  <a:cubicBezTo>
                    <a:pt x="551" y="118"/>
                    <a:pt x="547" y="119"/>
                    <a:pt x="547" y="121"/>
                  </a:cubicBezTo>
                  <a:cubicBezTo>
                    <a:pt x="546" y="123"/>
                    <a:pt x="546" y="128"/>
                    <a:pt x="547" y="131"/>
                  </a:cubicBezTo>
                  <a:cubicBezTo>
                    <a:pt x="548" y="132"/>
                    <a:pt x="550" y="135"/>
                    <a:pt x="552" y="136"/>
                  </a:cubicBezTo>
                  <a:cubicBezTo>
                    <a:pt x="553" y="137"/>
                    <a:pt x="557" y="139"/>
                    <a:pt x="559" y="140"/>
                  </a:cubicBezTo>
                  <a:cubicBezTo>
                    <a:pt x="562" y="140"/>
                    <a:pt x="567" y="140"/>
                    <a:pt x="570" y="141"/>
                  </a:cubicBezTo>
                  <a:cubicBezTo>
                    <a:pt x="571" y="142"/>
                    <a:pt x="574" y="143"/>
                    <a:pt x="576" y="144"/>
                  </a:cubicBezTo>
                  <a:cubicBezTo>
                    <a:pt x="577" y="145"/>
                    <a:pt x="579" y="148"/>
                    <a:pt x="580" y="149"/>
                  </a:cubicBezTo>
                  <a:cubicBezTo>
                    <a:pt x="581" y="151"/>
                    <a:pt x="581" y="155"/>
                    <a:pt x="581" y="157"/>
                  </a:cubicBezTo>
                  <a:cubicBezTo>
                    <a:pt x="581" y="159"/>
                    <a:pt x="578" y="162"/>
                    <a:pt x="577" y="164"/>
                  </a:cubicBezTo>
                  <a:cubicBezTo>
                    <a:pt x="576" y="166"/>
                    <a:pt x="572" y="168"/>
                    <a:pt x="571" y="170"/>
                  </a:cubicBezTo>
                  <a:cubicBezTo>
                    <a:pt x="569" y="172"/>
                    <a:pt x="564" y="174"/>
                    <a:pt x="563" y="176"/>
                  </a:cubicBezTo>
                  <a:cubicBezTo>
                    <a:pt x="562" y="179"/>
                    <a:pt x="561" y="185"/>
                    <a:pt x="562" y="187"/>
                  </a:cubicBezTo>
                  <a:cubicBezTo>
                    <a:pt x="562" y="189"/>
                    <a:pt x="564" y="192"/>
                    <a:pt x="565" y="192"/>
                  </a:cubicBezTo>
                  <a:cubicBezTo>
                    <a:pt x="567" y="193"/>
                    <a:pt x="572" y="193"/>
                    <a:pt x="575" y="193"/>
                  </a:cubicBezTo>
                  <a:cubicBezTo>
                    <a:pt x="577" y="192"/>
                    <a:pt x="580" y="189"/>
                    <a:pt x="582" y="188"/>
                  </a:cubicBezTo>
                  <a:cubicBezTo>
                    <a:pt x="584" y="187"/>
                    <a:pt x="588" y="187"/>
                    <a:pt x="590" y="186"/>
                  </a:cubicBezTo>
                  <a:cubicBezTo>
                    <a:pt x="594" y="186"/>
                    <a:pt x="600" y="186"/>
                    <a:pt x="603" y="187"/>
                  </a:cubicBezTo>
                  <a:cubicBezTo>
                    <a:pt x="605" y="187"/>
                    <a:pt x="609" y="188"/>
                    <a:pt x="610" y="189"/>
                  </a:cubicBezTo>
                  <a:cubicBezTo>
                    <a:pt x="612" y="190"/>
                    <a:pt x="616" y="195"/>
                    <a:pt x="618" y="196"/>
                  </a:cubicBezTo>
                  <a:cubicBezTo>
                    <a:pt x="619" y="197"/>
                    <a:pt x="621" y="199"/>
                    <a:pt x="623" y="199"/>
                  </a:cubicBezTo>
                  <a:cubicBezTo>
                    <a:pt x="624" y="199"/>
                    <a:pt x="627" y="197"/>
                    <a:pt x="628" y="196"/>
                  </a:cubicBezTo>
                  <a:cubicBezTo>
                    <a:pt x="629" y="194"/>
                    <a:pt x="631" y="191"/>
                    <a:pt x="633" y="190"/>
                  </a:cubicBezTo>
                  <a:cubicBezTo>
                    <a:pt x="635" y="189"/>
                    <a:pt x="639" y="188"/>
                    <a:pt x="641" y="188"/>
                  </a:cubicBezTo>
                  <a:cubicBezTo>
                    <a:pt x="645" y="188"/>
                    <a:pt x="651" y="190"/>
                    <a:pt x="654" y="189"/>
                  </a:cubicBezTo>
                  <a:cubicBezTo>
                    <a:pt x="656" y="189"/>
                    <a:pt x="661" y="188"/>
                    <a:pt x="663" y="187"/>
                  </a:cubicBezTo>
                  <a:cubicBezTo>
                    <a:pt x="664" y="187"/>
                    <a:pt x="667" y="186"/>
                    <a:pt x="668" y="186"/>
                  </a:cubicBezTo>
                  <a:cubicBezTo>
                    <a:pt x="670" y="185"/>
                    <a:pt x="674" y="183"/>
                    <a:pt x="675" y="181"/>
                  </a:cubicBezTo>
                  <a:cubicBezTo>
                    <a:pt x="676" y="179"/>
                    <a:pt x="676" y="175"/>
                    <a:pt x="676" y="173"/>
                  </a:cubicBezTo>
                  <a:cubicBezTo>
                    <a:pt x="676" y="172"/>
                    <a:pt x="676" y="169"/>
                    <a:pt x="676" y="168"/>
                  </a:cubicBezTo>
                  <a:cubicBezTo>
                    <a:pt x="675" y="167"/>
                    <a:pt x="671" y="167"/>
                    <a:pt x="669" y="167"/>
                  </a:cubicBezTo>
                  <a:cubicBezTo>
                    <a:pt x="667" y="167"/>
                    <a:pt x="664" y="167"/>
                    <a:pt x="662" y="167"/>
                  </a:cubicBezTo>
                  <a:cubicBezTo>
                    <a:pt x="661" y="167"/>
                    <a:pt x="658" y="169"/>
                    <a:pt x="657" y="169"/>
                  </a:cubicBezTo>
                  <a:cubicBezTo>
                    <a:pt x="656" y="169"/>
                    <a:pt x="652" y="169"/>
                    <a:pt x="652" y="168"/>
                  </a:cubicBezTo>
                  <a:cubicBezTo>
                    <a:pt x="651" y="167"/>
                    <a:pt x="651" y="164"/>
                    <a:pt x="651" y="162"/>
                  </a:cubicBezTo>
                  <a:cubicBezTo>
                    <a:pt x="651" y="161"/>
                    <a:pt x="652" y="159"/>
                    <a:pt x="652" y="158"/>
                  </a:cubicBezTo>
                  <a:cubicBezTo>
                    <a:pt x="653" y="156"/>
                    <a:pt x="656" y="154"/>
                    <a:pt x="656" y="152"/>
                  </a:cubicBezTo>
                  <a:cubicBezTo>
                    <a:pt x="657" y="150"/>
                    <a:pt x="657" y="146"/>
                    <a:pt x="658" y="143"/>
                  </a:cubicBezTo>
                  <a:cubicBezTo>
                    <a:pt x="658" y="140"/>
                    <a:pt x="660" y="135"/>
                    <a:pt x="659" y="132"/>
                  </a:cubicBezTo>
                  <a:cubicBezTo>
                    <a:pt x="659" y="131"/>
                    <a:pt x="657" y="128"/>
                    <a:pt x="656" y="126"/>
                  </a:cubicBezTo>
                  <a:cubicBezTo>
                    <a:pt x="656" y="125"/>
                    <a:pt x="653" y="122"/>
                    <a:pt x="653" y="120"/>
                  </a:cubicBezTo>
                  <a:cubicBezTo>
                    <a:pt x="652" y="118"/>
                    <a:pt x="651" y="114"/>
                    <a:pt x="651" y="112"/>
                  </a:cubicBezTo>
                  <a:cubicBezTo>
                    <a:pt x="652" y="111"/>
                    <a:pt x="653" y="108"/>
                    <a:pt x="654" y="106"/>
                  </a:cubicBezTo>
                  <a:cubicBezTo>
                    <a:pt x="655" y="105"/>
                    <a:pt x="657" y="102"/>
                    <a:pt x="659" y="101"/>
                  </a:cubicBezTo>
                  <a:cubicBezTo>
                    <a:pt x="660" y="100"/>
                    <a:pt x="664" y="99"/>
                    <a:pt x="666" y="99"/>
                  </a:cubicBezTo>
                  <a:cubicBezTo>
                    <a:pt x="668" y="98"/>
                    <a:pt x="673" y="99"/>
                    <a:pt x="675" y="100"/>
                  </a:cubicBezTo>
                  <a:cubicBezTo>
                    <a:pt x="676" y="101"/>
                    <a:pt x="679" y="104"/>
                    <a:pt x="681" y="105"/>
                  </a:cubicBezTo>
                  <a:cubicBezTo>
                    <a:pt x="682" y="106"/>
                    <a:pt x="685" y="109"/>
                    <a:pt x="686" y="110"/>
                  </a:cubicBezTo>
                  <a:cubicBezTo>
                    <a:pt x="688" y="111"/>
                    <a:pt x="692" y="111"/>
                    <a:pt x="693" y="112"/>
                  </a:cubicBezTo>
                  <a:cubicBezTo>
                    <a:pt x="696" y="112"/>
                    <a:pt x="702" y="113"/>
                    <a:pt x="705" y="113"/>
                  </a:cubicBezTo>
                  <a:cubicBezTo>
                    <a:pt x="708" y="113"/>
                    <a:pt x="715" y="112"/>
                    <a:pt x="718" y="112"/>
                  </a:cubicBezTo>
                  <a:cubicBezTo>
                    <a:pt x="721" y="112"/>
                    <a:pt x="728" y="111"/>
                    <a:pt x="731" y="112"/>
                  </a:cubicBezTo>
                  <a:cubicBezTo>
                    <a:pt x="733" y="113"/>
                    <a:pt x="736" y="116"/>
                    <a:pt x="738" y="117"/>
                  </a:cubicBezTo>
                  <a:cubicBezTo>
                    <a:pt x="741" y="118"/>
                    <a:pt x="746" y="120"/>
                    <a:pt x="749" y="122"/>
                  </a:cubicBezTo>
                  <a:cubicBezTo>
                    <a:pt x="752" y="124"/>
                    <a:pt x="757" y="129"/>
                    <a:pt x="760" y="132"/>
                  </a:cubicBezTo>
                  <a:cubicBezTo>
                    <a:pt x="761" y="134"/>
                    <a:pt x="765" y="138"/>
                    <a:pt x="766" y="141"/>
                  </a:cubicBezTo>
                  <a:cubicBezTo>
                    <a:pt x="768" y="142"/>
                    <a:pt x="772" y="147"/>
                    <a:pt x="772" y="147"/>
                  </a:cubicBezTo>
                  <a:cubicBezTo>
                    <a:pt x="772" y="229"/>
                    <a:pt x="772" y="229"/>
                    <a:pt x="772" y="229"/>
                  </a:cubicBezTo>
                  <a:cubicBezTo>
                    <a:pt x="772" y="229"/>
                    <a:pt x="771" y="234"/>
                    <a:pt x="771" y="236"/>
                  </a:cubicBezTo>
                  <a:cubicBezTo>
                    <a:pt x="770" y="238"/>
                    <a:pt x="768" y="241"/>
                    <a:pt x="768" y="243"/>
                  </a:cubicBezTo>
                  <a:cubicBezTo>
                    <a:pt x="769" y="245"/>
                    <a:pt x="772" y="248"/>
                    <a:pt x="773" y="250"/>
                  </a:cubicBezTo>
                  <a:cubicBezTo>
                    <a:pt x="773" y="251"/>
                    <a:pt x="774" y="252"/>
                    <a:pt x="775" y="252"/>
                  </a:cubicBezTo>
                  <a:cubicBezTo>
                    <a:pt x="776" y="253"/>
                    <a:pt x="779" y="252"/>
                    <a:pt x="781" y="252"/>
                  </a:cubicBezTo>
                  <a:cubicBezTo>
                    <a:pt x="782" y="252"/>
                    <a:pt x="784" y="253"/>
                    <a:pt x="785" y="253"/>
                  </a:cubicBezTo>
                  <a:cubicBezTo>
                    <a:pt x="786" y="254"/>
                    <a:pt x="788" y="256"/>
                    <a:pt x="788" y="25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0" name="Group 279"/>
          <p:cNvGrpSpPr/>
          <p:nvPr/>
        </p:nvGrpSpPr>
        <p:grpSpPr>
          <a:xfrm>
            <a:off x="6530126" y="4293271"/>
            <a:ext cx="230298" cy="230298"/>
            <a:chOff x="846989" y="1401020"/>
            <a:chExt cx="877416" cy="877416"/>
          </a:xfrm>
          <a:effectLst/>
        </p:grpSpPr>
        <p:sp>
          <p:nvSpPr>
            <p:cNvPr id="91" name="Teardrop 90"/>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92" name="Oval 9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93" name="Group 279"/>
          <p:cNvGrpSpPr/>
          <p:nvPr/>
        </p:nvGrpSpPr>
        <p:grpSpPr>
          <a:xfrm>
            <a:off x="6565420" y="3374957"/>
            <a:ext cx="230298" cy="230298"/>
            <a:chOff x="846989" y="1401020"/>
            <a:chExt cx="877416" cy="877416"/>
          </a:xfrm>
          <a:effectLst/>
        </p:grpSpPr>
        <p:sp>
          <p:nvSpPr>
            <p:cNvPr id="94" name="Teardrop 93"/>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95" name="Oval 9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96" name="Group 279"/>
          <p:cNvGrpSpPr/>
          <p:nvPr/>
        </p:nvGrpSpPr>
        <p:grpSpPr>
          <a:xfrm>
            <a:off x="5983067" y="3759504"/>
            <a:ext cx="230298" cy="230298"/>
            <a:chOff x="846989" y="1401020"/>
            <a:chExt cx="877416" cy="877416"/>
          </a:xfrm>
          <a:effectLst/>
        </p:grpSpPr>
        <p:sp>
          <p:nvSpPr>
            <p:cNvPr id="97" name="Teardrop 96"/>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98" name="Oval 9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99" name="Group 279"/>
          <p:cNvGrpSpPr/>
          <p:nvPr/>
        </p:nvGrpSpPr>
        <p:grpSpPr>
          <a:xfrm>
            <a:off x="6897577" y="2623865"/>
            <a:ext cx="230298" cy="230298"/>
            <a:chOff x="846989" y="1401020"/>
            <a:chExt cx="877416" cy="877416"/>
          </a:xfrm>
          <a:effectLst/>
        </p:grpSpPr>
        <p:sp>
          <p:nvSpPr>
            <p:cNvPr id="100" name="Teardrop 99"/>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01" name="Oval 10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02" name="Group 279"/>
          <p:cNvGrpSpPr/>
          <p:nvPr/>
        </p:nvGrpSpPr>
        <p:grpSpPr>
          <a:xfrm>
            <a:off x="7770702" y="3750311"/>
            <a:ext cx="230298" cy="230298"/>
            <a:chOff x="846989" y="1401020"/>
            <a:chExt cx="877416" cy="877416"/>
          </a:xfrm>
          <a:effectLst/>
        </p:grpSpPr>
        <p:sp>
          <p:nvSpPr>
            <p:cNvPr id="103" name="Teardrop 102"/>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04" name="Oval 10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05" name="Group 279"/>
          <p:cNvGrpSpPr/>
          <p:nvPr/>
        </p:nvGrpSpPr>
        <p:grpSpPr>
          <a:xfrm>
            <a:off x="5860940" y="2968263"/>
            <a:ext cx="230298" cy="230298"/>
            <a:chOff x="846989" y="1401020"/>
            <a:chExt cx="877416" cy="877416"/>
          </a:xfrm>
          <a:effectLst/>
        </p:grpSpPr>
        <p:sp>
          <p:nvSpPr>
            <p:cNvPr id="106" name="Teardrop 105"/>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07" name="Oval 10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08" name="Group 279"/>
          <p:cNvGrpSpPr/>
          <p:nvPr/>
        </p:nvGrpSpPr>
        <p:grpSpPr>
          <a:xfrm>
            <a:off x="7575698" y="4694120"/>
            <a:ext cx="230298" cy="230298"/>
            <a:chOff x="846989" y="1401020"/>
            <a:chExt cx="877416" cy="877416"/>
          </a:xfrm>
          <a:effectLst/>
        </p:grpSpPr>
        <p:sp>
          <p:nvSpPr>
            <p:cNvPr id="109" name="Teardrop 108"/>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10" name="Oval 10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11" name="Group 279"/>
          <p:cNvGrpSpPr/>
          <p:nvPr/>
        </p:nvGrpSpPr>
        <p:grpSpPr>
          <a:xfrm>
            <a:off x="7504851" y="3015960"/>
            <a:ext cx="230298" cy="230298"/>
            <a:chOff x="846989" y="1401020"/>
            <a:chExt cx="877416" cy="877416"/>
          </a:xfrm>
          <a:effectLst/>
        </p:grpSpPr>
        <p:sp>
          <p:nvSpPr>
            <p:cNvPr id="112" name="Teardrop 111"/>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13" name="Oval 11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14" name="Group 279"/>
          <p:cNvGrpSpPr/>
          <p:nvPr/>
        </p:nvGrpSpPr>
        <p:grpSpPr>
          <a:xfrm>
            <a:off x="5125927" y="2968263"/>
            <a:ext cx="230298" cy="230298"/>
            <a:chOff x="846989" y="1401020"/>
            <a:chExt cx="877416" cy="877416"/>
          </a:xfrm>
          <a:effectLst/>
        </p:grpSpPr>
        <p:sp>
          <p:nvSpPr>
            <p:cNvPr id="128" name="Teardrop 127"/>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29" name="Oval 12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30" name="Group 279"/>
          <p:cNvGrpSpPr/>
          <p:nvPr/>
        </p:nvGrpSpPr>
        <p:grpSpPr>
          <a:xfrm>
            <a:off x="6977431" y="3973062"/>
            <a:ext cx="230298" cy="230298"/>
            <a:chOff x="846989" y="1401020"/>
            <a:chExt cx="877416" cy="877416"/>
          </a:xfrm>
          <a:effectLst/>
        </p:grpSpPr>
        <p:sp>
          <p:nvSpPr>
            <p:cNvPr id="131" name="Teardrop 130"/>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32" name="Oval 13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sp>
        <p:nvSpPr>
          <p:cNvPr id="133" name="Footer Text"/>
          <p:cNvSpPr txBox="1"/>
          <p:nvPr/>
        </p:nvSpPr>
        <p:spPr>
          <a:xfrm>
            <a:off x="685800" y="2209800"/>
            <a:ext cx="3810000"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a:t>
            </a:r>
          </a:p>
        </p:txBody>
      </p:sp>
      <p:grpSp>
        <p:nvGrpSpPr>
          <p:cNvPr id="134" name="Group 79"/>
          <p:cNvGrpSpPr/>
          <p:nvPr/>
        </p:nvGrpSpPr>
        <p:grpSpPr>
          <a:xfrm>
            <a:off x="685800" y="2859917"/>
            <a:ext cx="1621812" cy="726711"/>
            <a:chOff x="659295" y="3313522"/>
            <a:chExt cx="1779209" cy="797236"/>
          </a:xfrm>
        </p:grpSpPr>
        <p:sp>
          <p:nvSpPr>
            <p:cNvPr id="135" name="Text Placeholder 3"/>
            <p:cNvSpPr txBox="1">
              <a:spLocks/>
            </p:cNvSpPr>
            <p:nvPr/>
          </p:nvSpPr>
          <p:spPr>
            <a:xfrm>
              <a:off x="1040068" y="3313522"/>
              <a:ext cx="650672" cy="47270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grpSp>
          <p:nvGrpSpPr>
            <p:cNvPr id="136" name="Group 179"/>
            <p:cNvGrpSpPr/>
            <p:nvPr/>
          </p:nvGrpSpPr>
          <p:grpSpPr>
            <a:xfrm>
              <a:off x="659295" y="3323584"/>
              <a:ext cx="305892" cy="782870"/>
              <a:chOff x="5054600" y="1678181"/>
              <a:chExt cx="187325" cy="479425"/>
            </a:xfrm>
            <a:solidFill>
              <a:schemeClr val="tx1">
                <a:lumMod val="50000"/>
                <a:lumOff val="50000"/>
              </a:schemeClr>
            </a:solidFill>
          </p:grpSpPr>
          <p:sp>
            <p:nvSpPr>
              <p:cNvPr id="138" name="Freeform 96"/>
              <p:cNvSpPr>
                <a:spLocks/>
              </p:cNvSpPr>
              <p:nvPr/>
            </p:nvSpPr>
            <p:spPr bwMode="auto">
              <a:xfrm>
                <a:off x="5054600" y="1759144"/>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139" name="Oval 97"/>
              <p:cNvSpPr>
                <a:spLocks noChangeArrowheads="1"/>
              </p:cNvSpPr>
              <p:nvPr/>
            </p:nvSpPr>
            <p:spPr bwMode="auto">
              <a:xfrm>
                <a:off x="5110163" y="1678181"/>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137" name="Text Placeholder 3"/>
            <p:cNvSpPr txBox="1">
              <a:spLocks/>
            </p:cNvSpPr>
            <p:nvPr/>
          </p:nvSpPr>
          <p:spPr>
            <a:xfrm>
              <a:off x="1009932" y="3773112"/>
              <a:ext cx="1428572" cy="33764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140" name="Group 80"/>
          <p:cNvGrpSpPr/>
          <p:nvPr/>
        </p:nvGrpSpPr>
        <p:grpSpPr>
          <a:xfrm>
            <a:off x="2590800" y="2856116"/>
            <a:ext cx="1738719" cy="734312"/>
            <a:chOff x="2551072" y="3271738"/>
            <a:chExt cx="1907462" cy="805574"/>
          </a:xfrm>
        </p:grpSpPr>
        <p:grpSp>
          <p:nvGrpSpPr>
            <p:cNvPr id="141" name="Group 184"/>
            <p:cNvGrpSpPr/>
            <p:nvPr/>
          </p:nvGrpSpPr>
          <p:grpSpPr>
            <a:xfrm>
              <a:off x="2551072" y="3271738"/>
              <a:ext cx="362111" cy="777397"/>
              <a:chOff x="6213475" y="1668463"/>
              <a:chExt cx="227013" cy="487362"/>
            </a:xfrm>
            <a:solidFill>
              <a:schemeClr val="tx1">
                <a:lumMod val="50000"/>
                <a:lumOff val="50000"/>
              </a:schemeClr>
            </a:solidFill>
          </p:grpSpPr>
          <p:sp>
            <p:nvSpPr>
              <p:cNvPr id="144"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14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142" name="Text Placeholder 3"/>
            <p:cNvSpPr txBox="1">
              <a:spLocks/>
            </p:cNvSpPr>
            <p:nvPr/>
          </p:nvSpPr>
          <p:spPr>
            <a:xfrm>
              <a:off x="2971909" y="3288630"/>
              <a:ext cx="650673" cy="47270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143" name="Text Placeholder 3"/>
            <p:cNvSpPr txBox="1">
              <a:spLocks/>
            </p:cNvSpPr>
            <p:nvPr/>
          </p:nvSpPr>
          <p:spPr>
            <a:xfrm>
              <a:off x="2913155" y="3739666"/>
              <a:ext cx="1545379" cy="33764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146" name="Group 394"/>
          <p:cNvGrpSpPr/>
          <p:nvPr/>
        </p:nvGrpSpPr>
        <p:grpSpPr>
          <a:xfrm>
            <a:off x="1034604" y="3849237"/>
            <a:ext cx="3994596" cy="276225"/>
            <a:chOff x="3724275" y="1396446"/>
            <a:chExt cx="2028825" cy="276225"/>
          </a:xfrm>
        </p:grpSpPr>
        <p:sp>
          <p:nvSpPr>
            <p:cNvPr id="147" name="Rounded Rectangle 146"/>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ounded Rectangle 147"/>
            <p:cNvSpPr/>
            <p:nvPr/>
          </p:nvSpPr>
          <p:spPr>
            <a:xfrm>
              <a:off x="3724275" y="1396446"/>
              <a:ext cx="1061290" cy="27622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149" name="Group 397"/>
          <p:cNvGrpSpPr/>
          <p:nvPr/>
        </p:nvGrpSpPr>
        <p:grpSpPr>
          <a:xfrm>
            <a:off x="1034604" y="4378716"/>
            <a:ext cx="3994596" cy="276225"/>
            <a:chOff x="3724275" y="1396446"/>
            <a:chExt cx="2028825" cy="276225"/>
          </a:xfrm>
        </p:grpSpPr>
        <p:sp>
          <p:nvSpPr>
            <p:cNvPr id="150" name="Rounded Rectangle 149"/>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ounded Rectangle 150"/>
            <p:cNvSpPr/>
            <p:nvPr/>
          </p:nvSpPr>
          <p:spPr>
            <a:xfrm>
              <a:off x="3724275" y="1396446"/>
              <a:ext cx="1216096" cy="27622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60%</a:t>
              </a:r>
            </a:p>
          </p:txBody>
        </p:sp>
      </p:grpSp>
      <p:grpSp>
        <p:nvGrpSpPr>
          <p:cNvPr id="152" name="Group 400"/>
          <p:cNvGrpSpPr/>
          <p:nvPr/>
        </p:nvGrpSpPr>
        <p:grpSpPr>
          <a:xfrm>
            <a:off x="1034604" y="4908195"/>
            <a:ext cx="3994596" cy="276225"/>
            <a:chOff x="3724275" y="1396446"/>
            <a:chExt cx="2028825" cy="276225"/>
          </a:xfrm>
        </p:grpSpPr>
        <p:sp>
          <p:nvSpPr>
            <p:cNvPr id="153" name="Rounded Rectangle 152"/>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ounded Rectangle 153"/>
            <p:cNvSpPr/>
            <p:nvPr/>
          </p:nvSpPr>
          <p:spPr>
            <a:xfrm>
              <a:off x="3724276" y="1396446"/>
              <a:ext cx="1409603" cy="27622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70%</a:t>
              </a:r>
            </a:p>
          </p:txBody>
        </p:sp>
      </p:grpSp>
      <p:grpSp>
        <p:nvGrpSpPr>
          <p:cNvPr id="155" name="Group 403"/>
          <p:cNvGrpSpPr/>
          <p:nvPr/>
        </p:nvGrpSpPr>
        <p:grpSpPr>
          <a:xfrm>
            <a:off x="1034604" y="5437674"/>
            <a:ext cx="3994596" cy="276225"/>
            <a:chOff x="3724275" y="1396446"/>
            <a:chExt cx="2028825" cy="276225"/>
          </a:xfrm>
        </p:grpSpPr>
        <p:sp>
          <p:nvSpPr>
            <p:cNvPr id="156" name="Rounded Rectangle 155"/>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ounded Rectangle 156"/>
            <p:cNvSpPr/>
            <p:nvPr/>
          </p:nvSpPr>
          <p:spPr>
            <a:xfrm>
              <a:off x="3724276" y="1396446"/>
              <a:ext cx="847825" cy="27622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40%</a:t>
              </a:r>
            </a:p>
          </p:txBody>
        </p:sp>
      </p:grpSp>
      <p:grpSp>
        <p:nvGrpSpPr>
          <p:cNvPr id="158" name="Group 412"/>
          <p:cNvGrpSpPr/>
          <p:nvPr/>
        </p:nvGrpSpPr>
        <p:grpSpPr>
          <a:xfrm>
            <a:off x="685800" y="3902711"/>
            <a:ext cx="282129" cy="1757714"/>
            <a:chOff x="3394521" y="1406024"/>
            <a:chExt cx="282129" cy="1757714"/>
          </a:xfrm>
        </p:grpSpPr>
        <p:sp>
          <p:nvSpPr>
            <p:cNvPr id="159" name="Text Placeholder 3"/>
            <p:cNvSpPr txBox="1">
              <a:spLocks/>
            </p:cNvSpPr>
            <p:nvPr/>
          </p:nvSpPr>
          <p:spPr>
            <a:xfrm>
              <a:off x="3394521" y="1406024"/>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2010</a:t>
              </a:r>
            </a:p>
          </p:txBody>
        </p:sp>
        <p:sp>
          <p:nvSpPr>
            <p:cNvPr id="160" name="Text Placeholder 3"/>
            <p:cNvSpPr txBox="1">
              <a:spLocks/>
            </p:cNvSpPr>
            <p:nvPr/>
          </p:nvSpPr>
          <p:spPr>
            <a:xfrm>
              <a:off x="3394521" y="1935503"/>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2011</a:t>
              </a:r>
            </a:p>
          </p:txBody>
        </p:sp>
        <p:sp>
          <p:nvSpPr>
            <p:cNvPr id="161" name="Text Placeholder 3"/>
            <p:cNvSpPr txBox="1">
              <a:spLocks/>
            </p:cNvSpPr>
            <p:nvPr/>
          </p:nvSpPr>
          <p:spPr>
            <a:xfrm>
              <a:off x="3394521" y="2464982"/>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2012</a:t>
              </a:r>
            </a:p>
          </p:txBody>
        </p:sp>
        <p:sp>
          <p:nvSpPr>
            <p:cNvPr id="162" name="Text Placeholder 3"/>
            <p:cNvSpPr txBox="1">
              <a:spLocks/>
            </p:cNvSpPr>
            <p:nvPr/>
          </p:nvSpPr>
          <p:spPr>
            <a:xfrm>
              <a:off x="3394521" y="2994461"/>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2013</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p:cTn id="7" dur="500" fill="hold"/>
                                        <p:tgtEl>
                                          <p:spTgt spid="77"/>
                                        </p:tgtEl>
                                        <p:attrNameLst>
                                          <p:attrName>ppt_w</p:attrName>
                                        </p:attrNameLst>
                                      </p:cBhvr>
                                      <p:tavLst>
                                        <p:tav tm="0">
                                          <p:val>
                                            <p:fltVal val="0"/>
                                          </p:val>
                                        </p:tav>
                                        <p:tav tm="100000">
                                          <p:val>
                                            <p:strVal val="#ppt_w"/>
                                          </p:val>
                                        </p:tav>
                                      </p:tavLst>
                                    </p:anim>
                                    <p:anim calcmode="lin" valueType="num">
                                      <p:cBhvr>
                                        <p:cTn id="8" dur="500" fill="hold"/>
                                        <p:tgtEl>
                                          <p:spTgt spid="77"/>
                                        </p:tgtEl>
                                        <p:attrNameLst>
                                          <p:attrName>ppt_h</p:attrName>
                                        </p:attrNameLst>
                                      </p:cBhvr>
                                      <p:tavLst>
                                        <p:tav tm="0">
                                          <p:val>
                                            <p:fltVal val="0"/>
                                          </p:val>
                                        </p:tav>
                                        <p:tav tm="100000">
                                          <p:val>
                                            <p:strVal val="#ppt_h"/>
                                          </p:val>
                                        </p:tav>
                                      </p:tavLst>
                                    </p:anim>
                                    <p:animEffect transition="in" filter="fade">
                                      <p:cBhvr>
                                        <p:cTn id="9" dur="500"/>
                                        <p:tgtEl>
                                          <p:spTgt spid="77"/>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99"/>
                                        </p:tgtEl>
                                        <p:attrNameLst>
                                          <p:attrName>style.visibility</p:attrName>
                                        </p:attrNameLst>
                                      </p:cBhvr>
                                      <p:to>
                                        <p:strVal val="visible"/>
                                      </p:to>
                                    </p:set>
                                    <p:anim calcmode="lin" valueType="num">
                                      <p:cBhvr additive="base">
                                        <p:cTn id="13" dur="500" fill="hold"/>
                                        <p:tgtEl>
                                          <p:spTgt spid="99"/>
                                        </p:tgtEl>
                                        <p:attrNameLst>
                                          <p:attrName>ppt_x</p:attrName>
                                        </p:attrNameLst>
                                      </p:cBhvr>
                                      <p:tavLst>
                                        <p:tav tm="0">
                                          <p:val>
                                            <p:strVal val="#ppt_x"/>
                                          </p:val>
                                        </p:tav>
                                        <p:tav tm="100000">
                                          <p:val>
                                            <p:strVal val="#ppt_x"/>
                                          </p:val>
                                        </p:tav>
                                      </p:tavLst>
                                    </p:anim>
                                    <p:anim calcmode="lin" valueType="num">
                                      <p:cBhvr additive="base">
                                        <p:cTn id="14" dur="500" fill="hold"/>
                                        <p:tgtEl>
                                          <p:spTgt spid="99"/>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90"/>
                                        </p:tgtEl>
                                        <p:attrNameLst>
                                          <p:attrName>style.visibility</p:attrName>
                                        </p:attrNameLst>
                                      </p:cBhvr>
                                      <p:to>
                                        <p:strVal val="visible"/>
                                      </p:to>
                                    </p:set>
                                    <p:anim calcmode="lin" valueType="num">
                                      <p:cBhvr additive="base">
                                        <p:cTn id="18" dur="500" fill="hold"/>
                                        <p:tgtEl>
                                          <p:spTgt spid="90"/>
                                        </p:tgtEl>
                                        <p:attrNameLst>
                                          <p:attrName>ppt_x</p:attrName>
                                        </p:attrNameLst>
                                      </p:cBhvr>
                                      <p:tavLst>
                                        <p:tav tm="0">
                                          <p:val>
                                            <p:strVal val="#ppt_x"/>
                                          </p:val>
                                        </p:tav>
                                        <p:tav tm="100000">
                                          <p:val>
                                            <p:strVal val="#ppt_x"/>
                                          </p:val>
                                        </p:tav>
                                      </p:tavLst>
                                    </p:anim>
                                    <p:anim calcmode="lin" valueType="num">
                                      <p:cBhvr additive="base">
                                        <p:cTn id="19" dur="500" fill="hold"/>
                                        <p:tgtEl>
                                          <p:spTgt spid="90"/>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93"/>
                                        </p:tgtEl>
                                        <p:attrNameLst>
                                          <p:attrName>style.visibility</p:attrName>
                                        </p:attrNameLst>
                                      </p:cBhvr>
                                      <p:to>
                                        <p:strVal val="visible"/>
                                      </p:to>
                                    </p:set>
                                    <p:anim calcmode="lin" valueType="num">
                                      <p:cBhvr additive="base">
                                        <p:cTn id="23" dur="500" fill="hold"/>
                                        <p:tgtEl>
                                          <p:spTgt spid="93"/>
                                        </p:tgtEl>
                                        <p:attrNameLst>
                                          <p:attrName>ppt_x</p:attrName>
                                        </p:attrNameLst>
                                      </p:cBhvr>
                                      <p:tavLst>
                                        <p:tav tm="0">
                                          <p:val>
                                            <p:strVal val="#ppt_x"/>
                                          </p:val>
                                        </p:tav>
                                        <p:tav tm="100000">
                                          <p:val>
                                            <p:strVal val="#ppt_x"/>
                                          </p:val>
                                        </p:tav>
                                      </p:tavLst>
                                    </p:anim>
                                    <p:anim calcmode="lin" valueType="num">
                                      <p:cBhvr additive="base">
                                        <p:cTn id="24" dur="500" fill="hold"/>
                                        <p:tgtEl>
                                          <p:spTgt spid="93"/>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96"/>
                                        </p:tgtEl>
                                        <p:attrNameLst>
                                          <p:attrName>style.visibility</p:attrName>
                                        </p:attrNameLst>
                                      </p:cBhvr>
                                      <p:to>
                                        <p:strVal val="visible"/>
                                      </p:to>
                                    </p:set>
                                    <p:anim calcmode="lin" valueType="num">
                                      <p:cBhvr additive="base">
                                        <p:cTn id="28" dur="500" fill="hold"/>
                                        <p:tgtEl>
                                          <p:spTgt spid="96"/>
                                        </p:tgtEl>
                                        <p:attrNameLst>
                                          <p:attrName>ppt_x</p:attrName>
                                        </p:attrNameLst>
                                      </p:cBhvr>
                                      <p:tavLst>
                                        <p:tav tm="0">
                                          <p:val>
                                            <p:strVal val="#ppt_x"/>
                                          </p:val>
                                        </p:tav>
                                        <p:tav tm="100000">
                                          <p:val>
                                            <p:strVal val="#ppt_x"/>
                                          </p:val>
                                        </p:tav>
                                      </p:tavLst>
                                    </p:anim>
                                    <p:anim calcmode="lin" valueType="num">
                                      <p:cBhvr additive="base">
                                        <p:cTn id="29" dur="500" fill="hold"/>
                                        <p:tgtEl>
                                          <p:spTgt spid="96"/>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102"/>
                                        </p:tgtEl>
                                        <p:attrNameLst>
                                          <p:attrName>style.visibility</p:attrName>
                                        </p:attrNameLst>
                                      </p:cBhvr>
                                      <p:to>
                                        <p:strVal val="visible"/>
                                      </p:to>
                                    </p:set>
                                    <p:anim calcmode="lin" valueType="num">
                                      <p:cBhvr additive="base">
                                        <p:cTn id="33" dur="500" fill="hold"/>
                                        <p:tgtEl>
                                          <p:spTgt spid="102"/>
                                        </p:tgtEl>
                                        <p:attrNameLst>
                                          <p:attrName>ppt_x</p:attrName>
                                        </p:attrNameLst>
                                      </p:cBhvr>
                                      <p:tavLst>
                                        <p:tav tm="0">
                                          <p:val>
                                            <p:strVal val="#ppt_x"/>
                                          </p:val>
                                        </p:tav>
                                        <p:tav tm="100000">
                                          <p:val>
                                            <p:strVal val="#ppt_x"/>
                                          </p:val>
                                        </p:tav>
                                      </p:tavLst>
                                    </p:anim>
                                    <p:anim calcmode="lin" valueType="num">
                                      <p:cBhvr additive="base">
                                        <p:cTn id="34" dur="500" fill="hold"/>
                                        <p:tgtEl>
                                          <p:spTgt spid="102"/>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105"/>
                                        </p:tgtEl>
                                        <p:attrNameLst>
                                          <p:attrName>style.visibility</p:attrName>
                                        </p:attrNameLst>
                                      </p:cBhvr>
                                      <p:to>
                                        <p:strVal val="visible"/>
                                      </p:to>
                                    </p:set>
                                    <p:anim calcmode="lin" valueType="num">
                                      <p:cBhvr additive="base">
                                        <p:cTn id="38" dur="500" fill="hold"/>
                                        <p:tgtEl>
                                          <p:spTgt spid="105"/>
                                        </p:tgtEl>
                                        <p:attrNameLst>
                                          <p:attrName>ppt_x</p:attrName>
                                        </p:attrNameLst>
                                      </p:cBhvr>
                                      <p:tavLst>
                                        <p:tav tm="0">
                                          <p:val>
                                            <p:strVal val="#ppt_x"/>
                                          </p:val>
                                        </p:tav>
                                        <p:tav tm="100000">
                                          <p:val>
                                            <p:strVal val="#ppt_x"/>
                                          </p:val>
                                        </p:tav>
                                      </p:tavLst>
                                    </p:anim>
                                    <p:anim calcmode="lin" valueType="num">
                                      <p:cBhvr additive="base">
                                        <p:cTn id="39" dur="500" fill="hold"/>
                                        <p:tgtEl>
                                          <p:spTgt spid="105"/>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 presetClass="entr" presetSubtype="1" accel="50000" decel="50000" fill="hold" nodeType="afterEffect">
                                  <p:stCondLst>
                                    <p:cond delay="0"/>
                                  </p:stCondLst>
                                  <p:childTnLst>
                                    <p:set>
                                      <p:cBhvr>
                                        <p:cTn id="42" dur="1" fill="hold">
                                          <p:stCondLst>
                                            <p:cond delay="0"/>
                                          </p:stCondLst>
                                        </p:cTn>
                                        <p:tgtEl>
                                          <p:spTgt spid="108"/>
                                        </p:tgtEl>
                                        <p:attrNameLst>
                                          <p:attrName>style.visibility</p:attrName>
                                        </p:attrNameLst>
                                      </p:cBhvr>
                                      <p:to>
                                        <p:strVal val="visible"/>
                                      </p:to>
                                    </p:set>
                                    <p:anim calcmode="lin" valueType="num">
                                      <p:cBhvr additive="base">
                                        <p:cTn id="43" dur="500" fill="hold"/>
                                        <p:tgtEl>
                                          <p:spTgt spid="108"/>
                                        </p:tgtEl>
                                        <p:attrNameLst>
                                          <p:attrName>ppt_x</p:attrName>
                                        </p:attrNameLst>
                                      </p:cBhvr>
                                      <p:tavLst>
                                        <p:tav tm="0">
                                          <p:val>
                                            <p:strVal val="#ppt_x"/>
                                          </p:val>
                                        </p:tav>
                                        <p:tav tm="100000">
                                          <p:val>
                                            <p:strVal val="#ppt_x"/>
                                          </p:val>
                                        </p:tav>
                                      </p:tavLst>
                                    </p:anim>
                                    <p:anim calcmode="lin" valueType="num">
                                      <p:cBhvr additive="base">
                                        <p:cTn id="44" dur="500" fill="hold"/>
                                        <p:tgtEl>
                                          <p:spTgt spid="108"/>
                                        </p:tgtEl>
                                        <p:attrNameLst>
                                          <p:attrName>ppt_y</p:attrName>
                                        </p:attrNameLst>
                                      </p:cBhvr>
                                      <p:tavLst>
                                        <p:tav tm="0">
                                          <p:val>
                                            <p:strVal val="0-#ppt_h/2"/>
                                          </p:val>
                                        </p:tav>
                                        <p:tav tm="100000">
                                          <p:val>
                                            <p:strVal val="#ppt_y"/>
                                          </p:val>
                                        </p:tav>
                                      </p:tavLst>
                                    </p:anim>
                                  </p:childTnLst>
                                </p:cTn>
                              </p:par>
                            </p:childTnLst>
                          </p:cTn>
                        </p:par>
                        <p:par>
                          <p:cTn id="45" fill="hold">
                            <p:stCondLst>
                              <p:cond delay="4000"/>
                            </p:stCondLst>
                            <p:childTnLst>
                              <p:par>
                                <p:cTn id="46" presetID="2" presetClass="entr" presetSubtype="1" accel="50000" decel="50000" fill="hold" nodeType="afterEffect">
                                  <p:stCondLst>
                                    <p:cond delay="0"/>
                                  </p:stCondLst>
                                  <p:childTnLst>
                                    <p:set>
                                      <p:cBhvr>
                                        <p:cTn id="47" dur="1" fill="hold">
                                          <p:stCondLst>
                                            <p:cond delay="0"/>
                                          </p:stCondLst>
                                        </p:cTn>
                                        <p:tgtEl>
                                          <p:spTgt spid="111"/>
                                        </p:tgtEl>
                                        <p:attrNameLst>
                                          <p:attrName>style.visibility</p:attrName>
                                        </p:attrNameLst>
                                      </p:cBhvr>
                                      <p:to>
                                        <p:strVal val="visible"/>
                                      </p:to>
                                    </p:set>
                                    <p:anim calcmode="lin" valueType="num">
                                      <p:cBhvr additive="base">
                                        <p:cTn id="48" dur="500" fill="hold"/>
                                        <p:tgtEl>
                                          <p:spTgt spid="111"/>
                                        </p:tgtEl>
                                        <p:attrNameLst>
                                          <p:attrName>ppt_x</p:attrName>
                                        </p:attrNameLst>
                                      </p:cBhvr>
                                      <p:tavLst>
                                        <p:tav tm="0">
                                          <p:val>
                                            <p:strVal val="#ppt_x"/>
                                          </p:val>
                                        </p:tav>
                                        <p:tav tm="100000">
                                          <p:val>
                                            <p:strVal val="#ppt_x"/>
                                          </p:val>
                                        </p:tav>
                                      </p:tavLst>
                                    </p:anim>
                                    <p:anim calcmode="lin" valueType="num">
                                      <p:cBhvr additive="base">
                                        <p:cTn id="49" dur="500" fill="hold"/>
                                        <p:tgtEl>
                                          <p:spTgt spid="111"/>
                                        </p:tgtEl>
                                        <p:attrNameLst>
                                          <p:attrName>ppt_y</p:attrName>
                                        </p:attrNameLst>
                                      </p:cBhvr>
                                      <p:tavLst>
                                        <p:tav tm="0">
                                          <p:val>
                                            <p:strVal val="0-#ppt_h/2"/>
                                          </p:val>
                                        </p:tav>
                                        <p:tav tm="100000">
                                          <p:val>
                                            <p:strVal val="#ppt_y"/>
                                          </p:val>
                                        </p:tav>
                                      </p:tavLst>
                                    </p:anim>
                                  </p:childTnLst>
                                </p:cTn>
                              </p:par>
                            </p:childTnLst>
                          </p:cTn>
                        </p:par>
                        <p:par>
                          <p:cTn id="50" fill="hold">
                            <p:stCondLst>
                              <p:cond delay="4500"/>
                            </p:stCondLst>
                            <p:childTnLst>
                              <p:par>
                                <p:cTn id="51" presetID="2" presetClass="entr" presetSubtype="1" accel="50000" decel="50000" fill="hold" nodeType="afterEffect">
                                  <p:stCondLst>
                                    <p:cond delay="0"/>
                                  </p:stCondLst>
                                  <p:childTnLst>
                                    <p:set>
                                      <p:cBhvr>
                                        <p:cTn id="52" dur="1" fill="hold">
                                          <p:stCondLst>
                                            <p:cond delay="0"/>
                                          </p:stCondLst>
                                        </p:cTn>
                                        <p:tgtEl>
                                          <p:spTgt spid="114"/>
                                        </p:tgtEl>
                                        <p:attrNameLst>
                                          <p:attrName>style.visibility</p:attrName>
                                        </p:attrNameLst>
                                      </p:cBhvr>
                                      <p:to>
                                        <p:strVal val="visible"/>
                                      </p:to>
                                    </p:set>
                                    <p:anim calcmode="lin" valueType="num">
                                      <p:cBhvr additive="base">
                                        <p:cTn id="53" dur="500" fill="hold"/>
                                        <p:tgtEl>
                                          <p:spTgt spid="114"/>
                                        </p:tgtEl>
                                        <p:attrNameLst>
                                          <p:attrName>ppt_x</p:attrName>
                                        </p:attrNameLst>
                                      </p:cBhvr>
                                      <p:tavLst>
                                        <p:tav tm="0">
                                          <p:val>
                                            <p:strVal val="#ppt_x"/>
                                          </p:val>
                                        </p:tav>
                                        <p:tav tm="100000">
                                          <p:val>
                                            <p:strVal val="#ppt_x"/>
                                          </p:val>
                                        </p:tav>
                                      </p:tavLst>
                                    </p:anim>
                                    <p:anim calcmode="lin" valueType="num">
                                      <p:cBhvr additive="base">
                                        <p:cTn id="54" dur="500" fill="hold"/>
                                        <p:tgtEl>
                                          <p:spTgt spid="114"/>
                                        </p:tgtEl>
                                        <p:attrNameLst>
                                          <p:attrName>ppt_y</p:attrName>
                                        </p:attrNameLst>
                                      </p:cBhvr>
                                      <p:tavLst>
                                        <p:tav tm="0">
                                          <p:val>
                                            <p:strVal val="0-#ppt_h/2"/>
                                          </p:val>
                                        </p:tav>
                                        <p:tav tm="100000">
                                          <p:val>
                                            <p:strVal val="#ppt_y"/>
                                          </p:val>
                                        </p:tav>
                                      </p:tavLst>
                                    </p:anim>
                                  </p:childTnLst>
                                </p:cTn>
                              </p:par>
                            </p:childTnLst>
                          </p:cTn>
                        </p:par>
                        <p:par>
                          <p:cTn id="55" fill="hold">
                            <p:stCondLst>
                              <p:cond delay="5000"/>
                            </p:stCondLst>
                            <p:childTnLst>
                              <p:par>
                                <p:cTn id="56" presetID="2" presetClass="entr" presetSubtype="1" accel="50000" decel="50000" fill="hold" nodeType="afterEffect">
                                  <p:stCondLst>
                                    <p:cond delay="0"/>
                                  </p:stCondLst>
                                  <p:childTnLst>
                                    <p:set>
                                      <p:cBhvr>
                                        <p:cTn id="57" dur="1" fill="hold">
                                          <p:stCondLst>
                                            <p:cond delay="0"/>
                                          </p:stCondLst>
                                        </p:cTn>
                                        <p:tgtEl>
                                          <p:spTgt spid="130"/>
                                        </p:tgtEl>
                                        <p:attrNameLst>
                                          <p:attrName>style.visibility</p:attrName>
                                        </p:attrNameLst>
                                      </p:cBhvr>
                                      <p:to>
                                        <p:strVal val="visible"/>
                                      </p:to>
                                    </p:set>
                                    <p:anim calcmode="lin" valueType="num">
                                      <p:cBhvr additive="base">
                                        <p:cTn id="58" dur="500" fill="hold"/>
                                        <p:tgtEl>
                                          <p:spTgt spid="130"/>
                                        </p:tgtEl>
                                        <p:attrNameLst>
                                          <p:attrName>ppt_x</p:attrName>
                                        </p:attrNameLst>
                                      </p:cBhvr>
                                      <p:tavLst>
                                        <p:tav tm="0">
                                          <p:val>
                                            <p:strVal val="#ppt_x"/>
                                          </p:val>
                                        </p:tav>
                                        <p:tav tm="100000">
                                          <p:val>
                                            <p:strVal val="#ppt_x"/>
                                          </p:val>
                                        </p:tav>
                                      </p:tavLst>
                                    </p:anim>
                                    <p:anim calcmode="lin" valueType="num">
                                      <p:cBhvr additive="base">
                                        <p:cTn id="59" dur="500" fill="hold"/>
                                        <p:tgtEl>
                                          <p:spTgt spid="130"/>
                                        </p:tgtEl>
                                        <p:attrNameLst>
                                          <p:attrName>ppt_y</p:attrName>
                                        </p:attrNameLst>
                                      </p:cBhvr>
                                      <p:tavLst>
                                        <p:tav tm="0">
                                          <p:val>
                                            <p:strVal val="0-#ppt_h/2"/>
                                          </p:val>
                                        </p:tav>
                                        <p:tav tm="100000">
                                          <p:val>
                                            <p:strVal val="#ppt_y"/>
                                          </p:val>
                                        </p:tav>
                                      </p:tavLst>
                                    </p:anim>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133"/>
                                        </p:tgtEl>
                                        <p:attrNameLst>
                                          <p:attrName>style.visibility</p:attrName>
                                        </p:attrNameLst>
                                      </p:cBhvr>
                                      <p:to>
                                        <p:strVal val="visible"/>
                                      </p:to>
                                    </p:set>
                                    <p:animEffect transition="in" filter="wipe(left)">
                                      <p:cBhvr>
                                        <p:cTn id="63" dur="500"/>
                                        <p:tgtEl>
                                          <p:spTgt spid="133"/>
                                        </p:tgtEl>
                                      </p:cBhvr>
                                    </p:animEffect>
                                  </p:childTnLst>
                                </p:cTn>
                              </p:par>
                            </p:childTnLst>
                          </p:cTn>
                        </p:par>
                        <p:par>
                          <p:cTn id="64" fill="hold">
                            <p:stCondLst>
                              <p:cond delay="6000"/>
                            </p:stCondLst>
                            <p:childTnLst>
                              <p:par>
                                <p:cTn id="65" presetID="12" presetClass="entr" presetSubtype="4" fill="hold" nodeType="afterEffect">
                                  <p:stCondLst>
                                    <p:cond delay="0"/>
                                  </p:stCondLst>
                                  <p:childTnLst>
                                    <p:set>
                                      <p:cBhvr>
                                        <p:cTn id="66" dur="1" fill="hold">
                                          <p:stCondLst>
                                            <p:cond delay="0"/>
                                          </p:stCondLst>
                                        </p:cTn>
                                        <p:tgtEl>
                                          <p:spTgt spid="134"/>
                                        </p:tgtEl>
                                        <p:attrNameLst>
                                          <p:attrName>style.visibility</p:attrName>
                                        </p:attrNameLst>
                                      </p:cBhvr>
                                      <p:to>
                                        <p:strVal val="visible"/>
                                      </p:to>
                                    </p:set>
                                    <p:animEffect transition="in" filter="slide(fromBottom)">
                                      <p:cBhvr>
                                        <p:cTn id="67" dur="500"/>
                                        <p:tgtEl>
                                          <p:spTgt spid="134"/>
                                        </p:tgtEl>
                                      </p:cBhvr>
                                    </p:animEffect>
                                  </p:childTnLst>
                                </p:cTn>
                              </p:par>
                            </p:childTnLst>
                          </p:cTn>
                        </p:par>
                        <p:par>
                          <p:cTn id="68" fill="hold">
                            <p:stCondLst>
                              <p:cond delay="6500"/>
                            </p:stCondLst>
                            <p:childTnLst>
                              <p:par>
                                <p:cTn id="69" presetID="12" presetClass="entr" presetSubtype="4" fill="hold" nodeType="afterEffect">
                                  <p:stCondLst>
                                    <p:cond delay="0"/>
                                  </p:stCondLst>
                                  <p:childTnLst>
                                    <p:set>
                                      <p:cBhvr>
                                        <p:cTn id="70" dur="1" fill="hold">
                                          <p:stCondLst>
                                            <p:cond delay="0"/>
                                          </p:stCondLst>
                                        </p:cTn>
                                        <p:tgtEl>
                                          <p:spTgt spid="140"/>
                                        </p:tgtEl>
                                        <p:attrNameLst>
                                          <p:attrName>style.visibility</p:attrName>
                                        </p:attrNameLst>
                                      </p:cBhvr>
                                      <p:to>
                                        <p:strVal val="visible"/>
                                      </p:to>
                                    </p:set>
                                    <p:animEffect transition="in" filter="slide(fromBottom)">
                                      <p:cBhvr>
                                        <p:cTn id="71" dur="500"/>
                                        <p:tgtEl>
                                          <p:spTgt spid="140"/>
                                        </p:tgtEl>
                                      </p:cBhvr>
                                    </p:animEffect>
                                  </p:childTnLst>
                                </p:cTn>
                              </p:par>
                            </p:childTnLst>
                          </p:cTn>
                        </p:par>
                        <p:par>
                          <p:cTn id="72" fill="hold">
                            <p:stCondLst>
                              <p:cond delay="7000"/>
                            </p:stCondLst>
                            <p:childTnLst>
                              <p:par>
                                <p:cTn id="73" presetID="22" presetClass="entr" presetSubtype="8" fill="hold" nodeType="afterEffect">
                                  <p:stCondLst>
                                    <p:cond delay="0"/>
                                  </p:stCondLst>
                                  <p:childTnLst>
                                    <p:set>
                                      <p:cBhvr>
                                        <p:cTn id="74" dur="1" fill="hold">
                                          <p:stCondLst>
                                            <p:cond delay="0"/>
                                          </p:stCondLst>
                                        </p:cTn>
                                        <p:tgtEl>
                                          <p:spTgt spid="158"/>
                                        </p:tgtEl>
                                        <p:attrNameLst>
                                          <p:attrName>style.visibility</p:attrName>
                                        </p:attrNameLst>
                                      </p:cBhvr>
                                      <p:to>
                                        <p:strVal val="visible"/>
                                      </p:to>
                                    </p:set>
                                    <p:animEffect transition="in" filter="wipe(left)">
                                      <p:cBhvr>
                                        <p:cTn id="75" dur="500"/>
                                        <p:tgtEl>
                                          <p:spTgt spid="158"/>
                                        </p:tgtEl>
                                      </p:cBhvr>
                                    </p:animEffect>
                                  </p:childTnLst>
                                </p:cTn>
                              </p:par>
                            </p:childTnLst>
                          </p:cTn>
                        </p:par>
                        <p:par>
                          <p:cTn id="76" fill="hold">
                            <p:stCondLst>
                              <p:cond delay="7500"/>
                            </p:stCondLst>
                            <p:childTnLst>
                              <p:par>
                                <p:cTn id="77" presetID="22" presetClass="entr" presetSubtype="8" fill="hold" nodeType="afterEffect">
                                  <p:stCondLst>
                                    <p:cond delay="0"/>
                                  </p:stCondLst>
                                  <p:childTnLst>
                                    <p:set>
                                      <p:cBhvr>
                                        <p:cTn id="78" dur="1" fill="hold">
                                          <p:stCondLst>
                                            <p:cond delay="0"/>
                                          </p:stCondLst>
                                        </p:cTn>
                                        <p:tgtEl>
                                          <p:spTgt spid="146"/>
                                        </p:tgtEl>
                                        <p:attrNameLst>
                                          <p:attrName>style.visibility</p:attrName>
                                        </p:attrNameLst>
                                      </p:cBhvr>
                                      <p:to>
                                        <p:strVal val="visible"/>
                                      </p:to>
                                    </p:set>
                                    <p:animEffect transition="in" filter="wipe(left)">
                                      <p:cBhvr>
                                        <p:cTn id="79" dur="500"/>
                                        <p:tgtEl>
                                          <p:spTgt spid="146"/>
                                        </p:tgtEl>
                                      </p:cBhvr>
                                    </p:animEffect>
                                  </p:childTnLst>
                                </p:cTn>
                              </p:par>
                            </p:childTnLst>
                          </p:cTn>
                        </p:par>
                        <p:par>
                          <p:cTn id="80" fill="hold">
                            <p:stCondLst>
                              <p:cond delay="8000"/>
                            </p:stCondLst>
                            <p:childTnLst>
                              <p:par>
                                <p:cTn id="81" presetID="22" presetClass="entr" presetSubtype="8" fill="hold" nodeType="afterEffect">
                                  <p:stCondLst>
                                    <p:cond delay="0"/>
                                  </p:stCondLst>
                                  <p:childTnLst>
                                    <p:set>
                                      <p:cBhvr>
                                        <p:cTn id="82" dur="1" fill="hold">
                                          <p:stCondLst>
                                            <p:cond delay="0"/>
                                          </p:stCondLst>
                                        </p:cTn>
                                        <p:tgtEl>
                                          <p:spTgt spid="149"/>
                                        </p:tgtEl>
                                        <p:attrNameLst>
                                          <p:attrName>style.visibility</p:attrName>
                                        </p:attrNameLst>
                                      </p:cBhvr>
                                      <p:to>
                                        <p:strVal val="visible"/>
                                      </p:to>
                                    </p:set>
                                    <p:animEffect transition="in" filter="wipe(left)">
                                      <p:cBhvr>
                                        <p:cTn id="83" dur="500"/>
                                        <p:tgtEl>
                                          <p:spTgt spid="149"/>
                                        </p:tgtEl>
                                      </p:cBhvr>
                                    </p:animEffect>
                                  </p:childTnLst>
                                </p:cTn>
                              </p:par>
                            </p:childTnLst>
                          </p:cTn>
                        </p:par>
                        <p:par>
                          <p:cTn id="84" fill="hold">
                            <p:stCondLst>
                              <p:cond delay="8500"/>
                            </p:stCondLst>
                            <p:childTnLst>
                              <p:par>
                                <p:cTn id="85" presetID="22" presetClass="entr" presetSubtype="8" fill="hold" nodeType="afterEffect">
                                  <p:stCondLst>
                                    <p:cond delay="0"/>
                                  </p:stCondLst>
                                  <p:childTnLst>
                                    <p:set>
                                      <p:cBhvr>
                                        <p:cTn id="86" dur="1" fill="hold">
                                          <p:stCondLst>
                                            <p:cond delay="0"/>
                                          </p:stCondLst>
                                        </p:cTn>
                                        <p:tgtEl>
                                          <p:spTgt spid="152"/>
                                        </p:tgtEl>
                                        <p:attrNameLst>
                                          <p:attrName>style.visibility</p:attrName>
                                        </p:attrNameLst>
                                      </p:cBhvr>
                                      <p:to>
                                        <p:strVal val="visible"/>
                                      </p:to>
                                    </p:set>
                                    <p:animEffect transition="in" filter="wipe(left)">
                                      <p:cBhvr>
                                        <p:cTn id="87" dur="500"/>
                                        <p:tgtEl>
                                          <p:spTgt spid="152"/>
                                        </p:tgtEl>
                                      </p:cBhvr>
                                    </p:animEffect>
                                  </p:childTnLst>
                                </p:cTn>
                              </p:par>
                            </p:childTnLst>
                          </p:cTn>
                        </p:par>
                        <p:par>
                          <p:cTn id="88" fill="hold">
                            <p:stCondLst>
                              <p:cond delay="9000"/>
                            </p:stCondLst>
                            <p:childTnLst>
                              <p:par>
                                <p:cTn id="89" presetID="22" presetClass="entr" presetSubtype="8" fill="hold" nodeType="afterEffect">
                                  <p:stCondLst>
                                    <p:cond delay="0"/>
                                  </p:stCondLst>
                                  <p:childTnLst>
                                    <p:set>
                                      <p:cBhvr>
                                        <p:cTn id="90" dur="1" fill="hold">
                                          <p:stCondLst>
                                            <p:cond delay="0"/>
                                          </p:stCondLst>
                                        </p:cTn>
                                        <p:tgtEl>
                                          <p:spTgt spid="155"/>
                                        </p:tgtEl>
                                        <p:attrNameLst>
                                          <p:attrName>style.visibility</p:attrName>
                                        </p:attrNameLst>
                                      </p:cBhvr>
                                      <p:to>
                                        <p:strVal val="visible"/>
                                      </p:to>
                                    </p:set>
                                    <p:animEffect transition="in" filter="wipe(left)">
                                      <p:cBhvr>
                                        <p:cTn id="91" dur="5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Denmark Map Slide</a:t>
            </a:r>
            <a:endParaRPr lang="en-US" dirty="0"/>
          </a:p>
        </p:txBody>
      </p:sp>
      <p:sp>
        <p:nvSpPr>
          <p:cNvPr id="4" name="Text Placeholder 3"/>
          <p:cNvSpPr>
            <a:spLocks noGrp="1"/>
          </p:cNvSpPr>
          <p:nvPr>
            <p:ph type="body" sz="half" idx="2"/>
          </p:nvPr>
        </p:nvSpPr>
        <p:spPr>
          <a:xfrm>
            <a:off x="2514600" y="1247775"/>
            <a:ext cx="4114800" cy="200025"/>
          </a:xfrm>
        </p:spPr>
        <p:txBody>
          <a:bodyPr/>
          <a:lstStyle/>
          <a:p>
            <a:r>
              <a:rPr lang="en-US"/>
              <a:t>Denmark Map Slide</a:t>
            </a:r>
            <a:endParaRPr lang="en-US" dirty="0"/>
          </a:p>
        </p:txBody>
      </p:sp>
      <p:grpSp>
        <p:nvGrpSpPr>
          <p:cNvPr id="206" name="Group 205"/>
          <p:cNvGrpSpPr/>
          <p:nvPr/>
        </p:nvGrpSpPr>
        <p:grpSpPr>
          <a:xfrm>
            <a:off x="992033" y="1981200"/>
            <a:ext cx="3017992" cy="3669602"/>
            <a:chOff x="5160963" y="576263"/>
            <a:chExt cx="2933701" cy="3567113"/>
          </a:xfrm>
          <a:solidFill>
            <a:schemeClr val="bg1">
              <a:lumMod val="85000"/>
            </a:schemeClr>
          </a:solidFill>
        </p:grpSpPr>
        <p:sp>
          <p:nvSpPr>
            <p:cNvPr id="207" name="Freeform 5"/>
            <p:cNvSpPr>
              <a:spLocks/>
            </p:cNvSpPr>
            <p:nvPr/>
          </p:nvSpPr>
          <p:spPr bwMode="auto">
            <a:xfrm>
              <a:off x="6484938" y="3694113"/>
              <a:ext cx="211138" cy="179388"/>
            </a:xfrm>
            <a:custGeom>
              <a:avLst/>
              <a:gdLst/>
              <a:ahLst/>
              <a:cxnLst>
                <a:cxn ang="0">
                  <a:pos x="78" y="107"/>
                </a:cxn>
                <a:cxn ang="0">
                  <a:pos x="69" y="97"/>
                </a:cxn>
                <a:cxn ang="0">
                  <a:pos x="58" y="87"/>
                </a:cxn>
                <a:cxn ang="0">
                  <a:pos x="49" y="73"/>
                </a:cxn>
                <a:cxn ang="0">
                  <a:pos x="37" y="60"/>
                </a:cxn>
                <a:cxn ang="0">
                  <a:pos x="26" y="51"/>
                </a:cxn>
                <a:cxn ang="0">
                  <a:pos x="18" y="32"/>
                </a:cxn>
                <a:cxn ang="0">
                  <a:pos x="8" y="19"/>
                </a:cxn>
                <a:cxn ang="0">
                  <a:pos x="0" y="9"/>
                </a:cxn>
                <a:cxn ang="0">
                  <a:pos x="4" y="1"/>
                </a:cxn>
                <a:cxn ang="0">
                  <a:pos x="8" y="2"/>
                </a:cxn>
                <a:cxn ang="0">
                  <a:pos x="11" y="9"/>
                </a:cxn>
                <a:cxn ang="0">
                  <a:pos x="21" y="17"/>
                </a:cxn>
                <a:cxn ang="0">
                  <a:pos x="36" y="25"/>
                </a:cxn>
                <a:cxn ang="0">
                  <a:pos x="46" y="33"/>
                </a:cxn>
                <a:cxn ang="0">
                  <a:pos x="53" y="40"/>
                </a:cxn>
                <a:cxn ang="0">
                  <a:pos x="60" y="54"/>
                </a:cxn>
                <a:cxn ang="0">
                  <a:pos x="67" y="63"/>
                </a:cxn>
                <a:cxn ang="0">
                  <a:pos x="78" y="70"/>
                </a:cxn>
                <a:cxn ang="0">
                  <a:pos x="72" y="61"/>
                </a:cxn>
                <a:cxn ang="0">
                  <a:pos x="74" y="55"/>
                </a:cxn>
                <a:cxn ang="0">
                  <a:pos x="85" y="60"/>
                </a:cxn>
                <a:cxn ang="0">
                  <a:pos x="88" y="71"/>
                </a:cxn>
                <a:cxn ang="0">
                  <a:pos x="93" y="79"/>
                </a:cxn>
                <a:cxn ang="0">
                  <a:pos x="101" y="86"/>
                </a:cxn>
                <a:cxn ang="0">
                  <a:pos x="103" y="81"/>
                </a:cxn>
                <a:cxn ang="0">
                  <a:pos x="101" y="74"/>
                </a:cxn>
                <a:cxn ang="0">
                  <a:pos x="110" y="76"/>
                </a:cxn>
                <a:cxn ang="0">
                  <a:pos x="118" y="78"/>
                </a:cxn>
                <a:cxn ang="0">
                  <a:pos x="126" y="81"/>
                </a:cxn>
                <a:cxn ang="0">
                  <a:pos x="127" y="87"/>
                </a:cxn>
                <a:cxn ang="0">
                  <a:pos x="133" y="88"/>
                </a:cxn>
                <a:cxn ang="0">
                  <a:pos x="130" y="93"/>
                </a:cxn>
                <a:cxn ang="0">
                  <a:pos x="117" y="94"/>
                </a:cxn>
                <a:cxn ang="0">
                  <a:pos x="98" y="96"/>
                </a:cxn>
                <a:cxn ang="0">
                  <a:pos x="91" y="106"/>
                </a:cxn>
                <a:cxn ang="0">
                  <a:pos x="87" y="114"/>
                </a:cxn>
              </a:cxnLst>
              <a:rect l="0" t="0" r="r" b="b"/>
              <a:pathLst>
                <a:path w="134" h="114">
                  <a:moveTo>
                    <a:pt x="84" y="114"/>
                  </a:moveTo>
                  <a:cubicBezTo>
                    <a:pt x="82" y="113"/>
                    <a:pt x="79" y="109"/>
                    <a:pt x="78" y="107"/>
                  </a:cubicBezTo>
                  <a:cubicBezTo>
                    <a:pt x="77" y="106"/>
                    <a:pt x="75" y="103"/>
                    <a:pt x="74" y="102"/>
                  </a:cubicBezTo>
                  <a:cubicBezTo>
                    <a:pt x="73" y="100"/>
                    <a:pt x="71" y="98"/>
                    <a:pt x="69" y="97"/>
                  </a:cubicBezTo>
                  <a:cubicBezTo>
                    <a:pt x="68" y="95"/>
                    <a:pt x="66" y="94"/>
                    <a:pt x="64" y="93"/>
                  </a:cubicBezTo>
                  <a:cubicBezTo>
                    <a:pt x="63" y="91"/>
                    <a:pt x="60" y="89"/>
                    <a:pt x="58" y="87"/>
                  </a:cubicBezTo>
                  <a:cubicBezTo>
                    <a:pt x="57" y="86"/>
                    <a:pt x="53" y="83"/>
                    <a:pt x="52" y="81"/>
                  </a:cubicBezTo>
                  <a:cubicBezTo>
                    <a:pt x="51" y="79"/>
                    <a:pt x="50" y="75"/>
                    <a:pt x="49" y="73"/>
                  </a:cubicBezTo>
                  <a:cubicBezTo>
                    <a:pt x="48" y="71"/>
                    <a:pt x="45" y="67"/>
                    <a:pt x="43" y="66"/>
                  </a:cubicBezTo>
                  <a:cubicBezTo>
                    <a:pt x="42" y="64"/>
                    <a:pt x="38" y="61"/>
                    <a:pt x="37" y="60"/>
                  </a:cubicBezTo>
                  <a:cubicBezTo>
                    <a:pt x="36" y="59"/>
                    <a:pt x="34" y="58"/>
                    <a:pt x="33" y="57"/>
                  </a:cubicBezTo>
                  <a:cubicBezTo>
                    <a:pt x="31" y="56"/>
                    <a:pt x="27" y="53"/>
                    <a:pt x="26" y="51"/>
                  </a:cubicBezTo>
                  <a:cubicBezTo>
                    <a:pt x="25" y="49"/>
                    <a:pt x="24" y="45"/>
                    <a:pt x="23" y="43"/>
                  </a:cubicBezTo>
                  <a:cubicBezTo>
                    <a:pt x="22" y="40"/>
                    <a:pt x="19" y="35"/>
                    <a:pt x="18" y="32"/>
                  </a:cubicBezTo>
                  <a:cubicBezTo>
                    <a:pt x="16" y="30"/>
                    <a:pt x="14" y="27"/>
                    <a:pt x="12" y="25"/>
                  </a:cubicBezTo>
                  <a:cubicBezTo>
                    <a:pt x="11" y="24"/>
                    <a:pt x="9" y="21"/>
                    <a:pt x="8" y="19"/>
                  </a:cubicBezTo>
                  <a:cubicBezTo>
                    <a:pt x="7" y="17"/>
                    <a:pt x="5" y="14"/>
                    <a:pt x="3" y="13"/>
                  </a:cubicBezTo>
                  <a:cubicBezTo>
                    <a:pt x="3" y="12"/>
                    <a:pt x="0" y="10"/>
                    <a:pt x="0" y="9"/>
                  </a:cubicBezTo>
                  <a:cubicBezTo>
                    <a:pt x="0" y="7"/>
                    <a:pt x="0" y="4"/>
                    <a:pt x="1" y="3"/>
                  </a:cubicBezTo>
                  <a:cubicBezTo>
                    <a:pt x="1" y="2"/>
                    <a:pt x="3" y="1"/>
                    <a:pt x="4" y="1"/>
                  </a:cubicBezTo>
                  <a:cubicBezTo>
                    <a:pt x="4" y="1"/>
                    <a:pt x="5" y="0"/>
                    <a:pt x="6" y="1"/>
                  </a:cubicBezTo>
                  <a:cubicBezTo>
                    <a:pt x="6" y="1"/>
                    <a:pt x="8" y="2"/>
                    <a:pt x="8" y="2"/>
                  </a:cubicBezTo>
                  <a:cubicBezTo>
                    <a:pt x="9" y="2"/>
                    <a:pt x="9" y="4"/>
                    <a:pt x="10" y="4"/>
                  </a:cubicBezTo>
                  <a:cubicBezTo>
                    <a:pt x="10" y="5"/>
                    <a:pt x="10" y="8"/>
                    <a:pt x="11" y="9"/>
                  </a:cubicBezTo>
                  <a:cubicBezTo>
                    <a:pt x="12" y="11"/>
                    <a:pt x="15" y="13"/>
                    <a:pt x="17" y="14"/>
                  </a:cubicBezTo>
                  <a:cubicBezTo>
                    <a:pt x="18" y="15"/>
                    <a:pt x="20" y="16"/>
                    <a:pt x="21" y="17"/>
                  </a:cubicBezTo>
                  <a:cubicBezTo>
                    <a:pt x="23" y="18"/>
                    <a:pt x="26" y="21"/>
                    <a:pt x="28" y="22"/>
                  </a:cubicBezTo>
                  <a:cubicBezTo>
                    <a:pt x="30" y="23"/>
                    <a:pt x="34" y="24"/>
                    <a:pt x="36" y="25"/>
                  </a:cubicBezTo>
                  <a:cubicBezTo>
                    <a:pt x="37" y="26"/>
                    <a:pt x="39" y="28"/>
                    <a:pt x="40" y="29"/>
                  </a:cubicBezTo>
                  <a:cubicBezTo>
                    <a:pt x="41" y="30"/>
                    <a:pt x="44" y="32"/>
                    <a:pt x="46" y="33"/>
                  </a:cubicBezTo>
                  <a:cubicBezTo>
                    <a:pt x="47" y="33"/>
                    <a:pt x="50" y="34"/>
                    <a:pt x="51" y="35"/>
                  </a:cubicBezTo>
                  <a:cubicBezTo>
                    <a:pt x="52" y="36"/>
                    <a:pt x="52" y="39"/>
                    <a:pt x="53" y="40"/>
                  </a:cubicBezTo>
                  <a:cubicBezTo>
                    <a:pt x="53" y="42"/>
                    <a:pt x="54" y="46"/>
                    <a:pt x="55" y="47"/>
                  </a:cubicBezTo>
                  <a:cubicBezTo>
                    <a:pt x="56" y="49"/>
                    <a:pt x="59" y="52"/>
                    <a:pt x="60" y="54"/>
                  </a:cubicBezTo>
                  <a:cubicBezTo>
                    <a:pt x="61" y="55"/>
                    <a:pt x="62" y="57"/>
                    <a:pt x="63" y="58"/>
                  </a:cubicBezTo>
                  <a:cubicBezTo>
                    <a:pt x="64" y="59"/>
                    <a:pt x="66" y="62"/>
                    <a:pt x="67" y="63"/>
                  </a:cubicBezTo>
                  <a:cubicBezTo>
                    <a:pt x="68" y="64"/>
                    <a:pt x="70" y="68"/>
                    <a:pt x="71" y="69"/>
                  </a:cubicBezTo>
                  <a:cubicBezTo>
                    <a:pt x="73" y="69"/>
                    <a:pt x="77" y="71"/>
                    <a:pt x="78" y="70"/>
                  </a:cubicBezTo>
                  <a:cubicBezTo>
                    <a:pt x="79" y="69"/>
                    <a:pt x="77" y="65"/>
                    <a:pt x="76" y="64"/>
                  </a:cubicBezTo>
                  <a:cubicBezTo>
                    <a:pt x="76" y="63"/>
                    <a:pt x="73" y="62"/>
                    <a:pt x="72" y="61"/>
                  </a:cubicBezTo>
                  <a:cubicBezTo>
                    <a:pt x="72" y="60"/>
                    <a:pt x="71" y="59"/>
                    <a:pt x="71" y="58"/>
                  </a:cubicBezTo>
                  <a:cubicBezTo>
                    <a:pt x="72" y="57"/>
                    <a:pt x="73" y="56"/>
                    <a:pt x="74" y="55"/>
                  </a:cubicBezTo>
                  <a:cubicBezTo>
                    <a:pt x="75" y="55"/>
                    <a:pt x="78" y="56"/>
                    <a:pt x="79" y="56"/>
                  </a:cubicBezTo>
                  <a:cubicBezTo>
                    <a:pt x="80" y="57"/>
                    <a:pt x="84" y="59"/>
                    <a:pt x="85" y="60"/>
                  </a:cubicBezTo>
                  <a:cubicBezTo>
                    <a:pt x="85" y="61"/>
                    <a:pt x="85" y="64"/>
                    <a:pt x="86" y="66"/>
                  </a:cubicBezTo>
                  <a:cubicBezTo>
                    <a:pt x="86" y="67"/>
                    <a:pt x="87" y="70"/>
                    <a:pt x="88" y="71"/>
                  </a:cubicBezTo>
                  <a:cubicBezTo>
                    <a:pt x="89" y="72"/>
                    <a:pt x="91" y="73"/>
                    <a:pt x="92" y="74"/>
                  </a:cubicBezTo>
                  <a:cubicBezTo>
                    <a:pt x="93" y="75"/>
                    <a:pt x="93" y="78"/>
                    <a:pt x="93" y="79"/>
                  </a:cubicBezTo>
                  <a:cubicBezTo>
                    <a:pt x="94" y="80"/>
                    <a:pt x="96" y="83"/>
                    <a:pt x="97" y="84"/>
                  </a:cubicBezTo>
                  <a:cubicBezTo>
                    <a:pt x="98" y="85"/>
                    <a:pt x="100" y="86"/>
                    <a:pt x="101" y="86"/>
                  </a:cubicBezTo>
                  <a:cubicBezTo>
                    <a:pt x="102" y="86"/>
                    <a:pt x="104" y="85"/>
                    <a:pt x="104" y="85"/>
                  </a:cubicBezTo>
                  <a:cubicBezTo>
                    <a:pt x="104" y="84"/>
                    <a:pt x="104" y="82"/>
                    <a:pt x="103" y="81"/>
                  </a:cubicBezTo>
                  <a:cubicBezTo>
                    <a:pt x="103" y="80"/>
                    <a:pt x="102" y="79"/>
                    <a:pt x="101" y="78"/>
                  </a:cubicBezTo>
                  <a:cubicBezTo>
                    <a:pt x="101" y="77"/>
                    <a:pt x="101" y="75"/>
                    <a:pt x="101" y="74"/>
                  </a:cubicBezTo>
                  <a:cubicBezTo>
                    <a:pt x="102" y="73"/>
                    <a:pt x="105" y="73"/>
                    <a:pt x="106" y="73"/>
                  </a:cubicBezTo>
                  <a:cubicBezTo>
                    <a:pt x="107" y="73"/>
                    <a:pt x="109" y="75"/>
                    <a:pt x="110" y="76"/>
                  </a:cubicBezTo>
                  <a:cubicBezTo>
                    <a:pt x="111" y="76"/>
                    <a:pt x="114" y="78"/>
                    <a:pt x="115" y="78"/>
                  </a:cubicBezTo>
                  <a:cubicBezTo>
                    <a:pt x="116" y="79"/>
                    <a:pt x="118" y="78"/>
                    <a:pt x="118" y="78"/>
                  </a:cubicBezTo>
                  <a:cubicBezTo>
                    <a:pt x="120" y="78"/>
                    <a:pt x="122" y="78"/>
                    <a:pt x="123" y="79"/>
                  </a:cubicBezTo>
                  <a:cubicBezTo>
                    <a:pt x="124" y="79"/>
                    <a:pt x="126" y="80"/>
                    <a:pt x="126" y="81"/>
                  </a:cubicBezTo>
                  <a:cubicBezTo>
                    <a:pt x="127" y="82"/>
                    <a:pt x="128" y="83"/>
                    <a:pt x="128" y="84"/>
                  </a:cubicBezTo>
                  <a:cubicBezTo>
                    <a:pt x="128" y="85"/>
                    <a:pt x="127" y="87"/>
                    <a:pt x="127" y="87"/>
                  </a:cubicBezTo>
                  <a:cubicBezTo>
                    <a:pt x="127" y="88"/>
                    <a:pt x="129" y="90"/>
                    <a:pt x="130" y="90"/>
                  </a:cubicBezTo>
                  <a:cubicBezTo>
                    <a:pt x="130" y="90"/>
                    <a:pt x="132" y="88"/>
                    <a:pt x="133" y="88"/>
                  </a:cubicBezTo>
                  <a:cubicBezTo>
                    <a:pt x="133" y="89"/>
                    <a:pt x="134" y="90"/>
                    <a:pt x="133" y="91"/>
                  </a:cubicBezTo>
                  <a:cubicBezTo>
                    <a:pt x="133" y="92"/>
                    <a:pt x="131" y="93"/>
                    <a:pt x="130" y="93"/>
                  </a:cubicBezTo>
                  <a:cubicBezTo>
                    <a:pt x="129" y="94"/>
                    <a:pt x="126" y="95"/>
                    <a:pt x="125" y="95"/>
                  </a:cubicBezTo>
                  <a:cubicBezTo>
                    <a:pt x="123" y="95"/>
                    <a:pt x="119" y="94"/>
                    <a:pt x="117" y="94"/>
                  </a:cubicBezTo>
                  <a:cubicBezTo>
                    <a:pt x="115" y="94"/>
                    <a:pt x="111" y="94"/>
                    <a:pt x="108" y="95"/>
                  </a:cubicBezTo>
                  <a:cubicBezTo>
                    <a:pt x="106" y="95"/>
                    <a:pt x="100" y="95"/>
                    <a:pt x="98" y="96"/>
                  </a:cubicBezTo>
                  <a:cubicBezTo>
                    <a:pt x="96" y="97"/>
                    <a:pt x="93" y="99"/>
                    <a:pt x="92" y="101"/>
                  </a:cubicBezTo>
                  <a:cubicBezTo>
                    <a:pt x="92" y="102"/>
                    <a:pt x="91" y="104"/>
                    <a:pt x="91" y="106"/>
                  </a:cubicBezTo>
                  <a:cubicBezTo>
                    <a:pt x="91" y="107"/>
                    <a:pt x="91" y="111"/>
                    <a:pt x="90" y="112"/>
                  </a:cubicBezTo>
                  <a:cubicBezTo>
                    <a:pt x="90" y="113"/>
                    <a:pt x="88" y="114"/>
                    <a:pt x="87" y="114"/>
                  </a:cubicBezTo>
                  <a:cubicBezTo>
                    <a:pt x="86" y="114"/>
                    <a:pt x="84" y="114"/>
                    <a:pt x="84" y="1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6"/>
            <p:cNvSpPr>
              <a:spLocks/>
            </p:cNvSpPr>
            <p:nvPr/>
          </p:nvSpPr>
          <p:spPr bwMode="auto">
            <a:xfrm>
              <a:off x="6597651" y="3756026"/>
              <a:ext cx="20638" cy="17463"/>
            </a:xfrm>
            <a:custGeom>
              <a:avLst/>
              <a:gdLst/>
              <a:ahLst/>
              <a:cxnLst>
                <a:cxn ang="0">
                  <a:pos x="10" y="10"/>
                </a:cxn>
                <a:cxn ang="0">
                  <a:pos x="4" y="10"/>
                </a:cxn>
                <a:cxn ang="0">
                  <a:pos x="0" y="6"/>
                </a:cxn>
                <a:cxn ang="0">
                  <a:pos x="1" y="1"/>
                </a:cxn>
                <a:cxn ang="0">
                  <a:pos x="5" y="0"/>
                </a:cxn>
                <a:cxn ang="0">
                  <a:pos x="9" y="3"/>
                </a:cxn>
                <a:cxn ang="0">
                  <a:pos x="13" y="7"/>
                </a:cxn>
                <a:cxn ang="0">
                  <a:pos x="10" y="10"/>
                </a:cxn>
              </a:cxnLst>
              <a:rect l="0" t="0" r="r" b="b"/>
              <a:pathLst>
                <a:path w="13" h="11">
                  <a:moveTo>
                    <a:pt x="10" y="10"/>
                  </a:moveTo>
                  <a:cubicBezTo>
                    <a:pt x="9" y="11"/>
                    <a:pt x="6" y="11"/>
                    <a:pt x="4" y="10"/>
                  </a:cubicBezTo>
                  <a:cubicBezTo>
                    <a:pt x="3" y="10"/>
                    <a:pt x="1" y="8"/>
                    <a:pt x="0" y="6"/>
                  </a:cubicBezTo>
                  <a:cubicBezTo>
                    <a:pt x="0" y="5"/>
                    <a:pt x="0" y="2"/>
                    <a:pt x="1" y="1"/>
                  </a:cubicBezTo>
                  <a:cubicBezTo>
                    <a:pt x="1" y="0"/>
                    <a:pt x="4" y="0"/>
                    <a:pt x="5" y="0"/>
                  </a:cubicBezTo>
                  <a:cubicBezTo>
                    <a:pt x="6" y="0"/>
                    <a:pt x="8" y="2"/>
                    <a:pt x="9" y="3"/>
                  </a:cubicBezTo>
                  <a:cubicBezTo>
                    <a:pt x="10" y="3"/>
                    <a:pt x="13" y="5"/>
                    <a:pt x="13" y="7"/>
                  </a:cubicBezTo>
                  <a:cubicBezTo>
                    <a:pt x="13" y="8"/>
                    <a:pt x="11" y="10"/>
                    <a:pt x="10"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7"/>
            <p:cNvSpPr>
              <a:spLocks/>
            </p:cNvSpPr>
            <p:nvPr/>
          </p:nvSpPr>
          <p:spPr bwMode="auto">
            <a:xfrm>
              <a:off x="6646863" y="3754438"/>
              <a:ext cx="17463" cy="12700"/>
            </a:xfrm>
            <a:custGeom>
              <a:avLst/>
              <a:gdLst/>
              <a:ahLst/>
              <a:cxnLst>
                <a:cxn ang="0">
                  <a:pos x="9" y="7"/>
                </a:cxn>
                <a:cxn ang="0">
                  <a:pos x="4" y="8"/>
                </a:cxn>
                <a:cxn ang="0">
                  <a:pos x="1" y="5"/>
                </a:cxn>
                <a:cxn ang="0">
                  <a:pos x="1" y="1"/>
                </a:cxn>
                <a:cxn ang="0">
                  <a:pos x="6" y="0"/>
                </a:cxn>
                <a:cxn ang="0">
                  <a:pos x="10" y="1"/>
                </a:cxn>
                <a:cxn ang="0">
                  <a:pos x="11" y="4"/>
                </a:cxn>
                <a:cxn ang="0">
                  <a:pos x="9" y="7"/>
                </a:cxn>
              </a:cxnLst>
              <a:rect l="0" t="0" r="r" b="b"/>
              <a:pathLst>
                <a:path w="11" h="8">
                  <a:moveTo>
                    <a:pt x="9" y="7"/>
                  </a:moveTo>
                  <a:cubicBezTo>
                    <a:pt x="8" y="8"/>
                    <a:pt x="5" y="8"/>
                    <a:pt x="4" y="8"/>
                  </a:cubicBezTo>
                  <a:cubicBezTo>
                    <a:pt x="3" y="7"/>
                    <a:pt x="1" y="6"/>
                    <a:pt x="1" y="5"/>
                  </a:cubicBezTo>
                  <a:cubicBezTo>
                    <a:pt x="0" y="4"/>
                    <a:pt x="1" y="2"/>
                    <a:pt x="1" y="1"/>
                  </a:cubicBezTo>
                  <a:cubicBezTo>
                    <a:pt x="2" y="0"/>
                    <a:pt x="5" y="0"/>
                    <a:pt x="6" y="0"/>
                  </a:cubicBezTo>
                  <a:cubicBezTo>
                    <a:pt x="7" y="0"/>
                    <a:pt x="9" y="0"/>
                    <a:pt x="10" y="1"/>
                  </a:cubicBezTo>
                  <a:cubicBezTo>
                    <a:pt x="10" y="1"/>
                    <a:pt x="11" y="3"/>
                    <a:pt x="11" y="4"/>
                  </a:cubicBezTo>
                  <a:cubicBezTo>
                    <a:pt x="11" y="4"/>
                    <a:pt x="10" y="6"/>
                    <a:pt x="9"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8"/>
            <p:cNvSpPr>
              <a:spLocks/>
            </p:cNvSpPr>
            <p:nvPr/>
          </p:nvSpPr>
          <p:spPr bwMode="auto">
            <a:xfrm>
              <a:off x="6637338" y="3786188"/>
              <a:ext cx="23813" cy="15875"/>
            </a:xfrm>
            <a:custGeom>
              <a:avLst/>
              <a:gdLst/>
              <a:ahLst/>
              <a:cxnLst>
                <a:cxn ang="0">
                  <a:pos x="14" y="8"/>
                </a:cxn>
                <a:cxn ang="0">
                  <a:pos x="12" y="10"/>
                </a:cxn>
                <a:cxn ang="0">
                  <a:pos x="7" y="9"/>
                </a:cxn>
                <a:cxn ang="0">
                  <a:pos x="3" y="5"/>
                </a:cxn>
                <a:cxn ang="0">
                  <a:pos x="1" y="2"/>
                </a:cxn>
                <a:cxn ang="0">
                  <a:pos x="3" y="1"/>
                </a:cxn>
                <a:cxn ang="0">
                  <a:pos x="7" y="1"/>
                </a:cxn>
                <a:cxn ang="0">
                  <a:pos x="13" y="4"/>
                </a:cxn>
                <a:cxn ang="0">
                  <a:pos x="14" y="8"/>
                </a:cxn>
              </a:cxnLst>
              <a:rect l="0" t="0" r="r" b="b"/>
              <a:pathLst>
                <a:path w="15" h="10">
                  <a:moveTo>
                    <a:pt x="14" y="8"/>
                  </a:moveTo>
                  <a:cubicBezTo>
                    <a:pt x="14" y="9"/>
                    <a:pt x="12" y="10"/>
                    <a:pt x="12" y="10"/>
                  </a:cubicBezTo>
                  <a:cubicBezTo>
                    <a:pt x="11" y="10"/>
                    <a:pt x="8" y="9"/>
                    <a:pt x="7" y="9"/>
                  </a:cubicBezTo>
                  <a:cubicBezTo>
                    <a:pt x="6" y="8"/>
                    <a:pt x="4" y="6"/>
                    <a:pt x="3" y="5"/>
                  </a:cubicBezTo>
                  <a:cubicBezTo>
                    <a:pt x="3" y="5"/>
                    <a:pt x="0" y="3"/>
                    <a:pt x="1" y="2"/>
                  </a:cubicBezTo>
                  <a:cubicBezTo>
                    <a:pt x="1" y="1"/>
                    <a:pt x="2" y="1"/>
                    <a:pt x="3" y="1"/>
                  </a:cubicBezTo>
                  <a:cubicBezTo>
                    <a:pt x="4" y="0"/>
                    <a:pt x="6" y="1"/>
                    <a:pt x="7" y="1"/>
                  </a:cubicBezTo>
                  <a:cubicBezTo>
                    <a:pt x="8" y="1"/>
                    <a:pt x="12" y="3"/>
                    <a:pt x="13" y="4"/>
                  </a:cubicBezTo>
                  <a:cubicBezTo>
                    <a:pt x="14" y="5"/>
                    <a:pt x="15" y="7"/>
                    <a:pt x="14"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9"/>
            <p:cNvSpPr>
              <a:spLocks/>
            </p:cNvSpPr>
            <p:nvPr/>
          </p:nvSpPr>
          <p:spPr bwMode="auto">
            <a:xfrm>
              <a:off x="6672263" y="3784601"/>
              <a:ext cx="25400" cy="15875"/>
            </a:xfrm>
            <a:custGeom>
              <a:avLst/>
              <a:gdLst/>
              <a:ahLst/>
              <a:cxnLst>
                <a:cxn ang="0">
                  <a:pos x="15" y="8"/>
                </a:cxn>
                <a:cxn ang="0">
                  <a:pos x="10" y="10"/>
                </a:cxn>
                <a:cxn ang="0">
                  <a:pos x="6" y="7"/>
                </a:cxn>
                <a:cxn ang="0">
                  <a:pos x="2" y="4"/>
                </a:cxn>
                <a:cxn ang="0">
                  <a:pos x="1" y="1"/>
                </a:cxn>
                <a:cxn ang="0">
                  <a:pos x="4" y="0"/>
                </a:cxn>
                <a:cxn ang="0">
                  <a:pos x="8" y="2"/>
                </a:cxn>
                <a:cxn ang="0">
                  <a:pos x="12" y="2"/>
                </a:cxn>
                <a:cxn ang="0">
                  <a:pos x="16" y="4"/>
                </a:cxn>
                <a:cxn ang="0">
                  <a:pos x="15" y="8"/>
                </a:cxn>
              </a:cxnLst>
              <a:rect l="0" t="0" r="r" b="b"/>
              <a:pathLst>
                <a:path w="16" h="10">
                  <a:moveTo>
                    <a:pt x="15" y="8"/>
                  </a:moveTo>
                  <a:cubicBezTo>
                    <a:pt x="14" y="9"/>
                    <a:pt x="11" y="10"/>
                    <a:pt x="10" y="10"/>
                  </a:cubicBezTo>
                  <a:cubicBezTo>
                    <a:pt x="9" y="10"/>
                    <a:pt x="7" y="8"/>
                    <a:pt x="6" y="7"/>
                  </a:cubicBezTo>
                  <a:cubicBezTo>
                    <a:pt x="5" y="7"/>
                    <a:pt x="3" y="5"/>
                    <a:pt x="2" y="4"/>
                  </a:cubicBezTo>
                  <a:cubicBezTo>
                    <a:pt x="1" y="4"/>
                    <a:pt x="0" y="2"/>
                    <a:pt x="1" y="1"/>
                  </a:cubicBezTo>
                  <a:cubicBezTo>
                    <a:pt x="1" y="0"/>
                    <a:pt x="3" y="0"/>
                    <a:pt x="4" y="0"/>
                  </a:cubicBezTo>
                  <a:cubicBezTo>
                    <a:pt x="5" y="0"/>
                    <a:pt x="7" y="1"/>
                    <a:pt x="8" y="2"/>
                  </a:cubicBezTo>
                  <a:cubicBezTo>
                    <a:pt x="9" y="2"/>
                    <a:pt x="11" y="2"/>
                    <a:pt x="12" y="2"/>
                  </a:cubicBezTo>
                  <a:cubicBezTo>
                    <a:pt x="13" y="3"/>
                    <a:pt x="16" y="3"/>
                    <a:pt x="16" y="4"/>
                  </a:cubicBezTo>
                  <a:cubicBezTo>
                    <a:pt x="16" y="5"/>
                    <a:pt x="15" y="7"/>
                    <a:pt x="15"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10"/>
            <p:cNvSpPr>
              <a:spLocks/>
            </p:cNvSpPr>
            <p:nvPr/>
          </p:nvSpPr>
          <p:spPr bwMode="auto">
            <a:xfrm>
              <a:off x="6731001" y="3754438"/>
              <a:ext cx="23813" cy="38100"/>
            </a:xfrm>
            <a:custGeom>
              <a:avLst/>
              <a:gdLst/>
              <a:ahLst/>
              <a:cxnLst>
                <a:cxn ang="0">
                  <a:pos x="4" y="21"/>
                </a:cxn>
                <a:cxn ang="0">
                  <a:pos x="3" y="15"/>
                </a:cxn>
                <a:cxn ang="0">
                  <a:pos x="1" y="12"/>
                </a:cxn>
                <a:cxn ang="0">
                  <a:pos x="1" y="7"/>
                </a:cxn>
                <a:cxn ang="0">
                  <a:pos x="5" y="5"/>
                </a:cxn>
                <a:cxn ang="0">
                  <a:pos x="7" y="1"/>
                </a:cxn>
                <a:cxn ang="0">
                  <a:pos x="10" y="1"/>
                </a:cxn>
                <a:cxn ang="0">
                  <a:pos x="13" y="5"/>
                </a:cxn>
                <a:cxn ang="0">
                  <a:pos x="14" y="9"/>
                </a:cxn>
                <a:cxn ang="0">
                  <a:pos x="14" y="15"/>
                </a:cxn>
                <a:cxn ang="0">
                  <a:pos x="11" y="20"/>
                </a:cxn>
                <a:cxn ang="0">
                  <a:pos x="9" y="23"/>
                </a:cxn>
                <a:cxn ang="0">
                  <a:pos x="6" y="23"/>
                </a:cxn>
                <a:cxn ang="0">
                  <a:pos x="4" y="21"/>
                </a:cxn>
              </a:cxnLst>
              <a:rect l="0" t="0" r="r" b="b"/>
              <a:pathLst>
                <a:path w="15" h="24">
                  <a:moveTo>
                    <a:pt x="4" y="21"/>
                  </a:moveTo>
                  <a:cubicBezTo>
                    <a:pt x="3" y="20"/>
                    <a:pt x="3" y="17"/>
                    <a:pt x="3" y="15"/>
                  </a:cubicBezTo>
                  <a:cubicBezTo>
                    <a:pt x="2" y="14"/>
                    <a:pt x="1" y="13"/>
                    <a:pt x="1" y="12"/>
                  </a:cubicBezTo>
                  <a:cubicBezTo>
                    <a:pt x="1" y="11"/>
                    <a:pt x="0" y="8"/>
                    <a:pt x="1" y="7"/>
                  </a:cubicBezTo>
                  <a:cubicBezTo>
                    <a:pt x="1" y="6"/>
                    <a:pt x="4" y="5"/>
                    <a:pt x="5" y="5"/>
                  </a:cubicBezTo>
                  <a:cubicBezTo>
                    <a:pt x="6" y="4"/>
                    <a:pt x="6" y="1"/>
                    <a:pt x="7" y="1"/>
                  </a:cubicBezTo>
                  <a:cubicBezTo>
                    <a:pt x="7" y="0"/>
                    <a:pt x="9" y="1"/>
                    <a:pt x="10" y="1"/>
                  </a:cubicBezTo>
                  <a:cubicBezTo>
                    <a:pt x="11" y="2"/>
                    <a:pt x="12" y="4"/>
                    <a:pt x="13" y="5"/>
                  </a:cubicBezTo>
                  <a:cubicBezTo>
                    <a:pt x="13" y="6"/>
                    <a:pt x="14" y="8"/>
                    <a:pt x="14" y="9"/>
                  </a:cubicBezTo>
                  <a:cubicBezTo>
                    <a:pt x="15" y="11"/>
                    <a:pt x="14" y="14"/>
                    <a:pt x="14" y="15"/>
                  </a:cubicBezTo>
                  <a:cubicBezTo>
                    <a:pt x="13" y="17"/>
                    <a:pt x="11" y="19"/>
                    <a:pt x="11" y="20"/>
                  </a:cubicBezTo>
                  <a:cubicBezTo>
                    <a:pt x="10" y="20"/>
                    <a:pt x="10" y="23"/>
                    <a:pt x="9" y="23"/>
                  </a:cubicBezTo>
                  <a:cubicBezTo>
                    <a:pt x="8" y="24"/>
                    <a:pt x="6" y="24"/>
                    <a:pt x="6" y="23"/>
                  </a:cubicBezTo>
                  <a:cubicBezTo>
                    <a:pt x="5" y="23"/>
                    <a:pt x="4" y="22"/>
                    <a:pt x="4"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11"/>
            <p:cNvSpPr>
              <a:spLocks/>
            </p:cNvSpPr>
            <p:nvPr/>
          </p:nvSpPr>
          <p:spPr bwMode="auto">
            <a:xfrm>
              <a:off x="6646863" y="3697288"/>
              <a:ext cx="23813" cy="19050"/>
            </a:xfrm>
            <a:custGeom>
              <a:avLst/>
              <a:gdLst/>
              <a:ahLst/>
              <a:cxnLst>
                <a:cxn ang="0">
                  <a:pos x="13" y="11"/>
                </a:cxn>
                <a:cxn ang="0">
                  <a:pos x="11" y="12"/>
                </a:cxn>
                <a:cxn ang="0">
                  <a:pos x="6" y="10"/>
                </a:cxn>
                <a:cxn ang="0">
                  <a:pos x="4" y="6"/>
                </a:cxn>
                <a:cxn ang="0">
                  <a:pos x="2" y="4"/>
                </a:cxn>
                <a:cxn ang="0">
                  <a:pos x="0" y="1"/>
                </a:cxn>
                <a:cxn ang="0">
                  <a:pos x="4" y="0"/>
                </a:cxn>
                <a:cxn ang="0">
                  <a:pos x="6" y="2"/>
                </a:cxn>
                <a:cxn ang="0">
                  <a:pos x="10" y="3"/>
                </a:cxn>
                <a:cxn ang="0">
                  <a:pos x="12" y="2"/>
                </a:cxn>
                <a:cxn ang="0">
                  <a:pos x="15" y="5"/>
                </a:cxn>
                <a:cxn ang="0">
                  <a:pos x="14" y="7"/>
                </a:cxn>
                <a:cxn ang="0">
                  <a:pos x="13" y="11"/>
                </a:cxn>
              </a:cxnLst>
              <a:rect l="0" t="0" r="r" b="b"/>
              <a:pathLst>
                <a:path w="15" h="12">
                  <a:moveTo>
                    <a:pt x="13" y="11"/>
                  </a:moveTo>
                  <a:cubicBezTo>
                    <a:pt x="13" y="11"/>
                    <a:pt x="12" y="12"/>
                    <a:pt x="11" y="12"/>
                  </a:cubicBezTo>
                  <a:cubicBezTo>
                    <a:pt x="10" y="12"/>
                    <a:pt x="7" y="11"/>
                    <a:pt x="6" y="10"/>
                  </a:cubicBezTo>
                  <a:cubicBezTo>
                    <a:pt x="5" y="9"/>
                    <a:pt x="5" y="7"/>
                    <a:pt x="4" y="6"/>
                  </a:cubicBezTo>
                  <a:cubicBezTo>
                    <a:pt x="3" y="6"/>
                    <a:pt x="2" y="5"/>
                    <a:pt x="2" y="4"/>
                  </a:cubicBezTo>
                  <a:cubicBezTo>
                    <a:pt x="1" y="4"/>
                    <a:pt x="0" y="2"/>
                    <a:pt x="0" y="1"/>
                  </a:cubicBezTo>
                  <a:cubicBezTo>
                    <a:pt x="1" y="0"/>
                    <a:pt x="3" y="0"/>
                    <a:pt x="4" y="0"/>
                  </a:cubicBezTo>
                  <a:cubicBezTo>
                    <a:pt x="4" y="0"/>
                    <a:pt x="5" y="2"/>
                    <a:pt x="6" y="2"/>
                  </a:cubicBezTo>
                  <a:cubicBezTo>
                    <a:pt x="7" y="2"/>
                    <a:pt x="9" y="3"/>
                    <a:pt x="10" y="3"/>
                  </a:cubicBezTo>
                  <a:cubicBezTo>
                    <a:pt x="11" y="2"/>
                    <a:pt x="12" y="2"/>
                    <a:pt x="12" y="2"/>
                  </a:cubicBezTo>
                  <a:cubicBezTo>
                    <a:pt x="13" y="2"/>
                    <a:pt x="15" y="4"/>
                    <a:pt x="15" y="5"/>
                  </a:cubicBezTo>
                  <a:cubicBezTo>
                    <a:pt x="15" y="5"/>
                    <a:pt x="14" y="6"/>
                    <a:pt x="14" y="7"/>
                  </a:cubicBezTo>
                  <a:cubicBezTo>
                    <a:pt x="14" y="8"/>
                    <a:pt x="14" y="10"/>
                    <a:pt x="13"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12"/>
            <p:cNvSpPr>
              <a:spLocks/>
            </p:cNvSpPr>
            <p:nvPr/>
          </p:nvSpPr>
          <p:spPr bwMode="auto">
            <a:xfrm>
              <a:off x="6713538" y="3773488"/>
              <a:ext cx="12700" cy="14288"/>
            </a:xfrm>
            <a:custGeom>
              <a:avLst/>
              <a:gdLst/>
              <a:ahLst/>
              <a:cxnLst>
                <a:cxn ang="0">
                  <a:pos x="8" y="8"/>
                </a:cxn>
                <a:cxn ang="0">
                  <a:pos x="6" y="9"/>
                </a:cxn>
                <a:cxn ang="0">
                  <a:pos x="3" y="8"/>
                </a:cxn>
                <a:cxn ang="0">
                  <a:pos x="3" y="6"/>
                </a:cxn>
                <a:cxn ang="0">
                  <a:pos x="0" y="4"/>
                </a:cxn>
                <a:cxn ang="0">
                  <a:pos x="0" y="1"/>
                </a:cxn>
                <a:cxn ang="0">
                  <a:pos x="3" y="0"/>
                </a:cxn>
                <a:cxn ang="0">
                  <a:pos x="6" y="2"/>
                </a:cxn>
                <a:cxn ang="0">
                  <a:pos x="6" y="4"/>
                </a:cxn>
                <a:cxn ang="0">
                  <a:pos x="8" y="6"/>
                </a:cxn>
                <a:cxn ang="0">
                  <a:pos x="8" y="8"/>
                </a:cxn>
              </a:cxnLst>
              <a:rect l="0" t="0" r="r" b="b"/>
              <a:pathLst>
                <a:path w="8" h="9">
                  <a:moveTo>
                    <a:pt x="8" y="8"/>
                  </a:moveTo>
                  <a:cubicBezTo>
                    <a:pt x="8" y="8"/>
                    <a:pt x="6" y="9"/>
                    <a:pt x="6" y="9"/>
                  </a:cubicBezTo>
                  <a:cubicBezTo>
                    <a:pt x="5" y="9"/>
                    <a:pt x="4" y="8"/>
                    <a:pt x="3" y="8"/>
                  </a:cubicBezTo>
                  <a:cubicBezTo>
                    <a:pt x="3" y="7"/>
                    <a:pt x="3" y="6"/>
                    <a:pt x="3" y="6"/>
                  </a:cubicBezTo>
                  <a:cubicBezTo>
                    <a:pt x="2" y="5"/>
                    <a:pt x="1" y="5"/>
                    <a:pt x="0" y="4"/>
                  </a:cubicBezTo>
                  <a:cubicBezTo>
                    <a:pt x="0" y="3"/>
                    <a:pt x="0" y="1"/>
                    <a:pt x="0" y="1"/>
                  </a:cubicBezTo>
                  <a:cubicBezTo>
                    <a:pt x="1" y="0"/>
                    <a:pt x="2" y="0"/>
                    <a:pt x="3" y="0"/>
                  </a:cubicBezTo>
                  <a:cubicBezTo>
                    <a:pt x="4" y="0"/>
                    <a:pt x="5" y="1"/>
                    <a:pt x="6" y="2"/>
                  </a:cubicBezTo>
                  <a:cubicBezTo>
                    <a:pt x="6" y="2"/>
                    <a:pt x="6" y="3"/>
                    <a:pt x="6" y="4"/>
                  </a:cubicBezTo>
                  <a:cubicBezTo>
                    <a:pt x="6" y="4"/>
                    <a:pt x="8" y="5"/>
                    <a:pt x="8" y="6"/>
                  </a:cubicBezTo>
                  <a:cubicBezTo>
                    <a:pt x="8" y="6"/>
                    <a:pt x="8" y="7"/>
                    <a:pt x="8"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13"/>
            <p:cNvSpPr>
              <a:spLocks/>
            </p:cNvSpPr>
            <p:nvPr/>
          </p:nvSpPr>
          <p:spPr bwMode="auto">
            <a:xfrm>
              <a:off x="6588126" y="3679826"/>
              <a:ext cx="46038" cy="31750"/>
            </a:xfrm>
            <a:custGeom>
              <a:avLst/>
              <a:gdLst/>
              <a:ahLst/>
              <a:cxnLst>
                <a:cxn ang="0">
                  <a:pos x="28" y="14"/>
                </a:cxn>
                <a:cxn ang="0">
                  <a:pos x="25" y="18"/>
                </a:cxn>
                <a:cxn ang="0">
                  <a:pos x="21" y="19"/>
                </a:cxn>
                <a:cxn ang="0">
                  <a:pos x="17" y="15"/>
                </a:cxn>
                <a:cxn ang="0">
                  <a:pos x="13" y="12"/>
                </a:cxn>
                <a:cxn ang="0">
                  <a:pos x="10" y="10"/>
                </a:cxn>
                <a:cxn ang="0">
                  <a:pos x="6" y="9"/>
                </a:cxn>
                <a:cxn ang="0">
                  <a:pos x="3" y="9"/>
                </a:cxn>
                <a:cxn ang="0">
                  <a:pos x="0" y="8"/>
                </a:cxn>
                <a:cxn ang="0">
                  <a:pos x="2" y="4"/>
                </a:cxn>
                <a:cxn ang="0">
                  <a:pos x="6" y="3"/>
                </a:cxn>
                <a:cxn ang="0">
                  <a:pos x="9" y="1"/>
                </a:cxn>
                <a:cxn ang="0">
                  <a:pos x="13" y="1"/>
                </a:cxn>
                <a:cxn ang="0">
                  <a:pos x="15" y="4"/>
                </a:cxn>
                <a:cxn ang="0">
                  <a:pos x="18" y="7"/>
                </a:cxn>
                <a:cxn ang="0">
                  <a:pos x="20" y="9"/>
                </a:cxn>
                <a:cxn ang="0">
                  <a:pos x="22" y="9"/>
                </a:cxn>
                <a:cxn ang="0">
                  <a:pos x="22" y="7"/>
                </a:cxn>
                <a:cxn ang="0">
                  <a:pos x="21" y="4"/>
                </a:cxn>
                <a:cxn ang="0">
                  <a:pos x="18" y="3"/>
                </a:cxn>
                <a:cxn ang="0">
                  <a:pos x="18" y="1"/>
                </a:cxn>
                <a:cxn ang="0">
                  <a:pos x="22" y="0"/>
                </a:cxn>
                <a:cxn ang="0">
                  <a:pos x="24" y="1"/>
                </a:cxn>
                <a:cxn ang="0">
                  <a:pos x="25" y="4"/>
                </a:cxn>
                <a:cxn ang="0">
                  <a:pos x="28" y="4"/>
                </a:cxn>
                <a:cxn ang="0">
                  <a:pos x="30" y="7"/>
                </a:cxn>
                <a:cxn ang="0">
                  <a:pos x="30" y="10"/>
                </a:cxn>
                <a:cxn ang="0">
                  <a:pos x="28" y="14"/>
                </a:cxn>
              </a:cxnLst>
              <a:rect l="0" t="0" r="r" b="b"/>
              <a:pathLst>
                <a:path w="30" h="20">
                  <a:moveTo>
                    <a:pt x="28" y="14"/>
                  </a:moveTo>
                  <a:cubicBezTo>
                    <a:pt x="27" y="15"/>
                    <a:pt x="26" y="18"/>
                    <a:pt x="25" y="18"/>
                  </a:cubicBezTo>
                  <a:cubicBezTo>
                    <a:pt x="24" y="19"/>
                    <a:pt x="22" y="20"/>
                    <a:pt x="21" y="19"/>
                  </a:cubicBezTo>
                  <a:cubicBezTo>
                    <a:pt x="19" y="19"/>
                    <a:pt x="18" y="16"/>
                    <a:pt x="17" y="15"/>
                  </a:cubicBezTo>
                  <a:cubicBezTo>
                    <a:pt x="16" y="14"/>
                    <a:pt x="14" y="13"/>
                    <a:pt x="13" y="12"/>
                  </a:cubicBezTo>
                  <a:cubicBezTo>
                    <a:pt x="12" y="11"/>
                    <a:pt x="11" y="10"/>
                    <a:pt x="10" y="10"/>
                  </a:cubicBezTo>
                  <a:cubicBezTo>
                    <a:pt x="9" y="9"/>
                    <a:pt x="7" y="9"/>
                    <a:pt x="6" y="9"/>
                  </a:cubicBezTo>
                  <a:cubicBezTo>
                    <a:pt x="6" y="9"/>
                    <a:pt x="4" y="9"/>
                    <a:pt x="3" y="9"/>
                  </a:cubicBezTo>
                  <a:cubicBezTo>
                    <a:pt x="3" y="9"/>
                    <a:pt x="1" y="9"/>
                    <a:pt x="0" y="8"/>
                  </a:cubicBezTo>
                  <a:cubicBezTo>
                    <a:pt x="0" y="7"/>
                    <a:pt x="1" y="5"/>
                    <a:pt x="2" y="4"/>
                  </a:cubicBezTo>
                  <a:cubicBezTo>
                    <a:pt x="2" y="3"/>
                    <a:pt x="5" y="3"/>
                    <a:pt x="6" y="3"/>
                  </a:cubicBezTo>
                  <a:cubicBezTo>
                    <a:pt x="7" y="3"/>
                    <a:pt x="8" y="1"/>
                    <a:pt x="9" y="1"/>
                  </a:cubicBezTo>
                  <a:cubicBezTo>
                    <a:pt x="10" y="1"/>
                    <a:pt x="12" y="1"/>
                    <a:pt x="13" y="1"/>
                  </a:cubicBezTo>
                  <a:cubicBezTo>
                    <a:pt x="14" y="1"/>
                    <a:pt x="15" y="3"/>
                    <a:pt x="15" y="4"/>
                  </a:cubicBezTo>
                  <a:cubicBezTo>
                    <a:pt x="16" y="5"/>
                    <a:pt x="17" y="7"/>
                    <a:pt x="18" y="7"/>
                  </a:cubicBezTo>
                  <a:cubicBezTo>
                    <a:pt x="18" y="8"/>
                    <a:pt x="20" y="9"/>
                    <a:pt x="20" y="9"/>
                  </a:cubicBezTo>
                  <a:cubicBezTo>
                    <a:pt x="21" y="9"/>
                    <a:pt x="22" y="10"/>
                    <a:pt x="22" y="9"/>
                  </a:cubicBezTo>
                  <a:cubicBezTo>
                    <a:pt x="23" y="9"/>
                    <a:pt x="23" y="8"/>
                    <a:pt x="22" y="7"/>
                  </a:cubicBezTo>
                  <a:cubicBezTo>
                    <a:pt x="22" y="6"/>
                    <a:pt x="21" y="5"/>
                    <a:pt x="21" y="4"/>
                  </a:cubicBezTo>
                  <a:cubicBezTo>
                    <a:pt x="20" y="4"/>
                    <a:pt x="19" y="4"/>
                    <a:pt x="18" y="3"/>
                  </a:cubicBezTo>
                  <a:cubicBezTo>
                    <a:pt x="18" y="3"/>
                    <a:pt x="18" y="1"/>
                    <a:pt x="18" y="1"/>
                  </a:cubicBezTo>
                  <a:cubicBezTo>
                    <a:pt x="19" y="0"/>
                    <a:pt x="21" y="0"/>
                    <a:pt x="22" y="0"/>
                  </a:cubicBezTo>
                  <a:cubicBezTo>
                    <a:pt x="22" y="0"/>
                    <a:pt x="23" y="1"/>
                    <a:pt x="24" y="1"/>
                  </a:cubicBezTo>
                  <a:cubicBezTo>
                    <a:pt x="24" y="2"/>
                    <a:pt x="24" y="3"/>
                    <a:pt x="25" y="4"/>
                  </a:cubicBezTo>
                  <a:cubicBezTo>
                    <a:pt x="25" y="4"/>
                    <a:pt x="27" y="4"/>
                    <a:pt x="28" y="4"/>
                  </a:cubicBezTo>
                  <a:cubicBezTo>
                    <a:pt x="29" y="5"/>
                    <a:pt x="30" y="6"/>
                    <a:pt x="30" y="7"/>
                  </a:cubicBezTo>
                  <a:cubicBezTo>
                    <a:pt x="30" y="8"/>
                    <a:pt x="30" y="10"/>
                    <a:pt x="30" y="10"/>
                  </a:cubicBezTo>
                  <a:cubicBezTo>
                    <a:pt x="30" y="11"/>
                    <a:pt x="28" y="13"/>
                    <a:pt x="28"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14"/>
            <p:cNvSpPr>
              <a:spLocks/>
            </p:cNvSpPr>
            <p:nvPr/>
          </p:nvSpPr>
          <p:spPr bwMode="auto">
            <a:xfrm>
              <a:off x="6640513" y="3652838"/>
              <a:ext cx="30163" cy="14288"/>
            </a:xfrm>
            <a:custGeom>
              <a:avLst/>
              <a:gdLst/>
              <a:ahLst/>
              <a:cxnLst>
                <a:cxn ang="0">
                  <a:pos x="10" y="7"/>
                </a:cxn>
                <a:cxn ang="0">
                  <a:pos x="8" y="6"/>
                </a:cxn>
                <a:cxn ang="0">
                  <a:pos x="5" y="8"/>
                </a:cxn>
                <a:cxn ang="0">
                  <a:pos x="1" y="8"/>
                </a:cxn>
                <a:cxn ang="0">
                  <a:pos x="1" y="4"/>
                </a:cxn>
                <a:cxn ang="0">
                  <a:pos x="6" y="1"/>
                </a:cxn>
                <a:cxn ang="0">
                  <a:pos x="11" y="1"/>
                </a:cxn>
                <a:cxn ang="0">
                  <a:pos x="15" y="1"/>
                </a:cxn>
                <a:cxn ang="0">
                  <a:pos x="18" y="4"/>
                </a:cxn>
                <a:cxn ang="0">
                  <a:pos x="18" y="7"/>
                </a:cxn>
                <a:cxn ang="0">
                  <a:pos x="15" y="9"/>
                </a:cxn>
                <a:cxn ang="0">
                  <a:pos x="12" y="8"/>
                </a:cxn>
                <a:cxn ang="0">
                  <a:pos x="10" y="7"/>
                </a:cxn>
              </a:cxnLst>
              <a:rect l="0" t="0" r="r" b="b"/>
              <a:pathLst>
                <a:path w="19" h="9">
                  <a:moveTo>
                    <a:pt x="10" y="7"/>
                  </a:moveTo>
                  <a:cubicBezTo>
                    <a:pt x="10" y="7"/>
                    <a:pt x="8" y="6"/>
                    <a:pt x="8" y="6"/>
                  </a:cubicBezTo>
                  <a:cubicBezTo>
                    <a:pt x="7" y="6"/>
                    <a:pt x="5" y="8"/>
                    <a:pt x="5" y="8"/>
                  </a:cubicBezTo>
                  <a:cubicBezTo>
                    <a:pt x="4" y="8"/>
                    <a:pt x="2" y="8"/>
                    <a:pt x="1" y="8"/>
                  </a:cubicBezTo>
                  <a:cubicBezTo>
                    <a:pt x="0" y="7"/>
                    <a:pt x="1" y="4"/>
                    <a:pt x="1" y="4"/>
                  </a:cubicBezTo>
                  <a:cubicBezTo>
                    <a:pt x="2" y="2"/>
                    <a:pt x="5" y="1"/>
                    <a:pt x="6" y="1"/>
                  </a:cubicBezTo>
                  <a:cubicBezTo>
                    <a:pt x="7" y="0"/>
                    <a:pt x="10" y="1"/>
                    <a:pt x="11" y="1"/>
                  </a:cubicBezTo>
                  <a:cubicBezTo>
                    <a:pt x="12" y="1"/>
                    <a:pt x="14" y="1"/>
                    <a:pt x="15" y="1"/>
                  </a:cubicBezTo>
                  <a:cubicBezTo>
                    <a:pt x="16" y="2"/>
                    <a:pt x="18" y="3"/>
                    <a:pt x="18" y="4"/>
                  </a:cubicBezTo>
                  <a:cubicBezTo>
                    <a:pt x="19" y="4"/>
                    <a:pt x="18" y="6"/>
                    <a:pt x="18" y="7"/>
                  </a:cubicBezTo>
                  <a:cubicBezTo>
                    <a:pt x="17" y="8"/>
                    <a:pt x="16" y="8"/>
                    <a:pt x="15" y="9"/>
                  </a:cubicBezTo>
                  <a:cubicBezTo>
                    <a:pt x="14" y="9"/>
                    <a:pt x="12" y="8"/>
                    <a:pt x="12" y="8"/>
                  </a:cubicBezTo>
                  <a:cubicBezTo>
                    <a:pt x="11" y="7"/>
                    <a:pt x="11" y="7"/>
                    <a:pt x="10"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15"/>
            <p:cNvSpPr>
              <a:spLocks/>
            </p:cNvSpPr>
            <p:nvPr/>
          </p:nvSpPr>
          <p:spPr bwMode="auto">
            <a:xfrm>
              <a:off x="6507163" y="3617913"/>
              <a:ext cx="68263" cy="39688"/>
            </a:xfrm>
            <a:custGeom>
              <a:avLst/>
              <a:gdLst/>
              <a:ahLst/>
              <a:cxnLst>
                <a:cxn ang="0">
                  <a:pos x="42" y="23"/>
                </a:cxn>
                <a:cxn ang="0">
                  <a:pos x="35" y="23"/>
                </a:cxn>
                <a:cxn ang="0">
                  <a:pos x="31" y="21"/>
                </a:cxn>
                <a:cxn ang="0">
                  <a:pos x="27" y="15"/>
                </a:cxn>
                <a:cxn ang="0">
                  <a:pos x="21" y="12"/>
                </a:cxn>
                <a:cxn ang="0">
                  <a:pos x="13" y="12"/>
                </a:cxn>
                <a:cxn ang="0">
                  <a:pos x="6" y="11"/>
                </a:cxn>
                <a:cxn ang="0">
                  <a:pos x="3" y="6"/>
                </a:cxn>
                <a:cxn ang="0">
                  <a:pos x="0" y="4"/>
                </a:cxn>
                <a:cxn ang="0">
                  <a:pos x="0" y="1"/>
                </a:cxn>
                <a:cxn ang="0">
                  <a:pos x="4" y="1"/>
                </a:cxn>
                <a:cxn ang="0">
                  <a:pos x="7" y="2"/>
                </a:cxn>
                <a:cxn ang="0">
                  <a:pos x="11" y="4"/>
                </a:cxn>
                <a:cxn ang="0">
                  <a:pos x="15" y="7"/>
                </a:cxn>
                <a:cxn ang="0">
                  <a:pos x="23" y="8"/>
                </a:cxn>
                <a:cxn ang="0">
                  <a:pos x="28" y="9"/>
                </a:cxn>
                <a:cxn ang="0">
                  <a:pos x="32" y="14"/>
                </a:cxn>
                <a:cxn ang="0">
                  <a:pos x="38" y="15"/>
                </a:cxn>
                <a:cxn ang="0">
                  <a:pos x="41" y="19"/>
                </a:cxn>
                <a:cxn ang="0">
                  <a:pos x="42" y="23"/>
                </a:cxn>
              </a:cxnLst>
              <a:rect l="0" t="0" r="r" b="b"/>
              <a:pathLst>
                <a:path w="43" h="25">
                  <a:moveTo>
                    <a:pt x="42" y="23"/>
                  </a:moveTo>
                  <a:cubicBezTo>
                    <a:pt x="41" y="25"/>
                    <a:pt x="37" y="24"/>
                    <a:pt x="35" y="23"/>
                  </a:cubicBezTo>
                  <a:cubicBezTo>
                    <a:pt x="34" y="23"/>
                    <a:pt x="32" y="22"/>
                    <a:pt x="31" y="21"/>
                  </a:cubicBezTo>
                  <a:cubicBezTo>
                    <a:pt x="30" y="20"/>
                    <a:pt x="29" y="16"/>
                    <a:pt x="27" y="15"/>
                  </a:cubicBezTo>
                  <a:cubicBezTo>
                    <a:pt x="26" y="14"/>
                    <a:pt x="22" y="13"/>
                    <a:pt x="21" y="12"/>
                  </a:cubicBezTo>
                  <a:cubicBezTo>
                    <a:pt x="19" y="12"/>
                    <a:pt x="15" y="12"/>
                    <a:pt x="13" y="12"/>
                  </a:cubicBezTo>
                  <a:cubicBezTo>
                    <a:pt x="11" y="11"/>
                    <a:pt x="8" y="12"/>
                    <a:pt x="6" y="11"/>
                  </a:cubicBezTo>
                  <a:cubicBezTo>
                    <a:pt x="5" y="10"/>
                    <a:pt x="4" y="7"/>
                    <a:pt x="3" y="6"/>
                  </a:cubicBezTo>
                  <a:cubicBezTo>
                    <a:pt x="3" y="5"/>
                    <a:pt x="1" y="5"/>
                    <a:pt x="0" y="4"/>
                  </a:cubicBezTo>
                  <a:cubicBezTo>
                    <a:pt x="0" y="3"/>
                    <a:pt x="0" y="1"/>
                    <a:pt x="0" y="1"/>
                  </a:cubicBezTo>
                  <a:cubicBezTo>
                    <a:pt x="1" y="0"/>
                    <a:pt x="3" y="1"/>
                    <a:pt x="4" y="1"/>
                  </a:cubicBezTo>
                  <a:cubicBezTo>
                    <a:pt x="5" y="1"/>
                    <a:pt x="7" y="1"/>
                    <a:pt x="7" y="2"/>
                  </a:cubicBezTo>
                  <a:cubicBezTo>
                    <a:pt x="8" y="2"/>
                    <a:pt x="10" y="4"/>
                    <a:pt x="11" y="4"/>
                  </a:cubicBezTo>
                  <a:cubicBezTo>
                    <a:pt x="12" y="5"/>
                    <a:pt x="14" y="6"/>
                    <a:pt x="15" y="7"/>
                  </a:cubicBezTo>
                  <a:cubicBezTo>
                    <a:pt x="17" y="7"/>
                    <a:pt x="21" y="7"/>
                    <a:pt x="23" y="8"/>
                  </a:cubicBezTo>
                  <a:cubicBezTo>
                    <a:pt x="24" y="8"/>
                    <a:pt x="27" y="8"/>
                    <a:pt x="28" y="9"/>
                  </a:cubicBezTo>
                  <a:cubicBezTo>
                    <a:pt x="29" y="10"/>
                    <a:pt x="31" y="13"/>
                    <a:pt x="32" y="14"/>
                  </a:cubicBezTo>
                  <a:cubicBezTo>
                    <a:pt x="33" y="15"/>
                    <a:pt x="37" y="14"/>
                    <a:pt x="38" y="15"/>
                  </a:cubicBezTo>
                  <a:cubicBezTo>
                    <a:pt x="39" y="15"/>
                    <a:pt x="41" y="18"/>
                    <a:pt x="41" y="19"/>
                  </a:cubicBezTo>
                  <a:cubicBezTo>
                    <a:pt x="41" y="20"/>
                    <a:pt x="43" y="22"/>
                    <a:pt x="42" y="2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16"/>
            <p:cNvSpPr>
              <a:spLocks/>
            </p:cNvSpPr>
            <p:nvPr/>
          </p:nvSpPr>
          <p:spPr bwMode="auto">
            <a:xfrm>
              <a:off x="6557963" y="3613151"/>
              <a:ext cx="12700" cy="14288"/>
            </a:xfrm>
            <a:custGeom>
              <a:avLst/>
              <a:gdLst/>
              <a:ahLst/>
              <a:cxnLst>
                <a:cxn ang="0">
                  <a:pos x="7" y="7"/>
                </a:cxn>
                <a:cxn ang="0">
                  <a:pos x="3" y="9"/>
                </a:cxn>
                <a:cxn ang="0">
                  <a:pos x="0" y="7"/>
                </a:cxn>
                <a:cxn ang="0">
                  <a:pos x="2" y="3"/>
                </a:cxn>
                <a:cxn ang="0">
                  <a:pos x="5" y="1"/>
                </a:cxn>
                <a:cxn ang="0">
                  <a:pos x="6" y="0"/>
                </a:cxn>
                <a:cxn ang="0">
                  <a:pos x="7" y="3"/>
                </a:cxn>
                <a:cxn ang="0">
                  <a:pos x="7" y="7"/>
                </a:cxn>
              </a:cxnLst>
              <a:rect l="0" t="0" r="r" b="b"/>
              <a:pathLst>
                <a:path w="8" h="9">
                  <a:moveTo>
                    <a:pt x="7" y="7"/>
                  </a:moveTo>
                  <a:cubicBezTo>
                    <a:pt x="6" y="8"/>
                    <a:pt x="4" y="9"/>
                    <a:pt x="3" y="9"/>
                  </a:cubicBezTo>
                  <a:cubicBezTo>
                    <a:pt x="2" y="9"/>
                    <a:pt x="1" y="8"/>
                    <a:pt x="0" y="7"/>
                  </a:cubicBezTo>
                  <a:cubicBezTo>
                    <a:pt x="0" y="6"/>
                    <a:pt x="1" y="4"/>
                    <a:pt x="2" y="3"/>
                  </a:cubicBezTo>
                  <a:cubicBezTo>
                    <a:pt x="2" y="2"/>
                    <a:pt x="4" y="2"/>
                    <a:pt x="5" y="1"/>
                  </a:cubicBezTo>
                  <a:cubicBezTo>
                    <a:pt x="5" y="1"/>
                    <a:pt x="6" y="0"/>
                    <a:pt x="6" y="0"/>
                  </a:cubicBezTo>
                  <a:cubicBezTo>
                    <a:pt x="7" y="0"/>
                    <a:pt x="7" y="2"/>
                    <a:pt x="7" y="3"/>
                  </a:cubicBezTo>
                  <a:cubicBezTo>
                    <a:pt x="8" y="4"/>
                    <a:pt x="8" y="7"/>
                    <a:pt x="7"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17"/>
            <p:cNvSpPr>
              <a:spLocks/>
            </p:cNvSpPr>
            <p:nvPr/>
          </p:nvSpPr>
          <p:spPr bwMode="auto">
            <a:xfrm>
              <a:off x="6505576" y="3586163"/>
              <a:ext cx="26988" cy="17463"/>
            </a:xfrm>
            <a:custGeom>
              <a:avLst/>
              <a:gdLst/>
              <a:ahLst/>
              <a:cxnLst>
                <a:cxn ang="0">
                  <a:pos x="14" y="12"/>
                </a:cxn>
                <a:cxn ang="0">
                  <a:pos x="8" y="11"/>
                </a:cxn>
                <a:cxn ang="0">
                  <a:pos x="6" y="8"/>
                </a:cxn>
                <a:cxn ang="0">
                  <a:pos x="3" y="6"/>
                </a:cxn>
                <a:cxn ang="0">
                  <a:pos x="1" y="5"/>
                </a:cxn>
                <a:cxn ang="0">
                  <a:pos x="0" y="2"/>
                </a:cxn>
                <a:cxn ang="0">
                  <a:pos x="2" y="0"/>
                </a:cxn>
                <a:cxn ang="0">
                  <a:pos x="8" y="1"/>
                </a:cxn>
                <a:cxn ang="0">
                  <a:pos x="9" y="4"/>
                </a:cxn>
                <a:cxn ang="0">
                  <a:pos x="14" y="6"/>
                </a:cxn>
                <a:cxn ang="0">
                  <a:pos x="17" y="10"/>
                </a:cxn>
                <a:cxn ang="0">
                  <a:pos x="14" y="12"/>
                </a:cxn>
              </a:cxnLst>
              <a:rect l="0" t="0" r="r" b="b"/>
              <a:pathLst>
                <a:path w="17" h="12">
                  <a:moveTo>
                    <a:pt x="14" y="12"/>
                  </a:moveTo>
                  <a:cubicBezTo>
                    <a:pt x="12" y="12"/>
                    <a:pt x="9" y="12"/>
                    <a:pt x="8" y="11"/>
                  </a:cubicBezTo>
                  <a:cubicBezTo>
                    <a:pt x="7" y="11"/>
                    <a:pt x="7" y="9"/>
                    <a:pt x="6" y="8"/>
                  </a:cubicBezTo>
                  <a:cubicBezTo>
                    <a:pt x="6" y="7"/>
                    <a:pt x="4" y="6"/>
                    <a:pt x="3" y="6"/>
                  </a:cubicBezTo>
                  <a:cubicBezTo>
                    <a:pt x="2" y="5"/>
                    <a:pt x="1" y="5"/>
                    <a:pt x="1" y="5"/>
                  </a:cubicBezTo>
                  <a:cubicBezTo>
                    <a:pt x="0" y="4"/>
                    <a:pt x="0" y="3"/>
                    <a:pt x="0" y="2"/>
                  </a:cubicBezTo>
                  <a:cubicBezTo>
                    <a:pt x="0" y="1"/>
                    <a:pt x="1" y="1"/>
                    <a:pt x="2" y="0"/>
                  </a:cubicBezTo>
                  <a:cubicBezTo>
                    <a:pt x="3" y="0"/>
                    <a:pt x="6" y="0"/>
                    <a:pt x="8" y="1"/>
                  </a:cubicBezTo>
                  <a:cubicBezTo>
                    <a:pt x="8" y="1"/>
                    <a:pt x="8" y="3"/>
                    <a:pt x="9" y="4"/>
                  </a:cubicBezTo>
                  <a:cubicBezTo>
                    <a:pt x="10" y="5"/>
                    <a:pt x="13" y="5"/>
                    <a:pt x="14" y="6"/>
                  </a:cubicBezTo>
                  <a:cubicBezTo>
                    <a:pt x="15" y="7"/>
                    <a:pt x="17" y="9"/>
                    <a:pt x="17" y="10"/>
                  </a:cubicBezTo>
                  <a:cubicBezTo>
                    <a:pt x="16" y="11"/>
                    <a:pt x="15" y="12"/>
                    <a:pt x="14"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18"/>
            <p:cNvSpPr>
              <a:spLocks/>
            </p:cNvSpPr>
            <p:nvPr/>
          </p:nvSpPr>
          <p:spPr bwMode="auto">
            <a:xfrm>
              <a:off x="6735763" y="3484563"/>
              <a:ext cx="225425" cy="488950"/>
            </a:xfrm>
            <a:custGeom>
              <a:avLst/>
              <a:gdLst/>
              <a:ahLst/>
              <a:cxnLst>
                <a:cxn ang="0">
                  <a:pos x="57" y="290"/>
                </a:cxn>
                <a:cxn ang="0">
                  <a:pos x="67" y="242"/>
                </a:cxn>
                <a:cxn ang="0">
                  <a:pos x="86" y="191"/>
                </a:cxn>
                <a:cxn ang="0">
                  <a:pos x="94" y="153"/>
                </a:cxn>
                <a:cxn ang="0">
                  <a:pos x="111" y="132"/>
                </a:cxn>
                <a:cxn ang="0">
                  <a:pos x="120" y="104"/>
                </a:cxn>
                <a:cxn ang="0">
                  <a:pos x="131" y="61"/>
                </a:cxn>
                <a:cxn ang="0">
                  <a:pos x="138" y="30"/>
                </a:cxn>
                <a:cxn ang="0">
                  <a:pos x="143" y="11"/>
                </a:cxn>
                <a:cxn ang="0">
                  <a:pos x="134" y="1"/>
                </a:cxn>
                <a:cxn ang="0">
                  <a:pos x="127" y="11"/>
                </a:cxn>
                <a:cxn ang="0">
                  <a:pos x="122" y="20"/>
                </a:cxn>
                <a:cxn ang="0">
                  <a:pos x="114" y="34"/>
                </a:cxn>
                <a:cxn ang="0">
                  <a:pos x="110" y="48"/>
                </a:cxn>
                <a:cxn ang="0">
                  <a:pos x="103" y="81"/>
                </a:cxn>
                <a:cxn ang="0">
                  <a:pos x="86" y="110"/>
                </a:cxn>
                <a:cxn ang="0">
                  <a:pos x="76" y="127"/>
                </a:cxn>
                <a:cxn ang="0">
                  <a:pos x="62" y="134"/>
                </a:cxn>
                <a:cxn ang="0">
                  <a:pos x="46" y="150"/>
                </a:cxn>
                <a:cxn ang="0">
                  <a:pos x="37" y="165"/>
                </a:cxn>
                <a:cxn ang="0">
                  <a:pos x="29" y="177"/>
                </a:cxn>
                <a:cxn ang="0">
                  <a:pos x="32" y="189"/>
                </a:cxn>
                <a:cxn ang="0">
                  <a:pos x="42" y="183"/>
                </a:cxn>
                <a:cxn ang="0">
                  <a:pos x="49" y="178"/>
                </a:cxn>
                <a:cxn ang="0">
                  <a:pos x="50" y="187"/>
                </a:cxn>
                <a:cxn ang="0">
                  <a:pos x="53" y="191"/>
                </a:cxn>
                <a:cxn ang="0">
                  <a:pos x="49" y="194"/>
                </a:cxn>
                <a:cxn ang="0">
                  <a:pos x="43" y="192"/>
                </a:cxn>
                <a:cxn ang="0">
                  <a:pos x="46" y="201"/>
                </a:cxn>
                <a:cxn ang="0">
                  <a:pos x="43" y="208"/>
                </a:cxn>
                <a:cxn ang="0">
                  <a:pos x="44" y="217"/>
                </a:cxn>
                <a:cxn ang="0">
                  <a:pos x="37" y="218"/>
                </a:cxn>
                <a:cxn ang="0">
                  <a:pos x="34" y="211"/>
                </a:cxn>
                <a:cxn ang="0">
                  <a:pos x="35" y="203"/>
                </a:cxn>
                <a:cxn ang="0">
                  <a:pos x="28" y="202"/>
                </a:cxn>
                <a:cxn ang="0">
                  <a:pos x="26" y="210"/>
                </a:cxn>
                <a:cxn ang="0">
                  <a:pos x="25" y="224"/>
                </a:cxn>
                <a:cxn ang="0">
                  <a:pos x="22" y="233"/>
                </a:cxn>
                <a:cxn ang="0">
                  <a:pos x="25" y="242"/>
                </a:cxn>
                <a:cxn ang="0">
                  <a:pos x="20" y="245"/>
                </a:cxn>
                <a:cxn ang="0">
                  <a:pos x="16" y="238"/>
                </a:cxn>
                <a:cxn ang="0">
                  <a:pos x="9" y="236"/>
                </a:cxn>
                <a:cxn ang="0">
                  <a:pos x="4" y="230"/>
                </a:cxn>
                <a:cxn ang="0">
                  <a:pos x="0" y="236"/>
                </a:cxn>
                <a:cxn ang="0">
                  <a:pos x="9" y="245"/>
                </a:cxn>
                <a:cxn ang="0">
                  <a:pos x="22" y="259"/>
                </a:cxn>
                <a:cxn ang="0">
                  <a:pos x="24" y="279"/>
                </a:cxn>
                <a:cxn ang="0">
                  <a:pos x="25" y="295"/>
                </a:cxn>
                <a:cxn ang="0">
                  <a:pos x="32" y="309"/>
                </a:cxn>
                <a:cxn ang="0">
                  <a:pos x="44" y="309"/>
                </a:cxn>
              </a:cxnLst>
              <a:rect l="0" t="0" r="r" b="b"/>
              <a:pathLst>
                <a:path w="144" h="311">
                  <a:moveTo>
                    <a:pt x="50" y="305"/>
                  </a:moveTo>
                  <a:cubicBezTo>
                    <a:pt x="52" y="302"/>
                    <a:pt x="55" y="294"/>
                    <a:pt x="57" y="290"/>
                  </a:cubicBezTo>
                  <a:cubicBezTo>
                    <a:pt x="59" y="284"/>
                    <a:pt x="60" y="270"/>
                    <a:pt x="62" y="263"/>
                  </a:cubicBezTo>
                  <a:cubicBezTo>
                    <a:pt x="63" y="258"/>
                    <a:pt x="66" y="247"/>
                    <a:pt x="67" y="242"/>
                  </a:cubicBezTo>
                  <a:cubicBezTo>
                    <a:pt x="70" y="235"/>
                    <a:pt x="75" y="221"/>
                    <a:pt x="77" y="214"/>
                  </a:cubicBezTo>
                  <a:cubicBezTo>
                    <a:pt x="79" y="208"/>
                    <a:pt x="85" y="197"/>
                    <a:pt x="86" y="191"/>
                  </a:cubicBezTo>
                  <a:cubicBezTo>
                    <a:pt x="88" y="186"/>
                    <a:pt x="88" y="174"/>
                    <a:pt x="89" y="169"/>
                  </a:cubicBezTo>
                  <a:cubicBezTo>
                    <a:pt x="90" y="165"/>
                    <a:pt x="92" y="157"/>
                    <a:pt x="94" y="153"/>
                  </a:cubicBezTo>
                  <a:cubicBezTo>
                    <a:pt x="96" y="150"/>
                    <a:pt x="101" y="143"/>
                    <a:pt x="104" y="140"/>
                  </a:cubicBezTo>
                  <a:cubicBezTo>
                    <a:pt x="105" y="138"/>
                    <a:pt x="110" y="135"/>
                    <a:pt x="111" y="132"/>
                  </a:cubicBezTo>
                  <a:cubicBezTo>
                    <a:pt x="113" y="130"/>
                    <a:pt x="115" y="125"/>
                    <a:pt x="116" y="123"/>
                  </a:cubicBezTo>
                  <a:cubicBezTo>
                    <a:pt x="117" y="118"/>
                    <a:pt x="119" y="108"/>
                    <a:pt x="120" y="104"/>
                  </a:cubicBezTo>
                  <a:cubicBezTo>
                    <a:pt x="121" y="97"/>
                    <a:pt x="126" y="85"/>
                    <a:pt x="127" y="79"/>
                  </a:cubicBezTo>
                  <a:cubicBezTo>
                    <a:pt x="128" y="75"/>
                    <a:pt x="130" y="65"/>
                    <a:pt x="131" y="61"/>
                  </a:cubicBezTo>
                  <a:cubicBezTo>
                    <a:pt x="132" y="58"/>
                    <a:pt x="135" y="51"/>
                    <a:pt x="135" y="48"/>
                  </a:cubicBezTo>
                  <a:cubicBezTo>
                    <a:pt x="136" y="43"/>
                    <a:pt x="136" y="34"/>
                    <a:pt x="138" y="30"/>
                  </a:cubicBezTo>
                  <a:cubicBezTo>
                    <a:pt x="138" y="27"/>
                    <a:pt x="142" y="23"/>
                    <a:pt x="142" y="21"/>
                  </a:cubicBezTo>
                  <a:cubicBezTo>
                    <a:pt x="143" y="18"/>
                    <a:pt x="144" y="14"/>
                    <a:pt x="143" y="11"/>
                  </a:cubicBezTo>
                  <a:cubicBezTo>
                    <a:pt x="143" y="9"/>
                    <a:pt x="142" y="3"/>
                    <a:pt x="140" y="1"/>
                  </a:cubicBezTo>
                  <a:cubicBezTo>
                    <a:pt x="139" y="1"/>
                    <a:pt x="135" y="0"/>
                    <a:pt x="134" y="1"/>
                  </a:cubicBezTo>
                  <a:cubicBezTo>
                    <a:pt x="133" y="2"/>
                    <a:pt x="133" y="6"/>
                    <a:pt x="132" y="7"/>
                  </a:cubicBezTo>
                  <a:cubicBezTo>
                    <a:pt x="131" y="8"/>
                    <a:pt x="128" y="10"/>
                    <a:pt x="127" y="11"/>
                  </a:cubicBezTo>
                  <a:cubicBezTo>
                    <a:pt x="126" y="12"/>
                    <a:pt x="122" y="13"/>
                    <a:pt x="122" y="15"/>
                  </a:cubicBezTo>
                  <a:cubicBezTo>
                    <a:pt x="121" y="16"/>
                    <a:pt x="122" y="19"/>
                    <a:pt x="122" y="20"/>
                  </a:cubicBezTo>
                  <a:cubicBezTo>
                    <a:pt x="122" y="22"/>
                    <a:pt x="121" y="26"/>
                    <a:pt x="120" y="28"/>
                  </a:cubicBezTo>
                  <a:cubicBezTo>
                    <a:pt x="119" y="30"/>
                    <a:pt x="116" y="33"/>
                    <a:pt x="114" y="34"/>
                  </a:cubicBezTo>
                  <a:cubicBezTo>
                    <a:pt x="113" y="36"/>
                    <a:pt x="110" y="38"/>
                    <a:pt x="110" y="40"/>
                  </a:cubicBezTo>
                  <a:cubicBezTo>
                    <a:pt x="109" y="42"/>
                    <a:pt x="110" y="46"/>
                    <a:pt x="110" y="48"/>
                  </a:cubicBezTo>
                  <a:cubicBezTo>
                    <a:pt x="110" y="51"/>
                    <a:pt x="110" y="58"/>
                    <a:pt x="109" y="62"/>
                  </a:cubicBezTo>
                  <a:cubicBezTo>
                    <a:pt x="108" y="67"/>
                    <a:pt x="105" y="76"/>
                    <a:pt x="103" y="81"/>
                  </a:cubicBezTo>
                  <a:cubicBezTo>
                    <a:pt x="101" y="85"/>
                    <a:pt x="96" y="93"/>
                    <a:pt x="93" y="97"/>
                  </a:cubicBezTo>
                  <a:cubicBezTo>
                    <a:pt x="91" y="100"/>
                    <a:pt x="88" y="107"/>
                    <a:pt x="86" y="110"/>
                  </a:cubicBezTo>
                  <a:cubicBezTo>
                    <a:pt x="84" y="113"/>
                    <a:pt x="81" y="119"/>
                    <a:pt x="80" y="121"/>
                  </a:cubicBezTo>
                  <a:cubicBezTo>
                    <a:pt x="79" y="123"/>
                    <a:pt x="77" y="126"/>
                    <a:pt x="76" y="127"/>
                  </a:cubicBezTo>
                  <a:cubicBezTo>
                    <a:pt x="74" y="128"/>
                    <a:pt x="71" y="128"/>
                    <a:pt x="69" y="129"/>
                  </a:cubicBezTo>
                  <a:cubicBezTo>
                    <a:pt x="67" y="130"/>
                    <a:pt x="64" y="133"/>
                    <a:pt x="62" y="134"/>
                  </a:cubicBezTo>
                  <a:cubicBezTo>
                    <a:pt x="60" y="136"/>
                    <a:pt x="56" y="139"/>
                    <a:pt x="54" y="141"/>
                  </a:cubicBezTo>
                  <a:cubicBezTo>
                    <a:pt x="52" y="143"/>
                    <a:pt x="48" y="148"/>
                    <a:pt x="46" y="150"/>
                  </a:cubicBezTo>
                  <a:cubicBezTo>
                    <a:pt x="45" y="152"/>
                    <a:pt x="43" y="156"/>
                    <a:pt x="42" y="158"/>
                  </a:cubicBezTo>
                  <a:cubicBezTo>
                    <a:pt x="41" y="160"/>
                    <a:pt x="39" y="163"/>
                    <a:pt x="37" y="165"/>
                  </a:cubicBezTo>
                  <a:cubicBezTo>
                    <a:pt x="36" y="166"/>
                    <a:pt x="33" y="169"/>
                    <a:pt x="32" y="171"/>
                  </a:cubicBezTo>
                  <a:cubicBezTo>
                    <a:pt x="31" y="172"/>
                    <a:pt x="29" y="175"/>
                    <a:pt x="29" y="177"/>
                  </a:cubicBezTo>
                  <a:cubicBezTo>
                    <a:pt x="29" y="178"/>
                    <a:pt x="29" y="181"/>
                    <a:pt x="29" y="183"/>
                  </a:cubicBezTo>
                  <a:cubicBezTo>
                    <a:pt x="30" y="184"/>
                    <a:pt x="31" y="188"/>
                    <a:pt x="32" y="189"/>
                  </a:cubicBezTo>
                  <a:cubicBezTo>
                    <a:pt x="34" y="189"/>
                    <a:pt x="36" y="188"/>
                    <a:pt x="37" y="187"/>
                  </a:cubicBezTo>
                  <a:cubicBezTo>
                    <a:pt x="38" y="186"/>
                    <a:pt x="41" y="185"/>
                    <a:pt x="42" y="183"/>
                  </a:cubicBezTo>
                  <a:cubicBezTo>
                    <a:pt x="43" y="182"/>
                    <a:pt x="44" y="180"/>
                    <a:pt x="45" y="179"/>
                  </a:cubicBezTo>
                  <a:cubicBezTo>
                    <a:pt x="46" y="178"/>
                    <a:pt x="48" y="178"/>
                    <a:pt x="49" y="178"/>
                  </a:cubicBezTo>
                  <a:cubicBezTo>
                    <a:pt x="49" y="178"/>
                    <a:pt x="50" y="180"/>
                    <a:pt x="50" y="181"/>
                  </a:cubicBezTo>
                  <a:cubicBezTo>
                    <a:pt x="50" y="182"/>
                    <a:pt x="49" y="185"/>
                    <a:pt x="50" y="187"/>
                  </a:cubicBezTo>
                  <a:cubicBezTo>
                    <a:pt x="50" y="187"/>
                    <a:pt x="51" y="188"/>
                    <a:pt x="51" y="189"/>
                  </a:cubicBezTo>
                  <a:cubicBezTo>
                    <a:pt x="52" y="189"/>
                    <a:pt x="53" y="191"/>
                    <a:pt x="53" y="191"/>
                  </a:cubicBezTo>
                  <a:cubicBezTo>
                    <a:pt x="53" y="192"/>
                    <a:pt x="52" y="194"/>
                    <a:pt x="52" y="195"/>
                  </a:cubicBezTo>
                  <a:cubicBezTo>
                    <a:pt x="51" y="195"/>
                    <a:pt x="50" y="194"/>
                    <a:pt x="49" y="194"/>
                  </a:cubicBezTo>
                  <a:cubicBezTo>
                    <a:pt x="49" y="194"/>
                    <a:pt x="48" y="193"/>
                    <a:pt x="47" y="192"/>
                  </a:cubicBezTo>
                  <a:cubicBezTo>
                    <a:pt x="46" y="192"/>
                    <a:pt x="44" y="192"/>
                    <a:pt x="43" y="192"/>
                  </a:cubicBezTo>
                  <a:cubicBezTo>
                    <a:pt x="42" y="193"/>
                    <a:pt x="42" y="195"/>
                    <a:pt x="42" y="196"/>
                  </a:cubicBezTo>
                  <a:cubicBezTo>
                    <a:pt x="42" y="197"/>
                    <a:pt x="46" y="199"/>
                    <a:pt x="46" y="201"/>
                  </a:cubicBezTo>
                  <a:cubicBezTo>
                    <a:pt x="46" y="202"/>
                    <a:pt x="44" y="203"/>
                    <a:pt x="44" y="204"/>
                  </a:cubicBezTo>
                  <a:cubicBezTo>
                    <a:pt x="43" y="205"/>
                    <a:pt x="43" y="207"/>
                    <a:pt x="43" y="208"/>
                  </a:cubicBezTo>
                  <a:cubicBezTo>
                    <a:pt x="43" y="209"/>
                    <a:pt x="44" y="211"/>
                    <a:pt x="44" y="212"/>
                  </a:cubicBezTo>
                  <a:cubicBezTo>
                    <a:pt x="44" y="213"/>
                    <a:pt x="44" y="216"/>
                    <a:pt x="44" y="217"/>
                  </a:cubicBezTo>
                  <a:cubicBezTo>
                    <a:pt x="43" y="217"/>
                    <a:pt x="42" y="218"/>
                    <a:pt x="42" y="218"/>
                  </a:cubicBezTo>
                  <a:cubicBezTo>
                    <a:pt x="41" y="218"/>
                    <a:pt x="38" y="219"/>
                    <a:pt x="37" y="218"/>
                  </a:cubicBezTo>
                  <a:cubicBezTo>
                    <a:pt x="36" y="218"/>
                    <a:pt x="35" y="216"/>
                    <a:pt x="35" y="216"/>
                  </a:cubicBezTo>
                  <a:cubicBezTo>
                    <a:pt x="34" y="214"/>
                    <a:pt x="34" y="212"/>
                    <a:pt x="34" y="211"/>
                  </a:cubicBezTo>
                  <a:cubicBezTo>
                    <a:pt x="35" y="210"/>
                    <a:pt x="36" y="208"/>
                    <a:pt x="36" y="207"/>
                  </a:cubicBezTo>
                  <a:cubicBezTo>
                    <a:pt x="36" y="206"/>
                    <a:pt x="36" y="203"/>
                    <a:pt x="35" y="203"/>
                  </a:cubicBezTo>
                  <a:cubicBezTo>
                    <a:pt x="35" y="202"/>
                    <a:pt x="33" y="201"/>
                    <a:pt x="32" y="201"/>
                  </a:cubicBezTo>
                  <a:cubicBezTo>
                    <a:pt x="31" y="200"/>
                    <a:pt x="29" y="201"/>
                    <a:pt x="28" y="202"/>
                  </a:cubicBezTo>
                  <a:cubicBezTo>
                    <a:pt x="28" y="203"/>
                    <a:pt x="28" y="205"/>
                    <a:pt x="28" y="206"/>
                  </a:cubicBezTo>
                  <a:cubicBezTo>
                    <a:pt x="28" y="207"/>
                    <a:pt x="27" y="209"/>
                    <a:pt x="26" y="210"/>
                  </a:cubicBezTo>
                  <a:cubicBezTo>
                    <a:pt x="26" y="211"/>
                    <a:pt x="26" y="213"/>
                    <a:pt x="25" y="214"/>
                  </a:cubicBezTo>
                  <a:cubicBezTo>
                    <a:pt x="25" y="216"/>
                    <a:pt x="26" y="222"/>
                    <a:pt x="25" y="224"/>
                  </a:cubicBezTo>
                  <a:cubicBezTo>
                    <a:pt x="25" y="225"/>
                    <a:pt x="24" y="227"/>
                    <a:pt x="23" y="229"/>
                  </a:cubicBezTo>
                  <a:cubicBezTo>
                    <a:pt x="23" y="230"/>
                    <a:pt x="22" y="232"/>
                    <a:pt x="22" y="233"/>
                  </a:cubicBezTo>
                  <a:cubicBezTo>
                    <a:pt x="22" y="234"/>
                    <a:pt x="24" y="236"/>
                    <a:pt x="24" y="237"/>
                  </a:cubicBezTo>
                  <a:cubicBezTo>
                    <a:pt x="25" y="238"/>
                    <a:pt x="25" y="241"/>
                    <a:pt x="25" y="242"/>
                  </a:cubicBezTo>
                  <a:cubicBezTo>
                    <a:pt x="25" y="242"/>
                    <a:pt x="24" y="244"/>
                    <a:pt x="24" y="244"/>
                  </a:cubicBezTo>
                  <a:cubicBezTo>
                    <a:pt x="23" y="245"/>
                    <a:pt x="21" y="246"/>
                    <a:pt x="20" y="245"/>
                  </a:cubicBezTo>
                  <a:cubicBezTo>
                    <a:pt x="19" y="245"/>
                    <a:pt x="18" y="244"/>
                    <a:pt x="17" y="243"/>
                  </a:cubicBezTo>
                  <a:cubicBezTo>
                    <a:pt x="17" y="242"/>
                    <a:pt x="17" y="239"/>
                    <a:pt x="16" y="238"/>
                  </a:cubicBezTo>
                  <a:cubicBezTo>
                    <a:pt x="16" y="237"/>
                    <a:pt x="14" y="236"/>
                    <a:pt x="13" y="236"/>
                  </a:cubicBezTo>
                  <a:cubicBezTo>
                    <a:pt x="12" y="236"/>
                    <a:pt x="10" y="237"/>
                    <a:pt x="9" y="236"/>
                  </a:cubicBezTo>
                  <a:cubicBezTo>
                    <a:pt x="8" y="236"/>
                    <a:pt x="7" y="235"/>
                    <a:pt x="6" y="234"/>
                  </a:cubicBezTo>
                  <a:cubicBezTo>
                    <a:pt x="6" y="233"/>
                    <a:pt x="5" y="231"/>
                    <a:pt x="4" y="230"/>
                  </a:cubicBezTo>
                  <a:cubicBezTo>
                    <a:pt x="3" y="230"/>
                    <a:pt x="2" y="230"/>
                    <a:pt x="2" y="230"/>
                  </a:cubicBezTo>
                  <a:cubicBezTo>
                    <a:pt x="1" y="231"/>
                    <a:pt x="0" y="234"/>
                    <a:pt x="0" y="236"/>
                  </a:cubicBezTo>
                  <a:cubicBezTo>
                    <a:pt x="0" y="237"/>
                    <a:pt x="2" y="240"/>
                    <a:pt x="3" y="241"/>
                  </a:cubicBezTo>
                  <a:cubicBezTo>
                    <a:pt x="4" y="242"/>
                    <a:pt x="8" y="244"/>
                    <a:pt x="9" y="245"/>
                  </a:cubicBezTo>
                  <a:cubicBezTo>
                    <a:pt x="10" y="246"/>
                    <a:pt x="12" y="249"/>
                    <a:pt x="13" y="250"/>
                  </a:cubicBezTo>
                  <a:cubicBezTo>
                    <a:pt x="15" y="252"/>
                    <a:pt x="21" y="256"/>
                    <a:pt x="22" y="259"/>
                  </a:cubicBezTo>
                  <a:cubicBezTo>
                    <a:pt x="23" y="261"/>
                    <a:pt x="23" y="266"/>
                    <a:pt x="23" y="268"/>
                  </a:cubicBezTo>
                  <a:cubicBezTo>
                    <a:pt x="23" y="271"/>
                    <a:pt x="24" y="276"/>
                    <a:pt x="24" y="279"/>
                  </a:cubicBezTo>
                  <a:cubicBezTo>
                    <a:pt x="25" y="281"/>
                    <a:pt x="26" y="284"/>
                    <a:pt x="27" y="286"/>
                  </a:cubicBezTo>
                  <a:cubicBezTo>
                    <a:pt x="27" y="288"/>
                    <a:pt x="25" y="293"/>
                    <a:pt x="25" y="295"/>
                  </a:cubicBezTo>
                  <a:cubicBezTo>
                    <a:pt x="25" y="297"/>
                    <a:pt x="26" y="301"/>
                    <a:pt x="27" y="302"/>
                  </a:cubicBezTo>
                  <a:cubicBezTo>
                    <a:pt x="28" y="304"/>
                    <a:pt x="30" y="308"/>
                    <a:pt x="32" y="309"/>
                  </a:cubicBezTo>
                  <a:cubicBezTo>
                    <a:pt x="33" y="310"/>
                    <a:pt x="36" y="311"/>
                    <a:pt x="38" y="311"/>
                  </a:cubicBezTo>
                  <a:cubicBezTo>
                    <a:pt x="39" y="311"/>
                    <a:pt x="43" y="310"/>
                    <a:pt x="44" y="309"/>
                  </a:cubicBezTo>
                  <a:cubicBezTo>
                    <a:pt x="46" y="308"/>
                    <a:pt x="49" y="307"/>
                    <a:pt x="50" y="30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9"/>
            <p:cNvSpPr>
              <a:spLocks/>
            </p:cNvSpPr>
            <p:nvPr/>
          </p:nvSpPr>
          <p:spPr bwMode="auto">
            <a:xfrm>
              <a:off x="6784976" y="3714751"/>
              <a:ext cx="15875" cy="9525"/>
            </a:xfrm>
            <a:custGeom>
              <a:avLst/>
              <a:gdLst/>
              <a:ahLst/>
              <a:cxnLst>
                <a:cxn ang="0">
                  <a:pos x="10" y="5"/>
                </a:cxn>
                <a:cxn ang="0">
                  <a:pos x="4" y="5"/>
                </a:cxn>
                <a:cxn ang="0">
                  <a:pos x="1" y="4"/>
                </a:cxn>
                <a:cxn ang="0">
                  <a:pos x="0" y="1"/>
                </a:cxn>
                <a:cxn ang="0">
                  <a:pos x="2" y="0"/>
                </a:cxn>
                <a:cxn ang="0">
                  <a:pos x="6" y="0"/>
                </a:cxn>
                <a:cxn ang="0">
                  <a:pos x="10" y="1"/>
                </a:cxn>
                <a:cxn ang="0">
                  <a:pos x="10" y="5"/>
                </a:cxn>
              </a:cxnLst>
              <a:rect l="0" t="0" r="r" b="b"/>
              <a:pathLst>
                <a:path w="11" h="6">
                  <a:moveTo>
                    <a:pt x="10" y="5"/>
                  </a:moveTo>
                  <a:cubicBezTo>
                    <a:pt x="9" y="6"/>
                    <a:pt x="6" y="5"/>
                    <a:pt x="4" y="5"/>
                  </a:cubicBezTo>
                  <a:cubicBezTo>
                    <a:pt x="3" y="5"/>
                    <a:pt x="2" y="5"/>
                    <a:pt x="1" y="4"/>
                  </a:cubicBezTo>
                  <a:cubicBezTo>
                    <a:pt x="0" y="4"/>
                    <a:pt x="0" y="2"/>
                    <a:pt x="0" y="1"/>
                  </a:cubicBezTo>
                  <a:cubicBezTo>
                    <a:pt x="0" y="1"/>
                    <a:pt x="2" y="0"/>
                    <a:pt x="2" y="0"/>
                  </a:cubicBezTo>
                  <a:cubicBezTo>
                    <a:pt x="3" y="0"/>
                    <a:pt x="5" y="0"/>
                    <a:pt x="6" y="0"/>
                  </a:cubicBezTo>
                  <a:cubicBezTo>
                    <a:pt x="7" y="0"/>
                    <a:pt x="9" y="0"/>
                    <a:pt x="10" y="1"/>
                  </a:cubicBezTo>
                  <a:cubicBezTo>
                    <a:pt x="11" y="2"/>
                    <a:pt x="10" y="4"/>
                    <a:pt x="10"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20"/>
            <p:cNvSpPr>
              <a:spLocks/>
            </p:cNvSpPr>
            <p:nvPr/>
          </p:nvSpPr>
          <p:spPr bwMode="auto">
            <a:xfrm>
              <a:off x="6680201" y="3611563"/>
              <a:ext cx="112713" cy="117475"/>
            </a:xfrm>
            <a:custGeom>
              <a:avLst/>
              <a:gdLst/>
              <a:ahLst/>
              <a:cxnLst>
                <a:cxn ang="0">
                  <a:pos x="29" y="71"/>
                </a:cxn>
                <a:cxn ang="0">
                  <a:pos x="25" y="70"/>
                </a:cxn>
                <a:cxn ang="0">
                  <a:pos x="20" y="70"/>
                </a:cxn>
                <a:cxn ang="0">
                  <a:pos x="16" y="68"/>
                </a:cxn>
                <a:cxn ang="0">
                  <a:pos x="13" y="61"/>
                </a:cxn>
                <a:cxn ang="0">
                  <a:pos x="9" y="58"/>
                </a:cxn>
                <a:cxn ang="0">
                  <a:pos x="5" y="54"/>
                </a:cxn>
                <a:cxn ang="0">
                  <a:pos x="3" y="49"/>
                </a:cxn>
                <a:cxn ang="0">
                  <a:pos x="6" y="46"/>
                </a:cxn>
                <a:cxn ang="0">
                  <a:pos x="6" y="42"/>
                </a:cxn>
                <a:cxn ang="0">
                  <a:pos x="3" y="38"/>
                </a:cxn>
                <a:cxn ang="0">
                  <a:pos x="0" y="34"/>
                </a:cxn>
                <a:cxn ang="0">
                  <a:pos x="3" y="27"/>
                </a:cxn>
                <a:cxn ang="0">
                  <a:pos x="9" y="26"/>
                </a:cxn>
                <a:cxn ang="0">
                  <a:pos x="15" y="21"/>
                </a:cxn>
                <a:cxn ang="0">
                  <a:pos x="23" y="13"/>
                </a:cxn>
                <a:cxn ang="0">
                  <a:pos x="30" y="10"/>
                </a:cxn>
                <a:cxn ang="0">
                  <a:pos x="37" y="5"/>
                </a:cxn>
                <a:cxn ang="0">
                  <a:pos x="44" y="1"/>
                </a:cxn>
                <a:cxn ang="0">
                  <a:pos x="49" y="1"/>
                </a:cxn>
                <a:cxn ang="0">
                  <a:pos x="49" y="7"/>
                </a:cxn>
                <a:cxn ang="0">
                  <a:pos x="52" y="8"/>
                </a:cxn>
                <a:cxn ang="0">
                  <a:pos x="57" y="9"/>
                </a:cxn>
                <a:cxn ang="0">
                  <a:pos x="59" y="14"/>
                </a:cxn>
                <a:cxn ang="0">
                  <a:pos x="59" y="19"/>
                </a:cxn>
                <a:cxn ang="0">
                  <a:pos x="56" y="19"/>
                </a:cxn>
                <a:cxn ang="0">
                  <a:pos x="52" y="20"/>
                </a:cxn>
                <a:cxn ang="0">
                  <a:pos x="51" y="23"/>
                </a:cxn>
                <a:cxn ang="0">
                  <a:pos x="52" y="28"/>
                </a:cxn>
                <a:cxn ang="0">
                  <a:pos x="50" y="34"/>
                </a:cxn>
                <a:cxn ang="0">
                  <a:pos x="47" y="39"/>
                </a:cxn>
                <a:cxn ang="0">
                  <a:pos x="47" y="43"/>
                </a:cxn>
                <a:cxn ang="0">
                  <a:pos x="49" y="47"/>
                </a:cxn>
                <a:cxn ang="0">
                  <a:pos x="53" y="47"/>
                </a:cxn>
                <a:cxn ang="0">
                  <a:pos x="57" y="43"/>
                </a:cxn>
                <a:cxn ang="0">
                  <a:pos x="62" y="37"/>
                </a:cxn>
                <a:cxn ang="0">
                  <a:pos x="68" y="35"/>
                </a:cxn>
                <a:cxn ang="0">
                  <a:pos x="71" y="36"/>
                </a:cxn>
                <a:cxn ang="0">
                  <a:pos x="72" y="40"/>
                </a:cxn>
                <a:cxn ang="0">
                  <a:pos x="69" y="44"/>
                </a:cxn>
                <a:cxn ang="0">
                  <a:pos x="71" y="49"/>
                </a:cxn>
                <a:cxn ang="0">
                  <a:pos x="71" y="52"/>
                </a:cxn>
                <a:cxn ang="0">
                  <a:pos x="67" y="54"/>
                </a:cxn>
                <a:cxn ang="0">
                  <a:pos x="61" y="54"/>
                </a:cxn>
                <a:cxn ang="0">
                  <a:pos x="55" y="56"/>
                </a:cxn>
                <a:cxn ang="0">
                  <a:pos x="47" y="64"/>
                </a:cxn>
                <a:cxn ang="0">
                  <a:pos x="43" y="69"/>
                </a:cxn>
                <a:cxn ang="0">
                  <a:pos x="43" y="73"/>
                </a:cxn>
                <a:cxn ang="0">
                  <a:pos x="41" y="72"/>
                </a:cxn>
                <a:cxn ang="0">
                  <a:pos x="39" y="67"/>
                </a:cxn>
                <a:cxn ang="0">
                  <a:pos x="36" y="66"/>
                </a:cxn>
                <a:cxn ang="0">
                  <a:pos x="33" y="65"/>
                </a:cxn>
                <a:cxn ang="0">
                  <a:pos x="30" y="65"/>
                </a:cxn>
                <a:cxn ang="0">
                  <a:pos x="29" y="67"/>
                </a:cxn>
                <a:cxn ang="0">
                  <a:pos x="29" y="71"/>
                </a:cxn>
              </a:cxnLst>
              <a:rect l="0" t="0" r="r" b="b"/>
              <a:pathLst>
                <a:path w="72" h="74">
                  <a:moveTo>
                    <a:pt x="29" y="71"/>
                  </a:moveTo>
                  <a:cubicBezTo>
                    <a:pt x="28" y="72"/>
                    <a:pt x="26" y="70"/>
                    <a:pt x="25" y="70"/>
                  </a:cubicBezTo>
                  <a:cubicBezTo>
                    <a:pt x="24" y="69"/>
                    <a:pt x="21" y="70"/>
                    <a:pt x="20" y="70"/>
                  </a:cubicBezTo>
                  <a:cubicBezTo>
                    <a:pt x="19" y="70"/>
                    <a:pt x="17" y="69"/>
                    <a:pt x="16" y="68"/>
                  </a:cubicBezTo>
                  <a:cubicBezTo>
                    <a:pt x="15" y="67"/>
                    <a:pt x="15" y="63"/>
                    <a:pt x="13" y="61"/>
                  </a:cubicBezTo>
                  <a:cubicBezTo>
                    <a:pt x="13" y="60"/>
                    <a:pt x="10" y="59"/>
                    <a:pt x="9" y="58"/>
                  </a:cubicBezTo>
                  <a:cubicBezTo>
                    <a:pt x="8" y="57"/>
                    <a:pt x="5" y="55"/>
                    <a:pt x="5" y="54"/>
                  </a:cubicBezTo>
                  <a:cubicBezTo>
                    <a:pt x="4" y="53"/>
                    <a:pt x="3" y="50"/>
                    <a:pt x="3" y="49"/>
                  </a:cubicBezTo>
                  <a:cubicBezTo>
                    <a:pt x="4" y="48"/>
                    <a:pt x="5" y="47"/>
                    <a:pt x="6" y="46"/>
                  </a:cubicBezTo>
                  <a:cubicBezTo>
                    <a:pt x="6" y="45"/>
                    <a:pt x="7" y="43"/>
                    <a:pt x="6" y="42"/>
                  </a:cubicBezTo>
                  <a:cubicBezTo>
                    <a:pt x="6" y="40"/>
                    <a:pt x="4" y="39"/>
                    <a:pt x="3" y="38"/>
                  </a:cubicBezTo>
                  <a:cubicBezTo>
                    <a:pt x="2" y="37"/>
                    <a:pt x="0" y="35"/>
                    <a:pt x="0" y="34"/>
                  </a:cubicBezTo>
                  <a:cubicBezTo>
                    <a:pt x="0" y="32"/>
                    <a:pt x="1" y="28"/>
                    <a:pt x="3" y="27"/>
                  </a:cubicBezTo>
                  <a:cubicBezTo>
                    <a:pt x="4" y="26"/>
                    <a:pt x="7" y="26"/>
                    <a:pt x="9" y="26"/>
                  </a:cubicBezTo>
                  <a:cubicBezTo>
                    <a:pt x="11" y="25"/>
                    <a:pt x="14" y="23"/>
                    <a:pt x="15" y="21"/>
                  </a:cubicBezTo>
                  <a:cubicBezTo>
                    <a:pt x="17" y="20"/>
                    <a:pt x="20" y="15"/>
                    <a:pt x="23" y="13"/>
                  </a:cubicBezTo>
                  <a:cubicBezTo>
                    <a:pt x="24" y="12"/>
                    <a:pt x="28" y="11"/>
                    <a:pt x="30" y="10"/>
                  </a:cubicBezTo>
                  <a:cubicBezTo>
                    <a:pt x="32" y="9"/>
                    <a:pt x="35" y="6"/>
                    <a:pt x="37" y="5"/>
                  </a:cubicBezTo>
                  <a:cubicBezTo>
                    <a:pt x="39" y="4"/>
                    <a:pt x="42" y="2"/>
                    <a:pt x="44" y="1"/>
                  </a:cubicBezTo>
                  <a:cubicBezTo>
                    <a:pt x="45" y="1"/>
                    <a:pt x="48" y="0"/>
                    <a:pt x="49" y="1"/>
                  </a:cubicBezTo>
                  <a:cubicBezTo>
                    <a:pt x="50" y="2"/>
                    <a:pt x="48" y="6"/>
                    <a:pt x="49" y="7"/>
                  </a:cubicBezTo>
                  <a:cubicBezTo>
                    <a:pt x="50" y="8"/>
                    <a:pt x="51" y="8"/>
                    <a:pt x="52" y="8"/>
                  </a:cubicBezTo>
                  <a:cubicBezTo>
                    <a:pt x="53" y="9"/>
                    <a:pt x="56" y="8"/>
                    <a:pt x="57" y="9"/>
                  </a:cubicBezTo>
                  <a:cubicBezTo>
                    <a:pt x="58" y="10"/>
                    <a:pt x="58" y="12"/>
                    <a:pt x="59" y="14"/>
                  </a:cubicBezTo>
                  <a:cubicBezTo>
                    <a:pt x="59" y="15"/>
                    <a:pt x="59" y="18"/>
                    <a:pt x="59" y="19"/>
                  </a:cubicBezTo>
                  <a:cubicBezTo>
                    <a:pt x="58" y="19"/>
                    <a:pt x="56" y="19"/>
                    <a:pt x="56" y="19"/>
                  </a:cubicBezTo>
                  <a:cubicBezTo>
                    <a:pt x="55" y="19"/>
                    <a:pt x="52" y="19"/>
                    <a:pt x="52" y="20"/>
                  </a:cubicBezTo>
                  <a:cubicBezTo>
                    <a:pt x="51" y="20"/>
                    <a:pt x="51" y="22"/>
                    <a:pt x="51" y="23"/>
                  </a:cubicBezTo>
                  <a:cubicBezTo>
                    <a:pt x="51" y="24"/>
                    <a:pt x="52" y="27"/>
                    <a:pt x="52" y="28"/>
                  </a:cubicBezTo>
                  <a:cubicBezTo>
                    <a:pt x="52" y="29"/>
                    <a:pt x="51" y="32"/>
                    <a:pt x="50" y="34"/>
                  </a:cubicBezTo>
                  <a:cubicBezTo>
                    <a:pt x="50" y="35"/>
                    <a:pt x="48" y="38"/>
                    <a:pt x="47" y="39"/>
                  </a:cubicBezTo>
                  <a:cubicBezTo>
                    <a:pt x="47" y="40"/>
                    <a:pt x="47" y="42"/>
                    <a:pt x="47" y="43"/>
                  </a:cubicBezTo>
                  <a:cubicBezTo>
                    <a:pt x="47" y="44"/>
                    <a:pt x="48" y="46"/>
                    <a:pt x="49" y="47"/>
                  </a:cubicBezTo>
                  <a:cubicBezTo>
                    <a:pt x="50" y="47"/>
                    <a:pt x="52" y="47"/>
                    <a:pt x="53" y="47"/>
                  </a:cubicBezTo>
                  <a:cubicBezTo>
                    <a:pt x="54" y="46"/>
                    <a:pt x="56" y="44"/>
                    <a:pt x="57" y="43"/>
                  </a:cubicBezTo>
                  <a:cubicBezTo>
                    <a:pt x="58" y="41"/>
                    <a:pt x="60" y="38"/>
                    <a:pt x="62" y="37"/>
                  </a:cubicBezTo>
                  <a:cubicBezTo>
                    <a:pt x="64" y="36"/>
                    <a:pt x="67" y="35"/>
                    <a:pt x="68" y="35"/>
                  </a:cubicBezTo>
                  <a:cubicBezTo>
                    <a:pt x="69" y="35"/>
                    <a:pt x="71" y="36"/>
                    <a:pt x="71" y="36"/>
                  </a:cubicBezTo>
                  <a:cubicBezTo>
                    <a:pt x="72" y="37"/>
                    <a:pt x="72" y="39"/>
                    <a:pt x="72" y="40"/>
                  </a:cubicBezTo>
                  <a:cubicBezTo>
                    <a:pt x="71" y="41"/>
                    <a:pt x="70" y="43"/>
                    <a:pt x="69" y="44"/>
                  </a:cubicBezTo>
                  <a:cubicBezTo>
                    <a:pt x="69" y="45"/>
                    <a:pt x="71" y="47"/>
                    <a:pt x="71" y="49"/>
                  </a:cubicBezTo>
                  <a:cubicBezTo>
                    <a:pt x="71" y="50"/>
                    <a:pt x="72" y="51"/>
                    <a:pt x="71" y="52"/>
                  </a:cubicBezTo>
                  <a:cubicBezTo>
                    <a:pt x="70" y="53"/>
                    <a:pt x="68" y="54"/>
                    <a:pt x="67" y="54"/>
                  </a:cubicBezTo>
                  <a:cubicBezTo>
                    <a:pt x="66" y="54"/>
                    <a:pt x="63" y="54"/>
                    <a:pt x="61" y="54"/>
                  </a:cubicBezTo>
                  <a:cubicBezTo>
                    <a:pt x="60" y="55"/>
                    <a:pt x="56" y="55"/>
                    <a:pt x="55" y="56"/>
                  </a:cubicBezTo>
                  <a:cubicBezTo>
                    <a:pt x="52" y="57"/>
                    <a:pt x="49" y="62"/>
                    <a:pt x="47" y="64"/>
                  </a:cubicBezTo>
                  <a:cubicBezTo>
                    <a:pt x="46" y="65"/>
                    <a:pt x="44" y="68"/>
                    <a:pt x="43" y="69"/>
                  </a:cubicBezTo>
                  <a:cubicBezTo>
                    <a:pt x="43" y="70"/>
                    <a:pt x="44" y="73"/>
                    <a:pt x="43" y="73"/>
                  </a:cubicBezTo>
                  <a:cubicBezTo>
                    <a:pt x="43" y="74"/>
                    <a:pt x="41" y="72"/>
                    <a:pt x="41" y="72"/>
                  </a:cubicBezTo>
                  <a:cubicBezTo>
                    <a:pt x="40" y="71"/>
                    <a:pt x="40" y="68"/>
                    <a:pt x="39" y="67"/>
                  </a:cubicBezTo>
                  <a:cubicBezTo>
                    <a:pt x="38" y="66"/>
                    <a:pt x="36" y="66"/>
                    <a:pt x="36" y="66"/>
                  </a:cubicBezTo>
                  <a:cubicBezTo>
                    <a:pt x="35" y="66"/>
                    <a:pt x="34" y="65"/>
                    <a:pt x="33" y="65"/>
                  </a:cubicBezTo>
                  <a:cubicBezTo>
                    <a:pt x="32" y="64"/>
                    <a:pt x="30" y="64"/>
                    <a:pt x="30" y="65"/>
                  </a:cubicBezTo>
                  <a:cubicBezTo>
                    <a:pt x="29" y="65"/>
                    <a:pt x="29" y="66"/>
                    <a:pt x="29" y="67"/>
                  </a:cubicBezTo>
                  <a:cubicBezTo>
                    <a:pt x="29" y="68"/>
                    <a:pt x="30" y="71"/>
                    <a:pt x="29" y="7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21"/>
            <p:cNvSpPr>
              <a:spLocks/>
            </p:cNvSpPr>
            <p:nvPr/>
          </p:nvSpPr>
          <p:spPr bwMode="auto">
            <a:xfrm>
              <a:off x="6772276" y="3606801"/>
              <a:ext cx="38100" cy="28575"/>
            </a:xfrm>
            <a:custGeom>
              <a:avLst/>
              <a:gdLst/>
              <a:ahLst/>
              <a:cxnLst>
                <a:cxn ang="0">
                  <a:pos x="16" y="14"/>
                </a:cxn>
                <a:cxn ang="0">
                  <a:pos x="13" y="15"/>
                </a:cxn>
                <a:cxn ang="0">
                  <a:pos x="12" y="18"/>
                </a:cxn>
                <a:cxn ang="0">
                  <a:pos x="8" y="18"/>
                </a:cxn>
                <a:cxn ang="0">
                  <a:pos x="5" y="17"/>
                </a:cxn>
                <a:cxn ang="0">
                  <a:pos x="5" y="14"/>
                </a:cxn>
                <a:cxn ang="0">
                  <a:pos x="6" y="11"/>
                </a:cxn>
                <a:cxn ang="0">
                  <a:pos x="9" y="11"/>
                </a:cxn>
                <a:cxn ang="0">
                  <a:pos x="11" y="8"/>
                </a:cxn>
                <a:cxn ang="0">
                  <a:pos x="9" y="7"/>
                </a:cxn>
                <a:cxn ang="0">
                  <a:pos x="7" y="6"/>
                </a:cxn>
                <a:cxn ang="0">
                  <a:pos x="4" y="9"/>
                </a:cxn>
                <a:cxn ang="0">
                  <a:pos x="1" y="8"/>
                </a:cxn>
                <a:cxn ang="0">
                  <a:pos x="0" y="6"/>
                </a:cxn>
                <a:cxn ang="0">
                  <a:pos x="1" y="3"/>
                </a:cxn>
                <a:cxn ang="0">
                  <a:pos x="4" y="2"/>
                </a:cxn>
                <a:cxn ang="0">
                  <a:pos x="9" y="2"/>
                </a:cxn>
                <a:cxn ang="0">
                  <a:pos x="13" y="0"/>
                </a:cxn>
                <a:cxn ang="0">
                  <a:pos x="17" y="0"/>
                </a:cxn>
                <a:cxn ang="0">
                  <a:pos x="20" y="1"/>
                </a:cxn>
                <a:cxn ang="0">
                  <a:pos x="21" y="5"/>
                </a:cxn>
                <a:cxn ang="0">
                  <a:pos x="24" y="8"/>
                </a:cxn>
                <a:cxn ang="0">
                  <a:pos x="25" y="11"/>
                </a:cxn>
                <a:cxn ang="0">
                  <a:pos x="25" y="14"/>
                </a:cxn>
                <a:cxn ang="0">
                  <a:pos x="23" y="17"/>
                </a:cxn>
                <a:cxn ang="0">
                  <a:pos x="20" y="18"/>
                </a:cxn>
                <a:cxn ang="0">
                  <a:pos x="18" y="16"/>
                </a:cxn>
                <a:cxn ang="0">
                  <a:pos x="17" y="14"/>
                </a:cxn>
                <a:cxn ang="0">
                  <a:pos x="16" y="14"/>
                </a:cxn>
              </a:cxnLst>
              <a:rect l="0" t="0" r="r" b="b"/>
              <a:pathLst>
                <a:path w="25" h="18">
                  <a:moveTo>
                    <a:pt x="16" y="14"/>
                  </a:moveTo>
                  <a:cubicBezTo>
                    <a:pt x="15" y="14"/>
                    <a:pt x="14" y="15"/>
                    <a:pt x="13" y="15"/>
                  </a:cubicBezTo>
                  <a:cubicBezTo>
                    <a:pt x="13" y="16"/>
                    <a:pt x="12" y="17"/>
                    <a:pt x="12" y="18"/>
                  </a:cubicBezTo>
                  <a:cubicBezTo>
                    <a:pt x="11" y="18"/>
                    <a:pt x="9" y="18"/>
                    <a:pt x="8" y="18"/>
                  </a:cubicBezTo>
                  <a:cubicBezTo>
                    <a:pt x="7" y="18"/>
                    <a:pt x="6" y="18"/>
                    <a:pt x="5" y="17"/>
                  </a:cubicBezTo>
                  <a:cubicBezTo>
                    <a:pt x="4" y="17"/>
                    <a:pt x="4" y="14"/>
                    <a:pt x="5" y="14"/>
                  </a:cubicBezTo>
                  <a:cubicBezTo>
                    <a:pt x="5" y="13"/>
                    <a:pt x="6" y="12"/>
                    <a:pt x="6" y="11"/>
                  </a:cubicBezTo>
                  <a:cubicBezTo>
                    <a:pt x="7" y="11"/>
                    <a:pt x="9" y="11"/>
                    <a:pt x="9" y="11"/>
                  </a:cubicBezTo>
                  <a:cubicBezTo>
                    <a:pt x="10" y="10"/>
                    <a:pt x="11" y="9"/>
                    <a:pt x="11" y="8"/>
                  </a:cubicBezTo>
                  <a:cubicBezTo>
                    <a:pt x="11" y="8"/>
                    <a:pt x="10" y="7"/>
                    <a:pt x="9" y="7"/>
                  </a:cubicBezTo>
                  <a:cubicBezTo>
                    <a:pt x="8" y="6"/>
                    <a:pt x="7" y="6"/>
                    <a:pt x="7" y="6"/>
                  </a:cubicBezTo>
                  <a:cubicBezTo>
                    <a:pt x="6" y="6"/>
                    <a:pt x="5" y="8"/>
                    <a:pt x="4" y="9"/>
                  </a:cubicBezTo>
                  <a:cubicBezTo>
                    <a:pt x="3" y="9"/>
                    <a:pt x="2" y="9"/>
                    <a:pt x="1" y="8"/>
                  </a:cubicBezTo>
                  <a:cubicBezTo>
                    <a:pt x="1" y="8"/>
                    <a:pt x="0" y="7"/>
                    <a:pt x="0" y="6"/>
                  </a:cubicBezTo>
                  <a:cubicBezTo>
                    <a:pt x="0" y="6"/>
                    <a:pt x="0" y="4"/>
                    <a:pt x="1" y="3"/>
                  </a:cubicBezTo>
                  <a:cubicBezTo>
                    <a:pt x="1" y="3"/>
                    <a:pt x="3" y="2"/>
                    <a:pt x="4" y="2"/>
                  </a:cubicBezTo>
                  <a:cubicBezTo>
                    <a:pt x="5" y="1"/>
                    <a:pt x="8" y="2"/>
                    <a:pt x="9" y="2"/>
                  </a:cubicBezTo>
                  <a:cubicBezTo>
                    <a:pt x="10" y="2"/>
                    <a:pt x="12" y="0"/>
                    <a:pt x="13" y="0"/>
                  </a:cubicBezTo>
                  <a:cubicBezTo>
                    <a:pt x="14" y="0"/>
                    <a:pt x="16" y="0"/>
                    <a:pt x="17" y="0"/>
                  </a:cubicBezTo>
                  <a:cubicBezTo>
                    <a:pt x="18" y="0"/>
                    <a:pt x="19" y="0"/>
                    <a:pt x="20" y="1"/>
                  </a:cubicBezTo>
                  <a:cubicBezTo>
                    <a:pt x="21" y="2"/>
                    <a:pt x="21" y="4"/>
                    <a:pt x="21" y="5"/>
                  </a:cubicBezTo>
                  <a:cubicBezTo>
                    <a:pt x="22" y="6"/>
                    <a:pt x="23" y="8"/>
                    <a:pt x="24" y="8"/>
                  </a:cubicBezTo>
                  <a:cubicBezTo>
                    <a:pt x="24" y="9"/>
                    <a:pt x="25" y="11"/>
                    <a:pt x="25" y="11"/>
                  </a:cubicBezTo>
                  <a:cubicBezTo>
                    <a:pt x="25" y="12"/>
                    <a:pt x="25" y="14"/>
                    <a:pt x="25" y="14"/>
                  </a:cubicBezTo>
                  <a:cubicBezTo>
                    <a:pt x="25" y="15"/>
                    <a:pt x="24" y="17"/>
                    <a:pt x="23" y="17"/>
                  </a:cubicBezTo>
                  <a:cubicBezTo>
                    <a:pt x="22" y="18"/>
                    <a:pt x="20" y="18"/>
                    <a:pt x="20" y="18"/>
                  </a:cubicBezTo>
                  <a:cubicBezTo>
                    <a:pt x="19" y="18"/>
                    <a:pt x="18" y="17"/>
                    <a:pt x="18" y="16"/>
                  </a:cubicBezTo>
                  <a:cubicBezTo>
                    <a:pt x="18" y="16"/>
                    <a:pt x="18" y="14"/>
                    <a:pt x="17" y="14"/>
                  </a:cubicBezTo>
                  <a:cubicBezTo>
                    <a:pt x="17" y="14"/>
                    <a:pt x="16" y="14"/>
                    <a:pt x="16"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22"/>
            <p:cNvSpPr>
              <a:spLocks/>
            </p:cNvSpPr>
            <p:nvPr/>
          </p:nvSpPr>
          <p:spPr bwMode="auto">
            <a:xfrm>
              <a:off x="6165851" y="2976563"/>
              <a:ext cx="733425" cy="661988"/>
            </a:xfrm>
            <a:custGeom>
              <a:avLst/>
              <a:gdLst/>
              <a:ahLst/>
              <a:cxnLst>
                <a:cxn ang="0">
                  <a:pos x="369" y="399"/>
                </a:cxn>
                <a:cxn ang="0">
                  <a:pos x="323" y="419"/>
                </a:cxn>
                <a:cxn ang="0">
                  <a:pos x="275" y="393"/>
                </a:cxn>
                <a:cxn ang="0">
                  <a:pos x="258" y="399"/>
                </a:cxn>
                <a:cxn ang="0">
                  <a:pos x="209" y="371"/>
                </a:cxn>
                <a:cxn ang="0">
                  <a:pos x="200" y="392"/>
                </a:cxn>
                <a:cxn ang="0">
                  <a:pos x="166" y="380"/>
                </a:cxn>
                <a:cxn ang="0">
                  <a:pos x="170" y="349"/>
                </a:cxn>
                <a:cxn ang="0">
                  <a:pos x="188" y="342"/>
                </a:cxn>
                <a:cxn ang="0">
                  <a:pos x="164" y="305"/>
                </a:cxn>
                <a:cxn ang="0">
                  <a:pos x="132" y="302"/>
                </a:cxn>
                <a:cxn ang="0">
                  <a:pos x="124" y="302"/>
                </a:cxn>
                <a:cxn ang="0">
                  <a:pos x="108" y="282"/>
                </a:cxn>
                <a:cxn ang="0">
                  <a:pos x="73" y="248"/>
                </a:cxn>
                <a:cxn ang="0">
                  <a:pos x="80" y="198"/>
                </a:cxn>
                <a:cxn ang="0">
                  <a:pos x="61" y="183"/>
                </a:cxn>
                <a:cxn ang="0">
                  <a:pos x="48" y="173"/>
                </a:cxn>
                <a:cxn ang="0">
                  <a:pos x="57" y="156"/>
                </a:cxn>
                <a:cxn ang="0">
                  <a:pos x="50" y="146"/>
                </a:cxn>
                <a:cxn ang="0">
                  <a:pos x="27" y="134"/>
                </a:cxn>
                <a:cxn ang="0">
                  <a:pos x="29" y="115"/>
                </a:cxn>
                <a:cxn ang="0">
                  <a:pos x="69" y="134"/>
                </a:cxn>
                <a:cxn ang="0">
                  <a:pos x="22" y="95"/>
                </a:cxn>
                <a:cxn ang="0">
                  <a:pos x="2" y="73"/>
                </a:cxn>
                <a:cxn ang="0">
                  <a:pos x="34" y="68"/>
                </a:cxn>
                <a:cxn ang="0">
                  <a:pos x="61" y="47"/>
                </a:cxn>
                <a:cxn ang="0">
                  <a:pos x="102" y="75"/>
                </a:cxn>
                <a:cxn ang="0">
                  <a:pos x="143" y="46"/>
                </a:cxn>
                <a:cxn ang="0">
                  <a:pos x="177" y="31"/>
                </a:cxn>
                <a:cxn ang="0">
                  <a:pos x="213" y="13"/>
                </a:cxn>
                <a:cxn ang="0">
                  <a:pos x="236" y="18"/>
                </a:cxn>
                <a:cxn ang="0">
                  <a:pos x="245" y="28"/>
                </a:cxn>
                <a:cxn ang="0">
                  <a:pos x="245" y="11"/>
                </a:cxn>
                <a:cxn ang="0">
                  <a:pos x="293" y="28"/>
                </a:cxn>
                <a:cxn ang="0">
                  <a:pos x="349" y="74"/>
                </a:cxn>
                <a:cxn ang="0">
                  <a:pos x="321" y="59"/>
                </a:cxn>
                <a:cxn ang="0">
                  <a:pos x="306" y="67"/>
                </a:cxn>
                <a:cxn ang="0">
                  <a:pos x="323" y="89"/>
                </a:cxn>
                <a:cxn ang="0">
                  <a:pos x="314" y="101"/>
                </a:cxn>
                <a:cxn ang="0">
                  <a:pos x="281" y="109"/>
                </a:cxn>
                <a:cxn ang="0">
                  <a:pos x="282" y="140"/>
                </a:cxn>
                <a:cxn ang="0">
                  <a:pos x="309" y="128"/>
                </a:cxn>
                <a:cxn ang="0">
                  <a:pos x="324" y="113"/>
                </a:cxn>
                <a:cxn ang="0">
                  <a:pos x="360" y="103"/>
                </a:cxn>
                <a:cxn ang="0">
                  <a:pos x="355" y="76"/>
                </a:cxn>
                <a:cxn ang="0">
                  <a:pos x="373" y="63"/>
                </a:cxn>
                <a:cxn ang="0">
                  <a:pos x="372" y="45"/>
                </a:cxn>
                <a:cxn ang="0">
                  <a:pos x="358" y="13"/>
                </a:cxn>
                <a:cxn ang="0">
                  <a:pos x="366" y="6"/>
                </a:cxn>
                <a:cxn ang="0">
                  <a:pos x="401" y="51"/>
                </a:cxn>
                <a:cxn ang="0">
                  <a:pos x="421" y="105"/>
                </a:cxn>
                <a:cxn ang="0">
                  <a:pos x="385" y="122"/>
                </a:cxn>
                <a:cxn ang="0">
                  <a:pos x="355" y="119"/>
                </a:cxn>
                <a:cxn ang="0">
                  <a:pos x="353" y="137"/>
                </a:cxn>
                <a:cxn ang="0">
                  <a:pos x="375" y="130"/>
                </a:cxn>
                <a:cxn ang="0">
                  <a:pos x="428" y="166"/>
                </a:cxn>
                <a:cxn ang="0">
                  <a:pos x="461" y="224"/>
                </a:cxn>
                <a:cxn ang="0">
                  <a:pos x="440" y="228"/>
                </a:cxn>
                <a:cxn ang="0">
                  <a:pos x="444" y="280"/>
                </a:cxn>
                <a:cxn ang="0">
                  <a:pos x="419" y="386"/>
                </a:cxn>
              </a:cxnLst>
              <a:rect l="0" t="0" r="r" b="b"/>
              <a:pathLst>
                <a:path w="467" h="421">
                  <a:moveTo>
                    <a:pt x="399" y="393"/>
                  </a:moveTo>
                  <a:cubicBezTo>
                    <a:pt x="399" y="393"/>
                    <a:pt x="397" y="392"/>
                    <a:pt x="396" y="391"/>
                  </a:cubicBezTo>
                  <a:cubicBezTo>
                    <a:pt x="395" y="391"/>
                    <a:pt x="392" y="391"/>
                    <a:pt x="391" y="392"/>
                  </a:cubicBezTo>
                  <a:cubicBezTo>
                    <a:pt x="390" y="392"/>
                    <a:pt x="389" y="394"/>
                    <a:pt x="388" y="395"/>
                  </a:cubicBezTo>
                  <a:cubicBezTo>
                    <a:pt x="387" y="396"/>
                    <a:pt x="384" y="397"/>
                    <a:pt x="383" y="397"/>
                  </a:cubicBezTo>
                  <a:cubicBezTo>
                    <a:pt x="381" y="397"/>
                    <a:pt x="378" y="396"/>
                    <a:pt x="377" y="396"/>
                  </a:cubicBezTo>
                  <a:cubicBezTo>
                    <a:pt x="376" y="396"/>
                    <a:pt x="373" y="396"/>
                    <a:pt x="372" y="397"/>
                  </a:cubicBezTo>
                  <a:cubicBezTo>
                    <a:pt x="371" y="397"/>
                    <a:pt x="370" y="399"/>
                    <a:pt x="369" y="399"/>
                  </a:cubicBezTo>
                  <a:cubicBezTo>
                    <a:pt x="368" y="400"/>
                    <a:pt x="366" y="402"/>
                    <a:pt x="365" y="403"/>
                  </a:cubicBezTo>
                  <a:cubicBezTo>
                    <a:pt x="364" y="404"/>
                    <a:pt x="360" y="405"/>
                    <a:pt x="359" y="405"/>
                  </a:cubicBezTo>
                  <a:cubicBezTo>
                    <a:pt x="357" y="406"/>
                    <a:pt x="352" y="408"/>
                    <a:pt x="350" y="409"/>
                  </a:cubicBezTo>
                  <a:cubicBezTo>
                    <a:pt x="349" y="410"/>
                    <a:pt x="347" y="412"/>
                    <a:pt x="345" y="413"/>
                  </a:cubicBezTo>
                  <a:cubicBezTo>
                    <a:pt x="344" y="414"/>
                    <a:pt x="340" y="415"/>
                    <a:pt x="338" y="416"/>
                  </a:cubicBezTo>
                  <a:cubicBezTo>
                    <a:pt x="337" y="416"/>
                    <a:pt x="335" y="417"/>
                    <a:pt x="333" y="417"/>
                  </a:cubicBezTo>
                  <a:cubicBezTo>
                    <a:pt x="332" y="418"/>
                    <a:pt x="331" y="420"/>
                    <a:pt x="329" y="420"/>
                  </a:cubicBezTo>
                  <a:cubicBezTo>
                    <a:pt x="328" y="421"/>
                    <a:pt x="324" y="419"/>
                    <a:pt x="323" y="419"/>
                  </a:cubicBezTo>
                  <a:cubicBezTo>
                    <a:pt x="321" y="418"/>
                    <a:pt x="317" y="415"/>
                    <a:pt x="315" y="413"/>
                  </a:cubicBezTo>
                  <a:cubicBezTo>
                    <a:pt x="314" y="412"/>
                    <a:pt x="313" y="409"/>
                    <a:pt x="312" y="408"/>
                  </a:cubicBezTo>
                  <a:cubicBezTo>
                    <a:pt x="310" y="407"/>
                    <a:pt x="305" y="409"/>
                    <a:pt x="303" y="408"/>
                  </a:cubicBezTo>
                  <a:cubicBezTo>
                    <a:pt x="301" y="408"/>
                    <a:pt x="298" y="406"/>
                    <a:pt x="297" y="405"/>
                  </a:cubicBezTo>
                  <a:cubicBezTo>
                    <a:pt x="295" y="404"/>
                    <a:pt x="291" y="403"/>
                    <a:pt x="290" y="403"/>
                  </a:cubicBezTo>
                  <a:cubicBezTo>
                    <a:pt x="288" y="402"/>
                    <a:pt x="284" y="403"/>
                    <a:pt x="282" y="403"/>
                  </a:cubicBezTo>
                  <a:cubicBezTo>
                    <a:pt x="281" y="402"/>
                    <a:pt x="279" y="400"/>
                    <a:pt x="278" y="399"/>
                  </a:cubicBezTo>
                  <a:cubicBezTo>
                    <a:pt x="277" y="397"/>
                    <a:pt x="276" y="394"/>
                    <a:pt x="275" y="393"/>
                  </a:cubicBezTo>
                  <a:cubicBezTo>
                    <a:pt x="274" y="391"/>
                    <a:pt x="273" y="388"/>
                    <a:pt x="272" y="387"/>
                  </a:cubicBezTo>
                  <a:cubicBezTo>
                    <a:pt x="270" y="386"/>
                    <a:pt x="267" y="385"/>
                    <a:pt x="265" y="386"/>
                  </a:cubicBezTo>
                  <a:cubicBezTo>
                    <a:pt x="264" y="386"/>
                    <a:pt x="264" y="388"/>
                    <a:pt x="265" y="389"/>
                  </a:cubicBezTo>
                  <a:cubicBezTo>
                    <a:pt x="265" y="390"/>
                    <a:pt x="267" y="392"/>
                    <a:pt x="267" y="393"/>
                  </a:cubicBezTo>
                  <a:cubicBezTo>
                    <a:pt x="268" y="394"/>
                    <a:pt x="270" y="396"/>
                    <a:pt x="270" y="397"/>
                  </a:cubicBezTo>
                  <a:cubicBezTo>
                    <a:pt x="270" y="398"/>
                    <a:pt x="271" y="400"/>
                    <a:pt x="270" y="401"/>
                  </a:cubicBezTo>
                  <a:cubicBezTo>
                    <a:pt x="270" y="402"/>
                    <a:pt x="268" y="402"/>
                    <a:pt x="267" y="402"/>
                  </a:cubicBezTo>
                  <a:cubicBezTo>
                    <a:pt x="265" y="402"/>
                    <a:pt x="260" y="400"/>
                    <a:pt x="258" y="399"/>
                  </a:cubicBezTo>
                  <a:cubicBezTo>
                    <a:pt x="256" y="398"/>
                    <a:pt x="252" y="396"/>
                    <a:pt x="250" y="394"/>
                  </a:cubicBezTo>
                  <a:cubicBezTo>
                    <a:pt x="247" y="392"/>
                    <a:pt x="244" y="387"/>
                    <a:pt x="242" y="384"/>
                  </a:cubicBezTo>
                  <a:cubicBezTo>
                    <a:pt x="240" y="382"/>
                    <a:pt x="236" y="378"/>
                    <a:pt x="234" y="377"/>
                  </a:cubicBezTo>
                  <a:cubicBezTo>
                    <a:pt x="232" y="375"/>
                    <a:pt x="227" y="375"/>
                    <a:pt x="225" y="373"/>
                  </a:cubicBezTo>
                  <a:cubicBezTo>
                    <a:pt x="224" y="373"/>
                    <a:pt x="222" y="371"/>
                    <a:pt x="221" y="370"/>
                  </a:cubicBezTo>
                  <a:cubicBezTo>
                    <a:pt x="220" y="369"/>
                    <a:pt x="218" y="366"/>
                    <a:pt x="216" y="366"/>
                  </a:cubicBezTo>
                  <a:cubicBezTo>
                    <a:pt x="214" y="365"/>
                    <a:pt x="209" y="365"/>
                    <a:pt x="208" y="367"/>
                  </a:cubicBezTo>
                  <a:cubicBezTo>
                    <a:pt x="207" y="368"/>
                    <a:pt x="209" y="370"/>
                    <a:pt x="209" y="371"/>
                  </a:cubicBezTo>
                  <a:cubicBezTo>
                    <a:pt x="210" y="372"/>
                    <a:pt x="212" y="373"/>
                    <a:pt x="213" y="374"/>
                  </a:cubicBezTo>
                  <a:cubicBezTo>
                    <a:pt x="214" y="375"/>
                    <a:pt x="215" y="377"/>
                    <a:pt x="215" y="378"/>
                  </a:cubicBezTo>
                  <a:cubicBezTo>
                    <a:pt x="216" y="378"/>
                    <a:pt x="216" y="381"/>
                    <a:pt x="215" y="381"/>
                  </a:cubicBezTo>
                  <a:cubicBezTo>
                    <a:pt x="215" y="383"/>
                    <a:pt x="211" y="383"/>
                    <a:pt x="210" y="385"/>
                  </a:cubicBezTo>
                  <a:cubicBezTo>
                    <a:pt x="209" y="386"/>
                    <a:pt x="208" y="388"/>
                    <a:pt x="208" y="389"/>
                  </a:cubicBezTo>
                  <a:cubicBezTo>
                    <a:pt x="207" y="391"/>
                    <a:pt x="210" y="394"/>
                    <a:pt x="209" y="395"/>
                  </a:cubicBezTo>
                  <a:cubicBezTo>
                    <a:pt x="209" y="396"/>
                    <a:pt x="206" y="397"/>
                    <a:pt x="205" y="397"/>
                  </a:cubicBezTo>
                  <a:cubicBezTo>
                    <a:pt x="203" y="396"/>
                    <a:pt x="201" y="393"/>
                    <a:pt x="200" y="392"/>
                  </a:cubicBezTo>
                  <a:cubicBezTo>
                    <a:pt x="199" y="390"/>
                    <a:pt x="200" y="385"/>
                    <a:pt x="199" y="383"/>
                  </a:cubicBezTo>
                  <a:cubicBezTo>
                    <a:pt x="199" y="381"/>
                    <a:pt x="197" y="376"/>
                    <a:pt x="195" y="375"/>
                  </a:cubicBezTo>
                  <a:cubicBezTo>
                    <a:pt x="194" y="375"/>
                    <a:pt x="191" y="377"/>
                    <a:pt x="190" y="377"/>
                  </a:cubicBezTo>
                  <a:cubicBezTo>
                    <a:pt x="189" y="377"/>
                    <a:pt x="187" y="375"/>
                    <a:pt x="186" y="374"/>
                  </a:cubicBezTo>
                  <a:cubicBezTo>
                    <a:pt x="184" y="373"/>
                    <a:pt x="182" y="372"/>
                    <a:pt x="181" y="372"/>
                  </a:cubicBezTo>
                  <a:cubicBezTo>
                    <a:pt x="179" y="371"/>
                    <a:pt x="176" y="372"/>
                    <a:pt x="175" y="372"/>
                  </a:cubicBezTo>
                  <a:cubicBezTo>
                    <a:pt x="174" y="372"/>
                    <a:pt x="172" y="374"/>
                    <a:pt x="171" y="375"/>
                  </a:cubicBezTo>
                  <a:cubicBezTo>
                    <a:pt x="169" y="376"/>
                    <a:pt x="167" y="379"/>
                    <a:pt x="166" y="380"/>
                  </a:cubicBezTo>
                  <a:cubicBezTo>
                    <a:pt x="165" y="381"/>
                    <a:pt x="163" y="383"/>
                    <a:pt x="161" y="384"/>
                  </a:cubicBezTo>
                  <a:cubicBezTo>
                    <a:pt x="160" y="385"/>
                    <a:pt x="157" y="385"/>
                    <a:pt x="156" y="385"/>
                  </a:cubicBezTo>
                  <a:cubicBezTo>
                    <a:pt x="154" y="384"/>
                    <a:pt x="153" y="380"/>
                    <a:pt x="153" y="378"/>
                  </a:cubicBezTo>
                  <a:cubicBezTo>
                    <a:pt x="152" y="377"/>
                    <a:pt x="152" y="373"/>
                    <a:pt x="152" y="372"/>
                  </a:cubicBezTo>
                  <a:cubicBezTo>
                    <a:pt x="153" y="370"/>
                    <a:pt x="156" y="369"/>
                    <a:pt x="157" y="367"/>
                  </a:cubicBezTo>
                  <a:cubicBezTo>
                    <a:pt x="158" y="366"/>
                    <a:pt x="159" y="363"/>
                    <a:pt x="160" y="361"/>
                  </a:cubicBezTo>
                  <a:cubicBezTo>
                    <a:pt x="161" y="360"/>
                    <a:pt x="162" y="357"/>
                    <a:pt x="163" y="355"/>
                  </a:cubicBezTo>
                  <a:cubicBezTo>
                    <a:pt x="164" y="354"/>
                    <a:pt x="168" y="351"/>
                    <a:pt x="170" y="349"/>
                  </a:cubicBezTo>
                  <a:cubicBezTo>
                    <a:pt x="171" y="349"/>
                    <a:pt x="174" y="346"/>
                    <a:pt x="175" y="347"/>
                  </a:cubicBezTo>
                  <a:cubicBezTo>
                    <a:pt x="176" y="348"/>
                    <a:pt x="175" y="350"/>
                    <a:pt x="174" y="351"/>
                  </a:cubicBezTo>
                  <a:cubicBezTo>
                    <a:pt x="174" y="351"/>
                    <a:pt x="174" y="354"/>
                    <a:pt x="175" y="354"/>
                  </a:cubicBezTo>
                  <a:cubicBezTo>
                    <a:pt x="176" y="355"/>
                    <a:pt x="178" y="351"/>
                    <a:pt x="180" y="351"/>
                  </a:cubicBezTo>
                  <a:cubicBezTo>
                    <a:pt x="182" y="350"/>
                    <a:pt x="185" y="349"/>
                    <a:pt x="187" y="349"/>
                  </a:cubicBezTo>
                  <a:cubicBezTo>
                    <a:pt x="189" y="348"/>
                    <a:pt x="192" y="349"/>
                    <a:pt x="193" y="348"/>
                  </a:cubicBezTo>
                  <a:cubicBezTo>
                    <a:pt x="193" y="347"/>
                    <a:pt x="194" y="345"/>
                    <a:pt x="193" y="345"/>
                  </a:cubicBezTo>
                  <a:cubicBezTo>
                    <a:pt x="193" y="343"/>
                    <a:pt x="189" y="343"/>
                    <a:pt x="188" y="342"/>
                  </a:cubicBezTo>
                  <a:cubicBezTo>
                    <a:pt x="187" y="340"/>
                    <a:pt x="186" y="337"/>
                    <a:pt x="186" y="335"/>
                  </a:cubicBezTo>
                  <a:cubicBezTo>
                    <a:pt x="185" y="334"/>
                    <a:pt x="182" y="331"/>
                    <a:pt x="181" y="330"/>
                  </a:cubicBezTo>
                  <a:cubicBezTo>
                    <a:pt x="180" y="329"/>
                    <a:pt x="178" y="326"/>
                    <a:pt x="177" y="324"/>
                  </a:cubicBezTo>
                  <a:cubicBezTo>
                    <a:pt x="177" y="323"/>
                    <a:pt x="178" y="320"/>
                    <a:pt x="178" y="319"/>
                  </a:cubicBezTo>
                  <a:cubicBezTo>
                    <a:pt x="177" y="317"/>
                    <a:pt x="175" y="314"/>
                    <a:pt x="174" y="313"/>
                  </a:cubicBezTo>
                  <a:cubicBezTo>
                    <a:pt x="173" y="312"/>
                    <a:pt x="171" y="311"/>
                    <a:pt x="170" y="310"/>
                  </a:cubicBezTo>
                  <a:cubicBezTo>
                    <a:pt x="169" y="309"/>
                    <a:pt x="169" y="306"/>
                    <a:pt x="168" y="305"/>
                  </a:cubicBezTo>
                  <a:cubicBezTo>
                    <a:pt x="167" y="305"/>
                    <a:pt x="165" y="305"/>
                    <a:pt x="164" y="305"/>
                  </a:cubicBezTo>
                  <a:cubicBezTo>
                    <a:pt x="163" y="306"/>
                    <a:pt x="162" y="306"/>
                    <a:pt x="161" y="307"/>
                  </a:cubicBezTo>
                  <a:cubicBezTo>
                    <a:pt x="161" y="307"/>
                    <a:pt x="160" y="309"/>
                    <a:pt x="160" y="310"/>
                  </a:cubicBezTo>
                  <a:cubicBezTo>
                    <a:pt x="159" y="311"/>
                    <a:pt x="156" y="312"/>
                    <a:pt x="155" y="312"/>
                  </a:cubicBezTo>
                  <a:cubicBezTo>
                    <a:pt x="153" y="313"/>
                    <a:pt x="150" y="313"/>
                    <a:pt x="148" y="313"/>
                  </a:cubicBezTo>
                  <a:cubicBezTo>
                    <a:pt x="147" y="312"/>
                    <a:pt x="145" y="310"/>
                    <a:pt x="144" y="309"/>
                  </a:cubicBezTo>
                  <a:cubicBezTo>
                    <a:pt x="142" y="309"/>
                    <a:pt x="139" y="309"/>
                    <a:pt x="138" y="309"/>
                  </a:cubicBezTo>
                  <a:cubicBezTo>
                    <a:pt x="136" y="309"/>
                    <a:pt x="134" y="308"/>
                    <a:pt x="133" y="307"/>
                  </a:cubicBezTo>
                  <a:cubicBezTo>
                    <a:pt x="132" y="306"/>
                    <a:pt x="132" y="303"/>
                    <a:pt x="132" y="302"/>
                  </a:cubicBezTo>
                  <a:cubicBezTo>
                    <a:pt x="131" y="301"/>
                    <a:pt x="131" y="300"/>
                    <a:pt x="130" y="299"/>
                  </a:cubicBezTo>
                  <a:cubicBezTo>
                    <a:pt x="130" y="298"/>
                    <a:pt x="129" y="296"/>
                    <a:pt x="128" y="296"/>
                  </a:cubicBezTo>
                  <a:cubicBezTo>
                    <a:pt x="128" y="295"/>
                    <a:pt x="128" y="294"/>
                    <a:pt x="127" y="294"/>
                  </a:cubicBezTo>
                  <a:cubicBezTo>
                    <a:pt x="127" y="293"/>
                    <a:pt x="125" y="293"/>
                    <a:pt x="124" y="293"/>
                  </a:cubicBezTo>
                  <a:cubicBezTo>
                    <a:pt x="124" y="293"/>
                    <a:pt x="123" y="293"/>
                    <a:pt x="122" y="294"/>
                  </a:cubicBezTo>
                  <a:cubicBezTo>
                    <a:pt x="122" y="294"/>
                    <a:pt x="121" y="296"/>
                    <a:pt x="121" y="297"/>
                  </a:cubicBezTo>
                  <a:cubicBezTo>
                    <a:pt x="122" y="298"/>
                    <a:pt x="123" y="298"/>
                    <a:pt x="124" y="299"/>
                  </a:cubicBezTo>
                  <a:cubicBezTo>
                    <a:pt x="124" y="300"/>
                    <a:pt x="124" y="301"/>
                    <a:pt x="124" y="302"/>
                  </a:cubicBezTo>
                  <a:cubicBezTo>
                    <a:pt x="124" y="302"/>
                    <a:pt x="124" y="304"/>
                    <a:pt x="123" y="305"/>
                  </a:cubicBezTo>
                  <a:cubicBezTo>
                    <a:pt x="123" y="306"/>
                    <a:pt x="124" y="309"/>
                    <a:pt x="123" y="310"/>
                  </a:cubicBezTo>
                  <a:cubicBezTo>
                    <a:pt x="123" y="311"/>
                    <a:pt x="121" y="313"/>
                    <a:pt x="120" y="313"/>
                  </a:cubicBezTo>
                  <a:cubicBezTo>
                    <a:pt x="119" y="313"/>
                    <a:pt x="116" y="312"/>
                    <a:pt x="115" y="311"/>
                  </a:cubicBezTo>
                  <a:cubicBezTo>
                    <a:pt x="114" y="308"/>
                    <a:pt x="117" y="303"/>
                    <a:pt x="116" y="300"/>
                  </a:cubicBezTo>
                  <a:cubicBezTo>
                    <a:pt x="116" y="298"/>
                    <a:pt x="115" y="294"/>
                    <a:pt x="114" y="292"/>
                  </a:cubicBezTo>
                  <a:cubicBezTo>
                    <a:pt x="114" y="290"/>
                    <a:pt x="114" y="286"/>
                    <a:pt x="113" y="285"/>
                  </a:cubicBezTo>
                  <a:cubicBezTo>
                    <a:pt x="112" y="283"/>
                    <a:pt x="109" y="282"/>
                    <a:pt x="108" y="282"/>
                  </a:cubicBezTo>
                  <a:cubicBezTo>
                    <a:pt x="105" y="280"/>
                    <a:pt x="100" y="280"/>
                    <a:pt x="97" y="279"/>
                  </a:cubicBezTo>
                  <a:cubicBezTo>
                    <a:pt x="96" y="278"/>
                    <a:pt x="93" y="276"/>
                    <a:pt x="92" y="275"/>
                  </a:cubicBezTo>
                  <a:cubicBezTo>
                    <a:pt x="90" y="273"/>
                    <a:pt x="88" y="270"/>
                    <a:pt x="87" y="269"/>
                  </a:cubicBezTo>
                  <a:cubicBezTo>
                    <a:pt x="86" y="268"/>
                    <a:pt x="84" y="267"/>
                    <a:pt x="83" y="266"/>
                  </a:cubicBezTo>
                  <a:cubicBezTo>
                    <a:pt x="83" y="266"/>
                    <a:pt x="81" y="264"/>
                    <a:pt x="81" y="263"/>
                  </a:cubicBezTo>
                  <a:cubicBezTo>
                    <a:pt x="80" y="261"/>
                    <a:pt x="81" y="256"/>
                    <a:pt x="80" y="255"/>
                  </a:cubicBezTo>
                  <a:cubicBezTo>
                    <a:pt x="79" y="254"/>
                    <a:pt x="76" y="253"/>
                    <a:pt x="75" y="252"/>
                  </a:cubicBezTo>
                  <a:cubicBezTo>
                    <a:pt x="75" y="252"/>
                    <a:pt x="73" y="250"/>
                    <a:pt x="73" y="248"/>
                  </a:cubicBezTo>
                  <a:cubicBezTo>
                    <a:pt x="73" y="247"/>
                    <a:pt x="74" y="245"/>
                    <a:pt x="75" y="243"/>
                  </a:cubicBezTo>
                  <a:cubicBezTo>
                    <a:pt x="76" y="242"/>
                    <a:pt x="78" y="239"/>
                    <a:pt x="79" y="238"/>
                  </a:cubicBezTo>
                  <a:cubicBezTo>
                    <a:pt x="80" y="234"/>
                    <a:pt x="79" y="227"/>
                    <a:pt x="79" y="223"/>
                  </a:cubicBezTo>
                  <a:cubicBezTo>
                    <a:pt x="79" y="220"/>
                    <a:pt x="80" y="213"/>
                    <a:pt x="79" y="210"/>
                  </a:cubicBezTo>
                  <a:cubicBezTo>
                    <a:pt x="78" y="209"/>
                    <a:pt x="75" y="206"/>
                    <a:pt x="74" y="204"/>
                  </a:cubicBezTo>
                  <a:cubicBezTo>
                    <a:pt x="74" y="203"/>
                    <a:pt x="72" y="201"/>
                    <a:pt x="72" y="200"/>
                  </a:cubicBezTo>
                  <a:cubicBezTo>
                    <a:pt x="72" y="199"/>
                    <a:pt x="74" y="198"/>
                    <a:pt x="75" y="197"/>
                  </a:cubicBezTo>
                  <a:cubicBezTo>
                    <a:pt x="76" y="197"/>
                    <a:pt x="79" y="199"/>
                    <a:pt x="80" y="198"/>
                  </a:cubicBezTo>
                  <a:cubicBezTo>
                    <a:pt x="81" y="198"/>
                    <a:pt x="81" y="196"/>
                    <a:pt x="81" y="195"/>
                  </a:cubicBezTo>
                  <a:cubicBezTo>
                    <a:pt x="81" y="194"/>
                    <a:pt x="80" y="192"/>
                    <a:pt x="80" y="190"/>
                  </a:cubicBezTo>
                  <a:cubicBezTo>
                    <a:pt x="79" y="189"/>
                    <a:pt x="80" y="186"/>
                    <a:pt x="80" y="185"/>
                  </a:cubicBezTo>
                  <a:cubicBezTo>
                    <a:pt x="79" y="184"/>
                    <a:pt x="78" y="182"/>
                    <a:pt x="77" y="182"/>
                  </a:cubicBezTo>
                  <a:cubicBezTo>
                    <a:pt x="76" y="182"/>
                    <a:pt x="74" y="183"/>
                    <a:pt x="74" y="183"/>
                  </a:cubicBezTo>
                  <a:cubicBezTo>
                    <a:pt x="73" y="184"/>
                    <a:pt x="72" y="186"/>
                    <a:pt x="71" y="186"/>
                  </a:cubicBezTo>
                  <a:cubicBezTo>
                    <a:pt x="70" y="186"/>
                    <a:pt x="68" y="184"/>
                    <a:pt x="67" y="183"/>
                  </a:cubicBezTo>
                  <a:cubicBezTo>
                    <a:pt x="65" y="183"/>
                    <a:pt x="62" y="183"/>
                    <a:pt x="61" y="183"/>
                  </a:cubicBezTo>
                  <a:cubicBezTo>
                    <a:pt x="59" y="183"/>
                    <a:pt x="56" y="184"/>
                    <a:pt x="54" y="184"/>
                  </a:cubicBezTo>
                  <a:cubicBezTo>
                    <a:pt x="52" y="184"/>
                    <a:pt x="47" y="184"/>
                    <a:pt x="45" y="183"/>
                  </a:cubicBezTo>
                  <a:cubicBezTo>
                    <a:pt x="44" y="183"/>
                    <a:pt x="42" y="182"/>
                    <a:pt x="41" y="181"/>
                  </a:cubicBezTo>
                  <a:cubicBezTo>
                    <a:pt x="40" y="180"/>
                    <a:pt x="39" y="178"/>
                    <a:pt x="38" y="177"/>
                  </a:cubicBezTo>
                  <a:cubicBezTo>
                    <a:pt x="38" y="176"/>
                    <a:pt x="37" y="175"/>
                    <a:pt x="37" y="174"/>
                  </a:cubicBezTo>
                  <a:cubicBezTo>
                    <a:pt x="37" y="173"/>
                    <a:pt x="39" y="172"/>
                    <a:pt x="39" y="172"/>
                  </a:cubicBezTo>
                  <a:cubicBezTo>
                    <a:pt x="40" y="172"/>
                    <a:pt x="42" y="172"/>
                    <a:pt x="43" y="172"/>
                  </a:cubicBezTo>
                  <a:cubicBezTo>
                    <a:pt x="44" y="172"/>
                    <a:pt x="46" y="173"/>
                    <a:pt x="48" y="173"/>
                  </a:cubicBezTo>
                  <a:cubicBezTo>
                    <a:pt x="49" y="173"/>
                    <a:pt x="51" y="171"/>
                    <a:pt x="52" y="171"/>
                  </a:cubicBezTo>
                  <a:cubicBezTo>
                    <a:pt x="54" y="170"/>
                    <a:pt x="57" y="169"/>
                    <a:pt x="58" y="168"/>
                  </a:cubicBezTo>
                  <a:cubicBezTo>
                    <a:pt x="60" y="168"/>
                    <a:pt x="62" y="166"/>
                    <a:pt x="63" y="166"/>
                  </a:cubicBezTo>
                  <a:cubicBezTo>
                    <a:pt x="64" y="166"/>
                    <a:pt x="67" y="167"/>
                    <a:pt x="68" y="166"/>
                  </a:cubicBezTo>
                  <a:cubicBezTo>
                    <a:pt x="68" y="166"/>
                    <a:pt x="69" y="164"/>
                    <a:pt x="68" y="163"/>
                  </a:cubicBezTo>
                  <a:cubicBezTo>
                    <a:pt x="68" y="162"/>
                    <a:pt x="66" y="161"/>
                    <a:pt x="65" y="161"/>
                  </a:cubicBezTo>
                  <a:cubicBezTo>
                    <a:pt x="64" y="160"/>
                    <a:pt x="61" y="160"/>
                    <a:pt x="60" y="159"/>
                  </a:cubicBezTo>
                  <a:cubicBezTo>
                    <a:pt x="59" y="159"/>
                    <a:pt x="58" y="157"/>
                    <a:pt x="57" y="156"/>
                  </a:cubicBezTo>
                  <a:cubicBezTo>
                    <a:pt x="56" y="155"/>
                    <a:pt x="53" y="152"/>
                    <a:pt x="51" y="152"/>
                  </a:cubicBezTo>
                  <a:cubicBezTo>
                    <a:pt x="50" y="151"/>
                    <a:pt x="49" y="150"/>
                    <a:pt x="48" y="150"/>
                  </a:cubicBezTo>
                  <a:cubicBezTo>
                    <a:pt x="47" y="150"/>
                    <a:pt x="45" y="151"/>
                    <a:pt x="45" y="151"/>
                  </a:cubicBezTo>
                  <a:cubicBezTo>
                    <a:pt x="44" y="151"/>
                    <a:pt x="42" y="150"/>
                    <a:pt x="41" y="150"/>
                  </a:cubicBezTo>
                  <a:cubicBezTo>
                    <a:pt x="40" y="150"/>
                    <a:pt x="39" y="149"/>
                    <a:pt x="39" y="149"/>
                  </a:cubicBezTo>
                  <a:cubicBezTo>
                    <a:pt x="39" y="148"/>
                    <a:pt x="40" y="146"/>
                    <a:pt x="41" y="145"/>
                  </a:cubicBezTo>
                  <a:cubicBezTo>
                    <a:pt x="42" y="145"/>
                    <a:pt x="44" y="145"/>
                    <a:pt x="45" y="145"/>
                  </a:cubicBezTo>
                  <a:cubicBezTo>
                    <a:pt x="46" y="145"/>
                    <a:pt x="49" y="146"/>
                    <a:pt x="50" y="146"/>
                  </a:cubicBezTo>
                  <a:cubicBezTo>
                    <a:pt x="51" y="146"/>
                    <a:pt x="54" y="146"/>
                    <a:pt x="55" y="146"/>
                  </a:cubicBezTo>
                  <a:cubicBezTo>
                    <a:pt x="55" y="145"/>
                    <a:pt x="55" y="144"/>
                    <a:pt x="54" y="143"/>
                  </a:cubicBezTo>
                  <a:cubicBezTo>
                    <a:pt x="54" y="142"/>
                    <a:pt x="53" y="140"/>
                    <a:pt x="52" y="139"/>
                  </a:cubicBezTo>
                  <a:cubicBezTo>
                    <a:pt x="51" y="138"/>
                    <a:pt x="48" y="136"/>
                    <a:pt x="47" y="135"/>
                  </a:cubicBezTo>
                  <a:cubicBezTo>
                    <a:pt x="46" y="134"/>
                    <a:pt x="43" y="133"/>
                    <a:pt x="42" y="133"/>
                  </a:cubicBezTo>
                  <a:cubicBezTo>
                    <a:pt x="41" y="133"/>
                    <a:pt x="38" y="134"/>
                    <a:pt x="37" y="134"/>
                  </a:cubicBezTo>
                  <a:cubicBezTo>
                    <a:pt x="35" y="134"/>
                    <a:pt x="32" y="135"/>
                    <a:pt x="31" y="135"/>
                  </a:cubicBezTo>
                  <a:cubicBezTo>
                    <a:pt x="30" y="134"/>
                    <a:pt x="28" y="134"/>
                    <a:pt x="27" y="134"/>
                  </a:cubicBezTo>
                  <a:cubicBezTo>
                    <a:pt x="26" y="133"/>
                    <a:pt x="25" y="131"/>
                    <a:pt x="24" y="129"/>
                  </a:cubicBezTo>
                  <a:cubicBezTo>
                    <a:pt x="24" y="128"/>
                    <a:pt x="24" y="126"/>
                    <a:pt x="24" y="125"/>
                  </a:cubicBezTo>
                  <a:cubicBezTo>
                    <a:pt x="24" y="124"/>
                    <a:pt x="24" y="121"/>
                    <a:pt x="23" y="120"/>
                  </a:cubicBezTo>
                  <a:cubicBezTo>
                    <a:pt x="22" y="118"/>
                    <a:pt x="19" y="117"/>
                    <a:pt x="19" y="115"/>
                  </a:cubicBezTo>
                  <a:cubicBezTo>
                    <a:pt x="19" y="114"/>
                    <a:pt x="20" y="112"/>
                    <a:pt x="20" y="110"/>
                  </a:cubicBezTo>
                  <a:cubicBezTo>
                    <a:pt x="20" y="110"/>
                    <a:pt x="20" y="108"/>
                    <a:pt x="21" y="108"/>
                  </a:cubicBezTo>
                  <a:cubicBezTo>
                    <a:pt x="22" y="107"/>
                    <a:pt x="25" y="110"/>
                    <a:pt x="25" y="111"/>
                  </a:cubicBezTo>
                  <a:cubicBezTo>
                    <a:pt x="27" y="112"/>
                    <a:pt x="28" y="114"/>
                    <a:pt x="29" y="115"/>
                  </a:cubicBezTo>
                  <a:cubicBezTo>
                    <a:pt x="30" y="116"/>
                    <a:pt x="34" y="119"/>
                    <a:pt x="35" y="120"/>
                  </a:cubicBezTo>
                  <a:cubicBezTo>
                    <a:pt x="37" y="121"/>
                    <a:pt x="40" y="123"/>
                    <a:pt x="42" y="123"/>
                  </a:cubicBezTo>
                  <a:cubicBezTo>
                    <a:pt x="43" y="124"/>
                    <a:pt x="46" y="125"/>
                    <a:pt x="47" y="126"/>
                  </a:cubicBezTo>
                  <a:cubicBezTo>
                    <a:pt x="48" y="126"/>
                    <a:pt x="50" y="128"/>
                    <a:pt x="50" y="129"/>
                  </a:cubicBezTo>
                  <a:cubicBezTo>
                    <a:pt x="52" y="129"/>
                    <a:pt x="55" y="130"/>
                    <a:pt x="56" y="130"/>
                  </a:cubicBezTo>
                  <a:cubicBezTo>
                    <a:pt x="57" y="131"/>
                    <a:pt x="59" y="133"/>
                    <a:pt x="60" y="134"/>
                  </a:cubicBezTo>
                  <a:cubicBezTo>
                    <a:pt x="61" y="134"/>
                    <a:pt x="63" y="135"/>
                    <a:pt x="65" y="135"/>
                  </a:cubicBezTo>
                  <a:cubicBezTo>
                    <a:pt x="66" y="135"/>
                    <a:pt x="68" y="135"/>
                    <a:pt x="69" y="134"/>
                  </a:cubicBezTo>
                  <a:cubicBezTo>
                    <a:pt x="69" y="133"/>
                    <a:pt x="67" y="132"/>
                    <a:pt x="66" y="131"/>
                  </a:cubicBezTo>
                  <a:cubicBezTo>
                    <a:pt x="65" y="130"/>
                    <a:pt x="62" y="128"/>
                    <a:pt x="61" y="127"/>
                  </a:cubicBezTo>
                  <a:cubicBezTo>
                    <a:pt x="59" y="126"/>
                    <a:pt x="54" y="123"/>
                    <a:pt x="51" y="121"/>
                  </a:cubicBezTo>
                  <a:cubicBezTo>
                    <a:pt x="49" y="120"/>
                    <a:pt x="46" y="118"/>
                    <a:pt x="44" y="117"/>
                  </a:cubicBezTo>
                  <a:cubicBezTo>
                    <a:pt x="42" y="115"/>
                    <a:pt x="38" y="114"/>
                    <a:pt x="37" y="112"/>
                  </a:cubicBezTo>
                  <a:cubicBezTo>
                    <a:pt x="35" y="111"/>
                    <a:pt x="32" y="108"/>
                    <a:pt x="31" y="106"/>
                  </a:cubicBezTo>
                  <a:cubicBezTo>
                    <a:pt x="30" y="105"/>
                    <a:pt x="27" y="102"/>
                    <a:pt x="26" y="101"/>
                  </a:cubicBezTo>
                  <a:cubicBezTo>
                    <a:pt x="25" y="100"/>
                    <a:pt x="23" y="97"/>
                    <a:pt x="22" y="95"/>
                  </a:cubicBezTo>
                  <a:cubicBezTo>
                    <a:pt x="22" y="94"/>
                    <a:pt x="21" y="91"/>
                    <a:pt x="20" y="89"/>
                  </a:cubicBezTo>
                  <a:cubicBezTo>
                    <a:pt x="19" y="89"/>
                    <a:pt x="17" y="88"/>
                    <a:pt x="16" y="87"/>
                  </a:cubicBezTo>
                  <a:cubicBezTo>
                    <a:pt x="16" y="87"/>
                    <a:pt x="14" y="87"/>
                    <a:pt x="13" y="87"/>
                  </a:cubicBezTo>
                  <a:cubicBezTo>
                    <a:pt x="12" y="87"/>
                    <a:pt x="10" y="85"/>
                    <a:pt x="9" y="85"/>
                  </a:cubicBezTo>
                  <a:cubicBezTo>
                    <a:pt x="8" y="84"/>
                    <a:pt x="6" y="84"/>
                    <a:pt x="5" y="84"/>
                  </a:cubicBezTo>
                  <a:cubicBezTo>
                    <a:pt x="4" y="83"/>
                    <a:pt x="3" y="82"/>
                    <a:pt x="2" y="81"/>
                  </a:cubicBezTo>
                  <a:cubicBezTo>
                    <a:pt x="1" y="81"/>
                    <a:pt x="1" y="79"/>
                    <a:pt x="0" y="78"/>
                  </a:cubicBezTo>
                  <a:cubicBezTo>
                    <a:pt x="0" y="76"/>
                    <a:pt x="1" y="74"/>
                    <a:pt x="2" y="73"/>
                  </a:cubicBezTo>
                  <a:cubicBezTo>
                    <a:pt x="2" y="72"/>
                    <a:pt x="4" y="71"/>
                    <a:pt x="4" y="71"/>
                  </a:cubicBezTo>
                  <a:cubicBezTo>
                    <a:pt x="5" y="71"/>
                    <a:pt x="7" y="72"/>
                    <a:pt x="7" y="72"/>
                  </a:cubicBezTo>
                  <a:cubicBezTo>
                    <a:pt x="8" y="72"/>
                    <a:pt x="11" y="72"/>
                    <a:pt x="12" y="73"/>
                  </a:cubicBezTo>
                  <a:cubicBezTo>
                    <a:pt x="13" y="74"/>
                    <a:pt x="14" y="76"/>
                    <a:pt x="14" y="76"/>
                  </a:cubicBezTo>
                  <a:cubicBezTo>
                    <a:pt x="16" y="77"/>
                    <a:pt x="20" y="78"/>
                    <a:pt x="21" y="78"/>
                  </a:cubicBezTo>
                  <a:cubicBezTo>
                    <a:pt x="23" y="78"/>
                    <a:pt x="26" y="77"/>
                    <a:pt x="27" y="76"/>
                  </a:cubicBezTo>
                  <a:cubicBezTo>
                    <a:pt x="28" y="76"/>
                    <a:pt x="30" y="74"/>
                    <a:pt x="31" y="72"/>
                  </a:cubicBezTo>
                  <a:cubicBezTo>
                    <a:pt x="32" y="71"/>
                    <a:pt x="33" y="69"/>
                    <a:pt x="34" y="68"/>
                  </a:cubicBezTo>
                  <a:cubicBezTo>
                    <a:pt x="34" y="67"/>
                    <a:pt x="34" y="64"/>
                    <a:pt x="34" y="63"/>
                  </a:cubicBezTo>
                  <a:cubicBezTo>
                    <a:pt x="34" y="61"/>
                    <a:pt x="33" y="59"/>
                    <a:pt x="33" y="58"/>
                  </a:cubicBezTo>
                  <a:cubicBezTo>
                    <a:pt x="34" y="57"/>
                    <a:pt x="34" y="55"/>
                    <a:pt x="35" y="55"/>
                  </a:cubicBezTo>
                  <a:cubicBezTo>
                    <a:pt x="36" y="54"/>
                    <a:pt x="38" y="55"/>
                    <a:pt x="39" y="55"/>
                  </a:cubicBezTo>
                  <a:cubicBezTo>
                    <a:pt x="41" y="55"/>
                    <a:pt x="43" y="54"/>
                    <a:pt x="44" y="54"/>
                  </a:cubicBezTo>
                  <a:cubicBezTo>
                    <a:pt x="46" y="53"/>
                    <a:pt x="47" y="51"/>
                    <a:pt x="48" y="50"/>
                  </a:cubicBezTo>
                  <a:cubicBezTo>
                    <a:pt x="49" y="49"/>
                    <a:pt x="52" y="48"/>
                    <a:pt x="53" y="47"/>
                  </a:cubicBezTo>
                  <a:cubicBezTo>
                    <a:pt x="55" y="47"/>
                    <a:pt x="59" y="47"/>
                    <a:pt x="61" y="47"/>
                  </a:cubicBezTo>
                  <a:cubicBezTo>
                    <a:pt x="62" y="48"/>
                    <a:pt x="65" y="48"/>
                    <a:pt x="66" y="49"/>
                  </a:cubicBezTo>
                  <a:cubicBezTo>
                    <a:pt x="68" y="50"/>
                    <a:pt x="70" y="52"/>
                    <a:pt x="71" y="53"/>
                  </a:cubicBezTo>
                  <a:cubicBezTo>
                    <a:pt x="72" y="55"/>
                    <a:pt x="73" y="58"/>
                    <a:pt x="73" y="60"/>
                  </a:cubicBezTo>
                  <a:cubicBezTo>
                    <a:pt x="74" y="61"/>
                    <a:pt x="74" y="65"/>
                    <a:pt x="74" y="66"/>
                  </a:cubicBezTo>
                  <a:cubicBezTo>
                    <a:pt x="75" y="68"/>
                    <a:pt x="77" y="70"/>
                    <a:pt x="78" y="71"/>
                  </a:cubicBezTo>
                  <a:cubicBezTo>
                    <a:pt x="79" y="73"/>
                    <a:pt x="83" y="74"/>
                    <a:pt x="85" y="75"/>
                  </a:cubicBezTo>
                  <a:cubicBezTo>
                    <a:pt x="87" y="75"/>
                    <a:pt x="91" y="75"/>
                    <a:pt x="93" y="75"/>
                  </a:cubicBezTo>
                  <a:cubicBezTo>
                    <a:pt x="95" y="75"/>
                    <a:pt x="100" y="75"/>
                    <a:pt x="102" y="75"/>
                  </a:cubicBezTo>
                  <a:cubicBezTo>
                    <a:pt x="106" y="74"/>
                    <a:pt x="113" y="72"/>
                    <a:pt x="116" y="70"/>
                  </a:cubicBezTo>
                  <a:cubicBezTo>
                    <a:pt x="119" y="69"/>
                    <a:pt x="123" y="65"/>
                    <a:pt x="125" y="63"/>
                  </a:cubicBezTo>
                  <a:cubicBezTo>
                    <a:pt x="126" y="62"/>
                    <a:pt x="127" y="59"/>
                    <a:pt x="128" y="58"/>
                  </a:cubicBezTo>
                  <a:cubicBezTo>
                    <a:pt x="129" y="57"/>
                    <a:pt x="131" y="57"/>
                    <a:pt x="132" y="57"/>
                  </a:cubicBezTo>
                  <a:cubicBezTo>
                    <a:pt x="133" y="56"/>
                    <a:pt x="135" y="57"/>
                    <a:pt x="136" y="57"/>
                  </a:cubicBezTo>
                  <a:cubicBezTo>
                    <a:pt x="137" y="57"/>
                    <a:pt x="139" y="56"/>
                    <a:pt x="140" y="55"/>
                  </a:cubicBezTo>
                  <a:cubicBezTo>
                    <a:pt x="140" y="54"/>
                    <a:pt x="140" y="51"/>
                    <a:pt x="140" y="50"/>
                  </a:cubicBezTo>
                  <a:cubicBezTo>
                    <a:pt x="140" y="49"/>
                    <a:pt x="142" y="47"/>
                    <a:pt x="143" y="46"/>
                  </a:cubicBezTo>
                  <a:cubicBezTo>
                    <a:pt x="144" y="45"/>
                    <a:pt x="147" y="45"/>
                    <a:pt x="149" y="45"/>
                  </a:cubicBezTo>
                  <a:cubicBezTo>
                    <a:pt x="150" y="45"/>
                    <a:pt x="151" y="45"/>
                    <a:pt x="152" y="45"/>
                  </a:cubicBezTo>
                  <a:cubicBezTo>
                    <a:pt x="154" y="45"/>
                    <a:pt x="156" y="44"/>
                    <a:pt x="156" y="44"/>
                  </a:cubicBezTo>
                  <a:cubicBezTo>
                    <a:pt x="158" y="43"/>
                    <a:pt x="160" y="41"/>
                    <a:pt x="161" y="40"/>
                  </a:cubicBezTo>
                  <a:cubicBezTo>
                    <a:pt x="161" y="39"/>
                    <a:pt x="161" y="37"/>
                    <a:pt x="162" y="36"/>
                  </a:cubicBezTo>
                  <a:cubicBezTo>
                    <a:pt x="164" y="35"/>
                    <a:pt x="168" y="36"/>
                    <a:pt x="170" y="35"/>
                  </a:cubicBezTo>
                  <a:cubicBezTo>
                    <a:pt x="171" y="35"/>
                    <a:pt x="172" y="33"/>
                    <a:pt x="173" y="32"/>
                  </a:cubicBezTo>
                  <a:cubicBezTo>
                    <a:pt x="174" y="31"/>
                    <a:pt x="176" y="31"/>
                    <a:pt x="177" y="31"/>
                  </a:cubicBezTo>
                  <a:cubicBezTo>
                    <a:pt x="179" y="30"/>
                    <a:pt x="182" y="31"/>
                    <a:pt x="183" y="30"/>
                  </a:cubicBezTo>
                  <a:cubicBezTo>
                    <a:pt x="184" y="30"/>
                    <a:pt x="186" y="27"/>
                    <a:pt x="187" y="26"/>
                  </a:cubicBezTo>
                  <a:cubicBezTo>
                    <a:pt x="189" y="25"/>
                    <a:pt x="191" y="24"/>
                    <a:pt x="192" y="23"/>
                  </a:cubicBezTo>
                  <a:cubicBezTo>
                    <a:pt x="193" y="23"/>
                    <a:pt x="196" y="22"/>
                    <a:pt x="197" y="22"/>
                  </a:cubicBezTo>
                  <a:cubicBezTo>
                    <a:pt x="198" y="21"/>
                    <a:pt x="199" y="20"/>
                    <a:pt x="200" y="20"/>
                  </a:cubicBezTo>
                  <a:cubicBezTo>
                    <a:pt x="201" y="19"/>
                    <a:pt x="204" y="21"/>
                    <a:pt x="205" y="20"/>
                  </a:cubicBezTo>
                  <a:cubicBezTo>
                    <a:pt x="206" y="19"/>
                    <a:pt x="205" y="16"/>
                    <a:pt x="206" y="15"/>
                  </a:cubicBezTo>
                  <a:cubicBezTo>
                    <a:pt x="207" y="14"/>
                    <a:pt x="211" y="13"/>
                    <a:pt x="213" y="13"/>
                  </a:cubicBezTo>
                  <a:cubicBezTo>
                    <a:pt x="215" y="12"/>
                    <a:pt x="218" y="13"/>
                    <a:pt x="220" y="13"/>
                  </a:cubicBezTo>
                  <a:cubicBezTo>
                    <a:pt x="221" y="12"/>
                    <a:pt x="224" y="12"/>
                    <a:pt x="226" y="12"/>
                  </a:cubicBezTo>
                  <a:cubicBezTo>
                    <a:pt x="228" y="11"/>
                    <a:pt x="232" y="9"/>
                    <a:pt x="234" y="9"/>
                  </a:cubicBezTo>
                  <a:cubicBezTo>
                    <a:pt x="236" y="9"/>
                    <a:pt x="238" y="10"/>
                    <a:pt x="239" y="11"/>
                  </a:cubicBezTo>
                  <a:cubicBezTo>
                    <a:pt x="239" y="11"/>
                    <a:pt x="239" y="12"/>
                    <a:pt x="239" y="13"/>
                  </a:cubicBezTo>
                  <a:cubicBezTo>
                    <a:pt x="239" y="13"/>
                    <a:pt x="238" y="14"/>
                    <a:pt x="237" y="15"/>
                  </a:cubicBezTo>
                  <a:cubicBezTo>
                    <a:pt x="237" y="15"/>
                    <a:pt x="235" y="15"/>
                    <a:pt x="235" y="16"/>
                  </a:cubicBezTo>
                  <a:cubicBezTo>
                    <a:pt x="235" y="16"/>
                    <a:pt x="236" y="17"/>
                    <a:pt x="236" y="18"/>
                  </a:cubicBezTo>
                  <a:cubicBezTo>
                    <a:pt x="236" y="18"/>
                    <a:pt x="237" y="19"/>
                    <a:pt x="238" y="19"/>
                  </a:cubicBezTo>
                  <a:cubicBezTo>
                    <a:pt x="238" y="20"/>
                    <a:pt x="238" y="21"/>
                    <a:pt x="238" y="22"/>
                  </a:cubicBezTo>
                  <a:cubicBezTo>
                    <a:pt x="238" y="23"/>
                    <a:pt x="239" y="25"/>
                    <a:pt x="238" y="27"/>
                  </a:cubicBezTo>
                  <a:cubicBezTo>
                    <a:pt x="238" y="27"/>
                    <a:pt x="236" y="28"/>
                    <a:pt x="236" y="29"/>
                  </a:cubicBezTo>
                  <a:cubicBezTo>
                    <a:pt x="236" y="30"/>
                    <a:pt x="236" y="31"/>
                    <a:pt x="237" y="31"/>
                  </a:cubicBezTo>
                  <a:cubicBezTo>
                    <a:pt x="237" y="32"/>
                    <a:pt x="239" y="33"/>
                    <a:pt x="240" y="33"/>
                  </a:cubicBezTo>
                  <a:cubicBezTo>
                    <a:pt x="241" y="33"/>
                    <a:pt x="242" y="31"/>
                    <a:pt x="242" y="30"/>
                  </a:cubicBezTo>
                  <a:cubicBezTo>
                    <a:pt x="243" y="30"/>
                    <a:pt x="244" y="28"/>
                    <a:pt x="245" y="28"/>
                  </a:cubicBezTo>
                  <a:cubicBezTo>
                    <a:pt x="246" y="28"/>
                    <a:pt x="247" y="29"/>
                    <a:pt x="248" y="30"/>
                  </a:cubicBezTo>
                  <a:cubicBezTo>
                    <a:pt x="249" y="30"/>
                    <a:pt x="252" y="30"/>
                    <a:pt x="253" y="30"/>
                  </a:cubicBezTo>
                  <a:cubicBezTo>
                    <a:pt x="253" y="29"/>
                    <a:pt x="255" y="28"/>
                    <a:pt x="255" y="27"/>
                  </a:cubicBezTo>
                  <a:cubicBezTo>
                    <a:pt x="255" y="26"/>
                    <a:pt x="253" y="25"/>
                    <a:pt x="252" y="24"/>
                  </a:cubicBezTo>
                  <a:cubicBezTo>
                    <a:pt x="251" y="24"/>
                    <a:pt x="249" y="24"/>
                    <a:pt x="249" y="23"/>
                  </a:cubicBezTo>
                  <a:cubicBezTo>
                    <a:pt x="248" y="22"/>
                    <a:pt x="247" y="20"/>
                    <a:pt x="247" y="19"/>
                  </a:cubicBezTo>
                  <a:cubicBezTo>
                    <a:pt x="247" y="18"/>
                    <a:pt x="248" y="15"/>
                    <a:pt x="248" y="14"/>
                  </a:cubicBezTo>
                  <a:cubicBezTo>
                    <a:pt x="248" y="13"/>
                    <a:pt x="246" y="12"/>
                    <a:pt x="245" y="11"/>
                  </a:cubicBezTo>
                  <a:cubicBezTo>
                    <a:pt x="245" y="10"/>
                    <a:pt x="243" y="8"/>
                    <a:pt x="243" y="7"/>
                  </a:cubicBezTo>
                  <a:cubicBezTo>
                    <a:pt x="242" y="6"/>
                    <a:pt x="243" y="3"/>
                    <a:pt x="244" y="2"/>
                  </a:cubicBezTo>
                  <a:cubicBezTo>
                    <a:pt x="245" y="1"/>
                    <a:pt x="248" y="0"/>
                    <a:pt x="249" y="0"/>
                  </a:cubicBezTo>
                  <a:cubicBezTo>
                    <a:pt x="251" y="1"/>
                    <a:pt x="253" y="2"/>
                    <a:pt x="254" y="2"/>
                  </a:cubicBezTo>
                  <a:cubicBezTo>
                    <a:pt x="256" y="2"/>
                    <a:pt x="259" y="3"/>
                    <a:pt x="261" y="4"/>
                  </a:cubicBezTo>
                  <a:cubicBezTo>
                    <a:pt x="264" y="6"/>
                    <a:pt x="269" y="13"/>
                    <a:pt x="272" y="15"/>
                  </a:cubicBezTo>
                  <a:cubicBezTo>
                    <a:pt x="275" y="17"/>
                    <a:pt x="280" y="19"/>
                    <a:pt x="283" y="21"/>
                  </a:cubicBezTo>
                  <a:cubicBezTo>
                    <a:pt x="286" y="23"/>
                    <a:pt x="290" y="26"/>
                    <a:pt x="293" y="28"/>
                  </a:cubicBezTo>
                  <a:cubicBezTo>
                    <a:pt x="296" y="30"/>
                    <a:pt x="301" y="34"/>
                    <a:pt x="304" y="36"/>
                  </a:cubicBezTo>
                  <a:cubicBezTo>
                    <a:pt x="305" y="37"/>
                    <a:pt x="308" y="40"/>
                    <a:pt x="310" y="41"/>
                  </a:cubicBezTo>
                  <a:cubicBezTo>
                    <a:pt x="313" y="44"/>
                    <a:pt x="318" y="48"/>
                    <a:pt x="321" y="50"/>
                  </a:cubicBezTo>
                  <a:cubicBezTo>
                    <a:pt x="323" y="51"/>
                    <a:pt x="326" y="54"/>
                    <a:pt x="328" y="55"/>
                  </a:cubicBezTo>
                  <a:cubicBezTo>
                    <a:pt x="330" y="57"/>
                    <a:pt x="334" y="60"/>
                    <a:pt x="336" y="62"/>
                  </a:cubicBezTo>
                  <a:cubicBezTo>
                    <a:pt x="338" y="63"/>
                    <a:pt x="341" y="66"/>
                    <a:pt x="343" y="67"/>
                  </a:cubicBezTo>
                  <a:cubicBezTo>
                    <a:pt x="344" y="68"/>
                    <a:pt x="346" y="70"/>
                    <a:pt x="347" y="71"/>
                  </a:cubicBezTo>
                  <a:cubicBezTo>
                    <a:pt x="347" y="72"/>
                    <a:pt x="348" y="73"/>
                    <a:pt x="349" y="74"/>
                  </a:cubicBezTo>
                  <a:cubicBezTo>
                    <a:pt x="349" y="75"/>
                    <a:pt x="349" y="77"/>
                    <a:pt x="349" y="77"/>
                  </a:cubicBezTo>
                  <a:cubicBezTo>
                    <a:pt x="348" y="78"/>
                    <a:pt x="345" y="78"/>
                    <a:pt x="344" y="78"/>
                  </a:cubicBezTo>
                  <a:cubicBezTo>
                    <a:pt x="343" y="78"/>
                    <a:pt x="341" y="75"/>
                    <a:pt x="340" y="74"/>
                  </a:cubicBezTo>
                  <a:cubicBezTo>
                    <a:pt x="338" y="73"/>
                    <a:pt x="334" y="70"/>
                    <a:pt x="334" y="70"/>
                  </a:cubicBezTo>
                  <a:cubicBezTo>
                    <a:pt x="333" y="70"/>
                    <a:pt x="332" y="67"/>
                    <a:pt x="331" y="66"/>
                  </a:cubicBezTo>
                  <a:cubicBezTo>
                    <a:pt x="330" y="64"/>
                    <a:pt x="328" y="62"/>
                    <a:pt x="327" y="61"/>
                  </a:cubicBezTo>
                  <a:cubicBezTo>
                    <a:pt x="326" y="60"/>
                    <a:pt x="325" y="58"/>
                    <a:pt x="324" y="58"/>
                  </a:cubicBezTo>
                  <a:cubicBezTo>
                    <a:pt x="323" y="58"/>
                    <a:pt x="321" y="58"/>
                    <a:pt x="321" y="59"/>
                  </a:cubicBezTo>
                  <a:cubicBezTo>
                    <a:pt x="320" y="59"/>
                    <a:pt x="322" y="61"/>
                    <a:pt x="322" y="62"/>
                  </a:cubicBezTo>
                  <a:cubicBezTo>
                    <a:pt x="322" y="63"/>
                    <a:pt x="322" y="66"/>
                    <a:pt x="322" y="66"/>
                  </a:cubicBezTo>
                  <a:cubicBezTo>
                    <a:pt x="321" y="67"/>
                    <a:pt x="319" y="67"/>
                    <a:pt x="318" y="67"/>
                  </a:cubicBezTo>
                  <a:cubicBezTo>
                    <a:pt x="317" y="67"/>
                    <a:pt x="315" y="66"/>
                    <a:pt x="314" y="65"/>
                  </a:cubicBezTo>
                  <a:cubicBezTo>
                    <a:pt x="313" y="64"/>
                    <a:pt x="312" y="62"/>
                    <a:pt x="311" y="61"/>
                  </a:cubicBezTo>
                  <a:cubicBezTo>
                    <a:pt x="310" y="61"/>
                    <a:pt x="308" y="60"/>
                    <a:pt x="308" y="61"/>
                  </a:cubicBezTo>
                  <a:cubicBezTo>
                    <a:pt x="307" y="61"/>
                    <a:pt x="305" y="62"/>
                    <a:pt x="305" y="62"/>
                  </a:cubicBezTo>
                  <a:cubicBezTo>
                    <a:pt x="305" y="63"/>
                    <a:pt x="306" y="66"/>
                    <a:pt x="306" y="67"/>
                  </a:cubicBezTo>
                  <a:cubicBezTo>
                    <a:pt x="307" y="68"/>
                    <a:pt x="310" y="69"/>
                    <a:pt x="311" y="69"/>
                  </a:cubicBezTo>
                  <a:cubicBezTo>
                    <a:pt x="312" y="70"/>
                    <a:pt x="315" y="71"/>
                    <a:pt x="317" y="72"/>
                  </a:cubicBezTo>
                  <a:cubicBezTo>
                    <a:pt x="318" y="72"/>
                    <a:pt x="320" y="74"/>
                    <a:pt x="321" y="75"/>
                  </a:cubicBezTo>
                  <a:cubicBezTo>
                    <a:pt x="321" y="76"/>
                    <a:pt x="322" y="78"/>
                    <a:pt x="322" y="79"/>
                  </a:cubicBezTo>
                  <a:cubicBezTo>
                    <a:pt x="324" y="80"/>
                    <a:pt x="329" y="80"/>
                    <a:pt x="330" y="82"/>
                  </a:cubicBezTo>
                  <a:cubicBezTo>
                    <a:pt x="331" y="84"/>
                    <a:pt x="331" y="88"/>
                    <a:pt x="331" y="89"/>
                  </a:cubicBezTo>
                  <a:cubicBezTo>
                    <a:pt x="330" y="90"/>
                    <a:pt x="329" y="91"/>
                    <a:pt x="328" y="91"/>
                  </a:cubicBezTo>
                  <a:cubicBezTo>
                    <a:pt x="327" y="92"/>
                    <a:pt x="324" y="89"/>
                    <a:pt x="323" y="89"/>
                  </a:cubicBezTo>
                  <a:cubicBezTo>
                    <a:pt x="322" y="89"/>
                    <a:pt x="320" y="90"/>
                    <a:pt x="319" y="91"/>
                  </a:cubicBezTo>
                  <a:cubicBezTo>
                    <a:pt x="318" y="91"/>
                    <a:pt x="316" y="92"/>
                    <a:pt x="316" y="93"/>
                  </a:cubicBezTo>
                  <a:cubicBezTo>
                    <a:pt x="316" y="94"/>
                    <a:pt x="317" y="96"/>
                    <a:pt x="317" y="96"/>
                  </a:cubicBezTo>
                  <a:cubicBezTo>
                    <a:pt x="318" y="97"/>
                    <a:pt x="319" y="97"/>
                    <a:pt x="319" y="97"/>
                  </a:cubicBezTo>
                  <a:cubicBezTo>
                    <a:pt x="320" y="97"/>
                    <a:pt x="322" y="98"/>
                    <a:pt x="322" y="99"/>
                  </a:cubicBezTo>
                  <a:cubicBezTo>
                    <a:pt x="323" y="100"/>
                    <a:pt x="322" y="102"/>
                    <a:pt x="321" y="102"/>
                  </a:cubicBezTo>
                  <a:cubicBezTo>
                    <a:pt x="320" y="103"/>
                    <a:pt x="318" y="104"/>
                    <a:pt x="317" y="103"/>
                  </a:cubicBezTo>
                  <a:cubicBezTo>
                    <a:pt x="316" y="103"/>
                    <a:pt x="315" y="102"/>
                    <a:pt x="314" y="101"/>
                  </a:cubicBezTo>
                  <a:cubicBezTo>
                    <a:pt x="313" y="101"/>
                    <a:pt x="312" y="101"/>
                    <a:pt x="311" y="102"/>
                  </a:cubicBezTo>
                  <a:cubicBezTo>
                    <a:pt x="310" y="102"/>
                    <a:pt x="309" y="103"/>
                    <a:pt x="308" y="103"/>
                  </a:cubicBezTo>
                  <a:cubicBezTo>
                    <a:pt x="307" y="104"/>
                    <a:pt x="304" y="105"/>
                    <a:pt x="303" y="105"/>
                  </a:cubicBezTo>
                  <a:cubicBezTo>
                    <a:pt x="301" y="105"/>
                    <a:pt x="299" y="105"/>
                    <a:pt x="297" y="105"/>
                  </a:cubicBezTo>
                  <a:cubicBezTo>
                    <a:pt x="296" y="105"/>
                    <a:pt x="293" y="105"/>
                    <a:pt x="292" y="105"/>
                  </a:cubicBezTo>
                  <a:cubicBezTo>
                    <a:pt x="291" y="105"/>
                    <a:pt x="289" y="105"/>
                    <a:pt x="288" y="105"/>
                  </a:cubicBezTo>
                  <a:cubicBezTo>
                    <a:pt x="287" y="105"/>
                    <a:pt x="284" y="105"/>
                    <a:pt x="283" y="106"/>
                  </a:cubicBezTo>
                  <a:cubicBezTo>
                    <a:pt x="283" y="106"/>
                    <a:pt x="282" y="108"/>
                    <a:pt x="281" y="109"/>
                  </a:cubicBezTo>
                  <a:cubicBezTo>
                    <a:pt x="281" y="110"/>
                    <a:pt x="283" y="111"/>
                    <a:pt x="283" y="112"/>
                  </a:cubicBezTo>
                  <a:cubicBezTo>
                    <a:pt x="283" y="113"/>
                    <a:pt x="283" y="115"/>
                    <a:pt x="283" y="116"/>
                  </a:cubicBezTo>
                  <a:cubicBezTo>
                    <a:pt x="284" y="117"/>
                    <a:pt x="288" y="119"/>
                    <a:pt x="289" y="120"/>
                  </a:cubicBezTo>
                  <a:cubicBezTo>
                    <a:pt x="289" y="121"/>
                    <a:pt x="290" y="124"/>
                    <a:pt x="290" y="125"/>
                  </a:cubicBezTo>
                  <a:cubicBezTo>
                    <a:pt x="290" y="127"/>
                    <a:pt x="290" y="130"/>
                    <a:pt x="289" y="132"/>
                  </a:cubicBezTo>
                  <a:cubicBezTo>
                    <a:pt x="288" y="133"/>
                    <a:pt x="286" y="133"/>
                    <a:pt x="284" y="134"/>
                  </a:cubicBezTo>
                  <a:cubicBezTo>
                    <a:pt x="283" y="134"/>
                    <a:pt x="281" y="136"/>
                    <a:pt x="280" y="137"/>
                  </a:cubicBezTo>
                  <a:cubicBezTo>
                    <a:pt x="280" y="138"/>
                    <a:pt x="281" y="139"/>
                    <a:pt x="282" y="140"/>
                  </a:cubicBezTo>
                  <a:cubicBezTo>
                    <a:pt x="283" y="141"/>
                    <a:pt x="286" y="142"/>
                    <a:pt x="288" y="142"/>
                  </a:cubicBezTo>
                  <a:cubicBezTo>
                    <a:pt x="289" y="142"/>
                    <a:pt x="294" y="143"/>
                    <a:pt x="295" y="141"/>
                  </a:cubicBezTo>
                  <a:cubicBezTo>
                    <a:pt x="296" y="140"/>
                    <a:pt x="293" y="137"/>
                    <a:pt x="294" y="136"/>
                  </a:cubicBezTo>
                  <a:cubicBezTo>
                    <a:pt x="294" y="135"/>
                    <a:pt x="296" y="133"/>
                    <a:pt x="297" y="133"/>
                  </a:cubicBezTo>
                  <a:cubicBezTo>
                    <a:pt x="297" y="132"/>
                    <a:pt x="299" y="130"/>
                    <a:pt x="300" y="129"/>
                  </a:cubicBezTo>
                  <a:cubicBezTo>
                    <a:pt x="301" y="128"/>
                    <a:pt x="303" y="127"/>
                    <a:pt x="304" y="127"/>
                  </a:cubicBezTo>
                  <a:cubicBezTo>
                    <a:pt x="305" y="127"/>
                    <a:pt x="306" y="127"/>
                    <a:pt x="307" y="127"/>
                  </a:cubicBezTo>
                  <a:cubicBezTo>
                    <a:pt x="307" y="128"/>
                    <a:pt x="309" y="128"/>
                    <a:pt x="309" y="128"/>
                  </a:cubicBezTo>
                  <a:cubicBezTo>
                    <a:pt x="311" y="128"/>
                    <a:pt x="313" y="129"/>
                    <a:pt x="314" y="129"/>
                  </a:cubicBezTo>
                  <a:cubicBezTo>
                    <a:pt x="316" y="128"/>
                    <a:pt x="317" y="126"/>
                    <a:pt x="318" y="126"/>
                  </a:cubicBezTo>
                  <a:cubicBezTo>
                    <a:pt x="320" y="125"/>
                    <a:pt x="324" y="127"/>
                    <a:pt x="325" y="126"/>
                  </a:cubicBezTo>
                  <a:cubicBezTo>
                    <a:pt x="325" y="125"/>
                    <a:pt x="324" y="123"/>
                    <a:pt x="324" y="122"/>
                  </a:cubicBezTo>
                  <a:cubicBezTo>
                    <a:pt x="323" y="122"/>
                    <a:pt x="320" y="122"/>
                    <a:pt x="319" y="121"/>
                  </a:cubicBezTo>
                  <a:cubicBezTo>
                    <a:pt x="318" y="121"/>
                    <a:pt x="317" y="119"/>
                    <a:pt x="317" y="118"/>
                  </a:cubicBezTo>
                  <a:cubicBezTo>
                    <a:pt x="317" y="117"/>
                    <a:pt x="316" y="114"/>
                    <a:pt x="317" y="113"/>
                  </a:cubicBezTo>
                  <a:cubicBezTo>
                    <a:pt x="318" y="112"/>
                    <a:pt x="322" y="112"/>
                    <a:pt x="324" y="113"/>
                  </a:cubicBezTo>
                  <a:cubicBezTo>
                    <a:pt x="325" y="114"/>
                    <a:pt x="324" y="117"/>
                    <a:pt x="325" y="118"/>
                  </a:cubicBezTo>
                  <a:cubicBezTo>
                    <a:pt x="326" y="119"/>
                    <a:pt x="330" y="119"/>
                    <a:pt x="331" y="119"/>
                  </a:cubicBezTo>
                  <a:cubicBezTo>
                    <a:pt x="333" y="119"/>
                    <a:pt x="335" y="118"/>
                    <a:pt x="336" y="118"/>
                  </a:cubicBezTo>
                  <a:cubicBezTo>
                    <a:pt x="338" y="117"/>
                    <a:pt x="338" y="113"/>
                    <a:pt x="339" y="112"/>
                  </a:cubicBezTo>
                  <a:cubicBezTo>
                    <a:pt x="340" y="111"/>
                    <a:pt x="343" y="110"/>
                    <a:pt x="345" y="109"/>
                  </a:cubicBezTo>
                  <a:cubicBezTo>
                    <a:pt x="346" y="108"/>
                    <a:pt x="348" y="106"/>
                    <a:pt x="349" y="105"/>
                  </a:cubicBezTo>
                  <a:cubicBezTo>
                    <a:pt x="350" y="105"/>
                    <a:pt x="353" y="103"/>
                    <a:pt x="355" y="103"/>
                  </a:cubicBezTo>
                  <a:cubicBezTo>
                    <a:pt x="356" y="103"/>
                    <a:pt x="359" y="103"/>
                    <a:pt x="360" y="103"/>
                  </a:cubicBezTo>
                  <a:cubicBezTo>
                    <a:pt x="362" y="103"/>
                    <a:pt x="366" y="104"/>
                    <a:pt x="367" y="105"/>
                  </a:cubicBezTo>
                  <a:cubicBezTo>
                    <a:pt x="367" y="106"/>
                    <a:pt x="368" y="107"/>
                    <a:pt x="368" y="107"/>
                  </a:cubicBezTo>
                  <a:cubicBezTo>
                    <a:pt x="370" y="107"/>
                    <a:pt x="371" y="104"/>
                    <a:pt x="371" y="102"/>
                  </a:cubicBezTo>
                  <a:cubicBezTo>
                    <a:pt x="372" y="100"/>
                    <a:pt x="372" y="96"/>
                    <a:pt x="372" y="94"/>
                  </a:cubicBezTo>
                  <a:cubicBezTo>
                    <a:pt x="371" y="92"/>
                    <a:pt x="371" y="87"/>
                    <a:pt x="370" y="85"/>
                  </a:cubicBezTo>
                  <a:cubicBezTo>
                    <a:pt x="369" y="83"/>
                    <a:pt x="368" y="81"/>
                    <a:pt x="367" y="80"/>
                  </a:cubicBezTo>
                  <a:cubicBezTo>
                    <a:pt x="365" y="80"/>
                    <a:pt x="361" y="81"/>
                    <a:pt x="360" y="81"/>
                  </a:cubicBezTo>
                  <a:cubicBezTo>
                    <a:pt x="358" y="80"/>
                    <a:pt x="356" y="78"/>
                    <a:pt x="355" y="76"/>
                  </a:cubicBezTo>
                  <a:cubicBezTo>
                    <a:pt x="355" y="75"/>
                    <a:pt x="354" y="73"/>
                    <a:pt x="354" y="72"/>
                  </a:cubicBezTo>
                  <a:cubicBezTo>
                    <a:pt x="354" y="71"/>
                    <a:pt x="354" y="69"/>
                    <a:pt x="355" y="69"/>
                  </a:cubicBezTo>
                  <a:cubicBezTo>
                    <a:pt x="356" y="68"/>
                    <a:pt x="359" y="69"/>
                    <a:pt x="360" y="69"/>
                  </a:cubicBezTo>
                  <a:cubicBezTo>
                    <a:pt x="362" y="70"/>
                    <a:pt x="362" y="73"/>
                    <a:pt x="363" y="74"/>
                  </a:cubicBezTo>
                  <a:cubicBezTo>
                    <a:pt x="365" y="75"/>
                    <a:pt x="369" y="77"/>
                    <a:pt x="371" y="77"/>
                  </a:cubicBezTo>
                  <a:cubicBezTo>
                    <a:pt x="372" y="77"/>
                    <a:pt x="373" y="75"/>
                    <a:pt x="374" y="75"/>
                  </a:cubicBezTo>
                  <a:cubicBezTo>
                    <a:pt x="374" y="74"/>
                    <a:pt x="374" y="72"/>
                    <a:pt x="374" y="71"/>
                  </a:cubicBezTo>
                  <a:cubicBezTo>
                    <a:pt x="373" y="69"/>
                    <a:pt x="373" y="65"/>
                    <a:pt x="373" y="63"/>
                  </a:cubicBezTo>
                  <a:cubicBezTo>
                    <a:pt x="372" y="60"/>
                    <a:pt x="372" y="56"/>
                    <a:pt x="370" y="54"/>
                  </a:cubicBezTo>
                  <a:cubicBezTo>
                    <a:pt x="370" y="52"/>
                    <a:pt x="367" y="50"/>
                    <a:pt x="366" y="49"/>
                  </a:cubicBezTo>
                  <a:cubicBezTo>
                    <a:pt x="365" y="47"/>
                    <a:pt x="362" y="45"/>
                    <a:pt x="362" y="43"/>
                  </a:cubicBezTo>
                  <a:cubicBezTo>
                    <a:pt x="361" y="42"/>
                    <a:pt x="362" y="40"/>
                    <a:pt x="362" y="39"/>
                  </a:cubicBezTo>
                  <a:cubicBezTo>
                    <a:pt x="363" y="38"/>
                    <a:pt x="364" y="37"/>
                    <a:pt x="365" y="37"/>
                  </a:cubicBezTo>
                  <a:cubicBezTo>
                    <a:pt x="365" y="37"/>
                    <a:pt x="367" y="37"/>
                    <a:pt x="367" y="37"/>
                  </a:cubicBezTo>
                  <a:cubicBezTo>
                    <a:pt x="368" y="38"/>
                    <a:pt x="369" y="40"/>
                    <a:pt x="370" y="41"/>
                  </a:cubicBezTo>
                  <a:cubicBezTo>
                    <a:pt x="371" y="42"/>
                    <a:pt x="371" y="44"/>
                    <a:pt x="372" y="45"/>
                  </a:cubicBezTo>
                  <a:cubicBezTo>
                    <a:pt x="373" y="46"/>
                    <a:pt x="375" y="48"/>
                    <a:pt x="375" y="47"/>
                  </a:cubicBezTo>
                  <a:cubicBezTo>
                    <a:pt x="377" y="47"/>
                    <a:pt x="377" y="43"/>
                    <a:pt x="378" y="42"/>
                  </a:cubicBezTo>
                  <a:cubicBezTo>
                    <a:pt x="378" y="39"/>
                    <a:pt x="377" y="34"/>
                    <a:pt x="376" y="32"/>
                  </a:cubicBezTo>
                  <a:cubicBezTo>
                    <a:pt x="376" y="30"/>
                    <a:pt x="374" y="25"/>
                    <a:pt x="373" y="23"/>
                  </a:cubicBezTo>
                  <a:cubicBezTo>
                    <a:pt x="372" y="22"/>
                    <a:pt x="370" y="20"/>
                    <a:pt x="368" y="19"/>
                  </a:cubicBezTo>
                  <a:cubicBezTo>
                    <a:pt x="368" y="18"/>
                    <a:pt x="366" y="18"/>
                    <a:pt x="365" y="18"/>
                  </a:cubicBezTo>
                  <a:cubicBezTo>
                    <a:pt x="363" y="17"/>
                    <a:pt x="361" y="16"/>
                    <a:pt x="360" y="16"/>
                  </a:cubicBezTo>
                  <a:cubicBezTo>
                    <a:pt x="360" y="15"/>
                    <a:pt x="358" y="14"/>
                    <a:pt x="358" y="13"/>
                  </a:cubicBezTo>
                  <a:cubicBezTo>
                    <a:pt x="358" y="12"/>
                    <a:pt x="358" y="11"/>
                    <a:pt x="358" y="10"/>
                  </a:cubicBezTo>
                  <a:cubicBezTo>
                    <a:pt x="358" y="9"/>
                    <a:pt x="360" y="8"/>
                    <a:pt x="361" y="8"/>
                  </a:cubicBezTo>
                  <a:cubicBezTo>
                    <a:pt x="361" y="8"/>
                    <a:pt x="362" y="9"/>
                    <a:pt x="362" y="9"/>
                  </a:cubicBezTo>
                  <a:cubicBezTo>
                    <a:pt x="363" y="10"/>
                    <a:pt x="364" y="12"/>
                    <a:pt x="365" y="13"/>
                  </a:cubicBezTo>
                  <a:cubicBezTo>
                    <a:pt x="366" y="13"/>
                    <a:pt x="368" y="13"/>
                    <a:pt x="369" y="13"/>
                  </a:cubicBezTo>
                  <a:cubicBezTo>
                    <a:pt x="370" y="12"/>
                    <a:pt x="370" y="10"/>
                    <a:pt x="370" y="9"/>
                  </a:cubicBezTo>
                  <a:cubicBezTo>
                    <a:pt x="370" y="9"/>
                    <a:pt x="368" y="9"/>
                    <a:pt x="367" y="8"/>
                  </a:cubicBezTo>
                  <a:cubicBezTo>
                    <a:pt x="367" y="8"/>
                    <a:pt x="366" y="6"/>
                    <a:pt x="366" y="6"/>
                  </a:cubicBezTo>
                  <a:cubicBezTo>
                    <a:pt x="367" y="5"/>
                    <a:pt x="368" y="4"/>
                    <a:pt x="369" y="3"/>
                  </a:cubicBezTo>
                  <a:cubicBezTo>
                    <a:pt x="370" y="3"/>
                    <a:pt x="373" y="3"/>
                    <a:pt x="374" y="3"/>
                  </a:cubicBezTo>
                  <a:cubicBezTo>
                    <a:pt x="376" y="4"/>
                    <a:pt x="378" y="9"/>
                    <a:pt x="379" y="10"/>
                  </a:cubicBezTo>
                  <a:cubicBezTo>
                    <a:pt x="380" y="12"/>
                    <a:pt x="382" y="15"/>
                    <a:pt x="383" y="17"/>
                  </a:cubicBezTo>
                  <a:cubicBezTo>
                    <a:pt x="384" y="19"/>
                    <a:pt x="385" y="24"/>
                    <a:pt x="386" y="26"/>
                  </a:cubicBezTo>
                  <a:cubicBezTo>
                    <a:pt x="387" y="28"/>
                    <a:pt x="389" y="32"/>
                    <a:pt x="391" y="34"/>
                  </a:cubicBezTo>
                  <a:cubicBezTo>
                    <a:pt x="392" y="36"/>
                    <a:pt x="396" y="39"/>
                    <a:pt x="397" y="41"/>
                  </a:cubicBezTo>
                  <a:cubicBezTo>
                    <a:pt x="398" y="43"/>
                    <a:pt x="399" y="49"/>
                    <a:pt x="401" y="51"/>
                  </a:cubicBezTo>
                  <a:cubicBezTo>
                    <a:pt x="401" y="52"/>
                    <a:pt x="404" y="55"/>
                    <a:pt x="404" y="56"/>
                  </a:cubicBezTo>
                  <a:cubicBezTo>
                    <a:pt x="405" y="59"/>
                    <a:pt x="406" y="65"/>
                    <a:pt x="406" y="67"/>
                  </a:cubicBezTo>
                  <a:cubicBezTo>
                    <a:pt x="407" y="70"/>
                    <a:pt x="408" y="76"/>
                    <a:pt x="409" y="79"/>
                  </a:cubicBezTo>
                  <a:cubicBezTo>
                    <a:pt x="410" y="81"/>
                    <a:pt x="412" y="84"/>
                    <a:pt x="413" y="86"/>
                  </a:cubicBezTo>
                  <a:cubicBezTo>
                    <a:pt x="414" y="87"/>
                    <a:pt x="416" y="88"/>
                    <a:pt x="417" y="89"/>
                  </a:cubicBezTo>
                  <a:cubicBezTo>
                    <a:pt x="419" y="90"/>
                    <a:pt x="421" y="92"/>
                    <a:pt x="422" y="93"/>
                  </a:cubicBezTo>
                  <a:cubicBezTo>
                    <a:pt x="423" y="95"/>
                    <a:pt x="424" y="98"/>
                    <a:pt x="424" y="100"/>
                  </a:cubicBezTo>
                  <a:cubicBezTo>
                    <a:pt x="424" y="101"/>
                    <a:pt x="422" y="104"/>
                    <a:pt x="421" y="105"/>
                  </a:cubicBezTo>
                  <a:cubicBezTo>
                    <a:pt x="420" y="106"/>
                    <a:pt x="417" y="108"/>
                    <a:pt x="415" y="108"/>
                  </a:cubicBezTo>
                  <a:cubicBezTo>
                    <a:pt x="414" y="108"/>
                    <a:pt x="412" y="106"/>
                    <a:pt x="410" y="106"/>
                  </a:cubicBezTo>
                  <a:cubicBezTo>
                    <a:pt x="409" y="106"/>
                    <a:pt x="406" y="106"/>
                    <a:pt x="405" y="107"/>
                  </a:cubicBezTo>
                  <a:cubicBezTo>
                    <a:pt x="404" y="108"/>
                    <a:pt x="401" y="110"/>
                    <a:pt x="400" y="111"/>
                  </a:cubicBezTo>
                  <a:cubicBezTo>
                    <a:pt x="399" y="112"/>
                    <a:pt x="396" y="115"/>
                    <a:pt x="395" y="116"/>
                  </a:cubicBezTo>
                  <a:cubicBezTo>
                    <a:pt x="394" y="118"/>
                    <a:pt x="393" y="120"/>
                    <a:pt x="392" y="121"/>
                  </a:cubicBezTo>
                  <a:cubicBezTo>
                    <a:pt x="391" y="122"/>
                    <a:pt x="390" y="124"/>
                    <a:pt x="389" y="124"/>
                  </a:cubicBezTo>
                  <a:cubicBezTo>
                    <a:pt x="388" y="124"/>
                    <a:pt x="386" y="123"/>
                    <a:pt x="385" y="122"/>
                  </a:cubicBezTo>
                  <a:cubicBezTo>
                    <a:pt x="383" y="122"/>
                    <a:pt x="380" y="122"/>
                    <a:pt x="379" y="122"/>
                  </a:cubicBezTo>
                  <a:cubicBezTo>
                    <a:pt x="378" y="122"/>
                    <a:pt x="376" y="123"/>
                    <a:pt x="375" y="123"/>
                  </a:cubicBezTo>
                  <a:cubicBezTo>
                    <a:pt x="374" y="122"/>
                    <a:pt x="372" y="122"/>
                    <a:pt x="371" y="121"/>
                  </a:cubicBezTo>
                  <a:cubicBezTo>
                    <a:pt x="370" y="121"/>
                    <a:pt x="368" y="118"/>
                    <a:pt x="367" y="118"/>
                  </a:cubicBezTo>
                  <a:cubicBezTo>
                    <a:pt x="366" y="117"/>
                    <a:pt x="363" y="117"/>
                    <a:pt x="362" y="117"/>
                  </a:cubicBezTo>
                  <a:cubicBezTo>
                    <a:pt x="361" y="116"/>
                    <a:pt x="360" y="115"/>
                    <a:pt x="359" y="115"/>
                  </a:cubicBezTo>
                  <a:cubicBezTo>
                    <a:pt x="359" y="115"/>
                    <a:pt x="357" y="116"/>
                    <a:pt x="357" y="117"/>
                  </a:cubicBezTo>
                  <a:cubicBezTo>
                    <a:pt x="356" y="117"/>
                    <a:pt x="355" y="118"/>
                    <a:pt x="355" y="119"/>
                  </a:cubicBezTo>
                  <a:cubicBezTo>
                    <a:pt x="354" y="119"/>
                    <a:pt x="352" y="120"/>
                    <a:pt x="351" y="120"/>
                  </a:cubicBezTo>
                  <a:cubicBezTo>
                    <a:pt x="350" y="120"/>
                    <a:pt x="348" y="119"/>
                    <a:pt x="347" y="119"/>
                  </a:cubicBezTo>
                  <a:cubicBezTo>
                    <a:pt x="346" y="119"/>
                    <a:pt x="343" y="119"/>
                    <a:pt x="342" y="120"/>
                  </a:cubicBezTo>
                  <a:cubicBezTo>
                    <a:pt x="342" y="121"/>
                    <a:pt x="342" y="123"/>
                    <a:pt x="342" y="124"/>
                  </a:cubicBezTo>
                  <a:cubicBezTo>
                    <a:pt x="342" y="126"/>
                    <a:pt x="342" y="130"/>
                    <a:pt x="343" y="132"/>
                  </a:cubicBezTo>
                  <a:cubicBezTo>
                    <a:pt x="344" y="133"/>
                    <a:pt x="347" y="134"/>
                    <a:pt x="348" y="135"/>
                  </a:cubicBezTo>
                  <a:cubicBezTo>
                    <a:pt x="349" y="136"/>
                    <a:pt x="349" y="138"/>
                    <a:pt x="350" y="139"/>
                  </a:cubicBezTo>
                  <a:cubicBezTo>
                    <a:pt x="351" y="139"/>
                    <a:pt x="353" y="137"/>
                    <a:pt x="353" y="137"/>
                  </a:cubicBezTo>
                  <a:cubicBezTo>
                    <a:pt x="354" y="136"/>
                    <a:pt x="354" y="133"/>
                    <a:pt x="353" y="131"/>
                  </a:cubicBezTo>
                  <a:cubicBezTo>
                    <a:pt x="353" y="130"/>
                    <a:pt x="352" y="128"/>
                    <a:pt x="353" y="127"/>
                  </a:cubicBezTo>
                  <a:cubicBezTo>
                    <a:pt x="353" y="126"/>
                    <a:pt x="355" y="124"/>
                    <a:pt x="356" y="124"/>
                  </a:cubicBezTo>
                  <a:cubicBezTo>
                    <a:pt x="356" y="123"/>
                    <a:pt x="358" y="123"/>
                    <a:pt x="359" y="123"/>
                  </a:cubicBezTo>
                  <a:cubicBezTo>
                    <a:pt x="360" y="123"/>
                    <a:pt x="362" y="124"/>
                    <a:pt x="363" y="124"/>
                  </a:cubicBezTo>
                  <a:cubicBezTo>
                    <a:pt x="364" y="125"/>
                    <a:pt x="364" y="127"/>
                    <a:pt x="365" y="128"/>
                  </a:cubicBezTo>
                  <a:cubicBezTo>
                    <a:pt x="366" y="128"/>
                    <a:pt x="369" y="127"/>
                    <a:pt x="370" y="127"/>
                  </a:cubicBezTo>
                  <a:cubicBezTo>
                    <a:pt x="371" y="128"/>
                    <a:pt x="373" y="129"/>
                    <a:pt x="375" y="130"/>
                  </a:cubicBezTo>
                  <a:cubicBezTo>
                    <a:pt x="376" y="130"/>
                    <a:pt x="379" y="130"/>
                    <a:pt x="381" y="130"/>
                  </a:cubicBezTo>
                  <a:cubicBezTo>
                    <a:pt x="382" y="130"/>
                    <a:pt x="384" y="128"/>
                    <a:pt x="385" y="128"/>
                  </a:cubicBezTo>
                  <a:cubicBezTo>
                    <a:pt x="387" y="128"/>
                    <a:pt x="392" y="128"/>
                    <a:pt x="394" y="130"/>
                  </a:cubicBezTo>
                  <a:cubicBezTo>
                    <a:pt x="395" y="131"/>
                    <a:pt x="397" y="135"/>
                    <a:pt x="398" y="136"/>
                  </a:cubicBezTo>
                  <a:cubicBezTo>
                    <a:pt x="400" y="138"/>
                    <a:pt x="403" y="139"/>
                    <a:pt x="405" y="140"/>
                  </a:cubicBezTo>
                  <a:cubicBezTo>
                    <a:pt x="406" y="141"/>
                    <a:pt x="408" y="145"/>
                    <a:pt x="409" y="146"/>
                  </a:cubicBezTo>
                  <a:cubicBezTo>
                    <a:pt x="411" y="149"/>
                    <a:pt x="415" y="153"/>
                    <a:pt x="417" y="156"/>
                  </a:cubicBezTo>
                  <a:cubicBezTo>
                    <a:pt x="420" y="158"/>
                    <a:pt x="426" y="163"/>
                    <a:pt x="428" y="166"/>
                  </a:cubicBezTo>
                  <a:cubicBezTo>
                    <a:pt x="429" y="168"/>
                    <a:pt x="431" y="172"/>
                    <a:pt x="432" y="173"/>
                  </a:cubicBezTo>
                  <a:cubicBezTo>
                    <a:pt x="433" y="175"/>
                    <a:pt x="435" y="177"/>
                    <a:pt x="436" y="178"/>
                  </a:cubicBezTo>
                  <a:cubicBezTo>
                    <a:pt x="437" y="180"/>
                    <a:pt x="439" y="183"/>
                    <a:pt x="439" y="185"/>
                  </a:cubicBezTo>
                  <a:cubicBezTo>
                    <a:pt x="439" y="186"/>
                    <a:pt x="439" y="189"/>
                    <a:pt x="440" y="190"/>
                  </a:cubicBezTo>
                  <a:cubicBezTo>
                    <a:pt x="440" y="193"/>
                    <a:pt x="444" y="198"/>
                    <a:pt x="445" y="201"/>
                  </a:cubicBezTo>
                  <a:cubicBezTo>
                    <a:pt x="446" y="204"/>
                    <a:pt x="447" y="210"/>
                    <a:pt x="449" y="213"/>
                  </a:cubicBezTo>
                  <a:cubicBezTo>
                    <a:pt x="450" y="215"/>
                    <a:pt x="453" y="218"/>
                    <a:pt x="455" y="220"/>
                  </a:cubicBezTo>
                  <a:cubicBezTo>
                    <a:pt x="456" y="221"/>
                    <a:pt x="460" y="223"/>
                    <a:pt x="461" y="224"/>
                  </a:cubicBezTo>
                  <a:cubicBezTo>
                    <a:pt x="463" y="226"/>
                    <a:pt x="466" y="230"/>
                    <a:pt x="466" y="232"/>
                  </a:cubicBezTo>
                  <a:cubicBezTo>
                    <a:pt x="467" y="233"/>
                    <a:pt x="467" y="236"/>
                    <a:pt x="466" y="237"/>
                  </a:cubicBezTo>
                  <a:cubicBezTo>
                    <a:pt x="465" y="238"/>
                    <a:pt x="462" y="239"/>
                    <a:pt x="460" y="240"/>
                  </a:cubicBezTo>
                  <a:cubicBezTo>
                    <a:pt x="458" y="240"/>
                    <a:pt x="454" y="241"/>
                    <a:pt x="452" y="239"/>
                  </a:cubicBezTo>
                  <a:cubicBezTo>
                    <a:pt x="451" y="238"/>
                    <a:pt x="454" y="234"/>
                    <a:pt x="453" y="232"/>
                  </a:cubicBezTo>
                  <a:cubicBezTo>
                    <a:pt x="453" y="231"/>
                    <a:pt x="450" y="229"/>
                    <a:pt x="449" y="228"/>
                  </a:cubicBezTo>
                  <a:cubicBezTo>
                    <a:pt x="448" y="227"/>
                    <a:pt x="445" y="224"/>
                    <a:pt x="443" y="224"/>
                  </a:cubicBezTo>
                  <a:cubicBezTo>
                    <a:pt x="442" y="224"/>
                    <a:pt x="441" y="227"/>
                    <a:pt x="440" y="228"/>
                  </a:cubicBezTo>
                  <a:cubicBezTo>
                    <a:pt x="439" y="228"/>
                    <a:pt x="436" y="228"/>
                    <a:pt x="435" y="228"/>
                  </a:cubicBezTo>
                  <a:cubicBezTo>
                    <a:pt x="434" y="228"/>
                    <a:pt x="432" y="228"/>
                    <a:pt x="432" y="229"/>
                  </a:cubicBezTo>
                  <a:cubicBezTo>
                    <a:pt x="431" y="229"/>
                    <a:pt x="431" y="231"/>
                    <a:pt x="432" y="231"/>
                  </a:cubicBezTo>
                  <a:cubicBezTo>
                    <a:pt x="432" y="233"/>
                    <a:pt x="436" y="234"/>
                    <a:pt x="437" y="235"/>
                  </a:cubicBezTo>
                  <a:cubicBezTo>
                    <a:pt x="438" y="237"/>
                    <a:pt x="438" y="240"/>
                    <a:pt x="438" y="242"/>
                  </a:cubicBezTo>
                  <a:cubicBezTo>
                    <a:pt x="439" y="245"/>
                    <a:pt x="441" y="250"/>
                    <a:pt x="441" y="252"/>
                  </a:cubicBezTo>
                  <a:cubicBezTo>
                    <a:pt x="442" y="255"/>
                    <a:pt x="442" y="261"/>
                    <a:pt x="442" y="264"/>
                  </a:cubicBezTo>
                  <a:cubicBezTo>
                    <a:pt x="443" y="268"/>
                    <a:pt x="443" y="276"/>
                    <a:pt x="444" y="280"/>
                  </a:cubicBezTo>
                  <a:cubicBezTo>
                    <a:pt x="444" y="284"/>
                    <a:pt x="443" y="291"/>
                    <a:pt x="443" y="294"/>
                  </a:cubicBezTo>
                  <a:cubicBezTo>
                    <a:pt x="443" y="298"/>
                    <a:pt x="444" y="306"/>
                    <a:pt x="444" y="310"/>
                  </a:cubicBezTo>
                  <a:cubicBezTo>
                    <a:pt x="444" y="314"/>
                    <a:pt x="442" y="323"/>
                    <a:pt x="441" y="328"/>
                  </a:cubicBezTo>
                  <a:cubicBezTo>
                    <a:pt x="440" y="330"/>
                    <a:pt x="438" y="335"/>
                    <a:pt x="437" y="337"/>
                  </a:cubicBezTo>
                  <a:cubicBezTo>
                    <a:pt x="435" y="343"/>
                    <a:pt x="433" y="355"/>
                    <a:pt x="431" y="361"/>
                  </a:cubicBezTo>
                  <a:cubicBezTo>
                    <a:pt x="430" y="363"/>
                    <a:pt x="427" y="367"/>
                    <a:pt x="425" y="369"/>
                  </a:cubicBezTo>
                  <a:cubicBezTo>
                    <a:pt x="424" y="371"/>
                    <a:pt x="422" y="375"/>
                    <a:pt x="422" y="377"/>
                  </a:cubicBezTo>
                  <a:cubicBezTo>
                    <a:pt x="421" y="379"/>
                    <a:pt x="421" y="385"/>
                    <a:pt x="419" y="386"/>
                  </a:cubicBezTo>
                  <a:cubicBezTo>
                    <a:pt x="418" y="387"/>
                    <a:pt x="416" y="386"/>
                    <a:pt x="415" y="386"/>
                  </a:cubicBezTo>
                  <a:cubicBezTo>
                    <a:pt x="414" y="387"/>
                    <a:pt x="413" y="389"/>
                    <a:pt x="412" y="389"/>
                  </a:cubicBezTo>
                  <a:cubicBezTo>
                    <a:pt x="411" y="390"/>
                    <a:pt x="411" y="392"/>
                    <a:pt x="410" y="393"/>
                  </a:cubicBezTo>
                  <a:cubicBezTo>
                    <a:pt x="410" y="393"/>
                    <a:pt x="407" y="393"/>
                    <a:pt x="406" y="393"/>
                  </a:cubicBezTo>
                  <a:cubicBezTo>
                    <a:pt x="405" y="393"/>
                    <a:pt x="401" y="394"/>
                    <a:pt x="399" y="39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23"/>
            <p:cNvSpPr>
              <a:spLocks/>
            </p:cNvSpPr>
            <p:nvPr/>
          </p:nvSpPr>
          <p:spPr bwMode="auto">
            <a:xfrm>
              <a:off x="6346826" y="3475038"/>
              <a:ext cx="42863" cy="53975"/>
            </a:xfrm>
            <a:custGeom>
              <a:avLst/>
              <a:gdLst/>
              <a:ahLst/>
              <a:cxnLst>
                <a:cxn ang="0">
                  <a:pos x="25" y="30"/>
                </a:cxn>
                <a:cxn ang="0">
                  <a:pos x="21" y="33"/>
                </a:cxn>
                <a:cxn ang="0">
                  <a:pos x="11" y="33"/>
                </a:cxn>
                <a:cxn ang="0">
                  <a:pos x="3" y="28"/>
                </a:cxn>
                <a:cxn ang="0">
                  <a:pos x="1" y="22"/>
                </a:cxn>
                <a:cxn ang="0">
                  <a:pos x="3" y="18"/>
                </a:cxn>
                <a:cxn ang="0">
                  <a:pos x="2" y="11"/>
                </a:cxn>
                <a:cxn ang="0">
                  <a:pos x="0" y="7"/>
                </a:cxn>
                <a:cxn ang="0">
                  <a:pos x="3" y="3"/>
                </a:cxn>
                <a:cxn ang="0">
                  <a:pos x="5" y="0"/>
                </a:cxn>
                <a:cxn ang="0">
                  <a:pos x="10" y="2"/>
                </a:cxn>
                <a:cxn ang="0">
                  <a:pos x="15" y="6"/>
                </a:cxn>
                <a:cxn ang="0">
                  <a:pos x="22" y="10"/>
                </a:cxn>
                <a:cxn ang="0">
                  <a:pos x="25" y="19"/>
                </a:cxn>
                <a:cxn ang="0">
                  <a:pos x="27" y="25"/>
                </a:cxn>
                <a:cxn ang="0">
                  <a:pos x="25" y="30"/>
                </a:cxn>
              </a:cxnLst>
              <a:rect l="0" t="0" r="r" b="b"/>
              <a:pathLst>
                <a:path w="27" h="34">
                  <a:moveTo>
                    <a:pt x="25" y="30"/>
                  </a:moveTo>
                  <a:cubicBezTo>
                    <a:pt x="24" y="32"/>
                    <a:pt x="22" y="33"/>
                    <a:pt x="21" y="33"/>
                  </a:cubicBezTo>
                  <a:cubicBezTo>
                    <a:pt x="18" y="34"/>
                    <a:pt x="13" y="34"/>
                    <a:pt x="11" y="33"/>
                  </a:cubicBezTo>
                  <a:cubicBezTo>
                    <a:pt x="9" y="33"/>
                    <a:pt x="5" y="30"/>
                    <a:pt x="3" y="28"/>
                  </a:cubicBezTo>
                  <a:cubicBezTo>
                    <a:pt x="2" y="27"/>
                    <a:pt x="1" y="24"/>
                    <a:pt x="1" y="22"/>
                  </a:cubicBezTo>
                  <a:cubicBezTo>
                    <a:pt x="1" y="21"/>
                    <a:pt x="3" y="19"/>
                    <a:pt x="3" y="18"/>
                  </a:cubicBezTo>
                  <a:cubicBezTo>
                    <a:pt x="4" y="16"/>
                    <a:pt x="3" y="13"/>
                    <a:pt x="2" y="11"/>
                  </a:cubicBezTo>
                  <a:cubicBezTo>
                    <a:pt x="2" y="10"/>
                    <a:pt x="0" y="8"/>
                    <a:pt x="0" y="7"/>
                  </a:cubicBezTo>
                  <a:cubicBezTo>
                    <a:pt x="0" y="6"/>
                    <a:pt x="2" y="4"/>
                    <a:pt x="3" y="3"/>
                  </a:cubicBezTo>
                  <a:cubicBezTo>
                    <a:pt x="4" y="2"/>
                    <a:pt x="4" y="0"/>
                    <a:pt x="5" y="0"/>
                  </a:cubicBezTo>
                  <a:cubicBezTo>
                    <a:pt x="7" y="0"/>
                    <a:pt x="9" y="1"/>
                    <a:pt x="10" y="2"/>
                  </a:cubicBezTo>
                  <a:cubicBezTo>
                    <a:pt x="12" y="3"/>
                    <a:pt x="14" y="5"/>
                    <a:pt x="15" y="6"/>
                  </a:cubicBezTo>
                  <a:cubicBezTo>
                    <a:pt x="17" y="7"/>
                    <a:pt x="21" y="9"/>
                    <a:pt x="22" y="10"/>
                  </a:cubicBezTo>
                  <a:cubicBezTo>
                    <a:pt x="23" y="12"/>
                    <a:pt x="24" y="17"/>
                    <a:pt x="25" y="19"/>
                  </a:cubicBezTo>
                  <a:cubicBezTo>
                    <a:pt x="25" y="20"/>
                    <a:pt x="27" y="23"/>
                    <a:pt x="27" y="25"/>
                  </a:cubicBezTo>
                  <a:cubicBezTo>
                    <a:pt x="27" y="26"/>
                    <a:pt x="26" y="29"/>
                    <a:pt x="25" y="3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24"/>
            <p:cNvSpPr>
              <a:spLocks/>
            </p:cNvSpPr>
            <p:nvPr/>
          </p:nvSpPr>
          <p:spPr bwMode="auto">
            <a:xfrm>
              <a:off x="6400801" y="3511551"/>
              <a:ext cx="25400" cy="11113"/>
            </a:xfrm>
            <a:custGeom>
              <a:avLst/>
              <a:gdLst/>
              <a:ahLst/>
              <a:cxnLst>
                <a:cxn ang="0">
                  <a:pos x="13" y="1"/>
                </a:cxn>
                <a:cxn ang="0">
                  <a:pos x="8" y="1"/>
                </a:cxn>
                <a:cxn ang="0">
                  <a:pos x="5" y="1"/>
                </a:cxn>
                <a:cxn ang="0">
                  <a:pos x="1" y="1"/>
                </a:cxn>
                <a:cxn ang="0">
                  <a:pos x="0" y="4"/>
                </a:cxn>
                <a:cxn ang="0">
                  <a:pos x="4" y="7"/>
                </a:cxn>
                <a:cxn ang="0">
                  <a:pos x="8" y="6"/>
                </a:cxn>
                <a:cxn ang="0">
                  <a:pos x="13" y="6"/>
                </a:cxn>
                <a:cxn ang="0">
                  <a:pos x="16" y="2"/>
                </a:cxn>
                <a:cxn ang="0">
                  <a:pos x="13" y="1"/>
                </a:cxn>
              </a:cxnLst>
              <a:rect l="0" t="0" r="r" b="b"/>
              <a:pathLst>
                <a:path w="16" h="7">
                  <a:moveTo>
                    <a:pt x="13" y="1"/>
                  </a:moveTo>
                  <a:cubicBezTo>
                    <a:pt x="12" y="0"/>
                    <a:pt x="9" y="0"/>
                    <a:pt x="8" y="1"/>
                  </a:cubicBezTo>
                  <a:cubicBezTo>
                    <a:pt x="7" y="1"/>
                    <a:pt x="6" y="1"/>
                    <a:pt x="5" y="1"/>
                  </a:cubicBezTo>
                  <a:cubicBezTo>
                    <a:pt x="4" y="1"/>
                    <a:pt x="2" y="1"/>
                    <a:pt x="1" y="1"/>
                  </a:cubicBezTo>
                  <a:cubicBezTo>
                    <a:pt x="1" y="2"/>
                    <a:pt x="0" y="3"/>
                    <a:pt x="0" y="4"/>
                  </a:cubicBezTo>
                  <a:cubicBezTo>
                    <a:pt x="0" y="5"/>
                    <a:pt x="3" y="6"/>
                    <a:pt x="4" y="7"/>
                  </a:cubicBezTo>
                  <a:cubicBezTo>
                    <a:pt x="5" y="7"/>
                    <a:pt x="7" y="6"/>
                    <a:pt x="8" y="6"/>
                  </a:cubicBezTo>
                  <a:cubicBezTo>
                    <a:pt x="9" y="6"/>
                    <a:pt x="12" y="6"/>
                    <a:pt x="13" y="6"/>
                  </a:cubicBezTo>
                  <a:cubicBezTo>
                    <a:pt x="14" y="5"/>
                    <a:pt x="16" y="3"/>
                    <a:pt x="16" y="2"/>
                  </a:cubicBezTo>
                  <a:cubicBezTo>
                    <a:pt x="15" y="1"/>
                    <a:pt x="13" y="1"/>
                    <a:pt x="13"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25"/>
            <p:cNvSpPr>
              <a:spLocks/>
            </p:cNvSpPr>
            <p:nvPr/>
          </p:nvSpPr>
          <p:spPr bwMode="auto">
            <a:xfrm>
              <a:off x="6427788" y="3494088"/>
              <a:ext cx="11113" cy="11113"/>
            </a:xfrm>
            <a:custGeom>
              <a:avLst/>
              <a:gdLst/>
              <a:ahLst/>
              <a:cxnLst>
                <a:cxn ang="0">
                  <a:pos x="4" y="5"/>
                </a:cxn>
                <a:cxn ang="0">
                  <a:pos x="2" y="7"/>
                </a:cxn>
                <a:cxn ang="0">
                  <a:pos x="0" y="4"/>
                </a:cxn>
                <a:cxn ang="0">
                  <a:pos x="4" y="0"/>
                </a:cxn>
                <a:cxn ang="0">
                  <a:pos x="7" y="0"/>
                </a:cxn>
                <a:cxn ang="0">
                  <a:pos x="7" y="3"/>
                </a:cxn>
                <a:cxn ang="0">
                  <a:pos x="4" y="5"/>
                </a:cxn>
              </a:cxnLst>
              <a:rect l="0" t="0" r="r" b="b"/>
              <a:pathLst>
                <a:path w="7" h="7">
                  <a:moveTo>
                    <a:pt x="4" y="5"/>
                  </a:moveTo>
                  <a:cubicBezTo>
                    <a:pt x="4" y="6"/>
                    <a:pt x="3" y="7"/>
                    <a:pt x="2" y="7"/>
                  </a:cubicBezTo>
                  <a:cubicBezTo>
                    <a:pt x="1" y="6"/>
                    <a:pt x="0" y="5"/>
                    <a:pt x="0" y="4"/>
                  </a:cubicBezTo>
                  <a:cubicBezTo>
                    <a:pt x="1" y="2"/>
                    <a:pt x="3" y="1"/>
                    <a:pt x="4" y="0"/>
                  </a:cubicBezTo>
                  <a:cubicBezTo>
                    <a:pt x="5" y="0"/>
                    <a:pt x="6" y="0"/>
                    <a:pt x="7" y="0"/>
                  </a:cubicBezTo>
                  <a:cubicBezTo>
                    <a:pt x="7" y="1"/>
                    <a:pt x="7" y="2"/>
                    <a:pt x="7" y="3"/>
                  </a:cubicBezTo>
                  <a:cubicBezTo>
                    <a:pt x="7" y="4"/>
                    <a:pt x="5" y="5"/>
                    <a:pt x="4"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26"/>
            <p:cNvSpPr>
              <a:spLocks/>
            </p:cNvSpPr>
            <p:nvPr/>
          </p:nvSpPr>
          <p:spPr bwMode="auto">
            <a:xfrm>
              <a:off x="6438901" y="3598863"/>
              <a:ext cx="33338" cy="33338"/>
            </a:xfrm>
            <a:custGeom>
              <a:avLst/>
              <a:gdLst/>
              <a:ahLst/>
              <a:cxnLst>
                <a:cxn ang="0">
                  <a:pos x="17" y="14"/>
                </a:cxn>
                <a:cxn ang="0">
                  <a:pos x="21" y="11"/>
                </a:cxn>
                <a:cxn ang="0">
                  <a:pos x="18" y="7"/>
                </a:cxn>
                <a:cxn ang="0">
                  <a:pos x="12" y="6"/>
                </a:cxn>
                <a:cxn ang="0">
                  <a:pos x="10" y="2"/>
                </a:cxn>
                <a:cxn ang="0">
                  <a:pos x="6" y="0"/>
                </a:cxn>
                <a:cxn ang="0">
                  <a:pos x="2" y="1"/>
                </a:cxn>
                <a:cxn ang="0">
                  <a:pos x="1" y="3"/>
                </a:cxn>
                <a:cxn ang="0">
                  <a:pos x="0" y="6"/>
                </a:cxn>
                <a:cxn ang="0">
                  <a:pos x="2" y="9"/>
                </a:cxn>
                <a:cxn ang="0">
                  <a:pos x="4" y="13"/>
                </a:cxn>
                <a:cxn ang="0">
                  <a:pos x="4" y="17"/>
                </a:cxn>
                <a:cxn ang="0">
                  <a:pos x="8" y="21"/>
                </a:cxn>
                <a:cxn ang="0">
                  <a:pos x="13" y="20"/>
                </a:cxn>
                <a:cxn ang="0">
                  <a:pos x="17" y="19"/>
                </a:cxn>
                <a:cxn ang="0">
                  <a:pos x="21" y="17"/>
                </a:cxn>
                <a:cxn ang="0">
                  <a:pos x="21" y="15"/>
                </a:cxn>
                <a:cxn ang="0">
                  <a:pos x="17" y="14"/>
                </a:cxn>
              </a:cxnLst>
              <a:rect l="0" t="0" r="r" b="b"/>
              <a:pathLst>
                <a:path w="21" h="21">
                  <a:moveTo>
                    <a:pt x="17" y="14"/>
                  </a:moveTo>
                  <a:cubicBezTo>
                    <a:pt x="17" y="13"/>
                    <a:pt x="20" y="12"/>
                    <a:pt x="21" y="11"/>
                  </a:cubicBezTo>
                  <a:cubicBezTo>
                    <a:pt x="21" y="10"/>
                    <a:pt x="19" y="8"/>
                    <a:pt x="18" y="7"/>
                  </a:cubicBezTo>
                  <a:cubicBezTo>
                    <a:pt x="17" y="6"/>
                    <a:pt x="13" y="7"/>
                    <a:pt x="12" y="6"/>
                  </a:cubicBezTo>
                  <a:cubicBezTo>
                    <a:pt x="11" y="5"/>
                    <a:pt x="11" y="3"/>
                    <a:pt x="10" y="2"/>
                  </a:cubicBezTo>
                  <a:cubicBezTo>
                    <a:pt x="10" y="1"/>
                    <a:pt x="7" y="0"/>
                    <a:pt x="6" y="0"/>
                  </a:cubicBezTo>
                  <a:cubicBezTo>
                    <a:pt x="5" y="0"/>
                    <a:pt x="3" y="0"/>
                    <a:pt x="2" y="1"/>
                  </a:cubicBezTo>
                  <a:cubicBezTo>
                    <a:pt x="2" y="1"/>
                    <a:pt x="2" y="2"/>
                    <a:pt x="1" y="3"/>
                  </a:cubicBezTo>
                  <a:cubicBezTo>
                    <a:pt x="1" y="4"/>
                    <a:pt x="0" y="5"/>
                    <a:pt x="0" y="6"/>
                  </a:cubicBezTo>
                  <a:cubicBezTo>
                    <a:pt x="1" y="7"/>
                    <a:pt x="2" y="8"/>
                    <a:pt x="2" y="9"/>
                  </a:cubicBezTo>
                  <a:cubicBezTo>
                    <a:pt x="3" y="10"/>
                    <a:pt x="4" y="12"/>
                    <a:pt x="4" y="13"/>
                  </a:cubicBezTo>
                  <a:cubicBezTo>
                    <a:pt x="4" y="14"/>
                    <a:pt x="4" y="16"/>
                    <a:pt x="4" y="17"/>
                  </a:cubicBezTo>
                  <a:cubicBezTo>
                    <a:pt x="5" y="18"/>
                    <a:pt x="7" y="20"/>
                    <a:pt x="8" y="21"/>
                  </a:cubicBezTo>
                  <a:cubicBezTo>
                    <a:pt x="9" y="21"/>
                    <a:pt x="12" y="20"/>
                    <a:pt x="13" y="20"/>
                  </a:cubicBezTo>
                  <a:cubicBezTo>
                    <a:pt x="14" y="20"/>
                    <a:pt x="16" y="20"/>
                    <a:pt x="17" y="19"/>
                  </a:cubicBezTo>
                  <a:cubicBezTo>
                    <a:pt x="18" y="19"/>
                    <a:pt x="20" y="18"/>
                    <a:pt x="21" y="17"/>
                  </a:cubicBezTo>
                  <a:cubicBezTo>
                    <a:pt x="21" y="17"/>
                    <a:pt x="21" y="16"/>
                    <a:pt x="21" y="15"/>
                  </a:cubicBezTo>
                  <a:cubicBezTo>
                    <a:pt x="21" y="14"/>
                    <a:pt x="18" y="15"/>
                    <a:pt x="17" y="1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27"/>
            <p:cNvSpPr>
              <a:spLocks/>
            </p:cNvSpPr>
            <p:nvPr/>
          </p:nvSpPr>
          <p:spPr bwMode="auto">
            <a:xfrm>
              <a:off x="6229351" y="3300413"/>
              <a:ext cx="25400" cy="38100"/>
            </a:xfrm>
            <a:custGeom>
              <a:avLst/>
              <a:gdLst/>
              <a:ahLst/>
              <a:cxnLst>
                <a:cxn ang="0">
                  <a:pos x="15" y="18"/>
                </a:cxn>
                <a:cxn ang="0">
                  <a:pos x="11" y="19"/>
                </a:cxn>
                <a:cxn ang="0">
                  <a:pos x="9" y="21"/>
                </a:cxn>
                <a:cxn ang="0">
                  <a:pos x="3" y="23"/>
                </a:cxn>
                <a:cxn ang="0">
                  <a:pos x="1" y="18"/>
                </a:cxn>
                <a:cxn ang="0">
                  <a:pos x="2" y="11"/>
                </a:cxn>
                <a:cxn ang="0">
                  <a:pos x="1" y="6"/>
                </a:cxn>
                <a:cxn ang="0">
                  <a:pos x="1" y="2"/>
                </a:cxn>
                <a:cxn ang="0">
                  <a:pos x="2" y="0"/>
                </a:cxn>
                <a:cxn ang="0">
                  <a:pos x="6" y="3"/>
                </a:cxn>
                <a:cxn ang="0">
                  <a:pos x="7" y="5"/>
                </a:cxn>
                <a:cxn ang="0">
                  <a:pos x="9" y="3"/>
                </a:cxn>
                <a:cxn ang="0">
                  <a:pos x="13" y="2"/>
                </a:cxn>
                <a:cxn ang="0">
                  <a:pos x="15" y="7"/>
                </a:cxn>
                <a:cxn ang="0">
                  <a:pos x="14" y="11"/>
                </a:cxn>
                <a:cxn ang="0">
                  <a:pos x="16" y="15"/>
                </a:cxn>
                <a:cxn ang="0">
                  <a:pos x="15" y="18"/>
                </a:cxn>
              </a:cxnLst>
              <a:rect l="0" t="0" r="r" b="b"/>
              <a:pathLst>
                <a:path w="16" h="24">
                  <a:moveTo>
                    <a:pt x="15" y="18"/>
                  </a:moveTo>
                  <a:cubicBezTo>
                    <a:pt x="14" y="19"/>
                    <a:pt x="12" y="19"/>
                    <a:pt x="11" y="19"/>
                  </a:cubicBezTo>
                  <a:cubicBezTo>
                    <a:pt x="10" y="20"/>
                    <a:pt x="9" y="21"/>
                    <a:pt x="9" y="21"/>
                  </a:cubicBezTo>
                  <a:cubicBezTo>
                    <a:pt x="7" y="22"/>
                    <a:pt x="5" y="24"/>
                    <a:pt x="3" y="23"/>
                  </a:cubicBezTo>
                  <a:cubicBezTo>
                    <a:pt x="2" y="23"/>
                    <a:pt x="1" y="19"/>
                    <a:pt x="1" y="18"/>
                  </a:cubicBezTo>
                  <a:cubicBezTo>
                    <a:pt x="0" y="16"/>
                    <a:pt x="2" y="13"/>
                    <a:pt x="2" y="11"/>
                  </a:cubicBezTo>
                  <a:cubicBezTo>
                    <a:pt x="2" y="10"/>
                    <a:pt x="1" y="7"/>
                    <a:pt x="1" y="6"/>
                  </a:cubicBezTo>
                  <a:cubicBezTo>
                    <a:pt x="1" y="5"/>
                    <a:pt x="0" y="3"/>
                    <a:pt x="1" y="2"/>
                  </a:cubicBezTo>
                  <a:cubicBezTo>
                    <a:pt x="1" y="1"/>
                    <a:pt x="2" y="0"/>
                    <a:pt x="2" y="0"/>
                  </a:cubicBezTo>
                  <a:cubicBezTo>
                    <a:pt x="3" y="0"/>
                    <a:pt x="5" y="2"/>
                    <a:pt x="6" y="3"/>
                  </a:cubicBezTo>
                  <a:cubicBezTo>
                    <a:pt x="6" y="3"/>
                    <a:pt x="6" y="5"/>
                    <a:pt x="7" y="5"/>
                  </a:cubicBezTo>
                  <a:cubicBezTo>
                    <a:pt x="8" y="5"/>
                    <a:pt x="8" y="3"/>
                    <a:pt x="9" y="3"/>
                  </a:cubicBezTo>
                  <a:cubicBezTo>
                    <a:pt x="10" y="2"/>
                    <a:pt x="12" y="1"/>
                    <a:pt x="13" y="2"/>
                  </a:cubicBezTo>
                  <a:cubicBezTo>
                    <a:pt x="14" y="3"/>
                    <a:pt x="15" y="6"/>
                    <a:pt x="15" y="7"/>
                  </a:cubicBezTo>
                  <a:cubicBezTo>
                    <a:pt x="15" y="8"/>
                    <a:pt x="14" y="10"/>
                    <a:pt x="14" y="11"/>
                  </a:cubicBezTo>
                  <a:cubicBezTo>
                    <a:pt x="14" y="12"/>
                    <a:pt x="16" y="14"/>
                    <a:pt x="16" y="15"/>
                  </a:cubicBezTo>
                  <a:cubicBezTo>
                    <a:pt x="16" y="16"/>
                    <a:pt x="15" y="17"/>
                    <a:pt x="15" y="1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28"/>
            <p:cNvSpPr>
              <a:spLocks/>
            </p:cNvSpPr>
            <p:nvPr/>
          </p:nvSpPr>
          <p:spPr bwMode="auto">
            <a:xfrm>
              <a:off x="6165851" y="3114676"/>
              <a:ext cx="23813" cy="25400"/>
            </a:xfrm>
            <a:custGeom>
              <a:avLst/>
              <a:gdLst/>
              <a:ahLst/>
              <a:cxnLst>
                <a:cxn ang="0">
                  <a:pos x="16" y="13"/>
                </a:cxn>
                <a:cxn ang="0">
                  <a:pos x="12" y="14"/>
                </a:cxn>
                <a:cxn ang="0">
                  <a:pos x="12" y="16"/>
                </a:cxn>
                <a:cxn ang="0">
                  <a:pos x="7" y="16"/>
                </a:cxn>
                <a:cxn ang="0">
                  <a:pos x="6" y="11"/>
                </a:cxn>
                <a:cxn ang="0">
                  <a:pos x="3" y="8"/>
                </a:cxn>
                <a:cxn ang="0">
                  <a:pos x="1" y="5"/>
                </a:cxn>
                <a:cxn ang="0">
                  <a:pos x="0" y="2"/>
                </a:cxn>
                <a:cxn ang="0">
                  <a:pos x="2" y="0"/>
                </a:cxn>
                <a:cxn ang="0">
                  <a:pos x="5" y="1"/>
                </a:cxn>
                <a:cxn ang="0">
                  <a:pos x="8" y="3"/>
                </a:cxn>
                <a:cxn ang="0">
                  <a:pos x="9" y="7"/>
                </a:cxn>
                <a:cxn ang="0">
                  <a:pos x="12" y="8"/>
                </a:cxn>
                <a:cxn ang="0">
                  <a:pos x="13" y="7"/>
                </a:cxn>
                <a:cxn ang="0">
                  <a:pos x="16" y="9"/>
                </a:cxn>
                <a:cxn ang="0">
                  <a:pos x="16" y="13"/>
                </a:cxn>
              </a:cxnLst>
              <a:rect l="0" t="0" r="r" b="b"/>
              <a:pathLst>
                <a:path w="16" h="17">
                  <a:moveTo>
                    <a:pt x="16" y="13"/>
                  </a:moveTo>
                  <a:cubicBezTo>
                    <a:pt x="15" y="13"/>
                    <a:pt x="13" y="13"/>
                    <a:pt x="12" y="14"/>
                  </a:cubicBezTo>
                  <a:cubicBezTo>
                    <a:pt x="12" y="14"/>
                    <a:pt x="12" y="15"/>
                    <a:pt x="12" y="16"/>
                  </a:cubicBezTo>
                  <a:cubicBezTo>
                    <a:pt x="11" y="16"/>
                    <a:pt x="8" y="17"/>
                    <a:pt x="7" y="16"/>
                  </a:cubicBezTo>
                  <a:cubicBezTo>
                    <a:pt x="6" y="15"/>
                    <a:pt x="6" y="12"/>
                    <a:pt x="6" y="11"/>
                  </a:cubicBezTo>
                  <a:cubicBezTo>
                    <a:pt x="5" y="10"/>
                    <a:pt x="4" y="9"/>
                    <a:pt x="3" y="8"/>
                  </a:cubicBezTo>
                  <a:cubicBezTo>
                    <a:pt x="3" y="7"/>
                    <a:pt x="1" y="6"/>
                    <a:pt x="1" y="5"/>
                  </a:cubicBezTo>
                  <a:cubicBezTo>
                    <a:pt x="0" y="4"/>
                    <a:pt x="0" y="3"/>
                    <a:pt x="0" y="2"/>
                  </a:cubicBezTo>
                  <a:cubicBezTo>
                    <a:pt x="0" y="1"/>
                    <a:pt x="2" y="0"/>
                    <a:pt x="2" y="0"/>
                  </a:cubicBezTo>
                  <a:cubicBezTo>
                    <a:pt x="3" y="0"/>
                    <a:pt x="5" y="0"/>
                    <a:pt x="5" y="1"/>
                  </a:cubicBezTo>
                  <a:cubicBezTo>
                    <a:pt x="6" y="1"/>
                    <a:pt x="7" y="2"/>
                    <a:pt x="8" y="3"/>
                  </a:cubicBezTo>
                  <a:cubicBezTo>
                    <a:pt x="8" y="4"/>
                    <a:pt x="8" y="6"/>
                    <a:pt x="9" y="7"/>
                  </a:cubicBezTo>
                  <a:cubicBezTo>
                    <a:pt x="9" y="7"/>
                    <a:pt x="11" y="8"/>
                    <a:pt x="12" y="8"/>
                  </a:cubicBezTo>
                  <a:cubicBezTo>
                    <a:pt x="12" y="8"/>
                    <a:pt x="13" y="7"/>
                    <a:pt x="13" y="7"/>
                  </a:cubicBezTo>
                  <a:cubicBezTo>
                    <a:pt x="14" y="7"/>
                    <a:pt x="15" y="8"/>
                    <a:pt x="16" y="9"/>
                  </a:cubicBezTo>
                  <a:cubicBezTo>
                    <a:pt x="16" y="10"/>
                    <a:pt x="16" y="12"/>
                    <a:pt x="16"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29"/>
            <p:cNvSpPr>
              <a:spLocks/>
            </p:cNvSpPr>
            <p:nvPr/>
          </p:nvSpPr>
          <p:spPr bwMode="auto">
            <a:xfrm>
              <a:off x="6646863" y="3143251"/>
              <a:ext cx="12700" cy="12700"/>
            </a:xfrm>
            <a:custGeom>
              <a:avLst/>
              <a:gdLst/>
              <a:ahLst/>
              <a:cxnLst>
                <a:cxn ang="0">
                  <a:pos x="5" y="1"/>
                </a:cxn>
                <a:cxn ang="0">
                  <a:pos x="1" y="1"/>
                </a:cxn>
                <a:cxn ang="0">
                  <a:pos x="0" y="4"/>
                </a:cxn>
                <a:cxn ang="0">
                  <a:pos x="1" y="7"/>
                </a:cxn>
                <a:cxn ang="0">
                  <a:pos x="4" y="7"/>
                </a:cxn>
                <a:cxn ang="0">
                  <a:pos x="8" y="4"/>
                </a:cxn>
                <a:cxn ang="0">
                  <a:pos x="5" y="1"/>
                </a:cxn>
              </a:cxnLst>
              <a:rect l="0" t="0" r="r" b="b"/>
              <a:pathLst>
                <a:path w="8" h="8">
                  <a:moveTo>
                    <a:pt x="5" y="1"/>
                  </a:moveTo>
                  <a:cubicBezTo>
                    <a:pt x="4" y="1"/>
                    <a:pt x="1" y="0"/>
                    <a:pt x="1" y="1"/>
                  </a:cubicBezTo>
                  <a:cubicBezTo>
                    <a:pt x="0" y="1"/>
                    <a:pt x="0" y="3"/>
                    <a:pt x="0" y="4"/>
                  </a:cubicBezTo>
                  <a:cubicBezTo>
                    <a:pt x="0" y="5"/>
                    <a:pt x="0" y="7"/>
                    <a:pt x="1" y="7"/>
                  </a:cubicBezTo>
                  <a:cubicBezTo>
                    <a:pt x="2" y="8"/>
                    <a:pt x="3" y="7"/>
                    <a:pt x="4" y="7"/>
                  </a:cubicBezTo>
                  <a:cubicBezTo>
                    <a:pt x="5" y="7"/>
                    <a:pt x="8" y="5"/>
                    <a:pt x="8" y="4"/>
                  </a:cubicBezTo>
                  <a:cubicBezTo>
                    <a:pt x="8" y="3"/>
                    <a:pt x="6" y="1"/>
                    <a:pt x="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30"/>
            <p:cNvSpPr>
              <a:spLocks/>
            </p:cNvSpPr>
            <p:nvPr/>
          </p:nvSpPr>
          <p:spPr bwMode="auto">
            <a:xfrm>
              <a:off x="6467476" y="2952751"/>
              <a:ext cx="20638" cy="36513"/>
            </a:xfrm>
            <a:custGeom>
              <a:avLst/>
              <a:gdLst/>
              <a:ahLst/>
              <a:cxnLst>
                <a:cxn ang="0">
                  <a:pos x="12" y="10"/>
                </a:cxn>
                <a:cxn ang="0">
                  <a:pos x="10" y="12"/>
                </a:cxn>
                <a:cxn ang="0">
                  <a:pos x="12" y="16"/>
                </a:cxn>
                <a:cxn ang="0">
                  <a:pos x="13" y="21"/>
                </a:cxn>
                <a:cxn ang="0">
                  <a:pos x="13" y="24"/>
                </a:cxn>
                <a:cxn ang="0">
                  <a:pos x="11" y="24"/>
                </a:cxn>
                <a:cxn ang="0">
                  <a:pos x="9" y="19"/>
                </a:cxn>
                <a:cxn ang="0">
                  <a:pos x="7" y="16"/>
                </a:cxn>
                <a:cxn ang="0">
                  <a:pos x="5" y="10"/>
                </a:cxn>
                <a:cxn ang="0">
                  <a:pos x="2" y="7"/>
                </a:cxn>
                <a:cxn ang="0">
                  <a:pos x="1" y="5"/>
                </a:cxn>
                <a:cxn ang="0">
                  <a:pos x="2" y="2"/>
                </a:cxn>
                <a:cxn ang="0">
                  <a:pos x="6" y="0"/>
                </a:cxn>
                <a:cxn ang="0">
                  <a:pos x="9" y="1"/>
                </a:cxn>
                <a:cxn ang="0">
                  <a:pos x="11" y="3"/>
                </a:cxn>
                <a:cxn ang="0">
                  <a:pos x="13" y="7"/>
                </a:cxn>
                <a:cxn ang="0">
                  <a:pos x="12" y="10"/>
                </a:cxn>
              </a:cxnLst>
              <a:rect l="0" t="0" r="r" b="b"/>
              <a:pathLst>
                <a:path w="14" h="24">
                  <a:moveTo>
                    <a:pt x="12" y="10"/>
                  </a:moveTo>
                  <a:cubicBezTo>
                    <a:pt x="12" y="11"/>
                    <a:pt x="11" y="11"/>
                    <a:pt x="10" y="12"/>
                  </a:cubicBezTo>
                  <a:cubicBezTo>
                    <a:pt x="10" y="13"/>
                    <a:pt x="12" y="15"/>
                    <a:pt x="12" y="16"/>
                  </a:cubicBezTo>
                  <a:cubicBezTo>
                    <a:pt x="12" y="17"/>
                    <a:pt x="13" y="20"/>
                    <a:pt x="13" y="21"/>
                  </a:cubicBezTo>
                  <a:cubicBezTo>
                    <a:pt x="13" y="22"/>
                    <a:pt x="14" y="24"/>
                    <a:pt x="13" y="24"/>
                  </a:cubicBezTo>
                  <a:cubicBezTo>
                    <a:pt x="13" y="24"/>
                    <a:pt x="12" y="24"/>
                    <a:pt x="11" y="24"/>
                  </a:cubicBezTo>
                  <a:cubicBezTo>
                    <a:pt x="10" y="23"/>
                    <a:pt x="10" y="20"/>
                    <a:pt x="9" y="19"/>
                  </a:cubicBezTo>
                  <a:cubicBezTo>
                    <a:pt x="9" y="18"/>
                    <a:pt x="8" y="17"/>
                    <a:pt x="7" y="16"/>
                  </a:cubicBezTo>
                  <a:cubicBezTo>
                    <a:pt x="6" y="15"/>
                    <a:pt x="6" y="12"/>
                    <a:pt x="5" y="10"/>
                  </a:cubicBezTo>
                  <a:cubicBezTo>
                    <a:pt x="5" y="9"/>
                    <a:pt x="3" y="8"/>
                    <a:pt x="2" y="7"/>
                  </a:cubicBezTo>
                  <a:cubicBezTo>
                    <a:pt x="2" y="7"/>
                    <a:pt x="1" y="6"/>
                    <a:pt x="1" y="5"/>
                  </a:cubicBezTo>
                  <a:cubicBezTo>
                    <a:pt x="0" y="4"/>
                    <a:pt x="1" y="2"/>
                    <a:pt x="2" y="2"/>
                  </a:cubicBezTo>
                  <a:cubicBezTo>
                    <a:pt x="3" y="1"/>
                    <a:pt x="5" y="0"/>
                    <a:pt x="6" y="0"/>
                  </a:cubicBezTo>
                  <a:cubicBezTo>
                    <a:pt x="7" y="0"/>
                    <a:pt x="8" y="1"/>
                    <a:pt x="9" y="1"/>
                  </a:cubicBezTo>
                  <a:cubicBezTo>
                    <a:pt x="10" y="2"/>
                    <a:pt x="11" y="3"/>
                    <a:pt x="11" y="3"/>
                  </a:cubicBezTo>
                  <a:cubicBezTo>
                    <a:pt x="12" y="4"/>
                    <a:pt x="13" y="6"/>
                    <a:pt x="13" y="7"/>
                  </a:cubicBezTo>
                  <a:cubicBezTo>
                    <a:pt x="13" y="8"/>
                    <a:pt x="13" y="10"/>
                    <a:pt x="12"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31"/>
            <p:cNvSpPr>
              <a:spLocks/>
            </p:cNvSpPr>
            <p:nvPr/>
          </p:nvSpPr>
          <p:spPr bwMode="auto">
            <a:xfrm>
              <a:off x="6846888" y="3100388"/>
              <a:ext cx="22225" cy="12700"/>
            </a:xfrm>
            <a:custGeom>
              <a:avLst/>
              <a:gdLst/>
              <a:ahLst/>
              <a:cxnLst>
                <a:cxn ang="0">
                  <a:pos x="13" y="6"/>
                </a:cxn>
                <a:cxn ang="0">
                  <a:pos x="7" y="8"/>
                </a:cxn>
                <a:cxn ang="0">
                  <a:pos x="2" y="7"/>
                </a:cxn>
                <a:cxn ang="0">
                  <a:pos x="0" y="4"/>
                </a:cxn>
                <a:cxn ang="0">
                  <a:pos x="1" y="1"/>
                </a:cxn>
                <a:cxn ang="0">
                  <a:pos x="4" y="0"/>
                </a:cxn>
                <a:cxn ang="0">
                  <a:pos x="9" y="1"/>
                </a:cxn>
                <a:cxn ang="0">
                  <a:pos x="11" y="3"/>
                </a:cxn>
                <a:cxn ang="0">
                  <a:pos x="13" y="6"/>
                </a:cxn>
              </a:cxnLst>
              <a:rect l="0" t="0" r="r" b="b"/>
              <a:pathLst>
                <a:path w="14" h="8">
                  <a:moveTo>
                    <a:pt x="13" y="6"/>
                  </a:moveTo>
                  <a:cubicBezTo>
                    <a:pt x="13" y="7"/>
                    <a:pt x="9" y="7"/>
                    <a:pt x="7" y="8"/>
                  </a:cubicBezTo>
                  <a:cubicBezTo>
                    <a:pt x="6" y="8"/>
                    <a:pt x="3" y="8"/>
                    <a:pt x="2" y="7"/>
                  </a:cubicBezTo>
                  <a:cubicBezTo>
                    <a:pt x="1" y="7"/>
                    <a:pt x="0" y="5"/>
                    <a:pt x="0" y="4"/>
                  </a:cubicBezTo>
                  <a:cubicBezTo>
                    <a:pt x="0" y="3"/>
                    <a:pt x="0" y="2"/>
                    <a:pt x="1" y="1"/>
                  </a:cubicBezTo>
                  <a:cubicBezTo>
                    <a:pt x="1" y="1"/>
                    <a:pt x="3" y="0"/>
                    <a:pt x="4" y="0"/>
                  </a:cubicBezTo>
                  <a:cubicBezTo>
                    <a:pt x="5" y="0"/>
                    <a:pt x="8" y="1"/>
                    <a:pt x="9" y="1"/>
                  </a:cubicBezTo>
                  <a:cubicBezTo>
                    <a:pt x="9" y="2"/>
                    <a:pt x="10" y="2"/>
                    <a:pt x="11" y="3"/>
                  </a:cubicBezTo>
                  <a:cubicBezTo>
                    <a:pt x="12" y="4"/>
                    <a:pt x="14" y="5"/>
                    <a:pt x="13"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32"/>
            <p:cNvSpPr>
              <a:spLocks/>
            </p:cNvSpPr>
            <p:nvPr/>
          </p:nvSpPr>
          <p:spPr bwMode="auto">
            <a:xfrm>
              <a:off x="7650163" y="2855913"/>
              <a:ext cx="9525" cy="15875"/>
            </a:xfrm>
            <a:custGeom>
              <a:avLst/>
              <a:gdLst/>
              <a:ahLst/>
              <a:cxnLst>
                <a:cxn ang="0">
                  <a:pos x="4" y="9"/>
                </a:cxn>
                <a:cxn ang="0">
                  <a:pos x="4" y="10"/>
                </a:cxn>
                <a:cxn ang="0">
                  <a:pos x="2" y="9"/>
                </a:cxn>
                <a:cxn ang="0">
                  <a:pos x="0" y="7"/>
                </a:cxn>
                <a:cxn ang="0">
                  <a:pos x="1" y="5"/>
                </a:cxn>
                <a:cxn ang="0">
                  <a:pos x="0" y="2"/>
                </a:cxn>
                <a:cxn ang="0">
                  <a:pos x="1" y="0"/>
                </a:cxn>
                <a:cxn ang="0">
                  <a:pos x="2" y="1"/>
                </a:cxn>
                <a:cxn ang="0">
                  <a:pos x="4" y="2"/>
                </a:cxn>
                <a:cxn ang="0">
                  <a:pos x="4" y="4"/>
                </a:cxn>
                <a:cxn ang="0">
                  <a:pos x="5" y="5"/>
                </a:cxn>
                <a:cxn ang="0">
                  <a:pos x="4" y="9"/>
                </a:cxn>
              </a:cxnLst>
              <a:rect l="0" t="0" r="r" b="b"/>
              <a:pathLst>
                <a:path w="6" h="10">
                  <a:moveTo>
                    <a:pt x="4" y="9"/>
                  </a:moveTo>
                  <a:cubicBezTo>
                    <a:pt x="4" y="9"/>
                    <a:pt x="4" y="10"/>
                    <a:pt x="4" y="10"/>
                  </a:cubicBezTo>
                  <a:cubicBezTo>
                    <a:pt x="3" y="10"/>
                    <a:pt x="2" y="9"/>
                    <a:pt x="2" y="9"/>
                  </a:cubicBezTo>
                  <a:cubicBezTo>
                    <a:pt x="2" y="9"/>
                    <a:pt x="1" y="8"/>
                    <a:pt x="0" y="7"/>
                  </a:cubicBezTo>
                  <a:cubicBezTo>
                    <a:pt x="0" y="7"/>
                    <a:pt x="1" y="5"/>
                    <a:pt x="1" y="5"/>
                  </a:cubicBezTo>
                  <a:cubicBezTo>
                    <a:pt x="1" y="4"/>
                    <a:pt x="0" y="3"/>
                    <a:pt x="0" y="2"/>
                  </a:cubicBezTo>
                  <a:cubicBezTo>
                    <a:pt x="0" y="2"/>
                    <a:pt x="0" y="1"/>
                    <a:pt x="1" y="0"/>
                  </a:cubicBezTo>
                  <a:cubicBezTo>
                    <a:pt x="1" y="0"/>
                    <a:pt x="2" y="0"/>
                    <a:pt x="2" y="1"/>
                  </a:cubicBezTo>
                  <a:cubicBezTo>
                    <a:pt x="3" y="1"/>
                    <a:pt x="4" y="2"/>
                    <a:pt x="4" y="2"/>
                  </a:cubicBezTo>
                  <a:cubicBezTo>
                    <a:pt x="4" y="3"/>
                    <a:pt x="4" y="4"/>
                    <a:pt x="4" y="4"/>
                  </a:cubicBezTo>
                  <a:cubicBezTo>
                    <a:pt x="4" y="4"/>
                    <a:pt x="5" y="5"/>
                    <a:pt x="5" y="5"/>
                  </a:cubicBezTo>
                  <a:cubicBezTo>
                    <a:pt x="6" y="6"/>
                    <a:pt x="5" y="8"/>
                    <a:pt x="4"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33"/>
            <p:cNvSpPr>
              <a:spLocks/>
            </p:cNvSpPr>
            <p:nvPr/>
          </p:nvSpPr>
          <p:spPr bwMode="auto">
            <a:xfrm>
              <a:off x="7470776" y="2819401"/>
              <a:ext cx="357188" cy="522288"/>
            </a:xfrm>
            <a:custGeom>
              <a:avLst/>
              <a:gdLst/>
              <a:ahLst/>
              <a:cxnLst>
                <a:cxn ang="0">
                  <a:pos x="218" y="133"/>
                </a:cxn>
                <a:cxn ang="0">
                  <a:pos x="191" y="157"/>
                </a:cxn>
                <a:cxn ang="0">
                  <a:pos x="180" y="175"/>
                </a:cxn>
                <a:cxn ang="0">
                  <a:pos x="172" y="194"/>
                </a:cxn>
                <a:cxn ang="0">
                  <a:pos x="168" y="221"/>
                </a:cxn>
                <a:cxn ang="0">
                  <a:pos x="182" y="243"/>
                </a:cxn>
                <a:cxn ang="0">
                  <a:pos x="207" y="254"/>
                </a:cxn>
                <a:cxn ang="0">
                  <a:pos x="213" y="263"/>
                </a:cxn>
                <a:cxn ang="0">
                  <a:pos x="186" y="312"/>
                </a:cxn>
                <a:cxn ang="0">
                  <a:pos x="148" y="312"/>
                </a:cxn>
                <a:cxn ang="0">
                  <a:pos x="112" y="326"/>
                </a:cxn>
                <a:cxn ang="0">
                  <a:pos x="121" y="294"/>
                </a:cxn>
                <a:cxn ang="0">
                  <a:pos x="102" y="279"/>
                </a:cxn>
                <a:cxn ang="0">
                  <a:pos x="73" y="258"/>
                </a:cxn>
                <a:cxn ang="0">
                  <a:pos x="63" y="215"/>
                </a:cxn>
                <a:cxn ang="0">
                  <a:pos x="43" y="174"/>
                </a:cxn>
                <a:cxn ang="0">
                  <a:pos x="15" y="125"/>
                </a:cxn>
                <a:cxn ang="0">
                  <a:pos x="0" y="86"/>
                </a:cxn>
                <a:cxn ang="0">
                  <a:pos x="6" y="81"/>
                </a:cxn>
                <a:cxn ang="0">
                  <a:pos x="14" y="77"/>
                </a:cxn>
                <a:cxn ang="0">
                  <a:pos x="21" y="66"/>
                </a:cxn>
                <a:cxn ang="0">
                  <a:pos x="29" y="59"/>
                </a:cxn>
                <a:cxn ang="0">
                  <a:pos x="28" y="45"/>
                </a:cxn>
                <a:cxn ang="0">
                  <a:pos x="38" y="39"/>
                </a:cxn>
                <a:cxn ang="0">
                  <a:pos x="61" y="32"/>
                </a:cxn>
                <a:cxn ang="0">
                  <a:pos x="82" y="31"/>
                </a:cxn>
                <a:cxn ang="0">
                  <a:pos x="79" y="49"/>
                </a:cxn>
                <a:cxn ang="0">
                  <a:pos x="68" y="68"/>
                </a:cxn>
                <a:cxn ang="0">
                  <a:pos x="59" y="82"/>
                </a:cxn>
                <a:cxn ang="0">
                  <a:pos x="65" y="85"/>
                </a:cxn>
                <a:cxn ang="0">
                  <a:pos x="76" y="72"/>
                </a:cxn>
                <a:cxn ang="0">
                  <a:pos x="88" y="63"/>
                </a:cxn>
                <a:cxn ang="0">
                  <a:pos x="87" y="50"/>
                </a:cxn>
                <a:cxn ang="0">
                  <a:pos x="93" y="50"/>
                </a:cxn>
                <a:cxn ang="0">
                  <a:pos x="98" y="56"/>
                </a:cxn>
                <a:cxn ang="0">
                  <a:pos x="105" y="68"/>
                </a:cxn>
                <a:cxn ang="0">
                  <a:pos x="94" y="65"/>
                </a:cxn>
                <a:cxn ang="0">
                  <a:pos x="94" y="74"/>
                </a:cxn>
                <a:cxn ang="0">
                  <a:pos x="107" y="69"/>
                </a:cxn>
                <a:cxn ang="0">
                  <a:pos x="113" y="74"/>
                </a:cxn>
                <a:cxn ang="0">
                  <a:pos x="122" y="79"/>
                </a:cxn>
                <a:cxn ang="0">
                  <a:pos x="116" y="67"/>
                </a:cxn>
                <a:cxn ang="0">
                  <a:pos x="121" y="57"/>
                </a:cxn>
                <a:cxn ang="0">
                  <a:pos x="126" y="46"/>
                </a:cxn>
                <a:cxn ang="0">
                  <a:pos x="129" y="36"/>
                </a:cxn>
                <a:cxn ang="0">
                  <a:pos x="121" y="26"/>
                </a:cxn>
                <a:cxn ang="0">
                  <a:pos x="119" y="8"/>
                </a:cxn>
                <a:cxn ang="0">
                  <a:pos x="134" y="4"/>
                </a:cxn>
                <a:cxn ang="0">
                  <a:pos x="162" y="4"/>
                </a:cxn>
                <a:cxn ang="0">
                  <a:pos x="181" y="26"/>
                </a:cxn>
                <a:cxn ang="0">
                  <a:pos x="195" y="32"/>
                </a:cxn>
                <a:cxn ang="0">
                  <a:pos x="189" y="54"/>
                </a:cxn>
                <a:cxn ang="0">
                  <a:pos x="175" y="70"/>
                </a:cxn>
                <a:cxn ang="0">
                  <a:pos x="151" y="92"/>
                </a:cxn>
                <a:cxn ang="0">
                  <a:pos x="146" y="110"/>
                </a:cxn>
                <a:cxn ang="0">
                  <a:pos x="163" y="126"/>
                </a:cxn>
                <a:cxn ang="0">
                  <a:pos x="192" y="124"/>
                </a:cxn>
                <a:cxn ang="0">
                  <a:pos x="216" y="121"/>
                </a:cxn>
              </a:cxnLst>
              <a:rect l="0" t="0" r="r" b="b"/>
              <a:pathLst>
                <a:path w="227" h="333">
                  <a:moveTo>
                    <a:pt x="227" y="127"/>
                  </a:moveTo>
                  <a:cubicBezTo>
                    <a:pt x="227" y="128"/>
                    <a:pt x="226" y="128"/>
                    <a:pt x="226" y="128"/>
                  </a:cubicBezTo>
                  <a:cubicBezTo>
                    <a:pt x="224" y="130"/>
                    <a:pt x="220" y="132"/>
                    <a:pt x="218" y="133"/>
                  </a:cubicBezTo>
                  <a:cubicBezTo>
                    <a:pt x="216" y="135"/>
                    <a:pt x="212" y="138"/>
                    <a:pt x="210" y="140"/>
                  </a:cubicBezTo>
                  <a:cubicBezTo>
                    <a:pt x="206" y="142"/>
                    <a:pt x="199" y="148"/>
                    <a:pt x="196" y="151"/>
                  </a:cubicBezTo>
                  <a:cubicBezTo>
                    <a:pt x="195" y="152"/>
                    <a:pt x="192" y="155"/>
                    <a:pt x="191" y="157"/>
                  </a:cubicBezTo>
                  <a:cubicBezTo>
                    <a:pt x="190" y="159"/>
                    <a:pt x="188" y="162"/>
                    <a:pt x="187" y="164"/>
                  </a:cubicBezTo>
                  <a:cubicBezTo>
                    <a:pt x="186" y="165"/>
                    <a:pt x="183" y="167"/>
                    <a:pt x="182" y="168"/>
                  </a:cubicBezTo>
                  <a:cubicBezTo>
                    <a:pt x="181" y="170"/>
                    <a:pt x="181" y="173"/>
                    <a:pt x="180" y="175"/>
                  </a:cubicBezTo>
                  <a:cubicBezTo>
                    <a:pt x="179" y="177"/>
                    <a:pt x="177" y="179"/>
                    <a:pt x="176" y="181"/>
                  </a:cubicBezTo>
                  <a:cubicBezTo>
                    <a:pt x="176" y="182"/>
                    <a:pt x="175" y="185"/>
                    <a:pt x="174" y="187"/>
                  </a:cubicBezTo>
                  <a:cubicBezTo>
                    <a:pt x="174" y="189"/>
                    <a:pt x="173" y="192"/>
                    <a:pt x="172" y="194"/>
                  </a:cubicBezTo>
                  <a:cubicBezTo>
                    <a:pt x="171" y="197"/>
                    <a:pt x="168" y="201"/>
                    <a:pt x="167" y="204"/>
                  </a:cubicBezTo>
                  <a:cubicBezTo>
                    <a:pt x="167" y="206"/>
                    <a:pt x="166" y="210"/>
                    <a:pt x="167" y="212"/>
                  </a:cubicBezTo>
                  <a:cubicBezTo>
                    <a:pt x="167" y="214"/>
                    <a:pt x="167" y="219"/>
                    <a:pt x="168" y="221"/>
                  </a:cubicBezTo>
                  <a:cubicBezTo>
                    <a:pt x="168" y="223"/>
                    <a:pt x="169" y="227"/>
                    <a:pt x="170" y="229"/>
                  </a:cubicBezTo>
                  <a:cubicBezTo>
                    <a:pt x="171" y="232"/>
                    <a:pt x="174" y="236"/>
                    <a:pt x="176" y="238"/>
                  </a:cubicBezTo>
                  <a:cubicBezTo>
                    <a:pt x="177" y="239"/>
                    <a:pt x="180" y="242"/>
                    <a:pt x="182" y="243"/>
                  </a:cubicBezTo>
                  <a:cubicBezTo>
                    <a:pt x="184" y="244"/>
                    <a:pt x="189" y="246"/>
                    <a:pt x="191" y="247"/>
                  </a:cubicBezTo>
                  <a:cubicBezTo>
                    <a:pt x="193" y="248"/>
                    <a:pt x="195" y="251"/>
                    <a:pt x="197" y="252"/>
                  </a:cubicBezTo>
                  <a:cubicBezTo>
                    <a:pt x="199" y="253"/>
                    <a:pt x="204" y="254"/>
                    <a:pt x="207" y="254"/>
                  </a:cubicBezTo>
                  <a:cubicBezTo>
                    <a:pt x="209" y="255"/>
                    <a:pt x="214" y="257"/>
                    <a:pt x="217" y="257"/>
                  </a:cubicBezTo>
                  <a:cubicBezTo>
                    <a:pt x="218" y="257"/>
                    <a:pt x="219" y="258"/>
                    <a:pt x="220" y="258"/>
                  </a:cubicBezTo>
                  <a:cubicBezTo>
                    <a:pt x="217" y="260"/>
                    <a:pt x="214" y="262"/>
                    <a:pt x="213" y="263"/>
                  </a:cubicBezTo>
                  <a:cubicBezTo>
                    <a:pt x="210" y="266"/>
                    <a:pt x="206" y="273"/>
                    <a:pt x="204" y="276"/>
                  </a:cubicBezTo>
                  <a:cubicBezTo>
                    <a:pt x="202" y="281"/>
                    <a:pt x="201" y="293"/>
                    <a:pt x="199" y="298"/>
                  </a:cubicBezTo>
                  <a:cubicBezTo>
                    <a:pt x="196" y="302"/>
                    <a:pt x="190" y="310"/>
                    <a:pt x="186" y="312"/>
                  </a:cubicBezTo>
                  <a:cubicBezTo>
                    <a:pt x="183" y="314"/>
                    <a:pt x="176" y="315"/>
                    <a:pt x="172" y="315"/>
                  </a:cubicBezTo>
                  <a:cubicBezTo>
                    <a:pt x="170" y="315"/>
                    <a:pt x="164" y="312"/>
                    <a:pt x="161" y="312"/>
                  </a:cubicBezTo>
                  <a:cubicBezTo>
                    <a:pt x="158" y="311"/>
                    <a:pt x="151" y="311"/>
                    <a:pt x="148" y="312"/>
                  </a:cubicBezTo>
                  <a:cubicBezTo>
                    <a:pt x="144" y="313"/>
                    <a:pt x="138" y="318"/>
                    <a:pt x="135" y="320"/>
                  </a:cubicBezTo>
                  <a:cubicBezTo>
                    <a:pt x="130" y="323"/>
                    <a:pt x="121" y="329"/>
                    <a:pt x="116" y="333"/>
                  </a:cubicBezTo>
                  <a:cubicBezTo>
                    <a:pt x="114" y="330"/>
                    <a:pt x="113" y="327"/>
                    <a:pt x="112" y="326"/>
                  </a:cubicBezTo>
                  <a:cubicBezTo>
                    <a:pt x="112" y="323"/>
                    <a:pt x="111" y="317"/>
                    <a:pt x="112" y="314"/>
                  </a:cubicBezTo>
                  <a:cubicBezTo>
                    <a:pt x="112" y="312"/>
                    <a:pt x="115" y="307"/>
                    <a:pt x="116" y="305"/>
                  </a:cubicBezTo>
                  <a:cubicBezTo>
                    <a:pt x="117" y="302"/>
                    <a:pt x="120" y="297"/>
                    <a:pt x="121" y="294"/>
                  </a:cubicBezTo>
                  <a:cubicBezTo>
                    <a:pt x="122" y="291"/>
                    <a:pt x="122" y="287"/>
                    <a:pt x="121" y="285"/>
                  </a:cubicBezTo>
                  <a:cubicBezTo>
                    <a:pt x="120" y="283"/>
                    <a:pt x="117" y="280"/>
                    <a:pt x="115" y="279"/>
                  </a:cubicBezTo>
                  <a:cubicBezTo>
                    <a:pt x="112" y="278"/>
                    <a:pt x="105" y="279"/>
                    <a:pt x="102" y="279"/>
                  </a:cubicBezTo>
                  <a:cubicBezTo>
                    <a:pt x="99" y="279"/>
                    <a:pt x="93" y="280"/>
                    <a:pt x="90" y="279"/>
                  </a:cubicBezTo>
                  <a:cubicBezTo>
                    <a:pt x="87" y="278"/>
                    <a:pt x="82" y="273"/>
                    <a:pt x="80" y="271"/>
                  </a:cubicBezTo>
                  <a:cubicBezTo>
                    <a:pt x="78" y="268"/>
                    <a:pt x="74" y="262"/>
                    <a:pt x="73" y="258"/>
                  </a:cubicBezTo>
                  <a:cubicBezTo>
                    <a:pt x="72" y="256"/>
                    <a:pt x="71" y="250"/>
                    <a:pt x="71" y="247"/>
                  </a:cubicBezTo>
                  <a:cubicBezTo>
                    <a:pt x="71" y="243"/>
                    <a:pt x="70" y="236"/>
                    <a:pt x="70" y="233"/>
                  </a:cubicBezTo>
                  <a:cubicBezTo>
                    <a:pt x="69" y="228"/>
                    <a:pt x="64" y="220"/>
                    <a:pt x="63" y="215"/>
                  </a:cubicBezTo>
                  <a:cubicBezTo>
                    <a:pt x="62" y="211"/>
                    <a:pt x="63" y="203"/>
                    <a:pt x="61" y="199"/>
                  </a:cubicBezTo>
                  <a:cubicBezTo>
                    <a:pt x="60" y="195"/>
                    <a:pt x="54" y="190"/>
                    <a:pt x="52" y="187"/>
                  </a:cubicBezTo>
                  <a:cubicBezTo>
                    <a:pt x="49" y="184"/>
                    <a:pt x="45" y="177"/>
                    <a:pt x="43" y="174"/>
                  </a:cubicBezTo>
                  <a:cubicBezTo>
                    <a:pt x="40" y="169"/>
                    <a:pt x="34" y="158"/>
                    <a:pt x="31" y="153"/>
                  </a:cubicBezTo>
                  <a:cubicBezTo>
                    <a:pt x="29" y="151"/>
                    <a:pt x="25" y="147"/>
                    <a:pt x="24" y="144"/>
                  </a:cubicBezTo>
                  <a:cubicBezTo>
                    <a:pt x="21" y="140"/>
                    <a:pt x="17" y="130"/>
                    <a:pt x="15" y="125"/>
                  </a:cubicBezTo>
                  <a:cubicBezTo>
                    <a:pt x="14" y="122"/>
                    <a:pt x="10" y="115"/>
                    <a:pt x="10" y="112"/>
                  </a:cubicBezTo>
                  <a:cubicBezTo>
                    <a:pt x="8" y="108"/>
                    <a:pt x="4" y="102"/>
                    <a:pt x="3" y="98"/>
                  </a:cubicBezTo>
                  <a:cubicBezTo>
                    <a:pt x="2" y="95"/>
                    <a:pt x="1" y="89"/>
                    <a:pt x="0" y="86"/>
                  </a:cubicBezTo>
                  <a:cubicBezTo>
                    <a:pt x="0" y="84"/>
                    <a:pt x="1" y="82"/>
                    <a:pt x="2" y="80"/>
                  </a:cubicBezTo>
                  <a:cubicBezTo>
                    <a:pt x="3" y="81"/>
                    <a:pt x="3" y="81"/>
                    <a:pt x="3" y="81"/>
                  </a:cubicBezTo>
                  <a:cubicBezTo>
                    <a:pt x="4" y="81"/>
                    <a:pt x="5" y="81"/>
                    <a:pt x="6" y="81"/>
                  </a:cubicBezTo>
                  <a:cubicBezTo>
                    <a:pt x="7" y="80"/>
                    <a:pt x="7" y="78"/>
                    <a:pt x="8" y="77"/>
                  </a:cubicBezTo>
                  <a:cubicBezTo>
                    <a:pt x="9" y="76"/>
                    <a:pt x="11" y="75"/>
                    <a:pt x="12" y="75"/>
                  </a:cubicBezTo>
                  <a:cubicBezTo>
                    <a:pt x="12" y="76"/>
                    <a:pt x="13" y="77"/>
                    <a:pt x="14" y="77"/>
                  </a:cubicBezTo>
                  <a:cubicBezTo>
                    <a:pt x="15" y="77"/>
                    <a:pt x="17" y="74"/>
                    <a:pt x="17" y="73"/>
                  </a:cubicBezTo>
                  <a:cubicBezTo>
                    <a:pt x="18" y="73"/>
                    <a:pt x="19" y="71"/>
                    <a:pt x="19" y="70"/>
                  </a:cubicBezTo>
                  <a:cubicBezTo>
                    <a:pt x="19" y="69"/>
                    <a:pt x="20" y="67"/>
                    <a:pt x="21" y="66"/>
                  </a:cubicBezTo>
                  <a:cubicBezTo>
                    <a:pt x="22" y="65"/>
                    <a:pt x="23" y="65"/>
                    <a:pt x="23" y="65"/>
                  </a:cubicBezTo>
                  <a:cubicBezTo>
                    <a:pt x="24" y="64"/>
                    <a:pt x="26" y="63"/>
                    <a:pt x="26" y="62"/>
                  </a:cubicBezTo>
                  <a:cubicBezTo>
                    <a:pt x="27" y="62"/>
                    <a:pt x="28" y="60"/>
                    <a:pt x="29" y="59"/>
                  </a:cubicBezTo>
                  <a:cubicBezTo>
                    <a:pt x="29" y="57"/>
                    <a:pt x="28" y="55"/>
                    <a:pt x="28" y="53"/>
                  </a:cubicBezTo>
                  <a:cubicBezTo>
                    <a:pt x="28" y="52"/>
                    <a:pt x="28" y="50"/>
                    <a:pt x="28" y="49"/>
                  </a:cubicBezTo>
                  <a:cubicBezTo>
                    <a:pt x="28" y="48"/>
                    <a:pt x="28" y="46"/>
                    <a:pt x="28" y="45"/>
                  </a:cubicBezTo>
                  <a:cubicBezTo>
                    <a:pt x="28" y="44"/>
                    <a:pt x="29" y="41"/>
                    <a:pt x="30" y="40"/>
                  </a:cubicBezTo>
                  <a:cubicBezTo>
                    <a:pt x="30" y="39"/>
                    <a:pt x="31" y="38"/>
                    <a:pt x="31" y="37"/>
                  </a:cubicBezTo>
                  <a:cubicBezTo>
                    <a:pt x="34" y="38"/>
                    <a:pt x="36" y="39"/>
                    <a:pt x="38" y="39"/>
                  </a:cubicBezTo>
                  <a:cubicBezTo>
                    <a:pt x="41" y="39"/>
                    <a:pt x="46" y="37"/>
                    <a:pt x="49" y="36"/>
                  </a:cubicBezTo>
                  <a:cubicBezTo>
                    <a:pt x="50" y="35"/>
                    <a:pt x="52" y="33"/>
                    <a:pt x="53" y="33"/>
                  </a:cubicBezTo>
                  <a:cubicBezTo>
                    <a:pt x="55" y="32"/>
                    <a:pt x="59" y="32"/>
                    <a:pt x="61" y="32"/>
                  </a:cubicBezTo>
                  <a:cubicBezTo>
                    <a:pt x="64" y="31"/>
                    <a:pt x="67" y="28"/>
                    <a:pt x="69" y="27"/>
                  </a:cubicBezTo>
                  <a:cubicBezTo>
                    <a:pt x="72" y="27"/>
                    <a:pt x="77" y="28"/>
                    <a:pt x="80" y="29"/>
                  </a:cubicBezTo>
                  <a:cubicBezTo>
                    <a:pt x="80" y="29"/>
                    <a:pt x="81" y="30"/>
                    <a:pt x="82" y="31"/>
                  </a:cubicBezTo>
                  <a:cubicBezTo>
                    <a:pt x="82" y="32"/>
                    <a:pt x="81" y="33"/>
                    <a:pt x="81" y="33"/>
                  </a:cubicBezTo>
                  <a:cubicBezTo>
                    <a:pt x="81" y="35"/>
                    <a:pt x="82" y="38"/>
                    <a:pt x="82" y="40"/>
                  </a:cubicBezTo>
                  <a:cubicBezTo>
                    <a:pt x="81" y="42"/>
                    <a:pt x="80" y="47"/>
                    <a:pt x="79" y="49"/>
                  </a:cubicBezTo>
                  <a:cubicBezTo>
                    <a:pt x="78" y="50"/>
                    <a:pt x="76" y="54"/>
                    <a:pt x="75" y="55"/>
                  </a:cubicBezTo>
                  <a:cubicBezTo>
                    <a:pt x="74" y="57"/>
                    <a:pt x="72" y="59"/>
                    <a:pt x="71" y="61"/>
                  </a:cubicBezTo>
                  <a:cubicBezTo>
                    <a:pt x="70" y="62"/>
                    <a:pt x="69" y="66"/>
                    <a:pt x="68" y="68"/>
                  </a:cubicBezTo>
                  <a:cubicBezTo>
                    <a:pt x="67" y="69"/>
                    <a:pt x="67" y="72"/>
                    <a:pt x="66" y="73"/>
                  </a:cubicBezTo>
                  <a:cubicBezTo>
                    <a:pt x="65" y="75"/>
                    <a:pt x="63" y="77"/>
                    <a:pt x="63" y="78"/>
                  </a:cubicBezTo>
                  <a:cubicBezTo>
                    <a:pt x="62" y="79"/>
                    <a:pt x="60" y="80"/>
                    <a:pt x="59" y="82"/>
                  </a:cubicBezTo>
                  <a:cubicBezTo>
                    <a:pt x="59" y="83"/>
                    <a:pt x="59" y="86"/>
                    <a:pt x="59" y="87"/>
                  </a:cubicBezTo>
                  <a:cubicBezTo>
                    <a:pt x="60" y="88"/>
                    <a:pt x="61" y="91"/>
                    <a:pt x="63" y="90"/>
                  </a:cubicBezTo>
                  <a:cubicBezTo>
                    <a:pt x="64" y="90"/>
                    <a:pt x="64" y="86"/>
                    <a:pt x="65" y="85"/>
                  </a:cubicBezTo>
                  <a:cubicBezTo>
                    <a:pt x="66" y="84"/>
                    <a:pt x="69" y="82"/>
                    <a:pt x="69" y="81"/>
                  </a:cubicBezTo>
                  <a:cubicBezTo>
                    <a:pt x="70" y="79"/>
                    <a:pt x="70" y="76"/>
                    <a:pt x="71" y="75"/>
                  </a:cubicBezTo>
                  <a:cubicBezTo>
                    <a:pt x="72" y="74"/>
                    <a:pt x="75" y="72"/>
                    <a:pt x="76" y="72"/>
                  </a:cubicBezTo>
                  <a:cubicBezTo>
                    <a:pt x="77" y="71"/>
                    <a:pt x="79" y="72"/>
                    <a:pt x="80" y="72"/>
                  </a:cubicBezTo>
                  <a:cubicBezTo>
                    <a:pt x="82" y="72"/>
                    <a:pt x="86" y="71"/>
                    <a:pt x="87" y="69"/>
                  </a:cubicBezTo>
                  <a:cubicBezTo>
                    <a:pt x="88" y="68"/>
                    <a:pt x="89" y="65"/>
                    <a:pt x="88" y="63"/>
                  </a:cubicBezTo>
                  <a:cubicBezTo>
                    <a:pt x="88" y="62"/>
                    <a:pt x="85" y="60"/>
                    <a:pt x="84" y="59"/>
                  </a:cubicBezTo>
                  <a:cubicBezTo>
                    <a:pt x="84" y="57"/>
                    <a:pt x="84" y="55"/>
                    <a:pt x="84" y="53"/>
                  </a:cubicBezTo>
                  <a:cubicBezTo>
                    <a:pt x="85" y="52"/>
                    <a:pt x="86" y="51"/>
                    <a:pt x="87" y="50"/>
                  </a:cubicBezTo>
                  <a:cubicBezTo>
                    <a:pt x="87" y="49"/>
                    <a:pt x="87" y="47"/>
                    <a:pt x="87" y="47"/>
                  </a:cubicBezTo>
                  <a:cubicBezTo>
                    <a:pt x="88" y="46"/>
                    <a:pt x="90" y="46"/>
                    <a:pt x="91" y="46"/>
                  </a:cubicBezTo>
                  <a:cubicBezTo>
                    <a:pt x="92" y="47"/>
                    <a:pt x="93" y="49"/>
                    <a:pt x="93" y="50"/>
                  </a:cubicBezTo>
                  <a:cubicBezTo>
                    <a:pt x="93" y="51"/>
                    <a:pt x="90" y="53"/>
                    <a:pt x="90" y="54"/>
                  </a:cubicBezTo>
                  <a:cubicBezTo>
                    <a:pt x="90" y="55"/>
                    <a:pt x="92" y="57"/>
                    <a:pt x="92" y="57"/>
                  </a:cubicBezTo>
                  <a:cubicBezTo>
                    <a:pt x="94" y="58"/>
                    <a:pt x="97" y="56"/>
                    <a:pt x="98" y="56"/>
                  </a:cubicBezTo>
                  <a:cubicBezTo>
                    <a:pt x="100" y="56"/>
                    <a:pt x="104" y="57"/>
                    <a:pt x="106" y="58"/>
                  </a:cubicBezTo>
                  <a:cubicBezTo>
                    <a:pt x="107" y="59"/>
                    <a:pt x="108" y="61"/>
                    <a:pt x="108" y="62"/>
                  </a:cubicBezTo>
                  <a:cubicBezTo>
                    <a:pt x="108" y="64"/>
                    <a:pt x="106" y="67"/>
                    <a:pt x="105" y="68"/>
                  </a:cubicBezTo>
                  <a:cubicBezTo>
                    <a:pt x="104" y="68"/>
                    <a:pt x="101" y="68"/>
                    <a:pt x="99" y="67"/>
                  </a:cubicBezTo>
                  <a:cubicBezTo>
                    <a:pt x="99" y="67"/>
                    <a:pt x="98" y="66"/>
                    <a:pt x="97" y="65"/>
                  </a:cubicBezTo>
                  <a:cubicBezTo>
                    <a:pt x="96" y="65"/>
                    <a:pt x="94" y="64"/>
                    <a:pt x="94" y="65"/>
                  </a:cubicBezTo>
                  <a:cubicBezTo>
                    <a:pt x="93" y="65"/>
                    <a:pt x="94" y="68"/>
                    <a:pt x="93" y="69"/>
                  </a:cubicBezTo>
                  <a:cubicBezTo>
                    <a:pt x="93" y="70"/>
                    <a:pt x="92" y="71"/>
                    <a:pt x="92" y="72"/>
                  </a:cubicBezTo>
                  <a:cubicBezTo>
                    <a:pt x="92" y="73"/>
                    <a:pt x="93" y="74"/>
                    <a:pt x="94" y="74"/>
                  </a:cubicBezTo>
                  <a:cubicBezTo>
                    <a:pt x="95" y="75"/>
                    <a:pt x="98" y="74"/>
                    <a:pt x="99" y="74"/>
                  </a:cubicBezTo>
                  <a:cubicBezTo>
                    <a:pt x="101" y="74"/>
                    <a:pt x="104" y="74"/>
                    <a:pt x="105" y="73"/>
                  </a:cubicBezTo>
                  <a:cubicBezTo>
                    <a:pt x="106" y="72"/>
                    <a:pt x="106" y="70"/>
                    <a:pt x="107" y="69"/>
                  </a:cubicBezTo>
                  <a:cubicBezTo>
                    <a:pt x="108" y="69"/>
                    <a:pt x="110" y="69"/>
                    <a:pt x="111" y="69"/>
                  </a:cubicBezTo>
                  <a:cubicBezTo>
                    <a:pt x="112" y="69"/>
                    <a:pt x="113" y="70"/>
                    <a:pt x="113" y="70"/>
                  </a:cubicBezTo>
                  <a:cubicBezTo>
                    <a:pt x="114" y="71"/>
                    <a:pt x="113" y="73"/>
                    <a:pt x="113" y="74"/>
                  </a:cubicBezTo>
                  <a:cubicBezTo>
                    <a:pt x="114" y="76"/>
                    <a:pt x="115" y="80"/>
                    <a:pt x="116" y="81"/>
                  </a:cubicBezTo>
                  <a:cubicBezTo>
                    <a:pt x="117" y="82"/>
                    <a:pt x="118" y="83"/>
                    <a:pt x="118" y="82"/>
                  </a:cubicBezTo>
                  <a:cubicBezTo>
                    <a:pt x="120" y="82"/>
                    <a:pt x="121" y="80"/>
                    <a:pt x="122" y="79"/>
                  </a:cubicBezTo>
                  <a:cubicBezTo>
                    <a:pt x="122" y="78"/>
                    <a:pt x="122" y="74"/>
                    <a:pt x="121" y="73"/>
                  </a:cubicBezTo>
                  <a:cubicBezTo>
                    <a:pt x="121" y="72"/>
                    <a:pt x="118" y="72"/>
                    <a:pt x="118" y="71"/>
                  </a:cubicBezTo>
                  <a:cubicBezTo>
                    <a:pt x="117" y="70"/>
                    <a:pt x="116" y="68"/>
                    <a:pt x="116" y="67"/>
                  </a:cubicBezTo>
                  <a:cubicBezTo>
                    <a:pt x="116" y="66"/>
                    <a:pt x="116" y="64"/>
                    <a:pt x="117" y="63"/>
                  </a:cubicBezTo>
                  <a:cubicBezTo>
                    <a:pt x="117" y="63"/>
                    <a:pt x="118" y="62"/>
                    <a:pt x="119" y="62"/>
                  </a:cubicBezTo>
                  <a:cubicBezTo>
                    <a:pt x="120" y="61"/>
                    <a:pt x="120" y="58"/>
                    <a:pt x="121" y="57"/>
                  </a:cubicBezTo>
                  <a:cubicBezTo>
                    <a:pt x="122" y="56"/>
                    <a:pt x="125" y="56"/>
                    <a:pt x="126" y="55"/>
                  </a:cubicBezTo>
                  <a:cubicBezTo>
                    <a:pt x="126" y="54"/>
                    <a:pt x="127" y="52"/>
                    <a:pt x="127" y="51"/>
                  </a:cubicBezTo>
                  <a:cubicBezTo>
                    <a:pt x="127" y="50"/>
                    <a:pt x="127" y="48"/>
                    <a:pt x="126" y="46"/>
                  </a:cubicBezTo>
                  <a:cubicBezTo>
                    <a:pt x="126" y="45"/>
                    <a:pt x="125" y="43"/>
                    <a:pt x="126" y="41"/>
                  </a:cubicBezTo>
                  <a:cubicBezTo>
                    <a:pt x="126" y="41"/>
                    <a:pt x="127" y="39"/>
                    <a:pt x="127" y="39"/>
                  </a:cubicBezTo>
                  <a:cubicBezTo>
                    <a:pt x="128" y="38"/>
                    <a:pt x="129" y="37"/>
                    <a:pt x="129" y="36"/>
                  </a:cubicBezTo>
                  <a:cubicBezTo>
                    <a:pt x="129" y="35"/>
                    <a:pt x="130" y="31"/>
                    <a:pt x="129" y="30"/>
                  </a:cubicBezTo>
                  <a:cubicBezTo>
                    <a:pt x="128" y="29"/>
                    <a:pt x="125" y="31"/>
                    <a:pt x="124" y="30"/>
                  </a:cubicBezTo>
                  <a:cubicBezTo>
                    <a:pt x="122" y="30"/>
                    <a:pt x="122" y="27"/>
                    <a:pt x="121" y="26"/>
                  </a:cubicBezTo>
                  <a:cubicBezTo>
                    <a:pt x="120" y="24"/>
                    <a:pt x="119" y="21"/>
                    <a:pt x="119" y="19"/>
                  </a:cubicBezTo>
                  <a:cubicBezTo>
                    <a:pt x="118" y="18"/>
                    <a:pt x="120" y="16"/>
                    <a:pt x="120" y="14"/>
                  </a:cubicBezTo>
                  <a:cubicBezTo>
                    <a:pt x="120" y="13"/>
                    <a:pt x="119" y="10"/>
                    <a:pt x="119" y="8"/>
                  </a:cubicBezTo>
                  <a:cubicBezTo>
                    <a:pt x="119" y="8"/>
                    <a:pt x="119" y="7"/>
                    <a:pt x="119" y="7"/>
                  </a:cubicBezTo>
                  <a:cubicBezTo>
                    <a:pt x="120" y="6"/>
                    <a:pt x="123" y="4"/>
                    <a:pt x="124" y="4"/>
                  </a:cubicBezTo>
                  <a:cubicBezTo>
                    <a:pt x="126" y="3"/>
                    <a:pt x="131" y="5"/>
                    <a:pt x="134" y="4"/>
                  </a:cubicBezTo>
                  <a:cubicBezTo>
                    <a:pt x="136" y="4"/>
                    <a:pt x="141" y="1"/>
                    <a:pt x="143" y="0"/>
                  </a:cubicBezTo>
                  <a:cubicBezTo>
                    <a:pt x="146" y="0"/>
                    <a:pt x="153" y="0"/>
                    <a:pt x="156" y="0"/>
                  </a:cubicBezTo>
                  <a:cubicBezTo>
                    <a:pt x="157" y="1"/>
                    <a:pt x="161" y="3"/>
                    <a:pt x="162" y="4"/>
                  </a:cubicBezTo>
                  <a:cubicBezTo>
                    <a:pt x="164" y="6"/>
                    <a:pt x="167" y="12"/>
                    <a:pt x="169" y="14"/>
                  </a:cubicBezTo>
                  <a:cubicBezTo>
                    <a:pt x="170" y="16"/>
                    <a:pt x="173" y="22"/>
                    <a:pt x="175" y="23"/>
                  </a:cubicBezTo>
                  <a:cubicBezTo>
                    <a:pt x="176" y="24"/>
                    <a:pt x="180" y="25"/>
                    <a:pt x="181" y="26"/>
                  </a:cubicBezTo>
                  <a:cubicBezTo>
                    <a:pt x="184" y="26"/>
                    <a:pt x="190" y="26"/>
                    <a:pt x="193" y="27"/>
                  </a:cubicBezTo>
                  <a:cubicBezTo>
                    <a:pt x="193" y="27"/>
                    <a:pt x="194" y="27"/>
                    <a:pt x="195" y="28"/>
                  </a:cubicBezTo>
                  <a:cubicBezTo>
                    <a:pt x="195" y="29"/>
                    <a:pt x="195" y="31"/>
                    <a:pt x="195" y="32"/>
                  </a:cubicBezTo>
                  <a:cubicBezTo>
                    <a:pt x="195" y="34"/>
                    <a:pt x="197" y="37"/>
                    <a:pt x="198" y="39"/>
                  </a:cubicBezTo>
                  <a:cubicBezTo>
                    <a:pt x="198" y="42"/>
                    <a:pt x="199" y="49"/>
                    <a:pt x="197" y="51"/>
                  </a:cubicBezTo>
                  <a:cubicBezTo>
                    <a:pt x="196" y="53"/>
                    <a:pt x="191" y="53"/>
                    <a:pt x="189" y="54"/>
                  </a:cubicBezTo>
                  <a:cubicBezTo>
                    <a:pt x="187" y="55"/>
                    <a:pt x="185" y="59"/>
                    <a:pt x="184" y="60"/>
                  </a:cubicBezTo>
                  <a:cubicBezTo>
                    <a:pt x="182" y="62"/>
                    <a:pt x="178" y="62"/>
                    <a:pt x="176" y="64"/>
                  </a:cubicBezTo>
                  <a:cubicBezTo>
                    <a:pt x="176" y="65"/>
                    <a:pt x="176" y="69"/>
                    <a:pt x="175" y="70"/>
                  </a:cubicBezTo>
                  <a:cubicBezTo>
                    <a:pt x="174" y="72"/>
                    <a:pt x="169" y="73"/>
                    <a:pt x="168" y="75"/>
                  </a:cubicBezTo>
                  <a:cubicBezTo>
                    <a:pt x="165" y="77"/>
                    <a:pt x="161" y="82"/>
                    <a:pt x="159" y="84"/>
                  </a:cubicBezTo>
                  <a:cubicBezTo>
                    <a:pt x="157" y="86"/>
                    <a:pt x="154" y="90"/>
                    <a:pt x="151" y="92"/>
                  </a:cubicBezTo>
                  <a:cubicBezTo>
                    <a:pt x="150" y="93"/>
                    <a:pt x="145" y="96"/>
                    <a:pt x="144" y="98"/>
                  </a:cubicBezTo>
                  <a:cubicBezTo>
                    <a:pt x="143" y="100"/>
                    <a:pt x="142" y="103"/>
                    <a:pt x="143" y="105"/>
                  </a:cubicBezTo>
                  <a:cubicBezTo>
                    <a:pt x="143" y="106"/>
                    <a:pt x="145" y="109"/>
                    <a:pt x="146" y="110"/>
                  </a:cubicBezTo>
                  <a:cubicBezTo>
                    <a:pt x="147" y="112"/>
                    <a:pt x="147" y="116"/>
                    <a:pt x="149" y="117"/>
                  </a:cubicBezTo>
                  <a:cubicBezTo>
                    <a:pt x="150" y="119"/>
                    <a:pt x="155" y="119"/>
                    <a:pt x="157" y="121"/>
                  </a:cubicBezTo>
                  <a:cubicBezTo>
                    <a:pt x="158" y="122"/>
                    <a:pt x="161" y="125"/>
                    <a:pt x="163" y="126"/>
                  </a:cubicBezTo>
                  <a:cubicBezTo>
                    <a:pt x="165" y="127"/>
                    <a:pt x="169" y="128"/>
                    <a:pt x="171" y="128"/>
                  </a:cubicBezTo>
                  <a:cubicBezTo>
                    <a:pt x="174" y="128"/>
                    <a:pt x="179" y="126"/>
                    <a:pt x="181" y="125"/>
                  </a:cubicBezTo>
                  <a:cubicBezTo>
                    <a:pt x="184" y="125"/>
                    <a:pt x="189" y="125"/>
                    <a:pt x="192" y="124"/>
                  </a:cubicBezTo>
                  <a:cubicBezTo>
                    <a:pt x="193" y="123"/>
                    <a:pt x="195" y="121"/>
                    <a:pt x="196" y="120"/>
                  </a:cubicBezTo>
                  <a:cubicBezTo>
                    <a:pt x="198" y="119"/>
                    <a:pt x="203" y="119"/>
                    <a:pt x="205" y="119"/>
                  </a:cubicBezTo>
                  <a:cubicBezTo>
                    <a:pt x="208" y="120"/>
                    <a:pt x="213" y="120"/>
                    <a:pt x="216" y="121"/>
                  </a:cubicBezTo>
                  <a:cubicBezTo>
                    <a:pt x="219" y="122"/>
                    <a:pt x="224" y="123"/>
                    <a:pt x="226" y="125"/>
                  </a:cubicBezTo>
                  <a:cubicBezTo>
                    <a:pt x="226" y="126"/>
                    <a:pt x="227" y="126"/>
                    <a:pt x="227" y="1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34"/>
            <p:cNvSpPr>
              <a:spLocks/>
            </p:cNvSpPr>
            <p:nvPr/>
          </p:nvSpPr>
          <p:spPr bwMode="auto">
            <a:xfrm>
              <a:off x="8067676" y="2928938"/>
              <a:ext cx="26988" cy="61913"/>
            </a:xfrm>
            <a:custGeom>
              <a:avLst/>
              <a:gdLst/>
              <a:ahLst/>
              <a:cxnLst>
                <a:cxn ang="0">
                  <a:pos x="9" y="40"/>
                </a:cxn>
                <a:cxn ang="0">
                  <a:pos x="6" y="36"/>
                </a:cxn>
                <a:cxn ang="0">
                  <a:pos x="1" y="33"/>
                </a:cxn>
                <a:cxn ang="0">
                  <a:pos x="0" y="26"/>
                </a:cxn>
                <a:cxn ang="0">
                  <a:pos x="1" y="20"/>
                </a:cxn>
                <a:cxn ang="0">
                  <a:pos x="0" y="14"/>
                </a:cxn>
                <a:cxn ang="0">
                  <a:pos x="1" y="10"/>
                </a:cxn>
                <a:cxn ang="0">
                  <a:pos x="6" y="7"/>
                </a:cxn>
                <a:cxn ang="0">
                  <a:pos x="8" y="3"/>
                </a:cxn>
                <a:cxn ang="0">
                  <a:pos x="11" y="1"/>
                </a:cxn>
                <a:cxn ang="0">
                  <a:pos x="15" y="2"/>
                </a:cxn>
                <a:cxn ang="0">
                  <a:pos x="15" y="6"/>
                </a:cxn>
                <a:cxn ang="0">
                  <a:pos x="17" y="11"/>
                </a:cxn>
                <a:cxn ang="0">
                  <a:pos x="15" y="15"/>
                </a:cxn>
                <a:cxn ang="0">
                  <a:pos x="14" y="21"/>
                </a:cxn>
                <a:cxn ang="0">
                  <a:pos x="16" y="24"/>
                </a:cxn>
                <a:cxn ang="0">
                  <a:pos x="16" y="30"/>
                </a:cxn>
                <a:cxn ang="0">
                  <a:pos x="14" y="32"/>
                </a:cxn>
                <a:cxn ang="0">
                  <a:pos x="14" y="36"/>
                </a:cxn>
                <a:cxn ang="0">
                  <a:pos x="12" y="39"/>
                </a:cxn>
                <a:cxn ang="0">
                  <a:pos x="9" y="40"/>
                </a:cxn>
              </a:cxnLst>
              <a:rect l="0" t="0" r="r" b="b"/>
              <a:pathLst>
                <a:path w="17" h="40">
                  <a:moveTo>
                    <a:pt x="9" y="40"/>
                  </a:moveTo>
                  <a:cubicBezTo>
                    <a:pt x="7" y="40"/>
                    <a:pt x="6" y="37"/>
                    <a:pt x="6" y="36"/>
                  </a:cubicBezTo>
                  <a:cubicBezTo>
                    <a:pt x="5" y="35"/>
                    <a:pt x="2" y="34"/>
                    <a:pt x="1" y="33"/>
                  </a:cubicBezTo>
                  <a:cubicBezTo>
                    <a:pt x="0" y="31"/>
                    <a:pt x="0" y="28"/>
                    <a:pt x="0" y="26"/>
                  </a:cubicBezTo>
                  <a:cubicBezTo>
                    <a:pt x="0" y="24"/>
                    <a:pt x="0" y="21"/>
                    <a:pt x="1" y="20"/>
                  </a:cubicBezTo>
                  <a:cubicBezTo>
                    <a:pt x="1" y="18"/>
                    <a:pt x="0" y="16"/>
                    <a:pt x="0" y="14"/>
                  </a:cubicBezTo>
                  <a:cubicBezTo>
                    <a:pt x="0" y="13"/>
                    <a:pt x="0" y="11"/>
                    <a:pt x="1" y="10"/>
                  </a:cubicBezTo>
                  <a:cubicBezTo>
                    <a:pt x="1" y="8"/>
                    <a:pt x="5" y="8"/>
                    <a:pt x="6" y="7"/>
                  </a:cubicBezTo>
                  <a:cubicBezTo>
                    <a:pt x="7" y="6"/>
                    <a:pt x="7" y="4"/>
                    <a:pt x="8" y="3"/>
                  </a:cubicBezTo>
                  <a:cubicBezTo>
                    <a:pt x="9" y="2"/>
                    <a:pt x="10" y="1"/>
                    <a:pt x="11" y="1"/>
                  </a:cubicBezTo>
                  <a:cubicBezTo>
                    <a:pt x="12" y="0"/>
                    <a:pt x="14" y="1"/>
                    <a:pt x="15" y="2"/>
                  </a:cubicBezTo>
                  <a:cubicBezTo>
                    <a:pt x="15" y="2"/>
                    <a:pt x="15" y="5"/>
                    <a:pt x="15" y="6"/>
                  </a:cubicBezTo>
                  <a:cubicBezTo>
                    <a:pt x="15" y="7"/>
                    <a:pt x="17" y="10"/>
                    <a:pt x="17" y="11"/>
                  </a:cubicBezTo>
                  <a:cubicBezTo>
                    <a:pt x="17" y="13"/>
                    <a:pt x="15" y="14"/>
                    <a:pt x="15" y="15"/>
                  </a:cubicBezTo>
                  <a:cubicBezTo>
                    <a:pt x="15" y="17"/>
                    <a:pt x="13" y="19"/>
                    <a:pt x="14" y="21"/>
                  </a:cubicBezTo>
                  <a:cubicBezTo>
                    <a:pt x="14" y="22"/>
                    <a:pt x="16" y="23"/>
                    <a:pt x="16" y="24"/>
                  </a:cubicBezTo>
                  <a:cubicBezTo>
                    <a:pt x="17" y="26"/>
                    <a:pt x="17" y="29"/>
                    <a:pt x="16" y="30"/>
                  </a:cubicBezTo>
                  <a:cubicBezTo>
                    <a:pt x="16" y="31"/>
                    <a:pt x="15" y="31"/>
                    <a:pt x="14" y="32"/>
                  </a:cubicBezTo>
                  <a:cubicBezTo>
                    <a:pt x="14" y="33"/>
                    <a:pt x="14" y="35"/>
                    <a:pt x="14" y="36"/>
                  </a:cubicBezTo>
                  <a:cubicBezTo>
                    <a:pt x="14" y="37"/>
                    <a:pt x="13" y="38"/>
                    <a:pt x="12" y="39"/>
                  </a:cubicBezTo>
                  <a:cubicBezTo>
                    <a:pt x="11" y="40"/>
                    <a:pt x="9" y="40"/>
                    <a:pt x="9" y="4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35"/>
            <p:cNvSpPr>
              <a:spLocks/>
            </p:cNvSpPr>
            <p:nvPr/>
          </p:nvSpPr>
          <p:spPr bwMode="auto">
            <a:xfrm>
              <a:off x="7956551" y="2976563"/>
              <a:ext cx="74613" cy="79375"/>
            </a:xfrm>
            <a:custGeom>
              <a:avLst/>
              <a:gdLst/>
              <a:ahLst/>
              <a:cxnLst>
                <a:cxn ang="0">
                  <a:pos x="47" y="16"/>
                </a:cxn>
                <a:cxn ang="0">
                  <a:pos x="47" y="24"/>
                </a:cxn>
                <a:cxn ang="0">
                  <a:pos x="40" y="28"/>
                </a:cxn>
                <a:cxn ang="0">
                  <a:pos x="33" y="32"/>
                </a:cxn>
                <a:cxn ang="0">
                  <a:pos x="28" y="38"/>
                </a:cxn>
                <a:cxn ang="0">
                  <a:pos x="22" y="45"/>
                </a:cxn>
                <a:cxn ang="0">
                  <a:pos x="15" y="49"/>
                </a:cxn>
                <a:cxn ang="0">
                  <a:pos x="10" y="45"/>
                </a:cxn>
                <a:cxn ang="0">
                  <a:pos x="3" y="45"/>
                </a:cxn>
                <a:cxn ang="0">
                  <a:pos x="0" y="38"/>
                </a:cxn>
                <a:cxn ang="0">
                  <a:pos x="2" y="31"/>
                </a:cxn>
                <a:cxn ang="0">
                  <a:pos x="5" y="24"/>
                </a:cxn>
                <a:cxn ang="0">
                  <a:pos x="7" y="18"/>
                </a:cxn>
                <a:cxn ang="0">
                  <a:pos x="7" y="15"/>
                </a:cxn>
                <a:cxn ang="0">
                  <a:pos x="12" y="16"/>
                </a:cxn>
                <a:cxn ang="0">
                  <a:pos x="17" y="14"/>
                </a:cxn>
                <a:cxn ang="0">
                  <a:pos x="24" y="16"/>
                </a:cxn>
                <a:cxn ang="0">
                  <a:pos x="32" y="13"/>
                </a:cxn>
                <a:cxn ang="0">
                  <a:pos x="37" y="6"/>
                </a:cxn>
                <a:cxn ang="0">
                  <a:pos x="40" y="0"/>
                </a:cxn>
                <a:cxn ang="0">
                  <a:pos x="40" y="0"/>
                </a:cxn>
                <a:cxn ang="0">
                  <a:pos x="42" y="7"/>
                </a:cxn>
                <a:cxn ang="0">
                  <a:pos x="42" y="12"/>
                </a:cxn>
                <a:cxn ang="0">
                  <a:pos x="47" y="16"/>
                </a:cxn>
              </a:cxnLst>
              <a:rect l="0" t="0" r="r" b="b"/>
              <a:pathLst>
                <a:path w="48" h="50">
                  <a:moveTo>
                    <a:pt x="47" y="16"/>
                  </a:moveTo>
                  <a:cubicBezTo>
                    <a:pt x="48" y="18"/>
                    <a:pt x="48" y="22"/>
                    <a:pt x="47" y="24"/>
                  </a:cubicBezTo>
                  <a:cubicBezTo>
                    <a:pt x="46" y="26"/>
                    <a:pt x="42" y="27"/>
                    <a:pt x="40" y="28"/>
                  </a:cubicBezTo>
                  <a:cubicBezTo>
                    <a:pt x="38" y="29"/>
                    <a:pt x="35" y="31"/>
                    <a:pt x="33" y="32"/>
                  </a:cubicBezTo>
                  <a:cubicBezTo>
                    <a:pt x="31" y="33"/>
                    <a:pt x="29" y="37"/>
                    <a:pt x="28" y="38"/>
                  </a:cubicBezTo>
                  <a:cubicBezTo>
                    <a:pt x="26" y="40"/>
                    <a:pt x="24" y="43"/>
                    <a:pt x="22" y="45"/>
                  </a:cubicBezTo>
                  <a:cubicBezTo>
                    <a:pt x="20" y="46"/>
                    <a:pt x="17" y="50"/>
                    <a:pt x="15" y="49"/>
                  </a:cubicBezTo>
                  <a:cubicBezTo>
                    <a:pt x="14" y="49"/>
                    <a:pt x="12" y="46"/>
                    <a:pt x="10" y="45"/>
                  </a:cubicBezTo>
                  <a:cubicBezTo>
                    <a:pt x="8" y="45"/>
                    <a:pt x="4" y="46"/>
                    <a:pt x="3" y="45"/>
                  </a:cubicBezTo>
                  <a:cubicBezTo>
                    <a:pt x="1" y="44"/>
                    <a:pt x="0" y="40"/>
                    <a:pt x="0" y="38"/>
                  </a:cubicBezTo>
                  <a:cubicBezTo>
                    <a:pt x="0" y="36"/>
                    <a:pt x="1" y="33"/>
                    <a:pt x="2" y="31"/>
                  </a:cubicBezTo>
                  <a:cubicBezTo>
                    <a:pt x="2" y="30"/>
                    <a:pt x="4" y="26"/>
                    <a:pt x="5" y="24"/>
                  </a:cubicBezTo>
                  <a:cubicBezTo>
                    <a:pt x="5" y="23"/>
                    <a:pt x="7" y="20"/>
                    <a:pt x="7" y="18"/>
                  </a:cubicBezTo>
                  <a:cubicBezTo>
                    <a:pt x="7" y="17"/>
                    <a:pt x="7" y="16"/>
                    <a:pt x="7" y="15"/>
                  </a:cubicBezTo>
                  <a:cubicBezTo>
                    <a:pt x="9" y="16"/>
                    <a:pt x="11" y="16"/>
                    <a:pt x="12" y="16"/>
                  </a:cubicBezTo>
                  <a:cubicBezTo>
                    <a:pt x="13" y="16"/>
                    <a:pt x="16" y="14"/>
                    <a:pt x="17" y="14"/>
                  </a:cubicBezTo>
                  <a:cubicBezTo>
                    <a:pt x="19" y="14"/>
                    <a:pt x="22" y="16"/>
                    <a:pt x="24" y="16"/>
                  </a:cubicBezTo>
                  <a:cubicBezTo>
                    <a:pt x="27" y="16"/>
                    <a:pt x="31" y="14"/>
                    <a:pt x="32" y="13"/>
                  </a:cubicBezTo>
                  <a:cubicBezTo>
                    <a:pt x="34" y="11"/>
                    <a:pt x="36" y="7"/>
                    <a:pt x="37" y="6"/>
                  </a:cubicBezTo>
                  <a:cubicBezTo>
                    <a:pt x="37" y="4"/>
                    <a:pt x="39" y="2"/>
                    <a:pt x="40" y="0"/>
                  </a:cubicBezTo>
                  <a:cubicBezTo>
                    <a:pt x="40" y="0"/>
                    <a:pt x="40" y="0"/>
                    <a:pt x="40" y="0"/>
                  </a:cubicBezTo>
                  <a:cubicBezTo>
                    <a:pt x="41" y="2"/>
                    <a:pt x="41" y="5"/>
                    <a:pt x="42" y="7"/>
                  </a:cubicBezTo>
                  <a:cubicBezTo>
                    <a:pt x="42" y="8"/>
                    <a:pt x="42" y="11"/>
                    <a:pt x="42" y="12"/>
                  </a:cubicBezTo>
                  <a:cubicBezTo>
                    <a:pt x="43" y="13"/>
                    <a:pt x="46" y="14"/>
                    <a:pt x="47"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36"/>
            <p:cNvSpPr>
              <a:spLocks/>
            </p:cNvSpPr>
            <p:nvPr/>
          </p:nvSpPr>
          <p:spPr bwMode="auto">
            <a:xfrm>
              <a:off x="7694613" y="2720976"/>
              <a:ext cx="292100" cy="298450"/>
            </a:xfrm>
            <a:custGeom>
              <a:avLst/>
              <a:gdLst/>
              <a:ahLst/>
              <a:cxnLst>
                <a:cxn ang="0">
                  <a:pos x="53" y="85"/>
                </a:cxn>
                <a:cxn ang="0">
                  <a:pos x="64" y="64"/>
                </a:cxn>
                <a:cxn ang="0">
                  <a:pos x="79" y="49"/>
                </a:cxn>
                <a:cxn ang="0">
                  <a:pos x="99" y="38"/>
                </a:cxn>
                <a:cxn ang="0">
                  <a:pos x="123" y="31"/>
                </a:cxn>
                <a:cxn ang="0">
                  <a:pos x="141" y="25"/>
                </a:cxn>
                <a:cxn ang="0">
                  <a:pos x="159" y="12"/>
                </a:cxn>
                <a:cxn ang="0">
                  <a:pos x="168" y="0"/>
                </a:cxn>
                <a:cxn ang="0">
                  <a:pos x="180" y="24"/>
                </a:cxn>
                <a:cxn ang="0">
                  <a:pos x="184" y="51"/>
                </a:cxn>
                <a:cxn ang="0">
                  <a:pos x="186" y="74"/>
                </a:cxn>
                <a:cxn ang="0">
                  <a:pos x="183" y="95"/>
                </a:cxn>
                <a:cxn ang="0">
                  <a:pos x="177" y="90"/>
                </a:cxn>
                <a:cxn ang="0">
                  <a:pos x="157" y="89"/>
                </a:cxn>
                <a:cxn ang="0">
                  <a:pos x="142" y="93"/>
                </a:cxn>
                <a:cxn ang="0">
                  <a:pos x="136" y="112"/>
                </a:cxn>
                <a:cxn ang="0">
                  <a:pos x="141" y="129"/>
                </a:cxn>
                <a:cxn ang="0">
                  <a:pos x="148" y="140"/>
                </a:cxn>
                <a:cxn ang="0">
                  <a:pos x="155" y="156"/>
                </a:cxn>
                <a:cxn ang="0">
                  <a:pos x="150" y="165"/>
                </a:cxn>
                <a:cxn ang="0">
                  <a:pos x="137" y="171"/>
                </a:cxn>
                <a:cxn ang="0">
                  <a:pos x="123" y="175"/>
                </a:cxn>
                <a:cxn ang="0">
                  <a:pos x="104" y="174"/>
                </a:cxn>
                <a:cxn ang="0">
                  <a:pos x="92" y="181"/>
                </a:cxn>
                <a:cxn ang="0">
                  <a:pos x="84" y="187"/>
                </a:cxn>
                <a:cxn ang="0">
                  <a:pos x="63" y="181"/>
                </a:cxn>
                <a:cxn ang="0">
                  <a:pos x="50" y="186"/>
                </a:cxn>
                <a:cxn ang="0">
                  <a:pos x="29" y="190"/>
                </a:cxn>
                <a:cxn ang="0">
                  <a:pos x="15" y="183"/>
                </a:cxn>
                <a:cxn ang="0">
                  <a:pos x="4" y="172"/>
                </a:cxn>
                <a:cxn ang="0">
                  <a:pos x="2" y="160"/>
                </a:cxn>
                <a:cxn ang="0">
                  <a:pos x="17" y="146"/>
                </a:cxn>
                <a:cxn ang="0">
                  <a:pos x="33" y="132"/>
                </a:cxn>
                <a:cxn ang="0">
                  <a:pos x="42" y="122"/>
                </a:cxn>
                <a:cxn ang="0">
                  <a:pos x="55" y="113"/>
                </a:cxn>
                <a:cxn ang="0">
                  <a:pos x="53" y="94"/>
                </a:cxn>
              </a:cxnLst>
              <a:rect l="0" t="0" r="r" b="b"/>
              <a:pathLst>
                <a:path w="186" h="190">
                  <a:moveTo>
                    <a:pt x="53" y="90"/>
                  </a:moveTo>
                  <a:cubicBezTo>
                    <a:pt x="53" y="88"/>
                    <a:pt x="53" y="86"/>
                    <a:pt x="53" y="85"/>
                  </a:cubicBezTo>
                  <a:cubicBezTo>
                    <a:pt x="54" y="82"/>
                    <a:pt x="54" y="76"/>
                    <a:pt x="55" y="73"/>
                  </a:cubicBezTo>
                  <a:cubicBezTo>
                    <a:pt x="57" y="70"/>
                    <a:pt x="62" y="67"/>
                    <a:pt x="64" y="64"/>
                  </a:cubicBezTo>
                  <a:cubicBezTo>
                    <a:pt x="66" y="62"/>
                    <a:pt x="68" y="56"/>
                    <a:pt x="70" y="54"/>
                  </a:cubicBezTo>
                  <a:cubicBezTo>
                    <a:pt x="72" y="52"/>
                    <a:pt x="77" y="51"/>
                    <a:pt x="79" y="49"/>
                  </a:cubicBezTo>
                  <a:cubicBezTo>
                    <a:pt x="81" y="48"/>
                    <a:pt x="84" y="43"/>
                    <a:pt x="87" y="41"/>
                  </a:cubicBezTo>
                  <a:cubicBezTo>
                    <a:pt x="89" y="40"/>
                    <a:pt x="96" y="38"/>
                    <a:pt x="99" y="38"/>
                  </a:cubicBezTo>
                  <a:cubicBezTo>
                    <a:pt x="102" y="37"/>
                    <a:pt x="107" y="39"/>
                    <a:pt x="110" y="39"/>
                  </a:cubicBezTo>
                  <a:cubicBezTo>
                    <a:pt x="114" y="38"/>
                    <a:pt x="120" y="33"/>
                    <a:pt x="123" y="31"/>
                  </a:cubicBezTo>
                  <a:cubicBezTo>
                    <a:pt x="125" y="29"/>
                    <a:pt x="128" y="26"/>
                    <a:pt x="130" y="25"/>
                  </a:cubicBezTo>
                  <a:cubicBezTo>
                    <a:pt x="132" y="24"/>
                    <a:pt x="138" y="26"/>
                    <a:pt x="141" y="25"/>
                  </a:cubicBezTo>
                  <a:cubicBezTo>
                    <a:pt x="144" y="24"/>
                    <a:pt x="149" y="21"/>
                    <a:pt x="151" y="20"/>
                  </a:cubicBezTo>
                  <a:cubicBezTo>
                    <a:pt x="153" y="18"/>
                    <a:pt x="157" y="14"/>
                    <a:pt x="159" y="12"/>
                  </a:cubicBezTo>
                  <a:cubicBezTo>
                    <a:pt x="161" y="10"/>
                    <a:pt x="162" y="5"/>
                    <a:pt x="163" y="4"/>
                  </a:cubicBezTo>
                  <a:cubicBezTo>
                    <a:pt x="164" y="3"/>
                    <a:pt x="167" y="1"/>
                    <a:pt x="168" y="0"/>
                  </a:cubicBezTo>
                  <a:cubicBezTo>
                    <a:pt x="170" y="3"/>
                    <a:pt x="173" y="9"/>
                    <a:pt x="174" y="12"/>
                  </a:cubicBezTo>
                  <a:cubicBezTo>
                    <a:pt x="176" y="15"/>
                    <a:pt x="179" y="20"/>
                    <a:pt x="180" y="24"/>
                  </a:cubicBezTo>
                  <a:cubicBezTo>
                    <a:pt x="181" y="27"/>
                    <a:pt x="179" y="34"/>
                    <a:pt x="180" y="38"/>
                  </a:cubicBezTo>
                  <a:cubicBezTo>
                    <a:pt x="180" y="41"/>
                    <a:pt x="183" y="47"/>
                    <a:pt x="184" y="51"/>
                  </a:cubicBezTo>
                  <a:cubicBezTo>
                    <a:pt x="184" y="53"/>
                    <a:pt x="185" y="59"/>
                    <a:pt x="185" y="62"/>
                  </a:cubicBezTo>
                  <a:cubicBezTo>
                    <a:pt x="186" y="65"/>
                    <a:pt x="186" y="71"/>
                    <a:pt x="186" y="74"/>
                  </a:cubicBezTo>
                  <a:cubicBezTo>
                    <a:pt x="185" y="78"/>
                    <a:pt x="184" y="86"/>
                    <a:pt x="184" y="90"/>
                  </a:cubicBezTo>
                  <a:cubicBezTo>
                    <a:pt x="183" y="91"/>
                    <a:pt x="183" y="93"/>
                    <a:pt x="183" y="95"/>
                  </a:cubicBezTo>
                  <a:cubicBezTo>
                    <a:pt x="182" y="95"/>
                    <a:pt x="180" y="94"/>
                    <a:pt x="179" y="94"/>
                  </a:cubicBezTo>
                  <a:cubicBezTo>
                    <a:pt x="178" y="93"/>
                    <a:pt x="178" y="91"/>
                    <a:pt x="177" y="90"/>
                  </a:cubicBezTo>
                  <a:cubicBezTo>
                    <a:pt x="175" y="89"/>
                    <a:pt x="171" y="89"/>
                    <a:pt x="169" y="89"/>
                  </a:cubicBezTo>
                  <a:cubicBezTo>
                    <a:pt x="166" y="89"/>
                    <a:pt x="160" y="88"/>
                    <a:pt x="157" y="89"/>
                  </a:cubicBezTo>
                  <a:cubicBezTo>
                    <a:pt x="155" y="90"/>
                    <a:pt x="153" y="93"/>
                    <a:pt x="151" y="93"/>
                  </a:cubicBezTo>
                  <a:cubicBezTo>
                    <a:pt x="149" y="94"/>
                    <a:pt x="144" y="92"/>
                    <a:pt x="142" y="93"/>
                  </a:cubicBezTo>
                  <a:cubicBezTo>
                    <a:pt x="140" y="94"/>
                    <a:pt x="138" y="99"/>
                    <a:pt x="137" y="102"/>
                  </a:cubicBezTo>
                  <a:cubicBezTo>
                    <a:pt x="136" y="104"/>
                    <a:pt x="135" y="109"/>
                    <a:pt x="136" y="112"/>
                  </a:cubicBezTo>
                  <a:cubicBezTo>
                    <a:pt x="136" y="114"/>
                    <a:pt x="139" y="116"/>
                    <a:pt x="139" y="118"/>
                  </a:cubicBezTo>
                  <a:cubicBezTo>
                    <a:pt x="140" y="120"/>
                    <a:pt x="141" y="126"/>
                    <a:pt x="141" y="129"/>
                  </a:cubicBezTo>
                  <a:cubicBezTo>
                    <a:pt x="141" y="130"/>
                    <a:pt x="142" y="134"/>
                    <a:pt x="143" y="136"/>
                  </a:cubicBezTo>
                  <a:cubicBezTo>
                    <a:pt x="144" y="137"/>
                    <a:pt x="147" y="139"/>
                    <a:pt x="148" y="140"/>
                  </a:cubicBezTo>
                  <a:cubicBezTo>
                    <a:pt x="150" y="143"/>
                    <a:pt x="151" y="149"/>
                    <a:pt x="152" y="152"/>
                  </a:cubicBezTo>
                  <a:cubicBezTo>
                    <a:pt x="153" y="153"/>
                    <a:pt x="154" y="155"/>
                    <a:pt x="155" y="156"/>
                  </a:cubicBezTo>
                  <a:cubicBezTo>
                    <a:pt x="154" y="157"/>
                    <a:pt x="153" y="157"/>
                    <a:pt x="153" y="157"/>
                  </a:cubicBezTo>
                  <a:cubicBezTo>
                    <a:pt x="151" y="159"/>
                    <a:pt x="151" y="163"/>
                    <a:pt x="150" y="165"/>
                  </a:cubicBezTo>
                  <a:cubicBezTo>
                    <a:pt x="149" y="166"/>
                    <a:pt x="146" y="170"/>
                    <a:pt x="145" y="171"/>
                  </a:cubicBezTo>
                  <a:cubicBezTo>
                    <a:pt x="143" y="172"/>
                    <a:pt x="139" y="170"/>
                    <a:pt x="137" y="171"/>
                  </a:cubicBezTo>
                  <a:cubicBezTo>
                    <a:pt x="135" y="171"/>
                    <a:pt x="132" y="174"/>
                    <a:pt x="130" y="174"/>
                  </a:cubicBezTo>
                  <a:cubicBezTo>
                    <a:pt x="128" y="175"/>
                    <a:pt x="124" y="175"/>
                    <a:pt x="123" y="175"/>
                  </a:cubicBezTo>
                  <a:cubicBezTo>
                    <a:pt x="120" y="175"/>
                    <a:pt x="116" y="173"/>
                    <a:pt x="114" y="173"/>
                  </a:cubicBezTo>
                  <a:cubicBezTo>
                    <a:pt x="111" y="173"/>
                    <a:pt x="106" y="174"/>
                    <a:pt x="104" y="174"/>
                  </a:cubicBezTo>
                  <a:cubicBezTo>
                    <a:pt x="103" y="174"/>
                    <a:pt x="100" y="174"/>
                    <a:pt x="99" y="175"/>
                  </a:cubicBezTo>
                  <a:cubicBezTo>
                    <a:pt x="97" y="176"/>
                    <a:pt x="93" y="179"/>
                    <a:pt x="92" y="181"/>
                  </a:cubicBezTo>
                  <a:cubicBezTo>
                    <a:pt x="90" y="183"/>
                    <a:pt x="87" y="187"/>
                    <a:pt x="85" y="189"/>
                  </a:cubicBezTo>
                  <a:cubicBezTo>
                    <a:pt x="85" y="188"/>
                    <a:pt x="84" y="188"/>
                    <a:pt x="84" y="187"/>
                  </a:cubicBezTo>
                  <a:cubicBezTo>
                    <a:pt x="82" y="185"/>
                    <a:pt x="77" y="184"/>
                    <a:pt x="74" y="183"/>
                  </a:cubicBezTo>
                  <a:cubicBezTo>
                    <a:pt x="71" y="182"/>
                    <a:pt x="66" y="182"/>
                    <a:pt x="63" y="181"/>
                  </a:cubicBezTo>
                  <a:cubicBezTo>
                    <a:pt x="61" y="181"/>
                    <a:pt x="56" y="181"/>
                    <a:pt x="54" y="182"/>
                  </a:cubicBezTo>
                  <a:cubicBezTo>
                    <a:pt x="53" y="183"/>
                    <a:pt x="51" y="185"/>
                    <a:pt x="50" y="186"/>
                  </a:cubicBezTo>
                  <a:cubicBezTo>
                    <a:pt x="47" y="187"/>
                    <a:pt x="42" y="187"/>
                    <a:pt x="39" y="187"/>
                  </a:cubicBezTo>
                  <a:cubicBezTo>
                    <a:pt x="37" y="188"/>
                    <a:pt x="32" y="190"/>
                    <a:pt x="29" y="190"/>
                  </a:cubicBezTo>
                  <a:cubicBezTo>
                    <a:pt x="27" y="190"/>
                    <a:pt x="23" y="189"/>
                    <a:pt x="21" y="188"/>
                  </a:cubicBezTo>
                  <a:cubicBezTo>
                    <a:pt x="19" y="187"/>
                    <a:pt x="16" y="184"/>
                    <a:pt x="15" y="183"/>
                  </a:cubicBezTo>
                  <a:cubicBezTo>
                    <a:pt x="13" y="181"/>
                    <a:pt x="8" y="181"/>
                    <a:pt x="7" y="179"/>
                  </a:cubicBezTo>
                  <a:cubicBezTo>
                    <a:pt x="5" y="178"/>
                    <a:pt x="5" y="174"/>
                    <a:pt x="4" y="172"/>
                  </a:cubicBezTo>
                  <a:cubicBezTo>
                    <a:pt x="3" y="171"/>
                    <a:pt x="1" y="168"/>
                    <a:pt x="1" y="167"/>
                  </a:cubicBezTo>
                  <a:cubicBezTo>
                    <a:pt x="0" y="165"/>
                    <a:pt x="1" y="162"/>
                    <a:pt x="2" y="160"/>
                  </a:cubicBezTo>
                  <a:cubicBezTo>
                    <a:pt x="3" y="158"/>
                    <a:pt x="8" y="155"/>
                    <a:pt x="9" y="154"/>
                  </a:cubicBezTo>
                  <a:cubicBezTo>
                    <a:pt x="12" y="152"/>
                    <a:pt x="15" y="148"/>
                    <a:pt x="17" y="146"/>
                  </a:cubicBezTo>
                  <a:cubicBezTo>
                    <a:pt x="19" y="144"/>
                    <a:pt x="23" y="139"/>
                    <a:pt x="26" y="137"/>
                  </a:cubicBezTo>
                  <a:cubicBezTo>
                    <a:pt x="27" y="135"/>
                    <a:pt x="32" y="134"/>
                    <a:pt x="33" y="132"/>
                  </a:cubicBezTo>
                  <a:cubicBezTo>
                    <a:pt x="34" y="131"/>
                    <a:pt x="34" y="127"/>
                    <a:pt x="34" y="126"/>
                  </a:cubicBezTo>
                  <a:cubicBezTo>
                    <a:pt x="36" y="124"/>
                    <a:pt x="40" y="124"/>
                    <a:pt x="42" y="122"/>
                  </a:cubicBezTo>
                  <a:cubicBezTo>
                    <a:pt x="43" y="121"/>
                    <a:pt x="45" y="117"/>
                    <a:pt x="47" y="116"/>
                  </a:cubicBezTo>
                  <a:cubicBezTo>
                    <a:pt x="49" y="115"/>
                    <a:pt x="54" y="115"/>
                    <a:pt x="55" y="113"/>
                  </a:cubicBezTo>
                  <a:cubicBezTo>
                    <a:pt x="57" y="111"/>
                    <a:pt x="56" y="104"/>
                    <a:pt x="56" y="101"/>
                  </a:cubicBezTo>
                  <a:cubicBezTo>
                    <a:pt x="55" y="99"/>
                    <a:pt x="53" y="96"/>
                    <a:pt x="53" y="94"/>
                  </a:cubicBezTo>
                  <a:cubicBezTo>
                    <a:pt x="53" y="93"/>
                    <a:pt x="53" y="91"/>
                    <a:pt x="53" y="9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37"/>
            <p:cNvSpPr>
              <a:spLocks/>
            </p:cNvSpPr>
            <p:nvPr/>
          </p:nvSpPr>
          <p:spPr bwMode="auto">
            <a:xfrm>
              <a:off x="7964488" y="2905126"/>
              <a:ext cx="55563" cy="96838"/>
            </a:xfrm>
            <a:custGeom>
              <a:avLst/>
              <a:gdLst/>
              <a:ahLst/>
              <a:cxnLst>
                <a:cxn ang="0">
                  <a:pos x="35" y="46"/>
                </a:cxn>
                <a:cxn ang="0">
                  <a:pos x="35" y="46"/>
                </a:cxn>
                <a:cxn ang="0">
                  <a:pos x="32" y="52"/>
                </a:cxn>
                <a:cxn ang="0">
                  <a:pos x="27" y="59"/>
                </a:cxn>
                <a:cxn ang="0">
                  <a:pos x="19" y="62"/>
                </a:cxn>
                <a:cxn ang="0">
                  <a:pos x="12" y="60"/>
                </a:cxn>
                <a:cxn ang="0">
                  <a:pos x="7" y="62"/>
                </a:cxn>
                <a:cxn ang="0">
                  <a:pos x="2" y="61"/>
                </a:cxn>
                <a:cxn ang="0">
                  <a:pos x="2" y="55"/>
                </a:cxn>
                <a:cxn ang="0">
                  <a:pos x="1" y="49"/>
                </a:cxn>
                <a:cxn ang="0">
                  <a:pos x="3" y="40"/>
                </a:cxn>
                <a:cxn ang="0">
                  <a:pos x="3" y="31"/>
                </a:cxn>
                <a:cxn ang="0">
                  <a:pos x="1" y="30"/>
                </a:cxn>
                <a:cxn ang="0">
                  <a:pos x="1" y="23"/>
                </a:cxn>
                <a:cxn ang="0">
                  <a:pos x="1" y="18"/>
                </a:cxn>
                <a:cxn ang="0">
                  <a:pos x="3" y="16"/>
                </a:cxn>
                <a:cxn ang="0">
                  <a:pos x="7" y="13"/>
                </a:cxn>
                <a:cxn ang="0">
                  <a:pos x="9" y="11"/>
                </a:cxn>
                <a:cxn ang="0">
                  <a:pos x="13" y="7"/>
                </a:cxn>
                <a:cxn ang="0">
                  <a:pos x="13" y="4"/>
                </a:cxn>
                <a:cxn ang="0">
                  <a:pos x="15" y="0"/>
                </a:cxn>
                <a:cxn ang="0">
                  <a:pos x="18" y="6"/>
                </a:cxn>
                <a:cxn ang="0">
                  <a:pos x="21" y="12"/>
                </a:cxn>
                <a:cxn ang="0">
                  <a:pos x="25" y="18"/>
                </a:cxn>
                <a:cxn ang="0">
                  <a:pos x="27" y="25"/>
                </a:cxn>
                <a:cxn ang="0">
                  <a:pos x="29" y="33"/>
                </a:cxn>
                <a:cxn ang="0">
                  <a:pos x="31" y="40"/>
                </a:cxn>
                <a:cxn ang="0">
                  <a:pos x="35" y="44"/>
                </a:cxn>
                <a:cxn ang="0">
                  <a:pos x="35" y="46"/>
                </a:cxn>
              </a:cxnLst>
              <a:rect l="0" t="0" r="r" b="b"/>
              <a:pathLst>
                <a:path w="35" h="62">
                  <a:moveTo>
                    <a:pt x="35" y="46"/>
                  </a:moveTo>
                  <a:cubicBezTo>
                    <a:pt x="35" y="46"/>
                    <a:pt x="35" y="46"/>
                    <a:pt x="35" y="46"/>
                  </a:cubicBezTo>
                  <a:cubicBezTo>
                    <a:pt x="34" y="48"/>
                    <a:pt x="32" y="50"/>
                    <a:pt x="32" y="52"/>
                  </a:cubicBezTo>
                  <a:cubicBezTo>
                    <a:pt x="31" y="53"/>
                    <a:pt x="29" y="57"/>
                    <a:pt x="27" y="59"/>
                  </a:cubicBezTo>
                  <a:cubicBezTo>
                    <a:pt x="26" y="60"/>
                    <a:pt x="22" y="62"/>
                    <a:pt x="19" y="62"/>
                  </a:cubicBezTo>
                  <a:cubicBezTo>
                    <a:pt x="17" y="62"/>
                    <a:pt x="14" y="60"/>
                    <a:pt x="12" y="60"/>
                  </a:cubicBezTo>
                  <a:cubicBezTo>
                    <a:pt x="11" y="60"/>
                    <a:pt x="8" y="62"/>
                    <a:pt x="7" y="62"/>
                  </a:cubicBezTo>
                  <a:cubicBezTo>
                    <a:pt x="6" y="62"/>
                    <a:pt x="4" y="62"/>
                    <a:pt x="2" y="61"/>
                  </a:cubicBezTo>
                  <a:cubicBezTo>
                    <a:pt x="2" y="59"/>
                    <a:pt x="2" y="56"/>
                    <a:pt x="2" y="55"/>
                  </a:cubicBezTo>
                  <a:cubicBezTo>
                    <a:pt x="2" y="53"/>
                    <a:pt x="1" y="50"/>
                    <a:pt x="1" y="49"/>
                  </a:cubicBezTo>
                  <a:cubicBezTo>
                    <a:pt x="1" y="46"/>
                    <a:pt x="3" y="42"/>
                    <a:pt x="3" y="40"/>
                  </a:cubicBezTo>
                  <a:cubicBezTo>
                    <a:pt x="3" y="37"/>
                    <a:pt x="4" y="33"/>
                    <a:pt x="3" y="31"/>
                  </a:cubicBezTo>
                  <a:cubicBezTo>
                    <a:pt x="3" y="30"/>
                    <a:pt x="1" y="30"/>
                    <a:pt x="1" y="30"/>
                  </a:cubicBezTo>
                  <a:cubicBezTo>
                    <a:pt x="0" y="28"/>
                    <a:pt x="1" y="25"/>
                    <a:pt x="1" y="23"/>
                  </a:cubicBezTo>
                  <a:cubicBezTo>
                    <a:pt x="1" y="22"/>
                    <a:pt x="0" y="19"/>
                    <a:pt x="1" y="18"/>
                  </a:cubicBezTo>
                  <a:cubicBezTo>
                    <a:pt x="1" y="18"/>
                    <a:pt x="2" y="17"/>
                    <a:pt x="3" y="16"/>
                  </a:cubicBezTo>
                  <a:cubicBezTo>
                    <a:pt x="4" y="16"/>
                    <a:pt x="6" y="14"/>
                    <a:pt x="7" y="13"/>
                  </a:cubicBezTo>
                  <a:cubicBezTo>
                    <a:pt x="7" y="13"/>
                    <a:pt x="8" y="11"/>
                    <a:pt x="9" y="11"/>
                  </a:cubicBezTo>
                  <a:cubicBezTo>
                    <a:pt x="9" y="10"/>
                    <a:pt x="12" y="9"/>
                    <a:pt x="13" y="7"/>
                  </a:cubicBezTo>
                  <a:cubicBezTo>
                    <a:pt x="13" y="7"/>
                    <a:pt x="12" y="5"/>
                    <a:pt x="13" y="4"/>
                  </a:cubicBezTo>
                  <a:cubicBezTo>
                    <a:pt x="13" y="3"/>
                    <a:pt x="14" y="0"/>
                    <a:pt x="15" y="0"/>
                  </a:cubicBezTo>
                  <a:cubicBezTo>
                    <a:pt x="17" y="1"/>
                    <a:pt x="17" y="5"/>
                    <a:pt x="18" y="6"/>
                  </a:cubicBezTo>
                  <a:cubicBezTo>
                    <a:pt x="19" y="8"/>
                    <a:pt x="20" y="10"/>
                    <a:pt x="21" y="12"/>
                  </a:cubicBezTo>
                  <a:cubicBezTo>
                    <a:pt x="22" y="13"/>
                    <a:pt x="24" y="16"/>
                    <a:pt x="25" y="18"/>
                  </a:cubicBezTo>
                  <a:cubicBezTo>
                    <a:pt x="25" y="20"/>
                    <a:pt x="26" y="23"/>
                    <a:pt x="27" y="25"/>
                  </a:cubicBezTo>
                  <a:cubicBezTo>
                    <a:pt x="27" y="27"/>
                    <a:pt x="29" y="31"/>
                    <a:pt x="29" y="33"/>
                  </a:cubicBezTo>
                  <a:cubicBezTo>
                    <a:pt x="30" y="35"/>
                    <a:pt x="30" y="38"/>
                    <a:pt x="31" y="40"/>
                  </a:cubicBezTo>
                  <a:cubicBezTo>
                    <a:pt x="31" y="41"/>
                    <a:pt x="34" y="43"/>
                    <a:pt x="35" y="44"/>
                  </a:cubicBezTo>
                  <a:cubicBezTo>
                    <a:pt x="35" y="45"/>
                    <a:pt x="35" y="45"/>
                    <a:pt x="35" y="4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38"/>
            <p:cNvSpPr>
              <a:spLocks/>
            </p:cNvSpPr>
            <p:nvPr/>
          </p:nvSpPr>
          <p:spPr bwMode="auto">
            <a:xfrm>
              <a:off x="7905751" y="2859088"/>
              <a:ext cx="76200" cy="107950"/>
            </a:xfrm>
            <a:custGeom>
              <a:avLst/>
              <a:gdLst/>
              <a:ahLst/>
              <a:cxnLst>
                <a:cxn ang="0">
                  <a:pos x="48" y="7"/>
                </a:cxn>
                <a:cxn ang="0">
                  <a:pos x="48" y="10"/>
                </a:cxn>
                <a:cxn ang="0">
                  <a:pos x="47" y="19"/>
                </a:cxn>
                <a:cxn ang="0">
                  <a:pos x="47" y="24"/>
                </a:cxn>
                <a:cxn ang="0">
                  <a:pos x="45" y="33"/>
                </a:cxn>
                <a:cxn ang="0">
                  <a:pos x="42" y="39"/>
                </a:cxn>
                <a:cxn ang="0">
                  <a:pos x="35" y="45"/>
                </a:cxn>
                <a:cxn ang="0">
                  <a:pos x="29" y="51"/>
                </a:cxn>
                <a:cxn ang="0">
                  <a:pos x="26" y="61"/>
                </a:cxn>
                <a:cxn ang="0">
                  <a:pos x="21" y="68"/>
                </a:cxn>
                <a:cxn ang="0">
                  <a:pos x="20" y="68"/>
                </a:cxn>
                <a:cxn ang="0">
                  <a:pos x="17" y="64"/>
                </a:cxn>
                <a:cxn ang="0">
                  <a:pos x="13" y="52"/>
                </a:cxn>
                <a:cxn ang="0">
                  <a:pos x="8" y="48"/>
                </a:cxn>
                <a:cxn ang="0">
                  <a:pos x="6" y="41"/>
                </a:cxn>
                <a:cxn ang="0">
                  <a:pos x="4" y="30"/>
                </a:cxn>
                <a:cxn ang="0">
                  <a:pos x="1" y="24"/>
                </a:cxn>
                <a:cxn ang="0">
                  <a:pos x="2" y="14"/>
                </a:cxn>
                <a:cxn ang="0">
                  <a:pos x="7" y="5"/>
                </a:cxn>
                <a:cxn ang="0">
                  <a:pos x="16" y="5"/>
                </a:cxn>
                <a:cxn ang="0">
                  <a:pos x="22" y="1"/>
                </a:cxn>
                <a:cxn ang="0">
                  <a:pos x="34" y="1"/>
                </a:cxn>
                <a:cxn ang="0">
                  <a:pos x="42" y="2"/>
                </a:cxn>
                <a:cxn ang="0">
                  <a:pos x="44" y="6"/>
                </a:cxn>
                <a:cxn ang="0">
                  <a:pos x="48" y="7"/>
                </a:cxn>
              </a:cxnLst>
              <a:rect l="0" t="0" r="r" b="b"/>
              <a:pathLst>
                <a:path w="48" h="68">
                  <a:moveTo>
                    <a:pt x="48" y="7"/>
                  </a:moveTo>
                  <a:cubicBezTo>
                    <a:pt x="48" y="8"/>
                    <a:pt x="48" y="9"/>
                    <a:pt x="48" y="10"/>
                  </a:cubicBezTo>
                  <a:cubicBezTo>
                    <a:pt x="48" y="12"/>
                    <a:pt x="47" y="17"/>
                    <a:pt x="47" y="19"/>
                  </a:cubicBezTo>
                  <a:cubicBezTo>
                    <a:pt x="47" y="21"/>
                    <a:pt x="48" y="23"/>
                    <a:pt x="47" y="24"/>
                  </a:cubicBezTo>
                  <a:cubicBezTo>
                    <a:pt x="47" y="27"/>
                    <a:pt x="46" y="31"/>
                    <a:pt x="45" y="33"/>
                  </a:cubicBezTo>
                  <a:cubicBezTo>
                    <a:pt x="44" y="35"/>
                    <a:pt x="43" y="38"/>
                    <a:pt x="42" y="39"/>
                  </a:cubicBezTo>
                  <a:cubicBezTo>
                    <a:pt x="40" y="41"/>
                    <a:pt x="36" y="43"/>
                    <a:pt x="35" y="45"/>
                  </a:cubicBezTo>
                  <a:cubicBezTo>
                    <a:pt x="33" y="46"/>
                    <a:pt x="30" y="49"/>
                    <a:pt x="29" y="51"/>
                  </a:cubicBezTo>
                  <a:cubicBezTo>
                    <a:pt x="28" y="53"/>
                    <a:pt x="28" y="59"/>
                    <a:pt x="26" y="61"/>
                  </a:cubicBezTo>
                  <a:cubicBezTo>
                    <a:pt x="25" y="63"/>
                    <a:pt x="23" y="67"/>
                    <a:pt x="21" y="68"/>
                  </a:cubicBezTo>
                  <a:cubicBezTo>
                    <a:pt x="21" y="68"/>
                    <a:pt x="21" y="68"/>
                    <a:pt x="20" y="68"/>
                  </a:cubicBezTo>
                  <a:cubicBezTo>
                    <a:pt x="19" y="67"/>
                    <a:pt x="18" y="65"/>
                    <a:pt x="17" y="64"/>
                  </a:cubicBezTo>
                  <a:cubicBezTo>
                    <a:pt x="16" y="61"/>
                    <a:pt x="15" y="55"/>
                    <a:pt x="13" y="52"/>
                  </a:cubicBezTo>
                  <a:cubicBezTo>
                    <a:pt x="12" y="51"/>
                    <a:pt x="9" y="49"/>
                    <a:pt x="8" y="48"/>
                  </a:cubicBezTo>
                  <a:cubicBezTo>
                    <a:pt x="7" y="46"/>
                    <a:pt x="6" y="42"/>
                    <a:pt x="6" y="41"/>
                  </a:cubicBezTo>
                  <a:cubicBezTo>
                    <a:pt x="6" y="38"/>
                    <a:pt x="5" y="32"/>
                    <a:pt x="4" y="30"/>
                  </a:cubicBezTo>
                  <a:cubicBezTo>
                    <a:pt x="4" y="28"/>
                    <a:pt x="1" y="26"/>
                    <a:pt x="1" y="24"/>
                  </a:cubicBezTo>
                  <a:cubicBezTo>
                    <a:pt x="0" y="21"/>
                    <a:pt x="1" y="16"/>
                    <a:pt x="2" y="14"/>
                  </a:cubicBezTo>
                  <a:cubicBezTo>
                    <a:pt x="3" y="11"/>
                    <a:pt x="5" y="6"/>
                    <a:pt x="7" y="5"/>
                  </a:cubicBezTo>
                  <a:cubicBezTo>
                    <a:pt x="9" y="4"/>
                    <a:pt x="14" y="6"/>
                    <a:pt x="16" y="5"/>
                  </a:cubicBezTo>
                  <a:cubicBezTo>
                    <a:pt x="18" y="5"/>
                    <a:pt x="20" y="2"/>
                    <a:pt x="22" y="1"/>
                  </a:cubicBezTo>
                  <a:cubicBezTo>
                    <a:pt x="25" y="0"/>
                    <a:pt x="31" y="1"/>
                    <a:pt x="34" y="1"/>
                  </a:cubicBezTo>
                  <a:cubicBezTo>
                    <a:pt x="36" y="1"/>
                    <a:pt x="40" y="1"/>
                    <a:pt x="42" y="2"/>
                  </a:cubicBezTo>
                  <a:cubicBezTo>
                    <a:pt x="43" y="3"/>
                    <a:pt x="43" y="5"/>
                    <a:pt x="44" y="6"/>
                  </a:cubicBezTo>
                  <a:cubicBezTo>
                    <a:pt x="45" y="6"/>
                    <a:pt x="47" y="7"/>
                    <a:pt x="48"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39"/>
            <p:cNvSpPr>
              <a:spLocks/>
            </p:cNvSpPr>
            <p:nvPr/>
          </p:nvSpPr>
          <p:spPr bwMode="auto">
            <a:xfrm>
              <a:off x="7427913" y="3446463"/>
              <a:ext cx="17463" cy="25400"/>
            </a:xfrm>
            <a:custGeom>
              <a:avLst/>
              <a:gdLst/>
              <a:ahLst/>
              <a:cxnLst>
                <a:cxn ang="0">
                  <a:pos x="8" y="16"/>
                </a:cxn>
                <a:cxn ang="0">
                  <a:pos x="4" y="16"/>
                </a:cxn>
                <a:cxn ang="0">
                  <a:pos x="0" y="14"/>
                </a:cxn>
                <a:cxn ang="0">
                  <a:pos x="1" y="9"/>
                </a:cxn>
                <a:cxn ang="0">
                  <a:pos x="2" y="4"/>
                </a:cxn>
                <a:cxn ang="0">
                  <a:pos x="5" y="1"/>
                </a:cxn>
                <a:cxn ang="0">
                  <a:pos x="9" y="1"/>
                </a:cxn>
                <a:cxn ang="0">
                  <a:pos x="9" y="4"/>
                </a:cxn>
                <a:cxn ang="0">
                  <a:pos x="11" y="8"/>
                </a:cxn>
                <a:cxn ang="0">
                  <a:pos x="10" y="12"/>
                </a:cxn>
                <a:cxn ang="0">
                  <a:pos x="8" y="16"/>
                </a:cxn>
              </a:cxnLst>
              <a:rect l="0" t="0" r="r" b="b"/>
              <a:pathLst>
                <a:path w="11" h="16">
                  <a:moveTo>
                    <a:pt x="8" y="16"/>
                  </a:moveTo>
                  <a:cubicBezTo>
                    <a:pt x="7" y="16"/>
                    <a:pt x="5" y="16"/>
                    <a:pt x="4" y="16"/>
                  </a:cubicBezTo>
                  <a:cubicBezTo>
                    <a:pt x="3" y="15"/>
                    <a:pt x="1" y="15"/>
                    <a:pt x="0" y="14"/>
                  </a:cubicBezTo>
                  <a:cubicBezTo>
                    <a:pt x="0" y="13"/>
                    <a:pt x="1" y="10"/>
                    <a:pt x="1" y="9"/>
                  </a:cubicBezTo>
                  <a:cubicBezTo>
                    <a:pt x="1" y="7"/>
                    <a:pt x="2" y="5"/>
                    <a:pt x="2" y="4"/>
                  </a:cubicBezTo>
                  <a:cubicBezTo>
                    <a:pt x="3" y="3"/>
                    <a:pt x="4" y="1"/>
                    <a:pt x="5" y="1"/>
                  </a:cubicBezTo>
                  <a:cubicBezTo>
                    <a:pt x="6" y="1"/>
                    <a:pt x="8" y="0"/>
                    <a:pt x="9" y="1"/>
                  </a:cubicBezTo>
                  <a:cubicBezTo>
                    <a:pt x="9" y="1"/>
                    <a:pt x="9" y="4"/>
                    <a:pt x="9" y="4"/>
                  </a:cubicBezTo>
                  <a:cubicBezTo>
                    <a:pt x="10" y="5"/>
                    <a:pt x="11" y="7"/>
                    <a:pt x="11" y="8"/>
                  </a:cubicBezTo>
                  <a:cubicBezTo>
                    <a:pt x="11" y="9"/>
                    <a:pt x="11" y="11"/>
                    <a:pt x="10" y="12"/>
                  </a:cubicBezTo>
                  <a:cubicBezTo>
                    <a:pt x="10" y="13"/>
                    <a:pt x="9" y="15"/>
                    <a:pt x="8"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40"/>
            <p:cNvSpPr>
              <a:spLocks/>
            </p:cNvSpPr>
            <p:nvPr/>
          </p:nvSpPr>
          <p:spPr bwMode="auto">
            <a:xfrm>
              <a:off x="7405688" y="3473451"/>
              <a:ext cx="30163" cy="30163"/>
            </a:xfrm>
            <a:custGeom>
              <a:avLst/>
              <a:gdLst/>
              <a:ahLst/>
              <a:cxnLst>
                <a:cxn ang="0">
                  <a:pos x="18" y="13"/>
                </a:cxn>
                <a:cxn ang="0">
                  <a:pos x="14" y="9"/>
                </a:cxn>
                <a:cxn ang="0">
                  <a:pos x="9" y="6"/>
                </a:cxn>
                <a:cxn ang="0">
                  <a:pos x="10" y="1"/>
                </a:cxn>
                <a:cxn ang="0">
                  <a:pos x="8" y="0"/>
                </a:cxn>
                <a:cxn ang="0">
                  <a:pos x="5" y="2"/>
                </a:cxn>
                <a:cxn ang="0">
                  <a:pos x="1" y="4"/>
                </a:cxn>
                <a:cxn ang="0">
                  <a:pos x="1" y="8"/>
                </a:cxn>
                <a:cxn ang="0">
                  <a:pos x="8" y="12"/>
                </a:cxn>
                <a:cxn ang="0">
                  <a:pos x="11" y="15"/>
                </a:cxn>
                <a:cxn ang="0">
                  <a:pos x="14" y="18"/>
                </a:cxn>
                <a:cxn ang="0">
                  <a:pos x="17" y="18"/>
                </a:cxn>
                <a:cxn ang="0">
                  <a:pos x="20" y="17"/>
                </a:cxn>
                <a:cxn ang="0">
                  <a:pos x="18" y="13"/>
                </a:cxn>
              </a:cxnLst>
              <a:rect l="0" t="0" r="r" b="b"/>
              <a:pathLst>
                <a:path w="20" h="19">
                  <a:moveTo>
                    <a:pt x="18" y="13"/>
                  </a:moveTo>
                  <a:cubicBezTo>
                    <a:pt x="17" y="12"/>
                    <a:pt x="15" y="10"/>
                    <a:pt x="14" y="9"/>
                  </a:cubicBezTo>
                  <a:cubicBezTo>
                    <a:pt x="13" y="8"/>
                    <a:pt x="10" y="7"/>
                    <a:pt x="9" y="6"/>
                  </a:cubicBezTo>
                  <a:cubicBezTo>
                    <a:pt x="9" y="5"/>
                    <a:pt x="11" y="3"/>
                    <a:pt x="10" y="1"/>
                  </a:cubicBezTo>
                  <a:cubicBezTo>
                    <a:pt x="10" y="1"/>
                    <a:pt x="9" y="0"/>
                    <a:pt x="8" y="0"/>
                  </a:cubicBezTo>
                  <a:cubicBezTo>
                    <a:pt x="7" y="0"/>
                    <a:pt x="6" y="1"/>
                    <a:pt x="5" y="2"/>
                  </a:cubicBezTo>
                  <a:cubicBezTo>
                    <a:pt x="4" y="3"/>
                    <a:pt x="2" y="3"/>
                    <a:pt x="1" y="4"/>
                  </a:cubicBezTo>
                  <a:cubicBezTo>
                    <a:pt x="1" y="5"/>
                    <a:pt x="0" y="7"/>
                    <a:pt x="1" y="8"/>
                  </a:cubicBezTo>
                  <a:cubicBezTo>
                    <a:pt x="2" y="10"/>
                    <a:pt x="6" y="10"/>
                    <a:pt x="8" y="12"/>
                  </a:cubicBezTo>
                  <a:cubicBezTo>
                    <a:pt x="9" y="12"/>
                    <a:pt x="10" y="14"/>
                    <a:pt x="11" y="15"/>
                  </a:cubicBezTo>
                  <a:cubicBezTo>
                    <a:pt x="12" y="16"/>
                    <a:pt x="13" y="18"/>
                    <a:pt x="14" y="18"/>
                  </a:cubicBezTo>
                  <a:cubicBezTo>
                    <a:pt x="15" y="18"/>
                    <a:pt x="16" y="19"/>
                    <a:pt x="17" y="18"/>
                  </a:cubicBezTo>
                  <a:cubicBezTo>
                    <a:pt x="18" y="18"/>
                    <a:pt x="20" y="18"/>
                    <a:pt x="20" y="17"/>
                  </a:cubicBezTo>
                  <a:cubicBezTo>
                    <a:pt x="20" y="16"/>
                    <a:pt x="19" y="14"/>
                    <a:pt x="18"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41"/>
            <p:cNvSpPr>
              <a:spLocks/>
            </p:cNvSpPr>
            <p:nvPr/>
          </p:nvSpPr>
          <p:spPr bwMode="auto">
            <a:xfrm>
              <a:off x="7439026" y="3506788"/>
              <a:ext cx="11113" cy="20638"/>
            </a:xfrm>
            <a:custGeom>
              <a:avLst/>
              <a:gdLst/>
              <a:ahLst/>
              <a:cxnLst>
                <a:cxn ang="0">
                  <a:pos x="4" y="13"/>
                </a:cxn>
                <a:cxn ang="0">
                  <a:pos x="2" y="13"/>
                </a:cxn>
                <a:cxn ang="0">
                  <a:pos x="1" y="9"/>
                </a:cxn>
                <a:cxn ang="0">
                  <a:pos x="0" y="6"/>
                </a:cxn>
                <a:cxn ang="0">
                  <a:pos x="1" y="2"/>
                </a:cxn>
                <a:cxn ang="0">
                  <a:pos x="4" y="1"/>
                </a:cxn>
                <a:cxn ang="0">
                  <a:pos x="6" y="4"/>
                </a:cxn>
                <a:cxn ang="0">
                  <a:pos x="6" y="7"/>
                </a:cxn>
                <a:cxn ang="0">
                  <a:pos x="6" y="10"/>
                </a:cxn>
                <a:cxn ang="0">
                  <a:pos x="4" y="13"/>
                </a:cxn>
              </a:cxnLst>
              <a:rect l="0" t="0" r="r" b="b"/>
              <a:pathLst>
                <a:path w="7" h="13">
                  <a:moveTo>
                    <a:pt x="4" y="13"/>
                  </a:moveTo>
                  <a:cubicBezTo>
                    <a:pt x="4" y="13"/>
                    <a:pt x="2" y="13"/>
                    <a:pt x="2" y="13"/>
                  </a:cubicBezTo>
                  <a:cubicBezTo>
                    <a:pt x="1" y="12"/>
                    <a:pt x="1" y="10"/>
                    <a:pt x="1" y="9"/>
                  </a:cubicBezTo>
                  <a:cubicBezTo>
                    <a:pt x="1" y="8"/>
                    <a:pt x="0" y="7"/>
                    <a:pt x="0" y="6"/>
                  </a:cubicBezTo>
                  <a:cubicBezTo>
                    <a:pt x="0" y="5"/>
                    <a:pt x="0" y="2"/>
                    <a:pt x="1" y="2"/>
                  </a:cubicBezTo>
                  <a:cubicBezTo>
                    <a:pt x="1" y="1"/>
                    <a:pt x="3" y="0"/>
                    <a:pt x="4" y="1"/>
                  </a:cubicBezTo>
                  <a:cubicBezTo>
                    <a:pt x="5" y="1"/>
                    <a:pt x="6" y="3"/>
                    <a:pt x="6" y="4"/>
                  </a:cubicBezTo>
                  <a:cubicBezTo>
                    <a:pt x="7" y="5"/>
                    <a:pt x="6" y="6"/>
                    <a:pt x="6" y="7"/>
                  </a:cubicBezTo>
                  <a:cubicBezTo>
                    <a:pt x="6" y="8"/>
                    <a:pt x="6" y="10"/>
                    <a:pt x="6" y="10"/>
                  </a:cubicBezTo>
                  <a:cubicBezTo>
                    <a:pt x="5" y="11"/>
                    <a:pt x="5" y="13"/>
                    <a:pt x="4"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42"/>
            <p:cNvSpPr>
              <a:spLocks/>
            </p:cNvSpPr>
            <p:nvPr/>
          </p:nvSpPr>
          <p:spPr bwMode="auto">
            <a:xfrm>
              <a:off x="7535863" y="3675063"/>
              <a:ext cx="22225" cy="17463"/>
            </a:xfrm>
            <a:custGeom>
              <a:avLst/>
              <a:gdLst/>
              <a:ahLst/>
              <a:cxnLst>
                <a:cxn ang="0">
                  <a:pos x="14" y="10"/>
                </a:cxn>
                <a:cxn ang="0">
                  <a:pos x="6" y="9"/>
                </a:cxn>
                <a:cxn ang="0">
                  <a:pos x="3" y="5"/>
                </a:cxn>
                <a:cxn ang="0">
                  <a:pos x="1" y="1"/>
                </a:cxn>
                <a:cxn ang="0">
                  <a:pos x="4" y="0"/>
                </a:cxn>
                <a:cxn ang="0">
                  <a:pos x="7" y="1"/>
                </a:cxn>
                <a:cxn ang="0">
                  <a:pos x="11" y="4"/>
                </a:cxn>
                <a:cxn ang="0">
                  <a:pos x="13" y="6"/>
                </a:cxn>
                <a:cxn ang="0">
                  <a:pos x="14" y="10"/>
                </a:cxn>
              </a:cxnLst>
              <a:rect l="0" t="0" r="r" b="b"/>
              <a:pathLst>
                <a:path w="14" h="11">
                  <a:moveTo>
                    <a:pt x="14" y="10"/>
                  </a:moveTo>
                  <a:cubicBezTo>
                    <a:pt x="12" y="11"/>
                    <a:pt x="8" y="10"/>
                    <a:pt x="6" y="9"/>
                  </a:cubicBezTo>
                  <a:cubicBezTo>
                    <a:pt x="5" y="9"/>
                    <a:pt x="4" y="6"/>
                    <a:pt x="3" y="5"/>
                  </a:cubicBezTo>
                  <a:cubicBezTo>
                    <a:pt x="3" y="4"/>
                    <a:pt x="0" y="2"/>
                    <a:pt x="1" y="1"/>
                  </a:cubicBezTo>
                  <a:cubicBezTo>
                    <a:pt x="1" y="0"/>
                    <a:pt x="3" y="0"/>
                    <a:pt x="4" y="0"/>
                  </a:cubicBezTo>
                  <a:cubicBezTo>
                    <a:pt x="5" y="0"/>
                    <a:pt x="7" y="0"/>
                    <a:pt x="7" y="1"/>
                  </a:cubicBezTo>
                  <a:cubicBezTo>
                    <a:pt x="8" y="1"/>
                    <a:pt x="10" y="3"/>
                    <a:pt x="11" y="4"/>
                  </a:cubicBezTo>
                  <a:cubicBezTo>
                    <a:pt x="11" y="4"/>
                    <a:pt x="13" y="5"/>
                    <a:pt x="13" y="6"/>
                  </a:cubicBezTo>
                  <a:cubicBezTo>
                    <a:pt x="14" y="7"/>
                    <a:pt x="14" y="9"/>
                    <a:pt x="14"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43"/>
            <p:cNvSpPr>
              <a:spLocks/>
            </p:cNvSpPr>
            <p:nvPr/>
          </p:nvSpPr>
          <p:spPr bwMode="auto">
            <a:xfrm>
              <a:off x="7653338" y="3713163"/>
              <a:ext cx="31750" cy="12700"/>
            </a:xfrm>
            <a:custGeom>
              <a:avLst/>
              <a:gdLst/>
              <a:ahLst/>
              <a:cxnLst>
                <a:cxn ang="0">
                  <a:pos x="19" y="7"/>
                </a:cxn>
                <a:cxn ang="0">
                  <a:pos x="14" y="8"/>
                </a:cxn>
                <a:cxn ang="0">
                  <a:pos x="8" y="8"/>
                </a:cxn>
                <a:cxn ang="0">
                  <a:pos x="4" y="8"/>
                </a:cxn>
                <a:cxn ang="0">
                  <a:pos x="1" y="8"/>
                </a:cxn>
                <a:cxn ang="0">
                  <a:pos x="1" y="3"/>
                </a:cxn>
                <a:cxn ang="0">
                  <a:pos x="7" y="0"/>
                </a:cxn>
                <a:cxn ang="0">
                  <a:pos x="14" y="0"/>
                </a:cxn>
                <a:cxn ang="0">
                  <a:pos x="19" y="2"/>
                </a:cxn>
                <a:cxn ang="0">
                  <a:pos x="19" y="7"/>
                </a:cxn>
              </a:cxnLst>
              <a:rect l="0" t="0" r="r" b="b"/>
              <a:pathLst>
                <a:path w="20" h="8">
                  <a:moveTo>
                    <a:pt x="19" y="7"/>
                  </a:moveTo>
                  <a:cubicBezTo>
                    <a:pt x="18" y="8"/>
                    <a:pt x="15" y="8"/>
                    <a:pt x="14" y="8"/>
                  </a:cubicBezTo>
                  <a:cubicBezTo>
                    <a:pt x="13" y="8"/>
                    <a:pt x="10" y="8"/>
                    <a:pt x="8" y="8"/>
                  </a:cubicBezTo>
                  <a:cubicBezTo>
                    <a:pt x="7" y="8"/>
                    <a:pt x="5" y="8"/>
                    <a:pt x="4" y="8"/>
                  </a:cubicBezTo>
                  <a:cubicBezTo>
                    <a:pt x="4" y="8"/>
                    <a:pt x="2" y="8"/>
                    <a:pt x="1" y="8"/>
                  </a:cubicBezTo>
                  <a:cubicBezTo>
                    <a:pt x="0" y="7"/>
                    <a:pt x="1" y="4"/>
                    <a:pt x="1" y="3"/>
                  </a:cubicBezTo>
                  <a:cubicBezTo>
                    <a:pt x="2" y="2"/>
                    <a:pt x="5" y="1"/>
                    <a:pt x="7" y="0"/>
                  </a:cubicBezTo>
                  <a:cubicBezTo>
                    <a:pt x="9" y="0"/>
                    <a:pt x="13" y="0"/>
                    <a:pt x="14" y="0"/>
                  </a:cubicBezTo>
                  <a:cubicBezTo>
                    <a:pt x="16" y="1"/>
                    <a:pt x="19" y="1"/>
                    <a:pt x="19" y="2"/>
                  </a:cubicBezTo>
                  <a:cubicBezTo>
                    <a:pt x="20" y="3"/>
                    <a:pt x="20" y="6"/>
                    <a:pt x="19"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44"/>
            <p:cNvSpPr>
              <a:spLocks/>
            </p:cNvSpPr>
            <p:nvPr/>
          </p:nvSpPr>
          <p:spPr bwMode="auto">
            <a:xfrm>
              <a:off x="7678738" y="3681413"/>
              <a:ext cx="20638" cy="23813"/>
            </a:xfrm>
            <a:custGeom>
              <a:avLst/>
              <a:gdLst/>
              <a:ahLst/>
              <a:cxnLst>
                <a:cxn ang="0">
                  <a:pos x="13" y="4"/>
                </a:cxn>
                <a:cxn ang="0">
                  <a:pos x="10" y="7"/>
                </a:cxn>
                <a:cxn ang="0">
                  <a:pos x="6" y="11"/>
                </a:cxn>
                <a:cxn ang="0">
                  <a:pos x="5" y="14"/>
                </a:cxn>
                <a:cxn ang="0">
                  <a:pos x="1" y="15"/>
                </a:cxn>
                <a:cxn ang="0">
                  <a:pos x="0" y="11"/>
                </a:cxn>
                <a:cxn ang="0">
                  <a:pos x="2" y="7"/>
                </a:cxn>
                <a:cxn ang="0">
                  <a:pos x="6" y="5"/>
                </a:cxn>
                <a:cxn ang="0">
                  <a:pos x="8" y="2"/>
                </a:cxn>
                <a:cxn ang="0">
                  <a:pos x="10" y="0"/>
                </a:cxn>
                <a:cxn ang="0">
                  <a:pos x="12" y="1"/>
                </a:cxn>
                <a:cxn ang="0">
                  <a:pos x="13" y="4"/>
                </a:cxn>
              </a:cxnLst>
              <a:rect l="0" t="0" r="r" b="b"/>
              <a:pathLst>
                <a:path w="13" h="15">
                  <a:moveTo>
                    <a:pt x="13" y="4"/>
                  </a:moveTo>
                  <a:cubicBezTo>
                    <a:pt x="12" y="5"/>
                    <a:pt x="10" y="6"/>
                    <a:pt x="10" y="7"/>
                  </a:cubicBezTo>
                  <a:cubicBezTo>
                    <a:pt x="9" y="8"/>
                    <a:pt x="7" y="10"/>
                    <a:pt x="6" y="11"/>
                  </a:cubicBezTo>
                  <a:cubicBezTo>
                    <a:pt x="6" y="11"/>
                    <a:pt x="5" y="13"/>
                    <a:pt x="5" y="14"/>
                  </a:cubicBezTo>
                  <a:cubicBezTo>
                    <a:pt x="4" y="15"/>
                    <a:pt x="2" y="15"/>
                    <a:pt x="1" y="15"/>
                  </a:cubicBezTo>
                  <a:cubicBezTo>
                    <a:pt x="0" y="14"/>
                    <a:pt x="0" y="12"/>
                    <a:pt x="0" y="11"/>
                  </a:cubicBezTo>
                  <a:cubicBezTo>
                    <a:pt x="0" y="10"/>
                    <a:pt x="1" y="8"/>
                    <a:pt x="2" y="7"/>
                  </a:cubicBezTo>
                  <a:cubicBezTo>
                    <a:pt x="3" y="7"/>
                    <a:pt x="5" y="6"/>
                    <a:pt x="6" y="5"/>
                  </a:cubicBezTo>
                  <a:cubicBezTo>
                    <a:pt x="7" y="5"/>
                    <a:pt x="7" y="3"/>
                    <a:pt x="8" y="2"/>
                  </a:cubicBezTo>
                  <a:cubicBezTo>
                    <a:pt x="8" y="1"/>
                    <a:pt x="9" y="0"/>
                    <a:pt x="10" y="0"/>
                  </a:cubicBezTo>
                  <a:cubicBezTo>
                    <a:pt x="11" y="0"/>
                    <a:pt x="12" y="1"/>
                    <a:pt x="12" y="1"/>
                  </a:cubicBezTo>
                  <a:cubicBezTo>
                    <a:pt x="13" y="2"/>
                    <a:pt x="13" y="4"/>
                    <a:pt x="13"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45"/>
            <p:cNvSpPr>
              <a:spLocks/>
            </p:cNvSpPr>
            <p:nvPr/>
          </p:nvSpPr>
          <p:spPr bwMode="auto">
            <a:xfrm>
              <a:off x="7716838" y="3683001"/>
              <a:ext cx="26988" cy="19050"/>
            </a:xfrm>
            <a:custGeom>
              <a:avLst/>
              <a:gdLst/>
              <a:ahLst/>
              <a:cxnLst>
                <a:cxn ang="0">
                  <a:pos x="14" y="12"/>
                </a:cxn>
                <a:cxn ang="0">
                  <a:pos x="10" y="10"/>
                </a:cxn>
                <a:cxn ang="0">
                  <a:pos x="6" y="9"/>
                </a:cxn>
                <a:cxn ang="0">
                  <a:pos x="3" y="5"/>
                </a:cxn>
                <a:cxn ang="0">
                  <a:pos x="1" y="2"/>
                </a:cxn>
                <a:cxn ang="0">
                  <a:pos x="5" y="0"/>
                </a:cxn>
                <a:cxn ang="0">
                  <a:pos x="8" y="0"/>
                </a:cxn>
                <a:cxn ang="0">
                  <a:pos x="11" y="2"/>
                </a:cxn>
                <a:cxn ang="0">
                  <a:pos x="14" y="4"/>
                </a:cxn>
                <a:cxn ang="0">
                  <a:pos x="16" y="7"/>
                </a:cxn>
                <a:cxn ang="0">
                  <a:pos x="16" y="10"/>
                </a:cxn>
                <a:cxn ang="0">
                  <a:pos x="14" y="12"/>
                </a:cxn>
              </a:cxnLst>
              <a:rect l="0" t="0" r="r" b="b"/>
              <a:pathLst>
                <a:path w="17" h="12">
                  <a:moveTo>
                    <a:pt x="14" y="12"/>
                  </a:moveTo>
                  <a:cubicBezTo>
                    <a:pt x="13" y="12"/>
                    <a:pt x="11" y="10"/>
                    <a:pt x="10" y="10"/>
                  </a:cubicBezTo>
                  <a:cubicBezTo>
                    <a:pt x="9" y="9"/>
                    <a:pt x="7" y="10"/>
                    <a:pt x="6" y="9"/>
                  </a:cubicBezTo>
                  <a:cubicBezTo>
                    <a:pt x="4" y="9"/>
                    <a:pt x="3" y="6"/>
                    <a:pt x="3" y="5"/>
                  </a:cubicBezTo>
                  <a:cubicBezTo>
                    <a:pt x="2" y="4"/>
                    <a:pt x="0" y="3"/>
                    <a:pt x="1" y="2"/>
                  </a:cubicBezTo>
                  <a:cubicBezTo>
                    <a:pt x="1" y="1"/>
                    <a:pt x="4" y="0"/>
                    <a:pt x="5" y="0"/>
                  </a:cubicBezTo>
                  <a:cubicBezTo>
                    <a:pt x="6" y="0"/>
                    <a:pt x="8" y="0"/>
                    <a:pt x="8" y="0"/>
                  </a:cubicBezTo>
                  <a:cubicBezTo>
                    <a:pt x="9" y="0"/>
                    <a:pt x="11" y="2"/>
                    <a:pt x="11" y="2"/>
                  </a:cubicBezTo>
                  <a:cubicBezTo>
                    <a:pt x="12" y="3"/>
                    <a:pt x="14" y="3"/>
                    <a:pt x="14" y="4"/>
                  </a:cubicBezTo>
                  <a:cubicBezTo>
                    <a:pt x="15" y="4"/>
                    <a:pt x="15" y="6"/>
                    <a:pt x="16" y="7"/>
                  </a:cubicBezTo>
                  <a:cubicBezTo>
                    <a:pt x="16" y="8"/>
                    <a:pt x="17" y="9"/>
                    <a:pt x="16" y="10"/>
                  </a:cubicBezTo>
                  <a:cubicBezTo>
                    <a:pt x="16" y="11"/>
                    <a:pt x="15" y="12"/>
                    <a:pt x="14"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46"/>
            <p:cNvSpPr>
              <a:spLocks/>
            </p:cNvSpPr>
            <p:nvPr/>
          </p:nvSpPr>
          <p:spPr bwMode="auto">
            <a:xfrm>
              <a:off x="7735888" y="3598863"/>
              <a:ext cx="23813" cy="22225"/>
            </a:xfrm>
            <a:custGeom>
              <a:avLst/>
              <a:gdLst/>
              <a:ahLst/>
              <a:cxnLst>
                <a:cxn ang="0">
                  <a:pos x="13" y="9"/>
                </a:cxn>
                <a:cxn ang="0">
                  <a:pos x="14" y="3"/>
                </a:cxn>
                <a:cxn ang="0">
                  <a:pos x="9" y="1"/>
                </a:cxn>
                <a:cxn ang="0">
                  <a:pos x="5" y="0"/>
                </a:cxn>
                <a:cxn ang="0">
                  <a:pos x="3" y="3"/>
                </a:cxn>
                <a:cxn ang="0">
                  <a:pos x="0" y="5"/>
                </a:cxn>
                <a:cxn ang="0">
                  <a:pos x="4" y="9"/>
                </a:cxn>
                <a:cxn ang="0">
                  <a:pos x="4" y="13"/>
                </a:cxn>
                <a:cxn ang="0">
                  <a:pos x="11" y="13"/>
                </a:cxn>
                <a:cxn ang="0">
                  <a:pos x="13" y="9"/>
                </a:cxn>
              </a:cxnLst>
              <a:rect l="0" t="0" r="r" b="b"/>
              <a:pathLst>
                <a:path w="15" h="14">
                  <a:moveTo>
                    <a:pt x="13" y="9"/>
                  </a:moveTo>
                  <a:cubicBezTo>
                    <a:pt x="14" y="8"/>
                    <a:pt x="15" y="5"/>
                    <a:pt x="14" y="3"/>
                  </a:cubicBezTo>
                  <a:cubicBezTo>
                    <a:pt x="13" y="2"/>
                    <a:pt x="11" y="1"/>
                    <a:pt x="9" y="1"/>
                  </a:cubicBezTo>
                  <a:cubicBezTo>
                    <a:pt x="8" y="0"/>
                    <a:pt x="6" y="0"/>
                    <a:pt x="5" y="0"/>
                  </a:cubicBezTo>
                  <a:cubicBezTo>
                    <a:pt x="4" y="0"/>
                    <a:pt x="4" y="2"/>
                    <a:pt x="3" y="3"/>
                  </a:cubicBezTo>
                  <a:cubicBezTo>
                    <a:pt x="2" y="4"/>
                    <a:pt x="0" y="4"/>
                    <a:pt x="0" y="5"/>
                  </a:cubicBezTo>
                  <a:cubicBezTo>
                    <a:pt x="0" y="7"/>
                    <a:pt x="3" y="8"/>
                    <a:pt x="4" y="9"/>
                  </a:cubicBezTo>
                  <a:cubicBezTo>
                    <a:pt x="5" y="10"/>
                    <a:pt x="3" y="13"/>
                    <a:pt x="4" y="13"/>
                  </a:cubicBezTo>
                  <a:cubicBezTo>
                    <a:pt x="5" y="14"/>
                    <a:pt x="9" y="14"/>
                    <a:pt x="11" y="13"/>
                  </a:cubicBezTo>
                  <a:cubicBezTo>
                    <a:pt x="12" y="13"/>
                    <a:pt x="13" y="10"/>
                    <a:pt x="13"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47"/>
            <p:cNvSpPr>
              <a:spLocks/>
            </p:cNvSpPr>
            <p:nvPr/>
          </p:nvSpPr>
          <p:spPr bwMode="auto">
            <a:xfrm>
              <a:off x="7631113" y="3738563"/>
              <a:ext cx="47625" cy="30163"/>
            </a:xfrm>
            <a:custGeom>
              <a:avLst/>
              <a:gdLst/>
              <a:ahLst/>
              <a:cxnLst>
                <a:cxn ang="0">
                  <a:pos x="15" y="4"/>
                </a:cxn>
                <a:cxn ang="0">
                  <a:pos x="9" y="1"/>
                </a:cxn>
                <a:cxn ang="0">
                  <a:pos x="2" y="0"/>
                </a:cxn>
                <a:cxn ang="0">
                  <a:pos x="0" y="3"/>
                </a:cxn>
                <a:cxn ang="0">
                  <a:pos x="2" y="9"/>
                </a:cxn>
                <a:cxn ang="0">
                  <a:pos x="13" y="14"/>
                </a:cxn>
                <a:cxn ang="0">
                  <a:pos x="17" y="18"/>
                </a:cxn>
                <a:cxn ang="0">
                  <a:pos x="25" y="19"/>
                </a:cxn>
                <a:cxn ang="0">
                  <a:pos x="28" y="13"/>
                </a:cxn>
                <a:cxn ang="0">
                  <a:pos x="28" y="4"/>
                </a:cxn>
                <a:cxn ang="0">
                  <a:pos x="23" y="5"/>
                </a:cxn>
                <a:cxn ang="0">
                  <a:pos x="15" y="4"/>
                </a:cxn>
              </a:cxnLst>
              <a:rect l="0" t="0" r="r" b="b"/>
              <a:pathLst>
                <a:path w="30" h="20">
                  <a:moveTo>
                    <a:pt x="15" y="4"/>
                  </a:moveTo>
                  <a:cubicBezTo>
                    <a:pt x="14" y="3"/>
                    <a:pt x="11" y="1"/>
                    <a:pt x="9" y="1"/>
                  </a:cubicBezTo>
                  <a:cubicBezTo>
                    <a:pt x="7" y="0"/>
                    <a:pt x="4" y="0"/>
                    <a:pt x="2" y="0"/>
                  </a:cubicBezTo>
                  <a:cubicBezTo>
                    <a:pt x="2" y="1"/>
                    <a:pt x="0" y="2"/>
                    <a:pt x="0" y="3"/>
                  </a:cubicBezTo>
                  <a:cubicBezTo>
                    <a:pt x="0" y="4"/>
                    <a:pt x="1" y="8"/>
                    <a:pt x="2" y="9"/>
                  </a:cubicBezTo>
                  <a:cubicBezTo>
                    <a:pt x="4" y="12"/>
                    <a:pt x="10" y="13"/>
                    <a:pt x="13" y="14"/>
                  </a:cubicBezTo>
                  <a:cubicBezTo>
                    <a:pt x="14" y="15"/>
                    <a:pt x="16" y="17"/>
                    <a:pt x="17" y="18"/>
                  </a:cubicBezTo>
                  <a:cubicBezTo>
                    <a:pt x="19" y="19"/>
                    <a:pt x="23" y="20"/>
                    <a:pt x="25" y="19"/>
                  </a:cubicBezTo>
                  <a:cubicBezTo>
                    <a:pt x="27" y="18"/>
                    <a:pt x="28" y="15"/>
                    <a:pt x="28" y="13"/>
                  </a:cubicBezTo>
                  <a:cubicBezTo>
                    <a:pt x="28" y="11"/>
                    <a:pt x="30" y="5"/>
                    <a:pt x="28" y="4"/>
                  </a:cubicBezTo>
                  <a:cubicBezTo>
                    <a:pt x="27" y="3"/>
                    <a:pt x="24" y="5"/>
                    <a:pt x="23" y="5"/>
                  </a:cubicBezTo>
                  <a:cubicBezTo>
                    <a:pt x="21" y="5"/>
                    <a:pt x="17" y="4"/>
                    <a:pt x="1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48"/>
            <p:cNvSpPr>
              <a:spLocks/>
            </p:cNvSpPr>
            <p:nvPr/>
          </p:nvSpPr>
          <p:spPr bwMode="auto">
            <a:xfrm>
              <a:off x="7685088" y="3602038"/>
              <a:ext cx="280988" cy="193675"/>
            </a:xfrm>
            <a:custGeom>
              <a:avLst/>
              <a:gdLst/>
              <a:ahLst/>
              <a:cxnLst>
                <a:cxn ang="0">
                  <a:pos x="4" y="93"/>
                </a:cxn>
                <a:cxn ang="0">
                  <a:pos x="10" y="85"/>
                </a:cxn>
                <a:cxn ang="0">
                  <a:pos x="19" y="80"/>
                </a:cxn>
                <a:cxn ang="0">
                  <a:pos x="11" y="78"/>
                </a:cxn>
                <a:cxn ang="0">
                  <a:pos x="6" y="71"/>
                </a:cxn>
                <a:cxn ang="0">
                  <a:pos x="16" y="64"/>
                </a:cxn>
                <a:cxn ang="0">
                  <a:pos x="26" y="67"/>
                </a:cxn>
                <a:cxn ang="0">
                  <a:pos x="38" y="71"/>
                </a:cxn>
                <a:cxn ang="0">
                  <a:pos x="48" y="58"/>
                </a:cxn>
                <a:cxn ang="0">
                  <a:pos x="59" y="54"/>
                </a:cxn>
                <a:cxn ang="0">
                  <a:pos x="67" y="56"/>
                </a:cxn>
                <a:cxn ang="0">
                  <a:pos x="63" y="65"/>
                </a:cxn>
                <a:cxn ang="0">
                  <a:pos x="68" y="68"/>
                </a:cxn>
                <a:cxn ang="0">
                  <a:pos x="82" y="57"/>
                </a:cxn>
                <a:cxn ang="0">
                  <a:pos x="89" y="54"/>
                </a:cxn>
                <a:cxn ang="0">
                  <a:pos x="97" y="50"/>
                </a:cxn>
                <a:cxn ang="0">
                  <a:pos x="86" y="49"/>
                </a:cxn>
                <a:cxn ang="0">
                  <a:pos x="75" y="47"/>
                </a:cxn>
                <a:cxn ang="0">
                  <a:pos x="68" y="44"/>
                </a:cxn>
                <a:cxn ang="0">
                  <a:pos x="69" y="28"/>
                </a:cxn>
                <a:cxn ang="0">
                  <a:pos x="58" y="18"/>
                </a:cxn>
                <a:cxn ang="0">
                  <a:pos x="52" y="15"/>
                </a:cxn>
                <a:cxn ang="0">
                  <a:pos x="49" y="9"/>
                </a:cxn>
                <a:cxn ang="0">
                  <a:pos x="55" y="8"/>
                </a:cxn>
                <a:cxn ang="0">
                  <a:pos x="58" y="1"/>
                </a:cxn>
                <a:cxn ang="0">
                  <a:pos x="65" y="3"/>
                </a:cxn>
                <a:cxn ang="0">
                  <a:pos x="73" y="14"/>
                </a:cxn>
                <a:cxn ang="0">
                  <a:pos x="83" y="21"/>
                </a:cxn>
                <a:cxn ang="0">
                  <a:pos x="102" y="21"/>
                </a:cxn>
                <a:cxn ang="0">
                  <a:pos x="125" y="22"/>
                </a:cxn>
                <a:cxn ang="0">
                  <a:pos x="147" y="27"/>
                </a:cxn>
                <a:cxn ang="0">
                  <a:pos x="165" y="33"/>
                </a:cxn>
                <a:cxn ang="0">
                  <a:pos x="175" y="46"/>
                </a:cxn>
                <a:cxn ang="0">
                  <a:pos x="179" y="66"/>
                </a:cxn>
                <a:cxn ang="0">
                  <a:pos x="173" y="72"/>
                </a:cxn>
                <a:cxn ang="0">
                  <a:pos x="165" y="80"/>
                </a:cxn>
                <a:cxn ang="0">
                  <a:pos x="155" y="76"/>
                </a:cxn>
                <a:cxn ang="0">
                  <a:pos x="143" y="73"/>
                </a:cxn>
                <a:cxn ang="0">
                  <a:pos x="131" y="67"/>
                </a:cxn>
                <a:cxn ang="0">
                  <a:pos x="109" y="65"/>
                </a:cxn>
                <a:cxn ang="0">
                  <a:pos x="99" y="64"/>
                </a:cxn>
                <a:cxn ang="0">
                  <a:pos x="89" y="72"/>
                </a:cxn>
                <a:cxn ang="0">
                  <a:pos x="74" y="78"/>
                </a:cxn>
                <a:cxn ang="0">
                  <a:pos x="68" y="88"/>
                </a:cxn>
                <a:cxn ang="0">
                  <a:pos x="64" y="99"/>
                </a:cxn>
                <a:cxn ang="0">
                  <a:pos x="59" y="105"/>
                </a:cxn>
                <a:cxn ang="0">
                  <a:pos x="54" y="112"/>
                </a:cxn>
                <a:cxn ang="0">
                  <a:pos x="43" y="119"/>
                </a:cxn>
                <a:cxn ang="0">
                  <a:pos x="35" y="122"/>
                </a:cxn>
                <a:cxn ang="0">
                  <a:pos x="24" y="122"/>
                </a:cxn>
                <a:cxn ang="0">
                  <a:pos x="16" y="117"/>
                </a:cxn>
                <a:cxn ang="0">
                  <a:pos x="10" y="111"/>
                </a:cxn>
                <a:cxn ang="0">
                  <a:pos x="17" y="112"/>
                </a:cxn>
                <a:cxn ang="0">
                  <a:pos x="22" y="109"/>
                </a:cxn>
                <a:cxn ang="0">
                  <a:pos x="16" y="104"/>
                </a:cxn>
                <a:cxn ang="0">
                  <a:pos x="10" y="106"/>
                </a:cxn>
                <a:cxn ang="0">
                  <a:pos x="3" y="108"/>
                </a:cxn>
                <a:cxn ang="0">
                  <a:pos x="0" y="103"/>
                </a:cxn>
                <a:cxn ang="0">
                  <a:pos x="5" y="99"/>
                </a:cxn>
              </a:cxnLst>
              <a:rect l="0" t="0" r="r" b="b"/>
              <a:pathLst>
                <a:path w="179" h="123">
                  <a:moveTo>
                    <a:pt x="5" y="99"/>
                  </a:moveTo>
                  <a:cubicBezTo>
                    <a:pt x="5" y="98"/>
                    <a:pt x="4" y="95"/>
                    <a:pt x="4" y="93"/>
                  </a:cubicBezTo>
                  <a:cubicBezTo>
                    <a:pt x="4" y="92"/>
                    <a:pt x="4" y="88"/>
                    <a:pt x="6" y="87"/>
                  </a:cubicBezTo>
                  <a:cubicBezTo>
                    <a:pt x="6" y="86"/>
                    <a:pt x="9" y="85"/>
                    <a:pt x="10" y="85"/>
                  </a:cubicBezTo>
                  <a:cubicBezTo>
                    <a:pt x="12" y="84"/>
                    <a:pt x="15" y="86"/>
                    <a:pt x="17" y="85"/>
                  </a:cubicBezTo>
                  <a:cubicBezTo>
                    <a:pt x="18" y="84"/>
                    <a:pt x="19" y="81"/>
                    <a:pt x="19" y="80"/>
                  </a:cubicBezTo>
                  <a:cubicBezTo>
                    <a:pt x="18" y="79"/>
                    <a:pt x="17" y="78"/>
                    <a:pt x="16" y="78"/>
                  </a:cubicBezTo>
                  <a:cubicBezTo>
                    <a:pt x="15" y="78"/>
                    <a:pt x="12" y="78"/>
                    <a:pt x="11" y="78"/>
                  </a:cubicBezTo>
                  <a:cubicBezTo>
                    <a:pt x="10" y="77"/>
                    <a:pt x="8" y="76"/>
                    <a:pt x="7" y="75"/>
                  </a:cubicBezTo>
                  <a:cubicBezTo>
                    <a:pt x="7" y="74"/>
                    <a:pt x="6" y="72"/>
                    <a:pt x="6" y="71"/>
                  </a:cubicBezTo>
                  <a:cubicBezTo>
                    <a:pt x="6" y="70"/>
                    <a:pt x="9" y="67"/>
                    <a:pt x="10" y="66"/>
                  </a:cubicBezTo>
                  <a:cubicBezTo>
                    <a:pt x="11" y="65"/>
                    <a:pt x="14" y="64"/>
                    <a:pt x="16" y="64"/>
                  </a:cubicBezTo>
                  <a:cubicBezTo>
                    <a:pt x="17" y="63"/>
                    <a:pt x="19" y="63"/>
                    <a:pt x="20" y="64"/>
                  </a:cubicBezTo>
                  <a:cubicBezTo>
                    <a:pt x="22" y="64"/>
                    <a:pt x="25" y="66"/>
                    <a:pt x="26" y="67"/>
                  </a:cubicBezTo>
                  <a:cubicBezTo>
                    <a:pt x="28" y="68"/>
                    <a:pt x="31" y="71"/>
                    <a:pt x="32" y="71"/>
                  </a:cubicBezTo>
                  <a:cubicBezTo>
                    <a:pt x="34" y="71"/>
                    <a:pt x="37" y="71"/>
                    <a:pt x="38" y="71"/>
                  </a:cubicBezTo>
                  <a:cubicBezTo>
                    <a:pt x="40" y="70"/>
                    <a:pt x="42" y="67"/>
                    <a:pt x="43" y="66"/>
                  </a:cubicBezTo>
                  <a:cubicBezTo>
                    <a:pt x="45" y="64"/>
                    <a:pt x="47" y="60"/>
                    <a:pt x="48" y="58"/>
                  </a:cubicBezTo>
                  <a:cubicBezTo>
                    <a:pt x="50" y="57"/>
                    <a:pt x="52" y="55"/>
                    <a:pt x="54" y="54"/>
                  </a:cubicBezTo>
                  <a:cubicBezTo>
                    <a:pt x="55" y="54"/>
                    <a:pt x="58" y="54"/>
                    <a:pt x="59" y="54"/>
                  </a:cubicBezTo>
                  <a:cubicBezTo>
                    <a:pt x="60" y="54"/>
                    <a:pt x="63" y="54"/>
                    <a:pt x="64" y="54"/>
                  </a:cubicBezTo>
                  <a:cubicBezTo>
                    <a:pt x="65" y="54"/>
                    <a:pt x="67" y="55"/>
                    <a:pt x="67" y="56"/>
                  </a:cubicBezTo>
                  <a:cubicBezTo>
                    <a:pt x="68" y="57"/>
                    <a:pt x="66" y="60"/>
                    <a:pt x="65" y="61"/>
                  </a:cubicBezTo>
                  <a:cubicBezTo>
                    <a:pt x="65" y="62"/>
                    <a:pt x="63" y="64"/>
                    <a:pt x="63" y="65"/>
                  </a:cubicBezTo>
                  <a:cubicBezTo>
                    <a:pt x="63" y="66"/>
                    <a:pt x="63" y="68"/>
                    <a:pt x="64" y="68"/>
                  </a:cubicBezTo>
                  <a:cubicBezTo>
                    <a:pt x="65" y="69"/>
                    <a:pt x="67" y="69"/>
                    <a:pt x="68" y="68"/>
                  </a:cubicBezTo>
                  <a:cubicBezTo>
                    <a:pt x="71" y="67"/>
                    <a:pt x="73" y="62"/>
                    <a:pt x="75" y="60"/>
                  </a:cubicBezTo>
                  <a:cubicBezTo>
                    <a:pt x="76" y="59"/>
                    <a:pt x="81" y="58"/>
                    <a:pt x="82" y="57"/>
                  </a:cubicBezTo>
                  <a:cubicBezTo>
                    <a:pt x="83" y="57"/>
                    <a:pt x="84" y="55"/>
                    <a:pt x="85" y="55"/>
                  </a:cubicBezTo>
                  <a:cubicBezTo>
                    <a:pt x="86" y="54"/>
                    <a:pt x="88" y="54"/>
                    <a:pt x="89" y="54"/>
                  </a:cubicBezTo>
                  <a:cubicBezTo>
                    <a:pt x="91" y="54"/>
                    <a:pt x="96" y="56"/>
                    <a:pt x="97" y="54"/>
                  </a:cubicBezTo>
                  <a:cubicBezTo>
                    <a:pt x="98" y="54"/>
                    <a:pt x="98" y="51"/>
                    <a:pt x="97" y="50"/>
                  </a:cubicBezTo>
                  <a:cubicBezTo>
                    <a:pt x="96" y="48"/>
                    <a:pt x="93" y="47"/>
                    <a:pt x="91" y="47"/>
                  </a:cubicBezTo>
                  <a:cubicBezTo>
                    <a:pt x="90" y="47"/>
                    <a:pt x="87" y="49"/>
                    <a:pt x="86" y="49"/>
                  </a:cubicBezTo>
                  <a:cubicBezTo>
                    <a:pt x="84" y="49"/>
                    <a:pt x="81" y="47"/>
                    <a:pt x="79" y="47"/>
                  </a:cubicBezTo>
                  <a:cubicBezTo>
                    <a:pt x="78" y="47"/>
                    <a:pt x="76" y="47"/>
                    <a:pt x="75" y="47"/>
                  </a:cubicBezTo>
                  <a:cubicBezTo>
                    <a:pt x="73" y="47"/>
                    <a:pt x="71" y="48"/>
                    <a:pt x="70" y="47"/>
                  </a:cubicBezTo>
                  <a:cubicBezTo>
                    <a:pt x="69" y="47"/>
                    <a:pt x="68" y="45"/>
                    <a:pt x="68" y="44"/>
                  </a:cubicBezTo>
                  <a:cubicBezTo>
                    <a:pt x="68" y="43"/>
                    <a:pt x="69" y="39"/>
                    <a:pt x="70" y="38"/>
                  </a:cubicBezTo>
                  <a:cubicBezTo>
                    <a:pt x="70" y="35"/>
                    <a:pt x="70" y="30"/>
                    <a:pt x="69" y="28"/>
                  </a:cubicBezTo>
                  <a:cubicBezTo>
                    <a:pt x="68" y="26"/>
                    <a:pt x="65" y="23"/>
                    <a:pt x="64" y="22"/>
                  </a:cubicBezTo>
                  <a:cubicBezTo>
                    <a:pt x="63" y="21"/>
                    <a:pt x="59" y="20"/>
                    <a:pt x="58" y="18"/>
                  </a:cubicBezTo>
                  <a:cubicBezTo>
                    <a:pt x="58" y="18"/>
                    <a:pt x="58" y="15"/>
                    <a:pt x="56" y="14"/>
                  </a:cubicBezTo>
                  <a:cubicBezTo>
                    <a:pt x="55" y="14"/>
                    <a:pt x="53" y="15"/>
                    <a:pt x="52" y="15"/>
                  </a:cubicBezTo>
                  <a:cubicBezTo>
                    <a:pt x="51" y="15"/>
                    <a:pt x="49" y="15"/>
                    <a:pt x="49" y="14"/>
                  </a:cubicBezTo>
                  <a:cubicBezTo>
                    <a:pt x="49" y="13"/>
                    <a:pt x="49" y="10"/>
                    <a:pt x="49" y="9"/>
                  </a:cubicBezTo>
                  <a:cubicBezTo>
                    <a:pt x="50" y="8"/>
                    <a:pt x="52" y="7"/>
                    <a:pt x="53" y="7"/>
                  </a:cubicBezTo>
                  <a:cubicBezTo>
                    <a:pt x="53" y="7"/>
                    <a:pt x="55" y="8"/>
                    <a:pt x="55" y="8"/>
                  </a:cubicBezTo>
                  <a:cubicBezTo>
                    <a:pt x="56" y="8"/>
                    <a:pt x="58" y="6"/>
                    <a:pt x="59" y="5"/>
                  </a:cubicBezTo>
                  <a:cubicBezTo>
                    <a:pt x="59" y="4"/>
                    <a:pt x="57" y="1"/>
                    <a:pt x="58" y="1"/>
                  </a:cubicBezTo>
                  <a:cubicBezTo>
                    <a:pt x="58" y="0"/>
                    <a:pt x="59" y="1"/>
                    <a:pt x="60" y="1"/>
                  </a:cubicBezTo>
                  <a:cubicBezTo>
                    <a:pt x="61" y="1"/>
                    <a:pt x="64" y="2"/>
                    <a:pt x="65" y="3"/>
                  </a:cubicBezTo>
                  <a:cubicBezTo>
                    <a:pt x="66" y="4"/>
                    <a:pt x="68" y="7"/>
                    <a:pt x="69" y="8"/>
                  </a:cubicBezTo>
                  <a:cubicBezTo>
                    <a:pt x="70" y="9"/>
                    <a:pt x="72" y="12"/>
                    <a:pt x="73" y="14"/>
                  </a:cubicBezTo>
                  <a:cubicBezTo>
                    <a:pt x="74" y="16"/>
                    <a:pt x="77" y="19"/>
                    <a:pt x="78" y="20"/>
                  </a:cubicBezTo>
                  <a:cubicBezTo>
                    <a:pt x="79" y="21"/>
                    <a:pt x="82" y="21"/>
                    <a:pt x="83" y="21"/>
                  </a:cubicBezTo>
                  <a:cubicBezTo>
                    <a:pt x="86" y="21"/>
                    <a:pt x="90" y="23"/>
                    <a:pt x="93" y="23"/>
                  </a:cubicBezTo>
                  <a:cubicBezTo>
                    <a:pt x="95" y="23"/>
                    <a:pt x="99" y="21"/>
                    <a:pt x="102" y="21"/>
                  </a:cubicBezTo>
                  <a:cubicBezTo>
                    <a:pt x="104" y="21"/>
                    <a:pt x="109" y="21"/>
                    <a:pt x="112" y="21"/>
                  </a:cubicBezTo>
                  <a:cubicBezTo>
                    <a:pt x="115" y="21"/>
                    <a:pt x="122" y="22"/>
                    <a:pt x="125" y="22"/>
                  </a:cubicBezTo>
                  <a:cubicBezTo>
                    <a:pt x="127" y="22"/>
                    <a:pt x="132" y="22"/>
                    <a:pt x="134" y="22"/>
                  </a:cubicBezTo>
                  <a:cubicBezTo>
                    <a:pt x="138" y="23"/>
                    <a:pt x="144" y="26"/>
                    <a:pt x="147" y="27"/>
                  </a:cubicBezTo>
                  <a:cubicBezTo>
                    <a:pt x="149" y="28"/>
                    <a:pt x="154" y="29"/>
                    <a:pt x="156" y="30"/>
                  </a:cubicBezTo>
                  <a:cubicBezTo>
                    <a:pt x="158" y="31"/>
                    <a:pt x="162" y="32"/>
                    <a:pt x="165" y="33"/>
                  </a:cubicBezTo>
                  <a:cubicBezTo>
                    <a:pt x="166" y="34"/>
                    <a:pt x="170" y="37"/>
                    <a:pt x="171" y="38"/>
                  </a:cubicBezTo>
                  <a:cubicBezTo>
                    <a:pt x="173" y="40"/>
                    <a:pt x="175" y="44"/>
                    <a:pt x="175" y="46"/>
                  </a:cubicBezTo>
                  <a:cubicBezTo>
                    <a:pt x="176" y="49"/>
                    <a:pt x="178" y="54"/>
                    <a:pt x="178" y="56"/>
                  </a:cubicBezTo>
                  <a:cubicBezTo>
                    <a:pt x="179" y="58"/>
                    <a:pt x="179" y="63"/>
                    <a:pt x="179" y="66"/>
                  </a:cubicBezTo>
                  <a:cubicBezTo>
                    <a:pt x="179" y="67"/>
                    <a:pt x="179" y="69"/>
                    <a:pt x="179" y="69"/>
                  </a:cubicBezTo>
                  <a:cubicBezTo>
                    <a:pt x="178" y="71"/>
                    <a:pt x="175" y="71"/>
                    <a:pt x="173" y="72"/>
                  </a:cubicBezTo>
                  <a:cubicBezTo>
                    <a:pt x="172" y="73"/>
                    <a:pt x="171" y="75"/>
                    <a:pt x="170" y="76"/>
                  </a:cubicBezTo>
                  <a:cubicBezTo>
                    <a:pt x="169" y="77"/>
                    <a:pt x="167" y="79"/>
                    <a:pt x="165" y="80"/>
                  </a:cubicBezTo>
                  <a:cubicBezTo>
                    <a:pt x="164" y="80"/>
                    <a:pt x="160" y="79"/>
                    <a:pt x="159" y="79"/>
                  </a:cubicBezTo>
                  <a:cubicBezTo>
                    <a:pt x="158" y="78"/>
                    <a:pt x="156" y="77"/>
                    <a:pt x="155" y="76"/>
                  </a:cubicBezTo>
                  <a:cubicBezTo>
                    <a:pt x="154" y="76"/>
                    <a:pt x="151" y="75"/>
                    <a:pt x="149" y="74"/>
                  </a:cubicBezTo>
                  <a:cubicBezTo>
                    <a:pt x="148" y="74"/>
                    <a:pt x="144" y="74"/>
                    <a:pt x="143" y="73"/>
                  </a:cubicBezTo>
                  <a:cubicBezTo>
                    <a:pt x="142" y="72"/>
                    <a:pt x="139" y="70"/>
                    <a:pt x="138" y="69"/>
                  </a:cubicBezTo>
                  <a:cubicBezTo>
                    <a:pt x="136" y="68"/>
                    <a:pt x="133" y="68"/>
                    <a:pt x="131" y="67"/>
                  </a:cubicBezTo>
                  <a:cubicBezTo>
                    <a:pt x="129" y="67"/>
                    <a:pt x="124" y="67"/>
                    <a:pt x="121" y="66"/>
                  </a:cubicBezTo>
                  <a:cubicBezTo>
                    <a:pt x="118" y="66"/>
                    <a:pt x="112" y="66"/>
                    <a:pt x="109" y="65"/>
                  </a:cubicBezTo>
                  <a:cubicBezTo>
                    <a:pt x="108" y="65"/>
                    <a:pt x="106" y="63"/>
                    <a:pt x="105" y="63"/>
                  </a:cubicBezTo>
                  <a:cubicBezTo>
                    <a:pt x="103" y="63"/>
                    <a:pt x="100" y="63"/>
                    <a:pt x="99" y="64"/>
                  </a:cubicBezTo>
                  <a:cubicBezTo>
                    <a:pt x="98" y="65"/>
                    <a:pt x="96" y="67"/>
                    <a:pt x="95" y="67"/>
                  </a:cubicBezTo>
                  <a:cubicBezTo>
                    <a:pt x="94" y="69"/>
                    <a:pt x="91" y="71"/>
                    <a:pt x="89" y="72"/>
                  </a:cubicBezTo>
                  <a:cubicBezTo>
                    <a:pt x="87" y="73"/>
                    <a:pt x="83" y="73"/>
                    <a:pt x="81" y="74"/>
                  </a:cubicBezTo>
                  <a:cubicBezTo>
                    <a:pt x="79" y="75"/>
                    <a:pt x="76" y="77"/>
                    <a:pt x="74" y="78"/>
                  </a:cubicBezTo>
                  <a:cubicBezTo>
                    <a:pt x="73" y="79"/>
                    <a:pt x="71" y="82"/>
                    <a:pt x="71" y="83"/>
                  </a:cubicBezTo>
                  <a:cubicBezTo>
                    <a:pt x="70" y="84"/>
                    <a:pt x="69" y="87"/>
                    <a:pt x="68" y="88"/>
                  </a:cubicBezTo>
                  <a:cubicBezTo>
                    <a:pt x="67" y="90"/>
                    <a:pt x="64" y="92"/>
                    <a:pt x="64" y="93"/>
                  </a:cubicBezTo>
                  <a:cubicBezTo>
                    <a:pt x="63" y="94"/>
                    <a:pt x="64" y="98"/>
                    <a:pt x="64" y="99"/>
                  </a:cubicBezTo>
                  <a:cubicBezTo>
                    <a:pt x="64" y="100"/>
                    <a:pt x="63" y="103"/>
                    <a:pt x="62" y="104"/>
                  </a:cubicBezTo>
                  <a:cubicBezTo>
                    <a:pt x="62" y="104"/>
                    <a:pt x="60" y="104"/>
                    <a:pt x="59" y="105"/>
                  </a:cubicBezTo>
                  <a:cubicBezTo>
                    <a:pt x="58" y="105"/>
                    <a:pt x="57" y="107"/>
                    <a:pt x="56" y="108"/>
                  </a:cubicBezTo>
                  <a:cubicBezTo>
                    <a:pt x="56" y="109"/>
                    <a:pt x="55" y="111"/>
                    <a:pt x="54" y="112"/>
                  </a:cubicBezTo>
                  <a:cubicBezTo>
                    <a:pt x="53" y="113"/>
                    <a:pt x="51" y="114"/>
                    <a:pt x="50" y="114"/>
                  </a:cubicBezTo>
                  <a:cubicBezTo>
                    <a:pt x="48" y="115"/>
                    <a:pt x="44" y="118"/>
                    <a:pt x="43" y="119"/>
                  </a:cubicBezTo>
                  <a:cubicBezTo>
                    <a:pt x="42" y="120"/>
                    <a:pt x="40" y="121"/>
                    <a:pt x="39" y="122"/>
                  </a:cubicBezTo>
                  <a:cubicBezTo>
                    <a:pt x="38" y="122"/>
                    <a:pt x="36" y="122"/>
                    <a:pt x="35" y="122"/>
                  </a:cubicBezTo>
                  <a:cubicBezTo>
                    <a:pt x="34" y="122"/>
                    <a:pt x="32" y="122"/>
                    <a:pt x="31" y="122"/>
                  </a:cubicBezTo>
                  <a:cubicBezTo>
                    <a:pt x="29" y="122"/>
                    <a:pt x="26" y="123"/>
                    <a:pt x="24" y="122"/>
                  </a:cubicBezTo>
                  <a:cubicBezTo>
                    <a:pt x="23" y="122"/>
                    <a:pt x="20" y="122"/>
                    <a:pt x="19" y="121"/>
                  </a:cubicBezTo>
                  <a:cubicBezTo>
                    <a:pt x="17" y="121"/>
                    <a:pt x="17" y="118"/>
                    <a:pt x="16" y="117"/>
                  </a:cubicBezTo>
                  <a:cubicBezTo>
                    <a:pt x="15" y="116"/>
                    <a:pt x="14" y="114"/>
                    <a:pt x="13" y="114"/>
                  </a:cubicBezTo>
                  <a:cubicBezTo>
                    <a:pt x="13" y="113"/>
                    <a:pt x="10" y="112"/>
                    <a:pt x="10" y="111"/>
                  </a:cubicBezTo>
                  <a:cubicBezTo>
                    <a:pt x="11" y="110"/>
                    <a:pt x="13" y="110"/>
                    <a:pt x="14" y="110"/>
                  </a:cubicBezTo>
                  <a:cubicBezTo>
                    <a:pt x="15" y="110"/>
                    <a:pt x="16" y="111"/>
                    <a:pt x="17" y="112"/>
                  </a:cubicBezTo>
                  <a:cubicBezTo>
                    <a:pt x="18" y="112"/>
                    <a:pt x="21" y="112"/>
                    <a:pt x="22" y="111"/>
                  </a:cubicBezTo>
                  <a:cubicBezTo>
                    <a:pt x="22" y="111"/>
                    <a:pt x="22" y="109"/>
                    <a:pt x="22" y="109"/>
                  </a:cubicBezTo>
                  <a:cubicBezTo>
                    <a:pt x="21" y="108"/>
                    <a:pt x="19" y="107"/>
                    <a:pt x="18" y="107"/>
                  </a:cubicBezTo>
                  <a:cubicBezTo>
                    <a:pt x="17" y="106"/>
                    <a:pt x="17" y="104"/>
                    <a:pt x="16" y="104"/>
                  </a:cubicBezTo>
                  <a:cubicBezTo>
                    <a:pt x="15" y="103"/>
                    <a:pt x="13" y="104"/>
                    <a:pt x="12" y="104"/>
                  </a:cubicBezTo>
                  <a:cubicBezTo>
                    <a:pt x="11" y="104"/>
                    <a:pt x="10" y="106"/>
                    <a:pt x="10" y="106"/>
                  </a:cubicBezTo>
                  <a:cubicBezTo>
                    <a:pt x="9" y="106"/>
                    <a:pt x="8" y="106"/>
                    <a:pt x="7" y="106"/>
                  </a:cubicBezTo>
                  <a:cubicBezTo>
                    <a:pt x="6" y="107"/>
                    <a:pt x="4" y="108"/>
                    <a:pt x="3" y="108"/>
                  </a:cubicBezTo>
                  <a:cubicBezTo>
                    <a:pt x="2" y="108"/>
                    <a:pt x="1" y="106"/>
                    <a:pt x="0" y="106"/>
                  </a:cubicBezTo>
                  <a:cubicBezTo>
                    <a:pt x="0" y="105"/>
                    <a:pt x="0" y="103"/>
                    <a:pt x="0" y="103"/>
                  </a:cubicBezTo>
                  <a:cubicBezTo>
                    <a:pt x="1" y="102"/>
                    <a:pt x="2" y="102"/>
                    <a:pt x="3" y="101"/>
                  </a:cubicBezTo>
                  <a:cubicBezTo>
                    <a:pt x="4" y="101"/>
                    <a:pt x="5" y="100"/>
                    <a:pt x="5" y="9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49"/>
            <p:cNvSpPr>
              <a:spLocks/>
            </p:cNvSpPr>
            <p:nvPr/>
          </p:nvSpPr>
          <p:spPr bwMode="auto">
            <a:xfrm>
              <a:off x="7451726" y="3702051"/>
              <a:ext cx="282575" cy="441325"/>
            </a:xfrm>
            <a:custGeom>
              <a:avLst/>
              <a:gdLst/>
              <a:ahLst/>
              <a:cxnLst>
                <a:cxn ang="0">
                  <a:pos x="78" y="260"/>
                </a:cxn>
                <a:cxn ang="0">
                  <a:pos x="65" y="240"/>
                </a:cxn>
                <a:cxn ang="0">
                  <a:pos x="56" y="227"/>
                </a:cxn>
                <a:cxn ang="0">
                  <a:pos x="56" y="207"/>
                </a:cxn>
                <a:cxn ang="0">
                  <a:pos x="64" y="191"/>
                </a:cxn>
                <a:cxn ang="0">
                  <a:pos x="70" y="179"/>
                </a:cxn>
                <a:cxn ang="0">
                  <a:pos x="63" y="176"/>
                </a:cxn>
                <a:cxn ang="0">
                  <a:pos x="60" y="161"/>
                </a:cxn>
                <a:cxn ang="0">
                  <a:pos x="56" y="141"/>
                </a:cxn>
                <a:cxn ang="0">
                  <a:pos x="47" y="123"/>
                </a:cxn>
                <a:cxn ang="0">
                  <a:pos x="36" y="119"/>
                </a:cxn>
                <a:cxn ang="0">
                  <a:pos x="34" y="103"/>
                </a:cxn>
                <a:cxn ang="0">
                  <a:pos x="35" y="88"/>
                </a:cxn>
                <a:cxn ang="0">
                  <a:pos x="27" y="87"/>
                </a:cxn>
                <a:cxn ang="0">
                  <a:pos x="18" y="82"/>
                </a:cxn>
                <a:cxn ang="0">
                  <a:pos x="14" y="70"/>
                </a:cxn>
                <a:cxn ang="0">
                  <a:pos x="3" y="52"/>
                </a:cxn>
                <a:cxn ang="0">
                  <a:pos x="6" y="44"/>
                </a:cxn>
                <a:cxn ang="0">
                  <a:pos x="7" y="30"/>
                </a:cxn>
                <a:cxn ang="0">
                  <a:pos x="4" y="19"/>
                </a:cxn>
                <a:cxn ang="0">
                  <a:pos x="1" y="7"/>
                </a:cxn>
                <a:cxn ang="0">
                  <a:pos x="10" y="5"/>
                </a:cxn>
                <a:cxn ang="0">
                  <a:pos x="22" y="14"/>
                </a:cxn>
                <a:cxn ang="0">
                  <a:pos x="30" y="23"/>
                </a:cxn>
                <a:cxn ang="0">
                  <a:pos x="44" y="22"/>
                </a:cxn>
                <a:cxn ang="0">
                  <a:pos x="37" y="13"/>
                </a:cxn>
                <a:cxn ang="0">
                  <a:pos x="33" y="5"/>
                </a:cxn>
                <a:cxn ang="0">
                  <a:pos x="37" y="0"/>
                </a:cxn>
                <a:cxn ang="0">
                  <a:pos x="45" y="3"/>
                </a:cxn>
                <a:cxn ang="0">
                  <a:pos x="59" y="14"/>
                </a:cxn>
                <a:cxn ang="0">
                  <a:pos x="61" y="23"/>
                </a:cxn>
                <a:cxn ang="0">
                  <a:pos x="64" y="33"/>
                </a:cxn>
                <a:cxn ang="0">
                  <a:pos x="77" y="41"/>
                </a:cxn>
                <a:cxn ang="0">
                  <a:pos x="80" y="33"/>
                </a:cxn>
                <a:cxn ang="0">
                  <a:pos x="73" y="21"/>
                </a:cxn>
                <a:cxn ang="0">
                  <a:pos x="83" y="16"/>
                </a:cxn>
                <a:cxn ang="0">
                  <a:pos x="98" y="19"/>
                </a:cxn>
                <a:cxn ang="0">
                  <a:pos x="101" y="28"/>
                </a:cxn>
                <a:cxn ang="0">
                  <a:pos x="105" y="42"/>
                </a:cxn>
                <a:cxn ang="0">
                  <a:pos x="115" y="50"/>
                </a:cxn>
                <a:cxn ang="0">
                  <a:pos x="126" y="53"/>
                </a:cxn>
                <a:cxn ang="0">
                  <a:pos x="140" y="53"/>
                </a:cxn>
                <a:cxn ang="0">
                  <a:pos x="150" y="52"/>
                </a:cxn>
                <a:cxn ang="0">
                  <a:pos x="157" y="57"/>
                </a:cxn>
                <a:cxn ang="0">
                  <a:pos x="164" y="68"/>
                </a:cxn>
                <a:cxn ang="0">
                  <a:pos x="179" y="72"/>
                </a:cxn>
                <a:cxn ang="0">
                  <a:pos x="178" y="83"/>
                </a:cxn>
                <a:cxn ang="0">
                  <a:pos x="168" y="99"/>
                </a:cxn>
                <a:cxn ang="0">
                  <a:pos x="154" y="117"/>
                </a:cxn>
                <a:cxn ang="0">
                  <a:pos x="134" y="136"/>
                </a:cxn>
                <a:cxn ang="0">
                  <a:pos x="123" y="155"/>
                </a:cxn>
                <a:cxn ang="0">
                  <a:pos x="112" y="178"/>
                </a:cxn>
                <a:cxn ang="0">
                  <a:pos x="98" y="206"/>
                </a:cxn>
                <a:cxn ang="0">
                  <a:pos x="94" y="225"/>
                </a:cxn>
                <a:cxn ang="0">
                  <a:pos x="92" y="240"/>
                </a:cxn>
                <a:cxn ang="0">
                  <a:pos x="98" y="258"/>
                </a:cxn>
                <a:cxn ang="0">
                  <a:pos x="100" y="277"/>
                </a:cxn>
                <a:cxn ang="0">
                  <a:pos x="93" y="278"/>
                </a:cxn>
                <a:cxn ang="0">
                  <a:pos x="85" y="276"/>
                </a:cxn>
              </a:cxnLst>
              <a:rect l="0" t="0" r="r" b="b"/>
              <a:pathLst>
                <a:path w="180" h="281">
                  <a:moveTo>
                    <a:pt x="82" y="271"/>
                  </a:moveTo>
                  <a:cubicBezTo>
                    <a:pt x="80" y="269"/>
                    <a:pt x="79" y="263"/>
                    <a:pt x="78" y="260"/>
                  </a:cubicBezTo>
                  <a:cubicBezTo>
                    <a:pt x="76" y="257"/>
                    <a:pt x="71" y="252"/>
                    <a:pt x="69" y="249"/>
                  </a:cubicBezTo>
                  <a:cubicBezTo>
                    <a:pt x="68" y="247"/>
                    <a:pt x="67" y="242"/>
                    <a:pt x="65" y="240"/>
                  </a:cubicBezTo>
                  <a:cubicBezTo>
                    <a:pt x="65" y="238"/>
                    <a:pt x="63" y="235"/>
                    <a:pt x="62" y="234"/>
                  </a:cubicBezTo>
                  <a:cubicBezTo>
                    <a:pt x="61" y="232"/>
                    <a:pt x="57" y="229"/>
                    <a:pt x="56" y="227"/>
                  </a:cubicBezTo>
                  <a:cubicBezTo>
                    <a:pt x="56" y="226"/>
                    <a:pt x="56" y="222"/>
                    <a:pt x="56" y="221"/>
                  </a:cubicBezTo>
                  <a:cubicBezTo>
                    <a:pt x="56" y="217"/>
                    <a:pt x="55" y="210"/>
                    <a:pt x="56" y="207"/>
                  </a:cubicBezTo>
                  <a:cubicBezTo>
                    <a:pt x="56" y="204"/>
                    <a:pt x="59" y="199"/>
                    <a:pt x="61" y="197"/>
                  </a:cubicBezTo>
                  <a:cubicBezTo>
                    <a:pt x="61" y="195"/>
                    <a:pt x="63" y="192"/>
                    <a:pt x="64" y="191"/>
                  </a:cubicBezTo>
                  <a:cubicBezTo>
                    <a:pt x="65" y="189"/>
                    <a:pt x="68" y="187"/>
                    <a:pt x="69" y="185"/>
                  </a:cubicBezTo>
                  <a:cubicBezTo>
                    <a:pt x="70" y="184"/>
                    <a:pt x="70" y="181"/>
                    <a:pt x="70" y="179"/>
                  </a:cubicBezTo>
                  <a:cubicBezTo>
                    <a:pt x="70" y="178"/>
                    <a:pt x="68" y="177"/>
                    <a:pt x="68" y="177"/>
                  </a:cubicBezTo>
                  <a:cubicBezTo>
                    <a:pt x="67" y="176"/>
                    <a:pt x="64" y="176"/>
                    <a:pt x="63" y="176"/>
                  </a:cubicBezTo>
                  <a:cubicBezTo>
                    <a:pt x="61" y="174"/>
                    <a:pt x="59" y="171"/>
                    <a:pt x="59" y="169"/>
                  </a:cubicBezTo>
                  <a:cubicBezTo>
                    <a:pt x="58" y="167"/>
                    <a:pt x="59" y="163"/>
                    <a:pt x="60" y="161"/>
                  </a:cubicBezTo>
                  <a:cubicBezTo>
                    <a:pt x="60" y="159"/>
                    <a:pt x="59" y="155"/>
                    <a:pt x="59" y="153"/>
                  </a:cubicBezTo>
                  <a:cubicBezTo>
                    <a:pt x="58" y="150"/>
                    <a:pt x="57" y="144"/>
                    <a:pt x="56" y="141"/>
                  </a:cubicBezTo>
                  <a:cubicBezTo>
                    <a:pt x="55" y="138"/>
                    <a:pt x="53" y="133"/>
                    <a:pt x="52" y="130"/>
                  </a:cubicBezTo>
                  <a:cubicBezTo>
                    <a:pt x="51" y="128"/>
                    <a:pt x="48" y="125"/>
                    <a:pt x="47" y="123"/>
                  </a:cubicBezTo>
                  <a:cubicBezTo>
                    <a:pt x="46" y="122"/>
                    <a:pt x="43" y="120"/>
                    <a:pt x="42" y="120"/>
                  </a:cubicBezTo>
                  <a:cubicBezTo>
                    <a:pt x="40" y="119"/>
                    <a:pt x="37" y="120"/>
                    <a:pt x="36" y="119"/>
                  </a:cubicBezTo>
                  <a:cubicBezTo>
                    <a:pt x="35" y="118"/>
                    <a:pt x="33" y="116"/>
                    <a:pt x="33" y="114"/>
                  </a:cubicBezTo>
                  <a:cubicBezTo>
                    <a:pt x="32" y="112"/>
                    <a:pt x="33" y="106"/>
                    <a:pt x="34" y="103"/>
                  </a:cubicBezTo>
                  <a:cubicBezTo>
                    <a:pt x="34" y="101"/>
                    <a:pt x="35" y="97"/>
                    <a:pt x="35" y="95"/>
                  </a:cubicBezTo>
                  <a:cubicBezTo>
                    <a:pt x="35" y="93"/>
                    <a:pt x="36" y="90"/>
                    <a:pt x="35" y="88"/>
                  </a:cubicBezTo>
                  <a:cubicBezTo>
                    <a:pt x="35" y="87"/>
                    <a:pt x="32" y="86"/>
                    <a:pt x="31" y="86"/>
                  </a:cubicBezTo>
                  <a:cubicBezTo>
                    <a:pt x="30" y="86"/>
                    <a:pt x="28" y="87"/>
                    <a:pt x="27" y="87"/>
                  </a:cubicBezTo>
                  <a:cubicBezTo>
                    <a:pt x="26" y="87"/>
                    <a:pt x="24" y="86"/>
                    <a:pt x="23" y="85"/>
                  </a:cubicBezTo>
                  <a:cubicBezTo>
                    <a:pt x="21" y="85"/>
                    <a:pt x="18" y="84"/>
                    <a:pt x="18" y="82"/>
                  </a:cubicBezTo>
                  <a:cubicBezTo>
                    <a:pt x="17" y="81"/>
                    <a:pt x="16" y="78"/>
                    <a:pt x="16" y="76"/>
                  </a:cubicBezTo>
                  <a:cubicBezTo>
                    <a:pt x="15" y="75"/>
                    <a:pt x="15" y="71"/>
                    <a:pt x="14" y="70"/>
                  </a:cubicBezTo>
                  <a:cubicBezTo>
                    <a:pt x="13" y="67"/>
                    <a:pt x="8" y="61"/>
                    <a:pt x="6" y="57"/>
                  </a:cubicBezTo>
                  <a:cubicBezTo>
                    <a:pt x="5" y="56"/>
                    <a:pt x="4" y="53"/>
                    <a:pt x="3" y="52"/>
                  </a:cubicBezTo>
                  <a:cubicBezTo>
                    <a:pt x="3" y="51"/>
                    <a:pt x="3" y="48"/>
                    <a:pt x="4" y="46"/>
                  </a:cubicBezTo>
                  <a:cubicBezTo>
                    <a:pt x="4" y="46"/>
                    <a:pt x="6" y="45"/>
                    <a:pt x="6" y="44"/>
                  </a:cubicBezTo>
                  <a:cubicBezTo>
                    <a:pt x="8" y="43"/>
                    <a:pt x="9" y="38"/>
                    <a:pt x="9" y="36"/>
                  </a:cubicBezTo>
                  <a:cubicBezTo>
                    <a:pt x="9" y="35"/>
                    <a:pt x="8" y="32"/>
                    <a:pt x="7" y="30"/>
                  </a:cubicBezTo>
                  <a:cubicBezTo>
                    <a:pt x="7" y="29"/>
                    <a:pt x="5" y="27"/>
                    <a:pt x="5" y="26"/>
                  </a:cubicBezTo>
                  <a:cubicBezTo>
                    <a:pt x="4" y="25"/>
                    <a:pt x="4" y="21"/>
                    <a:pt x="4" y="19"/>
                  </a:cubicBezTo>
                  <a:cubicBezTo>
                    <a:pt x="3" y="18"/>
                    <a:pt x="1" y="16"/>
                    <a:pt x="1" y="14"/>
                  </a:cubicBezTo>
                  <a:cubicBezTo>
                    <a:pt x="0" y="13"/>
                    <a:pt x="1" y="8"/>
                    <a:pt x="1" y="7"/>
                  </a:cubicBezTo>
                  <a:cubicBezTo>
                    <a:pt x="2" y="6"/>
                    <a:pt x="4" y="4"/>
                    <a:pt x="5" y="4"/>
                  </a:cubicBezTo>
                  <a:cubicBezTo>
                    <a:pt x="6" y="4"/>
                    <a:pt x="8" y="4"/>
                    <a:pt x="10" y="5"/>
                  </a:cubicBezTo>
                  <a:cubicBezTo>
                    <a:pt x="12" y="5"/>
                    <a:pt x="17" y="5"/>
                    <a:pt x="19" y="7"/>
                  </a:cubicBezTo>
                  <a:cubicBezTo>
                    <a:pt x="21" y="8"/>
                    <a:pt x="21" y="12"/>
                    <a:pt x="22" y="14"/>
                  </a:cubicBezTo>
                  <a:cubicBezTo>
                    <a:pt x="23" y="15"/>
                    <a:pt x="27" y="17"/>
                    <a:pt x="28" y="18"/>
                  </a:cubicBezTo>
                  <a:cubicBezTo>
                    <a:pt x="28" y="19"/>
                    <a:pt x="29" y="22"/>
                    <a:pt x="30" y="23"/>
                  </a:cubicBezTo>
                  <a:cubicBezTo>
                    <a:pt x="31" y="23"/>
                    <a:pt x="34" y="21"/>
                    <a:pt x="35" y="21"/>
                  </a:cubicBezTo>
                  <a:cubicBezTo>
                    <a:pt x="37" y="21"/>
                    <a:pt x="43" y="24"/>
                    <a:pt x="44" y="22"/>
                  </a:cubicBezTo>
                  <a:cubicBezTo>
                    <a:pt x="45" y="21"/>
                    <a:pt x="44" y="19"/>
                    <a:pt x="43" y="18"/>
                  </a:cubicBezTo>
                  <a:cubicBezTo>
                    <a:pt x="42" y="16"/>
                    <a:pt x="38" y="15"/>
                    <a:pt x="37" y="13"/>
                  </a:cubicBezTo>
                  <a:cubicBezTo>
                    <a:pt x="36" y="12"/>
                    <a:pt x="36" y="9"/>
                    <a:pt x="36" y="8"/>
                  </a:cubicBezTo>
                  <a:cubicBezTo>
                    <a:pt x="35" y="7"/>
                    <a:pt x="34" y="6"/>
                    <a:pt x="33" y="5"/>
                  </a:cubicBezTo>
                  <a:cubicBezTo>
                    <a:pt x="33" y="4"/>
                    <a:pt x="33" y="2"/>
                    <a:pt x="34" y="1"/>
                  </a:cubicBezTo>
                  <a:cubicBezTo>
                    <a:pt x="34" y="0"/>
                    <a:pt x="36" y="0"/>
                    <a:pt x="37" y="0"/>
                  </a:cubicBezTo>
                  <a:cubicBezTo>
                    <a:pt x="38" y="0"/>
                    <a:pt x="39" y="1"/>
                    <a:pt x="40" y="1"/>
                  </a:cubicBezTo>
                  <a:cubicBezTo>
                    <a:pt x="41" y="2"/>
                    <a:pt x="44" y="2"/>
                    <a:pt x="45" y="3"/>
                  </a:cubicBezTo>
                  <a:cubicBezTo>
                    <a:pt x="47" y="4"/>
                    <a:pt x="52" y="8"/>
                    <a:pt x="54" y="10"/>
                  </a:cubicBezTo>
                  <a:cubicBezTo>
                    <a:pt x="55" y="11"/>
                    <a:pt x="58" y="12"/>
                    <a:pt x="59" y="14"/>
                  </a:cubicBezTo>
                  <a:cubicBezTo>
                    <a:pt x="59" y="15"/>
                    <a:pt x="57" y="16"/>
                    <a:pt x="58" y="17"/>
                  </a:cubicBezTo>
                  <a:cubicBezTo>
                    <a:pt x="58" y="19"/>
                    <a:pt x="60" y="22"/>
                    <a:pt x="61" y="23"/>
                  </a:cubicBezTo>
                  <a:cubicBezTo>
                    <a:pt x="61" y="24"/>
                    <a:pt x="61" y="27"/>
                    <a:pt x="61" y="28"/>
                  </a:cubicBezTo>
                  <a:cubicBezTo>
                    <a:pt x="62" y="29"/>
                    <a:pt x="63" y="32"/>
                    <a:pt x="64" y="33"/>
                  </a:cubicBezTo>
                  <a:cubicBezTo>
                    <a:pt x="66" y="35"/>
                    <a:pt x="71" y="37"/>
                    <a:pt x="73" y="38"/>
                  </a:cubicBezTo>
                  <a:cubicBezTo>
                    <a:pt x="74" y="39"/>
                    <a:pt x="76" y="41"/>
                    <a:pt x="77" y="41"/>
                  </a:cubicBezTo>
                  <a:cubicBezTo>
                    <a:pt x="78" y="41"/>
                    <a:pt x="80" y="40"/>
                    <a:pt x="80" y="40"/>
                  </a:cubicBezTo>
                  <a:cubicBezTo>
                    <a:pt x="81" y="38"/>
                    <a:pt x="81" y="35"/>
                    <a:pt x="80" y="33"/>
                  </a:cubicBezTo>
                  <a:cubicBezTo>
                    <a:pt x="79" y="32"/>
                    <a:pt x="75" y="30"/>
                    <a:pt x="74" y="28"/>
                  </a:cubicBezTo>
                  <a:cubicBezTo>
                    <a:pt x="74" y="27"/>
                    <a:pt x="73" y="23"/>
                    <a:pt x="73" y="21"/>
                  </a:cubicBezTo>
                  <a:cubicBezTo>
                    <a:pt x="74" y="20"/>
                    <a:pt x="76" y="17"/>
                    <a:pt x="77" y="16"/>
                  </a:cubicBezTo>
                  <a:cubicBezTo>
                    <a:pt x="78" y="16"/>
                    <a:pt x="82" y="16"/>
                    <a:pt x="83" y="16"/>
                  </a:cubicBezTo>
                  <a:cubicBezTo>
                    <a:pt x="85" y="17"/>
                    <a:pt x="89" y="18"/>
                    <a:pt x="91" y="19"/>
                  </a:cubicBezTo>
                  <a:cubicBezTo>
                    <a:pt x="93" y="19"/>
                    <a:pt x="97" y="18"/>
                    <a:pt x="98" y="19"/>
                  </a:cubicBezTo>
                  <a:cubicBezTo>
                    <a:pt x="99" y="20"/>
                    <a:pt x="100" y="22"/>
                    <a:pt x="100" y="23"/>
                  </a:cubicBezTo>
                  <a:cubicBezTo>
                    <a:pt x="100" y="25"/>
                    <a:pt x="100" y="27"/>
                    <a:pt x="101" y="28"/>
                  </a:cubicBezTo>
                  <a:cubicBezTo>
                    <a:pt x="101" y="30"/>
                    <a:pt x="103" y="33"/>
                    <a:pt x="103" y="35"/>
                  </a:cubicBezTo>
                  <a:cubicBezTo>
                    <a:pt x="104" y="37"/>
                    <a:pt x="104" y="40"/>
                    <a:pt x="105" y="42"/>
                  </a:cubicBezTo>
                  <a:cubicBezTo>
                    <a:pt x="106" y="43"/>
                    <a:pt x="107" y="47"/>
                    <a:pt x="109" y="48"/>
                  </a:cubicBezTo>
                  <a:cubicBezTo>
                    <a:pt x="110" y="49"/>
                    <a:pt x="113" y="49"/>
                    <a:pt x="115" y="50"/>
                  </a:cubicBezTo>
                  <a:cubicBezTo>
                    <a:pt x="116" y="50"/>
                    <a:pt x="117" y="52"/>
                    <a:pt x="118" y="52"/>
                  </a:cubicBezTo>
                  <a:cubicBezTo>
                    <a:pt x="120" y="53"/>
                    <a:pt x="124" y="53"/>
                    <a:pt x="126" y="53"/>
                  </a:cubicBezTo>
                  <a:cubicBezTo>
                    <a:pt x="129" y="53"/>
                    <a:pt x="134" y="51"/>
                    <a:pt x="137" y="52"/>
                  </a:cubicBezTo>
                  <a:cubicBezTo>
                    <a:pt x="138" y="52"/>
                    <a:pt x="140" y="52"/>
                    <a:pt x="140" y="53"/>
                  </a:cubicBezTo>
                  <a:cubicBezTo>
                    <a:pt x="141" y="53"/>
                    <a:pt x="143" y="54"/>
                    <a:pt x="143" y="54"/>
                  </a:cubicBezTo>
                  <a:cubicBezTo>
                    <a:pt x="145" y="54"/>
                    <a:pt x="148" y="52"/>
                    <a:pt x="150" y="52"/>
                  </a:cubicBezTo>
                  <a:cubicBezTo>
                    <a:pt x="151" y="52"/>
                    <a:pt x="153" y="53"/>
                    <a:pt x="154" y="53"/>
                  </a:cubicBezTo>
                  <a:cubicBezTo>
                    <a:pt x="155" y="54"/>
                    <a:pt x="156" y="56"/>
                    <a:pt x="157" y="57"/>
                  </a:cubicBezTo>
                  <a:cubicBezTo>
                    <a:pt x="158" y="59"/>
                    <a:pt x="158" y="63"/>
                    <a:pt x="160" y="65"/>
                  </a:cubicBezTo>
                  <a:cubicBezTo>
                    <a:pt x="161" y="66"/>
                    <a:pt x="163" y="67"/>
                    <a:pt x="164" y="68"/>
                  </a:cubicBezTo>
                  <a:cubicBezTo>
                    <a:pt x="166" y="69"/>
                    <a:pt x="169" y="70"/>
                    <a:pt x="171" y="71"/>
                  </a:cubicBezTo>
                  <a:cubicBezTo>
                    <a:pt x="173" y="71"/>
                    <a:pt x="177" y="71"/>
                    <a:pt x="179" y="72"/>
                  </a:cubicBezTo>
                  <a:cubicBezTo>
                    <a:pt x="180" y="73"/>
                    <a:pt x="180" y="76"/>
                    <a:pt x="180" y="77"/>
                  </a:cubicBezTo>
                  <a:cubicBezTo>
                    <a:pt x="180" y="79"/>
                    <a:pt x="179" y="81"/>
                    <a:pt x="178" y="83"/>
                  </a:cubicBezTo>
                  <a:cubicBezTo>
                    <a:pt x="178" y="84"/>
                    <a:pt x="175" y="87"/>
                    <a:pt x="174" y="89"/>
                  </a:cubicBezTo>
                  <a:cubicBezTo>
                    <a:pt x="173" y="91"/>
                    <a:pt x="169" y="96"/>
                    <a:pt x="168" y="99"/>
                  </a:cubicBezTo>
                  <a:cubicBezTo>
                    <a:pt x="166" y="101"/>
                    <a:pt x="164" y="107"/>
                    <a:pt x="162" y="109"/>
                  </a:cubicBezTo>
                  <a:cubicBezTo>
                    <a:pt x="160" y="111"/>
                    <a:pt x="156" y="115"/>
                    <a:pt x="154" y="117"/>
                  </a:cubicBezTo>
                  <a:cubicBezTo>
                    <a:pt x="151" y="119"/>
                    <a:pt x="146" y="124"/>
                    <a:pt x="143" y="126"/>
                  </a:cubicBezTo>
                  <a:cubicBezTo>
                    <a:pt x="141" y="128"/>
                    <a:pt x="136" y="133"/>
                    <a:pt x="134" y="136"/>
                  </a:cubicBezTo>
                  <a:cubicBezTo>
                    <a:pt x="132" y="138"/>
                    <a:pt x="128" y="144"/>
                    <a:pt x="126" y="146"/>
                  </a:cubicBezTo>
                  <a:cubicBezTo>
                    <a:pt x="125" y="148"/>
                    <a:pt x="123" y="153"/>
                    <a:pt x="123" y="155"/>
                  </a:cubicBezTo>
                  <a:cubicBezTo>
                    <a:pt x="122" y="158"/>
                    <a:pt x="121" y="163"/>
                    <a:pt x="120" y="166"/>
                  </a:cubicBezTo>
                  <a:cubicBezTo>
                    <a:pt x="119" y="169"/>
                    <a:pt x="114" y="175"/>
                    <a:pt x="112" y="178"/>
                  </a:cubicBezTo>
                  <a:cubicBezTo>
                    <a:pt x="109" y="182"/>
                    <a:pt x="105" y="190"/>
                    <a:pt x="103" y="194"/>
                  </a:cubicBezTo>
                  <a:cubicBezTo>
                    <a:pt x="102" y="197"/>
                    <a:pt x="99" y="203"/>
                    <a:pt x="98" y="206"/>
                  </a:cubicBezTo>
                  <a:cubicBezTo>
                    <a:pt x="96" y="208"/>
                    <a:pt x="94" y="214"/>
                    <a:pt x="94" y="216"/>
                  </a:cubicBezTo>
                  <a:cubicBezTo>
                    <a:pt x="94" y="218"/>
                    <a:pt x="94" y="223"/>
                    <a:pt x="94" y="225"/>
                  </a:cubicBezTo>
                  <a:cubicBezTo>
                    <a:pt x="94" y="227"/>
                    <a:pt x="95" y="231"/>
                    <a:pt x="94" y="233"/>
                  </a:cubicBezTo>
                  <a:cubicBezTo>
                    <a:pt x="94" y="235"/>
                    <a:pt x="92" y="238"/>
                    <a:pt x="92" y="240"/>
                  </a:cubicBezTo>
                  <a:cubicBezTo>
                    <a:pt x="92" y="243"/>
                    <a:pt x="94" y="248"/>
                    <a:pt x="95" y="250"/>
                  </a:cubicBezTo>
                  <a:cubicBezTo>
                    <a:pt x="95" y="252"/>
                    <a:pt x="97" y="256"/>
                    <a:pt x="98" y="258"/>
                  </a:cubicBezTo>
                  <a:cubicBezTo>
                    <a:pt x="98" y="260"/>
                    <a:pt x="99" y="266"/>
                    <a:pt x="100" y="268"/>
                  </a:cubicBezTo>
                  <a:cubicBezTo>
                    <a:pt x="100" y="270"/>
                    <a:pt x="101" y="274"/>
                    <a:pt x="100" y="277"/>
                  </a:cubicBezTo>
                  <a:cubicBezTo>
                    <a:pt x="100" y="278"/>
                    <a:pt x="100" y="280"/>
                    <a:pt x="99" y="281"/>
                  </a:cubicBezTo>
                  <a:cubicBezTo>
                    <a:pt x="97" y="281"/>
                    <a:pt x="95" y="279"/>
                    <a:pt x="93" y="278"/>
                  </a:cubicBezTo>
                  <a:cubicBezTo>
                    <a:pt x="92" y="278"/>
                    <a:pt x="89" y="278"/>
                    <a:pt x="88" y="278"/>
                  </a:cubicBezTo>
                  <a:cubicBezTo>
                    <a:pt x="87" y="277"/>
                    <a:pt x="85" y="277"/>
                    <a:pt x="85" y="276"/>
                  </a:cubicBezTo>
                  <a:cubicBezTo>
                    <a:pt x="83" y="275"/>
                    <a:pt x="82" y="273"/>
                    <a:pt x="82" y="27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50"/>
            <p:cNvSpPr>
              <a:spLocks/>
            </p:cNvSpPr>
            <p:nvPr/>
          </p:nvSpPr>
          <p:spPr bwMode="auto">
            <a:xfrm>
              <a:off x="7296151" y="3776663"/>
              <a:ext cx="26988" cy="20638"/>
            </a:xfrm>
            <a:custGeom>
              <a:avLst/>
              <a:gdLst/>
              <a:ahLst/>
              <a:cxnLst>
                <a:cxn ang="0">
                  <a:pos x="10" y="12"/>
                </a:cxn>
                <a:cxn ang="0">
                  <a:pos x="6" y="13"/>
                </a:cxn>
                <a:cxn ang="0">
                  <a:pos x="3" y="12"/>
                </a:cxn>
                <a:cxn ang="0">
                  <a:pos x="0" y="8"/>
                </a:cxn>
                <a:cxn ang="0">
                  <a:pos x="2" y="6"/>
                </a:cxn>
                <a:cxn ang="0">
                  <a:pos x="2" y="2"/>
                </a:cxn>
                <a:cxn ang="0">
                  <a:pos x="6" y="0"/>
                </a:cxn>
                <a:cxn ang="0">
                  <a:pos x="10" y="2"/>
                </a:cxn>
                <a:cxn ang="0">
                  <a:pos x="11" y="6"/>
                </a:cxn>
                <a:cxn ang="0">
                  <a:pos x="16" y="8"/>
                </a:cxn>
                <a:cxn ang="0">
                  <a:pos x="16" y="11"/>
                </a:cxn>
                <a:cxn ang="0">
                  <a:pos x="14" y="12"/>
                </a:cxn>
                <a:cxn ang="0">
                  <a:pos x="10" y="12"/>
                </a:cxn>
              </a:cxnLst>
              <a:rect l="0" t="0" r="r" b="b"/>
              <a:pathLst>
                <a:path w="17" h="13">
                  <a:moveTo>
                    <a:pt x="10" y="12"/>
                  </a:moveTo>
                  <a:cubicBezTo>
                    <a:pt x="9" y="12"/>
                    <a:pt x="7" y="13"/>
                    <a:pt x="6" y="13"/>
                  </a:cubicBezTo>
                  <a:cubicBezTo>
                    <a:pt x="5" y="13"/>
                    <a:pt x="3" y="12"/>
                    <a:pt x="3" y="12"/>
                  </a:cubicBezTo>
                  <a:cubicBezTo>
                    <a:pt x="2" y="11"/>
                    <a:pt x="0" y="9"/>
                    <a:pt x="0" y="8"/>
                  </a:cubicBezTo>
                  <a:cubicBezTo>
                    <a:pt x="1" y="7"/>
                    <a:pt x="2" y="6"/>
                    <a:pt x="2" y="6"/>
                  </a:cubicBezTo>
                  <a:cubicBezTo>
                    <a:pt x="3" y="5"/>
                    <a:pt x="2" y="3"/>
                    <a:pt x="2" y="2"/>
                  </a:cubicBezTo>
                  <a:cubicBezTo>
                    <a:pt x="3" y="1"/>
                    <a:pt x="5" y="0"/>
                    <a:pt x="6" y="0"/>
                  </a:cubicBezTo>
                  <a:cubicBezTo>
                    <a:pt x="8" y="0"/>
                    <a:pt x="10" y="1"/>
                    <a:pt x="10" y="2"/>
                  </a:cubicBezTo>
                  <a:cubicBezTo>
                    <a:pt x="11" y="3"/>
                    <a:pt x="10" y="5"/>
                    <a:pt x="11" y="6"/>
                  </a:cubicBezTo>
                  <a:cubicBezTo>
                    <a:pt x="11" y="7"/>
                    <a:pt x="15" y="7"/>
                    <a:pt x="16" y="8"/>
                  </a:cubicBezTo>
                  <a:cubicBezTo>
                    <a:pt x="16" y="9"/>
                    <a:pt x="17" y="10"/>
                    <a:pt x="16" y="11"/>
                  </a:cubicBezTo>
                  <a:cubicBezTo>
                    <a:pt x="16" y="11"/>
                    <a:pt x="15" y="12"/>
                    <a:pt x="14" y="12"/>
                  </a:cubicBezTo>
                  <a:cubicBezTo>
                    <a:pt x="13" y="13"/>
                    <a:pt x="11" y="12"/>
                    <a:pt x="10"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51"/>
            <p:cNvSpPr>
              <a:spLocks/>
            </p:cNvSpPr>
            <p:nvPr/>
          </p:nvSpPr>
          <p:spPr bwMode="auto">
            <a:xfrm>
              <a:off x="7289801" y="3757613"/>
              <a:ext cx="22225" cy="14288"/>
            </a:xfrm>
            <a:custGeom>
              <a:avLst/>
              <a:gdLst/>
              <a:ahLst/>
              <a:cxnLst>
                <a:cxn ang="0">
                  <a:pos x="11" y="6"/>
                </a:cxn>
                <a:cxn ang="0">
                  <a:pos x="8" y="7"/>
                </a:cxn>
                <a:cxn ang="0">
                  <a:pos x="6" y="9"/>
                </a:cxn>
                <a:cxn ang="0">
                  <a:pos x="3" y="8"/>
                </a:cxn>
                <a:cxn ang="0">
                  <a:pos x="0" y="5"/>
                </a:cxn>
                <a:cxn ang="0">
                  <a:pos x="3" y="2"/>
                </a:cxn>
                <a:cxn ang="0">
                  <a:pos x="7" y="3"/>
                </a:cxn>
                <a:cxn ang="0">
                  <a:pos x="9" y="1"/>
                </a:cxn>
                <a:cxn ang="0">
                  <a:pos x="13" y="0"/>
                </a:cxn>
                <a:cxn ang="0">
                  <a:pos x="14" y="2"/>
                </a:cxn>
                <a:cxn ang="0">
                  <a:pos x="14" y="5"/>
                </a:cxn>
                <a:cxn ang="0">
                  <a:pos x="11" y="6"/>
                </a:cxn>
              </a:cxnLst>
              <a:rect l="0" t="0" r="r" b="b"/>
              <a:pathLst>
                <a:path w="14" h="9">
                  <a:moveTo>
                    <a:pt x="11" y="6"/>
                  </a:moveTo>
                  <a:cubicBezTo>
                    <a:pt x="10" y="7"/>
                    <a:pt x="9" y="7"/>
                    <a:pt x="8" y="7"/>
                  </a:cubicBezTo>
                  <a:cubicBezTo>
                    <a:pt x="8" y="8"/>
                    <a:pt x="7" y="9"/>
                    <a:pt x="6" y="9"/>
                  </a:cubicBezTo>
                  <a:cubicBezTo>
                    <a:pt x="5" y="9"/>
                    <a:pt x="4" y="8"/>
                    <a:pt x="3" y="8"/>
                  </a:cubicBezTo>
                  <a:cubicBezTo>
                    <a:pt x="2" y="7"/>
                    <a:pt x="0" y="6"/>
                    <a:pt x="0" y="5"/>
                  </a:cubicBezTo>
                  <a:cubicBezTo>
                    <a:pt x="0" y="4"/>
                    <a:pt x="2" y="3"/>
                    <a:pt x="3" y="2"/>
                  </a:cubicBezTo>
                  <a:cubicBezTo>
                    <a:pt x="4" y="2"/>
                    <a:pt x="6" y="3"/>
                    <a:pt x="7" y="3"/>
                  </a:cubicBezTo>
                  <a:cubicBezTo>
                    <a:pt x="7" y="2"/>
                    <a:pt x="8" y="1"/>
                    <a:pt x="9" y="1"/>
                  </a:cubicBezTo>
                  <a:cubicBezTo>
                    <a:pt x="10" y="0"/>
                    <a:pt x="12" y="0"/>
                    <a:pt x="13" y="0"/>
                  </a:cubicBezTo>
                  <a:cubicBezTo>
                    <a:pt x="13" y="0"/>
                    <a:pt x="14" y="1"/>
                    <a:pt x="14" y="2"/>
                  </a:cubicBezTo>
                  <a:cubicBezTo>
                    <a:pt x="14" y="2"/>
                    <a:pt x="14" y="4"/>
                    <a:pt x="14" y="5"/>
                  </a:cubicBezTo>
                  <a:cubicBezTo>
                    <a:pt x="13" y="5"/>
                    <a:pt x="12" y="6"/>
                    <a:pt x="11"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52"/>
            <p:cNvSpPr>
              <a:spLocks/>
            </p:cNvSpPr>
            <p:nvPr/>
          </p:nvSpPr>
          <p:spPr bwMode="auto">
            <a:xfrm>
              <a:off x="7224713" y="3703638"/>
              <a:ext cx="60325" cy="50800"/>
            </a:xfrm>
            <a:custGeom>
              <a:avLst/>
              <a:gdLst/>
              <a:ahLst/>
              <a:cxnLst>
                <a:cxn ang="0">
                  <a:pos x="33" y="15"/>
                </a:cxn>
                <a:cxn ang="0">
                  <a:pos x="28" y="17"/>
                </a:cxn>
                <a:cxn ang="0">
                  <a:pos x="25" y="21"/>
                </a:cxn>
                <a:cxn ang="0">
                  <a:pos x="23" y="26"/>
                </a:cxn>
                <a:cxn ang="0">
                  <a:pos x="21" y="29"/>
                </a:cxn>
                <a:cxn ang="0">
                  <a:pos x="17" y="33"/>
                </a:cxn>
                <a:cxn ang="0">
                  <a:pos x="13" y="32"/>
                </a:cxn>
                <a:cxn ang="0">
                  <a:pos x="8" y="24"/>
                </a:cxn>
                <a:cxn ang="0">
                  <a:pos x="6" y="20"/>
                </a:cxn>
                <a:cxn ang="0">
                  <a:pos x="2" y="17"/>
                </a:cxn>
                <a:cxn ang="0">
                  <a:pos x="0" y="14"/>
                </a:cxn>
                <a:cxn ang="0">
                  <a:pos x="4" y="12"/>
                </a:cxn>
                <a:cxn ang="0">
                  <a:pos x="5" y="8"/>
                </a:cxn>
                <a:cxn ang="0">
                  <a:pos x="9" y="8"/>
                </a:cxn>
                <a:cxn ang="0">
                  <a:pos x="12" y="9"/>
                </a:cxn>
                <a:cxn ang="0">
                  <a:pos x="13" y="12"/>
                </a:cxn>
                <a:cxn ang="0">
                  <a:pos x="17" y="12"/>
                </a:cxn>
                <a:cxn ang="0">
                  <a:pos x="19" y="7"/>
                </a:cxn>
                <a:cxn ang="0">
                  <a:pos x="18" y="4"/>
                </a:cxn>
                <a:cxn ang="0">
                  <a:pos x="20" y="0"/>
                </a:cxn>
                <a:cxn ang="0">
                  <a:pos x="24" y="1"/>
                </a:cxn>
                <a:cxn ang="0">
                  <a:pos x="26" y="4"/>
                </a:cxn>
                <a:cxn ang="0">
                  <a:pos x="29" y="2"/>
                </a:cxn>
                <a:cxn ang="0">
                  <a:pos x="32" y="2"/>
                </a:cxn>
                <a:cxn ang="0">
                  <a:pos x="35" y="3"/>
                </a:cxn>
                <a:cxn ang="0">
                  <a:pos x="37" y="6"/>
                </a:cxn>
                <a:cxn ang="0">
                  <a:pos x="38" y="8"/>
                </a:cxn>
                <a:cxn ang="0">
                  <a:pos x="39" y="12"/>
                </a:cxn>
                <a:cxn ang="0">
                  <a:pos x="37" y="14"/>
                </a:cxn>
                <a:cxn ang="0">
                  <a:pos x="33" y="15"/>
                </a:cxn>
              </a:cxnLst>
              <a:rect l="0" t="0" r="r" b="b"/>
              <a:pathLst>
                <a:path w="39" h="33">
                  <a:moveTo>
                    <a:pt x="33" y="15"/>
                  </a:moveTo>
                  <a:cubicBezTo>
                    <a:pt x="31" y="16"/>
                    <a:pt x="29" y="17"/>
                    <a:pt x="28" y="17"/>
                  </a:cubicBezTo>
                  <a:cubicBezTo>
                    <a:pt x="27" y="18"/>
                    <a:pt x="25" y="20"/>
                    <a:pt x="25" y="21"/>
                  </a:cubicBezTo>
                  <a:cubicBezTo>
                    <a:pt x="24" y="22"/>
                    <a:pt x="24" y="25"/>
                    <a:pt x="23" y="26"/>
                  </a:cubicBezTo>
                  <a:cubicBezTo>
                    <a:pt x="23" y="27"/>
                    <a:pt x="22" y="29"/>
                    <a:pt x="21" y="29"/>
                  </a:cubicBezTo>
                  <a:cubicBezTo>
                    <a:pt x="20" y="30"/>
                    <a:pt x="18" y="32"/>
                    <a:pt x="17" y="33"/>
                  </a:cubicBezTo>
                  <a:cubicBezTo>
                    <a:pt x="16" y="33"/>
                    <a:pt x="14" y="32"/>
                    <a:pt x="13" y="32"/>
                  </a:cubicBezTo>
                  <a:cubicBezTo>
                    <a:pt x="11" y="30"/>
                    <a:pt x="9" y="26"/>
                    <a:pt x="8" y="24"/>
                  </a:cubicBezTo>
                  <a:cubicBezTo>
                    <a:pt x="8" y="23"/>
                    <a:pt x="6" y="21"/>
                    <a:pt x="6" y="20"/>
                  </a:cubicBezTo>
                  <a:cubicBezTo>
                    <a:pt x="5" y="19"/>
                    <a:pt x="3" y="18"/>
                    <a:pt x="2" y="17"/>
                  </a:cubicBezTo>
                  <a:cubicBezTo>
                    <a:pt x="2" y="16"/>
                    <a:pt x="0" y="15"/>
                    <a:pt x="0" y="14"/>
                  </a:cubicBezTo>
                  <a:cubicBezTo>
                    <a:pt x="0" y="13"/>
                    <a:pt x="4" y="13"/>
                    <a:pt x="4" y="12"/>
                  </a:cubicBezTo>
                  <a:cubicBezTo>
                    <a:pt x="5" y="11"/>
                    <a:pt x="4" y="9"/>
                    <a:pt x="5" y="8"/>
                  </a:cubicBezTo>
                  <a:cubicBezTo>
                    <a:pt x="6" y="8"/>
                    <a:pt x="8" y="8"/>
                    <a:pt x="9" y="8"/>
                  </a:cubicBezTo>
                  <a:cubicBezTo>
                    <a:pt x="10" y="8"/>
                    <a:pt x="12" y="9"/>
                    <a:pt x="12" y="9"/>
                  </a:cubicBezTo>
                  <a:cubicBezTo>
                    <a:pt x="13" y="10"/>
                    <a:pt x="12" y="12"/>
                    <a:pt x="13" y="12"/>
                  </a:cubicBezTo>
                  <a:cubicBezTo>
                    <a:pt x="14" y="13"/>
                    <a:pt x="16" y="13"/>
                    <a:pt x="17" y="12"/>
                  </a:cubicBezTo>
                  <a:cubicBezTo>
                    <a:pt x="18" y="12"/>
                    <a:pt x="19" y="9"/>
                    <a:pt x="19" y="7"/>
                  </a:cubicBezTo>
                  <a:cubicBezTo>
                    <a:pt x="19" y="6"/>
                    <a:pt x="18" y="5"/>
                    <a:pt x="18" y="4"/>
                  </a:cubicBezTo>
                  <a:cubicBezTo>
                    <a:pt x="18" y="3"/>
                    <a:pt x="19" y="1"/>
                    <a:pt x="20" y="0"/>
                  </a:cubicBezTo>
                  <a:cubicBezTo>
                    <a:pt x="21" y="0"/>
                    <a:pt x="23" y="0"/>
                    <a:pt x="24" y="1"/>
                  </a:cubicBezTo>
                  <a:cubicBezTo>
                    <a:pt x="25" y="1"/>
                    <a:pt x="25" y="4"/>
                    <a:pt x="26" y="4"/>
                  </a:cubicBezTo>
                  <a:cubicBezTo>
                    <a:pt x="27" y="4"/>
                    <a:pt x="28" y="2"/>
                    <a:pt x="29" y="2"/>
                  </a:cubicBezTo>
                  <a:cubicBezTo>
                    <a:pt x="30" y="2"/>
                    <a:pt x="31" y="2"/>
                    <a:pt x="32" y="2"/>
                  </a:cubicBezTo>
                  <a:cubicBezTo>
                    <a:pt x="33" y="2"/>
                    <a:pt x="35" y="3"/>
                    <a:pt x="35" y="3"/>
                  </a:cubicBezTo>
                  <a:cubicBezTo>
                    <a:pt x="36" y="4"/>
                    <a:pt x="36" y="6"/>
                    <a:pt x="37" y="6"/>
                  </a:cubicBezTo>
                  <a:cubicBezTo>
                    <a:pt x="37" y="7"/>
                    <a:pt x="38" y="7"/>
                    <a:pt x="38" y="8"/>
                  </a:cubicBezTo>
                  <a:cubicBezTo>
                    <a:pt x="39" y="9"/>
                    <a:pt x="39" y="11"/>
                    <a:pt x="39" y="12"/>
                  </a:cubicBezTo>
                  <a:cubicBezTo>
                    <a:pt x="39" y="13"/>
                    <a:pt x="37" y="14"/>
                    <a:pt x="37" y="14"/>
                  </a:cubicBezTo>
                  <a:cubicBezTo>
                    <a:pt x="36" y="14"/>
                    <a:pt x="34" y="15"/>
                    <a:pt x="33"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53"/>
            <p:cNvSpPr>
              <a:spLocks/>
            </p:cNvSpPr>
            <p:nvPr/>
          </p:nvSpPr>
          <p:spPr bwMode="auto">
            <a:xfrm>
              <a:off x="7178676" y="3698876"/>
              <a:ext cx="19050" cy="14288"/>
            </a:xfrm>
            <a:custGeom>
              <a:avLst/>
              <a:gdLst/>
              <a:ahLst/>
              <a:cxnLst>
                <a:cxn ang="0">
                  <a:pos x="4" y="8"/>
                </a:cxn>
                <a:cxn ang="0">
                  <a:pos x="3" y="5"/>
                </a:cxn>
                <a:cxn ang="0">
                  <a:pos x="1" y="3"/>
                </a:cxn>
                <a:cxn ang="0">
                  <a:pos x="2" y="0"/>
                </a:cxn>
                <a:cxn ang="0">
                  <a:pos x="5" y="0"/>
                </a:cxn>
                <a:cxn ang="0">
                  <a:pos x="9" y="1"/>
                </a:cxn>
                <a:cxn ang="0">
                  <a:pos x="12" y="4"/>
                </a:cxn>
                <a:cxn ang="0">
                  <a:pos x="10" y="8"/>
                </a:cxn>
                <a:cxn ang="0">
                  <a:pos x="7" y="8"/>
                </a:cxn>
                <a:cxn ang="0">
                  <a:pos x="4" y="8"/>
                </a:cxn>
              </a:cxnLst>
              <a:rect l="0" t="0" r="r" b="b"/>
              <a:pathLst>
                <a:path w="12" h="9">
                  <a:moveTo>
                    <a:pt x="4" y="8"/>
                  </a:moveTo>
                  <a:cubicBezTo>
                    <a:pt x="4" y="8"/>
                    <a:pt x="4" y="6"/>
                    <a:pt x="3" y="5"/>
                  </a:cubicBezTo>
                  <a:cubicBezTo>
                    <a:pt x="3" y="5"/>
                    <a:pt x="1" y="4"/>
                    <a:pt x="1" y="3"/>
                  </a:cubicBezTo>
                  <a:cubicBezTo>
                    <a:pt x="0" y="3"/>
                    <a:pt x="1" y="1"/>
                    <a:pt x="2" y="0"/>
                  </a:cubicBezTo>
                  <a:cubicBezTo>
                    <a:pt x="2" y="0"/>
                    <a:pt x="4" y="0"/>
                    <a:pt x="5" y="0"/>
                  </a:cubicBezTo>
                  <a:cubicBezTo>
                    <a:pt x="6" y="0"/>
                    <a:pt x="9" y="0"/>
                    <a:pt x="9" y="1"/>
                  </a:cubicBezTo>
                  <a:cubicBezTo>
                    <a:pt x="10" y="1"/>
                    <a:pt x="12" y="3"/>
                    <a:pt x="12" y="4"/>
                  </a:cubicBezTo>
                  <a:cubicBezTo>
                    <a:pt x="12" y="5"/>
                    <a:pt x="10" y="7"/>
                    <a:pt x="10" y="8"/>
                  </a:cubicBezTo>
                  <a:cubicBezTo>
                    <a:pt x="9" y="8"/>
                    <a:pt x="8" y="8"/>
                    <a:pt x="7" y="8"/>
                  </a:cubicBezTo>
                  <a:cubicBezTo>
                    <a:pt x="6" y="8"/>
                    <a:pt x="5" y="9"/>
                    <a:pt x="4"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54"/>
            <p:cNvSpPr>
              <a:spLocks/>
            </p:cNvSpPr>
            <p:nvPr/>
          </p:nvSpPr>
          <p:spPr bwMode="auto">
            <a:xfrm>
              <a:off x="7212013" y="3700463"/>
              <a:ext cx="12700" cy="14288"/>
            </a:xfrm>
            <a:custGeom>
              <a:avLst/>
              <a:gdLst/>
              <a:ahLst/>
              <a:cxnLst>
                <a:cxn ang="0">
                  <a:pos x="5" y="8"/>
                </a:cxn>
                <a:cxn ang="0">
                  <a:pos x="2" y="8"/>
                </a:cxn>
                <a:cxn ang="0">
                  <a:pos x="0" y="4"/>
                </a:cxn>
                <a:cxn ang="0">
                  <a:pos x="3" y="1"/>
                </a:cxn>
                <a:cxn ang="0">
                  <a:pos x="7" y="0"/>
                </a:cxn>
                <a:cxn ang="0">
                  <a:pos x="8" y="2"/>
                </a:cxn>
                <a:cxn ang="0">
                  <a:pos x="8" y="6"/>
                </a:cxn>
                <a:cxn ang="0">
                  <a:pos x="5" y="8"/>
                </a:cxn>
              </a:cxnLst>
              <a:rect l="0" t="0" r="r" b="b"/>
              <a:pathLst>
                <a:path w="8" h="9">
                  <a:moveTo>
                    <a:pt x="5" y="8"/>
                  </a:moveTo>
                  <a:cubicBezTo>
                    <a:pt x="5" y="8"/>
                    <a:pt x="3" y="9"/>
                    <a:pt x="2" y="8"/>
                  </a:cubicBezTo>
                  <a:cubicBezTo>
                    <a:pt x="1" y="7"/>
                    <a:pt x="0" y="5"/>
                    <a:pt x="0" y="4"/>
                  </a:cubicBezTo>
                  <a:cubicBezTo>
                    <a:pt x="1" y="3"/>
                    <a:pt x="2" y="1"/>
                    <a:pt x="3" y="1"/>
                  </a:cubicBezTo>
                  <a:cubicBezTo>
                    <a:pt x="4" y="0"/>
                    <a:pt x="6" y="0"/>
                    <a:pt x="7" y="0"/>
                  </a:cubicBezTo>
                  <a:cubicBezTo>
                    <a:pt x="7" y="1"/>
                    <a:pt x="8" y="2"/>
                    <a:pt x="8" y="2"/>
                  </a:cubicBezTo>
                  <a:cubicBezTo>
                    <a:pt x="8" y="3"/>
                    <a:pt x="8" y="5"/>
                    <a:pt x="8" y="6"/>
                  </a:cubicBezTo>
                  <a:cubicBezTo>
                    <a:pt x="8" y="6"/>
                    <a:pt x="6" y="8"/>
                    <a:pt x="5"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55"/>
            <p:cNvSpPr>
              <a:spLocks/>
            </p:cNvSpPr>
            <p:nvPr/>
          </p:nvSpPr>
          <p:spPr bwMode="auto">
            <a:xfrm>
              <a:off x="7212013" y="3622676"/>
              <a:ext cx="22225" cy="22225"/>
            </a:xfrm>
            <a:custGeom>
              <a:avLst/>
              <a:gdLst/>
              <a:ahLst/>
              <a:cxnLst>
                <a:cxn ang="0">
                  <a:pos x="8" y="11"/>
                </a:cxn>
                <a:cxn ang="0">
                  <a:pos x="3" y="14"/>
                </a:cxn>
                <a:cxn ang="0">
                  <a:pos x="0" y="11"/>
                </a:cxn>
                <a:cxn ang="0">
                  <a:pos x="2" y="5"/>
                </a:cxn>
                <a:cxn ang="0">
                  <a:pos x="7" y="0"/>
                </a:cxn>
                <a:cxn ang="0">
                  <a:pos x="10" y="1"/>
                </a:cxn>
                <a:cxn ang="0">
                  <a:pos x="14" y="3"/>
                </a:cxn>
                <a:cxn ang="0">
                  <a:pos x="12" y="7"/>
                </a:cxn>
                <a:cxn ang="0">
                  <a:pos x="8" y="11"/>
                </a:cxn>
              </a:cxnLst>
              <a:rect l="0" t="0" r="r" b="b"/>
              <a:pathLst>
                <a:path w="14" h="14">
                  <a:moveTo>
                    <a:pt x="8" y="11"/>
                  </a:moveTo>
                  <a:cubicBezTo>
                    <a:pt x="7" y="12"/>
                    <a:pt x="5" y="14"/>
                    <a:pt x="3" y="14"/>
                  </a:cubicBezTo>
                  <a:cubicBezTo>
                    <a:pt x="2" y="13"/>
                    <a:pt x="1" y="12"/>
                    <a:pt x="0" y="11"/>
                  </a:cubicBezTo>
                  <a:cubicBezTo>
                    <a:pt x="0" y="9"/>
                    <a:pt x="2" y="6"/>
                    <a:pt x="2" y="5"/>
                  </a:cubicBezTo>
                  <a:cubicBezTo>
                    <a:pt x="3" y="3"/>
                    <a:pt x="5" y="0"/>
                    <a:pt x="7" y="0"/>
                  </a:cubicBezTo>
                  <a:cubicBezTo>
                    <a:pt x="7" y="0"/>
                    <a:pt x="9" y="1"/>
                    <a:pt x="10" y="1"/>
                  </a:cubicBezTo>
                  <a:cubicBezTo>
                    <a:pt x="11" y="1"/>
                    <a:pt x="13" y="2"/>
                    <a:pt x="14" y="3"/>
                  </a:cubicBezTo>
                  <a:cubicBezTo>
                    <a:pt x="14" y="4"/>
                    <a:pt x="13" y="6"/>
                    <a:pt x="12" y="7"/>
                  </a:cubicBezTo>
                  <a:cubicBezTo>
                    <a:pt x="11" y="8"/>
                    <a:pt x="9" y="10"/>
                    <a:pt x="8"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56"/>
            <p:cNvSpPr>
              <a:spLocks/>
            </p:cNvSpPr>
            <p:nvPr/>
          </p:nvSpPr>
          <p:spPr bwMode="auto">
            <a:xfrm>
              <a:off x="7300913" y="3676651"/>
              <a:ext cx="55563" cy="42863"/>
            </a:xfrm>
            <a:custGeom>
              <a:avLst/>
              <a:gdLst/>
              <a:ahLst/>
              <a:cxnLst>
                <a:cxn ang="0">
                  <a:pos x="16" y="27"/>
                </a:cxn>
                <a:cxn ang="0">
                  <a:pos x="10" y="23"/>
                </a:cxn>
                <a:cxn ang="0">
                  <a:pos x="9" y="17"/>
                </a:cxn>
                <a:cxn ang="0">
                  <a:pos x="5" y="13"/>
                </a:cxn>
                <a:cxn ang="0">
                  <a:pos x="1" y="11"/>
                </a:cxn>
                <a:cxn ang="0">
                  <a:pos x="1" y="7"/>
                </a:cxn>
                <a:cxn ang="0">
                  <a:pos x="4" y="3"/>
                </a:cxn>
                <a:cxn ang="0">
                  <a:pos x="14" y="1"/>
                </a:cxn>
                <a:cxn ang="0">
                  <a:pos x="23" y="1"/>
                </a:cxn>
                <a:cxn ang="0">
                  <a:pos x="29" y="4"/>
                </a:cxn>
                <a:cxn ang="0">
                  <a:pos x="31" y="9"/>
                </a:cxn>
                <a:cxn ang="0">
                  <a:pos x="35" y="12"/>
                </a:cxn>
                <a:cxn ang="0">
                  <a:pos x="32" y="15"/>
                </a:cxn>
                <a:cxn ang="0">
                  <a:pos x="28" y="18"/>
                </a:cxn>
                <a:cxn ang="0">
                  <a:pos x="23" y="22"/>
                </a:cxn>
                <a:cxn ang="0">
                  <a:pos x="21" y="26"/>
                </a:cxn>
                <a:cxn ang="0">
                  <a:pos x="19" y="27"/>
                </a:cxn>
                <a:cxn ang="0">
                  <a:pos x="16" y="27"/>
                </a:cxn>
              </a:cxnLst>
              <a:rect l="0" t="0" r="r" b="b"/>
              <a:pathLst>
                <a:path w="35" h="27">
                  <a:moveTo>
                    <a:pt x="16" y="27"/>
                  </a:moveTo>
                  <a:cubicBezTo>
                    <a:pt x="14" y="27"/>
                    <a:pt x="11" y="24"/>
                    <a:pt x="10" y="23"/>
                  </a:cubicBezTo>
                  <a:cubicBezTo>
                    <a:pt x="9" y="22"/>
                    <a:pt x="9" y="18"/>
                    <a:pt x="9" y="17"/>
                  </a:cubicBezTo>
                  <a:cubicBezTo>
                    <a:pt x="8" y="16"/>
                    <a:pt x="6" y="14"/>
                    <a:pt x="5" y="13"/>
                  </a:cubicBezTo>
                  <a:cubicBezTo>
                    <a:pt x="4" y="13"/>
                    <a:pt x="1" y="12"/>
                    <a:pt x="1" y="11"/>
                  </a:cubicBezTo>
                  <a:cubicBezTo>
                    <a:pt x="0" y="10"/>
                    <a:pt x="1" y="8"/>
                    <a:pt x="1" y="7"/>
                  </a:cubicBezTo>
                  <a:cubicBezTo>
                    <a:pt x="1" y="6"/>
                    <a:pt x="3" y="4"/>
                    <a:pt x="4" y="3"/>
                  </a:cubicBezTo>
                  <a:cubicBezTo>
                    <a:pt x="6" y="2"/>
                    <a:pt x="11" y="1"/>
                    <a:pt x="14" y="1"/>
                  </a:cubicBezTo>
                  <a:cubicBezTo>
                    <a:pt x="16" y="1"/>
                    <a:pt x="21" y="0"/>
                    <a:pt x="23" y="1"/>
                  </a:cubicBezTo>
                  <a:cubicBezTo>
                    <a:pt x="25" y="1"/>
                    <a:pt x="28" y="3"/>
                    <a:pt x="29" y="4"/>
                  </a:cubicBezTo>
                  <a:cubicBezTo>
                    <a:pt x="30" y="5"/>
                    <a:pt x="30" y="8"/>
                    <a:pt x="31" y="9"/>
                  </a:cubicBezTo>
                  <a:cubicBezTo>
                    <a:pt x="32" y="10"/>
                    <a:pt x="35" y="11"/>
                    <a:pt x="35" y="12"/>
                  </a:cubicBezTo>
                  <a:cubicBezTo>
                    <a:pt x="35" y="13"/>
                    <a:pt x="33" y="14"/>
                    <a:pt x="32" y="15"/>
                  </a:cubicBezTo>
                  <a:cubicBezTo>
                    <a:pt x="31" y="16"/>
                    <a:pt x="29" y="17"/>
                    <a:pt x="28" y="18"/>
                  </a:cubicBezTo>
                  <a:cubicBezTo>
                    <a:pt x="27" y="19"/>
                    <a:pt x="24" y="21"/>
                    <a:pt x="23" y="22"/>
                  </a:cubicBezTo>
                  <a:cubicBezTo>
                    <a:pt x="22" y="23"/>
                    <a:pt x="22" y="25"/>
                    <a:pt x="21" y="26"/>
                  </a:cubicBezTo>
                  <a:cubicBezTo>
                    <a:pt x="21" y="27"/>
                    <a:pt x="20" y="27"/>
                    <a:pt x="19" y="27"/>
                  </a:cubicBezTo>
                  <a:cubicBezTo>
                    <a:pt x="18" y="27"/>
                    <a:pt x="17" y="27"/>
                    <a:pt x="16" y="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57"/>
            <p:cNvSpPr>
              <a:spLocks/>
            </p:cNvSpPr>
            <p:nvPr/>
          </p:nvSpPr>
          <p:spPr bwMode="auto">
            <a:xfrm>
              <a:off x="6951663" y="3706813"/>
              <a:ext cx="584200" cy="392113"/>
            </a:xfrm>
            <a:custGeom>
              <a:avLst/>
              <a:gdLst/>
              <a:ahLst/>
              <a:cxnLst>
                <a:cxn ang="0">
                  <a:pos x="190" y="234"/>
                </a:cxn>
                <a:cxn ang="0">
                  <a:pos x="157" y="213"/>
                </a:cxn>
                <a:cxn ang="0">
                  <a:pos x="133" y="186"/>
                </a:cxn>
                <a:cxn ang="0">
                  <a:pos x="100" y="175"/>
                </a:cxn>
                <a:cxn ang="0">
                  <a:pos x="53" y="155"/>
                </a:cxn>
                <a:cxn ang="0">
                  <a:pos x="3" y="110"/>
                </a:cxn>
                <a:cxn ang="0">
                  <a:pos x="14" y="86"/>
                </a:cxn>
                <a:cxn ang="0">
                  <a:pos x="10" y="95"/>
                </a:cxn>
                <a:cxn ang="0">
                  <a:pos x="7" y="108"/>
                </a:cxn>
                <a:cxn ang="0">
                  <a:pos x="26" y="129"/>
                </a:cxn>
                <a:cxn ang="0">
                  <a:pos x="21" y="106"/>
                </a:cxn>
                <a:cxn ang="0">
                  <a:pos x="42" y="120"/>
                </a:cxn>
                <a:cxn ang="0">
                  <a:pos x="58" y="115"/>
                </a:cxn>
                <a:cxn ang="0">
                  <a:pos x="63" y="106"/>
                </a:cxn>
                <a:cxn ang="0">
                  <a:pos x="84" y="107"/>
                </a:cxn>
                <a:cxn ang="0">
                  <a:pos x="53" y="87"/>
                </a:cxn>
                <a:cxn ang="0">
                  <a:pos x="37" y="67"/>
                </a:cxn>
                <a:cxn ang="0">
                  <a:pos x="33" y="37"/>
                </a:cxn>
                <a:cxn ang="0">
                  <a:pos x="54" y="17"/>
                </a:cxn>
                <a:cxn ang="0">
                  <a:pos x="66" y="10"/>
                </a:cxn>
                <a:cxn ang="0">
                  <a:pos x="91" y="6"/>
                </a:cxn>
                <a:cxn ang="0">
                  <a:pos x="116" y="1"/>
                </a:cxn>
                <a:cxn ang="0">
                  <a:pos x="166" y="30"/>
                </a:cxn>
                <a:cxn ang="0">
                  <a:pos x="184" y="56"/>
                </a:cxn>
                <a:cxn ang="0">
                  <a:pos x="190" y="63"/>
                </a:cxn>
                <a:cxn ang="0">
                  <a:pos x="198" y="71"/>
                </a:cxn>
                <a:cxn ang="0">
                  <a:pos x="214" y="81"/>
                </a:cxn>
                <a:cxn ang="0">
                  <a:pos x="245" y="91"/>
                </a:cxn>
                <a:cxn ang="0">
                  <a:pos x="267" y="106"/>
                </a:cxn>
                <a:cxn ang="0">
                  <a:pos x="255" y="86"/>
                </a:cxn>
                <a:cxn ang="0">
                  <a:pos x="264" y="72"/>
                </a:cxn>
                <a:cxn ang="0">
                  <a:pos x="279" y="80"/>
                </a:cxn>
                <a:cxn ang="0">
                  <a:pos x="287" y="67"/>
                </a:cxn>
                <a:cxn ang="0">
                  <a:pos x="279" y="45"/>
                </a:cxn>
                <a:cxn ang="0">
                  <a:pos x="300" y="49"/>
                </a:cxn>
                <a:cxn ang="0">
                  <a:pos x="318" y="60"/>
                </a:cxn>
                <a:cxn ang="0">
                  <a:pos x="327" y="88"/>
                </a:cxn>
                <a:cxn ang="0">
                  <a:pos x="339" y="103"/>
                </a:cxn>
                <a:cxn ang="0">
                  <a:pos x="359" y="123"/>
                </a:cxn>
                <a:cxn ang="0">
                  <a:pos x="367" y="146"/>
                </a:cxn>
                <a:cxn ang="0">
                  <a:pos x="360" y="164"/>
                </a:cxn>
                <a:cxn ang="0">
                  <a:pos x="363" y="176"/>
                </a:cxn>
                <a:cxn ang="0">
                  <a:pos x="356" y="191"/>
                </a:cxn>
                <a:cxn ang="0">
                  <a:pos x="362" y="209"/>
                </a:cxn>
                <a:cxn ang="0">
                  <a:pos x="352" y="215"/>
                </a:cxn>
                <a:cxn ang="0">
                  <a:pos x="351" y="221"/>
                </a:cxn>
                <a:cxn ang="0">
                  <a:pos x="336" y="221"/>
                </a:cxn>
                <a:cxn ang="0">
                  <a:pos x="319" y="214"/>
                </a:cxn>
                <a:cxn ang="0">
                  <a:pos x="305" y="210"/>
                </a:cxn>
                <a:cxn ang="0">
                  <a:pos x="292" y="213"/>
                </a:cxn>
                <a:cxn ang="0">
                  <a:pos x="259" y="214"/>
                </a:cxn>
                <a:cxn ang="0">
                  <a:pos x="247" y="227"/>
                </a:cxn>
                <a:cxn ang="0">
                  <a:pos x="224" y="225"/>
                </a:cxn>
                <a:cxn ang="0">
                  <a:pos x="203" y="216"/>
                </a:cxn>
                <a:cxn ang="0">
                  <a:pos x="193" y="221"/>
                </a:cxn>
                <a:cxn ang="0">
                  <a:pos x="201" y="229"/>
                </a:cxn>
                <a:cxn ang="0">
                  <a:pos x="202" y="236"/>
                </a:cxn>
                <a:cxn ang="0">
                  <a:pos x="213" y="250"/>
                </a:cxn>
              </a:cxnLst>
              <a:rect l="0" t="0" r="r" b="b"/>
              <a:pathLst>
                <a:path w="371" h="250">
                  <a:moveTo>
                    <a:pt x="211" y="250"/>
                  </a:moveTo>
                  <a:cubicBezTo>
                    <a:pt x="210" y="249"/>
                    <a:pt x="208" y="247"/>
                    <a:pt x="208" y="246"/>
                  </a:cubicBezTo>
                  <a:cubicBezTo>
                    <a:pt x="206" y="245"/>
                    <a:pt x="203" y="243"/>
                    <a:pt x="202" y="241"/>
                  </a:cubicBezTo>
                  <a:cubicBezTo>
                    <a:pt x="200" y="240"/>
                    <a:pt x="197" y="238"/>
                    <a:pt x="196" y="238"/>
                  </a:cubicBezTo>
                  <a:cubicBezTo>
                    <a:pt x="194" y="237"/>
                    <a:pt x="191" y="235"/>
                    <a:pt x="190" y="234"/>
                  </a:cubicBezTo>
                  <a:cubicBezTo>
                    <a:pt x="188" y="233"/>
                    <a:pt x="186" y="232"/>
                    <a:pt x="184" y="231"/>
                  </a:cubicBezTo>
                  <a:cubicBezTo>
                    <a:pt x="183" y="231"/>
                    <a:pt x="179" y="230"/>
                    <a:pt x="178" y="229"/>
                  </a:cubicBezTo>
                  <a:cubicBezTo>
                    <a:pt x="177" y="228"/>
                    <a:pt x="174" y="226"/>
                    <a:pt x="173" y="225"/>
                  </a:cubicBezTo>
                  <a:cubicBezTo>
                    <a:pt x="170" y="223"/>
                    <a:pt x="166" y="220"/>
                    <a:pt x="164" y="218"/>
                  </a:cubicBezTo>
                  <a:cubicBezTo>
                    <a:pt x="162" y="217"/>
                    <a:pt x="158" y="214"/>
                    <a:pt x="157" y="213"/>
                  </a:cubicBezTo>
                  <a:cubicBezTo>
                    <a:pt x="155" y="211"/>
                    <a:pt x="153" y="208"/>
                    <a:pt x="152" y="206"/>
                  </a:cubicBezTo>
                  <a:cubicBezTo>
                    <a:pt x="151" y="204"/>
                    <a:pt x="149" y="201"/>
                    <a:pt x="148" y="200"/>
                  </a:cubicBezTo>
                  <a:cubicBezTo>
                    <a:pt x="147" y="199"/>
                    <a:pt x="145" y="197"/>
                    <a:pt x="144" y="197"/>
                  </a:cubicBezTo>
                  <a:cubicBezTo>
                    <a:pt x="142" y="195"/>
                    <a:pt x="137" y="193"/>
                    <a:pt x="135" y="190"/>
                  </a:cubicBezTo>
                  <a:cubicBezTo>
                    <a:pt x="134" y="189"/>
                    <a:pt x="134" y="187"/>
                    <a:pt x="133" y="186"/>
                  </a:cubicBezTo>
                  <a:cubicBezTo>
                    <a:pt x="132" y="185"/>
                    <a:pt x="129" y="183"/>
                    <a:pt x="127" y="183"/>
                  </a:cubicBezTo>
                  <a:cubicBezTo>
                    <a:pt x="125" y="182"/>
                    <a:pt x="121" y="182"/>
                    <a:pt x="119" y="181"/>
                  </a:cubicBezTo>
                  <a:cubicBezTo>
                    <a:pt x="118" y="181"/>
                    <a:pt x="115" y="180"/>
                    <a:pt x="114" y="179"/>
                  </a:cubicBezTo>
                  <a:cubicBezTo>
                    <a:pt x="112" y="179"/>
                    <a:pt x="107" y="178"/>
                    <a:pt x="105" y="177"/>
                  </a:cubicBezTo>
                  <a:cubicBezTo>
                    <a:pt x="104" y="176"/>
                    <a:pt x="101" y="175"/>
                    <a:pt x="100" y="175"/>
                  </a:cubicBezTo>
                  <a:cubicBezTo>
                    <a:pt x="98" y="174"/>
                    <a:pt x="94" y="171"/>
                    <a:pt x="91" y="170"/>
                  </a:cubicBezTo>
                  <a:cubicBezTo>
                    <a:pt x="90" y="169"/>
                    <a:pt x="86" y="168"/>
                    <a:pt x="84" y="167"/>
                  </a:cubicBezTo>
                  <a:cubicBezTo>
                    <a:pt x="82" y="166"/>
                    <a:pt x="79" y="164"/>
                    <a:pt x="77" y="164"/>
                  </a:cubicBezTo>
                  <a:cubicBezTo>
                    <a:pt x="75" y="163"/>
                    <a:pt x="70" y="161"/>
                    <a:pt x="67" y="160"/>
                  </a:cubicBezTo>
                  <a:cubicBezTo>
                    <a:pt x="64" y="159"/>
                    <a:pt x="56" y="156"/>
                    <a:pt x="53" y="155"/>
                  </a:cubicBezTo>
                  <a:cubicBezTo>
                    <a:pt x="48" y="154"/>
                    <a:pt x="39" y="152"/>
                    <a:pt x="35" y="150"/>
                  </a:cubicBezTo>
                  <a:cubicBezTo>
                    <a:pt x="32" y="148"/>
                    <a:pt x="25" y="144"/>
                    <a:pt x="22" y="141"/>
                  </a:cubicBezTo>
                  <a:cubicBezTo>
                    <a:pt x="20" y="139"/>
                    <a:pt x="15" y="133"/>
                    <a:pt x="13" y="130"/>
                  </a:cubicBezTo>
                  <a:cubicBezTo>
                    <a:pt x="11" y="128"/>
                    <a:pt x="8" y="123"/>
                    <a:pt x="7" y="120"/>
                  </a:cubicBezTo>
                  <a:cubicBezTo>
                    <a:pt x="6" y="118"/>
                    <a:pt x="3" y="113"/>
                    <a:pt x="3" y="110"/>
                  </a:cubicBezTo>
                  <a:cubicBezTo>
                    <a:pt x="2" y="108"/>
                    <a:pt x="0" y="104"/>
                    <a:pt x="0" y="102"/>
                  </a:cubicBezTo>
                  <a:cubicBezTo>
                    <a:pt x="0" y="100"/>
                    <a:pt x="2" y="96"/>
                    <a:pt x="2" y="94"/>
                  </a:cubicBezTo>
                  <a:cubicBezTo>
                    <a:pt x="2" y="93"/>
                    <a:pt x="3" y="90"/>
                    <a:pt x="3" y="89"/>
                  </a:cubicBezTo>
                  <a:cubicBezTo>
                    <a:pt x="4" y="89"/>
                    <a:pt x="5" y="87"/>
                    <a:pt x="6" y="87"/>
                  </a:cubicBezTo>
                  <a:cubicBezTo>
                    <a:pt x="7" y="86"/>
                    <a:pt x="12" y="85"/>
                    <a:pt x="14" y="86"/>
                  </a:cubicBezTo>
                  <a:cubicBezTo>
                    <a:pt x="15" y="86"/>
                    <a:pt x="17" y="89"/>
                    <a:pt x="17" y="91"/>
                  </a:cubicBezTo>
                  <a:cubicBezTo>
                    <a:pt x="18" y="92"/>
                    <a:pt x="19" y="94"/>
                    <a:pt x="18" y="95"/>
                  </a:cubicBezTo>
                  <a:cubicBezTo>
                    <a:pt x="18" y="96"/>
                    <a:pt x="16" y="98"/>
                    <a:pt x="15" y="98"/>
                  </a:cubicBezTo>
                  <a:cubicBezTo>
                    <a:pt x="14" y="98"/>
                    <a:pt x="13" y="95"/>
                    <a:pt x="12" y="94"/>
                  </a:cubicBezTo>
                  <a:cubicBezTo>
                    <a:pt x="12" y="94"/>
                    <a:pt x="10" y="94"/>
                    <a:pt x="10" y="95"/>
                  </a:cubicBezTo>
                  <a:cubicBezTo>
                    <a:pt x="9" y="95"/>
                    <a:pt x="9" y="97"/>
                    <a:pt x="10" y="97"/>
                  </a:cubicBezTo>
                  <a:cubicBezTo>
                    <a:pt x="10" y="98"/>
                    <a:pt x="12" y="99"/>
                    <a:pt x="12" y="100"/>
                  </a:cubicBezTo>
                  <a:cubicBezTo>
                    <a:pt x="13" y="101"/>
                    <a:pt x="13" y="102"/>
                    <a:pt x="12" y="102"/>
                  </a:cubicBezTo>
                  <a:cubicBezTo>
                    <a:pt x="12" y="103"/>
                    <a:pt x="10" y="102"/>
                    <a:pt x="9" y="102"/>
                  </a:cubicBezTo>
                  <a:cubicBezTo>
                    <a:pt x="8" y="103"/>
                    <a:pt x="8" y="106"/>
                    <a:pt x="7" y="108"/>
                  </a:cubicBezTo>
                  <a:cubicBezTo>
                    <a:pt x="7" y="109"/>
                    <a:pt x="8" y="113"/>
                    <a:pt x="8" y="114"/>
                  </a:cubicBezTo>
                  <a:cubicBezTo>
                    <a:pt x="9" y="117"/>
                    <a:pt x="12" y="121"/>
                    <a:pt x="13" y="123"/>
                  </a:cubicBezTo>
                  <a:cubicBezTo>
                    <a:pt x="14" y="125"/>
                    <a:pt x="17" y="128"/>
                    <a:pt x="18" y="130"/>
                  </a:cubicBezTo>
                  <a:cubicBezTo>
                    <a:pt x="19" y="130"/>
                    <a:pt x="22" y="132"/>
                    <a:pt x="23" y="132"/>
                  </a:cubicBezTo>
                  <a:cubicBezTo>
                    <a:pt x="24" y="132"/>
                    <a:pt x="26" y="130"/>
                    <a:pt x="26" y="129"/>
                  </a:cubicBezTo>
                  <a:cubicBezTo>
                    <a:pt x="27" y="128"/>
                    <a:pt x="30" y="127"/>
                    <a:pt x="31" y="125"/>
                  </a:cubicBezTo>
                  <a:cubicBezTo>
                    <a:pt x="31" y="124"/>
                    <a:pt x="31" y="121"/>
                    <a:pt x="31" y="119"/>
                  </a:cubicBezTo>
                  <a:cubicBezTo>
                    <a:pt x="30" y="118"/>
                    <a:pt x="29" y="115"/>
                    <a:pt x="28" y="114"/>
                  </a:cubicBezTo>
                  <a:cubicBezTo>
                    <a:pt x="26" y="113"/>
                    <a:pt x="23" y="111"/>
                    <a:pt x="23" y="109"/>
                  </a:cubicBezTo>
                  <a:cubicBezTo>
                    <a:pt x="22" y="109"/>
                    <a:pt x="21" y="107"/>
                    <a:pt x="21" y="106"/>
                  </a:cubicBezTo>
                  <a:cubicBezTo>
                    <a:pt x="21" y="106"/>
                    <a:pt x="22" y="105"/>
                    <a:pt x="23" y="105"/>
                  </a:cubicBezTo>
                  <a:cubicBezTo>
                    <a:pt x="25" y="104"/>
                    <a:pt x="29" y="104"/>
                    <a:pt x="31" y="105"/>
                  </a:cubicBezTo>
                  <a:cubicBezTo>
                    <a:pt x="33" y="106"/>
                    <a:pt x="35" y="108"/>
                    <a:pt x="36" y="109"/>
                  </a:cubicBezTo>
                  <a:cubicBezTo>
                    <a:pt x="37" y="110"/>
                    <a:pt x="39" y="113"/>
                    <a:pt x="40" y="115"/>
                  </a:cubicBezTo>
                  <a:cubicBezTo>
                    <a:pt x="41" y="116"/>
                    <a:pt x="42" y="119"/>
                    <a:pt x="42" y="120"/>
                  </a:cubicBezTo>
                  <a:cubicBezTo>
                    <a:pt x="43" y="122"/>
                    <a:pt x="41" y="127"/>
                    <a:pt x="42" y="128"/>
                  </a:cubicBezTo>
                  <a:cubicBezTo>
                    <a:pt x="43" y="130"/>
                    <a:pt x="48" y="131"/>
                    <a:pt x="50" y="131"/>
                  </a:cubicBezTo>
                  <a:cubicBezTo>
                    <a:pt x="52" y="131"/>
                    <a:pt x="57" y="132"/>
                    <a:pt x="59" y="130"/>
                  </a:cubicBezTo>
                  <a:cubicBezTo>
                    <a:pt x="61" y="129"/>
                    <a:pt x="63" y="125"/>
                    <a:pt x="63" y="123"/>
                  </a:cubicBezTo>
                  <a:cubicBezTo>
                    <a:pt x="63" y="120"/>
                    <a:pt x="59" y="117"/>
                    <a:pt x="58" y="115"/>
                  </a:cubicBezTo>
                  <a:cubicBezTo>
                    <a:pt x="57" y="114"/>
                    <a:pt x="55" y="112"/>
                    <a:pt x="54" y="110"/>
                  </a:cubicBezTo>
                  <a:cubicBezTo>
                    <a:pt x="53" y="109"/>
                    <a:pt x="49" y="107"/>
                    <a:pt x="50" y="105"/>
                  </a:cubicBezTo>
                  <a:cubicBezTo>
                    <a:pt x="50" y="104"/>
                    <a:pt x="52" y="103"/>
                    <a:pt x="53" y="103"/>
                  </a:cubicBezTo>
                  <a:cubicBezTo>
                    <a:pt x="55" y="103"/>
                    <a:pt x="57" y="104"/>
                    <a:pt x="59" y="104"/>
                  </a:cubicBezTo>
                  <a:cubicBezTo>
                    <a:pt x="60" y="105"/>
                    <a:pt x="62" y="105"/>
                    <a:pt x="63" y="106"/>
                  </a:cubicBezTo>
                  <a:cubicBezTo>
                    <a:pt x="64" y="106"/>
                    <a:pt x="65" y="110"/>
                    <a:pt x="66" y="110"/>
                  </a:cubicBezTo>
                  <a:cubicBezTo>
                    <a:pt x="67" y="111"/>
                    <a:pt x="70" y="111"/>
                    <a:pt x="71" y="111"/>
                  </a:cubicBezTo>
                  <a:cubicBezTo>
                    <a:pt x="72" y="112"/>
                    <a:pt x="74" y="114"/>
                    <a:pt x="76" y="114"/>
                  </a:cubicBezTo>
                  <a:cubicBezTo>
                    <a:pt x="78" y="114"/>
                    <a:pt x="82" y="115"/>
                    <a:pt x="83" y="113"/>
                  </a:cubicBezTo>
                  <a:cubicBezTo>
                    <a:pt x="84" y="112"/>
                    <a:pt x="84" y="109"/>
                    <a:pt x="84" y="107"/>
                  </a:cubicBezTo>
                  <a:cubicBezTo>
                    <a:pt x="84" y="105"/>
                    <a:pt x="85" y="102"/>
                    <a:pt x="85" y="100"/>
                  </a:cubicBezTo>
                  <a:cubicBezTo>
                    <a:pt x="83" y="97"/>
                    <a:pt x="79" y="94"/>
                    <a:pt x="76" y="93"/>
                  </a:cubicBezTo>
                  <a:cubicBezTo>
                    <a:pt x="75" y="93"/>
                    <a:pt x="72" y="94"/>
                    <a:pt x="71" y="94"/>
                  </a:cubicBezTo>
                  <a:cubicBezTo>
                    <a:pt x="67" y="93"/>
                    <a:pt x="61" y="93"/>
                    <a:pt x="58" y="91"/>
                  </a:cubicBezTo>
                  <a:cubicBezTo>
                    <a:pt x="56" y="91"/>
                    <a:pt x="54" y="89"/>
                    <a:pt x="53" y="87"/>
                  </a:cubicBezTo>
                  <a:cubicBezTo>
                    <a:pt x="53" y="86"/>
                    <a:pt x="54" y="85"/>
                    <a:pt x="54" y="84"/>
                  </a:cubicBezTo>
                  <a:cubicBezTo>
                    <a:pt x="54" y="83"/>
                    <a:pt x="51" y="81"/>
                    <a:pt x="50" y="80"/>
                  </a:cubicBezTo>
                  <a:cubicBezTo>
                    <a:pt x="49" y="79"/>
                    <a:pt x="47" y="78"/>
                    <a:pt x="46" y="76"/>
                  </a:cubicBezTo>
                  <a:cubicBezTo>
                    <a:pt x="45" y="75"/>
                    <a:pt x="45" y="72"/>
                    <a:pt x="44" y="71"/>
                  </a:cubicBezTo>
                  <a:cubicBezTo>
                    <a:pt x="43" y="69"/>
                    <a:pt x="38" y="69"/>
                    <a:pt x="37" y="67"/>
                  </a:cubicBezTo>
                  <a:cubicBezTo>
                    <a:pt x="36" y="66"/>
                    <a:pt x="36" y="63"/>
                    <a:pt x="35" y="62"/>
                  </a:cubicBezTo>
                  <a:cubicBezTo>
                    <a:pt x="35" y="60"/>
                    <a:pt x="35" y="57"/>
                    <a:pt x="35" y="55"/>
                  </a:cubicBezTo>
                  <a:cubicBezTo>
                    <a:pt x="34" y="54"/>
                    <a:pt x="31" y="52"/>
                    <a:pt x="30" y="51"/>
                  </a:cubicBezTo>
                  <a:cubicBezTo>
                    <a:pt x="29" y="49"/>
                    <a:pt x="29" y="45"/>
                    <a:pt x="29" y="43"/>
                  </a:cubicBezTo>
                  <a:cubicBezTo>
                    <a:pt x="30" y="41"/>
                    <a:pt x="32" y="38"/>
                    <a:pt x="33" y="37"/>
                  </a:cubicBezTo>
                  <a:cubicBezTo>
                    <a:pt x="34" y="36"/>
                    <a:pt x="35" y="35"/>
                    <a:pt x="36" y="35"/>
                  </a:cubicBezTo>
                  <a:cubicBezTo>
                    <a:pt x="37" y="34"/>
                    <a:pt x="39" y="35"/>
                    <a:pt x="40" y="34"/>
                  </a:cubicBezTo>
                  <a:cubicBezTo>
                    <a:pt x="42" y="33"/>
                    <a:pt x="46" y="30"/>
                    <a:pt x="47" y="29"/>
                  </a:cubicBezTo>
                  <a:cubicBezTo>
                    <a:pt x="48" y="27"/>
                    <a:pt x="48" y="24"/>
                    <a:pt x="49" y="23"/>
                  </a:cubicBezTo>
                  <a:cubicBezTo>
                    <a:pt x="50" y="21"/>
                    <a:pt x="53" y="18"/>
                    <a:pt x="54" y="17"/>
                  </a:cubicBezTo>
                  <a:cubicBezTo>
                    <a:pt x="56" y="16"/>
                    <a:pt x="60" y="17"/>
                    <a:pt x="61" y="18"/>
                  </a:cubicBezTo>
                  <a:cubicBezTo>
                    <a:pt x="63" y="18"/>
                    <a:pt x="66" y="24"/>
                    <a:pt x="68" y="23"/>
                  </a:cubicBezTo>
                  <a:cubicBezTo>
                    <a:pt x="69" y="23"/>
                    <a:pt x="68" y="20"/>
                    <a:pt x="67" y="19"/>
                  </a:cubicBezTo>
                  <a:cubicBezTo>
                    <a:pt x="67" y="18"/>
                    <a:pt x="65" y="16"/>
                    <a:pt x="65" y="14"/>
                  </a:cubicBezTo>
                  <a:cubicBezTo>
                    <a:pt x="64" y="13"/>
                    <a:pt x="65" y="11"/>
                    <a:pt x="66" y="10"/>
                  </a:cubicBezTo>
                  <a:cubicBezTo>
                    <a:pt x="67" y="9"/>
                    <a:pt x="72" y="11"/>
                    <a:pt x="73" y="10"/>
                  </a:cubicBezTo>
                  <a:cubicBezTo>
                    <a:pt x="74" y="10"/>
                    <a:pt x="75" y="8"/>
                    <a:pt x="76" y="8"/>
                  </a:cubicBezTo>
                  <a:cubicBezTo>
                    <a:pt x="77" y="7"/>
                    <a:pt x="81" y="7"/>
                    <a:pt x="83" y="7"/>
                  </a:cubicBezTo>
                  <a:cubicBezTo>
                    <a:pt x="84" y="6"/>
                    <a:pt x="86" y="4"/>
                    <a:pt x="87" y="5"/>
                  </a:cubicBezTo>
                  <a:cubicBezTo>
                    <a:pt x="88" y="5"/>
                    <a:pt x="90" y="7"/>
                    <a:pt x="91" y="6"/>
                  </a:cubicBezTo>
                  <a:cubicBezTo>
                    <a:pt x="92" y="6"/>
                    <a:pt x="92" y="4"/>
                    <a:pt x="93" y="4"/>
                  </a:cubicBezTo>
                  <a:cubicBezTo>
                    <a:pt x="94" y="4"/>
                    <a:pt x="96" y="5"/>
                    <a:pt x="97" y="5"/>
                  </a:cubicBezTo>
                  <a:cubicBezTo>
                    <a:pt x="99" y="6"/>
                    <a:pt x="102" y="5"/>
                    <a:pt x="103" y="5"/>
                  </a:cubicBezTo>
                  <a:cubicBezTo>
                    <a:pt x="105" y="4"/>
                    <a:pt x="106" y="1"/>
                    <a:pt x="108" y="1"/>
                  </a:cubicBezTo>
                  <a:cubicBezTo>
                    <a:pt x="109" y="0"/>
                    <a:pt x="114" y="1"/>
                    <a:pt x="116" y="1"/>
                  </a:cubicBezTo>
                  <a:cubicBezTo>
                    <a:pt x="118" y="1"/>
                    <a:pt x="123" y="1"/>
                    <a:pt x="125" y="2"/>
                  </a:cubicBezTo>
                  <a:cubicBezTo>
                    <a:pt x="129" y="3"/>
                    <a:pt x="139" y="7"/>
                    <a:pt x="142" y="10"/>
                  </a:cubicBezTo>
                  <a:cubicBezTo>
                    <a:pt x="145" y="12"/>
                    <a:pt x="149" y="18"/>
                    <a:pt x="152" y="20"/>
                  </a:cubicBezTo>
                  <a:cubicBezTo>
                    <a:pt x="154" y="22"/>
                    <a:pt x="158" y="24"/>
                    <a:pt x="160" y="26"/>
                  </a:cubicBezTo>
                  <a:cubicBezTo>
                    <a:pt x="162" y="27"/>
                    <a:pt x="165" y="29"/>
                    <a:pt x="166" y="30"/>
                  </a:cubicBezTo>
                  <a:cubicBezTo>
                    <a:pt x="167" y="32"/>
                    <a:pt x="170" y="34"/>
                    <a:pt x="171" y="35"/>
                  </a:cubicBezTo>
                  <a:cubicBezTo>
                    <a:pt x="171" y="37"/>
                    <a:pt x="170" y="40"/>
                    <a:pt x="171" y="42"/>
                  </a:cubicBezTo>
                  <a:cubicBezTo>
                    <a:pt x="171" y="44"/>
                    <a:pt x="172" y="49"/>
                    <a:pt x="173" y="51"/>
                  </a:cubicBezTo>
                  <a:cubicBezTo>
                    <a:pt x="174" y="52"/>
                    <a:pt x="177" y="54"/>
                    <a:pt x="179" y="55"/>
                  </a:cubicBezTo>
                  <a:cubicBezTo>
                    <a:pt x="180" y="56"/>
                    <a:pt x="183" y="56"/>
                    <a:pt x="184" y="56"/>
                  </a:cubicBezTo>
                  <a:cubicBezTo>
                    <a:pt x="185" y="57"/>
                    <a:pt x="188" y="59"/>
                    <a:pt x="189" y="59"/>
                  </a:cubicBezTo>
                  <a:cubicBezTo>
                    <a:pt x="190" y="60"/>
                    <a:pt x="192" y="59"/>
                    <a:pt x="193" y="60"/>
                  </a:cubicBezTo>
                  <a:cubicBezTo>
                    <a:pt x="194" y="60"/>
                    <a:pt x="194" y="61"/>
                    <a:pt x="194" y="62"/>
                  </a:cubicBezTo>
                  <a:cubicBezTo>
                    <a:pt x="194" y="62"/>
                    <a:pt x="194" y="63"/>
                    <a:pt x="193" y="63"/>
                  </a:cubicBezTo>
                  <a:cubicBezTo>
                    <a:pt x="193" y="64"/>
                    <a:pt x="191" y="63"/>
                    <a:pt x="190" y="63"/>
                  </a:cubicBezTo>
                  <a:cubicBezTo>
                    <a:pt x="189" y="64"/>
                    <a:pt x="188" y="65"/>
                    <a:pt x="188" y="66"/>
                  </a:cubicBezTo>
                  <a:cubicBezTo>
                    <a:pt x="188" y="68"/>
                    <a:pt x="188" y="71"/>
                    <a:pt x="189" y="71"/>
                  </a:cubicBezTo>
                  <a:cubicBezTo>
                    <a:pt x="189" y="72"/>
                    <a:pt x="191" y="72"/>
                    <a:pt x="192" y="72"/>
                  </a:cubicBezTo>
                  <a:cubicBezTo>
                    <a:pt x="192" y="71"/>
                    <a:pt x="193" y="70"/>
                    <a:pt x="194" y="70"/>
                  </a:cubicBezTo>
                  <a:cubicBezTo>
                    <a:pt x="195" y="70"/>
                    <a:pt x="197" y="71"/>
                    <a:pt x="198" y="71"/>
                  </a:cubicBezTo>
                  <a:cubicBezTo>
                    <a:pt x="198" y="72"/>
                    <a:pt x="198" y="73"/>
                    <a:pt x="199" y="73"/>
                  </a:cubicBezTo>
                  <a:cubicBezTo>
                    <a:pt x="200" y="74"/>
                    <a:pt x="202" y="73"/>
                    <a:pt x="203" y="72"/>
                  </a:cubicBezTo>
                  <a:cubicBezTo>
                    <a:pt x="205" y="72"/>
                    <a:pt x="208" y="70"/>
                    <a:pt x="210" y="71"/>
                  </a:cubicBezTo>
                  <a:cubicBezTo>
                    <a:pt x="211" y="71"/>
                    <a:pt x="212" y="73"/>
                    <a:pt x="213" y="74"/>
                  </a:cubicBezTo>
                  <a:cubicBezTo>
                    <a:pt x="214" y="76"/>
                    <a:pt x="214" y="79"/>
                    <a:pt x="214" y="81"/>
                  </a:cubicBezTo>
                  <a:cubicBezTo>
                    <a:pt x="215" y="82"/>
                    <a:pt x="217" y="85"/>
                    <a:pt x="219" y="86"/>
                  </a:cubicBezTo>
                  <a:cubicBezTo>
                    <a:pt x="220" y="87"/>
                    <a:pt x="223" y="88"/>
                    <a:pt x="224" y="89"/>
                  </a:cubicBezTo>
                  <a:cubicBezTo>
                    <a:pt x="225" y="89"/>
                    <a:pt x="226" y="91"/>
                    <a:pt x="227" y="91"/>
                  </a:cubicBezTo>
                  <a:cubicBezTo>
                    <a:pt x="229" y="92"/>
                    <a:pt x="233" y="91"/>
                    <a:pt x="235" y="91"/>
                  </a:cubicBezTo>
                  <a:cubicBezTo>
                    <a:pt x="238" y="91"/>
                    <a:pt x="243" y="91"/>
                    <a:pt x="245" y="91"/>
                  </a:cubicBezTo>
                  <a:cubicBezTo>
                    <a:pt x="246" y="91"/>
                    <a:pt x="248" y="91"/>
                    <a:pt x="248" y="92"/>
                  </a:cubicBezTo>
                  <a:cubicBezTo>
                    <a:pt x="249" y="93"/>
                    <a:pt x="249" y="96"/>
                    <a:pt x="250" y="97"/>
                  </a:cubicBezTo>
                  <a:cubicBezTo>
                    <a:pt x="251" y="98"/>
                    <a:pt x="255" y="97"/>
                    <a:pt x="257" y="98"/>
                  </a:cubicBezTo>
                  <a:cubicBezTo>
                    <a:pt x="259" y="98"/>
                    <a:pt x="263" y="99"/>
                    <a:pt x="264" y="101"/>
                  </a:cubicBezTo>
                  <a:cubicBezTo>
                    <a:pt x="265" y="102"/>
                    <a:pt x="266" y="105"/>
                    <a:pt x="267" y="106"/>
                  </a:cubicBezTo>
                  <a:cubicBezTo>
                    <a:pt x="268" y="106"/>
                    <a:pt x="270" y="106"/>
                    <a:pt x="271" y="106"/>
                  </a:cubicBezTo>
                  <a:cubicBezTo>
                    <a:pt x="272" y="105"/>
                    <a:pt x="272" y="101"/>
                    <a:pt x="272" y="99"/>
                  </a:cubicBezTo>
                  <a:cubicBezTo>
                    <a:pt x="271" y="98"/>
                    <a:pt x="268" y="95"/>
                    <a:pt x="267" y="94"/>
                  </a:cubicBezTo>
                  <a:cubicBezTo>
                    <a:pt x="266" y="93"/>
                    <a:pt x="262" y="90"/>
                    <a:pt x="261" y="89"/>
                  </a:cubicBezTo>
                  <a:cubicBezTo>
                    <a:pt x="259" y="88"/>
                    <a:pt x="256" y="87"/>
                    <a:pt x="255" y="86"/>
                  </a:cubicBezTo>
                  <a:cubicBezTo>
                    <a:pt x="255" y="85"/>
                    <a:pt x="254" y="84"/>
                    <a:pt x="254" y="83"/>
                  </a:cubicBezTo>
                  <a:cubicBezTo>
                    <a:pt x="254" y="82"/>
                    <a:pt x="254" y="80"/>
                    <a:pt x="254" y="79"/>
                  </a:cubicBezTo>
                  <a:cubicBezTo>
                    <a:pt x="255" y="79"/>
                    <a:pt x="256" y="79"/>
                    <a:pt x="257" y="78"/>
                  </a:cubicBezTo>
                  <a:cubicBezTo>
                    <a:pt x="258" y="78"/>
                    <a:pt x="260" y="76"/>
                    <a:pt x="261" y="75"/>
                  </a:cubicBezTo>
                  <a:cubicBezTo>
                    <a:pt x="262" y="74"/>
                    <a:pt x="263" y="73"/>
                    <a:pt x="264" y="72"/>
                  </a:cubicBezTo>
                  <a:cubicBezTo>
                    <a:pt x="265" y="72"/>
                    <a:pt x="267" y="71"/>
                    <a:pt x="268" y="72"/>
                  </a:cubicBezTo>
                  <a:cubicBezTo>
                    <a:pt x="269" y="72"/>
                    <a:pt x="270" y="74"/>
                    <a:pt x="271" y="75"/>
                  </a:cubicBezTo>
                  <a:cubicBezTo>
                    <a:pt x="271" y="76"/>
                    <a:pt x="271" y="79"/>
                    <a:pt x="272" y="80"/>
                  </a:cubicBezTo>
                  <a:cubicBezTo>
                    <a:pt x="273" y="81"/>
                    <a:pt x="275" y="82"/>
                    <a:pt x="276" y="82"/>
                  </a:cubicBezTo>
                  <a:cubicBezTo>
                    <a:pt x="277" y="82"/>
                    <a:pt x="279" y="81"/>
                    <a:pt x="279" y="80"/>
                  </a:cubicBezTo>
                  <a:cubicBezTo>
                    <a:pt x="280" y="79"/>
                    <a:pt x="281" y="76"/>
                    <a:pt x="282" y="76"/>
                  </a:cubicBezTo>
                  <a:cubicBezTo>
                    <a:pt x="283" y="75"/>
                    <a:pt x="286" y="76"/>
                    <a:pt x="287" y="76"/>
                  </a:cubicBezTo>
                  <a:cubicBezTo>
                    <a:pt x="288" y="75"/>
                    <a:pt x="290" y="74"/>
                    <a:pt x="290" y="73"/>
                  </a:cubicBezTo>
                  <a:cubicBezTo>
                    <a:pt x="291" y="72"/>
                    <a:pt x="291" y="70"/>
                    <a:pt x="291" y="69"/>
                  </a:cubicBezTo>
                  <a:cubicBezTo>
                    <a:pt x="290" y="68"/>
                    <a:pt x="288" y="68"/>
                    <a:pt x="287" y="67"/>
                  </a:cubicBezTo>
                  <a:cubicBezTo>
                    <a:pt x="286" y="66"/>
                    <a:pt x="285" y="63"/>
                    <a:pt x="285" y="62"/>
                  </a:cubicBezTo>
                  <a:cubicBezTo>
                    <a:pt x="285" y="61"/>
                    <a:pt x="286" y="57"/>
                    <a:pt x="286" y="56"/>
                  </a:cubicBezTo>
                  <a:cubicBezTo>
                    <a:pt x="286" y="55"/>
                    <a:pt x="286" y="52"/>
                    <a:pt x="285" y="51"/>
                  </a:cubicBezTo>
                  <a:cubicBezTo>
                    <a:pt x="284" y="50"/>
                    <a:pt x="282" y="49"/>
                    <a:pt x="281" y="49"/>
                  </a:cubicBezTo>
                  <a:cubicBezTo>
                    <a:pt x="280" y="48"/>
                    <a:pt x="279" y="46"/>
                    <a:pt x="279" y="45"/>
                  </a:cubicBezTo>
                  <a:cubicBezTo>
                    <a:pt x="279" y="44"/>
                    <a:pt x="279" y="43"/>
                    <a:pt x="280" y="42"/>
                  </a:cubicBezTo>
                  <a:cubicBezTo>
                    <a:pt x="280" y="41"/>
                    <a:pt x="282" y="41"/>
                    <a:pt x="283" y="41"/>
                  </a:cubicBezTo>
                  <a:cubicBezTo>
                    <a:pt x="285" y="41"/>
                    <a:pt x="289" y="41"/>
                    <a:pt x="291" y="42"/>
                  </a:cubicBezTo>
                  <a:cubicBezTo>
                    <a:pt x="292" y="42"/>
                    <a:pt x="294" y="45"/>
                    <a:pt x="295" y="46"/>
                  </a:cubicBezTo>
                  <a:cubicBezTo>
                    <a:pt x="296" y="47"/>
                    <a:pt x="299" y="48"/>
                    <a:pt x="300" y="49"/>
                  </a:cubicBezTo>
                  <a:cubicBezTo>
                    <a:pt x="301" y="49"/>
                    <a:pt x="303" y="50"/>
                    <a:pt x="304" y="50"/>
                  </a:cubicBezTo>
                  <a:cubicBezTo>
                    <a:pt x="305" y="51"/>
                    <a:pt x="306" y="52"/>
                    <a:pt x="306" y="52"/>
                  </a:cubicBezTo>
                  <a:cubicBezTo>
                    <a:pt x="307" y="53"/>
                    <a:pt x="308" y="55"/>
                    <a:pt x="309" y="55"/>
                  </a:cubicBezTo>
                  <a:cubicBezTo>
                    <a:pt x="310" y="56"/>
                    <a:pt x="313" y="56"/>
                    <a:pt x="314" y="57"/>
                  </a:cubicBezTo>
                  <a:cubicBezTo>
                    <a:pt x="315" y="58"/>
                    <a:pt x="317" y="59"/>
                    <a:pt x="318" y="60"/>
                  </a:cubicBezTo>
                  <a:cubicBezTo>
                    <a:pt x="319" y="61"/>
                    <a:pt x="321" y="61"/>
                    <a:pt x="322" y="62"/>
                  </a:cubicBezTo>
                  <a:cubicBezTo>
                    <a:pt x="323" y="63"/>
                    <a:pt x="323" y="66"/>
                    <a:pt x="323" y="68"/>
                  </a:cubicBezTo>
                  <a:cubicBezTo>
                    <a:pt x="323" y="70"/>
                    <a:pt x="324" y="74"/>
                    <a:pt x="324" y="76"/>
                  </a:cubicBezTo>
                  <a:cubicBezTo>
                    <a:pt x="324" y="78"/>
                    <a:pt x="324" y="81"/>
                    <a:pt x="324" y="83"/>
                  </a:cubicBezTo>
                  <a:cubicBezTo>
                    <a:pt x="325" y="84"/>
                    <a:pt x="326" y="87"/>
                    <a:pt x="327" y="88"/>
                  </a:cubicBezTo>
                  <a:cubicBezTo>
                    <a:pt x="328" y="89"/>
                    <a:pt x="329" y="91"/>
                    <a:pt x="330" y="92"/>
                  </a:cubicBezTo>
                  <a:cubicBezTo>
                    <a:pt x="331" y="93"/>
                    <a:pt x="333" y="94"/>
                    <a:pt x="334" y="94"/>
                  </a:cubicBezTo>
                  <a:cubicBezTo>
                    <a:pt x="335" y="94"/>
                    <a:pt x="338" y="93"/>
                    <a:pt x="339" y="93"/>
                  </a:cubicBezTo>
                  <a:cubicBezTo>
                    <a:pt x="340" y="94"/>
                    <a:pt x="341" y="96"/>
                    <a:pt x="341" y="97"/>
                  </a:cubicBezTo>
                  <a:cubicBezTo>
                    <a:pt x="341" y="98"/>
                    <a:pt x="339" y="102"/>
                    <a:pt x="339" y="103"/>
                  </a:cubicBezTo>
                  <a:cubicBezTo>
                    <a:pt x="339" y="105"/>
                    <a:pt x="340" y="108"/>
                    <a:pt x="341" y="110"/>
                  </a:cubicBezTo>
                  <a:cubicBezTo>
                    <a:pt x="341" y="112"/>
                    <a:pt x="343" y="115"/>
                    <a:pt x="344" y="116"/>
                  </a:cubicBezTo>
                  <a:cubicBezTo>
                    <a:pt x="345" y="117"/>
                    <a:pt x="347" y="119"/>
                    <a:pt x="349" y="119"/>
                  </a:cubicBezTo>
                  <a:cubicBezTo>
                    <a:pt x="350" y="120"/>
                    <a:pt x="353" y="121"/>
                    <a:pt x="354" y="121"/>
                  </a:cubicBezTo>
                  <a:cubicBezTo>
                    <a:pt x="355" y="122"/>
                    <a:pt x="358" y="122"/>
                    <a:pt x="359" y="123"/>
                  </a:cubicBezTo>
                  <a:cubicBezTo>
                    <a:pt x="359" y="123"/>
                    <a:pt x="360" y="125"/>
                    <a:pt x="361" y="126"/>
                  </a:cubicBezTo>
                  <a:cubicBezTo>
                    <a:pt x="362" y="127"/>
                    <a:pt x="364" y="130"/>
                    <a:pt x="365" y="131"/>
                  </a:cubicBezTo>
                  <a:cubicBezTo>
                    <a:pt x="366" y="132"/>
                    <a:pt x="366" y="134"/>
                    <a:pt x="366" y="135"/>
                  </a:cubicBezTo>
                  <a:cubicBezTo>
                    <a:pt x="367" y="137"/>
                    <a:pt x="366" y="140"/>
                    <a:pt x="366" y="141"/>
                  </a:cubicBezTo>
                  <a:cubicBezTo>
                    <a:pt x="366" y="142"/>
                    <a:pt x="367" y="145"/>
                    <a:pt x="367" y="146"/>
                  </a:cubicBezTo>
                  <a:cubicBezTo>
                    <a:pt x="368" y="147"/>
                    <a:pt x="368" y="149"/>
                    <a:pt x="368" y="150"/>
                  </a:cubicBezTo>
                  <a:cubicBezTo>
                    <a:pt x="369" y="152"/>
                    <a:pt x="371" y="156"/>
                    <a:pt x="370" y="158"/>
                  </a:cubicBezTo>
                  <a:cubicBezTo>
                    <a:pt x="370" y="159"/>
                    <a:pt x="368" y="162"/>
                    <a:pt x="367" y="163"/>
                  </a:cubicBezTo>
                  <a:cubicBezTo>
                    <a:pt x="367" y="163"/>
                    <a:pt x="365" y="165"/>
                    <a:pt x="363" y="165"/>
                  </a:cubicBezTo>
                  <a:cubicBezTo>
                    <a:pt x="363" y="165"/>
                    <a:pt x="361" y="165"/>
                    <a:pt x="360" y="164"/>
                  </a:cubicBezTo>
                  <a:cubicBezTo>
                    <a:pt x="359" y="164"/>
                    <a:pt x="357" y="162"/>
                    <a:pt x="356" y="162"/>
                  </a:cubicBezTo>
                  <a:cubicBezTo>
                    <a:pt x="355" y="162"/>
                    <a:pt x="354" y="163"/>
                    <a:pt x="354" y="164"/>
                  </a:cubicBezTo>
                  <a:cubicBezTo>
                    <a:pt x="354" y="165"/>
                    <a:pt x="354" y="167"/>
                    <a:pt x="355" y="168"/>
                  </a:cubicBezTo>
                  <a:cubicBezTo>
                    <a:pt x="355" y="170"/>
                    <a:pt x="358" y="171"/>
                    <a:pt x="359" y="172"/>
                  </a:cubicBezTo>
                  <a:cubicBezTo>
                    <a:pt x="360" y="173"/>
                    <a:pt x="362" y="174"/>
                    <a:pt x="363" y="176"/>
                  </a:cubicBezTo>
                  <a:cubicBezTo>
                    <a:pt x="364" y="176"/>
                    <a:pt x="365" y="179"/>
                    <a:pt x="365" y="180"/>
                  </a:cubicBezTo>
                  <a:cubicBezTo>
                    <a:pt x="366" y="181"/>
                    <a:pt x="365" y="184"/>
                    <a:pt x="365" y="185"/>
                  </a:cubicBezTo>
                  <a:cubicBezTo>
                    <a:pt x="365" y="186"/>
                    <a:pt x="366" y="189"/>
                    <a:pt x="365" y="190"/>
                  </a:cubicBezTo>
                  <a:cubicBezTo>
                    <a:pt x="364" y="191"/>
                    <a:pt x="362" y="191"/>
                    <a:pt x="361" y="191"/>
                  </a:cubicBezTo>
                  <a:cubicBezTo>
                    <a:pt x="360" y="191"/>
                    <a:pt x="357" y="190"/>
                    <a:pt x="356" y="191"/>
                  </a:cubicBezTo>
                  <a:cubicBezTo>
                    <a:pt x="356" y="192"/>
                    <a:pt x="355" y="194"/>
                    <a:pt x="355" y="195"/>
                  </a:cubicBezTo>
                  <a:cubicBezTo>
                    <a:pt x="356" y="196"/>
                    <a:pt x="359" y="198"/>
                    <a:pt x="360" y="199"/>
                  </a:cubicBezTo>
                  <a:cubicBezTo>
                    <a:pt x="361" y="199"/>
                    <a:pt x="364" y="200"/>
                    <a:pt x="364" y="201"/>
                  </a:cubicBezTo>
                  <a:cubicBezTo>
                    <a:pt x="365" y="202"/>
                    <a:pt x="365" y="205"/>
                    <a:pt x="365" y="206"/>
                  </a:cubicBezTo>
                  <a:cubicBezTo>
                    <a:pt x="365" y="207"/>
                    <a:pt x="363" y="209"/>
                    <a:pt x="362" y="209"/>
                  </a:cubicBezTo>
                  <a:cubicBezTo>
                    <a:pt x="361" y="210"/>
                    <a:pt x="360" y="210"/>
                    <a:pt x="359" y="210"/>
                  </a:cubicBezTo>
                  <a:cubicBezTo>
                    <a:pt x="358" y="210"/>
                    <a:pt x="356" y="210"/>
                    <a:pt x="355" y="209"/>
                  </a:cubicBezTo>
                  <a:cubicBezTo>
                    <a:pt x="354" y="209"/>
                    <a:pt x="352" y="209"/>
                    <a:pt x="351" y="210"/>
                  </a:cubicBezTo>
                  <a:cubicBezTo>
                    <a:pt x="350" y="210"/>
                    <a:pt x="348" y="212"/>
                    <a:pt x="349" y="213"/>
                  </a:cubicBezTo>
                  <a:cubicBezTo>
                    <a:pt x="349" y="214"/>
                    <a:pt x="351" y="215"/>
                    <a:pt x="352" y="215"/>
                  </a:cubicBezTo>
                  <a:cubicBezTo>
                    <a:pt x="353" y="215"/>
                    <a:pt x="355" y="214"/>
                    <a:pt x="356" y="214"/>
                  </a:cubicBezTo>
                  <a:cubicBezTo>
                    <a:pt x="356" y="215"/>
                    <a:pt x="358" y="215"/>
                    <a:pt x="358" y="216"/>
                  </a:cubicBezTo>
                  <a:cubicBezTo>
                    <a:pt x="359" y="217"/>
                    <a:pt x="359" y="219"/>
                    <a:pt x="358" y="220"/>
                  </a:cubicBezTo>
                  <a:cubicBezTo>
                    <a:pt x="358" y="221"/>
                    <a:pt x="356" y="220"/>
                    <a:pt x="356" y="221"/>
                  </a:cubicBezTo>
                  <a:cubicBezTo>
                    <a:pt x="354" y="221"/>
                    <a:pt x="352" y="220"/>
                    <a:pt x="351" y="221"/>
                  </a:cubicBezTo>
                  <a:cubicBezTo>
                    <a:pt x="351" y="221"/>
                    <a:pt x="352" y="224"/>
                    <a:pt x="351" y="225"/>
                  </a:cubicBezTo>
                  <a:cubicBezTo>
                    <a:pt x="351" y="225"/>
                    <a:pt x="350" y="227"/>
                    <a:pt x="349" y="227"/>
                  </a:cubicBezTo>
                  <a:cubicBezTo>
                    <a:pt x="348" y="228"/>
                    <a:pt x="346" y="227"/>
                    <a:pt x="345" y="226"/>
                  </a:cubicBezTo>
                  <a:cubicBezTo>
                    <a:pt x="344" y="226"/>
                    <a:pt x="343" y="223"/>
                    <a:pt x="343" y="222"/>
                  </a:cubicBezTo>
                  <a:cubicBezTo>
                    <a:pt x="341" y="221"/>
                    <a:pt x="338" y="221"/>
                    <a:pt x="336" y="221"/>
                  </a:cubicBezTo>
                  <a:cubicBezTo>
                    <a:pt x="335" y="220"/>
                    <a:pt x="332" y="220"/>
                    <a:pt x="331" y="220"/>
                  </a:cubicBezTo>
                  <a:cubicBezTo>
                    <a:pt x="330" y="219"/>
                    <a:pt x="328" y="218"/>
                    <a:pt x="327" y="218"/>
                  </a:cubicBezTo>
                  <a:cubicBezTo>
                    <a:pt x="326" y="218"/>
                    <a:pt x="324" y="217"/>
                    <a:pt x="324" y="217"/>
                  </a:cubicBezTo>
                  <a:cubicBezTo>
                    <a:pt x="323" y="217"/>
                    <a:pt x="321" y="217"/>
                    <a:pt x="321" y="217"/>
                  </a:cubicBezTo>
                  <a:cubicBezTo>
                    <a:pt x="320" y="216"/>
                    <a:pt x="320" y="215"/>
                    <a:pt x="319" y="214"/>
                  </a:cubicBezTo>
                  <a:cubicBezTo>
                    <a:pt x="318" y="214"/>
                    <a:pt x="317" y="213"/>
                    <a:pt x="316" y="213"/>
                  </a:cubicBezTo>
                  <a:cubicBezTo>
                    <a:pt x="315" y="214"/>
                    <a:pt x="316" y="216"/>
                    <a:pt x="315" y="216"/>
                  </a:cubicBezTo>
                  <a:cubicBezTo>
                    <a:pt x="315" y="216"/>
                    <a:pt x="314" y="216"/>
                    <a:pt x="313" y="215"/>
                  </a:cubicBezTo>
                  <a:cubicBezTo>
                    <a:pt x="312" y="215"/>
                    <a:pt x="310" y="213"/>
                    <a:pt x="309" y="212"/>
                  </a:cubicBezTo>
                  <a:cubicBezTo>
                    <a:pt x="308" y="212"/>
                    <a:pt x="306" y="210"/>
                    <a:pt x="305" y="210"/>
                  </a:cubicBezTo>
                  <a:cubicBezTo>
                    <a:pt x="304" y="210"/>
                    <a:pt x="302" y="210"/>
                    <a:pt x="300" y="210"/>
                  </a:cubicBezTo>
                  <a:cubicBezTo>
                    <a:pt x="300" y="210"/>
                    <a:pt x="298" y="209"/>
                    <a:pt x="297" y="209"/>
                  </a:cubicBezTo>
                  <a:cubicBezTo>
                    <a:pt x="297" y="209"/>
                    <a:pt x="295" y="208"/>
                    <a:pt x="295" y="208"/>
                  </a:cubicBezTo>
                  <a:cubicBezTo>
                    <a:pt x="294" y="208"/>
                    <a:pt x="293" y="209"/>
                    <a:pt x="293" y="210"/>
                  </a:cubicBezTo>
                  <a:cubicBezTo>
                    <a:pt x="292" y="211"/>
                    <a:pt x="292" y="213"/>
                    <a:pt x="292" y="213"/>
                  </a:cubicBezTo>
                  <a:cubicBezTo>
                    <a:pt x="290" y="215"/>
                    <a:pt x="286" y="214"/>
                    <a:pt x="284" y="214"/>
                  </a:cubicBezTo>
                  <a:cubicBezTo>
                    <a:pt x="282" y="213"/>
                    <a:pt x="279" y="212"/>
                    <a:pt x="277" y="212"/>
                  </a:cubicBezTo>
                  <a:cubicBezTo>
                    <a:pt x="275" y="212"/>
                    <a:pt x="271" y="212"/>
                    <a:pt x="269" y="213"/>
                  </a:cubicBezTo>
                  <a:cubicBezTo>
                    <a:pt x="267" y="213"/>
                    <a:pt x="265" y="215"/>
                    <a:pt x="263" y="215"/>
                  </a:cubicBezTo>
                  <a:cubicBezTo>
                    <a:pt x="262" y="215"/>
                    <a:pt x="260" y="214"/>
                    <a:pt x="259" y="214"/>
                  </a:cubicBezTo>
                  <a:cubicBezTo>
                    <a:pt x="258" y="213"/>
                    <a:pt x="256" y="213"/>
                    <a:pt x="255" y="213"/>
                  </a:cubicBezTo>
                  <a:cubicBezTo>
                    <a:pt x="254" y="214"/>
                    <a:pt x="253" y="216"/>
                    <a:pt x="253" y="216"/>
                  </a:cubicBezTo>
                  <a:cubicBezTo>
                    <a:pt x="252" y="217"/>
                    <a:pt x="250" y="217"/>
                    <a:pt x="250" y="217"/>
                  </a:cubicBezTo>
                  <a:cubicBezTo>
                    <a:pt x="249" y="218"/>
                    <a:pt x="250" y="221"/>
                    <a:pt x="249" y="222"/>
                  </a:cubicBezTo>
                  <a:cubicBezTo>
                    <a:pt x="249" y="223"/>
                    <a:pt x="248" y="226"/>
                    <a:pt x="247" y="227"/>
                  </a:cubicBezTo>
                  <a:cubicBezTo>
                    <a:pt x="246" y="228"/>
                    <a:pt x="244" y="227"/>
                    <a:pt x="243" y="227"/>
                  </a:cubicBezTo>
                  <a:cubicBezTo>
                    <a:pt x="241" y="227"/>
                    <a:pt x="238" y="224"/>
                    <a:pt x="237" y="224"/>
                  </a:cubicBezTo>
                  <a:cubicBezTo>
                    <a:pt x="235" y="223"/>
                    <a:pt x="232" y="222"/>
                    <a:pt x="230" y="222"/>
                  </a:cubicBezTo>
                  <a:cubicBezTo>
                    <a:pt x="229" y="222"/>
                    <a:pt x="228" y="224"/>
                    <a:pt x="227" y="224"/>
                  </a:cubicBezTo>
                  <a:cubicBezTo>
                    <a:pt x="226" y="225"/>
                    <a:pt x="225" y="225"/>
                    <a:pt x="224" y="225"/>
                  </a:cubicBezTo>
                  <a:cubicBezTo>
                    <a:pt x="223" y="225"/>
                    <a:pt x="221" y="224"/>
                    <a:pt x="220" y="224"/>
                  </a:cubicBezTo>
                  <a:cubicBezTo>
                    <a:pt x="219" y="223"/>
                    <a:pt x="217" y="225"/>
                    <a:pt x="215" y="225"/>
                  </a:cubicBezTo>
                  <a:cubicBezTo>
                    <a:pt x="214" y="225"/>
                    <a:pt x="212" y="225"/>
                    <a:pt x="211" y="224"/>
                  </a:cubicBezTo>
                  <a:cubicBezTo>
                    <a:pt x="210" y="224"/>
                    <a:pt x="209" y="222"/>
                    <a:pt x="209" y="221"/>
                  </a:cubicBezTo>
                  <a:cubicBezTo>
                    <a:pt x="207" y="220"/>
                    <a:pt x="204" y="217"/>
                    <a:pt x="203" y="216"/>
                  </a:cubicBezTo>
                  <a:cubicBezTo>
                    <a:pt x="201" y="215"/>
                    <a:pt x="198" y="214"/>
                    <a:pt x="196" y="214"/>
                  </a:cubicBezTo>
                  <a:cubicBezTo>
                    <a:pt x="195" y="213"/>
                    <a:pt x="192" y="212"/>
                    <a:pt x="191" y="213"/>
                  </a:cubicBezTo>
                  <a:cubicBezTo>
                    <a:pt x="190" y="213"/>
                    <a:pt x="189" y="214"/>
                    <a:pt x="189" y="215"/>
                  </a:cubicBezTo>
                  <a:cubicBezTo>
                    <a:pt x="188" y="216"/>
                    <a:pt x="189" y="219"/>
                    <a:pt x="189" y="220"/>
                  </a:cubicBezTo>
                  <a:cubicBezTo>
                    <a:pt x="190" y="220"/>
                    <a:pt x="192" y="221"/>
                    <a:pt x="193" y="221"/>
                  </a:cubicBezTo>
                  <a:cubicBezTo>
                    <a:pt x="194" y="222"/>
                    <a:pt x="196" y="221"/>
                    <a:pt x="197" y="222"/>
                  </a:cubicBezTo>
                  <a:cubicBezTo>
                    <a:pt x="199" y="222"/>
                    <a:pt x="201" y="224"/>
                    <a:pt x="203" y="225"/>
                  </a:cubicBezTo>
                  <a:cubicBezTo>
                    <a:pt x="203" y="225"/>
                    <a:pt x="205" y="226"/>
                    <a:pt x="205" y="226"/>
                  </a:cubicBezTo>
                  <a:cubicBezTo>
                    <a:pt x="205" y="227"/>
                    <a:pt x="205" y="229"/>
                    <a:pt x="204" y="229"/>
                  </a:cubicBezTo>
                  <a:cubicBezTo>
                    <a:pt x="203" y="229"/>
                    <a:pt x="202" y="229"/>
                    <a:pt x="201" y="229"/>
                  </a:cubicBezTo>
                  <a:cubicBezTo>
                    <a:pt x="200" y="229"/>
                    <a:pt x="199" y="227"/>
                    <a:pt x="199" y="227"/>
                  </a:cubicBezTo>
                  <a:cubicBezTo>
                    <a:pt x="198" y="227"/>
                    <a:pt x="197" y="226"/>
                    <a:pt x="196" y="227"/>
                  </a:cubicBezTo>
                  <a:cubicBezTo>
                    <a:pt x="196" y="227"/>
                    <a:pt x="196" y="229"/>
                    <a:pt x="196" y="230"/>
                  </a:cubicBezTo>
                  <a:cubicBezTo>
                    <a:pt x="196" y="231"/>
                    <a:pt x="198" y="233"/>
                    <a:pt x="198" y="234"/>
                  </a:cubicBezTo>
                  <a:cubicBezTo>
                    <a:pt x="199" y="235"/>
                    <a:pt x="201" y="236"/>
                    <a:pt x="202" y="236"/>
                  </a:cubicBezTo>
                  <a:cubicBezTo>
                    <a:pt x="202" y="237"/>
                    <a:pt x="204" y="239"/>
                    <a:pt x="205" y="240"/>
                  </a:cubicBezTo>
                  <a:cubicBezTo>
                    <a:pt x="206" y="240"/>
                    <a:pt x="208" y="242"/>
                    <a:pt x="209" y="242"/>
                  </a:cubicBezTo>
                  <a:cubicBezTo>
                    <a:pt x="210" y="243"/>
                    <a:pt x="212" y="244"/>
                    <a:pt x="213" y="245"/>
                  </a:cubicBezTo>
                  <a:cubicBezTo>
                    <a:pt x="213" y="245"/>
                    <a:pt x="214" y="247"/>
                    <a:pt x="214" y="248"/>
                  </a:cubicBezTo>
                  <a:cubicBezTo>
                    <a:pt x="214" y="248"/>
                    <a:pt x="213" y="250"/>
                    <a:pt x="213" y="250"/>
                  </a:cubicBezTo>
                  <a:cubicBezTo>
                    <a:pt x="213" y="250"/>
                    <a:pt x="211" y="250"/>
                    <a:pt x="211" y="2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58"/>
            <p:cNvSpPr>
              <a:spLocks/>
            </p:cNvSpPr>
            <p:nvPr/>
          </p:nvSpPr>
          <p:spPr bwMode="auto">
            <a:xfrm>
              <a:off x="7294563" y="4068763"/>
              <a:ext cx="12700" cy="11113"/>
            </a:xfrm>
            <a:custGeom>
              <a:avLst/>
              <a:gdLst/>
              <a:ahLst/>
              <a:cxnLst>
                <a:cxn ang="0">
                  <a:pos x="8" y="3"/>
                </a:cxn>
                <a:cxn ang="0">
                  <a:pos x="3" y="1"/>
                </a:cxn>
                <a:cxn ang="0">
                  <a:pos x="0" y="3"/>
                </a:cxn>
                <a:cxn ang="0">
                  <a:pos x="0" y="6"/>
                </a:cxn>
                <a:cxn ang="0">
                  <a:pos x="2" y="6"/>
                </a:cxn>
                <a:cxn ang="0">
                  <a:pos x="6" y="6"/>
                </a:cxn>
                <a:cxn ang="0">
                  <a:pos x="8" y="3"/>
                </a:cxn>
              </a:cxnLst>
              <a:rect l="0" t="0" r="r" b="b"/>
              <a:pathLst>
                <a:path w="8" h="7">
                  <a:moveTo>
                    <a:pt x="8" y="3"/>
                  </a:moveTo>
                  <a:cubicBezTo>
                    <a:pt x="7" y="2"/>
                    <a:pt x="5" y="0"/>
                    <a:pt x="3" y="1"/>
                  </a:cubicBezTo>
                  <a:cubicBezTo>
                    <a:pt x="2" y="1"/>
                    <a:pt x="0" y="2"/>
                    <a:pt x="0" y="3"/>
                  </a:cubicBezTo>
                  <a:cubicBezTo>
                    <a:pt x="0" y="4"/>
                    <a:pt x="0" y="6"/>
                    <a:pt x="0" y="6"/>
                  </a:cubicBezTo>
                  <a:cubicBezTo>
                    <a:pt x="1" y="7"/>
                    <a:pt x="2" y="6"/>
                    <a:pt x="2" y="6"/>
                  </a:cubicBezTo>
                  <a:cubicBezTo>
                    <a:pt x="3" y="6"/>
                    <a:pt x="5" y="6"/>
                    <a:pt x="6" y="6"/>
                  </a:cubicBezTo>
                  <a:cubicBezTo>
                    <a:pt x="7" y="5"/>
                    <a:pt x="8" y="4"/>
                    <a:pt x="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59"/>
            <p:cNvSpPr>
              <a:spLocks/>
            </p:cNvSpPr>
            <p:nvPr/>
          </p:nvSpPr>
          <p:spPr bwMode="auto">
            <a:xfrm>
              <a:off x="7312026" y="3224213"/>
              <a:ext cx="588963" cy="485775"/>
            </a:xfrm>
            <a:custGeom>
              <a:avLst/>
              <a:gdLst/>
              <a:ahLst/>
              <a:cxnLst>
                <a:cxn ang="0">
                  <a:pos x="273" y="57"/>
                </a:cxn>
                <a:cxn ang="0">
                  <a:pos x="321" y="0"/>
                </a:cxn>
                <a:cxn ang="0">
                  <a:pos x="369" y="56"/>
                </a:cxn>
                <a:cxn ang="0">
                  <a:pos x="334" y="109"/>
                </a:cxn>
                <a:cxn ang="0">
                  <a:pos x="286" y="119"/>
                </a:cxn>
                <a:cxn ang="0">
                  <a:pos x="241" y="154"/>
                </a:cxn>
                <a:cxn ang="0">
                  <a:pos x="231" y="185"/>
                </a:cxn>
                <a:cxn ang="0">
                  <a:pos x="227" y="167"/>
                </a:cxn>
                <a:cxn ang="0">
                  <a:pos x="230" y="153"/>
                </a:cxn>
                <a:cxn ang="0">
                  <a:pos x="205" y="170"/>
                </a:cxn>
                <a:cxn ang="0">
                  <a:pos x="213" y="194"/>
                </a:cxn>
                <a:cxn ang="0">
                  <a:pos x="225" y="193"/>
                </a:cxn>
                <a:cxn ang="0">
                  <a:pos x="246" y="191"/>
                </a:cxn>
                <a:cxn ang="0">
                  <a:pos x="264" y="201"/>
                </a:cxn>
                <a:cxn ang="0">
                  <a:pos x="257" y="225"/>
                </a:cxn>
                <a:cxn ang="0">
                  <a:pos x="237" y="215"/>
                </a:cxn>
                <a:cxn ang="0">
                  <a:pos x="240" y="227"/>
                </a:cxn>
                <a:cxn ang="0">
                  <a:pos x="249" y="249"/>
                </a:cxn>
                <a:cxn ang="0">
                  <a:pos x="259" y="275"/>
                </a:cxn>
                <a:cxn ang="0">
                  <a:pos x="245" y="285"/>
                </a:cxn>
                <a:cxn ang="0">
                  <a:pos x="221" y="304"/>
                </a:cxn>
                <a:cxn ang="0">
                  <a:pos x="184" y="294"/>
                </a:cxn>
                <a:cxn ang="0">
                  <a:pos x="163" y="283"/>
                </a:cxn>
                <a:cxn ang="0">
                  <a:pos x="138" y="270"/>
                </a:cxn>
                <a:cxn ang="0">
                  <a:pos x="92" y="246"/>
                </a:cxn>
                <a:cxn ang="0">
                  <a:pos x="50" y="228"/>
                </a:cxn>
                <a:cxn ang="0">
                  <a:pos x="54" y="224"/>
                </a:cxn>
                <a:cxn ang="0">
                  <a:pos x="88" y="237"/>
                </a:cxn>
                <a:cxn ang="0">
                  <a:pos x="114" y="248"/>
                </a:cxn>
                <a:cxn ang="0">
                  <a:pos x="121" y="243"/>
                </a:cxn>
                <a:cxn ang="0">
                  <a:pos x="105" y="224"/>
                </a:cxn>
                <a:cxn ang="0">
                  <a:pos x="104" y="232"/>
                </a:cxn>
                <a:cxn ang="0">
                  <a:pos x="95" y="222"/>
                </a:cxn>
                <a:cxn ang="0">
                  <a:pos x="86" y="198"/>
                </a:cxn>
                <a:cxn ang="0">
                  <a:pos x="103" y="192"/>
                </a:cxn>
                <a:cxn ang="0">
                  <a:pos x="117" y="193"/>
                </a:cxn>
                <a:cxn ang="0">
                  <a:pos x="116" y="176"/>
                </a:cxn>
                <a:cxn ang="0">
                  <a:pos x="105" y="172"/>
                </a:cxn>
                <a:cxn ang="0">
                  <a:pos x="85" y="164"/>
                </a:cxn>
                <a:cxn ang="0">
                  <a:pos x="89" y="147"/>
                </a:cxn>
                <a:cxn ang="0">
                  <a:pos x="77" y="138"/>
                </a:cxn>
                <a:cxn ang="0">
                  <a:pos x="61" y="140"/>
                </a:cxn>
                <a:cxn ang="0">
                  <a:pos x="60" y="157"/>
                </a:cxn>
                <a:cxn ang="0">
                  <a:pos x="45" y="156"/>
                </a:cxn>
                <a:cxn ang="0">
                  <a:pos x="13" y="147"/>
                </a:cxn>
                <a:cxn ang="0">
                  <a:pos x="10" y="132"/>
                </a:cxn>
                <a:cxn ang="0">
                  <a:pos x="11" y="85"/>
                </a:cxn>
                <a:cxn ang="0">
                  <a:pos x="55" y="88"/>
                </a:cxn>
                <a:cxn ang="0">
                  <a:pos x="27" y="32"/>
                </a:cxn>
                <a:cxn ang="0">
                  <a:pos x="93" y="11"/>
                </a:cxn>
                <a:cxn ang="0">
                  <a:pos x="150" y="50"/>
                </a:cxn>
                <a:cxn ang="0">
                  <a:pos x="138" y="82"/>
                </a:cxn>
                <a:cxn ang="0">
                  <a:pos x="215" y="76"/>
                </a:cxn>
              </a:cxnLst>
              <a:rect l="0" t="0" r="r" b="b"/>
              <a:pathLst>
                <a:path w="375" h="309">
                  <a:moveTo>
                    <a:pt x="217" y="75"/>
                  </a:moveTo>
                  <a:cubicBezTo>
                    <a:pt x="222" y="71"/>
                    <a:pt x="231" y="65"/>
                    <a:pt x="236" y="62"/>
                  </a:cubicBezTo>
                  <a:cubicBezTo>
                    <a:pt x="239" y="60"/>
                    <a:pt x="245" y="55"/>
                    <a:pt x="249" y="54"/>
                  </a:cubicBezTo>
                  <a:cubicBezTo>
                    <a:pt x="252" y="53"/>
                    <a:pt x="259" y="53"/>
                    <a:pt x="262" y="54"/>
                  </a:cubicBezTo>
                  <a:cubicBezTo>
                    <a:pt x="265" y="54"/>
                    <a:pt x="271" y="57"/>
                    <a:pt x="273" y="57"/>
                  </a:cubicBezTo>
                  <a:cubicBezTo>
                    <a:pt x="277" y="57"/>
                    <a:pt x="284" y="56"/>
                    <a:pt x="287" y="54"/>
                  </a:cubicBezTo>
                  <a:cubicBezTo>
                    <a:pt x="291" y="52"/>
                    <a:pt x="297" y="44"/>
                    <a:pt x="300" y="40"/>
                  </a:cubicBezTo>
                  <a:cubicBezTo>
                    <a:pt x="302" y="35"/>
                    <a:pt x="303" y="23"/>
                    <a:pt x="305" y="18"/>
                  </a:cubicBezTo>
                  <a:cubicBezTo>
                    <a:pt x="307" y="15"/>
                    <a:pt x="311" y="8"/>
                    <a:pt x="314" y="5"/>
                  </a:cubicBezTo>
                  <a:cubicBezTo>
                    <a:pt x="315" y="4"/>
                    <a:pt x="318" y="2"/>
                    <a:pt x="321" y="0"/>
                  </a:cubicBezTo>
                  <a:cubicBezTo>
                    <a:pt x="324" y="0"/>
                    <a:pt x="327" y="0"/>
                    <a:pt x="329" y="1"/>
                  </a:cubicBezTo>
                  <a:cubicBezTo>
                    <a:pt x="334" y="3"/>
                    <a:pt x="343" y="9"/>
                    <a:pt x="347" y="13"/>
                  </a:cubicBezTo>
                  <a:cubicBezTo>
                    <a:pt x="350" y="16"/>
                    <a:pt x="356" y="23"/>
                    <a:pt x="359" y="26"/>
                  </a:cubicBezTo>
                  <a:cubicBezTo>
                    <a:pt x="362" y="30"/>
                    <a:pt x="373" y="35"/>
                    <a:pt x="374" y="40"/>
                  </a:cubicBezTo>
                  <a:cubicBezTo>
                    <a:pt x="375" y="44"/>
                    <a:pt x="370" y="52"/>
                    <a:pt x="369" y="56"/>
                  </a:cubicBezTo>
                  <a:cubicBezTo>
                    <a:pt x="369" y="59"/>
                    <a:pt x="370" y="65"/>
                    <a:pt x="370" y="68"/>
                  </a:cubicBezTo>
                  <a:cubicBezTo>
                    <a:pt x="370" y="72"/>
                    <a:pt x="369" y="81"/>
                    <a:pt x="367" y="85"/>
                  </a:cubicBezTo>
                  <a:cubicBezTo>
                    <a:pt x="365" y="89"/>
                    <a:pt x="359" y="96"/>
                    <a:pt x="356" y="99"/>
                  </a:cubicBezTo>
                  <a:cubicBezTo>
                    <a:pt x="353" y="101"/>
                    <a:pt x="347" y="103"/>
                    <a:pt x="344" y="105"/>
                  </a:cubicBezTo>
                  <a:cubicBezTo>
                    <a:pt x="341" y="106"/>
                    <a:pt x="336" y="108"/>
                    <a:pt x="334" y="109"/>
                  </a:cubicBezTo>
                  <a:cubicBezTo>
                    <a:pt x="333" y="110"/>
                    <a:pt x="330" y="112"/>
                    <a:pt x="329" y="113"/>
                  </a:cubicBezTo>
                  <a:cubicBezTo>
                    <a:pt x="326" y="114"/>
                    <a:pt x="320" y="113"/>
                    <a:pt x="318" y="113"/>
                  </a:cubicBezTo>
                  <a:cubicBezTo>
                    <a:pt x="315" y="114"/>
                    <a:pt x="311" y="115"/>
                    <a:pt x="308" y="115"/>
                  </a:cubicBezTo>
                  <a:cubicBezTo>
                    <a:pt x="306" y="115"/>
                    <a:pt x="300" y="115"/>
                    <a:pt x="298" y="115"/>
                  </a:cubicBezTo>
                  <a:cubicBezTo>
                    <a:pt x="295" y="116"/>
                    <a:pt x="289" y="117"/>
                    <a:pt x="286" y="119"/>
                  </a:cubicBezTo>
                  <a:cubicBezTo>
                    <a:pt x="283" y="120"/>
                    <a:pt x="277" y="124"/>
                    <a:pt x="274" y="126"/>
                  </a:cubicBezTo>
                  <a:cubicBezTo>
                    <a:pt x="271" y="128"/>
                    <a:pt x="266" y="131"/>
                    <a:pt x="263" y="133"/>
                  </a:cubicBezTo>
                  <a:cubicBezTo>
                    <a:pt x="261" y="134"/>
                    <a:pt x="256" y="136"/>
                    <a:pt x="255" y="137"/>
                  </a:cubicBezTo>
                  <a:cubicBezTo>
                    <a:pt x="252" y="140"/>
                    <a:pt x="249" y="145"/>
                    <a:pt x="247" y="148"/>
                  </a:cubicBezTo>
                  <a:cubicBezTo>
                    <a:pt x="245" y="150"/>
                    <a:pt x="242" y="152"/>
                    <a:pt x="241" y="154"/>
                  </a:cubicBezTo>
                  <a:cubicBezTo>
                    <a:pt x="239" y="156"/>
                    <a:pt x="237" y="160"/>
                    <a:pt x="237" y="162"/>
                  </a:cubicBezTo>
                  <a:cubicBezTo>
                    <a:pt x="236" y="164"/>
                    <a:pt x="237" y="169"/>
                    <a:pt x="236" y="172"/>
                  </a:cubicBezTo>
                  <a:cubicBezTo>
                    <a:pt x="236" y="174"/>
                    <a:pt x="236" y="177"/>
                    <a:pt x="235" y="179"/>
                  </a:cubicBezTo>
                  <a:cubicBezTo>
                    <a:pt x="235" y="181"/>
                    <a:pt x="236" y="184"/>
                    <a:pt x="235" y="185"/>
                  </a:cubicBezTo>
                  <a:cubicBezTo>
                    <a:pt x="234" y="186"/>
                    <a:pt x="232" y="185"/>
                    <a:pt x="231" y="185"/>
                  </a:cubicBezTo>
                  <a:cubicBezTo>
                    <a:pt x="230" y="185"/>
                    <a:pt x="229" y="187"/>
                    <a:pt x="228" y="187"/>
                  </a:cubicBezTo>
                  <a:cubicBezTo>
                    <a:pt x="227" y="187"/>
                    <a:pt x="226" y="186"/>
                    <a:pt x="226" y="186"/>
                  </a:cubicBezTo>
                  <a:cubicBezTo>
                    <a:pt x="224" y="184"/>
                    <a:pt x="224" y="180"/>
                    <a:pt x="225" y="179"/>
                  </a:cubicBezTo>
                  <a:cubicBezTo>
                    <a:pt x="225" y="177"/>
                    <a:pt x="226" y="174"/>
                    <a:pt x="226" y="173"/>
                  </a:cubicBezTo>
                  <a:cubicBezTo>
                    <a:pt x="227" y="171"/>
                    <a:pt x="227" y="168"/>
                    <a:pt x="227" y="167"/>
                  </a:cubicBezTo>
                  <a:cubicBezTo>
                    <a:pt x="228" y="166"/>
                    <a:pt x="230" y="164"/>
                    <a:pt x="230" y="163"/>
                  </a:cubicBezTo>
                  <a:cubicBezTo>
                    <a:pt x="231" y="162"/>
                    <a:pt x="231" y="159"/>
                    <a:pt x="232" y="158"/>
                  </a:cubicBezTo>
                  <a:cubicBezTo>
                    <a:pt x="232" y="157"/>
                    <a:pt x="234" y="156"/>
                    <a:pt x="235" y="155"/>
                  </a:cubicBezTo>
                  <a:cubicBezTo>
                    <a:pt x="235" y="155"/>
                    <a:pt x="234" y="153"/>
                    <a:pt x="234" y="153"/>
                  </a:cubicBezTo>
                  <a:cubicBezTo>
                    <a:pt x="233" y="152"/>
                    <a:pt x="231" y="153"/>
                    <a:pt x="230" y="153"/>
                  </a:cubicBezTo>
                  <a:cubicBezTo>
                    <a:pt x="230" y="153"/>
                    <a:pt x="229" y="155"/>
                    <a:pt x="228" y="155"/>
                  </a:cubicBezTo>
                  <a:cubicBezTo>
                    <a:pt x="227" y="156"/>
                    <a:pt x="224" y="158"/>
                    <a:pt x="223" y="158"/>
                  </a:cubicBezTo>
                  <a:cubicBezTo>
                    <a:pt x="221" y="159"/>
                    <a:pt x="217" y="159"/>
                    <a:pt x="215" y="160"/>
                  </a:cubicBezTo>
                  <a:cubicBezTo>
                    <a:pt x="213" y="160"/>
                    <a:pt x="211" y="162"/>
                    <a:pt x="210" y="163"/>
                  </a:cubicBezTo>
                  <a:cubicBezTo>
                    <a:pt x="208" y="164"/>
                    <a:pt x="205" y="168"/>
                    <a:pt x="205" y="170"/>
                  </a:cubicBezTo>
                  <a:cubicBezTo>
                    <a:pt x="204" y="172"/>
                    <a:pt x="203" y="175"/>
                    <a:pt x="203" y="177"/>
                  </a:cubicBezTo>
                  <a:cubicBezTo>
                    <a:pt x="204" y="179"/>
                    <a:pt x="207" y="181"/>
                    <a:pt x="208" y="182"/>
                  </a:cubicBezTo>
                  <a:cubicBezTo>
                    <a:pt x="208" y="183"/>
                    <a:pt x="210" y="186"/>
                    <a:pt x="210" y="187"/>
                  </a:cubicBezTo>
                  <a:cubicBezTo>
                    <a:pt x="210" y="188"/>
                    <a:pt x="209" y="190"/>
                    <a:pt x="210" y="191"/>
                  </a:cubicBezTo>
                  <a:cubicBezTo>
                    <a:pt x="210" y="192"/>
                    <a:pt x="212" y="194"/>
                    <a:pt x="213" y="194"/>
                  </a:cubicBezTo>
                  <a:cubicBezTo>
                    <a:pt x="214" y="194"/>
                    <a:pt x="215" y="193"/>
                    <a:pt x="216" y="192"/>
                  </a:cubicBezTo>
                  <a:cubicBezTo>
                    <a:pt x="216" y="192"/>
                    <a:pt x="215" y="191"/>
                    <a:pt x="216" y="191"/>
                  </a:cubicBezTo>
                  <a:cubicBezTo>
                    <a:pt x="217" y="190"/>
                    <a:pt x="219" y="190"/>
                    <a:pt x="220" y="190"/>
                  </a:cubicBezTo>
                  <a:cubicBezTo>
                    <a:pt x="221" y="190"/>
                    <a:pt x="222" y="191"/>
                    <a:pt x="223" y="191"/>
                  </a:cubicBezTo>
                  <a:cubicBezTo>
                    <a:pt x="223" y="191"/>
                    <a:pt x="224" y="193"/>
                    <a:pt x="225" y="193"/>
                  </a:cubicBezTo>
                  <a:cubicBezTo>
                    <a:pt x="226" y="194"/>
                    <a:pt x="229" y="194"/>
                    <a:pt x="231" y="193"/>
                  </a:cubicBezTo>
                  <a:cubicBezTo>
                    <a:pt x="232" y="193"/>
                    <a:pt x="233" y="191"/>
                    <a:pt x="234" y="191"/>
                  </a:cubicBezTo>
                  <a:cubicBezTo>
                    <a:pt x="235" y="190"/>
                    <a:pt x="237" y="190"/>
                    <a:pt x="238" y="190"/>
                  </a:cubicBezTo>
                  <a:cubicBezTo>
                    <a:pt x="239" y="190"/>
                    <a:pt x="240" y="190"/>
                    <a:pt x="241" y="191"/>
                  </a:cubicBezTo>
                  <a:cubicBezTo>
                    <a:pt x="242" y="191"/>
                    <a:pt x="245" y="191"/>
                    <a:pt x="246" y="191"/>
                  </a:cubicBezTo>
                  <a:cubicBezTo>
                    <a:pt x="247" y="191"/>
                    <a:pt x="250" y="191"/>
                    <a:pt x="251" y="191"/>
                  </a:cubicBezTo>
                  <a:cubicBezTo>
                    <a:pt x="252" y="192"/>
                    <a:pt x="253" y="193"/>
                    <a:pt x="254" y="194"/>
                  </a:cubicBezTo>
                  <a:cubicBezTo>
                    <a:pt x="255" y="194"/>
                    <a:pt x="257" y="194"/>
                    <a:pt x="258" y="194"/>
                  </a:cubicBezTo>
                  <a:cubicBezTo>
                    <a:pt x="259" y="195"/>
                    <a:pt x="263" y="195"/>
                    <a:pt x="264" y="196"/>
                  </a:cubicBezTo>
                  <a:cubicBezTo>
                    <a:pt x="265" y="197"/>
                    <a:pt x="264" y="200"/>
                    <a:pt x="264" y="201"/>
                  </a:cubicBezTo>
                  <a:cubicBezTo>
                    <a:pt x="263" y="202"/>
                    <a:pt x="264" y="205"/>
                    <a:pt x="264" y="206"/>
                  </a:cubicBezTo>
                  <a:cubicBezTo>
                    <a:pt x="264" y="207"/>
                    <a:pt x="263" y="210"/>
                    <a:pt x="263" y="211"/>
                  </a:cubicBezTo>
                  <a:cubicBezTo>
                    <a:pt x="263" y="212"/>
                    <a:pt x="261" y="213"/>
                    <a:pt x="261" y="214"/>
                  </a:cubicBezTo>
                  <a:cubicBezTo>
                    <a:pt x="260" y="216"/>
                    <a:pt x="259" y="218"/>
                    <a:pt x="259" y="220"/>
                  </a:cubicBezTo>
                  <a:cubicBezTo>
                    <a:pt x="258" y="221"/>
                    <a:pt x="258" y="224"/>
                    <a:pt x="257" y="225"/>
                  </a:cubicBezTo>
                  <a:cubicBezTo>
                    <a:pt x="257" y="226"/>
                    <a:pt x="255" y="226"/>
                    <a:pt x="254" y="226"/>
                  </a:cubicBezTo>
                  <a:cubicBezTo>
                    <a:pt x="253" y="226"/>
                    <a:pt x="250" y="226"/>
                    <a:pt x="249" y="226"/>
                  </a:cubicBezTo>
                  <a:cubicBezTo>
                    <a:pt x="247" y="225"/>
                    <a:pt x="245" y="225"/>
                    <a:pt x="244" y="225"/>
                  </a:cubicBezTo>
                  <a:cubicBezTo>
                    <a:pt x="243" y="224"/>
                    <a:pt x="241" y="221"/>
                    <a:pt x="240" y="220"/>
                  </a:cubicBezTo>
                  <a:cubicBezTo>
                    <a:pt x="239" y="218"/>
                    <a:pt x="238" y="216"/>
                    <a:pt x="237" y="215"/>
                  </a:cubicBezTo>
                  <a:cubicBezTo>
                    <a:pt x="236" y="214"/>
                    <a:pt x="234" y="213"/>
                    <a:pt x="233" y="213"/>
                  </a:cubicBezTo>
                  <a:cubicBezTo>
                    <a:pt x="232" y="213"/>
                    <a:pt x="232" y="216"/>
                    <a:pt x="232" y="217"/>
                  </a:cubicBezTo>
                  <a:cubicBezTo>
                    <a:pt x="232" y="218"/>
                    <a:pt x="233" y="220"/>
                    <a:pt x="234" y="221"/>
                  </a:cubicBezTo>
                  <a:cubicBezTo>
                    <a:pt x="234" y="222"/>
                    <a:pt x="236" y="224"/>
                    <a:pt x="237" y="225"/>
                  </a:cubicBezTo>
                  <a:cubicBezTo>
                    <a:pt x="238" y="226"/>
                    <a:pt x="240" y="226"/>
                    <a:pt x="240" y="227"/>
                  </a:cubicBezTo>
                  <a:cubicBezTo>
                    <a:pt x="241" y="228"/>
                    <a:pt x="241" y="231"/>
                    <a:pt x="241" y="232"/>
                  </a:cubicBezTo>
                  <a:cubicBezTo>
                    <a:pt x="240" y="234"/>
                    <a:pt x="239" y="235"/>
                    <a:pt x="239" y="236"/>
                  </a:cubicBezTo>
                  <a:cubicBezTo>
                    <a:pt x="239" y="237"/>
                    <a:pt x="240" y="239"/>
                    <a:pt x="241" y="240"/>
                  </a:cubicBezTo>
                  <a:cubicBezTo>
                    <a:pt x="242" y="241"/>
                    <a:pt x="244" y="243"/>
                    <a:pt x="245" y="244"/>
                  </a:cubicBezTo>
                  <a:cubicBezTo>
                    <a:pt x="246" y="245"/>
                    <a:pt x="248" y="247"/>
                    <a:pt x="249" y="249"/>
                  </a:cubicBezTo>
                  <a:cubicBezTo>
                    <a:pt x="250" y="250"/>
                    <a:pt x="249" y="254"/>
                    <a:pt x="250" y="256"/>
                  </a:cubicBezTo>
                  <a:cubicBezTo>
                    <a:pt x="250" y="257"/>
                    <a:pt x="252" y="259"/>
                    <a:pt x="253" y="260"/>
                  </a:cubicBezTo>
                  <a:cubicBezTo>
                    <a:pt x="253" y="261"/>
                    <a:pt x="255" y="263"/>
                    <a:pt x="256" y="264"/>
                  </a:cubicBezTo>
                  <a:cubicBezTo>
                    <a:pt x="256" y="265"/>
                    <a:pt x="257" y="268"/>
                    <a:pt x="257" y="270"/>
                  </a:cubicBezTo>
                  <a:cubicBezTo>
                    <a:pt x="258" y="271"/>
                    <a:pt x="259" y="274"/>
                    <a:pt x="259" y="275"/>
                  </a:cubicBezTo>
                  <a:cubicBezTo>
                    <a:pt x="260" y="276"/>
                    <a:pt x="261" y="278"/>
                    <a:pt x="262" y="279"/>
                  </a:cubicBezTo>
                  <a:cubicBezTo>
                    <a:pt x="262" y="280"/>
                    <a:pt x="261" y="283"/>
                    <a:pt x="260" y="283"/>
                  </a:cubicBezTo>
                  <a:cubicBezTo>
                    <a:pt x="260" y="284"/>
                    <a:pt x="258" y="285"/>
                    <a:pt x="257" y="285"/>
                  </a:cubicBezTo>
                  <a:cubicBezTo>
                    <a:pt x="256" y="286"/>
                    <a:pt x="252" y="286"/>
                    <a:pt x="250" y="286"/>
                  </a:cubicBezTo>
                  <a:cubicBezTo>
                    <a:pt x="249" y="286"/>
                    <a:pt x="246" y="285"/>
                    <a:pt x="245" y="285"/>
                  </a:cubicBezTo>
                  <a:cubicBezTo>
                    <a:pt x="243" y="285"/>
                    <a:pt x="241" y="285"/>
                    <a:pt x="240" y="286"/>
                  </a:cubicBezTo>
                  <a:cubicBezTo>
                    <a:pt x="239" y="286"/>
                    <a:pt x="237" y="288"/>
                    <a:pt x="236" y="289"/>
                  </a:cubicBezTo>
                  <a:cubicBezTo>
                    <a:pt x="235" y="290"/>
                    <a:pt x="235" y="292"/>
                    <a:pt x="234" y="293"/>
                  </a:cubicBezTo>
                  <a:cubicBezTo>
                    <a:pt x="233" y="295"/>
                    <a:pt x="229" y="297"/>
                    <a:pt x="228" y="299"/>
                  </a:cubicBezTo>
                  <a:cubicBezTo>
                    <a:pt x="226" y="300"/>
                    <a:pt x="223" y="303"/>
                    <a:pt x="221" y="304"/>
                  </a:cubicBezTo>
                  <a:cubicBezTo>
                    <a:pt x="219" y="306"/>
                    <a:pt x="214" y="308"/>
                    <a:pt x="212" y="309"/>
                  </a:cubicBezTo>
                  <a:cubicBezTo>
                    <a:pt x="210" y="309"/>
                    <a:pt x="207" y="309"/>
                    <a:pt x="205" y="309"/>
                  </a:cubicBezTo>
                  <a:cubicBezTo>
                    <a:pt x="204" y="308"/>
                    <a:pt x="201" y="305"/>
                    <a:pt x="200" y="304"/>
                  </a:cubicBezTo>
                  <a:cubicBezTo>
                    <a:pt x="198" y="303"/>
                    <a:pt x="194" y="302"/>
                    <a:pt x="192" y="301"/>
                  </a:cubicBezTo>
                  <a:cubicBezTo>
                    <a:pt x="190" y="299"/>
                    <a:pt x="186" y="296"/>
                    <a:pt x="184" y="294"/>
                  </a:cubicBezTo>
                  <a:cubicBezTo>
                    <a:pt x="183" y="293"/>
                    <a:pt x="181" y="289"/>
                    <a:pt x="179" y="288"/>
                  </a:cubicBezTo>
                  <a:cubicBezTo>
                    <a:pt x="178" y="287"/>
                    <a:pt x="176" y="285"/>
                    <a:pt x="175" y="284"/>
                  </a:cubicBezTo>
                  <a:cubicBezTo>
                    <a:pt x="173" y="283"/>
                    <a:pt x="170" y="281"/>
                    <a:pt x="168" y="281"/>
                  </a:cubicBezTo>
                  <a:cubicBezTo>
                    <a:pt x="167" y="280"/>
                    <a:pt x="165" y="279"/>
                    <a:pt x="164" y="279"/>
                  </a:cubicBezTo>
                  <a:cubicBezTo>
                    <a:pt x="163" y="280"/>
                    <a:pt x="163" y="283"/>
                    <a:pt x="163" y="283"/>
                  </a:cubicBezTo>
                  <a:cubicBezTo>
                    <a:pt x="162" y="284"/>
                    <a:pt x="160" y="285"/>
                    <a:pt x="159" y="285"/>
                  </a:cubicBezTo>
                  <a:cubicBezTo>
                    <a:pt x="158" y="286"/>
                    <a:pt x="155" y="286"/>
                    <a:pt x="153" y="286"/>
                  </a:cubicBezTo>
                  <a:cubicBezTo>
                    <a:pt x="152" y="285"/>
                    <a:pt x="150" y="281"/>
                    <a:pt x="149" y="280"/>
                  </a:cubicBezTo>
                  <a:cubicBezTo>
                    <a:pt x="147" y="279"/>
                    <a:pt x="144" y="277"/>
                    <a:pt x="143" y="276"/>
                  </a:cubicBezTo>
                  <a:cubicBezTo>
                    <a:pt x="141" y="275"/>
                    <a:pt x="139" y="272"/>
                    <a:pt x="138" y="270"/>
                  </a:cubicBezTo>
                  <a:cubicBezTo>
                    <a:pt x="136" y="269"/>
                    <a:pt x="133" y="266"/>
                    <a:pt x="131" y="264"/>
                  </a:cubicBezTo>
                  <a:cubicBezTo>
                    <a:pt x="127" y="262"/>
                    <a:pt x="120" y="259"/>
                    <a:pt x="116" y="258"/>
                  </a:cubicBezTo>
                  <a:cubicBezTo>
                    <a:pt x="113" y="257"/>
                    <a:pt x="108" y="255"/>
                    <a:pt x="106" y="253"/>
                  </a:cubicBezTo>
                  <a:cubicBezTo>
                    <a:pt x="104" y="252"/>
                    <a:pt x="102" y="249"/>
                    <a:pt x="100" y="248"/>
                  </a:cubicBezTo>
                  <a:cubicBezTo>
                    <a:pt x="98" y="247"/>
                    <a:pt x="94" y="246"/>
                    <a:pt x="92" y="246"/>
                  </a:cubicBezTo>
                  <a:cubicBezTo>
                    <a:pt x="90" y="245"/>
                    <a:pt x="87" y="244"/>
                    <a:pt x="86" y="243"/>
                  </a:cubicBezTo>
                  <a:cubicBezTo>
                    <a:pt x="85" y="242"/>
                    <a:pt x="82" y="240"/>
                    <a:pt x="81" y="239"/>
                  </a:cubicBezTo>
                  <a:cubicBezTo>
                    <a:pt x="78" y="238"/>
                    <a:pt x="71" y="236"/>
                    <a:pt x="68" y="235"/>
                  </a:cubicBezTo>
                  <a:cubicBezTo>
                    <a:pt x="65" y="234"/>
                    <a:pt x="59" y="230"/>
                    <a:pt x="56" y="229"/>
                  </a:cubicBezTo>
                  <a:cubicBezTo>
                    <a:pt x="55" y="229"/>
                    <a:pt x="52" y="229"/>
                    <a:pt x="50" y="228"/>
                  </a:cubicBezTo>
                  <a:cubicBezTo>
                    <a:pt x="49" y="228"/>
                    <a:pt x="47" y="227"/>
                    <a:pt x="46" y="227"/>
                  </a:cubicBezTo>
                  <a:cubicBezTo>
                    <a:pt x="45" y="226"/>
                    <a:pt x="43" y="226"/>
                    <a:pt x="43" y="225"/>
                  </a:cubicBezTo>
                  <a:cubicBezTo>
                    <a:pt x="42" y="224"/>
                    <a:pt x="42" y="222"/>
                    <a:pt x="43" y="222"/>
                  </a:cubicBezTo>
                  <a:cubicBezTo>
                    <a:pt x="44" y="221"/>
                    <a:pt x="46" y="221"/>
                    <a:pt x="47" y="221"/>
                  </a:cubicBezTo>
                  <a:cubicBezTo>
                    <a:pt x="49" y="222"/>
                    <a:pt x="52" y="223"/>
                    <a:pt x="54" y="224"/>
                  </a:cubicBezTo>
                  <a:cubicBezTo>
                    <a:pt x="56" y="224"/>
                    <a:pt x="59" y="225"/>
                    <a:pt x="61" y="225"/>
                  </a:cubicBezTo>
                  <a:cubicBezTo>
                    <a:pt x="62" y="225"/>
                    <a:pt x="65" y="226"/>
                    <a:pt x="67" y="227"/>
                  </a:cubicBezTo>
                  <a:cubicBezTo>
                    <a:pt x="68" y="227"/>
                    <a:pt x="72" y="230"/>
                    <a:pt x="74" y="231"/>
                  </a:cubicBezTo>
                  <a:cubicBezTo>
                    <a:pt x="76" y="232"/>
                    <a:pt x="80" y="233"/>
                    <a:pt x="82" y="234"/>
                  </a:cubicBezTo>
                  <a:cubicBezTo>
                    <a:pt x="83" y="235"/>
                    <a:pt x="87" y="236"/>
                    <a:pt x="88" y="237"/>
                  </a:cubicBezTo>
                  <a:cubicBezTo>
                    <a:pt x="89" y="237"/>
                    <a:pt x="91" y="239"/>
                    <a:pt x="92" y="239"/>
                  </a:cubicBezTo>
                  <a:cubicBezTo>
                    <a:pt x="94" y="240"/>
                    <a:pt x="98" y="239"/>
                    <a:pt x="100" y="240"/>
                  </a:cubicBezTo>
                  <a:cubicBezTo>
                    <a:pt x="102" y="240"/>
                    <a:pt x="105" y="241"/>
                    <a:pt x="107" y="242"/>
                  </a:cubicBezTo>
                  <a:cubicBezTo>
                    <a:pt x="108" y="243"/>
                    <a:pt x="109" y="244"/>
                    <a:pt x="110" y="245"/>
                  </a:cubicBezTo>
                  <a:cubicBezTo>
                    <a:pt x="111" y="246"/>
                    <a:pt x="113" y="247"/>
                    <a:pt x="114" y="248"/>
                  </a:cubicBezTo>
                  <a:cubicBezTo>
                    <a:pt x="116" y="249"/>
                    <a:pt x="119" y="252"/>
                    <a:pt x="120" y="252"/>
                  </a:cubicBezTo>
                  <a:cubicBezTo>
                    <a:pt x="121" y="253"/>
                    <a:pt x="124" y="254"/>
                    <a:pt x="126" y="253"/>
                  </a:cubicBezTo>
                  <a:cubicBezTo>
                    <a:pt x="126" y="253"/>
                    <a:pt x="126" y="251"/>
                    <a:pt x="126" y="250"/>
                  </a:cubicBezTo>
                  <a:cubicBezTo>
                    <a:pt x="126" y="249"/>
                    <a:pt x="125" y="247"/>
                    <a:pt x="125" y="246"/>
                  </a:cubicBezTo>
                  <a:cubicBezTo>
                    <a:pt x="124" y="245"/>
                    <a:pt x="121" y="244"/>
                    <a:pt x="121" y="243"/>
                  </a:cubicBezTo>
                  <a:cubicBezTo>
                    <a:pt x="120" y="242"/>
                    <a:pt x="119" y="239"/>
                    <a:pt x="118" y="238"/>
                  </a:cubicBezTo>
                  <a:cubicBezTo>
                    <a:pt x="118" y="236"/>
                    <a:pt x="117" y="233"/>
                    <a:pt x="115" y="232"/>
                  </a:cubicBezTo>
                  <a:cubicBezTo>
                    <a:pt x="114" y="231"/>
                    <a:pt x="110" y="231"/>
                    <a:pt x="109" y="230"/>
                  </a:cubicBezTo>
                  <a:cubicBezTo>
                    <a:pt x="108" y="229"/>
                    <a:pt x="108" y="227"/>
                    <a:pt x="107" y="227"/>
                  </a:cubicBezTo>
                  <a:cubicBezTo>
                    <a:pt x="107" y="226"/>
                    <a:pt x="106" y="224"/>
                    <a:pt x="105" y="224"/>
                  </a:cubicBezTo>
                  <a:cubicBezTo>
                    <a:pt x="104" y="223"/>
                    <a:pt x="103" y="222"/>
                    <a:pt x="102" y="223"/>
                  </a:cubicBezTo>
                  <a:cubicBezTo>
                    <a:pt x="101" y="223"/>
                    <a:pt x="100" y="225"/>
                    <a:pt x="100" y="226"/>
                  </a:cubicBezTo>
                  <a:cubicBezTo>
                    <a:pt x="100" y="226"/>
                    <a:pt x="101" y="228"/>
                    <a:pt x="102" y="228"/>
                  </a:cubicBezTo>
                  <a:cubicBezTo>
                    <a:pt x="102" y="229"/>
                    <a:pt x="103" y="229"/>
                    <a:pt x="104" y="229"/>
                  </a:cubicBezTo>
                  <a:cubicBezTo>
                    <a:pt x="104" y="230"/>
                    <a:pt x="105" y="231"/>
                    <a:pt x="104" y="232"/>
                  </a:cubicBezTo>
                  <a:cubicBezTo>
                    <a:pt x="104" y="232"/>
                    <a:pt x="101" y="232"/>
                    <a:pt x="100" y="232"/>
                  </a:cubicBezTo>
                  <a:cubicBezTo>
                    <a:pt x="100" y="231"/>
                    <a:pt x="99" y="230"/>
                    <a:pt x="98" y="229"/>
                  </a:cubicBezTo>
                  <a:cubicBezTo>
                    <a:pt x="98" y="229"/>
                    <a:pt x="96" y="229"/>
                    <a:pt x="95" y="228"/>
                  </a:cubicBezTo>
                  <a:cubicBezTo>
                    <a:pt x="95" y="227"/>
                    <a:pt x="94" y="225"/>
                    <a:pt x="94" y="224"/>
                  </a:cubicBezTo>
                  <a:cubicBezTo>
                    <a:pt x="94" y="224"/>
                    <a:pt x="95" y="222"/>
                    <a:pt x="95" y="222"/>
                  </a:cubicBezTo>
                  <a:cubicBezTo>
                    <a:pt x="95" y="220"/>
                    <a:pt x="95" y="217"/>
                    <a:pt x="94" y="216"/>
                  </a:cubicBezTo>
                  <a:cubicBezTo>
                    <a:pt x="94" y="215"/>
                    <a:pt x="92" y="213"/>
                    <a:pt x="92" y="212"/>
                  </a:cubicBezTo>
                  <a:cubicBezTo>
                    <a:pt x="91" y="211"/>
                    <a:pt x="89" y="208"/>
                    <a:pt x="89" y="207"/>
                  </a:cubicBezTo>
                  <a:cubicBezTo>
                    <a:pt x="88" y="205"/>
                    <a:pt x="86" y="203"/>
                    <a:pt x="86" y="202"/>
                  </a:cubicBezTo>
                  <a:cubicBezTo>
                    <a:pt x="86" y="201"/>
                    <a:pt x="86" y="199"/>
                    <a:pt x="86" y="198"/>
                  </a:cubicBezTo>
                  <a:cubicBezTo>
                    <a:pt x="86" y="197"/>
                    <a:pt x="86" y="195"/>
                    <a:pt x="87" y="194"/>
                  </a:cubicBezTo>
                  <a:cubicBezTo>
                    <a:pt x="87" y="194"/>
                    <a:pt x="89" y="194"/>
                    <a:pt x="89" y="194"/>
                  </a:cubicBezTo>
                  <a:cubicBezTo>
                    <a:pt x="90" y="194"/>
                    <a:pt x="92" y="196"/>
                    <a:pt x="92" y="196"/>
                  </a:cubicBezTo>
                  <a:cubicBezTo>
                    <a:pt x="94" y="196"/>
                    <a:pt x="98" y="195"/>
                    <a:pt x="99" y="195"/>
                  </a:cubicBezTo>
                  <a:cubicBezTo>
                    <a:pt x="100" y="194"/>
                    <a:pt x="102" y="193"/>
                    <a:pt x="103" y="192"/>
                  </a:cubicBezTo>
                  <a:cubicBezTo>
                    <a:pt x="104" y="191"/>
                    <a:pt x="106" y="189"/>
                    <a:pt x="107" y="189"/>
                  </a:cubicBezTo>
                  <a:cubicBezTo>
                    <a:pt x="108" y="189"/>
                    <a:pt x="109" y="189"/>
                    <a:pt x="110" y="189"/>
                  </a:cubicBezTo>
                  <a:cubicBezTo>
                    <a:pt x="111" y="189"/>
                    <a:pt x="113" y="189"/>
                    <a:pt x="113" y="189"/>
                  </a:cubicBezTo>
                  <a:cubicBezTo>
                    <a:pt x="114" y="190"/>
                    <a:pt x="114" y="191"/>
                    <a:pt x="114" y="191"/>
                  </a:cubicBezTo>
                  <a:cubicBezTo>
                    <a:pt x="115" y="192"/>
                    <a:pt x="116" y="193"/>
                    <a:pt x="117" y="193"/>
                  </a:cubicBezTo>
                  <a:cubicBezTo>
                    <a:pt x="118" y="193"/>
                    <a:pt x="120" y="192"/>
                    <a:pt x="120" y="191"/>
                  </a:cubicBezTo>
                  <a:cubicBezTo>
                    <a:pt x="120" y="190"/>
                    <a:pt x="118" y="188"/>
                    <a:pt x="118" y="187"/>
                  </a:cubicBezTo>
                  <a:cubicBezTo>
                    <a:pt x="118" y="186"/>
                    <a:pt x="120" y="184"/>
                    <a:pt x="120" y="183"/>
                  </a:cubicBezTo>
                  <a:cubicBezTo>
                    <a:pt x="120" y="182"/>
                    <a:pt x="120" y="179"/>
                    <a:pt x="119" y="178"/>
                  </a:cubicBezTo>
                  <a:cubicBezTo>
                    <a:pt x="119" y="177"/>
                    <a:pt x="117" y="176"/>
                    <a:pt x="116" y="176"/>
                  </a:cubicBezTo>
                  <a:cubicBezTo>
                    <a:pt x="115" y="175"/>
                    <a:pt x="114" y="173"/>
                    <a:pt x="113" y="173"/>
                  </a:cubicBezTo>
                  <a:cubicBezTo>
                    <a:pt x="113" y="172"/>
                    <a:pt x="112" y="173"/>
                    <a:pt x="111" y="174"/>
                  </a:cubicBezTo>
                  <a:cubicBezTo>
                    <a:pt x="111" y="174"/>
                    <a:pt x="110" y="176"/>
                    <a:pt x="110" y="176"/>
                  </a:cubicBezTo>
                  <a:cubicBezTo>
                    <a:pt x="109" y="176"/>
                    <a:pt x="108" y="176"/>
                    <a:pt x="107" y="175"/>
                  </a:cubicBezTo>
                  <a:cubicBezTo>
                    <a:pt x="106" y="175"/>
                    <a:pt x="105" y="173"/>
                    <a:pt x="105" y="172"/>
                  </a:cubicBezTo>
                  <a:cubicBezTo>
                    <a:pt x="103" y="171"/>
                    <a:pt x="100" y="171"/>
                    <a:pt x="99" y="170"/>
                  </a:cubicBezTo>
                  <a:cubicBezTo>
                    <a:pt x="97" y="170"/>
                    <a:pt x="93" y="172"/>
                    <a:pt x="92" y="172"/>
                  </a:cubicBezTo>
                  <a:cubicBezTo>
                    <a:pt x="91" y="172"/>
                    <a:pt x="89" y="171"/>
                    <a:pt x="88" y="170"/>
                  </a:cubicBezTo>
                  <a:cubicBezTo>
                    <a:pt x="88" y="170"/>
                    <a:pt x="86" y="170"/>
                    <a:pt x="86" y="169"/>
                  </a:cubicBezTo>
                  <a:cubicBezTo>
                    <a:pt x="85" y="168"/>
                    <a:pt x="85" y="165"/>
                    <a:pt x="85" y="164"/>
                  </a:cubicBezTo>
                  <a:cubicBezTo>
                    <a:pt x="86" y="163"/>
                    <a:pt x="87" y="160"/>
                    <a:pt x="88" y="159"/>
                  </a:cubicBezTo>
                  <a:cubicBezTo>
                    <a:pt x="89" y="159"/>
                    <a:pt x="92" y="159"/>
                    <a:pt x="92" y="158"/>
                  </a:cubicBezTo>
                  <a:cubicBezTo>
                    <a:pt x="93" y="157"/>
                    <a:pt x="93" y="155"/>
                    <a:pt x="93" y="154"/>
                  </a:cubicBezTo>
                  <a:cubicBezTo>
                    <a:pt x="92" y="153"/>
                    <a:pt x="90" y="154"/>
                    <a:pt x="90" y="153"/>
                  </a:cubicBezTo>
                  <a:cubicBezTo>
                    <a:pt x="89" y="152"/>
                    <a:pt x="89" y="149"/>
                    <a:pt x="89" y="147"/>
                  </a:cubicBezTo>
                  <a:cubicBezTo>
                    <a:pt x="89" y="147"/>
                    <a:pt x="89" y="145"/>
                    <a:pt x="89" y="144"/>
                  </a:cubicBezTo>
                  <a:cubicBezTo>
                    <a:pt x="89" y="143"/>
                    <a:pt x="87" y="141"/>
                    <a:pt x="87" y="140"/>
                  </a:cubicBezTo>
                  <a:cubicBezTo>
                    <a:pt x="86" y="139"/>
                    <a:pt x="85" y="137"/>
                    <a:pt x="83" y="137"/>
                  </a:cubicBezTo>
                  <a:cubicBezTo>
                    <a:pt x="83" y="137"/>
                    <a:pt x="81" y="138"/>
                    <a:pt x="80" y="138"/>
                  </a:cubicBezTo>
                  <a:cubicBezTo>
                    <a:pt x="79" y="138"/>
                    <a:pt x="78" y="138"/>
                    <a:pt x="77" y="138"/>
                  </a:cubicBezTo>
                  <a:cubicBezTo>
                    <a:pt x="76" y="138"/>
                    <a:pt x="74" y="138"/>
                    <a:pt x="73" y="139"/>
                  </a:cubicBezTo>
                  <a:cubicBezTo>
                    <a:pt x="72" y="139"/>
                    <a:pt x="71" y="140"/>
                    <a:pt x="71" y="140"/>
                  </a:cubicBezTo>
                  <a:cubicBezTo>
                    <a:pt x="70" y="141"/>
                    <a:pt x="68" y="140"/>
                    <a:pt x="66" y="140"/>
                  </a:cubicBezTo>
                  <a:cubicBezTo>
                    <a:pt x="66" y="140"/>
                    <a:pt x="65" y="139"/>
                    <a:pt x="64" y="139"/>
                  </a:cubicBezTo>
                  <a:cubicBezTo>
                    <a:pt x="63" y="139"/>
                    <a:pt x="62" y="140"/>
                    <a:pt x="61" y="140"/>
                  </a:cubicBezTo>
                  <a:cubicBezTo>
                    <a:pt x="61" y="140"/>
                    <a:pt x="61" y="142"/>
                    <a:pt x="61" y="142"/>
                  </a:cubicBezTo>
                  <a:cubicBezTo>
                    <a:pt x="60" y="144"/>
                    <a:pt x="59" y="146"/>
                    <a:pt x="58" y="147"/>
                  </a:cubicBezTo>
                  <a:cubicBezTo>
                    <a:pt x="58" y="148"/>
                    <a:pt x="59" y="149"/>
                    <a:pt x="59" y="150"/>
                  </a:cubicBezTo>
                  <a:cubicBezTo>
                    <a:pt x="59" y="151"/>
                    <a:pt x="59" y="153"/>
                    <a:pt x="59" y="154"/>
                  </a:cubicBezTo>
                  <a:cubicBezTo>
                    <a:pt x="59" y="155"/>
                    <a:pt x="60" y="156"/>
                    <a:pt x="60" y="157"/>
                  </a:cubicBezTo>
                  <a:cubicBezTo>
                    <a:pt x="60" y="157"/>
                    <a:pt x="59" y="159"/>
                    <a:pt x="59" y="159"/>
                  </a:cubicBezTo>
                  <a:cubicBezTo>
                    <a:pt x="58" y="159"/>
                    <a:pt x="57" y="159"/>
                    <a:pt x="56" y="159"/>
                  </a:cubicBezTo>
                  <a:cubicBezTo>
                    <a:pt x="55" y="159"/>
                    <a:pt x="54" y="157"/>
                    <a:pt x="53" y="157"/>
                  </a:cubicBezTo>
                  <a:cubicBezTo>
                    <a:pt x="52" y="156"/>
                    <a:pt x="50" y="156"/>
                    <a:pt x="49" y="156"/>
                  </a:cubicBezTo>
                  <a:cubicBezTo>
                    <a:pt x="48" y="156"/>
                    <a:pt x="46" y="156"/>
                    <a:pt x="45" y="156"/>
                  </a:cubicBezTo>
                  <a:cubicBezTo>
                    <a:pt x="44" y="156"/>
                    <a:pt x="42" y="154"/>
                    <a:pt x="41" y="154"/>
                  </a:cubicBezTo>
                  <a:cubicBezTo>
                    <a:pt x="39" y="153"/>
                    <a:pt x="35" y="151"/>
                    <a:pt x="32" y="151"/>
                  </a:cubicBezTo>
                  <a:cubicBezTo>
                    <a:pt x="31" y="150"/>
                    <a:pt x="27" y="149"/>
                    <a:pt x="25" y="149"/>
                  </a:cubicBezTo>
                  <a:cubicBezTo>
                    <a:pt x="24" y="149"/>
                    <a:pt x="20" y="147"/>
                    <a:pt x="19" y="147"/>
                  </a:cubicBezTo>
                  <a:cubicBezTo>
                    <a:pt x="17" y="147"/>
                    <a:pt x="15" y="148"/>
                    <a:pt x="13" y="147"/>
                  </a:cubicBezTo>
                  <a:cubicBezTo>
                    <a:pt x="12" y="147"/>
                    <a:pt x="9" y="146"/>
                    <a:pt x="8" y="145"/>
                  </a:cubicBezTo>
                  <a:cubicBezTo>
                    <a:pt x="7" y="145"/>
                    <a:pt x="5" y="143"/>
                    <a:pt x="4" y="143"/>
                  </a:cubicBezTo>
                  <a:cubicBezTo>
                    <a:pt x="3" y="143"/>
                    <a:pt x="1" y="143"/>
                    <a:pt x="0" y="143"/>
                  </a:cubicBezTo>
                  <a:cubicBezTo>
                    <a:pt x="1" y="141"/>
                    <a:pt x="3" y="139"/>
                    <a:pt x="4" y="137"/>
                  </a:cubicBezTo>
                  <a:cubicBezTo>
                    <a:pt x="5" y="136"/>
                    <a:pt x="9" y="134"/>
                    <a:pt x="10" y="132"/>
                  </a:cubicBezTo>
                  <a:cubicBezTo>
                    <a:pt x="11" y="130"/>
                    <a:pt x="14" y="124"/>
                    <a:pt x="14" y="121"/>
                  </a:cubicBezTo>
                  <a:cubicBezTo>
                    <a:pt x="14" y="118"/>
                    <a:pt x="14" y="111"/>
                    <a:pt x="12" y="108"/>
                  </a:cubicBezTo>
                  <a:cubicBezTo>
                    <a:pt x="11" y="106"/>
                    <a:pt x="7" y="103"/>
                    <a:pt x="6" y="100"/>
                  </a:cubicBezTo>
                  <a:cubicBezTo>
                    <a:pt x="5" y="98"/>
                    <a:pt x="4" y="94"/>
                    <a:pt x="5" y="92"/>
                  </a:cubicBezTo>
                  <a:cubicBezTo>
                    <a:pt x="6" y="89"/>
                    <a:pt x="9" y="86"/>
                    <a:pt x="11" y="85"/>
                  </a:cubicBezTo>
                  <a:cubicBezTo>
                    <a:pt x="13" y="83"/>
                    <a:pt x="17" y="83"/>
                    <a:pt x="20" y="83"/>
                  </a:cubicBezTo>
                  <a:cubicBezTo>
                    <a:pt x="23" y="83"/>
                    <a:pt x="29" y="84"/>
                    <a:pt x="32" y="85"/>
                  </a:cubicBezTo>
                  <a:cubicBezTo>
                    <a:pt x="34" y="87"/>
                    <a:pt x="38" y="91"/>
                    <a:pt x="41" y="92"/>
                  </a:cubicBezTo>
                  <a:cubicBezTo>
                    <a:pt x="43" y="93"/>
                    <a:pt x="48" y="95"/>
                    <a:pt x="50" y="94"/>
                  </a:cubicBezTo>
                  <a:cubicBezTo>
                    <a:pt x="52" y="93"/>
                    <a:pt x="54" y="90"/>
                    <a:pt x="55" y="88"/>
                  </a:cubicBezTo>
                  <a:cubicBezTo>
                    <a:pt x="57" y="85"/>
                    <a:pt x="59" y="78"/>
                    <a:pt x="59" y="74"/>
                  </a:cubicBezTo>
                  <a:cubicBezTo>
                    <a:pt x="58" y="69"/>
                    <a:pt x="53" y="61"/>
                    <a:pt x="50" y="58"/>
                  </a:cubicBezTo>
                  <a:cubicBezTo>
                    <a:pt x="48" y="55"/>
                    <a:pt x="42" y="53"/>
                    <a:pt x="40" y="51"/>
                  </a:cubicBezTo>
                  <a:cubicBezTo>
                    <a:pt x="37" y="49"/>
                    <a:pt x="32" y="45"/>
                    <a:pt x="30" y="42"/>
                  </a:cubicBezTo>
                  <a:cubicBezTo>
                    <a:pt x="29" y="40"/>
                    <a:pt x="27" y="35"/>
                    <a:pt x="27" y="32"/>
                  </a:cubicBezTo>
                  <a:cubicBezTo>
                    <a:pt x="26" y="29"/>
                    <a:pt x="26" y="23"/>
                    <a:pt x="28" y="20"/>
                  </a:cubicBezTo>
                  <a:cubicBezTo>
                    <a:pt x="29" y="17"/>
                    <a:pt x="36" y="14"/>
                    <a:pt x="39" y="12"/>
                  </a:cubicBezTo>
                  <a:cubicBezTo>
                    <a:pt x="43" y="10"/>
                    <a:pt x="51" y="9"/>
                    <a:pt x="55" y="9"/>
                  </a:cubicBezTo>
                  <a:cubicBezTo>
                    <a:pt x="60" y="8"/>
                    <a:pt x="71" y="4"/>
                    <a:pt x="76" y="5"/>
                  </a:cubicBezTo>
                  <a:cubicBezTo>
                    <a:pt x="81" y="5"/>
                    <a:pt x="89" y="9"/>
                    <a:pt x="93" y="11"/>
                  </a:cubicBezTo>
                  <a:cubicBezTo>
                    <a:pt x="96" y="12"/>
                    <a:pt x="100" y="17"/>
                    <a:pt x="103" y="19"/>
                  </a:cubicBezTo>
                  <a:cubicBezTo>
                    <a:pt x="109" y="23"/>
                    <a:pt x="120" y="28"/>
                    <a:pt x="126" y="31"/>
                  </a:cubicBezTo>
                  <a:cubicBezTo>
                    <a:pt x="130" y="32"/>
                    <a:pt x="137" y="35"/>
                    <a:pt x="141" y="36"/>
                  </a:cubicBezTo>
                  <a:cubicBezTo>
                    <a:pt x="143" y="37"/>
                    <a:pt x="148" y="38"/>
                    <a:pt x="150" y="40"/>
                  </a:cubicBezTo>
                  <a:cubicBezTo>
                    <a:pt x="151" y="42"/>
                    <a:pt x="152" y="48"/>
                    <a:pt x="150" y="50"/>
                  </a:cubicBezTo>
                  <a:cubicBezTo>
                    <a:pt x="149" y="52"/>
                    <a:pt x="143" y="54"/>
                    <a:pt x="140" y="54"/>
                  </a:cubicBezTo>
                  <a:cubicBezTo>
                    <a:pt x="137" y="54"/>
                    <a:pt x="131" y="51"/>
                    <a:pt x="128" y="52"/>
                  </a:cubicBezTo>
                  <a:cubicBezTo>
                    <a:pt x="127" y="53"/>
                    <a:pt x="125" y="57"/>
                    <a:pt x="125" y="59"/>
                  </a:cubicBezTo>
                  <a:cubicBezTo>
                    <a:pt x="124" y="63"/>
                    <a:pt x="125" y="69"/>
                    <a:pt x="127" y="72"/>
                  </a:cubicBezTo>
                  <a:cubicBezTo>
                    <a:pt x="129" y="76"/>
                    <a:pt x="135" y="80"/>
                    <a:pt x="138" y="82"/>
                  </a:cubicBezTo>
                  <a:cubicBezTo>
                    <a:pt x="140" y="84"/>
                    <a:pt x="145" y="88"/>
                    <a:pt x="148" y="90"/>
                  </a:cubicBezTo>
                  <a:cubicBezTo>
                    <a:pt x="151" y="93"/>
                    <a:pt x="157" y="99"/>
                    <a:pt x="161" y="101"/>
                  </a:cubicBezTo>
                  <a:cubicBezTo>
                    <a:pt x="164" y="102"/>
                    <a:pt x="170" y="102"/>
                    <a:pt x="173" y="102"/>
                  </a:cubicBezTo>
                  <a:cubicBezTo>
                    <a:pt x="180" y="100"/>
                    <a:pt x="191" y="93"/>
                    <a:pt x="197" y="89"/>
                  </a:cubicBezTo>
                  <a:cubicBezTo>
                    <a:pt x="202" y="86"/>
                    <a:pt x="210" y="79"/>
                    <a:pt x="215" y="76"/>
                  </a:cubicBezTo>
                  <a:cubicBezTo>
                    <a:pt x="215" y="75"/>
                    <a:pt x="216" y="75"/>
                    <a:pt x="217" y="7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60"/>
            <p:cNvSpPr>
              <a:spLocks/>
            </p:cNvSpPr>
            <p:nvPr/>
          </p:nvSpPr>
          <p:spPr bwMode="auto">
            <a:xfrm>
              <a:off x="7040563" y="2667001"/>
              <a:ext cx="85725" cy="71438"/>
            </a:xfrm>
            <a:custGeom>
              <a:avLst/>
              <a:gdLst/>
              <a:ahLst/>
              <a:cxnLst>
                <a:cxn ang="0">
                  <a:pos x="53" y="45"/>
                </a:cxn>
                <a:cxn ang="0">
                  <a:pos x="39" y="40"/>
                </a:cxn>
                <a:cxn ang="0">
                  <a:pos x="24" y="28"/>
                </a:cxn>
                <a:cxn ang="0">
                  <a:pos x="15" y="19"/>
                </a:cxn>
                <a:cxn ang="0">
                  <a:pos x="8" y="14"/>
                </a:cxn>
                <a:cxn ang="0">
                  <a:pos x="2" y="9"/>
                </a:cxn>
                <a:cxn ang="0">
                  <a:pos x="0" y="3"/>
                </a:cxn>
                <a:cxn ang="0">
                  <a:pos x="2" y="0"/>
                </a:cxn>
                <a:cxn ang="0">
                  <a:pos x="4" y="2"/>
                </a:cxn>
                <a:cxn ang="0">
                  <a:pos x="13" y="4"/>
                </a:cxn>
                <a:cxn ang="0">
                  <a:pos x="20" y="11"/>
                </a:cxn>
                <a:cxn ang="0">
                  <a:pos x="27" y="17"/>
                </a:cxn>
                <a:cxn ang="0">
                  <a:pos x="35" y="23"/>
                </a:cxn>
                <a:cxn ang="0">
                  <a:pos x="38" y="28"/>
                </a:cxn>
                <a:cxn ang="0">
                  <a:pos x="45" y="35"/>
                </a:cxn>
                <a:cxn ang="0">
                  <a:pos x="51" y="37"/>
                </a:cxn>
                <a:cxn ang="0">
                  <a:pos x="55" y="41"/>
                </a:cxn>
                <a:cxn ang="0">
                  <a:pos x="53" y="45"/>
                </a:cxn>
              </a:cxnLst>
              <a:rect l="0" t="0" r="r" b="b"/>
              <a:pathLst>
                <a:path w="55" h="46">
                  <a:moveTo>
                    <a:pt x="53" y="45"/>
                  </a:moveTo>
                  <a:cubicBezTo>
                    <a:pt x="50" y="46"/>
                    <a:pt x="42" y="42"/>
                    <a:pt x="39" y="40"/>
                  </a:cubicBezTo>
                  <a:cubicBezTo>
                    <a:pt x="35" y="38"/>
                    <a:pt x="28" y="31"/>
                    <a:pt x="24" y="28"/>
                  </a:cubicBezTo>
                  <a:cubicBezTo>
                    <a:pt x="22" y="26"/>
                    <a:pt x="17" y="21"/>
                    <a:pt x="15" y="19"/>
                  </a:cubicBezTo>
                  <a:cubicBezTo>
                    <a:pt x="13" y="18"/>
                    <a:pt x="10" y="16"/>
                    <a:pt x="8" y="14"/>
                  </a:cubicBezTo>
                  <a:cubicBezTo>
                    <a:pt x="7" y="13"/>
                    <a:pt x="4" y="11"/>
                    <a:pt x="2" y="9"/>
                  </a:cubicBezTo>
                  <a:cubicBezTo>
                    <a:pt x="2" y="8"/>
                    <a:pt x="0" y="5"/>
                    <a:pt x="0" y="3"/>
                  </a:cubicBezTo>
                  <a:cubicBezTo>
                    <a:pt x="0" y="2"/>
                    <a:pt x="1" y="1"/>
                    <a:pt x="2" y="0"/>
                  </a:cubicBezTo>
                  <a:cubicBezTo>
                    <a:pt x="2" y="0"/>
                    <a:pt x="3" y="2"/>
                    <a:pt x="4" y="2"/>
                  </a:cubicBezTo>
                  <a:cubicBezTo>
                    <a:pt x="6" y="3"/>
                    <a:pt x="11" y="3"/>
                    <a:pt x="13" y="4"/>
                  </a:cubicBezTo>
                  <a:cubicBezTo>
                    <a:pt x="15" y="5"/>
                    <a:pt x="18" y="9"/>
                    <a:pt x="20" y="11"/>
                  </a:cubicBezTo>
                  <a:cubicBezTo>
                    <a:pt x="22" y="12"/>
                    <a:pt x="26" y="16"/>
                    <a:pt x="27" y="17"/>
                  </a:cubicBezTo>
                  <a:cubicBezTo>
                    <a:pt x="29" y="19"/>
                    <a:pt x="34" y="21"/>
                    <a:pt x="35" y="23"/>
                  </a:cubicBezTo>
                  <a:cubicBezTo>
                    <a:pt x="36" y="24"/>
                    <a:pt x="37" y="27"/>
                    <a:pt x="38" y="28"/>
                  </a:cubicBezTo>
                  <a:cubicBezTo>
                    <a:pt x="40" y="30"/>
                    <a:pt x="43" y="33"/>
                    <a:pt x="45" y="35"/>
                  </a:cubicBezTo>
                  <a:cubicBezTo>
                    <a:pt x="47" y="36"/>
                    <a:pt x="50" y="37"/>
                    <a:pt x="51" y="37"/>
                  </a:cubicBezTo>
                  <a:cubicBezTo>
                    <a:pt x="52" y="38"/>
                    <a:pt x="54" y="40"/>
                    <a:pt x="55" y="41"/>
                  </a:cubicBezTo>
                  <a:cubicBezTo>
                    <a:pt x="55" y="42"/>
                    <a:pt x="54" y="44"/>
                    <a:pt x="53" y="4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61"/>
            <p:cNvSpPr>
              <a:spLocks/>
            </p:cNvSpPr>
            <p:nvPr/>
          </p:nvSpPr>
          <p:spPr bwMode="auto">
            <a:xfrm>
              <a:off x="7162801" y="2794001"/>
              <a:ext cx="22225" cy="33338"/>
            </a:xfrm>
            <a:custGeom>
              <a:avLst/>
              <a:gdLst/>
              <a:ahLst/>
              <a:cxnLst>
                <a:cxn ang="0">
                  <a:pos x="13" y="21"/>
                </a:cxn>
                <a:cxn ang="0">
                  <a:pos x="7" y="20"/>
                </a:cxn>
                <a:cxn ang="0">
                  <a:pos x="3" y="13"/>
                </a:cxn>
                <a:cxn ang="0">
                  <a:pos x="1" y="8"/>
                </a:cxn>
                <a:cxn ang="0">
                  <a:pos x="1" y="1"/>
                </a:cxn>
                <a:cxn ang="0">
                  <a:pos x="4" y="0"/>
                </a:cxn>
                <a:cxn ang="0">
                  <a:pos x="8" y="3"/>
                </a:cxn>
                <a:cxn ang="0">
                  <a:pos x="9" y="8"/>
                </a:cxn>
                <a:cxn ang="0">
                  <a:pos x="12" y="12"/>
                </a:cxn>
                <a:cxn ang="0">
                  <a:pos x="13" y="15"/>
                </a:cxn>
                <a:cxn ang="0">
                  <a:pos x="13" y="21"/>
                </a:cxn>
              </a:cxnLst>
              <a:rect l="0" t="0" r="r" b="b"/>
              <a:pathLst>
                <a:path w="14" h="22">
                  <a:moveTo>
                    <a:pt x="13" y="21"/>
                  </a:moveTo>
                  <a:cubicBezTo>
                    <a:pt x="12" y="22"/>
                    <a:pt x="8" y="21"/>
                    <a:pt x="7" y="20"/>
                  </a:cubicBezTo>
                  <a:cubicBezTo>
                    <a:pt x="5" y="19"/>
                    <a:pt x="4" y="15"/>
                    <a:pt x="3" y="13"/>
                  </a:cubicBezTo>
                  <a:cubicBezTo>
                    <a:pt x="3" y="12"/>
                    <a:pt x="1" y="10"/>
                    <a:pt x="1" y="8"/>
                  </a:cubicBezTo>
                  <a:cubicBezTo>
                    <a:pt x="0" y="7"/>
                    <a:pt x="0" y="3"/>
                    <a:pt x="1" y="1"/>
                  </a:cubicBezTo>
                  <a:cubicBezTo>
                    <a:pt x="1" y="0"/>
                    <a:pt x="3" y="0"/>
                    <a:pt x="4" y="0"/>
                  </a:cubicBezTo>
                  <a:cubicBezTo>
                    <a:pt x="5" y="0"/>
                    <a:pt x="7" y="2"/>
                    <a:pt x="8" y="3"/>
                  </a:cubicBezTo>
                  <a:cubicBezTo>
                    <a:pt x="8" y="4"/>
                    <a:pt x="8" y="7"/>
                    <a:pt x="9" y="8"/>
                  </a:cubicBezTo>
                  <a:cubicBezTo>
                    <a:pt x="10" y="9"/>
                    <a:pt x="12" y="10"/>
                    <a:pt x="12" y="12"/>
                  </a:cubicBezTo>
                  <a:cubicBezTo>
                    <a:pt x="12" y="12"/>
                    <a:pt x="13" y="14"/>
                    <a:pt x="13" y="15"/>
                  </a:cubicBezTo>
                  <a:cubicBezTo>
                    <a:pt x="13" y="16"/>
                    <a:pt x="14" y="20"/>
                    <a:pt x="13"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62"/>
            <p:cNvSpPr>
              <a:spLocks/>
            </p:cNvSpPr>
            <p:nvPr/>
          </p:nvSpPr>
          <p:spPr bwMode="auto">
            <a:xfrm>
              <a:off x="7040563" y="3130551"/>
              <a:ext cx="15875" cy="23813"/>
            </a:xfrm>
            <a:custGeom>
              <a:avLst/>
              <a:gdLst/>
              <a:ahLst/>
              <a:cxnLst>
                <a:cxn ang="0">
                  <a:pos x="9" y="5"/>
                </a:cxn>
                <a:cxn ang="0">
                  <a:pos x="6" y="9"/>
                </a:cxn>
                <a:cxn ang="0">
                  <a:pos x="5" y="13"/>
                </a:cxn>
                <a:cxn ang="0">
                  <a:pos x="3" y="16"/>
                </a:cxn>
                <a:cxn ang="0">
                  <a:pos x="1" y="14"/>
                </a:cxn>
                <a:cxn ang="0">
                  <a:pos x="0" y="10"/>
                </a:cxn>
                <a:cxn ang="0">
                  <a:pos x="2" y="7"/>
                </a:cxn>
                <a:cxn ang="0">
                  <a:pos x="3" y="3"/>
                </a:cxn>
                <a:cxn ang="0">
                  <a:pos x="7" y="0"/>
                </a:cxn>
                <a:cxn ang="0">
                  <a:pos x="10" y="2"/>
                </a:cxn>
                <a:cxn ang="0">
                  <a:pos x="9" y="5"/>
                </a:cxn>
              </a:cxnLst>
              <a:rect l="0" t="0" r="r" b="b"/>
              <a:pathLst>
                <a:path w="10" h="16">
                  <a:moveTo>
                    <a:pt x="9" y="5"/>
                  </a:moveTo>
                  <a:cubicBezTo>
                    <a:pt x="8" y="6"/>
                    <a:pt x="7" y="8"/>
                    <a:pt x="6" y="9"/>
                  </a:cubicBezTo>
                  <a:cubicBezTo>
                    <a:pt x="6" y="10"/>
                    <a:pt x="5" y="12"/>
                    <a:pt x="5" y="13"/>
                  </a:cubicBezTo>
                  <a:cubicBezTo>
                    <a:pt x="5" y="14"/>
                    <a:pt x="4" y="16"/>
                    <a:pt x="3" y="16"/>
                  </a:cubicBezTo>
                  <a:cubicBezTo>
                    <a:pt x="3" y="16"/>
                    <a:pt x="1" y="15"/>
                    <a:pt x="1" y="14"/>
                  </a:cubicBezTo>
                  <a:cubicBezTo>
                    <a:pt x="0" y="13"/>
                    <a:pt x="0" y="11"/>
                    <a:pt x="0" y="10"/>
                  </a:cubicBezTo>
                  <a:cubicBezTo>
                    <a:pt x="0" y="9"/>
                    <a:pt x="1" y="8"/>
                    <a:pt x="2" y="7"/>
                  </a:cubicBezTo>
                  <a:cubicBezTo>
                    <a:pt x="2" y="6"/>
                    <a:pt x="3" y="4"/>
                    <a:pt x="3" y="3"/>
                  </a:cubicBezTo>
                  <a:cubicBezTo>
                    <a:pt x="4" y="2"/>
                    <a:pt x="5" y="0"/>
                    <a:pt x="7" y="0"/>
                  </a:cubicBezTo>
                  <a:cubicBezTo>
                    <a:pt x="7" y="0"/>
                    <a:pt x="9" y="1"/>
                    <a:pt x="10" y="2"/>
                  </a:cubicBezTo>
                  <a:cubicBezTo>
                    <a:pt x="10" y="2"/>
                    <a:pt x="9" y="4"/>
                    <a:pt x="9"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63"/>
            <p:cNvSpPr>
              <a:spLocks/>
            </p:cNvSpPr>
            <p:nvPr/>
          </p:nvSpPr>
          <p:spPr bwMode="auto">
            <a:xfrm>
              <a:off x="7077076" y="3465513"/>
              <a:ext cx="30163" cy="47625"/>
            </a:xfrm>
            <a:custGeom>
              <a:avLst/>
              <a:gdLst/>
              <a:ahLst/>
              <a:cxnLst>
                <a:cxn ang="0">
                  <a:pos x="15" y="15"/>
                </a:cxn>
                <a:cxn ang="0">
                  <a:pos x="12" y="17"/>
                </a:cxn>
                <a:cxn ang="0">
                  <a:pos x="10" y="21"/>
                </a:cxn>
                <a:cxn ang="0">
                  <a:pos x="10" y="25"/>
                </a:cxn>
                <a:cxn ang="0">
                  <a:pos x="9" y="29"/>
                </a:cxn>
                <a:cxn ang="0">
                  <a:pos x="6" y="28"/>
                </a:cxn>
                <a:cxn ang="0">
                  <a:pos x="4" y="25"/>
                </a:cxn>
                <a:cxn ang="0">
                  <a:pos x="1" y="23"/>
                </a:cxn>
                <a:cxn ang="0">
                  <a:pos x="1" y="19"/>
                </a:cxn>
                <a:cxn ang="0">
                  <a:pos x="0" y="15"/>
                </a:cxn>
                <a:cxn ang="0">
                  <a:pos x="1" y="11"/>
                </a:cxn>
                <a:cxn ang="0">
                  <a:pos x="5" y="10"/>
                </a:cxn>
                <a:cxn ang="0">
                  <a:pos x="11" y="7"/>
                </a:cxn>
                <a:cxn ang="0">
                  <a:pos x="15" y="3"/>
                </a:cxn>
                <a:cxn ang="0">
                  <a:pos x="18" y="0"/>
                </a:cxn>
                <a:cxn ang="0">
                  <a:pos x="20" y="4"/>
                </a:cxn>
                <a:cxn ang="0">
                  <a:pos x="20" y="9"/>
                </a:cxn>
                <a:cxn ang="0">
                  <a:pos x="18" y="12"/>
                </a:cxn>
                <a:cxn ang="0">
                  <a:pos x="15" y="15"/>
                </a:cxn>
              </a:cxnLst>
              <a:rect l="0" t="0" r="r" b="b"/>
              <a:pathLst>
                <a:path w="20" h="30">
                  <a:moveTo>
                    <a:pt x="15" y="15"/>
                  </a:moveTo>
                  <a:cubicBezTo>
                    <a:pt x="14" y="16"/>
                    <a:pt x="12" y="17"/>
                    <a:pt x="12" y="17"/>
                  </a:cubicBezTo>
                  <a:cubicBezTo>
                    <a:pt x="11" y="18"/>
                    <a:pt x="10" y="20"/>
                    <a:pt x="10" y="21"/>
                  </a:cubicBezTo>
                  <a:cubicBezTo>
                    <a:pt x="9" y="22"/>
                    <a:pt x="10" y="24"/>
                    <a:pt x="10" y="25"/>
                  </a:cubicBezTo>
                  <a:cubicBezTo>
                    <a:pt x="10" y="26"/>
                    <a:pt x="10" y="29"/>
                    <a:pt x="9" y="29"/>
                  </a:cubicBezTo>
                  <a:cubicBezTo>
                    <a:pt x="9" y="30"/>
                    <a:pt x="6" y="28"/>
                    <a:pt x="6" y="28"/>
                  </a:cubicBezTo>
                  <a:cubicBezTo>
                    <a:pt x="5" y="27"/>
                    <a:pt x="4" y="25"/>
                    <a:pt x="4" y="25"/>
                  </a:cubicBezTo>
                  <a:cubicBezTo>
                    <a:pt x="3" y="24"/>
                    <a:pt x="1" y="24"/>
                    <a:pt x="1" y="23"/>
                  </a:cubicBezTo>
                  <a:cubicBezTo>
                    <a:pt x="0" y="22"/>
                    <a:pt x="1" y="20"/>
                    <a:pt x="1" y="19"/>
                  </a:cubicBezTo>
                  <a:cubicBezTo>
                    <a:pt x="1" y="18"/>
                    <a:pt x="0" y="16"/>
                    <a:pt x="0" y="15"/>
                  </a:cubicBezTo>
                  <a:cubicBezTo>
                    <a:pt x="0" y="14"/>
                    <a:pt x="1" y="12"/>
                    <a:pt x="1" y="11"/>
                  </a:cubicBezTo>
                  <a:cubicBezTo>
                    <a:pt x="2" y="10"/>
                    <a:pt x="4" y="10"/>
                    <a:pt x="5" y="10"/>
                  </a:cubicBezTo>
                  <a:cubicBezTo>
                    <a:pt x="7" y="9"/>
                    <a:pt x="9" y="8"/>
                    <a:pt x="11" y="7"/>
                  </a:cubicBezTo>
                  <a:cubicBezTo>
                    <a:pt x="12" y="6"/>
                    <a:pt x="14" y="4"/>
                    <a:pt x="15" y="3"/>
                  </a:cubicBezTo>
                  <a:cubicBezTo>
                    <a:pt x="16" y="3"/>
                    <a:pt x="17" y="0"/>
                    <a:pt x="18" y="0"/>
                  </a:cubicBezTo>
                  <a:cubicBezTo>
                    <a:pt x="20" y="0"/>
                    <a:pt x="20" y="3"/>
                    <a:pt x="20" y="4"/>
                  </a:cubicBezTo>
                  <a:cubicBezTo>
                    <a:pt x="20" y="5"/>
                    <a:pt x="20" y="8"/>
                    <a:pt x="20" y="9"/>
                  </a:cubicBezTo>
                  <a:cubicBezTo>
                    <a:pt x="20" y="10"/>
                    <a:pt x="18" y="12"/>
                    <a:pt x="18" y="12"/>
                  </a:cubicBezTo>
                  <a:cubicBezTo>
                    <a:pt x="17" y="13"/>
                    <a:pt x="16" y="15"/>
                    <a:pt x="15"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64"/>
            <p:cNvSpPr>
              <a:spLocks/>
            </p:cNvSpPr>
            <p:nvPr/>
          </p:nvSpPr>
          <p:spPr bwMode="auto">
            <a:xfrm>
              <a:off x="7096126" y="3409951"/>
              <a:ext cx="34925" cy="52388"/>
            </a:xfrm>
            <a:custGeom>
              <a:avLst/>
              <a:gdLst/>
              <a:ahLst/>
              <a:cxnLst>
                <a:cxn ang="0">
                  <a:pos x="20" y="34"/>
                </a:cxn>
                <a:cxn ang="0">
                  <a:pos x="16" y="31"/>
                </a:cxn>
                <a:cxn ang="0">
                  <a:pos x="12" y="29"/>
                </a:cxn>
                <a:cxn ang="0">
                  <a:pos x="7" y="25"/>
                </a:cxn>
                <a:cxn ang="0">
                  <a:pos x="2" y="23"/>
                </a:cxn>
                <a:cxn ang="0">
                  <a:pos x="1" y="17"/>
                </a:cxn>
                <a:cxn ang="0">
                  <a:pos x="0" y="11"/>
                </a:cxn>
                <a:cxn ang="0">
                  <a:pos x="1" y="5"/>
                </a:cxn>
                <a:cxn ang="0">
                  <a:pos x="1" y="1"/>
                </a:cxn>
                <a:cxn ang="0">
                  <a:pos x="5" y="0"/>
                </a:cxn>
                <a:cxn ang="0">
                  <a:pos x="9" y="5"/>
                </a:cxn>
                <a:cxn ang="0">
                  <a:pos x="11" y="8"/>
                </a:cxn>
                <a:cxn ang="0">
                  <a:pos x="13" y="11"/>
                </a:cxn>
                <a:cxn ang="0">
                  <a:pos x="16" y="15"/>
                </a:cxn>
                <a:cxn ang="0">
                  <a:pos x="17" y="19"/>
                </a:cxn>
                <a:cxn ang="0">
                  <a:pos x="15" y="21"/>
                </a:cxn>
                <a:cxn ang="0">
                  <a:pos x="15" y="24"/>
                </a:cxn>
                <a:cxn ang="0">
                  <a:pos x="17" y="26"/>
                </a:cxn>
                <a:cxn ang="0">
                  <a:pos x="23" y="30"/>
                </a:cxn>
                <a:cxn ang="0">
                  <a:pos x="20" y="34"/>
                </a:cxn>
              </a:cxnLst>
              <a:rect l="0" t="0" r="r" b="b"/>
              <a:pathLst>
                <a:path w="23" h="34">
                  <a:moveTo>
                    <a:pt x="20" y="34"/>
                  </a:moveTo>
                  <a:cubicBezTo>
                    <a:pt x="18" y="34"/>
                    <a:pt x="17" y="32"/>
                    <a:pt x="16" y="31"/>
                  </a:cubicBezTo>
                  <a:cubicBezTo>
                    <a:pt x="15" y="30"/>
                    <a:pt x="13" y="30"/>
                    <a:pt x="12" y="29"/>
                  </a:cubicBezTo>
                  <a:cubicBezTo>
                    <a:pt x="10" y="28"/>
                    <a:pt x="8" y="26"/>
                    <a:pt x="7" y="25"/>
                  </a:cubicBezTo>
                  <a:cubicBezTo>
                    <a:pt x="5" y="24"/>
                    <a:pt x="3" y="24"/>
                    <a:pt x="2" y="23"/>
                  </a:cubicBezTo>
                  <a:cubicBezTo>
                    <a:pt x="1" y="22"/>
                    <a:pt x="1" y="18"/>
                    <a:pt x="1" y="17"/>
                  </a:cubicBezTo>
                  <a:cubicBezTo>
                    <a:pt x="0" y="15"/>
                    <a:pt x="0" y="12"/>
                    <a:pt x="0" y="11"/>
                  </a:cubicBezTo>
                  <a:cubicBezTo>
                    <a:pt x="0" y="9"/>
                    <a:pt x="0" y="6"/>
                    <a:pt x="1" y="5"/>
                  </a:cubicBezTo>
                  <a:cubicBezTo>
                    <a:pt x="1" y="4"/>
                    <a:pt x="1" y="2"/>
                    <a:pt x="1" y="1"/>
                  </a:cubicBezTo>
                  <a:cubicBezTo>
                    <a:pt x="2" y="0"/>
                    <a:pt x="4" y="0"/>
                    <a:pt x="5" y="0"/>
                  </a:cubicBezTo>
                  <a:cubicBezTo>
                    <a:pt x="6" y="1"/>
                    <a:pt x="8" y="4"/>
                    <a:pt x="9" y="5"/>
                  </a:cubicBezTo>
                  <a:cubicBezTo>
                    <a:pt x="9" y="6"/>
                    <a:pt x="10" y="7"/>
                    <a:pt x="11" y="8"/>
                  </a:cubicBezTo>
                  <a:cubicBezTo>
                    <a:pt x="11" y="9"/>
                    <a:pt x="13" y="10"/>
                    <a:pt x="13" y="11"/>
                  </a:cubicBezTo>
                  <a:cubicBezTo>
                    <a:pt x="14" y="12"/>
                    <a:pt x="16" y="14"/>
                    <a:pt x="16" y="15"/>
                  </a:cubicBezTo>
                  <a:cubicBezTo>
                    <a:pt x="17" y="16"/>
                    <a:pt x="17" y="18"/>
                    <a:pt x="17" y="19"/>
                  </a:cubicBezTo>
                  <a:cubicBezTo>
                    <a:pt x="17" y="20"/>
                    <a:pt x="15" y="21"/>
                    <a:pt x="15" y="21"/>
                  </a:cubicBezTo>
                  <a:cubicBezTo>
                    <a:pt x="14" y="22"/>
                    <a:pt x="14" y="24"/>
                    <a:pt x="15" y="24"/>
                  </a:cubicBezTo>
                  <a:cubicBezTo>
                    <a:pt x="15" y="25"/>
                    <a:pt x="17" y="26"/>
                    <a:pt x="17" y="26"/>
                  </a:cubicBezTo>
                  <a:cubicBezTo>
                    <a:pt x="19" y="27"/>
                    <a:pt x="22" y="29"/>
                    <a:pt x="23" y="30"/>
                  </a:cubicBezTo>
                  <a:cubicBezTo>
                    <a:pt x="23" y="32"/>
                    <a:pt x="21" y="34"/>
                    <a:pt x="20" y="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65"/>
            <p:cNvSpPr>
              <a:spLocks/>
            </p:cNvSpPr>
            <p:nvPr/>
          </p:nvSpPr>
          <p:spPr bwMode="auto">
            <a:xfrm>
              <a:off x="7097713" y="3382963"/>
              <a:ext cx="19050" cy="19050"/>
            </a:xfrm>
            <a:custGeom>
              <a:avLst/>
              <a:gdLst/>
              <a:ahLst/>
              <a:cxnLst>
                <a:cxn ang="0">
                  <a:pos x="10" y="10"/>
                </a:cxn>
                <a:cxn ang="0">
                  <a:pos x="8" y="12"/>
                </a:cxn>
                <a:cxn ang="0">
                  <a:pos x="2" y="10"/>
                </a:cxn>
                <a:cxn ang="0">
                  <a:pos x="0" y="6"/>
                </a:cxn>
                <a:cxn ang="0">
                  <a:pos x="3" y="1"/>
                </a:cxn>
                <a:cxn ang="0">
                  <a:pos x="6" y="1"/>
                </a:cxn>
                <a:cxn ang="0">
                  <a:pos x="9" y="5"/>
                </a:cxn>
                <a:cxn ang="0">
                  <a:pos x="11" y="6"/>
                </a:cxn>
                <a:cxn ang="0">
                  <a:pos x="10" y="10"/>
                </a:cxn>
              </a:cxnLst>
              <a:rect l="0" t="0" r="r" b="b"/>
              <a:pathLst>
                <a:path w="12" h="12">
                  <a:moveTo>
                    <a:pt x="10" y="10"/>
                  </a:moveTo>
                  <a:cubicBezTo>
                    <a:pt x="9" y="10"/>
                    <a:pt x="9" y="12"/>
                    <a:pt x="8" y="12"/>
                  </a:cubicBezTo>
                  <a:cubicBezTo>
                    <a:pt x="7" y="12"/>
                    <a:pt x="3" y="11"/>
                    <a:pt x="2" y="10"/>
                  </a:cubicBezTo>
                  <a:cubicBezTo>
                    <a:pt x="1" y="10"/>
                    <a:pt x="0" y="7"/>
                    <a:pt x="0" y="6"/>
                  </a:cubicBezTo>
                  <a:cubicBezTo>
                    <a:pt x="0" y="4"/>
                    <a:pt x="2" y="2"/>
                    <a:pt x="3" y="1"/>
                  </a:cubicBezTo>
                  <a:cubicBezTo>
                    <a:pt x="4" y="1"/>
                    <a:pt x="6" y="0"/>
                    <a:pt x="6" y="1"/>
                  </a:cubicBezTo>
                  <a:cubicBezTo>
                    <a:pt x="7" y="1"/>
                    <a:pt x="8" y="4"/>
                    <a:pt x="9" y="5"/>
                  </a:cubicBezTo>
                  <a:cubicBezTo>
                    <a:pt x="9" y="6"/>
                    <a:pt x="11" y="6"/>
                    <a:pt x="11" y="6"/>
                  </a:cubicBezTo>
                  <a:cubicBezTo>
                    <a:pt x="12" y="7"/>
                    <a:pt x="10" y="9"/>
                    <a:pt x="10"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66"/>
            <p:cNvSpPr>
              <a:spLocks/>
            </p:cNvSpPr>
            <p:nvPr/>
          </p:nvSpPr>
          <p:spPr bwMode="auto">
            <a:xfrm>
              <a:off x="7226301" y="3438526"/>
              <a:ext cx="66675" cy="26988"/>
            </a:xfrm>
            <a:custGeom>
              <a:avLst/>
              <a:gdLst/>
              <a:ahLst/>
              <a:cxnLst>
                <a:cxn ang="0">
                  <a:pos x="37" y="16"/>
                </a:cxn>
                <a:cxn ang="0">
                  <a:pos x="40" y="14"/>
                </a:cxn>
                <a:cxn ang="0">
                  <a:pos x="43" y="11"/>
                </a:cxn>
                <a:cxn ang="0">
                  <a:pos x="42" y="8"/>
                </a:cxn>
                <a:cxn ang="0">
                  <a:pos x="39" y="8"/>
                </a:cxn>
                <a:cxn ang="0">
                  <a:pos x="38" y="11"/>
                </a:cxn>
                <a:cxn ang="0">
                  <a:pos x="34" y="11"/>
                </a:cxn>
                <a:cxn ang="0">
                  <a:pos x="31" y="9"/>
                </a:cxn>
                <a:cxn ang="0">
                  <a:pos x="32" y="4"/>
                </a:cxn>
                <a:cxn ang="0">
                  <a:pos x="30" y="2"/>
                </a:cxn>
                <a:cxn ang="0">
                  <a:pos x="24" y="1"/>
                </a:cxn>
                <a:cxn ang="0">
                  <a:pos x="20" y="3"/>
                </a:cxn>
                <a:cxn ang="0">
                  <a:pos x="18" y="8"/>
                </a:cxn>
                <a:cxn ang="0">
                  <a:pos x="12" y="9"/>
                </a:cxn>
                <a:cxn ang="0">
                  <a:pos x="9" y="8"/>
                </a:cxn>
                <a:cxn ang="0">
                  <a:pos x="6" y="10"/>
                </a:cxn>
                <a:cxn ang="0">
                  <a:pos x="1" y="10"/>
                </a:cxn>
                <a:cxn ang="0">
                  <a:pos x="0" y="11"/>
                </a:cxn>
                <a:cxn ang="0">
                  <a:pos x="3" y="16"/>
                </a:cxn>
                <a:cxn ang="0">
                  <a:pos x="10" y="16"/>
                </a:cxn>
                <a:cxn ang="0">
                  <a:pos x="15" y="14"/>
                </a:cxn>
                <a:cxn ang="0">
                  <a:pos x="18" y="16"/>
                </a:cxn>
                <a:cxn ang="0">
                  <a:pos x="24" y="18"/>
                </a:cxn>
                <a:cxn ang="0">
                  <a:pos x="32" y="18"/>
                </a:cxn>
                <a:cxn ang="0">
                  <a:pos x="37" y="16"/>
                </a:cxn>
              </a:cxnLst>
              <a:rect l="0" t="0" r="r" b="b"/>
              <a:pathLst>
                <a:path w="43" h="18">
                  <a:moveTo>
                    <a:pt x="37" y="16"/>
                  </a:moveTo>
                  <a:cubicBezTo>
                    <a:pt x="38" y="16"/>
                    <a:pt x="40" y="15"/>
                    <a:pt x="40" y="14"/>
                  </a:cubicBezTo>
                  <a:cubicBezTo>
                    <a:pt x="41" y="13"/>
                    <a:pt x="43" y="12"/>
                    <a:pt x="43" y="11"/>
                  </a:cubicBezTo>
                  <a:cubicBezTo>
                    <a:pt x="43" y="10"/>
                    <a:pt x="43" y="8"/>
                    <a:pt x="42" y="8"/>
                  </a:cubicBezTo>
                  <a:cubicBezTo>
                    <a:pt x="42" y="7"/>
                    <a:pt x="40" y="8"/>
                    <a:pt x="39" y="8"/>
                  </a:cubicBezTo>
                  <a:cubicBezTo>
                    <a:pt x="39" y="9"/>
                    <a:pt x="38" y="10"/>
                    <a:pt x="38" y="11"/>
                  </a:cubicBezTo>
                  <a:cubicBezTo>
                    <a:pt x="37" y="11"/>
                    <a:pt x="35" y="11"/>
                    <a:pt x="34" y="11"/>
                  </a:cubicBezTo>
                  <a:cubicBezTo>
                    <a:pt x="33" y="11"/>
                    <a:pt x="32" y="10"/>
                    <a:pt x="31" y="9"/>
                  </a:cubicBezTo>
                  <a:cubicBezTo>
                    <a:pt x="31" y="8"/>
                    <a:pt x="32" y="6"/>
                    <a:pt x="32" y="4"/>
                  </a:cubicBezTo>
                  <a:cubicBezTo>
                    <a:pt x="32" y="4"/>
                    <a:pt x="31" y="2"/>
                    <a:pt x="30" y="2"/>
                  </a:cubicBezTo>
                  <a:cubicBezTo>
                    <a:pt x="29" y="1"/>
                    <a:pt x="26" y="0"/>
                    <a:pt x="24" y="1"/>
                  </a:cubicBezTo>
                  <a:cubicBezTo>
                    <a:pt x="23" y="1"/>
                    <a:pt x="21" y="3"/>
                    <a:pt x="20" y="3"/>
                  </a:cubicBezTo>
                  <a:cubicBezTo>
                    <a:pt x="20" y="4"/>
                    <a:pt x="19" y="7"/>
                    <a:pt x="18" y="8"/>
                  </a:cubicBezTo>
                  <a:cubicBezTo>
                    <a:pt x="17" y="9"/>
                    <a:pt x="13" y="9"/>
                    <a:pt x="12" y="9"/>
                  </a:cubicBezTo>
                  <a:cubicBezTo>
                    <a:pt x="11" y="9"/>
                    <a:pt x="10" y="8"/>
                    <a:pt x="9" y="8"/>
                  </a:cubicBezTo>
                  <a:cubicBezTo>
                    <a:pt x="8" y="8"/>
                    <a:pt x="7" y="9"/>
                    <a:pt x="6" y="10"/>
                  </a:cubicBezTo>
                  <a:cubicBezTo>
                    <a:pt x="5" y="10"/>
                    <a:pt x="3" y="9"/>
                    <a:pt x="1" y="10"/>
                  </a:cubicBezTo>
                  <a:cubicBezTo>
                    <a:pt x="1" y="10"/>
                    <a:pt x="0" y="11"/>
                    <a:pt x="0" y="11"/>
                  </a:cubicBezTo>
                  <a:cubicBezTo>
                    <a:pt x="0" y="13"/>
                    <a:pt x="2" y="15"/>
                    <a:pt x="3" y="16"/>
                  </a:cubicBezTo>
                  <a:cubicBezTo>
                    <a:pt x="5" y="17"/>
                    <a:pt x="8" y="16"/>
                    <a:pt x="10" y="16"/>
                  </a:cubicBezTo>
                  <a:cubicBezTo>
                    <a:pt x="11" y="16"/>
                    <a:pt x="14" y="14"/>
                    <a:pt x="15" y="14"/>
                  </a:cubicBezTo>
                  <a:cubicBezTo>
                    <a:pt x="16" y="14"/>
                    <a:pt x="18" y="16"/>
                    <a:pt x="18" y="16"/>
                  </a:cubicBezTo>
                  <a:cubicBezTo>
                    <a:pt x="20" y="17"/>
                    <a:pt x="23" y="18"/>
                    <a:pt x="24" y="18"/>
                  </a:cubicBezTo>
                  <a:cubicBezTo>
                    <a:pt x="26" y="18"/>
                    <a:pt x="30" y="18"/>
                    <a:pt x="32" y="18"/>
                  </a:cubicBezTo>
                  <a:cubicBezTo>
                    <a:pt x="33" y="18"/>
                    <a:pt x="36" y="17"/>
                    <a:pt x="37"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67"/>
            <p:cNvSpPr>
              <a:spLocks/>
            </p:cNvSpPr>
            <p:nvPr/>
          </p:nvSpPr>
          <p:spPr bwMode="auto">
            <a:xfrm>
              <a:off x="6908801" y="2576513"/>
              <a:ext cx="754063" cy="874713"/>
            </a:xfrm>
            <a:custGeom>
              <a:avLst/>
              <a:gdLst/>
              <a:ahLst/>
              <a:cxnLst>
                <a:cxn ang="0">
                  <a:pos x="454" y="501"/>
                </a:cxn>
                <a:cxn ang="0">
                  <a:pos x="397" y="466"/>
                </a:cxn>
                <a:cxn ang="0">
                  <a:pos x="312" y="421"/>
                </a:cxn>
                <a:cxn ang="0">
                  <a:pos x="312" y="500"/>
                </a:cxn>
                <a:cxn ang="0">
                  <a:pos x="269" y="520"/>
                </a:cxn>
                <a:cxn ang="0">
                  <a:pos x="246" y="547"/>
                </a:cxn>
                <a:cxn ang="0">
                  <a:pos x="221" y="547"/>
                </a:cxn>
                <a:cxn ang="0">
                  <a:pos x="191" y="547"/>
                </a:cxn>
                <a:cxn ang="0">
                  <a:pos x="177" y="549"/>
                </a:cxn>
                <a:cxn ang="0">
                  <a:pos x="161" y="549"/>
                </a:cxn>
                <a:cxn ang="0">
                  <a:pos x="153" y="535"/>
                </a:cxn>
                <a:cxn ang="0">
                  <a:pos x="156" y="530"/>
                </a:cxn>
                <a:cxn ang="0">
                  <a:pos x="163" y="514"/>
                </a:cxn>
                <a:cxn ang="0">
                  <a:pos x="147" y="498"/>
                </a:cxn>
                <a:cxn ang="0">
                  <a:pos x="110" y="471"/>
                </a:cxn>
                <a:cxn ang="0">
                  <a:pos x="130" y="459"/>
                </a:cxn>
                <a:cxn ang="0">
                  <a:pos x="113" y="448"/>
                </a:cxn>
                <a:cxn ang="0">
                  <a:pos x="90" y="448"/>
                </a:cxn>
                <a:cxn ang="0">
                  <a:pos x="128" y="426"/>
                </a:cxn>
                <a:cxn ang="0">
                  <a:pos x="134" y="391"/>
                </a:cxn>
                <a:cxn ang="0">
                  <a:pos x="114" y="341"/>
                </a:cxn>
                <a:cxn ang="0">
                  <a:pos x="98" y="333"/>
                </a:cxn>
                <a:cxn ang="0">
                  <a:pos x="99" y="316"/>
                </a:cxn>
                <a:cxn ang="0">
                  <a:pos x="113" y="309"/>
                </a:cxn>
                <a:cxn ang="0">
                  <a:pos x="52" y="240"/>
                </a:cxn>
                <a:cxn ang="0">
                  <a:pos x="40" y="227"/>
                </a:cxn>
                <a:cxn ang="0">
                  <a:pos x="90" y="238"/>
                </a:cxn>
                <a:cxn ang="0">
                  <a:pos x="84" y="228"/>
                </a:cxn>
                <a:cxn ang="0">
                  <a:pos x="51" y="195"/>
                </a:cxn>
                <a:cxn ang="0">
                  <a:pos x="7" y="182"/>
                </a:cxn>
                <a:cxn ang="0">
                  <a:pos x="61" y="180"/>
                </a:cxn>
                <a:cxn ang="0">
                  <a:pos x="125" y="168"/>
                </a:cxn>
                <a:cxn ang="0">
                  <a:pos x="146" y="180"/>
                </a:cxn>
                <a:cxn ang="0">
                  <a:pos x="170" y="180"/>
                </a:cxn>
                <a:cxn ang="0">
                  <a:pos x="206" y="142"/>
                </a:cxn>
                <a:cxn ang="0">
                  <a:pos x="204" y="111"/>
                </a:cxn>
                <a:cxn ang="0">
                  <a:pos x="248" y="106"/>
                </a:cxn>
                <a:cxn ang="0">
                  <a:pos x="242" y="47"/>
                </a:cxn>
                <a:cxn ang="0">
                  <a:pos x="168" y="20"/>
                </a:cxn>
                <a:cxn ang="0">
                  <a:pos x="195" y="21"/>
                </a:cxn>
                <a:cxn ang="0">
                  <a:pos x="263" y="37"/>
                </a:cxn>
                <a:cxn ang="0">
                  <a:pos x="321" y="41"/>
                </a:cxn>
                <a:cxn ang="0">
                  <a:pos x="364" y="39"/>
                </a:cxn>
                <a:cxn ang="0">
                  <a:pos x="334" y="70"/>
                </a:cxn>
                <a:cxn ang="0">
                  <a:pos x="333" y="99"/>
                </a:cxn>
                <a:cxn ang="0">
                  <a:pos x="314" y="129"/>
                </a:cxn>
                <a:cxn ang="0">
                  <a:pos x="300" y="161"/>
                </a:cxn>
                <a:cxn ang="0">
                  <a:pos x="344" y="149"/>
                </a:cxn>
                <a:cxn ang="0">
                  <a:pos x="352" y="161"/>
                </a:cxn>
                <a:cxn ang="0">
                  <a:pos x="353" y="181"/>
                </a:cxn>
                <a:cxn ang="0">
                  <a:pos x="322" y="183"/>
                </a:cxn>
                <a:cxn ang="0">
                  <a:pos x="338" y="196"/>
                </a:cxn>
                <a:cxn ang="0">
                  <a:pos x="366" y="192"/>
                </a:cxn>
                <a:cxn ang="0">
                  <a:pos x="372" y="223"/>
                </a:cxn>
                <a:cxn ang="0">
                  <a:pos x="361" y="252"/>
                </a:cxn>
                <a:cxn ang="0">
                  <a:pos x="421" y="369"/>
                </a:cxn>
                <a:cxn ang="0">
                  <a:pos x="479" y="439"/>
                </a:cxn>
              </a:cxnLst>
              <a:rect l="0" t="0" r="r" b="b"/>
              <a:pathLst>
                <a:path w="480" h="557">
                  <a:moveTo>
                    <a:pt x="479" y="439"/>
                  </a:moveTo>
                  <a:cubicBezTo>
                    <a:pt x="480" y="441"/>
                    <a:pt x="480" y="445"/>
                    <a:pt x="479" y="448"/>
                  </a:cubicBezTo>
                  <a:cubicBezTo>
                    <a:pt x="478" y="451"/>
                    <a:pt x="475" y="456"/>
                    <a:pt x="474" y="459"/>
                  </a:cubicBezTo>
                  <a:cubicBezTo>
                    <a:pt x="473" y="461"/>
                    <a:pt x="470" y="466"/>
                    <a:pt x="470" y="468"/>
                  </a:cubicBezTo>
                  <a:cubicBezTo>
                    <a:pt x="469" y="471"/>
                    <a:pt x="470" y="477"/>
                    <a:pt x="470" y="480"/>
                  </a:cubicBezTo>
                  <a:cubicBezTo>
                    <a:pt x="471" y="481"/>
                    <a:pt x="472" y="484"/>
                    <a:pt x="474" y="487"/>
                  </a:cubicBezTo>
                  <a:cubicBezTo>
                    <a:pt x="473" y="487"/>
                    <a:pt x="472" y="487"/>
                    <a:pt x="472" y="488"/>
                  </a:cubicBezTo>
                  <a:cubicBezTo>
                    <a:pt x="467" y="491"/>
                    <a:pt x="459" y="498"/>
                    <a:pt x="454" y="501"/>
                  </a:cubicBezTo>
                  <a:cubicBezTo>
                    <a:pt x="448" y="505"/>
                    <a:pt x="437" y="512"/>
                    <a:pt x="430" y="514"/>
                  </a:cubicBezTo>
                  <a:cubicBezTo>
                    <a:pt x="427" y="514"/>
                    <a:pt x="421" y="514"/>
                    <a:pt x="418" y="513"/>
                  </a:cubicBezTo>
                  <a:cubicBezTo>
                    <a:pt x="414" y="511"/>
                    <a:pt x="408" y="505"/>
                    <a:pt x="405" y="502"/>
                  </a:cubicBezTo>
                  <a:cubicBezTo>
                    <a:pt x="402" y="500"/>
                    <a:pt x="397" y="496"/>
                    <a:pt x="395" y="494"/>
                  </a:cubicBezTo>
                  <a:cubicBezTo>
                    <a:pt x="392" y="492"/>
                    <a:pt x="386" y="488"/>
                    <a:pt x="384" y="484"/>
                  </a:cubicBezTo>
                  <a:cubicBezTo>
                    <a:pt x="382" y="481"/>
                    <a:pt x="381" y="475"/>
                    <a:pt x="382" y="471"/>
                  </a:cubicBezTo>
                  <a:cubicBezTo>
                    <a:pt x="382" y="469"/>
                    <a:pt x="384" y="465"/>
                    <a:pt x="385" y="464"/>
                  </a:cubicBezTo>
                  <a:cubicBezTo>
                    <a:pt x="388" y="463"/>
                    <a:pt x="394" y="466"/>
                    <a:pt x="397" y="466"/>
                  </a:cubicBezTo>
                  <a:cubicBezTo>
                    <a:pt x="400" y="466"/>
                    <a:pt x="406" y="464"/>
                    <a:pt x="407" y="462"/>
                  </a:cubicBezTo>
                  <a:cubicBezTo>
                    <a:pt x="409" y="460"/>
                    <a:pt x="408" y="454"/>
                    <a:pt x="407" y="452"/>
                  </a:cubicBezTo>
                  <a:cubicBezTo>
                    <a:pt x="405" y="450"/>
                    <a:pt x="400" y="449"/>
                    <a:pt x="398" y="448"/>
                  </a:cubicBezTo>
                  <a:cubicBezTo>
                    <a:pt x="394" y="447"/>
                    <a:pt x="387" y="444"/>
                    <a:pt x="383" y="443"/>
                  </a:cubicBezTo>
                  <a:cubicBezTo>
                    <a:pt x="377" y="440"/>
                    <a:pt x="366" y="435"/>
                    <a:pt x="360" y="431"/>
                  </a:cubicBezTo>
                  <a:cubicBezTo>
                    <a:pt x="357" y="429"/>
                    <a:pt x="353" y="424"/>
                    <a:pt x="350" y="423"/>
                  </a:cubicBezTo>
                  <a:cubicBezTo>
                    <a:pt x="346" y="421"/>
                    <a:pt x="338" y="417"/>
                    <a:pt x="333" y="417"/>
                  </a:cubicBezTo>
                  <a:cubicBezTo>
                    <a:pt x="328" y="416"/>
                    <a:pt x="317" y="420"/>
                    <a:pt x="312" y="421"/>
                  </a:cubicBezTo>
                  <a:cubicBezTo>
                    <a:pt x="308" y="421"/>
                    <a:pt x="300" y="422"/>
                    <a:pt x="296" y="424"/>
                  </a:cubicBezTo>
                  <a:cubicBezTo>
                    <a:pt x="293" y="426"/>
                    <a:pt x="286" y="429"/>
                    <a:pt x="285" y="432"/>
                  </a:cubicBezTo>
                  <a:cubicBezTo>
                    <a:pt x="283" y="435"/>
                    <a:pt x="283" y="441"/>
                    <a:pt x="284" y="444"/>
                  </a:cubicBezTo>
                  <a:cubicBezTo>
                    <a:pt x="284" y="447"/>
                    <a:pt x="286" y="452"/>
                    <a:pt x="287" y="454"/>
                  </a:cubicBezTo>
                  <a:cubicBezTo>
                    <a:pt x="289" y="457"/>
                    <a:pt x="294" y="461"/>
                    <a:pt x="297" y="463"/>
                  </a:cubicBezTo>
                  <a:cubicBezTo>
                    <a:pt x="299" y="465"/>
                    <a:pt x="305" y="467"/>
                    <a:pt x="307" y="470"/>
                  </a:cubicBezTo>
                  <a:cubicBezTo>
                    <a:pt x="310" y="473"/>
                    <a:pt x="315" y="481"/>
                    <a:pt x="316" y="486"/>
                  </a:cubicBezTo>
                  <a:cubicBezTo>
                    <a:pt x="316" y="490"/>
                    <a:pt x="314" y="497"/>
                    <a:pt x="312" y="500"/>
                  </a:cubicBezTo>
                  <a:cubicBezTo>
                    <a:pt x="311" y="502"/>
                    <a:pt x="309" y="505"/>
                    <a:pt x="307" y="506"/>
                  </a:cubicBezTo>
                  <a:cubicBezTo>
                    <a:pt x="305" y="507"/>
                    <a:pt x="300" y="505"/>
                    <a:pt x="298" y="504"/>
                  </a:cubicBezTo>
                  <a:cubicBezTo>
                    <a:pt x="295" y="503"/>
                    <a:pt x="291" y="499"/>
                    <a:pt x="289" y="497"/>
                  </a:cubicBezTo>
                  <a:cubicBezTo>
                    <a:pt x="286" y="496"/>
                    <a:pt x="280" y="495"/>
                    <a:pt x="277" y="495"/>
                  </a:cubicBezTo>
                  <a:cubicBezTo>
                    <a:pt x="274" y="495"/>
                    <a:pt x="270" y="495"/>
                    <a:pt x="268" y="497"/>
                  </a:cubicBezTo>
                  <a:cubicBezTo>
                    <a:pt x="266" y="498"/>
                    <a:pt x="263" y="501"/>
                    <a:pt x="262" y="504"/>
                  </a:cubicBezTo>
                  <a:cubicBezTo>
                    <a:pt x="261" y="506"/>
                    <a:pt x="262" y="510"/>
                    <a:pt x="263" y="512"/>
                  </a:cubicBezTo>
                  <a:cubicBezTo>
                    <a:pt x="264" y="515"/>
                    <a:pt x="268" y="518"/>
                    <a:pt x="269" y="520"/>
                  </a:cubicBezTo>
                  <a:cubicBezTo>
                    <a:pt x="271" y="523"/>
                    <a:pt x="271" y="530"/>
                    <a:pt x="271" y="533"/>
                  </a:cubicBezTo>
                  <a:cubicBezTo>
                    <a:pt x="271" y="536"/>
                    <a:pt x="268" y="542"/>
                    <a:pt x="267" y="544"/>
                  </a:cubicBezTo>
                  <a:cubicBezTo>
                    <a:pt x="266" y="546"/>
                    <a:pt x="262" y="548"/>
                    <a:pt x="261" y="549"/>
                  </a:cubicBezTo>
                  <a:cubicBezTo>
                    <a:pt x="260" y="551"/>
                    <a:pt x="258" y="553"/>
                    <a:pt x="257" y="555"/>
                  </a:cubicBezTo>
                  <a:cubicBezTo>
                    <a:pt x="257" y="555"/>
                    <a:pt x="257" y="555"/>
                    <a:pt x="256" y="555"/>
                  </a:cubicBezTo>
                  <a:cubicBezTo>
                    <a:pt x="255" y="555"/>
                    <a:pt x="253" y="554"/>
                    <a:pt x="252" y="553"/>
                  </a:cubicBezTo>
                  <a:cubicBezTo>
                    <a:pt x="251" y="552"/>
                    <a:pt x="251" y="550"/>
                    <a:pt x="250" y="549"/>
                  </a:cubicBezTo>
                  <a:cubicBezTo>
                    <a:pt x="249" y="548"/>
                    <a:pt x="247" y="548"/>
                    <a:pt x="246" y="547"/>
                  </a:cubicBezTo>
                  <a:cubicBezTo>
                    <a:pt x="245" y="547"/>
                    <a:pt x="243" y="547"/>
                    <a:pt x="242" y="546"/>
                  </a:cubicBezTo>
                  <a:cubicBezTo>
                    <a:pt x="241" y="545"/>
                    <a:pt x="241" y="544"/>
                    <a:pt x="240" y="543"/>
                  </a:cubicBezTo>
                  <a:cubicBezTo>
                    <a:pt x="239" y="543"/>
                    <a:pt x="236" y="543"/>
                    <a:pt x="234" y="543"/>
                  </a:cubicBezTo>
                  <a:cubicBezTo>
                    <a:pt x="234" y="543"/>
                    <a:pt x="232" y="542"/>
                    <a:pt x="232" y="541"/>
                  </a:cubicBezTo>
                  <a:cubicBezTo>
                    <a:pt x="231" y="540"/>
                    <a:pt x="230" y="538"/>
                    <a:pt x="229" y="538"/>
                  </a:cubicBezTo>
                  <a:cubicBezTo>
                    <a:pt x="228" y="537"/>
                    <a:pt x="226" y="538"/>
                    <a:pt x="225" y="538"/>
                  </a:cubicBezTo>
                  <a:cubicBezTo>
                    <a:pt x="224" y="539"/>
                    <a:pt x="224" y="542"/>
                    <a:pt x="223" y="543"/>
                  </a:cubicBezTo>
                  <a:cubicBezTo>
                    <a:pt x="222" y="544"/>
                    <a:pt x="222" y="546"/>
                    <a:pt x="221" y="547"/>
                  </a:cubicBezTo>
                  <a:cubicBezTo>
                    <a:pt x="220" y="547"/>
                    <a:pt x="218" y="545"/>
                    <a:pt x="217" y="545"/>
                  </a:cubicBezTo>
                  <a:cubicBezTo>
                    <a:pt x="215" y="545"/>
                    <a:pt x="213" y="546"/>
                    <a:pt x="211" y="547"/>
                  </a:cubicBezTo>
                  <a:cubicBezTo>
                    <a:pt x="210" y="547"/>
                    <a:pt x="209" y="549"/>
                    <a:pt x="208" y="550"/>
                  </a:cubicBezTo>
                  <a:cubicBezTo>
                    <a:pt x="207" y="550"/>
                    <a:pt x="205" y="551"/>
                    <a:pt x="204" y="551"/>
                  </a:cubicBezTo>
                  <a:cubicBezTo>
                    <a:pt x="203" y="551"/>
                    <a:pt x="200" y="551"/>
                    <a:pt x="199" y="550"/>
                  </a:cubicBezTo>
                  <a:cubicBezTo>
                    <a:pt x="199" y="550"/>
                    <a:pt x="198" y="547"/>
                    <a:pt x="197" y="547"/>
                  </a:cubicBezTo>
                  <a:cubicBezTo>
                    <a:pt x="196" y="546"/>
                    <a:pt x="195" y="545"/>
                    <a:pt x="194" y="545"/>
                  </a:cubicBezTo>
                  <a:cubicBezTo>
                    <a:pt x="193" y="545"/>
                    <a:pt x="192" y="546"/>
                    <a:pt x="191" y="547"/>
                  </a:cubicBezTo>
                  <a:cubicBezTo>
                    <a:pt x="190" y="548"/>
                    <a:pt x="190" y="550"/>
                    <a:pt x="190" y="551"/>
                  </a:cubicBezTo>
                  <a:cubicBezTo>
                    <a:pt x="189" y="551"/>
                    <a:pt x="187" y="552"/>
                    <a:pt x="187" y="552"/>
                  </a:cubicBezTo>
                  <a:cubicBezTo>
                    <a:pt x="186" y="552"/>
                    <a:pt x="186" y="550"/>
                    <a:pt x="186" y="549"/>
                  </a:cubicBezTo>
                  <a:cubicBezTo>
                    <a:pt x="185" y="548"/>
                    <a:pt x="186" y="546"/>
                    <a:pt x="186" y="546"/>
                  </a:cubicBezTo>
                  <a:cubicBezTo>
                    <a:pt x="185" y="545"/>
                    <a:pt x="183" y="544"/>
                    <a:pt x="183" y="544"/>
                  </a:cubicBezTo>
                  <a:cubicBezTo>
                    <a:pt x="182" y="544"/>
                    <a:pt x="181" y="545"/>
                    <a:pt x="180" y="546"/>
                  </a:cubicBezTo>
                  <a:cubicBezTo>
                    <a:pt x="180" y="546"/>
                    <a:pt x="180" y="548"/>
                    <a:pt x="179" y="548"/>
                  </a:cubicBezTo>
                  <a:cubicBezTo>
                    <a:pt x="179" y="549"/>
                    <a:pt x="177" y="549"/>
                    <a:pt x="177" y="549"/>
                  </a:cubicBezTo>
                  <a:cubicBezTo>
                    <a:pt x="176" y="548"/>
                    <a:pt x="176" y="546"/>
                    <a:pt x="175" y="545"/>
                  </a:cubicBezTo>
                  <a:cubicBezTo>
                    <a:pt x="174" y="545"/>
                    <a:pt x="173" y="546"/>
                    <a:pt x="172" y="546"/>
                  </a:cubicBezTo>
                  <a:cubicBezTo>
                    <a:pt x="172" y="547"/>
                    <a:pt x="171" y="550"/>
                    <a:pt x="172" y="551"/>
                  </a:cubicBezTo>
                  <a:cubicBezTo>
                    <a:pt x="172" y="552"/>
                    <a:pt x="174" y="552"/>
                    <a:pt x="174" y="553"/>
                  </a:cubicBezTo>
                  <a:cubicBezTo>
                    <a:pt x="174" y="554"/>
                    <a:pt x="173" y="556"/>
                    <a:pt x="172" y="557"/>
                  </a:cubicBezTo>
                  <a:cubicBezTo>
                    <a:pt x="171" y="557"/>
                    <a:pt x="169" y="556"/>
                    <a:pt x="168" y="555"/>
                  </a:cubicBezTo>
                  <a:cubicBezTo>
                    <a:pt x="167" y="554"/>
                    <a:pt x="167" y="551"/>
                    <a:pt x="166" y="550"/>
                  </a:cubicBezTo>
                  <a:cubicBezTo>
                    <a:pt x="165" y="549"/>
                    <a:pt x="163" y="549"/>
                    <a:pt x="161" y="549"/>
                  </a:cubicBezTo>
                  <a:cubicBezTo>
                    <a:pt x="160" y="549"/>
                    <a:pt x="158" y="550"/>
                    <a:pt x="156" y="550"/>
                  </a:cubicBezTo>
                  <a:cubicBezTo>
                    <a:pt x="155" y="550"/>
                    <a:pt x="153" y="549"/>
                    <a:pt x="152" y="548"/>
                  </a:cubicBezTo>
                  <a:cubicBezTo>
                    <a:pt x="151" y="548"/>
                    <a:pt x="151" y="545"/>
                    <a:pt x="150" y="544"/>
                  </a:cubicBezTo>
                  <a:cubicBezTo>
                    <a:pt x="150" y="543"/>
                    <a:pt x="148" y="543"/>
                    <a:pt x="148" y="543"/>
                  </a:cubicBezTo>
                  <a:cubicBezTo>
                    <a:pt x="148" y="542"/>
                    <a:pt x="148" y="541"/>
                    <a:pt x="148" y="541"/>
                  </a:cubicBezTo>
                  <a:cubicBezTo>
                    <a:pt x="148" y="540"/>
                    <a:pt x="149" y="540"/>
                    <a:pt x="150" y="540"/>
                  </a:cubicBezTo>
                  <a:cubicBezTo>
                    <a:pt x="151" y="539"/>
                    <a:pt x="152" y="539"/>
                    <a:pt x="153" y="539"/>
                  </a:cubicBezTo>
                  <a:cubicBezTo>
                    <a:pt x="153" y="538"/>
                    <a:pt x="153" y="536"/>
                    <a:pt x="153" y="535"/>
                  </a:cubicBezTo>
                  <a:cubicBezTo>
                    <a:pt x="152" y="534"/>
                    <a:pt x="150" y="534"/>
                    <a:pt x="149" y="533"/>
                  </a:cubicBezTo>
                  <a:cubicBezTo>
                    <a:pt x="147" y="532"/>
                    <a:pt x="145" y="531"/>
                    <a:pt x="144" y="529"/>
                  </a:cubicBezTo>
                  <a:cubicBezTo>
                    <a:pt x="144" y="529"/>
                    <a:pt x="143" y="527"/>
                    <a:pt x="143" y="526"/>
                  </a:cubicBezTo>
                  <a:cubicBezTo>
                    <a:pt x="143" y="525"/>
                    <a:pt x="143" y="521"/>
                    <a:pt x="144" y="520"/>
                  </a:cubicBezTo>
                  <a:cubicBezTo>
                    <a:pt x="145" y="520"/>
                    <a:pt x="147" y="521"/>
                    <a:pt x="147" y="521"/>
                  </a:cubicBezTo>
                  <a:cubicBezTo>
                    <a:pt x="149" y="522"/>
                    <a:pt x="149" y="526"/>
                    <a:pt x="150" y="527"/>
                  </a:cubicBezTo>
                  <a:cubicBezTo>
                    <a:pt x="151" y="527"/>
                    <a:pt x="154" y="528"/>
                    <a:pt x="155" y="528"/>
                  </a:cubicBezTo>
                  <a:cubicBezTo>
                    <a:pt x="155" y="529"/>
                    <a:pt x="155" y="530"/>
                    <a:pt x="156" y="530"/>
                  </a:cubicBezTo>
                  <a:cubicBezTo>
                    <a:pt x="157" y="531"/>
                    <a:pt x="161" y="531"/>
                    <a:pt x="162" y="530"/>
                  </a:cubicBezTo>
                  <a:cubicBezTo>
                    <a:pt x="163" y="530"/>
                    <a:pt x="164" y="527"/>
                    <a:pt x="165" y="525"/>
                  </a:cubicBezTo>
                  <a:cubicBezTo>
                    <a:pt x="166" y="524"/>
                    <a:pt x="166" y="520"/>
                    <a:pt x="167" y="519"/>
                  </a:cubicBezTo>
                  <a:cubicBezTo>
                    <a:pt x="167" y="519"/>
                    <a:pt x="170" y="519"/>
                    <a:pt x="170" y="518"/>
                  </a:cubicBezTo>
                  <a:cubicBezTo>
                    <a:pt x="171" y="518"/>
                    <a:pt x="173" y="517"/>
                    <a:pt x="173" y="516"/>
                  </a:cubicBezTo>
                  <a:cubicBezTo>
                    <a:pt x="173" y="515"/>
                    <a:pt x="172" y="515"/>
                    <a:pt x="171" y="514"/>
                  </a:cubicBezTo>
                  <a:cubicBezTo>
                    <a:pt x="170" y="513"/>
                    <a:pt x="167" y="513"/>
                    <a:pt x="166" y="513"/>
                  </a:cubicBezTo>
                  <a:cubicBezTo>
                    <a:pt x="165" y="513"/>
                    <a:pt x="164" y="514"/>
                    <a:pt x="163" y="514"/>
                  </a:cubicBezTo>
                  <a:cubicBezTo>
                    <a:pt x="162" y="515"/>
                    <a:pt x="162" y="517"/>
                    <a:pt x="161" y="517"/>
                  </a:cubicBezTo>
                  <a:cubicBezTo>
                    <a:pt x="161" y="518"/>
                    <a:pt x="161" y="521"/>
                    <a:pt x="160" y="521"/>
                  </a:cubicBezTo>
                  <a:cubicBezTo>
                    <a:pt x="159" y="522"/>
                    <a:pt x="156" y="521"/>
                    <a:pt x="155" y="520"/>
                  </a:cubicBezTo>
                  <a:cubicBezTo>
                    <a:pt x="155" y="520"/>
                    <a:pt x="154" y="518"/>
                    <a:pt x="153" y="517"/>
                  </a:cubicBezTo>
                  <a:cubicBezTo>
                    <a:pt x="152" y="516"/>
                    <a:pt x="150" y="516"/>
                    <a:pt x="149" y="515"/>
                  </a:cubicBezTo>
                  <a:cubicBezTo>
                    <a:pt x="148" y="514"/>
                    <a:pt x="147" y="511"/>
                    <a:pt x="147" y="510"/>
                  </a:cubicBezTo>
                  <a:cubicBezTo>
                    <a:pt x="147" y="508"/>
                    <a:pt x="147" y="505"/>
                    <a:pt x="147" y="504"/>
                  </a:cubicBezTo>
                  <a:cubicBezTo>
                    <a:pt x="147" y="503"/>
                    <a:pt x="148" y="500"/>
                    <a:pt x="147" y="498"/>
                  </a:cubicBezTo>
                  <a:cubicBezTo>
                    <a:pt x="147" y="497"/>
                    <a:pt x="145" y="495"/>
                    <a:pt x="144" y="494"/>
                  </a:cubicBezTo>
                  <a:cubicBezTo>
                    <a:pt x="143" y="493"/>
                    <a:pt x="140" y="491"/>
                    <a:pt x="139" y="490"/>
                  </a:cubicBezTo>
                  <a:cubicBezTo>
                    <a:pt x="137" y="489"/>
                    <a:pt x="135" y="487"/>
                    <a:pt x="133" y="487"/>
                  </a:cubicBezTo>
                  <a:cubicBezTo>
                    <a:pt x="132" y="486"/>
                    <a:pt x="130" y="486"/>
                    <a:pt x="129" y="485"/>
                  </a:cubicBezTo>
                  <a:cubicBezTo>
                    <a:pt x="127" y="485"/>
                    <a:pt x="123" y="484"/>
                    <a:pt x="122" y="483"/>
                  </a:cubicBezTo>
                  <a:cubicBezTo>
                    <a:pt x="121" y="482"/>
                    <a:pt x="120" y="479"/>
                    <a:pt x="119" y="479"/>
                  </a:cubicBezTo>
                  <a:cubicBezTo>
                    <a:pt x="118" y="478"/>
                    <a:pt x="115" y="477"/>
                    <a:pt x="114" y="476"/>
                  </a:cubicBezTo>
                  <a:cubicBezTo>
                    <a:pt x="113" y="475"/>
                    <a:pt x="111" y="472"/>
                    <a:pt x="110" y="471"/>
                  </a:cubicBezTo>
                  <a:cubicBezTo>
                    <a:pt x="109" y="470"/>
                    <a:pt x="105" y="468"/>
                    <a:pt x="105" y="466"/>
                  </a:cubicBezTo>
                  <a:cubicBezTo>
                    <a:pt x="105" y="465"/>
                    <a:pt x="107" y="464"/>
                    <a:pt x="108" y="464"/>
                  </a:cubicBezTo>
                  <a:cubicBezTo>
                    <a:pt x="108" y="463"/>
                    <a:pt x="110" y="462"/>
                    <a:pt x="111" y="462"/>
                  </a:cubicBezTo>
                  <a:cubicBezTo>
                    <a:pt x="113" y="462"/>
                    <a:pt x="115" y="463"/>
                    <a:pt x="116" y="464"/>
                  </a:cubicBezTo>
                  <a:cubicBezTo>
                    <a:pt x="117" y="464"/>
                    <a:pt x="118" y="465"/>
                    <a:pt x="118" y="465"/>
                  </a:cubicBezTo>
                  <a:cubicBezTo>
                    <a:pt x="120" y="465"/>
                    <a:pt x="122" y="464"/>
                    <a:pt x="123" y="463"/>
                  </a:cubicBezTo>
                  <a:cubicBezTo>
                    <a:pt x="124" y="463"/>
                    <a:pt x="125" y="461"/>
                    <a:pt x="126" y="460"/>
                  </a:cubicBezTo>
                  <a:cubicBezTo>
                    <a:pt x="127" y="460"/>
                    <a:pt x="129" y="460"/>
                    <a:pt x="130" y="459"/>
                  </a:cubicBezTo>
                  <a:cubicBezTo>
                    <a:pt x="130" y="459"/>
                    <a:pt x="131" y="457"/>
                    <a:pt x="131" y="456"/>
                  </a:cubicBezTo>
                  <a:cubicBezTo>
                    <a:pt x="131" y="455"/>
                    <a:pt x="129" y="453"/>
                    <a:pt x="128" y="452"/>
                  </a:cubicBezTo>
                  <a:cubicBezTo>
                    <a:pt x="128" y="451"/>
                    <a:pt x="128" y="449"/>
                    <a:pt x="127" y="448"/>
                  </a:cubicBezTo>
                  <a:cubicBezTo>
                    <a:pt x="127" y="447"/>
                    <a:pt x="125" y="446"/>
                    <a:pt x="124" y="446"/>
                  </a:cubicBezTo>
                  <a:cubicBezTo>
                    <a:pt x="123" y="446"/>
                    <a:pt x="121" y="446"/>
                    <a:pt x="120" y="446"/>
                  </a:cubicBezTo>
                  <a:cubicBezTo>
                    <a:pt x="120" y="445"/>
                    <a:pt x="119" y="444"/>
                    <a:pt x="118" y="444"/>
                  </a:cubicBezTo>
                  <a:cubicBezTo>
                    <a:pt x="117" y="444"/>
                    <a:pt x="115" y="443"/>
                    <a:pt x="114" y="444"/>
                  </a:cubicBezTo>
                  <a:cubicBezTo>
                    <a:pt x="113" y="445"/>
                    <a:pt x="113" y="447"/>
                    <a:pt x="113" y="448"/>
                  </a:cubicBezTo>
                  <a:cubicBezTo>
                    <a:pt x="113" y="448"/>
                    <a:pt x="113" y="449"/>
                    <a:pt x="113" y="450"/>
                  </a:cubicBezTo>
                  <a:cubicBezTo>
                    <a:pt x="113" y="451"/>
                    <a:pt x="112" y="452"/>
                    <a:pt x="112" y="453"/>
                  </a:cubicBezTo>
                  <a:cubicBezTo>
                    <a:pt x="111" y="453"/>
                    <a:pt x="110" y="452"/>
                    <a:pt x="109" y="453"/>
                  </a:cubicBezTo>
                  <a:cubicBezTo>
                    <a:pt x="109" y="453"/>
                    <a:pt x="108" y="455"/>
                    <a:pt x="108" y="455"/>
                  </a:cubicBezTo>
                  <a:cubicBezTo>
                    <a:pt x="107" y="456"/>
                    <a:pt x="106" y="457"/>
                    <a:pt x="105" y="457"/>
                  </a:cubicBezTo>
                  <a:cubicBezTo>
                    <a:pt x="103" y="457"/>
                    <a:pt x="100" y="456"/>
                    <a:pt x="99" y="455"/>
                  </a:cubicBezTo>
                  <a:cubicBezTo>
                    <a:pt x="98" y="455"/>
                    <a:pt x="96" y="451"/>
                    <a:pt x="95" y="450"/>
                  </a:cubicBezTo>
                  <a:cubicBezTo>
                    <a:pt x="94" y="449"/>
                    <a:pt x="91" y="449"/>
                    <a:pt x="90" y="448"/>
                  </a:cubicBezTo>
                  <a:cubicBezTo>
                    <a:pt x="90" y="447"/>
                    <a:pt x="90" y="444"/>
                    <a:pt x="91" y="443"/>
                  </a:cubicBezTo>
                  <a:cubicBezTo>
                    <a:pt x="91" y="442"/>
                    <a:pt x="92" y="439"/>
                    <a:pt x="93" y="438"/>
                  </a:cubicBezTo>
                  <a:cubicBezTo>
                    <a:pt x="94" y="438"/>
                    <a:pt x="96" y="437"/>
                    <a:pt x="97" y="437"/>
                  </a:cubicBezTo>
                  <a:cubicBezTo>
                    <a:pt x="98" y="437"/>
                    <a:pt x="99" y="438"/>
                    <a:pt x="100" y="438"/>
                  </a:cubicBezTo>
                  <a:cubicBezTo>
                    <a:pt x="101" y="438"/>
                    <a:pt x="103" y="439"/>
                    <a:pt x="104" y="439"/>
                  </a:cubicBezTo>
                  <a:cubicBezTo>
                    <a:pt x="106" y="438"/>
                    <a:pt x="109" y="437"/>
                    <a:pt x="111" y="436"/>
                  </a:cubicBezTo>
                  <a:cubicBezTo>
                    <a:pt x="114" y="435"/>
                    <a:pt x="118" y="431"/>
                    <a:pt x="121" y="429"/>
                  </a:cubicBezTo>
                  <a:cubicBezTo>
                    <a:pt x="123" y="428"/>
                    <a:pt x="126" y="426"/>
                    <a:pt x="128" y="426"/>
                  </a:cubicBezTo>
                  <a:cubicBezTo>
                    <a:pt x="130" y="426"/>
                    <a:pt x="133" y="427"/>
                    <a:pt x="135" y="427"/>
                  </a:cubicBezTo>
                  <a:cubicBezTo>
                    <a:pt x="136" y="427"/>
                    <a:pt x="140" y="427"/>
                    <a:pt x="141" y="426"/>
                  </a:cubicBezTo>
                  <a:cubicBezTo>
                    <a:pt x="142" y="426"/>
                    <a:pt x="144" y="424"/>
                    <a:pt x="144" y="423"/>
                  </a:cubicBezTo>
                  <a:cubicBezTo>
                    <a:pt x="144" y="422"/>
                    <a:pt x="142" y="419"/>
                    <a:pt x="140" y="418"/>
                  </a:cubicBezTo>
                  <a:cubicBezTo>
                    <a:pt x="140" y="416"/>
                    <a:pt x="137" y="415"/>
                    <a:pt x="136" y="414"/>
                  </a:cubicBezTo>
                  <a:cubicBezTo>
                    <a:pt x="135" y="412"/>
                    <a:pt x="134" y="408"/>
                    <a:pt x="133" y="406"/>
                  </a:cubicBezTo>
                  <a:cubicBezTo>
                    <a:pt x="133" y="405"/>
                    <a:pt x="131" y="402"/>
                    <a:pt x="131" y="401"/>
                  </a:cubicBezTo>
                  <a:cubicBezTo>
                    <a:pt x="131" y="398"/>
                    <a:pt x="134" y="394"/>
                    <a:pt x="134" y="391"/>
                  </a:cubicBezTo>
                  <a:cubicBezTo>
                    <a:pt x="134" y="390"/>
                    <a:pt x="134" y="388"/>
                    <a:pt x="134" y="387"/>
                  </a:cubicBezTo>
                  <a:cubicBezTo>
                    <a:pt x="134" y="385"/>
                    <a:pt x="132" y="383"/>
                    <a:pt x="131" y="381"/>
                  </a:cubicBezTo>
                  <a:cubicBezTo>
                    <a:pt x="130" y="379"/>
                    <a:pt x="129" y="373"/>
                    <a:pt x="128" y="371"/>
                  </a:cubicBezTo>
                  <a:cubicBezTo>
                    <a:pt x="127" y="369"/>
                    <a:pt x="124" y="366"/>
                    <a:pt x="123" y="364"/>
                  </a:cubicBezTo>
                  <a:cubicBezTo>
                    <a:pt x="123" y="363"/>
                    <a:pt x="122" y="361"/>
                    <a:pt x="122" y="359"/>
                  </a:cubicBezTo>
                  <a:cubicBezTo>
                    <a:pt x="122" y="358"/>
                    <a:pt x="123" y="356"/>
                    <a:pt x="123" y="355"/>
                  </a:cubicBezTo>
                  <a:cubicBezTo>
                    <a:pt x="122" y="353"/>
                    <a:pt x="119" y="349"/>
                    <a:pt x="118" y="346"/>
                  </a:cubicBezTo>
                  <a:cubicBezTo>
                    <a:pt x="117" y="345"/>
                    <a:pt x="115" y="342"/>
                    <a:pt x="114" y="341"/>
                  </a:cubicBezTo>
                  <a:cubicBezTo>
                    <a:pt x="113" y="339"/>
                    <a:pt x="110" y="337"/>
                    <a:pt x="109" y="335"/>
                  </a:cubicBezTo>
                  <a:cubicBezTo>
                    <a:pt x="107" y="334"/>
                    <a:pt x="103" y="332"/>
                    <a:pt x="103" y="330"/>
                  </a:cubicBezTo>
                  <a:cubicBezTo>
                    <a:pt x="103" y="329"/>
                    <a:pt x="104" y="327"/>
                    <a:pt x="104" y="326"/>
                  </a:cubicBezTo>
                  <a:cubicBezTo>
                    <a:pt x="103" y="325"/>
                    <a:pt x="101" y="324"/>
                    <a:pt x="100" y="324"/>
                  </a:cubicBezTo>
                  <a:cubicBezTo>
                    <a:pt x="99" y="324"/>
                    <a:pt x="97" y="325"/>
                    <a:pt x="96" y="325"/>
                  </a:cubicBezTo>
                  <a:cubicBezTo>
                    <a:pt x="95" y="326"/>
                    <a:pt x="94" y="327"/>
                    <a:pt x="94" y="328"/>
                  </a:cubicBezTo>
                  <a:cubicBezTo>
                    <a:pt x="95" y="329"/>
                    <a:pt x="97" y="329"/>
                    <a:pt x="98" y="330"/>
                  </a:cubicBezTo>
                  <a:cubicBezTo>
                    <a:pt x="98" y="331"/>
                    <a:pt x="98" y="333"/>
                    <a:pt x="98" y="333"/>
                  </a:cubicBezTo>
                  <a:cubicBezTo>
                    <a:pt x="98" y="334"/>
                    <a:pt x="98" y="336"/>
                    <a:pt x="97" y="337"/>
                  </a:cubicBezTo>
                  <a:cubicBezTo>
                    <a:pt x="96" y="338"/>
                    <a:pt x="94" y="337"/>
                    <a:pt x="93" y="337"/>
                  </a:cubicBezTo>
                  <a:cubicBezTo>
                    <a:pt x="92" y="337"/>
                    <a:pt x="89" y="336"/>
                    <a:pt x="88" y="335"/>
                  </a:cubicBezTo>
                  <a:cubicBezTo>
                    <a:pt x="87" y="334"/>
                    <a:pt x="86" y="331"/>
                    <a:pt x="86" y="330"/>
                  </a:cubicBezTo>
                  <a:cubicBezTo>
                    <a:pt x="85" y="328"/>
                    <a:pt x="85" y="325"/>
                    <a:pt x="86" y="323"/>
                  </a:cubicBezTo>
                  <a:cubicBezTo>
                    <a:pt x="86" y="322"/>
                    <a:pt x="87" y="318"/>
                    <a:pt x="88" y="317"/>
                  </a:cubicBezTo>
                  <a:cubicBezTo>
                    <a:pt x="90" y="315"/>
                    <a:pt x="94" y="315"/>
                    <a:pt x="96" y="315"/>
                  </a:cubicBezTo>
                  <a:cubicBezTo>
                    <a:pt x="97" y="315"/>
                    <a:pt x="99" y="315"/>
                    <a:pt x="99" y="316"/>
                  </a:cubicBezTo>
                  <a:cubicBezTo>
                    <a:pt x="100" y="316"/>
                    <a:pt x="101" y="318"/>
                    <a:pt x="102" y="319"/>
                  </a:cubicBezTo>
                  <a:cubicBezTo>
                    <a:pt x="103" y="319"/>
                    <a:pt x="106" y="320"/>
                    <a:pt x="107" y="321"/>
                  </a:cubicBezTo>
                  <a:cubicBezTo>
                    <a:pt x="108" y="321"/>
                    <a:pt x="110" y="322"/>
                    <a:pt x="111" y="323"/>
                  </a:cubicBezTo>
                  <a:cubicBezTo>
                    <a:pt x="112" y="323"/>
                    <a:pt x="114" y="322"/>
                    <a:pt x="115" y="321"/>
                  </a:cubicBezTo>
                  <a:cubicBezTo>
                    <a:pt x="116" y="321"/>
                    <a:pt x="118" y="320"/>
                    <a:pt x="118" y="318"/>
                  </a:cubicBezTo>
                  <a:cubicBezTo>
                    <a:pt x="118" y="317"/>
                    <a:pt x="116" y="317"/>
                    <a:pt x="115" y="317"/>
                  </a:cubicBezTo>
                  <a:cubicBezTo>
                    <a:pt x="114" y="316"/>
                    <a:pt x="113" y="314"/>
                    <a:pt x="113" y="313"/>
                  </a:cubicBezTo>
                  <a:cubicBezTo>
                    <a:pt x="112" y="312"/>
                    <a:pt x="113" y="310"/>
                    <a:pt x="113" y="309"/>
                  </a:cubicBezTo>
                  <a:cubicBezTo>
                    <a:pt x="113" y="307"/>
                    <a:pt x="115" y="304"/>
                    <a:pt x="115" y="302"/>
                  </a:cubicBezTo>
                  <a:cubicBezTo>
                    <a:pt x="115" y="300"/>
                    <a:pt x="114" y="296"/>
                    <a:pt x="114" y="294"/>
                  </a:cubicBezTo>
                  <a:cubicBezTo>
                    <a:pt x="113" y="291"/>
                    <a:pt x="109" y="284"/>
                    <a:pt x="108" y="281"/>
                  </a:cubicBezTo>
                  <a:cubicBezTo>
                    <a:pt x="107" y="279"/>
                    <a:pt x="106" y="274"/>
                    <a:pt x="105" y="272"/>
                  </a:cubicBezTo>
                  <a:cubicBezTo>
                    <a:pt x="103" y="269"/>
                    <a:pt x="99" y="263"/>
                    <a:pt x="97" y="261"/>
                  </a:cubicBezTo>
                  <a:cubicBezTo>
                    <a:pt x="93" y="258"/>
                    <a:pt x="85" y="253"/>
                    <a:pt x="81" y="251"/>
                  </a:cubicBezTo>
                  <a:cubicBezTo>
                    <a:pt x="78" y="250"/>
                    <a:pt x="72" y="247"/>
                    <a:pt x="69" y="246"/>
                  </a:cubicBezTo>
                  <a:cubicBezTo>
                    <a:pt x="65" y="244"/>
                    <a:pt x="56" y="241"/>
                    <a:pt x="52" y="240"/>
                  </a:cubicBezTo>
                  <a:cubicBezTo>
                    <a:pt x="49" y="239"/>
                    <a:pt x="43" y="237"/>
                    <a:pt x="40" y="236"/>
                  </a:cubicBezTo>
                  <a:cubicBezTo>
                    <a:pt x="38" y="236"/>
                    <a:pt x="35" y="237"/>
                    <a:pt x="33" y="236"/>
                  </a:cubicBezTo>
                  <a:cubicBezTo>
                    <a:pt x="31" y="236"/>
                    <a:pt x="28" y="235"/>
                    <a:pt x="27" y="234"/>
                  </a:cubicBezTo>
                  <a:cubicBezTo>
                    <a:pt x="26" y="233"/>
                    <a:pt x="24" y="231"/>
                    <a:pt x="24" y="229"/>
                  </a:cubicBezTo>
                  <a:cubicBezTo>
                    <a:pt x="24" y="228"/>
                    <a:pt x="24" y="225"/>
                    <a:pt x="25" y="224"/>
                  </a:cubicBezTo>
                  <a:cubicBezTo>
                    <a:pt x="26" y="223"/>
                    <a:pt x="29" y="222"/>
                    <a:pt x="30" y="222"/>
                  </a:cubicBezTo>
                  <a:cubicBezTo>
                    <a:pt x="32" y="222"/>
                    <a:pt x="34" y="224"/>
                    <a:pt x="35" y="224"/>
                  </a:cubicBezTo>
                  <a:cubicBezTo>
                    <a:pt x="36" y="225"/>
                    <a:pt x="38" y="227"/>
                    <a:pt x="40" y="227"/>
                  </a:cubicBezTo>
                  <a:cubicBezTo>
                    <a:pt x="42" y="228"/>
                    <a:pt x="46" y="227"/>
                    <a:pt x="48" y="227"/>
                  </a:cubicBezTo>
                  <a:cubicBezTo>
                    <a:pt x="49" y="227"/>
                    <a:pt x="52" y="228"/>
                    <a:pt x="53" y="228"/>
                  </a:cubicBezTo>
                  <a:cubicBezTo>
                    <a:pt x="54" y="229"/>
                    <a:pt x="56" y="231"/>
                    <a:pt x="57" y="231"/>
                  </a:cubicBezTo>
                  <a:cubicBezTo>
                    <a:pt x="59" y="232"/>
                    <a:pt x="63" y="232"/>
                    <a:pt x="65" y="232"/>
                  </a:cubicBezTo>
                  <a:cubicBezTo>
                    <a:pt x="67" y="233"/>
                    <a:pt x="70" y="233"/>
                    <a:pt x="72" y="233"/>
                  </a:cubicBezTo>
                  <a:cubicBezTo>
                    <a:pt x="74" y="234"/>
                    <a:pt x="76" y="236"/>
                    <a:pt x="78" y="237"/>
                  </a:cubicBezTo>
                  <a:cubicBezTo>
                    <a:pt x="79" y="237"/>
                    <a:pt x="83" y="237"/>
                    <a:pt x="84" y="238"/>
                  </a:cubicBezTo>
                  <a:cubicBezTo>
                    <a:pt x="86" y="238"/>
                    <a:pt x="89" y="238"/>
                    <a:pt x="90" y="238"/>
                  </a:cubicBezTo>
                  <a:cubicBezTo>
                    <a:pt x="92" y="237"/>
                    <a:pt x="96" y="235"/>
                    <a:pt x="97" y="234"/>
                  </a:cubicBezTo>
                  <a:cubicBezTo>
                    <a:pt x="98" y="233"/>
                    <a:pt x="98" y="230"/>
                    <a:pt x="98" y="228"/>
                  </a:cubicBezTo>
                  <a:cubicBezTo>
                    <a:pt x="98" y="227"/>
                    <a:pt x="96" y="225"/>
                    <a:pt x="96" y="224"/>
                  </a:cubicBezTo>
                  <a:cubicBezTo>
                    <a:pt x="95" y="223"/>
                    <a:pt x="93" y="222"/>
                    <a:pt x="92" y="222"/>
                  </a:cubicBezTo>
                  <a:cubicBezTo>
                    <a:pt x="91" y="222"/>
                    <a:pt x="89" y="222"/>
                    <a:pt x="88" y="222"/>
                  </a:cubicBezTo>
                  <a:cubicBezTo>
                    <a:pt x="88" y="222"/>
                    <a:pt x="86" y="222"/>
                    <a:pt x="86" y="223"/>
                  </a:cubicBezTo>
                  <a:cubicBezTo>
                    <a:pt x="85" y="224"/>
                    <a:pt x="87" y="226"/>
                    <a:pt x="86" y="227"/>
                  </a:cubicBezTo>
                  <a:cubicBezTo>
                    <a:pt x="86" y="227"/>
                    <a:pt x="85" y="228"/>
                    <a:pt x="84" y="228"/>
                  </a:cubicBezTo>
                  <a:cubicBezTo>
                    <a:pt x="83" y="228"/>
                    <a:pt x="81" y="227"/>
                    <a:pt x="81" y="226"/>
                  </a:cubicBezTo>
                  <a:cubicBezTo>
                    <a:pt x="80" y="224"/>
                    <a:pt x="79" y="220"/>
                    <a:pt x="78" y="219"/>
                  </a:cubicBezTo>
                  <a:cubicBezTo>
                    <a:pt x="76" y="217"/>
                    <a:pt x="73" y="216"/>
                    <a:pt x="72" y="215"/>
                  </a:cubicBezTo>
                  <a:cubicBezTo>
                    <a:pt x="70" y="214"/>
                    <a:pt x="68" y="213"/>
                    <a:pt x="67" y="212"/>
                  </a:cubicBezTo>
                  <a:cubicBezTo>
                    <a:pt x="66" y="211"/>
                    <a:pt x="64" y="208"/>
                    <a:pt x="63" y="207"/>
                  </a:cubicBezTo>
                  <a:cubicBezTo>
                    <a:pt x="62" y="206"/>
                    <a:pt x="60" y="204"/>
                    <a:pt x="58" y="203"/>
                  </a:cubicBezTo>
                  <a:cubicBezTo>
                    <a:pt x="57" y="202"/>
                    <a:pt x="54" y="202"/>
                    <a:pt x="53" y="201"/>
                  </a:cubicBezTo>
                  <a:cubicBezTo>
                    <a:pt x="52" y="200"/>
                    <a:pt x="51" y="197"/>
                    <a:pt x="51" y="195"/>
                  </a:cubicBezTo>
                  <a:cubicBezTo>
                    <a:pt x="50" y="194"/>
                    <a:pt x="49" y="191"/>
                    <a:pt x="48" y="190"/>
                  </a:cubicBezTo>
                  <a:cubicBezTo>
                    <a:pt x="47" y="190"/>
                    <a:pt x="45" y="189"/>
                    <a:pt x="44" y="189"/>
                  </a:cubicBezTo>
                  <a:cubicBezTo>
                    <a:pt x="42" y="188"/>
                    <a:pt x="39" y="186"/>
                    <a:pt x="37" y="186"/>
                  </a:cubicBezTo>
                  <a:cubicBezTo>
                    <a:pt x="36" y="186"/>
                    <a:pt x="34" y="188"/>
                    <a:pt x="32" y="188"/>
                  </a:cubicBezTo>
                  <a:cubicBezTo>
                    <a:pt x="31" y="189"/>
                    <a:pt x="27" y="190"/>
                    <a:pt x="25" y="189"/>
                  </a:cubicBezTo>
                  <a:cubicBezTo>
                    <a:pt x="23" y="189"/>
                    <a:pt x="21" y="187"/>
                    <a:pt x="19" y="187"/>
                  </a:cubicBezTo>
                  <a:cubicBezTo>
                    <a:pt x="18" y="186"/>
                    <a:pt x="14" y="186"/>
                    <a:pt x="12" y="186"/>
                  </a:cubicBezTo>
                  <a:cubicBezTo>
                    <a:pt x="11" y="185"/>
                    <a:pt x="9" y="183"/>
                    <a:pt x="7" y="182"/>
                  </a:cubicBezTo>
                  <a:cubicBezTo>
                    <a:pt x="6" y="182"/>
                    <a:pt x="4" y="181"/>
                    <a:pt x="3" y="180"/>
                  </a:cubicBezTo>
                  <a:cubicBezTo>
                    <a:pt x="2" y="180"/>
                    <a:pt x="0" y="178"/>
                    <a:pt x="0" y="177"/>
                  </a:cubicBezTo>
                  <a:cubicBezTo>
                    <a:pt x="0" y="176"/>
                    <a:pt x="2" y="173"/>
                    <a:pt x="3" y="173"/>
                  </a:cubicBezTo>
                  <a:cubicBezTo>
                    <a:pt x="5" y="172"/>
                    <a:pt x="7" y="170"/>
                    <a:pt x="9" y="170"/>
                  </a:cubicBezTo>
                  <a:cubicBezTo>
                    <a:pt x="13" y="169"/>
                    <a:pt x="22" y="169"/>
                    <a:pt x="27" y="169"/>
                  </a:cubicBezTo>
                  <a:cubicBezTo>
                    <a:pt x="31" y="169"/>
                    <a:pt x="39" y="170"/>
                    <a:pt x="43" y="171"/>
                  </a:cubicBezTo>
                  <a:cubicBezTo>
                    <a:pt x="45" y="171"/>
                    <a:pt x="50" y="173"/>
                    <a:pt x="52" y="174"/>
                  </a:cubicBezTo>
                  <a:cubicBezTo>
                    <a:pt x="54" y="176"/>
                    <a:pt x="59" y="178"/>
                    <a:pt x="61" y="180"/>
                  </a:cubicBezTo>
                  <a:cubicBezTo>
                    <a:pt x="63" y="181"/>
                    <a:pt x="68" y="183"/>
                    <a:pt x="70" y="184"/>
                  </a:cubicBezTo>
                  <a:cubicBezTo>
                    <a:pt x="72" y="184"/>
                    <a:pt x="76" y="184"/>
                    <a:pt x="78" y="184"/>
                  </a:cubicBezTo>
                  <a:cubicBezTo>
                    <a:pt x="82" y="184"/>
                    <a:pt x="89" y="183"/>
                    <a:pt x="93" y="182"/>
                  </a:cubicBezTo>
                  <a:cubicBezTo>
                    <a:pt x="96" y="181"/>
                    <a:pt x="100" y="178"/>
                    <a:pt x="103" y="177"/>
                  </a:cubicBezTo>
                  <a:cubicBezTo>
                    <a:pt x="105" y="176"/>
                    <a:pt x="109" y="173"/>
                    <a:pt x="111" y="172"/>
                  </a:cubicBezTo>
                  <a:cubicBezTo>
                    <a:pt x="113" y="171"/>
                    <a:pt x="116" y="169"/>
                    <a:pt x="118" y="169"/>
                  </a:cubicBezTo>
                  <a:cubicBezTo>
                    <a:pt x="119" y="168"/>
                    <a:pt x="121" y="167"/>
                    <a:pt x="122" y="167"/>
                  </a:cubicBezTo>
                  <a:cubicBezTo>
                    <a:pt x="123" y="167"/>
                    <a:pt x="125" y="167"/>
                    <a:pt x="125" y="168"/>
                  </a:cubicBezTo>
                  <a:cubicBezTo>
                    <a:pt x="126" y="169"/>
                    <a:pt x="126" y="170"/>
                    <a:pt x="125" y="171"/>
                  </a:cubicBezTo>
                  <a:cubicBezTo>
                    <a:pt x="125" y="172"/>
                    <a:pt x="124" y="173"/>
                    <a:pt x="124" y="174"/>
                  </a:cubicBezTo>
                  <a:cubicBezTo>
                    <a:pt x="124" y="175"/>
                    <a:pt x="125" y="178"/>
                    <a:pt x="126" y="179"/>
                  </a:cubicBezTo>
                  <a:cubicBezTo>
                    <a:pt x="127" y="180"/>
                    <a:pt x="129" y="182"/>
                    <a:pt x="131" y="182"/>
                  </a:cubicBezTo>
                  <a:cubicBezTo>
                    <a:pt x="132" y="182"/>
                    <a:pt x="135" y="181"/>
                    <a:pt x="135" y="180"/>
                  </a:cubicBezTo>
                  <a:cubicBezTo>
                    <a:pt x="136" y="179"/>
                    <a:pt x="135" y="177"/>
                    <a:pt x="136" y="177"/>
                  </a:cubicBezTo>
                  <a:cubicBezTo>
                    <a:pt x="136" y="176"/>
                    <a:pt x="139" y="176"/>
                    <a:pt x="140" y="176"/>
                  </a:cubicBezTo>
                  <a:cubicBezTo>
                    <a:pt x="142" y="177"/>
                    <a:pt x="145" y="179"/>
                    <a:pt x="146" y="180"/>
                  </a:cubicBezTo>
                  <a:cubicBezTo>
                    <a:pt x="147" y="180"/>
                    <a:pt x="149" y="182"/>
                    <a:pt x="150" y="183"/>
                  </a:cubicBezTo>
                  <a:cubicBezTo>
                    <a:pt x="152" y="184"/>
                    <a:pt x="156" y="184"/>
                    <a:pt x="158" y="184"/>
                  </a:cubicBezTo>
                  <a:cubicBezTo>
                    <a:pt x="159" y="183"/>
                    <a:pt x="162" y="183"/>
                    <a:pt x="163" y="181"/>
                  </a:cubicBezTo>
                  <a:cubicBezTo>
                    <a:pt x="164" y="181"/>
                    <a:pt x="163" y="178"/>
                    <a:pt x="163" y="177"/>
                  </a:cubicBezTo>
                  <a:cubicBezTo>
                    <a:pt x="164" y="176"/>
                    <a:pt x="165" y="174"/>
                    <a:pt x="166" y="173"/>
                  </a:cubicBezTo>
                  <a:cubicBezTo>
                    <a:pt x="167" y="173"/>
                    <a:pt x="168" y="173"/>
                    <a:pt x="169" y="174"/>
                  </a:cubicBezTo>
                  <a:cubicBezTo>
                    <a:pt x="169" y="175"/>
                    <a:pt x="168" y="177"/>
                    <a:pt x="168" y="178"/>
                  </a:cubicBezTo>
                  <a:cubicBezTo>
                    <a:pt x="168" y="178"/>
                    <a:pt x="169" y="180"/>
                    <a:pt x="170" y="180"/>
                  </a:cubicBezTo>
                  <a:cubicBezTo>
                    <a:pt x="171" y="179"/>
                    <a:pt x="172" y="177"/>
                    <a:pt x="172" y="177"/>
                  </a:cubicBezTo>
                  <a:cubicBezTo>
                    <a:pt x="172" y="176"/>
                    <a:pt x="173" y="174"/>
                    <a:pt x="173" y="173"/>
                  </a:cubicBezTo>
                  <a:cubicBezTo>
                    <a:pt x="173" y="173"/>
                    <a:pt x="174" y="173"/>
                    <a:pt x="175" y="172"/>
                  </a:cubicBezTo>
                  <a:cubicBezTo>
                    <a:pt x="176" y="172"/>
                    <a:pt x="179" y="172"/>
                    <a:pt x="181" y="171"/>
                  </a:cubicBezTo>
                  <a:cubicBezTo>
                    <a:pt x="183" y="171"/>
                    <a:pt x="188" y="169"/>
                    <a:pt x="191" y="167"/>
                  </a:cubicBezTo>
                  <a:cubicBezTo>
                    <a:pt x="193" y="165"/>
                    <a:pt x="198" y="161"/>
                    <a:pt x="200" y="159"/>
                  </a:cubicBezTo>
                  <a:cubicBezTo>
                    <a:pt x="201" y="157"/>
                    <a:pt x="204" y="152"/>
                    <a:pt x="204" y="150"/>
                  </a:cubicBezTo>
                  <a:cubicBezTo>
                    <a:pt x="205" y="148"/>
                    <a:pt x="207" y="144"/>
                    <a:pt x="206" y="142"/>
                  </a:cubicBezTo>
                  <a:cubicBezTo>
                    <a:pt x="206" y="140"/>
                    <a:pt x="202" y="137"/>
                    <a:pt x="202" y="135"/>
                  </a:cubicBezTo>
                  <a:cubicBezTo>
                    <a:pt x="201" y="133"/>
                    <a:pt x="203" y="129"/>
                    <a:pt x="202" y="127"/>
                  </a:cubicBezTo>
                  <a:cubicBezTo>
                    <a:pt x="202" y="126"/>
                    <a:pt x="202" y="123"/>
                    <a:pt x="201" y="121"/>
                  </a:cubicBezTo>
                  <a:cubicBezTo>
                    <a:pt x="200" y="120"/>
                    <a:pt x="197" y="118"/>
                    <a:pt x="197" y="117"/>
                  </a:cubicBezTo>
                  <a:cubicBezTo>
                    <a:pt x="196" y="116"/>
                    <a:pt x="195" y="113"/>
                    <a:pt x="195" y="112"/>
                  </a:cubicBezTo>
                  <a:cubicBezTo>
                    <a:pt x="195" y="110"/>
                    <a:pt x="196" y="108"/>
                    <a:pt x="197" y="107"/>
                  </a:cubicBezTo>
                  <a:cubicBezTo>
                    <a:pt x="198" y="107"/>
                    <a:pt x="200" y="108"/>
                    <a:pt x="201" y="108"/>
                  </a:cubicBezTo>
                  <a:cubicBezTo>
                    <a:pt x="201" y="108"/>
                    <a:pt x="203" y="110"/>
                    <a:pt x="204" y="111"/>
                  </a:cubicBezTo>
                  <a:cubicBezTo>
                    <a:pt x="204" y="112"/>
                    <a:pt x="205" y="114"/>
                    <a:pt x="206" y="115"/>
                  </a:cubicBezTo>
                  <a:cubicBezTo>
                    <a:pt x="207" y="116"/>
                    <a:pt x="210" y="118"/>
                    <a:pt x="212" y="118"/>
                  </a:cubicBezTo>
                  <a:cubicBezTo>
                    <a:pt x="213" y="118"/>
                    <a:pt x="216" y="116"/>
                    <a:pt x="217" y="115"/>
                  </a:cubicBezTo>
                  <a:cubicBezTo>
                    <a:pt x="219" y="114"/>
                    <a:pt x="221" y="110"/>
                    <a:pt x="223" y="109"/>
                  </a:cubicBezTo>
                  <a:cubicBezTo>
                    <a:pt x="224" y="108"/>
                    <a:pt x="226" y="107"/>
                    <a:pt x="228" y="107"/>
                  </a:cubicBezTo>
                  <a:cubicBezTo>
                    <a:pt x="229" y="107"/>
                    <a:pt x="232" y="108"/>
                    <a:pt x="234" y="108"/>
                  </a:cubicBezTo>
                  <a:cubicBezTo>
                    <a:pt x="235" y="108"/>
                    <a:pt x="238" y="108"/>
                    <a:pt x="240" y="108"/>
                  </a:cubicBezTo>
                  <a:cubicBezTo>
                    <a:pt x="242" y="108"/>
                    <a:pt x="247" y="108"/>
                    <a:pt x="248" y="106"/>
                  </a:cubicBezTo>
                  <a:cubicBezTo>
                    <a:pt x="250" y="105"/>
                    <a:pt x="251" y="101"/>
                    <a:pt x="252" y="100"/>
                  </a:cubicBezTo>
                  <a:cubicBezTo>
                    <a:pt x="253" y="99"/>
                    <a:pt x="255" y="98"/>
                    <a:pt x="256" y="98"/>
                  </a:cubicBezTo>
                  <a:cubicBezTo>
                    <a:pt x="257" y="96"/>
                    <a:pt x="260" y="93"/>
                    <a:pt x="261" y="91"/>
                  </a:cubicBezTo>
                  <a:cubicBezTo>
                    <a:pt x="262" y="88"/>
                    <a:pt x="262" y="82"/>
                    <a:pt x="262" y="79"/>
                  </a:cubicBezTo>
                  <a:cubicBezTo>
                    <a:pt x="262" y="75"/>
                    <a:pt x="261" y="67"/>
                    <a:pt x="260" y="63"/>
                  </a:cubicBezTo>
                  <a:cubicBezTo>
                    <a:pt x="259" y="61"/>
                    <a:pt x="257" y="57"/>
                    <a:pt x="256" y="55"/>
                  </a:cubicBezTo>
                  <a:cubicBezTo>
                    <a:pt x="254" y="54"/>
                    <a:pt x="251" y="53"/>
                    <a:pt x="249" y="52"/>
                  </a:cubicBezTo>
                  <a:cubicBezTo>
                    <a:pt x="247" y="51"/>
                    <a:pt x="244" y="49"/>
                    <a:pt x="242" y="47"/>
                  </a:cubicBezTo>
                  <a:cubicBezTo>
                    <a:pt x="241" y="46"/>
                    <a:pt x="237" y="44"/>
                    <a:pt x="235" y="43"/>
                  </a:cubicBezTo>
                  <a:cubicBezTo>
                    <a:pt x="233" y="42"/>
                    <a:pt x="229" y="42"/>
                    <a:pt x="227" y="42"/>
                  </a:cubicBezTo>
                  <a:cubicBezTo>
                    <a:pt x="223" y="42"/>
                    <a:pt x="215" y="43"/>
                    <a:pt x="211" y="42"/>
                  </a:cubicBezTo>
                  <a:cubicBezTo>
                    <a:pt x="208" y="41"/>
                    <a:pt x="203" y="39"/>
                    <a:pt x="200" y="38"/>
                  </a:cubicBezTo>
                  <a:cubicBezTo>
                    <a:pt x="198" y="37"/>
                    <a:pt x="193" y="33"/>
                    <a:pt x="190" y="31"/>
                  </a:cubicBezTo>
                  <a:cubicBezTo>
                    <a:pt x="188" y="30"/>
                    <a:pt x="183" y="29"/>
                    <a:pt x="180" y="28"/>
                  </a:cubicBezTo>
                  <a:cubicBezTo>
                    <a:pt x="178" y="27"/>
                    <a:pt x="173" y="27"/>
                    <a:pt x="171" y="25"/>
                  </a:cubicBezTo>
                  <a:cubicBezTo>
                    <a:pt x="170" y="24"/>
                    <a:pt x="168" y="21"/>
                    <a:pt x="168" y="20"/>
                  </a:cubicBezTo>
                  <a:cubicBezTo>
                    <a:pt x="167" y="18"/>
                    <a:pt x="167" y="14"/>
                    <a:pt x="166" y="12"/>
                  </a:cubicBezTo>
                  <a:cubicBezTo>
                    <a:pt x="166" y="11"/>
                    <a:pt x="163" y="8"/>
                    <a:pt x="162" y="7"/>
                  </a:cubicBezTo>
                  <a:cubicBezTo>
                    <a:pt x="162" y="5"/>
                    <a:pt x="161" y="2"/>
                    <a:pt x="162" y="1"/>
                  </a:cubicBezTo>
                  <a:cubicBezTo>
                    <a:pt x="163" y="0"/>
                    <a:pt x="165" y="1"/>
                    <a:pt x="166" y="1"/>
                  </a:cubicBezTo>
                  <a:cubicBezTo>
                    <a:pt x="167" y="1"/>
                    <a:pt x="169" y="2"/>
                    <a:pt x="170" y="3"/>
                  </a:cubicBezTo>
                  <a:cubicBezTo>
                    <a:pt x="172" y="5"/>
                    <a:pt x="172" y="10"/>
                    <a:pt x="173" y="12"/>
                  </a:cubicBezTo>
                  <a:cubicBezTo>
                    <a:pt x="175" y="14"/>
                    <a:pt x="179" y="17"/>
                    <a:pt x="181" y="18"/>
                  </a:cubicBezTo>
                  <a:cubicBezTo>
                    <a:pt x="184" y="19"/>
                    <a:pt x="191" y="20"/>
                    <a:pt x="195" y="21"/>
                  </a:cubicBezTo>
                  <a:cubicBezTo>
                    <a:pt x="196" y="22"/>
                    <a:pt x="199" y="24"/>
                    <a:pt x="201" y="25"/>
                  </a:cubicBezTo>
                  <a:cubicBezTo>
                    <a:pt x="202" y="26"/>
                    <a:pt x="206" y="26"/>
                    <a:pt x="208" y="27"/>
                  </a:cubicBezTo>
                  <a:cubicBezTo>
                    <a:pt x="210" y="27"/>
                    <a:pt x="214" y="26"/>
                    <a:pt x="216" y="27"/>
                  </a:cubicBezTo>
                  <a:cubicBezTo>
                    <a:pt x="218" y="28"/>
                    <a:pt x="222" y="31"/>
                    <a:pt x="224" y="32"/>
                  </a:cubicBezTo>
                  <a:cubicBezTo>
                    <a:pt x="227" y="32"/>
                    <a:pt x="233" y="33"/>
                    <a:pt x="235" y="33"/>
                  </a:cubicBezTo>
                  <a:cubicBezTo>
                    <a:pt x="239" y="33"/>
                    <a:pt x="245" y="31"/>
                    <a:pt x="248" y="32"/>
                  </a:cubicBezTo>
                  <a:cubicBezTo>
                    <a:pt x="250" y="32"/>
                    <a:pt x="252" y="36"/>
                    <a:pt x="254" y="37"/>
                  </a:cubicBezTo>
                  <a:cubicBezTo>
                    <a:pt x="256" y="37"/>
                    <a:pt x="261" y="38"/>
                    <a:pt x="263" y="37"/>
                  </a:cubicBezTo>
                  <a:cubicBezTo>
                    <a:pt x="265" y="37"/>
                    <a:pt x="269" y="35"/>
                    <a:pt x="271" y="34"/>
                  </a:cubicBezTo>
                  <a:cubicBezTo>
                    <a:pt x="273" y="33"/>
                    <a:pt x="276" y="30"/>
                    <a:pt x="279" y="29"/>
                  </a:cubicBezTo>
                  <a:cubicBezTo>
                    <a:pt x="280" y="29"/>
                    <a:pt x="283" y="28"/>
                    <a:pt x="285" y="29"/>
                  </a:cubicBezTo>
                  <a:cubicBezTo>
                    <a:pt x="286" y="29"/>
                    <a:pt x="289" y="31"/>
                    <a:pt x="290" y="32"/>
                  </a:cubicBezTo>
                  <a:cubicBezTo>
                    <a:pt x="292" y="34"/>
                    <a:pt x="293" y="38"/>
                    <a:pt x="294" y="39"/>
                  </a:cubicBezTo>
                  <a:cubicBezTo>
                    <a:pt x="295" y="41"/>
                    <a:pt x="299" y="44"/>
                    <a:pt x="301" y="45"/>
                  </a:cubicBezTo>
                  <a:cubicBezTo>
                    <a:pt x="303" y="46"/>
                    <a:pt x="307" y="46"/>
                    <a:pt x="309" y="45"/>
                  </a:cubicBezTo>
                  <a:cubicBezTo>
                    <a:pt x="312" y="45"/>
                    <a:pt x="318" y="42"/>
                    <a:pt x="321" y="41"/>
                  </a:cubicBezTo>
                  <a:cubicBezTo>
                    <a:pt x="325" y="40"/>
                    <a:pt x="334" y="38"/>
                    <a:pt x="338" y="36"/>
                  </a:cubicBezTo>
                  <a:cubicBezTo>
                    <a:pt x="340" y="34"/>
                    <a:pt x="342" y="30"/>
                    <a:pt x="344" y="29"/>
                  </a:cubicBezTo>
                  <a:cubicBezTo>
                    <a:pt x="345" y="27"/>
                    <a:pt x="349" y="25"/>
                    <a:pt x="351" y="24"/>
                  </a:cubicBezTo>
                  <a:cubicBezTo>
                    <a:pt x="353" y="22"/>
                    <a:pt x="356" y="19"/>
                    <a:pt x="358" y="19"/>
                  </a:cubicBezTo>
                  <a:cubicBezTo>
                    <a:pt x="359" y="19"/>
                    <a:pt x="361" y="21"/>
                    <a:pt x="362" y="22"/>
                  </a:cubicBezTo>
                  <a:cubicBezTo>
                    <a:pt x="363" y="23"/>
                    <a:pt x="366" y="27"/>
                    <a:pt x="367" y="29"/>
                  </a:cubicBezTo>
                  <a:cubicBezTo>
                    <a:pt x="367" y="31"/>
                    <a:pt x="368" y="35"/>
                    <a:pt x="367" y="36"/>
                  </a:cubicBezTo>
                  <a:cubicBezTo>
                    <a:pt x="367" y="37"/>
                    <a:pt x="364" y="38"/>
                    <a:pt x="364" y="39"/>
                  </a:cubicBezTo>
                  <a:cubicBezTo>
                    <a:pt x="362" y="39"/>
                    <a:pt x="360" y="41"/>
                    <a:pt x="359" y="42"/>
                  </a:cubicBezTo>
                  <a:cubicBezTo>
                    <a:pt x="358" y="44"/>
                    <a:pt x="355" y="47"/>
                    <a:pt x="354" y="48"/>
                  </a:cubicBezTo>
                  <a:cubicBezTo>
                    <a:pt x="353" y="50"/>
                    <a:pt x="352" y="53"/>
                    <a:pt x="352" y="55"/>
                  </a:cubicBezTo>
                  <a:cubicBezTo>
                    <a:pt x="353" y="56"/>
                    <a:pt x="356" y="59"/>
                    <a:pt x="356" y="60"/>
                  </a:cubicBezTo>
                  <a:cubicBezTo>
                    <a:pt x="356" y="62"/>
                    <a:pt x="355" y="66"/>
                    <a:pt x="354" y="68"/>
                  </a:cubicBezTo>
                  <a:cubicBezTo>
                    <a:pt x="353" y="69"/>
                    <a:pt x="352" y="71"/>
                    <a:pt x="351" y="72"/>
                  </a:cubicBezTo>
                  <a:cubicBezTo>
                    <a:pt x="349" y="73"/>
                    <a:pt x="344" y="73"/>
                    <a:pt x="341" y="73"/>
                  </a:cubicBezTo>
                  <a:cubicBezTo>
                    <a:pt x="339" y="73"/>
                    <a:pt x="336" y="71"/>
                    <a:pt x="334" y="70"/>
                  </a:cubicBezTo>
                  <a:cubicBezTo>
                    <a:pt x="333" y="69"/>
                    <a:pt x="331" y="65"/>
                    <a:pt x="329" y="63"/>
                  </a:cubicBezTo>
                  <a:cubicBezTo>
                    <a:pt x="328" y="63"/>
                    <a:pt x="325" y="62"/>
                    <a:pt x="324" y="61"/>
                  </a:cubicBezTo>
                  <a:cubicBezTo>
                    <a:pt x="323" y="61"/>
                    <a:pt x="320" y="61"/>
                    <a:pt x="319" y="62"/>
                  </a:cubicBezTo>
                  <a:cubicBezTo>
                    <a:pt x="318" y="63"/>
                    <a:pt x="317" y="67"/>
                    <a:pt x="316" y="68"/>
                  </a:cubicBezTo>
                  <a:cubicBezTo>
                    <a:pt x="316" y="72"/>
                    <a:pt x="318" y="78"/>
                    <a:pt x="319" y="81"/>
                  </a:cubicBezTo>
                  <a:cubicBezTo>
                    <a:pt x="320" y="83"/>
                    <a:pt x="323" y="87"/>
                    <a:pt x="324" y="89"/>
                  </a:cubicBezTo>
                  <a:cubicBezTo>
                    <a:pt x="325" y="90"/>
                    <a:pt x="329" y="92"/>
                    <a:pt x="330" y="94"/>
                  </a:cubicBezTo>
                  <a:cubicBezTo>
                    <a:pt x="331" y="95"/>
                    <a:pt x="332" y="98"/>
                    <a:pt x="333" y="99"/>
                  </a:cubicBezTo>
                  <a:cubicBezTo>
                    <a:pt x="334" y="101"/>
                    <a:pt x="335" y="104"/>
                    <a:pt x="337" y="105"/>
                  </a:cubicBezTo>
                  <a:cubicBezTo>
                    <a:pt x="338" y="106"/>
                    <a:pt x="340" y="107"/>
                    <a:pt x="341" y="108"/>
                  </a:cubicBezTo>
                  <a:cubicBezTo>
                    <a:pt x="343" y="110"/>
                    <a:pt x="346" y="117"/>
                    <a:pt x="346" y="121"/>
                  </a:cubicBezTo>
                  <a:cubicBezTo>
                    <a:pt x="346" y="123"/>
                    <a:pt x="344" y="128"/>
                    <a:pt x="343" y="129"/>
                  </a:cubicBezTo>
                  <a:cubicBezTo>
                    <a:pt x="341" y="131"/>
                    <a:pt x="338" y="132"/>
                    <a:pt x="336" y="132"/>
                  </a:cubicBezTo>
                  <a:cubicBezTo>
                    <a:pt x="334" y="133"/>
                    <a:pt x="329" y="131"/>
                    <a:pt x="327" y="131"/>
                  </a:cubicBezTo>
                  <a:cubicBezTo>
                    <a:pt x="325" y="130"/>
                    <a:pt x="322" y="129"/>
                    <a:pt x="321" y="129"/>
                  </a:cubicBezTo>
                  <a:cubicBezTo>
                    <a:pt x="319" y="129"/>
                    <a:pt x="315" y="128"/>
                    <a:pt x="314" y="129"/>
                  </a:cubicBezTo>
                  <a:cubicBezTo>
                    <a:pt x="313" y="130"/>
                    <a:pt x="314" y="133"/>
                    <a:pt x="313" y="134"/>
                  </a:cubicBezTo>
                  <a:cubicBezTo>
                    <a:pt x="313" y="136"/>
                    <a:pt x="312" y="139"/>
                    <a:pt x="312" y="140"/>
                  </a:cubicBezTo>
                  <a:cubicBezTo>
                    <a:pt x="311" y="141"/>
                    <a:pt x="309" y="144"/>
                    <a:pt x="308" y="145"/>
                  </a:cubicBezTo>
                  <a:cubicBezTo>
                    <a:pt x="307" y="146"/>
                    <a:pt x="304" y="147"/>
                    <a:pt x="303" y="148"/>
                  </a:cubicBezTo>
                  <a:cubicBezTo>
                    <a:pt x="302" y="149"/>
                    <a:pt x="300" y="150"/>
                    <a:pt x="299" y="151"/>
                  </a:cubicBezTo>
                  <a:cubicBezTo>
                    <a:pt x="298" y="152"/>
                    <a:pt x="296" y="154"/>
                    <a:pt x="296" y="155"/>
                  </a:cubicBezTo>
                  <a:cubicBezTo>
                    <a:pt x="296" y="156"/>
                    <a:pt x="298" y="157"/>
                    <a:pt x="299" y="158"/>
                  </a:cubicBezTo>
                  <a:cubicBezTo>
                    <a:pt x="299" y="159"/>
                    <a:pt x="299" y="161"/>
                    <a:pt x="300" y="161"/>
                  </a:cubicBezTo>
                  <a:cubicBezTo>
                    <a:pt x="302" y="162"/>
                    <a:pt x="305" y="159"/>
                    <a:pt x="307" y="158"/>
                  </a:cubicBezTo>
                  <a:cubicBezTo>
                    <a:pt x="309" y="157"/>
                    <a:pt x="312" y="154"/>
                    <a:pt x="314" y="153"/>
                  </a:cubicBezTo>
                  <a:cubicBezTo>
                    <a:pt x="315" y="152"/>
                    <a:pt x="319" y="151"/>
                    <a:pt x="320" y="150"/>
                  </a:cubicBezTo>
                  <a:cubicBezTo>
                    <a:pt x="322" y="149"/>
                    <a:pt x="324" y="146"/>
                    <a:pt x="325" y="145"/>
                  </a:cubicBezTo>
                  <a:cubicBezTo>
                    <a:pt x="327" y="144"/>
                    <a:pt x="330" y="144"/>
                    <a:pt x="332" y="144"/>
                  </a:cubicBezTo>
                  <a:cubicBezTo>
                    <a:pt x="333" y="143"/>
                    <a:pt x="336" y="143"/>
                    <a:pt x="337" y="143"/>
                  </a:cubicBezTo>
                  <a:cubicBezTo>
                    <a:pt x="338" y="144"/>
                    <a:pt x="339" y="146"/>
                    <a:pt x="340" y="147"/>
                  </a:cubicBezTo>
                  <a:cubicBezTo>
                    <a:pt x="341" y="148"/>
                    <a:pt x="343" y="148"/>
                    <a:pt x="344" y="149"/>
                  </a:cubicBezTo>
                  <a:cubicBezTo>
                    <a:pt x="345" y="149"/>
                    <a:pt x="347" y="148"/>
                    <a:pt x="348" y="148"/>
                  </a:cubicBezTo>
                  <a:cubicBezTo>
                    <a:pt x="348" y="148"/>
                    <a:pt x="349" y="150"/>
                    <a:pt x="349" y="151"/>
                  </a:cubicBezTo>
                  <a:cubicBezTo>
                    <a:pt x="350" y="152"/>
                    <a:pt x="350" y="154"/>
                    <a:pt x="350" y="155"/>
                  </a:cubicBezTo>
                  <a:cubicBezTo>
                    <a:pt x="351" y="155"/>
                    <a:pt x="353" y="156"/>
                    <a:pt x="354" y="157"/>
                  </a:cubicBezTo>
                  <a:cubicBezTo>
                    <a:pt x="355" y="157"/>
                    <a:pt x="357" y="158"/>
                    <a:pt x="357" y="159"/>
                  </a:cubicBezTo>
                  <a:cubicBezTo>
                    <a:pt x="358" y="160"/>
                    <a:pt x="358" y="162"/>
                    <a:pt x="357" y="163"/>
                  </a:cubicBezTo>
                  <a:cubicBezTo>
                    <a:pt x="357" y="163"/>
                    <a:pt x="356" y="163"/>
                    <a:pt x="355" y="163"/>
                  </a:cubicBezTo>
                  <a:cubicBezTo>
                    <a:pt x="354" y="163"/>
                    <a:pt x="353" y="161"/>
                    <a:pt x="352" y="161"/>
                  </a:cubicBezTo>
                  <a:cubicBezTo>
                    <a:pt x="351" y="161"/>
                    <a:pt x="350" y="161"/>
                    <a:pt x="349" y="161"/>
                  </a:cubicBezTo>
                  <a:cubicBezTo>
                    <a:pt x="349" y="161"/>
                    <a:pt x="348" y="162"/>
                    <a:pt x="348" y="163"/>
                  </a:cubicBezTo>
                  <a:cubicBezTo>
                    <a:pt x="348" y="164"/>
                    <a:pt x="349" y="166"/>
                    <a:pt x="350" y="166"/>
                  </a:cubicBezTo>
                  <a:cubicBezTo>
                    <a:pt x="351" y="167"/>
                    <a:pt x="353" y="167"/>
                    <a:pt x="354" y="167"/>
                  </a:cubicBezTo>
                  <a:cubicBezTo>
                    <a:pt x="355" y="167"/>
                    <a:pt x="356" y="169"/>
                    <a:pt x="357" y="170"/>
                  </a:cubicBezTo>
                  <a:cubicBezTo>
                    <a:pt x="357" y="171"/>
                    <a:pt x="357" y="174"/>
                    <a:pt x="357" y="176"/>
                  </a:cubicBezTo>
                  <a:cubicBezTo>
                    <a:pt x="357" y="177"/>
                    <a:pt x="356" y="178"/>
                    <a:pt x="356" y="179"/>
                  </a:cubicBezTo>
                  <a:cubicBezTo>
                    <a:pt x="355" y="180"/>
                    <a:pt x="354" y="181"/>
                    <a:pt x="353" y="181"/>
                  </a:cubicBezTo>
                  <a:cubicBezTo>
                    <a:pt x="352" y="182"/>
                    <a:pt x="349" y="182"/>
                    <a:pt x="348" y="181"/>
                  </a:cubicBezTo>
                  <a:cubicBezTo>
                    <a:pt x="347" y="181"/>
                    <a:pt x="348" y="179"/>
                    <a:pt x="348" y="179"/>
                  </a:cubicBezTo>
                  <a:cubicBezTo>
                    <a:pt x="348" y="178"/>
                    <a:pt x="347" y="178"/>
                    <a:pt x="346" y="178"/>
                  </a:cubicBezTo>
                  <a:cubicBezTo>
                    <a:pt x="345" y="178"/>
                    <a:pt x="343" y="178"/>
                    <a:pt x="342" y="178"/>
                  </a:cubicBezTo>
                  <a:cubicBezTo>
                    <a:pt x="342" y="178"/>
                    <a:pt x="340" y="180"/>
                    <a:pt x="339" y="180"/>
                  </a:cubicBezTo>
                  <a:cubicBezTo>
                    <a:pt x="338" y="181"/>
                    <a:pt x="336" y="182"/>
                    <a:pt x="335" y="182"/>
                  </a:cubicBezTo>
                  <a:cubicBezTo>
                    <a:pt x="333" y="183"/>
                    <a:pt x="329" y="183"/>
                    <a:pt x="327" y="183"/>
                  </a:cubicBezTo>
                  <a:cubicBezTo>
                    <a:pt x="326" y="183"/>
                    <a:pt x="324" y="183"/>
                    <a:pt x="322" y="183"/>
                  </a:cubicBezTo>
                  <a:cubicBezTo>
                    <a:pt x="321" y="183"/>
                    <a:pt x="318" y="183"/>
                    <a:pt x="316" y="184"/>
                  </a:cubicBezTo>
                  <a:cubicBezTo>
                    <a:pt x="315" y="184"/>
                    <a:pt x="314" y="185"/>
                    <a:pt x="313" y="186"/>
                  </a:cubicBezTo>
                  <a:cubicBezTo>
                    <a:pt x="313" y="187"/>
                    <a:pt x="313" y="189"/>
                    <a:pt x="313" y="189"/>
                  </a:cubicBezTo>
                  <a:cubicBezTo>
                    <a:pt x="314" y="190"/>
                    <a:pt x="315" y="190"/>
                    <a:pt x="316" y="190"/>
                  </a:cubicBezTo>
                  <a:cubicBezTo>
                    <a:pt x="317" y="191"/>
                    <a:pt x="317" y="193"/>
                    <a:pt x="317" y="193"/>
                  </a:cubicBezTo>
                  <a:cubicBezTo>
                    <a:pt x="318" y="194"/>
                    <a:pt x="319" y="195"/>
                    <a:pt x="319" y="195"/>
                  </a:cubicBezTo>
                  <a:cubicBezTo>
                    <a:pt x="321" y="196"/>
                    <a:pt x="325" y="196"/>
                    <a:pt x="328" y="196"/>
                  </a:cubicBezTo>
                  <a:cubicBezTo>
                    <a:pt x="330" y="196"/>
                    <a:pt x="335" y="198"/>
                    <a:pt x="338" y="196"/>
                  </a:cubicBezTo>
                  <a:cubicBezTo>
                    <a:pt x="339" y="196"/>
                    <a:pt x="339" y="193"/>
                    <a:pt x="340" y="193"/>
                  </a:cubicBezTo>
                  <a:cubicBezTo>
                    <a:pt x="342" y="192"/>
                    <a:pt x="346" y="192"/>
                    <a:pt x="347" y="191"/>
                  </a:cubicBezTo>
                  <a:cubicBezTo>
                    <a:pt x="349" y="191"/>
                    <a:pt x="351" y="189"/>
                    <a:pt x="352" y="188"/>
                  </a:cubicBezTo>
                  <a:cubicBezTo>
                    <a:pt x="353" y="187"/>
                    <a:pt x="354" y="186"/>
                    <a:pt x="355" y="185"/>
                  </a:cubicBezTo>
                  <a:cubicBezTo>
                    <a:pt x="356" y="185"/>
                    <a:pt x="359" y="185"/>
                    <a:pt x="360" y="186"/>
                  </a:cubicBezTo>
                  <a:cubicBezTo>
                    <a:pt x="360" y="186"/>
                    <a:pt x="360" y="188"/>
                    <a:pt x="361" y="188"/>
                  </a:cubicBezTo>
                  <a:cubicBezTo>
                    <a:pt x="362" y="189"/>
                    <a:pt x="363" y="188"/>
                    <a:pt x="364" y="189"/>
                  </a:cubicBezTo>
                  <a:cubicBezTo>
                    <a:pt x="365" y="189"/>
                    <a:pt x="366" y="191"/>
                    <a:pt x="366" y="192"/>
                  </a:cubicBezTo>
                  <a:cubicBezTo>
                    <a:pt x="367" y="193"/>
                    <a:pt x="368" y="196"/>
                    <a:pt x="368" y="197"/>
                  </a:cubicBezTo>
                  <a:cubicBezTo>
                    <a:pt x="368" y="199"/>
                    <a:pt x="368" y="201"/>
                    <a:pt x="368" y="202"/>
                  </a:cubicBezTo>
                  <a:cubicBezTo>
                    <a:pt x="369" y="203"/>
                    <a:pt x="369" y="206"/>
                    <a:pt x="370" y="207"/>
                  </a:cubicBezTo>
                  <a:cubicBezTo>
                    <a:pt x="370" y="208"/>
                    <a:pt x="372" y="210"/>
                    <a:pt x="373" y="211"/>
                  </a:cubicBezTo>
                  <a:cubicBezTo>
                    <a:pt x="373" y="211"/>
                    <a:pt x="374" y="212"/>
                    <a:pt x="375" y="213"/>
                  </a:cubicBezTo>
                  <a:cubicBezTo>
                    <a:pt x="375" y="214"/>
                    <a:pt x="375" y="216"/>
                    <a:pt x="375" y="217"/>
                  </a:cubicBezTo>
                  <a:cubicBezTo>
                    <a:pt x="374" y="218"/>
                    <a:pt x="373" y="218"/>
                    <a:pt x="373" y="219"/>
                  </a:cubicBezTo>
                  <a:cubicBezTo>
                    <a:pt x="372" y="220"/>
                    <a:pt x="372" y="222"/>
                    <a:pt x="372" y="223"/>
                  </a:cubicBezTo>
                  <a:cubicBezTo>
                    <a:pt x="371" y="224"/>
                    <a:pt x="369" y="225"/>
                    <a:pt x="368" y="225"/>
                  </a:cubicBezTo>
                  <a:cubicBezTo>
                    <a:pt x="367" y="225"/>
                    <a:pt x="366" y="224"/>
                    <a:pt x="366" y="224"/>
                  </a:cubicBezTo>
                  <a:cubicBezTo>
                    <a:pt x="365" y="224"/>
                    <a:pt x="363" y="226"/>
                    <a:pt x="362" y="227"/>
                  </a:cubicBezTo>
                  <a:cubicBezTo>
                    <a:pt x="362" y="227"/>
                    <a:pt x="361" y="228"/>
                    <a:pt x="361" y="229"/>
                  </a:cubicBezTo>
                  <a:cubicBezTo>
                    <a:pt x="360" y="229"/>
                    <a:pt x="359" y="230"/>
                    <a:pt x="358" y="231"/>
                  </a:cubicBezTo>
                  <a:cubicBezTo>
                    <a:pt x="358" y="232"/>
                    <a:pt x="359" y="233"/>
                    <a:pt x="360" y="234"/>
                  </a:cubicBezTo>
                  <a:cubicBezTo>
                    <a:pt x="359" y="236"/>
                    <a:pt x="358" y="238"/>
                    <a:pt x="358" y="240"/>
                  </a:cubicBezTo>
                  <a:cubicBezTo>
                    <a:pt x="359" y="243"/>
                    <a:pt x="360" y="249"/>
                    <a:pt x="361" y="252"/>
                  </a:cubicBezTo>
                  <a:cubicBezTo>
                    <a:pt x="362" y="256"/>
                    <a:pt x="366" y="262"/>
                    <a:pt x="368" y="266"/>
                  </a:cubicBezTo>
                  <a:cubicBezTo>
                    <a:pt x="368" y="269"/>
                    <a:pt x="372" y="276"/>
                    <a:pt x="373" y="279"/>
                  </a:cubicBezTo>
                  <a:cubicBezTo>
                    <a:pt x="375" y="284"/>
                    <a:pt x="379" y="294"/>
                    <a:pt x="382" y="298"/>
                  </a:cubicBezTo>
                  <a:cubicBezTo>
                    <a:pt x="383" y="301"/>
                    <a:pt x="387" y="305"/>
                    <a:pt x="389" y="307"/>
                  </a:cubicBezTo>
                  <a:cubicBezTo>
                    <a:pt x="392" y="312"/>
                    <a:pt x="398" y="323"/>
                    <a:pt x="401" y="328"/>
                  </a:cubicBezTo>
                  <a:cubicBezTo>
                    <a:pt x="403" y="331"/>
                    <a:pt x="407" y="338"/>
                    <a:pt x="410" y="341"/>
                  </a:cubicBezTo>
                  <a:cubicBezTo>
                    <a:pt x="412" y="344"/>
                    <a:pt x="418" y="349"/>
                    <a:pt x="419" y="353"/>
                  </a:cubicBezTo>
                  <a:cubicBezTo>
                    <a:pt x="421" y="357"/>
                    <a:pt x="420" y="365"/>
                    <a:pt x="421" y="369"/>
                  </a:cubicBezTo>
                  <a:cubicBezTo>
                    <a:pt x="422" y="374"/>
                    <a:pt x="427" y="382"/>
                    <a:pt x="428" y="387"/>
                  </a:cubicBezTo>
                  <a:cubicBezTo>
                    <a:pt x="428" y="390"/>
                    <a:pt x="429" y="397"/>
                    <a:pt x="429" y="401"/>
                  </a:cubicBezTo>
                  <a:cubicBezTo>
                    <a:pt x="429" y="404"/>
                    <a:pt x="430" y="410"/>
                    <a:pt x="431" y="412"/>
                  </a:cubicBezTo>
                  <a:cubicBezTo>
                    <a:pt x="432" y="416"/>
                    <a:pt x="436" y="422"/>
                    <a:pt x="438" y="425"/>
                  </a:cubicBezTo>
                  <a:cubicBezTo>
                    <a:pt x="440" y="427"/>
                    <a:pt x="445" y="432"/>
                    <a:pt x="448" y="433"/>
                  </a:cubicBezTo>
                  <a:cubicBezTo>
                    <a:pt x="451" y="434"/>
                    <a:pt x="457" y="433"/>
                    <a:pt x="460" y="433"/>
                  </a:cubicBezTo>
                  <a:cubicBezTo>
                    <a:pt x="463" y="433"/>
                    <a:pt x="470" y="432"/>
                    <a:pt x="473" y="433"/>
                  </a:cubicBezTo>
                  <a:cubicBezTo>
                    <a:pt x="475" y="434"/>
                    <a:pt x="478" y="437"/>
                    <a:pt x="479" y="43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68"/>
            <p:cNvSpPr>
              <a:spLocks/>
            </p:cNvSpPr>
            <p:nvPr/>
          </p:nvSpPr>
          <p:spPr bwMode="auto">
            <a:xfrm>
              <a:off x="7475538" y="2782888"/>
              <a:ext cx="44450" cy="65088"/>
            </a:xfrm>
            <a:custGeom>
              <a:avLst/>
              <a:gdLst/>
              <a:ahLst/>
              <a:cxnLst>
                <a:cxn ang="0">
                  <a:pos x="21" y="40"/>
                </a:cxn>
                <a:cxn ang="0">
                  <a:pos x="12" y="40"/>
                </a:cxn>
                <a:cxn ang="0">
                  <a:pos x="10" y="37"/>
                </a:cxn>
                <a:cxn ang="0">
                  <a:pos x="4" y="34"/>
                </a:cxn>
                <a:cxn ang="0">
                  <a:pos x="1" y="28"/>
                </a:cxn>
                <a:cxn ang="0">
                  <a:pos x="0" y="23"/>
                </a:cxn>
                <a:cxn ang="0">
                  <a:pos x="6" y="19"/>
                </a:cxn>
                <a:cxn ang="0">
                  <a:pos x="7" y="15"/>
                </a:cxn>
                <a:cxn ang="0">
                  <a:pos x="12" y="16"/>
                </a:cxn>
                <a:cxn ang="0">
                  <a:pos x="12" y="20"/>
                </a:cxn>
                <a:cxn ang="0">
                  <a:pos x="16" y="19"/>
                </a:cxn>
                <a:cxn ang="0">
                  <a:pos x="17" y="14"/>
                </a:cxn>
                <a:cxn ang="0">
                  <a:pos x="16" y="9"/>
                </a:cxn>
                <a:cxn ang="0">
                  <a:pos x="14" y="3"/>
                </a:cxn>
                <a:cxn ang="0">
                  <a:pos x="17" y="0"/>
                </a:cxn>
                <a:cxn ang="0">
                  <a:pos x="21" y="0"/>
                </a:cxn>
                <a:cxn ang="0">
                  <a:pos x="25" y="4"/>
                </a:cxn>
                <a:cxn ang="0">
                  <a:pos x="22" y="6"/>
                </a:cxn>
                <a:cxn ang="0">
                  <a:pos x="24" y="11"/>
                </a:cxn>
                <a:cxn ang="0">
                  <a:pos x="26" y="16"/>
                </a:cxn>
                <a:cxn ang="0">
                  <a:pos x="26" y="21"/>
                </a:cxn>
                <a:cxn ang="0">
                  <a:pos x="27" y="30"/>
                </a:cxn>
                <a:cxn ang="0">
                  <a:pos x="24" y="34"/>
                </a:cxn>
                <a:cxn ang="0">
                  <a:pos x="21" y="35"/>
                </a:cxn>
                <a:cxn ang="0">
                  <a:pos x="21" y="40"/>
                </a:cxn>
              </a:cxnLst>
              <a:rect l="0" t="0" r="r" b="b"/>
              <a:pathLst>
                <a:path w="28" h="42">
                  <a:moveTo>
                    <a:pt x="21" y="40"/>
                  </a:moveTo>
                  <a:cubicBezTo>
                    <a:pt x="19" y="41"/>
                    <a:pt x="14" y="42"/>
                    <a:pt x="12" y="40"/>
                  </a:cubicBezTo>
                  <a:cubicBezTo>
                    <a:pt x="11" y="40"/>
                    <a:pt x="11" y="38"/>
                    <a:pt x="10" y="37"/>
                  </a:cubicBezTo>
                  <a:cubicBezTo>
                    <a:pt x="9" y="36"/>
                    <a:pt x="5" y="35"/>
                    <a:pt x="4" y="34"/>
                  </a:cubicBezTo>
                  <a:cubicBezTo>
                    <a:pt x="3" y="32"/>
                    <a:pt x="2" y="30"/>
                    <a:pt x="1" y="28"/>
                  </a:cubicBezTo>
                  <a:cubicBezTo>
                    <a:pt x="1" y="27"/>
                    <a:pt x="0" y="24"/>
                    <a:pt x="0" y="23"/>
                  </a:cubicBezTo>
                  <a:cubicBezTo>
                    <a:pt x="1" y="21"/>
                    <a:pt x="5" y="20"/>
                    <a:pt x="6" y="19"/>
                  </a:cubicBezTo>
                  <a:cubicBezTo>
                    <a:pt x="7" y="18"/>
                    <a:pt x="6" y="15"/>
                    <a:pt x="7" y="15"/>
                  </a:cubicBezTo>
                  <a:cubicBezTo>
                    <a:pt x="9" y="14"/>
                    <a:pt x="11" y="15"/>
                    <a:pt x="12" y="16"/>
                  </a:cubicBezTo>
                  <a:cubicBezTo>
                    <a:pt x="13" y="17"/>
                    <a:pt x="11" y="20"/>
                    <a:pt x="12" y="20"/>
                  </a:cubicBezTo>
                  <a:cubicBezTo>
                    <a:pt x="13" y="21"/>
                    <a:pt x="15" y="19"/>
                    <a:pt x="16" y="19"/>
                  </a:cubicBezTo>
                  <a:cubicBezTo>
                    <a:pt x="17" y="18"/>
                    <a:pt x="17" y="15"/>
                    <a:pt x="17" y="14"/>
                  </a:cubicBezTo>
                  <a:cubicBezTo>
                    <a:pt x="17" y="13"/>
                    <a:pt x="16" y="10"/>
                    <a:pt x="16" y="9"/>
                  </a:cubicBezTo>
                  <a:cubicBezTo>
                    <a:pt x="15" y="7"/>
                    <a:pt x="14" y="5"/>
                    <a:pt x="14" y="3"/>
                  </a:cubicBezTo>
                  <a:cubicBezTo>
                    <a:pt x="14" y="2"/>
                    <a:pt x="16" y="1"/>
                    <a:pt x="17" y="0"/>
                  </a:cubicBezTo>
                  <a:cubicBezTo>
                    <a:pt x="18" y="0"/>
                    <a:pt x="20" y="0"/>
                    <a:pt x="21" y="0"/>
                  </a:cubicBezTo>
                  <a:cubicBezTo>
                    <a:pt x="22" y="0"/>
                    <a:pt x="25" y="2"/>
                    <a:pt x="25" y="4"/>
                  </a:cubicBezTo>
                  <a:cubicBezTo>
                    <a:pt x="25" y="5"/>
                    <a:pt x="22" y="5"/>
                    <a:pt x="22" y="6"/>
                  </a:cubicBezTo>
                  <a:cubicBezTo>
                    <a:pt x="21" y="7"/>
                    <a:pt x="23" y="10"/>
                    <a:pt x="24" y="11"/>
                  </a:cubicBezTo>
                  <a:cubicBezTo>
                    <a:pt x="24" y="13"/>
                    <a:pt x="26" y="15"/>
                    <a:pt x="26" y="16"/>
                  </a:cubicBezTo>
                  <a:cubicBezTo>
                    <a:pt x="26" y="17"/>
                    <a:pt x="26" y="20"/>
                    <a:pt x="26" y="21"/>
                  </a:cubicBezTo>
                  <a:cubicBezTo>
                    <a:pt x="27" y="24"/>
                    <a:pt x="28" y="28"/>
                    <a:pt x="27" y="30"/>
                  </a:cubicBezTo>
                  <a:cubicBezTo>
                    <a:pt x="27" y="31"/>
                    <a:pt x="25" y="33"/>
                    <a:pt x="24" y="34"/>
                  </a:cubicBezTo>
                  <a:cubicBezTo>
                    <a:pt x="23" y="34"/>
                    <a:pt x="22" y="34"/>
                    <a:pt x="21" y="35"/>
                  </a:cubicBezTo>
                  <a:cubicBezTo>
                    <a:pt x="20" y="36"/>
                    <a:pt x="21" y="39"/>
                    <a:pt x="21" y="4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69"/>
            <p:cNvSpPr>
              <a:spLocks/>
            </p:cNvSpPr>
            <p:nvPr/>
          </p:nvSpPr>
          <p:spPr bwMode="auto">
            <a:xfrm>
              <a:off x="6951663" y="1047751"/>
              <a:ext cx="200025" cy="88900"/>
            </a:xfrm>
            <a:custGeom>
              <a:avLst/>
              <a:gdLst/>
              <a:ahLst/>
              <a:cxnLst>
                <a:cxn ang="0">
                  <a:pos x="14" y="50"/>
                </a:cxn>
                <a:cxn ang="0">
                  <a:pos x="3" y="47"/>
                </a:cxn>
                <a:cxn ang="0">
                  <a:pos x="2" y="41"/>
                </a:cxn>
                <a:cxn ang="0">
                  <a:pos x="10" y="36"/>
                </a:cxn>
                <a:cxn ang="0">
                  <a:pos x="20" y="31"/>
                </a:cxn>
                <a:cxn ang="0">
                  <a:pos x="22" y="25"/>
                </a:cxn>
                <a:cxn ang="0">
                  <a:pos x="30" y="16"/>
                </a:cxn>
                <a:cxn ang="0">
                  <a:pos x="42" y="18"/>
                </a:cxn>
                <a:cxn ang="0">
                  <a:pos x="55" y="13"/>
                </a:cxn>
                <a:cxn ang="0">
                  <a:pos x="66" y="5"/>
                </a:cxn>
                <a:cxn ang="0">
                  <a:pos x="73" y="7"/>
                </a:cxn>
                <a:cxn ang="0">
                  <a:pos x="86" y="6"/>
                </a:cxn>
                <a:cxn ang="0">
                  <a:pos x="101" y="3"/>
                </a:cxn>
                <a:cxn ang="0">
                  <a:pos x="112" y="1"/>
                </a:cxn>
                <a:cxn ang="0">
                  <a:pos x="122" y="2"/>
                </a:cxn>
                <a:cxn ang="0">
                  <a:pos x="127" y="11"/>
                </a:cxn>
                <a:cxn ang="0">
                  <a:pos x="124" y="17"/>
                </a:cxn>
                <a:cxn ang="0">
                  <a:pos x="118" y="16"/>
                </a:cxn>
                <a:cxn ang="0">
                  <a:pos x="121" y="11"/>
                </a:cxn>
                <a:cxn ang="0">
                  <a:pos x="119" y="8"/>
                </a:cxn>
                <a:cxn ang="0">
                  <a:pos x="115" y="13"/>
                </a:cxn>
                <a:cxn ang="0">
                  <a:pos x="108" y="17"/>
                </a:cxn>
                <a:cxn ang="0">
                  <a:pos x="99" y="18"/>
                </a:cxn>
                <a:cxn ang="0">
                  <a:pos x="88" y="21"/>
                </a:cxn>
                <a:cxn ang="0">
                  <a:pos x="78" y="26"/>
                </a:cxn>
                <a:cxn ang="0">
                  <a:pos x="82" y="33"/>
                </a:cxn>
                <a:cxn ang="0">
                  <a:pos x="84" y="44"/>
                </a:cxn>
                <a:cxn ang="0">
                  <a:pos x="77" y="55"/>
                </a:cxn>
                <a:cxn ang="0">
                  <a:pos x="70" y="55"/>
                </a:cxn>
                <a:cxn ang="0">
                  <a:pos x="61" y="53"/>
                </a:cxn>
                <a:cxn ang="0">
                  <a:pos x="53" y="54"/>
                </a:cxn>
                <a:cxn ang="0">
                  <a:pos x="45" y="52"/>
                </a:cxn>
                <a:cxn ang="0">
                  <a:pos x="31" y="51"/>
                </a:cxn>
                <a:cxn ang="0">
                  <a:pos x="19" y="50"/>
                </a:cxn>
              </a:cxnLst>
              <a:rect l="0" t="0" r="r" b="b"/>
              <a:pathLst>
                <a:path w="127" h="57">
                  <a:moveTo>
                    <a:pt x="19" y="50"/>
                  </a:moveTo>
                  <a:cubicBezTo>
                    <a:pt x="18" y="50"/>
                    <a:pt x="15" y="50"/>
                    <a:pt x="14" y="50"/>
                  </a:cubicBezTo>
                  <a:cubicBezTo>
                    <a:pt x="12" y="49"/>
                    <a:pt x="8" y="50"/>
                    <a:pt x="6" y="49"/>
                  </a:cubicBezTo>
                  <a:cubicBezTo>
                    <a:pt x="5" y="49"/>
                    <a:pt x="4" y="48"/>
                    <a:pt x="3" y="47"/>
                  </a:cubicBezTo>
                  <a:cubicBezTo>
                    <a:pt x="3" y="46"/>
                    <a:pt x="0" y="45"/>
                    <a:pt x="0" y="44"/>
                  </a:cubicBezTo>
                  <a:cubicBezTo>
                    <a:pt x="0" y="43"/>
                    <a:pt x="2" y="41"/>
                    <a:pt x="2" y="41"/>
                  </a:cubicBezTo>
                  <a:cubicBezTo>
                    <a:pt x="3" y="40"/>
                    <a:pt x="6" y="39"/>
                    <a:pt x="7" y="38"/>
                  </a:cubicBezTo>
                  <a:cubicBezTo>
                    <a:pt x="8" y="38"/>
                    <a:pt x="9" y="36"/>
                    <a:pt x="10" y="36"/>
                  </a:cubicBezTo>
                  <a:cubicBezTo>
                    <a:pt x="11" y="35"/>
                    <a:pt x="13" y="33"/>
                    <a:pt x="14" y="33"/>
                  </a:cubicBezTo>
                  <a:cubicBezTo>
                    <a:pt x="16" y="32"/>
                    <a:pt x="19" y="32"/>
                    <a:pt x="20" y="31"/>
                  </a:cubicBezTo>
                  <a:cubicBezTo>
                    <a:pt x="21" y="31"/>
                    <a:pt x="22" y="30"/>
                    <a:pt x="22" y="29"/>
                  </a:cubicBezTo>
                  <a:cubicBezTo>
                    <a:pt x="22" y="28"/>
                    <a:pt x="22" y="26"/>
                    <a:pt x="22" y="25"/>
                  </a:cubicBezTo>
                  <a:cubicBezTo>
                    <a:pt x="23" y="23"/>
                    <a:pt x="24" y="20"/>
                    <a:pt x="25" y="19"/>
                  </a:cubicBezTo>
                  <a:cubicBezTo>
                    <a:pt x="26" y="18"/>
                    <a:pt x="28" y="16"/>
                    <a:pt x="30" y="16"/>
                  </a:cubicBezTo>
                  <a:cubicBezTo>
                    <a:pt x="31" y="16"/>
                    <a:pt x="33" y="17"/>
                    <a:pt x="35" y="17"/>
                  </a:cubicBezTo>
                  <a:cubicBezTo>
                    <a:pt x="36" y="18"/>
                    <a:pt x="40" y="18"/>
                    <a:pt x="42" y="18"/>
                  </a:cubicBezTo>
                  <a:cubicBezTo>
                    <a:pt x="44" y="18"/>
                    <a:pt x="49" y="18"/>
                    <a:pt x="51" y="17"/>
                  </a:cubicBezTo>
                  <a:cubicBezTo>
                    <a:pt x="52" y="16"/>
                    <a:pt x="54" y="14"/>
                    <a:pt x="55" y="13"/>
                  </a:cubicBezTo>
                  <a:cubicBezTo>
                    <a:pt x="57" y="12"/>
                    <a:pt x="59" y="9"/>
                    <a:pt x="61" y="8"/>
                  </a:cubicBezTo>
                  <a:cubicBezTo>
                    <a:pt x="62" y="7"/>
                    <a:pt x="64" y="5"/>
                    <a:pt x="66" y="5"/>
                  </a:cubicBezTo>
                  <a:cubicBezTo>
                    <a:pt x="67" y="5"/>
                    <a:pt x="69" y="5"/>
                    <a:pt x="70" y="5"/>
                  </a:cubicBezTo>
                  <a:cubicBezTo>
                    <a:pt x="71" y="5"/>
                    <a:pt x="72" y="6"/>
                    <a:pt x="73" y="7"/>
                  </a:cubicBezTo>
                  <a:cubicBezTo>
                    <a:pt x="75" y="7"/>
                    <a:pt x="77" y="6"/>
                    <a:pt x="79" y="6"/>
                  </a:cubicBezTo>
                  <a:cubicBezTo>
                    <a:pt x="80" y="6"/>
                    <a:pt x="84" y="6"/>
                    <a:pt x="86" y="6"/>
                  </a:cubicBezTo>
                  <a:cubicBezTo>
                    <a:pt x="88" y="7"/>
                    <a:pt x="92" y="7"/>
                    <a:pt x="95" y="6"/>
                  </a:cubicBezTo>
                  <a:cubicBezTo>
                    <a:pt x="96" y="6"/>
                    <a:pt x="100" y="4"/>
                    <a:pt x="101" y="3"/>
                  </a:cubicBezTo>
                  <a:cubicBezTo>
                    <a:pt x="102" y="2"/>
                    <a:pt x="105" y="1"/>
                    <a:pt x="106" y="1"/>
                  </a:cubicBezTo>
                  <a:cubicBezTo>
                    <a:pt x="108" y="0"/>
                    <a:pt x="110" y="1"/>
                    <a:pt x="112" y="1"/>
                  </a:cubicBezTo>
                  <a:cubicBezTo>
                    <a:pt x="113" y="1"/>
                    <a:pt x="115" y="0"/>
                    <a:pt x="117" y="1"/>
                  </a:cubicBezTo>
                  <a:cubicBezTo>
                    <a:pt x="118" y="1"/>
                    <a:pt x="121" y="2"/>
                    <a:pt x="122" y="2"/>
                  </a:cubicBezTo>
                  <a:cubicBezTo>
                    <a:pt x="124" y="3"/>
                    <a:pt x="126" y="5"/>
                    <a:pt x="127" y="6"/>
                  </a:cubicBezTo>
                  <a:cubicBezTo>
                    <a:pt x="127" y="7"/>
                    <a:pt x="127" y="10"/>
                    <a:pt x="127" y="11"/>
                  </a:cubicBezTo>
                  <a:cubicBezTo>
                    <a:pt x="127" y="12"/>
                    <a:pt x="126" y="14"/>
                    <a:pt x="126" y="14"/>
                  </a:cubicBezTo>
                  <a:cubicBezTo>
                    <a:pt x="125" y="15"/>
                    <a:pt x="125" y="17"/>
                    <a:pt x="124" y="17"/>
                  </a:cubicBezTo>
                  <a:cubicBezTo>
                    <a:pt x="123" y="18"/>
                    <a:pt x="121" y="18"/>
                    <a:pt x="120" y="18"/>
                  </a:cubicBezTo>
                  <a:cubicBezTo>
                    <a:pt x="119" y="18"/>
                    <a:pt x="118" y="17"/>
                    <a:pt x="118" y="16"/>
                  </a:cubicBezTo>
                  <a:cubicBezTo>
                    <a:pt x="118" y="16"/>
                    <a:pt x="120" y="14"/>
                    <a:pt x="120" y="14"/>
                  </a:cubicBezTo>
                  <a:cubicBezTo>
                    <a:pt x="121" y="13"/>
                    <a:pt x="121" y="12"/>
                    <a:pt x="121" y="11"/>
                  </a:cubicBezTo>
                  <a:cubicBezTo>
                    <a:pt x="122" y="11"/>
                    <a:pt x="121" y="9"/>
                    <a:pt x="121" y="8"/>
                  </a:cubicBezTo>
                  <a:cubicBezTo>
                    <a:pt x="120" y="8"/>
                    <a:pt x="119" y="8"/>
                    <a:pt x="119" y="8"/>
                  </a:cubicBezTo>
                  <a:cubicBezTo>
                    <a:pt x="118" y="8"/>
                    <a:pt x="117" y="9"/>
                    <a:pt x="116" y="10"/>
                  </a:cubicBezTo>
                  <a:cubicBezTo>
                    <a:pt x="116" y="11"/>
                    <a:pt x="115" y="12"/>
                    <a:pt x="115" y="13"/>
                  </a:cubicBezTo>
                  <a:cubicBezTo>
                    <a:pt x="115" y="14"/>
                    <a:pt x="114" y="15"/>
                    <a:pt x="113" y="16"/>
                  </a:cubicBezTo>
                  <a:cubicBezTo>
                    <a:pt x="112" y="17"/>
                    <a:pt x="110" y="17"/>
                    <a:pt x="108" y="17"/>
                  </a:cubicBezTo>
                  <a:cubicBezTo>
                    <a:pt x="107" y="17"/>
                    <a:pt x="105" y="16"/>
                    <a:pt x="104" y="16"/>
                  </a:cubicBezTo>
                  <a:cubicBezTo>
                    <a:pt x="103" y="16"/>
                    <a:pt x="100" y="18"/>
                    <a:pt x="99" y="18"/>
                  </a:cubicBezTo>
                  <a:cubicBezTo>
                    <a:pt x="98" y="19"/>
                    <a:pt x="94" y="20"/>
                    <a:pt x="93" y="21"/>
                  </a:cubicBezTo>
                  <a:cubicBezTo>
                    <a:pt x="92" y="21"/>
                    <a:pt x="89" y="21"/>
                    <a:pt x="88" y="21"/>
                  </a:cubicBezTo>
                  <a:cubicBezTo>
                    <a:pt x="86" y="21"/>
                    <a:pt x="83" y="22"/>
                    <a:pt x="82" y="22"/>
                  </a:cubicBezTo>
                  <a:cubicBezTo>
                    <a:pt x="80" y="23"/>
                    <a:pt x="78" y="25"/>
                    <a:pt x="78" y="26"/>
                  </a:cubicBezTo>
                  <a:cubicBezTo>
                    <a:pt x="77" y="27"/>
                    <a:pt x="77" y="29"/>
                    <a:pt x="78" y="30"/>
                  </a:cubicBezTo>
                  <a:cubicBezTo>
                    <a:pt x="78" y="31"/>
                    <a:pt x="81" y="32"/>
                    <a:pt x="82" y="33"/>
                  </a:cubicBezTo>
                  <a:cubicBezTo>
                    <a:pt x="82" y="34"/>
                    <a:pt x="83" y="36"/>
                    <a:pt x="83" y="37"/>
                  </a:cubicBezTo>
                  <a:cubicBezTo>
                    <a:pt x="84" y="39"/>
                    <a:pt x="84" y="42"/>
                    <a:pt x="84" y="44"/>
                  </a:cubicBezTo>
                  <a:cubicBezTo>
                    <a:pt x="83" y="45"/>
                    <a:pt x="82" y="47"/>
                    <a:pt x="81" y="48"/>
                  </a:cubicBezTo>
                  <a:cubicBezTo>
                    <a:pt x="80" y="50"/>
                    <a:pt x="78" y="53"/>
                    <a:pt x="77" y="55"/>
                  </a:cubicBezTo>
                  <a:cubicBezTo>
                    <a:pt x="76" y="56"/>
                    <a:pt x="74" y="57"/>
                    <a:pt x="73" y="57"/>
                  </a:cubicBezTo>
                  <a:cubicBezTo>
                    <a:pt x="72" y="57"/>
                    <a:pt x="71" y="56"/>
                    <a:pt x="70" y="55"/>
                  </a:cubicBezTo>
                  <a:cubicBezTo>
                    <a:pt x="69" y="55"/>
                    <a:pt x="66" y="54"/>
                    <a:pt x="65" y="54"/>
                  </a:cubicBezTo>
                  <a:cubicBezTo>
                    <a:pt x="64" y="54"/>
                    <a:pt x="62" y="53"/>
                    <a:pt x="61" y="53"/>
                  </a:cubicBezTo>
                  <a:cubicBezTo>
                    <a:pt x="60" y="53"/>
                    <a:pt x="58" y="54"/>
                    <a:pt x="57" y="54"/>
                  </a:cubicBezTo>
                  <a:cubicBezTo>
                    <a:pt x="56" y="54"/>
                    <a:pt x="54" y="54"/>
                    <a:pt x="53" y="54"/>
                  </a:cubicBezTo>
                  <a:cubicBezTo>
                    <a:pt x="52" y="54"/>
                    <a:pt x="50" y="53"/>
                    <a:pt x="49" y="53"/>
                  </a:cubicBezTo>
                  <a:cubicBezTo>
                    <a:pt x="48" y="53"/>
                    <a:pt x="46" y="52"/>
                    <a:pt x="45" y="52"/>
                  </a:cubicBezTo>
                  <a:cubicBezTo>
                    <a:pt x="43" y="52"/>
                    <a:pt x="40" y="52"/>
                    <a:pt x="39" y="52"/>
                  </a:cubicBezTo>
                  <a:cubicBezTo>
                    <a:pt x="37" y="52"/>
                    <a:pt x="33" y="51"/>
                    <a:pt x="31" y="51"/>
                  </a:cubicBezTo>
                  <a:cubicBezTo>
                    <a:pt x="29" y="51"/>
                    <a:pt x="26" y="51"/>
                    <a:pt x="24" y="51"/>
                  </a:cubicBezTo>
                  <a:cubicBezTo>
                    <a:pt x="23" y="51"/>
                    <a:pt x="21" y="51"/>
                    <a:pt x="19" y="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4" name="Freeform 70"/>
            <p:cNvSpPr>
              <a:spLocks/>
            </p:cNvSpPr>
            <p:nvPr/>
          </p:nvSpPr>
          <p:spPr bwMode="auto">
            <a:xfrm>
              <a:off x="7002463" y="1135063"/>
              <a:ext cx="14288" cy="11113"/>
            </a:xfrm>
            <a:custGeom>
              <a:avLst/>
              <a:gdLst/>
              <a:ahLst/>
              <a:cxnLst>
                <a:cxn ang="0">
                  <a:pos x="5" y="7"/>
                </a:cxn>
                <a:cxn ang="0">
                  <a:pos x="1" y="5"/>
                </a:cxn>
                <a:cxn ang="0">
                  <a:pos x="0" y="2"/>
                </a:cxn>
                <a:cxn ang="0">
                  <a:pos x="1" y="1"/>
                </a:cxn>
                <a:cxn ang="0">
                  <a:pos x="3" y="0"/>
                </a:cxn>
                <a:cxn ang="0">
                  <a:pos x="6" y="0"/>
                </a:cxn>
                <a:cxn ang="0">
                  <a:pos x="8" y="1"/>
                </a:cxn>
                <a:cxn ang="0">
                  <a:pos x="9" y="3"/>
                </a:cxn>
                <a:cxn ang="0">
                  <a:pos x="8" y="6"/>
                </a:cxn>
                <a:cxn ang="0">
                  <a:pos x="5" y="7"/>
                </a:cxn>
              </a:cxnLst>
              <a:rect l="0" t="0" r="r" b="b"/>
              <a:pathLst>
                <a:path w="9" h="7">
                  <a:moveTo>
                    <a:pt x="5" y="7"/>
                  </a:moveTo>
                  <a:cubicBezTo>
                    <a:pt x="4" y="7"/>
                    <a:pt x="2" y="6"/>
                    <a:pt x="1" y="5"/>
                  </a:cubicBezTo>
                  <a:cubicBezTo>
                    <a:pt x="0" y="5"/>
                    <a:pt x="0" y="3"/>
                    <a:pt x="0" y="2"/>
                  </a:cubicBezTo>
                  <a:cubicBezTo>
                    <a:pt x="0" y="2"/>
                    <a:pt x="0" y="1"/>
                    <a:pt x="1" y="1"/>
                  </a:cubicBezTo>
                  <a:cubicBezTo>
                    <a:pt x="1" y="0"/>
                    <a:pt x="3" y="0"/>
                    <a:pt x="3" y="0"/>
                  </a:cubicBezTo>
                  <a:cubicBezTo>
                    <a:pt x="4" y="0"/>
                    <a:pt x="5" y="0"/>
                    <a:pt x="6" y="0"/>
                  </a:cubicBezTo>
                  <a:cubicBezTo>
                    <a:pt x="6" y="0"/>
                    <a:pt x="7" y="0"/>
                    <a:pt x="8" y="1"/>
                  </a:cubicBezTo>
                  <a:cubicBezTo>
                    <a:pt x="8" y="1"/>
                    <a:pt x="9" y="3"/>
                    <a:pt x="9" y="3"/>
                  </a:cubicBezTo>
                  <a:cubicBezTo>
                    <a:pt x="9" y="4"/>
                    <a:pt x="8" y="6"/>
                    <a:pt x="8" y="6"/>
                  </a:cubicBezTo>
                  <a:cubicBezTo>
                    <a:pt x="7" y="7"/>
                    <a:pt x="6" y="7"/>
                    <a:pt x="5"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5" name="Freeform 71"/>
            <p:cNvSpPr>
              <a:spLocks/>
            </p:cNvSpPr>
            <p:nvPr/>
          </p:nvSpPr>
          <p:spPr bwMode="auto">
            <a:xfrm>
              <a:off x="7032626" y="1169988"/>
              <a:ext cx="15875" cy="15875"/>
            </a:xfrm>
            <a:custGeom>
              <a:avLst/>
              <a:gdLst/>
              <a:ahLst/>
              <a:cxnLst>
                <a:cxn ang="0">
                  <a:pos x="5" y="0"/>
                </a:cxn>
                <a:cxn ang="0">
                  <a:pos x="2" y="1"/>
                </a:cxn>
                <a:cxn ang="0">
                  <a:pos x="0" y="4"/>
                </a:cxn>
                <a:cxn ang="0">
                  <a:pos x="2" y="8"/>
                </a:cxn>
                <a:cxn ang="0">
                  <a:pos x="6" y="10"/>
                </a:cxn>
                <a:cxn ang="0">
                  <a:pos x="9" y="9"/>
                </a:cxn>
                <a:cxn ang="0">
                  <a:pos x="10" y="6"/>
                </a:cxn>
                <a:cxn ang="0">
                  <a:pos x="10" y="3"/>
                </a:cxn>
                <a:cxn ang="0">
                  <a:pos x="8" y="1"/>
                </a:cxn>
                <a:cxn ang="0">
                  <a:pos x="5" y="0"/>
                </a:cxn>
              </a:cxnLst>
              <a:rect l="0" t="0" r="r" b="b"/>
              <a:pathLst>
                <a:path w="10" h="10">
                  <a:moveTo>
                    <a:pt x="5" y="0"/>
                  </a:moveTo>
                  <a:cubicBezTo>
                    <a:pt x="4" y="0"/>
                    <a:pt x="2" y="1"/>
                    <a:pt x="2" y="1"/>
                  </a:cubicBezTo>
                  <a:cubicBezTo>
                    <a:pt x="1" y="2"/>
                    <a:pt x="0" y="3"/>
                    <a:pt x="0" y="4"/>
                  </a:cubicBezTo>
                  <a:cubicBezTo>
                    <a:pt x="0" y="5"/>
                    <a:pt x="1" y="7"/>
                    <a:pt x="2" y="8"/>
                  </a:cubicBezTo>
                  <a:cubicBezTo>
                    <a:pt x="3" y="8"/>
                    <a:pt x="5" y="10"/>
                    <a:pt x="6" y="10"/>
                  </a:cubicBezTo>
                  <a:cubicBezTo>
                    <a:pt x="7" y="10"/>
                    <a:pt x="9" y="10"/>
                    <a:pt x="9" y="9"/>
                  </a:cubicBezTo>
                  <a:cubicBezTo>
                    <a:pt x="10" y="9"/>
                    <a:pt x="10" y="7"/>
                    <a:pt x="10" y="6"/>
                  </a:cubicBezTo>
                  <a:cubicBezTo>
                    <a:pt x="10" y="5"/>
                    <a:pt x="10" y="3"/>
                    <a:pt x="10" y="3"/>
                  </a:cubicBezTo>
                  <a:cubicBezTo>
                    <a:pt x="9" y="2"/>
                    <a:pt x="8" y="1"/>
                    <a:pt x="8" y="1"/>
                  </a:cubicBezTo>
                  <a:cubicBezTo>
                    <a:pt x="7" y="1"/>
                    <a:pt x="5" y="0"/>
                    <a:pt x="5"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72"/>
            <p:cNvSpPr>
              <a:spLocks/>
            </p:cNvSpPr>
            <p:nvPr/>
          </p:nvSpPr>
          <p:spPr bwMode="auto">
            <a:xfrm>
              <a:off x="7018338" y="1146176"/>
              <a:ext cx="23813" cy="12700"/>
            </a:xfrm>
            <a:custGeom>
              <a:avLst/>
              <a:gdLst/>
              <a:ahLst/>
              <a:cxnLst>
                <a:cxn ang="0">
                  <a:pos x="11" y="8"/>
                </a:cxn>
                <a:cxn ang="0">
                  <a:pos x="7" y="8"/>
                </a:cxn>
                <a:cxn ang="0">
                  <a:pos x="4" y="7"/>
                </a:cxn>
                <a:cxn ang="0">
                  <a:pos x="1" y="5"/>
                </a:cxn>
                <a:cxn ang="0">
                  <a:pos x="1" y="2"/>
                </a:cxn>
                <a:cxn ang="0">
                  <a:pos x="3" y="0"/>
                </a:cxn>
                <a:cxn ang="0">
                  <a:pos x="6" y="0"/>
                </a:cxn>
                <a:cxn ang="0">
                  <a:pos x="10" y="2"/>
                </a:cxn>
                <a:cxn ang="0">
                  <a:pos x="12" y="3"/>
                </a:cxn>
                <a:cxn ang="0">
                  <a:pos x="15" y="3"/>
                </a:cxn>
                <a:cxn ang="0">
                  <a:pos x="15" y="5"/>
                </a:cxn>
                <a:cxn ang="0">
                  <a:pos x="13" y="7"/>
                </a:cxn>
                <a:cxn ang="0">
                  <a:pos x="11" y="8"/>
                </a:cxn>
              </a:cxnLst>
              <a:rect l="0" t="0" r="r" b="b"/>
              <a:pathLst>
                <a:path w="15" h="8">
                  <a:moveTo>
                    <a:pt x="11" y="8"/>
                  </a:moveTo>
                  <a:cubicBezTo>
                    <a:pt x="10" y="8"/>
                    <a:pt x="8" y="8"/>
                    <a:pt x="7" y="8"/>
                  </a:cubicBezTo>
                  <a:cubicBezTo>
                    <a:pt x="6" y="8"/>
                    <a:pt x="5" y="7"/>
                    <a:pt x="4" y="7"/>
                  </a:cubicBezTo>
                  <a:cubicBezTo>
                    <a:pt x="3" y="6"/>
                    <a:pt x="1" y="5"/>
                    <a:pt x="1" y="5"/>
                  </a:cubicBezTo>
                  <a:cubicBezTo>
                    <a:pt x="0" y="4"/>
                    <a:pt x="1" y="2"/>
                    <a:pt x="1" y="2"/>
                  </a:cubicBezTo>
                  <a:cubicBezTo>
                    <a:pt x="1" y="1"/>
                    <a:pt x="2" y="0"/>
                    <a:pt x="3" y="0"/>
                  </a:cubicBezTo>
                  <a:cubicBezTo>
                    <a:pt x="3" y="0"/>
                    <a:pt x="5" y="0"/>
                    <a:pt x="6" y="0"/>
                  </a:cubicBezTo>
                  <a:cubicBezTo>
                    <a:pt x="7" y="0"/>
                    <a:pt x="9" y="2"/>
                    <a:pt x="10" y="2"/>
                  </a:cubicBezTo>
                  <a:cubicBezTo>
                    <a:pt x="11" y="3"/>
                    <a:pt x="12" y="3"/>
                    <a:pt x="12" y="3"/>
                  </a:cubicBezTo>
                  <a:cubicBezTo>
                    <a:pt x="13" y="3"/>
                    <a:pt x="14" y="3"/>
                    <a:pt x="15" y="3"/>
                  </a:cubicBezTo>
                  <a:cubicBezTo>
                    <a:pt x="15" y="3"/>
                    <a:pt x="15" y="5"/>
                    <a:pt x="15" y="5"/>
                  </a:cubicBezTo>
                  <a:cubicBezTo>
                    <a:pt x="15" y="6"/>
                    <a:pt x="14" y="7"/>
                    <a:pt x="13" y="7"/>
                  </a:cubicBezTo>
                  <a:cubicBezTo>
                    <a:pt x="13" y="8"/>
                    <a:pt x="11" y="8"/>
                    <a:pt x="11"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73"/>
            <p:cNvSpPr>
              <a:spLocks/>
            </p:cNvSpPr>
            <p:nvPr/>
          </p:nvSpPr>
          <p:spPr bwMode="auto">
            <a:xfrm>
              <a:off x="7035801" y="1136651"/>
              <a:ext cx="28575" cy="15875"/>
            </a:xfrm>
            <a:custGeom>
              <a:avLst/>
              <a:gdLst/>
              <a:ahLst/>
              <a:cxnLst>
                <a:cxn ang="0">
                  <a:pos x="17" y="8"/>
                </a:cxn>
                <a:cxn ang="0">
                  <a:pos x="13" y="9"/>
                </a:cxn>
                <a:cxn ang="0">
                  <a:pos x="9" y="9"/>
                </a:cxn>
                <a:cxn ang="0">
                  <a:pos x="8" y="6"/>
                </a:cxn>
                <a:cxn ang="0">
                  <a:pos x="6" y="5"/>
                </a:cxn>
                <a:cxn ang="0">
                  <a:pos x="1" y="4"/>
                </a:cxn>
                <a:cxn ang="0">
                  <a:pos x="1" y="2"/>
                </a:cxn>
                <a:cxn ang="0">
                  <a:pos x="3" y="1"/>
                </a:cxn>
                <a:cxn ang="0">
                  <a:pos x="7" y="1"/>
                </a:cxn>
                <a:cxn ang="0">
                  <a:pos x="11" y="2"/>
                </a:cxn>
                <a:cxn ang="0">
                  <a:pos x="15" y="2"/>
                </a:cxn>
                <a:cxn ang="0">
                  <a:pos x="17" y="3"/>
                </a:cxn>
                <a:cxn ang="0">
                  <a:pos x="18" y="7"/>
                </a:cxn>
                <a:cxn ang="0">
                  <a:pos x="17" y="8"/>
                </a:cxn>
              </a:cxnLst>
              <a:rect l="0" t="0" r="r" b="b"/>
              <a:pathLst>
                <a:path w="18" h="10">
                  <a:moveTo>
                    <a:pt x="17" y="8"/>
                  </a:moveTo>
                  <a:cubicBezTo>
                    <a:pt x="16" y="9"/>
                    <a:pt x="14" y="9"/>
                    <a:pt x="13" y="9"/>
                  </a:cubicBezTo>
                  <a:cubicBezTo>
                    <a:pt x="12" y="9"/>
                    <a:pt x="10" y="10"/>
                    <a:pt x="9" y="9"/>
                  </a:cubicBezTo>
                  <a:cubicBezTo>
                    <a:pt x="8" y="9"/>
                    <a:pt x="8" y="7"/>
                    <a:pt x="8" y="6"/>
                  </a:cubicBezTo>
                  <a:cubicBezTo>
                    <a:pt x="7" y="6"/>
                    <a:pt x="6" y="5"/>
                    <a:pt x="6" y="5"/>
                  </a:cubicBezTo>
                  <a:cubicBezTo>
                    <a:pt x="5" y="5"/>
                    <a:pt x="2" y="5"/>
                    <a:pt x="1" y="4"/>
                  </a:cubicBezTo>
                  <a:cubicBezTo>
                    <a:pt x="1" y="4"/>
                    <a:pt x="0" y="3"/>
                    <a:pt x="1" y="2"/>
                  </a:cubicBezTo>
                  <a:cubicBezTo>
                    <a:pt x="1" y="1"/>
                    <a:pt x="2" y="1"/>
                    <a:pt x="3" y="1"/>
                  </a:cubicBezTo>
                  <a:cubicBezTo>
                    <a:pt x="4" y="0"/>
                    <a:pt x="6" y="0"/>
                    <a:pt x="7" y="1"/>
                  </a:cubicBezTo>
                  <a:cubicBezTo>
                    <a:pt x="8" y="1"/>
                    <a:pt x="10" y="2"/>
                    <a:pt x="11" y="2"/>
                  </a:cubicBezTo>
                  <a:cubicBezTo>
                    <a:pt x="12" y="2"/>
                    <a:pt x="14" y="2"/>
                    <a:pt x="15" y="2"/>
                  </a:cubicBezTo>
                  <a:cubicBezTo>
                    <a:pt x="16" y="3"/>
                    <a:pt x="17" y="3"/>
                    <a:pt x="17" y="3"/>
                  </a:cubicBezTo>
                  <a:cubicBezTo>
                    <a:pt x="18" y="4"/>
                    <a:pt x="18" y="6"/>
                    <a:pt x="18" y="7"/>
                  </a:cubicBezTo>
                  <a:cubicBezTo>
                    <a:pt x="18" y="7"/>
                    <a:pt x="17" y="8"/>
                    <a:pt x="17"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74"/>
            <p:cNvSpPr>
              <a:spLocks/>
            </p:cNvSpPr>
            <p:nvPr/>
          </p:nvSpPr>
          <p:spPr bwMode="auto">
            <a:xfrm>
              <a:off x="6318251" y="1311276"/>
              <a:ext cx="34925" cy="20638"/>
            </a:xfrm>
            <a:custGeom>
              <a:avLst/>
              <a:gdLst/>
              <a:ahLst/>
              <a:cxnLst>
                <a:cxn ang="0">
                  <a:pos x="15" y="13"/>
                </a:cxn>
                <a:cxn ang="0">
                  <a:pos x="9" y="12"/>
                </a:cxn>
                <a:cxn ang="0">
                  <a:pos x="7" y="10"/>
                </a:cxn>
                <a:cxn ang="0">
                  <a:pos x="3" y="9"/>
                </a:cxn>
                <a:cxn ang="0">
                  <a:pos x="1" y="8"/>
                </a:cxn>
                <a:cxn ang="0">
                  <a:pos x="1" y="5"/>
                </a:cxn>
                <a:cxn ang="0">
                  <a:pos x="3" y="2"/>
                </a:cxn>
                <a:cxn ang="0">
                  <a:pos x="7" y="1"/>
                </a:cxn>
                <a:cxn ang="0">
                  <a:pos x="13" y="1"/>
                </a:cxn>
                <a:cxn ang="0">
                  <a:pos x="16" y="3"/>
                </a:cxn>
                <a:cxn ang="0">
                  <a:pos x="19" y="4"/>
                </a:cxn>
                <a:cxn ang="0">
                  <a:pos x="23" y="5"/>
                </a:cxn>
                <a:cxn ang="0">
                  <a:pos x="23" y="7"/>
                </a:cxn>
                <a:cxn ang="0">
                  <a:pos x="22" y="10"/>
                </a:cxn>
                <a:cxn ang="0">
                  <a:pos x="18" y="12"/>
                </a:cxn>
                <a:cxn ang="0">
                  <a:pos x="15" y="13"/>
                </a:cxn>
              </a:cxnLst>
              <a:rect l="0" t="0" r="r" b="b"/>
              <a:pathLst>
                <a:path w="23" h="13">
                  <a:moveTo>
                    <a:pt x="15" y="13"/>
                  </a:moveTo>
                  <a:cubicBezTo>
                    <a:pt x="13" y="13"/>
                    <a:pt x="10" y="12"/>
                    <a:pt x="9" y="12"/>
                  </a:cubicBezTo>
                  <a:cubicBezTo>
                    <a:pt x="8" y="11"/>
                    <a:pt x="7" y="10"/>
                    <a:pt x="7" y="10"/>
                  </a:cubicBezTo>
                  <a:cubicBezTo>
                    <a:pt x="6" y="10"/>
                    <a:pt x="4" y="10"/>
                    <a:pt x="3" y="9"/>
                  </a:cubicBezTo>
                  <a:cubicBezTo>
                    <a:pt x="3" y="9"/>
                    <a:pt x="1" y="9"/>
                    <a:pt x="1" y="8"/>
                  </a:cubicBezTo>
                  <a:cubicBezTo>
                    <a:pt x="0" y="8"/>
                    <a:pt x="0" y="6"/>
                    <a:pt x="1" y="5"/>
                  </a:cubicBezTo>
                  <a:cubicBezTo>
                    <a:pt x="1" y="4"/>
                    <a:pt x="2" y="3"/>
                    <a:pt x="3" y="2"/>
                  </a:cubicBezTo>
                  <a:cubicBezTo>
                    <a:pt x="3" y="1"/>
                    <a:pt x="6" y="1"/>
                    <a:pt x="7" y="1"/>
                  </a:cubicBezTo>
                  <a:cubicBezTo>
                    <a:pt x="8" y="1"/>
                    <a:pt x="12" y="0"/>
                    <a:pt x="13" y="1"/>
                  </a:cubicBezTo>
                  <a:cubicBezTo>
                    <a:pt x="14" y="1"/>
                    <a:pt x="15" y="2"/>
                    <a:pt x="16" y="3"/>
                  </a:cubicBezTo>
                  <a:cubicBezTo>
                    <a:pt x="17" y="3"/>
                    <a:pt x="18" y="4"/>
                    <a:pt x="19" y="4"/>
                  </a:cubicBezTo>
                  <a:cubicBezTo>
                    <a:pt x="20" y="4"/>
                    <a:pt x="22" y="4"/>
                    <a:pt x="23" y="5"/>
                  </a:cubicBezTo>
                  <a:cubicBezTo>
                    <a:pt x="23" y="6"/>
                    <a:pt x="23" y="7"/>
                    <a:pt x="23" y="7"/>
                  </a:cubicBezTo>
                  <a:cubicBezTo>
                    <a:pt x="23" y="8"/>
                    <a:pt x="22" y="9"/>
                    <a:pt x="22" y="10"/>
                  </a:cubicBezTo>
                  <a:cubicBezTo>
                    <a:pt x="21" y="10"/>
                    <a:pt x="19" y="11"/>
                    <a:pt x="18" y="12"/>
                  </a:cubicBezTo>
                  <a:cubicBezTo>
                    <a:pt x="18" y="12"/>
                    <a:pt x="16" y="12"/>
                    <a:pt x="15"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75"/>
            <p:cNvSpPr>
              <a:spLocks/>
            </p:cNvSpPr>
            <p:nvPr/>
          </p:nvSpPr>
          <p:spPr bwMode="auto">
            <a:xfrm>
              <a:off x="5867401" y="1484313"/>
              <a:ext cx="26988" cy="36513"/>
            </a:xfrm>
            <a:custGeom>
              <a:avLst/>
              <a:gdLst/>
              <a:ahLst/>
              <a:cxnLst>
                <a:cxn ang="0">
                  <a:pos x="13" y="22"/>
                </a:cxn>
                <a:cxn ang="0">
                  <a:pos x="9" y="19"/>
                </a:cxn>
                <a:cxn ang="0">
                  <a:pos x="5" y="16"/>
                </a:cxn>
                <a:cxn ang="0">
                  <a:pos x="1" y="12"/>
                </a:cxn>
                <a:cxn ang="0">
                  <a:pos x="0" y="8"/>
                </a:cxn>
                <a:cxn ang="0">
                  <a:pos x="2" y="4"/>
                </a:cxn>
                <a:cxn ang="0">
                  <a:pos x="6" y="1"/>
                </a:cxn>
                <a:cxn ang="0">
                  <a:pos x="8" y="3"/>
                </a:cxn>
                <a:cxn ang="0">
                  <a:pos x="10" y="6"/>
                </a:cxn>
                <a:cxn ang="0">
                  <a:pos x="15" y="10"/>
                </a:cxn>
                <a:cxn ang="0">
                  <a:pos x="17" y="15"/>
                </a:cxn>
                <a:cxn ang="0">
                  <a:pos x="16" y="19"/>
                </a:cxn>
                <a:cxn ang="0">
                  <a:pos x="15" y="22"/>
                </a:cxn>
                <a:cxn ang="0">
                  <a:pos x="13" y="22"/>
                </a:cxn>
              </a:cxnLst>
              <a:rect l="0" t="0" r="r" b="b"/>
              <a:pathLst>
                <a:path w="17" h="23">
                  <a:moveTo>
                    <a:pt x="13" y="22"/>
                  </a:moveTo>
                  <a:cubicBezTo>
                    <a:pt x="12" y="21"/>
                    <a:pt x="10" y="19"/>
                    <a:pt x="9" y="19"/>
                  </a:cubicBezTo>
                  <a:cubicBezTo>
                    <a:pt x="8" y="18"/>
                    <a:pt x="6" y="17"/>
                    <a:pt x="5" y="16"/>
                  </a:cubicBezTo>
                  <a:cubicBezTo>
                    <a:pt x="4" y="15"/>
                    <a:pt x="2" y="14"/>
                    <a:pt x="1" y="12"/>
                  </a:cubicBezTo>
                  <a:cubicBezTo>
                    <a:pt x="1" y="12"/>
                    <a:pt x="0" y="9"/>
                    <a:pt x="0" y="8"/>
                  </a:cubicBezTo>
                  <a:cubicBezTo>
                    <a:pt x="0" y="7"/>
                    <a:pt x="1" y="5"/>
                    <a:pt x="2" y="4"/>
                  </a:cubicBezTo>
                  <a:cubicBezTo>
                    <a:pt x="3" y="3"/>
                    <a:pt x="4" y="1"/>
                    <a:pt x="6" y="1"/>
                  </a:cubicBezTo>
                  <a:cubicBezTo>
                    <a:pt x="7" y="0"/>
                    <a:pt x="8" y="2"/>
                    <a:pt x="8" y="3"/>
                  </a:cubicBezTo>
                  <a:cubicBezTo>
                    <a:pt x="9" y="3"/>
                    <a:pt x="10" y="5"/>
                    <a:pt x="10" y="6"/>
                  </a:cubicBezTo>
                  <a:cubicBezTo>
                    <a:pt x="11" y="7"/>
                    <a:pt x="14" y="8"/>
                    <a:pt x="15" y="10"/>
                  </a:cubicBezTo>
                  <a:cubicBezTo>
                    <a:pt x="16" y="11"/>
                    <a:pt x="16" y="13"/>
                    <a:pt x="17" y="15"/>
                  </a:cubicBezTo>
                  <a:cubicBezTo>
                    <a:pt x="17" y="16"/>
                    <a:pt x="17" y="18"/>
                    <a:pt x="16" y="19"/>
                  </a:cubicBezTo>
                  <a:cubicBezTo>
                    <a:pt x="16" y="20"/>
                    <a:pt x="16" y="22"/>
                    <a:pt x="15" y="22"/>
                  </a:cubicBezTo>
                  <a:cubicBezTo>
                    <a:pt x="15" y="23"/>
                    <a:pt x="14" y="22"/>
                    <a:pt x="13"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76"/>
            <p:cNvSpPr>
              <a:spLocks/>
            </p:cNvSpPr>
            <p:nvPr/>
          </p:nvSpPr>
          <p:spPr bwMode="auto">
            <a:xfrm>
              <a:off x="5837238" y="576263"/>
              <a:ext cx="977900" cy="838200"/>
            </a:xfrm>
            <a:custGeom>
              <a:avLst/>
              <a:gdLst/>
              <a:ahLst/>
              <a:cxnLst>
                <a:cxn ang="0">
                  <a:pos x="611" y="18"/>
                </a:cxn>
                <a:cxn ang="0">
                  <a:pos x="559" y="81"/>
                </a:cxn>
                <a:cxn ang="0">
                  <a:pos x="544" y="139"/>
                </a:cxn>
                <a:cxn ang="0">
                  <a:pos x="571" y="179"/>
                </a:cxn>
                <a:cxn ang="0">
                  <a:pos x="591" y="214"/>
                </a:cxn>
                <a:cxn ang="0">
                  <a:pos x="583" y="298"/>
                </a:cxn>
                <a:cxn ang="0">
                  <a:pos x="589" y="354"/>
                </a:cxn>
                <a:cxn ang="0">
                  <a:pos x="560" y="391"/>
                </a:cxn>
                <a:cxn ang="0">
                  <a:pos x="516" y="497"/>
                </a:cxn>
                <a:cxn ang="0">
                  <a:pos x="491" y="532"/>
                </a:cxn>
                <a:cxn ang="0">
                  <a:pos x="459" y="527"/>
                </a:cxn>
                <a:cxn ang="0">
                  <a:pos x="424" y="489"/>
                </a:cxn>
                <a:cxn ang="0">
                  <a:pos x="395" y="476"/>
                </a:cxn>
                <a:cxn ang="0">
                  <a:pos x="378" y="458"/>
                </a:cxn>
                <a:cxn ang="0">
                  <a:pos x="363" y="477"/>
                </a:cxn>
                <a:cxn ang="0">
                  <a:pos x="341" y="473"/>
                </a:cxn>
                <a:cxn ang="0">
                  <a:pos x="319" y="452"/>
                </a:cxn>
                <a:cxn ang="0">
                  <a:pos x="290" y="435"/>
                </a:cxn>
                <a:cxn ang="0">
                  <a:pos x="272" y="441"/>
                </a:cxn>
                <a:cxn ang="0">
                  <a:pos x="280" y="446"/>
                </a:cxn>
                <a:cxn ang="0">
                  <a:pos x="291" y="456"/>
                </a:cxn>
                <a:cxn ang="0">
                  <a:pos x="274" y="474"/>
                </a:cxn>
                <a:cxn ang="0">
                  <a:pos x="253" y="469"/>
                </a:cxn>
                <a:cxn ang="0">
                  <a:pos x="250" y="462"/>
                </a:cxn>
                <a:cxn ang="0">
                  <a:pos x="264" y="454"/>
                </a:cxn>
                <a:cxn ang="0">
                  <a:pos x="267" y="448"/>
                </a:cxn>
                <a:cxn ang="0">
                  <a:pos x="243" y="456"/>
                </a:cxn>
                <a:cxn ang="0">
                  <a:pos x="237" y="469"/>
                </a:cxn>
                <a:cxn ang="0">
                  <a:pos x="217" y="485"/>
                </a:cxn>
                <a:cxn ang="0">
                  <a:pos x="210" y="462"/>
                </a:cxn>
                <a:cxn ang="0">
                  <a:pos x="212" y="454"/>
                </a:cxn>
                <a:cxn ang="0">
                  <a:pos x="194" y="472"/>
                </a:cxn>
                <a:cxn ang="0">
                  <a:pos x="171" y="487"/>
                </a:cxn>
                <a:cxn ang="0">
                  <a:pos x="144" y="498"/>
                </a:cxn>
                <a:cxn ang="0">
                  <a:pos x="115" y="508"/>
                </a:cxn>
                <a:cxn ang="0">
                  <a:pos x="81" y="518"/>
                </a:cxn>
                <a:cxn ang="0">
                  <a:pos x="59" y="502"/>
                </a:cxn>
                <a:cxn ang="0">
                  <a:pos x="43" y="490"/>
                </a:cxn>
                <a:cxn ang="0">
                  <a:pos x="20" y="437"/>
                </a:cxn>
                <a:cxn ang="0">
                  <a:pos x="1" y="405"/>
                </a:cxn>
                <a:cxn ang="0">
                  <a:pos x="45" y="416"/>
                </a:cxn>
                <a:cxn ang="0">
                  <a:pos x="114" y="412"/>
                </a:cxn>
                <a:cxn ang="0">
                  <a:pos x="138" y="409"/>
                </a:cxn>
                <a:cxn ang="0">
                  <a:pos x="173" y="390"/>
                </a:cxn>
                <a:cxn ang="0">
                  <a:pos x="217" y="349"/>
                </a:cxn>
                <a:cxn ang="0">
                  <a:pos x="237" y="312"/>
                </a:cxn>
                <a:cxn ang="0">
                  <a:pos x="269" y="253"/>
                </a:cxn>
                <a:cxn ang="0">
                  <a:pos x="302" y="192"/>
                </a:cxn>
                <a:cxn ang="0">
                  <a:pos x="325" y="165"/>
                </a:cxn>
                <a:cxn ang="0">
                  <a:pos x="355" y="121"/>
                </a:cxn>
                <a:cxn ang="0">
                  <a:pos x="419" y="105"/>
                </a:cxn>
                <a:cxn ang="0">
                  <a:pos x="480" y="95"/>
                </a:cxn>
                <a:cxn ang="0">
                  <a:pos x="548" y="39"/>
                </a:cxn>
                <a:cxn ang="0">
                  <a:pos x="597" y="1"/>
                </a:cxn>
              </a:cxnLst>
              <a:rect l="0" t="0" r="r" b="b"/>
              <a:pathLst>
                <a:path w="623" h="533">
                  <a:moveTo>
                    <a:pt x="623" y="6"/>
                  </a:moveTo>
                  <a:cubicBezTo>
                    <a:pt x="623" y="7"/>
                    <a:pt x="623" y="10"/>
                    <a:pt x="622" y="11"/>
                  </a:cubicBezTo>
                  <a:cubicBezTo>
                    <a:pt x="621" y="12"/>
                    <a:pt x="619" y="14"/>
                    <a:pt x="617" y="14"/>
                  </a:cubicBezTo>
                  <a:cubicBezTo>
                    <a:pt x="616" y="15"/>
                    <a:pt x="613" y="17"/>
                    <a:pt x="611" y="18"/>
                  </a:cubicBezTo>
                  <a:cubicBezTo>
                    <a:pt x="607" y="21"/>
                    <a:pt x="599" y="28"/>
                    <a:pt x="596" y="31"/>
                  </a:cubicBezTo>
                  <a:cubicBezTo>
                    <a:pt x="593" y="34"/>
                    <a:pt x="587" y="41"/>
                    <a:pt x="584" y="44"/>
                  </a:cubicBezTo>
                  <a:cubicBezTo>
                    <a:pt x="581" y="49"/>
                    <a:pt x="574" y="58"/>
                    <a:pt x="570" y="62"/>
                  </a:cubicBezTo>
                  <a:cubicBezTo>
                    <a:pt x="567" y="67"/>
                    <a:pt x="562" y="77"/>
                    <a:pt x="559" y="81"/>
                  </a:cubicBezTo>
                  <a:cubicBezTo>
                    <a:pt x="556" y="86"/>
                    <a:pt x="548" y="94"/>
                    <a:pt x="546" y="98"/>
                  </a:cubicBezTo>
                  <a:cubicBezTo>
                    <a:pt x="545" y="102"/>
                    <a:pt x="545" y="110"/>
                    <a:pt x="545" y="114"/>
                  </a:cubicBezTo>
                  <a:cubicBezTo>
                    <a:pt x="544" y="118"/>
                    <a:pt x="544" y="125"/>
                    <a:pt x="544" y="128"/>
                  </a:cubicBezTo>
                  <a:cubicBezTo>
                    <a:pt x="544" y="131"/>
                    <a:pt x="544" y="136"/>
                    <a:pt x="544" y="139"/>
                  </a:cubicBezTo>
                  <a:cubicBezTo>
                    <a:pt x="545" y="142"/>
                    <a:pt x="549" y="147"/>
                    <a:pt x="550" y="149"/>
                  </a:cubicBezTo>
                  <a:cubicBezTo>
                    <a:pt x="552" y="152"/>
                    <a:pt x="554" y="157"/>
                    <a:pt x="555" y="159"/>
                  </a:cubicBezTo>
                  <a:cubicBezTo>
                    <a:pt x="557" y="162"/>
                    <a:pt x="562" y="167"/>
                    <a:pt x="564" y="170"/>
                  </a:cubicBezTo>
                  <a:cubicBezTo>
                    <a:pt x="566" y="172"/>
                    <a:pt x="569" y="176"/>
                    <a:pt x="571" y="179"/>
                  </a:cubicBezTo>
                  <a:cubicBezTo>
                    <a:pt x="572" y="181"/>
                    <a:pt x="575" y="186"/>
                    <a:pt x="577" y="188"/>
                  </a:cubicBezTo>
                  <a:cubicBezTo>
                    <a:pt x="579" y="191"/>
                    <a:pt x="583" y="195"/>
                    <a:pt x="585" y="197"/>
                  </a:cubicBezTo>
                  <a:cubicBezTo>
                    <a:pt x="587" y="200"/>
                    <a:pt x="591" y="206"/>
                    <a:pt x="591" y="209"/>
                  </a:cubicBezTo>
                  <a:cubicBezTo>
                    <a:pt x="591" y="210"/>
                    <a:pt x="591" y="213"/>
                    <a:pt x="591" y="214"/>
                  </a:cubicBezTo>
                  <a:cubicBezTo>
                    <a:pt x="591" y="217"/>
                    <a:pt x="588" y="222"/>
                    <a:pt x="588" y="225"/>
                  </a:cubicBezTo>
                  <a:cubicBezTo>
                    <a:pt x="587" y="229"/>
                    <a:pt x="586" y="238"/>
                    <a:pt x="586" y="242"/>
                  </a:cubicBezTo>
                  <a:cubicBezTo>
                    <a:pt x="585" y="250"/>
                    <a:pt x="584" y="264"/>
                    <a:pt x="583" y="272"/>
                  </a:cubicBezTo>
                  <a:cubicBezTo>
                    <a:pt x="583" y="278"/>
                    <a:pt x="584" y="292"/>
                    <a:pt x="583" y="298"/>
                  </a:cubicBezTo>
                  <a:cubicBezTo>
                    <a:pt x="583" y="304"/>
                    <a:pt x="581" y="315"/>
                    <a:pt x="581" y="320"/>
                  </a:cubicBezTo>
                  <a:cubicBezTo>
                    <a:pt x="581" y="324"/>
                    <a:pt x="584" y="332"/>
                    <a:pt x="585" y="336"/>
                  </a:cubicBezTo>
                  <a:cubicBezTo>
                    <a:pt x="586" y="338"/>
                    <a:pt x="588" y="342"/>
                    <a:pt x="589" y="344"/>
                  </a:cubicBezTo>
                  <a:cubicBezTo>
                    <a:pt x="589" y="347"/>
                    <a:pt x="590" y="352"/>
                    <a:pt x="589" y="354"/>
                  </a:cubicBezTo>
                  <a:cubicBezTo>
                    <a:pt x="589" y="358"/>
                    <a:pt x="588" y="364"/>
                    <a:pt x="586" y="367"/>
                  </a:cubicBezTo>
                  <a:cubicBezTo>
                    <a:pt x="585" y="370"/>
                    <a:pt x="581" y="373"/>
                    <a:pt x="580" y="374"/>
                  </a:cubicBezTo>
                  <a:cubicBezTo>
                    <a:pt x="578" y="376"/>
                    <a:pt x="575" y="379"/>
                    <a:pt x="573" y="381"/>
                  </a:cubicBezTo>
                  <a:cubicBezTo>
                    <a:pt x="570" y="383"/>
                    <a:pt x="563" y="388"/>
                    <a:pt x="560" y="391"/>
                  </a:cubicBezTo>
                  <a:cubicBezTo>
                    <a:pt x="557" y="395"/>
                    <a:pt x="551" y="402"/>
                    <a:pt x="548" y="407"/>
                  </a:cubicBezTo>
                  <a:cubicBezTo>
                    <a:pt x="545" y="413"/>
                    <a:pt x="540" y="426"/>
                    <a:pt x="537" y="432"/>
                  </a:cubicBezTo>
                  <a:cubicBezTo>
                    <a:pt x="534" y="440"/>
                    <a:pt x="528" y="455"/>
                    <a:pt x="526" y="462"/>
                  </a:cubicBezTo>
                  <a:cubicBezTo>
                    <a:pt x="523" y="471"/>
                    <a:pt x="518" y="488"/>
                    <a:pt x="516" y="497"/>
                  </a:cubicBezTo>
                  <a:cubicBezTo>
                    <a:pt x="514" y="503"/>
                    <a:pt x="511" y="516"/>
                    <a:pt x="509" y="522"/>
                  </a:cubicBezTo>
                  <a:cubicBezTo>
                    <a:pt x="508" y="525"/>
                    <a:pt x="508" y="530"/>
                    <a:pt x="507" y="532"/>
                  </a:cubicBezTo>
                  <a:cubicBezTo>
                    <a:pt x="506" y="533"/>
                    <a:pt x="504" y="533"/>
                    <a:pt x="503" y="533"/>
                  </a:cubicBezTo>
                  <a:cubicBezTo>
                    <a:pt x="500" y="533"/>
                    <a:pt x="494" y="532"/>
                    <a:pt x="491" y="532"/>
                  </a:cubicBezTo>
                  <a:cubicBezTo>
                    <a:pt x="489" y="532"/>
                    <a:pt x="483" y="533"/>
                    <a:pt x="481" y="533"/>
                  </a:cubicBezTo>
                  <a:cubicBezTo>
                    <a:pt x="478" y="532"/>
                    <a:pt x="473" y="532"/>
                    <a:pt x="471" y="531"/>
                  </a:cubicBezTo>
                  <a:cubicBezTo>
                    <a:pt x="469" y="531"/>
                    <a:pt x="465" y="531"/>
                    <a:pt x="464" y="530"/>
                  </a:cubicBezTo>
                  <a:cubicBezTo>
                    <a:pt x="463" y="529"/>
                    <a:pt x="460" y="528"/>
                    <a:pt x="459" y="527"/>
                  </a:cubicBezTo>
                  <a:cubicBezTo>
                    <a:pt x="457" y="526"/>
                    <a:pt x="455" y="522"/>
                    <a:pt x="454" y="521"/>
                  </a:cubicBezTo>
                  <a:cubicBezTo>
                    <a:pt x="452" y="519"/>
                    <a:pt x="448" y="515"/>
                    <a:pt x="446" y="513"/>
                  </a:cubicBezTo>
                  <a:cubicBezTo>
                    <a:pt x="444" y="511"/>
                    <a:pt x="438" y="506"/>
                    <a:pt x="436" y="504"/>
                  </a:cubicBezTo>
                  <a:cubicBezTo>
                    <a:pt x="433" y="500"/>
                    <a:pt x="427" y="492"/>
                    <a:pt x="424" y="489"/>
                  </a:cubicBezTo>
                  <a:cubicBezTo>
                    <a:pt x="422" y="488"/>
                    <a:pt x="419" y="486"/>
                    <a:pt x="417" y="485"/>
                  </a:cubicBezTo>
                  <a:cubicBezTo>
                    <a:pt x="415" y="484"/>
                    <a:pt x="410" y="480"/>
                    <a:pt x="408" y="479"/>
                  </a:cubicBezTo>
                  <a:cubicBezTo>
                    <a:pt x="406" y="479"/>
                    <a:pt x="402" y="479"/>
                    <a:pt x="400" y="478"/>
                  </a:cubicBezTo>
                  <a:cubicBezTo>
                    <a:pt x="399" y="478"/>
                    <a:pt x="396" y="477"/>
                    <a:pt x="395" y="476"/>
                  </a:cubicBezTo>
                  <a:cubicBezTo>
                    <a:pt x="394" y="475"/>
                    <a:pt x="393" y="472"/>
                    <a:pt x="392" y="470"/>
                  </a:cubicBezTo>
                  <a:cubicBezTo>
                    <a:pt x="391" y="469"/>
                    <a:pt x="390" y="465"/>
                    <a:pt x="389" y="464"/>
                  </a:cubicBezTo>
                  <a:cubicBezTo>
                    <a:pt x="388" y="462"/>
                    <a:pt x="385" y="459"/>
                    <a:pt x="384" y="459"/>
                  </a:cubicBezTo>
                  <a:cubicBezTo>
                    <a:pt x="382" y="458"/>
                    <a:pt x="379" y="458"/>
                    <a:pt x="378" y="458"/>
                  </a:cubicBezTo>
                  <a:cubicBezTo>
                    <a:pt x="377" y="459"/>
                    <a:pt x="375" y="460"/>
                    <a:pt x="374" y="461"/>
                  </a:cubicBezTo>
                  <a:cubicBezTo>
                    <a:pt x="372" y="461"/>
                    <a:pt x="370" y="463"/>
                    <a:pt x="369" y="464"/>
                  </a:cubicBezTo>
                  <a:cubicBezTo>
                    <a:pt x="368" y="465"/>
                    <a:pt x="367" y="468"/>
                    <a:pt x="366" y="470"/>
                  </a:cubicBezTo>
                  <a:cubicBezTo>
                    <a:pt x="365" y="471"/>
                    <a:pt x="364" y="475"/>
                    <a:pt x="363" y="477"/>
                  </a:cubicBezTo>
                  <a:cubicBezTo>
                    <a:pt x="363" y="478"/>
                    <a:pt x="361" y="480"/>
                    <a:pt x="360" y="481"/>
                  </a:cubicBezTo>
                  <a:cubicBezTo>
                    <a:pt x="358" y="481"/>
                    <a:pt x="355" y="481"/>
                    <a:pt x="353" y="481"/>
                  </a:cubicBezTo>
                  <a:cubicBezTo>
                    <a:pt x="352" y="481"/>
                    <a:pt x="348" y="478"/>
                    <a:pt x="346" y="477"/>
                  </a:cubicBezTo>
                  <a:cubicBezTo>
                    <a:pt x="345" y="476"/>
                    <a:pt x="342" y="474"/>
                    <a:pt x="341" y="473"/>
                  </a:cubicBezTo>
                  <a:cubicBezTo>
                    <a:pt x="339" y="472"/>
                    <a:pt x="336" y="470"/>
                    <a:pt x="334" y="468"/>
                  </a:cubicBezTo>
                  <a:cubicBezTo>
                    <a:pt x="333" y="467"/>
                    <a:pt x="332" y="465"/>
                    <a:pt x="331" y="464"/>
                  </a:cubicBezTo>
                  <a:cubicBezTo>
                    <a:pt x="329" y="462"/>
                    <a:pt x="326" y="460"/>
                    <a:pt x="324" y="459"/>
                  </a:cubicBezTo>
                  <a:cubicBezTo>
                    <a:pt x="323" y="458"/>
                    <a:pt x="321" y="454"/>
                    <a:pt x="319" y="452"/>
                  </a:cubicBezTo>
                  <a:cubicBezTo>
                    <a:pt x="318" y="451"/>
                    <a:pt x="313" y="450"/>
                    <a:pt x="312" y="449"/>
                  </a:cubicBezTo>
                  <a:cubicBezTo>
                    <a:pt x="310" y="448"/>
                    <a:pt x="306" y="445"/>
                    <a:pt x="304" y="444"/>
                  </a:cubicBezTo>
                  <a:cubicBezTo>
                    <a:pt x="302" y="442"/>
                    <a:pt x="300" y="439"/>
                    <a:pt x="298" y="438"/>
                  </a:cubicBezTo>
                  <a:cubicBezTo>
                    <a:pt x="296" y="436"/>
                    <a:pt x="292" y="435"/>
                    <a:pt x="290" y="435"/>
                  </a:cubicBezTo>
                  <a:cubicBezTo>
                    <a:pt x="289" y="435"/>
                    <a:pt x="286" y="436"/>
                    <a:pt x="285" y="437"/>
                  </a:cubicBezTo>
                  <a:cubicBezTo>
                    <a:pt x="285" y="438"/>
                    <a:pt x="285" y="440"/>
                    <a:pt x="284" y="441"/>
                  </a:cubicBezTo>
                  <a:cubicBezTo>
                    <a:pt x="283" y="442"/>
                    <a:pt x="279" y="441"/>
                    <a:pt x="278" y="441"/>
                  </a:cubicBezTo>
                  <a:cubicBezTo>
                    <a:pt x="276" y="441"/>
                    <a:pt x="273" y="440"/>
                    <a:pt x="272" y="441"/>
                  </a:cubicBezTo>
                  <a:cubicBezTo>
                    <a:pt x="271" y="441"/>
                    <a:pt x="270" y="442"/>
                    <a:pt x="271" y="443"/>
                  </a:cubicBezTo>
                  <a:cubicBezTo>
                    <a:pt x="271" y="444"/>
                    <a:pt x="273" y="445"/>
                    <a:pt x="274" y="446"/>
                  </a:cubicBezTo>
                  <a:cubicBezTo>
                    <a:pt x="275" y="446"/>
                    <a:pt x="276" y="446"/>
                    <a:pt x="277" y="446"/>
                  </a:cubicBezTo>
                  <a:cubicBezTo>
                    <a:pt x="278" y="446"/>
                    <a:pt x="279" y="446"/>
                    <a:pt x="280" y="446"/>
                  </a:cubicBezTo>
                  <a:cubicBezTo>
                    <a:pt x="282" y="446"/>
                    <a:pt x="285" y="445"/>
                    <a:pt x="287" y="445"/>
                  </a:cubicBezTo>
                  <a:cubicBezTo>
                    <a:pt x="288" y="445"/>
                    <a:pt x="291" y="446"/>
                    <a:pt x="291" y="447"/>
                  </a:cubicBezTo>
                  <a:cubicBezTo>
                    <a:pt x="292" y="448"/>
                    <a:pt x="292" y="450"/>
                    <a:pt x="292" y="451"/>
                  </a:cubicBezTo>
                  <a:cubicBezTo>
                    <a:pt x="292" y="453"/>
                    <a:pt x="292" y="455"/>
                    <a:pt x="291" y="456"/>
                  </a:cubicBezTo>
                  <a:cubicBezTo>
                    <a:pt x="291" y="458"/>
                    <a:pt x="289" y="460"/>
                    <a:pt x="288" y="462"/>
                  </a:cubicBezTo>
                  <a:cubicBezTo>
                    <a:pt x="287" y="463"/>
                    <a:pt x="284" y="466"/>
                    <a:pt x="283" y="467"/>
                  </a:cubicBezTo>
                  <a:cubicBezTo>
                    <a:pt x="282" y="468"/>
                    <a:pt x="281" y="469"/>
                    <a:pt x="280" y="470"/>
                  </a:cubicBezTo>
                  <a:cubicBezTo>
                    <a:pt x="279" y="471"/>
                    <a:pt x="276" y="473"/>
                    <a:pt x="274" y="474"/>
                  </a:cubicBezTo>
                  <a:cubicBezTo>
                    <a:pt x="272" y="475"/>
                    <a:pt x="268" y="476"/>
                    <a:pt x="266" y="476"/>
                  </a:cubicBezTo>
                  <a:cubicBezTo>
                    <a:pt x="265" y="476"/>
                    <a:pt x="262" y="476"/>
                    <a:pt x="261" y="475"/>
                  </a:cubicBezTo>
                  <a:cubicBezTo>
                    <a:pt x="260" y="475"/>
                    <a:pt x="259" y="472"/>
                    <a:pt x="258" y="471"/>
                  </a:cubicBezTo>
                  <a:cubicBezTo>
                    <a:pt x="257" y="470"/>
                    <a:pt x="254" y="469"/>
                    <a:pt x="253" y="469"/>
                  </a:cubicBezTo>
                  <a:cubicBezTo>
                    <a:pt x="252" y="469"/>
                    <a:pt x="250" y="471"/>
                    <a:pt x="249" y="470"/>
                  </a:cubicBezTo>
                  <a:cubicBezTo>
                    <a:pt x="248" y="469"/>
                    <a:pt x="247" y="467"/>
                    <a:pt x="246" y="465"/>
                  </a:cubicBezTo>
                  <a:cubicBezTo>
                    <a:pt x="246" y="465"/>
                    <a:pt x="246" y="464"/>
                    <a:pt x="246" y="463"/>
                  </a:cubicBezTo>
                  <a:cubicBezTo>
                    <a:pt x="247" y="462"/>
                    <a:pt x="249" y="463"/>
                    <a:pt x="250" y="462"/>
                  </a:cubicBezTo>
                  <a:cubicBezTo>
                    <a:pt x="251" y="462"/>
                    <a:pt x="253" y="463"/>
                    <a:pt x="254" y="462"/>
                  </a:cubicBezTo>
                  <a:cubicBezTo>
                    <a:pt x="255" y="461"/>
                    <a:pt x="256" y="459"/>
                    <a:pt x="257" y="457"/>
                  </a:cubicBezTo>
                  <a:cubicBezTo>
                    <a:pt x="258" y="457"/>
                    <a:pt x="259" y="455"/>
                    <a:pt x="260" y="454"/>
                  </a:cubicBezTo>
                  <a:cubicBezTo>
                    <a:pt x="260" y="454"/>
                    <a:pt x="263" y="454"/>
                    <a:pt x="264" y="454"/>
                  </a:cubicBezTo>
                  <a:cubicBezTo>
                    <a:pt x="265" y="454"/>
                    <a:pt x="267" y="455"/>
                    <a:pt x="268" y="455"/>
                  </a:cubicBezTo>
                  <a:cubicBezTo>
                    <a:pt x="269" y="455"/>
                    <a:pt x="271" y="455"/>
                    <a:pt x="272" y="454"/>
                  </a:cubicBezTo>
                  <a:cubicBezTo>
                    <a:pt x="273" y="453"/>
                    <a:pt x="272" y="450"/>
                    <a:pt x="271" y="449"/>
                  </a:cubicBezTo>
                  <a:cubicBezTo>
                    <a:pt x="271" y="448"/>
                    <a:pt x="268" y="448"/>
                    <a:pt x="267" y="448"/>
                  </a:cubicBezTo>
                  <a:cubicBezTo>
                    <a:pt x="266" y="448"/>
                    <a:pt x="263" y="448"/>
                    <a:pt x="261" y="448"/>
                  </a:cubicBezTo>
                  <a:cubicBezTo>
                    <a:pt x="259" y="449"/>
                    <a:pt x="256" y="450"/>
                    <a:pt x="255" y="451"/>
                  </a:cubicBezTo>
                  <a:cubicBezTo>
                    <a:pt x="253" y="451"/>
                    <a:pt x="251" y="453"/>
                    <a:pt x="249" y="454"/>
                  </a:cubicBezTo>
                  <a:cubicBezTo>
                    <a:pt x="248" y="455"/>
                    <a:pt x="245" y="455"/>
                    <a:pt x="243" y="456"/>
                  </a:cubicBezTo>
                  <a:cubicBezTo>
                    <a:pt x="242" y="456"/>
                    <a:pt x="240" y="456"/>
                    <a:pt x="239" y="457"/>
                  </a:cubicBezTo>
                  <a:cubicBezTo>
                    <a:pt x="237" y="457"/>
                    <a:pt x="234" y="458"/>
                    <a:pt x="233" y="459"/>
                  </a:cubicBezTo>
                  <a:cubicBezTo>
                    <a:pt x="232" y="460"/>
                    <a:pt x="233" y="463"/>
                    <a:pt x="233" y="464"/>
                  </a:cubicBezTo>
                  <a:cubicBezTo>
                    <a:pt x="233" y="465"/>
                    <a:pt x="236" y="467"/>
                    <a:pt x="237" y="469"/>
                  </a:cubicBezTo>
                  <a:cubicBezTo>
                    <a:pt x="237" y="470"/>
                    <a:pt x="237" y="475"/>
                    <a:pt x="237" y="476"/>
                  </a:cubicBezTo>
                  <a:cubicBezTo>
                    <a:pt x="236" y="478"/>
                    <a:pt x="234" y="481"/>
                    <a:pt x="233" y="483"/>
                  </a:cubicBezTo>
                  <a:cubicBezTo>
                    <a:pt x="231" y="484"/>
                    <a:pt x="229" y="485"/>
                    <a:pt x="228" y="486"/>
                  </a:cubicBezTo>
                  <a:cubicBezTo>
                    <a:pt x="225" y="486"/>
                    <a:pt x="219" y="486"/>
                    <a:pt x="217" y="485"/>
                  </a:cubicBezTo>
                  <a:cubicBezTo>
                    <a:pt x="215" y="485"/>
                    <a:pt x="211" y="484"/>
                    <a:pt x="209" y="483"/>
                  </a:cubicBezTo>
                  <a:cubicBezTo>
                    <a:pt x="208" y="481"/>
                    <a:pt x="206" y="475"/>
                    <a:pt x="206" y="472"/>
                  </a:cubicBezTo>
                  <a:cubicBezTo>
                    <a:pt x="206" y="471"/>
                    <a:pt x="206" y="468"/>
                    <a:pt x="207" y="467"/>
                  </a:cubicBezTo>
                  <a:cubicBezTo>
                    <a:pt x="207" y="465"/>
                    <a:pt x="209" y="463"/>
                    <a:pt x="210" y="462"/>
                  </a:cubicBezTo>
                  <a:cubicBezTo>
                    <a:pt x="211" y="461"/>
                    <a:pt x="214" y="460"/>
                    <a:pt x="215" y="459"/>
                  </a:cubicBezTo>
                  <a:cubicBezTo>
                    <a:pt x="216" y="458"/>
                    <a:pt x="217" y="457"/>
                    <a:pt x="218" y="456"/>
                  </a:cubicBezTo>
                  <a:cubicBezTo>
                    <a:pt x="218" y="456"/>
                    <a:pt x="218" y="454"/>
                    <a:pt x="217" y="454"/>
                  </a:cubicBezTo>
                  <a:cubicBezTo>
                    <a:pt x="217" y="453"/>
                    <a:pt x="214" y="453"/>
                    <a:pt x="212" y="454"/>
                  </a:cubicBezTo>
                  <a:cubicBezTo>
                    <a:pt x="211" y="454"/>
                    <a:pt x="209" y="456"/>
                    <a:pt x="208" y="457"/>
                  </a:cubicBezTo>
                  <a:cubicBezTo>
                    <a:pt x="207" y="458"/>
                    <a:pt x="205" y="459"/>
                    <a:pt x="204" y="460"/>
                  </a:cubicBezTo>
                  <a:cubicBezTo>
                    <a:pt x="203" y="460"/>
                    <a:pt x="200" y="462"/>
                    <a:pt x="200" y="463"/>
                  </a:cubicBezTo>
                  <a:cubicBezTo>
                    <a:pt x="198" y="465"/>
                    <a:pt x="195" y="470"/>
                    <a:pt x="194" y="472"/>
                  </a:cubicBezTo>
                  <a:cubicBezTo>
                    <a:pt x="193" y="473"/>
                    <a:pt x="193" y="477"/>
                    <a:pt x="192" y="478"/>
                  </a:cubicBezTo>
                  <a:cubicBezTo>
                    <a:pt x="192" y="480"/>
                    <a:pt x="189" y="483"/>
                    <a:pt x="188" y="484"/>
                  </a:cubicBezTo>
                  <a:cubicBezTo>
                    <a:pt x="186" y="484"/>
                    <a:pt x="183" y="484"/>
                    <a:pt x="182" y="485"/>
                  </a:cubicBezTo>
                  <a:cubicBezTo>
                    <a:pt x="179" y="485"/>
                    <a:pt x="174" y="486"/>
                    <a:pt x="171" y="487"/>
                  </a:cubicBezTo>
                  <a:cubicBezTo>
                    <a:pt x="169" y="487"/>
                    <a:pt x="165" y="489"/>
                    <a:pt x="163" y="489"/>
                  </a:cubicBezTo>
                  <a:cubicBezTo>
                    <a:pt x="161" y="490"/>
                    <a:pt x="156" y="489"/>
                    <a:pt x="154" y="490"/>
                  </a:cubicBezTo>
                  <a:cubicBezTo>
                    <a:pt x="152" y="491"/>
                    <a:pt x="151" y="494"/>
                    <a:pt x="150" y="495"/>
                  </a:cubicBezTo>
                  <a:cubicBezTo>
                    <a:pt x="149" y="496"/>
                    <a:pt x="146" y="498"/>
                    <a:pt x="144" y="498"/>
                  </a:cubicBezTo>
                  <a:cubicBezTo>
                    <a:pt x="142" y="499"/>
                    <a:pt x="139" y="499"/>
                    <a:pt x="137" y="500"/>
                  </a:cubicBezTo>
                  <a:cubicBezTo>
                    <a:pt x="135" y="500"/>
                    <a:pt x="131" y="501"/>
                    <a:pt x="129" y="502"/>
                  </a:cubicBezTo>
                  <a:cubicBezTo>
                    <a:pt x="127" y="503"/>
                    <a:pt x="123" y="504"/>
                    <a:pt x="121" y="505"/>
                  </a:cubicBezTo>
                  <a:cubicBezTo>
                    <a:pt x="120" y="505"/>
                    <a:pt x="117" y="507"/>
                    <a:pt x="115" y="508"/>
                  </a:cubicBezTo>
                  <a:cubicBezTo>
                    <a:pt x="113" y="510"/>
                    <a:pt x="107" y="513"/>
                    <a:pt x="105" y="514"/>
                  </a:cubicBezTo>
                  <a:cubicBezTo>
                    <a:pt x="103" y="516"/>
                    <a:pt x="100" y="520"/>
                    <a:pt x="98" y="521"/>
                  </a:cubicBezTo>
                  <a:cubicBezTo>
                    <a:pt x="96" y="522"/>
                    <a:pt x="91" y="522"/>
                    <a:pt x="89" y="522"/>
                  </a:cubicBezTo>
                  <a:cubicBezTo>
                    <a:pt x="87" y="521"/>
                    <a:pt x="83" y="519"/>
                    <a:pt x="81" y="518"/>
                  </a:cubicBezTo>
                  <a:cubicBezTo>
                    <a:pt x="79" y="517"/>
                    <a:pt x="76" y="514"/>
                    <a:pt x="74" y="514"/>
                  </a:cubicBezTo>
                  <a:cubicBezTo>
                    <a:pt x="73" y="513"/>
                    <a:pt x="69" y="512"/>
                    <a:pt x="67" y="511"/>
                  </a:cubicBezTo>
                  <a:cubicBezTo>
                    <a:pt x="66" y="510"/>
                    <a:pt x="64" y="508"/>
                    <a:pt x="63" y="507"/>
                  </a:cubicBezTo>
                  <a:cubicBezTo>
                    <a:pt x="62" y="506"/>
                    <a:pt x="60" y="504"/>
                    <a:pt x="59" y="502"/>
                  </a:cubicBezTo>
                  <a:cubicBezTo>
                    <a:pt x="58" y="501"/>
                    <a:pt x="56" y="499"/>
                    <a:pt x="55" y="498"/>
                  </a:cubicBezTo>
                  <a:cubicBezTo>
                    <a:pt x="54" y="497"/>
                    <a:pt x="51" y="495"/>
                    <a:pt x="50" y="494"/>
                  </a:cubicBezTo>
                  <a:cubicBezTo>
                    <a:pt x="48" y="493"/>
                    <a:pt x="45" y="491"/>
                    <a:pt x="44" y="490"/>
                  </a:cubicBezTo>
                  <a:cubicBezTo>
                    <a:pt x="44" y="490"/>
                    <a:pt x="44" y="490"/>
                    <a:pt x="43" y="490"/>
                  </a:cubicBezTo>
                  <a:cubicBezTo>
                    <a:pt x="44" y="487"/>
                    <a:pt x="44" y="483"/>
                    <a:pt x="43" y="481"/>
                  </a:cubicBezTo>
                  <a:cubicBezTo>
                    <a:pt x="43" y="477"/>
                    <a:pt x="39" y="469"/>
                    <a:pt x="37" y="466"/>
                  </a:cubicBezTo>
                  <a:cubicBezTo>
                    <a:pt x="35" y="462"/>
                    <a:pt x="29" y="455"/>
                    <a:pt x="26" y="451"/>
                  </a:cubicBezTo>
                  <a:cubicBezTo>
                    <a:pt x="24" y="448"/>
                    <a:pt x="22" y="440"/>
                    <a:pt x="20" y="437"/>
                  </a:cubicBezTo>
                  <a:cubicBezTo>
                    <a:pt x="19" y="433"/>
                    <a:pt x="15" y="425"/>
                    <a:pt x="13" y="421"/>
                  </a:cubicBezTo>
                  <a:cubicBezTo>
                    <a:pt x="11" y="419"/>
                    <a:pt x="6" y="416"/>
                    <a:pt x="4" y="413"/>
                  </a:cubicBezTo>
                  <a:cubicBezTo>
                    <a:pt x="3" y="412"/>
                    <a:pt x="1" y="408"/>
                    <a:pt x="0" y="405"/>
                  </a:cubicBezTo>
                  <a:cubicBezTo>
                    <a:pt x="1" y="405"/>
                    <a:pt x="1" y="405"/>
                    <a:pt x="1" y="405"/>
                  </a:cubicBezTo>
                  <a:cubicBezTo>
                    <a:pt x="4" y="405"/>
                    <a:pt x="9" y="404"/>
                    <a:pt x="11" y="405"/>
                  </a:cubicBezTo>
                  <a:cubicBezTo>
                    <a:pt x="13" y="406"/>
                    <a:pt x="17" y="409"/>
                    <a:pt x="19" y="411"/>
                  </a:cubicBezTo>
                  <a:cubicBezTo>
                    <a:pt x="22" y="412"/>
                    <a:pt x="28" y="415"/>
                    <a:pt x="32" y="416"/>
                  </a:cubicBezTo>
                  <a:cubicBezTo>
                    <a:pt x="35" y="417"/>
                    <a:pt x="41" y="416"/>
                    <a:pt x="45" y="416"/>
                  </a:cubicBezTo>
                  <a:cubicBezTo>
                    <a:pt x="49" y="417"/>
                    <a:pt x="58" y="417"/>
                    <a:pt x="63" y="417"/>
                  </a:cubicBezTo>
                  <a:cubicBezTo>
                    <a:pt x="68" y="417"/>
                    <a:pt x="79" y="416"/>
                    <a:pt x="85" y="416"/>
                  </a:cubicBezTo>
                  <a:cubicBezTo>
                    <a:pt x="90" y="416"/>
                    <a:pt x="100" y="417"/>
                    <a:pt x="105" y="416"/>
                  </a:cubicBezTo>
                  <a:cubicBezTo>
                    <a:pt x="107" y="416"/>
                    <a:pt x="112" y="414"/>
                    <a:pt x="114" y="412"/>
                  </a:cubicBezTo>
                  <a:cubicBezTo>
                    <a:pt x="116" y="411"/>
                    <a:pt x="118" y="407"/>
                    <a:pt x="120" y="406"/>
                  </a:cubicBezTo>
                  <a:cubicBezTo>
                    <a:pt x="121" y="406"/>
                    <a:pt x="125" y="405"/>
                    <a:pt x="127" y="405"/>
                  </a:cubicBezTo>
                  <a:cubicBezTo>
                    <a:pt x="128" y="406"/>
                    <a:pt x="129" y="409"/>
                    <a:pt x="131" y="409"/>
                  </a:cubicBezTo>
                  <a:cubicBezTo>
                    <a:pt x="132" y="410"/>
                    <a:pt x="136" y="410"/>
                    <a:pt x="138" y="409"/>
                  </a:cubicBezTo>
                  <a:cubicBezTo>
                    <a:pt x="139" y="409"/>
                    <a:pt x="141" y="407"/>
                    <a:pt x="142" y="407"/>
                  </a:cubicBezTo>
                  <a:cubicBezTo>
                    <a:pt x="143" y="406"/>
                    <a:pt x="146" y="406"/>
                    <a:pt x="148" y="405"/>
                  </a:cubicBezTo>
                  <a:cubicBezTo>
                    <a:pt x="150" y="405"/>
                    <a:pt x="153" y="403"/>
                    <a:pt x="155" y="402"/>
                  </a:cubicBezTo>
                  <a:cubicBezTo>
                    <a:pt x="160" y="399"/>
                    <a:pt x="168" y="392"/>
                    <a:pt x="173" y="390"/>
                  </a:cubicBezTo>
                  <a:cubicBezTo>
                    <a:pt x="175" y="388"/>
                    <a:pt x="181" y="385"/>
                    <a:pt x="183" y="383"/>
                  </a:cubicBezTo>
                  <a:cubicBezTo>
                    <a:pt x="187" y="381"/>
                    <a:pt x="192" y="374"/>
                    <a:pt x="196" y="371"/>
                  </a:cubicBezTo>
                  <a:cubicBezTo>
                    <a:pt x="199" y="368"/>
                    <a:pt x="205" y="363"/>
                    <a:pt x="208" y="360"/>
                  </a:cubicBezTo>
                  <a:cubicBezTo>
                    <a:pt x="211" y="357"/>
                    <a:pt x="215" y="352"/>
                    <a:pt x="217" y="349"/>
                  </a:cubicBezTo>
                  <a:cubicBezTo>
                    <a:pt x="219" y="346"/>
                    <a:pt x="221" y="341"/>
                    <a:pt x="222" y="339"/>
                  </a:cubicBezTo>
                  <a:cubicBezTo>
                    <a:pt x="223" y="337"/>
                    <a:pt x="224" y="332"/>
                    <a:pt x="225" y="330"/>
                  </a:cubicBezTo>
                  <a:cubicBezTo>
                    <a:pt x="226" y="327"/>
                    <a:pt x="231" y="324"/>
                    <a:pt x="233" y="322"/>
                  </a:cubicBezTo>
                  <a:cubicBezTo>
                    <a:pt x="234" y="320"/>
                    <a:pt x="236" y="314"/>
                    <a:pt x="237" y="312"/>
                  </a:cubicBezTo>
                  <a:cubicBezTo>
                    <a:pt x="239" y="308"/>
                    <a:pt x="241" y="302"/>
                    <a:pt x="243" y="299"/>
                  </a:cubicBezTo>
                  <a:cubicBezTo>
                    <a:pt x="245" y="296"/>
                    <a:pt x="250" y="290"/>
                    <a:pt x="252" y="287"/>
                  </a:cubicBezTo>
                  <a:cubicBezTo>
                    <a:pt x="255" y="282"/>
                    <a:pt x="261" y="271"/>
                    <a:pt x="264" y="266"/>
                  </a:cubicBezTo>
                  <a:cubicBezTo>
                    <a:pt x="265" y="262"/>
                    <a:pt x="268" y="256"/>
                    <a:pt x="269" y="253"/>
                  </a:cubicBezTo>
                  <a:cubicBezTo>
                    <a:pt x="271" y="248"/>
                    <a:pt x="274" y="239"/>
                    <a:pt x="276" y="235"/>
                  </a:cubicBezTo>
                  <a:cubicBezTo>
                    <a:pt x="279" y="229"/>
                    <a:pt x="287" y="220"/>
                    <a:pt x="290" y="214"/>
                  </a:cubicBezTo>
                  <a:cubicBezTo>
                    <a:pt x="293" y="210"/>
                    <a:pt x="299" y="203"/>
                    <a:pt x="300" y="199"/>
                  </a:cubicBezTo>
                  <a:cubicBezTo>
                    <a:pt x="301" y="197"/>
                    <a:pt x="302" y="193"/>
                    <a:pt x="302" y="192"/>
                  </a:cubicBezTo>
                  <a:cubicBezTo>
                    <a:pt x="302" y="190"/>
                    <a:pt x="302" y="187"/>
                    <a:pt x="303" y="186"/>
                  </a:cubicBezTo>
                  <a:cubicBezTo>
                    <a:pt x="304" y="184"/>
                    <a:pt x="307" y="181"/>
                    <a:pt x="309" y="179"/>
                  </a:cubicBezTo>
                  <a:cubicBezTo>
                    <a:pt x="310" y="178"/>
                    <a:pt x="314" y="174"/>
                    <a:pt x="316" y="172"/>
                  </a:cubicBezTo>
                  <a:cubicBezTo>
                    <a:pt x="318" y="170"/>
                    <a:pt x="322" y="167"/>
                    <a:pt x="325" y="165"/>
                  </a:cubicBezTo>
                  <a:cubicBezTo>
                    <a:pt x="326" y="163"/>
                    <a:pt x="330" y="158"/>
                    <a:pt x="332" y="156"/>
                  </a:cubicBezTo>
                  <a:cubicBezTo>
                    <a:pt x="335" y="153"/>
                    <a:pt x="340" y="147"/>
                    <a:pt x="342" y="144"/>
                  </a:cubicBezTo>
                  <a:cubicBezTo>
                    <a:pt x="344" y="141"/>
                    <a:pt x="348" y="133"/>
                    <a:pt x="350" y="129"/>
                  </a:cubicBezTo>
                  <a:cubicBezTo>
                    <a:pt x="351" y="127"/>
                    <a:pt x="354" y="123"/>
                    <a:pt x="355" y="121"/>
                  </a:cubicBezTo>
                  <a:cubicBezTo>
                    <a:pt x="356" y="119"/>
                    <a:pt x="358" y="113"/>
                    <a:pt x="360" y="112"/>
                  </a:cubicBezTo>
                  <a:cubicBezTo>
                    <a:pt x="361" y="110"/>
                    <a:pt x="366" y="108"/>
                    <a:pt x="368" y="107"/>
                  </a:cubicBezTo>
                  <a:cubicBezTo>
                    <a:pt x="373" y="106"/>
                    <a:pt x="384" y="106"/>
                    <a:pt x="390" y="106"/>
                  </a:cubicBezTo>
                  <a:cubicBezTo>
                    <a:pt x="397" y="105"/>
                    <a:pt x="411" y="105"/>
                    <a:pt x="419" y="105"/>
                  </a:cubicBezTo>
                  <a:cubicBezTo>
                    <a:pt x="425" y="105"/>
                    <a:pt x="437" y="105"/>
                    <a:pt x="443" y="105"/>
                  </a:cubicBezTo>
                  <a:cubicBezTo>
                    <a:pt x="447" y="105"/>
                    <a:pt x="455" y="105"/>
                    <a:pt x="459" y="104"/>
                  </a:cubicBezTo>
                  <a:cubicBezTo>
                    <a:pt x="461" y="104"/>
                    <a:pt x="466" y="102"/>
                    <a:pt x="468" y="102"/>
                  </a:cubicBezTo>
                  <a:cubicBezTo>
                    <a:pt x="472" y="100"/>
                    <a:pt x="477" y="97"/>
                    <a:pt x="480" y="95"/>
                  </a:cubicBezTo>
                  <a:cubicBezTo>
                    <a:pt x="483" y="94"/>
                    <a:pt x="488" y="89"/>
                    <a:pt x="490" y="87"/>
                  </a:cubicBezTo>
                  <a:cubicBezTo>
                    <a:pt x="495" y="84"/>
                    <a:pt x="505" y="77"/>
                    <a:pt x="509" y="74"/>
                  </a:cubicBezTo>
                  <a:cubicBezTo>
                    <a:pt x="515" y="69"/>
                    <a:pt x="525" y="59"/>
                    <a:pt x="531" y="54"/>
                  </a:cubicBezTo>
                  <a:cubicBezTo>
                    <a:pt x="535" y="50"/>
                    <a:pt x="544" y="42"/>
                    <a:pt x="548" y="39"/>
                  </a:cubicBezTo>
                  <a:cubicBezTo>
                    <a:pt x="551" y="36"/>
                    <a:pt x="558" y="32"/>
                    <a:pt x="561" y="29"/>
                  </a:cubicBezTo>
                  <a:cubicBezTo>
                    <a:pt x="565" y="26"/>
                    <a:pt x="572" y="19"/>
                    <a:pt x="575" y="15"/>
                  </a:cubicBezTo>
                  <a:cubicBezTo>
                    <a:pt x="579" y="13"/>
                    <a:pt x="586" y="7"/>
                    <a:pt x="589" y="5"/>
                  </a:cubicBezTo>
                  <a:cubicBezTo>
                    <a:pt x="591" y="3"/>
                    <a:pt x="595" y="1"/>
                    <a:pt x="597" y="1"/>
                  </a:cubicBezTo>
                  <a:cubicBezTo>
                    <a:pt x="599" y="0"/>
                    <a:pt x="605" y="0"/>
                    <a:pt x="607" y="0"/>
                  </a:cubicBezTo>
                  <a:cubicBezTo>
                    <a:pt x="610" y="0"/>
                    <a:pt x="615" y="1"/>
                    <a:pt x="617" y="3"/>
                  </a:cubicBezTo>
                  <a:cubicBezTo>
                    <a:pt x="619" y="3"/>
                    <a:pt x="622" y="5"/>
                    <a:pt x="623"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77"/>
            <p:cNvSpPr>
              <a:spLocks/>
            </p:cNvSpPr>
            <p:nvPr/>
          </p:nvSpPr>
          <p:spPr bwMode="auto">
            <a:xfrm>
              <a:off x="5916613" y="1306513"/>
              <a:ext cx="714375" cy="587375"/>
            </a:xfrm>
            <a:custGeom>
              <a:avLst/>
              <a:gdLst/>
              <a:ahLst/>
              <a:cxnLst>
                <a:cxn ang="0">
                  <a:pos x="446" y="257"/>
                </a:cxn>
                <a:cxn ang="0">
                  <a:pos x="416" y="250"/>
                </a:cxn>
                <a:cxn ang="0">
                  <a:pos x="394" y="257"/>
                </a:cxn>
                <a:cxn ang="0">
                  <a:pos x="368" y="254"/>
                </a:cxn>
                <a:cxn ang="0">
                  <a:pos x="351" y="265"/>
                </a:cxn>
                <a:cxn ang="0">
                  <a:pos x="320" y="282"/>
                </a:cxn>
                <a:cxn ang="0">
                  <a:pos x="291" y="295"/>
                </a:cxn>
                <a:cxn ang="0">
                  <a:pos x="257" y="300"/>
                </a:cxn>
                <a:cxn ang="0">
                  <a:pos x="251" y="307"/>
                </a:cxn>
                <a:cxn ang="0">
                  <a:pos x="300" y="300"/>
                </a:cxn>
                <a:cxn ang="0">
                  <a:pos x="297" y="332"/>
                </a:cxn>
                <a:cxn ang="0">
                  <a:pos x="275" y="362"/>
                </a:cxn>
                <a:cxn ang="0">
                  <a:pos x="236" y="372"/>
                </a:cxn>
                <a:cxn ang="0">
                  <a:pos x="204" y="347"/>
                </a:cxn>
                <a:cxn ang="0">
                  <a:pos x="182" y="324"/>
                </a:cxn>
                <a:cxn ang="0">
                  <a:pos x="182" y="300"/>
                </a:cxn>
                <a:cxn ang="0">
                  <a:pos x="164" y="262"/>
                </a:cxn>
                <a:cxn ang="0">
                  <a:pos x="107" y="240"/>
                </a:cxn>
                <a:cxn ang="0">
                  <a:pos x="47" y="264"/>
                </a:cxn>
                <a:cxn ang="0">
                  <a:pos x="31" y="268"/>
                </a:cxn>
                <a:cxn ang="0">
                  <a:pos x="16" y="278"/>
                </a:cxn>
                <a:cxn ang="0">
                  <a:pos x="0" y="275"/>
                </a:cxn>
                <a:cxn ang="0">
                  <a:pos x="19" y="254"/>
                </a:cxn>
                <a:cxn ang="0">
                  <a:pos x="35" y="226"/>
                </a:cxn>
                <a:cxn ang="0">
                  <a:pos x="13" y="215"/>
                </a:cxn>
                <a:cxn ang="0">
                  <a:pos x="8" y="190"/>
                </a:cxn>
                <a:cxn ang="0">
                  <a:pos x="19" y="162"/>
                </a:cxn>
                <a:cxn ang="0">
                  <a:pos x="12" y="134"/>
                </a:cxn>
                <a:cxn ang="0">
                  <a:pos x="17" y="101"/>
                </a:cxn>
                <a:cxn ang="0">
                  <a:pos x="35" y="74"/>
                </a:cxn>
                <a:cxn ang="0">
                  <a:pos x="72" y="51"/>
                </a:cxn>
                <a:cxn ang="0">
                  <a:pos x="130" y="43"/>
                </a:cxn>
                <a:cxn ang="0">
                  <a:pos x="166" y="62"/>
                </a:cxn>
                <a:cxn ang="0">
                  <a:pos x="163" y="82"/>
                </a:cxn>
                <a:cxn ang="0">
                  <a:pos x="152" y="84"/>
                </a:cxn>
                <a:cxn ang="0">
                  <a:pos x="163" y="103"/>
                </a:cxn>
                <a:cxn ang="0">
                  <a:pos x="165" y="88"/>
                </a:cxn>
                <a:cxn ang="0">
                  <a:pos x="181" y="69"/>
                </a:cxn>
                <a:cxn ang="0">
                  <a:pos x="204" y="32"/>
                </a:cxn>
                <a:cxn ang="0">
                  <a:pos x="233" y="18"/>
                </a:cxn>
                <a:cxn ang="0">
                  <a:pos x="267" y="23"/>
                </a:cxn>
                <a:cxn ang="0">
                  <a:pos x="292" y="18"/>
                </a:cxn>
                <a:cxn ang="0">
                  <a:pos x="316" y="21"/>
                </a:cxn>
                <a:cxn ang="0">
                  <a:pos x="328" y="1"/>
                </a:cxn>
                <a:cxn ang="0">
                  <a:pos x="339" y="13"/>
                </a:cxn>
                <a:cxn ang="0">
                  <a:pos x="349" y="23"/>
                </a:cxn>
                <a:cxn ang="0">
                  <a:pos x="380" y="51"/>
                </a:cxn>
                <a:cxn ang="0">
                  <a:pos x="428" y="74"/>
                </a:cxn>
                <a:cxn ang="0">
                  <a:pos x="433" y="102"/>
                </a:cxn>
                <a:cxn ang="0">
                  <a:pos x="439" y="218"/>
                </a:cxn>
              </a:cxnLst>
              <a:rect l="0" t="0" r="r" b="b"/>
              <a:pathLst>
                <a:path w="454" h="374">
                  <a:moveTo>
                    <a:pt x="453" y="252"/>
                  </a:moveTo>
                  <a:cubicBezTo>
                    <a:pt x="453" y="253"/>
                    <a:pt x="454" y="256"/>
                    <a:pt x="454" y="258"/>
                  </a:cubicBezTo>
                  <a:cubicBezTo>
                    <a:pt x="453" y="259"/>
                    <a:pt x="452" y="260"/>
                    <a:pt x="451" y="261"/>
                  </a:cubicBezTo>
                  <a:cubicBezTo>
                    <a:pt x="449" y="261"/>
                    <a:pt x="447" y="258"/>
                    <a:pt x="446" y="257"/>
                  </a:cubicBezTo>
                  <a:cubicBezTo>
                    <a:pt x="445" y="257"/>
                    <a:pt x="442" y="256"/>
                    <a:pt x="440" y="256"/>
                  </a:cubicBezTo>
                  <a:cubicBezTo>
                    <a:pt x="438" y="256"/>
                    <a:pt x="433" y="257"/>
                    <a:pt x="431" y="257"/>
                  </a:cubicBezTo>
                  <a:cubicBezTo>
                    <a:pt x="429" y="256"/>
                    <a:pt x="426" y="252"/>
                    <a:pt x="424" y="252"/>
                  </a:cubicBezTo>
                  <a:cubicBezTo>
                    <a:pt x="422" y="251"/>
                    <a:pt x="418" y="250"/>
                    <a:pt x="416" y="250"/>
                  </a:cubicBezTo>
                  <a:cubicBezTo>
                    <a:pt x="414" y="250"/>
                    <a:pt x="412" y="253"/>
                    <a:pt x="410" y="254"/>
                  </a:cubicBezTo>
                  <a:cubicBezTo>
                    <a:pt x="409" y="254"/>
                    <a:pt x="406" y="256"/>
                    <a:pt x="405" y="256"/>
                  </a:cubicBezTo>
                  <a:cubicBezTo>
                    <a:pt x="404" y="257"/>
                    <a:pt x="401" y="259"/>
                    <a:pt x="399" y="259"/>
                  </a:cubicBezTo>
                  <a:cubicBezTo>
                    <a:pt x="398" y="259"/>
                    <a:pt x="395" y="257"/>
                    <a:pt x="394" y="257"/>
                  </a:cubicBezTo>
                  <a:cubicBezTo>
                    <a:pt x="392" y="255"/>
                    <a:pt x="390" y="252"/>
                    <a:pt x="388" y="251"/>
                  </a:cubicBezTo>
                  <a:cubicBezTo>
                    <a:pt x="386" y="250"/>
                    <a:pt x="383" y="248"/>
                    <a:pt x="382" y="248"/>
                  </a:cubicBezTo>
                  <a:cubicBezTo>
                    <a:pt x="380" y="248"/>
                    <a:pt x="377" y="249"/>
                    <a:pt x="376" y="250"/>
                  </a:cubicBezTo>
                  <a:cubicBezTo>
                    <a:pt x="374" y="251"/>
                    <a:pt x="370" y="252"/>
                    <a:pt x="368" y="254"/>
                  </a:cubicBezTo>
                  <a:cubicBezTo>
                    <a:pt x="367" y="255"/>
                    <a:pt x="366" y="258"/>
                    <a:pt x="365" y="260"/>
                  </a:cubicBezTo>
                  <a:cubicBezTo>
                    <a:pt x="365" y="261"/>
                    <a:pt x="364" y="263"/>
                    <a:pt x="363" y="264"/>
                  </a:cubicBezTo>
                  <a:cubicBezTo>
                    <a:pt x="362" y="265"/>
                    <a:pt x="360" y="267"/>
                    <a:pt x="359" y="267"/>
                  </a:cubicBezTo>
                  <a:cubicBezTo>
                    <a:pt x="357" y="268"/>
                    <a:pt x="353" y="265"/>
                    <a:pt x="351" y="265"/>
                  </a:cubicBezTo>
                  <a:cubicBezTo>
                    <a:pt x="349" y="265"/>
                    <a:pt x="345" y="265"/>
                    <a:pt x="343" y="266"/>
                  </a:cubicBezTo>
                  <a:cubicBezTo>
                    <a:pt x="341" y="267"/>
                    <a:pt x="338" y="270"/>
                    <a:pt x="336" y="272"/>
                  </a:cubicBezTo>
                  <a:cubicBezTo>
                    <a:pt x="335" y="273"/>
                    <a:pt x="333" y="276"/>
                    <a:pt x="331" y="277"/>
                  </a:cubicBezTo>
                  <a:cubicBezTo>
                    <a:pt x="329" y="279"/>
                    <a:pt x="323" y="280"/>
                    <a:pt x="320" y="282"/>
                  </a:cubicBezTo>
                  <a:cubicBezTo>
                    <a:pt x="319" y="283"/>
                    <a:pt x="317" y="286"/>
                    <a:pt x="316" y="287"/>
                  </a:cubicBezTo>
                  <a:cubicBezTo>
                    <a:pt x="314" y="288"/>
                    <a:pt x="310" y="291"/>
                    <a:pt x="308" y="291"/>
                  </a:cubicBezTo>
                  <a:cubicBezTo>
                    <a:pt x="306" y="292"/>
                    <a:pt x="302" y="292"/>
                    <a:pt x="300" y="293"/>
                  </a:cubicBezTo>
                  <a:cubicBezTo>
                    <a:pt x="298" y="293"/>
                    <a:pt x="293" y="295"/>
                    <a:pt x="291" y="295"/>
                  </a:cubicBezTo>
                  <a:cubicBezTo>
                    <a:pt x="288" y="296"/>
                    <a:pt x="282" y="296"/>
                    <a:pt x="279" y="296"/>
                  </a:cubicBezTo>
                  <a:cubicBezTo>
                    <a:pt x="276" y="296"/>
                    <a:pt x="272" y="295"/>
                    <a:pt x="270" y="296"/>
                  </a:cubicBezTo>
                  <a:cubicBezTo>
                    <a:pt x="269" y="297"/>
                    <a:pt x="267" y="299"/>
                    <a:pt x="266" y="300"/>
                  </a:cubicBezTo>
                  <a:cubicBezTo>
                    <a:pt x="264" y="300"/>
                    <a:pt x="259" y="300"/>
                    <a:pt x="257" y="300"/>
                  </a:cubicBezTo>
                  <a:cubicBezTo>
                    <a:pt x="255" y="300"/>
                    <a:pt x="252" y="300"/>
                    <a:pt x="250" y="300"/>
                  </a:cubicBezTo>
                  <a:cubicBezTo>
                    <a:pt x="249" y="300"/>
                    <a:pt x="246" y="300"/>
                    <a:pt x="244" y="300"/>
                  </a:cubicBezTo>
                  <a:cubicBezTo>
                    <a:pt x="244" y="301"/>
                    <a:pt x="242" y="303"/>
                    <a:pt x="242" y="304"/>
                  </a:cubicBezTo>
                  <a:cubicBezTo>
                    <a:pt x="243" y="306"/>
                    <a:pt x="249" y="307"/>
                    <a:pt x="251" y="307"/>
                  </a:cubicBezTo>
                  <a:cubicBezTo>
                    <a:pt x="254" y="307"/>
                    <a:pt x="259" y="306"/>
                    <a:pt x="262" y="305"/>
                  </a:cubicBezTo>
                  <a:cubicBezTo>
                    <a:pt x="264" y="304"/>
                    <a:pt x="269" y="302"/>
                    <a:pt x="272" y="302"/>
                  </a:cubicBezTo>
                  <a:cubicBezTo>
                    <a:pt x="275" y="302"/>
                    <a:pt x="282" y="303"/>
                    <a:pt x="285" y="302"/>
                  </a:cubicBezTo>
                  <a:cubicBezTo>
                    <a:pt x="289" y="302"/>
                    <a:pt x="296" y="301"/>
                    <a:pt x="300" y="300"/>
                  </a:cubicBezTo>
                  <a:cubicBezTo>
                    <a:pt x="301" y="300"/>
                    <a:pt x="302" y="300"/>
                    <a:pt x="302" y="300"/>
                  </a:cubicBezTo>
                  <a:cubicBezTo>
                    <a:pt x="301" y="302"/>
                    <a:pt x="300" y="304"/>
                    <a:pt x="299" y="305"/>
                  </a:cubicBezTo>
                  <a:cubicBezTo>
                    <a:pt x="298" y="308"/>
                    <a:pt x="297" y="316"/>
                    <a:pt x="297" y="320"/>
                  </a:cubicBezTo>
                  <a:cubicBezTo>
                    <a:pt x="296" y="323"/>
                    <a:pt x="297" y="329"/>
                    <a:pt x="297" y="332"/>
                  </a:cubicBezTo>
                  <a:cubicBezTo>
                    <a:pt x="297" y="335"/>
                    <a:pt x="296" y="342"/>
                    <a:pt x="295" y="345"/>
                  </a:cubicBezTo>
                  <a:cubicBezTo>
                    <a:pt x="294" y="347"/>
                    <a:pt x="291" y="351"/>
                    <a:pt x="290" y="352"/>
                  </a:cubicBezTo>
                  <a:cubicBezTo>
                    <a:pt x="288" y="353"/>
                    <a:pt x="284" y="354"/>
                    <a:pt x="282" y="356"/>
                  </a:cubicBezTo>
                  <a:cubicBezTo>
                    <a:pt x="280" y="357"/>
                    <a:pt x="277" y="361"/>
                    <a:pt x="275" y="362"/>
                  </a:cubicBezTo>
                  <a:cubicBezTo>
                    <a:pt x="273" y="363"/>
                    <a:pt x="268" y="364"/>
                    <a:pt x="265" y="364"/>
                  </a:cubicBezTo>
                  <a:cubicBezTo>
                    <a:pt x="262" y="364"/>
                    <a:pt x="255" y="365"/>
                    <a:pt x="251" y="365"/>
                  </a:cubicBezTo>
                  <a:cubicBezTo>
                    <a:pt x="249" y="366"/>
                    <a:pt x="244" y="368"/>
                    <a:pt x="242" y="369"/>
                  </a:cubicBezTo>
                  <a:cubicBezTo>
                    <a:pt x="240" y="370"/>
                    <a:pt x="237" y="371"/>
                    <a:pt x="236" y="372"/>
                  </a:cubicBezTo>
                  <a:cubicBezTo>
                    <a:pt x="235" y="372"/>
                    <a:pt x="233" y="373"/>
                    <a:pt x="231" y="374"/>
                  </a:cubicBezTo>
                  <a:cubicBezTo>
                    <a:pt x="230" y="370"/>
                    <a:pt x="228" y="364"/>
                    <a:pt x="226" y="361"/>
                  </a:cubicBezTo>
                  <a:cubicBezTo>
                    <a:pt x="224" y="357"/>
                    <a:pt x="217" y="350"/>
                    <a:pt x="213" y="348"/>
                  </a:cubicBezTo>
                  <a:cubicBezTo>
                    <a:pt x="211" y="347"/>
                    <a:pt x="206" y="347"/>
                    <a:pt x="204" y="347"/>
                  </a:cubicBezTo>
                  <a:cubicBezTo>
                    <a:pt x="200" y="347"/>
                    <a:pt x="192" y="350"/>
                    <a:pt x="189" y="349"/>
                  </a:cubicBezTo>
                  <a:cubicBezTo>
                    <a:pt x="187" y="348"/>
                    <a:pt x="183" y="346"/>
                    <a:pt x="182" y="344"/>
                  </a:cubicBezTo>
                  <a:cubicBezTo>
                    <a:pt x="180" y="341"/>
                    <a:pt x="182" y="335"/>
                    <a:pt x="182" y="331"/>
                  </a:cubicBezTo>
                  <a:cubicBezTo>
                    <a:pt x="182" y="330"/>
                    <a:pt x="183" y="326"/>
                    <a:pt x="182" y="324"/>
                  </a:cubicBezTo>
                  <a:cubicBezTo>
                    <a:pt x="181" y="323"/>
                    <a:pt x="177" y="324"/>
                    <a:pt x="176" y="323"/>
                  </a:cubicBezTo>
                  <a:cubicBezTo>
                    <a:pt x="175" y="321"/>
                    <a:pt x="174" y="317"/>
                    <a:pt x="175" y="315"/>
                  </a:cubicBezTo>
                  <a:cubicBezTo>
                    <a:pt x="175" y="313"/>
                    <a:pt x="178" y="310"/>
                    <a:pt x="178" y="309"/>
                  </a:cubicBezTo>
                  <a:cubicBezTo>
                    <a:pt x="180" y="307"/>
                    <a:pt x="182" y="302"/>
                    <a:pt x="182" y="300"/>
                  </a:cubicBezTo>
                  <a:cubicBezTo>
                    <a:pt x="183" y="297"/>
                    <a:pt x="181" y="291"/>
                    <a:pt x="179" y="289"/>
                  </a:cubicBezTo>
                  <a:cubicBezTo>
                    <a:pt x="178" y="287"/>
                    <a:pt x="174" y="284"/>
                    <a:pt x="173" y="282"/>
                  </a:cubicBezTo>
                  <a:cubicBezTo>
                    <a:pt x="172" y="279"/>
                    <a:pt x="173" y="273"/>
                    <a:pt x="171" y="270"/>
                  </a:cubicBezTo>
                  <a:cubicBezTo>
                    <a:pt x="170" y="268"/>
                    <a:pt x="166" y="264"/>
                    <a:pt x="164" y="262"/>
                  </a:cubicBezTo>
                  <a:cubicBezTo>
                    <a:pt x="161" y="259"/>
                    <a:pt x="154" y="254"/>
                    <a:pt x="151" y="251"/>
                  </a:cubicBezTo>
                  <a:cubicBezTo>
                    <a:pt x="148" y="248"/>
                    <a:pt x="142" y="241"/>
                    <a:pt x="137" y="240"/>
                  </a:cubicBezTo>
                  <a:cubicBezTo>
                    <a:pt x="134" y="238"/>
                    <a:pt x="125" y="238"/>
                    <a:pt x="121" y="238"/>
                  </a:cubicBezTo>
                  <a:cubicBezTo>
                    <a:pt x="118" y="238"/>
                    <a:pt x="111" y="239"/>
                    <a:pt x="107" y="240"/>
                  </a:cubicBezTo>
                  <a:cubicBezTo>
                    <a:pt x="104" y="241"/>
                    <a:pt x="96" y="243"/>
                    <a:pt x="92" y="244"/>
                  </a:cubicBezTo>
                  <a:cubicBezTo>
                    <a:pt x="89" y="245"/>
                    <a:pt x="80" y="246"/>
                    <a:pt x="77" y="247"/>
                  </a:cubicBezTo>
                  <a:cubicBezTo>
                    <a:pt x="71" y="249"/>
                    <a:pt x="62" y="255"/>
                    <a:pt x="57" y="257"/>
                  </a:cubicBezTo>
                  <a:cubicBezTo>
                    <a:pt x="55" y="259"/>
                    <a:pt x="47" y="264"/>
                    <a:pt x="47" y="264"/>
                  </a:cubicBezTo>
                  <a:cubicBezTo>
                    <a:pt x="46" y="264"/>
                    <a:pt x="43" y="265"/>
                    <a:pt x="42" y="266"/>
                  </a:cubicBezTo>
                  <a:cubicBezTo>
                    <a:pt x="41" y="267"/>
                    <a:pt x="40" y="269"/>
                    <a:pt x="39" y="269"/>
                  </a:cubicBezTo>
                  <a:cubicBezTo>
                    <a:pt x="38" y="270"/>
                    <a:pt x="35" y="270"/>
                    <a:pt x="34" y="270"/>
                  </a:cubicBezTo>
                  <a:cubicBezTo>
                    <a:pt x="33" y="270"/>
                    <a:pt x="32" y="268"/>
                    <a:pt x="31" y="268"/>
                  </a:cubicBezTo>
                  <a:cubicBezTo>
                    <a:pt x="30" y="268"/>
                    <a:pt x="29" y="270"/>
                    <a:pt x="29" y="271"/>
                  </a:cubicBezTo>
                  <a:cubicBezTo>
                    <a:pt x="28" y="272"/>
                    <a:pt x="26" y="274"/>
                    <a:pt x="25" y="274"/>
                  </a:cubicBezTo>
                  <a:cubicBezTo>
                    <a:pt x="24" y="275"/>
                    <a:pt x="21" y="276"/>
                    <a:pt x="20" y="276"/>
                  </a:cubicBezTo>
                  <a:cubicBezTo>
                    <a:pt x="19" y="277"/>
                    <a:pt x="16" y="277"/>
                    <a:pt x="16" y="278"/>
                  </a:cubicBezTo>
                  <a:cubicBezTo>
                    <a:pt x="15" y="278"/>
                    <a:pt x="14" y="280"/>
                    <a:pt x="14" y="281"/>
                  </a:cubicBezTo>
                  <a:cubicBezTo>
                    <a:pt x="13" y="282"/>
                    <a:pt x="10" y="283"/>
                    <a:pt x="9" y="283"/>
                  </a:cubicBezTo>
                  <a:cubicBezTo>
                    <a:pt x="8" y="283"/>
                    <a:pt x="5" y="282"/>
                    <a:pt x="4" y="281"/>
                  </a:cubicBezTo>
                  <a:cubicBezTo>
                    <a:pt x="3" y="280"/>
                    <a:pt x="1" y="277"/>
                    <a:pt x="0" y="275"/>
                  </a:cubicBezTo>
                  <a:cubicBezTo>
                    <a:pt x="0" y="274"/>
                    <a:pt x="2" y="272"/>
                    <a:pt x="2" y="271"/>
                  </a:cubicBezTo>
                  <a:cubicBezTo>
                    <a:pt x="4" y="270"/>
                    <a:pt x="7" y="268"/>
                    <a:pt x="8" y="267"/>
                  </a:cubicBezTo>
                  <a:cubicBezTo>
                    <a:pt x="9" y="265"/>
                    <a:pt x="12" y="262"/>
                    <a:pt x="14" y="261"/>
                  </a:cubicBezTo>
                  <a:cubicBezTo>
                    <a:pt x="15" y="259"/>
                    <a:pt x="18" y="255"/>
                    <a:pt x="19" y="254"/>
                  </a:cubicBezTo>
                  <a:cubicBezTo>
                    <a:pt x="20" y="251"/>
                    <a:pt x="22" y="247"/>
                    <a:pt x="23" y="245"/>
                  </a:cubicBezTo>
                  <a:cubicBezTo>
                    <a:pt x="24" y="243"/>
                    <a:pt x="27" y="240"/>
                    <a:pt x="28" y="239"/>
                  </a:cubicBezTo>
                  <a:cubicBezTo>
                    <a:pt x="29" y="237"/>
                    <a:pt x="32" y="235"/>
                    <a:pt x="33" y="233"/>
                  </a:cubicBezTo>
                  <a:cubicBezTo>
                    <a:pt x="34" y="232"/>
                    <a:pt x="35" y="228"/>
                    <a:pt x="35" y="226"/>
                  </a:cubicBezTo>
                  <a:cubicBezTo>
                    <a:pt x="35" y="224"/>
                    <a:pt x="33" y="221"/>
                    <a:pt x="31" y="219"/>
                  </a:cubicBezTo>
                  <a:cubicBezTo>
                    <a:pt x="30" y="218"/>
                    <a:pt x="26" y="218"/>
                    <a:pt x="24" y="218"/>
                  </a:cubicBezTo>
                  <a:cubicBezTo>
                    <a:pt x="22" y="217"/>
                    <a:pt x="19" y="218"/>
                    <a:pt x="17" y="218"/>
                  </a:cubicBezTo>
                  <a:cubicBezTo>
                    <a:pt x="16" y="218"/>
                    <a:pt x="13" y="217"/>
                    <a:pt x="13" y="215"/>
                  </a:cubicBezTo>
                  <a:cubicBezTo>
                    <a:pt x="12" y="215"/>
                    <a:pt x="12" y="212"/>
                    <a:pt x="12" y="211"/>
                  </a:cubicBezTo>
                  <a:cubicBezTo>
                    <a:pt x="12" y="210"/>
                    <a:pt x="14" y="207"/>
                    <a:pt x="14" y="206"/>
                  </a:cubicBezTo>
                  <a:cubicBezTo>
                    <a:pt x="15" y="204"/>
                    <a:pt x="14" y="200"/>
                    <a:pt x="13" y="198"/>
                  </a:cubicBezTo>
                  <a:cubicBezTo>
                    <a:pt x="12" y="196"/>
                    <a:pt x="9" y="192"/>
                    <a:pt x="8" y="190"/>
                  </a:cubicBezTo>
                  <a:cubicBezTo>
                    <a:pt x="7" y="188"/>
                    <a:pt x="6" y="185"/>
                    <a:pt x="6" y="183"/>
                  </a:cubicBezTo>
                  <a:cubicBezTo>
                    <a:pt x="6" y="181"/>
                    <a:pt x="9" y="177"/>
                    <a:pt x="10" y="175"/>
                  </a:cubicBezTo>
                  <a:cubicBezTo>
                    <a:pt x="11" y="174"/>
                    <a:pt x="14" y="170"/>
                    <a:pt x="15" y="169"/>
                  </a:cubicBezTo>
                  <a:cubicBezTo>
                    <a:pt x="16" y="167"/>
                    <a:pt x="18" y="164"/>
                    <a:pt x="19" y="162"/>
                  </a:cubicBezTo>
                  <a:cubicBezTo>
                    <a:pt x="20" y="160"/>
                    <a:pt x="21" y="156"/>
                    <a:pt x="21" y="153"/>
                  </a:cubicBezTo>
                  <a:cubicBezTo>
                    <a:pt x="22" y="151"/>
                    <a:pt x="22" y="147"/>
                    <a:pt x="21" y="145"/>
                  </a:cubicBezTo>
                  <a:cubicBezTo>
                    <a:pt x="21" y="143"/>
                    <a:pt x="19" y="140"/>
                    <a:pt x="17" y="138"/>
                  </a:cubicBezTo>
                  <a:cubicBezTo>
                    <a:pt x="16" y="137"/>
                    <a:pt x="13" y="135"/>
                    <a:pt x="12" y="134"/>
                  </a:cubicBezTo>
                  <a:cubicBezTo>
                    <a:pt x="11" y="133"/>
                    <a:pt x="8" y="131"/>
                    <a:pt x="7" y="130"/>
                  </a:cubicBezTo>
                  <a:cubicBezTo>
                    <a:pt x="6" y="128"/>
                    <a:pt x="6" y="125"/>
                    <a:pt x="6" y="123"/>
                  </a:cubicBezTo>
                  <a:cubicBezTo>
                    <a:pt x="7" y="119"/>
                    <a:pt x="10" y="113"/>
                    <a:pt x="12" y="110"/>
                  </a:cubicBezTo>
                  <a:cubicBezTo>
                    <a:pt x="13" y="108"/>
                    <a:pt x="16" y="103"/>
                    <a:pt x="17" y="101"/>
                  </a:cubicBezTo>
                  <a:cubicBezTo>
                    <a:pt x="19" y="100"/>
                    <a:pt x="22" y="98"/>
                    <a:pt x="23" y="96"/>
                  </a:cubicBezTo>
                  <a:cubicBezTo>
                    <a:pt x="25" y="94"/>
                    <a:pt x="28" y="90"/>
                    <a:pt x="29" y="88"/>
                  </a:cubicBezTo>
                  <a:cubicBezTo>
                    <a:pt x="30" y="86"/>
                    <a:pt x="32" y="82"/>
                    <a:pt x="33" y="80"/>
                  </a:cubicBezTo>
                  <a:cubicBezTo>
                    <a:pt x="33" y="79"/>
                    <a:pt x="34" y="76"/>
                    <a:pt x="35" y="74"/>
                  </a:cubicBezTo>
                  <a:cubicBezTo>
                    <a:pt x="36" y="73"/>
                    <a:pt x="40" y="73"/>
                    <a:pt x="42" y="72"/>
                  </a:cubicBezTo>
                  <a:cubicBezTo>
                    <a:pt x="43" y="71"/>
                    <a:pt x="46" y="68"/>
                    <a:pt x="47" y="67"/>
                  </a:cubicBezTo>
                  <a:cubicBezTo>
                    <a:pt x="50" y="65"/>
                    <a:pt x="55" y="62"/>
                    <a:pt x="57" y="61"/>
                  </a:cubicBezTo>
                  <a:cubicBezTo>
                    <a:pt x="61" y="58"/>
                    <a:pt x="68" y="53"/>
                    <a:pt x="72" y="51"/>
                  </a:cubicBezTo>
                  <a:cubicBezTo>
                    <a:pt x="75" y="49"/>
                    <a:pt x="82" y="46"/>
                    <a:pt x="86" y="45"/>
                  </a:cubicBezTo>
                  <a:cubicBezTo>
                    <a:pt x="90" y="43"/>
                    <a:pt x="98" y="41"/>
                    <a:pt x="102" y="40"/>
                  </a:cubicBezTo>
                  <a:cubicBezTo>
                    <a:pt x="106" y="40"/>
                    <a:pt x="114" y="40"/>
                    <a:pt x="118" y="41"/>
                  </a:cubicBezTo>
                  <a:cubicBezTo>
                    <a:pt x="121" y="41"/>
                    <a:pt x="127" y="43"/>
                    <a:pt x="130" y="43"/>
                  </a:cubicBezTo>
                  <a:cubicBezTo>
                    <a:pt x="134" y="45"/>
                    <a:pt x="142" y="48"/>
                    <a:pt x="146" y="49"/>
                  </a:cubicBezTo>
                  <a:cubicBezTo>
                    <a:pt x="149" y="51"/>
                    <a:pt x="155" y="55"/>
                    <a:pt x="158" y="56"/>
                  </a:cubicBezTo>
                  <a:cubicBezTo>
                    <a:pt x="159" y="57"/>
                    <a:pt x="164" y="57"/>
                    <a:pt x="165" y="59"/>
                  </a:cubicBezTo>
                  <a:cubicBezTo>
                    <a:pt x="166" y="59"/>
                    <a:pt x="166" y="61"/>
                    <a:pt x="166" y="62"/>
                  </a:cubicBezTo>
                  <a:cubicBezTo>
                    <a:pt x="167" y="63"/>
                    <a:pt x="166" y="65"/>
                    <a:pt x="165" y="66"/>
                  </a:cubicBezTo>
                  <a:cubicBezTo>
                    <a:pt x="165" y="67"/>
                    <a:pt x="163" y="69"/>
                    <a:pt x="163" y="71"/>
                  </a:cubicBezTo>
                  <a:cubicBezTo>
                    <a:pt x="162" y="72"/>
                    <a:pt x="163" y="75"/>
                    <a:pt x="163" y="76"/>
                  </a:cubicBezTo>
                  <a:cubicBezTo>
                    <a:pt x="163" y="78"/>
                    <a:pt x="163" y="81"/>
                    <a:pt x="163" y="82"/>
                  </a:cubicBezTo>
                  <a:cubicBezTo>
                    <a:pt x="162" y="83"/>
                    <a:pt x="161" y="85"/>
                    <a:pt x="160" y="85"/>
                  </a:cubicBezTo>
                  <a:cubicBezTo>
                    <a:pt x="159" y="85"/>
                    <a:pt x="158" y="84"/>
                    <a:pt x="157" y="83"/>
                  </a:cubicBezTo>
                  <a:cubicBezTo>
                    <a:pt x="156" y="83"/>
                    <a:pt x="155" y="81"/>
                    <a:pt x="154" y="81"/>
                  </a:cubicBezTo>
                  <a:cubicBezTo>
                    <a:pt x="153" y="81"/>
                    <a:pt x="152" y="83"/>
                    <a:pt x="152" y="84"/>
                  </a:cubicBezTo>
                  <a:cubicBezTo>
                    <a:pt x="152" y="86"/>
                    <a:pt x="152" y="88"/>
                    <a:pt x="152" y="90"/>
                  </a:cubicBezTo>
                  <a:cubicBezTo>
                    <a:pt x="153" y="91"/>
                    <a:pt x="155" y="94"/>
                    <a:pt x="156" y="95"/>
                  </a:cubicBezTo>
                  <a:cubicBezTo>
                    <a:pt x="157" y="97"/>
                    <a:pt x="158" y="99"/>
                    <a:pt x="159" y="100"/>
                  </a:cubicBezTo>
                  <a:cubicBezTo>
                    <a:pt x="160" y="101"/>
                    <a:pt x="162" y="103"/>
                    <a:pt x="163" y="103"/>
                  </a:cubicBezTo>
                  <a:cubicBezTo>
                    <a:pt x="164" y="103"/>
                    <a:pt x="166" y="102"/>
                    <a:pt x="167" y="101"/>
                  </a:cubicBezTo>
                  <a:cubicBezTo>
                    <a:pt x="168" y="100"/>
                    <a:pt x="168" y="97"/>
                    <a:pt x="168" y="96"/>
                  </a:cubicBezTo>
                  <a:cubicBezTo>
                    <a:pt x="168" y="95"/>
                    <a:pt x="165" y="93"/>
                    <a:pt x="164" y="92"/>
                  </a:cubicBezTo>
                  <a:cubicBezTo>
                    <a:pt x="164" y="91"/>
                    <a:pt x="165" y="89"/>
                    <a:pt x="165" y="88"/>
                  </a:cubicBezTo>
                  <a:cubicBezTo>
                    <a:pt x="165" y="87"/>
                    <a:pt x="164" y="84"/>
                    <a:pt x="165" y="83"/>
                  </a:cubicBezTo>
                  <a:cubicBezTo>
                    <a:pt x="166" y="82"/>
                    <a:pt x="169" y="81"/>
                    <a:pt x="171" y="80"/>
                  </a:cubicBezTo>
                  <a:cubicBezTo>
                    <a:pt x="173" y="79"/>
                    <a:pt x="176" y="76"/>
                    <a:pt x="177" y="75"/>
                  </a:cubicBezTo>
                  <a:cubicBezTo>
                    <a:pt x="178" y="74"/>
                    <a:pt x="180" y="70"/>
                    <a:pt x="181" y="69"/>
                  </a:cubicBezTo>
                  <a:cubicBezTo>
                    <a:pt x="183" y="66"/>
                    <a:pt x="186" y="62"/>
                    <a:pt x="188" y="60"/>
                  </a:cubicBezTo>
                  <a:cubicBezTo>
                    <a:pt x="190" y="58"/>
                    <a:pt x="194" y="54"/>
                    <a:pt x="196" y="52"/>
                  </a:cubicBezTo>
                  <a:cubicBezTo>
                    <a:pt x="197" y="50"/>
                    <a:pt x="201" y="45"/>
                    <a:pt x="202" y="42"/>
                  </a:cubicBezTo>
                  <a:cubicBezTo>
                    <a:pt x="203" y="40"/>
                    <a:pt x="203" y="34"/>
                    <a:pt x="204" y="32"/>
                  </a:cubicBezTo>
                  <a:cubicBezTo>
                    <a:pt x="205" y="30"/>
                    <a:pt x="206" y="26"/>
                    <a:pt x="207" y="24"/>
                  </a:cubicBezTo>
                  <a:cubicBezTo>
                    <a:pt x="209" y="23"/>
                    <a:pt x="213" y="21"/>
                    <a:pt x="215" y="21"/>
                  </a:cubicBezTo>
                  <a:cubicBezTo>
                    <a:pt x="217" y="21"/>
                    <a:pt x="220" y="22"/>
                    <a:pt x="222" y="22"/>
                  </a:cubicBezTo>
                  <a:cubicBezTo>
                    <a:pt x="225" y="21"/>
                    <a:pt x="230" y="19"/>
                    <a:pt x="233" y="18"/>
                  </a:cubicBezTo>
                  <a:cubicBezTo>
                    <a:pt x="235" y="17"/>
                    <a:pt x="239" y="16"/>
                    <a:pt x="240" y="16"/>
                  </a:cubicBezTo>
                  <a:cubicBezTo>
                    <a:pt x="242" y="16"/>
                    <a:pt x="246" y="17"/>
                    <a:pt x="247" y="18"/>
                  </a:cubicBezTo>
                  <a:cubicBezTo>
                    <a:pt x="250" y="19"/>
                    <a:pt x="255" y="21"/>
                    <a:pt x="258" y="21"/>
                  </a:cubicBezTo>
                  <a:cubicBezTo>
                    <a:pt x="260" y="22"/>
                    <a:pt x="265" y="23"/>
                    <a:pt x="267" y="23"/>
                  </a:cubicBezTo>
                  <a:cubicBezTo>
                    <a:pt x="269" y="23"/>
                    <a:pt x="274" y="22"/>
                    <a:pt x="276" y="22"/>
                  </a:cubicBezTo>
                  <a:cubicBezTo>
                    <a:pt x="277" y="21"/>
                    <a:pt x="280" y="18"/>
                    <a:pt x="281" y="18"/>
                  </a:cubicBezTo>
                  <a:cubicBezTo>
                    <a:pt x="282" y="17"/>
                    <a:pt x="285" y="16"/>
                    <a:pt x="286" y="16"/>
                  </a:cubicBezTo>
                  <a:cubicBezTo>
                    <a:pt x="288" y="16"/>
                    <a:pt x="291" y="17"/>
                    <a:pt x="292" y="18"/>
                  </a:cubicBezTo>
                  <a:cubicBezTo>
                    <a:pt x="293" y="18"/>
                    <a:pt x="294" y="21"/>
                    <a:pt x="295" y="22"/>
                  </a:cubicBezTo>
                  <a:cubicBezTo>
                    <a:pt x="296" y="23"/>
                    <a:pt x="300" y="24"/>
                    <a:pt x="302" y="24"/>
                  </a:cubicBezTo>
                  <a:cubicBezTo>
                    <a:pt x="303" y="24"/>
                    <a:pt x="307" y="24"/>
                    <a:pt x="308" y="24"/>
                  </a:cubicBezTo>
                  <a:cubicBezTo>
                    <a:pt x="310" y="23"/>
                    <a:pt x="314" y="22"/>
                    <a:pt x="316" y="21"/>
                  </a:cubicBezTo>
                  <a:cubicBezTo>
                    <a:pt x="318" y="20"/>
                    <a:pt x="320" y="14"/>
                    <a:pt x="321" y="12"/>
                  </a:cubicBezTo>
                  <a:cubicBezTo>
                    <a:pt x="322" y="11"/>
                    <a:pt x="322" y="9"/>
                    <a:pt x="322" y="8"/>
                  </a:cubicBezTo>
                  <a:cubicBezTo>
                    <a:pt x="323" y="7"/>
                    <a:pt x="325" y="5"/>
                    <a:pt x="326" y="4"/>
                  </a:cubicBezTo>
                  <a:cubicBezTo>
                    <a:pt x="326" y="3"/>
                    <a:pt x="327" y="1"/>
                    <a:pt x="328" y="1"/>
                  </a:cubicBezTo>
                  <a:cubicBezTo>
                    <a:pt x="329" y="0"/>
                    <a:pt x="331" y="1"/>
                    <a:pt x="332" y="1"/>
                  </a:cubicBezTo>
                  <a:cubicBezTo>
                    <a:pt x="333" y="2"/>
                    <a:pt x="335" y="4"/>
                    <a:pt x="336" y="5"/>
                  </a:cubicBezTo>
                  <a:cubicBezTo>
                    <a:pt x="336" y="6"/>
                    <a:pt x="335" y="8"/>
                    <a:pt x="336" y="9"/>
                  </a:cubicBezTo>
                  <a:cubicBezTo>
                    <a:pt x="336" y="10"/>
                    <a:pt x="338" y="12"/>
                    <a:pt x="339" y="13"/>
                  </a:cubicBezTo>
                  <a:cubicBezTo>
                    <a:pt x="340" y="14"/>
                    <a:pt x="341" y="15"/>
                    <a:pt x="342" y="15"/>
                  </a:cubicBezTo>
                  <a:cubicBezTo>
                    <a:pt x="343" y="16"/>
                    <a:pt x="344" y="16"/>
                    <a:pt x="344" y="17"/>
                  </a:cubicBezTo>
                  <a:cubicBezTo>
                    <a:pt x="345" y="17"/>
                    <a:pt x="346" y="18"/>
                    <a:pt x="346" y="19"/>
                  </a:cubicBezTo>
                  <a:cubicBezTo>
                    <a:pt x="347" y="20"/>
                    <a:pt x="348" y="22"/>
                    <a:pt x="349" y="23"/>
                  </a:cubicBezTo>
                  <a:cubicBezTo>
                    <a:pt x="350" y="24"/>
                    <a:pt x="353" y="25"/>
                    <a:pt x="355" y="26"/>
                  </a:cubicBezTo>
                  <a:cubicBezTo>
                    <a:pt x="355" y="26"/>
                    <a:pt x="356" y="28"/>
                    <a:pt x="356" y="28"/>
                  </a:cubicBezTo>
                  <a:cubicBezTo>
                    <a:pt x="359" y="31"/>
                    <a:pt x="366" y="34"/>
                    <a:pt x="368" y="37"/>
                  </a:cubicBezTo>
                  <a:cubicBezTo>
                    <a:pt x="372" y="40"/>
                    <a:pt x="377" y="48"/>
                    <a:pt x="380" y="51"/>
                  </a:cubicBezTo>
                  <a:cubicBezTo>
                    <a:pt x="382" y="54"/>
                    <a:pt x="387" y="59"/>
                    <a:pt x="390" y="61"/>
                  </a:cubicBezTo>
                  <a:cubicBezTo>
                    <a:pt x="393" y="62"/>
                    <a:pt x="399" y="65"/>
                    <a:pt x="401" y="66"/>
                  </a:cubicBezTo>
                  <a:cubicBezTo>
                    <a:pt x="404" y="67"/>
                    <a:pt x="409" y="69"/>
                    <a:pt x="412" y="70"/>
                  </a:cubicBezTo>
                  <a:cubicBezTo>
                    <a:pt x="416" y="71"/>
                    <a:pt x="424" y="74"/>
                    <a:pt x="428" y="74"/>
                  </a:cubicBezTo>
                  <a:cubicBezTo>
                    <a:pt x="431" y="75"/>
                    <a:pt x="436" y="74"/>
                    <a:pt x="439" y="74"/>
                  </a:cubicBezTo>
                  <a:cubicBezTo>
                    <a:pt x="440" y="74"/>
                    <a:pt x="442" y="73"/>
                    <a:pt x="443" y="74"/>
                  </a:cubicBezTo>
                  <a:cubicBezTo>
                    <a:pt x="444" y="76"/>
                    <a:pt x="441" y="80"/>
                    <a:pt x="440" y="82"/>
                  </a:cubicBezTo>
                  <a:cubicBezTo>
                    <a:pt x="438" y="87"/>
                    <a:pt x="434" y="96"/>
                    <a:pt x="433" y="102"/>
                  </a:cubicBezTo>
                  <a:cubicBezTo>
                    <a:pt x="431" y="110"/>
                    <a:pt x="429" y="127"/>
                    <a:pt x="428" y="135"/>
                  </a:cubicBezTo>
                  <a:cubicBezTo>
                    <a:pt x="428" y="142"/>
                    <a:pt x="428" y="155"/>
                    <a:pt x="428" y="162"/>
                  </a:cubicBezTo>
                  <a:cubicBezTo>
                    <a:pt x="429" y="171"/>
                    <a:pt x="432" y="189"/>
                    <a:pt x="434" y="199"/>
                  </a:cubicBezTo>
                  <a:cubicBezTo>
                    <a:pt x="435" y="203"/>
                    <a:pt x="439" y="218"/>
                    <a:pt x="439" y="218"/>
                  </a:cubicBezTo>
                  <a:cubicBezTo>
                    <a:pt x="439" y="218"/>
                    <a:pt x="440" y="231"/>
                    <a:pt x="441" y="235"/>
                  </a:cubicBezTo>
                  <a:cubicBezTo>
                    <a:pt x="442" y="237"/>
                    <a:pt x="443" y="241"/>
                    <a:pt x="445" y="243"/>
                  </a:cubicBezTo>
                  <a:cubicBezTo>
                    <a:pt x="446" y="246"/>
                    <a:pt x="451" y="249"/>
                    <a:pt x="453" y="2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78"/>
            <p:cNvSpPr>
              <a:spLocks/>
            </p:cNvSpPr>
            <p:nvPr/>
          </p:nvSpPr>
          <p:spPr bwMode="auto">
            <a:xfrm>
              <a:off x="6508751" y="2797176"/>
              <a:ext cx="63500" cy="55563"/>
            </a:xfrm>
            <a:custGeom>
              <a:avLst/>
              <a:gdLst/>
              <a:ahLst/>
              <a:cxnLst>
                <a:cxn ang="0">
                  <a:pos x="29" y="36"/>
                </a:cxn>
                <a:cxn ang="0">
                  <a:pos x="25" y="32"/>
                </a:cxn>
                <a:cxn ang="0">
                  <a:pos x="18" y="32"/>
                </a:cxn>
                <a:cxn ang="0">
                  <a:pos x="11" y="31"/>
                </a:cxn>
                <a:cxn ang="0">
                  <a:pos x="6" y="33"/>
                </a:cxn>
                <a:cxn ang="0">
                  <a:pos x="2" y="32"/>
                </a:cxn>
                <a:cxn ang="0">
                  <a:pos x="0" y="28"/>
                </a:cxn>
                <a:cxn ang="0">
                  <a:pos x="3" y="22"/>
                </a:cxn>
                <a:cxn ang="0">
                  <a:pos x="8" y="21"/>
                </a:cxn>
                <a:cxn ang="0">
                  <a:pos x="13" y="22"/>
                </a:cxn>
                <a:cxn ang="0">
                  <a:pos x="18" y="22"/>
                </a:cxn>
                <a:cxn ang="0">
                  <a:pos x="21" y="22"/>
                </a:cxn>
                <a:cxn ang="0">
                  <a:pos x="25" y="22"/>
                </a:cxn>
                <a:cxn ang="0">
                  <a:pos x="30" y="21"/>
                </a:cxn>
                <a:cxn ang="0">
                  <a:pos x="32" y="19"/>
                </a:cxn>
                <a:cxn ang="0">
                  <a:pos x="31" y="17"/>
                </a:cxn>
                <a:cxn ang="0">
                  <a:pos x="28" y="16"/>
                </a:cxn>
                <a:cxn ang="0">
                  <a:pos x="27" y="13"/>
                </a:cxn>
                <a:cxn ang="0">
                  <a:pos x="31" y="10"/>
                </a:cxn>
                <a:cxn ang="0">
                  <a:pos x="30" y="8"/>
                </a:cxn>
                <a:cxn ang="0">
                  <a:pos x="31" y="5"/>
                </a:cxn>
                <a:cxn ang="0">
                  <a:pos x="35" y="1"/>
                </a:cxn>
                <a:cxn ang="0">
                  <a:pos x="38" y="4"/>
                </a:cxn>
                <a:cxn ang="0">
                  <a:pos x="40" y="12"/>
                </a:cxn>
                <a:cxn ang="0">
                  <a:pos x="39" y="21"/>
                </a:cxn>
                <a:cxn ang="0">
                  <a:pos x="36" y="25"/>
                </a:cxn>
                <a:cxn ang="0">
                  <a:pos x="36" y="31"/>
                </a:cxn>
                <a:cxn ang="0">
                  <a:pos x="36" y="35"/>
                </a:cxn>
                <a:cxn ang="0">
                  <a:pos x="32" y="36"/>
                </a:cxn>
                <a:cxn ang="0">
                  <a:pos x="29" y="36"/>
                </a:cxn>
              </a:cxnLst>
              <a:rect l="0" t="0" r="r" b="b"/>
              <a:pathLst>
                <a:path w="40" h="36">
                  <a:moveTo>
                    <a:pt x="29" y="36"/>
                  </a:moveTo>
                  <a:cubicBezTo>
                    <a:pt x="28" y="36"/>
                    <a:pt x="26" y="33"/>
                    <a:pt x="25" y="32"/>
                  </a:cubicBezTo>
                  <a:cubicBezTo>
                    <a:pt x="24" y="32"/>
                    <a:pt x="20" y="32"/>
                    <a:pt x="18" y="32"/>
                  </a:cubicBezTo>
                  <a:cubicBezTo>
                    <a:pt x="16" y="32"/>
                    <a:pt x="13" y="31"/>
                    <a:pt x="11" y="31"/>
                  </a:cubicBezTo>
                  <a:cubicBezTo>
                    <a:pt x="10" y="31"/>
                    <a:pt x="7" y="32"/>
                    <a:pt x="6" y="33"/>
                  </a:cubicBezTo>
                  <a:cubicBezTo>
                    <a:pt x="5" y="33"/>
                    <a:pt x="3" y="33"/>
                    <a:pt x="2" y="32"/>
                  </a:cubicBezTo>
                  <a:cubicBezTo>
                    <a:pt x="1" y="32"/>
                    <a:pt x="0" y="29"/>
                    <a:pt x="0" y="28"/>
                  </a:cubicBezTo>
                  <a:cubicBezTo>
                    <a:pt x="0" y="26"/>
                    <a:pt x="2" y="23"/>
                    <a:pt x="3" y="22"/>
                  </a:cubicBezTo>
                  <a:cubicBezTo>
                    <a:pt x="4" y="22"/>
                    <a:pt x="7" y="21"/>
                    <a:pt x="8" y="21"/>
                  </a:cubicBezTo>
                  <a:cubicBezTo>
                    <a:pt x="9" y="21"/>
                    <a:pt x="12" y="22"/>
                    <a:pt x="13" y="22"/>
                  </a:cubicBezTo>
                  <a:cubicBezTo>
                    <a:pt x="14" y="22"/>
                    <a:pt x="17" y="23"/>
                    <a:pt x="18" y="22"/>
                  </a:cubicBezTo>
                  <a:cubicBezTo>
                    <a:pt x="19" y="22"/>
                    <a:pt x="20" y="22"/>
                    <a:pt x="21" y="22"/>
                  </a:cubicBezTo>
                  <a:cubicBezTo>
                    <a:pt x="22" y="21"/>
                    <a:pt x="24" y="22"/>
                    <a:pt x="25" y="22"/>
                  </a:cubicBezTo>
                  <a:cubicBezTo>
                    <a:pt x="27" y="22"/>
                    <a:pt x="29" y="22"/>
                    <a:pt x="30" y="21"/>
                  </a:cubicBezTo>
                  <a:cubicBezTo>
                    <a:pt x="31" y="21"/>
                    <a:pt x="32" y="20"/>
                    <a:pt x="32" y="19"/>
                  </a:cubicBezTo>
                  <a:cubicBezTo>
                    <a:pt x="32" y="18"/>
                    <a:pt x="31" y="17"/>
                    <a:pt x="31" y="17"/>
                  </a:cubicBezTo>
                  <a:cubicBezTo>
                    <a:pt x="30" y="17"/>
                    <a:pt x="29" y="17"/>
                    <a:pt x="28" y="16"/>
                  </a:cubicBezTo>
                  <a:cubicBezTo>
                    <a:pt x="28" y="16"/>
                    <a:pt x="27" y="14"/>
                    <a:pt x="27" y="13"/>
                  </a:cubicBezTo>
                  <a:cubicBezTo>
                    <a:pt x="28" y="12"/>
                    <a:pt x="30" y="12"/>
                    <a:pt x="31" y="10"/>
                  </a:cubicBezTo>
                  <a:cubicBezTo>
                    <a:pt x="31" y="10"/>
                    <a:pt x="30" y="8"/>
                    <a:pt x="30" y="8"/>
                  </a:cubicBezTo>
                  <a:cubicBezTo>
                    <a:pt x="30" y="7"/>
                    <a:pt x="31" y="6"/>
                    <a:pt x="31" y="5"/>
                  </a:cubicBezTo>
                  <a:cubicBezTo>
                    <a:pt x="32" y="4"/>
                    <a:pt x="33" y="1"/>
                    <a:pt x="35" y="1"/>
                  </a:cubicBezTo>
                  <a:cubicBezTo>
                    <a:pt x="36" y="0"/>
                    <a:pt x="38" y="3"/>
                    <a:pt x="38" y="4"/>
                  </a:cubicBezTo>
                  <a:cubicBezTo>
                    <a:pt x="39" y="6"/>
                    <a:pt x="40" y="10"/>
                    <a:pt x="40" y="12"/>
                  </a:cubicBezTo>
                  <a:cubicBezTo>
                    <a:pt x="40" y="14"/>
                    <a:pt x="39" y="18"/>
                    <a:pt x="39" y="21"/>
                  </a:cubicBezTo>
                  <a:cubicBezTo>
                    <a:pt x="38" y="22"/>
                    <a:pt x="36" y="24"/>
                    <a:pt x="36" y="25"/>
                  </a:cubicBezTo>
                  <a:cubicBezTo>
                    <a:pt x="36" y="26"/>
                    <a:pt x="36" y="29"/>
                    <a:pt x="36" y="31"/>
                  </a:cubicBezTo>
                  <a:cubicBezTo>
                    <a:pt x="36" y="32"/>
                    <a:pt x="36" y="34"/>
                    <a:pt x="36" y="35"/>
                  </a:cubicBezTo>
                  <a:cubicBezTo>
                    <a:pt x="35" y="36"/>
                    <a:pt x="33" y="36"/>
                    <a:pt x="32" y="36"/>
                  </a:cubicBezTo>
                  <a:cubicBezTo>
                    <a:pt x="32" y="36"/>
                    <a:pt x="30" y="36"/>
                    <a:pt x="29" y="3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79"/>
            <p:cNvSpPr>
              <a:spLocks/>
            </p:cNvSpPr>
            <p:nvPr/>
          </p:nvSpPr>
          <p:spPr bwMode="auto">
            <a:xfrm>
              <a:off x="5811838" y="2444751"/>
              <a:ext cx="609600" cy="792163"/>
            </a:xfrm>
            <a:custGeom>
              <a:avLst/>
              <a:gdLst/>
              <a:ahLst/>
              <a:cxnLst>
                <a:cxn ang="0">
                  <a:pos x="5" y="150"/>
                </a:cxn>
                <a:cxn ang="0">
                  <a:pos x="35" y="120"/>
                </a:cxn>
                <a:cxn ang="0">
                  <a:pos x="57" y="75"/>
                </a:cxn>
                <a:cxn ang="0">
                  <a:pos x="35" y="48"/>
                </a:cxn>
                <a:cxn ang="0">
                  <a:pos x="51" y="19"/>
                </a:cxn>
                <a:cxn ang="0">
                  <a:pos x="85" y="7"/>
                </a:cxn>
                <a:cxn ang="0">
                  <a:pos x="117" y="54"/>
                </a:cxn>
                <a:cxn ang="0">
                  <a:pos x="148" y="72"/>
                </a:cxn>
                <a:cxn ang="0">
                  <a:pos x="159" y="37"/>
                </a:cxn>
                <a:cxn ang="0">
                  <a:pos x="235" y="51"/>
                </a:cxn>
                <a:cxn ang="0">
                  <a:pos x="285" y="81"/>
                </a:cxn>
                <a:cxn ang="0">
                  <a:pos x="351" y="85"/>
                </a:cxn>
                <a:cxn ang="0">
                  <a:pos x="362" y="156"/>
                </a:cxn>
                <a:cxn ang="0">
                  <a:pos x="338" y="175"/>
                </a:cxn>
                <a:cxn ang="0">
                  <a:pos x="298" y="174"/>
                </a:cxn>
                <a:cxn ang="0">
                  <a:pos x="340" y="191"/>
                </a:cxn>
                <a:cxn ang="0">
                  <a:pos x="370" y="198"/>
                </a:cxn>
                <a:cxn ang="0">
                  <a:pos x="371" y="224"/>
                </a:cxn>
                <a:cxn ang="0">
                  <a:pos x="382" y="248"/>
                </a:cxn>
                <a:cxn ang="0">
                  <a:pos x="367" y="259"/>
                </a:cxn>
                <a:cxn ang="0">
                  <a:pos x="365" y="284"/>
                </a:cxn>
                <a:cxn ang="0">
                  <a:pos x="305" y="296"/>
                </a:cxn>
                <a:cxn ang="0">
                  <a:pos x="268" y="298"/>
                </a:cxn>
                <a:cxn ang="0">
                  <a:pos x="221" y="272"/>
                </a:cxn>
                <a:cxn ang="0">
                  <a:pos x="177" y="272"/>
                </a:cxn>
                <a:cxn ang="0">
                  <a:pos x="180" y="282"/>
                </a:cxn>
                <a:cxn ang="0">
                  <a:pos x="234" y="297"/>
                </a:cxn>
                <a:cxn ang="0">
                  <a:pos x="247" y="338"/>
                </a:cxn>
                <a:cxn ang="0">
                  <a:pos x="255" y="340"/>
                </a:cxn>
                <a:cxn ang="0">
                  <a:pos x="304" y="338"/>
                </a:cxn>
                <a:cxn ang="0">
                  <a:pos x="270" y="366"/>
                </a:cxn>
                <a:cxn ang="0">
                  <a:pos x="258" y="383"/>
                </a:cxn>
                <a:cxn ang="0">
                  <a:pos x="253" y="402"/>
                </a:cxn>
                <a:cxn ang="0">
                  <a:pos x="228" y="402"/>
                </a:cxn>
                <a:cxn ang="0">
                  <a:pos x="210" y="417"/>
                </a:cxn>
                <a:cxn ang="0">
                  <a:pos x="196" y="414"/>
                </a:cxn>
                <a:cxn ang="0">
                  <a:pos x="186" y="412"/>
                </a:cxn>
                <a:cxn ang="0">
                  <a:pos x="188" y="422"/>
                </a:cxn>
                <a:cxn ang="0">
                  <a:pos x="161" y="428"/>
                </a:cxn>
                <a:cxn ang="0">
                  <a:pos x="187" y="435"/>
                </a:cxn>
                <a:cxn ang="0">
                  <a:pos x="217" y="432"/>
                </a:cxn>
                <a:cxn ang="0">
                  <a:pos x="225" y="456"/>
                </a:cxn>
                <a:cxn ang="0">
                  <a:pos x="195" y="475"/>
                </a:cxn>
                <a:cxn ang="0">
                  <a:pos x="175" y="474"/>
                </a:cxn>
                <a:cxn ang="0">
                  <a:pos x="135" y="481"/>
                </a:cxn>
                <a:cxn ang="0">
                  <a:pos x="74" y="496"/>
                </a:cxn>
                <a:cxn ang="0">
                  <a:pos x="42" y="464"/>
                </a:cxn>
                <a:cxn ang="0">
                  <a:pos x="78" y="425"/>
                </a:cxn>
                <a:cxn ang="0">
                  <a:pos x="82" y="381"/>
                </a:cxn>
                <a:cxn ang="0">
                  <a:pos x="50" y="354"/>
                </a:cxn>
                <a:cxn ang="0">
                  <a:pos x="25" y="282"/>
                </a:cxn>
                <a:cxn ang="0">
                  <a:pos x="2" y="214"/>
                </a:cxn>
              </a:cxnLst>
              <a:rect l="0" t="0" r="r" b="b"/>
              <a:pathLst>
                <a:path w="388" h="504">
                  <a:moveTo>
                    <a:pt x="2" y="175"/>
                  </a:moveTo>
                  <a:cubicBezTo>
                    <a:pt x="3" y="173"/>
                    <a:pt x="5" y="170"/>
                    <a:pt x="5" y="168"/>
                  </a:cubicBezTo>
                  <a:cubicBezTo>
                    <a:pt x="5" y="166"/>
                    <a:pt x="5" y="163"/>
                    <a:pt x="5" y="162"/>
                  </a:cubicBezTo>
                  <a:cubicBezTo>
                    <a:pt x="4" y="160"/>
                    <a:pt x="4" y="155"/>
                    <a:pt x="4" y="153"/>
                  </a:cubicBezTo>
                  <a:cubicBezTo>
                    <a:pt x="4" y="152"/>
                    <a:pt x="4" y="150"/>
                    <a:pt x="5" y="150"/>
                  </a:cubicBezTo>
                  <a:cubicBezTo>
                    <a:pt x="6" y="148"/>
                    <a:pt x="10" y="146"/>
                    <a:pt x="11" y="144"/>
                  </a:cubicBezTo>
                  <a:cubicBezTo>
                    <a:pt x="12" y="143"/>
                    <a:pt x="12" y="140"/>
                    <a:pt x="13" y="139"/>
                  </a:cubicBezTo>
                  <a:cubicBezTo>
                    <a:pt x="15" y="137"/>
                    <a:pt x="20" y="134"/>
                    <a:pt x="23" y="132"/>
                  </a:cubicBezTo>
                  <a:cubicBezTo>
                    <a:pt x="25" y="130"/>
                    <a:pt x="29" y="128"/>
                    <a:pt x="31" y="127"/>
                  </a:cubicBezTo>
                  <a:cubicBezTo>
                    <a:pt x="32" y="125"/>
                    <a:pt x="34" y="122"/>
                    <a:pt x="35" y="120"/>
                  </a:cubicBezTo>
                  <a:cubicBezTo>
                    <a:pt x="36" y="117"/>
                    <a:pt x="38" y="111"/>
                    <a:pt x="40" y="108"/>
                  </a:cubicBezTo>
                  <a:cubicBezTo>
                    <a:pt x="41" y="105"/>
                    <a:pt x="45" y="99"/>
                    <a:pt x="46" y="96"/>
                  </a:cubicBezTo>
                  <a:cubicBezTo>
                    <a:pt x="47" y="94"/>
                    <a:pt x="48" y="89"/>
                    <a:pt x="49" y="87"/>
                  </a:cubicBezTo>
                  <a:cubicBezTo>
                    <a:pt x="50" y="85"/>
                    <a:pt x="55" y="84"/>
                    <a:pt x="56" y="82"/>
                  </a:cubicBezTo>
                  <a:cubicBezTo>
                    <a:pt x="57" y="80"/>
                    <a:pt x="57" y="77"/>
                    <a:pt x="57" y="75"/>
                  </a:cubicBezTo>
                  <a:cubicBezTo>
                    <a:pt x="57" y="73"/>
                    <a:pt x="55" y="70"/>
                    <a:pt x="54" y="68"/>
                  </a:cubicBezTo>
                  <a:cubicBezTo>
                    <a:pt x="54" y="67"/>
                    <a:pt x="54" y="63"/>
                    <a:pt x="53" y="62"/>
                  </a:cubicBezTo>
                  <a:cubicBezTo>
                    <a:pt x="52" y="61"/>
                    <a:pt x="49" y="59"/>
                    <a:pt x="48" y="58"/>
                  </a:cubicBezTo>
                  <a:cubicBezTo>
                    <a:pt x="46" y="57"/>
                    <a:pt x="43" y="55"/>
                    <a:pt x="41" y="54"/>
                  </a:cubicBezTo>
                  <a:cubicBezTo>
                    <a:pt x="39" y="53"/>
                    <a:pt x="36" y="50"/>
                    <a:pt x="35" y="48"/>
                  </a:cubicBezTo>
                  <a:cubicBezTo>
                    <a:pt x="34" y="46"/>
                    <a:pt x="32" y="42"/>
                    <a:pt x="32" y="39"/>
                  </a:cubicBezTo>
                  <a:cubicBezTo>
                    <a:pt x="32" y="37"/>
                    <a:pt x="33" y="33"/>
                    <a:pt x="34" y="31"/>
                  </a:cubicBezTo>
                  <a:cubicBezTo>
                    <a:pt x="35" y="28"/>
                    <a:pt x="39" y="24"/>
                    <a:pt x="41" y="23"/>
                  </a:cubicBezTo>
                  <a:cubicBezTo>
                    <a:pt x="42" y="22"/>
                    <a:pt x="45" y="23"/>
                    <a:pt x="46" y="22"/>
                  </a:cubicBezTo>
                  <a:cubicBezTo>
                    <a:pt x="48" y="22"/>
                    <a:pt x="50" y="20"/>
                    <a:pt x="51" y="19"/>
                  </a:cubicBezTo>
                  <a:cubicBezTo>
                    <a:pt x="53" y="17"/>
                    <a:pt x="56" y="13"/>
                    <a:pt x="57" y="11"/>
                  </a:cubicBezTo>
                  <a:cubicBezTo>
                    <a:pt x="58" y="10"/>
                    <a:pt x="60" y="8"/>
                    <a:pt x="61" y="7"/>
                  </a:cubicBezTo>
                  <a:cubicBezTo>
                    <a:pt x="63" y="5"/>
                    <a:pt x="68" y="3"/>
                    <a:pt x="70" y="2"/>
                  </a:cubicBezTo>
                  <a:cubicBezTo>
                    <a:pt x="73" y="1"/>
                    <a:pt x="80" y="1"/>
                    <a:pt x="84" y="0"/>
                  </a:cubicBezTo>
                  <a:cubicBezTo>
                    <a:pt x="84" y="2"/>
                    <a:pt x="85" y="6"/>
                    <a:pt x="85" y="7"/>
                  </a:cubicBezTo>
                  <a:cubicBezTo>
                    <a:pt x="85" y="11"/>
                    <a:pt x="84" y="17"/>
                    <a:pt x="85" y="20"/>
                  </a:cubicBezTo>
                  <a:cubicBezTo>
                    <a:pt x="85" y="23"/>
                    <a:pt x="86" y="30"/>
                    <a:pt x="87" y="33"/>
                  </a:cubicBezTo>
                  <a:cubicBezTo>
                    <a:pt x="89" y="36"/>
                    <a:pt x="96" y="40"/>
                    <a:pt x="99" y="42"/>
                  </a:cubicBezTo>
                  <a:cubicBezTo>
                    <a:pt x="101" y="44"/>
                    <a:pt x="108" y="46"/>
                    <a:pt x="110" y="47"/>
                  </a:cubicBezTo>
                  <a:cubicBezTo>
                    <a:pt x="112" y="49"/>
                    <a:pt x="116" y="52"/>
                    <a:pt x="117" y="54"/>
                  </a:cubicBezTo>
                  <a:cubicBezTo>
                    <a:pt x="118" y="56"/>
                    <a:pt x="118" y="62"/>
                    <a:pt x="119" y="65"/>
                  </a:cubicBezTo>
                  <a:cubicBezTo>
                    <a:pt x="120" y="68"/>
                    <a:pt x="123" y="73"/>
                    <a:pt x="125" y="75"/>
                  </a:cubicBezTo>
                  <a:cubicBezTo>
                    <a:pt x="127" y="77"/>
                    <a:pt x="131" y="79"/>
                    <a:pt x="133" y="80"/>
                  </a:cubicBezTo>
                  <a:cubicBezTo>
                    <a:pt x="135" y="80"/>
                    <a:pt x="140" y="80"/>
                    <a:pt x="142" y="79"/>
                  </a:cubicBezTo>
                  <a:cubicBezTo>
                    <a:pt x="144" y="78"/>
                    <a:pt x="146" y="73"/>
                    <a:pt x="148" y="72"/>
                  </a:cubicBezTo>
                  <a:cubicBezTo>
                    <a:pt x="149" y="71"/>
                    <a:pt x="153" y="72"/>
                    <a:pt x="154" y="71"/>
                  </a:cubicBezTo>
                  <a:cubicBezTo>
                    <a:pt x="155" y="70"/>
                    <a:pt x="156" y="66"/>
                    <a:pt x="156" y="64"/>
                  </a:cubicBezTo>
                  <a:cubicBezTo>
                    <a:pt x="155" y="61"/>
                    <a:pt x="151" y="57"/>
                    <a:pt x="151" y="55"/>
                  </a:cubicBezTo>
                  <a:cubicBezTo>
                    <a:pt x="150" y="53"/>
                    <a:pt x="150" y="49"/>
                    <a:pt x="151" y="48"/>
                  </a:cubicBezTo>
                  <a:cubicBezTo>
                    <a:pt x="152" y="45"/>
                    <a:pt x="157" y="39"/>
                    <a:pt x="159" y="37"/>
                  </a:cubicBezTo>
                  <a:cubicBezTo>
                    <a:pt x="161" y="36"/>
                    <a:pt x="166" y="36"/>
                    <a:pt x="169" y="35"/>
                  </a:cubicBezTo>
                  <a:cubicBezTo>
                    <a:pt x="172" y="35"/>
                    <a:pt x="179" y="34"/>
                    <a:pt x="183" y="35"/>
                  </a:cubicBezTo>
                  <a:cubicBezTo>
                    <a:pt x="187" y="35"/>
                    <a:pt x="196" y="39"/>
                    <a:pt x="200" y="41"/>
                  </a:cubicBezTo>
                  <a:cubicBezTo>
                    <a:pt x="205" y="42"/>
                    <a:pt x="213" y="47"/>
                    <a:pt x="218" y="48"/>
                  </a:cubicBezTo>
                  <a:cubicBezTo>
                    <a:pt x="222" y="49"/>
                    <a:pt x="231" y="51"/>
                    <a:pt x="235" y="51"/>
                  </a:cubicBezTo>
                  <a:cubicBezTo>
                    <a:pt x="241" y="52"/>
                    <a:pt x="253" y="54"/>
                    <a:pt x="259" y="54"/>
                  </a:cubicBezTo>
                  <a:cubicBezTo>
                    <a:pt x="263" y="55"/>
                    <a:pt x="270" y="53"/>
                    <a:pt x="273" y="54"/>
                  </a:cubicBezTo>
                  <a:cubicBezTo>
                    <a:pt x="276" y="55"/>
                    <a:pt x="282" y="58"/>
                    <a:pt x="284" y="60"/>
                  </a:cubicBezTo>
                  <a:cubicBezTo>
                    <a:pt x="286" y="62"/>
                    <a:pt x="287" y="69"/>
                    <a:pt x="287" y="72"/>
                  </a:cubicBezTo>
                  <a:cubicBezTo>
                    <a:pt x="287" y="74"/>
                    <a:pt x="285" y="78"/>
                    <a:pt x="285" y="81"/>
                  </a:cubicBezTo>
                  <a:cubicBezTo>
                    <a:pt x="285" y="82"/>
                    <a:pt x="285" y="86"/>
                    <a:pt x="286" y="88"/>
                  </a:cubicBezTo>
                  <a:cubicBezTo>
                    <a:pt x="289" y="91"/>
                    <a:pt x="300" y="92"/>
                    <a:pt x="305" y="92"/>
                  </a:cubicBezTo>
                  <a:cubicBezTo>
                    <a:pt x="309" y="92"/>
                    <a:pt x="316" y="92"/>
                    <a:pt x="320" y="91"/>
                  </a:cubicBezTo>
                  <a:cubicBezTo>
                    <a:pt x="324" y="90"/>
                    <a:pt x="332" y="86"/>
                    <a:pt x="336" y="85"/>
                  </a:cubicBezTo>
                  <a:cubicBezTo>
                    <a:pt x="340" y="85"/>
                    <a:pt x="348" y="84"/>
                    <a:pt x="351" y="85"/>
                  </a:cubicBezTo>
                  <a:cubicBezTo>
                    <a:pt x="354" y="85"/>
                    <a:pt x="360" y="88"/>
                    <a:pt x="362" y="91"/>
                  </a:cubicBezTo>
                  <a:cubicBezTo>
                    <a:pt x="365" y="94"/>
                    <a:pt x="368" y="102"/>
                    <a:pt x="369" y="106"/>
                  </a:cubicBezTo>
                  <a:cubicBezTo>
                    <a:pt x="369" y="110"/>
                    <a:pt x="370" y="118"/>
                    <a:pt x="369" y="123"/>
                  </a:cubicBezTo>
                  <a:cubicBezTo>
                    <a:pt x="368" y="126"/>
                    <a:pt x="364" y="132"/>
                    <a:pt x="363" y="136"/>
                  </a:cubicBezTo>
                  <a:cubicBezTo>
                    <a:pt x="362" y="141"/>
                    <a:pt x="362" y="151"/>
                    <a:pt x="362" y="156"/>
                  </a:cubicBezTo>
                  <a:cubicBezTo>
                    <a:pt x="362" y="157"/>
                    <a:pt x="363" y="161"/>
                    <a:pt x="363" y="163"/>
                  </a:cubicBezTo>
                  <a:cubicBezTo>
                    <a:pt x="361" y="163"/>
                    <a:pt x="359" y="163"/>
                    <a:pt x="357" y="163"/>
                  </a:cubicBezTo>
                  <a:cubicBezTo>
                    <a:pt x="356" y="163"/>
                    <a:pt x="353" y="164"/>
                    <a:pt x="352" y="164"/>
                  </a:cubicBezTo>
                  <a:cubicBezTo>
                    <a:pt x="349" y="166"/>
                    <a:pt x="347" y="171"/>
                    <a:pt x="345" y="173"/>
                  </a:cubicBezTo>
                  <a:cubicBezTo>
                    <a:pt x="343" y="174"/>
                    <a:pt x="340" y="175"/>
                    <a:pt x="338" y="175"/>
                  </a:cubicBezTo>
                  <a:cubicBezTo>
                    <a:pt x="334" y="175"/>
                    <a:pt x="326" y="174"/>
                    <a:pt x="322" y="173"/>
                  </a:cubicBezTo>
                  <a:cubicBezTo>
                    <a:pt x="320" y="173"/>
                    <a:pt x="315" y="171"/>
                    <a:pt x="312" y="170"/>
                  </a:cubicBezTo>
                  <a:cubicBezTo>
                    <a:pt x="310" y="170"/>
                    <a:pt x="306" y="169"/>
                    <a:pt x="304" y="170"/>
                  </a:cubicBezTo>
                  <a:cubicBezTo>
                    <a:pt x="302" y="170"/>
                    <a:pt x="301" y="172"/>
                    <a:pt x="300" y="173"/>
                  </a:cubicBezTo>
                  <a:cubicBezTo>
                    <a:pt x="300" y="173"/>
                    <a:pt x="298" y="174"/>
                    <a:pt x="298" y="174"/>
                  </a:cubicBezTo>
                  <a:cubicBezTo>
                    <a:pt x="297" y="176"/>
                    <a:pt x="299" y="181"/>
                    <a:pt x="301" y="182"/>
                  </a:cubicBezTo>
                  <a:cubicBezTo>
                    <a:pt x="302" y="184"/>
                    <a:pt x="307" y="183"/>
                    <a:pt x="308" y="183"/>
                  </a:cubicBezTo>
                  <a:cubicBezTo>
                    <a:pt x="311" y="183"/>
                    <a:pt x="317" y="183"/>
                    <a:pt x="320" y="184"/>
                  </a:cubicBezTo>
                  <a:cubicBezTo>
                    <a:pt x="323" y="185"/>
                    <a:pt x="328" y="189"/>
                    <a:pt x="331" y="189"/>
                  </a:cubicBezTo>
                  <a:cubicBezTo>
                    <a:pt x="333" y="190"/>
                    <a:pt x="338" y="190"/>
                    <a:pt x="340" y="191"/>
                  </a:cubicBezTo>
                  <a:cubicBezTo>
                    <a:pt x="342" y="192"/>
                    <a:pt x="346" y="193"/>
                    <a:pt x="348" y="194"/>
                  </a:cubicBezTo>
                  <a:cubicBezTo>
                    <a:pt x="349" y="195"/>
                    <a:pt x="351" y="197"/>
                    <a:pt x="352" y="197"/>
                  </a:cubicBezTo>
                  <a:cubicBezTo>
                    <a:pt x="353" y="197"/>
                    <a:pt x="354" y="194"/>
                    <a:pt x="355" y="194"/>
                  </a:cubicBezTo>
                  <a:cubicBezTo>
                    <a:pt x="357" y="193"/>
                    <a:pt x="362" y="192"/>
                    <a:pt x="365" y="192"/>
                  </a:cubicBezTo>
                  <a:cubicBezTo>
                    <a:pt x="366" y="193"/>
                    <a:pt x="369" y="196"/>
                    <a:pt x="370" y="198"/>
                  </a:cubicBezTo>
                  <a:cubicBezTo>
                    <a:pt x="371" y="199"/>
                    <a:pt x="370" y="202"/>
                    <a:pt x="371" y="203"/>
                  </a:cubicBezTo>
                  <a:cubicBezTo>
                    <a:pt x="372" y="204"/>
                    <a:pt x="377" y="205"/>
                    <a:pt x="377" y="207"/>
                  </a:cubicBezTo>
                  <a:cubicBezTo>
                    <a:pt x="378" y="208"/>
                    <a:pt x="376" y="210"/>
                    <a:pt x="375" y="211"/>
                  </a:cubicBezTo>
                  <a:cubicBezTo>
                    <a:pt x="374" y="212"/>
                    <a:pt x="371" y="214"/>
                    <a:pt x="371" y="215"/>
                  </a:cubicBezTo>
                  <a:cubicBezTo>
                    <a:pt x="370" y="217"/>
                    <a:pt x="372" y="222"/>
                    <a:pt x="371" y="224"/>
                  </a:cubicBezTo>
                  <a:cubicBezTo>
                    <a:pt x="371" y="226"/>
                    <a:pt x="369" y="228"/>
                    <a:pt x="369" y="229"/>
                  </a:cubicBezTo>
                  <a:cubicBezTo>
                    <a:pt x="368" y="231"/>
                    <a:pt x="367" y="234"/>
                    <a:pt x="366" y="235"/>
                  </a:cubicBezTo>
                  <a:cubicBezTo>
                    <a:pt x="366" y="237"/>
                    <a:pt x="366" y="241"/>
                    <a:pt x="366" y="242"/>
                  </a:cubicBezTo>
                  <a:cubicBezTo>
                    <a:pt x="368" y="244"/>
                    <a:pt x="372" y="246"/>
                    <a:pt x="374" y="247"/>
                  </a:cubicBezTo>
                  <a:cubicBezTo>
                    <a:pt x="376" y="248"/>
                    <a:pt x="380" y="247"/>
                    <a:pt x="382" y="248"/>
                  </a:cubicBezTo>
                  <a:cubicBezTo>
                    <a:pt x="384" y="248"/>
                    <a:pt x="387" y="248"/>
                    <a:pt x="388" y="250"/>
                  </a:cubicBezTo>
                  <a:cubicBezTo>
                    <a:pt x="388" y="251"/>
                    <a:pt x="387" y="254"/>
                    <a:pt x="386" y="255"/>
                  </a:cubicBezTo>
                  <a:cubicBezTo>
                    <a:pt x="385" y="256"/>
                    <a:pt x="381" y="254"/>
                    <a:pt x="380" y="254"/>
                  </a:cubicBezTo>
                  <a:cubicBezTo>
                    <a:pt x="378" y="254"/>
                    <a:pt x="375" y="254"/>
                    <a:pt x="373" y="254"/>
                  </a:cubicBezTo>
                  <a:cubicBezTo>
                    <a:pt x="371" y="255"/>
                    <a:pt x="368" y="258"/>
                    <a:pt x="367" y="259"/>
                  </a:cubicBezTo>
                  <a:cubicBezTo>
                    <a:pt x="365" y="261"/>
                    <a:pt x="362" y="265"/>
                    <a:pt x="362" y="267"/>
                  </a:cubicBezTo>
                  <a:cubicBezTo>
                    <a:pt x="362" y="269"/>
                    <a:pt x="364" y="272"/>
                    <a:pt x="366" y="274"/>
                  </a:cubicBezTo>
                  <a:cubicBezTo>
                    <a:pt x="367" y="275"/>
                    <a:pt x="370" y="277"/>
                    <a:pt x="370" y="278"/>
                  </a:cubicBezTo>
                  <a:cubicBezTo>
                    <a:pt x="371" y="279"/>
                    <a:pt x="373" y="283"/>
                    <a:pt x="372" y="284"/>
                  </a:cubicBezTo>
                  <a:cubicBezTo>
                    <a:pt x="371" y="286"/>
                    <a:pt x="366" y="284"/>
                    <a:pt x="365" y="284"/>
                  </a:cubicBezTo>
                  <a:cubicBezTo>
                    <a:pt x="363" y="285"/>
                    <a:pt x="359" y="285"/>
                    <a:pt x="357" y="286"/>
                  </a:cubicBezTo>
                  <a:cubicBezTo>
                    <a:pt x="355" y="286"/>
                    <a:pt x="349" y="288"/>
                    <a:pt x="346" y="288"/>
                  </a:cubicBezTo>
                  <a:cubicBezTo>
                    <a:pt x="343" y="289"/>
                    <a:pt x="335" y="289"/>
                    <a:pt x="331" y="290"/>
                  </a:cubicBezTo>
                  <a:cubicBezTo>
                    <a:pt x="327" y="291"/>
                    <a:pt x="320" y="294"/>
                    <a:pt x="317" y="295"/>
                  </a:cubicBezTo>
                  <a:cubicBezTo>
                    <a:pt x="314" y="296"/>
                    <a:pt x="308" y="295"/>
                    <a:pt x="305" y="296"/>
                  </a:cubicBezTo>
                  <a:cubicBezTo>
                    <a:pt x="303" y="297"/>
                    <a:pt x="299" y="300"/>
                    <a:pt x="297" y="301"/>
                  </a:cubicBezTo>
                  <a:cubicBezTo>
                    <a:pt x="295" y="302"/>
                    <a:pt x="290" y="304"/>
                    <a:pt x="288" y="303"/>
                  </a:cubicBezTo>
                  <a:cubicBezTo>
                    <a:pt x="286" y="303"/>
                    <a:pt x="283" y="300"/>
                    <a:pt x="281" y="300"/>
                  </a:cubicBezTo>
                  <a:cubicBezTo>
                    <a:pt x="280" y="299"/>
                    <a:pt x="277" y="297"/>
                    <a:pt x="275" y="297"/>
                  </a:cubicBezTo>
                  <a:cubicBezTo>
                    <a:pt x="273" y="297"/>
                    <a:pt x="270" y="298"/>
                    <a:pt x="268" y="298"/>
                  </a:cubicBezTo>
                  <a:cubicBezTo>
                    <a:pt x="264" y="298"/>
                    <a:pt x="257" y="296"/>
                    <a:pt x="254" y="294"/>
                  </a:cubicBezTo>
                  <a:cubicBezTo>
                    <a:pt x="251" y="293"/>
                    <a:pt x="246" y="289"/>
                    <a:pt x="243" y="287"/>
                  </a:cubicBezTo>
                  <a:cubicBezTo>
                    <a:pt x="241" y="285"/>
                    <a:pt x="237" y="280"/>
                    <a:pt x="235" y="278"/>
                  </a:cubicBezTo>
                  <a:cubicBezTo>
                    <a:pt x="234" y="277"/>
                    <a:pt x="231" y="275"/>
                    <a:pt x="229" y="274"/>
                  </a:cubicBezTo>
                  <a:cubicBezTo>
                    <a:pt x="227" y="273"/>
                    <a:pt x="223" y="272"/>
                    <a:pt x="221" y="272"/>
                  </a:cubicBezTo>
                  <a:cubicBezTo>
                    <a:pt x="219" y="273"/>
                    <a:pt x="216" y="276"/>
                    <a:pt x="214" y="277"/>
                  </a:cubicBezTo>
                  <a:cubicBezTo>
                    <a:pt x="212" y="278"/>
                    <a:pt x="208" y="280"/>
                    <a:pt x="205" y="280"/>
                  </a:cubicBezTo>
                  <a:cubicBezTo>
                    <a:pt x="203" y="280"/>
                    <a:pt x="199" y="280"/>
                    <a:pt x="197" y="279"/>
                  </a:cubicBezTo>
                  <a:cubicBezTo>
                    <a:pt x="194" y="279"/>
                    <a:pt x="189" y="277"/>
                    <a:pt x="186" y="276"/>
                  </a:cubicBezTo>
                  <a:cubicBezTo>
                    <a:pt x="184" y="275"/>
                    <a:pt x="179" y="273"/>
                    <a:pt x="177" y="272"/>
                  </a:cubicBezTo>
                  <a:cubicBezTo>
                    <a:pt x="175" y="272"/>
                    <a:pt x="170" y="272"/>
                    <a:pt x="168" y="272"/>
                  </a:cubicBezTo>
                  <a:cubicBezTo>
                    <a:pt x="166" y="272"/>
                    <a:pt x="162" y="271"/>
                    <a:pt x="161" y="272"/>
                  </a:cubicBezTo>
                  <a:cubicBezTo>
                    <a:pt x="161" y="274"/>
                    <a:pt x="165" y="276"/>
                    <a:pt x="166" y="277"/>
                  </a:cubicBezTo>
                  <a:cubicBezTo>
                    <a:pt x="167" y="277"/>
                    <a:pt x="170" y="277"/>
                    <a:pt x="172" y="278"/>
                  </a:cubicBezTo>
                  <a:cubicBezTo>
                    <a:pt x="174" y="279"/>
                    <a:pt x="178" y="281"/>
                    <a:pt x="180" y="282"/>
                  </a:cubicBezTo>
                  <a:cubicBezTo>
                    <a:pt x="182" y="283"/>
                    <a:pt x="188" y="286"/>
                    <a:pt x="191" y="287"/>
                  </a:cubicBezTo>
                  <a:cubicBezTo>
                    <a:pt x="194" y="288"/>
                    <a:pt x="201" y="288"/>
                    <a:pt x="205" y="288"/>
                  </a:cubicBezTo>
                  <a:cubicBezTo>
                    <a:pt x="208" y="288"/>
                    <a:pt x="215" y="288"/>
                    <a:pt x="218" y="288"/>
                  </a:cubicBezTo>
                  <a:cubicBezTo>
                    <a:pt x="220" y="288"/>
                    <a:pt x="225" y="289"/>
                    <a:pt x="227" y="291"/>
                  </a:cubicBezTo>
                  <a:cubicBezTo>
                    <a:pt x="229" y="292"/>
                    <a:pt x="232" y="296"/>
                    <a:pt x="234" y="297"/>
                  </a:cubicBezTo>
                  <a:cubicBezTo>
                    <a:pt x="237" y="300"/>
                    <a:pt x="243" y="305"/>
                    <a:pt x="246" y="308"/>
                  </a:cubicBezTo>
                  <a:cubicBezTo>
                    <a:pt x="249" y="310"/>
                    <a:pt x="255" y="313"/>
                    <a:pt x="256" y="316"/>
                  </a:cubicBezTo>
                  <a:cubicBezTo>
                    <a:pt x="258" y="319"/>
                    <a:pt x="257" y="325"/>
                    <a:pt x="256" y="327"/>
                  </a:cubicBezTo>
                  <a:cubicBezTo>
                    <a:pt x="256" y="329"/>
                    <a:pt x="254" y="334"/>
                    <a:pt x="252" y="336"/>
                  </a:cubicBezTo>
                  <a:cubicBezTo>
                    <a:pt x="251" y="337"/>
                    <a:pt x="248" y="337"/>
                    <a:pt x="247" y="338"/>
                  </a:cubicBezTo>
                  <a:cubicBezTo>
                    <a:pt x="245" y="338"/>
                    <a:pt x="243" y="341"/>
                    <a:pt x="242" y="342"/>
                  </a:cubicBezTo>
                  <a:cubicBezTo>
                    <a:pt x="241" y="343"/>
                    <a:pt x="236" y="345"/>
                    <a:pt x="237" y="346"/>
                  </a:cubicBezTo>
                  <a:cubicBezTo>
                    <a:pt x="237" y="348"/>
                    <a:pt x="241" y="347"/>
                    <a:pt x="243" y="347"/>
                  </a:cubicBezTo>
                  <a:cubicBezTo>
                    <a:pt x="245" y="347"/>
                    <a:pt x="249" y="345"/>
                    <a:pt x="251" y="344"/>
                  </a:cubicBezTo>
                  <a:cubicBezTo>
                    <a:pt x="252" y="343"/>
                    <a:pt x="254" y="340"/>
                    <a:pt x="255" y="340"/>
                  </a:cubicBezTo>
                  <a:cubicBezTo>
                    <a:pt x="257" y="338"/>
                    <a:pt x="262" y="338"/>
                    <a:pt x="265" y="337"/>
                  </a:cubicBezTo>
                  <a:cubicBezTo>
                    <a:pt x="267" y="337"/>
                    <a:pt x="271" y="336"/>
                    <a:pt x="273" y="336"/>
                  </a:cubicBezTo>
                  <a:cubicBezTo>
                    <a:pt x="276" y="336"/>
                    <a:pt x="283" y="337"/>
                    <a:pt x="286" y="338"/>
                  </a:cubicBezTo>
                  <a:cubicBezTo>
                    <a:pt x="289" y="338"/>
                    <a:pt x="293" y="338"/>
                    <a:pt x="296" y="338"/>
                  </a:cubicBezTo>
                  <a:cubicBezTo>
                    <a:pt x="298" y="338"/>
                    <a:pt x="303" y="336"/>
                    <a:pt x="304" y="338"/>
                  </a:cubicBezTo>
                  <a:cubicBezTo>
                    <a:pt x="304" y="340"/>
                    <a:pt x="298" y="342"/>
                    <a:pt x="296" y="342"/>
                  </a:cubicBezTo>
                  <a:cubicBezTo>
                    <a:pt x="294" y="343"/>
                    <a:pt x="288" y="343"/>
                    <a:pt x="286" y="344"/>
                  </a:cubicBezTo>
                  <a:cubicBezTo>
                    <a:pt x="284" y="346"/>
                    <a:pt x="280" y="350"/>
                    <a:pt x="279" y="352"/>
                  </a:cubicBezTo>
                  <a:cubicBezTo>
                    <a:pt x="277" y="353"/>
                    <a:pt x="275" y="355"/>
                    <a:pt x="274" y="357"/>
                  </a:cubicBezTo>
                  <a:cubicBezTo>
                    <a:pt x="272" y="359"/>
                    <a:pt x="271" y="364"/>
                    <a:pt x="270" y="366"/>
                  </a:cubicBezTo>
                  <a:cubicBezTo>
                    <a:pt x="269" y="367"/>
                    <a:pt x="267" y="368"/>
                    <a:pt x="267" y="369"/>
                  </a:cubicBezTo>
                  <a:cubicBezTo>
                    <a:pt x="266" y="370"/>
                    <a:pt x="267" y="374"/>
                    <a:pt x="266" y="376"/>
                  </a:cubicBezTo>
                  <a:cubicBezTo>
                    <a:pt x="266" y="377"/>
                    <a:pt x="265" y="381"/>
                    <a:pt x="264" y="383"/>
                  </a:cubicBezTo>
                  <a:cubicBezTo>
                    <a:pt x="264" y="384"/>
                    <a:pt x="263" y="386"/>
                    <a:pt x="262" y="386"/>
                  </a:cubicBezTo>
                  <a:cubicBezTo>
                    <a:pt x="261" y="386"/>
                    <a:pt x="259" y="384"/>
                    <a:pt x="258" y="383"/>
                  </a:cubicBezTo>
                  <a:cubicBezTo>
                    <a:pt x="257" y="383"/>
                    <a:pt x="254" y="382"/>
                    <a:pt x="253" y="382"/>
                  </a:cubicBezTo>
                  <a:cubicBezTo>
                    <a:pt x="252" y="382"/>
                    <a:pt x="250" y="383"/>
                    <a:pt x="250" y="384"/>
                  </a:cubicBezTo>
                  <a:cubicBezTo>
                    <a:pt x="249" y="385"/>
                    <a:pt x="249" y="388"/>
                    <a:pt x="249" y="389"/>
                  </a:cubicBezTo>
                  <a:cubicBezTo>
                    <a:pt x="248" y="391"/>
                    <a:pt x="249" y="394"/>
                    <a:pt x="250" y="396"/>
                  </a:cubicBezTo>
                  <a:cubicBezTo>
                    <a:pt x="250" y="398"/>
                    <a:pt x="253" y="401"/>
                    <a:pt x="253" y="402"/>
                  </a:cubicBezTo>
                  <a:cubicBezTo>
                    <a:pt x="253" y="404"/>
                    <a:pt x="253" y="407"/>
                    <a:pt x="252" y="408"/>
                  </a:cubicBezTo>
                  <a:cubicBezTo>
                    <a:pt x="251" y="409"/>
                    <a:pt x="248" y="409"/>
                    <a:pt x="246" y="409"/>
                  </a:cubicBezTo>
                  <a:cubicBezTo>
                    <a:pt x="245" y="409"/>
                    <a:pt x="242" y="408"/>
                    <a:pt x="241" y="408"/>
                  </a:cubicBezTo>
                  <a:cubicBezTo>
                    <a:pt x="239" y="407"/>
                    <a:pt x="235" y="404"/>
                    <a:pt x="233" y="404"/>
                  </a:cubicBezTo>
                  <a:cubicBezTo>
                    <a:pt x="232" y="403"/>
                    <a:pt x="229" y="402"/>
                    <a:pt x="228" y="402"/>
                  </a:cubicBezTo>
                  <a:cubicBezTo>
                    <a:pt x="227" y="402"/>
                    <a:pt x="225" y="403"/>
                    <a:pt x="224" y="403"/>
                  </a:cubicBezTo>
                  <a:cubicBezTo>
                    <a:pt x="223" y="404"/>
                    <a:pt x="221" y="407"/>
                    <a:pt x="221" y="408"/>
                  </a:cubicBezTo>
                  <a:cubicBezTo>
                    <a:pt x="220" y="409"/>
                    <a:pt x="217" y="411"/>
                    <a:pt x="216" y="412"/>
                  </a:cubicBezTo>
                  <a:cubicBezTo>
                    <a:pt x="216" y="413"/>
                    <a:pt x="216" y="416"/>
                    <a:pt x="215" y="417"/>
                  </a:cubicBezTo>
                  <a:cubicBezTo>
                    <a:pt x="214" y="417"/>
                    <a:pt x="211" y="417"/>
                    <a:pt x="210" y="417"/>
                  </a:cubicBezTo>
                  <a:cubicBezTo>
                    <a:pt x="209" y="417"/>
                    <a:pt x="207" y="413"/>
                    <a:pt x="206" y="413"/>
                  </a:cubicBezTo>
                  <a:cubicBezTo>
                    <a:pt x="205" y="413"/>
                    <a:pt x="204" y="414"/>
                    <a:pt x="203" y="415"/>
                  </a:cubicBezTo>
                  <a:cubicBezTo>
                    <a:pt x="202" y="415"/>
                    <a:pt x="202" y="417"/>
                    <a:pt x="202" y="417"/>
                  </a:cubicBezTo>
                  <a:cubicBezTo>
                    <a:pt x="201" y="418"/>
                    <a:pt x="199" y="418"/>
                    <a:pt x="198" y="417"/>
                  </a:cubicBezTo>
                  <a:cubicBezTo>
                    <a:pt x="197" y="417"/>
                    <a:pt x="196" y="415"/>
                    <a:pt x="196" y="414"/>
                  </a:cubicBezTo>
                  <a:cubicBezTo>
                    <a:pt x="196" y="413"/>
                    <a:pt x="198" y="412"/>
                    <a:pt x="198" y="411"/>
                  </a:cubicBezTo>
                  <a:cubicBezTo>
                    <a:pt x="198" y="410"/>
                    <a:pt x="198" y="407"/>
                    <a:pt x="197" y="407"/>
                  </a:cubicBezTo>
                  <a:cubicBezTo>
                    <a:pt x="197" y="406"/>
                    <a:pt x="194" y="406"/>
                    <a:pt x="193" y="407"/>
                  </a:cubicBezTo>
                  <a:cubicBezTo>
                    <a:pt x="192" y="407"/>
                    <a:pt x="191" y="410"/>
                    <a:pt x="190" y="410"/>
                  </a:cubicBezTo>
                  <a:cubicBezTo>
                    <a:pt x="189" y="411"/>
                    <a:pt x="187" y="412"/>
                    <a:pt x="186" y="412"/>
                  </a:cubicBezTo>
                  <a:cubicBezTo>
                    <a:pt x="185" y="412"/>
                    <a:pt x="182" y="411"/>
                    <a:pt x="182" y="412"/>
                  </a:cubicBezTo>
                  <a:cubicBezTo>
                    <a:pt x="181" y="412"/>
                    <a:pt x="181" y="414"/>
                    <a:pt x="181" y="415"/>
                  </a:cubicBezTo>
                  <a:cubicBezTo>
                    <a:pt x="182" y="416"/>
                    <a:pt x="184" y="416"/>
                    <a:pt x="184" y="417"/>
                  </a:cubicBezTo>
                  <a:cubicBezTo>
                    <a:pt x="186" y="417"/>
                    <a:pt x="188" y="416"/>
                    <a:pt x="189" y="417"/>
                  </a:cubicBezTo>
                  <a:cubicBezTo>
                    <a:pt x="190" y="418"/>
                    <a:pt x="188" y="421"/>
                    <a:pt x="188" y="422"/>
                  </a:cubicBezTo>
                  <a:cubicBezTo>
                    <a:pt x="188" y="423"/>
                    <a:pt x="187" y="426"/>
                    <a:pt x="186" y="427"/>
                  </a:cubicBezTo>
                  <a:cubicBezTo>
                    <a:pt x="185" y="428"/>
                    <a:pt x="181" y="428"/>
                    <a:pt x="179" y="428"/>
                  </a:cubicBezTo>
                  <a:cubicBezTo>
                    <a:pt x="177" y="429"/>
                    <a:pt x="173" y="429"/>
                    <a:pt x="172" y="429"/>
                  </a:cubicBezTo>
                  <a:cubicBezTo>
                    <a:pt x="170" y="429"/>
                    <a:pt x="166" y="428"/>
                    <a:pt x="164" y="428"/>
                  </a:cubicBezTo>
                  <a:cubicBezTo>
                    <a:pt x="164" y="428"/>
                    <a:pt x="162" y="428"/>
                    <a:pt x="161" y="428"/>
                  </a:cubicBezTo>
                  <a:cubicBezTo>
                    <a:pt x="161" y="429"/>
                    <a:pt x="160" y="432"/>
                    <a:pt x="160" y="433"/>
                  </a:cubicBezTo>
                  <a:cubicBezTo>
                    <a:pt x="160" y="433"/>
                    <a:pt x="162" y="434"/>
                    <a:pt x="163" y="435"/>
                  </a:cubicBezTo>
                  <a:cubicBezTo>
                    <a:pt x="165" y="436"/>
                    <a:pt x="171" y="435"/>
                    <a:pt x="173" y="435"/>
                  </a:cubicBezTo>
                  <a:cubicBezTo>
                    <a:pt x="175" y="435"/>
                    <a:pt x="179" y="435"/>
                    <a:pt x="180" y="435"/>
                  </a:cubicBezTo>
                  <a:cubicBezTo>
                    <a:pt x="182" y="435"/>
                    <a:pt x="185" y="435"/>
                    <a:pt x="187" y="435"/>
                  </a:cubicBezTo>
                  <a:cubicBezTo>
                    <a:pt x="188" y="434"/>
                    <a:pt x="192" y="432"/>
                    <a:pt x="193" y="431"/>
                  </a:cubicBezTo>
                  <a:cubicBezTo>
                    <a:pt x="195" y="429"/>
                    <a:pt x="198" y="427"/>
                    <a:pt x="199" y="426"/>
                  </a:cubicBezTo>
                  <a:cubicBezTo>
                    <a:pt x="201" y="425"/>
                    <a:pt x="204" y="425"/>
                    <a:pt x="206" y="425"/>
                  </a:cubicBezTo>
                  <a:cubicBezTo>
                    <a:pt x="208" y="426"/>
                    <a:pt x="212" y="427"/>
                    <a:pt x="213" y="428"/>
                  </a:cubicBezTo>
                  <a:cubicBezTo>
                    <a:pt x="214" y="428"/>
                    <a:pt x="216" y="431"/>
                    <a:pt x="217" y="432"/>
                  </a:cubicBezTo>
                  <a:cubicBezTo>
                    <a:pt x="218" y="433"/>
                    <a:pt x="221" y="435"/>
                    <a:pt x="222" y="436"/>
                  </a:cubicBezTo>
                  <a:cubicBezTo>
                    <a:pt x="223" y="437"/>
                    <a:pt x="225" y="440"/>
                    <a:pt x="226" y="442"/>
                  </a:cubicBezTo>
                  <a:cubicBezTo>
                    <a:pt x="227" y="443"/>
                    <a:pt x="230" y="446"/>
                    <a:pt x="230" y="447"/>
                  </a:cubicBezTo>
                  <a:cubicBezTo>
                    <a:pt x="230" y="448"/>
                    <a:pt x="230" y="451"/>
                    <a:pt x="229" y="452"/>
                  </a:cubicBezTo>
                  <a:cubicBezTo>
                    <a:pt x="229" y="453"/>
                    <a:pt x="226" y="455"/>
                    <a:pt x="225" y="456"/>
                  </a:cubicBezTo>
                  <a:cubicBezTo>
                    <a:pt x="223" y="458"/>
                    <a:pt x="220" y="460"/>
                    <a:pt x="218" y="462"/>
                  </a:cubicBezTo>
                  <a:cubicBezTo>
                    <a:pt x="216" y="463"/>
                    <a:pt x="212" y="466"/>
                    <a:pt x="210" y="467"/>
                  </a:cubicBezTo>
                  <a:cubicBezTo>
                    <a:pt x="209" y="468"/>
                    <a:pt x="208" y="471"/>
                    <a:pt x="207" y="472"/>
                  </a:cubicBezTo>
                  <a:cubicBezTo>
                    <a:pt x="205" y="473"/>
                    <a:pt x="201" y="472"/>
                    <a:pt x="200" y="473"/>
                  </a:cubicBezTo>
                  <a:cubicBezTo>
                    <a:pt x="198" y="473"/>
                    <a:pt x="195" y="473"/>
                    <a:pt x="195" y="475"/>
                  </a:cubicBezTo>
                  <a:cubicBezTo>
                    <a:pt x="194" y="476"/>
                    <a:pt x="195" y="479"/>
                    <a:pt x="196" y="481"/>
                  </a:cubicBezTo>
                  <a:cubicBezTo>
                    <a:pt x="196" y="481"/>
                    <a:pt x="196" y="481"/>
                    <a:pt x="196" y="481"/>
                  </a:cubicBezTo>
                  <a:cubicBezTo>
                    <a:pt x="194" y="481"/>
                    <a:pt x="191" y="480"/>
                    <a:pt x="190" y="480"/>
                  </a:cubicBezTo>
                  <a:cubicBezTo>
                    <a:pt x="187" y="480"/>
                    <a:pt x="183" y="479"/>
                    <a:pt x="181" y="478"/>
                  </a:cubicBezTo>
                  <a:cubicBezTo>
                    <a:pt x="179" y="477"/>
                    <a:pt x="176" y="476"/>
                    <a:pt x="175" y="474"/>
                  </a:cubicBezTo>
                  <a:cubicBezTo>
                    <a:pt x="173" y="473"/>
                    <a:pt x="170" y="468"/>
                    <a:pt x="167" y="467"/>
                  </a:cubicBezTo>
                  <a:cubicBezTo>
                    <a:pt x="165" y="465"/>
                    <a:pt x="160" y="466"/>
                    <a:pt x="158" y="465"/>
                  </a:cubicBezTo>
                  <a:cubicBezTo>
                    <a:pt x="156" y="464"/>
                    <a:pt x="153" y="462"/>
                    <a:pt x="152" y="462"/>
                  </a:cubicBezTo>
                  <a:cubicBezTo>
                    <a:pt x="148" y="464"/>
                    <a:pt x="148" y="473"/>
                    <a:pt x="146" y="475"/>
                  </a:cubicBezTo>
                  <a:cubicBezTo>
                    <a:pt x="144" y="477"/>
                    <a:pt x="138" y="479"/>
                    <a:pt x="135" y="481"/>
                  </a:cubicBezTo>
                  <a:cubicBezTo>
                    <a:pt x="134" y="482"/>
                    <a:pt x="130" y="483"/>
                    <a:pt x="128" y="484"/>
                  </a:cubicBezTo>
                  <a:cubicBezTo>
                    <a:pt x="124" y="487"/>
                    <a:pt x="118" y="495"/>
                    <a:pt x="114" y="498"/>
                  </a:cubicBezTo>
                  <a:cubicBezTo>
                    <a:pt x="111" y="500"/>
                    <a:pt x="106" y="503"/>
                    <a:pt x="104" y="503"/>
                  </a:cubicBezTo>
                  <a:cubicBezTo>
                    <a:pt x="101" y="504"/>
                    <a:pt x="95" y="504"/>
                    <a:pt x="92" y="503"/>
                  </a:cubicBezTo>
                  <a:cubicBezTo>
                    <a:pt x="87" y="502"/>
                    <a:pt x="79" y="498"/>
                    <a:pt x="74" y="496"/>
                  </a:cubicBezTo>
                  <a:cubicBezTo>
                    <a:pt x="72" y="495"/>
                    <a:pt x="66" y="493"/>
                    <a:pt x="64" y="492"/>
                  </a:cubicBezTo>
                  <a:cubicBezTo>
                    <a:pt x="60" y="489"/>
                    <a:pt x="53" y="485"/>
                    <a:pt x="50" y="482"/>
                  </a:cubicBezTo>
                  <a:cubicBezTo>
                    <a:pt x="48" y="480"/>
                    <a:pt x="47" y="474"/>
                    <a:pt x="45" y="472"/>
                  </a:cubicBezTo>
                  <a:cubicBezTo>
                    <a:pt x="45" y="470"/>
                    <a:pt x="43" y="467"/>
                    <a:pt x="42" y="464"/>
                  </a:cubicBezTo>
                  <a:cubicBezTo>
                    <a:pt x="42" y="464"/>
                    <a:pt x="42" y="464"/>
                    <a:pt x="42" y="464"/>
                  </a:cubicBezTo>
                  <a:cubicBezTo>
                    <a:pt x="42" y="460"/>
                    <a:pt x="46" y="453"/>
                    <a:pt x="48" y="450"/>
                  </a:cubicBezTo>
                  <a:cubicBezTo>
                    <a:pt x="50" y="448"/>
                    <a:pt x="53" y="444"/>
                    <a:pt x="55" y="442"/>
                  </a:cubicBezTo>
                  <a:cubicBezTo>
                    <a:pt x="56" y="441"/>
                    <a:pt x="58" y="439"/>
                    <a:pt x="60" y="437"/>
                  </a:cubicBezTo>
                  <a:cubicBezTo>
                    <a:pt x="62" y="435"/>
                    <a:pt x="67" y="432"/>
                    <a:pt x="69" y="430"/>
                  </a:cubicBezTo>
                  <a:cubicBezTo>
                    <a:pt x="71" y="429"/>
                    <a:pt x="76" y="427"/>
                    <a:pt x="78" y="425"/>
                  </a:cubicBezTo>
                  <a:cubicBezTo>
                    <a:pt x="79" y="424"/>
                    <a:pt x="82" y="420"/>
                    <a:pt x="82" y="418"/>
                  </a:cubicBezTo>
                  <a:cubicBezTo>
                    <a:pt x="83" y="414"/>
                    <a:pt x="82" y="407"/>
                    <a:pt x="81" y="404"/>
                  </a:cubicBezTo>
                  <a:cubicBezTo>
                    <a:pt x="81" y="402"/>
                    <a:pt x="79" y="400"/>
                    <a:pt x="78" y="398"/>
                  </a:cubicBezTo>
                  <a:cubicBezTo>
                    <a:pt x="78" y="397"/>
                    <a:pt x="78" y="393"/>
                    <a:pt x="79" y="392"/>
                  </a:cubicBezTo>
                  <a:cubicBezTo>
                    <a:pt x="79" y="389"/>
                    <a:pt x="82" y="384"/>
                    <a:pt x="82" y="381"/>
                  </a:cubicBezTo>
                  <a:cubicBezTo>
                    <a:pt x="83" y="379"/>
                    <a:pt x="83" y="374"/>
                    <a:pt x="82" y="372"/>
                  </a:cubicBezTo>
                  <a:cubicBezTo>
                    <a:pt x="81" y="370"/>
                    <a:pt x="77" y="368"/>
                    <a:pt x="76" y="366"/>
                  </a:cubicBezTo>
                  <a:cubicBezTo>
                    <a:pt x="74" y="365"/>
                    <a:pt x="71" y="364"/>
                    <a:pt x="69" y="363"/>
                  </a:cubicBezTo>
                  <a:cubicBezTo>
                    <a:pt x="66" y="362"/>
                    <a:pt x="61" y="361"/>
                    <a:pt x="59" y="360"/>
                  </a:cubicBezTo>
                  <a:cubicBezTo>
                    <a:pt x="56" y="359"/>
                    <a:pt x="52" y="356"/>
                    <a:pt x="50" y="354"/>
                  </a:cubicBezTo>
                  <a:cubicBezTo>
                    <a:pt x="46" y="351"/>
                    <a:pt x="39" y="344"/>
                    <a:pt x="35" y="340"/>
                  </a:cubicBezTo>
                  <a:cubicBezTo>
                    <a:pt x="33" y="337"/>
                    <a:pt x="28" y="332"/>
                    <a:pt x="26" y="329"/>
                  </a:cubicBezTo>
                  <a:cubicBezTo>
                    <a:pt x="25" y="326"/>
                    <a:pt x="23" y="320"/>
                    <a:pt x="23" y="317"/>
                  </a:cubicBezTo>
                  <a:cubicBezTo>
                    <a:pt x="22" y="312"/>
                    <a:pt x="23" y="304"/>
                    <a:pt x="23" y="300"/>
                  </a:cubicBezTo>
                  <a:cubicBezTo>
                    <a:pt x="23" y="295"/>
                    <a:pt x="24" y="286"/>
                    <a:pt x="25" y="282"/>
                  </a:cubicBezTo>
                  <a:cubicBezTo>
                    <a:pt x="25" y="277"/>
                    <a:pt x="25" y="267"/>
                    <a:pt x="24" y="262"/>
                  </a:cubicBezTo>
                  <a:cubicBezTo>
                    <a:pt x="24" y="260"/>
                    <a:pt x="22" y="255"/>
                    <a:pt x="22" y="253"/>
                  </a:cubicBezTo>
                  <a:cubicBezTo>
                    <a:pt x="21" y="250"/>
                    <a:pt x="19" y="244"/>
                    <a:pt x="18" y="242"/>
                  </a:cubicBezTo>
                  <a:cubicBezTo>
                    <a:pt x="16" y="239"/>
                    <a:pt x="11" y="234"/>
                    <a:pt x="9" y="231"/>
                  </a:cubicBezTo>
                  <a:cubicBezTo>
                    <a:pt x="6" y="227"/>
                    <a:pt x="3" y="219"/>
                    <a:pt x="2" y="214"/>
                  </a:cubicBezTo>
                  <a:cubicBezTo>
                    <a:pt x="1" y="212"/>
                    <a:pt x="0" y="191"/>
                    <a:pt x="0" y="188"/>
                  </a:cubicBezTo>
                  <a:cubicBezTo>
                    <a:pt x="0" y="186"/>
                    <a:pt x="1" y="181"/>
                    <a:pt x="1" y="179"/>
                  </a:cubicBezTo>
                  <a:cubicBezTo>
                    <a:pt x="1" y="178"/>
                    <a:pt x="2" y="177"/>
                    <a:pt x="2" y="17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80"/>
            <p:cNvSpPr>
              <a:spLocks/>
            </p:cNvSpPr>
            <p:nvPr/>
          </p:nvSpPr>
          <p:spPr bwMode="auto">
            <a:xfrm>
              <a:off x="5791201" y="1549401"/>
              <a:ext cx="79375" cy="53975"/>
            </a:xfrm>
            <a:custGeom>
              <a:avLst/>
              <a:gdLst/>
              <a:ahLst/>
              <a:cxnLst>
                <a:cxn ang="0">
                  <a:pos x="25" y="34"/>
                </a:cxn>
                <a:cxn ang="0">
                  <a:pos x="27" y="30"/>
                </a:cxn>
                <a:cxn ang="0">
                  <a:pos x="28" y="26"/>
                </a:cxn>
                <a:cxn ang="0">
                  <a:pos x="31" y="21"/>
                </a:cxn>
                <a:cxn ang="0">
                  <a:pos x="34" y="20"/>
                </a:cxn>
                <a:cxn ang="0">
                  <a:pos x="38" y="21"/>
                </a:cxn>
                <a:cxn ang="0">
                  <a:pos x="45" y="22"/>
                </a:cxn>
                <a:cxn ang="0">
                  <a:pos x="50" y="20"/>
                </a:cxn>
                <a:cxn ang="0">
                  <a:pos x="51" y="17"/>
                </a:cxn>
                <a:cxn ang="0">
                  <a:pos x="50" y="13"/>
                </a:cxn>
                <a:cxn ang="0">
                  <a:pos x="48" y="8"/>
                </a:cxn>
                <a:cxn ang="0">
                  <a:pos x="45" y="4"/>
                </a:cxn>
                <a:cxn ang="0">
                  <a:pos x="38" y="2"/>
                </a:cxn>
                <a:cxn ang="0">
                  <a:pos x="30" y="0"/>
                </a:cxn>
                <a:cxn ang="0">
                  <a:pos x="24" y="2"/>
                </a:cxn>
                <a:cxn ang="0">
                  <a:pos x="21" y="5"/>
                </a:cxn>
                <a:cxn ang="0">
                  <a:pos x="20" y="8"/>
                </a:cxn>
                <a:cxn ang="0">
                  <a:pos x="18" y="9"/>
                </a:cxn>
                <a:cxn ang="0">
                  <a:pos x="15" y="7"/>
                </a:cxn>
                <a:cxn ang="0">
                  <a:pos x="12" y="6"/>
                </a:cxn>
                <a:cxn ang="0">
                  <a:pos x="5" y="7"/>
                </a:cxn>
                <a:cxn ang="0">
                  <a:pos x="1" y="9"/>
                </a:cxn>
                <a:cxn ang="0">
                  <a:pos x="2" y="14"/>
                </a:cxn>
                <a:cxn ang="0">
                  <a:pos x="6" y="14"/>
                </a:cxn>
                <a:cxn ang="0">
                  <a:pos x="9" y="17"/>
                </a:cxn>
                <a:cxn ang="0">
                  <a:pos x="10" y="21"/>
                </a:cxn>
                <a:cxn ang="0">
                  <a:pos x="11" y="24"/>
                </a:cxn>
                <a:cxn ang="0">
                  <a:pos x="16" y="27"/>
                </a:cxn>
                <a:cxn ang="0">
                  <a:pos x="18" y="31"/>
                </a:cxn>
                <a:cxn ang="0">
                  <a:pos x="22" y="34"/>
                </a:cxn>
                <a:cxn ang="0">
                  <a:pos x="25" y="34"/>
                </a:cxn>
              </a:cxnLst>
              <a:rect l="0" t="0" r="r" b="b"/>
              <a:pathLst>
                <a:path w="51" h="35">
                  <a:moveTo>
                    <a:pt x="25" y="34"/>
                  </a:moveTo>
                  <a:cubicBezTo>
                    <a:pt x="26" y="34"/>
                    <a:pt x="26" y="31"/>
                    <a:pt x="27" y="30"/>
                  </a:cubicBezTo>
                  <a:cubicBezTo>
                    <a:pt x="27" y="29"/>
                    <a:pt x="27" y="27"/>
                    <a:pt x="28" y="26"/>
                  </a:cubicBezTo>
                  <a:cubicBezTo>
                    <a:pt x="29" y="25"/>
                    <a:pt x="30" y="22"/>
                    <a:pt x="31" y="21"/>
                  </a:cubicBezTo>
                  <a:cubicBezTo>
                    <a:pt x="32" y="21"/>
                    <a:pt x="33" y="20"/>
                    <a:pt x="34" y="20"/>
                  </a:cubicBezTo>
                  <a:cubicBezTo>
                    <a:pt x="35" y="20"/>
                    <a:pt x="37" y="21"/>
                    <a:pt x="38" y="21"/>
                  </a:cubicBezTo>
                  <a:cubicBezTo>
                    <a:pt x="40" y="21"/>
                    <a:pt x="43" y="22"/>
                    <a:pt x="45" y="22"/>
                  </a:cubicBezTo>
                  <a:cubicBezTo>
                    <a:pt x="46" y="21"/>
                    <a:pt x="49" y="21"/>
                    <a:pt x="50" y="20"/>
                  </a:cubicBezTo>
                  <a:cubicBezTo>
                    <a:pt x="50" y="20"/>
                    <a:pt x="51" y="18"/>
                    <a:pt x="51" y="17"/>
                  </a:cubicBezTo>
                  <a:cubicBezTo>
                    <a:pt x="51" y="16"/>
                    <a:pt x="50" y="14"/>
                    <a:pt x="50" y="13"/>
                  </a:cubicBezTo>
                  <a:cubicBezTo>
                    <a:pt x="50" y="12"/>
                    <a:pt x="49" y="9"/>
                    <a:pt x="48" y="8"/>
                  </a:cubicBezTo>
                  <a:cubicBezTo>
                    <a:pt x="47" y="7"/>
                    <a:pt x="46" y="5"/>
                    <a:pt x="45" y="4"/>
                  </a:cubicBezTo>
                  <a:cubicBezTo>
                    <a:pt x="43" y="3"/>
                    <a:pt x="40" y="3"/>
                    <a:pt x="38" y="2"/>
                  </a:cubicBezTo>
                  <a:cubicBezTo>
                    <a:pt x="36" y="2"/>
                    <a:pt x="32" y="0"/>
                    <a:pt x="30" y="0"/>
                  </a:cubicBezTo>
                  <a:cubicBezTo>
                    <a:pt x="28" y="0"/>
                    <a:pt x="25" y="1"/>
                    <a:pt x="24" y="2"/>
                  </a:cubicBezTo>
                  <a:cubicBezTo>
                    <a:pt x="23" y="2"/>
                    <a:pt x="22" y="4"/>
                    <a:pt x="21" y="5"/>
                  </a:cubicBezTo>
                  <a:cubicBezTo>
                    <a:pt x="21" y="5"/>
                    <a:pt x="21" y="7"/>
                    <a:pt x="20" y="8"/>
                  </a:cubicBezTo>
                  <a:cubicBezTo>
                    <a:pt x="20" y="8"/>
                    <a:pt x="19" y="9"/>
                    <a:pt x="18" y="9"/>
                  </a:cubicBezTo>
                  <a:cubicBezTo>
                    <a:pt x="17" y="9"/>
                    <a:pt x="16" y="8"/>
                    <a:pt x="15" y="7"/>
                  </a:cubicBezTo>
                  <a:cubicBezTo>
                    <a:pt x="15" y="7"/>
                    <a:pt x="13" y="6"/>
                    <a:pt x="12" y="6"/>
                  </a:cubicBezTo>
                  <a:cubicBezTo>
                    <a:pt x="10" y="6"/>
                    <a:pt x="7" y="6"/>
                    <a:pt x="5" y="7"/>
                  </a:cubicBezTo>
                  <a:cubicBezTo>
                    <a:pt x="4" y="7"/>
                    <a:pt x="1" y="8"/>
                    <a:pt x="1" y="9"/>
                  </a:cubicBezTo>
                  <a:cubicBezTo>
                    <a:pt x="0" y="10"/>
                    <a:pt x="1" y="13"/>
                    <a:pt x="2" y="14"/>
                  </a:cubicBezTo>
                  <a:cubicBezTo>
                    <a:pt x="2" y="14"/>
                    <a:pt x="5" y="14"/>
                    <a:pt x="6" y="14"/>
                  </a:cubicBezTo>
                  <a:cubicBezTo>
                    <a:pt x="7" y="14"/>
                    <a:pt x="8" y="16"/>
                    <a:pt x="9" y="17"/>
                  </a:cubicBezTo>
                  <a:cubicBezTo>
                    <a:pt x="9" y="17"/>
                    <a:pt x="10" y="20"/>
                    <a:pt x="10" y="21"/>
                  </a:cubicBezTo>
                  <a:cubicBezTo>
                    <a:pt x="11" y="22"/>
                    <a:pt x="11" y="24"/>
                    <a:pt x="11" y="24"/>
                  </a:cubicBezTo>
                  <a:cubicBezTo>
                    <a:pt x="12" y="25"/>
                    <a:pt x="15" y="26"/>
                    <a:pt x="16" y="27"/>
                  </a:cubicBezTo>
                  <a:cubicBezTo>
                    <a:pt x="17" y="28"/>
                    <a:pt x="17" y="30"/>
                    <a:pt x="18" y="31"/>
                  </a:cubicBezTo>
                  <a:cubicBezTo>
                    <a:pt x="19" y="32"/>
                    <a:pt x="21" y="34"/>
                    <a:pt x="22" y="34"/>
                  </a:cubicBezTo>
                  <a:cubicBezTo>
                    <a:pt x="22" y="34"/>
                    <a:pt x="24" y="35"/>
                    <a:pt x="25" y="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81"/>
            <p:cNvSpPr>
              <a:spLocks/>
            </p:cNvSpPr>
            <p:nvPr/>
          </p:nvSpPr>
          <p:spPr bwMode="auto">
            <a:xfrm>
              <a:off x="5519738" y="1416051"/>
              <a:ext cx="265113" cy="334963"/>
            </a:xfrm>
            <a:custGeom>
              <a:avLst/>
              <a:gdLst/>
              <a:ahLst/>
              <a:cxnLst>
                <a:cxn ang="0">
                  <a:pos x="49" y="202"/>
                </a:cxn>
                <a:cxn ang="0">
                  <a:pos x="42" y="189"/>
                </a:cxn>
                <a:cxn ang="0">
                  <a:pos x="42" y="177"/>
                </a:cxn>
                <a:cxn ang="0">
                  <a:pos x="39" y="174"/>
                </a:cxn>
                <a:cxn ang="0">
                  <a:pos x="36" y="166"/>
                </a:cxn>
                <a:cxn ang="0">
                  <a:pos x="31" y="168"/>
                </a:cxn>
                <a:cxn ang="0">
                  <a:pos x="29" y="180"/>
                </a:cxn>
                <a:cxn ang="0">
                  <a:pos x="23" y="185"/>
                </a:cxn>
                <a:cxn ang="0">
                  <a:pos x="23" y="172"/>
                </a:cxn>
                <a:cxn ang="0">
                  <a:pos x="18" y="159"/>
                </a:cxn>
                <a:cxn ang="0">
                  <a:pos x="13" y="153"/>
                </a:cxn>
                <a:cxn ang="0">
                  <a:pos x="7" y="166"/>
                </a:cxn>
                <a:cxn ang="0">
                  <a:pos x="0" y="161"/>
                </a:cxn>
                <a:cxn ang="0">
                  <a:pos x="10" y="147"/>
                </a:cxn>
                <a:cxn ang="0">
                  <a:pos x="23" y="143"/>
                </a:cxn>
                <a:cxn ang="0">
                  <a:pos x="20" y="129"/>
                </a:cxn>
                <a:cxn ang="0">
                  <a:pos x="18" y="120"/>
                </a:cxn>
                <a:cxn ang="0">
                  <a:pos x="23" y="123"/>
                </a:cxn>
                <a:cxn ang="0">
                  <a:pos x="28" y="121"/>
                </a:cxn>
                <a:cxn ang="0">
                  <a:pos x="30" y="115"/>
                </a:cxn>
                <a:cxn ang="0">
                  <a:pos x="40" y="120"/>
                </a:cxn>
                <a:cxn ang="0">
                  <a:pos x="50" y="115"/>
                </a:cxn>
                <a:cxn ang="0">
                  <a:pos x="61" y="113"/>
                </a:cxn>
                <a:cxn ang="0">
                  <a:pos x="58" y="103"/>
                </a:cxn>
                <a:cxn ang="0">
                  <a:pos x="45" y="104"/>
                </a:cxn>
                <a:cxn ang="0">
                  <a:pos x="47" y="97"/>
                </a:cxn>
                <a:cxn ang="0">
                  <a:pos x="56" y="94"/>
                </a:cxn>
                <a:cxn ang="0">
                  <a:pos x="55" y="81"/>
                </a:cxn>
                <a:cxn ang="0">
                  <a:pos x="59" y="70"/>
                </a:cxn>
                <a:cxn ang="0">
                  <a:pos x="63" y="56"/>
                </a:cxn>
                <a:cxn ang="0">
                  <a:pos x="86" y="55"/>
                </a:cxn>
                <a:cxn ang="0">
                  <a:pos x="116" y="47"/>
                </a:cxn>
                <a:cxn ang="0">
                  <a:pos x="131" y="40"/>
                </a:cxn>
                <a:cxn ang="0">
                  <a:pos x="133" y="25"/>
                </a:cxn>
                <a:cxn ang="0">
                  <a:pos x="143" y="14"/>
                </a:cxn>
                <a:cxn ang="0">
                  <a:pos x="155" y="17"/>
                </a:cxn>
                <a:cxn ang="0">
                  <a:pos x="163" y="1"/>
                </a:cxn>
                <a:cxn ang="0">
                  <a:pos x="168" y="11"/>
                </a:cxn>
                <a:cxn ang="0">
                  <a:pos x="164" y="24"/>
                </a:cxn>
                <a:cxn ang="0">
                  <a:pos x="165" y="40"/>
                </a:cxn>
                <a:cxn ang="0">
                  <a:pos x="158" y="58"/>
                </a:cxn>
                <a:cxn ang="0">
                  <a:pos x="155" y="77"/>
                </a:cxn>
                <a:cxn ang="0">
                  <a:pos x="149" y="69"/>
                </a:cxn>
                <a:cxn ang="0">
                  <a:pos x="140" y="63"/>
                </a:cxn>
                <a:cxn ang="0">
                  <a:pos x="133" y="60"/>
                </a:cxn>
                <a:cxn ang="0">
                  <a:pos x="126" y="72"/>
                </a:cxn>
                <a:cxn ang="0">
                  <a:pos x="133" y="91"/>
                </a:cxn>
                <a:cxn ang="0">
                  <a:pos x="142" y="103"/>
                </a:cxn>
                <a:cxn ang="0">
                  <a:pos x="147" y="117"/>
                </a:cxn>
                <a:cxn ang="0">
                  <a:pos x="143" y="126"/>
                </a:cxn>
                <a:cxn ang="0">
                  <a:pos x="137" y="127"/>
                </a:cxn>
                <a:cxn ang="0">
                  <a:pos x="132" y="138"/>
                </a:cxn>
                <a:cxn ang="0">
                  <a:pos x="129" y="155"/>
                </a:cxn>
                <a:cxn ang="0">
                  <a:pos x="125" y="165"/>
                </a:cxn>
                <a:cxn ang="0">
                  <a:pos x="111" y="176"/>
                </a:cxn>
                <a:cxn ang="0">
                  <a:pos x="104" y="187"/>
                </a:cxn>
                <a:cxn ang="0">
                  <a:pos x="96" y="196"/>
                </a:cxn>
                <a:cxn ang="0">
                  <a:pos x="70" y="205"/>
                </a:cxn>
                <a:cxn ang="0">
                  <a:pos x="53" y="213"/>
                </a:cxn>
              </a:cxnLst>
              <a:rect l="0" t="0" r="r" b="b"/>
              <a:pathLst>
                <a:path w="169" h="214">
                  <a:moveTo>
                    <a:pt x="53" y="213"/>
                  </a:moveTo>
                  <a:cubicBezTo>
                    <a:pt x="52" y="213"/>
                    <a:pt x="51" y="211"/>
                    <a:pt x="50" y="210"/>
                  </a:cubicBezTo>
                  <a:cubicBezTo>
                    <a:pt x="49" y="208"/>
                    <a:pt x="49" y="204"/>
                    <a:pt x="49" y="202"/>
                  </a:cubicBezTo>
                  <a:cubicBezTo>
                    <a:pt x="48" y="201"/>
                    <a:pt x="49" y="198"/>
                    <a:pt x="48" y="197"/>
                  </a:cubicBezTo>
                  <a:cubicBezTo>
                    <a:pt x="48" y="196"/>
                    <a:pt x="47" y="194"/>
                    <a:pt x="46" y="193"/>
                  </a:cubicBezTo>
                  <a:cubicBezTo>
                    <a:pt x="45" y="192"/>
                    <a:pt x="43" y="190"/>
                    <a:pt x="42" y="189"/>
                  </a:cubicBezTo>
                  <a:cubicBezTo>
                    <a:pt x="41" y="188"/>
                    <a:pt x="40" y="186"/>
                    <a:pt x="39" y="185"/>
                  </a:cubicBezTo>
                  <a:cubicBezTo>
                    <a:pt x="39" y="183"/>
                    <a:pt x="38" y="180"/>
                    <a:pt x="39" y="179"/>
                  </a:cubicBezTo>
                  <a:cubicBezTo>
                    <a:pt x="39" y="178"/>
                    <a:pt x="42" y="178"/>
                    <a:pt x="42" y="177"/>
                  </a:cubicBezTo>
                  <a:cubicBezTo>
                    <a:pt x="43" y="176"/>
                    <a:pt x="44" y="174"/>
                    <a:pt x="44" y="173"/>
                  </a:cubicBezTo>
                  <a:cubicBezTo>
                    <a:pt x="43" y="173"/>
                    <a:pt x="42" y="171"/>
                    <a:pt x="42" y="171"/>
                  </a:cubicBezTo>
                  <a:cubicBezTo>
                    <a:pt x="41" y="171"/>
                    <a:pt x="40" y="173"/>
                    <a:pt x="39" y="174"/>
                  </a:cubicBezTo>
                  <a:cubicBezTo>
                    <a:pt x="39" y="174"/>
                    <a:pt x="37" y="174"/>
                    <a:pt x="37" y="173"/>
                  </a:cubicBezTo>
                  <a:cubicBezTo>
                    <a:pt x="36" y="173"/>
                    <a:pt x="35" y="170"/>
                    <a:pt x="35" y="169"/>
                  </a:cubicBezTo>
                  <a:cubicBezTo>
                    <a:pt x="35" y="168"/>
                    <a:pt x="36" y="167"/>
                    <a:pt x="36" y="166"/>
                  </a:cubicBezTo>
                  <a:cubicBezTo>
                    <a:pt x="36" y="166"/>
                    <a:pt x="35" y="164"/>
                    <a:pt x="35" y="164"/>
                  </a:cubicBezTo>
                  <a:cubicBezTo>
                    <a:pt x="34" y="163"/>
                    <a:pt x="32" y="165"/>
                    <a:pt x="32" y="165"/>
                  </a:cubicBezTo>
                  <a:cubicBezTo>
                    <a:pt x="31" y="166"/>
                    <a:pt x="31" y="167"/>
                    <a:pt x="31" y="168"/>
                  </a:cubicBezTo>
                  <a:cubicBezTo>
                    <a:pt x="31" y="169"/>
                    <a:pt x="29" y="171"/>
                    <a:pt x="29" y="172"/>
                  </a:cubicBezTo>
                  <a:cubicBezTo>
                    <a:pt x="29" y="173"/>
                    <a:pt x="30" y="174"/>
                    <a:pt x="30" y="175"/>
                  </a:cubicBezTo>
                  <a:cubicBezTo>
                    <a:pt x="30" y="177"/>
                    <a:pt x="30" y="179"/>
                    <a:pt x="29" y="180"/>
                  </a:cubicBezTo>
                  <a:cubicBezTo>
                    <a:pt x="29" y="181"/>
                    <a:pt x="27" y="181"/>
                    <a:pt x="27" y="181"/>
                  </a:cubicBezTo>
                  <a:cubicBezTo>
                    <a:pt x="26" y="182"/>
                    <a:pt x="26" y="184"/>
                    <a:pt x="25" y="185"/>
                  </a:cubicBezTo>
                  <a:cubicBezTo>
                    <a:pt x="25" y="185"/>
                    <a:pt x="24" y="185"/>
                    <a:pt x="23" y="185"/>
                  </a:cubicBezTo>
                  <a:cubicBezTo>
                    <a:pt x="22" y="185"/>
                    <a:pt x="20" y="185"/>
                    <a:pt x="19" y="184"/>
                  </a:cubicBezTo>
                  <a:cubicBezTo>
                    <a:pt x="18" y="182"/>
                    <a:pt x="19" y="178"/>
                    <a:pt x="19" y="176"/>
                  </a:cubicBezTo>
                  <a:cubicBezTo>
                    <a:pt x="20" y="175"/>
                    <a:pt x="22" y="173"/>
                    <a:pt x="23" y="172"/>
                  </a:cubicBezTo>
                  <a:cubicBezTo>
                    <a:pt x="23" y="171"/>
                    <a:pt x="24" y="168"/>
                    <a:pt x="23" y="167"/>
                  </a:cubicBezTo>
                  <a:cubicBezTo>
                    <a:pt x="23" y="166"/>
                    <a:pt x="21" y="164"/>
                    <a:pt x="20" y="163"/>
                  </a:cubicBezTo>
                  <a:cubicBezTo>
                    <a:pt x="19" y="162"/>
                    <a:pt x="18" y="160"/>
                    <a:pt x="18" y="159"/>
                  </a:cubicBezTo>
                  <a:cubicBezTo>
                    <a:pt x="17" y="158"/>
                    <a:pt x="18" y="156"/>
                    <a:pt x="17" y="155"/>
                  </a:cubicBezTo>
                  <a:cubicBezTo>
                    <a:pt x="17" y="154"/>
                    <a:pt x="17" y="152"/>
                    <a:pt x="16" y="152"/>
                  </a:cubicBezTo>
                  <a:cubicBezTo>
                    <a:pt x="15" y="152"/>
                    <a:pt x="13" y="153"/>
                    <a:pt x="13" y="153"/>
                  </a:cubicBezTo>
                  <a:cubicBezTo>
                    <a:pt x="12" y="154"/>
                    <a:pt x="12" y="157"/>
                    <a:pt x="12" y="158"/>
                  </a:cubicBezTo>
                  <a:cubicBezTo>
                    <a:pt x="11" y="160"/>
                    <a:pt x="10" y="162"/>
                    <a:pt x="9" y="163"/>
                  </a:cubicBezTo>
                  <a:cubicBezTo>
                    <a:pt x="9" y="164"/>
                    <a:pt x="8" y="165"/>
                    <a:pt x="7" y="166"/>
                  </a:cubicBezTo>
                  <a:cubicBezTo>
                    <a:pt x="6" y="166"/>
                    <a:pt x="5" y="168"/>
                    <a:pt x="4" y="168"/>
                  </a:cubicBezTo>
                  <a:cubicBezTo>
                    <a:pt x="3" y="168"/>
                    <a:pt x="1" y="167"/>
                    <a:pt x="1" y="166"/>
                  </a:cubicBezTo>
                  <a:cubicBezTo>
                    <a:pt x="0" y="165"/>
                    <a:pt x="0" y="162"/>
                    <a:pt x="0" y="161"/>
                  </a:cubicBezTo>
                  <a:cubicBezTo>
                    <a:pt x="0" y="159"/>
                    <a:pt x="0" y="156"/>
                    <a:pt x="1" y="155"/>
                  </a:cubicBezTo>
                  <a:cubicBezTo>
                    <a:pt x="2" y="154"/>
                    <a:pt x="4" y="152"/>
                    <a:pt x="5" y="151"/>
                  </a:cubicBezTo>
                  <a:cubicBezTo>
                    <a:pt x="6" y="150"/>
                    <a:pt x="9" y="148"/>
                    <a:pt x="10" y="147"/>
                  </a:cubicBezTo>
                  <a:cubicBezTo>
                    <a:pt x="11" y="146"/>
                    <a:pt x="13" y="145"/>
                    <a:pt x="14" y="145"/>
                  </a:cubicBezTo>
                  <a:cubicBezTo>
                    <a:pt x="15" y="145"/>
                    <a:pt x="19" y="146"/>
                    <a:pt x="20" y="145"/>
                  </a:cubicBezTo>
                  <a:cubicBezTo>
                    <a:pt x="21" y="145"/>
                    <a:pt x="23" y="143"/>
                    <a:pt x="23" y="143"/>
                  </a:cubicBezTo>
                  <a:cubicBezTo>
                    <a:pt x="23" y="142"/>
                    <a:pt x="24" y="140"/>
                    <a:pt x="23" y="139"/>
                  </a:cubicBezTo>
                  <a:cubicBezTo>
                    <a:pt x="23" y="138"/>
                    <a:pt x="21" y="136"/>
                    <a:pt x="21" y="135"/>
                  </a:cubicBezTo>
                  <a:cubicBezTo>
                    <a:pt x="20" y="134"/>
                    <a:pt x="20" y="131"/>
                    <a:pt x="20" y="129"/>
                  </a:cubicBezTo>
                  <a:cubicBezTo>
                    <a:pt x="20" y="128"/>
                    <a:pt x="20" y="126"/>
                    <a:pt x="19" y="125"/>
                  </a:cubicBezTo>
                  <a:cubicBezTo>
                    <a:pt x="19" y="125"/>
                    <a:pt x="18" y="124"/>
                    <a:pt x="18" y="124"/>
                  </a:cubicBezTo>
                  <a:cubicBezTo>
                    <a:pt x="17" y="123"/>
                    <a:pt x="17" y="121"/>
                    <a:pt x="18" y="120"/>
                  </a:cubicBezTo>
                  <a:cubicBezTo>
                    <a:pt x="18" y="120"/>
                    <a:pt x="19" y="119"/>
                    <a:pt x="20" y="119"/>
                  </a:cubicBezTo>
                  <a:cubicBezTo>
                    <a:pt x="21" y="119"/>
                    <a:pt x="22" y="119"/>
                    <a:pt x="22" y="120"/>
                  </a:cubicBezTo>
                  <a:cubicBezTo>
                    <a:pt x="23" y="120"/>
                    <a:pt x="22" y="122"/>
                    <a:pt x="23" y="123"/>
                  </a:cubicBezTo>
                  <a:cubicBezTo>
                    <a:pt x="23" y="123"/>
                    <a:pt x="24" y="124"/>
                    <a:pt x="25" y="124"/>
                  </a:cubicBezTo>
                  <a:cubicBezTo>
                    <a:pt x="25" y="124"/>
                    <a:pt x="27" y="125"/>
                    <a:pt x="27" y="124"/>
                  </a:cubicBezTo>
                  <a:cubicBezTo>
                    <a:pt x="28" y="124"/>
                    <a:pt x="28" y="122"/>
                    <a:pt x="28" y="121"/>
                  </a:cubicBezTo>
                  <a:cubicBezTo>
                    <a:pt x="28" y="121"/>
                    <a:pt x="26" y="119"/>
                    <a:pt x="26" y="119"/>
                  </a:cubicBezTo>
                  <a:cubicBezTo>
                    <a:pt x="26" y="118"/>
                    <a:pt x="26" y="117"/>
                    <a:pt x="27" y="116"/>
                  </a:cubicBezTo>
                  <a:cubicBezTo>
                    <a:pt x="27" y="115"/>
                    <a:pt x="29" y="115"/>
                    <a:pt x="30" y="115"/>
                  </a:cubicBezTo>
                  <a:cubicBezTo>
                    <a:pt x="31" y="115"/>
                    <a:pt x="33" y="115"/>
                    <a:pt x="34" y="116"/>
                  </a:cubicBezTo>
                  <a:cubicBezTo>
                    <a:pt x="35" y="116"/>
                    <a:pt x="35" y="118"/>
                    <a:pt x="36" y="118"/>
                  </a:cubicBezTo>
                  <a:cubicBezTo>
                    <a:pt x="37" y="119"/>
                    <a:pt x="39" y="120"/>
                    <a:pt x="40" y="120"/>
                  </a:cubicBezTo>
                  <a:cubicBezTo>
                    <a:pt x="41" y="120"/>
                    <a:pt x="42" y="120"/>
                    <a:pt x="43" y="120"/>
                  </a:cubicBezTo>
                  <a:cubicBezTo>
                    <a:pt x="44" y="119"/>
                    <a:pt x="44" y="116"/>
                    <a:pt x="45" y="116"/>
                  </a:cubicBezTo>
                  <a:cubicBezTo>
                    <a:pt x="46" y="115"/>
                    <a:pt x="49" y="115"/>
                    <a:pt x="50" y="115"/>
                  </a:cubicBezTo>
                  <a:cubicBezTo>
                    <a:pt x="51" y="115"/>
                    <a:pt x="52" y="117"/>
                    <a:pt x="53" y="117"/>
                  </a:cubicBezTo>
                  <a:cubicBezTo>
                    <a:pt x="54" y="117"/>
                    <a:pt x="57" y="117"/>
                    <a:pt x="58" y="116"/>
                  </a:cubicBezTo>
                  <a:cubicBezTo>
                    <a:pt x="59" y="116"/>
                    <a:pt x="60" y="114"/>
                    <a:pt x="61" y="113"/>
                  </a:cubicBezTo>
                  <a:cubicBezTo>
                    <a:pt x="61" y="112"/>
                    <a:pt x="63" y="110"/>
                    <a:pt x="63" y="109"/>
                  </a:cubicBezTo>
                  <a:cubicBezTo>
                    <a:pt x="63" y="108"/>
                    <a:pt x="62" y="105"/>
                    <a:pt x="61" y="105"/>
                  </a:cubicBezTo>
                  <a:cubicBezTo>
                    <a:pt x="61" y="104"/>
                    <a:pt x="59" y="103"/>
                    <a:pt x="58" y="103"/>
                  </a:cubicBezTo>
                  <a:cubicBezTo>
                    <a:pt x="57" y="103"/>
                    <a:pt x="56" y="105"/>
                    <a:pt x="55" y="105"/>
                  </a:cubicBezTo>
                  <a:cubicBezTo>
                    <a:pt x="54" y="106"/>
                    <a:pt x="51" y="106"/>
                    <a:pt x="50" y="106"/>
                  </a:cubicBezTo>
                  <a:cubicBezTo>
                    <a:pt x="49" y="106"/>
                    <a:pt x="46" y="105"/>
                    <a:pt x="45" y="104"/>
                  </a:cubicBezTo>
                  <a:cubicBezTo>
                    <a:pt x="44" y="104"/>
                    <a:pt x="43" y="103"/>
                    <a:pt x="42" y="102"/>
                  </a:cubicBezTo>
                  <a:cubicBezTo>
                    <a:pt x="42" y="101"/>
                    <a:pt x="43" y="99"/>
                    <a:pt x="43" y="98"/>
                  </a:cubicBezTo>
                  <a:cubicBezTo>
                    <a:pt x="44" y="97"/>
                    <a:pt x="46" y="97"/>
                    <a:pt x="47" y="97"/>
                  </a:cubicBezTo>
                  <a:cubicBezTo>
                    <a:pt x="48" y="96"/>
                    <a:pt x="50" y="97"/>
                    <a:pt x="51" y="97"/>
                  </a:cubicBezTo>
                  <a:cubicBezTo>
                    <a:pt x="52" y="97"/>
                    <a:pt x="55" y="98"/>
                    <a:pt x="55" y="97"/>
                  </a:cubicBezTo>
                  <a:cubicBezTo>
                    <a:pt x="56" y="97"/>
                    <a:pt x="56" y="95"/>
                    <a:pt x="56" y="94"/>
                  </a:cubicBezTo>
                  <a:cubicBezTo>
                    <a:pt x="56" y="93"/>
                    <a:pt x="57" y="91"/>
                    <a:pt x="57" y="90"/>
                  </a:cubicBezTo>
                  <a:cubicBezTo>
                    <a:pt x="57" y="89"/>
                    <a:pt x="55" y="88"/>
                    <a:pt x="54" y="87"/>
                  </a:cubicBezTo>
                  <a:cubicBezTo>
                    <a:pt x="54" y="86"/>
                    <a:pt x="54" y="83"/>
                    <a:pt x="55" y="81"/>
                  </a:cubicBezTo>
                  <a:cubicBezTo>
                    <a:pt x="55" y="80"/>
                    <a:pt x="56" y="78"/>
                    <a:pt x="56" y="77"/>
                  </a:cubicBezTo>
                  <a:cubicBezTo>
                    <a:pt x="56" y="76"/>
                    <a:pt x="56" y="74"/>
                    <a:pt x="56" y="73"/>
                  </a:cubicBezTo>
                  <a:cubicBezTo>
                    <a:pt x="56" y="72"/>
                    <a:pt x="59" y="71"/>
                    <a:pt x="59" y="70"/>
                  </a:cubicBezTo>
                  <a:cubicBezTo>
                    <a:pt x="60" y="69"/>
                    <a:pt x="59" y="66"/>
                    <a:pt x="59" y="64"/>
                  </a:cubicBezTo>
                  <a:cubicBezTo>
                    <a:pt x="60" y="63"/>
                    <a:pt x="59" y="60"/>
                    <a:pt x="60" y="58"/>
                  </a:cubicBezTo>
                  <a:cubicBezTo>
                    <a:pt x="60" y="57"/>
                    <a:pt x="62" y="56"/>
                    <a:pt x="63" y="56"/>
                  </a:cubicBezTo>
                  <a:cubicBezTo>
                    <a:pt x="64" y="55"/>
                    <a:pt x="67" y="54"/>
                    <a:pt x="68" y="54"/>
                  </a:cubicBezTo>
                  <a:cubicBezTo>
                    <a:pt x="70" y="54"/>
                    <a:pt x="74" y="54"/>
                    <a:pt x="76" y="54"/>
                  </a:cubicBezTo>
                  <a:cubicBezTo>
                    <a:pt x="78" y="55"/>
                    <a:pt x="84" y="56"/>
                    <a:pt x="86" y="55"/>
                  </a:cubicBezTo>
                  <a:cubicBezTo>
                    <a:pt x="89" y="55"/>
                    <a:pt x="95" y="54"/>
                    <a:pt x="98" y="54"/>
                  </a:cubicBezTo>
                  <a:cubicBezTo>
                    <a:pt x="101" y="53"/>
                    <a:pt x="108" y="52"/>
                    <a:pt x="111" y="50"/>
                  </a:cubicBezTo>
                  <a:cubicBezTo>
                    <a:pt x="113" y="50"/>
                    <a:pt x="115" y="48"/>
                    <a:pt x="116" y="47"/>
                  </a:cubicBezTo>
                  <a:cubicBezTo>
                    <a:pt x="117" y="47"/>
                    <a:pt x="120" y="46"/>
                    <a:pt x="121" y="46"/>
                  </a:cubicBezTo>
                  <a:cubicBezTo>
                    <a:pt x="122" y="45"/>
                    <a:pt x="125" y="44"/>
                    <a:pt x="126" y="43"/>
                  </a:cubicBezTo>
                  <a:cubicBezTo>
                    <a:pt x="127" y="43"/>
                    <a:pt x="130" y="42"/>
                    <a:pt x="131" y="40"/>
                  </a:cubicBezTo>
                  <a:cubicBezTo>
                    <a:pt x="131" y="39"/>
                    <a:pt x="130" y="37"/>
                    <a:pt x="130" y="36"/>
                  </a:cubicBezTo>
                  <a:cubicBezTo>
                    <a:pt x="130" y="35"/>
                    <a:pt x="131" y="32"/>
                    <a:pt x="132" y="31"/>
                  </a:cubicBezTo>
                  <a:cubicBezTo>
                    <a:pt x="132" y="29"/>
                    <a:pt x="132" y="27"/>
                    <a:pt x="133" y="25"/>
                  </a:cubicBezTo>
                  <a:cubicBezTo>
                    <a:pt x="134" y="24"/>
                    <a:pt x="135" y="20"/>
                    <a:pt x="137" y="19"/>
                  </a:cubicBezTo>
                  <a:cubicBezTo>
                    <a:pt x="137" y="18"/>
                    <a:pt x="139" y="16"/>
                    <a:pt x="141" y="15"/>
                  </a:cubicBezTo>
                  <a:cubicBezTo>
                    <a:pt x="141" y="15"/>
                    <a:pt x="143" y="14"/>
                    <a:pt x="143" y="14"/>
                  </a:cubicBezTo>
                  <a:cubicBezTo>
                    <a:pt x="145" y="14"/>
                    <a:pt x="146" y="17"/>
                    <a:pt x="147" y="17"/>
                  </a:cubicBezTo>
                  <a:cubicBezTo>
                    <a:pt x="148" y="18"/>
                    <a:pt x="151" y="18"/>
                    <a:pt x="152" y="18"/>
                  </a:cubicBezTo>
                  <a:cubicBezTo>
                    <a:pt x="153" y="18"/>
                    <a:pt x="155" y="17"/>
                    <a:pt x="155" y="17"/>
                  </a:cubicBezTo>
                  <a:cubicBezTo>
                    <a:pt x="157" y="16"/>
                    <a:pt x="159" y="13"/>
                    <a:pt x="160" y="12"/>
                  </a:cubicBezTo>
                  <a:cubicBezTo>
                    <a:pt x="161" y="11"/>
                    <a:pt x="162" y="8"/>
                    <a:pt x="162" y="7"/>
                  </a:cubicBezTo>
                  <a:cubicBezTo>
                    <a:pt x="162" y="5"/>
                    <a:pt x="162" y="2"/>
                    <a:pt x="163" y="1"/>
                  </a:cubicBezTo>
                  <a:cubicBezTo>
                    <a:pt x="164" y="1"/>
                    <a:pt x="166" y="0"/>
                    <a:pt x="166" y="0"/>
                  </a:cubicBezTo>
                  <a:cubicBezTo>
                    <a:pt x="168" y="0"/>
                    <a:pt x="168" y="4"/>
                    <a:pt x="168" y="5"/>
                  </a:cubicBezTo>
                  <a:cubicBezTo>
                    <a:pt x="169" y="6"/>
                    <a:pt x="169" y="9"/>
                    <a:pt x="168" y="11"/>
                  </a:cubicBezTo>
                  <a:cubicBezTo>
                    <a:pt x="168" y="12"/>
                    <a:pt x="166" y="13"/>
                    <a:pt x="166" y="14"/>
                  </a:cubicBezTo>
                  <a:cubicBezTo>
                    <a:pt x="165" y="15"/>
                    <a:pt x="164" y="17"/>
                    <a:pt x="164" y="18"/>
                  </a:cubicBezTo>
                  <a:cubicBezTo>
                    <a:pt x="163" y="19"/>
                    <a:pt x="164" y="22"/>
                    <a:pt x="164" y="24"/>
                  </a:cubicBezTo>
                  <a:cubicBezTo>
                    <a:pt x="164" y="25"/>
                    <a:pt x="163" y="28"/>
                    <a:pt x="163" y="30"/>
                  </a:cubicBezTo>
                  <a:cubicBezTo>
                    <a:pt x="163" y="31"/>
                    <a:pt x="165" y="33"/>
                    <a:pt x="165" y="34"/>
                  </a:cubicBezTo>
                  <a:cubicBezTo>
                    <a:pt x="165" y="35"/>
                    <a:pt x="166" y="38"/>
                    <a:pt x="165" y="40"/>
                  </a:cubicBezTo>
                  <a:cubicBezTo>
                    <a:pt x="165" y="42"/>
                    <a:pt x="163" y="45"/>
                    <a:pt x="162" y="47"/>
                  </a:cubicBezTo>
                  <a:cubicBezTo>
                    <a:pt x="161" y="48"/>
                    <a:pt x="160" y="51"/>
                    <a:pt x="159" y="53"/>
                  </a:cubicBezTo>
                  <a:cubicBezTo>
                    <a:pt x="159" y="54"/>
                    <a:pt x="158" y="57"/>
                    <a:pt x="158" y="58"/>
                  </a:cubicBezTo>
                  <a:cubicBezTo>
                    <a:pt x="157" y="60"/>
                    <a:pt x="157" y="65"/>
                    <a:pt x="157" y="67"/>
                  </a:cubicBezTo>
                  <a:cubicBezTo>
                    <a:pt x="157" y="69"/>
                    <a:pt x="157" y="73"/>
                    <a:pt x="157" y="74"/>
                  </a:cubicBezTo>
                  <a:cubicBezTo>
                    <a:pt x="157" y="75"/>
                    <a:pt x="156" y="77"/>
                    <a:pt x="155" y="77"/>
                  </a:cubicBezTo>
                  <a:cubicBezTo>
                    <a:pt x="154" y="78"/>
                    <a:pt x="152" y="78"/>
                    <a:pt x="151" y="78"/>
                  </a:cubicBezTo>
                  <a:cubicBezTo>
                    <a:pt x="150" y="77"/>
                    <a:pt x="148" y="75"/>
                    <a:pt x="148" y="74"/>
                  </a:cubicBezTo>
                  <a:cubicBezTo>
                    <a:pt x="148" y="73"/>
                    <a:pt x="149" y="70"/>
                    <a:pt x="149" y="69"/>
                  </a:cubicBezTo>
                  <a:cubicBezTo>
                    <a:pt x="149" y="68"/>
                    <a:pt x="148" y="65"/>
                    <a:pt x="147" y="64"/>
                  </a:cubicBezTo>
                  <a:cubicBezTo>
                    <a:pt x="147" y="63"/>
                    <a:pt x="146" y="61"/>
                    <a:pt x="145" y="61"/>
                  </a:cubicBezTo>
                  <a:cubicBezTo>
                    <a:pt x="144" y="61"/>
                    <a:pt x="141" y="63"/>
                    <a:pt x="140" y="63"/>
                  </a:cubicBezTo>
                  <a:cubicBezTo>
                    <a:pt x="139" y="62"/>
                    <a:pt x="139" y="59"/>
                    <a:pt x="138" y="59"/>
                  </a:cubicBezTo>
                  <a:cubicBezTo>
                    <a:pt x="138" y="58"/>
                    <a:pt x="135" y="58"/>
                    <a:pt x="135" y="58"/>
                  </a:cubicBezTo>
                  <a:cubicBezTo>
                    <a:pt x="134" y="58"/>
                    <a:pt x="133" y="59"/>
                    <a:pt x="133" y="60"/>
                  </a:cubicBezTo>
                  <a:cubicBezTo>
                    <a:pt x="132" y="61"/>
                    <a:pt x="132" y="63"/>
                    <a:pt x="131" y="63"/>
                  </a:cubicBezTo>
                  <a:cubicBezTo>
                    <a:pt x="131" y="64"/>
                    <a:pt x="129" y="66"/>
                    <a:pt x="129" y="67"/>
                  </a:cubicBezTo>
                  <a:cubicBezTo>
                    <a:pt x="128" y="68"/>
                    <a:pt x="126" y="71"/>
                    <a:pt x="126" y="72"/>
                  </a:cubicBezTo>
                  <a:cubicBezTo>
                    <a:pt x="126" y="73"/>
                    <a:pt x="128" y="76"/>
                    <a:pt x="128" y="77"/>
                  </a:cubicBezTo>
                  <a:cubicBezTo>
                    <a:pt x="129" y="79"/>
                    <a:pt x="128" y="84"/>
                    <a:pt x="129" y="86"/>
                  </a:cubicBezTo>
                  <a:cubicBezTo>
                    <a:pt x="130" y="88"/>
                    <a:pt x="132" y="90"/>
                    <a:pt x="133" y="91"/>
                  </a:cubicBezTo>
                  <a:cubicBezTo>
                    <a:pt x="133" y="92"/>
                    <a:pt x="134" y="95"/>
                    <a:pt x="134" y="96"/>
                  </a:cubicBezTo>
                  <a:cubicBezTo>
                    <a:pt x="135" y="97"/>
                    <a:pt x="136" y="99"/>
                    <a:pt x="137" y="99"/>
                  </a:cubicBezTo>
                  <a:cubicBezTo>
                    <a:pt x="138" y="100"/>
                    <a:pt x="140" y="102"/>
                    <a:pt x="142" y="103"/>
                  </a:cubicBezTo>
                  <a:cubicBezTo>
                    <a:pt x="142" y="103"/>
                    <a:pt x="144" y="104"/>
                    <a:pt x="145" y="105"/>
                  </a:cubicBezTo>
                  <a:cubicBezTo>
                    <a:pt x="146" y="106"/>
                    <a:pt x="147" y="109"/>
                    <a:pt x="147" y="110"/>
                  </a:cubicBezTo>
                  <a:cubicBezTo>
                    <a:pt x="148" y="112"/>
                    <a:pt x="147" y="116"/>
                    <a:pt x="147" y="117"/>
                  </a:cubicBezTo>
                  <a:cubicBezTo>
                    <a:pt x="147" y="119"/>
                    <a:pt x="148" y="121"/>
                    <a:pt x="148" y="123"/>
                  </a:cubicBezTo>
                  <a:cubicBezTo>
                    <a:pt x="148" y="124"/>
                    <a:pt x="148" y="126"/>
                    <a:pt x="147" y="126"/>
                  </a:cubicBezTo>
                  <a:cubicBezTo>
                    <a:pt x="146" y="127"/>
                    <a:pt x="144" y="126"/>
                    <a:pt x="143" y="126"/>
                  </a:cubicBezTo>
                  <a:cubicBezTo>
                    <a:pt x="143" y="125"/>
                    <a:pt x="142" y="123"/>
                    <a:pt x="141" y="123"/>
                  </a:cubicBezTo>
                  <a:cubicBezTo>
                    <a:pt x="141" y="122"/>
                    <a:pt x="139" y="122"/>
                    <a:pt x="139" y="123"/>
                  </a:cubicBezTo>
                  <a:cubicBezTo>
                    <a:pt x="138" y="124"/>
                    <a:pt x="137" y="126"/>
                    <a:pt x="137" y="127"/>
                  </a:cubicBezTo>
                  <a:cubicBezTo>
                    <a:pt x="137" y="128"/>
                    <a:pt x="140" y="130"/>
                    <a:pt x="140" y="131"/>
                  </a:cubicBezTo>
                  <a:cubicBezTo>
                    <a:pt x="140" y="132"/>
                    <a:pt x="138" y="134"/>
                    <a:pt x="137" y="134"/>
                  </a:cubicBezTo>
                  <a:cubicBezTo>
                    <a:pt x="136" y="135"/>
                    <a:pt x="134" y="137"/>
                    <a:pt x="132" y="138"/>
                  </a:cubicBezTo>
                  <a:cubicBezTo>
                    <a:pt x="132" y="139"/>
                    <a:pt x="130" y="141"/>
                    <a:pt x="130" y="142"/>
                  </a:cubicBezTo>
                  <a:cubicBezTo>
                    <a:pt x="130" y="144"/>
                    <a:pt x="131" y="148"/>
                    <a:pt x="131" y="150"/>
                  </a:cubicBezTo>
                  <a:cubicBezTo>
                    <a:pt x="131" y="151"/>
                    <a:pt x="129" y="154"/>
                    <a:pt x="129" y="155"/>
                  </a:cubicBezTo>
                  <a:cubicBezTo>
                    <a:pt x="128" y="155"/>
                    <a:pt x="127" y="157"/>
                    <a:pt x="126" y="158"/>
                  </a:cubicBezTo>
                  <a:cubicBezTo>
                    <a:pt x="126" y="158"/>
                    <a:pt x="127" y="160"/>
                    <a:pt x="127" y="161"/>
                  </a:cubicBezTo>
                  <a:cubicBezTo>
                    <a:pt x="126" y="162"/>
                    <a:pt x="126" y="164"/>
                    <a:pt x="125" y="165"/>
                  </a:cubicBezTo>
                  <a:cubicBezTo>
                    <a:pt x="124" y="166"/>
                    <a:pt x="122" y="167"/>
                    <a:pt x="121" y="168"/>
                  </a:cubicBezTo>
                  <a:cubicBezTo>
                    <a:pt x="120" y="169"/>
                    <a:pt x="116" y="171"/>
                    <a:pt x="115" y="172"/>
                  </a:cubicBezTo>
                  <a:cubicBezTo>
                    <a:pt x="114" y="173"/>
                    <a:pt x="112" y="175"/>
                    <a:pt x="111" y="176"/>
                  </a:cubicBezTo>
                  <a:cubicBezTo>
                    <a:pt x="109" y="177"/>
                    <a:pt x="106" y="179"/>
                    <a:pt x="106" y="180"/>
                  </a:cubicBezTo>
                  <a:cubicBezTo>
                    <a:pt x="105" y="181"/>
                    <a:pt x="105" y="182"/>
                    <a:pt x="105" y="183"/>
                  </a:cubicBezTo>
                  <a:cubicBezTo>
                    <a:pt x="105" y="184"/>
                    <a:pt x="104" y="186"/>
                    <a:pt x="104" y="187"/>
                  </a:cubicBezTo>
                  <a:cubicBezTo>
                    <a:pt x="104" y="188"/>
                    <a:pt x="104" y="191"/>
                    <a:pt x="103" y="192"/>
                  </a:cubicBezTo>
                  <a:cubicBezTo>
                    <a:pt x="103" y="193"/>
                    <a:pt x="101" y="193"/>
                    <a:pt x="100" y="194"/>
                  </a:cubicBezTo>
                  <a:cubicBezTo>
                    <a:pt x="99" y="194"/>
                    <a:pt x="97" y="196"/>
                    <a:pt x="96" y="196"/>
                  </a:cubicBezTo>
                  <a:cubicBezTo>
                    <a:pt x="94" y="197"/>
                    <a:pt x="89" y="197"/>
                    <a:pt x="87" y="198"/>
                  </a:cubicBezTo>
                  <a:cubicBezTo>
                    <a:pt x="85" y="198"/>
                    <a:pt x="79" y="199"/>
                    <a:pt x="77" y="201"/>
                  </a:cubicBezTo>
                  <a:cubicBezTo>
                    <a:pt x="75" y="201"/>
                    <a:pt x="72" y="204"/>
                    <a:pt x="70" y="205"/>
                  </a:cubicBezTo>
                  <a:cubicBezTo>
                    <a:pt x="68" y="206"/>
                    <a:pt x="65" y="208"/>
                    <a:pt x="63" y="208"/>
                  </a:cubicBezTo>
                  <a:cubicBezTo>
                    <a:pt x="62" y="209"/>
                    <a:pt x="59" y="210"/>
                    <a:pt x="58" y="210"/>
                  </a:cubicBezTo>
                  <a:cubicBezTo>
                    <a:pt x="57" y="211"/>
                    <a:pt x="54" y="214"/>
                    <a:pt x="53" y="2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82"/>
            <p:cNvSpPr>
              <a:spLocks/>
            </p:cNvSpPr>
            <p:nvPr/>
          </p:nvSpPr>
          <p:spPr bwMode="auto">
            <a:xfrm>
              <a:off x="5534026" y="1682751"/>
              <a:ext cx="9525" cy="12700"/>
            </a:xfrm>
            <a:custGeom>
              <a:avLst/>
              <a:gdLst/>
              <a:ahLst/>
              <a:cxnLst>
                <a:cxn ang="0">
                  <a:pos x="6" y="2"/>
                </a:cxn>
                <a:cxn ang="0">
                  <a:pos x="5" y="0"/>
                </a:cxn>
                <a:cxn ang="0">
                  <a:pos x="0" y="2"/>
                </a:cxn>
                <a:cxn ang="0">
                  <a:pos x="0" y="6"/>
                </a:cxn>
                <a:cxn ang="0">
                  <a:pos x="2" y="8"/>
                </a:cxn>
                <a:cxn ang="0">
                  <a:pos x="5" y="7"/>
                </a:cxn>
                <a:cxn ang="0">
                  <a:pos x="6" y="2"/>
                </a:cxn>
              </a:cxnLst>
              <a:rect l="0" t="0" r="r" b="b"/>
              <a:pathLst>
                <a:path w="6" h="8">
                  <a:moveTo>
                    <a:pt x="6" y="2"/>
                  </a:moveTo>
                  <a:cubicBezTo>
                    <a:pt x="6" y="2"/>
                    <a:pt x="5" y="1"/>
                    <a:pt x="5" y="0"/>
                  </a:cubicBezTo>
                  <a:cubicBezTo>
                    <a:pt x="4" y="0"/>
                    <a:pt x="1" y="1"/>
                    <a:pt x="0" y="2"/>
                  </a:cubicBezTo>
                  <a:cubicBezTo>
                    <a:pt x="0" y="3"/>
                    <a:pt x="0" y="5"/>
                    <a:pt x="0" y="6"/>
                  </a:cubicBezTo>
                  <a:cubicBezTo>
                    <a:pt x="0" y="6"/>
                    <a:pt x="1" y="8"/>
                    <a:pt x="2" y="8"/>
                  </a:cubicBezTo>
                  <a:cubicBezTo>
                    <a:pt x="3" y="8"/>
                    <a:pt x="5" y="8"/>
                    <a:pt x="5" y="7"/>
                  </a:cubicBezTo>
                  <a:cubicBezTo>
                    <a:pt x="6" y="6"/>
                    <a:pt x="6" y="3"/>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83"/>
            <p:cNvSpPr>
              <a:spLocks/>
            </p:cNvSpPr>
            <p:nvPr/>
          </p:nvSpPr>
          <p:spPr bwMode="auto">
            <a:xfrm>
              <a:off x="5727701" y="1531938"/>
              <a:ext cx="12700" cy="12700"/>
            </a:xfrm>
            <a:custGeom>
              <a:avLst/>
              <a:gdLst/>
              <a:ahLst/>
              <a:cxnLst>
                <a:cxn ang="0">
                  <a:pos x="7" y="6"/>
                </a:cxn>
                <a:cxn ang="0">
                  <a:pos x="5" y="8"/>
                </a:cxn>
                <a:cxn ang="0">
                  <a:pos x="1" y="7"/>
                </a:cxn>
                <a:cxn ang="0">
                  <a:pos x="0" y="4"/>
                </a:cxn>
                <a:cxn ang="0">
                  <a:pos x="2" y="1"/>
                </a:cxn>
                <a:cxn ang="0">
                  <a:pos x="5" y="1"/>
                </a:cxn>
                <a:cxn ang="0">
                  <a:pos x="6" y="3"/>
                </a:cxn>
                <a:cxn ang="0">
                  <a:pos x="7" y="6"/>
                </a:cxn>
              </a:cxnLst>
              <a:rect l="0" t="0" r="r" b="b"/>
              <a:pathLst>
                <a:path w="8" h="8">
                  <a:moveTo>
                    <a:pt x="7" y="6"/>
                  </a:moveTo>
                  <a:cubicBezTo>
                    <a:pt x="7" y="7"/>
                    <a:pt x="6" y="7"/>
                    <a:pt x="5" y="8"/>
                  </a:cubicBezTo>
                  <a:cubicBezTo>
                    <a:pt x="4" y="8"/>
                    <a:pt x="2" y="7"/>
                    <a:pt x="1" y="7"/>
                  </a:cubicBezTo>
                  <a:cubicBezTo>
                    <a:pt x="1" y="6"/>
                    <a:pt x="0" y="5"/>
                    <a:pt x="0" y="4"/>
                  </a:cubicBezTo>
                  <a:cubicBezTo>
                    <a:pt x="0" y="3"/>
                    <a:pt x="1" y="1"/>
                    <a:pt x="2" y="1"/>
                  </a:cubicBezTo>
                  <a:cubicBezTo>
                    <a:pt x="2" y="0"/>
                    <a:pt x="4" y="1"/>
                    <a:pt x="5" y="1"/>
                  </a:cubicBezTo>
                  <a:cubicBezTo>
                    <a:pt x="5" y="1"/>
                    <a:pt x="5" y="2"/>
                    <a:pt x="6" y="3"/>
                  </a:cubicBezTo>
                  <a:cubicBezTo>
                    <a:pt x="6" y="3"/>
                    <a:pt x="8" y="5"/>
                    <a:pt x="7"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84"/>
            <p:cNvSpPr>
              <a:spLocks/>
            </p:cNvSpPr>
            <p:nvPr/>
          </p:nvSpPr>
          <p:spPr bwMode="auto">
            <a:xfrm>
              <a:off x="5337176" y="1212851"/>
              <a:ext cx="568325" cy="523875"/>
            </a:xfrm>
            <a:custGeom>
              <a:avLst/>
              <a:gdLst/>
              <a:ahLst/>
              <a:cxnLst>
                <a:cxn ang="0">
                  <a:pos x="352" y="88"/>
                </a:cxn>
                <a:cxn ang="0">
                  <a:pos x="339" y="95"/>
                </a:cxn>
                <a:cxn ang="0">
                  <a:pos x="323" y="100"/>
                </a:cxn>
                <a:cxn ang="0">
                  <a:pos x="320" y="90"/>
                </a:cxn>
                <a:cxn ang="0">
                  <a:pos x="308" y="100"/>
                </a:cxn>
                <a:cxn ang="0">
                  <a:pos x="295" y="107"/>
                </a:cxn>
                <a:cxn ang="0">
                  <a:pos x="285" y="113"/>
                </a:cxn>
                <a:cxn ang="0">
                  <a:pos x="272" y="119"/>
                </a:cxn>
                <a:cxn ang="0">
                  <a:pos x="272" y="106"/>
                </a:cxn>
                <a:cxn ang="0">
                  <a:pos x="286" y="96"/>
                </a:cxn>
                <a:cxn ang="0">
                  <a:pos x="271" y="93"/>
                </a:cxn>
                <a:cxn ang="0">
                  <a:pos x="260" y="93"/>
                </a:cxn>
                <a:cxn ang="0">
                  <a:pos x="255" y="102"/>
                </a:cxn>
                <a:cxn ang="0">
                  <a:pos x="255" y="116"/>
                </a:cxn>
                <a:cxn ang="0">
                  <a:pos x="245" y="109"/>
                </a:cxn>
                <a:cxn ang="0">
                  <a:pos x="235" y="97"/>
                </a:cxn>
                <a:cxn ang="0">
                  <a:pos x="233" y="107"/>
                </a:cxn>
                <a:cxn ang="0">
                  <a:pos x="246" y="118"/>
                </a:cxn>
                <a:cxn ang="0">
                  <a:pos x="254" y="128"/>
                </a:cxn>
                <a:cxn ang="0">
                  <a:pos x="241" y="138"/>
                </a:cxn>
                <a:cxn ang="0">
                  <a:pos x="219" y="144"/>
                </a:cxn>
                <a:cxn ang="0">
                  <a:pos x="197" y="145"/>
                </a:cxn>
                <a:cxn ang="0">
                  <a:pos x="180" y="148"/>
                </a:cxn>
                <a:cxn ang="0">
                  <a:pos x="178" y="169"/>
                </a:cxn>
                <a:cxn ang="0">
                  <a:pos x="169" y="185"/>
                </a:cxn>
                <a:cxn ang="0">
                  <a:pos x="166" y="199"/>
                </a:cxn>
                <a:cxn ang="0">
                  <a:pos x="161" y="213"/>
                </a:cxn>
                <a:cxn ang="0">
                  <a:pos x="146" y="234"/>
                </a:cxn>
                <a:cxn ang="0">
                  <a:pos x="131" y="233"/>
                </a:cxn>
                <a:cxn ang="0">
                  <a:pos x="116" y="243"/>
                </a:cxn>
                <a:cxn ang="0">
                  <a:pos x="105" y="262"/>
                </a:cxn>
                <a:cxn ang="0">
                  <a:pos x="110" y="280"/>
                </a:cxn>
                <a:cxn ang="0">
                  <a:pos x="100" y="299"/>
                </a:cxn>
                <a:cxn ang="0">
                  <a:pos x="105" y="302"/>
                </a:cxn>
                <a:cxn ang="0">
                  <a:pos x="121" y="308"/>
                </a:cxn>
                <a:cxn ang="0">
                  <a:pos x="118" y="319"/>
                </a:cxn>
                <a:cxn ang="0">
                  <a:pos x="109" y="326"/>
                </a:cxn>
                <a:cxn ang="0">
                  <a:pos x="91" y="316"/>
                </a:cxn>
                <a:cxn ang="0">
                  <a:pos x="82" y="324"/>
                </a:cxn>
                <a:cxn ang="0">
                  <a:pos x="60" y="329"/>
                </a:cxn>
                <a:cxn ang="0">
                  <a:pos x="49" y="310"/>
                </a:cxn>
                <a:cxn ang="0">
                  <a:pos x="33" y="280"/>
                </a:cxn>
                <a:cxn ang="0">
                  <a:pos x="21" y="258"/>
                </a:cxn>
                <a:cxn ang="0">
                  <a:pos x="12" y="262"/>
                </a:cxn>
                <a:cxn ang="0">
                  <a:pos x="13" y="282"/>
                </a:cxn>
                <a:cxn ang="0">
                  <a:pos x="18" y="293"/>
                </a:cxn>
                <a:cxn ang="0">
                  <a:pos x="15" y="297"/>
                </a:cxn>
                <a:cxn ang="0">
                  <a:pos x="0" y="273"/>
                </a:cxn>
                <a:cxn ang="0">
                  <a:pos x="9" y="229"/>
                </a:cxn>
                <a:cxn ang="0">
                  <a:pos x="42" y="174"/>
                </a:cxn>
                <a:cxn ang="0">
                  <a:pos x="72" y="129"/>
                </a:cxn>
                <a:cxn ang="0">
                  <a:pos x="104" y="88"/>
                </a:cxn>
                <a:cxn ang="0">
                  <a:pos x="129" y="65"/>
                </a:cxn>
                <a:cxn ang="0">
                  <a:pos x="161" y="22"/>
                </a:cxn>
                <a:cxn ang="0">
                  <a:pos x="190" y="26"/>
                </a:cxn>
                <a:cxn ang="0">
                  <a:pos x="249" y="33"/>
                </a:cxn>
                <a:cxn ang="0">
                  <a:pos x="308" y="2"/>
                </a:cxn>
                <a:cxn ang="0">
                  <a:pos x="338" y="32"/>
                </a:cxn>
              </a:cxnLst>
              <a:rect l="0" t="0" r="r" b="b"/>
              <a:pathLst>
                <a:path w="362" h="333">
                  <a:moveTo>
                    <a:pt x="361" y="76"/>
                  </a:moveTo>
                  <a:cubicBezTo>
                    <a:pt x="362" y="78"/>
                    <a:pt x="362" y="82"/>
                    <a:pt x="361" y="85"/>
                  </a:cubicBezTo>
                  <a:cubicBezTo>
                    <a:pt x="360" y="85"/>
                    <a:pt x="358" y="85"/>
                    <a:pt x="356" y="85"/>
                  </a:cubicBezTo>
                  <a:cubicBezTo>
                    <a:pt x="355" y="86"/>
                    <a:pt x="353" y="88"/>
                    <a:pt x="352" y="88"/>
                  </a:cubicBezTo>
                  <a:cubicBezTo>
                    <a:pt x="351" y="89"/>
                    <a:pt x="348" y="89"/>
                    <a:pt x="346" y="89"/>
                  </a:cubicBezTo>
                  <a:cubicBezTo>
                    <a:pt x="346" y="90"/>
                    <a:pt x="346" y="92"/>
                    <a:pt x="345" y="92"/>
                  </a:cubicBezTo>
                  <a:cubicBezTo>
                    <a:pt x="344" y="93"/>
                    <a:pt x="342" y="91"/>
                    <a:pt x="341" y="91"/>
                  </a:cubicBezTo>
                  <a:cubicBezTo>
                    <a:pt x="340" y="91"/>
                    <a:pt x="340" y="94"/>
                    <a:pt x="339" y="95"/>
                  </a:cubicBezTo>
                  <a:cubicBezTo>
                    <a:pt x="338" y="96"/>
                    <a:pt x="335" y="99"/>
                    <a:pt x="334" y="100"/>
                  </a:cubicBezTo>
                  <a:cubicBezTo>
                    <a:pt x="332" y="101"/>
                    <a:pt x="329" y="104"/>
                    <a:pt x="326" y="104"/>
                  </a:cubicBezTo>
                  <a:cubicBezTo>
                    <a:pt x="326" y="104"/>
                    <a:pt x="324" y="103"/>
                    <a:pt x="324" y="103"/>
                  </a:cubicBezTo>
                  <a:cubicBezTo>
                    <a:pt x="324" y="102"/>
                    <a:pt x="323" y="101"/>
                    <a:pt x="323" y="100"/>
                  </a:cubicBezTo>
                  <a:cubicBezTo>
                    <a:pt x="324" y="99"/>
                    <a:pt x="325" y="99"/>
                    <a:pt x="325" y="98"/>
                  </a:cubicBezTo>
                  <a:cubicBezTo>
                    <a:pt x="326" y="97"/>
                    <a:pt x="325" y="95"/>
                    <a:pt x="325" y="94"/>
                  </a:cubicBezTo>
                  <a:cubicBezTo>
                    <a:pt x="325" y="94"/>
                    <a:pt x="323" y="93"/>
                    <a:pt x="323" y="92"/>
                  </a:cubicBezTo>
                  <a:cubicBezTo>
                    <a:pt x="322" y="92"/>
                    <a:pt x="321" y="90"/>
                    <a:pt x="320" y="90"/>
                  </a:cubicBezTo>
                  <a:cubicBezTo>
                    <a:pt x="320" y="89"/>
                    <a:pt x="318" y="89"/>
                    <a:pt x="317" y="90"/>
                  </a:cubicBezTo>
                  <a:cubicBezTo>
                    <a:pt x="316" y="90"/>
                    <a:pt x="314" y="91"/>
                    <a:pt x="314" y="92"/>
                  </a:cubicBezTo>
                  <a:cubicBezTo>
                    <a:pt x="313" y="93"/>
                    <a:pt x="313" y="95"/>
                    <a:pt x="312" y="96"/>
                  </a:cubicBezTo>
                  <a:cubicBezTo>
                    <a:pt x="311" y="97"/>
                    <a:pt x="309" y="99"/>
                    <a:pt x="308" y="100"/>
                  </a:cubicBezTo>
                  <a:cubicBezTo>
                    <a:pt x="307" y="101"/>
                    <a:pt x="306" y="105"/>
                    <a:pt x="304" y="106"/>
                  </a:cubicBezTo>
                  <a:cubicBezTo>
                    <a:pt x="304" y="107"/>
                    <a:pt x="303" y="108"/>
                    <a:pt x="302" y="108"/>
                  </a:cubicBezTo>
                  <a:cubicBezTo>
                    <a:pt x="302" y="108"/>
                    <a:pt x="300" y="107"/>
                    <a:pt x="299" y="107"/>
                  </a:cubicBezTo>
                  <a:cubicBezTo>
                    <a:pt x="298" y="107"/>
                    <a:pt x="296" y="107"/>
                    <a:pt x="295" y="107"/>
                  </a:cubicBezTo>
                  <a:cubicBezTo>
                    <a:pt x="295" y="107"/>
                    <a:pt x="293" y="106"/>
                    <a:pt x="292" y="106"/>
                  </a:cubicBezTo>
                  <a:cubicBezTo>
                    <a:pt x="292" y="106"/>
                    <a:pt x="290" y="106"/>
                    <a:pt x="289" y="106"/>
                  </a:cubicBezTo>
                  <a:cubicBezTo>
                    <a:pt x="288" y="106"/>
                    <a:pt x="286" y="108"/>
                    <a:pt x="286" y="109"/>
                  </a:cubicBezTo>
                  <a:cubicBezTo>
                    <a:pt x="285" y="110"/>
                    <a:pt x="285" y="112"/>
                    <a:pt x="285" y="113"/>
                  </a:cubicBezTo>
                  <a:cubicBezTo>
                    <a:pt x="284" y="114"/>
                    <a:pt x="284" y="117"/>
                    <a:pt x="283" y="118"/>
                  </a:cubicBezTo>
                  <a:cubicBezTo>
                    <a:pt x="283" y="119"/>
                    <a:pt x="281" y="120"/>
                    <a:pt x="280" y="120"/>
                  </a:cubicBezTo>
                  <a:cubicBezTo>
                    <a:pt x="279" y="120"/>
                    <a:pt x="276" y="121"/>
                    <a:pt x="275" y="120"/>
                  </a:cubicBezTo>
                  <a:cubicBezTo>
                    <a:pt x="274" y="120"/>
                    <a:pt x="272" y="119"/>
                    <a:pt x="272" y="119"/>
                  </a:cubicBezTo>
                  <a:cubicBezTo>
                    <a:pt x="271" y="119"/>
                    <a:pt x="270" y="117"/>
                    <a:pt x="270" y="117"/>
                  </a:cubicBezTo>
                  <a:cubicBezTo>
                    <a:pt x="269" y="116"/>
                    <a:pt x="268" y="114"/>
                    <a:pt x="268" y="113"/>
                  </a:cubicBezTo>
                  <a:cubicBezTo>
                    <a:pt x="268" y="112"/>
                    <a:pt x="269" y="110"/>
                    <a:pt x="269" y="109"/>
                  </a:cubicBezTo>
                  <a:cubicBezTo>
                    <a:pt x="270" y="108"/>
                    <a:pt x="271" y="106"/>
                    <a:pt x="272" y="106"/>
                  </a:cubicBezTo>
                  <a:cubicBezTo>
                    <a:pt x="273" y="105"/>
                    <a:pt x="276" y="104"/>
                    <a:pt x="277" y="104"/>
                  </a:cubicBezTo>
                  <a:cubicBezTo>
                    <a:pt x="278" y="103"/>
                    <a:pt x="281" y="103"/>
                    <a:pt x="281" y="102"/>
                  </a:cubicBezTo>
                  <a:cubicBezTo>
                    <a:pt x="282" y="102"/>
                    <a:pt x="284" y="100"/>
                    <a:pt x="284" y="99"/>
                  </a:cubicBezTo>
                  <a:cubicBezTo>
                    <a:pt x="285" y="99"/>
                    <a:pt x="287" y="97"/>
                    <a:pt x="286" y="96"/>
                  </a:cubicBezTo>
                  <a:cubicBezTo>
                    <a:pt x="286" y="95"/>
                    <a:pt x="286" y="94"/>
                    <a:pt x="285" y="93"/>
                  </a:cubicBezTo>
                  <a:cubicBezTo>
                    <a:pt x="284" y="93"/>
                    <a:pt x="281" y="93"/>
                    <a:pt x="280" y="93"/>
                  </a:cubicBezTo>
                  <a:cubicBezTo>
                    <a:pt x="278" y="93"/>
                    <a:pt x="276" y="94"/>
                    <a:pt x="274" y="94"/>
                  </a:cubicBezTo>
                  <a:cubicBezTo>
                    <a:pt x="273" y="94"/>
                    <a:pt x="271" y="93"/>
                    <a:pt x="271" y="93"/>
                  </a:cubicBezTo>
                  <a:cubicBezTo>
                    <a:pt x="270" y="93"/>
                    <a:pt x="269" y="92"/>
                    <a:pt x="268" y="92"/>
                  </a:cubicBezTo>
                  <a:cubicBezTo>
                    <a:pt x="267" y="92"/>
                    <a:pt x="266" y="94"/>
                    <a:pt x="265" y="94"/>
                  </a:cubicBezTo>
                  <a:cubicBezTo>
                    <a:pt x="265" y="94"/>
                    <a:pt x="263" y="95"/>
                    <a:pt x="262" y="95"/>
                  </a:cubicBezTo>
                  <a:cubicBezTo>
                    <a:pt x="262" y="95"/>
                    <a:pt x="260" y="94"/>
                    <a:pt x="260" y="93"/>
                  </a:cubicBezTo>
                  <a:cubicBezTo>
                    <a:pt x="259" y="93"/>
                    <a:pt x="258" y="93"/>
                    <a:pt x="258" y="93"/>
                  </a:cubicBezTo>
                  <a:cubicBezTo>
                    <a:pt x="257" y="94"/>
                    <a:pt x="256" y="94"/>
                    <a:pt x="255" y="95"/>
                  </a:cubicBezTo>
                  <a:cubicBezTo>
                    <a:pt x="255" y="96"/>
                    <a:pt x="254" y="97"/>
                    <a:pt x="254" y="98"/>
                  </a:cubicBezTo>
                  <a:cubicBezTo>
                    <a:pt x="254" y="99"/>
                    <a:pt x="255" y="101"/>
                    <a:pt x="255" y="102"/>
                  </a:cubicBezTo>
                  <a:cubicBezTo>
                    <a:pt x="255" y="103"/>
                    <a:pt x="254" y="105"/>
                    <a:pt x="254" y="106"/>
                  </a:cubicBezTo>
                  <a:cubicBezTo>
                    <a:pt x="255" y="107"/>
                    <a:pt x="257" y="109"/>
                    <a:pt x="258" y="110"/>
                  </a:cubicBezTo>
                  <a:cubicBezTo>
                    <a:pt x="258" y="111"/>
                    <a:pt x="257" y="112"/>
                    <a:pt x="257" y="113"/>
                  </a:cubicBezTo>
                  <a:cubicBezTo>
                    <a:pt x="256" y="114"/>
                    <a:pt x="256" y="116"/>
                    <a:pt x="255" y="116"/>
                  </a:cubicBezTo>
                  <a:cubicBezTo>
                    <a:pt x="254" y="116"/>
                    <a:pt x="252" y="116"/>
                    <a:pt x="251" y="115"/>
                  </a:cubicBezTo>
                  <a:cubicBezTo>
                    <a:pt x="251" y="115"/>
                    <a:pt x="249" y="114"/>
                    <a:pt x="249" y="113"/>
                  </a:cubicBezTo>
                  <a:cubicBezTo>
                    <a:pt x="249" y="113"/>
                    <a:pt x="249" y="111"/>
                    <a:pt x="248" y="111"/>
                  </a:cubicBezTo>
                  <a:cubicBezTo>
                    <a:pt x="248" y="110"/>
                    <a:pt x="246" y="109"/>
                    <a:pt x="245" y="109"/>
                  </a:cubicBezTo>
                  <a:cubicBezTo>
                    <a:pt x="244" y="108"/>
                    <a:pt x="242" y="107"/>
                    <a:pt x="241" y="106"/>
                  </a:cubicBezTo>
                  <a:cubicBezTo>
                    <a:pt x="240" y="105"/>
                    <a:pt x="240" y="102"/>
                    <a:pt x="240" y="100"/>
                  </a:cubicBezTo>
                  <a:cubicBezTo>
                    <a:pt x="239" y="100"/>
                    <a:pt x="238" y="98"/>
                    <a:pt x="237" y="98"/>
                  </a:cubicBezTo>
                  <a:cubicBezTo>
                    <a:pt x="237" y="97"/>
                    <a:pt x="236" y="97"/>
                    <a:pt x="235" y="97"/>
                  </a:cubicBezTo>
                  <a:cubicBezTo>
                    <a:pt x="234" y="97"/>
                    <a:pt x="233" y="97"/>
                    <a:pt x="232" y="98"/>
                  </a:cubicBezTo>
                  <a:cubicBezTo>
                    <a:pt x="232" y="98"/>
                    <a:pt x="231" y="100"/>
                    <a:pt x="231" y="100"/>
                  </a:cubicBezTo>
                  <a:cubicBezTo>
                    <a:pt x="231" y="101"/>
                    <a:pt x="233" y="102"/>
                    <a:pt x="233" y="103"/>
                  </a:cubicBezTo>
                  <a:cubicBezTo>
                    <a:pt x="233" y="104"/>
                    <a:pt x="233" y="106"/>
                    <a:pt x="233" y="107"/>
                  </a:cubicBezTo>
                  <a:cubicBezTo>
                    <a:pt x="234" y="107"/>
                    <a:pt x="235" y="108"/>
                    <a:pt x="236" y="109"/>
                  </a:cubicBezTo>
                  <a:cubicBezTo>
                    <a:pt x="237" y="109"/>
                    <a:pt x="238" y="110"/>
                    <a:pt x="239" y="111"/>
                  </a:cubicBezTo>
                  <a:cubicBezTo>
                    <a:pt x="240" y="112"/>
                    <a:pt x="242" y="113"/>
                    <a:pt x="243" y="114"/>
                  </a:cubicBezTo>
                  <a:cubicBezTo>
                    <a:pt x="244" y="115"/>
                    <a:pt x="245" y="117"/>
                    <a:pt x="246" y="118"/>
                  </a:cubicBezTo>
                  <a:cubicBezTo>
                    <a:pt x="247" y="119"/>
                    <a:pt x="249" y="121"/>
                    <a:pt x="250" y="121"/>
                  </a:cubicBezTo>
                  <a:cubicBezTo>
                    <a:pt x="252" y="122"/>
                    <a:pt x="254" y="121"/>
                    <a:pt x="255" y="122"/>
                  </a:cubicBezTo>
                  <a:cubicBezTo>
                    <a:pt x="256" y="123"/>
                    <a:pt x="256" y="125"/>
                    <a:pt x="256" y="126"/>
                  </a:cubicBezTo>
                  <a:cubicBezTo>
                    <a:pt x="256" y="126"/>
                    <a:pt x="255" y="128"/>
                    <a:pt x="254" y="128"/>
                  </a:cubicBezTo>
                  <a:cubicBezTo>
                    <a:pt x="253" y="129"/>
                    <a:pt x="251" y="130"/>
                    <a:pt x="250" y="130"/>
                  </a:cubicBezTo>
                  <a:cubicBezTo>
                    <a:pt x="249" y="131"/>
                    <a:pt x="246" y="130"/>
                    <a:pt x="245" y="131"/>
                  </a:cubicBezTo>
                  <a:cubicBezTo>
                    <a:pt x="244" y="131"/>
                    <a:pt x="243" y="133"/>
                    <a:pt x="242" y="134"/>
                  </a:cubicBezTo>
                  <a:cubicBezTo>
                    <a:pt x="242" y="135"/>
                    <a:pt x="241" y="138"/>
                    <a:pt x="241" y="138"/>
                  </a:cubicBezTo>
                  <a:cubicBezTo>
                    <a:pt x="240" y="139"/>
                    <a:pt x="237" y="138"/>
                    <a:pt x="235" y="139"/>
                  </a:cubicBezTo>
                  <a:cubicBezTo>
                    <a:pt x="234" y="139"/>
                    <a:pt x="232" y="141"/>
                    <a:pt x="231" y="141"/>
                  </a:cubicBezTo>
                  <a:cubicBezTo>
                    <a:pt x="229" y="142"/>
                    <a:pt x="226" y="143"/>
                    <a:pt x="225" y="144"/>
                  </a:cubicBezTo>
                  <a:cubicBezTo>
                    <a:pt x="223" y="144"/>
                    <a:pt x="220" y="143"/>
                    <a:pt x="219" y="144"/>
                  </a:cubicBezTo>
                  <a:cubicBezTo>
                    <a:pt x="217" y="144"/>
                    <a:pt x="214" y="146"/>
                    <a:pt x="213" y="146"/>
                  </a:cubicBezTo>
                  <a:cubicBezTo>
                    <a:pt x="211" y="147"/>
                    <a:pt x="208" y="147"/>
                    <a:pt x="207" y="146"/>
                  </a:cubicBezTo>
                  <a:cubicBezTo>
                    <a:pt x="206" y="146"/>
                    <a:pt x="204" y="145"/>
                    <a:pt x="203" y="145"/>
                  </a:cubicBezTo>
                  <a:cubicBezTo>
                    <a:pt x="201" y="145"/>
                    <a:pt x="198" y="145"/>
                    <a:pt x="197" y="145"/>
                  </a:cubicBezTo>
                  <a:cubicBezTo>
                    <a:pt x="196" y="145"/>
                    <a:pt x="194" y="147"/>
                    <a:pt x="193" y="147"/>
                  </a:cubicBezTo>
                  <a:cubicBezTo>
                    <a:pt x="192" y="146"/>
                    <a:pt x="190" y="145"/>
                    <a:pt x="189" y="145"/>
                  </a:cubicBezTo>
                  <a:cubicBezTo>
                    <a:pt x="188" y="145"/>
                    <a:pt x="185" y="145"/>
                    <a:pt x="184" y="146"/>
                  </a:cubicBezTo>
                  <a:cubicBezTo>
                    <a:pt x="183" y="147"/>
                    <a:pt x="181" y="148"/>
                    <a:pt x="180" y="148"/>
                  </a:cubicBezTo>
                  <a:cubicBezTo>
                    <a:pt x="179" y="150"/>
                    <a:pt x="180" y="154"/>
                    <a:pt x="180" y="155"/>
                  </a:cubicBezTo>
                  <a:cubicBezTo>
                    <a:pt x="180" y="156"/>
                    <a:pt x="181" y="158"/>
                    <a:pt x="181" y="159"/>
                  </a:cubicBezTo>
                  <a:cubicBezTo>
                    <a:pt x="181" y="160"/>
                    <a:pt x="181" y="162"/>
                    <a:pt x="181" y="163"/>
                  </a:cubicBezTo>
                  <a:cubicBezTo>
                    <a:pt x="180" y="164"/>
                    <a:pt x="179" y="167"/>
                    <a:pt x="178" y="169"/>
                  </a:cubicBezTo>
                  <a:cubicBezTo>
                    <a:pt x="177" y="170"/>
                    <a:pt x="175" y="172"/>
                    <a:pt x="174" y="173"/>
                  </a:cubicBezTo>
                  <a:cubicBezTo>
                    <a:pt x="173" y="174"/>
                    <a:pt x="171" y="177"/>
                    <a:pt x="171" y="178"/>
                  </a:cubicBezTo>
                  <a:cubicBezTo>
                    <a:pt x="170" y="179"/>
                    <a:pt x="168" y="181"/>
                    <a:pt x="168" y="182"/>
                  </a:cubicBezTo>
                  <a:cubicBezTo>
                    <a:pt x="168" y="183"/>
                    <a:pt x="169" y="185"/>
                    <a:pt x="169" y="185"/>
                  </a:cubicBezTo>
                  <a:cubicBezTo>
                    <a:pt x="170" y="186"/>
                    <a:pt x="170" y="188"/>
                    <a:pt x="170" y="189"/>
                  </a:cubicBezTo>
                  <a:cubicBezTo>
                    <a:pt x="170" y="190"/>
                    <a:pt x="168" y="191"/>
                    <a:pt x="168" y="192"/>
                  </a:cubicBezTo>
                  <a:cubicBezTo>
                    <a:pt x="167" y="193"/>
                    <a:pt x="166" y="195"/>
                    <a:pt x="165" y="196"/>
                  </a:cubicBezTo>
                  <a:cubicBezTo>
                    <a:pt x="165" y="196"/>
                    <a:pt x="166" y="198"/>
                    <a:pt x="166" y="199"/>
                  </a:cubicBezTo>
                  <a:cubicBezTo>
                    <a:pt x="166" y="200"/>
                    <a:pt x="168" y="201"/>
                    <a:pt x="168" y="202"/>
                  </a:cubicBezTo>
                  <a:cubicBezTo>
                    <a:pt x="168" y="203"/>
                    <a:pt x="166" y="206"/>
                    <a:pt x="165" y="207"/>
                  </a:cubicBezTo>
                  <a:cubicBezTo>
                    <a:pt x="165" y="208"/>
                    <a:pt x="164" y="209"/>
                    <a:pt x="163" y="210"/>
                  </a:cubicBezTo>
                  <a:cubicBezTo>
                    <a:pt x="162" y="211"/>
                    <a:pt x="161" y="212"/>
                    <a:pt x="161" y="213"/>
                  </a:cubicBezTo>
                  <a:cubicBezTo>
                    <a:pt x="160" y="215"/>
                    <a:pt x="157" y="218"/>
                    <a:pt x="156" y="220"/>
                  </a:cubicBezTo>
                  <a:cubicBezTo>
                    <a:pt x="156" y="221"/>
                    <a:pt x="154" y="225"/>
                    <a:pt x="153" y="226"/>
                  </a:cubicBezTo>
                  <a:cubicBezTo>
                    <a:pt x="153" y="228"/>
                    <a:pt x="152" y="231"/>
                    <a:pt x="150" y="233"/>
                  </a:cubicBezTo>
                  <a:cubicBezTo>
                    <a:pt x="149" y="233"/>
                    <a:pt x="147" y="234"/>
                    <a:pt x="146" y="234"/>
                  </a:cubicBezTo>
                  <a:cubicBezTo>
                    <a:pt x="145" y="234"/>
                    <a:pt x="144" y="233"/>
                    <a:pt x="143" y="233"/>
                  </a:cubicBezTo>
                  <a:cubicBezTo>
                    <a:pt x="143" y="232"/>
                    <a:pt x="142" y="231"/>
                    <a:pt x="142" y="231"/>
                  </a:cubicBezTo>
                  <a:cubicBezTo>
                    <a:pt x="140" y="230"/>
                    <a:pt x="137" y="230"/>
                    <a:pt x="135" y="231"/>
                  </a:cubicBezTo>
                  <a:cubicBezTo>
                    <a:pt x="134" y="231"/>
                    <a:pt x="132" y="232"/>
                    <a:pt x="131" y="233"/>
                  </a:cubicBezTo>
                  <a:cubicBezTo>
                    <a:pt x="130" y="234"/>
                    <a:pt x="131" y="237"/>
                    <a:pt x="130" y="238"/>
                  </a:cubicBezTo>
                  <a:cubicBezTo>
                    <a:pt x="130" y="239"/>
                    <a:pt x="129" y="240"/>
                    <a:pt x="128" y="240"/>
                  </a:cubicBezTo>
                  <a:cubicBezTo>
                    <a:pt x="126" y="240"/>
                    <a:pt x="123" y="240"/>
                    <a:pt x="121" y="240"/>
                  </a:cubicBezTo>
                  <a:cubicBezTo>
                    <a:pt x="120" y="240"/>
                    <a:pt x="117" y="242"/>
                    <a:pt x="116" y="243"/>
                  </a:cubicBezTo>
                  <a:cubicBezTo>
                    <a:pt x="115" y="244"/>
                    <a:pt x="113" y="246"/>
                    <a:pt x="112" y="247"/>
                  </a:cubicBezTo>
                  <a:cubicBezTo>
                    <a:pt x="111" y="249"/>
                    <a:pt x="107" y="250"/>
                    <a:pt x="106" y="252"/>
                  </a:cubicBezTo>
                  <a:cubicBezTo>
                    <a:pt x="105" y="253"/>
                    <a:pt x="105" y="256"/>
                    <a:pt x="105" y="258"/>
                  </a:cubicBezTo>
                  <a:cubicBezTo>
                    <a:pt x="105" y="259"/>
                    <a:pt x="105" y="261"/>
                    <a:pt x="105" y="262"/>
                  </a:cubicBezTo>
                  <a:cubicBezTo>
                    <a:pt x="106" y="263"/>
                    <a:pt x="111" y="265"/>
                    <a:pt x="112" y="267"/>
                  </a:cubicBezTo>
                  <a:cubicBezTo>
                    <a:pt x="113" y="268"/>
                    <a:pt x="114" y="270"/>
                    <a:pt x="114" y="272"/>
                  </a:cubicBezTo>
                  <a:cubicBezTo>
                    <a:pt x="114" y="273"/>
                    <a:pt x="115" y="276"/>
                    <a:pt x="114" y="277"/>
                  </a:cubicBezTo>
                  <a:cubicBezTo>
                    <a:pt x="114" y="278"/>
                    <a:pt x="111" y="279"/>
                    <a:pt x="110" y="280"/>
                  </a:cubicBezTo>
                  <a:cubicBezTo>
                    <a:pt x="110" y="282"/>
                    <a:pt x="109" y="286"/>
                    <a:pt x="108" y="287"/>
                  </a:cubicBezTo>
                  <a:cubicBezTo>
                    <a:pt x="108" y="289"/>
                    <a:pt x="107" y="292"/>
                    <a:pt x="106" y="293"/>
                  </a:cubicBezTo>
                  <a:cubicBezTo>
                    <a:pt x="106" y="294"/>
                    <a:pt x="104" y="295"/>
                    <a:pt x="103" y="296"/>
                  </a:cubicBezTo>
                  <a:cubicBezTo>
                    <a:pt x="102" y="297"/>
                    <a:pt x="101" y="298"/>
                    <a:pt x="100" y="299"/>
                  </a:cubicBezTo>
                  <a:cubicBezTo>
                    <a:pt x="99" y="299"/>
                    <a:pt x="99" y="302"/>
                    <a:pt x="99" y="303"/>
                  </a:cubicBezTo>
                  <a:cubicBezTo>
                    <a:pt x="99" y="304"/>
                    <a:pt x="100" y="306"/>
                    <a:pt x="101" y="306"/>
                  </a:cubicBezTo>
                  <a:cubicBezTo>
                    <a:pt x="102" y="306"/>
                    <a:pt x="103" y="305"/>
                    <a:pt x="103" y="305"/>
                  </a:cubicBezTo>
                  <a:cubicBezTo>
                    <a:pt x="104" y="304"/>
                    <a:pt x="104" y="303"/>
                    <a:pt x="105" y="302"/>
                  </a:cubicBezTo>
                  <a:cubicBezTo>
                    <a:pt x="106" y="301"/>
                    <a:pt x="110" y="301"/>
                    <a:pt x="111" y="301"/>
                  </a:cubicBezTo>
                  <a:cubicBezTo>
                    <a:pt x="112" y="301"/>
                    <a:pt x="115" y="301"/>
                    <a:pt x="116" y="302"/>
                  </a:cubicBezTo>
                  <a:cubicBezTo>
                    <a:pt x="117" y="302"/>
                    <a:pt x="119" y="303"/>
                    <a:pt x="119" y="303"/>
                  </a:cubicBezTo>
                  <a:cubicBezTo>
                    <a:pt x="120" y="304"/>
                    <a:pt x="121" y="307"/>
                    <a:pt x="121" y="308"/>
                  </a:cubicBezTo>
                  <a:cubicBezTo>
                    <a:pt x="121" y="309"/>
                    <a:pt x="119" y="311"/>
                    <a:pt x="120" y="312"/>
                  </a:cubicBezTo>
                  <a:cubicBezTo>
                    <a:pt x="120" y="312"/>
                    <a:pt x="123" y="312"/>
                    <a:pt x="123" y="312"/>
                  </a:cubicBezTo>
                  <a:cubicBezTo>
                    <a:pt x="124" y="313"/>
                    <a:pt x="123" y="315"/>
                    <a:pt x="123" y="315"/>
                  </a:cubicBezTo>
                  <a:cubicBezTo>
                    <a:pt x="122" y="317"/>
                    <a:pt x="119" y="317"/>
                    <a:pt x="118" y="319"/>
                  </a:cubicBezTo>
                  <a:cubicBezTo>
                    <a:pt x="117" y="320"/>
                    <a:pt x="117" y="322"/>
                    <a:pt x="117" y="323"/>
                  </a:cubicBezTo>
                  <a:cubicBezTo>
                    <a:pt x="117" y="325"/>
                    <a:pt x="118" y="327"/>
                    <a:pt x="117" y="328"/>
                  </a:cubicBezTo>
                  <a:cubicBezTo>
                    <a:pt x="116" y="329"/>
                    <a:pt x="114" y="329"/>
                    <a:pt x="114" y="329"/>
                  </a:cubicBezTo>
                  <a:cubicBezTo>
                    <a:pt x="112" y="328"/>
                    <a:pt x="110" y="327"/>
                    <a:pt x="109" y="326"/>
                  </a:cubicBezTo>
                  <a:cubicBezTo>
                    <a:pt x="108" y="325"/>
                    <a:pt x="107" y="323"/>
                    <a:pt x="106" y="322"/>
                  </a:cubicBezTo>
                  <a:cubicBezTo>
                    <a:pt x="105" y="321"/>
                    <a:pt x="102" y="319"/>
                    <a:pt x="100" y="318"/>
                  </a:cubicBezTo>
                  <a:cubicBezTo>
                    <a:pt x="99" y="318"/>
                    <a:pt x="97" y="317"/>
                    <a:pt x="96" y="316"/>
                  </a:cubicBezTo>
                  <a:cubicBezTo>
                    <a:pt x="94" y="316"/>
                    <a:pt x="92" y="316"/>
                    <a:pt x="91" y="316"/>
                  </a:cubicBezTo>
                  <a:cubicBezTo>
                    <a:pt x="90" y="316"/>
                    <a:pt x="87" y="317"/>
                    <a:pt x="86" y="318"/>
                  </a:cubicBezTo>
                  <a:cubicBezTo>
                    <a:pt x="86" y="319"/>
                    <a:pt x="85" y="321"/>
                    <a:pt x="85" y="322"/>
                  </a:cubicBezTo>
                  <a:cubicBezTo>
                    <a:pt x="85" y="322"/>
                    <a:pt x="85" y="322"/>
                    <a:pt x="85" y="322"/>
                  </a:cubicBezTo>
                  <a:cubicBezTo>
                    <a:pt x="84" y="322"/>
                    <a:pt x="82" y="323"/>
                    <a:pt x="82" y="324"/>
                  </a:cubicBezTo>
                  <a:cubicBezTo>
                    <a:pt x="81" y="324"/>
                    <a:pt x="78" y="325"/>
                    <a:pt x="77" y="326"/>
                  </a:cubicBezTo>
                  <a:cubicBezTo>
                    <a:pt x="76" y="327"/>
                    <a:pt x="75" y="329"/>
                    <a:pt x="74" y="330"/>
                  </a:cubicBezTo>
                  <a:cubicBezTo>
                    <a:pt x="74" y="331"/>
                    <a:pt x="73" y="332"/>
                    <a:pt x="72" y="333"/>
                  </a:cubicBezTo>
                  <a:cubicBezTo>
                    <a:pt x="69" y="331"/>
                    <a:pt x="63" y="330"/>
                    <a:pt x="60" y="329"/>
                  </a:cubicBezTo>
                  <a:cubicBezTo>
                    <a:pt x="58" y="329"/>
                    <a:pt x="55" y="329"/>
                    <a:pt x="54" y="328"/>
                  </a:cubicBezTo>
                  <a:cubicBezTo>
                    <a:pt x="53" y="327"/>
                    <a:pt x="53" y="324"/>
                    <a:pt x="53" y="322"/>
                  </a:cubicBezTo>
                  <a:cubicBezTo>
                    <a:pt x="52" y="321"/>
                    <a:pt x="52" y="317"/>
                    <a:pt x="52" y="315"/>
                  </a:cubicBezTo>
                  <a:cubicBezTo>
                    <a:pt x="52" y="314"/>
                    <a:pt x="50" y="312"/>
                    <a:pt x="49" y="310"/>
                  </a:cubicBezTo>
                  <a:cubicBezTo>
                    <a:pt x="49" y="309"/>
                    <a:pt x="47" y="306"/>
                    <a:pt x="46" y="305"/>
                  </a:cubicBezTo>
                  <a:cubicBezTo>
                    <a:pt x="45" y="303"/>
                    <a:pt x="44" y="299"/>
                    <a:pt x="43" y="298"/>
                  </a:cubicBezTo>
                  <a:cubicBezTo>
                    <a:pt x="42" y="295"/>
                    <a:pt x="40" y="290"/>
                    <a:pt x="39" y="288"/>
                  </a:cubicBezTo>
                  <a:cubicBezTo>
                    <a:pt x="38" y="286"/>
                    <a:pt x="34" y="282"/>
                    <a:pt x="33" y="280"/>
                  </a:cubicBezTo>
                  <a:cubicBezTo>
                    <a:pt x="32" y="278"/>
                    <a:pt x="31" y="274"/>
                    <a:pt x="30" y="272"/>
                  </a:cubicBezTo>
                  <a:cubicBezTo>
                    <a:pt x="30" y="271"/>
                    <a:pt x="29" y="267"/>
                    <a:pt x="28" y="266"/>
                  </a:cubicBezTo>
                  <a:cubicBezTo>
                    <a:pt x="27" y="265"/>
                    <a:pt x="24" y="264"/>
                    <a:pt x="24" y="264"/>
                  </a:cubicBezTo>
                  <a:cubicBezTo>
                    <a:pt x="22" y="262"/>
                    <a:pt x="22" y="259"/>
                    <a:pt x="21" y="258"/>
                  </a:cubicBezTo>
                  <a:cubicBezTo>
                    <a:pt x="19" y="257"/>
                    <a:pt x="16" y="255"/>
                    <a:pt x="14" y="255"/>
                  </a:cubicBezTo>
                  <a:cubicBezTo>
                    <a:pt x="13" y="255"/>
                    <a:pt x="12" y="255"/>
                    <a:pt x="12" y="256"/>
                  </a:cubicBezTo>
                  <a:cubicBezTo>
                    <a:pt x="11" y="256"/>
                    <a:pt x="11" y="258"/>
                    <a:pt x="11" y="258"/>
                  </a:cubicBezTo>
                  <a:cubicBezTo>
                    <a:pt x="11" y="259"/>
                    <a:pt x="12" y="261"/>
                    <a:pt x="12" y="262"/>
                  </a:cubicBezTo>
                  <a:cubicBezTo>
                    <a:pt x="13" y="264"/>
                    <a:pt x="15" y="266"/>
                    <a:pt x="15" y="268"/>
                  </a:cubicBezTo>
                  <a:cubicBezTo>
                    <a:pt x="16" y="270"/>
                    <a:pt x="17" y="274"/>
                    <a:pt x="17" y="277"/>
                  </a:cubicBezTo>
                  <a:cubicBezTo>
                    <a:pt x="17" y="277"/>
                    <a:pt x="16" y="279"/>
                    <a:pt x="15" y="280"/>
                  </a:cubicBezTo>
                  <a:cubicBezTo>
                    <a:pt x="15" y="280"/>
                    <a:pt x="14" y="281"/>
                    <a:pt x="13" y="282"/>
                  </a:cubicBezTo>
                  <a:cubicBezTo>
                    <a:pt x="13" y="282"/>
                    <a:pt x="12" y="284"/>
                    <a:pt x="12" y="285"/>
                  </a:cubicBezTo>
                  <a:cubicBezTo>
                    <a:pt x="12" y="285"/>
                    <a:pt x="14" y="285"/>
                    <a:pt x="15" y="285"/>
                  </a:cubicBezTo>
                  <a:cubicBezTo>
                    <a:pt x="16" y="286"/>
                    <a:pt x="18" y="287"/>
                    <a:pt x="19" y="287"/>
                  </a:cubicBezTo>
                  <a:cubicBezTo>
                    <a:pt x="19" y="289"/>
                    <a:pt x="18" y="292"/>
                    <a:pt x="18" y="293"/>
                  </a:cubicBezTo>
                  <a:cubicBezTo>
                    <a:pt x="19" y="294"/>
                    <a:pt x="22" y="295"/>
                    <a:pt x="22" y="296"/>
                  </a:cubicBezTo>
                  <a:cubicBezTo>
                    <a:pt x="23" y="297"/>
                    <a:pt x="22" y="300"/>
                    <a:pt x="21" y="301"/>
                  </a:cubicBezTo>
                  <a:cubicBezTo>
                    <a:pt x="21" y="301"/>
                    <a:pt x="19" y="301"/>
                    <a:pt x="18" y="301"/>
                  </a:cubicBezTo>
                  <a:cubicBezTo>
                    <a:pt x="17" y="300"/>
                    <a:pt x="16" y="298"/>
                    <a:pt x="15" y="297"/>
                  </a:cubicBezTo>
                  <a:cubicBezTo>
                    <a:pt x="14" y="296"/>
                    <a:pt x="12" y="294"/>
                    <a:pt x="11" y="293"/>
                  </a:cubicBezTo>
                  <a:cubicBezTo>
                    <a:pt x="9" y="292"/>
                    <a:pt x="5" y="291"/>
                    <a:pt x="4" y="290"/>
                  </a:cubicBezTo>
                  <a:cubicBezTo>
                    <a:pt x="3" y="288"/>
                    <a:pt x="2" y="284"/>
                    <a:pt x="2" y="283"/>
                  </a:cubicBezTo>
                  <a:cubicBezTo>
                    <a:pt x="1" y="280"/>
                    <a:pt x="1" y="276"/>
                    <a:pt x="0" y="273"/>
                  </a:cubicBezTo>
                  <a:cubicBezTo>
                    <a:pt x="0" y="271"/>
                    <a:pt x="1" y="265"/>
                    <a:pt x="1" y="262"/>
                  </a:cubicBezTo>
                  <a:cubicBezTo>
                    <a:pt x="1" y="259"/>
                    <a:pt x="0" y="253"/>
                    <a:pt x="1" y="251"/>
                  </a:cubicBezTo>
                  <a:cubicBezTo>
                    <a:pt x="1" y="248"/>
                    <a:pt x="3" y="242"/>
                    <a:pt x="5" y="239"/>
                  </a:cubicBezTo>
                  <a:cubicBezTo>
                    <a:pt x="6" y="236"/>
                    <a:pt x="8" y="231"/>
                    <a:pt x="9" y="229"/>
                  </a:cubicBezTo>
                  <a:cubicBezTo>
                    <a:pt x="12" y="225"/>
                    <a:pt x="16" y="218"/>
                    <a:pt x="18" y="215"/>
                  </a:cubicBezTo>
                  <a:cubicBezTo>
                    <a:pt x="20" y="211"/>
                    <a:pt x="25" y="203"/>
                    <a:pt x="27" y="199"/>
                  </a:cubicBezTo>
                  <a:cubicBezTo>
                    <a:pt x="29" y="196"/>
                    <a:pt x="33" y="191"/>
                    <a:pt x="35" y="188"/>
                  </a:cubicBezTo>
                  <a:cubicBezTo>
                    <a:pt x="37" y="184"/>
                    <a:pt x="40" y="177"/>
                    <a:pt x="42" y="174"/>
                  </a:cubicBezTo>
                  <a:cubicBezTo>
                    <a:pt x="44" y="171"/>
                    <a:pt x="49" y="165"/>
                    <a:pt x="51" y="161"/>
                  </a:cubicBezTo>
                  <a:cubicBezTo>
                    <a:pt x="53" y="159"/>
                    <a:pt x="55" y="152"/>
                    <a:pt x="56" y="150"/>
                  </a:cubicBezTo>
                  <a:cubicBezTo>
                    <a:pt x="57" y="147"/>
                    <a:pt x="61" y="143"/>
                    <a:pt x="63" y="141"/>
                  </a:cubicBezTo>
                  <a:cubicBezTo>
                    <a:pt x="65" y="138"/>
                    <a:pt x="69" y="132"/>
                    <a:pt x="72" y="129"/>
                  </a:cubicBezTo>
                  <a:cubicBezTo>
                    <a:pt x="74" y="127"/>
                    <a:pt x="80" y="122"/>
                    <a:pt x="82" y="120"/>
                  </a:cubicBezTo>
                  <a:cubicBezTo>
                    <a:pt x="85" y="117"/>
                    <a:pt x="90" y="111"/>
                    <a:pt x="93" y="108"/>
                  </a:cubicBezTo>
                  <a:cubicBezTo>
                    <a:pt x="95" y="105"/>
                    <a:pt x="98" y="100"/>
                    <a:pt x="100" y="97"/>
                  </a:cubicBezTo>
                  <a:cubicBezTo>
                    <a:pt x="101" y="95"/>
                    <a:pt x="103" y="90"/>
                    <a:pt x="104" y="88"/>
                  </a:cubicBezTo>
                  <a:cubicBezTo>
                    <a:pt x="105" y="86"/>
                    <a:pt x="107" y="81"/>
                    <a:pt x="108" y="79"/>
                  </a:cubicBezTo>
                  <a:cubicBezTo>
                    <a:pt x="109" y="78"/>
                    <a:pt x="111" y="76"/>
                    <a:pt x="112" y="75"/>
                  </a:cubicBezTo>
                  <a:cubicBezTo>
                    <a:pt x="114" y="74"/>
                    <a:pt x="119" y="72"/>
                    <a:pt x="121" y="71"/>
                  </a:cubicBezTo>
                  <a:cubicBezTo>
                    <a:pt x="123" y="70"/>
                    <a:pt x="128" y="67"/>
                    <a:pt x="129" y="65"/>
                  </a:cubicBezTo>
                  <a:cubicBezTo>
                    <a:pt x="132" y="63"/>
                    <a:pt x="135" y="58"/>
                    <a:pt x="137" y="56"/>
                  </a:cubicBezTo>
                  <a:cubicBezTo>
                    <a:pt x="139" y="53"/>
                    <a:pt x="143" y="48"/>
                    <a:pt x="145" y="45"/>
                  </a:cubicBezTo>
                  <a:cubicBezTo>
                    <a:pt x="147" y="43"/>
                    <a:pt x="151" y="37"/>
                    <a:pt x="153" y="34"/>
                  </a:cubicBezTo>
                  <a:cubicBezTo>
                    <a:pt x="155" y="31"/>
                    <a:pt x="158" y="25"/>
                    <a:pt x="161" y="22"/>
                  </a:cubicBezTo>
                  <a:cubicBezTo>
                    <a:pt x="161" y="21"/>
                    <a:pt x="163" y="20"/>
                    <a:pt x="164" y="19"/>
                  </a:cubicBezTo>
                  <a:cubicBezTo>
                    <a:pt x="166" y="18"/>
                    <a:pt x="170" y="18"/>
                    <a:pt x="171" y="18"/>
                  </a:cubicBezTo>
                  <a:cubicBezTo>
                    <a:pt x="173" y="18"/>
                    <a:pt x="177" y="20"/>
                    <a:pt x="179" y="20"/>
                  </a:cubicBezTo>
                  <a:cubicBezTo>
                    <a:pt x="182" y="22"/>
                    <a:pt x="187" y="24"/>
                    <a:pt x="190" y="26"/>
                  </a:cubicBezTo>
                  <a:cubicBezTo>
                    <a:pt x="192" y="27"/>
                    <a:pt x="195" y="30"/>
                    <a:pt x="197" y="31"/>
                  </a:cubicBezTo>
                  <a:cubicBezTo>
                    <a:pt x="200" y="33"/>
                    <a:pt x="208" y="35"/>
                    <a:pt x="212" y="36"/>
                  </a:cubicBezTo>
                  <a:cubicBezTo>
                    <a:pt x="216" y="36"/>
                    <a:pt x="226" y="37"/>
                    <a:pt x="230" y="37"/>
                  </a:cubicBezTo>
                  <a:cubicBezTo>
                    <a:pt x="235" y="37"/>
                    <a:pt x="244" y="35"/>
                    <a:pt x="249" y="33"/>
                  </a:cubicBezTo>
                  <a:cubicBezTo>
                    <a:pt x="255" y="32"/>
                    <a:pt x="269" y="29"/>
                    <a:pt x="275" y="26"/>
                  </a:cubicBezTo>
                  <a:cubicBezTo>
                    <a:pt x="279" y="24"/>
                    <a:pt x="286" y="19"/>
                    <a:pt x="290" y="16"/>
                  </a:cubicBezTo>
                  <a:cubicBezTo>
                    <a:pt x="293" y="13"/>
                    <a:pt x="298" y="8"/>
                    <a:pt x="301" y="5"/>
                  </a:cubicBezTo>
                  <a:cubicBezTo>
                    <a:pt x="302" y="4"/>
                    <a:pt x="306" y="2"/>
                    <a:pt x="308" y="2"/>
                  </a:cubicBezTo>
                  <a:cubicBezTo>
                    <a:pt x="310" y="1"/>
                    <a:pt x="315" y="1"/>
                    <a:pt x="318" y="0"/>
                  </a:cubicBezTo>
                  <a:cubicBezTo>
                    <a:pt x="319" y="3"/>
                    <a:pt x="321" y="7"/>
                    <a:pt x="322" y="8"/>
                  </a:cubicBezTo>
                  <a:cubicBezTo>
                    <a:pt x="324" y="11"/>
                    <a:pt x="329" y="14"/>
                    <a:pt x="331" y="16"/>
                  </a:cubicBezTo>
                  <a:cubicBezTo>
                    <a:pt x="333" y="20"/>
                    <a:pt x="337" y="28"/>
                    <a:pt x="338" y="32"/>
                  </a:cubicBezTo>
                  <a:cubicBezTo>
                    <a:pt x="340" y="35"/>
                    <a:pt x="342" y="43"/>
                    <a:pt x="344" y="46"/>
                  </a:cubicBezTo>
                  <a:cubicBezTo>
                    <a:pt x="347" y="50"/>
                    <a:pt x="353" y="57"/>
                    <a:pt x="355" y="61"/>
                  </a:cubicBezTo>
                  <a:cubicBezTo>
                    <a:pt x="357" y="64"/>
                    <a:pt x="361" y="72"/>
                    <a:pt x="361" y="7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9" name="Freeform 85"/>
            <p:cNvSpPr>
              <a:spLocks/>
            </p:cNvSpPr>
            <p:nvPr/>
          </p:nvSpPr>
          <p:spPr bwMode="auto">
            <a:xfrm>
              <a:off x="5614988" y="1595438"/>
              <a:ext cx="733425" cy="712788"/>
            </a:xfrm>
            <a:custGeom>
              <a:avLst/>
              <a:gdLst/>
              <a:ahLst/>
              <a:cxnLst>
                <a:cxn ang="0">
                  <a:pos x="435" y="252"/>
                </a:cxn>
                <a:cxn ang="0">
                  <a:pos x="440" y="297"/>
                </a:cxn>
                <a:cxn ang="0">
                  <a:pos x="460" y="335"/>
                </a:cxn>
                <a:cxn ang="0">
                  <a:pos x="443" y="374"/>
                </a:cxn>
                <a:cxn ang="0">
                  <a:pos x="413" y="366"/>
                </a:cxn>
                <a:cxn ang="0">
                  <a:pos x="357" y="379"/>
                </a:cxn>
                <a:cxn ang="0">
                  <a:pos x="300" y="406"/>
                </a:cxn>
                <a:cxn ang="0">
                  <a:pos x="268" y="430"/>
                </a:cxn>
                <a:cxn ang="0">
                  <a:pos x="246" y="414"/>
                </a:cxn>
                <a:cxn ang="0">
                  <a:pos x="224" y="453"/>
                </a:cxn>
                <a:cxn ang="0">
                  <a:pos x="202" y="424"/>
                </a:cxn>
                <a:cxn ang="0">
                  <a:pos x="176" y="403"/>
                </a:cxn>
                <a:cxn ang="0">
                  <a:pos x="155" y="379"/>
                </a:cxn>
                <a:cxn ang="0">
                  <a:pos x="163" y="336"/>
                </a:cxn>
                <a:cxn ang="0">
                  <a:pos x="128" y="290"/>
                </a:cxn>
                <a:cxn ang="0">
                  <a:pos x="104" y="238"/>
                </a:cxn>
                <a:cxn ang="0">
                  <a:pos x="57" y="227"/>
                </a:cxn>
                <a:cxn ang="0">
                  <a:pos x="29" y="186"/>
                </a:cxn>
                <a:cxn ang="0">
                  <a:pos x="34" y="173"/>
                </a:cxn>
                <a:cxn ang="0">
                  <a:pos x="16" y="154"/>
                </a:cxn>
                <a:cxn ang="0">
                  <a:pos x="0" y="134"/>
                </a:cxn>
                <a:cxn ang="0">
                  <a:pos x="17" y="125"/>
                </a:cxn>
                <a:cxn ang="0">
                  <a:pos x="34" y="112"/>
                </a:cxn>
                <a:cxn ang="0">
                  <a:pos x="48" y="91"/>
                </a:cxn>
                <a:cxn ang="0">
                  <a:pos x="63" y="81"/>
                </a:cxn>
                <a:cxn ang="0">
                  <a:pos x="71" y="75"/>
                </a:cxn>
                <a:cxn ang="0">
                  <a:pos x="84" y="74"/>
                </a:cxn>
                <a:cxn ang="0">
                  <a:pos x="94" y="80"/>
                </a:cxn>
                <a:cxn ang="0">
                  <a:pos x="91" y="71"/>
                </a:cxn>
                <a:cxn ang="0">
                  <a:pos x="84" y="62"/>
                </a:cxn>
                <a:cxn ang="0">
                  <a:pos x="73" y="67"/>
                </a:cxn>
                <a:cxn ang="0">
                  <a:pos x="62" y="62"/>
                </a:cxn>
                <a:cxn ang="0">
                  <a:pos x="83" y="32"/>
                </a:cxn>
                <a:cxn ang="0">
                  <a:pos x="120" y="4"/>
                </a:cxn>
                <a:cxn ang="0">
                  <a:pos x="146" y="16"/>
                </a:cxn>
                <a:cxn ang="0">
                  <a:pos x="162" y="3"/>
                </a:cxn>
                <a:cxn ang="0">
                  <a:pos x="174" y="25"/>
                </a:cxn>
                <a:cxn ang="0">
                  <a:pos x="200" y="69"/>
                </a:cxn>
                <a:cxn ang="0">
                  <a:pos x="179" y="91"/>
                </a:cxn>
                <a:cxn ang="0">
                  <a:pos x="169" y="99"/>
                </a:cxn>
                <a:cxn ang="0">
                  <a:pos x="161" y="118"/>
                </a:cxn>
                <a:cxn ang="0">
                  <a:pos x="140" y="144"/>
                </a:cxn>
                <a:cxn ang="0">
                  <a:pos x="144" y="174"/>
                </a:cxn>
                <a:cxn ang="0">
                  <a:pos x="160" y="162"/>
                </a:cxn>
                <a:cxn ang="0">
                  <a:pos x="171" y="143"/>
                </a:cxn>
                <a:cxn ang="0">
                  <a:pos x="187" y="140"/>
                </a:cxn>
                <a:cxn ang="0">
                  <a:pos x="174" y="130"/>
                </a:cxn>
                <a:cxn ang="0">
                  <a:pos x="189" y="105"/>
                </a:cxn>
                <a:cxn ang="0">
                  <a:pos x="194" y="131"/>
                </a:cxn>
                <a:cxn ang="0">
                  <a:pos x="235" y="130"/>
                </a:cxn>
                <a:cxn ang="0">
                  <a:pos x="235" y="152"/>
                </a:cxn>
                <a:cxn ang="0">
                  <a:pos x="220" y="171"/>
                </a:cxn>
                <a:cxn ang="0">
                  <a:pos x="241" y="192"/>
                </a:cxn>
                <a:cxn ang="0">
                  <a:pos x="257" y="184"/>
                </a:cxn>
                <a:cxn ang="0">
                  <a:pos x="265" y="171"/>
                </a:cxn>
                <a:cxn ang="0">
                  <a:pos x="236" y="175"/>
                </a:cxn>
                <a:cxn ang="0">
                  <a:pos x="256" y="115"/>
                </a:cxn>
                <a:cxn ang="0">
                  <a:pos x="269" y="63"/>
                </a:cxn>
                <a:cxn ang="0">
                  <a:pos x="343" y="67"/>
                </a:cxn>
                <a:cxn ang="0">
                  <a:pos x="374" y="116"/>
                </a:cxn>
                <a:cxn ang="0">
                  <a:pos x="374" y="147"/>
                </a:cxn>
                <a:cxn ang="0">
                  <a:pos x="418" y="177"/>
                </a:cxn>
              </a:cxnLst>
              <a:rect l="0" t="0" r="r" b="b"/>
              <a:pathLst>
                <a:path w="467" h="453">
                  <a:moveTo>
                    <a:pt x="423" y="190"/>
                  </a:moveTo>
                  <a:cubicBezTo>
                    <a:pt x="423" y="190"/>
                    <a:pt x="423" y="191"/>
                    <a:pt x="423" y="191"/>
                  </a:cubicBezTo>
                  <a:cubicBezTo>
                    <a:pt x="424" y="196"/>
                    <a:pt x="424" y="206"/>
                    <a:pt x="425" y="211"/>
                  </a:cubicBezTo>
                  <a:cubicBezTo>
                    <a:pt x="426" y="217"/>
                    <a:pt x="428" y="228"/>
                    <a:pt x="429" y="233"/>
                  </a:cubicBezTo>
                  <a:cubicBezTo>
                    <a:pt x="431" y="238"/>
                    <a:pt x="432" y="248"/>
                    <a:pt x="435" y="252"/>
                  </a:cubicBezTo>
                  <a:cubicBezTo>
                    <a:pt x="436" y="254"/>
                    <a:pt x="440" y="257"/>
                    <a:pt x="443" y="258"/>
                  </a:cubicBezTo>
                  <a:cubicBezTo>
                    <a:pt x="446" y="259"/>
                    <a:pt x="454" y="258"/>
                    <a:pt x="456" y="260"/>
                  </a:cubicBezTo>
                  <a:cubicBezTo>
                    <a:pt x="458" y="262"/>
                    <a:pt x="457" y="269"/>
                    <a:pt x="456" y="272"/>
                  </a:cubicBezTo>
                  <a:cubicBezTo>
                    <a:pt x="456" y="276"/>
                    <a:pt x="452" y="282"/>
                    <a:pt x="450" y="286"/>
                  </a:cubicBezTo>
                  <a:cubicBezTo>
                    <a:pt x="448" y="289"/>
                    <a:pt x="443" y="294"/>
                    <a:pt x="440" y="297"/>
                  </a:cubicBezTo>
                  <a:cubicBezTo>
                    <a:pt x="438" y="299"/>
                    <a:pt x="430" y="304"/>
                    <a:pt x="430" y="308"/>
                  </a:cubicBezTo>
                  <a:cubicBezTo>
                    <a:pt x="430" y="310"/>
                    <a:pt x="434" y="314"/>
                    <a:pt x="436" y="315"/>
                  </a:cubicBezTo>
                  <a:cubicBezTo>
                    <a:pt x="439" y="316"/>
                    <a:pt x="445" y="315"/>
                    <a:pt x="448" y="316"/>
                  </a:cubicBezTo>
                  <a:cubicBezTo>
                    <a:pt x="451" y="317"/>
                    <a:pt x="456" y="321"/>
                    <a:pt x="457" y="324"/>
                  </a:cubicBezTo>
                  <a:cubicBezTo>
                    <a:pt x="459" y="326"/>
                    <a:pt x="458" y="332"/>
                    <a:pt x="460" y="335"/>
                  </a:cubicBezTo>
                  <a:cubicBezTo>
                    <a:pt x="461" y="338"/>
                    <a:pt x="466" y="342"/>
                    <a:pt x="467" y="346"/>
                  </a:cubicBezTo>
                  <a:cubicBezTo>
                    <a:pt x="467" y="348"/>
                    <a:pt x="467" y="353"/>
                    <a:pt x="466" y="355"/>
                  </a:cubicBezTo>
                  <a:cubicBezTo>
                    <a:pt x="465" y="357"/>
                    <a:pt x="461" y="359"/>
                    <a:pt x="460" y="361"/>
                  </a:cubicBezTo>
                  <a:cubicBezTo>
                    <a:pt x="458" y="362"/>
                    <a:pt x="452" y="364"/>
                    <a:pt x="450" y="366"/>
                  </a:cubicBezTo>
                  <a:cubicBezTo>
                    <a:pt x="448" y="367"/>
                    <a:pt x="445" y="371"/>
                    <a:pt x="443" y="374"/>
                  </a:cubicBezTo>
                  <a:cubicBezTo>
                    <a:pt x="442" y="376"/>
                    <a:pt x="441" y="381"/>
                    <a:pt x="439" y="382"/>
                  </a:cubicBezTo>
                  <a:cubicBezTo>
                    <a:pt x="437" y="384"/>
                    <a:pt x="432" y="385"/>
                    <a:pt x="429" y="385"/>
                  </a:cubicBezTo>
                  <a:cubicBezTo>
                    <a:pt x="427" y="385"/>
                    <a:pt x="421" y="384"/>
                    <a:pt x="420" y="382"/>
                  </a:cubicBezTo>
                  <a:cubicBezTo>
                    <a:pt x="418" y="380"/>
                    <a:pt x="419" y="375"/>
                    <a:pt x="418" y="372"/>
                  </a:cubicBezTo>
                  <a:cubicBezTo>
                    <a:pt x="417" y="370"/>
                    <a:pt x="415" y="367"/>
                    <a:pt x="413" y="366"/>
                  </a:cubicBezTo>
                  <a:cubicBezTo>
                    <a:pt x="411" y="364"/>
                    <a:pt x="407" y="362"/>
                    <a:pt x="404" y="362"/>
                  </a:cubicBezTo>
                  <a:cubicBezTo>
                    <a:pt x="400" y="361"/>
                    <a:pt x="393" y="363"/>
                    <a:pt x="390" y="364"/>
                  </a:cubicBezTo>
                  <a:cubicBezTo>
                    <a:pt x="386" y="364"/>
                    <a:pt x="380" y="365"/>
                    <a:pt x="377" y="366"/>
                  </a:cubicBezTo>
                  <a:cubicBezTo>
                    <a:pt x="375" y="367"/>
                    <a:pt x="371" y="370"/>
                    <a:pt x="369" y="372"/>
                  </a:cubicBezTo>
                  <a:cubicBezTo>
                    <a:pt x="366" y="374"/>
                    <a:pt x="360" y="377"/>
                    <a:pt x="357" y="379"/>
                  </a:cubicBezTo>
                  <a:cubicBezTo>
                    <a:pt x="355" y="380"/>
                    <a:pt x="352" y="383"/>
                    <a:pt x="350" y="384"/>
                  </a:cubicBezTo>
                  <a:cubicBezTo>
                    <a:pt x="348" y="386"/>
                    <a:pt x="343" y="389"/>
                    <a:pt x="340" y="390"/>
                  </a:cubicBezTo>
                  <a:cubicBezTo>
                    <a:pt x="336" y="392"/>
                    <a:pt x="329" y="394"/>
                    <a:pt x="325" y="396"/>
                  </a:cubicBezTo>
                  <a:cubicBezTo>
                    <a:pt x="322" y="397"/>
                    <a:pt x="316" y="401"/>
                    <a:pt x="312" y="403"/>
                  </a:cubicBezTo>
                  <a:cubicBezTo>
                    <a:pt x="309" y="404"/>
                    <a:pt x="303" y="405"/>
                    <a:pt x="300" y="406"/>
                  </a:cubicBezTo>
                  <a:cubicBezTo>
                    <a:pt x="298" y="406"/>
                    <a:pt x="293" y="408"/>
                    <a:pt x="291" y="409"/>
                  </a:cubicBezTo>
                  <a:cubicBezTo>
                    <a:pt x="290" y="410"/>
                    <a:pt x="288" y="413"/>
                    <a:pt x="286" y="414"/>
                  </a:cubicBezTo>
                  <a:cubicBezTo>
                    <a:pt x="285" y="416"/>
                    <a:pt x="283" y="419"/>
                    <a:pt x="282" y="421"/>
                  </a:cubicBezTo>
                  <a:cubicBezTo>
                    <a:pt x="280" y="423"/>
                    <a:pt x="277" y="427"/>
                    <a:pt x="275" y="428"/>
                  </a:cubicBezTo>
                  <a:cubicBezTo>
                    <a:pt x="273" y="429"/>
                    <a:pt x="269" y="430"/>
                    <a:pt x="268" y="430"/>
                  </a:cubicBezTo>
                  <a:cubicBezTo>
                    <a:pt x="266" y="429"/>
                    <a:pt x="264" y="426"/>
                    <a:pt x="263" y="425"/>
                  </a:cubicBezTo>
                  <a:cubicBezTo>
                    <a:pt x="263" y="422"/>
                    <a:pt x="264" y="418"/>
                    <a:pt x="264" y="415"/>
                  </a:cubicBezTo>
                  <a:cubicBezTo>
                    <a:pt x="264" y="414"/>
                    <a:pt x="264" y="410"/>
                    <a:pt x="263" y="409"/>
                  </a:cubicBezTo>
                  <a:cubicBezTo>
                    <a:pt x="262" y="407"/>
                    <a:pt x="257" y="407"/>
                    <a:pt x="254" y="407"/>
                  </a:cubicBezTo>
                  <a:cubicBezTo>
                    <a:pt x="252" y="408"/>
                    <a:pt x="248" y="412"/>
                    <a:pt x="246" y="414"/>
                  </a:cubicBezTo>
                  <a:cubicBezTo>
                    <a:pt x="244" y="416"/>
                    <a:pt x="243" y="421"/>
                    <a:pt x="242" y="424"/>
                  </a:cubicBezTo>
                  <a:cubicBezTo>
                    <a:pt x="240" y="426"/>
                    <a:pt x="237" y="430"/>
                    <a:pt x="236" y="432"/>
                  </a:cubicBezTo>
                  <a:cubicBezTo>
                    <a:pt x="235" y="434"/>
                    <a:pt x="234" y="437"/>
                    <a:pt x="233" y="438"/>
                  </a:cubicBezTo>
                  <a:cubicBezTo>
                    <a:pt x="232" y="440"/>
                    <a:pt x="231" y="444"/>
                    <a:pt x="230" y="445"/>
                  </a:cubicBezTo>
                  <a:cubicBezTo>
                    <a:pt x="229" y="447"/>
                    <a:pt x="224" y="453"/>
                    <a:pt x="224" y="453"/>
                  </a:cubicBezTo>
                  <a:cubicBezTo>
                    <a:pt x="223" y="452"/>
                    <a:pt x="220" y="451"/>
                    <a:pt x="219" y="450"/>
                  </a:cubicBezTo>
                  <a:cubicBezTo>
                    <a:pt x="218" y="449"/>
                    <a:pt x="215" y="447"/>
                    <a:pt x="214" y="445"/>
                  </a:cubicBezTo>
                  <a:cubicBezTo>
                    <a:pt x="213" y="443"/>
                    <a:pt x="214" y="440"/>
                    <a:pt x="213" y="438"/>
                  </a:cubicBezTo>
                  <a:cubicBezTo>
                    <a:pt x="212" y="435"/>
                    <a:pt x="208" y="431"/>
                    <a:pt x="206" y="428"/>
                  </a:cubicBezTo>
                  <a:cubicBezTo>
                    <a:pt x="205" y="427"/>
                    <a:pt x="203" y="425"/>
                    <a:pt x="202" y="424"/>
                  </a:cubicBezTo>
                  <a:cubicBezTo>
                    <a:pt x="201" y="422"/>
                    <a:pt x="200" y="418"/>
                    <a:pt x="199" y="417"/>
                  </a:cubicBezTo>
                  <a:cubicBezTo>
                    <a:pt x="198" y="416"/>
                    <a:pt x="196" y="414"/>
                    <a:pt x="194" y="413"/>
                  </a:cubicBezTo>
                  <a:cubicBezTo>
                    <a:pt x="192" y="413"/>
                    <a:pt x="189" y="413"/>
                    <a:pt x="187" y="413"/>
                  </a:cubicBezTo>
                  <a:cubicBezTo>
                    <a:pt x="184" y="412"/>
                    <a:pt x="179" y="411"/>
                    <a:pt x="177" y="409"/>
                  </a:cubicBezTo>
                  <a:cubicBezTo>
                    <a:pt x="176" y="408"/>
                    <a:pt x="177" y="405"/>
                    <a:pt x="176" y="403"/>
                  </a:cubicBezTo>
                  <a:cubicBezTo>
                    <a:pt x="175" y="402"/>
                    <a:pt x="172" y="400"/>
                    <a:pt x="172" y="398"/>
                  </a:cubicBezTo>
                  <a:cubicBezTo>
                    <a:pt x="171" y="397"/>
                    <a:pt x="172" y="393"/>
                    <a:pt x="171" y="391"/>
                  </a:cubicBezTo>
                  <a:cubicBezTo>
                    <a:pt x="171" y="389"/>
                    <a:pt x="169" y="386"/>
                    <a:pt x="168" y="385"/>
                  </a:cubicBezTo>
                  <a:cubicBezTo>
                    <a:pt x="166" y="384"/>
                    <a:pt x="162" y="383"/>
                    <a:pt x="160" y="382"/>
                  </a:cubicBezTo>
                  <a:cubicBezTo>
                    <a:pt x="159" y="381"/>
                    <a:pt x="156" y="380"/>
                    <a:pt x="155" y="379"/>
                  </a:cubicBezTo>
                  <a:cubicBezTo>
                    <a:pt x="154" y="377"/>
                    <a:pt x="153" y="373"/>
                    <a:pt x="153" y="371"/>
                  </a:cubicBezTo>
                  <a:cubicBezTo>
                    <a:pt x="153" y="370"/>
                    <a:pt x="155" y="366"/>
                    <a:pt x="155" y="364"/>
                  </a:cubicBezTo>
                  <a:cubicBezTo>
                    <a:pt x="157" y="363"/>
                    <a:pt x="160" y="360"/>
                    <a:pt x="161" y="358"/>
                  </a:cubicBezTo>
                  <a:cubicBezTo>
                    <a:pt x="162" y="356"/>
                    <a:pt x="163" y="350"/>
                    <a:pt x="164" y="348"/>
                  </a:cubicBezTo>
                  <a:cubicBezTo>
                    <a:pt x="164" y="345"/>
                    <a:pt x="165" y="338"/>
                    <a:pt x="163" y="336"/>
                  </a:cubicBezTo>
                  <a:cubicBezTo>
                    <a:pt x="162" y="334"/>
                    <a:pt x="157" y="333"/>
                    <a:pt x="155" y="332"/>
                  </a:cubicBezTo>
                  <a:cubicBezTo>
                    <a:pt x="154" y="330"/>
                    <a:pt x="151" y="326"/>
                    <a:pt x="150" y="324"/>
                  </a:cubicBezTo>
                  <a:cubicBezTo>
                    <a:pt x="150" y="322"/>
                    <a:pt x="150" y="318"/>
                    <a:pt x="149" y="316"/>
                  </a:cubicBezTo>
                  <a:cubicBezTo>
                    <a:pt x="148" y="312"/>
                    <a:pt x="143" y="304"/>
                    <a:pt x="140" y="301"/>
                  </a:cubicBezTo>
                  <a:cubicBezTo>
                    <a:pt x="138" y="298"/>
                    <a:pt x="130" y="294"/>
                    <a:pt x="128" y="290"/>
                  </a:cubicBezTo>
                  <a:cubicBezTo>
                    <a:pt x="124" y="285"/>
                    <a:pt x="119" y="273"/>
                    <a:pt x="117" y="267"/>
                  </a:cubicBezTo>
                  <a:cubicBezTo>
                    <a:pt x="116" y="265"/>
                    <a:pt x="115" y="261"/>
                    <a:pt x="115" y="259"/>
                  </a:cubicBezTo>
                  <a:cubicBezTo>
                    <a:pt x="115" y="256"/>
                    <a:pt x="116" y="251"/>
                    <a:pt x="115" y="249"/>
                  </a:cubicBezTo>
                  <a:cubicBezTo>
                    <a:pt x="114" y="247"/>
                    <a:pt x="112" y="243"/>
                    <a:pt x="110" y="242"/>
                  </a:cubicBezTo>
                  <a:cubicBezTo>
                    <a:pt x="109" y="241"/>
                    <a:pt x="106" y="238"/>
                    <a:pt x="104" y="238"/>
                  </a:cubicBezTo>
                  <a:cubicBezTo>
                    <a:pt x="102" y="237"/>
                    <a:pt x="97" y="237"/>
                    <a:pt x="94" y="238"/>
                  </a:cubicBezTo>
                  <a:cubicBezTo>
                    <a:pt x="91" y="238"/>
                    <a:pt x="85" y="239"/>
                    <a:pt x="82" y="239"/>
                  </a:cubicBezTo>
                  <a:cubicBezTo>
                    <a:pt x="79" y="239"/>
                    <a:pt x="73" y="239"/>
                    <a:pt x="70" y="238"/>
                  </a:cubicBezTo>
                  <a:cubicBezTo>
                    <a:pt x="68" y="238"/>
                    <a:pt x="63" y="235"/>
                    <a:pt x="61" y="233"/>
                  </a:cubicBezTo>
                  <a:cubicBezTo>
                    <a:pt x="60" y="232"/>
                    <a:pt x="57" y="229"/>
                    <a:pt x="57" y="227"/>
                  </a:cubicBezTo>
                  <a:cubicBezTo>
                    <a:pt x="56" y="225"/>
                    <a:pt x="56" y="221"/>
                    <a:pt x="55" y="219"/>
                  </a:cubicBezTo>
                  <a:cubicBezTo>
                    <a:pt x="55" y="217"/>
                    <a:pt x="52" y="214"/>
                    <a:pt x="51" y="212"/>
                  </a:cubicBezTo>
                  <a:cubicBezTo>
                    <a:pt x="50" y="210"/>
                    <a:pt x="48" y="205"/>
                    <a:pt x="47" y="202"/>
                  </a:cubicBezTo>
                  <a:cubicBezTo>
                    <a:pt x="45" y="200"/>
                    <a:pt x="42" y="195"/>
                    <a:pt x="40" y="193"/>
                  </a:cubicBezTo>
                  <a:cubicBezTo>
                    <a:pt x="38" y="191"/>
                    <a:pt x="32" y="188"/>
                    <a:pt x="29" y="186"/>
                  </a:cubicBezTo>
                  <a:cubicBezTo>
                    <a:pt x="28" y="185"/>
                    <a:pt x="27" y="183"/>
                    <a:pt x="25" y="181"/>
                  </a:cubicBezTo>
                  <a:cubicBezTo>
                    <a:pt x="25" y="181"/>
                    <a:pt x="25" y="181"/>
                    <a:pt x="25" y="181"/>
                  </a:cubicBezTo>
                  <a:cubicBezTo>
                    <a:pt x="27" y="180"/>
                    <a:pt x="31" y="180"/>
                    <a:pt x="32" y="180"/>
                  </a:cubicBezTo>
                  <a:cubicBezTo>
                    <a:pt x="33" y="179"/>
                    <a:pt x="35" y="178"/>
                    <a:pt x="35" y="177"/>
                  </a:cubicBezTo>
                  <a:cubicBezTo>
                    <a:pt x="36" y="176"/>
                    <a:pt x="34" y="174"/>
                    <a:pt x="34" y="173"/>
                  </a:cubicBezTo>
                  <a:cubicBezTo>
                    <a:pt x="33" y="172"/>
                    <a:pt x="31" y="171"/>
                    <a:pt x="30" y="170"/>
                  </a:cubicBezTo>
                  <a:cubicBezTo>
                    <a:pt x="29" y="170"/>
                    <a:pt x="29" y="168"/>
                    <a:pt x="28" y="167"/>
                  </a:cubicBezTo>
                  <a:cubicBezTo>
                    <a:pt x="27" y="166"/>
                    <a:pt x="24" y="165"/>
                    <a:pt x="23" y="164"/>
                  </a:cubicBezTo>
                  <a:cubicBezTo>
                    <a:pt x="22" y="163"/>
                    <a:pt x="21" y="161"/>
                    <a:pt x="21" y="160"/>
                  </a:cubicBezTo>
                  <a:cubicBezTo>
                    <a:pt x="20" y="158"/>
                    <a:pt x="18" y="155"/>
                    <a:pt x="16" y="154"/>
                  </a:cubicBezTo>
                  <a:cubicBezTo>
                    <a:pt x="16" y="153"/>
                    <a:pt x="14" y="152"/>
                    <a:pt x="13" y="151"/>
                  </a:cubicBezTo>
                  <a:cubicBezTo>
                    <a:pt x="12" y="150"/>
                    <a:pt x="9" y="148"/>
                    <a:pt x="8" y="147"/>
                  </a:cubicBezTo>
                  <a:cubicBezTo>
                    <a:pt x="8" y="145"/>
                    <a:pt x="7" y="143"/>
                    <a:pt x="7" y="141"/>
                  </a:cubicBezTo>
                  <a:cubicBezTo>
                    <a:pt x="6" y="140"/>
                    <a:pt x="5" y="137"/>
                    <a:pt x="4" y="136"/>
                  </a:cubicBezTo>
                  <a:cubicBezTo>
                    <a:pt x="4" y="135"/>
                    <a:pt x="1" y="135"/>
                    <a:pt x="0" y="134"/>
                  </a:cubicBezTo>
                  <a:cubicBezTo>
                    <a:pt x="0" y="133"/>
                    <a:pt x="0" y="130"/>
                    <a:pt x="0" y="129"/>
                  </a:cubicBezTo>
                  <a:cubicBezTo>
                    <a:pt x="1" y="128"/>
                    <a:pt x="1" y="125"/>
                    <a:pt x="2" y="125"/>
                  </a:cubicBezTo>
                  <a:cubicBezTo>
                    <a:pt x="3" y="123"/>
                    <a:pt x="5" y="122"/>
                    <a:pt x="7" y="122"/>
                  </a:cubicBezTo>
                  <a:cubicBezTo>
                    <a:pt x="8" y="122"/>
                    <a:pt x="11" y="122"/>
                    <a:pt x="12" y="123"/>
                  </a:cubicBezTo>
                  <a:cubicBezTo>
                    <a:pt x="13" y="123"/>
                    <a:pt x="16" y="124"/>
                    <a:pt x="17" y="125"/>
                  </a:cubicBezTo>
                  <a:cubicBezTo>
                    <a:pt x="18" y="125"/>
                    <a:pt x="21" y="125"/>
                    <a:pt x="23" y="125"/>
                  </a:cubicBezTo>
                  <a:cubicBezTo>
                    <a:pt x="24" y="125"/>
                    <a:pt x="26" y="124"/>
                    <a:pt x="26" y="123"/>
                  </a:cubicBezTo>
                  <a:cubicBezTo>
                    <a:pt x="27" y="122"/>
                    <a:pt x="29" y="119"/>
                    <a:pt x="29" y="118"/>
                  </a:cubicBezTo>
                  <a:cubicBezTo>
                    <a:pt x="30" y="118"/>
                    <a:pt x="32" y="116"/>
                    <a:pt x="32" y="115"/>
                  </a:cubicBezTo>
                  <a:cubicBezTo>
                    <a:pt x="33" y="114"/>
                    <a:pt x="34" y="113"/>
                    <a:pt x="34" y="112"/>
                  </a:cubicBezTo>
                  <a:cubicBezTo>
                    <a:pt x="36" y="111"/>
                    <a:pt x="38" y="109"/>
                    <a:pt x="39" y="107"/>
                  </a:cubicBezTo>
                  <a:cubicBezTo>
                    <a:pt x="40" y="106"/>
                    <a:pt x="43" y="105"/>
                    <a:pt x="43" y="104"/>
                  </a:cubicBezTo>
                  <a:cubicBezTo>
                    <a:pt x="44" y="102"/>
                    <a:pt x="43" y="99"/>
                    <a:pt x="43" y="97"/>
                  </a:cubicBezTo>
                  <a:cubicBezTo>
                    <a:pt x="44" y="96"/>
                    <a:pt x="45" y="94"/>
                    <a:pt x="45" y="94"/>
                  </a:cubicBezTo>
                  <a:cubicBezTo>
                    <a:pt x="46" y="93"/>
                    <a:pt x="48" y="92"/>
                    <a:pt x="48" y="91"/>
                  </a:cubicBezTo>
                  <a:cubicBezTo>
                    <a:pt x="49" y="91"/>
                    <a:pt x="51" y="90"/>
                    <a:pt x="52" y="89"/>
                  </a:cubicBezTo>
                  <a:cubicBezTo>
                    <a:pt x="53" y="88"/>
                    <a:pt x="53" y="86"/>
                    <a:pt x="54" y="85"/>
                  </a:cubicBezTo>
                  <a:cubicBezTo>
                    <a:pt x="54" y="84"/>
                    <a:pt x="55" y="82"/>
                    <a:pt x="56" y="81"/>
                  </a:cubicBezTo>
                  <a:cubicBezTo>
                    <a:pt x="57" y="81"/>
                    <a:pt x="59" y="80"/>
                    <a:pt x="60" y="80"/>
                  </a:cubicBezTo>
                  <a:cubicBezTo>
                    <a:pt x="61" y="80"/>
                    <a:pt x="62" y="80"/>
                    <a:pt x="63" y="81"/>
                  </a:cubicBezTo>
                  <a:cubicBezTo>
                    <a:pt x="64" y="81"/>
                    <a:pt x="65" y="83"/>
                    <a:pt x="66" y="83"/>
                  </a:cubicBezTo>
                  <a:cubicBezTo>
                    <a:pt x="67" y="84"/>
                    <a:pt x="68" y="84"/>
                    <a:pt x="69" y="83"/>
                  </a:cubicBezTo>
                  <a:cubicBezTo>
                    <a:pt x="70" y="83"/>
                    <a:pt x="69" y="81"/>
                    <a:pt x="69" y="80"/>
                  </a:cubicBezTo>
                  <a:cubicBezTo>
                    <a:pt x="69" y="78"/>
                    <a:pt x="69" y="76"/>
                    <a:pt x="69" y="75"/>
                  </a:cubicBezTo>
                  <a:cubicBezTo>
                    <a:pt x="70" y="75"/>
                    <a:pt x="71" y="75"/>
                    <a:pt x="71" y="75"/>
                  </a:cubicBezTo>
                  <a:cubicBezTo>
                    <a:pt x="72" y="75"/>
                    <a:pt x="74" y="76"/>
                    <a:pt x="75" y="76"/>
                  </a:cubicBezTo>
                  <a:cubicBezTo>
                    <a:pt x="76" y="77"/>
                    <a:pt x="76" y="79"/>
                    <a:pt x="77" y="80"/>
                  </a:cubicBezTo>
                  <a:cubicBezTo>
                    <a:pt x="77" y="80"/>
                    <a:pt x="79" y="79"/>
                    <a:pt x="80" y="79"/>
                  </a:cubicBezTo>
                  <a:cubicBezTo>
                    <a:pt x="81" y="78"/>
                    <a:pt x="81" y="76"/>
                    <a:pt x="81" y="76"/>
                  </a:cubicBezTo>
                  <a:cubicBezTo>
                    <a:pt x="82" y="75"/>
                    <a:pt x="83" y="74"/>
                    <a:pt x="84" y="74"/>
                  </a:cubicBezTo>
                  <a:cubicBezTo>
                    <a:pt x="84" y="74"/>
                    <a:pt x="85" y="74"/>
                    <a:pt x="85" y="74"/>
                  </a:cubicBezTo>
                  <a:cubicBezTo>
                    <a:pt x="86" y="74"/>
                    <a:pt x="86" y="75"/>
                    <a:pt x="86" y="76"/>
                  </a:cubicBezTo>
                  <a:cubicBezTo>
                    <a:pt x="87" y="76"/>
                    <a:pt x="86" y="78"/>
                    <a:pt x="87" y="79"/>
                  </a:cubicBezTo>
                  <a:cubicBezTo>
                    <a:pt x="87" y="80"/>
                    <a:pt x="89" y="81"/>
                    <a:pt x="89" y="81"/>
                  </a:cubicBezTo>
                  <a:cubicBezTo>
                    <a:pt x="91" y="81"/>
                    <a:pt x="93" y="81"/>
                    <a:pt x="94" y="80"/>
                  </a:cubicBezTo>
                  <a:cubicBezTo>
                    <a:pt x="95" y="80"/>
                    <a:pt x="97" y="78"/>
                    <a:pt x="98" y="77"/>
                  </a:cubicBezTo>
                  <a:cubicBezTo>
                    <a:pt x="98" y="76"/>
                    <a:pt x="98" y="75"/>
                    <a:pt x="98" y="74"/>
                  </a:cubicBezTo>
                  <a:cubicBezTo>
                    <a:pt x="98" y="73"/>
                    <a:pt x="97" y="71"/>
                    <a:pt x="96" y="70"/>
                  </a:cubicBezTo>
                  <a:cubicBezTo>
                    <a:pt x="96" y="70"/>
                    <a:pt x="94" y="70"/>
                    <a:pt x="94" y="70"/>
                  </a:cubicBezTo>
                  <a:cubicBezTo>
                    <a:pt x="93" y="70"/>
                    <a:pt x="92" y="71"/>
                    <a:pt x="91" y="71"/>
                  </a:cubicBezTo>
                  <a:cubicBezTo>
                    <a:pt x="91" y="71"/>
                    <a:pt x="89" y="70"/>
                    <a:pt x="88" y="70"/>
                  </a:cubicBezTo>
                  <a:cubicBezTo>
                    <a:pt x="88" y="68"/>
                    <a:pt x="89" y="66"/>
                    <a:pt x="89" y="65"/>
                  </a:cubicBezTo>
                  <a:cubicBezTo>
                    <a:pt x="88" y="64"/>
                    <a:pt x="88" y="61"/>
                    <a:pt x="88" y="61"/>
                  </a:cubicBezTo>
                  <a:cubicBezTo>
                    <a:pt x="87" y="60"/>
                    <a:pt x="86" y="59"/>
                    <a:pt x="86" y="59"/>
                  </a:cubicBezTo>
                  <a:cubicBezTo>
                    <a:pt x="85" y="59"/>
                    <a:pt x="84" y="61"/>
                    <a:pt x="84" y="62"/>
                  </a:cubicBezTo>
                  <a:cubicBezTo>
                    <a:pt x="83" y="63"/>
                    <a:pt x="84" y="64"/>
                    <a:pt x="84" y="65"/>
                  </a:cubicBezTo>
                  <a:cubicBezTo>
                    <a:pt x="84" y="66"/>
                    <a:pt x="84" y="68"/>
                    <a:pt x="83" y="68"/>
                  </a:cubicBezTo>
                  <a:cubicBezTo>
                    <a:pt x="82" y="69"/>
                    <a:pt x="81" y="69"/>
                    <a:pt x="80" y="69"/>
                  </a:cubicBezTo>
                  <a:cubicBezTo>
                    <a:pt x="79" y="69"/>
                    <a:pt x="77" y="69"/>
                    <a:pt x="76" y="69"/>
                  </a:cubicBezTo>
                  <a:cubicBezTo>
                    <a:pt x="75" y="68"/>
                    <a:pt x="74" y="67"/>
                    <a:pt x="73" y="67"/>
                  </a:cubicBezTo>
                  <a:cubicBezTo>
                    <a:pt x="72" y="66"/>
                    <a:pt x="70" y="67"/>
                    <a:pt x="69" y="67"/>
                  </a:cubicBezTo>
                  <a:cubicBezTo>
                    <a:pt x="68" y="67"/>
                    <a:pt x="66" y="69"/>
                    <a:pt x="65" y="69"/>
                  </a:cubicBezTo>
                  <a:cubicBezTo>
                    <a:pt x="64" y="69"/>
                    <a:pt x="62" y="70"/>
                    <a:pt x="61" y="69"/>
                  </a:cubicBezTo>
                  <a:cubicBezTo>
                    <a:pt x="61" y="69"/>
                    <a:pt x="60" y="67"/>
                    <a:pt x="60" y="66"/>
                  </a:cubicBezTo>
                  <a:cubicBezTo>
                    <a:pt x="60" y="65"/>
                    <a:pt x="61" y="63"/>
                    <a:pt x="62" y="62"/>
                  </a:cubicBezTo>
                  <a:cubicBezTo>
                    <a:pt x="64" y="60"/>
                    <a:pt x="68" y="58"/>
                    <a:pt x="69" y="56"/>
                  </a:cubicBezTo>
                  <a:cubicBezTo>
                    <a:pt x="70" y="54"/>
                    <a:pt x="72" y="50"/>
                    <a:pt x="73" y="48"/>
                  </a:cubicBezTo>
                  <a:cubicBezTo>
                    <a:pt x="74" y="47"/>
                    <a:pt x="76" y="44"/>
                    <a:pt x="77" y="43"/>
                  </a:cubicBezTo>
                  <a:cubicBezTo>
                    <a:pt x="78" y="42"/>
                    <a:pt x="78" y="40"/>
                    <a:pt x="79" y="39"/>
                  </a:cubicBezTo>
                  <a:cubicBezTo>
                    <a:pt x="80" y="37"/>
                    <a:pt x="82" y="33"/>
                    <a:pt x="83" y="32"/>
                  </a:cubicBezTo>
                  <a:cubicBezTo>
                    <a:pt x="84" y="30"/>
                    <a:pt x="86" y="26"/>
                    <a:pt x="88" y="25"/>
                  </a:cubicBezTo>
                  <a:cubicBezTo>
                    <a:pt x="89" y="24"/>
                    <a:pt x="94" y="23"/>
                    <a:pt x="95" y="22"/>
                  </a:cubicBezTo>
                  <a:cubicBezTo>
                    <a:pt x="98" y="20"/>
                    <a:pt x="102" y="16"/>
                    <a:pt x="105" y="13"/>
                  </a:cubicBezTo>
                  <a:cubicBezTo>
                    <a:pt x="106" y="12"/>
                    <a:pt x="109" y="8"/>
                    <a:pt x="111" y="7"/>
                  </a:cubicBezTo>
                  <a:cubicBezTo>
                    <a:pt x="113" y="6"/>
                    <a:pt x="118" y="4"/>
                    <a:pt x="120" y="4"/>
                  </a:cubicBezTo>
                  <a:cubicBezTo>
                    <a:pt x="121" y="4"/>
                    <a:pt x="124" y="4"/>
                    <a:pt x="125" y="5"/>
                  </a:cubicBezTo>
                  <a:cubicBezTo>
                    <a:pt x="127" y="6"/>
                    <a:pt x="129" y="9"/>
                    <a:pt x="130" y="9"/>
                  </a:cubicBezTo>
                  <a:cubicBezTo>
                    <a:pt x="131" y="10"/>
                    <a:pt x="133" y="10"/>
                    <a:pt x="134" y="10"/>
                  </a:cubicBezTo>
                  <a:cubicBezTo>
                    <a:pt x="135" y="11"/>
                    <a:pt x="137" y="13"/>
                    <a:pt x="139" y="14"/>
                  </a:cubicBezTo>
                  <a:cubicBezTo>
                    <a:pt x="140" y="15"/>
                    <a:pt x="144" y="17"/>
                    <a:pt x="146" y="16"/>
                  </a:cubicBezTo>
                  <a:cubicBezTo>
                    <a:pt x="147" y="16"/>
                    <a:pt x="147" y="12"/>
                    <a:pt x="147" y="11"/>
                  </a:cubicBezTo>
                  <a:cubicBezTo>
                    <a:pt x="147" y="10"/>
                    <a:pt x="145" y="7"/>
                    <a:pt x="145" y="6"/>
                  </a:cubicBezTo>
                  <a:cubicBezTo>
                    <a:pt x="145" y="4"/>
                    <a:pt x="145" y="1"/>
                    <a:pt x="146" y="1"/>
                  </a:cubicBezTo>
                  <a:cubicBezTo>
                    <a:pt x="147" y="0"/>
                    <a:pt x="150" y="2"/>
                    <a:pt x="152" y="3"/>
                  </a:cubicBezTo>
                  <a:cubicBezTo>
                    <a:pt x="154" y="3"/>
                    <a:pt x="159" y="3"/>
                    <a:pt x="162" y="3"/>
                  </a:cubicBezTo>
                  <a:cubicBezTo>
                    <a:pt x="164" y="4"/>
                    <a:pt x="167" y="5"/>
                    <a:pt x="169" y="6"/>
                  </a:cubicBezTo>
                  <a:cubicBezTo>
                    <a:pt x="169" y="7"/>
                    <a:pt x="171" y="9"/>
                    <a:pt x="172" y="10"/>
                  </a:cubicBezTo>
                  <a:cubicBezTo>
                    <a:pt x="172" y="11"/>
                    <a:pt x="175" y="12"/>
                    <a:pt x="175" y="13"/>
                  </a:cubicBezTo>
                  <a:cubicBezTo>
                    <a:pt x="176" y="15"/>
                    <a:pt x="173" y="16"/>
                    <a:pt x="173" y="17"/>
                  </a:cubicBezTo>
                  <a:cubicBezTo>
                    <a:pt x="172" y="19"/>
                    <a:pt x="174" y="23"/>
                    <a:pt x="174" y="25"/>
                  </a:cubicBezTo>
                  <a:cubicBezTo>
                    <a:pt x="176" y="28"/>
                    <a:pt x="179" y="34"/>
                    <a:pt x="181" y="37"/>
                  </a:cubicBezTo>
                  <a:cubicBezTo>
                    <a:pt x="182" y="40"/>
                    <a:pt x="184" y="46"/>
                    <a:pt x="186" y="49"/>
                  </a:cubicBezTo>
                  <a:cubicBezTo>
                    <a:pt x="187" y="51"/>
                    <a:pt x="190" y="55"/>
                    <a:pt x="191" y="56"/>
                  </a:cubicBezTo>
                  <a:cubicBezTo>
                    <a:pt x="193" y="58"/>
                    <a:pt x="197" y="61"/>
                    <a:pt x="198" y="63"/>
                  </a:cubicBezTo>
                  <a:cubicBezTo>
                    <a:pt x="199" y="64"/>
                    <a:pt x="200" y="67"/>
                    <a:pt x="200" y="69"/>
                  </a:cubicBezTo>
                  <a:cubicBezTo>
                    <a:pt x="200" y="70"/>
                    <a:pt x="198" y="73"/>
                    <a:pt x="196" y="74"/>
                  </a:cubicBezTo>
                  <a:cubicBezTo>
                    <a:pt x="195" y="75"/>
                    <a:pt x="192" y="75"/>
                    <a:pt x="191" y="76"/>
                  </a:cubicBezTo>
                  <a:cubicBezTo>
                    <a:pt x="189" y="77"/>
                    <a:pt x="185" y="78"/>
                    <a:pt x="184" y="79"/>
                  </a:cubicBezTo>
                  <a:cubicBezTo>
                    <a:pt x="183" y="81"/>
                    <a:pt x="182" y="84"/>
                    <a:pt x="182" y="86"/>
                  </a:cubicBezTo>
                  <a:cubicBezTo>
                    <a:pt x="181" y="87"/>
                    <a:pt x="179" y="89"/>
                    <a:pt x="179" y="91"/>
                  </a:cubicBezTo>
                  <a:cubicBezTo>
                    <a:pt x="178" y="92"/>
                    <a:pt x="177" y="94"/>
                    <a:pt x="176" y="95"/>
                  </a:cubicBezTo>
                  <a:cubicBezTo>
                    <a:pt x="176" y="96"/>
                    <a:pt x="176" y="99"/>
                    <a:pt x="176" y="100"/>
                  </a:cubicBezTo>
                  <a:cubicBezTo>
                    <a:pt x="175" y="101"/>
                    <a:pt x="174" y="102"/>
                    <a:pt x="174" y="102"/>
                  </a:cubicBezTo>
                  <a:cubicBezTo>
                    <a:pt x="173" y="102"/>
                    <a:pt x="172" y="100"/>
                    <a:pt x="171" y="99"/>
                  </a:cubicBezTo>
                  <a:cubicBezTo>
                    <a:pt x="171" y="99"/>
                    <a:pt x="170" y="98"/>
                    <a:pt x="169" y="99"/>
                  </a:cubicBezTo>
                  <a:cubicBezTo>
                    <a:pt x="168" y="99"/>
                    <a:pt x="168" y="101"/>
                    <a:pt x="168" y="102"/>
                  </a:cubicBezTo>
                  <a:cubicBezTo>
                    <a:pt x="167" y="103"/>
                    <a:pt x="167" y="106"/>
                    <a:pt x="167" y="107"/>
                  </a:cubicBezTo>
                  <a:cubicBezTo>
                    <a:pt x="167" y="108"/>
                    <a:pt x="168" y="111"/>
                    <a:pt x="167" y="112"/>
                  </a:cubicBezTo>
                  <a:cubicBezTo>
                    <a:pt x="167" y="113"/>
                    <a:pt x="166" y="115"/>
                    <a:pt x="165" y="116"/>
                  </a:cubicBezTo>
                  <a:cubicBezTo>
                    <a:pt x="164" y="117"/>
                    <a:pt x="162" y="117"/>
                    <a:pt x="161" y="118"/>
                  </a:cubicBezTo>
                  <a:cubicBezTo>
                    <a:pt x="159" y="119"/>
                    <a:pt x="157" y="120"/>
                    <a:pt x="155" y="121"/>
                  </a:cubicBezTo>
                  <a:cubicBezTo>
                    <a:pt x="154" y="122"/>
                    <a:pt x="151" y="126"/>
                    <a:pt x="150" y="127"/>
                  </a:cubicBezTo>
                  <a:cubicBezTo>
                    <a:pt x="149" y="129"/>
                    <a:pt x="148" y="132"/>
                    <a:pt x="147" y="134"/>
                  </a:cubicBezTo>
                  <a:cubicBezTo>
                    <a:pt x="146" y="135"/>
                    <a:pt x="144" y="137"/>
                    <a:pt x="143" y="138"/>
                  </a:cubicBezTo>
                  <a:cubicBezTo>
                    <a:pt x="142" y="140"/>
                    <a:pt x="141" y="142"/>
                    <a:pt x="140" y="144"/>
                  </a:cubicBezTo>
                  <a:cubicBezTo>
                    <a:pt x="140" y="146"/>
                    <a:pt x="141" y="150"/>
                    <a:pt x="141" y="152"/>
                  </a:cubicBezTo>
                  <a:cubicBezTo>
                    <a:pt x="141" y="154"/>
                    <a:pt x="142" y="158"/>
                    <a:pt x="143" y="160"/>
                  </a:cubicBezTo>
                  <a:cubicBezTo>
                    <a:pt x="143" y="161"/>
                    <a:pt x="145" y="164"/>
                    <a:pt x="145" y="166"/>
                  </a:cubicBezTo>
                  <a:cubicBezTo>
                    <a:pt x="145" y="167"/>
                    <a:pt x="143" y="169"/>
                    <a:pt x="143" y="171"/>
                  </a:cubicBezTo>
                  <a:cubicBezTo>
                    <a:pt x="143" y="171"/>
                    <a:pt x="143" y="173"/>
                    <a:pt x="144" y="174"/>
                  </a:cubicBezTo>
                  <a:cubicBezTo>
                    <a:pt x="144" y="175"/>
                    <a:pt x="146" y="176"/>
                    <a:pt x="147" y="177"/>
                  </a:cubicBezTo>
                  <a:cubicBezTo>
                    <a:pt x="148" y="177"/>
                    <a:pt x="151" y="176"/>
                    <a:pt x="152" y="175"/>
                  </a:cubicBezTo>
                  <a:cubicBezTo>
                    <a:pt x="153" y="175"/>
                    <a:pt x="154" y="172"/>
                    <a:pt x="155" y="171"/>
                  </a:cubicBezTo>
                  <a:cubicBezTo>
                    <a:pt x="155" y="171"/>
                    <a:pt x="157" y="169"/>
                    <a:pt x="157" y="168"/>
                  </a:cubicBezTo>
                  <a:cubicBezTo>
                    <a:pt x="158" y="167"/>
                    <a:pt x="160" y="164"/>
                    <a:pt x="160" y="162"/>
                  </a:cubicBezTo>
                  <a:cubicBezTo>
                    <a:pt x="161" y="161"/>
                    <a:pt x="159" y="157"/>
                    <a:pt x="159" y="155"/>
                  </a:cubicBezTo>
                  <a:cubicBezTo>
                    <a:pt x="159" y="154"/>
                    <a:pt x="159" y="151"/>
                    <a:pt x="159" y="150"/>
                  </a:cubicBezTo>
                  <a:cubicBezTo>
                    <a:pt x="160" y="149"/>
                    <a:pt x="160" y="146"/>
                    <a:pt x="161" y="146"/>
                  </a:cubicBezTo>
                  <a:cubicBezTo>
                    <a:pt x="162" y="145"/>
                    <a:pt x="164" y="144"/>
                    <a:pt x="165" y="143"/>
                  </a:cubicBezTo>
                  <a:cubicBezTo>
                    <a:pt x="167" y="143"/>
                    <a:pt x="169" y="142"/>
                    <a:pt x="171" y="143"/>
                  </a:cubicBezTo>
                  <a:cubicBezTo>
                    <a:pt x="171" y="143"/>
                    <a:pt x="173" y="144"/>
                    <a:pt x="173" y="144"/>
                  </a:cubicBezTo>
                  <a:cubicBezTo>
                    <a:pt x="174" y="145"/>
                    <a:pt x="174" y="147"/>
                    <a:pt x="175" y="147"/>
                  </a:cubicBezTo>
                  <a:cubicBezTo>
                    <a:pt x="176" y="148"/>
                    <a:pt x="179" y="149"/>
                    <a:pt x="181" y="148"/>
                  </a:cubicBezTo>
                  <a:cubicBezTo>
                    <a:pt x="182" y="148"/>
                    <a:pt x="184" y="146"/>
                    <a:pt x="185" y="144"/>
                  </a:cubicBezTo>
                  <a:cubicBezTo>
                    <a:pt x="186" y="143"/>
                    <a:pt x="186" y="141"/>
                    <a:pt x="187" y="140"/>
                  </a:cubicBezTo>
                  <a:cubicBezTo>
                    <a:pt x="187" y="139"/>
                    <a:pt x="188" y="136"/>
                    <a:pt x="187" y="136"/>
                  </a:cubicBezTo>
                  <a:cubicBezTo>
                    <a:pt x="186" y="135"/>
                    <a:pt x="184" y="137"/>
                    <a:pt x="183" y="137"/>
                  </a:cubicBezTo>
                  <a:cubicBezTo>
                    <a:pt x="181" y="137"/>
                    <a:pt x="177" y="138"/>
                    <a:pt x="175" y="137"/>
                  </a:cubicBezTo>
                  <a:cubicBezTo>
                    <a:pt x="174" y="137"/>
                    <a:pt x="171" y="136"/>
                    <a:pt x="170" y="134"/>
                  </a:cubicBezTo>
                  <a:cubicBezTo>
                    <a:pt x="170" y="133"/>
                    <a:pt x="173" y="131"/>
                    <a:pt x="174" y="130"/>
                  </a:cubicBezTo>
                  <a:cubicBezTo>
                    <a:pt x="175" y="129"/>
                    <a:pt x="177" y="127"/>
                    <a:pt x="178" y="126"/>
                  </a:cubicBezTo>
                  <a:cubicBezTo>
                    <a:pt x="179" y="124"/>
                    <a:pt x="181" y="120"/>
                    <a:pt x="182" y="118"/>
                  </a:cubicBezTo>
                  <a:cubicBezTo>
                    <a:pt x="183" y="116"/>
                    <a:pt x="184" y="112"/>
                    <a:pt x="185" y="110"/>
                  </a:cubicBezTo>
                  <a:cubicBezTo>
                    <a:pt x="185" y="109"/>
                    <a:pt x="185" y="106"/>
                    <a:pt x="186" y="105"/>
                  </a:cubicBezTo>
                  <a:cubicBezTo>
                    <a:pt x="186" y="104"/>
                    <a:pt x="188" y="104"/>
                    <a:pt x="189" y="105"/>
                  </a:cubicBezTo>
                  <a:cubicBezTo>
                    <a:pt x="190" y="106"/>
                    <a:pt x="190" y="108"/>
                    <a:pt x="190" y="109"/>
                  </a:cubicBezTo>
                  <a:cubicBezTo>
                    <a:pt x="190" y="110"/>
                    <a:pt x="190" y="112"/>
                    <a:pt x="190" y="113"/>
                  </a:cubicBezTo>
                  <a:cubicBezTo>
                    <a:pt x="190" y="115"/>
                    <a:pt x="190" y="118"/>
                    <a:pt x="190" y="119"/>
                  </a:cubicBezTo>
                  <a:cubicBezTo>
                    <a:pt x="190" y="121"/>
                    <a:pt x="191" y="124"/>
                    <a:pt x="192" y="125"/>
                  </a:cubicBezTo>
                  <a:cubicBezTo>
                    <a:pt x="192" y="126"/>
                    <a:pt x="193" y="130"/>
                    <a:pt x="194" y="131"/>
                  </a:cubicBezTo>
                  <a:cubicBezTo>
                    <a:pt x="196" y="132"/>
                    <a:pt x="200" y="132"/>
                    <a:pt x="202" y="131"/>
                  </a:cubicBezTo>
                  <a:cubicBezTo>
                    <a:pt x="204" y="131"/>
                    <a:pt x="206" y="128"/>
                    <a:pt x="208" y="127"/>
                  </a:cubicBezTo>
                  <a:cubicBezTo>
                    <a:pt x="210" y="127"/>
                    <a:pt x="214" y="127"/>
                    <a:pt x="217" y="127"/>
                  </a:cubicBezTo>
                  <a:cubicBezTo>
                    <a:pt x="219" y="127"/>
                    <a:pt x="224" y="128"/>
                    <a:pt x="227" y="129"/>
                  </a:cubicBezTo>
                  <a:cubicBezTo>
                    <a:pt x="229" y="129"/>
                    <a:pt x="233" y="129"/>
                    <a:pt x="235" y="130"/>
                  </a:cubicBezTo>
                  <a:cubicBezTo>
                    <a:pt x="235" y="131"/>
                    <a:pt x="236" y="132"/>
                    <a:pt x="237" y="133"/>
                  </a:cubicBezTo>
                  <a:cubicBezTo>
                    <a:pt x="237" y="134"/>
                    <a:pt x="237" y="136"/>
                    <a:pt x="237" y="138"/>
                  </a:cubicBezTo>
                  <a:cubicBezTo>
                    <a:pt x="237" y="139"/>
                    <a:pt x="236" y="141"/>
                    <a:pt x="236" y="142"/>
                  </a:cubicBezTo>
                  <a:cubicBezTo>
                    <a:pt x="236" y="143"/>
                    <a:pt x="237" y="146"/>
                    <a:pt x="237" y="147"/>
                  </a:cubicBezTo>
                  <a:cubicBezTo>
                    <a:pt x="237" y="148"/>
                    <a:pt x="236" y="151"/>
                    <a:pt x="235" y="152"/>
                  </a:cubicBezTo>
                  <a:cubicBezTo>
                    <a:pt x="235" y="152"/>
                    <a:pt x="233" y="153"/>
                    <a:pt x="232" y="154"/>
                  </a:cubicBezTo>
                  <a:cubicBezTo>
                    <a:pt x="231" y="154"/>
                    <a:pt x="229" y="154"/>
                    <a:pt x="228" y="155"/>
                  </a:cubicBezTo>
                  <a:cubicBezTo>
                    <a:pt x="227" y="156"/>
                    <a:pt x="226" y="158"/>
                    <a:pt x="225" y="159"/>
                  </a:cubicBezTo>
                  <a:cubicBezTo>
                    <a:pt x="225" y="161"/>
                    <a:pt x="224" y="164"/>
                    <a:pt x="223" y="166"/>
                  </a:cubicBezTo>
                  <a:cubicBezTo>
                    <a:pt x="222" y="168"/>
                    <a:pt x="221" y="170"/>
                    <a:pt x="220" y="171"/>
                  </a:cubicBezTo>
                  <a:cubicBezTo>
                    <a:pt x="220" y="173"/>
                    <a:pt x="219" y="176"/>
                    <a:pt x="220" y="177"/>
                  </a:cubicBezTo>
                  <a:cubicBezTo>
                    <a:pt x="221" y="178"/>
                    <a:pt x="224" y="179"/>
                    <a:pt x="225" y="180"/>
                  </a:cubicBezTo>
                  <a:cubicBezTo>
                    <a:pt x="226" y="181"/>
                    <a:pt x="229" y="183"/>
                    <a:pt x="231" y="184"/>
                  </a:cubicBezTo>
                  <a:cubicBezTo>
                    <a:pt x="233" y="185"/>
                    <a:pt x="237" y="187"/>
                    <a:pt x="239" y="188"/>
                  </a:cubicBezTo>
                  <a:cubicBezTo>
                    <a:pt x="240" y="189"/>
                    <a:pt x="241" y="191"/>
                    <a:pt x="241" y="192"/>
                  </a:cubicBezTo>
                  <a:cubicBezTo>
                    <a:pt x="241" y="194"/>
                    <a:pt x="239" y="198"/>
                    <a:pt x="240" y="199"/>
                  </a:cubicBezTo>
                  <a:cubicBezTo>
                    <a:pt x="241" y="200"/>
                    <a:pt x="243" y="201"/>
                    <a:pt x="244" y="200"/>
                  </a:cubicBezTo>
                  <a:cubicBezTo>
                    <a:pt x="246" y="200"/>
                    <a:pt x="247" y="196"/>
                    <a:pt x="248" y="194"/>
                  </a:cubicBezTo>
                  <a:cubicBezTo>
                    <a:pt x="249" y="192"/>
                    <a:pt x="249" y="187"/>
                    <a:pt x="250" y="185"/>
                  </a:cubicBezTo>
                  <a:cubicBezTo>
                    <a:pt x="252" y="184"/>
                    <a:pt x="255" y="184"/>
                    <a:pt x="257" y="184"/>
                  </a:cubicBezTo>
                  <a:cubicBezTo>
                    <a:pt x="259" y="184"/>
                    <a:pt x="262" y="186"/>
                    <a:pt x="263" y="186"/>
                  </a:cubicBezTo>
                  <a:cubicBezTo>
                    <a:pt x="265" y="186"/>
                    <a:pt x="268" y="185"/>
                    <a:pt x="268" y="183"/>
                  </a:cubicBezTo>
                  <a:cubicBezTo>
                    <a:pt x="269" y="182"/>
                    <a:pt x="268" y="179"/>
                    <a:pt x="268" y="177"/>
                  </a:cubicBezTo>
                  <a:cubicBezTo>
                    <a:pt x="269" y="175"/>
                    <a:pt x="271" y="171"/>
                    <a:pt x="269" y="170"/>
                  </a:cubicBezTo>
                  <a:cubicBezTo>
                    <a:pt x="269" y="170"/>
                    <a:pt x="266" y="170"/>
                    <a:pt x="265" y="171"/>
                  </a:cubicBezTo>
                  <a:cubicBezTo>
                    <a:pt x="264" y="171"/>
                    <a:pt x="262" y="173"/>
                    <a:pt x="261" y="174"/>
                  </a:cubicBezTo>
                  <a:cubicBezTo>
                    <a:pt x="260" y="174"/>
                    <a:pt x="256" y="175"/>
                    <a:pt x="254" y="175"/>
                  </a:cubicBezTo>
                  <a:cubicBezTo>
                    <a:pt x="253" y="175"/>
                    <a:pt x="250" y="176"/>
                    <a:pt x="249" y="177"/>
                  </a:cubicBezTo>
                  <a:cubicBezTo>
                    <a:pt x="247" y="177"/>
                    <a:pt x="243" y="179"/>
                    <a:pt x="242" y="178"/>
                  </a:cubicBezTo>
                  <a:cubicBezTo>
                    <a:pt x="240" y="178"/>
                    <a:pt x="237" y="176"/>
                    <a:pt x="236" y="175"/>
                  </a:cubicBezTo>
                  <a:cubicBezTo>
                    <a:pt x="235" y="173"/>
                    <a:pt x="236" y="168"/>
                    <a:pt x="236" y="166"/>
                  </a:cubicBezTo>
                  <a:cubicBezTo>
                    <a:pt x="237" y="164"/>
                    <a:pt x="239" y="158"/>
                    <a:pt x="240" y="156"/>
                  </a:cubicBezTo>
                  <a:cubicBezTo>
                    <a:pt x="241" y="153"/>
                    <a:pt x="244" y="146"/>
                    <a:pt x="245" y="143"/>
                  </a:cubicBezTo>
                  <a:cubicBezTo>
                    <a:pt x="246" y="139"/>
                    <a:pt x="248" y="131"/>
                    <a:pt x="249" y="127"/>
                  </a:cubicBezTo>
                  <a:cubicBezTo>
                    <a:pt x="250" y="124"/>
                    <a:pt x="255" y="118"/>
                    <a:pt x="256" y="115"/>
                  </a:cubicBezTo>
                  <a:cubicBezTo>
                    <a:pt x="256" y="112"/>
                    <a:pt x="255" y="105"/>
                    <a:pt x="255" y="102"/>
                  </a:cubicBezTo>
                  <a:cubicBezTo>
                    <a:pt x="254" y="98"/>
                    <a:pt x="253" y="92"/>
                    <a:pt x="251" y="89"/>
                  </a:cubicBezTo>
                  <a:cubicBezTo>
                    <a:pt x="249" y="86"/>
                    <a:pt x="243" y="80"/>
                    <a:pt x="239" y="80"/>
                  </a:cubicBezTo>
                  <a:cubicBezTo>
                    <a:pt x="239" y="80"/>
                    <a:pt x="247" y="75"/>
                    <a:pt x="249" y="73"/>
                  </a:cubicBezTo>
                  <a:cubicBezTo>
                    <a:pt x="254" y="71"/>
                    <a:pt x="263" y="65"/>
                    <a:pt x="269" y="63"/>
                  </a:cubicBezTo>
                  <a:cubicBezTo>
                    <a:pt x="272" y="62"/>
                    <a:pt x="281" y="61"/>
                    <a:pt x="284" y="60"/>
                  </a:cubicBezTo>
                  <a:cubicBezTo>
                    <a:pt x="288" y="59"/>
                    <a:pt x="296" y="57"/>
                    <a:pt x="299" y="56"/>
                  </a:cubicBezTo>
                  <a:cubicBezTo>
                    <a:pt x="303" y="55"/>
                    <a:pt x="310" y="54"/>
                    <a:pt x="313" y="54"/>
                  </a:cubicBezTo>
                  <a:cubicBezTo>
                    <a:pt x="317" y="54"/>
                    <a:pt x="326" y="54"/>
                    <a:pt x="329" y="56"/>
                  </a:cubicBezTo>
                  <a:cubicBezTo>
                    <a:pt x="334" y="57"/>
                    <a:pt x="340" y="64"/>
                    <a:pt x="343" y="67"/>
                  </a:cubicBezTo>
                  <a:cubicBezTo>
                    <a:pt x="346" y="70"/>
                    <a:pt x="353" y="75"/>
                    <a:pt x="356" y="78"/>
                  </a:cubicBezTo>
                  <a:cubicBezTo>
                    <a:pt x="358" y="80"/>
                    <a:pt x="362" y="84"/>
                    <a:pt x="363" y="86"/>
                  </a:cubicBezTo>
                  <a:cubicBezTo>
                    <a:pt x="365" y="89"/>
                    <a:pt x="364" y="95"/>
                    <a:pt x="365" y="98"/>
                  </a:cubicBezTo>
                  <a:cubicBezTo>
                    <a:pt x="366" y="100"/>
                    <a:pt x="370" y="103"/>
                    <a:pt x="371" y="105"/>
                  </a:cubicBezTo>
                  <a:cubicBezTo>
                    <a:pt x="373" y="107"/>
                    <a:pt x="375" y="113"/>
                    <a:pt x="374" y="116"/>
                  </a:cubicBezTo>
                  <a:cubicBezTo>
                    <a:pt x="374" y="118"/>
                    <a:pt x="372" y="123"/>
                    <a:pt x="370" y="125"/>
                  </a:cubicBezTo>
                  <a:cubicBezTo>
                    <a:pt x="370" y="126"/>
                    <a:pt x="367" y="129"/>
                    <a:pt x="367" y="131"/>
                  </a:cubicBezTo>
                  <a:cubicBezTo>
                    <a:pt x="366" y="133"/>
                    <a:pt x="367" y="137"/>
                    <a:pt x="368" y="139"/>
                  </a:cubicBezTo>
                  <a:cubicBezTo>
                    <a:pt x="369" y="140"/>
                    <a:pt x="373" y="139"/>
                    <a:pt x="374" y="140"/>
                  </a:cubicBezTo>
                  <a:cubicBezTo>
                    <a:pt x="375" y="142"/>
                    <a:pt x="374" y="146"/>
                    <a:pt x="374" y="147"/>
                  </a:cubicBezTo>
                  <a:cubicBezTo>
                    <a:pt x="374" y="151"/>
                    <a:pt x="372" y="157"/>
                    <a:pt x="374" y="160"/>
                  </a:cubicBezTo>
                  <a:cubicBezTo>
                    <a:pt x="375" y="162"/>
                    <a:pt x="379" y="164"/>
                    <a:pt x="381" y="165"/>
                  </a:cubicBezTo>
                  <a:cubicBezTo>
                    <a:pt x="384" y="166"/>
                    <a:pt x="392" y="163"/>
                    <a:pt x="396" y="163"/>
                  </a:cubicBezTo>
                  <a:cubicBezTo>
                    <a:pt x="398" y="163"/>
                    <a:pt x="403" y="163"/>
                    <a:pt x="405" y="164"/>
                  </a:cubicBezTo>
                  <a:cubicBezTo>
                    <a:pt x="409" y="166"/>
                    <a:pt x="416" y="173"/>
                    <a:pt x="418" y="177"/>
                  </a:cubicBezTo>
                  <a:cubicBezTo>
                    <a:pt x="420" y="180"/>
                    <a:pt x="422" y="186"/>
                    <a:pt x="423" y="19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0" name="Freeform 86"/>
            <p:cNvSpPr>
              <a:spLocks/>
            </p:cNvSpPr>
            <p:nvPr/>
          </p:nvSpPr>
          <p:spPr bwMode="auto">
            <a:xfrm>
              <a:off x="5408613" y="3416301"/>
              <a:ext cx="79375" cy="153988"/>
            </a:xfrm>
            <a:custGeom>
              <a:avLst/>
              <a:gdLst/>
              <a:ahLst/>
              <a:cxnLst>
                <a:cxn ang="0">
                  <a:pos x="21" y="4"/>
                </a:cxn>
                <a:cxn ang="0">
                  <a:pos x="18" y="1"/>
                </a:cxn>
                <a:cxn ang="0">
                  <a:pos x="12" y="2"/>
                </a:cxn>
                <a:cxn ang="0">
                  <a:pos x="11" y="7"/>
                </a:cxn>
                <a:cxn ang="0">
                  <a:pos x="11" y="21"/>
                </a:cxn>
                <a:cxn ang="0">
                  <a:pos x="9" y="27"/>
                </a:cxn>
                <a:cxn ang="0">
                  <a:pos x="8" y="32"/>
                </a:cxn>
                <a:cxn ang="0">
                  <a:pos x="9" y="39"/>
                </a:cxn>
                <a:cxn ang="0">
                  <a:pos x="7" y="44"/>
                </a:cxn>
                <a:cxn ang="0">
                  <a:pos x="0" y="48"/>
                </a:cxn>
                <a:cxn ang="0">
                  <a:pos x="1" y="54"/>
                </a:cxn>
                <a:cxn ang="0">
                  <a:pos x="3" y="61"/>
                </a:cxn>
                <a:cxn ang="0">
                  <a:pos x="3" y="67"/>
                </a:cxn>
                <a:cxn ang="0">
                  <a:pos x="2" y="77"/>
                </a:cxn>
                <a:cxn ang="0">
                  <a:pos x="6" y="88"/>
                </a:cxn>
                <a:cxn ang="0">
                  <a:pos x="8" y="95"/>
                </a:cxn>
                <a:cxn ang="0">
                  <a:pos x="13" y="97"/>
                </a:cxn>
                <a:cxn ang="0">
                  <a:pos x="18" y="97"/>
                </a:cxn>
                <a:cxn ang="0">
                  <a:pos x="22" y="94"/>
                </a:cxn>
                <a:cxn ang="0">
                  <a:pos x="27" y="93"/>
                </a:cxn>
                <a:cxn ang="0">
                  <a:pos x="31" y="91"/>
                </a:cxn>
                <a:cxn ang="0">
                  <a:pos x="31" y="83"/>
                </a:cxn>
                <a:cxn ang="0">
                  <a:pos x="29" y="80"/>
                </a:cxn>
                <a:cxn ang="0">
                  <a:pos x="29" y="74"/>
                </a:cxn>
                <a:cxn ang="0">
                  <a:pos x="32" y="67"/>
                </a:cxn>
                <a:cxn ang="0">
                  <a:pos x="33" y="61"/>
                </a:cxn>
                <a:cxn ang="0">
                  <a:pos x="31" y="55"/>
                </a:cxn>
                <a:cxn ang="0">
                  <a:pos x="31" y="48"/>
                </a:cxn>
                <a:cxn ang="0">
                  <a:pos x="34" y="44"/>
                </a:cxn>
                <a:cxn ang="0">
                  <a:pos x="34" y="36"/>
                </a:cxn>
                <a:cxn ang="0">
                  <a:pos x="39" y="28"/>
                </a:cxn>
                <a:cxn ang="0">
                  <a:pos x="44" y="25"/>
                </a:cxn>
                <a:cxn ang="0">
                  <a:pos x="48" y="17"/>
                </a:cxn>
                <a:cxn ang="0">
                  <a:pos x="50" y="9"/>
                </a:cxn>
                <a:cxn ang="0">
                  <a:pos x="46" y="4"/>
                </a:cxn>
                <a:cxn ang="0">
                  <a:pos x="41" y="3"/>
                </a:cxn>
                <a:cxn ang="0">
                  <a:pos x="36" y="4"/>
                </a:cxn>
                <a:cxn ang="0">
                  <a:pos x="33" y="2"/>
                </a:cxn>
                <a:cxn ang="0">
                  <a:pos x="27" y="3"/>
                </a:cxn>
                <a:cxn ang="0">
                  <a:pos x="21" y="4"/>
                </a:cxn>
              </a:cxnLst>
              <a:rect l="0" t="0" r="r" b="b"/>
              <a:pathLst>
                <a:path w="50" h="98">
                  <a:moveTo>
                    <a:pt x="21" y="4"/>
                  </a:moveTo>
                  <a:cubicBezTo>
                    <a:pt x="20" y="4"/>
                    <a:pt x="19" y="1"/>
                    <a:pt x="18" y="1"/>
                  </a:cubicBezTo>
                  <a:cubicBezTo>
                    <a:pt x="16" y="0"/>
                    <a:pt x="13" y="1"/>
                    <a:pt x="12" y="2"/>
                  </a:cubicBezTo>
                  <a:cubicBezTo>
                    <a:pt x="12" y="3"/>
                    <a:pt x="11" y="6"/>
                    <a:pt x="11" y="7"/>
                  </a:cubicBezTo>
                  <a:cubicBezTo>
                    <a:pt x="11" y="11"/>
                    <a:pt x="11" y="18"/>
                    <a:pt x="11" y="21"/>
                  </a:cubicBezTo>
                  <a:cubicBezTo>
                    <a:pt x="10" y="22"/>
                    <a:pt x="9" y="25"/>
                    <a:pt x="9" y="27"/>
                  </a:cubicBezTo>
                  <a:cubicBezTo>
                    <a:pt x="9" y="28"/>
                    <a:pt x="8" y="31"/>
                    <a:pt x="8" y="32"/>
                  </a:cubicBezTo>
                  <a:cubicBezTo>
                    <a:pt x="8" y="34"/>
                    <a:pt x="9" y="37"/>
                    <a:pt x="9" y="39"/>
                  </a:cubicBezTo>
                  <a:cubicBezTo>
                    <a:pt x="9" y="40"/>
                    <a:pt x="8" y="43"/>
                    <a:pt x="7" y="44"/>
                  </a:cubicBezTo>
                  <a:cubicBezTo>
                    <a:pt x="6" y="45"/>
                    <a:pt x="1" y="46"/>
                    <a:pt x="0" y="48"/>
                  </a:cubicBezTo>
                  <a:cubicBezTo>
                    <a:pt x="0" y="50"/>
                    <a:pt x="1" y="53"/>
                    <a:pt x="1" y="54"/>
                  </a:cubicBezTo>
                  <a:cubicBezTo>
                    <a:pt x="1" y="56"/>
                    <a:pt x="3" y="59"/>
                    <a:pt x="3" y="61"/>
                  </a:cubicBezTo>
                  <a:cubicBezTo>
                    <a:pt x="4" y="62"/>
                    <a:pt x="3" y="66"/>
                    <a:pt x="3" y="67"/>
                  </a:cubicBezTo>
                  <a:cubicBezTo>
                    <a:pt x="3" y="70"/>
                    <a:pt x="1" y="74"/>
                    <a:pt x="2" y="77"/>
                  </a:cubicBezTo>
                  <a:cubicBezTo>
                    <a:pt x="2" y="80"/>
                    <a:pt x="5" y="85"/>
                    <a:pt x="6" y="88"/>
                  </a:cubicBezTo>
                  <a:cubicBezTo>
                    <a:pt x="6" y="90"/>
                    <a:pt x="7" y="94"/>
                    <a:pt x="8" y="95"/>
                  </a:cubicBezTo>
                  <a:cubicBezTo>
                    <a:pt x="9" y="96"/>
                    <a:pt x="11" y="97"/>
                    <a:pt x="13" y="97"/>
                  </a:cubicBezTo>
                  <a:cubicBezTo>
                    <a:pt x="14" y="98"/>
                    <a:pt x="17" y="98"/>
                    <a:pt x="18" y="97"/>
                  </a:cubicBezTo>
                  <a:cubicBezTo>
                    <a:pt x="19" y="97"/>
                    <a:pt x="21" y="94"/>
                    <a:pt x="22" y="94"/>
                  </a:cubicBezTo>
                  <a:cubicBezTo>
                    <a:pt x="23" y="93"/>
                    <a:pt x="26" y="93"/>
                    <a:pt x="27" y="93"/>
                  </a:cubicBezTo>
                  <a:cubicBezTo>
                    <a:pt x="28" y="93"/>
                    <a:pt x="31" y="92"/>
                    <a:pt x="31" y="91"/>
                  </a:cubicBezTo>
                  <a:cubicBezTo>
                    <a:pt x="32" y="89"/>
                    <a:pt x="32" y="85"/>
                    <a:pt x="31" y="83"/>
                  </a:cubicBezTo>
                  <a:cubicBezTo>
                    <a:pt x="31" y="82"/>
                    <a:pt x="29" y="81"/>
                    <a:pt x="29" y="80"/>
                  </a:cubicBezTo>
                  <a:cubicBezTo>
                    <a:pt x="29" y="78"/>
                    <a:pt x="29" y="75"/>
                    <a:pt x="29" y="74"/>
                  </a:cubicBezTo>
                  <a:cubicBezTo>
                    <a:pt x="29" y="72"/>
                    <a:pt x="31" y="68"/>
                    <a:pt x="32" y="67"/>
                  </a:cubicBezTo>
                  <a:cubicBezTo>
                    <a:pt x="32" y="65"/>
                    <a:pt x="33" y="63"/>
                    <a:pt x="33" y="61"/>
                  </a:cubicBezTo>
                  <a:cubicBezTo>
                    <a:pt x="33" y="60"/>
                    <a:pt x="32" y="57"/>
                    <a:pt x="31" y="55"/>
                  </a:cubicBezTo>
                  <a:cubicBezTo>
                    <a:pt x="31" y="53"/>
                    <a:pt x="31" y="49"/>
                    <a:pt x="31" y="48"/>
                  </a:cubicBezTo>
                  <a:cubicBezTo>
                    <a:pt x="32" y="46"/>
                    <a:pt x="33" y="45"/>
                    <a:pt x="34" y="44"/>
                  </a:cubicBezTo>
                  <a:cubicBezTo>
                    <a:pt x="34" y="42"/>
                    <a:pt x="33" y="38"/>
                    <a:pt x="34" y="36"/>
                  </a:cubicBezTo>
                  <a:cubicBezTo>
                    <a:pt x="35" y="34"/>
                    <a:pt x="38" y="30"/>
                    <a:pt x="39" y="28"/>
                  </a:cubicBezTo>
                  <a:cubicBezTo>
                    <a:pt x="40" y="27"/>
                    <a:pt x="43" y="26"/>
                    <a:pt x="44" y="25"/>
                  </a:cubicBezTo>
                  <a:cubicBezTo>
                    <a:pt x="45" y="23"/>
                    <a:pt x="47" y="19"/>
                    <a:pt x="48" y="17"/>
                  </a:cubicBezTo>
                  <a:cubicBezTo>
                    <a:pt x="48" y="15"/>
                    <a:pt x="50" y="11"/>
                    <a:pt x="50" y="9"/>
                  </a:cubicBezTo>
                  <a:cubicBezTo>
                    <a:pt x="49" y="8"/>
                    <a:pt x="47" y="5"/>
                    <a:pt x="46" y="4"/>
                  </a:cubicBezTo>
                  <a:cubicBezTo>
                    <a:pt x="45" y="3"/>
                    <a:pt x="42" y="3"/>
                    <a:pt x="41" y="3"/>
                  </a:cubicBezTo>
                  <a:cubicBezTo>
                    <a:pt x="40" y="3"/>
                    <a:pt x="37" y="5"/>
                    <a:pt x="36" y="4"/>
                  </a:cubicBezTo>
                  <a:cubicBezTo>
                    <a:pt x="35" y="4"/>
                    <a:pt x="34" y="2"/>
                    <a:pt x="33" y="2"/>
                  </a:cubicBezTo>
                  <a:cubicBezTo>
                    <a:pt x="32" y="1"/>
                    <a:pt x="28" y="2"/>
                    <a:pt x="27" y="3"/>
                  </a:cubicBezTo>
                  <a:cubicBezTo>
                    <a:pt x="25" y="3"/>
                    <a:pt x="23" y="5"/>
                    <a:pt x="21"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1" name="Freeform 87"/>
            <p:cNvSpPr>
              <a:spLocks/>
            </p:cNvSpPr>
            <p:nvPr/>
          </p:nvSpPr>
          <p:spPr bwMode="auto">
            <a:xfrm>
              <a:off x="6134101" y="3570288"/>
              <a:ext cx="285750" cy="254000"/>
            </a:xfrm>
            <a:custGeom>
              <a:avLst/>
              <a:gdLst/>
              <a:ahLst/>
              <a:cxnLst>
                <a:cxn ang="0">
                  <a:pos x="70" y="132"/>
                </a:cxn>
                <a:cxn ang="0">
                  <a:pos x="61" y="119"/>
                </a:cxn>
                <a:cxn ang="0">
                  <a:pos x="52" y="108"/>
                </a:cxn>
                <a:cxn ang="0">
                  <a:pos x="50" y="99"/>
                </a:cxn>
                <a:cxn ang="0">
                  <a:pos x="49" y="87"/>
                </a:cxn>
                <a:cxn ang="0">
                  <a:pos x="45" y="79"/>
                </a:cxn>
                <a:cxn ang="0">
                  <a:pos x="46" y="74"/>
                </a:cxn>
                <a:cxn ang="0">
                  <a:pos x="52" y="76"/>
                </a:cxn>
                <a:cxn ang="0">
                  <a:pos x="59" y="84"/>
                </a:cxn>
                <a:cxn ang="0">
                  <a:pos x="66" y="93"/>
                </a:cxn>
                <a:cxn ang="0">
                  <a:pos x="74" y="102"/>
                </a:cxn>
                <a:cxn ang="0">
                  <a:pos x="84" y="101"/>
                </a:cxn>
                <a:cxn ang="0">
                  <a:pos x="86" y="97"/>
                </a:cxn>
                <a:cxn ang="0">
                  <a:pos x="81" y="94"/>
                </a:cxn>
                <a:cxn ang="0">
                  <a:pos x="82" y="89"/>
                </a:cxn>
                <a:cxn ang="0">
                  <a:pos x="86" y="86"/>
                </a:cxn>
                <a:cxn ang="0">
                  <a:pos x="79" y="84"/>
                </a:cxn>
                <a:cxn ang="0">
                  <a:pos x="84" y="80"/>
                </a:cxn>
                <a:cxn ang="0">
                  <a:pos x="97" y="79"/>
                </a:cxn>
                <a:cxn ang="0">
                  <a:pos x="96" y="73"/>
                </a:cxn>
                <a:cxn ang="0">
                  <a:pos x="86" y="75"/>
                </a:cxn>
                <a:cxn ang="0">
                  <a:pos x="77" y="72"/>
                </a:cxn>
                <a:cxn ang="0">
                  <a:pos x="64" y="70"/>
                </a:cxn>
                <a:cxn ang="0">
                  <a:pos x="59" y="63"/>
                </a:cxn>
                <a:cxn ang="0">
                  <a:pos x="55" y="56"/>
                </a:cxn>
                <a:cxn ang="0">
                  <a:pos x="58" y="52"/>
                </a:cxn>
                <a:cxn ang="0">
                  <a:pos x="47" y="49"/>
                </a:cxn>
                <a:cxn ang="0">
                  <a:pos x="29" y="51"/>
                </a:cxn>
                <a:cxn ang="0">
                  <a:pos x="19" y="46"/>
                </a:cxn>
                <a:cxn ang="0">
                  <a:pos x="10" y="38"/>
                </a:cxn>
                <a:cxn ang="0">
                  <a:pos x="14" y="34"/>
                </a:cxn>
                <a:cxn ang="0">
                  <a:pos x="17" y="29"/>
                </a:cxn>
                <a:cxn ang="0">
                  <a:pos x="7" y="27"/>
                </a:cxn>
                <a:cxn ang="0">
                  <a:pos x="0" y="21"/>
                </a:cxn>
                <a:cxn ang="0">
                  <a:pos x="11" y="11"/>
                </a:cxn>
                <a:cxn ang="0">
                  <a:pos x="22" y="3"/>
                </a:cxn>
                <a:cxn ang="0">
                  <a:pos x="39" y="2"/>
                </a:cxn>
                <a:cxn ang="0">
                  <a:pos x="51" y="4"/>
                </a:cxn>
                <a:cxn ang="0">
                  <a:pos x="62" y="3"/>
                </a:cxn>
                <a:cxn ang="0">
                  <a:pos x="79" y="19"/>
                </a:cxn>
                <a:cxn ang="0">
                  <a:pos x="102" y="41"/>
                </a:cxn>
                <a:cxn ang="0">
                  <a:pos x="123" y="46"/>
                </a:cxn>
                <a:cxn ang="0">
                  <a:pos x="139" y="62"/>
                </a:cxn>
                <a:cxn ang="0">
                  <a:pos x="149" y="84"/>
                </a:cxn>
                <a:cxn ang="0">
                  <a:pos x="157" y="96"/>
                </a:cxn>
                <a:cxn ang="0">
                  <a:pos x="152" y="101"/>
                </a:cxn>
                <a:cxn ang="0">
                  <a:pos x="156" y="108"/>
                </a:cxn>
                <a:cxn ang="0">
                  <a:pos x="164" y="113"/>
                </a:cxn>
                <a:cxn ang="0">
                  <a:pos x="169" y="126"/>
                </a:cxn>
                <a:cxn ang="0">
                  <a:pos x="171" y="134"/>
                </a:cxn>
                <a:cxn ang="0">
                  <a:pos x="181" y="141"/>
                </a:cxn>
                <a:cxn ang="0">
                  <a:pos x="174" y="149"/>
                </a:cxn>
                <a:cxn ang="0">
                  <a:pos x="166" y="148"/>
                </a:cxn>
                <a:cxn ang="0">
                  <a:pos x="154" y="155"/>
                </a:cxn>
                <a:cxn ang="0">
                  <a:pos x="143" y="161"/>
                </a:cxn>
                <a:cxn ang="0">
                  <a:pos x="137" y="153"/>
                </a:cxn>
                <a:cxn ang="0">
                  <a:pos x="126" y="142"/>
                </a:cxn>
                <a:cxn ang="0">
                  <a:pos x="113" y="135"/>
                </a:cxn>
                <a:cxn ang="0">
                  <a:pos x="102" y="133"/>
                </a:cxn>
                <a:cxn ang="0">
                  <a:pos x="91" y="136"/>
                </a:cxn>
                <a:cxn ang="0">
                  <a:pos x="81" y="138"/>
                </a:cxn>
              </a:cxnLst>
              <a:rect l="0" t="0" r="r" b="b"/>
              <a:pathLst>
                <a:path w="182" h="162">
                  <a:moveTo>
                    <a:pt x="76" y="139"/>
                  </a:moveTo>
                  <a:cubicBezTo>
                    <a:pt x="74" y="138"/>
                    <a:pt x="72" y="133"/>
                    <a:pt x="70" y="132"/>
                  </a:cubicBezTo>
                  <a:cubicBezTo>
                    <a:pt x="69" y="130"/>
                    <a:pt x="66" y="126"/>
                    <a:pt x="65" y="124"/>
                  </a:cubicBezTo>
                  <a:cubicBezTo>
                    <a:pt x="64" y="123"/>
                    <a:pt x="62" y="120"/>
                    <a:pt x="61" y="119"/>
                  </a:cubicBezTo>
                  <a:cubicBezTo>
                    <a:pt x="60" y="118"/>
                    <a:pt x="58" y="118"/>
                    <a:pt x="57" y="117"/>
                  </a:cubicBezTo>
                  <a:cubicBezTo>
                    <a:pt x="55" y="115"/>
                    <a:pt x="53" y="110"/>
                    <a:pt x="52" y="108"/>
                  </a:cubicBezTo>
                  <a:cubicBezTo>
                    <a:pt x="52" y="107"/>
                    <a:pt x="51" y="105"/>
                    <a:pt x="51" y="104"/>
                  </a:cubicBezTo>
                  <a:cubicBezTo>
                    <a:pt x="50" y="103"/>
                    <a:pt x="50" y="100"/>
                    <a:pt x="50" y="99"/>
                  </a:cubicBezTo>
                  <a:cubicBezTo>
                    <a:pt x="50" y="97"/>
                    <a:pt x="50" y="95"/>
                    <a:pt x="50" y="93"/>
                  </a:cubicBezTo>
                  <a:cubicBezTo>
                    <a:pt x="50" y="92"/>
                    <a:pt x="50" y="89"/>
                    <a:pt x="49" y="87"/>
                  </a:cubicBezTo>
                  <a:cubicBezTo>
                    <a:pt x="49" y="86"/>
                    <a:pt x="48" y="84"/>
                    <a:pt x="48" y="83"/>
                  </a:cubicBezTo>
                  <a:cubicBezTo>
                    <a:pt x="47" y="82"/>
                    <a:pt x="46" y="80"/>
                    <a:pt x="45" y="79"/>
                  </a:cubicBezTo>
                  <a:cubicBezTo>
                    <a:pt x="45" y="79"/>
                    <a:pt x="44" y="77"/>
                    <a:pt x="44" y="76"/>
                  </a:cubicBezTo>
                  <a:cubicBezTo>
                    <a:pt x="44" y="75"/>
                    <a:pt x="45" y="74"/>
                    <a:pt x="46" y="74"/>
                  </a:cubicBezTo>
                  <a:cubicBezTo>
                    <a:pt x="47" y="73"/>
                    <a:pt x="49" y="73"/>
                    <a:pt x="50" y="74"/>
                  </a:cubicBezTo>
                  <a:cubicBezTo>
                    <a:pt x="50" y="74"/>
                    <a:pt x="52" y="75"/>
                    <a:pt x="52" y="76"/>
                  </a:cubicBezTo>
                  <a:cubicBezTo>
                    <a:pt x="53" y="77"/>
                    <a:pt x="55" y="79"/>
                    <a:pt x="55" y="80"/>
                  </a:cubicBezTo>
                  <a:cubicBezTo>
                    <a:pt x="56" y="81"/>
                    <a:pt x="58" y="83"/>
                    <a:pt x="59" y="84"/>
                  </a:cubicBezTo>
                  <a:cubicBezTo>
                    <a:pt x="59" y="85"/>
                    <a:pt x="61" y="87"/>
                    <a:pt x="62" y="88"/>
                  </a:cubicBezTo>
                  <a:cubicBezTo>
                    <a:pt x="63" y="89"/>
                    <a:pt x="65" y="91"/>
                    <a:pt x="66" y="93"/>
                  </a:cubicBezTo>
                  <a:cubicBezTo>
                    <a:pt x="67" y="94"/>
                    <a:pt x="68" y="97"/>
                    <a:pt x="70" y="98"/>
                  </a:cubicBezTo>
                  <a:cubicBezTo>
                    <a:pt x="71" y="99"/>
                    <a:pt x="73" y="102"/>
                    <a:pt x="74" y="102"/>
                  </a:cubicBezTo>
                  <a:cubicBezTo>
                    <a:pt x="75" y="103"/>
                    <a:pt x="78" y="102"/>
                    <a:pt x="79" y="102"/>
                  </a:cubicBezTo>
                  <a:cubicBezTo>
                    <a:pt x="80" y="102"/>
                    <a:pt x="83" y="101"/>
                    <a:pt x="84" y="101"/>
                  </a:cubicBezTo>
                  <a:cubicBezTo>
                    <a:pt x="84" y="100"/>
                    <a:pt x="86" y="100"/>
                    <a:pt x="86" y="99"/>
                  </a:cubicBezTo>
                  <a:cubicBezTo>
                    <a:pt x="86" y="99"/>
                    <a:pt x="86" y="97"/>
                    <a:pt x="86" y="97"/>
                  </a:cubicBezTo>
                  <a:cubicBezTo>
                    <a:pt x="86" y="96"/>
                    <a:pt x="85" y="96"/>
                    <a:pt x="84" y="96"/>
                  </a:cubicBezTo>
                  <a:cubicBezTo>
                    <a:pt x="83" y="95"/>
                    <a:pt x="81" y="94"/>
                    <a:pt x="81" y="94"/>
                  </a:cubicBezTo>
                  <a:cubicBezTo>
                    <a:pt x="80" y="93"/>
                    <a:pt x="79" y="91"/>
                    <a:pt x="79" y="90"/>
                  </a:cubicBezTo>
                  <a:cubicBezTo>
                    <a:pt x="80" y="89"/>
                    <a:pt x="81" y="89"/>
                    <a:pt x="82" y="89"/>
                  </a:cubicBezTo>
                  <a:cubicBezTo>
                    <a:pt x="82" y="89"/>
                    <a:pt x="84" y="89"/>
                    <a:pt x="84" y="89"/>
                  </a:cubicBezTo>
                  <a:cubicBezTo>
                    <a:pt x="85" y="89"/>
                    <a:pt x="87" y="87"/>
                    <a:pt x="86" y="86"/>
                  </a:cubicBezTo>
                  <a:cubicBezTo>
                    <a:pt x="86" y="85"/>
                    <a:pt x="82" y="86"/>
                    <a:pt x="81" y="86"/>
                  </a:cubicBezTo>
                  <a:cubicBezTo>
                    <a:pt x="81" y="86"/>
                    <a:pt x="79" y="84"/>
                    <a:pt x="79" y="84"/>
                  </a:cubicBezTo>
                  <a:cubicBezTo>
                    <a:pt x="79" y="83"/>
                    <a:pt x="79" y="81"/>
                    <a:pt x="80" y="81"/>
                  </a:cubicBezTo>
                  <a:cubicBezTo>
                    <a:pt x="81" y="80"/>
                    <a:pt x="83" y="80"/>
                    <a:pt x="84" y="80"/>
                  </a:cubicBezTo>
                  <a:cubicBezTo>
                    <a:pt x="86" y="80"/>
                    <a:pt x="90" y="80"/>
                    <a:pt x="92" y="80"/>
                  </a:cubicBezTo>
                  <a:cubicBezTo>
                    <a:pt x="93" y="80"/>
                    <a:pt x="96" y="79"/>
                    <a:pt x="97" y="79"/>
                  </a:cubicBezTo>
                  <a:cubicBezTo>
                    <a:pt x="98" y="78"/>
                    <a:pt x="98" y="76"/>
                    <a:pt x="98" y="75"/>
                  </a:cubicBezTo>
                  <a:cubicBezTo>
                    <a:pt x="98" y="75"/>
                    <a:pt x="97" y="73"/>
                    <a:pt x="96" y="73"/>
                  </a:cubicBezTo>
                  <a:cubicBezTo>
                    <a:pt x="95" y="73"/>
                    <a:pt x="93" y="73"/>
                    <a:pt x="92" y="73"/>
                  </a:cubicBezTo>
                  <a:cubicBezTo>
                    <a:pt x="91" y="73"/>
                    <a:pt x="87" y="75"/>
                    <a:pt x="86" y="75"/>
                  </a:cubicBezTo>
                  <a:cubicBezTo>
                    <a:pt x="85" y="75"/>
                    <a:pt x="83" y="74"/>
                    <a:pt x="82" y="74"/>
                  </a:cubicBezTo>
                  <a:cubicBezTo>
                    <a:pt x="80" y="74"/>
                    <a:pt x="78" y="72"/>
                    <a:pt x="77" y="72"/>
                  </a:cubicBezTo>
                  <a:cubicBezTo>
                    <a:pt x="75" y="72"/>
                    <a:pt x="71" y="72"/>
                    <a:pt x="69" y="71"/>
                  </a:cubicBezTo>
                  <a:cubicBezTo>
                    <a:pt x="68" y="71"/>
                    <a:pt x="65" y="71"/>
                    <a:pt x="64" y="70"/>
                  </a:cubicBezTo>
                  <a:cubicBezTo>
                    <a:pt x="64" y="69"/>
                    <a:pt x="63" y="67"/>
                    <a:pt x="62" y="66"/>
                  </a:cubicBezTo>
                  <a:cubicBezTo>
                    <a:pt x="62" y="65"/>
                    <a:pt x="60" y="64"/>
                    <a:pt x="59" y="63"/>
                  </a:cubicBezTo>
                  <a:cubicBezTo>
                    <a:pt x="58" y="62"/>
                    <a:pt x="57" y="61"/>
                    <a:pt x="56" y="61"/>
                  </a:cubicBezTo>
                  <a:cubicBezTo>
                    <a:pt x="56" y="60"/>
                    <a:pt x="55" y="57"/>
                    <a:pt x="55" y="56"/>
                  </a:cubicBezTo>
                  <a:cubicBezTo>
                    <a:pt x="56" y="55"/>
                    <a:pt x="58" y="55"/>
                    <a:pt x="58" y="55"/>
                  </a:cubicBezTo>
                  <a:cubicBezTo>
                    <a:pt x="58" y="54"/>
                    <a:pt x="58" y="52"/>
                    <a:pt x="58" y="52"/>
                  </a:cubicBezTo>
                  <a:cubicBezTo>
                    <a:pt x="57" y="51"/>
                    <a:pt x="56" y="49"/>
                    <a:pt x="55" y="49"/>
                  </a:cubicBezTo>
                  <a:cubicBezTo>
                    <a:pt x="53" y="49"/>
                    <a:pt x="49" y="49"/>
                    <a:pt x="47" y="49"/>
                  </a:cubicBezTo>
                  <a:cubicBezTo>
                    <a:pt x="45" y="50"/>
                    <a:pt x="40" y="50"/>
                    <a:pt x="37" y="50"/>
                  </a:cubicBezTo>
                  <a:cubicBezTo>
                    <a:pt x="35" y="50"/>
                    <a:pt x="31" y="51"/>
                    <a:pt x="29" y="51"/>
                  </a:cubicBezTo>
                  <a:cubicBezTo>
                    <a:pt x="27" y="51"/>
                    <a:pt x="24" y="50"/>
                    <a:pt x="22" y="49"/>
                  </a:cubicBezTo>
                  <a:cubicBezTo>
                    <a:pt x="21" y="49"/>
                    <a:pt x="20" y="47"/>
                    <a:pt x="19" y="46"/>
                  </a:cubicBezTo>
                  <a:cubicBezTo>
                    <a:pt x="18" y="46"/>
                    <a:pt x="15" y="45"/>
                    <a:pt x="14" y="44"/>
                  </a:cubicBezTo>
                  <a:cubicBezTo>
                    <a:pt x="13" y="43"/>
                    <a:pt x="11" y="40"/>
                    <a:pt x="10" y="38"/>
                  </a:cubicBezTo>
                  <a:cubicBezTo>
                    <a:pt x="10" y="37"/>
                    <a:pt x="9" y="35"/>
                    <a:pt x="10" y="34"/>
                  </a:cubicBezTo>
                  <a:cubicBezTo>
                    <a:pt x="10" y="34"/>
                    <a:pt x="13" y="34"/>
                    <a:pt x="14" y="34"/>
                  </a:cubicBezTo>
                  <a:cubicBezTo>
                    <a:pt x="15" y="34"/>
                    <a:pt x="17" y="33"/>
                    <a:pt x="17" y="32"/>
                  </a:cubicBezTo>
                  <a:cubicBezTo>
                    <a:pt x="18" y="31"/>
                    <a:pt x="18" y="29"/>
                    <a:pt x="17" y="29"/>
                  </a:cubicBezTo>
                  <a:cubicBezTo>
                    <a:pt x="17" y="28"/>
                    <a:pt x="15" y="26"/>
                    <a:pt x="14" y="26"/>
                  </a:cubicBezTo>
                  <a:cubicBezTo>
                    <a:pt x="12" y="26"/>
                    <a:pt x="9" y="27"/>
                    <a:pt x="7" y="27"/>
                  </a:cubicBezTo>
                  <a:cubicBezTo>
                    <a:pt x="5" y="27"/>
                    <a:pt x="2" y="26"/>
                    <a:pt x="1" y="25"/>
                  </a:cubicBezTo>
                  <a:cubicBezTo>
                    <a:pt x="0" y="24"/>
                    <a:pt x="0" y="22"/>
                    <a:pt x="0" y="21"/>
                  </a:cubicBezTo>
                  <a:cubicBezTo>
                    <a:pt x="1" y="19"/>
                    <a:pt x="5" y="17"/>
                    <a:pt x="6" y="16"/>
                  </a:cubicBezTo>
                  <a:cubicBezTo>
                    <a:pt x="8" y="15"/>
                    <a:pt x="10" y="12"/>
                    <a:pt x="11" y="11"/>
                  </a:cubicBezTo>
                  <a:cubicBezTo>
                    <a:pt x="12" y="10"/>
                    <a:pt x="15" y="9"/>
                    <a:pt x="16" y="8"/>
                  </a:cubicBezTo>
                  <a:cubicBezTo>
                    <a:pt x="17" y="7"/>
                    <a:pt x="20" y="4"/>
                    <a:pt x="22" y="3"/>
                  </a:cubicBezTo>
                  <a:cubicBezTo>
                    <a:pt x="24" y="3"/>
                    <a:pt x="28" y="2"/>
                    <a:pt x="31" y="2"/>
                  </a:cubicBezTo>
                  <a:cubicBezTo>
                    <a:pt x="33" y="2"/>
                    <a:pt x="37" y="2"/>
                    <a:pt x="39" y="2"/>
                  </a:cubicBezTo>
                  <a:cubicBezTo>
                    <a:pt x="40" y="2"/>
                    <a:pt x="44" y="4"/>
                    <a:pt x="45" y="4"/>
                  </a:cubicBezTo>
                  <a:cubicBezTo>
                    <a:pt x="47" y="4"/>
                    <a:pt x="50" y="5"/>
                    <a:pt x="51" y="4"/>
                  </a:cubicBezTo>
                  <a:cubicBezTo>
                    <a:pt x="52" y="4"/>
                    <a:pt x="53" y="1"/>
                    <a:pt x="54" y="1"/>
                  </a:cubicBezTo>
                  <a:cubicBezTo>
                    <a:pt x="56" y="0"/>
                    <a:pt x="60" y="2"/>
                    <a:pt x="62" y="3"/>
                  </a:cubicBezTo>
                  <a:cubicBezTo>
                    <a:pt x="65" y="5"/>
                    <a:pt x="70" y="8"/>
                    <a:pt x="72" y="11"/>
                  </a:cubicBezTo>
                  <a:cubicBezTo>
                    <a:pt x="74" y="12"/>
                    <a:pt x="77" y="17"/>
                    <a:pt x="79" y="19"/>
                  </a:cubicBezTo>
                  <a:cubicBezTo>
                    <a:pt x="81" y="21"/>
                    <a:pt x="87" y="27"/>
                    <a:pt x="90" y="29"/>
                  </a:cubicBezTo>
                  <a:cubicBezTo>
                    <a:pt x="93" y="32"/>
                    <a:pt x="99" y="38"/>
                    <a:pt x="102" y="41"/>
                  </a:cubicBezTo>
                  <a:cubicBezTo>
                    <a:pt x="104" y="42"/>
                    <a:pt x="109" y="43"/>
                    <a:pt x="111" y="44"/>
                  </a:cubicBezTo>
                  <a:cubicBezTo>
                    <a:pt x="114" y="45"/>
                    <a:pt x="120" y="45"/>
                    <a:pt x="123" y="46"/>
                  </a:cubicBezTo>
                  <a:cubicBezTo>
                    <a:pt x="126" y="47"/>
                    <a:pt x="131" y="51"/>
                    <a:pt x="133" y="54"/>
                  </a:cubicBezTo>
                  <a:cubicBezTo>
                    <a:pt x="135" y="55"/>
                    <a:pt x="138" y="60"/>
                    <a:pt x="139" y="62"/>
                  </a:cubicBezTo>
                  <a:cubicBezTo>
                    <a:pt x="141" y="64"/>
                    <a:pt x="144" y="69"/>
                    <a:pt x="145" y="72"/>
                  </a:cubicBezTo>
                  <a:cubicBezTo>
                    <a:pt x="146" y="75"/>
                    <a:pt x="148" y="81"/>
                    <a:pt x="149" y="84"/>
                  </a:cubicBezTo>
                  <a:cubicBezTo>
                    <a:pt x="149" y="85"/>
                    <a:pt x="151" y="89"/>
                    <a:pt x="152" y="90"/>
                  </a:cubicBezTo>
                  <a:cubicBezTo>
                    <a:pt x="153" y="92"/>
                    <a:pt x="157" y="94"/>
                    <a:pt x="157" y="96"/>
                  </a:cubicBezTo>
                  <a:cubicBezTo>
                    <a:pt x="158" y="97"/>
                    <a:pt x="158" y="99"/>
                    <a:pt x="157" y="100"/>
                  </a:cubicBezTo>
                  <a:cubicBezTo>
                    <a:pt x="156" y="101"/>
                    <a:pt x="153" y="100"/>
                    <a:pt x="152" y="101"/>
                  </a:cubicBezTo>
                  <a:cubicBezTo>
                    <a:pt x="151" y="102"/>
                    <a:pt x="150" y="105"/>
                    <a:pt x="151" y="106"/>
                  </a:cubicBezTo>
                  <a:cubicBezTo>
                    <a:pt x="152" y="107"/>
                    <a:pt x="155" y="108"/>
                    <a:pt x="156" y="108"/>
                  </a:cubicBezTo>
                  <a:cubicBezTo>
                    <a:pt x="157" y="109"/>
                    <a:pt x="160" y="109"/>
                    <a:pt x="161" y="110"/>
                  </a:cubicBezTo>
                  <a:cubicBezTo>
                    <a:pt x="162" y="111"/>
                    <a:pt x="164" y="112"/>
                    <a:pt x="164" y="113"/>
                  </a:cubicBezTo>
                  <a:cubicBezTo>
                    <a:pt x="165" y="115"/>
                    <a:pt x="164" y="119"/>
                    <a:pt x="164" y="120"/>
                  </a:cubicBezTo>
                  <a:cubicBezTo>
                    <a:pt x="165" y="122"/>
                    <a:pt x="168" y="124"/>
                    <a:pt x="169" y="126"/>
                  </a:cubicBezTo>
                  <a:cubicBezTo>
                    <a:pt x="169" y="127"/>
                    <a:pt x="168" y="129"/>
                    <a:pt x="168" y="130"/>
                  </a:cubicBezTo>
                  <a:cubicBezTo>
                    <a:pt x="169" y="131"/>
                    <a:pt x="170" y="133"/>
                    <a:pt x="171" y="134"/>
                  </a:cubicBezTo>
                  <a:cubicBezTo>
                    <a:pt x="172" y="135"/>
                    <a:pt x="175" y="136"/>
                    <a:pt x="176" y="136"/>
                  </a:cubicBezTo>
                  <a:cubicBezTo>
                    <a:pt x="178" y="137"/>
                    <a:pt x="181" y="139"/>
                    <a:pt x="181" y="141"/>
                  </a:cubicBezTo>
                  <a:cubicBezTo>
                    <a:pt x="182" y="142"/>
                    <a:pt x="182" y="146"/>
                    <a:pt x="182" y="147"/>
                  </a:cubicBezTo>
                  <a:cubicBezTo>
                    <a:pt x="180" y="149"/>
                    <a:pt x="176" y="150"/>
                    <a:pt x="174" y="149"/>
                  </a:cubicBezTo>
                  <a:cubicBezTo>
                    <a:pt x="173" y="149"/>
                    <a:pt x="172" y="147"/>
                    <a:pt x="172" y="147"/>
                  </a:cubicBezTo>
                  <a:cubicBezTo>
                    <a:pt x="170" y="146"/>
                    <a:pt x="168" y="147"/>
                    <a:pt x="166" y="148"/>
                  </a:cubicBezTo>
                  <a:cubicBezTo>
                    <a:pt x="165" y="148"/>
                    <a:pt x="162" y="150"/>
                    <a:pt x="161" y="151"/>
                  </a:cubicBezTo>
                  <a:cubicBezTo>
                    <a:pt x="159" y="152"/>
                    <a:pt x="156" y="154"/>
                    <a:pt x="154" y="155"/>
                  </a:cubicBezTo>
                  <a:cubicBezTo>
                    <a:pt x="152" y="156"/>
                    <a:pt x="148" y="161"/>
                    <a:pt x="146" y="161"/>
                  </a:cubicBezTo>
                  <a:cubicBezTo>
                    <a:pt x="145" y="162"/>
                    <a:pt x="143" y="161"/>
                    <a:pt x="143" y="161"/>
                  </a:cubicBezTo>
                  <a:cubicBezTo>
                    <a:pt x="142" y="160"/>
                    <a:pt x="142" y="158"/>
                    <a:pt x="141" y="157"/>
                  </a:cubicBezTo>
                  <a:cubicBezTo>
                    <a:pt x="141" y="156"/>
                    <a:pt x="138" y="154"/>
                    <a:pt x="137" y="153"/>
                  </a:cubicBezTo>
                  <a:cubicBezTo>
                    <a:pt x="136" y="151"/>
                    <a:pt x="134" y="148"/>
                    <a:pt x="133" y="147"/>
                  </a:cubicBezTo>
                  <a:cubicBezTo>
                    <a:pt x="131" y="145"/>
                    <a:pt x="128" y="143"/>
                    <a:pt x="126" y="142"/>
                  </a:cubicBezTo>
                  <a:cubicBezTo>
                    <a:pt x="125" y="141"/>
                    <a:pt x="121" y="140"/>
                    <a:pt x="120" y="139"/>
                  </a:cubicBezTo>
                  <a:cubicBezTo>
                    <a:pt x="118" y="138"/>
                    <a:pt x="115" y="136"/>
                    <a:pt x="113" y="135"/>
                  </a:cubicBezTo>
                  <a:cubicBezTo>
                    <a:pt x="112" y="135"/>
                    <a:pt x="110" y="134"/>
                    <a:pt x="109" y="134"/>
                  </a:cubicBezTo>
                  <a:cubicBezTo>
                    <a:pt x="107" y="134"/>
                    <a:pt x="104" y="133"/>
                    <a:pt x="102" y="133"/>
                  </a:cubicBezTo>
                  <a:cubicBezTo>
                    <a:pt x="101" y="133"/>
                    <a:pt x="99" y="133"/>
                    <a:pt x="98" y="133"/>
                  </a:cubicBezTo>
                  <a:cubicBezTo>
                    <a:pt x="96" y="133"/>
                    <a:pt x="93" y="135"/>
                    <a:pt x="91" y="136"/>
                  </a:cubicBezTo>
                  <a:cubicBezTo>
                    <a:pt x="90" y="136"/>
                    <a:pt x="87" y="135"/>
                    <a:pt x="85" y="136"/>
                  </a:cubicBezTo>
                  <a:cubicBezTo>
                    <a:pt x="84" y="136"/>
                    <a:pt x="82" y="137"/>
                    <a:pt x="81" y="138"/>
                  </a:cubicBezTo>
                  <a:cubicBezTo>
                    <a:pt x="80" y="138"/>
                    <a:pt x="77" y="139"/>
                    <a:pt x="76" y="13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2" name="Freeform 88"/>
            <p:cNvSpPr>
              <a:spLocks/>
            </p:cNvSpPr>
            <p:nvPr/>
          </p:nvSpPr>
          <p:spPr bwMode="auto">
            <a:xfrm>
              <a:off x="6072188" y="3514726"/>
              <a:ext cx="30163" cy="34925"/>
            </a:xfrm>
            <a:custGeom>
              <a:avLst/>
              <a:gdLst/>
              <a:ahLst/>
              <a:cxnLst>
                <a:cxn ang="0">
                  <a:pos x="11" y="21"/>
                </a:cxn>
                <a:cxn ang="0">
                  <a:pos x="8" y="19"/>
                </a:cxn>
                <a:cxn ang="0">
                  <a:pos x="6" y="13"/>
                </a:cxn>
                <a:cxn ang="0">
                  <a:pos x="4" y="9"/>
                </a:cxn>
                <a:cxn ang="0">
                  <a:pos x="1" y="5"/>
                </a:cxn>
                <a:cxn ang="0">
                  <a:pos x="0" y="2"/>
                </a:cxn>
                <a:cxn ang="0">
                  <a:pos x="4" y="0"/>
                </a:cxn>
                <a:cxn ang="0">
                  <a:pos x="9" y="1"/>
                </a:cxn>
                <a:cxn ang="0">
                  <a:pos x="13" y="7"/>
                </a:cxn>
                <a:cxn ang="0">
                  <a:pos x="18" y="13"/>
                </a:cxn>
                <a:cxn ang="0">
                  <a:pos x="19" y="17"/>
                </a:cxn>
                <a:cxn ang="0">
                  <a:pos x="18" y="21"/>
                </a:cxn>
                <a:cxn ang="0">
                  <a:pos x="15" y="22"/>
                </a:cxn>
                <a:cxn ang="0">
                  <a:pos x="11" y="21"/>
                </a:cxn>
              </a:cxnLst>
              <a:rect l="0" t="0" r="r" b="b"/>
              <a:pathLst>
                <a:path w="19" h="22">
                  <a:moveTo>
                    <a:pt x="11" y="21"/>
                  </a:moveTo>
                  <a:cubicBezTo>
                    <a:pt x="11" y="21"/>
                    <a:pt x="9" y="20"/>
                    <a:pt x="8" y="19"/>
                  </a:cubicBezTo>
                  <a:cubicBezTo>
                    <a:pt x="7" y="18"/>
                    <a:pt x="6" y="15"/>
                    <a:pt x="6" y="13"/>
                  </a:cubicBezTo>
                  <a:cubicBezTo>
                    <a:pt x="5" y="12"/>
                    <a:pt x="5" y="10"/>
                    <a:pt x="4" y="9"/>
                  </a:cubicBezTo>
                  <a:cubicBezTo>
                    <a:pt x="3" y="8"/>
                    <a:pt x="1" y="6"/>
                    <a:pt x="1" y="5"/>
                  </a:cubicBezTo>
                  <a:cubicBezTo>
                    <a:pt x="1" y="5"/>
                    <a:pt x="0" y="3"/>
                    <a:pt x="0" y="2"/>
                  </a:cubicBezTo>
                  <a:cubicBezTo>
                    <a:pt x="1" y="1"/>
                    <a:pt x="3" y="1"/>
                    <a:pt x="4" y="0"/>
                  </a:cubicBezTo>
                  <a:cubicBezTo>
                    <a:pt x="5" y="0"/>
                    <a:pt x="8" y="0"/>
                    <a:pt x="9" y="1"/>
                  </a:cubicBezTo>
                  <a:cubicBezTo>
                    <a:pt x="11" y="2"/>
                    <a:pt x="12" y="5"/>
                    <a:pt x="13" y="7"/>
                  </a:cubicBezTo>
                  <a:cubicBezTo>
                    <a:pt x="14" y="8"/>
                    <a:pt x="17" y="11"/>
                    <a:pt x="18" y="13"/>
                  </a:cubicBezTo>
                  <a:cubicBezTo>
                    <a:pt x="18" y="14"/>
                    <a:pt x="19" y="16"/>
                    <a:pt x="19" y="17"/>
                  </a:cubicBezTo>
                  <a:cubicBezTo>
                    <a:pt x="19" y="18"/>
                    <a:pt x="18" y="20"/>
                    <a:pt x="18" y="21"/>
                  </a:cubicBezTo>
                  <a:cubicBezTo>
                    <a:pt x="17" y="21"/>
                    <a:pt x="16" y="22"/>
                    <a:pt x="15" y="22"/>
                  </a:cubicBezTo>
                  <a:cubicBezTo>
                    <a:pt x="14" y="22"/>
                    <a:pt x="12" y="22"/>
                    <a:pt x="11"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3" name="Freeform 89"/>
            <p:cNvSpPr>
              <a:spLocks/>
            </p:cNvSpPr>
            <p:nvPr/>
          </p:nvSpPr>
          <p:spPr bwMode="auto">
            <a:xfrm>
              <a:off x="6269038" y="3794126"/>
              <a:ext cx="85725" cy="39688"/>
            </a:xfrm>
            <a:custGeom>
              <a:avLst/>
              <a:gdLst/>
              <a:ahLst/>
              <a:cxnLst>
                <a:cxn ang="0">
                  <a:pos x="55" y="21"/>
                </a:cxn>
                <a:cxn ang="0">
                  <a:pos x="48" y="18"/>
                </a:cxn>
                <a:cxn ang="0">
                  <a:pos x="43" y="16"/>
                </a:cxn>
                <a:cxn ang="0">
                  <a:pos x="39" y="11"/>
                </a:cxn>
                <a:cxn ang="0">
                  <a:pos x="34" y="6"/>
                </a:cxn>
                <a:cxn ang="0">
                  <a:pos x="29" y="2"/>
                </a:cxn>
                <a:cxn ang="0">
                  <a:pos x="21" y="0"/>
                </a:cxn>
                <a:cxn ang="0">
                  <a:pos x="16" y="2"/>
                </a:cxn>
                <a:cxn ang="0">
                  <a:pos x="8" y="2"/>
                </a:cxn>
                <a:cxn ang="0">
                  <a:pos x="2" y="2"/>
                </a:cxn>
                <a:cxn ang="0">
                  <a:pos x="0" y="4"/>
                </a:cxn>
                <a:cxn ang="0">
                  <a:pos x="5" y="9"/>
                </a:cxn>
                <a:cxn ang="0">
                  <a:pos x="12" y="12"/>
                </a:cxn>
                <a:cxn ang="0">
                  <a:pos x="15" y="14"/>
                </a:cxn>
                <a:cxn ang="0">
                  <a:pos x="23" y="15"/>
                </a:cxn>
                <a:cxn ang="0">
                  <a:pos x="29" y="17"/>
                </a:cxn>
                <a:cxn ang="0">
                  <a:pos x="35" y="22"/>
                </a:cxn>
                <a:cxn ang="0">
                  <a:pos x="39" y="24"/>
                </a:cxn>
                <a:cxn ang="0">
                  <a:pos x="45" y="25"/>
                </a:cxn>
                <a:cxn ang="0">
                  <a:pos x="51" y="24"/>
                </a:cxn>
                <a:cxn ang="0">
                  <a:pos x="55" y="21"/>
                </a:cxn>
              </a:cxnLst>
              <a:rect l="0" t="0" r="r" b="b"/>
              <a:pathLst>
                <a:path w="55" h="25">
                  <a:moveTo>
                    <a:pt x="55" y="21"/>
                  </a:moveTo>
                  <a:cubicBezTo>
                    <a:pt x="55" y="20"/>
                    <a:pt x="50" y="19"/>
                    <a:pt x="48" y="18"/>
                  </a:cubicBezTo>
                  <a:cubicBezTo>
                    <a:pt x="47" y="18"/>
                    <a:pt x="44" y="17"/>
                    <a:pt x="43" y="16"/>
                  </a:cubicBezTo>
                  <a:cubicBezTo>
                    <a:pt x="41" y="15"/>
                    <a:pt x="40" y="12"/>
                    <a:pt x="39" y="11"/>
                  </a:cubicBezTo>
                  <a:cubicBezTo>
                    <a:pt x="38" y="10"/>
                    <a:pt x="35" y="8"/>
                    <a:pt x="34" y="6"/>
                  </a:cubicBezTo>
                  <a:cubicBezTo>
                    <a:pt x="32" y="5"/>
                    <a:pt x="30" y="2"/>
                    <a:pt x="29" y="2"/>
                  </a:cubicBezTo>
                  <a:cubicBezTo>
                    <a:pt x="27" y="1"/>
                    <a:pt x="23" y="0"/>
                    <a:pt x="21" y="0"/>
                  </a:cubicBezTo>
                  <a:cubicBezTo>
                    <a:pt x="20" y="0"/>
                    <a:pt x="17" y="1"/>
                    <a:pt x="16" y="2"/>
                  </a:cubicBezTo>
                  <a:cubicBezTo>
                    <a:pt x="14" y="2"/>
                    <a:pt x="10" y="1"/>
                    <a:pt x="8" y="2"/>
                  </a:cubicBezTo>
                  <a:cubicBezTo>
                    <a:pt x="7" y="2"/>
                    <a:pt x="4" y="1"/>
                    <a:pt x="2" y="2"/>
                  </a:cubicBezTo>
                  <a:cubicBezTo>
                    <a:pt x="2" y="2"/>
                    <a:pt x="0" y="3"/>
                    <a:pt x="0" y="4"/>
                  </a:cubicBezTo>
                  <a:cubicBezTo>
                    <a:pt x="0" y="6"/>
                    <a:pt x="4" y="8"/>
                    <a:pt x="5" y="9"/>
                  </a:cubicBezTo>
                  <a:cubicBezTo>
                    <a:pt x="7" y="10"/>
                    <a:pt x="10" y="11"/>
                    <a:pt x="12" y="12"/>
                  </a:cubicBezTo>
                  <a:cubicBezTo>
                    <a:pt x="13" y="12"/>
                    <a:pt x="14" y="14"/>
                    <a:pt x="15" y="14"/>
                  </a:cubicBezTo>
                  <a:cubicBezTo>
                    <a:pt x="17" y="15"/>
                    <a:pt x="21" y="15"/>
                    <a:pt x="23" y="15"/>
                  </a:cubicBezTo>
                  <a:cubicBezTo>
                    <a:pt x="24" y="16"/>
                    <a:pt x="28" y="16"/>
                    <a:pt x="29" y="17"/>
                  </a:cubicBezTo>
                  <a:cubicBezTo>
                    <a:pt x="31" y="18"/>
                    <a:pt x="33" y="21"/>
                    <a:pt x="35" y="22"/>
                  </a:cubicBezTo>
                  <a:cubicBezTo>
                    <a:pt x="36" y="23"/>
                    <a:pt x="38" y="24"/>
                    <a:pt x="39" y="24"/>
                  </a:cubicBezTo>
                  <a:cubicBezTo>
                    <a:pt x="41" y="25"/>
                    <a:pt x="44" y="25"/>
                    <a:pt x="45" y="25"/>
                  </a:cubicBezTo>
                  <a:cubicBezTo>
                    <a:pt x="47" y="25"/>
                    <a:pt x="50" y="25"/>
                    <a:pt x="51" y="24"/>
                  </a:cubicBezTo>
                  <a:cubicBezTo>
                    <a:pt x="52" y="24"/>
                    <a:pt x="55" y="22"/>
                    <a:pt x="55"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4" name="Freeform 90"/>
            <p:cNvSpPr>
              <a:spLocks/>
            </p:cNvSpPr>
            <p:nvPr/>
          </p:nvSpPr>
          <p:spPr bwMode="auto">
            <a:xfrm>
              <a:off x="6192838" y="3360738"/>
              <a:ext cx="22225" cy="23813"/>
            </a:xfrm>
            <a:custGeom>
              <a:avLst/>
              <a:gdLst/>
              <a:ahLst/>
              <a:cxnLst>
                <a:cxn ang="0">
                  <a:pos x="13" y="13"/>
                </a:cxn>
                <a:cxn ang="0">
                  <a:pos x="8" y="14"/>
                </a:cxn>
                <a:cxn ang="0">
                  <a:pos x="6" y="10"/>
                </a:cxn>
                <a:cxn ang="0">
                  <a:pos x="1" y="9"/>
                </a:cxn>
                <a:cxn ang="0">
                  <a:pos x="0" y="4"/>
                </a:cxn>
                <a:cxn ang="0">
                  <a:pos x="3" y="2"/>
                </a:cxn>
                <a:cxn ang="0">
                  <a:pos x="8" y="0"/>
                </a:cxn>
                <a:cxn ang="0">
                  <a:pos x="10" y="3"/>
                </a:cxn>
                <a:cxn ang="0">
                  <a:pos x="11" y="6"/>
                </a:cxn>
                <a:cxn ang="0">
                  <a:pos x="13" y="9"/>
                </a:cxn>
                <a:cxn ang="0">
                  <a:pos x="13" y="13"/>
                </a:cxn>
              </a:cxnLst>
              <a:rect l="0" t="0" r="r" b="b"/>
              <a:pathLst>
                <a:path w="14" h="15">
                  <a:moveTo>
                    <a:pt x="13" y="13"/>
                  </a:moveTo>
                  <a:cubicBezTo>
                    <a:pt x="12" y="14"/>
                    <a:pt x="9" y="15"/>
                    <a:pt x="8" y="14"/>
                  </a:cubicBezTo>
                  <a:cubicBezTo>
                    <a:pt x="7" y="14"/>
                    <a:pt x="6" y="11"/>
                    <a:pt x="6" y="10"/>
                  </a:cubicBezTo>
                  <a:cubicBezTo>
                    <a:pt x="5" y="10"/>
                    <a:pt x="2" y="9"/>
                    <a:pt x="1" y="9"/>
                  </a:cubicBezTo>
                  <a:cubicBezTo>
                    <a:pt x="1" y="8"/>
                    <a:pt x="0" y="5"/>
                    <a:pt x="0" y="4"/>
                  </a:cubicBezTo>
                  <a:cubicBezTo>
                    <a:pt x="0" y="3"/>
                    <a:pt x="3" y="2"/>
                    <a:pt x="3" y="2"/>
                  </a:cubicBezTo>
                  <a:cubicBezTo>
                    <a:pt x="4" y="1"/>
                    <a:pt x="6" y="0"/>
                    <a:pt x="8" y="0"/>
                  </a:cubicBezTo>
                  <a:cubicBezTo>
                    <a:pt x="9" y="1"/>
                    <a:pt x="10" y="2"/>
                    <a:pt x="10" y="3"/>
                  </a:cubicBezTo>
                  <a:cubicBezTo>
                    <a:pt x="11" y="4"/>
                    <a:pt x="11" y="6"/>
                    <a:pt x="11" y="6"/>
                  </a:cubicBezTo>
                  <a:cubicBezTo>
                    <a:pt x="11" y="7"/>
                    <a:pt x="13" y="8"/>
                    <a:pt x="13" y="9"/>
                  </a:cubicBezTo>
                  <a:cubicBezTo>
                    <a:pt x="14" y="10"/>
                    <a:pt x="14" y="13"/>
                    <a:pt x="13"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5" name="Freeform 91"/>
            <p:cNvSpPr>
              <a:spLocks/>
            </p:cNvSpPr>
            <p:nvPr/>
          </p:nvSpPr>
          <p:spPr bwMode="auto">
            <a:xfrm>
              <a:off x="6170613" y="3257551"/>
              <a:ext cx="17463" cy="15875"/>
            </a:xfrm>
            <a:custGeom>
              <a:avLst/>
              <a:gdLst/>
              <a:ahLst/>
              <a:cxnLst>
                <a:cxn ang="0">
                  <a:pos x="11" y="8"/>
                </a:cxn>
                <a:cxn ang="0">
                  <a:pos x="9" y="10"/>
                </a:cxn>
                <a:cxn ang="0">
                  <a:pos x="2" y="8"/>
                </a:cxn>
                <a:cxn ang="0">
                  <a:pos x="0" y="4"/>
                </a:cxn>
                <a:cxn ang="0">
                  <a:pos x="3" y="1"/>
                </a:cxn>
                <a:cxn ang="0">
                  <a:pos x="10" y="1"/>
                </a:cxn>
                <a:cxn ang="0">
                  <a:pos x="12" y="4"/>
                </a:cxn>
                <a:cxn ang="0">
                  <a:pos x="11" y="8"/>
                </a:cxn>
              </a:cxnLst>
              <a:rect l="0" t="0" r="r" b="b"/>
              <a:pathLst>
                <a:path w="12" h="10">
                  <a:moveTo>
                    <a:pt x="11" y="8"/>
                  </a:moveTo>
                  <a:cubicBezTo>
                    <a:pt x="11" y="9"/>
                    <a:pt x="9" y="10"/>
                    <a:pt x="9" y="10"/>
                  </a:cubicBezTo>
                  <a:cubicBezTo>
                    <a:pt x="7" y="10"/>
                    <a:pt x="3" y="9"/>
                    <a:pt x="2" y="8"/>
                  </a:cubicBezTo>
                  <a:cubicBezTo>
                    <a:pt x="1" y="8"/>
                    <a:pt x="0" y="6"/>
                    <a:pt x="0" y="4"/>
                  </a:cubicBezTo>
                  <a:cubicBezTo>
                    <a:pt x="0" y="3"/>
                    <a:pt x="2" y="1"/>
                    <a:pt x="3" y="1"/>
                  </a:cubicBezTo>
                  <a:cubicBezTo>
                    <a:pt x="4" y="0"/>
                    <a:pt x="8" y="0"/>
                    <a:pt x="10" y="1"/>
                  </a:cubicBezTo>
                  <a:cubicBezTo>
                    <a:pt x="11" y="1"/>
                    <a:pt x="11" y="3"/>
                    <a:pt x="12" y="4"/>
                  </a:cubicBezTo>
                  <a:cubicBezTo>
                    <a:pt x="12" y="5"/>
                    <a:pt x="12" y="8"/>
                    <a:pt x="11"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6" name="Freeform 92"/>
            <p:cNvSpPr>
              <a:spLocks/>
            </p:cNvSpPr>
            <p:nvPr/>
          </p:nvSpPr>
          <p:spPr bwMode="auto">
            <a:xfrm>
              <a:off x="5497513" y="3167063"/>
              <a:ext cx="723900" cy="693738"/>
            </a:xfrm>
            <a:custGeom>
              <a:avLst/>
              <a:gdLst/>
              <a:ahLst/>
              <a:cxnLst>
                <a:cxn ang="0">
                  <a:pos x="442" y="382"/>
                </a:cxn>
                <a:cxn ang="0">
                  <a:pos x="444" y="410"/>
                </a:cxn>
                <a:cxn ang="0">
                  <a:pos x="430" y="427"/>
                </a:cxn>
                <a:cxn ang="0">
                  <a:pos x="409" y="401"/>
                </a:cxn>
                <a:cxn ang="0">
                  <a:pos x="388" y="380"/>
                </a:cxn>
                <a:cxn ang="0">
                  <a:pos x="418" y="375"/>
                </a:cxn>
                <a:cxn ang="0">
                  <a:pos x="387" y="368"/>
                </a:cxn>
                <a:cxn ang="0">
                  <a:pos x="371" y="398"/>
                </a:cxn>
                <a:cxn ang="0">
                  <a:pos x="333" y="424"/>
                </a:cxn>
                <a:cxn ang="0">
                  <a:pos x="300" y="430"/>
                </a:cxn>
                <a:cxn ang="0">
                  <a:pos x="253" y="426"/>
                </a:cxn>
                <a:cxn ang="0">
                  <a:pos x="214" y="405"/>
                </a:cxn>
                <a:cxn ang="0">
                  <a:pos x="162" y="399"/>
                </a:cxn>
                <a:cxn ang="0">
                  <a:pos x="131" y="377"/>
                </a:cxn>
                <a:cxn ang="0">
                  <a:pos x="78" y="369"/>
                </a:cxn>
                <a:cxn ang="0">
                  <a:pos x="30" y="363"/>
                </a:cxn>
                <a:cxn ang="0">
                  <a:pos x="8" y="348"/>
                </a:cxn>
                <a:cxn ang="0">
                  <a:pos x="14" y="318"/>
                </a:cxn>
                <a:cxn ang="0">
                  <a:pos x="5" y="243"/>
                </a:cxn>
                <a:cxn ang="0">
                  <a:pos x="29" y="186"/>
                </a:cxn>
                <a:cxn ang="0">
                  <a:pos x="42" y="144"/>
                </a:cxn>
                <a:cxn ang="0">
                  <a:pos x="120" y="149"/>
                </a:cxn>
                <a:cxn ang="0">
                  <a:pos x="111" y="87"/>
                </a:cxn>
                <a:cxn ang="0">
                  <a:pos x="130" y="25"/>
                </a:cxn>
                <a:cxn ang="0">
                  <a:pos x="193" y="7"/>
                </a:cxn>
                <a:cxn ang="0">
                  <a:pos x="242" y="4"/>
                </a:cxn>
                <a:cxn ang="0">
                  <a:pos x="292" y="43"/>
                </a:cxn>
                <a:cxn ang="0">
                  <a:pos x="346" y="15"/>
                </a:cxn>
                <a:cxn ang="0">
                  <a:pos x="381" y="18"/>
                </a:cxn>
                <a:cxn ang="0">
                  <a:pos x="403" y="44"/>
                </a:cxn>
                <a:cxn ang="0">
                  <a:pos x="384" y="48"/>
                </a:cxn>
                <a:cxn ang="0">
                  <a:pos x="397" y="62"/>
                </a:cxn>
                <a:cxn ang="0">
                  <a:pos x="407" y="91"/>
                </a:cxn>
                <a:cxn ang="0">
                  <a:pos x="405" y="112"/>
                </a:cxn>
                <a:cxn ang="0">
                  <a:pos x="380" y="128"/>
                </a:cxn>
                <a:cxn ang="0">
                  <a:pos x="343" y="135"/>
                </a:cxn>
                <a:cxn ang="0">
                  <a:pos x="326" y="148"/>
                </a:cxn>
                <a:cxn ang="0">
                  <a:pos x="365" y="140"/>
                </a:cxn>
                <a:cxn ang="0">
                  <a:pos x="402" y="123"/>
                </a:cxn>
                <a:cxn ang="0">
                  <a:pos x="419" y="120"/>
                </a:cxn>
                <a:cxn ang="0">
                  <a:pos x="436" y="140"/>
                </a:cxn>
                <a:cxn ang="0">
                  <a:pos x="429" y="164"/>
                </a:cxn>
                <a:cxn ang="0">
                  <a:pos x="417" y="188"/>
                </a:cxn>
                <a:cxn ang="0">
                  <a:pos x="397" y="189"/>
                </a:cxn>
                <a:cxn ang="0">
                  <a:pos x="378" y="186"/>
                </a:cxn>
                <a:cxn ang="0">
                  <a:pos x="351" y="212"/>
                </a:cxn>
                <a:cxn ang="0">
                  <a:pos x="350" y="226"/>
                </a:cxn>
                <a:cxn ang="0">
                  <a:pos x="332" y="235"/>
                </a:cxn>
                <a:cxn ang="0">
                  <a:pos x="365" y="246"/>
                </a:cxn>
                <a:cxn ang="0">
                  <a:pos x="360" y="274"/>
                </a:cxn>
                <a:cxn ang="0">
                  <a:pos x="328" y="279"/>
                </a:cxn>
                <a:cxn ang="0">
                  <a:pos x="346" y="292"/>
                </a:cxn>
                <a:cxn ang="0">
                  <a:pos x="377" y="286"/>
                </a:cxn>
                <a:cxn ang="0">
                  <a:pos x="409" y="301"/>
                </a:cxn>
                <a:cxn ang="0">
                  <a:pos x="445" y="326"/>
                </a:cxn>
                <a:cxn ang="0">
                  <a:pos x="451" y="369"/>
                </a:cxn>
              </a:cxnLst>
              <a:rect l="0" t="0" r="r" b="b"/>
              <a:pathLst>
                <a:path w="461" h="441">
                  <a:moveTo>
                    <a:pt x="458" y="373"/>
                  </a:moveTo>
                  <a:cubicBezTo>
                    <a:pt x="459" y="375"/>
                    <a:pt x="461" y="377"/>
                    <a:pt x="461" y="379"/>
                  </a:cubicBezTo>
                  <a:cubicBezTo>
                    <a:pt x="461" y="381"/>
                    <a:pt x="458" y="384"/>
                    <a:pt x="456" y="384"/>
                  </a:cubicBezTo>
                  <a:cubicBezTo>
                    <a:pt x="454" y="385"/>
                    <a:pt x="450" y="383"/>
                    <a:pt x="449" y="383"/>
                  </a:cubicBezTo>
                  <a:cubicBezTo>
                    <a:pt x="447" y="383"/>
                    <a:pt x="443" y="381"/>
                    <a:pt x="442" y="382"/>
                  </a:cubicBezTo>
                  <a:cubicBezTo>
                    <a:pt x="440" y="382"/>
                    <a:pt x="438" y="385"/>
                    <a:pt x="438" y="387"/>
                  </a:cubicBezTo>
                  <a:cubicBezTo>
                    <a:pt x="439" y="388"/>
                    <a:pt x="443" y="390"/>
                    <a:pt x="443" y="391"/>
                  </a:cubicBezTo>
                  <a:cubicBezTo>
                    <a:pt x="444" y="393"/>
                    <a:pt x="445" y="396"/>
                    <a:pt x="444" y="398"/>
                  </a:cubicBezTo>
                  <a:cubicBezTo>
                    <a:pt x="444" y="400"/>
                    <a:pt x="441" y="402"/>
                    <a:pt x="441" y="404"/>
                  </a:cubicBezTo>
                  <a:cubicBezTo>
                    <a:pt x="441" y="406"/>
                    <a:pt x="443" y="409"/>
                    <a:pt x="444" y="410"/>
                  </a:cubicBezTo>
                  <a:cubicBezTo>
                    <a:pt x="446" y="411"/>
                    <a:pt x="449" y="413"/>
                    <a:pt x="450" y="415"/>
                  </a:cubicBezTo>
                  <a:cubicBezTo>
                    <a:pt x="451" y="417"/>
                    <a:pt x="451" y="421"/>
                    <a:pt x="450" y="423"/>
                  </a:cubicBezTo>
                  <a:cubicBezTo>
                    <a:pt x="450" y="424"/>
                    <a:pt x="447" y="427"/>
                    <a:pt x="445" y="428"/>
                  </a:cubicBezTo>
                  <a:cubicBezTo>
                    <a:pt x="444" y="429"/>
                    <a:pt x="440" y="428"/>
                    <a:pt x="438" y="428"/>
                  </a:cubicBezTo>
                  <a:cubicBezTo>
                    <a:pt x="436" y="428"/>
                    <a:pt x="432" y="428"/>
                    <a:pt x="430" y="427"/>
                  </a:cubicBezTo>
                  <a:cubicBezTo>
                    <a:pt x="428" y="426"/>
                    <a:pt x="426" y="421"/>
                    <a:pt x="423" y="419"/>
                  </a:cubicBezTo>
                  <a:cubicBezTo>
                    <a:pt x="422" y="418"/>
                    <a:pt x="419" y="416"/>
                    <a:pt x="417" y="415"/>
                  </a:cubicBezTo>
                  <a:cubicBezTo>
                    <a:pt x="415" y="415"/>
                    <a:pt x="411" y="416"/>
                    <a:pt x="410" y="415"/>
                  </a:cubicBezTo>
                  <a:cubicBezTo>
                    <a:pt x="408" y="414"/>
                    <a:pt x="406" y="410"/>
                    <a:pt x="406" y="408"/>
                  </a:cubicBezTo>
                  <a:cubicBezTo>
                    <a:pt x="406" y="406"/>
                    <a:pt x="408" y="403"/>
                    <a:pt x="409" y="401"/>
                  </a:cubicBezTo>
                  <a:cubicBezTo>
                    <a:pt x="409" y="400"/>
                    <a:pt x="410" y="397"/>
                    <a:pt x="410" y="396"/>
                  </a:cubicBezTo>
                  <a:cubicBezTo>
                    <a:pt x="410" y="395"/>
                    <a:pt x="409" y="392"/>
                    <a:pt x="408" y="391"/>
                  </a:cubicBezTo>
                  <a:cubicBezTo>
                    <a:pt x="407" y="390"/>
                    <a:pt x="403" y="390"/>
                    <a:pt x="402" y="389"/>
                  </a:cubicBezTo>
                  <a:cubicBezTo>
                    <a:pt x="399" y="389"/>
                    <a:pt x="394" y="387"/>
                    <a:pt x="392" y="386"/>
                  </a:cubicBezTo>
                  <a:cubicBezTo>
                    <a:pt x="391" y="385"/>
                    <a:pt x="388" y="382"/>
                    <a:pt x="388" y="380"/>
                  </a:cubicBezTo>
                  <a:cubicBezTo>
                    <a:pt x="388" y="379"/>
                    <a:pt x="392" y="377"/>
                    <a:pt x="393" y="376"/>
                  </a:cubicBezTo>
                  <a:cubicBezTo>
                    <a:pt x="395" y="375"/>
                    <a:pt x="398" y="372"/>
                    <a:pt x="400" y="372"/>
                  </a:cubicBezTo>
                  <a:cubicBezTo>
                    <a:pt x="402" y="372"/>
                    <a:pt x="405" y="375"/>
                    <a:pt x="407" y="375"/>
                  </a:cubicBezTo>
                  <a:cubicBezTo>
                    <a:pt x="409" y="376"/>
                    <a:pt x="413" y="380"/>
                    <a:pt x="415" y="379"/>
                  </a:cubicBezTo>
                  <a:cubicBezTo>
                    <a:pt x="416" y="379"/>
                    <a:pt x="418" y="376"/>
                    <a:pt x="418" y="375"/>
                  </a:cubicBezTo>
                  <a:cubicBezTo>
                    <a:pt x="418" y="373"/>
                    <a:pt x="416" y="370"/>
                    <a:pt x="415" y="369"/>
                  </a:cubicBezTo>
                  <a:cubicBezTo>
                    <a:pt x="413" y="367"/>
                    <a:pt x="410" y="363"/>
                    <a:pt x="407" y="361"/>
                  </a:cubicBezTo>
                  <a:cubicBezTo>
                    <a:pt x="406" y="360"/>
                    <a:pt x="402" y="357"/>
                    <a:pt x="400" y="358"/>
                  </a:cubicBezTo>
                  <a:cubicBezTo>
                    <a:pt x="399" y="358"/>
                    <a:pt x="397" y="362"/>
                    <a:pt x="395" y="364"/>
                  </a:cubicBezTo>
                  <a:cubicBezTo>
                    <a:pt x="393" y="365"/>
                    <a:pt x="389" y="367"/>
                    <a:pt x="387" y="368"/>
                  </a:cubicBezTo>
                  <a:cubicBezTo>
                    <a:pt x="386" y="369"/>
                    <a:pt x="384" y="370"/>
                    <a:pt x="383" y="371"/>
                  </a:cubicBezTo>
                  <a:cubicBezTo>
                    <a:pt x="382" y="373"/>
                    <a:pt x="380" y="378"/>
                    <a:pt x="379" y="380"/>
                  </a:cubicBezTo>
                  <a:cubicBezTo>
                    <a:pt x="379" y="382"/>
                    <a:pt x="378" y="386"/>
                    <a:pt x="378" y="389"/>
                  </a:cubicBezTo>
                  <a:cubicBezTo>
                    <a:pt x="378" y="391"/>
                    <a:pt x="378" y="398"/>
                    <a:pt x="376" y="399"/>
                  </a:cubicBezTo>
                  <a:cubicBezTo>
                    <a:pt x="375" y="400"/>
                    <a:pt x="372" y="399"/>
                    <a:pt x="371" y="398"/>
                  </a:cubicBezTo>
                  <a:cubicBezTo>
                    <a:pt x="369" y="397"/>
                    <a:pt x="366" y="395"/>
                    <a:pt x="364" y="394"/>
                  </a:cubicBezTo>
                  <a:cubicBezTo>
                    <a:pt x="361" y="394"/>
                    <a:pt x="355" y="394"/>
                    <a:pt x="352" y="395"/>
                  </a:cubicBezTo>
                  <a:cubicBezTo>
                    <a:pt x="351" y="396"/>
                    <a:pt x="349" y="400"/>
                    <a:pt x="348" y="401"/>
                  </a:cubicBezTo>
                  <a:cubicBezTo>
                    <a:pt x="346" y="404"/>
                    <a:pt x="342" y="411"/>
                    <a:pt x="340" y="414"/>
                  </a:cubicBezTo>
                  <a:cubicBezTo>
                    <a:pt x="338" y="416"/>
                    <a:pt x="335" y="422"/>
                    <a:pt x="333" y="424"/>
                  </a:cubicBezTo>
                  <a:cubicBezTo>
                    <a:pt x="331" y="425"/>
                    <a:pt x="327" y="426"/>
                    <a:pt x="325" y="426"/>
                  </a:cubicBezTo>
                  <a:cubicBezTo>
                    <a:pt x="323" y="426"/>
                    <a:pt x="319" y="426"/>
                    <a:pt x="316" y="426"/>
                  </a:cubicBezTo>
                  <a:cubicBezTo>
                    <a:pt x="315" y="426"/>
                    <a:pt x="313" y="426"/>
                    <a:pt x="312" y="426"/>
                  </a:cubicBezTo>
                  <a:cubicBezTo>
                    <a:pt x="311" y="426"/>
                    <a:pt x="308" y="425"/>
                    <a:pt x="306" y="425"/>
                  </a:cubicBezTo>
                  <a:cubicBezTo>
                    <a:pt x="304" y="426"/>
                    <a:pt x="302" y="428"/>
                    <a:pt x="300" y="430"/>
                  </a:cubicBezTo>
                  <a:cubicBezTo>
                    <a:pt x="298" y="431"/>
                    <a:pt x="296" y="434"/>
                    <a:pt x="294" y="435"/>
                  </a:cubicBezTo>
                  <a:cubicBezTo>
                    <a:pt x="292" y="437"/>
                    <a:pt x="288" y="440"/>
                    <a:pt x="286" y="441"/>
                  </a:cubicBezTo>
                  <a:cubicBezTo>
                    <a:pt x="283" y="441"/>
                    <a:pt x="278" y="440"/>
                    <a:pt x="276" y="439"/>
                  </a:cubicBezTo>
                  <a:cubicBezTo>
                    <a:pt x="273" y="438"/>
                    <a:pt x="269" y="437"/>
                    <a:pt x="266" y="435"/>
                  </a:cubicBezTo>
                  <a:cubicBezTo>
                    <a:pt x="263" y="434"/>
                    <a:pt x="256" y="429"/>
                    <a:pt x="253" y="426"/>
                  </a:cubicBezTo>
                  <a:cubicBezTo>
                    <a:pt x="251" y="425"/>
                    <a:pt x="247" y="422"/>
                    <a:pt x="246" y="421"/>
                  </a:cubicBezTo>
                  <a:cubicBezTo>
                    <a:pt x="244" y="419"/>
                    <a:pt x="240" y="416"/>
                    <a:pt x="237" y="414"/>
                  </a:cubicBezTo>
                  <a:cubicBezTo>
                    <a:pt x="235" y="413"/>
                    <a:pt x="231" y="412"/>
                    <a:pt x="228" y="412"/>
                  </a:cubicBezTo>
                  <a:cubicBezTo>
                    <a:pt x="226" y="411"/>
                    <a:pt x="222" y="411"/>
                    <a:pt x="219" y="410"/>
                  </a:cubicBezTo>
                  <a:cubicBezTo>
                    <a:pt x="218" y="409"/>
                    <a:pt x="215" y="406"/>
                    <a:pt x="214" y="405"/>
                  </a:cubicBezTo>
                  <a:cubicBezTo>
                    <a:pt x="212" y="404"/>
                    <a:pt x="209" y="402"/>
                    <a:pt x="207" y="401"/>
                  </a:cubicBezTo>
                  <a:cubicBezTo>
                    <a:pt x="205" y="401"/>
                    <a:pt x="201" y="400"/>
                    <a:pt x="199" y="400"/>
                  </a:cubicBezTo>
                  <a:cubicBezTo>
                    <a:pt x="196" y="400"/>
                    <a:pt x="190" y="401"/>
                    <a:pt x="187" y="401"/>
                  </a:cubicBezTo>
                  <a:cubicBezTo>
                    <a:pt x="183" y="401"/>
                    <a:pt x="177" y="401"/>
                    <a:pt x="173" y="401"/>
                  </a:cubicBezTo>
                  <a:cubicBezTo>
                    <a:pt x="170" y="401"/>
                    <a:pt x="165" y="401"/>
                    <a:pt x="162" y="399"/>
                  </a:cubicBezTo>
                  <a:cubicBezTo>
                    <a:pt x="161" y="399"/>
                    <a:pt x="158" y="396"/>
                    <a:pt x="157" y="394"/>
                  </a:cubicBezTo>
                  <a:cubicBezTo>
                    <a:pt x="156" y="392"/>
                    <a:pt x="158" y="387"/>
                    <a:pt x="157" y="385"/>
                  </a:cubicBezTo>
                  <a:cubicBezTo>
                    <a:pt x="156" y="383"/>
                    <a:pt x="154" y="379"/>
                    <a:pt x="152" y="378"/>
                  </a:cubicBezTo>
                  <a:cubicBezTo>
                    <a:pt x="150" y="377"/>
                    <a:pt x="145" y="376"/>
                    <a:pt x="142" y="375"/>
                  </a:cubicBezTo>
                  <a:cubicBezTo>
                    <a:pt x="139" y="375"/>
                    <a:pt x="134" y="377"/>
                    <a:pt x="131" y="377"/>
                  </a:cubicBezTo>
                  <a:cubicBezTo>
                    <a:pt x="127" y="377"/>
                    <a:pt x="118" y="374"/>
                    <a:pt x="113" y="374"/>
                  </a:cubicBezTo>
                  <a:cubicBezTo>
                    <a:pt x="110" y="374"/>
                    <a:pt x="103" y="374"/>
                    <a:pt x="99" y="374"/>
                  </a:cubicBezTo>
                  <a:cubicBezTo>
                    <a:pt x="97" y="374"/>
                    <a:pt x="93" y="375"/>
                    <a:pt x="91" y="375"/>
                  </a:cubicBezTo>
                  <a:cubicBezTo>
                    <a:pt x="89" y="374"/>
                    <a:pt x="85" y="369"/>
                    <a:pt x="82" y="368"/>
                  </a:cubicBezTo>
                  <a:cubicBezTo>
                    <a:pt x="81" y="368"/>
                    <a:pt x="79" y="369"/>
                    <a:pt x="78" y="369"/>
                  </a:cubicBezTo>
                  <a:cubicBezTo>
                    <a:pt x="75" y="370"/>
                    <a:pt x="69" y="371"/>
                    <a:pt x="66" y="371"/>
                  </a:cubicBezTo>
                  <a:cubicBezTo>
                    <a:pt x="63" y="371"/>
                    <a:pt x="55" y="371"/>
                    <a:pt x="51" y="371"/>
                  </a:cubicBezTo>
                  <a:cubicBezTo>
                    <a:pt x="48" y="371"/>
                    <a:pt x="42" y="372"/>
                    <a:pt x="39" y="371"/>
                  </a:cubicBezTo>
                  <a:cubicBezTo>
                    <a:pt x="38" y="370"/>
                    <a:pt x="36" y="366"/>
                    <a:pt x="35" y="364"/>
                  </a:cubicBezTo>
                  <a:cubicBezTo>
                    <a:pt x="34" y="364"/>
                    <a:pt x="31" y="363"/>
                    <a:pt x="30" y="363"/>
                  </a:cubicBezTo>
                  <a:cubicBezTo>
                    <a:pt x="27" y="363"/>
                    <a:pt x="22" y="363"/>
                    <a:pt x="20" y="363"/>
                  </a:cubicBezTo>
                  <a:cubicBezTo>
                    <a:pt x="18" y="363"/>
                    <a:pt x="13" y="364"/>
                    <a:pt x="12" y="362"/>
                  </a:cubicBezTo>
                  <a:cubicBezTo>
                    <a:pt x="11" y="361"/>
                    <a:pt x="12" y="358"/>
                    <a:pt x="12" y="357"/>
                  </a:cubicBezTo>
                  <a:cubicBezTo>
                    <a:pt x="12" y="356"/>
                    <a:pt x="11" y="353"/>
                    <a:pt x="11" y="351"/>
                  </a:cubicBezTo>
                  <a:cubicBezTo>
                    <a:pt x="10" y="350"/>
                    <a:pt x="9" y="349"/>
                    <a:pt x="8" y="348"/>
                  </a:cubicBezTo>
                  <a:cubicBezTo>
                    <a:pt x="8" y="347"/>
                    <a:pt x="8" y="345"/>
                    <a:pt x="9" y="344"/>
                  </a:cubicBezTo>
                  <a:cubicBezTo>
                    <a:pt x="9" y="343"/>
                    <a:pt x="11" y="341"/>
                    <a:pt x="12" y="340"/>
                  </a:cubicBezTo>
                  <a:cubicBezTo>
                    <a:pt x="12" y="340"/>
                    <a:pt x="14" y="340"/>
                    <a:pt x="14" y="339"/>
                  </a:cubicBezTo>
                  <a:cubicBezTo>
                    <a:pt x="15" y="338"/>
                    <a:pt x="15" y="334"/>
                    <a:pt x="15" y="333"/>
                  </a:cubicBezTo>
                  <a:cubicBezTo>
                    <a:pt x="16" y="329"/>
                    <a:pt x="15" y="322"/>
                    <a:pt x="14" y="318"/>
                  </a:cubicBezTo>
                  <a:cubicBezTo>
                    <a:pt x="13" y="314"/>
                    <a:pt x="10" y="307"/>
                    <a:pt x="8" y="304"/>
                  </a:cubicBezTo>
                  <a:cubicBezTo>
                    <a:pt x="6" y="300"/>
                    <a:pt x="2" y="293"/>
                    <a:pt x="1" y="289"/>
                  </a:cubicBezTo>
                  <a:cubicBezTo>
                    <a:pt x="0" y="285"/>
                    <a:pt x="3" y="277"/>
                    <a:pt x="3" y="273"/>
                  </a:cubicBezTo>
                  <a:cubicBezTo>
                    <a:pt x="3" y="268"/>
                    <a:pt x="2" y="259"/>
                    <a:pt x="2" y="255"/>
                  </a:cubicBezTo>
                  <a:cubicBezTo>
                    <a:pt x="2" y="252"/>
                    <a:pt x="4" y="246"/>
                    <a:pt x="5" y="243"/>
                  </a:cubicBezTo>
                  <a:cubicBezTo>
                    <a:pt x="6" y="241"/>
                    <a:pt x="7" y="236"/>
                    <a:pt x="9" y="234"/>
                  </a:cubicBezTo>
                  <a:cubicBezTo>
                    <a:pt x="11" y="233"/>
                    <a:pt x="15" y="232"/>
                    <a:pt x="17" y="231"/>
                  </a:cubicBezTo>
                  <a:cubicBezTo>
                    <a:pt x="19" y="229"/>
                    <a:pt x="22" y="223"/>
                    <a:pt x="23" y="220"/>
                  </a:cubicBezTo>
                  <a:cubicBezTo>
                    <a:pt x="24" y="217"/>
                    <a:pt x="25" y="211"/>
                    <a:pt x="25" y="207"/>
                  </a:cubicBezTo>
                  <a:cubicBezTo>
                    <a:pt x="26" y="202"/>
                    <a:pt x="29" y="191"/>
                    <a:pt x="29" y="186"/>
                  </a:cubicBezTo>
                  <a:cubicBezTo>
                    <a:pt x="28" y="183"/>
                    <a:pt x="26" y="176"/>
                    <a:pt x="25" y="173"/>
                  </a:cubicBezTo>
                  <a:cubicBezTo>
                    <a:pt x="24" y="170"/>
                    <a:pt x="23" y="164"/>
                    <a:pt x="22" y="161"/>
                  </a:cubicBezTo>
                  <a:cubicBezTo>
                    <a:pt x="22" y="158"/>
                    <a:pt x="21" y="154"/>
                    <a:pt x="20" y="150"/>
                  </a:cubicBezTo>
                  <a:cubicBezTo>
                    <a:pt x="23" y="149"/>
                    <a:pt x="25" y="149"/>
                    <a:pt x="26" y="149"/>
                  </a:cubicBezTo>
                  <a:cubicBezTo>
                    <a:pt x="30" y="148"/>
                    <a:pt x="38" y="145"/>
                    <a:pt x="42" y="144"/>
                  </a:cubicBezTo>
                  <a:cubicBezTo>
                    <a:pt x="46" y="143"/>
                    <a:pt x="54" y="143"/>
                    <a:pt x="59" y="143"/>
                  </a:cubicBezTo>
                  <a:cubicBezTo>
                    <a:pt x="64" y="143"/>
                    <a:pt x="75" y="145"/>
                    <a:pt x="80" y="145"/>
                  </a:cubicBezTo>
                  <a:cubicBezTo>
                    <a:pt x="85" y="146"/>
                    <a:pt x="94" y="145"/>
                    <a:pt x="98" y="146"/>
                  </a:cubicBezTo>
                  <a:cubicBezTo>
                    <a:pt x="100" y="146"/>
                    <a:pt x="104" y="147"/>
                    <a:pt x="106" y="148"/>
                  </a:cubicBezTo>
                  <a:cubicBezTo>
                    <a:pt x="110" y="148"/>
                    <a:pt x="116" y="150"/>
                    <a:pt x="120" y="149"/>
                  </a:cubicBezTo>
                  <a:cubicBezTo>
                    <a:pt x="122" y="149"/>
                    <a:pt x="126" y="146"/>
                    <a:pt x="127" y="144"/>
                  </a:cubicBezTo>
                  <a:cubicBezTo>
                    <a:pt x="129" y="141"/>
                    <a:pt x="129" y="132"/>
                    <a:pt x="128" y="128"/>
                  </a:cubicBezTo>
                  <a:cubicBezTo>
                    <a:pt x="127" y="125"/>
                    <a:pt x="125" y="119"/>
                    <a:pt x="123" y="116"/>
                  </a:cubicBezTo>
                  <a:cubicBezTo>
                    <a:pt x="121" y="112"/>
                    <a:pt x="116" y="106"/>
                    <a:pt x="114" y="102"/>
                  </a:cubicBezTo>
                  <a:cubicBezTo>
                    <a:pt x="113" y="98"/>
                    <a:pt x="111" y="91"/>
                    <a:pt x="111" y="87"/>
                  </a:cubicBezTo>
                  <a:cubicBezTo>
                    <a:pt x="110" y="82"/>
                    <a:pt x="111" y="73"/>
                    <a:pt x="112" y="69"/>
                  </a:cubicBezTo>
                  <a:cubicBezTo>
                    <a:pt x="113" y="65"/>
                    <a:pt x="118" y="56"/>
                    <a:pt x="121" y="53"/>
                  </a:cubicBezTo>
                  <a:cubicBezTo>
                    <a:pt x="124" y="50"/>
                    <a:pt x="132" y="47"/>
                    <a:pt x="133" y="43"/>
                  </a:cubicBezTo>
                  <a:cubicBezTo>
                    <a:pt x="135" y="40"/>
                    <a:pt x="133" y="33"/>
                    <a:pt x="132" y="30"/>
                  </a:cubicBezTo>
                  <a:cubicBezTo>
                    <a:pt x="132" y="29"/>
                    <a:pt x="130" y="26"/>
                    <a:pt x="130" y="25"/>
                  </a:cubicBezTo>
                  <a:cubicBezTo>
                    <a:pt x="129" y="23"/>
                    <a:pt x="131" y="18"/>
                    <a:pt x="132" y="15"/>
                  </a:cubicBezTo>
                  <a:cubicBezTo>
                    <a:pt x="133" y="13"/>
                    <a:pt x="137" y="10"/>
                    <a:pt x="139" y="8"/>
                  </a:cubicBezTo>
                  <a:cubicBezTo>
                    <a:pt x="143" y="6"/>
                    <a:pt x="153" y="1"/>
                    <a:pt x="159" y="1"/>
                  </a:cubicBezTo>
                  <a:cubicBezTo>
                    <a:pt x="162" y="1"/>
                    <a:pt x="170" y="4"/>
                    <a:pt x="173" y="5"/>
                  </a:cubicBezTo>
                  <a:cubicBezTo>
                    <a:pt x="178" y="6"/>
                    <a:pt x="188" y="8"/>
                    <a:pt x="193" y="7"/>
                  </a:cubicBezTo>
                  <a:cubicBezTo>
                    <a:pt x="196" y="6"/>
                    <a:pt x="201" y="2"/>
                    <a:pt x="204" y="1"/>
                  </a:cubicBezTo>
                  <a:cubicBezTo>
                    <a:pt x="207" y="0"/>
                    <a:pt x="212" y="1"/>
                    <a:pt x="214" y="1"/>
                  </a:cubicBezTo>
                  <a:cubicBezTo>
                    <a:pt x="217" y="1"/>
                    <a:pt x="222" y="3"/>
                    <a:pt x="225" y="4"/>
                  </a:cubicBezTo>
                  <a:cubicBezTo>
                    <a:pt x="229" y="4"/>
                    <a:pt x="237" y="6"/>
                    <a:pt x="241" y="5"/>
                  </a:cubicBezTo>
                  <a:cubicBezTo>
                    <a:pt x="241" y="5"/>
                    <a:pt x="242" y="5"/>
                    <a:pt x="242" y="4"/>
                  </a:cubicBezTo>
                  <a:cubicBezTo>
                    <a:pt x="243" y="7"/>
                    <a:pt x="245" y="10"/>
                    <a:pt x="245" y="12"/>
                  </a:cubicBezTo>
                  <a:cubicBezTo>
                    <a:pt x="247" y="14"/>
                    <a:pt x="248" y="20"/>
                    <a:pt x="250" y="22"/>
                  </a:cubicBezTo>
                  <a:cubicBezTo>
                    <a:pt x="253" y="25"/>
                    <a:pt x="260" y="29"/>
                    <a:pt x="264" y="32"/>
                  </a:cubicBezTo>
                  <a:cubicBezTo>
                    <a:pt x="266" y="33"/>
                    <a:pt x="272" y="35"/>
                    <a:pt x="274" y="36"/>
                  </a:cubicBezTo>
                  <a:cubicBezTo>
                    <a:pt x="279" y="38"/>
                    <a:pt x="287" y="42"/>
                    <a:pt x="292" y="43"/>
                  </a:cubicBezTo>
                  <a:cubicBezTo>
                    <a:pt x="295" y="44"/>
                    <a:pt x="301" y="44"/>
                    <a:pt x="304" y="43"/>
                  </a:cubicBezTo>
                  <a:cubicBezTo>
                    <a:pt x="306" y="43"/>
                    <a:pt x="311" y="40"/>
                    <a:pt x="314" y="38"/>
                  </a:cubicBezTo>
                  <a:cubicBezTo>
                    <a:pt x="318" y="35"/>
                    <a:pt x="324" y="27"/>
                    <a:pt x="328" y="24"/>
                  </a:cubicBezTo>
                  <a:cubicBezTo>
                    <a:pt x="330" y="23"/>
                    <a:pt x="334" y="22"/>
                    <a:pt x="335" y="21"/>
                  </a:cubicBezTo>
                  <a:cubicBezTo>
                    <a:pt x="338" y="19"/>
                    <a:pt x="344" y="17"/>
                    <a:pt x="346" y="15"/>
                  </a:cubicBezTo>
                  <a:cubicBezTo>
                    <a:pt x="348" y="13"/>
                    <a:pt x="348" y="4"/>
                    <a:pt x="352" y="2"/>
                  </a:cubicBezTo>
                  <a:cubicBezTo>
                    <a:pt x="353" y="2"/>
                    <a:pt x="356" y="4"/>
                    <a:pt x="358" y="5"/>
                  </a:cubicBezTo>
                  <a:cubicBezTo>
                    <a:pt x="360" y="6"/>
                    <a:pt x="365" y="5"/>
                    <a:pt x="367" y="7"/>
                  </a:cubicBezTo>
                  <a:cubicBezTo>
                    <a:pt x="370" y="8"/>
                    <a:pt x="373" y="13"/>
                    <a:pt x="375" y="14"/>
                  </a:cubicBezTo>
                  <a:cubicBezTo>
                    <a:pt x="376" y="16"/>
                    <a:pt x="379" y="17"/>
                    <a:pt x="381" y="18"/>
                  </a:cubicBezTo>
                  <a:cubicBezTo>
                    <a:pt x="383" y="19"/>
                    <a:pt x="387" y="20"/>
                    <a:pt x="390" y="20"/>
                  </a:cubicBezTo>
                  <a:cubicBezTo>
                    <a:pt x="391" y="20"/>
                    <a:pt x="394" y="21"/>
                    <a:pt x="396" y="21"/>
                  </a:cubicBezTo>
                  <a:cubicBezTo>
                    <a:pt x="397" y="23"/>
                    <a:pt x="399" y="27"/>
                    <a:pt x="399" y="28"/>
                  </a:cubicBezTo>
                  <a:cubicBezTo>
                    <a:pt x="400" y="30"/>
                    <a:pt x="403" y="34"/>
                    <a:pt x="403" y="36"/>
                  </a:cubicBezTo>
                  <a:cubicBezTo>
                    <a:pt x="404" y="38"/>
                    <a:pt x="403" y="42"/>
                    <a:pt x="403" y="44"/>
                  </a:cubicBezTo>
                  <a:cubicBezTo>
                    <a:pt x="403" y="45"/>
                    <a:pt x="403" y="49"/>
                    <a:pt x="403" y="50"/>
                  </a:cubicBezTo>
                  <a:cubicBezTo>
                    <a:pt x="402" y="52"/>
                    <a:pt x="401" y="57"/>
                    <a:pt x="399" y="57"/>
                  </a:cubicBezTo>
                  <a:cubicBezTo>
                    <a:pt x="398" y="58"/>
                    <a:pt x="395" y="57"/>
                    <a:pt x="394" y="56"/>
                  </a:cubicBezTo>
                  <a:cubicBezTo>
                    <a:pt x="393" y="55"/>
                    <a:pt x="390" y="53"/>
                    <a:pt x="389" y="52"/>
                  </a:cubicBezTo>
                  <a:cubicBezTo>
                    <a:pt x="388" y="51"/>
                    <a:pt x="385" y="48"/>
                    <a:pt x="384" y="48"/>
                  </a:cubicBezTo>
                  <a:cubicBezTo>
                    <a:pt x="383" y="47"/>
                    <a:pt x="381" y="45"/>
                    <a:pt x="380" y="45"/>
                  </a:cubicBezTo>
                  <a:cubicBezTo>
                    <a:pt x="378" y="46"/>
                    <a:pt x="379" y="50"/>
                    <a:pt x="379" y="51"/>
                  </a:cubicBezTo>
                  <a:cubicBezTo>
                    <a:pt x="380" y="54"/>
                    <a:pt x="382" y="58"/>
                    <a:pt x="384" y="59"/>
                  </a:cubicBezTo>
                  <a:cubicBezTo>
                    <a:pt x="385" y="61"/>
                    <a:pt x="388" y="63"/>
                    <a:pt x="389" y="64"/>
                  </a:cubicBezTo>
                  <a:cubicBezTo>
                    <a:pt x="391" y="64"/>
                    <a:pt x="395" y="63"/>
                    <a:pt x="397" y="62"/>
                  </a:cubicBezTo>
                  <a:cubicBezTo>
                    <a:pt x="399" y="62"/>
                    <a:pt x="403" y="60"/>
                    <a:pt x="405" y="60"/>
                  </a:cubicBezTo>
                  <a:cubicBezTo>
                    <a:pt x="407" y="60"/>
                    <a:pt x="412" y="62"/>
                    <a:pt x="413" y="63"/>
                  </a:cubicBezTo>
                  <a:cubicBezTo>
                    <a:pt x="414" y="65"/>
                    <a:pt x="413" y="70"/>
                    <a:pt x="413" y="72"/>
                  </a:cubicBezTo>
                  <a:cubicBezTo>
                    <a:pt x="412" y="75"/>
                    <a:pt x="411" y="81"/>
                    <a:pt x="410" y="84"/>
                  </a:cubicBezTo>
                  <a:cubicBezTo>
                    <a:pt x="409" y="86"/>
                    <a:pt x="407" y="89"/>
                    <a:pt x="407" y="91"/>
                  </a:cubicBezTo>
                  <a:cubicBezTo>
                    <a:pt x="407" y="93"/>
                    <a:pt x="412" y="96"/>
                    <a:pt x="413" y="99"/>
                  </a:cubicBezTo>
                  <a:cubicBezTo>
                    <a:pt x="413" y="100"/>
                    <a:pt x="413" y="104"/>
                    <a:pt x="414" y="106"/>
                  </a:cubicBezTo>
                  <a:cubicBezTo>
                    <a:pt x="414" y="107"/>
                    <a:pt x="416" y="109"/>
                    <a:pt x="415" y="109"/>
                  </a:cubicBezTo>
                  <a:cubicBezTo>
                    <a:pt x="415" y="111"/>
                    <a:pt x="411" y="110"/>
                    <a:pt x="410" y="111"/>
                  </a:cubicBezTo>
                  <a:cubicBezTo>
                    <a:pt x="409" y="111"/>
                    <a:pt x="406" y="111"/>
                    <a:pt x="405" y="112"/>
                  </a:cubicBezTo>
                  <a:cubicBezTo>
                    <a:pt x="404" y="113"/>
                    <a:pt x="402" y="115"/>
                    <a:pt x="401" y="116"/>
                  </a:cubicBezTo>
                  <a:cubicBezTo>
                    <a:pt x="400" y="117"/>
                    <a:pt x="397" y="118"/>
                    <a:pt x="396" y="118"/>
                  </a:cubicBezTo>
                  <a:cubicBezTo>
                    <a:pt x="395" y="119"/>
                    <a:pt x="391" y="119"/>
                    <a:pt x="390" y="120"/>
                  </a:cubicBezTo>
                  <a:cubicBezTo>
                    <a:pt x="389" y="121"/>
                    <a:pt x="387" y="124"/>
                    <a:pt x="386" y="124"/>
                  </a:cubicBezTo>
                  <a:cubicBezTo>
                    <a:pt x="385" y="125"/>
                    <a:pt x="381" y="127"/>
                    <a:pt x="380" y="128"/>
                  </a:cubicBezTo>
                  <a:cubicBezTo>
                    <a:pt x="379" y="128"/>
                    <a:pt x="377" y="129"/>
                    <a:pt x="376" y="130"/>
                  </a:cubicBezTo>
                  <a:cubicBezTo>
                    <a:pt x="374" y="131"/>
                    <a:pt x="371" y="133"/>
                    <a:pt x="369" y="133"/>
                  </a:cubicBezTo>
                  <a:cubicBezTo>
                    <a:pt x="366" y="134"/>
                    <a:pt x="362" y="133"/>
                    <a:pt x="359" y="133"/>
                  </a:cubicBezTo>
                  <a:cubicBezTo>
                    <a:pt x="357" y="133"/>
                    <a:pt x="353" y="133"/>
                    <a:pt x="350" y="133"/>
                  </a:cubicBezTo>
                  <a:cubicBezTo>
                    <a:pt x="348" y="134"/>
                    <a:pt x="345" y="134"/>
                    <a:pt x="343" y="135"/>
                  </a:cubicBezTo>
                  <a:cubicBezTo>
                    <a:pt x="341" y="135"/>
                    <a:pt x="337" y="136"/>
                    <a:pt x="336" y="137"/>
                  </a:cubicBezTo>
                  <a:cubicBezTo>
                    <a:pt x="334" y="138"/>
                    <a:pt x="330" y="140"/>
                    <a:pt x="329" y="141"/>
                  </a:cubicBezTo>
                  <a:cubicBezTo>
                    <a:pt x="328" y="142"/>
                    <a:pt x="326" y="144"/>
                    <a:pt x="325" y="144"/>
                  </a:cubicBezTo>
                  <a:cubicBezTo>
                    <a:pt x="324" y="145"/>
                    <a:pt x="320" y="146"/>
                    <a:pt x="320" y="147"/>
                  </a:cubicBezTo>
                  <a:cubicBezTo>
                    <a:pt x="320" y="149"/>
                    <a:pt x="324" y="148"/>
                    <a:pt x="326" y="148"/>
                  </a:cubicBezTo>
                  <a:cubicBezTo>
                    <a:pt x="327" y="147"/>
                    <a:pt x="330" y="146"/>
                    <a:pt x="332" y="146"/>
                  </a:cubicBezTo>
                  <a:cubicBezTo>
                    <a:pt x="333" y="145"/>
                    <a:pt x="336" y="142"/>
                    <a:pt x="338" y="141"/>
                  </a:cubicBezTo>
                  <a:cubicBezTo>
                    <a:pt x="339" y="140"/>
                    <a:pt x="343" y="139"/>
                    <a:pt x="345" y="139"/>
                  </a:cubicBezTo>
                  <a:cubicBezTo>
                    <a:pt x="347" y="139"/>
                    <a:pt x="352" y="140"/>
                    <a:pt x="354" y="140"/>
                  </a:cubicBezTo>
                  <a:cubicBezTo>
                    <a:pt x="357" y="140"/>
                    <a:pt x="362" y="140"/>
                    <a:pt x="365" y="140"/>
                  </a:cubicBezTo>
                  <a:cubicBezTo>
                    <a:pt x="367" y="139"/>
                    <a:pt x="373" y="137"/>
                    <a:pt x="376" y="136"/>
                  </a:cubicBezTo>
                  <a:cubicBezTo>
                    <a:pt x="378" y="135"/>
                    <a:pt x="381" y="134"/>
                    <a:pt x="383" y="133"/>
                  </a:cubicBezTo>
                  <a:cubicBezTo>
                    <a:pt x="385" y="132"/>
                    <a:pt x="388" y="128"/>
                    <a:pt x="390" y="127"/>
                  </a:cubicBezTo>
                  <a:cubicBezTo>
                    <a:pt x="391" y="126"/>
                    <a:pt x="395" y="125"/>
                    <a:pt x="396" y="124"/>
                  </a:cubicBezTo>
                  <a:cubicBezTo>
                    <a:pt x="398" y="124"/>
                    <a:pt x="401" y="123"/>
                    <a:pt x="402" y="123"/>
                  </a:cubicBezTo>
                  <a:cubicBezTo>
                    <a:pt x="403" y="122"/>
                    <a:pt x="404" y="121"/>
                    <a:pt x="405" y="121"/>
                  </a:cubicBezTo>
                  <a:cubicBezTo>
                    <a:pt x="406" y="120"/>
                    <a:pt x="408" y="118"/>
                    <a:pt x="409" y="118"/>
                  </a:cubicBezTo>
                  <a:cubicBezTo>
                    <a:pt x="411" y="117"/>
                    <a:pt x="414" y="115"/>
                    <a:pt x="416" y="115"/>
                  </a:cubicBezTo>
                  <a:cubicBezTo>
                    <a:pt x="417" y="115"/>
                    <a:pt x="419" y="115"/>
                    <a:pt x="419" y="116"/>
                  </a:cubicBezTo>
                  <a:cubicBezTo>
                    <a:pt x="420" y="117"/>
                    <a:pt x="419" y="119"/>
                    <a:pt x="419" y="120"/>
                  </a:cubicBezTo>
                  <a:cubicBezTo>
                    <a:pt x="420" y="121"/>
                    <a:pt x="422" y="123"/>
                    <a:pt x="423" y="124"/>
                  </a:cubicBezTo>
                  <a:cubicBezTo>
                    <a:pt x="424" y="125"/>
                    <a:pt x="428" y="128"/>
                    <a:pt x="429" y="129"/>
                  </a:cubicBezTo>
                  <a:cubicBezTo>
                    <a:pt x="430" y="130"/>
                    <a:pt x="432" y="132"/>
                    <a:pt x="433" y="133"/>
                  </a:cubicBezTo>
                  <a:cubicBezTo>
                    <a:pt x="433" y="134"/>
                    <a:pt x="435" y="135"/>
                    <a:pt x="436" y="135"/>
                  </a:cubicBezTo>
                  <a:cubicBezTo>
                    <a:pt x="436" y="137"/>
                    <a:pt x="436" y="139"/>
                    <a:pt x="436" y="140"/>
                  </a:cubicBezTo>
                  <a:cubicBezTo>
                    <a:pt x="436" y="142"/>
                    <a:pt x="437" y="144"/>
                    <a:pt x="436" y="145"/>
                  </a:cubicBezTo>
                  <a:cubicBezTo>
                    <a:pt x="436" y="147"/>
                    <a:pt x="435" y="148"/>
                    <a:pt x="434" y="149"/>
                  </a:cubicBezTo>
                  <a:cubicBezTo>
                    <a:pt x="434" y="150"/>
                    <a:pt x="432" y="152"/>
                    <a:pt x="431" y="153"/>
                  </a:cubicBezTo>
                  <a:cubicBezTo>
                    <a:pt x="430" y="154"/>
                    <a:pt x="429" y="156"/>
                    <a:pt x="428" y="157"/>
                  </a:cubicBezTo>
                  <a:cubicBezTo>
                    <a:pt x="428" y="159"/>
                    <a:pt x="429" y="162"/>
                    <a:pt x="429" y="164"/>
                  </a:cubicBezTo>
                  <a:cubicBezTo>
                    <a:pt x="429" y="165"/>
                    <a:pt x="431" y="168"/>
                    <a:pt x="431" y="170"/>
                  </a:cubicBezTo>
                  <a:cubicBezTo>
                    <a:pt x="431" y="171"/>
                    <a:pt x="430" y="174"/>
                    <a:pt x="429" y="175"/>
                  </a:cubicBezTo>
                  <a:cubicBezTo>
                    <a:pt x="428" y="176"/>
                    <a:pt x="424" y="178"/>
                    <a:pt x="423" y="179"/>
                  </a:cubicBezTo>
                  <a:cubicBezTo>
                    <a:pt x="422" y="180"/>
                    <a:pt x="419" y="182"/>
                    <a:pt x="418" y="183"/>
                  </a:cubicBezTo>
                  <a:cubicBezTo>
                    <a:pt x="418" y="184"/>
                    <a:pt x="418" y="187"/>
                    <a:pt x="417" y="188"/>
                  </a:cubicBezTo>
                  <a:cubicBezTo>
                    <a:pt x="417" y="189"/>
                    <a:pt x="417" y="192"/>
                    <a:pt x="416" y="193"/>
                  </a:cubicBezTo>
                  <a:cubicBezTo>
                    <a:pt x="415" y="194"/>
                    <a:pt x="413" y="195"/>
                    <a:pt x="411" y="196"/>
                  </a:cubicBezTo>
                  <a:cubicBezTo>
                    <a:pt x="410" y="196"/>
                    <a:pt x="407" y="196"/>
                    <a:pt x="406" y="196"/>
                  </a:cubicBezTo>
                  <a:cubicBezTo>
                    <a:pt x="405" y="195"/>
                    <a:pt x="403" y="193"/>
                    <a:pt x="402" y="192"/>
                  </a:cubicBezTo>
                  <a:cubicBezTo>
                    <a:pt x="401" y="191"/>
                    <a:pt x="398" y="190"/>
                    <a:pt x="397" y="189"/>
                  </a:cubicBezTo>
                  <a:cubicBezTo>
                    <a:pt x="396" y="188"/>
                    <a:pt x="396" y="186"/>
                    <a:pt x="396" y="185"/>
                  </a:cubicBezTo>
                  <a:cubicBezTo>
                    <a:pt x="396" y="184"/>
                    <a:pt x="397" y="182"/>
                    <a:pt x="396" y="182"/>
                  </a:cubicBezTo>
                  <a:cubicBezTo>
                    <a:pt x="396" y="181"/>
                    <a:pt x="394" y="179"/>
                    <a:pt x="393" y="179"/>
                  </a:cubicBezTo>
                  <a:cubicBezTo>
                    <a:pt x="391" y="178"/>
                    <a:pt x="387" y="179"/>
                    <a:pt x="386" y="179"/>
                  </a:cubicBezTo>
                  <a:cubicBezTo>
                    <a:pt x="383" y="180"/>
                    <a:pt x="380" y="185"/>
                    <a:pt x="378" y="186"/>
                  </a:cubicBezTo>
                  <a:cubicBezTo>
                    <a:pt x="376" y="188"/>
                    <a:pt x="371" y="190"/>
                    <a:pt x="369" y="191"/>
                  </a:cubicBezTo>
                  <a:cubicBezTo>
                    <a:pt x="368" y="192"/>
                    <a:pt x="365" y="195"/>
                    <a:pt x="363" y="196"/>
                  </a:cubicBezTo>
                  <a:cubicBezTo>
                    <a:pt x="362" y="197"/>
                    <a:pt x="359" y="201"/>
                    <a:pt x="357" y="202"/>
                  </a:cubicBezTo>
                  <a:cubicBezTo>
                    <a:pt x="355" y="202"/>
                    <a:pt x="352" y="201"/>
                    <a:pt x="351" y="202"/>
                  </a:cubicBezTo>
                  <a:cubicBezTo>
                    <a:pt x="350" y="204"/>
                    <a:pt x="351" y="209"/>
                    <a:pt x="351" y="212"/>
                  </a:cubicBezTo>
                  <a:cubicBezTo>
                    <a:pt x="352" y="213"/>
                    <a:pt x="354" y="216"/>
                    <a:pt x="355" y="218"/>
                  </a:cubicBezTo>
                  <a:cubicBezTo>
                    <a:pt x="356" y="218"/>
                    <a:pt x="358" y="220"/>
                    <a:pt x="358" y="221"/>
                  </a:cubicBezTo>
                  <a:cubicBezTo>
                    <a:pt x="359" y="222"/>
                    <a:pt x="359" y="225"/>
                    <a:pt x="358" y="226"/>
                  </a:cubicBezTo>
                  <a:cubicBezTo>
                    <a:pt x="358" y="227"/>
                    <a:pt x="356" y="227"/>
                    <a:pt x="355" y="227"/>
                  </a:cubicBezTo>
                  <a:cubicBezTo>
                    <a:pt x="354" y="227"/>
                    <a:pt x="352" y="226"/>
                    <a:pt x="350" y="226"/>
                  </a:cubicBezTo>
                  <a:cubicBezTo>
                    <a:pt x="349" y="225"/>
                    <a:pt x="347" y="222"/>
                    <a:pt x="345" y="222"/>
                  </a:cubicBezTo>
                  <a:cubicBezTo>
                    <a:pt x="344" y="221"/>
                    <a:pt x="339" y="219"/>
                    <a:pt x="337" y="219"/>
                  </a:cubicBezTo>
                  <a:cubicBezTo>
                    <a:pt x="336" y="220"/>
                    <a:pt x="335" y="223"/>
                    <a:pt x="334" y="224"/>
                  </a:cubicBezTo>
                  <a:cubicBezTo>
                    <a:pt x="333" y="226"/>
                    <a:pt x="331" y="228"/>
                    <a:pt x="331" y="230"/>
                  </a:cubicBezTo>
                  <a:cubicBezTo>
                    <a:pt x="330" y="231"/>
                    <a:pt x="331" y="235"/>
                    <a:pt x="332" y="235"/>
                  </a:cubicBezTo>
                  <a:cubicBezTo>
                    <a:pt x="333" y="236"/>
                    <a:pt x="337" y="234"/>
                    <a:pt x="338" y="233"/>
                  </a:cubicBezTo>
                  <a:cubicBezTo>
                    <a:pt x="339" y="233"/>
                    <a:pt x="342" y="232"/>
                    <a:pt x="343" y="232"/>
                  </a:cubicBezTo>
                  <a:cubicBezTo>
                    <a:pt x="345" y="232"/>
                    <a:pt x="348" y="234"/>
                    <a:pt x="350" y="235"/>
                  </a:cubicBezTo>
                  <a:cubicBezTo>
                    <a:pt x="352" y="236"/>
                    <a:pt x="356" y="238"/>
                    <a:pt x="358" y="239"/>
                  </a:cubicBezTo>
                  <a:cubicBezTo>
                    <a:pt x="360" y="240"/>
                    <a:pt x="363" y="245"/>
                    <a:pt x="365" y="246"/>
                  </a:cubicBezTo>
                  <a:cubicBezTo>
                    <a:pt x="366" y="248"/>
                    <a:pt x="371" y="249"/>
                    <a:pt x="372" y="251"/>
                  </a:cubicBezTo>
                  <a:cubicBezTo>
                    <a:pt x="373" y="252"/>
                    <a:pt x="373" y="256"/>
                    <a:pt x="373" y="258"/>
                  </a:cubicBezTo>
                  <a:cubicBezTo>
                    <a:pt x="372" y="259"/>
                    <a:pt x="370" y="261"/>
                    <a:pt x="368" y="263"/>
                  </a:cubicBezTo>
                  <a:cubicBezTo>
                    <a:pt x="367" y="264"/>
                    <a:pt x="365" y="267"/>
                    <a:pt x="364" y="268"/>
                  </a:cubicBezTo>
                  <a:cubicBezTo>
                    <a:pt x="363" y="270"/>
                    <a:pt x="361" y="273"/>
                    <a:pt x="360" y="274"/>
                  </a:cubicBezTo>
                  <a:cubicBezTo>
                    <a:pt x="359" y="276"/>
                    <a:pt x="355" y="278"/>
                    <a:pt x="354" y="278"/>
                  </a:cubicBezTo>
                  <a:cubicBezTo>
                    <a:pt x="352" y="279"/>
                    <a:pt x="349" y="277"/>
                    <a:pt x="347" y="277"/>
                  </a:cubicBezTo>
                  <a:cubicBezTo>
                    <a:pt x="345" y="277"/>
                    <a:pt x="340" y="276"/>
                    <a:pt x="338" y="276"/>
                  </a:cubicBezTo>
                  <a:cubicBezTo>
                    <a:pt x="336" y="277"/>
                    <a:pt x="334" y="280"/>
                    <a:pt x="332" y="281"/>
                  </a:cubicBezTo>
                  <a:cubicBezTo>
                    <a:pt x="331" y="281"/>
                    <a:pt x="329" y="280"/>
                    <a:pt x="328" y="279"/>
                  </a:cubicBezTo>
                  <a:cubicBezTo>
                    <a:pt x="326" y="279"/>
                    <a:pt x="321" y="278"/>
                    <a:pt x="320" y="279"/>
                  </a:cubicBezTo>
                  <a:cubicBezTo>
                    <a:pt x="319" y="280"/>
                    <a:pt x="319" y="283"/>
                    <a:pt x="319" y="283"/>
                  </a:cubicBezTo>
                  <a:cubicBezTo>
                    <a:pt x="320" y="286"/>
                    <a:pt x="326" y="288"/>
                    <a:pt x="328" y="289"/>
                  </a:cubicBezTo>
                  <a:cubicBezTo>
                    <a:pt x="330" y="290"/>
                    <a:pt x="335" y="292"/>
                    <a:pt x="337" y="292"/>
                  </a:cubicBezTo>
                  <a:cubicBezTo>
                    <a:pt x="339" y="293"/>
                    <a:pt x="344" y="292"/>
                    <a:pt x="346" y="292"/>
                  </a:cubicBezTo>
                  <a:cubicBezTo>
                    <a:pt x="348" y="292"/>
                    <a:pt x="351" y="294"/>
                    <a:pt x="352" y="294"/>
                  </a:cubicBezTo>
                  <a:cubicBezTo>
                    <a:pt x="355" y="294"/>
                    <a:pt x="359" y="294"/>
                    <a:pt x="361" y="294"/>
                  </a:cubicBezTo>
                  <a:cubicBezTo>
                    <a:pt x="363" y="294"/>
                    <a:pt x="368" y="292"/>
                    <a:pt x="370" y="292"/>
                  </a:cubicBezTo>
                  <a:cubicBezTo>
                    <a:pt x="372" y="291"/>
                    <a:pt x="376" y="293"/>
                    <a:pt x="377" y="291"/>
                  </a:cubicBezTo>
                  <a:cubicBezTo>
                    <a:pt x="378" y="290"/>
                    <a:pt x="376" y="287"/>
                    <a:pt x="377" y="286"/>
                  </a:cubicBezTo>
                  <a:cubicBezTo>
                    <a:pt x="378" y="284"/>
                    <a:pt x="382" y="284"/>
                    <a:pt x="383" y="284"/>
                  </a:cubicBezTo>
                  <a:cubicBezTo>
                    <a:pt x="385" y="284"/>
                    <a:pt x="389" y="286"/>
                    <a:pt x="390" y="288"/>
                  </a:cubicBezTo>
                  <a:cubicBezTo>
                    <a:pt x="392" y="289"/>
                    <a:pt x="393" y="294"/>
                    <a:pt x="394" y="296"/>
                  </a:cubicBezTo>
                  <a:cubicBezTo>
                    <a:pt x="396" y="297"/>
                    <a:pt x="399" y="300"/>
                    <a:pt x="400" y="300"/>
                  </a:cubicBezTo>
                  <a:cubicBezTo>
                    <a:pt x="402" y="301"/>
                    <a:pt x="407" y="300"/>
                    <a:pt x="409" y="301"/>
                  </a:cubicBezTo>
                  <a:cubicBezTo>
                    <a:pt x="411" y="302"/>
                    <a:pt x="412" y="306"/>
                    <a:pt x="414" y="308"/>
                  </a:cubicBezTo>
                  <a:cubicBezTo>
                    <a:pt x="415" y="310"/>
                    <a:pt x="416" y="314"/>
                    <a:pt x="418" y="315"/>
                  </a:cubicBezTo>
                  <a:cubicBezTo>
                    <a:pt x="421" y="317"/>
                    <a:pt x="428" y="314"/>
                    <a:pt x="431" y="315"/>
                  </a:cubicBezTo>
                  <a:cubicBezTo>
                    <a:pt x="432" y="315"/>
                    <a:pt x="434" y="317"/>
                    <a:pt x="435" y="318"/>
                  </a:cubicBezTo>
                  <a:cubicBezTo>
                    <a:pt x="438" y="319"/>
                    <a:pt x="444" y="323"/>
                    <a:pt x="445" y="326"/>
                  </a:cubicBezTo>
                  <a:cubicBezTo>
                    <a:pt x="446" y="327"/>
                    <a:pt x="444" y="331"/>
                    <a:pt x="444" y="333"/>
                  </a:cubicBezTo>
                  <a:cubicBezTo>
                    <a:pt x="445" y="335"/>
                    <a:pt x="449" y="339"/>
                    <a:pt x="449" y="341"/>
                  </a:cubicBezTo>
                  <a:cubicBezTo>
                    <a:pt x="450" y="343"/>
                    <a:pt x="451" y="348"/>
                    <a:pt x="451" y="350"/>
                  </a:cubicBezTo>
                  <a:cubicBezTo>
                    <a:pt x="451" y="352"/>
                    <a:pt x="450" y="357"/>
                    <a:pt x="450" y="360"/>
                  </a:cubicBezTo>
                  <a:cubicBezTo>
                    <a:pt x="450" y="362"/>
                    <a:pt x="450" y="367"/>
                    <a:pt x="451" y="369"/>
                  </a:cubicBezTo>
                  <a:cubicBezTo>
                    <a:pt x="452" y="370"/>
                    <a:pt x="456" y="372"/>
                    <a:pt x="458" y="37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7" name="Freeform 93"/>
            <p:cNvSpPr>
              <a:spLocks/>
            </p:cNvSpPr>
            <p:nvPr/>
          </p:nvSpPr>
          <p:spPr bwMode="auto">
            <a:xfrm>
              <a:off x="5408613" y="3351213"/>
              <a:ext cx="26988" cy="23813"/>
            </a:xfrm>
            <a:custGeom>
              <a:avLst/>
              <a:gdLst/>
              <a:ahLst/>
              <a:cxnLst>
                <a:cxn ang="0">
                  <a:pos x="3" y="3"/>
                </a:cxn>
                <a:cxn ang="0">
                  <a:pos x="0" y="9"/>
                </a:cxn>
                <a:cxn ang="0">
                  <a:pos x="0" y="12"/>
                </a:cxn>
                <a:cxn ang="0">
                  <a:pos x="5" y="15"/>
                </a:cxn>
                <a:cxn ang="0">
                  <a:pos x="11" y="13"/>
                </a:cxn>
                <a:cxn ang="0">
                  <a:pos x="16" y="8"/>
                </a:cxn>
                <a:cxn ang="0">
                  <a:pos x="15" y="4"/>
                </a:cxn>
                <a:cxn ang="0">
                  <a:pos x="11" y="1"/>
                </a:cxn>
                <a:cxn ang="0">
                  <a:pos x="6" y="1"/>
                </a:cxn>
                <a:cxn ang="0">
                  <a:pos x="3" y="3"/>
                </a:cxn>
              </a:cxnLst>
              <a:rect l="0" t="0" r="r" b="b"/>
              <a:pathLst>
                <a:path w="17" h="15">
                  <a:moveTo>
                    <a:pt x="3" y="3"/>
                  </a:moveTo>
                  <a:cubicBezTo>
                    <a:pt x="2" y="5"/>
                    <a:pt x="1" y="8"/>
                    <a:pt x="0" y="9"/>
                  </a:cubicBezTo>
                  <a:cubicBezTo>
                    <a:pt x="0" y="10"/>
                    <a:pt x="0" y="11"/>
                    <a:pt x="0" y="12"/>
                  </a:cubicBezTo>
                  <a:cubicBezTo>
                    <a:pt x="1" y="13"/>
                    <a:pt x="3" y="15"/>
                    <a:pt x="5" y="15"/>
                  </a:cubicBezTo>
                  <a:cubicBezTo>
                    <a:pt x="6" y="15"/>
                    <a:pt x="9" y="14"/>
                    <a:pt x="11" y="13"/>
                  </a:cubicBezTo>
                  <a:cubicBezTo>
                    <a:pt x="12" y="12"/>
                    <a:pt x="16" y="10"/>
                    <a:pt x="16" y="8"/>
                  </a:cubicBezTo>
                  <a:cubicBezTo>
                    <a:pt x="17" y="7"/>
                    <a:pt x="16" y="5"/>
                    <a:pt x="15" y="4"/>
                  </a:cubicBezTo>
                  <a:cubicBezTo>
                    <a:pt x="14" y="3"/>
                    <a:pt x="12" y="1"/>
                    <a:pt x="11" y="1"/>
                  </a:cubicBezTo>
                  <a:cubicBezTo>
                    <a:pt x="10" y="0"/>
                    <a:pt x="7" y="0"/>
                    <a:pt x="6" y="1"/>
                  </a:cubicBezTo>
                  <a:cubicBezTo>
                    <a:pt x="5" y="1"/>
                    <a:pt x="3" y="3"/>
                    <a:pt x="3"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8" name="Freeform 94"/>
            <p:cNvSpPr>
              <a:spLocks/>
            </p:cNvSpPr>
            <p:nvPr/>
          </p:nvSpPr>
          <p:spPr bwMode="auto">
            <a:xfrm>
              <a:off x="5303838" y="3063876"/>
              <a:ext cx="19050" cy="23813"/>
            </a:xfrm>
            <a:custGeom>
              <a:avLst/>
              <a:gdLst/>
              <a:ahLst/>
              <a:cxnLst>
                <a:cxn ang="0">
                  <a:pos x="8" y="15"/>
                </a:cxn>
                <a:cxn ang="0">
                  <a:pos x="6" y="12"/>
                </a:cxn>
                <a:cxn ang="0">
                  <a:pos x="4" y="10"/>
                </a:cxn>
                <a:cxn ang="0">
                  <a:pos x="3" y="7"/>
                </a:cxn>
                <a:cxn ang="0">
                  <a:pos x="0" y="5"/>
                </a:cxn>
                <a:cxn ang="0">
                  <a:pos x="2" y="0"/>
                </a:cxn>
                <a:cxn ang="0">
                  <a:pos x="4" y="0"/>
                </a:cxn>
                <a:cxn ang="0">
                  <a:pos x="9" y="2"/>
                </a:cxn>
                <a:cxn ang="0">
                  <a:pos x="9" y="6"/>
                </a:cxn>
                <a:cxn ang="0">
                  <a:pos x="11" y="9"/>
                </a:cxn>
                <a:cxn ang="0">
                  <a:pos x="11" y="11"/>
                </a:cxn>
                <a:cxn ang="0">
                  <a:pos x="8" y="15"/>
                </a:cxn>
              </a:cxnLst>
              <a:rect l="0" t="0" r="r" b="b"/>
              <a:pathLst>
                <a:path w="12" h="15">
                  <a:moveTo>
                    <a:pt x="8" y="15"/>
                  </a:moveTo>
                  <a:cubicBezTo>
                    <a:pt x="7" y="15"/>
                    <a:pt x="6" y="13"/>
                    <a:pt x="6" y="12"/>
                  </a:cubicBezTo>
                  <a:cubicBezTo>
                    <a:pt x="5" y="11"/>
                    <a:pt x="5" y="10"/>
                    <a:pt x="4" y="10"/>
                  </a:cubicBezTo>
                  <a:cubicBezTo>
                    <a:pt x="4" y="9"/>
                    <a:pt x="3" y="8"/>
                    <a:pt x="3" y="7"/>
                  </a:cubicBezTo>
                  <a:cubicBezTo>
                    <a:pt x="2" y="7"/>
                    <a:pt x="1" y="6"/>
                    <a:pt x="0" y="5"/>
                  </a:cubicBezTo>
                  <a:cubicBezTo>
                    <a:pt x="0" y="4"/>
                    <a:pt x="1" y="1"/>
                    <a:pt x="2" y="0"/>
                  </a:cubicBezTo>
                  <a:cubicBezTo>
                    <a:pt x="2" y="0"/>
                    <a:pt x="3" y="0"/>
                    <a:pt x="4" y="0"/>
                  </a:cubicBezTo>
                  <a:cubicBezTo>
                    <a:pt x="5" y="1"/>
                    <a:pt x="8" y="1"/>
                    <a:pt x="9" y="2"/>
                  </a:cubicBezTo>
                  <a:cubicBezTo>
                    <a:pt x="9" y="3"/>
                    <a:pt x="9" y="5"/>
                    <a:pt x="9" y="6"/>
                  </a:cubicBezTo>
                  <a:cubicBezTo>
                    <a:pt x="10" y="7"/>
                    <a:pt x="11" y="8"/>
                    <a:pt x="11" y="9"/>
                  </a:cubicBezTo>
                  <a:cubicBezTo>
                    <a:pt x="12" y="10"/>
                    <a:pt x="12" y="11"/>
                    <a:pt x="11" y="11"/>
                  </a:cubicBezTo>
                  <a:cubicBezTo>
                    <a:pt x="11" y="13"/>
                    <a:pt x="9" y="15"/>
                    <a:pt x="8"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9" name="Freeform 95"/>
            <p:cNvSpPr>
              <a:spLocks/>
            </p:cNvSpPr>
            <p:nvPr/>
          </p:nvSpPr>
          <p:spPr bwMode="auto">
            <a:xfrm>
              <a:off x="5335588" y="3117851"/>
              <a:ext cx="74613" cy="149225"/>
            </a:xfrm>
            <a:custGeom>
              <a:avLst/>
              <a:gdLst/>
              <a:ahLst/>
              <a:cxnLst>
                <a:cxn ang="0">
                  <a:pos x="35" y="25"/>
                </a:cxn>
                <a:cxn ang="0">
                  <a:pos x="33" y="27"/>
                </a:cxn>
                <a:cxn ang="0">
                  <a:pos x="31" y="30"/>
                </a:cxn>
                <a:cxn ang="0">
                  <a:pos x="27" y="29"/>
                </a:cxn>
                <a:cxn ang="0">
                  <a:pos x="26" y="25"/>
                </a:cxn>
                <a:cxn ang="0">
                  <a:pos x="24" y="22"/>
                </a:cxn>
                <a:cxn ang="0">
                  <a:pos x="25" y="17"/>
                </a:cxn>
                <a:cxn ang="0">
                  <a:pos x="25" y="8"/>
                </a:cxn>
                <a:cxn ang="0">
                  <a:pos x="22" y="4"/>
                </a:cxn>
                <a:cxn ang="0">
                  <a:pos x="17" y="1"/>
                </a:cxn>
                <a:cxn ang="0">
                  <a:pos x="10" y="0"/>
                </a:cxn>
                <a:cxn ang="0">
                  <a:pos x="4" y="2"/>
                </a:cxn>
                <a:cxn ang="0">
                  <a:pos x="0" y="6"/>
                </a:cxn>
                <a:cxn ang="0">
                  <a:pos x="0" y="11"/>
                </a:cxn>
                <a:cxn ang="0">
                  <a:pos x="0" y="16"/>
                </a:cxn>
                <a:cxn ang="0">
                  <a:pos x="2" y="22"/>
                </a:cxn>
                <a:cxn ang="0">
                  <a:pos x="7" y="30"/>
                </a:cxn>
                <a:cxn ang="0">
                  <a:pos x="12" y="36"/>
                </a:cxn>
                <a:cxn ang="0">
                  <a:pos x="17" y="44"/>
                </a:cxn>
                <a:cxn ang="0">
                  <a:pos x="19" y="52"/>
                </a:cxn>
                <a:cxn ang="0">
                  <a:pos x="22" y="64"/>
                </a:cxn>
                <a:cxn ang="0">
                  <a:pos x="25" y="72"/>
                </a:cxn>
                <a:cxn ang="0">
                  <a:pos x="28" y="80"/>
                </a:cxn>
                <a:cxn ang="0">
                  <a:pos x="33" y="86"/>
                </a:cxn>
                <a:cxn ang="0">
                  <a:pos x="35" y="92"/>
                </a:cxn>
                <a:cxn ang="0">
                  <a:pos x="39" y="95"/>
                </a:cxn>
                <a:cxn ang="0">
                  <a:pos x="44" y="93"/>
                </a:cxn>
                <a:cxn ang="0">
                  <a:pos x="46" y="85"/>
                </a:cxn>
                <a:cxn ang="0">
                  <a:pos x="48" y="73"/>
                </a:cxn>
                <a:cxn ang="0">
                  <a:pos x="46" y="67"/>
                </a:cxn>
                <a:cxn ang="0">
                  <a:pos x="41" y="62"/>
                </a:cxn>
                <a:cxn ang="0">
                  <a:pos x="38" y="57"/>
                </a:cxn>
                <a:cxn ang="0">
                  <a:pos x="40" y="51"/>
                </a:cxn>
                <a:cxn ang="0">
                  <a:pos x="44" y="48"/>
                </a:cxn>
                <a:cxn ang="0">
                  <a:pos x="43" y="43"/>
                </a:cxn>
                <a:cxn ang="0">
                  <a:pos x="40" y="35"/>
                </a:cxn>
                <a:cxn ang="0">
                  <a:pos x="38" y="28"/>
                </a:cxn>
                <a:cxn ang="0">
                  <a:pos x="35" y="25"/>
                </a:cxn>
              </a:cxnLst>
              <a:rect l="0" t="0" r="r" b="b"/>
              <a:pathLst>
                <a:path w="48" h="95">
                  <a:moveTo>
                    <a:pt x="35" y="25"/>
                  </a:moveTo>
                  <a:cubicBezTo>
                    <a:pt x="34" y="25"/>
                    <a:pt x="33" y="26"/>
                    <a:pt x="33" y="27"/>
                  </a:cubicBezTo>
                  <a:cubicBezTo>
                    <a:pt x="32" y="27"/>
                    <a:pt x="32" y="30"/>
                    <a:pt x="31" y="30"/>
                  </a:cubicBezTo>
                  <a:cubicBezTo>
                    <a:pt x="30" y="30"/>
                    <a:pt x="28" y="30"/>
                    <a:pt x="27" y="29"/>
                  </a:cubicBezTo>
                  <a:cubicBezTo>
                    <a:pt x="27" y="29"/>
                    <a:pt x="27" y="26"/>
                    <a:pt x="26" y="25"/>
                  </a:cubicBezTo>
                  <a:cubicBezTo>
                    <a:pt x="26" y="24"/>
                    <a:pt x="24" y="23"/>
                    <a:pt x="24" y="22"/>
                  </a:cubicBezTo>
                  <a:cubicBezTo>
                    <a:pt x="24" y="21"/>
                    <a:pt x="25" y="19"/>
                    <a:pt x="25" y="17"/>
                  </a:cubicBezTo>
                  <a:cubicBezTo>
                    <a:pt x="25" y="15"/>
                    <a:pt x="25" y="11"/>
                    <a:pt x="25" y="8"/>
                  </a:cubicBezTo>
                  <a:cubicBezTo>
                    <a:pt x="24" y="7"/>
                    <a:pt x="23" y="5"/>
                    <a:pt x="22" y="4"/>
                  </a:cubicBezTo>
                  <a:cubicBezTo>
                    <a:pt x="21" y="3"/>
                    <a:pt x="18" y="1"/>
                    <a:pt x="17" y="1"/>
                  </a:cubicBezTo>
                  <a:cubicBezTo>
                    <a:pt x="15" y="0"/>
                    <a:pt x="11" y="0"/>
                    <a:pt x="10" y="0"/>
                  </a:cubicBezTo>
                  <a:cubicBezTo>
                    <a:pt x="8" y="0"/>
                    <a:pt x="6" y="1"/>
                    <a:pt x="4" y="2"/>
                  </a:cubicBezTo>
                  <a:cubicBezTo>
                    <a:pt x="3" y="3"/>
                    <a:pt x="1" y="5"/>
                    <a:pt x="0" y="6"/>
                  </a:cubicBezTo>
                  <a:cubicBezTo>
                    <a:pt x="0" y="7"/>
                    <a:pt x="0" y="10"/>
                    <a:pt x="0" y="11"/>
                  </a:cubicBezTo>
                  <a:cubicBezTo>
                    <a:pt x="0" y="12"/>
                    <a:pt x="0" y="15"/>
                    <a:pt x="0" y="16"/>
                  </a:cubicBezTo>
                  <a:cubicBezTo>
                    <a:pt x="0" y="17"/>
                    <a:pt x="2" y="20"/>
                    <a:pt x="2" y="22"/>
                  </a:cubicBezTo>
                  <a:cubicBezTo>
                    <a:pt x="3" y="24"/>
                    <a:pt x="6" y="28"/>
                    <a:pt x="7" y="30"/>
                  </a:cubicBezTo>
                  <a:cubicBezTo>
                    <a:pt x="9" y="31"/>
                    <a:pt x="11" y="34"/>
                    <a:pt x="12" y="36"/>
                  </a:cubicBezTo>
                  <a:cubicBezTo>
                    <a:pt x="13" y="38"/>
                    <a:pt x="16" y="41"/>
                    <a:pt x="17" y="44"/>
                  </a:cubicBezTo>
                  <a:cubicBezTo>
                    <a:pt x="18" y="45"/>
                    <a:pt x="19" y="50"/>
                    <a:pt x="19" y="52"/>
                  </a:cubicBezTo>
                  <a:cubicBezTo>
                    <a:pt x="20" y="55"/>
                    <a:pt x="21" y="61"/>
                    <a:pt x="22" y="64"/>
                  </a:cubicBezTo>
                  <a:cubicBezTo>
                    <a:pt x="22" y="66"/>
                    <a:pt x="24" y="70"/>
                    <a:pt x="25" y="72"/>
                  </a:cubicBezTo>
                  <a:cubicBezTo>
                    <a:pt x="26" y="74"/>
                    <a:pt x="27" y="78"/>
                    <a:pt x="28" y="80"/>
                  </a:cubicBezTo>
                  <a:cubicBezTo>
                    <a:pt x="29" y="81"/>
                    <a:pt x="32" y="85"/>
                    <a:pt x="33" y="86"/>
                  </a:cubicBezTo>
                  <a:cubicBezTo>
                    <a:pt x="33" y="88"/>
                    <a:pt x="34" y="91"/>
                    <a:pt x="35" y="92"/>
                  </a:cubicBezTo>
                  <a:cubicBezTo>
                    <a:pt x="36" y="93"/>
                    <a:pt x="38" y="95"/>
                    <a:pt x="39" y="95"/>
                  </a:cubicBezTo>
                  <a:cubicBezTo>
                    <a:pt x="40" y="95"/>
                    <a:pt x="43" y="94"/>
                    <a:pt x="44" y="93"/>
                  </a:cubicBezTo>
                  <a:cubicBezTo>
                    <a:pt x="45" y="91"/>
                    <a:pt x="46" y="87"/>
                    <a:pt x="46" y="85"/>
                  </a:cubicBezTo>
                  <a:cubicBezTo>
                    <a:pt x="47" y="82"/>
                    <a:pt x="48" y="76"/>
                    <a:pt x="48" y="73"/>
                  </a:cubicBezTo>
                  <a:cubicBezTo>
                    <a:pt x="48" y="72"/>
                    <a:pt x="47" y="68"/>
                    <a:pt x="46" y="67"/>
                  </a:cubicBezTo>
                  <a:cubicBezTo>
                    <a:pt x="45" y="65"/>
                    <a:pt x="42" y="63"/>
                    <a:pt x="41" y="62"/>
                  </a:cubicBezTo>
                  <a:cubicBezTo>
                    <a:pt x="40" y="60"/>
                    <a:pt x="39" y="58"/>
                    <a:pt x="38" y="57"/>
                  </a:cubicBezTo>
                  <a:cubicBezTo>
                    <a:pt x="38" y="55"/>
                    <a:pt x="39" y="52"/>
                    <a:pt x="40" y="51"/>
                  </a:cubicBezTo>
                  <a:cubicBezTo>
                    <a:pt x="40" y="50"/>
                    <a:pt x="43" y="49"/>
                    <a:pt x="44" y="48"/>
                  </a:cubicBezTo>
                  <a:cubicBezTo>
                    <a:pt x="44" y="47"/>
                    <a:pt x="43" y="44"/>
                    <a:pt x="43" y="43"/>
                  </a:cubicBezTo>
                  <a:cubicBezTo>
                    <a:pt x="42" y="41"/>
                    <a:pt x="41" y="37"/>
                    <a:pt x="40" y="35"/>
                  </a:cubicBezTo>
                  <a:cubicBezTo>
                    <a:pt x="40" y="34"/>
                    <a:pt x="39" y="30"/>
                    <a:pt x="38" y="28"/>
                  </a:cubicBezTo>
                  <a:cubicBezTo>
                    <a:pt x="38" y="27"/>
                    <a:pt x="36" y="25"/>
                    <a:pt x="35" y="2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0" name="Freeform 96"/>
            <p:cNvSpPr>
              <a:spLocks/>
            </p:cNvSpPr>
            <p:nvPr/>
          </p:nvSpPr>
          <p:spPr bwMode="auto">
            <a:xfrm>
              <a:off x="5456238" y="3165476"/>
              <a:ext cx="33338" cy="23813"/>
            </a:xfrm>
            <a:custGeom>
              <a:avLst/>
              <a:gdLst/>
              <a:ahLst/>
              <a:cxnLst>
                <a:cxn ang="0">
                  <a:pos x="18" y="7"/>
                </a:cxn>
                <a:cxn ang="0">
                  <a:pos x="15" y="11"/>
                </a:cxn>
                <a:cxn ang="0">
                  <a:pos x="12" y="14"/>
                </a:cxn>
                <a:cxn ang="0">
                  <a:pos x="4" y="12"/>
                </a:cxn>
                <a:cxn ang="0">
                  <a:pos x="0" y="8"/>
                </a:cxn>
                <a:cxn ang="0">
                  <a:pos x="2" y="2"/>
                </a:cxn>
                <a:cxn ang="0">
                  <a:pos x="10" y="0"/>
                </a:cxn>
                <a:cxn ang="0">
                  <a:pos x="17" y="1"/>
                </a:cxn>
                <a:cxn ang="0">
                  <a:pos x="21" y="3"/>
                </a:cxn>
                <a:cxn ang="0">
                  <a:pos x="18" y="7"/>
                </a:cxn>
              </a:cxnLst>
              <a:rect l="0" t="0" r="r" b="b"/>
              <a:pathLst>
                <a:path w="21" h="15">
                  <a:moveTo>
                    <a:pt x="18" y="7"/>
                  </a:moveTo>
                  <a:cubicBezTo>
                    <a:pt x="17" y="8"/>
                    <a:pt x="16" y="10"/>
                    <a:pt x="15" y="11"/>
                  </a:cubicBezTo>
                  <a:cubicBezTo>
                    <a:pt x="15" y="12"/>
                    <a:pt x="13" y="14"/>
                    <a:pt x="12" y="14"/>
                  </a:cubicBezTo>
                  <a:cubicBezTo>
                    <a:pt x="10" y="15"/>
                    <a:pt x="6" y="13"/>
                    <a:pt x="4" y="12"/>
                  </a:cubicBezTo>
                  <a:cubicBezTo>
                    <a:pt x="3" y="11"/>
                    <a:pt x="1" y="9"/>
                    <a:pt x="0" y="8"/>
                  </a:cubicBezTo>
                  <a:cubicBezTo>
                    <a:pt x="0" y="7"/>
                    <a:pt x="1" y="3"/>
                    <a:pt x="2" y="2"/>
                  </a:cubicBezTo>
                  <a:cubicBezTo>
                    <a:pt x="4" y="1"/>
                    <a:pt x="8" y="0"/>
                    <a:pt x="10" y="0"/>
                  </a:cubicBezTo>
                  <a:cubicBezTo>
                    <a:pt x="12" y="0"/>
                    <a:pt x="16" y="0"/>
                    <a:pt x="17" y="1"/>
                  </a:cubicBezTo>
                  <a:cubicBezTo>
                    <a:pt x="18" y="1"/>
                    <a:pt x="20" y="2"/>
                    <a:pt x="21" y="3"/>
                  </a:cubicBezTo>
                  <a:cubicBezTo>
                    <a:pt x="21" y="5"/>
                    <a:pt x="19" y="6"/>
                    <a:pt x="18"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1" name="Freeform 97"/>
            <p:cNvSpPr>
              <a:spLocks/>
            </p:cNvSpPr>
            <p:nvPr/>
          </p:nvSpPr>
          <p:spPr bwMode="auto">
            <a:xfrm>
              <a:off x="5422901" y="3219451"/>
              <a:ext cx="20638" cy="15875"/>
            </a:xfrm>
            <a:custGeom>
              <a:avLst/>
              <a:gdLst/>
              <a:ahLst/>
              <a:cxnLst>
                <a:cxn ang="0">
                  <a:pos x="13" y="5"/>
                </a:cxn>
                <a:cxn ang="0">
                  <a:pos x="11" y="9"/>
                </a:cxn>
                <a:cxn ang="0">
                  <a:pos x="4" y="10"/>
                </a:cxn>
                <a:cxn ang="0">
                  <a:pos x="1" y="7"/>
                </a:cxn>
                <a:cxn ang="0">
                  <a:pos x="2" y="3"/>
                </a:cxn>
                <a:cxn ang="0">
                  <a:pos x="5" y="1"/>
                </a:cxn>
                <a:cxn ang="0">
                  <a:pos x="10" y="1"/>
                </a:cxn>
                <a:cxn ang="0">
                  <a:pos x="13" y="5"/>
                </a:cxn>
              </a:cxnLst>
              <a:rect l="0" t="0" r="r" b="b"/>
              <a:pathLst>
                <a:path w="13" h="10">
                  <a:moveTo>
                    <a:pt x="13" y="5"/>
                  </a:moveTo>
                  <a:cubicBezTo>
                    <a:pt x="13" y="6"/>
                    <a:pt x="12" y="9"/>
                    <a:pt x="11" y="9"/>
                  </a:cubicBezTo>
                  <a:cubicBezTo>
                    <a:pt x="9" y="10"/>
                    <a:pt x="6" y="10"/>
                    <a:pt x="4" y="10"/>
                  </a:cubicBezTo>
                  <a:cubicBezTo>
                    <a:pt x="3" y="10"/>
                    <a:pt x="1" y="8"/>
                    <a:pt x="1" y="7"/>
                  </a:cubicBezTo>
                  <a:cubicBezTo>
                    <a:pt x="0" y="6"/>
                    <a:pt x="1" y="4"/>
                    <a:pt x="2" y="3"/>
                  </a:cubicBezTo>
                  <a:cubicBezTo>
                    <a:pt x="2" y="2"/>
                    <a:pt x="4" y="1"/>
                    <a:pt x="5" y="1"/>
                  </a:cubicBezTo>
                  <a:cubicBezTo>
                    <a:pt x="6" y="1"/>
                    <a:pt x="9" y="0"/>
                    <a:pt x="10" y="1"/>
                  </a:cubicBezTo>
                  <a:cubicBezTo>
                    <a:pt x="11" y="1"/>
                    <a:pt x="13" y="4"/>
                    <a:pt x="13"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2" name="Freeform 98"/>
            <p:cNvSpPr>
              <a:spLocks/>
            </p:cNvSpPr>
            <p:nvPr/>
          </p:nvSpPr>
          <p:spPr bwMode="auto">
            <a:xfrm>
              <a:off x="5414963" y="3249613"/>
              <a:ext cx="28575" cy="34925"/>
            </a:xfrm>
            <a:custGeom>
              <a:avLst/>
              <a:gdLst/>
              <a:ahLst/>
              <a:cxnLst>
                <a:cxn ang="0">
                  <a:pos x="16" y="8"/>
                </a:cxn>
                <a:cxn ang="0">
                  <a:pos x="17" y="16"/>
                </a:cxn>
                <a:cxn ang="0">
                  <a:pos x="13" y="21"/>
                </a:cxn>
                <a:cxn ang="0">
                  <a:pos x="7" y="16"/>
                </a:cxn>
                <a:cxn ang="0">
                  <a:pos x="3" y="14"/>
                </a:cxn>
                <a:cxn ang="0">
                  <a:pos x="1" y="10"/>
                </a:cxn>
                <a:cxn ang="0">
                  <a:pos x="5" y="7"/>
                </a:cxn>
                <a:cxn ang="0">
                  <a:pos x="8" y="1"/>
                </a:cxn>
                <a:cxn ang="0">
                  <a:pos x="13" y="0"/>
                </a:cxn>
                <a:cxn ang="0">
                  <a:pos x="17" y="3"/>
                </a:cxn>
                <a:cxn ang="0">
                  <a:pos x="16" y="8"/>
                </a:cxn>
              </a:cxnLst>
              <a:rect l="0" t="0" r="r" b="b"/>
              <a:pathLst>
                <a:path w="18" h="22">
                  <a:moveTo>
                    <a:pt x="16" y="8"/>
                  </a:moveTo>
                  <a:cubicBezTo>
                    <a:pt x="16" y="10"/>
                    <a:pt x="18" y="14"/>
                    <a:pt x="17" y="16"/>
                  </a:cubicBezTo>
                  <a:cubicBezTo>
                    <a:pt x="17" y="18"/>
                    <a:pt x="15" y="21"/>
                    <a:pt x="13" y="21"/>
                  </a:cubicBezTo>
                  <a:cubicBezTo>
                    <a:pt x="11" y="22"/>
                    <a:pt x="9" y="17"/>
                    <a:pt x="7" y="16"/>
                  </a:cubicBezTo>
                  <a:cubicBezTo>
                    <a:pt x="6" y="16"/>
                    <a:pt x="4" y="15"/>
                    <a:pt x="3" y="14"/>
                  </a:cubicBezTo>
                  <a:cubicBezTo>
                    <a:pt x="2" y="14"/>
                    <a:pt x="0" y="11"/>
                    <a:pt x="1" y="10"/>
                  </a:cubicBezTo>
                  <a:cubicBezTo>
                    <a:pt x="1" y="9"/>
                    <a:pt x="4" y="8"/>
                    <a:pt x="5" y="7"/>
                  </a:cubicBezTo>
                  <a:cubicBezTo>
                    <a:pt x="6" y="5"/>
                    <a:pt x="6" y="2"/>
                    <a:pt x="8" y="1"/>
                  </a:cubicBezTo>
                  <a:cubicBezTo>
                    <a:pt x="9" y="1"/>
                    <a:pt x="12" y="0"/>
                    <a:pt x="13" y="0"/>
                  </a:cubicBezTo>
                  <a:cubicBezTo>
                    <a:pt x="14" y="1"/>
                    <a:pt x="17" y="2"/>
                    <a:pt x="17" y="3"/>
                  </a:cubicBezTo>
                  <a:cubicBezTo>
                    <a:pt x="18" y="4"/>
                    <a:pt x="16" y="7"/>
                    <a:pt x="16"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3" name="Freeform 99"/>
            <p:cNvSpPr>
              <a:spLocks/>
            </p:cNvSpPr>
            <p:nvPr/>
          </p:nvSpPr>
          <p:spPr bwMode="auto">
            <a:xfrm>
              <a:off x="5449888" y="3316288"/>
              <a:ext cx="42863" cy="57150"/>
            </a:xfrm>
            <a:custGeom>
              <a:avLst/>
              <a:gdLst/>
              <a:ahLst/>
              <a:cxnLst>
                <a:cxn ang="0">
                  <a:pos x="11" y="5"/>
                </a:cxn>
                <a:cxn ang="0">
                  <a:pos x="6" y="2"/>
                </a:cxn>
                <a:cxn ang="0">
                  <a:pos x="2" y="1"/>
                </a:cxn>
                <a:cxn ang="0">
                  <a:pos x="0" y="4"/>
                </a:cxn>
                <a:cxn ang="0">
                  <a:pos x="2" y="8"/>
                </a:cxn>
                <a:cxn ang="0">
                  <a:pos x="3" y="11"/>
                </a:cxn>
                <a:cxn ang="0">
                  <a:pos x="3" y="17"/>
                </a:cxn>
                <a:cxn ang="0">
                  <a:pos x="4" y="22"/>
                </a:cxn>
                <a:cxn ang="0">
                  <a:pos x="4" y="27"/>
                </a:cxn>
                <a:cxn ang="0">
                  <a:pos x="6" y="29"/>
                </a:cxn>
                <a:cxn ang="0">
                  <a:pos x="10" y="32"/>
                </a:cxn>
                <a:cxn ang="0">
                  <a:pos x="12" y="35"/>
                </a:cxn>
                <a:cxn ang="0">
                  <a:pos x="17" y="35"/>
                </a:cxn>
                <a:cxn ang="0">
                  <a:pos x="19" y="32"/>
                </a:cxn>
                <a:cxn ang="0">
                  <a:pos x="17" y="30"/>
                </a:cxn>
                <a:cxn ang="0">
                  <a:pos x="13" y="29"/>
                </a:cxn>
                <a:cxn ang="0">
                  <a:pos x="15" y="25"/>
                </a:cxn>
                <a:cxn ang="0">
                  <a:pos x="19" y="24"/>
                </a:cxn>
                <a:cxn ang="0">
                  <a:pos x="22" y="22"/>
                </a:cxn>
                <a:cxn ang="0">
                  <a:pos x="23" y="16"/>
                </a:cxn>
                <a:cxn ang="0">
                  <a:pos x="24" y="11"/>
                </a:cxn>
                <a:cxn ang="0">
                  <a:pos x="26" y="9"/>
                </a:cxn>
                <a:cxn ang="0">
                  <a:pos x="26" y="6"/>
                </a:cxn>
                <a:cxn ang="0">
                  <a:pos x="20" y="5"/>
                </a:cxn>
                <a:cxn ang="0">
                  <a:pos x="16" y="6"/>
                </a:cxn>
                <a:cxn ang="0">
                  <a:pos x="11" y="5"/>
                </a:cxn>
              </a:cxnLst>
              <a:rect l="0" t="0" r="r" b="b"/>
              <a:pathLst>
                <a:path w="27" h="36">
                  <a:moveTo>
                    <a:pt x="11" y="5"/>
                  </a:moveTo>
                  <a:cubicBezTo>
                    <a:pt x="10" y="5"/>
                    <a:pt x="8" y="3"/>
                    <a:pt x="6" y="2"/>
                  </a:cubicBezTo>
                  <a:cubicBezTo>
                    <a:pt x="5" y="1"/>
                    <a:pt x="3" y="0"/>
                    <a:pt x="2" y="1"/>
                  </a:cubicBezTo>
                  <a:cubicBezTo>
                    <a:pt x="1" y="1"/>
                    <a:pt x="0" y="3"/>
                    <a:pt x="0" y="4"/>
                  </a:cubicBezTo>
                  <a:cubicBezTo>
                    <a:pt x="0" y="5"/>
                    <a:pt x="2" y="7"/>
                    <a:pt x="2" y="8"/>
                  </a:cubicBezTo>
                  <a:cubicBezTo>
                    <a:pt x="3" y="9"/>
                    <a:pt x="3" y="10"/>
                    <a:pt x="3" y="11"/>
                  </a:cubicBezTo>
                  <a:cubicBezTo>
                    <a:pt x="3" y="13"/>
                    <a:pt x="3" y="16"/>
                    <a:pt x="3" y="17"/>
                  </a:cubicBezTo>
                  <a:cubicBezTo>
                    <a:pt x="3" y="18"/>
                    <a:pt x="4" y="20"/>
                    <a:pt x="4" y="22"/>
                  </a:cubicBezTo>
                  <a:cubicBezTo>
                    <a:pt x="4" y="23"/>
                    <a:pt x="4" y="25"/>
                    <a:pt x="4" y="27"/>
                  </a:cubicBezTo>
                  <a:cubicBezTo>
                    <a:pt x="4" y="27"/>
                    <a:pt x="5" y="28"/>
                    <a:pt x="6" y="29"/>
                  </a:cubicBezTo>
                  <a:cubicBezTo>
                    <a:pt x="7" y="30"/>
                    <a:pt x="9" y="31"/>
                    <a:pt x="10" y="32"/>
                  </a:cubicBezTo>
                  <a:cubicBezTo>
                    <a:pt x="10" y="32"/>
                    <a:pt x="11" y="35"/>
                    <a:pt x="12" y="35"/>
                  </a:cubicBezTo>
                  <a:cubicBezTo>
                    <a:pt x="13" y="36"/>
                    <a:pt x="16" y="36"/>
                    <a:pt x="17" y="35"/>
                  </a:cubicBezTo>
                  <a:cubicBezTo>
                    <a:pt x="18" y="35"/>
                    <a:pt x="19" y="33"/>
                    <a:pt x="19" y="32"/>
                  </a:cubicBezTo>
                  <a:cubicBezTo>
                    <a:pt x="19" y="32"/>
                    <a:pt x="18" y="30"/>
                    <a:pt x="17" y="30"/>
                  </a:cubicBezTo>
                  <a:cubicBezTo>
                    <a:pt x="16" y="29"/>
                    <a:pt x="13" y="29"/>
                    <a:pt x="13" y="29"/>
                  </a:cubicBezTo>
                  <a:cubicBezTo>
                    <a:pt x="13" y="28"/>
                    <a:pt x="14" y="25"/>
                    <a:pt x="15" y="25"/>
                  </a:cubicBezTo>
                  <a:cubicBezTo>
                    <a:pt x="16" y="24"/>
                    <a:pt x="18" y="24"/>
                    <a:pt x="19" y="24"/>
                  </a:cubicBezTo>
                  <a:cubicBezTo>
                    <a:pt x="20" y="23"/>
                    <a:pt x="22" y="22"/>
                    <a:pt x="22" y="22"/>
                  </a:cubicBezTo>
                  <a:cubicBezTo>
                    <a:pt x="23" y="21"/>
                    <a:pt x="23" y="18"/>
                    <a:pt x="23" y="16"/>
                  </a:cubicBezTo>
                  <a:cubicBezTo>
                    <a:pt x="23" y="15"/>
                    <a:pt x="23" y="12"/>
                    <a:pt x="24" y="11"/>
                  </a:cubicBezTo>
                  <a:cubicBezTo>
                    <a:pt x="24" y="11"/>
                    <a:pt x="26" y="10"/>
                    <a:pt x="26" y="9"/>
                  </a:cubicBezTo>
                  <a:cubicBezTo>
                    <a:pt x="26" y="9"/>
                    <a:pt x="27" y="6"/>
                    <a:pt x="26" y="6"/>
                  </a:cubicBezTo>
                  <a:cubicBezTo>
                    <a:pt x="25" y="4"/>
                    <a:pt x="21" y="5"/>
                    <a:pt x="20" y="5"/>
                  </a:cubicBezTo>
                  <a:cubicBezTo>
                    <a:pt x="19" y="5"/>
                    <a:pt x="17" y="6"/>
                    <a:pt x="16" y="6"/>
                  </a:cubicBezTo>
                  <a:cubicBezTo>
                    <a:pt x="15" y="6"/>
                    <a:pt x="12" y="6"/>
                    <a:pt x="11"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4" name="Freeform 100"/>
            <p:cNvSpPr>
              <a:spLocks/>
            </p:cNvSpPr>
            <p:nvPr/>
          </p:nvSpPr>
          <p:spPr bwMode="auto">
            <a:xfrm>
              <a:off x="5492751" y="3332163"/>
              <a:ext cx="22225" cy="31750"/>
            </a:xfrm>
            <a:custGeom>
              <a:avLst/>
              <a:gdLst/>
              <a:ahLst/>
              <a:cxnLst>
                <a:cxn ang="0">
                  <a:pos x="10" y="20"/>
                </a:cxn>
                <a:cxn ang="0">
                  <a:pos x="7" y="17"/>
                </a:cxn>
                <a:cxn ang="0">
                  <a:pos x="4" y="19"/>
                </a:cxn>
                <a:cxn ang="0">
                  <a:pos x="1" y="18"/>
                </a:cxn>
                <a:cxn ang="0">
                  <a:pos x="1" y="12"/>
                </a:cxn>
                <a:cxn ang="0">
                  <a:pos x="3" y="9"/>
                </a:cxn>
                <a:cxn ang="0">
                  <a:pos x="4" y="6"/>
                </a:cxn>
                <a:cxn ang="0">
                  <a:pos x="6" y="1"/>
                </a:cxn>
                <a:cxn ang="0">
                  <a:pos x="10" y="0"/>
                </a:cxn>
                <a:cxn ang="0">
                  <a:pos x="13" y="3"/>
                </a:cxn>
                <a:cxn ang="0">
                  <a:pos x="12" y="7"/>
                </a:cxn>
                <a:cxn ang="0">
                  <a:pos x="14" y="11"/>
                </a:cxn>
                <a:cxn ang="0">
                  <a:pos x="14" y="15"/>
                </a:cxn>
                <a:cxn ang="0">
                  <a:pos x="12" y="19"/>
                </a:cxn>
                <a:cxn ang="0">
                  <a:pos x="10" y="20"/>
                </a:cxn>
              </a:cxnLst>
              <a:rect l="0" t="0" r="r" b="b"/>
              <a:pathLst>
                <a:path w="14" h="20">
                  <a:moveTo>
                    <a:pt x="10" y="20"/>
                  </a:moveTo>
                  <a:cubicBezTo>
                    <a:pt x="9" y="20"/>
                    <a:pt x="8" y="17"/>
                    <a:pt x="7" y="17"/>
                  </a:cubicBezTo>
                  <a:cubicBezTo>
                    <a:pt x="6" y="17"/>
                    <a:pt x="5" y="19"/>
                    <a:pt x="4" y="19"/>
                  </a:cubicBezTo>
                  <a:cubicBezTo>
                    <a:pt x="3" y="19"/>
                    <a:pt x="1" y="19"/>
                    <a:pt x="1" y="18"/>
                  </a:cubicBezTo>
                  <a:cubicBezTo>
                    <a:pt x="0" y="17"/>
                    <a:pt x="0" y="13"/>
                    <a:pt x="1" y="12"/>
                  </a:cubicBezTo>
                  <a:cubicBezTo>
                    <a:pt x="1" y="11"/>
                    <a:pt x="3" y="10"/>
                    <a:pt x="3" y="9"/>
                  </a:cubicBezTo>
                  <a:cubicBezTo>
                    <a:pt x="4" y="9"/>
                    <a:pt x="4" y="7"/>
                    <a:pt x="4" y="6"/>
                  </a:cubicBezTo>
                  <a:cubicBezTo>
                    <a:pt x="5" y="5"/>
                    <a:pt x="5" y="2"/>
                    <a:pt x="6" y="1"/>
                  </a:cubicBezTo>
                  <a:cubicBezTo>
                    <a:pt x="7" y="0"/>
                    <a:pt x="9" y="0"/>
                    <a:pt x="10" y="0"/>
                  </a:cubicBezTo>
                  <a:cubicBezTo>
                    <a:pt x="11" y="1"/>
                    <a:pt x="13" y="2"/>
                    <a:pt x="13" y="3"/>
                  </a:cubicBezTo>
                  <a:cubicBezTo>
                    <a:pt x="13" y="4"/>
                    <a:pt x="11" y="6"/>
                    <a:pt x="12" y="7"/>
                  </a:cubicBezTo>
                  <a:cubicBezTo>
                    <a:pt x="12" y="8"/>
                    <a:pt x="14" y="10"/>
                    <a:pt x="14" y="11"/>
                  </a:cubicBezTo>
                  <a:cubicBezTo>
                    <a:pt x="14" y="12"/>
                    <a:pt x="14" y="14"/>
                    <a:pt x="14" y="15"/>
                  </a:cubicBezTo>
                  <a:cubicBezTo>
                    <a:pt x="14" y="16"/>
                    <a:pt x="13" y="18"/>
                    <a:pt x="12" y="19"/>
                  </a:cubicBezTo>
                  <a:cubicBezTo>
                    <a:pt x="12" y="19"/>
                    <a:pt x="11" y="20"/>
                    <a:pt x="10"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5" name="Freeform 101"/>
            <p:cNvSpPr>
              <a:spLocks/>
            </p:cNvSpPr>
            <p:nvPr/>
          </p:nvSpPr>
          <p:spPr bwMode="auto">
            <a:xfrm>
              <a:off x="5160963" y="2663826"/>
              <a:ext cx="781050" cy="739775"/>
            </a:xfrm>
            <a:custGeom>
              <a:avLst/>
              <a:gdLst/>
              <a:ahLst/>
              <a:cxnLst>
                <a:cxn ang="0">
                  <a:pos x="483" y="291"/>
                </a:cxn>
                <a:cxn ang="0">
                  <a:pos x="456" y="325"/>
                </a:cxn>
                <a:cxn ang="0">
                  <a:pos x="428" y="322"/>
                </a:cxn>
                <a:cxn ang="0">
                  <a:pos x="373" y="322"/>
                </a:cxn>
                <a:cxn ang="0">
                  <a:pos x="346" y="351"/>
                </a:cxn>
                <a:cxn ang="0">
                  <a:pos x="325" y="408"/>
                </a:cxn>
                <a:cxn ang="0">
                  <a:pos x="341" y="465"/>
                </a:cxn>
                <a:cxn ang="0">
                  <a:pos x="294" y="466"/>
                </a:cxn>
                <a:cxn ang="0">
                  <a:pos x="234" y="471"/>
                </a:cxn>
                <a:cxn ang="0">
                  <a:pos x="229" y="421"/>
                </a:cxn>
                <a:cxn ang="0">
                  <a:pos x="239" y="391"/>
                </a:cxn>
                <a:cxn ang="0">
                  <a:pos x="227" y="358"/>
                </a:cxn>
                <a:cxn ang="0">
                  <a:pos x="218" y="323"/>
                </a:cxn>
                <a:cxn ang="0">
                  <a:pos x="190" y="303"/>
                </a:cxn>
                <a:cxn ang="0">
                  <a:pos x="146" y="296"/>
                </a:cxn>
                <a:cxn ang="0">
                  <a:pos x="99" y="241"/>
                </a:cxn>
                <a:cxn ang="0">
                  <a:pos x="89" y="216"/>
                </a:cxn>
                <a:cxn ang="0">
                  <a:pos x="88" y="207"/>
                </a:cxn>
                <a:cxn ang="0">
                  <a:pos x="71" y="218"/>
                </a:cxn>
                <a:cxn ang="0">
                  <a:pos x="78" y="241"/>
                </a:cxn>
                <a:cxn ang="0">
                  <a:pos x="71" y="249"/>
                </a:cxn>
                <a:cxn ang="0">
                  <a:pos x="69" y="254"/>
                </a:cxn>
                <a:cxn ang="0">
                  <a:pos x="89" y="264"/>
                </a:cxn>
                <a:cxn ang="0">
                  <a:pos x="95" y="279"/>
                </a:cxn>
                <a:cxn ang="0">
                  <a:pos x="93" y="288"/>
                </a:cxn>
                <a:cxn ang="0">
                  <a:pos x="56" y="261"/>
                </a:cxn>
                <a:cxn ang="0">
                  <a:pos x="11" y="236"/>
                </a:cxn>
                <a:cxn ang="0">
                  <a:pos x="3" y="216"/>
                </a:cxn>
                <a:cxn ang="0">
                  <a:pos x="23" y="166"/>
                </a:cxn>
                <a:cxn ang="0">
                  <a:pos x="41" y="111"/>
                </a:cxn>
                <a:cxn ang="0">
                  <a:pos x="64" y="65"/>
                </a:cxn>
                <a:cxn ang="0">
                  <a:pos x="108" y="59"/>
                </a:cxn>
                <a:cxn ang="0">
                  <a:pos x="160" y="74"/>
                </a:cxn>
                <a:cxn ang="0">
                  <a:pos x="193" y="89"/>
                </a:cxn>
                <a:cxn ang="0">
                  <a:pos x="211" y="60"/>
                </a:cxn>
                <a:cxn ang="0">
                  <a:pos x="213" y="35"/>
                </a:cxn>
                <a:cxn ang="0">
                  <a:pos x="262" y="41"/>
                </a:cxn>
                <a:cxn ang="0">
                  <a:pos x="273" y="70"/>
                </a:cxn>
                <a:cxn ang="0">
                  <a:pos x="313" y="39"/>
                </a:cxn>
                <a:cxn ang="0">
                  <a:pos x="330" y="10"/>
                </a:cxn>
                <a:cxn ang="0">
                  <a:pos x="363" y="2"/>
                </a:cxn>
                <a:cxn ang="0">
                  <a:pos x="389" y="37"/>
                </a:cxn>
                <a:cxn ang="0">
                  <a:pos x="415" y="40"/>
                </a:cxn>
                <a:cxn ang="0">
                  <a:pos x="432" y="103"/>
                </a:cxn>
                <a:cxn ang="0">
                  <a:pos x="437" y="161"/>
                </a:cxn>
                <a:cxn ang="0">
                  <a:pos x="464" y="215"/>
                </a:cxn>
                <a:cxn ang="0">
                  <a:pos x="496" y="233"/>
                </a:cxn>
                <a:cxn ang="0">
                  <a:pos x="495" y="265"/>
                </a:cxn>
              </a:cxnLst>
              <a:rect l="0" t="0" r="r" b="b"/>
              <a:pathLst>
                <a:path w="497" h="471">
                  <a:moveTo>
                    <a:pt x="495" y="265"/>
                  </a:moveTo>
                  <a:cubicBezTo>
                    <a:pt x="496" y="268"/>
                    <a:pt x="497" y="275"/>
                    <a:pt x="496" y="279"/>
                  </a:cubicBezTo>
                  <a:cubicBezTo>
                    <a:pt x="496" y="281"/>
                    <a:pt x="493" y="285"/>
                    <a:pt x="492" y="286"/>
                  </a:cubicBezTo>
                  <a:cubicBezTo>
                    <a:pt x="490" y="288"/>
                    <a:pt x="485" y="290"/>
                    <a:pt x="483" y="291"/>
                  </a:cubicBezTo>
                  <a:cubicBezTo>
                    <a:pt x="481" y="293"/>
                    <a:pt x="476" y="296"/>
                    <a:pt x="474" y="298"/>
                  </a:cubicBezTo>
                  <a:cubicBezTo>
                    <a:pt x="472" y="300"/>
                    <a:pt x="470" y="302"/>
                    <a:pt x="469" y="303"/>
                  </a:cubicBezTo>
                  <a:cubicBezTo>
                    <a:pt x="467" y="305"/>
                    <a:pt x="464" y="309"/>
                    <a:pt x="462" y="311"/>
                  </a:cubicBezTo>
                  <a:cubicBezTo>
                    <a:pt x="460" y="314"/>
                    <a:pt x="456" y="321"/>
                    <a:pt x="456" y="325"/>
                  </a:cubicBezTo>
                  <a:cubicBezTo>
                    <a:pt x="456" y="325"/>
                    <a:pt x="456" y="325"/>
                    <a:pt x="456" y="325"/>
                  </a:cubicBezTo>
                  <a:cubicBezTo>
                    <a:pt x="456" y="326"/>
                    <a:pt x="455" y="326"/>
                    <a:pt x="455" y="326"/>
                  </a:cubicBezTo>
                  <a:cubicBezTo>
                    <a:pt x="451" y="327"/>
                    <a:pt x="443" y="325"/>
                    <a:pt x="439" y="325"/>
                  </a:cubicBezTo>
                  <a:cubicBezTo>
                    <a:pt x="436" y="324"/>
                    <a:pt x="431" y="322"/>
                    <a:pt x="428" y="322"/>
                  </a:cubicBezTo>
                  <a:cubicBezTo>
                    <a:pt x="426" y="322"/>
                    <a:pt x="421" y="321"/>
                    <a:pt x="418" y="322"/>
                  </a:cubicBezTo>
                  <a:cubicBezTo>
                    <a:pt x="415" y="323"/>
                    <a:pt x="410" y="327"/>
                    <a:pt x="407" y="328"/>
                  </a:cubicBezTo>
                  <a:cubicBezTo>
                    <a:pt x="402" y="329"/>
                    <a:pt x="392" y="327"/>
                    <a:pt x="387" y="326"/>
                  </a:cubicBezTo>
                  <a:cubicBezTo>
                    <a:pt x="384" y="325"/>
                    <a:pt x="376" y="322"/>
                    <a:pt x="373" y="322"/>
                  </a:cubicBezTo>
                  <a:cubicBezTo>
                    <a:pt x="367" y="322"/>
                    <a:pt x="357" y="327"/>
                    <a:pt x="353" y="329"/>
                  </a:cubicBezTo>
                  <a:cubicBezTo>
                    <a:pt x="351" y="331"/>
                    <a:pt x="347" y="334"/>
                    <a:pt x="346" y="336"/>
                  </a:cubicBezTo>
                  <a:cubicBezTo>
                    <a:pt x="345" y="339"/>
                    <a:pt x="343" y="344"/>
                    <a:pt x="344" y="346"/>
                  </a:cubicBezTo>
                  <a:cubicBezTo>
                    <a:pt x="344" y="347"/>
                    <a:pt x="346" y="350"/>
                    <a:pt x="346" y="351"/>
                  </a:cubicBezTo>
                  <a:cubicBezTo>
                    <a:pt x="347" y="354"/>
                    <a:pt x="349" y="361"/>
                    <a:pt x="347" y="364"/>
                  </a:cubicBezTo>
                  <a:cubicBezTo>
                    <a:pt x="346" y="368"/>
                    <a:pt x="338" y="371"/>
                    <a:pt x="335" y="374"/>
                  </a:cubicBezTo>
                  <a:cubicBezTo>
                    <a:pt x="332" y="377"/>
                    <a:pt x="327" y="386"/>
                    <a:pt x="326" y="390"/>
                  </a:cubicBezTo>
                  <a:cubicBezTo>
                    <a:pt x="325" y="394"/>
                    <a:pt x="324" y="403"/>
                    <a:pt x="325" y="408"/>
                  </a:cubicBezTo>
                  <a:cubicBezTo>
                    <a:pt x="325" y="412"/>
                    <a:pt x="327" y="419"/>
                    <a:pt x="328" y="423"/>
                  </a:cubicBezTo>
                  <a:cubicBezTo>
                    <a:pt x="330" y="427"/>
                    <a:pt x="335" y="433"/>
                    <a:pt x="337" y="437"/>
                  </a:cubicBezTo>
                  <a:cubicBezTo>
                    <a:pt x="339" y="440"/>
                    <a:pt x="341" y="446"/>
                    <a:pt x="342" y="449"/>
                  </a:cubicBezTo>
                  <a:cubicBezTo>
                    <a:pt x="343" y="453"/>
                    <a:pt x="343" y="462"/>
                    <a:pt x="341" y="465"/>
                  </a:cubicBezTo>
                  <a:cubicBezTo>
                    <a:pt x="340" y="467"/>
                    <a:pt x="336" y="470"/>
                    <a:pt x="334" y="470"/>
                  </a:cubicBezTo>
                  <a:cubicBezTo>
                    <a:pt x="330" y="471"/>
                    <a:pt x="324" y="469"/>
                    <a:pt x="320" y="469"/>
                  </a:cubicBezTo>
                  <a:cubicBezTo>
                    <a:pt x="318" y="468"/>
                    <a:pt x="314" y="467"/>
                    <a:pt x="312" y="467"/>
                  </a:cubicBezTo>
                  <a:cubicBezTo>
                    <a:pt x="308" y="466"/>
                    <a:pt x="299" y="467"/>
                    <a:pt x="294" y="466"/>
                  </a:cubicBezTo>
                  <a:cubicBezTo>
                    <a:pt x="289" y="466"/>
                    <a:pt x="278" y="464"/>
                    <a:pt x="273" y="464"/>
                  </a:cubicBezTo>
                  <a:cubicBezTo>
                    <a:pt x="268" y="464"/>
                    <a:pt x="260" y="464"/>
                    <a:pt x="256" y="465"/>
                  </a:cubicBezTo>
                  <a:cubicBezTo>
                    <a:pt x="252" y="466"/>
                    <a:pt x="244" y="469"/>
                    <a:pt x="240" y="470"/>
                  </a:cubicBezTo>
                  <a:cubicBezTo>
                    <a:pt x="239" y="470"/>
                    <a:pt x="237" y="470"/>
                    <a:pt x="234" y="471"/>
                  </a:cubicBezTo>
                  <a:cubicBezTo>
                    <a:pt x="234" y="468"/>
                    <a:pt x="234" y="465"/>
                    <a:pt x="233" y="463"/>
                  </a:cubicBezTo>
                  <a:cubicBezTo>
                    <a:pt x="233" y="460"/>
                    <a:pt x="233" y="454"/>
                    <a:pt x="232" y="450"/>
                  </a:cubicBezTo>
                  <a:cubicBezTo>
                    <a:pt x="232" y="445"/>
                    <a:pt x="230" y="436"/>
                    <a:pt x="230" y="431"/>
                  </a:cubicBezTo>
                  <a:cubicBezTo>
                    <a:pt x="230" y="428"/>
                    <a:pt x="229" y="423"/>
                    <a:pt x="229" y="421"/>
                  </a:cubicBezTo>
                  <a:cubicBezTo>
                    <a:pt x="229" y="419"/>
                    <a:pt x="228" y="414"/>
                    <a:pt x="229" y="412"/>
                  </a:cubicBezTo>
                  <a:cubicBezTo>
                    <a:pt x="230" y="410"/>
                    <a:pt x="233" y="409"/>
                    <a:pt x="234" y="408"/>
                  </a:cubicBezTo>
                  <a:cubicBezTo>
                    <a:pt x="236" y="406"/>
                    <a:pt x="237" y="403"/>
                    <a:pt x="237" y="401"/>
                  </a:cubicBezTo>
                  <a:cubicBezTo>
                    <a:pt x="238" y="399"/>
                    <a:pt x="239" y="393"/>
                    <a:pt x="239" y="391"/>
                  </a:cubicBezTo>
                  <a:cubicBezTo>
                    <a:pt x="239" y="389"/>
                    <a:pt x="239" y="385"/>
                    <a:pt x="239" y="383"/>
                  </a:cubicBezTo>
                  <a:cubicBezTo>
                    <a:pt x="239" y="381"/>
                    <a:pt x="240" y="379"/>
                    <a:pt x="239" y="377"/>
                  </a:cubicBezTo>
                  <a:cubicBezTo>
                    <a:pt x="238" y="375"/>
                    <a:pt x="233" y="373"/>
                    <a:pt x="232" y="371"/>
                  </a:cubicBezTo>
                  <a:cubicBezTo>
                    <a:pt x="230" y="368"/>
                    <a:pt x="229" y="361"/>
                    <a:pt x="227" y="358"/>
                  </a:cubicBezTo>
                  <a:cubicBezTo>
                    <a:pt x="226" y="356"/>
                    <a:pt x="223" y="352"/>
                    <a:pt x="222" y="350"/>
                  </a:cubicBezTo>
                  <a:cubicBezTo>
                    <a:pt x="221" y="348"/>
                    <a:pt x="219" y="343"/>
                    <a:pt x="218" y="341"/>
                  </a:cubicBezTo>
                  <a:cubicBezTo>
                    <a:pt x="218" y="339"/>
                    <a:pt x="218" y="334"/>
                    <a:pt x="218" y="332"/>
                  </a:cubicBezTo>
                  <a:cubicBezTo>
                    <a:pt x="218" y="330"/>
                    <a:pt x="219" y="325"/>
                    <a:pt x="218" y="323"/>
                  </a:cubicBezTo>
                  <a:cubicBezTo>
                    <a:pt x="217" y="322"/>
                    <a:pt x="214" y="321"/>
                    <a:pt x="212" y="320"/>
                  </a:cubicBezTo>
                  <a:cubicBezTo>
                    <a:pt x="210" y="319"/>
                    <a:pt x="206" y="316"/>
                    <a:pt x="205" y="315"/>
                  </a:cubicBezTo>
                  <a:cubicBezTo>
                    <a:pt x="202" y="313"/>
                    <a:pt x="197" y="309"/>
                    <a:pt x="195" y="307"/>
                  </a:cubicBezTo>
                  <a:cubicBezTo>
                    <a:pt x="194" y="306"/>
                    <a:pt x="192" y="303"/>
                    <a:pt x="190" y="303"/>
                  </a:cubicBezTo>
                  <a:cubicBezTo>
                    <a:pt x="189" y="303"/>
                    <a:pt x="186" y="304"/>
                    <a:pt x="185" y="304"/>
                  </a:cubicBezTo>
                  <a:cubicBezTo>
                    <a:pt x="181" y="305"/>
                    <a:pt x="174" y="306"/>
                    <a:pt x="171" y="306"/>
                  </a:cubicBezTo>
                  <a:cubicBezTo>
                    <a:pt x="168" y="306"/>
                    <a:pt x="163" y="307"/>
                    <a:pt x="160" y="306"/>
                  </a:cubicBezTo>
                  <a:cubicBezTo>
                    <a:pt x="156" y="305"/>
                    <a:pt x="149" y="299"/>
                    <a:pt x="146" y="296"/>
                  </a:cubicBezTo>
                  <a:cubicBezTo>
                    <a:pt x="142" y="292"/>
                    <a:pt x="135" y="282"/>
                    <a:pt x="131" y="277"/>
                  </a:cubicBezTo>
                  <a:cubicBezTo>
                    <a:pt x="129" y="274"/>
                    <a:pt x="124" y="267"/>
                    <a:pt x="121" y="264"/>
                  </a:cubicBezTo>
                  <a:cubicBezTo>
                    <a:pt x="118" y="261"/>
                    <a:pt x="113" y="256"/>
                    <a:pt x="111" y="254"/>
                  </a:cubicBezTo>
                  <a:cubicBezTo>
                    <a:pt x="108" y="251"/>
                    <a:pt x="102" y="244"/>
                    <a:pt x="99" y="241"/>
                  </a:cubicBezTo>
                  <a:cubicBezTo>
                    <a:pt x="96" y="238"/>
                    <a:pt x="91" y="234"/>
                    <a:pt x="89" y="231"/>
                  </a:cubicBezTo>
                  <a:cubicBezTo>
                    <a:pt x="88" y="230"/>
                    <a:pt x="87" y="227"/>
                    <a:pt x="86" y="226"/>
                  </a:cubicBezTo>
                  <a:cubicBezTo>
                    <a:pt x="86" y="224"/>
                    <a:pt x="85" y="220"/>
                    <a:pt x="86" y="219"/>
                  </a:cubicBezTo>
                  <a:cubicBezTo>
                    <a:pt x="86" y="218"/>
                    <a:pt x="88" y="216"/>
                    <a:pt x="89" y="216"/>
                  </a:cubicBezTo>
                  <a:cubicBezTo>
                    <a:pt x="91" y="216"/>
                    <a:pt x="94" y="218"/>
                    <a:pt x="96" y="217"/>
                  </a:cubicBezTo>
                  <a:cubicBezTo>
                    <a:pt x="97" y="217"/>
                    <a:pt x="100" y="217"/>
                    <a:pt x="100" y="216"/>
                  </a:cubicBezTo>
                  <a:cubicBezTo>
                    <a:pt x="101" y="215"/>
                    <a:pt x="98" y="213"/>
                    <a:pt x="97" y="212"/>
                  </a:cubicBezTo>
                  <a:cubicBezTo>
                    <a:pt x="95" y="210"/>
                    <a:pt x="90" y="208"/>
                    <a:pt x="88" y="207"/>
                  </a:cubicBezTo>
                  <a:cubicBezTo>
                    <a:pt x="87" y="207"/>
                    <a:pt x="85" y="205"/>
                    <a:pt x="83" y="205"/>
                  </a:cubicBezTo>
                  <a:cubicBezTo>
                    <a:pt x="82" y="205"/>
                    <a:pt x="79" y="206"/>
                    <a:pt x="78" y="207"/>
                  </a:cubicBezTo>
                  <a:cubicBezTo>
                    <a:pt x="77" y="208"/>
                    <a:pt x="76" y="211"/>
                    <a:pt x="75" y="212"/>
                  </a:cubicBezTo>
                  <a:cubicBezTo>
                    <a:pt x="74" y="214"/>
                    <a:pt x="71" y="217"/>
                    <a:pt x="71" y="218"/>
                  </a:cubicBezTo>
                  <a:cubicBezTo>
                    <a:pt x="70" y="220"/>
                    <a:pt x="70" y="224"/>
                    <a:pt x="70" y="225"/>
                  </a:cubicBezTo>
                  <a:cubicBezTo>
                    <a:pt x="70" y="227"/>
                    <a:pt x="70" y="232"/>
                    <a:pt x="71" y="234"/>
                  </a:cubicBezTo>
                  <a:cubicBezTo>
                    <a:pt x="71" y="235"/>
                    <a:pt x="72" y="238"/>
                    <a:pt x="73" y="239"/>
                  </a:cubicBezTo>
                  <a:cubicBezTo>
                    <a:pt x="74" y="240"/>
                    <a:pt x="77" y="240"/>
                    <a:pt x="78" y="241"/>
                  </a:cubicBezTo>
                  <a:cubicBezTo>
                    <a:pt x="79" y="242"/>
                    <a:pt x="80" y="243"/>
                    <a:pt x="81" y="244"/>
                  </a:cubicBezTo>
                  <a:cubicBezTo>
                    <a:pt x="81" y="245"/>
                    <a:pt x="79" y="248"/>
                    <a:pt x="78" y="249"/>
                  </a:cubicBezTo>
                  <a:cubicBezTo>
                    <a:pt x="77" y="249"/>
                    <a:pt x="75" y="250"/>
                    <a:pt x="74" y="250"/>
                  </a:cubicBezTo>
                  <a:cubicBezTo>
                    <a:pt x="73" y="250"/>
                    <a:pt x="71" y="249"/>
                    <a:pt x="71" y="249"/>
                  </a:cubicBezTo>
                  <a:cubicBezTo>
                    <a:pt x="70" y="248"/>
                    <a:pt x="68" y="246"/>
                    <a:pt x="67" y="247"/>
                  </a:cubicBezTo>
                  <a:cubicBezTo>
                    <a:pt x="67" y="247"/>
                    <a:pt x="66" y="248"/>
                    <a:pt x="65" y="249"/>
                  </a:cubicBezTo>
                  <a:cubicBezTo>
                    <a:pt x="65" y="250"/>
                    <a:pt x="66" y="251"/>
                    <a:pt x="66" y="252"/>
                  </a:cubicBezTo>
                  <a:cubicBezTo>
                    <a:pt x="67" y="253"/>
                    <a:pt x="68" y="254"/>
                    <a:pt x="69" y="254"/>
                  </a:cubicBezTo>
                  <a:cubicBezTo>
                    <a:pt x="70" y="255"/>
                    <a:pt x="72" y="255"/>
                    <a:pt x="74" y="255"/>
                  </a:cubicBezTo>
                  <a:cubicBezTo>
                    <a:pt x="75" y="255"/>
                    <a:pt x="79" y="255"/>
                    <a:pt x="80" y="256"/>
                  </a:cubicBezTo>
                  <a:cubicBezTo>
                    <a:pt x="82" y="256"/>
                    <a:pt x="85" y="258"/>
                    <a:pt x="86" y="259"/>
                  </a:cubicBezTo>
                  <a:cubicBezTo>
                    <a:pt x="87" y="260"/>
                    <a:pt x="89" y="262"/>
                    <a:pt x="89" y="264"/>
                  </a:cubicBezTo>
                  <a:cubicBezTo>
                    <a:pt x="89" y="265"/>
                    <a:pt x="88" y="266"/>
                    <a:pt x="88" y="267"/>
                  </a:cubicBezTo>
                  <a:cubicBezTo>
                    <a:pt x="88" y="268"/>
                    <a:pt x="88" y="271"/>
                    <a:pt x="88" y="272"/>
                  </a:cubicBezTo>
                  <a:cubicBezTo>
                    <a:pt x="89" y="273"/>
                    <a:pt x="90" y="274"/>
                    <a:pt x="90" y="275"/>
                  </a:cubicBezTo>
                  <a:cubicBezTo>
                    <a:pt x="91" y="276"/>
                    <a:pt x="93" y="278"/>
                    <a:pt x="95" y="279"/>
                  </a:cubicBezTo>
                  <a:cubicBezTo>
                    <a:pt x="96" y="280"/>
                    <a:pt x="98" y="280"/>
                    <a:pt x="100" y="281"/>
                  </a:cubicBezTo>
                  <a:cubicBezTo>
                    <a:pt x="100" y="282"/>
                    <a:pt x="102" y="282"/>
                    <a:pt x="102" y="283"/>
                  </a:cubicBezTo>
                  <a:cubicBezTo>
                    <a:pt x="102" y="284"/>
                    <a:pt x="101" y="286"/>
                    <a:pt x="100" y="287"/>
                  </a:cubicBezTo>
                  <a:cubicBezTo>
                    <a:pt x="99" y="288"/>
                    <a:pt x="95" y="288"/>
                    <a:pt x="93" y="288"/>
                  </a:cubicBezTo>
                  <a:cubicBezTo>
                    <a:pt x="92" y="288"/>
                    <a:pt x="88" y="286"/>
                    <a:pt x="86" y="285"/>
                  </a:cubicBezTo>
                  <a:cubicBezTo>
                    <a:pt x="84" y="284"/>
                    <a:pt x="81" y="281"/>
                    <a:pt x="79" y="280"/>
                  </a:cubicBezTo>
                  <a:cubicBezTo>
                    <a:pt x="77" y="278"/>
                    <a:pt x="74" y="275"/>
                    <a:pt x="72" y="273"/>
                  </a:cubicBezTo>
                  <a:cubicBezTo>
                    <a:pt x="68" y="270"/>
                    <a:pt x="60" y="264"/>
                    <a:pt x="56" y="261"/>
                  </a:cubicBezTo>
                  <a:cubicBezTo>
                    <a:pt x="53" y="258"/>
                    <a:pt x="46" y="253"/>
                    <a:pt x="43" y="250"/>
                  </a:cubicBezTo>
                  <a:cubicBezTo>
                    <a:pt x="40" y="248"/>
                    <a:pt x="34" y="244"/>
                    <a:pt x="30" y="243"/>
                  </a:cubicBezTo>
                  <a:cubicBezTo>
                    <a:pt x="28" y="242"/>
                    <a:pt x="23" y="240"/>
                    <a:pt x="20" y="240"/>
                  </a:cubicBezTo>
                  <a:cubicBezTo>
                    <a:pt x="18" y="239"/>
                    <a:pt x="13" y="237"/>
                    <a:pt x="11" y="236"/>
                  </a:cubicBezTo>
                  <a:cubicBezTo>
                    <a:pt x="9" y="235"/>
                    <a:pt x="5" y="232"/>
                    <a:pt x="3" y="231"/>
                  </a:cubicBezTo>
                  <a:cubicBezTo>
                    <a:pt x="3" y="230"/>
                    <a:pt x="2" y="227"/>
                    <a:pt x="1" y="226"/>
                  </a:cubicBezTo>
                  <a:cubicBezTo>
                    <a:pt x="1" y="224"/>
                    <a:pt x="0" y="222"/>
                    <a:pt x="1" y="221"/>
                  </a:cubicBezTo>
                  <a:cubicBezTo>
                    <a:pt x="1" y="220"/>
                    <a:pt x="2" y="217"/>
                    <a:pt x="3" y="216"/>
                  </a:cubicBezTo>
                  <a:cubicBezTo>
                    <a:pt x="4" y="214"/>
                    <a:pt x="7" y="211"/>
                    <a:pt x="9" y="209"/>
                  </a:cubicBezTo>
                  <a:cubicBezTo>
                    <a:pt x="11" y="204"/>
                    <a:pt x="15" y="193"/>
                    <a:pt x="17" y="188"/>
                  </a:cubicBezTo>
                  <a:cubicBezTo>
                    <a:pt x="19" y="184"/>
                    <a:pt x="24" y="175"/>
                    <a:pt x="24" y="170"/>
                  </a:cubicBezTo>
                  <a:cubicBezTo>
                    <a:pt x="24" y="169"/>
                    <a:pt x="23" y="167"/>
                    <a:pt x="23" y="166"/>
                  </a:cubicBezTo>
                  <a:cubicBezTo>
                    <a:pt x="23" y="164"/>
                    <a:pt x="23" y="161"/>
                    <a:pt x="23" y="160"/>
                  </a:cubicBezTo>
                  <a:cubicBezTo>
                    <a:pt x="24" y="157"/>
                    <a:pt x="27" y="151"/>
                    <a:pt x="29" y="148"/>
                  </a:cubicBezTo>
                  <a:cubicBezTo>
                    <a:pt x="30" y="145"/>
                    <a:pt x="34" y="137"/>
                    <a:pt x="35" y="134"/>
                  </a:cubicBezTo>
                  <a:cubicBezTo>
                    <a:pt x="37" y="128"/>
                    <a:pt x="39" y="116"/>
                    <a:pt x="41" y="111"/>
                  </a:cubicBezTo>
                  <a:cubicBezTo>
                    <a:pt x="42" y="106"/>
                    <a:pt x="46" y="96"/>
                    <a:pt x="46" y="90"/>
                  </a:cubicBezTo>
                  <a:cubicBezTo>
                    <a:pt x="46" y="89"/>
                    <a:pt x="46" y="87"/>
                    <a:pt x="46" y="85"/>
                  </a:cubicBezTo>
                  <a:cubicBezTo>
                    <a:pt x="49" y="83"/>
                    <a:pt x="53" y="81"/>
                    <a:pt x="55" y="80"/>
                  </a:cubicBezTo>
                  <a:cubicBezTo>
                    <a:pt x="58" y="77"/>
                    <a:pt x="62" y="69"/>
                    <a:pt x="64" y="65"/>
                  </a:cubicBezTo>
                  <a:cubicBezTo>
                    <a:pt x="65" y="63"/>
                    <a:pt x="67" y="58"/>
                    <a:pt x="68" y="56"/>
                  </a:cubicBezTo>
                  <a:cubicBezTo>
                    <a:pt x="70" y="54"/>
                    <a:pt x="76" y="52"/>
                    <a:pt x="79" y="51"/>
                  </a:cubicBezTo>
                  <a:cubicBezTo>
                    <a:pt x="82" y="50"/>
                    <a:pt x="90" y="50"/>
                    <a:pt x="94" y="51"/>
                  </a:cubicBezTo>
                  <a:cubicBezTo>
                    <a:pt x="98" y="52"/>
                    <a:pt x="104" y="58"/>
                    <a:pt x="108" y="59"/>
                  </a:cubicBezTo>
                  <a:cubicBezTo>
                    <a:pt x="112" y="60"/>
                    <a:pt x="120" y="60"/>
                    <a:pt x="125" y="60"/>
                  </a:cubicBezTo>
                  <a:cubicBezTo>
                    <a:pt x="128" y="60"/>
                    <a:pt x="136" y="61"/>
                    <a:pt x="140" y="62"/>
                  </a:cubicBezTo>
                  <a:cubicBezTo>
                    <a:pt x="143" y="63"/>
                    <a:pt x="148" y="66"/>
                    <a:pt x="150" y="68"/>
                  </a:cubicBezTo>
                  <a:cubicBezTo>
                    <a:pt x="153" y="69"/>
                    <a:pt x="157" y="73"/>
                    <a:pt x="160" y="74"/>
                  </a:cubicBezTo>
                  <a:cubicBezTo>
                    <a:pt x="162" y="76"/>
                    <a:pt x="167" y="79"/>
                    <a:pt x="170" y="80"/>
                  </a:cubicBezTo>
                  <a:cubicBezTo>
                    <a:pt x="172" y="80"/>
                    <a:pt x="177" y="81"/>
                    <a:pt x="179" y="82"/>
                  </a:cubicBezTo>
                  <a:cubicBezTo>
                    <a:pt x="181" y="83"/>
                    <a:pt x="184" y="87"/>
                    <a:pt x="186" y="88"/>
                  </a:cubicBezTo>
                  <a:cubicBezTo>
                    <a:pt x="187" y="89"/>
                    <a:pt x="191" y="89"/>
                    <a:pt x="193" y="89"/>
                  </a:cubicBezTo>
                  <a:cubicBezTo>
                    <a:pt x="195" y="89"/>
                    <a:pt x="199" y="87"/>
                    <a:pt x="201" y="85"/>
                  </a:cubicBezTo>
                  <a:cubicBezTo>
                    <a:pt x="202" y="84"/>
                    <a:pt x="202" y="78"/>
                    <a:pt x="203" y="77"/>
                  </a:cubicBezTo>
                  <a:cubicBezTo>
                    <a:pt x="204" y="75"/>
                    <a:pt x="210" y="73"/>
                    <a:pt x="211" y="71"/>
                  </a:cubicBezTo>
                  <a:cubicBezTo>
                    <a:pt x="212" y="69"/>
                    <a:pt x="212" y="62"/>
                    <a:pt x="211" y="60"/>
                  </a:cubicBezTo>
                  <a:cubicBezTo>
                    <a:pt x="210" y="58"/>
                    <a:pt x="207" y="55"/>
                    <a:pt x="205" y="53"/>
                  </a:cubicBezTo>
                  <a:cubicBezTo>
                    <a:pt x="204" y="51"/>
                    <a:pt x="201" y="48"/>
                    <a:pt x="201" y="46"/>
                  </a:cubicBezTo>
                  <a:cubicBezTo>
                    <a:pt x="200" y="45"/>
                    <a:pt x="201" y="40"/>
                    <a:pt x="203" y="39"/>
                  </a:cubicBezTo>
                  <a:cubicBezTo>
                    <a:pt x="205" y="37"/>
                    <a:pt x="210" y="36"/>
                    <a:pt x="213" y="35"/>
                  </a:cubicBezTo>
                  <a:cubicBezTo>
                    <a:pt x="214" y="35"/>
                    <a:pt x="215" y="36"/>
                    <a:pt x="216" y="36"/>
                  </a:cubicBezTo>
                  <a:cubicBezTo>
                    <a:pt x="220" y="37"/>
                    <a:pt x="228" y="38"/>
                    <a:pt x="232" y="39"/>
                  </a:cubicBezTo>
                  <a:cubicBezTo>
                    <a:pt x="235" y="39"/>
                    <a:pt x="241" y="39"/>
                    <a:pt x="243" y="39"/>
                  </a:cubicBezTo>
                  <a:cubicBezTo>
                    <a:pt x="248" y="39"/>
                    <a:pt x="258" y="39"/>
                    <a:pt x="262" y="41"/>
                  </a:cubicBezTo>
                  <a:cubicBezTo>
                    <a:pt x="264" y="42"/>
                    <a:pt x="267" y="46"/>
                    <a:pt x="267" y="48"/>
                  </a:cubicBezTo>
                  <a:cubicBezTo>
                    <a:pt x="267" y="49"/>
                    <a:pt x="264" y="51"/>
                    <a:pt x="264" y="53"/>
                  </a:cubicBezTo>
                  <a:cubicBezTo>
                    <a:pt x="263" y="55"/>
                    <a:pt x="264" y="60"/>
                    <a:pt x="265" y="62"/>
                  </a:cubicBezTo>
                  <a:cubicBezTo>
                    <a:pt x="266" y="64"/>
                    <a:pt x="270" y="69"/>
                    <a:pt x="273" y="70"/>
                  </a:cubicBezTo>
                  <a:cubicBezTo>
                    <a:pt x="275" y="71"/>
                    <a:pt x="280" y="71"/>
                    <a:pt x="283" y="71"/>
                  </a:cubicBezTo>
                  <a:cubicBezTo>
                    <a:pt x="285" y="70"/>
                    <a:pt x="291" y="69"/>
                    <a:pt x="293" y="67"/>
                  </a:cubicBezTo>
                  <a:cubicBezTo>
                    <a:pt x="297" y="64"/>
                    <a:pt x="303" y="56"/>
                    <a:pt x="306" y="52"/>
                  </a:cubicBezTo>
                  <a:cubicBezTo>
                    <a:pt x="308" y="49"/>
                    <a:pt x="311" y="41"/>
                    <a:pt x="313" y="39"/>
                  </a:cubicBezTo>
                  <a:cubicBezTo>
                    <a:pt x="314" y="37"/>
                    <a:pt x="318" y="36"/>
                    <a:pt x="318" y="34"/>
                  </a:cubicBezTo>
                  <a:cubicBezTo>
                    <a:pt x="320" y="31"/>
                    <a:pt x="318" y="24"/>
                    <a:pt x="320" y="22"/>
                  </a:cubicBezTo>
                  <a:cubicBezTo>
                    <a:pt x="321" y="19"/>
                    <a:pt x="326" y="18"/>
                    <a:pt x="327" y="16"/>
                  </a:cubicBezTo>
                  <a:cubicBezTo>
                    <a:pt x="328" y="15"/>
                    <a:pt x="329" y="11"/>
                    <a:pt x="330" y="10"/>
                  </a:cubicBezTo>
                  <a:cubicBezTo>
                    <a:pt x="332" y="8"/>
                    <a:pt x="337" y="7"/>
                    <a:pt x="339" y="5"/>
                  </a:cubicBezTo>
                  <a:cubicBezTo>
                    <a:pt x="341" y="4"/>
                    <a:pt x="343" y="1"/>
                    <a:pt x="344" y="1"/>
                  </a:cubicBezTo>
                  <a:cubicBezTo>
                    <a:pt x="346" y="0"/>
                    <a:pt x="350" y="0"/>
                    <a:pt x="352" y="1"/>
                  </a:cubicBezTo>
                  <a:cubicBezTo>
                    <a:pt x="355" y="1"/>
                    <a:pt x="361" y="1"/>
                    <a:pt x="363" y="2"/>
                  </a:cubicBezTo>
                  <a:cubicBezTo>
                    <a:pt x="366" y="4"/>
                    <a:pt x="368" y="9"/>
                    <a:pt x="368" y="11"/>
                  </a:cubicBezTo>
                  <a:cubicBezTo>
                    <a:pt x="369" y="14"/>
                    <a:pt x="368" y="20"/>
                    <a:pt x="369" y="23"/>
                  </a:cubicBezTo>
                  <a:cubicBezTo>
                    <a:pt x="370" y="25"/>
                    <a:pt x="374" y="29"/>
                    <a:pt x="376" y="31"/>
                  </a:cubicBezTo>
                  <a:cubicBezTo>
                    <a:pt x="379" y="33"/>
                    <a:pt x="385" y="36"/>
                    <a:pt x="389" y="37"/>
                  </a:cubicBezTo>
                  <a:cubicBezTo>
                    <a:pt x="392" y="38"/>
                    <a:pt x="399" y="41"/>
                    <a:pt x="403" y="40"/>
                  </a:cubicBezTo>
                  <a:cubicBezTo>
                    <a:pt x="406" y="40"/>
                    <a:pt x="411" y="37"/>
                    <a:pt x="414" y="36"/>
                  </a:cubicBezTo>
                  <a:cubicBezTo>
                    <a:pt x="414" y="36"/>
                    <a:pt x="415" y="36"/>
                    <a:pt x="416" y="36"/>
                  </a:cubicBezTo>
                  <a:cubicBezTo>
                    <a:pt x="416" y="38"/>
                    <a:pt x="415" y="39"/>
                    <a:pt x="415" y="40"/>
                  </a:cubicBezTo>
                  <a:cubicBezTo>
                    <a:pt x="415" y="42"/>
                    <a:pt x="414" y="47"/>
                    <a:pt x="414" y="49"/>
                  </a:cubicBezTo>
                  <a:cubicBezTo>
                    <a:pt x="414" y="52"/>
                    <a:pt x="415" y="73"/>
                    <a:pt x="416" y="75"/>
                  </a:cubicBezTo>
                  <a:cubicBezTo>
                    <a:pt x="417" y="80"/>
                    <a:pt x="420" y="88"/>
                    <a:pt x="423" y="92"/>
                  </a:cubicBezTo>
                  <a:cubicBezTo>
                    <a:pt x="425" y="95"/>
                    <a:pt x="430" y="100"/>
                    <a:pt x="432" y="103"/>
                  </a:cubicBezTo>
                  <a:cubicBezTo>
                    <a:pt x="433" y="105"/>
                    <a:pt x="435" y="111"/>
                    <a:pt x="436" y="114"/>
                  </a:cubicBezTo>
                  <a:cubicBezTo>
                    <a:pt x="436" y="116"/>
                    <a:pt x="438" y="121"/>
                    <a:pt x="438" y="123"/>
                  </a:cubicBezTo>
                  <a:cubicBezTo>
                    <a:pt x="439" y="128"/>
                    <a:pt x="439" y="138"/>
                    <a:pt x="439" y="143"/>
                  </a:cubicBezTo>
                  <a:cubicBezTo>
                    <a:pt x="438" y="147"/>
                    <a:pt x="437" y="156"/>
                    <a:pt x="437" y="161"/>
                  </a:cubicBezTo>
                  <a:cubicBezTo>
                    <a:pt x="437" y="165"/>
                    <a:pt x="436" y="173"/>
                    <a:pt x="437" y="178"/>
                  </a:cubicBezTo>
                  <a:cubicBezTo>
                    <a:pt x="437" y="181"/>
                    <a:pt x="439" y="187"/>
                    <a:pt x="440" y="190"/>
                  </a:cubicBezTo>
                  <a:cubicBezTo>
                    <a:pt x="442" y="193"/>
                    <a:pt x="447" y="198"/>
                    <a:pt x="449" y="201"/>
                  </a:cubicBezTo>
                  <a:cubicBezTo>
                    <a:pt x="453" y="205"/>
                    <a:pt x="460" y="212"/>
                    <a:pt x="464" y="215"/>
                  </a:cubicBezTo>
                  <a:cubicBezTo>
                    <a:pt x="466" y="217"/>
                    <a:pt x="470" y="220"/>
                    <a:pt x="473" y="221"/>
                  </a:cubicBezTo>
                  <a:cubicBezTo>
                    <a:pt x="475" y="222"/>
                    <a:pt x="480" y="223"/>
                    <a:pt x="483" y="224"/>
                  </a:cubicBezTo>
                  <a:cubicBezTo>
                    <a:pt x="485" y="225"/>
                    <a:pt x="488" y="226"/>
                    <a:pt x="490" y="227"/>
                  </a:cubicBezTo>
                  <a:cubicBezTo>
                    <a:pt x="491" y="229"/>
                    <a:pt x="495" y="231"/>
                    <a:pt x="496" y="233"/>
                  </a:cubicBezTo>
                  <a:cubicBezTo>
                    <a:pt x="497" y="235"/>
                    <a:pt x="497" y="240"/>
                    <a:pt x="496" y="242"/>
                  </a:cubicBezTo>
                  <a:cubicBezTo>
                    <a:pt x="496" y="245"/>
                    <a:pt x="493" y="250"/>
                    <a:pt x="493" y="253"/>
                  </a:cubicBezTo>
                  <a:cubicBezTo>
                    <a:pt x="492" y="254"/>
                    <a:pt x="492" y="258"/>
                    <a:pt x="492" y="259"/>
                  </a:cubicBezTo>
                  <a:cubicBezTo>
                    <a:pt x="493" y="261"/>
                    <a:pt x="495" y="263"/>
                    <a:pt x="495" y="2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6" name="Freeform 102"/>
            <p:cNvSpPr>
              <a:spLocks/>
            </p:cNvSpPr>
            <p:nvPr/>
          </p:nvSpPr>
          <p:spPr bwMode="auto">
            <a:xfrm>
              <a:off x="6581776" y="2608263"/>
              <a:ext cx="22225" cy="14288"/>
            </a:xfrm>
            <a:custGeom>
              <a:avLst/>
              <a:gdLst/>
              <a:ahLst/>
              <a:cxnLst>
                <a:cxn ang="0">
                  <a:pos x="13" y="6"/>
                </a:cxn>
                <a:cxn ang="0">
                  <a:pos x="9" y="9"/>
                </a:cxn>
                <a:cxn ang="0">
                  <a:pos x="6" y="8"/>
                </a:cxn>
                <a:cxn ang="0">
                  <a:pos x="2" y="6"/>
                </a:cxn>
                <a:cxn ang="0">
                  <a:pos x="1" y="2"/>
                </a:cxn>
                <a:cxn ang="0">
                  <a:pos x="5" y="0"/>
                </a:cxn>
                <a:cxn ang="0">
                  <a:pos x="7" y="2"/>
                </a:cxn>
                <a:cxn ang="0">
                  <a:pos x="10" y="2"/>
                </a:cxn>
                <a:cxn ang="0">
                  <a:pos x="13" y="4"/>
                </a:cxn>
                <a:cxn ang="0">
                  <a:pos x="13" y="6"/>
                </a:cxn>
              </a:cxnLst>
              <a:rect l="0" t="0" r="r" b="b"/>
              <a:pathLst>
                <a:path w="14" h="9">
                  <a:moveTo>
                    <a:pt x="13" y="6"/>
                  </a:moveTo>
                  <a:cubicBezTo>
                    <a:pt x="13" y="7"/>
                    <a:pt x="10" y="8"/>
                    <a:pt x="9" y="9"/>
                  </a:cubicBezTo>
                  <a:cubicBezTo>
                    <a:pt x="8" y="9"/>
                    <a:pt x="6" y="8"/>
                    <a:pt x="6" y="8"/>
                  </a:cubicBezTo>
                  <a:cubicBezTo>
                    <a:pt x="5" y="7"/>
                    <a:pt x="2" y="7"/>
                    <a:pt x="2" y="6"/>
                  </a:cubicBezTo>
                  <a:cubicBezTo>
                    <a:pt x="1" y="5"/>
                    <a:pt x="0" y="3"/>
                    <a:pt x="1" y="2"/>
                  </a:cubicBezTo>
                  <a:cubicBezTo>
                    <a:pt x="1" y="1"/>
                    <a:pt x="4" y="0"/>
                    <a:pt x="5" y="0"/>
                  </a:cubicBezTo>
                  <a:cubicBezTo>
                    <a:pt x="6" y="0"/>
                    <a:pt x="6" y="2"/>
                    <a:pt x="7" y="2"/>
                  </a:cubicBezTo>
                  <a:cubicBezTo>
                    <a:pt x="8" y="2"/>
                    <a:pt x="10" y="2"/>
                    <a:pt x="10" y="2"/>
                  </a:cubicBezTo>
                  <a:cubicBezTo>
                    <a:pt x="11" y="3"/>
                    <a:pt x="12" y="4"/>
                    <a:pt x="13" y="4"/>
                  </a:cubicBezTo>
                  <a:cubicBezTo>
                    <a:pt x="13" y="5"/>
                    <a:pt x="14" y="6"/>
                    <a:pt x="13"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7" name="Freeform 103"/>
            <p:cNvSpPr>
              <a:spLocks/>
            </p:cNvSpPr>
            <p:nvPr/>
          </p:nvSpPr>
          <p:spPr bwMode="auto">
            <a:xfrm>
              <a:off x="6624638" y="2616201"/>
              <a:ext cx="33338" cy="19050"/>
            </a:xfrm>
            <a:custGeom>
              <a:avLst/>
              <a:gdLst/>
              <a:ahLst/>
              <a:cxnLst>
                <a:cxn ang="0">
                  <a:pos x="7" y="10"/>
                </a:cxn>
                <a:cxn ang="0">
                  <a:pos x="5" y="7"/>
                </a:cxn>
                <a:cxn ang="0">
                  <a:pos x="2" y="5"/>
                </a:cxn>
                <a:cxn ang="0">
                  <a:pos x="1" y="1"/>
                </a:cxn>
                <a:cxn ang="0">
                  <a:pos x="5" y="0"/>
                </a:cxn>
                <a:cxn ang="0">
                  <a:pos x="10" y="1"/>
                </a:cxn>
                <a:cxn ang="0">
                  <a:pos x="13" y="4"/>
                </a:cxn>
                <a:cxn ang="0">
                  <a:pos x="18" y="4"/>
                </a:cxn>
                <a:cxn ang="0">
                  <a:pos x="22" y="6"/>
                </a:cxn>
                <a:cxn ang="0">
                  <a:pos x="20" y="10"/>
                </a:cxn>
                <a:cxn ang="0">
                  <a:pos x="16" y="11"/>
                </a:cxn>
                <a:cxn ang="0">
                  <a:pos x="11" y="12"/>
                </a:cxn>
                <a:cxn ang="0">
                  <a:pos x="7" y="10"/>
                </a:cxn>
              </a:cxnLst>
              <a:rect l="0" t="0" r="r" b="b"/>
              <a:pathLst>
                <a:path w="22" h="12">
                  <a:moveTo>
                    <a:pt x="7" y="10"/>
                  </a:moveTo>
                  <a:cubicBezTo>
                    <a:pt x="6" y="9"/>
                    <a:pt x="6" y="7"/>
                    <a:pt x="5" y="7"/>
                  </a:cubicBezTo>
                  <a:cubicBezTo>
                    <a:pt x="4" y="6"/>
                    <a:pt x="2" y="6"/>
                    <a:pt x="2" y="5"/>
                  </a:cubicBezTo>
                  <a:cubicBezTo>
                    <a:pt x="1" y="4"/>
                    <a:pt x="0" y="2"/>
                    <a:pt x="1" y="1"/>
                  </a:cubicBezTo>
                  <a:cubicBezTo>
                    <a:pt x="1" y="0"/>
                    <a:pt x="4" y="0"/>
                    <a:pt x="5" y="0"/>
                  </a:cubicBezTo>
                  <a:cubicBezTo>
                    <a:pt x="6" y="0"/>
                    <a:pt x="9" y="1"/>
                    <a:pt x="10" y="1"/>
                  </a:cubicBezTo>
                  <a:cubicBezTo>
                    <a:pt x="11" y="2"/>
                    <a:pt x="12" y="4"/>
                    <a:pt x="13" y="4"/>
                  </a:cubicBezTo>
                  <a:cubicBezTo>
                    <a:pt x="14" y="5"/>
                    <a:pt x="17" y="4"/>
                    <a:pt x="18" y="4"/>
                  </a:cubicBezTo>
                  <a:cubicBezTo>
                    <a:pt x="19" y="4"/>
                    <a:pt x="21" y="5"/>
                    <a:pt x="22" y="6"/>
                  </a:cubicBezTo>
                  <a:cubicBezTo>
                    <a:pt x="22" y="7"/>
                    <a:pt x="21" y="9"/>
                    <a:pt x="20" y="10"/>
                  </a:cubicBezTo>
                  <a:cubicBezTo>
                    <a:pt x="19" y="11"/>
                    <a:pt x="17" y="11"/>
                    <a:pt x="16" y="11"/>
                  </a:cubicBezTo>
                  <a:cubicBezTo>
                    <a:pt x="14" y="12"/>
                    <a:pt x="12" y="12"/>
                    <a:pt x="11" y="12"/>
                  </a:cubicBezTo>
                  <a:cubicBezTo>
                    <a:pt x="9" y="12"/>
                    <a:pt x="7" y="11"/>
                    <a:pt x="7"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8" name="Freeform 104"/>
            <p:cNvSpPr>
              <a:spLocks/>
            </p:cNvSpPr>
            <p:nvPr/>
          </p:nvSpPr>
          <p:spPr bwMode="auto">
            <a:xfrm>
              <a:off x="6689726" y="2581276"/>
              <a:ext cx="107950" cy="247650"/>
            </a:xfrm>
            <a:custGeom>
              <a:avLst/>
              <a:gdLst/>
              <a:ahLst/>
              <a:cxnLst>
                <a:cxn ang="0">
                  <a:pos x="15" y="40"/>
                </a:cxn>
                <a:cxn ang="0">
                  <a:pos x="5" y="31"/>
                </a:cxn>
                <a:cxn ang="0">
                  <a:pos x="5" y="9"/>
                </a:cxn>
                <a:cxn ang="0">
                  <a:pos x="15" y="0"/>
                </a:cxn>
                <a:cxn ang="0">
                  <a:pos x="22" y="5"/>
                </a:cxn>
                <a:cxn ang="0">
                  <a:pos x="24" y="26"/>
                </a:cxn>
                <a:cxn ang="0">
                  <a:pos x="39" y="47"/>
                </a:cxn>
                <a:cxn ang="0">
                  <a:pos x="49" y="51"/>
                </a:cxn>
                <a:cxn ang="0">
                  <a:pos x="49" y="58"/>
                </a:cxn>
                <a:cxn ang="0">
                  <a:pos x="44" y="56"/>
                </a:cxn>
                <a:cxn ang="0">
                  <a:pos x="39" y="59"/>
                </a:cxn>
                <a:cxn ang="0">
                  <a:pos x="39" y="69"/>
                </a:cxn>
                <a:cxn ang="0">
                  <a:pos x="35" y="75"/>
                </a:cxn>
                <a:cxn ang="0">
                  <a:pos x="41" y="77"/>
                </a:cxn>
                <a:cxn ang="0">
                  <a:pos x="46" y="81"/>
                </a:cxn>
                <a:cxn ang="0">
                  <a:pos x="53" y="81"/>
                </a:cxn>
                <a:cxn ang="0">
                  <a:pos x="61" y="74"/>
                </a:cxn>
                <a:cxn ang="0">
                  <a:pos x="68" y="87"/>
                </a:cxn>
                <a:cxn ang="0">
                  <a:pos x="57" y="100"/>
                </a:cxn>
                <a:cxn ang="0">
                  <a:pos x="48" y="116"/>
                </a:cxn>
                <a:cxn ang="0">
                  <a:pos x="51" y="133"/>
                </a:cxn>
                <a:cxn ang="0">
                  <a:pos x="45" y="142"/>
                </a:cxn>
                <a:cxn ang="0">
                  <a:pos x="39" y="153"/>
                </a:cxn>
                <a:cxn ang="0">
                  <a:pos x="30" y="156"/>
                </a:cxn>
                <a:cxn ang="0">
                  <a:pos x="19" y="151"/>
                </a:cxn>
                <a:cxn ang="0">
                  <a:pos x="6" y="148"/>
                </a:cxn>
                <a:cxn ang="0">
                  <a:pos x="2" y="123"/>
                </a:cxn>
                <a:cxn ang="0">
                  <a:pos x="3" y="103"/>
                </a:cxn>
                <a:cxn ang="0">
                  <a:pos x="10" y="88"/>
                </a:cxn>
                <a:cxn ang="0">
                  <a:pos x="24" y="87"/>
                </a:cxn>
                <a:cxn ang="0">
                  <a:pos x="29" y="74"/>
                </a:cxn>
                <a:cxn ang="0">
                  <a:pos x="32" y="58"/>
                </a:cxn>
                <a:cxn ang="0">
                  <a:pos x="24" y="49"/>
                </a:cxn>
              </a:cxnLst>
              <a:rect l="0" t="0" r="r" b="b"/>
              <a:pathLst>
                <a:path w="69" h="158">
                  <a:moveTo>
                    <a:pt x="19" y="44"/>
                  </a:moveTo>
                  <a:cubicBezTo>
                    <a:pt x="18" y="43"/>
                    <a:pt x="16" y="41"/>
                    <a:pt x="15" y="40"/>
                  </a:cubicBezTo>
                  <a:cubicBezTo>
                    <a:pt x="14" y="40"/>
                    <a:pt x="11" y="40"/>
                    <a:pt x="10" y="39"/>
                  </a:cubicBezTo>
                  <a:cubicBezTo>
                    <a:pt x="8" y="38"/>
                    <a:pt x="6" y="33"/>
                    <a:pt x="5" y="31"/>
                  </a:cubicBezTo>
                  <a:cubicBezTo>
                    <a:pt x="4" y="29"/>
                    <a:pt x="3" y="24"/>
                    <a:pt x="3" y="21"/>
                  </a:cubicBezTo>
                  <a:cubicBezTo>
                    <a:pt x="3" y="18"/>
                    <a:pt x="4" y="12"/>
                    <a:pt x="5" y="9"/>
                  </a:cubicBezTo>
                  <a:cubicBezTo>
                    <a:pt x="6" y="7"/>
                    <a:pt x="8" y="3"/>
                    <a:pt x="10" y="1"/>
                  </a:cubicBezTo>
                  <a:cubicBezTo>
                    <a:pt x="11" y="1"/>
                    <a:pt x="14" y="0"/>
                    <a:pt x="15" y="0"/>
                  </a:cubicBezTo>
                  <a:cubicBezTo>
                    <a:pt x="17" y="0"/>
                    <a:pt x="20" y="0"/>
                    <a:pt x="21" y="1"/>
                  </a:cubicBezTo>
                  <a:cubicBezTo>
                    <a:pt x="22" y="2"/>
                    <a:pt x="22" y="4"/>
                    <a:pt x="22" y="5"/>
                  </a:cubicBezTo>
                  <a:cubicBezTo>
                    <a:pt x="22" y="8"/>
                    <a:pt x="22" y="13"/>
                    <a:pt x="22" y="15"/>
                  </a:cubicBezTo>
                  <a:cubicBezTo>
                    <a:pt x="22" y="18"/>
                    <a:pt x="23" y="23"/>
                    <a:pt x="24" y="26"/>
                  </a:cubicBezTo>
                  <a:cubicBezTo>
                    <a:pt x="26" y="29"/>
                    <a:pt x="29" y="34"/>
                    <a:pt x="31" y="37"/>
                  </a:cubicBezTo>
                  <a:cubicBezTo>
                    <a:pt x="32" y="40"/>
                    <a:pt x="36" y="45"/>
                    <a:pt x="39" y="47"/>
                  </a:cubicBezTo>
                  <a:cubicBezTo>
                    <a:pt x="40" y="48"/>
                    <a:pt x="44" y="49"/>
                    <a:pt x="46" y="49"/>
                  </a:cubicBezTo>
                  <a:cubicBezTo>
                    <a:pt x="47" y="50"/>
                    <a:pt x="49" y="50"/>
                    <a:pt x="49" y="51"/>
                  </a:cubicBezTo>
                  <a:cubicBezTo>
                    <a:pt x="50" y="51"/>
                    <a:pt x="50" y="53"/>
                    <a:pt x="50" y="54"/>
                  </a:cubicBezTo>
                  <a:cubicBezTo>
                    <a:pt x="50" y="55"/>
                    <a:pt x="50" y="57"/>
                    <a:pt x="49" y="58"/>
                  </a:cubicBezTo>
                  <a:cubicBezTo>
                    <a:pt x="48" y="58"/>
                    <a:pt x="47" y="58"/>
                    <a:pt x="46" y="57"/>
                  </a:cubicBezTo>
                  <a:cubicBezTo>
                    <a:pt x="45" y="57"/>
                    <a:pt x="45" y="56"/>
                    <a:pt x="44" y="56"/>
                  </a:cubicBezTo>
                  <a:cubicBezTo>
                    <a:pt x="43" y="56"/>
                    <a:pt x="41" y="56"/>
                    <a:pt x="41" y="56"/>
                  </a:cubicBezTo>
                  <a:cubicBezTo>
                    <a:pt x="40" y="57"/>
                    <a:pt x="39" y="58"/>
                    <a:pt x="39" y="59"/>
                  </a:cubicBezTo>
                  <a:cubicBezTo>
                    <a:pt x="38" y="60"/>
                    <a:pt x="39" y="62"/>
                    <a:pt x="39" y="63"/>
                  </a:cubicBezTo>
                  <a:cubicBezTo>
                    <a:pt x="40" y="65"/>
                    <a:pt x="40" y="68"/>
                    <a:pt x="39" y="69"/>
                  </a:cubicBezTo>
                  <a:cubicBezTo>
                    <a:pt x="39" y="70"/>
                    <a:pt x="37" y="71"/>
                    <a:pt x="37" y="72"/>
                  </a:cubicBezTo>
                  <a:cubicBezTo>
                    <a:pt x="36" y="73"/>
                    <a:pt x="35" y="74"/>
                    <a:pt x="35" y="75"/>
                  </a:cubicBezTo>
                  <a:cubicBezTo>
                    <a:pt x="35" y="76"/>
                    <a:pt x="36" y="77"/>
                    <a:pt x="37" y="77"/>
                  </a:cubicBezTo>
                  <a:cubicBezTo>
                    <a:pt x="38" y="78"/>
                    <a:pt x="40" y="77"/>
                    <a:pt x="41" y="77"/>
                  </a:cubicBezTo>
                  <a:cubicBezTo>
                    <a:pt x="42" y="77"/>
                    <a:pt x="44" y="78"/>
                    <a:pt x="44" y="78"/>
                  </a:cubicBezTo>
                  <a:cubicBezTo>
                    <a:pt x="45" y="79"/>
                    <a:pt x="46" y="80"/>
                    <a:pt x="46" y="81"/>
                  </a:cubicBezTo>
                  <a:cubicBezTo>
                    <a:pt x="47" y="81"/>
                    <a:pt x="48" y="81"/>
                    <a:pt x="49" y="81"/>
                  </a:cubicBezTo>
                  <a:cubicBezTo>
                    <a:pt x="50" y="81"/>
                    <a:pt x="52" y="81"/>
                    <a:pt x="53" y="81"/>
                  </a:cubicBezTo>
                  <a:cubicBezTo>
                    <a:pt x="54" y="80"/>
                    <a:pt x="55" y="77"/>
                    <a:pt x="56" y="77"/>
                  </a:cubicBezTo>
                  <a:cubicBezTo>
                    <a:pt x="57" y="76"/>
                    <a:pt x="60" y="74"/>
                    <a:pt x="61" y="74"/>
                  </a:cubicBezTo>
                  <a:cubicBezTo>
                    <a:pt x="63" y="74"/>
                    <a:pt x="67" y="76"/>
                    <a:pt x="68" y="77"/>
                  </a:cubicBezTo>
                  <a:cubicBezTo>
                    <a:pt x="69" y="79"/>
                    <a:pt x="69" y="85"/>
                    <a:pt x="68" y="87"/>
                  </a:cubicBezTo>
                  <a:cubicBezTo>
                    <a:pt x="67" y="89"/>
                    <a:pt x="65" y="93"/>
                    <a:pt x="63" y="94"/>
                  </a:cubicBezTo>
                  <a:cubicBezTo>
                    <a:pt x="62" y="96"/>
                    <a:pt x="58" y="99"/>
                    <a:pt x="57" y="100"/>
                  </a:cubicBezTo>
                  <a:cubicBezTo>
                    <a:pt x="55" y="102"/>
                    <a:pt x="52" y="106"/>
                    <a:pt x="51" y="108"/>
                  </a:cubicBezTo>
                  <a:cubicBezTo>
                    <a:pt x="50" y="110"/>
                    <a:pt x="48" y="114"/>
                    <a:pt x="48" y="116"/>
                  </a:cubicBezTo>
                  <a:cubicBezTo>
                    <a:pt x="48" y="118"/>
                    <a:pt x="49" y="123"/>
                    <a:pt x="50" y="126"/>
                  </a:cubicBezTo>
                  <a:cubicBezTo>
                    <a:pt x="50" y="128"/>
                    <a:pt x="51" y="132"/>
                    <a:pt x="51" y="133"/>
                  </a:cubicBezTo>
                  <a:cubicBezTo>
                    <a:pt x="50" y="135"/>
                    <a:pt x="47" y="136"/>
                    <a:pt x="47" y="137"/>
                  </a:cubicBezTo>
                  <a:cubicBezTo>
                    <a:pt x="46" y="138"/>
                    <a:pt x="46" y="141"/>
                    <a:pt x="45" y="142"/>
                  </a:cubicBezTo>
                  <a:cubicBezTo>
                    <a:pt x="44" y="143"/>
                    <a:pt x="42" y="144"/>
                    <a:pt x="41" y="146"/>
                  </a:cubicBezTo>
                  <a:cubicBezTo>
                    <a:pt x="40" y="147"/>
                    <a:pt x="39" y="151"/>
                    <a:pt x="39" y="153"/>
                  </a:cubicBezTo>
                  <a:cubicBezTo>
                    <a:pt x="38" y="154"/>
                    <a:pt x="37" y="157"/>
                    <a:pt x="36" y="157"/>
                  </a:cubicBezTo>
                  <a:cubicBezTo>
                    <a:pt x="34" y="158"/>
                    <a:pt x="31" y="156"/>
                    <a:pt x="30" y="156"/>
                  </a:cubicBezTo>
                  <a:cubicBezTo>
                    <a:pt x="29" y="155"/>
                    <a:pt x="26" y="152"/>
                    <a:pt x="25" y="151"/>
                  </a:cubicBezTo>
                  <a:cubicBezTo>
                    <a:pt x="23" y="151"/>
                    <a:pt x="20" y="151"/>
                    <a:pt x="19" y="151"/>
                  </a:cubicBezTo>
                  <a:cubicBezTo>
                    <a:pt x="17" y="152"/>
                    <a:pt x="14" y="152"/>
                    <a:pt x="12" y="151"/>
                  </a:cubicBezTo>
                  <a:cubicBezTo>
                    <a:pt x="10" y="151"/>
                    <a:pt x="7" y="149"/>
                    <a:pt x="6" y="148"/>
                  </a:cubicBezTo>
                  <a:cubicBezTo>
                    <a:pt x="5" y="146"/>
                    <a:pt x="5" y="141"/>
                    <a:pt x="4" y="138"/>
                  </a:cubicBezTo>
                  <a:cubicBezTo>
                    <a:pt x="4" y="134"/>
                    <a:pt x="3" y="127"/>
                    <a:pt x="2" y="123"/>
                  </a:cubicBezTo>
                  <a:cubicBezTo>
                    <a:pt x="2" y="121"/>
                    <a:pt x="0" y="116"/>
                    <a:pt x="0" y="114"/>
                  </a:cubicBezTo>
                  <a:cubicBezTo>
                    <a:pt x="0" y="111"/>
                    <a:pt x="2" y="106"/>
                    <a:pt x="3" y="103"/>
                  </a:cubicBezTo>
                  <a:cubicBezTo>
                    <a:pt x="4" y="101"/>
                    <a:pt x="4" y="95"/>
                    <a:pt x="6" y="93"/>
                  </a:cubicBezTo>
                  <a:cubicBezTo>
                    <a:pt x="6" y="91"/>
                    <a:pt x="9" y="89"/>
                    <a:pt x="10" y="88"/>
                  </a:cubicBezTo>
                  <a:cubicBezTo>
                    <a:pt x="11" y="88"/>
                    <a:pt x="14" y="88"/>
                    <a:pt x="16" y="88"/>
                  </a:cubicBezTo>
                  <a:cubicBezTo>
                    <a:pt x="18" y="88"/>
                    <a:pt x="22" y="88"/>
                    <a:pt x="24" y="87"/>
                  </a:cubicBezTo>
                  <a:cubicBezTo>
                    <a:pt x="25" y="86"/>
                    <a:pt x="25" y="84"/>
                    <a:pt x="26" y="83"/>
                  </a:cubicBezTo>
                  <a:cubicBezTo>
                    <a:pt x="27" y="81"/>
                    <a:pt x="28" y="76"/>
                    <a:pt x="29" y="74"/>
                  </a:cubicBezTo>
                  <a:cubicBezTo>
                    <a:pt x="29" y="71"/>
                    <a:pt x="30" y="67"/>
                    <a:pt x="31" y="65"/>
                  </a:cubicBezTo>
                  <a:cubicBezTo>
                    <a:pt x="31" y="63"/>
                    <a:pt x="32" y="60"/>
                    <a:pt x="32" y="58"/>
                  </a:cubicBezTo>
                  <a:cubicBezTo>
                    <a:pt x="31" y="57"/>
                    <a:pt x="30" y="53"/>
                    <a:pt x="29" y="52"/>
                  </a:cubicBezTo>
                  <a:cubicBezTo>
                    <a:pt x="28" y="51"/>
                    <a:pt x="25" y="50"/>
                    <a:pt x="24" y="49"/>
                  </a:cubicBezTo>
                  <a:cubicBezTo>
                    <a:pt x="23" y="48"/>
                    <a:pt x="20" y="45"/>
                    <a:pt x="19" y="4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9" name="Freeform 105"/>
            <p:cNvSpPr>
              <a:spLocks/>
            </p:cNvSpPr>
            <p:nvPr/>
          </p:nvSpPr>
          <p:spPr bwMode="auto">
            <a:xfrm>
              <a:off x="6831013" y="2625726"/>
              <a:ext cx="17463" cy="12700"/>
            </a:xfrm>
            <a:custGeom>
              <a:avLst/>
              <a:gdLst/>
              <a:ahLst/>
              <a:cxnLst>
                <a:cxn ang="0">
                  <a:pos x="10" y="7"/>
                </a:cxn>
                <a:cxn ang="0">
                  <a:pos x="7" y="8"/>
                </a:cxn>
                <a:cxn ang="0">
                  <a:pos x="2" y="6"/>
                </a:cxn>
                <a:cxn ang="0">
                  <a:pos x="1" y="2"/>
                </a:cxn>
                <a:cxn ang="0">
                  <a:pos x="4" y="1"/>
                </a:cxn>
                <a:cxn ang="0">
                  <a:pos x="8" y="2"/>
                </a:cxn>
                <a:cxn ang="0">
                  <a:pos x="11" y="4"/>
                </a:cxn>
                <a:cxn ang="0">
                  <a:pos x="10" y="7"/>
                </a:cxn>
              </a:cxnLst>
              <a:rect l="0" t="0" r="r" b="b"/>
              <a:pathLst>
                <a:path w="11" h="8">
                  <a:moveTo>
                    <a:pt x="10" y="7"/>
                  </a:moveTo>
                  <a:cubicBezTo>
                    <a:pt x="10" y="8"/>
                    <a:pt x="8" y="8"/>
                    <a:pt x="7" y="8"/>
                  </a:cubicBezTo>
                  <a:cubicBezTo>
                    <a:pt x="5" y="8"/>
                    <a:pt x="3" y="7"/>
                    <a:pt x="2" y="6"/>
                  </a:cubicBezTo>
                  <a:cubicBezTo>
                    <a:pt x="2" y="5"/>
                    <a:pt x="0" y="3"/>
                    <a:pt x="1" y="2"/>
                  </a:cubicBezTo>
                  <a:cubicBezTo>
                    <a:pt x="1" y="1"/>
                    <a:pt x="3" y="0"/>
                    <a:pt x="4" y="1"/>
                  </a:cubicBezTo>
                  <a:cubicBezTo>
                    <a:pt x="5" y="1"/>
                    <a:pt x="7" y="2"/>
                    <a:pt x="8" y="2"/>
                  </a:cubicBezTo>
                  <a:cubicBezTo>
                    <a:pt x="9" y="3"/>
                    <a:pt x="11" y="3"/>
                    <a:pt x="11" y="4"/>
                  </a:cubicBezTo>
                  <a:cubicBezTo>
                    <a:pt x="11" y="5"/>
                    <a:pt x="11" y="6"/>
                    <a:pt x="10"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0" name="Freeform 106"/>
            <p:cNvSpPr>
              <a:spLocks/>
            </p:cNvSpPr>
            <p:nvPr/>
          </p:nvSpPr>
          <p:spPr bwMode="auto">
            <a:xfrm>
              <a:off x="6848476" y="2640013"/>
              <a:ext cx="14288" cy="11113"/>
            </a:xfrm>
            <a:custGeom>
              <a:avLst/>
              <a:gdLst/>
              <a:ahLst/>
              <a:cxnLst>
                <a:cxn ang="0">
                  <a:pos x="9" y="5"/>
                </a:cxn>
                <a:cxn ang="0">
                  <a:pos x="5" y="7"/>
                </a:cxn>
                <a:cxn ang="0">
                  <a:pos x="0" y="6"/>
                </a:cxn>
                <a:cxn ang="0">
                  <a:pos x="2" y="3"/>
                </a:cxn>
                <a:cxn ang="0">
                  <a:pos x="6" y="1"/>
                </a:cxn>
                <a:cxn ang="0">
                  <a:pos x="8" y="1"/>
                </a:cxn>
                <a:cxn ang="0">
                  <a:pos x="9" y="5"/>
                </a:cxn>
              </a:cxnLst>
              <a:rect l="0" t="0" r="r" b="b"/>
              <a:pathLst>
                <a:path w="9" h="7">
                  <a:moveTo>
                    <a:pt x="9" y="5"/>
                  </a:moveTo>
                  <a:cubicBezTo>
                    <a:pt x="8" y="6"/>
                    <a:pt x="6" y="7"/>
                    <a:pt x="5" y="7"/>
                  </a:cubicBezTo>
                  <a:cubicBezTo>
                    <a:pt x="4" y="7"/>
                    <a:pt x="1" y="7"/>
                    <a:pt x="0" y="6"/>
                  </a:cubicBezTo>
                  <a:cubicBezTo>
                    <a:pt x="0" y="5"/>
                    <a:pt x="1" y="3"/>
                    <a:pt x="2" y="3"/>
                  </a:cubicBezTo>
                  <a:cubicBezTo>
                    <a:pt x="3" y="2"/>
                    <a:pt x="5" y="1"/>
                    <a:pt x="6" y="1"/>
                  </a:cubicBezTo>
                  <a:cubicBezTo>
                    <a:pt x="6" y="1"/>
                    <a:pt x="8" y="0"/>
                    <a:pt x="8" y="1"/>
                  </a:cubicBezTo>
                  <a:cubicBezTo>
                    <a:pt x="9" y="2"/>
                    <a:pt x="9" y="4"/>
                    <a:pt x="9"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1" name="Freeform 107"/>
            <p:cNvSpPr>
              <a:spLocks/>
            </p:cNvSpPr>
            <p:nvPr/>
          </p:nvSpPr>
          <p:spPr bwMode="auto">
            <a:xfrm>
              <a:off x="5943601" y="1712913"/>
              <a:ext cx="1062038" cy="1031875"/>
            </a:xfrm>
            <a:custGeom>
              <a:avLst/>
              <a:gdLst/>
              <a:ahLst/>
              <a:cxnLst>
                <a:cxn ang="0">
                  <a:pos x="663" y="214"/>
                </a:cxn>
                <a:cxn ang="0">
                  <a:pos x="636" y="289"/>
                </a:cxn>
                <a:cxn ang="0">
                  <a:pos x="574" y="386"/>
                </a:cxn>
                <a:cxn ang="0">
                  <a:pos x="550" y="451"/>
                </a:cxn>
                <a:cxn ang="0">
                  <a:pos x="532" y="420"/>
                </a:cxn>
                <a:cxn ang="0">
                  <a:pos x="508" y="398"/>
                </a:cxn>
                <a:cxn ang="0">
                  <a:pos x="491" y="441"/>
                </a:cxn>
                <a:cxn ang="0">
                  <a:pos x="476" y="478"/>
                </a:cxn>
                <a:cxn ang="0">
                  <a:pos x="479" y="439"/>
                </a:cxn>
                <a:cxn ang="0">
                  <a:pos x="446" y="429"/>
                </a:cxn>
                <a:cxn ang="0">
                  <a:pos x="416" y="414"/>
                </a:cxn>
                <a:cxn ang="0">
                  <a:pos x="436" y="398"/>
                </a:cxn>
                <a:cxn ang="0">
                  <a:pos x="448" y="403"/>
                </a:cxn>
                <a:cxn ang="0">
                  <a:pos x="461" y="395"/>
                </a:cxn>
                <a:cxn ang="0">
                  <a:pos x="475" y="370"/>
                </a:cxn>
                <a:cxn ang="0">
                  <a:pos x="459" y="358"/>
                </a:cxn>
                <a:cxn ang="0">
                  <a:pos x="437" y="350"/>
                </a:cxn>
                <a:cxn ang="0">
                  <a:pos x="412" y="375"/>
                </a:cxn>
                <a:cxn ang="0">
                  <a:pos x="374" y="415"/>
                </a:cxn>
                <a:cxn ang="0">
                  <a:pos x="374" y="481"/>
                </a:cxn>
                <a:cxn ang="0">
                  <a:pos x="377" y="536"/>
                </a:cxn>
                <a:cxn ang="0">
                  <a:pos x="376" y="592"/>
                </a:cxn>
                <a:cxn ang="0">
                  <a:pos x="348" y="653"/>
                </a:cxn>
                <a:cxn ang="0">
                  <a:pos x="325" y="639"/>
                </a:cxn>
                <a:cxn ang="0">
                  <a:pos x="301" y="625"/>
                </a:cxn>
                <a:cxn ang="0">
                  <a:pos x="285" y="572"/>
                </a:cxn>
                <a:cxn ang="0">
                  <a:pos x="201" y="547"/>
                </a:cxn>
                <a:cxn ang="0">
                  <a:pos x="116" y="507"/>
                </a:cxn>
                <a:cxn ang="0">
                  <a:pos x="70" y="537"/>
                </a:cxn>
                <a:cxn ang="0">
                  <a:pos x="26" y="513"/>
                </a:cxn>
                <a:cxn ang="0">
                  <a:pos x="11" y="463"/>
                </a:cxn>
                <a:cxn ang="0">
                  <a:pos x="54" y="442"/>
                </a:cxn>
                <a:cxn ang="0">
                  <a:pos x="23" y="393"/>
                </a:cxn>
                <a:cxn ang="0">
                  <a:pos x="37" y="340"/>
                </a:cxn>
                <a:cxn ang="0">
                  <a:pos x="73" y="347"/>
                </a:cxn>
                <a:cxn ang="0">
                  <a:pos x="141" y="310"/>
                </a:cxn>
                <a:cxn ang="0">
                  <a:pos x="209" y="298"/>
                </a:cxn>
                <a:cxn ang="0">
                  <a:pos x="257" y="281"/>
                </a:cxn>
                <a:cxn ang="0">
                  <a:pos x="231" y="223"/>
                </a:cxn>
                <a:cxn ang="0">
                  <a:pos x="216" y="137"/>
                </a:cxn>
                <a:cxn ang="0">
                  <a:pos x="258" y="104"/>
                </a:cxn>
                <a:cxn ang="0">
                  <a:pos x="285" y="42"/>
                </a:cxn>
                <a:cxn ang="0">
                  <a:pos x="336" y="16"/>
                </a:cxn>
                <a:cxn ang="0">
                  <a:pos x="350" y="13"/>
                </a:cxn>
                <a:cxn ang="0">
                  <a:pos x="384" y="20"/>
                </a:cxn>
                <a:cxn ang="0">
                  <a:pos x="435" y="27"/>
                </a:cxn>
                <a:cxn ang="0">
                  <a:pos x="445" y="50"/>
                </a:cxn>
                <a:cxn ang="0">
                  <a:pos x="418" y="74"/>
                </a:cxn>
                <a:cxn ang="0">
                  <a:pos x="399" y="99"/>
                </a:cxn>
                <a:cxn ang="0">
                  <a:pos x="391" y="139"/>
                </a:cxn>
                <a:cxn ang="0">
                  <a:pos x="377" y="167"/>
                </a:cxn>
                <a:cxn ang="0">
                  <a:pos x="337" y="171"/>
                </a:cxn>
                <a:cxn ang="0">
                  <a:pos x="354" y="176"/>
                </a:cxn>
                <a:cxn ang="0">
                  <a:pos x="402" y="170"/>
                </a:cxn>
                <a:cxn ang="0">
                  <a:pos x="427" y="169"/>
                </a:cxn>
                <a:cxn ang="0">
                  <a:pos x="397" y="162"/>
                </a:cxn>
                <a:cxn ang="0">
                  <a:pos x="404" y="121"/>
                </a:cxn>
                <a:cxn ang="0">
                  <a:pos x="428" y="76"/>
                </a:cxn>
                <a:cxn ang="0">
                  <a:pos x="460" y="118"/>
                </a:cxn>
                <a:cxn ang="0">
                  <a:pos x="524" y="140"/>
                </a:cxn>
                <a:cxn ang="0">
                  <a:pos x="608" y="120"/>
                </a:cxn>
                <a:cxn ang="0">
                  <a:pos x="642" y="147"/>
                </a:cxn>
              </a:cxnLst>
              <a:rect l="0" t="0" r="r" b="b"/>
              <a:pathLst>
                <a:path w="676" h="657">
                  <a:moveTo>
                    <a:pt x="675" y="182"/>
                  </a:moveTo>
                  <a:cubicBezTo>
                    <a:pt x="675" y="184"/>
                    <a:pt x="676" y="189"/>
                    <a:pt x="675" y="191"/>
                  </a:cubicBezTo>
                  <a:cubicBezTo>
                    <a:pt x="675" y="192"/>
                    <a:pt x="673" y="193"/>
                    <a:pt x="672" y="194"/>
                  </a:cubicBezTo>
                  <a:cubicBezTo>
                    <a:pt x="671" y="195"/>
                    <a:pt x="668" y="195"/>
                    <a:pt x="667" y="196"/>
                  </a:cubicBezTo>
                  <a:cubicBezTo>
                    <a:pt x="666" y="197"/>
                    <a:pt x="664" y="199"/>
                    <a:pt x="663" y="201"/>
                  </a:cubicBezTo>
                  <a:cubicBezTo>
                    <a:pt x="662" y="202"/>
                    <a:pt x="662" y="204"/>
                    <a:pt x="662" y="206"/>
                  </a:cubicBezTo>
                  <a:cubicBezTo>
                    <a:pt x="662" y="208"/>
                    <a:pt x="663" y="212"/>
                    <a:pt x="663" y="214"/>
                  </a:cubicBezTo>
                  <a:cubicBezTo>
                    <a:pt x="663" y="218"/>
                    <a:pt x="663" y="227"/>
                    <a:pt x="663" y="231"/>
                  </a:cubicBezTo>
                  <a:cubicBezTo>
                    <a:pt x="663" y="235"/>
                    <a:pt x="665" y="242"/>
                    <a:pt x="665" y="246"/>
                  </a:cubicBezTo>
                  <a:cubicBezTo>
                    <a:pt x="665" y="250"/>
                    <a:pt x="664" y="256"/>
                    <a:pt x="663" y="259"/>
                  </a:cubicBezTo>
                  <a:cubicBezTo>
                    <a:pt x="663" y="262"/>
                    <a:pt x="660" y="266"/>
                    <a:pt x="658" y="268"/>
                  </a:cubicBezTo>
                  <a:cubicBezTo>
                    <a:pt x="656" y="270"/>
                    <a:pt x="652" y="274"/>
                    <a:pt x="649" y="276"/>
                  </a:cubicBezTo>
                  <a:cubicBezTo>
                    <a:pt x="648" y="278"/>
                    <a:pt x="644" y="281"/>
                    <a:pt x="642" y="283"/>
                  </a:cubicBezTo>
                  <a:cubicBezTo>
                    <a:pt x="641" y="284"/>
                    <a:pt x="638" y="288"/>
                    <a:pt x="636" y="289"/>
                  </a:cubicBezTo>
                  <a:cubicBezTo>
                    <a:pt x="635" y="290"/>
                    <a:pt x="632" y="293"/>
                    <a:pt x="631" y="294"/>
                  </a:cubicBezTo>
                  <a:cubicBezTo>
                    <a:pt x="629" y="296"/>
                    <a:pt x="624" y="299"/>
                    <a:pt x="623" y="301"/>
                  </a:cubicBezTo>
                  <a:cubicBezTo>
                    <a:pt x="621" y="307"/>
                    <a:pt x="624" y="319"/>
                    <a:pt x="622" y="324"/>
                  </a:cubicBezTo>
                  <a:cubicBezTo>
                    <a:pt x="621" y="330"/>
                    <a:pt x="617" y="340"/>
                    <a:pt x="615" y="345"/>
                  </a:cubicBezTo>
                  <a:cubicBezTo>
                    <a:pt x="613" y="348"/>
                    <a:pt x="609" y="354"/>
                    <a:pt x="607" y="356"/>
                  </a:cubicBezTo>
                  <a:cubicBezTo>
                    <a:pt x="602" y="361"/>
                    <a:pt x="593" y="371"/>
                    <a:pt x="588" y="375"/>
                  </a:cubicBezTo>
                  <a:cubicBezTo>
                    <a:pt x="585" y="378"/>
                    <a:pt x="578" y="383"/>
                    <a:pt x="574" y="386"/>
                  </a:cubicBezTo>
                  <a:cubicBezTo>
                    <a:pt x="574" y="386"/>
                    <a:pt x="571" y="387"/>
                    <a:pt x="571" y="388"/>
                  </a:cubicBezTo>
                  <a:cubicBezTo>
                    <a:pt x="570" y="389"/>
                    <a:pt x="572" y="393"/>
                    <a:pt x="571" y="395"/>
                  </a:cubicBezTo>
                  <a:cubicBezTo>
                    <a:pt x="571" y="397"/>
                    <a:pt x="567" y="400"/>
                    <a:pt x="567" y="402"/>
                  </a:cubicBezTo>
                  <a:cubicBezTo>
                    <a:pt x="566" y="404"/>
                    <a:pt x="567" y="410"/>
                    <a:pt x="567" y="412"/>
                  </a:cubicBezTo>
                  <a:cubicBezTo>
                    <a:pt x="567" y="416"/>
                    <a:pt x="564" y="424"/>
                    <a:pt x="562" y="428"/>
                  </a:cubicBezTo>
                  <a:cubicBezTo>
                    <a:pt x="561" y="432"/>
                    <a:pt x="559" y="439"/>
                    <a:pt x="557" y="442"/>
                  </a:cubicBezTo>
                  <a:cubicBezTo>
                    <a:pt x="555" y="444"/>
                    <a:pt x="552" y="450"/>
                    <a:pt x="550" y="451"/>
                  </a:cubicBezTo>
                  <a:cubicBezTo>
                    <a:pt x="549" y="452"/>
                    <a:pt x="546" y="452"/>
                    <a:pt x="545" y="452"/>
                  </a:cubicBezTo>
                  <a:cubicBezTo>
                    <a:pt x="542" y="451"/>
                    <a:pt x="538" y="448"/>
                    <a:pt x="536" y="446"/>
                  </a:cubicBezTo>
                  <a:cubicBezTo>
                    <a:pt x="533" y="445"/>
                    <a:pt x="528" y="440"/>
                    <a:pt x="527" y="438"/>
                  </a:cubicBezTo>
                  <a:cubicBezTo>
                    <a:pt x="525" y="436"/>
                    <a:pt x="523" y="431"/>
                    <a:pt x="523" y="429"/>
                  </a:cubicBezTo>
                  <a:cubicBezTo>
                    <a:pt x="523" y="426"/>
                    <a:pt x="522" y="420"/>
                    <a:pt x="524" y="419"/>
                  </a:cubicBezTo>
                  <a:cubicBezTo>
                    <a:pt x="525" y="418"/>
                    <a:pt x="528" y="419"/>
                    <a:pt x="529" y="419"/>
                  </a:cubicBezTo>
                  <a:cubicBezTo>
                    <a:pt x="530" y="419"/>
                    <a:pt x="532" y="421"/>
                    <a:pt x="532" y="420"/>
                  </a:cubicBezTo>
                  <a:cubicBezTo>
                    <a:pt x="534" y="420"/>
                    <a:pt x="534" y="417"/>
                    <a:pt x="535" y="416"/>
                  </a:cubicBezTo>
                  <a:cubicBezTo>
                    <a:pt x="535" y="413"/>
                    <a:pt x="535" y="408"/>
                    <a:pt x="535" y="406"/>
                  </a:cubicBezTo>
                  <a:cubicBezTo>
                    <a:pt x="535" y="404"/>
                    <a:pt x="536" y="400"/>
                    <a:pt x="535" y="398"/>
                  </a:cubicBezTo>
                  <a:cubicBezTo>
                    <a:pt x="534" y="397"/>
                    <a:pt x="531" y="397"/>
                    <a:pt x="530" y="396"/>
                  </a:cubicBezTo>
                  <a:cubicBezTo>
                    <a:pt x="527" y="396"/>
                    <a:pt x="522" y="395"/>
                    <a:pt x="519" y="395"/>
                  </a:cubicBezTo>
                  <a:cubicBezTo>
                    <a:pt x="517" y="395"/>
                    <a:pt x="513" y="394"/>
                    <a:pt x="511" y="394"/>
                  </a:cubicBezTo>
                  <a:cubicBezTo>
                    <a:pt x="510" y="395"/>
                    <a:pt x="508" y="397"/>
                    <a:pt x="508" y="398"/>
                  </a:cubicBezTo>
                  <a:cubicBezTo>
                    <a:pt x="507" y="399"/>
                    <a:pt x="506" y="403"/>
                    <a:pt x="505" y="405"/>
                  </a:cubicBezTo>
                  <a:cubicBezTo>
                    <a:pt x="505" y="407"/>
                    <a:pt x="506" y="411"/>
                    <a:pt x="505" y="413"/>
                  </a:cubicBezTo>
                  <a:cubicBezTo>
                    <a:pt x="504" y="413"/>
                    <a:pt x="503" y="413"/>
                    <a:pt x="502" y="414"/>
                  </a:cubicBezTo>
                  <a:cubicBezTo>
                    <a:pt x="501" y="414"/>
                    <a:pt x="499" y="415"/>
                    <a:pt x="498" y="415"/>
                  </a:cubicBezTo>
                  <a:cubicBezTo>
                    <a:pt x="497" y="416"/>
                    <a:pt x="494" y="418"/>
                    <a:pt x="493" y="420"/>
                  </a:cubicBezTo>
                  <a:cubicBezTo>
                    <a:pt x="492" y="422"/>
                    <a:pt x="488" y="427"/>
                    <a:pt x="488" y="429"/>
                  </a:cubicBezTo>
                  <a:cubicBezTo>
                    <a:pt x="488" y="432"/>
                    <a:pt x="490" y="438"/>
                    <a:pt x="491" y="441"/>
                  </a:cubicBezTo>
                  <a:cubicBezTo>
                    <a:pt x="491" y="444"/>
                    <a:pt x="494" y="449"/>
                    <a:pt x="495" y="452"/>
                  </a:cubicBezTo>
                  <a:cubicBezTo>
                    <a:pt x="496" y="455"/>
                    <a:pt x="500" y="460"/>
                    <a:pt x="499" y="463"/>
                  </a:cubicBezTo>
                  <a:cubicBezTo>
                    <a:pt x="499" y="465"/>
                    <a:pt x="496" y="467"/>
                    <a:pt x="495" y="469"/>
                  </a:cubicBezTo>
                  <a:cubicBezTo>
                    <a:pt x="494" y="470"/>
                    <a:pt x="493" y="474"/>
                    <a:pt x="491" y="475"/>
                  </a:cubicBezTo>
                  <a:cubicBezTo>
                    <a:pt x="490" y="476"/>
                    <a:pt x="487" y="477"/>
                    <a:pt x="485" y="478"/>
                  </a:cubicBezTo>
                  <a:cubicBezTo>
                    <a:pt x="484" y="479"/>
                    <a:pt x="482" y="481"/>
                    <a:pt x="481" y="481"/>
                  </a:cubicBezTo>
                  <a:cubicBezTo>
                    <a:pt x="480" y="481"/>
                    <a:pt x="477" y="479"/>
                    <a:pt x="476" y="478"/>
                  </a:cubicBezTo>
                  <a:cubicBezTo>
                    <a:pt x="475" y="476"/>
                    <a:pt x="474" y="471"/>
                    <a:pt x="472" y="469"/>
                  </a:cubicBezTo>
                  <a:cubicBezTo>
                    <a:pt x="471" y="467"/>
                    <a:pt x="469" y="465"/>
                    <a:pt x="468" y="463"/>
                  </a:cubicBezTo>
                  <a:cubicBezTo>
                    <a:pt x="467" y="461"/>
                    <a:pt x="466" y="458"/>
                    <a:pt x="465" y="456"/>
                  </a:cubicBezTo>
                  <a:cubicBezTo>
                    <a:pt x="465" y="455"/>
                    <a:pt x="465" y="453"/>
                    <a:pt x="466" y="452"/>
                  </a:cubicBezTo>
                  <a:cubicBezTo>
                    <a:pt x="467" y="451"/>
                    <a:pt x="469" y="450"/>
                    <a:pt x="471" y="449"/>
                  </a:cubicBezTo>
                  <a:cubicBezTo>
                    <a:pt x="473" y="448"/>
                    <a:pt x="478" y="448"/>
                    <a:pt x="479" y="446"/>
                  </a:cubicBezTo>
                  <a:cubicBezTo>
                    <a:pt x="480" y="444"/>
                    <a:pt x="479" y="441"/>
                    <a:pt x="479" y="439"/>
                  </a:cubicBezTo>
                  <a:cubicBezTo>
                    <a:pt x="479" y="437"/>
                    <a:pt x="480" y="434"/>
                    <a:pt x="479" y="433"/>
                  </a:cubicBezTo>
                  <a:cubicBezTo>
                    <a:pt x="478" y="432"/>
                    <a:pt x="476" y="433"/>
                    <a:pt x="475" y="433"/>
                  </a:cubicBezTo>
                  <a:cubicBezTo>
                    <a:pt x="473" y="432"/>
                    <a:pt x="470" y="430"/>
                    <a:pt x="468" y="430"/>
                  </a:cubicBezTo>
                  <a:cubicBezTo>
                    <a:pt x="466" y="429"/>
                    <a:pt x="464" y="426"/>
                    <a:pt x="462" y="425"/>
                  </a:cubicBezTo>
                  <a:cubicBezTo>
                    <a:pt x="461" y="424"/>
                    <a:pt x="458" y="423"/>
                    <a:pt x="457" y="423"/>
                  </a:cubicBezTo>
                  <a:cubicBezTo>
                    <a:pt x="455" y="423"/>
                    <a:pt x="453" y="423"/>
                    <a:pt x="452" y="423"/>
                  </a:cubicBezTo>
                  <a:cubicBezTo>
                    <a:pt x="450" y="424"/>
                    <a:pt x="447" y="427"/>
                    <a:pt x="446" y="429"/>
                  </a:cubicBezTo>
                  <a:cubicBezTo>
                    <a:pt x="445" y="430"/>
                    <a:pt x="443" y="432"/>
                    <a:pt x="442" y="433"/>
                  </a:cubicBezTo>
                  <a:cubicBezTo>
                    <a:pt x="441" y="434"/>
                    <a:pt x="439" y="435"/>
                    <a:pt x="437" y="435"/>
                  </a:cubicBezTo>
                  <a:cubicBezTo>
                    <a:pt x="436" y="435"/>
                    <a:pt x="432" y="434"/>
                    <a:pt x="431" y="434"/>
                  </a:cubicBezTo>
                  <a:cubicBezTo>
                    <a:pt x="429" y="433"/>
                    <a:pt x="425" y="430"/>
                    <a:pt x="424" y="428"/>
                  </a:cubicBezTo>
                  <a:cubicBezTo>
                    <a:pt x="423" y="427"/>
                    <a:pt x="422" y="424"/>
                    <a:pt x="422" y="422"/>
                  </a:cubicBezTo>
                  <a:cubicBezTo>
                    <a:pt x="422" y="421"/>
                    <a:pt x="422" y="418"/>
                    <a:pt x="422" y="417"/>
                  </a:cubicBezTo>
                  <a:cubicBezTo>
                    <a:pt x="421" y="416"/>
                    <a:pt x="418" y="415"/>
                    <a:pt x="416" y="414"/>
                  </a:cubicBezTo>
                  <a:cubicBezTo>
                    <a:pt x="416" y="414"/>
                    <a:pt x="413" y="414"/>
                    <a:pt x="413" y="413"/>
                  </a:cubicBezTo>
                  <a:cubicBezTo>
                    <a:pt x="412" y="412"/>
                    <a:pt x="412" y="409"/>
                    <a:pt x="413" y="408"/>
                  </a:cubicBezTo>
                  <a:cubicBezTo>
                    <a:pt x="413" y="408"/>
                    <a:pt x="415" y="407"/>
                    <a:pt x="416" y="407"/>
                  </a:cubicBezTo>
                  <a:cubicBezTo>
                    <a:pt x="417" y="407"/>
                    <a:pt x="419" y="407"/>
                    <a:pt x="420" y="408"/>
                  </a:cubicBezTo>
                  <a:cubicBezTo>
                    <a:pt x="421" y="408"/>
                    <a:pt x="424" y="408"/>
                    <a:pt x="425" y="408"/>
                  </a:cubicBezTo>
                  <a:cubicBezTo>
                    <a:pt x="427" y="408"/>
                    <a:pt x="431" y="405"/>
                    <a:pt x="432" y="404"/>
                  </a:cubicBezTo>
                  <a:cubicBezTo>
                    <a:pt x="433" y="403"/>
                    <a:pt x="435" y="400"/>
                    <a:pt x="436" y="398"/>
                  </a:cubicBezTo>
                  <a:cubicBezTo>
                    <a:pt x="436" y="397"/>
                    <a:pt x="437" y="395"/>
                    <a:pt x="438" y="394"/>
                  </a:cubicBezTo>
                  <a:cubicBezTo>
                    <a:pt x="438" y="393"/>
                    <a:pt x="440" y="391"/>
                    <a:pt x="441" y="390"/>
                  </a:cubicBezTo>
                  <a:cubicBezTo>
                    <a:pt x="442" y="389"/>
                    <a:pt x="444" y="389"/>
                    <a:pt x="445" y="389"/>
                  </a:cubicBezTo>
                  <a:cubicBezTo>
                    <a:pt x="446" y="389"/>
                    <a:pt x="448" y="390"/>
                    <a:pt x="448" y="390"/>
                  </a:cubicBezTo>
                  <a:cubicBezTo>
                    <a:pt x="449" y="391"/>
                    <a:pt x="450" y="393"/>
                    <a:pt x="451" y="395"/>
                  </a:cubicBezTo>
                  <a:cubicBezTo>
                    <a:pt x="451" y="396"/>
                    <a:pt x="450" y="398"/>
                    <a:pt x="450" y="399"/>
                  </a:cubicBezTo>
                  <a:cubicBezTo>
                    <a:pt x="450" y="400"/>
                    <a:pt x="449" y="402"/>
                    <a:pt x="448" y="403"/>
                  </a:cubicBezTo>
                  <a:cubicBezTo>
                    <a:pt x="448" y="404"/>
                    <a:pt x="449" y="406"/>
                    <a:pt x="449" y="408"/>
                  </a:cubicBezTo>
                  <a:cubicBezTo>
                    <a:pt x="450" y="409"/>
                    <a:pt x="451" y="411"/>
                    <a:pt x="452" y="411"/>
                  </a:cubicBezTo>
                  <a:cubicBezTo>
                    <a:pt x="453" y="412"/>
                    <a:pt x="455" y="412"/>
                    <a:pt x="456" y="411"/>
                  </a:cubicBezTo>
                  <a:cubicBezTo>
                    <a:pt x="457" y="411"/>
                    <a:pt x="460" y="411"/>
                    <a:pt x="462" y="410"/>
                  </a:cubicBezTo>
                  <a:cubicBezTo>
                    <a:pt x="462" y="409"/>
                    <a:pt x="464" y="408"/>
                    <a:pt x="464" y="407"/>
                  </a:cubicBezTo>
                  <a:cubicBezTo>
                    <a:pt x="464" y="405"/>
                    <a:pt x="465" y="402"/>
                    <a:pt x="464" y="401"/>
                  </a:cubicBezTo>
                  <a:cubicBezTo>
                    <a:pt x="464" y="399"/>
                    <a:pt x="462" y="396"/>
                    <a:pt x="461" y="395"/>
                  </a:cubicBezTo>
                  <a:cubicBezTo>
                    <a:pt x="461" y="394"/>
                    <a:pt x="458" y="394"/>
                    <a:pt x="458" y="393"/>
                  </a:cubicBezTo>
                  <a:cubicBezTo>
                    <a:pt x="457" y="393"/>
                    <a:pt x="455" y="392"/>
                    <a:pt x="454" y="391"/>
                  </a:cubicBezTo>
                  <a:cubicBezTo>
                    <a:pt x="454" y="391"/>
                    <a:pt x="454" y="389"/>
                    <a:pt x="454" y="388"/>
                  </a:cubicBezTo>
                  <a:cubicBezTo>
                    <a:pt x="455" y="387"/>
                    <a:pt x="457" y="385"/>
                    <a:pt x="458" y="384"/>
                  </a:cubicBezTo>
                  <a:cubicBezTo>
                    <a:pt x="459" y="382"/>
                    <a:pt x="462" y="381"/>
                    <a:pt x="463" y="380"/>
                  </a:cubicBezTo>
                  <a:cubicBezTo>
                    <a:pt x="465" y="378"/>
                    <a:pt x="468" y="374"/>
                    <a:pt x="470" y="372"/>
                  </a:cubicBezTo>
                  <a:cubicBezTo>
                    <a:pt x="471" y="372"/>
                    <a:pt x="474" y="370"/>
                    <a:pt x="475" y="370"/>
                  </a:cubicBezTo>
                  <a:cubicBezTo>
                    <a:pt x="475" y="369"/>
                    <a:pt x="477" y="367"/>
                    <a:pt x="478" y="366"/>
                  </a:cubicBezTo>
                  <a:cubicBezTo>
                    <a:pt x="478" y="365"/>
                    <a:pt x="478" y="363"/>
                    <a:pt x="478" y="362"/>
                  </a:cubicBezTo>
                  <a:cubicBezTo>
                    <a:pt x="477" y="361"/>
                    <a:pt x="476" y="360"/>
                    <a:pt x="475" y="359"/>
                  </a:cubicBezTo>
                  <a:cubicBezTo>
                    <a:pt x="474" y="359"/>
                    <a:pt x="472" y="359"/>
                    <a:pt x="471" y="359"/>
                  </a:cubicBezTo>
                  <a:cubicBezTo>
                    <a:pt x="470" y="359"/>
                    <a:pt x="468" y="359"/>
                    <a:pt x="467" y="359"/>
                  </a:cubicBezTo>
                  <a:cubicBezTo>
                    <a:pt x="466" y="359"/>
                    <a:pt x="464" y="360"/>
                    <a:pt x="463" y="360"/>
                  </a:cubicBezTo>
                  <a:cubicBezTo>
                    <a:pt x="462" y="360"/>
                    <a:pt x="459" y="359"/>
                    <a:pt x="459" y="358"/>
                  </a:cubicBezTo>
                  <a:cubicBezTo>
                    <a:pt x="458" y="357"/>
                    <a:pt x="459" y="355"/>
                    <a:pt x="459" y="354"/>
                  </a:cubicBezTo>
                  <a:cubicBezTo>
                    <a:pt x="459" y="353"/>
                    <a:pt x="457" y="351"/>
                    <a:pt x="455" y="351"/>
                  </a:cubicBezTo>
                  <a:cubicBezTo>
                    <a:pt x="455" y="351"/>
                    <a:pt x="453" y="352"/>
                    <a:pt x="452" y="352"/>
                  </a:cubicBezTo>
                  <a:cubicBezTo>
                    <a:pt x="451" y="352"/>
                    <a:pt x="449" y="350"/>
                    <a:pt x="448" y="350"/>
                  </a:cubicBezTo>
                  <a:cubicBezTo>
                    <a:pt x="447" y="349"/>
                    <a:pt x="444" y="348"/>
                    <a:pt x="443" y="349"/>
                  </a:cubicBezTo>
                  <a:cubicBezTo>
                    <a:pt x="442" y="349"/>
                    <a:pt x="442" y="350"/>
                    <a:pt x="441" y="350"/>
                  </a:cubicBezTo>
                  <a:cubicBezTo>
                    <a:pt x="440" y="350"/>
                    <a:pt x="438" y="350"/>
                    <a:pt x="437" y="350"/>
                  </a:cubicBezTo>
                  <a:cubicBezTo>
                    <a:pt x="436" y="350"/>
                    <a:pt x="433" y="350"/>
                    <a:pt x="432" y="350"/>
                  </a:cubicBezTo>
                  <a:cubicBezTo>
                    <a:pt x="431" y="351"/>
                    <a:pt x="430" y="354"/>
                    <a:pt x="430" y="356"/>
                  </a:cubicBezTo>
                  <a:cubicBezTo>
                    <a:pt x="429" y="357"/>
                    <a:pt x="428" y="359"/>
                    <a:pt x="427" y="360"/>
                  </a:cubicBezTo>
                  <a:cubicBezTo>
                    <a:pt x="426" y="360"/>
                    <a:pt x="424" y="360"/>
                    <a:pt x="423" y="360"/>
                  </a:cubicBezTo>
                  <a:cubicBezTo>
                    <a:pt x="421" y="361"/>
                    <a:pt x="418" y="362"/>
                    <a:pt x="417" y="363"/>
                  </a:cubicBezTo>
                  <a:cubicBezTo>
                    <a:pt x="416" y="364"/>
                    <a:pt x="414" y="367"/>
                    <a:pt x="413" y="369"/>
                  </a:cubicBezTo>
                  <a:cubicBezTo>
                    <a:pt x="413" y="370"/>
                    <a:pt x="412" y="374"/>
                    <a:pt x="412" y="375"/>
                  </a:cubicBezTo>
                  <a:cubicBezTo>
                    <a:pt x="411" y="376"/>
                    <a:pt x="410" y="379"/>
                    <a:pt x="409" y="381"/>
                  </a:cubicBezTo>
                  <a:cubicBezTo>
                    <a:pt x="408" y="382"/>
                    <a:pt x="406" y="384"/>
                    <a:pt x="405" y="385"/>
                  </a:cubicBezTo>
                  <a:cubicBezTo>
                    <a:pt x="404" y="386"/>
                    <a:pt x="401" y="387"/>
                    <a:pt x="400" y="388"/>
                  </a:cubicBezTo>
                  <a:cubicBezTo>
                    <a:pt x="399" y="390"/>
                    <a:pt x="397" y="393"/>
                    <a:pt x="396" y="395"/>
                  </a:cubicBezTo>
                  <a:cubicBezTo>
                    <a:pt x="395" y="396"/>
                    <a:pt x="393" y="398"/>
                    <a:pt x="391" y="399"/>
                  </a:cubicBezTo>
                  <a:cubicBezTo>
                    <a:pt x="389" y="401"/>
                    <a:pt x="386" y="407"/>
                    <a:pt x="383" y="409"/>
                  </a:cubicBezTo>
                  <a:cubicBezTo>
                    <a:pt x="381" y="411"/>
                    <a:pt x="376" y="414"/>
                    <a:pt x="374" y="415"/>
                  </a:cubicBezTo>
                  <a:cubicBezTo>
                    <a:pt x="373" y="417"/>
                    <a:pt x="370" y="422"/>
                    <a:pt x="368" y="424"/>
                  </a:cubicBezTo>
                  <a:cubicBezTo>
                    <a:pt x="367" y="426"/>
                    <a:pt x="365" y="430"/>
                    <a:pt x="365" y="432"/>
                  </a:cubicBezTo>
                  <a:cubicBezTo>
                    <a:pt x="364" y="434"/>
                    <a:pt x="363" y="437"/>
                    <a:pt x="363" y="439"/>
                  </a:cubicBezTo>
                  <a:cubicBezTo>
                    <a:pt x="362" y="442"/>
                    <a:pt x="363" y="448"/>
                    <a:pt x="363" y="451"/>
                  </a:cubicBezTo>
                  <a:cubicBezTo>
                    <a:pt x="363" y="454"/>
                    <a:pt x="363" y="460"/>
                    <a:pt x="364" y="463"/>
                  </a:cubicBezTo>
                  <a:cubicBezTo>
                    <a:pt x="364" y="465"/>
                    <a:pt x="366" y="470"/>
                    <a:pt x="367" y="472"/>
                  </a:cubicBezTo>
                  <a:cubicBezTo>
                    <a:pt x="369" y="475"/>
                    <a:pt x="373" y="478"/>
                    <a:pt x="374" y="481"/>
                  </a:cubicBezTo>
                  <a:cubicBezTo>
                    <a:pt x="375" y="482"/>
                    <a:pt x="375" y="487"/>
                    <a:pt x="375" y="489"/>
                  </a:cubicBezTo>
                  <a:cubicBezTo>
                    <a:pt x="375" y="492"/>
                    <a:pt x="375" y="497"/>
                    <a:pt x="376" y="500"/>
                  </a:cubicBezTo>
                  <a:cubicBezTo>
                    <a:pt x="376" y="502"/>
                    <a:pt x="377" y="506"/>
                    <a:pt x="377" y="507"/>
                  </a:cubicBezTo>
                  <a:cubicBezTo>
                    <a:pt x="378" y="511"/>
                    <a:pt x="380" y="517"/>
                    <a:pt x="380" y="520"/>
                  </a:cubicBezTo>
                  <a:cubicBezTo>
                    <a:pt x="380" y="522"/>
                    <a:pt x="379" y="524"/>
                    <a:pt x="379" y="525"/>
                  </a:cubicBezTo>
                  <a:cubicBezTo>
                    <a:pt x="378" y="527"/>
                    <a:pt x="377" y="529"/>
                    <a:pt x="377" y="530"/>
                  </a:cubicBezTo>
                  <a:cubicBezTo>
                    <a:pt x="376" y="532"/>
                    <a:pt x="377" y="535"/>
                    <a:pt x="377" y="536"/>
                  </a:cubicBezTo>
                  <a:cubicBezTo>
                    <a:pt x="377" y="537"/>
                    <a:pt x="380" y="539"/>
                    <a:pt x="380" y="540"/>
                  </a:cubicBezTo>
                  <a:cubicBezTo>
                    <a:pt x="380" y="542"/>
                    <a:pt x="379" y="545"/>
                    <a:pt x="379" y="547"/>
                  </a:cubicBezTo>
                  <a:cubicBezTo>
                    <a:pt x="378" y="548"/>
                    <a:pt x="376" y="551"/>
                    <a:pt x="376" y="552"/>
                  </a:cubicBezTo>
                  <a:cubicBezTo>
                    <a:pt x="374" y="556"/>
                    <a:pt x="375" y="565"/>
                    <a:pt x="375" y="569"/>
                  </a:cubicBezTo>
                  <a:cubicBezTo>
                    <a:pt x="375" y="571"/>
                    <a:pt x="377" y="576"/>
                    <a:pt x="377" y="578"/>
                  </a:cubicBezTo>
                  <a:cubicBezTo>
                    <a:pt x="377" y="580"/>
                    <a:pt x="375" y="584"/>
                    <a:pt x="375" y="585"/>
                  </a:cubicBezTo>
                  <a:cubicBezTo>
                    <a:pt x="375" y="587"/>
                    <a:pt x="376" y="590"/>
                    <a:pt x="376" y="592"/>
                  </a:cubicBezTo>
                  <a:cubicBezTo>
                    <a:pt x="376" y="595"/>
                    <a:pt x="376" y="601"/>
                    <a:pt x="375" y="604"/>
                  </a:cubicBezTo>
                  <a:cubicBezTo>
                    <a:pt x="374" y="605"/>
                    <a:pt x="372" y="608"/>
                    <a:pt x="371" y="610"/>
                  </a:cubicBezTo>
                  <a:cubicBezTo>
                    <a:pt x="369" y="611"/>
                    <a:pt x="365" y="612"/>
                    <a:pt x="363" y="613"/>
                  </a:cubicBezTo>
                  <a:cubicBezTo>
                    <a:pt x="361" y="615"/>
                    <a:pt x="355" y="618"/>
                    <a:pt x="353" y="621"/>
                  </a:cubicBezTo>
                  <a:cubicBezTo>
                    <a:pt x="352" y="623"/>
                    <a:pt x="350" y="627"/>
                    <a:pt x="350" y="629"/>
                  </a:cubicBezTo>
                  <a:cubicBezTo>
                    <a:pt x="349" y="633"/>
                    <a:pt x="348" y="640"/>
                    <a:pt x="348" y="644"/>
                  </a:cubicBezTo>
                  <a:cubicBezTo>
                    <a:pt x="348" y="646"/>
                    <a:pt x="349" y="651"/>
                    <a:pt x="348" y="653"/>
                  </a:cubicBezTo>
                  <a:cubicBezTo>
                    <a:pt x="348" y="654"/>
                    <a:pt x="346" y="656"/>
                    <a:pt x="344" y="656"/>
                  </a:cubicBezTo>
                  <a:cubicBezTo>
                    <a:pt x="342" y="657"/>
                    <a:pt x="338" y="656"/>
                    <a:pt x="337" y="655"/>
                  </a:cubicBezTo>
                  <a:cubicBezTo>
                    <a:pt x="335" y="655"/>
                    <a:pt x="333" y="652"/>
                    <a:pt x="332" y="651"/>
                  </a:cubicBezTo>
                  <a:cubicBezTo>
                    <a:pt x="331" y="650"/>
                    <a:pt x="329" y="648"/>
                    <a:pt x="328" y="647"/>
                  </a:cubicBezTo>
                  <a:cubicBezTo>
                    <a:pt x="326" y="646"/>
                    <a:pt x="323" y="645"/>
                    <a:pt x="322" y="644"/>
                  </a:cubicBezTo>
                  <a:cubicBezTo>
                    <a:pt x="322" y="643"/>
                    <a:pt x="321" y="640"/>
                    <a:pt x="321" y="639"/>
                  </a:cubicBezTo>
                  <a:cubicBezTo>
                    <a:pt x="322" y="639"/>
                    <a:pt x="324" y="639"/>
                    <a:pt x="325" y="639"/>
                  </a:cubicBezTo>
                  <a:cubicBezTo>
                    <a:pt x="326" y="638"/>
                    <a:pt x="328" y="639"/>
                    <a:pt x="329" y="638"/>
                  </a:cubicBezTo>
                  <a:cubicBezTo>
                    <a:pt x="330" y="637"/>
                    <a:pt x="328" y="634"/>
                    <a:pt x="327" y="633"/>
                  </a:cubicBezTo>
                  <a:cubicBezTo>
                    <a:pt x="326" y="631"/>
                    <a:pt x="326" y="627"/>
                    <a:pt x="324" y="627"/>
                  </a:cubicBezTo>
                  <a:cubicBezTo>
                    <a:pt x="323" y="626"/>
                    <a:pt x="321" y="628"/>
                    <a:pt x="321" y="629"/>
                  </a:cubicBezTo>
                  <a:cubicBezTo>
                    <a:pt x="320" y="629"/>
                    <a:pt x="318" y="631"/>
                    <a:pt x="317" y="631"/>
                  </a:cubicBezTo>
                  <a:cubicBezTo>
                    <a:pt x="316" y="631"/>
                    <a:pt x="313" y="628"/>
                    <a:pt x="312" y="628"/>
                  </a:cubicBezTo>
                  <a:cubicBezTo>
                    <a:pt x="309" y="626"/>
                    <a:pt x="304" y="625"/>
                    <a:pt x="301" y="625"/>
                  </a:cubicBezTo>
                  <a:cubicBezTo>
                    <a:pt x="299" y="625"/>
                    <a:pt x="296" y="627"/>
                    <a:pt x="294" y="628"/>
                  </a:cubicBezTo>
                  <a:cubicBezTo>
                    <a:pt x="292" y="628"/>
                    <a:pt x="288" y="629"/>
                    <a:pt x="286" y="629"/>
                  </a:cubicBezTo>
                  <a:cubicBezTo>
                    <a:pt x="284" y="629"/>
                    <a:pt x="282" y="629"/>
                    <a:pt x="279" y="629"/>
                  </a:cubicBezTo>
                  <a:cubicBezTo>
                    <a:pt x="279" y="627"/>
                    <a:pt x="278" y="623"/>
                    <a:pt x="278" y="622"/>
                  </a:cubicBezTo>
                  <a:cubicBezTo>
                    <a:pt x="278" y="617"/>
                    <a:pt x="278" y="607"/>
                    <a:pt x="279" y="602"/>
                  </a:cubicBezTo>
                  <a:cubicBezTo>
                    <a:pt x="280" y="598"/>
                    <a:pt x="284" y="592"/>
                    <a:pt x="285" y="589"/>
                  </a:cubicBezTo>
                  <a:cubicBezTo>
                    <a:pt x="286" y="584"/>
                    <a:pt x="285" y="576"/>
                    <a:pt x="285" y="572"/>
                  </a:cubicBezTo>
                  <a:cubicBezTo>
                    <a:pt x="284" y="568"/>
                    <a:pt x="281" y="560"/>
                    <a:pt x="278" y="557"/>
                  </a:cubicBezTo>
                  <a:cubicBezTo>
                    <a:pt x="276" y="554"/>
                    <a:pt x="270" y="551"/>
                    <a:pt x="267" y="551"/>
                  </a:cubicBezTo>
                  <a:cubicBezTo>
                    <a:pt x="264" y="550"/>
                    <a:pt x="256" y="551"/>
                    <a:pt x="252" y="551"/>
                  </a:cubicBezTo>
                  <a:cubicBezTo>
                    <a:pt x="248" y="552"/>
                    <a:pt x="240" y="556"/>
                    <a:pt x="236" y="557"/>
                  </a:cubicBezTo>
                  <a:cubicBezTo>
                    <a:pt x="232" y="558"/>
                    <a:pt x="225" y="558"/>
                    <a:pt x="221" y="558"/>
                  </a:cubicBezTo>
                  <a:cubicBezTo>
                    <a:pt x="216" y="558"/>
                    <a:pt x="205" y="557"/>
                    <a:pt x="202" y="554"/>
                  </a:cubicBezTo>
                  <a:cubicBezTo>
                    <a:pt x="201" y="552"/>
                    <a:pt x="201" y="548"/>
                    <a:pt x="201" y="547"/>
                  </a:cubicBezTo>
                  <a:cubicBezTo>
                    <a:pt x="201" y="544"/>
                    <a:pt x="203" y="540"/>
                    <a:pt x="203" y="538"/>
                  </a:cubicBezTo>
                  <a:cubicBezTo>
                    <a:pt x="203" y="535"/>
                    <a:pt x="202" y="528"/>
                    <a:pt x="200" y="526"/>
                  </a:cubicBezTo>
                  <a:cubicBezTo>
                    <a:pt x="198" y="524"/>
                    <a:pt x="192" y="521"/>
                    <a:pt x="189" y="520"/>
                  </a:cubicBezTo>
                  <a:cubicBezTo>
                    <a:pt x="186" y="519"/>
                    <a:pt x="179" y="521"/>
                    <a:pt x="175" y="520"/>
                  </a:cubicBezTo>
                  <a:cubicBezTo>
                    <a:pt x="169" y="520"/>
                    <a:pt x="157" y="518"/>
                    <a:pt x="151" y="517"/>
                  </a:cubicBezTo>
                  <a:cubicBezTo>
                    <a:pt x="147" y="517"/>
                    <a:pt x="138" y="515"/>
                    <a:pt x="134" y="514"/>
                  </a:cubicBezTo>
                  <a:cubicBezTo>
                    <a:pt x="129" y="513"/>
                    <a:pt x="121" y="508"/>
                    <a:pt x="116" y="507"/>
                  </a:cubicBezTo>
                  <a:cubicBezTo>
                    <a:pt x="112" y="505"/>
                    <a:pt x="103" y="501"/>
                    <a:pt x="99" y="501"/>
                  </a:cubicBezTo>
                  <a:cubicBezTo>
                    <a:pt x="95" y="500"/>
                    <a:pt x="88" y="501"/>
                    <a:pt x="85" y="501"/>
                  </a:cubicBezTo>
                  <a:cubicBezTo>
                    <a:pt x="82" y="502"/>
                    <a:pt x="77" y="502"/>
                    <a:pt x="75" y="503"/>
                  </a:cubicBezTo>
                  <a:cubicBezTo>
                    <a:pt x="73" y="505"/>
                    <a:pt x="68" y="511"/>
                    <a:pt x="67" y="514"/>
                  </a:cubicBezTo>
                  <a:cubicBezTo>
                    <a:pt x="66" y="515"/>
                    <a:pt x="66" y="519"/>
                    <a:pt x="67" y="521"/>
                  </a:cubicBezTo>
                  <a:cubicBezTo>
                    <a:pt x="67" y="523"/>
                    <a:pt x="71" y="527"/>
                    <a:pt x="72" y="530"/>
                  </a:cubicBezTo>
                  <a:cubicBezTo>
                    <a:pt x="72" y="532"/>
                    <a:pt x="71" y="536"/>
                    <a:pt x="70" y="537"/>
                  </a:cubicBezTo>
                  <a:cubicBezTo>
                    <a:pt x="69" y="538"/>
                    <a:pt x="65" y="537"/>
                    <a:pt x="64" y="538"/>
                  </a:cubicBezTo>
                  <a:cubicBezTo>
                    <a:pt x="62" y="539"/>
                    <a:pt x="60" y="544"/>
                    <a:pt x="58" y="545"/>
                  </a:cubicBezTo>
                  <a:cubicBezTo>
                    <a:pt x="56" y="546"/>
                    <a:pt x="51" y="546"/>
                    <a:pt x="49" y="546"/>
                  </a:cubicBezTo>
                  <a:cubicBezTo>
                    <a:pt x="47" y="545"/>
                    <a:pt x="43" y="543"/>
                    <a:pt x="41" y="541"/>
                  </a:cubicBezTo>
                  <a:cubicBezTo>
                    <a:pt x="39" y="539"/>
                    <a:pt x="36" y="534"/>
                    <a:pt x="35" y="531"/>
                  </a:cubicBezTo>
                  <a:cubicBezTo>
                    <a:pt x="34" y="528"/>
                    <a:pt x="34" y="522"/>
                    <a:pt x="33" y="520"/>
                  </a:cubicBezTo>
                  <a:cubicBezTo>
                    <a:pt x="32" y="518"/>
                    <a:pt x="28" y="515"/>
                    <a:pt x="26" y="513"/>
                  </a:cubicBezTo>
                  <a:cubicBezTo>
                    <a:pt x="24" y="512"/>
                    <a:pt x="17" y="510"/>
                    <a:pt x="15" y="508"/>
                  </a:cubicBezTo>
                  <a:cubicBezTo>
                    <a:pt x="12" y="506"/>
                    <a:pt x="5" y="502"/>
                    <a:pt x="3" y="499"/>
                  </a:cubicBezTo>
                  <a:cubicBezTo>
                    <a:pt x="2" y="496"/>
                    <a:pt x="1" y="489"/>
                    <a:pt x="1" y="486"/>
                  </a:cubicBezTo>
                  <a:cubicBezTo>
                    <a:pt x="0" y="483"/>
                    <a:pt x="1" y="477"/>
                    <a:pt x="1" y="473"/>
                  </a:cubicBezTo>
                  <a:cubicBezTo>
                    <a:pt x="1" y="472"/>
                    <a:pt x="0" y="468"/>
                    <a:pt x="0" y="466"/>
                  </a:cubicBezTo>
                  <a:cubicBezTo>
                    <a:pt x="0" y="466"/>
                    <a:pt x="1" y="466"/>
                    <a:pt x="2" y="466"/>
                  </a:cubicBezTo>
                  <a:cubicBezTo>
                    <a:pt x="4" y="466"/>
                    <a:pt x="9" y="465"/>
                    <a:pt x="11" y="463"/>
                  </a:cubicBezTo>
                  <a:cubicBezTo>
                    <a:pt x="13" y="462"/>
                    <a:pt x="15" y="459"/>
                    <a:pt x="17" y="458"/>
                  </a:cubicBezTo>
                  <a:cubicBezTo>
                    <a:pt x="19" y="457"/>
                    <a:pt x="23" y="456"/>
                    <a:pt x="24" y="455"/>
                  </a:cubicBezTo>
                  <a:cubicBezTo>
                    <a:pt x="26" y="454"/>
                    <a:pt x="28" y="451"/>
                    <a:pt x="29" y="451"/>
                  </a:cubicBezTo>
                  <a:cubicBezTo>
                    <a:pt x="31" y="450"/>
                    <a:pt x="35" y="451"/>
                    <a:pt x="38" y="451"/>
                  </a:cubicBezTo>
                  <a:cubicBezTo>
                    <a:pt x="40" y="451"/>
                    <a:pt x="44" y="452"/>
                    <a:pt x="46" y="451"/>
                  </a:cubicBezTo>
                  <a:cubicBezTo>
                    <a:pt x="47" y="451"/>
                    <a:pt x="50" y="449"/>
                    <a:pt x="51" y="448"/>
                  </a:cubicBezTo>
                  <a:cubicBezTo>
                    <a:pt x="52" y="446"/>
                    <a:pt x="54" y="443"/>
                    <a:pt x="54" y="442"/>
                  </a:cubicBezTo>
                  <a:cubicBezTo>
                    <a:pt x="55" y="440"/>
                    <a:pt x="56" y="436"/>
                    <a:pt x="57" y="434"/>
                  </a:cubicBezTo>
                  <a:cubicBezTo>
                    <a:pt x="57" y="431"/>
                    <a:pt x="61" y="427"/>
                    <a:pt x="61" y="424"/>
                  </a:cubicBezTo>
                  <a:cubicBezTo>
                    <a:pt x="61" y="421"/>
                    <a:pt x="58" y="415"/>
                    <a:pt x="57" y="412"/>
                  </a:cubicBezTo>
                  <a:cubicBezTo>
                    <a:pt x="56" y="410"/>
                    <a:pt x="53" y="406"/>
                    <a:pt x="51" y="404"/>
                  </a:cubicBezTo>
                  <a:cubicBezTo>
                    <a:pt x="49" y="402"/>
                    <a:pt x="44" y="399"/>
                    <a:pt x="41" y="399"/>
                  </a:cubicBezTo>
                  <a:cubicBezTo>
                    <a:pt x="39" y="398"/>
                    <a:pt x="34" y="399"/>
                    <a:pt x="32" y="398"/>
                  </a:cubicBezTo>
                  <a:cubicBezTo>
                    <a:pt x="29" y="397"/>
                    <a:pt x="25" y="395"/>
                    <a:pt x="23" y="393"/>
                  </a:cubicBezTo>
                  <a:cubicBezTo>
                    <a:pt x="21" y="392"/>
                    <a:pt x="20" y="386"/>
                    <a:pt x="19" y="384"/>
                  </a:cubicBezTo>
                  <a:cubicBezTo>
                    <a:pt x="18" y="383"/>
                    <a:pt x="16" y="380"/>
                    <a:pt x="15" y="379"/>
                  </a:cubicBezTo>
                  <a:cubicBezTo>
                    <a:pt x="15" y="379"/>
                    <a:pt x="20" y="373"/>
                    <a:pt x="21" y="371"/>
                  </a:cubicBezTo>
                  <a:cubicBezTo>
                    <a:pt x="22" y="370"/>
                    <a:pt x="23" y="366"/>
                    <a:pt x="24" y="364"/>
                  </a:cubicBezTo>
                  <a:cubicBezTo>
                    <a:pt x="25" y="363"/>
                    <a:pt x="26" y="360"/>
                    <a:pt x="27" y="358"/>
                  </a:cubicBezTo>
                  <a:cubicBezTo>
                    <a:pt x="28" y="356"/>
                    <a:pt x="31" y="352"/>
                    <a:pt x="33" y="350"/>
                  </a:cubicBezTo>
                  <a:cubicBezTo>
                    <a:pt x="34" y="347"/>
                    <a:pt x="35" y="342"/>
                    <a:pt x="37" y="340"/>
                  </a:cubicBezTo>
                  <a:cubicBezTo>
                    <a:pt x="39" y="338"/>
                    <a:pt x="43" y="334"/>
                    <a:pt x="45" y="333"/>
                  </a:cubicBezTo>
                  <a:cubicBezTo>
                    <a:pt x="48" y="333"/>
                    <a:pt x="53" y="333"/>
                    <a:pt x="54" y="335"/>
                  </a:cubicBezTo>
                  <a:cubicBezTo>
                    <a:pt x="55" y="336"/>
                    <a:pt x="55" y="340"/>
                    <a:pt x="55" y="341"/>
                  </a:cubicBezTo>
                  <a:cubicBezTo>
                    <a:pt x="55" y="344"/>
                    <a:pt x="54" y="348"/>
                    <a:pt x="54" y="351"/>
                  </a:cubicBezTo>
                  <a:cubicBezTo>
                    <a:pt x="55" y="352"/>
                    <a:pt x="57" y="355"/>
                    <a:pt x="59" y="356"/>
                  </a:cubicBezTo>
                  <a:cubicBezTo>
                    <a:pt x="60" y="356"/>
                    <a:pt x="64" y="355"/>
                    <a:pt x="66" y="354"/>
                  </a:cubicBezTo>
                  <a:cubicBezTo>
                    <a:pt x="68" y="353"/>
                    <a:pt x="71" y="349"/>
                    <a:pt x="73" y="347"/>
                  </a:cubicBezTo>
                  <a:cubicBezTo>
                    <a:pt x="74" y="345"/>
                    <a:pt x="76" y="342"/>
                    <a:pt x="77" y="340"/>
                  </a:cubicBezTo>
                  <a:cubicBezTo>
                    <a:pt x="79" y="339"/>
                    <a:pt x="81" y="336"/>
                    <a:pt x="82" y="335"/>
                  </a:cubicBezTo>
                  <a:cubicBezTo>
                    <a:pt x="84" y="334"/>
                    <a:pt x="89" y="332"/>
                    <a:pt x="91" y="332"/>
                  </a:cubicBezTo>
                  <a:cubicBezTo>
                    <a:pt x="94" y="331"/>
                    <a:pt x="100" y="330"/>
                    <a:pt x="103" y="329"/>
                  </a:cubicBezTo>
                  <a:cubicBezTo>
                    <a:pt x="107" y="327"/>
                    <a:pt x="113" y="323"/>
                    <a:pt x="116" y="322"/>
                  </a:cubicBezTo>
                  <a:cubicBezTo>
                    <a:pt x="120" y="320"/>
                    <a:pt x="127" y="318"/>
                    <a:pt x="131" y="316"/>
                  </a:cubicBezTo>
                  <a:cubicBezTo>
                    <a:pt x="134" y="315"/>
                    <a:pt x="139" y="312"/>
                    <a:pt x="141" y="310"/>
                  </a:cubicBezTo>
                  <a:cubicBezTo>
                    <a:pt x="143" y="309"/>
                    <a:pt x="146" y="306"/>
                    <a:pt x="148" y="305"/>
                  </a:cubicBezTo>
                  <a:cubicBezTo>
                    <a:pt x="151" y="303"/>
                    <a:pt x="157" y="300"/>
                    <a:pt x="160" y="298"/>
                  </a:cubicBezTo>
                  <a:cubicBezTo>
                    <a:pt x="162" y="296"/>
                    <a:pt x="166" y="293"/>
                    <a:pt x="168" y="292"/>
                  </a:cubicBezTo>
                  <a:cubicBezTo>
                    <a:pt x="171" y="291"/>
                    <a:pt x="177" y="290"/>
                    <a:pt x="181" y="290"/>
                  </a:cubicBezTo>
                  <a:cubicBezTo>
                    <a:pt x="184" y="289"/>
                    <a:pt x="191" y="287"/>
                    <a:pt x="195" y="288"/>
                  </a:cubicBezTo>
                  <a:cubicBezTo>
                    <a:pt x="198" y="288"/>
                    <a:pt x="202" y="290"/>
                    <a:pt x="204" y="292"/>
                  </a:cubicBezTo>
                  <a:cubicBezTo>
                    <a:pt x="206" y="293"/>
                    <a:pt x="208" y="296"/>
                    <a:pt x="209" y="298"/>
                  </a:cubicBezTo>
                  <a:cubicBezTo>
                    <a:pt x="210" y="301"/>
                    <a:pt x="209" y="306"/>
                    <a:pt x="211" y="308"/>
                  </a:cubicBezTo>
                  <a:cubicBezTo>
                    <a:pt x="212" y="310"/>
                    <a:pt x="218" y="311"/>
                    <a:pt x="220" y="311"/>
                  </a:cubicBezTo>
                  <a:cubicBezTo>
                    <a:pt x="223" y="311"/>
                    <a:pt x="228" y="310"/>
                    <a:pt x="230" y="308"/>
                  </a:cubicBezTo>
                  <a:cubicBezTo>
                    <a:pt x="232" y="307"/>
                    <a:pt x="233" y="302"/>
                    <a:pt x="234" y="300"/>
                  </a:cubicBezTo>
                  <a:cubicBezTo>
                    <a:pt x="236" y="297"/>
                    <a:pt x="239" y="293"/>
                    <a:pt x="241" y="292"/>
                  </a:cubicBezTo>
                  <a:cubicBezTo>
                    <a:pt x="243" y="290"/>
                    <a:pt x="249" y="288"/>
                    <a:pt x="251" y="287"/>
                  </a:cubicBezTo>
                  <a:cubicBezTo>
                    <a:pt x="252" y="285"/>
                    <a:pt x="256" y="283"/>
                    <a:pt x="257" y="281"/>
                  </a:cubicBezTo>
                  <a:cubicBezTo>
                    <a:pt x="258" y="279"/>
                    <a:pt x="258" y="274"/>
                    <a:pt x="258" y="272"/>
                  </a:cubicBezTo>
                  <a:cubicBezTo>
                    <a:pt x="257" y="268"/>
                    <a:pt x="252" y="264"/>
                    <a:pt x="251" y="261"/>
                  </a:cubicBezTo>
                  <a:cubicBezTo>
                    <a:pt x="249" y="258"/>
                    <a:pt x="250" y="252"/>
                    <a:pt x="248" y="250"/>
                  </a:cubicBezTo>
                  <a:cubicBezTo>
                    <a:pt x="247" y="247"/>
                    <a:pt x="242" y="243"/>
                    <a:pt x="239" y="242"/>
                  </a:cubicBezTo>
                  <a:cubicBezTo>
                    <a:pt x="236" y="241"/>
                    <a:pt x="230" y="242"/>
                    <a:pt x="227" y="241"/>
                  </a:cubicBezTo>
                  <a:cubicBezTo>
                    <a:pt x="225" y="240"/>
                    <a:pt x="221" y="236"/>
                    <a:pt x="221" y="234"/>
                  </a:cubicBezTo>
                  <a:cubicBezTo>
                    <a:pt x="221" y="230"/>
                    <a:pt x="229" y="225"/>
                    <a:pt x="231" y="223"/>
                  </a:cubicBezTo>
                  <a:cubicBezTo>
                    <a:pt x="234" y="220"/>
                    <a:pt x="239" y="215"/>
                    <a:pt x="241" y="212"/>
                  </a:cubicBezTo>
                  <a:cubicBezTo>
                    <a:pt x="243" y="208"/>
                    <a:pt x="247" y="202"/>
                    <a:pt x="247" y="198"/>
                  </a:cubicBezTo>
                  <a:cubicBezTo>
                    <a:pt x="248" y="195"/>
                    <a:pt x="249" y="188"/>
                    <a:pt x="247" y="186"/>
                  </a:cubicBezTo>
                  <a:cubicBezTo>
                    <a:pt x="245" y="184"/>
                    <a:pt x="237" y="185"/>
                    <a:pt x="234" y="184"/>
                  </a:cubicBezTo>
                  <a:cubicBezTo>
                    <a:pt x="231" y="183"/>
                    <a:pt x="227" y="180"/>
                    <a:pt x="226" y="178"/>
                  </a:cubicBezTo>
                  <a:cubicBezTo>
                    <a:pt x="223" y="174"/>
                    <a:pt x="222" y="164"/>
                    <a:pt x="220" y="159"/>
                  </a:cubicBezTo>
                  <a:cubicBezTo>
                    <a:pt x="219" y="154"/>
                    <a:pt x="217" y="143"/>
                    <a:pt x="216" y="137"/>
                  </a:cubicBezTo>
                  <a:cubicBezTo>
                    <a:pt x="215" y="132"/>
                    <a:pt x="215" y="122"/>
                    <a:pt x="214" y="117"/>
                  </a:cubicBezTo>
                  <a:cubicBezTo>
                    <a:pt x="214" y="117"/>
                    <a:pt x="214" y="116"/>
                    <a:pt x="214" y="116"/>
                  </a:cubicBezTo>
                  <a:cubicBezTo>
                    <a:pt x="216" y="115"/>
                    <a:pt x="218" y="114"/>
                    <a:pt x="219" y="114"/>
                  </a:cubicBezTo>
                  <a:cubicBezTo>
                    <a:pt x="220" y="113"/>
                    <a:pt x="223" y="112"/>
                    <a:pt x="225" y="111"/>
                  </a:cubicBezTo>
                  <a:cubicBezTo>
                    <a:pt x="227" y="110"/>
                    <a:pt x="232" y="108"/>
                    <a:pt x="234" y="107"/>
                  </a:cubicBezTo>
                  <a:cubicBezTo>
                    <a:pt x="238" y="107"/>
                    <a:pt x="245" y="106"/>
                    <a:pt x="248" y="106"/>
                  </a:cubicBezTo>
                  <a:cubicBezTo>
                    <a:pt x="251" y="106"/>
                    <a:pt x="256" y="105"/>
                    <a:pt x="258" y="104"/>
                  </a:cubicBezTo>
                  <a:cubicBezTo>
                    <a:pt x="260" y="103"/>
                    <a:pt x="263" y="99"/>
                    <a:pt x="265" y="98"/>
                  </a:cubicBezTo>
                  <a:cubicBezTo>
                    <a:pt x="267" y="96"/>
                    <a:pt x="271" y="95"/>
                    <a:pt x="273" y="94"/>
                  </a:cubicBezTo>
                  <a:cubicBezTo>
                    <a:pt x="274" y="93"/>
                    <a:pt x="277" y="89"/>
                    <a:pt x="278" y="87"/>
                  </a:cubicBezTo>
                  <a:cubicBezTo>
                    <a:pt x="279" y="84"/>
                    <a:pt x="280" y="77"/>
                    <a:pt x="280" y="74"/>
                  </a:cubicBezTo>
                  <a:cubicBezTo>
                    <a:pt x="280" y="71"/>
                    <a:pt x="279" y="65"/>
                    <a:pt x="280" y="62"/>
                  </a:cubicBezTo>
                  <a:cubicBezTo>
                    <a:pt x="280" y="58"/>
                    <a:pt x="281" y="50"/>
                    <a:pt x="282" y="47"/>
                  </a:cubicBezTo>
                  <a:cubicBezTo>
                    <a:pt x="283" y="46"/>
                    <a:pt x="284" y="44"/>
                    <a:pt x="285" y="42"/>
                  </a:cubicBezTo>
                  <a:cubicBezTo>
                    <a:pt x="288" y="41"/>
                    <a:pt x="292" y="40"/>
                    <a:pt x="294" y="39"/>
                  </a:cubicBezTo>
                  <a:cubicBezTo>
                    <a:pt x="297" y="37"/>
                    <a:pt x="302" y="32"/>
                    <a:pt x="306" y="32"/>
                  </a:cubicBezTo>
                  <a:cubicBezTo>
                    <a:pt x="308" y="31"/>
                    <a:pt x="313" y="32"/>
                    <a:pt x="315" y="32"/>
                  </a:cubicBezTo>
                  <a:cubicBezTo>
                    <a:pt x="317" y="31"/>
                    <a:pt x="319" y="28"/>
                    <a:pt x="320" y="27"/>
                  </a:cubicBezTo>
                  <a:cubicBezTo>
                    <a:pt x="321" y="26"/>
                    <a:pt x="323" y="22"/>
                    <a:pt x="324" y="21"/>
                  </a:cubicBezTo>
                  <a:cubicBezTo>
                    <a:pt x="326" y="20"/>
                    <a:pt x="328" y="17"/>
                    <a:pt x="330" y="17"/>
                  </a:cubicBezTo>
                  <a:cubicBezTo>
                    <a:pt x="331" y="16"/>
                    <a:pt x="335" y="15"/>
                    <a:pt x="336" y="16"/>
                  </a:cubicBezTo>
                  <a:cubicBezTo>
                    <a:pt x="337" y="16"/>
                    <a:pt x="337" y="19"/>
                    <a:pt x="337" y="20"/>
                  </a:cubicBezTo>
                  <a:cubicBezTo>
                    <a:pt x="337" y="21"/>
                    <a:pt x="334" y="24"/>
                    <a:pt x="334" y="26"/>
                  </a:cubicBezTo>
                  <a:cubicBezTo>
                    <a:pt x="335" y="27"/>
                    <a:pt x="338" y="28"/>
                    <a:pt x="339" y="28"/>
                  </a:cubicBezTo>
                  <a:cubicBezTo>
                    <a:pt x="340" y="28"/>
                    <a:pt x="343" y="28"/>
                    <a:pt x="344" y="28"/>
                  </a:cubicBezTo>
                  <a:cubicBezTo>
                    <a:pt x="345" y="27"/>
                    <a:pt x="345" y="25"/>
                    <a:pt x="345" y="23"/>
                  </a:cubicBezTo>
                  <a:cubicBezTo>
                    <a:pt x="345" y="22"/>
                    <a:pt x="343" y="17"/>
                    <a:pt x="344" y="16"/>
                  </a:cubicBezTo>
                  <a:cubicBezTo>
                    <a:pt x="345" y="14"/>
                    <a:pt x="349" y="14"/>
                    <a:pt x="350" y="13"/>
                  </a:cubicBezTo>
                  <a:cubicBezTo>
                    <a:pt x="351" y="13"/>
                    <a:pt x="353" y="11"/>
                    <a:pt x="353" y="10"/>
                  </a:cubicBezTo>
                  <a:cubicBezTo>
                    <a:pt x="354" y="9"/>
                    <a:pt x="354" y="4"/>
                    <a:pt x="355" y="3"/>
                  </a:cubicBezTo>
                  <a:cubicBezTo>
                    <a:pt x="356" y="2"/>
                    <a:pt x="360" y="0"/>
                    <a:pt x="361" y="0"/>
                  </a:cubicBezTo>
                  <a:cubicBezTo>
                    <a:pt x="363" y="0"/>
                    <a:pt x="366" y="2"/>
                    <a:pt x="368" y="3"/>
                  </a:cubicBezTo>
                  <a:cubicBezTo>
                    <a:pt x="370" y="3"/>
                    <a:pt x="373" y="6"/>
                    <a:pt x="374" y="8"/>
                  </a:cubicBezTo>
                  <a:cubicBezTo>
                    <a:pt x="375" y="9"/>
                    <a:pt x="377" y="12"/>
                    <a:pt x="378" y="14"/>
                  </a:cubicBezTo>
                  <a:cubicBezTo>
                    <a:pt x="380" y="16"/>
                    <a:pt x="382" y="20"/>
                    <a:pt x="384" y="20"/>
                  </a:cubicBezTo>
                  <a:cubicBezTo>
                    <a:pt x="386" y="21"/>
                    <a:pt x="389" y="18"/>
                    <a:pt x="391" y="17"/>
                  </a:cubicBezTo>
                  <a:cubicBezTo>
                    <a:pt x="393" y="16"/>
                    <a:pt x="396" y="12"/>
                    <a:pt x="399" y="11"/>
                  </a:cubicBezTo>
                  <a:cubicBezTo>
                    <a:pt x="400" y="10"/>
                    <a:pt x="404" y="9"/>
                    <a:pt x="406" y="9"/>
                  </a:cubicBezTo>
                  <a:cubicBezTo>
                    <a:pt x="408" y="10"/>
                    <a:pt x="411" y="12"/>
                    <a:pt x="412" y="13"/>
                  </a:cubicBezTo>
                  <a:cubicBezTo>
                    <a:pt x="414" y="14"/>
                    <a:pt x="417" y="17"/>
                    <a:pt x="419" y="18"/>
                  </a:cubicBezTo>
                  <a:cubicBezTo>
                    <a:pt x="421" y="19"/>
                    <a:pt x="425" y="22"/>
                    <a:pt x="427" y="23"/>
                  </a:cubicBezTo>
                  <a:cubicBezTo>
                    <a:pt x="429" y="24"/>
                    <a:pt x="433" y="26"/>
                    <a:pt x="435" y="27"/>
                  </a:cubicBezTo>
                  <a:cubicBezTo>
                    <a:pt x="436" y="27"/>
                    <a:pt x="439" y="27"/>
                    <a:pt x="440" y="28"/>
                  </a:cubicBezTo>
                  <a:cubicBezTo>
                    <a:pt x="440" y="29"/>
                    <a:pt x="441" y="31"/>
                    <a:pt x="441" y="32"/>
                  </a:cubicBezTo>
                  <a:cubicBezTo>
                    <a:pt x="441" y="33"/>
                    <a:pt x="440" y="34"/>
                    <a:pt x="440" y="34"/>
                  </a:cubicBezTo>
                  <a:cubicBezTo>
                    <a:pt x="440" y="35"/>
                    <a:pt x="439" y="36"/>
                    <a:pt x="440" y="37"/>
                  </a:cubicBezTo>
                  <a:cubicBezTo>
                    <a:pt x="440" y="38"/>
                    <a:pt x="444" y="40"/>
                    <a:pt x="445" y="41"/>
                  </a:cubicBezTo>
                  <a:cubicBezTo>
                    <a:pt x="445" y="42"/>
                    <a:pt x="446" y="45"/>
                    <a:pt x="446" y="46"/>
                  </a:cubicBezTo>
                  <a:cubicBezTo>
                    <a:pt x="446" y="47"/>
                    <a:pt x="445" y="49"/>
                    <a:pt x="445" y="50"/>
                  </a:cubicBezTo>
                  <a:cubicBezTo>
                    <a:pt x="444" y="51"/>
                    <a:pt x="443" y="54"/>
                    <a:pt x="443" y="55"/>
                  </a:cubicBezTo>
                  <a:cubicBezTo>
                    <a:pt x="442" y="56"/>
                    <a:pt x="441" y="58"/>
                    <a:pt x="440" y="59"/>
                  </a:cubicBezTo>
                  <a:cubicBezTo>
                    <a:pt x="440" y="60"/>
                    <a:pt x="438" y="62"/>
                    <a:pt x="438" y="63"/>
                  </a:cubicBezTo>
                  <a:cubicBezTo>
                    <a:pt x="437" y="64"/>
                    <a:pt x="434" y="66"/>
                    <a:pt x="433" y="66"/>
                  </a:cubicBezTo>
                  <a:cubicBezTo>
                    <a:pt x="432" y="67"/>
                    <a:pt x="429" y="69"/>
                    <a:pt x="428" y="69"/>
                  </a:cubicBezTo>
                  <a:cubicBezTo>
                    <a:pt x="426" y="70"/>
                    <a:pt x="423" y="69"/>
                    <a:pt x="421" y="70"/>
                  </a:cubicBezTo>
                  <a:cubicBezTo>
                    <a:pt x="420" y="71"/>
                    <a:pt x="419" y="73"/>
                    <a:pt x="418" y="74"/>
                  </a:cubicBezTo>
                  <a:cubicBezTo>
                    <a:pt x="417" y="75"/>
                    <a:pt x="416" y="77"/>
                    <a:pt x="415" y="78"/>
                  </a:cubicBezTo>
                  <a:cubicBezTo>
                    <a:pt x="414" y="79"/>
                    <a:pt x="412" y="79"/>
                    <a:pt x="411" y="80"/>
                  </a:cubicBezTo>
                  <a:cubicBezTo>
                    <a:pt x="410" y="81"/>
                    <a:pt x="409" y="84"/>
                    <a:pt x="408" y="85"/>
                  </a:cubicBezTo>
                  <a:cubicBezTo>
                    <a:pt x="408" y="86"/>
                    <a:pt x="407" y="90"/>
                    <a:pt x="406" y="90"/>
                  </a:cubicBezTo>
                  <a:cubicBezTo>
                    <a:pt x="406" y="91"/>
                    <a:pt x="404" y="90"/>
                    <a:pt x="404" y="90"/>
                  </a:cubicBezTo>
                  <a:cubicBezTo>
                    <a:pt x="403" y="90"/>
                    <a:pt x="402" y="92"/>
                    <a:pt x="401" y="93"/>
                  </a:cubicBezTo>
                  <a:cubicBezTo>
                    <a:pt x="400" y="94"/>
                    <a:pt x="400" y="98"/>
                    <a:pt x="399" y="99"/>
                  </a:cubicBezTo>
                  <a:cubicBezTo>
                    <a:pt x="399" y="100"/>
                    <a:pt x="398" y="103"/>
                    <a:pt x="397" y="104"/>
                  </a:cubicBezTo>
                  <a:cubicBezTo>
                    <a:pt x="396" y="104"/>
                    <a:pt x="394" y="104"/>
                    <a:pt x="394" y="104"/>
                  </a:cubicBezTo>
                  <a:cubicBezTo>
                    <a:pt x="392" y="105"/>
                    <a:pt x="391" y="109"/>
                    <a:pt x="390" y="111"/>
                  </a:cubicBezTo>
                  <a:cubicBezTo>
                    <a:pt x="390" y="112"/>
                    <a:pt x="391" y="115"/>
                    <a:pt x="391" y="117"/>
                  </a:cubicBezTo>
                  <a:cubicBezTo>
                    <a:pt x="390" y="119"/>
                    <a:pt x="389" y="123"/>
                    <a:pt x="389" y="125"/>
                  </a:cubicBezTo>
                  <a:cubicBezTo>
                    <a:pt x="389" y="127"/>
                    <a:pt x="390" y="130"/>
                    <a:pt x="390" y="132"/>
                  </a:cubicBezTo>
                  <a:cubicBezTo>
                    <a:pt x="390" y="134"/>
                    <a:pt x="391" y="138"/>
                    <a:pt x="391" y="139"/>
                  </a:cubicBezTo>
                  <a:cubicBezTo>
                    <a:pt x="391" y="141"/>
                    <a:pt x="390" y="144"/>
                    <a:pt x="390" y="146"/>
                  </a:cubicBezTo>
                  <a:cubicBezTo>
                    <a:pt x="390" y="147"/>
                    <a:pt x="390" y="150"/>
                    <a:pt x="390" y="152"/>
                  </a:cubicBezTo>
                  <a:cubicBezTo>
                    <a:pt x="390" y="153"/>
                    <a:pt x="391" y="156"/>
                    <a:pt x="390" y="157"/>
                  </a:cubicBezTo>
                  <a:cubicBezTo>
                    <a:pt x="390" y="157"/>
                    <a:pt x="389" y="158"/>
                    <a:pt x="389" y="158"/>
                  </a:cubicBezTo>
                  <a:cubicBezTo>
                    <a:pt x="388" y="159"/>
                    <a:pt x="387" y="161"/>
                    <a:pt x="386" y="162"/>
                  </a:cubicBezTo>
                  <a:cubicBezTo>
                    <a:pt x="385" y="163"/>
                    <a:pt x="384" y="165"/>
                    <a:pt x="383" y="166"/>
                  </a:cubicBezTo>
                  <a:cubicBezTo>
                    <a:pt x="382" y="167"/>
                    <a:pt x="379" y="167"/>
                    <a:pt x="377" y="167"/>
                  </a:cubicBezTo>
                  <a:cubicBezTo>
                    <a:pt x="375" y="167"/>
                    <a:pt x="371" y="167"/>
                    <a:pt x="369" y="168"/>
                  </a:cubicBezTo>
                  <a:cubicBezTo>
                    <a:pt x="368" y="169"/>
                    <a:pt x="367" y="171"/>
                    <a:pt x="366" y="171"/>
                  </a:cubicBezTo>
                  <a:cubicBezTo>
                    <a:pt x="364" y="172"/>
                    <a:pt x="361" y="173"/>
                    <a:pt x="359" y="173"/>
                  </a:cubicBezTo>
                  <a:cubicBezTo>
                    <a:pt x="358" y="173"/>
                    <a:pt x="356" y="173"/>
                    <a:pt x="354" y="173"/>
                  </a:cubicBezTo>
                  <a:cubicBezTo>
                    <a:pt x="353" y="173"/>
                    <a:pt x="350" y="172"/>
                    <a:pt x="348" y="172"/>
                  </a:cubicBezTo>
                  <a:cubicBezTo>
                    <a:pt x="346" y="171"/>
                    <a:pt x="344" y="172"/>
                    <a:pt x="342" y="172"/>
                  </a:cubicBezTo>
                  <a:cubicBezTo>
                    <a:pt x="341" y="172"/>
                    <a:pt x="338" y="171"/>
                    <a:pt x="337" y="171"/>
                  </a:cubicBezTo>
                  <a:cubicBezTo>
                    <a:pt x="335" y="171"/>
                    <a:pt x="332" y="172"/>
                    <a:pt x="330" y="173"/>
                  </a:cubicBezTo>
                  <a:cubicBezTo>
                    <a:pt x="329" y="174"/>
                    <a:pt x="328" y="175"/>
                    <a:pt x="328" y="176"/>
                  </a:cubicBezTo>
                  <a:cubicBezTo>
                    <a:pt x="329" y="177"/>
                    <a:pt x="331" y="177"/>
                    <a:pt x="332" y="177"/>
                  </a:cubicBezTo>
                  <a:cubicBezTo>
                    <a:pt x="334" y="177"/>
                    <a:pt x="336" y="177"/>
                    <a:pt x="337" y="177"/>
                  </a:cubicBezTo>
                  <a:cubicBezTo>
                    <a:pt x="339" y="177"/>
                    <a:pt x="341" y="177"/>
                    <a:pt x="343" y="177"/>
                  </a:cubicBezTo>
                  <a:cubicBezTo>
                    <a:pt x="344" y="177"/>
                    <a:pt x="348" y="177"/>
                    <a:pt x="349" y="177"/>
                  </a:cubicBezTo>
                  <a:cubicBezTo>
                    <a:pt x="351" y="177"/>
                    <a:pt x="353" y="176"/>
                    <a:pt x="354" y="176"/>
                  </a:cubicBezTo>
                  <a:cubicBezTo>
                    <a:pt x="356" y="175"/>
                    <a:pt x="360" y="176"/>
                    <a:pt x="361" y="176"/>
                  </a:cubicBezTo>
                  <a:cubicBezTo>
                    <a:pt x="363" y="175"/>
                    <a:pt x="367" y="174"/>
                    <a:pt x="369" y="173"/>
                  </a:cubicBezTo>
                  <a:cubicBezTo>
                    <a:pt x="371" y="173"/>
                    <a:pt x="375" y="172"/>
                    <a:pt x="377" y="172"/>
                  </a:cubicBezTo>
                  <a:cubicBezTo>
                    <a:pt x="379" y="171"/>
                    <a:pt x="382" y="170"/>
                    <a:pt x="384" y="169"/>
                  </a:cubicBezTo>
                  <a:cubicBezTo>
                    <a:pt x="385" y="168"/>
                    <a:pt x="388" y="167"/>
                    <a:pt x="390" y="167"/>
                  </a:cubicBezTo>
                  <a:cubicBezTo>
                    <a:pt x="391" y="167"/>
                    <a:pt x="395" y="167"/>
                    <a:pt x="397" y="168"/>
                  </a:cubicBezTo>
                  <a:cubicBezTo>
                    <a:pt x="398" y="168"/>
                    <a:pt x="400" y="170"/>
                    <a:pt x="402" y="170"/>
                  </a:cubicBezTo>
                  <a:cubicBezTo>
                    <a:pt x="403" y="171"/>
                    <a:pt x="405" y="172"/>
                    <a:pt x="406" y="173"/>
                  </a:cubicBezTo>
                  <a:cubicBezTo>
                    <a:pt x="407" y="174"/>
                    <a:pt x="410" y="175"/>
                    <a:pt x="411" y="176"/>
                  </a:cubicBezTo>
                  <a:cubicBezTo>
                    <a:pt x="413" y="177"/>
                    <a:pt x="417" y="177"/>
                    <a:pt x="419" y="177"/>
                  </a:cubicBezTo>
                  <a:cubicBezTo>
                    <a:pt x="421" y="177"/>
                    <a:pt x="425" y="177"/>
                    <a:pt x="427" y="177"/>
                  </a:cubicBezTo>
                  <a:cubicBezTo>
                    <a:pt x="427" y="177"/>
                    <a:pt x="429" y="177"/>
                    <a:pt x="430" y="177"/>
                  </a:cubicBezTo>
                  <a:cubicBezTo>
                    <a:pt x="430" y="176"/>
                    <a:pt x="430" y="173"/>
                    <a:pt x="429" y="172"/>
                  </a:cubicBezTo>
                  <a:cubicBezTo>
                    <a:pt x="429" y="171"/>
                    <a:pt x="427" y="170"/>
                    <a:pt x="427" y="169"/>
                  </a:cubicBezTo>
                  <a:cubicBezTo>
                    <a:pt x="426" y="169"/>
                    <a:pt x="424" y="168"/>
                    <a:pt x="423" y="167"/>
                  </a:cubicBezTo>
                  <a:cubicBezTo>
                    <a:pt x="421" y="167"/>
                    <a:pt x="419" y="168"/>
                    <a:pt x="417" y="168"/>
                  </a:cubicBezTo>
                  <a:cubicBezTo>
                    <a:pt x="416" y="167"/>
                    <a:pt x="414" y="166"/>
                    <a:pt x="413" y="166"/>
                  </a:cubicBezTo>
                  <a:cubicBezTo>
                    <a:pt x="412" y="166"/>
                    <a:pt x="410" y="164"/>
                    <a:pt x="408" y="164"/>
                  </a:cubicBezTo>
                  <a:cubicBezTo>
                    <a:pt x="407" y="164"/>
                    <a:pt x="405" y="166"/>
                    <a:pt x="404" y="166"/>
                  </a:cubicBezTo>
                  <a:cubicBezTo>
                    <a:pt x="404" y="166"/>
                    <a:pt x="402" y="165"/>
                    <a:pt x="401" y="165"/>
                  </a:cubicBezTo>
                  <a:cubicBezTo>
                    <a:pt x="400" y="164"/>
                    <a:pt x="398" y="163"/>
                    <a:pt x="397" y="162"/>
                  </a:cubicBezTo>
                  <a:cubicBezTo>
                    <a:pt x="397" y="162"/>
                    <a:pt x="396" y="160"/>
                    <a:pt x="397" y="159"/>
                  </a:cubicBezTo>
                  <a:cubicBezTo>
                    <a:pt x="397" y="158"/>
                    <a:pt x="400" y="157"/>
                    <a:pt x="400" y="155"/>
                  </a:cubicBezTo>
                  <a:cubicBezTo>
                    <a:pt x="401" y="155"/>
                    <a:pt x="401" y="152"/>
                    <a:pt x="401" y="151"/>
                  </a:cubicBezTo>
                  <a:cubicBezTo>
                    <a:pt x="401" y="150"/>
                    <a:pt x="399" y="147"/>
                    <a:pt x="398" y="146"/>
                  </a:cubicBezTo>
                  <a:cubicBezTo>
                    <a:pt x="398" y="144"/>
                    <a:pt x="397" y="140"/>
                    <a:pt x="397" y="137"/>
                  </a:cubicBezTo>
                  <a:cubicBezTo>
                    <a:pt x="398" y="135"/>
                    <a:pt x="400" y="132"/>
                    <a:pt x="401" y="130"/>
                  </a:cubicBezTo>
                  <a:cubicBezTo>
                    <a:pt x="402" y="128"/>
                    <a:pt x="403" y="123"/>
                    <a:pt x="404" y="121"/>
                  </a:cubicBezTo>
                  <a:cubicBezTo>
                    <a:pt x="404" y="119"/>
                    <a:pt x="404" y="114"/>
                    <a:pt x="405" y="112"/>
                  </a:cubicBezTo>
                  <a:cubicBezTo>
                    <a:pt x="406" y="110"/>
                    <a:pt x="408" y="106"/>
                    <a:pt x="408" y="104"/>
                  </a:cubicBezTo>
                  <a:cubicBezTo>
                    <a:pt x="409" y="101"/>
                    <a:pt x="410" y="96"/>
                    <a:pt x="412" y="93"/>
                  </a:cubicBezTo>
                  <a:cubicBezTo>
                    <a:pt x="412" y="92"/>
                    <a:pt x="415" y="91"/>
                    <a:pt x="416" y="91"/>
                  </a:cubicBezTo>
                  <a:cubicBezTo>
                    <a:pt x="418" y="89"/>
                    <a:pt x="421" y="86"/>
                    <a:pt x="422" y="85"/>
                  </a:cubicBezTo>
                  <a:cubicBezTo>
                    <a:pt x="423" y="83"/>
                    <a:pt x="422" y="80"/>
                    <a:pt x="423" y="78"/>
                  </a:cubicBezTo>
                  <a:cubicBezTo>
                    <a:pt x="424" y="77"/>
                    <a:pt x="426" y="76"/>
                    <a:pt x="428" y="76"/>
                  </a:cubicBezTo>
                  <a:cubicBezTo>
                    <a:pt x="429" y="76"/>
                    <a:pt x="431" y="77"/>
                    <a:pt x="432" y="78"/>
                  </a:cubicBezTo>
                  <a:cubicBezTo>
                    <a:pt x="434" y="79"/>
                    <a:pt x="437" y="81"/>
                    <a:pt x="438" y="82"/>
                  </a:cubicBezTo>
                  <a:cubicBezTo>
                    <a:pt x="439" y="83"/>
                    <a:pt x="442" y="83"/>
                    <a:pt x="442" y="84"/>
                  </a:cubicBezTo>
                  <a:cubicBezTo>
                    <a:pt x="443" y="86"/>
                    <a:pt x="443" y="91"/>
                    <a:pt x="443" y="94"/>
                  </a:cubicBezTo>
                  <a:cubicBezTo>
                    <a:pt x="444" y="96"/>
                    <a:pt x="445" y="100"/>
                    <a:pt x="446" y="102"/>
                  </a:cubicBezTo>
                  <a:cubicBezTo>
                    <a:pt x="448" y="104"/>
                    <a:pt x="450" y="107"/>
                    <a:pt x="452" y="108"/>
                  </a:cubicBezTo>
                  <a:cubicBezTo>
                    <a:pt x="454" y="111"/>
                    <a:pt x="458" y="115"/>
                    <a:pt x="460" y="118"/>
                  </a:cubicBezTo>
                  <a:cubicBezTo>
                    <a:pt x="461" y="119"/>
                    <a:pt x="463" y="122"/>
                    <a:pt x="464" y="124"/>
                  </a:cubicBezTo>
                  <a:cubicBezTo>
                    <a:pt x="466" y="125"/>
                    <a:pt x="470" y="126"/>
                    <a:pt x="472" y="127"/>
                  </a:cubicBezTo>
                  <a:cubicBezTo>
                    <a:pt x="475" y="128"/>
                    <a:pt x="481" y="129"/>
                    <a:pt x="484" y="130"/>
                  </a:cubicBezTo>
                  <a:cubicBezTo>
                    <a:pt x="486" y="131"/>
                    <a:pt x="490" y="133"/>
                    <a:pt x="492" y="134"/>
                  </a:cubicBezTo>
                  <a:cubicBezTo>
                    <a:pt x="493" y="135"/>
                    <a:pt x="497" y="136"/>
                    <a:pt x="499" y="136"/>
                  </a:cubicBezTo>
                  <a:cubicBezTo>
                    <a:pt x="501" y="137"/>
                    <a:pt x="505" y="139"/>
                    <a:pt x="508" y="139"/>
                  </a:cubicBezTo>
                  <a:cubicBezTo>
                    <a:pt x="512" y="140"/>
                    <a:pt x="520" y="140"/>
                    <a:pt x="524" y="140"/>
                  </a:cubicBezTo>
                  <a:cubicBezTo>
                    <a:pt x="528" y="139"/>
                    <a:pt x="535" y="137"/>
                    <a:pt x="538" y="136"/>
                  </a:cubicBezTo>
                  <a:cubicBezTo>
                    <a:pt x="540" y="135"/>
                    <a:pt x="545" y="134"/>
                    <a:pt x="548" y="133"/>
                  </a:cubicBezTo>
                  <a:cubicBezTo>
                    <a:pt x="552" y="133"/>
                    <a:pt x="561" y="132"/>
                    <a:pt x="565" y="131"/>
                  </a:cubicBezTo>
                  <a:cubicBezTo>
                    <a:pt x="569" y="131"/>
                    <a:pt x="575" y="130"/>
                    <a:pt x="579" y="129"/>
                  </a:cubicBezTo>
                  <a:cubicBezTo>
                    <a:pt x="582" y="128"/>
                    <a:pt x="588" y="126"/>
                    <a:pt x="591" y="124"/>
                  </a:cubicBezTo>
                  <a:cubicBezTo>
                    <a:pt x="593" y="124"/>
                    <a:pt x="597" y="121"/>
                    <a:pt x="600" y="121"/>
                  </a:cubicBezTo>
                  <a:cubicBezTo>
                    <a:pt x="602" y="120"/>
                    <a:pt x="606" y="120"/>
                    <a:pt x="608" y="120"/>
                  </a:cubicBezTo>
                  <a:cubicBezTo>
                    <a:pt x="610" y="121"/>
                    <a:pt x="612" y="122"/>
                    <a:pt x="613" y="123"/>
                  </a:cubicBezTo>
                  <a:cubicBezTo>
                    <a:pt x="615" y="124"/>
                    <a:pt x="619" y="126"/>
                    <a:pt x="621" y="127"/>
                  </a:cubicBezTo>
                  <a:cubicBezTo>
                    <a:pt x="623" y="128"/>
                    <a:pt x="627" y="128"/>
                    <a:pt x="629" y="129"/>
                  </a:cubicBezTo>
                  <a:cubicBezTo>
                    <a:pt x="631" y="129"/>
                    <a:pt x="635" y="129"/>
                    <a:pt x="636" y="130"/>
                  </a:cubicBezTo>
                  <a:cubicBezTo>
                    <a:pt x="638" y="131"/>
                    <a:pt x="640" y="133"/>
                    <a:pt x="641" y="135"/>
                  </a:cubicBezTo>
                  <a:cubicBezTo>
                    <a:pt x="641" y="136"/>
                    <a:pt x="641" y="139"/>
                    <a:pt x="641" y="140"/>
                  </a:cubicBezTo>
                  <a:cubicBezTo>
                    <a:pt x="641" y="142"/>
                    <a:pt x="641" y="145"/>
                    <a:pt x="642" y="147"/>
                  </a:cubicBezTo>
                  <a:cubicBezTo>
                    <a:pt x="642" y="148"/>
                    <a:pt x="644" y="151"/>
                    <a:pt x="645" y="152"/>
                  </a:cubicBezTo>
                  <a:cubicBezTo>
                    <a:pt x="647" y="154"/>
                    <a:pt x="653" y="158"/>
                    <a:pt x="656" y="160"/>
                  </a:cubicBezTo>
                  <a:cubicBezTo>
                    <a:pt x="658" y="162"/>
                    <a:pt x="663" y="164"/>
                    <a:pt x="665" y="166"/>
                  </a:cubicBezTo>
                  <a:cubicBezTo>
                    <a:pt x="667" y="167"/>
                    <a:pt x="670" y="172"/>
                    <a:pt x="671" y="175"/>
                  </a:cubicBezTo>
                  <a:cubicBezTo>
                    <a:pt x="673" y="176"/>
                    <a:pt x="675" y="180"/>
                    <a:pt x="675" y="18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108"/>
            <p:cNvSpPr>
              <a:spLocks/>
            </p:cNvSpPr>
            <p:nvPr/>
          </p:nvSpPr>
          <p:spPr bwMode="auto">
            <a:xfrm>
              <a:off x="7324726" y="1752601"/>
              <a:ext cx="80963" cy="61913"/>
            </a:xfrm>
            <a:custGeom>
              <a:avLst/>
              <a:gdLst/>
              <a:ahLst/>
              <a:cxnLst>
                <a:cxn ang="0">
                  <a:pos x="37" y="20"/>
                </a:cxn>
                <a:cxn ang="0">
                  <a:pos x="32" y="25"/>
                </a:cxn>
                <a:cxn ang="0">
                  <a:pos x="27" y="33"/>
                </a:cxn>
                <a:cxn ang="0">
                  <a:pos x="23" y="38"/>
                </a:cxn>
                <a:cxn ang="0">
                  <a:pos x="14" y="36"/>
                </a:cxn>
                <a:cxn ang="0">
                  <a:pos x="10" y="29"/>
                </a:cxn>
                <a:cxn ang="0">
                  <a:pos x="3" y="22"/>
                </a:cxn>
                <a:cxn ang="0">
                  <a:pos x="0" y="17"/>
                </a:cxn>
                <a:cxn ang="0">
                  <a:pos x="5" y="12"/>
                </a:cxn>
                <a:cxn ang="0">
                  <a:pos x="14" y="11"/>
                </a:cxn>
                <a:cxn ang="0">
                  <a:pos x="28" y="8"/>
                </a:cxn>
                <a:cxn ang="0">
                  <a:pos x="34" y="4"/>
                </a:cxn>
                <a:cxn ang="0">
                  <a:pos x="44" y="1"/>
                </a:cxn>
                <a:cxn ang="0">
                  <a:pos x="51" y="2"/>
                </a:cxn>
                <a:cxn ang="0">
                  <a:pos x="51" y="7"/>
                </a:cxn>
                <a:cxn ang="0">
                  <a:pos x="46" y="12"/>
                </a:cxn>
                <a:cxn ang="0">
                  <a:pos x="41" y="13"/>
                </a:cxn>
                <a:cxn ang="0">
                  <a:pos x="37" y="20"/>
                </a:cxn>
              </a:cxnLst>
              <a:rect l="0" t="0" r="r" b="b"/>
              <a:pathLst>
                <a:path w="52" h="39">
                  <a:moveTo>
                    <a:pt x="37" y="20"/>
                  </a:moveTo>
                  <a:cubicBezTo>
                    <a:pt x="36" y="22"/>
                    <a:pt x="33" y="23"/>
                    <a:pt x="32" y="25"/>
                  </a:cubicBezTo>
                  <a:cubicBezTo>
                    <a:pt x="31" y="26"/>
                    <a:pt x="28" y="31"/>
                    <a:pt x="27" y="33"/>
                  </a:cubicBezTo>
                  <a:cubicBezTo>
                    <a:pt x="26" y="34"/>
                    <a:pt x="24" y="38"/>
                    <a:pt x="23" y="38"/>
                  </a:cubicBezTo>
                  <a:cubicBezTo>
                    <a:pt x="21" y="39"/>
                    <a:pt x="16" y="38"/>
                    <a:pt x="14" y="36"/>
                  </a:cubicBezTo>
                  <a:cubicBezTo>
                    <a:pt x="12" y="35"/>
                    <a:pt x="12" y="30"/>
                    <a:pt x="10" y="29"/>
                  </a:cubicBezTo>
                  <a:cubicBezTo>
                    <a:pt x="9" y="27"/>
                    <a:pt x="4" y="24"/>
                    <a:pt x="3" y="22"/>
                  </a:cubicBezTo>
                  <a:cubicBezTo>
                    <a:pt x="2" y="21"/>
                    <a:pt x="0" y="18"/>
                    <a:pt x="0" y="17"/>
                  </a:cubicBezTo>
                  <a:cubicBezTo>
                    <a:pt x="0" y="15"/>
                    <a:pt x="3" y="12"/>
                    <a:pt x="5" y="12"/>
                  </a:cubicBezTo>
                  <a:cubicBezTo>
                    <a:pt x="7" y="11"/>
                    <a:pt x="12" y="11"/>
                    <a:pt x="14" y="11"/>
                  </a:cubicBezTo>
                  <a:cubicBezTo>
                    <a:pt x="17" y="11"/>
                    <a:pt x="25" y="9"/>
                    <a:pt x="28" y="8"/>
                  </a:cubicBezTo>
                  <a:cubicBezTo>
                    <a:pt x="30" y="7"/>
                    <a:pt x="33" y="5"/>
                    <a:pt x="34" y="4"/>
                  </a:cubicBezTo>
                  <a:cubicBezTo>
                    <a:pt x="37" y="3"/>
                    <a:pt x="41" y="1"/>
                    <a:pt x="44" y="1"/>
                  </a:cubicBezTo>
                  <a:cubicBezTo>
                    <a:pt x="46" y="1"/>
                    <a:pt x="50" y="0"/>
                    <a:pt x="51" y="2"/>
                  </a:cubicBezTo>
                  <a:cubicBezTo>
                    <a:pt x="52" y="3"/>
                    <a:pt x="51" y="6"/>
                    <a:pt x="51" y="7"/>
                  </a:cubicBezTo>
                  <a:cubicBezTo>
                    <a:pt x="50" y="8"/>
                    <a:pt x="48" y="11"/>
                    <a:pt x="46" y="12"/>
                  </a:cubicBezTo>
                  <a:cubicBezTo>
                    <a:pt x="45" y="12"/>
                    <a:pt x="42" y="13"/>
                    <a:pt x="41" y="13"/>
                  </a:cubicBezTo>
                  <a:cubicBezTo>
                    <a:pt x="39" y="15"/>
                    <a:pt x="39" y="19"/>
                    <a:pt x="37"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109"/>
            <p:cNvSpPr>
              <a:spLocks/>
            </p:cNvSpPr>
            <p:nvPr/>
          </p:nvSpPr>
          <p:spPr bwMode="auto">
            <a:xfrm>
              <a:off x="6856413" y="2422526"/>
              <a:ext cx="19050" cy="19050"/>
            </a:xfrm>
            <a:custGeom>
              <a:avLst/>
              <a:gdLst/>
              <a:ahLst/>
              <a:cxnLst>
                <a:cxn ang="0">
                  <a:pos x="11" y="7"/>
                </a:cxn>
                <a:cxn ang="0">
                  <a:pos x="5" y="9"/>
                </a:cxn>
                <a:cxn ang="0">
                  <a:pos x="3" y="12"/>
                </a:cxn>
                <a:cxn ang="0">
                  <a:pos x="0" y="9"/>
                </a:cxn>
                <a:cxn ang="0">
                  <a:pos x="0" y="4"/>
                </a:cxn>
                <a:cxn ang="0">
                  <a:pos x="4" y="1"/>
                </a:cxn>
                <a:cxn ang="0">
                  <a:pos x="8" y="1"/>
                </a:cxn>
                <a:cxn ang="0">
                  <a:pos x="11" y="2"/>
                </a:cxn>
                <a:cxn ang="0">
                  <a:pos x="11" y="7"/>
                </a:cxn>
              </a:cxnLst>
              <a:rect l="0" t="0" r="r" b="b"/>
              <a:pathLst>
                <a:path w="12" h="12">
                  <a:moveTo>
                    <a:pt x="11" y="7"/>
                  </a:moveTo>
                  <a:cubicBezTo>
                    <a:pt x="11" y="8"/>
                    <a:pt x="7" y="8"/>
                    <a:pt x="5" y="9"/>
                  </a:cubicBezTo>
                  <a:cubicBezTo>
                    <a:pt x="4" y="10"/>
                    <a:pt x="4" y="12"/>
                    <a:pt x="3" y="12"/>
                  </a:cubicBezTo>
                  <a:cubicBezTo>
                    <a:pt x="1" y="12"/>
                    <a:pt x="0" y="10"/>
                    <a:pt x="0" y="9"/>
                  </a:cubicBezTo>
                  <a:cubicBezTo>
                    <a:pt x="0" y="8"/>
                    <a:pt x="0" y="5"/>
                    <a:pt x="0" y="4"/>
                  </a:cubicBezTo>
                  <a:cubicBezTo>
                    <a:pt x="1" y="3"/>
                    <a:pt x="2" y="1"/>
                    <a:pt x="4" y="1"/>
                  </a:cubicBezTo>
                  <a:cubicBezTo>
                    <a:pt x="5" y="0"/>
                    <a:pt x="7" y="0"/>
                    <a:pt x="8" y="1"/>
                  </a:cubicBezTo>
                  <a:cubicBezTo>
                    <a:pt x="9" y="1"/>
                    <a:pt x="11" y="2"/>
                    <a:pt x="11" y="2"/>
                  </a:cubicBezTo>
                  <a:cubicBezTo>
                    <a:pt x="12" y="3"/>
                    <a:pt x="12" y="6"/>
                    <a:pt x="11"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110"/>
            <p:cNvSpPr>
              <a:spLocks/>
            </p:cNvSpPr>
            <p:nvPr/>
          </p:nvSpPr>
          <p:spPr bwMode="auto">
            <a:xfrm>
              <a:off x="7519988" y="2649538"/>
              <a:ext cx="125413" cy="230188"/>
            </a:xfrm>
            <a:custGeom>
              <a:avLst/>
              <a:gdLst/>
              <a:ahLst/>
              <a:cxnLst>
                <a:cxn ang="0">
                  <a:pos x="78" y="140"/>
                </a:cxn>
                <a:cxn ang="0">
                  <a:pos x="69" y="147"/>
                </a:cxn>
                <a:cxn ang="0">
                  <a:pos x="61" y="140"/>
                </a:cxn>
                <a:cxn ang="0">
                  <a:pos x="53" y="135"/>
                </a:cxn>
                <a:cxn ang="0">
                  <a:pos x="49" y="137"/>
                </a:cxn>
                <a:cxn ang="0">
                  <a:pos x="30" y="140"/>
                </a:cxn>
                <a:cxn ang="0">
                  <a:pos x="18" y="144"/>
                </a:cxn>
                <a:cxn ang="0">
                  <a:pos x="0" y="145"/>
                </a:cxn>
                <a:cxn ang="0">
                  <a:pos x="4" y="140"/>
                </a:cxn>
                <a:cxn ang="0">
                  <a:pos x="8" y="118"/>
                </a:cxn>
                <a:cxn ang="0">
                  <a:pos x="8" y="100"/>
                </a:cxn>
                <a:cxn ang="0">
                  <a:pos x="7" y="92"/>
                </a:cxn>
                <a:cxn ang="0">
                  <a:pos x="15" y="89"/>
                </a:cxn>
                <a:cxn ang="0">
                  <a:pos x="27" y="82"/>
                </a:cxn>
                <a:cxn ang="0">
                  <a:pos x="36" y="78"/>
                </a:cxn>
                <a:cxn ang="0">
                  <a:pos x="40" y="67"/>
                </a:cxn>
                <a:cxn ang="0">
                  <a:pos x="41" y="55"/>
                </a:cxn>
                <a:cxn ang="0">
                  <a:pos x="34" y="46"/>
                </a:cxn>
                <a:cxn ang="0">
                  <a:pos x="29" y="38"/>
                </a:cxn>
                <a:cxn ang="0">
                  <a:pos x="25" y="25"/>
                </a:cxn>
                <a:cxn ang="0">
                  <a:pos x="16" y="14"/>
                </a:cxn>
                <a:cxn ang="0">
                  <a:pos x="19" y="1"/>
                </a:cxn>
                <a:cxn ang="0">
                  <a:pos x="31" y="1"/>
                </a:cxn>
                <a:cxn ang="0">
                  <a:pos x="41" y="6"/>
                </a:cxn>
                <a:cxn ang="0">
                  <a:pos x="48" y="13"/>
                </a:cxn>
                <a:cxn ang="0">
                  <a:pos x="62" y="15"/>
                </a:cxn>
                <a:cxn ang="0">
                  <a:pos x="68" y="26"/>
                </a:cxn>
                <a:cxn ang="0">
                  <a:pos x="59" y="37"/>
                </a:cxn>
                <a:cxn ang="0">
                  <a:pos x="57" y="51"/>
                </a:cxn>
                <a:cxn ang="0">
                  <a:pos x="66" y="59"/>
                </a:cxn>
                <a:cxn ang="0">
                  <a:pos x="69" y="74"/>
                </a:cxn>
                <a:cxn ang="0">
                  <a:pos x="75" y="86"/>
                </a:cxn>
                <a:cxn ang="0">
                  <a:pos x="72" y="94"/>
                </a:cxn>
                <a:cxn ang="0">
                  <a:pos x="78" y="98"/>
                </a:cxn>
                <a:cxn ang="0">
                  <a:pos x="78" y="110"/>
                </a:cxn>
                <a:cxn ang="0">
                  <a:pos x="79" y="121"/>
                </a:cxn>
                <a:cxn ang="0">
                  <a:pos x="77" y="128"/>
                </a:cxn>
                <a:cxn ang="0">
                  <a:pos x="80" y="134"/>
                </a:cxn>
              </a:cxnLst>
              <a:rect l="0" t="0" r="r" b="b"/>
              <a:pathLst>
                <a:path w="80" h="147">
                  <a:moveTo>
                    <a:pt x="80" y="134"/>
                  </a:moveTo>
                  <a:cubicBezTo>
                    <a:pt x="80" y="136"/>
                    <a:pt x="79" y="139"/>
                    <a:pt x="78" y="140"/>
                  </a:cubicBezTo>
                  <a:cubicBezTo>
                    <a:pt x="77" y="141"/>
                    <a:pt x="74" y="140"/>
                    <a:pt x="74" y="141"/>
                  </a:cubicBezTo>
                  <a:cubicBezTo>
                    <a:pt x="72" y="142"/>
                    <a:pt x="71" y="146"/>
                    <a:pt x="69" y="147"/>
                  </a:cubicBezTo>
                  <a:cubicBezTo>
                    <a:pt x="68" y="147"/>
                    <a:pt x="65" y="147"/>
                    <a:pt x="64" y="146"/>
                  </a:cubicBezTo>
                  <a:cubicBezTo>
                    <a:pt x="63" y="145"/>
                    <a:pt x="62" y="141"/>
                    <a:pt x="61" y="140"/>
                  </a:cubicBezTo>
                  <a:cubicBezTo>
                    <a:pt x="60" y="139"/>
                    <a:pt x="59" y="137"/>
                    <a:pt x="58" y="137"/>
                  </a:cubicBezTo>
                  <a:cubicBezTo>
                    <a:pt x="57" y="136"/>
                    <a:pt x="55" y="134"/>
                    <a:pt x="53" y="135"/>
                  </a:cubicBezTo>
                  <a:cubicBezTo>
                    <a:pt x="52" y="135"/>
                    <a:pt x="51" y="138"/>
                    <a:pt x="51" y="139"/>
                  </a:cubicBezTo>
                  <a:cubicBezTo>
                    <a:pt x="50" y="138"/>
                    <a:pt x="49" y="137"/>
                    <a:pt x="49" y="137"/>
                  </a:cubicBezTo>
                  <a:cubicBezTo>
                    <a:pt x="46" y="136"/>
                    <a:pt x="41" y="135"/>
                    <a:pt x="38" y="135"/>
                  </a:cubicBezTo>
                  <a:cubicBezTo>
                    <a:pt x="36" y="136"/>
                    <a:pt x="33" y="139"/>
                    <a:pt x="30" y="140"/>
                  </a:cubicBezTo>
                  <a:cubicBezTo>
                    <a:pt x="28" y="140"/>
                    <a:pt x="24" y="140"/>
                    <a:pt x="22" y="141"/>
                  </a:cubicBezTo>
                  <a:cubicBezTo>
                    <a:pt x="21" y="141"/>
                    <a:pt x="19" y="143"/>
                    <a:pt x="18" y="144"/>
                  </a:cubicBezTo>
                  <a:cubicBezTo>
                    <a:pt x="15" y="145"/>
                    <a:pt x="10" y="147"/>
                    <a:pt x="7" y="147"/>
                  </a:cubicBezTo>
                  <a:cubicBezTo>
                    <a:pt x="5" y="147"/>
                    <a:pt x="3" y="146"/>
                    <a:pt x="0" y="145"/>
                  </a:cubicBezTo>
                  <a:cubicBezTo>
                    <a:pt x="1" y="145"/>
                    <a:pt x="1" y="144"/>
                    <a:pt x="1" y="144"/>
                  </a:cubicBezTo>
                  <a:cubicBezTo>
                    <a:pt x="2" y="143"/>
                    <a:pt x="3" y="141"/>
                    <a:pt x="4" y="140"/>
                  </a:cubicBezTo>
                  <a:cubicBezTo>
                    <a:pt x="5" y="138"/>
                    <a:pt x="6" y="133"/>
                    <a:pt x="7" y="130"/>
                  </a:cubicBezTo>
                  <a:cubicBezTo>
                    <a:pt x="8" y="127"/>
                    <a:pt x="7" y="121"/>
                    <a:pt x="8" y="118"/>
                  </a:cubicBezTo>
                  <a:cubicBezTo>
                    <a:pt x="9" y="116"/>
                    <a:pt x="11" y="111"/>
                    <a:pt x="11" y="108"/>
                  </a:cubicBezTo>
                  <a:cubicBezTo>
                    <a:pt x="11" y="106"/>
                    <a:pt x="9" y="102"/>
                    <a:pt x="8" y="100"/>
                  </a:cubicBezTo>
                  <a:cubicBezTo>
                    <a:pt x="8" y="99"/>
                    <a:pt x="6" y="97"/>
                    <a:pt x="6" y="96"/>
                  </a:cubicBezTo>
                  <a:cubicBezTo>
                    <a:pt x="6" y="95"/>
                    <a:pt x="6" y="93"/>
                    <a:pt x="7" y="92"/>
                  </a:cubicBezTo>
                  <a:cubicBezTo>
                    <a:pt x="7" y="91"/>
                    <a:pt x="9" y="91"/>
                    <a:pt x="10" y="91"/>
                  </a:cubicBezTo>
                  <a:cubicBezTo>
                    <a:pt x="11" y="91"/>
                    <a:pt x="14" y="90"/>
                    <a:pt x="15" y="89"/>
                  </a:cubicBezTo>
                  <a:cubicBezTo>
                    <a:pt x="17" y="88"/>
                    <a:pt x="17" y="85"/>
                    <a:pt x="18" y="84"/>
                  </a:cubicBezTo>
                  <a:cubicBezTo>
                    <a:pt x="20" y="82"/>
                    <a:pt x="24" y="81"/>
                    <a:pt x="27" y="82"/>
                  </a:cubicBezTo>
                  <a:cubicBezTo>
                    <a:pt x="27" y="82"/>
                    <a:pt x="29" y="83"/>
                    <a:pt x="29" y="82"/>
                  </a:cubicBezTo>
                  <a:cubicBezTo>
                    <a:pt x="31" y="82"/>
                    <a:pt x="34" y="79"/>
                    <a:pt x="36" y="78"/>
                  </a:cubicBezTo>
                  <a:cubicBezTo>
                    <a:pt x="36" y="77"/>
                    <a:pt x="38" y="75"/>
                    <a:pt x="38" y="74"/>
                  </a:cubicBezTo>
                  <a:cubicBezTo>
                    <a:pt x="39" y="73"/>
                    <a:pt x="40" y="69"/>
                    <a:pt x="40" y="67"/>
                  </a:cubicBezTo>
                  <a:cubicBezTo>
                    <a:pt x="40" y="66"/>
                    <a:pt x="42" y="63"/>
                    <a:pt x="42" y="62"/>
                  </a:cubicBezTo>
                  <a:cubicBezTo>
                    <a:pt x="42" y="60"/>
                    <a:pt x="42" y="56"/>
                    <a:pt x="41" y="55"/>
                  </a:cubicBezTo>
                  <a:cubicBezTo>
                    <a:pt x="41" y="53"/>
                    <a:pt x="39" y="51"/>
                    <a:pt x="38" y="50"/>
                  </a:cubicBezTo>
                  <a:cubicBezTo>
                    <a:pt x="37" y="49"/>
                    <a:pt x="35" y="47"/>
                    <a:pt x="34" y="46"/>
                  </a:cubicBezTo>
                  <a:cubicBezTo>
                    <a:pt x="33" y="45"/>
                    <a:pt x="30" y="43"/>
                    <a:pt x="29" y="42"/>
                  </a:cubicBezTo>
                  <a:cubicBezTo>
                    <a:pt x="29" y="41"/>
                    <a:pt x="29" y="39"/>
                    <a:pt x="29" y="38"/>
                  </a:cubicBezTo>
                  <a:cubicBezTo>
                    <a:pt x="28" y="36"/>
                    <a:pt x="30" y="33"/>
                    <a:pt x="29" y="32"/>
                  </a:cubicBezTo>
                  <a:cubicBezTo>
                    <a:pt x="29" y="30"/>
                    <a:pt x="26" y="27"/>
                    <a:pt x="25" y="25"/>
                  </a:cubicBezTo>
                  <a:cubicBezTo>
                    <a:pt x="24" y="23"/>
                    <a:pt x="23" y="20"/>
                    <a:pt x="22" y="19"/>
                  </a:cubicBezTo>
                  <a:cubicBezTo>
                    <a:pt x="21" y="17"/>
                    <a:pt x="17" y="16"/>
                    <a:pt x="16" y="14"/>
                  </a:cubicBezTo>
                  <a:cubicBezTo>
                    <a:pt x="16" y="12"/>
                    <a:pt x="19" y="9"/>
                    <a:pt x="19" y="7"/>
                  </a:cubicBezTo>
                  <a:cubicBezTo>
                    <a:pt x="19" y="5"/>
                    <a:pt x="19" y="3"/>
                    <a:pt x="19" y="1"/>
                  </a:cubicBezTo>
                  <a:cubicBezTo>
                    <a:pt x="20" y="1"/>
                    <a:pt x="22" y="0"/>
                    <a:pt x="23" y="0"/>
                  </a:cubicBezTo>
                  <a:cubicBezTo>
                    <a:pt x="25" y="0"/>
                    <a:pt x="29" y="0"/>
                    <a:pt x="31" y="1"/>
                  </a:cubicBezTo>
                  <a:cubicBezTo>
                    <a:pt x="33" y="2"/>
                    <a:pt x="35" y="4"/>
                    <a:pt x="36" y="5"/>
                  </a:cubicBezTo>
                  <a:cubicBezTo>
                    <a:pt x="37" y="6"/>
                    <a:pt x="40" y="6"/>
                    <a:pt x="41" y="6"/>
                  </a:cubicBezTo>
                  <a:cubicBezTo>
                    <a:pt x="42" y="7"/>
                    <a:pt x="44" y="9"/>
                    <a:pt x="44" y="10"/>
                  </a:cubicBezTo>
                  <a:cubicBezTo>
                    <a:pt x="45" y="11"/>
                    <a:pt x="47" y="12"/>
                    <a:pt x="48" y="13"/>
                  </a:cubicBezTo>
                  <a:cubicBezTo>
                    <a:pt x="50" y="14"/>
                    <a:pt x="55" y="12"/>
                    <a:pt x="58" y="13"/>
                  </a:cubicBezTo>
                  <a:cubicBezTo>
                    <a:pt x="59" y="13"/>
                    <a:pt x="61" y="15"/>
                    <a:pt x="62" y="15"/>
                  </a:cubicBezTo>
                  <a:cubicBezTo>
                    <a:pt x="64" y="16"/>
                    <a:pt x="68" y="18"/>
                    <a:pt x="69" y="20"/>
                  </a:cubicBezTo>
                  <a:cubicBezTo>
                    <a:pt x="69" y="22"/>
                    <a:pt x="68" y="25"/>
                    <a:pt x="68" y="26"/>
                  </a:cubicBezTo>
                  <a:cubicBezTo>
                    <a:pt x="67" y="28"/>
                    <a:pt x="65" y="30"/>
                    <a:pt x="64" y="32"/>
                  </a:cubicBezTo>
                  <a:cubicBezTo>
                    <a:pt x="63" y="33"/>
                    <a:pt x="60" y="36"/>
                    <a:pt x="59" y="37"/>
                  </a:cubicBezTo>
                  <a:cubicBezTo>
                    <a:pt x="58" y="38"/>
                    <a:pt x="57" y="41"/>
                    <a:pt x="56" y="43"/>
                  </a:cubicBezTo>
                  <a:cubicBezTo>
                    <a:pt x="56" y="45"/>
                    <a:pt x="56" y="50"/>
                    <a:pt x="57" y="51"/>
                  </a:cubicBezTo>
                  <a:cubicBezTo>
                    <a:pt x="58" y="53"/>
                    <a:pt x="60" y="54"/>
                    <a:pt x="61" y="55"/>
                  </a:cubicBezTo>
                  <a:cubicBezTo>
                    <a:pt x="62" y="56"/>
                    <a:pt x="65" y="58"/>
                    <a:pt x="66" y="59"/>
                  </a:cubicBezTo>
                  <a:cubicBezTo>
                    <a:pt x="67" y="61"/>
                    <a:pt x="69" y="64"/>
                    <a:pt x="69" y="66"/>
                  </a:cubicBezTo>
                  <a:cubicBezTo>
                    <a:pt x="69" y="68"/>
                    <a:pt x="69" y="72"/>
                    <a:pt x="69" y="74"/>
                  </a:cubicBezTo>
                  <a:cubicBezTo>
                    <a:pt x="69" y="76"/>
                    <a:pt x="71" y="78"/>
                    <a:pt x="72" y="79"/>
                  </a:cubicBezTo>
                  <a:cubicBezTo>
                    <a:pt x="73" y="81"/>
                    <a:pt x="75" y="84"/>
                    <a:pt x="75" y="86"/>
                  </a:cubicBezTo>
                  <a:cubicBezTo>
                    <a:pt x="75" y="87"/>
                    <a:pt x="75" y="89"/>
                    <a:pt x="74" y="91"/>
                  </a:cubicBezTo>
                  <a:cubicBezTo>
                    <a:pt x="74" y="91"/>
                    <a:pt x="72" y="93"/>
                    <a:pt x="72" y="94"/>
                  </a:cubicBezTo>
                  <a:cubicBezTo>
                    <a:pt x="73" y="95"/>
                    <a:pt x="77" y="94"/>
                    <a:pt x="78" y="95"/>
                  </a:cubicBezTo>
                  <a:cubicBezTo>
                    <a:pt x="78" y="96"/>
                    <a:pt x="78" y="98"/>
                    <a:pt x="78" y="98"/>
                  </a:cubicBezTo>
                  <a:cubicBezTo>
                    <a:pt x="78" y="100"/>
                    <a:pt x="76" y="104"/>
                    <a:pt x="76" y="106"/>
                  </a:cubicBezTo>
                  <a:cubicBezTo>
                    <a:pt x="76" y="107"/>
                    <a:pt x="78" y="109"/>
                    <a:pt x="78" y="110"/>
                  </a:cubicBezTo>
                  <a:cubicBezTo>
                    <a:pt x="78" y="111"/>
                    <a:pt x="79" y="114"/>
                    <a:pt x="79" y="115"/>
                  </a:cubicBezTo>
                  <a:cubicBezTo>
                    <a:pt x="79" y="117"/>
                    <a:pt x="80" y="120"/>
                    <a:pt x="79" y="121"/>
                  </a:cubicBezTo>
                  <a:cubicBezTo>
                    <a:pt x="79" y="122"/>
                    <a:pt x="76" y="124"/>
                    <a:pt x="76" y="126"/>
                  </a:cubicBezTo>
                  <a:cubicBezTo>
                    <a:pt x="76" y="126"/>
                    <a:pt x="76" y="128"/>
                    <a:pt x="77" y="128"/>
                  </a:cubicBezTo>
                  <a:cubicBezTo>
                    <a:pt x="77" y="129"/>
                    <a:pt x="78" y="129"/>
                    <a:pt x="78" y="129"/>
                  </a:cubicBezTo>
                  <a:cubicBezTo>
                    <a:pt x="79" y="130"/>
                    <a:pt x="80" y="133"/>
                    <a:pt x="80" y="1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111"/>
            <p:cNvSpPr>
              <a:spLocks noEditPoints="1"/>
            </p:cNvSpPr>
            <p:nvPr/>
          </p:nvSpPr>
          <p:spPr bwMode="auto">
            <a:xfrm>
              <a:off x="7513638" y="2438401"/>
              <a:ext cx="474663" cy="423863"/>
            </a:xfrm>
            <a:custGeom>
              <a:avLst/>
              <a:gdLst/>
              <a:ahLst/>
              <a:cxnLst>
                <a:cxn ang="0">
                  <a:pos x="281" y="43"/>
                </a:cxn>
                <a:cxn ang="0">
                  <a:pos x="248" y="23"/>
                </a:cxn>
                <a:cxn ang="0">
                  <a:pos x="204" y="15"/>
                </a:cxn>
                <a:cxn ang="0">
                  <a:pos x="159" y="1"/>
                </a:cxn>
                <a:cxn ang="0">
                  <a:pos x="143" y="9"/>
                </a:cxn>
                <a:cxn ang="0">
                  <a:pos x="121" y="23"/>
                </a:cxn>
                <a:cxn ang="0">
                  <a:pos x="93" y="44"/>
                </a:cxn>
                <a:cxn ang="0">
                  <a:pos x="51" y="79"/>
                </a:cxn>
                <a:cxn ang="0">
                  <a:pos x="19" y="97"/>
                </a:cxn>
                <a:cxn ang="0">
                  <a:pos x="5" y="109"/>
                </a:cxn>
                <a:cxn ang="0">
                  <a:pos x="3" y="122"/>
                </a:cxn>
                <a:cxn ang="0">
                  <a:pos x="9" y="131"/>
                </a:cxn>
                <a:cxn ang="0">
                  <a:pos x="24" y="125"/>
                </a:cxn>
                <a:cxn ang="0">
                  <a:pos x="39" y="121"/>
                </a:cxn>
                <a:cxn ang="0">
                  <a:pos x="54" y="116"/>
                </a:cxn>
                <a:cxn ang="0">
                  <a:pos x="66" y="114"/>
                </a:cxn>
                <a:cxn ang="0">
                  <a:pos x="70" y="132"/>
                </a:cxn>
                <a:cxn ang="0">
                  <a:pos x="75" y="146"/>
                </a:cxn>
                <a:cxn ang="0">
                  <a:pos x="81" y="154"/>
                </a:cxn>
                <a:cxn ang="0">
                  <a:pos x="84" y="177"/>
                </a:cxn>
                <a:cxn ang="0">
                  <a:pos x="79" y="189"/>
                </a:cxn>
                <a:cxn ang="0">
                  <a:pos x="78" y="195"/>
                </a:cxn>
                <a:cxn ang="0">
                  <a:pos x="83" y="206"/>
                </a:cxn>
                <a:cxn ang="0">
                  <a:pos x="86" y="221"/>
                </a:cxn>
                <a:cxn ang="0">
                  <a:pos x="93" y="234"/>
                </a:cxn>
                <a:cxn ang="0">
                  <a:pos x="92" y="249"/>
                </a:cxn>
                <a:cxn ang="0">
                  <a:pos x="116" y="242"/>
                </a:cxn>
                <a:cxn ang="0">
                  <a:pos x="142" y="256"/>
                </a:cxn>
                <a:cxn ang="0">
                  <a:pos x="166" y="269"/>
                </a:cxn>
                <a:cxn ang="0">
                  <a:pos x="170" y="253"/>
                </a:cxn>
                <a:cxn ang="0">
                  <a:pos x="194" y="229"/>
                </a:cxn>
                <a:cxn ang="0">
                  <a:pos x="225" y="219"/>
                </a:cxn>
                <a:cxn ang="0">
                  <a:pos x="256" y="205"/>
                </a:cxn>
                <a:cxn ang="0">
                  <a:pos x="278" y="184"/>
                </a:cxn>
                <a:cxn ang="0">
                  <a:pos x="276" y="164"/>
                </a:cxn>
                <a:cxn ang="0">
                  <a:pos x="270" y="128"/>
                </a:cxn>
                <a:cxn ang="0">
                  <a:pos x="282" y="102"/>
                </a:cxn>
                <a:cxn ang="0">
                  <a:pos x="300" y="80"/>
                </a:cxn>
                <a:cxn ang="0">
                  <a:pos x="132" y="103"/>
                </a:cxn>
                <a:cxn ang="0">
                  <a:pos x="122" y="118"/>
                </a:cxn>
                <a:cxn ang="0">
                  <a:pos x="104" y="119"/>
                </a:cxn>
                <a:cxn ang="0">
                  <a:pos x="99" y="106"/>
                </a:cxn>
                <a:cxn ang="0">
                  <a:pos x="102" y="92"/>
                </a:cxn>
                <a:cxn ang="0">
                  <a:pos x="90" y="98"/>
                </a:cxn>
                <a:cxn ang="0">
                  <a:pos x="93" y="80"/>
                </a:cxn>
                <a:cxn ang="0">
                  <a:pos x="107" y="74"/>
                </a:cxn>
                <a:cxn ang="0">
                  <a:pos x="120" y="88"/>
                </a:cxn>
                <a:cxn ang="0">
                  <a:pos x="133" y="99"/>
                </a:cxn>
              </a:cxnLst>
              <a:rect l="0" t="0" r="r" b="b"/>
              <a:pathLst>
                <a:path w="302" h="270">
                  <a:moveTo>
                    <a:pt x="302" y="65"/>
                  </a:moveTo>
                  <a:cubicBezTo>
                    <a:pt x="302" y="62"/>
                    <a:pt x="302" y="57"/>
                    <a:pt x="300" y="54"/>
                  </a:cubicBezTo>
                  <a:cubicBezTo>
                    <a:pt x="297" y="50"/>
                    <a:pt x="286" y="46"/>
                    <a:pt x="281" y="43"/>
                  </a:cubicBezTo>
                  <a:cubicBezTo>
                    <a:pt x="278" y="41"/>
                    <a:pt x="274" y="37"/>
                    <a:pt x="271" y="35"/>
                  </a:cubicBezTo>
                  <a:cubicBezTo>
                    <a:pt x="269" y="33"/>
                    <a:pt x="264" y="30"/>
                    <a:pt x="261" y="29"/>
                  </a:cubicBezTo>
                  <a:cubicBezTo>
                    <a:pt x="258" y="27"/>
                    <a:pt x="252" y="24"/>
                    <a:pt x="248" y="23"/>
                  </a:cubicBezTo>
                  <a:cubicBezTo>
                    <a:pt x="244" y="22"/>
                    <a:pt x="236" y="25"/>
                    <a:pt x="232" y="25"/>
                  </a:cubicBezTo>
                  <a:cubicBezTo>
                    <a:pt x="228" y="24"/>
                    <a:pt x="220" y="23"/>
                    <a:pt x="217" y="22"/>
                  </a:cubicBezTo>
                  <a:cubicBezTo>
                    <a:pt x="213" y="21"/>
                    <a:pt x="207" y="17"/>
                    <a:pt x="204" y="15"/>
                  </a:cubicBezTo>
                  <a:cubicBezTo>
                    <a:pt x="200" y="12"/>
                    <a:pt x="194" y="5"/>
                    <a:pt x="190" y="3"/>
                  </a:cubicBezTo>
                  <a:cubicBezTo>
                    <a:pt x="186" y="1"/>
                    <a:pt x="177" y="0"/>
                    <a:pt x="172" y="0"/>
                  </a:cubicBezTo>
                  <a:cubicBezTo>
                    <a:pt x="169" y="0"/>
                    <a:pt x="162" y="0"/>
                    <a:pt x="159" y="1"/>
                  </a:cubicBezTo>
                  <a:cubicBezTo>
                    <a:pt x="158" y="2"/>
                    <a:pt x="155" y="4"/>
                    <a:pt x="153" y="5"/>
                  </a:cubicBezTo>
                  <a:cubicBezTo>
                    <a:pt x="152" y="5"/>
                    <a:pt x="148" y="5"/>
                    <a:pt x="147" y="5"/>
                  </a:cubicBezTo>
                  <a:cubicBezTo>
                    <a:pt x="146" y="6"/>
                    <a:pt x="144" y="8"/>
                    <a:pt x="143" y="9"/>
                  </a:cubicBezTo>
                  <a:cubicBezTo>
                    <a:pt x="140" y="11"/>
                    <a:pt x="134" y="15"/>
                    <a:pt x="130" y="17"/>
                  </a:cubicBezTo>
                  <a:cubicBezTo>
                    <a:pt x="129" y="17"/>
                    <a:pt x="126" y="17"/>
                    <a:pt x="125" y="17"/>
                  </a:cubicBezTo>
                  <a:cubicBezTo>
                    <a:pt x="123" y="18"/>
                    <a:pt x="122" y="22"/>
                    <a:pt x="121" y="23"/>
                  </a:cubicBezTo>
                  <a:cubicBezTo>
                    <a:pt x="119" y="25"/>
                    <a:pt x="113" y="29"/>
                    <a:pt x="111" y="30"/>
                  </a:cubicBezTo>
                  <a:cubicBezTo>
                    <a:pt x="108" y="32"/>
                    <a:pt x="102" y="32"/>
                    <a:pt x="100" y="34"/>
                  </a:cubicBezTo>
                  <a:cubicBezTo>
                    <a:pt x="97" y="36"/>
                    <a:pt x="95" y="41"/>
                    <a:pt x="93" y="44"/>
                  </a:cubicBezTo>
                  <a:cubicBezTo>
                    <a:pt x="90" y="47"/>
                    <a:pt x="84" y="52"/>
                    <a:pt x="81" y="55"/>
                  </a:cubicBezTo>
                  <a:cubicBezTo>
                    <a:pt x="76" y="59"/>
                    <a:pt x="65" y="66"/>
                    <a:pt x="60" y="71"/>
                  </a:cubicBezTo>
                  <a:cubicBezTo>
                    <a:pt x="58" y="73"/>
                    <a:pt x="54" y="77"/>
                    <a:pt x="51" y="79"/>
                  </a:cubicBezTo>
                  <a:cubicBezTo>
                    <a:pt x="49" y="81"/>
                    <a:pt x="45" y="86"/>
                    <a:pt x="43" y="87"/>
                  </a:cubicBezTo>
                  <a:cubicBezTo>
                    <a:pt x="40" y="89"/>
                    <a:pt x="35" y="92"/>
                    <a:pt x="33" y="93"/>
                  </a:cubicBezTo>
                  <a:cubicBezTo>
                    <a:pt x="29" y="94"/>
                    <a:pt x="22" y="96"/>
                    <a:pt x="19" y="97"/>
                  </a:cubicBezTo>
                  <a:cubicBezTo>
                    <a:pt x="18" y="98"/>
                    <a:pt x="15" y="99"/>
                    <a:pt x="14" y="100"/>
                  </a:cubicBezTo>
                  <a:cubicBezTo>
                    <a:pt x="13" y="101"/>
                    <a:pt x="12" y="103"/>
                    <a:pt x="11" y="104"/>
                  </a:cubicBezTo>
                  <a:cubicBezTo>
                    <a:pt x="10" y="106"/>
                    <a:pt x="7" y="108"/>
                    <a:pt x="5" y="109"/>
                  </a:cubicBezTo>
                  <a:cubicBezTo>
                    <a:pt x="4" y="110"/>
                    <a:pt x="2" y="110"/>
                    <a:pt x="1" y="111"/>
                  </a:cubicBezTo>
                  <a:cubicBezTo>
                    <a:pt x="0" y="113"/>
                    <a:pt x="0" y="117"/>
                    <a:pt x="0" y="118"/>
                  </a:cubicBezTo>
                  <a:cubicBezTo>
                    <a:pt x="0" y="120"/>
                    <a:pt x="2" y="121"/>
                    <a:pt x="3" y="122"/>
                  </a:cubicBezTo>
                  <a:cubicBezTo>
                    <a:pt x="3" y="124"/>
                    <a:pt x="3" y="127"/>
                    <a:pt x="4" y="129"/>
                  </a:cubicBezTo>
                  <a:cubicBezTo>
                    <a:pt x="4" y="130"/>
                    <a:pt x="6" y="131"/>
                    <a:pt x="7" y="132"/>
                  </a:cubicBezTo>
                  <a:cubicBezTo>
                    <a:pt x="8" y="132"/>
                    <a:pt x="9" y="131"/>
                    <a:pt x="9" y="131"/>
                  </a:cubicBezTo>
                  <a:cubicBezTo>
                    <a:pt x="11" y="131"/>
                    <a:pt x="13" y="132"/>
                    <a:pt x="14" y="132"/>
                  </a:cubicBezTo>
                  <a:cubicBezTo>
                    <a:pt x="15" y="132"/>
                    <a:pt x="18" y="131"/>
                    <a:pt x="19" y="130"/>
                  </a:cubicBezTo>
                  <a:cubicBezTo>
                    <a:pt x="20" y="129"/>
                    <a:pt x="22" y="126"/>
                    <a:pt x="24" y="125"/>
                  </a:cubicBezTo>
                  <a:cubicBezTo>
                    <a:pt x="25" y="125"/>
                    <a:pt x="28" y="125"/>
                    <a:pt x="29" y="125"/>
                  </a:cubicBezTo>
                  <a:cubicBezTo>
                    <a:pt x="31" y="125"/>
                    <a:pt x="34" y="125"/>
                    <a:pt x="35" y="125"/>
                  </a:cubicBezTo>
                  <a:cubicBezTo>
                    <a:pt x="36" y="124"/>
                    <a:pt x="38" y="122"/>
                    <a:pt x="39" y="121"/>
                  </a:cubicBezTo>
                  <a:cubicBezTo>
                    <a:pt x="40" y="121"/>
                    <a:pt x="43" y="120"/>
                    <a:pt x="44" y="119"/>
                  </a:cubicBezTo>
                  <a:cubicBezTo>
                    <a:pt x="45" y="119"/>
                    <a:pt x="47" y="117"/>
                    <a:pt x="48" y="116"/>
                  </a:cubicBezTo>
                  <a:cubicBezTo>
                    <a:pt x="49" y="116"/>
                    <a:pt x="53" y="116"/>
                    <a:pt x="54" y="116"/>
                  </a:cubicBezTo>
                  <a:cubicBezTo>
                    <a:pt x="55" y="116"/>
                    <a:pt x="57" y="116"/>
                    <a:pt x="58" y="116"/>
                  </a:cubicBezTo>
                  <a:cubicBezTo>
                    <a:pt x="59" y="115"/>
                    <a:pt x="61" y="113"/>
                    <a:pt x="62" y="112"/>
                  </a:cubicBezTo>
                  <a:cubicBezTo>
                    <a:pt x="63" y="112"/>
                    <a:pt x="65" y="113"/>
                    <a:pt x="66" y="114"/>
                  </a:cubicBezTo>
                  <a:cubicBezTo>
                    <a:pt x="67" y="114"/>
                    <a:pt x="68" y="116"/>
                    <a:pt x="68" y="117"/>
                  </a:cubicBezTo>
                  <a:cubicBezTo>
                    <a:pt x="68" y="119"/>
                    <a:pt x="67" y="122"/>
                    <a:pt x="68" y="124"/>
                  </a:cubicBezTo>
                  <a:cubicBezTo>
                    <a:pt x="68" y="126"/>
                    <a:pt x="69" y="130"/>
                    <a:pt x="70" y="132"/>
                  </a:cubicBezTo>
                  <a:cubicBezTo>
                    <a:pt x="71" y="133"/>
                    <a:pt x="74" y="136"/>
                    <a:pt x="76" y="138"/>
                  </a:cubicBezTo>
                  <a:cubicBezTo>
                    <a:pt x="76" y="139"/>
                    <a:pt x="78" y="141"/>
                    <a:pt x="78" y="142"/>
                  </a:cubicBezTo>
                  <a:cubicBezTo>
                    <a:pt x="78" y="143"/>
                    <a:pt x="75" y="145"/>
                    <a:pt x="75" y="146"/>
                  </a:cubicBezTo>
                  <a:cubicBezTo>
                    <a:pt x="75" y="147"/>
                    <a:pt x="76" y="149"/>
                    <a:pt x="77" y="150"/>
                  </a:cubicBezTo>
                  <a:cubicBezTo>
                    <a:pt x="77" y="151"/>
                    <a:pt x="78" y="151"/>
                    <a:pt x="78" y="152"/>
                  </a:cubicBezTo>
                  <a:cubicBezTo>
                    <a:pt x="79" y="153"/>
                    <a:pt x="80" y="154"/>
                    <a:pt x="81" y="154"/>
                  </a:cubicBezTo>
                  <a:cubicBezTo>
                    <a:pt x="82" y="156"/>
                    <a:pt x="81" y="161"/>
                    <a:pt x="81" y="163"/>
                  </a:cubicBezTo>
                  <a:cubicBezTo>
                    <a:pt x="82" y="165"/>
                    <a:pt x="84" y="170"/>
                    <a:pt x="84" y="173"/>
                  </a:cubicBezTo>
                  <a:cubicBezTo>
                    <a:pt x="84" y="174"/>
                    <a:pt x="83" y="176"/>
                    <a:pt x="84" y="177"/>
                  </a:cubicBezTo>
                  <a:cubicBezTo>
                    <a:pt x="84" y="179"/>
                    <a:pt x="85" y="181"/>
                    <a:pt x="85" y="182"/>
                  </a:cubicBezTo>
                  <a:cubicBezTo>
                    <a:pt x="85" y="184"/>
                    <a:pt x="84" y="187"/>
                    <a:pt x="83" y="188"/>
                  </a:cubicBezTo>
                  <a:cubicBezTo>
                    <a:pt x="82" y="189"/>
                    <a:pt x="80" y="189"/>
                    <a:pt x="79" y="189"/>
                  </a:cubicBezTo>
                  <a:cubicBezTo>
                    <a:pt x="79" y="189"/>
                    <a:pt x="77" y="189"/>
                    <a:pt x="77" y="189"/>
                  </a:cubicBezTo>
                  <a:cubicBezTo>
                    <a:pt x="77" y="189"/>
                    <a:pt x="76" y="191"/>
                    <a:pt x="76" y="192"/>
                  </a:cubicBezTo>
                  <a:cubicBezTo>
                    <a:pt x="77" y="193"/>
                    <a:pt x="78" y="194"/>
                    <a:pt x="78" y="195"/>
                  </a:cubicBezTo>
                  <a:cubicBezTo>
                    <a:pt x="79" y="196"/>
                    <a:pt x="80" y="197"/>
                    <a:pt x="80" y="198"/>
                  </a:cubicBezTo>
                  <a:cubicBezTo>
                    <a:pt x="80" y="199"/>
                    <a:pt x="79" y="202"/>
                    <a:pt x="80" y="203"/>
                  </a:cubicBezTo>
                  <a:cubicBezTo>
                    <a:pt x="80" y="204"/>
                    <a:pt x="83" y="205"/>
                    <a:pt x="83" y="206"/>
                  </a:cubicBezTo>
                  <a:cubicBezTo>
                    <a:pt x="84" y="206"/>
                    <a:pt x="83" y="208"/>
                    <a:pt x="84" y="209"/>
                  </a:cubicBezTo>
                  <a:cubicBezTo>
                    <a:pt x="84" y="211"/>
                    <a:pt x="84" y="215"/>
                    <a:pt x="84" y="217"/>
                  </a:cubicBezTo>
                  <a:cubicBezTo>
                    <a:pt x="85" y="218"/>
                    <a:pt x="85" y="220"/>
                    <a:pt x="86" y="221"/>
                  </a:cubicBezTo>
                  <a:cubicBezTo>
                    <a:pt x="86" y="222"/>
                    <a:pt x="88" y="224"/>
                    <a:pt x="89" y="225"/>
                  </a:cubicBezTo>
                  <a:cubicBezTo>
                    <a:pt x="90" y="226"/>
                    <a:pt x="92" y="228"/>
                    <a:pt x="92" y="229"/>
                  </a:cubicBezTo>
                  <a:cubicBezTo>
                    <a:pt x="93" y="230"/>
                    <a:pt x="93" y="233"/>
                    <a:pt x="93" y="234"/>
                  </a:cubicBezTo>
                  <a:cubicBezTo>
                    <a:pt x="93" y="235"/>
                    <a:pt x="93" y="238"/>
                    <a:pt x="92" y="239"/>
                  </a:cubicBezTo>
                  <a:cubicBezTo>
                    <a:pt x="92" y="241"/>
                    <a:pt x="92" y="243"/>
                    <a:pt x="92" y="244"/>
                  </a:cubicBezTo>
                  <a:cubicBezTo>
                    <a:pt x="92" y="245"/>
                    <a:pt x="92" y="247"/>
                    <a:pt x="92" y="249"/>
                  </a:cubicBezTo>
                  <a:cubicBezTo>
                    <a:pt x="93" y="248"/>
                    <a:pt x="96" y="246"/>
                    <a:pt x="97" y="246"/>
                  </a:cubicBezTo>
                  <a:cubicBezTo>
                    <a:pt x="99" y="245"/>
                    <a:pt x="104" y="247"/>
                    <a:pt x="107" y="246"/>
                  </a:cubicBezTo>
                  <a:cubicBezTo>
                    <a:pt x="109" y="246"/>
                    <a:pt x="114" y="243"/>
                    <a:pt x="116" y="242"/>
                  </a:cubicBezTo>
                  <a:cubicBezTo>
                    <a:pt x="119" y="242"/>
                    <a:pt x="126" y="242"/>
                    <a:pt x="129" y="242"/>
                  </a:cubicBezTo>
                  <a:cubicBezTo>
                    <a:pt x="130" y="243"/>
                    <a:pt x="134" y="245"/>
                    <a:pt x="135" y="246"/>
                  </a:cubicBezTo>
                  <a:cubicBezTo>
                    <a:pt x="137" y="248"/>
                    <a:pt x="140" y="254"/>
                    <a:pt x="142" y="256"/>
                  </a:cubicBezTo>
                  <a:cubicBezTo>
                    <a:pt x="143" y="258"/>
                    <a:pt x="146" y="264"/>
                    <a:pt x="148" y="265"/>
                  </a:cubicBezTo>
                  <a:cubicBezTo>
                    <a:pt x="149" y="266"/>
                    <a:pt x="153" y="267"/>
                    <a:pt x="154" y="268"/>
                  </a:cubicBezTo>
                  <a:cubicBezTo>
                    <a:pt x="157" y="268"/>
                    <a:pt x="163" y="268"/>
                    <a:pt x="166" y="269"/>
                  </a:cubicBezTo>
                  <a:cubicBezTo>
                    <a:pt x="166" y="269"/>
                    <a:pt x="167" y="269"/>
                    <a:pt x="168" y="270"/>
                  </a:cubicBezTo>
                  <a:cubicBezTo>
                    <a:pt x="168" y="268"/>
                    <a:pt x="168" y="266"/>
                    <a:pt x="168" y="265"/>
                  </a:cubicBezTo>
                  <a:cubicBezTo>
                    <a:pt x="169" y="262"/>
                    <a:pt x="169" y="256"/>
                    <a:pt x="170" y="253"/>
                  </a:cubicBezTo>
                  <a:cubicBezTo>
                    <a:pt x="172" y="250"/>
                    <a:pt x="177" y="247"/>
                    <a:pt x="179" y="244"/>
                  </a:cubicBezTo>
                  <a:cubicBezTo>
                    <a:pt x="181" y="242"/>
                    <a:pt x="183" y="236"/>
                    <a:pt x="185" y="234"/>
                  </a:cubicBezTo>
                  <a:cubicBezTo>
                    <a:pt x="187" y="232"/>
                    <a:pt x="192" y="231"/>
                    <a:pt x="194" y="229"/>
                  </a:cubicBezTo>
                  <a:cubicBezTo>
                    <a:pt x="196" y="228"/>
                    <a:pt x="199" y="223"/>
                    <a:pt x="202" y="221"/>
                  </a:cubicBezTo>
                  <a:cubicBezTo>
                    <a:pt x="204" y="220"/>
                    <a:pt x="211" y="218"/>
                    <a:pt x="214" y="218"/>
                  </a:cubicBezTo>
                  <a:cubicBezTo>
                    <a:pt x="217" y="217"/>
                    <a:pt x="222" y="219"/>
                    <a:pt x="225" y="219"/>
                  </a:cubicBezTo>
                  <a:cubicBezTo>
                    <a:pt x="229" y="218"/>
                    <a:pt x="235" y="213"/>
                    <a:pt x="238" y="211"/>
                  </a:cubicBezTo>
                  <a:cubicBezTo>
                    <a:pt x="240" y="209"/>
                    <a:pt x="243" y="206"/>
                    <a:pt x="245" y="205"/>
                  </a:cubicBezTo>
                  <a:cubicBezTo>
                    <a:pt x="247" y="204"/>
                    <a:pt x="253" y="206"/>
                    <a:pt x="256" y="205"/>
                  </a:cubicBezTo>
                  <a:cubicBezTo>
                    <a:pt x="259" y="204"/>
                    <a:pt x="264" y="201"/>
                    <a:pt x="266" y="200"/>
                  </a:cubicBezTo>
                  <a:cubicBezTo>
                    <a:pt x="268" y="198"/>
                    <a:pt x="272" y="194"/>
                    <a:pt x="274" y="192"/>
                  </a:cubicBezTo>
                  <a:cubicBezTo>
                    <a:pt x="276" y="190"/>
                    <a:pt x="277" y="185"/>
                    <a:pt x="278" y="184"/>
                  </a:cubicBezTo>
                  <a:cubicBezTo>
                    <a:pt x="279" y="183"/>
                    <a:pt x="282" y="181"/>
                    <a:pt x="283" y="180"/>
                  </a:cubicBezTo>
                  <a:cubicBezTo>
                    <a:pt x="283" y="180"/>
                    <a:pt x="283" y="180"/>
                    <a:pt x="283" y="180"/>
                  </a:cubicBezTo>
                  <a:cubicBezTo>
                    <a:pt x="281" y="176"/>
                    <a:pt x="278" y="168"/>
                    <a:pt x="276" y="164"/>
                  </a:cubicBezTo>
                  <a:cubicBezTo>
                    <a:pt x="274" y="160"/>
                    <a:pt x="272" y="154"/>
                    <a:pt x="271" y="150"/>
                  </a:cubicBezTo>
                  <a:cubicBezTo>
                    <a:pt x="270" y="147"/>
                    <a:pt x="269" y="141"/>
                    <a:pt x="269" y="138"/>
                  </a:cubicBezTo>
                  <a:cubicBezTo>
                    <a:pt x="269" y="135"/>
                    <a:pt x="270" y="130"/>
                    <a:pt x="270" y="128"/>
                  </a:cubicBezTo>
                  <a:cubicBezTo>
                    <a:pt x="271" y="125"/>
                    <a:pt x="274" y="120"/>
                    <a:pt x="276" y="118"/>
                  </a:cubicBezTo>
                  <a:cubicBezTo>
                    <a:pt x="276" y="116"/>
                    <a:pt x="277" y="112"/>
                    <a:pt x="278" y="110"/>
                  </a:cubicBezTo>
                  <a:cubicBezTo>
                    <a:pt x="279" y="108"/>
                    <a:pt x="281" y="104"/>
                    <a:pt x="282" y="102"/>
                  </a:cubicBezTo>
                  <a:cubicBezTo>
                    <a:pt x="283" y="99"/>
                    <a:pt x="285" y="94"/>
                    <a:pt x="286" y="92"/>
                  </a:cubicBezTo>
                  <a:cubicBezTo>
                    <a:pt x="288" y="90"/>
                    <a:pt x="292" y="87"/>
                    <a:pt x="294" y="85"/>
                  </a:cubicBezTo>
                  <a:cubicBezTo>
                    <a:pt x="296" y="84"/>
                    <a:pt x="299" y="82"/>
                    <a:pt x="300" y="80"/>
                  </a:cubicBezTo>
                  <a:cubicBezTo>
                    <a:pt x="301" y="77"/>
                    <a:pt x="299" y="72"/>
                    <a:pt x="300" y="69"/>
                  </a:cubicBezTo>
                  <a:cubicBezTo>
                    <a:pt x="300" y="68"/>
                    <a:pt x="302" y="66"/>
                    <a:pt x="302" y="65"/>
                  </a:cubicBezTo>
                  <a:close/>
                  <a:moveTo>
                    <a:pt x="132" y="103"/>
                  </a:moveTo>
                  <a:cubicBezTo>
                    <a:pt x="131" y="104"/>
                    <a:pt x="128" y="105"/>
                    <a:pt x="127" y="106"/>
                  </a:cubicBezTo>
                  <a:cubicBezTo>
                    <a:pt x="126" y="108"/>
                    <a:pt x="125" y="110"/>
                    <a:pt x="124" y="112"/>
                  </a:cubicBezTo>
                  <a:cubicBezTo>
                    <a:pt x="123" y="113"/>
                    <a:pt x="123" y="116"/>
                    <a:pt x="122" y="118"/>
                  </a:cubicBezTo>
                  <a:cubicBezTo>
                    <a:pt x="121" y="119"/>
                    <a:pt x="118" y="120"/>
                    <a:pt x="117" y="121"/>
                  </a:cubicBezTo>
                  <a:cubicBezTo>
                    <a:pt x="115" y="122"/>
                    <a:pt x="112" y="123"/>
                    <a:pt x="110" y="122"/>
                  </a:cubicBezTo>
                  <a:cubicBezTo>
                    <a:pt x="108" y="122"/>
                    <a:pt x="106" y="120"/>
                    <a:pt x="104" y="119"/>
                  </a:cubicBezTo>
                  <a:cubicBezTo>
                    <a:pt x="103" y="118"/>
                    <a:pt x="99" y="118"/>
                    <a:pt x="98" y="116"/>
                  </a:cubicBezTo>
                  <a:cubicBezTo>
                    <a:pt x="97" y="115"/>
                    <a:pt x="96" y="112"/>
                    <a:pt x="96" y="111"/>
                  </a:cubicBezTo>
                  <a:cubicBezTo>
                    <a:pt x="96" y="109"/>
                    <a:pt x="98" y="107"/>
                    <a:pt x="99" y="106"/>
                  </a:cubicBezTo>
                  <a:cubicBezTo>
                    <a:pt x="100" y="104"/>
                    <a:pt x="105" y="103"/>
                    <a:pt x="106" y="102"/>
                  </a:cubicBezTo>
                  <a:cubicBezTo>
                    <a:pt x="107" y="100"/>
                    <a:pt x="108" y="96"/>
                    <a:pt x="107" y="94"/>
                  </a:cubicBezTo>
                  <a:cubicBezTo>
                    <a:pt x="106" y="93"/>
                    <a:pt x="103" y="92"/>
                    <a:pt x="102" y="92"/>
                  </a:cubicBezTo>
                  <a:cubicBezTo>
                    <a:pt x="101" y="92"/>
                    <a:pt x="99" y="92"/>
                    <a:pt x="98" y="92"/>
                  </a:cubicBezTo>
                  <a:cubicBezTo>
                    <a:pt x="97" y="93"/>
                    <a:pt x="97" y="95"/>
                    <a:pt x="96" y="96"/>
                  </a:cubicBezTo>
                  <a:cubicBezTo>
                    <a:pt x="94" y="97"/>
                    <a:pt x="91" y="99"/>
                    <a:pt x="90" y="98"/>
                  </a:cubicBezTo>
                  <a:cubicBezTo>
                    <a:pt x="88" y="98"/>
                    <a:pt x="87" y="95"/>
                    <a:pt x="87" y="94"/>
                  </a:cubicBezTo>
                  <a:cubicBezTo>
                    <a:pt x="86" y="91"/>
                    <a:pt x="87" y="86"/>
                    <a:pt x="88" y="83"/>
                  </a:cubicBezTo>
                  <a:cubicBezTo>
                    <a:pt x="89" y="82"/>
                    <a:pt x="92" y="81"/>
                    <a:pt x="93" y="80"/>
                  </a:cubicBezTo>
                  <a:cubicBezTo>
                    <a:pt x="94" y="79"/>
                    <a:pt x="95" y="76"/>
                    <a:pt x="97" y="75"/>
                  </a:cubicBezTo>
                  <a:cubicBezTo>
                    <a:pt x="98" y="74"/>
                    <a:pt x="101" y="73"/>
                    <a:pt x="103" y="73"/>
                  </a:cubicBezTo>
                  <a:cubicBezTo>
                    <a:pt x="104" y="72"/>
                    <a:pt x="106" y="73"/>
                    <a:pt x="107" y="74"/>
                  </a:cubicBezTo>
                  <a:cubicBezTo>
                    <a:pt x="108" y="75"/>
                    <a:pt x="109" y="78"/>
                    <a:pt x="110" y="79"/>
                  </a:cubicBezTo>
                  <a:cubicBezTo>
                    <a:pt x="111" y="80"/>
                    <a:pt x="114" y="81"/>
                    <a:pt x="116" y="82"/>
                  </a:cubicBezTo>
                  <a:cubicBezTo>
                    <a:pt x="117" y="83"/>
                    <a:pt x="118" y="87"/>
                    <a:pt x="120" y="88"/>
                  </a:cubicBezTo>
                  <a:cubicBezTo>
                    <a:pt x="121" y="89"/>
                    <a:pt x="125" y="89"/>
                    <a:pt x="127" y="90"/>
                  </a:cubicBezTo>
                  <a:cubicBezTo>
                    <a:pt x="128" y="91"/>
                    <a:pt x="129" y="95"/>
                    <a:pt x="130" y="96"/>
                  </a:cubicBezTo>
                  <a:cubicBezTo>
                    <a:pt x="130" y="97"/>
                    <a:pt x="133" y="98"/>
                    <a:pt x="133" y="99"/>
                  </a:cubicBezTo>
                  <a:cubicBezTo>
                    <a:pt x="133" y="100"/>
                    <a:pt x="132" y="102"/>
                    <a:pt x="132" y="10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112"/>
            <p:cNvSpPr>
              <a:spLocks/>
            </p:cNvSpPr>
            <p:nvPr/>
          </p:nvSpPr>
          <p:spPr bwMode="auto">
            <a:xfrm>
              <a:off x="5567363" y="1749426"/>
              <a:ext cx="31750" cy="46038"/>
            </a:xfrm>
            <a:custGeom>
              <a:avLst/>
              <a:gdLst/>
              <a:ahLst/>
              <a:cxnLst>
                <a:cxn ang="0">
                  <a:pos x="15" y="29"/>
                </a:cxn>
                <a:cxn ang="0">
                  <a:pos x="13" y="25"/>
                </a:cxn>
                <a:cxn ang="0">
                  <a:pos x="8" y="20"/>
                </a:cxn>
                <a:cxn ang="0">
                  <a:pos x="5" y="15"/>
                </a:cxn>
                <a:cxn ang="0">
                  <a:pos x="1" y="12"/>
                </a:cxn>
                <a:cxn ang="0">
                  <a:pos x="0" y="8"/>
                </a:cxn>
                <a:cxn ang="0">
                  <a:pos x="1" y="1"/>
                </a:cxn>
                <a:cxn ang="0">
                  <a:pos x="5" y="0"/>
                </a:cxn>
                <a:cxn ang="0">
                  <a:pos x="9" y="3"/>
                </a:cxn>
                <a:cxn ang="0">
                  <a:pos x="12" y="4"/>
                </a:cxn>
                <a:cxn ang="0">
                  <a:pos x="14" y="1"/>
                </a:cxn>
                <a:cxn ang="0">
                  <a:pos x="18" y="1"/>
                </a:cxn>
                <a:cxn ang="0">
                  <a:pos x="20" y="4"/>
                </a:cxn>
                <a:cxn ang="0">
                  <a:pos x="19" y="7"/>
                </a:cxn>
                <a:cxn ang="0">
                  <a:pos x="16" y="9"/>
                </a:cxn>
                <a:cxn ang="0">
                  <a:pos x="15" y="13"/>
                </a:cxn>
                <a:cxn ang="0">
                  <a:pos x="16" y="16"/>
                </a:cxn>
                <a:cxn ang="0">
                  <a:pos x="19" y="20"/>
                </a:cxn>
                <a:cxn ang="0">
                  <a:pos x="19" y="24"/>
                </a:cxn>
                <a:cxn ang="0">
                  <a:pos x="19" y="28"/>
                </a:cxn>
                <a:cxn ang="0">
                  <a:pos x="15" y="29"/>
                </a:cxn>
              </a:cxnLst>
              <a:rect l="0" t="0" r="r" b="b"/>
              <a:pathLst>
                <a:path w="20" h="29">
                  <a:moveTo>
                    <a:pt x="15" y="29"/>
                  </a:moveTo>
                  <a:cubicBezTo>
                    <a:pt x="14" y="28"/>
                    <a:pt x="14" y="25"/>
                    <a:pt x="13" y="25"/>
                  </a:cubicBezTo>
                  <a:cubicBezTo>
                    <a:pt x="12" y="23"/>
                    <a:pt x="9" y="21"/>
                    <a:pt x="8" y="20"/>
                  </a:cubicBezTo>
                  <a:cubicBezTo>
                    <a:pt x="7" y="18"/>
                    <a:pt x="6" y="16"/>
                    <a:pt x="5" y="15"/>
                  </a:cubicBezTo>
                  <a:cubicBezTo>
                    <a:pt x="5" y="14"/>
                    <a:pt x="2" y="13"/>
                    <a:pt x="1" y="12"/>
                  </a:cubicBezTo>
                  <a:cubicBezTo>
                    <a:pt x="1" y="11"/>
                    <a:pt x="0" y="9"/>
                    <a:pt x="0" y="8"/>
                  </a:cubicBezTo>
                  <a:cubicBezTo>
                    <a:pt x="0" y="6"/>
                    <a:pt x="0" y="2"/>
                    <a:pt x="1" y="1"/>
                  </a:cubicBezTo>
                  <a:cubicBezTo>
                    <a:pt x="1" y="0"/>
                    <a:pt x="4" y="0"/>
                    <a:pt x="5" y="0"/>
                  </a:cubicBezTo>
                  <a:cubicBezTo>
                    <a:pt x="6" y="0"/>
                    <a:pt x="7" y="2"/>
                    <a:pt x="9" y="3"/>
                  </a:cubicBezTo>
                  <a:cubicBezTo>
                    <a:pt x="9" y="3"/>
                    <a:pt x="11" y="4"/>
                    <a:pt x="12" y="4"/>
                  </a:cubicBezTo>
                  <a:cubicBezTo>
                    <a:pt x="13" y="3"/>
                    <a:pt x="13" y="2"/>
                    <a:pt x="14" y="1"/>
                  </a:cubicBezTo>
                  <a:cubicBezTo>
                    <a:pt x="15" y="1"/>
                    <a:pt x="17" y="1"/>
                    <a:pt x="18" y="1"/>
                  </a:cubicBezTo>
                  <a:cubicBezTo>
                    <a:pt x="19" y="1"/>
                    <a:pt x="20" y="3"/>
                    <a:pt x="20" y="4"/>
                  </a:cubicBezTo>
                  <a:cubicBezTo>
                    <a:pt x="20" y="5"/>
                    <a:pt x="20" y="6"/>
                    <a:pt x="19" y="7"/>
                  </a:cubicBezTo>
                  <a:cubicBezTo>
                    <a:pt x="19" y="7"/>
                    <a:pt x="17" y="8"/>
                    <a:pt x="16" y="9"/>
                  </a:cubicBezTo>
                  <a:cubicBezTo>
                    <a:pt x="16" y="10"/>
                    <a:pt x="15" y="12"/>
                    <a:pt x="15" y="13"/>
                  </a:cubicBezTo>
                  <a:cubicBezTo>
                    <a:pt x="15" y="14"/>
                    <a:pt x="16" y="15"/>
                    <a:pt x="16" y="16"/>
                  </a:cubicBezTo>
                  <a:cubicBezTo>
                    <a:pt x="17" y="17"/>
                    <a:pt x="19" y="19"/>
                    <a:pt x="19" y="20"/>
                  </a:cubicBezTo>
                  <a:cubicBezTo>
                    <a:pt x="20" y="21"/>
                    <a:pt x="19" y="23"/>
                    <a:pt x="19" y="24"/>
                  </a:cubicBezTo>
                  <a:cubicBezTo>
                    <a:pt x="19" y="25"/>
                    <a:pt x="20" y="27"/>
                    <a:pt x="19" y="28"/>
                  </a:cubicBezTo>
                  <a:cubicBezTo>
                    <a:pt x="19" y="29"/>
                    <a:pt x="16" y="29"/>
                    <a:pt x="15" y="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113"/>
            <p:cNvSpPr>
              <a:spLocks/>
            </p:cNvSpPr>
            <p:nvPr/>
          </p:nvSpPr>
          <p:spPr bwMode="auto">
            <a:xfrm>
              <a:off x="5575301" y="1830388"/>
              <a:ext cx="34925" cy="82550"/>
            </a:xfrm>
            <a:custGeom>
              <a:avLst/>
              <a:gdLst/>
              <a:ahLst/>
              <a:cxnLst>
                <a:cxn ang="0">
                  <a:pos x="4" y="52"/>
                </a:cxn>
                <a:cxn ang="0">
                  <a:pos x="4" y="49"/>
                </a:cxn>
                <a:cxn ang="0">
                  <a:pos x="7" y="47"/>
                </a:cxn>
                <a:cxn ang="0">
                  <a:pos x="10" y="44"/>
                </a:cxn>
                <a:cxn ang="0">
                  <a:pos x="12" y="38"/>
                </a:cxn>
                <a:cxn ang="0">
                  <a:pos x="12" y="33"/>
                </a:cxn>
                <a:cxn ang="0">
                  <a:pos x="10" y="25"/>
                </a:cxn>
                <a:cxn ang="0">
                  <a:pos x="14" y="20"/>
                </a:cxn>
                <a:cxn ang="0">
                  <a:pos x="18" y="16"/>
                </a:cxn>
                <a:cxn ang="0">
                  <a:pos x="16" y="13"/>
                </a:cxn>
                <a:cxn ang="0">
                  <a:pos x="14" y="9"/>
                </a:cxn>
                <a:cxn ang="0">
                  <a:pos x="15" y="7"/>
                </a:cxn>
                <a:cxn ang="0">
                  <a:pos x="21" y="6"/>
                </a:cxn>
                <a:cxn ang="0">
                  <a:pos x="21" y="3"/>
                </a:cxn>
                <a:cxn ang="0">
                  <a:pos x="17" y="0"/>
                </a:cxn>
                <a:cxn ang="0">
                  <a:pos x="14" y="1"/>
                </a:cxn>
                <a:cxn ang="0">
                  <a:pos x="11" y="5"/>
                </a:cxn>
                <a:cxn ang="0">
                  <a:pos x="9" y="8"/>
                </a:cxn>
                <a:cxn ang="0">
                  <a:pos x="5" y="14"/>
                </a:cxn>
                <a:cxn ang="0">
                  <a:pos x="3" y="18"/>
                </a:cxn>
                <a:cxn ang="0">
                  <a:pos x="3" y="24"/>
                </a:cxn>
                <a:cxn ang="0">
                  <a:pos x="3" y="29"/>
                </a:cxn>
                <a:cxn ang="0">
                  <a:pos x="1" y="35"/>
                </a:cxn>
                <a:cxn ang="0">
                  <a:pos x="3" y="41"/>
                </a:cxn>
                <a:cxn ang="0">
                  <a:pos x="3" y="46"/>
                </a:cxn>
                <a:cxn ang="0">
                  <a:pos x="0" y="49"/>
                </a:cxn>
                <a:cxn ang="0">
                  <a:pos x="1" y="52"/>
                </a:cxn>
                <a:cxn ang="0">
                  <a:pos x="4" y="52"/>
                </a:cxn>
              </a:cxnLst>
              <a:rect l="0" t="0" r="r" b="b"/>
              <a:pathLst>
                <a:path w="22" h="53">
                  <a:moveTo>
                    <a:pt x="4" y="52"/>
                  </a:moveTo>
                  <a:cubicBezTo>
                    <a:pt x="4" y="52"/>
                    <a:pt x="3" y="50"/>
                    <a:pt x="4" y="49"/>
                  </a:cubicBezTo>
                  <a:cubicBezTo>
                    <a:pt x="4" y="48"/>
                    <a:pt x="6" y="48"/>
                    <a:pt x="7" y="47"/>
                  </a:cubicBezTo>
                  <a:cubicBezTo>
                    <a:pt x="8" y="47"/>
                    <a:pt x="9" y="45"/>
                    <a:pt x="10" y="44"/>
                  </a:cubicBezTo>
                  <a:cubicBezTo>
                    <a:pt x="11" y="43"/>
                    <a:pt x="12" y="40"/>
                    <a:pt x="12" y="38"/>
                  </a:cubicBezTo>
                  <a:cubicBezTo>
                    <a:pt x="12" y="37"/>
                    <a:pt x="12" y="34"/>
                    <a:pt x="12" y="33"/>
                  </a:cubicBezTo>
                  <a:cubicBezTo>
                    <a:pt x="12" y="31"/>
                    <a:pt x="9" y="27"/>
                    <a:pt x="10" y="25"/>
                  </a:cubicBezTo>
                  <a:cubicBezTo>
                    <a:pt x="10" y="23"/>
                    <a:pt x="13" y="21"/>
                    <a:pt x="14" y="20"/>
                  </a:cubicBezTo>
                  <a:cubicBezTo>
                    <a:pt x="15" y="19"/>
                    <a:pt x="18" y="18"/>
                    <a:pt x="18" y="16"/>
                  </a:cubicBezTo>
                  <a:cubicBezTo>
                    <a:pt x="18" y="15"/>
                    <a:pt x="17" y="14"/>
                    <a:pt x="16" y="13"/>
                  </a:cubicBezTo>
                  <a:cubicBezTo>
                    <a:pt x="16" y="12"/>
                    <a:pt x="14" y="10"/>
                    <a:pt x="14" y="9"/>
                  </a:cubicBezTo>
                  <a:cubicBezTo>
                    <a:pt x="14" y="9"/>
                    <a:pt x="15" y="7"/>
                    <a:pt x="15" y="7"/>
                  </a:cubicBezTo>
                  <a:cubicBezTo>
                    <a:pt x="16" y="6"/>
                    <a:pt x="20" y="7"/>
                    <a:pt x="21" y="6"/>
                  </a:cubicBezTo>
                  <a:cubicBezTo>
                    <a:pt x="22" y="5"/>
                    <a:pt x="22" y="4"/>
                    <a:pt x="21" y="3"/>
                  </a:cubicBezTo>
                  <a:cubicBezTo>
                    <a:pt x="21" y="2"/>
                    <a:pt x="19" y="0"/>
                    <a:pt x="17" y="0"/>
                  </a:cubicBezTo>
                  <a:cubicBezTo>
                    <a:pt x="16" y="0"/>
                    <a:pt x="14" y="0"/>
                    <a:pt x="14" y="1"/>
                  </a:cubicBezTo>
                  <a:cubicBezTo>
                    <a:pt x="13" y="1"/>
                    <a:pt x="12" y="4"/>
                    <a:pt x="11" y="5"/>
                  </a:cubicBezTo>
                  <a:cubicBezTo>
                    <a:pt x="11" y="6"/>
                    <a:pt x="9" y="7"/>
                    <a:pt x="9" y="8"/>
                  </a:cubicBezTo>
                  <a:cubicBezTo>
                    <a:pt x="8" y="9"/>
                    <a:pt x="6" y="13"/>
                    <a:pt x="5" y="14"/>
                  </a:cubicBezTo>
                  <a:cubicBezTo>
                    <a:pt x="4" y="15"/>
                    <a:pt x="3" y="17"/>
                    <a:pt x="3" y="18"/>
                  </a:cubicBezTo>
                  <a:cubicBezTo>
                    <a:pt x="3" y="19"/>
                    <a:pt x="3" y="22"/>
                    <a:pt x="3" y="24"/>
                  </a:cubicBezTo>
                  <a:cubicBezTo>
                    <a:pt x="4" y="25"/>
                    <a:pt x="4" y="28"/>
                    <a:pt x="3" y="29"/>
                  </a:cubicBezTo>
                  <a:cubicBezTo>
                    <a:pt x="3" y="31"/>
                    <a:pt x="1" y="33"/>
                    <a:pt x="1" y="35"/>
                  </a:cubicBezTo>
                  <a:cubicBezTo>
                    <a:pt x="1" y="37"/>
                    <a:pt x="3" y="39"/>
                    <a:pt x="3" y="41"/>
                  </a:cubicBezTo>
                  <a:cubicBezTo>
                    <a:pt x="3" y="42"/>
                    <a:pt x="3" y="45"/>
                    <a:pt x="3" y="46"/>
                  </a:cubicBezTo>
                  <a:cubicBezTo>
                    <a:pt x="3" y="47"/>
                    <a:pt x="1" y="48"/>
                    <a:pt x="0" y="49"/>
                  </a:cubicBezTo>
                  <a:cubicBezTo>
                    <a:pt x="0" y="50"/>
                    <a:pt x="0" y="52"/>
                    <a:pt x="1" y="52"/>
                  </a:cubicBezTo>
                  <a:cubicBezTo>
                    <a:pt x="2" y="53"/>
                    <a:pt x="3" y="53"/>
                    <a:pt x="4" y="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114"/>
            <p:cNvSpPr>
              <a:spLocks/>
            </p:cNvSpPr>
            <p:nvPr/>
          </p:nvSpPr>
          <p:spPr bwMode="auto">
            <a:xfrm>
              <a:off x="5449888" y="1719263"/>
              <a:ext cx="119063" cy="120650"/>
            </a:xfrm>
            <a:custGeom>
              <a:avLst/>
              <a:gdLst/>
              <a:ahLst/>
              <a:cxnLst>
                <a:cxn ang="0">
                  <a:pos x="75" y="46"/>
                </a:cxn>
                <a:cxn ang="0">
                  <a:pos x="75" y="53"/>
                </a:cxn>
                <a:cxn ang="0">
                  <a:pos x="72" y="56"/>
                </a:cxn>
                <a:cxn ang="0">
                  <a:pos x="65" y="56"/>
                </a:cxn>
                <a:cxn ang="0">
                  <a:pos x="59" y="56"/>
                </a:cxn>
                <a:cxn ang="0">
                  <a:pos x="53" y="60"/>
                </a:cxn>
                <a:cxn ang="0">
                  <a:pos x="51" y="64"/>
                </a:cxn>
                <a:cxn ang="0">
                  <a:pos x="53" y="68"/>
                </a:cxn>
                <a:cxn ang="0">
                  <a:pos x="57" y="70"/>
                </a:cxn>
                <a:cxn ang="0">
                  <a:pos x="58" y="74"/>
                </a:cxn>
                <a:cxn ang="0">
                  <a:pos x="56" y="76"/>
                </a:cxn>
                <a:cxn ang="0">
                  <a:pos x="52" y="75"/>
                </a:cxn>
                <a:cxn ang="0">
                  <a:pos x="48" y="73"/>
                </a:cxn>
                <a:cxn ang="0">
                  <a:pos x="45" y="71"/>
                </a:cxn>
                <a:cxn ang="0">
                  <a:pos x="40" y="67"/>
                </a:cxn>
                <a:cxn ang="0">
                  <a:pos x="39" y="62"/>
                </a:cxn>
                <a:cxn ang="0">
                  <a:pos x="39" y="57"/>
                </a:cxn>
                <a:cxn ang="0">
                  <a:pos x="39" y="52"/>
                </a:cxn>
                <a:cxn ang="0">
                  <a:pos x="34" y="49"/>
                </a:cxn>
                <a:cxn ang="0">
                  <a:pos x="33" y="45"/>
                </a:cxn>
                <a:cxn ang="0">
                  <a:pos x="34" y="41"/>
                </a:cxn>
                <a:cxn ang="0">
                  <a:pos x="24" y="31"/>
                </a:cxn>
                <a:cxn ang="0">
                  <a:pos x="15" y="20"/>
                </a:cxn>
                <a:cxn ang="0">
                  <a:pos x="1" y="11"/>
                </a:cxn>
                <a:cxn ang="0">
                  <a:pos x="0" y="11"/>
                </a:cxn>
                <a:cxn ang="0">
                  <a:pos x="2" y="8"/>
                </a:cxn>
                <a:cxn ang="0">
                  <a:pos x="5" y="4"/>
                </a:cxn>
                <a:cxn ang="0">
                  <a:pos x="10" y="2"/>
                </a:cxn>
                <a:cxn ang="0">
                  <a:pos x="13" y="0"/>
                </a:cxn>
                <a:cxn ang="0">
                  <a:pos x="13" y="4"/>
                </a:cxn>
                <a:cxn ang="0">
                  <a:pos x="17" y="7"/>
                </a:cxn>
                <a:cxn ang="0">
                  <a:pos x="20" y="5"/>
                </a:cxn>
                <a:cxn ang="0">
                  <a:pos x="24" y="4"/>
                </a:cxn>
                <a:cxn ang="0">
                  <a:pos x="28" y="4"/>
                </a:cxn>
                <a:cxn ang="0">
                  <a:pos x="32" y="7"/>
                </a:cxn>
                <a:cxn ang="0">
                  <a:pos x="34" y="11"/>
                </a:cxn>
                <a:cxn ang="0">
                  <a:pos x="37" y="14"/>
                </a:cxn>
                <a:cxn ang="0">
                  <a:pos x="43" y="15"/>
                </a:cxn>
                <a:cxn ang="0">
                  <a:pos x="48" y="12"/>
                </a:cxn>
                <a:cxn ang="0">
                  <a:pos x="52" y="7"/>
                </a:cxn>
                <a:cxn ang="0">
                  <a:pos x="56" y="3"/>
                </a:cxn>
                <a:cxn ang="0">
                  <a:pos x="59" y="2"/>
                </a:cxn>
                <a:cxn ang="0">
                  <a:pos x="65" y="2"/>
                </a:cxn>
                <a:cxn ang="0">
                  <a:pos x="71" y="1"/>
                </a:cxn>
                <a:cxn ang="0">
                  <a:pos x="73" y="7"/>
                </a:cxn>
                <a:cxn ang="0">
                  <a:pos x="69" y="14"/>
                </a:cxn>
                <a:cxn ang="0">
                  <a:pos x="67" y="24"/>
                </a:cxn>
                <a:cxn ang="0">
                  <a:pos x="68" y="31"/>
                </a:cxn>
                <a:cxn ang="0">
                  <a:pos x="72" y="38"/>
                </a:cxn>
                <a:cxn ang="0">
                  <a:pos x="75" y="46"/>
                </a:cxn>
              </a:cxnLst>
              <a:rect l="0" t="0" r="r" b="b"/>
              <a:pathLst>
                <a:path w="76" h="77">
                  <a:moveTo>
                    <a:pt x="75" y="46"/>
                  </a:moveTo>
                  <a:cubicBezTo>
                    <a:pt x="76" y="48"/>
                    <a:pt x="75" y="51"/>
                    <a:pt x="75" y="53"/>
                  </a:cubicBezTo>
                  <a:cubicBezTo>
                    <a:pt x="74" y="54"/>
                    <a:pt x="73" y="56"/>
                    <a:pt x="72" y="56"/>
                  </a:cubicBezTo>
                  <a:cubicBezTo>
                    <a:pt x="70" y="57"/>
                    <a:pt x="67" y="56"/>
                    <a:pt x="65" y="56"/>
                  </a:cubicBezTo>
                  <a:cubicBezTo>
                    <a:pt x="64" y="56"/>
                    <a:pt x="60" y="55"/>
                    <a:pt x="59" y="56"/>
                  </a:cubicBezTo>
                  <a:cubicBezTo>
                    <a:pt x="57" y="56"/>
                    <a:pt x="54" y="58"/>
                    <a:pt x="53" y="60"/>
                  </a:cubicBezTo>
                  <a:cubicBezTo>
                    <a:pt x="52" y="61"/>
                    <a:pt x="51" y="63"/>
                    <a:pt x="51" y="64"/>
                  </a:cubicBezTo>
                  <a:cubicBezTo>
                    <a:pt x="52" y="65"/>
                    <a:pt x="53" y="67"/>
                    <a:pt x="53" y="68"/>
                  </a:cubicBezTo>
                  <a:cubicBezTo>
                    <a:pt x="54" y="68"/>
                    <a:pt x="56" y="69"/>
                    <a:pt x="57" y="70"/>
                  </a:cubicBezTo>
                  <a:cubicBezTo>
                    <a:pt x="58" y="71"/>
                    <a:pt x="58" y="73"/>
                    <a:pt x="58" y="74"/>
                  </a:cubicBezTo>
                  <a:cubicBezTo>
                    <a:pt x="58" y="75"/>
                    <a:pt x="57" y="76"/>
                    <a:pt x="56" y="76"/>
                  </a:cubicBezTo>
                  <a:cubicBezTo>
                    <a:pt x="55" y="77"/>
                    <a:pt x="53" y="75"/>
                    <a:pt x="52" y="75"/>
                  </a:cubicBezTo>
                  <a:cubicBezTo>
                    <a:pt x="51" y="75"/>
                    <a:pt x="49" y="73"/>
                    <a:pt x="48" y="73"/>
                  </a:cubicBezTo>
                  <a:cubicBezTo>
                    <a:pt x="48" y="72"/>
                    <a:pt x="46" y="72"/>
                    <a:pt x="45" y="71"/>
                  </a:cubicBezTo>
                  <a:cubicBezTo>
                    <a:pt x="44" y="70"/>
                    <a:pt x="41" y="68"/>
                    <a:pt x="40" y="67"/>
                  </a:cubicBezTo>
                  <a:cubicBezTo>
                    <a:pt x="40" y="66"/>
                    <a:pt x="39" y="63"/>
                    <a:pt x="39" y="62"/>
                  </a:cubicBezTo>
                  <a:cubicBezTo>
                    <a:pt x="39" y="60"/>
                    <a:pt x="39" y="58"/>
                    <a:pt x="39" y="57"/>
                  </a:cubicBezTo>
                  <a:cubicBezTo>
                    <a:pt x="39" y="55"/>
                    <a:pt x="39" y="53"/>
                    <a:pt x="39" y="52"/>
                  </a:cubicBezTo>
                  <a:cubicBezTo>
                    <a:pt x="38" y="51"/>
                    <a:pt x="35" y="50"/>
                    <a:pt x="34" y="49"/>
                  </a:cubicBezTo>
                  <a:cubicBezTo>
                    <a:pt x="33" y="48"/>
                    <a:pt x="33" y="46"/>
                    <a:pt x="33" y="45"/>
                  </a:cubicBezTo>
                  <a:cubicBezTo>
                    <a:pt x="33" y="44"/>
                    <a:pt x="34" y="42"/>
                    <a:pt x="34" y="41"/>
                  </a:cubicBezTo>
                  <a:cubicBezTo>
                    <a:pt x="33" y="37"/>
                    <a:pt x="26" y="33"/>
                    <a:pt x="24" y="31"/>
                  </a:cubicBezTo>
                  <a:cubicBezTo>
                    <a:pt x="22" y="28"/>
                    <a:pt x="17" y="23"/>
                    <a:pt x="15" y="20"/>
                  </a:cubicBezTo>
                  <a:cubicBezTo>
                    <a:pt x="12" y="18"/>
                    <a:pt x="5" y="13"/>
                    <a:pt x="1" y="11"/>
                  </a:cubicBezTo>
                  <a:cubicBezTo>
                    <a:pt x="1" y="11"/>
                    <a:pt x="0" y="11"/>
                    <a:pt x="0" y="11"/>
                  </a:cubicBezTo>
                  <a:cubicBezTo>
                    <a:pt x="1" y="10"/>
                    <a:pt x="2" y="9"/>
                    <a:pt x="2" y="8"/>
                  </a:cubicBezTo>
                  <a:cubicBezTo>
                    <a:pt x="3" y="7"/>
                    <a:pt x="4" y="5"/>
                    <a:pt x="5" y="4"/>
                  </a:cubicBezTo>
                  <a:cubicBezTo>
                    <a:pt x="6" y="3"/>
                    <a:pt x="9" y="2"/>
                    <a:pt x="10" y="2"/>
                  </a:cubicBezTo>
                  <a:cubicBezTo>
                    <a:pt x="10" y="1"/>
                    <a:pt x="12" y="0"/>
                    <a:pt x="13" y="0"/>
                  </a:cubicBezTo>
                  <a:cubicBezTo>
                    <a:pt x="13" y="1"/>
                    <a:pt x="13" y="3"/>
                    <a:pt x="13" y="4"/>
                  </a:cubicBezTo>
                  <a:cubicBezTo>
                    <a:pt x="14" y="5"/>
                    <a:pt x="16" y="7"/>
                    <a:pt x="17" y="7"/>
                  </a:cubicBezTo>
                  <a:cubicBezTo>
                    <a:pt x="18" y="7"/>
                    <a:pt x="20" y="5"/>
                    <a:pt x="20" y="5"/>
                  </a:cubicBezTo>
                  <a:cubicBezTo>
                    <a:pt x="21" y="5"/>
                    <a:pt x="23" y="4"/>
                    <a:pt x="24" y="4"/>
                  </a:cubicBezTo>
                  <a:cubicBezTo>
                    <a:pt x="25" y="3"/>
                    <a:pt x="27" y="3"/>
                    <a:pt x="28" y="4"/>
                  </a:cubicBezTo>
                  <a:cubicBezTo>
                    <a:pt x="29" y="4"/>
                    <a:pt x="31" y="6"/>
                    <a:pt x="32" y="7"/>
                  </a:cubicBezTo>
                  <a:cubicBezTo>
                    <a:pt x="33" y="8"/>
                    <a:pt x="33" y="10"/>
                    <a:pt x="34" y="11"/>
                  </a:cubicBezTo>
                  <a:cubicBezTo>
                    <a:pt x="34" y="12"/>
                    <a:pt x="36" y="14"/>
                    <a:pt x="37" y="14"/>
                  </a:cubicBezTo>
                  <a:cubicBezTo>
                    <a:pt x="38" y="15"/>
                    <a:pt x="41" y="16"/>
                    <a:pt x="43" y="15"/>
                  </a:cubicBezTo>
                  <a:cubicBezTo>
                    <a:pt x="44" y="15"/>
                    <a:pt x="47" y="13"/>
                    <a:pt x="48" y="12"/>
                  </a:cubicBezTo>
                  <a:cubicBezTo>
                    <a:pt x="49" y="11"/>
                    <a:pt x="51" y="8"/>
                    <a:pt x="52" y="7"/>
                  </a:cubicBezTo>
                  <a:cubicBezTo>
                    <a:pt x="53" y="6"/>
                    <a:pt x="55" y="4"/>
                    <a:pt x="56" y="3"/>
                  </a:cubicBezTo>
                  <a:cubicBezTo>
                    <a:pt x="57" y="3"/>
                    <a:pt x="58" y="2"/>
                    <a:pt x="59" y="2"/>
                  </a:cubicBezTo>
                  <a:cubicBezTo>
                    <a:pt x="61" y="1"/>
                    <a:pt x="64" y="2"/>
                    <a:pt x="65" y="2"/>
                  </a:cubicBezTo>
                  <a:cubicBezTo>
                    <a:pt x="67" y="2"/>
                    <a:pt x="69" y="1"/>
                    <a:pt x="71" y="1"/>
                  </a:cubicBezTo>
                  <a:cubicBezTo>
                    <a:pt x="72" y="2"/>
                    <a:pt x="73" y="5"/>
                    <a:pt x="73" y="7"/>
                  </a:cubicBezTo>
                  <a:cubicBezTo>
                    <a:pt x="73" y="9"/>
                    <a:pt x="70" y="12"/>
                    <a:pt x="69" y="14"/>
                  </a:cubicBezTo>
                  <a:cubicBezTo>
                    <a:pt x="68" y="17"/>
                    <a:pt x="67" y="22"/>
                    <a:pt x="67" y="24"/>
                  </a:cubicBezTo>
                  <a:cubicBezTo>
                    <a:pt x="67" y="26"/>
                    <a:pt x="67" y="30"/>
                    <a:pt x="68" y="31"/>
                  </a:cubicBezTo>
                  <a:cubicBezTo>
                    <a:pt x="69" y="33"/>
                    <a:pt x="71" y="36"/>
                    <a:pt x="72" y="38"/>
                  </a:cubicBezTo>
                  <a:cubicBezTo>
                    <a:pt x="73" y="40"/>
                    <a:pt x="75" y="44"/>
                    <a:pt x="75" y="4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115"/>
            <p:cNvSpPr>
              <a:spLocks/>
            </p:cNvSpPr>
            <p:nvPr/>
          </p:nvSpPr>
          <p:spPr bwMode="auto">
            <a:xfrm>
              <a:off x="5297488" y="2084388"/>
              <a:ext cx="9525" cy="7938"/>
            </a:xfrm>
            <a:custGeom>
              <a:avLst/>
              <a:gdLst/>
              <a:ahLst/>
              <a:cxnLst>
                <a:cxn ang="0">
                  <a:pos x="3" y="0"/>
                </a:cxn>
                <a:cxn ang="0">
                  <a:pos x="1" y="1"/>
                </a:cxn>
                <a:cxn ang="0">
                  <a:pos x="1" y="4"/>
                </a:cxn>
                <a:cxn ang="0">
                  <a:pos x="3" y="5"/>
                </a:cxn>
                <a:cxn ang="0">
                  <a:pos x="5" y="5"/>
                </a:cxn>
                <a:cxn ang="0">
                  <a:pos x="6" y="3"/>
                </a:cxn>
                <a:cxn ang="0">
                  <a:pos x="6" y="1"/>
                </a:cxn>
                <a:cxn ang="0">
                  <a:pos x="3" y="0"/>
                </a:cxn>
              </a:cxnLst>
              <a:rect l="0" t="0" r="r" b="b"/>
              <a:pathLst>
                <a:path w="6" h="5">
                  <a:moveTo>
                    <a:pt x="3" y="0"/>
                  </a:moveTo>
                  <a:cubicBezTo>
                    <a:pt x="3" y="0"/>
                    <a:pt x="1" y="1"/>
                    <a:pt x="1" y="1"/>
                  </a:cubicBezTo>
                  <a:cubicBezTo>
                    <a:pt x="1" y="2"/>
                    <a:pt x="0" y="3"/>
                    <a:pt x="1" y="4"/>
                  </a:cubicBezTo>
                  <a:cubicBezTo>
                    <a:pt x="1" y="5"/>
                    <a:pt x="2" y="5"/>
                    <a:pt x="3" y="5"/>
                  </a:cubicBezTo>
                  <a:cubicBezTo>
                    <a:pt x="4" y="5"/>
                    <a:pt x="4" y="5"/>
                    <a:pt x="5" y="5"/>
                  </a:cubicBezTo>
                  <a:cubicBezTo>
                    <a:pt x="5" y="4"/>
                    <a:pt x="5" y="3"/>
                    <a:pt x="6" y="3"/>
                  </a:cubicBezTo>
                  <a:cubicBezTo>
                    <a:pt x="6" y="2"/>
                    <a:pt x="6" y="1"/>
                    <a:pt x="6" y="1"/>
                  </a:cubicBezTo>
                  <a:cubicBezTo>
                    <a:pt x="6" y="0"/>
                    <a:pt x="4"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116"/>
            <p:cNvSpPr>
              <a:spLocks noEditPoints="1"/>
            </p:cNvSpPr>
            <p:nvPr/>
          </p:nvSpPr>
          <p:spPr bwMode="auto">
            <a:xfrm>
              <a:off x="5208588" y="1679576"/>
              <a:ext cx="830263" cy="1123950"/>
            </a:xfrm>
            <a:custGeom>
              <a:avLst/>
              <a:gdLst/>
              <a:ahLst/>
              <a:cxnLst>
                <a:cxn ang="0">
                  <a:pos x="478" y="397"/>
                </a:cxn>
                <a:cxn ang="0">
                  <a:pos x="436" y="356"/>
                </a:cxn>
                <a:cxn ang="0">
                  <a:pos x="414" y="311"/>
                </a:cxn>
                <a:cxn ang="0">
                  <a:pos x="387" y="237"/>
                </a:cxn>
                <a:cxn ang="0">
                  <a:pos x="329" y="185"/>
                </a:cxn>
                <a:cxn ang="0">
                  <a:pos x="284" y="128"/>
                </a:cxn>
                <a:cxn ang="0">
                  <a:pos x="283" y="168"/>
                </a:cxn>
                <a:cxn ang="0">
                  <a:pos x="236" y="174"/>
                </a:cxn>
                <a:cxn ang="0">
                  <a:pos x="222" y="160"/>
                </a:cxn>
                <a:cxn ang="0">
                  <a:pos x="202" y="164"/>
                </a:cxn>
                <a:cxn ang="0">
                  <a:pos x="230" y="143"/>
                </a:cxn>
                <a:cxn ang="0">
                  <a:pos x="219" y="102"/>
                </a:cxn>
                <a:cxn ang="0">
                  <a:pos x="183" y="118"/>
                </a:cxn>
                <a:cxn ang="0">
                  <a:pos x="134" y="100"/>
                </a:cxn>
                <a:cxn ang="0">
                  <a:pos x="117" y="128"/>
                </a:cxn>
                <a:cxn ang="0">
                  <a:pos x="111" y="95"/>
                </a:cxn>
                <a:cxn ang="0">
                  <a:pos x="91" y="79"/>
                </a:cxn>
                <a:cxn ang="0">
                  <a:pos x="67" y="53"/>
                </a:cxn>
                <a:cxn ang="0">
                  <a:pos x="76" y="38"/>
                </a:cxn>
                <a:cxn ang="0">
                  <a:pos x="85" y="0"/>
                </a:cxn>
                <a:cxn ang="0">
                  <a:pos x="43" y="107"/>
                </a:cxn>
                <a:cxn ang="0">
                  <a:pos x="40" y="231"/>
                </a:cxn>
                <a:cxn ang="0">
                  <a:pos x="45" y="203"/>
                </a:cxn>
                <a:cxn ang="0">
                  <a:pos x="62" y="198"/>
                </a:cxn>
                <a:cxn ang="0">
                  <a:pos x="72" y="239"/>
                </a:cxn>
                <a:cxn ang="0">
                  <a:pos x="65" y="270"/>
                </a:cxn>
                <a:cxn ang="0">
                  <a:pos x="46" y="260"/>
                </a:cxn>
                <a:cxn ang="0">
                  <a:pos x="39" y="236"/>
                </a:cxn>
                <a:cxn ang="0">
                  <a:pos x="39" y="311"/>
                </a:cxn>
                <a:cxn ang="0">
                  <a:pos x="11" y="447"/>
                </a:cxn>
                <a:cxn ang="0">
                  <a:pos x="5" y="557"/>
                </a:cxn>
                <a:cxn ang="0">
                  <a:pos x="11" y="519"/>
                </a:cxn>
                <a:cxn ang="0">
                  <a:pos x="15" y="468"/>
                </a:cxn>
                <a:cxn ang="0">
                  <a:pos x="20" y="468"/>
                </a:cxn>
                <a:cxn ang="0">
                  <a:pos x="54" y="494"/>
                </a:cxn>
                <a:cxn ang="0">
                  <a:pos x="77" y="542"/>
                </a:cxn>
                <a:cxn ang="0">
                  <a:pos x="104" y="591"/>
                </a:cxn>
                <a:cxn ang="0">
                  <a:pos x="123" y="613"/>
                </a:cxn>
                <a:cxn ang="0">
                  <a:pos x="107" y="617"/>
                </a:cxn>
                <a:cxn ang="0">
                  <a:pos x="52" y="659"/>
                </a:cxn>
                <a:cxn ang="0">
                  <a:pos x="48" y="648"/>
                </a:cxn>
                <a:cxn ang="0">
                  <a:pos x="40" y="624"/>
                </a:cxn>
                <a:cxn ang="0">
                  <a:pos x="35" y="634"/>
                </a:cxn>
                <a:cxn ang="0">
                  <a:pos x="30" y="659"/>
                </a:cxn>
                <a:cxn ang="0">
                  <a:pos x="21" y="656"/>
                </a:cxn>
                <a:cxn ang="0">
                  <a:pos x="24" y="617"/>
                </a:cxn>
                <a:cxn ang="0">
                  <a:pos x="12" y="555"/>
                </a:cxn>
                <a:cxn ang="0">
                  <a:pos x="14" y="603"/>
                </a:cxn>
                <a:cxn ang="0">
                  <a:pos x="16" y="699"/>
                </a:cxn>
                <a:cxn ang="0">
                  <a:pos x="95" y="686"/>
                </a:cxn>
                <a:cxn ang="0">
                  <a:pos x="171" y="711"/>
                </a:cxn>
                <a:cxn ang="0">
                  <a:pos x="186" y="662"/>
                </a:cxn>
                <a:cxn ang="0">
                  <a:pos x="253" y="697"/>
                </a:cxn>
                <a:cxn ang="0">
                  <a:pos x="309" y="631"/>
                </a:cxn>
                <a:cxn ang="0">
                  <a:pos x="373" y="666"/>
                </a:cxn>
                <a:cxn ang="0">
                  <a:pos x="397" y="626"/>
                </a:cxn>
                <a:cxn ang="0">
                  <a:pos x="441" y="562"/>
                </a:cxn>
                <a:cxn ang="0">
                  <a:pos x="425" y="510"/>
                </a:cxn>
                <a:cxn ang="0">
                  <a:pos x="479" y="484"/>
                </a:cxn>
                <a:cxn ang="0">
                  <a:pos x="525" y="455"/>
                </a:cxn>
                <a:cxn ang="0">
                  <a:pos x="45" y="445"/>
                </a:cxn>
                <a:cxn ang="0">
                  <a:pos x="51" y="411"/>
                </a:cxn>
              </a:cxnLst>
              <a:rect l="0" t="0" r="r" b="b"/>
              <a:pathLst>
                <a:path w="529" h="715">
                  <a:moveTo>
                    <a:pt x="525" y="433"/>
                  </a:moveTo>
                  <a:cubicBezTo>
                    <a:pt x="524" y="431"/>
                    <a:pt x="521" y="427"/>
                    <a:pt x="519" y="425"/>
                  </a:cubicBezTo>
                  <a:cubicBezTo>
                    <a:pt x="517" y="423"/>
                    <a:pt x="512" y="420"/>
                    <a:pt x="509" y="420"/>
                  </a:cubicBezTo>
                  <a:cubicBezTo>
                    <a:pt x="507" y="419"/>
                    <a:pt x="502" y="420"/>
                    <a:pt x="500" y="419"/>
                  </a:cubicBezTo>
                  <a:cubicBezTo>
                    <a:pt x="497" y="418"/>
                    <a:pt x="493" y="416"/>
                    <a:pt x="491" y="414"/>
                  </a:cubicBezTo>
                  <a:cubicBezTo>
                    <a:pt x="489" y="413"/>
                    <a:pt x="488" y="407"/>
                    <a:pt x="487" y="405"/>
                  </a:cubicBezTo>
                  <a:cubicBezTo>
                    <a:pt x="486" y="404"/>
                    <a:pt x="484" y="401"/>
                    <a:pt x="483" y="400"/>
                  </a:cubicBezTo>
                  <a:cubicBezTo>
                    <a:pt x="482" y="399"/>
                    <a:pt x="479" y="398"/>
                    <a:pt x="478" y="397"/>
                  </a:cubicBezTo>
                  <a:cubicBezTo>
                    <a:pt x="477" y="396"/>
                    <a:pt x="474" y="394"/>
                    <a:pt x="473" y="392"/>
                  </a:cubicBezTo>
                  <a:cubicBezTo>
                    <a:pt x="472" y="390"/>
                    <a:pt x="473" y="387"/>
                    <a:pt x="472" y="385"/>
                  </a:cubicBezTo>
                  <a:cubicBezTo>
                    <a:pt x="471" y="382"/>
                    <a:pt x="467" y="378"/>
                    <a:pt x="465" y="375"/>
                  </a:cubicBezTo>
                  <a:cubicBezTo>
                    <a:pt x="464" y="374"/>
                    <a:pt x="462" y="372"/>
                    <a:pt x="461" y="371"/>
                  </a:cubicBezTo>
                  <a:cubicBezTo>
                    <a:pt x="460" y="369"/>
                    <a:pt x="459" y="365"/>
                    <a:pt x="458" y="364"/>
                  </a:cubicBezTo>
                  <a:cubicBezTo>
                    <a:pt x="457" y="363"/>
                    <a:pt x="455" y="361"/>
                    <a:pt x="453" y="360"/>
                  </a:cubicBezTo>
                  <a:cubicBezTo>
                    <a:pt x="451" y="360"/>
                    <a:pt x="448" y="360"/>
                    <a:pt x="446" y="360"/>
                  </a:cubicBezTo>
                  <a:cubicBezTo>
                    <a:pt x="443" y="359"/>
                    <a:pt x="438" y="358"/>
                    <a:pt x="436" y="356"/>
                  </a:cubicBezTo>
                  <a:cubicBezTo>
                    <a:pt x="435" y="355"/>
                    <a:pt x="436" y="352"/>
                    <a:pt x="435" y="350"/>
                  </a:cubicBezTo>
                  <a:cubicBezTo>
                    <a:pt x="434" y="349"/>
                    <a:pt x="431" y="347"/>
                    <a:pt x="431" y="345"/>
                  </a:cubicBezTo>
                  <a:cubicBezTo>
                    <a:pt x="430" y="344"/>
                    <a:pt x="431" y="340"/>
                    <a:pt x="430" y="338"/>
                  </a:cubicBezTo>
                  <a:cubicBezTo>
                    <a:pt x="430" y="336"/>
                    <a:pt x="428" y="333"/>
                    <a:pt x="427" y="332"/>
                  </a:cubicBezTo>
                  <a:cubicBezTo>
                    <a:pt x="425" y="331"/>
                    <a:pt x="421" y="330"/>
                    <a:pt x="419" y="329"/>
                  </a:cubicBezTo>
                  <a:cubicBezTo>
                    <a:pt x="418" y="328"/>
                    <a:pt x="415" y="327"/>
                    <a:pt x="414" y="326"/>
                  </a:cubicBezTo>
                  <a:cubicBezTo>
                    <a:pt x="413" y="324"/>
                    <a:pt x="412" y="320"/>
                    <a:pt x="412" y="318"/>
                  </a:cubicBezTo>
                  <a:cubicBezTo>
                    <a:pt x="412" y="317"/>
                    <a:pt x="414" y="313"/>
                    <a:pt x="414" y="311"/>
                  </a:cubicBezTo>
                  <a:cubicBezTo>
                    <a:pt x="416" y="310"/>
                    <a:pt x="419" y="307"/>
                    <a:pt x="420" y="305"/>
                  </a:cubicBezTo>
                  <a:cubicBezTo>
                    <a:pt x="421" y="303"/>
                    <a:pt x="422" y="297"/>
                    <a:pt x="423" y="295"/>
                  </a:cubicBezTo>
                  <a:cubicBezTo>
                    <a:pt x="423" y="292"/>
                    <a:pt x="424" y="285"/>
                    <a:pt x="422" y="283"/>
                  </a:cubicBezTo>
                  <a:cubicBezTo>
                    <a:pt x="421" y="281"/>
                    <a:pt x="416" y="280"/>
                    <a:pt x="414" y="279"/>
                  </a:cubicBezTo>
                  <a:cubicBezTo>
                    <a:pt x="413" y="277"/>
                    <a:pt x="410" y="273"/>
                    <a:pt x="409" y="271"/>
                  </a:cubicBezTo>
                  <a:cubicBezTo>
                    <a:pt x="409" y="269"/>
                    <a:pt x="409" y="265"/>
                    <a:pt x="408" y="263"/>
                  </a:cubicBezTo>
                  <a:cubicBezTo>
                    <a:pt x="407" y="259"/>
                    <a:pt x="402" y="251"/>
                    <a:pt x="399" y="248"/>
                  </a:cubicBezTo>
                  <a:cubicBezTo>
                    <a:pt x="397" y="245"/>
                    <a:pt x="389" y="241"/>
                    <a:pt x="387" y="237"/>
                  </a:cubicBezTo>
                  <a:cubicBezTo>
                    <a:pt x="383" y="232"/>
                    <a:pt x="378" y="220"/>
                    <a:pt x="376" y="214"/>
                  </a:cubicBezTo>
                  <a:cubicBezTo>
                    <a:pt x="375" y="212"/>
                    <a:pt x="374" y="208"/>
                    <a:pt x="374" y="206"/>
                  </a:cubicBezTo>
                  <a:cubicBezTo>
                    <a:pt x="374" y="203"/>
                    <a:pt x="375" y="198"/>
                    <a:pt x="374" y="196"/>
                  </a:cubicBezTo>
                  <a:cubicBezTo>
                    <a:pt x="373" y="194"/>
                    <a:pt x="371" y="190"/>
                    <a:pt x="369" y="189"/>
                  </a:cubicBezTo>
                  <a:cubicBezTo>
                    <a:pt x="368" y="188"/>
                    <a:pt x="365" y="185"/>
                    <a:pt x="363" y="185"/>
                  </a:cubicBezTo>
                  <a:cubicBezTo>
                    <a:pt x="361" y="184"/>
                    <a:pt x="356" y="184"/>
                    <a:pt x="353" y="185"/>
                  </a:cubicBezTo>
                  <a:cubicBezTo>
                    <a:pt x="350" y="185"/>
                    <a:pt x="344" y="186"/>
                    <a:pt x="341" y="186"/>
                  </a:cubicBezTo>
                  <a:cubicBezTo>
                    <a:pt x="338" y="186"/>
                    <a:pt x="332" y="186"/>
                    <a:pt x="329" y="185"/>
                  </a:cubicBezTo>
                  <a:cubicBezTo>
                    <a:pt x="327" y="185"/>
                    <a:pt x="322" y="182"/>
                    <a:pt x="320" y="180"/>
                  </a:cubicBezTo>
                  <a:cubicBezTo>
                    <a:pt x="319" y="179"/>
                    <a:pt x="316" y="176"/>
                    <a:pt x="316" y="174"/>
                  </a:cubicBezTo>
                  <a:cubicBezTo>
                    <a:pt x="315" y="172"/>
                    <a:pt x="315" y="168"/>
                    <a:pt x="314" y="166"/>
                  </a:cubicBezTo>
                  <a:cubicBezTo>
                    <a:pt x="314" y="164"/>
                    <a:pt x="311" y="161"/>
                    <a:pt x="310" y="159"/>
                  </a:cubicBezTo>
                  <a:cubicBezTo>
                    <a:pt x="309" y="157"/>
                    <a:pt x="307" y="152"/>
                    <a:pt x="306" y="149"/>
                  </a:cubicBezTo>
                  <a:cubicBezTo>
                    <a:pt x="304" y="147"/>
                    <a:pt x="301" y="142"/>
                    <a:pt x="299" y="140"/>
                  </a:cubicBezTo>
                  <a:cubicBezTo>
                    <a:pt x="297" y="138"/>
                    <a:pt x="291" y="135"/>
                    <a:pt x="288" y="133"/>
                  </a:cubicBezTo>
                  <a:cubicBezTo>
                    <a:pt x="287" y="132"/>
                    <a:pt x="286" y="130"/>
                    <a:pt x="284" y="128"/>
                  </a:cubicBezTo>
                  <a:cubicBezTo>
                    <a:pt x="283" y="129"/>
                    <a:pt x="282" y="131"/>
                    <a:pt x="281" y="131"/>
                  </a:cubicBezTo>
                  <a:cubicBezTo>
                    <a:pt x="280" y="133"/>
                    <a:pt x="279" y="136"/>
                    <a:pt x="278" y="137"/>
                  </a:cubicBezTo>
                  <a:cubicBezTo>
                    <a:pt x="278" y="138"/>
                    <a:pt x="279" y="140"/>
                    <a:pt x="279" y="141"/>
                  </a:cubicBezTo>
                  <a:cubicBezTo>
                    <a:pt x="280" y="142"/>
                    <a:pt x="282" y="142"/>
                    <a:pt x="282" y="143"/>
                  </a:cubicBezTo>
                  <a:cubicBezTo>
                    <a:pt x="282" y="144"/>
                    <a:pt x="280" y="144"/>
                    <a:pt x="280" y="145"/>
                  </a:cubicBezTo>
                  <a:cubicBezTo>
                    <a:pt x="279" y="147"/>
                    <a:pt x="280" y="150"/>
                    <a:pt x="280" y="151"/>
                  </a:cubicBezTo>
                  <a:cubicBezTo>
                    <a:pt x="281" y="152"/>
                    <a:pt x="283" y="155"/>
                    <a:pt x="283" y="157"/>
                  </a:cubicBezTo>
                  <a:cubicBezTo>
                    <a:pt x="284" y="159"/>
                    <a:pt x="284" y="165"/>
                    <a:pt x="283" y="168"/>
                  </a:cubicBezTo>
                  <a:cubicBezTo>
                    <a:pt x="283" y="169"/>
                    <a:pt x="282" y="172"/>
                    <a:pt x="281" y="173"/>
                  </a:cubicBezTo>
                  <a:cubicBezTo>
                    <a:pt x="280" y="174"/>
                    <a:pt x="276" y="174"/>
                    <a:pt x="275" y="174"/>
                  </a:cubicBezTo>
                  <a:cubicBezTo>
                    <a:pt x="273" y="175"/>
                    <a:pt x="269" y="174"/>
                    <a:pt x="267" y="174"/>
                  </a:cubicBezTo>
                  <a:cubicBezTo>
                    <a:pt x="265" y="174"/>
                    <a:pt x="260" y="175"/>
                    <a:pt x="258" y="175"/>
                  </a:cubicBezTo>
                  <a:cubicBezTo>
                    <a:pt x="256" y="175"/>
                    <a:pt x="252" y="175"/>
                    <a:pt x="250" y="176"/>
                  </a:cubicBezTo>
                  <a:cubicBezTo>
                    <a:pt x="249" y="176"/>
                    <a:pt x="245" y="178"/>
                    <a:pt x="244" y="178"/>
                  </a:cubicBezTo>
                  <a:cubicBezTo>
                    <a:pt x="242" y="178"/>
                    <a:pt x="240" y="177"/>
                    <a:pt x="239" y="177"/>
                  </a:cubicBezTo>
                  <a:cubicBezTo>
                    <a:pt x="238" y="176"/>
                    <a:pt x="237" y="175"/>
                    <a:pt x="236" y="174"/>
                  </a:cubicBezTo>
                  <a:cubicBezTo>
                    <a:pt x="236" y="173"/>
                    <a:pt x="235" y="172"/>
                    <a:pt x="235" y="171"/>
                  </a:cubicBezTo>
                  <a:cubicBezTo>
                    <a:pt x="235" y="170"/>
                    <a:pt x="234" y="169"/>
                    <a:pt x="234" y="168"/>
                  </a:cubicBezTo>
                  <a:cubicBezTo>
                    <a:pt x="234" y="167"/>
                    <a:pt x="234" y="165"/>
                    <a:pt x="234" y="164"/>
                  </a:cubicBezTo>
                  <a:cubicBezTo>
                    <a:pt x="234" y="163"/>
                    <a:pt x="234" y="160"/>
                    <a:pt x="234" y="160"/>
                  </a:cubicBezTo>
                  <a:cubicBezTo>
                    <a:pt x="233" y="159"/>
                    <a:pt x="232" y="159"/>
                    <a:pt x="231" y="159"/>
                  </a:cubicBezTo>
                  <a:cubicBezTo>
                    <a:pt x="231" y="160"/>
                    <a:pt x="230" y="161"/>
                    <a:pt x="229" y="161"/>
                  </a:cubicBezTo>
                  <a:cubicBezTo>
                    <a:pt x="229" y="162"/>
                    <a:pt x="226" y="161"/>
                    <a:pt x="225" y="161"/>
                  </a:cubicBezTo>
                  <a:cubicBezTo>
                    <a:pt x="225" y="161"/>
                    <a:pt x="223" y="160"/>
                    <a:pt x="222" y="160"/>
                  </a:cubicBezTo>
                  <a:cubicBezTo>
                    <a:pt x="221" y="160"/>
                    <a:pt x="217" y="161"/>
                    <a:pt x="216" y="161"/>
                  </a:cubicBezTo>
                  <a:cubicBezTo>
                    <a:pt x="214" y="162"/>
                    <a:pt x="213" y="164"/>
                    <a:pt x="212" y="165"/>
                  </a:cubicBezTo>
                  <a:cubicBezTo>
                    <a:pt x="211" y="166"/>
                    <a:pt x="210" y="168"/>
                    <a:pt x="209" y="169"/>
                  </a:cubicBezTo>
                  <a:cubicBezTo>
                    <a:pt x="208" y="170"/>
                    <a:pt x="207" y="171"/>
                    <a:pt x="206" y="171"/>
                  </a:cubicBezTo>
                  <a:cubicBezTo>
                    <a:pt x="204" y="171"/>
                    <a:pt x="202" y="170"/>
                    <a:pt x="200" y="169"/>
                  </a:cubicBezTo>
                  <a:cubicBezTo>
                    <a:pt x="200" y="169"/>
                    <a:pt x="199" y="167"/>
                    <a:pt x="199" y="167"/>
                  </a:cubicBezTo>
                  <a:cubicBezTo>
                    <a:pt x="199" y="166"/>
                    <a:pt x="199" y="165"/>
                    <a:pt x="200" y="164"/>
                  </a:cubicBezTo>
                  <a:cubicBezTo>
                    <a:pt x="200" y="164"/>
                    <a:pt x="201" y="164"/>
                    <a:pt x="202" y="164"/>
                  </a:cubicBezTo>
                  <a:cubicBezTo>
                    <a:pt x="203" y="164"/>
                    <a:pt x="205" y="165"/>
                    <a:pt x="206" y="165"/>
                  </a:cubicBezTo>
                  <a:cubicBezTo>
                    <a:pt x="206" y="164"/>
                    <a:pt x="207" y="162"/>
                    <a:pt x="208" y="162"/>
                  </a:cubicBezTo>
                  <a:cubicBezTo>
                    <a:pt x="208" y="161"/>
                    <a:pt x="210" y="159"/>
                    <a:pt x="210" y="158"/>
                  </a:cubicBezTo>
                  <a:cubicBezTo>
                    <a:pt x="211" y="158"/>
                    <a:pt x="213" y="156"/>
                    <a:pt x="214" y="156"/>
                  </a:cubicBezTo>
                  <a:cubicBezTo>
                    <a:pt x="215" y="155"/>
                    <a:pt x="217" y="155"/>
                    <a:pt x="218" y="155"/>
                  </a:cubicBezTo>
                  <a:cubicBezTo>
                    <a:pt x="219" y="155"/>
                    <a:pt x="221" y="155"/>
                    <a:pt x="222" y="155"/>
                  </a:cubicBezTo>
                  <a:cubicBezTo>
                    <a:pt x="224" y="154"/>
                    <a:pt x="225" y="151"/>
                    <a:pt x="226" y="150"/>
                  </a:cubicBezTo>
                  <a:cubicBezTo>
                    <a:pt x="227" y="148"/>
                    <a:pt x="230" y="145"/>
                    <a:pt x="230" y="143"/>
                  </a:cubicBezTo>
                  <a:cubicBezTo>
                    <a:pt x="231" y="142"/>
                    <a:pt x="231" y="140"/>
                    <a:pt x="230" y="139"/>
                  </a:cubicBezTo>
                  <a:cubicBezTo>
                    <a:pt x="230" y="137"/>
                    <a:pt x="228" y="135"/>
                    <a:pt x="227" y="134"/>
                  </a:cubicBezTo>
                  <a:cubicBezTo>
                    <a:pt x="226" y="132"/>
                    <a:pt x="224" y="130"/>
                    <a:pt x="223" y="128"/>
                  </a:cubicBezTo>
                  <a:cubicBezTo>
                    <a:pt x="222" y="127"/>
                    <a:pt x="221" y="122"/>
                    <a:pt x="221" y="121"/>
                  </a:cubicBezTo>
                  <a:cubicBezTo>
                    <a:pt x="220" y="119"/>
                    <a:pt x="219" y="117"/>
                    <a:pt x="218" y="116"/>
                  </a:cubicBezTo>
                  <a:cubicBezTo>
                    <a:pt x="218" y="115"/>
                    <a:pt x="218" y="112"/>
                    <a:pt x="218" y="111"/>
                  </a:cubicBezTo>
                  <a:cubicBezTo>
                    <a:pt x="218" y="110"/>
                    <a:pt x="219" y="108"/>
                    <a:pt x="220" y="107"/>
                  </a:cubicBezTo>
                  <a:cubicBezTo>
                    <a:pt x="220" y="106"/>
                    <a:pt x="220" y="103"/>
                    <a:pt x="219" y="102"/>
                  </a:cubicBezTo>
                  <a:cubicBezTo>
                    <a:pt x="219" y="101"/>
                    <a:pt x="219" y="100"/>
                    <a:pt x="218" y="100"/>
                  </a:cubicBezTo>
                  <a:cubicBezTo>
                    <a:pt x="217" y="100"/>
                    <a:pt x="216" y="102"/>
                    <a:pt x="215" y="103"/>
                  </a:cubicBezTo>
                  <a:cubicBezTo>
                    <a:pt x="214" y="105"/>
                    <a:pt x="212" y="109"/>
                    <a:pt x="211" y="110"/>
                  </a:cubicBezTo>
                  <a:cubicBezTo>
                    <a:pt x="210" y="112"/>
                    <a:pt x="206" y="115"/>
                    <a:pt x="204" y="117"/>
                  </a:cubicBezTo>
                  <a:cubicBezTo>
                    <a:pt x="204" y="118"/>
                    <a:pt x="203" y="121"/>
                    <a:pt x="202" y="121"/>
                  </a:cubicBezTo>
                  <a:cubicBezTo>
                    <a:pt x="200" y="122"/>
                    <a:pt x="197" y="122"/>
                    <a:pt x="195" y="122"/>
                  </a:cubicBezTo>
                  <a:cubicBezTo>
                    <a:pt x="193" y="122"/>
                    <a:pt x="191" y="121"/>
                    <a:pt x="189" y="120"/>
                  </a:cubicBezTo>
                  <a:cubicBezTo>
                    <a:pt x="188" y="120"/>
                    <a:pt x="185" y="118"/>
                    <a:pt x="183" y="118"/>
                  </a:cubicBezTo>
                  <a:cubicBezTo>
                    <a:pt x="181" y="117"/>
                    <a:pt x="176" y="117"/>
                    <a:pt x="173" y="117"/>
                  </a:cubicBezTo>
                  <a:cubicBezTo>
                    <a:pt x="172" y="116"/>
                    <a:pt x="171" y="116"/>
                    <a:pt x="170" y="115"/>
                  </a:cubicBezTo>
                  <a:cubicBezTo>
                    <a:pt x="169" y="114"/>
                    <a:pt x="168" y="112"/>
                    <a:pt x="168" y="111"/>
                  </a:cubicBezTo>
                  <a:cubicBezTo>
                    <a:pt x="166" y="110"/>
                    <a:pt x="163" y="108"/>
                    <a:pt x="162" y="107"/>
                  </a:cubicBezTo>
                  <a:cubicBezTo>
                    <a:pt x="160" y="105"/>
                    <a:pt x="156" y="102"/>
                    <a:pt x="154" y="101"/>
                  </a:cubicBezTo>
                  <a:cubicBezTo>
                    <a:pt x="152" y="100"/>
                    <a:pt x="149" y="99"/>
                    <a:pt x="147" y="99"/>
                  </a:cubicBezTo>
                  <a:cubicBezTo>
                    <a:pt x="145" y="98"/>
                    <a:pt x="141" y="99"/>
                    <a:pt x="139" y="99"/>
                  </a:cubicBezTo>
                  <a:cubicBezTo>
                    <a:pt x="137" y="99"/>
                    <a:pt x="135" y="100"/>
                    <a:pt x="134" y="100"/>
                  </a:cubicBezTo>
                  <a:cubicBezTo>
                    <a:pt x="132" y="101"/>
                    <a:pt x="130" y="100"/>
                    <a:pt x="128" y="100"/>
                  </a:cubicBezTo>
                  <a:cubicBezTo>
                    <a:pt x="126" y="100"/>
                    <a:pt x="123" y="99"/>
                    <a:pt x="121" y="99"/>
                  </a:cubicBezTo>
                  <a:cubicBezTo>
                    <a:pt x="120" y="100"/>
                    <a:pt x="116" y="100"/>
                    <a:pt x="115" y="101"/>
                  </a:cubicBezTo>
                  <a:cubicBezTo>
                    <a:pt x="114" y="103"/>
                    <a:pt x="114" y="106"/>
                    <a:pt x="114" y="108"/>
                  </a:cubicBezTo>
                  <a:cubicBezTo>
                    <a:pt x="114" y="110"/>
                    <a:pt x="114" y="113"/>
                    <a:pt x="115" y="114"/>
                  </a:cubicBezTo>
                  <a:cubicBezTo>
                    <a:pt x="116" y="115"/>
                    <a:pt x="117" y="117"/>
                    <a:pt x="118" y="118"/>
                  </a:cubicBezTo>
                  <a:cubicBezTo>
                    <a:pt x="118" y="120"/>
                    <a:pt x="120" y="123"/>
                    <a:pt x="120" y="124"/>
                  </a:cubicBezTo>
                  <a:cubicBezTo>
                    <a:pt x="119" y="126"/>
                    <a:pt x="118" y="128"/>
                    <a:pt x="117" y="128"/>
                  </a:cubicBezTo>
                  <a:cubicBezTo>
                    <a:pt x="116" y="128"/>
                    <a:pt x="115" y="126"/>
                    <a:pt x="115" y="125"/>
                  </a:cubicBezTo>
                  <a:cubicBezTo>
                    <a:pt x="114" y="123"/>
                    <a:pt x="112" y="120"/>
                    <a:pt x="111" y="119"/>
                  </a:cubicBezTo>
                  <a:cubicBezTo>
                    <a:pt x="110" y="118"/>
                    <a:pt x="109" y="116"/>
                    <a:pt x="109" y="115"/>
                  </a:cubicBezTo>
                  <a:cubicBezTo>
                    <a:pt x="108" y="114"/>
                    <a:pt x="107" y="112"/>
                    <a:pt x="107" y="111"/>
                  </a:cubicBezTo>
                  <a:cubicBezTo>
                    <a:pt x="107" y="110"/>
                    <a:pt x="107" y="108"/>
                    <a:pt x="107" y="107"/>
                  </a:cubicBezTo>
                  <a:cubicBezTo>
                    <a:pt x="107" y="106"/>
                    <a:pt x="107" y="104"/>
                    <a:pt x="107" y="102"/>
                  </a:cubicBezTo>
                  <a:cubicBezTo>
                    <a:pt x="107" y="101"/>
                    <a:pt x="107" y="98"/>
                    <a:pt x="108" y="97"/>
                  </a:cubicBezTo>
                  <a:cubicBezTo>
                    <a:pt x="109" y="96"/>
                    <a:pt x="111" y="96"/>
                    <a:pt x="111" y="95"/>
                  </a:cubicBezTo>
                  <a:cubicBezTo>
                    <a:pt x="112" y="95"/>
                    <a:pt x="114" y="93"/>
                    <a:pt x="114" y="92"/>
                  </a:cubicBezTo>
                  <a:cubicBezTo>
                    <a:pt x="114" y="92"/>
                    <a:pt x="115" y="90"/>
                    <a:pt x="115" y="90"/>
                  </a:cubicBezTo>
                  <a:cubicBezTo>
                    <a:pt x="115" y="89"/>
                    <a:pt x="114" y="88"/>
                    <a:pt x="113" y="87"/>
                  </a:cubicBezTo>
                  <a:cubicBezTo>
                    <a:pt x="112" y="87"/>
                    <a:pt x="110" y="86"/>
                    <a:pt x="110" y="86"/>
                  </a:cubicBezTo>
                  <a:cubicBezTo>
                    <a:pt x="108" y="86"/>
                    <a:pt x="106" y="86"/>
                    <a:pt x="104" y="86"/>
                  </a:cubicBezTo>
                  <a:cubicBezTo>
                    <a:pt x="103" y="86"/>
                    <a:pt x="100" y="87"/>
                    <a:pt x="98" y="86"/>
                  </a:cubicBezTo>
                  <a:cubicBezTo>
                    <a:pt x="97" y="86"/>
                    <a:pt x="95" y="85"/>
                    <a:pt x="94" y="84"/>
                  </a:cubicBezTo>
                  <a:cubicBezTo>
                    <a:pt x="93" y="83"/>
                    <a:pt x="92" y="80"/>
                    <a:pt x="91" y="79"/>
                  </a:cubicBezTo>
                  <a:cubicBezTo>
                    <a:pt x="90" y="78"/>
                    <a:pt x="90" y="75"/>
                    <a:pt x="90" y="74"/>
                  </a:cubicBezTo>
                  <a:cubicBezTo>
                    <a:pt x="89" y="72"/>
                    <a:pt x="88" y="70"/>
                    <a:pt x="87" y="68"/>
                  </a:cubicBezTo>
                  <a:cubicBezTo>
                    <a:pt x="86" y="67"/>
                    <a:pt x="84" y="64"/>
                    <a:pt x="83" y="64"/>
                  </a:cubicBezTo>
                  <a:cubicBezTo>
                    <a:pt x="82" y="63"/>
                    <a:pt x="80" y="63"/>
                    <a:pt x="79" y="62"/>
                  </a:cubicBezTo>
                  <a:cubicBezTo>
                    <a:pt x="77" y="62"/>
                    <a:pt x="72" y="62"/>
                    <a:pt x="71" y="61"/>
                  </a:cubicBezTo>
                  <a:cubicBezTo>
                    <a:pt x="70" y="61"/>
                    <a:pt x="68" y="60"/>
                    <a:pt x="67" y="60"/>
                  </a:cubicBezTo>
                  <a:cubicBezTo>
                    <a:pt x="67" y="59"/>
                    <a:pt x="66" y="57"/>
                    <a:pt x="66" y="56"/>
                  </a:cubicBezTo>
                  <a:cubicBezTo>
                    <a:pt x="66" y="55"/>
                    <a:pt x="67" y="53"/>
                    <a:pt x="67" y="53"/>
                  </a:cubicBezTo>
                  <a:cubicBezTo>
                    <a:pt x="68" y="53"/>
                    <a:pt x="70" y="53"/>
                    <a:pt x="71" y="53"/>
                  </a:cubicBezTo>
                  <a:cubicBezTo>
                    <a:pt x="72" y="53"/>
                    <a:pt x="74" y="52"/>
                    <a:pt x="74" y="52"/>
                  </a:cubicBezTo>
                  <a:cubicBezTo>
                    <a:pt x="75" y="51"/>
                    <a:pt x="75" y="48"/>
                    <a:pt x="76" y="48"/>
                  </a:cubicBezTo>
                  <a:cubicBezTo>
                    <a:pt x="77" y="47"/>
                    <a:pt x="80" y="48"/>
                    <a:pt x="81" y="48"/>
                  </a:cubicBezTo>
                  <a:cubicBezTo>
                    <a:pt x="82" y="48"/>
                    <a:pt x="84" y="48"/>
                    <a:pt x="85" y="47"/>
                  </a:cubicBezTo>
                  <a:cubicBezTo>
                    <a:pt x="86" y="46"/>
                    <a:pt x="86" y="42"/>
                    <a:pt x="85" y="41"/>
                  </a:cubicBezTo>
                  <a:cubicBezTo>
                    <a:pt x="84" y="40"/>
                    <a:pt x="82" y="39"/>
                    <a:pt x="80" y="39"/>
                  </a:cubicBezTo>
                  <a:cubicBezTo>
                    <a:pt x="79" y="38"/>
                    <a:pt x="77" y="39"/>
                    <a:pt x="76" y="38"/>
                  </a:cubicBezTo>
                  <a:cubicBezTo>
                    <a:pt x="74" y="37"/>
                    <a:pt x="74" y="33"/>
                    <a:pt x="73" y="31"/>
                  </a:cubicBezTo>
                  <a:cubicBezTo>
                    <a:pt x="73" y="29"/>
                    <a:pt x="72" y="26"/>
                    <a:pt x="73" y="24"/>
                  </a:cubicBezTo>
                  <a:cubicBezTo>
                    <a:pt x="73" y="23"/>
                    <a:pt x="74" y="21"/>
                    <a:pt x="75" y="20"/>
                  </a:cubicBezTo>
                  <a:cubicBezTo>
                    <a:pt x="77" y="18"/>
                    <a:pt x="81" y="17"/>
                    <a:pt x="82" y="16"/>
                  </a:cubicBezTo>
                  <a:cubicBezTo>
                    <a:pt x="84" y="14"/>
                    <a:pt x="88" y="11"/>
                    <a:pt x="89" y="9"/>
                  </a:cubicBezTo>
                  <a:cubicBezTo>
                    <a:pt x="90" y="7"/>
                    <a:pt x="92" y="5"/>
                    <a:pt x="92" y="3"/>
                  </a:cubicBezTo>
                  <a:cubicBezTo>
                    <a:pt x="92" y="3"/>
                    <a:pt x="91" y="1"/>
                    <a:pt x="90" y="0"/>
                  </a:cubicBezTo>
                  <a:cubicBezTo>
                    <a:pt x="89" y="0"/>
                    <a:pt x="86" y="0"/>
                    <a:pt x="85" y="0"/>
                  </a:cubicBezTo>
                  <a:cubicBezTo>
                    <a:pt x="83" y="1"/>
                    <a:pt x="79" y="4"/>
                    <a:pt x="77" y="5"/>
                  </a:cubicBezTo>
                  <a:cubicBezTo>
                    <a:pt x="74" y="7"/>
                    <a:pt x="70" y="12"/>
                    <a:pt x="68" y="14"/>
                  </a:cubicBezTo>
                  <a:cubicBezTo>
                    <a:pt x="67" y="17"/>
                    <a:pt x="63" y="22"/>
                    <a:pt x="63" y="25"/>
                  </a:cubicBezTo>
                  <a:cubicBezTo>
                    <a:pt x="62" y="28"/>
                    <a:pt x="63" y="33"/>
                    <a:pt x="62" y="36"/>
                  </a:cubicBezTo>
                  <a:cubicBezTo>
                    <a:pt x="62" y="39"/>
                    <a:pt x="60" y="45"/>
                    <a:pt x="59" y="49"/>
                  </a:cubicBezTo>
                  <a:cubicBezTo>
                    <a:pt x="58" y="52"/>
                    <a:pt x="56" y="60"/>
                    <a:pt x="56" y="64"/>
                  </a:cubicBezTo>
                  <a:cubicBezTo>
                    <a:pt x="54" y="70"/>
                    <a:pt x="50" y="81"/>
                    <a:pt x="48" y="87"/>
                  </a:cubicBezTo>
                  <a:cubicBezTo>
                    <a:pt x="47" y="92"/>
                    <a:pt x="45" y="102"/>
                    <a:pt x="43" y="107"/>
                  </a:cubicBezTo>
                  <a:cubicBezTo>
                    <a:pt x="42" y="111"/>
                    <a:pt x="40" y="118"/>
                    <a:pt x="39" y="122"/>
                  </a:cubicBezTo>
                  <a:cubicBezTo>
                    <a:pt x="38" y="129"/>
                    <a:pt x="37" y="143"/>
                    <a:pt x="37" y="150"/>
                  </a:cubicBezTo>
                  <a:cubicBezTo>
                    <a:pt x="37" y="157"/>
                    <a:pt x="37" y="171"/>
                    <a:pt x="37" y="178"/>
                  </a:cubicBezTo>
                  <a:cubicBezTo>
                    <a:pt x="37" y="182"/>
                    <a:pt x="37" y="191"/>
                    <a:pt x="37" y="195"/>
                  </a:cubicBezTo>
                  <a:cubicBezTo>
                    <a:pt x="37" y="198"/>
                    <a:pt x="38" y="204"/>
                    <a:pt x="38" y="207"/>
                  </a:cubicBezTo>
                  <a:cubicBezTo>
                    <a:pt x="38" y="210"/>
                    <a:pt x="38" y="217"/>
                    <a:pt x="39" y="221"/>
                  </a:cubicBezTo>
                  <a:cubicBezTo>
                    <a:pt x="39" y="222"/>
                    <a:pt x="40" y="225"/>
                    <a:pt x="40" y="227"/>
                  </a:cubicBezTo>
                  <a:cubicBezTo>
                    <a:pt x="40" y="228"/>
                    <a:pt x="39" y="230"/>
                    <a:pt x="40" y="231"/>
                  </a:cubicBezTo>
                  <a:cubicBezTo>
                    <a:pt x="41" y="232"/>
                    <a:pt x="43" y="233"/>
                    <a:pt x="43" y="232"/>
                  </a:cubicBezTo>
                  <a:cubicBezTo>
                    <a:pt x="44" y="232"/>
                    <a:pt x="45" y="231"/>
                    <a:pt x="45" y="230"/>
                  </a:cubicBezTo>
                  <a:cubicBezTo>
                    <a:pt x="46" y="230"/>
                    <a:pt x="46" y="228"/>
                    <a:pt x="46" y="228"/>
                  </a:cubicBezTo>
                  <a:cubicBezTo>
                    <a:pt x="47" y="227"/>
                    <a:pt x="46" y="224"/>
                    <a:pt x="46" y="223"/>
                  </a:cubicBezTo>
                  <a:cubicBezTo>
                    <a:pt x="46" y="222"/>
                    <a:pt x="46" y="219"/>
                    <a:pt x="46" y="217"/>
                  </a:cubicBezTo>
                  <a:cubicBezTo>
                    <a:pt x="46" y="216"/>
                    <a:pt x="46" y="214"/>
                    <a:pt x="46" y="213"/>
                  </a:cubicBezTo>
                  <a:cubicBezTo>
                    <a:pt x="45" y="212"/>
                    <a:pt x="46" y="209"/>
                    <a:pt x="46" y="208"/>
                  </a:cubicBezTo>
                  <a:cubicBezTo>
                    <a:pt x="46" y="207"/>
                    <a:pt x="45" y="204"/>
                    <a:pt x="45" y="203"/>
                  </a:cubicBezTo>
                  <a:cubicBezTo>
                    <a:pt x="45" y="202"/>
                    <a:pt x="45" y="200"/>
                    <a:pt x="45" y="199"/>
                  </a:cubicBezTo>
                  <a:cubicBezTo>
                    <a:pt x="45" y="199"/>
                    <a:pt x="46" y="197"/>
                    <a:pt x="46" y="197"/>
                  </a:cubicBezTo>
                  <a:cubicBezTo>
                    <a:pt x="47" y="196"/>
                    <a:pt x="47" y="193"/>
                    <a:pt x="48" y="193"/>
                  </a:cubicBezTo>
                  <a:cubicBezTo>
                    <a:pt x="48" y="192"/>
                    <a:pt x="50" y="191"/>
                    <a:pt x="50" y="192"/>
                  </a:cubicBezTo>
                  <a:cubicBezTo>
                    <a:pt x="51" y="192"/>
                    <a:pt x="51" y="194"/>
                    <a:pt x="51" y="195"/>
                  </a:cubicBezTo>
                  <a:cubicBezTo>
                    <a:pt x="52" y="196"/>
                    <a:pt x="55" y="197"/>
                    <a:pt x="56" y="198"/>
                  </a:cubicBezTo>
                  <a:cubicBezTo>
                    <a:pt x="56" y="198"/>
                    <a:pt x="58" y="199"/>
                    <a:pt x="59" y="199"/>
                  </a:cubicBezTo>
                  <a:cubicBezTo>
                    <a:pt x="59" y="199"/>
                    <a:pt x="61" y="198"/>
                    <a:pt x="62" y="198"/>
                  </a:cubicBezTo>
                  <a:cubicBezTo>
                    <a:pt x="62" y="198"/>
                    <a:pt x="64" y="200"/>
                    <a:pt x="64" y="201"/>
                  </a:cubicBezTo>
                  <a:cubicBezTo>
                    <a:pt x="64" y="202"/>
                    <a:pt x="63" y="204"/>
                    <a:pt x="63" y="205"/>
                  </a:cubicBezTo>
                  <a:cubicBezTo>
                    <a:pt x="62" y="206"/>
                    <a:pt x="61" y="208"/>
                    <a:pt x="61" y="209"/>
                  </a:cubicBezTo>
                  <a:cubicBezTo>
                    <a:pt x="60" y="210"/>
                    <a:pt x="60" y="212"/>
                    <a:pt x="60" y="213"/>
                  </a:cubicBezTo>
                  <a:cubicBezTo>
                    <a:pt x="59" y="214"/>
                    <a:pt x="59" y="218"/>
                    <a:pt x="59" y="220"/>
                  </a:cubicBezTo>
                  <a:cubicBezTo>
                    <a:pt x="59" y="221"/>
                    <a:pt x="60" y="224"/>
                    <a:pt x="61" y="226"/>
                  </a:cubicBezTo>
                  <a:cubicBezTo>
                    <a:pt x="61" y="228"/>
                    <a:pt x="64" y="231"/>
                    <a:pt x="66" y="232"/>
                  </a:cubicBezTo>
                  <a:cubicBezTo>
                    <a:pt x="67" y="234"/>
                    <a:pt x="70" y="238"/>
                    <a:pt x="72" y="239"/>
                  </a:cubicBezTo>
                  <a:cubicBezTo>
                    <a:pt x="73" y="241"/>
                    <a:pt x="78" y="242"/>
                    <a:pt x="80" y="243"/>
                  </a:cubicBezTo>
                  <a:cubicBezTo>
                    <a:pt x="81" y="245"/>
                    <a:pt x="83" y="248"/>
                    <a:pt x="85" y="249"/>
                  </a:cubicBezTo>
                  <a:cubicBezTo>
                    <a:pt x="86" y="251"/>
                    <a:pt x="90" y="255"/>
                    <a:pt x="91" y="258"/>
                  </a:cubicBezTo>
                  <a:cubicBezTo>
                    <a:pt x="92" y="259"/>
                    <a:pt x="93" y="264"/>
                    <a:pt x="92" y="265"/>
                  </a:cubicBezTo>
                  <a:cubicBezTo>
                    <a:pt x="92" y="267"/>
                    <a:pt x="89" y="269"/>
                    <a:pt x="87" y="269"/>
                  </a:cubicBezTo>
                  <a:cubicBezTo>
                    <a:pt x="86" y="270"/>
                    <a:pt x="83" y="271"/>
                    <a:pt x="81" y="271"/>
                  </a:cubicBezTo>
                  <a:cubicBezTo>
                    <a:pt x="79" y="271"/>
                    <a:pt x="73" y="271"/>
                    <a:pt x="71" y="271"/>
                  </a:cubicBezTo>
                  <a:cubicBezTo>
                    <a:pt x="69" y="271"/>
                    <a:pt x="66" y="270"/>
                    <a:pt x="65" y="270"/>
                  </a:cubicBezTo>
                  <a:cubicBezTo>
                    <a:pt x="64" y="270"/>
                    <a:pt x="61" y="270"/>
                    <a:pt x="60" y="269"/>
                  </a:cubicBezTo>
                  <a:cubicBezTo>
                    <a:pt x="60" y="269"/>
                    <a:pt x="59" y="268"/>
                    <a:pt x="59" y="267"/>
                  </a:cubicBezTo>
                  <a:cubicBezTo>
                    <a:pt x="59" y="266"/>
                    <a:pt x="60" y="266"/>
                    <a:pt x="59" y="265"/>
                  </a:cubicBezTo>
                  <a:cubicBezTo>
                    <a:pt x="59" y="264"/>
                    <a:pt x="56" y="263"/>
                    <a:pt x="55" y="264"/>
                  </a:cubicBezTo>
                  <a:cubicBezTo>
                    <a:pt x="54" y="264"/>
                    <a:pt x="52" y="265"/>
                    <a:pt x="52" y="266"/>
                  </a:cubicBezTo>
                  <a:cubicBezTo>
                    <a:pt x="51" y="266"/>
                    <a:pt x="51" y="268"/>
                    <a:pt x="50" y="268"/>
                  </a:cubicBezTo>
                  <a:cubicBezTo>
                    <a:pt x="49" y="268"/>
                    <a:pt x="48" y="266"/>
                    <a:pt x="47" y="265"/>
                  </a:cubicBezTo>
                  <a:cubicBezTo>
                    <a:pt x="46" y="264"/>
                    <a:pt x="46" y="261"/>
                    <a:pt x="46" y="260"/>
                  </a:cubicBezTo>
                  <a:cubicBezTo>
                    <a:pt x="45" y="258"/>
                    <a:pt x="45" y="255"/>
                    <a:pt x="45" y="254"/>
                  </a:cubicBezTo>
                  <a:cubicBezTo>
                    <a:pt x="45" y="252"/>
                    <a:pt x="44" y="249"/>
                    <a:pt x="44" y="248"/>
                  </a:cubicBezTo>
                  <a:cubicBezTo>
                    <a:pt x="44" y="247"/>
                    <a:pt x="44" y="244"/>
                    <a:pt x="45" y="243"/>
                  </a:cubicBezTo>
                  <a:cubicBezTo>
                    <a:pt x="45" y="242"/>
                    <a:pt x="45" y="240"/>
                    <a:pt x="45" y="239"/>
                  </a:cubicBezTo>
                  <a:cubicBezTo>
                    <a:pt x="45" y="239"/>
                    <a:pt x="45" y="237"/>
                    <a:pt x="45" y="237"/>
                  </a:cubicBezTo>
                  <a:cubicBezTo>
                    <a:pt x="45" y="236"/>
                    <a:pt x="43" y="236"/>
                    <a:pt x="43" y="236"/>
                  </a:cubicBezTo>
                  <a:cubicBezTo>
                    <a:pt x="42" y="235"/>
                    <a:pt x="41" y="235"/>
                    <a:pt x="40" y="236"/>
                  </a:cubicBezTo>
                  <a:cubicBezTo>
                    <a:pt x="40" y="236"/>
                    <a:pt x="39" y="236"/>
                    <a:pt x="39" y="236"/>
                  </a:cubicBezTo>
                  <a:cubicBezTo>
                    <a:pt x="39" y="237"/>
                    <a:pt x="39" y="239"/>
                    <a:pt x="39" y="239"/>
                  </a:cubicBezTo>
                  <a:cubicBezTo>
                    <a:pt x="39" y="240"/>
                    <a:pt x="38" y="243"/>
                    <a:pt x="38" y="244"/>
                  </a:cubicBezTo>
                  <a:cubicBezTo>
                    <a:pt x="38" y="245"/>
                    <a:pt x="38" y="248"/>
                    <a:pt x="38" y="249"/>
                  </a:cubicBezTo>
                  <a:cubicBezTo>
                    <a:pt x="38" y="251"/>
                    <a:pt x="37" y="254"/>
                    <a:pt x="37" y="255"/>
                  </a:cubicBezTo>
                  <a:cubicBezTo>
                    <a:pt x="37" y="257"/>
                    <a:pt x="38" y="260"/>
                    <a:pt x="38" y="262"/>
                  </a:cubicBezTo>
                  <a:cubicBezTo>
                    <a:pt x="38" y="266"/>
                    <a:pt x="36" y="274"/>
                    <a:pt x="36" y="279"/>
                  </a:cubicBezTo>
                  <a:cubicBezTo>
                    <a:pt x="37" y="283"/>
                    <a:pt x="40" y="290"/>
                    <a:pt x="40" y="294"/>
                  </a:cubicBezTo>
                  <a:cubicBezTo>
                    <a:pt x="40" y="298"/>
                    <a:pt x="39" y="307"/>
                    <a:pt x="39" y="311"/>
                  </a:cubicBezTo>
                  <a:cubicBezTo>
                    <a:pt x="38" y="316"/>
                    <a:pt x="37" y="325"/>
                    <a:pt x="36" y="329"/>
                  </a:cubicBezTo>
                  <a:cubicBezTo>
                    <a:pt x="35" y="333"/>
                    <a:pt x="33" y="339"/>
                    <a:pt x="33" y="343"/>
                  </a:cubicBezTo>
                  <a:cubicBezTo>
                    <a:pt x="31" y="348"/>
                    <a:pt x="27" y="359"/>
                    <a:pt x="26" y="365"/>
                  </a:cubicBezTo>
                  <a:cubicBezTo>
                    <a:pt x="25" y="369"/>
                    <a:pt x="22" y="377"/>
                    <a:pt x="21" y="381"/>
                  </a:cubicBezTo>
                  <a:cubicBezTo>
                    <a:pt x="21" y="384"/>
                    <a:pt x="21" y="390"/>
                    <a:pt x="21" y="393"/>
                  </a:cubicBezTo>
                  <a:cubicBezTo>
                    <a:pt x="20" y="398"/>
                    <a:pt x="20" y="409"/>
                    <a:pt x="19" y="415"/>
                  </a:cubicBezTo>
                  <a:cubicBezTo>
                    <a:pt x="19" y="419"/>
                    <a:pt x="16" y="428"/>
                    <a:pt x="15" y="432"/>
                  </a:cubicBezTo>
                  <a:cubicBezTo>
                    <a:pt x="14" y="436"/>
                    <a:pt x="11" y="443"/>
                    <a:pt x="11" y="447"/>
                  </a:cubicBezTo>
                  <a:cubicBezTo>
                    <a:pt x="10" y="450"/>
                    <a:pt x="9" y="455"/>
                    <a:pt x="9" y="457"/>
                  </a:cubicBezTo>
                  <a:cubicBezTo>
                    <a:pt x="8" y="461"/>
                    <a:pt x="7" y="468"/>
                    <a:pt x="7" y="471"/>
                  </a:cubicBezTo>
                  <a:cubicBezTo>
                    <a:pt x="6" y="476"/>
                    <a:pt x="4" y="485"/>
                    <a:pt x="4" y="490"/>
                  </a:cubicBezTo>
                  <a:cubicBezTo>
                    <a:pt x="3" y="496"/>
                    <a:pt x="1" y="509"/>
                    <a:pt x="1" y="515"/>
                  </a:cubicBezTo>
                  <a:cubicBezTo>
                    <a:pt x="0" y="520"/>
                    <a:pt x="0" y="529"/>
                    <a:pt x="0" y="534"/>
                  </a:cubicBezTo>
                  <a:cubicBezTo>
                    <a:pt x="0" y="537"/>
                    <a:pt x="1" y="542"/>
                    <a:pt x="2" y="545"/>
                  </a:cubicBezTo>
                  <a:cubicBezTo>
                    <a:pt x="2" y="547"/>
                    <a:pt x="1" y="552"/>
                    <a:pt x="2" y="554"/>
                  </a:cubicBezTo>
                  <a:cubicBezTo>
                    <a:pt x="3" y="555"/>
                    <a:pt x="4" y="557"/>
                    <a:pt x="5" y="557"/>
                  </a:cubicBezTo>
                  <a:cubicBezTo>
                    <a:pt x="5" y="557"/>
                    <a:pt x="6" y="556"/>
                    <a:pt x="6" y="555"/>
                  </a:cubicBezTo>
                  <a:cubicBezTo>
                    <a:pt x="6" y="555"/>
                    <a:pt x="7" y="554"/>
                    <a:pt x="8" y="554"/>
                  </a:cubicBezTo>
                  <a:cubicBezTo>
                    <a:pt x="8" y="553"/>
                    <a:pt x="9" y="553"/>
                    <a:pt x="10" y="552"/>
                  </a:cubicBezTo>
                  <a:cubicBezTo>
                    <a:pt x="10" y="552"/>
                    <a:pt x="10" y="551"/>
                    <a:pt x="10" y="551"/>
                  </a:cubicBezTo>
                  <a:cubicBezTo>
                    <a:pt x="11" y="550"/>
                    <a:pt x="10" y="549"/>
                    <a:pt x="10" y="548"/>
                  </a:cubicBezTo>
                  <a:cubicBezTo>
                    <a:pt x="9" y="546"/>
                    <a:pt x="9" y="542"/>
                    <a:pt x="9" y="540"/>
                  </a:cubicBezTo>
                  <a:cubicBezTo>
                    <a:pt x="10" y="538"/>
                    <a:pt x="11" y="533"/>
                    <a:pt x="11" y="530"/>
                  </a:cubicBezTo>
                  <a:cubicBezTo>
                    <a:pt x="11" y="527"/>
                    <a:pt x="11" y="522"/>
                    <a:pt x="11" y="519"/>
                  </a:cubicBezTo>
                  <a:cubicBezTo>
                    <a:pt x="11" y="516"/>
                    <a:pt x="12" y="512"/>
                    <a:pt x="13" y="509"/>
                  </a:cubicBezTo>
                  <a:cubicBezTo>
                    <a:pt x="14" y="507"/>
                    <a:pt x="15" y="504"/>
                    <a:pt x="16" y="502"/>
                  </a:cubicBezTo>
                  <a:cubicBezTo>
                    <a:pt x="16" y="501"/>
                    <a:pt x="18" y="498"/>
                    <a:pt x="18" y="497"/>
                  </a:cubicBezTo>
                  <a:cubicBezTo>
                    <a:pt x="19" y="495"/>
                    <a:pt x="19" y="490"/>
                    <a:pt x="19" y="488"/>
                  </a:cubicBezTo>
                  <a:cubicBezTo>
                    <a:pt x="19" y="486"/>
                    <a:pt x="19" y="483"/>
                    <a:pt x="19" y="481"/>
                  </a:cubicBezTo>
                  <a:cubicBezTo>
                    <a:pt x="19" y="480"/>
                    <a:pt x="19" y="477"/>
                    <a:pt x="19" y="476"/>
                  </a:cubicBezTo>
                  <a:cubicBezTo>
                    <a:pt x="19" y="475"/>
                    <a:pt x="19" y="473"/>
                    <a:pt x="18" y="473"/>
                  </a:cubicBezTo>
                  <a:cubicBezTo>
                    <a:pt x="18" y="471"/>
                    <a:pt x="16" y="469"/>
                    <a:pt x="15" y="468"/>
                  </a:cubicBezTo>
                  <a:cubicBezTo>
                    <a:pt x="15" y="467"/>
                    <a:pt x="15" y="464"/>
                    <a:pt x="15" y="463"/>
                  </a:cubicBezTo>
                  <a:cubicBezTo>
                    <a:pt x="15" y="461"/>
                    <a:pt x="16" y="458"/>
                    <a:pt x="17" y="456"/>
                  </a:cubicBezTo>
                  <a:cubicBezTo>
                    <a:pt x="17" y="455"/>
                    <a:pt x="18" y="453"/>
                    <a:pt x="19" y="453"/>
                  </a:cubicBezTo>
                  <a:cubicBezTo>
                    <a:pt x="20" y="452"/>
                    <a:pt x="22" y="453"/>
                    <a:pt x="23" y="453"/>
                  </a:cubicBezTo>
                  <a:cubicBezTo>
                    <a:pt x="24" y="454"/>
                    <a:pt x="23" y="456"/>
                    <a:pt x="23" y="458"/>
                  </a:cubicBezTo>
                  <a:cubicBezTo>
                    <a:pt x="23" y="458"/>
                    <a:pt x="22" y="459"/>
                    <a:pt x="22" y="460"/>
                  </a:cubicBezTo>
                  <a:cubicBezTo>
                    <a:pt x="22" y="461"/>
                    <a:pt x="22" y="463"/>
                    <a:pt x="22" y="465"/>
                  </a:cubicBezTo>
                  <a:cubicBezTo>
                    <a:pt x="21" y="466"/>
                    <a:pt x="20" y="467"/>
                    <a:pt x="20" y="468"/>
                  </a:cubicBezTo>
                  <a:cubicBezTo>
                    <a:pt x="20" y="469"/>
                    <a:pt x="22" y="471"/>
                    <a:pt x="22" y="471"/>
                  </a:cubicBezTo>
                  <a:cubicBezTo>
                    <a:pt x="23" y="472"/>
                    <a:pt x="24" y="475"/>
                    <a:pt x="25" y="475"/>
                  </a:cubicBezTo>
                  <a:cubicBezTo>
                    <a:pt x="26" y="476"/>
                    <a:pt x="28" y="477"/>
                    <a:pt x="29" y="478"/>
                  </a:cubicBezTo>
                  <a:cubicBezTo>
                    <a:pt x="31" y="479"/>
                    <a:pt x="33" y="481"/>
                    <a:pt x="35" y="482"/>
                  </a:cubicBezTo>
                  <a:cubicBezTo>
                    <a:pt x="36" y="483"/>
                    <a:pt x="39" y="484"/>
                    <a:pt x="40" y="485"/>
                  </a:cubicBezTo>
                  <a:cubicBezTo>
                    <a:pt x="41" y="486"/>
                    <a:pt x="43" y="488"/>
                    <a:pt x="44" y="489"/>
                  </a:cubicBezTo>
                  <a:cubicBezTo>
                    <a:pt x="46" y="489"/>
                    <a:pt x="49" y="490"/>
                    <a:pt x="50" y="491"/>
                  </a:cubicBezTo>
                  <a:cubicBezTo>
                    <a:pt x="51" y="492"/>
                    <a:pt x="53" y="493"/>
                    <a:pt x="54" y="494"/>
                  </a:cubicBezTo>
                  <a:cubicBezTo>
                    <a:pt x="55" y="495"/>
                    <a:pt x="56" y="497"/>
                    <a:pt x="57" y="497"/>
                  </a:cubicBezTo>
                  <a:cubicBezTo>
                    <a:pt x="58" y="498"/>
                    <a:pt x="60" y="500"/>
                    <a:pt x="61" y="500"/>
                  </a:cubicBezTo>
                  <a:cubicBezTo>
                    <a:pt x="62" y="501"/>
                    <a:pt x="65" y="503"/>
                    <a:pt x="66" y="504"/>
                  </a:cubicBezTo>
                  <a:cubicBezTo>
                    <a:pt x="67" y="505"/>
                    <a:pt x="69" y="507"/>
                    <a:pt x="71" y="508"/>
                  </a:cubicBezTo>
                  <a:cubicBezTo>
                    <a:pt x="72" y="509"/>
                    <a:pt x="74" y="512"/>
                    <a:pt x="74" y="513"/>
                  </a:cubicBezTo>
                  <a:cubicBezTo>
                    <a:pt x="75" y="515"/>
                    <a:pt x="76" y="520"/>
                    <a:pt x="76" y="522"/>
                  </a:cubicBezTo>
                  <a:cubicBezTo>
                    <a:pt x="77" y="525"/>
                    <a:pt x="77" y="531"/>
                    <a:pt x="77" y="534"/>
                  </a:cubicBezTo>
                  <a:cubicBezTo>
                    <a:pt x="77" y="536"/>
                    <a:pt x="77" y="540"/>
                    <a:pt x="77" y="542"/>
                  </a:cubicBezTo>
                  <a:cubicBezTo>
                    <a:pt x="77" y="544"/>
                    <a:pt x="76" y="549"/>
                    <a:pt x="77" y="551"/>
                  </a:cubicBezTo>
                  <a:cubicBezTo>
                    <a:pt x="77" y="553"/>
                    <a:pt x="77" y="557"/>
                    <a:pt x="78" y="559"/>
                  </a:cubicBezTo>
                  <a:cubicBezTo>
                    <a:pt x="79" y="561"/>
                    <a:pt x="83" y="564"/>
                    <a:pt x="85" y="566"/>
                  </a:cubicBezTo>
                  <a:cubicBezTo>
                    <a:pt x="86" y="568"/>
                    <a:pt x="89" y="571"/>
                    <a:pt x="91" y="572"/>
                  </a:cubicBezTo>
                  <a:cubicBezTo>
                    <a:pt x="92" y="574"/>
                    <a:pt x="94" y="578"/>
                    <a:pt x="96" y="580"/>
                  </a:cubicBezTo>
                  <a:cubicBezTo>
                    <a:pt x="97" y="581"/>
                    <a:pt x="100" y="583"/>
                    <a:pt x="101" y="584"/>
                  </a:cubicBezTo>
                  <a:cubicBezTo>
                    <a:pt x="101" y="585"/>
                    <a:pt x="102" y="587"/>
                    <a:pt x="102" y="588"/>
                  </a:cubicBezTo>
                  <a:cubicBezTo>
                    <a:pt x="103" y="588"/>
                    <a:pt x="103" y="590"/>
                    <a:pt x="104" y="591"/>
                  </a:cubicBezTo>
                  <a:cubicBezTo>
                    <a:pt x="104" y="592"/>
                    <a:pt x="106" y="593"/>
                    <a:pt x="106" y="594"/>
                  </a:cubicBezTo>
                  <a:cubicBezTo>
                    <a:pt x="107" y="595"/>
                    <a:pt x="108" y="597"/>
                    <a:pt x="109" y="598"/>
                  </a:cubicBezTo>
                  <a:cubicBezTo>
                    <a:pt x="109" y="600"/>
                    <a:pt x="107" y="605"/>
                    <a:pt x="108" y="607"/>
                  </a:cubicBezTo>
                  <a:cubicBezTo>
                    <a:pt x="109" y="608"/>
                    <a:pt x="111" y="609"/>
                    <a:pt x="111" y="609"/>
                  </a:cubicBezTo>
                  <a:cubicBezTo>
                    <a:pt x="112" y="609"/>
                    <a:pt x="113" y="607"/>
                    <a:pt x="114" y="606"/>
                  </a:cubicBezTo>
                  <a:cubicBezTo>
                    <a:pt x="115" y="606"/>
                    <a:pt x="116" y="607"/>
                    <a:pt x="117" y="608"/>
                  </a:cubicBezTo>
                  <a:cubicBezTo>
                    <a:pt x="118" y="609"/>
                    <a:pt x="118" y="611"/>
                    <a:pt x="119" y="612"/>
                  </a:cubicBezTo>
                  <a:cubicBezTo>
                    <a:pt x="120" y="613"/>
                    <a:pt x="122" y="613"/>
                    <a:pt x="123" y="613"/>
                  </a:cubicBezTo>
                  <a:cubicBezTo>
                    <a:pt x="124" y="613"/>
                    <a:pt x="126" y="612"/>
                    <a:pt x="127" y="612"/>
                  </a:cubicBezTo>
                  <a:cubicBezTo>
                    <a:pt x="127" y="612"/>
                    <a:pt x="129" y="612"/>
                    <a:pt x="129" y="613"/>
                  </a:cubicBezTo>
                  <a:cubicBezTo>
                    <a:pt x="130" y="613"/>
                    <a:pt x="130" y="615"/>
                    <a:pt x="130" y="615"/>
                  </a:cubicBezTo>
                  <a:cubicBezTo>
                    <a:pt x="129" y="616"/>
                    <a:pt x="126" y="615"/>
                    <a:pt x="125" y="616"/>
                  </a:cubicBezTo>
                  <a:cubicBezTo>
                    <a:pt x="124" y="616"/>
                    <a:pt x="122" y="617"/>
                    <a:pt x="121" y="617"/>
                  </a:cubicBezTo>
                  <a:cubicBezTo>
                    <a:pt x="119" y="618"/>
                    <a:pt x="116" y="618"/>
                    <a:pt x="115" y="617"/>
                  </a:cubicBezTo>
                  <a:cubicBezTo>
                    <a:pt x="113" y="617"/>
                    <a:pt x="112" y="614"/>
                    <a:pt x="111" y="614"/>
                  </a:cubicBezTo>
                  <a:cubicBezTo>
                    <a:pt x="110" y="614"/>
                    <a:pt x="108" y="616"/>
                    <a:pt x="107" y="617"/>
                  </a:cubicBezTo>
                  <a:cubicBezTo>
                    <a:pt x="106" y="619"/>
                    <a:pt x="103" y="623"/>
                    <a:pt x="102" y="624"/>
                  </a:cubicBezTo>
                  <a:cubicBezTo>
                    <a:pt x="101" y="625"/>
                    <a:pt x="98" y="625"/>
                    <a:pt x="97" y="626"/>
                  </a:cubicBezTo>
                  <a:cubicBezTo>
                    <a:pt x="96" y="627"/>
                    <a:pt x="94" y="629"/>
                    <a:pt x="93" y="630"/>
                  </a:cubicBezTo>
                  <a:cubicBezTo>
                    <a:pt x="89" y="633"/>
                    <a:pt x="83" y="638"/>
                    <a:pt x="80" y="641"/>
                  </a:cubicBezTo>
                  <a:cubicBezTo>
                    <a:pt x="77" y="644"/>
                    <a:pt x="72" y="650"/>
                    <a:pt x="69" y="653"/>
                  </a:cubicBezTo>
                  <a:cubicBezTo>
                    <a:pt x="67" y="654"/>
                    <a:pt x="62" y="658"/>
                    <a:pt x="60" y="659"/>
                  </a:cubicBezTo>
                  <a:cubicBezTo>
                    <a:pt x="59" y="660"/>
                    <a:pt x="58" y="660"/>
                    <a:pt x="57" y="660"/>
                  </a:cubicBezTo>
                  <a:cubicBezTo>
                    <a:pt x="56" y="660"/>
                    <a:pt x="53" y="659"/>
                    <a:pt x="52" y="659"/>
                  </a:cubicBezTo>
                  <a:cubicBezTo>
                    <a:pt x="51" y="659"/>
                    <a:pt x="47" y="660"/>
                    <a:pt x="46" y="661"/>
                  </a:cubicBezTo>
                  <a:cubicBezTo>
                    <a:pt x="45" y="661"/>
                    <a:pt x="43" y="663"/>
                    <a:pt x="42" y="663"/>
                  </a:cubicBezTo>
                  <a:cubicBezTo>
                    <a:pt x="41" y="663"/>
                    <a:pt x="39" y="662"/>
                    <a:pt x="39" y="661"/>
                  </a:cubicBezTo>
                  <a:cubicBezTo>
                    <a:pt x="38" y="660"/>
                    <a:pt x="40" y="659"/>
                    <a:pt x="40" y="658"/>
                  </a:cubicBezTo>
                  <a:cubicBezTo>
                    <a:pt x="41" y="658"/>
                    <a:pt x="42" y="656"/>
                    <a:pt x="43" y="656"/>
                  </a:cubicBezTo>
                  <a:cubicBezTo>
                    <a:pt x="44" y="655"/>
                    <a:pt x="45" y="655"/>
                    <a:pt x="46" y="654"/>
                  </a:cubicBezTo>
                  <a:cubicBezTo>
                    <a:pt x="46" y="653"/>
                    <a:pt x="44" y="651"/>
                    <a:pt x="44" y="650"/>
                  </a:cubicBezTo>
                  <a:cubicBezTo>
                    <a:pt x="45" y="649"/>
                    <a:pt x="47" y="648"/>
                    <a:pt x="48" y="648"/>
                  </a:cubicBezTo>
                  <a:cubicBezTo>
                    <a:pt x="48" y="648"/>
                    <a:pt x="49" y="649"/>
                    <a:pt x="50" y="649"/>
                  </a:cubicBezTo>
                  <a:cubicBezTo>
                    <a:pt x="51" y="649"/>
                    <a:pt x="53" y="646"/>
                    <a:pt x="53" y="645"/>
                  </a:cubicBezTo>
                  <a:cubicBezTo>
                    <a:pt x="54" y="644"/>
                    <a:pt x="55" y="641"/>
                    <a:pt x="54" y="640"/>
                  </a:cubicBezTo>
                  <a:cubicBezTo>
                    <a:pt x="53" y="639"/>
                    <a:pt x="50" y="641"/>
                    <a:pt x="48" y="640"/>
                  </a:cubicBezTo>
                  <a:cubicBezTo>
                    <a:pt x="47" y="640"/>
                    <a:pt x="45" y="639"/>
                    <a:pt x="44" y="638"/>
                  </a:cubicBezTo>
                  <a:cubicBezTo>
                    <a:pt x="44" y="636"/>
                    <a:pt x="44" y="633"/>
                    <a:pt x="44" y="632"/>
                  </a:cubicBezTo>
                  <a:cubicBezTo>
                    <a:pt x="43" y="631"/>
                    <a:pt x="40" y="630"/>
                    <a:pt x="40" y="629"/>
                  </a:cubicBezTo>
                  <a:cubicBezTo>
                    <a:pt x="39" y="628"/>
                    <a:pt x="40" y="625"/>
                    <a:pt x="40" y="624"/>
                  </a:cubicBezTo>
                  <a:cubicBezTo>
                    <a:pt x="40" y="624"/>
                    <a:pt x="40" y="622"/>
                    <a:pt x="40" y="621"/>
                  </a:cubicBezTo>
                  <a:cubicBezTo>
                    <a:pt x="39" y="621"/>
                    <a:pt x="38" y="620"/>
                    <a:pt x="38" y="619"/>
                  </a:cubicBezTo>
                  <a:cubicBezTo>
                    <a:pt x="37" y="619"/>
                    <a:pt x="36" y="618"/>
                    <a:pt x="36" y="618"/>
                  </a:cubicBezTo>
                  <a:cubicBezTo>
                    <a:pt x="34" y="618"/>
                    <a:pt x="32" y="619"/>
                    <a:pt x="32" y="620"/>
                  </a:cubicBezTo>
                  <a:cubicBezTo>
                    <a:pt x="31" y="621"/>
                    <a:pt x="32" y="623"/>
                    <a:pt x="32" y="624"/>
                  </a:cubicBezTo>
                  <a:cubicBezTo>
                    <a:pt x="32" y="625"/>
                    <a:pt x="33" y="627"/>
                    <a:pt x="33" y="628"/>
                  </a:cubicBezTo>
                  <a:cubicBezTo>
                    <a:pt x="34" y="629"/>
                    <a:pt x="35" y="630"/>
                    <a:pt x="35" y="631"/>
                  </a:cubicBezTo>
                  <a:cubicBezTo>
                    <a:pt x="36" y="632"/>
                    <a:pt x="36" y="633"/>
                    <a:pt x="35" y="634"/>
                  </a:cubicBezTo>
                  <a:cubicBezTo>
                    <a:pt x="35" y="635"/>
                    <a:pt x="33" y="633"/>
                    <a:pt x="32" y="634"/>
                  </a:cubicBezTo>
                  <a:cubicBezTo>
                    <a:pt x="32" y="634"/>
                    <a:pt x="32" y="636"/>
                    <a:pt x="32" y="636"/>
                  </a:cubicBezTo>
                  <a:cubicBezTo>
                    <a:pt x="32" y="637"/>
                    <a:pt x="33" y="639"/>
                    <a:pt x="33" y="639"/>
                  </a:cubicBezTo>
                  <a:cubicBezTo>
                    <a:pt x="34" y="640"/>
                    <a:pt x="35" y="641"/>
                    <a:pt x="36" y="642"/>
                  </a:cubicBezTo>
                  <a:cubicBezTo>
                    <a:pt x="36" y="643"/>
                    <a:pt x="37" y="645"/>
                    <a:pt x="37" y="646"/>
                  </a:cubicBezTo>
                  <a:cubicBezTo>
                    <a:pt x="37" y="647"/>
                    <a:pt x="37" y="651"/>
                    <a:pt x="36" y="652"/>
                  </a:cubicBezTo>
                  <a:cubicBezTo>
                    <a:pt x="36" y="654"/>
                    <a:pt x="36" y="656"/>
                    <a:pt x="35" y="657"/>
                  </a:cubicBezTo>
                  <a:cubicBezTo>
                    <a:pt x="34" y="658"/>
                    <a:pt x="31" y="658"/>
                    <a:pt x="30" y="659"/>
                  </a:cubicBezTo>
                  <a:cubicBezTo>
                    <a:pt x="29" y="660"/>
                    <a:pt x="28" y="661"/>
                    <a:pt x="28" y="662"/>
                  </a:cubicBezTo>
                  <a:cubicBezTo>
                    <a:pt x="28" y="663"/>
                    <a:pt x="28" y="665"/>
                    <a:pt x="28" y="666"/>
                  </a:cubicBezTo>
                  <a:cubicBezTo>
                    <a:pt x="28" y="667"/>
                    <a:pt x="28" y="668"/>
                    <a:pt x="28" y="669"/>
                  </a:cubicBezTo>
                  <a:cubicBezTo>
                    <a:pt x="28" y="670"/>
                    <a:pt x="27" y="673"/>
                    <a:pt x="25" y="673"/>
                  </a:cubicBezTo>
                  <a:cubicBezTo>
                    <a:pt x="24" y="673"/>
                    <a:pt x="23" y="671"/>
                    <a:pt x="23" y="670"/>
                  </a:cubicBezTo>
                  <a:cubicBezTo>
                    <a:pt x="22" y="669"/>
                    <a:pt x="23" y="666"/>
                    <a:pt x="22" y="665"/>
                  </a:cubicBezTo>
                  <a:cubicBezTo>
                    <a:pt x="22" y="664"/>
                    <a:pt x="21" y="662"/>
                    <a:pt x="21" y="661"/>
                  </a:cubicBezTo>
                  <a:cubicBezTo>
                    <a:pt x="21" y="659"/>
                    <a:pt x="21" y="657"/>
                    <a:pt x="21" y="656"/>
                  </a:cubicBezTo>
                  <a:cubicBezTo>
                    <a:pt x="21" y="655"/>
                    <a:pt x="21" y="652"/>
                    <a:pt x="22" y="650"/>
                  </a:cubicBezTo>
                  <a:cubicBezTo>
                    <a:pt x="22" y="649"/>
                    <a:pt x="24" y="647"/>
                    <a:pt x="25" y="646"/>
                  </a:cubicBezTo>
                  <a:cubicBezTo>
                    <a:pt x="26" y="645"/>
                    <a:pt x="27" y="643"/>
                    <a:pt x="28" y="642"/>
                  </a:cubicBezTo>
                  <a:cubicBezTo>
                    <a:pt x="28" y="641"/>
                    <a:pt x="28" y="639"/>
                    <a:pt x="27" y="638"/>
                  </a:cubicBezTo>
                  <a:cubicBezTo>
                    <a:pt x="27" y="637"/>
                    <a:pt x="26" y="635"/>
                    <a:pt x="26" y="634"/>
                  </a:cubicBezTo>
                  <a:cubicBezTo>
                    <a:pt x="26" y="633"/>
                    <a:pt x="27" y="632"/>
                    <a:pt x="27" y="631"/>
                  </a:cubicBezTo>
                  <a:cubicBezTo>
                    <a:pt x="28" y="629"/>
                    <a:pt x="27" y="626"/>
                    <a:pt x="27" y="625"/>
                  </a:cubicBezTo>
                  <a:cubicBezTo>
                    <a:pt x="26" y="623"/>
                    <a:pt x="24" y="619"/>
                    <a:pt x="24" y="617"/>
                  </a:cubicBezTo>
                  <a:cubicBezTo>
                    <a:pt x="24" y="615"/>
                    <a:pt x="25" y="611"/>
                    <a:pt x="25" y="609"/>
                  </a:cubicBezTo>
                  <a:cubicBezTo>
                    <a:pt x="25" y="607"/>
                    <a:pt x="25" y="602"/>
                    <a:pt x="25" y="600"/>
                  </a:cubicBezTo>
                  <a:cubicBezTo>
                    <a:pt x="25" y="597"/>
                    <a:pt x="24" y="592"/>
                    <a:pt x="24" y="589"/>
                  </a:cubicBezTo>
                  <a:cubicBezTo>
                    <a:pt x="24" y="588"/>
                    <a:pt x="24" y="586"/>
                    <a:pt x="24" y="585"/>
                  </a:cubicBezTo>
                  <a:cubicBezTo>
                    <a:pt x="23" y="583"/>
                    <a:pt x="21" y="580"/>
                    <a:pt x="21" y="578"/>
                  </a:cubicBezTo>
                  <a:cubicBezTo>
                    <a:pt x="20" y="576"/>
                    <a:pt x="18" y="571"/>
                    <a:pt x="17" y="569"/>
                  </a:cubicBezTo>
                  <a:cubicBezTo>
                    <a:pt x="16" y="567"/>
                    <a:pt x="15" y="562"/>
                    <a:pt x="14" y="560"/>
                  </a:cubicBezTo>
                  <a:cubicBezTo>
                    <a:pt x="14" y="559"/>
                    <a:pt x="13" y="556"/>
                    <a:pt x="12" y="555"/>
                  </a:cubicBezTo>
                  <a:cubicBezTo>
                    <a:pt x="11" y="555"/>
                    <a:pt x="9" y="555"/>
                    <a:pt x="9" y="556"/>
                  </a:cubicBezTo>
                  <a:cubicBezTo>
                    <a:pt x="8" y="556"/>
                    <a:pt x="8" y="558"/>
                    <a:pt x="7" y="558"/>
                  </a:cubicBezTo>
                  <a:cubicBezTo>
                    <a:pt x="7" y="559"/>
                    <a:pt x="6" y="561"/>
                    <a:pt x="5" y="561"/>
                  </a:cubicBezTo>
                  <a:cubicBezTo>
                    <a:pt x="5" y="562"/>
                    <a:pt x="5" y="565"/>
                    <a:pt x="5" y="566"/>
                  </a:cubicBezTo>
                  <a:cubicBezTo>
                    <a:pt x="5" y="567"/>
                    <a:pt x="7" y="569"/>
                    <a:pt x="7" y="571"/>
                  </a:cubicBezTo>
                  <a:cubicBezTo>
                    <a:pt x="8" y="573"/>
                    <a:pt x="8" y="578"/>
                    <a:pt x="8" y="580"/>
                  </a:cubicBezTo>
                  <a:cubicBezTo>
                    <a:pt x="9" y="583"/>
                    <a:pt x="11" y="588"/>
                    <a:pt x="11" y="591"/>
                  </a:cubicBezTo>
                  <a:cubicBezTo>
                    <a:pt x="12" y="594"/>
                    <a:pt x="13" y="600"/>
                    <a:pt x="14" y="603"/>
                  </a:cubicBezTo>
                  <a:cubicBezTo>
                    <a:pt x="14" y="606"/>
                    <a:pt x="14" y="613"/>
                    <a:pt x="14" y="616"/>
                  </a:cubicBezTo>
                  <a:cubicBezTo>
                    <a:pt x="14" y="621"/>
                    <a:pt x="14" y="631"/>
                    <a:pt x="14" y="636"/>
                  </a:cubicBezTo>
                  <a:cubicBezTo>
                    <a:pt x="14" y="640"/>
                    <a:pt x="14" y="648"/>
                    <a:pt x="14" y="652"/>
                  </a:cubicBezTo>
                  <a:cubicBezTo>
                    <a:pt x="14" y="656"/>
                    <a:pt x="15" y="663"/>
                    <a:pt x="16" y="667"/>
                  </a:cubicBezTo>
                  <a:cubicBezTo>
                    <a:pt x="17" y="668"/>
                    <a:pt x="19" y="671"/>
                    <a:pt x="20" y="673"/>
                  </a:cubicBezTo>
                  <a:cubicBezTo>
                    <a:pt x="20" y="674"/>
                    <a:pt x="22" y="678"/>
                    <a:pt x="21" y="679"/>
                  </a:cubicBezTo>
                  <a:cubicBezTo>
                    <a:pt x="21" y="681"/>
                    <a:pt x="19" y="684"/>
                    <a:pt x="19" y="685"/>
                  </a:cubicBezTo>
                  <a:cubicBezTo>
                    <a:pt x="18" y="688"/>
                    <a:pt x="16" y="695"/>
                    <a:pt x="16" y="699"/>
                  </a:cubicBezTo>
                  <a:cubicBezTo>
                    <a:pt x="16" y="702"/>
                    <a:pt x="16" y="707"/>
                    <a:pt x="16" y="711"/>
                  </a:cubicBezTo>
                  <a:cubicBezTo>
                    <a:pt x="19" y="709"/>
                    <a:pt x="23" y="707"/>
                    <a:pt x="25" y="706"/>
                  </a:cubicBezTo>
                  <a:cubicBezTo>
                    <a:pt x="28" y="703"/>
                    <a:pt x="32" y="695"/>
                    <a:pt x="34" y="691"/>
                  </a:cubicBezTo>
                  <a:cubicBezTo>
                    <a:pt x="35" y="689"/>
                    <a:pt x="37" y="684"/>
                    <a:pt x="38" y="682"/>
                  </a:cubicBezTo>
                  <a:cubicBezTo>
                    <a:pt x="40" y="680"/>
                    <a:pt x="46" y="678"/>
                    <a:pt x="49" y="677"/>
                  </a:cubicBezTo>
                  <a:cubicBezTo>
                    <a:pt x="52" y="676"/>
                    <a:pt x="60" y="676"/>
                    <a:pt x="64" y="677"/>
                  </a:cubicBezTo>
                  <a:cubicBezTo>
                    <a:pt x="68" y="678"/>
                    <a:pt x="74" y="684"/>
                    <a:pt x="78" y="685"/>
                  </a:cubicBezTo>
                  <a:cubicBezTo>
                    <a:pt x="82" y="686"/>
                    <a:pt x="90" y="686"/>
                    <a:pt x="95" y="686"/>
                  </a:cubicBezTo>
                  <a:cubicBezTo>
                    <a:pt x="98" y="686"/>
                    <a:pt x="106" y="687"/>
                    <a:pt x="110" y="688"/>
                  </a:cubicBezTo>
                  <a:cubicBezTo>
                    <a:pt x="113" y="689"/>
                    <a:pt x="118" y="692"/>
                    <a:pt x="120" y="694"/>
                  </a:cubicBezTo>
                  <a:cubicBezTo>
                    <a:pt x="123" y="695"/>
                    <a:pt x="127" y="699"/>
                    <a:pt x="130" y="700"/>
                  </a:cubicBezTo>
                  <a:cubicBezTo>
                    <a:pt x="132" y="702"/>
                    <a:pt x="137" y="705"/>
                    <a:pt x="140" y="706"/>
                  </a:cubicBezTo>
                  <a:cubicBezTo>
                    <a:pt x="142" y="706"/>
                    <a:pt x="147" y="707"/>
                    <a:pt x="149" y="708"/>
                  </a:cubicBezTo>
                  <a:cubicBezTo>
                    <a:pt x="151" y="709"/>
                    <a:pt x="154" y="713"/>
                    <a:pt x="156" y="714"/>
                  </a:cubicBezTo>
                  <a:cubicBezTo>
                    <a:pt x="157" y="715"/>
                    <a:pt x="161" y="715"/>
                    <a:pt x="163" y="715"/>
                  </a:cubicBezTo>
                  <a:cubicBezTo>
                    <a:pt x="165" y="715"/>
                    <a:pt x="169" y="713"/>
                    <a:pt x="171" y="711"/>
                  </a:cubicBezTo>
                  <a:cubicBezTo>
                    <a:pt x="172" y="710"/>
                    <a:pt x="172" y="704"/>
                    <a:pt x="173" y="703"/>
                  </a:cubicBezTo>
                  <a:cubicBezTo>
                    <a:pt x="174" y="701"/>
                    <a:pt x="180" y="699"/>
                    <a:pt x="181" y="697"/>
                  </a:cubicBezTo>
                  <a:cubicBezTo>
                    <a:pt x="182" y="695"/>
                    <a:pt x="182" y="688"/>
                    <a:pt x="181" y="686"/>
                  </a:cubicBezTo>
                  <a:cubicBezTo>
                    <a:pt x="180" y="684"/>
                    <a:pt x="177" y="681"/>
                    <a:pt x="175" y="679"/>
                  </a:cubicBezTo>
                  <a:cubicBezTo>
                    <a:pt x="174" y="677"/>
                    <a:pt x="171" y="674"/>
                    <a:pt x="171" y="672"/>
                  </a:cubicBezTo>
                  <a:cubicBezTo>
                    <a:pt x="170" y="671"/>
                    <a:pt x="171" y="666"/>
                    <a:pt x="173" y="665"/>
                  </a:cubicBezTo>
                  <a:cubicBezTo>
                    <a:pt x="175" y="663"/>
                    <a:pt x="180" y="662"/>
                    <a:pt x="183" y="661"/>
                  </a:cubicBezTo>
                  <a:cubicBezTo>
                    <a:pt x="184" y="661"/>
                    <a:pt x="185" y="662"/>
                    <a:pt x="186" y="662"/>
                  </a:cubicBezTo>
                  <a:cubicBezTo>
                    <a:pt x="190" y="663"/>
                    <a:pt x="198" y="664"/>
                    <a:pt x="202" y="665"/>
                  </a:cubicBezTo>
                  <a:cubicBezTo>
                    <a:pt x="205" y="665"/>
                    <a:pt x="211" y="665"/>
                    <a:pt x="213" y="665"/>
                  </a:cubicBezTo>
                  <a:cubicBezTo>
                    <a:pt x="218" y="665"/>
                    <a:pt x="228" y="665"/>
                    <a:pt x="232" y="667"/>
                  </a:cubicBezTo>
                  <a:cubicBezTo>
                    <a:pt x="234" y="668"/>
                    <a:pt x="237" y="672"/>
                    <a:pt x="237" y="674"/>
                  </a:cubicBezTo>
                  <a:cubicBezTo>
                    <a:pt x="237" y="675"/>
                    <a:pt x="234" y="677"/>
                    <a:pt x="234" y="679"/>
                  </a:cubicBezTo>
                  <a:cubicBezTo>
                    <a:pt x="233" y="681"/>
                    <a:pt x="234" y="686"/>
                    <a:pt x="235" y="688"/>
                  </a:cubicBezTo>
                  <a:cubicBezTo>
                    <a:pt x="236" y="690"/>
                    <a:pt x="240" y="695"/>
                    <a:pt x="243" y="696"/>
                  </a:cubicBezTo>
                  <a:cubicBezTo>
                    <a:pt x="245" y="697"/>
                    <a:pt x="250" y="697"/>
                    <a:pt x="253" y="697"/>
                  </a:cubicBezTo>
                  <a:cubicBezTo>
                    <a:pt x="255" y="696"/>
                    <a:pt x="261" y="695"/>
                    <a:pt x="263" y="693"/>
                  </a:cubicBezTo>
                  <a:cubicBezTo>
                    <a:pt x="267" y="690"/>
                    <a:pt x="273" y="682"/>
                    <a:pt x="276" y="678"/>
                  </a:cubicBezTo>
                  <a:cubicBezTo>
                    <a:pt x="278" y="675"/>
                    <a:pt x="281" y="667"/>
                    <a:pt x="283" y="665"/>
                  </a:cubicBezTo>
                  <a:cubicBezTo>
                    <a:pt x="284" y="663"/>
                    <a:pt x="288" y="662"/>
                    <a:pt x="288" y="660"/>
                  </a:cubicBezTo>
                  <a:cubicBezTo>
                    <a:pt x="290" y="657"/>
                    <a:pt x="288" y="650"/>
                    <a:pt x="290" y="648"/>
                  </a:cubicBezTo>
                  <a:cubicBezTo>
                    <a:pt x="291" y="645"/>
                    <a:pt x="296" y="644"/>
                    <a:pt x="297" y="642"/>
                  </a:cubicBezTo>
                  <a:cubicBezTo>
                    <a:pt x="298" y="641"/>
                    <a:pt x="299" y="637"/>
                    <a:pt x="300" y="636"/>
                  </a:cubicBezTo>
                  <a:cubicBezTo>
                    <a:pt x="302" y="634"/>
                    <a:pt x="307" y="633"/>
                    <a:pt x="309" y="631"/>
                  </a:cubicBezTo>
                  <a:cubicBezTo>
                    <a:pt x="311" y="630"/>
                    <a:pt x="313" y="627"/>
                    <a:pt x="314" y="627"/>
                  </a:cubicBezTo>
                  <a:cubicBezTo>
                    <a:pt x="316" y="626"/>
                    <a:pt x="320" y="626"/>
                    <a:pt x="322" y="627"/>
                  </a:cubicBezTo>
                  <a:cubicBezTo>
                    <a:pt x="325" y="627"/>
                    <a:pt x="331" y="627"/>
                    <a:pt x="333" y="628"/>
                  </a:cubicBezTo>
                  <a:cubicBezTo>
                    <a:pt x="336" y="630"/>
                    <a:pt x="338" y="635"/>
                    <a:pt x="338" y="637"/>
                  </a:cubicBezTo>
                  <a:cubicBezTo>
                    <a:pt x="339" y="640"/>
                    <a:pt x="338" y="646"/>
                    <a:pt x="339" y="649"/>
                  </a:cubicBezTo>
                  <a:cubicBezTo>
                    <a:pt x="340" y="651"/>
                    <a:pt x="344" y="655"/>
                    <a:pt x="346" y="657"/>
                  </a:cubicBezTo>
                  <a:cubicBezTo>
                    <a:pt x="349" y="659"/>
                    <a:pt x="355" y="662"/>
                    <a:pt x="359" y="663"/>
                  </a:cubicBezTo>
                  <a:cubicBezTo>
                    <a:pt x="362" y="664"/>
                    <a:pt x="369" y="667"/>
                    <a:pt x="373" y="666"/>
                  </a:cubicBezTo>
                  <a:cubicBezTo>
                    <a:pt x="376" y="666"/>
                    <a:pt x="381" y="663"/>
                    <a:pt x="384" y="662"/>
                  </a:cubicBezTo>
                  <a:cubicBezTo>
                    <a:pt x="384" y="662"/>
                    <a:pt x="385" y="662"/>
                    <a:pt x="386" y="662"/>
                  </a:cubicBezTo>
                  <a:cubicBezTo>
                    <a:pt x="387" y="660"/>
                    <a:pt x="389" y="657"/>
                    <a:pt x="389" y="655"/>
                  </a:cubicBezTo>
                  <a:cubicBezTo>
                    <a:pt x="389" y="653"/>
                    <a:pt x="389" y="650"/>
                    <a:pt x="389" y="649"/>
                  </a:cubicBezTo>
                  <a:cubicBezTo>
                    <a:pt x="388" y="647"/>
                    <a:pt x="388" y="642"/>
                    <a:pt x="388" y="640"/>
                  </a:cubicBezTo>
                  <a:cubicBezTo>
                    <a:pt x="388" y="639"/>
                    <a:pt x="388" y="637"/>
                    <a:pt x="389" y="637"/>
                  </a:cubicBezTo>
                  <a:cubicBezTo>
                    <a:pt x="390" y="635"/>
                    <a:pt x="394" y="633"/>
                    <a:pt x="395" y="631"/>
                  </a:cubicBezTo>
                  <a:cubicBezTo>
                    <a:pt x="396" y="630"/>
                    <a:pt x="396" y="627"/>
                    <a:pt x="397" y="626"/>
                  </a:cubicBezTo>
                  <a:cubicBezTo>
                    <a:pt x="399" y="624"/>
                    <a:pt x="404" y="621"/>
                    <a:pt x="407" y="619"/>
                  </a:cubicBezTo>
                  <a:cubicBezTo>
                    <a:pt x="409" y="617"/>
                    <a:pt x="413" y="615"/>
                    <a:pt x="415" y="614"/>
                  </a:cubicBezTo>
                  <a:cubicBezTo>
                    <a:pt x="416" y="612"/>
                    <a:pt x="418" y="609"/>
                    <a:pt x="419" y="607"/>
                  </a:cubicBezTo>
                  <a:cubicBezTo>
                    <a:pt x="420" y="604"/>
                    <a:pt x="422" y="598"/>
                    <a:pt x="424" y="595"/>
                  </a:cubicBezTo>
                  <a:cubicBezTo>
                    <a:pt x="425" y="592"/>
                    <a:pt x="429" y="586"/>
                    <a:pt x="430" y="583"/>
                  </a:cubicBezTo>
                  <a:cubicBezTo>
                    <a:pt x="431" y="581"/>
                    <a:pt x="432" y="576"/>
                    <a:pt x="433" y="574"/>
                  </a:cubicBezTo>
                  <a:cubicBezTo>
                    <a:pt x="434" y="572"/>
                    <a:pt x="439" y="571"/>
                    <a:pt x="440" y="569"/>
                  </a:cubicBezTo>
                  <a:cubicBezTo>
                    <a:pt x="441" y="567"/>
                    <a:pt x="441" y="564"/>
                    <a:pt x="441" y="562"/>
                  </a:cubicBezTo>
                  <a:cubicBezTo>
                    <a:pt x="441" y="560"/>
                    <a:pt x="439" y="557"/>
                    <a:pt x="438" y="555"/>
                  </a:cubicBezTo>
                  <a:cubicBezTo>
                    <a:pt x="438" y="554"/>
                    <a:pt x="438" y="550"/>
                    <a:pt x="437" y="549"/>
                  </a:cubicBezTo>
                  <a:cubicBezTo>
                    <a:pt x="436" y="548"/>
                    <a:pt x="433" y="546"/>
                    <a:pt x="432" y="545"/>
                  </a:cubicBezTo>
                  <a:cubicBezTo>
                    <a:pt x="430" y="544"/>
                    <a:pt x="427" y="542"/>
                    <a:pt x="425" y="541"/>
                  </a:cubicBezTo>
                  <a:cubicBezTo>
                    <a:pt x="423" y="540"/>
                    <a:pt x="420" y="537"/>
                    <a:pt x="419" y="535"/>
                  </a:cubicBezTo>
                  <a:cubicBezTo>
                    <a:pt x="418" y="533"/>
                    <a:pt x="416" y="529"/>
                    <a:pt x="416" y="526"/>
                  </a:cubicBezTo>
                  <a:cubicBezTo>
                    <a:pt x="416" y="524"/>
                    <a:pt x="417" y="520"/>
                    <a:pt x="418" y="518"/>
                  </a:cubicBezTo>
                  <a:cubicBezTo>
                    <a:pt x="419" y="515"/>
                    <a:pt x="423" y="511"/>
                    <a:pt x="425" y="510"/>
                  </a:cubicBezTo>
                  <a:cubicBezTo>
                    <a:pt x="426" y="509"/>
                    <a:pt x="429" y="510"/>
                    <a:pt x="430" y="509"/>
                  </a:cubicBezTo>
                  <a:cubicBezTo>
                    <a:pt x="432" y="509"/>
                    <a:pt x="434" y="507"/>
                    <a:pt x="435" y="506"/>
                  </a:cubicBezTo>
                  <a:cubicBezTo>
                    <a:pt x="437" y="504"/>
                    <a:pt x="440" y="500"/>
                    <a:pt x="441" y="498"/>
                  </a:cubicBezTo>
                  <a:cubicBezTo>
                    <a:pt x="442" y="497"/>
                    <a:pt x="444" y="495"/>
                    <a:pt x="445" y="494"/>
                  </a:cubicBezTo>
                  <a:cubicBezTo>
                    <a:pt x="447" y="492"/>
                    <a:pt x="452" y="490"/>
                    <a:pt x="454" y="489"/>
                  </a:cubicBezTo>
                  <a:cubicBezTo>
                    <a:pt x="457" y="488"/>
                    <a:pt x="464" y="488"/>
                    <a:pt x="468" y="487"/>
                  </a:cubicBezTo>
                  <a:cubicBezTo>
                    <a:pt x="468" y="487"/>
                    <a:pt x="469" y="487"/>
                    <a:pt x="470" y="487"/>
                  </a:cubicBezTo>
                  <a:cubicBezTo>
                    <a:pt x="472" y="487"/>
                    <a:pt x="477" y="486"/>
                    <a:pt x="479" y="484"/>
                  </a:cubicBezTo>
                  <a:cubicBezTo>
                    <a:pt x="481" y="483"/>
                    <a:pt x="483" y="480"/>
                    <a:pt x="485" y="479"/>
                  </a:cubicBezTo>
                  <a:cubicBezTo>
                    <a:pt x="487" y="478"/>
                    <a:pt x="491" y="477"/>
                    <a:pt x="492" y="476"/>
                  </a:cubicBezTo>
                  <a:cubicBezTo>
                    <a:pt x="494" y="475"/>
                    <a:pt x="496" y="472"/>
                    <a:pt x="497" y="472"/>
                  </a:cubicBezTo>
                  <a:cubicBezTo>
                    <a:pt x="499" y="471"/>
                    <a:pt x="503" y="472"/>
                    <a:pt x="506" y="472"/>
                  </a:cubicBezTo>
                  <a:cubicBezTo>
                    <a:pt x="508" y="472"/>
                    <a:pt x="512" y="473"/>
                    <a:pt x="514" y="472"/>
                  </a:cubicBezTo>
                  <a:cubicBezTo>
                    <a:pt x="515" y="472"/>
                    <a:pt x="518" y="470"/>
                    <a:pt x="519" y="469"/>
                  </a:cubicBezTo>
                  <a:cubicBezTo>
                    <a:pt x="520" y="467"/>
                    <a:pt x="522" y="464"/>
                    <a:pt x="522" y="463"/>
                  </a:cubicBezTo>
                  <a:cubicBezTo>
                    <a:pt x="523" y="461"/>
                    <a:pt x="524" y="457"/>
                    <a:pt x="525" y="455"/>
                  </a:cubicBezTo>
                  <a:cubicBezTo>
                    <a:pt x="525" y="452"/>
                    <a:pt x="529" y="448"/>
                    <a:pt x="529" y="445"/>
                  </a:cubicBezTo>
                  <a:cubicBezTo>
                    <a:pt x="529" y="442"/>
                    <a:pt x="526" y="436"/>
                    <a:pt x="525" y="433"/>
                  </a:cubicBezTo>
                  <a:close/>
                  <a:moveTo>
                    <a:pt x="64" y="429"/>
                  </a:moveTo>
                  <a:cubicBezTo>
                    <a:pt x="63" y="430"/>
                    <a:pt x="63" y="434"/>
                    <a:pt x="62" y="435"/>
                  </a:cubicBezTo>
                  <a:cubicBezTo>
                    <a:pt x="61" y="436"/>
                    <a:pt x="58" y="437"/>
                    <a:pt x="57" y="438"/>
                  </a:cubicBezTo>
                  <a:cubicBezTo>
                    <a:pt x="57" y="439"/>
                    <a:pt x="57" y="441"/>
                    <a:pt x="56" y="442"/>
                  </a:cubicBezTo>
                  <a:cubicBezTo>
                    <a:pt x="55" y="443"/>
                    <a:pt x="53" y="445"/>
                    <a:pt x="52" y="445"/>
                  </a:cubicBezTo>
                  <a:cubicBezTo>
                    <a:pt x="50" y="446"/>
                    <a:pt x="46" y="446"/>
                    <a:pt x="45" y="445"/>
                  </a:cubicBezTo>
                  <a:cubicBezTo>
                    <a:pt x="44" y="444"/>
                    <a:pt x="44" y="441"/>
                    <a:pt x="43" y="441"/>
                  </a:cubicBezTo>
                  <a:cubicBezTo>
                    <a:pt x="42" y="439"/>
                    <a:pt x="38" y="439"/>
                    <a:pt x="36" y="438"/>
                  </a:cubicBezTo>
                  <a:cubicBezTo>
                    <a:pt x="35" y="437"/>
                    <a:pt x="34" y="435"/>
                    <a:pt x="33" y="434"/>
                  </a:cubicBezTo>
                  <a:cubicBezTo>
                    <a:pt x="33" y="432"/>
                    <a:pt x="33" y="428"/>
                    <a:pt x="34" y="427"/>
                  </a:cubicBezTo>
                  <a:cubicBezTo>
                    <a:pt x="35" y="425"/>
                    <a:pt x="40" y="425"/>
                    <a:pt x="42" y="423"/>
                  </a:cubicBezTo>
                  <a:cubicBezTo>
                    <a:pt x="43" y="422"/>
                    <a:pt x="44" y="419"/>
                    <a:pt x="45" y="418"/>
                  </a:cubicBezTo>
                  <a:cubicBezTo>
                    <a:pt x="45" y="417"/>
                    <a:pt x="46" y="414"/>
                    <a:pt x="47" y="413"/>
                  </a:cubicBezTo>
                  <a:cubicBezTo>
                    <a:pt x="48" y="412"/>
                    <a:pt x="50" y="411"/>
                    <a:pt x="51" y="411"/>
                  </a:cubicBezTo>
                  <a:cubicBezTo>
                    <a:pt x="53" y="411"/>
                    <a:pt x="58" y="412"/>
                    <a:pt x="59" y="414"/>
                  </a:cubicBezTo>
                  <a:cubicBezTo>
                    <a:pt x="60" y="415"/>
                    <a:pt x="60" y="417"/>
                    <a:pt x="60" y="418"/>
                  </a:cubicBezTo>
                  <a:cubicBezTo>
                    <a:pt x="61" y="420"/>
                    <a:pt x="64" y="422"/>
                    <a:pt x="64" y="423"/>
                  </a:cubicBezTo>
                  <a:cubicBezTo>
                    <a:pt x="65" y="424"/>
                    <a:pt x="64" y="427"/>
                    <a:pt x="64" y="4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21" name="Group 279"/>
          <p:cNvGrpSpPr/>
          <p:nvPr/>
        </p:nvGrpSpPr>
        <p:grpSpPr>
          <a:xfrm>
            <a:off x="3072645" y="5100470"/>
            <a:ext cx="241646" cy="241646"/>
            <a:chOff x="846989" y="1401020"/>
            <a:chExt cx="877416" cy="877416"/>
          </a:xfrm>
          <a:effectLst/>
        </p:grpSpPr>
        <p:sp>
          <p:nvSpPr>
            <p:cNvPr id="522" name="Teardrop 521"/>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23" name="Oval 52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24" name="Group 279"/>
          <p:cNvGrpSpPr/>
          <p:nvPr/>
        </p:nvGrpSpPr>
        <p:grpSpPr>
          <a:xfrm>
            <a:off x="1807011" y="3150535"/>
            <a:ext cx="241646" cy="241646"/>
            <a:chOff x="846989" y="1401020"/>
            <a:chExt cx="877416" cy="877416"/>
          </a:xfrm>
          <a:effectLst/>
        </p:grpSpPr>
        <p:sp>
          <p:nvSpPr>
            <p:cNvPr id="525" name="Teardrop 524"/>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26" name="Oval 52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27" name="Group 279"/>
          <p:cNvGrpSpPr/>
          <p:nvPr/>
        </p:nvGrpSpPr>
        <p:grpSpPr>
          <a:xfrm>
            <a:off x="1231878" y="2649836"/>
            <a:ext cx="241646" cy="241646"/>
            <a:chOff x="846989" y="1401020"/>
            <a:chExt cx="877416" cy="877416"/>
          </a:xfrm>
          <a:effectLst/>
        </p:grpSpPr>
        <p:sp>
          <p:nvSpPr>
            <p:cNvPr id="528" name="Teardrop 527"/>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29" name="Oval 52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30" name="Group 279"/>
          <p:cNvGrpSpPr/>
          <p:nvPr/>
        </p:nvGrpSpPr>
        <p:grpSpPr>
          <a:xfrm>
            <a:off x="2458102" y="3987213"/>
            <a:ext cx="241646" cy="241646"/>
            <a:chOff x="846989" y="1401020"/>
            <a:chExt cx="877416" cy="877416"/>
          </a:xfrm>
          <a:effectLst/>
        </p:grpSpPr>
        <p:sp>
          <p:nvSpPr>
            <p:cNvPr id="531" name="Teardrop 530"/>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32" name="Oval 53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33" name="Group 279"/>
          <p:cNvGrpSpPr/>
          <p:nvPr/>
        </p:nvGrpSpPr>
        <p:grpSpPr>
          <a:xfrm>
            <a:off x="2523145" y="3362360"/>
            <a:ext cx="241646" cy="241646"/>
            <a:chOff x="846989" y="1401020"/>
            <a:chExt cx="877416" cy="877416"/>
          </a:xfrm>
          <a:effectLst/>
        </p:grpSpPr>
        <p:sp>
          <p:nvSpPr>
            <p:cNvPr id="534" name="Teardrop 533"/>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35" name="Oval 53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36" name="Group 279"/>
          <p:cNvGrpSpPr/>
          <p:nvPr/>
        </p:nvGrpSpPr>
        <p:grpSpPr>
          <a:xfrm>
            <a:off x="3165373" y="4230109"/>
            <a:ext cx="241646" cy="241646"/>
            <a:chOff x="846989" y="1401020"/>
            <a:chExt cx="877416" cy="877416"/>
          </a:xfrm>
          <a:effectLst/>
        </p:grpSpPr>
        <p:sp>
          <p:nvSpPr>
            <p:cNvPr id="537" name="Teardrop 536"/>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38" name="Oval 53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39" name="Group 279"/>
          <p:cNvGrpSpPr/>
          <p:nvPr/>
        </p:nvGrpSpPr>
        <p:grpSpPr>
          <a:xfrm>
            <a:off x="1315667" y="3544350"/>
            <a:ext cx="241646" cy="241646"/>
            <a:chOff x="846989" y="1401020"/>
            <a:chExt cx="877416" cy="877416"/>
          </a:xfrm>
          <a:effectLst/>
        </p:grpSpPr>
        <p:sp>
          <p:nvSpPr>
            <p:cNvPr id="540" name="Teardrop 539"/>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41" name="Oval 54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42" name="Group 279"/>
          <p:cNvGrpSpPr/>
          <p:nvPr/>
        </p:nvGrpSpPr>
        <p:grpSpPr>
          <a:xfrm>
            <a:off x="1566916" y="4889772"/>
            <a:ext cx="241646" cy="241646"/>
            <a:chOff x="846989" y="1401020"/>
            <a:chExt cx="877416" cy="877416"/>
          </a:xfrm>
          <a:effectLst/>
        </p:grpSpPr>
        <p:sp>
          <p:nvSpPr>
            <p:cNvPr id="543" name="Teardrop 542"/>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44" name="Oval 54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45" name="Group 279"/>
          <p:cNvGrpSpPr/>
          <p:nvPr/>
        </p:nvGrpSpPr>
        <p:grpSpPr>
          <a:xfrm>
            <a:off x="1338280" y="4329642"/>
            <a:ext cx="241646" cy="241646"/>
            <a:chOff x="846989" y="1401020"/>
            <a:chExt cx="877416" cy="877416"/>
          </a:xfrm>
          <a:effectLst/>
        </p:grpSpPr>
        <p:sp>
          <p:nvSpPr>
            <p:cNvPr id="546" name="Teardrop 545"/>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47" name="Oval 54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48" name="Group 279"/>
          <p:cNvGrpSpPr/>
          <p:nvPr/>
        </p:nvGrpSpPr>
        <p:grpSpPr>
          <a:xfrm>
            <a:off x="2360636" y="4584407"/>
            <a:ext cx="241646" cy="241646"/>
            <a:chOff x="846989" y="1401020"/>
            <a:chExt cx="877416" cy="877416"/>
          </a:xfrm>
          <a:effectLst/>
        </p:grpSpPr>
        <p:sp>
          <p:nvSpPr>
            <p:cNvPr id="549" name="Teardrop 54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50" name="Oval 54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51" name="Group 279"/>
          <p:cNvGrpSpPr/>
          <p:nvPr/>
        </p:nvGrpSpPr>
        <p:grpSpPr>
          <a:xfrm>
            <a:off x="2099339" y="2758562"/>
            <a:ext cx="241646" cy="241646"/>
            <a:chOff x="846989" y="1401020"/>
            <a:chExt cx="877416" cy="877416"/>
          </a:xfrm>
          <a:effectLst/>
        </p:grpSpPr>
        <p:sp>
          <p:nvSpPr>
            <p:cNvPr id="552" name="Teardrop 551"/>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53" name="Oval 55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554" name="Group 70"/>
          <p:cNvGrpSpPr/>
          <p:nvPr/>
        </p:nvGrpSpPr>
        <p:grpSpPr>
          <a:xfrm>
            <a:off x="1209703" y="5775324"/>
            <a:ext cx="6724594" cy="201168"/>
            <a:chOff x="1028811" y="4267200"/>
            <a:chExt cx="6724594" cy="201168"/>
          </a:xfrm>
        </p:grpSpPr>
        <p:grpSp>
          <p:nvGrpSpPr>
            <p:cNvPr id="555" name="Group 50"/>
            <p:cNvGrpSpPr/>
            <p:nvPr/>
          </p:nvGrpSpPr>
          <p:grpSpPr>
            <a:xfrm>
              <a:off x="1028811" y="4267200"/>
              <a:ext cx="1008726" cy="201168"/>
              <a:chOff x="2221306" y="3914656"/>
              <a:chExt cx="1008726" cy="201168"/>
            </a:xfrm>
          </p:grpSpPr>
          <p:sp>
            <p:nvSpPr>
              <p:cNvPr id="570" name="TextBox 569"/>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571" name="Oval 570"/>
              <p:cNvSpPr>
                <a:spLocks noChangeAspect="1"/>
              </p:cNvSpPr>
              <p:nvPr/>
            </p:nvSpPr>
            <p:spPr>
              <a:xfrm>
                <a:off x="2221306" y="3914656"/>
                <a:ext cx="207097" cy="2011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56" name="Group 50"/>
            <p:cNvGrpSpPr/>
            <p:nvPr/>
          </p:nvGrpSpPr>
          <p:grpSpPr>
            <a:xfrm>
              <a:off x="2176777" y="4267200"/>
              <a:ext cx="1008726" cy="201168"/>
              <a:chOff x="2221306" y="3914656"/>
              <a:chExt cx="1008726" cy="201168"/>
            </a:xfrm>
          </p:grpSpPr>
          <p:sp>
            <p:nvSpPr>
              <p:cNvPr id="568" name="TextBox 567"/>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569" name="Oval 568"/>
              <p:cNvSpPr>
                <a:spLocks noChangeAspect="1"/>
              </p:cNvSpPr>
              <p:nvPr/>
            </p:nvSpPr>
            <p:spPr>
              <a:xfrm>
                <a:off x="2221306" y="3914656"/>
                <a:ext cx="207097" cy="2011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57" name="Group 50"/>
            <p:cNvGrpSpPr/>
            <p:nvPr/>
          </p:nvGrpSpPr>
          <p:grpSpPr>
            <a:xfrm>
              <a:off x="3324743" y="4267200"/>
              <a:ext cx="1008726" cy="201168"/>
              <a:chOff x="2221306" y="3914656"/>
              <a:chExt cx="1008726" cy="201168"/>
            </a:xfrm>
          </p:grpSpPr>
          <p:sp>
            <p:nvSpPr>
              <p:cNvPr id="566" name="TextBox 565"/>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567" name="Oval 566"/>
              <p:cNvSpPr>
                <a:spLocks noChangeAspect="1"/>
              </p:cNvSpPr>
              <p:nvPr/>
            </p:nvSpPr>
            <p:spPr>
              <a:xfrm>
                <a:off x="2221306" y="3914656"/>
                <a:ext cx="207097" cy="2011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58" name="Group 50"/>
            <p:cNvGrpSpPr/>
            <p:nvPr/>
          </p:nvGrpSpPr>
          <p:grpSpPr>
            <a:xfrm>
              <a:off x="4472709" y="4267200"/>
              <a:ext cx="1008726" cy="201168"/>
              <a:chOff x="2221306" y="3914656"/>
              <a:chExt cx="1008726" cy="201168"/>
            </a:xfrm>
          </p:grpSpPr>
          <p:sp>
            <p:nvSpPr>
              <p:cNvPr id="564" name="TextBox 563"/>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565" name="Oval 564"/>
              <p:cNvSpPr>
                <a:spLocks noChangeAspect="1"/>
              </p:cNvSpPr>
              <p:nvPr/>
            </p:nvSpPr>
            <p:spPr>
              <a:xfrm>
                <a:off x="2221306" y="3914656"/>
                <a:ext cx="207097" cy="2011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59" name="Group 50"/>
            <p:cNvGrpSpPr/>
            <p:nvPr/>
          </p:nvGrpSpPr>
          <p:grpSpPr>
            <a:xfrm>
              <a:off x="5620674" y="4267200"/>
              <a:ext cx="2132731" cy="201168"/>
              <a:chOff x="2221306" y="3914656"/>
              <a:chExt cx="2132731" cy="201168"/>
            </a:xfrm>
          </p:grpSpPr>
          <p:sp>
            <p:nvSpPr>
              <p:cNvPr id="560" name="TextBox 559"/>
              <p:cNvSpPr txBox="1"/>
              <p:nvPr/>
            </p:nvSpPr>
            <p:spPr>
              <a:xfrm>
                <a:off x="2463797"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561" name="Oval 560"/>
              <p:cNvSpPr>
                <a:spLocks noChangeAspect="1"/>
              </p:cNvSpPr>
              <p:nvPr/>
            </p:nvSpPr>
            <p:spPr>
              <a:xfrm>
                <a:off x="2221306" y="3914656"/>
                <a:ext cx="207097" cy="2011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2" name="TextBox 561"/>
              <p:cNvSpPr txBox="1"/>
              <p:nvPr/>
            </p:nvSpPr>
            <p:spPr>
              <a:xfrm>
                <a:off x="3587802" y="3938296"/>
                <a:ext cx="766235" cy="153888"/>
              </a:xfrm>
              <a:prstGeom prst="rect">
                <a:avLst/>
              </a:prstGeom>
              <a:noFill/>
            </p:spPr>
            <p:txBody>
              <a:bodyPr wrap="none" lIns="0" tIns="0" rIns="0" bIns="0" rtlCol="0" anchor="t">
                <a:spAutoFit/>
              </a:bodyPr>
              <a:lstStyle/>
              <a:p>
                <a:r>
                  <a:rPr lang="en-US" sz="1000" b="1" dirty="0">
                    <a:solidFill>
                      <a:schemeClr val="tx1">
                        <a:lumMod val="50000"/>
                        <a:lumOff val="50000"/>
                      </a:schemeClr>
                    </a:solidFill>
                  </a:rPr>
                  <a:t>Text Goes Here</a:t>
                </a:r>
              </a:p>
            </p:txBody>
          </p:sp>
          <p:sp>
            <p:nvSpPr>
              <p:cNvPr id="563" name="Oval 562"/>
              <p:cNvSpPr>
                <a:spLocks noChangeAspect="1"/>
              </p:cNvSpPr>
              <p:nvPr/>
            </p:nvSpPr>
            <p:spPr>
              <a:xfrm>
                <a:off x="3345311" y="3914656"/>
                <a:ext cx="207097" cy="20116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572" name="Round Same Side Corner Rectangle 571"/>
          <p:cNvSpPr/>
          <p:nvPr/>
        </p:nvSpPr>
        <p:spPr>
          <a:xfrm>
            <a:off x="5053937" y="2732531"/>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3" name="Round Same Side Corner Rectangle 572"/>
          <p:cNvSpPr/>
          <p:nvPr/>
        </p:nvSpPr>
        <p:spPr>
          <a:xfrm>
            <a:off x="5630009" y="2732531"/>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4" name="Round Same Side Corner Rectangle 573"/>
          <p:cNvSpPr/>
          <p:nvPr/>
        </p:nvSpPr>
        <p:spPr>
          <a:xfrm>
            <a:off x="6206081" y="2732531"/>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5" name="Round Same Side Corner Rectangle 574"/>
          <p:cNvSpPr/>
          <p:nvPr/>
        </p:nvSpPr>
        <p:spPr>
          <a:xfrm>
            <a:off x="6782153" y="2732531"/>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6" name="Round Same Side Corner Rectangle 575"/>
          <p:cNvSpPr/>
          <p:nvPr/>
        </p:nvSpPr>
        <p:spPr>
          <a:xfrm>
            <a:off x="7358225" y="2732531"/>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7" name="Round Same Side Corner Rectangle 576"/>
          <p:cNvSpPr/>
          <p:nvPr/>
        </p:nvSpPr>
        <p:spPr>
          <a:xfrm>
            <a:off x="7934297" y="2732531"/>
            <a:ext cx="381000" cy="2362200"/>
          </a:xfrm>
          <a:prstGeom prst="round2SameRect">
            <a:avLst>
              <a:gd name="adj1" fmla="val 50000"/>
              <a:gd name="adj2" fmla="val 0"/>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78" name="Group 117"/>
          <p:cNvGrpSpPr/>
          <p:nvPr/>
        </p:nvGrpSpPr>
        <p:grpSpPr>
          <a:xfrm>
            <a:off x="5001199" y="5270946"/>
            <a:ext cx="3387661" cy="326350"/>
            <a:chOff x="4747862" y="3954465"/>
            <a:chExt cx="3387661" cy="326350"/>
          </a:xfrm>
        </p:grpSpPr>
        <p:cxnSp>
          <p:nvCxnSpPr>
            <p:cNvPr id="579" name="Straight Connector 578"/>
            <p:cNvCxnSpPr/>
            <p:nvPr/>
          </p:nvCxnSpPr>
          <p:spPr>
            <a:xfrm>
              <a:off x="4800600" y="4004858"/>
              <a:ext cx="3261360" cy="1588"/>
            </a:xfrm>
            <a:prstGeom prst="line">
              <a:avLst/>
            </a:prstGeom>
            <a:ln w="12700">
              <a:solidFill>
                <a:schemeClr val="tx1">
                  <a:lumMod val="25000"/>
                  <a:lumOff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80" name="Oval 579"/>
            <p:cNvSpPr/>
            <p:nvPr/>
          </p:nvSpPr>
          <p:spPr>
            <a:xfrm>
              <a:off x="4943044" y="3954465"/>
              <a:ext cx="96113" cy="961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1" name="Oval 580"/>
            <p:cNvSpPr/>
            <p:nvPr/>
          </p:nvSpPr>
          <p:spPr>
            <a:xfrm>
              <a:off x="5519116" y="3954465"/>
              <a:ext cx="96113" cy="961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Oval 581"/>
            <p:cNvSpPr/>
            <p:nvPr/>
          </p:nvSpPr>
          <p:spPr>
            <a:xfrm>
              <a:off x="6095188" y="3954465"/>
              <a:ext cx="96113" cy="961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Oval 582"/>
            <p:cNvSpPr/>
            <p:nvPr/>
          </p:nvSpPr>
          <p:spPr>
            <a:xfrm>
              <a:off x="6671260" y="3954465"/>
              <a:ext cx="96113" cy="961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Oval 583"/>
            <p:cNvSpPr/>
            <p:nvPr/>
          </p:nvSpPr>
          <p:spPr>
            <a:xfrm>
              <a:off x="7247332" y="3954465"/>
              <a:ext cx="96113" cy="961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5" name="Oval 584"/>
            <p:cNvSpPr/>
            <p:nvPr/>
          </p:nvSpPr>
          <p:spPr>
            <a:xfrm>
              <a:off x="7823404" y="3954465"/>
              <a:ext cx="96113" cy="961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6" name="Text Placeholder 3"/>
            <p:cNvSpPr txBox="1">
              <a:spLocks/>
            </p:cNvSpPr>
            <p:nvPr/>
          </p:nvSpPr>
          <p:spPr>
            <a:xfrm>
              <a:off x="4747862"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2002</a:t>
              </a:r>
            </a:p>
          </p:txBody>
        </p:sp>
        <p:sp>
          <p:nvSpPr>
            <p:cNvPr id="587" name="Text Placeholder 3"/>
            <p:cNvSpPr txBox="1">
              <a:spLocks/>
            </p:cNvSpPr>
            <p:nvPr/>
          </p:nvSpPr>
          <p:spPr>
            <a:xfrm>
              <a:off x="5324931"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2008</a:t>
              </a:r>
            </a:p>
          </p:txBody>
        </p:sp>
        <p:sp>
          <p:nvSpPr>
            <p:cNvPr id="588" name="Text Placeholder 3"/>
            <p:cNvSpPr txBox="1">
              <a:spLocks/>
            </p:cNvSpPr>
            <p:nvPr/>
          </p:nvSpPr>
          <p:spPr>
            <a:xfrm>
              <a:off x="5902000"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2010</a:t>
              </a:r>
            </a:p>
          </p:txBody>
        </p:sp>
        <p:sp>
          <p:nvSpPr>
            <p:cNvPr id="589" name="Text Placeholder 3"/>
            <p:cNvSpPr txBox="1">
              <a:spLocks/>
            </p:cNvSpPr>
            <p:nvPr/>
          </p:nvSpPr>
          <p:spPr>
            <a:xfrm>
              <a:off x="6479069"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2012</a:t>
              </a:r>
            </a:p>
          </p:txBody>
        </p:sp>
        <p:sp>
          <p:nvSpPr>
            <p:cNvPr id="590" name="Text Placeholder 3"/>
            <p:cNvSpPr txBox="1">
              <a:spLocks/>
            </p:cNvSpPr>
            <p:nvPr/>
          </p:nvSpPr>
          <p:spPr>
            <a:xfrm>
              <a:off x="7056138"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2014</a:t>
              </a:r>
            </a:p>
          </p:txBody>
        </p:sp>
        <p:sp>
          <p:nvSpPr>
            <p:cNvPr id="591" name="Text Placeholder 3"/>
            <p:cNvSpPr txBox="1">
              <a:spLocks/>
            </p:cNvSpPr>
            <p:nvPr/>
          </p:nvSpPr>
          <p:spPr>
            <a:xfrm>
              <a:off x="7633205" y="4111538"/>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65000"/>
                    </a:schemeClr>
                  </a:solidFill>
                  <a:effectLst/>
                  <a:uLnTx/>
                  <a:uFillTx/>
                  <a:latin typeface="+mn-lt"/>
                  <a:ea typeface="+mn-ea"/>
                  <a:cs typeface="+mn-cs"/>
                </a:rPr>
                <a:t>2015</a:t>
              </a:r>
            </a:p>
          </p:txBody>
        </p:sp>
      </p:grpSp>
      <p:grpSp>
        <p:nvGrpSpPr>
          <p:cNvPr id="592" name="Group 116"/>
          <p:cNvGrpSpPr/>
          <p:nvPr/>
        </p:nvGrpSpPr>
        <p:grpSpPr>
          <a:xfrm>
            <a:off x="5001199" y="4292917"/>
            <a:ext cx="502318" cy="801814"/>
            <a:chOff x="4747862" y="2976436"/>
            <a:chExt cx="502318" cy="801814"/>
          </a:xfrm>
        </p:grpSpPr>
        <p:sp>
          <p:nvSpPr>
            <p:cNvPr id="593" name="Round Same Side Corner Rectangle 592"/>
            <p:cNvSpPr/>
            <p:nvPr/>
          </p:nvSpPr>
          <p:spPr>
            <a:xfrm>
              <a:off x="4800600" y="2976436"/>
              <a:ext cx="381000" cy="80181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4" name="Text Placeholder 3"/>
            <p:cNvSpPr txBox="1">
              <a:spLocks/>
            </p:cNvSpPr>
            <p:nvPr/>
          </p:nvSpPr>
          <p:spPr>
            <a:xfrm>
              <a:off x="4747862" y="311531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grpSp>
        <p:nvGrpSpPr>
          <p:cNvPr id="595" name="Group 115"/>
          <p:cNvGrpSpPr/>
          <p:nvPr/>
        </p:nvGrpSpPr>
        <p:grpSpPr>
          <a:xfrm>
            <a:off x="5568743" y="3646931"/>
            <a:ext cx="502318" cy="1447800"/>
            <a:chOff x="5315406" y="2330450"/>
            <a:chExt cx="502318" cy="1447800"/>
          </a:xfrm>
        </p:grpSpPr>
        <p:sp>
          <p:nvSpPr>
            <p:cNvPr id="596" name="Round Same Side Corner Rectangle 595"/>
            <p:cNvSpPr/>
            <p:nvPr/>
          </p:nvSpPr>
          <p:spPr>
            <a:xfrm>
              <a:off x="5376672" y="2330450"/>
              <a:ext cx="381000" cy="1447800"/>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7" name="Text Placeholder 3"/>
            <p:cNvSpPr txBox="1">
              <a:spLocks/>
            </p:cNvSpPr>
            <p:nvPr/>
          </p:nvSpPr>
          <p:spPr>
            <a:xfrm>
              <a:off x="5315406" y="2469515"/>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598" name="Group 114"/>
          <p:cNvGrpSpPr/>
          <p:nvPr/>
        </p:nvGrpSpPr>
        <p:grpSpPr>
          <a:xfrm>
            <a:off x="6155337" y="3342131"/>
            <a:ext cx="502318" cy="1752600"/>
            <a:chOff x="5902000" y="2025650"/>
            <a:chExt cx="502318" cy="1752600"/>
          </a:xfrm>
        </p:grpSpPr>
        <p:sp>
          <p:nvSpPr>
            <p:cNvPr id="599" name="Round Same Side Corner Rectangle 598"/>
            <p:cNvSpPr/>
            <p:nvPr/>
          </p:nvSpPr>
          <p:spPr>
            <a:xfrm>
              <a:off x="5952744" y="2025650"/>
              <a:ext cx="381000" cy="1752600"/>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Text Placeholder 3"/>
            <p:cNvSpPr txBox="1">
              <a:spLocks/>
            </p:cNvSpPr>
            <p:nvPr/>
          </p:nvSpPr>
          <p:spPr>
            <a:xfrm>
              <a:off x="5902000" y="21780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70%</a:t>
              </a:r>
            </a:p>
          </p:txBody>
        </p:sp>
      </p:grpSp>
      <p:grpSp>
        <p:nvGrpSpPr>
          <p:cNvPr id="601" name="Group 113"/>
          <p:cNvGrpSpPr/>
          <p:nvPr/>
        </p:nvGrpSpPr>
        <p:grpSpPr>
          <a:xfrm>
            <a:off x="6714434" y="2732531"/>
            <a:ext cx="502318" cy="2362200"/>
            <a:chOff x="6472719" y="1143722"/>
            <a:chExt cx="502318" cy="2362200"/>
          </a:xfrm>
        </p:grpSpPr>
        <p:sp>
          <p:nvSpPr>
            <p:cNvPr id="602" name="Round Same Side Corner Rectangle 601"/>
            <p:cNvSpPr/>
            <p:nvPr/>
          </p:nvSpPr>
          <p:spPr>
            <a:xfrm>
              <a:off x="6533378" y="1143722"/>
              <a:ext cx="381000" cy="2362200"/>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3" name="Text Placeholder 3"/>
            <p:cNvSpPr txBox="1">
              <a:spLocks/>
            </p:cNvSpPr>
            <p:nvPr/>
          </p:nvSpPr>
          <p:spPr>
            <a:xfrm>
              <a:off x="6472719" y="15684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100%</a:t>
              </a:r>
            </a:p>
          </p:txBody>
        </p:sp>
      </p:grpSp>
      <p:grpSp>
        <p:nvGrpSpPr>
          <p:cNvPr id="604" name="Group 112"/>
          <p:cNvGrpSpPr/>
          <p:nvPr/>
        </p:nvGrpSpPr>
        <p:grpSpPr>
          <a:xfrm>
            <a:off x="7294819" y="3978758"/>
            <a:ext cx="502318" cy="1115973"/>
            <a:chOff x="7041482" y="2662277"/>
            <a:chExt cx="502318" cy="1115973"/>
          </a:xfrm>
        </p:grpSpPr>
        <p:sp>
          <p:nvSpPr>
            <p:cNvPr id="605" name="Round Same Side Corner Rectangle 604"/>
            <p:cNvSpPr/>
            <p:nvPr/>
          </p:nvSpPr>
          <p:spPr>
            <a:xfrm>
              <a:off x="7104888" y="2662277"/>
              <a:ext cx="381000" cy="1115973"/>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Text Placeholder 3"/>
            <p:cNvSpPr txBox="1">
              <a:spLocks/>
            </p:cNvSpPr>
            <p:nvPr/>
          </p:nvSpPr>
          <p:spPr>
            <a:xfrm>
              <a:off x="7041482" y="2787650"/>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30%</a:t>
              </a:r>
            </a:p>
          </p:txBody>
        </p:sp>
      </p:grpSp>
      <p:grpSp>
        <p:nvGrpSpPr>
          <p:cNvPr id="607" name="Group 111"/>
          <p:cNvGrpSpPr/>
          <p:nvPr/>
        </p:nvGrpSpPr>
        <p:grpSpPr>
          <a:xfrm>
            <a:off x="7886542" y="3646931"/>
            <a:ext cx="502318" cy="1447800"/>
            <a:chOff x="7633205" y="2330450"/>
            <a:chExt cx="502318" cy="1447800"/>
          </a:xfrm>
        </p:grpSpPr>
        <p:sp>
          <p:nvSpPr>
            <p:cNvPr id="608" name="Round Same Side Corner Rectangle 607"/>
            <p:cNvSpPr/>
            <p:nvPr/>
          </p:nvSpPr>
          <p:spPr>
            <a:xfrm>
              <a:off x="7680960" y="2330450"/>
              <a:ext cx="381000" cy="1447800"/>
            </a:xfrm>
            <a:prstGeom prst="round2SameRect">
              <a:avLst>
                <a:gd name="adj1" fmla="val 50000"/>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Text Placeholder 3"/>
            <p:cNvSpPr txBox="1">
              <a:spLocks/>
            </p:cNvSpPr>
            <p:nvPr/>
          </p:nvSpPr>
          <p:spPr>
            <a:xfrm>
              <a:off x="7633205" y="2492999"/>
              <a:ext cx="502318" cy="169277"/>
            </a:xfrm>
            <a:prstGeom prst="rect">
              <a:avLst/>
            </a:prstGeom>
          </p:spPr>
          <p:txBody>
            <a:bodyPr wrap="square" lIns="0" tIns="0" rIns="0" bIns="0" anchor="b">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65%</a:t>
              </a:r>
            </a:p>
          </p:txBody>
        </p:sp>
      </p:grpSp>
    </p:spTree>
    <p:extLst>
      <p:ext uri="{BB962C8B-B14F-4D97-AF65-F5344CB8AC3E}">
        <p14:creationId xmlns:p14="http://schemas.microsoft.com/office/powerpoint/2010/main" val="3623004850"/>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06"/>
                                        </p:tgtEl>
                                        <p:attrNameLst>
                                          <p:attrName>style.visibility</p:attrName>
                                        </p:attrNameLst>
                                      </p:cBhvr>
                                      <p:to>
                                        <p:strVal val="visible"/>
                                      </p:to>
                                    </p:set>
                                    <p:anim calcmode="lin" valueType="num">
                                      <p:cBhvr>
                                        <p:cTn id="7" dur="500" fill="hold"/>
                                        <p:tgtEl>
                                          <p:spTgt spid="206"/>
                                        </p:tgtEl>
                                        <p:attrNameLst>
                                          <p:attrName>ppt_w</p:attrName>
                                        </p:attrNameLst>
                                      </p:cBhvr>
                                      <p:tavLst>
                                        <p:tav tm="0">
                                          <p:val>
                                            <p:fltVal val="0"/>
                                          </p:val>
                                        </p:tav>
                                        <p:tav tm="100000">
                                          <p:val>
                                            <p:strVal val="#ppt_w"/>
                                          </p:val>
                                        </p:tav>
                                      </p:tavLst>
                                    </p:anim>
                                    <p:anim calcmode="lin" valueType="num">
                                      <p:cBhvr>
                                        <p:cTn id="8" dur="500" fill="hold"/>
                                        <p:tgtEl>
                                          <p:spTgt spid="206"/>
                                        </p:tgtEl>
                                        <p:attrNameLst>
                                          <p:attrName>ppt_h</p:attrName>
                                        </p:attrNameLst>
                                      </p:cBhvr>
                                      <p:tavLst>
                                        <p:tav tm="0">
                                          <p:val>
                                            <p:fltVal val="0"/>
                                          </p:val>
                                        </p:tav>
                                        <p:tav tm="100000">
                                          <p:val>
                                            <p:strVal val="#ppt_h"/>
                                          </p:val>
                                        </p:tav>
                                      </p:tavLst>
                                    </p:anim>
                                    <p:animEffect transition="in" filter="fade">
                                      <p:cBhvr>
                                        <p:cTn id="9" dur="500"/>
                                        <p:tgtEl>
                                          <p:spTgt spid="206"/>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521"/>
                                        </p:tgtEl>
                                        <p:attrNameLst>
                                          <p:attrName>style.visibility</p:attrName>
                                        </p:attrNameLst>
                                      </p:cBhvr>
                                      <p:to>
                                        <p:strVal val="visible"/>
                                      </p:to>
                                    </p:set>
                                    <p:anim calcmode="lin" valueType="num">
                                      <p:cBhvr additive="base">
                                        <p:cTn id="13" dur="500" fill="hold"/>
                                        <p:tgtEl>
                                          <p:spTgt spid="521"/>
                                        </p:tgtEl>
                                        <p:attrNameLst>
                                          <p:attrName>ppt_x</p:attrName>
                                        </p:attrNameLst>
                                      </p:cBhvr>
                                      <p:tavLst>
                                        <p:tav tm="0">
                                          <p:val>
                                            <p:strVal val="#ppt_x"/>
                                          </p:val>
                                        </p:tav>
                                        <p:tav tm="100000">
                                          <p:val>
                                            <p:strVal val="#ppt_x"/>
                                          </p:val>
                                        </p:tav>
                                      </p:tavLst>
                                    </p:anim>
                                    <p:anim calcmode="lin" valueType="num">
                                      <p:cBhvr additive="base">
                                        <p:cTn id="14" dur="500" fill="hold"/>
                                        <p:tgtEl>
                                          <p:spTgt spid="521"/>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524"/>
                                        </p:tgtEl>
                                        <p:attrNameLst>
                                          <p:attrName>style.visibility</p:attrName>
                                        </p:attrNameLst>
                                      </p:cBhvr>
                                      <p:to>
                                        <p:strVal val="visible"/>
                                      </p:to>
                                    </p:set>
                                    <p:anim calcmode="lin" valueType="num">
                                      <p:cBhvr additive="base">
                                        <p:cTn id="18" dur="500" fill="hold"/>
                                        <p:tgtEl>
                                          <p:spTgt spid="524"/>
                                        </p:tgtEl>
                                        <p:attrNameLst>
                                          <p:attrName>ppt_x</p:attrName>
                                        </p:attrNameLst>
                                      </p:cBhvr>
                                      <p:tavLst>
                                        <p:tav tm="0">
                                          <p:val>
                                            <p:strVal val="#ppt_x"/>
                                          </p:val>
                                        </p:tav>
                                        <p:tav tm="100000">
                                          <p:val>
                                            <p:strVal val="#ppt_x"/>
                                          </p:val>
                                        </p:tav>
                                      </p:tavLst>
                                    </p:anim>
                                    <p:anim calcmode="lin" valueType="num">
                                      <p:cBhvr additive="base">
                                        <p:cTn id="19" dur="500" fill="hold"/>
                                        <p:tgtEl>
                                          <p:spTgt spid="524"/>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527"/>
                                        </p:tgtEl>
                                        <p:attrNameLst>
                                          <p:attrName>style.visibility</p:attrName>
                                        </p:attrNameLst>
                                      </p:cBhvr>
                                      <p:to>
                                        <p:strVal val="visible"/>
                                      </p:to>
                                    </p:set>
                                    <p:anim calcmode="lin" valueType="num">
                                      <p:cBhvr additive="base">
                                        <p:cTn id="23" dur="500" fill="hold"/>
                                        <p:tgtEl>
                                          <p:spTgt spid="527"/>
                                        </p:tgtEl>
                                        <p:attrNameLst>
                                          <p:attrName>ppt_x</p:attrName>
                                        </p:attrNameLst>
                                      </p:cBhvr>
                                      <p:tavLst>
                                        <p:tav tm="0">
                                          <p:val>
                                            <p:strVal val="#ppt_x"/>
                                          </p:val>
                                        </p:tav>
                                        <p:tav tm="100000">
                                          <p:val>
                                            <p:strVal val="#ppt_x"/>
                                          </p:val>
                                        </p:tav>
                                      </p:tavLst>
                                    </p:anim>
                                    <p:anim calcmode="lin" valueType="num">
                                      <p:cBhvr additive="base">
                                        <p:cTn id="24" dur="500" fill="hold"/>
                                        <p:tgtEl>
                                          <p:spTgt spid="527"/>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530"/>
                                        </p:tgtEl>
                                        <p:attrNameLst>
                                          <p:attrName>style.visibility</p:attrName>
                                        </p:attrNameLst>
                                      </p:cBhvr>
                                      <p:to>
                                        <p:strVal val="visible"/>
                                      </p:to>
                                    </p:set>
                                    <p:anim calcmode="lin" valueType="num">
                                      <p:cBhvr additive="base">
                                        <p:cTn id="28" dur="500" fill="hold"/>
                                        <p:tgtEl>
                                          <p:spTgt spid="530"/>
                                        </p:tgtEl>
                                        <p:attrNameLst>
                                          <p:attrName>ppt_x</p:attrName>
                                        </p:attrNameLst>
                                      </p:cBhvr>
                                      <p:tavLst>
                                        <p:tav tm="0">
                                          <p:val>
                                            <p:strVal val="#ppt_x"/>
                                          </p:val>
                                        </p:tav>
                                        <p:tav tm="100000">
                                          <p:val>
                                            <p:strVal val="#ppt_x"/>
                                          </p:val>
                                        </p:tav>
                                      </p:tavLst>
                                    </p:anim>
                                    <p:anim calcmode="lin" valueType="num">
                                      <p:cBhvr additive="base">
                                        <p:cTn id="29" dur="500" fill="hold"/>
                                        <p:tgtEl>
                                          <p:spTgt spid="530"/>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533"/>
                                        </p:tgtEl>
                                        <p:attrNameLst>
                                          <p:attrName>style.visibility</p:attrName>
                                        </p:attrNameLst>
                                      </p:cBhvr>
                                      <p:to>
                                        <p:strVal val="visible"/>
                                      </p:to>
                                    </p:set>
                                    <p:anim calcmode="lin" valueType="num">
                                      <p:cBhvr additive="base">
                                        <p:cTn id="33" dur="500" fill="hold"/>
                                        <p:tgtEl>
                                          <p:spTgt spid="533"/>
                                        </p:tgtEl>
                                        <p:attrNameLst>
                                          <p:attrName>ppt_x</p:attrName>
                                        </p:attrNameLst>
                                      </p:cBhvr>
                                      <p:tavLst>
                                        <p:tav tm="0">
                                          <p:val>
                                            <p:strVal val="#ppt_x"/>
                                          </p:val>
                                        </p:tav>
                                        <p:tav tm="100000">
                                          <p:val>
                                            <p:strVal val="#ppt_x"/>
                                          </p:val>
                                        </p:tav>
                                      </p:tavLst>
                                    </p:anim>
                                    <p:anim calcmode="lin" valueType="num">
                                      <p:cBhvr additive="base">
                                        <p:cTn id="34" dur="500" fill="hold"/>
                                        <p:tgtEl>
                                          <p:spTgt spid="533"/>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536"/>
                                        </p:tgtEl>
                                        <p:attrNameLst>
                                          <p:attrName>style.visibility</p:attrName>
                                        </p:attrNameLst>
                                      </p:cBhvr>
                                      <p:to>
                                        <p:strVal val="visible"/>
                                      </p:to>
                                    </p:set>
                                    <p:anim calcmode="lin" valueType="num">
                                      <p:cBhvr additive="base">
                                        <p:cTn id="38" dur="500" fill="hold"/>
                                        <p:tgtEl>
                                          <p:spTgt spid="536"/>
                                        </p:tgtEl>
                                        <p:attrNameLst>
                                          <p:attrName>ppt_x</p:attrName>
                                        </p:attrNameLst>
                                      </p:cBhvr>
                                      <p:tavLst>
                                        <p:tav tm="0">
                                          <p:val>
                                            <p:strVal val="#ppt_x"/>
                                          </p:val>
                                        </p:tav>
                                        <p:tav tm="100000">
                                          <p:val>
                                            <p:strVal val="#ppt_x"/>
                                          </p:val>
                                        </p:tav>
                                      </p:tavLst>
                                    </p:anim>
                                    <p:anim calcmode="lin" valueType="num">
                                      <p:cBhvr additive="base">
                                        <p:cTn id="39" dur="500" fill="hold"/>
                                        <p:tgtEl>
                                          <p:spTgt spid="536"/>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 presetClass="entr" presetSubtype="1" accel="50000" decel="50000" fill="hold" nodeType="afterEffect">
                                  <p:stCondLst>
                                    <p:cond delay="0"/>
                                  </p:stCondLst>
                                  <p:childTnLst>
                                    <p:set>
                                      <p:cBhvr>
                                        <p:cTn id="42" dur="1" fill="hold">
                                          <p:stCondLst>
                                            <p:cond delay="0"/>
                                          </p:stCondLst>
                                        </p:cTn>
                                        <p:tgtEl>
                                          <p:spTgt spid="539"/>
                                        </p:tgtEl>
                                        <p:attrNameLst>
                                          <p:attrName>style.visibility</p:attrName>
                                        </p:attrNameLst>
                                      </p:cBhvr>
                                      <p:to>
                                        <p:strVal val="visible"/>
                                      </p:to>
                                    </p:set>
                                    <p:anim calcmode="lin" valueType="num">
                                      <p:cBhvr additive="base">
                                        <p:cTn id="43" dur="500" fill="hold"/>
                                        <p:tgtEl>
                                          <p:spTgt spid="539"/>
                                        </p:tgtEl>
                                        <p:attrNameLst>
                                          <p:attrName>ppt_x</p:attrName>
                                        </p:attrNameLst>
                                      </p:cBhvr>
                                      <p:tavLst>
                                        <p:tav tm="0">
                                          <p:val>
                                            <p:strVal val="#ppt_x"/>
                                          </p:val>
                                        </p:tav>
                                        <p:tav tm="100000">
                                          <p:val>
                                            <p:strVal val="#ppt_x"/>
                                          </p:val>
                                        </p:tav>
                                      </p:tavLst>
                                    </p:anim>
                                    <p:anim calcmode="lin" valueType="num">
                                      <p:cBhvr additive="base">
                                        <p:cTn id="44" dur="500" fill="hold"/>
                                        <p:tgtEl>
                                          <p:spTgt spid="539"/>
                                        </p:tgtEl>
                                        <p:attrNameLst>
                                          <p:attrName>ppt_y</p:attrName>
                                        </p:attrNameLst>
                                      </p:cBhvr>
                                      <p:tavLst>
                                        <p:tav tm="0">
                                          <p:val>
                                            <p:strVal val="0-#ppt_h/2"/>
                                          </p:val>
                                        </p:tav>
                                        <p:tav tm="100000">
                                          <p:val>
                                            <p:strVal val="#ppt_y"/>
                                          </p:val>
                                        </p:tav>
                                      </p:tavLst>
                                    </p:anim>
                                  </p:childTnLst>
                                </p:cTn>
                              </p:par>
                            </p:childTnLst>
                          </p:cTn>
                        </p:par>
                        <p:par>
                          <p:cTn id="45" fill="hold">
                            <p:stCondLst>
                              <p:cond delay="4000"/>
                            </p:stCondLst>
                            <p:childTnLst>
                              <p:par>
                                <p:cTn id="46" presetID="2" presetClass="entr" presetSubtype="1" accel="50000" decel="50000" fill="hold" nodeType="afterEffect">
                                  <p:stCondLst>
                                    <p:cond delay="0"/>
                                  </p:stCondLst>
                                  <p:childTnLst>
                                    <p:set>
                                      <p:cBhvr>
                                        <p:cTn id="47" dur="1" fill="hold">
                                          <p:stCondLst>
                                            <p:cond delay="0"/>
                                          </p:stCondLst>
                                        </p:cTn>
                                        <p:tgtEl>
                                          <p:spTgt spid="542"/>
                                        </p:tgtEl>
                                        <p:attrNameLst>
                                          <p:attrName>style.visibility</p:attrName>
                                        </p:attrNameLst>
                                      </p:cBhvr>
                                      <p:to>
                                        <p:strVal val="visible"/>
                                      </p:to>
                                    </p:set>
                                    <p:anim calcmode="lin" valueType="num">
                                      <p:cBhvr additive="base">
                                        <p:cTn id="48" dur="500" fill="hold"/>
                                        <p:tgtEl>
                                          <p:spTgt spid="542"/>
                                        </p:tgtEl>
                                        <p:attrNameLst>
                                          <p:attrName>ppt_x</p:attrName>
                                        </p:attrNameLst>
                                      </p:cBhvr>
                                      <p:tavLst>
                                        <p:tav tm="0">
                                          <p:val>
                                            <p:strVal val="#ppt_x"/>
                                          </p:val>
                                        </p:tav>
                                        <p:tav tm="100000">
                                          <p:val>
                                            <p:strVal val="#ppt_x"/>
                                          </p:val>
                                        </p:tav>
                                      </p:tavLst>
                                    </p:anim>
                                    <p:anim calcmode="lin" valueType="num">
                                      <p:cBhvr additive="base">
                                        <p:cTn id="49" dur="500" fill="hold"/>
                                        <p:tgtEl>
                                          <p:spTgt spid="542"/>
                                        </p:tgtEl>
                                        <p:attrNameLst>
                                          <p:attrName>ppt_y</p:attrName>
                                        </p:attrNameLst>
                                      </p:cBhvr>
                                      <p:tavLst>
                                        <p:tav tm="0">
                                          <p:val>
                                            <p:strVal val="0-#ppt_h/2"/>
                                          </p:val>
                                        </p:tav>
                                        <p:tav tm="100000">
                                          <p:val>
                                            <p:strVal val="#ppt_y"/>
                                          </p:val>
                                        </p:tav>
                                      </p:tavLst>
                                    </p:anim>
                                  </p:childTnLst>
                                </p:cTn>
                              </p:par>
                            </p:childTnLst>
                          </p:cTn>
                        </p:par>
                        <p:par>
                          <p:cTn id="50" fill="hold">
                            <p:stCondLst>
                              <p:cond delay="4500"/>
                            </p:stCondLst>
                            <p:childTnLst>
                              <p:par>
                                <p:cTn id="51" presetID="2" presetClass="entr" presetSubtype="1" accel="50000" decel="50000" fill="hold" nodeType="afterEffect">
                                  <p:stCondLst>
                                    <p:cond delay="0"/>
                                  </p:stCondLst>
                                  <p:childTnLst>
                                    <p:set>
                                      <p:cBhvr>
                                        <p:cTn id="52" dur="1" fill="hold">
                                          <p:stCondLst>
                                            <p:cond delay="0"/>
                                          </p:stCondLst>
                                        </p:cTn>
                                        <p:tgtEl>
                                          <p:spTgt spid="545"/>
                                        </p:tgtEl>
                                        <p:attrNameLst>
                                          <p:attrName>style.visibility</p:attrName>
                                        </p:attrNameLst>
                                      </p:cBhvr>
                                      <p:to>
                                        <p:strVal val="visible"/>
                                      </p:to>
                                    </p:set>
                                    <p:anim calcmode="lin" valueType="num">
                                      <p:cBhvr additive="base">
                                        <p:cTn id="53" dur="500" fill="hold"/>
                                        <p:tgtEl>
                                          <p:spTgt spid="545"/>
                                        </p:tgtEl>
                                        <p:attrNameLst>
                                          <p:attrName>ppt_x</p:attrName>
                                        </p:attrNameLst>
                                      </p:cBhvr>
                                      <p:tavLst>
                                        <p:tav tm="0">
                                          <p:val>
                                            <p:strVal val="#ppt_x"/>
                                          </p:val>
                                        </p:tav>
                                        <p:tav tm="100000">
                                          <p:val>
                                            <p:strVal val="#ppt_x"/>
                                          </p:val>
                                        </p:tav>
                                      </p:tavLst>
                                    </p:anim>
                                    <p:anim calcmode="lin" valueType="num">
                                      <p:cBhvr additive="base">
                                        <p:cTn id="54" dur="500" fill="hold"/>
                                        <p:tgtEl>
                                          <p:spTgt spid="545"/>
                                        </p:tgtEl>
                                        <p:attrNameLst>
                                          <p:attrName>ppt_y</p:attrName>
                                        </p:attrNameLst>
                                      </p:cBhvr>
                                      <p:tavLst>
                                        <p:tav tm="0">
                                          <p:val>
                                            <p:strVal val="0-#ppt_h/2"/>
                                          </p:val>
                                        </p:tav>
                                        <p:tav tm="100000">
                                          <p:val>
                                            <p:strVal val="#ppt_y"/>
                                          </p:val>
                                        </p:tav>
                                      </p:tavLst>
                                    </p:anim>
                                  </p:childTnLst>
                                </p:cTn>
                              </p:par>
                            </p:childTnLst>
                          </p:cTn>
                        </p:par>
                        <p:par>
                          <p:cTn id="55" fill="hold">
                            <p:stCondLst>
                              <p:cond delay="5000"/>
                            </p:stCondLst>
                            <p:childTnLst>
                              <p:par>
                                <p:cTn id="56" presetID="2" presetClass="entr" presetSubtype="1" accel="50000" decel="50000" fill="hold" nodeType="afterEffect">
                                  <p:stCondLst>
                                    <p:cond delay="0"/>
                                  </p:stCondLst>
                                  <p:childTnLst>
                                    <p:set>
                                      <p:cBhvr>
                                        <p:cTn id="57" dur="1" fill="hold">
                                          <p:stCondLst>
                                            <p:cond delay="0"/>
                                          </p:stCondLst>
                                        </p:cTn>
                                        <p:tgtEl>
                                          <p:spTgt spid="548"/>
                                        </p:tgtEl>
                                        <p:attrNameLst>
                                          <p:attrName>style.visibility</p:attrName>
                                        </p:attrNameLst>
                                      </p:cBhvr>
                                      <p:to>
                                        <p:strVal val="visible"/>
                                      </p:to>
                                    </p:set>
                                    <p:anim calcmode="lin" valueType="num">
                                      <p:cBhvr additive="base">
                                        <p:cTn id="58" dur="500" fill="hold"/>
                                        <p:tgtEl>
                                          <p:spTgt spid="548"/>
                                        </p:tgtEl>
                                        <p:attrNameLst>
                                          <p:attrName>ppt_x</p:attrName>
                                        </p:attrNameLst>
                                      </p:cBhvr>
                                      <p:tavLst>
                                        <p:tav tm="0">
                                          <p:val>
                                            <p:strVal val="#ppt_x"/>
                                          </p:val>
                                        </p:tav>
                                        <p:tav tm="100000">
                                          <p:val>
                                            <p:strVal val="#ppt_x"/>
                                          </p:val>
                                        </p:tav>
                                      </p:tavLst>
                                    </p:anim>
                                    <p:anim calcmode="lin" valueType="num">
                                      <p:cBhvr additive="base">
                                        <p:cTn id="59" dur="500" fill="hold"/>
                                        <p:tgtEl>
                                          <p:spTgt spid="548"/>
                                        </p:tgtEl>
                                        <p:attrNameLst>
                                          <p:attrName>ppt_y</p:attrName>
                                        </p:attrNameLst>
                                      </p:cBhvr>
                                      <p:tavLst>
                                        <p:tav tm="0">
                                          <p:val>
                                            <p:strVal val="0-#ppt_h/2"/>
                                          </p:val>
                                        </p:tav>
                                        <p:tav tm="100000">
                                          <p:val>
                                            <p:strVal val="#ppt_y"/>
                                          </p:val>
                                        </p:tav>
                                      </p:tavLst>
                                    </p:anim>
                                  </p:childTnLst>
                                </p:cTn>
                              </p:par>
                            </p:childTnLst>
                          </p:cTn>
                        </p:par>
                        <p:par>
                          <p:cTn id="60" fill="hold">
                            <p:stCondLst>
                              <p:cond delay="5500"/>
                            </p:stCondLst>
                            <p:childTnLst>
                              <p:par>
                                <p:cTn id="61" presetID="2" presetClass="entr" presetSubtype="1" accel="50000" decel="50000" fill="hold" nodeType="afterEffect">
                                  <p:stCondLst>
                                    <p:cond delay="0"/>
                                  </p:stCondLst>
                                  <p:childTnLst>
                                    <p:set>
                                      <p:cBhvr>
                                        <p:cTn id="62" dur="1" fill="hold">
                                          <p:stCondLst>
                                            <p:cond delay="0"/>
                                          </p:stCondLst>
                                        </p:cTn>
                                        <p:tgtEl>
                                          <p:spTgt spid="551"/>
                                        </p:tgtEl>
                                        <p:attrNameLst>
                                          <p:attrName>style.visibility</p:attrName>
                                        </p:attrNameLst>
                                      </p:cBhvr>
                                      <p:to>
                                        <p:strVal val="visible"/>
                                      </p:to>
                                    </p:set>
                                    <p:anim calcmode="lin" valueType="num">
                                      <p:cBhvr additive="base">
                                        <p:cTn id="63" dur="500" fill="hold"/>
                                        <p:tgtEl>
                                          <p:spTgt spid="551"/>
                                        </p:tgtEl>
                                        <p:attrNameLst>
                                          <p:attrName>ppt_x</p:attrName>
                                        </p:attrNameLst>
                                      </p:cBhvr>
                                      <p:tavLst>
                                        <p:tav tm="0">
                                          <p:val>
                                            <p:strVal val="#ppt_x"/>
                                          </p:val>
                                        </p:tav>
                                        <p:tav tm="100000">
                                          <p:val>
                                            <p:strVal val="#ppt_x"/>
                                          </p:val>
                                        </p:tav>
                                      </p:tavLst>
                                    </p:anim>
                                    <p:anim calcmode="lin" valueType="num">
                                      <p:cBhvr additive="base">
                                        <p:cTn id="64" dur="500" fill="hold"/>
                                        <p:tgtEl>
                                          <p:spTgt spid="551"/>
                                        </p:tgtEl>
                                        <p:attrNameLst>
                                          <p:attrName>ppt_y</p:attrName>
                                        </p:attrNameLst>
                                      </p:cBhvr>
                                      <p:tavLst>
                                        <p:tav tm="0">
                                          <p:val>
                                            <p:strVal val="0-#ppt_h/2"/>
                                          </p:val>
                                        </p:tav>
                                        <p:tav tm="100000">
                                          <p:val>
                                            <p:strVal val="#ppt_y"/>
                                          </p:val>
                                        </p:tav>
                                      </p:tavLst>
                                    </p:anim>
                                  </p:childTnLst>
                                </p:cTn>
                              </p:par>
                            </p:childTnLst>
                          </p:cTn>
                        </p:par>
                        <p:par>
                          <p:cTn id="65" fill="hold">
                            <p:stCondLst>
                              <p:cond delay="6000"/>
                            </p:stCondLst>
                            <p:childTnLst>
                              <p:par>
                                <p:cTn id="66" presetID="10" presetClass="entr" presetSubtype="0" fill="hold" nodeType="afterEffect">
                                  <p:stCondLst>
                                    <p:cond delay="0"/>
                                  </p:stCondLst>
                                  <p:childTnLst>
                                    <p:set>
                                      <p:cBhvr>
                                        <p:cTn id="67" dur="1" fill="hold">
                                          <p:stCondLst>
                                            <p:cond delay="0"/>
                                          </p:stCondLst>
                                        </p:cTn>
                                        <p:tgtEl>
                                          <p:spTgt spid="554"/>
                                        </p:tgtEl>
                                        <p:attrNameLst>
                                          <p:attrName>style.visibility</p:attrName>
                                        </p:attrNameLst>
                                      </p:cBhvr>
                                      <p:to>
                                        <p:strVal val="visible"/>
                                      </p:to>
                                    </p:set>
                                    <p:animEffect transition="in" filter="fade">
                                      <p:cBhvr>
                                        <p:cTn id="68" dur="500"/>
                                        <p:tgtEl>
                                          <p:spTgt spid="554"/>
                                        </p:tgtEl>
                                      </p:cBhvr>
                                    </p:animEffect>
                                  </p:childTnLst>
                                </p:cTn>
                              </p:par>
                            </p:childTnLst>
                          </p:cTn>
                        </p:par>
                        <p:par>
                          <p:cTn id="69" fill="hold">
                            <p:stCondLst>
                              <p:cond delay="6500"/>
                            </p:stCondLst>
                            <p:childTnLst>
                              <p:par>
                                <p:cTn id="70" presetID="22" presetClass="entr" presetSubtype="4" fill="hold" nodeType="afterEffect">
                                  <p:stCondLst>
                                    <p:cond delay="0"/>
                                  </p:stCondLst>
                                  <p:childTnLst>
                                    <p:set>
                                      <p:cBhvr>
                                        <p:cTn id="71" dur="1" fill="hold">
                                          <p:stCondLst>
                                            <p:cond delay="0"/>
                                          </p:stCondLst>
                                        </p:cTn>
                                        <p:tgtEl>
                                          <p:spTgt spid="578"/>
                                        </p:tgtEl>
                                        <p:attrNameLst>
                                          <p:attrName>style.visibility</p:attrName>
                                        </p:attrNameLst>
                                      </p:cBhvr>
                                      <p:to>
                                        <p:strVal val="visible"/>
                                      </p:to>
                                    </p:set>
                                    <p:animEffect transition="in" filter="wipe(down)">
                                      <p:cBhvr>
                                        <p:cTn id="72" dur="500"/>
                                        <p:tgtEl>
                                          <p:spTgt spid="578"/>
                                        </p:tgtEl>
                                      </p:cBhvr>
                                    </p:animEffect>
                                  </p:childTnLst>
                                </p:cTn>
                              </p:par>
                            </p:childTnLst>
                          </p:cTn>
                        </p:par>
                        <p:par>
                          <p:cTn id="73" fill="hold">
                            <p:stCondLst>
                              <p:cond delay="7000"/>
                            </p:stCondLst>
                            <p:childTnLst>
                              <p:par>
                                <p:cTn id="74" presetID="22" presetClass="entr" presetSubtype="4" fill="hold" grpId="0" nodeType="afterEffect">
                                  <p:stCondLst>
                                    <p:cond delay="0"/>
                                  </p:stCondLst>
                                  <p:childTnLst>
                                    <p:set>
                                      <p:cBhvr>
                                        <p:cTn id="75" dur="1" fill="hold">
                                          <p:stCondLst>
                                            <p:cond delay="0"/>
                                          </p:stCondLst>
                                        </p:cTn>
                                        <p:tgtEl>
                                          <p:spTgt spid="572"/>
                                        </p:tgtEl>
                                        <p:attrNameLst>
                                          <p:attrName>style.visibility</p:attrName>
                                        </p:attrNameLst>
                                      </p:cBhvr>
                                      <p:to>
                                        <p:strVal val="visible"/>
                                      </p:to>
                                    </p:set>
                                    <p:animEffect transition="in" filter="wipe(down)">
                                      <p:cBhvr>
                                        <p:cTn id="76" dur="500"/>
                                        <p:tgtEl>
                                          <p:spTgt spid="572"/>
                                        </p:tgtEl>
                                      </p:cBhvr>
                                    </p:animEffect>
                                  </p:childTnLst>
                                </p:cTn>
                              </p:par>
                            </p:childTnLst>
                          </p:cTn>
                        </p:par>
                        <p:par>
                          <p:cTn id="77" fill="hold">
                            <p:stCondLst>
                              <p:cond delay="7500"/>
                            </p:stCondLst>
                            <p:childTnLst>
                              <p:par>
                                <p:cTn id="78" presetID="22" presetClass="entr" presetSubtype="4" fill="hold" nodeType="afterEffect">
                                  <p:stCondLst>
                                    <p:cond delay="0"/>
                                  </p:stCondLst>
                                  <p:childTnLst>
                                    <p:set>
                                      <p:cBhvr>
                                        <p:cTn id="79" dur="1" fill="hold">
                                          <p:stCondLst>
                                            <p:cond delay="0"/>
                                          </p:stCondLst>
                                        </p:cTn>
                                        <p:tgtEl>
                                          <p:spTgt spid="592"/>
                                        </p:tgtEl>
                                        <p:attrNameLst>
                                          <p:attrName>style.visibility</p:attrName>
                                        </p:attrNameLst>
                                      </p:cBhvr>
                                      <p:to>
                                        <p:strVal val="visible"/>
                                      </p:to>
                                    </p:set>
                                    <p:animEffect transition="in" filter="wipe(down)">
                                      <p:cBhvr>
                                        <p:cTn id="80" dur="500"/>
                                        <p:tgtEl>
                                          <p:spTgt spid="592"/>
                                        </p:tgtEl>
                                      </p:cBhvr>
                                    </p:animEffect>
                                  </p:childTnLst>
                                </p:cTn>
                              </p:par>
                            </p:childTnLst>
                          </p:cTn>
                        </p:par>
                        <p:par>
                          <p:cTn id="81" fill="hold">
                            <p:stCondLst>
                              <p:cond delay="8000"/>
                            </p:stCondLst>
                            <p:childTnLst>
                              <p:par>
                                <p:cTn id="82" presetID="22" presetClass="entr" presetSubtype="4" fill="hold" grpId="0" nodeType="afterEffect">
                                  <p:stCondLst>
                                    <p:cond delay="0"/>
                                  </p:stCondLst>
                                  <p:childTnLst>
                                    <p:set>
                                      <p:cBhvr>
                                        <p:cTn id="83" dur="1" fill="hold">
                                          <p:stCondLst>
                                            <p:cond delay="0"/>
                                          </p:stCondLst>
                                        </p:cTn>
                                        <p:tgtEl>
                                          <p:spTgt spid="573"/>
                                        </p:tgtEl>
                                        <p:attrNameLst>
                                          <p:attrName>style.visibility</p:attrName>
                                        </p:attrNameLst>
                                      </p:cBhvr>
                                      <p:to>
                                        <p:strVal val="visible"/>
                                      </p:to>
                                    </p:set>
                                    <p:animEffect transition="in" filter="wipe(down)">
                                      <p:cBhvr>
                                        <p:cTn id="84" dur="500"/>
                                        <p:tgtEl>
                                          <p:spTgt spid="573"/>
                                        </p:tgtEl>
                                      </p:cBhvr>
                                    </p:animEffect>
                                  </p:childTnLst>
                                </p:cTn>
                              </p:par>
                            </p:childTnLst>
                          </p:cTn>
                        </p:par>
                        <p:par>
                          <p:cTn id="85" fill="hold">
                            <p:stCondLst>
                              <p:cond delay="8500"/>
                            </p:stCondLst>
                            <p:childTnLst>
                              <p:par>
                                <p:cTn id="86" presetID="22" presetClass="entr" presetSubtype="4" fill="hold" nodeType="afterEffect">
                                  <p:stCondLst>
                                    <p:cond delay="0"/>
                                  </p:stCondLst>
                                  <p:childTnLst>
                                    <p:set>
                                      <p:cBhvr>
                                        <p:cTn id="87" dur="1" fill="hold">
                                          <p:stCondLst>
                                            <p:cond delay="0"/>
                                          </p:stCondLst>
                                        </p:cTn>
                                        <p:tgtEl>
                                          <p:spTgt spid="595"/>
                                        </p:tgtEl>
                                        <p:attrNameLst>
                                          <p:attrName>style.visibility</p:attrName>
                                        </p:attrNameLst>
                                      </p:cBhvr>
                                      <p:to>
                                        <p:strVal val="visible"/>
                                      </p:to>
                                    </p:set>
                                    <p:animEffect transition="in" filter="wipe(down)">
                                      <p:cBhvr>
                                        <p:cTn id="88" dur="500"/>
                                        <p:tgtEl>
                                          <p:spTgt spid="595"/>
                                        </p:tgtEl>
                                      </p:cBhvr>
                                    </p:animEffect>
                                  </p:childTnLst>
                                </p:cTn>
                              </p:par>
                            </p:childTnLst>
                          </p:cTn>
                        </p:par>
                        <p:par>
                          <p:cTn id="89" fill="hold">
                            <p:stCondLst>
                              <p:cond delay="9000"/>
                            </p:stCondLst>
                            <p:childTnLst>
                              <p:par>
                                <p:cTn id="90" presetID="22" presetClass="entr" presetSubtype="4" fill="hold" grpId="0" nodeType="afterEffect">
                                  <p:stCondLst>
                                    <p:cond delay="0"/>
                                  </p:stCondLst>
                                  <p:childTnLst>
                                    <p:set>
                                      <p:cBhvr>
                                        <p:cTn id="91" dur="1" fill="hold">
                                          <p:stCondLst>
                                            <p:cond delay="0"/>
                                          </p:stCondLst>
                                        </p:cTn>
                                        <p:tgtEl>
                                          <p:spTgt spid="574"/>
                                        </p:tgtEl>
                                        <p:attrNameLst>
                                          <p:attrName>style.visibility</p:attrName>
                                        </p:attrNameLst>
                                      </p:cBhvr>
                                      <p:to>
                                        <p:strVal val="visible"/>
                                      </p:to>
                                    </p:set>
                                    <p:animEffect transition="in" filter="wipe(down)">
                                      <p:cBhvr>
                                        <p:cTn id="92" dur="500"/>
                                        <p:tgtEl>
                                          <p:spTgt spid="574"/>
                                        </p:tgtEl>
                                      </p:cBhvr>
                                    </p:animEffect>
                                  </p:childTnLst>
                                </p:cTn>
                              </p:par>
                            </p:childTnLst>
                          </p:cTn>
                        </p:par>
                        <p:par>
                          <p:cTn id="93" fill="hold">
                            <p:stCondLst>
                              <p:cond delay="9500"/>
                            </p:stCondLst>
                            <p:childTnLst>
                              <p:par>
                                <p:cTn id="94" presetID="22" presetClass="entr" presetSubtype="4" fill="hold" nodeType="afterEffect">
                                  <p:stCondLst>
                                    <p:cond delay="0"/>
                                  </p:stCondLst>
                                  <p:childTnLst>
                                    <p:set>
                                      <p:cBhvr>
                                        <p:cTn id="95" dur="1" fill="hold">
                                          <p:stCondLst>
                                            <p:cond delay="0"/>
                                          </p:stCondLst>
                                        </p:cTn>
                                        <p:tgtEl>
                                          <p:spTgt spid="598"/>
                                        </p:tgtEl>
                                        <p:attrNameLst>
                                          <p:attrName>style.visibility</p:attrName>
                                        </p:attrNameLst>
                                      </p:cBhvr>
                                      <p:to>
                                        <p:strVal val="visible"/>
                                      </p:to>
                                    </p:set>
                                    <p:animEffect transition="in" filter="wipe(down)">
                                      <p:cBhvr>
                                        <p:cTn id="96" dur="500"/>
                                        <p:tgtEl>
                                          <p:spTgt spid="598"/>
                                        </p:tgtEl>
                                      </p:cBhvr>
                                    </p:animEffect>
                                  </p:childTnLst>
                                </p:cTn>
                              </p:par>
                            </p:childTnLst>
                          </p:cTn>
                        </p:par>
                        <p:par>
                          <p:cTn id="97" fill="hold">
                            <p:stCondLst>
                              <p:cond delay="10000"/>
                            </p:stCondLst>
                            <p:childTnLst>
                              <p:par>
                                <p:cTn id="98" presetID="22" presetClass="entr" presetSubtype="4" fill="hold" grpId="0" nodeType="afterEffect">
                                  <p:stCondLst>
                                    <p:cond delay="0"/>
                                  </p:stCondLst>
                                  <p:childTnLst>
                                    <p:set>
                                      <p:cBhvr>
                                        <p:cTn id="99" dur="1" fill="hold">
                                          <p:stCondLst>
                                            <p:cond delay="0"/>
                                          </p:stCondLst>
                                        </p:cTn>
                                        <p:tgtEl>
                                          <p:spTgt spid="575"/>
                                        </p:tgtEl>
                                        <p:attrNameLst>
                                          <p:attrName>style.visibility</p:attrName>
                                        </p:attrNameLst>
                                      </p:cBhvr>
                                      <p:to>
                                        <p:strVal val="visible"/>
                                      </p:to>
                                    </p:set>
                                    <p:animEffect transition="in" filter="wipe(down)">
                                      <p:cBhvr>
                                        <p:cTn id="100" dur="500"/>
                                        <p:tgtEl>
                                          <p:spTgt spid="575"/>
                                        </p:tgtEl>
                                      </p:cBhvr>
                                    </p:animEffect>
                                  </p:childTnLst>
                                </p:cTn>
                              </p:par>
                            </p:childTnLst>
                          </p:cTn>
                        </p:par>
                        <p:par>
                          <p:cTn id="101" fill="hold">
                            <p:stCondLst>
                              <p:cond delay="10500"/>
                            </p:stCondLst>
                            <p:childTnLst>
                              <p:par>
                                <p:cTn id="102" presetID="22" presetClass="entr" presetSubtype="4" fill="hold" nodeType="afterEffect">
                                  <p:stCondLst>
                                    <p:cond delay="0"/>
                                  </p:stCondLst>
                                  <p:childTnLst>
                                    <p:set>
                                      <p:cBhvr>
                                        <p:cTn id="103" dur="1" fill="hold">
                                          <p:stCondLst>
                                            <p:cond delay="0"/>
                                          </p:stCondLst>
                                        </p:cTn>
                                        <p:tgtEl>
                                          <p:spTgt spid="601"/>
                                        </p:tgtEl>
                                        <p:attrNameLst>
                                          <p:attrName>style.visibility</p:attrName>
                                        </p:attrNameLst>
                                      </p:cBhvr>
                                      <p:to>
                                        <p:strVal val="visible"/>
                                      </p:to>
                                    </p:set>
                                    <p:animEffect transition="in" filter="wipe(down)">
                                      <p:cBhvr>
                                        <p:cTn id="104" dur="500"/>
                                        <p:tgtEl>
                                          <p:spTgt spid="601"/>
                                        </p:tgtEl>
                                      </p:cBhvr>
                                    </p:animEffect>
                                  </p:childTnLst>
                                </p:cTn>
                              </p:par>
                            </p:childTnLst>
                          </p:cTn>
                        </p:par>
                        <p:par>
                          <p:cTn id="105" fill="hold">
                            <p:stCondLst>
                              <p:cond delay="11000"/>
                            </p:stCondLst>
                            <p:childTnLst>
                              <p:par>
                                <p:cTn id="106" presetID="22" presetClass="entr" presetSubtype="4" fill="hold" grpId="0" nodeType="afterEffect">
                                  <p:stCondLst>
                                    <p:cond delay="0"/>
                                  </p:stCondLst>
                                  <p:childTnLst>
                                    <p:set>
                                      <p:cBhvr>
                                        <p:cTn id="107" dur="1" fill="hold">
                                          <p:stCondLst>
                                            <p:cond delay="0"/>
                                          </p:stCondLst>
                                        </p:cTn>
                                        <p:tgtEl>
                                          <p:spTgt spid="576"/>
                                        </p:tgtEl>
                                        <p:attrNameLst>
                                          <p:attrName>style.visibility</p:attrName>
                                        </p:attrNameLst>
                                      </p:cBhvr>
                                      <p:to>
                                        <p:strVal val="visible"/>
                                      </p:to>
                                    </p:set>
                                    <p:animEffect transition="in" filter="wipe(down)">
                                      <p:cBhvr>
                                        <p:cTn id="108" dur="500"/>
                                        <p:tgtEl>
                                          <p:spTgt spid="576"/>
                                        </p:tgtEl>
                                      </p:cBhvr>
                                    </p:animEffect>
                                  </p:childTnLst>
                                </p:cTn>
                              </p:par>
                            </p:childTnLst>
                          </p:cTn>
                        </p:par>
                        <p:par>
                          <p:cTn id="109" fill="hold">
                            <p:stCondLst>
                              <p:cond delay="11500"/>
                            </p:stCondLst>
                            <p:childTnLst>
                              <p:par>
                                <p:cTn id="110" presetID="22" presetClass="entr" presetSubtype="4" fill="hold" nodeType="afterEffect">
                                  <p:stCondLst>
                                    <p:cond delay="0"/>
                                  </p:stCondLst>
                                  <p:childTnLst>
                                    <p:set>
                                      <p:cBhvr>
                                        <p:cTn id="111" dur="1" fill="hold">
                                          <p:stCondLst>
                                            <p:cond delay="0"/>
                                          </p:stCondLst>
                                        </p:cTn>
                                        <p:tgtEl>
                                          <p:spTgt spid="604"/>
                                        </p:tgtEl>
                                        <p:attrNameLst>
                                          <p:attrName>style.visibility</p:attrName>
                                        </p:attrNameLst>
                                      </p:cBhvr>
                                      <p:to>
                                        <p:strVal val="visible"/>
                                      </p:to>
                                    </p:set>
                                    <p:animEffect transition="in" filter="wipe(down)">
                                      <p:cBhvr>
                                        <p:cTn id="112" dur="500"/>
                                        <p:tgtEl>
                                          <p:spTgt spid="604"/>
                                        </p:tgtEl>
                                      </p:cBhvr>
                                    </p:animEffect>
                                  </p:childTnLst>
                                </p:cTn>
                              </p:par>
                            </p:childTnLst>
                          </p:cTn>
                        </p:par>
                        <p:par>
                          <p:cTn id="113" fill="hold">
                            <p:stCondLst>
                              <p:cond delay="12000"/>
                            </p:stCondLst>
                            <p:childTnLst>
                              <p:par>
                                <p:cTn id="114" presetID="22" presetClass="entr" presetSubtype="4" fill="hold" grpId="0" nodeType="afterEffect">
                                  <p:stCondLst>
                                    <p:cond delay="0"/>
                                  </p:stCondLst>
                                  <p:childTnLst>
                                    <p:set>
                                      <p:cBhvr>
                                        <p:cTn id="115" dur="1" fill="hold">
                                          <p:stCondLst>
                                            <p:cond delay="0"/>
                                          </p:stCondLst>
                                        </p:cTn>
                                        <p:tgtEl>
                                          <p:spTgt spid="577"/>
                                        </p:tgtEl>
                                        <p:attrNameLst>
                                          <p:attrName>style.visibility</p:attrName>
                                        </p:attrNameLst>
                                      </p:cBhvr>
                                      <p:to>
                                        <p:strVal val="visible"/>
                                      </p:to>
                                    </p:set>
                                    <p:animEffect transition="in" filter="wipe(down)">
                                      <p:cBhvr>
                                        <p:cTn id="116" dur="500"/>
                                        <p:tgtEl>
                                          <p:spTgt spid="577"/>
                                        </p:tgtEl>
                                      </p:cBhvr>
                                    </p:animEffect>
                                  </p:childTnLst>
                                </p:cTn>
                              </p:par>
                            </p:childTnLst>
                          </p:cTn>
                        </p:par>
                        <p:par>
                          <p:cTn id="117" fill="hold">
                            <p:stCondLst>
                              <p:cond delay="12500"/>
                            </p:stCondLst>
                            <p:childTnLst>
                              <p:par>
                                <p:cTn id="118" presetID="22" presetClass="entr" presetSubtype="4" fill="hold" nodeType="afterEffect">
                                  <p:stCondLst>
                                    <p:cond delay="0"/>
                                  </p:stCondLst>
                                  <p:childTnLst>
                                    <p:set>
                                      <p:cBhvr>
                                        <p:cTn id="119" dur="1" fill="hold">
                                          <p:stCondLst>
                                            <p:cond delay="0"/>
                                          </p:stCondLst>
                                        </p:cTn>
                                        <p:tgtEl>
                                          <p:spTgt spid="607"/>
                                        </p:tgtEl>
                                        <p:attrNameLst>
                                          <p:attrName>style.visibility</p:attrName>
                                        </p:attrNameLst>
                                      </p:cBhvr>
                                      <p:to>
                                        <p:strVal val="visible"/>
                                      </p:to>
                                    </p:set>
                                    <p:animEffect transition="in" filter="wipe(down)">
                                      <p:cBhvr>
                                        <p:cTn id="120" dur="500"/>
                                        <p:tgtEl>
                                          <p:spTgt spid="6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 grpId="0" animBg="1"/>
      <p:bldP spid="573" grpId="0" animBg="1"/>
      <p:bldP spid="574" grpId="0" animBg="1"/>
      <p:bldP spid="575" grpId="0" animBg="1"/>
      <p:bldP spid="576" grpId="0" animBg="1"/>
      <p:bldP spid="57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Czech Republic Map Slide</a:t>
            </a:r>
            <a:endParaRPr lang="en-US" dirty="0"/>
          </a:p>
        </p:txBody>
      </p:sp>
      <p:sp>
        <p:nvSpPr>
          <p:cNvPr id="4" name="Text Placeholder 3"/>
          <p:cNvSpPr>
            <a:spLocks noGrp="1"/>
          </p:cNvSpPr>
          <p:nvPr>
            <p:ph type="body" sz="half" idx="2"/>
          </p:nvPr>
        </p:nvSpPr>
        <p:spPr>
          <a:xfrm>
            <a:off x="2514600" y="1247775"/>
            <a:ext cx="4114800" cy="200025"/>
          </a:xfrm>
        </p:spPr>
        <p:txBody>
          <a:bodyPr/>
          <a:lstStyle/>
          <a:p>
            <a:r>
              <a:rPr lang="en-US"/>
              <a:t>Czech Republic Map Slide</a:t>
            </a:r>
            <a:endParaRPr lang="en-US" dirty="0"/>
          </a:p>
        </p:txBody>
      </p:sp>
      <p:grpSp>
        <p:nvGrpSpPr>
          <p:cNvPr id="55" name="Group 54"/>
          <p:cNvGrpSpPr/>
          <p:nvPr/>
        </p:nvGrpSpPr>
        <p:grpSpPr>
          <a:xfrm>
            <a:off x="2078038" y="2354791"/>
            <a:ext cx="4989512" cy="2880600"/>
            <a:chOff x="1652588" y="1049338"/>
            <a:chExt cx="5840412" cy="3371850"/>
          </a:xfrm>
          <a:solidFill>
            <a:schemeClr val="bg1">
              <a:lumMod val="85000"/>
            </a:schemeClr>
          </a:solidFill>
        </p:grpSpPr>
        <p:sp>
          <p:nvSpPr>
            <p:cNvPr id="56" name="Freeform 5"/>
            <p:cNvSpPr>
              <a:spLocks/>
            </p:cNvSpPr>
            <p:nvPr/>
          </p:nvSpPr>
          <p:spPr bwMode="auto">
            <a:xfrm>
              <a:off x="4605338" y="2986088"/>
              <a:ext cx="1852613" cy="1346200"/>
            </a:xfrm>
            <a:custGeom>
              <a:avLst/>
              <a:gdLst/>
              <a:ahLst/>
              <a:cxnLst>
                <a:cxn ang="0">
                  <a:pos x="58" y="622"/>
                </a:cxn>
                <a:cxn ang="0">
                  <a:pos x="125" y="595"/>
                </a:cxn>
                <a:cxn ang="0">
                  <a:pos x="191" y="554"/>
                </a:cxn>
                <a:cxn ang="0">
                  <a:pos x="248" y="530"/>
                </a:cxn>
                <a:cxn ang="0">
                  <a:pos x="285" y="532"/>
                </a:cxn>
                <a:cxn ang="0">
                  <a:pos x="345" y="536"/>
                </a:cxn>
                <a:cxn ang="0">
                  <a:pos x="390" y="498"/>
                </a:cxn>
                <a:cxn ang="0">
                  <a:pos x="408" y="439"/>
                </a:cxn>
                <a:cxn ang="0">
                  <a:pos x="419" y="388"/>
                </a:cxn>
                <a:cxn ang="0">
                  <a:pos x="431" y="332"/>
                </a:cxn>
                <a:cxn ang="0">
                  <a:pos x="441" y="274"/>
                </a:cxn>
                <a:cxn ang="0">
                  <a:pos x="484" y="218"/>
                </a:cxn>
                <a:cxn ang="0">
                  <a:pos x="484" y="141"/>
                </a:cxn>
                <a:cxn ang="0">
                  <a:pos x="497" y="118"/>
                </a:cxn>
                <a:cxn ang="0">
                  <a:pos x="483" y="67"/>
                </a:cxn>
                <a:cxn ang="0">
                  <a:pos x="517" y="26"/>
                </a:cxn>
                <a:cxn ang="0">
                  <a:pos x="547" y="23"/>
                </a:cxn>
                <a:cxn ang="0">
                  <a:pos x="575" y="11"/>
                </a:cxn>
                <a:cxn ang="0">
                  <a:pos x="631" y="2"/>
                </a:cxn>
                <a:cxn ang="0">
                  <a:pos x="687" y="12"/>
                </a:cxn>
                <a:cxn ang="0">
                  <a:pos x="723" y="47"/>
                </a:cxn>
                <a:cxn ang="0">
                  <a:pos x="700" y="77"/>
                </a:cxn>
                <a:cxn ang="0">
                  <a:pos x="733" y="95"/>
                </a:cxn>
                <a:cxn ang="0">
                  <a:pos x="735" y="148"/>
                </a:cxn>
                <a:cxn ang="0">
                  <a:pos x="741" y="200"/>
                </a:cxn>
                <a:cxn ang="0">
                  <a:pos x="774" y="221"/>
                </a:cxn>
                <a:cxn ang="0">
                  <a:pos x="797" y="161"/>
                </a:cxn>
                <a:cxn ang="0">
                  <a:pos x="833" y="143"/>
                </a:cxn>
                <a:cxn ang="0">
                  <a:pos x="860" y="186"/>
                </a:cxn>
                <a:cxn ang="0">
                  <a:pos x="886" y="233"/>
                </a:cxn>
                <a:cxn ang="0">
                  <a:pos x="932" y="278"/>
                </a:cxn>
                <a:cxn ang="0">
                  <a:pos x="938" y="332"/>
                </a:cxn>
                <a:cxn ang="0">
                  <a:pos x="956" y="391"/>
                </a:cxn>
                <a:cxn ang="0">
                  <a:pos x="978" y="408"/>
                </a:cxn>
                <a:cxn ang="0">
                  <a:pos x="935" y="475"/>
                </a:cxn>
                <a:cxn ang="0">
                  <a:pos x="951" y="494"/>
                </a:cxn>
                <a:cxn ang="0">
                  <a:pos x="997" y="496"/>
                </a:cxn>
                <a:cxn ang="0">
                  <a:pos x="1001" y="530"/>
                </a:cxn>
                <a:cxn ang="0">
                  <a:pos x="1037" y="547"/>
                </a:cxn>
                <a:cxn ang="0">
                  <a:pos x="1084" y="579"/>
                </a:cxn>
                <a:cxn ang="0">
                  <a:pos x="1136" y="595"/>
                </a:cxn>
                <a:cxn ang="0">
                  <a:pos x="1196" y="630"/>
                </a:cxn>
                <a:cxn ang="0">
                  <a:pos x="1248" y="698"/>
                </a:cxn>
                <a:cxn ang="0">
                  <a:pos x="1144" y="705"/>
                </a:cxn>
                <a:cxn ang="0">
                  <a:pos x="1071" y="706"/>
                </a:cxn>
                <a:cxn ang="0">
                  <a:pos x="987" y="681"/>
                </a:cxn>
                <a:cxn ang="0">
                  <a:pos x="900" y="786"/>
                </a:cxn>
                <a:cxn ang="0">
                  <a:pos x="846" y="907"/>
                </a:cxn>
                <a:cxn ang="0">
                  <a:pos x="813" y="831"/>
                </a:cxn>
                <a:cxn ang="0">
                  <a:pos x="754" y="834"/>
                </a:cxn>
                <a:cxn ang="0">
                  <a:pos x="684" y="803"/>
                </a:cxn>
                <a:cxn ang="0">
                  <a:pos x="623" y="752"/>
                </a:cxn>
                <a:cxn ang="0">
                  <a:pos x="537" y="755"/>
                </a:cxn>
                <a:cxn ang="0">
                  <a:pos x="459" y="801"/>
                </a:cxn>
                <a:cxn ang="0">
                  <a:pos x="296" y="783"/>
                </a:cxn>
                <a:cxn ang="0">
                  <a:pos x="191" y="706"/>
                </a:cxn>
                <a:cxn ang="0">
                  <a:pos x="105" y="708"/>
                </a:cxn>
                <a:cxn ang="0">
                  <a:pos x="29" y="671"/>
                </a:cxn>
              </a:cxnLst>
              <a:rect l="0" t="0" r="r" b="b"/>
              <a:pathLst>
                <a:path w="1249" h="907">
                  <a:moveTo>
                    <a:pt x="18" y="622"/>
                  </a:moveTo>
                  <a:cubicBezTo>
                    <a:pt x="20" y="621"/>
                    <a:pt x="22" y="620"/>
                    <a:pt x="24" y="620"/>
                  </a:cubicBezTo>
                  <a:cubicBezTo>
                    <a:pt x="26" y="619"/>
                    <a:pt x="31" y="616"/>
                    <a:pt x="34" y="616"/>
                  </a:cubicBezTo>
                  <a:cubicBezTo>
                    <a:pt x="35" y="616"/>
                    <a:pt x="39" y="616"/>
                    <a:pt x="41" y="617"/>
                  </a:cubicBezTo>
                  <a:cubicBezTo>
                    <a:pt x="42" y="618"/>
                    <a:pt x="43" y="623"/>
                    <a:pt x="44" y="624"/>
                  </a:cubicBezTo>
                  <a:cubicBezTo>
                    <a:pt x="45" y="625"/>
                    <a:pt x="48" y="626"/>
                    <a:pt x="50" y="626"/>
                  </a:cubicBezTo>
                  <a:cubicBezTo>
                    <a:pt x="52" y="626"/>
                    <a:pt x="57" y="623"/>
                    <a:pt x="58" y="622"/>
                  </a:cubicBezTo>
                  <a:cubicBezTo>
                    <a:pt x="60" y="620"/>
                    <a:pt x="61" y="614"/>
                    <a:pt x="63" y="611"/>
                  </a:cubicBezTo>
                  <a:cubicBezTo>
                    <a:pt x="64" y="610"/>
                    <a:pt x="68" y="608"/>
                    <a:pt x="69" y="607"/>
                  </a:cubicBezTo>
                  <a:cubicBezTo>
                    <a:pt x="72" y="606"/>
                    <a:pt x="78" y="605"/>
                    <a:pt x="81" y="605"/>
                  </a:cubicBezTo>
                  <a:cubicBezTo>
                    <a:pt x="83" y="605"/>
                    <a:pt x="89" y="606"/>
                    <a:pt x="91" y="606"/>
                  </a:cubicBezTo>
                  <a:cubicBezTo>
                    <a:pt x="94" y="607"/>
                    <a:pt x="98" y="611"/>
                    <a:pt x="101" y="611"/>
                  </a:cubicBezTo>
                  <a:cubicBezTo>
                    <a:pt x="104" y="611"/>
                    <a:pt x="110" y="608"/>
                    <a:pt x="113" y="606"/>
                  </a:cubicBezTo>
                  <a:cubicBezTo>
                    <a:pt x="117" y="604"/>
                    <a:pt x="122" y="598"/>
                    <a:pt x="125" y="595"/>
                  </a:cubicBezTo>
                  <a:cubicBezTo>
                    <a:pt x="127" y="592"/>
                    <a:pt x="130" y="586"/>
                    <a:pt x="132" y="584"/>
                  </a:cubicBezTo>
                  <a:cubicBezTo>
                    <a:pt x="134" y="583"/>
                    <a:pt x="138" y="581"/>
                    <a:pt x="140" y="580"/>
                  </a:cubicBezTo>
                  <a:cubicBezTo>
                    <a:pt x="143" y="578"/>
                    <a:pt x="149" y="575"/>
                    <a:pt x="152" y="573"/>
                  </a:cubicBezTo>
                  <a:cubicBezTo>
                    <a:pt x="154" y="572"/>
                    <a:pt x="160" y="569"/>
                    <a:pt x="163" y="567"/>
                  </a:cubicBezTo>
                  <a:cubicBezTo>
                    <a:pt x="165" y="566"/>
                    <a:pt x="168" y="561"/>
                    <a:pt x="170" y="559"/>
                  </a:cubicBezTo>
                  <a:cubicBezTo>
                    <a:pt x="172" y="558"/>
                    <a:pt x="176" y="556"/>
                    <a:pt x="178" y="556"/>
                  </a:cubicBezTo>
                  <a:cubicBezTo>
                    <a:pt x="181" y="555"/>
                    <a:pt x="188" y="556"/>
                    <a:pt x="191" y="554"/>
                  </a:cubicBezTo>
                  <a:cubicBezTo>
                    <a:pt x="194" y="553"/>
                    <a:pt x="197" y="547"/>
                    <a:pt x="200" y="545"/>
                  </a:cubicBezTo>
                  <a:cubicBezTo>
                    <a:pt x="202" y="543"/>
                    <a:pt x="208" y="539"/>
                    <a:pt x="211" y="537"/>
                  </a:cubicBezTo>
                  <a:cubicBezTo>
                    <a:pt x="213" y="536"/>
                    <a:pt x="217" y="535"/>
                    <a:pt x="219" y="535"/>
                  </a:cubicBezTo>
                  <a:cubicBezTo>
                    <a:pt x="221" y="534"/>
                    <a:pt x="225" y="534"/>
                    <a:pt x="227" y="534"/>
                  </a:cubicBezTo>
                  <a:cubicBezTo>
                    <a:pt x="229" y="533"/>
                    <a:pt x="232" y="529"/>
                    <a:pt x="234" y="529"/>
                  </a:cubicBezTo>
                  <a:cubicBezTo>
                    <a:pt x="236" y="528"/>
                    <a:pt x="240" y="527"/>
                    <a:pt x="242" y="527"/>
                  </a:cubicBezTo>
                  <a:cubicBezTo>
                    <a:pt x="244" y="528"/>
                    <a:pt x="247" y="529"/>
                    <a:pt x="248" y="530"/>
                  </a:cubicBezTo>
                  <a:cubicBezTo>
                    <a:pt x="250" y="531"/>
                    <a:pt x="251" y="535"/>
                    <a:pt x="252" y="537"/>
                  </a:cubicBezTo>
                  <a:cubicBezTo>
                    <a:pt x="252" y="538"/>
                    <a:pt x="251" y="542"/>
                    <a:pt x="252" y="544"/>
                  </a:cubicBezTo>
                  <a:cubicBezTo>
                    <a:pt x="252" y="546"/>
                    <a:pt x="254" y="551"/>
                    <a:pt x="256" y="552"/>
                  </a:cubicBezTo>
                  <a:cubicBezTo>
                    <a:pt x="258" y="553"/>
                    <a:pt x="262" y="553"/>
                    <a:pt x="264" y="553"/>
                  </a:cubicBezTo>
                  <a:cubicBezTo>
                    <a:pt x="266" y="553"/>
                    <a:pt x="271" y="551"/>
                    <a:pt x="272" y="550"/>
                  </a:cubicBezTo>
                  <a:cubicBezTo>
                    <a:pt x="274" y="548"/>
                    <a:pt x="276" y="543"/>
                    <a:pt x="278" y="541"/>
                  </a:cubicBezTo>
                  <a:cubicBezTo>
                    <a:pt x="280" y="538"/>
                    <a:pt x="283" y="534"/>
                    <a:pt x="285" y="532"/>
                  </a:cubicBezTo>
                  <a:cubicBezTo>
                    <a:pt x="286" y="531"/>
                    <a:pt x="288" y="529"/>
                    <a:pt x="289" y="529"/>
                  </a:cubicBezTo>
                  <a:cubicBezTo>
                    <a:pt x="291" y="529"/>
                    <a:pt x="297" y="531"/>
                    <a:pt x="299" y="533"/>
                  </a:cubicBezTo>
                  <a:cubicBezTo>
                    <a:pt x="301" y="534"/>
                    <a:pt x="303" y="540"/>
                    <a:pt x="305" y="542"/>
                  </a:cubicBezTo>
                  <a:cubicBezTo>
                    <a:pt x="306" y="543"/>
                    <a:pt x="309" y="545"/>
                    <a:pt x="311" y="545"/>
                  </a:cubicBezTo>
                  <a:cubicBezTo>
                    <a:pt x="313" y="546"/>
                    <a:pt x="317" y="544"/>
                    <a:pt x="319" y="543"/>
                  </a:cubicBezTo>
                  <a:cubicBezTo>
                    <a:pt x="322" y="542"/>
                    <a:pt x="328" y="539"/>
                    <a:pt x="331" y="538"/>
                  </a:cubicBezTo>
                  <a:cubicBezTo>
                    <a:pt x="334" y="538"/>
                    <a:pt x="342" y="538"/>
                    <a:pt x="345" y="536"/>
                  </a:cubicBezTo>
                  <a:cubicBezTo>
                    <a:pt x="347" y="535"/>
                    <a:pt x="350" y="532"/>
                    <a:pt x="351" y="530"/>
                  </a:cubicBezTo>
                  <a:cubicBezTo>
                    <a:pt x="352" y="528"/>
                    <a:pt x="352" y="522"/>
                    <a:pt x="353" y="520"/>
                  </a:cubicBezTo>
                  <a:cubicBezTo>
                    <a:pt x="353" y="518"/>
                    <a:pt x="354" y="513"/>
                    <a:pt x="356" y="511"/>
                  </a:cubicBezTo>
                  <a:cubicBezTo>
                    <a:pt x="357" y="510"/>
                    <a:pt x="361" y="510"/>
                    <a:pt x="362" y="510"/>
                  </a:cubicBezTo>
                  <a:cubicBezTo>
                    <a:pt x="365" y="510"/>
                    <a:pt x="369" y="512"/>
                    <a:pt x="371" y="512"/>
                  </a:cubicBezTo>
                  <a:cubicBezTo>
                    <a:pt x="374" y="512"/>
                    <a:pt x="381" y="510"/>
                    <a:pt x="383" y="508"/>
                  </a:cubicBezTo>
                  <a:cubicBezTo>
                    <a:pt x="386" y="506"/>
                    <a:pt x="388" y="500"/>
                    <a:pt x="390" y="498"/>
                  </a:cubicBezTo>
                  <a:cubicBezTo>
                    <a:pt x="392" y="495"/>
                    <a:pt x="394" y="490"/>
                    <a:pt x="397" y="488"/>
                  </a:cubicBezTo>
                  <a:cubicBezTo>
                    <a:pt x="399" y="487"/>
                    <a:pt x="406" y="487"/>
                    <a:pt x="408" y="486"/>
                  </a:cubicBezTo>
                  <a:cubicBezTo>
                    <a:pt x="410" y="485"/>
                    <a:pt x="412" y="482"/>
                    <a:pt x="413" y="481"/>
                  </a:cubicBezTo>
                  <a:cubicBezTo>
                    <a:pt x="415" y="478"/>
                    <a:pt x="418" y="473"/>
                    <a:pt x="420" y="470"/>
                  </a:cubicBezTo>
                  <a:cubicBezTo>
                    <a:pt x="421" y="467"/>
                    <a:pt x="423" y="462"/>
                    <a:pt x="422" y="459"/>
                  </a:cubicBezTo>
                  <a:cubicBezTo>
                    <a:pt x="422" y="456"/>
                    <a:pt x="419" y="450"/>
                    <a:pt x="417" y="447"/>
                  </a:cubicBezTo>
                  <a:cubicBezTo>
                    <a:pt x="415" y="445"/>
                    <a:pt x="411" y="441"/>
                    <a:pt x="408" y="439"/>
                  </a:cubicBezTo>
                  <a:cubicBezTo>
                    <a:pt x="407" y="437"/>
                    <a:pt x="402" y="434"/>
                    <a:pt x="402" y="431"/>
                  </a:cubicBezTo>
                  <a:cubicBezTo>
                    <a:pt x="401" y="429"/>
                    <a:pt x="402" y="425"/>
                    <a:pt x="403" y="423"/>
                  </a:cubicBezTo>
                  <a:cubicBezTo>
                    <a:pt x="404" y="421"/>
                    <a:pt x="407" y="419"/>
                    <a:pt x="409" y="417"/>
                  </a:cubicBezTo>
                  <a:cubicBezTo>
                    <a:pt x="411" y="416"/>
                    <a:pt x="414" y="415"/>
                    <a:pt x="416" y="414"/>
                  </a:cubicBezTo>
                  <a:cubicBezTo>
                    <a:pt x="418" y="412"/>
                    <a:pt x="423" y="409"/>
                    <a:pt x="424" y="406"/>
                  </a:cubicBezTo>
                  <a:cubicBezTo>
                    <a:pt x="425" y="404"/>
                    <a:pt x="426" y="400"/>
                    <a:pt x="425" y="397"/>
                  </a:cubicBezTo>
                  <a:cubicBezTo>
                    <a:pt x="424" y="395"/>
                    <a:pt x="421" y="390"/>
                    <a:pt x="419" y="388"/>
                  </a:cubicBezTo>
                  <a:cubicBezTo>
                    <a:pt x="417" y="386"/>
                    <a:pt x="413" y="383"/>
                    <a:pt x="411" y="381"/>
                  </a:cubicBezTo>
                  <a:cubicBezTo>
                    <a:pt x="410" y="380"/>
                    <a:pt x="406" y="378"/>
                    <a:pt x="405" y="376"/>
                  </a:cubicBezTo>
                  <a:cubicBezTo>
                    <a:pt x="404" y="374"/>
                    <a:pt x="403" y="371"/>
                    <a:pt x="403" y="369"/>
                  </a:cubicBezTo>
                  <a:cubicBezTo>
                    <a:pt x="403" y="366"/>
                    <a:pt x="407" y="359"/>
                    <a:pt x="409" y="356"/>
                  </a:cubicBezTo>
                  <a:cubicBezTo>
                    <a:pt x="411" y="353"/>
                    <a:pt x="417" y="349"/>
                    <a:pt x="420" y="346"/>
                  </a:cubicBezTo>
                  <a:cubicBezTo>
                    <a:pt x="423" y="344"/>
                    <a:pt x="429" y="340"/>
                    <a:pt x="431" y="337"/>
                  </a:cubicBezTo>
                  <a:cubicBezTo>
                    <a:pt x="431" y="336"/>
                    <a:pt x="431" y="333"/>
                    <a:pt x="431" y="332"/>
                  </a:cubicBezTo>
                  <a:cubicBezTo>
                    <a:pt x="430" y="330"/>
                    <a:pt x="427" y="326"/>
                    <a:pt x="425" y="325"/>
                  </a:cubicBezTo>
                  <a:cubicBezTo>
                    <a:pt x="424" y="324"/>
                    <a:pt x="418" y="325"/>
                    <a:pt x="417" y="323"/>
                  </a:cubicBezTo>
                  <a:cubicBezTo>
                    <a:pt x="416" y="321"/>
                    <a:pt x="417" y="315"/>
                    <a:pt x="418" y="313"/>
                  </a:cubicBezTo>
                  <a:cubicBezTo>
                    <a:pt x="419" y="310"/>
                    <a:pt x="422" y="306"/>
                    <a:pt x="424" y="304"/>
                  </a:cubicBezTo>
                  <a:cubicBezTo>
                    <a:pt x="425" y="300"/>
                    <a:pt x="429" y="294"/>
                    <a:pt x="431" y="291"/>
                  </a:cubicBezTo>
                  <a:cubicBezTo>
                    <a:pt x="432" y="288"/>
                    <a:pt x="433" y="283"/>
                    <a:pt x="435" y="280"/>
                  </a:cubicBezTo>
                  <a:cubicBezTo>
                    <a:pt x="436" y="278"/>
                    <a:pt x="439" y="275"/>
                    <a:pt x="441" y="274"/>
                  </a:cubicBezTo>
                  <a:cubicBezTo>
                    <a:pt x="443" y="272"/>
                    <a:pt x="449" y="271"/>
                    <a:pt x="452" y="269"/>
                  </a:cubicBezTo>
                  <a:cubicBezTo>
                    <a:pt x="455" y="268"/>
                    <a:pt x="460" y="264"/>
                    <a:pt x="463" y="262"/>
                  </a:cubicBezTo>
                  <a:cubicBezTo>
                    <a:pt x="465" y="261"/>
                    <a:pt x="470" y="259"/>
                    <a:pt x="472" y="258"/>
                  </a:cubicBezTo>
                  <a:cubicBezTo>
                    <a:pt x="474" y="256"/>
                    <a:pt x="479" y="252"/>
                    <a:pt x="480" y="250"/>
                  </a:cubicBezTo>
                  <a:cubicBezTo>
                    <a:pt x="481" y="248"/>
                    <a:pt x="482" y="244"/>
                    <a:pt x="483" y="242"/>
                  </a:cubicBezTo>
                  <a:cubicBezTo>
                    <a:pt x="484" y="239"/>
                    <a:pt x="486" y="231"/>
                    <a:pt x="486" y="228"/>
                  </a:cubicBezTo>
                  <a:cubicBezTo>
                    <a:pt x="486" y="225"/>
                    <a:pt x="484" y="220"/>
                    <a:pt x="484" y="218"/>
                  </a:cubicBezTo>
                  <a:cubicBezTo>
                    <a:pt x="484" y="214"/>
                    <a:pt x="487" y="206"/>
                    <a:pt x="486" y="202"/>
                  </a:cubicBezTo>
                  <a:cubicBezTo>
                    <a:pt x="486" y="199"/>
                    <a:pt x="484" y="192"/>
                    <a:pt x="483" y="189"/>
                  </a:cubicBezTo>
                  <a:cubicBezTo>
                    <a:pt x="482" y="185"/>
                    <a:pt x="480" y="178"/>
                    <a:pt x="480" y="174"/>
                  </a:cubicBezTo>
                  <a:cubicBezTo>
                    <a:pt x="480" y="170"/>
                    <a:pt x="485" y="163"/>
                    <a:pt x="485" y="159"/>
                  </a:cubicBezTo>
                  <a:cubicBezTo>
                    <a:pt x="485" y="158"/>
                    <a:pt x="484" y="156"/>
                    <a:pt x="483" y="155"/>
                  </a:cubicBezTo>
                  <a:cubicBezTo>
                    <a:pt x="482" y="153"/>
                    <a:pt x="481" y="151"/>
                    <a:pt x="481" y="149"/>
                  </a:cubicBezTo>
                  <a:cubicBezTo>
                    <a:pt x="481" y="147"/>
                    <a:pt x="483" y="143"/>
                    <a:pt x="484" y="141"/>
                  </a:cubicBezTo>
                  <a:cubicBezTo>
                    <a:pt x="484" y="140"/>
                    <a:pt x="485" y="137"/>
                    <a:pt x="484" y="135"/>
                  </a:cubicBezTo>
                  <a:cubicBezTo>
                    <a:pt x="484" y="134"/>
                    <a:pt x="480" y="132"/>
                    <a:pt x="479" y="131"/>
                  </a:cubicBezTo>
                  <a:cubicBezTo>
                    <a:pt x="478" y="130"/>
                    <a:pt x="475" y="127"/>
                    <a:pt x="475" y="125"/>
                  </a:cubicBezTo>
                  <a:cubicBezTo>
                    <a:pt x="475" y="124"/>
                    <a:pt x="475" y="120"/>
                    <a:pt x="476" y="119"/>
                  </a:cubicBezTo>
                  <a:cubicBezTo>
                    <a:pt x="477" y="118"/>
                    <a:pt x="481" y="117"/>
                    <a:pt x="483" y="117"/>
                  </a:cubicBezTo>
                  <a:cubicBezTo>
                    <a:pt x="485" y="117"/>
                    <a:pt x="487" y="120"/>
                    <a:pt x="489" y="120"/>
                  </a:cubicBezTo>
                  <a:cubicBezTo>
                    <a:pt x="491" y="121"/>
                    <a:pt x="496" y="119"/>
                    <a:pt x="497" y="118"/>
                  </a:cubicBezTo>
                  <a:cubicBezTo>
                    <a:pt x="500" y="116"/>
                    <a:pt x="502" y="109"/>
                    <a:pt x="503" y="106"/>
                  </a:cubicBezTo>
                  <a:cubicBezTo>
                    <a:pt x="505" y="103"/>
                    <a:pt x="508" y="97"/>
                    <a:pt x="508" y="93"/>
                  </a:cubicBezTo>
                  <a:cubicBezTo>
                    <a:pt x="508" y="91"/>
                    <a:pt x="507" y="86"/>
                    <a:pt x="506" y="85"/>
                  </a:cubicBezTo>
                  <a:cubicBezTo>
                    <a:pt x="504" y="83"/>
                    <a:pt x="499" y="82"/>
                    <a:pt x="497" y="81"/>
                  </a:cubicBezTo>
                  <a:cubicBezTo>
                    <a:pt x="495" y="80"/>
                    <a:pt x="487" y="80"/>
                    <a:pt x="487" y="81"/>
                  </a:cubicBezTo>
                  <a:cubicBezTo>
                    <a:pt x="487" y="82"/>
                    <a:pt x="483" y="78"/>
                    <a:pt x="482" y="76"/>
                  </a:cubicBezTo>
                  <a:cubicBezTo>
                    <a:pt x="481" y="74"/>
                    <a:pt x="483" y="70"/>
                    <a:pt x="483" y="67"/>
                  </a:cubicBezTo>
                  <a:cubicBezTo>
                    <a:pt x="484" y="65"/>
                    <a:pt x="486" y="61"/>
                    <a:pt x="487" y="59"/>
                  </a:cubicBezTo>
                  <a:cubicBezTo>
                    <a:pt x="488" y="57"/>
                    <a:pt x="488" y="51"/>
                    <a:pt x="490" y="49"/>
                  </a:cubicBezTo>
                  <a:cubicBezTo>
                    <a:pt x="490" y="49"/>
                    <a:pt x="490" y="49"/>
                    <a:pt x="490" y="49"/>
                  </a:cubicBezTo>
                  <a:cubicBezTo>
                    <a:pt x="491" y="47"/>
                    <a:pt x="495" y="46"/>
                    <a:pt x="496" y="45"/>
                  </a:cubicBezTo>
                  <a:cubicBezTo>
                    <a:pt x="498" y="44"/>
                    <a:pt x="502" y="42"/>
                    <a:pt x="504" y="41"/>
                  </a:cubicBezTo>
                  <a:cubicBezTo>
                    <a:pt x="506" y="40"/>
                    <a:pt x="511" y="36"/>
                    <a:pt x="512" y="34"/>
                  </a:cubicBezTo>
                  <a:cubicBezTo>
                    <a:pt x="514" y="32"/>
                    <a:pt x="515" y="28"/>
                    <a:pt x="517" y="26"/>
                  </a:cubicBezTo>
                  <a:cubicBezTo>
                    <a:pt x="517" y="25"/>
                    <a:pt x="520" y="24"/>
                    <a:pt x="521" y="23"/>
                  </a:cubicBezTo>
                  <a:cubicBezTo>
                    <a:pt x="522" y="23"/>
                    <a:pt x="524" y="24"/>
                    <a:pt x="525" y="25"/>
                  </a:cubicBezTo>
                  <a:cubicBezTo>
                    <a:pt x="526" y="26"/>
                    <a:pt x="525" y="30"/>
                    <a:pt x="526" y="31"/>
                  </a:cubicBezTo>
                  <a:cubicBezTo>
                    <a:pt x="527" y="32"/>
                    <a:pt x="529" y="34"/>
                    <a:pt x="530" y="34"/>
                  </a:cubicBezTo>
                  <a:cubicBezTo>
                    <a:pt x="531" y="35"/>
                    <a:pt x="534" y="33"/>
                    <a:pt x="535" y="33"/>
                  </a:cubicBezTo>
                  <a:cubicBezTo>
                    <a:pt x="537" y="31"/>
                    <a:pt x="539" y="27"/>
                    <a:pt x="541" y="26"/>
                  </a:cubicBezTo>
                  <a:cubicBezTo>
                    <a:pt x="542" y="25"/>
                    <a:pt x="546" y="23"/>
                    <a:pt x="547" y="23"/>
                  </a:cubicBezTo>
                  <a:cubicBezTo>
                    <a:pt x="549" y="22"/>
                    <a:pt x="552" y="22"/>
                    <a:pt x="553" y="23"/>
                  </a:cubicBezTo>
                  <a:cubicBezTo>
                    <a:pt x="554" y="24"/>
                    <a:pt x="555" y="27"/>
                    <a:pt x="555" y="29"/>
                  </a:cubicBezTo>
                  <a:cubicBezTo>
                    <a:pt x="556" y="30"/>
                    <a:pt x="559" y="34"/>
                    <a:pt x="561" y="35"/>
                  </a:cubicBezTo>
                  <a:cubicBezTo>
                    <a:pt x="563" y="36"/>
                    <a:pt x="568" y="35"/>
                    <a:pt x="570" y="33"/>
                  </a:cubicBezTo>
                  <a:cubicBezTo>
                    <a:pt x="572" y="32"/>
                    <a:pt x="573" y="27"/>
                    <a:pt x="574" y="25"/>
                  </a:cubicBezTo>
                  <a:cubicBezTo>
                    <a:pt x="575" y="23"/>
                    <a:pt x="576" y="19"/>
                    <a:pt x="576" y="17"/>
                  </a:cubicBezTo>
                  <a:cubicBezTo>
                    <a:pt x="576" y="16"/>
                    <a:pt x="574" y="13"/>
                    <a:pt x="575" y="11"/>
                  </a:cubicBezTo>
                  <a:cubicBezTo>
                    <a:pt x="575" y="9"/>
                    <a:pt x="577" y="7"/>
                    <a:pt x="578" y="6"/>
                  </a:cubicBezTo>
                  <a:cubicBezTo>
                    <a:pt x="580" y="5"/>
                    <a:pt x="584" y="3"/>
                    <a:pt x="586" y="3"/>
                  </a:cubicBezTo>
                  <a:cubicBezTo>
                    <a:pt x="590" y="2"/>
                    <a:pt x="602" y="3"/>
                    <a:pt x="602" y="3"/>
                  </a:cubicBezTo>
                  <a:cubicBezTo>
                    <a:pt x="602" y="3"/>
                    <a:pt x="610" y="6"/>
                    <a:pt x="612" y="6"/>
                  </a:cubicBezTo>
                  <a:cubicBezTo>
                    <a:pt x="614" y="5"/>
                    <a:pt x="616" y="4"/>
                    <a:pt x="617" y="3"/>
                  </a:cubicBezTo>
                  <a:cubicBezTo>
                    <a:pt x="619" y="2"/>
                    <a:pt x="621" y="0"/>
                    <a:pt x="623" y="0"/>
                  </a:cubicBezTo>
                  <a:cubicBezTo>
                    <a:pt x="625" y="0"/>
                    <a:pt x="629" y="1"/>
                    <a:pt x="631" y="2"/>
                  </a:cubicBezTo>
                  <a:cubicBezTo>
                    <a:pt x="633" y="3"/>
                    <a:pt x="635" y="7"/>
                    <a:pt x="638" y="7"/>
                  </a:cubicBezTo>
                  <a:cubicBezTo>
                    <a:pt x="640" y="7"/>
                    <a:pt x="644" y="3"/>
                    <a:pt x="646" y="2"/>
                  </a:cubicBezTo>
                  <a:cubicBezTo>
                    <a:pt x="649" y="2"/>
                    <a:pt x="655" y="2"/>
                    <a:pt x="658" y="3"/>
                  </a:cubicBezTo>
                  <a:cubicBezTo>
                    <a:pt x="660" y="3"/>
                    <a:pt x="664" y="4"/>
                    <a:pt x="666" y="5"/>
                  </a:cubicBezTo>
                  <a:cubicBezTo>
                    <a:pt x="668" y="6"/>
                    <a:pt x="671" y="10"/>
                    <a:pt x="673" y="11"/>
                  </a:cubicBezTo>
                  <a:cubicBezTo>
                    <a:pt x="675" y="12"/>
                    <a:pt x="679" y="13"/>
                    <a:pt x="681" y="13"/>
                  </a:cubicBezTo>
                  <a:cubicBezTo>
                    <a:pt x="682" y="13"/>
                    <a:pt x="685" y="12"/>
                    <a:pt x="687" y="12"/>
                  </a:cubicBezTo>
                  <a:cubicBezTo>
                    <a:pt x="690" y="12"/>
                    <a:pt x="696" y="15"/>
                    <a:pt x="700" y="16"/>
                  </a:cubicBezTo>
                  <a:cubicBezTo>
                    <a:pt x="704" y="18"/>
                    <a:pt x="714" y="23"/>
                    <a:pt x="718" y="26"/>
                  </a:cubicBezTo>
                  <a:cubicBezTo>
                    <a:pt x="721" y="27"/>
                    <a:pt x="725" y="28"/>
                    <a:pt x="727" y="30"/>
                  </a:cubicBezTo>
                  <a:cubicBezTo>
                    <a:pt x="728" y="30"/>
                    <a:pt x="728" y="30"/>
                    <a:pt x="728" y="30"/>
                  </a:cubicBezTo>
                  <a:cubicBezTo>
                    <a:pt x="730" y="32"/>
                    <a:pt x="733" y="37"/>
                    <a:pt x="733" y="39"/>
                  </a:cubicBezTo>
                  <a:cubicBezTo>
                    <a:pt x="733" y="41"/>
                    <a:pt x="731" y="44"/>
                    <a:pt x="730" y="45"/>
                  </a:cubicBezTo>
                  <a:cubicBezTo>
                    <a:pt x="729" y="46"/>
                    <a:pt x="725" y="47"/>
                    <a:pt x="723" y="47"/>
                  </a:cubicBezTo>
                  <a:cubicBezTo>
                    <a:pt x="722" y="47"/>
                    <a:pt x="719" y="44"/>
                    <a:pt x="717" y="43"/>
                  </a:cubicBezTo>
                  <a:cubicBezTo>
                    <a:pt x="715" y="42"/>
                    <a:pt x="711" y="40"/>
                    <a:pt x="709" y="40"/>
                  </a:cubicBezTo>
                  <a:cubicBezTo>
                    <a:pt x="708" y="41"/>
                    <a:pt x="705" y="43"/>
                    <a:pt x="704" y="44"/>
                  </a:cubicBezTo>
                  <a:cubicBezTo>
                    <a:pt x="703" y="45"/>
                    <a:pt x="701" y="49"/>
                    <a:pt x="701" y="51"/>
                  </a:cubicBezTo>
                  <a:cubicBezTo>
                    <a:pt x="701" y="53"/>
                    <a:pt x="702" y="56"/>
                    <a:pt x="702" y="57"/>
                  </a:cubicBezTo>
                  <a:cubicBezTo>
                    <a:pt x="701" y="60"/>
                    <a:pt x="696" y="65"/>
                    <a:pt x="696" y="67"/>
                  </a:cubicBezTo>
                  <a:cubicBezTo>
                    <a:pt x="696" y="70"/>
                    <a:pt x="698" y="75"/>
                    <a:pt x="700" y="77"/>
                  </a:cubicBezTo>
                  <a:cubicBezTo>
                    <a:pt x="702" y="79"/>
                    <a:pt x="709" y="80"/>
                    <a:pt x="713" y="80"/>
                  </a:cubicBezTo>
                  <a:cubicBezTo>
                    <a:pt x="717" y="80"/>
                    <a:pt x="724" y="77"/>
                    <a:pt x="728" y="77"/>
                  </a:cubicBezTo>
                  <a:cubicBezTo>
                    <a:pt x="731" y="77"/>
                    <a:pt x="736" y="77"/>
                    <a:pt x="738" y="78"/>
                  </a:cubicBezTo>
                  <a:cubicBezTo>
                    <a:pt x="740" y="79"/>
                    <a:pt x="742" y="80"/>
                    <a:pt x="743" y="82"/>
                  </a:cubicBezTo>
                  <a:cubicBezTo>
                    <a:pt x="743" y="83"/>
                    <a:pt x="744" y="86"/>
                    <a:pt x="743" y="87"/>
                  </a:cubicBezTo>
                  <a:cubicBezTo>
                    <a:pt x="742" y="88"/>
                    <a:pt x="738" y="88"/>
                    <a:pt x="737" y="89"/>
                  </a:cubicBezTo>
                  <a:cubicBezTo>
                    <a:pt x="736" y="90"/>
                    <a:pt x="733" y="93"/>
                    <a:pt x="733" y="95"/>
                  </a:cubicBezTo>
                  <a:cubicBezTo>
                    <a:pt x="733" y="96"/>
                    <a:pt x="735" y="99"/>
                    <a:pt x="735" y="100"/>
                  </a:cubicBezTo>
                  <a:cubicBezTo>
                    <a:pt x="735" y="101"/>
                    <a:pt x="734" y="104"/>
                    <a:pt x="733" y="106"/>
                  </a:cubicBezTo>
                  <a:cubicBezTo>
                    <a:pt x="732" y="108"/>
                    <a:pt x="729" y="110"/>
                    <a:pt x="729" y="112"/>
                  </a:cubicBezTo>
                  <a:cubicBezTo>
                    <a:pt x="728" y="114"/>
                    <a:pt x="729" y="117"/>
                    <a:pt x="729" y="119"/>
                  </a:cubicBezTo>
                  <a:cubicBezTo>
                    <a:pt x="729" y="122"/>
                    <a:pt x="730" y="129"/>
                    <a:pt x="731" y="132"/>
                  </a:cubicBezTo>
                  <a:cubicBezTo>
                    <a:pt x="731" y="134"/>
                    <a:pt x="733" y="138"/>
                    <a:pt x="734" y="140"/>
                  </a:cubicBezTo>
                  <a:cubicBezTo>
                    <a:pt x="734" y="142"/>
                    <a:pt x="734" y="146"/>
                    <a:pt x="735" y="148"/>
                  </a:cubicBezTo>
                  <a:cubicBezTo>
                    <a:pt x="735" y="150"/>
                    <a:pt x="738" y="152"/>
                    <a:pt x="739" y="153"/>
                  </a:cubicBezTo>
                  <a:cubicBezTo>
                    <a:pt x="740" y="155"/>
                    <a:pt x="743" y="159"/>
                    <a:pt x="744" y="161"/>
                  </a:cubicBezTo>
                  <a:cubicBezTo>
                    <a:pt x="745" y="163"/>
                    <a:pt x="747" y="168"/>
                    <a:pt x="747" y="170"/>
                  </a:cubicBezTo>
                  <a:cubicBezTo>
                    <a:pt x="747" y="173"/>
                    <a:pt x="747" y="179"/>
                    <a:pt x="745" y="181"/>
                  </a:cubicBezTo>
                  <a:cubicBezTo>
                    <a:pt x="744" y="183"/>
                    <a:pt x="738" y="184"/>
                    <a:pt x="737" y="186"/>
                  </a:cubicBezTo>
                  <a:cubicBezTo>
                    <a:pt x="735" y="188"/>
                    <a:pt x="734" y="192"/>
                    <a:pt x="734" y="194"/>
                  </a:cubicBezTo>
                  <a:cubicBezTo>
                    <a:pt x="735" y="196"/>
                    <a:pt x="740" y="198"/>
                    <a:pt x="741" y="200"/>
                  </a:cubicBezTo>
                  <a:cubicBezTo>
                    <a:pt x="742" y="202"/>
                    <a:pt x="744" y="207"/>
                    <a:pt x="745" y="209"/>
                  </a:cubicBezTo>
                  <a:cubicBezTo>
                    <a:pt x="746" y="210"/>
                    <a:pt x="748" y="215"/>
                    <a:pt x="750" y="216"/>
                  </a:cubicBezTo>
                  <a:cubicBezTo>
                    <a:pt x="751" y="217"/>
                    <a:pt x="753" y="216"/>
                    <a:pt x="754" y="217"/>
                  </a:cubicBezTo>
                  <a:cubicBezTo>
                    <a:pt x="755" y="218"/>
                    <a:pt x="756" y="220"/>
                    <a:pt x="757" y="221"/>
                  </a:cubicBezTo>
                  <a:cubicBezTo>
                    <a:pt x="759" y="222"/>
                    <a:pt x="762" y="221"/>
                    <a:pt x="764" y="222"/>
                  </a:cubicBezTo>
                  <a:cubicBezTo>
                    <a:pt x="765" y="222"/>
                    <a:pt x="768" y="225"/>
                    <a:pt x="769" y="225"/>
                  </a:cubicBezTo>
                  <a:cubicBezTo>
                    <a:pt x="771" y="225"/>
                    <a:pt x="773" y="223"/>
                    <a:pt x="774" y="221"/>
                  </a:cubicBezTo>
                  <a:cubicBezTo>
                    <a:pt x="775" y="220"/>
                    <a:pt x="776" y="216"/>
                    <a:pt x="776" y="214"/>
                  </a:cubicBezTo>
                  <a:cubicBezTo>
                    <a:pt x="776" y="212"/>
                    <a:pt x="775" y="208"/>
                    <a:pt x="776" y="207"/>
                  </a:cubicBezTo>
                  <a:cubicBezTo>
                    <a:pt x="777" y="205"/>
                    <a:pt x="782" y="206"/>
                    <a:pt x="784" y="205"/>
                  </a:cubicBezTo>
                  <a:cubicBezTo>
                    <a:pt x="786" y="204"/>
                    <a:pt x="790" y="202"/>
                    <a:pt x="792" y="201"/>
                  </a:cubicBezTo>
                  <a:cubicBezTo>
                    <a:pt x="794" y="199"/>
                    <a:pt x="797" y="193"/>
                    <a:pt x="798" y="190"/>
                  </a:cubicBezTo>
                  <a:cubicBezTo>
                    <a:pt x="799" y="186"/>
                    <a:pt x="798" y="178"/>
                    <a:pt x="798" y="174"/>
                  </a:cubicBezTo>
                  <a:cubicBezTo>
                    <a:pt x="798" y="170"/>
                    <a:pt x="798" y="164"/>
                    <a:pt x="797" y="161"/>
                  </a:cubicBezTo>
                  <a:cubicBezTo>
                    <a:pt x="796" y="157"/>
                    <a:pt x="792" y="150"/>
                    <a:pt x="791" y="147"/>
                  </a:cubicBezTo>
                  <a:cubicBezTo>
                    <a:pt x="790" y="144"/>
                    <a:pt x="789" y="138"/>
                    <a:pt x="789" y="135"/>
                  </a:cubicBezTo>
                  <a:cubicBezTo>
                    <a:pt x="789" y="133"/>
                    <a:pt x="791" y="127"/>
                    <a:pt x="793" y="125"/>
                  </a:cubicBezTo>
                  <a:cubicBezTo>
                    <a:pt x="795" y="124"/>
                    <a:pt x="801" y="123"/>
                    <a:pt x="804" y="123"/>
                  </a:cubicBezTo>
                  <a:cubicBezTo>
                    <a:pt x="808" y="123"/>
                    <a:pt x="815" y="126"/>
                    <a:pt x="818" y="127"/>
                  </a:cubicBezTo>
                  <a:cubicBezTo>
                    <a:pt x="821" y="128"/>
                    <a:pt x="825" y="130"/>
                    <a:pt x="827" y="132"/>
                  </a:cubicBezTo>
                  <a:cubicBezTo>
                    <a:pt x="830" y="134"/>
                    <a:pt x="832" y="140"/>
                    <a:pt x="833" y="143"/>
                  </a:cubicBezTo>
                  <a:cubicBezTo>
                    <a:pt x="835" y="146"/>
                    <a:pt x="837" y="152"/>
                    <a:pt x="839" y="154"/>
                  </a:cubicBezTo>
                  <a:cubicBezTo>
                    <a:pt x="840" y="155"/>
                    <a:pt x="843" y="156"/>
                    <a:pt x="845" y="157"/>
                  </a:cubicBezTo>
                  <a:cubicBezTo>
                    <a:pt x="846" y="158"/>
                    <a:pt x="849" y="159"/>
                    <a:pt x="851" y="160"/>
                  </a:cubicBezTo>
                  <a:cubicBezTo>
                    <a:pt x="852" y="160"/>
                    <a:pt x="856" y="162"/>
                    <a:pt x="857" y="163"/>
                  </a:cubicBezTo>
                  <a:cubicBezTo>
                    <a:pt x="858" y="165"/>
                    <a:pt x="859" y="169"/>
                    <a:pt x="859" y="171"/>
                  </a:cubicBezTo>
                  <a:cubicBezTo>
                    <a:pt x="860" y="172"/>
                    <a:pt x="858" y="176"/>
                    <a:pt x="858" y="177"/>
                  </a:cubicBezTo>
                  <a:cubicBezTo>
                    <a:pt x="858" y="180"/>
                    <a:pt x="859" y="184"/>
                    <a:pt x="860" y="186"/>
                  </a:cubicBezTo>
                  <a:cubicBezTo>
                    <a:pt x="861" y="188"/>
                    <a:pt x="864" y="191"/>
                    <a:pt x="866" y="192"/>
                  </a:cubicBezTo>
                  <a:cubicBezTo>
                    <a:pt x="868" y="194"/>
                    <a:pt x="874" y="196"/>
                    <a:pt x="876" y="197"/>
                  </a:cubicBezTo>
                  <a:cubicBezTo>
                    <a:pt x="880" y="198"/>
                    <a:pt x="886" y="201"/>
                    <a:pt x="889" y="203"/>
                  </a:cubicBezTo>
                  <a:cubicBezTo>
                    <a:pt x="891" y="204"/>
                    <a:pt x="894" y="207"/>
                    <a:pt x="894" y="209"/>
                  </a:cubicBezTo>
                  <a:cubicBezTo>
                    <a:pt x="895" y="211"/>
                    <a:pt x="896" y="215"/>
                    <a:pt x="896" y="217"/>
                  </a:cubicBezTo>
                  <a:cubicBezTo>
                    <a:pt x="895" y="219"/>
                    <a:pt x="893" y="223"/>
                    <a:pt x="892" y="224"/>
                  </a:cubicBezTo>
                  <a:cubicBezTo>
                    <a:pt x="891" y="227"/>
                    <a:pt x="887" y="230"/>
                    <a:pt x="886" y="233"/>
                  </a:cubicBezTo>
                  <a:cubicBezTo>
                    <a:pt x="886" y="235"/>
                    <a:pt x="887" y="241"/>
                    <a:pt x="888" y="243"/>
                  </a:cubicBezTo>
                  <a:cubicBezTo>
                    <a:pt x="889" y="245"/>
                    <a:pt x="893" y="247"/>
                    <a:pt x="895" y="248"/>
                  </a:cubicBezTo>
                  <a:cubicBezTo>
                    <a:pt x="897" y="249"/>
                    <a:pt x="901" y="251"/>
                    <a:pt x="904" y="251"/>
                  </a:cubicBezTo>
                  <a:cubicBezTo>
                    <a:pt x="907" y="252"/>
                    <a:pt x="913" y="253"/>
                    <a:pt x="916" y="254"/>
                  </a:cubicBezTo>
                  <a:cubicBezTo>
                    <a:pt x="918" y="254"/>
                    <a:pt x="924" y="256"/>
                    <a:pt x="926" y="258"/>
                  </a:cubicBezTo>
                  <a:cubicBezTo>
                    <a:pt x="927" y="260"/>
                    <a:pt x="928" y="264"/>
                    <a:pt x="929" y="266"/>
                  </a:cubicBezTo>
                  <a:cubicBezTo>
                    <a:pt x="930" y="269"/>
                    <a:pt x="931" y="275"/>
                    <a:pt x="932" y="278"/>
                  </a:cubicBezTo>
                  <a:cubicBezTo>
                    <a:pt x="933" y="282"/>
                    <a:pt x="935" y="288"/>
                    <a:pt x="937" y="290"/>
                  </a:cubicBezTo>
                  <a:cubicBezTo>
                    <a:pt x="938" y="293"/>
                    <a:pt x="941" y="298"/>
                    <a:pt x="942" y="300"/>
                  </a:cubicBezTo>
                  <a:cubicBezTo>
                    <a:pt x="943" y="303"/>
                    <a:pt x="948" y="309"/>
                    <a:pt x="948" y="312"/>
                  </a:cubicBezTo>
                  <a:cubicBezTo>
                    <a:pt x="949" y="314"/>
                    <a:pt x="949" y="319"/>
                    <a:pt x="948" y="321"/>
                  </a:cubicBezTo>
                  <a:cubicBezTo>
                    <a:pt x="948" y="322"/>
                    <a:pt x="947" y="322"/>
                    <a:pt x="946" y="323"/>
                  </a:cubicBezTo>
                  <a:cubicBezTo>
                    <a:pt x="945" y="324"/>
                    <a:pt x="943" y="325"/>
                    <a:pt x="943" y="326"/>
                  </a:cubicBezTo>
                  <a:cubicBezTo>
                    <a:pt x="941" y="327"/>
                    <a:pt x="939" y="330"/>
                    <a:pt x="938" y="332"/>
                  </a:cubicBezTo>
                  <a:cubicBezTo>
                    <a:pt x="938" y="334"/>
                    <a:pt x="937" y="339"/>
                    <a:pt x="937" y="341"/>
                  </a:cubicBezTo>
                  <a:cubicBezTo>
                    <a:pt x="937" y="344"/>
                    <a:pt x="939" y="350"/>
                    <a:pt x="939" y="353"/>
                  </a:cubicBezTo>
                  <a:cubicBezTo>
                    <a:pt x="939" y="356"/>
                    <a:pt x="937" y="361"/>
                    <a:pt x="938" y="364"/>
                  </a:cubicBezTo>
                  <a:cubicBezTo>
                    <a:pt x="938" y="366"/>
                    <a:pt x="939" y="371"/>
                    <a:pt x="941" y="373"/>
                  </a:cubicBezTo>
                  <a:cubicBezTo>
                    <a:pt x="942" y="374"/>
                    <a:pt x="946" y="375"/>
                    <a:pt x="947" y="376"/>
                  </a:cubicBezTo>
                  <a:cubicBezTo>
                    <a:pt x="948" y="378"/>
                    <a:pt x="947" y="383"/>
                    <a:pt x="948" y="385"/>
                  </a:cubicBezTo>
                  <a:cubicBezTo>
                    <a:pt x="949" y="387"/>
                    <a:pt x="955" y="389"/>
                    <a:pt x="956" y="391"/>
                  </a:cubicBezTo>
                  <a:cubicBezTo>
                    <a:pt x="957" y="393"/>
                    <a:pt x="955" y="396"/>
                    <a:pt x="954" y="397"/>
                  </a:cubicBezTo>
                  <a:cubicBezTo>
                    <a:pt x="953" y="398"/>
                    <a:pt x="949" y="398"/>
                    <a:pt x="948" y="400"/>
                  </a:cubicBezTo>
                  <a:cubicBezTo>
                    <a:pt x="948" y="401"/>
                    <a:pt x="948" y="404"/>
                    <a:pt x="949" y="405"/>
                  </a:cubicBezTo>
                  <a:cubicBezTo>
                    <a:pt x="950" y="406"/>
                    <a:pt x="952" y="408"/>
                    <a:pt x="954" y="408"/>
                  </a:cubicBezTo>
                  <a:cubicBezTo>
                    <a:pt x="956" y="409"/>
                    <a:pt x="959" y="407"/>
                    <a:pt x="961" y="407"/>
                  </a:cubicBezTo>
                  <a:cubicBezTo>
                    <a:pt x="962" y="406"/>
                    <a:pt x="965" y="405"/>
                    <a:pt x="967" y="405"/>
                  </a:cubicBezTo>
                  <a:cubicBezTo>
                    <a:pt x="970" y="405"/>
                    <a:pt x="977" y="406"/>
                    <a:pt x="978" y="408"/>
                  </a:cubicBezTo>
                  <a:cubicBezTo>
                    <a:pt x="979" y="410"/>
                    <a:pt x="979" y="414"/>
                    <a:pt x="978" y="416"/>
                  </a:cubicBezTo>
                  <a:cubicBezTo>
                    <a:pt x="977" y="418"/>
                    <a:pt x="973" y="421"/>
                    <a:pt x="971" y="423"/>
                  </a:cubicBezTo>
                  <a:cubicBezTo>
                    <a:pt x="970" y="425"/>
                    <a:pt x="966" y="427"/>
                    <a:pt x="965" y="429"/>
                  </a:cubicBezTo>
                  <a:cubicBezTo>
                    <a:pt x="964" y="431"/>
                    <a:pt x="963" y="437"/>
                    <a:pt x="962" y="439"/>
                  </a:cubicBezTo>
                  <a:cubicBezTo>
                    <a:pt x="961" y="442"/>
                    <a:pt x="958" y="446"/>
                    <a:pt x="957" y="448"/>
                  </a:cubicBezTo>
                  <a:cubicBezTo>
                    <a:pt x="954" y="452"/>
                    <a:pt x="948" y="458"/>
                    <a:pt x="946" y="461"/>
                  </a:cubicBezTo>
                  <a:cubicBezTo>
                    <a:pt x="943" y="464"/>
                    <a:pt x="938" y="471"/>
                    <a:pt x="935" y="475"/>
                  </a:cubicBezTo>
                  <a:cubicBezTo>
                    <a:pt x="933" y="478"/>
                    <a:pt x="930" y="483"/>
                    <a:pt x="929" y="486"/>
                  </a:cubicBezTo>
                  <a:cubicBezTo>
                    <a:pt x="928" y="488"/>
                    <a:pt x="927" y="492"/>
                    <a:pt x="928" y="494"/>
                  </a:cubicBezTo>
                  <a:cubicBezTo>
                    <a:pt x="929" y="496"/>
                    <a:pt x="932" y="498"/>
                    <a:pt x="934" y="499"/>
                  </a:cubicBezTo>
                  <a:cubicBezTo>
                    <a:pt x="935" y="499"/>
                    <a:pt x="939" y="498"/>
                    <a:pt x="940" y="497"/>
                  </a:cubicBezTo>
                  <a:cubicBezTo>
                    <a:pt x="941" y="496"/>
                    <a:pt x="941" y="492"/>
                    <a:pt x="942" y="491"/>
                  </a:cubicBezTo>
                  <a:cubicBezTo>
                    <a:pt x="943" y="490"/>
                    <a:pt x="945" y="489"/>
                    <a:pt x="946" y="489"/>
                  </a:cubicBezTo>
                  <a:cubicBezTo>
                    <a:pt x="947" y="489"/>
                    <a:pt x="949" y="493"/>
                    <a:pt x="951" y="494"/>
                  </a:cubicBezTo>
                  <a:cubicBezTo>
                    <a:pt x="953" y="494"/>
                    <a:pt x="957" y="494"/>
                    <a:pt x="958" y="494"/>
                  </a:cubicBezTo>
                  <a:cubicBezTo>
                    <a:pt x="960" y="493"/>
                    <a:pt x="964" y="489"/>
                    <a:pt x="966" y="488"/>
                  </a:cubicBezTo>
                  <a:cubicBezTo>
                    <a:pt x="968" y="487"/>
                    <a:pt x="972" y="485"/>
                    <a:pt x="974" y="484"/>
                  </a:cubicBezTo>
                  <a:cubicBezTo>
                    <a:pt x="975" y="484"/>
                    <a:pt x="978" y="482"/>
                    <a:pt x="980" y="482"/>
                  </a:cubicBezTo>
                  <a:cubicBezTo>
                    <a:pt x="981" y="482"/>
                    <a:pt x="983" y="483"/>
                    <a:pt x="984" y="483"/>
                  </a:cubicBezTo>
                  <a:cubicBezTo>
                    <a:pt x="986" y="484"/>
                    <a:pt x="988" y="489"/>
                    <a:pt x="990" y="490"/>
                  </a:cubicBezTo>
                  <a:cubicBezTo>
                    <a:pt x="992" y="492"/>
                    <a:pt x="995" y="494"/>
                    <a:pt x="997" y="496"/>
                  </a:cubicBezTo>
                  <a:cubicBezTo>
                    <a:pt x="998" y="496"/>
                    <a:pt x="1000" y="497"/>
                    <a:pt x="1001" y="498"/>
                  </a:cubicBezTo>
                  <a:cubicBezTo>
                    <a:pt x="1001" y="499"/>
                    <a:pt x="1001" y="502"/>
                    <a:pt x="1001" y="504"/>
                  </a:cubicBezTo>
                  <a:cubicBezTo>
                    <a:pt x="1000" y="505"/>
                    <a:pt x="998" y="507"/>
                    <a:pt x="998" y="509"/>
                  </a:cubicBezTo>
                  <a:cubicBezTo>
                    <a:pt x="997" y="510"/>
                    <a:pt x="995" y="513"/>
                    <a:pt x="995" y="515"/>
                  </a:cubicBezTo>
                  <a:cubicBezTo>
                    <a:pt x="994" y="517"/>
                    <a:pt x="994" y="523"/>
                    <a:pt x="994" y="526"/>
                  </a:cubicBezTo>
                  <a:cubicBezTo>
                    <a:pt x="994" y="527"/>
                    <a:pt x="995" y="529"/>
                    <a:pt x="996" y="530"/>
                  </a:cubicBezTo>
                  <a:cubicBezTo>
                    <a:pt x="997" y="531"/>
                    <a:pt x="1000" y="531"/>
                    <a:pt x="1001" y="530"/>
                  </a:cubicBezTo>
                  <a:cubicBezTo>
                    <a:pt x="1003" y="530"/>
                    <a:pt x="1004" y="527"/>
                    <a:pt x="1005" y="526"/>
                  </a:cubicBezTo>
                  <a:cubicBezTo>
                    <a:pt x="1006" y="525"/>
                    <a:pt x="1008" y="524"/>
                    <a:pt x="1009" y="524"/>
                  </a:cubicBezTo>
                  <a:cubicBezTo>
                    <a:pt x="1010" y="524"/>
                    <a:pt x="1013" y="526"/>
                    <a:pt x="1013" y="528"/>
                  </a:cubicBezTo>
                  <a:cubicBezTo>
                    <a:pt x="1014" y="529"/>
                    <a:pt x="1012" y="533"/>
                    <a:pt x="1012" y="535"/>
                  </a:cubicBezTo>
                  <a:cubicBezTo>
                    <a:pt x="1013" y="537"/>
                    <a:pt x="1017" y="541"/>
                    <a:pt x="1019" y="542"/>
                  </a:cubicBezTo>
                  <a:cubicBezTo>
                    <a:pt x="1020" y="543"/>
                    <a:pt x="1024" y="544"/>
                    <a:pt x="1026" y="544"/>
                  </a:cubicBezTo>
                  <a:cubicBezTo>
                    <a:pt x="1029" y="545"/>
                    <a:pt x="1034" y="547"/>
                    <a:pt x="1037" y="547"/>
                  </a:cubicBezTo>
                  <a:cubicBezTo>
                    <a:pt x="1040" y="548"/>
                    <a:pt x="1046" y="547"/>
                    <a:pt x="1048" y="547"/>
                  </a:cubicBezTo>
                  <a:cubicBezTo>
                    <a:pt x="1051" y="547"/>
                    <a:pt x="1056" y="545"/>
                    <a:pt x="1059" y="545"/>
                  </a:cubicBezTo>
                  <a:cubicBezTo>
                    <a:pt x="1062" y="545"/>
                    <a:pt x="1069" y="547"/>
                    <a:pt x="1071" y="549"/>
                  </a:cubicBezTo>
                  <a:cubicBezTo>
                    <a:pt x="1072" y="550"/>
                    <a:pt x="1073" y="554"/>
                    <a:pt x="1073" y="555"/>
                  </a:cubicBezTo>
                  <a:cubicBezTo>
                    <a:pt x="1074" y="558"/>
                    <a:pt x="1073" y="563"/>
                    <a:pt x="1074" y="565"/>
                  </a:cubicBezTo>
                  <a:cubicBezTo>
                    <a:pt x="1074" y="567"/>
                    <a:pt x="1075" y="571"/>
                    <a:pt x="1076" y="572"/>
                  </a:cubicBezTo>
                  <a:cubicBezTo>
                    <a:pt x="1078" y="574"/>
                    <a:pt x="1082" y="578"/>
                    <a:pt x="1084" y="579"/>
                  </a:cubicBezTo>
                  <a:cubicBezTo>
                    <a:pt x="1086" y="580"/>
                    <a:pt x="1090" y="582"/>
                    <a:pt x="1093" y="582"/>
                  </a:cubicBezTo>
                  <a:cubicBezTo>
                    <a:pt x="1095" y="583"/>
                    <a:pt x="1101" y="583"/>
                    <a:pt x="1103" y="583"/>
                  </a:cubicBezTo>
                  <a:cubicBezTo>
                    <a:pt x="1104" y="584"/>
                    <a:pt x="1106" y="585"/>
                    <a:pt x="1107" y="586"/>
                  </a:cubicBezTo>
                  <a:cubicBezTo>
                    <a:pt x="1109" y="588"/>
                    <a:pt x="1111" y="592"/>
                    <a:pt x="1113" y="594"/>
                  </a:cubicBezTo>
                  <a:cubicBezTo>
                    <a:pt x="1114" y="595"/>
                    <a:pt x="1117" y="599"/>
                    <a:pt x="1120" y="599"/>
                  </a:cubicBezTo>
                  <a:cubicBezTo>
                    <a:pt x="1121" y="600"/>
                    <a:pt x="1124" y="600"/>
                    <a:pt x="1126" y="599"/>
                  </a:cubicBezTo>
                  <a:cubicBezTo>
                    <a:pt x="1129" y="599"/>
                    <a:pt x="1133" y="596"/>
                    <a:pt x="1136" y="595"/>
                  </a:cubicBezTo>
                  <a:cubicBezTo>
                    <a:pt x="1140" y="594"/>
                    <a:pt x="1148" y="594"/>
                    <a:pt x="1152" y="594"/>
                  </a:cubicBezTo>
                  <a:cubicBezTo>
                    <a:pt x="1155" y="594"/>
                    <a:pt x="1162" y="594"/>
                    <a:pt x="1165" y="595"/>
                  </a:cubicBezTo>
                  <a:cubicBezTo>
                    <a:pt x="1170" y="595"/>
                    <a:pt x="1179" y="597"/>
                    <a:pt x="1183" y="599"/>
                  </a:cubicBezTo>
                  <a:cubicBezTo>
                    <a:pt x="1185" y="600"/>
                    <a:pt x="1188" y="603"/>
                    <a:pt x="1189" y="604"/>
                  </a:cubicBezTo>
                  <a:cubicBezTo>
                    <a:pt x="1190" y="606"/>
                    <a:pt x="1192" y="609"/>
                    <a:pt x="1192" y="611"/>
                  </a:cubicBezTo>
                  <a:cubicBezTo>
                    <a:pt x="1193" y="614"/>
                    <a:pt x="1192" y="619"/>
                    <a:pt x="1193" y="622"/>
                  </a:cubicBezTo>
                  <a:cubicBezTo>
                    <a:pt x="1193" y="624"/>
                    <a:pt x="1194" y="629"/>
                    <a:pt x="1196" y="630"/>
                  </a:cubicBezTo>
                  <a:cubicBezTo>
                    <a:pt x="1198" y="633"/>
                    <a:pt x="1203" y="635"/>
                    <a:pt x="1205" y="636"/>
                  </a:cubicBezTo>
                  <a:cubicBezTo>
                    <a:pt x="1210" y="638"/>
                    <a:pt x="1219" y="641"/>
                    <a:pt x="1223" y="644"/>
                  </a:cubicBezTo>
                  <a:cubicBezTo>
                    <a:pt x="1226" y="646"/>
                    <a:pt x="1231" y="652"/>
                    <a:pt x="1233" y="654"/>
                  </a:cubicBezTo>
                  <a:cubicBezTo>
                    <a:pt x="1236" y="658"/>
                    <a:pt x="1241" y="665"/>
                    <a:pt x="1243" y="669"/>
                  </a:cubicBezTo>
                  <a:cubicBezTo>
                    <a:pt x="1245" y="672"/>
                    <a:pt x="1247" y="679"/>
                    <a:pt x="1247" y="682"/>
                  </a:cubicBezTo>
                  <a:cubicBezTo>
                    <a:pt x="1248" y="685"/>
                    <a:pt x="1249" y="690"/>
                    <a:pt x="1249" y="693"/>
                  </a:cubicBezTo>
                  <a:cubicBezTo>
                    <a:pt x="1249" y="694"/>
                    <a:pt x="1248" y="696"/>
                    <a:pt x="1248" y="698"/>
                  </a:cubicBezTo>
                  <a:cubicBezTo>
                    <a:pt x="1242" y="700"/>
                    <a:pt x="1234" y="702"/>
                    <a:pt x="1230" y="704"/>
                  </a:cubicBezTo>
                  <a:cubicBezTo>
                    <a:pt x="1225" y="707"/>
                    <a:pt x="1216" y="715"/>
                    <a:pt x="1211" y="717"/>
                  </a:cubicBezTo>
                  <a:cubicBezTo>
                    <a:pt x="1206" y="719"/>
                    <a:pt x="1196" y="721"/>
                    <a:pt x="1191" y="721"/>
                  </a:cubicBezTo>
                  <a:cubicBezTo>
                    <a:pt x="1186" y="722"/>
                    <a:pt x="1176" y="723"/>
                    <a:pt x="1171" y="722"/>
                  </a:cubicBezTo>
                  <a:cubicBezTo>
                    <a:pt x="1169" y="722"/>
                    <a:pt x="1166" y="720"/>
                    <a:pt x="1165" y="719"/>
                  </a:cubicBezTo>
                  <a:cubicBezTo>
                    <a:pt x="1163" y="717"/>
                    <a:pt x="1161" y="711"/>
                    <a:pt x="1158" y="710"/>
                  </a:cubicBezTo>
                  <a:cubicBezTo>
                    <a:pt x="1155" y="707"/>
                    <a:pt x="1148" y="705"/>
                    <a:pt x="1144" y="705"/>
                  </a:cubicBezTo>
                  <a:cubicBezTo>
                    <a:pt x="1142" y="704"/>
                    <a:pt x="1137" y="703"/>
                    <a:pt x="1135" y="704"/>
                  </a:cubicBezTo>
                  <a:cubicBezTo>
                    <a:pt x="1132" y="705"/>
                    <a:pt x="1128" y="710"/>
                    <a:pt x="1126" y="712"/>
                  </a:cubicBezTo>
                  <a:cubicBezTo>
                    <a:pt x="1123" y="715"/>
                    <a:pt x="1119" y="722"/>
                    <a:pt x="1115" y="723"/>
                  </a:cubicBezTo>
                  <a:cubicBezTo>
                    <a:pt x="1112" y="725"/>
                    <a:pt x="1103" y="725"/>
                    <a:pt x="1099" y="725"/>
                  </a:cubicBezTo>
                  <a:cubicBezTo>
                    <a:pt x="1096" y="725"/>
                    <a:pt x="1090" y="723"/>
                    <a:pt x="1087" y="721"/>
                  </a:cubicBezTo>
                  <a:cubicBezTo>
                    <a:pt x="1085" y="719"/>
                    <a:pt x="1084" y="714"/>
                    <a:pt x="1082" y="712"/>
                  </a:cubicBezTo>
                  <a:cubicBezTo>
                    <a:pt x="1080" y="710"/>
                    <a:pt x="1074" y="707"/>
                    <a:pt x="1071" y="706"/>
                  </a:cubicBezTo>
                  <a:cubicBezTo>
                    <a:pt x="1069" y="705"/>
                    <a:pt x="1063" y="706"/>
                    <a:pt x="1061" y="704"/>
                  </a:cubicBezTo>
                  <a:cubicBezTo>
                    <a:pt x="1059" y="704"/>
                    <a:pt x="1056" y="700"/>
                    <a:pt x="1054" y="699"/>
                  </a:cubicBezTo>
                  <a:cubicBezTo>
                    <a:pt x="1052" y="698"/>
                    <a:pt x="1048" y="695"/>
                    <a:pt x="1046" y="695"/>
                  </a:cubicBezTo>
                  <a:cubicBezTo>
                    <a:pt x="1043" y="694"/>
                    <a:pt x="1038" y="694"/>
                    <a:pt x="1035" y="694"/>
                  </a:cubicBezTo>
                  <a:cubicBezTo>
                    <a:pt x="1032" y="693"/>
                    <a:pt x="1024" y="692"/>
                    <a:pt x="1021" y="690"/>
                  </a:cubicBezTo>
                  <a:cubicBezTo>
                    <a:pt x="1016" y="689"/>
                    <a:pt x="1009" y="683"/>
                    <a:pt x="1004" y="682"/>
                  </a:cubicBezTo>
                  <a:cubicBezTo>
                    <a:pt x="1000" y="681"/>
                    <a:pt x="991" y="682"/>
                    <a:pt x="987" y="681"/>
                  </a:cubicBezTo>
                  <a:cubicBezTo>
                    <a:pt x="984" y="681"/>
                    <a:pt x="978" y="681"/>
                    <a:pt x="975" y="682"/>
                  </a:cubicBezTo>
                  <a:cubicBezTo>
                    <a:pt x="971" y="683"/>
                    <a:pt x="965" y="687"/>
                    <a:pt x="962" y="689"/>
                  </a:cubicBezTo>
                  <a:cubicBezTo>
                    <a:pt x="958" y="692"/>
                    <a:pt x="951" y="699"/>
                    <a:pt x="948" y="703"/>
                  </a:cubicBezTo>
                  <a:cubicBezTo>
                    <a:pt x="945" y="708"/>
                    <a:pt x="944" y="719"/>
                    <a:pt x="942" y="725"/>
                  </a:cubicBezTo>
                  <a:cubicBezTo>
                    <a:pt x="940" y="730"/>
                    <a:pt x="936" y="741"/>
                    <a:pt x="933" y="746"/>
                  </a:cubicBezTo>
                  <a:cubicBezTo>
                    <a:pt x="930" y="751"/>
                    <a:pt x="921" y="762"/>
                    <a:pt x="917" y="767"/>
                  </a:cubicBezTo>
                  <a:cubicBezTo>
                    <a:pt x="913" y="772"/>
                    <a:pt x="904" y="781"/>
                    <a:pt x="900" y="786"/>
                  </a:cubicBezTo>
                  <a:cubicBezTo>
                    <a:pt x="896" y="791"/>
                    <a:pt x="889" y="802"/>
                    <a:pt x="887" y="808"/>
                  </a:cubicBezTo>
                  <a:cubicBezTo>
                    <a:pt x="885" y="812"/>
                    <a:pt x="883" y="821"/>
                    <a:pt x="881" y="826"/>
                  </a:cubicBezTo>
                  <a:cubicBezTo>
                    <a:pt x="880" y="830"/>
                    <a:pt x="875" y="837"/>
                    <a:pt x="874" y="841"/>
                  </a:cubicBezTo>
                  <a:cubicBezTo>
                    <a:pt x="871" y="847"/>
                    <a:pt x="866" y="859"/>
                    <a:pt x="864" y="865"/>
                  </a:cubicBezTo>
                  <a:cubicBezTo>
                    <a:pt x="863" y="871"/>
                    <a:pt x="862" y="883"/>
                    <a:pt x="860" y="889"/>
                  </a:cubicBezTo>
                  <a:cubicBezTo>
                    <a:pt x="859" y="893"/>
                    <a:pt x="856" y="901"/>
                    <a:pt x="853" y="904"/>
                  </a:cubicBezTo>
                  <a:cubicBezTo>
                    <a:pt x="851" y="905"/>
                    <a:pt x="848" y="907"/>
                    <a:pt x="846" y="907"/>
                  </a:cubicBezTo>
                  <a:cubicBezTo>
                    <a:pt x="844" y="907"/>
                    <a:pt x="840" y="905"/>
                    <a:pt x="839" y="903"/>
                  </a:cubicBezTo>
                  <a:cubicBezTo>
                    <a:pt x="837" y="901"/>
                    <a:pt x="835" y="895"/>
                    <a:pt x="833" y="892"/>
                  </a:cubicBezTo>
                  <a:cubicBezTo>
                    <a:pt x="832" y="889"/>
                    <a:pt x="828" y="882"/>
                    <a:pt x="827" y="879"/>
                  </a:cubicBezTo>
                  <a:cubicBezTo>
                    <a:pt x="826" y="876"/>
                    <a:pt x="825" y="871"/>
                    <a:pt x="824" y="868"/>
                  </a:cubicBezTo>
                  <a:cubicBezTo>
                    <a:pt x="824" y="865"/>
                    <a:pt x="823" y="860"/>
                    <a:pt x="822" y="857"/>
                  </a:cubicBezTo>
                  <a:cubicBezTo>
                    <a:pt x="822" y="853"/>
                    <a:pt x="819" y="845"/>
                    <a:pt x="818" y="841"/>
                  </a:cubicBezTo>
                  <a:cubicBezTo>
                    <a:pt x="817" y="839"/>
                    <a:pt x="814" y="834"/>
                    <a:pt x="813" y="831"/>
                  </a:cubicBezTo>
                  <a:cubicBezTo>
                    <a:pt x="811" y="828"/>
                    <a:pt x="809" y="822"/>
                    <a:pt x="807" y="821"/>
                  </a:cubicBezTo>
                  <a:cubicBezTo>
                    <a:pt x="805" y="820"/>
                    <a:pt x="802" y="820"/>
                    <a:pt x="800" y="820"/>
                  </a:cubicBezTo>
                  <a:cubicBezTo>
                    <a:pt x="798" y="820"/>
                    <a:pt x="793" y="821"/>
                    <a:pt x="791" y="821"/>
                  </a:cubicBezTo>
                  <a:cubicBezTo>
                    <a:pt x="788" y="822"/>
                    <a:pt x="782" y="825"/>
                    <a:pt x="779" y="827"/>
                  </a:cubicBezTo>
                  <a:cubicBezTo>
                    <a:pt x="778" y="828"/>
                    <a:pt x="774" y="831"/>
                    <a:pt x="772" y="832"/>
                  </a:cubicBezTo>
                  <a:cubicBezTo>
                    <a:pt x="770" y="833"/>
                    <a:pt x="764" y="833"/>
                    <a:pt x="761" y="834"/>
                  </a:cubicBezTo>
                  <a:cubicBezTo>
                    <a:pt x="759" y="834"/>
                    <a:pt x="755" y="834"/>
                    <a:pt x="754" y="834"/>
                  </a:cubicBezTo>
                  <a:cubicBezTo>
                    <a:pt x="750" y="833"/>
                    <a:pt x="745" y="829"/>
                    <a:pt x="742" y="827"/>
                  </a:cubicBezTo>
                  <a:cubicBezTo>
                    <a:pt x="739" y="825"/>
                    <a:pt x="733" y="819"/>
                    <a:pt x="729" y="817"/>
                  </a:cubicBezTo>
                  <a:cubicBezTo>
                    <a:pt x="726" y="816"/>
                    <a:pt x="721" y="814"/>
                    <a:pt x="719" y="814"/>
                  </a:cubicBezTo>
                  <a:cubicBezTo>
                    <a:pt x="716" y="814"/>
                    <a:pt x="712" y="817"/>
                    <a:pt x="710" y="818"/>
                  </a:cubicBezTo>
                  <a:cubicBezTo>
                    <a:pt x="707" y="818"/>
                    <a:pt x="703" y="819"/>
                    <a:pt x="700" y="818"/>
                  </a:cubicBezTo>
                  <a:cubicBezTo>
                    <a:pt x="698" y="817"/>
                    <a:pt x="693" y="814"/>
                    <a:pt x="690" y="812"/>
                  </a:cubicBezTo>
                  <a:cubicBezTo>
                    <a:pt x="688" y="810"/>
                    <a:pt x="685" y="806"/>
                    <a:pt x="684" y="803"/>
                  </a:cubicBezTo>
                  <a:cubicBezTo>
                    <a:pt x="683" y="800"/>
                    <a:pt x="683" y="795"/>
                    <a:pt x="683" y="792"/>
                  </a:cubicBezTo>
                  <a:cubicBezTo>
                    <a:pt x="683" y="789"/>
                    <a:pt x="684" y="783"/>
                    <a:pt x="683" y="781"/>
                  </a:cubicBezTo>
                  <a:cubicBezTo>
                    <a:pt x="682" y="778"/>
                    <a:pt x="677" y="774"/>
                    <a:pt x="675" y="772"/>
                  </a:cubicBezTo>
                  <a:cubicBezTo>
                    <a:pt x="673" y="770"/>
                    <a:pt x="667" y="767"/>
                    <a:pt x="664" y="765"/>
                  </a:cubicBezTo>
                  <a:cubicBezTo>
                    <a:pt x="661" y="763"/>
                    <a:pt x="655" y="757"/>
                    <a:pt x="651" y="755"/>
                  </a:cubicBezTo>
                  <a:cubicBezTo>
                    <a:pt x="648" y="753"/>
                    <a:pt x="640" y="750"/>
                    <a:pt x="636" y="750"/>
                  </a:cubicBezTo>
                  <a:cubicBezTo>
                    <a:pt x="633" y="750"/>
                    <a:pt x="626" y="751"/>
                    <a:pt x="623" y="752"/>
                  </a:cubicBezTo>
                  <a:cubicBezTo>
                    <a:pt x="620" y="753"/>
                    <a:pt x="615" y="755"/>
                    <a:pt x="612" y="755"/>
                  </a:cubicBezTo>
                  <a:cubicBezTo>
                    <a:pt x="609" y="756"/>
                    <a:pt x="601" y="755"/>
                    <a:pt x="597" y="754"/>
                  </a:cubicBezTo>
                  <a:cubicBezTo>
                    <a:pt x="594" y="753"/>
                    <a:pt x="590" y="751"/>
                    <a:pt x="588" y="749"/>
                  </a:cubicBezTo>
                  <a:cubicBezTo>
                    <a:pt x="585" y="748"/>
                    <a:pt x="580" y="743"/>
                    <a:pt x="577" y="742"/>
                  </a:cubicBezTo>
                  <a:cubicBezTo>
                    <a:pt x="573" y="740"/>
                    <a:pt x="565" y="740"/>
                    <a:pt x="561" y="740"/>
                  </a:cubicBezTo>
                  <a:cubicBezTo>
                    <a:pt x="557" y="741"/>
                    <a:pt x="550" y="742"/>
                    <a:pt x="546" y="744"/>
                  </a:cubicBezTo>
                  <a:cubicBezTo>
                    <a:pt x="543" y="746"/>
                    <a:pt x="539" y="752"/>
                    <a:pt x="537" y="755"/>
                  </a:cubicBezTo>
                  <a:cubicBezTo>
                    <a:pt x="534" y="759"/>
                    <a:pt x="531" y="768"/>
                    <a:pt x="529" y="772"/>
                  </a:cubicBezTo>
                  <a:cubicBezTo>
                    <a:pt x="526" y="777"/>
                    <a:pt x="521" y="787"/>
                    <a:pt x="518" y="792"/>
                  </a:cubicBezTo>
                  <a:cubicBezTo>
                    <a:pt x="515" y="797"/>
                    <a:pt x="508" y="805"/>
                    <a:pt x="504" y="808"/>
                  </a:cubicBezTo>
                  <a:cubicBezTo>
                    <a:pt x="503" y="810"/>
                    <a:pt x="498" y="813"/>
                    <a:pt x="496" y="813"/>
                  </a:cubicBezTo>
                  <a:cubicBezTo>
                    <a:pt x="494" y="814"/>
                    <a:pt x="489" y="814"/>
                    <a:pt x="487" y="813"/>
                  </a:cubicBezTo>
                  <a:cubicBezTo>
                    <a:pt x="484" y="812"/>
                    <a:pt x="477" y="809"/>
                    <a:pt x="474" y="808"/>
                  </a:cubicBezTo>
                  <a:cubicBezTo>
                    <a:pt x="470" y="806"/>
                    <a:pt x="463" y="802"/>
                    <a:pt x="459" y="801"/>
                  </a:cubicBezTo>
                  <a:cubicBezTo>
                    <a:pt x="454" y="800"/>
                    <a:pt x="444" y="800"/>
                    <a:pt x="439" y="800"/>
                  </a:cubicBezTo>
                  <a:cubicBezTo>
                    <a:pt x="432" y="799"/>
                    <a:pt x="418" y="798"/>
                    <a:pt x="411" y="797"/>
                  </a:cubicBezTo>
                  <a:cubicBezTo>
                    <a:pt x="404" y="797"/>
                    <a:pt x="391" y="797"/>
                    <a:pt x="385" y="797"/>
                  </a:cubicBezTo>
                  <a:cubicBezTo>
                    <a:pt x="377" y="797"/>
                    <a:pt x="361" y="798"/>
                    <a:pt x="354" y="797"/>
                  </a:cubicBezTo>
                  <a:cubicBezTo>
                    <a:pt x="349" y="797"/>
                    <a:pt x="338" y="795"/>
                    <a:pt x="333" y="794"/>
                  </a:cubicBezTo>
                  <a:cubicBezTo>
                    <a:pt x="330" y="793"/>
                    <a:pt x="322" y="791"/>
                    <a:pt x="318" y="790"/>
                  </a:cubicBezTo>
                  <a:cubicBezTo>
                    <a:pt x="313" y="789"/>
                    <a:pt x="301" y="786"/>
                    <a:pt x="296" y="783"/>
                  </a:cubicBezTo>
                  <a:cubicBezTo>
                    <a:pt x="289" y="780"/>
                    <a:pt x="277" y="773"/>
                    <a:pt x="271" y="769"/>
                  </a:cubicBezTo>
                  <a:cubicBezTo>
                    <a:pt x="265" y="766"/>
                    <a:pt x="253" y="757"/>
                    <a:pt x="247" y="753"/>
                  </a:cubicBezTo>
                  <a:cubicBezTo>
                    <a:pt x="244" y="751"/>
                    <a:pt x="236" y="748"/>
                    <a:pt x="233" y="745"/>
                  </a:cubicBezTo>
                  <a:cubicBezTo>
                    <a:pt x="230" y="743"/>
                    <a:pt x="225" y="737"/>
                    <a:pt x="223" y="735"/>
                  </a:cubicBezTo>
                  <a:cubicBezTo>
                    <a:pt x="220" y="732"/>
                    <a:pt x="213" y="727"/>
                    <a:pt x="210" y="725"/>
                  </a:cubicBezTo>
                  <a:cubicBezTo>
                    <a:pt x="208" y="723"/>
                    <a:pt x="204" y="719"/>
                    <a:pt x="202" y="717"/>
                  </a:cubicBezTo>
                  <a:cubicBezTo>
                    <a:pt x="199" y="715"/>
                    <a:pt x="194" y="709"/>
                    <a:pt x="191" y="706"/>
                  </a:cubicBezTo>
                  <a:cubicBezTo>
                    <a:pt x="188" y="703"/>
                    <a:pt x="183" y="698"/>
                    <a:pt x="180" y="696"/>
                  </a:cubicBezTo>
                  <a:cubicBezTo>
                    <a:pt x="178" y="694"/>
                    <a:pt x="174" y="691"/>
                    <a:pt x="172" y="690"/>
                  </a:cubicBezTo>
                  <a:cubicBezTo>
                    <a:pt x="170" y="689"/>
                    <a:pt x="166" y="689"/>
                    <a:pt x="164" y="689"/>
                  </a:cubicBezTo>
                  <a:cubicBezTo>
                    <a:pt x="162" y="689"/>
                    <a:pt x="158" y="690"/>
                    <a:pt x="156" y="691"/>
                  </a:cubicBezTo>
                  <a:cubicBezTo>
                    <a:pt x="151" y="693"/>
                    <a:pt x="143" y="696"/>
                    <a:pt x="138" y="698"/>
                  </a:cubicBezTo>
                  <a:cubicBezTo>
                    <a:pt x="134" y="700"/>
                    <a:pt x="124" y="705"/>
                    <a:pt x="119" y="706"/>
                  </a:cubicBezTo>
                  <a:cubicBezTo>
                    <a:pt x="116" y="707"/>
                    <a:pt x="108" y="709"/>
                    <a:pt x="105" y="708"/>
                  </a:cubicBezTo>
                  <a:cubicBezTo>
                    <a:pt x="101" y="707"/>
                    <a:pt x="96" y="701"/>
                    <a:pt x="93" y="699"/>
                  </a:cubicBezTo>
                  <a:cubicBezTo>
                    <a:pt x="91" y="698"/>
                    <a:pt x="86" y="697"/>
                    <a:pt x="84" y="696"/>
                  </a:cubicBezTo>
                  <a:cubicBezTo>
                    <a:pt x="81" y="695"/>
                    <a:pt x="76" y="694"/>
                    <a:pt x="74" y="693"/>
                  </a:cubicBezTo>
                  <a:cubicBezTo>
                    <a:pt x="71" y="692"/>
                    <a:pt x="67" y="692"/>
                    <a:pt x="64" y="691"/>
                  </a:cubicBezTo>
                  <a:cubicBezTo>
                    <a:pt x="62" y="691"/>
                    <a:pt x="57" y="691"/>
                    <a:pt x="55" y="690"/>
                  </a:cubicBezTo>
                  <a:cubicBezTo>
                    <a:pt x="52" y="688"/>
                    <a:pt x="46" y="684"/>
                    <a:pt x="44" y="682"/>
                  </a:cubicBezTo>
                  <a:cubicBezTo>
                    <a:pt x="40" y="679"/>
                    <a:pt x="33" y="674"/>
                    <a:pt x="29" y="671"/>
                  </a:cubicBezTo>
                  <a:cubicBezTo>
                    <a:pt x="25" y="669"/>
                    <a:pt x="18" y="665"/>
                    <a:pt x="14" y="663"/>
                  </a:cubicBezTo>
                  <a:cubicBezTo>
                    <a:pt x="11" y="661"/>
                    <a:pt x="4" y="656"/>
                    <a:pt x="0" y="653"/>
                  </a:cubicBezTo>
                  <a:cubicBezTo>
                    <a:pt x="1" y="651"/>
                    <a:pt x="2" y="649"/>
                    <a:pt x="3" y="648"/>
                  </a:cubicBezTo>
                  <a:cubicBezTo>
                    <a:pt x="4" y="645"/>
                    <a:pt x="4" y="640"/>
                    <a:pt x="4" y="638"/>
                  </a:cubicBezTo>
                  <a:cubicBezTo>
                    <a:pt x="6" y="635"/>
                    <a:pt x="9" y="628"/>
                    <a:pt x="11" y="626"/>
                  </a:cubicBezTo>
                  <a:cubicBezTo>
                    <a:pt x="13" y="625"/>
                    <a:pt x="15" y="623"/>
                    <a:pt x="18" y="622"/>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6"/>
            <p:cNvSpPr>
              <a:spLocks/>
            </p:cNvSpPr>
            <p:nvPr/>
          </p:nvSpPr>
          <p:spPr bwMode="auto">
            <a:xfrm>
              <a:off x="4022725" y="2689225"/>
              <a:ext cx="1336675" cy="1225550"/>
            </a:xfrm>
            <a:custGeom>
              <a:avLst/>
              <a:gdLst/>
              <a:ahLst/>
              <a:cxnLst>
                <a:cxn ang="0">
                  <a:pos x="52" y="247"/>
                </a:cxn>
                <a:cxn ang="0">
                  <a:pos x="60" y="218"/>
                </a:cxn>
                <a:cxn ang="0">
                  <a:pos x="136" y="221"/>
                </a:cxn>
                <a:cxn ang="0">
                  <a:pos x="162" y="231"/>
                </a:cxn>
                <a:cxn ang="0">
                  <a:pos x="210" y="193"/>
                </a:cxn>
                <a:cxn ang="0">
                  <a:pos x="179" y="166"/>
                </a:cxn>
                <a:cxn ang="0">
                  <a:pos x="181" y="129"/>
                </a:cxn>
                <a:cxn ang="0">
                  <a:pos x="217" y="84"/>
                </a:cxn>
                <a:cxn ang="0">
                  <a:pos x="273" y="74"/>
                </a:cxn>
                <a:cxn ang="0">
                  <a:pos x="312" y="57"/>
                </a:cxn>
                <a:cxn ang="0">
                  <a:pos x="330" y="14"/>
                </a:cxn>
                <a:cxn ang="0">
                  <a:pos x="382" y="12"/>
                </a:cxn>
                <a:cxn ang="0">
                  <a:pos x="443" y="34"/>
                </a:cxn>
                <a:cxn ang="0">
                  <a:pos x="519" y="67"/>
                </a:cxn>
                <a:cxn ang="0">
                  <a:pos x="564" y="102"/>
                </a:cxn>
                <a:cxn ang="0">
                  <a:pos x="579" y="128"/>
                </a:cxn>
                <a:cxn ang="0">
                  <a:pos x="630" y="124"/>
                </a:cxn>
                <a:cxn ang="0">
                  <a:pos x="669" y="128"/>
                </a:cxn>
                <a:cxn ang="0">
                  <a:pos x="720" y="145"/>
                </a:cxn>
                <a:cxn ang="0">
                  <a:pos x="787" y="170"/>
                </a:cxn>
                <a:cxn ang="0">
                  <a:pos x="841" y="216"/>
                </a:cxn>
                <a:cxn ang="0">
                  <a:pos x="882" y="248"/>
                </a:cxn>
                <a:cxn ang="0">
                  <a:pos x="898" y="284"/>
                </a:cxn>
                <a:cxn ang="0">
                  <a:pos x="868" y="318"/>
                </a:cxn>
                <a:cxn ang="0">
                  <a:pos x="875" y="354"/>
                </a:cxn>
                <a:cxn ang="0">
                  <a:pos x="878" y="427"/>
                </a:cxn>
                <a:cxn ang="0">
                  <a:pos x="833" y="473"/>
                </a:cxn>
                <a:cxn ang="0">
                  <a:pos x="817" y="524"/>
                </a:cxn>
                <a:cxn ang="0">
                  <a:pos x="797" y="575"/>
                </a:cxn>
                <a:cxn ang="0">
                  <a:pos x="801" y="616"/>
                </a:cxn>
                <a:cxn ang="0">
                  <a:pos x="812" y="669"/>
                </a:cxn>
                <a:cxn ang="0">
                  <a:pos x="763" y="711"/>
                </a:cxn>
                <a:cxn ang="0">
                  <a:pos x="723" y="737"/>
                </a:cxn>
                <a:cxn ang="0">
                  <a:pos x="677" y="731"/>
                </a:cxn>
                <a:cxn ang="0">
                  <a:pos x="644" y="736"/>
                </a:cxn>
                <a:cxn ang="0">
                  <a:pos x="603" y="736"/>
                </a:cxn>
                <a:cxn ang="0">
                  <a:pos x="544" y="772"/>
                </a:cxn>
                <a:cxn ang="0">
                  <a:pos x="483" y="805"/>
                </a:cxn>
                <a:cxn ang="0">
                  <a:pos x="436" y="823"/>
                </a:cxn>
                <a:cxn ang="0">
                  <a:pos x="399" y="809"/>
                </a:cxn>
                <a:cxn ang="0">
                  <a:pos x="369" y="777"/>
                </a:cxn>
                <a:cxn ang="0">
                  <a:pos x="357" y="756"/>
                </a:cxn>
                <a:cxn ang="0">
                  <a:pos x="403" y="702"/>
                </a:cxn>
                <a:cxn ang="0">
                  <a:pos x="403" y="675"/>
                </a:cxn>
                <a:cxn ang="0">
                  <a:pos x="352" y="662"/>
                </a:cxn>
                <a:cxn ang="0">
                  <a:pos x="293" y="645"/>
                </a:cxn>
                <a:cxn ang="0">
                  <a:pos x="260" y="578"/>
                </a:cxn>
                <a:cxn ang="0">
                  <a:pos x="211" y="578"/>
                </a:cxn>
                <a:cxn ang="0">
                  <a:pos x="167" y="568"/>
                </a:cxn>
                <a:cxn ang="0">
                  <a:pos x="123" y="554"/>
                </a:cxn>
                <a:cxn ang="0">
                  <a:pos x="122" y="525"/>
                </a:cxn>
                <a:cxn ang="0">
                  <a:pos x="76" y="507"/>
                </a:cxn>
                <a:cxn ang="0">
                  <a:pos x="26" y="495"/>
                </a:cxn>
                <a:cxn ang="0">
                  <a:pos x="1" y="438"/>
                </a:cxn>
                <a:cxn ang="0">
                  <a:pos x="16" y="319"/>
                </a:cxn>
              </a:cxnLst>
              <a:rect l="0" t="0" r="r" b="b"/>
              <a:pathLst>
                <a:path w="900" h="825">
                  <a:moveTo>
                    <a:pt x="31" y="278"/>
                  </a:moveTo>
                  <a:cubicBezTo>
                    <a:pt x="31" y="275"/>
                    <a:pt x="31" y="272"/>
                    <a:pt x="31" y="270"/>
                  </a:cubicBezTo>
                  <a:cubicBezTo>
                    <a:pt x="31" y="267"/>
                    <a:pt x="31" y="261"/>
                    <a:pt x="32" y="259"/>
                  </a:cubicBezTo>
                  <a:cubicBezTo>
                    <a:pt x="32" y="257"/>
                    <a:pt x="35" y="254"/>
                    <a:pt x="36" y="253"/>
                  </a:cubicBezTo>
                  <a:cubicBezTo>
                    <a:pt x="38" y="251"/>
                    <a:pt x="43" y="248"/>
                    <a:pt x="45" y="247"/>
                  </a:cubicBezTo>
                  <a:cubicBezTo>
                    <a:pt x="47" y="246"/>
                    <a:pt x="50" y="248"/>
                    <a:pt x="52" y="247"/>
                  </a:cubicBezTo>
                  <a:cubicBezTo>
                    <a:pt x="53" y="246"/>
                    <a:pt x="54" y="242"/>
                    <a:pt x="53" y="240"/>
                  </a:cubicBezTo>
                  <a:cubicBezTo>
                    <a:pt x="53" y="238"/>
                    <a:pt x="51" y="236"/>
                    <a:pt x="50" y="235"/>
                  </a:cubicBezTo>
                  <a:cubicBezTo>
                    <a:pt x="48" y="234"/>
                    <a:pt x="44" y="232"/>
                    <a:pt x="43" y="230"/>
                  </a:cubicBezTo>
                  <a:cubicBezTo>
                    <a:pt x="42" y="228"/>
                    <a:pt x="42" y="225"/>
                    <a:pt x="43" y="223"/>
                  </a:cubicBezTo>
                  <a:cubicBezTo>
                    <a:pt x="43" y="222"/>
                    <a:pt x="47" y="221"/>
                    <a:pt x="48" y="220"/>
                  </a:cubicBezTo>
                  <a:cubicBezTo>
                    <a:pt x="51" y="219"/>
                    <a:pt x="57" y="218"/>
                    <a:pt x="60" y="218"/>
                  </a:cubicBezTo>
                  <a:cubicBezTo>
                    <a:pt x="65" y="218"/>
                    <a:pt x="73" y="219"/>
                    <a:pt x="77" y="219"/>
                  </a:cubicBezTo>
                  <a:cubicBezTo>
                    <a:pt x="80" y="220"/>
                    <a:pt x="87" y="223"/>
                    <a:pt x="90" y="224"/>
                  </a:cubicBezTo>
                  <a:cubicBezTo>
                    <a:pt x="93" y="225"/>
                    <a:pt x="98" y="228"/>
                    <a:pt x="101" y="228"/>
                  </a:cubicBezTo>
                  <a:cubicBezTo>
                    <a:pt x="103" y="228"/>
                    <a:pt x="108" y="228"/>
                    <a:pt x="110" y="228"/>
                  </a:cubicBezTo>
                  <a:cubicBezTo>
                    <a:pt x="114" y="227"/>
                    <a:pt x="120" y="224"/>
                    <a:pt x="124" y="223"/>
                  </a:cubicBezTo>
                  <a:cubicBezTo>
                    <a:pt x="127" y="222"/>
                    <a:pt x="133" y="221"/>
                    <a:pt x="136" y="221"/>
                  </a:cubicBezTo>
                  <a:cubicBezTo>
                    <a:pt x="139" y="221"/>
                    <a:pt x="144" y="224"/>
                    <a:pt x="146" y="225"/>
                  </a:cubicBezTo>
                  <a:cubicBezTo>
                    <a:pt x="147" y="226"/>
                    <a:pt x="150" y="229"/>
                    <a:pt x="151" y="231"/>
                  </a:cubicBezTo>
                  <a:cubicBezTo>
                    <a:pt x="151" y="233"/>
                    <a:pt x="151" y="237"/>
                    <a:pt x="151" y="239"/>
                  </a:cubicBezTo>
                  <a:cubicBezTo>
                    <a:pt x="152" y="240"/>
                    <a:pt x="153" y="243"/>
                    <a:pt x="154" y="244"/>
                  </a:cubicBezTo>
                  <a:cubicBezTo>
                    <a:pt x="156" y="244"/>
                    <a:pt x="158" y="241"/>
                    <a:pt x="159" y="240"/>
                  </a:cubicBezTo>
                  <a:cubicBezTo>
                    <a:pt x="160" y="238"/>
                    <a:pt x="161" y="233"/>
                    <a:pt x="162" y="231"/>
                  </a:cubicBezTo>
                  <a:cubicBezTo>
                    <a:pt x="163" y="229"/>
                    <a:pt x="165" y="224"/>
                    <a:pt x="166" y="222"/>
                  </a:cubicBezTo>
                  <a:cubicBezTo>
                    <a:pt x="167" y="221"/>
                    <a:pt x="168" y="217"/>
                    <a:pt x="169" y="216"/>
                  </a:cubicBezTo>
                  <a:cubicBezTo>
                    <a:pt x="172" y="214"/>
                    <a:pt x="179" y="215"/>
                    <a:pt x="182" y="214"/>
                  </a:cubicBezTo>
                  <a:cubicBezTo>
                    <a:pt x="184" y="214"/>
                    <a:pt x="190" y="212"/>
                    <a:pt x="193" y="211"/>
                  </a:cubicBezTo>
                  <a:cubicBezTo>
                    <a:pt x="196" y="209"/>
                    <a:pt x="203" y="207"/>
                    <a:pt x="205" y="204"/>
                  </a:cubicBezTo>
                  <a:cubicBezTo>
                    <a:pt x="207" y="202"/>
                    <a:pt x="209" y="196"/>
                    <a:pt x="210" y="193"/>
                  </a:cubicBezTo>
                  <a:cubicBezTo>
                    <a:pt x="212" y="190"/>
                    <a:pt x="214" y="185"/>
                    <a:pt x="215" y="182"/>
                  </a:cubicBezTo>
                  <a:cubicBezTo>
                    <a:pt x="215" y="180"/>
                    <a:pt x="216" y="176"/>
                    <a:pt x="215" y="175"/>
                  </a:cubicBezTo>
                  <a:cubicBezTo>
                    <a:pt x="214" y="173"/>
                    <a:pt x="211" y="170"/>
                    <a:pt x="209" y="169"/>
                  </a:cubicBezTo>
                  <a:cubicBezTo>
                    <a:pt x="207" y="168"/>
                    <a:pt x="204" y="167"/>
                    <a:pt x="202" y="166"/>
                  </a:cubicBezTo>
                  <a:cubicBezTo>
                    <a:pt x="199" y="166"/>
                    <a:pt x="193" y="168"/>
                    <a:pt x="190" y="168"/>
                  </a:cubicBezTo>
                  <a:cubicBezTo>
                    <a:pt x="187" y="168"/>
                    <a:pt x="181" y="167"/>
                    <a:pt x="179" y="166"/>
                  </a:cubicBezTo>
                  <a:cubicBezTo>
                    <a:pt x="177" y="165"/>
                    <a:pt x="175" y="162"/>
                    <a:pt x="175" y="160"/>
                  </a:cubicBezTo>
                  <a:cubicBezTo>
                    <a:pt x="174" y="158"/>
                    <a:pt x="176" y="154"/>
                    <a:pt x="175" y="152"/>
                  </a:cubicBezTo>
                  <a:cubicBezTo>
                    <a:pt x="175" y="151"/>
                    <a:pt x="172" y="150"/>
                    <a:pt x="171" y="149"/>
                  </a:cubicBezTo>
                  <a:cubicBezTo>
                    <a:pt x="170" y="148"/>
                    <a:pt x="168" y="145"/>
                    <a:pt x="169" y="143"/>
                  </a:cubicBezTo>
                  <a:cubicBezTo>
                    <a:pt x="169" y="142"/>
                    <a:pt x="171" y="138"/>
                    <a:pt x="172" y="137"/>
                  </a:cubicBezTo>
                  <a:cubicBezTo>
                    <a:pt x="174" y="135"/>
                    <a:pt x="179" y="131"/>
                    <a:pt x="181" y="129"/>
                  </a:cubicBezTo>
                  <a:cubicBezTo>
                    <a:pt x="183" y="126"/>
                    <a:pt x="186" y="121"/>
                    <a:pt x="187" y="119"/>
                  </a:cubicBezTo>
                  <a:cubicBezTo>
                    <a:pt x="189" y="116"/>
                    <a:pt x="194" y="111"/>
                    <a:pt x="196" y="109"/>
                  </a:cubicBezTo>
                  <a:cubicBezTo>
                    <a:pt x="197" y="107"/>
                    <a:pt x="201" y="105"/>
                    <a:pt x="203" y="104"/>
                  </a:cubicBezTo>
                  <a:cubicBezTo>
                    <a:pt x="204" y="102"/>
                    <a:pt x="204" y="97"/>
                    <a:pt x="205" y="96"/>
                  </a:cubicBezTo>
                  <a:cubicBezTo>
                    <a:pt x="206" y="93"/>
                    <a:pt x="209" y="89"/>
                    <a:pt x="210" y="87"/>
                  </a:cubicBezTo>
                  <a:cubicBezTo>
                    <a:pt x="212" y="86"/>
                    <a:pt x="215" y="84"/>
                    <a:pt x="217" y="84"/>
                  </a:cubicBezTo>
                  <a:cubicBezTo>
                    <a:pt x="218" y="84"/>
                    <a:pt x="221" y="86"/>
                    <a:pt x="222" y="86"/>
                  </a:cubicBezTo>
                  <a:cubicBezTo>
                    <a:pt x="224" y="86"/>
                    <a:pt x="227" y="87"/>
                    <a:pt x="228" y="87"/>
                  </a:cubicBezTo>
                  <a:cubicBezTo>
                    <a:pt x="230" y="86"/>
                    <a:pt x="234" y="84"/>
                    <a:pt x="236" y="83"/>
                  </a:cubicBezTo>
                  <a:cubicBezTo>
                    <a:pt x="238" y="82"/>
                    <a:pt x="242" y="79"/>
                    <a:pt x="245" y="78"/>
                  </a:cubicBezTo>
                  <a:cubicBezTo>
                    <a:pt x="248" y="77"/>
                    <a:pt x="256" y="76"/>
                    <a:pt x="260" y="75"/>
                  </a:cubicBezTo>
                  <a:cubicBezTo>
                    <a:pt x="263" y="75"/>
                    <a:pt x="270" y="75"/>
                    <a:pt x="273" y="74"/>
                  </a:cubicBezTo>
                  <a:cubicBezTo>
                    <a:pt x="275" y="73"/>
                    <a:pt x="280" y="71"/>
                    <a:pt x="283" y="70"/>
                  </a:cubicBezTo>
                  <a:cubicBezTo>
                    <a:pt x="285" y="68"/>
                    <a:pt x="290" y="63"/>
                    <a:pt x="292" y="60"/>
                  </a:cubicBezTo>
                  <a:cubicBezTo>
                    <a:pt x="293" y="59"/>
                    <a:pt x="296" y="56"/>
                    <a:pt x="297" y="55"/>
                  </a:cubicBezTo>
                  <a:cubicBezTo>
                    <a:pt x="299" y="54"/>
                    <a:pt x="301" y="53"/>
                    <a:pt x="302" y="53"/>
                  </a:cubicBezTo>
                  <a:cubicBezTo>
                    <a:pt x="304" y="53"/>
                    <a:pt x="306" y="55"/>
                    <a:pt x="308" y="56"/>
                  </a:cubicBezTo>
                  <a:cubicBezTo>
                    <a:pt x="309" y="56"/>
                    <a:pt x="311" y="58"/>
                    <a:pt x="312" y="57"/>
                  </a:cubicBezTo>
                  <a:cubicBezTo>
                    <a:pt x="314" y="57"/>
                    <a:pt x="315" y="54"/>
                    <a:pt x="315" y="52"/>
                  </a:cubicBezTo>
                  <a:cubicBezTo>
                    <a:pt x="316" y="50"/>
                    <a:pt x="315" y="46"/>
                    <a:pt x="315" y="44"/>
                  </a:cubicBezTo>
                  <a:cubicBezTo>
                    <a:pt x="314" y="41"/>
                    <a:pt x="313" y="36"/>
                    <a:pt x="313" y="33"/>
                  </a:cubicBezTo>
                  <a:cubicBezTo>
                    <a:pt x="313" y="31"/>
                    <a:pt x="313" y="27"/>
                    <a:pt x="314" y="25"/>
                  </a:cubicBezTo>
                  <a:cubicBezTo>
                    <a:pt x="315" y="22"/>
                    <a:pt x="319" y="18"/>
                    <a:pt x="322" y="17"/>
                  </a:cubicBezTo>
                  <a:cubicBezTo>
                    <a:pt x="324" y="16"/>
                    <a:pt x="328" y="14"/>
                    <a:pt x="330" y="14"/>
                  </a:cubicBezTo>
                  <a:cubicBezTo>
                    <a:pt x="333" y="13"/>
                    <a:pt x="339" y="12"/>
                    <a:pt x="342" y="11"/>
                  </a:cubicBezTo>
                  <a:cubicBezTo>
                    <a:pt x="344" y="11"/>
                    <a:pt x="348" y="9"/>
                    <a:pt x="349" y="8"/>
                  </a:cubicBezTo>
                  <a:cubicBezTo>
                    <a:pt x="351" y="6"/>
                    <a:pt x="354" y="3"/>
                    <a:pt x="356" y="0"/>
                  </a:cubicBezTo>
                  <a:cubicBezTo>
                    <a:pt x="358" y="1"/>
                    <a:pt x="361" y="2"/>
                    <a:pt x="362" y="2"/>
                  </a:cubicBezTo>
                  <a:cubicBezTo>
                    <a:pt x="364" y="3"/>
                    <a:pt x="368" y="4"/>
                    <a:pt x="370" y="5"/>
                  </a:cubicBezTo>
                  <a:cubicBezTo>
                    <a:pt x="373" y="6"/>
                    <a:pt x="379" y="10"/>
                    <a:pt x="382" y="12"/>
                  </a:cubicBezTo>
                  <a:cubicBezTo>
                    <a:pt x="385" y="13"/>
                    <a:pt x="390" y="17"/>
                    <a:pt x="392" y="18"/>
                  </a:cubicBezTo>
                  <a:cubicBezTo>
                    <a:pt x="394" y="19"/>
                    <a:pt x="399" y="20"/>
                    <a:pt x="401" y="21"/>
                  </a:cubicBezTo>
                  <a:cubicBezTo>
                    <a:pt x="404" y="22"/>
                    <a:pt x="409" y="24"/>
                    <a:pt x="411" y="25"/>
                  </a:cubicBezTo>
                  <a:cubicBezTo>
                    <a:pt x="413" y="26"/>
                    <a:pt x="416" y="29"/>
                    <a:pt x="418" y="30"/>
                  </a:cubicBezTo>
                  <a:cubicBezTo>
                    <a:pt x="422" y="31"/>
                    <a:pt x="429" y="31"/>
                    <a:pt x="432" y="31"/>
                  </a:cubicBezTo>
                  <a:cubicBezTo>
                    <a:pt x="435" y="32"/>
                    <a:pt x="440" y="33"/>
                    <a:pt x="443" y="34"/>
                  </a:cubicBezTo>
                  <a:cubicBezTo>
                    <a:pt x="447" y="35"/>
                    <a:pt x="456" y="38"/>
                    <a:pt x="460" y="40"/>
                  </a:cubicBezTo>
                  <a:cubicBezTo>
                    <a:pt x="464" y="41"/>
                    <a:pt x="473" y="43"/>
                    <a:pt x="477" y="44"/>
                  </a:cubicBezTo>
                  <a:cubicBezTo>
                    <a:pt x="481" y="46"/>
                    <a:pt x="487" y="48"/>
                    <a:pt x="490" y="50"/>
                  </a:cubicBezTo>
                  <a:cubicBezTo>
                    <a:pt x="494" y="52"/>
                    <a:pt x="500" y="57"/>
                    <a:pt x="503" y="59"/>
                  </a:cubicBezTo>
                  <a:cubicBezTo>
                    <a:pt x="506" y="60"/>
                    <a:pt x="511" y="61"/>
                    <a:pt x="513" y="62"/>
                  </a:cubicBezTo>
                  <a:cubicBezTo>
                    <a:pt x="515" y="63"/>
                    <a:pt x="518" y="65"/>
                    <a:pt x="519" y="67"/>
                  </a:cubicBezTo>
                  <a:cubicBezTo>
                    <a:pt x="520" y="69"/>
                    <a:pt x="522" y="75"/>
                    <a:pt x="523" y="77"/>
                  </a:cubicBezTo>
                  <a:cubicBezTo>
                    <a:pt x="524" y="80"/>
                    <a:pt x="525" y="85"/>
                    <a:pt x="527" y="87"/>
                  </a:cubicBezTo>
                  <a:cubicBezTo>
                    <a:pt x="529" y="89"/>
                    <a:pt x="535" y="90"/>
                    <a:pt x="538" y="91"/>
                  </a:cubicBezTo>
                  <a:cubicBezTo>
                    <a:pt x="539" y="91"/>
                    <a:pt x="542" y="93"/>
                    <a:pt x="544" y="94"/>
                  </a:cubicBezTo>
                  <a:cubicBezTo>
                    <a:pt x="546" y="95"/>
                    <a:pt x="551" y="100"/>
                    <a:pt x="553" y="101"/>
                  </a:cubicBezTo>
                  <a:cubicBezTo>
                    <a:pt x="556" y="102"/>
                    <a:pt x="561" y="102"/>
                    <a:pt x="564" y="102"/>
                  </a:cubicBezTo>
                  <a:cubicBezTo>
                    <a:pt x="566" y="101"/>
                    <a:pt x="570" y="98"/>
                    <a:pt x="572" y="99"/>
                  </a:cubicBezTo>
                  <a:cubicBezTo>
                    <a:pt x="573" y="100"/>
                    <a:pt x="575" y="105"/>
                    <a:pt x="575" y="107"/>
                  </a:cubicBezTo>
                  <a:cubicBezTo>
                    <a:pt x="574" y="108"/>
                    <a:pt x="571" y="109"/>
                    <a:pt x="570" y="110"/>
                  </a:cubicBezTo>
                  <a:cubicBezTo>
                    <a:pt x="569" y="112"/>
                    <a:pt x="569" y="116"/>
                    <a:pt x="569" y="118"/>
                  </a:cubicBezTo>
                  <a:cubicBezTo>
                    <a:pt x="570" y="120"/>
                    <a:pt x="571" y="125"/>
                    <a:pt x="573" y="126"/>
                  </a:cubicBezTo>
                  <a:cubicBezTo>
                    <a:pt x="574" y="127"/>
                    <a:pt x="577" y="127"/>
                    <a:pt x="579" y="128"/>
                  </a:cubicBezTo>
                  <a:cubicBezTo>
                    <a:pt x="581" y="130"/>
                    <a:pt x="585" y="136"/>
                    <a:pt x="587" y="138"/>
                  </a:cubicBezTo>
                  <a:cubicBezTo>
                    <a:pt x="589" y="140"/>
                    <a:pt x="595" y="145"/>
                    <a:pt x="598" y="147"/>
                  </a:cubicBezTo>
                  <a:cubicBezTo>
                    <a:pt x="601" y="149"/>
                    <a:pt x="606" y="152"/>
                    <a:pt x="609" y="152"/>
                  </a:cubicBezTo>
                  <a:cubicBezTo>
                    <a:pt x="612" y="152"/>
                    <a:pt x="618" y="149"/>
                    <a:pt x="620" y="147"/>
                  </a:cubicBezTo>
                  <a:cubicBezTo>
                    <a:pt x="622" y="145"/>
                    <a:pt x="624" y="139"/>
                    <a:pt x="625" y="137"/>
                  </a:cubicBezTo>
                  <a:cubicBezTo>
                    <a:pt x="626" y="134"/>
                    <a:pt x="628" y="127"/>
                    <a:pt x="630" y="124"/>
                  </a:cubicBezTo>
                  <a:cubicBezTo>
                    <a:pt x="632" y="122"/>
                    <a:pt x="636" y="117"/>
                    <a:pt x="638" y="114"/>
                  </a:cubicBezTo>
                  <a:cubicBezTo>
                    <a:pt x="639" y="113"/>
                    <a:pt x="641" y="108"/>
                    <a:pt x="643" y="108"/>
                  </a:cubicBezTo>
                  <a:cubicBezTo>
                    <a:pt x="645" y="107"/>
                    <a:pt x="649" y="108"/>
                    <a:pt x="650" y="110"/>
                  </a:cubicBezTo>
                  <a:cubicBezTo>
                    <a:pt x="652" y="111"/>
                    <a:pt x="653" y="116"/>
                    <a:pt x="654" y="118"/>
                  </a:cubicBezTo>
                  <a:cubicBezTo>
                    <a:pt x="656" y="120"/>
                    <a:pt x="660" y="121"/>
                    <a:pt x="662" y="123"/>
                  </a:cubicBezTo>
                  <a:cubicBezTo>
                    <a:pt x="664" y="124"/>
                    <a:pt x="667" y="128"/>
                    <a:pt x="669" y="128"/>
                  </a:cubicBezTo>
                  <a:cubicBezTo>
                    <a:pt x="673" y="129"/>
                    <a:pt x="680" y="126"/>
                    <a:pt x="683" y="126"/>
                  </a:cubicBezTo>
                  <a:cubicBezTo>
                    <a:pt x="686" y="127"/>
                    <a:pt x="692" y="129"/>
                    <a:pt x="694" y="130"/>
                  </a:cubicBezTo>
                  <a:cubicBezTo>
                    <a:pt x="697" y="132"/>
                    <a:pt x="701" y="137"/>
                    <a:pt x="702" y="139"/>
                  </a:cubicBezTo>
                  <a:cubicBezTo>
                    <a:pt x="704" y="141"/>
                    <a:pt x="705" y="145"/>
                    <a:pt x="707" y="147"/>
                  </a:cubicBezTo>
                  <a:cubicBezTo>
                    <a:pt x="709" y="148"/>
                    <a:pt x="712" y="148"/>
                    <a:pt x="714" y="148"/>
                  </a:cubicBezTo>
                  <a:cubicBezTo>
                    <a:pt x="715" y="148"/>
                    <a:pt x="718" y="145"/>
                    <a:pt x="720" y="145"/>
                  </a:cubicBezTo>
                  <a:cubicBezTo>
                    <a:pt x="722" y="145"/>
                    <a:pt x="725" y="145"/>
                    <a:pt x="727" y="145"/>
                  </a:cubicBezTo>
                  <a:cubicBezTo>
                    <a:pt x="729" y="146"/>
                    <a:pt x="735" y="148"/>
                    <a:pt x="737" y="150"/>
                  </a:cubicBezTo>
                  <a:cubicBezTo>
                    <a:pt x="739" y="151"/>
                    <a:pt x="742" y="155"/>
                    <a:pt x="744" y="155"/>
                  </a:cubicBezTo>
                  <a:cubicBezTo>
                    <a:pt x="747" y="157"/>
                    <a:pt x="754" y="156"/>
                    <a:pt x="757" y="157"/>
                  </a:cubicBezTo>
                  <a:cubicBezTo>
                    <a:pt x="760" y="157"/>
                    <a:pt x="765" y="158"/>
                    <a:pt x="768" y="159"/>
                  </a:cubicBezTo>
                  <a:cubicBezTo>
                    <a:pt x="773" y="161"/>
                    <a:pt x="783" y="167"/>
                    <a:pt x="787" y="170"/>
                  </a:cubicBezTo>
                  <a:cubicBezTo>
                    <a:pt x="790" y="172"/>
                    <a:pt x="796" y="176"/>
                    <a:pt x="799" y="178"/>
                  </a:cubicBezTo>
                  <a:cubicBezTo>
                    <a:pt x="802" y="182"/>
                    <a:pt x="807" y="191"/>
                    <a:pt x="809" y="195"/>
                  </a:cubicBezTo>
                  <a:cubicBezTo>
                    <a:pt x="810" y="198"/>
                    <a:pt x="812" y="205"/>
                    <a:pt x="815" y="207"/>
                  </a:cubicBezTo>
                  <a:cubicBezTo>
                    <a:pt x="816" y="209"/>
                    <a:pt x="821" y="211"/>
                    <a:pt x="823" y="211"/>
                  </a:cubicBezTo>
                  <a:cubicBezTo>
                    <a:pt x="826" y="212"/>
                    <a:pt x="831" y="209"/>
                    <a:pt x="834" y="209"/>
                  </a:cubicBezTo>
                  <a:cubicBezTo>
                    <a:pt x="836" y="210"/>
                    <a:pt x="839" y="215"/>
                    <a:pt x="841" y="216"/>
                  </a:cubicBezTo>
                  <a:cubicBezTo>
                    <a:pt x="843" y="217"/>
                    <a:pt x="849" y="217"/>
                    <a:pt x="852" y="218"/>
                  </a:cubicBezTo>
                  <a:cubicBezTo>
                    <a:pt x="853" y="219"/>
                    <a:pt x="856" y="221"/>
                    <a:pt x="858" y="222"/>
                  </a:cubicBezTo>
                  <a:cubicBezTo>
                    <a:pt x="860" y="224"/>
                    <a:pt x="862" y="230"/>
                    <a:pt x="864" y="232"/>
                  </a:cubicBezTo>
                  <a:cubicBezTo>
                    <a:pt x="867" y="235"/>
                    <a:pt x="873" y="237"/>
                    <a:pt x="876" y="240"/>
                  </a:cubicBezTo>
                  <a:cubicBezTo>
                    <a:pt x="878" y="241"/>
                    <a:pt x="880" y="245"/>
                    <a:pt x="882" y="248"/>
                  </a:cubicBezTo>
                  <a:cubicBezTo>
                    <a:pt x="882" y="248"/>
                    <a:pt x="882" y="248"/>
                    <a:pt x="882" y="248"/>
                  </a:cubicBezTo>
                  <a:cubicBezTo>
                    <a:pt x="880" y="250"/>
                    <a:pt x="880" y="256"/>
                    <a:pt x="879" y="258"/>
                  </a:cubicBezTo>
                  <a:cubicBezTo>
                    <a:pt x="878" y="260"/>
                    <a:pt x="876" y="264"/>
                    <a:pt x="875" y="266"/>
                  </a:cubicBezTo>
                  <a:cubicBezTo>
                    <a:pt x="875" y="269"/>
                    <a:pt x="873" y="273"/>
                    <a:pt x="874" y="275"/>
                  </a:cubicBezTo>
                  <a:cubicBezTo>
                    <a:pt x="875" y="277"/>
                    <a:pt x="879" y="281"/>
                    <a:pt x="879" y="280"/>
                  </a:cubicBezTo>
                  <a:cubicBezTo>
                    <a:pt x="879" y="279"/>
                    <a:pt x="887" y="279"/>
                    <a:pt x="889" y="280"/>
                  </a:cubicBezTo>
                  <a:cubicBezTo>
                    <a:pt x="891" y="281"/>
                    <a:pt x="896" y="282"/>
                    <a:pt x="898" y="284"/>
                  </a:cubicBezTo>
                  <a:cubicBezTo>
                    <a:pt x="899" y="285"/>
                    <a:pt x="900" y="290"/>
                    <a:pt x="900" y="292"/>
                  </a:cubicBezTo>
                  <a:cubicBezTo>
                    <a:pt x="900" y="296"/>
                    <a:pt x="897" y="302"/>
                    <a:pt x="895" y="305"/>
                  </a:cubicBezTo>
                  <a:cubicBezTo>
                    <a:pt x="894" y="308"/>
                    <a:pt x="892" y="315"/>
                    <a:pt x="889" y="317"/>
                  </a:cubicBezTo>
                  <a:cubicBezTo>
                    <a:pt x="888" y="318"/>
                    <a:pt x="883" y="320"/>
                    <a:pt x="881" y="319"/>
                  </a:cubicBezTo>
                  <a:cubicBezTo>
                    <a:pt x="879" y="319"/>
                    <a:pt x="877" y="316"/>
                    <a:pt x="875" y="316"/>
                  </a:cubicBezTo>
                  <a:cubicBezTo>
                    <a:pt x="873" y="316"/>
                    <a:pt x="869" y="317"/>
                    <a:pt x="868" y="318"/>
                  </a:cubicBezTo>
                  <a:cubicBezTo>
                    <a:pt x="867" y="319"/>
                    <a:pt x="867" y="323"/>
                    <a:pt x="867" y="324"/>
                  </a:cubicBezTo>
                  <a:cubicBezTo>
                    <a:pt x="867" y="326"/>
                    <a:pt x="870" y="329"/>
                    <a:pt x="871" y="330"/>
                  </a:cubicBezTo>
                  <a:cubicBezTo>
                    <a:pt x="872" y="331"/>
                    <a:pt x="876" y="333"/>
                    <a:pt x="876" y="334"/>
                  </a:cubicBezTo>
                  <a:cubicBezTo>
                    <a:pt x="877" y="336"/>
                    <a:pt x="876" y="339"/>
                    <a:pt x="876" y="340"/>
                  </a:cubicBezTo>
                  <a:cubicBezTo>
                    <a:pt x="875" y="342"/>
                    <a:pt x="873" y="346"/>
                    <a:pt x="873" y="348"/>
                  </a:cubicBezTo>
                  <a:cubicBezTo>
                    <a:pt x="873" y="350"/>
                    <a:pt x="874" y="352"/>
                    <a:pt x="875" y="354"/>
                  </a:cubicBezTo>
                  <a:cubicBezTo>
                    <a:pt x="876" y="355"/>
                    <a:pt x="877" y="357"/>
                    <a:pt x="877" y="358"/>
                  </a:cubicBezTo>
                  <a:cubicBezTo>
                    <a:pt x="877" y="362"/>
                    <a:pt x="872" y="369"/>
                    <a:pt x="872" y="373"/>
                  </a:cubicBezTo>
                  <a:cubicBezTo>
                    <a:pt x="872" y="377"/>
                    <a:pt x="874" y="384"/>
                    <a:pt x="875" y="388"/>
                  </a:cubicBezTo>
                  <a:cubicBezTo>
                    <a:pt x="876" y="391"/>
                    <a:pt x="878" y="398"/>
                    <a:pt x="878" y="401"/>
                  </a:cubicBezTo>
                  <a:cubicBezTo>
                    <a:pt x="879" y="405"/>
                    <a:pt x="876" y="413"/>
                    <a:pt x="876" y="417"/>
                  </a:cubicBezTo>
                  <a:cubicBezTo>
                    <a:pt x="876" y="419"/>
                    <a:pt x="878" y="424"/>
                    <a:pt x="878" y="427"/>
                  </a:cubicBezTo>
                  <a:cubicBezTo>
                    <a:pt x="878" y="430"/>
                    <a:pt x="876" y="438"/>
                    <a:pt x="875" y="441"/>
                  </a:cubicBezTo>
                  <a:cubicBezTo>
                    <a:pt x="874" y="443"/>
                    <a:pt x="873" y="447"/>
                    <a:pt x="872" y="449"/>
                  </a:cubicBezTo>
                  <a:cubicBezTo>
                    <a:pt x="871" y="451"/>
                    <a:pt x="866" y="455"/>
                    <a:pt x="864" y="457"/>
                  </a:cubicBezTo>
                  <a:cubicBezTo>
                    <a:pt x="862" y="458"/>
                    <a:pt x="857" y="460"/>
                    <a:pt x="855" y="461"/>
                  </a:cubicBezTo>
                  <a:cubicBezTo>
                    <a:pt x="852" y="463"/>
                    <a:pt x="847" y="467"/>
                    <a:pt x="844" y="468"/>
                  </a:cubicBezTo>
                  <a:cubicBezTo>
                    <a:pt x="841" y="470"/>
                    <a:pt x="835" y="471"/>
                    <a:pt x="833" y="473"/>
                  </a:cubicBezTo>
                  <a:cubicBezTo>
                    <a:pt x="831" y="474"/>
                    <a:pt x="828" y="477"/>
                    <a:pt x="827" y="479"/>
                  </a:cubicBezTo>
                  <a:cubicBezTo>
                    <a:pt x="825" y="482"/>
                    <a:pt x="824" y="487"/>
                    <a:pt x="823" y="490"/>
                  </a:cubicBezTo>
                  <a:cubicBezTo>
                    <a:pt x="821" y="493"/>
                    <a:pt x="817" y="499"/>
                    <a:pt x="816" y="503"/>
                  </a:cubicBezTo>
                  <a:cubicBezTo>
                    <a:pt x="814" y="505"/>
                    <a:pt x="811" y="509"/>
                    <a:pt x="810" y="512"/>
                  </a:cubicBezTo>
                  <a:cubicBezTo>
                    <a:pt x="809" y="514"/>
                    <a:pt x="808" y="520"/>
                    <a:pt x="809" y="522"/>
                  </a:cubicBezTo>
                  <a:cubicBezTo>
                    <a:pt x="810" y="524"/>
                    <a:pt x="816" y="523"/>
                    <a:pt x="817" y="524"/>
                  </a:cubicBezTo>
                  <a:cubicBezTo>
                    <a:pt x="819" y="525"/>
                    <a:pt x="822" y="529"/>
                    <a:pt x="823" y="531"/>
                  </a:cubicBezTo>
                  <a:cubicBezTo>
                    <a:pt x="823" y="532"/>
                    <a:pt x="823" y="535"/>
                    <a:pt x="823" y="536"/>
                  </a:cubicBezTo>
                  <a:cubicBezTo>
                    <a:pt x="821" y="539"/>
                    <a:pt x="815" y="543"/>
                    <a:pt x="812" y="545"/>
                  </a:cubicBezTo>
                  <a:cubicBezTo>
                    <a:pt x="809" y="548"/>
                    <a:pt x="803" y="552"/>
                    <a:pt x="801" y="555"/>
                  </a:cubicBezTo>
                  <a:cubicBezTo>
                    <a:pt x="799" y="558"/>
                    <a:pt x="795" y="565"/>
                    <a:pt x="795" y="568"/>
                  </a:cubicBezTo>
                  <a:cubicBezTo>
                    <a:pt x="795" y="570"/>
                    <a:pt x="796" y="573"/>
                    <a:pt x="797" y="575"/>
                  </a:cubicBezTo>
                  <a:cubicBezTo>
                    <a:pt x="798" y="577"/>
                    <a:pt x="802" y="579"/>
                    <a:pt x="803" y="580"/>
                  </a:cubicBezTo>
                  <a:cubicBezTo>
                    <a:pt x="805" y="582"/>
                    <a:pt x="809" y="585"/>
                    <a:pt x="811" y="587"/>
                  </a:cubicBezTo>
                  <a:cubicBezTo>
                    <a:pt x="813" y="589"/>
                    <a:pt x="816" y="594"/>
                    <a:pt x="817" y="596"/>
                  </a:cubicBezTo>
                  <a:cubicBezTo>
                    <a:pt x="818" y="599"/>
                    <a:pt x="817" y="603"/>
                    <a:pt x="816" y="605"/>
                  </a:cubicBezTo>
                  <a:cubicBezTo>
                    <a:pt x="815" y="608"/>
                    <a:pt x="810" y="611"/>
                    <a:pt x="808" y="613"/>
                  </a:cubicBezTo>
                  <a:cubicBezTo>
                    <a:pt x="806" y="614"/>
                    <a:pt x="803" y="615"/>
                    <a:pt x="801" y="616"/>
                  </a:cubicBezTo>
                  <a:cubicBezTo>
                    <a:pt x="799" y="618"/>
                    <a:pt x="796" y="620"/>
                    <a:pt x="795" y="622"/>
                  </a:cubicBezTo>
                  <a:cubicBezTo>
                    <a:pt x="794" y="624"/>
                    <a:pt x="793" y="628"/>
                    <a:pt x="794" y="630"/>
                  </a:cubicBezTo>
                  <a:cubicBezTo>
                    <a:pt x="794" y="633"/>
                    <a:pt x="799" y="636"/>
                    <a:pt x="800" y="638"/>
                  </a:cubicBezTo>
                  <a:cubicBezTo>
                    <a:pt x="803" y="640"/>
                    <a:pt x="807" y="644"/>
                    <a:pt x="809" y="646"/>
                  </a:cubicBezTo>
                  <a:cubicBezTo>
                    <a:pt x="811" y="649"/>
                    <a:pt x="814" y="655"/>
                    <a:pt x="814" y="658"/>
                  </a:cubicBezTo>
                  <a:cubicBezTo>
                    <a:pt x="815" y="661"/>
                    <a:pt x="813" y="666"/>
                    <a:pt x="812" y="669"/>
                  </a:cubicBezTo>
                  <a:cubicBezTo>
                    <a:pt x="810" y="672"/>
                    <a:pt x="807" y="677"/>
                    <a:pt x="805" y="680"/>
                  </a:cubicBezTo>
                  <a:cubicBezTo>
                    <a:pt x="804" y="681"/>
                    <a:pt x="802" y="684"/>
                    <a:pt x="800" y="685"/>
                  </a:cubicBezTo>
                  <a:cubicBezTo>
                    <a:pt x="798" y="686"/>
                    <a:pt x="791" y="686"/>
                    <a:pt x="789" y="687"/>
                  </a:cubicBezTo>
                  <a:cubicBezTo>
                    <a:pt x="786" y="689"/>
                    <a:pt x="784" y="694"/>
                    <a:pt x="782" y="697"/>
                  </a:cubicBezTo>
                  <a:cubicBezTo>
                    <a:pt x="780" y="699"/>
                    <a:pt x="778" y="705"/>
                    <a:pt x="775" y="707"/>
                  </a:cubicBezTo>
                  <a:cubicBezTo>
                    <a:pt x="773" y="709"/>
                    <a:pt x="766" y="711"/>
                    <a:pt x="763" y="711"/>
                  </a:cubicBezTo>
                  <a:cubicBezTo>
                    <a:pt x="761" y="711"/>
                    <a:pt x="757" y="709"/>
                    <a:pt x="754" y="709"/>
                  </a:cubicBezTo>
                  <a:cubicBezTo>
                    <a:pt x="753" y="709"/>
                    <a:pt x="749" y="709"/>
                    <a:pt x="748" y="710"/>
                  </a:cubicBezTo>
                  <a:cubicBezTo>
                    <a:pt x="746" y="712"/>
                    <a:pt x="745" y="717"/>
                    <a:pt x="745" y="719"/>
                  </a:cubicBezTo>
                  <a:cubicBezTo>
                    <a:pt x="744" y="721"/>
                    <a:pt x="744" y="727"/>
                    <a:pt x="743" y="729"/>
                  </a:cubicBezTo>
                  <a:cubicBezTo>
                    <a:pt x="742" y="731"/>
                    <a:pt x="739" y="734"/>
                    <a:pt x="737" y="735"/>
                  </a:cubicBezTo>
                  <a:cubicBezTo>
                    <a:pt x="734" y="737"/>
                    <a:pt x="726" y="737"/>
                    <a:pt x="723" y="737"/>
                  </a:cubicBezTo>
                  <a:cubicBezTo>
                    <a:pt x="720" y="738"/>
                    <a:pt x="714" y="741"/>
                    <a:pt x="711" y="742"/>
                  </a:cubicBezTo>
                  <a:cubicBezTo>
                    <a:pt x="709" y="743"/>
                    <a:pt x="705" y="745"/>
                    <a:pt x="703" y="744"/>
                  </a:cubicBezTo>
                  <a:cubicBezTo>
                    <a:pt x="701" y="744"/>
                    <a:pt x="698" y="742"/>
                    <a:pt x="697" y="741"/>
                  </a:cubicBezTo>
                  <a:cubicBezTo>
                    <a:pt x="695" y="739"/>
                    <a:pt x="693" y="733"/>
                    <a:pt x="691" y="732"/>
                  </a:cubicBezTo>
                  <a:cubicBezTo>
                    <a:pt x="689" y="730"/>
                    <a:pt x="683" y="728"/>
                    <a:pt x="681" y="728"/>
                  </a:cubicBezTo>
                  <a:cubicBezTo>
                    <a:pt x="680" y="728"/>
                    <a:pt x="678" y="730"/>
                    <a:pt x="677" y="731"/>
                  </a:cubicBezTo>
                  <a:cubicBezTo>
                    <a:pt x="675" y="733"/>
                    <a:pt x="672" y="737"/>
                    <a:pt x="670" y="740"/>
                  </a:cubicBezTo>
                  <a:cubicBezTo>
                    <a:pt x="668" y="742"/>
                    <a:pt x="666" y="747"/>
                    <a:pt x="664" y="749"/>
                  </a:cubicBezTo>
                  <a:cubicBezTo>
                    <a:pt x="663" y="750"/>
                    <a:pt x="658" y="752"/>
                    <a:pt x="656" y="752"/>
                  </a:cubicBezTo>
                  <a:cubicBezTo>
                    <a:pt x="654" y="752"/>
                    <a:pt x="650" y="752"/>
                    <a:pt x="648" y="751"/>
                  </a:cubicBezTo>
                  <a:cubicBezTo>
                    <a:pt x="646" y="750"/>
                    <a:pt x="644" y="745"/>
                    <a:pt x="644" y="743"/>
                  </a:cubicBezTo>
                  <a:cubicBezTo>
                    <a:pt x="643" y="741"/>
                    <a:pt x="644" y="737"/>
                    <a:pt x="644" y="736"/>
                  </a:cubicBezTo>
                  <a:cubicBezTo>
                    <a:pt x="643" y="734"/>
                    <a:pt x="642" y="730"/>
                    <a:pt x="640" y="729"/>
                  </a:cubicBezTo>
                  <a:cubicBezTo>
                    <a:pt x="639" y="728"/>
                    <a:pt x="636" y="727"/>
                    <a:pt x="634" y="726"/>
                  </a:cubicBezTo>
                  <a:cubicBezTo>
                    <a:pt x="632" y="726"/>
                    <a:pt x="628" y="727"/>
                    <a:pt x="626" y="728"/>
                  </a:cubicBezTo>
                  <a:cubicBezTo>
                    <a:pt x="624" y="728"/>
                    <a:pt x="621" y="732"/>
                    <a:pt x="619" y="733"/>
                  </a:cubicBezTo>
                  <a:cubicBezTo>
                    <a:pt x="617" y="733"/>
                    <a:pt x="613" y="733"/>
                    <a:pt x="611" y="734"/>
                  </a:cubicBezTo>
                  <a:cubicBezTo>
                    <a:pt x="609" y="734"/>
                    <a:pt x="605" y="735"/>
                    <a:pt x="603" y="736"/>
                  </a:cubicBezTo>
                  <a:cubicBezTo>
                    <a:pt x="600" y="738"/>
                    <a:pt x="594" y="742"/>
                    <a:pt x="592" y="744"/>
                  </a:cubicBezTo>
                  <a:cubicBezTo>
                    <a:pt x="589" y="746"/>
                    <a:pt x="586" y="752"/>
                    <a:pt x="583" y="753"/>
                  </a:cubicBezTo>
                  <a:cubicBezTo>
                    <a:pt x="580" y="755"/>
                    <a:pt x="573" y="754"/>
                    <a:pt x="570" y="755"/>
                  </a:cubicBezTo>
                  <a:cubicBezTo>
                    <a:pt x="568" y="755"/>
                    <a:pt x="564" y="757"/>
                    <a:pt x="562" y="758"/>
                  </a:cubicBezTo>
                  <a:cubicBezTo>
                    <a:pt x="560" y="760"/>
                    <a:pt x="557" y="765"/>
                    <a:pt x="555" y="766"/>
                  </a:cubicBezTo>
                  <a:cubicBezTo>
                    <a:pt x="552" y="768"/>
                    <a:pt x="546" y="771"/>
                    <a:pt x="544" y="772"/>
                  </a:cubicBezTo>
                  <a:cubicBezTo>
                    <a:pt x="541" y="774"/>
                    <a:pt x="535" y="777"/>
                    <a:pt x="532" y="779"/>
                  </a:cubicBezTo>
                  <a:cubicBezTo>
                    <a:pt x="530" y="780"/>
                    <a:pt x="526" y="782"/>
                    <a:pt x="524" y="783"/>
                  </a:cubicBezTo>
                  <a:cubicBezTo>
                    <a:pt x="522" y="785"/>
                    <a:pt x="519" y="791"/>
                    <a:pt x="517" y="794"/>
                  </a:cubicBezTo>
                  <a:cubicBezTo>
                    <a:pt x="514" y="797"/>
                    <a:pt x="509" y="803"/>
                    <a:pt x="505" y="805"/>
                  </a:cubicBezTo>
                  <a:cubicBezTo>
                    <a:pt x="502" y="807"/>
                    <a:pt x="496" y="810"/>
                    <a:pt x="493" y="810"/>
                  </a:cubicBezTo>
                  <a:cubicBezTo>
                    <a:pt x="490" y="810"/>
                    <a:pt x="486" y="806"/>
                    <a:pt x="483" y="805"/>
                  </a:cubicBezTo>
                  <a:cubicBezTo>
                    <a:pt x="481" y="805"/>
                    <a:pt x="475" y="804"/>
                    <a:pt x="473" y="804"/>
                  </a:cubicBezTo>
                  <a:cubicBezTo>
                    <a:pt x="470" y="804"/>
                    <a:pt x="464" y="805"/>
                    <a:pt x="461" y="806"/>
                  </a:cubicBezTo>
                  <a:cubicBezTo>
                    <a:pt x="460" y="807"/>
                    <a:pt x="456" y="809"/>
                    <a:pt x="455" y="810"/>
                  </a:cubicBezTo>
                  <a:cubicBezTo>
                    <a:pt x="453" y="813"/>
                    <a:pt x="452" y="819"/>
                    <a:pt x="450" y="821"/>
                  </a:cubicBezTo>
                  <a:cubicBezTo>
                    <a:pt x="449" y="822"/>
                    <a:pt x="444" y="825"/>
                    <a:pt x="442" y="825"/>
                  </a:cubicBezTo>
                  <a:cubicBezTo>
                    <a:pt x="440" y="825"/>
                    <a:pt x="437" y="824"/>
                    <a:pt x="436" y="823"/>
                  </a:cubicBezTo>
                  <a:cubicBezTo>
                    <a:pt x="435" y="822"/>
                    <a:pt x="434" y="817"/>
                    <a:pt x="433" y="816"/>
                  </a:cubicBezTo>
                  <a:cubicBezTo>
                    <a:pt x="431" y="815"/>
                    <a:pt x="427" y="815"/>
                    <a:pt x="426" y="815"/>
                  </a:cubicBezTo>
                  <a:cubicBezTo>
                    <a:pt x="423" y="815"/>
                    <a:pt x="418" y="818"/>
                    <a:pt x="416" y="819"/>
                  </a:cubicBezTo>
                  <a:cubicBezTo>
                    <a:pt x="414" y="819"/>
                    <a:pt x="412" y="820"/>
                    <a:pt x="410" y="821"/>
                  </a:cubicBezTo>
                  <a:cubicBezTo>
                    <a:pt x="409" y="819"/>
                    <a:pt x="408" y="817"/>
                    <a:pt x="407" y="816"/>
                  </a:cubicBezTo>
                  <a:cubicBezTo>
                    <a:pt x="406" y="814"/>
                    <a:pt x="401" y="810"/>
                    <a:pt x="399" y="809"/>
                  </a:cubicBezTo>
                  <a:cubicBezTo>
                    <a:pt x="397" y="807"/>
                    <a:pt x="393" y="806"/>
                    <a:pt x="391" y="804"/>
                  </a:cubicBezTo>
                  <a:cubicBezTo>
                    <a:pt x="389" y="802"/>
                    <a:pt x="386" y="797"/>
                    <a:pt x="385" y="795"/>
                  </a:cubicBezTo>
                  <a:cubicBezTo>
                    <a:pt x="384" y="793"/>
                    <a:pt x="384" y="790"/>
                    <a:pt x="384" y="789"/>
                  </a:cubicBezTo>
                  <a:cubicBezTo>
                    <a:pt x="383" y="787"/>
                    <a:pt x="383" y="782"/>
                    <a:pt x="382" y="781"/>
                  </a:cubicBezTo>
                  <a:cubicBezTo>
                    <a:pt x="381" y="780"/>
                    <a:pt x="378" y="778"/>
                    <a:pt x="377" y="778"/>
                  </a:cubicBezTo>
                  <a:cubicBezTo>
                    <a:pt x="375" y="777"/>
                    <a:pt x="371" y="777"/>
                    <a:pt x="369" y="777"/>
                  </a:cubicBezTo>
                  <a:cubicBezTo>
                    <a:pt x="368" y="777"/>
                    <a:pt x="365" y="779"/>
                    <a:pt x="363" y="779"/>
                  </a:cubicBezTo>
                  <a:cubicBezTo>
                    <a:pt x="361" y="779"/>
                    <a:pt x="356" y="779"/>
                    <a:pt x="353" y="779"/>
                  </a:cubicBezTo>
                  <a:cubicBezTo>
                    <a:pt x="352" y="778"/>
                    <a:pt x="349" y="777"/>
                    <a:pt x="349" y="775"/>
                  </a:cubicBezTo>
                  <a:cubicBezTo>
                    <a:pt x="348" y="774"/>
                    <a:pt x="348" y="772"/>
                    <a:pt x="348" y="771"/>
                  </a:cubicBezTo>
                  <a:cubicBezTo>
                    <a:pt x="348" y="768"/>
                    <a:pt x="349" y="763"/>
                    <a:pt x="350" y="760"/>
                  </a:cubicBezTo>
                  <a:cubicBezTo>
                    <a:pt x="352" y="759"/>
                    <a:pt x="355" y="757"/>
                    <a:pt x="357" y="756"/>
                  </a:cubicBezTo>
                  <a:cubicBezTo>
                    <a:pt x="360" y="754"/>
                    <a:pt x="367" y="751"/>
                    <a:pt x="369" y="748"/>
                  </a:cubicBezTo>
                  <a:cubicBezTo>
                    <a:pt x="372" y="746"/>
                    <a:pt x="375" y="740"/>
                    <a:pt x="377" y="737"/>
                  </a:cubicBezTo>
                  <a:cubicBezTo>
                    <a:pt x="378" y="735"/>
                    <a:pt x="380" y="730"/>
                    <a:pt x="381" y="728"/>
                  </a:cubicBezTo>
                  <a:cubicBezTo>
                    <a:pt x="382" y="724"/>
                    <a:pt x="385" y="716"/>
                    <a:pt x="388" y="713"/>
                  </a:cubicBezTo>
                  <a:cubicBezTo>
                    <a:pt x="389" y="711"/>
                    <a:pt x="394" y="707"/>
                    <a:pt x="397" y="705"/>
                  </a:cubicBezTo>
                  <a:cubicBezTo>
                    <a:pt x="398" y="704"/>
                    <a:pt x="402" y="703"/>
                    <a:pt x="403" y="702"/>
                  </a:cubicBezTo>
                  <a:cubicBezTo>
                    <a:pt x="406" y="702"/>
                    <a:pt x="412" y="703"/>
                    <a:pt x="414" y="702"/>
                  </a:cubicBezTo>
                  <a:cubicBezTo>
                    <a:pt x="416" y="701"/>
                    <a:pt x="419" y="699"/>
                    <a:pt x="420" y="697"/>
                  </a:cubicBezTo>
                  <a:cubicBezTo>
                    <a:pt x="421" y="695"/>
                    <a:pt x="419" y="690"/>
                    <a:pt x="417" y="689"/>
                  </a:cubicBezTo>
                  <a:cubicBezTo>
                    <a:pt x="415" y="687"/>
                    <a:pt x="410" y="687"/>
                    <a:pt x="407" y="685"/>
                  </a:cubicBezTo>
                  <a:cubicBezTo>
                    <a:pt x="406" y="685"/>
                    <a:pt x="404" y="682"/>
                    <a:pt x="404" y="681"/>
                  </a:cubicBezTo>
                  <a:cubicBezTo>
                    <a:pt x="403" y="680"/>
                    <a:pt x="404" y="676"/>
                    <a:pt x="403" y="675"/>
                  </a:cubicBezTo>
                  <a:cubicBezTo>
                    <a:pt x="402" y="674"/>
                    <a:pt x="400" y="673"/>
                    <a:pt x="399" y="672"/>
                  </a:cubicBezTo>
                  <a:cubicBezTo>
                    <a:pt x="397" y="670"/>
                    <a:pt x="398" y="664"/>
                    <a:pt x="396" y="662"/>
                  </a:cubicBezTo>
                  <a:cubicBezTo>
                    <a:pt x="395" y="660"/>
                    <a:pt x="392" y="657"/>
                    <a:pt x="390" y="656"/>
                  </a:cubicBezTo>
                  <a:cubicBezTo>
                    <a:pt x="388" y="655"/>
                    <a:pt x="381" y="654"/>
                    <a:pt x="378" y="654"/>
                  </a:cubicBezTo>
                  <a:cubicBezTo>
                    <a:pt x="375" y="655"/>
                    <a:pt x="369" y="660"/>
                    <a:pt x="366" y="661"/>
                  </a:cubicBezTo>
                  <a:cubicBezTo>
                    <a:pt x="363" y="662"/>
                    <a:pt x="355" y="662"/>
                    <a:pt x="352" y="662"/>
                  </a:cubicBezTo>
                  <a:cubicBezTo>
                    <a:pt x="347" y="662"/>
                    <a:pt x="339" y="661"/>
                    <a:pt x="335" y="660"/>
                  </a:cubicBezTo>
                  <a:cubicBezTo>
                    <a:pt x="332" y="659"/>
                    <a:pt x="327" y="654"/>
                    <a:pt x="323" y="654"/>
                  </a:cubicBezTo>
                  <a:cubicBezTo>
                    <a:pt x="322" y="654"/>
                    <a:pt x="318" y="656"/>
                    <a:pt x="317" y="657"/>
                  </a:cubicBezTo>
                  <a:cubicBezTo>
                    <a:pt x="316" y="658"/>
                    <a:pt x="315" y="661"/>
                    <a:pt x="314" y="661"/>
                  </a:cubicBezTo>
                  <a:cubicBezTo>
                    <a:pt x="310" y="662"/>
                    <a:pt x="305" y="656"/>
                    <a:pt x="302" y="654"/>
                  </a:cubicBezTo>
                  <a:cubicBezTo>
                    <a:pt x="299" y="652"/>
                    <a:pt x="295" y="647"/>
                    <a:pt x="293" y="645"/>
                  </a:cubicBezTo>
                  <a:cubicBezTo>
                    <a:pt x="290" y="642"/>
                    <a:pt x="283" y="640"/>
                    <a:pt x="280" y="637"/>
                  </a:cubicBezTo>
                  <a:cubicBezTo>
                    <a:pt x="278" y="635"/>
                    <a:pt x="273" y="629"/>
                    <a:pt x="272" y="625"/>
                  </a:cubicBezTo>
                  <a:cubicBezTo>
                    <a:pt x="270" y="622"/>
                    <a:pt x="268" y="614"/>
                    <a:pt x="268" y="610"/>
                  </a:cubicBezTo>
                  <a:cubicBezTo>
                    <a:pt x="267" y="607"/>
                    <a:pt x="268" y="602"/>
                    <a:pt x="268" y="600"/>
                  </a:cubicBezTo>
                  <a:cubicBezTo>
                    <a:pt x="268" y="597"/>
                    <a:pt x="269" y="591"/>
                    <a:pt x="268" y="588"/>
                  </a:cubicBezTo>
                  <a:cubicBezTo>
                    <a:pt x="267" y="585"/>
                    <a:pt x="263" y="580"/>
                    <a:pt x="260" y="578"/>
                  </a:cubicBezTo>
                  <a:cubicBezTo>
                    <a:pt x="256" y="576"/>
                    <a:pt x="247" y="576"/>
                    <a:pt x="243" y="575"/>
                  </a:cubicBezTo>
                  <a:cubicBezTo>
                    <a:pt x="239" y="575"/>
                    <a:pt x="233" y="574"/>
                    <a:pt x="229" y="575"/>
                  </a:cubicBezTo>
                  <a:cubicBezTo>
                    <a:pt x="228" y="576"/>
                    <a:pt x="225" y="577"/>
                    <a:pt x="224" y="578"/>
                  </a:cubicBezTo>
                  <a:cubicBezTo>
                    <a:pt x="222" y="579"/>
                    <a:pt x="220" y="582"/>
                    <a:pt x="218" y="583"/>
                  </a:cubicBezTo>
                  <a:cubicBezTo>
                    <a:pt x="217" y="584"/>
                    <a:pt x="214" y="584"/>
                    <a:pt x="213" y="583"/>
                  </a:cubicBezTo>
                  <a:cubicBezTo>
                    <a:pt x="212" y="583"/>
                    <a:pt x="211" y="579"/>
                    <a:pt x="211" y="578"/>
                  </a:cubicBezTo>
                  <a:cubicBezTo>
                    <a:pt x="210" y="576"/>
                    <a:pt x="209" y="573"/>
                    <a:pt x="208" y="571"/>
                  </a:cubicBezTo>
                  <a:cubicBezTo>
                    <a:pt x="206" y="570"/>
                    <a:pt x="202" y="568"/>
                    <a:pt x="199" y="568"/>
                  </a:cubicBezTo>
                  <a:cubicBezTo>
                    <a:pt x="197" y="567"/>
                    <a:pt x="191" y="567"/>
                    <a:pt x="188" y="566"/>
                  </a:cubicBezTo>
                  <a:cubicBezTo>
                    <a:pt x="186" y="565"/>
                    <a:pt x="181" y="562"/>
                    <a:pt x="179" y="561"/>
                  </a:cubicBezTo>
                  <a:cubicBezTo>
                    <a:pt x="177" y="561"/>
                    <a:pt x="173" y="563"/>
                    <a:pt x="172" y="564"/>
                  </a:cubicBezTo>
                  <a:cubicBezTo>
                    <a:pt x="170" y="565"/>
                    <a:pt x="168" y="567"/>
                    <a:pt x="167" y="568"/>
                  </a:cubicBezTo>
                  <a:cubicBezTo>
                    <a:pt x="166" y="569"/>
                    <a:pt x="164" y="570"/>
                    <a:pt x="163" y="571"/>
                  </a:cubicBezTo>
                  <a:cubicBezTo>
                    <a:pt x="161" y="571"/>
                    <a:pt x="157" y="572"/>
                    <a:pt x="154" y="572"/>
                  </a:cubicBezTo>
                  <a:cubicBezTo>
                    <a:pt x="152" y="571"/>
                    <a:pt x="146" y="570"/>
                    <a:pt x="143" y="568"/>
                  </a:cubicBezTo>
                  <a:cubicBezTo>
                    <a:pt x="141" y="566"/>
                    <a:pt x="139" y="562"/>
                    <a:pt x="137" y="560"/>
                  </a:cubicBezTo>
                  <a:cubicBezTo>
                    <a:pt x="136" y="558"/>
                    <a:pt x="133" y="556"/>
                    <a:pt x="132" y="555"/>
                  </a:cubicBezTo>
                  <a:cubicBezTo>
                    <a:pt x="130" y="554"/>
                    <a:pt x="125" y="555"/>
                    <a:pt x="123" y="554"/>
                  </a:cubicBezTo>
                  <a:cubicBezTo>
                    <a:pt x="121" y="554"/>
                    <a:pt x="119" y="551"/>
                    <a:pt x="118" y="550"/>
                  </a:cubicBezTo>
                  <a:cubicBezTo>
                    <a:pt x="117" y="548"/>
                    <a:pt x="117" y="544"/>
                    <a:pt x="117" y="543"/>
                  </a:cubicBezTo>
                  <a:cubicBezTo>
                    <a:pt x="117" y="541"/>
                    <a:pt x="117" y="538"/>
                    <a:pt x="118" y="537"/>
                  </a:cubicBezTo>
                  <a:cubicBezTo>
                    <a:pt x="119" y="537"/>
                    <a:pt x="122" y="538"/>
                    <a:pt x="123" y="537"/>
                  </a:cubicBezTo>
                  <a:cubicBezTo>
                    <a:pt x="125" y="536"/>
                    <a:pt x="126" y="533"/>
                    <a:pt x="126" y="532"/>
                  </a:cubicBezTo>
                  <a:cubicBezTo>
                    <a:pt x="126" y="530"/>
                    <a:pt x="124" y="526"/>
                    <a:pt x="122" y="525"/>
                  </a:cubicBezTo>
                  <a:cubicBezTo>
                    <a:pt x="121" y="523"/>
                    <a:pt x="117" y="522"/>
                    <a:pt x="115" y="522"/>
                  </a:cubicBezTo>
                  <a:cubicBezTo>
                    <a:pt x="112" y="521"/>
                    <a:pt x="106" y="521"/>
                    <a:pt x="103" y="521"/>
                  </a:cubicBezTo>
                  <a:cubicBezTo>
                    <a:pt x="101" y="520"/>
                    <a:pt x="96" y="520"/>
                    <a:pt x="93" y="519"/>
                  </a:cubicBezTo>
                  <a:cubicBezTo>
                    <a:pt x="92" y="519"/>
                    <a:pt x="90" y="516"/>
                    <a:pt x="89" y="515"/>
                  </a:cubicBezTo>
                  <a:cubicBezTo>
                    <a:pt x="88" y="514"/>
                    <a:pt x="87" y="511"/>
                    <a:pt x="86" y="510"/>
                  </a:cubicBezTo>
                  <a:cubicBezTo>
                    <a:pt x="83" y="509"/>
                    <a:pt x="78" y="507"/>
                    <a:pt x="76" y="507"/>
                  </a:cubicBezTo>
                  <a:cubicBezTo>
                    <a:pt x="74" y="507"/>
                    <a:pt x="71" y="508"/>
                    <a:pt x="69" y="508"/>
                  </a:cubicBezTo>
                  <a:cubicBezTo>
                    <a:pt x="68" y="509"/>
                    <a:pt x="65" y="512"/>
                    <a:pt x="64" y="513"/>
                  </a:cubicBezTo>
                  <a:cubicBezTo>
                    <a:pt x="61" y="514"/>
                    <a:pt x="56" y="515"/>
                    <a:pt x="54" y="515"/>
                  </a:cubicBezTo>
                  <a:cubicBezTo>
                    <a:pt x="51" y="514"/>
                    <a:pt x="46" y="513"/>
                    <a:pt x="43" y="511"/>
                  </a:cubicBezTo>
                  <a:cubicBezTo>
                    <a:pt x="41" y="510"/>
                    <a:pt x="38" y="505"/>
                    <a:pt x="35" y="503"/>
                  </a:cubicBezTo>
                  <a:cubicBezTo>
                    <a:pt x="33" y="501"/>
                    <a:pt x="29" y="497"/>
                    <a:pt x="26" y="495"/>
                  </a:cubicBezTo>
                  <a:cubicBezTo>
                    <a:pt x="24" y="494"/>
                    <a:pt x="20" y="494"/>
                    <a:pt x="18" y="493"/>
                  </a:cubicBezTo>
                  <a:cubicBezTo>
                    <a:pt x="16" y="492"/>
                    <a:pt x="14" y="490"/>
                    <a:pt x="13" y="488"/>
                  </a:cubicBezTo>
                  <a:cubicBezTo>
                    <a:pt x="12" y="486"/>
                    <a:pt x="12" y="482"/>
                    <a:pt x="12" y="480"/>
                  </a:cubicBezTo>
                  <a:cubicBezTo>
                    <a:pt x="11" y="476"/>
                    <a:pt x="9" y="468"/>
                    <a:pt x="8" y="465"/>
                  </a:cubicBezTo>
                  <a:cubicBezTo>
                    <a:pt x="6" y="462"/>
                    <a:pt x="2" y="456"/>
                    <a:pt x="1" y="453"/>
                  </a:cubicBezTo>
                  <a:cubicBezTo>
                    <a:pt x="0" y="449"/>
                    <a:pt x="1" y="442"/>
                    <a:pt x="1" y="438"/>
                  </a:cubicBezTo>
                  <a:cubicBezTo>
                    <a:pt x="1" y="431"/>
                    <a:pt x="2" y="417"/>
                    <a:pt x="2" y="411"/>
                  </a:cubicBezTo>
                  <a:cubicBezTo>
                    <a:pt x="3" y="404"/>
                    <a:pt x="3" y="392"/>
                    <a:pt x="5" y="386"/>
                  </a:cubicBezTo>
                  <a:cubicBezTo>
                    <a:pt x="6" y="380"/>
                    <a:pt x="10" y="370"/>
                    <a:pt x="12" y="365"/>
                  </a:cubicBezTo>
                  <a:cubicBezTo>
                    <a:pt x="13" y="360"/>
                    <a:pt x="16" y="351"/>
                    <a:pt x="17" y="346"/>
                  </a:cubicBezTo>
                  <a:cubicBezTo>
                    <a:pt x="18" y="342"/>
                    <a:pt x="20" y="333"/>
                    <a:pt x="19" y="328"/>
                  </a:cubicBezTo>
                  <a:cubicBezTo>
                    <a:pt x="19" y="326"/>
                    <a:pt x="17" y="321"/>
                    <a:pt x="16" y="319"/>
                  </a:cubicBezTo>
                  <a:cubicBezTo>
                    <a:pt x="16" y="317"/>
                    <a:pt x="16" y="312"/>
                    <a:pt x="17" y="309"/>
                  </a:cubicBezTo>
                  <a:cubicBezTo>
                    <a:pt x="17" y="308"/>
                    <a:pt x="20" y="305"/>
                    <a:pt x="21" y="303"/>
                  </a:cubicBezTo>
                  <a:cubicBezTo>
                    <a:pt x="22" y="302"/>
                    <a:pt x="27" y="299"/>
                    <a:pt x="28" y="298"/>
                  </a:cubicBezTo>
                  <a:cubicBezTo>
                    <a:pt x="29" y="296"/>
                    <a:pt x="30" y="291"/>
                    <a:pt x="31" y="288"/>
                  </a:cubicBezTo>
                  <a:cubicBezTo>
                    <a:pt x="31" y="286"/>
                    <a:pt x="31" y="282"/>
                    <a:pt x="31" y="278"/>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7"/>
            <p:cNvSpPr>
              <a:spLocks/>
            </p:cNvSpPr>
            <p:nvPr/>
          </p:nvSpPr>
          <p:spPr bwMode="auto">
            <a:xfrm>
              <a:off x="4451350" y="2197100"/>
              <a:ext cx="1295400" cy="860425"/>
            </a:xfrm>
            <a:custGeom>
              <a:avLst/>
              <a:gdLst/>
              <a:ahLst/>
              <a:cxnLst>
                <a:cxn ang="0">
                  <a:pos x="858" y="38"/>
                </a:cxn>
                <a:cxn ang="0">
                  <a:pos x="841" y="105"/>
                </a:cxn>
                <a:cxn ang="0">
                  <a:pos x="834" y="164"/>
                </a:cxn>
                <a:cxn ang="0">
                  <a:pos x="795" y="190"/>
                </a:cxn>
                <a:cxn ang="0">
                  <a:pos x="787" y="236"/>
                </a:cxn>
                <a:cxn ang="0">
                  <a:pos x="810" y="307"/>
                </a:cxn>
                <a:cxn ang="0">
                  <a:pos x="794" y="341"/>
                </a:cxn>
                <a:cxn ang="0">
                  <a:pos x="825" y="396"/>
                </a:cxn>
                <a:cxn ang="0">
                  <a:pos x="830" y="442"/>
                </a:cxn>
                <a:cxn ang="0">
                  <a:pos x="860" y="476"/>
                </a:cxn>
                <a:cxn ang="0">
                  <a:pos x="836" y="527"/>
                </a:cxn>
                <a:cxn ang="0">
                  <a:pos x="821" y="557"/>
                </a:cxn>
                <a:cxn ang="0">
                  <a:pos x="769" y="536"/>
                </a:cxn>
                <a:cxn ang="0">
                  <a:pos x="726" y="531"/>
                </a:cxn>
                <a:cxn ang="0">
                  <a:pos x="681" y="537"/>
                </a:cxn>
                <a:cxn ang="0">
                  <a:pos x="664" y="566"/>
                </a:cxn>
                <a:cxn ang="0">
                  <a:pos x="638" y="564"/>
                </a:cxn>
                <a:cxn ang="0">
                  <a:pos x="620" y="557"/>
                </a:cxn>
                <a:cxn ang="0">
                  <a:pos x="587" y="572"/>
                </a:cxn>
                <a:cxn ang="0">
                  <a:pos x="545" y="541"/>
                </a:cxn>
                <a:cxn ang="0">
                  <a:pos x="498" y="502"/>
                </a:cxn>
                <a:cxn ang="0">
                  <a:pos x="438" y="477"/>
                </a:cxn>
                <a:cxn ang="0">
                  <a:pos x="405" y="462"/>
                </a:cxn>
                <a:cxn ang="0">
                  <a:pos x="361" y="442"/>
                </a:cxn>
                <a:cxn ang="0">
                  <a:pos x="331" y="479"/>
                </a:cxn>
                <a:cxn ang="0">
                  <a:pos x="284" y="458"/>
                </a:cxn>
                <a:cxn ang="0">
                  <a:pos x="275" y="434"/>
                </a:cxn>
                <a:cxn ang="0">
                  <a:pos x="234" y="409"/>
                </a:cxn>
                <a:cxn ang="0">
                  <a:pos x="188" y="376"/>
                </a:cxn>
                <a:cxn ang="0">
                  <a:pos x="122" y="357"/>
                </a:cxn>
                <a:cxn ang="0">
                  <a:pos x="73" y="334"/>
                </a:cxn>
                <a:cxn ang="0">
                  <a:pos x="71" y="296"/>
                </a:cxn>
                <a:cxn ang="0">
                  <a:pos x="84" y="268"/>
                </a:cxn>
                <a:cxn ang="0">
                  <a:pos x="81" y="249"/>
                </a:cxn>
                <a:cxn ang="0">
                  <a:pos x="63" y="218"/>
                </a:cxn>
                <a:cxn ang="0">
                  <a:pos x="47" y="190"/>
                </a:cxn>
                <a:cxn ang="0">
                  <a:pos x="1" y="172"/>
                </a:cxn>
                <a:cxn ang="0">
                  <a:pos x="3" y="151"/>
                </a:cxn>
                <a:cxn ang="0">
                  <a:pos x="13" y="118"/>
                </a:cxn>
                <a:cxn ang="0">
                  <a:pos x="35" y="101"/>
                </a:cxn>
                <a:cxn ang="0">
                  <a:pos x="60" y="95"/>
                </a:cxn>
                <a:cxn ang="0">
                  <a:pos x="95" y="72"/>
                </a:cxn>
                <a:cxn ang="0">
                  <a:pos x="153" y="71"/>
                </a:cxn>
                <a:cxn ang="0">
                  <a:pos x="213" y="51"/>
                </a:cxn>
                <a:cxn ang="0">
                  <a:pos x="263" y="72"/>
                </a:cxn>
                <a:cxn ang="0">
                  <a:pos x="333" y="52"/>
                </a:cxn>
                <a:cxn ang="0">
                  <a:pos x="370" y="94"/>
                </a:cxn>
                <a:cxn ang="0">
                  <a:pos x="415" y="118"/>
                </a:cxn>
                <a:cxn ang="0">
                  <a:pos x="454" y="148"/>
                </a:cxn>
                <a:cxn ang="0">
                  <a:pos x="500" y="152"/>
                </a:cxn>
                <a:cxn ang="0">
                  <a:pos x="537" y="154"/>
                </a:cxn>
                <a:cxn ang="0">
                  <a:pos x="557" y="128"/>
                </a:cxn>
                <a:cxn ang="0">
                  <a:pos x="590" y="87"/>
                </a:cxn>
                <a:cxn ang="0">
                  <a:pos x="649" y="52"/>
                </a:cxn>
                <a:cxn ang="0">
                  <a:pos x="703" y="63"/>
                </a:cxn>
                <a:cxn ang="0">
                  <a:pos x="773" y="93"/>
                </a:cxn>
                <a:cxn ang="0">
                  <a:pos x="812" y="30"/>
                </a:cxn>
              </a:cxnLst>
              <a:rect l="0" t="0" r="r" b="b"/>
              <a:pathLst>
                <a:path w="872" h="580">
                  <a:moveTo>
                    <a:pt x="871" y="0"/>
                  </a:moveTo>
                  <a:cubicBezTo>
                    <a:pt x="871" y="1"/>
                    <a:pt x="872" y="3"/>
                    <a:pt x="872" y="4"/>
                  </a:cubicBezTo>
                  <a:cubicBezTo>
                    <a:pt x="871" y="6"/>
                    <a:pt x="869" y="11"/>
                    <a:pt x="868" y="14"/>
                  </a:cubicBezTo>
                  <a:cubicBezTo>
                    <a:pt x="867" y="16"/>
                    <a:pt x="866" y="22"/>
                    <a:pt x="864" y="24"/>
                  </a:cubicBezTo>
                  <a:cubicBezTo>
                    <a:pt x="863" y="28"/>
                    <a:pt x="859" y="34"/>
                    <a:pt x="858" y="38"/>
                  </a:cubicBezTo>
                  <a:cubicBezTo>
                    <a:pt x="856" y="42"/>
                    <a:pt x="853" y="50"/>
                    <a:pt x="851" y="54"/>
                  </a:cubicBezTo>
                  <a:cubicBezTo>
                    <a:pt x="850" y="58"/>
                    <a:pt x="845" y="66"/>
                    <a:pt x="843" y="71"/>
                  </a:cubicBezTo>
                  <a:cubicBezTo>
                    <a:pt x="842" y="74"/>
                    <a:pt x="839" y="80"/>
                    <a:pt x="839" y="83"/>
                  </a:cubicBezTo>
                  <a:cubicBezTo>
                    <a:pt x="838" y="86"/>
                    <a:pt x="838" y="93"/>
                    <a:pt x="838" y="96"/>
                  </a:cubicBezTo>
                  <a:cubicBezTo>
                    <a:pt x="839" y="99"/>
                    <a:pt x="841" y="103"/>
                    <a:pt x="841" y="105"/>
                  </a:cubicBezTo>
                  <a:cubicBezTo>
                    <a:pt x="841" y="107"/>
                    <a:pt x="839" y="110"/>
                    <a:pt x="838" y="112"/>
                  </a:cubicBezTo>
                  <a:cubicBezTo>
                    <a:pt x="836" y="116"/>
                    <a:pt x="833" y="124"/>
                    <a:pt x="832" y="128"/>
                  </a:cubicBezTo>
                  <a:cubicBezTo>
                    <a:pt x="831" y="131"/>
                    <a:pt x="831" y="138"/>
                    <a:pt x="831" y="141"/>
                  </a:cubicBezTo>
                  <a:cubicBezTo>
                    <a:pt x="832" y="144"/>
                    <a:pt x="835" y="151"/>
                    <a:pt x="835" y="154"/>
                  </a:cubicBezTo>
                  <a:cubicBezTo>
                    <a:pt x="835" y="157"/>
                    <a:pt x="836" y="162"/>
                    <a:pt x="834" y="164"/>
                  </a:cubicBezTo>
                  <a:cubicBezTo>
                    <a:pt x="833" y="166"/>
                    <a:pt x="827" y="166"/>
                    <a:pt x="825" y="168"/>
                  </a:cubicBezTo>
                  <a:cubicBezTo>
                    <a:pt x="823" y="170"/>
                    <a:pt x="821" y="176"/>
                    <a:pt x="819" y="179"/>
                  </a:cubicBezTo>
                  <a:cubicBezTo>
                    <a:pt x="818" y="181"/>
                    <a:pt x="814" y="187"/>
                    <a:pt x="811" y="189"/>
                  </a:cubicBezTo>
                  <a:cubicBezTo>
                    <a:pt x="809" y="190"/>
                    <a:pt x="804" y="192"/>
                    <a:pt x="802" y="192"/>
                  </a:cubicBezTo>
                  <a:cubicBezTo>
                    <a:pt x="800" y="192"/>
                    <a:pt x="797" y="190"/>
                    <a:pt x="795" y="190"/>
                  </a:cubicBezTo>
                  <a:cubicBezTo>
                    <a:pt x="794" y="190"/>
                    <a:pt x="791" y="189"/>
                    <a:pt x="789" y="190"/>
                  </a:cubicBezTo>
                  <a:cubicBezTo>
                    <a:pt x="787" y="191"/>
                    <a:pt x="785" y="195"/>
                    <a:pt x="784" y="196"/>
                  </a:cubicBezTo>
                  <a:cubicBezTo>
                    <a:pt x="782" y="199"/>
                    <a:pt x="781" y="205"/>
                    <a:pt x="781" y="208"/>
                  </a:cubicBezTo>
                  <a:cubicBezTo>
                    <a:pt x="781" y="210"/>
                    <a:pt x="780" y="216"/>
                    <a:pt x="781" y="218"/>
                  </a:cubicBezTo>
                  <a:cubicBezTo>
                    <a:pt x="782" y="223"/>
                    <a:pt x="786" y="232"/>
                    <a:pt x="787" y="236"/>
                  </a:cubicBezTo>
                  <a:cubicBezTo>
                    <a:pt x="788" y="241"/>
                    <a:pt x="789" y="249"/>
                    <a:pt x="790" y="253"/>
                  </a:cubicBezTo>
                  <a:cubicBezTo>
                    <a:pt x="792" y="258"/>
                    <a:pt x="798" y="268"/>
                    <a:pt x="800" y="272"/>
                  </a:cubicBezTo>
                  <a:cubicBezTo>
                    <a:pt x="802" y="275"/>
                    <a:pt x="805" y="281"/>
                    <a:pt x="806" y="284"/>
                  </a:cubicBezTo>
                  <a:cubicBezTo>
                    <a:pt x="808" y="287"/>
                    <a:pt x="810" y="293"/>
                    <a:pt x="811" y="296"/>
                  </a:cubicBezTo>
                  <a:cubicBezTo>
                    <a:pt x="811" y="299"/>
                    <a:pt x="811" y="305"/>
                    <a:pt x="810" y="307"/>
                  </a:cubicBezTo>
                  <a:cubicBezTo>
                    <a:pt x="809" y="308"/>
                    <a:pt x="806" y="310"/>
                    <a:pt x="805" y="311"/>
                  </a:cubicBezTo>
                  <a:cubicBezTo>
                    <a:pt x="803" y="313"/>
                    <a:pt x="800" y="317"/>
                    <a:pt x="798" y="320"/>
                  </a:cubicBezTo>
                  <a:cubicBezTo>
                    <a:pt x="798" y="321"/>
                    <a:pt x="797" y="325"/>
                    <a:pt x="797" y="326"/>
                  </a:cubicBezTo>
                  <a:cubicBezTo>
                    <a:pt x="796" y="329"/>
                    <a:pt x="794" y="333"/>
                    <a:pt x="794" y="335"/>
                  </a:cubicBezTo>
                  <a:cubicBezTo>
                    <a:pt x="794" y="337"/>
                    <a:pt x="793" y="339"/>
                    <a:pt x="794" y="341"/>
                  </a:cubicBezTo>
                  <a:cubicBezTo>
                    <a:pt x="795" y="344"/>
                    <a:pt x="799" y="349"/>
                    <a:pt x="801" y="352"/>
                  </a:cubicBezTo>
                  <a:cubicBezTo>
                    <a:pt x="803" y="355"/>
                    <a:pt x="807" y="363"/>
                    <a:pt x="808" y="367"/>
                  </a:cubicBezTo>
                  <a:cubicBezTo>
                    <a:pt x="809" y="370"/>
                    <a:pt x="808" y="378"/>
                    <a:pt x="809" y="381"/>
                  </a:cubicBezTo>
                  <a:cubicBezTo>
                    <a:pt x="810" y="384"/>
                    <a:pt x="813" y="388"/>
                    <a:pt x="815" y="390"/>
                  </a:cubicBezTo>
                  <a:cubicBezTo>
                    <a:pt x="817" y="392"/>
                    <a:pt x="823" y="394"/>
                    <a:pt x="825" y="396"/>
                  </a:cubicBezTo>
                  <a:cubicBezTo>
                    <a:pt x="827" y="398"/>
                    <a:pt x="832" y="403"/>
                    <a:pt x="832" y="406"/>
                  </a:cubicBezTo>
                  <a:cubicBezTo>
                    <a:pt x="834" y="409"/>
                    <a:pt x="833" y="416"/>
                    <a:pt x="832" y="420"/>
                  </a:cubicBezTo>
                  <a:cubicBezTo>
                    <a:pt x="832" y="421"/>
                    <a:pt x="830" y="425"/>
                    <a:pt x="829" y="426"/>
                  </a:cubicBezTo>
                  <a:cubicBezTo>
                    <a:pt x="828" y="429"/>
                    <a:pt x="824" y="432"/>
                    <a:pt x="824" y="435"/>
                  </a:cubicBezTo>
                  <a:cubicBezTo>
                    <a:pt x="824" y="437"/>
                    <a:pt x="828" y="440"/>
                    <a:pt x="830" y="442"/>
                  </a:cubicBezTo>
                  <a:cubicBezTo>
                    <a:pt x="834" y="443"/>
                    <a:pt x="841" y="443"/>
                    <a:pt x="845" y="444"/>
                  </a:cubicBezTo>
                  <a:cubicBezTo>
                    <a:pt x="847" y="444"/>
                    <a:pt x="852" y="446"/>
                    <a:pt x="854" y="448"/>
                  </a:cubicBezTo>
                  <a:cubicBezTo>
                    <a:pt x="855" y="449"/>
                    <a:pt x="859" y="452"/>
                    <a:pt x="859" y="454"/>
                  </a:cubicBezTo>
                  <a:cubicBezTo>
                    <a:pt x="860" y="457"/>
                    <a:pt x="857" y="463"/>
                    <a:pt x="857" y="466"/>
                  </a:cubicBezTo>
                  <a:cubicBezTo>
                    <a:pt x="857" y="469"/>
                    <a:pt x="860" y="474"/>
                    <a:pt x="860" y="476"/>
                  </a:cubicBezTo>
                  <a:cubicBezTo>
                    <a:pt x="860" y="479"/>
                    <a:pt x="858" y="484"/>
                    <a:pt x="857" y="486"/>
                  </a:cubicBezTo>
                  <a:cubicBezTo>
                    <a:pt x="855" y="489"/>
                    <a:pt x="850" y="494"/>
                    <a:pt x="847" y="496"/>
                  </a:cubicBezTo>
                  <a:cubicBezTo>
                    <a:pt x="844" y="499"/>
                    <a:pt x="838" y="504"/>
                    <a:pt x="836" y="508"/>
                  </a:cubicBezTo>
                  <a:cubicBezTo>
                    <a:pt x="835" y="510"/>
                    <a:pt x="833" y="516"/>
                    <a:pt x="833" y="519"/>
                  </a:cubicBezTo>
                  <a:cubicBezTo>
                    <a:pt x="833" y="521"/>
                    <a:pt x="835" y="525"/>
                    <a:pt x="836" y="527"/>
                  </a:cubicBezTo>
                  <a:cubicBezTo>
                    <a:pt x="837" y="530"/>
                    <a:pt x="841" y="534"/>
                    <a:pt x="842" y="537"/>
                  </a:cubicBezTo>
                  <a:cubicBezTo>
                    <a:pt x="842" y="540"/>
                    <a:pt x="842" y="546"/>
                    <a:pt x="841" y="549"/>
                  </a:cubicBezTo>
                  <a:cubicBezTo>
                    <a:pt x="840" y="551"/>
                    <a:pt x="836" y="555"/>
                    <a:pt x="834" y="557"/>
                  </a:cubicBezTo>
                  <a:cubicBezTo>
                    <a:pt x="833" y="558"/>
                    <a:pt x="832" y="559"/>
                    <a:pt x="830" y="561"/>
                  </a:cubicBezTo>
                  <a:cubicBezTo>
                    <a:pt x="828" y="559"/>
                    <a:pt x="824" y="558"/>
                    <a:pt x="821" y="557"/>
                  </a:cubicBezTo>
                  <a:cubicBezTo>
                    <a:pt x="817" y="554"/>
                    <a:pt x="807" y="549"/>
                    <a:pt x="803" y="547"/>
                  </a:cubicBezTo>
                  <a:cubicBezTo>
                    <a:pt x="799" y="546"/>
                    <a:pt x="793" y="543"/>
                    <a:pt x="790" y="543"/>
                  </a:cubicBezTo>
                  <a:cubicBezTo>
                    <a:pt x="788" y="543"/>
                    <a:pt x="785" y="544"/>
                    <a:pt x="784" y="544"/>
                  </a:cubicBezTo>
                  <a:cubicBezTo>
                    <a:pt x="782" y="544"/>
                    <a:pt x="778" y="543"/>
                    <a:pt x="776" y="542"/>
                  </a:cubicBezTo>
                  <a:cubicBezTo>
                    <a:pt x="774" y="541"/>
                    <a:pt x="771" y="537"/>
                    <a:pt x="769" y="536"/>
                  </a:cubicBezTo>
                  <a:cubicBezTo>
                    <a:pt x="767" y="535"/>
                    <a:pt x="763" y="534"/>
                    <a:pt x="761" y="534"/>
                  </a:cubicBezTo>
                  <a:cubicBezTo>
                    <a:pt x="758" y="533"/>
                    <a:pt x="752" y="533"/>
                    <a:pt x="749" y="533"/>
                  </a:cubicBezTo>
                  <a:cubicBezTo>
                    <a:pt x="747" y="534"/>
                    <a:pt x="743" y="538"/>
                    <a:pt x="741" y="538"/>
                  </a:cubicBezTo>
                  <a:cubicBezTo>
                    <a:pt x="738" y="538"/>
                    <a:pt x="736" y="534"/>
                    <a:pt x="734" y="533"/>
                  </a:cubicBezTo>
                  <a:cubicBezTo>
                    <a:pt x="732" y="532"/>
                    <a:pt x="728" y="531"/>
                    <a:pt x="726" y="531"/>
                  </a:cubicBezTo>
                  <a:cubicBezTo>
                    <a:pt x="724" y="531"/>
                    <a:pt x="722" y="533"/>
                    <a:pt x="720" y="534"/>
                  </a:cubicBezTo>
                  <a:cubicBezTo>
                    <a:pt x="719" y="535"/>
                    <a:pt x="717" y="536"/>
                    <a:pt x="715" y="537"/>
                  </a:cubicBezTo>
                  <a:cubicBezTo>
                    <a:pt x="713" y="537"/>
                    <a:pt x="705" y="534"/>
                    <a:pt x="705" y="534"/>
                  </a:cubicBezTo>
                  <a:cubicBezTo>
                    <a:pt x="705" y="534"/>
                    <a:pt x="693" y="533"/>
                    <a:pt x="689" y="534"/>
                  </a:cubicBezTo>
                  <a:cubicBezTo>
                    <a:pt x="687" y="534"/>
                    <a:pt x="683" y="536"/>
                    <a:pt x="681" y="537"/>
                  </a:cubicBezTo>
                  <a:cubicBezTo>
                    <a:pt x="680" y="538"/>
                    <a:pt x="678" y="540"/>
                    <a:pt x="678" y="542"/>
                  </a:cubicBezTo>
                  <a:cubicBezTo>
                    <a:pt x="677" y="544"/>
                    <a:pt x="679" y="547"/>
                    <a:pt x="679" y="548"/>
                  </a:cubicBezTo>
                  <a:cubicBezTo>
                    <a:pt x="679" y="550"/>
                    <a:pt x="678" y="554"/>
                    <a:pt x="677" y="556"/>
                  </a:cubicBezTo>
                  <a:cubicBezTo>
                    <a:pt x="676" y="558"/>
                    <a:pt x="675" y="563"/>
                    <a:pt x="673" y="564"/>
                  </a:cubicBezTo>
                  <a:cubicBezTo>
                    <a:pt x="671" y="566"/>
                    <a:pt x="666" y="567"/>
                    <a:pt x="664" y="566"/>
                  </a:cubicBezTo>
                  <a:cubicBezTo>
                    <a:pt x="662" y="565"/>
                    <a:pt x="659" y="561"/>
                    <a:pt x="658" y="560"/>
                  </a:cubicBezTo>
                  <a:cubicBezTo>
                    <a:pt x="658" y="558"/>
                    <a:pt x="657" y="555"/>
                    <a:pt x="656" y="554"/>
                  </a:cubicBezTo>
                  <a:cubicBezTo>
                    <a:pt x="655" y="553"/>
                    <a:pt x="652" y="553"/>
                    <a:pt x="650" y="554"/>
                  </a:cubicBezTo>
                  <a:cubicBezTo>
                    <a:pt x="649" y="554"/>
                    <a:pt x="645" y="556"/>
                    <a:pt x="644" y="557"/>
                  </a:cubicBezTo>
                  <a:cubicBezTo>
                    <a:pt x="642" y="558"/>
                    <a:pt x="640" y="562"/>
                    <a:pt x="638" y="564"/>
                  </a:cubicBezTo>
                  <a:cubicBezTo>
                    <a:pt x="637" y="564"/>
                    <a:pt x="634" y="566"/>
                    <a:pt x="633" y="565"/>
                  </a:cubicBezTo>
                  <a:cubicBezTo>
                    <a:pt x="632" y="565"/>
                    <a:pt x="630" y="563"/>
                    <a:pt x="629" y="562"/>
                  </a:cubicBezTo>
                  <a:cubicBezTo>
                    <a:pt x="628" y="561"/>
                    <a:pt x="629" y="557"/>
                    <a:pt x="628" y="556"/>
                  </a:cubicBezTo>
                  <a:cubicBezTo>
                    <a:pt x="627" y="555"/>
                    <a:pt x="625" y="554"/>
                    <a:pt x="624" y="554"/>
                  </a:cubicBezTo>
                  <a:cubicBezTo>
                    <a:pt x="623" y="555"/>
                    <a:pt x="620" y="556"/>
                    <a:pt x="620" y="557"/>
                  </a:cubicBezTo>
                  <a:cubicBezTo>
                    <a:pt x="618" y="559"/>
                    <a:pt x="617" y="563"/>
                    <a:pt x="615" y="565"/>
                  </a:cubicBezTo>
                  <a:cubicBezTo>
                    <a:pt x="614" y="567"/>
                    <a:pt x="609" y="571"/>
                    <a:pt x="607" y="572"/>
                  </a:cubicBezTo>
                  <a:cubicBezTo>
                    <a:pt x="605" y="573"/>
                    <a:pt x="601" y="575"/>
                    <a:pt x="599" y="576"/>
                  </a:cubicBezTo>
                  <a:cubicBezTo>
                    <a:pt x="598" y="577"/>
                    <a:pt x="594" y="578"/>
                    <a:pt x="593" y="580"/>
                  </a:cubicBezTo>
                  <a:cubicBezTo>
                    <a:pt x="591" y="577"/>
                    <a:pt x="589" y="573"/>
                    <a:pt x="587" y="572"/>
                  </a:cubicBezTo>
                  <a:cubicBezTo>
                    <a:pt x="584" y="569"/>
                    <a:pt x="578" y="567"/>
                    <a:pt x="575" y="564"/>
                  </a:cubicBezTo>
                  <a:cubicBezTo>
                    <a:pt x="573" y="562"/>
                    <a:pt x="571" y="556"/>
                    <a:pt x="569" y="554"/>
                  </a:cubicBezTo>
                  <a:cubicBezTo>
                    <a:pt x="567" y="553"/>
                    <a:pt x="564" y="551"/>
                    <a:pt x="563" y="550"/>
                  </a:cubicBezTo>
                  <a:cubicBezTo>
                    <a:pt x="560" y="549"/>
                    <a:pt x="554" y="549"/>
                    <a:pt x="552" y="548"/>
                  </a:cubicBezTo>
                  <a:cubicBezTo>
                    <a:pt x="550" y="547"/>
                    <a:pt x="547" y="542"/>
                    <a:pt x="545" y="541"/>
                  </a:cubicBezTo>
                  <a:cubicBezTo>
                    <a:pt x="542" y="541"/>
                    <a:pt x="537" y="544"/>
                    <a:pt x="534" y="543"/>
                  </a:cubicBezTo>
                  <a:cubicBezTo>
                    <a:pt x="532" y="543"/>
                    <a:pt x="527" y="541"/>
                    <a:pt x="526" y="539"/>
                  </a:cubicBezTo>
                  <a:cubicBezTo>
                    <a:pt x="523" y="537"/>
                    <a:pt x="521" y="530"/>
                    <a:pt x="520" y="527"/>
                  </a:cubicBezTo>
                  <a:cubicBezTo>
                    <a:pt x="518" y="523"/>
                    <a:pt x="513" y="514"/>
                    <a:pt x="510" y="510"/>
                  </a:cubicBezTo>
                  <a:cubicBezTo>
                    <a:pt x="507" y="508"/>
                    <a:pt x="501" y="504"/>
                    <a:pt x="498" y="502"/>
                  </a:cubicBezTo>
                  <a:cubicBezTo>
                    <a:pt x="494" y="499"/>
                    <a:pt x="484" y="493"/>
                    <a:pt x="479" y="491"/>
                  </a:cubicBezTo>
                  <a:cubicBezTo>
                    <a:pt x="476" y="490"/>
                    <a:pt x="471" y="489"/>
                    <a:pt x="468" y="489"/>
                  </a:cubicBezTo>
                  <a:cubicBezTo>
                    <a:pt x="465" y="488"/>
                    <a:pt x="458" y="489"/>
                    <a:pt x="455" y="487"/>
                  </a:cubicBezTo>
                  <a:cubicBezTo>
                    <a:pt x="453" y="487"/>
                    <a:pt x="450" y="483"/>
                    <a:pt x="448" y="482"/>
                  </a:cubicBezTo>
                  <a:cubicBezTo>
                    <a:pt x="446" y="480"/>
                    <a:pt x="440" y="478"/>
                    <a:pt x="438" y="477"/>
                  </a:cubicBezTo>
                  <a:cubicBezTo>
                    <a:pt x="436" y="477"/>
                    <a:pt x="433" y="477"/>
                    <a:pt x="431" y="477"/>
                  </a:cubicBezTo>
                  <a:cubicBezTo>
                    <a:pt x="429" y="477"/>
                    <a:pt x="426" y="480"/>
                    <a:pt x="425" y="480"/>
                  </a:cubicBezTo>
                  <a:cubicBezTo>
                    <a:pt x="423" y="480"/>
                    <a:pt x="420" y="480"/>
                    <a:pt x="418" y="479"/>
                  </a:cubicBezTo>
                  <a:cubicBezTo>
                    <a:pt x="416" y="477"/>
                    <a:pt x="415" y="473"/>
                    <a:pt x="413" y="471"/>
                  </a:cubicBezTo>
                  <a:cubicBezTo>
                    <a:pt x="412" y="469"/>
                    <a:pt x="408" y="464"/>
                    <a:pt x="405" y="462"/>
                  </a:cubicBezTo>
                  <a:cubicBezTo>
                    <a:pt x="403" y="461"/>
                    <a:pt x="397" y="459"/>
                    <a:pt x="394" y="458"/>
                  </a:cubicBezTo>
                  <a:cubicBezTo>
                    <a:pt x="391" y="458"/>
                    <a:pt x="384" y="461"/>
                    <a:pt x="380" y="460"/>
                  </a:cubicBezTo>
                  <a:cubicBezTo>
                    <a:pt x="378" y="460"/>
                    <a:pt x="375" y="456"/>
                    <a:pt x="373" y="455"/>
                  </a:cubicBezTo>
                  <a:cubicBezTo>
                    <a:pt x="371" y="453"/>
                    <a:pt x="367" y="452"/>
                    <a:pt x="365" y="450"/>
                  </a:cubicBezTo>
                  <a:cubicBezTo>
                    <a:pt x="364" y="448"/>
                    <a:pt x="363" y="443"/>
                    <a:pt x="361" y="442"/>
                  </a:cubicBezTo>
                  <a:cubicBezTo>
                    <a:pt x="360" y="440"/>
                    <a:pt x="356" y="439"/>
                    <a:pt x="354" y="440"/>
                  </a:cubicBezTo>
                  <a:cubicBezTo>
                    <a:pt x="352" y="440"/>
                    <a:pt x="350" y="445"/>
                    <a:pt x="349" y="446"/>
                  </a:cubicBezTo>
                  <a:cubicBezTo>
                    <a:pt x="347" y="449"/>
                    <a:pt x="343" y="454"/>
                    <a:pt x="341" y="456"/>
                  </a:cubicBezTo>
                  <a:cubicBezTo>
                    <a:pt x="339" y="459"/>
                    <a:pt x="337" y="466"/>
                    <a:pt x="336" y="469"/>
                  </a:cubicBezTo>
                  <a:cubicBezTo>
                    <a:pt x="335" y="471"/>
                    <a:pt x="333" y="477"/>
                    <a:pt x="331" y="479"/>
                  </a:cubicBezTo>
                  <a:cubicBezTo>
                    <a:pt x="329" y="481"/>
                    <a:pt x="323" y="484"/>
                    <a:pt x="320" y="484"/>
                  </a:cubicBezTo>
                  <a:cubicBezTo>
                    <a:pt x="317" y="484"/>
                    <a:pt x="312" y="481"/>
                    <a:pt x="309" y="479"/>
                  </a:cubicBezTo>
                  <a:cubicBezTo>
                    <a:pt x="306" y="477"/>
                    <a:pt x="300" y="473"/>
                    <a:pt x="298" y="470"/>
                  </a:cubicBezTo>
                  <a:cubicBezTo>
                    <a:pt x="296" y="468"/>
                    <a:pt x="292" y="462"/>
                    <a:pt x="290" y="460"/>
                  </a:cubicBezTo>
                  <a:cubicBezTo>
                    <a:pt x="288" y="459"/>
                    <a:pt x="285" y="459"/>
                    <a:pt x="284" y="458"/>
                  </a:cubicBezTo>
                  <a:cubicBezTo>
                    <a:pt x="282" y="457"/>
                    <a:pt x="281" y="452"/>
                    <a:pt x="280" y="450"/>
                  </a:cubicBezTo>
                  <a:cubicBezTo>
                    <a:pt x="280" y="448"/>
                    <a:pt x="280" y="444"/>
                    <a:pt x="281" y="442"/>
                  </a:cubicBezTo>
                  <a:cubicBezTo>
                    <a:pt x="282" y="441"/>
                    <a:pt x="285" y="440"/>
                    <a:pt x="286" y="439"/>
                  </a:cubicBezTo>
                  <a:cubicBezTo>
                    <a:pt x="286" y="437"/>
                    <a:pt x="284" y="432"/>
                    <a:pt x="283" y="431"/>
                  </a:cubicBezTo>
                  <a:cubicBezTo>
                    <a:pt x="281" y="430"/>
                    <a:pt x="277" y="433"/>
                    <a:pt x="275" y="434"/>
                  </a:cubicBezTo>
                  <a:cubicBezTo>
                    <a:pt x="272" y="434"/>
                    <a:pt x="267" y="434"/>
                    <a:pt x="264" y="433"/>
                  </a:cubicBezTo>
                  <a:cubicBezTo>
                    <a:pt x="262" y="432"/>
                    <a:pt x="257" y="427"/>
                    <a:pt x="255" y="426"/>
                  </a:cubicBezTo>
                  <a:cubicBezTo>
                    <a:pt x="253" y="425"/>
                    <a:pt x="250" y="423"/>
                    <a:pt x="249" y="423"/>
                  </a:cubicBezTo>
                  <a:cubicBezTo>
                    <a:pt x="246" y="422"/>
                    <a:pt x="240" y="421"/>
                    <a:pt x="238" y="419"/>
                  </a:cubicBezTo>
                  <a:cubicBezTo>
                    <a:pt x="236" y="417"/>
                    <a:pt x="235" y="412"/>
                    <a:pt x="234" y="409"/>
                  </a:cubicBezTo>
                  <a:cubicBezTo>
                    <a:pt x="233" y="407"/>
                    <a:pt x="231" y="401"/>
                    <a:pt x="230" y="399"/>
                  </a:cubicBezTo>
                  <a:cubicBezTo>
                    <a:pt x="229" y="397"/>
                    <a:pt x="226" y="395"/>
                    <a:pt x="224" y="394"/>
                  </a:cubicBezTo>
                  <a:cubicBezTo>
                    <a:pt x="222" y="393"/>
                    <a:pt x="217" y="392"/>
                    <a:pt x="214" y="391"/>
                  </a:cubicBezTo>
                  <a:cubicBezTo>
                    <a:pt x="211" y="389"/>
                    <a:pt x="205" y="384"/>
                    <a:pt x="201" y="382"/>
                  </a:cubicBezTo>
                  <a:cubicBezTo>
                    <a:pt x="198" y="380"/>
                    <a:pt x="192" y="378"/>
                    <a:pt x="188" y="376"/>
                  </a:cubicBezTo>
                  <a:cubicBezTo>
                    <a:pt x="184" y="375"/>
                    <a:pt x="175" y="373"/>
                    <a:pt x="171" y="372"/>
                  </a:cubicBezTo>
                  <a:cubicBezTo>
                    <a:pt x="167" y="370"/>
                    <a:pt x="158" y="367"/>
                    <a:pt x="154" y="366"/>
                  </a:cubicBezTo>
                  <a:cubicBezTo>
                    <a:pt x="151" y="365"/>
                    <a:pt x="146" y="364"/>
                    <a:pt x="143" y="363"/>
                  </a:cubicBezTo>
                  <a:cubicBezTo>
                    <a:pt x="140" y="363"/>
                    <a:pt x="133" y="363"/>
                    <a:pt x="129" y="362"/>
                  </a:cubicBezTo>
                  <a:cubicBezTo>
                    <a:pt x="127" y="361"/>
                    <a:pt x="124" y="358"/>
                    <a:pt x="122" y="357"/>
                  </a:cubicBezTo>
                  <a:cubicBezTo>
                    <a:pt x="120" y="356"/>
                    <a:pt x="115" y="354"/>
                    <a:pt x="112" y="353"/>
                  </a:cubicBezTo>
                  <a:cubicBezTo>
                    <a:pt x="110" y="352"/>
                    <a:pt x="105" y="351"/>
                    <a:pt x="103" y="350"/>
                  </a:cubicBezTo>
                  <a:cubicBezTo>
                    <a:pt x="101" y="349"/>
                    <a:pt x="96" y="345"/>
                    <a:pt x="93" y="344"/>
                  </a:cubicBezTo>
                  <a:cubicBezTo>
                    <a:pt x="90" y="342"/>
                    <a:pt x="84" y="338"/>
                    <a:pt x="81" y="337"/>
                  </a:cubicBezTo>
                  <a:cubicBezTo>
                    <a:pt x="79" y="336"/>
                    <a:pt x="75" y="335"/>
                    <a:pt x="73" y="334"/>
                  </a:cubicBezTo>
                  <a:cubicBezTo>
                    <a:pt x="72" y="334"/>
                    <a:pt x="69" y="333"/>
                    <a:pt x="67" y="332"/>
                  </a:cubicBezTo>
                  <a:cubicBezTo>
                    <a:pt x="68" y="331"/>
                    <a:pt x="68" y="330"/>
                    <a:pt x="69" y="329"/>
                  </a:cubicBezTo>
                  <a:cubicBezTo>
                    <a:pt x="70" y="325"/>
                    <a:pt x="69" y="319"/>
                    <a:pt x="69" y="316"/>
                  </a:cubicBezTo>
                  <a:cubicBezTo>
                    <a:pt x="69" y="313"/>
                    <a:pt x="67" y="308"/>
                    <a:pt x="67" y="305"/>
                  </a:cubicBezTo>
                  <a:cubicBezTo>
                    <a:pt x="68" y="302"/>
                    <a:pt x="69" y="297"/>
                    <a:pt x="71" y="296"/>
                  </a:cubicBezTo>
                  <a:cubicBezTo>
                    <a:pt x="72" y="294"/>
                    <a:pt x="77" y="292"/>
                    <a:pt x="79" y="291"/>
                  </a:cubicBezTo>
                  <a:cubicBezTo>
                    <a:pt x="81" y="289"/>
                    <a:pt x="84" y="287"/>
                    <a:pt x="85" y="285"/>
                  </a:cubicBezTo>
                  <a:cubicBezTo>
                    <a:pt x="85" y="284"/>
                    <a:pt x="83" y="281"/>
                    <a:pt x="82" y="279"/>
                  </a:cubicBezTo>
                  <a:cubicBezTo>
                    <a:pt x="82" y="278"/>
                    <a:pt x="80" y="276"/>
                    <a:pt x="80" y="274"/>
                  </a:cubicBezTo>
                  <a:cubicBezTo>
                    <a:pt x="80" y="272"/>
                    <a:pt x="83" y="269"/>
                    <a:pt x="84" y="268"/>
                  </a:cubicBezTo>
                  <a:cubicBezTo>
                    <a:pt x="85" y="266"/>
                    <a:pt x="87" y="264"/>
                    <a:pt x="87" y="262"/>
                  </a:cubicBezTo>
                  <a:cubicBezTo>
                    <a:pt x="87" y="261"/>
                    <a:pt x="85" y="258"/>
                    <a:pt x="84" y="258"/>
                  </a:cubicBezTo>
                  <a:cubicBezTo>
                    <a:pt x="83" y="257"/>
                    <a:pt x="79" y="257"/>
                    <a:pt x="78" y="256"/>
                  </a:cubicBezTo>
                  <a:cubicBezTo>
                    <a:pt x="78" y="255"/>
                    <a:pt x="78" y="253"/>
                    <a:pt x="78" y="252"/>
                  </a:cubicBezTo>
                  <a:cubicBezTo>
                    <a:pt x="79" y="251"/>
                    <a:pt x="80" y="249"/>
                    <a:pt x="81" y="249"/>
                  </a:cubicBezTo>
                  <a:cubicBezTo>
                    <a:pt x="82" y="248"/>
                    <a:pt x="85" y="249"/>
                    <a:pt x="86" y="249"/>
                  </a:cubicBezTo>
                  <a:cubicBezTo>
                    <a:pt x="88" y="248"/>
                    <a:pt x="90" y="244"/>
                    <a:pt x="90" y="242"/>
                  </a:cubicBezTo>
                  <a:cubicBezTo>
                    <a:pt x="90" y="240"/>
                    <a:pt x="87" y="234"/>
                    <a:pt x="85" y="232"/>
                  </a:cubicBezTo>
                  <a:cubicBezTo>
                    <a:pt x="83" y="229"/>
                    <a:pt x="77" y="222"/>
                    <a:pt x="73" y="220"/>
                  </a:cubicBezTo>
                  <a:cubicBezTo>
                    <a:pt x="71" y="219"/>
                    <a:pt x="66" y="219"/>
                    <a:pt x="63" y="218"/>
                  </a:cubicBezTo>
                  <a:cubicBezTo>
                    <a:pt x="61" y="218"/>
                    <a:pt x="55" y="217"/>
                    <a:pt x="53" y="215"/>
                  </a:cubicBezTo>
                  <a:cubicBezTo>
                    <a:pt x="52" y="213"/>
                    <a:pt x="50" y="210"/>
                    <a:pt x="50" y="208"/>
                  </a:cubicBezTo>
                  <a:cubicBezTo>
                    <a:pt x="50" y="206"/>
                    <a:pt x="53" y="204"/>
                    <a:pt x="53" y="203"/>
                  </a:cubicBezTo>
                  <a:cubicBezTo>
                    <a:pt x="54" y="201"/>
                    <a:pt x="55" y="198"/>
                    <a:pt x="55" y="196"/>
                  </a:cubicBezTo>
                  <a:cubicBezTo>
                    <a:pt x="54" y="194"/>
                    <a:pt x="49" y="191"/>
                    <a:pt x="47" y="190"/>
                  </a:cubicBezTo>
                  <a:cubicBezTo>
                    <a:pt x="44" y="188"/>
                    <a:pt x="39" y="185"/>
                    <a:pt x="37" y="184"/>
                  </a:cubicBezTo>
                  <a:cubicBezTo>
                    <a:pt x="33" y="182"/>
                    <a:pt x="27" y="180"/>
                    <a:pt x="23" y="180"/>
                  </a:cubicBezTo>
                  <a:cubicBezTo>
                    <a:pt x="21" y="179"/>
                    <a:pt x="16" y="179"/>
                    <a:pt x="14" y="179"/>
                  </a:cubicBezTo>
                  <a:cubicBezTo>
                    <a:pt x="11" y="179"/>
                    <a:pt x="6" y="180"/>
                    <a:pt x="4" y="178"/>
                  </a:cubicBezTo>
                  <a:cubicBezTo>
                    <a:pt x="2" y="177"/>
                    <a:pt x="1" y="174"/>
                    <a:pt x="1" y="172"/>
                  </a:cubicBezTo>
                  <a:cubicBezTo>
                    <a:pt x="0" y="171"/>
                    <a:pt x="0" y="169"/>
                    <a:pt x="1" y="168"/>
                  </a:cubicBezTo>
                  <a:cubicBezTo>
                    <a:pt x="2" y="167"/>
                    <a:pt x="4" y="167"/>
                    <a:pt x="5" y="166"/>
                  </a:cubicBezTo>
                  <a:cubicBezTo>
                    <a:pt x="5" y="165"/>
                    <a:pt x="5" y="163"/>
                    <a:pt x="5" y="161"/>
                  </a:cubicBezTo>
                  <a:cubicBezTo>
                    <a:pt x="5" y="160"/>
                    <a:pt x="2" y="158"/>
                    <a:pt x="2" y="157"/>
                  </a:cubicBezTo>
                  <a:cubicBezTo>
                    <a:pt x="2" y="155"/>
                    <a:pt x="2" y="153"/>
                    <a:pt x="3" y="151"/>
                  </a:cubicBezTo>
                  <a:cubicBezTo>
                    <a:pt x="5" y="149"/>
                    <a:pt x="10" y="147"/>
                    <a:pt x="12" y="144"/>
                  </a:cubicBezTo>
                  <a:cubicBezTo>
                    <a:pt x="13" y="142"/>
                    <a:pt x="11" y="137"/>
                    <a:pt x="12" y="135"/>
                  </a:cubicBezTo>
                  <a:cubicBezTo>
                    <a:pt x="13" y="133"/>
                    <a:pt x="19" y="131"/>
                    <a:pt x="20" y="129"/>
                  </a:cubicBezTo>
                  <a:cubicBezTo>
                    <a:pt x="21" y="127"/>
                    <a:pt x="20" y="123"/>
                    <a:pt x="19" y="122"/>
                  </a:cubicBezTo>
                  <a:cubicBezTo>
                    <a:pt x="18" y="120"/>
                    <a:pt x="14" y="119"/>
                    <a:pt x="13" y="118"/>
                  </a:cubicBezTo>
                  <a:cubicBezTo>
                    <a:pt x="12" y="117"/>
                    <a:pt x="13" y="114"/>
                    <a:pt x="13" y="113"/>
                  </a:cubicBezTo>
                  <a:cubicBezTo>
                    <a:pt x="13" y="111"/>
                    <a:pt x="15" y="107"/>
                    <a:pt x="16" y="106"/>
                  </a:cubicBezTo>
                  <a:cubicBezTo>
                    <a:pt x="18" y="105"/>
                    <a:pt x="23" y="104"/>
                    <a:pt x="25" y="104"/>
                  </a:cubicBezTo>
                  <a:cubicBezTo>
                    <a:pt x="27" y="104"/>
                    <a:pt x="31" y="104"/>
                    <a:pt x="33" y="103"/>
                  </a:cubicBezTo>
                  <a:cubicBezTo>
                    <a:pt x="33" y="103"/>
                    <a:pt x="34" y="102"/>
                    <a:pt x="35" y="101"/>
                  </a:cubicBezTo>
                  <a:cubicBezTo>
                    <a:pt x="36" y="103"/>
                    <a:pt x="37" y="105"/>
                    <a:pt x="38" y="106"/>
                  </a:cubicBezTo>
                  <a:cubicBezTo>
                    <a:pt x="39" y="107"/>
                    <a:pt x="43" y="109"/>
                    <a:pt x="45" y="109"/>
                  </a:cubicBezTo>
                  <a:cubicBezTo>
                    <a:pt x="47" y="109"/>
                    <a:pt x="49" y="105"/>
                    <a:pt x="50" y="104"/>
                  </a:cubicBezTo>
                  <a:cubicBezTo>
                    <a:pt x="51" y="102"/>
                    <a:pt x="54" y="99"/>
                    <a:pt x="55" y="97"/>
                  </a:cubicBezTo>
                  <a:cubicBezTo>
                    <a:pt x="56" y="97"/>
                    <a:pt x="59" y="95"/>
                    <a:pt x="60" y="95"/>
                  </a:cubicBezTo>
                  <a:cubicBezTo>
                    <a:pt x="63" y="94"/>
                    <a:pt x="70" y="96"/>
                    <a:pt x="73" y="95"/>
                  </a:cubicBezTo>
                  <a:cubicBezTo>
                    <a:pt x="75" y="94"/>
                    <a:pt x="79" y="91"/>
                    <a:pt x="80" y="89"/>
                  </a:cubicBezTo>
                  <a:cubicBezTo>
                    <a:pt x="81" y="87"/>
                    <a:pt x="80" y="84"/>
                    <a:pt x="81" y="82"/>
                  </a:cubicBezTo>
                  <a:cubicBezTo>
                    <a:pt x="82" y="81"/>
                    <a:pt x="85" y="78"/>
                    <a:pt x="87" y="77"/>
                  </a:cubicBezTo>
                  <a:cubicBezTo>
                    <a:pt x="89" y="76"/>
                    <a:pt x="93" y="73"/>
                    <a:pt x="95" y="72"/>
                  </a:cubicBezTo>
                  <a:cubicBezTo>
                    <a:pt x="96" y="72"/>
                    <a:pt x="99" y="71"/>
                    <a:pt x="100" y="70"/>
                  </a:cubicBezTo>
                  <a:cubicBezTo>
                    <a:pt x="103" y="70"/>
                    <a:pt x="108" y="67"/>
                    <a:pt x="110" y="67"/>
                  </a:cubicBezTo>
                  <a:cubicBezTo>
                    <a:pt x="113" y="68"/>
                    <a:pt x="117" y="72"/>
                    <a:pt x="119" y="72"/>
                  </a:cubicBezTo>
                  <a:cubicBezTo>
                    <a:pt x="123" y="73"/>
                    <a:pt x="131" y="71"/>
                    <a:pt x="135" y="71"/>
                  </a:cubicBezTo>
                  <a:cubicBezTo>
                    <a:pt x="139" y="70"/>
                    <a:pt x="148" y="71"/>
                    <a:pt x="153" y="71"/>
                  </a:cubicBezTo>
                  <a:cubicBezTo>
                    <a:pt x="157" y="71"/>
                    <a:pt x="167" y="71"/>
                    <a:pt x="172" y="71"/>
                  </a:cubicBezTo>
                  <a:cubicBezTo>
                    <a:pt x="175" y="71"/>
                    <a:pt x="183" y="74"/>
                    <a:pt x="187" y="73"/>
                  </a:cubicBezTo>
                  <a:cubicBezTo>
                    <a:pt x="189" y="72"/>
                    <a:pt x="193" y="69"/>
                    <a:pt x="195" y="68"/>
                  </a:cubicBezTo>
                  <a:cubicBezTo>
                    <a:pt x="198" y="66"/>
                    <a:pt x="203" y="62"/>
                    <a:pt x="205" y="60"/>
                  </a:cubicBezTo>
                  <a:cubicBezTo>
                    <a:pt x="207" y="58"/>
                    <a:pt x="211" y="52"/>
                    <a:pt x="213" y="51"/>
                  </a:cubicBezTo>
                  <a:cubicBezTo>
                    <a:pt x="215" y="49"/>
                    <a:pt x="219" y="47"/>
                    <a:pt x="222" y="46"/>
                  </a:cubicBezTo>
                  <a:cubicBezTo>
                    <a:pt x="224" y="46"/>
                    <a:pt x="230" y="48"/>
                    <a:pt x="232" y="50"/>
                  </a:cubicBezTo>
                  <a:cubicBezTo>
                    <a:pt x="235" y="52"/>
                    <a:pt x="237" y="59"/>
                    <a:pt x="239" y="61"/>
                  </a:cubicBezTo>
                  <a:cubicBezTo>
                    <a:pt x="241" y="63"/>
                    <a:pt x="246" y="67"/>
                    <a:pt x="249" y="69"/>
                  </a:cubicBezTo>
                  <a:cubicBezTo>
                    <a:pt x="252" y="70"/>
                    <a:pt x="260" y="72"/>
                    <a:pt x="263" y="72"/>
                  </a:cubicBezTo>
                  <a:cubicBezTo>
                    <a:pt x="266" y="71"/>
                    <a:pt x="269" y="68"/>
                    <a:pt x="272" y="67"/>
                  </a:cubicBezTo>
                  <a:cubicBezTo>
                    <a:pt x="274" y="65"/>
                    <a:pt x="280" y="64"/>
                    <a:pt x="282" y="63"/>
                  </a:cubicBezTo>
                  <a:cubicBezTo>
                    <a:pt x="286" y="61"/>
                    <a:pt x="292" y="58"/>
                    <a:pt x="296" y="57"/>
                  </a:cubicBezTo>
                  <a:cubicBezTo>
                    <a:pt x="300" y="56"/>
                    <a:pt x="310" y="54"/>
                    <a:pt x="315" y="53"/>
                  </a:cubicBezTo>
                  <a:cubicBezTo>
                    <a:pt x="320" y="53"/>
                    <a:pt x="329" y="52"/>
                    <a:pt x="333" y="52"/>
                  </a:cubicBezTo>
                  <a:cubicBezTo>
                    <a:pt x="337" y="53"/>
                    <a:pt x="343" y="55"/>
                    <a:pt x="346" y="57"/>
                  </a:cubicBezTo>
                  <a:cubicBezTo>
                    <a:pt x="349" y="58"/>
                    <a:pt x="354" y="64"/>
                    <a:pt x="357" y="66"/>
                  </a:cubicBezTo>
                  <a:cubicBezTo>
                    <a:pt x="358" y="68"/>
                    <a:pt x="362" y="72"/>
                    <a:pt x="363" y="75"/>
                  </a:cubicBezTo>
                  <a:cubicBezTo>
                    <a:pt x="365" y="78"/>
                    <a:pt x="365" y="84"/>
                    <a:pt x="366" y="87"/>
                  </a:cubicBezTo>
                  <a:cubicBezTo>
                    <a:pt x="367" y="89"/>
                    <a:pt x="368" y="93"/>
                    <a:pt x="370" y="94"/>
                  </a:cubicBezTo>
                  <a:cubicBezTo>
                    <a:pt x="372" y="96"/>
                    <a:pt x="377" y="96"/>
                    <a:pt x="380" y="97"/>
                  </a:cubicBezTo>
                  <a:cubicBezTo>
                    <a:pt x="383" y="98"/>
                    <a:pt x="389" y="99"/>
                    <a:pt x="392" y="100"/>
                  </a:cubicBezTo>
                  <a:cubicBezTo>
                    <a:pt x="395" y="102"/>
                    <a:pt x="402" y="106"/>
                    <a:pt x="404" y="109"/>
                  </a:cubicBezTo>
                  <a:cubicBezTo>
                    <a:pt x="405" y="110"/>
                    <a:pt x="406" y="114"/>
                    <a:pt x="407" y="115"/>
                  </a:cubicBezTo>
                  <a:cubicBezTo>
                    <a:pt x="408" y="117"/>
                    <a:pt x="413" y="117"/>
                    <a:pt x="415" y="118"/>
                  </a:cubicBezTo>
                  <a:cubicBezTo>
                    <a:pt x="417" y="119"/>
                    <a:pt x="419" y="124"/>
                    <a:pt x="420" y="125"/>
                  </a:cubicBezTo>
                  <a:cubicBezTo>
                    <a:pt x="423" y="126"/>
                    <a:pt x="428" y="127"/>
                    <a:pt x="431" y="127"/>
                  </a:cubicBezTo>
                  <a:cubicBezTo>
                    <a:pt x="433" y="128"/>
                    <a:pt x="437" y="129"/>
                    <a:pt x="439" y="130"/>
                  </a:cubicBezTo>
                  <a:cubicBezTo>
                    <a:pt x="442" y="132"/>
                    <a:pt x="446" y="136"/>
                    <a:pt x="447" y="138"/>
                  </a:cubicBezTo>
                  <a:cubicBezTo>
                    <a:pt x="449" y="140"/>
                    <a:pt x="453" y="145"/>
                    <a:pt x="454" y="148"/>
                  </a:cubicBezTo>
                  <a:cubicBezTo>
                    <a:pt x="456" y="150"/>
                    <a:pt x="458" y="157"/>
                    <a:pt x="461" y="158"/>
                  </a:cubicBezTo>
                  <a:cubicBezTo>
                    <a:pt x="463" y="160"/>
                    <a:pt x="470" y="160"/>
                    <a:pt x="472" y="160"/>
                  </a:cubicBezTo>
                  <a:cubicBezTo>
                    <a:pt x="476" y="159"/>
                    <a:pt x="482" y="157"/>
                    <a:pt x="485" y="156"/>
                  </a:cubicBezTo>
                  <a:cubicBezTo>
                    <a:pt x="488" y="155"/>
                    <a:pt x="493" y="152"/>
                    <a:pt x="495" y="152"/>
                  </a:cubicBezTo>
                  <a:cubicBezTo>
                    <a:pt x="496" y="151"/>
                    <a:pt x="499" y="151"/>
                    <a:pt x="500" y="152"/>
                  </a:cubicBezTo>
                  <a:cubicBezTo>
                    <a:pt x="502" y="153"/>
                    <a:pt x="503" y="157"/>
                    <a:pt x="505" y="157"/>
                  </a:cubicBezTo>
                  <a:cubicBezTo>
                    <a:pt x="507" y="158"/>
                    <a:pt x="511" y="156"/>
                    <a:pt x="513" y="155"/>
                  </a:cubicBezTo>
                  <a:cubicBezTo>
                    <a:pt x="515" y="154"/>
                    <a:pt x="518" y="151"/>
                    <a:pt x="520" y="150"/>
                  </a:cubicBezTo>
                  <a:cubicBezTo>
                    <a:pt x="522" y="150"/>
                    <a:pt x="526" y="150"/>
                    <a:pt x="528" y="150"/>
                  </a:cubicBezTo>
                  <a:cubicBezTo>
                    <a:pt x="531" y="151"/>
                    <a:pt x="534" y="153"/>
                    <a:pt x="537" y="154"/>
                  </a:cubicBezTo>
                  <a:cubicBezTo>
                    <a:pt x="538" y="155"/>
                    <a:pt x="543" y="156"/>
                    <a:pt x="544" y="155"/>
                  </a:cubicBezTo>
                  <a:cubicBezTo>
                    <a:pt x="547" y="154"/>
                    <a:pt x="548" y="148"/>
                    <a:pt x="548" y="145"/>
                  </a:cubicBezTo>
                  <a:cubicBezTo>
                    <a:pt x="548" y="144"/>
                    <a:pt x="548" y="140"/>
                    <a:pt x="548" y="139"/>
                  </a:cubicBezTo>
                  <a:cubicBezTo>
                    <a:pt x="548" y="137"/>
                    <a:pt x="549" y="133"/>
                    <a:pt x="551" y="132"/>
                  </a:cubicBezTo>
                  <a:cubicBezTo>
                    <a:pt x="552" y="130"/>
                    <a:pt x="556" y="130"/>
                    <a:pt x="557" y="128"/>
                  </a:cubicBezTo>
                  <a:cubicBezTo>
                    <a:pt x="558" y="127"/>
                    <a:pt x="559" y="123"/>
                    <a:pt x="559" y="121"/>
                  </a:cubicBezTo>
                  <a:cubicBezTo>
                    <a:pt x="560" y="119"/>
                    <a:pt x="560" y="113"/>
                    <a:pt x="561" y="110"/>
                  </a:cubicBezTo>
                  <a:cubicBezTo>
                    <a:pt x="561" y="108"/>
                    <a:pt x="563" y="103"/>
                    <a:pt x="564" y="102"/>
                  </a:cubicBezTo>
                  <a:cubicBezTo>
                    <a:pt x="566" y="99"/>
                    <a:pt x="572" y="96"/>
                    <a:pt x="575" y="94"/>
                  </a:cubicBezTo>
                  <a:cubicBezTo>
                    <a:pt x="579" y="92"/>
                    <a:pt x="587" y="89"/>
                    <a:pt x="590" y="87"/>
                  </a:cubicBezTo>
                  <a:cubicBezTo>
                    <a:pt x="595" y="85"/>
                    <a:pt x="604" y="79"/>
                    <a:pt x="609" y="76"/>
                  </a:cubicBezTo>
                  <a:cubicBezTo>
                    <a:pt x="612" y="74"/>
                    <a:pt x="618" y="71"/>
                    <a:pt x="622" y="70"/>
                  </a:cubicBezTo>
                  <a:cubicBezTo>
                    <a:pt x="625" y="69"/>
                    <a:pt x="631" y="68"/>
                    <a:pt x="634" y="66"/>
                  </a:cubicBezTo>
                  <a:cubicBezTo>
                    <a:pt x="636" y="64"/>
                    <a:pt x="639" y="59"/>
                    <a:pt x="641" y="57"/>
                  </a:cubicBezTo>
                  <a:cubicBezTo>
                    <a:pt x="643" y="56"/>
                    <a:pt x="647" y="53"/>
                    <a:pt x="649" y="52"/>
                  </a:cubicBezTo>
                  <a:cubicBezTo>
                    <a:pt x="652" y="51"/>
                    <a:pt x="660" y="52"/>
                    <a:pt x="663" y="52"/>
                  </a:cubicBezTo>
                  <a:cubicBezTo>
                    <a:pt x="665" y="53"/>
                    <a:pt x="670" y="54"/>
                    <a:pt x="672" y="55"/>
                  </a:cubicBezTo>
                  <a:cubicBezTo>
                    <a:pt x="675" y="57"/>
                    <a:pt x="679" y="63"/>
                    <a:pt x="681" y="64"/>
                  </a:cubicBezTo>
                  <a:cubicBezTo>
                    <a:pt x="683" y="66"/>
                    <a:pt x="689" y="68"/>
                    <a:pt x="691" y="68"/>
                  </a:cubicBezTo>
                  <a:cubicBezTo>
                    <a:pt x="695" y="68"/>
                    <a:pt x="701" y="65"/>
                    <a:pt x="703" y="63"/>
                  </a:cubicBezTo>
                  <a:cubicBezTo>
                    <a:pt x="705" y="62"/>
                    <a:pt x="708" y="59"/>
                    <a:pt x="710" y="57"/>
                  </a:cubicBezTo>
                  <a:cubicBezTo>
                    <a:pt x="714" y="61"/>
                    <a:pt x="717" y="66"/>
                    <a:pt x="720" y="68"/>
                  </a:cubicBezTo>
                  <a:cubicBezTo>
                    <a:pt x="723" y="72"/>
                    <a:pt x="730" y="78"/>
                    <a:pt x="734" y="80"/>
                  </a:cubicBezTo>
                  <a:cubicBezTo>
                    <a:pt x="739" y="84"/>
                    <a:pt x="749" y="90"/>
                    <a:pt x="754" y="91"/>
                  </a:cubicBezTo>
                  <a:cubicBezTo>
                    <a:pt x="759" y="93"/>
                    <a:pt x="768" y="93"/>
                    <a:pt x="773" y="93"/>
                  </a:cubicBezTo>
                  <a:cubicBezTo>
                    <a:pt x="776" y="92"/>
                    <a:pt x="783" y="90"/>
                    <a:pt x="785" y="88"/>
                  </a:cubicBezTo>
                  <a:cubicBezTo>
                    <a:pt x="788" y="85"/>
                    <a:pt x="792" y="78"/>
                    <a:pt x="794" y="75"/>
                  </a:cubicBezTo>
                  <a:cubicBezTo>
                    <a:pt x="795" y="72"/>
                    <a:pt x="797" y="67"/>
                    <a:pt x="798" y="65"/>
                  </a:cubicBezTo>
                  <a:cubicBezTo>
                    <a:pt x="799" y="61"/>
                    <a:pt x="801" y="53"/>
                    <a:pt x="803" y="49"/>
                  </a:cubicBezTo>
                  <a:cubicBezTo>
                    <a:pt x="804" y="44"/>
                    <a:pt x="809" y="34"/>
                    <a:pt x="812" y="30"/>
                  </a:cubicBezTo>
                  <a:cubicBezTo>
                    <a:pt x="816" y="25"/>
                    <a:pt x="827" y="16"/>
                    <a:pt x="833" y="12"/>
                  </a:cubicBezTo>
                  <a:cubicBezTo>
                    <a:pt x="838" y="10"/>
                    <a:pt x="848" y="7"/>
                    <a:pt x="853" y="5"/>
                  </a:cubicBezTo>
                  <a:cubicBezTo>
                    <a:pt x="856" y="4"/>
                    <a:pt x="864" y="1"/>
                    <a:pt x="867" y="0"/>
                  </a:cubicBezTo>
                  <a:cubicBezTo>
                    <a:pt x="868" y="0"/>
                    <a:pt x="870" y="0"/>
                    <a:pt x="871" y="0"/>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8"/>
            <p:cNvSpPr>
              <a:spLocks/>
            </p:cNvSpPr>
            <p:nvPr/>
          </p:nvSpPr>
          <p:spPr bwMode="auto">
            <a:xfrm>
              <a:off x="5991225" y="2032000"/>
              <a:ext cx="1501775" cy="1230313"/>
            </a:xfrm>
            <a:custGeom>
              <a:avLst/>
              <a:gdLst/>
              <a:ahLst/>
              <a:cxnLst>
                <a:cxn ang="0">
                  <a:pos x="980" y="712"/>
                </a:cxn>
                <a:cxn ang="0">
                  <a:pos x="864" y="718"/>
                </a:cxn>
                <a:cxn ang="0">
                  <a:pos x="817" y="777"/>
                </a:cxn>
                <a:cxn ang="0">
                  <a:pos x="772" y="824"/>
                </a:cxn>
                <a:cxn ang="0">
                  <a:pos x="738" y="801"/>
                </a:cxn>
                <a:cxn ang="0">
                  <a:pos x="702" y="764"/>
                </a:cxn>
                <a:cxn ang="0">
                  <a:pos x="653" y="743"/>
                </a:cxn>
                <a:cxn ang="0">
                  <a:pos x="580" y="720"/>
                </a:cxn>
                <a:cxn ang="0">
                  <a:pos x="513" y="730"/>
                </a:cxn>
                <a:cxn ang="0">
                  <a:pos x="478" y="703"/>
                </a:cxn>
                <a:cxn ang="0">
                  <a:pos x="446" y="686"/>
                </a:cxn>
                <a:cxn ang="0">
                  <a:pos x="427" y="665"/>
                </a:cxn>
                <a:cxn ang="0">
                  <a:pos x="377" y="619"/>
                </a:cxn>
                <a:cxn ang="0">
                  <a:pos x="356" y="581"/>
                </a:cxn>
                <a:cxn ang="0">
                  <a:pos x="321" y="552"/>
                </a:cxn>
                <a:cxn ang="0">
                  <a:pos x="290" y="526"/>
                </a:cxn>
                <a:cxn ang="0">
                  <a:pos x="251" y="524"/>
                </a:cxn>
                <a:cxn ang="0">
                  <a:pos x="213" y="529"/>
                </a:cxn>
                <a:cxn ang="0">
                  <a:pos x="160" y="501"/>
                </a:cxn>
                <a:cxn ang="0">
                  <a:pos x="108" y="472"/>
                </a:cxn>
                <a:cxn ang="0">
                  <a:pos x="50" y="459"/>
                </a:cxn>
                <a:cxn ang="0">
                  <a:pos x="43" y="442"/>
                </a:cxn>
                <a:cxn ang="0">
                  <a:pos x="15" y="437"/>
                </a:cxn>
                <a:cxn ang="0">
                  <a:pos x="10" y="385"/>
                </a:cxn>
                <a:cxn ang="0">
                  <a:pos x="26" y="338"/>
                </a:cxn>
                <a:cxn ang="0">
                  <a:pos x="6" y="300"/>
                </a:cxn>
                <a:cxn ang="0">
                  <a:pos x="43" y="239"/>
                </a:cxn>
                <a:cxn ang="0">
                  <a:pos x="47" y="187"/>
                </a:cxn>
                <a:cxn ang="0">
                  <a:pos x="65" y="129"/>
                </a:cxn>
                <a:cxn ang="0">
                  <a:pos x="84" y="58"/>
                </a:cxn>
                <a:cxn ang="0">
                  <a:pos x="133" y="41"/>
                </a:cxn>
                <a:cxn ang="0">
                  <a:pos x="230" y="49"/>
                </a:cxn>
                <a:cxn ang="0">
                  <a:pos x="306" y="20"/>
                </a:cxn>
                <a:cxn ang="0">
                  <a:pos x="343" y="28"/>
                </a:cxn>
                <a:cxn ang="0">
                  <a:pos x="350" y="87"/>
                </a:cxn>
                <a:cxn ang="0">
                  <a:pos x="259" y="137"/>
                </a:cxn>
                <a:cxn ang="0">
                  <a:pos x="285" y="192"/>
                </a:cxn>
                <a:cxn ang="0">
                  <a:pos x="339" y="203"/>
                </a:cxn>
                <a:cxn ang="0">
                  <a:pos x="374" y="274"/>
                </a:cxn>
                <a:cxn ang="0">
                  <a:pos x="454" y="298"/>
                </a:cxn>
                <a:cxn ang="0">
                  <a:pos x="506" y="277"/>
                </a:cxn>
                <a:cxn ang="0">
                  <a:pos x="509" y="251"/>
                </a:cxn>
                <a:cxn ang="0">
                  <a:pos x="521" y="219"/>
                </a:cxn>
                <a:cxn ang="0">
                  <a:pos x="603" y="286"/>
                </a:cxn>
                <a:cxn ang="0">
                  <a:pos x="659" y="313"/>
                </a:cxn>
                <a:cxn ang="0">
                  <a:pos x="702" y="331"/>
                </a:cxn>
                <a:cxn ang="0">
                  <a:pos x="750" y="340"/>
                </a:cxn>
                <a:cxn ang="0">
                  <a:pos x="814" y="352"/>
                </a:cxn>
                <a:cxn ang="0">
                  <a:pos x="847" y="392"/>
                </a:cxn>
                <a:cxn ang="0">
                  <a:pos x="906" y="528"/>
                </a:cxn>
                <a:cxn ang="0">
                  <a:pos x="975" y="571"/>
                </a:cxn>
              </a:cxnLst>
              <a:rect l="0" t="0" r="r" b="b"/>
              <a:pathLst>
                <a:path w="1012" h="829">
                  <a:moveTo>
                    <a:pt x="1007" y="639"/>
                  </a:moveTo>
                  <a:cubicBezTo>
                    <a:pt x="1008" y="646"/>
                    <a:pt x="1012" y="662"/>
                    <a:pt x="1012" y="669"/>
                  </a:cubicBezTo>
                  <a:cubicBezTo>
                    <a:pt x="1012" y="673"/>
                    <a:pt x="1011" y="681"/>
                    <a:pt x="1009" y="685"/>
                  </a:cubicBezTo>
                  <a:cubicBezTo>
                    <a:pt x="1007" y="689"/>
                    <a:pt x="1000" y="697"/>
                    <a:pt x="996" y="700"/>
                  </a:cubicBezTo>
                  <a:cubicBezTo>
                    <a:pt x="992" y="703"/>
                    <a:pt x="984" y="709"/>
                    <a:pt x="980" y="712"/>
                  </a:cubicBezTo>
                  <a:cubicBezTo>
                    <a:pt x="976" y="714"/>
                    <a:pt x="968" y="717"/>
                    <a:pt x="964" y="718"/>
                  </a:cubicBezTo>
                  <a:cubicBezTo>
                    <a:pt x="959" y="719"/>
                    <a:pt x="949" y="720"/>
                    <a:pt x="943" y="720"/>
                  </a:cubicBezTo>
                  <a:cubicBezTo>
                    <a:pt x="935" y="720"/>
                    <a:pt x="918" y="718"/>
                    <a:pt x="909" y="718"/>
                  </a:cubicBezTo>
                  <a:cubicBezTo>
                    <a:pt x="903" y="718"/>
                    <a:pt x="890" y="718"/>
                    <a:pt x="884" y="718"/>
                  </a:cubicBezTo>
                  <a:cubicBezTo>
                    <a:pt x="879" y="718"/>
                    <a:pt x="869" y="717"/>
                    <a:pt x="864" y="718"/>
                  </a:cubicBezTo>
                  <a:cubicBezTo>
                    <a:pt x="860" y="718"/>
                    <a:pt x="851" y="719"/>
                    <a:pt x="847" y="721"/>
                  </a:cubicBezTo>
                  <a:cubicBezTo>
                    <a:pt x="843" y="722"/>
                    <a:pt x="833" y="726"/>
                    <a:pt x="830" y="730"/>
                  </a:cubicBezTo>
                  <a:cubicBezTo>
                    <a:pt x="827" y="733"/>
                    <a:pt x="823" y="743"/>
                    <a:pt x="822" y="748"/>
                  </a:cubicBezTo>
                  <a:cubicBezTo>
                    <a:pt x="822" y="751"/>
                    <a:pt x="823" y="758"/>
                    <a:pt x="822" y="762"/>
                  </a:cubicBezTo>
                  <a:cubicBezTo>
                    <a:pt x="822" y="766"/>
                    <a:pt x="820" y="773"/>
                    <a:pt x="817" y="777"/>
                  </a:cubicBezTo>
                  <a:cubicBezTo>
                    <a:pt x="815" y="781"/>
                    <a:pt x="806" y="789"/>
                    <a:pt x="802" y="792"/>
                  </a:cubicBezTo>
                  <a:cubicBezTo>
                    <a:pt x="799" y="795"/>
                    <a:pt x="792" y="798"/>
                    <a:pt x="790" y="801"/>
                  </a:cubicBezTo>
                  <a:cubicBezTo>
                    <a:pt x="789" y="803"/>
                    <a:pt x="787" y="808"/>
                    <a:pt x="786" y="809"/>
                  </a:cubicBezTo>
                  <a:cubicBezTo>
                    <a:pt x="784" y="811"/>
                    <a:pt x="780" y="812"/>
                    <a:pt x="778" y="814"/>
                  </a:cubicBezTo>
                  <a:cubicBezTo>
                    <a:pt x="776" y="816"/>
                    <a:pt x="774" y="822"/>
                    <a:pt x="772" y="824"/>
                  </a:cubicBezTo>
                  <a:cubicBezTo>
                    <a:pt x="770" y="826"/>
                    <a:pt x="766" y="827"/>
                    <a:pt x="763" y="829"/>
                  </a:cubicBezTo>
                  <a:cubicBezTo>
                    <a:pt x="761" y="827"/>
                    <a:pt x="759" y="825"/>
                    <a:pt x="757" y="825"/>
                  </a:cubicBezTo>
                  <a:cubicBezTo>
                    <a:pt x="755" y="823"/>
                    <a:pt x="750" y="821"/>
                    <a:pt x="748" y="820"/>
                  </a:cubicBezTo>
                  <a:cubicBezTo>
                    <a:pt x="746" y="818"/>
                    <a:pt x="741" y="815"/>
                    <a:pt x="740" y="813"/>
                  </a:cubicBezTo>
                  <a:cubicBezTo>
                    <a:pt x="739" y="810"/>
                    <a:pt x="739" y="804"/>
                    <a:pt x="738" y="801"/>
                  </a:cubicBezTo>
                  <a:cubicBezTo>
                    <a:pt x="737" y="798"/>
                    <a:pt x="735" y="792"/>
                    <a:pt x="734" y="790"/>
                  </a:cubicBezTo>
                  <a:cubicBezTo>
                    <a:pt x="733" y="787"/>
                    <a:pt x="731" y="783"/>
                    <a:pt x="730" y="781"/>
                  </a:cubicBezTo>
                  <a:cubicBezTo>
                    <a:pt x="728" y="780"/>
                    <a:pt x="724" y="776"/>
                    <a:pt x="722" y="775"/>
                  </a:cubicBezTo>
                  <a:cubicBezTo>
                    <a:pt x="720" y="774"/>
                    <a:pt x="714" y="773"/>
                    <a:pt x="711" y="772"/>
                  </a:cubicBezTo>
                  <a:cubicBezTo>
                    <a:pt x="708" y="770"/>
                    <a:pt x="703" y="767"/>
                    <a:pt x="702" y="764"/>
                  </a:cubicBezTo>
                  <a:cubicBezTo>
                    <a:pt x="700" y="762"/>
                    <a:pt x="700" y="757"/>
                    <a:pt x="698" y="754"/>
                  </a:cubicBezTo>
                  <a:cubicBezTo>
                    <a:pt x="697" y="751"/>
                    <a:pt x="693" y="746"/>
                    <a:pt x="691" y="744"/>
                  </a:cubicBezTo>
                  <a:cubicBezTo>
                    <a:pt x="689" y="743"/>
                    <a:pt x="684" y="741"/>
                    <a:pt x="682" y="740"/>
                  </a:cubicBezTo>
                  <a:cubicBezTo>
                    <a:pt x="678" y="739"/>
                    <a:pt x="671" y="741"/>
                    <a:pt x="667" y="741"/>
                  </a:cubicBezTo>
                  <a:cubicBezTo>
                    <a:pt x="664" y="742"/>
                    <a:pt x="656" y="743"/>
                    <a:pt x="653" y="743"/>
                  </a:cubicBezTo>
                  <a:cubicBezTo>
                    <a:pt x="649" y="743"/>
                    <a:pt x="642" y="743"/>
                    <a:pt x="639" y="742"/>
                  </a:cubicBezTo>
                  <a:cubicBezTo>
                    <a:pt x="634" y="741"/>
                    <a:pt x="626" y="734"/>
                    <a:pt x="621" y="731"/>
                  </a:cubicBezTo>
                  <a:cubicBezTo>
                    <a:pt x="618" y="729"/>
                    <a:pt x="611" y="724"/>
                    <a:pt x="607" y="723"/>
                  </a:cubicBezTo>
                  <a:cubicBezTo>
                    <a:pt x="605" y="722"/>
                    <a:pt x="599" y="720"/>
                    <a:pt x="596" y="720"/>
                  </a:cubicBezTo>
                  <a:cubicBezTo>
                    <a:pt x="592" y="719"/>
                    <a:pt x="584" y="719"/>
                    <a:pt x="580" y="720"/>
                  </a:cubicBezTo>
                  <a:cubicBezTo>
                    <a:pt x="576" y="721"/>
                    <a:pt x="567" y="724"/>
                    <a:pt x="562" y="725"/>
                  </a:cubicBezTo>
                  <a:cubicBezTo>
                    <a:pt x="558" y="726"/>
                    <a:pt x="549" y="728"/>
                    <a:pt x="544" y="728"/>
                  </a:cubicBezTo>
                  <a:cubicBezTo>
                    <a:pt x="541" y="728"/>
                    <a:pt x="534" y="725"/>
                    <a:pt x="530" y="726"/>
                  </a:cubicBezTo>
                  <a:cubicBezTo>
                    <a:pt x="528" y="726"/>
                    <a:pt x="524" y="730"/>
                    <a:pt x="521" y="731"/>
                  </a:cubicBezTo>
                  <a:cubicBezTo>
                    <a:pt x="519" y="731"/>
                    <a:pt x="514" y="732"/>
                    <a:pt x="513" y="730"/>
                  </a:cubicBezTo>
                  <a:cubicBezTo>
                    <a:pt x="511" y="729"/>
                    <a:pt x="511" y="724"/>
                    <a:pt x="510" y="722"/>
                  </a:cubicBezTo>
                  <a:cubicBezTo>
                    <a:pt x="510" y="719"/>
                    <a:pt x="509" y="713"/>
                    <a:pt x="506" y="712"/>
                  </a:cubicBezTo>
                  <a:cubicBezTo>
                    <a:pt x="504" y="710"/>
                    <a:pt x="496" y="713"/>
                    <a:pt x="493" y="713"/>
                  </a:cubicBezTo>
                  <a:cubicBezTo>
                    <a:pt x="491" y="712"/>
                    <a:pt x="487" y="711"/>
                    <a:pt x="486" y="710"/>
                  </a:cubicBezTo>
                  <a:cubicBezTo>
                    <a:pt x="484" y="709"/>
                    <a:pt x="481" y="704"/>
                    <a:pt x="478" y="703"/>
                  </a:cubicBezTo>
                  <a:cubicBezTo>
                    <a:pt x="476" y="702"/>
                    <a:pt x="471" y="704"/>
                    <a:pt x="469" y="705"/>
                  </a:cubicBezTo>
                  <a:cubicBezTo>
                    <a:pt x="468" y="705"/>
                    <a:pt x="467" y="706"/>
                    <a:pt x="467" y="707"/>
                  </a:cubicBezTo>
                  <a:cubicBezTo>
                    <a:pt x="464" y="704"/>
                    <a:pt x="461" y="701"/>
                    <a:pt x="460" y="699"/>
                  </a:cubicBezTo>
                  <a:cubicBezTo>
                    <a:pt x="458" y="696"/>
                    <a:pt x="457" y="689"/>
                    <a:pt x="455" y="687"/>
                  </a:cubicBezTo>
                  <a:cubicBezTo>
                    <a:pt x="453" y="686"/>
                    <a:pt x="448" y="685"/>
                    <a:pt x="446" y="686"/>
                  </a:cubicBezTo>
                  <a:cubicBezTo>
                    <a:pt x="444" y="686"/>
                    <a:pt x="442" y="689"/>
                    <a:pt x="440" y="690"/>
                  </a:cubicBezTo>
                  <a:cubicBezTo>
                    <a:pt x="438" y="690"/>
                    <a:pt x="433" y="691"/>
                    <a:pt x="430" y="690"/>
                  </a:cubicBezTo>
                  <a:cubicBezTo>
                    <a:pt x="428" y="689"/>
                    <a:pt x="425" y="685"/>
                    <a:pt x="424" y="683"/>
                  </a:cubicBezTo>
                  <a:cubicBezTo>
                    <a:pt x="424" y="681"/>
                    <a:pt x="425" y="677"/>
                    <a:pt x="425" y="675"/>
                  </a:cubicBezTo>
                  <a:cubicBezTo>
                    <a:pt x="425" y="673"/>
                    <a:pt x="427" y="668"/>
                    <a:pt x="427" y="665"/>
                  </a:cubicBezTo>
                  <a:cubicBezTo>
                    <a:pt x="427" y="662"/>
                    <a:pt x="426" y="657"/>
                    <a:pt x="424" y="654"/>
                  </a:cubicBezTo>
                  <a:cubicBezTo>
                    <a:pt x="422" y="650"/>
                    <a:pt x="416" y="644"/>
                    <a:pt x="412" y="641"/>
                  </a:cubicBezTo>
                  <a:cubicBezTo>
                    <a:pt x="409" y="638"/>
                    <a:pt x="401" y="634"/>
                    <a:pt x="397" y="633"/>
                  </a:cubicBezTo>
                  <a:cubicBezTo>
                    <a:pt x="394" y="631"/>
                    <a:pt x="386" y="631"/>
                    <a:pt x="383" y="629"/>
                  </a:cubicBezTo>
                  <a:cubicBezTo>
                    <a:pt x="381" y="627"/>
                    <a:pt x="378" y="622"/>
                    <a:pt x="377" y="619"/>
                  </a:cubicBezTo>
                  <a:cubicBezTo>
                    <a:pt x="376" y="616"/>
                    <a:pt x="375" y="609"/>
                    <a:pt x="373" y="605"/>
                  </a:cubicBezTo>
                  <a:cubicBezTo>
                    <a:pt x="372" y="603"/>
                    <a:pt x="367" y="600"/>
                    <a:pt x="366" y="597"/>
                  </a:cubicBezTo>
                  <a:cubicBezTo>
                    <a:pt x="365" y="595"/>
                    <a:pt x="366" y="592"/>
                    <a:pt x="366" y="590"/>
                  </a:cubicBezTo>
                  <a:cubicBezTo>
                    <a:pt x="366" y="587"/>
                    <a:pt x="365" y="582"/>
                    <a:pt x="363" y="580"/>
                  </a:cubicBezTo>
                  <a:cubicBezTo>
                    <a:pt x="361" y="579"/>
                    <a:pt x="358" y="581"/>
                    <a:pt x="356" y="581"/>
                  </a:cubicBezTo>
                  <a:cubicBezTo>
                    <a:pt x="354" y="582"/>
                    <a:pt x="351" y="587"/>
                    <a:pt x="349" y="587"/>
                  </a:cubicBezTo>
                  <a:cubicBezTo>
                    <a:pt x="345" y="589"/>
                    <a:pt x="338" y="588"/>
                    <a:pt x="334" y="587"/>
                  </a:cubicBezTo>
                  <a:cubicBezTo>
                    <a:pt x="332" y="587"/>
                    <a:pt x="326" y="585"/>
                    <a:pt x="325" y="583"/>
                  </a:cubicBezTo>
                  <a:cubicBezTo>
                    <a:pt x="322" y="580"/>
                    <a:pt x="321" y="573"/>
                    <a:pt x="320" y="570"/>
                  </a:cubicBezTo>
                  <a:cubicBezTo>
                    <a:pt x="319" y="565"/>
                    <a:pt x="319" y="556"/>
                    <a:pt x="321" y="552"/>
                  </a:cubicBezTo>
                  <a:cubicBezTo>
                    <a:pt x="322" y="550"/>
                    <a:pt x="326" y="547"/>
                    <a:pt x="327" y="545"/>
                  </a:cubicBezTo>
                  <a:cubicBezTo>
                    <a:pt x="328" y="543"/>
                    <a:pt x="328" y="540"/>
                    <a:pt x="328" y="538"/>
                  </a:cubicBezTo>
                  <a:cubicBezTo>
                    <a:pt x="327" y="536"/>
                    <a:pt x="325" y="534"/>
                    <a:pt x="323" y="533"/>
                  </a:cubicBezTo>
                  <a:cubicBezTo>
                    <a:pt x="320" y="531"/>
                    <a:pt x="314" y="530"/>
                    <a:pt x="311" y="529"/>
                  </a:cubicBezTo>
                  <a:cubicBezTo>
                    <a:pt x="306" y="528"/>
                    <a:pt x="295" y="527"/>
                    <a:pt x="290" y="526"/>
                  </a:cubicBezTo>
                  <a:cubicBezTo>
                    <a:pt x="287" y="526"/>
                    <a:pt x="281" y="525"/>
                    <a:pt x="278" y="526"/>
                  </a:cubicBezTo>
                  <a:cubicBezTo>
                    <a:pt x="277" y="527"/>
                    <a:pt x="275" y="530"/>
                    <a:pt x="274" y="531"/>
                  </a:cubicBezTo>
                  <a:cubicBezTo>
                    <a:pt x="272" y="532"/>
                    <a:pt x="268" y="535"/>
                    <a:pt x="266" y="535"/>
                  </a:cubicBezTo>
                  <a:cubicBezTo>
                    <a:pt x="264" y="536"/>
                    <a:pt x="259" y="535"/>
                    <a:pt x="257" y="534"/>
                  </a:cubicBezTo>
                  <a:cubicBezTo>
                    <a:pt x="255" y="532"/>
                    <a:pt x="253" y="526"/>
                    <a:pt x="251" y="524"/>
                  </a:cubicBezTo>
                  <a:cubicBezTo>
                    <a:pt x="249" y="522"/>
                    <a:pt x="246" y="518"/>
                    <a:pt x="243" y="517"/>
                  </a:cubicBezTo>
                  <a:cubicBezTo>
                    <a:pt x="241" y="516"/>
                    <a:pt x="235" y="516"/>
                    <a:pt x="233" y="517"/>
                  </a:cubicBezTo>
                  <a:cubicBezTo>
                    <a:pt x="231" y="517"/>
                    <a:pt x="227" y="520"/>
                    <a:pt x="226" y="521"/>
                  </a:cubicBezTo>
                  <a:cubicBezTo>
                    <a:pt x="224" y="523"/>
                    <a:pt x="221" y="526"/>
                    <a:pt x="219" y="527"/>
                  </a:cubicBezTo>
                  <a:cubicBezTo>
                    <a:pt x="218" y="528"/>
                    <a:pt x="215" y="529"/>
                    <a:pt x="213" y="529"/>
                  </a:cubicBezTo>
                  <a:cubicBezTo>
                    <a:pt x="211" y="528"/>
                    <a:pt x="207" y="526"/>
                    <a:pt x="206" y="525"/>
                  </a:cubicBezTo>
                  <a:cubicBezTo>
                    <a:pt x="203" y="523"/>
                    <a:pt x="199" y="517"/>
                    <a:pt x="196" y="516"/>
                  </a:cubicBezTo>
                  <a:cubicBezTo>
                    <a:pt x="194" y="514"/>
                    <a:pt x="189" y="515"/>
                    <a:pt x="186" y="514"/>
                  </a:cubicBezTo>
                  <a:cubicBezTo>
                    <a:pt x="182" y="514"/>
                    <a:pt x="175" y="516"/>
                    <a:pt x="171" y="514"/>
                  </a:cubicBezTo>
                  <a:cubicBezTo>
                    <a:pt x="167" y="513"/>
                    <a:pt x="163" y="504"/>
                    <a:pt x="160" y="501"/>
                  </a:cubicBezTo>
                  <a:cubicBezTo>
                    <a:pt x="157" y="497"/>
                    <a:pt x="151" y="490"/>
                    <a:pt x="148" y="486"/>
                  </a:cubicBezTo>
                  <a:cubicBezTo>
                    <a:pt x="146" y="483"/>
                    <a:pt x="142" y="477"/>
                    <a:pt x="139" y="474"/>
                  </a:cubicBezTo>
                  <a:cubicBezTo>
                    <a:pt x="137" y="472"/>
                    <a:pt x="132" y="469"/>
                    <a:pt x="130" y="468"/>
                  </a:cubicBezTo>
                  <a:cubicBezTo>
                    <a:pt x="126" y="467"/>
                    <a:pt x="120" y="468"/>
                    <a:pt x="117" y="469"/>
                  </a:cubicBezTo>
                  <a:cubicBezTo>
                    <a:pt x="114" y="470"/>
                    <a:pt x="110" y="472"/>
                    <a:pt x="108" y="472"/>
                  </a:cubicBezTo>
                  <a:cubicBezTo>
                    <a:pt x="105" y="473"/>
                    <a:pt x="99" y="471"/>
                    <a:pt x="96" y="470"/>
                  </a:cubicBezTo>
                  <a:cubicBezTo>
                    <a:pt x="90" y="468"/>
                    <a:pt x="79" y="464"/>
                    <a:pt x="74" y="462"/>
                  </a:cubicBezTo>
                  <a:cubicBezTo>
                    <a:pt x="70" y="460"/>
                    <a:pt x="64" y="456"/>
                    <a:pt x="60" y="455"/>
                  </a:cubicBezTo>
                  <a:cubicBezTo>
                    <a:pt x="59" y="455"/>
                    <a:pt x="56" y="455"/>
                    <a:pt x="54" y="455"/>
                  </a:cubicBezTo>
                  <a:cubicBezTo>
                    <a:pt x="53" y="456"/>
                    <a:pt x="51" y="458"/>
                    <a:pt x="50" y="459"/>
                  </a:cubicBezTo>
                  <a:cubicBezTo>
                    <a:pt x="49" y="460"/>
                    <a:pt x="47" y="463"/>
                    <a:pt x="46" y="463"/>
                  </a:cubicBezTo>
                  <a:cubicBezTo>
                    <a:pt x="44" y="464"/>
                    <a:pt x="41" y="462"/>
                    <a:pt x="40" y="461"/>
                  </a:cubicBezTo>
                  <a:cubicBezTo>
                    <a:pt x="39" y="460"/>
                    <a:pt x="38" y="457"/>
                    <a:pt x="38" y="455"/>
                  </a:cubicBezTo>
                  <a:cubicBezTo>
                    <a:pt x="38" y="453"/>
                    <a:pt x="38" y="449"/>
                    <a:pt x="39" y="448"/>
                  </a:cubicBezTo>
                  <a:cubicBezTo>
                    <a:pt x="40" y="446"/>
                    <a:pt x="43" y="444"/>
                    <a:pt x="43" y="442"/>
                  </a:cubicBezTo>
                  <a:cubicBezTo>
                    <a:pt x="44" y="440"/>
                    <a:pt x="45" y="435"/>
                    <a:pt x="44" y="433"/>
                  </a:cubicBezTo>
                  <a:cubicBezTo>
                    <a:pt x="44" y="432"/>
                    <a:pt x="41" y="429"/>
                    <a:pt x="40" y="428"/>
                  </a:cubicBezTo>
                  <a:cubicBezTo>
                    <a:pt x="37" y="428"/>
                    <a:pt x="31" y="431"/>
                    <a:pt x="28" y="432"/>
                  </a:cubicBezTo>
                  <a:cubicBezTo>
                    <a:pt x="26" y="433"/>
                    <a:pt x="24" y="437"/>
                    <a:pt x="22" y="437"/>
                  </a:cubicBezTo>
                  <a:cubicBezTo>
                    <a:pt x="20" y="438"/>
                    <a:pt x="17" y="437"/>
                    <a:pt x="15" y="437"/>
                  </a:cubicBezTo>
                  <a:cubicBezTo>
                    <a:pt x="12" y="435"/>
                    <a:pt x="7" y="427"/>
                    <a:pt x="5" y="424"/>
                  </a:cubicBezTo>
                  <a:cubicBezTo>
                    <a:pt x="4" y="421"/>
                    <a:pt x="0" y="414"/>
                    <a:pt x="0" y="410"/>
                  </a:cubicBezTo>
                  <a:cubicBezTo>
                    <a:pt x="0" y="407"/>
                    <a:pt x="1" y="403"/>
                    <a:pt x="2" y="401"/>
                  </a:cubicBezTo>
                  <a:cubicBezTo>
                    <a:pt x="4" y="398"/>
                    <a:pt x="8" y="395"/>
                    <a:pt x="9" y="393"/>
                  </a:cubicBezTo>
                  <a:cubicBezTo>
                    <a:pt x="10" y="391"/>
                    <a:pt x="11" y="387"/>
                    <a:pt x="10" y="385"/>
                  </a:cubicBezTo>
                  <a:cubicBezTo>
                    <a:pt x="9" y="382"/>
                    <a:pt x="4" y="379"/>
                    <a:pt x="4" y="376"/>
                  </a:cubicBezTo>
                  <a:cubicBezTo>
                    <a:pt x="4" y="373"/>
                    <a:pt x="8" y="369"/>
                    <a:pt x="10" y="367"/>
                  </a:cubicBezTo>
                  <a:cubicBezTo>
                    <a:pt x="11" y="365"/>
                    <a:pt x="16" y="361"/>
                    <a:pt x="17" y="359"/>
                  </a:cubicBezTo>
                  <a:cubicBezTo>
                    <a:pt x="20" y="356"/>
                    <a:pt x="25" y="351"/>
                    <a:pt x="26" y="347"/>
                  </a:cubicBezTo>
                  <a:cubicBezTo>
                    <a:pt x="27" y="345"/>
                    <a:pt x="27" y="340"/>
                    <a:pt x="26" y="338"/>
                  </a:cubicBezTo>
                  <a:cubicBezTo>
                    <a:pt x="24" y="334"/>
                    <a:pt x="17" y="328"/>
                    <a:pt x="14" y="325"/>
                  </a:cubicBezTo>
                  <a:cubicBezTo>
                    <a:pt x="12" y="324"/>
                    <a:pt x="7" y="321"/>
                    <a:pt x="6" y="319"/>
                  </a:cubicBezTo>
                  <a:cubicBezTo>
                    <a:pt x="5" y="317"/>
                    <a:pt x="5" y="314"/>
                    <a:pt x="5" y="313"/>
                  </a:cubicBezTo>
                  <a:cubicBezTo>
                    <a:pt x="6" y="311"/>
                    <a:pt x="11" y="309"/>
                    <a:pt x="11" y="307"/>
                  </a:cubicBezTo>
                  <a:cubicBezTo>
                    <a:pt x="11" y="305"/>
                    <a:pt x="7" y="302"/>
                    <a:pt x="6" y="300"/>
                  </a:cubicBezTo>
                  <a:cubicBezTo>
                    <a:pt x="6" y="298"/>
                    <a:pt x="7" y="293"/>
                    <a:pt x="7" y="291"/>
                  </a:cubicBezTo>
                  <a:cubicBezTo>
                    <a:pt x="8" y="289"/>
                    <a:pt x="11" y="286"/>
                    <a:pt x="12" y="284"/>
                  </a:cubicBezTo>
                  <a:cubicBezTo>
                    <a:pt x="15" y="280"/>
                    <a:pt x="20" y="272"/>
                    <a:pt x="23" y="269"/>
                  </a:cubicBezTo>
                  <a:cubicBezTo>
                    <a:pt x="27" y="264"/>
                    <a:pt x="36" y="257"/>
                    <a:pt x="39" y="252"/>
                  </a:cubicBezTo>
                  <a:cubicBezTo>
                    <a:pt x="41" y="249"/>
                    <a:pt x="43" y="242"/>
                    <a:pt x="43" y="239"/>
                  </a:cubicBezTo>
                  <a:cubicBezTo>
                    <a:pt x="43" y="236"/>
                    <a:pt x="43" y="230"/>
                    <a:pt x="42" y="227"/>
                  </a:cubicBezTo>
                  <a:cubicBezTo>
                    <a:pt x="41" y="223"/>
                    <a:pt x="40" y="217"/>
                    <a:pt x="39" y="213"/>
                  </a:cubicBezTo>
                  <a:cubicBezTo>
                    <a:pt x="38" y="211"/>
                    <a:pt x="33" y="206"/>
                    <a:pt x="34" y="203"/>
                  </a:cubicBezTo>
                  <a:cubicBezTo>
                    <a:pt x="34" y="201"/>
                    <a:pt x="38" y="200"/>
                    <a:pt x="40" y="199"/>
                  </a:cubicBezTo>
                  <a:cubicBezTo>
                    <a:pt x="42" y="196"/>
                    <a:pt x="46" y="190"/>
                    <a:pt x="47" y="187"/>
                  </a:cubicBezTo>
                  <a:cubicBezTo>
                    <a:pt x="49" y="183"/>
                    <a:pt x="48" y="174"/>
                    <a:pt x="50" y="169"/>
                  </a:cubicBezTo>
                  <a:cubicBezTo>
                    <a:pt x="50" y="167"/>
                    <a:pt x="54" y="163"/>
                    <a:pt x="55" y="161"/>
                  </a:cubicBezTo>
                  <a:cubicBezTo>
                    <a:pt x="57" y="158"/>
                    <a:pt x="63" y="153"/>
                    <a:pt x="64" y="150"/>
                  </a:cubicBezTo>
                  <a:cubicBezTo>
                    <a:pt x="65" y="148"/>
                    <a:pt x="67" y="143"/>
                    <a:pt x="67" y="141"/>
                  </a:cubicBezTo>
                  <a:cubicBezTo>
                    <a:pt x="67" y="138"/>
                    <a:pt x="66" y="132"/>
                    <a:pt x="65" y="129"/>
                  </a:cubicBezTo>
                  <a:cubicBezTo>
                    <a:pt x="65" y="126"/>
                    <a:pt x="62" y="122"/>
                    <a:pt x="61" y="119"/>
                  </a:cubicBezTo>
                  <a:cubicBezTo>
                    <a:pt x="61" y="115"/>
                    <a:pt x="62" y="108"/>
                    <a:pt x="62" y="104"/>
                  </a:cubicBezTo>
                  <a:cubicBezTo>
                    <a:pt x="63" y="98"/>
                    <a:pt x="64" y="87"/>
                    <a:pt x="66" y="82"/>
                  </a:cubicBezTo>
                  <a:cubicBezTo>
                    <a:pt x="67" y="80"/>
                    <a:pt x="70" y="75"/>
                    <a:pt x="72" y="73"/>
                  </a:cubicBezTo>
                  <a:cubicBezTo>
                    <a:pt x="75" y="69"/>
                    <a:pt x="80" y="61"/>
                    <a:pt x="84" y="58"/>
                  </a:cubicBezTo>
                  <a:cubicBezTo>
                    <a:pt x="87" y="55"/>
                    <a:pt x="93" y="50"/>
                    <a:pt x="96" y="47"/>
                  </a:cubicBezTo>
                  <a:cubicBezTo>
                    <a:pt x="98" y="44"/>
                    <a:pt x="102" y="39"/>
                    <a:pt x="104" y="36"/>
                  </a:cubicBezTo>
                  <a:cubicBezTo>
                    <a:pt x="105" y="34"/>
                    <a:pt x="107" y="29"/>
                    <a:pt x="108" y="25"/>
                  </a:cubicBezTo>
                  <a:cubicBezTo>
                    <a:pt x="111" y="28"/>
                    <a:pt x="115" y="34"/>
                    <a:pt x="119" y="36"/>
                  </a:cubicBezTo>
                  <a:cubicBezTo>
                    <a:pt x="122" y="38"/>
                    <a:pt x="130" y="40"/>
                    <a:pt x="133" y="41"/>
                  </a:cubicBezTo>
                  <a:cubicBezTo>
                    <a:pt x="138" y="43"/>
                    <a:pt x="148" y="49"/>
                    <a:pt x="153" y="50"/>
                  </a:cubicBezTo>
                  <a:cubicBezTo>
                    <a:pt x="158" y="51"/>
                    <a:pt x="170" y="51"/>
                    <a:pt x="176" y="51"/>
                  </a:cubicBezTo>
                  <a:cubicBezTo>
                    <a:pt x="180" y="52"/>
                    <a:pt x="188" y="54"/>
                    <a:pt x="192" y="54"/>
                  </a:cubicBezTo>
                  <a:cubicBezTo>
                    <a:pt x="197" y="54"/>
                    <a:pt x="206" y="54"/>
                    <a:pt x="211" y="53"/>
                  </a:cubicBezTo>
                  <a:cubicBezTo>
                    <a:pt x="216" y="52"/>
                    <a:pt x="225" y="50"/>
                    <a:pt x="230" y="49"/>
                  </a:cubicBezTo>
                  <a:cubicBezTo>
                    <a:pt x="234" y="48"/>
                    <a:pt x="242" y="43"/>
                    <a:pt x="246" y="42"/>
                  </a:cubicBezTo>
                  <a:cubicBezTo>
                    <a:pt x="250" y="41"/>
                    <a:pt x="258" y="39"/>
                    <a:pt x="262" y="38"/>
                  </a:cubicBezTo>
                  <a:cubicBezTo>
                    <a:pt x="266" y="37"/>
                    <a:pt x="276" y="35"/>
                    <a:pt x="281" y="34"/>
                  </a:cubicBezTo>
                  <a:cubicBezTo>
                    <a:pt x="286" y="33"/>
                    <a:pt x="295" y="31"/>
                    <a:pt x="299" y="29"/>
                  </a:cubicBezTo>
                  <a:cubicBezTo>
                    <a:pt x="301" y="27"/>
                    <a:pt x="305" y="23"/>
                    <a:pt x="306" y="20"/>
                  </a:cubicBezTo>
                  <a:cubicBezTo>
                    <a:pt x="308" y="18"/>
                    <a:pt x="309" y="13"/>
                    <a:pt x="310" y="11"/>
                  </a:cubicBezTo>
                  <a:cubicBezTo>
                    <a:pt x="311" y="8"/>
                    <a:pt x="315" y="3"/>
                    <a:pt x="317" y="2"/>
                  </a:cubicBezTo>
                  <a:cubicBezTo>
                    <a:pt x="320" y="0"/>
                    <a:pt x="328" y="0"/>
                    <a:pt x="331" y="2"/>
                  </a:cubicBezTo>
                  <a:cubicBezTo>
                    <a:pt x="334" y="3"/>
                    <a:pt x="338" y="8"/>
                    <a:pt x="340" y="11"/>
                  </a:cubicBezTo>
                  <a:cubicBezTo>
                    <a:pt x="342" y="15"/>
                    <a:pt x="343" y="24"/>
                    <a:pt x="343" y="28"/>
                  </a:cubicBezTo>
                  <a:cubicBezTo>
                    <a:pt x="343" y="31"/>
                    <a:pt x="342" y="36"/>
                    <a:pt x="342" y="39"/>
                  </a:cubicBezTo>
                  <a:cubicBezTo>
                    <a:pt x="342" y="43"/>
                    <a:pt x="341" y="51"/>
                    <a:pt x="341" y="55"/>
                  </a:cubicBezTo>
                  <a:cubicBezTo>
                    <a:pt x="341" y="59"/>
                    <a:pt x="342" y="66"/>
                    <a:pt x="343" y="69"/>
                  </a:cubicBezTo>
                  <a:cubicBezTo>
                    <a:pt x="343" y="72"/>
                    <a:pt x="347" y="77"/>
                    <a:pt x="348" y="80"/>
                  </a:cubicBezTo>
                  <a:cubicBezTo>
                    <a:pt x="349" y="82"/>
                    <a:pt x="350" y="85"/>
                    <a:pt x="350" y="87"/>
                  </a:cubicBezTo>
                  <a:cubicBezTo>
                    <a:pt x="349" y="90"/>
                    <a:pt x="344" y="96"/>
                    <a:pt x="341" y="98"/>
                  </a:cubicBezTo>
                  <a:cubicBezTo>
                    <a:pt x="338" y="101"/>
                    <a:pt x="330" y="107"/>
                    <a:pt x="325" y="110"/>
                  </a:cubicBezTo>
                  <a:cubicBezTo>
                    <a:pt x="321" y="112"/>
                    <a:pt x="311" y="115"/>
                    <a:pt x="307" y="117"/>
                  </a:cubicBezTo>
                  <a:cubicBezTo>
                    <a:pt x="300" y="119"/>
                    <a:pt x="287" y="124"/>
                    <a:pt x="281" y="127"/>
                  </a:cubicBezTo>
                  <a:cubicBezTo>
                    <a:pt x="275" y="129"/>
                    <a:pt x="264" y="134"/>
                    <a:pt x="259" y="137"/>
                  </a:cubicBezTo>
                  <a:cubicBezTo>
                    <a:pt x="256" y="139"/>
                    <a:pt x="251" y="142"/>
                    <a:pt x="250" y="144"/>
                  </a:cubicBezTo>
                  <a:cubicBezTo>
                    <a:pt x="250" y="146"/>
                    <a:pt x="251" y="149"/>
                    <a:pt x="252" y="151"/>
                  </a:cubicBezTo>
                  <a:cubicBezTo>
                    <a:pt x="253" y="154"/>
                    <a:pt x="257" y="158"/>
                    <a:pt x="259" y="161"/>
                  </a:cubicBezTo>
                  <a:cubicBezTo>
                    <a:pt x="262" y="164"/>
                    <a:pt x="268" y="170"/>
                    <a:pt x="271" y="173"/>
                  </a:cubicBezTo>
                  <a:cubicBezTo>
                    <a:pt x="274" y="177"/>
                    <a:pt x="280" y="188"/>
                    <a:pt x="285" y="192"/>
                  </a:cubicBezTo>
                  <a:cubicBezTo>
                    <a:pt x="287" y="194"/>
                    <a:pt x="294" y="198"/>
                    <a:pt x="297" y="198"/>
                  </a:cubicBezTo>
                  <a:cubicBezTo>
                    <a:pt x="299" y="198"/>
                    <a:pt x="304" y="196"/>
                    <a:pt x="307" y="195"/>
                  </a:cubicBezTo>
                  <a:cubicBezTo>
                    <a:pt x="308" y="194"/>
                    <a:pt x="311" y="191"/>
                    <a:pt x="313" y="191"/>
                  </a:cubicBezTo>
                  <a:cubicBezTo>
                    <a:pt x="316" y="190"/>
                    <a:pt x="323" y="191"/>
                    <a:pt x="326" y="192"/>
                  </a:cubicBezTo>
                  <a:cubicBezTo>
                    <a:pt x="330" y="194"/>
                    <a:pt x="337" y="200"/>
                    <a:pt x="339" y="203"/>
                  </a:cubicBezTo>
                  <a:cubicBezTo>
                    <a:pt x="342" y="207"/>
                    <a:pt x="346" y="216"/>
                    <a:pt x="347" y="221"/>
                  </a:cubicBezTo>
                  <a:cubicBezTo>
                    <a:pt x="349" y="223"/>
                    <a:pt x="350" y="228"/>
                    <a:pt x="351" y="231"/>
                  </a:cubicBezTo>
                  <a:cubicBezTo>
                    <a:pt x="353" y="235"/>
                    <a:pt x="359" y="244"/>
                    <a:pt x="361" y="249"/>
                  </a:cubicBezTo>
                  <a:cubicBezTo>
                    <a:pt x="362" y="251"/>
                    <a:pt x="363" y="257"/>
                    <a:pt x="364" y="260"/>
                  </a:cubicBezTo>
                  <a:cubicBezTo>
                    <a:pt x="366" y="264"/>
                    <a:pt x="371" y="271"/>
                    <a:pt x="374" y="274"/>
                  </a:cubicBezTo>
                  <a:cubicBezTo>
                    <a:pt x="378" y="278"/>
                    <a:pt x="386" y="282"/>
                    <a:pt x="390" y="285"/>
                  </a:cubicBezTo>
                  <a:cubicBezTo>
                    <a:pt x="392" y="287"/>
                    <a:pt x="395" y="291"/>
                    <a:pt x="397" y="293"/>
                  </a:cubicBezTo>
                  <a:cubicBezTo>
                    <a:pt x="401" y="296"/>
                    <a:pt x="411" y="299"/>
                    <a:pt x="416" y="300"/>
                  </a:cubicBezTo>
                  <a:cubicBezTo>
                    <a:pt x="421" y="302"/>
                    <a:pt x="433" y="304"/>
                    <a:pt x="438" y="303"/>
                  </a:cubicBezTo>
                  <a:cubicBezTo>
                    <a:pt x="442" y="303"/>
                    <a:pt x="450" y="300"/>
                    <a:pt x="454" y="298"/>
                  </a:cubicBezTo>
                  <a:cubicBezTo>
                    <a:pt x="457" y="296"/>
                    <a:pt x="461" y="289"/>
                    <a:pt x="464" y="287"/>
                  </a:cubicBezTo>
                  <a:cubicBezTo>
                    <a:pt x="466" y="285"/>
                    <a:pt x="471" y="281"/>
                    <a:pt x="473" y="280"/>
                  </a:cubicBezTo>
                  <a:cubicBezTo>
                    <a:pt x="476" y="278"/>
                    <a:pt x="481" y="274"/>
                    <a:pt x="484" y="273"/>
                  </a:cubicBezTo>
                  <a:cubicBezTo>
                    <a:pt x="486" y="273"/>
                    <a:pt x="492" y="273"/>
                    <a:pt x="495" y="273"/>
                  </a:cubicBezTo>
                  <a:cubicBezTo>
                    <a:pt x="498" y="274"/>
                    <a:pt x="503" y="276"/>
                    <a:pt x="506" y="277"/>
                  </a:cubicBezTo>
                  <a:cubicBezTo>
                    <a:pt x="508" y="277"/>
                    <a:pt x="512" y="278"/>
                    <a:pt x="514" y="277"/>
                  </a:cubicBezTo>
                  <a:cubicBezTo>
                    <a:pt x="517" y="277"/>
                    <a:pt x="523" y="275"/>
                    <a:pt x="525" y="272"/>
                  </a:cubicBezTo>
                  <a:cubicBezTo>
                    <a:pt x="526" y="271"/>
                    <a:pt x="527" y="266"/>
                    <a:pt x="527" y="263"/>
                  </a:cubicBezTo>
                  <a:cubicBezTo>
                    <a:pt x="526" y="261"/>
                    <a:pt x="523" y="258"/>
                    <a:pt x="521" y="257"/>
                  </a:cubicBezTo>
                  <a:cubicBezTo>
                    <a:pt x="519" y="255"/>
                    <a:pt x="512" y="252"/>
                    <a:pt x="509" y="251"/>
                  </a:cubicBezTo>
                  <a:cubicBezTo>
                    <a:pt x="506" y="248"/>
                    <a:pt x="499" y="244"/>
                    <a:pt x="497" y="240"/>
                  </a:cubicBezTo>
                  <a:cubicBezTo>
                    <a:pt x="496" y="239"/>
                    <a:pt x="495" y="235"/>
                    <a:pt x="495" y="233"/>
                  </a:cubicBezTo>
                  <a:cubicBezTo>
                    <a:pt x="495" y="230"/>
                    <a:pt x="497" y="225"/>
                    <a:pt x="499" y="223"/>
                  </a:cubicBezTo>
                  <a:cubicBezTo>
                    <a:pt x="502" y="221"/>
                    <a:pt x="509" y="220"/>
                    <a:pt x="513" y="219"/>
                  </a:cubicBezTo>
                  <a:cubicBezTo>
                    <a:pt x="515" y="219"/>
                    <a:pt x="519" y="219"/>
                    <a:pt x="521" y="219"/>
                  </a:cubicBezTo>
                  <a:cubicBezTo>
                    <a:pt x="525" y="221"/>
                    <a:pt x="533" y="226"/>
                    <a:pt x="536" y="229"/>
                  </a:cubicBezTo>
                  <a:cubicBezTo>
                    <a:pt x="539" y="233"/>
                    <a:pt x="543" y="242"/>
                    <a:pt x="546" y="246"/>
                  </a:cubicBezTo>
                  <a:cubicBezTo>
                    <a:pt x="551" y="252"/>
                    <a:pt x="562" y="262"/>
                    <a:pt x="568" y="267"/>
                  </a:cubicBezTo>
                  <a:cubicBezTo>
                    <a:pt x="572" y="271"/>
                    <a:pt x="580" y="279"/>
                    <a:pt x="585" y="281"/>
                  </a:cubicBezTo>
                  <a:cubicBezTo>
                    <a:pt x="589" y="283"/>
                    <a:pt x="598" y="286"/>
                    <a:pt x="603" y="286"/>
                  </a:cubicBezTo>
                  <a:cubicBezTo>
                    <a:pt x="606" y="285"/>
                    <a:pt x="611" y="282"/>
                    <a:pt x="614" y="281"/>
                  </a:cubicBezTo>
                  <a:cubicBezTo>
                    <a:pt x="617" y="280"/>
                    <a:pt x="624" y="280"/>
                    <a:pt x="626" y="281"/>
                  </a:cubicBezTo>
                  <a:cubicBezTo>
                    <a:pt x="630" y="282"/>
                    <a:pt x="635" y="287"/>
                    <a:pt x="637" y="289"/>
                  </a:cubicBezTo>
                  <a:cubicBezTo>
                    <a:pt x="640" y="292"/>
                    <a:pt x="644" y="299"/>
                    <a:pt x="646" y="302"/>
                  </a:cubicBezTo>
                  <a:cubicBezTo>
                    <a:pt x="649" y="305"/>
                    <a:pt x="656" y="310"/>
                    <a:pt x="659" y="313"/>
                  </a:cubicBezTo>
                  <a:cubicBezTo>
                    <a:pt x="663" y="318"/>
                    <a:pt x="667" y="329"/>
                    <a:pt x="671" y="334"/>
                  </a:cubicBezTo>
                  <a:cubicBezTo>
                    <a:pt x="674" y="337"/>
                    <a:pt x="680" y="342"/>
                    <a:pt x="684" y="343"/>
                  </a:cubicBezTo>
                  <a:cubicBezTo>
                    <a:pt x="686" y="344"/>
                    <a:pt x="690" y="344"/>
                    <a:pt x="692" y="343"/>
                  </a:cubicBezTo>
                  <a:cubicBezTo>
                    <a:pt x="694" y="342"/>
                    <a:pt x="696" y="339"/>
                    <a:pt x="697" y="337"/>
                  </a:cubicBezTo>
                  <a:cubicBezTo>
                    <a:pt x="698" y="335"/>
                    <a:pt x="701" y="332"/>
                    <a:pt x="702" y="331"/>
                  </a:cubicBezTo>
                  <a:cubicBezTo>
                    <a:pt x="704" y="329"/>
                    <a:pt x="708" y="326"/>
                    <a:pt x="710" y="325"/>
                  </a:cubicBezTo>
                  <a:cubicBezTo>
                    <a:pt x="712" y="323"/>
                    <a:pt x="715" y="320"/>
                    <a:pt x="718" y="319"/>
                  </a:cubicBezTo>
                  <a:cubicBezTo>
                    <a:pt x="720" y="319"/>
                    <a:pt x="725" y="321"/>
                    <a:pt x="728" y="323"/>
                  </a:cubicBezTo>
                  <a:cubicBezTo>
                    <a:pt x="731" y="325"/>
                    <a:pt x="736" y="330"/>
                    <a:pt x="739" y="332"/>
                  </a:cubicBezTo>
                  <a:cubicBezTo>
                    <a:pt x="742" y="334"/>
                    <a:pt x="747" y="338"/>
                    <a:pt x="750" y="340"/>
                  </a:cubicBezTo>
                  <a:cubicBezTo>
                    <a:pt x="753" y="343"/>
                    <a:pt x="761" y="346"/>
                    <a:pt x="765" y="348"/>
                  </a:cubicBezTo>
                  <a:cubicBezTo>
                    <a:pt x="770" y="350"/>
                    <a:pt x="780" y="354"/>
                    <a:pt x="785" y="357"/>
                  </a:cubicBezTo>
                  <a:cubicBezTo>
                    <a:pt x="788" y="358"/>
                    <a:pt x="795" y="362"/>
                    <a:pt x="798" y="362"/>
                  </a:cubicBezTo>
                  <a:cubicBezTo>
                    <a:pt x="801" y="362"/>
                    <a:pt x="806" y="362"/>
                    <a:pt x="808" y="360"/>
                  </a:cubicBezTo>
                  <a:cubicBezTo>
                    <a:pt x="810" y="359"/>
                    <a:pt x="812" y="354"/>
                    <a:pt x="814" y="352"/>
                  </a:cubicBezTo>
                  <a:cubicBezTo>
                    <a:pt x="816" y="350"/>
                    <a:pt x="820" y="346"/>
                    <a:pt x="822" y="345"/>
                  </a:cubicBezTo>
                  <a:cubicBezTo>
                    <a:pt x="823" y="345"/>
                    <a:pt x="826" y="346"/>
                    <a:pt x="827" y="346"/>
                  </a:cubicBezTo>
                  <a:cubicBezTo>
                    <a:pt x="830" y="347"/>
                    <a:pt x="836" y="352"/>
                    <a:pt x="838" y="354"/>
                  </a:cubicBezTo>
                  <a:cubicBezTo>
                    <a:pt x="841" y="357"/>
                    <a:pt x="845" y="365"/>
                    <a:pt x="846" y="369"/>
                  </a:cubicBezTo>
                  <a:cubicBezTo>
                    <a:pt x="847" y="375"/>
                    <a:pt x="847" y="386"/>
                    <a:pt x="847" y="392"/>
                  </a:cubicBezTo>
                  <a:cubicBezTo>
                    <a:pt x="847" y="397"/>
                    <a:pt x="845" y="406"/>
                    <a:pt x="845" y="411"/>
                  </a:cubicBezTo>
                  <a:cubicBezTo>
                    <a:pt x="845" y="417"/>
                    <a:pt x="849" y="428"/>
                    <a:pt x="850" y="433"/>
                  </a:cubicBezTo>
                  <a:cubicBezTo>
                    <a:pt x="853" y="442"/>
                    <a:pt x="858" y="460"/>
                    <a:pt x="863" y="469"/>
                  </a:cubicBezTo>
                  <a:cubicBezTo>
                    <a:pt x="868" y="479"/>
                    <a:pt x="882" y="497"/>
                    <a:pt x="888" y="506"/>
                  </a:cubicBezTo>
                  <a:cubicBezTo>
                    <a:pt x="892" y="512"/>
                    <a:pt x="901" y="523"/>
                    <a:pt x="906" y="528"/>
                  </a:cubicBezTo>
                  <a:cubicBezTo>
                    <a:pt x="909" y="532"/>
                    <a:pt x="918" y="539"/>
                    <a:pt x="922" y="542"/>
                  </a:cubicBezTo>
                  <a:cubicBezTo>
                    <a:pt x="926" y="544"/>
                    <a:pt x="934" y="545"/>
                    <a:pt x="938" y="547"/>
                  </a:cubicBezTo>
                  <a:cubicBezTo>
                    <a:pt x="942" y="548"/>
                    <a:pt x="950" y="550"/>
                    <a:pt x="953" y="553"/>
                  </a:cubicBezTo>
                  <a:cubicBezTo>
                    <a:pt x="957" y="555"/>
                    <a:pt x="963" y="562"/>
                    <a:pt x="967" y="564"/>
                  </a:cubicBezTo>
                  <a:cubicBezTo>
                    <a:pt x="969" y="566"/>
                    <a:pt x="973" y="569"/>
                    <a:pt x="975" y="571"/>
                  </a:cubicBezTo>
                  <a:cubicBezTo>
                    <a:pt x="978" y="574"/>
                    <a:pt x="985" y="582"/>
                    <a:pt x="988" y="586"/>
                  </a:cubicBezTo>
                  <a:cubicBezTo>
                    <a:pt x="991" y="590"/>
                    <a:pt x="997" y="600"/>
                    <a:pt x="999" y="605"/>
                  </a:cubicBezTo>
                  <a:cubicBezTo>
                    <a:pt x="1002" y="613"/>
                    <a:pt x="1005" y="630"/>
                    <a:pt x="1007" y="639"/>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9"/>
            <p:cNvSpPr>
              <a:spLocks/>
            </p:cNvSpPr>
            <p:nvPr/>
          </p:nvSpPr>
          <p:spPr bwMode="auto">
            <a:xfrm>
              <a:off x="5610225" y="1866900"/>
              <a:ext cx="1073150" cy="1600200"/>
            </a:xfrm>
            <a:custGeom>
              <a:avLst/>
              <a:gdLst/>
              <a:ahLst/>
              <a:cxnLst>
                <a:cxn ang="0">
                  <a:pos x="690" y="836"/>
                </a:cxn>
                <a:cxn ang="0">
                  <a:pos x="653" y="862"/>
                </a:cxn>
                <a:cxn ang="0">
                  <a:pos x="635" y="906"/>
                </a:cxn>
                <a:cxn ang="0">
                  <a:pos x="581" y="886"/>
                </a:cxn>
                <a:cxn ang="0">
                  <a:pos x="550" y="895"/>
                </a:cxn>
                <a:cxn ang="0">
                  <a:pos x="549" y="944"/>
                </a:cxn>
                <a:cxn ang="0">
                  <a:pos x="493" y="949"/>
                </a:cxn>
                <a:cxn ang="0">
                  <a:pos x="479" y="980"/>
                </a:cxn>
                <a:cxn ang="0">
                  <a:pos x="451" y="969"/>
                </a:cxn>
                <a:cxn ang="0">
                  <a:pos x="402" y="963"/>
                </a:cxn>
                <a:cxn ang="0">
                  <a:pos x="389" y="987"/>
                </a:cxn>
                <a:cxn ang="0">
                  <a:pos x="346" y="1043"/>
                </a:cxn>
                <a:cxn ang="0">
                  <a:pos x="286" y="1069"/>
                </a:cxn>
                <a:cxn ang="0">
                  <a:pos x="260" y="1043"/>
                </a:cxn>
                <a:cxn ang="0">
                  <a:pos x="218" y="1001"/>
                </a:cxn>
                <a:cxn ang="0">
                  <a:pos x="212" y="956"/>
                </a:cxn>
                <a:cxn ang="0">
                  <a:pos x="180" y="916"/>
                </a:cxn>
                <a:cxn ang="0">
                  <a:pos x="141" y="880"/>
                </a:cxn>
                <a:cxn ang="0">
                  <a:pos x="121" y="927"/>
                </a:cxn>
                <a:cxn ang="0">
                  <a:pos x="97" y="974"/>
                </a:cxn>
                <a:cxn ang="0">
                  <a:pos x="68" y="962"/>
                </a:cxn>
                <a:cxn ang="0">
                  <a:pos x="67" y="914"/>
                </a:cxn>
                <a:cxn ang="0">
                  <a:pos x="52" y="865"/>
                </a:cxn>
                <a:cxn ang="0">
                  <a:pos x="66" y="835"/>
                </a:cxn>
                <a:cxn ang="0">
                  <a:pos x="25" y="810"/>
                </a:cxn>
                <a:cxn ang="0">
                  <a:pos x="53" y="798"/>
                </a:cxn>
                <a:cxn ang="0">
                  <a:pos x="62" y="759"/>
                </a:cxn>
                <a:cxn ang="0">
                  <a:pos x="80" y="698"/>
                </a:cxn>
                <a:cxn ang="0">
                  <a:pos x="44" y="657"/>
                </a:cxn>
                <a:cxn ang="0">
                  <a:pos x="29" y="603"/>
                </a:cxn>
                <a:cxn ang="0">
                  <a:pos x="18" y="542"/>
                </a:cxn>
                <a:cxn ang="0">
                  <a:pos x="10" y="475"/>
                </a:cxn>
                <a:cxn ang="0">
                  <a:pos x="15" y="412"/>
                </a:cxn>
                <a:cxn ang="0">
                  <a:pos x="55" y="376"/>
                </a:cxn>
                <a:cxn ang="0">
                  <a:pos x="59" y="305"/>
                </a:cxn>
                <a:cxn ang="0">
                  <a:pos x="92" y="226"/>
                </a:cxn>
                <a:cxn ang="0">
                  <a:pos x="152" y="211"/>
                </a:cxn>
                <a:cxn ang="0">
                  <a:pos x="160" y="142"/>
                </a:cxn>
                <a:cxn ang="0">
                  <a:pos x="103" y="82"/>
                </a:cxn>
                <a:cxn ang="0">
                  <a:pos x="115" y="2"/>
                </a:cxn>
                <a:cxn ang="0">
                  <a:pos x="252" y="59"/>
                </a:cxn>
                <a:cxn ang="0">
                  <a:pos x="357" y="131"/>
                </a:cxn>
                <a:cxn ang="0">
                  <a:pos x="329" y="184"/>
                </a:cxn>
                <a:cxn ang="0">
                  <a:pos x="321" y="261"/>
                </a:cxn>
                <a:cxn ang="0">
                  <a:pos x="296" y="324"/>
                </a:cxn>
                <a:cxn ang="0">
                  <a:pos x="264" y="402"/>
                </a:cxn>
                <a:cxn ang="0">
                  <a:pos x="283" y="449"/>
                </a:cxn>
                <a:cxn ang="0">
                  <a:pos x="266" y="504"/>
                </a:cxn>
                <a:cxn ang="0">
                  <a:pos x="285" y="543"/>
                </a:cxn>
                <a:cxn ang="0">
                  <a:pos x="297" y="572"/>
                </a:cxn>
                <a:cxn ang="0">
                  <a:pos x="353" y="581"/>
                </a:cxn>
                <a:cxn ang="0">
                  <a:pos x="417" y="612"/>
                </a:cxn>
                <a:cxn ang="0">
                  <a:pos x="476" y="638"/>
                </a:cxn>
                <a:cxn ang="0">
                  <a:pos x="523" y="646"/>
                </a:cxn>
                <a:cxn ang="0">
                  <a:pos x="585" y="649"/>
                </a:cxn>
                <a:cxn ang="0">
                  <a:pos x="606" y="698"/>
                </a:cxn>
                <a:cxn ang="0">
                  <a:pos x="634" y="730"/>
                </a:cxn>
                <a:cxn ang="0">
                  <a:pos x="682" y="786"/>
                </a:cxn>
                <a:cxn ang="0">
                  <a:pos x="717" y="810"/>
                </a:cxn>
              </a:cxnLst>
              <a:rect l="0" t="0" r="r" b="b"/>
              <a:pathLst>
                <a:path w="724" h="1077">
                  <a:moveTo>
                    <a:pt x="724" y="818"/>
                  </a:moveTo>
                  <a:cubicBezTo>
                    <a:pt x="723" y="819"/>
                    <a:pt x="722" y="820"/>
                    <a:pt x="721" y="820"/>
                  </a:cubicBezTo>
                  <a:cubicBezTo>
                    <a:pt x="720" y="822"/>
                    <a:pt x="718" y="827"/>
                    <a:pt x="717" y="829"/>
                  </a:cubicBezTo>
                  <a:cubicBezTo>
                    <a:pt x="715" y="831"/>
                    <a:pt x="711" y="835"/>
                    <a:pt x="709" y="836"/>
                  </a:cubicBezTo>
                  <a:cubicBezTo>
                    <a:pt x="706" y="838"/>
                    <a:pt x="701" y="840"/>
                    <a:pt x="698" y="840"/>
                  </a:cubicBezTo>
                  <a:cubicBezTo>
                    <a:pt x="696" y="839"/>
                    <a:pt x="692" y="837"/>
                    <a:pt x="690" y="836"/>
                  </a:cubicBezTo>
                  <a:cubicBezTo>
                    <a:pt x="688" y="835"/>
                    <a:pt x="685" y="832"/>
                    <a:pt x="682" y="832"/>
                  </a:cubicBezTo>
                  <a:cubicBezTo>
                    <a:pt x="680" y="831"/>
                    <a:pt x="676" y="832"/>
                    <a:pt x="675" y="833"/>
                  </a:cubicBezTo>
                  <a:cubicBezTo>
                    <a:pt x="673" y="834"/>
                    <a:pt x="674" y="839"/>
                    <a:pt x="674" y="840"/>
                  </a:cubicBezTo>
                  <a:cubicBezTo>
                    <a:pt x="673" y="843"/>
                    <a:pt x="674" y="847"/>
                    <a:pt x="673" y="849"/>
                  </a:cubicBezTo>
                  <a:cubicBezTo>
                    <a:pt x="671" y="852"/>
                    <a:pt x="665" y="854"/>
                    <a:pt x="662" y="855"/>
                  </a:cubicBezTo>
                  <a:cubicBezTo>
                    <a:pt x="660" y="857"/>
                    <a:pt x="655" y="861"/>
                    <a:pt x="653" y="862"/>
                  </a:cubicBezTo>
                  <a:cubicBezTo>
                    <a:pt x="651" y="863"/>
                    <a:pt x="647" y="862"/>
                    <a:pt x="646" y="863"/>
                  </a:cubicBezTo>
                  <a:cubicBezTo>
                    <a:pt x="644" y="865"/>
                    <a:pt x="644" y="869"/>
                    <a:pt x="644" y="871"/>
                  </a:cubicBezTo>
                  <a:cubicBezTo>
                    <a:pt x="644" y="874"/>
                    <a:pt x="647" y="879"/>
                    <a:pt x="647" y="881"/>
                  </a:cubicBezTo>
                  <a:cubicBezTo>
                    <a:pt x="647" y="884"/>
                    <a:pt x="645" y="891"/>
                    <a:pt x="644" y="894"/>
                  </a:cubicBezTo>
                  <a:cubicBezTo>
                    <a:pt x="643" y="896"/>
                    <a:pt x="642" y="900"/>
                    <a:pt x="640" y="902"/>
                  </a:cubicBezTo>
                  <a:cubicBezTo>
                    <a:pt x="639" y="903"/>
                    <a:pt x="636" y="906"/>
                    <a:pt x="635" y="906"/>
                  </a:cubicBezTo>
                  <a:cubicBezTo>
                    <a:pt x="632" y="906"/>
                    <a:pt x="627" y="903"/>
                    <a:pt x="625" y="903"/>
                  </a:cubicBezTo>
                  <a:cubicBezTo>
                    <a:pt x="622" y="902"/>
                    <a:pt x="616" y="902"/>
                    <a:pt x="613" y="902"/>
                  </a:cubicBezTo>
                  <a:cubicBezTo>
                    <a:pt x="610" y="902"/>
                    <a:pt x="605" y="902"/>
                    <a:pt x="602" y="901"/>
                  </a:cubicBezTo>
                  <a:cubicBezTo>
                    <a:pt x="600" y="900"/>
                    <a:pt x="595" y="897"/>
                    <a:pt x="593" y="895"/>
                  </a:cubicBezTo>
                  <a:cubicBezTo>
                    <a:pt x="592" y="893"/>
                    <a:pt x="590" y="888"/>
                    <a:pt x="589" y="887"/>
                  </a:cubicBezTo>
                  <a:cubicBezTo>
                    <a:pt x="587" y="886"/>
                    <a:pt x="583" y="885"/>
                    <a:pt x="581" y="886"/>
                  </a:cubicBezTo>
                  <a:cubicBezTo>
                    <a:pt x="579" y="886"/>
                    <a:pt x="576" y="890"/>
                    <a:pt x="574" y="892"/>
                  </a:cubicBezTo>
                  <a:cubicBezTo>
                    <a:pt x="573" y="895"/>
                    <a:pt x="573" y="900"/>
                    <a:pt x="572" y="902"/>
                  </a:cubicBezTo>
                  <a:cubicBezTo>
                    <a:pt x="571" y="904"/>
                    <a:pt x="569" y="907"/>
                    <a:pt x="567" y="907"/>
                  </a:cubicBezTo>
                  <a:cubicBezTo>
                    <a:pt x="565" y="907"/>
                    <a:pt x="562" y="906"/>
                    <a:pt x="561" y="905"/>
                  </a:cubicBezTo>
                  <a:cubicBezTo>
                    <a:pt x="559" y="903"/>
                    <a:pt x="559" y="897"/>
                    <a:pt x="557" y="896"/>
                  </a:cubicBezTo>
                  <a:cubicBezTo>
                    <a:pt x="556" y="895"/>
                    <a:pt x="552" y="894"/>
                    <a:pt x="550" y="895"/>
                  </a:cubicBezTo>
                  <a:cubicBezTo>
                    <a:pt x="548" y="895"/>
                    <a:pt x="546" y="899"/>
                    <a:pt x="546" y="901"/>
                  </a:cubicBezTo>
                  <a:cubicBezTo>
                    <a:pt x="545" y="903"/>
                    <a:pt x="545" y="908"/>
                    <a:pt x="546" y="910"/>
                  </a:cubicBezTo>
                  <a:cubicBezTo>
                    <a:pt x="547" y="913"/>
                    <a:pt x="550" y="918"/>
                    <a:pt x="552" y="920"/>
                  </a:cubicBezTo>
                  <a:cubicBezTo>
                    <a:pt x="553" y="922"/>
                    <a:pt x="557" y="926"/>
                    <a:pt x="557" y="929"/>
                  </a:cubicBezTo>
                  <a:cubicBezTo>
                    <a:pt x="558" y="930"/>
                    <a:pt x="557" y="934"/>
                    <a:pt x="556" y="936"/>
                  </a:cubicBezTo>
                  <a:cubicBezTo>
                    <a:pt x="555" y="938"/>
                    <a:pt x="552" y="942"/>
                    <a:pt x="549" y="944"/>
                  </a:cubicBezTo>
                  <a:cubicBezTo>
                    <a:pt x="547" y="945"/>
                    <a:pt x="541" y="947"/>
                    <a:pt x="538" y="948"/>
                  </a:cubicBezTo>
                  <a:cubicBezTo>
                    <a:pt x="536" y="948"/>
                    <a:pt x="530" y="948"/>
                    <a:pt x="528" y="947"/>
                  </a:cubicBezTo>
                  <a:cubicBezTo>
                    <a:pt x="525" y="947"/>
                    <a:pt x="519" y="943"/>
                    <a:pt x="516" y="942"/>
                  </a:cubicBezTo>
                  <a:cubicBezTo>
                    <a:pt x="515" y="942"/>
                    <a:pt x="512" y="941"/>
                    <a:pt x="511" y="942"/>
                  </a:cubicBezTo>
                  <a:cubicBezTo>
                    <a:pt x="508" y="943"/>
                    <a:pt x="504" y="947"/>
                    <a:pt x="501" y="948"/>
                  </a:cubicBezTo>
                  <a:cubicBezTo>
                    <a:pt x="499" y="948"/>
                    <a:pt x="495" y="950"/>
                    <a:pt x="493" y="949"/>
                  </a:cubicBezTo>
                  <a:cubicBezTo>
                    <a:pt x="491" y="949"/>
                    <a:pt x="489" y="946"/>
                    <a:pt x="488" y="946"/>
                  </a:cubicBezTo>
                  <a:cubicBezTo>
                    <a:pt x="486" y="945"/>
                    <a:pt x="482" y="945"/>
                    <a:pt x="480" y="946"/>
                  </a:cubicBezTo>
                  <a:cubicBezTo>
                    <a:pt x="478" y="946"/>
                    <a:pt x="475" y="948"/>
                    <a:pt x="475" y="949"/>
                  </a:cubicBezTo>
                  <a:cubicBezTo>
                    <a:pt x="474" y="951"/>
                    <a:pt x="474" y="955"/>
                    <a:pt x="475" y="957"/>
                  </a:cubicBezTo>
                  <a:cubicBezTo>
                    <a:pt x="475" y="960"/>
                    <a:pt x="480" y="965"/>
                    <a:pt x="481" y="968"/>
                  </a:cubicBezTo>
                  <a:cubicBezTo>
                    <a:pt x="481" y="971"/>
                    <a:pt x="480" y="977"/>
                    <a:pt x="479" y="980"/>
                  </a:cubicBezTo>
                  <a:cubicBezTo>
                    <a:pt x="478" y="982"/>
                    <a:pt x="474" y="987"/>
                    <a:pt x="472" y="988"/>
                  </a:cubicBezTo>
                  <a:cubicBezTo>
                    <a:pt x="470" y="990"/>
                    <a:pt x="465" y="992"/>
                    <a:pt x="462" y="991"/>
                  </a:cubicBezTo>
                  <a:cubicBezTo>
                    <a:pt x="461" y="990"/>
                    <a:pt x="458" y="986"/>
                    <a:pt x="458" y="984"/>
                  </a:cubicBezTo>
                  <a:cubicBezTo>
                    <a:pt x="457" y="983"/>
                    <a:pt x="460" y="979"/>
                    <a:pt x="459" y="977"/>
                  </a:cubicBezTo>
                  <a:cubicBezTo>
                    <a:pt x="459" y="975"/>
                    <a:pt x="459" y="971"/>
                    <a:pt x="457" y="970"/>
                  </a:cubicBezTo>
                  <a:cubicBezTo>
                    <a:pt x="456" y="969"/>
                    <a:pt x="453" y="969"/>
                    <a:pt x="451" y="969"/>
                  </a:cubicBezTo>
                  <a:cubicBezTo>
                    <a:pt x="449" y="969"/>
                    <a:pt x="444" y="971"/>
                    <a:pt x="441" y="971"/>
                  </a:cubicBezTo>
                  <a:cubicBezTo>
                    <a:pt x="438" y="971"/>
                    <a:pt x="431" y="968"/>
                    <a:pt x="428" y="967"/>
                  </a:cubicBezTo>
                  <a:cubicBezTo>
                    <a:pt x="425" y="966"/>
                    <a:pt x="419" y="965"/>
                    <a:pt x="416" y="965"/>
                  </a:cubicBezTo>
                  <a:cubicBezTo>
                    <a:pt x="414" y="966"/>
                    <a:pt x="411" y="970"/>
                    <a:pt x="409" y="970"/>
                  </a:cubicBezTo>
                  <a:cubicBezTo>
                    <a:pt x="408" y="970"/>
                    <a:pt x="406" y="970"/>
                    <a:pt x="405" y="970"/>
                  </a:cubicBezTo>
                  <a:cubicBezTo>
                    <a:pt x="404" y="968"/>
                    <a:pt x="403" y="965"/>
                    <a:pt x="402" y="963"/>
                  </a:cubicBezTo>
                  <a:cubicBezTo>
                    <a:pt x="402" y="961"/>
                    <a:pt x="404" y="957"/>
                    <a:pt x="403" y="955"/>
                  </a:cubicBezTo>
                  <a:cubicBezTo>
                    <a:pt x="403" y="954"/>
                    <a:pt x="401" y="951"/>
                    <a:pt x="400" y="951"/>
                  </a:cubicBezTo>
                  <a:cubicBezTo>
                    <a:pt x="398" y="950"/>
                    <a:pt x="394" y="953"/>
                    <a:pt x="392" y="954"/>
                  </a:cubicBezTo>
                  <a:cubicBezTo>
                    <a:pt x="390" y="956"/>
                    <a:pt x="387" y="960"/>
                    <a:pt x="386" y="963"/>
                  </a:cubicBezTo>
                  <a:cubicBezTo>
                    <a:pt x="385" y="966"/>
                    <a:pt x="384" y="971"/>
                    <a:pt x="384" y="974"/>
                  </a:cubicBezTo>
                  <a:cubicBezTo>
                    <a:pt x="384" y="978"/>
                    <a:pt x="388" y="984"/>
                    <a:pt x="389" y="987"/>
                  </a:cubicBezTo>
                  <a:cubicBezTo>
                    <a:pt x="390" y="991"/>
                    <a:pt x="393" y="998"/>
                    <a:pt x="392" y="1001"/>
                  </a:cubicBezTo>
                  <a:cubicBezTo>
                    <a:pt x="391" y="1003"/>
                    <a:pt x="389" y="1005"/>
                    <a:pt x="388" y="1006"/>
                  </a:cubicBezTo>
                  <a:cubicBezTo>
                    <a:pt x="386" y="1008"/>
                    <a:pt x="380" y="1008"/>
                    <a:pt x="378" y="1010"/>
                  </a:cubicBezTo>
                  <a:cubicBezTo>
                    <a:pt x="375" y="1012"/>
                    <a:pt x="371" y="1017"/>
                    <a:pt x="369" y="1020"/>
                  </a:cubicBezTo>
                  <a:cubicBezTo>
                    <a:pt x="367" y="1023"/>
                    <a:pt x="364" y="1029"/>
                    <a:pt x="361" y="1032"/>
                  </a:cubicBezTo>
                  <a:cubicBezTo>
                    <a:pt x="358" y="1035"/>
                    <a:pt x="351" y="1041"/>
                    <a:pt x="346" y="1043"/>
                  </a:cubicBezTo>
                  <a:cubicBezTo>
                    <a:pt x="344" y="1045"/>
                    <a:pt x="337" y="1048"/>
                    <a:pt x="334" y="1048"/>
                  </a:cubicBezTo>
                  <a:cubicBezTo>
                    <a:pt x="331" y="1049"/>
                    <a:pt x="324" y="1046"/>
                    <a:pt x="321" y="1047"/>
                  </a:cubicBezTo>
                  <a:cubicBezTo>
                    <a:pt x="318" y="1047"/>
                    <a:pt x="313" y="1049"/>
                    <a:pt x="311" y="1051"/>
                  </a:cubicBezTo>
                  <a:cubicBezTo>
                    <a:pt x="308" y="1052"/>
                    <a:pt x="304" y="1057"/>
                    <a:pt x="302" y="1058"/>
                  </a:cubicBezTo>
                  <a:cubicBezTo>
                    <a:pt x="299" y="1060"/>
                    <a:pt x="293" y="1061"/>
                    <a:pt x="290" y="1063"/>
                  </a:cubicBezTo>
                  <a:cubicBezTo>
                    <a:pt x="289" y="1064"/>
                    <a:pt x="287" y="1068"/>
                    <a:pt x="286" y="1069"/>
                  </a:cubicBezTo>
                  <a:cubicBezTo>
                    <a:pt x="284" y="1072"/>
                    <a:pt x="280" y="1076"/>
                    <a:pt x="277" y="1077"/>
                  </a:cubicBezTo>
                  <a:cubicBezTo>
                    <a:pt x="275" y="1077"/>
                    <a:pt x="272" y="1076"/>
                    <a:pt x="269" y="1076"/>
                  </a:cubicBezTo>
                  <a:cubicBezTo>
                    <a:pt x="270" y="1075"/>
                    <a:pt x="271" y="1075"/>
                    <a:pt x="271" y="1074"/>
                  </a:cubicBezTo>
                  <a:cubicBezTo>
                    <a:pt x="272" y="1072"/>
                    <a:pt x="272" y="1067"/>
                    <a:pt x="271" y="1065"/>
                  </a:cubicBezTo>
                  <a:cubicBezTo>
                    <a:pt x="271" y="1062"/>
                    <a:pt x="266" y="1056"/>
                    <a:pt x="265" y="1053"/>
                  </a:cubicBezTo>
                  <a:cubicBezTo>
                    <a:pt x="264" y="1051"/>
                    <a:pt x="261" y="1046"/>
                    <a:pt x="260" y="1043"/>
                  </a:cubicBezTo>
                  <a:cubicBezTo>
                    <a:pt x="258" y="1041"/>
                    <a:pt x="256" y="1035"/>
                    <a:pt x="255" y="1031"/>
                  </a:cubicBezTo>
                  <a:cubicBezTo>
                    <a:pt x="254" y="1028"/>
                    <a:pt x="253" y="1022"/>
                    <a:pt x="252" y="1019"/>
                  </a:cubicBezTo>
                  <a:cubicBezTo>
                    <a:pt x="251" y="1017"/>
                    <a:pt x="250" y="1013"/>
                    <a:pt x="249" y="1011"/>
                  </a:cubicBezTo>
                  <a:cubicBezTo>
                    <a:pt x="247" y="1009"/>
                    <a:pt x="241" y="1007"/>
                    <a:pt x="239" y="1007"/>
                  </a:cubicBezTo>
                  <a:cubicBezTo>
                    <a:pt x="236" y="1006"/>
                    <a:pt x="230" y="1005"/>
                    <a:pt x="227" y="1004"/>
                  </a:cubicBezTo>
                  <a:cubicBezTo>
                    <a:pt x="224" y="1004"/>
                    <a:pt x="220" y="1002"/>
                    <a:pt x="218" y="1001"/>
                  </a:cubicBezTo>
                  <a:cubicBezTo>
                    <a:pt x="216" y="1000"/>
                    <a:pt x="212" y="998"/>
                    <a:pt x="211" y="996"/>
                  </a:cubicBezTo>
                  <a:cubicBezTo>
                    <a:pt x="210" y="994"/>
                    <a:pt x="209" y="988"/>
                    <a:pt x="209" y="986"/>
                  </a:cubicBezTo>
                  <a:cubicBezTo>
                    <a:pt x="210" y="983"/>
                    <a:pt x="214" y="980"/>
                    <a:pt x="215" y="977"/>
                  </a:cubicBezTo>
                  <a:cubicBezTo>
                    <a:pt x="216" y="976"/>
                    <a:pt x="218" y="972"/>
                    <a:pt x="219" y="970"/>
                  </a:cubicBezTo>
                  <a:cubicBezTo>
                    <a:pt x="219" y="968"/>
                    <a:pt x="218" y="964"/>
                    <a:pt x="217" y="962"/>
                  </a:cubicBezTo>
                  <a:cubicBezTo>
                    <a:pt x="217" y="960"/>
                    <a:pt x="214" y="957"/>
                    <a:pt x="212" y="956"/>
                  </a:cubicBezTo>
                  <a:cubicBezTo>
                    <a:pt x="209" y="954"/>
                    <a:pt x="203" y="951"/>
                    <a:pt x="199" y="950"/>
                  </a:cubicBezTo>
                  <a:cubicBezTo>
                    <a:pt x="197" y="949"/>
                    <a:pt x="191" y="947"/>
                    <a:pt x="189" y="945"/>
                  </a:cubicBezTo>
                  <a:cubicBezTo>
                    <a:pt x="187" y="944"/>
                    <a:pt x="184" y="941"/>
                    <a:pt x="183" y="939"/>
                  </a:cubicBezTo>
                  <a:cubicBezTo>
                    <a:pt x="182" y="937"/>
                    <a:pt x="181" y="933"/>
                    <a:pt x="181" y="930"/>
                  </a:cubicBezTo>
                  <a:cubicBezTo>
                    <a:pt x="181" y="929"/>
                    <a:pt x="183" y="925"/>
                    <a:pt x="182" y="924"/>
                  </a:cubicBezTo>
                  <a:cubicBezTo>
                    <a:pt x="182" y="922"/>
                    <a:pt x="181" y="918"/>
                    <a:pt x="180" y="916"/>
                  </a:cubicBezTo>
                  <a:cubicBezTo>
                    <a:pt x="179" y="915"/>
                    <a:pt x="175" y="913"/>
                    <a:pt x="174" y="913"/>
                  </a:cubicBezTo>
                  <a:cubicBezTo>
                    <a:pt x="172" y="912"/>
                    <a:pt x="169" y="911"/>
                    <a:pt x="168" y="910"/>
                  </a:cubicBezTo>
                  <a:cubicBezTo>
                    <a:pt x="166" y="909"/>
                    <a:pt x="163" y="908"/>
                    <a:pt x="162" y="907"/>
                  </a:cubicBezTo>
                  <a:cubicBezTo>
                    <a:pt x="160" y="905"/>
                    <a:pt x="158" y="899"/>
                    <a:pt x="156" y="896"/>
                  </a:cubicBezTo>
                  <a:cubicBezTo>
                    <a:pt x="155" y="893"/>
                    <a:pt x="153" y="887"/>
                    <a:pt x="150" y="885"/>
                  </a:cubicBezTo>
                  <a:cubicBezTo>
                    <a:pt x="148" y="883"/>
                    <a:pt x="144" y="881"/>
                    <a:pt x="141" y="880"/>
                  </a:cubicBezTo>
                  <a:cubicBezTo>
                    <a:pt x="138" y="879"/>
                    <a:pt x="131" y="876"/>
                    <a:pt x="127" y="876"/>
                  </a:cubicBezTo>
                  <a:cubicBezTo>
                    <a:pt x="124" y="876"/>
                    <a:pt x="118" y="877"/>
                    <a:pt x="116" y="878"/>
                  </a:cubicBezTo>
                  <a:cubicBezTo>
                    <a:pt x="114" y="880"/>
                    <a:pt x="112" y="886"/>
                    <a:pt x="112" y="888"/>
                  </a:cubicBezTo>
                  <a:cubicBezTo>
                    <a:pt x="112" y="891"/>
                    <a:pt x="113" y="897"/>
                    <a:pt x="114" y="900"/>
                  </a:cubicBezTo>
                  <a:cubicBezTo>
                    <a:pt x="115" y="903"/>
                    <a:pt x="119" y="910"/>
                    <a:pt x="120" y="914"/>
                  </a:cubicBezTo>
                  <a:cubicBezTo>
                    <a:pt x="121" y="917"/>
                    <a:pt x="121" y="923"/>
                    <a:pt x="121" y="927"/>
                  </a:cubicBezTo>
                  <a:cubicBezTo>
                    <a:pt x="121" y="931"/>
                    <a:pt x="122" y="939"/>
                    <a:pt x="121" y="943"/>
                  </a:cubicBezTo>
                  <a:cubicBezTo>
                    <a:pt x="120" y="946"/>
                    <a:pt x="117" y="952"/>
                    <a:pt x="115" y="954"/>
                  </a:cubicBezTo>
                  <a:cubicBezTo>
                    <a:pt x="113" y="955"/>
                    <a:pt x="109" y="957"/>
                    <a:pt x="107" y="958"/>
                  </a:cubicBezTo>
                  <a:cubicBezTo>
                    <a:pt x="105" y="959"/>
                    <a:pt x="100" y="958"/>
                    <a:pt x="99" y="960"/>
                  </a:cubicBezTo>
                  <a:cubicBezTo>
                    <a:pt x="98" y="961"/>
                    <a:pt x="99" y="965"/>
                    <a:pt x="99" y="967"/>
                  </a:cubicBezTo>
                  <a:cubicBezTo>
                    <a:pt x="99" y="969"/>
                    <a:pt x="98" y="973"/>
                    <a:pt x="97" y="974"/>
                  </a:cubicBezTo>
                  <a:cubicBezTo>
                    <a:pt x="96" y="976"/>
                    <a:pt x="94" y="978"/>
                    <a:pt x="92" y="978"/>
                  </a:cubicBezTo>
                  <a:cubicBezTo>
                    <a:pt x="91" y="978"/>
                    <a:pt x="88" y="975"/>
                    <a:pt x="87" y="975"/>
                  </a:cubicBezTo>
                  <a:cubicBezTo>
                    <a:pt x="85" y="974"/>
                    <a:pt x="82" y="975"/>
                    <a:pt x="80" y="974"/>
                  </a:cubicBezTo>
                  <a:cubicBezTo>
                    <a:pt x="79" y="973"/>
                    <a:pt x="78" y="971"/>
                    <a:pt x="77" y="970"/>
                  </a:cubicBezTo>
                  <a:cubicBezTo>
                    <a:pt x="76" y="969"/>
                    <a:pt x="74" y="970"/>
                    <a:pt x="73" y="969"/>
                  </a:cubicBezTo>
                  <a:cubicBezTo>
                    <a:pt x="71" y="968"/>
                    <a:pt x="69" y="963"/>
                    <a:pt x="68" y="962"/>
                  </a:cubicBezTo>
                  <a:cubicBezTo>
                    <a:pt x="67" y="960"/>
                    <a:pt x="65" y="955"/>
                    <a:pt x="64" y="953"/>
                  </a:cubicBezTo>
                  <a:cubicBezTo>
                    <a:pt x="63" y="951"/>
                    <a:pt x="58" y="949"/>
                    <a:pt x="57" y="947"/>
                  </a:cubicBezTo>
                  <a:cubicBezTo>
                    <a:pt x="57" y="945"/>
                    <a:pt x="58" y="941"/>
                    <a:pt x="60" y="939"/>
                  </a:cubicBezTo>
                  <a:cubicBezTo>
                    <a:pt x="61" y="937"/>
                    <a:pt x="67" y="936"/>
                    <a:pt x="68" y="934"/>
                  </a:cubicBezTo>
                  <a:cubicBezTo>
                    <a:pt x="70" y="932"/>
                    <a:pt x="70" y="926"/>
                    <a:pt x="70" y="923"/>
                  </a:cubicBezTo>
                  <a:cubicBezTo>
                    <a:pt x="70" y="921"/>
                    <a:pt x="68" y="916"/>
                    <a:pt x="67" y="914"/>
                  </a:cubicBezTo>
                  <a:cubicBezTo>
                    <a:pt x="66" y="912"/>
                    <a:pt x="63" y="908"/>
                    <a:pt x="62" y="906"/>
                  </a:cubicBezTo>
                  <a:cubicBezTo>
                    <a:pt x="61" y="905"/>
                    <a:pt x="58" y="903"/>
                    <a:pt x="58" y="901"/>
                  </a:cubicBezTo>
                  <a:cubicBezTo>
                    <a:pt x="57" y="899"/>
                    <a:pt x="57" y="895"/>
                    <a:pt x="57" y="893"/>
                  </a:cubicBezTo>
                  <a:cubicBezTo>
                    <a:pt x="56" y="891"/>
                    <a:pt x="54" y="887"/>
                    <a:pt x="54" y="885"/>
                  </a:cubicBezTo>
                  <a:cubicBezTo>
                    <a:pt x="53" y="882"/>
                    <a:pt x="52" y="875"/>
                    <a:pt x="52" y="872"/>
                  </a:cubicBezTo>
                  <a:cubicBezTo>
                    <a:pt x="52" y="870"/>
                    <a:pt x="51" y="867"/>
                    <a:pt x="52" y="865"/>
                  </a:cubicBezTo>
                  <a:cubicBezTo>
                    <a:pt x="52" y="863"/>
                    <a:pt x="55" y="861"/>
                    <a:pt x="56" y="859"/>
                  </a:cubicBezTo>
                  <a:cubicBezTo>
                    <a:pt x="57" y="857"/>
                    <a:pt x="58" y="854"/>
                    <a:pt x="58" y="853"/>
                  </a:cubicBezTo>
                  <a:cubicBezTo>
                    <a:pt x="58" y="852"/>
                    <a:pt x="56" y="849"/>
                    <a:pt x="56" y="848"/>
                  </a:cubicBezTo>
                  <a:cubicBezTo>
                    <a:pt x="56" y="846"/>
                    <a:pt x="59" y="843"/>
                    <a:pt x="60" y="842"/>
                  </a:cubicBezTo>
                  <a:cubicBezTo>
                    <a:pt x="61" y="841"/>
                    <a:pt x="65" y="841"/>
                    <a:pt x="66" y="840"/>
                  </a:cubicBezTo>
                  <a:cubicBezTo>
                    <a:pt x="67" y="839"/>
                    <a:pt x="66" y="836"/>
                    <a:pt x="66" y="835"/>
                  </a:cubicBezTo>
                  <a:cubicBezTo>
                    <a:pt x="65" y="833"/>
                    <a:pt x="63" y="832"/>
                    <a:pt x="61" y="831"/>
                  </a:cubicBezTo>
                  <a:cubicBezTo>
                    <a:pt x="59" y="830"/>
                    <a:pt x="54" y="830"/>
                    <a:pt x="51" y="830"/>
                  </a:cubicBezTo>
                  <a:cubicBezTo>
                    <a:pt x="47" y="830"/>
                    <a:pt x="40" y="833"/>
                    <a:pt x="36" y="833"/>
                  </a:cubicBezTo>
                  <a:cubicBezTo>
                    <a:pt x="32" y="833"/>
                    <a:pt x="25" y="832"/>
                    <a:pt x="23" y="830"/>
                  </a:cubicBezTo>
                  <a:cubicBezTo>
                    <a:pt x="21" y="828"/>
                    <a:pt x="19" y="823"/>
                    <a:pt x="19" y="820"/>
                  </a:cubicBezTo>
                  <a:cubicBezTo>
                    <a:pt x="19" y="818"/>
                    <a:pt x="24" y="813"/>
                    <a:pt x="25" y="810"/>
                  </a:cubicBezTo>
                  <a:cubicBezTo>
                    <a:pt x="25" y="809"/>
                    <a:pt x="24" y="806"/>
                    <a:pt x="24" y="804"/>
                  </a:cubicBezTo>
                  <a:cubicBezTo>
                    <a:pt x="24" y="802"/>
                    <a:pt x="26" y="798"/>
                    <a:pt x="27" y="797"/>
                  </a:cubicBezTo>
                  <a:cubicBezTo>
                    <a:pt x="28" y="796"/>
                    <a:pt x="31" y="794"/>
                    <a:pt x="32" y="793"/>
                  </a:cubicBezTo>
                  <a:cubicBezTo>
                    <a:pt x="34" y="793"/>
                    <a:pt x="38" y="795"/>
                    <a:pt x="40" y="796"/>
                  </a:cubicBezTo>
                  <a:cubicBezTo>
                    <a:pt x="42" y="797"/>
                    <a:pt x="45" y="800"/>
                    <a:pt x="46" y="800"/>
                  </a:cubicBezTo>
                  <a:cubicBezTo>
                    <a:pt x="48" y="800"/>
                    <a:pt x="52" y="799"/>
                    <a:pt x="53" y="798"/>
                  </a:cubicBezTo>
                  <a:cubicBezTo>
                    <a:pt x="54" y="797"/>
                    <a:pt x="56" y="794"/>
                    <a:pt x="56" y="792"/>
                  </a:cubicBezTo>
                  <a:cubicBezTo>
                    <a:pt x="56" y="790"/>
                    <a:pt x="53" y="785"/>
                    <a:pt x="51" y="783"/>
                  </a:cubicBezTo>
                  <a:cubicBezTo>
                    <a:pt x="51" y="783"/>
                    <a:pt x="51" y="783"/>
                    <a:pt x="50" y="783"/>
                  </a:cubicBezTo>
                  <a:cubicBezTo>
                    <a:pt x="52" y="781"/>
                    <a:pt x="53" y="780"/>
                    <a:pt x="54" y="779"/>
                  </a:cubicBezTo>
                  <a:cubicBezTo>
                    <a:pt x="56" y="777"/>
                    <a:pt x="60" y="773"/>
                    <a:pt x="61" y="771"/>
                  </a:cubicBezTo>
                  <a:cubicBezTo>
                    <a:pt x="62" y="768"/>
                    <a:pt x="62" y="762"/>
                    <a:pt x="62" y="759"/>
                  </a:cubicBezTo>
                  <a:cubicBezTo>
                    <a:pt x="61" y="756"/>
                    <a:pt x="57" y="752"/>
                    <a:pt x="56" y="749"/>
                  </a:cubicBezTo>
                  <a:cubicBezTo>
                    <a:pt x="55" y="747"/>
                    <a:pt x="53" y="743"/>
                    <a:pt x="53" y="741"/>
                  </a:cubicBezTo>
                  <a:cubicBezTo>
                    <a:pt x="53" y="738"/>
                    <a:pt x="55" y="732"/>
                    <a:pt x="56" y="730"/>
                  </a:cubicBezTo>
                  <a:cubicBezTo>
                    <a:pt x="58" y="726"/>
                    <a:pt x="64" y="721"/>
                    <a:pt x="67" y="718"/>
                  </a:cubicBezTo>
                  <a:cubicBezTo>
                    <a:pt x="70" y="716"/>
                    <a:pt x="75" y="711"/>
                    <a:pt x="77" y="708"/>
                  </a:cubicBezTo>
                  <a:cubicBezTo>
                    <a:pt x="78" y="706"/>
                    <a:pt x="80" y="701"/>
                    <a:pt x="80" y="698"/>
                  </a:cubicBezTo>
                  <a:cubicBezTo>
                    <a:pt x="80" y="696"/>
                    <a:pt x="77" y="691"/>
                    <a:pt x="77" y="688"/>
                  </a:cubicBezTo>
                  <a:cubicBezTo>
                    <a:pt x="77" y="685"/>
                    <a:pt x="80" y="679"/>
                    <a:pt x="79" y="676"/>
                  </a:cubicBezTo>
                  <a:cubicBezTo>
                    <a:pt x="79" y="674"/>
                    <a:pt x="75" y="671"/>
                    <a:pt x="74" y="670"/>
                  </a:cubicBezTo>
                  <a:cubicBezTo>
                    <a:pt x="72" y="668"/>
                    <a:pt x="67" y="666"/>
                    <a:pt x="65" y="666"/>
                  </a:cubicBezTo>
                  <a:cubicBezTo>
                    <a:pt x="61" y="665"/>
                    <a:pt x="54" y="665"/>
                    <a:pt x="50" y="664"/>
                  </a:cubicBezTo>
                  <a:cubicBezTo>
                    <a:pt x="48" y="662"/>
                    <a:pt x="44" y="659"/>
                    <a:pt x="44" y="657"/>
                  </a:cubicBezTo>
                  <a:cubicBezTo>
                    <a:pt x="44" y="654"/>
                    <a:pt x="48" y="651"/>
                    <a:pt x="49" y="648"/>
                  </a:cubicBezTo>
                  <a:cubicBezTo>
                    <a:pt x="50" y="647"/>
                    <a:pt x="52" y="643"/>
                    <a:pt x="52" y="642"/>
                  </a:cubicBezTo>
                  <a:cubicBezTo>
                    <a:pt x="53" y="638"/>
                    <a:pt x="54" y="631"/>
                    <a:pt x="52" y="628"/>
                  </a:cubicBezTo>
                  <a:cubicBezTo>
                    <a:pt x="52" y="625"/>
                    <a:pt x="47" y="620"/>
                    <a:pt x="45" y="618"/>
                  </a:cubicBezTo>
                  <a:cubicBezTo>
                    <a:pt x="43" y="616"/>
                    <a:pt x="37" y="614"/>
                    <a:pt x="35" y="612"/>
                  </a:cubicBezTo>
                  <a:cubicBezTo>
                    <a:pt x="33" y="610"/>
                    <a:pt x="30" y="606"/>
                    <a:pt x="29" y="603"/>
                  </a:cubicBezTo>
                  <a:cubicBezTo>
                    <a:pt x="28" y="600"/>
                    <a:pt x="29" y="592"/>
                    <a:pt x="28" y="589"/>
                  </a:cubicBezTo>
                  <a:cubicBezTo>
                    <a:pt x="27" y="585"/>
                    <a:pt x="23" y="577"/>
                    <a:pt x="21" y="574"/>
                  </a:cubicBezTo>
                  <a:cubicBezTo>
                    <a:pt x="19" y="571"/>
                    <a:pt x="15" y="566"/>
                    <a:pt x="14" y="563"/>
                  </a:cubicBezTo>
                  <a:cubicBezTo>
                    <a:pt x="13" y="561"/>
                    <a:pt x="14" y="559"/>
                    <a:pt x="14" y="557"/>
                  </a:cubicBezTo>
                  <a:cubicBezTo>
                    <a:pt x="14" y="555"/>
                    <a:pt x="16" y="551"/>
                    <a:pt x="17" y="548"/>
                  </a:cubicBezTo>
                  <a:cubicBezTo>
                    <a:pt x="17" y="547"/>
                    <a:pt x="18" y="543"/>
                    <a:pt x="18" y="542"/>
                  </a:cubicBezTo>
                  <a:cubicBezTo>
                    <a:pt x="20" y="539"/>
                    <a:pt x="23" y="535"/>
                    <a:pt x="25" y="533"/>
                  </a:cubicBezTo>
                  <a:cubicBezTo>
                    <a:pt x="26" y="532"/>
                    <a:pt x="29" y="530"/>
                    <a:pt x="30" y="529"/>
                  </a:cubicBezTo>
                  <a:cubicBezTo>
                    <a:pt x="31" y="527"/>
                    <a:pt x="31" y="521"/>
                    <a:pt x="31" y="518"/>
                  </a:cubicBezTo>
                  <a:cubicBezTo>
                    <a:pt x="30" y="515"/>
                    <a:pt x="28" y="509"/>
                    <a:pt x="26" y="506"/>
                  </a:cubicBezTo>
                  <a:cubicBezTo>
                    <a:pt x="25" y="503"/>
                    <a:pt x="22" y="497"/>
                    <a:pt x="20" y="494"/>
                  </a:cubicBezTo>
                  <a:cubicBezTo>
                    <a:pt x="18" y="490"/>
                    <a:pt x="12" y="480"/>
                    <a:pt x="10" y="475"/>
                  </a:cubicBezTo>
                  <a:cubicBezTo>
                    <a:pt x="9" y="471"/>
                    <a:pt x="8" y="463"/>
                    <a:pt x="7" y="458"/>
                  </a:cubicBezTo>
                  <a:cubicBezTo>
                    <a:pt x="6" y="454"/>
                    <a:pt x="2" y="445"/>
                    <a:pt x="1" y="440"/>
                  </a:cubicBezTo>
                  <a:cubicBezTo>
                    <a:pt x="0" y="438"/>
                    <a:pt x="1" y="432"/>
                    <a:pt x="1" y="430"/>
                  </a:cubicBezTo>
                  <a:cubicBezTo>
                    <a:pt x="1" y="427"/>
                    <a:pt x="2" y="421"/>
                    <a:pt x="4" y="418"/>
                  </a:cubicBezTo>
                  <a:cubicBezTo>
                    <a:pt x="5" y="417"/>
                    <a:pt x="7" y="413"/>
                    <a:pt x="9" y="412"/>
                  </a:cubicBezTo>
                  <a:cubicBezTo>
                    <a:pt x="11" y="411"/>
                    <a:pt x="14" y="412"/>
                    <a:pt x="15" y="412"/>
                  </a:cubicBezTo>
                  <a:cubicBezTo>
                    <a:pt x="17" y="412"/>
                    <a:pt x="20" y="414"/>
                    <a:pt x="22" y="414"/>
                  </a:cubicBezTo>
                  <a:cubicBezTo>
                    <a:pt x="24" y="414"/>
                    <a:pt x="29" y="412"/>
                    <a:pt x="31" y="411"/>
                  </a:cubicBezTo>
                  <a:cubicBezTo>
                    <a:pt x="34" y="409"/>
                    <a:pt x="38" y="403"/>
                    <a:pt x="39" y="401"/>
                  </a:cubicBezTo>
                  <a:cubicBezTo>
                    <a:pt x="41" y="398"/>
                    <a:pt x="43" y="392"/>
                    <a:pt x="45" y="390"/>
                  </a:cubicBezTo>
                  <a:cubicBezTo>
                    <a:pt x="47" y="388"/>
                    <a:pt x="53" y="388"/>
                    <a:pt x="54" y="386"/>
                  </a:cubicBezTo>
                  <a:cubicBezTo>
                    <a:pt x="56" y="384"/>
                    <a:pt x="55" y="379"/>
                    <a:pt x="55" y="376"/>
                  </a:cubicBezTo>
                  <a:cubicBezTo>
                    <a:pt x="55" y="373"/>
                    <a:pt x="52" y="366"/>
                    <a:pt x="51" y="363"/>
                  </a:cubicBezTo>
                  <a:cubicBezTo>
                    <a:pt x="51" y="360"/>
                    <a:pt x="51" y="353"/>
                    <a:pt x="52" y="350"/>
                  </a:cubicBezTo>
                  <a:cubicBezTo>
                    <a:pt x="53" y="346"/>
                    <a:pt x="56" y="338"/>
                    <a:pt x="58" y="334"/>
                  </a:cubicBezTo>
                  <a:cubicBezTo>
                    <a:pt x="59" y="332"/>
                    <a:pt x="61" y="329"/>
                    <a:pt x="61" y="327"/>
                  </a:cubicBezTo>
                  <a:cubicBezTo>
                    <a:pt x="61" y="325"/>
                    <a:pt x="59" y="321"/>
                    <a:pt x="58" y="318"/>
                  </a:cubicBezTo>
                  <a:cubicBezTo>
                    <a:pt x="58" y="315"/>
                    <a:pt x="58" y="308"/>
                    <a:pt x="59" y="305"/>
                  </a:cubicBezTo>
                  <a:cubicBezTo>
                    <a:pt x="59" y="302"/>
                    <a:pt x="62" y="296"/>
                    <a:pt x="63" y="293"/>
                  </a:cubicBezTo>
                  <a:cubicBezTo>
                    <a:pt x="65" y="288"/>
                    <a:pt x="70" y="280"/>
                    <a:pt x="71" y="276"/>
                  </a:cubicBezTo>
                  <a:cubicBezTo>
                    <a:pt x="73" y="272"/>
                    <a:pt x="76" y="264"/>
                    <a:pt x="78" y="260"/>
                  </a:cubicBezTo>
                  <a:cubicBezTo>
                    <a:pt x="79" y="256"/>
                    <a:pt x="83" y="250"/>
                    <a:pt x="84" y="246"/>
                  </a:cubicBezTo>
                  <a:cubicBezTo>
                    <a:pt x="86" y="244"/>
                    <a:pt x="87" y="238"/>
                    <a:pt x="88" y="236"/>
                  </a:cubicBezTo>
                  <a:cubicBezTo>
                    <a:pt x="89" y="233"/>
                    <a:pt x="91" y="228"/>
                    <a:pt x="92" y="226"/>
                  </a:cubicBezTo>
                  <a:cubicBezTo>
                    <a:pt x="92" y="225"/>
                    <a:pt x="91" y="223"/>
                    <a:pt x="91" y="222"/>
                  </a:cubicBezTo>
                  <a:cubicBezTo>
                    <a:pt x="93" y="221"/>
                    <a:pt x="96" y="221"/>
                    <a:pt x="97" y="220"/>
                  </a:cubicBezTo>
                  <a:cubicBezTo>
                    <a:pt x="100" y="220"/>
                    <a:pt x="104" y="217"/>
                    <a:pt x="106" y="216"/>
                  </a:cubicBezTo>
                  <a:cubicBezTo>
                    <a:pt x="109" y="215"/>
                    <a:pt x="116" y="211"/>
                    <a:pt x="119" y="210"/>
                  </a:cubicBezTo>
                  <a:cubicBezTo>
                    <a:pt x="124" y="209"/>
                    <a:pt x="132" y="210"/>
                    <a:pt x="136" y="211"/>
                  </a:cubicBezTo>
                  <a:cubicBezTo>
                    <a:pt x="140" y="211"/>
                    <a:pt x="148" y="211"/>
                    <a:pt x="152" y="211"/>
                  </a:cubicBezTo>
                  <a:cubicBezTo>
                    <a:pt x="157" y="210"/>
                    <a:pt x="167" y="209"/>
                    <a:pt x="171" y="206"/>
                  </a:cubicBezTo>
                  <a:cubicBezTo>
                    <a:pt x="173" y="204"/>
                    <a:pt x="177" y="197"/>
                    <a:pt x="178" y="193"/>
                  </a:cubicBezTo>
                  <a:cubicBezTo>
                    <a:pt x="179" y="190"/>
                    <a:pt x="180" y="182"/>
                    <a:pt x="179" y="178"/>
                  </a:cubicBezTo>
                  <a:cubicBezTo>
                    <a:pt x="179" y="175"/>
                    <a:pt x="174" y="172"/>
                    <a:pt x="173" y="170"/>
                  </a:cubicBezTo>
                  <a:cubicBezTo>
                    <a:pt x="172" y="166"/>
                    <a:pt x="170" y="159"/>
                    <a:pt x="168" y="156"/>
                  </a:cubicBezTo>
                  <a:cubicBezTo>
                    <a:pt x="167" y="152"/>
                    <a:pt x="162" y="145"/>
                    <a:pt x="160" y="142"/>
                  </a:cubicBezTo>
                  <a:cubicBezTo>
                    <a:pt x="158" y="139"/>
                    <a:pt x="154" y="134"/>
                    <a:pt x="151" y="133"/>
                  </a:cubicBezTo>
                  <a:cubicBezTo>
                    <a:pt x="148" y="130"/>
                    <a:pt x="139" y="128"/>
                    <a:pt x="135" y="126"/>
                  </a:cubicBezTo>
                  <a:cubicBezTo>
                    <a:pt x="132" y="124"/>
                    <a:pt x="125" y="120"/>
                    <a:pt x="123" y="118"/>
                  </a:cubicBezTo>
                  <a:cubicBezTo>
                    <a:pt x="119" y="115"/>
                    <a:pt x="112" y="109"/>
                    <a:pt x="110" y="105"/>
                  </a:cubicBezTo>
                  <a:cubicBezTo>
                    <a:pt x="108" y="103"/>
                    <a:pt x="107" y="98"/>
                    <a:pt x="106" y="95"/>
                  </a:cubicBezTo>
                  <a:cubicBezTo>
                    <a:pt x="105" y="92"/>
                    <a:pt x="104" y="85"/>
                    <a:pt x="103" y="82"/>
                  </a:cubicBezTo>
                  <a:cubicBezTo>
                    <a:pt x="102" y="78"/>
                    <a:pt x="98" y="69"/>
                    <a:pt x="96" y="64"/>
                  </a:cubicBezTo>
                  <a:cubicBezTo>
                    <a:pt x="94" y="59"/>
                    <a:pt x="87" y="50"/>
                    <a:pt x="85" y="45"/>
                  </a:cubicBezTo>
                  <a:cubicBezTo>
                    <a:pt x="83" y="39"/>
                    <a:pt x="81" y="27"/>
                    <a:pt x="81" y="21"/>
                  </a:cubicBezTo>
                  <a:cubicBezTo>
                    <a:pt x="81" y="18"/>
                    <a:pt x="81" y="12"/>
                    <a:pt x="83" y="9"/>
                  </a:cubicBezTo>
                  <a:cubicBezTo>
                    <a:pt x="85" y="6"/>
                    <a:pt x="92" y="3"/>
                    <a:pt x="95" y="2"/>
                  </a:cubicBezTo>
                  <a:cubicBezTo>
                    <a:pt x="100" y="0"/>
                    <a:pt x="110" y="2"/>
                    <a:pt x="115" y="2"/>
                  </a:cubicBezTo>
                  <a:cubicBezTo>
                    <a:pt x="122" y="3"/>
                    <a:pt x="134" y="6"/>
                    <a:pt x="140" y="9"/>
                  </a:cubicBezTo>
                  <a:cubicBezTo>
                    <a:pt x="145" y="11"/>
                    <a:pt x="154" y="18"/>
                    <a:pt x="160" y="21"/>
                  </a:cubicBezTo>
                  <a:cubicBezTo>
                    <a:pt x="164" y="23"/>
                    <a:pt x="172" y="25"/>
                    <a:pt x="176" y="27"/>
                  </a:cubicBezTo>
                  <a:cubicBezTo>
                    <a:pt x="183" y="29"/>
                    <a:pt x="195" y="32"/>
                    <a:pt x="202" y="34"/>
                  </a:cubicBezTo>
                  <a:cubicBezTo>
                    <a:pt x="208" y="36"/>
                    <a:pt x="221" y="40"/>
                    <a:pt x="227" y="43"/>
                  </a:cubicBezTo>
                  <a:cubicBezTo>
                    <a:pt x="234" y="46"/>
                    <a:pt x="245" y="55"/>
                    <a:pt x="252" y="59"/>
                  </a:cubicBezTo>
                  <a:cubicBezTo>
                    <a:pt x="255" y="61"/>
                    <a:pt x="262" y="64"/>
                    <a:pt x="265" y="66"/>
                  </a:cubicBezTo>
                  <a:cubicBezTo>
                    <a:pt x="269" y="69"/>
                    <a:pt x="277" y="76"/>
                    <a:pt x="281" y="79"/>
                  </a:cubicBezTo>
                  <a:cubicBezTo>
                    <a:pt x="286" y="84"/>
                    <a:pt x="295" y="94"/>
                    <a:pt x="301" y="98"/>
                  </a:cubicBezTo>
                  <a:cubicBezTo>
                    <a:pt x="306" y="102"/>
                    <a:pt x="318" y="110"/>
                    <a:pt x="324" y="114"/>
                  </a:cubicBezTo>
                  <a:cubicBezTo>
                    <a:pt x="329" y="117"/>
                    <a:pt x="338" y="123"/>
                    <a:pt x="342" y="126"/>
                  </a:cubicBezTo>
                  <a:cubicBezTo>
                    <a:pt x="346" y="128"/>
                    <a:pt x="353" y="130"/>
                    <a:pt x="357" y="131"/>
                  </a:cubicBezTo>
                  <a:cubicBezTo>
                    <a:pt x="359" y="132"/>
                    <a:pt x="363" y="134"/>
                    <a:pt x="365" y="136"/>
                  </a:cubicBezTo>
                  <a:cubicBezTo>
                    <a:pt x="365" y="136"/>
                    <a:pt x="365" y="136"/>
                    <a:pt x="365" y="136"/>
                  </a:cubicBezTo>
                  <a:cubicBezTo>
                    <a:pt x="364" y="140"/>
                    <a:pt x="362" y="145"/>
                    <a:pt x="361" y="147"/>
                  </a:cubicBezTo>
                  <a:cubicBezTo>
                    <a:pt x="359" y="150"/>
                    <a:pt x="355" y="155"/>
                    <a:pt x="353" y="158"/>
                  </a:cubicBezTo>
                  <a:cubicBezTo>
                    <a:pt x="350" y="161"/>
                    <a:pt x="344" y="166"/>
                    <a:pt x="341" y="169"/>
                  </a:cubicBezTo>
                  <a:cubicBezTo>
                    <a:pt x="337" y="172"/>
                    <a:pt x="332" y="180"/>
                    <a:pt x="329" y="184"/>
                  </a:cubicBezTo>
                  <a:cubicBezTo>
                    <a:pt x="327" y="186"/>
                    <a:pt x="324" y="191"/>
                    <a:pt x="323" y="193"/>
                  </a:cubicBezTo>
                  <a:cubicBezTo>
                    <a:pt x="321" y="198"/>
                    <a:pt x="320" y="209"/>
                    <a:pt x="319" y="215"/>
                  </a:cubicBezTo>
                  <a:cubicBezTo>
                    <a:pt x="319" y="219"/>
                    <a:pt x="318" y="226"/>
                    <a:pt x="318" y="230"/>
                  </a:cubicBezTo>
                  <a:cubicBezTo>
                    <a:pt x="319" y="233"/>
                    <a:pt x="322" y="237"/>
                    <a:pt x="322" y="240"/>
                  </a:cubicBezTo>
                  <a:cubicBezTo>
                    <a:pt x="323" y="243"/>
                    <a:pt x="324" y="249"/>
                    <a:pt x="324" y="252"/>
                  </a:cubicBezTo>
                  <a:cubicBezTo>
                    <a:pt x="324" y="254"/>
                    <a:pt x="322" y="259"/>
                    <a:pt x="321" y="261"/>
                  </a:cubicBezTo>
                  <a:cubicBezTo>
                    <a:pt x="320" y="264"/>
                    <a:pt x="314" y="269"/>
                    <a:pt x="312" y="272"/>
                  </a:cubicBezTo>
                  <a:cubicBezTo>
                    <a:pt x="311" y="274"/>
                    <a:pt x="307" y="278"/>
                    <a:pt x="307" y="280"/>
                  </a:cubicBezTo>
                  <a:cubicBezTo>
                    <a:pt x="305" y="285"/>
                    <a:pt x="306" y="294"/>
                    <a:pt x="304" y="298"/>
                  </a:cubicBezTo>
                  <a:cubicBezTo>
                    <a:pt x="303" y="301"/>
                    <a:pt x="299" y="307"/>
                    <a:pt x="297" y="310"/>
                  </a:cubicBezTo>
                  <a:cubicBezTo>
                    <a:pt x="295" y="311"/>
                    <a:pt x="291" y="312"/>
                    <a:pt x="291" y="314"/>
                  </a:cubicBezTo>
                  <a:cubicBezTo>
                    <a:pt x="290" y="317"/>
                    <a:pt x="295" y="322"/>
                    <a:pt x="296" y="324"/>
                  </a:cubicBezTo>
                  <a:cubicBezTo>
                    <a:pt x="297" y="328"/>
                    <a:pt x="298" y="334"/>
                    <a:pt x="299" y="338"/>
                  </a:cubicBezTo>
                  <a:cubicBezTo>
                    <a:pt x="300" y="341"/>
                    <a:pt x="300" y="347"/>
                    <a:pt x="300" y="350"/>
                  </a:cubicBezTo>
                  <a:cubicBezTo>
                    <a:pt x="300" y="353"/>
                    <a:pt x="298" y="360"/>
                    <a:pt x="296" y="363"/>
                  </a:cubicBezTo>
                  <a:cubicBezTo>
                    <a:pt x="293" y="368"/>
                    <a:pt x="284" y="375"/>
                    <a:pt x="280" y="380"/>
                  </a:cubicBezTo>
                  <a:cubicBezTo>
                    <a:pt x="277" y="383"/>
                    <a:pt x="272" y="391"/>
                    <a:pt x="269" y="395"/>
                  </a:cubicBezTo>
                  <a:cubicBezTo>
                    <a:pt x="268" y="397"/>
                    <a:pt x="265" y="400"/>
                    <a:pt x="264" y="402"/>
                  </a:cubicBezTo>
                  <a:cubicBezTo>
                    <a:pt x="264" y="404"/>
                    <a:pt x="263" y="409"/>
                    <a:pt x="263" y="411"/>
                  </a:cubicBezTo>
                  <a:cubicBezTo>
                    <a:pt x="264" y="413"/>
                    <a:pt x="268" y="416"/>
                    <a:pt x="268" y="418"/>
                  </a:cubicBezTo>
                  <a:cubicBezTo>
                    <a:pt x="268" y="420"/>
                    <a:pt x="263" y="422"/>
                    <a:pt x="262" y="424"/>
                  </a:cubicBezTo>
                  <a:cubicBezTo>
                    <a:pt x="262" y="425"/>
                    <a:pt x="262" y="428"/>
                    <a:pt x="263" y="430"/>
                  </a:cubicBezTo>
                  <a:cubicBezTo>
                    <a:pt x="264" y="432"/>
                    <a:pt x="269" y="435"/>
                    <a:pt x="271" y="436"/>
                  </a:cubicBezTo>
                  <a:cubicBezTo>
                    <a:pt x="274" y="439"/>
                    <a:pt x="281" y="445"/>
                    <a:pt x="283" y="449"/>
                  </a:cubicBezTo>
                  <a:cubicBezTo>
                    <a:pt x="284" y="451"/>
                    <a:pt x="284" y="456"/>
                    <a:pt x="283" y="458"/>
                  </a:cubicBezTo>
                  <a:cubicBezTo>
                    <a:pt x="282" y="462"/>
                    <a:pt x="277" y="467"/>
                    <a:pt x="274" y="470"/>
                  </a:cubicBezTo>
                  <a:cubicBezTo>
                    <a:pt x="273" y="472"/>
                    <a:pt x="268" y="476"/>
                    <a:pt x="267" y="478"/>
                  </a:cubicBezTo>
                  <a:cubicBezTo>
                    <a:pt x="265" y="480"/>
                    <a:pt x="261" y="484"/>
                    <a:pt x="261" y="487"/>
                  </a:cubicBezTo>
                  <a:cubicBezTo>
                    <a:pt x="261" y="490"/>
                    <a:pt x="266" y="493"/>
                    <a:pt x="267" y="496"/>
                  </a:cubicBezTo>
                  <a:cubicBezTo>
                    <a:pt x="268" y="498"/>
                    <a:pt x="267" y="502"/>
                    <a:pt x="266" y="504"/>
                  </a:cubicBezTo>
                  <a:cubicBezTo>
                    <a:pt x="265" y="506"/>
                    <a:pt x="261" y="509"/>
                    <a:pt x="259" y="512"/>
                  </a:cubicBezTo>
                  <a:cubicBezTo>
                    <a:pt x="258" y="514"/>
                    <a:pt x="257" y="518"/>
                    <a:pt x="257" y="521"/>
                  </a:cubicBezTo>
                  <a:cubicBezTo>
                    <a:pt x="257" y="525"/>
                    <a:pt x="261" y="532"/>
                    <a:pt x="262" y="535"/>
                  </a:cubicBezTo>
                  <a:cubicBezTo>
                    <a:pt x="264" y="538"/>
                    <a:pt x="269" y="546"/>
                    <a:pt x="272" y="548"/>
                  </a:cubicBezTo>
                  <a:cubicBezTo>
                    <a:pt x="274" y="548"/>
                    <a:pt x="277" y="549"/>
                    <a:pt x="279" y="548"/>
                  </a:cubicBezTo>
                  <a:cubicBezTo>
                    <a:pt x="281" y="548"/>
                    <a:pt x="283" y="544"/>
                    <a:pt x="285" y="543"/>
                  </a:cubicBezTo>
                  <a:cubicBezTo>
                    <a:pt x="288" y="542"/>
                    <a:pt x="294" y="539"/>
                    <a:pt x="297" y="539"/>
                  </a:cubicBezTo>
                  <a:cubicBezTo>
                    <a:pt x="298" y="540"/>
                    <a:pt x="301" y="543"/>
                    <a:pt x="301" y="544"/>
                  </a:cubicBezTo>
                  <a:cubicBezTo>
                    <a:pt x="302" y="546"/>
                    <a:pt x="301" y="551"/>
                    <a:pt x="300" y="553"/>
                  </a:cubicBezTo>
                  <a:cubicBezTo>
                    <a:pt x="300" y="555"/>
                    <a:pt x="297" y="557"/>
                    <a:pt x="296" y="559"/>
                  </a:cubicBezTo>
                  <a:cubicBezTo>
                    <a:pt x="295" y="560"/>
                    <a:pt x="295" y="564"/>
                    <a:pt x="295" y="566"/>
                  </a:cubicBezTo>
                  <a:cubicBezTo>
                    <a:pt x="295" y="568"/>
                    <a:pt x="296" y="571"/>
                    <a:pt x="297" y="572"/>
                  </a:cubicBezTo>
                  <a:cubicBezTo>
                    <a:pt x="298" y="573"/>
                    <a:pt x="301" y="575"/>
                    <a:pt x="303" y="574"/>
                  </a:cubicBezTo>
                  <a:cubicBezTo>
                    <a:pt x="304" y="574"/>
                    <a:pt x="306" y="571"/>
                    <a:pt x="307" y="570"/>
                  </a:cubicBezTo>
                  <a:cubicBezTo>
                    <a:pt x="308" y="569"/>
                    <a:pt x="310" y="567"/>
                    <a:pt x="311" y="566"/>
                  </a:cubicBezTo>
                  <a:cubicBezTo>
                    <a:pt x="313" y="566"/>
                    <a:pt x="316" y="566"/>
                    <a:pt x="317" y="566"/>
                  </a:cubicBezTo>
                  <a:cubicBezTo>
                    <a:pt x="321" y="567"/>
                    <a:pt x="327" y="571"/>
                    <a:pt x="331" y="573"/>
                  </a:cubicBezTo>
                  <a:cubicBezTo>
                    <a:pt x="336" y="575"/>
                    <a:pt x="347" y="579"/>
                    <a:pt x="353" y="581"/>
                  </a:cubicBezTo>
                  <a:cubicBezTo>
                    <a:pt x="356" y="582"/>
                    <a:pt x="362" y="584"/>
                    <a:pt x="365" y="583"/>
                  </a:cubicBezTo>
                  <a:cubicBezTo>
                    <a:pt x="367" y="583"/>
                    <a:pt x="371" y="581"/>
                    <a:pt x="374" y="580"/>
                  </a:cubicBezTo>
                  <a:cubicBezTo>
                    <a:pt x="377" y="579"/>
                    <a:pt x="383" y="578"/>
                    <a:pt x="387" y="579"/>
                  </a:cubicBezTo>
                  <a:cubicBezTo>
                    <a:pt x="389" y="580"/>
                    <a:pt x="394" y="583"/>
                    <a:pt x="396" y="585"/>
                  </a:cubicBezTo>
                  <a:cubicBezTo>
                    <a:pt x="399" y="588"/>
                    <a:pt x="403" y="594"/>
                    <a:pt x="405" y="597"/>
                  </a:cubicBezTo>
                  <a:cubicBezTo>
                    <a:pt x="408" y="601"/>
                    <a:pt x="414" y="608"/>
                    <a:pt x="417" y="612"/>
                  </a:cubicBezTo>
                  <a:cubicBezTo>
                    <a:pt x="420" y="615"/>
                    <a:pt x="424" y="624"/>
                    <a:pt x="428" y="625"/>
                  </a:cubicBezTo>
                  <a:cubicBezTo>
                    <a:pt x="432" y="627"/>
                    <a:pt x="439" y="625"/>
                    <a:pt x="443" y="625"/>
                  </a:cubicBezTo>
                  <a:cubicBezTo>
                    <a:pt x="446" y="626"/>
                    <a:pt x="451" y="625"/>
                    <a:pt x="453" y="627"/>
                  </a:cubicBezTo>
                  <a:cubicBezTo>
                    <a:pt x="456" y="628"/>
                    <a:pt x="460" y="634"/>
                    <a:pt x="463" y="636"/>
                  </a:cubicBezTo>
                  <a:cubicBezTo>
                    <a:pt x="464" y="637"/>
                    <a:pt x="468" y="639"/>
                    <a:pt x="470" y="640"/>
                  </a:cubicBezTo>
                  <a:cubicBezTo>
                    <a:pt x="472" y="640"/>
                    <a:pt x="475" y="639"/>
                    <a:pt x="476" y="638"/>
                  </a:cubicBezTo>
                  <a:cubicBezTo>
                    <a:pt x="478" y="637"/>
                    <a:pt x="481" y="634"/>
                    <a:pt x="483" y="632"/>
                  </a:cubicBezTo>
                  <a:cubicBezTo>
                    <a:pt x="484" y="631"/>
                    <a:pt x="488" y="628"/>
                    <a:pt x="490" y="628"/>
                  </a:cubicBezTo>
                  <a:cubicBezTo>
                    <a:pt x="492" y="627"/>
                    <a:pt x="498" y="627"/>
                    <a:pt x="500" y="628"/>
                  </a:cubicBezTo>
                  <a:cubicBezTo>
                    <a:pt x="503" y="629"/>
                    <a:pt x="506" y="633"/>
                    <a:pt x="508" y="635"/>
                  </a:cubicBezTo>
                  <a:cubicBezTo>
                    <a:pt x="510" y="637"/>
                    <a:pt x="512" y="643"/>
                    <a:pt x="514" y="645"/>
                  </a:cubicBezTo>
                  <a:cubicBezTo>
                    <a:pt x="516" y="646"/>
                    <a:pt x="521" y="647"/>
                    <a:pt x="523" y="646"/>
                  </a:cubicBezTo>
                  <a:cubicBezTo>
                    <a:pt x="525" y="646"/>
                    <a:pt x="529" y="643"/>
                    <a:pt x="531" y="642"/>
                  </a:cubicBezTo>
                  <a:cubicBezTo>
                    <a:pt x="532" y="641"/>
                    <a:pt x="534" y="638"/>
                    <a:pt x="535" y="637"/>
                  </a:cubicBezTo>
                  <a:cubicBezTo>
                    <a:pt x="538" y="636"/>
                    <a:pt x="544" y="637"/>
                    <a:pt x="547" y="637"/>
                  </a:cubicBezTo>
                  <a:cubicBezTo>
                    <a:pt x="552" y="638"/>
                    <a:pt x="563" y="639"/>
                    <a:pt x="568" y="640"/>
                  </a:cubicBezTo>
                  <a:cubicBezTo>
                    <a:pt x="571" y="641"/>
                    <a:pt x="577" y="642"/>
                    <a:pt x="580" y="644"/>
                  </a:cubicBezTo>
                  <a:cubicBezTo>
                    <a:pt x="582" y="645"/>
                    <a:pt x="584" y="647"/>
                    <a:pt x="585" y="649"/>
                  </a:cubicBezTo>
                  <a:cubicBezTo>
                    <a:pt x="585" y="651"/>
                    <a:pt x="585" y="654"/>
                    <a:pt x="584" y="656"/>
                  </a:cubicBezTo>
                  <a:cubicBezTo>
                    <a:pt x="583" y="658"/>
                    <a:pt x="579" y="661"/>
                    <a:pt x="578" y="663"/>
                  </a:cubicBezTo>
                  <a:cubicBezTo>
                    <a:pt x="576" y="667"/>
                    <a:pt x="576" y="676"/>
                    <a:pt x="577" y="681"/>
                  </a:cubicBezTo>
                  <a:cubicBezTo>
                    <a:pt x="578" y="684"/>
                    <a:pt x="579" y="691"/>
                    <a:pt x="582" y="694"/>
                  </a:cubicBezTo>
                  <a:cubicBezTo>
                    <a:pt x="583" y="696"/>
                    <a:pt x="589" y="698"/>
                    <a:pt x="591" y="698"/>
                  </a:cubicBezTo>
                  <a:cubicBezTo>
                    <a:pt x="595" y="699"/>
                    <a:pt x="602" y="700"/>
                    <a:pt x="606" y="698"/>
                  </a:cubicBezTo>
                  <a:cubicBezTo>
                    <a:pt x="608" y="698"/>
                    <a:pt x="611" y="693"/>
                    <a:pt x="613" y="692"/>
                  </a:cubicBezTo>
                  <a:cubicBezTo>
                    <a:pt x="615" y="692"/>
                    <a:pt x="618" y="690"/>
                    <a:pt x="620" y="691"/>
                  </a:cubicBezTo>
                  <a:cubicBezTo>
                    <a:pt x="622" y="693"/>
                    <a:pt x="623" y="698"/>
                    <a:pt x="623" y="701"/>
                  </a:cubicBezTo>
                  <a:cubicBezTo>
                    <a:pt x="623" y="703"/>
                    <a:pt x="622" y="706"/>
                    <a:pt x="623" y="708"/>
                  </a:cubicBezTo>
                  <a:cubicBezTo>
                    <a:pt x="624" y="711"/>
                    <a:pt x="629" y="714"/>
                    <a:pt x="630" y="716"/>
                  </a:cubicBezTo>
                  <a:cubicBezTo>
                    <a:pt x="632" y="720"/>
                    <a:pt x="633" y="727"/>
                    <a:pt x="634" y="730"/>
                  </a:cubicBezTo>
                  <a:cubicBezTo>
                    <a:pt x="635" y="733"/>
                    <a:pt x="638" y="738"/>
                    <a:pt x="640" y="740"/>
                  </a:cubicBezTo>
                  <a:cubicBezTo>
                    <a:pt x="643" y="742"/>
                    <a:pt x="651" y="742"/>
                    <a:pt x="654" y="744"/>
                  </a:cubicBezTo>
                  <a:cubicBezTo>
                    <a:pt x="658" y="745"/>
                    <a:pt x="666" y="749"/>
                    <a:pt x="669" y="752"/>
                  </a:cubicBezTo>
                  <a:cubicBezTo>
                    <a:pt x="673" y="755"/>
                    <a:pt x="679" y="761"/>
                    <a:pt x="681" y="765"/>
                  </a:cubicBezTo>
                  <a:cubicBezTo>
                    <a:pt x="683" y="768"/>
                    <a:pt x="684" y="773"/>
                    <a:pt x="684" y="776"/>
                  </a:cubicBezTo>
                  <a:cubicBezTo>
                    <a:pt x="684" y="779"/>
                    <a:pt x="682" y="784"/>
                    <a:pt x="682" y="786"/>
                  </a:cubicBezTo>
                  <a:cubicBezTo>
                    <a:pt x="682" y="788"/>
                    <a:pt x="681" y="792"/>
                    <a:pt x="681" y="794"/>
                  </a:cubicBezTo>
                  <a:cubicBezTo>
                    <a:pt x="682" y="796"/>
                    <a:pt x="685" y="800"/>
                    <a:pt x="687" y="801"/>
                  </a:cubicBezTo>
                  <a:cubicBezTo>
                    <a:pt x="690" y="802"/>
                    <a:pt x="695" y="801"/>
                    <a:pt x="697" y="801"/>
                  </a:cubicBezTo>
                  <a:cubicBezTo>
                    <a:pt x="699" y="800"/>
                    <a:pt x="701" y="797"/>
                    <a:pt x="703" y="797"/>
                  </a:cubicBezTo>
                  <a:cubicBezTo>
                    <a:pt x="705" y="796"/>
                    <a:pt x="710" y="797"/>
                    <a:pt x="712" y="798"/>
                  </a:cubicBezTo>
                  <a:cubicBezTo>
                    <a:pt x="714" y="800"/>
                    <a:pt x="715" y="807"/>
                    <a:pt x="717" y="810"/>
                  </a:cubicBezTo>
                  <a:cubicBezTo>
                    <a:pt x="718" y="812"/>
                    <a:pt x="721" y="815"/>
                    <a:pt x="724" y="818"/>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0"/>
            <p:cNvSpPr>
              <a:spLocks/>
            </p:cNvSpPr>
            <p:nvPr/>
          </p:nvSpPr>
          <p:spPr bwMode="auto">
            <a:xfrm>
              <a:off x="5980113" y="3074988"/>
              <a:ext cx="1143000" cy="946150"/>
            </a:xfrm>
            <a:custGeom>
              <a:avLst/>
              <a:gdLst/>
              <a:ahLst/>
              <a:cxnLst>
                <a:cxn ang="0">
                  <a:pos x="493" y="8"/>
                </a:cxn>
                <a:cxn ang="0">
                  <a:pos x="520" y="28"/>
                </a:cxn>
                <a:cxn ang="0">
                  <a:pos x="569" y="23"/>
                </a:cxn>
                <a:cxn ang="0">
                  <a:pos x="628" y="29"/>
                </a:cxn>
                <a:cxn ang="0">
                  <a:pos x="689" y="38"/>
                </a:cxn>
                <a:cxn ang="0">
                  <a:pos x="718" y="70"/>
                </a:cxn>
                <a:cxn ang="0">
                  <a:pos x="745" y="99"/>
                </a:cxn>
                <a:cxn ang="0">
                  <a:pos x="770" y="127"/>
                </a:cxn>
                <a:cxn ang="0">
                  <a:pos x="767" y="159"/>
                </a:cxn>
                <a:cxn ang="0">
                  <a:pos x="699" y="213"/>
                </a:cxn>
                <a:cxn ang="0">
                  <a:pos x="638" y="236"/>
                </a:cxn>
                <a:cxn ang="0">
                  <a:pos x="619" y="273"/>
                </a:cxn>
                <a:cxn ang="0">
                  <a:pos x="605" y="333"/>
                </a:cxn>
                <a:cxn ang="0">
                  <a:pos x="580" y="427"/>
                </a:cxn>
                <a:cxn ang="0">
                  <a:pos x="524" y="467"/>
                </a:cxn>
                <a:cxn ang="0">
                  <a:pos x="479" y="492"/>
                </a:cxn>
                <a:cxn ang="0">
                  <a:pos x="440" y="566"/>
                </a:cxn>
                <a:cxn ang="0">
                  <a:pos x="383" y="593"/>
                </a:cxn>
                <a:cxn ang="0">
                  <a:pos x="321" y="638"/>
                </a:cxn>
                <a:cxn ang="0">
                  <a:pos x="306" y="594"/>
                </a:cxn>
                <a:cxn ang="0">
                  <a:pos x="266" y="562"/>
                </a:cxn>
                <a:cxn ang="0">
                  <a:pos x="238" y="535"/>
                </a:cxn>
                <a:cxn ang="0">
                  <a:pos x="193" y="539"/>
                </a:cxn>
                <a:cxn ang="0">
                  <a:pos x="166" y="522"/>
                </a:cxn>
                <a:cxn ang="0">
                  <a:pos x="146" y="495"/>
                </a:cxn>
                <a:cxn ang="0">
                  <a:pos x="110" y="487"/>
                </a:cxn>
                <a:cxn ang="0">
                  <a:pos x="86" y="468"/>
                </a:cxn>
                <a:cxn ang="0">
                  <a:pos x="69" y="470"/>
                </a:cxn>
                <a:cxn ang="0">
                  <a:pos x="74" y="444"/>
                </a:cxn>
                <a:cxn ang="0">
                  <a:pos x="57" y="423"/>
                </a:cxn>
                <a:cxn ang="0">
                  <a:pos x="31" y="434"/>
                </a:cxn>
                <a:cxn ang="0">
                  <a:pos x="13" y="437"/>
                </a:cxn>
                <a:cxn ang="0">
                  <a:pos x="8" y="415"/>
                </a:cxn>
                <a:cxn ang="0">
                  <a:pos x="38" y="369"/>
                </a:cxn>
                <a:cxn ang="0">
                  <a:pos x="40" y="345"/>
                </a:cxn>
                <a:cxn ang="0">
                  <a:pos x="21" y="340"/>
                </a:cxn>
                <a:cxn ang="0">
                  <a:pos x="20" y="316"/>
                </a:cxn>
                <a:cxn ang="0">
                  <a:pos x="10" y="281"/>
                </a:cxn>
                <a:cxn ang="0">
                  <a:pos x="27" y="264"/>
                </a:cxn>
                <a:cxn ang="0">
                  <a:pos x="61" y="238"/>
                </a:cxn>
                <a:cxn ang="0">
                  <a:pos x="111" y="219"/>
                </a:cxn>
                <a:cxn ang="0">
                  <a:pos x="142" y="188"/>
                </a:cxn>
                <a:cxn ang="0">
                  <a:pos x="142" y="141"/>
                </a:cxn>
                <a:cxn ang="0">
                  <a:pos x="155" y="157"/>
                </a:cxn>
                <a:cxn ang="0">
                  <a:pos x="191" y="158"/>
                </a:cxn>
                <a:cxn ang="0">
                  <a:pos x="208" y="171"/>
                </a:cxn>
                <a:cxn ang="0">
                  <a:pos x="231" y="155"/>
                </a:cxn>
                <a:cxn ang="0">
                  <a:pos x="238" y="133"/>
                </a:cxn>
                <a:cxn ang="0">
                  <a:pos x="266" y="129"/>
                </a:cxn>
                <a:cxn ang="0">
                  <a:pos x="306" y="123"/>
                </a:cxn>
                <a:cxn ang="0">
                  <a:pos x="296" y="88"/>
                </a:cxn>
                <a:cxn ang="0">
                  <a:pos x="317" y="94"/>
                </a:cxn>
                <a:cxn ang="0">
                  <a:pos x="339" y="74"/>
                </a:cxn>
                <a:cxn ang="0">
                  <a:pos x="375" y="90"/>
                </a:cxn>
                <a:cxn ang="0">
                  <a:pos x="397" y="68"/>
                </a:cxn>
                <a:cxn ang="0">
                  <a:pos x="412" y="42"/>
                </a:cxn>
                <a:cxn ang="0">
                  <a:pos x="432" y="19"/>
                </a:cxn>
                <a:cxn ang="0">
                  <a:pos x="467" y="16"/>
                </a:cxn>
              </a:cxnLst>
              <a:rect l="0" t="0" r="r" b="b"/>
              <a:pathLst>
                <a:path w="770" h="638">
                  <a:moveTo>
                    <a:pt x="474" y="5"/>
                  </a:moveTo>
                  <a:cubicBezTo>
                    <a:pt x="474" y="4"/>
                    <a:pt x="475" y="3"/>
                    <a:pt x="476" y="3"/>
                  </a:cubicBezTo>
                  <a:cubicBezTo>
                    <a:pt x="478" y="2"/>
                    <a:pt x="483" y="0"/>
                    <a:pt x="485" y="1"/>
                  </a:cubicBezTo>
                  <a:cubicBezTo>
                    <a:pt x="488" y="2"/>
                    <a:pt x="491" y="7"/>
                    <a:pt x="493" y="8"/>
                  </a:cubicBezTo>
                  <a:cubicBezTo>
                    <a:pt x="494" y="9"/>
                    <a:pt x="498" y="10"/>
                    <a:pt x="500" y="11"/>
                  </a:cubicBezTo>
                  <a:cubicBezTo>
                    <a:pt x="503" y="11"/>
                    <a:pt x="511" y="8"/>
                    <a:pt x="513" y="10"/>
                  </a:cubicBezTo>
                  <a:cubicBezTo>
                    <a:pt x="516" y="11"/>
                    <a:pt x="517" y="17"/>
                    <a:pt x="517" y="20"/>
                  </a:cubicBezTo>
                  <a:cubicBezTo>
                    <a:pt x="518" y="22"/>
                    <a:pt x="518" y="27"/>
                    <a:pt x="520" y="28"/>
                  </a:cubicBezTo>
                  <a:cubicBezTo>
                    <a:pt x="521" y="30"/>
                    <a:pt x="526" y="29"/>
                    <a:pt x="528" y="29"/>
                  </a:cubicBezTo>
                  <a:cubicBezTo>
                    <a:pt x="531" y="28"/>
                    <a:pt x="535" y="24"/>
                    <a:pt x="537" y="24"/>
                  </a:cubicBezTo>
                  <a:cubicBezTo>
                    <a:pt x="541" y="23"/>
                    <a:pt x="548" y="26"/>
                    <a:pt x="551" y="26"/>
                  </a:cubicBezTo>
                  <a:cubicBezTo>
                    <a:pt x="556" y="26"/>
                    <a:pt x="565" y="24"/>
                    <a:pt x="569" y="23"/>
                  </a:cubicBezTo>
                  <a:cubicBezTo>
                    <a:pt x="574" y="22"/>
                    <a:pt x="583" y="19"/>
                    <a:pt x="587" y="18"/>
                  </a:cubicBezTo>
                  <a:cubicBezTo>
                    <a:pt x="591" y="17"/>
                    <a:pt x="599" y="17"/>
                    <a:pt x="603" y="18"/>
                  </a:cubicBezTo>
                  <a:cubicBezTo>
                    <a:pt x="606" y="18"/>
                    <a:pt x="612" y="20"/>
                    <a:pt x="614" y="21"/>
                  </a:cubicBezTo>
                  <a:cubicBezTo>
                    <a:pt x="618" y="22"/>
                    <a:pt x="625" y="27"/>
                    <a:pt x="628" y="29"/>
                  </a:cubicBezTo>
                  <a:cubicBezTo>
                    <a:pt x="633" y="32"/>
                    <a:pt x="641" y="39"/>
                    <a:pt x="646" y="40"/>
                  </a:cubicBezTo>
                  <a:cubicBezTo>
                    <a:pt x="649" y="41"/>
                    <a:pt x="656" y="41"/>
                    <a:pt x="660" y="41"/>
                  </a:cubicBezTo>
                  <a:cubicBezTo>
                    <a:pt x="663" y="41"/>
                    <a:pt x="671" y="40"/>
                    <a:pt x="674" y="39"/>
                  </a:cubicBezTo>
                  <a:cubicBezTo>
                    <a:pt x="678" y="39"/>
                    <a:pt x="685" y="37"/>
                    <a:pt x="689" y="38"/>
                  </a:cubicBezTo>
                  <a:cubicBezTo>
                    <a:pt x="691" y="39"/>
                    <a:pt x="696" y="41"/>
                    <a:pt x="698" y="42"/>
                  </a:cubicBezTo>
                  <a:cubicBezTo>
                    <a:pt x="700" y="44"/>
                    <a:pt x="704" y="49"/>
                    <a:pt x="705" y="52"/>
                  </a:cubicBezTo>
                  <a:cubicBezTo>
                    <a:pt x="707" y="55"/>
                    <a:pt x="707" y="60"/>
                    <a:pt x="709" y="62"/>
                  </a:cubicBezTo>
                  <a:cubicBezTo>
                    <a:pt x="710" y="65"/>
                    <a:pt x="715" y="68"/>
                    <a:pt x="718" y="70"/>
                  </a:cubicBezTo>
                  <a:cubicBezTo>
                    <a:pt x="721" y="71"/>
                    <a:pt x="727" y="72"/>
                    <a:pt x="729" y="73"/>
                  </a:cubicBezTo>
                  <a:cubicBezTo>
                    <a:pt x="731" y="74"/>
                    <a:pt x="735" y="78"/>
                    <a:pt x="737" y="79"/>
                  </a:cubicBezTo>
                  <a:cubicBezTo>
                    <a:pt x="738" y="81"/>
                    <a:pt x="740" y="85"/>
                    <a:pt x="741" y="88"/>
                  </a:cubicBezTo>
                  <a:cubicBezTo>
                    <a:pt x="742" y="90"/>
                    <a:pt x="744" y="96"/>
                    <a:pt x="745" y="99"/>
                  </a:cubicBezTo>
                  <a:cubicBezTo>
                    <a:pt x="746" y="102"/>
                    <a:pt x="746" y="108"/>
                    <a:pt x="747" y="111"/>
                  </a:cubicBezTo>
                  <a:cubicBezTo>
                    <a:pt x="748" y="113"/>
                    <a:pt x="753" y="116"/>
                    <a:pt x="755" y="118"/>
                  </a:cubicBezTo>
                  <a:cubicBezTo>
                    <a:pt x="757" y="119"/>
                    <a:pt x="762" y="121"/>
                    <a:pt x="764" y="123"/>
                  </a:cubicBezTo>
                  <a:cubicBezTo>
                    <a:pt x="766" y="123"/>
                    <a:pt x="768" y="125"/>
                    <a:pt x="770" y="127"/>
                  </a:cubicBezTo>
                  <a:cubicBezTo>
                    <a:pt x="769" y="128"/>
                    <a:pt x="768" y="128"/>
                    <a:pt x="767" y="129"/>
                  </a:cubicBezTo>
                  <a:cubicBezTo>
                    <a:pt x="766" y="130"/>
                    <a:pt x="765" y="134"/>
                    <a:pt x="764" y="136"/>
                  </a:cubicBezTo>
                  <a:cubicBezTo>
                    <a:pt x="764" y="139"/>
                    <a:pt x="767" y="144"/>
                    <a:pt x="767" y="147"/>
                  </a:cubicBezTo>
                  <a:cubicBezTo>
                    <a:pt x="768" y="150"/>
                    <a:pt x="768" y="156"/>
                    <a:pt x="767" y="159"/>
                  </a:cubicBezTo>
                  <a:cubicBezTo>
                    <a:pt x="766" y="164"/>
                    <a:pt x="759" y="172"/>
                    <a:pt x="755" y="176"/>
                  </a:cubicBezTo>
                  <a:cubicBezTo>
                    <a:pt x="751" y="179"/>
                    <a:pt x="743" y="185"/>
                    <a:pt x="739" y="188"/>
                  </a:cubicBezTo>
                  <a:cubicBezTo>
                    <a:pt x="735" y="192"/>
                    <a:pt x="725" y="198"/>
                    <a:pt x="719" y="201"/>
                  </a:cubicBezTo>
                  <a:cubicBezTo>
                    <a:pt x="714" y="204"/>
                    <a:pt x="704" y="210"/>
                    <a:pt x="699" y="213"/>
                  </a:cubicBezTo>
                  <a:cubicBezTo>
                    <a:pt x="694" y="215"/>
                    <a:pt x="686" y="220"/>
                    <a:pt x="681" y="221"/>
                  </a:cubicBezTo>
                  <a:cubicBezTo>
                    <a:pt x="677" y="222"/>
                    <a:pt x="669" y="222"/>
                    <a:pt x="665" y="223"/>
                  </a:cubicBezTo>
                  <a:cubicBezTo>
                    <a:pt x="661" y="223"/>
                    <a:pt x="654" y="225"/>
                    <a:pt x="651" y="226"/>
                  </a:cubicBezTo>
                  <a:cubicBezTo>
                    <a:pt x="647" y="228"/>
                    <a:pt x="641" y="233"/>
                    <a:pt x="638" y="236"/>
                  </a:cubicBezTo>
                  <a:cubicBezTo>
                    <a:pt x="636" y="238"/>
                    <a:pt x="631" y="243"/>
                    <a:pt x="630" y="247"/>
                  </a:cubicBezTo>
                  <a:cubicBezTo>
                    <a:pt x="629" y="249"/>
                    <a:pt x="630" y="255"/>
                    <a:pt x="630" y="257"/>
                  </a:cubicBezTo>
                  <a:cubicBezTo>
                    <a:pt x="629" y="259"/>
                    <a:pt x="628" y="264"/>
                    <a:pt x="627" y="265"/>
                  </a:cubicBezTo>
                  <a:cubicBezTo>
                    <a:pt x="625" y="268"/>
                    <a:pt x="621" y="271"/>
                    <a:pt x="619" y="273"/>
                  </a:cubicBezTo>
                  <a:cubicBezTo>
                    <a:pt x="617" y="275"/>
                    <a:pt x="612" y="279"/>
                    <a:pt x="610" y="281"/>
                  </a:cubicBezTo>
                  <a:cubicBezTo>
                    <a:pt x="609" y="284"/>
                    <a:pt x="608" y="290"/>
                    <a:pt x="608" y="293"/>
                  </a:cubicBezTo>
                  <a:cubicBezTo>
                    <a:pt x="607" y="297"/>
                    <a:pt x="609" y="304"/>
                    <a:pt x="609" y="308"/>
                  </a:cubicBezTo>
                  <a:cubicBezTo>
                    <a:pt x="609" y="314"/>
                    <a:pt x="606" y="327"/>
                    <a:pt x="605" y="333"/>
                  </a:cubicBezTo>
                  <a:cubicBezTo>
                    <a:pt x="604" y="339"/>
                    <a:pt x="601" y="352"/>
                    <a:pt x="600" y="359"/>
                  </a:cubicBezTo>
                  <a:cubicBezTo>
                    <a:pt x="599" y="364"/>
                    <a:pt x="598" y="375"/>
                    <a:pt x="597" y="381"/>
                  </a:cubicBezTo>
                  <a:cubicBezTo>
                    <a:pt x="595" y="388"/>
                    <a:pt x="592" y="404"/>
                    <a:pt x="589" y="411"/>
                  </a:cubicBezTo>
                  <a:cubicBezTo>
                    <a:pt x="588" y="415"/>
                    <a:pt x="582" y="423"/>
                    <a:pt x="580" y="427"/>
                  </a:cubicBezTo>
                  <a:cubicBezTo>
                    <a:pt x="578" y="431"/>
                    <a:pt x="575" y="441"/>
                    <a:pt x="572" y="444"/>
                  </a:cubicBezTo>
                  <a:cubicBezTo>
                    <a:pt x="569" y="449"/>
                    <a:pt x="558" y="456"/>
                    <a:pt x="553" y="459"/>
                  </a:cubicBezTo>
                  <a:cubicBezTo>
                    <a:pt x="550" y="460"/>
                    <a:pt x="544" y="463"/>
                    <a:pt x="541" y="464"/>
                  </a:cubicBezTo>
                  <a:cubicBezTo>
                    <a:pt x="537" y="465"/>
                    <a:pt x="528" y="467"/>
                    <a:pt x="524" y="467"/>
                  </a:cubicBezTo>
                  <a:cubicBezTo>
                    <a:pt x="519" y="468"/>
                    <a:pt x="507" y="469"/>
                    <a:pt x="502" y="470"/>
                  </a:cubicBezTo>
                  <a:cubicBezTo>
                    <a:pt x="499" y="470"/>
                    <a:pt x="493" y="471"/>
                    <a:pt x="490" y="473"/>
                  </a:cubicBezTo>
                  <a:cubicBezTo>
                    <a:pt x="488" y="474"/>
                    <a:pt x="485" y="477"/>
                    <a:pt x="484" y="479"/>
                  </a:cubicBezTo>
                  <a:cubicBezTo>
                    <a:pt x="482" y="482"/>
                    <a:pt x="480" y="489"/>
                    <a:pt x="479" y="492"/>
                  </a:cubicBezTo>
                  <a:cubicBezTo>
                    <a:pt x="477" y="498"/>
                    <a:pt x="475" y="511"/>
                    <a:pt x="473" y="517"/>
                  </a:cubicBezTo>
                  <a:cubicBezTo>
                    <a:pt x="471" y="523"/>
                    <a:pt x="465" y="533"/>
                    <a:pt x="462" y="539"/>
                  </a:cubicBezTo>
                  <a:cubicBezTo>
                    <a:pt x="460" y="544"/>
                    <a:pt x="457" y="555"/>
                    <a:pt x="453" y="559"/>
                  </a:cubicBezTo>
                  <a:cubicBezTo>
                    <a:pt x="450" y="562"/>
                    <a:pt x="443" y="565"/>
                    <a:pt x="440" y="566"/>
                  </a:cubicBezTo>
                  <a:cubicBezTo>
                    <a:pt x="437" y="567"/>
                    <a:pt x="432" y="568"/>
                    <a:pt x="429" y="568"/>
                  </a:cubicBezTo>
                  <a:cubicBezTo>
                    <a:pt x="426" y="569"/>
                    <a:pt x="419" y="568"/>
                    <a:pt x="416" y="569"/>
                  </a:cubicBezTo>
                  <a:cubicBezTo>
                    <a:pt x="413" y="570"/>
                    <a:pt x="406" y="574"/>
                    <a:pt x="403" y="577"/>
                  </a:cubicBezTo>
                  <a:cubicBezTo>
                    <a:pt x="398" y="580"/>
                    <a:pt x="388" y="589"/>
                    <a:pt x="383" y="593"/>
                  </a:cubicBezTo>
                  <a:cubicBezTo>
                    <a:pt x="377" y="599"/>
                    <a:pt x="368" y="613"/>
                    <a:pt x="362" y="619"/>
                  </a:cubicBezTo>
                  <a:cubicBezTo>
                    <a:pt x="358" y="623"/>
                    <a:pt x="348" y="630"/>
                    <a:pt x="343" y="633"/>
                  </a:cubicBezTo>
                  <a:cubicBezTo>
                    <a:pt x="338" y="635"/>
                    <a:pt x="328" y="636"/>
                    <a:pt x="324" y="637"/>
                  </a:cubicBezTo>
                  <a:cubicBezTo>
                    <a:pt x="323" y="638"/>
                    <a:pt x="322" y="638"/>
                    <a:pt x="321" y="638"/>
                  </a:cubicBezTo>
                  <a:cubicBezTo>
                    <a:pt x="321" y="636"/>
                    <a:pt x="322" y="634"/>
                    <a:pt x="322" y="633"/>
                  </a:cubicBezTo>
                  <a:cubicBezTo>
                    <a:pt x="322" y="630"/>
                    <a:pt x="321" y="625"/>
                    <a:pt x="320" y="622"/>
                  </a:cubicBezTo>
                  <a:cubicBezTo>
                    <a:pt x="320" y="619"/>
                    <a:pt x="318" y="612"/>
                    <a:pt x="316" y="609"/>
                  </a:cubicBezTo>
                  <a:cubicBezTo>
                    <a:pt x="314" y="605"/>
                    <a:pt x="309" y="598"/>
                    <a:pt x="306" y="594"/>
                  </a:cubicBezTo>
                  <a:cubicBezTo>
                    <a:pt x="304" y="592"/>
                    <a:pt x="299" y="586"/>
                    <a:pt x="296" y="584"/>
                  </a:cubicBezTo>
                  <a:cubicBezTo>
                    <a:pt x="292" y="581"/>
                    <a:pt x="283" y="578"/>
                    <a:pt x="278" y="576"/>
                  </a:cubicBezTo>
                  <a:cubicBezTo>
                    <a:pt x="276" y="575"/>
                    <a:pt x="271" y="573"/>
                    <a:pt x="269" y="570"/>
                  </a:cubicBezTo>
                  <a:cubicBezTo>
                    <a:pt x="267" y="569"/>
                    <a:pt x="266" y="564"/>
                    <a:pt x="266" y="562"/>
                  </a:cubicBezTo>
                  <a:cubicBezTo>
                    <a:pt x="265" y="559"/>
                    <a:pt x="266" y="554"/>
                    <a:pt x="265" y="551"/>
                  </a:cubicBezTo>
                  <a:cubicBezTo>
                    <a:pt x="265" y="549"/>
                    <a:pt x="263" y="546"/>
                    <a:pt x="262" y="544"/>
                  </a:cubicBezTo>
                  <a:cubicBezTo>
                    <a:pt x="261" y="543"/>
                    <a:pt x="258" y="540"/>
                    <a:pt x="256" y="539"/>
                  </a:cubicBezTo>
                  <a:cubicBezTo>
                    <a:pt x="252" y="537"/>
                    <a:pt x="243" y="535"/>
                    <a:pt x="238" y="535"/>
                  </a:cubicBezTo>
                  <a:cubicBezTo>
                    <a:pt x="235" y="534"/>
                    <a:pt x="228" y="534"/>
                    <a:pt x="225" y="534"/>
                  </a:cubicBezTo>
                  <a:cubicBezTo>
                    <a:pt x="221" y="534"/>
                    <a:pt x="213" y="534"/>
                    <a:pt x="209" y="535"/>
                  </a:cubicBezTo>
                  <a:cubicBezTo>
                    <a:pt x="206" y="536"/>
                    <a:pt x="202" y="539"/>
                    <a:pt x="199" y="539"/>
                  </a:cubicBezTo>
                  <a:cubicBezTo>
                    <a:pt x="197" y="540"/>
                    <a:pt x="194" y="540"/>
                    <a:pt x="193" y="539"/>
                  </a:cubicBezTo>
                  <a:cubicBezTo>
                    <a:pt x="190" y="539"/>
                    <a:pt x="187" y="535"/>
                    <a:pt x="186" y="534"/>
                  </a:cubicBezTo>
                  <a:cubicBezTo>
                    <a:pt x="184" y="532"/>
                    <a:pt x="182" y="528"/>
                    <a:pt x="180" y="526"/>
                  </a:cubicBezTo>
                  <a:cubicBezTo>
                    <a:pt x="179" y="525"/>
                    <a:pt x="177" y="524"/>
                    <a:pt x="176" y="523"/>
                  </a:cubicBezTo>
                  <a:cubicBezTo>
                    <a:pt x="174" y="523"/>
                    <a:pt x="168" y="523"/>
                    <a:pt x="166" y="522"/>
                  </a:cubicBezTo>
                  <a:cubicBezTo>
                    <a:pt x="163" y="522"/>
                    <a:pt x="159" y="520"/>
                    <a:pt x="157" y="519"/>
                  </a:cubicBezTo>
                  <a:cubicBezTo>
                    <a:pt x="155" y="518"/>
                    <a:pt x="151" y="514"/>
                    <a:pt x="149" y="512"/>
                  </a:cubicBezTo>
                  <a:cubicBezTo>
                    <a:pt x="148" y="511"/>
                    <a:pt x="147" y="507"/>
                    <a:pt x="147" y="505"/>
                  </a:cubicBezTo>
                  <a:cubicBezTo>
                    <a:pt x="146" y="503"/>
                    <a:pt x="147" y="498"/>
                    <a:pt x="146" y="495"/>
                  </a:cubicBezTo>
                  <a:cubicBezTo>
                    <a:pt x="146" y="494"/>
                    <a:pt x="145" y="490"/>
                    <a:pt x="144" y="489"/>
                  </a:cubicBezTo>
                  <a:cubicBezTo>
                    <a:pt x="142" y="487"/>
                    <a:pt x="135" y="485"/>
                    <a:pt x="132" y="485"/>
                  </a:cubicBezTo>
                  <a:cubicBezTo>
                    <a:pt x="129" y="485"/>
                    <a:pt x="124" y="487"/>
                    <a:pt x="121" y="487"/>
                  </a:cubicBezTo>
                  <a:cubicBezTo>
                    <a:pt x="119" y="487"/>
                    <a:pt x="113" y="488"/>
                    <a:pt x="110" y="487"/>
                  </a:cubicBezTo>
                  <a:cubicBezTo>
                    <a:pt x="107" y="487"/>
                    <a:pt x="102" y="485"/>
                    <a:pt x="99" y="484"/>
                  </a:cubicBezTo>
                  <a:cubicBezTo>
                    <a:pt x="97" y="484"/>
                    <a:pt x="93" y="483"/>
                    <a:pt x="92" y="482"/>
                  </a:cubicBezTo>
                  <a:cubicBezTo>
                    <a:pt x="90" y="481"/>
                    <a:pt x="86" y="477"/>
                    <a:pt x="85" y="475"/>
                  </a:cubicBezTo>
                  <a:cubicBezTo>
                    <a:pt x="85" y="473"/>
                    <a:pt x="87" y="469"/>
                    <a:pt x="86" y="468"/>
                  </a:cubicBezTo>
                  <a:cubicBezTo>
                    <a:pt x="86" y="466"/>
                    <a:pt x="83" y="464"/>
                    <a:pt x="82" y="464"/>
                  </a:cubicBezTo>
                  <a:cubicBezTo>
                    <a:pt x="81" y="464"/>
                    <a:pt x="79" y="465"/>
                    <a:pt x="78" y="466"/>
                  </a:cubicBezTo>
                  <a:cubicBezTo>
                    <a:pt x="77" y="467"/>
                    <a:pt x="76" y="470"/>
                    <a:pt x="74" y="470"/>
                  </a:cubicBezTo>
                  <a:cubicBezTo>
                    <a:pt x="73" y="471"/>
                    <a:pt x="70" y="471"/>
                    <a:pt x="69" y="470"/>
                  </a:cubicBezTo>
                  <a:cubicBezTo>
                    <a:pt x="68" y="469"/>
                    <a:pt x="67" y="467"/>
                    <a:pt x="67" y="466"/>
                  </a:cubicBezTo>
                  <a:cubicBezTo>
                    <a:pt x="67" y="463"/>
                    <a:pt x="67" y="457"/>
                    <a:pt x="68" y="455"/>
                  </a:cubicBezTo>
                  <a:cubicBezTo>
                    <a:pt x="68" y="453"/>
                    <a:pt x="70" y="450"/>
                    <a:pt x="71" y="449"/>
                  </a:cubicBezTo>
                  <a:cubicBezTo>
                    <a:pt x="71" y="447"/>
                    <a:pt x="73" y="445"/>
                    <a:pt x="74" y="444"/>
                  </a:cubicBezTo>
                  <a:cubicBezTo>
                    <a:pt x="74" y="442"/>
                    <a:pt x="74" y="439"/>
                    <a:pt x="74" y="438"/>
                  </a:cubicBezTo>
                  <a:cubicBezTo>
                    <a:pt x="73" y="437"/>
                    <a:pt x="71" y="436"/>
                    <a:pt x="70" y="436"/>
                  </a:cubicBezTo>
                  <a:cubicBezTo>
                    <a:pt x="68" y="434"/>
                    <a:pt x="65" y="432"/>
                    <a:pt x="63" y="430"/>
                  </a:cubicBezTo>
                  <a:cubicBezTo>
                    <a:pt x="61" y="429"/>
                    <a:pt x="59" y="424"/>
                    <a:pt x="57" y="423"/>
                  </a:cubicBezTo>
                  <a:cubicBezTo>
                    <a:pt x="56" y="423"/>
                    <a:pt x="54" y="422"/>
                    <a:pt x="53" y="422"/>
                  </a:cubicBezTo>
                  <a:cubicBezTo>
                    <a:pt x="51" y="422"/>
                    <a:pt x="48" y="424"/>
                    <a:pt x="47" y="424"/>
                  </a:cubicBezTo>
                  <a:cubicBezTo>
                    <a:pt x="45" y="425"/>
                    <a:pt x="41" y="427"/>
                    <a:pt x="39" y="428"/>
                  </a:cubicBezTo>
                  <a:cubicBezTo>
                    <a:pt x="37" y="429"/>
                    <a:pt x="33" y="433"/>
                    <a:pt x="31" y="434"/>
                  </a:cubicBezTo>
                  <a:cubicBezTo>
                    <a:pt x="30" y="434"/>
                    <a:pt x="26" y="434"/>
                    <a:pt x="24" y="434"/>
                  </a:cubicBezTo>
                  <a:cubicBezTo>
                    <a:pt x="22" y="433"/>
                    <a:pt x="20" y="429"/>
                    <a:pt x="19" y="429"/>
                  </a:cubicBezTo>
                  <a:cubicBezTo>
                    <a:pt x="18" y="429"/>
                    <a:pt x="16" y="430"/>
                    <a:pt x="15" y="431"/>
                  </a:cubicBezTo>
                  <a:cubicBezTo>
                    <a:pt x="14" y="432"/>
                    <a:pt x="14" y="436"/>
                    <a:pt x="13" y="437"/>
                  </a:cubicBezTo>
                  <a:cubicBezTo>
                    <a:pt x="12" y="438"/>
                    <a:pt x="8" y="439"/>
                    <a:pt x="7" y="439"/>
                  </a:cubicBezTo>
                  <a:cubicBezTo>
                    <a:pt x="5" y="438"/>
                    <a:pt x="2" y="436"/>
                    <a:pt x="1" y="434"/>
                  </a:cubicBezTo>
                  <a:cubicBezTo>
                    <a:pt x="0" y="432"/>
                    <a:pt x="1" y="428"/>
                    <a:pt x="2" y="426"/>
                  </a:cubicBezTo>
                  <a:cubicBezTo>
                    <a:pt x="3" y="423"/>
                    <a:pt x="6" y="418"/>
                    <a:pt x="8" y="415"/>
                  </a:cubicBezTo>
                  <a:cubicBezTo>
                    <a:pt x="11" y="411"/>
                    <a:pt x="16" y="404"/>
                    <a:pt x="19" y="401"/>
                  </a:cubicBezTo>
                  <a:cubicBezTo>
                    <a:pt x="21" y="398"/>
                    <a:pt x="27" y="392"/>
                    <a:pt x="30" y="388"/>
                  </a:cubicBezTo>
                  <a:cubicBezTo>
                    <a:pt x="31" y="386"/>
                    <a:pt x="34" y="382"/>
                    <a:pt x="35" y="379"/>
                  </a:cubicBezTo>
                  <a:cubicBezTo>
                    <a:pt x="36" y="377"/>
                    <a:pt x="37" y="371"/>
                    <a:pt x="38" y="369"/>
                  </a:cubicBezTo>
                  <a:cubicBezTo>
                    <a:pt x="39" y="367"/>
                    <a:pt x="43" y="365"/>
                    <a:pt x="44" y="363"/>
                  </a:cubicBezTo>
                  <a:cubicBezTo>
                    <a:pt x="46" y="361"/>
                    <a:pt x="50" y="358"/>
                    <a:pt x="51" y="356"/>
                  </a:cubicBezTo>
                  <a:cubicBezTo>
                    <a:pt x="52" y="354"/>
                    <a:pt x="52" y="350"/>
                    <a:pt x="51" y="348"/>
                  </a:cubicBezTo>
                  <a:cubicBezTo>
                    <a:pt x="50" y="346"/>
                    <a:pt x="43" y="345"/>
                    <a:pt x="40" y="345"/>
                  </a:cubicBezTo>
                  <a:cubicBezTo>
                    <a:pt x="38" y="345"/>
                    <a:pt x="35" y="346"/>
                    <a:pt x="34" y="347"/>
                  </a:cubicBezTo>
                  <a:cubicBezTo>
                    <a:pt x="32" y="347"/>
                    <a:pt x="29" y="349"/>
                    <a:pt x="27" y="348"/>
                  </a:cubicBezTo>
                  <a:cubicBezTo>
                    <a:pt x="25" y="348"/>
                    <a:pt x="23" y="346"/>
                    <a:pt x="22" y="345"/>
                  </a:cubicBezTo>
                  <a:cubicBezTo>
                    <a:pt x="21" y="344"/>
                    <a:pt x="21" y="341"/>
                    <a:pt x="21" y="340"/>
                  </a:cubicBezTo>
                  <a:cubicBezTo>
                    <a:pt x="22" y="338"/>
                    <a:pt x="26" y="338"/>
                    <a:pt x="27" y="337"/>
                  </a:cubicBezTo>
                  <a:cubicBezTo>
                    <a:pt x="28" y="336"/>
                    <a:pt x="30" y="333"/>
                    <a:pt x="29" y="331"/>
                  </a:cubicBezTo>
                  <a:cubicBezTo>
                    <a:pt x="28" y="329"/>
                    <a:pt x="22" y="327"/>
                    <a:pt x="21" y="325"/>
                  </a:cubicBezTo>
                  <a:cubicBezTo>
                    <a:pt x="20" y="323"/>
                    <a:pt x="21" y="318"/>
                    <a:pt x="20" y="316"/>
                  </a:cubicBezTo>
                  <a:cubicBezTo>
                    <a:pt x="19" y="315"/>
                    <a:pt x="15" y="314"/>
                    <a:pt x="14" y="313"/>
                  </a:cubicBezTo>
                  <a:cubicBezTo>
                    <a:pt x="12" y="311"/>
                    <a:pt x="11" y="306"/>
                    <a:pt x="11" y="304"/>
                  </a:cubicBezTo>
                  <a:cubicBezTo>
                    <a:pt x="10" y="301"/>
                    <a:pt x="12" y="296"/>
                    <a:pt x="12" y="293"/>
                  </a:cubicBezTo>
                  <a:cubicBezTo>
                    <a:pt x="12" y="290"/>
                    <a:pt x="10" y="284"/>
                    <a:pt x="10" y="281"/>
                  </a:cubicBezTo>
                  <a:cubicBezTo>
                    <a:pt x="10" y="279"/>
                    <a:pt x="11" y="274"/>
                    <a:pt x="11" y="272"/>
                  </a:cubicBezTo>
                  <a:cubicBezTo>
                    <a:pt x="12" y="270"/>
                    <a:pt x="14" y="267"/>
                    <a:pt x="16" y="266"/>
                  </a:cubicBezTo>
                  <a:cubicBezTo>
                    <a:pt x="16" y="265"/>
                    <a:pt x="18" y="264"/>
                    <a:pt x="19" y="263"/>
                  </a:cubicBezTo>
                  <a:cubicBezTo>
                    <a:pt x="22" y="263"/>
                    <a:pt x="25" y="264"/>
                    <a:pt x="27" y="264"/>
                  </a:cubicBezTo>
                  <a:cubicBezTo>
                    <a:pt x="30" y="263"/>
                    <a:pt x="34" y="259"/>
                    <a:pt x="36" y="256"/>
                  </a:cubicBezTo>
                  <a:cubicBezTo>
                    <a:pt x="37" y="255"/>
                    <a:pt x="39" y="251"/>
                    <a:pt x="40" y="250"/>
                  </a:cubicBezTo>
                  <a:cubicBezTo>
                    <a:pt x="43" y="248"/>
                    <a:pt x="49" y="247"/>
                    <a:pt x="52" y="245"/>
                  </a:cubicBezTo>
                  <a:cubicBezTo>
                    <a:pt x="54" y="244"/>
                    <a:pt x="58" y="239"/>
                    <a:pt x="61" y="238"/>
                  </a:cubicBezTo>
                  <a:cubicBezTo>
                    <a:pt x="63" y="236"/>
                    <a:pt x="68" y="234"/>
                    <a:pt x="71" y="234"/>
                  </a:cubicBezTo>
                  <a:cubicBezTo>
                    <a:pt x="74" y="233"/>
                    <a:pt x="81" y="236"/>
                    <a:pt x="84" y="235"/>
                  </a:cubicBezTo>
                  <a:cubicBezTo>
                    <a:pt x="87" y="235"/>
                    <a:pt x="94" y="232"/>
                    <a:pt x="96" y="230"/>
                  </a:cubicBezTo>
                  <a:cubicBezTo>
                    <a:pt x="101" y="228"/>
                    <a:pt x="108" y="222"/>
                    <a:pt x="111" y="219"/>
                  </a:cubicBezTo>
                  <a:cubicBezTo>
                    <a:pt x="114" y="216"/>
                    <a:pt x="117" y="210"/>
                    <a:pt x="119" y="207"/>
                  </a:cubicBezTo>
                  <a:cubicBezTo>
                    <a:pt x="121" y="204"/>
                    <a:pt x="125" y="199"/>
                    <a:pt x="128" y="197"/>
                  </a:cubicBezTo>
                  <a:cubicBezTo>
                    <a:pt x="130" y="195"/>
                    <a:pt x="136" y="195"/>
                    <a:pt x="138" y="193"/>
                  </a:cubicBezTo>
                  <a:cubicBezTo>
                    <a:pt x="139" y="192"/>
                    <a:pt x="141" y="190"/>
                    <a:pt x="142" y="188"/>
                  </a:cubicBezTo>
                  <a:cubicBezTo>
                    <a:pt x="143" y="185"/>
                    <a:pt x="140" y="178"/>
                    <a:pt x="139" y="174"/>
                  </a:cubicBezTo>
                  <a:cubicBezTo>
                    <a:pt x="138" y="171"/>
                    <a:pt x="134" y="165"/>
                    <a:pt x="134" y="161"/>
                  </a:cubicBezTo>
                  <a:cubicBezTo>
                    <a:pt x="134" y="158"/>
                    <a:pt x="135" y="153"/>
                    <a:pt x="136" y="150"/>
                  </a:cubicBezTo>
                  <a:cubicBezTo>
                    <a:pt x="137" y="147"/>
                    <a:pt x="140" y="143"/>
                    <a:pt x="142" y="141"/>
                  </a:cubicBezTo>
                  <a:cubicBezTo>
                    <a:pt x="144" y="140"/>
                    <a:pt x="148" y="137"/>
                    <a:pt x="150" y="138"/>
                  </a:cubicBezTo>
                  <a:cubicBezTo>
                    <a:pt x="151" y="138"/>
                    <a:pt x="153" y="141"/>
                    <a:pt x="153" y="142"/>
                  </a:cubicBezTo>
                  <a:cubicBezTo>
                    <a:pt x="154" y="144"/>
                    <a:pt x="152" y="148"/>
                    <a:pt x="152" y="150"/>
                  </a:cubicBezTo>
                  <a:cubicBezTo>
                    <a:pt x="153" y="152"/>
                    <a:pt x="154" y="155"/>
                    <a:pt x="155" y="157"/>
                  </a:cubicBezTo>
                  <a:cubicBezTo>
                    <a:pt x="156" y="157"/>
                    <a:pt x="158" y="157"/>
                    <a:pt x="159" y="157"/>
                  </a:cubicBezTo>
                  <a:cubicBezTo>
                    <a:pt x="161" y="157"/>
                    <a:pt x="164" y="153"/>
                    <a:pt x="166" y="152"/>
                  </a:cubicBezTo>
                  <a:cubicBezTo>
                    <a:pt x="169" y="152"/>
                    <a:pt x="175" y="153"/>
                    <a:pt x="178" y="154"/>
                  </a:cubicBezTo>
                  <a:cubicBezTo>
                    <a:pt x="181" y="155"/>
                    <a:pt x="188" y="158"/>
                    <a:pt x="191" y="158"/>
                  </a:cubicBezTo>
                  <a:cubicBezTo>
                    <a:pt x="194" y="158"/>
                    <a:pt x="199" y="156"/>
                    <a:pt x="201" y="156"/>
                  </a:cubicBezTo>
                  <a:cubicBezTo>
                    <a:pt x="203" y="156"/>
                    <a:pt x="206" y="156"/>
                    <a:pt x="207" y="157"/>
                  </a:cubicBezTo>
                  <a:cubicBezTo>
                    <a:pt x="209" y="158"/>
                    <a:pt x="209" y="162"/>
                    <a:pt x="209" y="164"/>
                  </a:cubicBezTo>
                  <a:cubicBezTo>
                    <a:pt x="210" y="166"/>
                    <a:pt x="207" y="170"/>
                    <a:pt x="208" y="171"/>
                  </a:cubicBezTo>
                  <a:cubicBezTo>
                    <a:pt x="208" y="173"/>
                    <a:pt x="211" y="177"/>
                    <a:pt x="212" y="178"/>
                  </a:cubicBezTo>
                  <a:cubicBezTo>
                    <a:pt x="215" y="179"/>
                    <a:pt x="220" y="177"/>
                    <a:pt x="222" y="175"/>
                  </a:cubicBezTo>
                  <a:cubicBezTo>
                    <a:pt x="224" y="174"/>
                    <a:pt x="228" y="169"/>
                    <a:pt x="229" y="167"/>
                  </a:cubicBezTo>
                  <a:cubicBezTo>
                    <a:pt x="230" y="164"/>
                    <a:pt x="231" y="158"/>
                    <a:pt x="231" y="155"/>
                  </a:cubicBezTo>
                  <a:cubicBezTo>
                    <a:pt x="230" y="152"/>
                    <a:pt x="225" y="147"/>
                    <a:pt x="225" y="144"/>
                  </a:cubicBezTo>
                  <a:cubicBezTo>
                    <a:pt x="224" y="142"/>
                    <a:pt x="224" y="138"/>
                    <a:pt x="225" y="136"/>
                  </a:cubicBezTo>
                  <a:cubicBezTo>
                    <a:pt x="225" y="135"/>
                    <a:pt x="228" y="133"/>
                    <a:pt x="230" y="133"/>
                  </a:cubicBezTo>
                  <a:cubicBezTo>
                    <a:pt x="232" y="132"/>
                    <a:pt x="236" y="132"/>
                    <a:pt x="238" y="133"/>
                  </a:cubicBezTo>
                  <a:cubicBezTo>
                    <a:pt x="239" y="133"/>
                    <a:pt x="241" y="136"/>
                    <a:pt x="243" y="136"/>
                  </a:cubicBezTo>
                  <a:cubicBezTo>
                    <a:pt x="245" y="137"/>
                    <a:pt x="249" y="135"/>
                    <a:pt x="251" y="135"/>
                  </a:cubicBezTo>
                  <a:cubicBezTo>
                    <a:pt x="254" y="134"/>
                    <a:pt x="258" y="130"/>
                    <a:pt x="261" y="129"/>
                  </a:cubicBezTo>
                  <a:cubicBezTo>
                    <a:pt x="262" y="128"/>
                    <a:pt x="265" y="129"/>
                    <a:pt x="266" y="129"/>
                  </a:cubicBezTo>
                  <a:cubicBezTo>
                    <a:pt x="269" y="130"/>
                    <a:pt x="275" y="134"/>
                    <a:pt x="278" y="134"/>
                  </a:cubicBezTo>
                  <a:cubicBezTo>
                    <a:pt x="280" y="135"/>
                    <a:pt x="286" y="135"/>
                    <a:pt x="288" y="135"/>
                  </a:cubicBezTo>
                  <a:cubicBezTo>
                    <a:pt x="291" y="134"/>
                    <a:pt x="297" y="132"/>
                    <a:pt x="299" y="131"/>
                  </a:cubicBezTo>
                  <a:cubicBezTo>
                    <a:pt x="302" y="129"/>
                    <a:pt x="305" y="125"/>
                    <a:pt x="306" y="123"/>
                  </a:cubicBezTo>
                  <a:cubicBezTo>
                    <a:pt x="307" y="121"/>
                    <a:pt x="308" y="117"/>
                    <a:pt x="307" y="116"/>
                  </a:cubicBezTo>
                  <a:cubicBezTo>
                    <a:pt x="307" y="113"/>
                    <a:pt x="303" y="109"/>
                    <a:pt x="302" y="107"/>
                  </a:cubicBezTo>
                  <a:cubicBezTo>
                    <a:pt x="300" y="105"/>
                    <a:pt x="297" y="100"/>
                    <a:pt x="296" y="97"/>
                  </a:cubicBezTo>
                  <a:cubicBezTo>
                    <a:pt x="295" y="95"/>
                    <a:pt x="295" y="90"/>
                    <a:pt x="296" y="88"/>
                  </a:cubicBezTo>
                  <a:cubicBezTo>
                    <a:pt x="296" y="86"/>
                    <a:pt x="298" y="82"/>
                    <a:pt x="300" y="82"/>
                  </a:cubicBezTo>
                  <a:cubicBezTo>
                    <a:pt x="302" y="81"/>
                    <a:pt x="306" y="82"/>
                    <a:pt x="307" y="83"/>
                  </a:cubicBezTo>
                  <a:cubicBezTo>
                    <a:pt x="309" y="84"/>
                    <a:pt x="309" y="90"/>
                    <a:pt x="311" y="92"/>
                  </a:cubicBezTo>
                  <a:cubicBezTo>
                    <a:pt x="312" y="93"/>
                    <a:pt x="315" y="94"/>
                    <a:pt x="317" y="94"/>
                  </a:cubicBezTo>
                  <a:cubicBezTo>
                    <a:pt x="319" y="94"/>
                    <a:pt x="321" y="91"/>
                    <a:pt x="322" y="89"/>
                  </a:cubicBezTo>
                  <a:cubicBezTo>
                    <a:pt x="323" y="87"/>
                    <a:pt x="323" y="82"/>
                    <a:pt x="324" y="79"/>
                  </a:cubicBezTo>
                  <a:cubicBezTo>
                    <a:pt x="326" y="77"/>
                    <a:pt x="329" y="73"/>
                    <a:pt x="331" y="73"/>
                  </a:cubicBezTo>
                  <a:cubicBezTo>
                    <a:pt x="333" y="72"/>
                    <a:pt x="337" y="73"/>
                    <a:pt x="339" y="74"/>
                  </a:cubicBezTo>
                  <a:cubicBezTo>
                    <a:pt x="340" y="75"/>
                    <a:pt x="342" y="80"/>
                    <a:pt x="343" y="82"/>
                  </a:cubicBezTo>
                  <a:cubicBezTo>
                    <a:pt x="345" y="84"/>
                    <a:pt x="350" y="87"/>
                    <a:pt x="352" y="88"/>
                  </a:cubicBezTo>
                  <a:cubicBezTo>
                    <a:pt x="355" y="89"/>
                    <a:pt x="360" y="89"/>
                    <a:pt x="363" y="89"/>
                  </a:cubicBezTo>
                  <a:cubicBezTo>
                    <a:pt x="366" y="89"/>
                    <a:pt x="372" y="89"/>
                    <a:pt x="375" y="90"/>
                  </a:cubicBezTo>
                  <a:cubicBezTo>
                    <a:pt x="377" y="90"/>
                    <a:pt x="382" y="93"/>
                    <a:pt x="385" y="93"/>
                  </a:cubicBezTo>
                  <a:cubicBezTo>
                    <a:pt x="386" y="93"/>
                    <a:pt x="389" y="90"/>
                    <a:pt x="390" y="89"/>
                  </a:cubicBezTo>
                  <a:cubicBezTo>
                    <a:pt x="392" y="87"/>
                    <a:pt x="393" y="83"/>
                    <a:pt x="394" y="81"/>
                  </a:cubicBezTo>
                  <a:cubicBezTo>
                    <a:pt x="395" y="78"/>
                    <a:pt x="397" y="71"/>
                    <a:pt x="397" y="68"/>
                  </a:cubicBezTo>
                  <a:cubicBezTo>
                    <a:pt x="397" y="66"/>
                    <a:pt x="394" y="61"/>
                    <a:pt x="394" y="58"/>
                  </a:cubicBezTo>
                  <a:cubicBezTo>
                    <a:pt x="394" y="56"/>
                    <a:pt x="394" y="52"/>
                    <a:pt x="396" y="50"/>
                  </a:cubicBezTo>
                  <a:cubicBezTo>
                    <a:pt x="397" y="49"/>
                    <a:pt x="401" y="50"/>
                    <a:pt x="403" y="49"/>
                  </a:cubicBezTo>
                  <a:cubicBezTo>
                    <a:pt x="405" y="48"/>
                    <a:pt x="410" y="44"/>
                    <a:pt x="412" y="42"/>
                  </a:cubicBezTo>
                  <a:cubicBezTo>
                    <a:pt x="415" y="41"/>
                    <a:pt x="421" y="39"/>
                    <a:pt x="423" y="36"/>
                  </a:cubicBezTo>
                  <a:cubicBezTo>
                    <a:pt x="424" y="34"/>
                    <a:pt x="423" y="30"/>
                    <a:pt x="424" y="27"/>
                  </a:cubicBezTo>
                  <a:cubicBezTo>
                    <a:pt x="424" y="26"/>
                    <a:pt x="423" y="21"/>
                    <a:pt x="425" y="20"/>
                  </a:cubicBezTo>
                  <a:cubicBezTo>
                    <a:pt x="426" y="19"/>
                    <a:pt x="430" y="18"/>
                    <a:pt x="432" y="19"/>
                  </a:cubicBezTo>
                  <a:cubicBezTo>
                    <a:pt x="435" y="19"/>
                    <a:pt x="438" y="22"/>
                    <a:pt x="440" y="23"/>
                  </a:cubicBezTo>
                  <a:cubicBezTo>
                    <a:pt x="442" y="24"/>
                    <a:pt x="446" y="26"/>
                    <a:pt x="448" y="27"/>
                  </a:cubicBezTo>
                  <a:cubicBezTo>
                    <a:pt x="451" y="27"/>
                    <a:pt x="456" y="25"/>
                    <a:pt x="459" y="23"/>
                  </a:cubicBezTo>
                  <a:cubicBezTo>
                    <a:pt x="461" y="22"/>
                    <a:pt x="465" y="18"/>
                    <a:pt x="467" y="16"/>
                  </a:cubicBezTo>
                  <a:cubicBezTo>
                    <a:pt x="468" y="14"/>
                    <a:pt x="470" y="9"/>
                    <a:pt x="471" y="7"/>
                  </a:cubicBezTo>
                  <a:cubicBezTo>
                    <a:pt x="472" y="7"/>
                    <a:pt x="473" y="6"/>
                    <a:pt x="474" y="5"/>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1"/>
            <p:cNvSpPr>
              <a:spLocks/>
            </p:cNvSpPr>
            <p:nvPr/>
          </p:nvSpPr>
          <p:spPr bwMode="auto">
            <a:xfrm>
              <a:off x="2827338" y="3006725"/>
              <a:ext cx="1820863" cy="1414463"/>
            </a:xfrm>
            <a:custGeom>
              <a:avLst/>
              <a:gdLst/>
              <a:ahLst/>
              <a:cxnLst>
                <a:cxn ang="0">
                  <a:pos x="1193" y="500"/>
                </a:cxn>
                <a:cxn ang="0">
                  <a:pos x="1153" y="558"/>
                </a:cxn>
                <a:cxn ang="0">
                  <a:pos x="1187" y="568"/>
                </a:cxn>
                <a:cxn ang="0">
                  <a:pos x="1215" y="608"/>
                </a:cxn>
                <a:cxn ang="0">
                  <a:pos x="1184" y="620"/>
                </a:cxn>
                <a:cxn ang="0">
                  <a:pos x="1071" y="572"/>
                </a:cxn>
                <a:cxn ang="0">
                  <a:pos x="1019" y="592"/>
                </a:cxn>
                <a:cxn ang="0">
                  <a:pos x="972" y="595"/>
                </a:cxn>
                <a:cxn ang="0">
                  <a:pos x="933" y="556"/>
                </a:cxn>
                <a:cxn ang="0">
                  <a:pos x="866" y="578"/>
                </a:cxn>
                <a:cxn ang="0">
                  <a:pos x="857" y="680"/>
                </a:cxn>
                <a:cxn ang="0">
                  <a:pos x="840" y="759"/>
                </a:cxn>
                <a:cxn ang="0">
                  <a:pos x="775" y="753"/>
                </a:cxn>
                <a:cxn ang="0">
                  <a:pos x="744" y="793"/>
                </a:cxn>
                <a:cxn ang="0">
                  <a:pos x="687" y="874"/>
                </a:cxn>
                <a:cxn ang="0">
                  <a:pos x="673" y="934"/>
                </a:cxn>
                <a:cxn ang="0">
                  <a:pos x="620" y="891"/>
                </a:cxn>
                <a:cxn ang="0">
                  <a:pos x="553" y="870"/>
                </a:cxn>
                <a:cxn ang="0">
                  <a:pos x="527" y="905"/>
                </a:cxn>
                <a:cxn ang="0">
                  <a:pos x="499" y="916"/>
                </a:cxn>
                <a:cxn ang="0">
                  <a:pos x="458" y="952"/>
                </a:cxn>
                <a:cxn ang="0">
                  <a:pos x="385" y="918"/>
                </a:cxn>
                <a:cxn ang="0">
                  <a:pos x="308" y="898"/>
                </a:cxn>
                <a:cxn ang="0">
                  <a:pos x="292" y="850"/>
                </a:cxn>
                <a:cxn ang="0">
                  <a:pos x="264" y="808"/>
                </a:cxn>
                <a:cxn ang="0">
                  <a:pos x="184" y="750"/>
                </a:cxn>
                <a:cxn ang="0">
                  <a:pos x="158" y="704"/>
                </a:cxn>
                <a:cxn ang="0">
                  <a:pos x="107" y="635"/>
                </a:cxn>
                <a:cxn ang="0">
                  <a:pos x="65" y="621"/>
                </a:cxn>
                <a:cxn ang="0">
                  <a:pos x="3" y="548"/>
                </a:cxn>
                <a:cxn ang="0">
                  <a:pos x="39" y="474"/>
                </a:cxn>
                <a:cxn ang="0">
                  <a:pos x="45" y="404"/>
                </a:cxn>
                <a:cxn ang="0">
                  <a:pos x="100" y="368"/>
                </a:cxn>
                <a:cxn ang="0">
                  <a:pos x="100" y="323"/>
                </a:cxn>
                <a:cxn ang="0">
                  <a:pos x="115" y="274"/>
                </a:cxn>
                <a:cxn ang="0">
                  <a:pos x="148" y="211"/>
                </a:cxn>
                <a:cxn ang="0">
                  <a:pos x="150" y="129"/>
                </a:cxn>
                <a:cxn ang="0">
                  <a:pos x="159" y="80"/>
                </a:cxn>
                <a:cxn ang="0">
                  <a:pos x="217" y="74"/>
                </a:cxn>
                <a:cxn ang="0">
                  <a:pos x="289" y="61"/>
                </a:cxn>
                <a:cxn ang="0">
                  <a:pos x="339" y="59"/>
                </a:cxn>
                <a:cxn ang="0">
                  <a:pos x="428" y="39"/>
                </a:cxn>
                <a:cxn ang="0">
                  <a:pos x="499" y="66"/>
                </a:cxn>
                <a:cxn ang="0">
                  <a:pos x="551" y="67"/>
                </a:cxn>
                <a:cxn ang="0">
                  <a:pos x="596" y="69"/>
                </a:cxn>
                <a:cxn ang="0">
                  <a:pos x="627" y="85"/>
                </a:cxn>
                <a:cxn ang="0">
                  <a:pos x="668" y="89"/>
                </a:cxn>
                <a:cxn ang="0">
                  <a:pos x="717" y="43"/>
                </a:cxn>
                <a:cxn ang="0">
                  <a:pos x="763" y="22"/>
                </a:cxn>
                <a:cxn ang="0">
                  <a:pos x="806" y="42"/>
                </a:cxn>
                <a:cxn ang="0">
                  <a:pos x="836" y="75"/>
                </a:cxn>
                <a:cxn ang="0">
                  <a:pos x="822" y="133"/>
                </a:cxn>
                <a:cxn ang="0">
                  <a:pos x="813" y="252"/>
                </a:cxn>
                <a:cxn ang="0">
                  <a:pos x="848" y="298"/>
                </a:cxn>
                <a:cxn ang="0">
                  <a:pos x="894" y="302"/>
                </a:cxn>
                <a:cxn ang="0">
                  <a:pos x="928" y="324"/>
                </a:cxn>
                <a:cxn ang="0">
                  <a:pos x="942" y="347"/>
                </a:cxn>
                <a:cxn ang="0">
                  <a:pos x="984" y="348"/>
                </a:cxn>
                <a:cxn ang="0">
                  <a:pos x="1023" y="370"/>
                </a:cxn>
                <a:cxn ang="0">
                  <a:pos x="1073" y="387"/>
                </a:cxn>
                <a:cxn ang="0">
                  <a:pos x="1119" y="448"/>
                </a:cxn>
                <a:cxn ang="0">
                  <a:pos x="1183" y="441"/>
                </a:cxn>
                <a:cxn ang="0">
                  <a:pos x="1212" y="472"/>
                </a:cxn>
              </a:cxnLst>
              <a:rect l="0" t="0" r="r" b="b"/>
              <a:pathLst>
                <a:path w="1226" h="953">
                  <a:moveTo>
                    <a:pt x="1222" y="476"/>
                  </a:moveTo>
                  <a:cubicBezTo>
                    <a:pt x="1224" y="477"/>
                    <a:pt x="1226" y="482"/>
                    <a:pt x="1225" y="484"/>
                  </a:cubicBezTo>
                  <a:cubicBezTo>
                    <a:pt x="1224" y="486"/>
                    <a:pt x="1221" y="488"/>
                    <a:pt x="1219" y="489"/>
                  </a:cubicBezTo>
                  <a:cubicBezTo>
                    <a:pt x="1217" y="490"/>
                    <a:pt x="1211" y="489"/>
                    <a:pt x="1208" y="489"/>
                  </a:cubicBezTo>
                  <a:cubicBezTo>
                    <a:pt x="1207" y="490"/>
                    <a:pt x="1203" y="491"/>
                    <a:pt x="1202" y="492"/>
                  </a:cubicBezTo>
                  <a:cubicBezTo>
                    <a:pt x="1199" y="494"/>
                    <a:pt x="1194" y="498"/>
                    <a:pt x="1193" y="500"/>
                  </a:cubicBezTo>
                  <a:cubicBezTo>
                    <a:pt x="1190" y="503"/>
                    <a:pt x="1187" y="511"/>
                    <a:pt x="1186" y="515"/>
                  </a:cubicBezTo>
                  <a:cubicBezTo>
                    <a:pt x="1185" y="517"/>
                    <a:pt x="1183" y="522"/>
                    <a:pt x="1182" y="524"/>
                  </a:cubicBezTo>
                  <a:cubicBezTo>
                    <a:pt x="1180" y="527"/>
                    <a:pt x="1177" y="533"/>
                    <a:pt x="1174" y="535"/>
                  </a:cubicBezTo>
                  <a:cubicBezTo>
                    <a:pt x="1172" y="538"/>
                    <a:pt x="1165" y="541"/>
                    <a:pt x="1162" y="543"/>
                  </a:cubicBezTo>
                  <a:cubicBezTo>
                    <a:pt x="1160" y="544"/>
                    <a:pt x="1157" y="546"/>
                    <a:pt x="1155" y="547"/>
                  </a:cubicBezTo>
                  <a:cubicBezTo>
                    <a:pt x="1154" y="550"/>
                    <a:pt x="1153" y="555"/>
                    <a:pt x="1153" y="558"/>
                  </a:cubicBezTo>
                  <a:cubicBezTo>
                    <a:pt x="1153" y="559"/>
                    <a:pt x="1153" y="561"/>
                    <a:pt x="1154" y="562"/>
                  </a:cubicBezTo>
                  <a:cubicBezTo>
                    <a:pt x="1154" y="564"/>
                    <a:pt x="1157" y="565"/>
                    <a:pt x="1158" y="566"/>
                  </a:cubicBezTo>
                  <a:cubicBezTo>
                    <a:pt x="1161" y="566"/>
                    <a:pt x="1166" y="566"/>
                    <a:pt x="1168" y="566"/>
                  </a:cubicBezTo>
                  <a:cubicBezTo>
                    <a:pt x="1170" y="566"/>
                    <a:pt x="1173" y="564"/>
                    <a:pt x="1174" y="564"/>
                  </a:cubicBezTo>
                  <a:cubicBezTo>
                    <a:pt x="1176" y="564"/>
                    <a:pt x="1180" y="564"/>
                    <a:pt x="1182" y="565"/>
                  </a:cubicBezTo>
                  <a:cubicBezTo>
                    <a:pt x="1183" y="565"/>
                    <a:pt x="1186" y="567"/>
                    <a:pt x="1187" y="568"/>
                  </a:cubicBezTo>
                  <a:cubicBezTo>
                    <a:pt x="1188" y="569"/>
                    <a:pt x="1188" y="574"/>
                    <a:pt x="1189" y="576"/>
                  </a:cubicBezTo>
                  <a:cubicBezTo>
                    <a:pt x="1189" y="577"/>
                    <a:pt x="1189" y="580"/>
                    <a:pt x="1190" y="582"/>
                  </a:cubicBezTo>
                  <a:cubicBezTo>
                    <a:pt x="1191" y="584"/>
                    <a:pt x="1194" y="589"/>
                    <a:pt x="1196" y="591"/>
                  </a:cubicBezTo>
                  <a:cubicBezTo>
                    <a:pt x="1198" y="593"/>
                    <a:pt x="1202" y="594"/>
                    <a:pt x="1204" y="596"/>
                  </a:cubicBezTo>
                  <a:cubicBezTo>
                    <a:pt x="1206" y="597"/>
                    <a:pt x="1211" y="601"/>
                    <a:pt x="1212" y="603"/>
                  </a:cubicBezTo>
                  <a:cubicBezTo>
                    <a:pt x="1213" y="604"/>
                    <a:pt x="1214" y="606"/>
                    <a:pt x="1215" y="608"/>
                  </a:cubicBezTo>
                  <a:cubicBezTo>
                    <a:pt x="1212" y="609"/>
                    <a:pt x="1210" y="611"/>
                    <a:pt x="1208" y="612"/>
                  </a:cubicBezTo>
                  <a:cubicBezTo>
                    <a:pt x="1206" y="614"/>
                    <a:pt x="1203" y="621"/>
                    <a:pt x="1201" y="624"/>
                  </a:cubicBezTo>
                  <a:cubicBezTo>
                    <a:pt x="1201" y="626"/>
                    <a:pt x="1201" y="631"/>
                    <a:pt x="1200" y="634"/>
                  </a:cubicBezTo>
                  <a:cubicBezTo>
                    <a:pt x="1199" y="635"/>
                    <a:pt x="1198" y="637"/>
                    <a:pt x="1197" y="639"/>
                  </a:cubicBezTo>
                  <a:cubicBezTo>
                    <a:pt x="1196" y="638"/>
                    <a:pt x="1195" y="637"/>
                    <a:pt x="1194" y="636"/>
                  </a:cubicBezTo>
                  <a:cubicBezTo>
                    <a:pt x="1191" y="632"/>
                    <a:pt x="1187" y="623"/>
                    <a:pt x="1184" y="620"/>
                  </a:cubicBezTo>
                  <a:cubicBezTo>
                    <a:pt x="1181" y="617"/>
                    <a:pt x="1175" y="613"/>
                    <a:pt x="1171" y="611"/>
                  </a:cubicBezTo>
                  <a:cubicBezTo>
                    <a:pt x="1167" y="609"/>
                    <a:pt x="1158" y="607"/>
                    <a:pt x="1154" y="605"/>
                  </a:cubicBezTo>
                  <a:cubicBezTo>
                    <a:pt x="1149" y="604"/>
                    <a:pt x="1139" y="602"/>
                    <a:pt x="1134" y="600"/>
                  </a:cubicBezTo>
                  <a:cubicBezTo>
                    <a:pt x="1128" y="597"/>
                    <a:pt x="1117" y="589"/>
                    <a:pt x="1111" y="587"/>
                  </a:cubicBezTo>
                  <a:cubicBezTo>
                    <a:pt x="1106" y="585"/>
                    <a:pt x="1096" y="582"/>
                    <a:pt x="1092" y="580"/>
                  </a:cubicBezTo>
                  <a:cubicBezTo>
                    <a:pt x="1087" y="578"/>
                    <a:pt x="1077" y="574"/>
                    <a:pt x="1071" y="572"/>
                  </a:cubicBezTo>
                  <a:cubicBezTo>
                    <a:pt x="1068" y="570"/>
                    <a:pt x="1061" y="568"/>
                    <a:pt x="1058" y="567"/>
                  </a:cubicBezTo>
                  <a:cubicBezTo>
                    <a:pt x="1054" y="567"/>
                    <a:pt x="1047" y="567"/>
                    <a:pt x="1043" y="568"/>
                  </a:cubicBezTo>
                  <a:cubicBezTo>
                    <a:pt x="1041" y="568"/>
                    <a:pt x="1035" y="568"/>
                    <a:pt x="1033" y="570"/>
                  </a:cubicBezTo>
                  <a:cubicBezTo>
                    <a:pt x="1031" y="572"/>
                    <a:pt x="1030" y="579"/>
                    <a:pt x="1029" y="581"/>
                  </a:cubicBezTo>
                  <a:cubicBezTo>
                    <a:pt x="1028" y="583"/>
                    <a:pt x="1026" y="587"/>
                    <a:pt x="1025" y="589"/>
                  </a:cubicBezTo>
                  <a:cubicBezTo>
                    <a:pt x="1023" y="590"/>
                    <a:pt x="1021" y="592"/>
                    <a:pt x="1019" y="592"/>
                  </a:cubicBezTo>
                  <a:cubicBezTo>
                    <a:pt x="1016" y="593"/>
                    <a:pt x="1010" y="588"/>
                    <a:pt x="1007" y="588"/>
                  </a:cubicBezTo>
                  <a:cubicBezTo>
                    <a:pt x="1006" y="588"/>
                    <a:pt x="1003" y="590"/>
                    <a:pt x="1002" y="591"/>
                  </a:cubicBezTo>
                  <a:cubicBezTo>
                    <a:pt x="1000" y="592"/>
                    <a:pt x="998" y="598"/>
                    <a:pt x="996" y="600"/>
                  </a:cubicBezTo>
                  <a:cubicBezTo>
                    <a:pt x="994" y="601"/>
                    <a:pt x="990" y="605"/>
                    <a:pt x="988" y="606"/>
                  </a:cubicBezTo>
                  <a:cubicBezTo>
                    <a:pt x="985" y="606"/>
                    <a:pt x="979" y="605"/>
                    <a:pt x="977" y="603"/>
                  </a:cubicBezTo>
                  <a:cubicBezTo>
                    <a:pt x="975" y="602"/>
                    <a:pt x="973" y="597"/>
                    <a:pt x="972" y="595"/>
                  </a:cubicBezTo>
                  <a:cubicBezTo>
                    <a:pt x="972" y="592"/>
                    <a:pt x="974" y="587"/>
                    <a:pt x="974" y="584"/>
                  </a:cubicBezTo>
                  <a:cubicBezTo>
                    <a:pt x="974" y="582"/>
                    <a:pt x="973" y="576"/>
                    <a:pt x="972" y="574"/>
                  </a:cubicBezTo>
                  <a:cubicBezTo>
                    <a:pt x="971" y="571"/>
                    <a:pt x="968" y="567"/>
                    <a:pt x="966" y="566"/>
                  </a:cubicBezTo>
                  <a:cubicBezTo>
                    <a:pt x="964" y="565"/>
                    <a:pt x="959" y="565"/>
                    <a:pt x="957" y="565"/>
                  </a:cubicBezTo>
                  <a:cubicBezTo>
                    <a:pt x="954" y="565"/>
                    <a:pt x="949" y="566"/>
                    <a:pt x="946" y="565"/>
                  </a:cubicBezTo>
                  <a:cubicBezTo>
                    <a:pt x="943" y="564"/>
                    <a:pt x="936" y="559"/>
                    <a:pt x="933" y="556"/>
                  </a:cubicBezTo>
                  <a:cubicBezTo>
                    <a:pt x="929" y="554"/>
                    <a:pt x="923" y="546"/>
                    <a:pt x="919" y="544"/>
                  </a:cubicBezTo>
                  <a:cubicBezTo>
                    <a:pt x="915" y="542"/>
                    <a:pt x="906" y="540"/>
                    <a:pt x="901" y="540"/>
                  </a:cubicBezTo>
                  <a:cubicBezTo>
                    <a:pt x="898" y="539"/>
                    <a:pt x="891" y="539"/>
                    <a:pt x="888" y="540"/>
                  </a:cubicBezTo>
                  <a:cubicBezTo>
                    <a:pt x="886" y="541"/>
                    <a:pt x="881" y="544"/>
                    <a:pt x="880" y="546"/>
                  </a:cubicBezTo>
                  <a:cubicBezTo>
                    <a:pt x="877" y="550"/>
                    <a:pt x="873" y="558"/>
                    <a:pt x="871" y="562"/>
                  </a:cubicBezTo>
                  <a:cubicBezTo>
                    <a:pt x="870" y="566"/>
                    <a:pt x="867" y="574"/>
                    <a:pt x="866" y="578"/>
                  </a:cubicBezTo>
                  <a:cubicBezTo>
                    <a:pt x="866" y="581"/>
                    <a:pt x="864" y="588"/>
                    <a:pt x="864" y="592"/>
                  </a:cubicBezTo>
                  <a:cubicBezTo>
                    <a:pt x="864" y="594"/>
                    <a:pt x="867" y="599"/>
                    <a:pt x="868" y="602"/>
                  </a:cubicBezTo>
                  <a:cubicBezTo>
                    <a:pt x="869" y="606"/>
                    <a:pt x="870" y="615"/>
                    <a:pt x="870" y="619"/>
                  </a:cubicBezTo>
                  <a:cubicBezTo>
                    <a:pt x="870" y="625"/>
                    <a:pt x="870" y="637"/>
                    <a:pt x="869" y="643"/>
                  </a:cubicBezTo>
                  <a:cubicBezTo>
                    <a:pt x="869" y="648"/>
                    <a:pt x="867" y="657"/>
                    <a:pt x="865" y="662"/>
                  </a:cubicBezTo>
                  <a:cubicBezTo>
                    <a:pt x="864" y="667"/>
                    <a:pt x="859" y="675"/>
                    <a:pt x="857" y="680"/>
                  </a:cubicBezTo>
                  <a:cubicBezTo>
                    <a:pt x="856" y="682"/>
                    <a:pt x="852" y="686"/>
                    <a:pt x="851" y="688"/>
                  </a:cubicBezTo>
                  <a:cubicBezTo>
                    <a:pt x="849" y="692"/>
                    <a:pt x="848" y="700"/>
                    <a:pt x="846" y="703"/>
                  </a:cubicBezTo>
                  <a:cubicBezTo>
                    <a:pt x="845" y="707"/>
                    <a:pt x="840" y="713"/>
                    <a:pt x="839" y="716"/>
                  </a:cubicBezTo>
                  <a:cubicBezTo>
                    <a:pt x="838" y="720"/>
                    <a:pt x="837" y="726"/>
                    <a:pt x="837" y="730"/>
                  </a:cubicBezTo>
                  <a:cubicBezTo>
                    <a:pt x="838" y="734"/>
                    <a:pt x="841" y="741"/>
                    <a:pt x="842" y="745"/>
                  </a:cubicBezTo>
                  <a:cubicBezTo>
                    <a:pt x="842" y="749"/>
                    <a:pt x="842" y="756"/>
                    <a:pt x="840" y="759"/>
                  </a:cubicBezTo>
                  <a:cubicBezTo>
                    <a:pt x="838" y="761"/>
                    <a:pt x="833" y="762"/>
                    <a:pt x="831" y="763"/>
                  </a:cubicBezTo>
                  <a:cubicBezTo>
                    <a:pt x="827" y="763"/>
                    <a:pt x="821" y="761"/>
                    <a:pt x="818" y="759"/>
                  </a:cubicBezTo>
                  <a:cubicBezTo>
                    <a:pt x="816" y="759"/>
                    <a:pt x="812" y="756"/>
                    <a:pt x="810" y="755"/>
                  </a:cubicBezTo>
                  <a:cubicBezTo>
                    <a:pt x="808" y="754"/>
                    <a:pt x="804" y="753"/>
                    <a:pt x="801" y="752"/>
                  </a:cubicBezTo>
                  <a:cubicBezTo>
                    <a:pt x="799" y="752"/>
                    <a:pt x="794" y="751"/>
                    <a:pt x="791" y="751"/>
                  </a:cubicBezTo>
                  <a:cubicBezTo>
                    <a:pt x="787" y="751"/>
                    <a:pt x="779" y="753"/>
                    <a:pt x="775" y="753"/>
                  </a:cubicBezTo>
                  <a:cubicBezTo>
                    <a:pt x="773" y="754"/>
                    <a:pt x="767" y="754"/>
                    <a:pt x="764" y="755"/>
                  </a:cubicBezTo>
                  <a:cubicBezTo>
                    <a:pt x="763" y="757"/>
                    <a:pt x="761" y="761"/>
                    <a:pt x="761" y="763"/>
                  </a:cubicBezTo>
                  <a:cubicBezTo>
                    <a:pt x="761" y="764"/>
                    <a:pt x="763" y="768"/>
                    <a:pt x="763" y="770"/>
                  </a:cubicBezTo>
                  <a:cubicBezTo>
                    <a:pt x="762" y="772"/>
                    <a:pt x="761" y="777"/>
                    <a:pt x="760" y="780"/>
                  </a:cubicBezTo>
                  <a:cubicBezTo>
                    <a:pt x="758" y="782"/>
                    <a:pt x="755" y="786"/>
                    <a:pt x="753" y="787"/>
                  </a:cubicBezTo>
                  <a:cubicBezTo>
                    <a:pt x="751" y="789"/>
                    <a:pt x="746" y="791"/>
                    <a:pt x="744" y="793"/>
                  </a:cubicBezTo>
                  <a:cubicBezTo>
                    <a:pt x="740" y="795"/>
                    <a:pt x="735" y="802"/>
                    <a:pt x="732" y="805"/>
                  </a:cubicBezTo>
                  <a:cubicBezTo>
                    <a:pt x="729" y="808"/>
                    <a:pt x="724" y="813"/>
                    <a:pt x="722" y="816"/>
                  </a:cubicBezTo>
                  <a:cubicBezTo>
                    <a:pt x="719" y="820"/>
                    <a:pt x="712" y="826"/>
                    <a:pt x="708" y="829"/>
                  </a:cubicBezTo>
                  <a:cubicBezTo>
                    <a:pt x="705" y="832"/>
                    <a:pt x="698" y="836"/>
                    <a:pt x="696" y="840"/>
                  </a:cubicBezTo>
                  <a:cubicBezTo>
                    <a:pt x="693" y="843"/>
                    <a:pt x="692" y="853"/>
                    <a:pt x="691" y="857"/>
                  </a:cubicBezTo>
                  <a:cubicBezTo>
                    <a:pt x="690" y="861"/>
                    <a:pt x="687" y="870"/>
                    <a:pt x="687" y="874"/>
                  </a:cubicBezTo>
                  <a:cubicBezTo>
                    <a:pt x="688" y="877"/>
                    <a:pt x="690" y="882"/>
                    <a:pt x="691" y="885"/>
                  </a:cubicBezTo>
                  <a:cubicBezTo>
                    <a:pt x="692" y="888"/>
                    <a:pt x="695" y="895"/>
                    <a:pt x="696" y="898"/>
                  </a:cubicBezTo>
                  <a:cubicBezTo>
                    <a:pt x="697" y="902"/>
                    <a:pt x="698" y="911"/>
                    <a:pt x="697" y="916"/>
                  </a:cubicBezTo>
                  <a:cubicBezTo>
                    <a:pt x="697" y="919"/>
                    <a:pt x="694" y="925"/>
                    <a:pt x="692" y="928"/>
                  </a:cubicBezTo>
                  <a:cubicBezTo>
                    <a:pt x="691" y="930"/>
                    <a:pt x="688" y="934"/>
                    <a:pt x="686" y="935"/>
                  </a:cubicBezTo>
                  <a:cubicBezTo>
                    <a:pt x="683" y="936"/>
                    <a:pt x="676" y="935"/>
                    <a:pt x="673" y="934"/>
                  </a:cubicBezTo>
                  <a:cubicBezTo>
                    <a:pt x="671" y="933"/>
                    <a:pt x="666" y="929"/>
                    <a:pt x="664" y="928"/>
                  </a:cubicBezTo>
                  <a:cubicBezTo>
                    <a:pt x="661" y="925"/>
                    <a:pt x="655" y="919"/>
                    <a:pt x="653" y="916"/>
                  </a:cubicBezTo>
                  <a:cubicBezTo>
                    <a:pt x="651" y="913"/>
                    <a:pt x="649" y="906"/>
                    <a:pt x="647" y="902"/>
                  </a:cubicBezTo>
                  <a:cubicBezTo>
                    <a:pt x="646" y="900"/>
                    <a:pt x="642" y="895"/>
                    <a:pt x="640" y="893"/>
                  </a:cubicBezTo>
                  <a:cubicBezTo>
                    <a:pt x="637" y="891"/>
                    <a:pt x="631" y="889"/>
                    <a:pt x="628" y="889"/>
                  </a:cubicBezTo>
                  <a:cubicBezTo>
                    <a:pt x="626" y="889"/>
                    <a:pt x="622" y="891"/>
                    <a:pt x="620" y="891"/>
                  </a:cubicBezTo>
                  <a:cubicBezTo>
                    <a:pt x="617" y="893"/>
                    <a:pt x="613" y="896"/>
                    <a:pt x="610" y="897"/>
                  </a:cubicBezTo>
                  <a:cubicBezTo>
                    <a:pt x="608" y="898"/>
                    <a:pt x="603" y="898"/>
                    <a:pt x="600" y="898"/>
                  </a:cubicBezTo>
                  <a:cubicBezTo>
                    <a:pt x="596" y="898"/>
                    <a:pt x="588" y="898"/>
                    <a:pt x="585" y="896"/>
                  </a:cubicBezTo>
                  <a:cubicBezTo>
                    <a:pt x="582" y="896"/>
                    <a:pt x="578" y="893"/>
                    <a:pt x="576" y="892"/>
                  </a:cubicBezTo>
                  <a:cubicBezTo>
                    <a:pt x="572" y="889"/>
                    <a:pt x="567" y="882"/>
                    <a:pt x="563" y="879"/>
                  </a:cubicBezTo>
                  <a:cubicBezTo>
                    <a:pt x="561" y="877"/>
                    <a:pt x="556" y="872"/>
                    <a:pt x="553" y="870"/>
                  </a:cubicBezTo>
                  <a:cubicBezTo>
                    <a:pt x="551" y="869"/>
                    <a:pt x="547" y="869"/>
                    <a:pt x="545" y="869"/>
                  </a:cubicBezTo>
                  <a:cubicBezTo>
                    <a:pt x="543" y="869"/>
                    <a:pt x="541" y="870"/>
                    <a:pt x="539" y="871"/>
                  </a:cubicBezTo>
                  <a:cubicBezTo>
                    <a:pt x="538" y="872"/>
                    <a:pt x="536" y="876"/>
                    <a:pt x="535" y="879"/>
                  </a:cubicBezTo>
                  <a:cubicBezTo>
                    <a:pt x="535" y="882"/>
                    <a:pt x="535" y="889"/>
                    <a:pt x="535" y="893"/>
                  </a:cubicBezTo>
                  <a:cubicBezTo>
                    <a:pt x="534" y="895"/>
                    <a:pt x="534" y="901"/>
                    <a:pt x="532" y="903"/>
                  </a:cubicBezTo>
                  <a:cubicBezTo>
                    <a:pt x="531" y="904"/>
                    <a:pt x="529" y="905"/>
                    <a:pt x="527" y="905"/>
                  </a:cubicBezTo>
                  <a:cubicBezTo>
                    <a:pt x="526" y="905"/>
                    <a:pt x="523" y="904"/>
                    <a:pt x="521" y="904"/>
                  </a:cubicBezTo>
                  <a:cubicBezTo>
                    <a:pt x="520" y="904"/>
                    <a:pt x="518" y="904"/>
                    <a:pt x="518" y="905"/>
                  </a:cubicBezTo>
                  <a:cubicBezTo>
                    <a:pt x="516" y="906"/>
                    <a:pt x="514" y="910"/>
                    <a:pt x="513" y="911"/>
                  </a:cubicBezTo>
                  <a:cubicBezTo>
                    <a:pt x="512" y="913"/>
                    <a:pt x="513" y="918"/>
                    <a:pt x="511" y="920"/>
                  </a:cubicBezTo>
                  <a:cubicBezTo>
                    <a:pt x="510" y="921"/>
                    <a:pt x="506" y="921"/>
                    <a:pt x="505" y="920"/>
                  </a:cubicBezTo>
                  <a:cubicBezTo>
                    <a:pt x="503" y="920"/>
                    <a:pt x="500" y="917"/>
                    <a:pt x="499" y="916"/>
                  </a:cubicBezTo>
                  <a:cubicBezTo>
                    <a:pt x="497" y="916"/>
                    <a:pt x="494" y="914"/>
                    <a:pt x="492" y="914"/>
                  </a:cubicBezTo>
                  <a:cubicBezTo>
                    <a:pt x="491" y="915"/>
                    <a:pt x="488" y="917"/>
                    <a:pt x="488" y="918"/>
                  </a:cubicBezTo>
                  <a:cubicBezTo>
                    <a:pt x="487" y="919"/>
                    <a:pt x="486" y="923"/>
                    <a:pt x="486" y="924"/>
                  </a:cubicBezTo>
                  <a:cubicBezTo>
                    <a:pt x="485" y="926"/>
                    <a:pt x="484" y="931"/>
                    <a:pt x="483" y="933"/>
                  </a:cubicBezTo>
                  <a:cubicBezTo>
                    <a:pt x="481" y="937"/>
                    <a:pt x="475" y="943"/>
                    <a:pt x="471" y="946"/>
                  </a:cubicBezTo>
                  <a:cubicBezTo>
                    <a:pt x="468" y="948"/>
                    <a:pt x="461" y="951"/>
                    <a:pt x="458" y="952"/>
                  </a:cubicBezTo>
                  <a:cubicBezTo>
                    <a:pt x="455" y="952"/>
                    <a:pt x="450" y="953"/>
                    <a:pt x="447" y="952"/>
                  </a:cubicBezTo>
                  <a:cubicBezTo>
                    <a:pt x="444" y="951"/>
                    <a:pt x="437" y="946"/>
                    <a:pt x="434" y="944"/>
                  </a:cubicBezTo>
                  <a:cubicBezTo>
                    <a:pt x="432" y="942"/>
                    <a:pt x="429" y="937"/>
                    <a:pt x="427" y="936"/>
                  </a:cubicBezTo>
                  <a:cubicBezTo>
                    <a:pt x="425" y="933"/>
                    <a:pt x="420" y="929"/>
                    <a:pt x="417" y="928"/>
                  </a:cubicBezTo>
                  <a:cubicBezTo>
                    <a:pt x="414" y="926"/>
                    <a:pt x="406" y="925"/>
                    <a:pt x="402" y="924"/>
                  </a:cubicBezTo>
                  <a:cubicBezTo>
                    <a:pt x="398" y="922"/>
                    <a:pt x="390" y="919"/>
                    <a:pt x="385" y="918"/>
                  </a:cubicBezTo>
                  <a:cubicBezTo>
                    <a:pt x="382" y="917"/>
                    <a:pt x="374" y="915"/>
                    <a:pt x="371" y="914"/>
                  </a:cubicBezTo>
                  <a:cubicBezTo>
                    <a:pt x="368" y="914"/>
                    <a:pt x="363" y="915"/>
                    <a:pt x="360" y="914"/>
                  </a:cubicBezTo>
                  <a:cubicBezTo>
                    <a:pt x="357" y="914"/>
                    <a:pt x="351" y="910"/>
                    <a:pt x="348" y="908"/>
                  </a:cubicBezTo>
                  <a:cubicBezTo>
                    <a:pt x="345" y="907"/>
                    <a:pt x="339" y="905"/>
                    <a:pt x="336" y="904"/>
                  </a:cubicBezTo>
                  <a:cubicBezTo>
                    <a:pt x="332" y="903"/>
                    <a:pt x="324" y="902"/>
                    <a:pt x="320" y="901"/>
                  </a:cubicBezTo>
                  <a:cubicBezTo>
                    <a:pt x="317" y="900"/>
                    <a:pt x="311" y="899"/>
                    <a:pt x="308" y="898"/>
                  </a:cubicBezTo>
                  <a:cubicBezTo>
                    <a:pt x="305" y="898"/>
                    <a:pt x="300" y="898"/>
                    <a:pt x="297" y="897"/>
                  </a:cubicBezTo>
                  <a:cubicBezTo>
                    <a:pt x="295" y="895"/>
                    <a:pt x="292" y="891"/>
                    <a:pt x="290" y="889"/>
                  </a:cubicBezTo>
                  <a:cubicBezTo>
                    <a:pt x="289" y="887"/>
                    <a:pt x="286" y="882"/>
                    <a:pt x="285" y="879"/>
                  </a:cubicBezTo>
                  <a:cubicBezTo>
                    <a:pt x="284" y="876"/>
                    <a:pt x="284" y="871"/>
                    <a:pt x="284" y="869"/>
                  </a:cubicBezTo>
                  <a:cubicBezTo>
                    <a:pt x="284" y="867"/>
                    <a:pt x="285" y="863"/>
                    <a:pt x="286" y="861"/>
                  </a:cubicBezTo>
                  <a:cubicBezTo>
                    <a:pt x="287" y="858"/>
                    <a:pt x="291" y="853"/>
                    <a:pt x="292" y="850"/>
                  </a:cubicBezTo>
                  <a:cubicBezTo>
                    <a:pt x="293" y="847"/>
                    <a:pt x="294" y="842"/>
                    <a:pt x="293" y="839"/>
                  </a:cubicBezTo>
                  <a:cubicBezTo>
                    <a:pt x="293" y="836"/>
                    <a:pt x="291" y="831"/>
                    <a:pt x="290" y="829"/>
                  </a:cubicBezTo>
                  <a:cubicBezTo>
                    <a:pt x="289" y="827"/>
                    <a:pt x="285" y="822"/>
                    <a:pt x="283" y="820"/>
                  </a:cubicBezTo>
                  <a:cubicBezTo>
                    <a:pt x="282" y="818"/>
                    <a:pt x="280" y="813"/>
                    <a:pt x="278" y="811"/>
                  </a:cubicBezTo>
                  <a:cubicBezTo>
                    <a:pt x="277" y="810"/>
                    <a:pt x="272" y="808"/>
                    <a:pt x="270" y="808"/>
                  </a:cubicBezTo>
                  <a:cubicBezTo>
                    <a:pt x="269" y="808"/>
                    <a:pt x="265" y="809"/>
                    <a:pt x="264" y="808"/>
                  </a:cubicBezTo>
                  <a:cubicBezTo>
                    <a:pt x="261" y="807"/>
                    <a:pt x="256" y="804"/>
                    <a:pt x="254" y="802"/>
                  </a:cubicBezTo>
                  <a:cubicBezTo>
                    <a:pt x="250" y="799"/>
                    <a:pt x="244" y="792"/>
                    <a:pt x="240" y="788"/>
                  </a:cubicBezTo>
                  <a:cubicBezTo>
                    <a:pt x="236" y="785"/>
                    <a:pt x="228" y="778"/>
                    <a:pt x="223" y="775"/>
                  </a:cubicBezTo>
                  <a:cubicBezTo>
                    <a:pt x="220" y="772"/>
                    <a:pt x="213" y="765"/>
                    <a:pt x="209" y="763"/>
                  </a:cubicBezTo>
                  <a:cubicBezTo>
                    <a:pt x="205" y="760"/>
                    <a:pt x="198" y="756"/>
                    <a:pt x="194" y="754"/>
                  </a:cubicBezTo>
                  <a:cubicBezTo>
                    <a:pt x="192" y="753"/>
                    <a:pt x="187" y="751"/>
                    <a:pt x="184" y="750"/>
                  </a:cubicBezTo>
                  <a:cubicBezTo>
                    <a:pt x="181" y="750"/>
                    <a:pt x="175" y="750"/>
                    <a:pt x="173" y="749"/>
                  </a:cubicBezTo>
                  <a:cubicBezTo>
                    <a:pt x="170" y="748"/>
                    <a:pt x="165" y="743"/>
                    <a:pt x="163" y="741"/>
                  </a:cubicBezTo>
                  <a:cubicBezTo>
                    <a:pt x="162" y="739"/>
                    <a:pt x="161" y="734"/>
                    <a:pt x="161" y="731"/>
                  </a:cubicBezTo>
                  <a:cubicBezTo>
                    <a:pt x="161" y="729"/>
                    <a:pt x="162" y="723"/>
                    <a:pt x="162" y="720"/>
                  </a:cubicBezTo>
                  <a:cubicBezTo>
                    <a:pt x="162" y="718"/>
                    <a:pt x="164" y="715"/>
                    <a:pt x="163" y="713"/>
                  </a:cubicBezTo>
                  <a:cubicBezTo>
                    <a:pt x="163" y="710"/>
                    <a:pt x="160" y="706"/>
                    <a:pt x="158" y="704"/>
                  </a:cubicBezTo>
                  <a:cubicBezTo>
                    <a:pt x="155" y="702"/>
                    <a:pt x="149" y="699"/>
                    <a:pt x="146" y="696"/>
                  </a:cubicBezTo>
                  <a:cubicBezTo>
                    <a:pt x="144" y="694"/>
                    <a:pt x="140" y="689"/>
                    <a:pt x="138" y="686"/>
                  </a:cubicBezTo>
                  <a:cubicBezTo>
                    <a:pt x="137" y="684"/>
                    <a:pt x="135" y="677"/>
                    <a:pt x="134" y="675"/>
                  </a:cubicBezTo>
                  <a:cubicBezTo>
                    <a:pt x="133" y="671"/>
                    <a:pt x="129" y="665"/>
                    <a:pt x="127" y="662"/>
                  </a:cubicBezTo>
                  <a:cubicBezTo>
                    <a:pt x="125" y="658"/>
                    <a:pt x="121" y="650"/>
                    <a:pt x="118" y="647"/>
                  </a:cubicBezTo>
                  <a:cubicBezTo>
                    <a:pt x="116" y="644"/>
                    <a:pt x="110" y="637"/>
                    <a:pt x="107" y="635"/>
                  </a:cubicBezTo>
                  <a:cubicBezTo>
                    <a:pt x="105" y="634"/>
                    <a:pt x="100" y="633"/>
                    <a:pt x="97" y="633"/>
                  </a:cubicBezTo>
                  <a:cubicBezTo>
                    <a:pt x="95" y="633"/>
                    <a:pt x="91" y="636"/>
                    <a:pt x="89" y="637"/>
                  </a:cubicBezTo>
                  <a:cubicBezTo>
                    <a:pt x="88" y="638"/>
                    <a:pt x="86" y="641"/>
                    <a:pt x="84" y="641"/>
                  </a:cubicBezTo>
                  <a:cubicBezTo>
                    <a:pt x="82" y="641"/>
                    <a:pt x="78" y="640"/>
                    <a:pt x="77" y="639"/>
                  </a:cubicBezTo>
                  <a:cubicBezTo>
                    <a:pt x="75" y="638"/>
                    <a:pt x="73" y="633"/>
                    <a:pt x="71" y="631"/>
                  </a:cubicBezTo>
                  <a:cubicBezTo>
                    <a:pt x="70" y="628"/>
                    <a:pt x="67" y="624"/>
                    <a:pt x="65" y="621"/>
                  </a:cubicBezTo>
                  <a:cubicBezTo>
                    <a:pt x="64" y="618"/>
                    <a:pt x="61" y="611"/>
                    <a:pt x="59" y="608"/>
                  </a:cubicBezTo>
                  <a:cubicBezTo>
                    <a:pt x="57" y="604"/>
                    <a:pt x="53" y="596"/>
                    <a:pt x="50" y="592"/>
                  </a:cubicBezTo>
                  <a:cubicBezTo>
                    <a:pt x="47" y="587"/>
                    <a:pt x="39" y="578"/>
                    <a:pt x="34" y="574"/>
                  </a:cubicBezTo>
                  <a:cubicBezTo>
                    <a:pt x="30" y="570"/>
                    <a:pt x="20" y="562"/>
                    <a:pt x="14" y="560"/>
                  </a:cubicBezTo>
                  <a:cubicBezTo>
                    <a:pt x="11" y="559"/>
                    <a:pt x="5" y="558"/>
                    <a:pt x="0" y="558"/>
                  </a:cubicBezTo>
                  <a:cubicBezTo>
                    <a:pt x="1" y="555"/>
                    <a:pt x="2" y="550"/>
                    <a:pt x="3" y="548"/>
                  </a:cubicBezTo>
                  <a:cubicBezTo>
                    <a:pt x="4" y="544"/>
                    <a:pt x="4" y="537"/>
                    <a:pt x="5" y="533"/>
                  </a:cubicBezTo>
                  <a:cubicBezTo>
                    <a:pt x="5" y="531"/>
                    <a:pt x="4" y="526"/>
                    <a:pt x="5" y="524"/>
                  </a:cubicBezTo>
                  <a:cubicBezTo>
                    <a:pt x="6" y="520"/>
                    <a:pt x="10" y="515"/>
                    <a:pt x="13" y="512"/>
                  </a:cubicBezTo>
                  <a:cubicBezTo>
                    <a:pt x="16" y="508"/>
                    <a:pt x="25" y="503"/>
                    <a:pt x="29" y="500"/>
                  </a:cubicBezTo>
                  <a:cubicBezTo>
                    <a:pt x="32" y="498"/>
                    <a:pt x="37" y="494"/>
                    <a:pt x="38" y="491"/>
                  </a:cubicBezTo>
                  <a:cubicBezTo>
                    <a:pt x="40" y="487"/>
                    <a:pt x="39" y="478"/>
                    <a:pt x="39" y="474"/>
                  </a:cubicBezTo>
                  <a:cubicBezTo>
                    <a:pt x="39" y="469"/>
                    <a:pt x="40" y="460"/>
                    <a:pt x="39" y="455"/>
                  </a:cubicBezTo>
                  <a:cubicBezTo>
                    <a:pt x="39" y="452"/>
                    <a:pt x="37" y="446"/>
                    <a:pt x="37" y="443"/>
                  </a:cubicBezTo>
                  <a:cubicBezTo>
                    <a:pt x="36" y="438"/>
                    <a:pt x="37" y="429"/>
                    <a:pt x="37" y="424"/>
                  </a:cubicBezTo>
                  <a:cubicBezTo>
                    <a:pt x="37" y="421"/>
                    <a:pt x="37" y="415"/>
                    <a:pt x="38" y="412"/>
                  </a:cubicBezTo>
                  <a:cubicBezTo>
                    <a:pt x="39" y="410"/>
                    <a:pt x="39" y="405"/>
                    <a:pt x="41" y="404"/>
                  </a:cubicBezTo>
                  <a:cubicBezTo>
                    <a:pt x="42" y="404"/>
                    <a:pt x="44" y="404"/>
                    <a:pt x="45" y="404"/>
                  </a:cubicBezTo>
                  <a:cubicBezTo>
                    <a:pt x="48" y="405"/>
                    <a:pt x="51" y="407"/>
                    <a:pt x="54" y="408"/>
                  </a:cubicBezTo>
                  <a:cubicBezTo>
                    <a:pt x="56" y="408"/>
                    <a:pt x="61" y="408"/>
                    <a:pt x="64" y="407"/>
                  </a:cubicBezTo>
                  <a:cubicBezTo>
                    <a:pt x="67" y="406"/>
                    <a:pt x="73" y="401"/>
                    <a:pt x="76" y="398"/>
                  </a:cubicBezTo>
                  <a:cubicBezTo>
                    <a:pt x="79" y="396"/>
                    <a:pt x="87" y="391"/>
                    <a:pt x="90" y="388"/>
                  </a:cubicBezTo>
                  <a:cubicBezTo>
                    <a:pt x="92" y="386"/>
                    <a:pt x="94" y="381"/>
                    <a:pt x="95" y="378"/>
                  </a:cubicBezTo>
                  <a:cubicBezTo>
                    <a:pt x="97" y="376"/>
                    <a:pt x="99" y="370"/>
                    <a:pt x="100" y="368"/>
                  </a:cubicBezTo>
                  <a:cubicBezTo>
                    <a:pt x="101" y="366"/>
                    <a:pt x="104" y="362"/>
                    <a:pt x="105" y="360"/>
                  </a:cubicBezTo>
                  <a:cubicBezTo>
                    <a:pt x="106" y="358"/>
                    <a:pt x="107" y="353"/>
                    <a:pt x="107" y="350"/>
                  </a:cubicBezTo>
                  <a:cubicBezTo>
                    <a:pt x="106" y="348"/>
                    <a:pt x="104" y="344"/>
                    <a:pt x="103" y="343"/>
                  </a:cubicBezTo>
                  <a:cubicBezTo>
                    <a:pt x="102" y="342"/>
                    <a:pt x="99" y="340"/>
                    <a:pt x="98" y="338"/>
                  </a:cubicBezTo>
                  <a:cubicBezTo>
                    <a:pt x="97" y="336"/>
                    <a:pt x="98" y="332"/>
                    <a:pt x="98" y="330"/>
                  </a:cubicBezTo>
                  <a:cubicBezTo>
                    <a:pt x="98" y="328"/>
                    <a:pt x="99" y="324"/>
                    <a:pt x="100" y="323"/>
                  </a:cubicBezTo>
                  <a:cubicBezTo>
                    <a:pt x="101" y="322"/>
                    <a:pt x="104" y="321"/>
                    <a:pt x="105" y="320"/>
                  </a:cubicBezTo>
                  <a:cubicBezTo>
                    <a:pt x="106" y="318"/>
                    <a:pt x="108" y="312"/>
                    <a:pt x="108" y="310"/>
                  </a:cubicBezTo>
                  <a:cubicBezTo>
                    <a:pt x="108" y="307"/>
                    <a:pt x="104" y="303"/>
                    <a:pt x="104" y="301"/>
                  </a:cubicBezTo>
                  <a:cubicBezTo>
                    <a:pt x="103" y="299"/>
                    <a:pt x="103" y="294"/>
                    <a:pt x="104" y="292"/>
                  </a:cubicBezTo>
                  <a:cubicBezTo>
                    <a:pt x="104" y="290"/>
                    <a:pt x="108" y="287"/>
                    <a:pt x="109" y="286"/>
                  </a:cubicBezTo>
                  <a:cubicBezTo>
                    <a:pt x="111" y="283"/>
                    <a:pt x="113" y="277"/>
                    <a:pt x="115" y="274"/>
                  </a:cubicBezTo>
                  <a:cubicBezTo>
                    <a:pt x="116" y="271"/>
                    <a:pt x="119" y="265"/>
                    <a:pt x="121" y="262"/>
                  </a:cubicBezTo>
                  <a:cubicBezTo>
                    <a:pt x="122" y="261"/>
                    <a:pt x="125" y="258"/>
                    <a:pt x="126" y="256"/>
                  </a:cubicBezTo>
                  <a:cubicBezTo>
                    <a:pt x="127" y="254"/>
                    <a:pt x="127" y="247"/>
                    <a:pt x="129" y="244"/>
                  </a:cubicBezTo>
                  <a:cubicBezTo>
                    <a:pt x="130" y="242"/>
                    <a:pt x="134" y="239"/>
                    <a:pt x="136" y="237"/>
                  </a:cubicBezTo>
                  <a:cubicBezTo>
                    <a:pt x="138" y="235"/>
                    <a:pt x="141" y="229"/>
                    <a:pt x="142" y="227"/>
                  </a:cubicBezTo>
                  <a:cubicBezTo>
                    <a:pt x="144" y="223"/>
                    <a:pt x="147" y="215"/>
                    <a:pt x="148" y="211"/>
                  </a:cubicBezTo>
                  <a:cubicBezTo>
                    <a:pt x="148" y="207"/>
                    <a:pt x="147" y="198"/>
                    <a:pt x="146" y="194"/>
                  </a:cubicBezTo>
                  <a:cubicBezTo>
                    <a:pt x="145" y="191"/>
                    <a:pt x="142" y="187"/>
                    <a:pt x="141" y="185"/>
                  </a:cubicBezTo>
                  <a:cubicBezTo>
                    <a:pt x="140" y="183"/>
                    <a:pt x="137" y="179"/>
                    <a:pt x="137" y="177"/>
                  </a:cubicBezTo>
                  <a:cubicBezTo>
                    <a:pt x="137" y="172"/>
                    <a:pt x="141" y="163"/>
                    <a:pt x="142" y="159"/>
                  </a:cubicBezTo>
                  <a:cubicBezTo>
                    <a:pt x="144" y="155"/>
                    <a:pt x="148" y="148"/>
                    <a:pt x="149" y="144"/>
                  </a:cubicBezTo>
                  <a:cubicBezTo>
                    <a:pt x="150" y="141"/>
                    <a:pt x="151" y="133"/>
                    <a:pt x="150" y="129"/>
                  </a:cubicBezTo>
                  <a:cubicBezTo>
                    <a:pt x="150" y="125"/>
                    <a:pt x="146" y="115"/>
                    <a:pt x="145" y="111"/>
                  </a:cubicBezTo>
                  <a:cubicBezTo>
                    <a:pt x="143" y="108"/>
                    <a:pt x="139" y="102"/>
                    <a:pt x="139" y="99"/>
                  </a:cubicBezTo>
                  <a:cubicBezTo>
                    <a:pt x="138" y="96"/>
                    <a:pt x="139" y="88"/>
                    <a:pt x="141" y="85"/>
                  </a:cubicBezTo>
                  <a:cubicBezTo>
                    <a:pt x="141" y="83"/>
                    <a:pt x="144" y="80"/>
                    <a:pt x="145" y="77"/>
                  </a:cubicBezTo>
                  <a:cubicBezTo>
                    <a:pt x="147" y="78"/>
                    <a:pt x="149" y="79"/>
                    <a:pt x="151" y="79"/>
                  </a:cubicBezTo>
                  <a:cubicBezTo>
                    <a:pt x="152" y="80"/>
                    <a:pt x="157" y="81"/>
                    <a:pt x="159" y="80"/>
                  </a:cubicBezTo>
                  <a:cubicBezTo>
                    <a:pt x="161" y="80"/>
                    <a:pt x="165" y="76"/>
                    <a:pt x="167" y="75"/>
                  </a:cubicBezTo>
                  <a:cubicBezTo>
                    <a:pt x="169" y="74"/>
                    <a:pt x="174" y="71"/>
                    <a:pt x="177" y="71"/>
                  </a:cubicBezTo>
                  <a:cubicBezTo>
                    <a:pt x="179" y="70"/>
                    <a:pt x="185" y="71"/>
                    <a:pt x="187" y="71"/>
                  </a:cubicBezTo>
                  <a:cubicBezTo>
                    <a:pt x="189" y="72"/>
                    <a:pt x="194" y="74"/>
                    <a:pt x="196" y="75"/>
                  </a:cubicBezTo>
                  <a:cubicBezTo>
                    <a:pt x="198" y="75"/>
                    <a:pt x="202" y="75"/>
                    <a:pt x="205" y="75"/>
                  </a:cubicBezTo>
                  <a:cubicBezTo>
                    <a:pt x="208" y="75"/>
                    <a:pt x="214" y="73"/>
                    <a:pt x="217" y="74"/>
                  </a:cubicBezTo>
                  <a:cubicBezTo>
                    <a:pt x="220" y="74"/>
                    <a:pt x="224" y="77"/>
                    <a:pt x="227" y="78"/>
                  </a:cubicBezTo>
                  <a:cubicBezTo>
                    <a:pt x="230" y="79"/>
                    <a:pt x="235" y="80"/>
                    <a:pt x="238" y="80"/>
                  </a:cubicBezTo>
                  <a:cubicBezTo>
                    <a:pt x="242" y="80"/>
                    <a:pt x="251" y="79"/>
                    <a:pt x="255" y="78"/>
                  </a:cubicBezTo>
                  <a:cubicBezTo>
                    <a:pt x="257" y="77"/>
                    <a:pt x="262" y="75"/>
                    <a:pt x="265" y="73"/>
                  </a:cubicBezTo>
                  <a:cubicBezTo>
                    <a:pt x="267" y="72"/>
                    <a:pt x="272" y="66"/>
                    <a:pt x="275" y="65"/>
                  </a:cubicBezTo>
                  <a:cubicBezTo>
                    <a:pt x="278" y="63"/>
                    <a:pt x="285" y="63"/>
                    <a:pt x="289" y="61"/>
                  </a:cubicBezTo>
                  <a:cubicBezTo>
                    <a:pt x="291" y="60"/>
                    <a:pt x="295" y="57"/>
                    <a:pt x="296" y="55"/>
                  </a:cubicBezTo>
                  <a:cubicBezTo>
                    <a:pt x="298" y="53"/>
                    <a:pt x="300" y="49"/>
                    <a:pt x="301" y="48"/>
                  </a:cubicBezTo>
                  <a:cubicBezTo>
                    <a:pt x="303" y="46"/>
                    <a:pt x="309" y="43"/>
                    <a:pt x="311" y="42"/>
                  </a:cubicBezTo>
                  <a:cubicBezTo>
                    <a:pt x="314" y="41"/>
                    <a:pt x="320" y="40"/>
                    <a:pt x="323" y="41"/>
                  </a:cubicBezTo>
                  <a:cubicBezTo>
                    <a:pt x="326" y="42"/>
                    <a:pt x="331" y="48"/>
                    <a:pt x="333" y="50"/>
                  </a:cubicBezTo>
                  <a:cubicBezTo>
                    <a:pt x="335" y="52"/>
                    <a:pt x="337" y="57"/>
                    <a:pt x="339" y="59"/>
                  </a:cubicBezTo>
                  <a:cubicBezTo>
                    <a:pt x="343" y="61"/>
                    <a:pt x="352" y="62"/>
                    <a:pt x="356" y="62"/>
                  </a:cubicBezTo>
                  <a:cubicBezTo>
                    <a:pt x="361" y="62"/>
                    <a:pt x="369" y="61"/>
                    <a:pt x="373" y="60"/>
                  </a:cubicBezTo>
                  <a:cubicBezTo>
                    <a:pt x="378" y="59"/>
                    <a:pt x="389" y="57"/>
                    <a:pt x="394" y="56"/>
                  </a:cubicBezTo>
                  <a:cubicBezTo>
                    <a:pt x="398" y="56"/>
                    <a:pt x="408" y="57"/>
                    <a:pt x="412" y="54"/>
                  </a:cubicBezTo>
                  <a:cubicBezTo>
                    <a:pt x="414" y="53"/>
                    <a:pt x="416" y="47"/>
                    <a:pt x="418" y="45"/>
                  </a:cubicBezTo>
                  <a:cubicBezTo>
                    <a:pt x="420" y="43"/>
                    <a:pt x="425" y="40"/>
                    <a:pt x="428" y="39"/>
                  </a:cubicBezTo>
                  <a:cubicBezTo>
                    <a:pt x="430" y="38"/>
                    <a:pt x="435" y="37"/>
                    <a:pt x="437" y="37"/>
                  </a:cubicBezTo>
                  <a:cubicBezTo>
                    <a:pt x="441" y="38"/>
                    <a:pt x="446" y="42"/>
                    <a:pt x="449" y="44"/>
                  </a:cubicBezTo>
                  <a:cubicBezTo>
                    <a:pt x="452" y="46"/>
                    <a:pt x="457" y="50"/>
                    <a:pt x="460" y="52"/>
                  </a:cubicBezTo>
                  <a:cubicBezTo>
                    <a:pt x="462" y="53"/>
                    <a:pt x="466" y="54"/>
                    <a:pt x="468" y="55"/>
                  </a:cubicBezTo>
                  <a:cubicBezTo>
                    <a:pt x="470" y="56"/>
                    <a:pt x="475" y="59"/>
                    <a:pt x="477" y="60"/>
                  </a:cubicBezTo>
                  <a:cubicBezTo>
                    <a:pt x="483" y="62"/>
                    <a:pt x="494" y="65"/>
                    <a:pt x="499" y="66"/>
                  </a:cubicBezTo>
                  <a:cubicBezTo>
                    <a:pt x="502" y="66"/>
                    <a:pt x="507" y="66"/>
                    <a:pt x="509" y="66"/>
                  </a:cubicBezTo>
                  <a:cubicBezTo>
                    <a:pt x="511" y="65"/>
                    <a:pt x="515" y="62"/>
                    <a:pt x="517" y="60"/>
                  </a:cubicBezTo>
                  <a:cubicBezTo>
                    <a:pt x="520" y="59"/>
                    <a:pt x="525" y="56"/>
                    <a:pt x="527" y="55"/>
                  </a:cubicBezTo>
                  <a:cubicBezTo>
                    <a:pt x="529" y="55"/>
                    <a:pt x="534" y="55"/>
                    <a:pt x="536" y="56"/>
                  </a:cubicBezTo>
                  <a:cubicBezTo>
                    <a:pt x="538" y="57"/>
                    <a:pt x="540" y="62"/>
                    <a:pt x="542" y="63"/>
                  </a:cubicBezTo>
                  <a:cubicBezTo>
                    <a:pt x="544" y="64"/>
                    <a:pt x="549" y="67"/>
                    <a:pt x="551" y="67"/>
                  </a:cubicBezTo>
                  <a:cubicBezTo>
                    <a:pt x="553" y="67"/>
                    <a:pt x="556" y="66"/>
                    <a:pt x="557" y="65"/>
                  </a:cubicBezTo>
                  <a:cubicBezTo>
                    <a:pt x="559" y="65"/>
                    <a:pt x="563" y="64"/>
                    <a:pt x="564" y="64"/>
                  </a:cubicBezTo>
                  <a:cubicBezTo>
                    <a:pt x="566" y="63"/>
                    <a:pt x="569" y="60"/>
                    <a:pt x="571" y="61"/>
                  </a:cubicBezTo>
                  <a:cubicBezTo>
                    <a:pt x="573" y="61"/>
                    <a:pt x="574" y="66"/>
                    <a:pt x="576" y="66"/>
                  </a:cubicBezTo>
                  <a:cubicBezTo>
                    <a:pt x="579" y="67"/>
                    <a:pt x="584" y="64"/>
                    <a:pt x="587" y="65"/>
                  </a:cubicBezTo>
                  <a:cubicBezTo>
                    <a:pt x="590" y="65"/>
                    <a:pt x="593" y="68"/>
                    <a:pt x="596" y="69"/>
                  </a:cubicBezTo>
                  <a:cubicBezTo>
                    <a:pt x="598" y="70"/>
                    <a:pt x="603" y="70"/>
                    <a:pt x="606" y="70"/>
                  </a:cubicBezTo>
                  <a:cubicBezTo>
                    <a:pt x="608" y="69"/>
                    <a:pt x="612" y="66"/>
                    <a:pt x="614" y="65"/>
                  </a:cubicBezTo>
                  <a:cubicBezTo>
                    <a:pt x="616" y="65"/>
                    <a:pt x="620" y="64"/>
                    <a:pt x="621" y="66"/>
                  </a:cubicBezTo>
                  <a:cubicBezTo>
                    <a:pt x="623" y="67"/>
                    <a:pt x="623" y="71"/>
                    <a:pt x="624" y="72"/>
                  </a:cubicBezTo>
                  <a:cubicBezTo>
                    <a:pt x="624" y="74"/>
                    <a:pt x="623" y="78"/>
                    <a:pt x="624" y="80"/>
                  </a:cubicBezTo>
                  <a:cubicBezTo>
                    <a:pt x="624" y="82"/>
                    <a:pt x="626" y="85"/>
                    <a:pt x="627" y="85"/>
                  </a:cubicBezTo>
                  <a:cubicBezTo>
                    <a:pt x="629" y="86"/>
                    <a:pt x="632" y="83"/>
                    <a:pt x="633" y="82"/>
                  </a:cubicBezTo>
                  <a:cubicBezTo>
                    <a:pt x="635" y="81"/>
                    <a:pt x="640" y="79"/>
                    <a:pt x="642" y="79"/>
                  </a:cubicBezTo>
                  <a:cubicBezTo>
                    <a:pt x="643" y="79"/>
                    <a:pt x="646" y="79"/>
                    <a:pt x="648" y="80"/>
                  </a:cubicBezTo>
                  <a:cubicBezTo>
                    <a:pt x="650" y="81"/>
                    <a:pt x="651" y="87"/>
                    <a:pt x="653" y="88"/>
                  </a:cubicBezTo>
                  <a:cubicBezTo>
                    <a:pt x="655" y="90"/>
                    <a:pt x="658" y="93"/>
                    <a:pt x="660" y="93"/>
                  </a:cubicBezTo>
                  <a:cubicBezTo>
                    <a:pt x="662" y="93"/>
                    <a:pt x="666" y="90"/>
                    <a:pt x="668" y="89"/>
                  </a:cubicBezTo>
                  <a:cubicBezTo>
                    <a:pt x="669" y="87"/>
                    <a:pt x="670" y="83"/>
                    <a:pt x="671" y="82"/>
                  </a:cubicBezTo>
                  <a:cubicBezTo>
                    <a:pt x="672" y="79"/>
                    <a:pt x="674" y="74"/>
                    <a:pt x="675" y="73"/>
                  </a:cubicBezTo>
                  <a:cubicBezTo>
                    <a:pt x="677" y="70"/>
                    <a:pt x="683" y="68"/>
                    <a:pt x="686" y="67"/>
                  </a:cubicBezTo>
                  <a:cubicBezTo>
                    <a:pt x="689" y="66"/>
                    <a:pt x="695" y="64"/>
                    <a:pt x="698" y="62"/>
                  </a:cubicBezTo>
                  <a:cubicBezTo>
                    <a:pt x="702" y="61"/>
                    <a:pt x="709" y="58"/>
                    <a:pt x="711" y="55"/>
                  </a:cubicBezTo>
                  <a:cubicBezTo>
                    <a:pt x="714" y="53"/>
                    <a:pt x="716" y="46"/>
                    <a:pt x="717" y="43"/>
                  </a:cubicBezTo>
                  <a:cubicBezTo>
                    <a:pt x="720" y="36"/>
                    <a:pt x="721" y="20"/>
                    <a:pt x="724" y="13"/>
                  </a:cubicBezTo>
                  <a:cubicBezTo>
                    <a:pt x="725" y="11"/>
                    <a:pt x="729" y="6"/>
                    <a:pt x="731" y="5"/>
                  </a:cubicBezTo>
                  <a:cubicBezTo>
                    <a:pt x="733" y="3"/>
                    <a:pt x="738" y="2"/>
                    <a:pt x="741" y="1"/>
                  </a:cubicBezTo>
                  <a:cubicBezTo>
                    <a:pt x="743" y="1"/>
                    <a:pt x="749" y="0"/>
                    <a:pt x="751" y="1"/>
                  </a:cubicBezTo>
                  <a:cubicBezTo>
                    <a:pt x="753" y="2"/>
                    <a:pt x="757" y="8"/>
                    <a:pt x="758" y="11"/>
                  </a:cubicBezTo>
                  <a:cubicBezTo>
                    <a:pt x="760" y="13"/>
                    <a:pt x="762" y="19"/>
                    <a:pt x="763" y="22"/>
                  </a:cubicBezTo>
                  <a:cubicBezTo>
                    <a:pt x="765" y="24"/>
                    <a:pt x="770" y="28"/>
                    <a:pt x="772" y="29"/>
                  </a:cubicBezTo>
                  <a:cubicBezTo>
                    <a:pt x="774" y="30"/>
                    <a:pt x="778" y="30"/>
                    <a:pt x="780" y="30"/>
                  </a:cubicBezTo>
                  <a:cubicBezTo>
                    <a:pt x="782" y="30"/>
                    <a:pt x="786" y="27"/>
                    <a:pt x="788" y="28"/>
                  </a:cubicBezTo>
                  <a:cubicBezTo>
                    <a:pt x="790" y="28"/>
                    <a:pt x="794" y="31"/>
                    <a:pt x="796" y="33"/>
                  </a:cubicBezTo>
                  <a:cubicBezTo>
                    <a:pt x="797" y="34"/>
                    <a:pt x="799" y="38"/>
                    <a:pt x="800" y="39"/>
                  </a:cubicBezTo>
                  <a:cubicBezTo>
                    <a:pt x="801" y="40"/>
                    <a:pt x="805" y="41"/>
                    <a:pt x="806" y="42"/>
                  </a:cubicBezTo>
                  <a:cubicBezTo>
                    <a:pt x="807" y="44"/>
                    <a:pt x="807" y="50"/>
                    <a:pt x="807" y="50"/>
                  </a:cubicBezTo>
                  <a:cubicBezTo>
                    <a:pt x="807" y="51"/>
                    <a:pt x="811" y="55"/>
                    <a:pt x="812" y="57"/>
                  </a:cubicBezTo>
                  <a:cubicBezTo>
                    <a:pt x="814" y="58"/>
                    <a:pt x="818" y="62"/>
                    <a:pt x="820" y="64"/>
                  </a:cubicBezTo>
                  <a:cubicBezTo>
                    <a:pt x="822" y="65"/>
                    <a:pt x="827" y="66"/>
                    <a:pt x="830" y="66"/>
                  </a:cubicBezTo>
                  <a:cubicBezTo>
                    <a:pt x="831" y="66"/>
                    <a:pt x="834" y="65"/>
                    <a:pt x="836" y="65"/>
                  </a:cubicBezTo>
                  <a:cubicBezTo>
                    <a:pt x="836" y="69"/>
                    <a:pt x="836" y="73"/>
                    <a:pt x="836" y="75"/>
                  </a:cubicBezTo>
                  <a:cubicBezTo>
                    <a:pt x="835" y="78"/>
                    <a:pt x="834" y="83"/>
                    <a:pt x="833" y="85"/>
                  </a:cubicBezTo>
                  <a:cubicBezTo>
                    <a:pt x="832" y="86"/>
                    <a:pt x="827" y="89"/>
                    <a:pt x="826" y="90"/>
                  </a:cubicBezTo>
                  <a:cubicBezTo>
                    <a:pt x="825" y="92"/>
                    <a:pt x="822" y="95"/>
                    <a:pt x="822" y="96"/>
                  </a:cubicBezTo>
                  <a:cubicBezTo>
                    <a:pt x="821" y="99"/>
                    <a:pt x="821" y="104"/>
                    <a:pt x="821" y="106"/>
                  </a:cubicBezTo>
                  <a:cubicBezTo>
                    <a:pt x="822" y="108"/>
                    <a:pt x="824" y="113"/>
                    <a:pt x="824" y="115"/>
                  </a:cubicBezTo>
                  <a:cubicBezTo>
                    <a:pt x="825" y="120"/>
                    <a:pt x="823" y="129"/>
                    <a:pt x="822" y="133"/>
                  </a:cubicBezTo>
                  <a:cubicBezTo>
                    <a:pt x="821" y="138"/>
                    <a:pt x="818" y="147"/>
                    <a:pt x="817" y="152"/>
                  </a:cubicBezTo>
                  <a:cubicBezTo>
                    <a:pt x="815" y="157"/>
                    <a:pt x="811" y="167"/>
                    <a:pt x="810" y="173"/>
                  </a:cubicBezTo>
                  <a:cubicBezTo>
                    <a:pt x="808" y="179"/>
                    <a:pt x="808" y="191"/>
                    <a:pt x="807" y="198"/>
                  </a:cubicBezTo>
                  <a:cubicBezTo>
                    <a:pt x="807" y="204"/>
                    <a:pt x="806" y="218"/>
                    <a:pt x="806" y="225"/>
                  </a:cubicBezTo>
                  <a:cubicBezTo>
                    <a:pt x="806" y="229"/>
                    <a:pt x="805" y="236"/>
                    <a:pt x="806" y="240"/>
                  </a:cubicBezTo>
                  <a:cubicBezTo>
                    <a:pt x="807" y="243"/>
                    <a:pt x="811" y="249"/>
                    <a:pt x="813" y="252"/>
                  </a:cubicBezTo>
                  <a:cubicBezTo>
                    <a:pt x="814" y="255"/>
                    <a:pt x="816" y="263"/>
                    <a:pt x="817" y="267"/>
                  </a:cubicBezTo>
                  <a:cubicBezTo>
                    <a:pt x="817" y="269"/>
                    <a:pt x="817" y="273"/>
                    <a:pt x="818" y="275"/>
                  </a:cubicBezTo>
                  <a:cubicBezTo>
                    <a:pt x="819" y="277"/>
                    <a:pt x="821" y="279"/>
                    <a:pt x="823" y="280"/>
                  </a:cubicBezTo>
                  <a:cubicBezTo>
                    <a:pt x="825" y="281"/>
                    <a:pt x="829" y="281"/>
                    <a:pt x="831" y="282"/>
                  </a:cubicBezTo>
                  <a:cubicBezTo>
                    <a:pt x="834" y="284"/>
                    <a:pt x="838" y="288"/>
                    <a:pt x="840" y="290"/>
                  </a:cubicBezTo>
                  <a:cubicBezTo>
                    <a:pt x="843" y="292"/>
                    <a:pt x="846" y="297"/>
                    <a:pt x="848" y="298"/>
                  </a:cubicBezTo>
                  <a:cubicBezTo>
                    <a:pt x="851" y="300"/>
                    <a:pt x="856" y="301"/>
                    <a:pt x="859" y="302"/>
                  </a:cubicBezTo>
                  <a:cubicBezTo>
                    <a:pt x="861" y="302"/>
                    <a:pt x="866" y="301"/>
                    <a:pt x="869" y="300"/>
                  </a:cubicBezTo>
                  <a:cubicBezTo>
                    <a:pt x="870" y="299"/>
                    <a:pt x="873" y="296"/>
                    <a:pt x="874" y="295"/>
                  </a:cubicBezTo>
                  <a:cubicBezTo>
                    <a:pt x="876" y="295"/>
                    <a:pt x="879" y="294"/>
                    <a:pt x="881" y="294"/>
                  </a:cubicBezTo>
                  <a:cubicBezTo>
                    <a:pt x="883" y="294"/>
                    <a:pt x="888" y="296"/>
                    <a:pt x="891" y="297"/>
                  </a:cubicBezTo>
                  <a:cubicBezTo>
                    <a:pt x="892" y="298"/>
                    <a:pt x="893" y="301"/>
                    <a:pt x="894" y="302"/>
                  </a:cubicBezTo>
                  <a:cubicBezTo>
                    <a:pt x="895" y="303"/>
                    <a:pt x="897" y="306"/>
                    <a:pt x="898" y="306"/>
                  </a:cubicBezTo>
                  <a:cubicBezTo>
                    <a:pt x="901" y="307"/>
                    <a:pt x="906" y="307"/>
                    <a:pt x="908" y="308"/>
                  </a:cubicBezTo>
                  <a:cubicBezTo>
                    <a:pt x="911" y="308"/>
                    <a:pt x="917" y="308"/>
                    <a:pt x="920" y="309"/>
                  </a:cubicBezTo>
                  <a:cubicBezTo>
                    <a:pt x="922" y="309"/>
                    <a:pt x="926" y="310"/>
                    <a:pt x="927" y="312"/>
                  </a:cubicBezTo>
                  <a:cubicBezTo>
                    <a:pt x="929" y="313"/>
                    <a:pt x="931" y="317"/>
                    <a:pt x="931" y="319"/>
                  </a:cubicBezTo>
                  <a:cubicBezTo>
                    <a:pt x="931" y="320"/>
                    <a:pt x="930" y="323"/>
                    <a:pt x="928" y="324"/>
                  </a:cubicBezTo>
                  <a:cubicBezTo>
                    <a:pt x="927" y="325"/>
                    <a:pt x="924" y="324"/>
                    <a:pt x="923" y="324"/>
                  </a:cubicBezTo>
                  <a:cubicBezTo>
                    <a:pt x="922" y="325"/>
                    <a:pt x="922" y="328"/>
                    <a:pt x="922" y="330"/>
                  </a:cubicBezTo>
                  <a:cubicBezTo>
                    <a:pt x="922" y="331"/>
                    <a:pt x="922" y="335"/>
                    <a:pt x="923" y="337"/>
                  </a:cubicBezTo>
                  <a:cubicBezTo>
                    <a:pt x="924" y="338"/>
                    <a:pt x="926" y="341"/>
                    <a:pt x="928" y="341"/>
                  </a:cubicBezTo>
                  <a:cubicBezTo>
                    <a:pt x="930" y="342"/>
                    <a:pt x="935" y="341"/>
                    <a:pt x="937" y="342"/>
                  </a:cubicBezTo>
                  <a:cubicBezTo>
                    <a:pt x="938" y="343"/>
                    <a:pt x="941" y="345"/>
                    <a:pt x="942" y="347"/>
                  </a:cubicBezTo>
                  <a:cubicBezTo>
                    <a:pt x="944" y="349"/>
                    <a:pt x="946" y="353"/>
                    <a:pt x="948" y="355"/>
                  </a:cubicBezTo>
                  <a:cubicBezTo>
                    <a:pt x="951" y="357"/>
                    <a:pt x="957" y="358"/>
                    <a:pt x="959" y="359"/>
                  </a:cubicBezTo>
                  <a:cubicBezTo>
                    <a:pt x="962" y="359"/>
                    <a:pt x="966" y="358"/>
                    <a:pt x="968" y="358"/>
                  </a:cubicBezTo>
                  <a:cubicBezTo>
                    <a:pt x="969" y="357"/>
                    <a:pt x="971" y="356"/>
                    <a:pt x="972" y="355"/>
                  </a:cubicBezTo>
                  <a:cubicBezTo>
                    <a:pt x="973" y="354"/>
                    <a:pt x="975" y="352"/>
                    <a:pt x="977" y="351"/>
                  </a:cubicBezTo>
                  <a:cubicBezTo>
                    <a:pt x="978" y="350"/>
                    <a:pt x="982" y="348"/>
                    <a:pt x="984" y="348"/>
                  </a:cubicBezTo>
                  <a:cubicBezTo>
                    <a:pt x="986" y="349"/>
                    <a:pt x="991" y="352"/>
                    <a:pt x="993" y="353"/>
                  </a:cubicBezTo>
                  <a:cubicBezTo>
                    <a:pt x="996" y="354"/>
                    <a:pt x="1002" y="354"/>
                    <a:pt x="1004" y="355"/>
                  </a:cubicBezTo>
                  <a:cubicBezTo>
                    <a:pt x="1007" y="355"/>
                    <a:pt x="1011" y="357"/>
                    <a:pt x="1013" y="358"/>
                  </a:cubicBezTo>
                  <a:cubicBezTo>
                    <a:pt x="1014" y="360"/>
                    <a:pt x="1015" y="363"/>
                    <a:pt x="1016" y="365"/>
                  </a:cubicBezTo>
                  <a:cubicBezTo>
                    <a:pt x="1016" y="366"/>
                    <a:pt x="1017" y="370"/>
                    <a:pt x="1018" y="370"/>
                  </a:cubicBezTo>
                  <a:cubicBezTo>
                    <a:pt x="1019" y="371"/>
                    <a:pt x="1022" y="371"/>
                    <a:pt x="1023" y="370"/>
                  </a:cubicBezTo>
                  <a:cubicBezTo>
                    <a:pt x="1025" y="369"/>
                    <a:pt x="1027" y="366"/>
                    <a:pt x="1029" y="365"/>
                  </a:cubicBezTo>
                  <a:cubicBezTo>
                    <a:pt x="1030" y="364"/>
                    <a:pt x="1033" y="363"/>
                    <a:pt x="1034" y="362"/>
                  </a:cubicBezTo>
                  <a:cubicBezTo>
                    <a:pt x="1038" y="361"/>
                    <a:pt x="1044" y="362"/>
                    <a:pt x="1048" y="362"/>
                  </a:cubicBezTo>
                  <a:cubicBezTo>
                    <a:pt x="1052" y="363"/>
                    <a:pt x="1061" y="363"/>
                    <a:pt x="1065" y="365"/>
                  </a:cubicBezTo>
                  <a:cubicBezTo>
                    <a:pt x="1068" y="367"/>
                    <a:pt x="1072" y="372"/>
                    <a:pt x="1073" y="375"/>
                  </a:cubicBezTo>
                  <a:cubicBezTo>
                    <a:pt x="1074" y="378"/>
                    <a:pt x="1073" y="384"/>
                    <a:pt x="1073" y="387"/>
                  </a:cubicBezTo>
                  <a:cubicBezTo>
                    <a:pt x="1073" y="389"/>
                    <a:pt x="1072" y="394"/>
                    <a:pt x="1073" y="397"/>
                  </a:cubicBezTo>
                  <a:cubicBezTo>
                    <a:pt x="1073" y="401"/>
                    <a:pt x="1075" y="409"/>
                    <a:pt x="1077" y="412"/>
                  </a:cubicBezTo>
                  <a:cubicBezTo>
                    <a:pt x="1078" y="416"/>
                    <a:pt x="1083" y="422"/>
                    <a:pt x="1085" y="424"/>
                  </a:cubicBezTo>
                  <a:cubicBezTo>
                    <a:pt x="1088" y="427"/>
                    <a:pt x="1095" y="429"/>
                    <a:pt x="1098" y="432"/>
                  </a:cubicBezTo>
                  <a:cubicBezTo>
                    <a:pt x="1100" y="434"/>
                    <a:pt x="1104" y="439"/>
                    <a:pt x="1107" y="441"/>
                  </a:cubicBezTo>
                  <a:cubicBezTo>
                    <a:pt x="1110" y="443"/>
                    <a:pt x="1115" y="449"/>
                    <a:pt x="1119" y="448"/>
                  </a:cubicBezTo>
                  <a:cubicBezTo>
                    <a:pt x="1120" y="448"/>
                    <a:pt x="1121" y="445"/>
                    <a:pt x="1122" y="444"/>
                  </a:cubicBezTo>
                  <a:cubicBezTo>
                    <a:pt x="1123" y="443"/>
                    <a:pt x="1127" y="441"/>
                    <a:pt x="1128" y="441"/>
                  </a:cubicBezTo>
                  <a:cubicBezTo>
                    <a:pt x="1132" y="441"/>
                    <a:pt x="1137" y="446"/>
                    <a:pt x="1140" y="447"/>
                  </a:cubicBezTo>
                  <a:cubicBezTo>
                    <a:pt x="1144" y="448"/>
                    <a:pt x="1152" y="449"/>
                    <a:pt x="1157" y="449"/>
                  </a:cubicBezTo>
                  <a:cubicBezTo>
                    <a:pt x="1160" y="449"/>
                    <a:pt x="1168" y="449"/>
                    <a:pt x="1171" y="448"/>
                  </a:cubicBezTo>
                  <a:cubicBezTo>
                    <a:pt x="1174" y="447"/>
                    <a:pt x="1180" y="442"/>
                    <a:pt x="1183" y="441"/>
                  </a:cubicBezTo>
                  <a:cubicBezTo>
                    <a:pt x="1186" y="441"/>
                    <a:pt x="1193" y="442"/>
                    <a:pt x="1195" y="443"/>
                  </a:cubicBezTo>
                  <a:cubicBezTo>
                    <a:pt x="1197" y="444"/>
                    <a:pt x="1200" y="447"/>
                    <a:pt x="1201" y="449"/>
                  </a:cubicBezTo>
                  <a:cubicBezTo>
                    <a:pt x="1203" y="451"/>
                    <a:pt x="1202" y="457"/>
                    <a:pt x="1204" y="459"/>
                  </a:cubicBezTo>
                  <a:cubicBezTo>
                    <a:pt x="1205" y="460"/>
                    <a:pt x="1207" y="461"/>
                    <a:pt x="1208" y="462"/>
                  </a:cubicBezTo>
                  <a:cubicBezTo>
                    <a:pt x="1209" y="463"/>
                    <a:pt x="1208" y="467"/>
                    <a:pt x="1209" y="468"/>
                  </a:cubicBezTo>
                  <a:cubicBezTo>
                    <a:pt x="1209" y="469"/>
                    <a:pt x="1211" y="472"/>
                    <a:pt x="1212" y="472"/>
                  </a:cubicBezTo>
                  <a:cubicBezTo>
                    <a:pt x="1215" y="474"/>
                    <a:pt x="1220" y="474"/>
                    <a:pt x="1222" y="476"/>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2"/>
            <p:cNvSpPr>
              <a:spLocks/>
            </p:cNvSpPr>
            <p:nvPr/>
          </p:nvSpPr>
          <p:spPr bwMode="auto">
            <a:xfrm>
              <a:off x="3463925" y="2249488"/>
              <a:ext cx="409575" cy="295275"/>
            </a:xfrm>
            <a:custGeom>
              <a:avLst/>
              <a:gdLst/>
              <a:ahLst/>
              <a:cxnLst>
                <a:cxn ang="0">
                  <a:pos x="276" y="87"/>
                </a:cxn>
                <a:cxn ang="0">
                  <a:pos x="265" y="98"/>
                </a:cxn>
                <a:cxn ang="0">
                  <a:pos x="248" y="102"/>
                </a:cxn>
                <a:cxn ang="0">
                  <a:pos x="246" y="114"/>
                </a:cxn>
                <a:cxn ang="0">
                  <a:pos x="250" y="126"/>
                </a:cxn>
                <a:cxn ang="0">
                  <a:pos x="251" y="139"/>
                </a:cxn>
                <a:cxn ang="0">
                  <a:pos x="249" y="159"/>
                </a:cxn>
                <a:cxn ang="0">
                  <a:pos x="230" y="166"/>
                </a:cxn>
                <a:cxn ang="0">
                  <a:pos x="217" y="156"/>
                </a:cxn>
                <a:cxn ang="0">
                  <a:pos x="200" y="149"/>
                </a:cxn>
                <a:cxn ang="0">
                  <a:pos x="183" y="149"/>
                </a:cxn>
                <a:cxn ang="0">
                  <a:pos x="169" y="156"/>
                </a:cxn>
                <a:cxn ang="0">
                  <a:pos x="158" y="166"/>
                </a:cxn>
                <a:cxn ang="0">
                  <a:pos x="146" y="173"/>
                </a:cxn>
                <a:cxn ang="0">
                  <a:pos x="127" y="175"/>
                </a:cxn>
                <a:cxn ang="0">
                  <a:pos x="112" y="178"/>
                </a:cxn>
                <a:cxn ang="0">
                  <a:pos x="101" y="189"/>
                </a:cxn>
                <a:cxn ang="0">
                  <a:pos x="83" y="189"/>
                </a:cxn>
                <a:cxn ang="0">
                  <a:pos x="66" y="199"/>
                </a:cxn>
                <a:cxn ang="0">
                  <a:pos x="55" y="190"/>
                </a:cxn>
                <a:cxn ang="0">
                  <a:pos x="60" y="170"/>
                </a:cxn>
                <a:cxn ang="0">
                  <a:pos x="51" y="153"/>
                </a:cxn>
                <a:cxn ang="0">
                  <a:pos x="46" y="133"/>
                </a:cxn>
                <a:cxn ang="0">
                  <a:pos x="31" y="114"/>
                </a:cxn>
                <a:cxn ang="0">
                  <a:pos x="15" y="101"/>
                </a:cxn>
                <a:cxn ang="0">
                  <a:pos x="18" y="93"/>
                </a:cxn>
                <a:cxn ang="0">
                  <a:pos x="30" y="86"/>
                </a:cxn>
                <a:cxn ang="0">
                  <a:pos x="21" y="73"/>
                </a:cxn>
                <a:cxn ang="0">
                  <a:pos x="7" y="66"/>
                </a:cxn>
                <a:cxn ang="0">
                  <a:pos x="5" y="55"/>
                </a:cxn>
                <a:cxn ang="0">
                  <a:pos x="33" y="48"/>
                </a:cxn>
                <a:cxn ang="0">
                  <a:pos x="50" y="39"/>
                </a:cxn>
                <a:cxn ang="0">
                  <a:pos x="60" y="46"/>
                </a:cxn>
                <a:cxn ang="0">
                  <a:pos x="72" y="39"/>
                </a:cxn>
                <a:cxn ang="0">
                  <a:pos x="87" y="23"/>
                </a:cxn>
                <a:cxn ang="0">
                  <a:pos x="116" y="16"/>
                </a:cxn>
                <a:cxn ang="0">
                  <a:pos x="143" y="9"/>
                </a:cxn>
                <a:cxn ang="0">
                  <a:pos x="163" y="0"/>
                </a:cxn>
                <a:cxn ang="0">
                  <a:pos x="195" y="14"/>
                </a:cxn>
                <a:cxn ang="0">
                  <a:pos x="207" y="29"/>
                </a:cxn>
                <a:cxn ang="0">
                  <a:pos x="219" y="42"/>
                </a:cxn>
                <a:cxn ang="0">
                  <a:pos x="247" y="55"/>
                </a:cxn>
                <a:cxn ang="0">
                  <a:pos x="267" y="74"/>
                </a:cxn>
              </a:cxnLst>
              <a:rect l="0" t="0" r="r" b="b"/>
              <a:pathLst>
                <a:path w="276" h="199">
                  <a:moveTo>
                    <a:pt x="272" y="78"/>
                  </a:moveTo>
                  <a:cubicBezTo>
                    <a:pt x="273" y="80"/>
                    <a:pt x="276" y="84"/>
                    <a:pt x="276" y="87"/>
                  </a:cubicBezTo>
                  <a:cubicBezTo>
                    <a:pt x="276" y="88"/>
                    <a:pt x="273" y="92"/>
                    <a:pt x="271" y="93"/>
                  </a:cubicBezTo>
                  <a:cubicBezTo>
                    <a:pt x="270" y="94"/>
                    <a:pt x="267" y="97"/>
                    <a:pt x="265" y="98"/>
                  </a:cubicBezTo>
                  <a:cubicBezTo>
                    <a:pt x="263" y="98"/>
                    <a:pt x="259" y="97"/>
                    <a:pt x="257" y="98"/>
                  </a:cubicBezTo>
                  <a:cubicBezTo>
                    <a:pt x="254" y="98"/>
                    <a:pt x="250" y="101"/>
                    <a:pt x="248" y="102"/>
                  </a:cubicBezTo>
                  <a:cubicBezTo>
                    <a:pt x="247" y="103"/>
                    <a:pt x="244" y="105"/>
                    <a:pt x="243" y="107"/>
                  </a:cubicBezTo>
                  <a:cubicBezTo>
                    <a:pt x="243" y="109"/>
                    <a:pt x="245" y="112"/>
                    <a:pt x="246" y="114"/>
                  </a:cubicBezTo>
                  <a:cubicBezTo>
                    <a:pt x="247" y="115"/>
                    <a:pt x="250" y="117"/>
                    <a:pt x="251" y="119"/>
                  </a:cubicBezTo>
                  <a:cubicBezTo>
                    <a:pt x="251" y="121"/>
                    <a:pt x="251" y="124"/>
                    <a:pt x="250" y="126"/>
                  </a:cubicBezTo>
                  <a:cubicBezTo>
                    <a:pt x="250" y="127"/>
                    <a:pt x="248" y="130"/>
                    <a:pt x="248" y="131"/>
                  </a:cubicBezTo>
                  <a:cubicBezTo>
                    <a:pt x="248" y="133"/>
                    <a:pt x="250" y="137"/>
                    <a:pt x="251" y="139"/>
                  </a:cubicBezTo>
                  <a:cubicBezTo>
                    <a:pt x="252" y="141"/>
                    <a:pt x="252" y="145"/>
                    <a:pt x="252" y="147"/>
                  </a:cubicBezTo>
                  <a:cubicBezTo>
                    <a:pt x="252" y="150"/>
                    <a:pt x="250" y="156"/>
                    <a:pt x="249" y="159"/>
                  </a:cubicBezTo>
                  <a:cubicBezTo>
                    <a:pt x="248" y="161"/>
                    <a:pt x="244" y="164"/>
                    <a:pt x="242" y="165"/>
                  </a:cubicBezTo>
                  <a:cubicBezTo>
                    <a:pt x="239" y="166"/>
                    <a:pt x="233" y="166"/>
                    <a:pt x="230" y="166"/>
                  </a:cubicBezTo>
                  <a:cubicBezTo>
                    <a:pt x="228" y="166"/>
                    <a:pt x="224" y="165"/>
                    <a:pt x="223" y="164"/>
                  </a:cubicBezTo>
                  <a:cubicBezTo>
                    <a:pt x="221" y="162"/>
                    <a:pt x="219" y="158"/>
                    <a:pt x="217" y="156"/>
                  </a:cubicBezTo>
                  <a:cubicBezTo>
                    <a:pt x="215" y="153"/>
                    <a:pt x="211" y="148"/>
                    <a:pt x="208" y="147"/>
                  </a:cubicBezTo>
                  <a:cubicBezTo>
                    <a:pt x="206" y="146"/>
                    <a:pt x="202" y="148"/>
                    <a:pt x="200" y="149"/>
                  </a:cubicBezTo>
                  <a:cubicBezTo>
                    <a:pt x="198" y="149"/>
                    <a:pt x="194" y="150"/>
                    <a:pt x="192" y="150"/>
                  </a:cubicBezTo>
                  <a:cubicBezTo>
                    <a:pt x="190" y="150"/>
                    <a:pt x="185" y="148"/>
                    <a:pt x="183" y="149"/>
                  </a:cubicBezTo>
                  <a:cubicBezTo>
                    <a:pt x="181" y="149"/>
                    <a:pt x="177" y="152"/>
                    <a:pt x="176" y="153"/>
                  </a:cubicBezTo>
                  <a:cubicBezTo>
                    <a:pt x="174" y="153"/>
                    <a:pt x="171" y="155"/>
                    <a:pt x="169" y="156"/>
                  </a:cubicBezTo>
                  <a:cubicBezTo>
                    <a:pt x="168" y="157"/>
                    <a:pt x="164" y="159"/>
                    <a:pt x="162" y="160"/>
                  </a:cubicBezTo>
                  <a:cubicBezTo>
                    <a:pt x="161" y="161"/>
                    <a:pt x="159" y="165"/>
                    <a:pt x="158" y="166"/>
                  </a:cubicBezTo>
                  <a:cubicBezTo>
                    <a:pt x="157" y="168"/>
                    <a:pt x="154" y="170"/>
                    <a:pt x="152" y="171"/>
                  </a:cubicBezTo>
                  <a:cubicBezTo>
                    <a:pt x="151" y="172"/>
                    <a:pt x="147" y="173"/>
                    <a:pt x="146" y="173"/>
                  </a:cubicBezTo>
                  <a:cubicBezTo>
                    <a:pt x="143" y="174"/>
                    <a:pt x="138" y="176"/>
                    <a:pt x="136" y="176"/>
                  </a:cubicBezTo>
                  <a:cubicBezTo>
                    <a:pt x="134" y="176"/>
                    <a:pt x="129" y="175"/>
                    <a:pt x="127" y="175"/>
                  </a:cubicBezTo>
                  <a:cubicBezTo>
                    <a:pt x="125" y="174"/>
                    <a:pt x="121" y="174"/>
                    <a:pt x="119" y="174"/>
                  </a:cubicBezTo>
                  <a:cubicBezTo>
                    <a:pt x="117" y="175"/>
                    <a:pt x="114" y="177"/>
                    <a:pt x="112" y="178"/>
                  </a:cubicBezTo>
                  <a:cubicBezTo>
                    <a:pt x="111" y="180"/>
                    <a:pt x="109" y="184"/>
                    <a:pt x="107" y="185"/>
                  </a:cubicBezTo>
                  <a:cubicBezTo>
                    <a:pt x="106" y="186"/>
                    <a:pt x="103" y="188"/>
                    <a:pt x="101" y="189"/>
                  </a:cubicBezTo>
                  <a:cubicBezTo>
                    <a:pt x="99" y="190"/>
                    <a:pt x="95" y="191"/>
                    <a:pt x="93" y="191"/>
                  </a:cubicBezTo>
                  <a:cubicBezTo>
                    <a:pt x="90" y="191"/>
                    <a:pt x="86" y="189"/>
                    <a:pt x="83" y="189"/>
                  </a:cubicBezTo>
                  <a:cubicBezTo>
                    <a:pt x="80" y="189"/>
                    <a:pt x="74" y="190"/>
                    <a:pt x="71" y="191"/>
                  </a:cubicBezTo>
                  <a:cubicBezTo>
                    <a:pt x="69" y="192"/>
                    <a:pt x="68" y="198"/>
                    <a:pt x="66" y="199"/>
                  </a:cubicBezTo>
                  <a:cubicBezTo>
                    <a:pt x="64" y="199"/>
                    <a:pt x="58" y="198"/>
                    <a:pt x="57" y="197"/>
                  </a:cubicBezTo>
                  <a:cubicBezTo>
                    <a:pt x="55" y="196"/>
                    <a:pt x="55" y="192"/>
                    <a:pt x="55" y="190"/>
                  </a:cubicBezTo>
                  <a:cubicBezTo>
                    <a:pt x="55" y="187"/>
                    <a:pt x="56" y="182"/>
                    <a:pt x="57" y="179"/>
                  </a:cubicBezTo>
                  <a:cubicBezTo>
                    <a:pt x="57" y="177"/>
                    <a:pt x="59" y="172"/>
                    <a:pt x="60" y="170"/>
                  </a:cubicBezTo>
                  <a:cubicBezTo>
                    <a:pt x="60" y="167"/>
                    <a:pt x="59" y="162"/>
                    <a:pt x="58" y="160"/>
                  </a:cubicBezTo>
                  <a:cubicBezTo>
                    <a:pt x="56" y="157"/>
                    <a:pt x="52" y="155"/>
                    <a:pt x="51" y="153"/>
                  </a:cubicBezTo>
                  <a:cubicBezTo>
                    <a:pt x="50" y="151"/>
                    <a:pt x="48" y="146"/>
                    <a:pt x="48" y="144"/>
                  </a:cubicBezTo>
                  <a:cubicBezTo>
                    <a:pt x="47" y="141"/>
                    <a:pt x="46" y="136"/>
                    <a:pt x="46" y="133"/>
                  </a:cubicBezTo>
                  <a:cubicBezTo>
                    <a:pt x="45" y="131"/>
                    <a:pt x="45" y="125"/>
                    <a:pt x="44" y="123"/>
                  </a:cubicBezTo>
                  <a:cubicBezTo>
                    <a:pt x="41" y="120"/>
                    <a:pt x="34" y="116"/>
                    <a:pt x="31" y="114"/>
                  </a:cubicBezTo>
                  <a:cubicBezTo>
                    <a:pt x="29" y="112"/>
                    <a:pt x="23" y="110"/>
                    <a:pt x="21" y="108"/>
                  </a:cubicBezTo>
                  <a:cubicBezTo>
                    <a:pt x="19" y="106"/>
                    <a:pt x="16" y="103"/>
                    <a:pt x="15" y="101"/>
                  </a:cubicBezTo>
                  <a:cubicBezTo>
                    <a:pt x="15" y="100"/>
                    <a:pt x="14" y="98"/>
                    <a:pt x="14" y="97"/>
                  </a:cubicBezTo>
                  <a:cubicBezTo>
                    <a:pt x="15" y="96"/>
                    <a:pt x="17" y="94"/>
                    <a:pt x="18" y="93"/>
                  </a:cubicBezTo>
                  <a:cubicBezTo>
                    <a:pt x="19" y="92"/>
                    <a:pt x="23" y="91"/>
                    <a:pt x="25" y="90"/>
                  </a:cubicBezTo>
                  <a:cubicBezTo>
                    <a:pt x="26" y="89"/>
                    <a:pt x="30" y="88"/>
                    <a:pt x="30" y="86"/>
                  </a:cubicBezTo>
                  <a:cubicBezTo>
                    <a:pt x="31" y="84"/>
                    <a:pt x="31" y="80"/>
                    <a:pt x="30" y="78"/>
                  </a:cubicBezTo>
                  <a:cubicBezTo>
                    <a:pt x="29" y="76"/>
                    <a:pt x="23" y="74"/>
                    <a:pt x="21" y="73"/>
                  </a:cubicBezTo>
                  <a:cubicBezTo>
                    <a:pt x="19" y="71"/>
                    <a:pt x="17" y="67"/>
                    <a:pt x="14" y="66"/>
                  </a:cubicBezTo>
                  <a:cubicBezTo>
                    <a:pt x="13" y="65"/>
                    <a:pt x="9" y="66"/>
                    <a:pt x="7" y="66"/>
                  </a:cubicBezTo>
                  <a:cubicBezTo>
                    <a:pt x="5" y="65"/>
                    <a:pt x="1" y="63"/>
                    <a:pt x="0" y="61"/>
                  </a:cubicBezTo>
                  <a:cubicBezTo>
                    <a:pt x="0" y="59"/>
                    <a:pt x="3" y="56"/>
                    <a:pt x="5" y="55"/>
                  </a:cubicBezTo>
                  <a:cubicBezTo>
                    <a:pt x="7" y="53"/>
                    <a:pt x="11" y="52"/>
                    <a:pt x="13" y="51"/>
                  </a:cubicBezTo>
                  <a:cubicBezTo>
                    <a:pt x="18" y="50"/>
                    <a:pt x="28" y="49"/>
                    <a:pt x="33" y="48"/>
                  </a:cubicBezTo>
                  <a:cubicBezTo>
                    <a:pt x="35" y="47"/>
                    <a:pt x="41" y="44"/>
                    <a:pt x="43" y="43"/>
                  </a:cubicBezTo>
                  <a:cubicBezTo>
                    <a:pt x="45" y="42"/>
                    <a:pt x="48" y="40"/>
                    <a:pt x="50" y="39"/>
                  </a:cubicBezTo>
                  <a:cubicBezTo>
                    <a:pt x="51" y="39"/>
                    <a:pt x="55" y="39"/>
                    <a:pt x="56" y="39"/>
                  </a:cubicBezTo>
                  <a:cubicBezTo>
                    <a:pt x="58" y="40"/>
                    <a:pt x="59" y="45"/>
                    <a:pt x="60" y="46"/>
                  </a:cubicBezTo>
                  <a:cubicBezTo>
                    <a:pt x="62" y="47"/>
                    <a:pt x="67" y="46"/>
                    <a:pt x="68" y="45"/>
                  </a:cubicBezTo>
                  <a:cubicBezTo>
                    <a:pt x="70" y="45"/>
                    <a:pt x="71" y="41"/>
                    <a:pt x="72" y="39"/>
                  </a:cubicBezTo>
                  <a:cubicBezTo>
                    <a:pt x="74" y="37"/>
                    <a:pt x="76" y="33"/>
                    <a:pt x="78" y="31"/>
                  </a:cubicBezTo>
                  <a:cubicBezTo>
                    <a:pt x="80" y="29"/>
                    <a:pt x="84" y="25"/>
                    <a:pt x="87" y="23"/>
                  </a:cubicBezTo>
                  <a:cubicBezTo>
                    <a:pt x="91" y="21"/>
                    <a:pt x="99" y="20"/>
                    <a:pt x="102" y="19"/>
                  </a:cubicBezTo>
                  <a:cubicBezTo>
                    <a:pt x="106" y="18"/>
                    <a:pt x="112" y="17"/>
                    <a:pt x="116" y="16"/>
                  </a:cubicBezTo>
                  <a:cubicBezTo>
                    <a:pt x="120" y="16"/>
                    <a:pt x="129" y="14"/>
                    <a:pt x="134" y="13"/>
                  </a:cubicBezTo>
                  <a:cubicBezTo>
                    <a:pt x="136" y="12"/>
                    <a:pt x="141" y="10"/>
                    <a:pt x="143" y="9"/>
                  </a:cubicBezTo>
                  <a:cubicBezTo>
                    <a:pt x="145" y="7"/>
                    <a:pt x="150" y="3"/>
                    <a:pt x="152" y="1"/>
                  </a:cubicBezTo>
                  <a:cubicBezTo>
                    <a:pt x="155" y="0"/>
                    <a:pt x="161" y="0"/>
                    <a:pt x="163" y="0"/>
                  </a:cubicBezTo>
                  <a:cubicBezTo>
                    <a:pt x="168" y="1"/>
                    <a:pt x="176" y="5"/>
                    <a:pt x="180" y="7"/>
                  </a:cubicBezTo>
                  <a:cubicBezTo>
                    <a:pt x="184" y="8"/>
                    <a:pt x="191" y="12"/>
                    <a:pt x="195" y="14"/>
                  </a:cubicBezTo>
                  <a:cubicBezTo>
                    <a:pt x="198" y="16"/>
                    <a:pt x="204" y="19"/>
                    <a:pt x="206" y="22"/>
                  </a:cubicBezTo>
                  <a:cubicBezTo>
                    <a:pt x="207" y="23"/>
                    <a:pt x="207" y="27"/>
                    <a:pt x="207" y="29"/>
                  </a:cubicBezTo>
                  <a:cubicBezTo>
                    <a:pt x="208" y="30"/>
                    <a:pt x="209" y="34"/>
                    <a:pt x="210" y="35"/>
                  </a:cubicBezTo>
                  <a:cubicBezTo>
                    <a:pt x="212" y="37"/>
                    <a:pt x="217" y="40"/>
                    <a:pt x="219" y="42"/>
                  </a:cubicBezTo>
                  <a:cubicBezTo>
                    <a:pt x="222" y="43"/>
                    <a:pt x="229" y="45"/>
                    <a:pt x="233" y="46"/>
                  </a:cubicBezTo>
                  <a:cubicBezTo>
                    <a:pt x="236" y="48"/>
                    <a:pt x="244" y="52"/>
                    <a:pt x="247" y="55"/>
                  </a:cubicBezTo>
                  <a:cubicBezTo>
                    <a:pt x="250" y="57"/>
                    <a:pt x="254" y="64"/>
                    <a:pt x="257" y="66"/>
                  </a:cubicBezTo>
                  <a:cubicBezTo>
                    <a:pt x="259" y="68"/>
                    <a:pt x="265" y="72"/>
                    <a:pt x="267" y="74"/>
                  </a:cubicBezTo>
                  <a:cubicBezTo>
                    <a:pt x="269" y="75"/>
                    <a:pt x="271" y="77"/>
                    <a:pt x="272" y="78"/>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3"/>
            <p:cNvSpPr>
              <a:spLocks noEditPoints="1"/>
            </p:cNvSpPr>
            <p:nvPr/>
          </p:nvSpPr>
          <p:spPr bwMode="auto">
            <a:xfrm>
              <a:off x="2749550" y="1657350"/>
              <a:ext cx="1835150" cy="1487488"/>
            </a:xfrm>
            <a:custGeom>
              <a:avLst/>
              <a:gdLst/>
              <a:ahLst/>
              <a:cxnLst>
                <a:cxn ang="0">
                  <a:pos x="1170" y="752"/>
                </a:cxn>
                <a:cxn ang="0">
                  <a:pos x="1086" y="782"/>
                </a:cxn>
                <a:cxn ang="0">
                  <a:pos x="1027" y="838"/>
                </a:cxn>
                <a:cxn ang="0">
                  <a:pos x="1068" y="888"/>
                </a:cxn>
                <a:cxn ang="0">
                  <a:pos x="1009" y="926"/>
                </a:cxn>
                <a:cxn ang="0">
                  <a:pos x="901" y="918"/>
                </a:cxn>
                <a:cxn ang="0">
                  <a:pos x="883" y="974"/>
                </a:cxn>
                <a:cxn ang="0">
                  <a:pos x="816" y="930"/>
                </a:cxn>
                <a:cxn ang="0">
                  <a:pos x="728" y="981"/>
                </a:cxn>
                <a:cxn ang="0">
                  <a:pos x="677" y="980"/>
                </a:cxn>
                <a:cxn ang="0">
                  <a:pos x="604" y="975"/>
                </a:cxn>
                <a:cxn ang="0">
                  <a:pos x="502" y="952"/>
                </a:cxn>
                <a:cxn ang="0">
                  <a:pos x="376" y="949"/>
                </a:cxn>
                <a:cxn ang="0">
                  <a:pos x="270" y="982"/>
                </a:cxn>
                <a:cxn ang="0">
                  <a:pos x="201" y="974"/>
                </a:cxn>
                <a:cxn ang="0">
                  <a:pos x="182" y="884"/>
                </a:cxn>
                <a:cxn ang="0">
                  <a:pos x="170" y="826"/>
                </a:cxn>
                <a:cxn ang="0">
                  <a:pos x="209" y="791"/>
                </a:cxn>
                <a:cxn ang="0">
                  <a:pos x="228" y="714"/>
                </a:cxn>
                <a:cxn ang="0">
                  <a:pos x="238" y="615"/>
                </a:cxn>
                <a:cxn ang="0">
                  <a:pos x="175" y="571"/>
                </a:cxn>
                <a:cxn ang="0">
                  <a:pos x="111" y="541"/>
                </a:cxn>
                <a:cxn ang="0">
                  <a:pos x="55" y="501"/>
                </a:cxn>
                <a:cxn ang="0">
                  <a:pos x="0" y="500"/>
                </a:cxn>
                <a:cxn ang="0">
                  <a:pos x="17" y="442"/>
                </a:cxn>
                <a:cxn ang="0">
                  <a:pos x="77" y="372"/>
                </a:cxn>
                <a:cxn ang="0">
                  <a:pos x="152" y="340"/>
                </a:cxn>
                <a:cxn ang="0">
                  <a:pos x="242" y="309"/>
                </a:cxn>
                <a:cxn ang="0">
                  <a:pos x="303" y="293"/>
                </a:cxn>
                <a:cxn ang="0">
                  <a:pos x="342" y="244"/>
                </a:cxn>
                <a:cxn ang="0">
                  <a:pos x="435" y="250"/>
                </a:cxn>
                <a:cxn ang="0">
                  <a:pos x="564" y="226"/>
                </a:cxn>
                <a:cxn ang="0">
                  <a:pos x="591" y="162"/>
                </a:cxn>
                <a:cxn ang="0">
                  <a:pos x="632" y="134"/>
                </a:cxn>
                <a:cxn ang="0">
                  <a:pos x="645" y="94"/>
                </a:cxn>
                <a:cxn ang="0">
                  <a:pos x="701" y="118"/>
                </a:cxn>
                <a:cxn ang="0">
                  <a:pos x="765" y="92"/>
                </a:cxn>
                <a:cxn ang="0">
                  <a:pos x="868" y="34"/>
                </a:cxn>
                <a:cxn ang="0">
                  <a:pos x="932" y="10"/>
                </a:cxn>
                <a:cxn ang="0">
                  <a:pos x="1001" y="67"/>
                </a:cxn>
                <a:cxn ang="0">
                  <a:pos x="1012" y="137"/>
                </a:cxn>
                <a:cxn ang="0">
                  <a:pos x="1006" y="233"/>
                </a:cxn>
                <a:cxn ang="0">
                  <a:pos x="1046" y="289"/>
                </a:cxn>
                <a:cxn ang="0">
                  <a:pos x="1135" y="299"/>
                </a:cxn>
                <a:cxn ang="0">
                  <a:pos x="1138" y="409"/>
                </a:cxn>
                <a:cxn ang="0">
                  <a:pos x="1163" y="469"/>
                </a:cxn>
                <a:cxn ang="0">
                  <a:pos x="1152" y="529"/>
                </a:cxn>
                <a:cxn ang="0">
                  <a:pos x="1197" y="571"/>
                </a:cxn>
                <a:cxn ang="0">
                  <a:pos x="1231" y="621"/>
                </a:cxn>
                <a:cxn ang="0">
                  <a:pos x="1216" y="692"/>
                </a:cxn>
                <a:cxn ang="0">
                  <a:pos x="688" y="427"/>
                </a:cxn>
                <a:cxn ang="0">
                  <a:pos x="568" y="421"/>
                </a:cxn>
                <a:cxn ang="0">
                  <a:pos x="486" y="453"/>
                </a:cxn>
                <a:cxn ang="0">
                  <a:pos x="496" y="499"/>
                </a:cxn>
                <a:cxn ang="0">
                  <a:pos x="536" y="588"/>
                </a:cxn>
                <a:cxn ang="0">
                  <a:pos x="608" y="573"/>
                </a:cxn>
                <a:cxn ang="0">
                  <a:pos x="681" y="547"/>
                </a:cxn>
                <a:cxn ang="0">
                  <a:pos x="731" y="524"/>
                </a:cxn>
              </a:cxnLst>
              <a:rect l="0" t="0" r="r" b="b"/>
              <a:pathLst>
                <a:path w="1237" h="1001">
                  <a:moveTo>
                    <a:pt x="1214" y="695"/>
                  </a:moveTo>
                  <a:cubicBezTo>
                    <a:pt x="1212" y="698"/>
                    <a:pt x="1209" y="701"/>
                    <a:pt x="1207" y="703"/>
                  </a:cubicBezTo>
                  <a:cubicBezTo>
                    <a:pt x="1206" y="704"/>
                    <a:pt x="1202" y="706"/>
                    <a:pt x="1200" y="706"/>
                  </a:cubicBezTo>
                  <a:cubicBezTo>
                    <a:pt x="1197" y="707"/>
                    <a:pt x="1191" y="708"/>
                    <a:pt x="1188" y="709"/>
                  </a:cubicBezTo>
                  <a:cubicBezTo>
                    <a:pt x="1186" y="709"/>
                    <a:pt x="1182" y="711"/>
                    <a:pt x="1180" y="712"/>
                  </a:cubicBezTo>
                  <a:cubicBezTo>
                    <a:pt x="1177" y="713"/>
                    <a:pt x="1173" y="717"/>
                    <a:pt x="1172" y="720"/>
                  </a:cubicBezTo>
                  <a:cubicBezTo>
                    <a:pt x="1171" y="722"/>
                    <a:pt x="1171" y="726"/>
                    <a:pt x="1171" y="728"/>
                  </a:cubicBezTo>
                  <a:cubicBezTo>
                    <a:pt x="1171" y="731"/>
                    <a:pt x="1172" y="736"/>
                    <a:pt x="1173" y="739"/>
                  </a:cubicBezTo>
                  <a:cubicBezTo>
                    <a:pt x="1173" y="741"/>
                    <a:pt x="1174" y="745"/>
                    <a:pt x="1173" y="747"/>
                  </a:cubicBezTo>
                  <a:cubicBezTo>
                    <a:pt x="1173" y="749"/>
                    <a:pt x="1172" y="752"/>
                    <a:pt x="1170" y="752"/>
                  </a:cubicBezTo>
                  <a:cubicBezTo>
                    <a:pt x="1169" y="753"/>
                    <a:pt x="1167" y="751"/>
                    <a:pt x="1166" y="751"/>
                  </a:cubicBezTo>
                  <a:cubicBezTo>
                    <a:pt x="1164" y="750"/>
                    <a:pt x="1162" y="748"/>
                    <a:pt x="1160" y="748"/>
                  </a:cubicBezTo>
                  <a:cubicBezTo>
                    <a:pt x="1159" y="748"/>
                    <a:pt x="1157" y="749"/>
                    <a:pt x="1155" y="750"/>
                  </a:cubicBezTo>
                  <a:cubicBezTo>
                    <a:pt x="1154" y="751"/>
                    <a:pt x="1151" y="754"/>
                    <a:pt x="1150" y="755"/>
                  </a:cubicBezTo>
                  <a:cubicBezTo>
                    <a:pt x="1148" y="758"/>
                    <a:pt x="1143" y="763"/>
                    <a:pt x="1141" y="765"/>
                  </a:cubicBezTo>
                  <a:cubicBezTo>
                    <a:pt x="1138" y="766"/>
                    <a:pt x="1133" y="768"/>
                    <a:pt x="1131" y="769"/>
                  </a:cubicBezTo>
                  <a:cubicBezTo>
                    <a:pt x="1128" y="770"/>
                    <a:pt x="1121" y="770"/>
                    <a:pt x="1118" y="770"/>
                  </a:cubicBezTo>
                  <a:cubicBezTo>
                    <a:pt x="1114" y="771"/>
                    <a:pt x="1106" y="772"/>
                    <a:pt x="1103" y="773"/>
                  </a:cubicBezTo>
                  <a:cubicBezTo>
                    <a:pt x="1100" y="774"/>
                    <a:pt x="1096" y="777"/>
                    <a:pt x="1094" y="778"/>
                  </a:cubicBezTo>
                  <a:cubicBezTo>
                    <a:pt x="1092" y="779"/>
                    <a:pt x="1088" y="781"/>
                    <a:pt x="1086" y="782"/>
                  </a:cubicBezTo>
                  <a:cubicBezTo>
                    <a:pt x="1085" y="782"/>
                    <a:pt x="1082" y="781"/>
                    <a:pt x="1080" y="781"/>
                  </a:cubicBezTo>
                  <a:cubicBezTo>
                    <a:pt x="1079" y="781"/>
                    <a:pt x="1076" y="779"/>
                    <a:pt x="1075" y="779"/>
                  </a:cubicBezTo>
                  <a:cubicBezTo>
                    <a:pt x="1073" y="779"/>
                    <a:pt x="1070" y="781"/>
                    <a:pt x="1068" y="782"/>
                  </a:cubicBezTo>
                  <a:cubicBezTo>
                    <a:pt x="1067" y="784"/>
                    <a:pt x="1064" y="788"/>
                    <a:pt x="1063" y="791"/>
                  </a:cubicBezTo>
                  <a:cubicBezTo>
                    <a:pt x="1062" y="792"/>
                    <a:pt x="1062" y="797"/>
                    <a:pt x="1061" y="799"/>
                  </a:cubicBezTo>
                  <a:cubicBezTo>
                    <a:pt x="1059" y="800"/>
                    <a:pt x="1055" y="802"/>
                    <a:pt x="1054" y="804"/>
                  </a:cubicBezTo>
                  <a:cubicBezTo>
                    <a:pt x="1052" y="806"/>
                    <a:pt x="1047" y="811"/>
                    <a:pt x="1045" y="814"/>
                  </a:cubicBezTo>
                  <a:cubicBezTo>
                    <a:pt x="1044" y="816"/>
                    <a:pt x="1041" y="821"/>
                    <a:pt x="1039" y="824"/>
                  </a:cubicBezTo>
                  <a:cubicBezTo>
                    <a:pt x="1037" y="826"/>
                    <a:pt x="1032" y="830"/>
                    <a:pt x="1030" y="832"/>
                  </a:cubicBezTo>
                  <a:cubicBezTo>
                    <a:pt x="1029" y="833"/>
                    <a:pt x="1027" y="837"/>
                    <a:pt x="1027" y="838"/>
                  </a:cubicBezTo>
                  <a:cubicBezTo>
                    <a:pt x="1026" y="840"/>
                    <a:pt x="1028" y="843"/>
                    <a:pt x="1029" y="844"/>
                  </a:cubicBezTo>
                  <a:cubicBezTo>
                    <a:pt x="1030" y="845"/>
                    <a:pt x="1033" y="846"/>
                    <a:pt x="1033" y="847"/>
                  </a:cubicBezTo>
                  <a:cubicBezTo>
                    <a:pt x="1034" y="849"/>
                    <a:pt x="1032" y="853"/>
                    <a:pt x="1033" y="855"/>
                  </a:cubicBezTo>
                  <a:cubicBezTo>
                    <a:pt x="1033" y="857"/>
                    <a:pt x="1035" y="860"/>
                    <a:pt x="1037" y="861"/>
                  </a:cubicBezTo>
                  <a:cubicBezTo>
                    <a:pt x="1039" y="862"/>
                    <a:pt x="1045" y="863"/>
                    <a:pt x="1048" y="863"/>
                  </a:cubicBezTo>
                  <a:cubicBezTo>
                    <a:pt x="1051" y="863"/>
                    <a:pt x="1057" y="861"/>
                    <a:pt x="1060" y="861"/>
                  </a:cubicBezTo>
                  <a:cubicBezTo>
                    <a:pt x="1062" y="862"/>
                    <a:pt x="1065" y="863"/>
                    <a:pt x="1067" y="864"/>
                  </a:cubicBezTo>
                  <a:cubicBezTo>
                    <a:pt x="1069" y="865"/>
                    <a:pt x="1072" y="868"/>
                    <a:pt x="1073" y="870"/>
                  </a:cubicBezTo>
                  <a:cubicBezTo>
                    <a:pt x="1074" y="871"/>
                    <a:pt x="1073" y="875"/>
                    <a:pt x="1073" y="877"/>
                  </a:cubicBezTo>
                  <a:cubicBezTo>
                    <a:pt x="1072" y="880"/>
                    <a:pt x="1070" y="885"/>
                    <a:pt x="1068" y="888"/>
                  </a:cubicBezTo>
                  <a:cubicBezTo>
                    <a:pt x="1067" y="891"/>
                    <a:pt x="1065" y="897"/>
                    <a:pt x="1063" y="899"/>
                  </a:cubicBezTo>
                  <a:cubicBezTo>
                    <a:pt x="1061" y="902"/>
                    <a:pt x="1054" y="904"/>
                    <a:pt x="1051" y="906"/>
                  </a:cubicBezTo>
                  <a:cubicBezTo>
                    <a:pt x="1048" y="907"/>
                    <a:pt x="1042" y="909"/>
                    <a:pt x="1040" y="909"/>
                  </a:cubicBezTo>
                  <a:cubicBezTo>
                    <a:pt x="1037" y="910"/>
                    <a:pt x="1030" y="909"/>
                    <a:pt x="1027" y="911"/>
                  </a:cubicBezTo>
                  <a:cubicBezTo>
                    <a:pt x="1026" y="912"/>
                    <a:pt x="1025" y="916"/>
                    <a:pt x="1024" y="917"/>
                  </a:cubicBezTo>
                  <a:cubicBezTo>
                    <a:pt x="1023" y="919"/>
                    <a:pt x="1021" y="924"/>
                    <a:pt x="1020" y="926"/>
                  </a:cubicBezTo>
                  <a:cubicBezTo>
                    <a:pt x="1019" y="928"/>
                    <a:pt x="1018" y="933"/>
                    <a:pt x="1017" y="935"/>
                  </a:cubicBezTo>
                  <a:cubicBezTo>
                    <a:pt x="1016" y="936"/>
                    <a:pt x="1014" y="939"/>
                    <a:pt x="1012" y="939"/>
                  </a:cubicBezTo>
                  <a:cubicBezTo>
                    <a:pt x="1011" y="938"/>
                    <a:pt x="1010" y="935"/>
                    <a:pt x="1009" y="934"/>
                  </a:cubicBezTo>
                  <a:cubicBezTo>
                    <a:pt x="1009" y="932"/>
                    <a:pt x="1009" y="928"/>
                    <a:pt x="1009" y="926"/>
                  </a:cubicBezTo>
                  <a:cubicBezTo>
                    <a:pt x="1008" y="924"/>
                    <a:pt x="1005" y="921"/>
                    <a:pt x="1004" y="920"/>
                  </a:cubicBezTo>
                  <a:cubicBezTo>
                    <a:pt x="1002" y="919"/>
                    <a:pt x="997" y="916"/>
                    <a:pt x="994" y="916"/>
                  </a:cubicBezTo>
                  <a:cubicBezTo>
                    <a:pt x="991" y="916"/>
                    <a:pt x="985" y="917"/>
                    <a:pt x="982" y="918"/>
                  </a:cubicBezTo>
                  <a:cubicBezTo>
                    <a:pt x="978" y="919"/>
                    <a:pt x="972" y="922"/>
                    <a:pt x="968" y="923"/>
                  </a:cubicBezTo>
                  <a:cubicBezTo>
                    <a:pt x="966" y="923"/>
                    <a:pt x="961" y="923"/>
                    <a:pt x="959" y="923"/>
                  </a:cubicBezTo>
                  <a:cubicBezTo>
                    <a:pt x="956" y="923"/>
                    <a:pt x="951" y="920"/>
                    <a:pt x="948" y="919"/>
                  </a:cubicBezTo>
                  <a:cubicBezTo>
                    <a:pt x="945" y="918"/>
                    <a:pt x="938" y="915"/>
                    <a:pt x="935" y="914"/>
                  </a:cubicBezTo>
                  <a:cubicBezTo>
                    <a:pt x="931" y="914"/>
                    <a:pt x="923" y="913"/>
                    <a:pt x="918" y="913"/>
                  </a:cubicBezTo>
                  <a:cubicBezTo>
                    <a:pt x="915" y="913"/>
                    <a:pt x="909" y="914"/>
                    <a:pt x="906" y="915"/>
                  </a:cubicBezTo>
                  <a:cubicBezTo>
                    <a:pt x="905" y="916"/>
                    <a:pt x="901" y="917"/>
                    <a:pt x="901" y="918"/>
                  </a:cubicBezTo>
                  <a:cubicBezTo>
                    <a:pt x="900" y="920"/>
                    <a:pt x="900" y="923"/>
                    <a:pt x="901" y="925"/>
                  </a:cubicBezTo>
                  <a:cubicBezTo>
                    <a:pt x="902" y="927"/>
                    <a:pt x="906" y="929"/>
                    <a:pt x="908" y="930"/>
                  </a:cubicBezTo>
                  <a:cubicBezTo>
                    <a:pt x="909" y="931"/>
                    <a:pt x="911" y="933"/>
                    <a:pt x="911" y="935"/>
                  </a:cubicBezTo>
                  <a:cubicBezTo>
                    <a:pt x="912" y="937"/>
                    <a:pt x="911" y="941"/>
                    <a:pt x="910" y="942"/>
                  </a:cubicBezTo>
                  <a:cubicBezTo>
                    <a:pt x="908" y="943"/>
                    <a:pt x="905" y="941"/>
                    <a:pt x="903" y="942"/>
                  </a:cubicBezTo>
                  <a:cubicBezTo>
                    <a:pt x="901" y="943"/>
                    <a:pt x="896" y="946"/>
                    <a:pt x="894" y="948"/>
                  </a:cubicBezTo>
                  <a:cubicBezTo>
                    <a:pt x="893" y="949"/>
                    <a:pt x="890" y="952"/>
                    <a:pt x="890" y="954"/>
                  </a:cubicBezTo>
                  <a:cubicBezTo>
                    <a:pt x="889" y="956"/>
                    <a:pt x="889" y="962"/>
                    <a:pt x="889" y="965"/>
                  </a:cubicBezTo>
                  <a:cubicBezTo>
                    <a:pt x="889" y="967"/>
                    <a:pt x="889" y="970"/>
                    <a:pt x="889" y="973"/>
                  </a:cubicBezTo>
                  <a:cubicBezTo>
                    <a:pt x="887" y="973"/>
                    <a:pt x="884" y="974"/>
                    <a:pt x="883" y="974"/>
                  </a:cubicBezTo>
                  <a:cubicBezTo>
                    <a:pt x="880" y="974"/>
                    <a:pt x="875" y="973"/>
                    <a:pt x="873" y="972"/>
                  </a:cubicBezTo>
                  <a:cubicBezTo>
                    <a:pt x="871" y="970"/>
                    <a:pt x="867" y="966"/>
                    <a:pt x="865" y="965"/>
                  </a:cubicBezTo>
                  <a:cubicBezTo>
                    <a:pt x="864" y="963"/>
                    <a:pt x="860" y="959"/>
                    <a:pt x="860" y="958"/>
                  </a:cubicBezTo>
                  <a:cubicBezTo>
                    <a:pt x="860" y="958"/>
                    <a:pt x="860" y="952"/>
                    <a:pt x="859" y="950"/>
                  </a:cubicBezTo>
                  <a:cubicBezTo>
                    <a:pt x="858" y="949"/>
                    <a:pt x="854" y="948"/>
                    <a:pt x="853" y="947"/>
                  </a:cubicBezTo>
                  <a:cubicBezTo>
                    <a:pt x="852" y="946"/>
                    <a:pt x="850" y="942"/>
                    <a:pt x="849" y="941"/>
                  </a:cubicBezTo>
                  <a:cubicBezTo>
                    <a:pt x="847" y="939"/>
                    <a:pt x="843" y="936"/>
                    <a:pt x="841" y="936"/>
                  </a:cubicBezTo>
                  <a:cubicBezTo>
                    <a:pt x="839" y="935"/>
                    <a:pt x="835" y="938"/>
                    <a:pt x="833" y="938"/>
                  </a:cubicBezTo>
                  <a:cubicBezTo>
                    <a:pt x="831" y="938"/>
                    <a:pt x="827" y="938"/>
                    <a:pt x="825" y="937"/>
                  </a:cubicBezTo>
                  <a:cubicBezTo>
                    <a:pt x="823" y="936"/>
                    <a:pt x="818" y="932"/>
                    <a:pt x="816" y="930"/>
                  </a:cubicBezTo>
                  <a:cubicBezTo>
                    <a:pt x="815" y="927"/>
                    <a:pt x="813" y="921"/>
                    <a:pt x="811" y="919"/>
                  </a:cubicBezTo>
                  <a:cubicBezTo>
                    <a:pt x="810" y="916"/>
                    <a:pt x="806" y="910"/>
                    <a:pt x="804" y="909"/>
                  </a:cubicBezTo>
                  <a:cubicBezTo>
                    <a:pt x="802" y="908"/>
                    <a:pt x="796" y="909"/>
                    <a:pt x="794" y="909"/>
                  </a:cubicBezTo>
                  <a:cubicBezTo>
                    <a:pt x="791" y="910"/>
                    <a:pt x="786" y="911"/>
                    <a:pt x="784" y="913"/>
                  </a:cubicBezTo>
                  <a:cubicBezTo>
                    <a:pt x="782" y="914"/>
                    <a:pt x="778" y="919"/>
                    <a:pt x="777" y="921"/>
                  </a:cubicBezTo>
                  <a:cubicBezTo>
                    <a:pt x="774" y="928"/>
                    <a:pt x="773" y="944"/>
                    <a:pt x="770" y="951"/>
                  </a:cubicBezTo>
                  <a:cubicBezTo>
                    <a:pt x="769" y="954"/>
                    <a:pt x="767" y="961"/>
                    <a:pt x="764" y="963"/>
                  </a:cubicBezTo>
                  <a:cubicBezTo>
                    <a:pt x="762" y="966"/>
                    <a:pt x="755" y="969"/>
                    <a:pt x="751" y="970"/>
                  </a:cubicBezTo>
                  <a:cubicBezTo>
                    <a:pt x="748" y="972"/>
                    <a:pt x="742" y="974"/>
                    <a:pt x="739" y="975"/>
                  </a:cubicBezTo>
                  <a:cubicBezTo>
                    <a:pt x="736" y="976"/>
                    <a:pt x="730" y="978"/>
                    <a:pt x="728" y="981"/>
                  </a:cubicBezTo>
                  <a:cubicBezTo>
                    <a:pt x="727" y="982"/>
                    <a:pt x="725" y="987"/>
                    <a:pt x="724" y="990"/>
                  </a:cubicBezTo>
                  <a:cubicBezTo>
                    <a:pt x="723" y="991"/>
                    <a:pt x="722" y="995"/>
                    <a:pt x="721" y="997"/>
                  </a:cubicBezTo>
                  <a:cubicBezTo>
                    <a:pt x="719" y="998"/>
                    <a:pt x="715" y="1001"/>
                    <a:pt x="713" y="1001"/>
                  </a:cubicBezTo>
                  <a:cubicBezTo>
                    <a:pt x="711" y="1001"/>
                    <a:pt x="708" y="998"/>
                    <a:pt x="706" y="996"/>
                  </a:cubicBezTo>
                  <a:cubicBezTo>
                    <a:pt x="704" y="995"/>
                    <a:pt x="703" y="989"/>
                    <a:pt x="701" y="988"/>
                  </a:cubicBezTo>
                  <a:cubicBezTo>
                    <a:pt x="699" y="987"/>
                    <a:pt x="696" y="987"/>
                    <a:pt x="695" y="987"/>
                  </a:cubicBezTo>
                  <a:cubicBezTo>
                    <a:pt x="693" y="987"/>
                    <a:pt x="688" y="989"/>
                    <a:pt x="686" y="990"/>
                  </a:cubicBezTo>
                  <a:cubicBezTo>
                    <a:pt x="685" y="991"/>
                    <a:pt x="682" y="994"/>
                    <a:pt x="680" y="993"/>
                  </a:cubicBezTo>
                  <a:cubicBezTo>
                    <a:pt x="679" y="993"/>
                    <a:pt x="677" y="990"/>
                    <a:pt x="677" y="988"/>
                  </a:cubicBezTo>
                  <a:cubicBezTo>
                    <a:pt x="676" y="986"/>
                    <a:pt x="677" y="982"/>
                    <a:pt x="677" y="980"/>
                  </a:cubicBezTo>
                  <a:cubicBezTo>
                    <a:pt x="676" y="979"/>
                    <a:pt x="676" y="975"/>
                    <a:pt x="674" y="974"/>
                  </a:cubicBezTo>
                  <a:cubicBezTo>
                    <a:pt x="673" y="972"/>
                    <a:pt x="669" y="973"/>
                    <a:pt x="667" y="973"/>
                  </a:cubicBezTo>
                  <a:cubicBezTo>
                    <a:pt x="665" y="974"/>
                    <a:pt x="661" y="977"/>
                    <a:pt x="659" y="978"/>
                  </a:cubicBezTo>
                  <a:cubicBezTo>
                    <a:pt x="656" y="978"/>
                    <a:pt x="651" y="978"/>
                    <a:pt x="649" y="977"/>
                  </a:cubicBezTo>
                  <a:cubicBezTo>
                    <a:pt x="646" y="976"/>
                    <a:pt x="643" y="973"/>
                    <a:pt x="640" y="973"/>
                  </a:cubicBezTo>
                  <a:cubicBezTo>
                    <a:pt x="637" y="972"/>
                    <a:pt x="632" y="975"/>
                    <a:pt x="629" y="974"/>
                  </a:cubicBezTo>
                  <a:cubicBezTo>
                    <a:pt x="627" y="974"/>
                    <a:pt x="626" y="969"/>
                    <a:pt x="624" y="969"/>
                  </a:cubicBezTo>
                  <a:cubicBezTo>
                    <a:pt x="622" y="968"/>
                    <a:pt x="619" y="971"/>
                    <a:pt x="617" y="972"/>
                  </a:cubicBezTo>
                  <a:cubicBezTo>
                    <a:pt x="616" y="972"/>
                    <a:pt x="612" y="973"/>
                    <a:pt x="610" y="973"/>
                  </a:cubicBezTo>
                  <a:cubicBezTo>
                    <a:pt x="609" y="974"/>
                    <a:pt x="606" y="975"/>
                    <a:pt x="604" y="975"/>
                  </a:cubicBezTo>
                  <a:cubicBezTo>
                    <a:pt x="602" y="975"/>
                    <a:pt x="597" y="972"/>
                    <a:pt x="595" y="971"/>
                  </a:cubicBezTo>
                  <a:cubicBezTo>
                    <a:pt x="593" y="970"/>
                    <a:pt x="591" y="965"/>
                    <a:pt x="589" y="964"/>
                  </a:cubicBezTo>
                  <a:cubicBezTo>
                    <a:pt x="587" y="963"/>
                    <a:pt x="582" y="963"/>
                    <a:pt x="580" y="963"/>
                  </a:cubicBezTo>
                  <a:cubicBezTo>
                    <a:pt x="578" y="964"/>
                    <a:pt x="573" y="967"/>
                    <a:pt x="570" y="968"/>
                  </a:cubicBezTo>
                  <a:cubicBezTo>
                    <a:pt x="568" y="970"/>
                    <a:pt x="564" y="973"/>
                    <a:pt x="562" y="974"/>
                  </a:cubicBezTo>
                  <a:cubicBezTo>
                    <a:pt x="560" y="974"/>
                    <a:pt x="555" y="974"/>
                    <a:pt x="552" y="974"/>
                  </a:cubicBezTo>
                  <a:cubicBezTo>
                    <a:pt x="547" y="973"/>
                    <a:pt x="536" y="970"/>
                    <a:pt x="530" y="968"/>
                  </a:cubicBezTo>
                  <a:cubicBezTo>
                    <a:pt x="528" y="967"/>
                    <a:pt x="523" y="964"/>
                    <a:pt x="521" y="963"/>
                  </a:cubicBezTo>
                  <a:cubicBezTo>
                    <a:pt x="519" y="962"/>
                    <a:pt x="515" y="961"/>
                    <a:pt x="513" y="960"/>
                  </a:cubicBezTo>
                  <a:cubicBezTo>
                    <a:pt x="510" y="958"/>
                    <a:pt x="505" y="954"/>
                    <a:pt x="502" y="952"/>
                  </a:cubicBezTo>
                  <a:cubicBezTo>
                    <a:pt x="499" y="950"/>
                    <a:pt x="494" y="946"/>
                    <a:pt x="490" y="945"/>
                  </a:cubicBezTo>
                  <a:cubicBezTo>
                    <a:pt x="488" y="945"/>
                    <a:pt x="483" y="946"/>
                    <a:pt x="481" y="947"/>
                  </a:cubicBezTo>
                  <a:cubicBezTo>
                    <a:pt x="478" y="948"/>
                    <a:pt x="473" y="951"/>
                    <a:pt x="471" y="953"/>
                  </a:cubicBezTo>
                  <a:cubicBezTo>
                    <a:pt x="469" y="955"/>
                    <a:pt x="467" y="961"/>
                    <a:pt x="465" y="962"/>
                  </a:cubicBezTo>
                  <a:cubicBezTo>
                    <a:pt x="461" y="965"/>
                    <a:pt x="451" y="964"/>
                    <a:pt x="447" y="964"/>
                  </a:cubicBezTo>
                  <a:cubicBezTo>
                    <a:pt x="442" y="965"/>
                    <a:pt x="431" y="967"/>
                    <a:pt x="426" y="968"/>
                  </a:cubicBezTo>
                  <a:cubicBezTo>
                    <a:pt x="422" y="969"/>
                    <a:pt x="414" y="970"/>
                    <a:pt x="409" y="970"/>
                  </a:cubicBezTo>
                  <a:cubicBezTo>
                    <a:pt x="405" y="970"/>
                    <a:pt x="396" y="969"/>
                    <a:pt x="392" y="967"/>
                  </a:cubicBezTo>
                  <a:cubicBezTo>
                    <a:pt x="390" y="965"/>
                    <a:pt x="388" y="960"/>
                    <a:pt x="386" y="958"/>
                  </a:cubicBezTo>
                  <a:cubicBezTo>
                    <a:pt x="384" y="956"/>
                    <a:pt x="379" y="950"/>
                    <a:pt x="376" y="949"/>
                  </a:cubicBezTo>
                  <a:cubicBezTo>
                    <a:pt x="373" y="948"/>
                    <a:pt x="367" y="949"/>
                    <a:pt x="364" y="950"/>
                  </a:cubicBezTo>
                  <a:cubicBezTo>
                    <a:pt x="362" y="951"/>
                    <a:pt x="356" y="954"/>
                    <a:pt x="354" y="956"/>
                  </a:cubicBezTo>
                  <a:cubicBezTo>
                    <a:pt x="353" y="957"/>
                    <a:pt x="351" y="961"/>
                    <a:pt x="349" y="963"/>
                  </a:cubicBezTo>
                  <a:cubicBezTo>
                    <a:pt x="348" y="965"/>
                    <a:pt x="344" y="968"/>
                    <a:pt x="342" y="969"/>
                  </a:cubicBezTo>
                  <a:cubicBezTo>
                    <a:pt x="338" y="971"/>
                    <a:pt x="331" y="971"/>
                    <a:pt x="328" y="973"/>
                  </a:cubicBezTo>
                  <a:cubicBezTo>
                    <a:pt x="325" y="974"/>
                    <a:pt x="320" y="980"/>
                    <a:pt x="318" y="981"/>
                  </a:cubicBezTo>
                  <a:cubicBezTo>
                    <a:pt x="315" y="983"/>
                    <a:pt x="310" y="985"/>
                    <a:pt x="308" y="986"/>
                  </a:cubicBezTo>
                  <a:cubicBezTo>
                    <a:pt x="304" y="987"/>
                    <a:pt x="295" y="988"/>
                    <a:pt x="291" y="988"/>
                  </a:cubicBezTo>
                  <a:cubicBezTo>
                    <a:pt x="288" y="988"/>
                    <a:pt x="283" y="987"/>
                    <a:pt x="280" y="986"/>
                  </a:cubicBezTo>
                  <a:cubicBezTo>
                    <a:pt x="277" y="985"/>
                    <a:pt x="273" y="982"/>
                    <a:pt x="270" y="982"/>
                  </a:cubicBezTo>
                  <a:cubicBezTo>
                    <a:pt x="267" y="981"/>
                    <a:pt x="261" y="983"/>
                    <a:pt x="258" y="983"/>
                  </a:cubicBezTo>
                  <a:cubicBezTo>
                    <a:pt x="255" y="983"/>
                    <a:pt x="251" y="983"/>
                    <a:pt x="249" y="983"/>
                  </a:cubicBezTo>
                  <a:cubicBezTo>
                    <a:pt x="247" y="982"/>
                    <a:pt x="242" y="980"/>
                    <a:pt x="240" y="979"/>
                  </a:cubicBezTo>
                  <a:cubicBezTo>
                    <a:pt x="238" y="979"/>
                    <a:pt x="232" y="978"/>
                    <a:pt x="230" y="979"/>
                  </a:cubicBezTo>
                  <a:cubicBezTo>
                    <a:pt x="227" y="979"/>
                    <a:pt x="222" y="982"/>
                    <a:pt x="220" y="983"/>
                  </a:cubicBezTo>
                  <a:cubicBezTo>
                    <a:pt x="218" y="984"/>
                    <a:pt x="214" y="988"/>
                    <a:pt x="212" y="988"/>
                  </a:cubicBezTo>
                  <a:cubicBezTo>
                    <a:pt x="210" y="989"/>
                    <a:pt x="205" y="988"/>
                    <a:pt x="204" y="987"/>
                  </a:cubicBezTo>
                  <a:cubicBezTo>
                    <a:pt x="202" y="987"/>
                    <a:pt x="200" y="986"/>
                    <a:pt x="198" y="985"/>
                  </a:cubicBezTo>
                  <a:cubicBezTo>
                    <a:pt x="199" y="984"/>
                    <a:pt x="199" y="983"/>
                    <a:pt x="200" y="983"/>
                  </a:cubicBezTo>
                  <a:cubicBezTo>
                    <a:pt x="200" y="981"/>
                    <a:pt x="201" y="976"/>
                    <a:pt x="201" y="974"/>
                  </a:cubicBezTo>
                  <a:cubicBezTo>
                    <a:pt x="201" y="970"/>
                    <a:pt x="201" y="961"/>
                    <a:pt x="200" y="957"/>
                  </a:cubicBezTo>
                  <a:cubicBezTo>
                    <a:pt x="200" y="955"/>
                    <a:pt x="198" y="950"/>
                    <a:pt x="196" y="948"/>
                  </a:cubicBezTo>
                  <a:cubicBezTo>
                    <a:pt x="195" y="945"/>
                    <a:pt x="193" y="941"/>
                    <a:pt x="192" y="938"/>
                  </a:cubicBezTo>
                  <a:cubicBezTo>
                    <a:pt x="191" y="935"/>
                    <a:pt x="191" y="929"/>
                    <a:pt x="190" y="926"/>
                  </a:cubicBezTo>
                  <a:cubicBezTo>
                    <a:pt x="190" y="923"/>
                    <a:pt x="188" y="917"/>
                    <a:pt x="188" y="914"/>
                  </a:cubicBezTo>
                  <a:cubicBezTo>
                    <a:pt x="188" y="911"/>
                    <a:pt x="188" y="906"/>
                    <a:pt x="189" y="904"/>
                  </a:cubicBezTo>
                  <a:cubicBezTo>
                    <a:pt x="189" y="902"/>
                    <a:pt x="191" y="899"/>
                    <a:pt x="192" y="897"/>
                  </a:cubicBezTo>
                  <a:cubicBezTo>
                    <a:pt x="192" y="896"/>
                    <a:pt x="192" y="893"/>
                    <a:pt x="192" y="891"/>
                  </a:cubicBezTo>
                  <a:cubicBezTo>
                    <a:pt x="192" y="890"/>
                    <a:pt x="191" y="888"/>
                    <a:pt x="190" y="887"/>
                  </a:cubicBezTo>
                  <a:cubicBezTo>
                    <a:pt x="188" y="886"/>
                    <a:pt x="184" y="885"/>
                    <a:pt x="182" y="884"/>
                  </a:cubicBezTo>
                  <a:cubicBezTo>
                    <a:pt x="180" y="882"/>
                    <a:pt x="176" y="880"/>
                    <a:pt x="174" y="878"/>
                  </a:cubicBezTo>
                  <a:cubicBezTo>
                    <a:pt x="173" y="876"/>
                    <a:pt x="169" y="873"/>
                    <a:pt x="168" y="871"/>
                  </a:cubicBezTo>
                  <a:cubicBezTo>
                    <a:pt x="167" y="869"/>
                    <a:pt x="165" y="865"/>
                    <a:pt x="165" y="862"/>
                  </a:cubicBezTo>
                  <a:cubicBezTo>
                    <a:pt x="165" y="860"/>
                    <a:pt x="167" y="857"/>
                    <a:pt x="167" y="855"/>
                  </a:cubicBezTo>
                  <a:cubicBezTo>
                    <a:pt x="167" y="853"/>
                    <a:pt x="165" y="850"/>
                    <a:pt x="165" y="848"/>
                  </a:cubicBezTo>
                  <a:cubicBezTo>
                    <a:pt x="165" y="846"/>
                    <a:pt x="167" y="843"/>
                    <a:pt x="169" y="842"/>
                  </a:cubicBezTo>
                  <a:cubicBezTo>
                    <a:pt x="171" y="841"/>
                    <a:pt x="176" y="840"/>
                    <a:pt x="178" y="838"/>
                  </a:cubicBezTo>
                  <a:cubicBezTo>
                    <a:pt x="179" y="837"/>
                    <a:pt x="181" y="835"/>
                    <a:pt x="181" y="833"/>
                  </a:cubicBezTo>
                  <a:cubicBezTo>
                    <a:pt x="181" y="831"/>
                    <a:pt x="178" y="828"/>
                    <a:pt x="177" y="827"/>
                  </a:cubicBezTo>
                  <a:cubicBezTo>
                    <a:pt x="175" y="826"/>
                    <a:pt x="172" y="825"/>
                    <a:pt x="170" y="826"/>
                  </a:cubicBezTo>
                  <a:cubicBezTo>
                    <a:pt x="168" y="826"/>
                    <a:pt x="164" y="828"/>
                    <a:pt x="162" y="829"/>
                  </a:cubicBezTo>
                  <a:cubicBezTo>
                    <a:pt x="160" y="829"/>
                    <a:pt x="155" y="829"/>
                    <a:pt x="153" y="828"/>
                  </a:cubicBezTo>
                  <a:cubicBezTo>
                    <a:pt x="151" y="827"/>
                    <a:pt x="149" y="824"/>
                    <a:pt x="148" y="823"/>
                  </a:cubicBezTo>
                  <a:cubicBezTo>
                    <a:pt x="147" y="820"/>
                    <a:pt x="148" y="814"/>
                    <a:pt x="149" y="812"/>
                  </a:cubicBezTo>
                  <a:cubicBezTo>
                    <a:pt x="150" y="809"/>
                    <a:pt x="152" y="804"/>
                    <a:pt x="154" y="802"/>
                  </a:cubicBezTo>
                  <a:cubicBezTo>
                    <a:pt x="157" y="799"/>
                    <a:pt x="163" y="794"/>
                    <a:pt x="167" y="793"/>
                  </a:cubicBezTo>
                  <a:cubicBezTo>
                    <a:pt x="170" y="792"/>
                    <a:pt x="177" y="792"/>
                    <a:pt x="180" y="792"/>
                  </a:cubicBezTo>
                  <a:cubicBezTo>
                    <a:pt x="183" y="792"/>
                    <a:pt x="189" y="794"/>
                    <a:pt x="192" y="794"/>
                  </a:cubicBezTo>
                  <a:cubicBezTo>
                    <a:pt x="194" y="794"/>
                    <a:pt x="200" y="796"/>
                    <a:pt x="202" y="795"/>
                  </a:cubicBezTo>
                  <a:cubicBezTo>
                    <a:pt x="204" y="794"/>
                    <a:pt x="208" y="792"/>
                    <a:pt x="209" y="791"/>
                  </a:cubicBezTo>
                  <a:cubicBezTo>
                    <a:pt x="211" y="789"/>
                    <a:pt x="214" y="785"/>
                    <a:pt x="216" y="783"/>
                  </a:cubicBezTo>
                  <a:cubicBezTo>
                    <a:pt x="218" y="780"/>
                    <a:pt x="222" y="774"/>
                    <a:pt x="225" y="771"/>
                  </a:cubicBezTo>
                  <a:cubicBezTo>
                    <a:pt x="227" y="769"/>
                    <a:pt x="231" y="766"/>
                    <a:pt x="232" y="764"/>
                  </a:cubicBezTo>
                  <a:cubicBezTo>
                    <a:pt x="233" y="762"/>
                    <a:pt x="234" y="758"/>
                    <a:pt x="233" y="756"/>
                  </a:cubicBezTo>
                  <a:cubicBezTo>
                    <a:pt x="233" y="754"/>
                    <a:pt x="230" y="749"/>
                    <a:pt x="228" y="748"/>
                  </a:cubicBezTo>
                  <a:cubicBezTo>
                    <a:pt x="226" y="747"/>
                    <a:pt x="223" y="747"/>
                    <a:pt x="222" y="746"/>
                  </a:cubicBezTo>
                  <a:cubicBezTo>
                    <a:pt x="220" y="744"/>
                    <a:pt x="221" y="740"/>
                    <a:pt x="221" y="738"/>
                  </a:cubicBezTo>
                  <a:cubicBezTo>
                    <a:pt x="222" y="736"/>
                    <a:pt x="224" y="733"/>
                    <a:pt x="225" y="731"/>
                  </a:cubicBezTo>
                  <a:cubicBezTo>
                    <a:pt x="226" y="729"/>
                    <a:pt x="227" y="726"/>
                    <a:pt x="227" y="724"/>
                  </a:cubicBezTo>
                  <a:cubicBezTo>
                    <a:pt x="227" y="722"/>
                    <a:pt x="228" y="717"/>
                    <a:pt x="228" y="714"/>
                  </a:cubicBezTo>
                  <a:cubicBezTo>
                    <a:pt x="228" y="711"/>
                    <a:pt x="226" y="706"/>
                    <a:pt x="226" y="703"/>
                  </a:cubicBezTo>
                  <a:cubicBezTo>
                    <a:pt x="227" y="701"/>
                    <a:pt x="229" y="698"/>
                    <a:pt x="230" y="696"/>
                  </a:cubicBezTo>
                  <a:cubicBezTo>
                    <a:pt x="231" y="694"/>
                    <a:pt x="232" y="688"/>
                    <a:pt x="233" y="685"/>
                  </a:cubicBezTo>
                  <a:cubicBezTo>
                    <a:pt x="234" y="683"/>
                    <a:pt x="236" y="678"/>
                    <a:pt x="236" y="675"/>
                  </a:cubicBezTo>
                  <a:cubicBezTo>
                    <a:pt x="237" y="672"/>
                    <a:pt x="238" y="666"/>
                    <a:pt x="239" y="662"/>
                  </a:cubicBezTo>
                  <a:cubicBezTo>
                    <a:pt x="240" y="660"/>
                    <a:pt x="244" y="657"/>
                    <a:pt x="244" y="655"/>
                  </a:cubicBezTo>
                  <a:cubicBezTo>
                    <a:pt x="245" y="652"/>
                    <a:pt x="244" y="647"/>
                    <a:pt x="244" y="644"/>
                  </a:cubicBezTo>
                  <a:cubicBezTo>
                    <a:pt x="244" y="640"/>
                    <a:pt x="242" y="633"/>
                    <a:pt x="241" y="630"/>
                  </a:cubicBezTo>
                  <a:cubicBezTo>
                    <a:pt x="241" y="628"/>
                    <a:pt x="239" y="624"/>
                    <a:pt x="239" y="622"/>
                  </a:cubicBezTo>
                  <a:cubicBezTo>
                    <a:pt x="238" y="621"/>
                    <a:pt x="239" y="617"/>
                    <a:pt x="238" y="615"/>
                  </a:cubicBezTo>
                  <a:cubicBezTo>
                    <a:pt x="238" y="613"/>
                    <a:pt x="236" y="610"/>
                    <a:pt x="235" y="609"/>
                  </a:cubicBezTo>
                  <a:cubicBezTo>
                    <a:pt x="232" y="607"/>
                    <a:pt x="227" y="604"/>
                    <a:pt x="225" y="603"/>
                  </a:cubicBezTo>
                  <a:cubicBezTo>
                    <a:pt x="223" y="602"/>
                    <a:pt x="218" y="602"/>
                    <a:pt x="216" y="601"/>
                  </a:cubicBezTo>
                  <a:cubicBezTo>
                    <a:pt x="214" y="600"/>
                    <a:pt x="208" y="600"/>
                    <a:pt x="206" y="598"/>
                  </a:cubicBezTo>
                  <a:cubicBezTo>
                    <a:pt x="205" y="597"/>
                    <a:pt x="204" y="595"/>
                    <a:pt x="203" y="593"/>
                  </a:cubicBezTo>
                  <a:cubicBezTo>
                    <a:pt x="203" y="592"/>
                    <a:pt x="205" y="589"/>
                    <a:pt x="205" y="588"/>
                  </a:cubicBezTo>
                  <a:cubicBezTo>
                    <a:pt x="205" y="586"/>
                    <a:pt x="206" y="581"/>
                    <a:pt x="205" y="579"/>
                  </a:cubicBezTo>
                  <a:cubicBezTo>
                    <a:pt x="204" y="577"/>
                    <a:pt x="199" y="574"/>
                    <a:pt x="197" y="573"/>
                  </a:cubicBezTo>
                  <a:cubicBezTo>
                    <a:pt x="194" y="572"/>
                    <a:pt x="188" y="572"/>
                    <a:pt x="186" y="571"/>
                  </a:cubicBezTo>
                  <a:cubicBezTo>
                    <a:pt x="183" y="571"/>
                    <a:pt x="178" y="572"/>
                    <a:pt x="175" y="571"/>
                  </a:cubicBezTo>
                  <a:cubicBezTo>
                    <a:pt x="173" y="571"/>
                    <a:pt x="169" y="570"/>
                    <a:pt x="168" y="569"/>
                  </a:cubicBezTo>
                  <a:cubicBezTo>
                    <a:pt x="166" y="568"/>
                    <a:pt x="163" y="564"/>
                    <a:pt x="161" y="562"/>
                  </a:cubicBezTo>
                  <a:cubicBezTo>
                    <a:pt x="160" y="560"/>
                    <a:pt x="158" y="554"/>
                    <a:pt x="157" y="552"/>
                  </a:cubicBezTo>
                  <a:cubicBezTo>
                    <a:pt x="155" y="550"/>
                    <a:pt x="151" y="545"/>
                    <a:pt x="149" y="544"/>
                  </a:cubicBezTo>
                  <a:cubicBezTo>
                    <a:pt x="148" y="543"/>
                    <a:pt x="145" y="541"/>
                    <a:pt x="143" y="541"/>
                  </a:cubicBezTo>
                  <a:cubicBezTo>
                    <a:pt x="141" y="540"/>
                    <a:pt x="138" y="540"/>
                    <a:pt x="136" y="540"/>
                  </a:cubicBezTo>
                  <a:cubicBezTo>
                    <a:pt x="134" y="541"/>
                    <a:pt x="132" y="542"/>
                    <a:pt x="130" y="543"/>
                  </a:cubicBezTo>
                  <a:cubicBezTo>
                    <a:pt x="129" y="543"/>
                    <a:pt x="127" y="545"/>
                    <a:pt x="125" y="545"/>
                  </a:cubicBezTo>
                  <a:cubicBezTo>
                    <a:pt x="124" y="546"/>
                    <a:pt x="121" y="545"/>
                    <a:pt x="119" y="545"/>
                  </a:cubicBezTo>
                  <a:cubicBezTo>
                    <a:pt x="117" y="544"/>
                    <a:pt x="113" y="542"/>
                    <a:pt x="111" y="541"/>
                  </a:cubicBezTo>
                  <a:cubicBezTo>
                    <a:pt x="108" y="540"/>
                    <a:pt x="103" y="537"/>
                    <a:pt x="100" y="536"/>
                  </a:cubicBezTo>
                  <a:cubicBezTo>
                    <a:pt x="98" y="536"/>
                    <a:pt x="94" y="535"/>
                    <a:pt x="92" y="535"/>
                  </a:cubicBezTo>
                  <a:cubicBezTo>
                    <a:pt x="90" y="533"/>
                    <a:pt x="85" y="530"/>
                    <a:pt x="83" y="528"/>
                  </a:cubicBezTo>
                  <a:cubicBezTo>
                    <a:pt x="81" y="527"/>
                    <a:pt x="79" y="523"/>
                    <a:pt x="77" y="522"/>
                  </a:cubicBezTo>
                  <a:cubicBezTo>
                    <a:pt x="76" y="521"/>
                    <a:pt x="73" y="521"/>
                    <a:pt x="71" y="521"/>
                  </a:cubicBezTo>
                  <a:cubicBezTo>
                    <a:pt x="69" y="521"/>
                    <a:pt x="66" y="520"/>
                    <a:pt x="65" y="519"/>
                  </a:cubicBezTo>
                  <a:cubicBezTo>
                    <a:pt x="64" y="517"/>
                    <a:pt x="65" y="514"/>
                    <a:pt x="66" y="512"/>
                  </a:cubicBezTo>
                  <a:cubicBezTo>
                    <a:pt x="66" y="510"/>
                    <a:pt x="71" y="508"/>
                    <a:pt x="70" y="507"/>
                  </a:cubicBezTo>
                  <a:cubicBezTo>
                    <a:pt x="70" y="504"/>
                    <a:pt x="66" y="500"/>
                    <a:pt x="63" y="500"/>
                  </a:cubicBezTo>
                  <a:cubicBezTo>
                    <a:pt x="61" y="499"/>
                    <a:pt x="57" y="500"/>
                    <a:pt x="55" y="501"/>
                  </a:cubicBezTo>
                  <a:cubicBezTo>
                    <a:pt x="53" y="501"/>
                    <a:pt x="51" y="505"/>
                    <a:pt x="50" y="505"/>
                  </a:cubicBezTo>
                  <a:cubicBezTo>
                    <a:pt x="48" y="506"/>
                    <a:pt x="45" y="505"/>
                    <a:pt x="43" y="505"/>
                  </a:cubicBezTo>
                  <a:cubicBezTo>
                    <a:pt x="41" y="504"/>
                    <a:pt x="38" y="502"/>
                    <a:pt x="36" y="501"/>
                  </a:cubicBezTo>
                  <a:cubicBezTo>
                    <a:pt x="35" y="500"/>
                    <a:pt x="32" y="498"/>
                    <a:pt x="30" y="498"/>
                  </a:cubicBezTo>
                  <a:cubicBezTo>
                    <a:pt x="28" y="498"/>
                    <a:pt x="24" y="499"/>
                    <a:pt x="23" y="501"/>
                  </a:cubicBezTo>
                  <a:cubicBezTo>
                    <a:pt x="21" y="502"/>
                    <a:pt x="20" y="505"/>
                    <a:pt x="18" y="507"/>
                  </a:cubicBezTo>
                  <a:cubicBezTo>
                    <a:pt x="17" y="508"/>
                    <a:pt x="14" y="510"/>
                    <a:pt x="13" y="510"/>
                  </a:cubicBezTo>
                  <a:cubicBezTo>
                    <a:pt x="11" y="510"/>
                    <a:pt x="10" y="507"/>
                    <a:pt x="8" y="507"/>
                  </a:cubicBezTo>
                  <a:cubicBezTo>
                    <a:pt x="7" y="506"/>
                    <a:pt x="3" y="507"/>
                    <a:pt x="1" y="506"/>
                  </a:cubicBezTo>
                  <a:cubicBezTo>
                    <a:pt x="0" y="505"/>
                    <a:pt x="0" y="502"/>
                    <a:pt x="0" y="500"/>
                  </a:cubicBezTo>
                  <a:cubicBezTo>
                    <a:pt x="0" y="499"/>
                    <a:pt x="2" y="496"/>
                    <a:pt x="3" y="495"/>
                  </a:cubicBezTo>
                  <a:cubicBezTo>
                    <a:pt x="4" y="493"/>
                    <a:pt x="6" y="491"/>
                    <a:pt x="6" y="490"/>
                  </a:cubicBezTo>
                  <a:cubicBezTo>
                    <a:pt x="7" y="488"/>
                    <a:pt x="7" y="484"/>
                    <a:pt x="8" y="482"/>
                  </a:cubicBezTo>
                  <a:cubicBezTo>
                    <a:pt x="8" y="480"/>
                    <a:pt x="10" y="477"/>
                    <a:pt x="10" y="476"/>
                  </a:cubicBezTo>
                  <a:cubicBezTo>
                    <a:pt x="11" y="474"/>
                    <a:pt x="13" y="471"/>
                    <a:pt x="13" y="469"/>
                  </a:cubicBezTo>
                  <a:cubicBezTo>
                    <a:pt x="13" y="466"/>
                    <a:pt x="9" y="462"/>
                    <a:pt x="8" y="459"/>
                  </a:cubicBezTo>
                  <a:cubicBezTo>
                    <a:pt x="7" y="457"/>
                    <a:pt x="5" y="454"/>
                    <a:pt x="4" y="452"/>
                  </a:cubicBezTo>
                  <a:cubicBezTo>
                    <a:pt x="5" y="452"/>
                    <a:pt x="6" y="451"/>
                    <a:pt x="7" y="451"/>
                  </a:cubicBezTo>
                  <a:cubicBezTo>
                    <a:pt x="8" y="450"/>
                    <a:pt x="9" y="446"/>
                    <a:pt x="11" y="445"/>
                  </a:cubicBezTo>
                  <a:cubicBezTo>
                    <a:pt x="12" y="444"/>
                    <a:pt x="15" y="443"/>
                    <a:pt x="17" y="442"/>
                  </a:cubicBezTo>
                  <a:cubicBezTo>
                    <a:pt x="18" y="442"/>
                    <a:pt x="21" y="443"/>
                    <a:pt x="23" y="443"/>
                  </a:cubicBezTo>
                  <a:cubicBezTo>
                    <a:pt x="25" y="443"/>
                    <a:pt x="28" y="441"/>
                    <a:pt x="30" y="439"/>
                  </a:cubicBezTo>
                  <a:cubicBezTo>
                    <a:pt x="31" y="438"/>
                    <a:pt x="33" y="432"/>
                    <a:pt x="35" y="431"/>
                  </a:cubicBezTo>
                  <a:cubicBezTo>
                    <a:pt x="38" y="427"/>
                    <a:pt x="46" y="423"/>
                    <a:pt x="49" y="420"/>
                  </a:cubicBezTo>
                  <a:cubicBezTo>
                    <a:pt x="51" y="418"/>
                    <a:pt x="56" y="412"/>
                    <a:pt x="57" y="409"/>
                  </a:cubicBezTo>
                  <a:cubicBezTo>
                    <a:pt x="58" y="407"/>
                    <a:pt x="58" y="402"/>
                    <a:pt x="58" y="400"/>
                  </a:cubicBezTo>
                  <a:cubicBezTo>
                    <a:pt x="58" y="398"/>
                    <a:pt x="55" y="394"/>
                    <a:pt x="55" y="392"/>
                  </a:cubicBezTo>
                  <a:cubicBezTo>
                    <a:pt x="56" y="390"/>
                    <a:pt x="58" y="386"/>
                    <a:pt x="59" y="384"/>
                  </a:cubicBezTo>
                  <a:cubicBezTo>
                    <a:pt x="61" y="382"/>
                    <a:pt x="65" y="379"/>
                    <a:pt x="67" y="378"/>
                  </a:cubicBezTo>
                  <a:cubicBezTo>
                    <a:pt x="69" y="376"/>
                    <a:pt x="75" y="373"/>
                    <a:pt x="77" y="372"/>
                  </a:cubicBezTo>
                  <a:cubicBezTo>
                    <a:pt x="80" y="370"/>
                    <a:pt x="85" y="366"/>
                    <a:pt x="88" y="366"/>
                  </a:cubicBezTo>
                  <a:cubicBezTo>
                    <a:pt x="90" y="365"/>
                    <a:pt x="95" y="364"/>
                    <a:pt x="97" y="365"/>
                  </a:cubicBezTo>
                  <a:cubicBezTo>
                    <a:pt x="99" y="366"/>
                    <a:pt x="99" y="370"/>
                    <a:pt x="101" y="370"/>
                  </a:cubicBezTo>
                  <a:cubicBezTo>
                    <a:pt x="103" y="371"/>
                    <a:pt x="106" y="367"/>
                    <a:pt x="107" y="367"/>
                  </a:cubicBezTo>
                  <a:cubicBezTo>
                    <a:pt x="109" y="366"/>
                    <a:pt x="113" y="364"/>
                    <a:pt x="115" y="363"/>
                  </a:cubicBezTo>
                  <a:cubicBezTo>
                    <a:pt x="117" y="363"/>
                    <a:pt x="121" y="364"/>
                    <a:pt x="122" y="363"/>
                  </a:cubicBezTo>
                  <a:cubicBezTo>
                    <a:pt x="124" y="362"/>
                    <a:pt x="124" y="357"/>
                    <a:pt x="125" y="355"/>
                  </a:cubicBezTo>
                  <a:cubicBezTo>
                    <a:pt x="126" y="352"/>
                    <a:pt x="129" y="346"/>
                    <a:pt x="132" y="344"/>
                  </a:cubicBezTo>
                  <a:cubicBezTo>
                    <a:pt x="134" y="342"/>
                    <a:pt x="139" y="341"/>
                    <a:pt x="142" y="341"/>
                  </a:cubicBezTo>
                  <a:cubicBezTo>
                    <a:pt x="145" y="340"/>
                    <a:pt x="150" y="341"/>
                    <a:pt x="152" y="340"/>
                  </a:cubicBezTo>
                  <a:cubicBezTo>
                    <a:pt x="155" y="339"/>
                    <a:pt x="159" y="336"/>
                    <a:pt x="161" y="335"/>
                  </a:cubicBezTo>
                  <a:cubicBezTo>
                    <a:pt x="163" y="333"/>
                    <a:pt x="168" y="331"/>
                    <a:pt x="170" y="331"/>
                  </a:cubicBezTo>
                  <a:cubicBezTo>
                    <a:pt x="173" y="331"/>
                    <a:pt x="178" y="333"/>
                    <a:pt x="181" y="334"/>
                  </a:cubicBezTo>
                  <a:cubicBezTo>
                    <a:pt x="183" y="336"/>
                    <a:pt x="187" y="340"/>
                    <a:pt x="190" y="341"/>
                  </a:cubicBezTo>
                  <a:cubicBezTo>
                    <a:pt x="192" y="341"/>
                    <a:pt x="195" y="343"/>
                    <a:pt x="197" y="342"/>
                  </a:cubicBezTo>
                  <a:cubicBezTo>
                    <a:pt x="198" y="342"/>
                    <a:pt x="200" y="338"/>
                    <a:pt x="202" y="337"/>
                  </a:cubicBezTo>
                  <a:cubicBezTo>
                    <a:pt x="204" y="336"/>
                    <a:pt x="208" y="334"/>
                    <a:pt x="210" y="332"/>
                  </a:cubicBezTo>
                  <a:cubicBezTo>
                    <a:pt x="213" y="330"/>
                    <a:pt x="221" y="326"/>
                    <a:pt x="224" y="323"/>
                  </a:cubicBezTo>
                  <a:cubicBezTo>
                    <a:pt x="226" y="321"/>
                    <a:pt x="229" y="315"/>
                    <a:pt x="232" y="314"/>
                  </a:cubicBezTo>
                  <a:cubicBezTo>
                    <a:pt x="234" y="312"/>
                    <a:pt x="239" y="310"/>
                    <a:pt x="242" y="309"/>
                  </a:cubicBezTo>
                  <a:cubicBezTo>
                    <a:pt x="244" y="309"/>
                    <a:pt x="249" y="309"/>
                    <a:pt x="251" y="310"/>
                  </a:cubicBezTo>
                  <a:cubicBezTo>
                    <a:pt x="252" y="310"/>
                    <a:pt x="256" y="311"/>
                    <a:pt x="257" y="313"/>
                  </a:cubicBezTo>
                  <a:cubicBezTo>
                    <a:pt x="258" y="314"/>
                    <a:pt x="259" y="317"/>
                    <a:pt x="260" y="318"/>
                  </a:cubicBezTo>
                  <a:cubicBezTo>
                    <a:pt x="260" y="319"/>
                    <a:pt x="262" y="320"/>
                    <a:pt x="263" y="321"/>
                  </a:cubicBezTo>
                  <a:cubicBezTo>
                    <a:pt x="264" y="321"/>
                    <a:pt x="268" y="321"/>
                    <a:pt x="269" y="320"/>
                  </a:cubicBezTo>
                  <a:cubicBezTo>
                    <a:pt x="271" y="318"/>
                    <a:pt x="272" y="314"/>
                    <a:pt x="274" y="312"/>
                  </a:cubicBezTo>
                  <a:cubicBezTo>
                    <a:pt x="275" y="310"/>
                    <a:pt x="278" y="306"/>
                    <a:pt x="280" y="304"/>
                  </a:cubicBezTo>
                  <a:cubicBezTo>
                    <a:pt x="281" y="302"/>
                    <a:pt x="284" y="298"/>
                    <a:pt x="286" y="296"/>
                  </a:cubicBezTo>
                  <a:cubicBezTo>
                    <a:pt x="288" y="295"/>
                    <a:pt x="293" y="294"/>
                    <a:pt x="295" y="294"/>
                  </a:cubicBezTo>
                  <a:cubicBezTo>
                    <a:pt x="297" y="293"/>
                    <a:pt x="301" y="294"/>
                    <a:pt x="303" y="293"/>
                  </a:cubicBezTo>
                  <a:cubicBezTo>
                    <a:pt x="305" y="293"/>
                    <a:pt x="308" y="291"/>
                    <a:pt x="309" y="290"/>
                  </a:cubicBezTo>
                  <a:cubicBezTo>
                    <a:pt x="312" y="288"/>
                    <a:pt x="317" y="286"/>
                    <a:pt x="319" y="284"/>
                  </a:cubicBezTo>
                  <a:cubicBezTo>
                    <a:pt x="320" y="283"/>
                    <a:pt x="323" y="280"/>
                    <a:pt x="324" y="278"/>
                  </a:cubicBezTo>
                  <a:cubicBezTo>
                    <a:pt x="325" y="276"/>
                    <a:pt x="326" y="272"/>
                    <a:pt x="326" y="270"/>
                  </a:cubicBezTo>
                  <a:cubicBezTo>
                    <a:pt x="326" y="268"/>
                    <a:pt x="326" y="264"/>
                    <a:pt x="327" y="263"/>
                  </a:cubicBezTo>
                  <a:cubicBezTo>
                    <a:pt x="327" y="262"/>
                    <a:pt x="328" y="260"/>
                    <a:pt x="329" y="259"/>
                  </a:cubicBezTo>
                  <a:cubicBezTo>
                    <a:pt x="331" y="259"/>
                    <a:pt x="334" y="262"/>
                    <a:pt x="336" y="262"/>
                  </a:cubicBezTo>
                  <a:cubicBezTo>
                    <a:pt x="338" y="262"/>
                    <a:pt x="341" y="258"/>
                    <a:pt x="342" y="256"/>
                  </a:cubicBezTo>
                  <a:cubicBezTo>
                    <a:pt x="342" y="255"/>
                    <a:pt x="343" y="252"/>
                    <a:pt x="343" y="250"/>
                  </a:cubicBezTo>
                  <a:cubicBezTo>
                    <a:pt x="343" y="248"/>
                    <a:pt x="342" y="245"/>
                    <a:pt x="342" y="244"/>
                  </a:cubicBezTo>
                  <a:cubicBezTo>
                    <a:pt x="343" y="242"/>
                    <a:pt x="346" y="239"/>
                    <a:pt x="348" y="238"/>
                  </a:cubicBezTo>
                  <a:cubicBezTo>
                    <a:pt x="350" y="237"/>
                    <a:pt x="354" y="234"/>
                    <a:pt x="357" y="234"/>
                  </a:cubicBezTo>
                  <a:cubicBezTo>
                    <a:pt x="359" y="233"/>
                    <a:pt x="364" y="231"/>
                    <a:pt x="367" y="231"/>
                  </a:cubicBezTo>
                  <a:cubicBezTo>
                    <a:pt x="370" y="231"/>
                    <a:pt x="375" y="233"/>
                    <a:pt x="377" y="234"/>
                  </a:cubicBezTo>
                  <a:cubicBezTo>
                    <a:pt x="379" y="234"/>
                    <a:pt x="383" y="237"/>
                    <a:pt x="385" y="237"/>
                  </a:cubicBezTo>
                  <a:cubicBezTo>
                    <a:pt x="388" y="238"/>
                    <a:pt x="394" y="237"/>
                    <a:pt x="396" y="237"/>
                  </a:cubicBezTo>
                  <a:cubicBezTo>
                    <a:pt x="399" y="237"/>
                    <a:pt x="404" y="238"/>
                    <a:pt x="406" y="239"/>
                  </a:cubicBezTo>
                  <a:cubicBezTo>
                    <a:pt x="409" y="241"/>
                    <a:pt x="413" y="245"/>
                    <a:pt x="416" y="247"/>
                  </a:cubicBezTo>
                  <a:cubicBezTo>
                    <a:pt x="418" y="248"/>
                    <a:pt x="423" y="250"/>
                    <a:pt x="425" y="250"/>
                  </a:cubicBezTo>
                  <a:cubicBezTo>
                    <a:pt x="428" y="250"/>
                    <a:pt x="433" y="251"/>
                    <a:pt x="435" y="250"/>
                  </a:cubicBezTo>
                  <a:cubicBezTo>
                    <a:pt x="438" y="250"/>
                    <a:pt x="442" y="246"/>
                    <a:pt x="444" y="245"/>
                  </a:cubicBezTo>
                  <a:cubicBezTo>
                    <a:pt x="446" y="243"/>
                    <a:pt x="449" y="239"/>
                    <a:pt x="451" y="238"/>
                  </a:cubicBezTo>
                  <a:cubicBezTo>
                    <a:pt x="454" y="236"/>
                    <a:pt x="462" y="237"/>
                    <a:pt x="465" y="237"/>
                  </a:cubicBezTo>
                  <a:cubicBezTo>
                    <a:pt x="470" y="238"/>
                    <a:pt x="479" y="238"/>
                    <a:pt x="483" y="239"/>
                  </a:cubicBezTo>
                  <a:cubicBezTo>
                    <a:pt x="486" y="240"/>
                    <a:pt x="492" y="243"/>
                    <a:pt x="495" y="243"/>
                  </a:cubicBezTo>
                  <a:cubicBezTo>
                    <a:pt x="497" y="243"/>
                    <a:pt x="502" y="241"/>
                    <a:pt x="505" y="239"/>
                  </a:cubicBezTo>
                  <a:cubicBezTo>
                    <a:pt x="507" y="238"/>
                    <a:pt x="509" y="233"/>
                    <a:pt x="511" y="232"/>
                  </a:cubicBezTo>
                  <a:cubicBezTo>
                    <a:pt x="514" y="230"/>
                    <a:pt x="521" y="229"/>
                    <a:pt x="524" y="229"/>
                  </a:cubicBezTo>
                  <a:cubicBezTo>
                    <a:pt x="528" y="228"/>
                    <a:pt x="537" y="229"/>
                    <a:pt x="541" y="229"/>
                  </a:cubicBezTo>
                  <a:cubicBezTo>
                    <a:pt x="547" y="228"/>
                    <a:pt x="559" y="229"/>
                    <a:pt x="564" y="226"/>
                  </a:cubicBezTo>
                  <a:cubicBezTo>
                    <a:pt x="566" y="226"/>
                    <a:pt x="570" y="223"/>
                    <a:pt x="571" y="221"/>
                  </a:cubicBezTo>
                  <a:cubicBezTo>
                    <a:pt x="572" y="219"/>
                    <a:pt x="573" y="214"/>
                    <a:pt x="573" y="212"/>
                  </a:cubicBezTo>
                  <a:cubicBezTo>
                    <a:pt x="574" y="209"/>
                    <a:pt x="576" y="202"/>
                    <a:pt x="576" y="199"/>
                  </a:cubicBezTo>
                  <a:cubicBezTo>
                    <a:pt x="577" y="194"/>
                    <a:pt x="579" y="186"/>
                    <a:pt x="578" y="182"/>
                  </a:cubicBezTo>
                  <a:cubicBezTo>
                    <a:pt x="578" y="178"/>
                    <a:pt x="576" y="172"/>
                    <a:pt x="574" y="170"/>
                  </a:cubicBezTo>
                  <a:cubicBezTo>
                    <a:pt x="573" y="168"/>
                    <a:pt x="570" y="165"/>
                    <a:pt x="570" y="163"/>
                  </a:cubicBezTo>
                  <a:cubicBezTo>
                    <a:pt x="569" y="161"/>
                    <a:pt x="570" y="158"/>
                    <a:pt x="571" y="156"/>
                  </a:cubicBezTo>
                  <a:cubicBezTo>
                    <a:pt x="573" y="154"/>
                    <a:pt x="576" y="152"/>
                    <a:pt x="578" y="152"/>
                  </a:cubicBezTo>
                  <a:cubicBezTo>
                    <a:pt x="581" y="152"/>
                    <a:pt x="584" y="154"/>
                    <a:pt x="586" y="156"/>
                  </a:cubicBezTo>
                  <a:cubicBezTo>
                    <a:pt x="588" y="157"/>
                    <a:pt x="589" y="161"/>
                    <a:pt x="591" y="162"/>
                  </a:cubicBezTo>
                  <a:cubicBezTo>
                    <a:pt x="592" y="163"/>
                    <a:pt x="594" y="163"/>
                    <a:pt x="595" y="163"/>
                  </a:cubicBezTo>
                  <a:cubicBezTo>
                    <a:pt x="597" y="163"/>
                    <a:pt x="599" y="160"/>
                    <a:pt x="599" y="159"/>
                  </a:cubicBezTo>
                  <a:cubicBezTo>
                    <a:pt x="600" y="157"/>
                    <a:pt x="601" y="153"/>
                    <a:pt x="602" y="151"/>
                  </a:cubicBezTo>
                  <a:cubicBezTo>
                    <a:pt x="602" y="149"/>
                    <a:pt x="602" y="142"/>
                    <a:pt x="603" y="140"/>
                  </a:cubicBezTo>
                  <a:cubicBezTo>
                    <a:pt x="605" y="138"/>
                    <a:pt x="610" y="136"/>
                    <a:pt x="612" y="136"/>
                  </a:cubicBezTo>
                  <a:cubicBezTo>
                    <a:pt x="614" y="135"/>
                    <a:pt x="617" y="136"/>
                    <a:pt x="619" y="137"/>
                  </a:cubicBezTo>
                  <a:cubicBezTo>
                    <a:pt x="620" y="138"/>
                    <a:pt x="622" y="140"/>
                    <a:pt x="623" y="141"/>
                  </a:cubicBezTo>
                  <a:cubicBezTo>
                    <a:pt x="624" y="142"/>
                    <a:pt x="626" y="145"/>
                    <a:pt x="627" y="145"/>
                  </a:cubicBezTo>
                  <a:cubicBezTo>
                    <a:pt x="629" y="145"/>
                    <a:pt x="630" y="142"/>
                    <a:pt x="630" y="140"/>
                  </a:cubicBezTo>
                  <a:cubicBezTo>
                    <a:pt x="631" y="139"/>
                    <a:pt x="632" y="136"/>
                    <a:pt x="632" y="134"/>
                  </a:cubicBezTo>
                  <a:cubicBezTo>
                    <a:pt x="632" y="131"/>
                    <a:pt x="632" y="126"/>
                    <a:pt x="631" y="123"/>
                  </a:cubicBezTo>
                  <a:cubicBezTo>
                    <a:pt x="631" y="120"/>
                    <a:pt x="630" y="115"/>
                    <a:pt x="629" y="112"/>
                  </a:cubicBezTo>
                  <a:cubicBezTo>
                    <a:pt x="629" y="110"/>
                    <a:pt x="630" y="105"/>
                    <a:pt x="629" y="103"/>
                  </a:cubicBezTo>
                  <a:cubicBezTo>
                    <a:pt x="628" y="101"/>
                    <a:pt x="623" y="100"/>
                    <a:pt x="622" y="99"/>
                  </a:cubicBezTo>
                  <a:cubicBezTo>
                    <a:pt x="621" y="97"/>
                    <a:pt x="621" y="94"/>
                    <a:pt x="621" y="92"/>
                  </a:cubicBezTo>
                  <a:cubicBezTo>
                    <a:pt x="621" y="91"/>
                    <a:pt x="623" y="88"/>
                    <a:pt x="624" y="87"/>
                  </a:cubicBezTo>
                  <a:cubicBezTo>
                    <a:pt x="626" y="85"/>
                    <a:pt x="630" y="83"/>
                    <a:pt x="631" y="80"/>
                  </a:cubicBezTo>
                  <a:cubicBezTo>
                    <a:pt x="633" y="82"/>
                    <a:pt x="635" y="83"/>
                    <a:pt x="636" y="84"/>
                  </a:cubicBezTo>
                  <a:cubicBezTo>
                    <a:pt x="637" y="86"/>
                    <a:pt x="638" y="90"/>
                    <a:pt x="639" y="91"/>
                  </a:cubicBezTo>
                  <a:cubicBezTo>
                    <a:pt x="640" y="92"/>
                    <a:pt x="643" y="94"/>
                    <a:pt x="645" y="94"/>
                  </a:cubicBezTo>
                  <a:cubicBezTo>
                    <a:pt x="646" y="94"/>
                    <a:pt x="649" y="92"/>
                    <a:pt x="651" y="91"/>
                  </a:cubicBezTo>
                  <a:cubicBezTo>
                    <a:pt x="652" y="89"/>
                    <a:pt x="654" y="86"/>
                    <a:pt x="655" y="85"/>
                  </a:cubicBezTo>
                  <a:cubicBezTo>
                    <a:pt x="657" y="83"/>
                    <a:pt x="662" y="83"/>
                    <a:pt x="664" y="83"/>
                  </a:cubicBezTo>
                  <a:cubicBezTo>
                    <a:pt x="666" y="83"/>
                    <a:pt x="671" y="85"/>
                    <a:pt x="673" y="85"/>
                  </a:cubicBezTo>
                  <a:cubicBezTo>
                    <a:pt x="676" y="86"/>
                    <a:pt x="680" y="87"/>
                    <a:pt x="683" y="88"/>
                  </a:cubicBezTo>
                  <a:cubicBezTo>
                    <a:pt x="686" y="89"/>
                    <a:pt x="693" y="89"/>
                    <a:pt x="696" y="92"/>
                  </a:cubicBezTo>
                  <a:cubicBezTo>
                    <a:pt x="697" y="93"/>
                    <a:pt x="697" y="99"/>
                    <a:pt x="697" y="100"/>
                  </a:cubicBezTo>
                  <a:cubicBezTo>
                    <a:pt x="697" y="100"/>
                    <a:pt x="695" y="107"/>
                    <a:pt x="695" y="109"/>
                  </a:cubicBezTo>
                  <a:cubicBezTo>
                    <a:pt x="695" y="111"/>
                    <a:pt x="696" y="114"/>
                    <a:pt x="697" y="116"/>
                  </a:cubicBezTo>
                  <a:cubicBezTo>
                    <a:pt x="697" y="117"/>
                    <a:pt x="700" y="118"/>
                    <a:pt x="701" y="118"/>
                  </a:cubicBezTo>
                  <a:cubicBezTo>
                    <a:pt x="703" y="119"/>
                    <a:pt x="707" y="121"/>
                    <a:pt x="709" y="120"/>
                  </a:cubicBezTo>
                  <a:cubicBezTo>
                    <a:pt x="710" y="119"/>
                    <a:pt x="711" y="115"/>
                    <a:pt x="712" y="113"/>
                  </a:cubicBezTo>
                  <a:cubicBezTo>
                    <a:pt x="713" y="111"/>
                    <a:pt x="716" y="109"/>
                    <a:pt x="717" y="108"/>
                  </a:cubicBezTo>
                  <a:cubicBezTo>
                    <a:pt x="719" y="107"/>
                    <a:pt x="724" y="106"/>
                    <a:pt x="726" y="106"/>
                  </a:cubicBezTo>
                  <a:cubicBezTo>
                    <a:pt x="729" y="106"/>
                    <a:pt x="735" y="108"/>
                    <a:pt x="738" y="109"/>
                  </a:cubicBezTo>
                  <a:cubicBezTo>
                    <a:pt x="740" y="110"/>
                    <a:pt x="746" y="113"/>
                    <a:pt x="748" y="113"/>
                  </a:cubicBezTo>
                  <a:cubicBezTo>
                    <a:pt x="750" y="113"/>
                    <a:pt x="754" y="112"/>
                    <a:pt x="756" y="110"/>
                  </a:cubicBezTo>
                  <a:cubicBezTo>
                    <a:pt x="757" y="108"/>
                    <a:pt x="755" y="104"/>
                    <a:pt x="756" y="102"/>
                  </a:cubicBezTo>
                  <a:cubicBezTo>
                    <a:pt x="756" y="100"/>
                    <a:pt x="756" y="95"/>
                    <a:pt x="758" y="94"/>
                  </a:cubicBezTo>
                  <a:cubicBezTo>
                    <a:pt x="759" y="92"/>
                    <a:pt x="763" y="93"/>
                    <a:pt x="765" y="92"/>
                  </a:cubicBezTo>
                  <a:cubicBezTo>
                    <a:pt x="766" y="91"/>
                    <a:pt x="768" y="89"/>
                    <a:pt x="770" y="87"/>
                  </a:cubicBezTo>
                  <a:cubicBezTo>
                    <a:pt x="770" y="86"/>
                    <a:pt x="771" y="84"/>
                    <a:pt x="772" y="83"/>
                  </a:cubicBezTo>
                  <a:cubicBezTo>
                    <a:pt x="774" y="82"/>
                    <a:pt x="779" y="81"/>
                    <a:pt x="781" y="81"/>
                  </a:cubicBezTo>
                  <a:cubicBezTo>
                    <a:pt x="784" y="82"/>
                    <a:pt x="788" y="85"/>
                    <a:pt x="790" y="86"/>
                  </a:cubicBezTo>
                  <a:cubicBezTo>
                    <a:pt x="794" y="86"/>
                    <a:pt x="800" y="85"/>
                    <a:pt x="804" y="84"/>
                  </a:cubicBezTo>
                  <a:cubicBezTo>
                    <a:pt x="807" y="83"/>
                    <a:pt x="814" y="79"/>
                    <a:pt x="817" y="77"/>
                  </a:cubicBezTo>
                  <a:cubicBezTo>
                    <a:pt x="822" y="73"/>
                    <a:pt x="832" y="65"/>
                    <a:pt x="836" y="61"/>
                  </a:cubicBezTo>
                  <a:cubicBezTo>
                    <a:pt x="839" y="58"/>
                    <a:pt x="846" y="51"/>
                    <a:pt x="849" y="48"/>
                  </a:cubicBezTo>
                  <a:cubicBezTo>
                    <a:pt x="851" y="45"/>
                    <a:pt x="855" y="38"/>
                    <a:pt x="858" y="36"/>
                  </a:cubicBezTo>
                  <a:cubicBezTo>
                    <a:pt x="860" y="34"/>
                    <a:pt x="866" y="35"/>
                    <a:pt x="868" y="34"/>
                  </a:cubicBezTo>
                  <a:cubicBezTo>
                    <a:pt x="871" y="32"/>
                    <a:pt x="874" y="28"/>
                    <a:pt x="876" y="25"/>
                  </a:cubicBezTo>
                  <a:cubicBezTo>
                    <a:pt x="878" y="22"/>
                    <a:pt x="879" y="15"/>
                    <a:pt x="880" y="12"/>
                  </a:cubicBezTo>
                  <a:cubicBezTo>
                    <a:pt x="881" y="10"/>
                    <a:pt x="882" y="5"/>
                    <a:pt x="884" y="3"/>
                  </a:cubicBezTo>
                  <a:cubicBezTo>
                    <a:pt x="885" y="2"/>
                    <a:pt x="889" y="0"/>
                    <a:pt x="891" y="0"/>
                  </a:cubicBezTo>
                  <a:cubicBezTo>
                    <a:pt x="892" y="0"/>
                    <a:pt x="895" y="1"/>
                    <a:pt x="897" y="2"/>
                  </a:cubicBezTo>
                  <a:cubicBezTo>
                    <a:pt x="898" y="2"/>
                    <a:pt x="900" y="4"/>
                    <a:pt x="901" y="5"/>
                  </a:cubicBezTo>
                  <a:cubicBezTo>
                    <a:pt x="902" y="6"/>
                    <a:pt x="904" y="10"/>
                    <a:pt x="906" y="11"/>
                  </a:cubicBezTo>
                  <a:cubicBezTo>
                    <a:pt x="907" y="12"/>
                    <a:pt x="911" y="12"/>
                    <a:pt x="912" y="12"/>
                  </a:cubicBezTo>
                  <a:cubicBezTo>
                    <a:pt x="914" y="12"/>
                    <a:pt x="919" y="12"/>
                    <a:pt x="921" y="11"/>
                  </a:cubicBezTo>
                  <a:cubicBezTo>
                    <a:pt x="924" y="11"/>
                    <a:pt x="929" y="9"/>
                    <a:pt x="932" y="10"/>
                  </a:cubicBezTo>
                  <a:cubicBezTo>
                    <a:pt x="934" y="10"/>
                    <a:pt x="938" y="12"/>
                    <a:pt x="940" y="13"/>
                  </a:cubicBezTo>
                  <a:cubicBezTo>
                    <a:pt x="943" y="15"/>
                    <a:pt x="947" y="19"/>
                    <a:pt x="949" y="21"/>
                  </a:cubicBezTo>
                  <a:cubicBezTo>
                    <a:pt x="950" y="24"/>
                    <a:pt x="952" y="29"/>
                    <a:pt x="953" y="31"/>
                  </a:cubicBezTo>
                  <a:cubicBezTo>
                    <a:pt x="955" y="34"/>
                    <a:pt x="959" y="39"/>
                    <a:pt x="962" y="40"/>
                  </a:cubicBezTo>
                  <a:cubicBezTo>
                    <a:pt x="964" y="41"/>
                    <a:pt x="969" y="40"/>
                    <a:pt x="971" y="40"/>
                  </a:cubicBezTo>
                  <a:cubicBezTo>
                    <a:pt x="973" y="40"/>
                    <a:pt x="979" y="40"/>
                    <a:pt x="981" y="42"/>
                  </a:cubicBezTo>
                  <a:cubicBezTo>
                    <a:pt x="983" y="44"/>
                    <a:pt x="982" y="48"/>
                    <a:pt x="983" y="50"/>
                  </a:cubicBezTo>
                  <a:cubicBezTo>
                    <a:pt x="984" y="53"/>
                    <a:pt x="985" y="59"/>
                    <a:pt x="987" y="61"/>
                  </a:cubicBezTo>
                  <a:cubicBezTo>
                    <a:pt x="989" y="63"/>
                    <a:pt x="994" y="65"/>
                    <a:pt x="997" y="66"/>
                  </a:cubicBezTo>
                  <a:cubicBezTo>
                    <a:pt x="998" y="66"/>
                    <a:pt x="1000" y="67"/>
                    <a:pt x="1001" y="67"/>
                  </a:cubicBezTo>
                  <a:cubicBezTo>
                    <a:pt x="1003" y="69"/>
                    <a:pt x="1004" y="74"/>
                    <a:pt x="1006" y="75"/>
                  </a:cubicBezTo>
                  <a:cubicBezTo>
                    <a:pt x="1008" y="76"/>
                    <a:pt x="1011" y="74"/>
                    <a:pt x="1013" y="75"/>
                  </a:cubicBezTo>
                  <a:cubicBezTo>
                    <a:pt x="1015" y="76"/>
                    <a:pt x="1017" y="79"/>
                    <a:pt x="1019" y="82"/>
                  </a:cubicBezTo>
                  <a:cubicBezTo>
                    <a:pt x="1017" y="83"/>
                    <a:pt x="1016" y="85"/>
                    <a:pt x="1015" y="85"/>
                  </a:cubicBezTo>
                  <a:cubicBezTo>
                    <a:pt x="1014" y="87"/>
                    <a:pt x="1010" y="90"/>
                    <a:pt x="1008" y="92"/>
                  </a:cubicBezTo>
                  <a:cubicBezTo>
                    <a:pt x="1007" y="94"/>
                    <a:pt x="1004" y="99"/>
                    <a:pt x="1003" y="102"/>
                  </a:cubicBezTo>
                  <a:cubicBezTo>
                    <a:pt x="1003" y="104"/>
                    <a:pt x="1003" y="107"/>
                    <a:pt x="1003" y="109"/>
                  </a:cubicBezTo>
                  <a:cubicBezTo>
                    <a:pt x="1004" y="112"/>
                    <a:pt x="1007" y="119"/>
                    <a:pt x="1008" y="122"/>
                  </a:cubicBezTo>
                  <a:cubicBezTo>
                    <a:pt x="1009" y="123"/>
                    <a:pt x="1011" y="126"/>
                    <a:pt x="1011" y="128"/>
                  </a:cubicBezTo>
                  <a:cubicBezTo>
                    <a:pt x="1012" y="130"/>
                    <a:pt x="1012" y="135"/>
                    <a:pt x="1012" y="137"/>
                  </a:cubicBezTo>
                  <a:cubicBezTo>
                    <a:pt x="1012" y="139"/>
                    <a:pt x="1010" y="143"/>
                    <a:pt x="1010" y="145"/>
                  </a:cubicBezTo>
                  <a:cubicBezTo>
                    <a:pt x="1009" y="147"/>
                    <a:pt x="1009" y="151"/>
                    <a:pt x="1010" y="153"/>
                  </a:cubicBezTo>
                  <a:cubicBezTo>
                    <a:pt x="1011" y="154"/>
                    <a:pt x="1015" y="156"/>
                    <a:pt x="1016" y="157"/>
                  </a:cubicBezTo>
                  <a:cubicBezTo>
                    <a:pt x="1018" y="160"/>
                    <a:pt x="1022" y="165"/>
                    <a:pt x="1023" y="168"/>
                  </a:cubicBezTo>
                  <a:cubicBezTo>
                    <a:pt x="1023" y="171"/>
                    <a:pt x="1023" y="176"/>
                    <a:pt x="1023" y="178"/>
                  </a:cubicBezTo>
                  <a:cubicBezTo>
                    <a:pt x="1022" y="181"/>
                    <a:pt x="1020" y="187"/>
                    <a:pt x="1019" y="189"/>
                  </a:cubicBezTo>
                  <a:cubicBezTo>
                    <a:pt x="1017" y="192"/>
                    <a:pt x="1012" y="197"/>
                    <a:pt x="1010" y="200"/>
                  </a:cubicBezTo>
                  <a:cubicBezTo>
                    <a:pt x="1009" y="202"/>
                    <a:pt x="1008" y="207"/>
                    <a:pt x="1007" y="210"/>
                  </a:cubicBezTo>
                  <a:cubicBezTo>
                    <a:pt x="1006" y="212"/>
                    <a:pt x="1004" y="216"/>
                    <a:pt x="1003" y="219"/>
                  </a:cubicBezTo>
                  <a:cubicBezTo>
                    <a:pt x="1003" y="222"/>
                    <a:pt x="1005" y="230"/>
                    <a:pt x="1006" y="233"/>
                  </a:cubicBezTo>
                  <a:cubicBezTo>
                    <a:pt x="1007" y="235"/>
                    <a:pt x="1007" y="240"/>
                    <a:pt x="1009" y="241"/>
                  </a:cubicBezTo>
                  <a:cubicBezTo>
                    <a:pt x="1011" y="242"/>
                    <a:pt x="1015" y="238"/>
                    <a:pt x="1017" y="238"/>
                  </a:cubicBezTo>
                  <a:cubicBezTo>
                    <a:pt x="1020" y="238"/>
                    <a:pt x="1024" y="239"/>
                    <a:pt x="1026" y="240"/>
                  </a:cubicBezTo>
                  <a:cubicBezTo>
                    <a:pt x="1029" y="241"/>
                    <a:pt x="1033" y="243"/>
                    <a:pt x="1035" y="245"/>
                  </a:cubicBezTo>
                  <a:cubicBezTo>
                    <a:pt x="1037" y="247"/>
                    <a:pt x="1041" y="250"/>
                    <a:pt x="1042" y="253"/>
                  </a:cubicBezTo>
                  <a:cubicBezTo>
                    <a:pt x="1043" y="255"/>
                    <a:pt x="1043" y="260"/>
                    <a:pt x="1044" y="262"/>
                  </a:cubicBezTo>
                  <a:cubicBezTo>
                    <a:pt x="1045" y="264"/>
                    <a:pt x="1049" y="265"/>
                    <a:pt x="1050" y="267"/>
                  </a:cubicBezTo>
                  <a:cubicBezTo>
                    <a:pt x="1051" y="268"/>
                    <a:pt x="1051" y="271"/>
                    <a:pt x="1051" y="273"/>
                  </a:cubicBezTo>
                  <a:cubicBezTo>
                    <a:pt x="1050" y="275"/>
                    <a:pt x="1048" y="278"/>
                    <a:pt x="1048" y="280"/>
                  </a:cubicBezTo>
                  <a:cubicBezTo>
                    <a:pt x="1047" y="282"/>
                    <a:pt x="1046" y="287"/>
                    <a:pt x="1046" y="289"/>
                  </a:cubicBezTo>
                  <a:cubicBezTo>
                    <a:pt x="1047" y="292"/>
                    <a:pt x="1051" y="297"/>
                    <a:pt x="1054" y="298"/>
                  </a:cubicBezTo>
                  <a:cubicBezTo>
                    <a:pt x="1056" y="299"/>
                    <a:pt x="1061" y="299"/>
                    <a:pt x="1064" y="298"/>
                  </a:cubicBezTo>
                  <a:cubicBezTo>
                    <a:pt x="1067" y="298"/>
                    <a:pt x="1074" y="295"/>
                    <a:pt x="1077" y="295"/>
                  </a:cubicBezTo>
                  <a:cubicBezTo>
                    <a:pt x="1080" y="294"/>
                    <a:pt x="1085" y="294"/>
                    <a:pt x="1088" y="295"/>
                  </a:cubicBezTo>
                  <a:cubicBezTo>
                    <a:pt x="1090" y="295"/>
                    <a:pt x="1094" y="298"/>
                    <a:pt x="1096" y="299"/>
                  </a:cubicBezTo>
                  <a:cubicBezTo>
                    <a:pt x="1099" y="300"/>
                    <a:pt x="1104" y="301"/>
                    <a:pt x="1107" y="301"/>
                  </a:cubicBezTo>
                  <a:cubicBezTo>
                    <a:pt x="1109" y="301"/>
                    <a:pt x="1113" y="301"/>
                    <a:pt x="1114" y="300"/>
                  </a:cubicBezTo>
                  <a:cubicBezTo>
                    <a:pt x="1116" y="299"/>
                    <a:pt x="1117" y="294"/>
                    <a:pt x="1119" y="293"/>
                  </a:cubicBezTo>
                  <a:cubicBezTo>
                    <a:pt x="1120" y="293"/>
                    <a:pt x="1123" y="293"/>
                    <a:pt x="1124" y="293"/>
                  </a:cubicBezTo>
                  <a:cubicBezTo>
                    <a:pt x="1127" y="294"/>
                    <a:pt x="1133" y="297"/>
                    <a:pt x="1135" y="299"/>
                  </a:cubicBezTo>
                  <a:cubicBezTo>
                    <a:pt x="1138" y="300"/>
                    <a:pt x="1143" y="302"/>
                    <a:pt x="1145" y="304"/>
                  </a:cubicBezTo>
                  <a:cubicBezTo>
                    <a:pt x="1147" y="306"/>
                    <a:pt x="1150" y="312"/>
                    <a:pt x="1150" y="315"/>
                  </a:cubicBezTo>
                  <a:cubicBezTo>
                    <a:pt x="1150" y="318"/>
                    <a:pt x="1149" y="323"/>
                    <a:pt x="1148" y="325"/>
                  </a:cubicBezTo>
                  <a:cubicBezTo>
                    <a:pt x="1146" y="327"/>
                    <a:pt x="1141" y="329"/>
                    <a:pt x="1140" y="331"/>
                  </a:cubicBezTo>
                  <a:cubicBezTo>
                    <a:pt x="1139" y="334"/>
                    <a:pt x="1139" y="341"/>
                    <a:pt x="1139" y="344"/>
                  </a:cubicBezTo>
                  <a:cubicBezTo>
                    <a:pt x="1140" y="348"/>
                    <a:pt x="1145" y="357"/>
                    <a:pt x="1146" y="361"/>
                  </a:cubicBezTo>
                  <a:cubicBezTo>
                    <a:pt x="1148" y="365"/>
                    <a:pt x="1151" y="373"/>
                    <a:pt x="1152" y="377"/>
                  </a:cubicBezTo>
                  <a:cubicBezTo>
                    <a:pt x="1152" y="380"/>
                    <a:pt x="1150" y="385"/>
                    <a:pt x="1150" y="387"/>
                  </a:cubicBezTo>
                  <a:cubicBezTo>
                    <a:pt x="1149" y="390"/>
                    <a:pt x="1147" y="396"/>
                    <a:pt x="1146" y="398"/>
                  </a:cubicBezTo>
                  <a:cubicBezTo>
                    <a:pt x="1144" y="401"/>
                    <a:pt x="1139" y="406"/>
                    <a:pt x="1138" y="409"/>
                  </a:cubicBezTo>
                  <a:cubicBezTo>
                    <a:pt x="1137" y="413"/>
                    <a:pt x="1137" y="420"/>
                    <a:pt x="1138" y="424"/>
                  </a:cubicBezTo>
                  <a:cubicBezTo>
                    <a:pt x="1139" y="426"/>
                    <a:pt x="1142" y="430"/>
                    <a:pt x="1144" y="431"/>
                  </a:cubicBezTo>
                  <a:cubicBezTo>
                    <a:pt x="1146" y="433"/>
                    <a:pt x="1152" y="434"/>
                    <a:pt x="1154" y="435"/>
                  </a:cubicBezTo>
                  <a:cubicBezTo>
                    <a:pt x="1157" y="437"/>
                    <a:pt x="1162" y="438"/>
                    <a:pt x="1165" y="440"/>
                  </a:cubicBezTo>
                  <a:cubicBezTo>
                    <a:pt x="1168" y="441"/>
                    <a:pt x="1173" y="445"/>
                    <a:pt x="1175" y="447"/>
                  </a:cubicBezTo>
                  <a:cubicBezTo>
                    <a:pt x="1177" y="450"/>
                    <a:pt x="1179" y="455"/>
                    <a:pt x="1180" y="457"/>
                  </a:cubicBezTo>
                  <a:cubicBezTo>
                    <a:pt x="1181" y="459"/>
                    <a:pt x="1182" y="462"/>
                    <a:pt x="1182" y="464"/>
                  </a:cubicBezTo>
                  <a:cubicBezTo>
                    <a:pt x="1181" y="465"/>
                    <a:pt x="1180" y="466"/>
                    <a:pt x="1180" y="466"/>
                  </a:cubicBezTo>
                  <a:cubicBezTo>
                    <a:pt x="1178" y="467"/>
                    <a:pt x="1174" y="467"/>
                    <a:pt x="1172" y="467"/>
                  </a:cubicBezTo>
                  <a:cubicBezTo>
                    <a:pt x="1170" y="467"/>
                    <a:pt x="1165" y="468"/>
                    <a:pt x="1163" y="469"/>
                  </a:cubicBezTo>
                  <a:cubicBezTo>
                    <a:pt x="1162" y="470"/>
                    <a:pt x="1160" y="474"/>
                    <a:pt x="1160" y="476"/>
                  </a:cubicBezTo>
                  <a:cubicBezTo>
                    <a:pt x="1160" y="477"/>
                    <a:pt x="1159" y="480"/>
                    <a:pt x="1160" y="481"/>
                  </a:cubicBezTo>
                  <a:cubicBezTo>
                    <a:pt x="1161" y="482"/>
                    <a:pt x="1165" y="483"/>
                    <a:pt x="1166" y="485"/>
                  </a:cubicBezTo>
                  <a:cubicBezTo>
                    <a:pt x="1167" y="486"/>
                    <a:pt x="1168" y="490"/>
                    <a:pt x="1167" y="492"/>
                  </a:cubicBezTo>
                  <a:cubicBezTo>
                    <a:pt x="1166" y="494"/>
                    <a:pt x="1160" y="496"/>
                    <a:pt x="1159" y="498"/>
                  </a:cubicBezTo>
                  <a:cubicBezTo>
                    <a:pt x="1158" y="500"/>
                    <a:pt x="1160" y="505"/>
                    <a:pt x="1159" y="507"/>
                  </a:cubicBezTo>
                  <a:cubicBezTo>
                    <a:pt x="1157" y="510"/>
                    <a:pt x="1152" y="512"/>
                    <a:pt x="1150" y="514"/>
                  </a:cubicBezTo>
                  <a:cubicBezTo>
                    <a:pt x="1149" y="516"/>
                    <a:pt x="1149" y="518"/>
                    <a:pt x="1149" y="520"/>
                  </a:cubicBezTo>
                  <a:cubicBezTo>
                    <a:pt x="1149" y="521"/>
                    <a:pt x="1152" y="523"/>
                    <a:pt x="1152" y="524"/>
                  </a:cubicBezTo>
                  <a:cubicBezTo>
                    <a:pt x="1152" y="526"/>
                    <a:pt x="1152" y="528"/>
                    <a:pt x="1152" y="529"/>
                  </a:cubicBezTo>
                  <a:cubicBezTo>
                    <a:pt x="1151" y="530"/>
                    <a:pt x="1149" y="530"/>
                    <a:pt x="1148" y="531"/>
                  </a:cubicBezTo>
                  <a:cubicBezTo>
                    <a:pt x="1147" y="532"/>
                    <a:pt x="1147" y="534"/>
                    <a:pt x="1148" y="535"/>
                  </a:cubicBezTo>
                  <a:cubicBezTo>
                    <a:pt x="1148" y="537"/>
                    <a:pt x="1149" y="540"/>
                    <a:pt x="1151" y="541"/>
                  </a:cubicBezTo>
                  <a:cubicBezTo>
                    <a:pt x="1153" y="543"/>
                    <a:pt x="1158" y="542"/>
                    <a:pt x="1161" y="542"/>
                  </a:cubicBezTo>
                  <a:cubicBezTo>
                    <a:pt x="1163" y="542"/>
                    <a:pt x="1168" y="542"/>
                    <a:pt x="1170" y="543"/>
                  </a:cubicBezTo>
                  <a:cubicBezTo>
                    <a:pt x="1174" y="543"/>
                    <a:pt x="1180" y="545"/>
                    <a:pt x="1184" y="547"/>
                  </a:cubicBezTo>
                  <a:cubicBezTo>
                    <a:pt x="1186" y="548"/>
                    <a:pt x="1191" y="551"/>
                    <a:pt x="1194" y="553"/>
                  </a:cubicBezTo>
                  <a:cubicBezTo>
                    <a:pt x="1196" y="554"/>
                    <a:pt x="1201" y="557"/>
                    <a:pt x="1202" y="559"/>
                  </a:cubicBezTo>
                  <a:cubicBezTo>
                    <a:pt x="1202" y="561"/>
                    <a:pt x="1201" y="564"/>
                    <a:pt x="1200" y="566"/>
                  </a:cubicBezTo>
                  <a:cubicBezTo>
                    <a:pt x="1200" y="567"/>
                    <a:pt x="1197" y="569"/>
                    <a:pt x="1197" y="571"/>
                  </a:cubicBezTo>
                  <a:cubicBezTo>
                    <a:pt x="1197" y="573"/>
                    <a:pt x="1199" y="576"/>
                    <a:pt x="1200" y="578"/>
                  </a:cubicBezTo>
                  <a:cubicBezTo>
                    <a:pt x="1202" y="580"/>
                    <a:pt x="1208" y="581"/>
                    <a:pt x="1210" y="581"/>
                  </a:cubicBezTo>
                  <a:cubicBezTo>
                    <a:pt x="1213" y="582"/>
                    <a:pt x="1218" y="582"/>
                    <a:pt x="1220" y="583"/>
                  </a:cubicBezTo>
                  <a:cubicBezTo>
                    <a:pt x="1224" y="585"/>
                    <a:pt x="1230" y="592"/>
                    <a:pt x="1232" y="595"/>
                  </a:cubicBezTo>
                  <a:cubicBezTo>
                    <a:pt x="1234" y="597"/>
                    <a:pt x="1237" y="603"/>
                    <a:pt x="1237" y="605"/>
                  </a:cubicBezTo>
                  <a:cubicBezTo>
                    <a:pt x="1237" y="607"/>
                    <a:pt x="1235" y="611"/>
                    <a:pt x="1233" y="612"/>
                  </a:cubicBezTo>
                  <a:cubicBezTo>
                    <a:pt x="1232" y="612"/>
                    <a:pt x="1229" y="611"/>
                    <a:pt x="1228" y="612"/>
                  </a:cubicBezTo>
                  <a:cubicBezTo>
                    <a:pt x="1227" y="612"/>
                    <a:pt x="1226" y="614"/>
                    <a:pt x="1225" y="615"/>
                  </a:cubicBezTo>
                  <a:cubicBezTo>
                    <a:pt x="1225" y="616"/>
                    <a:pt x="1225" y="618"/>
                    <a:pt x="1225" y="619"/>
                  </a:cubicBezTo>
                  <a:cubicBezTo>
                    <a:pt x="1226" y="620"/>
                    <a:pt x="1230" y="620"/>
                    <a:pt x="1231" y="621"/>
                  </a:cubicBezTo>
                  <a:cubicBezTo>
                    <a:pt x="1232" y="621"/>
                    <a:pt x="1234" y="624"/>
                    <a:pt x="1234" y="625"/>
                  </a:cubicBezTo>
                  <a:cubicBezTo>
                    <a:pt x="1234" y="627"/>
                    <a:pt x="1232" y="629"/>
                    <a:pt x="1231" y="631"/>
                  </a:cubicBezTo>
                  <a:cubicBezTo>
                    <a:pt x="1230" y="632"/>
                    <a:pt x="1227" y="635"/>
                    <a:pt x="1227" y="637"/>
                  </a:cubicBezTo>
                  <a:cubicBezTo>
                    <a:pt x="1227" y="639"/>
                    <a:pt x="1229" y="641"/>
                    <a:pt x="1229" y="642"/>
                  </a:cubicBezTo>
                  <a:cubicBezTo>
                    <a:pt x="1230" y="644"/>
                    <a:pt x="1232" y="647"/>
                    <a:pt x="1232" y="648"/>
                  </a:cubicBezTo>
                  <a:cubicBezTo>
                    <a:pt x="1231" y="650"/>
                    <a:pt x="1228" y="652"/>
                    <a:pt x="1226" y="654"/>
                  </a:cubicBezTo>
                  <a:cubicBezTo>
                    <a:pt x="1224" y="655"/>
                    <a:pt x="1219" y="657"/>
                    <a:pt x="1218" y="659"/>
                  </a:cubicBezTo>
                  <a:cubicBezTo>
                    <a:pt x="1216" y="660"/>
                    <a:pt x="1215" y="665"/>
                    <a:pt x="1214" y="668"/>
                  </a:cubicBezTo>
                  <a:cubicBezTo>
                    <a:pt x="1214" y="671"/>
                    <a:pt x="1216" y="676"/>
                    <a:pt x="1216" y="679"/>
                  </a:cubicBezTo>
                  <a:cubicBezTo>
                    <a:pt x="1216" y="682"/>
                    <a:pt x="1217" y="688"/>
                    <a:pt x="1216" y="692"/>
                  </a:cubicBezTo>
                  <a:cubicBezTo>
                    <a:pt x="1215" y="693"/>
                    <a:pt x="1215" y="694"/>
                    <a:pt x="1214" y="695"/>
                  </a:cubicBezTo>
                  <a:close/>
                  <a:moveTo>
                    <a:pt x="757" y="485"/>
                  </a:moveTo>
                  <a:cubicBezTo>
                    <a:pt x="757" y="482"/>
                    <a:pt x="754" y="478"/>
                    <a:pt x="753" y="476"/>
                  </a:cubicBezTo>
                  <a:cubicBezTo>
                    <a:pt x="752" y="475"/>
                    <a:pt x="750" y="473"/>
                    <a:pt x="748" y="472"/>
                  </a:cubicBezTo>
                  <a:cubicBezTo>
                    <a:pt x="746" y="470"/>
                    <a:pt x="740" y="466"/>
                    <a:pt x="738" y="464"/>
                  </a:cubicBezTo>
                  <a:cubicBezTo>
                    <a:pt x="735" y="462"/>
                    <a:pt x="731" y="455"/>
                    <a:pt x="728" y="453"/>
                  </a:cubicBezTo>
                  <a:cubicBezTo>
                    <a:pt x="725" y="450"/>
                    <a:pt x="717" y="446"/>
                    <a:pt x="714" y="444"/>
                  </a:cubicBezTo>
                  <a:cubicBezTo>
                    <a:pt x="710" y="443"/>
                    <a:pt x="703" y="441"/>
                    <a:pt x="700" y="440"/>
                  </a:cubicBezTo>
                  <a:cubicBezTo>
                    <a:pt x="698" y="438"/>
                    <a:pt x="693" y="435"/>
                    <a:pt x="691" y="433"/>
                  </a:cubicBezTo>
                  <a:cubicBezTo>
                    <a:pt x="690" y="432"/>
                    <a:pt x="689" y="428"/>
                    <a:pt x="688" y="427"/>
                  </a:cubicBezTo>
                  <a:cubicBezTo>
                    <a:pt x="688" y="425"/>
                    <a:pt x="688" y="421"/>
                    <a:pt x="687" y="420"/>
                  </a:cubicBezTo>
                  <a:cubicBezTo>
                    <a:pt x="685" y="417"/>
                    <a:pt x="679" y="414"/>
                    <a:pt x="676" y="412"/>
                  </a:cubicBezTo>
                  <a:cubicBezTo>
                    <a:pt x="672" y="410"/>
                    <a:pt x="665" y="406"/>
                    <a:pt x="661" y="405"/>
                  </a:cubicBezTo>
                  <a:cubicBezTo>
                    <a:pt x="657" y="403"/>
                    <a:pt x="649" y="399"/>
                    <a:pt x="644" y="398"/>
                  </a:cubicBezTo>
                  <a:cubicBezTo>
                    <a:pt x="642" y="398"/>
                    <a:pt x="636" y="398"/>
                    <a:pt x="633" y="399"/>
                  </a:cubicBezTo>
                  <a:cubicBezTo>
                    <a:pt x="631" y="401"/>
                    <a:pt x="626" y="405"/>
                    <a:pt x="624" y="407"/>
                  </a:cubicBezTo>
                  <a:cubicBezTo>
                    <a:pt x="622" y="408"/>
                    <a:pt x="617" y="410"/>
                    <a:pt x="615" y="411"/>
                  </a:cubicBezTo>
                  <a:cubicBezTo>
                    <a:pt x="610" y="412"/>
                    <a:pt x="601" y="414"/>
                    <a:pt x="597" y="414"/>
                  </a:cubicBezTo>
                  <a:cubicBezTo>
                    <a:pt x="593" y="415"/>
                    <a:pt x="587" y="416"/>
                    <a:pt x="583" y="417"/>
                  </a:cubicBezTo>
                  <a:cubicBezTo>
                    <a:pt x="580" y="418"/>
                    <a:pt x="572" y="419"/>
                    <a:pt x="568" y="421"/>
                  </a:cubicBezTo>
                  <a:cubicBezTo>
                    <a:pt x="565" y="423"/>
                    <a:pt x="561" y="427"/>
                    <a:pt x="559" y="429"/>
                  </a:cubicBezTo>
                  <a:cubicBezTo>
                    <a:pt x="557" y="431"/>
                    <a:pt x="555" y="435"/>
                    <a:pt x="553" y="437"/>
                  </a:cubicBezTo>
                  <a:cubicBezTo>
                    <a:pt x="552" y="439"/>
                    <a:pt x="551" y="443"/>
                    <a:pt x="549" y="443"/>
                  </a:cubicBezTo>
                  <a:cubicBezTo>
                    <a:pt x="548" y="444"/>
                    <a:pt x="543" y="445"/>
                    <a:pt x="541" y="444"/>
                  </a:cubicBezTo>
                  <a:cubicBezTo>
                    <a:pt x="540" y="443"/>
                    <a:pt x="539" y="438"/>
                    <a:pt x="537" y="437"/>
                  </a:cubicBezTo>
                  <a:cubicBezTo>
                    <a:pt x="536" y="437"/>
                    <a:pt x="532" y="437"/>
                    <a:pt x="531" y="437"/>
                  </a:cubicBezTo>
                  <a:cubicBezTo>
                    <a:pt x="529" y="438"/>
                    <a:pt x="526" y="440"/>
                    <a:pt x="524" y="441"/>
                  </a:cubicBezTo>
                  <a:cubicBezTo>
                    <a:pt x="522" y="442"/>
                    <a:pt x="516" y="445"/>
                    <a:pt x="514" y="446"/>
                  </a:cubicBezTo>
                  <a:cubicBezTo>
                    <a:pt x="509" y="447"/>
                    <a:pt x="499" y="448"/>
                    <a:pt x="494" y="449"/>
                  </a:cubicBezTo>
                  <a:cubicBezTo>
                    <a:pt x="492" y="450"/>
                    <a:pt x="488" y="451"/>
                    <a:pt x="486" y="453"/>
                  </a:cubicBezTo>
                  <a:cubicBezTo>
                    <a:pt x="484" y="454"/>
                    <a:pt x="481" y="457"/>
                    <a:pt x="481" y="459"/>
                  </a:cubicBezTo>
                  <a:cubicBezTo>
                    <a:pt x="482" y="461"/>
                    <a:pt x="486" y="463"/>
                    <a:pt x="488" y="464"/>
                  </a:cubicBezTo>
                  <a:cubicBezTo>
                    <a:pt x="490" y="464"/>
                    <a:pt x="494" y="463"/>
                    <a:pt x="495" y="464"/>
                  </a:cubicBezTo>
                  <a:cubicBezTo>
                    <a:pt x="498" y="465"/>
                    <a:pt x="500" y="469"/>
                    <a:pt x="502" y="471"/>
                  </a:cubicBezTo>
                  <a:cubicBezTo>
                    <a:pt x="504" y="472"/>
                    <a:pt x="510" y="474"/>
                    <a:pt x="511" y="476"/>
                  </a:cubicBezTo>
                  <a:cubicBezTo>
                    <a:pt x="512" y="478"/>
                    <a:pt x="512" y="482"/>
                    <a:pt x="511" y="484"/>
                  </a:cubicBezTo>
                  <a:cubicBezTo>
                    <a:pt x="511" y="486"/>
                    <a:pt x="507" y="487"/>
                    <a:pt x="506" y="488"/>
                  </a:cubicBezTo>
                  <a:cubicBezTo>
                    <a:pt x="504" y="489"/>
                    <a:pt x="500" y="490"/>
                    <a:pt x="499" y="491"/>
                  </a:cubicBezTo>
                  <a:cubicBezTo>
                    <a:pt x="498" y="492"/>
                    <a:pt x="496" y="494"/>
                    <a:pt x="495" y="495"/>
                  </a:cubicBezTo>
                  <a:cubicBezTo>
                    <a:pt x="495" y="496"/>
                    <a:pt x="496" y="498"/>
                    <a:pt x="496" y="499"/>
                  </a:cubicBezTo>
                  <a:cubicBezTo>
                    <a:pt x="497" y="501"/>
                    <a:pt x="500" y="504"/>
                    <a:pt x="502" y="506"/>
                  </a:cubicBezTo>
                  <a:cubicBezTo>
                    <a:pt x="504" y="508"/>
                    <a:pt x="510" y="510"/>
                    <a:pt x="512" y="512"/>
                  </a:cubicBezTo>
                  <a:cubicBezTo>
                    <a:pt x="515" y="514"/>
                    <a:pt x="522" y="518"/>
                    <a:pt x="525" y="521"/>
                  </a:cubicBezTo>
                  <a:cubicBezTo>
                    <a:pt x="526" y="523"/>
                    <a:pt x="526" y="529"/>
                    <a:pt x="527" y="531"/>
                  </a:cubicBezTo>
                  <a:cubicBezTo>
                    <a:pt x="527" y="534"/>
                    <a:pt x="528" y="539"/>
                    <a:pt x="529" y="542"/>
                  </a:cubicBezTo>
                  <a:cubicBezTo>
                    <a:pt x="529" y="544"/>
                    <a:pt x="531" y="549"/>
                    <a:pt x="532" y="551"/>
                  </a:cubicBezTo>
                  <a:cubicBezTo>
                    <a:pt x="533" y="553"/>
                    <a:pt x="537" y="555"/>
                    <a:pt x="539" y="558"/>
                  </a:cubicBezTo>
                  <a:cubicBezTo>
                    <a:pt x="540" y="560"/>
                    <a:pt x="541" y="565"/>
                    <a:pt x="541" y="568"/>
                  </a:cubicBezTo>
                  <a:cubicBezTo>
                    <a:pt x="540" y="570"/>
                    <a:pt x="538" y="575"/>
                    <a:pt x="538" y="577"/>
                  </a:cubicBezTo>
                  <a:cubicBezTo>
                    <a:pt x="537" y="580"/>
                    <a:pt x="536" y="585"/>
                    <a:pt x="536" y="588"/>
                  </a:cubicBezTo>
                  <a:cubicBezTo>
                    <a:pt x="536" y="590"/>
                    <a:pt x="536" y="594"/>
                    <a:pt x="538" y="595"/>
                  </a:cubicBezTo>
                  <a:cubicBezTo>
                    <a:pt x="539" y="596"/>
                    <a:pt x="545" y="597"/>
                    <a:pt x="547" y="597"/>
                  </a:cubicBezTo>
                  <a:cubicBezTo>
                    <a:pt x="549" y="596"/>
                    <a:pt x="550" y="590"/>
                    <a:pt x="552" y="589"/>
                  </a:cubicBezTo>
                  <a:cubicBezTo>
                    <a:pt x="555" y="588"/>
                    <a:pt x="561" y="587"/>
                    <a:pt x="564" y="587"/>
                  </a:cubicBezTo>
                  <a:cubicBezTo>
                    <a:pt x="567" y="587"/>
                    <a:pt x="571" y="589"/>
                    <a:pt x="574" y="589"/>
                  </a:cubicBezTo>
                  <a:cubicBezTo>
                    <a:pt x="576" y="589"/>
                    <a:pt x="580" y="588"/>
                    <a:pt x="582" y="587"/>
                  </a:cubicBezTo>
                  <a:cubicBezTo>
                    <a:pt x="584" y="586"/>
                    <a:pt x="587" y="584"/>
                    <a:pt x="588" y="583"/>
                  </a:cubicBezTo>
                  <a:cubicBezTo>
                    <a:pt x="590" y="582"/>
                    <a:pt x="592" y="578"/>
                    <a:pt x="593" y="576"/>
                  </a:cubicBezTo>
                  <a:cubicBezTo>
                    <a:pt x="595" y="575"/>
                    <a:pt x="598" y="573"/>
                    <a:pt x="600" y="572"/>
                  </a:cubicBezTo>
                  <a:cubicBezTo>
                    <a:pt x="602" y="572"/>
                    <a:pt x="606" y="572"/>
                    <a:pt x="608" y="573"/>
                  </a:cubicBezTo>
                  <a:cubicBezTo>
                    <a:pt x="610" y="573"/>
                    <a:pt x="615" y="574"/>
                    <a:pt x="617" y="574"/>
                  </a:cubicBezTo>
                  <a:cubicBezTo>
                    <a:pt x="619" y="574"/>
                    <a:pt x="624" y="572"/>
                    <a:pt x="627" y="571"/>
                  </a:cubicBezTo>
                  <a:cubicBezTo>
                    <a:pt x="628" y="571"/>
                    <a:pt x="632" y="570"/>
                    <a:pt x="633" y="569"/>
                  </a:cubicBezTo>
                  <a:cubicBezTo>
                    <a:pt x="635" y="568"/>
                    <a:pt x="638" y="566"/>
                    <a:pt x="639" y="564"/>
                  </a:cubicBezTo>
                  <a:cubicBezTo>
                    <a:pt x="640" y="563"/>
                    <a:pt x="642" y="559"/>
                    <a:pt x="643" y="558"/>
                  </a:cubicBezTo>
                  <a:cubicBezTo>
                    <a:pt x="645" y="557"/>
                    <a:pt x="649" y="555"/>
                    <a:pt x="650" y="554"/>
                  </a:cubicBezTo>
                  <a:cubicBezTo>
                    <a:pt x="652" y="553"/>
                    <a:pt x="655" y="551"/>
                    <a:pt x="657" y="551"/>
                  </a:cubicBezTo>
                  <a:cubicBezTo>
                    <a:pt x="658" y="550"/>
                    <a:pt x="662" y="547"/>
                    <a:pt x="664" y="547"/>
                  </a:cubicBezTo>
                  <a:cubicBezTo>
                    <a:pt x="666" y="546"/>
                    <a:pt x="671" y="548"/>
                    <a:pt x="673" y="548"/>
                  </a:cubicBezTo>
                  <a:cubicBezTo>
                    <a:pt x="675" y="548"/>
                    <a:pt x="679" y="547"/>
                    <a:pt x="681" y="547"/>
                  </a:cubicBezTo>
                  <a:cubicBezTo>
                    <a:pt x="683" y="546"/>
                    <a:pt x="687" y="544"/>
                    <a:pt x="689" y="545"/>
                  </a:cubicBezTo>
                  <a:cubicBezTo>
                    <a:pt x="692" y="546"/>
                    <a:pt x="696" y="551"/>
                    <a:pt x="698" y="554"/>
                  </a:cubicBezTo>
                  <a:cubicBezTo>
                    <a:pt x="700" y="556"/>
                    <a:pt x="702" y="560"/>
                    <a:pt x="704" y="562"/>
                  </a:cubicBezTo>
                  <a:cubicBezTo>
                    <a:pt x="705" y="563"/>
                    <a:pt x="709" y="564"/>
                    <a:pt x="711" y="564"/>
                  </a:cubicBezTo>
                  <a:cubicBezTo>
                    <a:pt x="714" y="564"/>
                    <a:pt x="720" y="564"/>
                    <a:pt x="723" y="563"/>
                  </a:cubicBezTo>
                  <a:cubicBezTo>
                    <a:pt x="725" y="562"/>
                    <a:pt x="729" y="559"/>
                    <a:pt x="730" y="557"/>
                  </a:cubicBezTo>
                  <a:cubicBezTo>
                    <a:pt x="731" y="554"/>
                    <a:pt x="733" y="548"/>
                    <a:pt x="733" y="545"/>
                  </a:cubicBezTo>
                  <a:cubicBezTo>
                    <a:pt x="733" y="543"/>
                    <a:pt x="733" y="539"/>
                    <a:pt x="732" y="537"/>
                  </a:cubicBezTo>
                  <a:cubicBezTo>
                    <a:pt x="731" y="535"/>
                    <a:pt x="729" y="531"/>
                    <a:pt x="729" y="529"/>
                  </a:cubicBezTo>
                  <a:cubicBezTo>
                    <a:pt x="729" y="528"/>
                    <a:pt x="731" y="525"/>
                    <a:pt x="731" y="524"/>
                  </a:cubicBezTo>
                  <a:cubicBezTo>
                    <a:pt x="732" y="522"/>
                    <a:pt x="732" y="519"/>
                    <a:pt x="732" y="517"/>
                  </a:cubicBezTo>
                  <a:cubicBezTo>
                    <a:pt x="731" y="515"/>
                    <a:pt x="728" y="513"/>
                    <a:pt x="727" y="512"/>
                  </a:cubicBezTo>
                  <a:cubicBezTo>
                    <a:pt x="726" y="510"/>
                    <a:pt x="724" y="507"/>
                    <a:pt x="724" y="505"/>
                  </a:cubicBezTo>
                  <a:cubicBezTo>
                    <a:pt x="725" y="503"/>
                    <a:pt x="728" y="501"/>
                    <a:pt x="729" y="500"/>
                  </a:cubicBezTo>
                  <a:cubicBezTo>
                    <a:pt x="731" y="499"/>
                    <a:pt x="735" y="496"/>
                    <a:pt x="738" y="496"/>
                  </a:cubicBezTo>
                  <a:cubicBezTo>
                    <a:pt x="740" y="495"/>
                    <a:pt x="744" y="496"/>
                    <a:pt x="746" y="496"/>
                  </a:cubicBezTo>
                  <a:cubicBezTo>
                    <a:pt x="748" y="495"/>
                    <a:pt x="751" y="492"/>
                    <a:pt x="752" y="491"/>
                  </a:cubicBezTo>
                  <a:cubicBezTo>
                    <a:pt x="754" y="490"/>
                    <a:pt x="757" y="486"/>
                    <a:pt x="757" y="485"/>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4"/>
            <p:cNvSpPr>
              <a:spLocks/>
            </p:cNvSpPr>
            <p:nvPr/>
          </p:nvSpPr>
          <p:spPr bwMode="auto">
            <a:xfrm>
              <a:off x="1866900" y="2319338"/>
              <a:ext cx="1246188" cy="1549400"/>
            </a:xfrm>
            <a:custGeom>
              <a:avLst/>
              <a:gdLst/>
              <a:ahLst/>
              <a:cxnLst>
                <a:cxn ang="0">
                  <a:pos x="557" y="7"/>
                </a:cxn>
                <a:cxn ang="0">
                  <a:pos x="582" y="15"/>
                </a:cxn>
                <a:cxn ang="0">
                  <a:pos x="608" y="24"/>
                </a:cxn>
                <a:cxn ang="0">
                  <a:pos x="595" y="55"/>
                </a:cxn>
                <a:cxn ang="0">
                  <a:pos x="618" y="56"/>
                </a:cxn>
                <a:cxn ang="0">
                  <a:pos x="650" y="56"/>
                </a:cxn>
                <a:cxn ang="0">
                  <a:pos x="666" y="76"/>
                </a:cxn>
                <a:cxn ang="0">
                  <a:pos x="706" y="96"/>
                </a:cxn>
                <a:cxn ang="0">
                  <a:pos x="738" y="96"/>
                </a:cxn>
                <a:cxn ang="0">
                  <a:pos x="770" y="126"/>
                </a:cxn>
                <a:cxn ang="0">
                  <a:pos x="798" y="148"/>
                </a:cxn>
                <a:cxn ang="0">
                  <a:pos x="833" y="170"/>
                </a:cxn>
                <a:cxn ang="0">
                  <a:pos x="834" y="217"/>
                </a:cxn>
                <a:cxn ang="0">
                  <a:pos x="823" y="269"/>
                </a:cxn>
                <a:cxn ang="0">
                  <a:pos x="823" y="303"/>
                </a:cxn>
                <a:cxn ang="0">
                  <a:pos x="804" y="346"/>
                </a:cxn>
                <a:cxn ang="0">
                  <a:pos x="749" y="357"/>
                </a:cxn>
                <a:cxn ang="0">
                  <a:pos x="765" y="381"/>
                </a:cxn>
                <a:cxn ang="0">
                  <a:pos x="760" y="403"/>
                </a:cxn>
                <a:cxn ang="0">
                  <a:pos x="777" y="439"/>
                </a:cxn>
                <a:cxn ang="0">
                  <a:pos x="783" y="469"/>
                </a:cxn>
                <a:cxn ang="0">
                  <a:pos x="796" y="529"/>
                </a:cxn>
                <a:cxn ang="0">
                  <a:pos x="793" y="574"/>
                </a:cxn>
                <a:cxn ang="0">
                  <a:pos x="789" y="648"/>
                </a:cxn>
                <a:cxn ang="0">
                  <a:pos x="777" y="707"/>
                </a:cxn>
                <a:cxn ang="0">
                  <a:pos x="752" y="755"/>
                </a:cxn>
                <a:cxn ang="0">
                  <a:pos x="746" y="793"/>
                </a:cxn>
                <a:cxn ang="0">
                  <a:pos x="748" y="831"/>
                </a:cxn>
                <a:cxn ang="0">
                  <a:pos x="702" y="871"/>
                </a:cxn>
                <a:cxn ang="0">
                  <a:pos x="685" y="906"/>
                </a:cxn>
                <a:cxn ang="0">
                  <a:pos x="661" y="975"/>
                </a:cxn>
                <a:cxn ang="0">
                  <a:pos x="647" y="1021"/>
                </a:cxn>
                <a:cxn ang="0">
                  <a:pos x="600" y="1032"/>
                </a:cxn>
                <a:cxn ang="0">
                  <a:pos x="571" y="976"/>
                </a:cxn>
                <a:cxn ang="0">
                  <a:pos x="521" y="889"/>
                </a:cxn>
                <a:cxn ang="0">
                  <a:pos x="455" y="874"/>
                </a:cxn>
                <a:cxn ang="0">
                  <a:pos x="405" y="801"/>
                </a:cxn>
                <a:cxn ang="0">
                  <a:pos x="367" y="740"/>
                </a:cxn>
                <a:cxn ang="0">
                  <a:pos x="329" y="690"/>
                </a:cxn>
                <a:cxn ang="0">
                  <a:pos x="269" y="674"/>
                </a:cxn>
                <a:cxn ang="0">
                  <a:pos x="211" y="640"/>
                </a:cxn>
                <a:cxn ang="0">
                  <a:pos x="168" y="599"/>
                </a:cxn>
                <a:cxn ang="0">
                  <a:pos x="139" y="534"/>
                </a:cxn>
                <a:cxn ang="0">
                  <a:pos x="109" y="475"/>
                </a:cxn>
                <a:cxn ang="0">
                  <a:pos x="68" y="382"/>
                </a:cxn>
                <a:cxn ang="0">
                  <a:pos x="21" y="322"/>
                </a:cxn>
                <a:cxn ang="0">
                  <a:pos x="37" y="250"/>
                </a:cxn>
                <a:cxn ang="0">
                  <a:pos x="90" y="164"/>
                </a:cxn>
                <a:cxn ang="0">
                  <a:pos x="123" y="158"/>
                </a:cxn>
                <a:cxn ang="0">
                  <a:pos x="157" y="157"/>
                </a:cxn>
                <a:cxn ang="0">
                  <a:pos x="182" y="149"/>
                </a:cxn>
                <a:cxn ang="0">
                  <a:pos x="247" y="135"/>
                </a:cxn>
                <a:cxn ang="0">
                  <a:pos x="294" y="142"/>
                </a:cxn>
                <a:cxn ang="0">
                  <a:pos x="332" y="142"/>
                </a:cxn>
                <a:cxn ang="0">
                  <a:pos x="336" y="101"/>
                </a:cxn>
                <a:cxn ang="0">
                  <a:pos x="397" y="62"/>
                </a:cxn>
                <a:cxn ang="0">
                  <a:pos x="467" y="71"/>
                </a:cxn>
                <a:cxn ang="0">
                  <a:pos x="498" y="74"/>
                </a:cxn>
                <a:cxn ang="0">
                  <a:pos x="503" y="41"/>
                </a:cxn>
                <a:cxn ang="0">
                  <a:pos x="526" y="11"/>
                </a:cxn>
              </a:cxnLst>
              <a:rect l="0" t="0" r="r" b="b"/>
              <a:pathLst>
                <a:path w="840" h="1044">
                  <a:moveTo>
                    <a:pt x="534" y="2"/>
                  </a:moveTo>
                  <a:cubicBezTo>
                    <a:pt x="535" y="2"/>
                    <a:pt x="537" y="1"/>
                    <a:pt x="537" y="1"/>
                  </a:cubicBezTo>
                  <a:cubicBezTo>
                    <a:pt x="539" y="0"/>
                    <a:pt x="543" y="0"/>
                    <a:pt x="545" y="1"/>
                  </a:cubicBezTo>
                  <a:cubicBezTo>
                    <a:pt x="547" y="1"/>
                    <a:pt x="551" y="4"/>
                    <a:pt x="553" y="5"/>
                  </a:cubicBezTo>
                  <a:cubicBezTo>
                    <a:pt x="554" y="5"/>
                    <a:pt x="556" y="7"/>
                    <a:pt x="557" y="7"/>
                  </a:cubicBezTo>
                  <a:cubicBezTo>
                    <a:pt x="559" y="6"/>
                    <a:pt x="560" y="2"/>
                    <a:pt x="562" y="1"/>
                  </a:cubicBezTo>
                  <a:cubicBezTo>
                    <a:pt x="564" y="0"/>
                    <a:pt x="568" y="0"/>
                    <a:pt x="570" y="0"/>
                  </a:cubicBezTo>
                  <a:cubicBezTo>
                    <a:pt x="571" y="0"/>
                    <a:pt x="573" y="0"/>
                    <a:pt x="574" y="1"/>
                  </a:cubicBezTo>
                  <a:cubicBezTo>
                    <a:pt x="576" y="3"/>
                    <a:pt x="576" y="9"/>
                    <a:pt x="577" y="11"/>
                  </a:cubicBezTo>
                  <a:cubicBezTo>
                    <a:pt x="578" y="12"/>
                    <a:pt x="580" y="15"/>
                    <a:pt x="582" y="15"/>
                  </a:cubicBezTo>
                  <a:cubicBezTo>
                    <a:pt x="584" y="16"/>
                    <a:pt x="588" y="17"/>
                    <a:pt x="590" y="16"/>
                  </a:cubicBezTo>
                  <a:cubicBezTo>
                    <a:pt x="592" y="15"/>
                    <a:pt x="593" y="10"/>
                    <a:pt x="594" y="9"/>
                  </a:cubicBezTo>
                  <a:cubicBezTo>
                    <a:pt x="595" y="8"/>
                    <a:pt x="597" y="8"/>
                    <a:pt x="599" y="7"/>
                  </a:cubicBezTo>
                  <a:cubicBezTo>
                    <a:pt x="600" y="9"/>
                    <a:pt x="602" y="12"/>
                    <a:pt x="603" y="14"/>
                  </a:cubicBezTo>
                  <a:cubicBezTo>
                    <a:pt x="604" y="17"/>
                    <a:pt x="608" y="21"/>
                    <a:pt x="608" y="24"/>
                  </a:cubicBezTo>
                  <a:cubicBezTo>
                    <a:pt x="608" y="26"/>
                    <a:pt x="606" y="29"/>
                    <a:pt x="605" y="31"/>
                  </a:cubicBezTo>
                  <a:cubicBezTo>
                    <a:pt x="605" y="32"/>
                    <a:pt x="603" y="35"/>
                    <a:pt x="603" y="37"/>
                  </a:cubicBezTo>
                  <a:cubicBezTo>
                    <a:pt x="602" y="39"/>
                    <a:pt x="602" y="43"/>
                    <a:pt x="601" y="45"/>
                  </a:cubicBezTo>
                  <a:cubicBezTo>
                    <a:pt x="601" y="46"/>
                    <a:pt x="599" y="48"/>
                    <a:pt x="598" y="50"/>
                  </a:cubicBezTo>
                  <a:cubicBezTo>
                    <a:pt x="597" y="51"/>
                    <a:pt x="595" y="54"/>
                    <a:pt x="595" y="55"/>
                  </a:cubicBezTo>
                  <a:cubicBezTo>
                    <a:pt x="595" y="57"/>
                    <a:pt x="595" y="60"/>
                    <a:pt x="596" y="61"/>
                  </a:cubicBezTo>
                  <a:cubicBezTo>
                    <a:pt x="598" y="62"/>
                    <a:pt x="602" y="61"/>
                    <a:pt x="603" y="62"/>
                  </a:cubicBezTo>
                  <a:cubicBezTo>
                    <a:pt x="605" y="62"/>
                    <a:pt x="606" y="65"/>
                    <a:pt x="608" y="65"/>
                  </a:cubicBezTo>
                  <a:cubicBezTo>
                    <a:pt x="609" y="65"/>
                    <a:pt x="612" y="63"/>
                    <a:pt x="613" y="62"/>
                  </a:cubicBezTo>
                  <a:cubicBezTo>
                    <a:pt x="615" y="60"/>
                    <a:pt x="616" y="57"/>
                    <a:pt x="618" y="56"/>
                  </a:cubicBezTo>
                  <a:cubicBezTo>
                    <a:pt x="619" y="54"/>
                    <a:pt x="623" y="53"/>
                    <a:pt x="625" y="53"/>
                  </a:cubicBezTo>
                  <a:cubicBezTo>
                    <a:pt x="627" y="53"/>
                    <a:pt x="630" y="55"/>
                    <a:pt x="631" y="56"/>
                  </a:cubicBezTo>
                  <a:cubicBezTo>
                    <a:pt x="633" y="57"/>
                    <a:pt x="636" y="59"/>
                    <a:pt x="638" y="60"/>
                  </a:cubicBezTo>
                  <a:cubicBezTo>
                    <a:pt x="640" y="60"/>
                    <a:pt x="643" y="61"/>
                    <a:pt x="645" y="60"/>
                  </a:cubicBezTo>
                  <a:cubicBezTo>
                    <a:pt x="646" y="60"/>
                    <a:pt x="648" y="56"/>
                    <a:pt x="650" y="56"/>
                  </a:cubicBezTo>
                  <a:cubicBezTo>
                    <a:pt x="652" y="55"/>
                    <a:pt x="656" y="54"/>
                    <a:pt x="658" y="55"/>
                  </a:cubicBezTo>
                  <a:cubicBezTo>
                    <a:pt x="661" y="55"/>
                    <a:pt x="665" y="59"/>
                    <a:pt x="665" y="62"/>
                  </a:cubicBezTo>
                  <a:cubicBezTo>
                    <a:pt x="666" y="63"/>
                    <a:pt x="661" y="65"/>
                    <a:pt x="661" y="67"/>
                  </a:cubicBezTo>
                  <a:cubicBezTo>
                    <a:pt x="660" y="69"/>
                    <a:pt x="659" y="72"/>
                    <a:pt x="660" y="74"/>
                  </a:cubicBezTo>
                  <a:cubicBezTo>
                    <a:pt x="661" y="75"/>
                    <a:pt x="664" y="76"/>
                    <a:pt x="666" y="76"/>
                  </a:cubicBezTo>
                  <a:cubicBezTo>
                    <a:pt x="668" y="76"/>
                    <a:pt x="671" y="76"/>
                    <a:pt x="672" y="77"/>
                  </a:cubicBezTo>
                  <a:cubicBezTo>
                    <a:pt x="674" y="78"/>
                    <a:pt x="676" y="82"/>
                    <a:pt x="678" y="83"/>
                  </a:cubicBezTo>
                  <a:cubicBezTo>
                    <a:pt x="680" y="85"/>
                    <a:pt x="685" y="88"/>
                    <a:pt x="687" y="90"/>
                  </a:cubicBezTo>
                  <a:cubicBezTo>
                    <a:pt x="689" y="90"/>
                    <a:pt x="693" y="91"/>
                    <a:pt x="695" y="91"/>
                  </a:cubicBezTo>
                  <a:cubicBezTo>
                    <a:pt x="698" y="92"/>
                    <a:pt x="703" y="95"/>
                    <a:pt x="706" y="96"/>
                  </a:cubicBezTo>
                  <a:cubicBezTo>
                    <a:pt x="708" y="97"/>
                    <a:pt x="712" y="99"/>
                    <a:pt x="714" y="100"/>
                  </a:cubicBezTo>
                  <a:cubicBezTo>
                    <a:pt x="716" y="100"/>
                    <a:pt x="719" y="101"/>
                    <a:pt x="720" y="100"/>
                  </a:cubicBezTo>
                  <a:cubicBezTo>
                    <a:pt x="722" y="100"/>
                    <a:pt x="724" y="98"/>
                    <a:pt x="725" y="98"/>
                  </a:cubicBezTo>
                  <a:cubicBezTo>
                    <a:pt x="727" y="97"/>
                    <a:pt x="729" y="96"/>
                    <a:pt x="731" y="95"/>
                  </a:cubicBezTo>
                  <a:cubicBezTo>
                    <a:pt x="733" y="95"/>
                    <a:pt x="736" y="95"/>
                    <a:pt x="738" y="96"/>
                  </a:cubicBezTo>
                  <a:cubicBezTo>
                    <a:pt x="740" y="96"/>
                    <a:pt x="743" y="98"/>
                    <a:pt x="744" y="99"/>
                  </a:cubicBezTo>
                  <a:cubicBezTo>
                    <a:pt x="746" y="100"/>
                    <a:pt x="750" y="105"/>
                    <a:pt x="752" y="107"/>
                  </a:cubicBezTo>
                  <a:cubicBezTo>
                    <a:pt x="753" y="109"/>
                    <a:pt x="755" y="115"/>
                    <a:pt x="756" y="117"/>
                  </a:cubicBezTo>
                  <a:cubicBezTo>
                    <a:pt x="758" y="119"/>
                    <a:pt x="761" y="123"/>
                    <a:pt x="763" y="124"/>
                  </a:cubicBezTo>
                  <a:cubicBezTo>
                    <a:pt x="764" y="125"/>
                    <a:pt x="768" y="126"/>
                    <a:pt x="770" y="126"/>
                  </a:cubicBezTo>
                  <a:cubicBezTo>
                    <a:pt x="773" y="127"/>
                    <a:pt x="778" y="126"/>
                    <a:pt x="781" y="126"/>
                  </a:cubicBezTo>
                  <a:cubicBezTo>
                    <a:pt x="783" y="127"/>
                    <a:pt x="789" y="127"/>
                    <a:pt x="792" y="128"/>
                  </a:cubicBezTo>
                  <a:cubicBezTo>
                    <a:pt x="794" y="129"/>
                    <a:pt x="799" y="132"/>
                    <a:pt x="800" y="134"/>
                  </a:cubicBezTo>
                  <a:cubicBezTo>
                    <a:pt x="801" y="136"/>
                    <a:pt x="800" y="141"/>
                    <a:pt x="800" y="143"/>
                  </a:cubicBezTo>
                  <a:cubicBezTo>
                    <a:pt x="800" y="144"/>
                    <a:pt x="798" y="147"/>
                    <a:pt x="798" y="148"/>
                  </a:cubicBezTo>
                  <a:cubicBezTo>
                    <a:pt x="799" y="150"/>
                    <a:pt x="800" y="152"/>
                    <a:pt x="801" y="153"/>
                  </a:cubicBezTo>
                  <a:cubicBezTo>
                    <a:pt x="803" y="155"/>
                    <a:pt x="809" y="155"/>
                    <a:pt x="811" y="156"/>
                  </a:cubicBezTo>
                  <a:cubicBezTo>
                    <a:pt x="813" y="157"/>
                    <a:pt x="818" y="157"/>
                    <a:pt x="820" y="158"/>
                  </a:cubicBezTo>
                  <a:cubicBezTo>
                    <a:pt x="822" y="159"/>
                    <a:pt x="827" y="162"/>
                    <a:pt x="830" y="164"/>
                  </a:cubicBezTo>
                  <a:cubicBezTo>
                    <a:pt x="831" y="165"/>
                    <a:pt x="833" y="168"/>
                    <a:pt x="833" y="170"/>
                  </a:cubicBezTo>
                  <a:cubicBezTo>
                    <a:pt x="834" y="172"/>
                    <a:pt x="833" y="176"/>
                    <a:pt x="834" y="177"/>
                  </a:cubicBezTo>
                  <a:cubicBezTo>
                    <a:pt x="834" y="179"/>
                    <a:pt x="836" y="183"/>
                    <a:pt x="836" y="185"/>
                  </a:cubicBezTo>
                  <a:cubicBezTo>
                    <a:pt x="837" y="188"/>
                    <a:pt x="839" y="195"/>
                    <a:pt x="839" y="199"/>
                  </a:cubicBezTo>
                  <a:cubicBezTo>
                    <a:pt x="839" y="202"/>
                    <a:pt x="840" y="207"/>
                    <a:pt x="839" y="210"/>
                  </a:cubicBezTo>
                  <a:cubicBezTo>
                    <a:pt x="839" y="212"/>
                    <a:pt x="835" y="215"/>
                    <a:pt x="834" y="217"/>
                  </a:cubicBezTo>
                  <a:cubicBezTo>
                    <a:pt x="833" y="221"/>
                    <a:pt x="832" y="227"/>
                    <a:pt x="831" y="230"/>
                  </a:cubicBezTo>
                  <a:cubicBezTo>
                    <a:pt x="831" y="233"/>
                    <a:pt x="829" y="238"/>
                    <a:pt x="828" y="240"/>
                  </a:cubicBezTo>
                  <a:cubicBezTo>
                    <a:pt x="827" y="243"/>
                    <a:pt x="826" y="249"/>
                    <a:pt x="825" y="251"/>
                  </a:cubicBezTo>
                  <a:cubicBezTo>
                    <a:pt x="824" y="253"/>
                    <a:pt x="822" y="256"/>
                    <a:pt x="821" y="258"/>
                  </a:cubicBezTo>
                  <a:cubicBezTo>
                    <a:pt x="821" y="261"/>
                    <a:pt x="823" y="266"/>
                    <a:pt x="823" y="269"/>
                  </a:cubicBezTo>
                  <a:cubicBezTo>
                    <a:pt x="823" y="272"/>
                    <a:pt x="822" y="277"/>
                    <a:pt x="822" y="279"/>
                  </a:cubicBezTo>
                  <a:cubicBezTo>
                    <a:pt x="822" y="281"/>
                    <a:pt x="821" y="284"/>
                    <a:pt x="820" y="286"/>
                  </a:cubicBezTo>
                  <a:cubicBezTo>
                    <a:pt x="819" y="288"/>
                    <a:pt x="817" y="291"/>
                    <a:pt x="816" y="293"/>
                  </a:cubicBezTo>
                  <a:cubicBezTo>
                    <a:pt x="816" y="295"/>
                    <a:pt x="815" y="299"/>
                    <a:pt x="817" y="301"/>
                  </a:cubicBezTo>
                  <a:cubicBezTo>
                    <a:pt x="818" y="302"/>
                    <a:pt x="821" y="302"/>
                    <a:pt x="823" y="303"/>
                  </a:cubicBezTo>
                  <a:cubicBezTo>
                    <a:pt x="825" y="304"/>
                    <a:pt x="828" y="309"/>
                    <a:pt x="828" y="311"/>
                  </a:cubicBezTo>
                  <a:cubicBezTo>
                    <a:pt x="829" y="313"/>
                    <a:pt x="828" y="317"/>
                    <a:pt x="827" y="319"/>
                  </a:cubicBezTo>
                  <a:cubicBezTo>
                    <a:pt x="826" y="321"/>
                    <a:pt x="822" y="324"/>
                    <a:pt x="820" y="326"/>
                  </a:cubicBezTo>
                  <a:cubicBezTo>
                    <a:pt x="817" y="329"/>
                    <a:pt x="813" y="335"/>
                    <a:pt x="811" y="338"/>
                  </a:cubicBezTo>
                  <a:cubicBezTo>
                    <a:pt x="809" y="340"/>
                    <a:pt x="806" y="344"/>
                    <a:pt x="804" y="346"/>
                  </a:cubicBezTo>
                  <a:cubicBezTo>
                    <a:pt x="803" y="347"/>
                    <a:pt x="799" y="349"/>
                    <a:pt x="797" y="350"/>
                  </a:cubicBezTo>
                  <a:cubicBezTo>
                    <a:pt x="795" y="351"/>
                    <a:pt x="789" y="349"/>
                    <a:pt x="787" y="349"/>
                  </a:cubicBezTo>
                  <a:cubicBezTo>
                    <a:pt x="784" y="349"/>
                    <a:pt x="778" y="347"/>
                    <a:pt x="775" y="347"/>
                  </a:cubicBezTo>
                  <a:cubicBezTo>
                    <a:pt x="772" y="347"/>
                    <a:pt x="765" y="347"/>
                    <a:pt x="762" y="348"/>
                  </a:cubicBezTo>
                  <a:cubicBezTo>
                    <a:pt x="758" y="349"/>
                    <a:pt x="752" y="354"/>
                    <a:pt x="749" y="357"/>
                  </a:cubicBezTo>
                  <a:cubicBezTo>
                    <a:pt x="747" y="359"/>
                    <a:pt x="745" y="364"/>
                    <a:pt x="744" y="367"/>
                  </a:cubicBezTo>
                  <a:cubicBezTo>
                    <a:pt x="743" y="369"/>
                    <a:pt x="742" y="375"/>
                    <a:pt x="743" y="378"/>
                  </a:cubicBezTo>
                  <a:cubicBezTo>
                    <a:pt x="744" y="379"/>
                    <a:pt x="746" y="382"/>
                    <a:pt x="748" y="383"/>
                  </a:cubicBezTo>
                  <a:cubicBezTo>
                    <a:pt x="750" y="384"/>
                    <a:pt x="755" y="384"/>
                    <a:pt x="757" y="384"/>
                  </a:cubicBezTo>
                  <a:cubicBezTo>
                    <a:pt x="759" y="383"/>
                    <a:pt x="763" y="381"/>
                    <a:pt x="765" y="381"/>
                  </a:cubicBezTo>
                  <a:cubicBezTo>
                    <a:pt x="767" y="380"/>
                    <a:pt x="770" y="381"/>
                    <a:pt x="772" y="382"/>
                  </a:cubicBezTo>
                  <a:cubicBezTo>
                    <a:pt x="773" y="383"/>
                    <a:pt x="776" y="386"/>
                    <a:pt x="776" y="388"/>
                  </a:cubicBezTo>
                  <a:cubicBezTo>
                    <a:pt x="776" y="390"/>
                    <a:pt x="774" y="392"/>
                    <a:pt x="773" y="393"/>
                  </a:cubicBezTo>
                  <a:cubicBezTo>
                    <a:pt x="771" y="395"/>
                    <a:pt x="766" y="396"/>
                    <a:pt x="764" y="397"/>
                  </a:cubicBezTo>
                  <a:cubicBezTo>
                    <a:pt x="762" y="398"/>
                    <a:pt x="760" y="401"/>
                    <a:pt x="760" y="403"/>
                  </a:cubicBezTo>
                  <a:cubicBezTo>
                    <a:pt x="760" y="405"/>
                    <a:pt x="762" y="408"/>
                    <a:pt x="762" y="410"/>
                  </a:cubicBezTo>
                  <a:cubicBezTo>
                    <a:pt x="762" y="412"/>
                    <a:pt x="760" y="415"/>
                    <a:pt x="760" y="417"/>
                  </a:cubicBezTo>
                  <a:cubicBezTo>
                    <a:pt x="760" y="420"/>
                    <a:pt x="762" y="424"/>
                    <a:pt x="763" y="426"/>
                  </a:cubicBezTo>
                  <a:cubicBezTo>
                    <a:pt x="764" y="428"/>
                    <a:pt x="768" y="431"/>
                    <a:pt x="769" y="433"/>
                  </a:cubicBezTo>
                  <a:cubicBezTo>
                    <a:pt x="771" y="435"/>
                    <a:pt x="775" y="437"/>
                    <a:pt x="777" y="439"/>
                  </a:cubicBezTo>
                  <a:cubicBezTo>
                    <a:pt x="779" y="440"/>
                    <a:pt x="783" y="441"/>
                    <a:pt x="785" y="442"/>
                  </a:cubicBezTo>
                  <a:cubicBezTo>
                    <a:pt x="786" y="443"/>
                    <a:pt x="787" y="445"/>
                    <a:pt x="787" y="446"/>
                  </a:cubicBezTo>
                  <a:cubicBezTo>
                    <a:pt x="787" y="448"/>
                    <a:pt x="787" y="451"/>
                    <a:pt x="787" y="452"/>
                  </a:cubicBezTo>
                  <a:cubicBezTo>
                    <a:pt x="786" y="454"/>
                    <a:pt x="784" y="457"/>
                    <a:pt x="784" y="459"/>
                  </a:cubicBezTo>
                  <a:cubicBezTo>
                    <a:pt x="783" y="461"/>
                    <a:pt x="783" y="466"/>
                    <a:pt x="783" y="469"/>
                  </a:cubicBezTo>
                  <a:cubicBezTo>
                    <a:pt x="783" y="472"/>
                    <a:pt x="785" y="478"/>
                    <a:pt x="785" y="481"/>
                  </a:cubicBezTo>
                  <a:cubicBezTo>
                    <a:pt x="786" y="484"/>
                    <a:pt x="786" y="490"/>
                    <a:pt x="787" y="493"/>
                  </a:cubicBezTo>
                  <a:cubicBezTo>
                    <a:pt x="788" y="496"/>
                    <a:pt x="790" y="500"/>
                    <a:pt x="791" y="503"/>
                  </a:cubicBezTo>
                  <a:cubicBezTo>
                    <a:pt x="793" y="505"/>
                    <a:pt x="795" y="510"/>
                    <a:pt x="795" y="512"/>
                  </a:cubicBezTo>
                  <a:cubicBezTo>
                    <a:pt x="796" y="516"/>
                    <a:pt x="796" y="525"/>
                    <a:pt x="796" y="529"/>
                  </a:cubicBezTo>
                  <a:cubicBezTo>
                    <a:pt x="796" y="531"/>
                    <a:pt x="795" y="536"/>
                    <a:pt x="795" y="538"/>
                  </a:cubicBezTo>
                  <a:cubicBezTo>
                    <a:pt x="794" y="538"/>
                    <a:pt x="794" y="539"/>
                    <a:pt x="793" y="540"/>
                  </a:cubicBezTo>
                  <a:cubicBezTo>
                    <a:pt x="792" y="543"/>
                    <a:pt x="789" y="546"/>
                    <a:pt x="789" y="548"/>
                  </a:cubicBezTo>
                  <a:cubicBezTo>
                    <a:pt x="787" y="551"/>
                    <a:pt x="786" y="559"/>
                    <a:pt x="787" y="562"/>
                  </a:cubicBezTo>
                  <a:cubicBezTo>
                    <a:pt x="787" y="565"/>
                    <a:pt x="791" y="571"/>
                    <a:pt x="793" y="574"/>
                  </a:cubicBezTo>
                  <a:cubicBezTo>
                    <a:pt x="794" y="578"/>
                    <a:pt x="798" y="588"/>
                    <a:pt x="798" y="592"/>
                  </a:cubicBezTo>
                  <a:cubicBezTo>
                    <a:pt x="799" y="596"/>
                    <a:pt x="798" y="604"/>
                    <a:pt x="797" y="607"/>
                  </a:cubicBezTo>
                  <a:cubicBezTo>
                    <a:pt x="796" y="611"/>
                    <a:pt x="792" y="618"/>
                    <a:pt x="790" y="622"/>
                  </a:cubicBezTo>
                  <a:cubicBezTo>
                    <a:pt x="789" y="626"/>
                    <a:pt x="785" y="635"/>
                    <a:pt x="785" y="640"/>
                  </a:cubicBezTo>
                  <a:cubicBezTo>
                    <a:pt x="785" y="642"/>
                    <a:pt x="788" y="646"/>
                    <a:pt x="789" y="648"/>
                  </a:cubicBezTo>
                  <a:cubicBezTo>
                    <a:pt x="790" y="650"/>
                    <a:pt x="793" y="654"/>
                    <a:pt x="794" y="657"/>
                  </a:cubicBezTo>
                  <a:cubicBezTo>
                    <a:pt x="795" y="661"/>
                    <a:pt x="796" y="670"/>
                    <a:pt x="796" y="674"/>
                  </a:cubicBezTo>
                  <a:cubicBezTo>
                    <a:pt x="795" y="678"/>
                    <a:pt x="792" y="686"/>
                    <a:pt x="790" y="690"/>
                  </a:cubicBezTo>
                  <a:cubicBezTo>
                    <a:pt x="789" y="692"/>
                    <a:pt x="786" y="698"/>
                    <a:pt x="784" y="700"/>
                  </a:cubicBezTo>
                  <a:cubicBezTo>
                    <a:pt x="782" y="702"/>
                    <a:pt x="778" y="705"/>
                    <a:pt x="777" y="707"/>
                  </a:cubicBezTo>
                  <a:cubicBezTo>
                    <a:pt x="775" y="710"/>
                    <a:pt x="775" y="717"/>
                    <a:pt x="774" y="719"/>
                  </a:cubicBezTo>
                  <a:cubicBezTo>
                    <a:pt x="773" y="721"/>
                    <a:pt x="770" y="724"/>
                    <a:pt x="769" y="725"/>
                  </a:cubicBezTo>
                  <a:cubicBezTo>
                    <a:pt x="767" y="728"/>
                    <a:pt x="764" y="734"/>
                    <a:pt x="763" y="737"/>
                  </a:cubicBezTo>
                  <a:cubicBezTo>
                    <a:pt x="761" y="740"/>
                    <a:pt x="759" y="746"/>
                    <a:pt x="757" y="749"/>
                  </a:cubicBezTo>
                  <a:cubicBezTo>
                    <a:pt x="756" y="750"/>
                    <a:pt x="752" y="753"/>
                    <a:pt x="752" y="755"/>
                  </a:cubicBezTo>
                  <a:cubicBezTo>
                    <a:pt x="751" y="757"/>
                    <a:pt x="751" y="762"/>
                    <a:pt x="752" y="764"/>
                  </a:cubicBezTo>
                  <a:cubicBezTo>
                    <a:pt x="752" y="766"/>
                    <a:pt x="756" y="770"/>
                    <a:pt x="756" y="773"/>
                  </a:cubicBezTo>
                  <a:cubicBezTo>
                    <a:pt x="756" y="775"/>
                    <a:pt x="754" y="781"/>
                    <a:pt x="753" y="783"/>
                  </a:cubicBezTo>
                  <a:cubicBezTo>
                    <a:pt x="752" y="784"/>
                    <a:pt x="749" y="785"/>
                    <a:pt x="748" y="786"/>
                  </a:cubicBezTo>
                  <a:cubicBezTo>
                    <a:pt x="747" y="787"/>
                    <a:pt x="746" y="791"/>
                    <a:pt x="746" y="793"/>
                  </a:cubicBezTo>
                  <a:cubicBezTo>
                    <a:pt x="746" y="795"/>
                    <a:pt x="745" y="799"/>
                    <a:pt x="746" y="801"/>
                  </a:cubicBezTo>
                  <a:cubicBezTo>
                    <a:pt x="747" y="803"/>
                    <a:pt x="750" y="805"/>
                    <a:pt x="751" y="806"/>
                  </a:cubicBezTo>
                  <a:cubicBezTo>
                    <a:pt x="752" y="807"/>
                    <a:pt x="754" y="811"/>
                    <a:pt x="755" y="813"/>
                  </a:cubicBezTo>
                  <a:cubicBezTo>
                    <a:pt x="755" y="816"/>
                    <a:pt x="754" y="821"/>
                    <a:pt x="753" y="823"/>
                  </a:cubicBezTo>
                  <a:cubicBezTo>
                    <a:pt x="752" y="825"/>
                    <a:pt x="749" y="829"/>
                    <a:pt x="748" y="831"/>
                  </a:cubicBezTo>
                  <a:cubicBezTo>
                    <a:pt x="747" y="833"/>
                    <a:pt x="745" y="839"/>
                    <a:pt x="743" y="841"/>
                  </a:cubicBezTo>
                  <a:cubicBezTo>
                    <a:pt x="742" y="844"/>
                    <a:pt x="740" y="849"/>
                    <a:pt x="738" y="851"/>
                  </a:cubicBezTo>
                  <a:cubicBezTo>
                    <a:pt x="735" y="854"/>
                    <a:pt x="727" y="859"/>
                    <a:pt x="724" y="861"/>
                  </a:cubicBezTo>
                  <a:cubicBezTo>
                    <a:pt x="721" y="864"/>
                    <a:pt x="715" y="869"/>
                    <a:pt x="712" y="870"/>
                  </a:cubicBezTo>
                  <a:cubicBezTo>
                    <a:pt x="709" y="871"/>
                    <a:pt x="704" y="871"/>
                    <a:pt x="702" y="871"/>
                  </a:cubicBezTo>
                  <a:cubicBezTo>
                    <a:pt x="699" y="870"/>
                    <a:pt x="696" y="868"/>
                    <a:pt x="693" y="867"/>
                  </a:cubicBezTo>
                  <a:cubicBezTo>
                    <a:pt x="692" y="867"/>
                    <a:pt x="690" y="867"/>
                    <a:pt x="689" y="867"/>
                  </a:cubicBezTo>
                  <a:cubicBezTo>
                    <a:pt x="687" y="868"/>
                    <a:pt x="687" y="873"/>
                    <a:pt x="686" y="875"/>
                  </a:cubicBezTo>
                  <a:cubicBezTo>
                    <a:pt x="685" y="878"/>
                    <a:pt x="685" y="884"/>
                    <a:pt x="685" y="887"/>
                  </a:cubicBezTo>
                  <a:cubicBezTo>
                    <a:pt x="685" y="892"/>
                    <a:pt x="684" y="901"/>
                    <a:pt x="685" y="906"/>
                  </a:cubicBezTo>
                  <a:cubicBezTo>
                    <a:pt x="685" y="909"/>
                    <a:pt x="687" y="915"/>
                    <a:pt x="687" y="918"/>
                  </a:cubicBezTo>
                  <a:cubicBezTo>
                    <a:pt x="688" y="923"/>
                    <a:pt x="687" y="932"/>
                    <a:pt x="687" y="937"/>
                  </a:cubicBezTo>
                  <a:cubicBezTo>
                    <a:pt x="687" y="941"/>
                    <a:pt x="688" y="950"/>
                    <a:pt x="686" y="954"/>
                  </a:cubicBezTo>
                  <a:cubicBezTo>
                    <a:pt x="685" y="957"/>
                    <a:pt x="680" y="961"/>
                    <a:pt x="677" y="963"/>
                  </a:cubicBezTo>
                  <a:cubicBezTo>
                    <a:pt x="673" y="966"/>
                    <a:pt x="664" y="971"/>
                    <a:pt x="661" y="975"/>
                  </a:cubicBezTo>
                  <a:cubicBezTo>
                    <a:pt x="658" y="978"/>
                    <a:pt x="654" y="983"/>
                    <a:pt x="653" y="987"/>
                  </a:cubicBezTo>
                  <a:cubicBezTo>
                    <a:pt x="652" y="989"/>
                    <a:pt x="653" y="994"/>
                    <a:pt x="653" y="996"/>
                  </a:cubicBezTo>
                  <a:cubicBezTo>
                    <a:pt x="652" y="1000"/>
                    <a:pt x="652" y="1007"/>
                    <a:pt x="651" y="1011"/>
                  </a:cubicBezTo>
                  <a:cubicBezTo>
                    <a:pt x="650" y="1013"/>
                    <a:pt x="649" y="1018"/>
                    <a:pt x="648" y="1021"/>
                  </a:cubicBezTo>
                  <a:cubicBezTo>
                    <a:pt x="648" y="1021"/>
                    <a:pt x="647" y="1021"/>
                    <a:pt x="647" y="1021"/>
                  </a:cubicBezTo>
                  <a:cubicBezTo>
                    <a:pt x="643" y="1022"/>
                    <a:pt x="637" y="1024"/>
                    <a:pt x="634" y="1026"/>
                  </a:cubicBezTo>
                  <a:cubicBezTo>
                    <a:pt x="631" y="1028"/>
                    <a:pt x="627" y="1035"/>
                    <a:pt x="624" y="1038"/>
                  </a:cubicBezTo>
                  <a:cubicBezTo>
                    <a:pt x="622" y="1039"/>
                    <a:pt x="619" y="1043"/>
                    <a:pt x="617" y="1043"/>
                  </a:cubicBezTo>
                  <a:cubicBezTo>
                    <a:pt x="615" y="1044"/>
                    <a:pt x="611" y="1042"/>
                    <a:pt x="609" y="1041"/>
                  </a:cubicBezTo>
                  <a:cubicBezTo>
                    <a:pt x="606" y="1039"/>
                    <a:pt x="602" y="1034"/>
                    <a:pt x="600" y="1032"/>
                  </a:cubicBezTo>
                  <a:cubicBezTo>
                    <a:pt x="598" y="1030"/>
                    <a:pt x="594" y="1026"/>
                    <a:pt x="592" y="1023"/>
                  </a:cubicBezTo>
                  <a:cubicBezTo>
                    <a:pt x="591" y="1020"/>
                    <a:pt x="588" y="1014"/>
                    <a:pt x="587" y="1011"/>
                  </a:cubicBezTo>
                  <a:cubicBezTo>
                    <a:pt x="586" y="1008"/>
                    <a:pt x="584" y="1002"/>
                    <a:pt x="583" y="999"/>
                  </a:cubicBezTo>
                  <a:cubicBezTo>
                    <a:pt x="582" y="997"/>
                    <a:pt x="579" y="992"/>
                    <a:pt x="578" y="989"/>
                  </a:cubicBezTo>
                  <a:cubicBezTo>
                    <a:pt x="576" y="986"/>
                    <a:pt x="572" y="979"/>
                    <a:pt x="571" y="976"/>
                  </a:cubicBezTo>
                  <a:cubicBezTo>
                    <a:pt x="569" y="972"/>
                    <a:pt x="565" y="964"/>
                    <a:pt x="564" y="960"/>
                  </a:cubicBezTo>
                  <a:cubicBezTo>
                    <a:pt x="562" y="956"/>
                    <a:pt x="560" y="946"/>
                    <a:pt x="559" y="942"/>
                  </a:cubicBezTo>
                  <a:cubicBezTo>
                    <a:pt x="558" y="939"/>
                    <a:pt x="556" y="932"/>
                    <a:pt x="554" y="929"/>
                  </a:cubicBezTo>
                  <a:cubicBezTo>
                    <a:pt x="550" y="923"/>
                    <a:pt x="540" y="911"/>
                    <a:pt x="536" y="906"/>
                  </a:cubicBezTo>
                  <a:cubicBezTo>
                    <a:pt x="532" y="901"/>
                    <a:pt x="525" y="893"/>
                    <a:pt x="521" y="889"/>
                  </a:cubicBezTo>
                  <a:cubicBezTo>
                    <a:pt x="519" y="887"/>
                    <a:pt x="514" y="882"/>
                    <a:pt x="511" y="881"/>
                  </a:cubicBezTo>
                  <a:cubicBezTo>
                    <a:pt x="508" y="879"/>
                    <a:pt x="500" y="877"/>
                    <a:pt x="496" y="876"/>
                  </a:cubicBezTo>
                  <a:cubicBezTo>
                    <a:pt x="492" y="876"/>
                    <a:pt x="484" y="877"/>
                    <a:pt x="480" y="877"/>
                  </a:cubicBezTo>
                  <a:cubicBezTo>
                    <a:pt x="476" y="876"/>
                    <a:pt x="467" y="876"/>
                    <a:pt x="463" y="876"/>
                  </a:cubicBezTo>
                  <a:cubicBezTo>
                    <a:pt x="461" y="875"/>
                    <a:pt x="457" y="875"/>
                    <a:pt x="455" y="874"/>
                  </a:cubicBezTo>
                  <a:cubicBezTo>
                    <a:pt x="451" y="872"/>
                    <a:pt x="443" y="867"/>
                    <a:pt x="439" y="864"/>
                  </a:cubicBezTo>
                  <a:cubicBezTo>
                    <a:pt x="435" y="861"/>
                    <a:pt x="428" y="855"/>
                    <a:pt x="426" y="851"/>
                  </a:cubicBezTo>
                  <a:cubicBezTo>
                    <a:pt x="423" y="848"/>
                    <a:pt x="421" y="842"/>
                    <a:pt x="419" y="839"/>
                  </a:cubicBezTo>
                  <a:cubicBezTo>
                    <a:pt x="418" y="834"/>
                    <a:pt x="417" y="824"/>
                    <a:pt x="415" y="819"/>
                  </a:cubicBezTo>
                  <a:cubicBezTo>
                    <a:pt x="413" y="814"/>
                    <a:pt x="407" y="805"/>
                    <a:pt x="405" y="801"/>
                  </a:cubicBezTo>
                  <a:cubicBezTo>
                    <a:pt x="403" y="796"/>
                    <a:pt x="401" y="786"/>
                    <a:pt x="398" y="782"/>
                  </a:cubicBezTo>
                  <a:cubicBezTo>
                    <a:pt x="395" y="778"/>
                    <a:pt x="387" y="772"/>
                    <a:pt x="383" y="769"/>
                  </a:cubicBezTo>
                  <a:cubicBezTo>
                    <a:pt x="381" y="767"/>
                    <a:pt x="374" y="764"/>
                    <a:pt x="372" y="761"/>
                  </a:cubicBezTo>
                  <a:cubicBezTo>
                    <a:pt x="371" y="759"/>
                    <a:pt x="372" y="754"/>
                    <a:pt x="371" y="752"/>
                  </a:cubicBezTo>
                  <a:cubicBezTo>
                    <a:pt x="370" y="749"/>
                    <a:pt x="368" y="743"/>
                    <a:pt x="367" y="740"/>
                  </a:cubicBezTo>
                  <a:cubicBezTo>
                    <a:pt x="366" y="737"/>
                    <a:pt x="362" y="732"/>
                    <a:pt x="361" y="730"/>
                  </a:cubicBezTo>
                  <a:cubicBezTo>
                    <a:pt x="361" y="728"/>
                    <a:pt x="362" y="723"/>
                    <a:pt x="362" y="721"/>
                  </a:cubicBezTo>
                  <a:cubicBezTo>
                    <a:pt x="361" y="719"/>
                    <a:pt x="358" y="715"/>
                    <a:pt x="356" y="713"/>
                  </a:cubicBezTo>
                  <a:cubicBezTo>
                    <a:pt x="354" y="710"/>
                    <a:pt x="348" y="705"/>
                    <a:pt x="345" y="702"/>
                  </a:cubicBezTo>
                  <a:cubicBezTo>
                    <a:pt x="341" y="699"/>
                    <a:pt x="333" y="693"/>
                    <a:pt x="329" y="690"/>
                  </a:cubicBezTo>
                  <a:cubicBezTo>
                    <a:pt x="325" y="687"/>
                    <a:pt x="319" y="682"/>
                    <a:pt x="316" y="680"/>
                  </a:cubicBezTo>
                  <a:cubicBezTo>
                    <a:pt x="312" y="677"/>
                    <a:pt x="306" y="672"/>
                    <a:pt x="302" y="670"/>
                  </a:cubicBezTo>
                  <a:cubicBezTo>
                    <a:pt x="299" y="668"/>
                    <a:pt x="292" y="666"/>
                    <a:pt x="288" y="666"/>
                  </a:cubicBezTo>
                  <a:cubicBezTo>
                    <a:pt x="286" y="666"/>
                    <a:pt x="281" y="667"/>
                    <a:pt x="279" y="668"/>
                  </a:cubicBezTo>
                  <a:cubicBezTo>
                    <a:pt x="276" y="669"/>
                    <a:pt x="272" y="673"/>
                    <a:pt x="269" y="674"/>
                  </a:cubicBezTo>
                  <a:cubicBezTo>
                    <a:pt x="267" y="675"/>
                    <a:pt x="262" y="677"/>
                    <a:pt x="260" y="676"/>
                  </a:cubicBezTo>
                  <a:cubicBezTo>
                    <a:pt x="256" y="676"/>
                    <a:pt x="251" y="672"/>
                    <a:pt x="248" y="669"/>
                  </a:cubicBezTo>
                  <a:cubicBezTo>
                    <a:pt x="246" y="667"/>
                    <a:pt x="244" y="662"/>
                    <a:pt x="242" y="660"/>
                  </a:cubicBezTo>
                  <a:cubicBezTo>
                    <a:pt x="239" y="656"/>
                    <a:pt x="231" y="651"/>
                    <a:pt x="227" y="649"/>
                  </a:cubicBezTo>
                  <a:cubicBezTo>
                    <a:pt x="223" y="646"/>
                    <a:pt x="214" y="643"/>
                    <a:pt x="211" y="640"/>
                  </a:cubicBezTo>
                  <a:cubicBezTo>
                    <a:pt x="207" y="637"/>
                    <a:pt x="202" y="630"/>
                    <a:pt x="199" y="627"/>
                  </a:cubicBezTo>
                  <a:cubicBezTo>
                    <a:pt x="197" y="625"/>
                    <a:pt x="193" y="620"/>
                    <a:pt x="191" y="617"/>
                  </a:cubicBezTo>
                  <a:cubicBezTo>
                    <a:pt x="188" y="614"/>
                    <a:pt x="185" y="607"/>
                    <a:pt x="182" y="604"/>
                  </a:cubicBezTo>
                  <a:cubicBezTo>
                    <a:pt x="180" y="603"/>
                    <a:pt x="177" y="600"/>
                    <a:pt x="176" y="600"/>
                  </a:cubicBezTo>
                  <a:cubicBezTo>
                    <a:pt x="174" y="599"/>
                    <a:pt x="169" y="600"/>
                    <a:pt x="168" y="599"/>
                  </a:cubicBezTo>
                  <a:cubicBezTo>
                    <a:pt x="166" y="598"/>
                    <a:pt x="163" y="594"/>
                    <a:pt x="162" y="593"/>
                  </a:cubicBezTo>
                  <a:cubicBezTo>
                    <a:pt x="160" y="590"/>
                    <a:pt x="157" y="583"/>
                    <a:pt x="155" y="579"/>
                  </a:cubicBezTo>
                  <a:cubicBezTo>
                    <a:pt x="153" y="575"/>
                    <a:pt x="151" y="566"/>
                    <a:pt x="149" y="561"/>
                  </a:cubicBezTo>
                  <a:cubicBezTo>
                    <a:pt x="148" y="558"/>
                    <a:pt x="145" y="551"/>
                    <a:pt x="144" y="548"/>
                  </a:cubicBezTo>
                  <a:cubicBezTo>
                    <a:pt x="143" y="544"/>
                    <a:pt x="140" y="537"/>
                    <a:pt x="139" y="534"/>
                  </a:cubicBezTo>
                  <a:cubicBezTo>
                    <a:pt x="139" y="532"/>
                    <a:pt x="139" y="528"/>
                    <a:pt x="139" y="526"/>
                  </a:cubicBezTo>
                  <a:cubicBezTo>
                    <a:pt x="140" y="522"/>
                    <a:pt x="141" y="516"/>
                    <a:pt x="140" y="513"/>
                  </a:cubicBezTo>
                  <a:cubicBezTo>
                    <a:pt x="140" y="510"/>
                    <a:pt x="140" y="503"/>
                    <a:pt x="139" y="501"/>
                  </a:cubicBezTo>
                  <a:cubicBezTo>
                    <a:pt x="136" y="497"/>
                    <a:pt x="128" y="494"/>
                    <a:pt x="125" y="491"/>
                  </a:cubicBezTo>
                  <a:cubicBezTo>
                    <a:pt x="121" y="487"/>
                    <a:pt x="113" y="480"/>
                    <a:pt x="109" y="475"/>
                  </a:cubicBezTo>
                  <a:cubicBezTo>
                    <a:pt x="106" y="471"/>
                    <a:pt x="102" y="462"/>
                    <a:pt x="99" y="457"/>
                  </a:cubicBezTo>
                  <a:cubicBezTo>
                    <a:pt x="97" y="453"/>
                    <a:pt x="92" y="444"/>
                    <a:pt x="90" y="439"/>
                  </a:cubicBezTo>
                  <a:cubicBezTo>
                    <a:pt x="87" y="434"/>
                    <a:pt x="82" y="424"/>
                    <a:pt x="80" y="419"/>
                  </a:cubicBezTo>
                  <a:cubicBezTo>
                    <a:pt x="78" y="414"/>
                    <a:pt x="74" y="404"/>
                    <a:pt x="72" y="399"/>
                  </a:cubicBezTo>
                  <a:cubicBezTo>
                    <a:pt x="71" y="395"/>
                    <a:pt x="69" y="387"/>
                    <a:pt x="68" y="382"/>
                  </a:cubicBezTo>
                  <a:cubicBezTo>
                    <a:pt x="67" y="377"/>
                    <a:pt x="66" y="367"/>
                    <a:pt x="64" y="362"/>
                  </a:cubicBezTo>
                  <a:cubicBezTo>
                    <a:pt x="64" y="360"/>
                    <a:pt x="63" y="355"/>
                    <a:pt x="62" y="353"/>
                  </a:cubicBezTo>
                  <a:cubicBezTo>
                    <a:pt x="60" y="351"/>
                    <a:pt x="57" y="346"/>
                    <a:pt x="55" y="344"/>
                  </a:cubicBezTo>
                  <a:cubicBezTo>
                    <a:pt x="52" y="340"/>
                    <a:pt x="44" y="335"/>
                    <a:pt x="40" y="333"/>
                  </a:cubicBezTo>
                  <a:cubicBezTo>
                    <a:pt x="36" y="330"/>
                    <a:pt x="26" y="325"/>
                    <a:pt x="21" y="322"/>
                  </a:cubicBezTo>
                  <a:cubicBezTo>
                    <a:pt x="18" y="320"/>
                    <a:pt x="11" y="317"/>
                    <a:pt x="9" y="315"/>
                  </a:cubicBezTo>
                  <a:cubicBezTo>
                    <a:pt x="6" y="312"/>
                    <a:pt x="2" y="306"/>
                    <a:pt x="1" y="302"/>
                  </a:cubicBezTo>
                  <a:cubicBezTo>
                    <a:pt x="0" y="299"/>
                    <a:pt x="1" y="291"/>
                    <a:pt x="3" y="287"/>
                  </a:cubicBezTo>
                  <a:cubicBezTo>
                    <a:pt x="5" y="283"/>
                    <a:pt x="11" y="275"/>
                    <a:pt x="15" y="271"/>
                  </a:cubicBezTo>
                  <a:cubicBezTo>
                    <a:pt x="20" y="265"/>
                    <a:pt x="32" y="256"/>
                    <a:pt x="37" y="250"/>
                  </a:cubicBezTo>
                  <a:cubicBezTo>
                    <a:pt x="42" y="246"/>
                    <a:pt x="50" y="236"/>
                    <a:pt x="54" y="231"/>
                  </a:cubicBezTo>
                  <a:cubicBezTo>
                    <a:pt x="57" y="227"/>
                    <a:pt x="63" y="218"/>
                    <a:pt x="65" y="214"/>
                  </a:cubicBezTo>
                  <a:cubicBezTo>
                    <a:pt x="68" y="210"/>
                    <a:pt x="73" y="201"/>
                    <a:pt x="76" y="197"/>
                  </a:cubicBezTo>
                  <a:cubicBezTo>
                    <a:pt x="78" y="193"/>
                    <a:pt x="83" y="186"/>
                    <a:pt x="85" y="182"/>
                  </a:cubicBezTo>
                  <a:cubicBezTo>
                    <a:pt x="87" y="178"/>
                    <a:pt x="90" y="169"/>
                    <a:pt x="90" y="164"/>
                  </a:cubicBezTo>
                  <a:cubicBezTo>
                    <a:pt x="91" y="163"/>
                    <a:pt x="91" y="160"/>
                    <a:pt x="90" y="158"/>
                  </a:cubicBezTo>
                  <a:cubicBezTo>
                    <a:pt x="93" y="157"/>
                    <a:pt x="96" y="157"/>
                    <a:pt x="98" y="157"/>
                  </a:cubicBezTo>
                  <a:cubicBezTo>
                    <a:pt x="100" y="157"/>
                    <a:pt x="104" y="157"/>
                    <a:pt x="106" y="158"/>
                  </a:cubicBezTo>
                  <a:cubicBezTo>
                    <a:pt x="109" y="158"/>
                    <a:pt x="112" y="162"/>
                    <a:pt x="115" y="162"/>
                  </a:cubicBezTo>
                  <a:cubicBezTo>
                    <a:pt x="117" y="162"/>
                    <a:pt x="121" y="160"/>
                    <a:pt x="123" y="158"/>
                  </a:cubicBezTo>
                  <a:cubicBezTo>
                    <a:pt x="126" y="156"/>
                    <a:pt x="130" y="151"/>
                    <a:pt x="132" y="148"/>
                  </a:cubicBezTo>
                  <a:cubicBezTo>
                    <a:pt x="134" y="147"/>
                    <a:pt x="137" y="144"/>
                    <a:pt x="138" y="144"/>
                  </a:cubicBezTo>
                  <a:cubicBezTo>
                    <a:pt x="140" y="143"/>
                    <a:pt x="142" y="144"/>
                    <a:pt x="144" y="144"/>
                  </a:cubicBezTo>
                  <a:cubicBezTo>
                    <a:pt x="146" y="145"/>
                    <a:pt x="149" y="147"/>
                    <a:pt x="150" y="148"/>
                  </a:cubicBezTo>
                  <a:cubicBezTo>
                    <a:pt x="152" y="150"/>
                    <a:pt x="155" y="155"/>
                    <a:pt x="157" y="157"/>
                  </a:cubicBezTo>
                  <a:cubicBezTo>
                    <a:pt x="158" y="159"/>
                    <a:pt x="159" y="163"/>
                    <a:pt x="160" y="165"/>
                  </a:cubicBezTo>
                  <a:cubicBezTo>
                    <a:pt x="162" y="166"/>
                    <a:pt x="166" y="167"/>
                    <a:pt x="167" y="166"/>
                  </a:cubicBezTo>
                  <a:cubicBezTo>
                    <a:pt x="169" y="166"/>
                    <a:pt x="170" y="162"/>
                    <a:pt x="171" y="161"/>
                  </a:cubicBezTo>
                  <a:cubicBezTo>
                    <a:pt x="172" y="159"/>
                    <a:pt x="172" y="154"/>
                    <a:pt x="173" y="153"/>
                  </a:cubicBezTo>
                  <a:cubicBezTo>
                    <a:pt x="175" y="151"/>
                    <a:pt x="180" y="150"/>
                    <a:pt x="182" y="149"/>
                  </a:cubicBezTo>
                  <a:cubicBezTo>
                    <a:pt x="185" y="148"/>
                    <a:pt x="193" y="145"/>
                    <a:pt x="196" y="144"/>
                  </a:cubicBezTo>
                  <a:cubicBezTo>
                    <a:pt x="200" y="142"/>
                    <a:pt x="208" y="139"/>
                    <a:pt x="213" y="138"/>
                  </a:cubicBezTo>
                  <a:cubicBezTo>
                    <a:pt x="217" y="136"/>
                    <a:pt x="224" y="132"/>
                    <a:pt x="229" y="132"/>
                  </a:cubicBezTo>
                  <a:cubicBezTo>
                    <a:pt x="231" y="131"/>
                    <a:pt x="236" y="132"/>
                    <a:pt x="239" y="132"/>
                  </a:cubicBezTo>
                  <a:cubicBezTo>
                    <a:pt x="241" y="133"/>
                    <a:pt x="245" y="134"/>
                    <a:pt x="247" y="135"/>
                  </a:cubicBezTo>
                  <a:cubicBezTo>
                    <a:pt x="249" y="136"/>
                    <a:pt x="253" y="140"/>
                    <a:pt x="255" y="141"/>
                  </a:cubicBezTo>
                  <a:cubicBezTo>
                    <a:pt x="257" y="142"/>
                    <a:pt x="261" y="141"/>
                    <a:pt x="263" y="141"/>
                  </a:cubicBezTo>
                  <a:cubicBezTo>
                    <a:pt x="266" y="141"/>
                    <a:pt x="272" y="138"/>
                    <a:pt x="274" y="138"/>
                  </a:cubicBezTo>
                  <a:cubicBezTo>
                    <a:pt x="277" y="138"/>
                    <a:pt x="284" y="139"/>
                    <a:pt x="287" y="139"/>
                  </a:cubicBezTo>
                  <a:cubicBezTo>
                    <a:pt x="288" y="140"/>
                    <a:pt x="292" y="142"/>
                    <a:pt x="294" y="142"/>
                  </a:cubicBezTo>
                  <a:cubicBezTo>
                    <a:pt x="297" y="142"/>
                    <a:pt x="301" y="140"/>
                    <a:pt x="304" y="139"/>
                  </a:cubicBezTo>
                  <a:cubicBezTo>
                    <a:pt x="306" y="139"/>
                    <a:pt x="310" y="138"/>
                    <a:pt x="311" y="139"/>
                  </a:cubicBezTo>
                  <a:cubicBezTo>
                    <a:pt x="314" y="140"/>
                    <a:pt x="317" y="145"/>
                    <a:pt x="319" y="146"/>
                  </a:cubicBezTo>
                  <a:cubicBezTo>
                    <a:pt x="321" y="147"/>
                    <a:pt x="325" y="147"/>
                    <a:pt x="327" y="146"/>
                  </a:cubicBezTo>
                  <a:cubicBezTo>
                    <a:pt x="328" y="146"/>
                    <a:pt x="331" y="143"/>
                    <a:pt x="332" y="142"/>
                  </a:cubicBezTo>
                  <a:cubicBezTo>
                    <a:pt x="334" y="141"/>
                    <a:pt x="337" y="137"/>
                    <a:pt x="338" y="135"/>
                  </a:cubicBezTo>
                  <a:cubicBezTo>
                    <a:pt x="339" y="133"/>
                    <a:pt x="341" y="129"/>
                    <a:pt x="341" y="126"/>
                  </a:cubicBezTo>
                  <a:cubicBezTo>
                    <a:pt x="341" y="124"/>
                    <a:pt x="338" y="119"/>
                    <a:pt x="337" y="116"/>
                  </a:cubicBezTo>
                  <a:cubicBezTo>
                    <a:pt x="336" y="114"/>
                    <a:pt x="334" y="110"/>
                    <a:pt x="334" y="108"/>
                  </a:cubicBezTo>
                  <a:cubicBezTo>
                    <a:pt x="334" y="106"/>
                    <a:pt x="335" y="103"/>
                    <a:pt x="336" y="101"/>
                  </a:cubicBezTo>
                  <a:cubicBezTo>
                    <a:pt x="337" y="100"/>
                    <a:pt x="340" y="99"/>
                    <a:pt x="342" y="98"/>
                  </a:cubicBezTo>
                  <a:cubicBezTo>
                    <a:pt x="345" y="97"/>
                    <a:pt x="351" y="97"/>
                    <a:pt x="354" y="96"/>
                  </a:cubicBezTo>
                  <a:cubicBezTo>
                    <a:pt x="357" y="95"/>
                    <a:pt x="364" y="91"/>
                    <a:pt x="367" y="88"/>
                  </a:cubicBezTo>
                  <a:cubicBezTo>
                    <a:pt x="371" y="85"/>
                    <a:pt x="379" y="78"/>
                    <a:pt x="383" y="74"/>
                  </a:cubicBezTo>
                  <a:cubicBezTo>
                    <a:pt x="387" y="71"/>
                    <a:pt x="393" y="64"/>
                    <a:pt x="397" y="62"/>
                  </a:cubicBezTo>
                  <a:cubicBezTo>
                    <a:pt x="400" y="59"/>
                    <a:pt x="407" y="56"/>
                    <a:pt x="410" y="55"/>
                  </a:cubicBezTo>
                  <a:cubicBezTo>
                    <a:pt x="413" y="54"/>
                    <a:pt x="419" y="53"/>
                    <a:pt x="422" y="52"/>
                  </a:cubicBezTo>
                  <a:cubicBezTo>
                    <a:pt x="426" y="52"/>
                    <a:pt x="435" y="52"/>
                    <a:pt x="440" y="52"/>
                  </a:cubicBezTo>
                  <a:cubicBezTo>
                    <a:pt x="444" y="53"/>
                    <a:pt x="453" y="57"/>
                    <a:pt x="457" y="60"/>
                  </a:cubicBezTo>
                  <a:cubicBezTo>
                    <a:pt x="460" y="62"/>
                    <a:pt x="465" y="68"/>
                    <a:pt x="467" y="71"/>
                  </a:cubicBezTo>
                  <a:cubicBezTo>
                    <a:pt x="470" y="73"/>
                    <a:pt x="473" y="78"/>
                    <a:pt x="476" y="80"/>
                  </a:cubicBezTo>
                  <a:cubicBezTo>
                    <a:pt x="477" y="82"/>
                    <a:pt x="480" y="84"/>
                    <a:pt x="482" y="85"/>
                  </a:cubicBezTo>
                  <a:cubicBezTo>
                    <a:pt x="484" y="86"/>
                    <a:pt x="489" y="87"/>
                    <a:pt x="492" y="86"/>
                  </a:cubicBezTo>
                  <a:cubicBezTo>
                    <a:pt x="493" y="86"/>
                    <a:pt x="496" y="85"/>
                    <a:pt x="497" y="83"/>
                  </a:cubicBezTo>
                  <a:cubicBezTo>
                    <a:pt x="499" y="81"/>
                    <a:pt x="499" y="76"/>
                    <a:pt x="498" y="74"/>
                  </a:cubicBezTo>
                  <a:cubicBezTo>
                    <a:pt x="498" y="72"/>
                    <a:pt x="494" y="68"/>
                    <a:pt x="494" y="66"/>
                  </a:cubicBezTo>
                  <a:cubicBezTo>
                    <a:pt x="493" y="64"/>
                    <a:pt x="493" y="59"/>
                    <a:pt x="494" y="57"/>
                  </a:cubicBezTo>
                  <a:cubicBezTo>
                    <a:pt x="494" y="56"/>
                    <a:pt x="496" y="53"/>
                    <a:pt x="497" y="52"/>
                  </a:cubicBezTo>
                  <a:cubicBezTo>
                    <a:pt x="499" y="51"/>
                    <a:pt x="502" y="50"/>
                    <a:pt x="503" y="48"/>
                  </a:cubicBezTo>
                  <a:cubicBezTo>
                    <a:pt x="504" y="47"/>
                    <a:pt x="502" y="43"/>
                    <a:pt x="503" y="41"/>
                  </a:cubicBezTo>
                  <a:cubicBezTo>
                    <a:pt x="504" y="39"/>
                    <a:pt x="509" y="38"/>
                    <a:pt x="511" y="37"/>
                  </a:cubicBezTo>
                  <a:cubicBezTo>
                    <a:pt x="513" y="36"/>
                    <a:pt x="518" y="35"/>
                    <a:pt x="520" y="33"/>
                  </a:cubicBezTo>
                  <a:cubicBezTo>
                    <a:pt x="522" y="32"/>
                    <a:pt x="523" y="28"/>
                    <a:pt x="523" y="26"/>
                  </a:cubicBezTo>
                  <a:cubicBezTo>
                    <a:pt x="524" y="25"/>
                    <a:pt x="525" y="21"/>
                    <a:pt x="526" y="19"/>
                  </a:cubicBezTo>
                  <a:cubicBezTo>
                    <a:pt x="526" y="17"/>
                    <a:pt x="525" y="13"/>
                    <a:pt x="526" y="11"/>
                  </a:cubicBezTo>
                  <a:cubicBezTo>
                    <a:pt x="526" y="9"/>
                    <a:pt x="530" y="6"/>
                    <a:pt x="531" y="5"/>
                  </a:cubicBezTo>
                  <a:cubicBezTo>
                    <a:pt x="532" y="4"/>
                    <a:pt x="533" y="3"/>
                    <a:pt x="534" y="2"/>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5"/>
            <p:cNvSpPr>
              <a:spLocks/>
            </p:cNvSpPr>
            <p:nvPr/>
          </p:nvSpPr>
          <p:spPr bwMode="auto">
            <a:xfrm>
              <a:off x="1652588" y="1820863"/>
              <a:ext cx="1006475" cy="746125"/>
            </a:xfrm>
            <a:custGeom>
              <a:avLst/>
              <a:gdLst/>
              <a:ahLst/>
              <a:cxnLst>
                <a:cxn ang="0">
                  <a:pos x="670" y="354"/>
                </a:cxn>
                <a:cxn ang="0">
                  <a:pos x="647" y="376"/>
                </a:cxn>
                <a:cxn ang="0">
                  <a:pos x="638" y="401"/>
                </a:cxn>
                <a:cxn ang="0">
                  <a:pos x="626" y="420"/>
                </a:cxn>
                <a:cxn ang="0">
                  <a:pos x="584" y="387"/>
                </a:cxn>
                <a:cxn ang="0">
                  <a:pos x="527" y="409"/>
                </a:cxn>
                <a:cxn ang="0">
                  <a:pos x="480" y="436"/>
                </a:cxn>
                <a:cxn ang="0">
                  <a:pos x="482" y="470"/>
                </a:cxn>
                <a:cxn ang="0">
                  <a:pos x="455" y="474"/>
                </a:cxn>
                <a:cxn ang="0">
                  <a:pos x="418" y="473"/>
                </a:cxn>
                <a:cxn ang="0">
                  <a:pos x="383" y="467"/>
                </a:cxn>
                <a:cxn ang="0">
                  <a:pos x="326" y="484"/>
                </a:cxn>
                <a:cxn ang="0">
                  <a:pos x="304" y="500"/>
                </a:cxn>
                <a:cxn ang="0">
                  <a:pos x="282" y="479"/>
                </a:cxn>
                <a:cxn ang="0">
                  <a:pos x="250" y="493"/>
                </a:cxn>
                <a:cxn ang="0">
                  <a:pos x="228" y="473"/>
                </a:cxn>
                <a:cxn ang="0">
                  <a:pos x="205" y="451"/>
                </a:cxn>
                <a:cxn ang="0">
                  <a:pos x="195" y="413"/>
                </a:cxn>
                <a:cxn ang="0">
                  <a:pos x="149" y="386"/>
                </a:cxn>
                <a:cxn ang="0">
                  <a:pos x="97" y="342"/>
                </a:cxn>
                <a:cxn ang="0">
                  <a:pos x="47" y="297"/>
                </a:cxn>
                <a:cxn ang="0">
                  <a:pos x="45" y="234"/>
                </a:cxn>
                <a:cxn ang="0">
                  <a:pos x="6" y="179"/>
                </a:cxn>
                <a:cxn ang="0">
                  <a:pos x="8" y="137"/>
                </a:cxn>
                <a:cxn ang="0">
                  <a:pos x="15" y="102"/>
                </a:cxn>
                <a:cxn ang="0">
                  <a:pos x="46" y="118"/>
                </a:cxn>
                <a:cxn ang="0">
                  <a:pos x="71" y="145"/>
                </a:cxn>
                <a:cxn ang="0">
                  <a:pos x="89" y="212"/>
                </a:cxn>
                <a:cxn ang="0">
                  <a:pos x="117" y="233"/>
                </a:cxn>
                <a:cxn ang="0">
                  <a:pos x="132" y="175"/>
                </a:cxn>
                <a:cxn ang="0">
                  <a:pos x="151" y="132"/>
                </a:cxn>
                <a:cxn ang="0">
                  <a:pos x="186" y="103"/>
                </a:cxn>
                <a:cxn ang="0">
                  <a:pos x="213" y="70"/>
                </a:cxn>
                <a:cxn ang="0">
                  <a:pos x="251" y="46"/>
                </a:cxn>
                <a:cxn ang="0">
                  <a:pos x="309" y="33"/>
                </a:cxn>
                <a:cxn ang="0">
                  <a:pos x="347" y="44"/>
                </a:cxn>
                <a:cxn ang="0">
                  <a:pos x="374" y="11"/>
                </a:cxn>
                <a:cxn ang="0">
                  <a:pos x="423" y="7"/>
                </a:cxn>
                <a:cxn ang="0">
                  <a:pos x="461" y="37"/>
                </a:cxn>
                <a:cxn ang="0">
                  <a:pos x="491" y="53"/>
                </a:cxn>
                <a:cxn ang="0">
                  <a:pos x="540" y="65"/>
                </a:cxn>
                <a:cxn ang="0">
                  <a:pos x="573" y="88"/>
                </a:cxn>
                <a:cxn ang="0">
                  <a:pos x="593" y="94"/>
                </a:cxn>
                <a:cxn ang="0">
                  <a:pos x="629" y="99"/>
                </a:cxn>
                <a:cxn ang="0">
                  <a:pos x="642" y="127"/>
                </a:cxn>
                <a:cxn ang="0">
                  <a:pos x="649" y="169"/>
                </a:cxn>
                <a:cxn ang="0">
                  <a:pos x="654" y="217"/>
                </a:cxn>
                <a:cxn ang="0">
                  <a:pos x="664" y="257"/>
                </a:cxn>
                <a:cxn ang="0">
                  <a:pos x="653" y="293"/>
                </a:cxn>
                <a:cxn ang="0">
                  <a:pos x="661" y="311"/>
                </a:cxn>
              </a:cxnLst>
              <a:rect l="0" t="0" r="r" b="b"/>
              <a:pathLst>
                <a:path w="678" h="502">
                  <a:moveTo>
                    <a:pt x="678" y="337"/>
                  </a:moveTo>
                  <a:cubicBezTo>
                    <a:pt x="677" y="338"/>
                    <a:pt x="676" y="339"/>
                    <a:pt x="675" y="340"/>
                  </a:cubicBezTo>
                  <a:cubicBezTo>
                    <a:pt x="674" y="341"/>
                    <a:pt x="670" y="344"/>
                    <a:pt x="670" y="346"/>
                  </a:cubicBezTo>
                  <a:cubicBezTo>
                    <a:pt x="669" y="348"/>
                    <a:pt x="670" y="352"/>
                    <a:pt x="670" y="354"/>
                  </a:cubicBezTo>
                  <a:cubicBezTo>
                    <a:pt x="669" y="356"/>
                    <a:pt x="668" y="360"/>
                    <a:pt x="667" y="361"/>
                  </a:cubicBezTo>
                  <a:cubicBezTo>
                    <a:pt x="667" y="363"/>
                    <a:pt x="666" y="367"/>
                    <a:pt x="664" y="368"/>
                  </a:cubicBezTo>
                  <a:cubicBezTo>
                    <a:pt x="662" y="370"/>
                    <a:pt x="657" y="371"/>
                    <a:pt x="655" y="372"/>
                  </a:cubicBezTo>
                  <a:cubicBezTo>
                    <a:pt x="653" y="373"/>
                    <a:pt x="648" y="374"/>
                    <a:pt x="647" y="376"/>
                  </a:cubicBezTo>
                  <a:cubicBezTo>
                    <a:pt x="646" y="378"/>
                    <a:pt x="648" y="382"/>
                    <a:pt x="647" y="383"/>
                  </a:cubicBezTo>
                  <a:cubicBezTo>
                    <a:pt x="646" y="385"/>
                    <a:pt x="643" y="386"/>
                    <a:pt x="641" y="387"/>
                  </a:cubicBezTo>
                  <a:cubicBezTo>
                    <a:pt x="640" y="388"/>
                    <a:pt x="638" y="391"/>
                    <a:pt x="638" y="392"/>
                  </a:cubicBezTo>
                  <a:cubicBezTo>
                    <a:pt x="637" y="394"/>
                    <a:pt x="637" y="399"/>
                    <a:pt x="638" y="401"/>
                  </a:cubicBezTo>
                  <a:cubicBezTo>
                    <a:pt x="638" y="403"/>
                    <a:pt x="642" y="407"/>
                    <a:pt x="642" y="409"/>
                  </a:cubicBezTo>
                  <a:cubicBezTo>
                    <a:pt x="643" y="411"/>
                    <a:pt x="643" y="416"/>
                    <a:pt x="641" y="418"/>
                  </a:cubicBezTo>
                  <a:cubicBezTo>
                    <a:pt x="640" y="420"/>
                    <a:pt x="637" y="421"/>
                    <a:pt x="636" y="421"/>
                  </a:cubicBezTo>
                  <a:cubicBezTo>
                    <a:pt x="633" y="422"/>
                    <a:pt x="628" y="421"/>
                    <a:pt x="626" y="420"/>
                  </a:cubicBezTo>
                  <a:cubicBezTo>
                    <a:pt x="624" y="419"/>
                    <a:pt x="621" y="417"/>
                    <a:pt x="620" y="415"/>
                  </a:cubicBezTo>
                  <a:cubicBezTo>
                    <a:pt x="617" y="413"/>
                    <a:pt x="614" y="408"/>
                    <a:pt x="611" y="406"/>
                  </a:cubicBezTo>
                  <a:cubicBezTo>
                    <a:pt x="609" y="403"/>
                    <a:pt x="604" y="397"/>
                    <a:pt x="601" y="395"/>
                  </a:cubicBezTo>
                  <a:cubicBezTo>
                    <a:pt x="597" y="392"/>
                    <a:pt x="588" y="388"/>
                    <a:pt x="584" y="387"/>
                  </a:cubicBezTo>
                  <a:cubicBezTo>
                    <a:pt x="579" y="387"/>
                    <a:pt x="570" y="387"/>
                    <a:pt x="566" y="387"/>
                  </a:cubicBezTo>
                  <a:cubicBezTo>
                    <a:pt x="563" y="388"/>
                    <a:pt x="557" y="389"/>
                    <a:pt x="554" y="390"/>
                  </a:cubicBezTo>
                  <a:cubicBezTo>
                    <a:pt x="551" y="391"/>
                    <a:pt x="544" y="394"/>
                    <a:pt x="541" y="397"/>
                  </a:cubicBezTo>
                  <a:cubicBezTo>
                    <a:pt x="537" y="399"/>
                    <a:pt x="531" y="406"/>
                    <a:pt x="527" y="409"/>
                  </a:cubicBezTo>
                  <a:cubicBezTo>
                    <a:pt x="523" y="413"/>
                    <a:pt x="515" y="420"/>
                    <a:pt x="511" y="423"/>
                  </a:cubicBezTo>
                  <a:cubicBezTo>
                    <a:pt x="508" y="426"/>
                    <a:pt x="501" y="430"/>
                    <a:pt x="498" y="431"/>
                  </a:cubicBezTo>
                  <a:cubicBezTo>
                    <a:pt x="495" y="432"/>
                    <a:pt x="489" y="432"/>
                    <a:pt x="486" y="433"/>
                  </a:cubicBezTo>
                  <a:cubicBezTo>
                    <a:pt x="484" y="434"/>
                    <a:pt x="481" y="435"/>
                    <a:pt x="480" y="436"/>
                  </a:cubicBezTo>
                  <a:cubicBezTo>
                    <a:pt x="479" y="438"/>
                    <a:pt x="478" y="441"/>
                    <a:pt x="478" y="443"/>
                  </a:cubicBezTo>
                  <a:cubicBezTo>
                    <a:pt x="478" y="445"/>
                    <a:pt x="480" y="449"/>
                    <a:pt x="481" y="451"/>
                  </a:cubicBezTo>
                  <a:cubicBezTo>
                    <a:pt x="482" y="454"/>
                    <a:pt x="485" y="459"/>
                    <a:pt x="485" y="461"/>
                  </a:cubicBezTo>
                  <a:cubicBezTo>
                    <a:pt x="485" y="464"/>
                    <a:pt x="483" y="468"/>
                    <a:pt x="482" y="470"/>
                  </a:cubicBezTo>
                  <a:cubicBezTo>
                    <a:pt x="481" y="472"/>
                    <a:pt x="478" y="476"/>
                    <a:pt x="476" y="477"/>
                  </a:cubicBezTo>
                  <a:cubicBezTo>
                    <a:pt x="475" y="478"/>
                    <a:pt x="472" y="481"/>
                    <a:pt x="471" y="481"/>
                  </a:cubicBezTo>
                  <a:cubicBezTo>
                    <a:pt x="469" y="482"/>
                    <a:pt x="465" y="482"/>
                    <a:pt x="463" y="481"/>
                  </a:cubicBezTo>
                  <a:cubicBezTo>
                    <a:pt x="461" y="480"/>
                    <a:pt x="458" y="475"/>
                    <a:pt x="455" y="474"/>
                  </a:cubicBezTo>
                  <a:cubicBezTo>
                    <a:pt x="454" y="473"/>
                    <a:pt x="450" y="474"/>
                    <a:pt x="448" y="474"/>
                  </a:cubicBezTo>
                  <a:cubicBezTo>
                    <a:pt x="445" y="475"/>
                    <a:pt x="441" y="477"/>
                    <a:pt x="438" y="477"/>
                  </a:cubicBezTo>
                  <a:cubicBezTo>
                    <a:pt x="436" y="477"/>
                    <a:pt x="432" y="475"/>
                    <a:pt x="431" y="474"/>
                  </a:cubicBezTo>
                  <a:cubicBezTo>
                    <a:pt x="428" y="474"/>
                    <a:pt x="421" y="473"/>
                    <a:pt x="418" y="473"/>
                  </a:cubicBezTo>
                  <a:cubicBezTo>
                    <a:pt x="416" y="473"/>
                    <a:pt x="410" y="476"/>
                    <a:pt x="407" y="476"/>
                  </a:cubicBezTo>
                  <a:cubicBezTo>
                    <a:pt x="405" y="476"/>
                    <a:pt x="401" y="477"/>
                    <a:pt x="399" y="476"/>
                  </a:cubicBezTo>
                  <a:cubicBezTo>
                    <a:pt x="397" y="475"/>
                    <a:pt x="393" y="471"/>
                    <a:pt x="391" y="470"/>
                  </a:cubicBezTo>
                  <a:cubicBezTo>
                    <a:pt x="389" y="469"/>
                    <a:pt x="385" y="468"/>
                    <a:pt x="383" y="467"/>
                  </a:cubicBezTo>
                  <a:cubicBezTo>
                    <a:pt x="380" y="467"/>
                    <a:pt x="375" y="466"/>
                    <a:pt x="373" y="467"/>
                  </a:cubicBezTo>
                  <a:cubicBezTo>
                    <a:pt x="368" y="467"/>
                    <a:pt x="361" y="471"/>
                    <a:pt x="357" y="473"/>
                  </a:cubicBezTo>
                  <a:cubicBezTo>
                    <a:pt x="352" y="474"/>
                    <a:pt x="344" y="477"/>
                    <a:pt x="340" y="479"/>
                  </a:cubicBezTo>
                  <a:cubicBezTo>
                    <a:pt x="337" y="480"/>
                    <a:pt x="329" y="483"/>
                    <a:pt x="326" y="484"/>
                  </a:cubicBezTo>
                  <a:cubicBezTo>
                    <a:pt x="324" y="485"/>
                    <a:pt x="319" y="486"/>
                    <a:pt x="317" y="488"/>
                  </a:cubicBezTo>
                  <a:cubicBezTo>
                    <a:pt x="316" y="489"/>
                    <a:pt x="316" y="494"/>
                    <a:pt x="315" y="496"/>
                  </a:cubicBezTo>
                  <a:cubicBezTo>
                    <a:pt x="314" y="497"/>
                    <a:pt x="313" y="501"/>
                    <a:pt x="311" y="501"/>
                  </a:cubicBezTo>
                  <a:cubicBezTo>
                    <a:pt x="310" y="502"/>
                    <a:pt x="306" y="501"/>
                    <a:pt x="304" y="500"/>
                  </a:cubicBezTo>
                  <a:cubicBezTo>
                    <a:pt x="303" y="498"/>
                    <a:pt x="302" y="494"/>
                    <a:pt x="301" y="492"/>
                  </a:cubicBezTo>
                  <a:cubicBezTo>
                    <a:pt x="299" y="490"/>
                    <a:pt x="296" y="485"/>
                    <a:pt x="294" y="483"/>
                  </a:cubicBezTo>
                  <a:cubicBezTo>
                    <a:pt x="293" y="482"/>
                    <a:pt x="290" y="480"/>
                    <a:pt x="288" y="479"/>
                  </a:cubicBezTo>
                  <a:cubicBezTo>
                    <a:pt x="286" y="479"/>
                    <a:pt x="284" y="478"/>
                    <a:pt x="282" y="479"/>
                  </a:cubicBezTo>
                  <a:cubicBezTo>
                    <a:pt x="281" y="479"/>
                    <a:pt x="278" y="482"/>
                    <a:pt x="276" y="483"/>
                  </a:cubicBezTo>
                  <a:cubicBezTo>
                    <a:pt x="274" y="486"/>
                    <a:pt x="270" y="491"/>
                    <a:pt x="267" y="493"/>
                  </a:cubicBezTo>
                  <a:cubicBezTo>
                    <a:pt x="265" y="495"/>
                    <a:pt x="261" y="497"/>
                    <a:pt x="259" y="497"/>
                  </a:cubicBezTo>
                  <a:cubicBezTo>
                    <a:pt x="256" y="497"/>
                    <a:pt x="253" y="493"/>
                    <a:pt x="250" y="493"/>
                  </a:cubicBezTo>
                  <a:cubicBezTo>
                    <a:pt x="248" y="492"/>
                    <a:pt x="244" y="492"/>
                    <a:pt x="242" y="492"/>
                  </a:cubicBezTo>
                  <a:cubicBezTo>
                    <a:pt x="240" y="492"/>
                    <a:pt x="237" y="492"/>
                    <a:pt x="234" y="493"/>
                  </a:cubicBezTo>
                  <a:cubicBezTo>
                    <a:pt x="234" y="489"/>
                    <a:pt x="233" y="484"/>
                    <a:pt x="233" y="482"/>
                  </a:cubicBezTo>
                  <a:cubicBezTo>
                    <a:pt x="232" y="479"/>
                    <a:pt x="230" y="475"/>
                    <a:pt x="228" y="473"/>
                  </a:cubicBezTo>
                  <a:cubicBezTo>
                    <a:pt x="226" y="471"/>
                    <a:pt x="220" y="470"/>
                    <a:pt x="218" y="468"/>
                  </a:cubicBezTo>
                  <a:cubicBezTo>
                    <a:pt x="217" y="467"/>
                    <a:pt x="215" y="464"/>
                    <a:pt x="214" y="462"/>
                  </a:cubicBezTo>
                  <a:cubicBezTo>
                    <a:pt x="214" y="461"/>
                    <a:pt x="212" y="459"/>
                    <a:pt x="211" y="458"/>
                  </a:cubicBezTo>
                  <a:cubicBezTo>
                    <a:pt x="209" y="456"/>
                    <a:pt x="206" y="453"/>
                    <a:pt x="205" y="451"/>
                  </a:cubicBezTo>
                  <a:cubicBezTo>
                    <a:pt x="204" y="449"/>
                    <a:pt x="202" y="444"/>
                    <a:pt x="202" y="442"/>
                  </a:cubicBezTo>
                  <a:cubicBezTo>
                    <a:pt x="202" y="438"/>
                    <a:pt x="205" y="432"/>
                    <a:pt x="205" y="429"/>
                  </a:cubicBezTo>
                  <a:cubicBezTo>
                    <a:pt x="205" y="426"/>
                    <a:pt x="205" y="420"/>
                    <a:pt x="204" y="418"/>
                  </a:cubicBezTo>
                  <a:cubicBezTo>
                    <a:pt x="202" y="416"/>
                    <a:pt x="197" y="414"/>
                    <a:pt x="195" y="413"/>
                  </a:cubicBezTo>
                  <a:cubicBezTo>
                    <a:pt x="193" y="411"/>
                    <a:pt x="188" y="406"/>
                    <a:pt x="186" y="404"/>
                  </a:cubicBezTo>
                  <a:cubicBezTo>
                    <a:pt x="183" y="402"/>
                    <a:pt x="178" y="396"/>
                    <a:pt x="174" y="394"/>
                  </a:cubicBezTo>
                  <a:cubicBezTo>
                    <a:pt x="171" y="392"/>
                    <a:pt x="165" y="390"/>
                    <a:pt x="162" y="389"/>
                  </a:cubicBezTo>
                  <a:cubicBezTo>
                    <a:pt x="159" y="388"/>
                    <a:pt x="152" y="388"/>
                    <a:pt x="149" y="386"/>
                  </a:cubicBezTo>
                  <a:cubicBezTo>
                    <a:pt x="144" y="385"/>
                    <a:pt x="137" y="379"/>
                    <a:pt x="133" y="376"/>
                  </a:cubicBezTo>
                  <a:cubicBezTo>
                    <a:pt x="129" y="374"/>
                    <a:pt x="120" y="370"/>
                    <a:pt x="117" y="367"/>
                  </a:cubicBezTo>
                  <a:cubicBezTo>
                    <a:pt x="113" y="365"/>
                    <a:pt x="108" y="360"/>
                    <a:pt x="106" y="357"/>
                  </a:cubicBezTo>
                  <a:cubicBezTo>
                    <a:pt x="103" y="353"/>
                    <a:pt x="100" y="345"/>
                    <a:pt x="97" y="342"/>
                  </a:cubicBezTo>
                  <a:cubicBezTo>
                    <a:pt x="95" y="339"/>
                    <a:pt x="90" y="335"/>
                    <a:pt x="87" y="332"/>
                  </a:cubicBezTo>
                  <a:cubicBezTo>
                    <a:pt x="82" y="328"/>
                    <a:pt x="72" y="321"/>
                    <a:pt x="67" y="318"/>
                  </a:cubicBezTo>
                  <a:cubicBezTo>
                    <a:pt x="63" y="315"/>
                    <a:pt x="56" y="310"/>
                    <a:pt x="53" y="307"/>
                  </a:cubicBezTo>
                  <a:cubicBezTo>
                    <a:pt x="51" y="304"/>
                    <a:pt x="48" y="300"/>
                    <a:pt x="47" y="297"/>
                  </a:cubicBezTo>
                  <a:cubicBezTo>
                    <a:pt x="46" y="293"/>
                    <a:pt x="45" y="286"/>
                    <a:pt x="46" y="282"/>
                  </a:cubicBezTo>
                  <a:cubicBezTo>
                    <a:pt x="46" y="278"/>
                    <a:pt x="47" y="271"/>
                    <a:pt x="48" y="267"/>
                  </a:cubicBezTo>
                  <a:cubicBezTo>
                    <a:pt x="48" y="262"/>
                    <a:pt x="48" y="253"/>
                    <a:pt x="47" y="249"/>
                  </a:cubicBezTo>
                  <a:cubicBezTo>
                    <a:pt x="47" y="245"/>
                    <a:pt x="45" y="237"/>
                    <a:pt x="45" y="234"/>
                  </a:cubicBezTo>
                  <a:cubicBezTo>
                    <a:pt x="44" y="230"/>
                    <a:pt x="42" y="222"/>
                    <a:pt x="41" y="218"/>
                  </a:cubicBezTo>
                  <a:cubicBezTo>
                    <a:pt x="39" y="214"/>
                    <a:pt x="34" y="208"/>
                    <a:pt x="31" y="205"/>
                  </a:cubicBezTo>
                  <a:cubicBezTo>
                    <a:pt x="28" y="201"/>
                    <a:pt x="21" y="193"/>
                    <a:pt x="18" y="189"/>
                  </a:cubicBezTo>
                  <a:cubicBezTo>
                    <a:pt x="15" y="186"/>
                    <a:pt x="8" y="182"/>
                    <a:pt x="6" y="179"/>
                  </a:cubicBezTo>
                  <a:cubicBezTo>
                    <a:pt x="4" y="177"/>
                    <a:pt x="1" y="171"/>
                    <a:pt x="1" y="169"/>
                  </a:cubicBezTo>
                  <a:cubicBezTo>
                    <a:pt x="0" y="166"/>
                    <a:pt x="0" y="160"/>
                    <a:pt x="1" y="157"/>
                  </a:cubicBezTo>
                  <a:cubicBezTo>
                    <a:pt x="2" y="154"/>
                    <a:pt x="5" y="148"/>
                    <a:pt x="6" y="145"/>
                  </a:cubicBezTo>
                  <a:cubicBezTo>
                    <a:pt x="7" y="143"/>
                    <a:pt x="9" y="139"/>
                    <a:pt x="8" y="137"/>
                  </a:cubicBezTo>
                  <a:cubicBezTo>
                    <a:pt x="8" y="135"/>
                    <a:pt x="6" y="131"/>
                    <a:pt x="5" y="129"/>
                  </a:cubicBezTo>
                  <a:cubicBezTo>
                    <a:pt x="5" y="127"/>
                    <a:pt x="4" y="123"/>
                    <a:pt x="4" y="121"/>
                  </a:cubicBezTo>
                  <a:cubicBezTo>
                    <a:pt x="4" y="118"/>
                    <a:pt x="5" y="112"/>
                    <a:pt x="7" y="110"/>
                  </a:cubicBezTo>
                  <a:cubicBezTo>
                    <a:pt x="8" y="107"/>
                    <a:pt x="13" y="104"/>
                    <a:pt x="15" y="102"/>
                  </a:cubicBezTo>
                  <a:cubicBezTo>
                    <a:pt x="17" y="101"/>
                    <a:pt x="21" y="100"/>
                    <a:pt x="23" y="100"/>
                  </a:cubicBezTo>
                  <a:cubicBezTo>
                    <a:pt x="25" y="99"/>
                    <a:pt x="31" y="100"/>
                    <a:pt x="33" y="101"/>
                  </a:cubicBezTo>
                  <a:cubicBezTo>
                    <a:pt x="35" y="102"/>
                    <a:pt x="39" y="107"/>
                    <a:pt x="41" y="109"/>
                  </a:cubicBezTo>
                  <a:cubicBezTo>
                    <a:pt x="42" y="111"/>
                    <a:pt x="45" y="116"/>
                    <a:pt x="46" y="118"/>
                  </a:cubicBezTo>
                  <a:cubicBezTo>
                    <a:pt x="48" y="122"/>
                    <a:pt x="49" y="130"/>
                    <a:pt x="51" y="133"/>
                  </a:cubicBezTo>
                  <a:cubicBezTo>
                    <a:pt x="52" y="134"/>
                    <a:pt x="54" y="137"/>
                    <a:pt x="55" y="138"/>
                  </a:cubicBezTo>
                  <a:cubicBezTo>
                    <a:pt x="56" y="139"/>
                    <a:pt x="60" y="142"/>
                    <a:pt x="62" y="143"/>
                  </a:cubicBezTo>
                  <a:cubicBezTo>
                    <a:pt x="64" y="144"/>
                    <a:pt x="69" y="144"/>
                    <a:pt x="71" y="145"/>
                  </a:cubicBezTo>
                  <a:cubicBezTo>
                    <a:pt x="74" y="146"/>
                    <a:pt x="77" y="150"/>
                    <a:pt x="79" y="153"/>
                  </a:cubicBezTo>
                  <a:cubicBezTo>
                    <a:pt x="81" y="156"/>
                    <a:pt x="84" y="163"/>
                    <a:pt x="86" y="167"/>
                  </a:cubicBezTo>
                  <a:cubicBezTo>
                    <a:pt x="87" y="172"/>
                    <a:pt x="87" y="182"/>
                    <a:pt x="88" y="186"/>
                  </a:cubicBezTo>
                  <a:cubicBezTo>
                    <a:pt x="88" y="193"/>
                    <a:pt x="88" y="206"/>
                    <a:pt x="89" y="212"/>
                  </a:cubicBezTo>
                  <a:cubicBezTo>
                    <a:pt x="89" y="216"/>
                    <a:pt x="91" y="222"/>
                    <a:pt x="93" y="226"/>
                  </a:cubicBezTo>
                  <a:cubicBezTo>
                    <a:pt x="94" y="228"/>
                    <a:pt x="96" y="233"/>
                    <a:pt x="98" y="235"/>
                  </a:cubicBezTo>
                  <a:cubicBezTo>
                    <a:pt x="100" y="237"/>
                    <a:pt x="106" y="238"/>
                    <a:pt x="109" y="237"/>
                  </a:cubicBezTo>
                  <a:cubicBezTo>
                    <a:pt x="111" y="237"/>
                    <a:pt x="115" y="235"/>
                    <a:pt x="117" y="233"/>
                  </a:cubicBezTo>
                  <a:cubicBezTo>
                    <a:pt x="119" y="231"/>
                    <a:pt x="122" y="225"/>
                    <a:pt x="124" y="222"/>
                  </a:cubicBezTo>
                  <a:cubicBezTo>
                    <a:pt x="126" y="218"/>
                    <a:pt x="129" y="210"/>
                    <a:pt x="131" y="206"/>
                  </a:cubicBezTo>
                  <a:cubicBezTo>
                    <a:pt x="132" y="202"/>
                    <a:pt x="133" y="194"/>
                    <a:pt x="133" y="191"/>
                  </a:cubicBezTo>
                  <a:cubicBezTo>
                    <a:pt x="133" y="187"/>
                    <a:pt x="131" y="179"/>
                    <a:pt x="132" y="175"/>
                  </a:cubicBezTo>
                  <a:cubicBezTo>
                    <a:pt x="132" y="172"/>
                    <a:pt x="133" y="166"/>
                    <a:pt x="134" y="163"/>
                  </a:cubicBezTo>
                  <a:cubicBezTo>
                    <a:pt x="135" y="159"/>
                    <a:pt x="137" y="152"/>
                    <a:pt x="139" y="148"/>
                  </a:cubicBezTo>
                  <a:cubicBezTo>
                    <a:pt x="141" y="146"/>
                    <a:pt x="145" y="142"/>
                    <a:pt x="147" y="140"/>
                  </a:cubicBezTo>
                  <a:cubicBezTo>
                    <a:pt x="148" y="138"/>
                    <a:pt x="150" y="134"/>
                    <a:pt x="151" y="132"/>
                  </a:cubicBezTo>
                  <a:cubicBezTo>
                    <a:pt x="152" y="130"/>
                    <a:pt x="154" y="123"/>
                    <a:pt x="157" y="121"/>
                  </a:cubicBezTo>
                  <a:cubicBezTo>
                    <a:pt x="159" y="118"/>
                    <a:pt x="164" y="115"/>
                    <a:pt x="167" y="113"/>
                  </a:cubicBezTo>
                  <a:cubicBezTo>
                    <a:pt x="170" y="111"/>
                    <a:pt x="175" y="109"/>
                    <a:pt x="178" y="107"/>
                  </a:cubicBezTo>
                  <a:cubicBezTo>
                    <a:pt x="180" y="106"/>
                    <a:pt x="184" y="104"/>
                    <a:pt x="186" y="103"/>
                  </a:cubicBezTo>
                  <a:cubicBezTo>
                    <a:pt x="188" y="100"/>
                    <a:pt x="191" y="93"/>
                    <a:pt x="193" y="91"/>
                  </a:cubicBezTo>
                  <a:cubicBezTo>
                    <a:pt x="195" y="88"/>
                    <a:pt x="201" y="84"/>
                    <a:pt x="204" y="82"/>
                  </a:cubicBezTo>
                  <a:cubicBezTo>
                    <a:pt x="206" y="81"/>
                    <a:pt x="211" y="80"/>
                    <a:pt x="212" y="78"/>
                  </a:cubicBezTo>
                  <a:cubicBezTo>
                    <a:pt x="213" y="76"/>
                    <a:pt x="213" y="72"/>
                    <a:pt x="213" y="70"/>
                  </a:cubicBezTo>
                  <a:cubicBezTo>
                    <a:pt x="214" y="68"/>
                    <a:pt x="215" y="63"/>
                    <a:pt x="217" y="61"/>
                  </a:cubicBezTo>
                  <a:cubicBezTo>
                    <a:pt x="218" y="59"/>
                    <a:pt x="221" y="56"/>
                    <a:pt x="222" y="55"/>
                  </a:cubicBezTo>
                  <a:cubicBezTo>
                    <a:pt x="225" y="53"/>
                    <a:pt x="232" y="50"/>
                    <a:pt x="235" y="49"/>
                  </a:cubicBezTo>
                  <a:cubicBezTo>
                    <a:pt x="239" y="48"/>
                    <a:pt x="247" y="47"/>
                    <a:pt x="251" y="46"/>
                  </a:cubicBezTo>
                  <a:cubicBezTo>
                    <a:pt x="253" y="45"/>
                    <a:pt x="258" y="43"/>
                    <a:pt x="260" y="42"/>
                  </a:cubicBezTo>
                  <a:cubicBezTo>
                    <a:pt x="263" y="41"/>
                    <a:pt x="269" y="37"/>
                    <a:pt x="272" y="35"/>
                  </a:cubicBezTo>
                  <a:cubicBezTo>
                    <a:pt x="276" y="34"/>
                    <a:pt x="285" y="33"/>
                    <a:pt x="289" y="32"/>
                  </a:cubicBezTo>
                  <a:cubicBezTo>
                    <a:pt x="294" y="32"/>
                    <a:pt x="304" y="33"/>
                    <a:pt x="309" y="33"/>
                  </a:cubicBezTo>
                  <a:cubicBezTo>
                    <a:pt x="313" y="33"/>
                    <a:pt x="320" y="33"/>
                    <a:pt x="323" y="35"/>
                  </a:cubicBezTo>
                  <a:cubicBezTo>
                    <a:pt x="326" y="36"/>
                    <a:pt x="329" y="43"/>
                    <a:pt x="332" y="45"/>
                  </a:cubicBezTo>
                  <a:cubicBezTo>
                    <a:pt x="334" y="47"/>
                    <a:pt x="339" y="49"/>
                    <a:pt x="341" y="49"/>
                  </a:cubicBezTo>
                  <a:cubicBezTo>
                    <a:pt x="343" y="49"/>
                    <a:pt x="347" y="46"/>
                    <a:pt x="347" y="44"/>
                  </a:cubicBezTo>
                  <a:cubicBezTo>
                    <a:pt x="348" y="42"/>
                    <a:pt x="347" y="38"/>
                    <a:pt x="347" y="36"/>
                  </a:cubicBezTo>
                  <a:cubicBezTo>
                    <a:pt x="348" y="33"/>
                    <a:pt x="351" y="30"/>
                    <a:pt x="353" y="28"/>
                  </a:cubicBezTo>
                  <a:cubicBezTo>
                    <a:pt x="355" y="26"/>
                    <a:pt x="358" y="22"/>
                    <a:pt x="361" y="20"/>
                  </a:cubicBezTo>
                  <a:cubicBezTo>
                    <a:pt x="364" y="18"/>
                    <a:pt x="370" y="13"/>
                    <a:pt x="374" y="11"/>
                  </a:cubicBezTo>
                  <a:cubicBezTo>
                    <a:pt x="376" y="10"/>
                    <a:pt x="382" y="7"/>
                    <a:pt x="384" y="6"/>
                  </a:cubicBezTo>
                  <a:cubicBezTo>
                    <a:pt x="388" y="5"/>
                    <a:pt x="394" y="1"/>
                    <a:pt x="397" y="1"/>
                  </a:cubicBezTo>
                  <a:cubicBezTo>
                    <a:pt x="401" y="0"/>
                    <a:pt x="410" y="0"/>
                    <a:pt x="414" y="2"/>
                  </a:cubicBezTo>
                  <a:cubicBezTo>
                    <a:pt x="417" y="2"/>
                    <a:pt x="421" y="5"/>
                    <a:pt x="423" y="7"/>
                  </a:cubicBezTo>
                  <a:cubicBezTo>
                    <a:pt x="426" y="10"/>
                    <a:pt x="429" y="17"/>
                    <a:pt x="431" y="20"/>
                  </a:cubicBezTo>
                  <a:cubicBezTo>
                    <a:pt x="433" y="22"/>
                    <a:pt x="437" y="25"/>
                    <a:pt x="439" y="27"/>
                  </a:cubicBezTo>
                  <a:cubicBezTo>
                    <a:pt x="441" y="29"/>
                    <a:pt x="445" y="32"/>
                    <a:pt x="448" y="33"/>
                  </a:cubicBezTo>
                  <a:cubicBezTo>
                    <a:pt x="451" y="34"/>
                    <a:pt x="458" y="36"/>
                    <a:pt x="461" y="37"/>
                  </a:cubicBezTo>
                  <a:cubicBezTo>
                    <a:pt x="465" y="37"/>
                    <a:pt x="473" y="38"/>
                    <a:pt x="478" y="38"/>
                  </a:cubicBezTo>
                  <a:cubicBezTo>
                    <a:pt x="478" y="39"/>
                    <a:pt x="479" y="41"/>
                    <a:pt x="479" y="42"/>
                  </a:cubicBezTo>
                  <a:cubicBezTo>
                    <a:pt x="480" y="43"/>
                    <a:pt x="481" y="45"/>
                    <a:pt x="482" y="46"/>
                  </a:cubicBezTo>
                  <a:cubicBezTo>
                    <a:pt x="484" y="48"/>
                    <a:pt x="489" y="52"/>
                    <a:pt x="491" y="53"/>
                  </a:cubicBezTo>
                  <a:cubicBezTo>
                    <a:pt x="493" y="54"/>
                    <a:pt x="497" y="56"/>
                    <a:pt x="499" y="56"/>
                  </a:cubicBezTo>
                  <a:cubicBezTo>
                    <a:pt x="502" y="57"/>
                    <a:pt x="508" y="56"/>
                    <a:pt x="510" y="56"/>
                  </a:cubicBezTo>
                  <a:cubicBezTo>
                    <a:pt x="514" y="57"/>
                    <a:pt x="521" y="60"/>
                    <a:pt x="524" y="61"/>
                  </a:cubicBezTo>
                  <a:cubicBezTo>
                    <a:pt x="528" y="62"/>
                    <a:pt x="536" y="64"/>
                    <a:pt x="540" y="65"/>
                  </a:cubicBezTo>
                  <a:cubicBezTo>
                    <a:pt x="545" y="66"/>
                    <a:pt x="555" y="66"/>
                    <a:pt x="560" y="68"/>
                  </a:cubicBezTo>
                  <a:cubicBezTo>
                    <a:pt x="563" y="69"/>
                    <a:pt x="568" y="71"/>
                    <a:pt x="570" y="73"/>
                  </a:cubicBezTo>
                  <a:cubicBezTo>
                    <a:pt x="572" y="74"/>
                    <a:pt x="574" y="78"/>
                    <a:pt x="574" y="80"/>
                  </a:cubicBezTo>
                  <a:cubicBezTo>
                    <a:pt x="575" y="82"/>
                    <a:pt x="573" y="86"/>
                    <a:pt x="573" y="88"/>
                  </a:cubicBezTo>
                  <a:cubicBezTo>
                    <a:pt x="573" y="91"/>
                    <a:pt x="573" y="98"/>
                    <a:pt x="575" y="100"/>
                  </a:cubicBezTo>
                  <a:cubicBezTo>
                    <a:pt x="576" y="101"/>
                    <a:pt x="581" y="101"/>
                    <a:pt x="582" y="100"/>
                  </a:cubicBezTo>
                  <a:cubicBezTo>
                    <a:pt x="584" y="99"/>
                    <a:pt x="584" y="95"/>
                    <a:pt x="586" y="94"/>
                  </a:cubicBezTo>
                  <a:cubicBezTo>
                    <a:pt x="587" y="93"/>
                    <a:pt x="592" y="93"/>
                    <a:pt x="593" y="94"/>
                  </a:cubicBezTo>
                  <a:cubicBezTo>
                    <a:pt x="597" y="95"/>
                    <a:pt x="602" y="101"/>
                    <a:pt x="606" y="103"/>
                  </a:cubicBezTo>
                  <a:cubicBezTo>
                    <a:pt x="609" y="105"/>
                    <a:pt x="616" y="108"/>
                    <a:pt x="620" y="107"/>
                  </a:cubicBezTo>
                  <a:cubicBezTo>
                    <a:pt x="621" y="107"/>
                    <a:pt x="622" y="103"/>
                    <a:pt x="624" y="102"/>
                  </a:cubicBezTo>
                  <a:cubicBezTo>
                    <a:pt x="625" y="101"/>
                    <a:pt x="628" y="100"/>
                    <a:pt x="629" y="99"/>
                  </a:cubicBezTo>
                  <a:cubicBezTo>
                    <a:pt x="631" y="98"/>
                    <a:pt x="634" y="97"/>
                    <a:pt x="636" y="97"/>
                  </a:cubicBezTo>
                  <a:cubicBezTo>
                    <a:pt x="638" y="98"/>
                    <a:pt x="640" y="103"/>
                    <a:pt x="640" y="105"/>
                  </a:cubicBezTo>
                  <a:cubicBezTo>
                    <a:pt x="641" y="108"/>
                    <a:pt x="640" y="114"/>
                    <a:pt x="640" y="117"/>
                  </a:cubicBezTo>
                  <a:cubicBezTo>
                    <a:pt x="640" y="119"/>
                    <a:pt x="642" y="124"/>
                    <a:pt x="642" y="127"/>
                  </a:cubicBezTo>
                  <a:cubicBezTo>
                    <a:pt x="643" y="130"/>
                    <a:pt x="644" y="138"/>
                    <a:pt x="645" y="141"/>
                  </a:cubicBezTo>
                  <a:cubicBezTo>
                    <a:pt x="646" y="143"/>
                    <a:pt x="648" y="146"/>
                    <a:pt x="648" y="148"/>
                  </a:cubicBezTo>
                  <a:cubicBezTo>
                    <a:pt x="648" y="151"/>
                    <a:pt x="644" y="155"/>
                    <a:pt x="644" y="158"/>
                  </a:cubicBezTo>
                  <a:cubicBezTo>
                    <a:pt x="644" y="161"/>
                    <a:pt x="648" y="166"/>
                    <a:pt x="649" y="169"/>
                  </a:cubicBezTo>
                  <a:cubicBezTo>
                    <a:pt x="649" y="173"/>
                    <a:pt x="647" y="185"/>
                    <a:pt x="647" y="185"/>
                  </a:cubicBezTo>
                  <a:cubicBezTo>
                    <a:pt x="647" y="186"/>
                    <a:pt x="647" y="197"/>
                    <a:pt x="648" y="201"/>
                  </a:cubicBezTo>
                  <a:cubicBezTo>
                    <a:pt x="649" y="203"/>
                    <a:pt x="652" y="206"/>
                    <a:pt x="653" y="207"/>
                  </a:cubicBezTo>
                  <a:cubicBezTo>
                    <a:pt x="654" y="210"/>
                    <a:pt x="654" y="214"/>
                    <a:pt x="654" y="217"/>
                  </a:cubicBezTo>
                  <a:cubicBezTo>
                    <a:pt x="654" y="219"/>
                    <a:pt x="652" y="225"/>
                    <a:pt x="653" y="227"/>
                  </a:cubicBezTo>
                  <a:cubicBezTo>
                    <a:pt x="653" y="229"/>
                    <a:pt x="654" y="233"/>
                    <a:pt x="655" y="234"/>
                  </a:cubicBezTo>
                  <a:cubicBezTo>
                    <a:pt x="656" y="236"/>
                    <a:pt x="659" y="238"/>
                    <a:pt x="660" y="240"/>
                  </a:cubicBezTo>
                  <a:cubicBezTo>
                    <a:pt x="662" y="244"/>
                    <a:pt x="663" y="252"/>
                    <a:pt x="664" y="257"/>
                  </a:cubicBezTo>
                  <a:cubicBezTo>
                    <a:pt x="665" y="260"/>
                    <a:pt x="667" y="266"/>
                    <a:pt x="668" y="269"/>
                  </a:cubicBezTo>
                  <a:cubicBezTo>
                    <a:pt x="669" y="272"/>
                    <a:pt x="669" y="279"/>
                    <a:pt x="668" y="282"/>
                  </a:cubicBezTo>
                  <a:cubicBezTo>
                    <a:pt x="668" y="284"/>
                    <a:pt x="665" y="288"/>
                    <a:pt x="663" y="289"/>
                  </a:cubicBezTo>
                  <a:cubicBezTo>
                    <a:pt x="661" y="291"/>
                    <a:pt x="655" y="292"/>
                    <a:pt x="653" y="293"/>
                  </a:cubicBezTo>
                  <a:cubicBezTo>
                    <a:pt x="651" y="294"/>
                    <a:pt x="646" y="296"/>
                    <a:pt x="645" y="298"/>
                  </a:cubicBezTo>
                  <a:cubicBezTo>
                    <a:pt x="644" y="299"/>
                    <a:pt x="644" y="303"/>
                    <a:pt x="644" y="305"/>
                  </a:cubicBezTo>
                  <a:cubicBezTo>
                    <a:pt x="645" y="307"/>
                    <a:pt x="649" y="309"/>
                    <a:pt x="651" y="309"/>
                  </a:cubicBezTo>
                  <a:cubicBezTo>
                    <a:pt x="653" y="310"/>
                    <a:pt x="658" y="310"/>
                    <a:pt x="661" y="311"/>
                  </a:cubicBezTo>
                  <a:cubicBezTo>
                    <a:pt x="664" y="312"/>
                    <a:pt x="669" y="316"/>
                    <a:pt x="672" y="318"/>
                  </a:cubicBezTo>
                  <a:cubicBezTo>
                    <a:pt x="674" y="321"/>
                    <a:pt x="676" y="327"/>
                    <a:pt x="677" y="330"/>
                  </a:cubicBezTo>
                  <a:cubicBezTo>
                    <a:pt x="678" y="331"/>
                    <a:pt x="678" y="335"/>
                    <a:pt x="678" y="337"/>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6"/>
            <p:cNvSpPr>
              <a:spLocks/>
            </p:cNvSpPr>
            <p:nvPr/>
          </p:nvSpPr>
          <p:spPr bwMode="auto">
            <a:xfrm>
              <a:off x="2362200" y="1049338"/>
              <a:ext cx="1485900" cy="1295400"/>
            </a:xfrm>
            <a:custGeom>
              <a:avLst/>
              <a:gdLst/>
              <a:ahLst/>
              <a:cxnLst>
                <a:cxn ang="0">
                  <a:pos x="240" y="856"/>
                </a:cxn>
                <a:cxn ang="0">
                  <a:pos x="203" y="856"/>
                </a:cxn>
                <a:cxn ang="0">
                  <a:pos x="166" y="825"/>
                </a:cxn>
                <a:cxn ang="0">
                  <a:pos x="186" y="777"/>
                </a:cxn>
                <a:cxn ang="0">
                  <a:pos x="170" y="721"/>
                </a:cxn>
                <a:cxn ang="0">
                  <a:pos x="164" y="647"/>
                </a:cxn>
                <a:cxn ang="0">
                  <a:pos x="142" y="627"/>
                </a:cxn>
                <a:cxn ang="0">
                  <a:pos x="95" y="608"/>
                </a:cxn>
                <a:cxn ang="0">
                  <a:pos x="32" y="576"/>
                </a:cxn>
                <a:cxn ang="0">
                  <a:pos x="2" y="558"/>
                </a:cxn>
                <a:cxn ang="0">
                  <a:pos x="45" y="491"/>
                </a:cxn>
                <a:cxn ang="0">
                  <a:pos x="122" y="485"/>
                </a:cxn>
                <a:cxn ang="0">
                  <a:pos x="165" y="429"/>
                </a:cxn>
                <a:cxn ang="0">
                  <a:pos x="210" y="420"/>
                </a:cxn>
                <a:cxn ang="0">
                  <a:pos x="234" y="392"/>
                </a:cxn>
                <a:cxn ang="0">
                  <a:pos x="299" y="388"/>
                </a:cxn>
                <a:cxn ang="0">
                  <a:pos x="352" y="342"/>
                </a:cxn>
                <a:cxn ang="0">
                  <a:pos x="378" y="294"/>
                </a:cxn>
                <a:cxn ang="0">
                  <a:pos x="447" y="284"/>
                </a:cxn>
                <a:cxn ang="0">
                  <a:pos x="555" y="276"/>
                </a:cxn>
                <a:cxn ang="0">
                  <a:pos x="599" y="217"/>
                </a:cxn>
                <a:cxn ang="0">
                  <a:pos x="665" y="217"/>
                </a:cxn>
                <a:cxn ang="0">
                  <a:pos x="747" y="178"/>
                </a:cxn>
                <a:cxn ang="0">
                  <a:pos x="783" y="151"/>
                </a:cxn>
                <a:cxn ang="0">
                  <a:pos x="843" y="136"/>
                </a:cxn>
                <a:cxn ang="0">
                  <a:pos x="804" y="98"/>
                </a:cxn>
                <a:cxn ang="0">
                  <a:pos x="786" y="29"/>
                </a:cxn>
                <a:cxn ang="0">
                  <a:pos x="855" y="36"/>
                </a:cxn>
                <a:cxn ang="0">
                  <a:pos x="919" y="26"/>
                </a:cxn>
                <a:cxn ang="0">
                  <a:pos x="968" y="83"/>
                </a:cxn>
                <a:cxn ang="0">
                  <a:pos x="973" y="135"/>
                </a:cxn>
                <a:cxn ang="0">
                  <a:pos x="1001" y="133"/>
                </a:cxn>
                <a:cxn ang="0">
                  <a:pos x="979" y="188"/>
                </a:cxn>
                <a:cxn ang="0">
                  <a:pos x="943" y="229"/>
                </a:cxn>
                <a:cxn ang="0">
                  <a:pos x="882" y="244"/>
                </a:cxn>
                <a:cxn ang="0">
                  <a:pos x="855" y="298"/>
                </a:cxn>
                <a:cxn ang="0">
                  <a:pos x="832" y="342"/>
                </a:cxn>
                <a:cxn ang="0">
                  <a:pos x="846" y="411"/>
                </a:cxn>
                <a:cxn ang="0">
                  <a:pos x="873" y="476"/>
                </a:cxn>
                <a:cxn ang="0">
                  <a:pos x="885" y="497"/>
                </a:cxn>
                <a:cxn ang="0">
                  <a:pos x="893" y="544"/>
                </a:cxn>
                <a:cxn ang="0">
                  <a:pos x="864" y="550"/>
                </a:cxn>
                <a:cxn ang="0">
                  <a:pos x="839" y="562"/>
                </a:cxn>
                <a:cxn ang="0">
                  <a:pos x="834" y="622"/>
                </a:cxn>
                <a:cxn ang="0">
                  <a:pos x="766" y="649"/>
                </a:cxn>
                <a:cxn ang="0">
                  <a:pos x="696" y="660"/>
                </a:cxn>
                <a:cxn ang="0">
                  <a:pos x="638" y="644"/>
                </a:cxn>
                <a:cxn ang="0">
                  <a:pos x="603" y="666"/>
                </a:cxn>
                <a:cxn ang="0">
                  <a:pos x="580" y="694"/>
                </a:cxn>
                <a:cxn ang="0">
                  <a:pos x="535" y="722"/>
                </a:cxn>
                <a:cxn ang="0">
                  <a:pos x="503" y="719"/>
                </a:cxn>
                <a:cxn ang="0">
                  <a:pos x="451" y="751"/>
                </a:cxn>
                <a:cxn ang="0">
                  <a:pos x="393" y="754"/>
                </a:cxn>
                <a:cxn ang="0">
                  <a:pos x="358" y="775"/>
                </a:cxn>
                <a:cxn ang="0">
                  <a:pos x="319" y="810"/>
                </a:cxn>
                <a:cxn ang="0">
                  <a:pos x="278" y="852"/>
                </a:cxn>
              </a:cxnLst>
              <a:rect l="0" t="0" r="r" b="b"/>
              <a:pathLst>
                <a:path w="1001" h="872">
                  <a:moveTo>
                    <a:pt x="265" y="862"/>
                  </a:moveTo>
                  <a:cubicBezTo>
                    <a:pt x="263" y="863"/>
                    <a:pt x="261" y="863"/>
                    <a:pt x="260" y="864"/>
                  </a:cubicBezTo>
                  <a:cubicBezTo>
                    <a:pt x="259" y="865"/>
                    <a:pt x="258" y="870"/>
                    <a:pt x="256" y="871"/>
                  </a:cubicBezTo>
                  <a:cubicBezTo>
                    <a:pt x="254" y="872"/>
                    <a:pt x="250" y="871"/>
                    <a:pt x="248" y="870"/>
                  </a:cubicBezTo>
                  <a:cubicBezTo>
                    <a:pt x="246" y="870"/>
                    <a:pt x="244" y="867"/>
                    <a:pt x="243" y="866"/>
                  </a:cubicBezTo>
                  <a:cubicBezTo>
                    <a:pt x="242" y="864"/>
                    <a:pt x="242" y="858"/>
                    <a:pt x="240" y="856"/>
                  </a:cubicBezTo>
                  <a:cubicBezTo>
                    <a:pt x="239" y="855"/>
                    <a:pt x="237" y="855"/>
                    <a:pt x="236" y="855"/>
                  </a:cubicBezTo>
                  <a:cubicBezTo>
                    <a:pt x="234" y="855"/>
                    <a:pt x="230" y="855"/>
                    <a:pt x="228" y="856"/>
                  </a:cubicBezTo>
                  <a:cubicBezTo>
                    <a:pt x="226" y="857"/>
                    <a:pt x="225" y="861"/>
                    <a:pt x="223" y="862"/>
                  </a:cubicBezTo>
                  <a:cubicBezTo>
                    <a:pt x="222" y="862"/>
                    <a:pt x="220" y="860"/>
                    <a:pt x="219" y="860"/>
                  </a:cubicBezTo>
                  <a:cubicBezTo>
                    <a:pt x="217" y="859"/>
                    <a:pt x="213" y="856"/>
                    <a:pt x="211" y="856"/>
                  </a:cubicBezTo>
                  <a:cubicBezTo>
                    <a:pt x="209" y="855"/>
                    <a:pt x="205" y="855"/>
                    <a:pt x="203" y="856"/>
                  </a:cubicBezTo>
                  <a:cubicBezTo>
                    <a:pt x="203" y="856"/>
                    <a:pt x="201" y="857"/>
                    <a:pt x="200" y="857"/>
                  </a:cubicBezTo>
                  <a:cubicBezTo>
                    <a:pt x="200" y="855"/>
                    <a:pt x="200" y="851"/>
                    <a:pt x="199" y="850"/>
                  </a:cubicBezTo>
                  <a:cubicBezTo>
                    <a:pt x="198" y="847"/>
                    <a:pt x="196" y="841"/>
                    <a:pt x="194" y="838"/>
                  </a:cubicBezTo>
                  <a:cubicBezTo>
                    <a:pt x="191" y="836"/>
                    <a:pt x="186" y="832"/>
                    <a:pt x="183" y="831"/>
                  </a:cubicBezTo>
                  <a:cubicBezTo>
                    <a:pt x="180" y="830"/>
                    <a:pt x="175" y="830"/>
                    <a:pt x="173" y="829"/>
                  </a:cubicBezTo>
                  <a:cubicBezTo>
                    <a:pt x="171" y="829"/>
                    <a:pt x="167" y="827"/>
                    <a:pt x="166" y="825"/>
                  </a:cubicBezTo>
                  <a:cubicBezTo>
                    <a:pt x="166" y="823"/>
                    <a:pt x="166" y="819"/>
                    <a:pt x="167" y="818"/>
                  </a:cubicBezTo>
                  <a:cubicBezTo>
                    <a:pt x="168" y="816"/>
                    <a:pt x="173" y="814"/>
                    <a:pt x="175" y="813"/>
                  </a:cubicBezTo>
                  <a:cubicBezTo>
                    <a:pt x="177" y="812"/>
                    <a:pt x="183" y="811"/>
                    <a:pt x="185" y="809"/>
                  </a:cubicBezTo>
                  <a:cubicBezTo>
                    <a:pt x="187" y="808"/>
                    <a:pt x="190" y="804"/>
                    <a:pt x="190" y="802"/>
                  </a:cubicBezTo>
                  <a:cubicBezTo>
                    <a:pt x="191" y="799"/>
                    <a:pt x="191" y="792"/>
                    <a:pt x="190" y="789"/>
                  </a:cubicBezTo>
                  <a:cubicBezTo>
                    <a:pt x="189" y="786"/>
                    <a:pt x="187" y="780"/>
                    <a:pt x="186" y="777"/>
                  </a:cubicBezTo>
                  <a:cubicBezTo>
                    <a:pt x="185" y="772"/>
                    <a:pt x="184" y="764"/>
                    <a:pt x="182" y="760"/>
                  </a:cubicBezTo>
                  <a:cubicBezTo>
                    <a:pt x="181" y="758"/>
                    <a:pt x="178" y="756"/>
                    <a:pt x="177" y="754"/>
                  </a:cubicBezTo>
                  <a:cubicBezTo>
                    <a:pt x="176" y="753"/>
                    <a:pt x="175" y="749"/>
                    <a:pt x="175" y="747"/>
                  </a:cubicBezTo>
                  <a:cubicBezTo>
                    <a:pt x="174" y="745"/>
                    <a:pt x="176" y="739"/>
                    <a:pt x="176" y="737"/>
                  </a:cubicBezTo>
                  <a:cubicBezTo>
                    <a:pt x="176" y="734"/>
                    <a:pt x="176" y="730"/>
                    <a:pt x="175" y="727"/>
                  </a:cubicBezTo>
                  <a:cubicBezTo>
                    <a:pt x="174" y="726"/>
                    <a:pt x="171" y="723"/>
                    <a:pt x="170" y="721"/>
                  </a:cubicBezTo>
                  <a:cubicBezTo>
                    <a:pt x="169" y="717"/>
                    <a:pt x="169" y="706"/>
                    <a:pt x="169" y="705"/>
                  </a:cubicBezTo>
                  <a:cubicBezTo>
                    <a:pt x="169" y="705"/>
                    <a:pt x="171" y="693"/>
                    <a:pt x="171" y="689"/>
                  </a:cubicBezTo>
                  <a:cubicBezTo>
                    <a:pt x="170" y="686"/>
                    <a:pt x="166" y="681"/>
                    <a:pt x="166" y="678"/>
                  </a:cubicBezTo>
                  <a:cubicBezTo>
                    <a:pt x="166" y="675"/>
                    <a:pt x="170" y="671"/>
                    <a:pt x="170" y="668"/>
                  </a:cubicBezTo>
                  <a:cubicBezTo>
                    <a:pt x="170" y="666"/>
                    <a:pt x="168" y="663"/>
                    <a:pt x="167" y="661"/>
                  </a:cubicBezTo>
                  <a:cubicBezTo>
                    <a:pt x="166" y="658"/>
                    <a:pt x="165" y="650"/>
                    <a:pt x="164" y="647"/>
                  </a:cubicBezTo>
                  <a:cubicBezTo>
                    <a:pt x="164" y="644"/>
                    <a:pt x="162" y="639"/>
                    <a:pt x="162" y="637"/>
                  </a:cubicBezTo>
                  <a:cubicBezTo>
                    <a:pt x="162" y="634"/>
                    <a:pt x="163" y="628"/>
                    <a:pt x="162" y="625"/>
                  </a:cubicBezTo>
                  <a:cubicBezTo>
                    <a:pt x="162" y="623"/>
                    <a:pt x="160" y="618"/>
                    <a:pt x="158" y="617"/>
                  </a:cubicBezTo>
                  <a:cubicBezTo>
                    <a:pt x="156" y="617"/>
                    <a:pt x="153" y="618"/>
                    <a:pt x="151" y="619"/>
                  </a:cubicBezTo>
                  <a:cubicBezTo>
                    <a:pt x="150" y="620"/>
                    <a:pt x="147" y="621"/>
                    <a:pt x="146" y="622"/>
                  </a:cubicBezTo>
                  <a:cubicBezTo>
                    <a:pt x="144" y="623"/>
                    <a:pt x="143" y="627"/>
                    <a:pt x="142" y="627"/>
                  </a:cubicBezTo>
                  <a:cubicBezTo>
                    <a:pt x="138" y="628"/>
                    <a:pt x="131" y="625"/>
                    <a:pt x="128" y="623"/>
                  </a:cubicBezTo>
                  <a:cubicBezTo>
                    <a:pt x="124" y="621"/>
                    <a:pt x="119" y="615"/>
                    <a:pt x="115" y="614"/>
                  </a:cubicBezTo>
                  <a:cubicBezTo>
                    <a:pt x="114" y="613"/>
                    <a:pt x="109" y="613"/>
                    <a:pt x="108" y="614"/>
                  </a:cubicBezTo>
                  <a:cubicBezTo>
                    <a:pt x="106" y="615"/>
                    <a:pt x="106" y="619"/>
                    <a:pt x="104" y="620"/>
                  </a:cubicBezTo>
                  <a:cubicBezTo>
                    <a:pt x="103" y="621"/>
                    <a:pt x="98" y="621"/>
                    <a:pt x="97" y="620"/>
                  </a:cubicBezTo>
                  <a:cubicBezTo>
                    <a:pt x="95" y="618"/>
                    <a:pt x="95" y="611"/>
                    <a:pt x="95" y="608"/>
                  </a:cubicBezTo>
                  <a:cubicBezTo>
                    <a:pt x="95" y="606"/>
                    <a:pt x="97" y="602"/>
                    <a:pt x="96" y="600"/>
                  </a:cubicBezTo>
                  <a:cubicBezTo>
                    <a:pt x="96" y="598"/>
                    <a:pt x="94" y="594"/>
                    <a:pt x="92" y="593"/>
                  </a:cubicBezTo>
                  <a:cubicBezTo>
                    <a:pt x="90" y="591"/>
                    <a:pt x="85" y="589"/>
                    <a:pt x="82" y="588"/>
                  </a:cubicBezTo>
                  <a:cubicBezTo>
                    <a:pt x="77" y="586"/>
                    <a:pt x="67" y="586"/>
                    <a:pt x="62" y="585"/>
                  </a:cubicBezTo>
                  <a:cubicBezTo>
                    <a:pt x="58" y="584"/>
                    <a:pt x="50" y="582"/>
                    <a:pt x="46" y="581"/>
                  </a:cubicBezTo>
                  <a:cubicBezTo>
                    <a:pt x="43" y="580"/>
                    <a:pt x="36" y="577"/>
                    <a:pt x="32" y="576"/>
                  </a:cubicBezTo>
                  <a:cubicBezTo>
                    <a:pt x="30" y="576"/>
                    <a:pt x="24" y="577"/>
                    <a:pt x="21" y="576"/>
                  </a:cubicBezTo>
                  <a:cubicBezTo>
                    <a:pt x="19" y="576"/>
                    <a:pt x="15" y="574"/>
                    <a:pt x="13" y="573"/>
                  </a:cubicBezTo>
                  <a:cubicBezTo>
                    <a:pt x="11" y="572"/>
                    <a:pt x="6" y="568"/>
                    <a:pt x="4" y="566"/>
                  </a:cubicBezTo>
                  <a:cubicBezTo>
                    <a:pt x="3" y="565"/>
                    <a:pt x="2" y="563"/>
                    <a:pt x="1" y="562"/>
                  </a:cubicBezTo>
                  <a:cubicBezTo>
                    <a:pt x="1" y="561"/>
                    <a:pt x="0" y="559"/>
                    <a:pt x="0" y="558"/>
                  </a:cubicBezTo>
                  <a:cubicBezTo>
                    <a:pt x="1" y="558"/>
                    <a:pt x="1" y="558"/>
                    <a:pt x="2" y="558"/>
                  </a:cubicBezTo>
                  <a:cubicBezTo>
                    <a:pt x="7" y="557"/>
                    <a:pt x="17" y="555"/>
                    <a:pt x="22" y="553"/>
                  </a:cubicBezTo>
                  <a:cubicBezTo>
                    <a:pt x="25" y="551"/>
                    <a:pt x="31" y="546"/>
                    <a:pt x="33" y="544"/>
                  </a:cubicBezTo>
                  <a:cubicBezTo>
                    <a:pt x="35" y="540"/>
                    <a:pt x="38" y="532"/>
                    <a:pt x="39" y="528"/>
                  </a:cubicBezTo>
                  <a:cubicBezTo>
                    <a:pt x="40" y="525"/>
                    <a:pt x="40" y="520"/>
                    <a:pt x="41" y="517"/>
                  </a:cubicBezTo>
                  <a:cubicBezTo>
                    <a:pt x="41" y="514"/>
                    <a:pt x="40" y="507"/>
                    <a:pt x="41" y="504"/>
                  </a:cubicBezTo>
                  <a:cubicBezTo>
                    <a:pt x="42" y="500"/>
                    <a:pt x="43" y="494"/>
                    <a:pt x="45" y="491"/>
                  </a:cubicBezTo>
                  <a:cubicBezTo>
                    <a:pt x="47" y="489"/>
                    <a:pt x="50" y="485"/>
                    <a:pt x="52" y="484"/>
                  </a:cubicBezTo>
                  <a:cubicBezTo>
                    <a:pt x="56" y="482"/>
                    <a:pt x="64" y="479"/>
                    <a:pt x="68" y="479"/>
                  </a:cubicBezTo>
                  <a:cubicBezTo>
                    <a:pt x="73" y="478"/>
                    <a:pt x="82" y="478"/>
                    <a:pt x="87" y="478"/>
                  </a:cubicBezTo>
                  <a:cubicBezTo>
                    <a:pt x="91" y="478"/>
                    <a:pt x="100" y="477"/>
                    <a:pt x="105" y="478"/>
                  </a:cubicBezTo>
                  <a:cubicBezTo>
                    <a:pt x="108" y="478"/>
                    <a:pt x="113" y="480"/>
                    <a:pt x="116" y="481"/>
                  </a:cubicBezTo>
                  <a:cubicBezTo>
                    <a:pt x="117" y="482"/>
                    <a:pt x="121" y="484"/>
                    <a:pt x="122" y="485"/>
                  </a:cubicBezTo>
                  <a:cubicBezTo>
                    <a:pt x="124" y="486"/>
                    <a:pt x="128" y="487"/>
                    <a:pt x="129" y="486"/>
                  </a:cubicBezTo>
                  <a:cubicBezTo>
                    <a:pt x="132" y="486"/>
                    <a:pt x="135" y="483"/>
                    <a:pt x="137" y="482"/>
                  </a:cubicBezTo>
                  <a:cubicBezTo>
                    <a:pt x="140" y="479"/>
                    <a:pt x="143" y="473"/>
                    <a:pt x="145" y="470"/>
                  </a:cubicBezTo>
                  <a:cubicBezTo>
                    <a:pt x="148" y="466"/>
                    <a:pt x="153" y="458"/>
                    <a:pt x="156" y="453"/>
                  </a:cubicBezTo>
                  <a:cubicBezTo>
                    <a:pt x="157" y="450"/>
                    <a:pt x="161" y="443"/>
                    <a:pt x="162" y="439"/>
                  </a:cubicBezTo>
                  <a:cubicBezTo>
                    <a:pt x="163" y="437"/>
                    <a:pt x="164" y="432"/>
                    <a:pt x="165" y="429"/>
                  </a:cubicBezTo>
                  <a:cubicBezTo>
                    <a:pt x="167" y="427"/>
                    <a:pt x="170" y="422"/>
                    <a:pt x="172" y="420"/>
                  </a:cubicBezTo>
                  <a:cubicBezTo>
                    <a:pt x="173" y="419"/>
                    <a:pt x="176" y="416"/>
                    <a:pt x="178" y="415"/>
                  </a:cubicBezTo>
                  <a:cubicBezTo>
                    <a:pt x="180" y="414"/>
                    <a:pt x="184" y="412"/>
                    <a:pt x="186" y="412"/>
                  </a:cubicBezTo>
                  <a:cubicBezTo>
                    <a:pt x="188" y="411"/>
                    <a:pt x="192" y="411"/>
                    <a:pt x="194" y="411"/>
                  </a:cubicBezTo>
                  <a:cubicBezTo>
                    <a:pt x="196" y="412"/>
                    <a:pt x="198" y="416"/>
                    <a:pt x="199" y="417"/>
                  </a:cubicBezTo>
                  <a:cubicBezTo>
                    <a:pt x="202" y="418"/>
                    <a:pt x="207" y="420"/>
                    <a:pt x="210" y="420"/>
                  </a:cubicBezTo>
                  <a:cubicBezTo>
                    <a:pt x="212" y="420"/>
                    <a:pt x="217" y="420"/>
                    <a:pt x="219" y="418"/>
                  </a:cubicBezTo>
                  <a:cubicBezTo>
                    <a:pt x="220" y="417"/>
                    <a:pt x="221" y="412"/>
                    <a:pt x="222" y="410"/>
                  </a:cubicBezTo>
                  <a:cubicBezTo>
                    <a:pt x="222" y="409"/>
                    <a:pt x="221" y="405"/>
                    <a:pt x="222" y="404"/>
                  </a:cubicBezTo>
                  <a:cubicBezTo>
                    <a:pt x="223" y="403"/>
                    <a:pt x="225" y="401"/>
                    <a:pt x="226" y="400"/>
                  </a:cubicBezTo>
                  <a:cubicBezTo>
                    <a:pt x="228" y="400"/>
                    <a:pt x="231" y="399"/>
                    <a:pt x="233" y="398"/>
                  </a:cubicBezTo>
                  <a:cubicBezTo>
                    <a:pt x="234" y="397"/>
                    <a:pt x="234" y="393"/>
                    <a:pt x="234" y="392"/>
                  </a:cubicBezTo>
                  <a:cubicBezTo>
                    <a:pt x="236" y="389"/>
                    <a:pt x="240" y="384"/>
                    <a:pt x="242" y="381"/>
                  </a:cubicBezTo>
                  <a:cubicBezTo>
                    <a:pt x="244" y="379"/>
                    <a:pt x="248" y="373"/>
                    <a:pt x="251" y="371"/>
                  </a:cubicBezTo>
                  <a:cubicBezTo>
                    <a:pt x="253" y="369"/>
                    <a:pt x="259" y="366"/>
                    <a:pt x="262" y="365"/>
                  </a:cubicBezTo>
                  <a:cubicBezTo>
                    <a:pt x="264" y="365"/>
                    <a:pt x="269" y="366"/>
                    <a:pt x="270" y="367"/>
                  </a:cubicBezTo>
                  <a:cubicBezTo>
                    <a:pt x="274" y="370"/>
                    <a:pt x="278" y="378"/>
                    <a:pt x="282" y="381"/>
                  </a:cubicBezTo>
                  <a:cubicBezTo>
                    <a:pt x="286" y="384"/>
                    <a:pt x="294" y="387"/>
                    <a:pt x="299" y="388"/>
                  </a:cubicBezTo>
                  <a:cubicBezTo>
                    <a:pt x="302" y="389"/>
                    <a:pt x="310" y="392"/>
                    <a:pt x="313" y="391"/>
                  </a:cubicBezTo>
                  <a:cubicBezTo>
                    <a:pt x="317" y="390"/>
                    <a:pt x="323" y="384"/>
                    <a:pt x="326" y="381"/>
                  </a:cubicBezTo>
                  <a:cubicBezTo>
                    <a:pt x="329" y="378"/>
                    <a:pt x="334" y="373"/>
                    <a:pt x="335" y="370"/>
                  </a:cubicBezTo>
                  <a:cubicBezTo>
                    <a:pt x="336" y="368"/>
                    <a:pt x="337" y="363"/>
                    <a:pt x="338" y="361"/>
                  </a:cubicBezTo>
                  <a:cubicBezTo>
                    <a:pt x="340" y="358"/>
                    <a:pt x="345" y="355"/>
                    <a:pt x="347" y="352"/>
                  </a:cubicBezTo>
                  <a:cubicBezTo>
                    <a:pt x="348" y="350"/>
                    <a:pt x="351" y="345"/>
                    <a:pt x="352" y="342"/>
                  </a:cubicBezTo>
                  <a:cubicBezTo>
                    <a:pt x="354" y="340"/>
                    <a:pt x="356" y="334"/>
                    <a:pt x="356" y="331"/>
                  </a:cubicBezTo>
                  <a:cubicBezTo>
                    <a:pt x="356" y="329"/>
                    <a:pt x="354" y="324"/>
                    <a:pt x="353" y="322"/>
                  </a:cubicBezTo>
                  <a:cubicBezTo>
                    <a:pt x="353" y="320"/>
                    <a:pt x="353" y="314"/>
                    <a:pt x="354" y="312"/>
                  </a:cubicBezTo>
                  <a:cubicBezTo>
                    <a:pt x="354" y="309"/>
                    <a:pt x="356" y="304"/>
                    <a:pt x="358" y="302"/>
                  </a:cubicBezTo>
                  <a:cubicBezTo>
                    <a:pt x="360" y="300"/>
                    <a:pt x="366" y="296"/>
                    <a:pt x="369" y="295"/>
                  </a:cubicBezTo>
                  <a:cubicBezTo>
                    <a:pt x="371" y="294"/>
                    <a:pt x="376" y="294"/>
                    <a:pt x="378" y="294"/>
                  </a:cubicBezTo>
                  <a:cubicBezTo>
                    <a:pt x="381" y="295"/>
                    <a:pt x="385" y="298"/>
                    <a:pt x="388" y="298"/>
                  </a:cubicBezTo>
                  <a:cubicBezTo>
                    <a:pt x="391" y="299"/>
                    <a:pt x="396" y="298"/>
                    <a:pt x="399" y="298"/>
                  </a:cubicBezTo>
                  <a:cubicBezTo>
                    <a:pt x="402" y="297"/>
                    <a:pt x="408" y="296"/>
                    <a:pt x="410" y="294"/>
                  </a:cubicBezTo>
                  <a:cubicBezTo>
                    <a:pt x="412" y="293"/>
                    <a:pt x="415" y="289"/>
                    <a:pt x="416" y="288"/>
                  </a:cubicBezTo>
                  <a:cubicBezTo>
                    <a:pt x="419" y="287"/>
                    <a:pt x="424" y="284"/>
                    <a:pt x="426" y="284"/>
                  </a:cubicBezTo>
                  <a:cubicBezTo>
                    <a:pt x="431" y="283"/>
                    <a:pt x="442" y="284"/>
                    <a:pt x="447" y="284"/>
                  </a:cubicBezTo>
                  <a:cubicBezTo>
                    <a:pt x="453" y="284"/>
                    <a:pt x="465" y="284"/>
                    <a:pt x="471" y="283"/>
                  </a:cubicBezTo>
                  <a:cubicBezTo>
                    <a:pt x="478" y="282"/>
                    <a:pt x="491" y="279"/>
                    <a:pt x="497" y="278"/>
                  </a:cubicBezTo>
                  <a:cubicBezTo>
                    <a:pt x="502" y="278"/>
                    <a:pt x="511" y="278"/>
                    <a:pt x="515" y="278"/>
                  </a:cubicBezTo>
                  <a:cubicBezTo>
                    <a:pt x="519" y="278"/>
                    <a:pt x="526" y="279"/>
                    <a:pt x="530" y="280"/>
                  </a:cubicBezTo>
                  <a:cubicBezTo>
                    <a:pt x="534" y="280"/>
                    <a:pt x="541" y="281"/>
                    <a:pt x="545" y="280"/>
                  </a:cubicBezTo>
                  <a:cubicBezTo>
                    <a:pt x="548" y="280"/>
                    <a:pt x="553" y="277"/>
                    <a:pt x="555" y="276"/>
                  </a:cubicBezTo>
                  <a:cubicBezTo>
                    <a:pt x="558" y="274"/>
                    <a:pt x="561" y="268"/>
                    <a:pt x="562" y="266"/>
                  </a:cubicBezTo>
                  <a:cubicBezTo>
                    <a:pt x="563" y="263"/>
                    <a:pt x="564" y="257"/>
                    <a:pt x="565" y="254"/>
                  </a:cubicBezTo>
                  <a:cubicBezTo>
                    <a:pt x="566" y="252"/>
                    <a:pt x="568" y="247"/>
                    <a:pt x="569" y="245"/>
                  </a:cubicBezTo>
                  <a:cubicBezTo>
                    <a:pt x="571" y="243"/>
                    <a:pt x="575" y="238"/>
                    <a:pt x="577" y="236"/>
                  </a:cubicBezTo>
                  <a:cubicBezTo>
                    <a:pt x="579" y="233"/>
                    <a:pt x="583" y="227"/>
                    <a:pt x="586" y="224"/>
                  </a:cubicBezTo>
                  <a:cubicBezTo>
                    <a:pt x="589" y="222"/>
                    <a:pt x="595" y="218"/>
                    <a:pt x="599" y="217"/>
                  </a:cubicBezTo>
                  <a:cubicBezTo>
                    <a:pt x="601" y="216"/>
                    <a:pt x="606" y="216"/>
                    <a:pt x="609" y="215"/>
                  </a:cubicBezTo>
                  <a:cubicBezTo>
                    <a:pt x="610" y="215"/>
                    <a:pt x="614" y="214"/>
                    <a:pt x="615" y="214"/>
                  </a:cubicBezTo>
                  <a:cubicBezTo>
                    <a:pt x="619" y="213"/>
                    <a:pt x="625" y="210"/>
                    <a:pt x="628" y="209"/>
                  </a:cubicBezTo>
                  <a:cubicBezTo>
                    <a:pt x="631" y="209"/>
                    <a:pt x="639" y="209"/>
                    <a:pt x="642" y="210"/>
                  </a:cubicBezTo>
                  <a:cubicBezTo>
                    <a:pt x="645" y="211"/>
                    <a:pt x="650" y="215"/>
                    <a:pt x="653" y="216"/>
                  </a:cubicBezTo>
                  <a:cubicBezTo>
                    <a:pt x="656" y="217"/>
                    <a:pt x="662" y="217"/>
                    <a:pt x="665" y="217"/>
                  </a:cubicBezTo>
                  <a:cubicBezTo>
                    <a:pt x="669" y="217"/>
                    <a:pt x="676" y="215"/>
                    <a:pt x="680" y="214"/>
                  </a:cubicBezTo>
                  <a:cubicBezTo>
                    <a:pt x="685" y="212"/>
                    <a:pt x="695" y="210"/>
                    <a:pt x="699" y="208"/>
                  </a:cubicBezTo>
                  <a:cubicBezTo>
                    <a:pt x="702" y="206"/>
                    <a:pt x="706" y="202"/>
                    <a:pt x="709" y="200"/>
                  </a:cubicBezTo>
                  <a:cubicBezTo>
                    <a:pt x="712" y="197"/>
                    <a:pt x="719" y="193"/>
                    <a:pt x="722" y="191"/>
                  </a:cubicBezTo>
                  <a:cubicBezTo>
                    <a:pt x="725" y="189"/>
                    <a:pt x="730" y="185"/>
                    <a:pt x="733" y="184"/>
                  </a:cubicBezTo>
                  <a:cubicBezTo>
                    <a:pt x="736" y="182"/>
                    <a:pt x="744" y="180"/>
                    <a:pt x="747" y="178"/>
                  </a:cubicBezTo>
                  <a:cubicBezTo>
                    <a:pt x="750" y="177"/>
                    <a:pt x="754" y="174"/>
                    <a:pt x="756" y="173"/>
                  </a:cubicBezTo>
                  <a:cubicBezTo>
                    <a:pt x="757" y="171"/>
                    <a:pt x="758" y="167"/>
                    <a:pt x="759" y="165"/>
                  </a:cubicBezTo>
                  <a:cubicBezTo>
                    <a:pt x="760" y="163"/>
                    <a:pt x="760" y="159"/>
                    <a:pt x="761" y="157"/>
                  </a:cubicBezTo>
                  <a:cubicBezTo>
                    <a:pt x="761" y="156"/>
                    <a:pt x="764" y="153"/>
                    <a:pt x="765" y="152"/>
                  </a:cubicBezTo>
                  <a:cubicBezTo>
                    <a:pt x="767" y="151"/>
                    <a:pt x="771" y="149"/>
                    <a:pt x="774" y="149"/>
                  </a:cubicBezTo>
                  <a:cubicBezTo>
                    <a:pt x="776" y="149"/>
                    <a:pt x="781" y="151"/>
                    <a:pt x="783" y="151"/>
                  </a:cubicBezTo>
                  <a:cubicBezTo>
                    <a:pt x="786" y="152"/>
                    <a:pt x="791" y="154"/>
                    <a:pt x="794" y="154"/>
                  </a:cubicBezTo>
                  <a:cubicBezTo>
                    <a:pt x="796" y="153"/>
                    <a:pt x="800" y="152"/>
                    <a:pt x="802" y="151"/>
                  </a:cubicBezTo>
                  <a:cubicBezTo>
                    <a:pt x="805" y="150"/>
                    <a:pt x="810" y="148"/>
                    <a:pt x="812" y="147"/>
                  </a:cubicBezTo>
                  <a:cubicBezTo>
                    <a:pt x="814" y="146"/>
                    <a:pt x="819" y="143"/>
                    <a:pt x="821" y="143"/>
                  </a:cubicBezTo>
                  <a:cubicBezTo>
                    <a:pt x="823" y="142"/>
                    <a:pt x="828" y="142"/>
                    <a:pt x="830" y="141"/>
                  </a:cubicBezTo>
                  <a:cubicBezTo>
                    <a:pt x="833" y="140"/>
                    <a:pt x="840" y="138"/>
                    <a:pt x="843" y="136"/>
                  </a:cubicBezTo>
                  <a:cubicBezTo>
                    <a:pt x="846" y="134"/>
                    <a:pt x="852" y="131"/>
                    <a:pt x="853" y="128"/>
                  </a:cubicBezTo>
                  <a:cubicBezTo>
                    <a:pt x="854" y="125"/>
                    <a:pt x="853" y="119"/>
                    <a:pt x="852" y="116"/>
                  </a:cubicBezTo>
                  <a:cubicBezTo>
                    <a:pt x="852" y="114"/>
                    <a:pt x="849" y="111"/>
                    <a:pt x="847" y="110"/>
                  </a:cubicBezTo>
                  <a:cubicBezTo>
                    <a:pt x="845" y="108"/>
                    <a:pt x="839" y="107"/>
                    <a:pt x="836" y="106"/>
                  </a:cubicBezTo>
                  <a:cubicBezTo>
                    <a:pt x="831" y="105"/>
                    <a:pt x="822" y="104"/>
                    <a:pt x="818" y="103"/>
                  </a:cubicBezTo>
                  <a:cubicBezTo>
                    <a:pt x="815" y="102"/>
                    <a:pt x="807" y="100"/>
                    <a:pt x="804" y="98"/>
                  </a:cubicBezTo>
                  <a:cubicBezTo>
                    <a:pt x="802" y="96"/>
                    <a:pt x="800" y="92"/>
                    <a:pt x="799" y="90"/>
                  </a:cubicBezTo>
                  <a:cubicBezTo>
                    <a:pt x="797" y="87"/>
                    <a:pt x="796" y="79"/>
                    <a:pt x="796" y="75"/>
                  </a:cubicBezTo>
                  <a:cubicBezTo>
                    <a:pt x="795" y="73"/>
                    <a:pt x="794" y="68"/>
                    <a:pt x="793" y="66"/>
                  </a:cubicBezTo>
                  <a:cubicBezTo>
                    <a:pt x="792" y="64"/>
                    <a:pt x="786" y="61"/>
                    <a:pt x="785" y="58"/>
                  </a:cubicBezTo>
                  <a:cubicBezTo>
                    <a:pt x="783" y="56"/>
                    <a:pt x="782" y="50"/>
                    <a:pt x="782" y="48"/>
                  </a:cubicBezTo>
                  <a:cubicBezTo>
                    <a:pt x="782" y="43"/>
                    <a:pt x="784" y="33"/>
                    <a:pt x="786" y="29"/>
                  </a:cubicBezTo>
                  <a:cubicBezTo>
                    <a:pt x="787" y="24"/>
                    <a:pt x="789" y="15"/>
                    <a:pt x="792" y="11"/>
                  </a:cubicBezTo>
                  <a:cubicBezTo>
                    <a:pt x="794" y="8"/>
                    <a:pt x="798" y="3"/>
                    <a:pt x="801" y="1"/>
                  </a:cubicBezTo>
                  <a:cubicBezTo>
                    <a:pt x="803" y="0"/>
                    <a:pt x="808" y="0"/>
                    <a:pt x="810" y="1"/>
                  </a:cubicBezTo>
                  <a:cubicBezTo>
                    <a:pt x="815" y="2"/>
                    <a:pt x="823" y="8"/>
                    <a:pt x="826" y="11"/>
                  </a:cubicBezTo>
                  <a:cubicBezTo>
                    <a:pt x="830" y="14"/>
                    <a:pt x="835" y="21"/>
                    <a:pt x="838" y="24"/>
                  </a:cubicBezTo>
                  <a:cubicBezTo>
                    <a:pt x="842" y="28"/>
                    <a:pt x="850" y="34"/>
                    <a:pt x="855" y="36"/>
                  </a:cubicBezTo>
                  <a:cubicBezTo>
                    <a:pt x="858" y="37"/>
                    <a:pt x="865" y="40"/>
                    <a:pt x="869" y="40"/>
                  </a:cubicBezTo>
                  <a:cubicBezTo>
                    <a:pt x="870" y="40"/>
                    <a:pt x="873" y="38"/>
                    <a:pt x="875" y="37"/>
                  </a:cubicBezTo>
                  <a:cubicBezTo>
                    <a:pt x="876" y="35"/>
                    <a:pt x="878" y="30"/>
                    <a:pt x="880" y="28"/>
                  </a:cubicBezTo>
                  <a:cubicBezTo>
                    <a:pt x="882" y="26"/>
                    <a:pt x="888" y="22"/>
                    <a:pt x="891" y="21"/>
                  </a:cubicBezTo>
                  <a:cubicBezTo>
                    <a:pt x="894" y="20"/>
                    <a:pt x="900" y="20"/>
                    <a:pt x="903" y="21"/>
                  </a:cubicBezTo>
                  <a:cubicBezTo>
                    <a:pt x="907" y="22"/>
                    <a:pt x="915" y="24"/>
                    <a:pt x="919" y="26"/>
                  </a:cubicBezTo>
                  <a:cubicBezTo>
                    <a:pt x="923" y="27"/>
                    <a:pt x="931" y="29"/>
                    <a:pt x="935" y="31"/>
                  </a:cubicBezTo>
                  <a:cubicBezTo>
                    <a:pt x="940" y="33"/>
                    <a:pt x="948" y="39"/>
                    <a:pt x="952" y="41"/>
                  </a:cubicBezTo>
                  <a:cubicBezTo>
                    <a:pt x="956" y="45"/>
                    <a:pt x="965" y="52"/>
                    <a:pt x="969" y="56"/>
                  </a:cubicBezTo>
                  <a:cubicBezTo>
                    <a:pt x="970" y="57"/>
                    <a:pt x="973" y="60"/>
                    <a:pt x="974" y="62"/>
                  </a:cubicBezTo>
                  <a:cubicBezTo>
                    <a:pt x="975" y="64"/>
                    <a:pt x="975" y="70"/>
                    <a:pt x="975" y="73"/>
                  </a:cubicBezTo>
                  <a:cubicBezTo>
                    <a:pt x="974" y="76"/>
                    <a:pt x="970" y="80"/>
                    <a:pt x="968" y="83"/>
                  </a:cubicBezTo>
                  <a:cubicBezTo>
                    <a:pt x="965" y="86"/>
                    <a:pt x="958" y="92"/>
                    <a:pt x="956" y="96"/>
                  </a:cubicBezTo>
                  <a:cubicBezTo>
                    <a:pt x="955" y="99"/>
                    <a:pt x="953" y="106"/>
                    <a:pt x="953" y="109"/>
                  </a:cubicBezTo>
                  <a:cubicBezTo>
                    <a:pt x="953" y="112"/>
                    <a:pt x="953" y="117"/>
                    <a:pt x="953" y="119"/>
                  </a:cubicBezTo>
                  <a:cubicBezTo>
                    <a:pt x="954" y="122"/>
                    <a:pt x="957" y="126"/>
                    <a:pt x="958" y="128"/>
                  </a:cubicBezTo>
                  <a:cubicBezTo>
                    <a:pt x="960" y="130"/>
                    <a:pt x="963" y="133"/>
                    <a:pt x="966" y="134"/>
                  </a:cubicBezTo>
                  <a:cubicBezTo>
                    <a:pt x="967" y="135"/>
                    <a:pt x="971" y="135"/>
                    <a:pt x="973" y="135"/>
                  </a:cubicBezTo>
                  <a:cubicBezTo>
                    <a:pt x="975" y="135"/>
                    <a:pt x="979" y="134"/>
                    <a:pt x="980" y="133"/>
                  </a:cubicBezTo>
                  <a:cubicBezTo>
                    <a:pt x="982" y="132"/>
                    <a:pt x="985" y="129"/>
                    <a:pt x="987" y="127"/>
                  </a:cubicBezTo>
                  <a:cubicBezTo>
                    <a:pt x="988" y="126"/>
                    <a:pt x="989" y="123"/>
                    <a:pt x="991" y="122"/>
                  </a:cubicBezTo>
                  <a:cubicBezTo>
                    <a:pt x="992" y="121"/>
                    <a:pt x="994" y="120"/>
                    <a:pt x="995" y="121"/>
                  </a:cubicBezTo>
                  <a:cubicBezTo>
                    <a:pt x="996" y="121"/>
                    <a:pt x="998" y="123"/>
                    <a:pt x="999" y="124"/>
                  </a:cubicBezTo>
                  <a:cubicBezTo>
                    <a:pt x="1000" y="126"/>
                    <a:pt x="1001" y="131"/>
                    <a:pt x="1001" y="133"/>
                  </a:cubicBezTo>
                  <a:cubicBezTo>
                    <a:pt x="1001" y="136"/>
                    <a:pt x="999" y="143"/>
                    <a:pt x="998" y="146"/>
                  </a:cubicBezTo>
                  <a:cubicBezTo>
                    <a:pt x="996" y="148"/>
                    <a:pt x="991" y="153"/>
                    <a:pt x="989" y="156"/>
                  </a:cubicBezTo>
                  <a:cubicBezTo>
                    <a:pt x="988" y="159"/>
                    <a:pt x="986" y="167"/>
                    <a:pt x="987" y="170"/>
                  </a:cubicBezTo>
                  <a:cubicBezTo>
                    <a:pt x="987" y="172"/>
                    <a:pt x="989" y="176"/>
                    <a:pt x="990" y="178"/>
                  </a:cubicBezTo>
                  <a:cubicBezTo>
                    <a:pt x="989" y="179"/>
                    <a:pt x="986" y="181"/>
                    <a:pt x="985" y="182"/>
                  </a:cubicBezTo>
                  <a:cubicBezTo>
                    <a:pt x="984" y="183"/>
                    <a:pt x="980" y="186"/>
                    <a:pt x="979" y="188"/>
                  </a:cubicBezTo>
                  <a:cubicBezTo>
                    <a:pt x="978" y="190"/>
                    <a:pt x="977" y="195"/>
                    <a:pt x="976" y="198"/>
                  </a:cubicBezTo>
                  <a:cubicBezTo>
                    <a:pt x="975" y="199"/>
                    <a:pt x="972" y="202"/>
                    <a:pt x="971" y="203"/>
                  </a:cubicBezTo>
                  <a:cubicBezTo>
                    <a:pt x="969" y="205"/>
                    <a:pt x="963" y="206"/>
                    <a:pt x="960" y="207"/>
                  </a:cubicBezTo>
                  <a:cubicBezTo>
                    <a:pt x="958" y="208"/>
                    <a:pt x="954" y="210"/>
                    <a:pt x="953" y="212"/>
                  </a:cubicBezTo>
                  <a:cubicBezTo>
                    <a:pt x="951" y="214"/>
                    <a:pt x="950" y="219"/>
                    <a:pt x="949" y="221"/>
                  </a:cubicBezTo>
                  <a:cubicBezTo>
                    <a:pt x="948" y="223"/>
                    <a:pt x="945" y="228"/>
                    <a:pt x="943" y="229"/>
                  </a:cubicBezTo>
                  <a:cubicBezTo>
                    <a:pt x="942" y="230"/>
                    <a:pt x="939" y="232"/>
                    <a:pt x="938" y="232"/>
                  </a:cubicBezTo>
                  <a:cubicBezTo>
                    <a:pt x="935" y="232"/>
                    <a:pt x="930" y="229"/>
                    <a:pt x="928" y="228"/>
                  </a:cubicBezTo>
                  <a:cubicBezTo>
                    <a:pt x="925" y="227"/>
                    <a:pt x="918" y="226"/>
                    <a:pt x="915" y="225"/>
                  </a:cubicBezTo>
                  <a:cubicBezTo>
                    <a:pt x="912" y="225"/>
                    <a:pt x="905" y="224"/>
                    <a:pt x="901" y="225"/>
                  </a:cubicBezTo>
                  <a:cubicBezTo>
                    <a:pt x="898" y="226"/>
                    <a:pt x="893" y="229"/>
                    <a:pt x="890" y="231"/>
                  </a:cubicBezTo>
                  <a:cubicBezTo>
                    <a:pt x="888" y="234"/>
                    <a:pt x="884" y="241"/>
                    <a:pt x="882" y="244"/>
                  </a:cubicBezTo>
                  <a:cubicBezTo>
                    <a:pt x="880" y="247"/>
                    <a:pt x="877" y="254"/>
                    <a:pt x="875" y="257"/>
                  </a:cubicBezTo>
                  <a:cubicBezTo>
                    <a:pt x="873" y="259"/>
                    <a:pt x="869" y="262"/>
                    <a:pt x="867" y="264"/>
                  </a:cubicBezTo>
                  <a:cubicBezTo>
                    <a:pt x="866" y="266"/>
                    <a:pt x="863" y="269"/>
                    <a:pt x="862" y="271"/>
                  </a:cubicBezTo>
                  <a:cubicBezTo>
                    <a:pt x="862" y="272"/>
                    <a:pt x="862" y="276"/>
                    <a:pt x="861" y="277"/>
                  </a:cubicBezTo>
                  <a:cubicBezTo>
                    <a:pt x="861" y="280"/>
                    <a:pt x="861" y="286"/>
                    <a:pt x="860" y="288"/>
                  </a:cubicBezTo>
                  <a:cubicBezTo>
                    <a:pt x="859" y="291"/>
                    <a:pt x="857" y="296"/>
                    <a:pt x="855" y="298"/>
                  </a:cubicBezTo>
                  <a:cubicBezTo>
                    <a:pt x="854" y="299"/>
                    <a:pt x="851" y="301"/>
                    <a:pt x="850" y="302"/>
                  </a:cubicBezTo>
                  <a:cubicBezTo>
                    <a:pt x="848" y="303"/>
                    <a:pt x="844" y="303"/>
                    <a:pt x="843" y="305"/>
                  </a:cubicBezTo>
                  <a:cubicBezTo>
                    <a:pt x="842" y="307"/>
                    <a:pt x="844" y="314"/>
                    <a:pt x="843" y="317"/>
                  </a:cubicBezTo>
                  <a:cubicBezTo>
                    <a:pt x="843" y="320"/>
                    <a:pt x="843" y="325"/>
                    <a:pt x="842" y="328"/>
                  </a:cubicBezTo>
                  <a:cubicBezTo>
                    <a:pt x="842" y="330"/>
                    <a:pt x="840" y="333"/>
                    <a:pt x="839" y="334"/>
                  </a:cubicBezTo>
                  <a:cubicBezTo>
                    <a:pt x="837" y="336"/>
                    <a:pt x="833" y="339"/>
                    <a:pt x="832" y="342"/>
                  </a:cubicBezTo>
                  <a:cubicBezTo>
                    <a:pt x="831" y="344"/>
                    <a:pt x="830" y="349"/>
                    <a:pt x="830" y="351"/>
                  </a:cubicBezTo>
                  <a:cubicBezTo>
                    <a:pt x="830" y="354"/>
                    <a:pt x="829" y="359"/>
                    <a:pt x="829" y="361"/>
                  </a:cubicBezTo>
                  <a:cubicBezTo>
                    <a:pt x="830" y="364"/>
                    <a:pt x="832" y="369"/>
                    <a:pt x="833" y="372"/>
                  </a:cubicBezTo>
                  <a:cubicBezTo>
                    <a:pt x="834" y="376"/>
                    <a:pt x="833" y="384"/>
                    <a:pt x="834" y="388"/>
                  </a:cubicBezTo>
                  <a:cubicBezTo>
                    <a:pt x="835" y="391"/>
                    <a:pt x="837" y="397"/>
                    <a:pt x="838" y="399"/>
                  </a:cubicBezTo>
                  <a:cubicBezTo>
                    <a:pt x="840" y="403"/>
                    <a:pt x="844" y="408"/>
                    <a:pt x="846" y="411"/>
                  </a:cubicBezTo>
                  <a:cubicBezTo>
                    <a:pt x="848" y="415"/>
                    <a:pt x="852" y="424"/>
                    <a:pt x="853" y="428"/>
                  </a:cubicBezTo>
                  <a:cubicBezTo>
                    <a:pt x="854" y="430"/>
                    <a:pt x="854" y="434"/>
                    <a:pt x="854" y="436"/>
                  </a:cubicBezTo>
                  <a:cubicBezTo>
                    <a:pt x="854" y="439"/>
                    <a:pt x="853" y="446"/>
                    <a:pt x="854" y="449"/>
                  </a:cubicBezTo>
                  <a:cubicBezTo>
                    <a:pt x="855" y="453"/>
                    <a:pt x="861" y="459"/>
                    <a:pt x="863" y="463"/>
                  </a:cubicBezTo>
                  <a:cubicBezTo>
                    <a:pt x="864" y="465"/>
                    <a:pt x="866" y="471"/>
                    <a:pt x="868" y="473"/>
                  </a:cubicBezTo>
                  <a:cubicBezTo>
                    <a:pt x="869" y="474"/>
                    <a:pt x="872" y="475"/>
                    <a:pt x="873" y="476"/>
                  </a:cubicBezTo>
                  <a:cubicBezTo>
                    <a:pt x="876" y="476"/>
                    <a:pt x="881" y="476"/>
                    <a:pt x="883" y="476"/>
                  </a:cubicBezTo>
                  <a:cubicBezTo>
                    <a:pt x="885" y="476"/>
                    <a:pt x="888" y="476"/>
                    <a:pt x="889" y="477"/>
                  </a:cubicBezTo>
                  <a:cubicBezTo>
                    <a:pt x="891" y="478"/>
                    <a:pt x="893" y="482"/>
                    <a:pt x="893" y="484"/>
                  </a:cubicBezTo>
                  <a:cubicBezTo>
                    <a:pt x="894" y="485"/>
                    <a:pt x="893" y="488"/>
                    <a:pt x="892" y="490"/>
                  </a:cubicBezTo>
                  <a:cubicBezTo>
                    <a:pt x="892" y="490"/>
                    <a:pt x="892" y="490"/>
                    <a:pt x="892" y="490"/>
                  </a:cubicBezTo>
                  <a:cubicBezTo>
                    <a:pt x="891" y="493"/>
                    <a:pt x="887" y="495"/>
                    <a:pt x="885" y="497"/>
                  </a:cubicBezTo>
                  <a:cubicBezTo>
                    <a:pt x="884" y="498"/>
                    <a:pt x="882" y="501"/>
                    <a:pt x="882" y="502"/>
                  </a:cubicBezTo>
                  <a:cubicBezTo>
                    <a:pt x="882" y="504"/>
                    <a:pt x="882" y="507"/>
                    <a:pt x="883" y="509"/>
                  </a:cubicBezTo>
                  <a:cubicBezTo>
                    <a:pt x="884" y="510"/>
                    <a:pt x="889" y="511"/>
                    <a:pt x="890" y="513"/>
                  </a:cubicBezTo>
                  <a:cubicBezTo>
                    <a:pt x="891" y="515"/>
                    <a:pt x="890" y="520"/>
                    <a:pt x="890" y="522"/>
                  </a:cubicBezTo>
                  <a:cubicBezTo>
                    <a:pt x="891" y="525"/>
                    <a:pt x="892" y="530"/>
                    <a:pt x="892" y="533"/>
                  </a:cubicBezTo>
                  <a:cubicBezTo>
                    <a:pt x="893" y="536"/>
                    <a:pt x="893" y="541"/>
                    <a:pt x="893" y="544"/>
                  </a:cubicBezTo>
                  <a:cubicBezTo>
                    <a:pt x="893" y="546"/>
                    <a:pt x="892" y="549"/>
                    <a:pt x="891" y="550"/>
                  </a:cubicBezTo>
                  <a:cubicBezTo>
                    <a:pt x="891" y="552"/>
                    <a:pt x="890" y="555"/>
                    <a:pt x="888" y="555"/>
                  </a:cubicBezTo>
                  <a:cubicBezTo>
                    <a:pt x="887" y="555"/>
                    <a:pt x="885" y="552"/>
                    <a:pt x="884" y="551"/>
                  </a:cubicBezTo>
                  <a:cubicBezTo>
                    <a:pt x="883" y="550"/>
                    <a:pt x="881" y="548"/>
                    <a:pt x="880" y="547"/>
                  </a:cubicBezTo>
                  <a:cubicBezTo>
                    <a:pt x="878" y="546"/>
                    <a:pt x="875" y="545"/>
                    <a:pt x="873" y="546"/>
                  </a:cubicBezTo>
                  <a:cubicBezTo>
                    <a:pt x="871" y="546"/>
                    <a:pt x="866" y="548"/>
                    <a:pt x="864" y="550"/>
                  </a:cubicBezTo>
                  <a:cubicBezTo>
                    <a:pt x="863" y="552"/>
                    <a:pt x="863" y="559"/>
                    <a:pt x="863" y="561"/>
                  </a:cubicBezTo>
                  <a:cubicBezTo>
                    <a:pt x="862" y="563"/>
                    <a:pt x="861" y="567"/>
                    <a:pt x="860" y="569"/>
                  </a:cubicBezTo>
                  <a:cubicBezTo>
                    <a:pt x="860" y="570"/>
                    <a:pt x="858" y="573"/>
                    <a:pt x="856" y="573"/>
                  </a:cubicBezTo>
                  <a:cubicBezTo>
                    <a:pt x="855" y="573"/>
                    <a:pt x="853" y="573"/>
                    <a:pt x="852" y="572"/>
                  </a:cubicBezTo>
                  <a:cubicBezTo>
                    <a:pt x="850" y="571"/>
                    <a:pt x="849" y="567"/>
                    <a:pt x="847" y="566"/>
                  </a:cubicBezTo>
                  <a:cubicBezTo>
                    <a:pt x="845" y="564"/>
                    <a:pt x="842" y="562"/>
                    <a:pt x="839" y="562"/>
                  </a:cubicBezTo>
                  <a:cubicBezTo>
                    <a:pt x="837" y="562"/>
                    <a:pt x="834" y="564"/>
                    <a:pt x="832" y="566"/>
                  </a:cubicBezTo>
                  <a:cubicBezTo>
                    <a:pt x="831" y="568"/>
                    <a:pt x="830" y="571"/>
                    <a:pt x="831" y="573"/>
                  </a:cubicBezTo>
                  <a:cubicBezTo>
                    <a:pt x="831" y="575"/>
                    <a:pt x="834" y="578"/>
                    <a:pt x="835" y="580"/>
                  </a:cubicBezTo>
                  <a:cubicBezTo>
                    <a:pt x="837" y="582"/>
                    <a:pt x="839" y="588"/>
                    <a:pt x="839" y="592"/>
                  </a:cubicBezTo>
                  <a:cubicBezTo>
                    <a:pt x="840" y="596"/>
                    <a:pt x="838" y="604"/>
                    <a:pt x="837" y="609"/>
                  </a:cubicBezTo>
                  <a:cubicBezTo>
                    <a:pt x="837" y="612"/>
                    <a:pt x="835" y="619"/>
                    <a:pt x="834" y="622"/>
                  </a:cubicBezTo>
                  <a:cubicBezTo>
                    <a:pt x="834" y="624"/>
                    <a:pt x="833" y="629"/>
                    <a:pt x="832" y="631"/>
                  </a:cubicBezTo>
                  <a:cubicBezTo>
                    <a:pt x="831" y="633"/>
                    <a:pt x="827" y="636"/>
                    <a:pt x="825" y="636"/>
                  </a:cubicBezTo>
                  <a:cubicBezTo>
                    <a:pt x="820" y="639"/>
                    <a:pt x="808" y="638"/>
                    <a:pt x="802" y="639"/>
                  </a:cubicBezTo>
                  <a:cubicBezTo>
                    <a:pt x="798" y="639"/>
                    <a:pt x="789" y="638"/>
                    <a:pt x="785" y="639"/>
                  </a:cubicBezTo>
                  <a:cubicBezTo>
                    <a:pt x="782" y="639"/>
                    <a:pt x="775" y="640"/>
                    <a:pt x="772" y="642"/>
                  </a:cubicBezTo>
                  <a:cubicBezTo>
                    <a:pt x="770" y="643"/>
                    <a:pt x="768" y="648"/>
                    <a:pt x="766" y="649"/>
                  </a:cubicBezTo>
                  <a:cubicBezTo>
                    <a:pt x="763" y="651"/>
                    <a:pt x="758" y="653"/>
                    <a:pt x="756" y="653"/>
                  </a:cubicBezTo>
                  <a:cubicBezTo>
                    <a:pt x="753" y="653"/>
                    <a:pt x="747" y="650"/>
                    <a:pt x="744" y="649"/>
                  </a:cubicBezTo>
                  <a:cubicBezTo>
                    <a:pt x="740" y="648"/>
                    <a:pt x="731" y="648"/>
                    <a:pt x="726" y="647"/>
                  </a:cubicBezTo>
                  <a:cubicBezTo>
                    <a:pt x="723" y="647"/>
                    <a:pt x="715" y="646"/>
                    <a:pt x="712" y="648"/>
                  </a:cubicBezTo>
                  <a:cubicBezTo>
                    <a:pt x="710" y="649"/>
                    <a:pt x="707" y="653"/>
                    <a:pt x="705" y="655"/>
                  </a:cubicBezTo>
                  <a:cubicBezTo>
                    <a:pt x="703" y="656"/>
                    <a:pt x="699" y="660"/>
                    <a:pt x="696" y="660"/>
                  </a:cubicBezTo>
                  <a:cubicBezTo>
                    <a:pt x="694" y="661"/>
                    <a:pt x="689" y="660"/>
                    <a:pt x="686" y="660"/>
                  </a:cubicBezTo>
                  <a:cubicBezTo>
                    <a:pt x="684" y="660"/>
                    <a:pt x="679" y="658"/>
                    <a:pt x="677" y="657"/>
                  </a:cubicBezTo>
                  <a:cubicBezTo>
                    <a:pt x="674" y="655"/>
                    <a:pt x="670" y="651"/>
                    <a:pt x="667" y="649"/>
                  </a:cubicBezTo>
                  <a:cubicBezTo>
                    <a:pt x="665" y="648"/>
                    <a:pt x="660" y="647"/>
                    <a:pt x="657" y="647"/>
                  </a:cubicBezTo>
                  <a:cubicBezTo>
                    <a:pt x="655" y="647"/>
                    <a:pt x="649" y="648"/>
                    <a:pt x="646" y="647"/>
                  </a:cubicBezTo>
                  <a:cubicBezTo>
                    <a:pt x="644" y="647"/>
                    <a:pt x="640" y="644"/>
                    <a:pt x="638" y="644"/>
                  </a:cubicBezTo>
                  <a:cubicBezTo>
                    <a:pt x="636" y="643"/>
                    <a:pt x="631" y="641"/>
                    <a:pt x="628" y="641"/>
                  </a:cubicBezTo>
                  <a:cubicBezTo>
                    <a:pt x="625" y="641"/>
                    <a:pt x="620" y="643"/>
                    <a:pt x="618" y="644"/>
                  </a:cubicBezTo>
                  <a:cubicBezTo>
                    <a:pt x="615" y="644"/>
                    <a:pt x="611" y="647"/>
                    <a:pt x="609" y="648"/>
                  </a:cubicBezTo>
                  <a:cubicBezTo>
                    <a:pt x="607" y="649"/>
                    <a:pt x="604" y="652"/>
                    <a:pt x="603" y="654"/>
                  </a:cubicBezTo>
                  <a:cubicBezTo>
                    <a:pt x="603" y="655"/>
                    <a:pt x="604" y="658"/>
                    <a:pt x="604" y="660"/>
                  </a:cubicBezTo>
                  <a:cubicBezTo>
                    <a:pt x="604" y="662"/>
                    <a:pt x="603" y="665"/>
                    <a:pt x="603" y="666"/>
                  </a:cubicBezTo>
                  <a:cubicBezTo>
                    <a:pt x="602" y="668"/>
                    <a:pt x="599" y="672"/>
                    <a:pt x="597" y="672"/>
                  </a:cubicBezTo>
                  <a:cubicBezTo>
                    <a:pt x="595" y="672"/>
                    <a:pt x="592" y="669"/>
                    <a:pt x="590" y="669"/>
                  </a:cubicBezTo>
                  <a:cubicBezTo>
                    <a:pt x="589" y="670"/>
                    <a:pt x="588" y="672"/>
                    <a:pt x="588" y="673"/>
                  </a:cubicBezTo>
                  <a:cubicBezTo>
                    <a:pt x="587" y="674"/>
                    <a:pt x="587" y="678"/>
                    <a:pt x="587" y="680"/>
                  </a:cubicBezTo>
                  <a:cubicBezTo>
                    <a:pt x="587" y="682"/>
                    <a:pt x="586" y="686"/>
                    <a:pt x="585" y="688"/>
                  </a:cubicBezTo>
                  <a:cubicBezTo>
                    <a:pt x="584" y="690"/>
                    <a:pt x="581" y="693"/>
                    <a:pt x="580" y="694"/>
                  </a:cubicBezTo>
                  <a:cubicBezTo>
                    <a:pt x="578" y="696"/>
                    <a:pt x="573" y="698"/>
                    <a:pt x="570" y="700"/>
                  </a:cubicBezTo>
                  <a:cubicBezTo>
                    <a:pt x="569" y="701"/>
                    <a:pt x="566" y="703"/>
                    <a:pt x="564" y="703"/>
                  </a:cubicBezTo>
                  <a:cubicBezTo>
                    <a:pt x="562" y="704"/>
                    <a:pt x="558" y="703"/>
                    <a:pt x="556" y="704"/>
                  </a:cubicBezTo>
                  <a:cubicBezTo>
                    <a:pt x="554" y="704"/>
                    <a:pt x="549" y="705"/>
                    <a:pt x="547" y="706"/>
                  </a:cubicBezTo>
                  <a:cubicBezTo>
                    <a:pt x="545" y="708"/>
                    <a:pt x="542" y="712"/>
                    <a:pt x="541" y="714"/>
                  </a:cubicBezTo>
                  <a:cubicBezTo>
                    <a:pt x="539" y="716"/>
                    <a:pt x="536" y="720"/>
                    <a:pt x="535" y="722"/>
                  </a:cubicBezTo>
                  <a:cubicBezTo>
                    <a:pt x="533" y="724"/>
                    <a:pt x="532" y="728"/>
                    <a:pt x="530" y="730"/>
                  </a:cubicBezTo>
                  <a:cubicBezTo>
                    <a:pt x="529" y="731"/>
                    <a:pt x="525" y="731"/>
                    <a:pt x="524" y="731"/>
                  </a:cubicBezTo>
                  <a:cubicBezTo>
                    <a:pt x="523" y="730"/>
                    <a:pt x="521" y="729"/>
                    <a:pt x="521" y="728"/>
                  </a:cubicBezTo>
                  <a:cubicBezTo>
                    <a:pt x="520" y="727"/>
                    <a:pt x="519" y="724"/>
                    <a:pt x="518" y="723"/>
                  </a:cubicBezTo>
                  <a:cubicBezTo>
                    <a:pt x="517" y="721"/>
                    <a:pt x="513" y="720"/>
                    <a:pt x="512" y="720"/>
                  </a:cubicBezTo>
                  <a:cubicBezTo>
                    <a:pt x="510" y="719"/>
                    <a:pt x="505" y="719"/>
                    <a:pt x="503" y="719"/>
                  </a:cubicBezTo>
                  <a:cubicBezTo>
                    <a:pt x="500" y="720"/>
                    <a:pt x="495" y="722"/>
                    <a:pt x="493" y="724"/>
                  </a:cubicBezTo>
                  <a:cubicBezTo>
                    <a:pt x="490" y="725"/>
                    <a:pt x="487" y="731"/>
                    <a:pt x="485" y="733"/>
                  </a:cubicBezTo>
                  <a:cubicBezTo>
                    <a:pt x="482" y="736"/>
                    <a:pt x="474" y="740"/>
                    <a:pt x="471" y="742"/>
                  </a:cubicBezTo>
                  <a:cubicBezTo>
                    <a:pt x="469" y="744"/>
                    <a:pt x="465" y="746"/>
                    <a:pt x="463" y="747"/>
                  </a:cubicBezTo>
                  <a:cubicBezTo>
                    <a:pt x="461" y="748"/>
                    <a:pt x="459" y="752"/>
                    <a:pt x="458" y="752"/>
                  </a:cubicBezTo>
                  <a:cubicBezTo>
                    <a:pt x="456" y="753"/>
                    <a:pt x="453" y="751"/>
                    <a:pt x="451" y="751"/>
                  </a:cubicBezTo>
                  <a:cubicBezTo>
                    <a:pt x="448" y="750"/>
                    <a:pt x="444" y="746"/>
                    <a:pt x="442" y="744"/>
                  </a:cubicBezTo>
                  <a:cubicBezTo>
                    <a:pt x="439" y="743"/>
                    <a:pt x="434" y="741"/>
                    <a:pt x="431" y="741"/>
                  </a:cubicBezTo>
                  <a:cubicBezTo>
                    <a:pt x="429" y="741"/>
                    <a:pt x="424" y="743"/>
                    <a:pt x="422" y="745"/>
                  </a:cubicBezTo>
                  <a:cubicBezTo>
                    <a:pt x="420" y="746"/>
                    <a:pt x="416" y="749"/>
                    <a:pt x="413" y="750"/>
                  </a:cubicBezTo>
                  <a:cubicBezTo>
                    <a:pt x="411" y="751"/>
                    <a:pt x="406" y="750"/>
                    <a:pt x="403" y="751"/>
                  </a:cubicBezTo>
                  <a:cubicBezTo>
                    <a:pt x="400" y="751"/>
                    <a:pt x="395" y="752"/>
                    <a:pt x="393" y="754"/>
                  </a:cubicBezTo>
                  <a:cubicBezTo>
                    <a:pt x="390" y="756"/>
                    <a:pt x="387" y="762"/>
                    <a:pt x="386" y="765"/>
                  </a:cubicBezTo>
                  <a:cubicBezTo>
                    <a:pt x="385" y="767"/>
                    <a:pt x="385" y="772"/>
                    <a:pt x="383" y="773"/>
                  </a:cubicBezTo>
                  <a:cubicBezTo>
                    <a:pt x="382" y="774"/>
                    <a:pt x="378" y="773"/>
                    <a:pt x="376" y="773"/>
                  </a:cubicBezTo>
                  <a:cubicBezTo>
                    <a:pt x="374" y="774"/>
                    <a:pt x="370" y="776"/>
                    <a:pt x="368" y="777"/>
                  </a:cubicBezTo>
                  <a:cubicBezTo>
                    <a:pt x="367" y="777"/>
                    <a:pt x="364" y="781"/>
                    <a:pt x="362" y="780"/>
                  </a:cubicBezTo>
                  <a:cubicBezTo>
                    <a:pt x="360" y="780"/>
                    <a:pt x="360" y="776"/>
                    <a:pt x="358" y="775"/>
                  </a:cubicBezTo>
                  <a:cubicBezTo>
                    <a:pt x="356" y="774"/>
                    <a:pt x="351" y="775"/>
                    <a:pt x="349" y="776"/>
                  </a:cubicBezTo>
                  <a:cubicBezTo>
                    <a:pt x="346" y="776"/>
                    <a:pt x="341" y="780"/>
                    <a:pt x="338" y="782"/>
                  </a:cubicBezTo>
                  <a:cubicBezTo>
                    <a:pt x="336" y="783"/>
                    <a:pt x="330" y="786"/>
                    <a:pt x="328" y="788"/>
                  </a:cubicBezTo>
                  <a:cubicBezTo>
                    <a:pt x="326" y="789"/>
                    <a:pt x="322" y="792"/>
                    <a:pt x="320" y="794"/>
                  </a:cubicBezTo>
                  <a:cubicBezTo>
                    <a:pt x="319" y="796"/>
                    <a:pt x="317" y="800"/>
                    <a:pt x="316" y="802"/>
                  </a:cubicBezTo>
                  <a:cubicBezTo>
                    <a:pt x="316" y="804"/>
                    <a:pt x="319" y="808"/>
                    <a:pt x="319" y="810"/>
                  </a:cubicBezTo>
                  <a:cubicBezTo>
                    <a:pt x="319" y="812"/>
                    <a:pt x="319" y="817"/>
                    <a:pt x="318" y="819"/>
                  </a:cubicBezTo>
                  <a:cubicBezTo>
                    <a:pt x="317" y="822"/>
                    <a:pt x="312" y="828"/>
                    <a:pt x="310" y="830"/>
                  </a:cubicBezTo>
                  <a:cubicBezTo>
                    <a:pt x="307" y="833"/>
                    <a:pt x="299" y="837"/>
                    <a:pt x="296" y="841"/>
                  </a:cubicBezTo>
                  <a:cubicBezTo>
                    <a:pt x="294" y="842"/>
                    <a:pt x="292" y="848"/>
                    <a:pt x="291" y="849"/>
                  </a:cubicBezTo>
                  <a:cubicBezTo>
                    <a:pt x="289" y="851"/>
                    <a:pt x="286" y="853"/>
                    <a:pt x="284" y="853"/>
                  </a:cubicBezTo>
                  <a:cubicBezTo>
                    <a:pt x="282" y="853"/>
                    <a:pt x="279" y="852"/>
                    <a:pt x="278" y="852"/>
                  </a:cubicBezTo>
                  <a:cubicBezTo>
                    <a:pt x="276" y="853"/>
                    <a:pt x="273" y="854"/>
                    <a:pt x="272" y="855"/>
                  </a:cubicBezTo>
                  <a:cubicBezTo>
                    <a:pt x="270" y="856"/>
                    <a:pt x="269" y="860"/>
                    <a:pt x="268" y="861"/>
                  </a:cubicBezTo>
                  <a:cubicBezTo>
                    <a:pt x="267" y="861"/>
                    <a:pt x="266" y="862"/>
                    <a:pt x="265" y="862"/>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7"/>
            <p:cNvSpPr>
              <a:spLocks/>
            </p:cNvSpPr>
            <p:nvPr/>
          </p:nvSpPr>
          <p:spPr bwMode="auto">
            <a:xfrm>
              <a:off x="3592513" y="1109663"/>
              <a:ext cx="1071563" cy="736600"/>
            </a:xfrm>
            <a:custGeom>
              <a:avLst/>
              <a:gdLst/>
              <a:ahLst/>
              <a:cxnLst>
                <a:cxn ang="0">
                  <a:pos x="433" y="436"/>
                </a:cxn>
                <a:cxn ang="0">
                  <a:pos x="413" y="411"/>
                </a:cxn>
                <a:cxn ang="0">
                  <a:pos x="381" y="390"/>
                </a:cxn>
                <a:cxn ang="0">
                  <a:pos x="344" y="381"/>
                </a:cxn>
                <a:cxn ang="0">
                  <a:pos x="323" y="369"/>
                </a:cxn>
                <a:cxn ang="0">
                  <a:pos x="300" y="403"/>
                </a:cxn>
                <a:cxn ang="0">
                  <a:pos x="249" y="446"/>
                </a:cxn>
                <a:cxn ang="0">
                  <a:pos x="204" y="452"/>
                </a:cxn>
                <a:cxn ang="0">
                  <a:pos x="188" y="471"/>
                </a:cxn>
                <a:cxn ang="0">
                  <a:pos x="158" y="475"/>
                </a:cxn>
                <a:cxn ang="0">
                  <a:pos x="133" y="487"/>
                </a:cxn>
                <a:cxn ang="0">
                  <a:pos x="128" y="461"/>
                </a:cxn>
                <a:cxn ang="0">
                  <a:pos x="87" y="454"/>
                </a:cxn>
                <a:cxn ang="0">
                  <a:pos x="68" y="453"/>
                </a:cxn>
                <a:cxn ang="0">
                  <a:pos x="60" y="436"/>
                </a:cxn>
                <a:cxn ang="0">
                  <a:pos x="34" y="422"/>
                </a:cxn>
                <a:cxn ang="0">
                  <a:pos x="17" y="370"/>
                </a:cxn>
                <a:cxn ang="0">
                  <a:pos x="0" y="320"/>
                </a:cxn>
                <a:cxn ang="0">
                  <a:pos x="13" y="287"/>
                </a:cxn>
                <a:cxn ang="0">
                  <a:pos x="26" y="257"/>
                </a:cxn>
                <a:cxn ang="0">
                  <a:pos x="38" y="223"/>
                </a:cxn>
                <a:cxn ang="0">
                  <a:pos x="72" y="184"/>
                </a:cxn>
                <a:cxn ang="0">
                  <a:pos x="114" y="188"/>
                </a:cxn>
                <a:cxn ang="0">
                  <a:pos x="142" y="162"/>
                </a:cxn>
                <a:cxn ang="0">
                  <a:pos x="161" y="137"/>
                </a:cxn>
                <a:cxn ang="0">
                  <a:pos x="222" y="166"/>
                </a:cxn>
                <a:cxn ang="0">
                  <a:pos x="264" y="145"/>
                </a:cxn>
                <a:cxn ang="0">
                  <a:pos x="327" y="145"/>
                </a:cxn>
                <a:cxn ang="0">
                  <a:pos x="375" y="108"/>
                </a:cxn>
                <a:cxn ang="0">
                  <a:pos x="371" y="48"/>
                </a:cxn>
                <a:cxn ang="0">
                  <a:pos x="374" y="3"/>
                </a:cxn>
                <a:cxn ang="0">
                  <a:pos x="420" y="21"/>
                </a:cxn>
                <a:cxn ang="0">
                  <a:pos x="450" y="16"/>
                </a:cxn>
                <a:cxn ang="0">
                  <a:pos x="515" y="35"/>
                </a:cxn>
                <a:cxn ang="0">
                  <a:pos x="521" y="88"/>
                </a:cxn>
                <a:cxn ang="0">
                  <a:pos x="554" y="146"/>
                </a:cxn>
                <a:cxn ang="0">
                  <a:pos x="581" y="212"/>
                </a:cxn>
                <a:cxn ang="0">
                  <a:pos x="612" y="191"/>
                </a:cxn>
                <a:cxn ang="0">
                  <a:pos x="652" y="202"/>
                </a:cxn>
                <a:cxn ang="0">
                  <a:pos x="671" y="230"/>
                </a:cxn>
                <a:cxn ang="0">
                  <a:pos x="687" y="259"/>
                </a:cxn>
                <a:cxn ang="0">
                  <a:pos x="691" y="323"/>
                </a:cxn>
                <a:cxn ang="0">
                  <a:pos x="703" y="379"/>
                </a:cxn>
                <a:cxn ang="0">
                  <a:pos x="708" y="416"/>
                </a:cxn>
                <a:cxn ang="0">
                  <a:pos x="721" y="450"/>
                </a:cxn>
                <a:cxn ang="0">
                  <a:pos x="674" y="454"/>
                </a:cxn>
                <a:cxn ang="0">
                  <a:pos x="628" y="441"/>
                </a:cxn>
                <a:cxn ang="0">
                  <a:pos x="610" y="482"/>
                </a:cxn>
                <a:cxn ang="0">
                  <a:pos x="580" y="477"/>
                </a:cxn>
                <a:cxn ang="0">
                  <a:pos x="554" y="463"/>
                </a:cxn>
                <a:cxn ang="0">
                  <a:pos x="525" y="450"/>
                </a:cxn>
                <a:cxn ang="0">
                  <a:pos x="488" y="477"/>
                </a:cxn>
                <a:cxn ang="0">
                  <a:pos x="451" y="451"/>
                </a:cxn>
              </a:cxnLst>
              <a:rect l="0" t="0" r="r" b="b"/>
              <a:pathLst>
                <a:path w="722" h="496">
                  <a:moveTo>
                    <a:pt x="451" y="451"/>
                  </a:moveTo>
                  <a:cubicBezTo>
                    <a:pt x="449" y="448"/>
                    <a:pt x="447" y="445"/>
                    <a:pt x="445" y="444"/>
                  </a:cubicBezTo>
                  <a:cubicBezTo>
                    <a:pt x="443" y="443"/>
                    <a:pt x="440" y="445"/>
                    <a:pt x="438" y="444"/>
                  </a:cubicBezTo>
                  <a:cubicBezTo>
                    <a:pt x="436" y="443"/>
                    <a:pt x="435" y="438"/>
                    <a:pt x="433" y="436"/>
                  </a:cubicBezTo>
                  <a:cubicBezTo>
                    <a:pt x="432" y="436"/>
                    <a:pt x="430" y="435"/>
                    <a:pt x="429" y="435"/>
                  </a:cubicBezTo>
                  <a:cubicBezTo>
                    <a:pt x="426" y="434"/>
                    <a:pt x="421" y="432"/>
                    <a:pt x="419" y="430"/>
                  </a:cubicBezTo>
                  <a:cubicBezTo>
                    <a:pt x="417" y="428"/>
                    <a:pt x="416" y="422"/>
                    <a:pt x="415" y="419"/>
                  </a:cubicBezTo>
                  <a:cubicBezTo>
                    <a:pt x="414" y="417"/>
                    <a:pt x="415" y="413"/>
                    <a:pt x="413" y="411"/>
                  </a:cubicBezTo>
                  <a:cubicBezTo>
                    <a:pt x="411" y="409"/>
                    <a:pt x="405" y="409"/>
                    <a:pt x="403" y="409"/>
                  </a:cubicBezTo>
                  <a:cubicBezTo>
                    <a:pt x="401" y="409"/>
                    <a:pt x="396" y="410"/>
                    <a:pt x="394" y="409"/>
                  </a:cubicBezTo>
                  <a:cubicBezTo>
                    <a:pt x="391" y="408"/>
                    <a:pt x="387" y="403"/>
                    <a:pt x="385" y="400"/>
                  </a:cubicBezTo>
                  <a:cubicBezTo>
                    <a:pt x="384" y="398"/>
                    <a:pt x="382" y="393"/>
                    <a:pt x="381" y="390"/>
                  </a:cubicBezTo>
                  <a:cubicBezTo>
                    <a:pt x="379" y="388"/>
                    <a:pt x="375" y="384"/>
                    <a:pt x="372" y="382"/>
                  </a:cubicBezTo>
                  <a:cubicBezTo>
                    <a:pt x="370" y="381"/>
                    <a:pt x="366" y="379"/>
                    <a:pt x="364" y="379"/>
                  </a:cubicBezTo>
                  <a:cubicBezTo>
                    <a:pt x="361" y="378"/>
                    <a:pt x="356" y="380"/>
                    <a:pt x="353" y="380"/>
                  </a:cubicBezTo>
                  <a:cubicBezTo>
                    <a:pt x="351" y="381"/>
                    <a:pt x="346" y="381"/>
                    <a:pt x="344" y="381"/>
                  </a:cubicBezTo>
                  <a:cubicBezTo>
                    <a:pt x="343" y="381"/>
                    <a:pt x="339" y="381"/>
                    <a:pt x="338" y="380"/>
                  </a:cubicBezTo>
                  <a:cubicBezTo>
                    <a:pt x="336" y="379"/>
                    <a:pt x="334" y="375"/>
                    <a:pt x="333" y="374"/>
                  </a:cubicBezTo>
                  <a:cubicBezTo>
                    <a:pt x="332" y="373"/>
                    <a:pt x="330" y="371"/>
                    <a:pt x="329" y="371"/>
                  </a:cubicBezTo>
                  <a:cubicBezTo>
                    <a:pt x="327" y="370"/>
                    <a:pt x="324" y="369"/>
                    <a:pt x="323" y="369"/>
                  </a:cubicBezTo>
                  <a:cubicBezTo>
                    <a:pt x="321" y="369"/>
                    <a:pt x="317" y="371"/>
                    <a:pt x="316" y="372"/>
                  </a:cubicBezTo>
                  <a:cubicBezTo>
                    <a:pt x="314" y="374"/>
                    <a:pt x="313" y="379"/>
                    <a:pt x="312" y="381"/>
                  </a:cubicBezTo>
                  <a:cubicBezTo>
                    <a:pt x="311" y="384"/>
                    <a:pt x="310" y="391"/>
                    <a:pt x="308" y="394"/>
                  </a:cubicBezTo>
                  <a:cubicBezTo>
                    <a:pt x="306" y="397"/>
                    <a:pt x="303" y="401"/>
                    <a:pt x="300" y="403"/>
                  </a:cubicBezTo>
                  <a:cubicBezTo>
                    <a:pt x="298" y="404"/>
                    <a:pt x="292" y="403"/>
                    <a:pt x="290" y="405"/>
                  </a:cubicBezTo>
                  <a:cubicBezTo>
                    <a:pt x="287" y="407"/>
                    <a:pt x="283" y="414"/>
                    <a:pt x="281" y="417"/>
                  </a:cubicBezTo>
                  <a:cubicBezTo>
                    <a:pt x="278" y="420"/>
                    <a:pt x="271" y="427"/>
                    <a:pt x="268" y="430"/>
                  </a:cubicBezTo>
                  <a:cubicBezTo>
                    <a:pt x="264" y="434"/>
                    <a:pt x="254" y="442"/>
                    <a:pt x="249" y="446"/>
                  </a:cubicBezTo>
                  <a:cubicBezTo>
                    <a:pt x="246" y="448"/>
                    <a:pt x="239" y="452"/>
                    <a:pt x="236" y="453"/>
                  </a:cubicBezTo>
                  <a:cubicBezTo>
                    <a:pt x="232" y="454"/>
                    <a:pt x="226" y="455"/>
                    <a:pt x="222" y="455"/>
                  </a:cubicBezTo>
                  <a:cubicBezTo>
                    <a:pt x="220" y="454"/>
                    <a:pt x="216" y="451"/>
                    <a:pt x="213" y="450"/>
                  </a:cubicBezTo>
                  <a:cubicBezTo>
                    <a:pt x="211" y="450"/>
                    <a:pt x="206" y="451"/>
                    <a:pt x="204" y="452"/>
                  </a:cubicBezTo>
                  <a:cubicBezTo>
                    <a:pt x="203" y="453"/>
                    <a:pt x="202" y="455"/>
                    <a:pt x="202" y="456"/>
                  </a:cubicBezTo>
                  <a:cubicBezTo>
                    <a:pt x="200" y="458"/>
                    <a:pt x="198" y="460"/>
                    <a:pt x="197" y="461"/>
                  </a:cubicBezTo>
                  <a:cubicBezTo>
                    <a:pt x="195" y="462"/>
                    <a:pt x="191" y="461"/>
                    <a:pt x="190" y="463"/>
                  </a:cubicBezTo>
                  <a:cubicBezTo>
                    <a:pt x="188" y="464"/>
                    <a:pt x="188" y="469"/>
                    <a:pt x="188" y="471"/>
                  </a:cubicBezTo>
                  <a:cubicBezTo>
                    <a:pt x="187" y="473"/>
                    <a:pt x="189" y="477"/>
                    <a:pt x="188" y="479"/>
                  </a:cubicBezTo>
                  <a:cubicBezTo>
                    <a:pt x="186" y="481"/>
                    <a:pt x="182" y="482"/>
                    <a:pt x="180" y="482"/>
                  </a:cubicBezTo>
                  <a:cubicBezTo>
                    <a:pt x="178" y="482"/>
                    <a:pt x="172" y="479"/>
                    <a:pt x="170" y="478"/>
                  </a:cubicBezTo>
                  <a:cubicBezTo>
                    <a:pt x="167" y="477"/>
                    <a:pt x="161" y="475"/>
                    <a:pt x="158" y="475"/>
                  </a:cubicBezTo>
                  <a:cubicBezTo>
                    <a:pt x="156" y="475"/>
                    <a:pt x="151" y="476"/>
                    <a:pt x="149" y="477"/>
                  </a:cubicBezTo>
                  <a:cubicBezTo>
                    <a:pt x="148" y="478"/>
                    <a:pt x="145" y="480"/>
                    <a:pt x="144" y="482"/>
                  </a:cubicBezTo>
                  <a:cubicBezTo>
                    <a:pt x="143" y="484"/>
                    <a:pt x="142" y="488"/>
                    <a:pt x="141" y="489"/>
                  </a:cubicBezTo>
                  <a:cubicBezTo>
                    <a:pt x="139" y="490"/>
                    <a:pt x="135" y="488"/>
                    <a:pt x="133" y="487"/>
                  </a:cubicBezTo>
                  <a:cubicBezTo>
                    <a:pt x="132" y="487"/>
                    <a:pt x="129" y="486"/>
                    <a:pt x="129" y="485"/>
                  </a:cubicBezTo>
                  <a:cubicBezTo>
                    <a:pt x="128" y="483"/>
                    <a:pt x="127" y="480"/>
                    <a:pt x="127" y="478"/>
                  </a:cubicBezTo>
                  <a:cubicBezTo>
                    <a:pt x="127" y="476"/>
                    <a:pt x="129" y="469"/>
                    <a:pt x="129" y="469"/>
                  </a:cubicBezTo>
                  <a:cubicBezTo>
                    <a:pt x="129" y="468"/>
                    <a:pt x="129" y="462"/>
                    <a:pt x="128" y="461"/>
                  </a:cubicBezTo>
                  <a:cubicBezTo>
                    <a:pt x="125" y="458"/>
                    <a:pt x="118" y="458"/>
                    <a:pt x="115" y="457"/>
                  </a:cubicBezTo>
                  <a:cubicBezTo>
                    <a:pt x="112" y="456"/>
                    <a:pt x="108" y="455"/>
                    <a:pt x="105" y="454"/>
                  </a:cubicBezTo>
                  <a:cubicBezTo>
                    <a:pt x="103" y="454"/>
                    <a:pt x="98" y="452"/>
                    <a:pt x="96" y="452"/>
                  </a:cubicBezTo>
                  <a:cubicBezTo>
                    <a:pt x="94" y="452"/>
                    <a:pt x="89" y="452"/>
                    <a:pt x="87" y="454"/>
                  </a:cubicBezTo>
                  <a:cubicBezTo>
                    <a:pt x="86" y="455"/>
                    <a:pt x="84" y="458"/>
                    <a:pt x="83" y="460"/>
                  </a:cubicBezTo>
                  <a:cubicBezTo>
                    <a:pt x="81" y="461"/>
                    <a:pt x="78" y="463"/>
                    <a:pt x="77" y="463"/>
                  </a:cubicBezTo>
                  <a:cubicBezTo>
                    <a:pt x="75" y="463"/>
                    <a:pt x="72" y="461"/>
                    <a:pt x="71" y="460"/>
                  </a:cubicBezTo>
                  <a:cubicBezTo>
                    <a:pt x="70" y="459"/>
                    <a:pt x="69" y="455"/>
                    <a:pt x="68" y="453"/>
                  </a:cubicBezTo>
                  <a:cubicBezTo>
                    <a:pt x="67" y="452"/>
                    <a:pt x="65" y="451"/>
                    <a:pt x="63" y="449"/>
                  </a:cubicBezTo>
                  <a:cubicBezTo>
                    <a:pt x="63" y="449"/>
                    <a:pt x="63" y="449"/>
                    <a:pt x="63" y="449"/>
                  </a:cubicBezTo>
                  <a:cubicBezTo>
                    <a:pt x="64" y="447"/>
                    <a:pt x="65" y="444"/>
                    <a:pt x="64" y="443"/>
                  </a:cubicBezTo>
                  <a:cubicBezTo>
                    <a:pt x="64" y="441"/>
                    <a:pt x="62" y="437"/>
                    <a:pt x="60" y="436"/>
                  </a:cubicBezTo>
                  <a:cubicBezTo>
                    <a:pt x="59" y="435"/>
                    <a:pt x="56" y="435"/>
                    <a:pt x="54" y="435"/>
                  </a:cubicBezTo>
                  <a:cubicBezTo>
                    <a:pt x="52" y="435"/>
                    <a:pt x="47" y="435"/>
                    <a:pt x="44" y="435"/>
                  </a:cubicBezTo>
                  <a:cubicBezTo>
                    <a:pt x="43" y="434"/>
                    <a:pt x="40" y="433"/>
                    <a:pt x="39" y="432"/>
                  </a:cubicBezTo>
                  <a:cubicBezTo>
                    <a:pt x="37" y="430"/>
                    <a:pt x="35" y="424"/>
                    <a:pt x="34" y="422"/>
                  </a:cubicBezTo>
                  <a:cubicBezTo>
                    <a:pt x="32" y="418"/>
                    <a:pt x="26" y="412"/>
                    <a:pt x="25" y="408"/>
                  </a:cubicBezTo>
                  <a:cubicBezTo>
                    <a:pt x="24" y="405"/>
                    <a:pt x="25" y="398"/>
                    <a:pt x="25" y="395"/>
                  </a:cubicBezTo>
                  <a:cubicBezTo>
                    <a:pt x="25" y="393"/>
                    <a:pt x="25" y="389"/>
                    <a:pt x="24" y="387"/>
                  </a:cubicBezTo>
                  <a:cubicBezTo>
                    <a:pt x="23" y="383"/>
                    <a:pt x="19" y="374"/>
                    <a:pt x="17" y="370"/>
                  </a:cubicBezTo>
                  <a:cubicBezTo>
                    <a:pt x="15" y="367"/>
                    <a:pt x="11" y="362"/>
                    <a:pt x="9" y="358"/>
                  </a:cubicBezTo>
                  <a:cubicBezTo>
                    <a:pt x="8" y="356"/>
                    <a:pt x="6" y="350"/>
                    <a:pt x="5" y="347"/>
                  </a:cubicBezTo>
                  <a:cubicBezTo>
                    <a:pt x="4" y="343"/>
                    <a:pt x="5" y="335"/>
                    <a:pt x="4" y="331"/>
                  </a:cubicBezTo>
                  <a:cubicBezTo>
                    <a:pt x="3" y="328"/>
                    <a:pt x="1" y="323"/>
                    <a:pt x="0" y="320"/>
                  </a:cubicBezTo>
                  <a:cubicBezTo>
                    <a:pt x="0" y="318"/>
                    <a:pt x="1" y="313"/>
                    <a:pt x="1" y="310"/>
                  </a:cubicBezTo>
                  <a:cubicBezTo>
                    <a:pt x="1" y="308"/>
                    <a:pt x="2" y="303"/>
                    <a:pt x="3" y="301"/>
                  </a:cubicBezTo>
                  <a:cubicBezTo>
                    <a:pt x="4" y="298"/>
                    <a:pt x="8" y="295"/>
                    <a:pt x="10" y="293"/>
                  </a:cubicBezTo>
                  <a:cubicBezTo>
                    <a:pt x="11" y="292"/>
                    <a:pt x="13" y="289"/>
                    <a:pt x="13" y="287"/>
                  </a:cubicBezTo>
                  <a:cubicBezTo>
                    <a:pt x="14" y="284"/>
                    <a:pt x="14" y="279"/>
                    <a:pt x="14" y="276"/>
                  </a:cubicBezTo>
                  <a:cubicBezTo>
                    <a:pt x="15" y="273"/>
                    <a:pt x="13" y="266"/>
                    <a:pt x="14" y="264"/>
                  </a:cubicBezTo>
                  <a:cubicBezTo>
                    <a:pt x="15" y="262"/>
                    <a:pt x="19" y="262"/>
                    <a:pt x="21" y="261"/>
                  </a:cubicBezTo>
                  <a:cubicBezTo>
                    <a:pt x="22" y="260"/>
                    <a:pt x="25" y="258"/>
                    <a:pt x="26" y="257"/>
                  </a:cubicBezTo>
                  <a:cubicBezTo>
                    <a:pt x="28" y="255"/>
                    <a:pt x="30" y="250"/>
                    <a:pt x="31" y="247"/>
                  </a:cubicBezTo>
                  <a:cubicBezTo>
                    <a:pt x="32" y="245"/>
                    <a:pt x="32" y="239"/>
                    <a:pt x="32" y="236"/>
                  </a:cubicBezTo>
                  <a:cubicBezTo>
                    <a:pt x="33" y="235"/>
                    <a:pt x="33" y="231"/>
                    <a:pt x="33" y="230"/>
                  </a:cubicBezTo>
                  <a:cubicBezTo>
                    <a:pt x="34" y="228"/>
                    <a:pt x="37" y="225"/>
                    <a:pt x="38" y="223"/>
                  </a:cubicBezTo>
                  <a:cubicBezTo>
                    <a:pt x="40" y="221"/>
                    <a:pt x="44" y="218"/>
                    <a:pt x="46" y="216"/>
                  </a:cubicBezTo>
                  <a:cubicBezTo>
                    <a:pt x="48" y="213"/>
                    <a:pt x="51" y="206"/>
                    <a:pt x="53" y="203"/>
                  </a:cubicBezTo>
                  <a:cubicBezTo>
                    <a:pt x="55" y="200"/>
                    <a:pt x="59" y="193"/>
                    <a:pt x="61" y="190"/>
                  </a:cubicBezTo>
                  <a:cubicBezTo>
                    <a:pt x="64" y="188"/>
                    <a:pt x="69" y="185"/>
                    <a:pt x="72" y="184"/>
                  </a:cubicBezTo>
                  <a:cubicBezTo>
                    <a:pt x="76" y="183"/>
                    <a:pt x="83" y="184"/>
                    <a:pt x="86" y="184"/>
                  </a:cubicBezTo>
                  <a:cubicBezTo>
                    <a:pt x="89" y="185"/>
                    <a:pt x="96" y="186"/>
                    <a:pt x="99" y="187"/>
                  </a:cubicBezTo>
                  <a:cubicBezTo>
                    <a:pt x="101" y="188"/>
                    <a:pt x="106" y="191"/>
                    <a:pt x="109" y="191"/>
                  </a:cubicBezTo>
                  <a:cubicBezTo>
                    <a:pt x="110" y="191"/>
                    <a:pt x="113" y="189"/>
                    <a:pt x="114" y="188"/>
                  </a:cubicBezTo>
                  <a:cubicBezTo>
                    <a:pt x="116" y="187"/>
                    <a:pt x="119" y="182"/>
                    <a:pt x="120" y="180"/>
                  </a:cubicBezTo>
                  <a:cubicBezTo>
                    <a:pt x="121" y="178"/>
                    <a:pt x="122" y="173"/>
                    <a:pt x="124" y="171"/>
                  </a:cubicBezTo>
                  <a:cubicBezTo>
                    <a:pt x="125" y="169"/>
                    <a:pt x="129" y="167"/>
                    <a:pt x="131" y="166"/>
                  </a:cubicBezTo>
                  <a:cubicBezTo>
                    <a:pt x="134" y="165"/>
                    <a:pt x="140" y="164"/>
                    <a:pt x="142" y="162"/>
                  </a:cubicBezTo>
                  <a:cubicBezTo>
                    <a:pt x="143" y="161"/>
                    <a:pt x="146" y="158"/>
                    <a:pt x="147" y="157"/>
                  </a:cubicBezTo>
                  <a:cubicBezTo>
                    <a:pt x="148" y="154"/>
                    <a:pt x="149" y="149"/>
                    <a:pt x="150" y="147"/>
                  </a:cubicBezTo>
                  <a:cubicBezTo>
                    <a:pt x="151" y="145"/>
                    <a:pt x="155" y="142"/>
                    <a:pt x="156" y="141"/>
                  </a:cubicBezTo>
                  <a:cubicBezTo>
                    <a:pt x="157" y="140"/>
                    <a:pt x="160" y="138"/>
                    <a:pt x="161" y="137"/>
                  </a:cubicBezTo>
                  <a:cubicBezTo>
                    <a:pt x="162" y="137"/>
                    <a:pt x="162" y="138"/>
                    <a:pt x="162" y="138"/>
                  </a:cubicBezTo>
                  <a:cubicBezTo>
                    <a:pt x="164" y="140"/>
                    <a:pt x="168" y="145"/>
                    <a:pt x="170" y="146"/>
                  </a:cubicBezTo>
                  <a:cubicBezTo>
                    <a:pt x="175" y="150"/>
                    <a:pt x="186" y="154"/>
                    <a:pt x="192" y="157"/>
                  </a:cubicBezTo>
                  <a:cubicBezTo>
                    <a:pt x="199" y="159"/>
                    <a:pt x="214" y="164"/>
                    <a:pt x="222" y="166"/>
                  </a:cubicBezTo>
                  <a:cubicBezTo>
                    <a:pt x="226" y="167"/>
                    <a:pt x="234" y="169"/>
                    <a:pt x="238" y="169"/>
                  </a:cubicBezTo>
                  <a:cubicBezTo>
                    <a:pt x="241" y="169"/>
                    <a:pt x="246" y="167"/>
                    <a:pt x="248" y="165"/>
                  </a:cubicBezTo>
                  <a:cubicBezTo>
                    <a:pt x="250" y="164"/>
                    <a:pt x="253" y="160"/>
                    <a:pt x="255" y="158"/>
                  </a:cubicBezTo>
                  <a:cubicBezTo>
                    <a:pt x="258" y="155"/>
                    <a:pt x="261" y="147"/>
                    <a:pt x="264" y="145"/>
                  </a:cubicBezTo>
                  <a:cubicBezTo>
                    <a:pt x="268" y="141"/>
                    <a:pt x="276" y="136"/>
                    <a:pt x="281" y="134"/>
                  </a:cubicBezTo>
                  <a:cubicBezTo>
                    <a:pt x="284" y="133"/>
                    <a:pt x="293" y="131"/>
                    <a:pt x="297" y="132"/>
                  </a:cubicBezTo>
                  <a:cubicBezTo>
                    <a:pt x="301" y="132"/>
                    <a:pt x="309" y="137"/>
                    <a:pt x="313" y="139"/>
                  </a:cubicBezTo>
                  <a:cubicBezTo>
                    <a:pt x="316" y="140"/>
                    <a:pt x="323" y="144"/>
                    <a:pt x="327" y="145"/>
                  </a:cubicBezTo>
                  <a:cubicBezTo>
                    <a:pt x="332" y="146"/>
                    <a:pt x="342" y="145"/>
                    <a:pt x="347" y="144"/>
                  </a:cubicBezTo>
                  <a:cubicBezTo>
                    <a:pt x="350" y="142"/>
                    <a:pt x="354" y="137"/>
                    <a:pt x="357" y="134"/>
                  </a:cubicBezTo>
                  <a:cubicBezTo>
                    <a:pt x="360" y="131"/>
                    <a:pt x="367" y="125"/>
                    <a:pt x="369" y="122"/>
                  </a:cubicBezTo>
                  <a:cubicBezTo>
                    <a:pt x="371" y="119"/>
                    <a:pt x="374" y="112"/>
                    <a:pt x="375" y="108"/>
                  </a:cubicBezTo>
                  <a:cubicBezTo>
                    <a:pt x="376" y="104"/>
                    <a:pt x="376" y="97"/>
                    <a:pt x="375" y="93"/>
                  </a:cubicBezTo>
                  <a:cubicBezTo>
                    <a:pt x="375" y="89"/>
                    <a:pt x="373" y="82"/>
                    <a:pt x="373" y="78"/>
                  </a:cubicBezTo>
                  <a:cubicBezTo>
                    <a:pt x="373" y="74"/>
                    <a:pt x="373" y="67"/>
                    <a:pt x="372" y="63"/>
                  </a:cubicBezTo>
                  <a:cubicBezTo>
                    <a:pt x="372" y="59"/>
                    <a:pt x="372" y="52"/>
                    <a:pt x="371" y="48"/>
                  </a:cubicBezTo>
                  <a:cubicBezTo>
                    <a:pt x="370" y="46"/>
                    <a:pt x="366" y="42"/>
                    <a:pt x="364" y="40"/>
                  </a:cubicBezTo>
                  <a:cubicBezTo>
                    <a:pt x="362" y="36"/>
                    <a:pt x="358" y="27"/>
                    <a:pt x="358" y="23"/>
                  </a:cubicBezTo>
                  <a:cubicBezTo>
                    <a:pt x="358" y="19"/>
                    <a:pt x="359" y="13"/>
                    <a:pt x="361" y="10"/>
                  </a:cubicBezTo>
                  <a:cubicBezTo>
                    <a:pt x="363" y="7"/>
                    <a:pt x="371" y="4"/>
                    <a:pt x="374" y="3"/>
                  </a:cubicBezTo>
                  <a:cubicBezTo>
                    <a:pt x="377" y="2"/>
                    <a:pt x="383" y="1"/>
                    <a:pt x="386" y="0"/>
                  </a:cubicBezTo>
                  <a:cubicBezTo>
                    <a:pt x="389" y="0"/>
                    <a:pt x="396" y="1"/>
                    <a:pt x="399" y="2"/>
                  </a:cubicBezTo>
                  <a:cubicBezTo>
                    <a:pt x="403" y="3"/>
                    <a:pt x="409" y="7"/>
                    <a:pt x="411" y="10"/>
                  </a:cubicBezTo>
                  <a:cubicBezTo>
                    <a:pt x="414" y="12"/>
                    <a:pt x="417" y="19"/>
                    <a:pt x="420" y="21"/>
                  </a:cubicBezTo>
                  <a:cubicBezTo>
                    <a:pt x="421" y="23"/>
                    <a:pt x="426" y="27"/>
                    <a:pt x="428" y="28"/>
                  </a:cubicBezTo>
                  <a:cubicBezTo>
                    <a:pt x="430" y="29"/>
                    <a:pt x="436" y="30"/>
                    <a:pt x="438" y="29"/>
                  </a:cubicBezTo>
                  <a:cubicBezTo>
                    <a:pt x="439" y="28"/>
                    <a:pt x="440" y="23"/>
                    <a:pt x="441" y="21"/>
                  </a:cubicBezTo>
                  <a:cubicBezTo>
                    <a:pt x="442" y="19"/>
                    <a:pt x="447" y="17"/>
                    <a:pt x="450" y="16"/>
                  </a:cubicBezTo>
                  <a:cubicBezTo>
                    <a:pt x="453" y="15"/>
                    <a:pt x="459" y="15"/>
                    <a:pt x="462" y="16"/>
                  </a:cubicBezTo>
                  <a:cubicBezTo>
                    <a:pt x="466" y="17"/>
                    <a:pt x="473" y="21"/>
                    <a:pt x="477" y="21"/>
                  </a:cubicBezTo>
                  <a:cubicBezTo>
                    <a:pt x="483" y="23"/>
                    <a:pt x="494" y="21"/>
                    <a:pt x="499" y="23"/>
                  </a:cubicBezTo>
                  <a:cubicBezTo>
                    <a:pt x="504" y="25"/>
                    <a:pt x="511" y="32"/>
                    <a:pt x="515" y="35"/>
                  </a:cubicBezTo>
                  <a:cubicBezTo>
                    <a:pt x="518" y="37"/>
                    <a:pt x="524" y="40"/>
                    <a:pt x="526" y="43"/>
                  </a:cubicBezTo>
                  <a:cubicBezTo>
                    <a:pt x="527" y="45"/>
                    <a:pt x="528" y="51"/>
                    <a:pt x="528" y="54"/>
                  </a:cubicBezTo>
                  <a:cubicBezTo>
                    <a:pt x="528" y="57"/>
                    <a:pt x="525" y="64"/>
                    <a:pt x="524" y="67"/>
                  </a:cubicBezTo>
                  <a:cubicBezTo>
                    <a:pt x="523" y="72"/>
                    <a:pt x="521" y="83"/>
                    <a:pt x="521" y="88"/>
                  </a:cubicBezTo>
                  <a:cubicBezTo>
                    <a:pt x="520" y="95"/>
                    <a:pt x="520" y="107"/>
                    <a:pt x="521" y="114"/>
                  </a:cubicBezTo>
                  <a:cubicBezTo>
                    <a:pt x="521" y="118"/>
                    <a:pt x="524" y="126"/>
                    <a:pt x="526" y="130"/>
                  </a:cubicBezTo>
                  <a:cubicBezTo>
                    <a:pt x="529" y="133"/>
                    <a:pt x="536" y="136"/>
                    <a:pt x="539" y="137"/>
                  </a:cubicBezTo>
                  <a:cubicBezTo>
                    <a:pt x="543" y="140"/>
                    <a:pt x="551" y="143"/>
                    <a:pt x="554" y="146"/>
                  </a:cubicBezTo>
                  <a:cubicBezTo>
                    <a:pt x="557" y="149"/>
                    <a:pt x="563" y="157"/>
                    <a:pt x="565" y="160"/>
                  </a:cubicBezTo>
                  <a:cubicBezTo>
                    <a:pt x="568" y="164"/>
                    <a:pt x="572" y="173"/>
                    <a:pt x="574" y="177"/>
                  </a:cubicBezTo>
                  <a:cubicBezTo>
                    <a:pt x="576" y="183"/>
                    <a:pt x="577" y="194"/>
                    <a:pt x="578" y="200"/>
                  </a:cubicBezTo>
                  <a:cubicBezTo>
                    <a:pt x="579" y="203"/>
                    <a:pt x="579" y="209"/>
                    <a:pt x="581" y="212"/>
                  </a:cubicBezTo>
                  <a:cubicBezTo>
                    <a:pt x="583" y="214"/>
                    <a:pt x="587" y="217"/>
                    <a:pt x="590" y="217"/>
                  </a:cubicBezTo>
                  <a:cubicBezTo>
                    <a:pt x="593" y="217"/>
                    <a:pt x="598" y="211"/>
                    <a:pt x="600" y="209"/>
                  </a:cubicBezTo>
                  <a:cubicBezTo>
                    <a:pt x="602" y="207"/>
                    <a:pt x="605" y="203"/>
                    <a:pt x="606" y="201"/>
                  </a:cubicBezTo>
                  <a:cubicBezTo>
                    <a:pt x="608" y="198"/>
                    <a:pt x="610" y="193"/>
                    <a:pt x="612" y="191"/>
                  </a:cubicBezTo>
                  <a:cubicBezTo>
                    <a:pt x="613" y="189"/>
                    <a:pt x="615" y="185"/>
                    <a:pt x="617" y="184"/>
                  </a:cubicBezTo>
                  <a:cubicBezTo>
                    <a:pt x="620" y="183"/>
                    <a:pt x="627" y="183"/>
                    <a:pt x="630" y="184"/>
                  </a:cubicBezTo>
                  <a:cubicBezTo>
                    <a:pt x="633" y="185"/>
                    <a:pt x="637" y="188"/>
                    <a:pt x="639" y="190"/>
                  </a:cubicBezTo>
                  <a:cubicBezTo>
                    <a:pt x="642" y="193"/>
                    <a:pt x="649" y="199"/>
                    <a:pt x="652" y="202"/>
                  </a:cubicBezTo>
                  <a:cubicBezTo>
                    <a:pt x="656" y="204"/>
                    <a:pt x="665" y="208"/>
                    <a:pt x="670" y="209"/>
                  </a:cubicBezTo>
                  <a:cubicBezTo>
                    <a:pt x="669" y="211"/>
                    <a:pt x="669" y="213"/>
                    <a:pt x="668" y="213"/>
                  </a:cubicBezTo>
                  <a:cubicBezTo>
                    <a:pt x="668" y="215"/>
                    <a:pt x="668" y="219"/>
                    <a:pt x="668" y="221"/>
                  </a:cubicBezTo>
                  <a:cubicBezTo>
                    <a:pt x="668" y="224"/>
                    <a:pt x="669" y="228"/>
                    <a:pt x="671" y="230"/>
                  </a:cubicBezTo>
                  <a:cubicBezTo>
                    <a:pt x="672" y="232"/>
                    <a:pt x="677" y="235"/>
                    <a:pt x="679" y="237"/>
                  </a:cubicBezTo>
                  <a:cubicBezTo>
                    <a:pt x="681" y="238"/>
                    <a:pt x="686" y="241"/>
                    <a:pt x="688" y="244"/>
                  </a:cubicBezTo>
                  <a:cubicBezTo>
                    <a:pt x="689" y="245"/>
                    <a:pt x="691" y="250"/>
                    <a:pt x="691" y="252"/>
                  </a:cubicBezTo>
                  <a:cubicBezTo>
                    <a:pt x="690" y="254"/>
                    <a:pt x="688" y="257"/>
                    <a:pt x="687" y="259"/>
                  </a:cubicBezTo>
                  <a:cubicBezTo>
                    <a:pt x="687" y="261"/>
                    <a:pt x="686" y="265"/>
                    <a:pt x="686" y="267"/>
                  </a:cubicBezTo>
                  <a:cubicBezTo>
                    <a:pt x="686" y="271"/>
                    <a:pt x="690" y="279"/>
                    <a:pt x="692" y="283"/>
                  </a:cubicBezTo>
                  <a:cubicBezTo>
                    <a:pt x="693" y="288"/>
                    <a:pt x="695" y="299"/>
                    <a:pt x="695" y="304"/>
                  </a:cubicBezTo>
                  <a:cubicBezTo>
                    <a:pt x="695" y="309"/>
                    <a:pt x="692" y="318"/>
                    <a:pt x="691" y="323"/>
                  </a:cubicBezTo>
                  <a:cubicBezTo>
                    <a:pt x="690" y="328"/>
                    <a:pt x="687" y="337"/>
                    <a:pt x="688" y="342"/>
                  </a:cubicBezTo>
                  <a:cubicBezTo>
                    <a:pt x="689" y="346"/>
                    <a:pt x="695" y="353"/>
                    <a:pt x="697" y="357"/>
                  </a:cubicBezTo>
                  <a:cubicBezTo>
                    <a:pt x="698" y="359"/>
                    <a:pt x="700" y="363"/>
                    <a:pt x="701" y="365"/>
                  </a:cubicBezTo>
                  <a:cubicBezTo>
                    <a:pt x="702" y="368"/>
                    <a:pt x="703" y="375"/>
                    <a:pt x="703" y="379"/>
                  </a:cubicBezTo>
                  <a:cubicBezTo>
                    <a:pt x="703" y="382"/>
                    <a:pt x="699" y="389"/>
                    <a:pt x="699" y="393"/>
                  </a:cubicBezTo>
                  <a:cubicBezTo>
                    <a:pt x="698" y="395"/>
                    <a:pt x="698" y="399"/>
                    <a:pt x="698" y="401"/>
                  </a:cubicBezTo>
                  <a:cubicBezTo>
                    <a:pt x="699" y="403"/>
                    <a:pt x="703" y="406"/>
                    <a:pt x="704" y="409"/>
                  </a:cubicBezTo>
                  <a:cubicBezTo>
                    <a:pt x="705" y="410"/>
                    <a:pt x="707" y="414"/>
                    <a:pt x="708" y="416"/>
                  </a:cubicBezTo>
                  <a:cubicBezTo>
                    <a:pt x="709" y="418"/>
                    <a:pt x="709" y="423"/>
                    <a:pt x="710" y="426"/>
                  </a:cubicBezTo>
                  <a:cubicBezTo>
                    <a:pt x="711" y="428"/>
                    <a:pt x="713" y="434"/>
                    <a:pt x="715" y="436"/>
                  </a:cubicBezTo>
                  <a:cubicBezTo>
                    <a:pt x="716" y="438"/>
                    <a:pt x="720" y="440"/>
                    <a:pt x="721" y="442"/>
                  </a:cubicBezTo>
                  <a:cubicBezTo>
                    <a:pt x="722" y="443"/>
                    <a:pt x="722" y="448"/>
                    <a:pt x="721" y="450"/>
                  </a:cubicBezTo>
                  <a:cubicBezTo>
                    <a:pt x="721" y="452"/>
                    <a:pt x="720" y="456"/>
                    <a:pt x="718" y="457"/>
                  </a:cubicBezTo>
                  <a:cubicBezTo>
                    <a:pt x="716" y="459"/>
                    <a:pt x="709" y="458"/>
                    <a:pt x="706" y="458"/>
                  </a:cubicBezTo>
                  <a:cubicBezTo>
                    <a:pt x="701" y="458"/>
                    <a:pt x="691" y="456"/>
                    <a:pt x="686" y="455"/>
                  </a:cubicBezTo>
                  <a:cubicBezTo>
                    <a:pt x="683" y="455"/>
                    <a:pt x="677" y="455"/>
                    <a:pt x="674" y="454"/>
                  </a:cubicBezTo>
                  <a:cubicBezTo>
                    <a:pt x="671" y="453"/>
                    <a:pt x="665" y="449"/>
                    <a:pt x="662" y="448"/>
                  </a:cubicBezTo>
                  <a:cubicBezTo>
                    <a:pt x="657" y="446"/>
                    <a:pt x="647" y="439"/>
                    <a:pt x="642" y="438"/>
                  </a:cubicBezTo>
                  <a:cubicBezTo>
                    <a:pt x="639" y="438"/>
                    <a:pt x="635" y="438"/>
                    <a:pt x="632" y="439"/>
                  </a:cubicBezTo>
                  <a:cubicBezTo>
                    <a:pt x="631" y="439"/>
                    <a:pt x="629" y="440"/>
                    <a:pt x="628" y="441"/>
                  </a:cubicBezTo>
                  <a:cubicBezTo>
                    <a:pt x="626" y="443"/>
                    <a:pt x="625" y="450"/>
                    <a:pt x="623" y="451"/>
                  </a:cubicBezTo>
                  <a:cubicBezTo>
                    <a:pt x="622" y="452"/>
                    <a:pt x="618" y="451"/>
                    <a:pt x="617" y="452"/>
                  </a:cubicBezTo>
                  <a:cubicBezTo>
                    <a:pt x="614" y="455"/>
                    <a:pt x="614" y="463"/>
                    <a:pt x="613" y="467"/>
                  </a:cubicBezTo>
                  <a:cubicBezTo>
                    <a:pt x="612" y="471"/>
                    <a:pt x="612" y="478"/>
                    <a:pt x="610" y="482"/>
                  </a:cubicBezTo>
                  <a:cubicBezTo>
                    <a:pt x="608" y="485"/>
                    <a:pt x="603" y="492"/>
                    <a:pt x="599" y="493"/>
                  </a:cubicBezTo>
                  <a:cubicBezTo>
                    <a:pt x="597" y="495"/>
                    <a:pt x="591" y="496"/>
                    <a:pt x="589" y="495"/>
                  </a:cubicBezTo>
                  <a:cubicBezTo>
                    <a:pt x="587" y="494"/>
                    <a:pt x="585" y="491"/>
                    <a:pt x="584" y="489"/>
                  </a:cubicBezTo>
                  <a:cubicBezTo>
                    <a:pt x="582" y="486"/>
                    <a:pt x="581" y="480"/>
                    <a:pt x="580" y="477"/>
                  </a:cubicBezTo>
                  <a:cubicBezTo>
                    <a:pt x="579" y="475"/>
                    <a:pt x="578" y="472"/>
                    <a:pt x="576" y="470"/>
                  </a:cubicBezTo>
                  <a:cubicBezTo>
                    <a:pt x="575" y="469"/>
                    <a:pt x="571" y="467"/>
                    <a:pt x="569" y="466"/>
                  </a:cubicBezTo>
                  <a:cubicBezTo>
                    <a:pt x="567" y="466"/>
                    <a:pt x="563" y="467"/>
                    <a:pt x="561" y="467"/>
                  </a:cubicBezTo>
                  <a:cubicBezTo>
                    <a:pt x="559" y="466"/>
                    <a:pt x="556" y="464"/>
                    <a:pt x="554" y="463"/>
                  </a:cubicBezTo>
                  <a:cubicBezTo>
                    <a:pt x="553" y="462"/>
                    <a:pt x="549" y="460"/>
                    <a:pt x="547" y="459"/>
                  </a:cubicBezTo>
                  <a:cubicBezTo>
                    <a:pt x="546" y="459"/>
                    <a:pt x="542" y="459"/>
                    <a:pt x="541" y="458"/>
                  </a:cubicBezTo>
                  <a:cubicBezTo>
                    <a:pt x="539" y="457"/>
                    <a:pt x="536" y="453"/>
                    <a:pt x="534" y="452"/>
                  </a:cubicBezTo>
                  <a:cubicBezTo>
                    <a:pt x="532" y="451"/>
                    <a:pt x="527" y="450"/>
                    <a:pt x="525" y="450"/>
                  </a:cubicBezTo>
                  <a:cubicBezTo>
                    <a:pt x="523" y="451"/>
                    <a:pt x="518" y="453"/>
                    <a:pt x="516" y="455"/>
                  </a:cubicBezTo>
                  <a:cubicBezTo>
                    <a:pt x="513" y="457"/>
                    <a:pt x="508" y="461"/>
                    <a:pt x="506" y="464"/>
                  </a:cubicBezTo>
                  <a:cubicBezTo>
                    <a:pt x="503" y="466"/>
                    <a:pt x="500" y="472"/>
                    <a:pt x="498" y="474"/>
                  </a:cubicBezTo>
                  <a:cubicBezTo>
                    <a:pt x="496" y="475"/>
                    <a:pt x="491" y="477"/>
                    <a:pt x="488" y="477"/>
                  </a:cubicBezTo>
                  <a:cubicBezTo>
                    <a:pt x="485" y="478"/>
                    <a:pt x="480" y="476"/>
                    <a:pt x="477" y="475"/>
                  </a:cubicBezTo>
                  <a:cubicBezTo>
                    <a:pt x="474" y="474"/>
                    <a:pt x="468" y="470"/>
                    <a:pt x="465" y="468"/>
                  </a:cubicBezTo>
                  <a:cubicBezTo>
                    <a:pt x="462" y="465"/>
                    <a:pt x="455" y="457"/>
                    <a:pt x="452" y="454"/>
                  </a:cubicBezTo>
                  <a:cubicBezTo>
                    <a:pt x="452" y="453"/>
                    <a:pt x="451" y="452"/>
                    <a:pt x="451" y="451"/>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8"/>
            <p:cNvSpPr>
              <a:spLocks/>
            </p:cNvSpPr>
            <p:nvPr/>
          </p:nvSpPr>
          <p:spPr bwMode="auto">
            <a:xfrm>
              <a:off x="4238625" y="1420813"/>
              <a:ext cx="1266825" cy="1014413"/>
            </a:xfrm>
            <a:custGeom>
              <a:avLst/>
              <a:gdLst/>
              <a:ahLst/>
              <a:cxnLst>
                <a:cxn ang="0">
                  <a:pos x="151" y="595"/>
                </a:cxn>
                <a:cxn ang="0">
                  <a:pos x="147" y="547"/>
                </a:cxn>
                <a:cxn ang="0">
                  <a:pos x="145" y="485"/>
                </a:cxn>
                <a:cxn ang="0">
                  <a:pos x="116" y="453"/>
                </a:cxn>
                <a:cxn ang="0">
                  <a:pos x="74" y="455"/>
                </a:cxn>
                <a:cxn ang="0">
                  <a:pos x="48" y="433"/>
                </a:cxn>
                <a:cxn ang="0">
                  <a:pos x="23" y="400"/>
                </a:cxn>
                <a:cxn ang="0">
                  <a:pos x="4" y="370"/>
                </a:cxn>
                <a:cxn ang="0">
                  <a:pos x="13" y="317"/>
                </a:cxn>
                <a:cxn ang="0">
                  <a:pos x="5" y="282"/>
                </a:cxn>
                <a:cxn ang="0">
                  <a:pos x="16" y="242"/>
                </a:cxn>
                <a:cxn ang="0">
                  <a:pos x="63" y="265"/>
                </a:cxn>
                <a:cxn ang="0">
                  <a:pos x="106" y="249"/>
                </a:cxn>
                <a:cxn ang="0">
                  <a:pos x="141" y="261"/>
                </a:cxn>
                <a:cxn ang="0">
                  <a:pos x="175" y="273"/>
                </a:cxn>
                <a:cxn ang="0">
                  <a:pos x="197" y="230"/>
                </a:cxn>
                <a:cxn ang="0">
                  <a:pos x="271" y="249"/>
                </a:cxn>
                <a:cxn ang="0">
                  <a:pos x="275" y="217"/>
                </a:cxn>
                <a:cxn ang="0">
                  <a:pos x="268" y="170"/>
                </a:cxn>
                <a:cxn ang="0">
                  <a:pos x="260" y="95"/>
                </a:cxn>
                <a:cxn ang="0">
                  <a:pos x="253" y="35"/>
                </a:cxn>
                <a:cxn ang="0">
                  <a:pos x="235" y="0"/>
                </a:cxn>
                <a:cxn ang="0">
                  <a:pos x="318" y="21"/>
                </a:cxn>
                <a:cxn ang="0">
                  <a:pos x="383" y="51"/>
                </a:cxn>
                <a:cxn ang="0">
                  <a:pos x="424" y="55"/>
                </a:cxn>
                <a:cxn ang="0">
                  <a:pos x="453" y="112"/>
                </a:cxn>
                <a:cxn ang="0">
                  <a:pos x="510" y="108"/>
                </a:cxn>
                <a:cxn ang="0">
                  <a:pos x="511" y="164"/>
                </a:cxn>
                <a:cxn ang="0">
                  <a:pos x="555" y="132"/>
                </a:cxn>
                <a:cxn ang="0">
                  <a:pos x="606" y="134"/>
                </a:cxn>
                <a:cxn ang="0">
                  <a:pos x="643" y="112"/>
                </a:cxn>
                <a:cxn ang="0">
                  <a:pos x="719" y="139"/>
                </a:cxn>
                <a:cxn ang="0">
                  <a:pos x="744" y="197"/>
                </a:cxn>
                <a:cxn ang="0">
                  <a:pos x="711" y="242"/>
                </a:cxn>
                <a:cxn ang="0">
                  <a:pos x="629" y="299"/>
                </a:cxn>
                <a:cxn ang="0">
                  <a:pos x="656" y="360"/>
                </a:cxn>
                <a:cxn ang="0">
                  <a:pos x="708" y="364"/>
                </a:cxn>
                <a:cxn ang="0">
                  <a:pos x="740" y="418"/>
                </a:cxn>
                <a:cxn ang="0">
                  <a:pos x="787" y="468"/>
                </a:cxn>
                <a:cxn ang="0">
                  <a:pos x="825" y="531"/>
                </a:cxn>
                <a:cxn ang="0">
                  <a:pos x="835" y="591"/>
                </a:cxn>
                <a:cxn ang="0">
                  <a:pos x="785" y="580"/>
                </a:cxn>
                <a:cxn ang="0">
                  <a:pos x="719" y="617"/>
                </a:cxn>
                <a:cxn ang="0">
                  <a:pos x="695" y="655"/>
                </a:cxn>
                <a:cxn ang="0">
                  <a:pos x="672" y="673"/>
                </a:cxn>
                <a:cxn ang="0">
                  <a:pos x="639" y="675"/>
                </a:cxn>
                <a:cxn ang="0">
                  <a:pos x="591" y="661"/>
                </a:cxn>
                <a:cxn ang="0">
                  <a:pos x="551" y="638"/>
                </a:cxn>
                <a:cxn ang="0">
                  <a:pos x="510" y="610"/>
                </a:cxn>
                <a:cxn ang="0">
                  <a:pos x="459" y="576"/>
                </a:cxn>
                <a:cxn ang="0">
                  <a:pos x="393" y="592"/>
                </a:cxn>
                <a:cxn ang="0">
                  <a:pos x="349" y="583"/>
                </a:cxn>
                <a:cxn ang="0">
                  <a:pos x="279" y="594"/>
                </a:cxn>
                <a:cxn ang="0">
                  <a:pos x="231" y="600"/>
                </a:cxn>
                <a:cxn ang="0">
                  <a:pos x="199" y="620"/>
                </a:cxn>
              </a:cxnLst>
              <a:rect l="0" t="0" r="r" b="b"/>
              <a:pathLst>
                <a:path w="854" h="683">
                  <a:moveTo>
                    <a:pt x="179" y="624"/>
                  </a:moveTo>
                  <a:cubicBezTo>
                    <a:pt x="179" y="622"/>
                    <a:pt x="178" y="619"/>
                    <a:pt x="177" y="617"/>
                  </a:cubicBezTo>
                  <a:cubicBezTo>
                    <a:pt x="176" y="615"/>
                    <a:pt x="174" y="610"/>
                    <a:pt x="172" y="607"/>
                  </a:cubicBezTo>
                  <a:cubicBezTo>
                    <a:pt x="170" y="605"/>
                    <a:pt x="165" y="601"/>
                    <a:pt x="162" y="600"/>
                  </a:cubicBezTo>
                  <a:cubicBezTo>
                    <a:pt x="159" y="598"/>
                    <a:pt x="154" y="597"/>
                    <a:pt x="151" y="595"/>
                  </a:cubicBezTo>
                  <a:cubicBezTo>
                    <a:pt x="149" y="594"/>
                    <a:pt x="143" y="593"/>
                    <a:pt x="141" y="591"/>
                  </a:cubicBezTo>
                  <a:cubicBezTo>
                    <a:pt x="139" y="590"/>
                    <a:pt x="136" y="586"/>
                    <a:pt x="135" y="584"/>
                  </a:cubicBezTo>
                  <a:cubicBezTo>
                    <a:pt x="134" y="580"/>
                    <a:pt x="134" y="573"/>
                    <a:pt x="135" y="569"/>
                  </a:cubicBezTo>
                  <a:cubicBezTo>
                    <a:pt x="136" y="566"/>
                    <a:pt x="141" y="561"/>
                    <a:pt x="143" y="558"/>
                  </a:cubicBezTo>
                  <a:cubicBezTo>
                    <a:pt x="144" y="556"/>
                    <a:pt x="146" y="550"/>
                    <a:pt x="147" y="547"/>
                  </a:cubicBezTo>
                  <a:cubicBezTo>
                    <a:pt x="147" y="545"/>
                    <a:pt x="149" y="540"/>
                    <a:pt x="149" y="537"/>
                  </a:cubicBezTo>
                  <a:cubicBezTo>
                    <a:pt x="148" y="533"/>
                    <a:pt x="145" y="525"/>
                    <a:pt x="143" y="521"/>
                  </a:cubicBezTo>
                  <a:cubicBezTo>
                    <a:pt x="142" y="517"/>
                    <a:pt x="137" y="508"/>
                    <a:pt x="136" y="504"/>
                  </a:cubicBezTo>
                  <a:cubicBezTo>
                    <a:pt x="136" y="501"/>
                    <a:pt x="136" y="494"/>
                    <a:pt x="137" y="491"/>
                  </a:cubicBezTo>
                  <a:cubicBezTo>
                    <a:pt x="138" y="489"/>
                    <a:pt x="143" y="487"/>
                    <a:pt x="145" y="485"/>
                  </a:cubicBezTo>
                  <a:cubicBezTo>
                    <a:pt x="146" y="483"/>
                    <a:pt x="147" y="478"/>
                    <a:pt x="147" y="475"/>
                  </a:cubicBezTo>
                  <a:cubicBezTo>
                    <a:pt x="147" y="472"/>
                    <a:pt x="144" y="466"/>
                    <a:pt x="142" y="464"/>
                  </a:cubicBezTo>
                  <a:cubicBezTo>
                    <a:pt x="140" y="462"/>
                    <a:pt x="135" y="460"/>
                    <a:pt x="132" y="459"/>
                  </a:cubicBezTo>
                  <a:cubicBezTo>
                    <a:pt x="130" y="457"/>
                    <a:pt x="124" y="454"/>
                    <a:pt x="121" y="453"/>
                  </a:cubicBezTo>
                  <a:cubicBezTo>
                    <a:pt x="120" y="453"/>
                    <a:pt x="117" y="453"/>
                    <a:pt x="116" y="453"/>
                  </a:cubicBezTo>
                  <a:cubicBezTo>
                    <a:pt x="114" y="454"/>
                    <a:pt x="113" y="459"/>
                    <a:pt x="111" y="460"/>
                  </a:cubicBezTo>
                  <a:cubicBezTo>
                    <a:pt x="110" y="461"/>
                    <a:pt x="106" y="461"/>
                    <a:pt x="104" y="461"/>
                  </a:cubicBezTo>
                  <a:cubicBezTo>
                    <a:pt x="101" y="461"/>
                    <a:pt x="96" y="460"/>
                    <a:pt x="93" y="459"/>
                  </a:cubicBezTo>
                  <a:cubicBezTo>
                    <a:pt x="91" y="458"/>
                    <a:pt x="87" y="455"/>
                    <a:pt x="85" y="455"/>
                  </a:cubicBezTo>
                  <a:cubicBezTo>
                    <a:pt x="82" y="454"/>
                    <a:pt x="77" y="454"/>
                    <a:pt x="74" y="455"/>
                  </a:cubicBezTo>
                  <a:cubicBezTo>
                    <a:pt x="71" y="455"/>
                    <a:pt x="64" y="458"/>
                    <a:pt x="61" y="458"/>
                  </a:cubicBezTo>
                  <a:cubicBezTo>
                    <a:pt x="58" y="459"/>
                    <a:pt x="53" y="459"/>
                    <a:pt x="51" y="458"/>
                  </a:cubicBezTo>
                  <a:cubicBezTo>
                    <a:pt x="48" y="457"/>
                    <a:pt x="44" y="452"/>
                    <a:pt x="43" y="449"/>
                  </a:cubicBezTo>
                  <a:cubicBezTo>
                    <a:pt x="43" y="447"/>
                    <a:pt x="44" y="442"/>
                    <a:pt x="45" y="440"/>
                  </a:cubicBezTo>
                  <a:cubicBezTo>
                    <a:pt x="45" y="438"/>
                    <a:pt x="47" y="435"/>
                    <a:pt x="48" y="433"/>
                  </a:cubicBezTo>
                  <a:cubicBezTo>
                    <a:pt x="48" y="431"/>
                    <a:pt x="48" y="428"/>
                    <a:pt x="47" y="427"/>
                  </a:cubicBezTo>
                  <a:cubicBezTo>
                    <a:pt x="46" y="425"/>
                    <a:pt x="42" y="424"/>
                    <a:pt x="41" y="422"/>
                  </a:cubicBezTo>
                  <a:cubicBezTo>
                    <a:pt x="40" y="420"/>
                    <a:pt x="40" y="415"/>
                    <a:pt x="39" y="413"/>
                  </a:cubicBezTo>
                  <a:cubicBezTo>
                    <a:pt x="38" y="410"/>
                    <a:pt x="34" y="407"/>
                    <a:pt x="32" y="405"/>
                  </a:cubicBezTo>
                  <a:cubicBezTo>
                    <a:pt x="30" y="403"/>
                    <a:pt x="26" y="401"/>
                    <a:pt x="23" y="400"/>
                  </a:cubicBezTo>
                  <a:cubicBezTo>
                    <a:pt x="21" y="399"/>
                    <a:pt x="17" y="398"/>
                    <a:pt x="14" y="398"/>
                  </a:cubicBezTo>
                  <a:cubicBezTo>
                    <a:pt x="12" y="398"/>
                    <a:pt x="8" y="402"/>
                    <a:pt x="6" y="401"/>
                  </a:cubicBezTo>
                  <a:cubicBezTo>
                    <a:pt x="4" y="400"/>
                    <a:pt x="4" y="395"/>
                    <a:pt x="3" y="393"/>
                  </a:cubicBezTo>
                  <a:cubicBezTo>
                    <a:pt x="2" y="390"/>
                    <a:pt x="0" y="382"/>
                    <a:pt x="0" y="379"/>
                  </a:cubicBezTo>
                  <a:cubicBezTo>
                    <a:pt x="1" y="376"/>
                    <a:pt x="3" y="372"/>
                    <a:pt x="4" y="370"/>
                  </a:cubicBezTo>
                  <a:cubicBezTo>
                    <a:pt x="5" y="367"/>
                    <a:pt x="6" y="362"/>
                    <a:pt x="7" y="360"/>
                  </a:cubicBezTo>
                  <a:cubicBezTo>
                    <a:pt x="9" y="357"/>
                    <a:pt x="14" y="352"/>
                    <a:pt x="16" y="349"/>
                  </a:cubicBezTo>
                  <a:cubicBezTo>
                    <a:pt x="17" y="347"/>
                    <a:pt x="19" y="341"/>
                    <a:pt x="20" y="338"/>
                  </a:cubicBezTo>
                  <a:cubicBezTo>
                    <a:pt x="20" y="336"/>
                    <a:pt x="20" y="331"/>
                    <a:pt x="20" y="328"/>
                  </a:cubicBezTo>
                  <a:cubicBezTo>
                    <a:pt x="19" y="325"/>
                    <a:pt x="15" y="320"/>
                    <a:pt x="13" y="317"/>
                  </a:cubicBezTo>
                  <a:cubicBezTo>
                    <a:pt x="12" y="316"/>
                    <a:pt x="8" y="314"/>
                    <a:pt x="7" y="313"/>
                  </a:cubicBezTo>
                  <a:cubicBezTo>
                    <a:pt x="6" y="311"/>
                    <a:pt x="6" y="307"/>
                    <a:pt x="7" y="305"/>
                  </a:cubicBezTo>
                  <a:cubicBezTo>
                    <a:pt x="7" y="303"/>
                    <a:pt x="9" y="299"/>
                    <a:pt x="9" y="297"/>
                  </a:cubicBezTo>
                  <a:cubicBezTo>
                    <a:pt x="9" y="295"/>
                    <a:pt x="9" y="290"/>
                    <a:pt x="8" y="288"/>
                  </a:cubicBezTo>
                  <a:cubicBezTo>
                    <a:pt x="8" y="286"/>
                    <a:pt x="6" y="283"/>
                    <a:pt x="5" y="282"/>
                  </a:cubicBezTo>
                  <a:cubicBezTo>
                    <a:pt x="4" y="279"/>
                    <a:pt x="1" y="272"/>
                    <a:pt x="0" y="269"/>
                  </a:cubicBezTo>
                  <a:cubicBezTo>
                    <a:pt x="0" y="267"/>
                    <a:pt x="0" y="264"/>
                    <a:pt x="0" y="262"/>
                  </a:cubicBezTo>
                  <a:cubicBezTo>
                    <a:pt x="1" y="259"/>
                    <a:pt x="4" y="254"/>
                    <a:pt x="5" y="252"/>
                  </a:cubicBezTo>
                  <a:cubicBezTo>
                    <a:pt x="7" y="250"/>
                    <a:pt x="11" y="247"/>
                    <a:pt x="12" y="245"/>
                  </a:cubicBezTo>
                  <a:cubicBezTo>
                    <a:pt x="13" y="245"/>
                    <a:pt x="14" y="243"/>
                    <a:pt x="16" y="242"/>
                  </a:cubicBezTo>
                  <a:cubicBezTo>
                    <a:pt x="16" y="243"/>
                    <a:pt x="17" y="244"/>
                    <a:pt x="17" y="245"/>
                  </a:cubicBezTo>
                  <a:cubicBezTo>
                    <a:pt x="20" y="248"/>
                    <a:pt x="27" y="256"/>
                    <a:pt x="30" y="259"/>
                  </a:cubicBezTo>
                  <a:cubicBezTo>
                    <a:pt x="33" y="261"/>
                    <a:pt x="39" y="265"/>
                    <a:pt x="42" y="266"/>
                  </a:cubicBezTo>
                  <a:cubicBezTo>
                    <a:pt x="45" y="267"/>
                    <a:pt x="50" y="269"/>
                    <a:pt x="53" y="268"/>
                  </a:cubicBezTo>
                  <a:cubicBezTo>
                    <a:pt x="56" y="268"/>
                    <a:pt x="61" y="266"/>
                    <a:pt x="63" y="265"/>
                  </a:cubicBezTo>
                  <a:cubicBezTo>
                    <a:pt x="65" y="263"/>
                    <a:pt x="68" y="257"/>
                    <a:pt x="71" y="255"/>
                  </a:cubicBezTo>
                  <a:cubicBezTo>
                    <a:pt x="73" y="252"/>
                    <a:pt x="78" y="248"/>
                    <a:pt x="81" y="246"/>
                  </a:cubicBezTo>
                  <a:cubicBezTo>
                    <a:pt x="83" y="244"/>
                    <a:pt x="88" y="242"/>
                    <a:pt x="90" y="241"/>
                  </a:cubicBezTo>
                  <a:cubicBezTo>
                    <a:pt x="92" y="241"/>
                    <a:pt x="97" y="242"/>
                    <a:pt x="99" y="243"/>
                  </a:cubicBezTo>
                  <a:cubicBezTo>
                    <a:pt x="101" y="244"/>
                    <a:pt x="104" y="248"/>
                    <a:pt x="106" y="249"/>
                  </a:cubicBezTo>
                  <a:cubicBezTo>
                    <a:pt x="107" y="250"/>
                    <a:pt x="111" y="250"/>
                    <a:pt x="112" y="250"/>
                  </a:cubicBezTo>
                  <a:cubicBezTo>
                    <a:pt x="114" y="251"/>
                    <a:pt x="118" y="253"/>
                    <a:pt x="119" y="254"/>
                  </a:cubicBezTo>
                  <a:cubicBezTo>
                    <a:pt x="121" y="255"/>
                    <a:pt x="124" y="257"/>
                    <a:pt x="126" y="258"/>
                  </a:cubicBezTo>
                  <a:cubicBezTo>
                    <a:pt x="128" y="258"/>
                    <a:pt x="132" y="257"/>
                    <a:pt x="134" y="257"/>
                  </a:cubicBezTo>
                  <a:cubicBezTo>
                    <a:pt x="136" y="258"/>
                    <a:pt x="140" y="260"/>
                    <a:pt x="141" y="261"/>
                  </a:cubicBezTo>
                  <a:cubicBezTo>
                    <a:pt x="143" y="263"/>
                    <a:pt x="144" y="266"/>
                    <a:pt x="145" y="268"/>
                  </a:cubicBezTo>
                  <a:cubicBezTo>
                    <a:pt x="146" y="271"/>
                    <a:pt x="147" y="277"/>
                    <a:pt x="149" y="280"/>
                  </a:cubicBezTo>
                  <a:cubicBezTo>
                    <a:pt x="150" y="282"/>
                    <a:pt x="152" y="285"/>
                    <a:pt x="154" y="286"/>
                  </a:cubicBezTo>
                  <a:cubicBezTo>
                    <a:pt x="156" y="287"/>
                    <a:pt x="162" y="286"/>
                    <a:pt x="164" y="284"/>
                  </a:cubicBezTo>
                  <a:cubicBezTo>
                    <a:pt x="168" y="283"/>
                    <a:pt x="173" y="276"/>
                    <a:pt x="175" y="273"/>
                  </a:cubicBezTo>
                  <a:cubicBezTo>
                    <a:pt x="177" y="269"/>
                    <a:pt x="177" y="262"/>
                    <a:pt x="178" y="258"/>
                  </a:cubicBezTo>
                  <a:cubicBezTo>
                    <a:pt x="179" y="254"/>
                    <a:pt x="179" y="246"/>
                    <a:pt x="182" y="243"/>
                  </a:cubicBezTo>
                  <a:cubicBezTo>
                    <a:pt x="183" y="242"/>
                    <a:pt x="187" y="243"/>
                    <a:pt x="188" y="242"/>
                  </a:cubicBezTo>
                  <a:cubicBezTo>
                    <a:pt x="190" y="241"/>
                    <a:pt x="191" y="234"/>
                    <a:pt x="193" y="232"/>
                  </a:cubicBezTo>
                  <a:cubicBezTo>
                    <a:pt x="194" y="231"/>
                    <a:pt x="196" y="230"/>
                    <a:pt x="197" y="230"/>
                  </a:cubicBezTo>
                  <a:cubicBezTo>
                    <a:pt x="200" y="229"/>
                    <a:pt x="204" y="229"/>
                    <a:pt x="207" y="229"/>
                  </a:cubicBezTo>
                  <a:cubicBezTo>
                    <a:pt x="212" y="230"/>
                    <a:pt x="222" y="237"/>
                    <a:pt x="227" y="239"/>
                  </a:cubicBezTo>
                  <a:cubicBezTo>
                    <a:pt x="230" y="240"/>
                    <a:pt x="236" y="244"/>
                    <a:pt x="239" y="245"/>
                  </a:cubicBezTo>
                  <a:cubicBezTo>
                    <a:pt x="242" y="246"/>
                    <a:pt x="248" y="246"/>
                    <a:pt x="251" y="246"/>
                  </a:cubicBezTo>
                  <a:cubicBezTo>
                    <a:pt x="256" y="247"/>
                    <a:pt x="266" y="249"/>
                    <a:pt x="271" y="249"/>
                  </a:cubicBezTo>
                  <a:cubicBezTo>
                    <a:pt x="274" y="249"/>
                    <a:pt x="281" y="250"/>
                    <a:pt x="283" y="248"/>
                  </a:cubicBezTo>
                  <a:cubicBezTo>
                    <a:pt x="285" y="247"/>
                    <a:pt x="286" y="243"/>
                    <a:pt x="286" y="241"/>
                  </a:cubicBezTo>
                  <a:cubicBezTo>
                    <a:pt x="287" y="239"/>
                    <a:pt x="287" y="234"/>
                    <a:pt x="286" y="233"/>
                  </a:cubicBezTo>
                  <a:cubicBezTo>
                    <a:pt x="285" y="231"/>
                    <a:pt x="281" y="229"/>
                    <a:pt x="280" y="227"/>
                  </a:cubicBezTo>
                  <a:cubicBezTo>
                    <a:pt x="278" y="225"/>
                    <a:pt x="276" y="219"/>
                    <a:pt x="275" y="217"/>
                  </a:cubicBezTo>
                  <a:cubicBezTo>
                    <a:pt x="274" y="214"/>
                    <a:pt x="274" y="209"/>
                    <a:pt x="273" y="207"/>
                  </a:cubicBezTo>
                  <a:cubicBezTo>
                    <a:pt x="272" y="205"/>
                    <a:pt x="270" y="201"/>
                    <a:pt x="269" y="200"/>
                  </a:cubicBezTo>
                  <a:cubicBezTo>
                    <a:pt x="268" y="197"/>
                    <a:pt x="264" y="194"/>
                    <a:pt x="263" y="192"/>
                  </a:cubicBezTo>
                  <a:cubicBezTo>
                    <a:pt x="263" y="190"/>
                    <a:pt x="263" y="186"/>
                    <a:pt x="264" y="184"/>
                  </a:cubicBezTo>
                  <a:cubicBezTo>
                    <a:pt x="264" y="180"/>
                    <a:pt x="268" y="173"/>
                    <a:pt x="268" y="170"/>
                  </a:cubicBezTo>
                  <a:cubicBezTo>
                    <a:pt x="268" y="166"/>
                    <a:pt x="267" y="159"/>
                    <a:pt x="266" y="156"/>
                  </a:cubicBezTo>
                  <a:cubicBezTo>
                    <a:pt x="265" y="154"/>
                    <a:pt x="263" y="150"/>
                    <a:pt x="262" y="148"/>
                  </a:cubicBezTo>
                  <a:cubicBezTo>
                    <a:pt x="260" y="144"/>
                    <a:pt x="254" y="137"/>
                    <a:pt x="253" y="133"/>
                  </a:cubicBezTo>
                  <a:cubicBezTo>
                    <a:pt x="252" y="128"/>
                    <a:pt x="255" y="119"/>
                    <a:pt x="256" y="114"/>
                  </a:cubicBezTo>
                  <a:cubicBezTo>
                    <a:pt x="257" y="109"/>
                    <a:pt x="260" y="100"/>
                    <a:pt x="260" y="95"/>
                  </a:cubicBezTo>
                  <a:cubicBezTo>
                    <a:pt x="260" y="90"/>
                    <a:pt x="258" y="79"/>
                    <a:pt x="257" y="74"/>
                  </a:cubicBezTo>
                  <a:cubicBezTo>
                    <a:pt x="255" y="70"/>
                    <a:pt x="251" y="62"/>
                    <a:pt x="251" y="58"/>
                  </a:cubicBezTo>
                  <a:cubicBezTo>
                    <a:pt x="251" y="56"/>
                    <a:pt x="252" y="52"/>
                    <a:pt x="252" y="50"/>
                  </a:cubicBezTo>
                  <a:cubicBezTo>
                    <a:pt x="253" y="48"/>
                    <a:pt x="255" y="45"/>
                    <a:pt x="256" y="43"/>
                  </a:cubicBezTo>
                  <a:cubicBezTo>
                    <a:pt x="256" y="41"/>
                    <a:pt x="254" y="36"/>
                    <a:pt x="253" y="35"/>
                  </a:cubicBezTo>
                  <a:cubicBezTo>
                    <a:pt x="251" y="32"/>
                    <a:pt x="246" y="29"/>
                    <a:pt x="244" y="28"/>
                  </a:cubicBezTo>
                  <a:cubicBezTo>
                    <a:pt x="242" y="26"/>
                    <a:pt x="237" y="23"/>
                    <a:pt x="236" y="21"/>
                  </a:cubicBezTo>
                  <a:cubicBezTo>
                    <a:pt x="234" y="19"/>
                    <a:pt x="233" y="15"/>
                    <a:pt x="233" y="12"/>
                  </a:cubicBezTo>
                  <a:cubicBezTo>
                    <a:pt x="233" y="10"/>
                    <a:pt x="233" y="6"/>
                    <a:pt x="233" y="4"/>
                  </a:cubicBezTo>
                  <a:cubicBezTo>
                    <a:pt x="234" y="4"/>
                    <a:pt x="234" y="2"/>
                    <a:pt x="235" y="0"/>
                  </a:cubicBezTo>
                  <a:cubicBezTo>
                    <a:pt x="235" y="0"/>
                    <a:pt x="235" y="0"/>
                    <a:pt x="236" y="0"/>
                  </a:cubicBezTo>
                  <a:cubicBezTo>
                    <a:pt x="241" y="2"/>
                    <a:pt x="254" y="3"/>
                    <a:pt x="260" y="4"/>
                  </a:cubicBezTo>
                  <a:cubicBezTo>
                    <a:pt x="265" y="5"/>
                    <a:pt x="276" y="6"/>
                    <a:pt x="281" y="7"/>
                  </a:cubicBezTo>
                  <a:cubicBezTo>
                    <a:pt x="287" y="8"/>
                    <a:pt x="297" y="13"/>
                    <a:pt x="303" y="15"/>
                  </a:cubicBezTo>
                  <a:cubicBezTo>
                    <a:pt x="307" y="16"/>
                    <a:pt x="315" y="19"/>
                    <a:pt x="318" y="21"/>
                  </a:cubicBezTo>
                  <a:cubicBezTo>
                    <a:pt x="323" y="23"/>
                    <a:pt x="330" y="32"/>
                    <a:pt x="334" y="35"/>
                  </a:cubicBezTo>
                  <a:cubicBezTo>
                    <a:pt x="336" y="37"/>
                    <a:pt x="342" y="41"/>
                    <a:pt x="345" y="43"/>
                  </a:cubicBezTo>
                  <a:cubicBezTo>
                    <a:pt x="349" y="45"/>
                    <a:pt x="359" y="47"/>
                    <a:pt x="364" y="49"/>
                  </a:cubicBezTo>
                  <a:cubicBezTo>
                    <a:pt x="366" y="50"/>
                    <a:pt x="371" y="53"/>
                    <a:pt x="374" y="54"/>
                  </a:cubicBezTo>
                  <a:cubicBezTo>
                    <a:pt x="376" y="54"/>
                    <a:pt x="381" y="52"/>
                    <a:pt x="383" y="51"/>
                  </a:cubicBezTo>
                  <a:cubicBezTo>
                    <a:pt x="385" y="50"/>
                    <a:pt x="387" y="46"/>
                    <a:pt x="389" y="45"/>
                  </a:cubicBezTo>
                  <a:cubicBezTo>
                    <a:pt x="391" y="43"/>
                    <a:pt x="393" y="38"/>
                    <a:pt x="396" y="37"/>
                  </a:cubicBezTo>
                  <a:cubicBezTo>
                    <a:pt x="399" y="35"/>
                    <a:pt x="405" y="36"/>
                    <a:pt x="408" y="37"/>
                  </a:cubicBezTo>
                  <a:cubicBezTo>
                    <a:pt x="411" y="37"/>
                    <a:pt x="415" y="40"/>
                    <a:pt x="417" y="41"/>
                  </a:cubicBezTo>
                  <a:cubicBezTo>
                    <a:pt x="419" y="44"/>
                    <a:pt x="423" y="51"/>
                    <a:pt x="424" y="55"/>
                  </a:cubicBezTo>
                  <a:cubicBezTo>
                    <a:pt x="425" y="59"/>
                    <a:pt x="425" y="67"/>
                    <a:pt x="425" y="71"/>
                  </a:cubicBezTo>
                  <a:cubicBezTo>
                    <a:pt x="425" y="75"/>
                    <a:pt x="423" y="82"/>
                    <a:pt x="424" y="86"/>
                  </a:cubicBezTo>
                  <a:cubicBezTo>
                    <a:pt x="424" y="89"/>
                    <a:pt x="426" y="95"/>
                    <a:pt x="427" y="98"/>
                  </a:cubicBezTo>
                  <a:cubicBezTo>
                    <a:pt x="430" y="101"/>
                    <a:pt x="436" y="107"/>
                    <a:pt x="440" y="109"/>
                  </a:cubicBezTo>
                  <a:cubicBezTo>
                    <a:pt x="443" y="110"/>
                    <a:pt x="450" y="112"/>
                    <a:pt x="453" y="112"/>
                  </a:cubicBezTo>
                  <a:cubicBezTo>
                    <a:pt x="456" y="112"/>
                    <a:pt x="461" y="110"/>
                    <a:pt x="463" y="108"/>
                  </a:cubicBezTo>
                  <a:cubicBezTo>
                    <a:pt x="466" y="107"/>
                    <a:pt x="471" y="102"/>
                    <a:pt x="474" y="101"/>
                  </a:cubicBezTo>
                  <a:cubicBezTo>
                    <a:pt x="477" y="99"/>
                    <a:pt x="482" y="95"/>
                    <a:pt x="486" y="95"/>
                  </a:cubicBezTo>
                  <a:cubicBezTo>
                    <a:pt x="489" y="94"/>
                    <a:pt x="497" y="96"/>
                    <a:pt x="500" y="97"/>
                  </a:cubicBezTo>
                  <a:cubicBezTo>
                    <a:pt x="503" y="99"/>
                    <a:pt x="508" y="105"/>
                    <a:pt x="510" y="108"/>
                  </a:cubicBezTo>
                  <a:cubicBezTo>
                    <a:pt x="512" y="110"/>
                    <a:pt x="513" y="115"/>
                    <a:pt x="513" y="118"/>
                  </a:cubicBezTo>
                  <a:cubicBezTo>
                    <a:pt x="514" y="122"/>
                    <a:pt x="514" y="131"/>
                    <a:pt x="513" y="135"/>
                  </a:cubicBezTo>
                  <a:cubicBezTo>
                    <a:pt x="513" y="138"/>
                    <a:pt x="509" y="145"/>
                    <a:pt x="507" y="149"/>
                  </a:cubicBezTo>
                  <a:cubicBezTo>
                    <a:pt x="507" y="151"/>
                    <a:pt x="505" y="155"/>
                    <a:pt x="506" y="158"/>
                  </a:cubicBezTo>
                  <a:cubicBezTo>
                    <a:pt x="506" y="160"/>
                    <a:pt x="509" y="163"/>
                    <a:pt x="511" y="164"/>
                  </a:cubicBezTo>
                  <a:cubicBezTo>
                    <a:pt x="513" y="166"/>
                    <a:pt x="519" y="166"/>
                    <a:pt x="521" y="166"/>
                  </a:cubicBezTo>
                  <a:cubicBezTo>
                    <a:pt x="524" y="166"/>
                    <a:pt x="531" y="165"/>
                    <a:pt x="534" y="163"/>
                  </a:cubicBezTo>
                  <a:cubicBezTo>
                    <a:pt x="536" y="162"/>
                    <a:pt x="540" y="158"/>
                    <a:pt x="542" y="155"/>
                  </a:cubicBezTo>
                  <a:cubicBezTo>
                    <a:pt x="544" y="153"/>
                    <a:pt x="547" y="147"/>
                    <a:pt x="549" y="144"/>
                  </a:cubicBezTo>
                  <a:cubicBezTo>
                    <a:pt x="551" y="141"/>
                    <a:pt x="553" y="134"/>
                    <a:pt x="555" y="132"/>
                  </a:cubicBezTo>
                  <a:cubicBezTo>
                    <a:pt x="557" y="129"/>
                    <a:pt x="561" y="124"/>
                    <a:pt x="563" y="121"/>
                  </a:cubicBezTo>
                  <a:cubicBezTo>
                    <a:pt x="565" y="120"/>
                    <a:pt x="569" y="117"/>
                    <a:pt x="571" y="117"/>
                  </a:cubicBezTo>
                  <a:cubicBezTo>
                    <a:pt x="574" y="116"/>
                    <a:pt x="580" y="116"/>
                    <a:pt x="583" y="117"/>
                  </a:cubicBezTo>
                  <a:cubicBezTo>
                    <a:pt x="587" y="118"/>
                    <a:pt x="593" y="121"/>
                    <a:pt x="596" y="123"/>
                  </a:cubicBezTo>
                  <a:cubicBezTo>
                    <a:pt x="599" y="125"/>
                    <a:pt x="603" y="132"/>
                    <a:pt x="606" y="134"/>
                  </a:cubicBezTo>
                  <a:cubicBezTo>
                    <a:pt x="608" y="135"/>
                    <a:pt x="612" y="137"/>
                    <a:pt x="614" y="137"/>
                  </a:cubicBezTo>
                  <a:cubicBezTo>
                    <a:pt x="616" y="137"/>
                    <a:pt x="619" y="136"/>
                    <a:pt x="621" y="136"/>
                  </a:cubicBezTo>
                  <a:cubicBezTo>
                    <a:pt x="623" y="135"/>
                    <a:pt x="625" y="132"/>
                    <a:pt x="627" y="130"/>
                  </a:cubicBezTo>
                  <a:cubicBezTo>
                    <a:pt x="628" y="129"/>
                    <a:pt x="630" y="125"/>
                    <a:pt x="632" y="123"/>
                  </a:cubicBezTo>
                  <a:cubicBezTo>
                    <a:pt x="635" y="120"/>
                    <a:pt x="640" y="114"/>
                    <a:pt x="643" y="112"/>
                  </a:cubicBezTo>
                  <a:cubicBezTo>
                    <a:pt x="646" y="111"/>
                    <a:pt x="653" y="110"/>
                    <a:pt x="656" y="110"/>
                  </a:cubicBezTo>
                  <a:cubicBezTo>
                    <a:pt x="660" y="110"/>
                    <a:pt x="668" y="111"/>
                    <a:pt x="672" y="113"/>
                  </a:cubicBezTo>
                  <a:cubicBezTo>
                    <a:pt x="676" y="115"/>
                    <a:pt x="683" y="120"/>
                    <a:pt x="686" y="122"/>
                  </a:cubicBezTo>
                  <a:cubicBezTo>
                    <a:pt x="690" y="124"/>
                    <a:pt x="698" y="127"/>
                    <a:pt x="702" y="129"/>
                  </a:cubicBezTo>
                  <a:cubicBezTo>
                    <a:pt x="707" y="131"/>
                    <a:pt x="715" y="137"/>
                    <a:pt x="719" y="139"/>
                  </a:cubicBezTo>
                  <a:cubicBezTo>
                    <a:pt x="724" y="142"/>
                    <a:pt x="734" y="148"/>
                    <a:pt x="737" y="152"/>
                  </a:cubicBezTo>
                  <a:cubicBezTo>
                    <a:pt x="741" y="155"/>
                    <a:pt x="745" y="163"/>
                    <a:pt x="747" y="168"/>
                  </a:cubicBezTo>
                  <a:cubicBezTo>
                    <a:pt x="748" y="171"/>
                    <a:pt x="751" y="178"/>
                    <a:pt x="751" y="181"/>
                  </a:cubicBezTo>
                  <a:cubicBezTo>
                    <a:pt x="752" y="184"/>
                    <a:pt x="752" y="189"/>
                    <a:pt x="751" y="191"/>
                  </a:cubicBezTo>
                  <a:cubicBezTo>
                    <a:pt x="750" y="193"/>
                    <a:pt x="746" y="196"/>
                    <a:pt x="744" y="197"/>
                  </a:cubicBezTo>
                  <a:cubicBezTo>
                    <a:pt x="741" y="199"/>
                    <a:pt x="734" y="200"/>
                    <a:pt x="731" y="202"/>
                  </a:cubicBezTo>
                  <a:cubicBezTo>
                    <a:pt x="730" y="204"/>
                    <a:pt x="726" y="207"/>
                    <a:pt x="725" y="209"/>
                  </a:cubicBezTo>
                  <a:cubicBezTo>
                    <a:pt x="724" y="212"/>
                    <a:pt x="724" y="220"/>
                    <a:pt x="723" y="223"/>
                  </a:cubicBezTo>
                  <a:cubicBezTo>
                    <a:pt x="722" y="226"/>
                    <a:pt x="720" y="230"/>
                    <a:pt x="719" y="232"/>
                  </a:cubicBezTo>
                  <a:cubicBezTo>
                    <a:pt x="717" y="235"/>
                    <a:pt x="713" y="240"/>
                    <a:pt x="711" y="242"/>
                  </a:cubicBezTo>
                  <a:cubicBezTo>
                    <a:pt x="708" y="246"/>
                    <a:pt x="703" y="252"/>
                    <a:pt x="700" y="255"/>
                  </a:cubicBezTo>
                  <a:cubicBezTo>
                    <a:pt x="698" y="257"/>
                    <a:pt x="693" y="261"/>
                    <a:pt x="690" y="263"/>
                  </a:cubicBezTo>
                  <a:cubicBezTo>
                    <a:pt x="686" y="265"/>
                    <a:pt x="676" y="269"/>
                    <a:pt x="671" y="272"/>
                  </a:cubicBezTo>
                  <a:cubicBezTo>
                    <a:pt x="665" y="275"/>
                    <a:pt x="652" y="283"/>
                    <a:pt x="646" y="287"/>
                  </a:cubicBezTo>
                  <a:cubicBezTo>
                    <a:pt x="642" y="290"/>
                    <a:pt x="633" y="295"/>
                    <a:pt x="629" y="299"/>
                  </a:cubicBezTo>
                  <a:cubicBezTo>
                    <a:pt x="626" y="301"/>
                    <a:pt x="620" y="306"/>
                    <a:pt x="619" y="309"/>
                  </a:cubicBezTo>
                  <a:cubicBezTo>
                    <a:pt x="618" y="312"/>
                    <a:pt x="619" y="319"/>
                    <a:pt x="620" y="322"/>
                  </a:cubicBezTo>
                  <a:cubicBezTo>
                    <a:pt x="621" y="326"/>
                    <a:pt x="627" y="333"/>
                    <a:pt x="629" y="336"/>
                  </a:cubicBezTo>
                  <a:cubicBezTo>
                    <a:pt x="632" y="339"/>
                    <a:pt x="638" y="343"/>
                    <a:pt x="641" y="346"/>
                  </a:cubicBezTo>
                  <a:cubicBezTo>
                    <a:pt x="645" y="349"/>
                    <a:pt x="652" y="356"/>
                    <a:pt x="656" y="360"/>
                  </a:cubicBezTo>
                  <a:cubicBezTo>
                    <a:pt x="659" y="363"/>
                    <a:pt x="664" y="370"/>
                    <a:pt x="668" y="371"/>
                  </a:cubicBezTo>
                  <a:cubicBezTo>
                    <a:pt x="671" y="372"/>
                    <a:pt x="676" y="372"/>
                    <a:pt x="679" y="372"/>
                  </a:cubicBezTo>
                  <a:cubicBezTo>
                    <a:pt x="681" y="372"/>
                    <a:pt x="687" y="374"/>
                    <a:pt x="689" y="374"/>
                  </a:cubicBezTo>
                  <a:cubicBezTo>
                    <a:pt x="692" y="373"/>
                    <a:pt x="695" y="370"/>
                    <a:pt x="697" y="369"/>
                  </a:cubicBezTo>
                  <a:cubicBezTo>
                    <a:pt x="700" y="368"/>
                    <a:pt x="705" y="364"/>
                    <a:pt x="708" y="364"/>
                  </a:cubicBezTo>
                  <a:cubicBezTo>
                    <a:pt x="710" y="364"/>
                    <a:pt x="714" y="366"/>
                    <a:pt x="715" y="367"/>
                  </a:cubicBezTo>
                  <a:cubicBezTo>
                    <a:pt x="717" y="369"/>
                    <a:pt x="717" y="375"/>
                    <a:pt x="718" y="378"/>
                  </a:cubicBezTo>
                  <a:cubicBezTo>
                    <a:pt x="719" y="380"/>
                    <a:pt x="720" y="386"/>
                    <a:pt x="721" y="388"/>
                  </a:cubicBezTo>
                  <a:cubicBezTo>
                    <a:pt x="722" y="393"/>
                    <a:pt x="726" y="400"/>
                    <a:pt x="729" y="404"/>
                  </a:cubicBezTo>
                  <a:cubicBezTo>
                    <a:pt x="731" y="408"/>
                    <a:pt x="737" y="415"/>
                    <a:pt x="740" y="418"/>
                  </a:cubicBezTo>
                  <a:cubicBezTo>
                    <a:pt x="742" y="420"/>
                    <a:pt x="748" y="423"/>
                    <a:pt x="750" y="425"/>
                  </a:cubicBezTo>
                  <a:cubicBezTo>
                    <a:pt x="753" y="427"/>
                    <a:pt x="759" y="431"/>
                    <a:pt x="762" y="434"/>
                  </a:cubicBezTo>
                  <a:cubicBezTo>
                    <a:pt x="764" y="437"/>
                    <a:pt x="767" y="444"/>
                    <a:pt x="769" y="447"/>
                  </a:cubicBezTo>
                  <a:cubicBezTo>
                    <a:pt x="771" y="450"/>
                    <a:pt x="776" y="457"/>
                    <a:pt x="778" y="460"/>
                  </a:cubicBezTo>
                  <a:cubicBezTo>
                    <a:pt x="780" y="462"/>
                    <a:pt x="785" y="466"/>
                    <a:pt x="787" y="468"/>
                  </a:cubicBezTo>
                  <a:cubicBezTo>
                    <a:pt x="789" y="470"/>
                    <a:pt x="792" y="476"/>
                    <a:pt x="794" y="479"/>
                  </a:cubicBezTo>
                  <a:cubicBezTo>
                    <a:pt x="797" y="482"/>
                    <a:pt x="802" y="489"/>
                    <a:pt x="805" y="492"/>
                  </a:cubicBezTo>
                  <a:cubicBezTo>
                    <a:pt x="808" y="494"/>
                    <a:pt x="814" y="498"/>
                    <a:pt x="817" y="501"/>
                  </a:cubicBezTo>
                  <a:cubicBezTo>
                    <a:pt x="819" y="504"/>
                    <a:pt x="822" y="510"/>
                    <a:pt x="823" y="514"/>
                  </a:cubicBezTo>
                  <a:cubicBezTo>
                    <a:pt x="824" y="518"/>
                    <a:pt x="824" y="527"/>
                    <a:pt x="825" y="531"/>
                  </a:cubicBezTo>
                  <a:cubicBezTo>
                    <a:pt x="826" y="536"/>
                    <a:pt x="830" y="547"/>
                    <a:pt x="832" y="552"/>
                  </a:cubicBezTo>
                  <a:cubicBezTo>
                    <a:pt x="835" y="556"/>
                    <a:pt x="841" y="564"/>
                    <a:pt x="844" y="568"/>
                  </a:cubicBezTo>
                  <a:cubicBezTo>
                    <a:pt x="847" y="571"/>
                    <a:pt x="850" y="575"/>
                    <a:pt x="854" y="580"/>
                  </a:cubicBezTo>
                  <a:cubicBezTo>
                    <a:pt x="852" y="582"/>
                    <a:pt x="849" y="585"/>
                    <a:pt x="847" y="586"/>
                  </a:cubicBezTo>
                  <a:cubicBezTo>
                    <a:pt x="845" y="588"/>
                    <a:pt x="839" y="591"/>
                    <a:pt x="835" y="591"/>
                  </a:cubicBezTo>
                  <a:cubicBezTo>
                    <a:pt x="833" y="591"/>
                    <a:pt x="827" y="589"/>
                    <a:pt x="825" y="587"/>
                  </a:cubicBezTo>
                  <a:cubicBezTo>
                    <a:pt x="823" y="586"/>
                    <a:pt x="819" y="580"/>
                    <a:pt x="816" y="578"/>
                  </a:cubicBezTo>
                  <a:cubicBezTo>
                    <a:pt x="814" y="577"/>
                    <a:pt x="809" y="576"/>
                    <a:pt x="807" y="575"/>
                  </a:cubicBezTo>
                  <a:cubicBezTo>
                    <a:pt x="804" y="575"/>
                    <a:pt x="796" y="574"/>
                    <a:pt x="793" y="575"/>
                  </a:cubicBezTo>
                  <a:cubicBezTo>
                    <a:pt x="791" y="576"/>
                    <a:pt x="787" y="579"/>
                    <a:pt x="785" y="580"/>
                  </a:cubicBezTo>
                  <a:cubicBezTo>
                    <a:pt x="783" y="582"/>
                    <a:pt x="780" y="587"/>
                    <a:pt x="778" y="589"/>
                  </a:cubicBezTo>
                  <a:cubicBezTo>
                    <a:pt x="775" y="591"/>
                    <a:pt x="769" y="592"/>
                    <a:pt x="766" y="593"/>
                  </a:cubicBezTo>
                  <a:cubicBezTo>
                    <a:pt x="762" y="594"/>
                    <a:pt x="756" y="597"/>
                    <a:pt x="753" y="599"/>
                  </a:cubicBezTo>
                  <a:cubicBezTo>
                    <a:pt x="748" y="602"/>
                    <a:pt x="739" y="608"/>
                    <a:pt x="734" y="610"/>
                  </a:cubicBezTo>
                  <a:cubicBezTo>
                    <a:pt x="731" y="612"/>
                    <a:pt x="723" y="615"/>
                    <a:pt x="719" y="617"/>
                  </a:cubicBezTo>
                  <a:cubicBezTo>
                    <a:pt x="716" y="619"/>
                    <a:pt x="710" y="622"/>
                    <a:pt x="708" y="625"/>
                  </a:cubicBezTo>
                  <a:cubicBezTo>
                    <a:pt x="707" y="626"/>
                    <a:pt x="705" y="631"/>
                    <a:pt x="705" y="633"/>
                  </a:cubicBezTo>
                  <a:cubicBezTo>
                    <a:pt x="704" y="636"/>
                    <a:pt x="704" y="642"/>
                    <a:pt x="703" y="644"/>
                  </a:cubicBezTo>
                  <a:cubicBezTo>
                    <a:pt x="703" y="646"/>
                    <a:pt x="702" y="650"/>
                    <a:pt x="701" y="651"/>
                  </a:cubicBezTo>
                  <a:cubicBezTo>
                    <a:pt x="700" y="653"/>
                    <a:pt x="696" y="653"/>
                    <a:pt x="695" y="655"/>
                  </a:cubicBezTo>
                  <a:cubicBezTo>
                    <a:pt x="693" y="656"/>
                    <a:pt x="692" y="660"/>
                    <a:pt x="692" y="662"/>
                  </a:cubicBezTo>
                  <a:cubicBezTo>
                    <a:pt x="692" y="663"/>
                    <a:pt x="692" y="667"/>
                    <a:pt x="692" y="668"/>
                  </a:cubicBezTo>
                  <a:cubicBezTo>
                    <a:pt x="692" y="671"/>
                    <a:pt x="691" y="677"/>
                    <a:pt x="688" y="678"/>
                  </a:cubicBezTo>
                  <a:cubicBezTo>
                    <a:pt x="687" y="679"/>
                    <a:pt x="682" y="678"/>
                    <a:pt x="681" y="677"/>
                  </a:cubicBezTo>
                  <a:cubicBezTo>
                    <a:pt x="678" y="676"/>
                    <a:pt x="675" y="674"/>
                    <a:pt x="672" y="673"/>
                  </a:cubicBezTo>
                  <a:cubicBezTo>
                    <a:pt x="670" y="673"/>
                    <a:pt x="666" y="673"/>
                    <a:pt x="664" y="673"/>
                  </a:cubicBezTo>
                  <a:cubicBezTo>
                    <a:pt x="662" y="674"/>
                    <a:pt x="659" y="677"/>
                    <a:pt x="657" y="678"/>
                  </a:cubicBezTo>
                  <a:cubicBezTo>
                    <a:pt x="655" y="679"/>
                    <a:pt x="651" y="681"/>
                    <a:pt x="649" y="680"/>
                  </a:cubicBezTo>
                  <a:cubicBezTo>
                    <a:pt x="647" y="680"/>
                    <a:pt x="646" y="676"/>
                    <a:pt x="644" y="675"/>
                  </a:cubicBezTo>
                  <a:cubicBezTo>
                    <a:pt x="643" y="674"/>
                    <a:pt x="640" y="674"/>
                    <a:pt x="639" y="675"/>
                  </a:cubicBezTo>
                  <a:cubicBezTo>
                    <a:pt x="637" y="675"/>
                    <a:pt x="632" y="678"/>
                    <a:pt x="629" y="679"/>
                  </a:cubicBezTo>
                  <a:cubicBezTo>
                    <a:pt x="626" y="680"/>
                    <a:pt x="620" y="682"/>
                    <a:pt x="616" y="683"/>
                  </a:cubicBezTo>
                  <a:cubicBezTo>
                    <a:pt x="614" y="683"/>
                    <a:pt x="607" y="683"/>
                    <a:pt x="605" y="681"/>
                  </a:cubicBezTo>
                  <a:cubicBezTo>
                    <a:pt x="602" y="680"/>
                    <a:pt x="600" y="673"/>
                    <a:pt x="598" y="671"/>
                  </a:cubicBezTo>
                  <a:cubicBezTo>
                    <a:pt x="597" y="668"/>
                    <a:pt x="593" y="663"/>
                    <a:pt x="591" y="661"/>
                  </a:cubicBezTo>
                  <a:cubicBezTo>
                    <a:pt x="590" y="659"/>
                    <a:pt x="586" y="655"/>
                    <a:pt x="583" y="653"/>
                  </a:cubicBezTo>
                  <a:cubicBezTo>
                    <a:pt x="581" y="652"/>
                    <a:pt x="577" y="651"/>
                    <a:pt x="575" y="650"/>
                  </a:cubicBezTo>
                  <a:cubicBezTo>
                    <a:pt x="572" y="650"/>
                    <a:pt x="567" y="649"/>
                    <a:pt x="564" y="648"/>
                  </a:cubicBezTo>
                  <a:cubicBezTo>
                    <a:pt x="563" y="647"/>
                    <a:pt x="561" y="642"/>
                    <a:pt x="559" y="641"/>
                  </a:cubicBezTo>
                  <a:cubicBezTo>
                    <a:pt x="557" y="640"/>
                    <a:pt x="552" y="640"/>
                    <a:pt x="551" y="638"/>
                  </a:cubicBezTo>
                  <a:cubicBezTo>
                    <a:pt x="550" y="637"/>
                    <a:pt x="549" y="633"/>
                    <a:pt x="548" y="632"/>
                  </a:cubicBezTo>
                  <a:cubicBezTo>
                    <a:pt x="546" y="629"/>
                    <a:pt x="539" y="625"/>
                    <a:pt x="536" y="623"/>
                  </a:cubicBezTo>
                  <a:cubicBezTo>
                    <a:pt x="533" y="622"/>
                    <a:pt x="527" y="621"/>
                    <a:pt x="524" y="620"/>
                  </a:cubicBezTo>
                  <a:cubicBezTo>
                    <a:pt x="521" y="619"/>
                    <a:pt x="516" y="619"/>
                    <a:pt x="514" y="617"/>
                  </a:cubicBezTo>
                  <a:cubicBezTo>
                    <a:pt x="512" y="616"/>
                    <a:pt x="511" y="612"/>
                    <a:pt x="510" y="610"/>
                  </a:cubicBezTo>
                  <a:cubicBezTo>
                    <a:pt x="509" y="607"/>
                    <a:pt x="509" y="601"/>
                    <a:pt x="507" y="598"/>
                  </a:cubicBezTo>
                  <a:cubicBezTo>
                    <a:pt x="506" y="595"/>
                    <a:pt x="502" y="591"/>
                    <a:pt x="501" y="589"/>
                  </a:cubicBezTo>
                  <a:cubicBezTo>
                    <a:pt x="498" y="587"/>
                    <a:pt x="493" y="581"/>
                    <a:pt x="490" y="580"/>
                  </a:cubicBezTo>
                  <a:cubicBezTo>
                    <a:pt x="487" y="578"/>
                    <a:pt x="481" y="576"/>
                    <a:pt x="477" y="575"/>
                  </a:cubicBezTo>
                  <a:cubicBezTo>
                    <a:pt x="473" y="575"/>
                    <a:pt x="464" y="576"/>
                    <a:pt x="459" y="576"/>
                  </a:cubicBezTo>
                  <a:cubicBezTo>
                    <a:pt x="454" y="577"/>
                    <a:pt x="444" y="579"/>
                    <a:pt x="440" y="580"/>
                  </a:cubicBezTo>
                  <a:cubicBezTo>
                    <a:pt x="436" y="581"/>
                    <a:pt x="430" y="584"/>
                    <a:pt x="426" y="586"/>
                  </a:cubicBezTo>
                  <a:cubicBezTo>
                    <a:pt x="424" y="587"/>
                    <a:pt x="418" y="588"/>
                    <a:pt x="416" y="590"/>
                  </a:cubicBezTo>
                  <a:cubicBezTo>
                    <a:pt x="413" y="591"/>
                    <a:pt x="410" y="594"/>
                    <a:pt x="407" y="595"/>
                  </a:cubicBezTo>
                  <a:cubicBezTo>
                    <a:pt x="404" y="595"/>
                    <a:pt x="396" y="593"/>
                    <a:pt x="393" y="592"/>
                  </a:cubicBezTo>
                  <a:cubicBezTo>
                    <a:pt x="390" y="590"/>
                    <a:pt x="385" y="586"/>
                    <a:pt x="383" y="584"/>
                  </a:cubicBezTo>
                  <a:cubicBezTo>
                    <a:pt x="381" y="582"/>
                    <a:pt x="379" y="575"/>
                    <a:pt x="376" y="573"/>
                  </a:cubicBezTo>
                  <a:cubicBezTo>
                    <a:pt x="374" y="571"/>
                    <a:pt x="368" y="569"/>
                    <a:pt x="366" y="569"/>
                  </a:cubicBezTo>
                  <a:cubicBezTo>
                    <a:pt x="363" y="570"/>
                    <a:pt x="359" y="572"/>
                    <a:pt x="357" y="574"/>
                  </a:cubicBezTo>
                  <a:cubicBezTo>
                    <a:pt x="355" y="575"/>
                    <a:pt x="351" y="581"/>
                    <a:pt x="349" y="583"/>
                  </a:cubicBezTo>
                  <a:cubicBezTo>
                    <a:pt x="347" y="585"/>
                    <a:pt x="342" y="589"/>
                    <a:pt x="339" y="591"/>
                  </a:cubicBezTo>
                  <a:cubicBezTo>
                    <a:pt x="337" y="592"/>
                    <a:pt x="333" y="595"/>
                    <a:pt x="331" y="596"/>
                  </a:cubicBezTo>
                  <a:cubicBezTo>
                    <a:pt x="327" y="597"/>
                    <a:pt x="319" y="594"/>
                    <a:pt x="316" y="594"/>
                  </a:cubicBezTo>
                  <a:cubicBezTo>
                    <a:pt x="311" y="594"/>
                    <a:pt x="301" y="594"/>
                    <a:pt x="297" y="594"/>
                  </a:cubicBezTo>
                  <a:cubicBezTo>
                    <a:pt x="292" y="594"/>
                    <a:pt x="283" y="593"/>
                    <a:pt x="279" y="594"/>
                  </a:cubicBezTo>
                  <a:cubicBezTo>
                    <a:pt x="275" y="594"/>
                    <a:pt x="267" y="596"/>
                    <a:pt x="263" y="595"/>
                  </a:cubicBezTo>
                  <a:cubicBezTo>
                    <a:pt x="261" y="595"/>
                    <a:pt x="257" y="591"/>
                    <a:pt x="254" y="590"/>
                  </a:cubicBezTo>
                  <a:cubicBezTo>
                    <a:pt x="252" y="590"/>
                    <a:pt x="247" y="593"/>
                    <a:pt x="244" y="593"/>
                  </a:cubicBezTo>
                  <a:cubicBezTo>
                    <a:pt x="243" y="594"/>
                    <a:pt x="240" y="595"/>
                    <a:pt x="239" y="595"/>
                  </a:cubicBezTo>
                  <a:cubicBezTo>
                    <a:pt x="237" y="596"/>
                    <a:pt x="233" y="599"/>
                    <a:pt x="231" y="600"/>
                  </a:cubicBezTo>
                  <a:cubicBezTo>
                    <a:pt x="229" y="601"/>
                    <a:pt x="226" y="604"/>
                    <a:pt x="225" y="605"/>
                  </a:cubicBezTo>
                  <a:cubicBezTo>
                    <a:pt x="224" y="607"/>
                    <a:pt x="225" y="610"/>
                    <a:pt x="224" y="612"/>
                  </a:cubicBezTo>
                  <a:cubicBezTo>
                    <a:pt x="223" y="614"/>
                    <a:pt x="219" y="617"/>
                    <a:pt x="217" y="618"/>
                  </a:cubicBezTo>
                  <a:cubicBezTo>
                    <a:pt x="214" y="619"/>
                    <a:pt x="207" y="617"/>
                    <a:pt x="204" y="618"/>
                  </a:cubicBezTo>
                  <a:cubicBezTo>
                    <a:pt x="203" y="618"/>
                    <a:pt x="200" y="620"/>
                    <a:pt x="199" y="620"/>
                  </a:cubicBezTo>
                  <a:cubicBezTo>
                    <a:pt x="198" y="622"/>
                    <a:pt x="195" y="625"/>
                    <a:pt x="194" y="627"/>
                  </a:cubicBezTo>
                  <a:cubicBezTo>
                    <a:pt x="193" y="628"/>
                    <a:pt x="191" y="632"/>
                    <a:pt x="189" y="632"/>
                  </a:cubicBezTo>
                  <a:cubicBezTo>
                    <a:pt x="187" y="632"/>
                    <a:pt x="183" y="630"/>
                    <a:pt x="182" y="629"/>
                  </a:cubicBezTo>
                  <a:cubicBezTo>
                    <a:pt x="181" y="628"/>
                    <a:pt x="180" y="626"/>
                    <a:pt x="179" y="624"/>
                  </a:cubicBezTo>
                  <a:close/>
                </a:path>
              </a:pathLst>
            </a:custGeom>
            <a:grp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0" name="Group 69"/>
          <p:cNvGrpSpPr/>
          <p:nvPr/>
        </p:nvGrpSpPr>
        <p:grpSpPr>
          <a:xfrm>
            <a:off x="1028700" y="2209425"/>
            <a:ext cx="1115204" cy="1115204"/>
            <a:chOff x="1439862" y="1893094"/>
            <a:chExt cx="879476" cy="879476"/>
          </a:xfrm>
        </p:grpSpPr>
        <p:sp>
          <p:nvSpPr>
            <p:cNvPr id="71"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Block Arc 71"/>
            <p:cNvSpPr/>
            <p:nvPr/>
          </p:nvSpPr>
          <p:spPr>
            <a:xfrm rot="16200000" flipH="1">
              <a:off x="1439862" y="1893094"/>
              <a:ext cx="879476" cy="879476"/>
            </a:xfrm>
            <a:prstGeom prst="blockArc">
              <a:avLst>
                <a:gd name="adj1" fmla="val 16822887"/>
                <a:gd name="adj2" fmla="val 10822413"/>
                <a:gd name="adj3" fmla="val 1442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3" name="Oval 72"/>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1"/>
                  </a:solidFill>
                </a:rPr>
                <a:t>75%</a:t>
              </a:r>
              <a:br>
                <a:rPr lang="en-US" sz="1050" dirty="0">
                  <a:solidFill>
                    <a:schemeClr val="accent1"/>
                  </a:solidFill>
                </a:rPr>
              </a:br>
              <a:r>
                <a:rPr lang="en-US" sz="900" dirty="0">
                  <a:solidFill>
                    <a:schemeClr val="accent1"/>
                  </a:solidFill>
                </a:rPr>
                <a:t>Title Goes Here </a:t>
              </a:r>
              <a:endParaRPr lang="en-US" sz="1050" dirty="0">
                <a:solidFill>
                  <a:schemeClr val="accent1"/>
                </a:solidFill>
              </a:endParaRPr>
            </a:p>
          </p:txBody>
        </p:sp>
      </p:grpSp>
      <p:grpSp>
        <p:nvGrpSpPr>
          <p:cNvPr id="74" name="Group 73"/>
          <p:cNvGrpSpPr/>
          <p:nvPr/>
        </p:nvGrpSpPr>
        <p:grpSpPr>
          <a:xfrm>
            <a:off x="533400" y="3518910"/>
            <a:ext cx="1115204" cy="1115204"/>
            <a:chOff x="1439862" y="1893094"/>
            <a:chExt cx="879476" cy="879476"/>
          </a:xfrm>
        </p:grpSpPr>
        <p:sp>
          <p:nvSpPr>
            <p:cNvPr id="75"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Block Arc 75"/>
            <p:cNvSpPr/>
            <p:nvPr/>
          </p:nvSpPr>
          <p:spPr>
            <a:xfrm rot="16200000" flipH="1">
              <a:off x="1439862" y="1893094"/>
              <a:ext cx="879476" cy="879476"/>
            </a:xfrm>
            <a:prstGeom prst="blockArc">
              <a:avLst>
                <a:gd name="adj1" fmla="val 21442811"/>
                <a:gd name="adj2" fmla="val 10822413"/>
                <a:gd name="adj3" fmla="val 14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7" name="Oval 76"/>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2"/>
                  </a:solidFill>
                </a:rPr>
                <a:t>50%</a:t>
              </a:r>
              <a:br>
                <a:rPr lang="en-US" sz="1050" dirty="0">
                  <a:solidFill>
                    <a:schemeClr val="accent2"/>
                  </a:solidFill>
                </a:rPr>
              </a:br>
              <a:r>
                <a:rPr lang="en-US" sz="900" dirty="0">
                  <a:solidFill>
                    <a:schemeClr val="accent2"/>
                  </a:solidFill>
                </a:rPr>
                <a:t>Title Goes Here </a:t>
              </a:r>
              <a:endParaRPr lang="en-US" sz="1050" dirty="0">
                <a:solidFill>
                  <a:schemeClr val="accent2"/>
                </a:solidFill>
              </a:endParaRPr>
            </a:p>
          </p:txBody>
        </p:sp>
      </p:grpSp>
      <p:grpSp>
        <p:nvGrpSpPr>
          <p:cNvPr id="78" name="Group 77"/>
          <p:cNvGrpSpPr/>
          <p:nvPr/>
        </p:nvGrpSpPr>
        <p:grpSpPr>
          <a:xfrm>
            <a:off x="1018396" y="4828396"/>
            <a:ext cx="1115204" cy="1115204"/>
            <a:chOff x="1439862" y="1893094"/>
            <a:chExt cx="879476" cy="879476"/>
          </a:xfrm>
        </p:grpSpPr>
        <p:sp>
          <p:nvSpPr>
            <p:cNvPr id="79"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Block Arc 79"/>
            <p:cNvSpPr/>
            <p:nvPr/>
          </p:nvSpPr>
          <p:spPr>
            <a:xfrm rot="16200000" flipH="1">
              <a:off x="1439862" y="1893094"/>
              <a:ext cx="879476" cy="879476"/>
            </a:xfrm>
            <a:prstGeom prst="blockArc">
              <a:avLst>
                <a:gd name="adj1" fmla="val 1321267"/>
                <a:gd name="adj2" fmla="val 10822413"/>
                <a:gd name="adj3" fmla="val 144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1" name="Oval 80"/>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3"/>
                  </a:solidFill>
                </a:rPr>
                <a:t>15%</a:t>
              </a:r>
              <a:br>
                <a:rPr lang="en-US" sz="1050" dirty="0">
                  <a:solidFill>
                    <a:schemeClr val="accent3"/>
                  </a:solidFill>
                </a:rPr>
              </a:br>
              <a:r>
                <a:rPr lang="en-US" sz="900" dirty="0">
                  <a:solidFill>
                    <a:schemeClr val="accent3"/>
                  </a:solidFill>
                </a:rPr>
                <a:t>Title Goes Here </a:t>
              </a:r>
              <a:endParaRPr lang="en-US" sz="1050" dirty="0">
                <a:solidFill>
                  <a:schemeClr val="accent3"/>
                </a:solidFill>
              </a:endParaRPr>
            </a:p>
          </p:txBody>
        </p:sp>
      </p:grpSp>
      <p:grpSp>
        <p:nvGrpSpPr>
          <p:cNvPr id="82" name="Group 81"/>
          <p:cNvGrpSpPr/>
          <p:nvPr/>
        </p:nvGrpSpPr>
        <p:grpSpPr>
          <a:xfrm>
            <a:off x="6858000" y="2209425"/>
            <a:ext cx="1115204" cy="1115204"/>
            <a:chOff x="1439862" y="1893094"/>
            <a:chExt cx="879476" cy="879476"/>
          </a:xfrm>
        </p:grpSpPr>
        <p:sp>
          <p:nvSpPr>
            <p:cNvPr id="83"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Block Arc 83"/>
            <p:cNvSpPr/>
            <p:nvPr/>
          </p:nvSpPr>
          <p:spPr>
            <a:xfrm rot="16200000" flipH="1">
              <a:off x="1439862" y="1893094"/>
              <a:ext cx="879476" cy="879476"/>
            </a:xfrm>
            <a:prstGeom prst="blockArc">
              <a:avLst>
                <a:gd name="adj1" fmla="val 2043668"/>
                <a:gd name="adj2" fmla="val 10822413"/>
                <a:gd name="adj3" fmla="val 144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5" name="Oval 84"/>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4"/>
                  </a:solidFill>
                </a:rPr>
                <a:t>45%</a:t>
              </a:r>
              <a:br>
                <a:rPr lang="en-US" sz="1050" dirty="0">
                  <a:solidFill>
                    <a:schemeClr val="accent4"/>
                  </a:solidFill>
                </a:rPr>
              </a:br>
              <a:r>
                <a:rPr lang="en-US" sz="900" dirty="0">
                  <a:solidFill>
                    <a:schemeClr val="accent4"/>
                  </a:solidFill>
                </a:rPr>
                <a:t>Title Goes Here </a:t>
              </a:r>
              <a:endParaRPr lang="en-US" sz="1050" dirty="0">
                <a:solidFill>
                  <a:schemeClr val="accent4"/>
                </a:solidFill>
              </a:endParaRPr>
            </a:p>
          </p:txBody>
        </p:sp>
      </p:grpSp>
      <p:grpSp>
        <p:nvGrpSpPr>
          <p:cNvPr id="86" name="Group 85"/>
          <p:cNvGrpSpPr/>
          <p:nvPr/>
        </p:nvGrpSpPr>
        <p:grpSpPr>
          <a:xfrm>
            <a:off x="7342996" y="3518910"/>
            <a:ext cx="1115204" cy="1115204"/>
            <a:chOff x="1439862" y="1893094"/>
            <a:chExt cx="879476" cy="879476"/>
          </a:xfrm>
        </p:grpSpPr>
        <p:sp>
          <p:nvSpPr>
            <p:cNvPr id="87"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Block Arc 87"/>
            <p:cNvSpPr/>
            <p:nvPr/>
          </p:nvSpPr>
          <p:spPr>
            <a:xfrm rot="16200000" flipH="1">
              <a:off x="1439862" y="1893094"/>
              <a:ext cx="879476" cy="879476"/>
            </a:xfrm>
            <a:prstGeom prst="blockArc">
              <a:avLst>
                <a:gd name="adj1" fmla="val 13752972"/>
                <a:gd name="adj2" fmla="val 10822413"/>
                <a:gd name="adj3" fmla="val 144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9" name="Oval 88"/>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5"/>
                  </a:solidFill>
                </a:rPr>
                <a:t>95%</a:t>
              </a:r>
              <a:br>
                <a:rPr lang="en-US" sz="1050" dirty="0">
                  <a:solidFill>
                    <a:schemeClr val="accent5"/>
                  </a:solidFill>
                </a:rPr>
              </a:br>
              <a:r>
                <a:rPr lang="en-US" sz="900" dirty="0">
                  <a:solidFill>
                    <a:schemeClr val="accent5"/>
                  </a:solidFill>
                </a:rPr>
                <a:t>Title Goes Here </a:t>
              </a:r>
              <a:endParaRPr lang="en-US" sz="1050" dirty="0">
                <a:solidFill>
                  <a:schemeClr val="accent5"/>
                </a:solidFill>
              </a:endParaRPr>
            </a:p>
          </p:txBody>
        </p:sp>
      </p:grpSp>
      <p:sp>
        <p:nvSpPr>
          <p:cNvPr id="90" name="Oval 89"/>
          <p:cNvSpPr/>
          <p:nvPr/>
        </p:nvSpPr>
        <p:spPr>
          <a:xfrm>
            <a:off x="3844454" y="3118235"/>
            <a:ext cx="261854" cy="261854"/>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3713527" y="4245354"/>
            <a:ext cx="261854" cy="261854"/>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3120130" y="3538767"/>
            <a:ext cx="261854" cy="261854"/>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Oval 92"/>
          <p:cNvSpPr/>
          <p:nvPr/>
        </p:nvSpPr>
        <p:spPr>
          <a:xfrm>
            <a:off x="5369570" y="4501575"/>
            <a:ext cx="261854" cy="261854"/>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p:cNvSpPr/>
          <p:nvPr/>
        </p:nvSpPr>
        <p:spPr>
          <a:xfrm>
            <a:off x="4912631" y="3604462"/>
            <a:ext cx="261854" cy="261854"/>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5" name="Elbow Connector 94"/>
          <p:cNvCxnSpPr>
            <a:stCxn id="90" idx="2"/>
          </p:cNvCxnSpPr>
          <p:nvPr/>
        </p:nvCxnSpPr>
        <p:spPr>
          <a:xfrm rot="10800000">
            <a:off x="2143904" y="2758120"/>
            <a:ext cx="1700550" cy="491042"/>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Elbow Connector 95"/>
          <p:cNvCxnSpPr>
            <a:stCxn id="91" idx="2"/>
          </p:cNvCxnSpPr>
          <p:nvPr/>
        </p:nvCxnSpPr>
        <p:spPr>
          <a:xfrm rot="10800000">
            <a:off x="1648605" y="4085417"/>
            <a:ext cx="2064923" cy="290864"/>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94" idx="6"/>
          </p:cNvCxnSpPr>
          <p:nvPr/>
        </p:nvCxnSpPr>
        <p:spPr>
          <a:xfrm>
            <a:off x="5174485" y="3735389"/>
            <a:ext cx="2168511" cy="379038"/>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93" idx="6"/>
          </p:cNvCxnSpPr>
          <p:nvPr/>
        </p:nvCxnSpPr>
        <p:spPr>
          <a:xfrm flipV="1">
            <a:off x="5631424" y="2767026"/>
            <a:ext cx="1312129" cy="1865476"/>
          </a:xfrm>
          <a:prstGeom prst="bentConnector3">
            <a:avLst>
              <a:gd name="adj1" fmla="val 75207"/>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Elbow Connector 462"/>
          <p:cNvCxnSpPr>
            <a:stCxn id="92" idx="4"/>
          </p:cNvCxnSpPr>
          <p:nvPr/>
        </p:nvCxnSpPr>
        <p:spPr>
          <a:xfrm rot="5400000">
            <a:off x="1895567" y="4030507"/>
            <a:ext cx="1585376" cy="1125605"/>
          </a:xfrm>
          <a:prstGeom prst="bentConnector2">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00" name="Group 99"/>
          <p:cNvGrpSpPr/>
          <p:nvPr/>
        </p:nvGrpSpPr>
        <p:grpSpPr>
          <a:xfrm>
            <a:off x="6858000" y="4828396"/>
            <a:ext cx="1115204" cy="1115204"/>
            <a:chOff x="1439862" y="1893094"/>
            <a:chExt cx="879476" cy="879476"/>
          </a:xfrm>
        </p:grpSpPr>
        <p:sp>
          <p:nvSpPr>
            <p:cNvPr id="101"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Block Arc 101"/>
            <p:cNvSpPr/>
            <p:nvPr/>
          </p:nvSpPr>
          <p:spPr>
            <a:xfrm rot="16200000" flipH="1">
              <a:off x="1439862" y="1893094"/>
              <a:ext cx="879476" cy="879476"/>
            </a:xfrm>
            <a:prstGeom prst="blockArc">
              <a:avLst>
                <a:gd name="adj1" fmla="val 19652418"/>
                <a:gd name="adj2" fmla="val 10822413"/>
                <a:gd name="adj3" fmla="val 144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3" name="Oval 102"/>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6"/>
                  </a:solidFill>
                </a:rPr>
                <a:t>65%</a:t>
              </a:r>
              <a:br>
                <a:rPr lang="en-US" sz="1050" dirty="0">
                  <a:solidFill>
                    <a:schemeClr val="accent6"/>
                  </a:solidFill>
                </a:rPr>
              </a:br>
              <a:r>
                <a:rPr lang="en-US" sz="900" dirty="0">
                  <a:solidFill>
                    <a:schemeClr val="accent6"/>
                  </a:solidFill>
                </a:rPr>
                <a:t>Title Goes Here </a:t>
              </a:r>
              <a:endParaRPr lang="en-US" sz="1050" dirty="0">
                <a:solidFill>
                  <a:schemeClr val="accent6"/>
                </a:solidFill>
              </a:endParaRPr>
            </a:p>
          </p:txBody>
        </p:sp>
      </p:grpSp>
      <p:sp>
        <p:nvSpPr>
          <p:cNvPr id="104" name="Oval 103"/>
          <p:cNvSpPr/>
          <p:nvPr/>
        </p:nvSpPr>
        <p:spPr>
          <a:xfrm>
            <a:off x="4650777" y="4114427"/>
            <a:ext cx="261854" cy="261854"/>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5" name="Elbow Connector 104"/>
          <p:cNvCxnSpPr>
            <a:stCxn id="104" idx="6"/>
          </p:cNvCxnSpPr>
          <p:nvPr/>
        </p:nvCxnSpPr>
        <p:spPr>
          <a:xfrm>
            <a:off x="4912631" y="4245354"/>
            <a:ext cx="2030922" cy="1140643"/>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3004850"/>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500" fill="hold"/>
                                        <p:tgtEl>
                                          <p:spTgt spid="55"/>
                                        </p:tgtEl>
                                        <p:attrNameLst>
                                          <p:attrName>ppt_w</p:attrName>
                                        </p:attrNameLst>
                                      </p:cBhvr>
                                      <p:tavLst>
                                        <p:tav tm="0">
                                          <p:val>
                                            <p:fltVal val="0"/>
                                          </p:val>
                                        </p:tav>
                                        <p:tav tm="100000">
                                          <p:val>
                                            <p:strVal val="#ppt_w"/>
                                          </p:val>
                                        </p:tav>
                                      </p:tavLst>
                                    </p:anim>
                                    <p:anim calcmode="lin" valueType="num">
                                      <p:cBhvr>
                                        <p:cTn id="8" dur="500" fill="hold"/>
                                        <p:tgtEl>
                                          <p:spTgt spid="55"/>
                                        </p:tgtEl>
                                        <p:attrNameLst>
                                          <p:attrName>ppt_h</p:attrName>
                                        </p:attrNameLst>
                                      </p:cBhvr>
                                      <p:tavLst>
                                        <p:tav tm="0">
                                          <p:val>
                                            <p:fltVal val="0"/>
                                          </p:val>
                                        </p:tav>
                                        <p:tav tm="100000">
                                          <p:val>
                                            <p:strVal val="#ppt_h"/>
                                          </p:val>
                                        </p:tav>
                                      </p:tavLst>
                                    </p:anim>
                                    <p:animEffect transition="in" filter="fade">
                                      <p:cBhvr>
                                        <p:cTn id="9" dur="500"/>
                                        <p:tgtEl>
                                          <p:spTgt spid="5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90"/>
                                        </p:tgtEl>
                                        <p:attrNameLst>
                                          <p:attrName>style.visibility</p:attrName>
                                        </p:attrNameLst>
                                      </p:cBhvr>
                                      <p:to>
                                        <p:strVal val="visible"/>
                                      </p:to>
                                    </p:set>
                                    <p:anim calcmode="lin" valueType="num">
                                      <p:cBhvr>
                                        <p:cTn id="13" dur="500" fill="hold"/>
                                        <p:tgtEl>
                                          <p:spTgt spid="90"/>
                                        </p:tgtEl>
                                        <p:attrNameLst>
                                          <p:attrName>ppt_w</p:attrName>
                                        </p:attrNameLst>
                                      </p:cBhvr>
                                      <p:tavLst>
                                        <p:tav tm="0">
                                          <p:val>
                                            <p:fltVal val="0"/>
                                          </p:val>
                                        </p:tav>
                                        <p:tav tm="100000">
                                          <p:val>
                                            <p:strVal val="#ppt_w"/>
                                          </p:val>
                                        </p:tav>
                                      </p:tavLst>
                                    </p:anim>
                                    <p:anim calcmode="lin" valueType="num">
                                      <p:cBhvr>
                                        <p:cTn id="14" dur="500" fill="hold"/>
                                        <p:tgtEl>
                                          <p:spTgt spid="90"/>
                                        </p:tgtEl>
                                        <p:attrNameLst>
                                          <p:attrName>ppt_h</p:attrName>
                                        </p:attrNameLst>
                                      </p:cBhvr>
                                      <p:tavLst>
                                        <p:tav tm="0">
                                          <p:val>
                                            <p:fltVal val="0"/>
                                          </p:val>
                                        </p:tav>
                                        <p:tav tm="100000">
                                          <p:val>
                                            <p:strVal val="#ppt_h"/>
                                          </p:val>
                                        </p:tav>
                                      </p:tavLst>
                                    </p:anim>
                                    <p:animEffect transition="in" filter="fade">
                                      <p:cBhvr>
                                        <p:cTn id="15" dur="500"/>
                                        <p:tgtEl>
                                          <p:spTgt spid="90"/>
                                        </p:tgtEl>
                                      </p:cBhvr>
                                    </p:animEffect>
                                  </p:childTnLst>
                                </p:cTn>
                              </p:par>
                            </p:childTnLst>
                          </p:cTn>
                        </p:par>
                        <p:par>
                          <p:cTn id="16" fill="hold">
                            <p:stCondLst>
                              <p:cond delay="1000"/>
                            </p:stCondLst>
                            <p:childTnLst>
                              <p:par>
                                <p:cTn id="17" presetID="18" presetClass="entr" presetSubtype="9" fill="hold" nodeType="afterEffect">
                                  <p:stCondLst>
                                    <p:cond delay="0"/>
                                  </p:stCondLst>
                                  <p:childTnLst>
                                    <p:set>
                                      <p:cBhvr>
                                        <p:cTn id="18" dur="1" fill="hold">
                                          <p:stCondLst>
                                            <p:cond delay="0"/>
                                          </p:stCondLst>
                                        </p:cTn>
                                        <p:tgtEl>
                                          <p:spTgt spid="95"/>
                                        </p:tgtEl>
                                        <p:attrNameLst>
                                          <p:attrName>style.visibility</p:attrName>
                                        </p:attrNameLst>
                                      </p:cBhvr>
                                      <p:to>
                                        <p:strVal val="visible"/>
                                      </p:to>
                                    </p:set>
                                    <p:animEffect transition="in" filter="strips(upLeft)">
                                      <p:cBhvr>
                                        <p:cTn id="19" dur="500"/>
                                        <p:tgtEl>
                                          <p:spTgt spid="95"/>
                                        </p:tgtEl>
                                      </p:cBhvr>
                                    </p:animEffect>
                                  </p:childTnLst>
                                </p:cTn>
                              </p:par>
                              <p:par>
                                <p:cTn id="20" presetID="53" presetClass="entr" presetSubtype="0" fill="hold" nodeType="withEffect">
                                  <p:stCondLst>
                                    <p:cond delay="0"/>
                                  </p:stCondLst>
                                  <p:childTnLst>
                                    <p:set>
                                      <p:cBhvr>
                                        <p:cTn id="21" dur="1" fill="hold">
                                          <p:stCondLst>
                                            <p:cond delay="0"/>
                                          </p:stCondLst>
                                        </p:cTn>
                                        <p:tgtEl>
                                          <p:spTgt spid="70"/>
                                        </p:tgtEl>
                                        <p:attrNameLst>
                                          <p:attrName>style.visibility</p:attrName>
                                        </p:attrNameLst>
                                      </p:cBhvr>
                                      <p:to>
                                        <p:strVal val="visible"/>
                                      </p:to>
                                    </p:set>
                                    <p:anim calcmode="lin" valueType="num">
                                      <p:cBhvr>
                                        <p:cTn id="22" dur="500" fill="hold"/>
                                        <p:tgtEl>
                                          <p:spTgt spid="70"/>
                                        </p:tgtEl>
                                        <p:attrNameLst>
                                          <p:attrName>ppt_w</p:attrName>
                                        </p:attrNameLst>
                                      </p:cBhvr>
                                      <p:tavLst>
                                        <p:tav tm="0">
                                          <p:val>
                                            <p:fltVal val="0"/>
                                          </p:val>
                                        </p:tav>
                                        <p:tav tm="100000">
                                          <p:val>
                                            <p:strVal val="#ppt_w"/>
                                          </p:val>
                                        </p:tav>
                                      </p:tavLst>
                                    </p:anim>
                                    <p:anim calcmode="lin" valueType="num">
                                      <p:cBhvr>
                                        <p:cTn id="23" dur="500" fill="hold"/>
                                        <p:tgtEl>
                                          <p:spTgt spid="70"/>
                                        </p:tgtEl>
                                        <p:attrNameLst>
                                          <p:attrName>ppt_h</p:attrName>
                                        </p:attrNameLst>
                                      </p:cBhvr>
                                      <p:tavLst>
                                        <p:tav tm="0">
                                          <p:val>
                                            <p:fltVal val="0"/>
                                          </p:val>
                                        </p:tav>
                                        <p:tav tm="100000">
                                          <p:val>
                                            <p:strVal val="#ppt_h"/>
                                          </p:val>
                                        </p:tav>
                                      </p:tavLst>
                                    </p:anim>
                                    <p:animEffect transition="in" filter="fade">
                                      <p:cBhvr>
                                        <p:cTn id="24" dur="500"/>
                                        <p:tgtEl>
                                          <p:spTgt spid="70"/>
                                        </p:tgtEl>
                                      </p:cBhvr>
                                    </p:animEffect>
                                  </p:childTnLst>
                                </p:cTn>
                              </p:par>
                            </p:childTnLst>
                          </p:cTn>
                        </p:par>
                        <p:par>
                          <p:cTn id="25" fill="hold">
                            <p:stCondLst>
                              <p:cond delay="1500"/>
                            </p:stCondLst>
                            <p:childTnLst>
                              <p:par>
                                <p:cTn id="26" presetID="53" presetClass="entr" presetSubtype="0" fill="hold" grpId="0" nodeType="afterEffect">
                                  <p:stCondLst>
                                    <p:cond delay="0"/>
                                  </p:stCondLst>
                                  <p:childTnLst>
                                    <p:set>
                                      <p:cBhvr>
                                        <p:cTn id="27" dur="1" fill="hold">
                                          <p:stCondLst>
                                            <p:cond delay="0"/>
                                          </p:stCondLst>
                                        </p:cTn>
                                        <p:tgtEl>
                                          <p:spTgt spid="91"/>
                                        </p:tgtEl>
                                        <p:attrNameLst>
                                          <p:attrName>style.visibility</p:attrName>
                                        </p:attrNameLst>
                                      </p:cBhvr>
                                      <p:to>
                                        <p:strVal val="visible"/>
                                      </p:to>
                                    </p:set>
                                    <p:anim calcmode="lin" valueType="num">
                                      <p:cBhvr>
                                        <p:cTn id="28" dur="500" fill="hold"/>
                                        <p:tgtEl>
                                          <p:spTgt spid="91"/>
                                        </p:tgtEl>
                                        <p:attrNameLst>
                                          <p:attrName>ppt_w</p:attrName>
                                        </p:attrNameLst>
                                      </p:cBhvr>
                                      <p:tavLst>
                                        <p:tav tm="0">
                                          <p:val>
                                            <p:fltVal val="0"/>
                                          </p:val>
                                        </p:tav>
                                        <p:tav tm="100000">
                                          <p:val>
                                            <p:strVal val="#ppt_w"/>
                                          </p:val>
                                        </p:tav>
                                      </p:tavLst>
                                    </p:anim>
                                    <p:anim calcmode="lin" valueType="num">
                                      <p:cBhvr>
                                        <p:cTn id="29" dur="500" fill="hold"/>
                                        <p:tgtEl>
                                          <p:spTgt spid="91"/>
                                        </p:tgtEl>
                                        <p:attrNameLst>
                                          <p:attrName>ppt_h</p:attrName>
                                        </p:attrNameLst>
                                      </p:cBhvr>
                                      <p:tavLst>
                                        <p:tav tm="0">
                                          <p:val>
                                            <p:fltVal val="0"/>
                                          </p:val>
                                        </p:tav>
                                        <p:tav tm="100000">
                                          <p:val>
                                            <p:strVal val="#ppt_h"/>
                                          </p:val>
                                        </p:tav>
                                      </p:tavLst>
                                    </p:anim>
                                    <p:animEffect transition="in" filter="fade">
                                      <p:cBhvr>
                                        <p:cTn id="30" dur="500"/>
                                        <p:tgtEl>
                                          <p:spTgt spid="91"/>
                                        </p:tgtEl>
                                      </p:cBhvr>
                                    </p:animEffect>
                                  </p:childTnLst>
                                </p:cTn>
                              </p:par>
                            </p:childTnLst>
                          </p:cTn>
                        </p:par>
                        <p:par>
                          <p:cTn id="31" fill="hold">
                            <p:stCondLst>
                              <p:cond delay="2000"/>
                            </p:stCondLst>
                            <p:childTnLst>
                              <p:par>
                                <p:cTn id="32" presetID="18" presetClass="entr" presetSubtype="9" fill="hold" nodeType="afterEffect">
                                  <p:stCondLst>
                                    <p:cond delay="0"/>
                                  </p:stCondLst>
                                  <p:childTnLst>
                                    <p:set>
                                      <p:cBhvr>
                                        <p:cTn id="33" dur="1" fill="hold">
                                          <p:stCondLst>
                                            <p:cond delay="0"/>
                                          </p:stCondLst>
                                        </p:cTn>
                                        <p:tgtEl>
                                          <p:spTgt spid="96"/>
                                        </p:tgtEl>
                                        <p:attrNameLst>
                                          <p:attrName>style.visibility</p:attrName>
                                        </p:attrNameLst>
                                      </p:cBhvr>
                                      <p:to>
                                        <p:strVal val="visible"/>
                                      </p:to>
                                    </p:set>
                                    <p:animEffect transition="in" filter="strips(upLeft)">
                                      <p:cBhvr>
                                        <p:cTn id="34" dur="500"/>
                                        <p:tgtEl>
                                          <p:spTgt spid="96"/>
                                        </p:tgtEl>
                                      </p:cBhvr>
                                    </p:animEffect>
                                  </p:childTnLst>
                                </p:cTn>
                              </p:par>
                              <p:par>
                                <p:cTn id="35" presetID="53" presetClass="entr" presetSubtype="0" fill="hold" nodeType="withEffect">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cBhvr>
                                        <p:cTn id="37" dur="500" fill="hold"/>
                                        <p:tgtEl>
                                          <p:spTgt spid="74"/>
                                        </p:tgtEl>
                                        <p:attrNameLst>
                                          <p:attrName>ppt_w</p:attrName>
                                        </p:attrNameLst>
                                      </p:cBhvr>
                                      <p:tavLst>
                                        <p:tav tm="0">
                                          <p:val>
                                            <p:fltVal val="0"/>
                                          </p:val>
                                        </p:tav>
                                        <p:tav tm="100000">
                                          <p:val>
                                            <p:strVal val="#ppt_w"/>
                                          </p:val>
                                        </p:tav>
                                      </p:tavLst>
                                    </p:anim>
                                    <p:anim calcmode="lin" valueType="num">
                                      <p:cBhvr>
                                        <p:cTn id="38" dur="500" fill="hold"/>
                                        <p:tgtEl>
                                          <p:spTgt spid="74"/>
                                        </p:tgtEl>
                                        <p:attrNameLst>
                                          <p:attrName>ppt_h</p:attrName>
                                        </p:attrNameLst>
                                      </p:cBhvr>
                                      <p:tavLst>
                                        <p:tav tm="0">
                                          <p:val>
                                            <p:fltVal val="0"/>
                                          </p:val>
                                        </p:tav>
                                        <p:tav tm="100000">
                                          <p:val>
                                            <p:strVal val="#ppt_h"/>
                                          </p:val>
                                        </p:tav>
                                      </p:tavLst>
                                    </p:anim>
                                    <p:animEffect transition="in" filter="fade">
                                      <p:cBhvr>
                                        <p:cTn id="39" dur="500"/>
                                        <p:tgtEl>
                                          <p:spTgt spid="74"/>
                                        </p:tgtEl>
                                      </p:cBhvr>
                                    </p:animEffect>
                                  </p:childTnLst>
                                </p:cTn>
                              </p:par>
                            </p:childTnLst>
                          </p:cTn>
                        </p:par>
                        <p:par>
                          <p:cTn id="40" fill="hold">
                            <p:stCondLst>
                              <p:cond delay="2500"/>
                            </p:stCondLst>
                            <p:childTnLst>
                              <p:par>
                                <p:cTn id="41" presetID="53" presetClass="entr" presetSubtype="0" fill="hold" grpId="0" nodeType="afterEffect">
                                  <p:stCondLst>
                                    <p:cond delay="0"/>
                                  </p:stCondLst>
                                  <p:childTnLst>
                                    <p:set>
                                      <p:cBhvr>
                                        <p:cTn id="42" dur="1" fill="hold">
                                          <p:stCondLst>
                                            <p:cond delay="0"/>
                                          </p:stCondLst>
                                        </p:cTn>
                                        <p:tgtEl>
                                          <p:spTgt spid="92"/>
                                        </p:tgtEl>
                                        <p:attrNameLst>
                                          <p:attrName>style.visibility</p:attrName>
                                        </p:attrNameLst>
                                      </p:cBhvr>
                                      <p:to>
                                        <p:strVal val="visible"/>
                                      </p:to>
                                    </p:set>
                                    <p:anim calcmode="lin" valueType="num">
                                      <p:cBhvr>
                                        <p:cTn id="43" dur="500" fill="hold"/>
                                        <p:tgtEl>
                                          <p:spTgt spid="92"/>
                                        </p:tgtEl>
                                        <p:attrNameLst>
                                          <p:attrName>ppt_w</p:attrName>
                                        </p:attrNameLst>
                                      </p:cBhvr>
                                      <p:tavLst>
                                        <p:tav tm="0">
                                          <p:val>
                                            <p:fltVal val="0"/>
                                          </p:val>
                                        </p:tav>
                                        <p:tav tm="100000">
                                          <p:val>
                                            <p:strVal val="#ppt_w"/>
                                          </p:val>
                                        </p:tav>
                                      </p:tavLst>
                                    </p:anim>
                                    <p:anim calcmode="lin" valueType="num">
                                      <p:cBhvr>
                                        <p:cTn id="44" dur="500" fill="hold"/>
                                        <p:tgtEl>
                                          <p:spTgt spid="92"/>
                                        </p:tgtEl>
                                        <p:attrNameLst>
                                          <p:attrName>ppt_h</p:attrName>
                                        </p:attrNameLst>
                                      </p:cBhvr>
                                      <p:tavLst>
                                        <p:tav tm="0">
                                          <p:val>
                                            <p:fltVal val="0"/>
                                          </p:val>
                                        </p:tav>
                                        <p:tav tm="100000">
                                          <p:val>
                                            <p:strVal val="#ppt_h"/>
                                          </p:val>
                                        </p:tav>
                                      </p:tavLst>
                                    </p:anim>
                                    <p:animEffect transition="in" filter="fade">
                                      <p:cBhvr>
                                        <p:cTn id="45" dur="500"/>
                                        <p:tgtEl>
                                          <p:spTgt spid="92"/>
                                        </p:tgtEl>
                                      </p:cBhvr>
                                    </p:animEffect>
                                  </p:childTnLst>
                                </p:cTn>
                              </p:par>
                            </p:childTnLst>
                          </p:cTn>
                        </p:par>
                        <p:par>
                          <p:cTn id="46" fill="hold">
                            <p:stCondLst>
                              <p:cond delay="3000"/>
                            </p:stCondLst>
                            <p:childTnLst>
                              <p:par>
                                <p:cTn id="47" presetID="18" presetClass="entr" presetSubtype="12" fill="hold" nodeType="afterEffect">
                                  <p:stCondLst>
                                    <p:cond delay="0"/>
                                  </p:stCondLst>
                                  <p:childTnLst>
                                    <p:set>
                                      <p:cBhvr>
                                        <p:cTn id="48" dur="1" fill="hold">
                                          <p:stCondLst>
                                            <p:cond delay="0"/>
                                          </p:stCondLst>
                                        </p:cTn>
                                        <p:tgtEl>
                                          <p:spTgt spid="99"/>
                                        </p:tgtEl>
                                        <p:attrNameLst>
                                          <p:attrName>style.visibility</p:attrName>
                                        </p:attrNameLst>
                                      </p:cBhvr>
                                      <p:to>
                                        <p:strVal val="visible"/>
                                      </p:to>
                                    </p:set>
                                    <p:animEffect transition="in" filter="strips(downLeft)">
                                      <p:cBhvr>
                                        <p:cTn id="49" dur="500"/>
                                        <p:tgtEl>
                                          <p:spTgt spid="99"/>
                                        </p:tgtEl>
                                      </p:cBhvr>
                                    </p:animEffect>
                                  </p:childTnLst>
                                </p:cTn>
                              </p:par>
                              <p:par>
                                <p:cTn id="50" presetID="53" presetClass="entr" presetSubtype="0" fill="hold" nodeType="withEffect">
                                  <p:stCondLst>
                                    <p:cond delay="0"/>
                                  </p:stCondLst>
                                  <p:childTnLst>
                                    <p:set>
                                      <p:cBhvr>
                                        <p:cTn id="51" dur="1" fill="hold">
                                          <p:stCondLst>
                                            <p:cond delay="0"/>
                                          </p:stCondLst>
                                        </p:cTn>
                                        <p:tgtEl>
                                          <p:spTgt spid="78"/>
                                        </p:tgtEl>
                                        <p:attrNameLst>
                                          <p:attrName>style.visibility</p:attrName>
                                        </p:attrNameLst>
                                      </p:cBhvr>
                                      <p:to>
                                        <p:strVal val="visible"/>
                                      </p:to>
                                    </p:set>
                                    <p:anim calcmode="lin" valueType="num">
                                      <p:cBhvr>
                                        <p:cTn id="52" dur="500" fill="hold"/>
                                        <p:tgtEl>
                                          <p:spTgt spid="78"/>
                                        </p:tgtEl>
                                        <p:attrNameLst>
                                          <p:attrName>ppt_w</p:attrName>
                                        </p:attrNameLst>
                                      </p:cBhvr>
                                      <p:tavLst>
                                        <p:tav tm="0">
                                          <p:val>
                                            <p:fltVal val="0"/>
                                          </p:val>
                                        </p:tav>
                                        <p:tav tm="100000">
                                          <p:val>
                                            <p:strVal val="#ppt_w"/>
                                          </p:val>
                                        </p:tav>
                                      </p:tavLst>
                                    </p:anim>
                                    <p:anim calcmode="lin" valueType="num">
                                      <p:cBhvr>
                                        <p:cTn id="53" dur="500" fill="hold"/>
                                        <p:tgtEl>
                                          <p:spTgt spid="78"/>
                                        </p:tgtEl>
                                        <p:attrNameLst>
                                          <p:attrName>ppt_h</p:attrName>
                                        </p:attrNameLst>
                                      </p:cBhvr>
                                      <p:tavLst>
                                        <p:tav tm="0">
                                          <p:val>
                                            <p:fltVal val="0"/>
                                          </p:val>
                                        </p:tav>
                                        <p:tav tm="100000">
                                          <p:val>
                                            <p:strVal val="#ppt_h"/>
                                          </p:val>
                                        </p:tav>
                                      </p:tavLst>
                                    </p:anim>
                                    <p:animEffect transition="in" filter="fade">
                                      <p:cBhvr>
                                        <p:cTn id="54" dur="500"/>
                                        <p:tgtEl>
                                          <p:spTgt spid="78"/>
                                        </p:tgtEl>
                                      </p:cBhvr>
                                    </p:animEffect>
                                  </p:childTnLst>
                                </p:cTn>
                              </p:par>
                            </p:childTnLst>
                          </p:cTn>
                        </p:par>
                        <p:par>
                          <p:cTn id="55" fill="hold">
                            <p:stCondLst>
                              <p:cond delay="3500"/>
                            </p:stCondLst>
                            <p:childTnLst>
                              <p:par>
                                <p:cTn id="56" presetID="53" presetClass="entr" presetSubtype="0" fill="hold" grpId="0" nodeType="afterEffect">
                                  <p:stCondLst>
                                    <p:cond delay="0"/>
                                  </p:stCondLst>
                                  <p:childTnLst>
                                    <p:set>
                                      <p:cBhvr>
                                        <p:cTn id="57" dur="1" fill="hold">
                                          <p:stCondLst>
                                            <p:cond delay="0"/>
                                          </p:stCondLst>
                                        </p:cTn>
                                        <p:tgtEl>
                                          <p:spTgt spid="93"/>
                                        </p:tgtEl>
                                        <p:attrNameLst>
                                          <p:attrName>style.visibility</p:attrName>
                                        </p:attrNameLst>
                                      </p:cBhvr>
                                      <p:to>
                                        <p:strVal val="visible"/>
                                      </p:to>
                                    </p:set>
                                    <p:anim calcmode="lin" valueType="num">
                                      <p:cBhvr>
                                        <p:cTn id="58" dur="500" fill="hold"/>
                                        <p:tgtEl>
                                          <p:spTgt spid="93"/>
                                        </p:tgtEl>
                                        <p:attrNameLst>
                                          <p:attrName>ppt_w</p:attrName>
                                        </p:attrNameLst>
                                      </p:cBhvr>
                                      <p:tavLst>
                                        <p:tav tm="0">
                                          <p:val>
                                            <p:fltVal val="0"/>
                                          </p:val>
                                        </p:tav>
                                        <p:tav tm="100000">
                                          <p:val>
                                            <p:strVal val="#ppt_w"/>
                                          </p:val>
                                        </p:tav>
                                      </p:tavLst>
                                    </p:anim>
                                    <p:anim calcmode="lin" valueType="num">
                                      <p:cBhvr>
                                        <p:cTn id="59" dur="500" fill="hold"/>
                                        <p:tgtEl>
                                          <p:spTgt spid="93"/>
                                        </p:tgtEl>
                                        <p:attrNameLst>
                                          <p:attrName>ppt_h</p:attrName>
                                        </p:attrNameLst>
                                      </p:cBhvr>
                                      <p:tavLst>
                                        <p:tav tm="0">
                                          <p:val>
                                            <p:fltVal val="0"/>
                                          </p:val>
                                        </p:tav>
                                        <p:tav tm="100000">
                                          <p:val>
                                            <p:strVal val="#ppt_h"/>
                                          </p:val>
                                        </p:tav>
                                      </p:tavLst>
                                    </p:anim>
                                    <p:animEffect transition="in" filter="fade">
                                      <p:cBhvr>
                                        <p:cTn id="60" dur="500"/>
                                        <p:tgtEl>
                                          <p:spTgt spid="93"/>
                                        </p:tgtEl>
                                      </p:cBhvr>
                                    </p:animEffect>
                                  </p:childTnLst>
                                </p:cTn>
                              </p:par>
                            </p:childTnLst>
                          </p:cTn>
                        </p:par>
                        <p:par>
                          <p:cTn id="61" fill="hold">
                            <p:stCondLst>
                              <p:cond delay="4000"/>
                            </p:stCondLst>
                            <p:childTnLst>
                              <p:par>
                                <p:cTn id="62" presetID="18" presetClass="entr" presetSubtype="3" fill="hold" nodeType="afterEffect">
                                  <p:stCondLst>
                                    <p:cond delay="0"/>
                                  </p:stCondLst>
                                  <p:childTnLst>
                                    <p:set>
                                      <p:cBhvr>
                                        <p:cTn id="63" dur="1" fill="hold">
                                          <p:stCondLst>
                                            <p:cond delay="0"/>
                                          </p:stCondLst>
                                        </p:cTn>
                                        <p:tgtEl>
                                          <p:spTgt spid="98"/>
                                        </p:tgtEl>
                                        <p:attrNameLst>
                                          <p:attrName>style.visibility</p:attrName>
                                        </p:attrNameLst>
                                      </p:cBhvr>
                                      <p:to>
                                        <p:strVal val="visible"/>
                                      </p:to>
                                    </p:set>
                                    <p:animEffect transition="in" filter="strips(upRight)">
                                      <p:cBhvr>
                                        <p:cTn id="64" dur="500"/>
                                        <p:tgtEl>
                                          <p:spTgt spid="98"/>
                                        </p:tgtEl>
                                      </p:cBhvr>
                                    </p:animEffect>
                                  </p:childTnLst>
                                </p:cTn>
                              </p:par>
                              <p:par>
                                <p:cTn id="65" presetID="53" presetClass="entr" presetSubtype="0" fill="hold" nodeType="withEffect">
                                  <p:stCondLst>
                                    <p:cond delay="0"/>
                                  </p:stCondLst>
                                  <p:childTnLst>
                                    <p:set>
                                      <p:cBhvr>
                                        <p:cTn id="66" dur="1" fill="hold">
                                          <p:stCondLst>
                                            <p:cond delay="0"/>
                                          </p:stCondLst>
                                        </p:cTn>
                                        <p:tgtEl>
                                          <p:spTgt spid="82"/>
                                        </p:tgtEl>
                                        <p:attrNameLst>
                                          <p:attrName>style.visibility</p:attrName>
                                        </p:attrNameLst>
                                      </p:cBhvr>
                                      <p:to>
                                        <p:strVal val="visible"/>
                                      </p:to>
                                    </p:set>
                                    <p:anim calcmode="lin" valueType="num">
                                      <p:cBhvr>
                                        <p:cTn id="67" dur="500" fill="hold"/>
                                        <p:tgtEl>
                                          <p:spTgt spid="82"/>
                                        </p:tgtEl>
                                        <p:attrNameLst>
                                          <p:attrName>ppt_w</p:attrName>
                                        </p:attrNameLst>
                                      </p:cBhvr>
                                      <p:tavLst>
                                        <p:tav tm="0">
                                          <p:val>
                                            <p:fltVal val="0"/>
                                          </p:val>
                                        </p:tav>
                                        <p:tav tm="100000">
                                          <p:val>
                                            <p:strVal val="#ppt_w"/>
                                          </p:val>
                                        </p:tav>
                                      </p:tavLst>
                                    </p:anim>
                                    <p:anim calcmode="lin" valueType="num">
                                      <p:cBhvr>
                                        <p:cTn id="68" dur="500" fill="hold"/>
                                        <p:tgtEl>
                                          <p:spTgt spid="82"/>
                                        </p:tgtEl>
                                        <p:attrNameLst>
                                          <p:attrName>ppt_h</p:attrName>
                                        </p:attrNameLst>
                                      </p:cBhvr>
                                      <p:tavLst>
                                        <p:tav tm="0">
                                          <p:val>
                                            <p:fltVal val="0"/>
                                          </p:val>
                                        </p:tav>
                                        <p:tav tm="100000">
                                          <p:val>
                                            <p:strVal val="#ppt_h"/>
                                          </p:val>
                                        </p:tav>
                                      </p:tavLst>
                                    </p:anim>
                                    <p:animEffect transition="in" filter="fade">
                                      <p:cBhvr>
                                        <p:cTn id="69" dur="500"/>
                                        <p:tgtEl>
                                          <p:spTgt spid="82"/>
                                        </p:tgtEl>
                                      </p:cBhvr>
                                    </p:animEffect>
                                  </p:childTnLst>
                                </p:cTn>
                              </p:par>
                            </p:childTnLst>
                          </p:cTn>
                        </p:par>
                        <p:par>
                          <p:cTn id="70" fill="hold">
                            <p:stCondLst>
                              <p:cond delay="4500"/>
                            </p:stCondLst>
                            <p:childTnLst>
                              <p:par>
                                <p:cTn id="71" presetID="53" presetClass="entr" presetSubtype="0" fill="hold" grpId="0" nodeType="afterEffect">
                                  <p:stCondLst>
                                    <p:cond delay="0"/>
                                  </p:stCondLst>
                                  <p:childTnLst>
                                    <p:set>
                                      <p:cBhvr>
                                        <p:cTn id="72" dur="1" fill="hold">
                                          <p:stCondLst>
                                            <p:cond delay="0"/>
                                          </p:stCondLst>
                                        </p:cTn>
                                        <p:tgtEl>
                                          <p:spTgt spid="94"/>
                                        </p:tgtEl>
                                        <p:attrNameLst>
                                          <p:attrName>style.visibility</p:attrName>
                                        </p:attrNameLst>
                                      </p:cBhvr>
                                      <p:to>
                                        <p:strVal val="visible"/>
                                      </p:to>
                                    </p:set>
                                    <p:anim calcmode="lin" valueType="num">
                                      <p:cBhvr>
                                        <p:cTn id="73" dur="500" fill="hold"/>
                                        <p:tgtEl>
                                          <p:spTgt spid="94"/>
                                        </p:tgtEl>
                                        <p:attrNameLst>
                                          <p:attrName>ppt_w</p:attrName>
                                        </p:attrNameLst>
                                      </p:cBhvr>
                                      <p:tavLst>
                                        <p:tav tm="0">
                                          <p:val>
                                            <p:fltVal val="0"/>
                                          </p:val>
                                        </p:tav>
                                        <p:tav tm="100000">
                                          <p:val>
                                            <p:strVal val="#ppt_w"/>
                                          </p:val>
                                        </p:tav>
                                      </p:tavLst>
                                    </p:anim>
                                    <p:anim calcmode="lin" valueType="num">
                                      <p:cBhvr>
                                        <p:cTn id="74" dur="500" fill="hold"/>
                                        <p:tgtEl>
                                          <p:spTgt spid="94"/>
                                        </p:tgtEl>
                                        <p:attrNameLst>
                                          <p:attrName>ppt_h</p:attrName>
                                        </p:attrNameLst>
                                      </p:cBhvr>
                                      <p:tavLst>
                                        <p:tav tm="0">
                                          <p:val>
                                            <p:fltVal val="0"/>
                                          </p:val>
                                        </p:tav>
                                        <p:tav tm="100000">
                                          <p:val>
                                            <p:strVal val="#ppt_h"/>
                                          </p:val>
                                        </p:tav>
                                      </p:tavLst>
                                    </p:anim>
                                    <p:animEffect transition="in" filter="fade">
                                      <p:cBhvr>
                                        <p:cTn id="75" dur="500"/>
                                        <p:tgtEl>
                                          <p:spTgt spid="94"/>
                                        </p:tgtEl>
                                      </p:cBhvr>
                                    </p:animEffect>
                                  </p:childTnLst>
                                </p:cTn>
                              </p:par>
                            </p:childTnLst>
                          </p:cTn>
                        </p:par>
                        <p:par>
                          <p:cTn id="76" fill="hold">
                            <p:stCondLst>
                              <p:cond delay="5000"/>
                            </p:stCondLst>
                            <p:childTnLst>
                              <p:par>
                                <p:cTn id="77" presetID="18" presetClass="entr" presetSubtype="6" fill="hold" nodeType="afterEffect">
                                  <p:stCondLst>
                                    <p:cond delay="0"/>
                                  </p:stCondLst>
                                  <p:childTnLst>
                                    <p:set>
                                      <p:cBhvr>
                                        <p:cTn id="78" dur="1" fill="hold">
                                          <p:stCondLst>
                                            <p:cond delay="0"/>
                                          </p:stCondLst>
                                        </p:cTn>
                                        <p:tgtEl>
                                          <p:spTgt spid="97"/>
                                        </p:tgtEl>
                                        <p:attrNameLst>
                                          <p:attrName>style.visibility</p:attrName>
                                        </p:attrNameLst>
                                      </p:cBhvr>
                                      <p:to>
                                        <p:strVal val="visible"/>
                                      </p:to>
                                    </p:set>
                                    <p:animEffect transition="in" filter="strips(downRight)">
                                      <p:cBhvr>
                                        <p:cTn id="79" dur="500"/>
                                        <p:tgtEl>
                                          <p:spTgt spid="97"/>
                                        </p:tgtEl>
                                      </p:cBhvr>
                                    </p:animEffect>
                                  </p:childTnLst>
                                </p:cTn>
                              </p:par>
                              <p:par>
                                <p:cTn id="80" presetID="53" presetClass="entr" presetSubtype="0" fill="hold" nodeType="withEffect">
                                  <p:stCondLst>
                                    <p:cond delay="0"/>
                                  </p:stCondLst>
                                  <p:childTnLst>
                                    <p:set>
                                      <p:cBhvr>
                                        <p:cTn id="81" dur="1" fill="hold">
                                          <p:stCondLst>
                                            <p:cond delay="0"/>
                                          </p:stCondLst>
                                        </p:cTn>
                                        <p:tgtEl>
                                          <p:spTgt spid="86"/>
                                        </p:tgtEl>
                                        <p:attrNameLst>
                                          <p:attrName>style.visibility</p:attrName>
                                        </p:attrNameLst>
                                      </p:cBhvr>
                                      <p:to>
                                        <p:strVal val="visible"/>
                                      </p:to>
                                    </p:set>
                                    <p:anim calcmode="lin" valueType="num">
                                      <p:cBhvr>
                                        <p:cTn id="82" dur="500" fill="hold"/>
                                        <p:tgtEl>
                                          <p:spTgt spid="86"/>
                                        </p:tgtEl>
                                        <p:attrNameLst>
                                          <p:attrName>ppt_w</p:attrName>
                                        </p:attrNameLst>
                                      </p:cBhvr>
                                      <p:tavLst>
                                        <p:tav tm="0">
                                          <p:val>
                                            <p:fltVal val="0"/>
                                          </p:val>
                                        </p:tav>
                                        <p:tav tm="100000">
                                          <p:val>
                                            <p:strVal val="#ppt_w"/>
                                          </p:val>
                                        </p:tav>
                                      </p:tavLst>
                                    </p:anim>
                                    <p:anim calcmode="lin" valueType="num">
                                      <p:cBhvr>
                                        <p:cTn id="83" dur="500" fill="hold"/>
                                        <p:tgtEl>
                                          <p:spTgt spid="86"/>
                                        </p:tgtEl>
                                        <p:attrNameLst>
                                          <p:attrName>ppt_h</p:attrName>
                                        </p:attrNameLst>
                                      </p:cBhvr>
                                      <p:tavLst>
                                        <p:tav tm="0">
                                          <p:val>
                                            <p:fltVal val="0"/>
                                          </p:val>
                                        </p:tav>
                                        <p:tav tm="100000">
                                          <p:val>
                                            <p:strVal val="#ppt_h"/>
                                          </p:val>
                                        </p:tav>
                                      </p:tavLst>
                                    </p:anim>
                                    <p:animEffect transition="in" filter="fade">
                                      <p:cBhvr>
                                        <p:cTn id="84" dur="500"/>
                                        <p:tgtEl>
                                          <p:spTgt spid="86"/>
                                        </p:tgtEl>
                                      </p:cBhvr>
                                    </p:animEffect>
                                  </p:childTnLst>
                                </p:cTn>
                              </p:par>
                            </p:childTnLst>
                          </p:cTn>
                        </p:par>
                        <p:par>
                          <p:cTn id="85" fill="hold">
                            <p:stCondLst>
                              <p:cond delay="5500"/>
                            </p:stCondLst>
                            <p:childTnLst>
                              <p:par>
                                <p:cTn id="86" presetID="53" presetClass="entr" presetSubtype="0" fill="hold" grpId="0" nodeType="afterEffect">
                                  <p:stCondLst>
                                    <p:cond delay="0"/>
                                  </p:stCondLst>
                                  <p:childTnLst>
                                    <p:set>
                                      <p:cBhvr>
                                        <p:cTn id="87" dur="1" fill="hold">
                                          <p:stCondLst>
                                            <p:cond delay="0"/>
                                          </p:stCondLst>
                                        </p:cTn>
                                        <p:tgtEl>
                                          <p:spTgt spid="104"/>
                                        </p:tgtEl>
                                        <p:attrNameLst>
                                          <p:attrName>style.visibility</p:attrName>
                                        </p:attrNameLst>
                                      </p:cBhvr>
                                      <p:to>
                                        <p:strVal val="visible"/>
                                      </p:to>
                                    </p:set>
                                    <p:anim calcmode="lin" valueType="num">
                                      <p:cBhvr>
                                        <p:cTn id="88" dur="500" fill="hold"/>
                                        <p:tgtEl>
                                          <p:spTgt spid="104"/>
                                        </p:tgtEl>
                                        <p:attrNameLst>
                                          <p:attrName>ppt_w</p:attrName>
                                        </p:attrNameLst>
                                      </p:cBhvr>
                                      <p:tavLst>
                                        <p:tav tm="0">
                                          <p:val>
                                            <p:fltVal val="0"/>
                                          </p:val>
                                        </p:tav>
                                        <p:tav tm="100000">
                                          <p:val>
                                            <p:strVal val="#ppt_w"/>
                                          </p:val>
                                        </p:tav>
                                      </p:tavLst>
                                    </p:anim>
                                    <p:anim calcmode="lin" valueType="num">
                                      <p:cBhvr>
                                        <p:cTn id="89" dur="500" fill="hold"/>
                                        <p:tgtEl>
                                          <p:spTgt spid="104"/>
                                        </p:tgtEl>
                                        <p:attrNameLst>
                                          <p:attrName>ppt_h</p:attrName>
                                        </p:attrNameLst>
                                      </p:cBhvr>
                                      <p:tavLst>
                                        <p:tav tm="0">
                                          <p:val>
                                            <p:fltVal val="0"/>
                                          </p:val>
                                        </p:tav>
                                        <p:tav tm="100000">
                                          <p:val>
                                            <p:strVal val="#ppt_h"/>
                                          </p:val>
                                        </p:tav>
                                      </p:tavLst>
                                    </p:anim>
                                    <p:animEffect transition="in" filter="fade">
                                      <p:cBhvr>
                                        <p:cTn id="90" dur="500"/>
                                        <p:tgtEl>
                                          <p:spTgt spid="104"/>
                                        </p:tgtEl>
                                      </p:cBhvr>
                                    </p:animEffect>
                                  </p:childTnLst>
                                </p:cTn>
                              </p:par>
                            </p:childTnLst>
                          </p:cTn>
                        </p:par>
                        <p:par>
                          <p:cTn id="91" fill="hold">
                            <p:stCondLst>
                              <p:cond delay="6000"/>
                            </p:stCondLst>
                            <p:childTnLst>
                              <p:par>
                                <p:cTn id="92" presetID="18" presetClass="entr" presetSubtype="6" fill="hold" nodeType="afterEffect">
                                  <p:stCondLst>
                                    <p:cond delay="0"/>
                                  </p:stCondLst>
                                  <p:childTnLst>
                                    <p:set>
                                      <p:cBhvr>
                                        <p:cTn id="93" dur="1" fill="hold">
                                          <p:stCondLst>
                                            <p:cond delay="0"/>
                                          </p:stCondLst>
                                        </p:cTn>
                                        <p:tgtEl>
                                          <p:spTgt spid="105"/>
                                        </p:tgtEl>
                                        <p:attrNameLst>
                                          <p:attrName>style.visibility</p:attrName>
                                        </p:attrNameLst>
                                      </p:cBhvr>
                                      <p:to>
                                        <p:strVal val="visible"/>
                                      </p:to>
                                    </p:set>
                                    <p:animEffect transition="in" filter="strips(downRight)">
                                      <p:cBhvr>
                                        <p:cTn id="94" dur="500"/>
                                        <p:tgtEl>
                                          <p:spTgt spid="105"/>
                                        </p:tgtEl>
                                      </p:cBhvr>
                                    </p:animEffect>
                                  </p:childTnLst>
                                </p:cTn>
                              </p:par>
                              <p:par>
                                <p:cTn id="95" presetID="53" presetClass="entr" presetSubtype="0" fill="hold" nodeType="withEffect">
                                  <p:stCondLst>
                                    <p:cond delay="0"/>
                                  </p:stCondLst>
                                  <p:childTnLst>
                                    <p:set>
                                      <p:cBhvr>
                                        <p:cTn id="96" dur="1" fill="hold">
                                          <p:stCondLst>
                                            <p:cond delay="0"/>
                                          </p:stCondLst>
                                        </p:cTn>
                                        <p:tgtEl>
                                          <p:spTgt spid="100"/>
                                        </p:tgtEl>
                                        <p:attrNameLst>
                                          <p:attrName>style.visibility</p:attrName>
                                        </p:attrNameLst>
                                      </p:cBhvr>
                                      <p:to>
                                        <p:strVal val="visible"/>
                                      </p:to>
                                    </p:set>
                                    <p:anim calcmode="lin" valueType="num">
                                      <p:cBhvr>
                                        <p:cTn id="97" dur="500" fill="hold"/>
                                        <p:tgtEl>
                                          <p:spTgt spid="100"/>
                                        </p:tgtEl>
                                        <p:attrNameLst>
                                          <p:attrName>ppt_w</p:attrName>
                                        </p:attrNameLst>
                                      </p:cBhvr>
                                      <p:tavLst>
                                        <p:tav tm="0">
                                          <p:val>
                                            <p:fltVal val="0"/>
                                          </p:val>
                                        </p:tav>
                                        <p:tav tm="100000">
                                          <p:val>
                                            <p:strVal val="#ppt_w"/>
                                          </p:val>
                                        </p:tav>
                                      </p:tavLst>
                                    </p:anim>
                                    <p:anim calcmode="lin" valueType="num">
                                      <p:cBhvr>
                                        <p:cTn id="98" dur="500" fill="hold"/>
                                        <p:tgtEl>
                                          <p:spTgt spid="100"/>
                                        </p:tgtEl>
                                        <p:attrNameLst>
                                          <p:attrName>ppt_h</p:attrName>
                                        </p:attrNameLst>
                                      </p:cBhvr>
                                      <p:tavLst>
                                        <p:tav tm="0">
                                          <p:val>
                                            <p:fltVal val="0"/>
                                          </p:val>
                                        </p:tav>
                                        <p:tav tm="100000">
                                          <p:val>
                                            <p:strVal val="#ppt_h"/>
                                          </p:val>
                                        </p:tav>
                                      </p:tavLst>
                                    </p:anim>
                                    <p:animEffect transition="in" filter="fade">
                                      <p:cBhvr>
                                        <p:cTn id="99"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91" grpId="0" animBg="1"/>
      <p:bldP spid="92" grpId="0" animBg="1"/>
      <p:bldP spid="93" grpId="0" animBg="1"/>
      <p:bldP spid="94" grpId="0" animBg="1"/>
      <p:bldP spid="104"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Poland Map Slide</a:t>
            </a:r>
            <a:endParaRPr lang="en-US" dirty="0"/>
          </a:p>
        </p:txBody>
      </p:sp>
      <p:sp>
        <p:nvSpPr>
          <p:cNvPr id="4" name="Text Placeholder 3"/>
          <p:cNvSpPr>
            <a:spLocks noGrp="1"/>
          </p:cNvSpPr>
          <p:nvPr>
            <p:ph type="body" sz="half" idx="2"/>
          </p:nvPr>
        </p:nvSpPr>
        <p:spPr>
          <a:xfrm>
            <a:off x="2514600" y="1247775"/>
            <a:ext cx="4114800" cy="200025"/>
          </a:xfrm>
        </p:spPr>
        <p:txBody>
          <a:bodyPr/>
          <a:lstStyle/>
          <a:p>
            <a:r>
              <a:rPr lang="en-US"/>
              <a:t>Poland Map Slide</a:t>
            </a:r>
            <a:endParaRPr lang="en-US" dirty="0"/>
          </a:p>
        </p:txBody>
      </p:sp>
      <p:grpSp>
        <p:nvGrpSpPr>
          <p:cNvPr id="142" name="Group 141"/>
          <p:cNvGrpSpPr/>
          <p:nvPr/>
        </p:nvGrpSpPr>
        <p:grpSpPr>
          <a:xfrm>
            <a:off x="461834" y="2516419"/>
            <a:ext cx="3348166" cy="3174958"/>
            <a:chOff x="2854325" y="1217613"/>
            <a:chExt cx="3436938" cy="3259138"/>
          </a:xfrm>
          <a:solidFill>
            <a:schemeClr val="bg1">
              <a:lumMod val="85000"/>
            </a:schemeClr>
          </a:solidFill>
        </p:grpSpPr>
        <p:sp>
          <p:nvSpPr>
            <p:cNvPr id="143" name="Freeform 5"/>
            <p:cNvSpPr>
              <a:spLocks/>
            </p:cNvSpPr>
            <p:nvPr/>
          </p:nvSpPr>
          <p:spPr bwMode="auto">
            <a:xfrm>
              <a:off x="4518025" y="3649663"/>
              <a:ext cx="836613" cy="757238"/>
            </a:xfrm>
            <a:custGeom>
              <a:avLst/>
              <a:gdLst/>
              <a:ahLst/>
              <a:cxnLst>
                <a:cxn ang="0">
                  <a:pos x="217" y="5"/>
                </a:cxn>
                <a:cxn ang="0">
                  <a:pos x="256" y="11"/>
                </a:cxn>
                <a:cxn ang="0">
                  <a:pos x="282" y="20"/>
                </a:cxn>
                <a:cxn ang="0">
                  <a:pos x="296" y="50"/>
                </a:cxn>
                <a:cxn ang="0">
                  <a:pos x="291" y="78"/>
                </a:cxn>
                <a:cxn ang="0">
                  <a:pos x="306" y="97"/>
                </a:cxn>
                <a:cxn ang="0">
                  <a:pos x="313" y="114"/>
                </a:cxn>
                <a:cxn ang="0">
                  <a:pos x="317" y="127"/>
                </a:cxn>
                <a:cxn ang="0">
                  <a:pos x="347" y="129"/>
                </a:cxn>
                <a:cxn ang="0">
                  <a:pos x="377" y="120"/>
                </a:cxn>
                <a:cxn ang="0">
                  <a:pos x="409" y="117"/>
                </a:cxn>
                <a:cxn ang="0">
                  <a:pos x="440" y="94"/>
                </a:cxn>
                <a:cxn ang="0">
                  <a:pos x="481" y="87"/>
                </a:cxn>
                <a:cxn ang="0">
                  <a:pos x="518" y="73"/>
                </a:cxn>
                <a:cxn ang="0">
                  <a:pos x="525" y="78"/>
                </a:cxn>
                <a:cxn ang="0">
                  <a:pos x="521" y="113"/>
                </a:cxn>
                <a:cxn ang="0">
                  <a:pos x="523" y="151"/>
                </a:cxn>
                <a:cxn ang="0">
                  <a:pos x="523" y="183"/>
                </a:cxn>
                <a:cxn ang="0">
                  <a:pos x="524" y="223"/>
                </a:cxn>
                <a:cxn ang="0">
                  <a:pos x="540" y="241"/>
                </a:cxn>
                <a:cxn ang="0">
                  <a:pos x="511" y="252"/>
                </a:cxn>
                <a:cxn ang="0">
                  <a:pos x="519" y="282"/>
                </a:cxn>
                <a:cxn ang="0">
                  <a:pos x="556" y="296"/>
                </a:cxn>
                <a:cxn ang="0">
                  <a:pos x="569" y="340"/>
                </a:cxn>
                <a:cxn ang="0">
                  <a:pos x="569" y="373"/>
                </a:cxn>
                <a:cxn ang="0">
                  <a:pos x="580" y="403"/>
                </a:cxn>
                <a:cxn ang="0">
                  <a:pos x="552" y="420"/>
                </a:cxn>
                <a:cxn ang="0">
                  <a:pos x="504" y="425"/>
                </a:cxn>
                <a:cxn ang="0">
                  <a:pos x="485" y="468"/>
                </a:cxn>
                <a:cxn ang="0">
                  <a:pos x="434" y="472"/>
                </a:cxn>
                <a:cxn ang="0">
                  <a:pos x="383" y="445"/>
                </a:cxn>
                <a:cxn ang="0">
                  <a:pos x="326" y="451"/>
                </a:cxn>
                <a:cxn ang="0">
                  <a:pos x="305" y="470"/>
                </a:cxn>
                <a:cxn ang="0">
                  <a:pos x="257" y="498"/>
                </a:cxn>
                <a:cxn ang="0">
                  <a:pos x="228" y="512"/>
                </a:cxn>
                <a:cxn ang="0">
                  <a:pos x="170" y="506"/>
                </a:cxn>
                <a:cxn ang="0">
                  <a:pos x="176" y="448"/>
                </a:cxn>
                <a:cxn ang="0">
                  <a:pos x="120" y="416"/>
                </a:cxn>
                <a:cxn ang="0">
                  <a:pos x="101" y="361"/>
                </a:cxn>
                <a:cxn ang="0">
                  <a:pos x="87" y="336"/>
                </a:cxn>
                <a:cxn ang="0">
                  <a:pos x="58" y="309"/>
                </a:cxn>
                <a:cxn ang="0">
                  <a:pos x="45" y="279"/>
                </a:cxn>
                <a:cxn ang="0">
                  <a:pos x="23" y="262"/>
                </a:cxn>
                <a:cxn ang="0">
                  <a:pos x="11" y="237"/>
                </a:cxn>
                <a:cxn ang="0">
                  <a:pos x="3" y="207"/>
                </a:cxn>
                <a:cxn ang="0">
                  <a:pos x="25" y="176"/>
                </a:cxn>
                <a:cxn ang="0">
                  <a:pos x="49" y="151"/>
                </a:cxn>
                <a:cxn ang="0">
                  <a:pos x="68" y="125"/>
                </a:cxn>
                <a:cxn ang="0">
                  <a:pos x="61" y="108"/>
                </a:cxn>
                <a:cxn ang="0">
                  <a:pos x="78" y="89"/>
                </a:cxn>
                <a:cxn ang="0">
                  <a:pos x="90" y="76"/>
                </a:cxn>
                <a:cxn ang="0">
                  <a:pos x="88" y="60"/>
                </a:cxn>
                <a:cxn ang="0">
                  <a:pos x="95" y="49"/>
                </a:cxn>
                <a:cxn ang="0">
                  <a:pos x="129" y="47"/>
                </a:cxn>
                <a:cxn ang="0">
                  <a:pos x="166" y="36"/>
                </a:cxn>
                <a:cxn ang="0">
                  <a:pos x="189" y="28"/>
                </a:cxn>
                <a:cxn ang="0">
                  <a:pos x="200" y="20"/>
                </a:cxn>
              </a:cxnLst>
              <a:rect l="0" t="0" r="r" b="b"/>
              <a:pathLst>
                <a:path w="583" h="527">
                  <a:moveTo>
                    <a:pt x="197" y="10"/>
                  </a:moveTo>
                  <a:cubicBezTo>
                    <a:pt x="197" y="10"/>
                    <a:pt x="197" y="10"/>
                    <a:pt x="197" y="10"/>
                  </a:cubicBezTo>
                  <a:cubicBezTo>
                    <a:pt x="197" y="8"/>
                    <a:pt x="198" y="4"/>
                    <a:pt x="199" y="3"/>
                  </a:cubicBezTo>
                  <a:cubicBezTo>
                    <a:pt x="201" y="2"/>
                    <a:pt x="204" y="0"/>
                    <a:pt x="206" y="0"/>
                  </a:cubicBezTo>
                  <a:cubicBezTo>
                    <a:pt x="207" y="0"/>
                    <a:pt x="211" y="1"/>
                    <a:pt x="212" y="1"/>
                  </a:cubicBezTo>
                  <a:cubicBezTo>
                    <a:pt x="214" y="2"/>
                    <a:pt x="215" y="5"/>
                    <a:pt x="217" y="5"/>
                  </a:cubicBezTo>
                  <a:cubicBezTo>
                    <a:pt x="218" y="6"/>
                    <a:pt x="221" y="4"/>
                    <a:pt x="222" y="4"/>
                  </a:cubicBezTo>
                  <a:cubicBezTo>
                    <a:pt x="225" y="4"/>
                    <a:pt x="229" y="5"/>
                    <a:pt x="231" y="6"/>
                  </a:cubicBezTo>
                  <a:cubicBezTo>
                    <a:pt x="232" y="6"/>
                    <a:pt x="233" y="9"/>
                    <a:pt x="234" y="10"/>
                  </a:cubicBezTo>
                  <a:cubicBezTo>
                    <a:pt x="235" y="11"/>
                    <a:pt x="238" y="14"/>
                    <a:pt x="240" y="14"/>
                  </a:cubicBezTo>
                  <a:cubicBezTo>
                    <a:pt x="242" y="15"/>
                    <a:pt x="248" y="15"/>
                    <a:pt x="250" y="14"/>
                  </a:cubicBezTo>
                  <a:cubicBezTo>
                    <a:pt x="252" y="14"/>
                    <a:pt x="255" y="12"/>
                    <a:pt x="256" y="11"/>
                  </a:cubicBezTo>
                  <a:cubicBezTo>
                    <a:pt x="257" y="11"/>
                    <a:pt x="259" y="9"/>
                    <a:pt x="261" y="10"/>
                  </a:cubicBezTo>
                  <a:cubicBezTo>
                    <a:pt x="262" y="10"/>
                    <a:pt x="263" y="13"/>
                    <a:pt x="265" y="14"/>
                  </a:cubicBezTo>
                  <a:cubicBezTo>
                    <a:pt x="266" y="15"/>
                    <a:pt x="269" y="16"/>
                    <a:pt x="271" y="16"/>
                  </a:cubicBezTo>
                  <a:cubicBezTo>
                    <a:pt x="272" y="16"/>
                    <a:pt x="273" y="15"/>
                    <a:pt x="274" y="16"/>
                  </a:cubicBezTo>
                  <a:cubicBezTo>
                    <a:pt x="275" y="16"/>
                    <a:pt x="276" y="18"/>
                    <a:pt x="277" y="19"/>
                  </a:cubicBezTo>
                  <a:cubicBezTo>
                    <a:pt x="278" y="20"/>
                    <a:pt x="281" y="19"/>
                    <a:pt x="282" y="20"/>
                  </a:cubicBezTo>
                  <a:cubicBezTo>
                    <a:pt x="283" y="21"/>
                    <a:pt x="284" y="25"/>
                    <a:pt x="284" y="26"/>
                  </a:cubicBezTo>
                  <a:cubicBezTo>
                    <a:pt x="285" y="28"/>
                    <a:pt x="283" y="31"/>
                    <a:pt x="284" y="33"/>
                  </a:cubicBezTo>
                  <a:cubicBezTo>
                    <a:pt x="284" y="33"/>
                    <a:pt x="284" y="34"/>
                    <a:pt x="284" y="35"/>
                  </a:cubicBezTo>
                  <a:cubicBezTo>
                    <a:pt x="285" y="36"/>
                    <a:pt x="287" y="37"/>
                    <a:pt x="288" y="38"/>
                  </a:cubicBezTo>
                  <a:cubicBezTo>
                    <a:pt x="289" y="40"/>
                    <a:pt x="291" y="42"/>
                    <a:pt x="292" y="43"/>
                  </a:cubicBezTo>
                  <a:cubicBezTo>
                    <a:pt x="293" y="45"/>
                    <a:pt x="295" y="48"/>
                    <a:pt x="296" y="50"/>
                  </a:cubicBezTo>
                  <a:cubicBezTo>
                    <a:pt x="297" y="51"/>
                    <a:pt x="298" y="54"/>
                    <a:pt x="299" y="56"/>
                  </a:cubicBezTo>
                  <a:cubicBezTo>
                    <a:pt x="300" y="57"/>
                    <a:pt x="301" y="60"/>
                    <a:pt x="301" y="61"/>
                  </a:cubicBezTo>
                  <a:cubicBezTo>
                    <a:pt x="301" y="63"/>
                    <a:pt x="300" y="66"/>
                    <a:pt x="299" y="67"/>
                  </a:cubicBezTo>
                  <a:cubicBezTo>
                    <a:pt x="297" y="68"/>
                    <a:pt x="294" y="67"/>
                    <a:pt x="293" y="68"/>
                  </a:cubicBezTo>
                  <a:cubicBezTo>
                    <a:pt x="292" y="69"/>
                    <a:pt x="292" y="71"/>
                    <a:pt x="292" y="72"/>
                  </a:cubicBezTo>
                  <a:cubicBezTo>
                    <a:pt x="291" y="74"/>
                    <a:pt x="291" y="77"/>
                    <a:pt x="291" y="78"/>
                  </a:cubicBezTo>
                  <a:cubicBezTo>
                    <a:pt x="291" y="79"/>
                    <a:pt x="294" y="81"/>
                    <a:pt x="295" y="82"/>
                  </a:cubicBezTo>
                  <a:cubicBezTo>
                    <a:pt x="296" y="82"/>
                    <a:pt x="298" y="82"/>
                    <a:pt x="298" y="82"/>
                  </a:cubicBezTo>
                  <a:cubicBezTo>
                    <a:pt x="300" y="82"/>
                    <a:pt x="302" y="83"/>
                    <a:pt x="303" y="83"/>
                  </a:cubicBezTo>
                  <a:cubicBezTo>
                    <a:pt x="303" y="84"/>
                    <a:pt x="304" y="87"/>
                    <a:pt x="305" y="88"/>
                  </a:cubicBezTo>
                  <a:cubicBezTo>
                    <a:pt x="305" y="89"/>
                    <a:pt x="307" y="91"/>
                    <a:pt x="307" y="92"/>
                  </a:cubicBezTo>
                  <a:cubicBezTo>
                    <a:pt x="307" y="93"/>
                    <a:pt x="307" y="95"/>
                    <a:pt x="306" y="97"/>
                  </a:cubicBezTo>
                  <a:cubicBezTo>
                    <a:pt x="306" y="98"/>
                    <a:pt x="304" y="99"/>
                    <a:pt x="304" y="100"/>
                  </a:cubicBezTo>
                  <a:cubicBezTo>
                    <a:pt x="304" y="101"/>
                    <a:pt x="304" y="103"/>
                    <a:pt x="305" y="104"/>
                  </a:cubicBezTo>
                  <a:cubicBezTo>
                    <a:pt x="305" y="104"/>
                    <a:pt x="307" y="106"/>
                    <a:pt x="307" y="106"/>
                  </a:cubicBezTo>
                  <a:cubicBezTo>
                    <a:pt x="307" y="107"/>
                    <a:pt x="307" y="109"/>
                    <a:pt x="307" y="109"/>
                  </a:cubicBezTo>
                  <a:cubicBezTo>
                    <a:pt x="308" y="110"/>
                    <a:pt x="310" y="111"/>
                    <a:pt x="311" y="111"/>
                  </a:cubicBezTo>
                  <a:cubicBezTo>
                    <a:pt x="312" y="112"/>
                    <a:pt x="313" y="113"/>
                    <a:pt x="313" y="114"/>
                  </a:cubicBezTo>
                  <a:cubicBezTo>
                    <a:pt x="313" y="115"/>
                    <a:pt x="312" y="117"/>
                    <a:pt x="312" y="118"/>
                  </a:cubicBezTo>
                  <a:cubicBezTo>
                    <a:pt x="311" y="118"/>
                    <a:pt x="309" y="119"/>
                    <a:pt x="309" y="120"/>
                  </a:cubicBezTo>
                  <a:cubicBezTo>
                    <a:pt x="309" y="121"/>
                    <a:pt x="310" y="123"/>
                    <a:pt x="310" y="123"/>
                  </a:cubicBezTo>
                  <a:cubicBezTo>
                    <a:pt x="311" y="124"/>
                    <a:pt x="312" y="124"/>
                    <a:pt x="312" y="124"/>
                  </a:cubicBezTo>
                  <a:cubicBezTo>
                    <a:pt x="313" y="124"/>
                    <a:pt x="315" y="123"/>
                    <a:pt x="315" y="124"/>
                  </a:cubicBezTo>
                  <a:cubicBezTo>
                    <a:pt x="316" y="124"/>
                    <a:pt x="317" y="126"/>
                    <a:pt x="317" y="127"/>
                  </a:cubicBezTo>
                  <a:cubicBezTo>
                    <a:pt x="318" y="128"/>
                    <a:pt x="319" y="129"/>
                    <a:pt x="320" y="129"/>
                  </a:cubicBezTo>
                  <a:cubicBezTo>
                    <a:pt x="321" y="130"/>
                    <a:pt x="323" y="131"/>
                    <a:pt x="324" y="132"/>
                  </a:cubicBezTo>
                  <a:cubicBezTo>
                    <a:pt x="326" y="132"/>
                    <a:pt x="329" y="133"/>
                    <a:pt x="330" y="133"/>
                  </a:cubicBezTo>
                  <a:cubicBezTo>
                    <a:pt x="331" y="133"/>
                    <a:pt x="333" y="131"/>
                    <a:pt x="335" y="131"/>
                  </a:cubicBezTo>
                  <a:cubicBezTo>
                    <a:pt x="336" y="131"/>
                    <a:pt x="339" y="132"/>
                    <a:pt x="340" y="132"/>
                  </a:cubicBezTo>
                  <a:cubicBezTo>
                    <a:pt x="342" y="131"/>
                    <a:pt x="345" y="130"/>
                    <a:pt x="347" y="129"/>
                  </a:cubicBezTo>
                  <a:cubicBezTo>
                    <a:pt x="348" y="128"/>
                    <a:pt x="350" y="125"/>
                    <a:pt x="352" y="124"/>
                  </a:cubicBezTo>
                  <a:cubicBezTo>
                    <a:pt x="353" y="124"/>
                    <a:pt x="355" y="123"/>
                    <a:pt x="356" y="123"/>
                  </a:cubicBezTo>
                  <a:cubicBezTo>
                    <a:pt x="357" y="123"/>
                    <a:pt x="361" y="123"/>
                    <a:pt x="363" y="123"/>
                  </a:cubicBezTo>
                  <a:cubicBezTo>
                    <a:pt x="364" y="123"/>
                    <a:pt x="366" y="124"/>
                    <a:pt x="367" y="124"/>
                  </a:cubicBezTo>
                  <a:cubicBezTo>
                    <a:pt x="369" y="124"/>
                    <a:pt x="371" y="122"/>
                    <a:pt x="372" y="122"/>
                  </a:cubicBezTo>
                  <a:cubicBezTo>
                    <a:pt x="373" y="121"/>
                    <a:pt x="376" y="121"/>
                    <a:pt x="377" y="120"/>
                  </a:cubicBezTo>
                  <a:cubicBezTo>
                    <a:pt x="379" y="119"/>
                    <a:pt x="381" y="116"/>
                    <a:pt x="382" y="115"/>
                  </a:cubicBezTo>
                  <a:cubicBezTo>
                    <a:pt x="383" y="114"/>
                    <a:pt x="387" y="113"/>
                    <a:pt x="389" y="113"/>
                  </a:cubicBezTo>
                  <a:cubicBezTo>
                    <a:pt x="390" y="113"/>
                    <a:pt x="393" y="114"/>
                    <a:pt x="394" y="115"/>
                  </a:cubicBezTo>
                  <a:cubicBezTo>
                    <a:pt x="395" y="116"/>
                    <a:pt x="396" y="120"/>
                    <a:pt x="397" y="121"/>
                  </a:cubicBezTo>
                  <a:cubicBezTo>
                    <a:pt x="398" y="122"/>
                    <a:pt x="401" y="121"/>
                    <a:pt x="403" y="121"/>
                  </a:cubicBezTo>
                  <a:cubicBezTo>
                    <a:pt x="404" y="121"/>
                    <a:pt x="407" y="119"/>
                    <a:pt x="409" y="117"/>
                  </a:cubicBezTo>
                  <a:cubicBezTo>
                    <a:pt x="410" y="116"/>
                    <a:pt x="412" y="112"/>
                    <a:pt x="413" y="111"/>
                  </a:cubicBezTo>
                  <a:cubicBezTo>
                    <a:pt x="414" y="109"/>
                    <a:pt x="416" y="105"/>
                    <a:pt x="417" y="103"/>
                  </a:cubicBezTo>
                  <a:cubicBezTo>
                    <a:pt x="419" y="102"/>
                    <a:pt x="422" y="100"/>
                    <a:pt x="423" y="100"/>
                  </a:cubicBezTo>
                  <a:cubicBezTo>
                    <a:pt x="426" y="100"/>
                    <a:pt x="430" y="102"/>
                    <a:pt x="432" y="102"/>
                  </a:cubicBezTo>
                  <a:cubicBezTo>
                    <a:pt x="434" y="102"/>
                    <a:pt x="437" y="100"/>
                    <a:pt x="438" y="99"/>
                  </a:cubicBezTo>
                  <a:cubicBezTo>
                    <a:pt x="439" y="98"/>
                    <a:pt x="439" y="95"/>
                    <a:pt x="440" y="94"/>
                  </a:cubicBezTo>
                  <a:cubicBezTo>
                    <a:pt x="441" y="93"/>
                    <a:pt x="444" y="93"/>
                    <a:pt x="446" y="93"/>
                  </a:cubicBezTo>
                  <a:cubicBezTo>
                    <a:pt x="447" y="93"/>
                    <a:pt x="450" y="94"/>
                    <a:pt x="452" y="94"/>
                  </a:cubicBezTo>
                  <a:cubicBezTo>
                    <a:pt x="454" y="94"/>
                    <a:pt x="458" y="93"/>
                    <a:pt x="460" y="93"/>
                  </a:cubicBezTo>
                  <a:cubicBezTo>
                    <a:pt x="462" y="92"/>
                    <a:pt x="466" y="91"/>
                    <a:pt x="468" y="90"/>
                  </a:cubicBezTo>
                  <a:cubicBezTo>
                    <a:pt x="469" y="90"/>
                    <a:pt x="472" y="88"/>
                    <a:pt x="473" y="88"/>
                  </a:cubicBezTo>
                  <a:cubicBezTo>
                    <a:pt x="475" y="87"/>
                    <a:pt x="479" y="88"/>
                    <a:pt x="481" y="87"/>
                  </a:cubicBezTo>
                  <a:cubicBezTo>
                    <a:pt x="483" y="87"/>
                    <a:pt x="487" y="86"/>
                    <a:pt x="489" y="86"/>
                  </a:cubicBezTo>
                  <a:cubicBezTo>
                    <a:pt x="490" y="85"/>
                    <a:pt x="492" y="84"/>
                    <a:pt x="493" y="83"/>
                  </a:cubicBezTo>
                  <a:cubicBezTo>
                    <a:pt x="495" y="83"/>
                    <a:pt x="498" y="82"/>
                    <a:pt x="499" y="82"/>
                  </a:cubicBezTo>
                  <a:cubicBezTo>
                    <a:pt x="502" y="80"/>
                    <a:pt x="507" y="78"/>
                    <a:pt x="509" y="76"/>
                  </a:cubicBezTo>
                  <a:cubicBezTo>
                    <a:pt x="510" y="75"/>
                    <a:pt x="511" y="73"/>
                    <a:pt x="512" y="72"/>
                  </a:cubicBezTo>
                  <a:cubicBezTo>
                    <a:pt x="513" y="72"/>
                    <a:pt x="517" y="74"/>
                    <a:pt x="518" y="73"/>
                  </a:cubicBezTo>
                  <a:cubicBezTo>
                    <a:pt x="520" y="73"/>
                    <a:pt x="523" y="69"/>
                    <a:pt x="524" y="67"/>
                  </a:cubicBezTo>
                  <a:cubicBezTo>
                    <a:pt x="524" y="66"/>
                    <a:pt x="525" y="63"/>
                    <a:pt x="525" y="63"/>
                  </a:cubicBezTo>
                  <a:cubicBezTo>
                    <a:pt x="525" y="64"/>
                    <a:pt x="525" y="64"/>
                    <a:pt x="525" y="64"/>
                  </a:cubicBezTo>
                  <a:cubicBezTo>
                    <a:pt x="525" y="65"/>
                    <a:pt x="530" y="65"/>
                    <a:pt x="530" y="67"/>
                  </a:cubicBezTo>
                  <a:cubicBezTo>
                    <a:pt x="531" y="69"/>
                    <a:pt x="530" y="73"/>
                    <a:pt x="529" y="75"/>
                  </a:cubicBezTo>
                  <a:cubicBezTo>
                    <a:pt x="528" y="76"/>
                    <a:pt x="526" y="77"/>
                    <a:pt x="525" y="78"/>
                  </a:cubicBezTo>
                  <a:cubicBezTo>
                    <a:pt x="524" y="80"/>
                    <a:pt x="521" y="84"/>
                    <a:pt x="520" y="85"/>
                  </a:cubicBezTo>
                  <a:cubicBezTo>
                    <a:pt x="519" y="86"/>
                    <a:pt x="517" y="87"/>
                    <a:pt x="516" y="88"/>
                  </a:cubicBezTo>
                  <a:cubicBezTo>
                    <a:pt x="515" y="90"/>
                    <a:pt x="514" y="95"/>
                    <a:pt x="514" y="97"/>
                  </a:cubicBezTo>
                  <a:cubicBezTo>
                    <a:pt x="515" y="99"/>
                    <a:pt x="520" y="99"/>
                    <a:pt x="521" y="101"/>
                  </a:cubicBezTo>
                  <a:cubicBezTo>
                    <a:pt x="521" y="103"/>
                    <a:pt x="516" y="106"/>
                    <a:pt x="517" y="108"/>
                  </a:cubicBezTo>
                  <a:cubicBezTo>
                    <a:pt x="517" y="110"/>
                    <a:pt x="520" y="111"/>
                    <a:pt x="521" y="113"/>
                  </a:cubicBezTo>
                  <a:cubicBezTo>
                    <a:pt x="521" y="115"/>
                    <a:pt x="521" y="118"/>
                    <a:pt x="521" y="120"/>
                  </a:cubicBezTo>
                  <a:cubicBezTo>
                    <a:pt x="521" y="123"/>
                    <a:pt x="519" y="129"/>
                    <a:pt x="518" y="131"/>
                  </a:cubicBezTo>
                  <a:cubicBezTo>
                    <a:pt x="518" y="132"/>
                    <a:pt x="516" y="134"/>
                    <a:pt x="516" y="135"/>
                  </a:cubicBezTo>
                  <a:cubicBezTo>
                    <a:pt x="515" y="136"/>
                    <a:pt x="515" y="140"/>
                    <a:pt x="516" y="142"/>
                  </a:cubicBezTo>
                  <a:cubicBezTo>
                    <a:pt x="516" y="144"/>
                    <a:pt x="519" y="146"/>
                    <a:pt x="520" y="148"/>
                  </a:cubicBezTo>
                  <a:cubicBezTo>
                    <a:pt x="521" y="149"/>
                    <a:pt x="522" y="150"/>
                    <a:pt x="523" y="151"/>
                  </a:cubicBezTo>
                  <a:cubicBezTo>
                    <a:pt x="524" y="152"/>
                    <a:pt x="526" y="156"/>
                    <a:pt x="526" y="158"/>
                  </a:cubicBezTo>
                  <a:cubicBezTo>
                    <a:pt x="527" y="160"/>
                    <a:pt x="526" y="165"/>
                    <a:pt x="525" y="167"/>
                  </a:cubicBezTo>
                  <a:cubicBezTo>
                    <a:pt x="524" y="168"/>
                    <a:pt x="521" y="169"/>
                    <a:pt x="520" y="170"/>
                  </a:cubicBezTo>
                  <a:cubicBezTo>
                    <a:pt x="520" y="171"/>
                    <a:pt x="519" y="174"/>
                    <a:pt x="519" y="175"/>
                  </a:cubicBezTo>
                  <a:cubicBezTo>
                    <a:pt x="519" y="176"/>
                    <a:pt x="519" y="179"/>
                    <a:pt x="519" y="181"/>
                  </a:cubicBezTo>
                  <a:cubicBezTo>
                    <a:pt x="520" y="182"/>
                    <a:pt x="522" y="182"/>
                    <a:pt x="523" y="183"/>
                  </a:cubicBezTo>
                  <a:cubicBezTo>
                    <a:pt x="524" y="184"/>
                    <a:pt x="525" y="185"/>
                    <a:pt x="525" y="186"/>
                  </a:cubicBezTo>
                  <a:cubicBezTo>
                    <a:pt x="526" y="188"/>
                    <a:pt x="523" y="191"/>
                    <a:pt x="522" y="192"/>
                  </a:cubicBezTo>
                  <a:cubicBezTo>
                    <a:pt x="521" y="193"/>
                    <a:pt x="518" y="195"/>
                    <a:pt x="517" y="196"/>
                  </a:cubicBezTo>
                  <a:cubicBezTo>
                    <a:pt x="516" y="197"/>
                    <a:pt x="515" y="200"/>
                    <a:pt x="515" y="202"/>
                  </a:cubicBezTo>
                  <a:cubicBezTo>
                    <a:pt x="515" y="205"/>
                    <a:pt x="517" y="212"/>
                    <a:pt x="518" y="215"/>
                  </a:cubicBezTo>
                  <a:cubicBezTo>
                    <a:pt x="519" y="217"/>
                    <a:pt x="522" y="222"/>
                    <a:pt x="524" y="223"/>
                  </a:cubicBezTo>
                  <a:cubicBezTo>
                    <a:pt x="526" y="224"/>
                    <a:pt x="531" y="224"/>
                    <a:pt x="534" y="224"/>
                  </a:cubicBezTo>
                  <a:cubicBezTo>
                    <a:pt x="536" y="224"/>
                    <a:pt x="540" y="222"/>
                    <a:pt x="542" y="223"/>
                  </a:cubicBezTo>
                  <a:cubicBezTo>
                    <a:pt x="544" y="223"/>
                    <a:pt x="548" y="226"/>
                    <a:pt x="549" y="227"/>
                  </a:cubicBezTo>
                  <a:cubicBezTo>
                    <a:pt x="551" y="229"/>
                    <a:pt x="552" y="233"/>
                    <a:pt x="552" y="235"/>
                  </a:cubicBezTo>
                  <a:cubicBezTo>
                    <a:pt x="551" y="237"/>
                    <a:pt x="548" y="240"/>
                    <a:pt x="546" y="241"/>
                  </a:cubicBezTo>
                  <a:cubicBezTo>
                    <a:pt x="545" y="241"/>
                    <a:pt x="542" y="240"/>
                    <a:pt x="540" y="241"/>
                  </a:cubicBezTo>
                  <a:cubicBezTo>
                    <a:pt x="538" y="241"/>
                    <a:pt x="535" y="240"/>
                    <a:pt x="533" y="241"/>
                  </a:cubicBezTo>
                  <a:cubicBezTo>
                    <a:pt x="532" y="242"/>
                    <a:pt x="532" y="246"/>
                    <a:pt x="531" y="247"/>
                  </a:cubicBezTo>
                  <a:cubicBezTo>
                    <a:pt x="531" y="248"/>
                    <a:pt x="529" y="250"/>
                    <a:pt x="528" y="250"/>
                  </a:cubicBezTo>
                  <a:cubicBezTo>
                    <a:pt x="526" y="251"/>
                    <a:pt x="521" y="249"/>
                    <a:pt x="519" y="250"/>
                  </a:cubicBezTo>
                  <a:cubicBezTo>
                    <a:pt x="519" y="250"/>
                    <a:pt x="518" y="252"/>
                    <a:pt x="518" y="252"/>
                  </a:cubicBezTo>
                  <a:cubicBezTo>
                    <a:pt x="516" y="253"/>
                    <a:pt x="513" y="252"/>
                    <a:pt x="511" y="252"/>
                  </a:cubicBezTo>
                  <a:cubicBezTo>
                    <a:pt x="510" y="253"/>
                    <a:pt x="509" y="253"/>
                    <a:pt x="509" y="254"/>
                  </a:cubicBezTo>
                  <a:cubicBezTo>
                    <a:pt x="508" y="255"/>
                    <a:pt x="507" y="258"/>
                    <a:pt x="508" y="259"/>
                  </a:cubicBezTo>
                  <a:cubicBezTo>
                    <a:pt x="508" y="261"/>
                    <a:pt x="512" y="262"/>
                    <a:pt x="513" y="263"/>
                  </a:cubicBezTo>
                  <a:cubicBezTo>
                    <a:pt x="514" y="265"/>
                    <a:pt x="514" y="269"/>
                    <a:pt x="515" y="271"/>
                  </a:cubicBezTo>
                  <a:cubicBezTo>
                    <a:pt x="515" y="273"/>
                    <a:pt x="516" y="278"/>
                    <a:pt x="516" y="279"/>
                  </a:cubicBezTo>
                  <a:cubicBezTo>
                    <a:pt x="517" y="280"/>
                    <a:pt x="518" y="282"/>
                    <a:pt x="519" y="282"/>
                  </a:cubicBezTo>
                  <a:cubicBezTo>
                    <a:pt x="522" y="283"/>
                    <a:pt x="528" y="281"/>
                    <a:pt x="531" y="281"/>
                  </a:cubicBezTo>
                  <a:cubicBezTo>
                    <a:pt x="533" y="281"/>
                    <a:pt x="537" y="281"/>
                    <a:pt x="538" y="282"/>
                  </a:cubicBezTo>
                  <a:cubicBezTo>
                    <a:pt x="539" y="283"/>
                    <a:pt x="540" y="286"/>
                    <a:pt x="541" y="287"/>
                  </a:cubicBezTo>
                  <a:cubicBezTo>
                    <a:pt x="542" y="289"/>
                    <a:pt x="547" y="289"/>
                    <a:pt x="548" y="290"/>
                  </a:cubicBezTo>
                  <a:cubicBezTo>
                    <a:pt x="550" y="290"/>
                    <a:pt x="552" y="291"/>
                    <a:pt x="553" y="292"/>
                  </a:cubicBezTo>
                  <a:cubicBezTo>
                    <a:pt x="554" y="293"/>
                    <a:pt x="556" y="295"/>
                    <a:pt x="556" y="296"/>
                  </a:cubicBezTo>
                  <a:cubicBezTo>
                    <a:pt x="557" y="298"/>
                    <a:pt x="559" y="300"/>
                    <a:pt x="559" y="302"/>
                  </a:cubicBezTo>
                  <a:cubicBezTo>
                    <a:pt x="560" y="304"/>
                    <a:pt x="561" y="309"/>
                    <a:pt x="562" y="311"/>
                  </a:cubicBezTo>
                  <a:cubicBezTo>
                    <a:pt x="562" y="312"/>
                    <a:pt x="564" y="314"/>
                    <a:pt x="564" y="315"/>
                  </a:cubicBezTo>
                  <a:cubicBezTo>
                    <a:pt x="565" y="317"/>
                    <a:pt x="565" y="322"/>
                    <a:pt x="565" y="325"/>
                  </a:cubicBezTo>
                  <a:cubicBezTo>
                    <a:pt x="566" y="326"/>
                    <a:pt x="568" y="329"/>
                    <a:pt x="568" y="330"/>
                  </a:cubicBezTo>
                  <a:cubicBezTo>
                    <a:pt x="569" y="332"/>
                    <a:pt x="570" y="337"/>
                    <a:pt x="569" y="340"/>
                  </a:cubicBezTo>
                  <a:cubicBezTo>
                    <a:pt x="568" y="343"/>
                    <a:pt x="563" y="346"/>
                    <a:pt x="561" y="349"/>
                  </a:cubicBezTo>
                  <a:cubicBezTo>
                    <a:pt x="560" y="351"/>
                    <a:pt x="559" y="356"/>
                    <a:pt x="559" y="359"/>
                  </a:cubicBezTo>
                  <a:cubicBezTo>
                    <a:pt x="560" y="360"/>
                    <a:pt x="563" y="363"/>
                    <a:pt x="564" y="364"/>
                  </a:cubicBezTo>
                  <a:cubicBezTo>
                    <a:pt x="565" y="365"/>
                    <a:pt x="569" y="365"/>
                    <a:pt x="570" y="366"/>
                  </a:cubicBezTo>
                  <a:cubicBezTo>
                    <a:pt x="571" y="367"/>
                    <a:pt x="572" y="368"/>
                    <a:pt x="572" y="369"/>
                  </a:cubicBezTo>
                  <a:cubicBezTo>
                    <a:pt x="572" y="370"/>
                    <a:pt x="569" y="372"/>
                    <a:pt x="569" y="373"/>
                  </a:cubicBezTo>
                  <a:cubicBezTo>
                    <a:pt x="569" y="374"/>
                    <a:pt x="569" y="376"/>
                    <a:pt x="569" y="377"/>
                  </a:cubicBezTo>
                  <a:cubicBezTo>
                    <a:pt x="569" y="378"/>
                    <a:pt x="572" y="379"/>
                    <a:pt x="572" y="380"/>
                  </a:cubicBezTo>
                  <a:cubicBezTo>
                    <a:pt x="573" y="382"/>
                    <a:pt x="573" y="387"/>
                    <a:pt x="574" y="388"/>
                  </a:cubicBezTo>
                  <a:cubicBezTo>
                    <a:pt x="575" y="390"/>
                    <a:pt x="579" y="390"/>
                    <a:pt x="580" y="391"/>
                  </a:cubicBezTo>
                  <a:cubicBezTo>
                    <a:pt x="581" y="392"/>
                    <a:pt x="583" y="395"/>
                    <a:pt x="583" y="397"/>
                  </a:cubicBezTo>
                  <a:cubicBezTo>
                    <a:pt x="583" y="399"/>
                    <a:pt x="580" y="402"/>
                    <a:pt x="580" y="403"/>
                  </a:cubicBezTo>
                  <a:cubicBezTo>
                    <a:pt x="580" y="405"/>
                    <a:pt x="581" y="407"/>
                    <a:pt x="581" y="409"/>
                  </a:cubicBezTo>
                  <a:cubicBezTo>
                    <a:pt x="581" y="410"/>
                    <a:pt x="580" y="412"/>
                    <a:pt x="580" y="414"/>
                  </a:cubicBezTo>
                  <a:cubicBezTo>
                    <a:pt x="580" y="415"/>
                    <a:pt x="580" y="418"/>
                    <a:pt x="580" y="420"/>
                  </a:cubicBezTo>
                  <a:cubicBezTo>
                    <a:pt x="580" y="421"/>
                    <a:pt x="579" y="423"/>
                    <a:pt x="579" y="425"/>
                  </a:cubicBezTo>
                  <a:cubicBezTo>
                    <a:pt x="575" y="424"/>
                    <a:pt x="570" y="422"/>
                    <a:pt x="567" y="421"/>
                  </a:cubicBezTo>
                  <a:cubicBezTo>
                    <a:pt x="563" y="421"/>
                    <a:pt x="556" y="419"/>
                    <a:pt x="552" y="420"/>
                  </a:cubicBezTo>
                  <a:cubicBezTo>
                    <a:pt x="549" y="420"/>
                    <a:pt x="543" y="423"/>
                    <a:pt x="541" y="425"/>
                  </a:cubicBezTo>
                  <a:cubicBezTo>
                    <a:pt x="539" y="427"/>
                    <a:pt x="540" y="433"/>
                    <a:pt x="539" y="434"/>
                  </a:cubicBezTo>
                  <a:cubicBezTo>
                    <a:pt x="537" y="436"/>
                    <a:pt x="531" y="438"/>
                    <a:pt x="529" y="436"/>
                  </a:cubicBezTo>
                  <a:cubicBezTo>
                    <a:pt x="528" y="436"/>
                    <a:pt x="527" y="432"/>
                    <a:pt x="526" y="431"/>
                  </a:cubicBezTo>
                  <a:cubicBezTo>
                    <a:pt x="525" y="429"/>
                    <a:pt x="520" y="427"/>
                    <a:pt x="518" y="426"/>
                  </a:cubicBezTo>
                  <a:cubicBezTo>
                    <a:pt x="515" y="425"/>
                    <a:pt x="508" y="425"/>
                    <a:pt x="504" y="425"/>
                  </a:cubicBezTo>
                  <a:cubicBezTo>
                    <a:pt x="503" y="425"/>
                    <a:pt x="501" y="426"/>
                    <a:pt x="500" y="427"/>
                  </a:cubicBezTo>
                  <a:cubicBezTo>
                    <a:pt x="498" y="429"/>
                    <a:pt x="497" y="434"/>
                    <a:pt x="498" y="436"/>
                  </a:cubicBezTo>
                  <a:cubicBezTo>
                    <a:pt x="498" y="438"/>
                    <a:pt x="502" y="441"/>
                    <a:pt x="502" y="443"/>
                  </a:cubicBezTo>
                  <a:cubicBezTo>
                    <a:pt x="503" y="445"/>
                    <a:pt x="504" y="451"/>
                    <a:pt x="502" y="453"/>
                  </a:cubicBezTo>
                  <a:cubicBezTo>
                    <a:pt x="499" y="455"/>
                    <a:pt x="490" y="451"/>
                    <a:pt x="487" y="453"/>
                  </a:cubicBezTo>
                  <a:cubicBezTo>
                    <a:pt x="485" y="456"/>
                    <a:pt x="487" y="465"/>
                    <a:pt x="485" y="468"/>
                  </a:cubicBezTo>
                  <a:cubicBezTo>
                    <a:pt x="483" y="471"/>
                    <a:pt x="477" y="474"/>
                    <a:pt x="474" y="475"/>
                  </a:cubicBezTo>
                  <a:cubicBezTo>
                    <a:pt x="471" y="476"/>
                    <a:pt x="465" y="474"/>
                    <a:pt x="461" y="475"/>
                  </a:cubicBezTo>
                  <a:cubicBezTo>
                    <a:pt x="460" y="475"/>
                    <a:pt x="456" y="477"/>
                    <a:pt x="454" y="476"/>
                  </a:cubicBezTo>
                  <a:cubicBezTo>
                    <a:pt x="452" y="475"/>
                    <a:pt x="451" y="469"/>
                    <a:pt x="449" y="469"/>
                  </a:cubicBezTo>
                  <a:cubicBezTo>
                    <a:pt x="447" y="468"/>
                    <a:pt x="443" y="473"/>
                    <a:pt x="440" y="473"/>
                  </a:cubicBezTo>
                  <a:cubicBezTo>
                    <a:pt x="439" y="473"/>
                    <a:pt x="435" y="473"/>
                    <a:pt x="434" y="472"/>
                  </a:cubicBezTo>
                  <a:cubicBezTo>
                    <a:pt x="431" y="469"/>
                    <a:pt x="427" y="463"/>
                    <a:pt x="425" y="459"/>
                  </a:cubicBezTo>
                  <a:cubicBezTo>
                    <a:pt x="423" y="456"/>
                    <a:pt x="418" y="447"/>
                    <a:pt x="417" y="446"/>
                  </a:cubicBezTo>
                  <a:cubicBezTo>
                    <a:pt x="417" y="444"/>
                    <a:pt x="416" y="437"/>
                    <a:pt x="414" y="436"/>
                  </a:cubicBezTo>
                  <a:cubicBezTo>
                    <a:pt x="412" y="435"/>
                    <a:pt x="406" y="439"/>
                    <a:pt x="404" y="439"/>
                  </a:cubicBezTo>
                  <a:cubicBezTo>
                    <a:pt x="401" y="440"/>
                    <a:pt x="395" y="443"/>
                    <a:pt x="392" y="443"/>
                  </a:cubicBezTo>
                  <a:cubicBezTo>
                    <a:pt x="390" y="444"/>
                    <a:pt x="385" y="444"/>
                    <a:pt x="383" y="445"/>
                  </a:cubicBezTo>
                  <a:cubicBezTo>
                    <a:pt x="380" y="447"/>
                    <a:pt x="379" y="454"/>
                    <a:pt x="376" y="455"/>
                  </a:cubicBezTo>
                  <a:cubicBezTo>
                    <a:pt x="373" y="455"/>
                    <a:pt x="367" y="450"/>
                    <a:pt x="364" y="448"/>
                  </a:cubicBezTo>
                  <a:cubicBezTo>
                    <a:pt x="361" y="446"/>
                    <a:pt x="356" y="441"/>
                    <a:pt x="353" y="440"/>
                  </a:cubicBezTo>
                  <a:cubicBezTo>
                    <a:pt x="350" y="439"/>
                    <a:pt x="345" y="436"/>
                    <a:pt x="343" y="437"/>
                  </a:cubicBezTo>
                  <a:cubicBezTo>
                    <a:pt x="341" y="439"/>
                    <a:pt x="344" y="447"/>
                    <a:pt x="342" y="449"/>
                  </a:cubicBezTo>
                  <a:cubicBezTo>
                    <a:pt x="339" y="452"/>
                    <a:pt x="330" y="452"/>
                    <a:pt x="326" y="451"/>
                  </a:cubicBezTo>
                  <a:cubicBezTo>
                    <a:pt x="324" y="451"/>
                    <a:pt x="319" y="448"/>
                    <a:pt x="316" y="448"/>
                  </a:cubicBezTo>
                  <a:cubicBezTo>
                    <a:pt x="315" y="448"/>
                    <a:pt x="311" y="449"/>
                    <a:pt x="310" y="450"/>
                  </a:cubicBezTo>
                  <a:cubicBezTo>
                    <a:pt x="309" y="452"/>
                    <a:pt x="311" y="456"/>
                    <a:pt x="311" y="458"/>
                  </a:cubicBezTo>
                  <a:cubicBezTo>
                    <a:pt x="312" y="460"/>
                    <a:pt x="315" y="462"/>
                    <a:pt x="316" y="463"/>
                  </a:cubicBezTo>
                  <a:cubicBezTo>
                    <a:pt x="316" y="465"/>
                    <a:pt x="316" y="468"/>
                    <a:pt x="315" y="469"/>
                  </a:cubicBezTo>
                  <a:cubicBezTo>
                    <a:pt x="313" y="471"/>
                    <a:pt x="307" y="470"/>
                    <a:pt x="305" y="470"/>
                  </a:cubicBezTo>
                  <a:cubicBezTo>
                    <a:pt x="302" y="470"/>
                    <a:pt x="297" y="467"/>
                    <a:pt x="295" y="467"/>
                  </a:cubicBezTo>
                  <a:cubicBezTo>
                    <a:pt x="291" y="466"/>
                    <a:pt x="284" y="466"/>
                    <a:pt x="280" y="467"/>
                  </a:cubicBezTo>
                  <a:cubicBezTo>
                    <a:pt x="278" y="468"/>
                    <a:pt x="272" y="471"/>
                    <a:pt x="270" y="474"/>
                  </a:cubicBezTo>
                  <a:cubicBezTo>
                    <a:pt x="269" y="476"/>
                    <a:pt x="270" y="483"/>
                    <a:pt x="269" y="487"/>
                  </a:cubicBezTo>
                  <a:cubicBezTo>
                    <a:pt x="269" y="488"/>
                    <a:pt x="268" y="492"/>
                    <a:pt x="267" y="493"/>
                  </a:cubicBezTo>
                  <a:cubicBezTo>
                    <a:pt x="265" y="495"/>
                    <a:pt x="259" y="496"/>
                    <a:pt x="257" y="498"/>
                  </a:cubicBezTo>
                  <a:cubicBezTo>
                    <a:pt x="256" y="501"/>
                    <a:pt x="258" y="507"/>
                    <a:pt x="258" y="510"/>
                  </a:cubicBezTo>
                  <a:cubicBezTo>
                    <a:pt x="258" y="513"/>
                    <a:pt x="258" y="521"/>
                    <a:pt x="256" y="524"/>
                  </a:cubicBezTo>
                  <a:cubicBezTo>
                    <a:pt x="255" y="526"/>
                    <a:pt x="251" y="527"/>
                    <a:pt x="249" y="527"/>
                  </a:cubicBezTo>
                  <a:cubicBezTo>
                    <a:pt x="247" y="527"/>
                    <a:pt x="242" y="525"/>
                    <a:pt x="240" y="523"/>
                  </a:cubicBezTo>
                  <a:cubicBezTo>
                    <a:pt x="238" y="523"/>
                    <a:pt x="235" y="521"/>
                    <a:pt x="233" y="519"/>
                  </a:cubicBezTo>
                  <a:cubicBezTo>
                    <a:pt x="231" y="518"/>
                    <a:pt x="230" y="513"/>
                    <a:pt x="228" y="512"/>
                  </a:cubicBezTo>
                  <a:cubicBezTo>
                    <a:pt x="224" y="510"/>
                    <a:pt x="215" y="511"/>
                    <a:pt x="211" y="513"/>
                  </a:cubicBezTo>
                  <a:cubicBezTo>
                    <a:pt x="208" y="514"/>
                    <a:pt x="204" y="519"/>
                    <a:pt x="201" y="521"/>
                  </a:cubicBezTo>
                  <a:cubicBezTo>
                    <a:pt x="198" y="522"/>
                    <a:pt x="192" y="523"/>
                    <a:pt x="189" y="523"/>
                  </a:cubicBezTo>
                  <a:cubicBezTo>
                    <a:pt x="185" y="523"/>
                    <a:pt x="176" y="522"/>
                    <a:pt x="173" y="519"/>
                  </a:cubicBezTo>
                  <a:cubicBezTo>
                    <a:pt x="172" y="518"/>
                    <a:pt x="171" y="514"/>
                    <a:pt x="170" y="512"/>
                  </a:cubicBezTo>
                  <a:cubicBezTo>
                    <a:pt x="170" y="511"/>
                    <a:pt x="170" y="507"/>
                    <a:pt x="170" y="506"/>
                  </a:cubicBezTo>
                  <a:cubicBezTo>
                    <a:pt x="171" y="504"/>
                    <a:pt x="175" y="502"/>
                    <a:pt x="176" y="500"/>
                  </a:cubicBezTo>
                  <a:cubicBezTo>
                    <a:pt x="178" y="498"/>
                    <a:pt x="184" y="495"/>
                    <a:pt x="185" y="492"/>
                  </a:cubicBezTo>
                  <a:cubicBezTo>
                    <a:pt x="186" y="490"/>
                    <a:pt x="187" y="485"/>
                    <a:pt x="187" y="483"/>
                  </a:cubicBezTo>
                  <a:cubicBezTo>
                    <a:pt x="185" y="480"/>
                    <a:pt x="178" y="477"/>
                    <a:pt x="176" y="475"/>
                  </a:cubicBezTo>
                  <a:cubicBezTo>
                    <a:pt x="175" y="471"/>
                    <a:pt x="176" y="463"/>
                    <a:pt x="176" y="459"/>
                  </a:cubicBezTo>
                  <a:cubicBezTo>
                    <a:pt x="176" y="456"/>
                    <a:pt x="177" y="451"/>
                    <a:pt x="176" y="448"/>
                  </a:cubicBezTo>
                  <a:cubicBezTo>
                    <a:pt x="175" y="445"/>
                    <a:pt x="170" y="440"/>
                    <a:pt x="167" y="440"/>
                  </a:cubicBezTo>
                  <a:cubicBezTo>
                    <a:pt x="165" y="439"/>
                    <a:pt x="161" y="444"/>
                    <a:pt x="158" y="445"/>
                  </a:cubicBezTo>
                  <a:cubicBezTo>
                    <a:pt x="155" y="445"/>
                    <a:pt x="149" y="446"/>
                    <a:pt x="146" y="445"/>
                  </a:cubicBezTo>
                  <a:cubicBezTo>
                    <a:pt x="143" y="444"/>
                    <a:pt x="140" y="439"/>
                    <a:pt x="139" y="437"/>
                  </a:cubicBezTo>
                  <a:cubicBezTo>
                    <a:pt x="136" y="434"/>
                    <a:pt x="132" y="427"/>
                    <a:pt x="130" y="424"/>
                  </a:cubicBezTo>
                  <a:cubicBezTo>
                    <a:pt x="128" y="422"/>
                    <a:pt x="121" y="419"/>
                    <a:pt x="120" y="416"/>
                  </a:cubicBezTo>
                  <a:cubicBezTo>
                    <a:pt x="118" y="414"/>
                    <a:pt x="119" y="409"/>
                    <a:pt x="119" y="407"/>
                  </a:cubicBezTo>
                  <a:cubicBezTo>
                    <a:pt x="118" y="403"/>
                    <a:pt x="113" y="396"/>
                    <a:pt x="113" y="392"/>
                  </a:cubicBezTo>
                  <a:cubicBezTo>
                    <a:pt x="112" y="389"/>
                    <a:pt x="113" y="383"/>
                    <a:pt x="113" y="380"/>
                  </a:cubicBezTo>
                  <a:cubicBezTo>
                    <a:pt x="112" y="376"/>
                    <a:pt x="107" y="369"/>
                    <a:pt x="104" y="367"/>
                  </a:cubicBezTo>
                  <a:cubicBezTo>
                    <a:pt x="103" y="366"/>
                    <a:pt x="102" y="365"/>
                    <a:pt x="100" y="364"/>
                  </a:cubicBezTo>
                  <a:cubicBezTo>
                    <a:pt x="100" y="363"/>
                    <a:pt x="100" y="362"/>
                    <a:pt x="101" y="361"/>
                  </a:cubicBezTo>
                  <a:cubicBezTo>
                    <a:pt x="101" y="360"/>
                    <a:pt x="104" y="358"/>
                    <a:pt x="104" y="356"/>
                  </a:cubicBezTo>
                  <a:cubicBezTo>
                    <a:pt x="104" y="355"/>
                    <a:pt x="102" y="352"/>
                    <a:pt x="101" y="351"/>
                  </a:cubicBezTo>
                  <a:cubicBezTo>
                    <a:pt x="99" y="350"/>
                    <a:pt x="93" y="348"/>
                    <a:pt x="91" y="347"/>
                  </a:cubicBezTo>
                  <a:cubicBezTo>
                    <a:pt x="89" y="347"/>
                    <a:pt x="84" y="347"/>
                    <a:pt x="83" y="346"/>
                  </a:cubicBezTo>
                  <a:cubicBezTo>
                    <a:pt x="82" y="345"/>
                    <a:pt x="83" y="342"/>
                    <a:pt x="83" y="341"/>
                  </a:cubicBezTo>
                  <a:cubicBezTo>
                    <a:pt x="84" y="339"/>
                    <a:pt x="86" y="337"/>
                    <a:pt x="87" y="336"/>
                  </a:cubicBezTo>
                  <a:cubicBezTo>
                    <a:pt x="88" y="335"/>
                    <a:pt x="91" y="332"/>
                    <a:pt x="92" y="331"/>
                  </a:cubicBezTo>
                  <a:cubicBezTo>
                    <a:pt x="93" y="328"/>
                    <a:pt x="95" y="324"/>
                    <a:pt x="94" y="321"/>
                  </a:cubicBezTo>
                  <a:cubicBezTo>
                    <a:pt x="94" y="320"/>
                    <a:pt x="92" y="316"/>
                    <a:pt x="90" y="315"/>
                  </a:cubicBezTo>
                  <a:cubicBezTo>
                    <a:pt x="88" y="314"/>
                    <a:pt x="84" y="313"/>
                    <a:pt x="82" y="313"/>
                  </a:cubicBezTo>
                  <a:cubicBezTo>
                    <a:pt x="78" y="312"/>
                    <a:pt x="70" y="310"/>
                    <a:pt x="66" y="309"/>
                  </a:cubicBezTo>
                  <a:cubicBezTo>
                    <a:pt x="64" y="309"/>
                    <a:pt x="60" y="310"/>
                    <a:pt x="58" y="309"/>
                  </a:cubicBezTo>
                  <a:cubicBezTo>
                    <a:pt x="56" y="308"/>
                    <a:pt x="54" y="305"/>
                    <a:pt x="52" y="303"/>
                  </a:cubicBezTo>
                  <a:cubicBezTo>
                    <a:pt x="51" y="302"/>
                    <a:pt x="48" y="299"/>
                    <a:pt x="47" y="298"/>
                  </a:cubicBezTo>
                  <a:cubicBezTo>
                    <a:pt x="47" y="296"/>
                    <a:pt x="47" y="294"/>
                    <a:pt x="48" y="293"/>
                  </a:cubicBezTo>
                  <a:cubicBezTo>
                    <a:pt x="48" y="291"/>
                    <a:pt x="50" y="289"/>
                    <a:pt x="50" y="288"/>
                  </a:cubicBezTo>
                  <a:cubicBezTo>
                    <a:pt x="50" y="287"/>
                    <a:pt x="50" y="284"/>
                    <a:pt x="50" y="283"/>
                  </a:cubicBezTo>
                  <a:cubicBezTo>
                    <a:pt x="49" y="282"/>
                    <a:pt x="47" y="280"/>
                    <a:pt x="45" y="279"/>
                  </a:cubicBezTo>
                  <a:cubicBezTo>
                    <a:pt x="43" y="278"/>
                    <a:pt x="39" y="278"/>
                    <a:pt x="37" y="278"/>
                  </a:cubicBezTo>
                  <a:cubicBezTo>
                    <a:pt x="35" y="279"/>
                    <a:pt x="31" y="281"/>
                    <a:pt x="28" y="281"/>
                  </a:cubicBezTo>
                  <a:cubicBezTo>
                    <a:pt x="27" y="281"/>
                    <a:pt x="24" y="280"/>
                    <a:pt x="22" y="279"/>
                  </a:cubicBezTo>
                  <a:cubicBezTo>
                    <a:pt x="21" y="278"/>
                    <a:pt x="20" y="275"/>
                    <a:pt x="20" y="273"/>
                  </a:cubicBezTo>
                  <a:cubicBezTo>
                    <a:pt x="19" y="272"/>
                    <a:pt x="19" y="268"/>
                    <a:pt x="20" y="267"/>
                  </a:cubicBezTo>
                  <a:cubicBezTo>
                    <a:pt x="20" y="265"/>
                    <a:pt x="22" y="263"/>
                    <a:pt x="23" y="262"/>
                  </a:cubicBezTo>
                  <a:cubicBezTo>
                    <a:pt x="23" y="260"/>
                    <a:pt x="23" y="257"/>
                    <a:pt x="23" y="256"/>
                  </a:cubicBezTo>
                  <a:cubicBezTo>
                    <a:pt x="23" y="254"/>
                    <a:pt x="22" y="250"/>
                    <a:pt x="22" y="247"/>
                  </a:cubicBezTo>
                  <a:cubicBezTo>
                    <a:pt x="22" y="245"/>
                    <a:pt x="23" y="242"/>
                    <a:pt x="23" y="240"/>
                  </a:cubicBezTo>
                  <a:cubicBezTo>
                    <a:pt x="22" y="238"/>
                    <a:pt x="21" y="235"/>
                    <a:pt x="20" y="234"/>
                  </a:cubicBezTo>
                  <a:cubicBezTo>
                    <a:pt x="19" y="234"/>
                    <a:pt x="17" y="234"/>
                    <a:pt x="16" y="234"/>
                  </a:cubicBezTo>
                  <a:cubicBezTo>
                    <a:pt x="14" y="234"/>
                    <a:pt x="12" y="237"/>
                    <a:pt x="11" y="237"/>
                  </a:cubicBezTo>
                  <a:cubicBezTo>
                    <a:pt x="9" y="238"/>
                    <a:pt x="5" y="239"/>
                    <a:pt x="3" y="238"/>
                  </a:cubicBezTo>
                  <a:cubicBezTo>
                    <a:pt x="2" y="238"/>
                    <a:pt x="1" y="235"/>
                    <a:pt x="0" y="234"/>
                  </a:cubicBezTo>
                  <a:cubicBezTo>
                    <a:pt x="0" y="233"/>
                    <a:pt x="0" y="230"/>
                    <a:pt x="0" y="229"/>
                  </a:cubicBezTo>
                  <a:cubicBezTo>
                    <a:pt x="1" y="228"/>
                    <a:pt x="2" y="226"/>
                    <a:pt x="3" y="225"/>
                  </a:cubicBezTo>
                  <a:cubicBezTo>
                    <a:pt x="3" y="223"/>
                    <a:pt x="3" y="220"/>
                    <a:pt x="3" y="218"/>
                  </a:cubicBezTo>
                  <a:cubicBezTo>
                    <a:pt x="3" y="215"/>
                    <a:pt x="2" y="209"/>
                    <a:pt x="3" y="207"/>
                  </a:cubicBezTo>
                  <a:cubicBezTo>
                    <a:pt x="3" y="204"/>
                    <a:pt x="6" y="200"/>
                    <a:pt x="7" y="198"/>
                  </a:cubicBezTo>
                  <a:cubicBezTo>
                    <a:pt x="8" y="196"/>
                    <a:pt x="11" y="192"/>
                    <a:pt x="13" y="191"/>
                  </a:cubicBezTo>
                  <a:cubicBezTo>
                    <a:pt x="14" y="190"/>
                    <a:pt x="16" y="190"/>
                    <a:pt x="17" y="189"/>
                  </a:cubicBezTo>
                  <a:cubicBezTo>
                    <a:pt x="18" y="189"/>
                    <a:pt x="20" y="188"/>
                    <a:pt x="21" y="187"/>
                  </a:cubicBezTo>
                  <a:cubicBezTo>
                    <a:pt x="22" y="186"/>
                    <a:pt x="23" y="182"/>
                    <a:pt x="23" y="181"/>
                  </a:cubicBezTo>
                  <a:cubicBezTo>
                    <a:pt x="24" y="180"/>
                    <a:pt x="24" y="177"/>
                    <a:pt x="25" y="176"/>
                  </a:cubicBezTo>
                  <a:cubicBezTo>
                    <a:pt x="26" y="174"/>
                    <a:pt x="31" y="171"/>
                    <a:pt x="32" y="169"/>
                  </a:cubicBezTo>
                  <a:cubicBezTo>
                    <a:pt x="33" y="167"/>
                    <a:pt x="34" y="163"/>
                    <a:pt x="36" y="161"/>
                  </a:cubicBezTo>
                  <a:cubicBezTo>
                    <a:pt x="37" y="160"/>
                    <a:pt x="40" y="160"/>
                    <a:pt x="40" y="158"/>
                  </a:cubicBezTo>
                  <a:cubicBezTo>
                    <a:pt x="41" y="157"/>
                    <a:pt x="40" y="154"/>
                    <a:pt x="41" y="153"/>
                  </a:cubicBezTo>
                  <a:cubicBezTo>
                    <a:pt x="42" y="152"/>
                    <a:pt x="43" y="151"/>
                    <a:pt x="44" y="151"/>
                  </a:cubicBezTo>
                  <a:cubicBezTo>
                    <a:pt x="45" y="150"/>
                    <a:pt x="48" y="150"/>
                    <a:pt x="49" y="151"/>
                  </a:cubicBezTo>
                  <a:cubicBezTo>
                    <a:pt x="51" y="151"/>
                    <a:pt x="55" y="152"/>
                    <a:pt x="56" y="152"/>
                  </a:cubicBezTo>
                  <a:cubicBezTo>
                    <a:pt x="57" y="151"/>
                    <a:pt x="58" y="149"/>
                    <a:pt x="59" y="148"/>
                  </a:cubicBezTo>
                  <a:cubicBezTo>
                    <a:pt x="60" y="146"/>
                    <a:pt x="60" y="141"/>
                    <a:pt x="60" y="139"/>
                  </a:cubicBezTo>
                  <a:cubicBezTo>
                    <a:pt x="61" y="138"/>
                    <a:pt x="63" y="135"/>
                    <a:pt x="63" y="134"/>
                  </a:cubicBezTo>
                  <a:cubicBezTo>
                    <a:pt x="64" y="133"/>
                    <a:pt x="63" y="131"/>
                    <a:pt x="64" y="130"/>
                  </a:cubicBezTo>
                  <a:cubicBezTo>
                    <a:pt x="65" y="128"/>
                    <a:pt x="67" y="126"/>
                    <a:pt x="68" y="125"/>
                  </a:cubicBezTo>
                  <a:cubicBezTo>
                    <a:pt x="69" y="124"/>
                    <a:pt x="71" y="122"/>
                    <a:pt x="73" y="122"/>
                  </a:cubicBezTo>
                  <a:cubicBezTo>
                    <a:pt x="74" y="121"/>
                    <a:pt x="76" y="122"/>
                    <a:pt x="77" y="122"/>
                  </a:cubicBezTo>
                  <a:cubicBezTo>
                    <a:pt x="78" y="121"/>
                    <a:pt x="78" y="117"/>
                    <a:pt x="78" y="116"/>
                  </a:cubicBezTo>
                  <a:cubicBezTo>
                    <a:pt x="77" y="115"/>
                    <a:pt x="74" y="113"/>
                    <a:pt x="73" y="112"/>
                  </a:cubicBezTo>
                  <a:cubicBezTo>
                    <a:pt x="71" y="111"/>
                    <a:pt x="68" y="109"/>
                    <a:pt x="67" y="108"/>
                  </a:cubicBezTo>
                  <a:cubicBezTo>
                    <a:pt x="65" y="108"/>
                    <a:pt x="62" y="108"/>
                    <a:pt x="61" y="108"/>
                  </a:cubicBezTo>
                  <a:cubicBezTo>
                    <a:pt x="60" y="107"/>
                    <a:pt x="59" y="105"/>
                    <a:pt x="58" y="104"/>
                  </a:cubicBezTo>
                  <a:cubicBezTo>
                    <a:pt x="58" y="103"/>
                    <a:pt x="57" y="101"/>
                    <a:pt x="57" y="100"/>
                  </a:cubicBezTo>
                  <a:cubicBezTo>
                    <a:pt x="58" y="99"/>
                    <a:pt x="60" y="99"/>
                    <a:pt x="61" y="99"/>
                  </a:cubicBezTo>
                  <a:cubicBezTo>
                    <a:pt x="64" y="98"/>
                    <a:pt x="70" y="98"/>
                    <a:pt x="72" y="96"/>
                  </a:cubicBezTo>
                  <a:cubicBezTo>
                    <a:pt x="73" y="95"/>
                    <a:pt x="72" y="92"/>
                    <a:pt x="73" y="91"/>
                  </a:cubicBezTo>
                  <a:cubicBezTo>
                    <a:pt x="74" y="90"/>
                    <a:pt x="77" y="90"/>
                    <a:pt x="78" y="89"/>
                  </a:cubicBezTo>
                  <a:cubicBezTo>
                    <a:pt x="78" y="88"/>
                    <a:pt x="79" y="87"/>
                    <a:pt x="80" y="86"/>
                  </a:cubicBezTo>
                  <a:cubicBezTo>
                    <a:pt x="80" y="85"/>
                    <a:pt x="79" y="83"/>
                    <a:pt x="79" y="82"/>
                  </a:cubicBezTo>
                  <a:cubicBezTo>
                    <a:pt x="79" y="80"/>
                    <a:pt x="79" y="77"/>
                    <a:pt x="79" y="75"/>
                  </a:cubicBezTo>
                  <a:cubicBezTo>
                    <a:pt x="80" y="75"/>
                    <a:pt x="81" y="73"/>
                    <a:pt x="81" y="73"/>
                  </a:cubicBezTo>
                  <a:cubicBezTo>
                    <a:pt x="83" y="73"/>
                    <a:pt x="84" y="77"/>
                    <a:pt x="86" y="77"/>
                  </a:cubicBezTo>
                  <a:cubicBezTo>
                    <a:pt x="87" y="77"/>
                    <a:pt x="89" y="76"/>
                    <a:pt x="90" y="76"/>
                  </a:cubicBezTo>
                  <a:cubicBezTo>
                    <a:pt x="92" y="76"/>
                    <a:pt x="94" y="75"/>
                    <a:pt x="95" y="73"/>
                  </a:cubicBezTo>
                  <a:cubicBezTo>
                    <a:pt x="96" y="73"/>
                    <a:pt x="96" y="70"/>
                    <a:pt x="95" y="69"/>
                  </a:cubicBezTo>
                  <a:cubicBezTo>
                    <a:pt x="95" y="68"/>
                    <a:pt x="93" y="66"/>
                    <a:pt x="92" y="66"/>
                  </a:cubicBezTo>
                  <a:cubicBezTo>
                    <a:pt x="91" y="66"/>
                    <a:pt x="88" y="67"/>
                    <a:pt x="87" y="67"/>
                  </a:cubicBezTo>
                  <a:cubicBezTo>
                    <a:pt x="86" y="66"/>
                    <a:pt x="85" y="64"/>
                    <a:pt x="85" y="63"/>
                  </a:cubicBezTo>
                  <a:cubicBezTo>
                    <a:pt x="85" y="62"/>
                    <a:pt x="87" y="60"/>
                    <a:pt x="88" y="60"/>
                  </a:cubicBezTo>
                  <a:cubicBezTo>
                    <a:pt x="88" y="59"/>
                    <a:pt x="90" y="58"/>
                    <a:pt x="91" y="59"/>
                  </a:cubicBezTo>
                  <a:cubicBezTo>
                    <a:pt x="92" y="59"/>
                    <a:pt x="92" y="62"/>
                    <a:pt x="93" y="63"/>
                  </a:cubicBezTo>
                  <a:cubicBezTo>
                    <a:pt x="94" y="63"/>
                    <a:pt x="96" y="63"/>
                    <a:pt x="96" y="63"/>
                  </a:cubicBezTo>
                  <a:cubicBezTo>
                    <a:pt x="97" y="62"/>
                    <a:pt x="97" y="60"/>
                    <a:pt x="97" y="59"/>
                  </a:cubicBezTo>
                  <a:cubicBezTo>
                    <a:pt x="97" y="57"/>
                    <a:pt x="96" y="55"/>
                    <a:pt x="96" y="54"/>
                  </a:cubicBezTo>
                  <a:cubicBezTo>
                    <a:pt x="95" y="53"/>
                    <a:pt x="95" y="50"/>
                    <a:pt x="95" y="49"/>
                  </a:cubicBezTo>
                  <a:cubicBezTo>
                    <a:pt x="96" y="48"/>
                    <a:pt x="98" y="47"/>
                    <a:pt x="99" y="46"/>
                  </a:cubicBezTo>
                  <a:cubicBezTo>
                    <a:pt x="100" y="46"/>
                    <a:pt x="102" y="44"/>
                    <a:pt x="103" y="44"/>
                  </a:cubicBezTo>
                  <a:cubicBezTo>
                    <a:pt x="105" y="44"/>
                    <a:pt x="108" y="45"/>
                    <a:pt x="110" y="46"/>
                  </a:cubicBezTo>
                  <a:cubicBezTo>
                    <a:pt x="111" y="47"/>
                    <a:pt x="113" y="49"/>
                    <a:pt x="114" y="49"/>
                  </a:cubicBezTo>
                  <a:cubicBezTo>
                    <a:pt x="116" y="49"/>
                    <a:pt x="120" y="47"/>
                    <a:pt x="122" y="47"/>
                  </a:cubicBezTo>
                  <a:cubicBezTo>
                    <a:pt x="124" y="47"/>
                    <a:pt x="128" y="47"/>
                    <a:pt x="129" y="47"/>
                  </a:cubicBezTo>
                  <a:cubicBezTo>
                    <a:pt x="131" y="46"/>
                    <a:pt x="134" y="45"/>
                    <a:pt x="135" y="44"/>
                  </a:cubicBezTo>
                  <a:cubicBezTo>
                    <a:pt x="137" y="43"/>
                    <a:pt x="140" y="41"/>
                    <a:pt x="142" y="40"/>
                  </a:cubicBezTo>
                  <a:cubicBezTo>
                    <a:pt x="144" y="40"/>
                    <a:pt x="148" y="42"/>
                    <a:pt x="150" y="41"/>
                  </a:cubicBezTo>
                  <a:cubicBezTo>
                    <a:pt x="152" y="41"/>
                    <a:pt x="156" y="40"/>
                    <a:pt x="158" y="40"/>
                  </a:cubicBezTo>
                  <a:cubicBezTo>
                    <a:pt x="159" y="39"/>
                    <a:pt x="162" y="36"/>
                    <a:pt x="163" y="36"/>
                  </a:cubicBezTo>
                  <a:cubicBezTo>
                    <a:pt x="164" y="36"/>
                    <a:pt x="166" y="36"/>
                    <a:pt x="166" y="36"/>
                  </a:cubicBezTo>
                  <a:cubicBezTo>
                    <a:pt x="168" y="37"/>
                    <a:pt x="168" y="40"/>
                    <a:pt x="170" y="40"/>
                  </a:cubicBezTo>
                  <a:cubicBezTo>
                    <a:pt x="171" y="41"/>
                    <a:pt x="175" y="41"/>
                    <a:pt x="177" y="40"/>
                  </a:cubicBezTo>
                  <a:cubicBezTo>
                    <a:pt x="178" y="40"/>
                    <a:pt x="179" y="38"/>
                    <a:pt x="180" y="37"/>
                  </a:cubicBezTo>
                  <a:cubicBezTo>
                    <a:pt x="181" y="37"/>
                    <a:pt x="185" y="38"/>
                    <a:pt x="186" y="37"/>
                  </a:cubicBezTo>
                  <a:cubicBezTo>
                    <a:pt x="187" y="36"/>
                    <a:pt x="188" y="34"/>
                    <a:pt x="188" y="33"/>
                  </a:cubicBezTo>
                  <a:cubicBezTo>
                    <a:pt x="189" y="32"/>
                    <a:pt x="188" y="29"/>
                    <a:pt x="189" y="28"/>
                  </a:cubicBezTo>
                  <a:cubicBezTo>
                    <a:pt x="190" y="27"/>
                    <a:pt x="193" y="26"/>
                    <a:pt x="194" y="26"/>
                  </a:cubicBezTo>
                  <a:cubicBezTo>
                    <a:pt x="196" y="26"/>
                    <a:pt x="198" y="28"/>
                    <a:pt x="200" y="28"/>
                  </a:cubicBezTo>
                  <a:cubicBezTo>
                    <a:pt x="201" y="28"/>
                    <a:pt x="204" y="29"/>
                    <a:pt x="205" y="28"/>
                  </a:cubicBezTo>
                  <a:cubicBezTo>
                    <a:pt x="206" y="27"/>
                    <a:pt x="206" y="25"/>
                    <a:pt x="206" y="24"/>
                  </a:cubicBezTo>
                  <a:cubicBezTo>
                    <a:pt x="205" y="23"/>
                    <a:pt x="204" y="21"/>
                    <a:pt x="203" y="21"/>
                  </a:cubicBezTo>
                  <a:cubicBezTo>
                    <a:pt x="202" y="20"/>
                    <a:pt x="200" y="20"/>
                    <a:pt x="200" y="20"/>
                  </a:cubicBezTo>
                  <a:cubicBezTo>
                    <a:pt x="199" y="19"/>
                    <a:pt x="198" y="16"/>
                    <a:pt x="198" y="15"/>
                  </a:cubicBezTo>
                  <a:cubicBezTo>
                    <a:pt x="197" y="14"/>
                    <a:pt x="197" y="11"/>
                    <a:pt x="197"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6"/>
            <p:cNvSpPr>
              <a:spLocks/>
            </p:cNvSpPr>
            <p:nvPr/>
          </p:nvSpPr>
          <p:spPr bwMode="auto">
            <a:xfrm>
              <a:off x="3751263" y="3267075"/>
              <a:ext cx="625475" cy="696913"/>
            </a:xfrm>
            <a:custGeom>
              <a:avLst/>
              <a:gdLst/>
              <a:ahLst/>
              <a:cxnLst>
                <a:cxn ang="0">
                  <a:pos x="240" y="19"/>
                </a:cxn>
                <a:cxn ang="0">
                  <a:pos x="249" y="32"/>
                </a:cxn>
                <a:cxn ang="0">
                  <a:pos x="289" y="24"/>
                </a:cxn>
                <a:cxn ang="0">
                  <a:pos x="315" y="10"/>
                </a:cxn>
                <a:cxn ang="0">
                  <a:pos x="338" y="17"/>
                </a:cxn>
                <a:cxn ang="0">
                  <a:pos x="381" y="31"/>
                </a:cxn>
                <a:cxn ang="0">
                  <a:pos x="398" y="31"/>
                </a:cxn>
                <a:cxn ang="0">
                  <a:pos x="421" y="45"/>
                </a:cxn>
                <a:cxn ang="0">
                  <a:pos x="436" y="63"/>
                </a:cxn>
                <a:cxn ang="0">
                  <a:pos x="419" y="90"/>
                </a:cxn>
                <a:cxn ang="0">
                  <a:pos x="416" y="125"/>
                </a:cxn>
                <a:cxn ang="0">
                  <a:pos x="392" y="154"/>
                </a:cxn>
                <a:cxn ang="0">
                  <a:pos x="401" y="177"/>
                </a:cxn>
                <a:cxn ang="0">
                  <a:pos x="388" y="196"/>
                </a:cxn>
                <a:cxn ang="0">
                  <a:pos x="404" y="223"/>
                </a:cxn>
                <a:cxn ang="0">
                  <a:pos x="412" y="254"/>
                </a:cxn>
                <a:cxn ang="0">
                  <a:pos x="373" y="262"/>
                </a:cxn>
                <a:cxn ang="0">
                  <a:pos x="376" y="288"/>
                </a:cxn>
                <a:cxn ang="0">
                  <a:pos x="361" y="290"/>
                </a:cxn>
                <a:cxn ang="0">
                  <a:pos x="359" y="322"/>
                </a:cxn>
                <a:cxn ang="0">
                  <a:pos x="360" y="349"/>
                </a:cxn>
                <a:cxn ang="0">
                  <a:pos x="362" y="372"/>
                </a:cxn>
                <a:cxn ang="0">
                  <a:pos x="354" y="383"/>
                </a:cxn>
                <a:cxn ang="0">
                  <a:pos x="322" y="400"/>
                </a:cxn>
                <a:cxn ang="0">
                  <a:pos x="299" y="413"/>
                </a:cxn>
                <a:cxn ang="0">
                  <a:pos x="276" y="422"/>
                </a:cxn>
                <a:cxn ang="0">
                  <a:pos x="274" y="455"/>
                </a:cxn>
                <a:cxn ang="0">
                  <a:pos x="274" y="474"/>
                </a:cxn>
                <a:cxn ang="0">
                  <a:pos x="235" y="486"/>
                </a:cxn>
                <a:cxn ang="0">
                  <a:pos x="196" y="450"/>
                </a:cxn>
                <a:cxn ang="0">
                  <a:pos x="168" y="429"/>
                </a:cxn>
                <a:cxn ang="0">
                  <a:pos x="187" y="406"/>
                </a:cxn>
                <a:cxn ang="0">
                  <a:pos x="199" y="363"/>
                </a:cxn>
                <a:cxn ang="0">
                  <a:pos x="167" y="370"/>
                </a:cxn>
                <a:cxn ang="0">
                  <a:pos x="122" y="379"/>
                </a:cxn>
                <a:cxn ang="0">
                  <a:pos x="109" y="364"/>
                </a:cxn>
                <a:cxn ang="0">
                  <a:pos x="100" y="349"/>
                </a:cxn>
                <a:cxn ang="0">
                  <a:pos x="62" y="322"/>
                </a:cxn>
                <a:cxn ang="0">
                  <a:pos x="0" y="287"/>
                </a:cxn>
                <a:cxn ang="0">
                  <a:pos x="20" y="272"/>
                </a:cxn>
                <a:cxn ang="0">
                  <a:pos x="31" y="256"/>
                </a:cxn>
                <a:cxn ang="0">
                  <a:pos x="49" y="220"/>
                </a:cxn>
                <a:cxn ang="0">
                  <a:pos x="76" y="214"/>
                </a:cxn>
                <a:cxn ang="0">
                  <a:pos x="80" y="188"/>
                </a:cxn>
                <a:cxn ang="0">
                  <a:pos x="85" y="165"/>
                </a:cxn>
                <a:cxn ang="0">
                  <a:pos x="105" y="156"/>
                </a:cxn>
                <a:cxn ang="0">
                  <a:pos x="107" y="135"/>
                </a:cxn>
                <a:cxn ang="0">
                  <a:pos x="110" y="115"/>
                </a:cxn>
                <a:cxn ang="0">
                  <a:pos x="126" y="106"/>
                </a:cxn>
                <a:cxn ang="0">
                  <a:pos x="137" y="86"/>
                </a:cxn>
                <a:cxn ang="0">
                  <a:pos x="152" y="69"/>
                </a:cxn>
                <a:cxn ang="0">
                  <a:pos x="167" y="45"/>
                </a:cxn>
                <a:cxn ang="0">
                  <a:pos x="164" y="19"/>
                </a:cxn>
                <a:cxn ang="0">
                  <a:pos x="183" y="3"/>
                </a:cxn>
                <a:cxn ang="0">
                  <a:pos x="208" y="6"/>
                </a:cxn>
              </a:cxnLst>
              <a:rect l="0" t="0" r="r" b="b"/>
              <a:pathLst>
                <a:path w="436" h="486">
                  <a:moveTo>
                    <a:pt x="228" y="0"/>
                  </a:moveTo>
                  <a:cubicBezTo>
                    <a:pt x="229" y="0"/>
                    <a:pt x="230" y="0"/>
                    <a:pt x="231" y="0"/>
                  </a:cubicBezTo>
                  <a:cubicBezTo>
                    <a:pt x="233" y="0"/>
                    <a:pt x="237" y="0"/>
                    <a:pt x="239" y="2"/>
                  </a:cubicBezTo>
                  <a:cubicBezTo>
                    <a:pt x="240" y="2"/>
                    <a:pt x="241" y="5"/>
                    <a:pt x="241" y="6"/>
                  </a:cubicBezTo>
                  <a:cubicBezTo>
                    <a:pt x="241" y="7"/>
                    <a:pt x="240" y="10"/>
                    <a:pt x="240" y="12"/>
                  </a:cubicBezTo>
                  <a:cubicBezTo>
                    <a:pt x="239" y="14"/>
                    <a:pt x="240" y="17"/>
                    <a:pt x="240" y="19"/>
                  </a:cubicBezTo>
                  <a:cubicBezTo>
                    <a:pt x="239" y="20"/>
                    <a:pt x="236" y="20"/>
                    <a:pt x="235" y="21"/>
                  </a:cubicBezTo>
                  <a:cubicBezTo>
                    <a:pt x="235" y="22"/>
                    <a:pt x="234" y="25"/>
                    <a:pt x="235" y="26"/>
                  </a:cubicBezTo>
                  <a:cubicBezTo>
                    <a:pt x="235" y="27"/>
                    <a:pt x="236" y="29"/>
                    <a:pt x="237" y="29"/>
                  </a:cubicBezTo>
                  <a:cubicBezTo>
                    <a:pt x="238" y="30"/>
                    <a:pt x="241" y="29"/>
                    <a:pt x="242" y="29"/>
                  </a:cubicBezTo>
                  <a:cubicBezTo>
                    <a:pt x="243" y="30"/>
                    <a:pt x="245" y="31"/>
                    <a:pt x="246" y="32"/>
                  </a:cubicBezTo>
                  <a:cubicBezTo>
                    <a:pt x="246" y="32"/>
                    <a:pt x="248" y="32"/>
                    <a:pt x="249" y="32"/>
                  </a:cubicBezTo>
                  <a:cubicBezTo>
                    <a:pt x="251" y="32"/>
                    <a:pt x="254" y="30"/>
                    <a:pt x="256" y="30"/>
                  </a:cubicBezTo>
                  <a:cubicBezTo>
                    <a:pt x="258" y="29"/>
                    <a:pt x="262" y="31"/>
                    <a:pt x="264" y="31"/>
                  </a:cubicBezTo>
                  <a:cubicBezTo>
                    <a:pt x="265" y="31"/>
                    <a:pt x="267" y="30"/>
                    <a:pt x="269" y="30"/>
                  </a:cubicBezTo>
                  <a:cubicBezTo>
                    <a:pt x="271" y="29"/>
                    <a:pt x="274" y="28"/>
                    <a:pt x="276" y="28"/>
                  </a:cubicBezTo>
                  <a:cubicBezTo>
                    <a:pt x="278" y="27"/>
                    <a:pt x="281" y="27"/>
                    <a:pt x="282" y="27"/>
                  </a:cubicBezTo>
                  <a:cubicBezTo>
                    <a:pt x="284" y="27"/>
                    <a:pt x="288" y="25"/>
                    <a:pt x="289" y="24"/>
                  </a:cubicBezTo>
                  <a:cubicBezTo>
                    <a:pt x="289" y="23"/>
                    <a:pt x="288" y="19"/>
                    <a:pt x="289" y="18"/>
                  </a:cubicBezTo>
                  <a:cubicBezTo>
                    <a:pt x="289" y="17"/>
                    <a:pt x="291" y="15"/>
                    <a:pt x="292" y="15"/>
                  </a:cubicBezTo>
                  <a:cubicBezTo>
                    <a:pt x="293" y="14"/>
                    <a:pt x="296" y="15"/>
                    <a:pt x="298" y="15"/>
                  </a:cubicBezTo>
                  <a:cubicBezTo>
                    <a:pt x="300" y="15"/>
                    <a:pt x="303" y="13"/>
                    <a:pt x="305" y="13"/>
                  </a:cubicBezTo>
                  <a:cubicBezTo>
                    <a:pt x="306" y="13"/>
                    <a:pt x="307" y="12"/>
                    <a:pt x="308" y="12"/>
                  </a:cubicBezTo>
                  <a:cubicBezTo>
                    <a:pt x="310" y="11"/>
                    <a:pt x="313" y="10"/>
                    <a:pt x="315" y="10"/>
                  </a:cubicBezTo>
                  <a:cubicBezTo>
                    <a:pt x="315" y="10"/>
                    <a:pt x="315" y="9"/>
                    <a:pt x="315" y="9"/>
                  </a:cubicBezTo>
                  <a:cubicBezTo>
                    <a:pt x="316" y="10"/>
                    <a:pt x="316" y="10"/>
                    <a:pt x="316" y="11"/>
                  </a:cubicBezTo>
                  <a:cubicBezTo>
                    <a:pt x="317" y="12"/>
                    <a:pt x="321" y="11"/>
                    <a:pt x="323" y="11"/>
                  </a:cubicBezTo>
                  <a:cubicBezTo>
                    <a:pt x="325" y="10"/>
                    <a:pt x="328" y="9"/>
                    <a:pt x="330" y="10"/>
                  </a:cubicBezTo>
                  <a:cubicBezTo>
                    <a:pt x="331" y="10"/>
                    <a:pt x="333" y="11"/>
                    <a:pt x="334" y="12"/>
                  </a:cubicBezTo>
                  <a:cubicBezTo>
                    <a:pt x="335" y="13"/>
                    <a:pt x="337" y="17"/>
                    <a:pt x="338" y="17"/>
                  </a:cubicBezTo>
                  <a:cubicBezTo>
                    <a:pt x="341" y="19"/>
                    <a:pt x="346" y="20"/>
                    <a:pt x="349" y="20"/>
                  </a:cubicBezTo>
                  <a:cubicBezTo>
                    <a:pt x="351" y="19"/>
                    <a:pt x="356" y="18"/>
                    <a:pt x="358" y="18"/>
                  </a:cubicBezTo>
                  <a:cubicBezTo>
                    <a:pt x="360" y="18"/>
                    <a:pt x="363" y="18"/>
                    <a:pt x="365" y="19"/>
                  </a:cubicBezTo>
                  <a:cubicBezTo>
                    <a:pt x="366" y="20"/>
                    <a:pt x="367" y="24"/>
                    <a:pt x="369" y="26"/>
                  </a:cubicBezTo>
                  <a:cubicBezTo>
                    <a:pt x="370" y="27"/>
                    <a:pt x="374" y="28"/>
                    <a:pt x="375" y="28"/>
                  </a:cubicBezTo>
                  <a:cubicBezTo>
                    <a:pt x="377" y="29"/>
                    <a:pt x="380" y="31"/>
                    <a:pt x="381" y="31"/>
                  </a:cubicBezTo>
                  <a:cubicBezTo>
                    <a:pt x="382" y="31"/>
                    <a:pt x="383" y="30"/>
                    <a:pt x="384" y="30"/>
                  </a:cubicBezTo>
                  <a:cubicBezTo>
                    <a:pt x="386" y="31"/>
                    <a:pt x="387" y="34"/>
                    <a:pt x="388" y="35"/>
                  </a:cubicBezTo>
                  <a:cubicBezTo>
                    <a:pt x="388" y="36"/>
                    <a:pt x="388" y="38"/>
                    <a:pt x="389" y="39"/>
                  </a:cubicBezTo>
                  <a:cubicBezTo>
                    <a:pt x="390" y="40"/>
                    <a:pt x="391" y="42"/>
                    <a:pt x="392" y="42"/>
                  </a:cubicBezTo>
                  <a:cubicBezTo>
                    <a:pt x="394" y="42"/>
                    <a:pt x="395" y="38"/>
                    <a:pt x="396" y="37"/>
                  </a:cubicBezTo>
                  <a:cubicBezTo>
                    <a:pt x="397" y="35"/>
                    <a:pt x="398" y="32"/>
                    <a:pt x="398" y="31"/>
                  </a:cubicBezTo>
                  <a:cubicBezTo>
                    <a:pt x="399" y="29"/>
                    <a:pt x="398" y="25"/>
                    <a:pt x="399" y="24"/>
                  </a:cubicBezTo>
                  <a:cubicBezTo>
                    <a:pt x="401" y="23"/>
                    <a:pt x="405" y="22"/>
                    <a:pt x="406" y="23"/>
                  </a:cubicBezTo>
                  <a:cubicBezTo>
                    <a:pt x="407" y="23"/>
                    <a:pt x="409" y="24"/>
                    <a:pt x="410" y="25"/>
                  </a:cubicBezTo>
                  <a:cubicBezTo>
                    <a:pt x="412" y="27"/>
                    <a:pt x="412" y="33"/>
                    <a:pt x="413" y="36"/>
                  </a:cubicBezTo>
                  <a:cubicBezTo>
                    <a:pt x="414" y="38"/>
                    <a:pt x="414" y="42"/>
                    <a:pt x="416" y="44"/>
                  </a:cubicBezTo>
                  <a:cubicBezTo>
                    <a:pt x="417" y="45"/>
                    <a:pt x="420" y="44"/>
                    <a:pt x="421" y="45"/>
                  </a:cubicBezTo>
                  <a:cubicBezTo>
                    <a:pt x="422" y="46"/>
                    <a:pt x="423" y="49"/>
                    <a:pt x="423" y="50"/>
                  </a:cubicBezTo>
                  <a:cubicBezTo>
                    <a:pt x="424" y="51"/>
                    <a:pt x="426" y="54"/>
                    <a:pt x="427" y="55"/>
                  </a:cubicBezTo>
                  <a:cubicBezTo>
                    <a:pt x="428" y="55"/>
                    <a:pt x="430" y="55"/>
                    <a:pt x="431" y="55"/>
                  </a:cubicBezTo>
                  <a:cubicBezTo>
                    <a:pt x="431" y="55"/>
                    <a:pt x="432" y="55"/>
                    <a:pt x="433" y="55"/>
                  </a:cubicBezTo>
                  <a:cubicBezTo>
                    <a:pt x="433" y="56"/>
                    <a:pt x="433" y="57"/>
                    <a:pt x="433" y="58"/>
                  </a:cubicBezTo>
                  <a:cubicBezTo>
                    <a:pt x="434" y="59"/>
                    <a:pt x="436" y="63"/>
                    <a:pt x="436" y="63"/>
                  </a:cubicBezTo>
                  <a:cubicBezTo>
                    <a:pt x="436" y="63"/>
                    <a:pt x="436" y="67"/>
                    <a:pt x="435" y="68"/>
                  </a:cubicBezTo>
                  <a:cubicBezTo>
                    <a:pt x="433" y="70"/>
                    <a:pt x="429" y="69"/>
                    <a:pt x="428" y="70"/>
                  </a:cubicBezTo>
                  <a:cubicBezTo>
                    <a:pt x="426" y="72"/>
                    <a:pt x="426" y="76"/>
                    <a:pt x="426" y="77"/>
                  </a:cubicBezTo>
                  <a:cubicBezTo>
                    <a:pt x="425" y="79"/>
                    <a:pt x="425" y="82"/>
                    <a:pt x="425" y="84"/>
                  </a:cubicBezTo>
                  <a:cubicBezTo>
                    <a:pt x="424" y="85"/>
                    <a:pt x="423" y="87"/>
                    <a:pt x="422" y="88"/>
                  </a:cubicBezTo>
                  <a:cubicBezTo>
                    <a:pt x="421" y="89"/>
                    <a:pt x="419" y="90"/>
                    <a:pt x="419" y="90"/>
                  </a:cubicBezTo>
                  <a:cubicBezTo>
                    <a:pt x="418" y="92"/>
                    <a:pt x="418" y="94"/>
                    <a:pt x="418" y="96"/>
                  </a:cubicBezTo>
                  <a:cubicBezTo>
                    <a:pt x="419" y="97"/>
                    <a:pt x="420" y="99"/>
                    <a:pt x="420" y="100"/>
                  </a:cubicBezTo>
                  <a:cubicBezTo>
                    <a:pt x="421" y="102"/>
                    <a:pt x="422" y="105"/>
                    <a:pt x="422" y="106"/>
                  </a:cubicBezTo>
                  <a:cubicBezTo>
                    <a:pt x="422" y="108"/>
                    <a:pt x="420" y="110"/>
                    <a:pt x="419" y="112"/>
                  </a:cubicBezTo>
                  <a:cubicBezTo>
                    <a:pt x="419" y="114"/>
                    <a:pt x="420" y="117"/>
                    <a:pt x="419" y="119"/>
                  </a:cubicBezTo>
                  <a:cubicBezTo>
                    <a:pt x="419" y="121"/>
                    <a:pt x="417" y="123"/>
                    <a:pt x="416" y="125"/>
                  </a:cubicBezTo>
                  <a:cubicBezTo>
                    <a:pt x="415" y="126"/>
                    <a:pt x="415" y="131"/>
                    <a:pt x="413" y="132"/>
                  </a:cubicBezTo>
                  <a:cubicBezTo>
                    <a:pt x="413" y="133"/>
                    <a:pt x="411" y="134"/>
                    <a:pt x="410" y="134"/>
                  </a:cubicBezTo>
                  <a:cubicBezTo>
                    <a:pt x="408" y="135"/>
                    <a:pt x="405" y="136"/>
                    <a:pt x="403" y="137"/>
                  </a:cubicBezTo>
                  <a:cubicBezTo>
                    <a:pt x="401" y="138"/>
                    <a:pt x="398" y="143"/>
                    <a:pt x="397" y="145"/>
                  </a:cubicBezTo>
                  <a:cubicBezTo>
                    <a:pt x="397" y="147"/>
                    <a:pt x="398" y="150"/>
                    <a:pt x="397" y="152"/>
                  </a:cubicBezTo>
                  <a:cubicBezTo>
                    <a:pt x="397" y="153"/>
                    <a:pt x="393" y="153"/>
                    <a:pt x="392" y="154"/>
                  </a:cubicBezTo>
                  <a:cubicBezTo>
                    <a:pt x="391" y="156"/>
                    <a:pt x="393" y="160"/>
                    <a:pt x="393" y="161"/>
                  </a:cubicBezTo>
                  <a:cubicBezTo>
                    <a:pt x="394" y="162"/>
                    <a:pt x="395" y="163"/>
                    <a:pt x="396" y="164"/>
                  </a:cubicBezTo>
                  <a:cubicBezTo>
                    <a:pt x="397" y="165"/>
                    <a:pt x="399" y="167"/>
                    <a:pt x="400" y="167"/>
                  </a:cubicBezTo>
                  <a:cubicBezTo>
                    <a:pt x="401" y="168"/>
                    <a:pt x="403" y="170"/>
                    <a:pt x="404" y="172"/>
                  </a:cubicBezTo>
                  <a:cubicBezTo>
                    <a:pt x="404" y="173"/>
                    <a:pt x="405" y="175"/>
                    <a:pt x="405" y="176"/>
                  </a:cubicBezTo>
                  <a:cubicBezTo>
                    <a:pt x="404" y="177"/>
                    <a:pt x="401" y="176"/>
                    <a:pt x="401" y="177"/>
                  </a:cubicBezTo>
                  <a:cubicBezTo>
                    <a:pt x="400" y="178"/>
                    <a:pt x="401" y="179"/>
                    <a:pt x="401" y="180"/>
                  </a:cubicBezTo>
                  <a:cubicBezTo>
                    <a:pt x="400" y="180"/>
                    <a:pt x="399" y="181"/>
                    <a:pt x="398" y="182"/>
                  </a:cubicBezTo>
                  <a:cubicBezTo>
                    <a:pt x="396" y="182"/>
                    <a:pt x="392" y="182"/>
                    <a:pt x="391" y="183"/>
                  </a:cubicBezTo>
                  <a:cubicBezTo>
                    <a:pt x="390" y="184"/>
                    <a:pt x="389" y="186"/>
                    <a:pt x="388" y="188"/>
                  </a:cubicBezTo>
                  <a:cubicBezTo>
                    <a:pt x="387" y="188"/>
                    <a:pt x="386" y="190"/>
                    <a:pt x="386" y="191"/>
                  </a:cubicBezTo>
                  <a:cubicBezTo>
                    <a:pt x="386" y="193"/>
                    <a:pt x="388" y="195"/>
                    <a:pt x="388" y="196"/>
                  </a:cubicBezTo>
                  <a:cubicBezTo>
                    <a:pt x="389" y="198"/>
                    <a:pt x="389" y="203"/>
                    <a:pt x="389" y="205"/>
                  </a:cubicBezTo>
                  <a:cubicBezTo>
                    <a:pt x="390" y="206"/>
                    <a:pt x="391" y="208"/>
                    <a:pt x="392" y="209"/>
                  </a:cubicBezTo>
                  <a:cubicBezTo>
                    <a:pt x="393" y="210"/>
                    <a:pt x="394" y="212"/>
                    <a:pt x="394" y="213"/>
                  </a:cubicBezTo>
                  <a:cubicBezTo>
                    <a:pt x="395" y="215"/>
                    <a:pt x="394" y="218"/>
                    <a:pt x="394" y="219"/>
                  </a:cubicBezTo>
                  <a:cubicBezTo>
                    <a:pt x="395" y="220"/>
                    <a:pt x="396" y="221"/>
                    <a:pt x="397" y="221"/>
                  </a:cubicBezTo>
                  <a:cubicBezTo>
                    <a:pt x="399" y="222"/>
                    <a:pt x="403" y="222"/>
                    <a:pt x="404" y="223"/>
                  </a:cubicBezTo>
                  <a:cubicBezTo>
                    <a:pt x="406" y="224"/>
                    <a:pt x="409" y="226"/>
                    <a:pt x="410" y="228"/>
                  </a:cubicBezTo>
                  <a:cubicBezTo>
                    <a:pt x="412" y="230"/>
                    <a:pt x="414" y="234"/>
                    <a:pt x="414" y="236"/>
                  </a:cubicBezTo>
                  <a:cubicBezTo>
                    <a:pt x="415" y="238"/>
                    <a:pt x="414" y="241"/>
                    <a:pt x="415" y="242"/>
                  </a:cubicBezTo>
                  <a:cubicBezTo>
                    <a:pt x="415" y="243"/>
                    <a:pt x="417" y="245"/>
                    <a:pt x="418" y="246"/>
                  </a:cubicBezTo>
                  <a:cubicBezTo>
                    <a:pt x="418" y="247"/>
                    <a:pt x="419" y="249"/>
                    <a:pt x="418" y="250"/>
                  </a:cubicBezTo>
                  <a:cubicBezTo>
                    <a:pt x="418" y="252"/>
                    <a:pt x="414" y="253"/>
                    <a:pt x="412" y="254"/>
                  </a:cubicBezTo>
                  <a:cubicBezTo>
                    <a:pt x="411" y="254"/>
                    <a:pt x="408" y="254"/>
                    <a:pt x="406" y="254"/>
                  </a:cubicBezTo>
                  <a:cubicBezTo>
                    <a:pt x="405" y="254"/>
                    <a:pt x="402" y="256"/>
                    <a:pt x="400" y="256"/>
                  </a:cubicBezTo>
                  <a:cubicBezTo>
                    <a:pt x="398" y="257"/>
                    <a:pt x="393" y="257"/>
                    <a:pt x="390" y="257"/>
                  </a:cubicBezTo>
                  <a:cubicBezTo>
                    <a:pt x="388" y="257"/>
                    <a:pt x="383" y="254"/>
                    <a:pt x="381" y="254"/>
                  </a:cubicBezTo>
                  <a:cubicBezTo>
                    <a:pt x="379" y="254"/>
                    <a:pt x="375" y="255"/>
                    <a:pt x="374" y="257"/>
                  </a:cubicBezTo>
                  <a:cubicBezTo>
                    <a:pt x="373" y="258"/>
                    <a:pt x="373" y="261"/>
                    <a:pt x="373" y="262"/>
                  </a:cubicBezTo>
                  <a:cubicBezTo>
                    <a:pt x="373" y="264"/>
                    <a:pt x="374" y="268"/>
                    <a:pt x="375" y="269"/>
                  </a:cubicBezTo>
                  <a:cubicBezTo>
                    <a:pt x="375" y="270"/>
                    <a:pt x="376" y="273"/>
                    <a:pt x="377" y="274"/>
                  </a:cubicBezTo>
                  <a:cubicBezTo>
                    <a:pt x="378" y="275"/>
                    <a:pt x="381" y="274"/>
                    <a:pt x="382" y="275"/>
                  </a:cubicBezTo>
                  <a:cubicBezTo>
                    <a:pt x="383" y="277"/>
                    <a:pt x="384" y="282"/>
                    <a:pt x="383" y="284"/>
                  </a:cubicBezTo>
                  <a:cubicBezTo>
                    <a:pt x="383" y="285"/>
                    <a:pt x="382" y="288"/>
                    <a:pt x="381" y="289"/>
                  </a:cubicBezTo>
                  <a:cubicBezTo>
                    <a:pt x="380" y="290"/>
                    <a:pt x="377" y="289"/>
                    <a:pt x="376" y="288"/>
                  </a:cubicBezTo>
                  <a:cubicBezTo>
                    <a:pt x="375" y="287"/>
                    <a:pt x="375" y="284"/>
                    <a:pt x="374" y="283"/>
                  </a:cubicBezTo>
                  <a:cubicBezTo>
                    <a:pt x="373" y="283"/>
                    <a:pt x="371" y="283"/>
                    <a:pt x="370" y="283"/>
                  </a:cubicBezTo>
                  <a:cubicBezTo>
                    <a:pt x="369" y="283"/>
                    <a:pt x="366" y="285"/>
                    <a:pt x="365" y="285"/>
                  </a:cubicBezTo>
                  <a:cubicBezTo>
                    <a:pt x="364" y="285"/>
                    <a:pt x="363" y="283"/>
                    <a:pt x="362" y="283"/>
                  </a:cubicBezTo>
                  <a:cubicBezTo>
                    <a:pt x="361" y="283"/>
                    <a:pt x="360" y="284"/>
                    <a:pt x="360" y="284"/>
                  </a:cubicBezTo>
                  <a:cubicBezTo>
                    <a:pt x="359" y="286"/>
                    <a:pt x="361" y="288"/>
                    <a:pt x="361" y="290"/>
                  </a:cubicBezTo>
                  <a:cubicBezTo>
                    <a:pt x="361" y="292"/>
                    <a:pt x="360" y="296"/>
                    <a:pt x="360" y="299"/>
                  </a:cubicBezTo>
                  <a:cubicBezTo>
                    <a:pt x="359" y="301"/>
                    <a:pt x="358" y="306"/>
                    <a:pt x="358" y="308"/>
                  </a:cubicBezTo>
                  <a:cubicBezTo>
                    <a:pt x="357" y="309"/>
                    <a:pt x="357" y="312"/>
                    <a:pt x="357" y="313"/>
                  </a:cubicBezTo>
                  <a:cubicBezTo>
                    <a:pt x="356" y="313"/>
                    <a:pt x="354" y="314"/>
                    <a:pt x="353" y="315"/>
                  </a:cubicBezTo>
                  <a:cubicBezTo>
                    <a:pt x="353" y="316"/>
                    <a:pt x="353" y="319"/>
                    <a:pt x="353" y="320"/>
                  </a:cubicBezTo>
                  <a:cubicBezTo>
                    <a:pt x="354" y="321"/>
                    <a:pt x="358" y="321"/>
                    <a:pt x="359" y="322"/>
                  </a:cubicBezTo>
                  <a:cubicBezTo>
                    <a:pt x="360" y="323"/>
                    <a:pt x="362" y="326"/>
                    <a:pt x="361" y="328"/>
                  </a:cubicBezTo>
                  <a:cubicBezTo>
                    <a:pt x="361" y="330"/>
                    <a:pt x="359" y="333"/>
                    <a:pt x="358" y="334"/>
                  </a:cubicBezTo>
                  <a:cubicBezTo>
                    <a:pt x="357" y="336"/>
                    <a:pt x="354" y="338"/>
                    <a:pt x="354" y="339"/>
                  </a:cubicBezTo>
                  <a:cubicBezTo>
                    <a:pt x="353" y="340"/>
                    <a:pt x="353" y="342"/>
                    <a:pt x="354" y="344"/>
                  </a:cubicBezTo>
                  <a:cubicBezTo>
                    <a:pt x="354" y="344"/>
                    <a:pt x="355" y="346"/>
                    <a:pt x="355" y="346"/>
                  </a:cubicBezTo>
                  <a:cubicBezTo>
                    <a:pt x="356" y="347"/>
                    <a:pt x="359" y="348"/>
                    <a:pt x="360" y="349"/>
                  </a:cubicBezTo>
                  <a:cubicBezTo>
                    <a:pt x="360" y="350"/>
                    <a:pt x="361" y="352"/>
                    <a:pt x="362" y="353"/>
                  </a:cubicBezTo>
                  <a:cubicBezTo>
                    <a:pt x="362" y="354"/>
                    <a:pt x="363" y="356"/>
                    <a:pt x="363" y="357"/>
                  </a:cubicBezTo>
                  <a:cubicBezTo>
                    <a:pt x="363" y="358"/>
                    <a:pt x="362" y="360"/>
                    <a:pt x="361" y="361"/>
                  </a:cubicBezTo>
                  <a:cubicBezTo>
                    <a:pt x="361" y="362"/>
                    <a:pt x="361" y="364"/>
                    <a:pt x="361" y="364"/>
                  </a:cubicBezTo>
                  <a:cubicBezTo>
                    <a:pt x="361" y="365"/>
                    <a:pt x="363" y="367"/>
                    <a:pt x="363" y="368"/>
                  </a:cubicBezTo>
                  <a:cubicBezTo>
                    <a:pt x="363" y="369"/>
                    <a:pt x="362" y="371"/>
                    <a:pt x="362" y="372"/>
                  </a:cubicBezTo>
                  <a:cubicBezTo>
                    <a:pt x="362" y="373"/>
                    <a:pt x="364" y="374"/>
                    <a:pt x="365" y="374"/>
                  </a:cubicBezTo>
                  <a:cubicBezTo>
                    <a:pt x="366" y="375"/>
                    <a:pt x="366" y="376"/>
                    <a:pt x="367" y="377"/>
                  </a:cubicBezTo>
                  <a:cubicBezTo>
                    <a:pt x="367" y="379"/>
                    <a:pt x="368" y="382"/>
                    <a:pt x="367" y="384"/>
                  </a:cubicBezTo>
                  <a:cubicBezTo>
                    <a:pt x="367" y="385"/>
                    <a:pt x="366" y="386"/>
                    <a:pt x="366" y="387"/>
                  </a:cubicBezTo>
                  <a:cubicBezTo>
                    <a:pt x="364" y="388"/>
                    <a:pt x="360" y="388"/>
                    <a:pt x="358" y="387"/>
                  </a:cubicBezTo>
                  <a:cubicBezTo>
                    <a:pt x="357" y="387"/>
                    <a:pt x="355" y="384"/>
                    <a:pt x="354" y="383"/>
                  </a:cubicBezTo>
                  <a:cubicBezTo>
                    <a:pt x="353" y="383"/>
                    <a:pt x="350" y="382"/>
                    <a:pt x="349" y="382"/>
                  </a:cubicBezTo>
                  <a:cubicBezTo>
                    <a:pt x="348" y="383"/>
                    <a:pt x="348" y="386"/>
                    <a:pt x="347" y="387"/>
                  </a:cubicBezTo>
                  <a:cubicBezTo>
                    <a:pt x="346" y="389"/>
                    <a:pt x="343" y="391"/>
                    <a:pt x="341" y="392"/>
                  </a:cubicBezTo>
                  <a:cubicBezTo>
                    <a:pt x="339" y="393"/>
                    <a:pt x="335" y="395"/>
                    <a:pt x="333" y="396"/>
                  </a:cubicBezTo>
                  <a:cubicBezTo>
                    <a:pt x="331" y="396"/>
                    <a:pt x="328" y="397"/>
                    <a:pt x="326" y="398"/>
                  </a:cubicBezTo>
                  <a:cubicBezTo>
                    <a:pt x="325" y="398"/>
                    <a:pt x="322" y="399"/>
                    <a:pt x="322" y="400"/>
                  </a:cubicBezTo>
                  <a:cubicBezTo>
                    <a:pt x="321" y="402"/>
                    <a:pt x="322" y="406"/>
                    <a:pt x="322" y="408"/>
                  </a:cubicBezTo>
                  <a:cubicBezTo>
                    <a:pt x="321" y="408"/>
                    <a:pt x="321" y="410"/>
                    <a:pt x="320" y="410"/>
                  </a:cubicBezTo>
                  <a:cubicBezTo>
                    <a:pt x="319" y="411"/>
                    <a:pt x="317" y="408"/>
                    <a:pt x="316" y="409"/>
                  </a:cubicBezTo>
                  <a:cubicBezTo>
                    <a:pt x="314" y="409"/>
                    <a:pt x="312" y="411"/>
                    <a:pt x="311" y="411"/>
                  </a:cubicBezTo>
                  <a:cubicBezTo>
                    <a:pt x="309" y="412"/>
                    <a:pt x="305" y="411"/>
                    <a:pt x="302" y="411"/>
                  </a:cubicBezTo>
                  <a:cubicBezTo>
                    <a:pt x="301" y="411"/>
                    <a:pt x="300" y="413"/>
                    <a:pt x="299" y="413"/>
                  </a:cubicBezTo>
                  <a:cubicBezTo>
                    <a:pt x="297" y="413"/>
                    <a:pt x="293" y="413"/>
                    <a:pt x="292" y="414"/>
                  </a:cubicBezTo>
                  <a:cubicBezTo>
                    <a:pt x="291" y="415"/>
                    <a:pt x="291" y="418"/>
                    <a:pt x="290" y="418"/>
                  </a:cubicBezTo>
                  <a:cubicBezTo>
                    <a:pt x="288" y="419"/>
                    <a:pt x="286" y="417"/>
                    <a:pt x="284" y="417"/>
                  </a:cubicBezTo>
                  <a:cubicBezTo>
                    <a:pt x="284" y="416"/>
                    <a:pt x="282" y="415"/>
                    <a:pt x="281" y="414"/>
                  </a:cubicBezTo>
                  <a:cubicBezTo>
                    <a:pt x="280" y="414"/>
                    <a:pt x="277" y="413"/>
                    <a:pt x="277" y="414"/>
                  </a:cubicBezTo>
                  <a:cubicBezTo>
                    <a:pt x="275" y="416"/>
                    <a:pt x="276" y="420"/>
                    <a:pt x="276" y="422"/>
                  </a:cubicBezTo>
                  <a:cubicBezTo>
                    <a:pt x="276" y="424"/>
                    <a:pt x="276" y="428"/>
                    <a:pt x="277" y="429"/>
                  </a:cubicBezTo>
                  <a:cubicBezTo>
                    <a:pt x="277" y="431"/>
                    <a:pt x="279" y="433"/>
                    <a:pt x="279" y="434"/>
                  </a:cubicBezTo>
                  <a:cubicBezTo>
                    <a:pt x="280" y="436"/>
                    <a:pt x="280" y="439"/>
                    <a:pt x="279" y="441"/>
                  </a:cubicBezTo>
                  <a:cubicBezTo>
                    <a:pt x="279" y="442"/>
                    <a:pt x="277" y="444"/>
                    <a:pt x="277" y="446"/>
                  </a:cubicBezTo>
                  <a:cubicBezTo>
                    <a:pt x="276" y="447"/>
                    <a:pt x="275" y="449"/>
                    <a:pt x="275" y="451"/>
                  </a:cubicBezTo>
                  <a:cubicBezTo>
                    <a:pt x="274" y="451"/>
                    <a:pt x="274" y="454"/>
                    <a:pt x="274" y="455"/>
                  </a:cubicBezTo>
                  <a:cubicBezTo>
                    <a:pt x="274" y="455"/>
                    <a:pt x="274" y="455"/>
                    <a:pt x="274" y="455"/>
                  </a:cubicBezTo>
                  <a:cubicBezTo>
                    <a:pt x="272" y="455"/>
                    <a:pt x="268" y="454"/>
                    <a:pt x="267" y="456"/>
                  </a:cubicBezTo>
                  <a:cubicBezTo>
                    <a:pt x="266" y="457"/>
                    <a:pt x="265" y="461"/>
                    <a:pt x="265" y="463"/>
                  </a:cubicBezTo>
                  <a:cubicBezTo>
                    <a:pt x="266" y="464"/>
                    <a:pt x="267" y="466"/>
                    <a:pt x="268" y="466"/>
                  </a:cubicBezTo>
                  <a:cubicBezTo>
                    <a:pt x="270" y="467"/>
                    <a:pt x="273" y="464"/>
                    <a:pt x="274" y="465"/>
                  </a:cubicBezTo>
                  <a:cubicBezTo>
                    <a:pt x="276" y="466"/>
                    <a:pt x="275" y="472"/>
                    <a:pt x="274" y="474"/>
                  </a:cubicBezTo>
                  <a:cubicBezTo>
                    <a:pt x="274" y="475"/>
                    <a:pt x="270" y="477"/>
                    <a:pt x="269" y="477"/>
                  </a:cubicBezTo>
                  <a:cubicBezTo>
                    <a:pt x="267" y="477"/>
                    <a:pt x="263" y="477"/>
                    <a:pt x="261" y="477"/>
                  </a:cubicBezTo>
                  <a:cubicBezTo>
                    <a:pt x="260" y="476"/>
                    <a:pt x="258" y="473"/>
                    <a:pt x="257" y="473"/>
                  </a:cubicBezTo>
                  <a:cubicBezTo>
                    <a:pt x="254" y="472"/>
                    <a:pt x="250" y="473"/>
                    <a:pt x="248" y="475"/>
                  </a:cubicBezTo>
                  <a:cubicBezTo>
                    <a:pt x="246" y="476"/>
                    <a:pt x="246" y="481"/>
                    <a:pt x="245" y="482"/>
                  </a:cubicBezTo>
                  <a:cubicBezTo>
                    <a:pt x="243" y="484"/>
                    <a:pt x="237" y="486"/>
                    <a:pt x="235" y="486"/>
                  </a:cubicBezTo>
                  <a:cubicBezTo>
                    <a:pt x="232" y="486"/>
                    <a:pt x="226" y="484"/>
                    <a:pt x="223" y="483"/>
                  </a:cubicBezTo>
                  <a:cubicBezTo>
                    <a:pt x="221" y="482"/>
                    <a:pt x="218" y="481"/>
                    <a:pt x="217" y="480"/>
                  </a:cubicBezTo>
                  <a:cubicBezTo>
                    <a:pt x="215" y="478"/>
                    <a:pt x="217" y="473"/>
                    <a:pt x="215" y="471"/>
                  </a:cubicBezTo>
                  <a:cubicBezTo>
                    <a:pt x="214" y="469"/>
                    <a:pt x="207" y="468"/>
                    <a:pt x="205" y="466"/>
                  </a:cubicBezTo>
                  <a:cubicBezTo>
                    <a:pt x="204" y="465"/>
                    <a:pt x="202" y="462"/>
                    <a:pt x="201" y="460"/>
                  </a:cubicBezTo>
                  <a:cubicBezTo>
                    <a:pt x="200" y="458"/>
                    <a:pt x="197" y="453"/>
                    <a:pt x="196" y="450"/>
                  </a:cubicBezTo>
                  <a:cubicBezTo>
                    <a:pt x="196" y="448"/>
                    <a:pt x="197" y="444"/>
                    <a:pt x="196" y="442"/>
                  </a:cubicBezTo>
                  <a:cubicBezTo>
                    <a:pt x="196" y="440"/>
                    <a:pt x="193" y="437"/>
                    <a:pt x="191" y="436"/>
                  </a:cubicBezTo>
                  <a:cubicBezTo>
                    <a:pt x="190" y="435"/>
                    <a:pt x="187" y="433"/>
                    <a:pt x="185" y="433"/>
                  </a:cubicBezTo>
                  <a:cubicBezTo>
                    <a:pt x="183" y="433"/>
                    <a:pt x="178" y="437"/>
                    <a:pt x="176" y="437"/>
                  </a:cubicBezTo>
                  <a:cubicBezTo>
                    <a:pt x="175" y="437"/>
                    <a:pt x="172" y="436"/>
                    <a:pt x="172" y="435"/>
                  </a:cubicBezTo>
                  <a:cubicBezTo>
                    <a:pt x="170" y="434"/>
                    <a:pt x="169" y="430"/>
                    <a:pt x="168" y="429"/>
                  </a:cubicBezTo>
                  <a:cubicBezTo>
                    <a:pt x="166" y="427"/>
                    <a:pt x="163" y="423"/>
                    <a:pt x="161" y="420"/>
                  </a:cubicBezTo>
                  <a:cubicBezTo>
                    <a:pt x="161" y="419"/>
                    <a:pt x="160" y="416"/>
                    <a:pt x="160" y="415"/>
                  </a:cubicBezTo>
                  <a:cubicBezTo>
                    <a:pt x="160" y="413"/>
                    <a:pt x="160" y="410"/>
                    <a:pt x="160" y="409"/>
                  </a:cubicBezTo>
                  <a:cubicBezTo>
                    <a:pt x="161" y="408"/>
                    <a:pt x="165" y="407"/>
                    <a:pt x="166" y="407"/>
                  </a:cubicBezTo>
                  <a:cubicBezTo>
                    <a:pt x="169" y="406"/>
                    <a:pt x="176" y="408"/>
                    <a:pt x="179" y="407"/>
                  </a:cubicBezTo>
                  <a:cubicBezTo>
                    <a:pt x="181" y="407"/>
                    <a:pt x="185" y="407"/>
                    <a:pt x="187" y="406"/>
                  </a:cubicBezTo>
                  <a:cubicBezTo>
                    <a:pt x="189" y="405"/>
                    <a:pt x="192" y="403"/>
                    <a:pt x="194" y="401"/>
                  </a:cubicBezTo>
                  <a:cubicBezTo>
                    <a:pt x="195" y="400"/>
                    <a:pt x="198" y="396"/>
                    <a:pt x="199" y="394"/>
                  </a:cubicBezTo>
                  <a:cubicBezTo>
                    <a:pt x="200" y="391"/>
                    <a:pt x="200" y="385"/>
                    <a:pt x="200" y="382"/>
                  </a:cubicBezTo>
                  <a:cubicBezTo>
                    <a:pt x="200" y="380"/>
                    <a:pt x="200" y="377"/>
                    <a:pt x="200" y="375"/>
                  </a:cubicBezTo>
                  <a:cubicBezTo>
                    <a:pt x="199" y="374"/>
                    <a:pt x="197" y="370"/>
                    <a:pt x="197" y="368"/>
                  </a:cubicBezTo>
                  <a:cubicBezTo>
                    <a:pt x="197" y="367"/>
                    <a:pt x="199" y="364"/>
                    <a:pt x="199" y="363"/>
                  </a:cubicBezTo>
                  <a:cubicBezTo>
                    <a:pt x="200" y="361"/>
                    <a:pt x="201" y="357"/>
                    <a:pt x="200" y="356"/>
                  </a:cubicBezTo>
                  <a:cubicBezTo>
                    <a:pt x="199" y="354"/>
                    <a:pt x="193" y="353"/>
                    <a:pt x="191" y="353"/>
                  </a:cubicBezTo>
                  <a:cubicBezTo>
                    <a:pt x="189" y="353"/>
                    <a:pt x="186" y="356"/>
                    <a:pt x="185" y="357"/>
                  </a:cubicBezTo>
                  <a:cubicBezTo>
                    <a:pt x="183" y="359"/>
                    <a:pt x="182" y="362"/>
                    <a:pt x="181" y="364"/>
                  </a:cubicBezTo>
                  <a:cubicBezTo>
                    <a:pt x="179" y="365"/>
                    <a:pt x="177" y="369"/>
                    <a:pt x="175" y="370"/>
                  </a:cubicBezTo>
                  <a:cubicBezTo>
                    <a:pt x="173" y="371"/>
                    <a:pt x="169" y="370"/>
                    <a:pt x="167" y="370"/>
                  </a:cubicBezTo>
                  <a:cubicBezTo>
                    <a:pt x="166" y="370"/>
                    <a:pt x="163" y="370"/>
                    <a:pt x="162" y="370"/>
                  </a:cubicBezTo>
                  <a:cubicBezTo>
                    <a:pt x="159" y="370"/>
                    <a:pt x="154" y="372"/>
                    <a:pt x="152" y="372"/>
                  </a:cubicBezTo>
                  <a:cubicBezTo>
                    <a:pt x="149" y="372"/>
                    <a:pt x="140" y="369"/>
                    <a:pt x="140" y="369"/>
                  </a:cubicBezTo>
                  <a:cubicBezTo>
                    <a:pt x="139" y="369"/>
                    <a:pt x="132" y="369"/>
                    <a:pt x="130" y="370"/>
                  </a:cubicBezTo>
                  <a:cubicBezTo>
                    <a:pt x="129" y="371"/>
                    <a:pt x="129" y="376"/>
                    <a:pt x="127" y="377"/>
                  </a:cubicBezTo>
                  <a:cubicBezTo>
                    <a:pt x="126" y="378"/>
                    <a:pt x="123" y="379"/>
                    <a:pt x="122" y="379"/>
                  </a:cubicBezTo>
                  <a:cubicBezTo>
                    <a:pt x="121" y="378"/>
                    <a:pt x="118" y="376"/>
                    <a:pt x="118" y="374"/>
                  </a:cubicBezTo>
                  <a:cubicBezTo>
                    <a:pt x="118" y="372"/>
                    <a:pt x="121" y="370"/>
                    <a:pt x="121" y="368"/>
                  </a:cubicBezTo>
                  <a:cubicBezTo>
                    <a:pt x="121" y="366"/>
                    <a:pt x="120" y="363"/>
                    <a:pt x="120" y="361"/>
                  </a:cubicBezTo>
                  <a:cubicBezTo>
                    <a:pt x="119" y="359"/>
                    <a:pt x="117" y="357"/>
                    <a:pt x="115" y="356"/>
                  </a:cubicBezTo>
                  <a:cubicBezTo>
                    <a:pt x="114" y="356"/>
                    <a:pt x="110" y="356"/>
                    <a:pt x="109" y="358"/>
                  </a:cubicBezTo>
                  <a:cubicBezTo>
                    <a:pt x="108" y="359"/>
                    <a:pt x="110" y="362"/>
                    <a:pt x="109" y="364"/>
                  </a:cubicBezTo>
                  <a:cubicBezTo>
                    <a:pt x="109" y="365"/>
                    <a:pt x="109" y="369"/>
                    <a:pt x="108" y="370"/>
                  </a:cubicBezTo>
                  <a:cubicBezTo>
                    <a:pt x="107" y="371"/>
                    <a:pt x="104" y="372"/>
                    <a:pt x="103" y="372"/>
                  </a:cubicBezTo>
                  <a:cubicBezTo>
                    <a:pt x="101" y="371"/>
                    <a:pt x="100" y="368"/>
                    <a:pt x="99" y="366"/>
                  </a:cubicBezTo>
                  <a:cubicBezTo>
                    <a:pt x="99" y="365"/>
                    <a:pt x="99" y="363"/>
                    <a:pt x="99" y="361"/>
                  </a:cubicBezTo>
                  <a:cubicBezTo>
                    <a:pt x="99" y="359"/>
                    <a:pt x="102" y="356"/>
                    <a:pt x="102" y="354"/>
                  </a:cubicBezTo>
                  <a:cubicBezTo>
                    <a:pt x="102" y="352"/>
                    <a:pt x="100" y="350"/>
                    <a:pt x="100" y="349"/>
                  </a:cubicBezTo>
                  <a:cubicBezTo>
                    <a:pt x="98" y="347"/>
                    <a:pt x="95" y="345"/>
                    <a:pt x="93" y="345"/>
                  </a:cubicBezTo>
                  <a:cubicBezTo>
                    <a:pt x="91" y="344"/>
                    <a:pt x="87" y="347"/>
                    <a:pt x="85" y="347"/>
                  </a:cubicBezTo>
                  <a:cubicBezTo>
                    <a:pt x="83" y="347"/>
                    <a:pt x="79" y="345"/>
                    <a:pt x="78" y="345"/>
                  </a:cubicBezTo>
                  <a:cubicBezTo>
                    <a:pt x="76" y="344"/>
                    <a:pt x="72" y="344"/>
                    <a:pt x="71" y="343"/>
                  </a:cubicBezTo>
                  <a:cubicBezTo>
                    <a:pt x="68" y="340"/>
                    <a:pt x="65" y="329"/>
                    <a:pt x="64" y="329"/>
                  </a:cubicBezTo>
                  <a:cubicBezTo>
                    <a:pt x="64" y="328"/>
                    <a:pt x="63" y="323"/>
                    <a:pt x="62" y="322"/>
                  </a:cubicBezTo>
                  <a:cubicBezTo>
                    <a:pt x="59" y="319"/>
                    <a:pt x="51" y="320"/>
                    <a:pt x="48" y="319"/>
                  </a:cubicBezTo>
                  <a:cubicBezTo>
                    <a:pt x="45" y="317"/>
                    <a:pt x="40" y="311"/>
                    <a:pt x="37" y="310"/>
                  </a:cubicBezTo>
                  <a:cubicBezTo>
                    <a:pt x="35" y="309"/>
                    <a:pt x="30" y="309"/>
                    <a:pt x="28" y="308"/>
                  </a:cubicBezTo>
                  <a:cubicBezTo>
                    <a:pt x="26" y="307"/>
                    <a:pt x="22" y="305"/>
                    <a:pt x="20" y="303"/>
                  </a:cubicBezTo>
                  <a:cubicBezTo>
                    <a:pt x="17" y="301"/>
                    <a:pt x="15" y="294"/>
                    <a:pt x="12" y="292"/>
                  </a:cubicBezTo>
                  <a:cubicBezTo>
                    <a:pt x="10" y="289"/>
                    <a:pt x="4" y="287"/>
                    <a:pt x="0" y="287"/>
                  </a:cubicBezTo>
                  <a:cubicBezTo>
                    <a:pt x="1" y="286"/>
                    <a:pt x="1" y="284"/>
                    <a:pt x="2" y="283"/>
                  </a:cubicBezTo>
                  <a:cubicBezTo>
                    <a:pt x="2" y="282"/>
                    <a:pt x="5" y="281"/>
                    <a:pt x="5" y="280"/>
                  </a:cubicBezTo>
                  <a:cubicBezTo>
                    <a:pt x="6" y="279"/>
                    <a:pt x="5" y="275"/>
                    <a:pt x="6" y="274"/>
                  </a:cubicBezTo>
                  <a:cubicBezTo>
                    <a:pt x="6" y="273"/>
                    <a:pt x="8" y="272"/>
                    <a:pt x="8" y="272"/>
                  </a:cubicBezTo>
                  <a:cubicBezTo>
                    <a:pt x="10" y="272"/>
                    <a:pt x="12" y="272"/>
                    <a:pt x="13" y="272"/>
                  </a:cubicBezTo>
                  <a:cubicBezTo>
                    <a:pt x="15" y="272"/>
                    <a:pt x="18" y="271"/>
                    <a:pt x="20" y="272"/>
                  </a:cubicBezTo>
                  <a:cubicBezTo>
                    <a:pt x="21" y="273"/>
                    <a:pt x="21" y="275"/>
                    <a:pt x="21" y="275"/>
                  </a:cubicBezTo>
                  <a:cubicBezTo>
                    <a:pt x="22" y="276"/>
                    <a:pt x="25" y="276"/>
                    <a:pt x="26" y="275"/>
                  </a:cubicBezTo>
                  <a:cubicBezTo>
                    <a:pt x="27" y="274"/>
                    <a:pt x="28" y="273"/>
                    <a:pt x="28" y="272"/>
                  </a:cubicBezTo>
                  <a:cubicBezTo>
                    <a:pt x="28" y="271"/>
                    <a:pt x="27" y="269"/>
                    <a:pt x="27" y="268"/>
                  </a:cubicBezTo>
                  <a:cubicBezTo>
                    <a:pt x="27" y="267"/>
                    <a:pt x="28" y="265"/>
                    <a:pt x="28" y="264"/>
                  </a:cubicBezTo>
                  <a:cubicBezTo>
                    <a:pt x="29" y="262"/>
                    <a:pt x="31" y="258"/>
                    <a:pt x="31" y="256"/>
                  </a:cubicBezTo>
                  <a:cubicBezTo>
                    <a:pt x="31" y="254"/>
                    <a:pt x="30" y="250"/>
                    <a:pt x="31" y="248"/>
                  </a:cubicBezTo>
                  <a:cubicBezTo>
                    <a:pt x="32" y="246"/>
                    <a:pt x="35" y="243"/>
                    <a:pt x="36" y="241"/>
                  </a:cubicBezTo>
                  <a:cubicBezTo>
                    <a:pt x="38" y="239"/>
                    <a:pt x="41" y="236"/>
                    <a:pt x="42" y="233"/>
                  </a:cubicBezTo>
                  <a:cubicBezTo>
                    <a:pt x="43" y="232"/>
                    <a:pt x="42" y="230"/>
                    <a:pt x="42" y="229"/>
                  </a:cubicBezTo>
                  <a:cubicBezTo>
                    <a:pt x="43" y="227"/>
                    <a:pt x="43" y="222"/>
                    <a:pt x="44" y="221"/>
                  </a:cubicBezTo>
                  <a:cubicBezTo>
                    <a:pt x="45" y="220"/>
                    <a:pt x="48" y="220"/>
                    <a:pt x="49" y="220"/>
                  </a:cubicBezTo>
                  <a:cubicBezTo>
                    <a:pt x="50" y="220"/>
                    <a:pt x="52" y="221"/>
                    <a:pt x="53" y="221"/>
                  </a:cubicBezTo>
                  <a:cubicBezTo>
                    <a:pt x="55" y="222"/>
                    <a:pt x="57" y="225"/>
                    <a:pt x="59" y="225"/>
                  </a:cubicBezTo>
                  <a:cubicBezTo>
                    <a:pt x="61" y="226"/>
                    <a:pt x="66" y="227"/>
                    <a:pt x="68" y="227"/>
                  </a:cubicBezTo>
                  <a:cubicBezTo>
                    <a:pt x="70" y="226"/>
                    <a:pt x="74" y="225"/>
                    <a:pt x="75" y="224"/>
                  </a:cubicBezTo>
                  <a:cubicBezTo>
                    <a:pt x="76" y="223"/>
                    <a:pt x="77" y="220"/>
                    <a:pt x="77" y="219"/>
                  </a:cubicBezTo>
                  <a:cubicBezTo>
                    <a:pt x="77" y="217"/>
                    <a:pt x="76" y="215"/>
                    <a:pt x="76" y="214"/>
                  </a:cubicBezTo>
                  <a:cubicBezTo>
                    <a:pt x="76" y="213"/>
                    <a:pt x="75" y="210"/>
                    <a:pt x="76" y="209"/>
                  </a:cubicBezTo>
                  <a:cubicBezTo>
                    <a:pt x="76" y="208"/>
                    <a:pt x="79" y="206"/>
                    <a:pt x="79" y="204"/>
                  </a:cubicBezTo>
                  <a:cubicBezTo>
                    <a:pt x="80" y="203"/>
                    <a:pt x="79" y="200"/>
                    <a:pt x="78" y="199"/>
                  </a:cubicBezTo>
                  <a:cubicBezTo>
                    <a:pt x="78" y="198"/>
                    <a:pt x="77" y="196"/>
                    <a:pt x="76" y="196"/>
                  </a:cubicBezTo>
                  <a:cubicBezTo>
                    <a:pt x="76" y="194"/>
                    <a:pt x="75" y="191"/>
                    <a:pt x="76" y="190"/>
                  </a:cubicBezTo>
                  <a:cubicBezTo>
                    <a:pt x="76" y="189"/>
                    <a:pt x="79" y="189"/>
                    <a:pt x="80" y="188"/>
                  </a:cubicBezTo>
                  <a:cubicBezTo>
                    <a:pt x="81" y="187"/>
                    <a:pt x="82" y="186"/>
                    <a:pt x="82" y="185"/>
                  </a:cubicBezTo>
                  <a:cubicBezTo>
                    <a:pt x="84" y="184"/>
                    <a:pt x="85" y="180"/>
                    <a:pt x="87" y="179"/>
                  </a:cubicBezTo>
                  <a:cubicBezTo>
                    <a:pt x="87" y="179"/>
                    <a:pt x="88" y="179"/>
                    <a:pt x="89" y="179"/>
                  </a:cubicBezTo>
                  <a:cubicBezTo>
                    <a:pt x="90" y="178"/>
                    <a:pt x="90" y="174"/>
                    <a:pt x="90" y="173"/>
                  </a:cubicBezTo>
                  <a:cubicBezTo>
                    <a:pt x="89" y="172"/>
                    <a:pt x="86" y="171"/>
                    <a:pt x="86" y="170"/>
                  </a:cubicBezTo>
                  <a:cubicBezTo>
                    <a:pt x="85" y="169"/>
                    <a:pt x="85" y="166"/>
                    <a:pt x="85" y="165"/>
                  </a:cubicBezTo>
                  <a:cubicBezTo>
                    <a:pt x="85" y="163"/>
                    <a:pt x="85" y="160"/>
                    <a:pt x="86" y="159"/>
                  </a:cubicBezTo>
                  <a:cubicBezTo>
                    <a:pt x="87" y="158"/>
                    <a:pt x="89" y="157"/>
                    <a:pt x="91" y="157"/>
                  </a:cubicBezTo>
                  <a:cubicBezTo>
                    <a:pt x="92" y="157"/>
                    <a:pt x="93" y="158"/>
                    <a:pt x="94" y="158"/>
                  </a:cubicBezTo>
                  <a:cubicBezTo>
                    <a:pt x="94" y="158"/>
                    <a:pt x="96" y="159"/>
                    <a:pt x="96" y="159"/>
                  </a:cubicBezTo>
                  <a:cubicBezTo>
                    <a:pt x="97" y="159"/>
                    <a:pt x="100" y="159"/>
                    <a:pt x="101" y="159"/>
                  </a:cubicBezTo>
                  <a:cubicBezTo>
                    <a:pt x="102" y="158"/>
                    <a:pt x="105" y="157"/>
                    <a:pt x="105" y="156"/>
                  </a:cubicBezTo>
                  <a:cubicBezTo>
                    <a:pt x="105" y="155"/>
                    <a:pt x="105" y="152"/>
                    <a:pt x="104" y="151"/>
                  </a:cubicBezTo>
                  <a:cubicBezTo>
                    <a:pt x="104" y="150"/>
                    <a:pt x="101" y="148"/>
                    <a:pt x="100" y="147"/>
                  </a:cubicBezTo>
                  <a:cubicBezTo>
                    <a:pt x="99" y="146"/>
                    <a:pt x="98" y="145"/>
                    <a:pt x="98" y="144"/>
                  </a:cubicBezTo>
                  <a:cubicBezTo>
                    <a:pt x="97" y="142"/>
                    <a:pt x="97" y="139"/>
                    <a:pt x="98" y="138"/>
                  </a:cubicBezTo>
                  <a:cubicBezTo>
                    <a:pt x="98" y="137"/>
                    <a:pt x="100" y="135"/>
                    <a:pt x="101" y="135"/>
                  </a:cubicBezTo>
                  <a:cubicBezTo>
                    <a:pt x="102" y="134"/>
                    <a:pt x="106" y="135"/>
                    <a:pt x="107" y="135"/>
                  </a:cubicBezTo>
                  <a:cubicBezTo>
                    <a:pt x="109" y="134"/>
                    <a:pt x="113" y="131"/>
                    <a:pt x="114" y="129"/>
                  </a:cubicBezTo>
                  <a:cubicBezTo>
                    <a:pt x="114" y="128"/>
                    <a:pt x="113" y="126"/>
                    <a:pt x="114" y="125"/>
                  </a:cubicBezTo>
                  <a:cubicBezTo>
                    <a:pt x="114" y="124"/>
                    <a:pt x="117" y="123"/>
                    <a:pt x="117" y="122"/>
                  </a:cubicBezTo>
                  <a:cubicBezTo>
                    <a:pt x="117" y="121"/>
                    <a:pt x="117" y="119"/>
                    <a:pt x="116" y="118"/>
                  </a:cubicBezTo>
                  <a:cubicBezTo>
                    <a:pt x="116" y="118"/>
                    <a:pt x="115" y="116"/>
                    <a:pt x="114" y="115"/>
                  </a:cubicBezTo>
                  <a:cubicBezTo>
                    <a:pt x="113" y="115"/>
                    <a:pt x="111" y="115"/>
                    <a:pt x="110" y="115"/>
                  </a:cubicBezTo>
                  <a:cubicBezTo>
                    <a:pt x="110" y="114"/>
                    <a:pt x="109" y="112"/>
                    <a:pt x="109" y="111"/>
                  </a:cubicBezTo>
                  <a:cubicBezTo>
                    <a:pt x="109" y="110"/>
                    <a:pt x="111" y="108"/>
                    <a:pt x="111" y="107"/>
                  </a:cubicBezTo>
                  <a:cubicBezTo>
                    <a:pt x="112" y="106"/>
                    <a:pt x="113" y="102"/>
                    <a:pt x="115" y="101"/>
                  </a:cubicBezTo>
                  <a:cubicBezTo>
                    <a:pt x="116" y="101"/>
                    <a:pt x="119" y="101"/>
                    <a:pt x="120" y="101"/>
                  </a:cubicBezTo>
                  <a:cubicBezTo>
                    <a:pt x="121" y="102"/>
                    <a:pt x="121" y="104"/>
                    <a:pt x="122" y="105"/>
                  </a:cubicBezTo>
                  <a:cubicBezTo>
                    <a:pt x="123" y="105"/>
                    <a:pt x="125" y="106"/>
                    <a:pt x="126" y="106"/>
                  </a:cubicBezTo>
                  <a:cubicBezTo>
                    <a:pt x="126" y="106"/>
                    <a:pt x="128" y="105"/>
                    <a:pt x="128" y="104"/>
                  </a:cubicBezTo>
                  <a:cubicBezTo>
                    <a:pt x="129" y="103"/>
                    <a:pt x="130" y="100"/>
                    <a:pt x="130" y="99"/>
                  </a:cubicBezTo>
                  <a:cubicBezTo>
                    <a:pt x="130" y="97"/>
                    <a:pt x="129" y="95"/>
                    <a:pt x="129" y="93"/>
                  </a:cubicBezTo>
                  <a:cubicBezTo>
                    <a:pt x="129" y="92"/>
                    <a:pt x="129" y="90"/>
                    <a:pt x="130" y="89"/>
                  </a:cubicBezTo>
                  <a:cubicBezTo>
                    <a:pt x="130" y="88"/>
                    <a:pt x="132" y="86"/>
                    <a:pt x="133" y="86"/>
                  </a:cubicBezTo>
                  <a:cubicBezTo>
                    <a:pt x="134" y="86"/>
                    <a:pt x="136" y="86"/>
                    <a:pt x="137" y="86"/>
                  </a:cubicBezTo>
                  <a:cubicBezTo>
                    <a:pt x="138" y="86"/>
                    <a:pt x="141" y="85"/>
                    <a:pt x="142" y="84"/>
                  </a:cubicBezTo>
                  <a:cubicBezTo>
                    <a:pt x="143" y="84"/>
                    <a:pt x="144" y="82"/>
                    <a:pt x="145" y="81"/>
                  </a:cubicBezTo>
                  <a:cubicBezTo>
                    <a:pt x="146" y="81"/>
                    <a:pt x="148" y="81"/>
                    <a:pt x="149" y="80"/>
                  </a:cubicBezTo>
                  <a:cubicBezTo>
                    <a:pt x="150" y="80"/>
                    <a:pt x="153" y="78"/>
                    <a:pt x="153" y="77"/>
                  </a:cubicBezTo>
                  <a:cubicBezTo>
                    <a:pt x="154" y="76"/>
                    <a:pt x="154" y="74"/>
                    <a:pt x="153" y="73"/>
                  </a:cubicBezTo>
                  <a:cubicBezTo>
                    <a:pt x="153" y="72"/>
                    <a:pt x="152" y="70"/>
                    <a:pt x="152" y="69"/>
                  </a:cubicBezTo>
                  <a:cubicBezTo>
                    <a:pt x="152" y="67"/>
                    <a:pt x="153" y="64"/>
                    <a:pt x="153" y="62"/>
                  </a:cubicBezTo>
                  <a:cubicBezTo>
                    <a:pt x="154" y="61"/>
                    <a:pt x="156" y="59"/>
                    <a:pt x="157" y="58"/>
                  </a:cubicBezTo>
                  <a:cubicBezTo>
                    <a:pt x="157" y="57"/>
                    <a:pt x="155" y="54"/>
                    <a:pt x="156" y="53"/>
                  </a:cubicBezTo>
                  <a:cubicBezTo>
                    <a:pt x="156" y="52"/>
                    <a:pt x="157" y="50"/>
                    <a:pt x="158" y="49"/>
                  </a:cubicBezTo>
                  <a:cubicBezTo>
                    <a:pt x="159" y="48"/>
                    <a:pt x="160" y="47"/>
                    <a:pt x="161" y="47"/>
                  </a:cubicBezTo>
                  <a:cubicBezTo>
                    <a:pt x="163" y="46"/>
                    <a:pt x="166" y="46"/>
                    <a:pt x="167" y="45"/>
                  </a:cubicBezTo>
                  <a:cubicBezTo>
                    <a:pt x="168" y="45"/>
                    <a:pt x="168" y="43"/>
                    <a:pt x="168" y="42"/>
                  </a:cubicBezTo>
                  <a:cubicBezTo>
                    <a:pt x="168" y="41"/>
                    <a:pt x="167" y="39"/>
                    <a:pt x="167" y="39"/>
                  </a:cubicBezTo>
                  <a:cubicBezTo>
                    <a:pt x="167" y="37"/>
                    <a:pt x="170" y="34"/>
                    <a:pt x="170" y="33"/>
                  </a:cubicBezTo>
                  <a:cubicBezTo>
                    <a:pt x="170" y="31"/>
                    <a:pt x="170" y="27"/>
                    <a:pt x="170" y="25"/>
                  </a:cubicBezTo>
                  <a:cubicBezTo>
                    <a:pt x="170" y="24"/>
                    <a:pt x="169" y="22"/>
                    <a:pt x="168" y="21"/>
                  </a:cubicBezTo>
                  <a:cubicBezTo>
                    <a:pt x="168" y="20"/>
                    <a:pt x="165" y="20"/>
                    <a:pt x="164" y="19"/>
                  </a:cubicBezTo>
                  <a:cubicBezTo>
                    <a:pt x="164" y="17"/>
                    <a:pt x="164" y="15"/>
                    <a:pt x="164" y="14"/>
                  </a:cubicBezTo>
                  <a:cubicBezTo>
                    <a:pt x="165" y="13"/>
                    <a:pt x="165" y="10"/>
                    <a:pt x="166" y="10"/>
                  </a:cubicBezTo>
                  <a:cubicBezTo>
                    <a:pt x="168" y="9"/>
                    <a:pt x="171" y="9"/>
                    <a:pt x="173" y="9"/>
                  </a:cubicBezTo>
                  <a:cubicBezTo>
                    <a:pt x="174" y="8"/>
                    <a:pt x="176" y="7"/>
                    <a:pt x="177" y="6"/>
                  </a:cubicBezTo>
                  <a:cubicBezTo>
                    <a:pt x="177" y="5"/>
                    <a:pt x="177" y="3"/>
                    <a:pt x="178" y="3"/>
                  </a:cubicBezTo>
                  <a:cubicBezTo>
                    <a:pt x="179" y="2"/>
                    <a:pt x="182" y="3"/>
                    <a:pt x="183" y="3"/>
                  </a:cubicBezTo>
                  <a:cubicBezTo>
                    <a:pt x="184" y="3"/>
                    <a:pt x="186" y="4"/>
                    <a:pt x="186" y="4"/>
                  </a:cubicBezTo>
                  <a:cubicBezTo>
                    <a:pt x="187" y="5"/>
                    <a:pt x="187" y="7"/>
                    <a:pt x="187" y="8"/>
                  </a:cubicBezTo>
                  <a:cubicBezTo>
                    <a:pt x="188" y="9"/>
                    <a:pt x="191" y="9"/>
                    <a:pt x="192" y="10"/>
                  </a:cubicBezTo>
                  <a:cubicBezTo>
                    <a:pt x="194" y="10"/>
                    <a:pt x="197" y="11"/>
                    <a:pt x="198" y="10"/>
                  </a:cubicBezTo>
                  <a:cubicBezTo>
                    <a:pt x="200" y="10"/>
                    <a:pt x="202" y="7"/>
                    <a:pt x="204" y="6"/>
                  </a:cubicBezTo>
                  <a:cubicBezTo>
                    <a:pt x="205" y="6"/>
                    <a:pt x="207" y="6"/>
                    <a:pt x="208" y="6"/>
                  </a:cubicBezTo>
                  <a:cubicBezTo>
                    <a:pt x="211" y="5"/>
                    <a:pt x="214" y="4"/>
                    <a:pt x="216" y="3"/>
                  </a:cubicBezTo>
                  <a:cubicBezTo>
                    <a:pt x="218" y="2"/>
                    <a:pt x="221" y="1"/>
                    <a:pt x="223" y="0"/>
                  </a:cubicBezTo>
                  <a:cubicBezTo>
                    <a:pt x="224" y="0"/>
                    <a:pt x="226" y="0"/>
                    <a:pt x="228"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7"/>
            <p:cNvSpPr>
              <a:spLocks/>
            </p:cNvSpPr>
            <p:nvPr/>
          </p:nvSpPr>
          <p:spPr bwMode="auto">
            <a:xfrm>
              <a:off x="4144963" y="3313113"/>
              <a:ext cx="668338" cy="982663"/>
            </a:xfrm>
            <a:custGeom>
              <a:avLst/>
              <a:gdLst/>
              <a:ahLst/>
              <a:cxnLst>
                <a:cxn ang="0">
                  <a:pos x="446" y="271"/>
                </a:cxn>
                <a:cxn ang="0">
                  <a:pos x="410" y="275"/>
                </a:cxn>
                <a:cxn ang="0">
                  <a:pos x="363" y="278"/>
                </a:cxn>
                <a:cxn ang="0">
                  <a:pos x="351" y="293"/>
                </a:cxn>
                <a:cxn ang="0">
                  <a:pos x="350" y="310"/>
                </a:cxn>
                <a:cxn ang="0">
                  <a:pos x="333" y="325"/>
                </a:cxn>
                <a:cxn ang="0">
                  <a:pos x="333" y="346"/>
                </a:cxn>
                <a:cxn ang="0">
                  <a:pos x="320" y="373"/>
                </a:cxn>
                <a:cxn ang="0">
                  <a:pos x="296" y="395"/>
                </a:cxn>
                <a:cxn ang="0">
                  <a:pos x="267" y="432"/>
                </a:cxn>
                <a:cxn ang="0">
                  <a:pos x="271" y="471"/>
                </a:cxn>
                <a:cxn ang="0">
                  <a:pos x="280" y="501"/>
                </a:cxn>
                <a:cxn ang="0">
                  <a:pos x="310" y="522"/>
                </a:cxn>
                <a:cxn ang="0">
                  <a:pos x="350" y="549"/>
                </a:cxn>
                <a:cxn ang="0">
                  <a:pos x="361" y="585"/>
                </a:cxn>
                <a:cxn ang="0">
                  <a:pos x="335" y="611"/>
                </a:cxn>
                <a:cxn ang="0">
                  <a:pos x="257" y="682"/>
                </a:cxn>
                <a:cxn ang="0">
                  <a:pos x="226" y="659"/>
                </a:cxn>
                <a:cxn ang="0">
                  <a:pos x="191" y="603"/>
                </a:cxn>
                <a:cxn ang="0">
                  <a:pos x="152" y="557"/>
                </a:cxn>
                <a:cxn ang="0">
                  <a:pos x="133" y="500"/>
                </a:cxn>
                <a:cxn ang="0">
                  <a:pos x="108" y="482"/>
                </a:cxn>
                <a:cxn ang="0">
                  <a:pos x="57" y="472"/>
                </a:cxn>
                <a:cxn ang="0">
                  <a:pos x="19" y="448"/>
                </a:cxn>
                <a:cxn ang="0">
                  <a:pos x="3" y="413"/>
                </a:cxn>
                <a:cxn ang="0">
                  <a:pos x="10" y="384"/>
                </a:cxn>
                <a:cxn ang="0">
                  <a:pos x="46" y="377"/>
                </a:cxn>
                <a:cxn ang="0">
                  <a:pos x="75" y="349"/>
                </a:cxn>
                <a:cxn ang="0">
                  <a:pos x="88" y="339"/>
                </a:cxn>
                <a:cxn ang="0">
                  <a:pos x="81" y="313"/>
                </a:cxn>
                <a:cxn ang="0">
                  <a:pos x="79" y="282"/>
                </a:cxn>
                <a:cxn ang="0">
                  <a:pos x="91" y="252"/>
                </a:cxn>
                <a:cxn ang="0">
                  <a:pos x="103" y="241"/>
                </a:cxn>
                <a:cxn ang="0">
                  <a:pos x="132" y="221"/>
                </a:cxn>
                <a:cxn ang="0">
                  <a:pos x="130" y="190"/>
                </a:cxn>
                <a:cxn ang="0">
                  <a:pos x="112" y="158"/>
                </a:cxn>
                <a:cxn ang="0">
                  <a:pos x="130" y="139"/>
                </a:cxn>
                <a:cxn ang="0">
                  <a:pos x="129" y="104"/>
                </a:cxn>
                <a:cxn ang="0">
                  <a:pos x="146" y="67"/>
                </a:cxn>
                <a:cxn ang="0">
                  <a:pos x="161" y="35"/>
                </a:cxn>
                <a:cxn ang="0">
                  <a:pos x="186" y="13"/>
                </a:cxn>
                <a:cxn ang="0">
                  <a:pos x="215" y="3"/>
                </a:cxn>
                <a:cxn ang="0">
                  <a:pos x="247" y="30"/>
                </a:cxn>
                <a:cxn ang="0">
                  <a:pos x="291" y="44"/>
                </a:cxn>
                <a:cxn ang="0">
                  <a:pos x="311" y="39"/>
                </a:cxn>
                <a:cxn ang="0">
                  <a:pos x="337" y="54"/>
                </a:cxn>
                <a:cxn ang="0">
                  <a:pos x="357" y="96"/>
                </a:cxn>
                <a:cxn ang="0">
                  <a:pos x="395" y="107"/>
                </a:cxn>
                <a:cxn ang="0">
                  <a:pos x="428" y="108"/>
                </a:cxn>
                <a:cxn ang="0">
                  <a:pos x="427" y="124"/>
                </a:cxn>
                <a:cxn ang="0">
                  <a:pos x="405" y="151"/>
                </a:cxn>
                <a:cxn ang="0">
                  <a:pos x="426" y="167"/>
                </a:cxn>
                <a:cxn ang="0">
                  <a:pos x="443" y="180"/>
                </a:cxn>
                <a:cxn ang="0">
                  <a:pos x="455" y="198"/>
                </a:cxn>
                <a:cxn ang="0">
                  <a:pos x="428" y="226"/>
                </a:cxn>
                <a:cxn ang="0">
                  <a:pos x="460" y="254"/>
                </a:cxn>
              </a:cxnLst>
              <a:rect l="0" t="0" r="r" b="b"/>
              <a:pathLst>
                <a:path w="466" h="684">
                  <a:moveTo>
                    <a:pt x="466" y="258"/>
                  </a:moveTo>
                  <a:cubicBezTo>
                    <a:pt x="466" y="259"/>
                    <a:pt x="466" y="261"/>
                    <a:pt x="465" y="262"/>
                  </a:cubicBezTo>
                  <a:cubicBezTo>
                    <a:pt x="464" y="263"/>
                    <a:pt x="461" y="262"/>
                    <a:pt x="460" y="262"/>
                  </a:cubicBezTo>
                  <a:cubicBezTo>
                    <a:pt x="458" y="262"/>
                    <a:pt x="456" y="260"/>
                    <a:pt x="454" y="260"/>
                  </a:cubicBezTo>
                  <a:cubicBezTo>
                    <a:pt x="453" y="260"/>
                    <a:pt x="450" y="261"/>
                    <a:pt x="449" y="262"/>
                  </a:cubicBezTo>
                  <a:cubicBezTo>
                    <a:pt x="448" y="263"/>
                    <a:pt x="449" y="266"/>
                    <a:pt x="448" y="267"/>
                  </a:cubicBezTo>
                  <a:cubicBezTo>
                    <a:pt x="448" y="268"/>
                    <a:pt x="447" y="270"/>
                    <a:pt x="446" y="271"/>
                  </a:cubicBezTo>
                  <a:cubicBezTo>
                    <a:pt x="445" y="272"/>
                    <a:pt x="441" y="271"/>
                    <a:pt x="440" y="271"/>
                  </a:cubicBezTo>
                  <a:cubicBezTo>
                    <a:pt x="439" y="272"/>
                    <a:pt x="438" y="274"/>
                    <a:pt x="437" y="274"/>
                  </a:cubicBezTo>
                  <a:cubicBezTo>
                    <a:pt x="435" y="275"/>
                    <a:pt x="431" y="275"/>
                    <a:pt x="430" y="274"/>
                  </a:cubicBezTo>
                  <a:cubicBezTo>
                    <a:pt x="428" y="274"/>
                    <a:pt x="428" y="271"/>
                    <a:pt x="426" y="270"/>
                  </a:cubicBezTo>
                  <a:cubicBezTo>
                    <a:pt x="426" y="270"/>
                    <a:pt x="424" y="270"/>
                    <a:pt x="423" y="270"/>
                  </a:cubicBezTo>
                  <a:cubicBezTo>
                    <a:pt x="422" y="270"/>
                    <a:pt x="419" y="273"/>
                    <a:pt x="418" y="274"/>
                  </a:cubicBezTo>
                  <a:cubicBezTo>
                    <a:pt x="416" y="274"/>
                    <a:pt x="412" y="275"/>
                    <a:pt x="410" y="275"/>
                  </a:cubicBezTo>
                  <a:cubicBezTo>
                    <a:pt x="408" y="276"/>
                    <a:pt x="404" y="274"/>
                    <a:pt x="402" y="274"/>
                  </a:cubicBezTo>
                  <a:cubicBezTo>
                    <a:pt x="400" y="275"/>
                    <a:pt x="397" y="277"/>
                    <a:pt x="395" y="278"/>
                  </a:cubicBezTo>
                  <a:cubicBezTo>
                    <a:pt x="394" y="279"/>
                    <a:pt x="391" y="280"/>
                    <a:pt x="389" y="281"/>
                  </a:cubicBezTo>
                  <a:cubicBezTo>
                    <a:pt x="388" y="281"/>
                    <a:pt x="384" y="281"/>
                    <a:pt x="382" y="281"/>
                  </a:cubicBezTo>
                  <a:cubicBezTo>
                    <a:pt x="380" y="281"/>
                    <a:pt x="376" y="283"/>
                    <a:pt x="374" y="283"/>
                  </a:cubicBezTo>
                  <a:cubicBezTo>
                    <a:pt x="373" y="283"/>
                    <a:pt x="371" y="281"/>
                    <a:pt x="370" y="280"/>
                  </a:cubicBezTo>
                  <a:cubicBezTo>
                    <a:pt x="368" y="279"/>
                    <a:pt x="365" y="278"/>
                    <a:pt x="363" y="278"/>
                  </a:cubicBezTo>
                  <a:cubicBezTo>
                    <a:pt x="362" y="278"/>
                    <a:pt x="360" y="280"/>
                    <a:pt x="359" y="280"/>
                  </a:cubicBezTo>
                  <a:cubicBezTo>
                    <a:pt x="358" y="281"/>
                    <a:pt x="356" y="282"/>
                    <a:pt x="355" y="283"/>
                  </a:cubicBezTo>
                  <a:cubicBezTo>
                    <a:pt x="355" y="284"/>
                    <a:pt x="355" y="287"/>
                    <a:pt x="356" y="288"/>
                  </a:cubicBezTo>
                  <a:cubicBezTo>
                    <a:pt x="356" y="289"/>
                    <a:pt x="357" y="291"/>
                    <a:pt x="357" y="293"/>
                  </a:cubicBezTo>
                  <a:cubicBezTo>
                    <a:pt x="357" y="294"/>
                    <a:pt x="357" y="296"/>
                    <a:pt x="356" y="297"/>
                  </a:cubicBezTo>
                  <a:cubicBezTo>
                    <a:pt x="356" y="297"/>
                    <a:pt x="354" y="297"/>
                    <a:pt x="353" y="297"/>
                  </a:cubicBezTo>
                  <a:cubicBezTo>
                    <a:pt x="352" y="296"/>
                    <a:pt x="352" y="293"/>
                    <a:pt x="351" y="293"/>
                  </a:cubicBezTo>
                  <a:cubicBezTo>
                    <a:pt x="350" y="292"/>
                    <a:pt x="348" y="293"/>
                    <a:pt x="348" y="294"/>
                  </a:cubicBezTo>
                  <a:cubicBezTo>
                    <a:pt x="347" y="294"/>
                    <a:pt x="345" y="296"/>
                    <a:pt x="345" y="297"/>
                  </a:cubicBezTo>
                  <a:cubicBezTo>
                    <a:pt x="345" y="298"/>
                    <a:pt x="346" y="300"/>
                    <a:pt x="347" y="301"/>
                  </a:cubicBezTo>
                  <a:cubicBezTo>
                    <a:pt x="348" y="301"/>
                    <a:pt x="351" y="300"/>
                    <a:pt x="352" y="300"/>
                  </a:cubicBezTo>
                  <a:cubicBezTo>
                    <a:pt x="353" y="300"/>
                    <a:pt x="355" y="302"/>
                    <a:pt x="355" y="303"/>
                  </a:cubicBezTo>
                  <a:cubicBezTo>
                    <a:pt x="356" y="304"/>
                    <a:pt x="356" y="307"/>
                    <a:pt x="355" y="307"/>
                  </a:cubicBezTo>
                  <a:cubicBezTo>
                    <a:pt x="354" y="309"/>
                    <a:pt x="352" y="310"/>
                    <a:pt x="350" y="310"/>
                  </a:cubicBezTo>
                  <a:cubicBezTo>
                    <a:pt x="349" y="310"/>
                    <a:pt x="347" y="311"/>
                    <a:pt x="346" y="311"/>
                  </a:cubicBezTo>
                  <a:cubicBezTo>
                    <a:pt x="344" y="311"/>
                    <a:pt x="343" y="307"/>
                    <a:pt x="341" y="307"/>
                  </a:cubicBezTo>
                  <a:cubicBezTo>
                    <a:pt x="341" y="307"/>
                    <a:pt x="340" y="309"/>
                    <a:pt x="339" y="309"/>
                  </a:cubicBezTo>
                  <a:cubicBezTo>
                    <a:pt x="339" y="311"/>
                    <a:pt x="339" y="314"/>
                    <a:pt x="339" y="316"/>
                  </a:cubicBezTo>
                  <a:cubicBezTo>
                    <a:pt x="339" y="317"/>
                    <a:pt x="340" y="319"/>
                    <a:pt x="340" y="320"/>
                  </a:cubicBezTo>
                  <a:cubicBezTo>
                    <a:pt x="339" y="321"/>
                    <a:pt x="338" y="322"/>
                    <a:pt x="338" y="323"/>
                  </a:cubicBezTo>
                  <a:cubicBezTo>
                    <a:pt x="337" y="324"/>
                    <a:pt x="334" y="324"/>
                    <a:pt x="333" y="325"/>
                  </a:cubicBezTo>
                  <a:cubicBezTo>
                    <a:pt x="332" y="326"/>
                    <a:pt x="333" y="329"/>
                    <a:pt x="332" y="330"/>
                  </a:cubicBezTo>
                  <a:cubicBezTo>
                    <a:pt x="330" y="332"/>
                    <a:pt x="324" y="332"/>
                    <a:pt x="321" y="333"/>
                  </a:cubicBezTo>
                  <a:cubicBezTo>
                    <a:pt x="320" y="333"/>
                    <a:pt x="318" y="333"/>
                    <a:pt x="317" y="334"/>
                  </a:cubicBezTo>
                  <a:cubicBezTo>
                    <a:pt x="317" y="335"/>
                    <a:pt x="318" y="337"/>
                    <a:pt x="318" y="338"/>
                  </a:cubicBezTo>
                  <a:cubicBezTo>
                    <a:pt x="319" y="339"/>
                    <a:pt x="320" y="341"/>
                    <a:pt x="321" y="342"/>
                  </a:cubicBezTo>
                  <a:cubicBezTo>
                    <a:pt x="322" y="342"/>
                    <a:pt x="325" y="342"/>
                    <a:pt x="327" y="342"/>
                  </a:cubicBezTo>
                  <a:cubicBezTo>
                    <a:pt x="328" y="343"/>
                    <a:pt x="331" y="345"/>
                    <a:pt x="333" y="346"/>
                  </a:cubicBezTo>
                  <a:cubicBezTo>
                    <a:pt x="334" y="347"/>
                    <a:pt x="337" y="349"/>
                    <a:pt x="338" y="350"/>
                  </a:cubicBezTo>
                  <a:cubicBezTo>
                    <a:pt x="338" y="351"/>
                    <a:pt x="338" y="355"/>
                    <a:pt x="337" y="356"/>
                  </a:cubicBezTo>
                  <a:cubicBezTo>
                    <a:pt x="336" y="356"/>
                    <a:pt x="334" y="355"/>
                    <a:pt x="333" y="356"/>
                  </a:cubicBezTo>
                  <a:cubicBezTo>
                    <a:pt x="331" y="356"/>
                    <a:pt x="329" y="358"/>
                    <a:pt x="328" y="359"/>
                  </a:cubicBezTo>
                  <a:cubicBezTo>
                    <a:pt x="327" y="360"/>
                    <a:pt x="325" y="362"/>
                    <a:pt x="324" y="364"/>
                  </a:cubicBezTo>
                  <a:cubicBezTo>
                    <a:pt x="323" y="365"/>
                    <a:pt x="324" y="367"/>
                    <a:pt x="323" y="368"/>
                  </a:cubicBezTo>
                  <a:cubicBezTo>
                    <a:pt x="323" y="369"/>
                    <a:pt x="321" y="372"/>
                    <a:pt x="320" y="373"/>
                  </a:cubicBezTo>
                  <a:cubicBezTo>
                    <a:pt x="320" y="375"/>
                    <a:pt x="320" y="380"/>
                    <a:pt x="319" y="382"/>
                  </a:cubicBezTo>
                  <a:cubicBezTo>
                    <a:pt x="318" y="383"/>
                    <a:pt x="317" y="385"/>
                    <a:pt x="316" y="386"/>
                  </a:cubicBezTo>
                  <a:cubicBezTo>
                    <a:pt x="315" y="386"/>
                    <a:pt x="311" y="385"/>
                    <a:pt x="309" y="385"/>
                  </a:cubicBezTo>
                  <a:cubicBezTo>
                    <a:pt x="308" y="384"/>
                    <a:pt x="305" y="384"/>
                    <a:pt x="304" y="385"/>
                  </a:cubicBezTo>
                  <a:cubicBezTo>
                    <a:pt x="303" y="385"/>
                    <a:pt x="302" y="386"/>
                    <a:pt x="301" y="387"/>
                  </a:cubicBezTo>
                  <a:cubicBezTo>
                    <a:pt x="300" y="388"/>
                    <a:pt x="301" y="391"/>
                    <a:pt x="300" y="392"/>
                  </a:cubicBezTo>
                  <a:cubicBezTo>
                    <a:pt x="300" y="394"/>
                    <a:pt x="297" y="394"/>
                    <a:pt x="296" y="395"/>
                  </a:cubicBezTo>
                  <a:cubicBezTo>
                    <a:pt x="294" y="397"/>
                    <a:pt x="293" y="401"/>
                    <a:pt x="292" y="403"/>
                  </a:cubicBezTo>
                  <a:cubicBezTo>
                    <a:pt x="291" y="405"/>
                    <a:pt x="286" y="408"/>
                    <a:pt x="285" y="410"/>
                  </a:cubicBezTo>
                  <a:cubicBezTo>
                    <a:pt x="284" y="411"/>
                    <a:pt x="284" y="414"/>
                    <a:pt x="283" y="415"/>
                  </a:cubicBezTo>
                  <a:cubicBezTo>
                    <a:pt x="283" y="416"/>
                    <a:pt x="282" y="420"/>
                    <a:pt x="281" y="421"/>
                  </a:cubicBezTo>
                  <a:cubicBezTo>
                    <a:pt x="280" y="422"/>
                    <a:pt x="278" y="423"/>
                    <a:pt x="277" y="423"/>
                  </a:cubicBezTo>
                  <a:cubicBezTo>
                    <a:pt x="276" y="424"/>
                    <a:pt x="274" y="424"/>
                    <a:pt x="273" y="425"/>
                  </a:cubicBezTo>
                  <a:cubicBezTo>
                    <a:pt x="271" y="426"/>
                    <a:pt x="268" y="430"/>
                    <a:pt x="267" y="432"/>
                  </a:cubicBezTo>
                  <a:cubicBezTo>
                    <a:pt x="266" y="434"/>
                    <a:pt x="263" y="438"/>
                    <a:pt x="263" y="441"/>
                  </a:cubicBezTo>
                  <a:cubicBezTo>
                    <a:pt x="262" y="443"/>
                    <a:pt x="263" y="449"/>
                    <a:pt x="263" y="452"/>
                  </a:cubicBezTo>
                  <a:cubicBezTo>
                    <a:pt x="263" y="454"/>
                    <a:pt x="263" y="457"/>
                    <a:pt x="263" y="459"/>
                  </a:cubicBezTo>
                  <a:cubicBezTo>
                    <a:pt x="262" y="460"/>
                    <a:pt x="261" y="462"/>
                    <a:pt x="260" y="463"/>
                  </a:cubicBezTo>
                  <a:cubicBezTo>
                    <a:pt x="260" y="464"/>
                    <a:pt x="260" y="467"/>
                    <a:pt x="260" y="468"/>
                  </a:cubicBezTo>
                  <a:cubicBezTo>
                    <a:pt x="261" y="469"/>
                    <a:pt x="262" y="472"/>
                    <a:pt x="263" y="472"/>
                  </a:cubicBezTo>
                  <a:cubicBezTo>
                    <a:pt x="265" y="473"/>
                    <a:pt x="269" y="472"/>
                    <a:pt x="271" y="471"/>
                  </a:cubicBezTo>
                  <a:cubicBezTo>
                    <a:pt x="272" y="471"/>
                    <a:pt x="274" y="468"/>
                    <a:pt x="276" y="468"/>
                  </a:cubicBezTo>
                  <a:cubicBezTo>
                    <a:pt x="277" y="468"/>
                    <a:pt x="279" y="468"/>
                    <a:pt x="280" y="468"/>
                  </a:cubicBezTo>
                  <a:cubicBezTo>
                    <a:pt x="281" y="469"/>
                    <a:pt x="282" y="472"/>
                    <a:pt x="283" y="474"/>
                  </a:cubicBezTo>
                  <a:cubicBezTo>
                    <a:pt x="283" y="476"/>
                    <a:pt x="282" y="479"/>
                    <a:pt x="282" y="481"/>
                  </a:cubicBezTo>
                  <a:cubicBezTo>
                    <a:pt x="282" y="484"/>
                    <a:pt x="283" y="488"/>
                    <a:pt x="283" y="490"/>
                  </a:cubicBezTo>
                  <a:cubicBezTo>
                    <a:pt x="283" y="491"/>
                    <a:pt x="283" y="494"/>
                    <a:pt x="283" y="496"/>
                  </a:cubicBezTo>
                  <a:cubicBezTo>
                    <a:pt x="282" y="497"/>
                    <a:pt x="280" y="499"/>
                    <a:pt x="280" y="501"/>
                  </a:cubicBezTo>
                  <a:cubicBezTo>
                    <a:pt x="279" y="502"/>
                    <a:pt x="279" y="506"/>
                    <a:pt x="280" y="507"/>
                  </a:cubicBezTo>
                  <a:cubicBezTo>
                    <a:pt x="280" y="509"/>
                    <a:pt x="281" y="512"/>
                    <a:pt x="282" y="513"/>
                  </a:cubicBezTo>
                  <a:cubicBezTo>
                    <a:pt x="284" y="514"/>
                    <a:pt x="287" y="515"/>
                    <a:pt x="288" y="515"/>
                  </a:cubicBezTo>
                  <a:cubicBezTo>
                    <a:pt x="291" y="515"/>
                    <a:pt x="295" y="513"/>
                    <a:pt x="297" y="512"/>
                  </a:cubicBezTo>
                  <a:cubicBezTo>
                    <a:pt x="299" y="512"/>
                    <a:pt x="303" y="512"/>
                    <a:pt x="305" y="513"/>
                  </a:cubicBezTo>
                  <a:cubicBezTo>
                    <a:pt x="307" y="514"/>
                    <a:pt x="309" y="516"/>
                    <a:pt x="310" y="517"/>
                  </a:cubicBezTo>
                  <a:cubicBezTo>
                    <a:pt x="310" y="518"/>
                    <a:pt x="310" y="521"/>
                    <a:pt x="310" y="522"/>
                  </a:cubicBezTo>
                  <a:cubicBezTo>
                    <a:pt x="310" y="523"/>
                    <a:pt x="308" y="525"/>
                    <a:pt x="308" y="527"/>
                  </a:cubicBezTo>
                  <a:cubicBezTo>
                    <a:pt x="307" y="528"/>
                    <a:pt x="307" y="530"/>
                    <a:pt x="307" y="532"/>
                  </a:cubicBezTo>
                  <a:cubicBezTo>
                    <a:pt x="308" y="533"/>
                    <a:pt x="311" y="536"/>
                    <a:pt x="312" y="537"/>
                  </a:cubicBezTo>
                  <a:cubicBezTo>
                    <a:pt x="314" y="539"/>
                    <a:pt x="316" y="542"/>
                    <a:pt x="318" y="543"/>
                  </a:cubicBezTo>
                  <a:cubicBezTo>
                    <a:pt x="320" y="544"/>
                    <a:pt x="324" y="543"/>
                    <a:pt x="326" y="543"/>
                  </a:cubicBezTo>
                  <a:cubicBezTo>
                    <a:pt x="330" y="544"/>
                    <a:pt x="338" y="546"/>
                    <a:pt x="342" y="547"/>
                  </a:cubicBezTo>
                  <a:cubicBezTo>
                    <a:pt x="344" y="547"/>
                    <a:pt x="348" y="548"/>
                    <a:pt x="350" y="549"/>
                  </a:cubicBezTo>
                  <a:cubicBezTo>
                    <a:pt x="352" y="550"/>
                    <a:pt x="354" y="554"/>
                    <a:pt x="354" y="555"/>
                  </a:cubicBezTo>
                  <a:cubicBezTo>
                    <a:pt x="355" y="558"/>
                    <a:pt x="353" y="562"/>
                    <a:pt x="352" y="565"/>
                  </a:cubicBezTo>
                  <a:cubicBezTo>
                    <a:pt x="351" y="566"/>
                    <a:pt x="348" y="569"/>
                    <a:pt x="347" y="570"/>
                  </a:cubicBezTo>
                  <a:cubicBezTo>
                    <a:pt x="346" y="571"/>
                    <a:pt x="344" y="573"/>
                    <a:pt x="343" y="575"/>
                  </a:cubicBezTo>
                  <a:cubicBezTo>
                    <a:pt x="343" y="576"/>
                    <a:pt x="342" y="579"/>
                    <a:pt x="343" y="580"/>
                  </a:cubicBezTo>
                  <a:cubicBezTo>
                    <a:pt x="344" y="581"/>
                    <a:pt x="349" y="581"/>
                    <a:pt x="351" y="581"/>
                  </a:cubicBezTo>
                  <a:cubicBezTo>
                    <a:pt x="353" y="582"/>
                    <a:pt x="359" y="584"/>
                    <a:pt x="361" y="585"/>
                  </a:cubicBezTo>
                  <a:cubicBezTo>
                    <a:pt x="362" y="586"/>
                    <a:pt x="364" y="589"/>
                    <a:pt x="364" y="590"/>
                  </a:cubicBezTo>
                  <a:cubicBezTo>
                    <a:pt x="364" y="592"/>
                    <a:pt x="361" y="594"/>
                    <a:pt x="361" y="595"/>
                  </a:cubicBezTo>
                  <a:cubicBezTo>
                    <a:pt x="360" y="596"/>
                    <a:pt x="360" y="597"/>
                    <a:pt x="360" y="598"/>
                  </a:cubicBezTo>
                  <a:cubicBezTo>
                    <a:pt x="358" y="598"/>
                    <a:pt x="357" y="598"/>
                    <a:pt x="356" y="598"/>
                  </a:cubicBezTo>
                  <a:cubicBezTo>
                    <a:pt x="353" y="598"/>
                    <a:pt x="348" y="600"/>
                    <a:pt x="346" y="601"/>
                  </a:cubicBezTo>
                  <a:cubicBezTo>
                    <a:pt x="345" y="602"/>
                    <a:pt x="345" y="606"/>
                    <a:pt x="344" y="607"/>
                  </a:cubicBezTo>
                  <a:cubicBezTo>
                    <a:pt x="342" y="609"/>
                    <a:pt x="337" y="609"/>
                    <a:pt x="335" y="611"/>
                  </a:cubicBezTo>
                  <a:cubicBezTo>
                    <a:pt x="330" y="615"/>
                    <a:pt x="326" y="627"/>
                    <a:pt x="322" y="630"/>
                  </a:cubicBezTo>
                  <a:cubicBezTo>
                    <a:pt x="319" y="633"/>
                    <a:pt x="311" y="636"/>
                    <a:pt x="307" y="638"/>
                  </a:cubicBezTo>
                  <a:cubicBezTo>
                    <a:pt x="303" y="640"/>
                    <a:pt x="294" y="641"/>
                    <a:pt x="291" y="645"/>
                  </a:cubicBezTo>
                  <a:cubicBezTo>
                    <a:pt x="289" y="648"/>
                    <a:pt x="291" y="658"/>
                    <a:pt x="290" y="662"/>
                  </a:cubicBezTo>
                  <a:cubicBezTo>
                    <a:pt x="289" y="666"/>
                    <a:pt x="286" y="674"/>
                    <a:pt x="283" y="677"/>
                  </a:cubicBezTo>
                  <a:cubicBezTo>
                    <a:pt x="280" y="680"/>
                    <a:pt x="271" y="681"/>
                    <a:pt x="266" y="682"/>
                  </a:cubicBezTo>
                  <a:cubicBezTo>
                    <a:pt x="264" y="682"/>
                    <a:pt x="259" y="682"/>
                    <a:pt x="257" y="682"/>
                  </a:cubicBezTo>
                  <a:cubicBezTo>
                    <a:pt x="256" y="681"/>
                    <a:pt x="254" y="679"/>
                    <a:pt x="253" y="678"/>
                  </a:cubicBezTo>
                  <a:cubicBezTo>
                    <a:pt x="251" y="678"/>
                    <a:pt x="249" y="681"/>
                    <a:pt x="248" y="681"/>
                  </a:cubicBezTo>
                  <a:cubicBezTo>
                    <a:pt x="245" y="682"/>
                    <a:pt x="241" y="684"/>
                    <a:pt x="238" y="684"/>
                  </a:cubicBezTo>
                  <a:cubicBezTo>
                    <a:pt x="235" y="684"/>
                    <a:pt x="230" y="684"/>
                    <a:pt x="228" y="682"/>
                  </a:cubicBezTo>
                  <a:cubicBezTo>
                    <a:pt x="227" y="681"/>
                    <a:pt x="227" y="677"/>
                    <a:pt x="227" y="675"/>
                  </a:cubicBezTo>
                  <a:cubicBezTo>
                    <a:pt x="227" y="673"/>
                    <a:pt x="229" y="669"/>
                    <a:pt x="229" y="667"/>
                  </a:cubicBezTo>
                  <a:cubicBezTo>
                    <a:pt x="229" y="665"/>
                    <a:pt x="226" y="661"/>
                    <a:pt x="226" y="659"/>
                  </a:cubicBezTo>
                  <a:cubicBezTo>
                    <a:pt x="225" y="656"/>
                    <a:pt x="229" y="650"/>
                    <a:pt x="228" y="647"/>
                  </a:cubicBezTo>
                  <a:cubicBezTo>
                    <a:pt x="227" y="644"/>
                    <a:pt x="222" y="641"/>
                    <a:pt x="219" y="641"/>
                  </a:cubicBezTo>
                  <a:cubicBezTo>
                    <a:pt x="217" y="640"/>
                    <a:pt x="213" y="641"/>
                    <a:pt x="211" y="641"/>
                  </a:cubicBezTo>
                  <a:cubicBezTo>
                    <a:pt x="208" y="640"/>
                    <a:pt x="202" y="640"/>
                    <a:pt x="200" y="639"/>
                  </a:cubicBezTo>
                  <a:cubicBezTo>
                    <a:pt x="198" y="637"/>
                    <a:pt x="195" y="632"/>
                    <a:pt x="195" y="629"/>
                  </a:cubicBezTo>
                  <a:cubicBezTo>
                    <a:pt x="194" y="626"/>
                    <a:pt x="197" y="619"/>
                    <a:pt x="196" y="615"/>
                  </a:cubicBezTo>
                  <a:cubicBezTo>
                    <a:pt x="196" y="612"/>
                    <a:pt x="192" y="606"/>
                    <a:pt x="191" y="603"/>
                  </a:cubicBezTo>
                  <a:cubicBezTo>
                    <a:pt x="190" y="601"/>
                    <a:pt x="187" y="596"/>
                    <a:pt x="186" y="593"/>
                  </a:cubicBezTo>
                  <a:cubicBezTo>
                    <a:pt x="185" y="590"/>
                    <a:pt x="186" y="584"/>
                    <a:pt x="185" y="582"/>
                  </a:cubicBezTo>
                  <a:cubicBezTo>
                    <a:pt x="185" y="580"/>
                    <a:pt x="184" y="576"/>
                    <a:pt x="182" y="574"/>
                  </a:cubicBezTo>
                  <a:cubicBezTo>
                    <a:pt x="182" y="573"/>
                    <a:pt x="179" y="571"/>
                    <a:pt x="177" y="570"/>
                  </a:cubicBezTo>
                  <a:cubicBezTo>
                    <a:pt x="174" y="569"/>
                    <a:pt x="168" y="571"/>
                    <a:pt x="165" y="571"/>
                  </a:cubicBezTo>
                  <a:cubicBezTo>
                    <a:pt x="162" y="570"/>
                    <a:pt x="157" y="567"/>
                    <a:pt x="155" y="565"/>
                  </a:cubicBezTo>
                  <a:cubicBezTo>
                    <a:pt x="154" y="564"/>
                    <a:pt x="154" y="559"/>
                    <a:pt x="152" y="557"/>
                  </a:cubicBezTo>
                  <a:cubicBezTo>
                    <a:pt x="151" y="557"/>
                    <a:pt x="148" y="557"/>
                    <a:pt x="146" y="557"/>
                  </a:cubicBezTo>
                  <a:cubicBezTo>
                    <a:pt x="144" y="556"/>
                    <a:pt x="140" y="552"/>
                    <a:pt x="138" y="549"/>
                  </a:cubicBezTo>
                  <a:cubicBezTo>
                    <a:pt x="137" y="547"/>
                    <a:pt x="136" y="543"/>
                    <a:pt x="135" y="541"/>
                  </a:cubicBezTo>
                  <a:cubicBezTo>
                    <a:pt x="133" y="537"/>
                    <a:pt x="130" y="530"/>
                    <a:pt x="130" y="526"/>
                  </a:cubicBezTo>
                  <a:cubicBezTo>
                    <a:pt x="129" y="523"/>
                    <a:pt x="129" y="517"/>
                    <a:pt x="130" y="514"/>
                  </a:cubicBezTo>
                  <a:cubicBezTo>
                    <a:pt x="130" y="512"/>
                    <a:pt x="131" y="508"/>
                    <a:pt x="131" y="505"/>
                  </a:cubicBezTo>
                  <a:cubicBezTo>
                    <a:pt x="132" y="504"/>
                    <a:pt x="133" y="501"/>
                    <a:pt x="133" y="500"/>
                  </a:cubicBezTo>
                  <a:cubicBezTo>
                    <a:pt x="133" y="499"/>
                    <a:pt x="131" y="498"/>
                    <a:pt x="131" y="497"/>
                  </a:cubicBezTo>
                  <a:cubicBezTo>
                    <a:pt x="130" y="496"/>
                    <a:pt x="128" y="493"/>
                    <a:pt x="128" y="492"/>
                  </a:cubicBezTo>
                  <a:cubicBezTo>
                    <a:pt x="128" y="490"/>
                    <a:pt x="131" y="486"/>
                    <a:pt x="131" y="484"/>
                  </a:cubicBezTo>
                  <a:cubicBezTo>
                    <a:pt x="131" y="482"/>
                    <a:pt x="130" y="478"/>
                    <a:pt x="129" y="476"/>
                  </a:cubicBezTo>
                  <a:cubicBezTo>
                    <a:pt x="128" y="476"/>
                    <a:pt x="125" y="475"/>
                    <a:pt x="124" y="475"/>
                  </a:cubicBezTo>
                  <a:cubicBezTo>
                    <a:pt x="121" y="476"/>
                    <a:pt x="116" y="480"/>
                    <a:pt x="114" y="481"/>
                  </a:cubicBezTo>
                  <a:cubicBezTo>
                    <a:pt x="112" y="481"/>
                    <a:pt x="109" y="482"/>
                    <a:pt x="108" y="482"/>
                  </a:cubicBezTo>
                  <a:cubicBezTo>
                    <a:pt x="106" y="482"/>
                    <a:pt x="103" y="479"/>
                    <a:pt x="102" y="478"/>
                  </a:cubicBezTo>
                  <a:cubicBezTo>
                    <a:pt x="101" y="477"/>
                    <a:pt x="101" y="474"/>
                    <a:pt x="100" y="473"/>
                  </a:cubicBezTo>
                  <a:cubicBezTo>
                    <a:pt x="99" y="472"/>
                    <a:pt x="96" y="471"/>
                    <a:pt x="95" y="471"/>
                  </a:cubicBezTo>
                  <a:cubicBezTo>
                    <a:pt x="92" y="470"/>
                    <a:pt x="88" y="468"/>
                    <a:pt x="86" y="467"/>
                  </a:cubicBezTo>
                  <a:cubicBezTo>
                    <a:pt x="83" y="467"/>
                    <a:pt x="77" y="467"/>
                    <a:pt x="75" y="468"/>
                  </a:cubicBezTo>
                  <a:cubicBezTo>
                    <a:pt x="72" y="468"/>
                    <a:pt x="67" y="471"/>
                    <a:pt x="64" y="472"/>
                  </a:cubicBezTo>
                  <a:cubicBezTo>
                    <a:pt x="63" y="472"/>
                    <a:pt x="59" y="473"/>
                    <a:pt x="57" y="472"/>
                  </a:cubicBezTo>
                  <a:cubicBezTo>
                    <a:pt x="56" y="471"/>
                    <a:pt x="57" y="468"/>
                    <a:pt x="57" y="467"/>
                  </a:cubicBezTo>
                  <a:cubicBezTo>
                    <a:pt x="55" y="464"/>
                    <a:pt x="52" y="459"/>
                    <a:pt x="50" y="457"/>
                  </a:cubicBezTo>
                  <a:cubicBezTo>
                    <a:pt x="48" y="456"/>
                    <a:pt x="43" y="454"/>
                    <a:pt x="42" y="452"/>
                  </a:cubicBezTo>
                  <a:cubicBezTo>
                    <a:pt x="40" y="451"/>
                    <a:pt x="39" y="447"/>
                    <a:pt x="38" y="445"/>
                  </a:cubicBezTo>
                  <a:cubicBezTo>
                    <a:pt x="37" y="444"/>
                    <a:pt x="33" y="443"/>
                    <a:pt x="31" y="443"/>
                  </a:cubicBezTo>
                  <a:cubicBezTo>
                    <a:pt x="29" y="443"/>
                    <a:pt x="26" y="446"/>
                    <a:pt x="24" y="447"/>
                  </a:cubicBezTo>
                  <a:cubicBezTo>
                    <a:pt x="23" y="447"/>
                    <a:pt x="20" y="448"/>
                    <a:pt x="19" y="448"/>
                  </a:cubicBezTo>
                  <a:cubicBezTo>
                    <a:pt x="17" y="447"/>
                    <a:pt x="13" y="446"/>
                    <a:pt x="12" y="445"/>
                  </a:cubicBezTo>
                  <a:cubicBezTo>
                    <a:pt x="11" y="443"/>
                    <a:pt x="11" y="439"/>
                    <a:pt x="11" y="437"/>
                  </a:cubicBezTo>
                  <a:cubicBezTo>
                    <a:pt x="11" y="435"/>
                    <a:pt x="11" y="432"/>
                    <a:pt x="11" y="431"/>
                  </a:cubicBezTo>
                  <a:cubicBezTo>
                    <a:pt x="11" y="429"/>
                    <a:pt x="9" y="425"/>
                    <a:pt x="8" y="424"/>
                  </a:cubicBezTo>
                  <a:cubicBezTo>
                    <a:pt x="6" y="423"/>
                    <a:pt x="2" y="422"/>
                    <a:pt x="0" y="422"/>
                  </a:cubicBezTo>
                  <a:cubicBezTo>
                    <a:pt x="0" y="421"/>
                    <a:pt x="0" y="418"/>
                    <a:pt x="1" y="418"/>
                  </a:cubicBezTo>
                  <a:cubicBezTo>
                    <a:pt x="1" y="416"/>
                    <a:pt x="2" y="414"/>
                    <a:pt x="3" y="413"/>
                  </a:cubicBezTo>
                  <a:cubicBezTo>
                    <a:pt x="3" y="411"/>
                    <a:pt x="5" y="409"/>
                    <a:pt x="5" y="408"/>
                  </a:cubicBezTo>
                  <a:cubicBezTo>
                    <a:pt x="6" y="406"/>
                    <a:pt x="6" y="403"/>
                    <a:pt x="5" y="401"/>
                  </a:cubicBezTo>
                  <a:cubicBezTo>
                    <a:pt x="5" y="400"/>
                    <a:pt x="3" y="398"/>
                    <a:pt x="3" y="396"/>
                  </a:cubicBezTo>
                  <a:cubicBezTo>
                    <a:pt x="2" y="395"/>
                    <a:pt x="2" y="391"/>
                    <a:pt x="2" y="389"/>
                  </a:cubicBezTo>
                  <a:cubicBezTo>
                    <a:pt x="2" y="387"/>
                    <a:pt x="1" y="383"/>
                    <a:pt x="3" y="381"/>
                  </a:cubicBezTo>
                  <a:cubicBezTo>
                    <a:pt x="3" y="380"/>
                    <a:pt x="6" y="381"/>
                    <a:pt x="7" y="381"/>
                  </a:cubicBezTo>
                  <a:cubicBezTo>
                    <a:pt x="8" y="382"/>
                    <a:pt x="10" y="383"/>
                    <a:pt x="10" y="384"/>
                  </a:cubicBezTo>
                  <a:cubicBezTo>
                    <a:pt x="12" y="384"/>
                    <a:pt x="14" y="386"/>
                    <a:pt x="16" y="385"/>
                  </a:cubicBezTo>
                  <a:cubicBezTo>
                    <a:pt x="17" y="385"/>
                    <a:pt x="17" y="382"/>
                    <a:pt x="18" y="381"/>
                  </a:cubicBezTo>
                  <a:cubicBezTo>
                    <a:pt x="19" y="380"/>
                    <a:pt x="23" y="380"/>
                    <a:pt x="25" y="380"/>
                  </a:cubicBezTo>
                  <a:cubicBezTo>
                    <a:pt x="26" y="380"/>
                    <a:pt x="27" y="378"/>
                    <a:pt x="28" y="378"/>
                  </a:cubicBezTo>
                  <a:cubicBezTo>
                    <a:pt x="31" y="378"/>
                    <a:pt x="35" y="379"/>
                    <a:pt x="37" y="378"/>
                  </a:cubicBezTo>
                  <a:cubicBezTo>
                    <a:pt x="38" y="378"/>
                    <a:pt x="40" y="376"/>
                    <a:pt x="42" y="376"/>
                  </a:cubicBezTo>
                  <a:cubicBezTo>
                    <a:pt x="43" y="375"/>
                    <a:pt x="45" y="378"/>
                    <a:pt x="46" y="377"/>
                  </a:cubicBezTo>
                  <a:cubicBezTo>
                    <a:pt x="47" y="377"/>
                    <a:pt x="47" y="375"/>
                    <a:pt x="48" y="375"/>
                  </a:cubicBezTo>
                  <a:cubicBezTo>
                    <a:pt x="48" y="373"/>
                    <a:pt x="47" y="369"/>
                    <a:pt x="48" y="367"/>
                  </a:cubicBezTo>
                  <a:cubicBezTo>
                    <a:pt x="48" y="366"/>
                    <a:pt x="51" y="365"/>
                    <a:pt x="52" y="365"/>
                  </a:cubicBezTo>
                  <a:cubicBezTo>
                    <a:pt x="54" y="364"/>
                    <a:pt x="57" y="363"/>
                    <a:pt x="59" y="363"/>
                  </a:cubicBezTo>
                  <a:cubicBezTo>
                    <a:pt x="61" y="362"/>
                    <a:pt x="65" y="360"/>
                    <a:pt x="67" y="359"/>
                  </a:cubicBezTo>
                  <a:cubicBezTo>
                    <a:pt x="69" y="358"/>
                    <a:pt x="72" y="356"/>
                    <a:pt x="73" y="354"/>
                  </a:cubicBezTo>
                  <a:cubicBezTo>
                    <a:pt x="74" y="353"/>
                    <a:pt x="74" y="350"/>
                    <a:pt x="75" y="349"/>
                  </a:cubicBezTo>
                  <a:cubicBezTo>
                    <a:pt x="76" y="349"/>
                    <a:pt x="79" y="350"/>
                    <a:pt x="80" y="350"/>
                  </a:cubicBezTo>
                  <a:cubicBezTo>
                    <a:pt x="81" y="351"/>
                    <a:pt x="83" y="354"/>
                    <a:pt x="84" y="354"/>
                  </a:cubicBezTo>
                  <a:cubicBezTo>
                    <a:pt x="86" y="355"/>
                    <a:pt x="90" y="355"/>
                    <a:pt x="92" y="354"/>
                  </a:cubicBezTo>
                  <a:cubicBezTo>
                    <a:pt x="92" y="353"/>
                    <a:pt x="93" y="352"/>
                    <a:pt x="93" y="351"/>
                  </a:cubicBezTo>
                  <a:cubicBezTo>
                    <a:pt x="94" y="349"/>
                    <a:pt x="93" y="346"/>
                    <a:pt x="93" y="344"/>
                  </a:cubicBezTo>
                  <a:cubicBezTo>
                    <a:pt x="92" y="343"/>
                    <a:pt x="92" y="342"/>
                    <a:pt x="91" y="341"/>
                  </a:cubicBezTo>
                  <a:cubicBezTo>
                    <a:pt x="90" y="341"/>
                    <a:pt x="88" y="340"/>
                    <a:pt x="88" y="339"/>
                  </a:cubicBezTo>
                  <a:cubicBezTo>
                    <a:pt x="88" y="338"/>
                    <a:pt x="89" y="336"/>
                    <a:pt x="89" y="335"/>
                  </a:cubicBezTo>
                  <a:cubicBezTo>
                    <a:pt x="89" y="334"/>
                    <a:pt x="87" y="332"/>
                    <a:pt x="87" y="331"/>
                  </a:cubicBezTo>
                  <a:cubicBezTo>
                    <a:pt x="87" y="331"/>
                    <a:pt x="87" y="329"/>
                    <a:pt x="87" y="328"/>
                  </a:cubicBezTo>
                  <a:cubicBezTo>
                    <a:pt x="88" y="327"/>
                    <a:pt x="89" y="325"/>
                    <a:pt x="89" y="324"/>
                  </a:cubicBezTo>
                  <a:cubicBezTo>
                    <a:pt x="89" y="323"/>
                    <a:pt x="88" y="321"/>
                    <a:pt x="88" y="320"/>
                  </a:cubicBezTo>
                  <a:cubicBezTo>
                    <a:pt x="87" y="319"/>
                    <a:pt x="86" y="317"/>
                    <a:pt x="86" y="316"/>
                  </a:cubicBezTo>
                  <a:cubicBezTo>
                    <a:pt x="85" y="315"/>
                    <a:pt x="82" y="314"/>
                    <a:pt x="81" y="313"/>
                  </a:cubicBezTo>
                  <a:cubicBezTo>
                    <a:pt x="81" y="313"/>
                    <a:pt x="80" y="311"/>
                    <a:pt x="80" y="311"/>
                  </a:cubicBezTo>
                  <a:cubicBezTo>
                    <a:pt x="79" y="309"/>
                    <a:pt x="79" y="307"/>
                    <a:pt x="80" y="306"/>
                  </a:cubicBezTo>
                  <a:cubicBezTo>
                    <a:pt x="80" y="305"/>
                    <a:pt x="83" y="303"/>
                    <a:pt x="84" y="301"/>
                  </a:cubicBezTo>
                  <a:cubicBezTo>
                    <a:pt x="85" y="300"/>
                    <a:pt x="87" y="297"/>
                    <a:pt x="87" y="295"/>
                  </a:cubicBezTo>
                  <a:cubicBezTo>
                    <a:pt x="88" y="293"/>
                    <a:pt x="86" y="290"/>
                    <a:pt x="85" y="289"/>
                  </a:cubicBezTo>
                  <a:cubicBezTo>
                    <a:pt x="84" y="288"/>
                    <a:pt x="80" y="288"/>
                    <a:pt x="79" y="287"/>
                  </a:cubicBezTo>
                  <a:cubicBezTo>
                    <a:pt x="79" y="286"/>
                    <a:pt x="79" y="283"/>
                    <a:pt x="79" y="282"/>
                  </a:cubicBezTo>
                  <a:cubicBezTo>
                    <a:pt x="80" y="281"/>
                    <a:pt x="82" y="280"/>
                    <a:pt x="83" y="280"/>
                  </a:cubicBezTo>
                  <a:cubicBezTo>
                    <a:pt x="83" y="279"/>
                    <a:pt x="83" y="276"/>
                    <a:pt x="84" y="275"/>
                  </a:cubicBezTo>
                  <a:cubicBezTo>
                    <a:pt x="84" y="273"/>
                    <a:pt x="85" y="268"/>
                    <a:pt x="86" y="266"/>
                  </a:cubicBezTo>
                  <a:cubicBezTo>
                    <a:pt x="86" y="263"/>
                    <a:pt x="87" y="259"/>
                    <a:pt x="87" y="257"/>
                  </a:cubicBezTo>
                  <a:cubicBezTo>
                    <a:pt x="87" y="255"/>
                    <a:pt x="85" y="253"/>
                    <a:pt x="86" y="251"/>
                  </a:cubicBezTo>
                  <a:cubicBezTo>
                    <a:pt x="86" y="251"/>
                    <a:pt x="87" y="250"/>
                    <a:pt x="88" y="250"/>
                  </a:cubicBezTo>
                  <a:cubicBezTo>
                    <a:pt x="89" y="250"/>
                    <a:pt x="90" y="252"/>
                    <a:pt x="91" y="252"/>
                  </a:cubicBezTo>
                  <a:cubicBezTo>
                    <a:pt x="92" y="252"/>
                    <a:pt x="95" y="250"/>
                    <a:pt x="96" y="250"/>
                  </a:cubicBezTo>
                  <a:cubicBezTo>
                    <a:pt x="97" y="250"/>
                    <a:pt x="99" y="250"/>
                    <a:pt x="100" y="250"/>
                  </a:cubicBezTo>
                  <a:cubicBezTo>
                    <a:pt x="101" y="251"/>
                    <a:pt x="101" y="254"/>
                    <a:pt x="102" y="255"/>
                  </a:cubicBezTo>
                  <a:cubicBezTo>
                    <a:pt x="103" y="256"/>
                    <a:pt x="106" y="257"/>
                    <a:pt x="107" y="256"/>
                  </a:cubicBezTo>
                  <a:cubicBezTo>
                    <a:pt x="108" y="255"/>
                    <a:pt x="109" y="252"/>
                    <a:pt x="109" y="251"/>
                  </a:cubicBezTo>
                  <a:cubicBezTo>
                    <a:pt x="110" y="249"/>
                    <a:pt x="109" y="244"/>
                    <a:pt x="108" y="242"/>
                  </a:cubicBezTo>
                  <a:cubicBezTo>
                    <a:pt x="107" y="241"/>
                    <a:pt x="104" y="242"/>
                    <a:pt x="103" y="241"/>
                  </a:cubicBezTo>
                  <a:cubicBezTo>
                    <a:pt x="102" y="240"/>
                    <a:pt x="101" y="237"/>
                    <a:pt x="101" y="236"/>
                  </a:cubicBezTo>
                  <a:cubicBezTo>
                    <a:pt x="100" y="235"/>
                    <a:pt x="99" y="231"/>
                    <a:pt x="99" y="229"/>
                  </a:cubicBezTo>
                  <a:cubicBezTo>
                    <a:pt x="99" y="228"/>
                    <a:pt x="99" y="225"/>
                    <a:pt x="100" y="224"/>
                  </a:cubicBezTo>
                  <a:cubicBezTo>
                    <a:pt x="101" y="222"/>
                    <a:pt x="105" y="221"/>
                    <a:pt x="107" y="221"/>
                  </a:cubicBezTo>
                  <a:cubicBezTo>
                    <a:pt x="109" y="221"/>
                    <a:pt x="114" y="224"/>
                    <a:pt x="116" y="224"/>
                  </a:cubicBezTo>
                  <a:cubicBezTo>
                    <a:pt x="119" y="224"/>
                    <a:pt x="124" y="224"/>
                    <a:pt x="126" y="223"/>
                  </a:cubicBezTo>
                  <a:cubicBezTo>
                    <a:pt x="128" y="223"/>
                    <a:pt x="131" y="221"/>
                    <a:pt x="132" y="221"/>
                  </a:cubicBezTo>
                  <a:cubicBezTo>
                    <a:pt x="134" y="221"/>
                    <a:pt x="137" y="221"/>
                    <a:pt x="138" y="221"/>
                  </a:cubicBezTo>
                  <a:cubicBezTo>
                    <a:pt x="140" y="220"/>
                    <a:pt x="144" y="219"/>
                    <a:pt x="144" y="217"/>
                  </a:cubicBezTo>
                  <a:cubicBezTo>
                    <a:pt x="145" y="216"/>
                    <a:pt x="144" y="214"/>
                    <a:pt x="144" y="213"/>
                  </a:cubicBezTo>
                  <a:cubicBezTo>
                    <a:pt x="143" y="212"/>
                    <a:pt x="141" y="210"/>
                    <a:pt x="141" y="209"/>
                  </a:cubicBezTo>
                  <a:cubicBezTo>
                    <a:pt x="140" y="208"/>
                    <a:pt x="141" y="205"/>
                    <a:pt x="140" y="203"/>
                  </a:cubicBezTo>
                  <a:cubicBezTo>
                    <a:pt x="140" y="201"/>
                    <a:pt x="138" y="197"/>
                    <a:pt x="136" y="195"/>
                  </a:cubicBezTo>
                  <a:cubicBezTo>
                    <a:pt x="135" y="193"/>
                    <a:pt x="132" y="191"/>
                    <a:pt x="130" y="190"/>
                  </a:cubicBezTo>
                  <a:cubicBezTo>
                    <a:pt x="129" y="189"/>
                    <a:pt x="125" y="189"/>
                    <a:pt x="123" y="188"/>
                  </a:cubicBezTo>
                  <a:cubicBezTo>
                    <a:pt x="122" y="188"/>
                    <a:pt x="121" y="187"/>
                    <a:pt x="120" y="186"/>
                  </a:cubicBezTo>
                  <a:cubicBezTo>
                    <a:pt x="120" y="185"/>
                    <a:pt x="121" y="182"/>
                    <a:pt x="120" y="180"/>
                  </a:cubicBezTo>
                  <a:cubicBezTo>
                    <a:pt x="120" y="179"/>
                    <a:pt x="119" y="177"/>
                    <a:pt x="118" y="176"/>
                  </a:cubicBezTo>
                  <a:cubicBezTo>
                    <a:pt x="117" y="175"/>
                    <a:pt x="116" y="173"/>
                    <a:pt x="115" y="172"/>
                  </a:cubicBezTo>
                  <a:cubicBezTo>
                    <a:pt x="115" y="170"/>
                    <a:pt x="115" y="165"/>
                    <a:pt x="114" y="163"/>
                  </a:cubicBezTo>
                  <a:cubicBezTo>
                    <a:pt x="114" y="162"/>
                    <a:pt x="112" y="160"/>
                    <a:pt x="112" y="158"/>
                  </a:cubicBezTo>
                  <a:cubicBezTo>
                    <a:pt x="112" y="157"/>
                    <a:pt x="113" y="155"/>
                    <a:pt x="114" y="155"/>
                  </a:cubicBezTo>
                  <a:cubicBezTo>
                    <a:pt x="115" y="153"/>
                    <a:pt x="116" y="151"/>
                    <a:pt x="117" y="150"/>
                  </a:cubicBezTo>
                  <a:cubicBezTo>
                    <a:pt x="118" y="149"/>
                    <a:pt x="122" y="149"/>
                    <a:pt x="124" y="149"/>
                  </a:cubicBezTo>
                  <a:cubicBezTo>
                    <a:pt x="125" y="148"/>
                    <a:pt x="126" y="147"/>
                    <a:pt x="127" y="147"/>
                  </a:cubicBezTo>
                  <a:cubicBezTo>
                    <a:pt x="127" y="146"/>
                    <a:pt x="126" y="145"/>
                    <a:pt x="127" y="144"/>
                  </a:cubicBezTo>
                  <a:cubicBezTo>
                    <a:pt x="127" y="143"/>
                    <a:pt x="130" y="144"/>
                    <a:pt x="131" y="143"/>
                  </a:cubicBezTo>
                  <a:cubicBezTo>
                    <a:pt x="131" y="142"/>
                    <a:pt x="130" y="140"/>
                    <a:pt x="130" y="139"/>
                  </a:cubicBezTo>
                  <a:cubicBezTo>
                    <a:pt x="129" y="137"/>
                    <a:pt x="127" y="135"/>
                    <a:pt x="126" y="134"/>
                  </a:cubicBezTo>
                  <a:cubicBezTo>
                    <a:pt x="125" y="134"/>
                    <a:pt x="123" y="132"/>
                    <a:pt x="122" y="131"/>
                  </a:cubicBezTo>
                  <a:cubicBezTo>
                    <a:pt x="121" y="130"/>
                    <a:pt x="120" y="129"/>
                    <a:pt x="119" y="128"/>
                  </a:cubicBezTo>
                  <a:cubicBezTo>
                    <a:pt x="119" y="127"/>
                    <a:pt x="117" y="123"/>
                    <a:pt x="118" y="121"/>
                  </a:cubicBezTo>
                  <a:cubicBezTo>
                    <a:pt x="119" y="120"/>
                    <a:pt x="123" y="120"/>
                    <a:pt x="123" y="119"/>
                  </a:cubicBezTo>
                  <a:cubicBezTo>
                    <a:pt x="124" y="117"/>
                    <a:pt x="123" y="114"/>
                    <a:pt x="123" y="112"/>
                  </a:cubicBezTo>
                  <a:cubicBezTo>
                    <a:pt x="124" y="110"/>
                    <a:pt x="127" y="105"/>
                    <a:pt x="129" y="104"/>
                  </a:cubicBezTo>
                  <a:cubicBezTo>
                    <a:pt x="131" y="103"/>
                    <a:pt x="134" y="102"/>
                    <a:pt x="136" y="101"/>
                  </a:cubicBezTo>
                  <a:cubicBezTo>
                    <a:pt x="137" y="101"/>
                    <a:pt x="139" y="100"/>
                    <a:pt x="139" y="99"/>
                  </a:cubicBezTo>
                  <a:cubicBezTo>
                    <a:pt x="141" y="98"/>
                    <a:pt x="141" y="93"/>
                    <a:pt x="142" y="92"/>
                  </a:cubicBezTo>
                  <a:cubicBezTo>
                    <a:pt x="143" y="90"/>
                    <a:pt x="145" y="88"/>
                    <a:pt x="145" y="86"/>
                  </a:cubicBezTo>
                  <a:cubicBezTo>
                    <a:pt x="146" y="84"/>
                    <a:pt x="145" y="81"/>
                    <a:pt x="145" y="79"/>
                  </a:cubicBezTo>
                  <a:cubicBezTo>
                    <a:pt x="146" y="77"/>
                    <a:pt x="148" y="75"/>
                    <a:pt x="148" y="73"/>
                  </a:cubicBezTo>
                  <a:cubicBezTo>
                    <a:pt x="148" y="72"/>
                    <a:pt x="147" y="69"/>
                    <a:pt x="146" y="67"/>
                  </a:cubicBezTo>
                  <a:cubicBezTo>
                    <a:pt x="146" y="66"/>
                    <a:pt x="145" y="64"/>
                    <a:pt x="144" y="63"/>
                  </a:cubicBezTo>
                  <a:cubicBezTo>
                    <a:pt x="144" y="61"/>
                    <a:pt x="144" y="59"/>
                    <a:pt x="145" y="57"/>
                  </a:cubicBezTo>
                  <a:cubicBezTo>
                    <a:pt x="145" y="57"/>
                    <a:pt x="147" y="56"/>
                    <a:pt x="148" y="55"/>
                  </a:cubicBezTo>
                  <a:cubicBezTo>
                    <a:pt x="149" y="54"/>
                    <a:pt x="150" y="52"/>
                    <a:pt x="151" y="51"/>
                  </a:cubicBezTo>
                  <a:cubicBezTo>
                    <a:pt x="151" y="49"/>
                    <a:pt x="151" y="46"/>
                    <a:pt x="152" y="44"/>
                  </a:cubicBezTo>
                  <a:cubicBezTo>
                    <a:pt x="152" y="43"/>
                    <a:pt x="152" y="39"/>
                    <a:pt x="154" y="37"/>
                  </a:cubicBezTo>
                  <a:cubicBezTo>
                    <a:pt x="155" y="36"/>
                    <a:pt x="159" y="37"/>
                    <a:pt x="161" y="35"/>
                  </a:cubicBezTo>
                  <a:cubicBezTo>
                    <a:pt x="162" y="34"/>
                    <a:pt x="162" y="30"/>
                    <a:pt x="162" y="30"/>
                  </a:cubicBezTo>
                  <a:cubicBezTo>
                    <a:pt x="162" y="30"/>
                    <a:pt x="160" y="26"/>
                    <a:pt x="159" y="25"/>
                  </a:cubicBezTo>
                  <a:cubicBezTo>
                    <a:pt x="159" y="24"/>
                    <a:pt x="159" y="23"/>
                    <a:pt x="159" y="22"/>
                  </a:cubicBezTo>
                  <a:cubicBezTo>
                    <a:pt x="161" y="21"/>
                    <a:pt x="162" y="21"/>
                    <a:pt x="163" y="20"/>
                  </a:cubicBezTo>
                  <a:cubicBezTo>
                    <a:pt x="164" y="19"/>
                    <a:pt x="165" y="17"/>
                    <a:pt x="166" y="16"/>
                  </a:cubicBezTo>
                  <a:cubicBezTo>
                    <a:pt x="168" y="15"/>
                    <a:pt x="173" y="14"/>
                    <a:pt x="175" y="13"/>
                  </a:cubicBezTo>
                  <a:cubicBezTo>
                    <a:pt x="178" y="13"/>
                    <a:pt x="183" y="13"/>
                    <a:pt x="186" y="13"/>
                  </a:cubicBezTo>
                  <a:cubicBezTo>
                    <a:pt x="189" y="13"/>
                    <a:pt x="194" y="13"/>
                    <a:pt x="197" y="12"/>
                  </a:cubicBezTo>
                  <a:cubicBezTo>
                    <a:pt x="198" y="11"/>
                    <a:pt x="201" y="8"/>
                    <a:pt x="202" y="8"/>
                  </a:cubicBezTo>
                  <a:cubicBezTo>
                    <a:pt x="203" y="9"/>
                    <a:pt x="204" y="13"/>
                    <a:pt x="205" y="14"/>
                  </a:cubicBezTo>
                  <a:cubicBezTo>
                    <a:pt x="205" y="14"/>
                    <a:pt x="207" y="16"/>
                    <a:pt x="208" y="16"/>
                  </a:cubicBezTo>
                  <a:cubicBezTo>
                    <a:pt x="209" y="16"/>
                    <a:pt x="210" y="15"/>
                    <a:pt x="211" y="14"/>
                  </a:cubicBezTo>
                  <a:cubicBezTo>
                    <a:pt x="212" y="13"/>
                    <a:pt x="212" y="10"/>
                    <a:pt x="213" y="8"/>
                  </a:cubicBezTo>
                  <a:cubicBezTo>
                    <a:pt x="213" y="7"/>
                    <a:pt x="214" y="4"/>
                    <a:pt x="215" y="3"/>
                  </a:cubicBezTo>
                  <a:cubicBezTo>
                    <a:pt x="216" y="2"/>
                    <a:pt x="219" y="0"/>
                    <a:pt x="221" y="0"/>
                  </a:cubicBezTo>
                  <a:cubicBezTo>
                    <a:pt x="222" y="0"/>
                    <a:pt x="223" y="1"/>
                    <a:pt x="224" y="1"/>
                  </a:cubicBezTo>
                  <a:cubicBezTo>
                    <a:pt x="226" y="2"/>
                    <a:pt x="229" y="6"/>
                    <a:pt x="231" y="7"/>
                  </a:cubicBezTo>
                  <a:cubicBezTo>
                    <a:pt x="232" y="8"/>
                    <a:pt x="235" y="9"/>
                    <a:pt x="237" y="9"/>
                  </a:cubicBezTo>
                  <a:cubicBezTo>
                    <a:pt x="239" y="10"/>
                    <a:pt x="242" y="13"/>
                    <a:pt x="243" y="15"/>
                  </a:cubicBezTo>
                  <a:cubicBezTo>
                    <a:pt x="244" y="17"/>
                    <a:pt x="244" y="22"/>
                    <a:pt x="245" y="24"/>
                  </a:cubicBezTo>
                  <a:cubicBezTo>
                    <a:pt x="245" y="25"/>
                    <a:pt x="245" y="29"/>
                    <a:pt x="247" y="30"/>
                  </a:cubicBezTo>
                  <a:cubicBezTo>
                    <a:pt x="248" y="31"/>
                    <a:pt x="252" y="30"/>
                    <a:pt x="254" y="31"/>
                  </a:cubicBezTo>
                  <a:cubicBezTo>
                    <a:pt x="256" y="31"/>
                    <a:pt x="260" y="33"/>
                    <a:pt x="261" y="34"/>
                  </a:cubicBezTo>
                  <a:cubicBezTo>
                    <a:pt x="263" y="34"/>
                    <a:pt x="266" y="36"/>
                    <a:pt x="268" y="36"/>
                  </a:cubicBezTo>
                  <a:cubicBezTo>
                    <a:pt x="269" y="36"/>
                    <a:pt x="270" y="34"/>
                    <a:pt x="271" y="35"/>
                  </a:cubicBezTo>
                  <a:cubicBezTo>
                    <a:pt x="273" y="35"/>
                    <a:pt x="273" y="41"/>
                    <a:pt x="274" y="42"/>
                  </a:cubicBezTo>
                  <a:cubicBezTo>
                    <a:pt x="276" y="44"/>
                    <a:pt x="281" y="45"/>
                    <a:pt x="283" y="45"/>
                  </a:cubicBezTo>
                  <a:cubicBezTo>
                    <a:pt x="285" y="46"/>
                    <a:pt x="290" y="45"/>
                    <a:pt x="291" y="44"/>
                  </a:cubicBezTo>
                  <a:cubicBezTo>
                    <a:pt x="293" y="43"/>
                    <a:pt x="295" y="38"/>
                    <a:pt x="295" y="36"/>
                  </a:cubicBezTo>
                  <a:cubicBezTo>
                    <a:pt x="296" y="34"/>
                    <a:pt x="295" y="31"/>
                    <a:pt x="295" y="29"/>
                  </a:cubicBezTo>
                  <a:cubicBezTo>
                    <a:pt x="296" y="28"/>
                    <a:pt x="298" y="25"/>
                    <a:pt x="300" y="24"/>
                  </a:cubicBezTo>
                  <a:cubicBezTo>
                    <a:pt x="302" y="23"/>
                    <a:pt x="307" y="23"/>
                    <a:pt x="309" y="24"/>
                  </a:cubicBezTo>
                  <a:cubicBezTo>
                    <a:pt x="310" y="25"/>
                    <a:pt x="314" y="27"/>
                    <a:pt x="314" y="29"/>
                  </a:cubicBezTo>
                  <a:cubicBezTo>
                    <a:pt x="314" y="30"/>
                    <a:pt x="311" y="32"/>
                    <a:pt x="311" y="34"/>
                  </a:cubicBezTo>
                  <a:cubicBezTo>
                    <a:pt x="311" y="35"/>
                    <a:pt x="311" y="38"/>
                    <a:pt x="311" y="39"/>
                  </a:cubicBezTo>
                  <a:cubicBezTo>
                    <a:pt x="312" y="40"/>
                    <a:pt x="315" y="40"/>
                    <a:pt x="316" y="41"/>
                  </a:cubicBezTo>
                  <a:cubicBezTo>
                    <a:pt x="317" y="41"/>
                    <a:pt x="318" y="43"/>
                    <a:pt x="319" y="43"/>
                  </a:cubicBezTo>
                  <a:cubicBezTo>
                    <a:pt x="319" y="44"/>
                    <a:pt x="319" y="47"/>
                    <a:pt x="320" y="48"/>
                  </a:cubicBezTo>
                  <a:cubicBezTo>
                    <a:pt x="322" y="49"/>
                    <a:pt x="326" y="47"/>
                    <a:pt x="328" y="46"/>
                  </a:cubicBezTo>
                  <a:cubicBezTo>
                    <a:pt x="329" y="45"/>
                    <a:pt x="332" y="42"/>
                    <a:pt x="333" y="42"/>
                  </a:cubicBezTo>
                  <a:cubicBezTo>
                    <a:pt x="335" y="43"/>
                    <a:pt x="334" y="49"/>
                    <a:pt x="335" y="51"/>
                  </a:cubicBezTo>
                  <a:cubicBezTo>
                    <a:pt x="335" y="52"/>
                    <a:pt x="337" y="53"/>
                    <a:pt x="337" y="54"/>
                  </a:cubicBezTo>
                  <a:cubicBezTo>
                    <a:pt x="338" y="56"/>
                    <a:pt x="338" y="61"/>
                    <a:pt x="339" y="63"/>
                  </a:cubicBezTo>
                  <a:cubicBezTo>
                    <a:pt x="340" y="65"/>
                    <a:pt x="342" y="68"/>
                    <a:pt x="343" y="69"/>
                  </a:cubicBezTo>
                  <a:cubicBezTo>
                    <a:pt x="344" y="70"/>
                    <a:pt x="348" y="71"/>
                    <a:pt x="349" y="72"/>
                  </a:cubicBezTo>
                  <a:cubicBezTo>
                    <a:pt x="350" y="73"/>
                    <a:pt x="351" y="76"/>
                    <a:pt x="351" y="78"/>
                  </a:cubicBezTo>
                  <a:cubicBezTo>
                    <a:pt x="352" y="80"/>
                    <a:pt x="351" y="84"/>
                    <a:pt x="351" y="85"/>
                  </a:cubicBezTo>
                  <a:cubicBezTo>
                    <a:pt x="351" y="88"/>
                    <a:pt x="351" y="93"/>
                    <a:pt x="353" y="95"/>
                  </a:cubicBezTo>
                  <a:cubicBezTo>
                    <a:pt x="353" y="96"/>
                    <a:pt x="356" y="96"/>
                    <a:pt x="357" y="96"/>
                  </a:cubicBezTo>
                  <a:cubicBezTo>
                    <a:pt x="358" y="95"/>
                    <a:pt x="359" y="92"/>
                    <a:pt x="360" y="91"/>
                  </a:cubicBezTo>
                  <a:cubicBezTo>
                    <a:pt x="362" y="89"/>
                    <a:pt x="367" y="88"/>
                    <a:pt x="369" y="88"/>
                  </a:cubicBezTo>
                  <a:cubicBezTo>
                    <a:pt x="371" y="87"/>
                    <a:pt x="375" y="86"/>
                    <a:pt x="377" y="87"/>
                  </a:cubicBezTo>
                  <a:cubicBezTo>
                    <a:pt x="378" y="87"/>
                    <a:pt x="380" y="90"/>
                    <a:pt x="382" y="91"/>
                  </a:cubicBezTo>
                  <a:cubicBezTo>
                    <a:pt x="383" y="92"/>
                    <a:pt x="386" y="92"/>
                    <a:pt x="388" y="93"/>
                  </a:cubicBezTo>
                  <a:cubicBezTo>
                    <a:pt x="389" y="94"/>
                    <a:pt x="391" y="96"/>
                    <a:pt x="392" y="97"/>
                  </a:cubicBezTo>
                  <a:cubicBezTo>
                    <a:pt x="394" y="99"/>
                    <a:pt x="393" y="105"/>
                    <a:pt x="395" y="107"/>
                  </a:cubicBezTo>
                  <a:cubicBezTo>
                    <a:pt x="396" y="108"/>
                    <a:pt x="400" y="110"/>
                    <a:pt x="402" y="110"/>
                  </a:cubicBezTo>
                  <a:cubicBezTo>
                    <a:pt x="404" y="110"/>
                    <a:pt x="409" y="110"/>
                    <a:pt x="411" y="109"/>
                  </a:cubicBezTo>
                  <a:cubicBezTo>
                    <a:pt x="413" y="108"/>
                    <a:pt x="417" y="105"/>
                    <a:pt x="418" y="103"/>
                  </a:cubicBezTo>
                  <a:cubicBezTo>
                    <a:pt x="419" y="103"/>
                    <a:pt x="419" y="102"/>
                    <a:pt x="420" y="100"/>
                  </a:cubicBezTo>
                  <a:cubicBezTo>
                    <a:pt x="421" y="101"/>
                    <a:pt x="421" y="101"/>
                    <a:pt x="421" y="101"/>
                  </a:cubicBezTo>
                  <a:cubicBezTo>
                    <a:pt x="422" y="102"/>
                    <a:pt x="424" y="105"/>
                    <a:pt x="425" y="106"/>
                  </a:cubicBezTo>
                  <a:cubicBezTo>
                    <a:pt x="426" y="106"/>
                    <a:pt x="428" y="107"/>
                    <a:pt x="428" y="108"/>
                  </a:cubicBezTo>
                  <a:cubicBezTo>
                    <a:pt x="429" y="109"/>
                    <a:pt x="429" y="112"/>
                    <a:pt x="430" y="113"/>
                  </a:cubicBezTo>
                  <a:cubicBezTo>
                    <a:pt x="432" y="114"/>
                    <a:pt x="436" y="114"/>
                    <a:pt x="437" y="115"/>
                  </a:cubicBezTo>
                  <a:cubicBezTo>
                    <a:pt x="438" y="117"/>
                    <a:pt x="437" y="120"/>
                    <a:pt x="437" y="122"/>
                  </a:cubicBezTo>
                  <a:cubicBezTo>
                    <a:pt x="437" y="123"/>
                    <a:pt x="436" y="125"/>
                    <a:pt x="436" y="125"/>
                  </a:cubicBezTo>
                  <a:cubicBezTo>
                    <a:pt x="435" y="126"/>
                    <a:pt x="434" y="127"/>
                    <a:pt x="434" y="127"/>
                  </a:cubicBezTo>
                  <a:cubicBezTo>
                    <a:pt x="433" y="127"/>
                    <a:pt x="433" y="125"/>
                    <a:pt x="432" y="125"/>
                  </a:cubicBezTo>
                  <a:cubicBezTo>
                    <a:pt x="431" y="124"/>
                    <a:pt x="428" y="124"/>
                    <a:pt x="427" y="124"/>
                  </a:cubicBezTo>
                  <a:cubicBezTo>
                    <a:pt x="426" y="124"/>
                    <a:pt x="425" y="125"/>
                    <a:pt x="424" y="126"/>
                  </a:cubicBezTo>
                  <a:cubicBezTo>
                    <a:pt x="423" y="127"/>
                    <a:pt x="422" y="130"/>
                    <a:pt x="422" y="132"/>
                  </a:cubicBezTo>
                  <a:cubicBezTo>
                    <a:pt x="422" y="134"/>
                    <a:pt x="425" y="138"/>
                    <a:pt x="424" y="139"/>
                  </a:cubicBezTo>
                  <a:cubicBezTo>
                    <a:pt x="423" y="141"/>
                    <a:pt x="419" y="142"/>
                    <a:pt x="417" y="143"/>
                  </a:cubicBezTo>
                  <a:cubicBezTo>
                    <a:pt x="416" y="144"/>
                    <a:pt x="413" y="146"/>
                    <a:pt x="412" y="147"/>
                  </a:cubicBezTo>
                  <a:cubicBezTo>
                    <a:pt x="411" y="147"/>
                    <a:pt x="408" y="146"/>
                    <a:pt x="407" y="147"/>
                  </a:cubicBezTo>
                  <a:cubicBezTo>
                    <a:pt x="406" y="148"/>
                    <a:pt x="405" y="150"/>
                    <a:pt x="405" y="151"/>
                  </a:cubicBezTo>
                  <a:cubicBezTo>
                    <a:pt x="406" y="152"/>
                    <a:pt x="409" y="152"/>
                    <a:pt x="409" y="153"/>
                  </a:cubicBezTo>
                  <a:cubicBezTo>
                    <a:pt x="410" y="154"/>
                    <a:pt x="410" y="156"/>
                    <a:pt x="410" y="157"/>
                  </a:cubicBezTo>
                  <a:cubicBezTo>
                    <a:pt x="410" y="159"/>
                    <a:pt x="407" y="161"/>
                    <a:pt x="407" y="162"/>
                  </a:cubicBezTo>
                  <a:cubicBezTo>
                    <a:pt x="407" y="164"/>
                    <a:pt x="409" y="167"/>
                    <a:pt x="410" y="168"/>
                  </a:cubicBezTo>
                  <a:cubicBezTo>
                    <a:pt x="411" y="169"/>
                    <a:pt x="413" y="169"/>
                    <a:pt x="414" y="169"/>
                  </a:cubicBezTo>
                  <a:cubicBezTo>
                    <a:pt x="416" y="169"/>
                    <a:pt x="418" y="167"/>
                    <a:pt x="420" y="167"/>
                  </a:cubicBezTo>
                  <a:cubicBezTo>
                    <a:pt x="422" y="167"/>
                    <a:pt x="425" y="167"/>
                    <a:pt x="426" y="167"/>
                  </a:cubicBezTo>
                  <a:cubicBezTo>
                    <a:pt x="428" y="168"/>
                    <a:pt x="429" y="171"/>
                    <a:pt x="430" y="171"/>
                  </a:cubicBezTo>
                  <a:cubicBezTo>
                    <a:pt x="432" y="172"/>
                    <a:pt x="436" y="171"/>
                    <a:pt x="438" y="171"/>
                  </a:cubicBezTo>
                  <a:cubicBezTo>
                    <a:pt x="439" y="172"/>
                    <a:pt x="440" y="174"/>
                    <a:pt x="442" y="174"/>
                  </a:cubicBezTo>
                  <a:cubicBezTo>
                    <a:pt x="442" y="174"/>
                    <a:pt x="443" y="172"/>
                    <a:pt x="443" y="171"/>
                  </a:cubicBezTo>
                  <a:cubicBezTo>
                    <a:pt x="444" y="171"/>
                    <a:pt x="447" y="171"/>
                    <a:pt x="448" y="172"/>
                  </a:cubicBezTo>
                  <a:cubicBezTo>
                    <a:pt x="449" y="174"/>
                    <a:pt x="448" y="177"/>
                    <a:pt x="447" y="178"/>
                  </a:cubicBezTo>
                  <a:cubicBezTo>
                    <a:pt x="447" y="179"/>
                    <a:pt x="444" y="179"/>
                    <a:pt x="443" y="180"/>
                  </a:cubicBezTo>
                  <a:cubicBezTo>
                    <a:pt x="442" y="180"/>
                    <a:pt x="440" y="180"/>
                    <a:pt x="439" y="181"/>
                  </a:cubicBezTo>
                  <a:cubicBezTo>
                    <a:pt x="438" y="182"/>
                    <a:pt x="439" y="186"/>
                    <a:pt x="439" y="188"/>
                  </a:cubicBezTo>
                  <a:cubicBezTo>
                    <a:pt x="440" y="189"/>
                    <a:pt x="441" y="190"/>
                    <a:pt x="442" y="191"/>
                  </a:cubicBezTo>
                  <a:cubicBezTo>
                    <a:pt x="444" y="192"/>
                    <a:pt x="448" y="191"/>
                    <a:pt x="450" y="191"/>
                  </a:cubicBezTo>
                  <a:cubicBezTo>
                    <a:pt x="451" y="191"/>
                    <a:pt x="453" y="189"/>
                    <a:pt x="454" y="189"/>
                  </a:cubicBezTo>
                  <a:cubicBezTo>
                    <a:pt x="455" y="189"/>
                    <a:pt x="456" y="191"/>
                    <a:pt x="457" y="192"/>
                  </a:cubicBezTo>
                  <a:cubicBezTo>
                    <a:pt x="457" y="193"/>
                    <a:pt x="456" y="196"/>
                    <a:pt x="455" y="198"/>
                  </a:cubicBezTo>
                  <a:cubicBezTo>
                    <a:pt x="455" y="198"/>
                    <a:pt x="453" y="200"/>
                    <a:pt x="452" y="201"/>
                  </a:cubicBezTo>
                  <a:cubicBezTo>
                    <a:pt x="452" y="202"/>
                    <a:pt x="451" y="204"/>
                    <a:pt x="450" y="205"/>
                  </a:cubicBezTo>
                  <a:cubicBezTo>
                    <a:pt x="448" y="206"/>
                    <a:pt x="442" y="205"/>
                    <a:pt x="441" y="207"/>
                  </a:cubicBezTo>
                  <a:cubicBezTo>
                    <a:pt x="439" y="208"/>
                    <a:pt x="438" y="211"/>
                    <a:pt x="438" y="213"/>
                  </a:cubicBezTo>
                  <a:cubicBezTo>
                    <a:pt x="437" y="214"/>
                    <a:pt x="437" y="217"/>
                    <a:pt x="437" y="218"/>
                  </a:cubicBezTo>
                  <a:cubicBezTo>
                    <a:pt x="436" y="219"/>
                    <a:pt x="434" y="222"/>
                    <a:pt x="433" y="223"/>
                  </a:cubicBezTo>
                  <a:cubicBezTo>
                    <a:pt x="432" y="224"/>
                    <a:pt x="429" y="224"/>
                    <a:pt x="428" y="226"/>
                  </a:cubicBezTo>
                  <a:cubicBezTo>
                    <a:pt x="427" y="227"/>
                    <a:pt x="428" y="232"/>
                    <a:pt x="429" y="234"/>
                  </a:cubicBezTo>
                  <a:cubicBezTo>
                    <a:pt x="430" y="235"/>
                    <a:pt x="433" y="236"/>
                    <a:pt x="434" y="236"/>
                  </a:cubicBezTo>
                  <a:cubicBezTo>
                    <a:pt x="436" y="237"/>
                    <a:pt x="441" y="237"/>
                    <a:pt x="444" y="238"/>
                  </a:cubicBezTo>
                  <a:cubicBezTo>
                    <a:pt x="445" y="239"/>
                    <a:pt x="448" y="242"/>
                    <a:pt x="450" y="243"/>
                  </a:cubicBezTo>
                  <a:cubicBezTo>
                    <a:pt x="451" y="243"/>
                    <a:pt x="454" y="244"/>
                    <a:pt x="457" y="244"/>
                  </a:cubicBezTo>
                  <a:cubicBezTo>
                    <a:pt x="457" y="245"/>
                    <a:pt x="457" y="248"/>
                    <a:pt x="458" y="249"/>
                  </a:cubicBezTo>
                  <a:cubicBezTo>
                    <a:pt x="458" y="250"/>
                    <a:pt x="459" y="253"/>
                    <a:pt x="460" y="254"/>
                  </a:cubicBezTo>
                  <a:cubicBezTo>
                    <a:pt x="460" y="254"/>
                    <a:pt x="462" y="254"/>
                    <a:pt x="463" y="255"/>
                  </a:cubicBezTo>
                  <a:cubicBezTo>
                    <a:pt x="464" y="255"/>
                    <a:pt x="465" y="257"/>
                    <a:pt x="466" y="25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8"/>
            <p:cNvSpPr>
              <a:spLocks/>
            </p:cNvSpPr>
            <p:nvPr/>
          </p:nvSpPr>
          <p:spPr bwMode="auto">
            <a:xfrm>
              <a:off x="5343525" y="1439863"/>
              <a:ext cx="808038" cy="1189038"/>
            </a:xfrm>
            <a:custGeom>
              <a:avLst/>
              <a:gdLst/>
              <a:ahLst/>
              <a:cxnLst>
                <a:cxn ang="0">
                  <a:pos x="362" y="822"/>
                </a:cxn>
                <a:cxn ang="0">
                  <a:pos x="335" y="801"/>
                </a:cxn>
                <a:cxn ang="0">
                  <a:pos x="283" y="795"/>
                </a:cxn>
                <a:cxn ang="0">
                  <a:pos x="250" y="783"/>
                </a:cxn>
                <a:cxn ang="0">
                  <a:pos x="235" y="746"/>
                </a:cxn>
                <a:cxn ang="0">
                  <a:pos x="207" y="720"/>
                </a:cxn>
                <a:cxn ang="0">
                  <a:pos x="204" y="689"/>
                </a:cxn>
                <a:cxn ang="0">
                  <a:pos x="199" y="643"/>
                </a:cxn>
                <a:cxn ang="0">
                  <a:pos x="167" y="645"/>
                </a:cxn>
                <a:cxn ang="0">
                  <a:pos x="170" y="626"/>
                </a:cxn>
                <a:cxn ang="0">
                  <a:pos x="157" y="606"/>
                </a:cxn>
                <a:cxn ang="0">
                  <a:pos x="124" y="623"/>
                </a:cxn>
                <a:cxn ang="0">
                  <a:pos x="99" y="613"/>
                </a:cxn>
                <a:cxn ang="0">
                  <a:pos x="103" y="588"/>
                </a:cxn>
                <a:cxn ang="0">
                  <a:pos x="79" y="564"/>
                </a:cxn>
                <a:cxn ang="0">
                  <a:pos x="86" y="548"/>
                </a:cxn>
                <a:cxn ang="0">
                  <a:pos x="76" y="535"/>
                </a:cxn>
                <a:cxn ang="0">
                  <a:pos x="56" y="520"/>
                </a:cxn>
                <a:cxn ang="0">
                  <a:pos x="24" y="509"/>
                </a:cxn>
                <a:cxn ang="0">
                  <a:pos x="19" y="476"/>
                </a:cxn>
                <a:cxn ang="0">
                  <a:pos x="13" y="454"/>
                </a:cxn>
                <a:cxn ang="0">
                  <a:pos x="22" y="444"/>
                </a:cxn>
                <a:cxn ang="0">
                  <a:pos x="18" y="433"/>
                </a:cxn>
                <a:cxn ang="0">
                  <a:pos x="8" y="407"/>
                </a:cxn>
                <a:cxn ang="0">
                  <a:pos x="4" y="384"/>
                </a:cxn>
                <a:cxn ang="0">
                  <a:pos x="47" y="379"/>
                </a:cxn>
                <a:cxn ang="0">
                  <a:pos x="73" y="369"/>
                </a:cxn>
                <a:cxn ang="0">
                  <a:pos x="101" y="365"/>
                </a:cxn>
                <a:cxn ang="0">
                  <a:pos x="147" y="325"/>
                </a:cxn>
                <a:cxn ang="0">
                  <a:pos x="180" y="294"/>
                </a:cxn>
                <a:cxn ang="0">
                  <a:pos x="200" y="290"/>
                </a:cxn>
                <a:cxn ang="0">
                  <a:pos x="210" y="268"/>
                </a:cxn>
                <a:cxn ang="0">
                  <a:pos x="227" y="255"/>
                </a:cxn>
                <a:cxn ang="0">
                  <a:pos x="251" y="240"/>
                </a:cxn>
                <a:cxn ang="0">
                  <a:pos x="261" y="211"/>
                </a:cxn>
                <a:cxn ang="0">
                  <a:pos x="248" y="163"/>
                </a:cxn>
                <a:cxn ang="0">
                  <a:pos x="232" y="132"/>
                </a:cxn>
                <a:cxn ang="0">
                  <a:pos x="229" y="119"/>
                </a:cxn>
                <a:cxn ang="0">
                  <a:pos x="211" y="96"/>
                </a:cxn>
                <a:cxn ang="0">
                  <a:pos x="198" y="75"/>
                </a:cxn>
                <a:cxn ang="0">
                  <a:pos x="219" y="55"/>
                </a:cxn>
                <a:cxn ang="0">
                  <a:pos x="248" y="48"/>
                </a:cxn>
                <a:cxn ang="0">
                  <a:pos x="263" y="30"/>
                </a:cxn>
                <a:cxn ang="0">
                  <a:pos x="263" y="8"/>
                </a:cxn>
                <a:cxn ang="0">
                  <a:pos x="308" y="20"/>
                </a:cxn>
                <a:cxn ang="0">
                  <a:pos x="341" y="34"/>
                </a:cxn>
                <a:cxn ang="0">
                  <a:pos x="392" y="59"/>
                </a:cxn>
                <a:cxn ang="0">
                  <a:pos x="428" y="113"/>
                </a:cxn>
                <a:cxn ang="0">
                  <a:pos x="428" y="170"/>
                </a:cxn>
                <a:cxn ang="0">
                  <a:pos x="448" y="208"/>
                </a:cxn>
                <a:cxn ang="0">
                  <a:pos x="463" y="297"/>
                </a:cxn>
                <a:cxn ang="0">
                  <a:pos x="535" y="461"/>
                </a:cxn>
                <a:cxn ang="0">
                  <a:pos x="542" y="503"/>
                </a:cxn>
                <a:cxn ang="0">
                  <a:pos x="555" y="570"/>
                </a:cxn>
                <a:cxn ang="0">
                  <a:pos x="542" y="676"/>
                </a:cxn>
                <a:cxn ang="0">
                  <a:pos x="451" y="734"/>
                </a:cxn>
                <a:cxn ang="0">
                  <a:pos x="419" y="789"/>
                </a:cxn>
                <a:cxn ang="0">
                  <a:pos x="391" y="827"/>
                </a:cxn>
              </a:cxnLst>
              <a:rect l="0" t="0" r="r" b="b"/>
              <a:pathLst>
                <a:path w="563" h="828">
                  <a:moveTo>
                    <a:pt x="384" y="821"/>
                  </a:moveTo>
                  <a:cubicBezTo>
                    <a:pt x="383" y="821"/>
                    <a:pt x="382" y="822"/>
                    <a:pt x="381" y="822"/>
                  </a:cubicBezTo>
                  <a:cubicBezTo>
                    <a:pt x="379" y="823"/>
                    <a:pt x="376" y="826"/>
                    <a:pt x="374" y="827"/>
                  </a:cubicBezTo>
                  <a:cubicBezTo>
                    <a:pt x="372" y="827"/>
                    <a:pt x="368" y="827"/>
                    <a:pt x="367" y="827"/>
                  </a:cubicBezTo>
                  <a:cubicBezTo>
                    <a:pt x="365" y="826"/>
                    <a:pt x="363" y="824"/>
                    <a:pt x="362" y="822"/>
                  </a:cubicBezTo>
                  <a:cubicBezTo>
                    <a:pt x="362" y="821"/>
                    <a:pt x="362" y="819"/>
                    <a:pt x="362" y="818"/>
                  </a:cubicBezTo>
                  <a:cubicBezTo>
                    <a:pt x="361" y="816"/>
                    <a:pt x="357" y="813"/>
                    <a:pt x="355" y="812"/>
                  </a:cubicBezTo>
                  <a:cubicBezTo>
                    <a:pt x="354" y="811"/>
                    <a:pt x="350" y="811"/>
                    <a:pt x="349" y="810"/>
                  </a:cubicBezTo>
                  <a:cubicBezTo>
                    <a:pt x="347" y="809"/>
                    <a:pt x="343" y="805"/>
                    <a:pt x="341" y="803"/>
                  </a:cubicBezTo>
                  <a:cubicBezTo>
                    <a:pt x="340" y="802"/>
                    <a:pt x="337" y="801"/>
                    <a:pt x="335" y="801"/>
                  </a:cubicBezTo>
                  <a:cubicBezTo>
                    <a:pt x="334" y="800"/>
                    <a:pt x="331" y="800"/>
                    <a:pt x="330" y="801"/>
                  </a:cubicBezTo>
                  <a:cubicBezTo>
                    <a:pt x="327" y="801"/>
                    <a:pt x="321" y="802"/>
                    <a:pt x="318" y="802"/>
                  </a:cubicBezTo>
                  <a:cubicBezTo>
                    <a:pt x="314" y="802"/>
                    <a:pt x="304" y="803"/>
                    <a:pt x="300" y="802"/>
                  </a:cubicBezTo>
                  <a:cubicBezTo>
                    <a:pt x="297" y="801"/>
                    <a:pt x="294" y="796"/>
                    <a:pt x="292" y="795"/>
                  </a:cubicBezTo>
                  <a:cubicBezTo>
                    <a:pt x="290" y="794"/>
                    <a:pt x="285" y="795"/>
                    <a:pt x="283" y="795"/>
                  </a:cubicBezTo>
                  <a:cubicBezTo>
                    <a:pt x="281" y="796"/>
                    <a:pt x="277" y="799"/>
                    <a:pt x="275" y="799"/>
                  </a:cubicBezTo>
                  <a:cubicBezTo>
                    <a:pt x="272" y="800"/>
                    <a:pt x="266" y="800"/>
                    <a:pt x="263" y="799"/>
                  </a:cubicBezTo>
                  <a:cubicBezTo>
                    <a:pt x="261" y="797"/>
                    <a:pt x="261" y="791"/>
                    <a:pt x="259" y="790"/>
                  </a:cubicBezTo>
                  <a:cubicBezTo>
                    <a:pt x="257" y="788"/>
                    <a:pt x="253" y="789"/>
                    <a:pt x="252" y="788"/>
                  </a:cubicBezTo>
                  <a:cubicBezTo>
                    <a:pt x="251" y="787"/>
                    <a:pt x="251" y="784"/>
                    <a:pt x="250" y="783"/>
                  </a:cubicBezTo>
                  <a:cubicBezTo>
                    <a:pt x="249" y="781"/>
                    <a:pt x="248" y="777"/>
                    <a:pt x="247" y="775"/>
                  </a:cubicBezTo>
                  <a:cubicBezTo>
                    <a:pt x="247" y="772"/>
                    <a:pt x="249" y="765"/>
                    <a:pt x="247" y="763"/>
                  </a:cubicBezTo>
                  <a:cubicBezTo>
                    <a:pt x="246" y="761"/>
                    <a:pt x="241" y="762"/>
                    <a:pt x="240" y="760"/>
                  </a:cubicBezTo>
                  <a:cubicBezTo>
                    <a:pt x="238" y="758"/>
                    <a:pt x="238" y="753"/>
                    <a:pt x="237" y="751"/>
                  </a:cubicBezTo>
                  <a:cubicBezTo>
                    <a:pt x="237" y="750"/>
                    <a:pt x="236" y="747"/>
                    <a:pt x="235" y="746"/>
                  </a:cubicBezTo>
                  <a:cubicBezTo>
                    <a:pt x="233" y="744"/>
                    <a:pt x="227" y="744"/>
                    <a:pt x="224" y="743"/>
                  </a:cubicBezTo>
                  <a:cubicBezTo>
                    <a:pt x="223" y="741"/>
                    <a:pt x="221" y="738"/>
                    <a:pt x="220" y="736"/>
                  </a:cubicBezTo>
                  <a:cubicBezTo>
                    <a:pt x="219" y="734"/>
                    <a:pt x="218" y="730"/>
                    <a:pt x="217" y="728"/>
                  </a:cubicBezTo>
                  <a:cubicBezTo>
                    <a:pt x="216" y="726"/>
                    <a:pt x="211" y="724"/>
                    <a:pt x="210" y="723"/>
                  </a:cubicBezTo>
                  <a:cubicBezTo>
                    <a:pt x="209" y="722"/>
                    <a:pt x="207" y="721"/>
                    <a:pt x="207" y="720"/>
                  </a:cubicBezTo>
                  <a:cubicBezTo>
                    <a:pt x="206" y="719"/>
                    <a:pt x="206" y="717"/>
                    <a:pt x="205" y="716"/>
                  </a:cubicBezTo>
                  <a:cubicBezTo>
                    <a:pt x="205" y="715"/>
                    <a:pt x="202" y="713"/>
                    <a:pt x="201" y="711"/>
                  </a:cubicBezTo>
                  <a:cubicBezTo>
                    <a:pt x="201" y="709"/>
                    <a:pt x="201" y="706"/>
                    <a:pt x="201" y="704"/>
                  </a:cubicBezTo>
                  <a:cubicBezTo>
                    <a:pt x="202" y="702"/>
                    <a:pt x="207" y="698"/>
                    <a:pt x="207" y="696"/>
                  </a:cubicBezTo>
                  <a:cubicBezTo>
                    <a:pt x="207" y="694"/>
                    <a:pt x="205" y="691"/>
                    <a:pt x="204" y="689"/>
                  </a:cubicBezTo>
                  <a:cubicBezTo>
                    <a:pt x="204" y="685"/>
                    <a:pt x="204" y="677"/>
                    <a:pt x="204" y="673"/>
                  </a:cubicBezTo>
                  <a:cubicBezTo>
                    <a:pt x="205" y="671"/>
                    <a:pt x="208" y="666"/>
                    <a:pt x="208" y="663"/>
                  </a:cubicBezTo>
                  <a:cubicBezTo>
                    <a:pt x="209" y="661"/>
                    <a:pt x="209" y="656"/>
                    <a:pt x="208" y="653"/>
                  </a:cubicBezTo>
                  <a:cubicBezTo>
                    <a:pt x="208" y="652"/>
                    <a:pt x="207" y="648"/>
                    <a:pt x="206" y="647"/>
                  </a:cubicBezTo>
                  <a:cubicBezTo>
                    <a:pt x="204" y="645"/>
                    <a:pt x="200" y="644"/>
                    <a:pt x="199" y="643"/>
                  </a:cubicBezTo>
                  <a:cubicBezTo>
                    <a:pt x="197" y="643"/>
                    <a:pt x="195" y="640"/>
                    <a:pt x="194" y="641"/>
                  </a:cubicBezTo>
                  <a:cubicBezTo>
                    <a:pt x="192" y="641"/>
                    <a:pt x="189" y="644"/>
                    <a:pt x="188" y="646"/>
                  </a:cubicBezTo>
                  <a:cubicBezTo>
                    <a:pt x="187" y="648"/>
                    <a:pt x="186" y="653"/>
                    <a:pt x="183" y="654"/>
                  </a:cubicBezTo>
                  <a:cubicBezTo>
                    <a:pt x="181" y="654"/>
                    <a:pt x="178" y="651"/>
                    <a:pt x="176" y="650"/>
                  </a:cubicBezTo>
                  <a:cubicBezTo>
                    <a:pt x="174" y="649"/>
                    <a:pt x="168" y="648"/>
                    <a:pt x="167" y="645"/>
                  </a:cubicBezTo>
                  <a:cubicBezTo>
                    <a:pt x="166" y="643"/>
                    <a:pt x="169" y="636"/>
                    <a:pt x="167" y="634"/>
                  </a:cubicBezTo>
                  <a:cubicBezTo>
                    <a:pt x="166" y="632"/>
                    <a:pt x="161" y="631"/>
                    <a:pt x="160" y="630"/>
                  </a:cubicBezTo>
                  <a:cubicBezTo>
                    <a:pt x="160" y="629"/>
                    <a:pt x="160" y="626"/>
                    <a:pt x="160" y="625"/>
                  </a:cubicBezTo>
                  <a:cubicBezTo>
                    <a:pt x="161" y="624"/>
                    <a:pt x="163" y="624"/>
                    <a:pt x="164" y="624"/>
                  </a:cubicBezTo>
                  <a:cubicBezTo>
                    <a:pt x="166" y="624"/>
                    <a:pt x="168" y="626"/>
                    <a:pt x="170" y="626"/>
                  </a:cubicBezTo>
                  <a:cubicBezTo>
                    <a:pt x="171" y="625"/>
                    <a:pt x="173" y="622"/>
                    <a:pt x="173" y="621"/>
                  </a:cubicBezTo>
                  <a:cubicBezTo>
                    <a:pt x="174" y="620"/>
                    <a:pt x="175" y="618"/>
                    <a:pt x="174" y="617"/>
                  </a:cubicBezTo>
                  <a:cubicBezTo>
                    <a:pt x="174" y="615"/>
                    <a:pt x="170" y="615"/>
                    <a:pt x="169" y="614"/>
                  </a:cubicBezTo>
                  <a:cubicBezTo>
                    <a:pt x="168" y="613"/>
                    <a:pt x="166" y="609"/>
                    <a:pt x="165" y="608"/>
                  </a:cubicBezTo>
                  <a:cubicBezTo>
                    <a:pt x="163" y="607"/>
                    <a:pt x="159" y="607"/>
                    <a:pt x="157" y="606"/>
                  </a:cubicBezTo>
                  <a:cubicBezTo>
                    <a:pt x="154" y="606"/>
                    <a:pt x="149" y="605"/>
                    <a:pt x="147" y="606"/>
                  </a:cubicBezTo>
                  <a:cubicBezTo>
                    <a:pt x="145" y="607"/>
                    <a:pt x="142" y="612"/>
                    <a:pt x="141" y="614"/>
                  </a:cubicBezTo>
                  <a:cubicBezTo>
                    <a:pt x="141" y="615"/>
                    <a:pt x="141" y="617"/>
                    <a:pt x="140" y="618"/>
                  </a:cubicBezTo>
                  <a:cubicBezTo>
                    <a:pt x="139" y="619"/>
                    <a:pt x="136" y="618"/>
                    <a:pt x="135" y="618"/>
                  </a:cubicBezTo>
                  <a:cubicBezTo>
                    <a:pt x="132" y="619"/>
                    <a:pt x="127" y="623"/>
                    <a:pt x="124" y="623"/>
                  </a:cubicBezTo>
                  <a:cubicBezTo>
                    <a:pt x="123" y="623"/>
                    <a:pt x="121" y="620"/>
                    <a:pt x="119" y="620"/>
                  </a:cubicBezTo>
                  <a:cubicBezTo>
                    <a:pt x="117" y="620"/>
                    <a:pt x="114" y="623"/>
                    <a:pt x="112" y="623"/>
                  </a:cubicBezTo>
                  <a:cubicBezTo>
                    <a:pt x="111" y="622"/>
                    <a:pt x="109" y="619"/>
                    <a:pt x="108" y="618"/>
                  </a:cubicBezTo>
                  <a:cubicBezTo>
                    <a:pt x="107" y="617"/>
                    <a:pt x="105" y="616"/>
                    <a:pt x="104" y="615"/>
                  </a:cubicBezTo>
                  <a:cubicBezTo>
                    <a:pt x="103" y="614"/>
                    <a:pt x="100" y="614"/>
                    <a:pt x="99" y="613"/>
                  </a:cubicBezTo>
                  <a:cubicBezTo>
                    <a:pt x="99" y="611"/>
                    <a:pt x="101" y="607"/>
                    <a:pt x="101" y="605"/>
                  </a:cubicBezTo>
                  <a:cubicBezTo>
                    <a:pt x="100" y="603"/>
                    <a:pt x="97" y="601"/>
                    <a:pt x="96" y="599"/>
                  </a:cubicBezTo>
                  <a:cubicBezTo>
                    <a:pt x="96" y="598"/>
                    <a:pt x="97" y="596"/>
                    <a:pt x="98" y="595"/>
                  </a:cubicBezTo>
                  <a:cubicBezTo>
                    <a:pt x="99" y="594"/>
                    <a:pt x="102" y="595"/>
                    <a:pt x="103" y="594"/>
                  </a:cubicBezTo>
                  <a:cubicBezTo>
                    <a:pt x="104" y="592"/>
                    <a:pt x="104" y="589"/>
                    <a:pt x="103" y="588"/>
                  </a:cubicBezTo>
                  <a:cubicBezTo>
                    <a:pt x="103" y="587"/>
                    <a:pt x="99" y="585"/>
                    <a:pt x="99" y="583"/>
                  </a:cubicBezTo>
                  <a:cubicBezTo>
                    <a:pt x="98" y="582"/>
                    <a:pt x="99" y="579"/>
                    <a:pt x="99" y="577"/>
                  </a:cubicBezTo>
                  <a:cubicBezTo>
                    <a:pt x="98" y="575"/>
                    <a:pt x="96" y="571"/>
                    <a:pt x="94" y="570"/>
                  </a:cubicBezTo>
                  <a:cubicBezTo>
                    <a:pt x="92" y="568"/>
                    <a:pt x="87" y="570"/>
                    <a:pt x="85" y="570"/>
                  </a:cubicBezTo>
                  <a:cubicBezTo>
                    <a:pt x="83" y="569"/>
                    <a:pt x="80" y="566"/>
                    <a:pt x="79" y="564"/>
                  </a:cubicBezTo>
                  <a:cubicBezTo>
                    <a:pt x="78" y="562"/>
                    <a:pt x="77" y="558"/>
                    <a:pt x="76" y="555"/>
                  </a:cubicBezTo>
                  <a:cubicBezTo>
                    <a:pt x="76" y="554"/>
                    <a:pt x="76" y="551"/>
                    <a:pt x="76" y="550"/>
                  </a:cubicBezTo>
                  <a:cubicBezTo>
                    <a:pt x="77" y="549"/>
                    <a:pt x="77" y="547"/>
                    <a:pt x="78" y="546"/>
                  </a:cubicBezTo>
                  <a:cubicBezTo>
                    <a:pt x="79" y="546"/>
                    <a:pt x="82" y="549"/>
                    <a:pt x="83" y="549"/>
                  </a:cubicBezTo>
                  <a:cubicBezTo>
                    <a:pt x="84" y="549"/>
                    <a:pt x="85" y="548"/>
                    <a:pt x="86" y="548"/>
                  </a:cubicBezTo>
                  <a:cubicBezTo>
                    <a:pt x="86" y="546"/>
                    <a:pt x="86" y="543"/>
                    <a:pt x="86" y="542"/>
                  </a:cubicBezTo>
                  <a:cubicBezTo>
                    <a:pt x="85" y="541"/>
                    <a:pt x="84" y="540"/>
                    <a:pt x="84" y="540"/>
                  </a:cubicBezTo>
                  <a:cubicBezTo>
                    <a:pt x="83" y="538"/>
                    <a:pt x="85" y="536"/>
                    <a:pt x="84" y="535"/>
                  </a:cubicBezTo>
                  <a:cubicBezTo>
                    <a:pt x="84" y="534"/>
                    <a:pt x="81" y="533"/>
                    <a:pt x="80" y="533"/>
                  </a:cubicBezTo>
                  <a:cubicBezTo>
                    <a:pt x="79" y="533"/>
                    <a:pt x="77" y="534"/>
                    <a:pt x="76" y="535"/>
                  </a:cubicBezTo>
                  <a:cubicBezTo>
                    <a:pt x="74" y="535"/>
                    <a:pt x="74" y="539"/>
                    <a:pt x="73" y="540"/>
                  </a:cubicBezTo>
                  <a:cubicBezTo>
                    <a:pt x="72" y="540"/>
                    <a:pt x="71" y="540"/>
                    <a:pt x="70" y="539"/>
                  </a:cubicBezTo>
                  <a:cubicBezTo>
                    <a:pt x="69" y="538"/>
                    <a:pt x="68" y="534"/>
                    <a:pt x="67" y="533"/>
                  </a:cubicBezTo>
                  <a:cubicBezTo>
                    <a:pt x="66" y="531"/>
                    <a:pt x="62" y="527"/>
                    <a:pt x="60" y="525"/>
                  </a:cubicBezTo>
                  <a:cubicBezTo>
                    <a:pt x="59" y="524"/>
                    <a:pt x="58" y="521"/>
                    <a:pt x="56" y="520"/>
                  </a:cubicBezTo>
                  <a:cubicBezTo>
                    <a:pt x="54" y="519"/>
                    <a:pt x="49" y="519"/>
                    <a:pt x="47" y="519"/>
                  </a:cubicBezTo>
                  <a:cubicBezTo>
                    <a:pt x="45" y="520"/>
                    <a:pt x="42" y="523"/>
                    <a:pt x="40" y="523"/>
                  </a:cubicBezTo>
                  <a:cubicBezTo>
                    <a:pt x="38" y="523"/>
                    <a:pt x="36" y="521"/>
                    <a:pt x="35" y="520"/>
                  </a:cubicBezTo>
                  <a:cubicBezTo>
                    <a:pt x="33" y="519"/>
                    <a:pt x="31" y="516"/>
                    <a:pt x="29" y="515"/>
                  </a:cubicBezTo>
                  <a:cubicBezTo>
                    <a:pt x="28" y="514"/>
                    <a:pt x="25" y="511"/>
                    <a:pt x="24" y="509"/>
                  </a:cubicBezTo>
                  <a:cubicBezTo>
                    <a:pt x="23" y="507"/>
                    <a:pt x="24" y="504"/>
                    <a:pt x="24" y="502"/>
                  </a:cubicBezTo>
                  <a:cubicBezTo>
                    <a:pt x="24" y="500"/>
                    <a:pt x="25" y="495"/>
                    <a:pt x="24" y="493"/>
                  </a:cubicBezTo>
                  <a:cubicBezTo>
                    <a:pt x="23" y="491"/>
                    <a:pt x="19" y="489"/>
                    <a:pt x="19" y="487"/>
                  </a:cubicBezTo>
                  <a:cubicBezTo>
                    <a:pt x="18" y="486"/>
                    <a:pt x="19" y="484"/>
                    <a:pt x="19" y="483"/>
                  </a:cubicBezTo>
                  <a:cubicBezTo>
                    <a:pt x="19" y="482"/>
                    <a:pt x="19" y="478"/>
                    <a:pt x="19" y="476"/>
                  </a:cubicBezTo>
                  <a:cubicBezTo>
                    <a:pt x="18" y="475"/>
                    <a:pt x="16" y="473"/>
                    <a:pt x="14" y="472"/>
                  </a:cubicBezTo>
                  <a:cubicBezTo>
                    <a:pt x="14" y="471"/>
                    <a:pt x="12" y="470"/>
                    <a:pt x="12" y="469"/>
                  </a:cubicBezTo>
                  <a:cubicBezTo>
                    <a:pt x="11" y="468"/>
                    <a:pt x="9" y="466"/>
                    <a:pt x="9" y="464"/>
                  </a:cubicBezTo>
                  <a:cubicBezTo>
                    <a:pt x="9" y="463"/>
                    <a:pt x="12" y="461"/>
                    <a:pt x="12" y="460"/>
                  </a:cubicBezTo>
                  <a:cubicBezTo>
                    <a:pt x="13" y="458"/>
                    <a:pt x="13" y="455"/>
                    <a:pt x="13" y="454"/>
                  </a:cubicBezTo>
                  <a:cubicBezTo>
                    <a:pt x="12" y="452"/>
                    <a:pt x="8" y="452"/>
                    <a:pt x="7" y="451"/>
                  </a:cubicBezTo>
                  <a:cubicBezTo>
                    <a:pt x="6" y="449"/>
                    <a:pt x="6" y="446"/>
                    <a:pt x="6" y="445"/>
                  </a:cubicBezTo>
                  <a:cubicBezTo>
                    <a:pt x="6" y="444"/>
                    <a:pt x="7" y="442"/>
                    <a:pt x="8" y="442"/>
                  </a:cubicBezTo>
                  <a:cubicBezTo>
                    <a:pt x="9" y="441"/>
                    <a:pt x="13" y="440"/>
                    <a:pt x="15" y="441"/>
                  </a:cubicBezTo>
                  <a:cubicBezTo>
                    <a:pt x="17" y="441"/>
                    <a:pt x="20" y="444"/>
                    <a:pt x="22" y="444"/>
                  </a:cubicBezTo>
                  <a:cubicBezTo>
                    <a:pt x="23" y="445"/>
                    <a:pt x="26" y="445"/>
                    <a:pt x="28" y="444"/>
                  </a:cubicBezTo>
                  <a:cubicBezTo>
                    <a:pt x="29" y="444"/>
                    <a:pt x="31" y="441"/>
                    <a:pt x="31" y="439"/>
                  </a:cubicBezTo>
                  <a:cubicBezTo>
                    <a:pt x="31" y="438"/>
                    <a:pt x="29" y="435"/>
                    <a:pt x="28" y="434"/>
                  </a:cubicBezTo>
                  <a:cubicBezTo>
                    <a:pt x="27" y="433"/>
                    <a:pt x="24" y="431"/>
                    <a:pt x="23" y="431"/>
                  </a:cubicBezTo>
                  <a:cubicBezTo>
                    <a:pt x="21" y="431"/>
                    <a:pt x="19" y="434"/>
                    <a:pt x="18" y="433"/>
                  </a:cubicBezTo>
                  <a:cubicBezTo>
                    <a:pt x="16" y="433"/>
                    <a:pt x="15" y="429"/>
                    <a:pt x="15" y="427"/>
                  </a:cubicBezTo>
                  <a:cubicBezTo>
                    <a:pt x="16" y="426"/>
                    <a:pt x="18" y="425"/>
                    <a:pt x="18" y="424"/>
                  </a:cubicBezTo>
                  <a:cubicBezTo>
                    <a:pt x="19" y="423"/>
                    <a:pt x="19" y="420"/>
                    <a:pt x="18" y="418"/>
                  </a:cubicBezTo>
                  <a:cubicBezTo>
                    <a:pt x="18" y="416"/>
                    <a:pt x="15" y="412"/>
                    <a:pt x="14" y="410"/>
                  </a:cubicBezTo>
                  <a:cubicBezTo>
                    <a:pt x="12" y="409"/>
                    <a:pt x="8" y="408"/>
                    <a:pt x="8" y="407"/>
                  </a:cubicBezTo>
                  <a:cubicBezTo>
                    <a:pt x="7" y="405"/>
                    <a:pt x="8" y="402"/>
                    <a:pt x="8" y="400"/>
                  </a:cubicBezTo>
                  <a:cubicBezTo>
                    <a:pt x="7" y="399"/>
                    <a:pt x="6" y="395"/>
                    <a:pt x="5" y="394"/>
                  </a:cubicBezTo>
                  <a:cubicBezTo>
                    <a:pt x="4" y="393"/>
                    <a:pt x="1" y="391"/>
                    <a:pt x="1" y="390"/>
                  </a:cubicBezTo>
                  <a:cubicBezTo>
                    <a:pt x="0" y="389"/>
                    <a:pt x="0" y="386"/>
                    <a:pt x="1" y="384"/>
                  </a:cubicBezTo>
                  <a:cubicBezTo>
                    <a:pt x="2" y="384"/>
                    <a:pt x="3" y="384"/>
                    <a:pt x="4" y="384"/>
                  </a:cubicBezTo>
                  <a:cubicBezTo>
                    <a:pt x="7" y="384"/>
                    <a:pt x="13" y="384"/>
                    <a:pt x="15" y="383"/>
                  </a:cubicBezTo>
                  <a:cubicBezTo>
                    <a:pt x="17" y="382"/>
                    <a:pt x="18" y="379"/>
                    <a:pt x="20" y="378"/>
                  </a:cubicBezTo>
                  <a:cubicBezTo>
                    <a:pt x="21" y="377"/>
                    <a:pt x="23" y="377"/>
                    <a:pt x="24" y="377"/>
                  </a:cubicBezTo>
                  <a:cubicBezTo>
                    <a:pt x="27" y="376"/>
                    <a:pt x="34" y="376"/>
                    <a:pt x="38" y="377"/>
                  </a:cubicBezTo>
                  <a:cubicBezTo>
                    <a:pt x="40" y="377"/>
                    <a:pt x="45" y="378"/>
                    <a:pt x="47" y="379"/>
                  </a:cubicBezTo>
                  <a:cubicBezTo>
                    <a:pt x="49" y="379"/>
                    <a:pt x="53" y="380"/>
                    <a:pt x="54" y="381"/>
                  </a:cubicBezTo>
                  <a:cubicBezTo>
                    <a:pt x="56" y="382"/>
                    <a:pt x="57" y="385"/>
                    <a:pt x="59" y="386"/>
                  </a:cubicBezTo>
                  <a:cubicBezTo>
                    <a:pt x="60" y="386"/>
                    <a:pt x="63" y="386"/>
                    <a:pt x="64" y="386"/>
                  </a:cubicBezTo>
                  <a:cubicBezTo>
                    <a:pt x="66" y="385"/>
                    <a:pt x="69" y="381"/>
                    <a:pt x="70" y="379"/>
                  </a:cubicBezTo>
                  <a:cubicBezTo>
                    <a:pt x="71" y="377"/>
                    <a:pt x="71" y="371"/>
                    <a:pt x="73" y="369"/>
                  </a:cubicBezTo>
                  <a:cubicBezTo>
                    <a:pt x="74" y="367"/>
                    <a:pt x="78" y="363"/>
                    <a:pt x="80" y="362"/>
                  </a:cubicBezTo>
                  <a:cubicBezTo>
                    <a:pt x="81" y="362"/>
                    <a:pt x="85" y="362"/>
                    <a:pt x="86" y="362"/>
                  </a:cubicBezTo>
                  <a:cubicBezTo>
                    <a:pt x="87" y="362"/>
                    <a:pt x="90" y="363"/>
                    <a:pt x="91" y="364"/>
                  </a:cubicBezTo>
                  <a:cubicBezTo>
                    <a:pt x="92" y="365"/>
                    <a:pt x="93" y="369"/>
                    <a:pt x="95" y="369"/>
                  </a:cubicBezTo>
                  <a:cubicBezTo>
                    <a:pt x="96" y="370"/>
                    <a:pt x="100" y="367"/>
                    <a:pt x="101" y="365"/>
                  </a:cubicBezTo>
                  <a:cubicBezTo>
                    <a:pt x="102" y="364"/>
                    <a:pt x="101" y="359"/>
                    <a:pt x="102" y="357"/>
                  </a:cubicBezTo>
                  <a:cubicBezTo>
                    <a:pt x="103" y="356"/>
                    <a:pt x="104" y="354"/>
                    <a:pt x="105" y="353"/>
                  </a:cubicBezTo>
                  <a:cubicBezTo>
                    <a:pt x="108" y="352"/>
                    <a:pt x="115" y="353"/>
                    <a:pt x="118" y="352"/>
                  </a:cubicBezTo>
                  <a:cubicBezTo>
                    <a:pt x="121" y="351"/>
                    <a:pt x="127" y="347"/>
                    <a:pt x="130" y="345"/>
                  </a:cubicBezTo>
                  <a:cubicBezTo>
                    <a:pt x="135" y="341"/>
                    <a:pt x="143" y="330"/>
                    <a:pt x="147" y="325"/>
                  </a:cubicBezTo>
                  <a:cubicBezTo>
                    <a:pt x="150" y="322"/>
                    <a:pt x="153" y="317"/>
                    <a:pt x="156" y="315"/>
                  </a:cubicBezTo>
                  <a:cubicBezTo>
                    <a:pt x="158" y="313"/>
                    <a:pt x="162" y="312"/>
                    <a:pt x="164" y="310"/>
                  </a:cubicBezTo>
                  <a:cubicBezTo>
                    <a:pt x="166" y="309"/>
                    <a:pt x="169" y="305"/>
                    <a:pt x="171" y="303"/>
                  </a:cubicBezTo>
                  <a:cubicBezTo>
                    <a:pt x="172" y="302"/>
                    <a:pt x="173" y="299"/>
                    <a:pt x="174" y="298"/>
                  </a:cubicBezTo>
                  <a:cubicBezTo>
                    <a:pt x="175" y="297"/>
                    <a:pt x="178" y="296"/>
                    <a:pt x="180" y="294"/>
                  </a:cubicBezTo>
                  <a:cubicBezTo>
                    <a:pt x="181" y="293"/>
                    <a:pt x="182" y="290"/>
                    <a:pt x="184" y="290"/>
                  </a:cubicBezTo>
                  <a:cubicBezTo>
                    <a:pt x="185" y="289"/>
                    <a:pt x="190" y="288"/>
                    <a:pt x="191" y="290"/>
                  </a:cubicBezTo>
                  <a:cubicBezTo>
                    <a:pt x="192" y="290"/>
                    <a:pt x="192" y="294"/>
                    <a:pt x="193" y="294"/>
                  </a:cubicBezTo>
                  <a:cubicBezTo>
                    <a:pt x="194" y="295"/>
                    <a:pt x="198" y="295"/>
                    <a:pt x="199" y="294"/>
                  </a:cubicBezTo>
                  <a:cubicBezTo>
                    <a:pt x="200" y="294"/>
                    <a:pt x="200" y="291"/>
                    <a:pt x="200" y="290"/>
                  </a:cubicBezTo>
                  <a:cubicBezTo>
                    <a:pt x="200" y="288"/>
                    <a:pt x="197" y="284"/>
                    <a:pt x="197" y="282"/>
                  </a:cubicBezTo>
                  <a:cubicBezTo>
                    <a:pt x="197" y="281"/>
                    <a:pt x="196" y="278"/>
                    <a:pt x="197" y="276"/>
                  </a:cubicBezTo>
                  <a:cubicBezTo>
                    <a:pt x="197" y="276"/>
                    <a:pt x="199" y="275"/>
                    <a:pt x="200" y="275"/>
                  </a:cubicBezTo>
                  <a:cubicBezTo>
                    <a:pt x="202" y="274"/>
                    <a:pt x="206" y="276"/>
                    <a:pt x="208" y="275"/>
                  </a:cubicBezTo>
                  <a:cubicBezTo>
                    <a:pt x="210" y="274"/>
                    <a:pt x="209" y="269"/>
                    <a:pt x="210" y="268"/>
                  </a:cubicBezTo>
                  <a:cubicBezTo>
                    <a:pt x="211" y="266"/>
                    <a:pt x="214" y="261"/>
                    <a:pt x="216" y="261"/>
                  </a:cubicBezTo>
                  <a:cubicBezTo>
                    <a:pt x="217" y="261"/>
                    <a:pt x="218" y="265"/>
                    <a:pt x="220" y="266"/>
                  </a:cubicBezTo>
                  <a:cubicBezTo>
                    <a:pt x="221" y="267"/>
                    <a:pt x="223" y="267"/>
                    <a:pt x="224" y="267"/>
                  </a:cubicBezTo>
                  <a:cubicBezTo>
                    <a:pt x="225" y="266"/>
                    <a:pt x="225" y="263"/>
                    <a:pt x="225" y="261"/>
                  </a:cubicBezTo>
                  <a:cubicBezTo>
                    <a:pt x="226" y="260"/>
                    <a:pt x="226" y="256"/>
                    <a:pt x="227" y="255"/>
                  </a:cubicBezTo>
                  <a:cubicBezTo>
                    <a:pt x="228" y="254"/>
                    <a:pt x="233" y="253"/>
                    <a:pt x="234" y="252"/>
                  </a:cubicBezTo>
                  <a:cubicBezTo>
                    <a:pt x="235" y="251"/>
                    <a:pt x="238" y="248"/>
                    <a:pt x="239" y="246"/>
                  </a:cubicBezTo>
                  <a:cubicBezTo>
                    <a:pt x="239" y="245"/>
                    <a:pt x="240" y="242"/>
                    <a:pt x="241" y="241"/>
                  </a:cubicBezTo>
                  <a:cubicBezTo>
                    <a:pt x="242" y="240"/>
                    <a:pt x="244" y="239"/>
                    <a:pt x="245" y="238"/>
                  </a:cubicBezTo>
                  <a:cubicBezTo>
                    <a:pt x="247" y="238"/>
                    <a:pt x="250" y="241"/>
                    <a:pt x="251" y="240"/>
                  </a:cubicBezTo>
                  <a:cubicBezTo>
                    <a:pt x="252" y="239"/>
                    <a:pt x="252" y="235"/>
                    <a:pt x="252" y="234"/>
                  </a:cubicBezTo>
                  <a:cubicBezTo>
                    <a:pt x="252" y="232"/>
                    <a:pt x="251" y="230"/>
                    <a:pt x="250" y="229"/>
                  </a:cubicBezTo>
                  <a:cubicBezTo>
                    <a:pt x="250" y="227"/>
                    <a:pt x="249" y="222"/>
                    <a:pt x="250" y="220"/>
                  </a:cubicBezTo>
                  <a:cubicBezTo>
                    <a:pt x="252" y="218"/>
                    <a:pt x="257" y="218"/>
                    <a:pt x="258" y="217"/>
                  </a:cubicBezTo>
                  <a:cubicBezTo>
                    <a:pt x="259" y="216"/>
                    <a:pt x="260" y="212"/>
                    <a:pt x="261" y="211"/>
                  </a:cubicBezTo>
                  <a:cubicBezTo>
                    <a:pt x="262" y="208"/>
                    <a:pt x="264" y="201"/>
                    <a:pt x="265" y="198"/>
                  </a:cubicBezTo>
                  <a:cubicBezTo>
                    <a:pt x="265" y="195"/>
                    <a:pt x="265" y="190"/>
                    <a:pt x="265" y="187"/>
                  </a:cubicBezTo>
                  <a:cubicBezTo>
                    <a:pt x="264" y="185"/>
                    <a:pt x="263" y="181"/>
                    <a:pt x="261" y="179"/>
                  </a:cubicBezTo>
                  <a:cubicBezTo>
                    <a:pt x="260" y="177"/>
                    <a:pt x="256" y="173"/>
                    <a:pt x="254" y="171"/>
                  </a:cubicBezTo>
                  <a:cubicBezTo>
                    <a:pt x="253" y="169"/>
                    <a:pt x="249" y="165"/>
                    <a:pt x="248" y="163"/>
                  </a:cubicBezTo>
                  <a:cubicBezTo>
                    <a:pt x="247" y="161"/>
                    <a:pt x="247" y="156"/>
                    <a:pt x="246" y="153"/>
                  </a:cubicBezTo>
                  <a:cubicBezTo>
                    <a:pt x="245" y="152"/>
                    <a:pt x="242" y="150"/>
                    <a:pt x="241" y="148"/>
                  </a:cubicBezTo>
                  <a:cubicBezTo>
                    <a:pt x="240" y="146"/>
                    <a:pt x="238" y="142"/>
                    <a:pt x="238" y="140"/>
                  </a:cubicBezTo>
                  <a:cubicBezTo>
                    <a:pt x="237" y="139"/>
                    <a:pt x="237" y="136"/>
                    <a:pt x="236" y="134"/>
                  </a:cubicBezTo>
                  <a:cubicBezTo>
                    <a:pt x="235" y="134"/>
                    <a:pt x="233" y="132"/>
                    <a:pt x="232" y="132"/>
                  </a:cubicBezTo>
                  <a:cubicBezTo>
                    <a:pt x="232" y="133"/>
                    <a:pt x="231" y="135"/>
                    <a:pt x="231" y="136"/>
                  </a:cubicBezTo>
                  <a:cubicBezTo>
                    <a:pt x="230" y="136"/>
                    <a:pt x="228" y="134"/>
                    <a:pt x="227" y="134"/>
                  </a:cubicBezTo>
                  <a:cubicBezTo>
                    <a:pt x="226" y="133"/>
                    <a:pt x="224" y="131"/>
                    <a:pt x="224" y="129"/>
                  </a:cubicBezTo>
                  <a:cubicBezTo>
                    <a:pt x="224" y="127"/>
                    <a:pt x="224" y="122"/>
                    <a:pt x="225" y="121"/>
                  </a:cubicBezTo>
                  <a:cubicBezTo>
                    <a:pt x="226" y="120"/>
                    <a:pt x="229" y="120"/>
                    <a:pt x="229" y="119"/>
                  </a:cubicBezTo>
                  <a:cubicBezTo>
                    <a:pt x="230" y="116"/>
                    <a:pt x="227" y="109"/>
                    <a:pt x="226" y="106"/>
                  </a:cubicBezTo>
                  <a:cubicBezTo>
                    <a:pt x="225" y="104"/>
                    <a:pt x="225" y="100"/>
                    <a:pt x="223" y="98"/>
                  </a:cubicBezTo>
                  <a:cubicBezTo>
                    <a:pt x="223" y="98"/>
                    <a:pt x="220" y="98"/>
                    <a:pt x="219" y="98"/>
                  </a:cubicBezTo>
                  <a:cubicBezTo>
                    <a:pt x="218" y="98"/>
                    <a:pt x="215" y="99"/>
                    <a:pt x="214" y="98"/>
                  </a:cubicBezTo>
                  <a:cubicBezTo>
                    <a:pt x="213" y="98"/>
                    <a:pt x="211" y="97"/>
                    <a:pt x="211" y="96"/>
                  </a:cubicBezTo>
                  <a:cubicBezTo>
                    <a:pt x="210" y="94"/>
                    <a:pt x="209" y="91"/>
                    <a:pt x="208" y="89"/>
                  </a:cubicBezTo>
                  <a:cubicBezTo>
                    <a:pt x="207" y="88"/>
                    <a:pt x="204" y="87"/>
                    <a:pt x="203" y="86"/>
                  </a:cubicBezTo>
                  <a:cubicBezTo>
                    <a:pt x="203" y="86"/>
                    <a:pt x="203" y="84"/>
                    <a:pt x="202" y="83"/>
                  </a:cubicBezTo>
                  <a:cubicBezTo>
                    <a:pt x="202" y="82"/>
                    <a:pt x="199" y="81"/>
                    <a:pt x="198" y="80"/>
                  </a:cubicBezTo>
                  <a:cubicBezTo>
                    <a:pt x="198" y="79"/>
                    <a:pt x="198" y="76"/>
                    <a:pt x="198" y="75"/>
                  </a:cubicBezTo>
                  <a:cubicBezTo>
                    <a:pt x="199" y="74"/>
                    <a:pt x="204" y="73"/>
                    <a:pt x="204" y="72"/>
                  </a:cubicBezTo>
                  <a:cubicBezTo>
                    <a:pt x="205" y="70"/>
                    <a:pt x="204" y="66"/>
                    <a:pt x="204" y="65"/>
                  </a:cubicBezTo>
                  <a:cubicBezTo>
                    <a:pt x="205" y="63"/>
                    <a:pt x="207" y="61"/>
                    <a:pt x="208" y="61"/>
                  </a:cubicBezTo>
                  <a:cubicBezTo>
                    <a:pt x="209" y="59"/>
                    <a:pt x="213" y="58"/>
                    <a:pt x="214" y="57"/>
                  </a:cubicBezTo>
                  <a:cubicBezTo>
                    <a:pt x="216" y="57"/>
                    <a:pt x="218" y="56"/>
                    <a:pt x="219" y="55"/>
                  </a:cubicBezTo>
                  <a:cubicBezTo>
                    <a:pt x="221" y="55"/>
                    <a:pt x="226" y="55"/>
                    <a:pt x="228" y="54"/>
                  </a:cubicBezTo>
                  <a:cubicBezTo>
                    <a:pt x="229" y="53"/>
                    <a:pt x="229" y="50"/>
                    <a:pt x="229" y="49"/>
                  </a:cubicBezTo>
                  <a:cubicBezTo>
                    <a:pt x="230" y="49"/>
                    <a:pt x="232" y="47"/>
                    <a:pt x="233" y="47"/>
                  </a:cubicBezTo>
                  <a:cubicBezTo>
                    <a:pt x="235" y="47"/>
                    <a:pt x="238" y="49"/>
                    <a:pt x="239" y="49"/>
                  </a:cubicBezTo>
                  <a:cubicBezTo>
                    <a:pt x="241" y="49"/>
                    <a:pt x="246" y="49"/>
                    <a:pt x="248" y="48"/>
                  </a:cubicBezTo>
                  <a:cubicBezTo>
                    <a:pt x="249" y="48"/>
                    <a:pt x="250" y="45"/>
                    <a:pt x="251" y="44"/>
                  </a:cubicBezTo>
                  <a:cubicBezTo>
                    <a:pt x="252" y="43"/>
                    <a:pt x="255" y="44"/>
                    <a:pt x="257" y="44"/>
                  </a:cubicBezTo>
                  <a:cubicBezTo>
                    <a:pt x="258" y="43"/>
                    <a:pt x="261" y="42"/>
                    <a:pt x="262" y="40"/>
                  </a:cubicBezTo>
                  <a:cubicBezTo>
                    <a:pt x="263" y="39"/>
                    <a:pt x="265" y="37"/>
                    <a:pt x="265" y="35"/>
                  </a:cubicBezTo>
                  <a:cubicBezTo>
                    <a:pt x="265" y="34"/>
                    <a:pt x="263" y="32"/>
                    <a:pt x="263" y="30"/>
                  </a:cubicBezTo>
                  <a:cubicBezTo>
                    <a:pt x="263" y="28"/>
                    <a:pt x="265" y="25"/>
                    <a:pt x="265" y="23"/>
                  </a:cubicBezTo>
                  <a:cubicBezTo>
                    <a:pt x="265" y="21"/>
                    <a:pt x="265" y="18"/>
                    <a:pt x="265" y="16"/>
                  </a:cubicBezTo>
                  <a:cubicBezTo>
                    <a:pt x="265" y="15"/>
                    <a:pt x="264" y="14"/>
                    <a:pt x="263" y="13"/>
                  </a:cubicBezTo>
                  <a:cubicBezTo>
                    <a:pt x="263" y="13"/>
                    <a:pt x="261" y="12"/>
                    <a:pt x="260" y="11"/>
                  </a:cubicBezTo>
                  <a:cubicBezTo>
                    <a:pt x="261" y="10"/>
                    <a:pt x="262" y="9"/>
                    <a:pt x="263" y="8"/>
                  </a:cubicBezTo>
                  <a:cubicBezTo>
                    <a:pt x="265" y="7"/>
                    <a:pt x="268" y="5"/>
                    <a:pt x="270" y="4"/>
                  </a:cubicBezTo>
                  <a:cubicBezTo>
                    <a:pt x="271" y="3"/>
                    <a:pt x="274" y="0"/>
                    <a:pt x="276" y="0"/>
                  </a:cubicBezTo>
                  <a:cubicBezTo>
                    <a:pt x="281" y="0"/>
                    <a:pt x="290" y="8"/>
                    <a:pt x="295" y="9"/>
                  </a:cubicBezTo>
                  <a:cubicBezTo>
                    <a:pt x="298" y="10"/>
                    <a:pt x="303" y="9"/>
                    <a:pt x="305" y="10"/>
                  </a:cubicBezTo>
                  <a:cubicBezTo>
                    <a:pt x="307" y="12"/>
                    <a:pt x="306" y="18"/>
                    <a:pt x="308" y="20"/>
                  </a:cubicBezTo>
                  <a:cubicBezTo>
                    <a:pt x="310" y="21"/>
                    <a:pt x="316" y="20"/>
                    <a:pt x="318" y="21"/>
                  </a:cubicBezTo>
                  <a:cubicBezTo>
                    <a:pt x="320" y="21"/>
                    <a:pt x="322" y="22"/>
                    <a:pt x="323" y="24"/>
                  </a:cubicBezTo>
                  <a:cubicBezTo>
                    <a:pt x="325" y="25"/>
                    <a:pt x="326" y="30"/>
                    <a:pt x="327" y="32"/>
                  </a:cubicBezTo>
                  <a:cubicBezTo>
                    <a:pt x="329" y="34"/>
                    <a:pt x="333" y="37"/>
                    <a:pt x="335" y="37"/>
                  </a:cubicBezTo>
                  <a:cubicBezTo>
                    <a:pt x="337" y="37"/>
                    <a:pt x="340" y="34"/>
                    <a:pt x="341" y="34"/>
                  </a:cubicBezTo>
                  <a:cubicBezTo>
                    <a:pt x="343" y="35"/>
                    <a:pt x="343" y="40"/>
                    <a:pt x="344" y="41"/>
                  </a:cubicBezTo>
                  <a:cubicBezTo>
                    <a:pt x="347" y="43"/>
                    <a:pt x="356" y="40"/>
                    <a:pt x="359" y="43"/>
                  </a:cubicBezTo>
                  <a:cubicBezTo>
                    <a:pt x="361" y="44"/>
                    <a:pt x="360" y="50"/>
                    <a:pt x="362" y="51"/>
                  </a:cubicBezTo>
                  <a:cubicBezTo>
                    <a:pt x="365" y="54"/>
                    <a:pt x="374" y="54"/>
                    <a:pt x="378" y="55"/>
                  </a:cubicBezTo>
                  <a:cubicBezTo>
                    <a:pt x="382" y="56"/>
                    <a:pt x="389" y="56"/>
                    <a:pt x="392" y="59"/>
                  </a:cubicBezTo>
                  <a:cubicBezTo>
                    <a:pt x="396" y="61"/>
                    <a:pt x="400" y="67"/>
                    <a:pt x="401" y="71"/>
                  </a:cubicBezTo>
                  <a:cubicBezTo>
                    <a:pt x="403" y="73"/>
                    <a:pt x="403" y="79"/>
                    <a:pt x="405" y="81"/>
                  </a:cubicBezTo>
                  <a:cubicBezTo>
                    <a:pt x="406" y="83"/>
                    <a:pt x="411" y="86"/>
                    <a:pt x="413" y="88"/>
                  </a:cubicBezTo>
                  <a:cubicBezTo>
                    <a:pt x="416" y="90"/>
                    <a:pt x="420" y="96"/>
                    <a:pt x="422" y="99"/>
                  </a:cubicBezTo>
                  <a:cubicBezTo>
                    <a:pt x="424" y="102"/>
                    <a:pt x="426" y="109"/>
                    <a:pt x="428" y="113"/>
                  </a:cubicBezTo>
                  <a:cubicBezTo>
                    <a:pt x="429" y="117"/>
                    <a:pt x="433" y="125"/>
                    <a:pt x="433" y="129"/>
                  </a:cubicBezTo>
                  <a:cubicBezTo>
                    <a:pt x="433" y="132"/>
                    <a:pt x="429" y="138"/>
                    <a:pt x="428" y="142"/>
                  </a:cubicBezTo>
                  <a:cubicBezTo>
                    <a:pt x="426" y="145"/>
                    <a:pt x="424" y="153"/>
                    <a:pt x="423" y="156"/>
                  </a:cubicBezTo>
                  <a:cubicBezTo>
                    <a:pt x="423" y="158"/>
                    <a:pt x="424" y="161"/>
                    <a:pt x="425" y="163"/>
                  </a:cubicBezTo>
                  <a:cubicBezTo>
                    <a:pt x="425" y="165"/>
                    <a:pt x="427" y="168"/>
                    <a:pt x="428" y="170"/>
                  </a:cubicBezTo>
                  <a:cubicBezTo>
                    <a:pt x="430" y="172"/>
                    <a:pt x="435" y="179"/>
                    <a:pt x="435" y="179"/>
                  </a:cubicBezTo>
                  <a:cubicBezTo>
                    <a:pt x="435" y="180"/>
                    <a:pt x="434" y="187"/>
                    <a:pt x="435" y="189"/>
                  </a:cubicBezTo>
                  <a:cubicBezTo>
                    <a:pt x="435" y="191"/>
                    <a:pt x="437" y="195"/>
                    <a:pt x="438" y="197"/>
                  </a:cubicBezTo>
                  <a:cubicBezTo>
                    <a:pt x="440" y="198"/>
                    <a:pt x="443" y="200"/>
                    <a:pt x="445" y="201"/>
                  </a:cubicBezTo>
                  <a:cubicBezTo>
                    <a:pt x="446" y="203"/>
                    <a:pt x="448" y="206"/>
                    <a:pt x="448" y="208"/>
                  </a:cubicBezTo>
                  <a:cubicBezTo>
                    <a:pt x="448" y="211"/>
                    <a:pt x="445" y="217"/>
                    <a:pt x="445" y="220"/>
                  </a:cubicBezTo>
                  <a:cubicBezTo>
                    <a:pt x="444" y="223"/>
                    <a:pt x="443" y="228"/>
                    <a:pt x="443" y="231"/>
                  </a:cubicBezTo>
                  <a:cubicBezTo>
                    <a:pt x="443" y="234"/>
                    <a:pt x="446" y="240"/>
                    <a:pt x="447" y="242"/>
                  </a:cubicBezTo>
                  <a:cubicBezTo>
                    <a:pt x="449" y="246"/>
                    <a:pt x="451" y="253"/>
                    <a:pt x="452" y="257"/>
                  </a:cubicBezTo>
                  <a:cubicBezTo>
                    <a:pt x="455" y="267"/>
                    <a:pt x="460" y="287"/>
                    <a:pt x="463" y="297"/>
                  </a:cubicBezTo>
                  <a:cubicBezTo>
                    <a:pt x="466" y="308"/>
                    <a:pt x="471" y="329"/>
                    <a:pt x="475" y="339"/>
                  </a:cubicBezTo>
                  <a:cubicBezTo>
                    <a:pt x="479" y="349"/>
                    <a:pt x="489" y="369"/>
                    <a:pt x="494" y="380"/>
                  </a:cubicBezTo>
                  <a:cubicBezTo>
                    <a:pt x="496" y="385"/>
                    <a:pt x="500" y="397"/>
                    <a:pt x="503" y="402"/>
                  </a:cubicBezTo>
                  <a:cubicBezTo>
                    <a:pt x="507" y="411"/>
                    <a:pt x="517" y="427"/>
                    <a:pt x="522" y="435"/>
                  </a:cubicBezTo>
                  <a:cubicBezTo>
                    <a:pt x="525" y="442"/>
                    <a:pt x="531" y="455"/>
                    <a:pt x="535" y="461"/>
                  </a:cubicBezTo>
                  <a:cubicBezTo>
                    <a:pt x="537" y="463"/>
                    <a:pt x="541" y="466"/>
                    <a:pt x="542" y="467"/>
                  </a:cubicBezTo>
                  <a:cubicBezTo>
                    <a:pt x="543" y="469"/>
                    <a:pt x="546" y="471"/>
                    <a:pt x="547" y="473"/>
                  </a:cubicBezTo>
                  <a:cubicBezTo>
                    <a:pt x="548" y="475"/>
                    <a:pt x="547" y="480"/>
                    <a:pt x="547" y="482"/>
                  </a:cubicBezTo>
                  <a:cubicBezTo>
                    <a:pt x="547" y="485"/>
                    <a:pt x="547" y="490"/>
                    <a:pt x="547" y="492"/>
                  </a:cubicBezTo>
                  <a:cubicBezTo>
                    <a:pt x="546" y="495"/>
                    <a:pt x="542" y="500"/>
                    <a:pt x="542" y="503"/>
                  </a:cubicBezTo>
                  <a:cubicBezTo>
                    <a:pt x="542" y="506"/>
                    <a:pt x="543" y="510"/>
                    <a:pt x="544" y="512"/>
                  </a:cubicBezTo>
                  <a:cubicBezTo>
                    <a:pt x="545" y="515"/>
                    <a:pt x="550" y="519"/>
                    <a:pt x="551" y="522"/>
                  </a:cubicBezTo>
                  <a:cubicBezTo>
                    <a:pt x="553" y="527"/>
                    <a:pt x="555" y="538"/>
                    <a:pt x="556" y="543"/>
                  </a:cubicBezTo>
                  <a:cubicBezTo>
                    <a:pt x="557" y="547"/>
                    <a:pt x="559" y="554"/>
                    <a:pt x="559" y="558"/>
                  </a:cubicBezTo>
                  <a:cubicBezTo>
                    <a:pt x="559" y="561"/>
                    <a:pt x="556" y="567"/>
                    <a:pt x="555" y="570"/>
                  </a:cubicBezTo>
                  <a:cubicBezTo>
                    <a:pt x="554" y="576"/>
                    <a:pt x="553" y="588"/>
                    <a:pt x="554" y="594"/>
                  </a:cubicBezTo>
                  <a:cubicBezTo>
                    <a:pt x="555" y="599"/>
                    <a:pt x="560" y="607"/>
                    <a:pt x="561" y="612"/>
                  </a:cubicBezTo>
                  <a:cubicBezTo>
                    <a:pt x="562" y="619"/>
                    <a:pt x="563" y="634"/>
                    <a:pt x="562" y="642"/>
                  </a:cubicBezTo>
                  <a:cubicBezTo>
                    <a:pt x="562" y="646"/>
                    <a:pt x="562" y="654"/>
                    <a:pt x="560" y="657"/>
                  </a:cubicBezTo>
                  <a:cubicBezTo>
                    <a:pt x="557" y="663"/>
                    <a:pt x="547" y="671"/>
                    <a:pt x="542" y="676"/>
                  </a:cubicBezTo>
                  <a:cubicBezTo>
                    <a:pt x="538" y="680"/>
                    <a:pt x="527" y="689"/>
                    <a:pt x="522" y="693"/>
                  </a:cubicBezTo>
                  <a:cubicBezTo>
                    <a:pt x="516" y="696"/>
                    <a:pt x="505" y="701"/>
                    <a:pt x="500" y="704"/>
                  </a:cubicBezTo>
                  <a:cubicBezTo>
                    <a:pt x="494" y="706"/>
                    <a:pt x="484" y="710"/>
                    <a:pt x="479" y="712"/>
                  </a:cubicBezTo>
                  <a:cubicBezTo>
                    <a:pt x="474" y="715"/>
                    <a:pt x="464" y="719"/>
                    <a:pt x="460" y="723"/>
                  </a:cubicBezTo>
                  <a:cubicBezTo>
                    <a:pt x="457" y="725"/>
                    <a:pt x="453" y="731"/>
                    <a:pt x="451" y="734"/>
                  </a:cubicBezTo>
                  <a:cubicBezTo>
                    <a:pt x="449" y="736"/>
                    <a:pt x="446" y="742"/>
                    <a:pt x="444" y="744"/>
                  </a:cubicBezTo>
                  <a:cubicBezTo>
                    <a:pt x="441" y="748"/>
                    <a:pt x="435" y="753"/>
                    <a:pt x="433" y="757"/>
                  </a:cubicBezTo>
                  <a:cubicBezTo>
                    <a:pt x="431" y="760"/>
                    <a:pt x="426" y="767"/>
                    <a:pt x="425" y="771"/>
                  </a:cubicBezTo>
                  <a:cubicBezTo>
                    <a:pt x="424" y="773"/>
                    <a:pt x="425" y="778"/>
                    <a:pt x="425" y="781"/>
                  </a:cubicBezTo>
                  <a:cubicBezTo>
                    <a:pt x="424" y="783"/>
                    <a:pt x="420" y="787"/>
                    <a:pt x="419" y="789"/>
                  </a:cubicBezTo>
                  <a:cubicBezTo>
                    <a:pt x="416" y="792"/>
                    <a:pt x="412" y="797"/>
                    <a:pt x="411" y="800"/>
                  </a:cubicBezTo>
                  <a:cubicBezTo>
                    <a:pt x="409" y="803"/>
                    <a:pt x="407" y="807"/>
                    <a:pt x="406" y="810"/>
                  </a:cubicBezTo>
                  <a:cubicBezTo>
                    <a:pt x="404" y="813"/>
                    <a:pt x="401" y="819"/>
                    <a:pt x="399" y="822"/>
                  </a:cubicBezTo>
                  <a:cubicBezTo>
                    <a:pt x="398" y="823"/>
                    <a:pt x="395" y="826"/>
                    <a:pt x="394" y="828"/>
                  </a:cubicBezTo>
                  <a:cubicBezTo>
                    <a:pt x="393" y="827"/>
                    <a:pt x="391" y="827"/>
                    <a:pt x="391" y="827"/>
                  </a:cubicBezTo>
                  <a:cubicBezTo>
                    <a:pt x="389" y="825"/>
                    <a:pt x="387" y="821"/>
                    <a:pt x="385" y="821"/>
                  </a:cubicBezTo>
                  <a:cubicBezTo>
                    <a:pt x="385" y="821"/>
                    <a:pt x="384" y="821"/>
                    <a:pt x="384" y="8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9"/>
            <p:cNvSpPr>
              <a:spLocks/>
            </p:cNvSpPr>
            <p:nvPr/>
          </p:nvSpPr>
          <p:spPr bwMode="auto">
            <a:xfrm>
              <a:off x="4583113" y="1990725"/>
              <a:ext cx="1311275" cy="1376363"/>
            </a:xfrm>
            <a:custGeom>
              <a:avLst/>
              <a:gdLst/>
              <a:ahLst/>
              <a:cxnLst>
                <a:cxn ang="0">
                  <a:pos x="896" y="490"/>
                </a:cxn>
                <a:cxn ang="0">
                  <a:pos x="865" y="513"/>
                </a:cxn>
                <a:cxn ang="0">
                  <a:pos x="815" y="519"/>
                </a:cxn>
                <a:cxn ang="0">
                  <a:pos x="777" y="537"/>
                </a:cxn>
                <a:cxn ang="0">
                  <a:pos x="735" y="557"/>
                </a:cxn>
                <a:cxn ang="0">
                  <a:pos x="699" y="561"/>
                </a:cxn>
                <a:cxn ang="0">
                  <a:pos x="627" y="591"/>
                </a:cxn>
                <a:cxn ang="0">
                  <a:pos x="654" y="639"/>
                </a:cxn>
                <a:cxn ang="0">
                  <a:pos x="631" y="693"/>
                </a:cxn>
                <a:cxn ang="0">
                  <a:pos x="589" y="716"/>
                </a:cxn>
                <a:cxn ang="0">
                  <a:pos x="606" y="742"/>
                </a:cxn>
                <a:cxn ang="0">
                  <a:pos x="607" y="799"/>
                </a:cxn>
                <a:cxn ang="0">
                  <a:pos x="618" y="848"/>
                </a:cxn>
                <a:cxn ang="0">
                  <a:pos x="595" y="943"/>
                </a:cxn>
                <a:cxn ang="0">
                  <a:pos x="540" y="945"/>
                </a:cxn>
                <a:cxn ang="0">
                  <a:pos x="477" y="934"/>
                </a:cxn>
                <a:cxn ang="0">
                  <a:pos x="445" y="897"/>
                </a:cxn>
                <a:cxn ang="0">
                  <a:pos x="405" y="899"/>
                </a:cxn>
                <a:cxn ang="0">
                  <a:pos x="354" y="904"/>
                </a:cxn>
                <a:cxn ang="0">
                  <a:pos x="326" y="874"/>
                </a:cxn>
                <a:cxn ang="0">
                  <a:pos x="306" y="844"/>
                </a:cxn>
                <a:cxn ang="0">
                  <a:pos x="302" y="802"/>
                </a:cxn>
                <a:cxn ang="0">
                  <a:pos x="289" y="756"/>
                </a:cxn>
                <a:cxn ang="0">
                  <a:pos x="277" y="701"/>
                </a:cxn>
                <a:cxn ang="0">
                  <a:pos x="340" y="704"/>
                </a:cxn>
                <a:cxn ang="0">
                  <a:pos x="333" y="653"/>
                </a:cxn>
                <a:cxn ang="0">
                  <a:pos x="312" y="617"/>
                </a:cxn>
                <a:cxn ang="0">
                  <a:pos x="264" y="601"/>
                </a:cxn>
                <a:cxn ang="0">
                  <a:pos x="239" y="601"/>
                </a:cxn>
                <a:cxn ang="0">
                  <a:pos x="224" y="572"/>
                </a:cxn>
                <a:cxn ang="0">
                  <a:pos x="212" y="529"/>
                </a:cxn>
                <a:cxn ang="0">
                  <a:pos x="184" y="490"/>
                </a:cxn>
                <a:cxn ang="0">
                  <a:pos x="138" y="460"/>
                </a:cxn>
                <a:cxn ang="0">
                  <a:pos x="87" y="482"/>
                </a:cxn>
                <a:cxn ang="0">
                  <a:pos x="44" y="451"/>
                </a:cxn>
                <a:cxn ang="0">
                  <a:pos x="8" y="425"/>
                </a:cxn>
                <a:cxn ang="0">
                  <a:pos x="24" y="385"/>
                </a:cxn>
                <a:cxn ang="0">
                  <a:pos x="28" y="347"/>
                </a:cxn>
                <a:cxn ang="0">
                  <a:pos x="37" y="299"/>
                </a:cxn>
                <a:cxn ang="0">
                  <a:pos x="26" y="260"/>
                </a:cxn>
                <a:cxn ang="0">
                  <a:pos x="42" y="217"/>
                </a:cxn>
                <a:cxn ang="0">
                  <a:pos x="79" y="204"/>
                </a:cxn>
                <a:cxn ang="0">
                  <a:pos x="77" y="142"/>
                </a:cxn>
                <a:cxn ang="0">
                  <a:pos x="125" y="128"/>
                </a:cxn>
                <a:cxn ang="0">
                  <a:pos x="149" y="125"/>
                </a:cxn>
                <a:cxn ang="0">
                  <a:pos x="219" y="129"/>
                </a:cxn>
                <a:cxn ang="0">
                  <a:pos x="275" y="83"/>
                </a:cxn>
                <a:cxn ang="0">
                  <a:pos x="340" y="57"/>
                </a:cxn>
                <a:cxn ang="0">
                  <a:pos x="397" y="35"/>
                </a:cxn>
                <a:cxn ang="0">
                  <a:pos x="449" y="16"/>
                </a:cxn>
                <a:cxn ang="0">
                  <a:pos x="507" y="7"/>
                </a:cxn>
                <a:cxn ang="0">
                  <a:pos x="548" y="49"/>
                </a:cxn>
                <a:cxn ang="0">
                  <a:pos x="539" y="80"/>
                </a:cxn>
                <a:cxn ang="0">
                  <a:pos x="577" y="135"/>
                </a:cxn>
                <a:cxn ang="0">
                  <a:pos x="613" y="165"/>
                </a:cxn>
                <a:cxn ang="0">
                  <a:pos x="626" y="215"/>
                </a:cxn>
                <a:cxn ang="0">
                  <a:pos x="687" y="222"/>
                </a:cxn>
                <a:cxn ang="0">
                  <a:pos x="713" y="270"/>
                </a:cxn>
                <a:cxn ang="0">
                  <a:pos x="735" y="332"/>
                </a:cxn>
                <a:cxn ang="0">
                  <a:pos x="782" y="404"/>
                </a:cxn>
                <a:cxn ang="0">
                  <a:pos x="885" y="428"/>
                </a:cxn>
              </a:cxnLst>
              <a:rect l="0" t="0" r="r" b="b"/>
              <a:pathLst>
                <a:path w="914" h="958">
                  <a:moveTo>
                    <a:pt x="914" y="437"/>
                  </a:moveTo>
                  <a:cubicBezTo>
                    <a:pt x="914" y="437"/>
                    <a:pt x="914" y="438"/>
                    <a:pt x="914" y="439"/>
                  </a:cubicBezTo>
                  <a:cubicBezTo>
                    <a:pt x="913" y="440"/>
                    <a:pt x="913" y="443"/>
                    <a:pt x="913" y="445"/>
                  </a:cubicBezTo>
                  <a:cubicBezTo>
                    <a:pt x="911" y="449"/>
                    <a:pt x="907" y="456"/>
                    <a:pt x="904" y="459"/>
                  </a:cubicBezTo>
                  <a:cubicBezTo>
                    <a:pt x="903" y="460"/>
                    <a:pt x="900" y="463"/>
                    <a:pt x="898" y="464"/>
                  </a:cubicBezTo>
                  <a:cubicBezTo>
                    <a:pt x="896" y="465"/>
                    <a:pt x="892" y="466"/>
                    <a:pt x="891" y="467"/>
                  </a:cubicBezTo>
                  <a:cubicBezTo>
                    <a:pt x="890" y="469"/>
                    <a:pt x="888" y="473"/>
                    <a:pt x="888" y="475"/>
                  </a:cubicBezTo>
                  <a:cubicBezTo>
                    <a:pt x="888" y="476"/>
                    <a:pt x="889" y="478"/>
                    <a:pt x="890" y="479"/>
                  </a:cubicBezTo>
                  <a:cubicBezTo>
                    <a:pt x="891" y="480"/>
                    <a:pt x="894" y="480"/>
                    <a:pt x="895" y="481"/>
                  </a:cubicBezTo>
                  <a:cubicBezTo>
                    <a:pt x="896" y="481"/>
                    <a:pt x="898" y="482"/>
                    <a:pt x="899" y="483"/>
                  </a:cubicBezTo>
                  <a:cubicBezTo>
                    <a:pt x="899" y="485"/>
                    <a:pt x="900" y="488"/>
                    <a:pt x="899" y="489"/>
                  </a:cubicBezTo>
                  <a:cubicBezTo>
                    <a:pt x="898" y="490"/>
                    <a:pt x="896" y="490"/>
                    <a:pt x="896" y="490"/>
                  </a:cubicBezTo>
                  <a:cubicBezTo>
                    <a:pt x="894" y="490"/>
                    <a:pt x="892" y="489"/>
                    <a:pt x="891" y="489"/>
                  </a:cubicBezTo>
                  <a:cubicBezTo>
                    <a:pt x="890" y="489"/>
                    <a:pt x="888" y="488"/>
                    <a:pt x="887" y="488"/>
                  </a:cubicBezTo>
                  <a:cubicBezTo>
                    <a:pt x="886" y="488"/>
                    <a:pt x="883" y="488"/>
                    <a:pt x="881" y="488"/>
                  </a:cubicBezTo>
                  <a:cubicBezTo>
                    <a:pt x="880" y="488"/>
                    <a:pt x="879" y="489"/>
                    <a:pt x="878" y="490"/>
                  </a:cubicBezTo>
                  <a:cubicBezTo>
                    <a:pt x="877" y="491"/>
                    <a:pt x="875" y="494"/>
                    <a:pt x="874" y="495"/>
                  </a:cubicBezTo>
                  <a:cubicBezTo>
                    <a:pt x="873" y="496"/>
                    <a:pt x="872" y="497"/>
                    <a:pt x="872" y="498"/>
                  </a:cubicBezTo>
                  <a:cubicBezTo>
                    <a:pt x="871" y="499"/>
                    <a:pt x="869" y="500"/>
                    <a:pt x="869" y="500"/>
                  </a:cubicBezTo>
                  <a:cubicBezTo>
                    <a:pt x="868" y="501"/>
                    <a:pt x="868" y="504"/>
                    <a:pt x="868" y="505"/>
                  </a:cubicBezTo>
                  <a:cubicBezTo>
                    <a:pt x="868" y="506"/>
                    <a:pt x="870" y="506"/>
                    <a:pt x="871" y="507"/>
                  </a:cubicBezTo>
                  <a:cubicBezTo>
                    <a:pt x="872" y="507"/>
                    <a:pt x="874" y="509"/>
                    <a:pt x="875" y="510"/>
                  </a:cubicBezTo>
                  <a:cubicBezTo>
                    <a:pt x="875" y="511"/>
                    <a:pt x="873" y="514"/>
                    <a:pt x="871" y="515"/>
                  </a:cubicBezTo>
                  <a:cubicBezTo>
                    <a:pt x="870" y="516"/>
                    <a:pt x="867" y="513"/>
                    <a:pt x="865" y="513"/>
                  </a:cubicBezTo>
                  <a:cubicBezTo>
                    <a:pt x="864" y="513"/>
                    <a:pt x="862" y="514"/>
                    <a:pt x="861" y="514"/>
                  </a:cubicBezTo>
                  <a:cubicBezTo>
                    <a:pt x="860" y="515"/>
                    <a:pt x="859" y="517"/>
                    <a:pt x="859" y="518"/>
                  </a:cubicBezTo>
                  <a:cubicBezTo>
                    <a:pt x="858" y="520"/>
                    <a:pt x="860" y="525"/>
                    <a:pt x="860" y="527"/>
                  </a:cubicBezTo>
                  <a:cubicBezTo>
                    <a:pt x="860" y="528"/>
                    <a:pt x="858" y="530"/>
                    <a:pt x="857" y="530"/>
                  </a:cubicBezTo>
                  <a:cubicBezTo>
                    <a:pt x="855" y="531"/>
                    <a:pt x="851" y="530"/>
                    <a:pt x="849" y="529"/>
                  </a:cubicBezTo>
                  <a:cubicBezTo>
                    <a:pt x="847" y="528"/>
                    <a:pt x="846" y="524"/>
                    <a:pt x="845" y="523"/>
                  </a:cubicBezTo>
                  <a:cubicBezTo>
                    <a:pt x="844" y="522"/>
                    <a:pt x="840" y="522"/>
                    <a:pt x="839" y="523"/>
                  </a:cubicBezTo>
                  <a:cubicBezTo>
                    <a:pt x="838" y="523"/>
                    <a:pt x="837" y="527"/>
                    <a:pt x="836" y="527"/>
                  </a:cubicBezTo>
                  <a:cubicBezTo>
                    <a:pt x="834" y="527"/>
                    <a:pt x="831" y="524"/>
                    <a:pt x="829" y="523"/>
                  </a:cubicBezTo>
                  <a:cubicBezTo>
                    <a:pt x="829" y="523"/>
                    <a:pt x="828" y="521"/>
                    <a:pt x="827" y="521"/>
                  </a:cubicBezTo>
                  <a:cubicBezTo>
                    <a:pt x="826" y="520"/>
                    <a:pt x="823" y="519"/>
                    <a:pt x="822" y="519"/>
                  </a:cubicBezTo>
                  <a:cubicBezTo>
                    <a:pt x="820" y="519"/>
                    <a:pt x="816" y="520"/>
                    <a:pt x="815" y="519"/>
                  </a:cubicBezTo>
                  <a:cubicBezTo>
                    <a:pt x="813" y="518"/>
                    <a:pt x="813" y="515"/>
                    <a:pt x="811" y="514"/>
                  </a:cubicBezTo>
                  <a:cubicBezTo>
                    <a:pt x="810" y="514"/>
                    <a:pt x="807" y="514"/>
                    <a:pt x="806" y="515"/>
                  </a:cubicBezTo>
                  <a:cubicBezTo>
                    <a:pt x="804" y="515"/>
                    <a:pt x="801" y="518"/>
                    <a:pt x="800" y="519"/>
                  </a:cubicBezTo>
                  <a:cubicBezTo>
                    <a:pt x="799" y="520"/>
                    <a:pt x="798" y="521"/>
                    <a:pt x="798" y="522"/>
                  </a:cubicBezTo>
                  <a:cubicBezTo>
                    <a:pt x="798" y="523"/>
                    <a:pt x="799" y="525"/>
                    <a:pt x="799" y="525"/>
                  </a:cubicBezTo>
                  <a:cubicBezTo>
                    <a:pt x="800" y="528"/>
                    <a:pt x="801" y="532"/>
                    <a:pt x="801" y="534"/>
                  </a:cubicBezTo>
                  <a:cubicBezTo>
                    <a:pt x="801" y="535"/>
                    <a:pt x="800" y="537"/>
                    <a:pt x="800" y="538"/>
                  </a:cubicBezTo>
                  <a:cubicBezTo>
                    <a:pt x="800" y="540"/>
                    <a:pt x="800" y="543"/>
                    <a:pt x="799" y="543"/>
                  </a:cubicBezTo>
                  <a:cubicBezTo>
                    <a:pt x="798" y="544"/>
                    <a:pt x="794" y="544"/>
                    <a:pt x="793" y="544"/>
                  </a:cubicBezTo>
                  <a:cubicBezTo>
                    <a:pt x="791" y="543"/>
                    <a:pt x="788" y="543"/>
                    <a:pt x="787" y="542"/>
                  </a:cubicBezTo>
                  <a:cubicBezTo>
                    <a:pt x="785" y="541"/>
                    <a:pt x="783" y="538"/>
                    <a:pt x="782" y="538"/>
                  </a:cubicBezTo>
                  <a:cubicBezTo>
                    <a:pt x="781" y="537"/>
                    <a:pt x="779" y="537"/>
                    <a:pt x="777" y="537"/>
                  </a:cubicBezTo>
                  <a:cubicBezTo>
                    <a:pt x="776" y="536"/>
                    <a:pt x="775" y="533"/>
                    <a:pt x="774" y="532"/>
                  </a:cubicBezTo>
                  <a:cubicBezTo>
                    <a:pt x="773" y="532"/>
                    <a:pt x="770" y="532"/>
                    <a:pt x="769" y="532"/>
                  </a:cubicBezTo>
                  <a:cubicBezTo>
                    <a:pt x="768" y="533"/>
                    <a:pt x="764" y="534"/>
                    <a:pt x="764" y="535"/>
                  </a:cubicBezTo>
                  <a:cubicBezTo>
                    <a:pt x="763" y="537"/>
                    <a:pt x="765" y="539"/>
                    <a:pt x="765" y="541"/>
                  </a:cubicBezTo>
                  <a:cubicBezTo>
                    <a:pt x="765" y="543"/>
                    <a:pt x="766" y="546"/>
                    <a:pt x="765" y="547"/>
                  </a:cubicBezTo>
                  <a:cubicBezTo>
                    <a:pt x="764" y="549"/>
                    <a:pt x="761" y="551"/>
                    <a:pt x="759" y="552"/>
                  </a:cubicBezTo>
                  <a:cubicBezTo>
                    <a:pt x="757" y="553"/>
                    <a:pt x="752" y="553"/>
                    <a:pt x="750" y="554"/>
                  </a:cubicBezTo>
                  <a:cubicBezTo>
                    <a:pt x="749" y="554"/>
                    <a:pt x="748" y="555"/>
                    <a:pt x="747" y="556"/>
                  </a:cubicBezTo>
                  <a:cubicBezTo>
                    <a:pt x="747" y="556"/>
                    <a:pt x="747" y="557"/>
                    <a:pt x="747" y="557"/>
                  </a:cubicBezTo>
                  <a:cubicBezTo>
                    <a:pt x="747" y="557"/>
                    <a:pt x="747" y="559"/>
                    <a:pt x="747" y="559"/>
                  </a:cubicBezTo>
                  <a:cubicBezTo>
                    <a:pt x="745" y="561"/>
                    <a:pt x="739" y="561"/>
                    <a:pt x="737" y="559"/>
                  </a:cubicBezTo>
                  <a:cubicBezTo>
                    <a:pt x="736" y="559"/>
                    <a:pt x="735" y="557"/>
                    <a:pt x="735" y="557"/>
                  </a:cubicBezTo>
                  <a:cubicBezTo>
                    <a:pt x="735" y="555"/>
                    <a:pt x="735" y="553"/>
                    <a:pt x="735" y="552"/>
                  </a:cubicBezTo>
                  <a:cubicBezTo>
                    <a:pt x="735" y="550"/>
                    <a:pt x="734" y="546"/>
                    <a:pt x="732" y="545"/>
                  </a:cubicBezTo>
                  <a:cubicBezTo>
                    <a:pt x="731" y="545"/>
                    <a:pt x="729" y="546"/>
                    <a:pt x="729" y="547"/>
                  </a:cubicBezTo>
                  <a:cubicBezTo>
                    <a:pt x="727" y="548"/>
                    <a:pt x="729" y="553"/>
                    <a:pt x="728" y="555"/>
                  </a:cubicBezTo>
                  <a:cubicBezTo>
                    <a:pt x="727" y="556"/>
                    <a:pt x="724" y="558"/>
                    <a:pt x="723" y="559"/>
                  </a:cubicBezTo>
                  <a:cubicBezTo>
                    <a:pt x="721" y="559"/>
                    <a:pt x="717" y="557"/>
                    <a:pt x="716" y="556"/>
                  </a:cubicBezTo>
                  <a:cubicBezTo>
                    <a:pt x="715" y="555"/>
                    <a:pt x="714" y="553"/>
                    <a:pt x="713" y="552"/>
                  </a:cubicBezTo>
                  <a:cubicBezTo>
                    <a:pt x="712" y="551"/>
                    <a:pt x="708" y="552"/>
                    <a:pt x="706" y="551"/>
                  </a:cubicBezTo>
                  <a:cubicBezTo>
                    <a:pt x="705" y="550"/>
                    <a:pt x="704" y="548"/>
                    <a:pt x="703" y="548"/>
                  </a:cubicBezTo>
                  <a:cubicBezTo>
                    <a:pt x="702" y="548"/>
                    <a:pt x="701" y="549"/>
                    <a:pt x="700" y="550"/>
                  </a:cubicBezTo>
                  <a:cubicBezTo>
                    <a:pt x="700" y="551"/>
                    <a:pt x="701" y="555"/>
                    <a:pt x="700" y="556"/>
                  </a:cubicBezTo>
                  <a:cubicBezTo>
                    <a:pt x="700" y="557"/>
                    <a:pt x="700" y="560"/>
                    <a:pt x="699" y="561"/>
                  </a:cubicBezTo>
                  <a:cubicBezTo>
                    <a:pt x="697" y="562"/>
                    <a:pt x="692" y="562"/>
                    <a:pt x="689" y="561"/>
                  </a:cubicBezTo>
                  <a:cubicBezTo>
                    <a:pt x="688" y="561"/>
                    <a:pt x="686" y="559"/>
                    <a:pt x="685" y="559"/>
                  </a:cubicBezTo>
                  <a:cubicBezTo>
                    <a:pt x="683" y="558"/>
                    <a:pt x="679" y="559"/>
                    <a:pt x="677" y="559"/>
                  </a:cubicBezTo>
                  <a:cubicBezTo>
                    <a:pt x="675" y="558"/>
                    <a:pt x="672" y="556"/>
                    <a:pt x="670" y="556"/>
                  </a:cubicBezTo>
                  <a:cubicBezTo>
                    <a:pt x="668" y="556"/>
                    <a:pt x="665" y="554"/>
                    <a:pt x="664" y="555"/>
                  </a:cubicBezTo>
                  <a:cubicBezTo>
                    <a:pt x="662" y="556"/>
                    <a:pt x="661" y="559"/>
                    <a:pt x="660" y="560"/>
                  </a:cubicBezTo>
                  <a:cubicBezTo>
                    <a:pt x="660" y="560"/>
                    <a:pt x="659" y="561"/>
                    <a:pt x="659" y="562"/>
                  </a:cubicBezTo>
                  <a:cubicBezTo>
                    <a:pt x="657" y="564"/>
                    <a:pt x="654" y="568"/>
                    <a:pt x="651" y="569"/>
                  </a:cubicBezTo>
                  <a:cubicBezTo>
                    <a:pt x="649" y="570"/>
                    <a:pt x="643" y="569"/>
                    <a:pt x="640" y="570"/>
                  </a:cubicBezTo>
                  <a:cubicBezTo>
                    <a:pt x="638" y="570"/>
                    <a:pt x="636" y="572"/>
                    <a:pt x="635" y="573"/>
                  </a:cubicBezTo>
                  <a:cubicBezTo>
                    <a:pt x="633" y="575"/>
                    <a:pt x="628" y="578"/>
                    <a:pt x="627" y="580"/>
                  </a:cubicBezTo>
                  <a:cubicBezTo>
                    <a:pt x="626" y="583"/>
                    <a:pt x="626" y="588"/>
                    <a:pt x="627" y="591"/>
                  </a:cubicBezTo>
                  <a:cubicBezTo>
                    <a:pt x="628" y="593"/>
                    <a:pt x="631" y="596"/>
                    <a:pt x="632" y="598"/>
                  </a:cubicBezTo>
                  <a:cubicBezTo>
                    <a:pt x="634" y="600"/>
                    <a:pt x="637" y="603"/>
                    <a:pt x="638" y="605"/>
                  </a:cubicBezTo>
                  <a:cubicBezTo>
                    <a:pt x="639" y="608"/>
                    <a:pt x="638" y="615"/>
                    <a:pt x="638" y="618"/>
                  </a:cubicBezTo>
                  <a:cubicBezTo>
                    <a:pt x="638" y="619"/>
                    <a:pt x="638" y="623"/>
                    <a:pt x="637" y="624"/>
                  </a:cubicBezTo>
                  <a:cubicBezTo>
                    <a:pt x="635" y="625"/>
                    <a:pt x="629" y="622"/>
                    <a:pt x="627" y="624"/>
                  </a:cubicBezTo>
                  <a:cubicBezTo>
                    <a:pt x="626" y="624"/>
                    <a:pt x="624" y="627"/>
                    <a:pt x="625" y="629"/>
                  </a:cubicBezTo>
                  <a:cubicBezTo>
                    <a:pt x="625" y="630"/>
                    <a:pt x="627" y="633"/>
                    <a:pt x="629" y="634"/>
                  </a:cubicBezTo>
                  <a:cubicBezTo>
                    <a:pt x="630" y="634"/>
                    <a:pt x="633" y="634"/>
                    <a:pt x="635" y="634"/>
                  </a:cubicBezTo>
                  <a:cubicBezTo>
                    <a:pt x="636" y="633"/>
                    <a:pt x="637" y="629"/>
                    <a:pt x="638" y="629"/>
                  </a:cubicBezTo>
                  <a:cubicBezTo>
                    <a:pt x="639" y="628"/>
                    <a:pt x="642" y="628"/>
                    <a:pt x="644" y="629"/>
                  </a:cubicBezTo>
                  <a:cubicBezTo>
                    <a:pt x="645" y="630"/>
                    <a:pt x="647" y="634"/>
                    <a:pt x="648" y="635"/>
                  </a:cubicBezTo>
                  <a:cubicBezTo>
                    <a:pt x="649" y="637"/>
                    <a:pt x="653" y="637"/>
                    <a:pt x="654" y="639"/>
                  </a:cubicBezTo>
                  <a:cubicBezTo>
                    <a:pt x="655" y="641"/>
                    <a:pt x="653" y="645"/>
                    <a:pt x="651" y="647"/>
                  </a:cubicBezTo>
                  <a:cubicBezTo>
                    <a:pt x="650" y="648"/>
                    <a:pt x="646" y="650"/>
                    <a:pt x="645" y="651"/>
                  </a:cubicBezTo>
                  <a:cubicBezTo>
                    <a:pt x="643" y="653"/>
                    <a:pt x="642" y="656"/>
                    <a:pt x="641" y="657"/>
                  </a:cubicBezTo>
                  <a:cubicBezTo>
                    <a:pt x="640" y="659"/>
                    <a:pt x="639" y="663"/>
                    <a:pt x="637" y="664"/>
                  </a:cubicBezTo>
                  <a:cubicBezTo>
                    <a:pt x="635" y="665"/>
                    <a:pt x="629" y="663"/>
                    <a:pt x="626" y="664"/>
                  </a:cubicBezTo>
                  <a:cubicBezTo>
                    <a:pt x="625" y="665"/>
                    <a:pt x="621" y="667"/>
                    <a:pt x="620" y="668"/>
                  </a:cubicBezTo>
                  <a:cubicBezTo>
                    <a:pt x="620" y="669"/>
                    <a:pt x="619" y="672"/>
                    <a:pt x="620" y="673"/>
                  </a:cubicBezTo>
                  <a:cubicBezTo>
                    <a:pt x="622" y="674"/>
                    <a:pt x="628" y="672"/>
                    <a:pt x="629" y="673"/>
                  </a:cubicBezTo>
                  <a:cubicBezTo>
                    <a:pt x="630" y="674"/>
                    <a:pt x="629" y="679"/>
                    <a:pt x="630" y="680"/>
                  </a:cubicBezTo>
                  <a:cubicBezTo>
                    <a:pt x="631" y="681"/>
                    <a:pt x="634" y="680"/>
                    <a:pt x="634" y="681"/>
                  </a:cubicBezTo>
                  <a:cubicBezTo>
                    <a:pt x="636" y="683"/>
                    <a:pt x="635" y="688"/>
                    <a:pt x="634" y="690"/>
                  </a:cubicBezTo>
                  <a:cubicBezTo>
                    <a:pt x="633" y="691"/>
                    <a:pt x="631" y="692"/>
                    <a:pt x="631" y="693"/>
                  </a:cubicBezTo>
                  <a:cubicBezTo>
                    <a:pt x="629" y="694"/>
                    <a:pt x="628" y="697"/>
                    <a:pt x="626" y="698"/>
                  </a:cubicBezTo>
                  <a:cubicBezTo>
                    <a:pt x="626" y="698"/>
                    <a:pt x="624" y="698"/>
                    <a:pt x="623" y="699"/>
                  </a:cubicBezTo>
                  <a:cubicBezTo>
                    <a:pt x="622" y="699"/>
                    <a:pt x="621" y="702"/>
                    <a:pt x="620" y="703"/>
                  </a:cubicBezTo>
                  <a:cubicBezTo>
                    <a:pt x="620" y="705"/>
                    <a:pt x="623" y="709"/>
                    <a:pt x="621" y="710"/>
                  </a:cubicBezTo>
                  <a:cubicBezTo>
                    <a:pt x="620" y="712"/>
                    <a:pt x="617" y="710"/>
                    <a:pt x="615" y="710"/>
                  </a:cubicBezTo>
                  <a:cubicBezTo>
                    <a:pt x="614" y="710"/>
                    <a:pt x="611" y="710"/>
                    <a:pt x="609" y="711"/>
                  </a:cubicBezTo>
                  <a:cubicBezTo>
                    <a:pt x="608" y="711"/>
                    <a:pt x="605" y="713"/>
                    <a:pt x="604" y="714"/>
                  </a:cubicBezTo>
                  <a:cubicBezTo>
                    <a:pt x="603" y="715"/>
                    <a:pt x="600" y="715"/>
                    <a:pt x="600" y="716"/>
                  </a:cubicBezTo>
                  <a:cubicBezTo>
                    <a:pt x="599" y="717"/>
                    <a:pt x="600" y="721"/>
                    <a:pt x="599" y="722"/>
                  </a:cubicBezTo>
                  <a:cubicBezTo>
                    <a:pt x="598" y="723"/>
                    <a:pt x="595" y="723"/>
                    <a:pt x="593" y="723"/>
                  </a:cubicBezTo>
                  <a:cubicBezTo>
                    <a:pt x="592" y="722"/>
                    <a:pt x="590" y="721"/>
                    <a:pt x="590" y="720"/>
                  </a:cubicBezTo>
                  <a:cubicBezTo>
                    <a:pt x="589" y="719"/>
                    <a:pt x="590" y="717"/>
                    <a:pt x="589" y="716"/>
                  </a:cubicBezTo>
                  <a:cubicBezTo>
                    <a:pt x="588" y="715"/>
                    <a:pt x="585" y="716"/>
                    <a:pt x="584" y="715"/>
                  </a:cubicBezTo>
                  <a:cubicBezTo>
                    <a:pt x="583" y="714"/>
                    <a:pt x="584" y="712"/>
                    <a:pt x="583" y="711"/>
                  </a:cubicBezTo>
                  <a:cubicBezTo>
                    <a:pt x="582" y="710"/>
                    <a:pt x="579" y="709"/>
                    <a:pt x="578" y="709"/>
                  </a:cubicBezTo>
                  <a:cubicBezTo>
                    <a:pt x="576" y="708"/>
                    <a:pt x="573" y="708"/>
                    <a:pt x="572" y="709"/>
                  </a:cubicBezTo>
                  <a:cubicBezTo>
                    <a:pt x="570" y="710"/>
                    <a:pt x="569" y="713"/>
                    <a:pt x="569" y="715"/>
                  </a:cubicBezTo>
                  <a:cubicBezTo>
                    <a:pt x="568" y="717"/>
                    <a:pt x="568" y="721"/>
                    <a:pt x="568" y="723"/>
                  </a:cubicBezTo>
                  <a:cubicBezTo>
                    <a:pt x="569" y="725"/>
                    <a:pt x="569" y="729"/>
                    <a:pt x="570" y="731"/>
                  </a:cubicBezTo>
                  <a:cubicBezTo>
                    <a:pt x="571" y="732"/>
                    <a:pt x="574" y="735"/>
                    <a:pt x="576" y="736"/>
                  </a:cubicBezTo>
                  <a:cubicBezTo>
                    <a:pt x="577" y="738"/>
                    <a:pt x="580" y="741"/>
                    <a:pt x="582" y="742"/>
                  </a:cubicBezTo>
                  <a:cubicBezTo>
                    <a:pt x="584" y="743"/>
                    <a:pt x="589" y="744"/>
                    <a:pt x="591" y="744"/>
                  </a:cubicBezTo>
                  <a:cubicBezTo>
                    <a:pt x="594" y="745"/>
                    <a:pt x="598" y="743"/>
                    <a:pt x="600" y="742"/>
                  </a:cubicBezTo>
                  <a:cubicBezTo>
                    <a:pt x="602" y="742"/>
                    <a:pt x="605" y="742"/>
                    <a:pt x="606" y="742"/>
                  </a:cubicBezTo>
                  <a:cubicBezTo>
                    <a:pt x="608" y="744"/>
                    <a:pt x="610" y="748"/>
                    <a:pt x="612" y="751"/>
                  </a:cubicBezTo>
                  <a:cubicBezTo>
                    <a:pt x="613" y="752"/>
                    <a:pt x="613" y="756"/>
                    <a:pt x="614" y="758"/>
                  </a:cubicBezTo>
                  <a:cubicBezTo>
                    <a:pt x="616" y="760"/>
                    <a:pt x="620" y="763"/>
                    <a:pt x="621" y="765"/>
                  </a:cubicBezTo>
                  <a:cubicBezTo>
                    <a:pt x="621" y="767"/>
                    <a:pt x="620" y="771"/>
                    <a:pt x="621" y="773"/>
                  </a:cubicBezTo>
                  <a:cubicBezTo>
                    <a:pt x="621" y="774"/>
                    <a:pt x="620" y="777"/>
                    <a:pt x="621" y="779"/>
                  </a:cubicBezTo>
                  <a:cubicBezTo>
                    <a:pt x="622" y="780"/>
                    <a:pt x="625" y="781"/>
                    <a:pt x="625" y="783"/>
                  </a:cubicBezTo>
                  <a:cubicBezTo>
                    <a:pt x="626" y="785"/>
                    <a:pt x="622" y="788"/>
                    <a:pt x="622" y="790"/>
                  </a:cubicBezTo>
                  <a:cubicBezTo>
                    <a:pt x="622" y="792"/>
                    <a:pt x="623" y="796"/>
                    <a:pt x="623" y="798"/>
                  </a:cubicBezTo>
                  <a:cubicBezTo>
                    <a:pt x="623" y="799"/>
                    <a:pt x="621" y="803"/>
                    <a:pt x="620" y="803"/>
                  </a:cubicBezTo>
                  <a:cubicBezTo>
                    <a:pt x="619" y="803"/>
                    <a:pt x="616" y="802"/>
                    <a:pt x="615" y="801"/>
                  </a:cubicBezTo>
                  <a:cubicBezTo>
                    <a:pt x="615" y="800"/>
                    <a:pt x="614" y="798"/>
                    <a:pt x="613" y="798"/>
                  </a:cubicBezTo>
                  <a:cubicBezTo>
                    <a:pt x="611" y="797"/>
                    <a:pt x="608" y="798"/>
                    <a:pt x="607" y="799"/>
                  </a:cubicBezTo>
                  <a:cubicBezTo>
                    <a:pt x="606" y="800"/>
                    <a:pt x="604" y="802"/>
                    <a:pt x="604" y="803"/>
                  </a:cubicBezTo>
                  <a:cubicBezTo>
                    <a:pt x="603" y="805"/>
                    <a:pt x="602" y="809"/>
                    <a:pt x="603" y="811"/>
                  </a:cubicBezTo>
                  <a:cubicBezTo>
                    <a:pt x="604" y="813"/>
                    <a:pt x="608" y="815"/>
                    <a:pt x="610" y="816"/>
                  </a:cubicBezTo>
                  <a:cubicBezTo>
                    <a:pt x="611" y="817"/>
                    <a:pt x="614" y="816"/>
                    <a:pt x="615" y="816"/>
                  </a:cubicBezTo>
                  <a:cubicBezTo>
                    <a:pt x="617" y="816"/>
                    <a:pt x="621" y="817"/>
                    <a:pt x="622" y="819"/>
                  </a:cubicBezTo>
                  <a:cubicBezTo>
                    <a:pt x="623" y="820"/>
                    <a:pt x="624" y="825"/>
                    <a:pt x="624" y="828"/>
                  </a:cubicBezTo>
                  <a:cubicBezTo>
                    <a:pt x="623" y="830"/>
                    <a:pt x="618" y="832"/>
                    <a:pt x="617" y="834"/>
                  </a:cubicBezTo>
                  <a:cubicBezTo>
                    <a:pt x="616" y="836"/>
                    <a:pt x="616" y="840"/>
                    <a:pt x="615" y="841"/>
                  </a:cubicBezTo>
                  <a:cubicBezTo>
                    <a:pt x="614" y="842"/>
                    <a:pt x="611" y="843"/>
                    <a:pt x="610" y="844"/>
                  </a:cubicBezTo>
                  <a:cubicBezTo>
                    <a:pt x="610" y="845"/>
                    <a:pt x="610" y="847"/>
                    <a:pt x="610" y="848"/>
                  </a:cubicBezTo>
                  <a:cubicBezTo>
                    <a:pt x="611" y="849"/>
                    <a:pt x="614" y="850"/>
                    <a:pt x="615" y="850"/>
                  </a:cubicBezTo>
                  <a:cubicBezTo>
                    <a:pt x="616" y="850"/>
                    <a:pt x="617" y="848"/>
                    <a:pt x="618" y="848"/>
                  </a:cubicBezTo>
                  <a:cubicBezTo>
                    <a:pt x="619" y="849"/>
                    <a:pt x="620" y="851"/>
                    <a:pt x="620" y="852"/>
                  </a:cubicBezTo>
                  <a:cubicBezTo>
                    <a:pt x="620" y="854"/>
                    <a:pt x="619" y="857"/>
                    <a:pt x="619" y="859"/>
                  </a:cubicBezTo>
                  <a:cubicBezTo>
                    <a:pt x="618" y="862"/>
                    <a:pt x="617" y="866"/>
                    <a:pt x="616" y="869"/>
                  </a:cubicBezTo>
                  <a:cubicBezTo>
                    <a:pt x="615" y="876"/>
                    <a:pt x="612" y="890"/>
                    <a:pt x="612" y="897"/>
                  </a:cubicBezTo>
                  <a:cubicBezTo>
                    <a:pt x="611" y="901"/>
                    <a:pt x="611" y="910"/>
                    <a:pt x="612" y="914"/>
                  </a:cubicBezTo>
                  <a:cubicBezTo>
                    <a:pt x="612" y="917"/>
                    <a:pt x="615" y="923"/>
                    <a:pt x="616" y="925"/>
                  </a:cubicBezTo>
                  <a:cubicBezTo>
                    <a:pt x="616" y="926"/>
                    <a:pt x="617" y="928"/>
                    <a:pt x="618" y="929"/>
                  </a:cubicBezTo>
                  <a:cubicBezTo>
                    <a:pt x="615" y="930"/>
                    <a:pt x="612" y="932"/>
                    <a:pt x="611" y="933"/>
                  </a:cubicBezTo>
                  <a:cubicBezTo>
                    <a:pt x="610" y="934"/>
                    <a:pt x="610" y="938"/>
                    <a:pt x="609" y="939"/>
                  </a:cubicBezTo>
                  <a:cubicBezTo>
                    <a:pt x="608" y="940"/>
                    <a:pt x="607" y="943"/>
                    <a:pt x="605" y="944"/>
                  </a:cubicBezTo>
                  <a:cubicBezTo>
                    <a:pt x="604" y="945"/>
                    <a:pt x="601" y="945"/>
                    <a:pt x="599" y="945"/>
                  </a:cubicBezTo>
                  <a:cubicBezTo>
                    <a:pt x="598" y="945"/>
                    <a:pt x="596" y="944"/>
                    <a:pt x="595" y="943"/>
                  </a:cubicBezTo>
                  <a:cubicBezTo>
                    <a:pt x="593" y="942"/>
                    <a:pt x="589" y="942"/>
                    <a:pt x="587" y="941"/>
                  </a:cubicBezTo>
                  <a:cubicBezTo>
                    <a:pt x="586" y="940"/>
                    <a:pt x="586" y="936"/>
                    <a:pt x="585" y="936"/>
                  </a:cubicBezTo>
                  <a:cubicBezTo>
                    <a:pt x="584" y="935"/>
                    <a:pt x="582" y="934"/>
                    <a:pt x="581" y="934"/>
                  </a:cubicBezTo>
                  <a:cubicBezTo>
                    <a:pt x="580" y="934"/>
                    <a:pt x="578" y="936"/>
                    <a:pt x="577" y="936"/>
                  </a:cubicBezTo>
                  <a:cubicBezTo>
                    <a:pt x="576" y="935"/>
                    <a:pt x="574" y="933"/>
                    <a:pt x="573" y="933"/>
                  </a:cubicBezTo>
                  <a:cubicBezTo>
                    <a:pt x="572" y="933"/>
                    <a:pt x="570" y="933"/>
                    <a:pt x="569" y="934"/>
                  </a:cubicBezTo>
                  <a:cubicBezTo>
                    <a:pt x="568" y="935"/>
                    <a:pt x="569" y="940"/>
                    <a:pt x="567" y="941"/>
                  </a:cubicBezTo>
                  <a:cubicBezTo>
                    <a:pt x="565" y="942"/>
                    <a:pt x="562" y="939"/>
                    <a:pt x="560" y="939"/>
                  </a:cubicBezTo>
                  <a:cubicBezTo>
                    <a:pt x="558" y="939"/>
                    <a:pt x="555" y="941"/>
                    <a:pt x="554" y="941"/>
                  </a:cubicBezTo>
                  <a:cubicBezTo>
                    <a:pt x="552" y="941"/>
                    <a:pt x="549" y="939"/>
                    <a:pt x="547" y="939"/>
                  </a:cubicBezTo>
                  <a:cubicBezTo>
                    <a:pt x="545" y="939"/>
                    <a:pt x="543" y="941"/>
                    <a:pt x="542" y="942"/>
                  </a:cubicBezTo>
                  <a:cubicBezTo>
                    <a:pt x="541" y="943"/>
                    <a:pt x="540" y="945"/>
                    <a:pt x="540" y="945"/>
                  </a:cubicBezTo>
                  <a:cubicBezTo>
                    <a:pt x="540" y="947"/>
                    <a:pt x="541" y="949"/>
                    <a:pt x="541" y="950"/>
                  </a:cubicBezTo>
                  <a:cubicBezTo>
                    <a:pt x="541" y="951"/>
                    <a:pt x="538" y="952"/>
                    <a:pt x="538" y="953"/>
                  </a:cubicBezTo>
                  <a:cubicBezTo>
                    <a:pt x="537" y="954"/>
                    <a:pt x="535" y="957"/>
                    <a:pt x="533" y="957"/>
                  </a:cubicBezTo>
                  <a:cubicBezTo>
                    <a:pt x="532" y="958"/>
                    <a:pt x="529" y="958"/>
                    <a:pt x="527" y="957"/>
                  </a:cubicBezTo>
                  <a:cubicBezTo>
                    <a:pt x="526" y="957"/>
                    <a:pt x="524" y="954"/>
                    <a:pt x="522" y="954"/>
                  </a:cubicBezTo>
                  <a:cubicBezTo>
                    <a:pt x="520" y="953"/>
                    <a:pt x="516" y="953"/>
                    <a:pt x="514" y="953"/>
                  </a:cubicBezTo>
                  <a:cubicBezTo>
                    <a:pt x="513" y="952"/>
                    <a:pt x="510" y="951"/>
                    <a:pt x="510" y="950"/>
                  </a:cubicBezTo>
                  <a:cubicBezTo>
                    <a:pt x="509" y="948"/>
                    <a:pt x="509" y="944"/>
                    <a:pt x="509" y="942"/>
                  </a:cubicBezTo>
                  <a:cubicBezTo>
                    <a:pt x="508" y="940"/>
                    <a:pt x="506" y="935"/>
                    <a:pt x="504" y="934"/>
                  </a:cubicBezTo>
                  <a:cubicBezTo>
                    <a:pt x="503" y="933"/>
                    <a:pt x="499" y="934"/>
                    <a:pt x="498" y="934"/>
                  </a:cubicBezTo>
                  <a:cubicBezTo>
                    <a:pt x="496" y="934"/>
                    <a:pt x="492" y="934"/>
                    <a:pt x="490" y="934"/>
                  </a:cubicBezTo>
                  <a:cubicBezTo>
                    <a:pt x="487" y="934"/>
                    <a:pt x="480" y="934"/>
                    <a:pt x="477" y="934"/>
                  </a:cubicBezTo>
                  <a:cubicBezTo>
                    <a:pt x="474" y="934"/>
                    <a:pt x="469" y="936"/>
                    <a:pt x="466" y="936"/>
                  </a:cubicBezTo>
                  <a:cubicBezTo>
                    <a:pt x="463" y="936"/>
                    <a:pt x="459" y="936"/>
                    <a:pt x="456" y="936"/>
                  </a:cubicBezTo>
                  <a:cubicBezTo>
                    <a:pt x="455" y="935"/>
                    <a:pt x="453" y="934"/>
                    <a:pt x="452" y="933"/>
                  </a:cubicBezTo>
                  <a:cubicBezTo>
                    <a:pt x="452" y="932"/>
                    <a:pt x="453" y="930"/>
                    <a:pt x="453" y="929"/>
                  </a:cubicBezTo>
                  <a:cubicBezTo>
                    <a:pt x="454" y="928"/>
                    <a:pt x="455" y="925"/>
                    <a:pt x="455" y="924"/>
                  </a:cubicBezTo>
                  <a:cubicBezTo>
                    <a:pt x="455" y="923"/>
                    <a:pt x="453" y="920"/>
                    <a:pt x="452" y="919"/>
                  </a:cubicBezTo>
                  <a:cubicBezTo>
                    <a:pt x="452" y="918"/>
                    <a:pt x="449" y="916"/>
                    <a:pt x="448" y="915"/>
                  </a:cubicBezTo>
                  <a:cubicBezTo>
                    <a:pt x="447" y="914"/>
                    <a:pt x="445" y="912"/>
                    <a:pt x="443" y="911"/>
                  </a:cubicBezTo>
                  <a:cubicBezTo>
                    <a:pt x="442" y="911"/>
                    <a:pt x="439" y="911"/>
                    <a:pt x="438" y="910"/>
                  </a:cubicBezTo>
                  <a:cubicBezTo>
                    <a:pt x="438" y="909"/>
                    <a:pt x="438" y="906"/>
                    <a:pt x="439" y="905"/>
                  </a:cubicBezTo>
                  <a:cubicBezTo>
                    <a:pt x="439" y="904"/>
                    <a:pt x="441" y="902"/>
                    <a:pt x="442" y="901"/>
                  </a:cubicBezTo>
                  <a:cubicBezTo>
                    <a:pt x="443" y="900"/>
                    <a:pt x="445" y="898"/>
                    <a:pt x="445" y="897"/>
                  </a:cubicBezTo>
                  <a:cubicBezTo>
                    <a:pt x="446" y="895"/>
                    <a:pt x="443" y="892"/>
                    <a:pt x="441" y="891"/>
                  </a:cubicBezTo>
                  <a:cubicBezTo>
                    <a:pt x="441" y="890"/>
                    <a:pt x="439" y="888"/>
                    <a:pt x="438" y="887"/>
                  </a:cubicBezTo>
                  <a:cubicBezTo>
                    <a:pt x="438" y="887"/>
                    <a:pt x="436" y="886"/>
                    <a:pt x="435" y="887"/>
                  </a:cubicBezTo>
                  <a:cubicBezTo>
                    <a:pt x="434" y="887"/>
                    <a:pt x="433" y="890"/>
                    <a:pt x="433" y="892"/>
                  </a:cubicBezTo>
                  <a:cubicBezTo>
                    <a:pt x="433" y="893"/>
                    <a:pt x="434" y="895"/>
                    <a:pt x="434" y="896"/>
                  </a:cubicBezTo>
                  <a:cubicBezTo>
                    <a:pt x="434" y="897"/>
                    <a:pt x="434" y="899"/>
                    <a:pt x="434" y="900"/>
                  </a:cubicBezTo>
                  <a:cubicBezTo>
                    <a:pt x="433" y="902"/>
                    <a:pt x="432" y="905"/>
                    <a:pt x="430" y="906"/>
                  </a:cubicBezTo>
                  <a:cubicBezTo>
                    <a:pt x="430" y="906"/>
                    <a:pt x="428" y="906"/>
                    <a:pt x="427" y="907"/>
                  </a:cubicBezTo>
                  <a:cubicBezTo>
                    <a:pt x="426" y="907"/>
                    <a:pt x="424" y="909"/>
                    <a:pt x="423" y="909"/>
                  </a:cubicBezTo>
                  <a:cubicBezTo>
                    <a:pt x="422" y="909"/>
                    <a:pt x="419" y="906"/>
                    <a:pt x="418" y="905"/>
                  </a:cubicBezTo>
                  <a:cubicBezTo>
                    <a:pt x="417" y="904"/>
                    <a:pt x="414" y="902"/>
                    <a:pt x="413" y="901"/>
                  </a:cubicBezTo>
                  <a:cubicBezTo>
                    <a:pt x="411" y="900"/>
                    <a:pt x="407" y="899"/>
                    <a:pt x="405" y="899"/>
                  </a:cubicBezTo>
                  <a:cubicBezTo>
                    <a:pt x="403" y="899"/>
                    <a:pt x="400" y="901"/>
                    <a:pt x="399" y="902"/>
                  </a:cubicBezTo>
                  <a:cubicBezTo>
                    <a:pt x="396" y="904"/>
                    <a:pt x="391" y="908"/>
                    <a:pt x="388" y="908"/>
                  </a:cubicBezTo>
                  <a:cubicBezTo>
                    <a:pt x="386" y="909"/>
                    <a:pt x="381" y="907"/>
                    <a:pt x="379" y="908"/>
                  </a:cubicBezTo>
                  <a:cubicBezTo>
                    <a:pt x="378" y="908"/>
                    <a:pt x="376" y="910"/>
                    <a:pt x="375" y="910"/>
                  </a:cubicBezTo>
                  <a:cubicBezTo>
                    <a:pt x="374" y="910"/>
                    <a:pt x="373" y="909"/>
                    <a:pt x="372" y="909"/>
                  </a:cubicBezTo>
                  <a:cubicBezTo>
                    <a:pt x="372" y="907"/>
                    <a:pt x="373" y="905"/>
                    <a:pt x="372" y="903"/>
                  </a:cubicBezTo>
                  <a:cubicBezTo>
                    <a:pt x="372" y="902"/>
                    <a:pt x="370" y="901"/>
                    <a:pt x="370" y="901"/>
                  </a:cubicBezTo>
                  <a:cubicBezTo>
                    <a:pt x="369" y="900"/>
                    <a:pt x="367" y="901"/>
                    <a:pt x="366" y="901"/>
                  </a:cubicBezTo>
                  <a:cubicBezTo>
                    <a:pt x="364" y="901"/>
                    <a:pt x="362" y="901"/>
                    <a:pt x="362" y="902"/>
                  </a:cubicBezTo>
                  <a:cubicBezTo>
                    <a:pt x="361" y="903"/>
                    <a:pt x="361" y="905"/>
                    <a:pt x="360" y="906"/>
                  </a:cubicBezTo>
                  <a:cubicBezTo>
                    <a:pt x="360" y="907"/>
                    <a:pt x="358" y="908"/>
                    <a:pt x="357" y="908"/>
                  </a:cubicBezTo>
                  <a:cubicBezTo>
                    <a:pt x="356" y="908"/>
                    <a:pt x="355" y="905"/>
                    <a:pt x="354" y="904"/>
                  </a:cubicBezTo>
                  <a:cubicBezTo>
                    <a:pt x="354" y="903"/>
                    <a:pt x="354" y="901"/>
                    <a:pt x="354" y="900"/>
                  </a:cubicBezTo>
                  <a:cubicBezTo>
                    <a:pt x="355" y="899"/>
                    <a:pt x="357" y="897"/>
                    <a:pt x="358" y="896"/>
                  </a:cubicBezTo>
                  <a:cubicBezTo>
                    <a:pt x="358" y="895"/>
                    <a:pt x="356" y="891"/>
                    <a:pt x="356" y="890"/>
                  </a:cubicBezTo>
                  <a:cubicBezTo>
                    <a:pt x="355" y="889"/>
                    <a:pt x="354" y="886"/>
                    <a:pt x="353" y="885"/>
                  </a:cubicBezTo>
                  <a:cubicBezTo>
                    <a:pt x="352" y="884"/>
                    <a:pt x="349" y="885"/>
                    <a:pt x="348" y="884"/>
                  </a:cubicBezTo>
                  <a:cubicBezTo>
                    <a:pt x="346" y="883"/>
                    <a:pt x="344" y="881"/>
                    <a:pt x="343" y="880"/>
                  </a:cubicBezTo>
                  <a:cubicBezTo>
                    <a:pt x="342" y="879"/>
                    <a:pt x="342" y="876"/>
                    <a:pt x="342" y="875"/>
                  </a:cubicBezTo>
                  <a:cubicBezTo>
                    <a:pt x="342" y="874"/>
                    <a:pt x="341" y="872"/>
                    <a:pt x="340" y="872"/>
                  </a:cubicBezTo>
                  <a:cubicBezTo>
                    <a:pt x="339" y="872"/>
                    <a:pt x="336" y="872"/>
                    <a:pt x="335" y="873"/>
                  </a:cubicBezTo>
                  <a:cubicBezTo>
                    <a:pt x="334" y="873"/>
                    <a:pt x="333" y="876"/>
                    <a:pt x="332" y="877"/>
                  </a:cubicBezTo>
                  <a:cubicBezTo>
                    <a:pt x="332" y="877"/>
                    <a:pt x="331" y="875"/>
                    <a:pt x="330" y="875"/>
                  </a:cubicBezTo>
                  <a:cubicBezTo>
                    <a:pt x="329" y="874"/>
                    <a:pt x="327" y="874"/>
                    <a:pt x="326" y="874"/>
                  </a:cubicBezTo>
                  <a:cubicBezTo>
                    <a:pt x="325" y="874"/>
                    <a:pt x="322" y="875"/>
                    <a:pt x="321" y="876"/>
                  </a:cubicBezTo>
                  <a:cubicBezTo>
                    <a:pt x="321" y="877"/>
                    <a:pt x="320" y="879"/>
                    <a:pt x="319" y="879"/>
                  </a:cubicBezTo>
                  <a:cubicBezTo>
                    <a:pt x="318" y="879"/>
                    <a:pt x="316" y="878"/>
                    <a:pt x="315" y="877"/>
                  </a:cubicBezTo>
                  <a:cubicBezTo>
                    <a:pt x="315" y="876"/>
                    <a:pt x="315" y="873"/>
                    <a:pt x="314" y="872"/>
                  </a:cubicBezTo>
                  <a:cubicBezTo>
                    <a:pt x="314" y="870"/>
                    <a:pt x="313" y="866"/>
                    <a:pt x="312" y="864"/>
                  </a:cubicBezTo>
                  <a:cubicBezTo>
                    <a:pt x="311" y="863"/>
                    <a:pt x="309" y="861"/>
                    <a:pt x="309" y="859"/>
                  </a:cubicBezTo>
                  <a:cubicBezTo>
                    <a:pt x="308" y="858"/>
                    <a:pt x="308" y="855"/>
                    <a:pt x="306" y="855"/>
                  </a:cubicBezTo>
                  <a:cubicBezTo>
                    <a:pt x="305" y="854"/>
                    <a:pt x="302" y="855"/>
                    <a:pt x="301" y="855"/>
                  </a:cubicBezTo>
                  <a:cubicBezTo>
                    <a:pt x="300" y="854"/>
                    <a:pt x="299" y="851"/>
                    <a:pt x="299" y="849"/>
                  </a:cubicBezTo>
                  <a:cubicBezTo>
                    <a:pt x="300" y="849"/>
                    <a:pt x="301" y="849"/>
                    <a:pt x="302" y="849"/>
                  </a:cubicBezTo>
                  <a:cubicBezTo>
                    <a:pt x="302" y="849"/>
                    <a:pt x="304" y="849"/>
                    <a:pt x="305" y="849"/>
                  </a:cubicBezTo>
                  <a:cubicBezTo>
                    <a:pt x="306" y="848"/>
                    <a:pt x="307" y="845"/>
                    <a:pt x="306" y="844"/>
                  </a:cubicBezTo>
                  <a:cubicBezTo>
                    <a:pt x="306" y="843"/>
                    <a:pt x="303" y="842"/>
                    <a:pt x="302" y="842"/>
                  </a:cubicBezTo>
                  <a:cubicBezTo>
                    <a:pt x="300" y="841"/>
                    <a:pt x="297" y="841"/>
                    <a:pt x="295" y="841"/>
                  </a:cubicBezTo>
                  <a:cubicBezTo>
                    <a:pt x="294" y="841"/>
                    <a:pt x="293" y="839"/>
                    <a:pt x="292" y="839"/>
                  </a:cubicBezTo>
                  <a:cubicBezTo>
                    <a:pt x="290" y="839"/>
                    <a:pt x="288" y="839"/>
                    <a:pt x="287" y="839"/>
                  </a:cubicBezTo>
                  <a:cubicBezTo>
                    <a:pt x="286" y="839"/>
                    <a:pt x="284" y="839"/>
                    <a:pt x="283" y="838"/>
                  </a:cubicBezTo>
                  <a:cubicBezTo>
                    <a:pt x="283" y="837"/>
                    <a:pt x="283" y="835"/>
                    <a:pt x="283" y="835"/>
                  </a:cubicBezTo>
                  <a:cubicBezTo>
                    <a:pt x="283" y="833"/>
                    <a:pt x="282" y="830"/>
                    <a:pt x="282" y="828"/>
                  </a:cubicBezTo>
                  <a:cubicBezTo>
                    <a:pt x="282" y="826"/>
                    <a:pt x="282" y="822"/>
                    <a:pt x="283" y="820"/>
                  </a:cubicBezTo>
                  <a:cubicBezTo>
                    <a:pt x="283" y="818"/>
                    <a:pt x="283" y="815"/>
                    <a:pt x="284" y="814"/>
                  </a:cubicBezTo>
                  <a:cubicBezTo>
                    <a:pt x="285" y="813"/>
                    <a:pt x="289" y="814"/>
                    <a:pt x="290" y="813"/>
                  </a:cubicBezTo>
                  <a:cubicBezTo>
                    <a:pt x="292" y="812"/>
                    <a:pt x="295" y="808"/>
                    <a:pt x="297" y="807"/>
                  </a:cubicBezTo>
                  <a:cubicBezTo>
                    <a:pt x="298" y="806"/>
                    <a:pt x="301" y="803"/>
                    <a:pt x="302" y="802"/>
                  </a:cubicBezTo>
                  <a:cubicBezTo>
                    <a:pt x="303" y="800"/>
                    <a:pt x="304" y="796"/>
                    <a:pt x="305" y="795"/>
                  </a:cubicBezTo>
                  <a:cubicBezTo>
                    <a:pt x="306" y="794"/>
                    <a:pt x="309" y="792"/>
                    <a:pt x="310" y="790"/>
                  </a:cubicBezTo>
                  <a:cubicBezTo>
                    <a:pt x="311" y="788"/>
                    <a:pt x="311" y="784"/>
                    <a:pt x="311" y="782"/>
                  </a:cubicBezTo>
                  <a:cubicBezTo>
                    <a:pt x="312" y="780"/>
                    <a:pt x="311" y="776"/>
                    <a:pt x="311" y="774"/>
                  </a:cubicBezTo>
                  <a:cubicBezTo>
                    <a:pt x="311" y="772"/>
                    <a:pt x="310" y="768"/>
                    <a:pt x="308" y="768"/>
                  </a:cubicBezTo>
                  <a:cubicBezTo>
                    <a:pt x="307" y="768"/>
                    <a:pt x="306" y="771"/>
                    <a:pt x="305" y="772"/>
                  </a:cubicBezTo>
                  <a:cubicBezTo>
                    <a:pt x="304" y="773"/>
                    <a:pt x="302" y="775"/>
                    <a:pt x="301" y="776"/>
                  </a:cubicBezTo>
                  <a:cubicBezTo>
                    <a:pt x="299" y="777"/>
                    <a:pt x="294" y="776"/>
                    <a:pt x="292" y="776"/>
                  </a:cubicBezTo>
                  <a:cubicBezTo>
                    <a:pt x="290" y="775"/>
                    <a:pt x="287" y="773"/>
                    <a:pt x="286" y="771"/>
                  </a:cubicBezTo>
                  <a:cubicBezTo>
                    <a:pt x="285" y="770"/>
                    <a:pt x="285" y="768"/>
                    <a:pt x="285" y="767"/>
                  </a:cubicBezTo>
                  <a:cubicBezTo>
                    <a:pt x="285" y="765"/>
                    <a:pt x="285" y="762"/>
                    <a:pt x="286" y="761"/>
                  </a:cubicBezTo>
                  <a:cubicBezTo>
                    <a:pt x="286" y="759"/>
                    <a:pt x="289" y="757"/>
                    <a:pt x="289" y="756"/>
                  </a:cubicBezTo>
                  <a:cubicBezTo>
                    <a:pt x="290" y="754"/>
                    <a:pt x="290" y="751"/>
                    <a:pt x="290" y="749"/>
                  </a:cubicBezTo>
                  <a:cubicBezTo>
                    <a:pt x="290" y="747"/>
                    <a:pt x="290" y="743"/>
                    <a:pt x="289" y="742"/>
                  </a:cubicBezTo>
                  <a:cubicBezTo>
                    <a:pt x="288" y="741"/>
                    <a:pt x="284" y="741"/>
                    <a:pt x="283" y="740"/>
                  </a:cubicBezTo>
                  <a:cubicBezTo>
                    <a:pt x="282" y="738"/>
                    <a:pt x="284" y="734"/>
                    <a:pt x="284" y="733"/>
                  </a:cubicBezTo>
                  <a:cubicBezTo>
                    <a:pt x="284" y="731"/>
                    <a:pt x="282" y="728"/>
                    <a:pt x="281" y="727"/>
                  </a:cubicBezTo>
                  <a:cubicBezTo>
                    <a:pt x="280" y="726"/>
                    <a:pt x="278" y="724"/>
                    <a:pt x="277" y="723"/>
                  </a:cubicBezTo>
                  <a:cubicBezTo>
                    <a:pt x="276" y="722"/>
                    <a:pt x="276" y="720"/>
                    <a:pt x="275" y="719"/>
                  </a:cubicBezTo>
                  <a:cubicBezTo>
                    <a:pt x="274" y="719"/>
                    <a:pt x="272" y="719"/>
                    <a:pt x="271" y="718"/>
                  </a:cubicBezTo>
                  <a:cubicBezTo>
                    <a:pt x="271" y="718"/>
                    <a:pt x="270" y="716"/>
                    <a:pt x="270" y="715"/>
                  </a:cubicBezTo>
                  <a:cubicBezTo>
                    <a:pt x="270" y="714"/>
                    <a:pt x="271" y="712"/>
                    <a:pt x="272" y="712"/>
                  </a:cubicBezTo>
                  <a:cubicBezTo>
                    <a:pt x="272" y="710"/>
                    <a:pt x="272" y="705"/>
                    <a:pt x="273" y="703"/>
                  </a:cubicBezTo>
                  <a:cubicBezTo>
                    <a:pt x="274" y="702"/>
                    <a:pt x="276" y="702"/>
                    <a:pt x="277" y="701"/>
                  </a:cubicBezTo>
                  <a:cubicBezTo>
                    <a:pt x="279" y="701"/>
                    <a:pt x="282" y="700"/>
                    <a:pt x="284" y="700"/>
                  </a:cubicBezTo>
                  <a:cubicBezTo>
                    <a:pt x="285" y="699"/>
                    <a:pt x="287" y="695"/>
                    <a:pt x="288" y="695"/>
                  </a:cubicBezTo>
                  <a:cubicBezTo>
                    <a:pt x="289" y="694"/>
                    <a:pt x="292" y="695"/>
                    <a:pt x="293" y="696"/>
                  </a:cubicBezTo>
                  <a:cubicBezTo>
                    <a:pt x="294" y="696"/>
                    <a:pt x="294" y="696"/>
                    <a:pt x="295" y="696"/>
                  </a:cubicBezTo>
                  <a:cubicBezTo>
                    <a:pt x="296" y="697"/>
                    <a:pt x="301" y="698"/>
                    <a:pt x="303" y="698"/>
                  </a:cubicBezTo>
                  <a:cubicBezTo>
                    <a:pt x="304" y="698"/>
                    <a:pt x="306" y="698"/>
                    <a:pt x="307" y="699"/>
                  </a:cubicBezTo>
                  <a:cubicBezTo>
                    <a:pt x="309" y="699"/>
                    <a:pt x="310" y="702"/>
                    <a:pt x="311" y="703"/>
                  </a:cubicBezTo>
                  <a:cubicBezTo>
                    <a:pt x="313" y="704"/>
                    <a:pt x="316" y="704"/>
                    <a:pt x="318" y="704"/>
                  </a:cubicBezTo>
                  <a:cubicBezTo>
                    <a:pt x="320" y="704"/>
                    <a:pt x="323" y="704"/>
                    <a:pt x="325" y="705"/>
                  </a:cubicBezTo>
                  <a:cubicBezTo>
                    <a:pt x="327" y="705"/>
                    <a:pt x="331" y="708"/>
                    <a:pt x="334" y="708"/>
                  </a:cubicBezTo>
                  <a:cubicBezTo>
                    <a:pt x="335" y="708"/>
                    <a:pt x="338" y="708"/>
                    <a:pt x="339" y="708"/>
                  </a:cubicBezTo>
                  <a:cubicBezTo>
                    <a:pt x="340" y="707"/>
                    <a:pt x="340" y="705"/>
                    <a:pt x="340" y="704"/>
                  </a:cubicBezTo>
                  <a:cubicBezTo>
                    <a:pt x="341" y="703"/>
                    <a:pt x="342" y="702"/>
                    <a:pt x="343" y="701"/>
                  </a:cubicBezTo>
                  <a:cubicBezTo>
                    <a:pt x="343" y="701"/>
                    <a:pt x="345" y="699"/>
                    <a:pt x="345" y="698"/>
                  </a:cubicBezTo>
                  <a:cubicBezTo>
                    <a:pt x="345" y="697"/>
                    <a:pt x="344" y="693"/>
                    <a:pt x="344" y="692"/>
                  </a:cubicBezTo>
                  <a:cubicBezTo>
                    <a:pt x="344" y="690"/>
                    <a:pt x="347" y="687"/>
                    <a:pt x="348" y="685"/>
                  </a:cubicBezTo>
                  <a:cubicBezTo>
                    <a:pt x="348" y="684"/>
                    <a:pt x="349" y="682"/>
                    <a:pt x="348" y="680"/>
                  </a:cubicBezTo>
                  <a:cubicBezTo>
                    <a:pt x="348" y="680"/>
                    <a:pt x="346" y="679"/>
                    <a:pt x="345" y="678"/>
                  </a:cubicBezTo>
                  <a:cubicBezTo>
                    <a:pt x="344" y="677"/>
                    <a:pt x="344" y="674"/>
                    <a:pt x="343" y="673"/>
                  </a:cubicBezTo>
                  <a:cubicBezTo>
                    <a:pt x="342" y="672"/>
                    <a:pt x="338" y="673"/>
                    <a:pt x="336" y="673"/>
                  </a:cubicBezTo>
                  <a:cubicBezTo>
                    <a:pt x="335" y="672"/>
                    <a:pt x="333" y="672"/>
                    <a:pt x="332" y="671"/>
                  </a:cubicBezTo>
                  <a:cubicBezTo>
                    <a:pt x="331" y="670"/>
                    <a:pt x="331" y="667"/>
                    <a:pt x="330" y="666"/>
                  </a:cubicBezTo>
                  <a:cubicBezTo>
                    <a:pt x="330" y="664"/>
                    <a:pt x="331" y="660"/>
                    <a:pt x="332" y="658"/>
                  </a:cubicBezTo>
                  <a:cubicBezTo>
                    <a:pt x="332" y="656"/>
                    <a:pt x="333" y="654"/>
                    <a:pt x="333" y="653"/>
                  </a:cubicBezTo>
                  <a:cubicBezTo>
                    <a:pt x="332" y="652"/>
                    <a:pt x="331" y="649"/>
                    <a:pt x="331" y="648"/>
                  </a:cubicBezTo>
                  <a:cubicBezTo>
                    <a:pt x="330" y="647"/>
                    <a:pt x="329" y="645"/>
                    <a:pt x="329" y="644"/>
                  </a:cubicBezTo>
                  <a:cubicBezTo>
                    <a:pt x="329" y="644"/>
                    <a:pt x="328" y="642"/>
                    <a:pt x="329" y="641"/>
                  </a:cubicBezTo>
                  <a:cubicBezTo>
                    <a:pt x="329" y="641"/>
                    <a:pt x="331" y="640"/>
                    <a:pt x="331" y="640"/>
                  </a:cubicBezTo>
                  <a:cubicBezTo>
                    <a:pt x="333" y="640"/>
                    <a:pt x="335" y="642"/>
                    <a:pt x="336" y="642"/>
                  </a:cubicBezTo>
                  <a:cubicBezTo>
                    <a:pt x="337" y="642"/>
                    <a:pt x="339" y="641"/>
                    <a:pt x="339" y="640"/>
                  </a:cubicBezTo>
                  <a:cubicBezTo>
                    <a:pt x="340" y="639"/>
                    <a:pt x="339" y="637"/>
                    <a:pt x="339" y="636"/>
                  </a:cubicBezTo>
                  <a:cubicBezTo>
                    <a:pt x="338" y="635"/>
                    <a:pt x="335" y="634"/>
                    <a:pt x="334" y="633"/>
                  </a:cubicBezTo>
                  <a:cubicBezTo>
                    <a:pt x="332" y="632"/>
                    <a:pt x="329" y="630"/>
                    <a:pt x="328" y="629"/>
                  </a:cubicBezTo>
                  <a:cubicBezTo>
                    <a:pt x="327" y="628"/>
                    <a:pt x="325" y="625"/>
                    <a:pt x="324" y="624"/>
                  </a:cubicBezTo>
                  <a:cubicBezTo>
                    <a:pt x="323" y="622"/>
                    <a:pt x="321" y="618"/>
                    <a:pt x="318" y="617"/>
                  </a:cubicBezTo>
                  <a:cubicBezTo>
                    <a:pt x="317" y="616"/>
                    <a:pt x="313" y="616"/>
                    <a:pt x="312" y="617"/>
                  </a:cubicBezTo>
                  <a:cubicBezTo>
                    <a:pt x="310" y="617"/>
                    <a:pt x="308" y="618"/>
                    <a:pt x="306" y="619"/>
                  </a:cubicBezTo>
                  <a:cubicBezTo>
                    <a:pt x="305" y="619"/>
                    <a:pt x="303" y="619"/>
                    <a:pt x="302" y="619"/>
                  </a:cubicBezTo>
                  <a:cubicBezTo>
                    <a:pt x="301" y="619"/>
                    <a:pt x="299" y="618"/>
                    <a:pt x="298" y="617"/>
                  </a:cubicBezTo>
                  <a:cubicBezTo>
                    <a:pt x="297" y="616"/>
                    <a:pt x="298" y="612"/>
                    <a:pt x="298" y="611"/>
                  </a:cubicBezTo>
                  <a:cubicBezTo>
                    <a:pt x="298" y="609"/>
                    <a:pt x="298" y="606"/>
                    <a:pt x="297" y="605"/>
                  </a:cubicBezTo>
                  <a:cubicBezTo>
                    <a:pt x="296" y="604"/>
                    <a:pt x="292" y="604"/>
                    <a:pt x="291" y="604"/>
                  </a:cubicBezTo>
                  <a:cubicBezTo>
                    <a:pt x="289" y="603"/>
                    <a:pt x="287" y="600"/>
                    <a:pt x="285" y="599"/>
                  </a:cubicBezTo>
                  <a:cubicBezTo>
                    <a:pt x="284" y="599"/>
                    <a:pt x="280" y="598"/>
                    <a:pt x="278" y="599"/>
                  </a:cubicBezTo>
                  <a:cubicBezTo>
                    <a:pt x="277" y="599"/>
                    <a:pt x="276" y="601"/>
                    <a:pt x="275" y="602"/>
                  </a:cubicBezTo>
                  <a:cubicBezTo>
                    <a:pt x="274" y="602"/>
                    <a:pt x="272" y="602"/>
                    <a:pt x="271" y="602"/>
                  </a:cubicBezTo>
                  <a:cubicBezTo>
                    <a:pt x="270" y="602"/>
                    <a:pt x="269" y="600"/>
                    <a:pt x="268" y="600"/>
                  </a:cubicBezTo>
                  <a:cubicBezTo>
                    <a:pt x="267" y="600"/>
                    <a:pt x="265" y="600"/>
                    <a:pt x="264" y="601"/>
                  </a:cubicBezTo>
                  <a:cubicBezTo>
                    <a:pt x="264" y="601"/>
                    <a:pt x="264" y="603"/>
                    <a:pt x="264" y="604"/>
                  </a:cubicBezTo>
                  <a:cubicBezTo>
                    <a:pt x="263" y="604"/>
                    <a:pt x="260" y="604"/>
                    <a:pt x="259" y="605"/>
                  </a:cubicBezTo>
                  <a:cubicBezTo>
                    <a:pt x="258" y="606"/>
                    <a:pt x="258" y="609"/>
                    <a:pt x="257" y="609"/>
                  </a:cubicBezTo>
                  <a:cubicBezTo>
                    <a:pt x="256" y="610"/>
                    <a:pt x="254" y="608"/>
                    <a:pt x="254" y="608"/>
                  </a:cubicBezTo>
                  <a:cubicBezTo>
                    <a:pt x="253" y="608"/>
                    <a:pt x="251" y="608"/>
                    <a:pt x="250" y="608"/>
                  </a:cubicBezTo>
                  <a:cubicBezTo>
                    <a:pt x="250" y="608"/>
                    <a:pt x="248" y="609"/>
                    <a:pt x="247" y="610"/>
                  </a:cubicBezTo>
                  <a:cubicBezTo>
                    <a:pt x="246" y="610"/>
                    <a:pt x="245" y="609"/>
                    <a:pt x="244" y="608"/>
                  </a:cubicBezTo>
                  <a:cubicBezTo>
                    <a:pt x="244" y="608"/>
                    <a:pt x="243" y="607"/>
                    <a:pt x="244" y="606"/>
                  </a:cubicBezTo>
                  <a:cubicBezTo>
                    <a:pt x="244" y="606"/>
                    <a:pt x="246" y="605"/>
                    <a:pt x="246" y="605"/>
                  </a:cubicBezTo>
                  <a:cubicBezTo>
                    <a:pt x="247" y="604"/>
                    <a:pt x="245" y="601"/>
                    <a:pt x="244" y="601"/>
                  </a:cubicBezTo>
                  <a:cubicBezTo>
                    <a:pt x="244" y="600"/>
                    <a:pt x="242" y="601"/>
                    <a:pt x="241" y="601"/>
                  </a:cubicBezTo>
                  <a:cubicBezTo>
                    <a:pt x="240" y="601"/>
                    <a:pt x="239" y="601"/>
                    <a:pt x="239" y="601"/>
                  </a:cubicBezTo>
                  <a:cubicBezTo>
                    <a:pt x="238" y="602"/>
                    <a:pt x="237" y="604"/>
                    <a:pt x="236" y="605"/>
                  </a:cubicBezTo>
                  <a:cubicBezTo>
                    <a:pt x="234" y="605"/>
                    <a:pt x="232" y="605"/>
                    <a:pt x="230" y="604"/>
                  </a:cubicBezTo>
                  <a:cubicBezTo>
                    <a:pt x="229" y="604"/>
                    <a:pt x="226" y="603"/>
                    <a:pt x="226" y="602"/>
                  </a:cubicBezTo>
                  <a:cubicBezTo>
                    <a:pt x="225" y="601"/>
                    <a:pt x="225" y="598"/>
                    <a:pt x="225" y="596"/>
                  </a:cubicBezTo>
                  <a:cubicBezTo>
                    <a:pt x="226" y="595"/>
                    <a:pt x="228" y="592"/>
                    <a:pt x="229" y="591"/>
                  </a:cubicBezTo>
                  <a:cubicBezTo>
                    <a:pt x="231" y="591"/>
                    <a:pt x="235" y="591"/>
                    <a:pt x="236" y="590"/>
                  </a:cubicBezTo>
                  <a:cubicBezTo>
                    <a:pt x="236" y="589"/>
                    <a:pt x="236" y="587"/>
                    <a:pt x="236" y="585"/>
                  </a:cubicBezTo>
                  <a:cubicBezTo>
                    <a:pt x="236" y="584"/>
                    <a:pt x="237" y="581"/>
                    <a:pt x="236" y="580"/>
                  </a:cubicBezTo>
                  <a:cubicBezTo>
                    <a:pt x="236" y="579"/>
                    <a:pt x="235" y="577"/>
                    <a:pt x="234" y="576"/>
                  </a:cubicBezTo>
                  <a:cubicBezTo>
                    <a:pt x="234" y="575"/>
                    <a:pt x="234" y="573"/>
                    <a:pt x="233" y="573"/>
                  </a:cubicBezTo>
                  <a:cubicBezTo>
                    <a:pt x="232" y="572"/>
                    <a:pt x="230" y="573"/>
                    <a:pt x="229" y="573"/>
                  </a:cubicBezTo>
                  <a:cubicBezTo>
                    <a:pt x="228" y="572"/>
                    <a:pt x="225" y="572"/>
                    <a:pt x="224" y="572"/>
                  </a:cubicBezTo>
                  <a:cubicBezTo>
                    <a:pt x="222" y="571"/>
                    <a:pt x="220" y="569"/>
                    <a:pt x="219" y="568"/>
                  </a:cubicBezTo>
                  <a:cubicBezTo>
                    <a:pt x="218" y="568"/>
                    <a:pt x="216" y="568"/>
                    <a:pt x="215" y="567"/>
                  </a:cubicBezTo>
                  <a:cubicBezTo>
                    <a:pt x="214" y="566"/>
                    <a:pt x="214" y="564"/>
                    <a:pt x="214" y="562"/>
                  </a:cubicBezTo>
                  <a:cubicBezTo>
                    <a:pt x="214" y="561"/>
                    <a:pt x="217" y="559"/>
                    <a:pt x="219" y="558"/>
                  </a:cubicBezTo>
                  <a:cubicBezTo>
                    <a:pt x="220" y="557"/>
                    <a:pt x="223" y="558"/>
                    <a:pt x="225" y="557"/>
                  </a:cubicBezTo>
                  <a:cubicBezTo>
                    <a:pt x="226" y="556"/>
                    <a:pt x="229" y="553"/>
                    <a:pt x="229" y="551"/>
                  </a:cubicBezTo>
                  <a:cubicBezTo>
                    <a:pt x="230" y="550"/>
                    <a:pt x="229" y="546"/>
                    <a:pt x="229" y="544"/>
                  </a:cubicBezTo>
                  <a:cubicBezTo>
                    <a:pt x="230" y="542"/>
                    <a:pt x="233" y="540"/>
                    <a:pt x="233" y="539"/>
                  </a:cubicBezTo>
                  <a:cubicBezTo>
                    <a:pt x="233" y="537"/>
                    <a:pt x="231" y="533"/>
                    <a:pt x="230" y="532"/>
                  </a:cubicBezTo>
                  <a:cubicBezTo>
                    <a:pt x="229" y="531"/>
                    <a:pt x="225" y="530"/>
                    <a:pt x="223" y="530"/>
                  </a:cubicBezTo>
                  <a:cubicBezTo>
                    <a:pt x="222" y="530"/>
                    <a:pt x="219" y="531"/>
                    <a:pt x="217" y="531"/>
                  </a:cubicBezTo>
                  <a:cubicBezTo>
                    <a:pt x="216" y="530"/>
                    <a:pt x="213" y="530"/>
                    <a:pt x="212" y="529"/>
                  </a:cubicBezTo>
                  <a:cubicBezTo>
                    <a:pt x="211" y="528"/>
                    <a:pt x="211" y="525"/>
                    <a:pt x="211" y="525"/>
                  </a:cubicBezTo>
                  <a:cubicBezTo>
                    <a:pt x="210" y="524"/>
                    <a:pt x="208" y="525"/>
                    <a:pt x="207" y="525"/>
                  </a:cubicBezTo>
                  <a:cubicBezTo>
                    <a:pt x="206" y="524"/>
                    <a:pt x="206" y="521"/>
                    <a:pt x="205" y="521"/>
                  </a:cubicBezTo>
                  <a:cubicBezTo>
                    <a:pt x="203" y="520"/>
                    <a:pt x="201" y="521"/>
                    <a:pt x="200" y="522"/>
                  </a:cubicBezTo>
                  <a:cubicBezTo>
                    <a:pt x="199" y="523"/>
                    <a:pt x="198" y="525"/>
                    <a:pt x="197" y="525"/>
                  </a:cubicBezTo>
                  <a:cubicBezTo>
                    <a:pt x="196" y="525"/>
                    <a:pt x="196" y="521"/>
                    <a:pt x="195" y="519"/>
                  </a:cubicBezTo>
                  <a:cubicBezTo>
                    <a:pt x="194" y="518"/>
                    <a:pt x="191" y="518"/>
                    <a:pt x="190" y="516"/>
                  </a:cubicBezTo>
                  <a:cubicBezTo>
                    <a:pt x="189" y="515"/>
                    <a:pt x="189" y="513"/>
                    <a:pt x="189" y="512"/>
                  </a:cubicBezTo>
                  <a:cubicBezTo>
                    <a:pt x="188" y="510"/>
                    <a:pt x="186" y="506"/>
                    <a:pt x="185" y="505"/>
                  </a:cubicBezTo>
                  <a:cubicBezTo>
                    <a:pt x="184" y="504"/>
                    <a:pt x="183" y="501"/>
                    <a:pt x="182" y="500"/>
                  </a:cubicBezTo>
                  <a:cubicBezTo>
                    <a:pt x="182" y="499"/>
                    <a:pt x="181" y="496"/>
                    <a:pt x="181" y="495"/>
                  </a:cubicBezTo>
                  <a:cubicBezTo>
                    <a:pt x="181" y="494"/>
                    <a:pt x="183" y="491"/>
                    <a:pt x="184" y="490"/>
                  </a:cubicBezTo>
                  <a:cubicBezTo>
                    <a:pt x="184" y="489"/>
                    <a:pt x="184" y="487"/>
                    <a:pt x="184" y="486"/>
                  </a:cubicBezTo>
                  <a:cubicBezTo>
                    <a:pt x="183" y="485"/>
                    <a:pt x="182" y="482"/>
                    <a:pt x="181" y="482"/>
                  </a:cubicBezTo>
                  <a:cubicBezTo>
                    <a:pt x="180" y="481"/>
                    <a:pt x="178" y="481"/>
                    <a:pt x="177" y="481"/>
                  </a:cubicBezTo>
                  <a:cubicBezTo>
                    <a:pt x="176" y="480"/>
                    <a:pt x="174" y="479"/>
                    <a:pt x="173" y="478"/>
                  </a:cubicBezTo>
                  <a:cubicBezTo>
                    <a:pt x="171" y="477"/>
                    <a:pt x="168" y="476"/>
                    <a:pt x="166" y="475"/>
                  </a:cubicBezTo>
                  <a:cubicBezTo>
                    <a:pt x="165" y="475"/>
                    <a:pt x="163" y="474"/>
                    <a:pt x="162" y="474"/>
                  </a:cubicBezTo>
                  <a:cubicBezTo>
                    <a:pt x="161" y="473"/>
                    <a:pt x="161" y="472"/>
                    <a:pt x="160" y="471"/>
                  </a:cubicBezTo>
                  <a:cubicBezTo>
                    <a:pt x="159" y="471"/>
                    <a:pt x="157" y="471"/>
                    <a:pt x="157" y="470"/>
                  </a:cubicBezTo>
                  <a:cubicBezTo>
                    <a:pt x="156" y="469"/>
                    <a:pt x="156" y="467"/>
                    <a:pt x="155" y="466"/>
                  </a:cubicBezTo>
                  <a:cubicBezTo>
                    <a:pt x="154" y="465"/>
                    <a:pt x="152" y="463"/>
                    <a:pt x="150" y="463"/>
                  </a:cubicBezTo>
                  <a:cubicBezTo>
                    <a:pt x="149" y="462"/>
                    <a:pt x="146" y="460"/>
                    <a:pt x="144" y="459"/>
                  </a:cubicBezTo>
                  <a:cubicBezTo>
                    <a:pt x="143" y="459"/>
                    <a:pt x="140" y="459"/>
                    <a:pt x="138" y="460"/>
                  </a:cubicBezTo>
                  <a:cubicBezTo>
                    <a:pt x="137" y="461"/>
                    <a:pt x="136" y="464"/>
                    <a:pt x="136" y="465"/>
                  </a:cubicBezTo>
                  <a:cubicBezTo>
                    <a:pt x="136" y="467"/>
                    <a:pt x="137" y="470"/>
                    <a:pt x="137" y="471"/>
                  </a:cubicBezTo>
                  <a:cubicBezTo>
                    <a:pt x="136" y="472"/>
                    <a:pt x="132" y="473"/>
                    <a:pt x="131" y="473"/>
                  </a:cubicBezTo>
                  <a:cubicBezTo>
                    <a:pt x="129" y="474"/>
                    <a:pt x="125" y="472"/>
                    <a:pt x="123" y="471"/>
                  </a:cubicBezTo>
                  <a:cubicBezTo>
                    <a:pt x="121" y="471"/>
                    <a:pt x="118" y="470"/>
                    <a:pt x="117" y="471"/>
                  </a:cubicBezTo>
                  <a:cubicBezTo>
                    <a:pt x="115" y="472"/>
                    <a:pt x="113" y="476"/>
                    <a:pt x="112" y="478"/>
                  </a:cubicBezTo>
                  <a:cubicBezTo>
                    <a:pt x="111" y="479"/>
                    <a:pt x="108" y="480"/>
                    <a:pt x="106" y="480"/>
                  </a:cubicBezTo>
                  <a:cubicBezTo>
                    <a:pt x="104" y="480"/>
                    <a:pt x="101" y="479"/>
                    <a:pt x="99" y="478"/>
                  </a:cubicBezTo>
                  <a:cubicBezTo>
                    <a:pt x="99" y="477"/>
                    <a:pt x="98" y="475"/>
                    <a:pt x="97" y="474"/>
                  </a:cubicBezTo>
                  <a:cubicBezTo>
                    <a:pt x="96" y="474"/>
                    <a:pt x="94" y="475"/>
                    <a:pt x="93" y="475"/>
                  </a:cubicBezTo>
                  <a:cubicBezTo>
                    <a:pt x="92" y="476"/>
                    <a:pt x="92" y="478"/>
                    <a:pt x="91" y="479"/>
                  </a:cubicBezTo>
                  <a:cubicBezTo>
                    <a:pt x="90" y="480"/>
                    <a:pt x="88" y="481"/>
                    <a:pt x="87" y="482"/>
                  </a:cubicBezTo>
                  <a:cubicBezTo>
                    <a:pt x="86" y="482"/>
                    <a:pt x="84" y="483"/>
                    <a:pt x="82" y="483"/>
                  </a:cubicBezTo>
                  <a:cubicBezTo>
                    <a:pt x="81" y="482"/>
                    <a:pt x="79" y="482"/>
                    <a:pt x="78" y="481"/>
                  </a:cubicBezTo>
                  <a:cubicBezTo>
                    <a:pt x="77" y="481"/>
                    <a:pt x="78" y="478"/>
                    <a:pt x="78" y="477"/>
                  </a:cubicBezTo>
                  <a:cubicBezTo>
                    <a:pt x="78" y="476"/>
                    <a:pt x="78" y="473"/>
                    <a:pt x="77" y="472"/>
                  </a:cubicBezTo>
                  <a:cubicBezTo>
                    <a:pt x="76" y="471"/>
                    <a:pt x="73" y="469"/>
                    <a:pt x="71" y="469"/>
                  </a:cubicBezTo>
                  <a:cubicBezTo>
                    <a:pt x="70" y="469"/>
                    <a:pt x="68" y="470"/>
                    <a:pt x="66" y="470"/>
                  </a:cubicBezTo>
                  <a:cubicBezTo>
                    <a:pt x="64" y="470"/>
                    <a:pt x="60" y="471"/>
                    <a:pt x="58" y="470"/>
                  </a:cubicBezTo>
                  <a:cubicBezTo>
                    <a:pt x="57" y="469"/>
                    <a:pt x="57" y="466"/>
                    <a:pt x="56" y="464"/>
                  </a:cubicBezTo>
                  <a:cubicBezTo>
                    <a:pt x="55" y="463"/>
                    <a:pt x="52" y="463"/>
                    <a:pt x="51" y="462"/>
                  </a:cubicBezTo>
                  <a:cubicBezTo>
                    <a:pt x="51" y="460"/>
                    <a:pt x="50" y="458"/>
                    <a:pt x="50" y="456"/>
                  </a:cubicBezTo>
                  <a:cubicBezTo>
                    <a:pt x="49" y="455"/>
                    <a:pt x="48" y="453"/>
                    <a:pt x="47" y="452"/>
                  </a:cubicBezTo>
                  <a:cubicBezTo>
                    <a:pt x="47" y="452"/>
                    <a:pt x="45" y="452"/>
                    <a:pt x="44" y="451"/>
                  </a:cubicBezTo>
                  <a:cubicBezTo>
                    <a:pt x="43" y="451"/>
                    <a:pt x="42" y="449"/>
                    <a:pt x="41" y="449"/>
                  </a:cubicBezTo>
                  <a:cubicBezTo>
                    <a:pt x="40" y="449"/>
                    <a:pt x="39" y="450"/>
                    <a:pt x="39" y="450"/>
                  </a:cubicBezTo>
                  <a:cubicBezTo>
                    <a:pt x="37" y="450"/>
                    <a:pt x="33" y="451"/>
                    <a:pt x="31" y="451"/>
                  </a:cubicBezTo>
                  <a:cubicBezTo>
                    <a:pt x="29" y="451"/>
                    <a:pt x="25" y="450"/>
                    <a:pt x="23" y="449"/>
                  </a:cubicBezTo>
                  <a:cubicBezTo>
                    <a:pt x="22" y="449"/>
                    <a:pt x="19" y="449"/>
                    <a:pt x="19" y="448"/>
                  </a:cubicBezTo>
                  <a:cubicBezTo>
                    <a:pt x="17" y="447"/>
                    <a:pt x="15" y="444"/>
                    <a:pt x="15" y="443"/>
                  </a:cubicBezTo>
                  <a:cubicBezTo>
                    <a:pt x="14" y="442"/>
                    <a:pt x="15" y="439"/>
                    <a:pt x="15" y="438"/>
                  </a:cubicBezTo>
                  <a:cubicBezTo>
                    <a:pt x="14" y="437"/>
                    <a:pt x="12" y="436"/>
                    <a:pt x="10" y="436"/>
                  </a:cubicBezTo>
                  <a:cubicBezTo>
                    <a:pt x="10" y="435"/>
                    <a:pt x="7" y="435"/>
                    <a:pt x="7" y="435"/>
                  </a:cubicBezTo>
                  <a:cubicBezTo>
                    <a:pt x="6" y="434"/>
                    <a:pt x="6" y="432"/>
                    <a:pt x="7" y="431"/>
                  </a:cubicBezTo>
                  <a:cubicBezTo>
                    <a:pt x="7" y="430"/>
                    <a:pt x="9" y="429"/>
                    <a:pt x="9" y="428"/>
                  </a:cubicBezTo>
                  <a:cubicBezTo>
                    <a:pt x="9" y="427"/>
                    <a:pt x="9" y="425"/>
                    <a:pt x="8" y="425"/>
                  </a:cubicBezTo>
                  <a:cubicBezTo>
                    <a:pt x="8" y="424"/>
                    <a:pt x="7" y="424"/>
                    <a:pt x="6" y="424"/>
                  </a:cubicBezTo>
                  <a:cubicBezTo>
                    <a:pt x="7" y="422"/>
                    <a:pt x="8" y="420"/>
                    <a:pt x="8" y="419"/>
                  </a:cubicBezTo>
                  <a:cubicBezTo>
                    <a:pt x="8" y="417"/>
                    <a:pt x="7" y="414"/>
                    <a:pt x="6" y="413"/>
                  </a:cubicBezTo>
                  <a:cubicBezTo>
                    <a:pt x="5" y="411"/>
                    <a:pt x="2" y="410"/>
                    <a:pt x="1" y="409"/>
                  </a:cubicBezTo>
                  <a:cubicBezTo>
                    <a:pt x="0" y="408"/>
                    <a:pt x="0" y="405"/>
                    <a:pt x="1" y="404"/>
                  </a:cubicBezTo>
                  <a:cubicBezTo>
                    <a:pt x="1" y="403"/>
                    <a:pt x="4" y="402"/>
                    <a:pt x="5" y="401"/>
                  </a:cubicBezTo>
                  <a:cubicBezTo>
                    <a:pt x="6" y="401"/>
                    <a:pt x="9" y="402"/>
                    <a:pt x="10" y="402"/>
                  </a:cubicBezTo>
                  <a:cubicBezTo>
                    <a:pt x="11" y="402"/>
                    <a:pt x="13" y="401"/>
                    <a:pt x="14" y="401"/>
                  </a:cubicBezTo>
                  <a:cubicBezTo>
                    <a:pt x="15" y="400"/>
                    <a:pt x="14" y="397"/>
                    <a:pt x="14" y="396"/>
                  </a:cubicBezTo>
                  <a:cubicBezTo>
                    <a:pt x="15" y="395"/>
                    <a:pt x="17" y="394"/>
                    <a:pt x="17" y="393"/>
                  </a:cubicBezTo>
                  <a:cubicBezTo>
                    <a:pt x="18" y="392"/>
                    <a:pt x="18" y="389"/>
                    <a:pt x="19" y="388"/>
                  </a:cubicBezTo>
                  <a:cubicBezTo>
                    <a:pt x="20" y="387"/>
                    <a:pt x="23" y="386"/>
                    <a:pt x="24" y="385"/>
                  </a:cubicBezTo>
                  <a:cubicBezTo>
                    <a:pt x="24" y="385"/>
                    <a:pt x="24" y="382"/>
                    <a:pt x="24" y="382"/>
                  </a:cubicBezTo>
                  <a:cubicBezTo>
                    <a:pt x="23" y="380"/>
                    <a:pt x="21" y="378"/>
                    <a:pt x="19" y="378"/>
                  </a:cubicBezTo>
                  <a:cubicBezTo>
                    <a:pt x="18" y="377"/>
                    <a:pt x="16" y="378"/>
                    <a:pt x="15" y="378"/>
                  </a:cubicBezTo>
                  <a:cubicBezTo>
                    <a:pt x="14" y="377"/>
                    <a:pt x="12" y="376"/>
                    <a:pt x="11" y="374"/>
                  </a:cubicBezTo>
                  <a:cubicBezTo>
                    <a:pt x="11" y="373"/>
                    <a:pt x="10" y="370"/>
                    <a:pt x="11" y="369"/>
                  </a:cubicBezTo>
                  <a:cubicBezTo>
                    <a:pt x="12" y="368"/>
                    <a:pt x="15" y="368"/>
                    <a:pt x="17" y="368"/>
                  </a:cubicBezTo>
                  <a:cubicBezTo>
                    <a:pt x="17" y="367"/>
                    <a:pt x="19" y="367"/>
                    <a:pt x="20" y="366"/>
                  </a:cubicBezTo>
                  <a:cubicBezTo>
                    <a:pt x="20" y="365"/>
                    <a:pt x="18" y="362"/>
                    <a:pt x="19" y="361"/>
                  </a:cubicBezTo>
                  <a:cubicBezTo>
                    <a:pt x="20" y="360"/>
                    <a:pt x="24" y="362"/>
                    <a:pt x="25" y="361"/>
                  </a:cubicBezTo>
                  <a:cubicBezTo>
                    <a:pt x="25" y="360"/>
                    <a:pt x="25" y="358"/>
                    <a:pt x="25" y="357"/>
                  </a:cubicBezTo>
                  <a:cubicBezTo>
                    <a:pt x="25" y="357"/>
                    <a:pt x="27" y="353"/>
                    <a:pt x="28" y="352"/>
                  </a:cubicBezTo>
                  <a:cubicBezTo>
                    <a:pt x="28" y="351"/>
                    <a:pt x="28" y="348"/>
                    <a:pt x="28" y="347"/>
                  </a:cubicBezTo>
                  <a:cubicBezTo>
                    <a:pt x="26" y="345"/>
                    <a:pt x="21" y="345"/>
                    <a:pt x="20" y="344"/>
                  </a:cubicBezTo>
                  <a:cubicBezTo>
                    <a:pt x="19" y="343"/>
                    <a:pt x="18" y="341"/>
                    <a:pt x="17" y="339"/>
                  </a:cubicBezTo>
                  <a:cubicBezTo>
                    <a:pt x="17" y="338"/>
                    <a:pt x="17" y="334"/>
                    <a:pt x="17" y="333"/>
                  </a:cubicBezTo>
                  <a:cubicBezTo>
                    <a:pt x="17" y="331"/>
                    <a:pt x="18" y="329"/>
                    <a:pt x="19" y="328"/>
                  </a:cubicBezTo>
                  <a:cubicBezTo>
                    <a:pt x="20" y="327"/>
                    <a:pt x="21" y="324"/>
                    <a:pt x="23" y="323"/>
                  </a:cubicBezTo>
                  <a:cubicBezTo>
                    <a:pt x="24" y="322"/>
                    <a:pt x="26" y="321"/>
                    <a:pt x="28" y="321"/>
                  </a:cubicBezTo>
                  <a:cubicBezTo>
                    <a:pt x="29" y="320"/>
                    <a:pt x="31" y="319"/>
                    <a:pt x="32" y="319"/>
                  </a:cubicBezTo>
                  <a:cubicBezTo>
                    <a:pt x="33" y="318"/>
                    <a:pt x="34" y="316"/>
                    <a:pt x="33" y="315"/>
                  </a:cubicBezTo>
                  <a:cubicBezTo>
                    <a:pt x="33" y="314"/>
                    <a:pt x="31" y="313"/>
                    <a:pt x="31" y="312"/>
                  </a:cubicBezTo>
                  <a:cubicBezTo>
                    <a:pt x="31" y="310"/>
                    <a:pt x="31" y="307"/>
                    <a:pt x="31" y="306"/>
                  </a:cubicBezTo>
                  <a:cubicBezTo>
                    <a:pt x="31" y="304"/>
                    <a:pt x="31" y="301"/>
                    <a:pt x="32" y="300"/>
                  </a:cubicBezTo>
                  <a:cubicBezTo>
                    <a:pt x="33" y="300"/>
                    <a:pt x="36" y="299"/>
                    <a:pt x="37" y="299"/>
                  </a:cubicBezTo>
                  <a:cubicBezTo>
                    <a:pt x="39" y="300"/>
                    <a:pt x="42" y="302"/>
                    <a:pt x="44" y="302"/>
                  </a:cubicBezTo>
                  <a:cubicBezTo>
                    <a:pt x="45" y="302"/>
                    <a:pt x="48" y="301"/>
                    <a:pt x="49" y="300"/>
                  </a:cubicBezTo>
                  <a:cubicBezTo>
                    <a:pt x="50" y="299"/>
                    <a:pt x="51" y="297"/>
                    <a:pt x="51" y="295"/>
                  </a:cubicBezTo>
                  <a:cubicBezTo>
                    <a:pt x="51" y="293"/>
                    <a:pt x="50" y="290"/>
                    <a:pt x="49" y="289"/>
                  </a:cubicBezTo>
                  <a:cubicBezTo>
                    <a:pt x="49" y="288"/>
                    <a:pt x="48" y="286"/>
                    <a:pt x="48" y="285"/>
                  </a:cubicBezTo>
                  <a:cubicBezTo>
                    <a:pt x="48" y="284"/>
                    <a:pt x="49" y="279"/>
                    <a:pt x="48" y="278"/>
                  </a:cubicBezTo>
                  <a:cubicBezTo>
                    <a:pt x="46" y="277"/>
                    <a:pt x="42" y="280"/>
                    <a:pt x="40" y="279"/>
                  </a:cubicBezTo>
                  <a:cubicBezTo>
                    <a:pt x="39" y="279"/>
                    <a:pt x="36" y="277"/>
                    <a:pt x="35" y="276"/>
                  </a:cubicBezTo>
                  <a:cubicBezTo>
                    <a:pt x="35" y="274"/>
                    <a:pt x="35" y="271"/>
                    <a:pt x="35" y="270"/>
                  </a:cubicBezTo>
                  <a:cubicBezTo>
                    <a:pt x="34" y="269"/>
                    <a:pt x="34" y="267"/>
                    <a:pt x="33" y="266"/>
                  </a:cubicBezTo>
                  <a:cubicBezTo>
                    <a:pt x="32" y="266"/>
                    <a:pt x="29" y="266"/>
                    <a:pt x="28" y="265"/>
                  </a:cubicBezTo>
                  <a:cubicBezTo>
                    <a:pt x="27" y="264"/>
                    <a:pt x="26" y="261"/>
                    <a:pt x="26" y="260"/>
                  </a:cubicBezTo>
                  <a:cubicBezTo>
                    <a:pt x="25" y="258"/>
                    <a:pt x="25" y="256"/>
                    <a:pt x="26" y="255"/>
                  </a:cubicBezTo>
                  <a:cubicBezTo>
                    <a:pt x="26" y="254"/>
                    <a:pt x="28" y="254"/>
                    <a:pt x="29" y="253"/>
                  </a:cubicBezTo>
                  <a:cubicBezTo>
                    <a:pt x="30" y="253"/>
                    <a:pt x="31" y="251"/>
                    <a:pt x="32" y="250"/>
                  </a:cubicBezTo>
                  <a:cubicBezTo>
                    <a:pt x="33" y="248"/>
                    <a:pt x="35" y="245"/>
                    <a:pt x="37" y="244"/>
                  </a:cubicBezTo>
                  <a:cubicBezTo>
                    <a:pt x="38" y="243"/>
                    <a:pt x="41" y="244"/>
                    <a:pt x="42" y="243"/>
                  </a:cubicBezTo>
                  <a:cubicBezTo>
                    <a:pt x="42" y="242"/>
                    <a:pt x="42" y="240"/>
                    <a:pt x="42" y="239"/>
                  </a:cubicBezTo>
                  <a:cubicBezTo>
                    <a:pt x="41" y="238"/>
                    <a:pt x="39" y="235"/>
                    <a:pt x="39" y="233"/>
                  </a:cubicBezTo>
                  <a:cubicBezTo>
                    <a:pt x="39" y="231"/>
                    <a:pt x="41" y="227"/>
                    <a:pt x="40" y="226"/>
                  </a:cubicBezTo>
                  <a:cubicBezTo>
                    <a:pt x="39" y="225"/>
                    <a:pt x="35" y="225"/>
                    <a:pt x="34" y="224"/>
                  </a:cubicBezTo>
                  <a:cubicBezTo>
                    <a:pt x="33" y="223"/>
                    <a:pt x="33" y="219"/>
                    <a:pt x="33" y="218"/>
                  </a:cubicBezTo>
                  <a:cubicBezTo>
                    <a:pt x="34" y="216"/>
                    <a:pt x="37" y="213"/>
                    <a:pt x="38" y="214"/>
                  </a:cubicBezTo>
                  <a:cubicBezTo>
                    <a:pt x="40" y="214"/>
                    <a:pt x="41" y="217"/>
                    <a:pt x="42" y="217"/>
                  </a:cubicBezTo>
                  <a:cubicBezTo>
                    <a:pt x="43" y="218"/>
                    <a:pt x="46" y="216"/>
                    <a:pt x="47" y="216"/>
                  </a:cubicBezTo>
                  <a:cubicBezTo>
                    <a:pt x="49" y="216"/>
                    <a:pt x="52" y="216"/>
                    <a:pt x="54" y="216"/>
                  </a:cubicBezTo>
                  <a:cubicBezTo>
                    <a:pt x="55" y="215"/>
                    <a:pt x="57" y="213"/>
                    <a:pt x="58" y="213"/>
                  </a:cubicBezTo>
                  <a:cubicBezTo>
                    <a:pt x="60" y="212"/>
                    <a:pt x="63" y="212"/>
                    <a:pt x="64" y="211"/>
                  </a:cubicBezTo>
                  <a:cubicBezTo>
                    <a:pt x="64" y="210"/>
                    <a:pt x="65" y="207"/>
                    <a:pt x="65" y="206"/>
                  </a:cubicBezTo>
                  <a:cubicBezTo>
                    <a:pt x="65" y="205"/>
                    <a:pt x="64" y="203"/>
                    <a:pt x="64" y="202"/>
                  </a:cubicBezTo>
                  <a:cubicBezTo>
                    <a:pt x="63" y="201"/>
                    <a:pt x="59" y="201"/>
                    <a:pt x="59" y="199"/>
                  </a:cubicBezTo>
                  <a:cubicBezTo>
                    <a:pt x="58" y="199"/>
                    <a:pt x="58" y="196"/>
                    <a:pt x="59" y="195"/>
                  </a:cubicBezTo>
                  <a:cubicBezTo>
                    <a:pt x="59" y="195"/>
                    <a:pt x="61" y="193"/>
                    <a:pt x="62" y="193"/>
                  </a:cubicBezTo>
                  <a:cubicBezTo>
                    <a:pt x="63" y="193"/>
                    <a:pt x="66" y="193"/>
                    <a:pt x="67" y="193"/>
                  </a:cubicBezTo>
                  <a:cubicBezTo>
                    <a:pt x="69" y="194"/>
                    <a:pt x="71" y="196"/>
                    <a:pt x="73" y="197"/>
                  </a:cubicBezTo>
                  <a:cubicBezTo>
                    <a:pt x="74" y="199"/>
                    <a:pt x="77" y="202"/>
                    <a:pt x="79" y="204"/>
                  </a:cubicBezTo>
                  <a:cubicBezTo>
                    <a:pt x="80" y="204"/>
                    <a:pt x="83" y="205"/>
                    <a:pt x="85" y="205"/>
                  </a:cubicBezTo>
                  <a:cubicBezTo>
                    <a:pt x="86" y="205"/>
                    <a:pt x="88" y="203"/>
                    <a:pt x="88" y="202"/>
                  </a:cubicBezTo>
                  <a:cubicBezTo>
                    <a:pt x="88" y="201"/>
                    <a:pt x="87" y="198"/>
                    <a:pt x="86" y="197"/>
                  </a:cubicBezTo>
                  <a:cubicBezTo>
                    <a:pt x="86" y="195"/>
                    <a:pt x="84" y="193"/>
                    <a:pt x="84" y="191"/>
                  </a:cubicBezTo>
                  <a:cubicBezTo>
                    <a:pt x="83" y="190"/>
                    <a:pt x="84" y="187"/>
                    <a:pt x="85" y="186"/>
                  </a:cubicBezTo>
                  <a:cubicBezTo>
                    <a:pt x="85" y="183"/>
                    <a:pt x="85" y="179"/>
                    <a:pt x="84" y="177"/>
                  </a:cubicBezTo>
                  <a:cubicBezTo>
                    <a:pt x="83" y="175"/>
                    <a:pt x="81" y="173"/>
                    <a:pt x="81" y="171"/>
                  </a:cubicBezTo>
                  <a:cubicBezTo>
                    <a:pt x="80" y="169"/>
                    <a:pt x="81" y="165"/>
                    <a:pt x="81" y="163"/>
                  </a:cubicBezTo>
                  <a:cubicBezTo>
                    <a:pt x="80" y="161"/>
                    <a:pt x="78" y="159"/>
                    <a:pt x="77" y="157"/>
                  </a:cubicBezTo>
                  <a:cubicBezTo>
                    <a:pt x="77" y="156"/>
                    <a:pt x="77" y="152"/>
                    <a:pt x="77" y="150"/>
                  </a:cubicBezTo>
                  <a:cubicBezTo>
                    <a:pt x="77" y="149"/>
                    <a:pt x="75" y="147"/>
                    <a:pt x="75" y="146"/>
                  </a:cubicBezTo>
                  <a:cubicBezTo>
                    <a:pt x="75" y="145"/>
                    <a:pt x="76" y="143"/>
                    <a:pt x="77" y="142"/>
                  </a:cubicBezTo>
                  <a:cubicBezTo>
                    <a:pt x="78" y="142"/>
                    <a:pt x="79" y="144"/>
                    <a:pt x="80" y="145"/>
                  </a:cubicBezTo>
                  <a:cubicBezTo>
                    <a:pt x="82" y="145"/>
                    <a:pt x="84" y="145"/>
                    <a:pt x="85" y="145"/>
                  </a:cubicBezTo>
                  <a:cubicBezTo>
                    <a:pt x="86" y="144"/>
                    <a:pt x="87" y="141"/>
                    <a:pt x="88" y="141"/>
                  </a:cubicBezTo>
                  <a:cubicBezTo>
                    <a:pt x="89" y="140"/>
                    <a:pt x="91" y="140"/>
                    <a:pt x="92" y="140"/>
                  </a:cubicBezTo>
                  <a:cubicBezTo>
                    <a:pt x="92" y="140"/>
                    <a:pt x="94" y="139"/>
                    <a:pt x="95" y="138"/>
                  </a:cubicBezTo>
                  <a:cubicBezTo>
                    <a:pt x="96" y="137"/>
                    <a:pt x="96" y="133"/>
                    <a:pt x="97" y="132"/>
                  </a:cubicBezTo>
                  <a:cubicBezTo>
                    <a:pt x="98" y="131"/>
                    <a:pt x="102" y="130"/>
                    <a:pt x="103" y="128"/>
                  </a:cubicBezTo>
                  <a:cubicBezTo>
                    <a:pt x="103" y="128"/>
                    <a:pt x="103" y="128"/>
                    <a:pt x="103" y="128"/>
                  </a:cubicBezTo>
                  <a:cubicBezTo>
                    <a:pt x="104" y="128"/>
                    <a:pt x="106" y="128"/>
                    <a:pt x="107" y="129"/>
                  </a:cubicBezTo>
                  <a:cubicBezTo>
                    <a:pt x="108" y="129"/>
                    <a:pt x="111" y="129"/>
                    <a:pt x="112" y="130"/>
                  </a:cubicBezTo>
                  <a:cubicBezTo>
                    <a:pt x="115" y="130"/>
                    <a:pt x="119" y="133"/>
                    <a:pt x="121" y="132"/>
                  </a:cubicBezTo>
                  <a:cubicBezTo>
                    <a:pt x="122" y="132"/>
                    <a:pt x="124" y="129"/>
                    <a:pt x="125" y="128"/>
                  </a:cubicBezTo>
                  <a:cubicBezTo>
                    <a:pt x="125" y="127"/>
                    <a:pt x="125" y="125"/>
                    <a:pt x="125" y="124"/>
                  </a:cubicBezTo>
                  <a:cubicBezTo>
                    <a:pt x="124" y="122"/>
                    <a:pt x="121" y="119"/>
                    <a:pt x="121" y="118"/>
                  </a:cubicBezTo>
                  <a:cubicBezTo>
                    <a:pt x="121" y="116"/>
                    <a:pt x="123" y="113"/>
                    <a:pt x="125" y="112"/>
                  </a:cubicBezTo>
                  <a:cubicBezTo>
                    <a:pt x="126" y="111"/>
                    <a:pt x="129" y="111"/>
                    <a:pt x="131" y="110"/>
                  </a:cubicBezTo>
                  <a:cubicBezTo>
                    <a:pt x="132" y="109"/>
                    <a:pt x="132" y="105"/>
                    <a:pt x="133" y="105"/>
                  </a:cubicBezTo>
                  <a:cubicBezTo>
                    <a:pt x="134" y="104"/>
                    <a:pt x="137" y="103"/>
                    <a:pt x="138" y="103"/>
                  </a:cubicBezTo>
                  <a:cubicBezTo>
                    <a:pt x="140" y="104"/>
                    <a:pt x="142" y="106"/>
                    <a:pt x="142" y="108"/>
                  </a:cubicBezTo>
                  <a:cubicBezTo>
                    <a:pt x="142" y="109"/>
                    <a:pt x="141" y="110"/>
                    <a:pt x="141" y="111"/>
                  </a:cubicBezTo>
                  <a:cubicBezTo>
                    <a:pt x="141" y="112"/>
                    <a:pt x="140" y="114"/>
                    <a:pt x="140" y="115"/>
                  </a:cubicBezTo>
                  <a:cubicBezTo>
                    <a:pt x="140" y="116"/>
                    <a:pt x="141" y="117"/>
                    <a:pt x="141" y="118"/>
                  </a:cubicBezTo>
                  <a:cubicBezTo>
                    <a:pt x="142" y="119"/>
                    <a:pt x="144" y="121"/>
                    <a:pt x="145" y="122"/>
                  </a:cubicBezTo>
                  <a:cubicBezTo>
                    <a:pt x="146" y="123"/>
                    <a:pt x="148" y="124"/>
                    <a:pt x="149" y="125"/>
                  </a:cubicBezTo>
                  <a:cubicBezTo>
                    <a:pt x="150" y="126"/>
                    <a:pt x="152" y="129"/>
                    <a:pt x="154" y="129"/>
                  </a:cubicBezTo>
                  <a:cubicBezTo>
                    <a:pt x="155" y="130"/>
                    <a:pt x="159" y="128"/>
                    <a:pt x="161" y="128"/>
                  </a:cubicBezTo>
                  <a:cubicBezTo>
                    <a:pt x="163" y="128"/>
                    <a:pt x="166" y="130"/>
                    <a:pt x="167" y="129"/>
                  </a:cubicBezTo>
                  <a:cubicBezTo>
                    <a:pt x="168" y="129"/>
                    <a:pt x="170" y="127"/>
                    <a:pt x="170" y="126"/>
                  </a:cubicBezTo>
                  <a:cubicBezTo>
                    <a:pt x="171" y="126"/>
                    <a:pt x="174" y="126"/>
                    <a:pt x="176" y="126"/>
                  </a:cubicBezTo>
                  <a:cubicBezTo>
                    <a:pt x="178" y="126"/>
                    <a:pt x="181" y="124"/>
                    <a:pt x="183" y="123"/>
                  </a:cubicBezTo>
                  <a:cubicBezTo>
                    <a:pt x="184" y="123"/>
                    <a:pt x="185" y="123"/>
                    <a:pt x="186" y="123"/>
                  </a:cubicBezTo>
                  <a:cubicBezTo>
                    <a:pt x="187" y="124"/>
                    <a:pt x="188" y="126"/>
                    <a:pt x="189" y="127"/>
                  </a:cubicBezTo>
                  <a:cubicBezTo>
                    <a:pt x="190" y="128"/>
                    <a:pt x="193" y="130"/>
                    <a:pt x="195" y="130"/>
                  </a:cubicBezTo>
                  <a:cubicBezTo>
                    <a:pt x="197" y="129"/>
                    <a:pt x="199" y="127"/>
                    <a:pt x="200" y="126"/>
                  </a:cubicBezTo>
                  <a:cubicBezTo>
                    <a:pt x="203" y="126"/>
                    <a:pt x="208" y="125"/>
                    <a:pt x="210" y="125"/>
                  </a:cubicBezTo>
                  <a:cubicBezTo>
                    <a:pt x="212" y="126"/>
                    <a:pt x="216" y="128"/>
                    <a:pt x="219" y="129"/>
                  </a:cubicBezTo>
                  <a:cubicBezTo>
                    <a:pt x="222" y="130"/>
                    <a:pt x="228" y="131"/>
                    <a:pt x="231" y="131"/>
                  </a:cubicBezTo>
                  <a:cubicBezTo>
                    <a:pt x="235" y="131"/>
                    <a:pt x="241" y="129"/>
                    <a:pt x="244" y="130"/>
                  </a:cubicBezTo>
                  <a:cubicBezTo>
                    <a:pt x="246" y="130"/>
                    <a:pt x="249" y="132"/>
                    <a:pt x="251" y="131"/>
                  </a:cubicBezTo>
                  <a:cubicBezTo>
                    <a:pt x="252" y="131"/>
                    <a:pt x="253" y="127"/>
                    <a:pt x="254" y="126"/>
                  </a:cubicBezTo>
                  <a:cubicBezTo>
                    <a:pt x="255" y="125"/>
                    <a:pt x="258" y="124"/>
                    <a:pt x="259" y="123"/>
                  </a:cubicBezTo>
                  <a:cubicBezTo>
                    <a:pt x="260" y="122"/>
                    <a:pt x="260" y="119"/>
                    <a:pt x="260" y="118"/>
                  </a:cubicBezTo>
                  <a:cubicBezTo>
                    <a:pt x="259" y="116"/>
                    <a:pt x="256" y="113"/>
                    <a:pt x="256" y="111"/>
                  </a:cubicBezTo>
                  <a:cubicBezTo>
                    <a:pt x="256" y="108"/>
                    <a:pt x="256" y="103"/>
                    <a:pt x="258" y="101"/>
                  </a:cubicBezTo>
                  <a:cubicBezTo>
                    <a:pt x="259" y="99"/>
                    <a:pt x="263" y="97"/>
                    <a:pt x="264" y="95"/>
                  </a:cubicBezTo>
                  <a:cubicBezTo>
                    <a:pt x="265" y="94"/>
                    <a:pt x="268" y="93"/>
                    <a:pt x="269" y="91"/>
                  </a:cubicBezTo>
                  <a:cubicBezTo>
                    <a:pt x="270" y="90"/>
                    <a:pt x="270" y="86"/>
                    <a:pt x="271" y="85"/>
                  </a:cubicBezTo>
                  <a:cubicBezTo>
                    <a:pt x="272" y="84"/>
                    <a:pt x="274" y="83"/>
                    <a:pt x="275" y="83"/>
                  </a:cubicBezTo>
                  <a:cubicBezTo>
                    <a:pt x="277" y="82"/>
                    <a:pt x="281" y="84"/>
                    <a:pt x="283" y="85"/>
                  </a:cubicBezTo>
                  <a:cubicBezTo>
                    <a:pt x="284" y="86"/>
                    <a:pt x="285" y="89"/>
                    <a:pt x="287" y="90"/>
                  </a:cubicBezTo>
                  <a:cubicBezTo>
                    <a:pt x="288" y="90"/>
                    <a:pt x="291" y="88"/>
                    <a:pt x="292" y="88"/>
                  </a:cubicBezTo>
                  <a:cubicBezTo>
                    <a:pt x="294" y="88"/>
                    <a:pt x="297" y="90"/>
                    <a:pt x="298" y="89"/>
                  </a:cubicBezTo>
                  <a:cubicBezTo>
                    <a:pt x="300" y="89"/>
                    <a:pt x="302" y="88"/>
                    <a:pt x="304" y="87"/>
                  </a:cubicBezTo>
                  <a:cubicBezTo>
                    <a:pt x="305" y="86"/>
                    <a:pt x="305" y="82"/>
                    <a:pt x="307" y="81"/>
                  </a:cubicBezTo>
                  <a:cubicBezTo>
                    <a:pt x="309" y="80"/>
                    <a:pt x="314" y="83"/>
                    <a:pt x="316" y="81"/>
                  </a:cubicBezTo>
                  <a:cubicBezTo>
                    <a:pt x="318" y="80"/>
                    <a:pt x="319" y="77"/>
                    <a:pt x="320" y="75"/>
                  </a:cubicBezTo>
                  <a:cubicBezTo>
                    <a:pt x="321" y="73"/>
                    <a:pt x="321" y="69"/>
                    <a:pt x="322" y="67"/>
                  </a:cubicBezTo>
                  <a:cubicBezTo>
                    <a:pt x="323" y="66"/>
                    <a:pt x="326" y="65"/>
                    <a:pt x="327" y="64"/>
                  </a:cubicBezTo>
                  <a:cubicBezTo>
                    <a:pt x="328" y="63"/>
                    <a:pt x="329" y="60"/>
                    <a:pt x="331" y="59"/>
                  </a:cubicBezTo>
                  <a:cubicBezTo>
                    <a:pt x="333" y="58"/>
                    <a:pt x="337" y="57"/>
                    <a:pt x="340" y="57"/>
                  </a:cubicBezTo>
                  <a:cubicBezTo>
                    <a:pt x="341" y="57"/>
                    <a:pt x="344" y="59"/>
                    <a:pt x="346" y="59"/>
                  </a:cubicBezTo>
                  <a:cubicBezTo>
                    <a:pt x="348" y="59"/>
                    <a:pt x="351" y="61"/>
                    <a:pt x="352" y="60"/>
                  </a:cubicBezTo>
                  <a:cubicBezTo>
                    <a:pt x="353" y="60"/>
                    <a:pt x="354" y="56"/>
                    <a:pt x="355" y="55"/>
                  </a:cubicBezTo>
                  <a:cubicBezTo>
                    <a:pt x="356" y="55"/>
                    <a:pt x="359" y="56"/>
                    <a:pt x="360" y="55"/>
                  </a:cubicBezTo>
                  <a:cubicBezTo>
                    <a:pt x="362" y="55"/>
                    <a:pt x="366" y="54"/>
                    <a:pt x="367" y="53"/>
                  </a:cubicBezTo>
                  <a:cubicBezTo>
                    <a:pt x="368" y="52"/>
                    <a:pt x="366" y="49"/>
                    <a:pt x="366" y="48"/>
                  </a:cubicBezTo>
                  <a:cubicBezTo>
                    <a:pt x="366" y="47"/>
                    <a:pt x="367" y="44"/>
                    <a:pt x="367" y="44"/>
                  </a:cubicBezTo>
                  <a:cubicBezTo>
                    <a:pt x="368" y="42"/>
                    <a:pt x="371" y="42"/>
                    <a:pt x="372" y="42"/>
                  </a:cubicBezTo>
                  <a:cubicBezTo>
                    <a:pt x="375" y="41"/>
                    <a:pt x="380" y="42"/>
                    <a:pt x="382" y="41"/>
                  </a:cubicBezTo>
                  <a:cubicBezTo>
                    <a:pt x="383" y="40"/>
                    <a:pt x="384" y="36"/>
                    <a:pt x="385" y="35"/>
                  </a:cubicBezTo>
                  <a:cubicBezTo>
                    <a:pt x="386" y="34"/>
                    <a:pt x="389" y="33"/>
                    <a:pt x="391" y="33"/>
                  </a:cubicBezTo>
                  <a:cubicBezTo>
                    <a:pt x="392" y="33"/>
                    <a:pt x="395" y="34"/>
                    <a:pt x="397" y="35"/>
                  </a:cubicBezTo>
                  <a:cubicBezTo>
                    <a:pt x="398" y="36"/>
                    <a:pt x="399" y="39"/>
                    <a:pt x="400" y="40"/>
                  </a:cubicBezTo>
                  <a:cubicBezTo>
                    <a:pt x="401" y="41"/>
                    <a:pt x="403" y="42"/>
                    <a:pt x="404" y="42"/>
                  </a:cubicBezTo>
                  <a:cubicBezTo>
                    <a:pt x="406" y="42"/>
                    <a:pt x="408" y="39"/>
                    <a:pt x="409" y="38"/>
                  </a:cubicBezTo>
                  <a:cubicBezTo>
                    <a:pt x="410" y="37"/>
                    <a:pt x="413" y="35"/>
                    <a:pt x="414" y="33"/>
                  </a:cubicBezTo>
                  <a:cubicBezTo>
                    <a:pt x="416" y="32"/>
                    <a:pt x="418" y="28"/>
                    <a:pt x="419" y="27"/>
                  </a:cubicBezTo>
                  <a:cubicBezTo>
                    <a:pt x="420" y="26"/>
                    <a:pt x="422" y="26"/>
                    <a:pt x="423" y="25"/>
                  </a:cubicBezTo>
                  <a:cubicBezTo>
                    <a:pt x="424" y="25"/>
                    <a:pt x="427" y="25"/>
                    <a:pt x="428" y="25"/>
                  </a:cubicBezTo>
                  <a:cubicBezTo>
                    <a:pt x="429" y="26"/>
                    <a:pt x="430" y="28"/>
                    <a:pt x="431" y="28"/>
                  </a:cubicBezTo>
                  <a:cubicBezTo>
                    <a:pt x="432" y="28"/>
                    <a:pt x="434" y="26"/>
                    <a:pt x="435" y="25"/>
                  </a:cubicBezTo>
                  <a:cubicBezTo>
                    <a:pt x="437" y="24"/>
                    <a:pt x="439" y="21"/>
                    <a:pt x="440" y="20"/>
                  </a:cubicBezTo>
                  <a:cubicBezTo>
                    <a:pt x="441" y="20"/>
                    <a:pt x="443" y="19"/>
                    <a:pt x="444" y="18"/>
                  </a:cubicBezTo>
                  <a:cubicBezTo>
                    <a:pt x="446" y="18"/>
                    <a:pt x="447" y="16"/>
                    <a:pt x="449" y="16"/>
                  </a:cubicBezTo>
                  <a:cubicBezTo>
                    <a:pt x="450" y="15"/>
                    <a:pt x="453" y="14"/>
                    <a:pt x="454" y="15"/>
                  </a:cubicBezTo>
                  <a:cubicBezTo>
                    <a:pt x="455" y="15"/>
                    <a:pt x="455" y="19"/>
                    <a:pt x="456" y="20"/>
                  </a:cubicBezTo>
                  <a:cubicBezTo>
                    <a:pt x="457" y="20"/>
                    <a:pt x="460" y="18"/>
                    <a:pt x="461" y="18"/>
                  </a:cubicBezTo>
                  <a:cubicBezTo>
                    <a:pt x="463" y="18"/>
                    <a:pt x="466" y="21"/>
                    <a:pt x="468" y="20"/>
                  </a:cubicBezTo>
                  <a:cubicBezTo>
                    <a:pt x="470" y="19"/>
                    <a:pt x="470" y="15"/>
                    <a:pt x="471" y="15"/>
                  </a:cubicBezTo>
                  <a:cubicBezTo>
                    <a:pt x="473" y="14"/>
                    <a:pt x="478" y="15"/>
                    <a:pt x="480" y="15"/>
                  </a:cubicBezTo>
                  <a:cubicBezTo>
                    <a:pt x="482" y="14"/>
                    <a:pt x="485" y="13"/>
                    <a:pt x="486" y="12"/>
                  </a:cubicBezTo>
                  <a:cubicBezTo>
                    <a:pt x="487" y="12"/>
                    <a:pt x="489" y="11"/>
                    <a:pt x="489" y="10"/>
                  </a:cubicBezTo>
                  <a:cubicBezTo>
                    <a:pt x="490" y="9"/>
                    <a:pt x="489" y="7"/>
                    <a:pt x="489" y="6"/>
                  </a:cubicBezTo>
                  <a:cubicBezTo>
                    <a:pt x="490" y="5"/>
                    <a:pt x="493" y="5"/>
                    <a:pt x="494" y="5"/>
                  </a:cubicBezTo>
                  <a:cubicBezTo>
                    <a:pt x="496" y="5"/>
                    <a:pt x="499" y="8"/>
                    <a:pt x="501" y="8"/>
                  </a:cubicBezTo>
                  <a:cubicBezTo>
                    <a:pt x="502" y="8"/>
                    <a:pt x="505" y="8"/>
                    <a:pt x="507" y="7"/>
                  </a:cubicBezTo>
                  <a:cubicBezTo>
                    <a:pt x="509" y="7"/>
                    <a:pt x="514" y="4"/>
                    <a:pt x="516" y="3"/>
                  </a:cubicBezTo>
                  <a:cubicBezTo>
                    <a:pt x="518" y="3"/>
                    <a:pt x="521" y="0"/>
                    <a:pt x="523" y="0"/>
                  </a:cubicBezTo>
                  <a:cubicBezTo>
                    <a:pt x="525" y="0"/>
                    <a:pt x="528" y="0"/>
                    <a:pt x="531" y="0"/>
                  </a:cubicBezTo>
                  <a:cubicBezTo>
                    <a:pt x="530" y="2"/>
                    <a:pt x="530" y="5"/>
                    <a:pt x="531" y="6"/>
                  </a:cubicBezTo>
                  <a:cubicBezTo>
                    <a:pt x="531" y="7"/>
                    <a:pt x="534" y="9"/>
                    <a:pt x="535" y="10"/>
                  </a:cubicBezTo>
                  <a:cubicBezTo>
                    <a:pt x="536" y="11"/>
                    <a:pt x="537" y="15"/>
                    <a:pt x="538" y="16"/>
                  </a:cubicBezTo>
                  <a:cubicBezTo>
                    <a:pt x="538" y="18"/>
                    <a:pt x="537" y="21"/>
                    <a:pt x="538" y="23"/>
                  </a:cubicBezTo>
                  <a:cubicBezTo>
                    <a:pt x="538" y="24"/>
                    <a:pt x="542" y="25"/>
                    <a:pt x="544" y="26"/>
                  </a:cubicBezTo>
                  <a:cubicBezTo>
                    <a:pt x="545" y="28"/>
                    <a:pt x="548" y="32"/>
                    <a:pt x="548" y="34"/>
                  </a:cubicBezTo>
                  <a:cubicBezTo>
                    <a:pt x="549" y="36"/>
                    <a:pt x="549" y="39"/>
                    <a:pt x="548" y="40"/>
                  </a:cubicBezTo>
                  <a:cubicBezTo>
                    <a:pt x="548" y="41"/>
                    <a:pt x="546" y="42"/>
                    <a:pt x="545" y="43"/>
                  </a:cubicBezTo>
                  <a:cubicBezTo>
                    <a:pt x="545" y="45"/>
                    <a:pt x="546" y="49"/>
                    <a:pt x="548" y="49"/>
                  </a:cubicBezTo>
                  <a:cubicBezTo>
                    <a:pt x="549" y="50"/>
                    <a:pt x="551" y="47"/>
                    <a:pt x="553" y="47"/>
                  </a:cubicBezTo>
                  <a:cubicBezTo>
                    <a:pt x="554" y="47"/>
                    <a:pt x="557" y="49"/>
                    <a:pt x="558" y="50"/>
                  </a:cubicBezTo>
                  <a:cubicBezTo>
                    <a:pt x="559" y="51"/>
                    <a:pt x="561" y="54"/>
                    <a:pt x="561" y="55"/>
                  </a:cubicBezTo>
                  <a:cubicBezTo>
                    <a:pt x="561" y="57"/>
                    <a:pt x="559" y="60"/>
                    <a:pt x="558" y="60"/>
                  </a:cubicBezTo>
                  <a:cubicBezTo>
                    <a:pt x="556" y="61"/>
                    <a:pt x="553" y="61"/>
                    <a:pt x="552" y="60"/>
                  </a:cubicBezTo>
                  <a:cubicBezTo>
                    <a:pt x="550" y="60"/>
                    <a:pt x="547" y="57"/>
                    <a:pt x="545" y="57"/>
                  </a:cubicBezTo>
                  <a:cubicBezTo>
                    <a:pt x="543" y="56"/>
                    <a:pt x="539" y="57"/>
                    <a:pt x="538" y="58"/>
                  </a:cubicBezTo>
                  <a:cubicBezTo>
                    <a:pt x="537" y="58"/>
                    <a:pt x="536" y="60"/>
                    <a:pt x="536" y="61"/>
                  </a:cubicBezTo>
                  <a:cubicBezTo>
                    <a:pt x="536" y="62"/>
                    <a:pt x="536" y="65"/>
                    <a:pt x="537" y="67"/>
                  </a:cubicBezTo>
                  <a:cubicBezTo>
                    <a:pt x="538" y="68"/>
                    <a:pt x="542" y="68"/>
                    <a:pt x="543" y="70"/>
                  </a:cubicBezTo>
                  <a:cubicBezTo>
                    <a:pt x="543" y="71"/>
                    <a:pt x="543" y="74"/>
                    <a:pt x="542" y="76"/>
                  </a:cubicBezTo>
                  <a:cubicBezTo>
                    <a:pt x="542" y="77"/>
                    <a:pt x="539" y="79"/>
                    <a:pt x="539" y="80"/>
                  </a:cubicBezTo>
                  <a:cubicBezTo>
                    <a:pt x="539" y="82"/>
                    <a:pt x="541" y="84"/>
                    <a:pt x="542" y="85"/>
                  </a:cubicBezTo>
                  <a:cubicBezTo>
                    <a:pt x="542" y="86"/>
                    <a:pt x="544" y="87"/>
                    <a:pt x="544" y="88"/>
                  </a:cubicBezTo>
                  <a:cubicBezTo>
                    <a:pt x="546" y="89"/>
                    <a:pt x="548" y="91"/>
                    <a:pt x="549" y="92"/>
                  </a:cubicBezTo>
                  <a:cubicBezTo>
                    <a:pt x="549" y="94"/>
                    <a:pt x="549" y="98"/>
                    <a:pt x="549" y="99"/>
                  </a:cubicBezTo>
                  <a:cubicBezTo>
                    <a:pt x="549" y="100"/>
                    <a:pt x="548" y="102"/>
                    <a:pt x="549" y="103"/>
                  </a:cubicBezTo>
                  <a:cubicBezTo>
                    <a:pt x="549" y="105"/>
                    <a:pt x="553" y="107"/>
                    <a:pt x="554" y="109"/>
                  </a:cubicBezTo>
                  <a:cubicBezTo>
                    <a:pt x="555" y="111"/>
                    <a:pt x="554" y="116"/>
                    <a:pt x="554" y="118"/>
                  </a:cubicBezTo>
                  <a:cubicBezTo>
                    <a:pt x="554" y="120"/>
                    <a:pt x="553" y="123"/>
                    <a:pt x="554" y="125"/>
                  </a:cubicBezTo>
                  <a:cubicBezTo>
                    <a:pt x="555" y="127"/>
                    <a:pt x="558" y="130"/>
                    <a:pt x="559" y="131"/>
                  </a:cubicBezTo>
                  <a:cubicBezTo>
                    <a:pt x="561" y="132"/>
                    <a:pt x="563" y="135"/>
                    <a:pt x="565" y="136"/>
                  </a:cubicBezTo>
                  <a:cubicBezTo>
                    <a:pt x="566" y="137"/>
                    <a:pt x="568" y="139"/>
                    <a:pt x="570" y="139"/>
                  </a:cubicBezTo>
                  <a:cubicBezTo>
                    <a:pt x="572" y="139"/>
                    <a:pt x="575" y="136"/>
                    <a:pt x="577" y="135"/>
                  </a:cubicBezTo>
                  <a:cubicBezTo>
                    <a:pt x="579" y="135"/>
                    <a:pt x="584" y="135"/>
                    <a:pt x="586" y="136"/>
                  </a:cubicBezTo>
                  <a:cubicBezTo>
                    <a:pt x="588" y="137"/>
                    <a:pt x="589" y="140"/>
                    <a:pt x="590" y="141"/>
                  </a:cubicBezTo>
                  <a:cubicBezTo>
                    <a:pt x="592" y="143"/>
                    <a:pt x="596" y="147"/>
                    <a:pt x="597" y="149"/>
                  </a:cubicBezTo>
                  <a:cubicBezTo>
                    <a:pt x="598" y="150"/>
                    <a:pt x="599" y="154"/>
                    <a:pt x="600" y="155"/>
                  </a:cubicBezTo>
                  <a:cubicBezTo>
                    <a:pt x="601" y="156"/>
                    <a:pt x="602" y="156"/>
                    <a:pt x="603" y="156"/>
                  </a:cubicBezTo>
                  <a:cubicBezTo>
                    <a:pt x="604" y="155"/>
                    <a:pt x="604" y="151"/>
                    <a:pt x="606" y="151"/>
                  </a:cubicBezTo>
                  <a:cubicBezTo>
                    <a:pt x="607" y="150"/>
                    <a:pt x="609" y="149"/>
                    <a:pt x="610" y="149"/>
                  </a:cubicBezTo>
                  <a:cubicBezTo>
                    <a:pt x="611" y="149"/>
                    <a:pt x="614" y="150"/>
                    <a:pt x="614" y="151"/>
                  </a:cubicBezTo>
                  <a:cubicBezTo>
                    <a:pt x="615" y="152"/>
                    <a:pt x="613" y="154"/>
                    <a:pt x="614" y="156"/>
                  </a:cubicBezTo>
                  <a:cubicBezTo>
                    <a:pt x="614" y="156"/>
                    <a:pt x="615" y="157"/>
                    <a:pt x="616" y="158"/>
                  </a:cubicBezTo>
                  <a:cubicBezTo>
                    <a:pt x="616" y="159"/>
                    <a:pt x="616" y="162"/>
                    <a:pt x="616" y="164"/>
                  </a:cubicBezTo>
                  <a:cubicBezTo>
                    <a:pt x="615" y="164"/>
                    <a:pt x="614" y="165"/>
                    <a:pt x="613" y="165"/>
                  </a:cubicBezTo>
                  <a:cubicBezTo>
                    <a:pt x="612" y="165"/>
                    <a:pt x="609" y="162"/>
                    <a:pt x="608" y="162"/>
                  </a:cubicBezTo>
                  <a:cubicBezTo>
                    <a:pt x="607" y="163"/>
                    <a:pt x="607" y="165"/>
                    <a:pt x="606" y="166"/>
                  </a:cubicBezTo>
                  <a:cubicBezTo>
                    <a:pt x="606" y="167"/>
                    <a:pt x="606" y="170"/>
                    <a:pt x="606" y="171"/>
                  </a:cubicBezTo>
                  <a:cubicBezTo>
                    <a:pt x="607" y="174"/>
                    <a:pt x="608" y="178"/>
                    <a:pt x="609" y="180"/>
                  </a:cubicBezTo>
                  <a:cubicBezTo>
                    <a:pt x="610" y="182"/>
                    <a:pt x="613" y="185"/>
                    <a:pt x="615" y="186"/>
                  </a:cubicBezTo>
                  <a:cubicBezTo>
                    <a:pt x="617" y="186"/>
                    <a:pt x="622" y="184"/>
                    <a:pt x="624" y="186"/>
                  </a:cubicBezTo>
                  <a:cubicBezTo>
                    <a:pt x="626" y="187"/>
                    <a:pt x="628" y="191"/>
                    <a:pt x="629" y="193"/>
                  </a:cubicBezTo>
                  <a:cubicBezTo>
                    <a:pt x="629" y="195"/>
                    <a:pt x="628" y="198"/>
                    <a:pt x="629" y="199"/>
                  </a:cubicBezTo>
                  <a:cubicBezTo>
                    <a:pt x="629" y="201"/>
                    <a:pt x="633" y="203"/>
                    <a:pt x="633" y="204"/>
                  </a:cubicBezTo>
                  <a:cubicBezTo>
                    <a:pt x="634" y="205"/>
                    <a:pt x="634" y="208"/>
                    <a:pt x="633" y="210"/>
                  </a:cubicBezTo>
                  <a:cubicBezTo>
                    <a:pt x="632" y="211"/>
                    <a:pt x="629" y="210"/>
                    <a:pt x="628" y="211"/>
                  </a:cubicBezTo>
                  <a:cubicBezTo>
                    <a:pt x="627" y="212"/>
                    <a:pt x="626" y="214"/>
                    <a:pt x="626" y="215"/>
                  </a:cubicBezTo>
                  <a:cubicBezTo>
                    <a:pt x="627" y="217"/>
                    <a:pt x="630" y="219"/>
                    <a:pt x="631" y="221"/>
                  </a:cubicBezTo>
                  <a:cubicBezTo>
                    <a:pt x="631" y="223"/>
                    <a:pt x="629" y="227"/>
                    <a:pt x="629" y="229"/>
                  </a:cubicBezTo>
                  <a:cubicBezTo>
                    <a:pt x="630" y="230"/>
                    <a:pt x="633" y="230"/>
                    <a:pt x="634" y="231"/>
                  </a:cubicBezTo>
                  <a:cubicBezTo>
                    <a:pt x="635" y="232"/>
                    <a:pt x="637" y="233"/>
                    <a:pt x="638" y="234"/>
                  </a:cubicBezTo>
                  <a:cubicBezTo>
                    <a:pt x="639" y="235"/>
                    <a:pt x="641" y="238"/>
                    <a:pt x="642" y="239"/>
                  </a:cubicBezTo>
                  <a:cubicBezTo>
                    <a:pt x="644" y="239"/>
                    <a:pt x="647" y="236"/>
                    <a:pt x="649" y="236"/>
                  </a:cubicBezTo>
                  <a:cubicBezTo>
                    <a:pt x="651" y="236"/>
                    <a:pt x="653" y="239"/>
                    <a:pt x="654" y="239"/>
                  </a:cubicBezTo>
                  <a:cubicBezTo>
                    <a:pt x="657" y="239"/>
                    <a:pt x="662" y="235"/>
                    <a:pt x="665" y="234"/>
                  </a:cubicBezTo>
                  <a:cubicBezTo>
                    <a:pt x="666" y="234"/>
                    <a:pt x="669" y="235"/>
                    <a:pt x="670" y="234"/>
                  </a:cubicBezTo>
                  <a:cubicBezTo>
                    <a:pt x="671" y="233"/>
                    <a:pt x="671" y="231"/>
                    <a:pt x="671" y="230"/>
                  </a:cubicBezTo>
                  <a:cubicBezTo>
                    <a:pt x="672" y="228"/>
                    <a:pt x="675" y="223"/>
                    <a:pt x="677" y="222"/>
                  </a:cubicBezTo>
                  <a:cubicBezTo>
                    <a:pt x="679" y="221"/>
                    <a:pt x="684" y="222"/>
                    <a:pt x="687" y="222"/>
                  </a:cubicBezTo>
                  <a:cubicBezTo>
                    <a:pt x="689" y="223"/>
                    <a:pt x="693" y="223"/>
                    <a:pt x="695" y="224"/>
                  </a:cubicBezTo>
                  <a:cubicBezTo>
                    <a:pt x="696" y="225"/>
                    <a:pt x="698" y="229"/>
                    <a:pt x="699" y="230"/>
                  </a:cubicBezTo>
                  <a:cubicBezTo>
                    <a:pt x="700" y="231"/>
                    <a:pt x="704" y="231"/>
                    <a:pt x="704" y="233"/>
                  </a:cubicBezTo>
                  <a:cubicBezTo>
                    <a:pt x="705" y="234"/>
                    <a:pt x="704" y="236"/>
                    <a:pt x="703" y="237"/>
                  </a:cubicBezTo>
                  <a:cubicBezTo>
                    <a:pt x="703" y="238"/>
                    <a:pt x="701" y="241"/>
                    <a:pt x="700" y="242"/>
                  </a:cubicBezTo>
                  <a:cubicBezTo>
                    <a:pt x="698" y="242"/>
                    <a:pt x="696" y="240"/>
                    <a:pt x="694" y="240"/>
                  </a:cubicBezTo>
                  <a:cubicBezTo>
                    <a:pt x="693" y="240"/>
                    <a:pt x="691" y="240"/>
                    <a:pt x="690" y="241"/>
                  </a:cubicBezTo>
                  <a:cubicBezTo>
                    <a:pt x="690" y="242"/>
                    <a:pt x="690" y="245"/>
                    <a:pt x="690" y="246"/>
                  </a:cubicBezTo>
                  <a:cubicBezTo>
                    <a:pt x="691" y="247"/>
                    <a:pt x="696" y="248"/>
                    <a:pt x="697" y="250"/>
                  </a:cubicBezTo>
                  <a:cubicBezTo>
                    <a:pt x="699" y="252"/>
                    <a:pt x="696" y="259"/>
                    <a:pt x="697" y="261"/>
                  </a:cubicBezTo>
                  <a:cubicBezTo>
                    <a:pt x="698" y="264"/>
                    <a:pt x="704" y="265"/>
                    <a:pt x="706" y="266"/>
                  </a:cubicBezTo>
                  <a:cubicBezTo>
                    <a:pt x="708" y="267"/>
                    <a:pt x="711" y="270"/>
                    <a:pt x="713" y="270"/>
                  </a:cubicBezTo>
                  <a:cubicBezTo>
                    <a:pt x="716" y="269"/>
                    <a:pt x="717" y="264"/>
                    <a:pt x="718" y="262"/>
                  </a:cubicBezTo>
                  <a:cubicBezTo>
                    <a:pt x="719" y="260"/>
                    <a:pt x="722" y="257"/>
                    <a:pt x="724" y="257"/>
                  </a:cubicBezTo>
                  <a:cubicBezTo>
                    <a:pt x="725" y="256"/>
                    <a:pt x="727" y="259"/>
                    <a:pt x="729" y="259"/>
                  </a:cubicBezTo>
                  <a:cubicBezTo>
                    <a:pt x="730" y="260"/>
                    <a:pt x="734" y="261"/>
                    <a:pt x="736" y="263"/>
                  </a:cubicBezTo>
                  <a:cubicBezTo>
                    <a:pt x="737" y="264"/>
                    <a:pt x="738" y="268"/>
                    <a:pt x="738" y="269"/>
                  </a:cubicBezTo>
                  <a:cubicBezTo>
                    <a:pt x="739" y="272"/>
                    <a:pt x="739" y="277"/>
                    <a:pt x="738" y="279"/>
                  </a:cubicBezTo>
                  <a:cubicBezTo>
                    <a:pt x="738" y="282"/>
                    <a:pt x="735" y="287"/>
                    <a:pt x="734" y="289"/>
                  </a:cubicBezTo>
                  <a:cubicBezTo>
                    <a:pt x="734" y="293"/>
                    <a:pt x="734" y="301"/>
                    <a:pt x="734" y="305"/>
                  </a:cubicBezTo>
                  <a:cubicBezTo>
                    <a:pt x="735" y="307"/>
                    <a:pt x="737" y="310"/>
                    <a:pt x="737" y="312"/>
                  </a:cubicBezTo>
                  <a:cubicBezTo>
                    <a:pt x="737" y="314"/>
                    <a:pt x="732" y="318"/>
                    <a:pt x="731" y="320"/>
                  </a:cubicBezTo>
                  <a:cubicBezTo>
                    <a:pt x="731" y="322"/>
                    <a:pt x="731" y="325"/>
                    <a:pt x="731" y="327"/>
                  </a:cubicBezTo>
                  <a:cubicBezTo>
                    <a:pt x="732" y="329"/>
                    <a:pt x="735" y="331"/>
                    <a:pt x="735" y="332"/>
                  </a:cubicBezTo>
                  <a:cubicBezTo>
                    <a:pt x="736" y="333"/>
                    <a:pt x="736" y="335"/>
                    <a:pt x="737" y="336"/>
                  </a:cubicBezTo>
                  <a:cubicBezTo>
                    <a:pt x="737" y="337"/>
                    <a:pt x="739" y="338"/>
                    <a:pt x="740" y="339"/>
                  </a:cubicBezTo>
                  <a:cubicBezTo>
                    <a:pt x="741" y="340"/>
                    <a:pt x="746" y="342"/>
                    <a:pt x="747" y="344"/>
                  </a:cubicBezTo>
                  <a:cubicBezTo>
                    <a:pt x="748" y="346"/>
                    <a:pt x="749" y="350"/>
                    <a:pt x="750" y="352"/>
                  </a:cubicBezTo>
                  <a:cubicBezTo>
                    <a:pt x="751" y="354"/>
                    <a:pt x="753" y="357"/>
                    <a:pt x="754" y="359"/>
                  </a:cubicBezTo>
                  <a:cubicBezTo>
                    <a:pt x="757" y="360"/>
                    <a:pt x="763" y="360"/>
                    <a:pt x="765" y="362"/>
                  </a:cubicBezTo>
                  <a:cubicBezTo>
                    <a:pt x="766" y="363"/>
                    <a:pt x="767" y="366"/>
                    <a:pt x="767" y="367"/>
                  </a:cubicBezTo>
                  <a:cubicBezTo>
                    <a:pt x="768" y="369"/>
                    <a:pt x="768" y="374"/>
                    <a:pt x="770" y="376"/>
                  </a:cubicBezTo>
                  <a:cubicBezTo>
                    <a:pt x="771" y="378"/>
                    <a:pt x="776" y="377"/>
                    <a:pt x="777" y="379"/>
                  </a:cubicBezTo>
                  <a:cubicBezTo>
                    <a:pt x="779" y="381"/>
                    <a:pt x="777" y="388"/>
                    <a:pt x="777" y="391"/>
                  </a:cubicBezTo>
                  <a:cubicBezTo>
                    <a:pt x="778" y="393"/>
                    <a:pt x="779" y="397"/>
                    <a:pt x="780" y="399"/>
                  </a:cubicBezTo>
                  <a:cubicBezTo>
                    <a:pt x="781" y="400"/>
                    <a:pt x="781" y="403"/>
                    <a:pt x="782" y="404"/>
                  </a:cubicBezTo>
                  <a:cubicBezTo>
                    <a:pt x="783" y="405"/>
                    <a:pt x="787" y="404"/>
                    <a:pt x="789" y="406"/>
                  </a:cubicBezTo>
                  <a:cubicBezTo>
                    <a:pt x="791" y="407"/>
                    <a:pt x="791" y="413"/>
                    <a:pt x="793" y="415"/>
                  </a:cubicBezTo>
                  <a:cubicBezTo>
                    <a:pt x="796" y="416"/>
                    <a:pt x="802" y="416"/>
                    <a:pt x="805" y="415"/>
                  </a:cubicBezTo>
                  <a:cubicBezTo>
                    <a:pt x="807" y="415"/>
                    <a:pt x="811" y="412"/>
                    <a:pt x="813" y="411"/>
                  </a:cubicBezTo>
                  <a:cubicBezTo>
                    <a:pt x="815" y="411"/>
                    <a:pt x="820" y="410"/>
                    <a:pt x="822" y="411"/>
                  </a:cubicBezTo>
                  <a:cubicBezTo>
                    <a:pt x="824" y="412"/>
                    <a:pt x="827" y="417"/>
                    <a:pt x="830" y="418"/>
                  </a:cubicBezTo>
                  <a:cubicBezTo>
                    <a:pt x="834" y="419"/>
                    <a:pt x="844" y="418"/>
                    <a:pt x="848" y="418"/>
                  </a:cubicBezTo>
                  <a:cubicBezTo>
                    <a:pt x="851" y="418"/>
                    <a:pt x="857" y="417"/>
                    <a:pt x="860" y="417"/>
                  </a:cubicBezTo>
                  <a:cubicBezTo>
                    <a:pt x="861" y="416"/>
                    <a:pt x="864" y="416"/>
                    <a:pt x="865" y="417"/>
                  </a:cubicBezTo>
                  <a:cubicBezTo>
                    <a:pt x="867" y="417"/>
                    <a:pt x="870" y="418"/>
                    <a:pt x="871" y="419"/>
                  </a:cubicBezTo>
                  <a:cubicBezTo>
                    <a:pt x="873" y="421"/>
                    <a:pt x="877" y="425"/>
                    <a:pt x="879" y="426"/>
                  </a:cubicBezTo>
                  <a:cubicBezTo>
                    <a:pt x="880" y="427"/>
                    <a:pt x="884" y="427"/>
                    <a:pt x="885" y="428"/>
                  </a:cubicBezTo>
                  <a:cubicBezTo>
                    <a:pt x="887" y="429"/>
                    <a:pt x="891" y="432"/>
                    <a:pt x="892" y="434"/>
                  </a:cubicBezTo>
                  <a:cubicBezTo>
                    <a:pt x="892" y="435"/>
                    <a:pt x="892" y="437"/>
                    <a:pt x="892" y="438"/>
                  </a:cubicBezTo>
                  <a:cubicBezTo>
                    <a:pt x="893" y="440"/>
                    <a:pt x="895" y="442"/>
                    <a:pt x="897" y="443"/>
                  </a:cubicBezTo>
                  <a:cubicBezTo>
                    <a:pt x="898" y="443"/>
                    <a:pt x="902" y="443"/>
                    <a:pt x="904" y="443"/>
                  </a:cubicBezTo>
                  <a:cubicBezTo>
                    <a:pt x="906" y="442"/>
                    <a:pt x="909" y="439"/>
                    <a:pt x="911" y="438"/>
                  </a:cubicBezTo>
                  <a:cubicBezTo>
                    <a:pt x="912" y="438"/>
                    <a:pt x="913" y="437"/>
                    <a:pt x="914" y="43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0"/>
            <p:cNvSpPr>
              <a:spLocks/>
            </p:cNvSpPr>
            <p:nvPr/>
          </p:nvSpPr>
          <p:spPr bwMode="auto">
            <a:xfrm>
              <a:off x="5399088" y="2619375"/>
              <a:ext cx="892175" cy="1155700"/>
            </a:xfrm>
            <a:custGeom>
              <a:avLst/>
              <a:gdLst/>
              <a:ahLst/>
              <a:cxnLst>
                <a:cxn ang="0">
                  <a:pos x="52" y="415"/>
                </a:cxn>
                <a:cxn ang="0">
                  <a:pos x="56" y="391"/>
                </a:cxn>
                <a:cxn ang="0">
                  <a:pos x="45" y="361"/>
                </a:cxn>
                <a:cxn ang="0">
                  <a:pos x="53" y="336"/>
                </a:cxn>
                <a:cxn ang="0">
                  <a:pos x="14" y="305"/>
                </a:cxn>
                <a:cxn ang="0">
                  <a:pos x="15" y="274"/>
                </a:cxn>
                <a:cxn ang="0">
                  <a:pos x="36" y="277"/>
                </a:cxn>
                <a:cxn ang="0">
                  <a:pos x="63" y="256"/>
                </a:cxn>
                <a:cxn ang="0">
                  <a:pos x="58" y="227"/>
                </a:cxn>
                <a:cxn ang="0">
                  <a:pos x="76" y="192"/>
                </a:cxn>
                <a:cxn ang="0">
                  <a:pos x="70" y="181"/>
                </a:cxn>
                <a:cxn ang="0">
                  <a:pos x="83" y="132"/>
                </a:cxn>
                <a:cxn ang="0">
                  <a:pos x="121" y="124"/>
                </a:cxn>
                <a:cxn ang="0">
                  <a:pos x="148" y="119"/>
                </a:cxn>
                <a:cxn ang="0">
                  <a:pos x="169" y="122"/>
                </a:cxn>
                <a:cxn ang="0">
                  <a:pos x="197" y="104"/>
                </a:cxn>
                <a:cxn ang="0">
                  <a:pos x="225" y="107"/>
                </a:cxn>
                <a:cxn ang="0">
                  <a:pos x="238" y="78"/>
                </a:cxn>
                <a:cxn ang="0">
                  <a:pos x="271" y="86"/>
                </a:cxn>
                <a:cxn ang="0">
                  <a:pos x="297" y="76"/>
                </a:cxn>
                <a:cxn ang="0">
                  <a:pos x="306" y="58"/>
                </a:cxn>
                <a:cxn ang="0">
                  <a:pos x="331" y="46"/>
                </a:cxn>
                <a:cxn ang="0">
                  <a:pos x="345" y="8"/>
                </a:cxn>
                <a:cxn ang="0">
                  <a:pos x="364" y="17"/>
                </a:cxn>
                <a:cxn ang="0">
                  <a:pos x="389" y="36"/>
                </a:cxn>
                <a:cxn ang="0">
                  <a:pos x="422" y="37"/>
                </a:cxn>
                <a:cxn ang="0">
                  <a:pos x="454" y="70"/>
                </a:cxn>
                <a:cxn ang="0">
                  <a:pos x="478" y="116"/>
                </a:cxn>
                <a:cxn ang="0">
                  <a:pos x="472" y="157"/>
                </a:cxn>
                <a:cxn ang="0">
                  <a:pos x="459" y="202"/>
                </a:cxn>
                <a:cxn ang="0">
                  <a:pos x="456" y="268"/>
                </a:cxn>
                <a:cxn ang="0">
                  <a:pos x="496" y="299"/>
                </a:cxn>
                <a:cxn ang="0">
                  <a:pos x="488" y="368"/>
                </a:cxn>
                <a:cxn ang="0">
                  <a:pos x="521" y="417"/>
                </a:cxn>
                <a:cxn ang="0">
                  <a:pos x="566" y="458"/>
                </a:cxn>
                <a:cxn ang="0">
                  <a:pos x="594" y="536"/>
                </a:cxn>
                <a:cxn ang="0">
                  <a:pos x="591" y="576"/>
                </a:cxn>
                <a:cxn ang="0">
                  <a:pos x="619" y="633"/>
                </a:cxn>
                <a:cxn ang="0">
                  <a:pos x="546" y="733"/>
                </a:cxn>
                <a:cxn ang="0">
                  <a:pos x="482" y="804"/>
                </a:cxn>
                <a:cxn ang="0">
                  <a:pos x="464" y="782"/>
                </a:cxn>
                <a:cxn ang="0">
                  <a:pos x="442" y="762"/>
                </a:cxn>
                <a:cxn ang="0">
                  <a:pos x="406" y="763"/>
                </a:cxn>
                <a:cxn ang="0">
                  <a:pos x="357" y="792"/>
                </a:cxn>
                <a:cxn ang="0">
                  <a:pos x="287" y="790"/>
                </a:cxn>
                <a:cxn ang="0">
                  <a:pos x="268" y="776"/>
                </a:cxn>
                <a:cxn ang="0">
                  <a:pos x="212" y="758"/>
                </a:cxn>
                <a:cxn ang="0">
                  <a:pos x="206" y="736"/>
                </a:cxn>
                <a:cxn ang="0">
                  <a:pos x="241" y="726"/>
                </a:cxn>
                <a:cxn ang="0">
                  <a:pos x="240" y="711"/>
                </a:cxn>
                <a:cxn ang="0">
                  <a:pos x="231" y="687"/>
                </a:cxn>
                <a:cxn ang="0">
                  <a:pos x="190" y="672"/>
                </a:cxn>
                <a:cxn ang="0">
                  <a:pos x="145" y="653"/>
                </a:cxn>
                <a:cxn ang="0">
                  <a:pos x="149" y="609"/>
                </a:cxn>
                <a:cxn ang="0">
                  <a:pos x="110" y="599"/>
                </a:cxn>
                <a:cxn ang="0">
                  <a:pos x="67" y="604"/>
                </a:cxn>
                <a:cxn ang="0">
                  <a:pos x="50" y="520"/>
                </a:cxn>
              </a:cxnLst>
              <a:rect l="0" t="0" r="r" b="b"/>
              <a:pathLst>
                <a:path w="622" h="805">
                  <a:moveTo>
                    <a:pt x="50" y="492"/>
                  </a:moveTo>
                  <a:cubicBezTo>
                    <a:pt x="49" y="491"/>
                    <a:pt x="48" y="489"/>
                    <a:pt x="48" y="488"/>
                  </a:cubicBezTo>
                  <a:cubicBezTo>
                    <a:pt x="47" y="486"/>
                    <a:pt x="44" y="480"/>
                    <a:pt x="44" y="477"/>
                  </a:cubicBezTo>
                  <a:cubicBezTo>
                    <a:pt x="43" y="473"/>
                    <a:pt x="43" y="464"/>
                    <a:pt x="44" y="460"/>
                  </a:cubicBezTo>
                  <a:cubicBezTo>
                    <a:pt x="44" y="453"/>
                    <a:pt x="47" y="439"/>
                    <a:pt x="48" y="432"/>
                  </a:cubicBezTo>
                  <a:cubicBezTo>
                    <a:pt x="49" y="429"/>
                    <a:pt x="50" y="425"/>
                    <a:pt x="51" y="422"/>
                  </a:cubicBezTo>
                  <a:cubicBezTo>
                    <a:pt x="51" y="420"/>
                    <a:pt x="52" y="417"/>
                    <a:pt x="52" y="415"/>
                  </a:cubicBezTo>
                  <a:cubicBezTo>
                    <a:pt x="52" y="414"/>
                    <a:pt x="51" y="412"/>
                    <a:pt x="50" y="411"/>
                  </a:cubicBezTo>
                  <a:cubicBezTo>
                    <a:pt x="49" y="411"/>
                    <a:pt x="48" y="413"/>
                    <a:pt x="47" y="413"/>
                  </a:cubicBezTo>
                  <a:cubicBezTo>
                    <a:pt x="46" y="413"/>
                    <a:pt x="43" y="412"/>
                    <a:pt x="42" y="411"/>
                  </a:cubicBezTo>
                  <a:cubicBezTo>
                    <a:pt x="42" y="410"/>
                    <a:pt x="42" y="408"/>
                    <a:pt x="42" y="407"/>
                  </a:cubicBezTo>
                  <a:cubicBezTo>
                    <a:pt x="43" y="406"/>
                    <a:pt x="46" y="405"/>
                    <a:pt x="47" y="404"/>
                  </a:cubicBezTo>
                  <a:cubicBezTo>
                    <a:pt x="48" y="403"/>
                    <a:pt x="48" y="399"/>
                    <a:pt x="49" y="397"/>
                  </a:cubicBezTo>
                  <a:cubicBezTo>
                    <a:pt x="50" y="395"/>
                    <a:pt x="55" y="393"/>
                    <a:pt x="56" y="391"/>
                  </a:cubicBezTo>
                  <a:cubicBezTo>
                    <a:pt x="56" y="388"/>
                    <a:pt x="55" y="383"/>
                    <a:pt x="54" y="382"/>
                  </a:cubicBezTo>
                  <a:cubicBezTo>
                    <a:pt x="53" y="380"/>
                    <a:pt x="49" y="379"/>
                    <a:pt x="47" y="379"/>
                  </a:cubicBezTo>
                  <a:cubicBezTo>
                    <a:pt x="46" y="379"/>
                    <a:pt x="43" y="380"/>
                    <a:pt x="42" y="379"/>
                  </a:cubicBezTo>
                  <a:cubicBezTo>
                    <a:pt x="40" y="378"/>
                    <a:pt x="36" y="376"/>
                    <a:pt x="35" y="374"/>
                  </a:cubicBezTo>
                  <a:cubicBezTo>
                    <a:pt x="34" y="372"/>
                    <a:pt x="35" y="368"/>
                    <a:pt x="36" y="366"/>
                  </a:cubicBezTo>
                  <a:cubicBezTo>
                    <a:pt x="36" y="365"/>
                    <a:pt x="38" y="363"/>
                    <a:pt x="39" y="362"/>
                  </a:cubicBezTo>
                  <a:cubicBezTo>
                    <a:pt x="40" y="361"/>
                    <a:pt x="43" y="360"/>
                    <a:pt x="45" y="361"/>
                  </a:cubicBezTo>
                  <a:cubicBezTo>
                    <a:pt x="46" y="361"/>
                    <a:pt x="47" y="363"/>
                    <a:pt x="47" y="364"/>
                  </a:cubicBezTo>
                  <a:cubicBezTo>
                    <a:pt x="48" y="365"/>
                    <a:pt x="51" y="366"/>
                    <a:pt x="52" y="366"/>
                  </a:cubicBezTo>
                  <a:cubicBezTo>
                    <a:pt x="53" y="366"/>
                    <a:pt x="55" y="362"/>
                    <a:pt x="55" y="361"/>
                  </a:cubicBezTo>
                  <a:cubicBezTo>
                    <a:pt x="55" y="359"/>
                    <a:pt x="54" y="355"/>
                    <a:pt x="54" y="353"/>
                  </a:cubicBezTo>
                  <a:cubicBezTo>
                    <a:pt x="54" y="351"/>
                    <a:pt x="58" y="348"/>
                    <a:pt x="57" y="346"/>
                  </a:cubicBezTo>
                  <a:cubicBezTo>
                    <a:pt x="57" y="344"/>
                    <a:pt x="54" y="343"/>
                    <a:pt x="53" y="342"/>
                  </a:cubicBezTo>
                  <a:cubicBezTo>
                    <a:pt x="52" y="340"/>
                    <a:pt x="53" y="337"/>
                    <a:pt x="53" y="336"/>
                  </a:cubicBezTo>
                  <a:cubicBezTo>
                    <a:pt x="52" y="334"/>
                    <a:pt x="53" y="330"/>
                    <a:pt x="53" y="328"/>
                  </a:cubicBezTo>
                  <a:cubicBezTo>
                    <a:pt x="52" y="326"/>
                    <a:pt x="48" y="323"/>
                    <a:pt x="46" y="321"/>
                  </a:cubicBezTo>
                  <a:cubicBezTo>
                    <a:pt x="45" y="319"/>
                    <a:pt x="45" y="315"/>
                    <a:pt x="44" y="314"/>
                  </a:cubicBezTo>
                  <a:cubicBezTo>
                    <a:pt x="42" y="311"/>
                    <a:pt x="40" y="307"/>
                    <a:pt x="38" y="305"/>
                  </a:cubicBezTo>
                  <a:cubicBezTo>
                    <a:pt x="37" y="305"/>
                    <a:pt x="34" y="305"/>
                    <a:pt x="32" y="305"/>
                  </a:cubicBezTo>
                  <a:cubicBezTo>
                    <a:pt x="30" y="306"/>
                    <a:pt x="26" y="308"/>
                    <a:pt x="23" y="307"/>
                  </a:cubicBezTo>
                  <a:cubicBezTo>
                    <a:pt x="21" y="307"/>
                    <a:pt x="16" y="306"/>
                    <a:pt x="14" y="305"/>
                  </a:cubicBezTo>
                  <a:cubicBezTo>
                    <a:pt x="12" y="304"/>
                    <a:pt x="9" y="301"/>
                    <a:pt x="8" y="299"/>
                  </a:cubicBezTo>
                  <a:cubicBezTo>
                    <a:pt x="6" y="298"/>
                    <a:pt x="3" y="295"/>
                    <a:pt x="2" y="294"/>
                  </a:cubicBezTo>
                  <a:cubicBezTo>
                    <a:pt x="1" y="292"/>
                    <a:pt x="1" y="288"/>
                    <a:pt x="0" y="286"/>
                  </a:cubicBezTo>
                  <a:cubicBezTo>
                    <a:pt x="0" y="284"/>
                    <a:pt x="0" y="280"/>
                    <a:pt x="1" y="278"/>
                  </a:cubicBezTo>
                  <a:cubicBezTo>
                    <a:pt x="1" y="276"/>
                    <a:pt x="2" y="273"/>
                    <a:pt x="4" y="272"/>
                  </a:cubicBezTo>
                  <a:cubicBezTo>
                    <a:pt x="5" y="271"/>
                    <a:pt x="8" y="271"/>
                    <a:pt x="10" y="272"/>
                  </a:cubicBezTo>
                  <a:cubicBezTo>
                    <a:pt x="11" y="272"/>
                    <a:pt x="14" y="273"/>
                    <a:pt x="15" y="274"/>
                  </a:cubicBezTo>
                  <a:cubicBezTo>
                    <a:pt x="16" y="275"/>
                    <a:pt x="15" y="277"/>
                    <a:pt x="16" y="278"/>
                  </a:cubicBezTo>
                  <a:cubicBezTo>
                    <a:pt x="17" y="279"/>
                    <a:pt x="20" y="278"/>
                    <a:pt x="21" y="279"/>
                  </a:cubicBezTo>
                  <a:cubicBezTo>
                    <a:pt x="22" y="280"/>
                    <a:pt x="21" y="282"/>
                    <a:pt x="22" y="283"/>
                  </a:cubicBezTo>
                  <a:cubicBezTo>
                    <a:pt x="22" y="284"/>
                    <a:pt x="24" y="285"/>
                    <a:pt x="25" y="286"/>
                  </a:cubicBezTo>
                  <a:cubicBezTo>
                    <a:pt x="27" y="286"/>
                    <a:pt x="30" y="286"/>
                    <a:pt x="31" y="285"/>
                  </a:cubicBezTo>
                  <a:cubicBezTo>
                    <a:pt x="32" y="284"/>
                    <a:pt x="31" y="280"/>
                    <a:pt x="32" y="279"/>
                  </a:cubicBezTo>
                  <a:cubicBezTo>
                    <a:pt x="32" y="278"/>
                    <a:pt x="35" y="278"/>
                    <a:pt x="36" y="277"/>
                  </a:cubicBezTo>
                  <a:cubicBezTo>
                    <a:pt x="37" y="276"/>
                    <a:pt x="40" y="274"/>
                    <a:pt x="41" y="274"/>
                  </a:cubicBezTo>
                  <a:cubicBezTo>
                    <a:pt x="43" y="273"/>
                    <a:pt x="46" y="273"/>
                    <a:pt x="47" y="273"/>
                  </a:cubicBezTo>
                  <a:cubicBezTo>
                    <a:pt x="49" y="273"/>
                    <a:pt x="52" y="275"/>
                    <a:pt x="53" y="273"/>
                  </a:cubicBezTo>
                  <a:cubicBezTo>
                    <a:pt x="55" y="272"/>
                    <a:pt x="52" y="268"/>
                    <a:pt x="52" y="266"/>
                  </a:cubicBezTo>
                  <a:cubicBezTo>
                    <a:pt x="53" y="265"/>
                    <a:pt x="54" y="262"/>
                    <a:pt x="55" y="262"/>
                  </a:cubicBezTo>
                  <a:cubicBezTo>
                    <a:pt x="56" y="261"/>
                    <a:pt x="58" y="261"/>
                    <a:pt x="58" y="261"/>
                  </a:cubicBezTo>
                  <a:cubicBezTo>
                    <a:pt x="60" y="260"/>
                    <a:pt x="61" y="257"/>
                    <a:pt x="63" y="256"/>
                  </a:cubicBezTo>
                  <a:cubicBezTo>
                    <a:pt x="63" y="255"/>
                    <a:pt x="65" y="254"/>
                    <a:pt x="66" y="253"/>
                  </a:cubicBezTo>
                  <a:cubicBezTo>
                    <a:pt x="67" y="251"/>
                    <a:pt x="68" y="246"/>
                    <a:pt x="66" y="244"/>
                  </a:cubicBezTo>
                  <a:cubicBezTo>
                    <a:pt x="66" y="243"/>
                    <a:pt x="63" y="244"/>
                    <a:pt x="62" y="243"/>
                  </a:cubicBezTo>
                  <a:cubicBezTo>
                    <a:pt x="61" y="242"/>
                    <a:pt x="62" y="237"/>
                    <a:pt x="61" y="236"/>
                  </a:cubicBezTo>
                  <a:cubicBezTo>
                    <a:pt x="60" y="235"/>
                    <a:pt x="54" y="237"/>
                    <a:pt x="52" y="236"/>
                  </a:cubicBezTo>
                  <a:cubicBezTo>
                    <a:pt x="51" y="235"/>
                    <a:pt x="52" y="232"/>
                    <a:pt x="52" y="231"/>
                  </a:cubicBezTo>
                  <a:cubicBezTo>
                    <a:pt x="53" y="230"/>
                    <a:pt x="57" y="228"/>
                    <a:pt x="58" y="227"/>
                  </a:cubicBezTo>
                  <a:cubicBezTo>
                    <a:pt x="61" y="226"/>
                    <a:pt x="67" y="228"/>
                    <a:pt x="69" y="227"/>
                  </a:cubicBezTo>
                  <a:cubicBezTo>
                    <a:pt x="71" y="226"/>
                    <a:pt x="72" y="222"/>
                    <a:pt x="73" y="220"/>
                  </a:cubicBezTo>
                  <a:cubicBezTo>
                    <a:pt x="74" y="219"/>
                    <a:pt x="75" y="216"/>
                    <a:pt x="77" y="214"/>
                  </a:cubicBezTo>
                  <a:cubicBezTo>
                    <a:pt x="78" y="213"/>
                    <a:pt x="82" y="211"/>
                    <a:pt x="83" y="210"/>
                  </a:cubicBezTo>
                  <a:cubicBezTo>
                    <a:pt x="85" y="208"/>
                    <a:pt x="87" y="204"/>
                    <a:pt x="86" y="202"/>
                  </a:cubicBezTo>
                  <a:cubicBezTo>
                    <a:pt x="85" y="200"/>
                    <a:pt x="81" y="200"/>
                    <a:pt x="80" y="198"/>
                  </a:cubicBezTo>
                  <a:cubicBezTo>
                    <a:pt x="79" y="197"/>
                    <a:pt x="77" y="193"/>
                    <a:pt x="76" y="192"/>
                  </a:cubicBezTo>
                  <a:cubicBezTo>
                    <a:pt x="74" y="191"/>
                    <a:pt x="71" y="191"/>
                    <a:pt x="70" y="192"/>
                  </a:cubicBezTo>
                  <a:cubicBezTo>
                    <a:pt x="69" y="192"/>
                    <a:pt x="68" y="196"/>
                    <a:pt x="67" y="197"/>
                  </a:cubicBezTo>
                  <a:cubicBezTo>
                    <a:pt x="65" y="197"/>
                    <a:pt x="62" y="197"/>
                    <a:pt x="61" y="197"/>
                  </a:cubicBezTo>
                  <a:cubicBezTo>
                    <a:pt x="59" y="196"/>
                    <a:pt x="57" y="193"/>
                    <a:pt x="57" y="192"/>
                  </a:cubicBezTo>
                  <a:cubicBezTo>
                    <a:pt x="56" y="190"/>
                    <a:pt x="58" y="187"/>
                    <a:pt x="59" y="187"/>
                  </a:cubicBezTo>
                  <a:cubicBezTo>
                    <a:pt x="61" y="185"/>
                    <a:pt x="67" y="188"/>
                    <a:pt x="69" y="187"/>
                  </a:cubicBezTo>
                  <a:cubicBezTo>
                    <a:pt x="70" y="186"/>
                    <a:pt x="70" y="182"/>
                    <a:pt x="70" y="181"/>
                  </a:cubicBezTo>
                  <a:cubicBezTo>
                    <a:pt x="70" y="178"/>
                    <a:pt x="71" y="171"/>
                    <a:pt x="70" y="168"/>
                  </a:cubicBezTo>
                  <a:cubicBezTo>
                    <a:pt x="69" y="166"/>
                    <a:pt x="66" y="163"/>
                    <a:pt x="64" y="161"/>
                  </a:cubicBezTo>
                  <a:cubicBezTo>
                    <a:pt x="63" y="159"/>
                    <a:pt x="60" y="156"/>
                    <a:pt x="59" y="154"/>
                  </a:cubicBezTo>
                  <a:cubicBezTo>
                    <a:pt x="58" y="151"/>
                    <a:pt x="58" y="146"/>
                    <a:pt x="59" y="143"/>
                  </a:cubicBezTo>
                  <a:cubicBezTo>
                    <a:pt x="60" y="141"/>
                    <a:pt x="65" y="138"/>
                    <a:pt x="67" y="136"/>
                  </a:cubicBezTo>
                  <a:cubicBezTo>
                    <a:pt x="68" y="135"/>
                    <a:pt x="70" y="133"/>
                    <a:pt x="72" y="133"/>
                  </a:cubicBezTo>
                  <a:cubicBezTo>
                    <a:pt x="75" y="132"/>
                    <a:pt x="81" y="133"/>
                    <a:pt x="83" y="132"/>
                  </a:cubicBezTo>
                  <a:cubicBezTo>
                    <a:pt x="86" y="131"/>
                    <a:pt x="89" y="127"/>
                    <a:pt x="91" y="125"/>
                  </a:cubicBezTo>
                  <a:cubicBezTo>
                    <a:pt x="91" y="124"/>
                    <a:pt x="92" y="123"/>
                    <a:pt x="92" y="123"/>
                  </a:cubicBezTo>
                  <a:cubicBezTo>
                    <a:pt x="93" y="122"/>
                    <a:pt x="94" y="119"/>
                    <a:pt x="96" y="118"/>
                  </a:cubicBezTo>
                  <a:cubicBezTo>
                    <a:pt x="97" y="117"/>
                    <a:pt x="100" y="119"/>
                    <a:pt x="102" y="119"/>
                  </a:cubicBezTo>
                  <a:cubicBezTo>
                    <a:pt x="104" y="119"/>
                    <a:pt x="107" y="121"/>
                    <a:pt x="109" y="122"/>
                  </a:cubicBezTo>
                  <a:cubicBezTo>
                    <a:pt x="111" y="122"/>
                    <a:pt x="115" y="121"/>
                    <a:pt x="117" y="122"/>
                  </a:cubicBezTo>
                  <a:cubicBezTo>
                    <a:pt x="118" y="122"/>
                    <a:pt x="120" y="124"/>
                    <a:pt x="121" y="124"/>
                  </a:cubicBezTo>
                  <a:cubicBezTo>
                    <a:pt x="124" y="125"/>
                    <a:pt x="129" y="125"/>
                    <a:pt x="131" y="124"/>
                  </a:cubicBezTo>
                  <a:cubicBezTo>
                    <a:pt x="132" y="123"/>
                    <a:pt x="132" y="120"/>
                    <a:pt x="132" y="119"/>
                  </a:cubicBezTo>
                  <a:cubicBezTo>
                    <a:pt x="133" y="118"/>
                    <a:pt x="132" y="114"/>
                    <a:pt x="132" y="113"/>
                  </a:cubicBezTo>
                  <a:cubicBezTo>
                    <a:pt x="133" y="112"/>
                    <a:pt x="134" y="111"/>
                    <a:pt x="135" y="111"/>
                  </a:cubicBezTo>
                  <a:cubicBezTo>
                    <a:pt x="136" y="111"/>
                    <a:pt x="137" y="113"/>
                    <a:pt x="138" y="114"/>
                  </a:cubicBezTo>
                  <a:cubicBezTo>
                    <a:pt x="140" y="115"/>
                    <a:pt x="144" y="114"/>
                    <a:pt x="145" y="115"/>
                  </a:cubicBezTo>
                  <a:cubicBezTo>
                    <a:pt x="146" y="116"/>
                    <a:pt x="147" y="118"/>
                    <a:pt x="148" y="119"/>
                  </a:cubicBezTo>
                  <a:cubicBezTo>
                    <a:pt x="149" y="120"/>
                    <a:pt x="153" y="122"/>
                    <a:pt x="155" y="122"/>
                  </a:cubicBezTo>
                  <a:cubicBezTo>
                    <a:pt x="156" y="121"/>
                    <a:pt x="159" y="119"/>
                    <a:pt x="160" y="118"/>
                  </a:cubicBezTo>
                  <a:cubicBezTo>
                    <a:pt x="161" y="116"/>
                    <a:pt x="159" y="111"/>
                    <a:pt x="161" y="110"/>
                  </a:cubicBezTo>
                  <a:cubicBezTo>
                    <a:pt x="161" y="109"/>
                    <a:pt x="163" y="108"/>
                    <a:pt x="164" y="108"/>
                  </a:cubicBezTo>
                  <a:cubicBezTo>
                    <a:pt x="166" y="109"/>
                    <a:pt x="167" y="113"/>
                    <a:pt x="167" y="115"/>
                  </a:cubicBezTo>
                  <a:cubicBezTo>
                    <a:pt x="167" y="116"/>
                    <a:pt x="167" y="118"/>
                    <a:pt x="167" y="120"/>
                  </a:cubicBezTo>
                  <a:cubicBezTo>
                    <a:pt x="167" y="120"/>
                    <a:pt x="168" y="122"/>
                    <a:pt x="169" y="122"/>
                  </a:cubicBezTo>
                  <a:cubicBezTo>
                    <a:pt x="171" y="124"/>
                    <a:pt x="177" y="124"/>
                    <a:pt x="179" y="122"/>
                  </a:cubicBezTo>
                  <a:cubicBezTo>
                    <a:pt x="179" y="122"/>
                    <a:pt x="179" y="120"/>
                    <a:pt x="179" y="120"/>
                  </a:cubicBezTo>
                  <a:cubicBezTo>
                    <a:pt x="179" y="120"/>
                    <a:pt x="179" y="119"/>
                    <a:pt x="179" y="119"/>
                  </a:cubicBezTo>
                  <a:cubicBezTo>
                    <a:pt x="180" y="118"/>
                    <a:pt x="181" y="117"/>
                    <a:pt x="182" y="117"/>
                  </a:cubicBezTo>
                  <a:cubicBezTo>
                    <a:pt x="184" y="116"/>
                    <a:pt x="189" y="116"/>
                    <a:pt x="191" y="115"/>
                  </a:cubicBezTo>
                  <a:cubicBezTo>
                    <a:pt x="193" y="114"/>
                    <a:pt x="196" y="112"/>
                    <a:pt x="197" y="110"/>
                  </a:cubicBezTo>
                  <a:cubicBezTo>
                    <a:pt x="198" y="109"/>
                    <a:pt x="197" y="106"/>
                    <a:pt x="197" y="104"/>
                  </a:cubicBezTo>
                  <a:cubicBezTo>
                    <a:pt x="197" y="102"/>
                    <a:pt x="195" y="100"/>
                    <a:pt x="196" y="98"/>
                  </a:cubicBezTo>
                  <a:cubicBezTo>
                    <a:pt x="196" y="97"/>
                    <a:pt x="200" y="96"/>
                    <a:pt x="201" y="95"/>
                  </a:cubicBezTo>
                  <a:cubicBezTo>
                    <a:pt x="202" y="95"/>
                    <a:pt x="205" y="95"/>
                    <a:pt x="206" y="95"/>
                  </a:cubicBezTo>
                  <a:cubicBezTo>
                    <a:pt x="207" y="96"/>
                    <a:pt x="208" y="99"/>
                    <a:pt x="209" y="100"/>
                  </a:cubicBezTo>
                  <a:cubicBezTo>
                    <a:pt x="211" y="100"/>
                    <a:pt x="213" y="100"/>
                    <a:pt x="214" y="101"/>
                  </a:cubicBezTo>
                  <a:cubicBezTo>
                    <a:pt x="215" y="101"/>
                    <a:pt x="217" y="104"/>
                    <a:pt x="219" y="105"/>
                  </a:cubicBezTo>
                  <a:cubicBezTo>
                    <a:pt x="220" y="106"/>
                    <a:pt x="223" y="106"/>
                    <a:pt x="225" y="107"/>
                  </a:cubicBezTo>
                  <a:cubicBezTo>
                    <a:pt x="226" y="107"/>
                    <a:pt x="230" y="107"/>
                    <a:pt x="231" y="106"/>
                  </a:cubicBezTo>
                  <a:cubicBezTo>
                    <a:pt x="232" y="106"/>
                    <a:pt x="232" y="103"/>
                    <a:pt x="232" y="101"/>
                  </a:cubicBezTo>
                  <a:cubicBezTo>
                    <a:pt x="232" y="100"/>
                    <a:pt x="233" y="98"/>
                    <a:pt x="233" y="97"/>
                  </a:cubicBezTo>
                  <a:cubicBezTo>
                    <a:pt x="233" y="95"/>
                    <a:pt x="232" y="91"/>
                    <a:pt x="231" y="88"/>
                  </a:cubicBezTo>
                  <a:cubicBezTo>
                    <a:pt x="231" y="88"/>
                    <a:pt x="230" y="86"/>
                    <a:pt x="230" y="85"/>
                  </a:cubicBezTo>
                  <a:cubicBezTo>
                    <a:pt x="230" y="84"/>
                    <a:pt x="231" y="83"/>
                    <a:pt x="232" y="82"/>
                  </a:cubicBezTo>
                  <a:cubicBezTo>
                    <a:pt x="233" y="81"/>
                    <a:pt x="236" y="78"/>
                    <a:pt x="238" y="78"/>
                  </a:cubicBezTo>
                  <a:cubicBezTo>
                    <a:pt x="239" y="77"/>
                    <a:pt x="242" y="77"/>
                    <a:pt x="243" y="77"/>
                  </a:cubicBezTo>
                  <a:cubicBezTo>
                    <a:pt x="245" y="78"/>
                    <a:pt x="245" y="81"/>
                    <a:pt x="247" y="82"/>
                  </a:cubicBezTo>
                  <a:cubicBezTo>
                    <a:pt x="248" y="83"/>
                    <a:pt x="252" y="82"/>
                    <a:pt x="254" y="82"/>
                  </a:cubicBezTo>
                  <a:cubicBezTo>
                    <a:pt x="255" y="82"/>
                    <a:pt x="258" y="83"/>
                    <a:pt x="259" y="84"/>
                  </a:cubicBezTo>
                  <a:cubicBezTo>
                    <a:pt x="260" y="84"/>
                    <a:pt x="261" y="86"/>
                    <a:pt x="261" y="86"/>
                  </a:cubicBezTo>
                  <a:cubicBezTo>
                    <a:pt x="263" y="87"/>
                    <a:pt x="266" y="90"/>
                    <a:pt x="268" y="90"/>
                  </a:cubicBezTo>
                  <a:cubicBezTo>
                    <a:pt x="269" y="90"/>
                    <a:pt x="270" y="86"/>
                    <a:pt x="271" y="86"/>
                  </a:cubicBezTo>
                  <a:cubicBezTo>
                    <a:pt x="272" y="85"/>
                    <a:pt x="276" y="85"/>
                    <a:pt x="277" y="86"/>
                  </a:cubicBezTo>
                  <a:cubicBezTo>
                    <a:pt x="278" y="87"/>
                    <a:pt x="279" y="91"/>
                    <a:pt x="281" y="92"/>
                  </a:cubicBezTo>
                  <a:cubicBezTo>
                    <a:pt x="283" y="93"/>
                    <a:pt x="287" y="94"/>
                    <a:pt x="289" y="93"/>
                  </a:cubicBezTo>
                  <a:cubicBezTo>
                    <a:pt x="290" y="93"/>
                    <a:pt x="292" y="91"/>
                    <a:pt x="292" y="90"/>
                  </a:cubicBezTo>
                  <a:cubicBezTo>
                    <a:pt x="292" y="88"/>
                    <a:pt x="290" y="83"/>
                    <a:pt x="291" y="81"/>
                  </a:cubicBezTo>
                  <a:cubicBezTo>
                    <a:pt x="291" y="80"/>
                    <a:pt x="292" y="78"/>
                    <a:pt x="293" y="77"/>
                  </a:cubicBezTo>
                  <a:cubicBezTo>
                    <a:pt x="294" y="77"/>
                    <a:pt x="296" y="76"/>
                    <a:pt x="297" y="76"/>
                  </a:cubicBezTo>
                  <a:cubicBezTo>
                    <a:pt x="299" y="76"/>
                    <a:pt x="302" y="79"/>
                    <a:pt x="303" y="78"/>
                  </a:cubicBezTo>
                  <a:cubicBezTo>
                    <a:pt x="305" y="77"/>
                    <a:pt x="307" y="74"/>
                    <a:pt x="307" y="73"/>
                  </a:cubicBezTo>
                  <a:cubicBezTo>
                    <a:pt x="306" y="72"/>
                    <a:pt x="304" y="70"/>
                    <a:pt x="303" y="70"/>
                  </a:cubicBezTo>
                  <a:cubicBezTo>
                    <a:pt x="302" y="69"/>
                    <a:pt x="300" y="69"/>
                    <a:pt x="300" y="68"/>
                  </a:cubicBezTo>
                  <a:cubicBezTo>
                    <a:pt x="300" y="67"/>
                    <a:pt x="300" y="64"/>
                    <a:pt x="301" y="63"/>
                  </a:cubicBezTo>
                  <a:cubicBezTo>
                    <a:pt x="301" y="63"/>
                    <a:pt x="303" y="62"/>
                    <a:pt x="304" y="61"/>
                  </a:cubicBezTo>
                  <a:cubicBezTo>
                    <a:pt x="304" y="60"/>
                    <a:pt x="305" y="59"/>
                    <a:pt x="306" y="58"/>
                  </a:cubicBezTo>
                  <a:cubicBezTo>
                    <a:pt x="307" y="57"/>
                    <a:pt x="309" y="54"/>
                    <a:pt x="310" y="53"/>
                  </a:cubicBezTo>
                  <a:cubicBezTo>
                    <a:pt x="311" y="52"/>
                    <a:pt x="312" y="51"/>
                    <a:pt x="313" y="51"/>
                  </a:cubicBezTo>
                  <a:cubicBezTo>
                    <a:pt x="315" y="51"/>
                    <a:pt x="318" y="51"/>
                    <a:pt x="319" y="51"/>
                  </a:cubicBezTo>
                  <a:cubicBezTo>
                    <a:pt x="320" y="51"/>
                    <a:pt x="322" y="52"/>
                    <a:pt x="323" y="52"/>
                  </a:cubicBezTo>
                  <a:cubicBezTo>
                    <a:pt x="324" y="52"/>
                    <a:pt x="326" y="53"/>
                    <a:pt x="328" y="53"/>
                  </a:cubicBezTo>
                  <a:cubicBezTo>
                    <a:pt x="328" y="53"/>
                    <a:pt x="330" y="53"/>
                    <a:pt x="331" y="52"/>
                  </a:cubicBezTo>
                  <a:cubicBezTo>
                    <a:pt x="332" y="51"/>
                    <a:pt x="331" y="48"/>
                    <a:pt x="331" y="46"/>
                  </a:cubicBezTo>
                  <a:cubicBezTo>
                    <a:pt x="330" y="45"/>
                    <a:pt x="328" y="44"/>
                    <a:pt x="327" y="44"/>
                  </a:cubicBezTo>
                  <a:cubicBezTo>
                    <a:pt x="326" y="43"/>
                    <a:pt x="323" y="43"/>
                    <a:pt x="322" y="42"/>
                  </a:cubicBezTo>
                  <a:cubicBezTo>
                    <a:pt x="321" y="41"/>
                    <a:pt x="320" y="39"/>
                    <a:pt x="320" y="38"/>
                  </a:cubicBezTo>
                  <a:cubicBezTo>
                    <a:pt x="320" y="36"/>
                    <a:pt x="322" y="32"/>
                    <a:pt x="323" y="30"/>
                  </a:cubicBezTo>
                  <a:cubicBezTo>
                    <a:pt x="324" y="29"/>
                    <a:pt x="328" y="28"/>
                    <a:pt x="330" y="27"/>
                  </a:cubicBezTo>
                  <a:cubicBezTo>
                    <a:pt x="332" y="26"/>
                    <a:pt x="335" y="23"/>
                    <a:pt x="336" y="22"/>
                  </a:cubicBezTo>
                  <a:cubicBezTo>
                    <a:pt x="339" y="19"/>
                    <a:pt x="343" y="12"/>
                    <a:pt x="345" y="8"/>
                  </a:cubicBezTo>
                  <a:cubicBezTo>
                    <a:pt x="345" y="6"/>
                    <a:pt x="345" y="3"/>
                    <a:pt x="346" y="2"/>
                  </a:cubicBezTo>
                  <a:cubicBezTo>
                    <a:pt x="346" y="1"/>
                    <a:pt x="346" y="0"/>
                    <a:pt x="346" y="0"/>
                  </a:cubicBezTo>
                  <a:cubicBezTo>
                    <a:pt x="346" y="0"/>
                    <a:pt x="347" y="0"/>
                    <a:pt x="347" y="0"/>
                  </a:cubicBezTo>
                  <a:cubicBezTo>
                    <a:pt x="349" y="0"/>
                    <a:pt x="351" y="4"/>
                    <a:pt x="353" y="6"/>
                  </a:cubicBezTo>
                  <a:cubicBezTo>
                    <a:pt x="353" y="6"/>
                    <a:pt x="355" y="6"/>
                    <a:pt x="356" y="7"/>
                  </a:cubicBezTo>
                  <a:cubicBezTo>
                    <a:pt x="357" y="7"/>
                    <a:pt x="359" y="8"/>
                    <a:pt x="360" y="9"/>
                  </a:cubicBezTo>
                  <a:cubicBezTo>
                    <a:pt x="362" y="10"/>
                    <a:pt x="364" y="14"/>
                    <a:pt x="364" y="17"/>
                  </a:cubicBezTo>
                  <a:cubicBezTo>
                    <a:pt x="364" y="18"/>
                    <a:pt x="359" y="21"/>
                    <a:pt x="359" y="23"/>
                  </a:cubicBezTo>
                  <a:cubicBezTo>
                    <a:pt x="359" y="25"/>
                    <a:pt x="361" y="28"/>
                    <a:pt x="363" y="29"/>
                  </a:cubicBezTo>
                  <a:cubicBezTo>
                    <a:pt x="365" y="30"/>
                    <a:pt x="369" y="26"/>
                    <a:pt x="371" y="27"/>
                  </a:cubicBezTo>
                  <a:cubicBezTo>
                    <a:pt x="372" y="27"/>
                    <a:pt x="373" y="31"/>
                    <a:pt x="373" y="32"/>
                  </a:cubicBezTo>
                  <a:cubicBezTo>
                    <a:pt x="374" y="34"/>
                    <a:pt x="379" y="28"/>
                    <a:pt x="382" y="28"/>
                  </a:cubicBezTo>
                  <a:cubicBezTo>
                    <a:pt x="382" y="28"/>
                    <a:pt x="384" y="28"/>
                    <a:pt x="384" y="29"/>
                  </a:cubicBezTo>
                  <a:cubicBezTo>
                    <a:pt x="386" y="30"/>
                    <a:pt x="388" y="34"/>
                    <a:pt x="389" y="36"/>
                  </a:cubicBezTo>
                  <a:cubicBezTo>
                    <a:pt x="390" y="36"/>
                    <a:pt x="391" y="38"/>
                    <a:pt x="392" y="38"/>
                  </a:cubicBezTo>
                  <a:cubicBezTo>
                    <a:pt x="394" y="38"/>
                    <a:pt x="395" y="31"/>
                    <a:pt x="397" y="30"/>
                  </a:cubicBezTo>
                  <a:cubicBezTo>
                    <a:pt x="399" y="30"/>
                    <a:pt x="402" y="33"/>
                    <a:pt x="403" y="33"/>
                  </a:cubicBezTo>
                  <a:cubicBezTo>
                    <a:pt x="404" y="34"/>
                    <a:pt x="407" y="34"/>
                    <a:pt x="408" y="34"/>
                  </a:cubicBezTo>
                  <a:cubicBezTo>
                    <a:pt x="409" y="35"/>
                    <a:pt x="409" y="39"/>
                    <a:pt x="410" y="40"/>
                  </a:cubicBezTo>
                  <a:cubicBezTo>
                    <a:pt x="411" y="41"/>
                    <a:pt x="414" y="43"/>
                    <a:pt x="415" y="43"/>
                  </a:cubicBezTo>
                  <a:cubicBezTo>
                    <a:pt x="418" y="42"/>
                    <a:pt x="420" y="37"/>
                    <a:pt x="422" y="37"/>
                  </a:cubicBezTo>
                  <a:cubicBezTo>
                    <a:pt x="424" y="36"/>
                    <a:pt x="428" y="38"/>
                    <a:pt x="429" y="40"/>
                  </a:cubicBezTo>
                  <a:cubicBezTo>
                    <a:pt x="431" y="40"/>
                    <a:pt x="432" y="43"/>
                    <a:pt x="433" y="45"/>
                  </a:cubicBezTo>
                  <a:cubicBezTo>
                    <a:pt x="433" y="46"/>
                    <a:pt x="432" y="50"/>
                    <a:pt x="432" y="52"/>
                  </a:cubicBezTo>
                  <a:cubicBezTo>
                    <a:pt x="433" y="53"/>
                    <a:pt x="436" y="55"/>
                    <a:pt x="438" y="55"/>
                  </a:cubicBezTo>
                  <a:cubicBezTo>
                    <a:pt x="439" y="56"/>
                    <a:pt x="442" y="57"/>
                    <a:pt x="444" y="58"/>
                  </a:cubicBezTo>
                  <a:cubicBezTo>
                    <a:pt x="446" y="60"/>
                    <a:pt x="447" y="65"/>
                    <a:pt x="449" y="67"/>
                  </a:cubicBezTo>
                  <a:cubicBezTo>
                    <a:pt x="450" y="68"/>
                    <a:pt x="453" y="70"/>
                    <a:pt x="454" y="70"/>
                  </a:cubicBezTo>
                  <a:cubicBezTo>
                    <a:pt x="455" y="70"/>
                    <a:pt x="457" y="67"/>
                    <a:pt x="458" y="67"/>
                  </a:cubicBezTo>
                  <a:cubicBezTo>
                    <a:pt x="459" y="66"/>
                    <a:pt x="462" y="68"/>
                    <a:pt x="463" y="68"/>
                  </a:cubicBezTo>
                  <a:cubicBezTo>
                    <a:pt x="465" y="69"/>
                    <a:pt x="470" y="70"/>
                    <a:pt x="471" y="72"/>
                  </a:cubicBezTo>
                  <a:cubicBezTo>
                    <a:pt x="473" y="74"/>
                    <a:pt x="473" y="82"/>
                    <a:pt x="474" y="85"/>
                  </a:cubicBezTo>
                  <a:cubicBezTo>
                    <a:pt x="475" y="86"/>
                    <a:pt x="477" y="89"/>
                    <a:pt x="477" y="90"/>
                  </a:cubicBezTo>
                  <a:cubicBezTo>
                    <a:pt x="478" y="94"/>
                    <a:pt x="481" y="102"/>
                    <a:pt x="481" y="106"/>
                  </a:cubicBezTo>
                  <a:cubicBezTo>
                    <a:pt x="481" y="108"/>
                    <a:pt x="479" y="114"/>
                    <a:pt x="478" y="116"/>
                  </a:cubicBezTo>
                  <a:cubicBezTo>
                    <a:pt x="478" y="117"/>
                    <a:pt x="476" y="120"/>
                    <a:pt x="476" y="121"/>
                  </a:cubicBezTo>
                  <a:cubicBezTo>
                    <a:pt x="474" y="123"/>
                    <a:pt x="471" y="127"/>
                    <a:pt x="470" y="129"/>
                  </a:cubicBezTo>
                  <a:cubicBezTo>
                    <a:pt x="470" y="131"/>
                    <a:pt x="471" y="135"/>
                    <a:pt x="470" y="137"/>
                  </a:cubicBezTo>
                  <a:cubicBezTo>
                    <a:pt x="470" y="138"/>
                    <a:pt x="468" y="140"/>
                    <a:pt x="467" y="141"/>
                  </a:cubicBezTo>
                  <a:cubicBezTo>
                    <a:pt x="467" y="142"/>
                    <a:pt x="468" y="145"/>
                    <a:pt x="469" y="146"/>
                  </a:cubicBezTo>
                  <a:cubicBezTo>
                    <a:pt x="469" y="147"/>
                    <a:pt x="471" y="150"/>
                    <a:pt x="472" y="151"/>
                  </a:cubicBezTo>
                  <a:cubicBezTo>
                    <a:pt x="472" y="153"/>
                    <a:pt x="472" y="156"/>
                    <a:pt x="472" y="157"/>
                  </a:cubicBezTo>
                  <a:cubicBezTo>
                    <a:pt x="471" y="158"/>
                    <a:pt x="466" y="158"/>
                    <a:pt x="465" y="159"/>
                  </a:cubicBezTo>
                  <a:cubicBezTo>
                    <a:pt x="464" y="161"/>
                    <a:pt x="464" y="166"/>
                    <a:pt x="464" y="168"/>
                  </a:cubicBezTo>
                  <a:cubicBezTo>
                    <a:pt x="465" y="171"/>
                    <a:pt x="469" y="175"/>
                    <a:pt x="471" y="177"/>
                  </a:cubicBezTo>
                  <a:cubicBezTo>
                    <a:pt x="472" y="180"/>
                    <a:pt x="473" y="185"/>
                    <a:pt x="474" y="187"/>
                  </a:cubicBezTo>
                  <a:cubicBezTo>
                    <a:pt x="474" y="189"/>
                    <a:pt x="474" y="193"/>
                    <a:pt x="473" y="194"/>
                  </a:cubicBezTo>
                  <a:cubicBezTo>
                    <a:pt x="471" y="196"/>
                    <a:pt x="467" y="199"/>
                    <a:pt x="465" y="200"/>
                  </a:cubicBezTo>
                  <a:cubicBezTo>
                    <a:pt x="463" y="200"/>
                    <a:pt x="460" y="201"/>
                    <a:pt x="459" y="202"/>
                  </a:cubicBezTo>
                  <a:cubicBezTo>
                    <a:pt x="457" y="203"/>
                    <a:pt x="455" y="208"/>
                    <a:pt x="455" y="210"/>
                  </a:cubicBezTo>
                  <a:cubicBezTo>
                    <a:pt x="455" y="213"/>
                    <a:pt x="456" y="218"/>
                    <a:pt x="456" y="221"/>
                  </a:cubicBezTo>
                  <a:cubicBezTo>
                    <a:pt x="457" y="223"/>
                    <a:pt x="459" y="227"/>
                    <a:pt x="459" y="229"/>
                  </a:cubicBezTo>
                  <a:cubicBezTo>
                    <a:pt x="460" y="233"/>
                    <a:pt x="460" y="240"/>
                    <a:pt x="459" y="243"/>
                  </a:cubicBezTo>
                  <a:cubicBezTo>
                    <a:pt x="459" y="245"/>
                    <a:pt x="457" y="248"/>
                    <a:pt x="457" y="249"/>
                  </a:cubicBezTo>
                  <a:cubicBezTo>
                    <a:pt x="456" y="251"/>
                    <a:pt x="455" y="256"/>
                    <a:pt x="455" y="258"/>
                  </a:cubicBezTo>
                  <a:cubicBezTo>
                    <a:pt x="455" y="261"/>
                    <a:pt x="456" y="265"/>
                    <a:pt x="456" y="268"/>
                  </a:cubicBezTo>
                  <a:cubicBezTo>
                    <a:pt x="456" y="271"/>
                    <a:pt x="456" y="277"/>
                    <a:pt x="457" y="280"/>
                  </a:cubicBezTo>
                  <a:cubicBezTo>
                    <a:pt x="457" y="282"/>
                    <a:pt x="457" y="285"/>
                    <a:pt x="459" y="286"/>
                  </a:cubicBezTo>
                  <a:cubicBezTo>
                    <a:pt x="461" y="287"/>
                    <a:pt x="465" y="284"/>
                    <a:pt x="467" y="284"/>
                  </a:cubicBezTo>
                  <a:cubicBezTo>
                    <a:pt x="469" y="283"/>
                    <a:pt x="474" y="282"/>
                    <a:pt x="476" y="283"/>
                  </a:cubicBezTo>
                  <a:cubicBezTo>
                    <a:pt x="478" y="284"/>
                    <a:pt x="482" y="287"/>
                    <a:pt x="483" y="290"/>
                  </a:cubicBezTo>
                  <a:cubicBezTo>
                    <a:pt x="484" y="291"/>
                    <a:pt x="484" y="295"/>
                    <a:pt x="485" y="296"/>
                  </a:cubicBezTo>
                  <a:cubicBezTo>
                    <a:pt x="487" y="298"/>
                    <a:pt x="494" y="297"/>
                    <a:pt x="496" y="299"/>
                  </a:cubicBezTo>
                  <a:cubicBezTo>
                    <a:pt x="498" y="302"/>
                    <a:pt x="496" y="309"/>
                    <a:pt x="497" y="313"/>
                  </a:cubicBezTo>
                  <a:cubicBezTo>
                    <a:pt x="497" y="314"/>
                    <a:pt x="499" y="316"/>
                    <a:pt x="500" y="318"/>
                  </a:cubicBezTo>
                  <a:cubicBezTo>
                    <a:pt x="501" y="321"/>
                    <a:pt x="502" y="327"/>
                    <a:pt x="503" y="330"/>
                  </a:cubicBezTo>
                  <a:cubicBezTo>
                    <a:pt x="504" y="333"/>
                    <a:pt x="505" y="338"/>
                    <a:pt x="505" y="341"/>
                  </a:cubicBezTo>
                  <a:cubicBezTo>
                    <a:pt x="504" y="344"/>
                    <a:pt x="502" y="351"/>
                    <a:pt x="500" y="354"/>
                  </a:cubicBezTo>
                  <a:cubicBezTo>
                    <a:pt x="499" y="355"/>
                    <a:pt x="495" y="356"/>
                    <a:pt x="493" y="357"/>
                  </a:cubicBezTo>
                  <a:cubicBezTo>
                    <a:pt x="491" y="359"/>
                    <a:pt x="489" y="365"/>
                    <a:pt x="488" y="368"/>
                  </a:cubicBezTo>
                  <a:cubicBezTo>
                    <a:pt x="488" y="372"/>
                    <a:pt x="492" y="378"/>
                    <a:pt x="494" y="381"/>
                  </a:cubicBezTo>
                  <a:cubicBezTo>
                    <a:pt x="494" y="382"/>
                    <a:pt x="497" y="385"/>
                    <a:pt x="499" y="386"/>
                  </a:cubicBezTo>
                  <a:cubicBezTo>
                    <a:pt x="500" y="387"/>
                    <a:pt x="503" y="387"/>
                    <a:pt x="505" y="388"/>
                  </a:cubicBezTo>
                  <a:cubicBezTo>
                    <a:pt x="506" y="389"/>
                    <a:pt x="509" y="390"/>
                    <a:pt x="509" y="392"/>
                  </a:cubicBezTo>
                  <a:cubicBezTo>
                    <a:pt x="511" y="395"/>
                    <a:pt x="509" y="403"/>
                    <a:pt x="509" y="407"/>
                  </a:cubicBezTo>
                  <a:cubicBezTo>
                    <a:pt x="510" y="410"/>
                    <a:pt x="511" y="415"/>
                    <a:pt x="513" y="417"/>
                  </a:cubicBezTo>
                  <a:cubicBezTo>
                    <a:pt x="514" y="418"/>
                    <a:pt x="519" y="417"/>
                    <a:pt x="521" y="417"/>
                  </a:cubicBezTo>
                  <a:cubicBezTo>
                    <a:pt x="524" y="416"/>
                    <a:pt x="529" y="414"/>
                    <a:pt x="531" y="415"/>
                  </a:cubicBezTo>
                  <a:cubicBezTo>
                    <a:pt x="533" y="415"/>
                    <a:pt x="537" y="418"/>
                    <a:pt x="538" y="419"/>
                  </a:cubicBezTo>
                  <a:cubicBezTo>
                    <a:pt x="542" y="421"/>
                    <a:pt x="549" y="425"/>
                    <a:pt x="551" y="429"/>
                  </a:cubicBezTo>
                  <a:cubicBezTo>
                    <a:pt x="553" y="432"/>
                    <a:pt x="552" y="440"/>
                    <a:pt x="552" y="443"/>
                  </a:cubicBezTo>
                  <a:cubicBezTo>
                    <a:pt x="552" y="445"/>
                    <a:pt x="552" y="449"/>
                    <a:pt x="554" y="451"/>
                  </a:cubicBezTo>
                  <a:cubicBezTo>
                    <a:pt x="555" y="452"/>
                    <a:pt x="558" y="453"/>
                    <a:pt x="560" y="454"/>
                  </a:cubicBezTo>
                  <a:cubicBezTo>
                    <a:pt x="562" y="455"/>
                    <a:pt x="565" y="457"/>
                    <a:pt x="566" y="458"/>
                  </a:cubicBezTo>
                  <a:cubicBezTo>
                    <a:pt x="568" y="461"/>
                    <a:pt x="570" y="466"/>
                    <a:pt x="571" y="469"/>
                  </a:cubicBezTo>
                  <a:cubicBezTo>
                    <a:pt x="571" y="471"/>
                    <a:pt x="571" y="475"/>
                    <a:pt x="571" y="478"/>
                  </a:cubicBezTo>
                  <a:cubicBezTo>
                    <a:pt x="572" y="480"/>
                    <a:pt x="573" y="484"/>
                    <a:pt x="573" y="486"/>
                  </a:cubicBezTo>
                  <a:cubicBezTo>
                    <a:pt x="574" y="490"/>
                    <a:pt x="572" y="497"/>
                    <a:pt x="573" y="500"/>
                  </a:cubicBezTo>
                  <a:cubicBezTo>
                    <a:pt x="574" y="502"/>
                    <a:pt x="578" y="506"/>
                    <a:pt x="579" y="509"/>
                  </a:cubicBezTo>
                  <a:cubicBezTo>
                    <a:pt x="581" y="512"/>
                    <a:pt x="584" y="520"/>
                    <a:pt x="586" y="523"/>
                  </a:cubicBezTo>
                  <a:cubicBezTo>
                    <a:pt x="588" y="527"/>
                    <a:pt x="591" y="533"/>
                    <a:pt x="594" y="536"/>
                  </a:cubicBezTo>
                  <a:cubicBezTo>
                    <a:pt x="596" y="538"/>
                    <a:pt x="602" y="541"/>
                    <a:pt x="605" y="543"/>
                  </a:cubicBezTo>
                  <a:cubicBezTo>
                    <a:pt x="607" y="544"/>
                    <a:pt x="610" y="546"/>
                    <a:pt x="611" y="547"/>
                  </a:cubicBezTo>
                  <a:cubicBezTo>
                    <a:pt x="612" y="549"/>
                    <a:pt x="613" y="554"/>
                    <a:pt x="613" y="556"/>
                  </a:cubicBezTo>
                  <a:cubicBezTo>
                    <a:pt x="613" y="557"/>
                    <a:pt x="611" y="560"/>
                    <a:pt x="610" y="561"/>
                  </a:cubicBezTo>
                  <a:cubicBezTo>
                    <a:pt x="608" y="562"/>
                    <a:pt x="604" y="560"/>
                    <a:pt x="602" y="561"/>
                  </a:cubicBezTo>
                  <a:cubicBezTo>
                    <a:pt x="600" y="562"/>
                    <a:pt x="598" y="566"/>
                    <a:pt x="597" y="568"/>
                  </a:cubicBezTo>
                  <a:cubicBezTo>
                    <a:pt x="595" y="570"/>
                    <a:pt x="591" y="574"/>
                    <a:pt x="591" y="576"/>
                  </a:cubicBezTo>
                  <a:cubicBezTo>
                    <a:pt x="591" y="578"/>
                    <a:pt x="595" y="581"/>
                    <a:pt x="597" y="582"/>
                  </a:cubicBezTo>
                  <a:cubicBezTo>
                    <a:pt x="598" y="584"/>
                    <a:pt x="604" y="587"/>
                    <a:pt x="604" y="589"/>
                  </a:cubicBezTo>
                  <a:cubicBezTo>
                    <a:pt x="604" y="590"/>
                    <a:pt x="602" y="598"/>
                    <a:pt x="604" y="601"/>
                  </a:cubicBezTo>
                  <a:cubicBezTo>
                    <a:pt x="607" y="604"/>
                    <a:pt x="618" y="600"/>
                    <a:pt x="621" y="604"/>
                  </a:cubicBezTo>
                  <a:cubicBezTo>
                    <a:pt x="622" y="606"/>
                    <a:pt x="620" y="612"/>
                    <a:pt x="619" y="615"/>
                  </a:cubicBezTo>
                  <a:cubicBezTo>
                    <a:pt x="618" y="617"/>
                    <a:pt x="616" y="621"/>
                    <a:pt x="616" y="623"/>
                  </a:cubicBezTo>
                  <a:cubicBezTo>
                    <a:pt x="616" y="625"/>
                    <a:pt x="619" y="631"/>
                    <a:pt x="619" y="633"/>
                  </a:cubicBezTo>
                  <a:cubicBezTo>
                    <a:pt x="619" y="636"/>
                    <a:pt x="615" y="639"/>
                    <a:pt x="614" y="641"/>
                  </a:cubicBezTo>
                  <a:cubicBezTo>
                    <a:pt x="613" y="645"/>
                    <a:pt x="616" y="654"/>
                    <a:pt x="616" y="659"/>
                  </a:cubicBezTo>
                  <a:cubicBezTo>
                    <a:pt x="616" y="667"/>
                    <a:pt x="616" y="685"/>
                    <a:pt x="614" y="693"/>
                  </a:cubicBezTo>
                  <a:cubicBezTo>
                    <a:pt x="613" y="698"/>
                    <a:pt x="609" y="708"/>
                    <a:pt x="606" y="713"/>
                  </a:cubicBezTo>
                  <a:cubicBezTo>
                    <a:pt x="604" y="716"/>
                    <a:pt x="598" y="721"/>
                    <a:pt x="595" y="722"/>
                  </a:cubicBezTo>
                  <a:cubicBezTo>
                    <a:pt x="591" y="724"/>
                    <a:pt x="582" y="725"/>
                    <a:pt x="577" y="726"/>
                  </a:cubicBezTo>
                  <a:cubicBezTo>
                    <a:pt x="570" y="727"/>
                    <a:pt x="554" y="730"/>
                    <a:pt x="546" y="733"/>
                  </a:cubicBezTo>
                  <a:cubicBezTo>
                    <a:pt x="543" y="734"/>
                    <a:pt x="535" y="736"/>
                    <a:pt x="532" y="739"/>
                  </a:cubicBezTo>
                  <a:cubicBezTo>
                    <a:pt x="530" y="741"/>
                    <a:pt x="526" y="747"/>
                    <a:pt x="525" y="751"/>
                  </a:cubicBezTo>
                  <a:cubicBezTo>
                    <a:pt x="525" y="753"/>
                    <a:pt x="527" y="759"/>
                    <a:pt x="525" y="761"/>
                  </a:cubicBezTo>
                  <a:cubicBezTo>
                    <a:pt x="523" y="764"/>
                    <a:pt x="515" y="766"/>
                    <a:pt x="512" y="769"/>
                  </a:cubicBezTo>
                  <a:cubicBezTo>
                    <a:pt x="510" y="770"/>
                    <a:pt x="506" y="774"/>
                    <a:pt x="505" y="776"/>
                  </a:cubicBezTo>
                  <a:cubicBezTo>
                    <a:pt x="502" y="780"/>
                    <a:pt x="499" y="790"/>
                    <a:pt x="495" y="794"/>
                  </a:cubicBezTo>
                  <a:cubicBezTo>
                    <a:pt x="493" y="797"/>
                    <a:pt x="485" y="801"/>
                    <a:pt x="482" y="804"/>
                  </a:cubicBezTo>
                  <a:cubicBezTo>
                    <a:pt x="482" y="804"/>
                    <a:pt x="481" y="804"/>
                    <a:pt x="481" y="805"/>
                  </a:cubicBezTo>
                  <a:cubicBezTo>
                    <a:pt x="481" y="805"/>
                    <a:pt x="481" y="800"/>
                    <a:pt x="480" y="799"/>
                  </a:cubicBezTo>
                  <a:cubicBezTo>
                    <a:pt x="479" y="798"/>
                    <a:pt x="477" y="798"/>
                    <a:pt x="476" y="798"/>
                  </a:cubicBezTo>
                  <a:cubicBezTo>
                    <a:pt x="474" y="797"/>
                    <a:pt x="469" y="798"/>
                    <a:pt x="467" y="796"/>
                  </a:cubicBezTo>
                  <a:cubicBezTo>
                    <a:pt x="466" y="795"/>
                    <a:pt x="467" y="793"/>
                    <a:pt x="467" y="792"/>
                  </a:cubicBezTo>
                  <a:cubicBezTo>
                    <a:pt x="467" y="790"/>
                    <a:pt x="469" y="786"/>
                    <a:pt x="469" y="785"/>
                  </a:cubicBezTo>
                  <a:cubicBezTo>
                    <a:pt x="468" y="784"/>
                    <a:pt x="466" y="782"/>
                    <a:pt x="464" y="782"/>
                  </a:cubicBezTo>
                  <a:cubicBezTo>
                    <a:pt x="463" y="782"/>
                    <a:pt x="459" y="786"/>
                    <a:pt x="457" y="786"/>
                  </a:cubicBezTo>
                  <a:cubicBezTo>
                    <a:pt x="456" y="786"/>
                    <a:pt x="454" y="784"/>
                    <a:pt x="452" y="784"/>
                  </a:cubicBezTo>
                  <a:cubicBezTo>
                    <a:pt x="451" y="783"/>
                    <a:pt x="446" y="784"/>
                    <a:pt x="445" y="782"/>
                  </a:cubicBezTo>
                  <a:cubicBezTo>
                    <a:pt x="445" y="781"/>
                    <a:pt x="445" y="779"/>
                    <a:pt x="445" y="777"/>
                  </a:cubicBezTo>
                  <a:cubicBezTo>
                    <a:pt x="446" y="776"/>
                    <a:pt x="448" y="774"/>
                    <a:pt x="449" y="773"/>
                  </a:cubicBezTo>
                  <a:cubicBezTo>
                    <a:pt x="449" y="771"/>
                    <a:pt x="449" y="766"/>
                    <a:pt x="448" y="764"/>
                  </a:cubicBezTo>
                  <a:cubicBezTo>
                    <a:pt x="447" y="763"/>
                    <a:pt x="443" y="762"/>
                    <a:pt x="442" y="762"/>
                  </a:cubicBezTo>
                  <a:cubicBezTo>
                    <a:pt x="440" y="761"/>
                    <a:pt x="436" y="761"/>
                    <a:pt x="435" y="760"/>
                  </a:cubicBezTo>
                  <a:cubicBezTo>
                    <a:pt x="434" y="758"/>
                    <a:pt x="435" y="752"/>
                    <a:pt x="434" y="751"/>
                  </a:cubicBezTo>
                  <a:cubicBezTo>
                    <a:pt x="433" y="749"/>
                    <a:pt x="430" y="748"/>
                    <a:pt x="429" y="748"/>
                  </a:cubicBezTo>
                  <a:cubicBezTo>
                    <a:pt x="427" y="748"/>
                    <a:pt x="423" y="751"/>
                    <a:pt x="422" y="752"/>
                  </a:cubicBezTo>
                  <a:cubicBezTo>
                    <a:pt x="420" y="753"/>
                    <a:pt x="417" y="757"/>
                    <a:pt x="416" y="758"/>
                  </a:cubicBezTo>
                  <a:cubicBezTo>
                    <a:pt x="415" y="759"/>
                    <a:pt x="412" y="759"/>
                    <a:pt x="410" y="760"/>
                  </a:cubicBezTo>
                  <a:cubicBezTo>
                    <a:pt x="409" y="761"/>
                    <a:pt x="408" y="763"/>
                    <a:pt x="406" y="763"/>
                  </a:cubicBezTo>
                  <a:cubicBezTo>
                    <a:pt x="404" y="762"/>
                    <a:pt x="402" y="755"/>
                    <a:pt x="399" y="754"/>
                  </a:cubicBezTo>
                  <a:cubicBezTo>
                    <a:pt x="398" y="753"/>
                    <a:pt x="393" y="752"/>
                    <a:pt x="391" y="753"/>
                  </a:cubicBezTo>
                  <a:cubicBezTo>
                    <a:pt x="389" y="753"/>
                    <a:pt x="385" y="755"/>
                    <a:pt x="383" y="757"/>
                  </a:cubicBezTo>
                  <a:cubicBezTo>
                    <a:pt x="382" y="758"/>
                    <a:pt x="381" y="762"/>
                    <a:pt x="380" y="763"/>
                  </a:cubicBezTo>
                  <a:cubicBezTo>
                    <a:pt x="379" y="766"/>
                    <a:pt x="375" y="773"/>
                    <a:pt x="373" y="775"/>
                  </a:cubicBezTo>
                  <a:cubicBezTo>
                    <a:pt x="371" y="778"/>
                    <a:pt x="364" y="780"/>
                    <a:pt x="362" y="782"/>
                  </a:cubicBezTo>
                  <a:cubicBezTo>
                    <a:pt x="360" y="784"/>
                    <a:pt x="360" y="791"/>
                    <a:pt x="357" y="792"/>
                  </a:cubicBezTo>
                  <a:cubicBezTo>
                    <a:pt x="356" y="793"/>
                    <a:pt x="354" y="792"/>
                    <a:pt x="353" y="792"/>
                  </a:cubicBezTo>
                  <a:cubicBezTo>
                    <a:pt x="351" y="792"/>
                    <a:pt x="346" y="793"/>
                    <a:pt x="344" y="793"/>
                  </a:cubicBezTo>
                  <a:cubicBezTo>
                    <a:pt x="341" y="793"/>
                    <a:pt x="335" y="792"/>
                    <a:pt x="332" y="792"/>
                  </a:cubicBezTo>
                  <a:cubicBezTo>
                    <a:pt x="330" y="792"/>
                    <a:pt x="326" y="791"/>
                    <a:pt x="324" y="791"/>
                  </a:cubicBezTo>
                  <a:cubicBezTo>
                    <a:pt x="321" y="791"/>
                    <a:pt x="315" y="792"/>
                    <a:pt x="312" y="792"/>
                  </a:cubicBezTo>
                  <a:cubicBezTo>
                    <a:pt x="310" y="792"/>
                    <a:pt x="305" y="790"/>
                    <a:pt x="303" y="790"/>
                  </a:cubicBezTo>
                  <a:cubicBezTo>
                    <a:pt x="299" y="790"/>
                    <a:pt x="291" y="790"/>
                    <a:pt x="287" y="790"/>
                  </a:cubicBezTo>
                  <a:cubicBezTo>
                    <a:pt x="285" y="790"/>
                    <a:pt x="280" y="791"/>
                    <a:pt x="278" y="790"/>
                  </a:cubicBezTo>
                  <a:cubicBezTo>
                    <a:pt x="276" y="790"/>
                    <a:pt x="274" y="787"/>
                    <a:pt x="273" y="787"/>
                  </a:cubicBezTo>
                  <a:cubicBezTo>
                    <a:pt x="272" y="787"/>
                    <a:pt x="270" y="788"/>
                    <a:pt x="268" y="788"/>
                  </a:cubicBezTo>
                  <a:cubicBezTo>
                    <a:pt x="266" y="789"/>
                    <a:pt x="260" y="789"/>
                    <a:pt x="258" y="788"/>
                  </a:cubicBezTo>
                  <a:cubicBezTo>
                    <a:pt x="256" y="786"/>
                    <a:pt x="255" y="782"/>
                    <a:pt x="255" y="780"/>
                  </a:cubicBezTo>
                  <a:cubicBezTo>
                    <a:pt x="256" y="778"/>
                    <a:pt x="260" y="776"/>
                    <a:pt x="261" y="776"/>
                  </a:cubicBezTo>
                  <a:cubicBezTo>
                    <a:pt x="263" y="775"/>
                    <a:pt x="267" y="777"/>
                    <a:pt x="268" y="776"/>
                  </a:cubicBezTo>
                  <a:cubicBezTo>
                    <a:pt x="270" y="775"/>
                    <a:pt x="273" y="770"/>
                    <a:pt x="272" y="768"/>
                  </a:cubicBezTo>
                  <a:cubicBezTo>
                    <a:pt x="271" y="767"/>
                    <a:pt x="267" y="766"/>
                    <a:pt x="265" y="766"/>
                  </a:cubicBezTo>
                  <a:cubicBezTo>
                    <a:pt x="263" y="766"/>
                    <a:pt x="257" y="766"/>
                    <a:pt x="254" y="766"/>
                  </a:cubicBezTo>
                  <a:cubicBezTo>
                    <a:pt x="249" y="767"/>
                    <a:pt x="239" y="771"/>
                    <a:pt x="234" y="772"/>
                  </a:cubicBezTo>
                  <a:cubicBezTo>
                    <a:pt x="231" y="772"/>
                    <a:pt x="227" y="772"/>
                    <a:pt x="225" y="771"/>
                  </a:cubicBezTo>
                  <a:cubicBezTo>
                    <a:pt x="223" y="771"/>
                    <a:pt x="219" y="770"/>
                    <a:pt x="218" y="769"/>
                  </a:cubicBezTo>
                  <a:cubicBezTo>
                    <a:pt x="215" y="767"/>
                    <a:pt x="214" y="761"/>
                    <a:pt x="212" y="758"/>
                  </a:cubicBezTo>
                  <a:cubicBezTo>
                    <a:pt x="211" y="757"/>
                    <a:pt x="210" y="755"/>
                    <a:pt x="209" y="754"/>
                  </a:cubicBezTo>
                  <a:cubicBezTo>
                    <a:pt x="207" y="753"/>
                    <a:pt x="203" y="755"/>
                    <a:pt x="202" y="754"/>
                  </a:cubicBezTo>
                  <a:cubicBezTo>
                    <a:pt x="201" y="753"/>
                    <a:pt x="201" y="751"/>
                    <a:pt x="202" y="750"/>
                  </a:cubicBezTo>
                  <a:cubicBezTo>
                    <a:pt x="202" y="748"/>
                    <a:pt x="205" y="747"/>
                    <a:pt x="207" y="746"/>
                  </a:cubicBezTo>
                  <a:cubicBezTo>
                    <a:pt x="208" y="746"/>
                    <a:pt x="211" y="746"/>
                    <a:pt x="212" y="745"/>
                  </a:cubicBezTo>
                  <a:cubicBezTo>
                    <a:pt x="213" y="744"/>
                    <a:pt x="215" y="741"/>
                    <a:pt x="215" y="740"/>
                  </a:cubicBezTo>
                  <a:cubicBezTo>
                    <a:pt x="214" y="738"/>
                    <a:pt x="208" y="738"/>
                    <a:pt x="206" y="736"/>
                  </a:cubicBezTo>
                  <a:cubicBezTo>
                    <a:pt x="205" y="735"/>
                    <a:pt x="206" y="732"/>
                    <a:pt x="206" y="731"/>
                  </a:cubicBezTo>
                  <a:cubicBezTo>
                    <a:pt x="206" y="730"/>
                    <a:pt x="208" y="728"/>
                    <a:pt x="209" y="727"/>
                  </a:cubicBezTo>
                  <a:cubicBezTo>
                    <a:pt x="210" y="726"/>
                    <a:pt x="213" y="726"/>
                    <a:pt x="214" y="727"/>
                  </a:cubicBezTo>
                  <a:cubicBezTo>
                    <a:pt x="215" y="728"/>
                    <a:pt x="215" y="732"/>
                    <a:pt x="217" y="733"/>
                  </a:cubicBezTo>
                  <a:cubicBezTo>
                    <a:pt x="218" y="734"/>
                    <a:pt x="223" y="733"/>
                    <a:pt x="224" y="733"/>
                  </a:cubicBezTo>
                  <a:cubicBezTo>
                    <a:pt x="227" y="733"/>
                    <a:pt x="233" y="733"/>
                    <a:pt x="235" y="732"/>
                  </a:cubicBezTo>
                  <a:cubicBezTo>
                    <a:pt x="237" y="731"/>
                    <a:pt x="240" y="727"/>
                    <a:pt x="241" y="726"/>
                  </a:cubicBezTo>
                  <a:cubicBezTo>
                    <a:pt x="242" y="725"/>
                    <a:pt x="246" y="722"/>
                    <a:pt x="246" y="721"/>
                  </a:cubicBezTo>
                  <a:cubicBezTo>
                    <a:pt x="246" y="720"/>
                    <a:pt x="243" y="720"/>
                    <a:pt x="242" y="720"/>
                  </a:cubicBezTo>
                  <a:cubicBezTo>
                    <a:pt x="240" y="720"/>
                    <a:pt x="236" y="724"/>
                    <a:pt x="234" y="723"/>
                  </a:cubicBezTo>
                  <a:cubicBezTo>
                    <a:pt x="233" y="722"/>
                    <a:pt x="233" y="720"/>
                    <a:pt x="233" y="720"/>
                  </a:cubicBezTo>
                  <a:cubicBezTo>
                    <a:pt x="233" y="719"/>
                    <a:pt x="235" y="717"/>
                    <a:pt x="236" y="717"/>
                  </a:cubicBezTo>
                  <a:cubicBezTo>
                    <a:pt x="237" y="716"/>
                    <a:pt x="240" y="716"/>
                    <a:pt x="241" y="715"/>
                  </a:cubicBezTo>
                  <a:cubicBezTo>
                    <a:pt x="241" y="714"/>
                    <a:pt x="241" y="712"/>
                    <a:pt x="240" y="711"/>
                  </a:cubicBezTo>
                  <a:cubicBezTo>
                    <a:pt x="239" y="710"/>
                    <a:pt x="238" y="711"/>
                    <a:pt x="237" y="711"/>
                  </a:cubicBezTo>
                  <a:cubicBezTo>
                    <a:pt x="236" y="711"/>
                    <a:pt x="234" y="713"/>
                    <a:pt x="232" y="713"/>
                  </a:cubicBezTo>
                  <a:cubicBezTo>
                    <a:pt x="231" y="713"/>
                    <a:pt x="229" y="712"/>
                    <a:pt x="228" y="711"/>
                  </a:cubicBezTo>
                  <a:cubicBezTo>
                    <a:pt x="227" y="710"/>
                    <a:pt x="229" y="707"/>
                    <a:pt x="229" y="706"/>
                  </a:cubicBezTo>
                  <a:cubicBezTo>
                    <a:pt x="229" y="704"/>
                    <a:pt x="226" y="701"/>
                    <a:pt x="226" y="699"/>
                  </a:cubicBezTo>
                  <a:cubicBezTo>
                    <a:pt x="226" y="698"/>
                    <a:pt x="228" y="695"/>
                    <a:pt x="229" y="694"/>
                  </a:cubicBezTo>
                  <a:cubicBezTo>
                    <a:pt x="229" y="692"/>
                    <a:pt x="232" y="689"/>
                    <a:pt x="231" y="687"/>
                  </a:cubicBezTo>
                  <a:cubicBezTo>
                    <a:pt x="231" y="685"/>
                    <a:pt x="228" y="684"/>
                    <a:pt x="226" y="684"/>
                  </a:cubicBezTo>
                  <a:cubicBezTo>
                    <a:pt x="225" y="683"/>
                    <a:pt x="223" y="685"/>
                    <a:pt x="222" y="685"/>
                  </a:cubicBezTo>
                  <a:cubicBezTo>
                    <a:pt x="219" y="684"/>
                    <a:pt x="215" y="680"/>
                    <a:pt x="213" y="679"/>
                  </a:cubicBezTo>
                  <a:cubicBezTo>
                    <a:pt x="212" y="679"/>
                    <a:pt x="209" y="679"/>
                    <a:pt x="208" y="679"/>
                  </a:cubicBezTo>
                  <a:cubicBezTo>
                    <a:pt x="207" y="680"/>
                    <a:pt x="206" y="681"/>
                    <a:pt x="205" y="681"/>
                  </a:cubicBezTo>
                  <a:cubicBezTo>
                    <a:pt x="202" y="681"/>
                    <a:pt x="200" y="676"/>
                    <a:pt x="198" y="675"/>
                  </a:cubicBezTo>
                  <a:cubicBezTo>
                    <a:pt x="196" y="674"/>
                    <a:pt x="192" y="673"/>
                    <a:pt x="190" y="672"/>
                  </a:cubicBezTo>
                  <a:cubicBezTo>
                    <a:pt x="188" y="671"/>
                    <a:pt x="185" y="671"/>
                    <a:pt x="183" y="670"/>
                  </a:cubicBezTo>
                  <a:cubicBezTo>
                    <a:pt x="181" y="670"/>
                    <a:pt x="176" y="669"/>
                    <a:pt x="174" y="668"/>
                  </a:cubicBezTo>
                  <a:cubicBezTo>
                    <a:pt x="173" y="668"/>
                    <a:pt x="169" y="667"/>
                    <a:pt x="168" y="666"/>
                  </a:cubicBezTo>
                  <a:cubicBezTo>
                    <a:pt x="166" y="665"/>
                    <a:pt x="165" y="661"/>
                    <a:pt x="164" y="660"/>
                  </a:cubicBezTo>
                  <a:cubicBezTo>
                    <a:pt x="162" y="658"/>
                    <a:pt x="160" y="655"/>
                    <a:pt x="159" y="654"/>
                  </a:cubicBezTo>
                  <a:cubicBezTo>
                    <a:pt x="157" y="653"/>
                    <a:pt x="153" y="651"/>
                    <a:pt x="152" y="651"/>
                  </a:cubicBezTo>
                  <a:cubicBezTo>
                    <a:pt x="150" y="650"/>
                    <a:pt x="147" y="654"/>
                    <a:pt x="145" y="653"/>
                  </a:cubicBezTo>
                  <a:cubicBezTo>
                    <a:pt x="143" y="653"/>
                    <a:pt x="143" y="648"/>
                    <a:pt x="143" y="646"/>
                  </a:cubicBezTo>
                  <a:cubicBezTo>
                    <a:pt x="143" y="645"/>
                    <a:pt x="147" y="643"/>
                    <a:pt x="148" y="642"/>
                  </a:cubicBezTo>
                  <a:cubicBezTo>
                    <a:pt x="149" y="640"/>
                    <a:pt x="146" y="635"/>
                    <a:pt x="147" y="633"/>
                  </a:cubicBezTo>
                  <a:cubicBezTo>
                    <a:pt x="148" y="630"/>
                    <a:pt x="153" y="626"/>
                    <a:pt x="155" y="623"/>
                  </a:cubicBezTo>
                  <a:cubicBezTo>
                    <a:pt x="156" y="622"/>
                    <a:pt x="158" y="619"/>
                    <a:pt x="158" y="618"/>
                  </a:cubicBezTo>
                  <a:cubicBezTo>
                    <a:pt x="158" y="616"/>
                    <a:pt x="156" y="612"/>
                    <a:pt x="155" y="611"/>
                  </a:cubicBezTo>
                  <a:cubicBezTo>
                    <a:pt x="154" y="610"/>
                    <a:pt x="150" y="610"/>
                    <a:pt x="149" y="609"/>
                  </a:cubicBezTo>
                  <a:cubicBezTo>
                    <a:pt x="148" y="609"/>
                    <a:pt x="148" y="607"/>
                    <a:pt x="148" y="606"/>
                  </a:cubicBezTo>
                  <a:cubicBezTo>
                    <a:pt x="148" y="605"/>
                    <a:pt x="148" y="602"/>
                    <a:pt x="147" y="601"/>
                  </a:cubicBezTo>
                  <a:cubicBezTo>
                    <a:pt x="145" y="599"/>
                    <a:pt x="140" y="598"/>
                    <a:pt x="138" y="597"/>
                  </a:cubicBezTo>
                  <a:cubicBezTo>
                    <a:pt x="136" y="597"/>
                    <a:pt x="132" y="594"/>
                    <a:pt x="130" y="593"/>
                  </a:cubicBezTo>
                  <a:cubicBezTo>
                    <a:pt x="128" y="593"/>
                    <a:pt x="124" y="590"/>
                    <a:pt x="121" y="591"/>
                  </a:cubicBezTo>
                  <a:cubicBezTo>
                    <a:pt x="120" y="591"/>
                    <a:pt x="117" y="593"/>
                    <a:pt x="116" y="594"/>
                  </a:cubicBezTo>
                  <a:cubicBezTo>
                    <a:pt x="114" y="595"/>
                    <a:pt x="111" y="598"/>
                    <a:pt x="110" y="599"/>
                  </a:cubicBezTo>
                  <a:cubicBezTo>
                    <a:pt x="108" y="601"/>
                    <a:pt x="105" y="604"/>
                    <a:pt x="103" y="605"/>
                  </a:cubicBezTo>
                  <a:cubicBezTo>
                    <a:pt x="102" y="606"/>
                    <a:pt x="100" y="605"/>
                    <a:pt x="99" y="606"/>
                  </a:cubicBezTo>
                  <a:cubicBezTo>
                    <a:pt x="97" y="606"/>
                    <a:pt x="94" y="608"/>
                    <a:pt x="93" y="608"/>
                  </a:cubicBezTo>
                  <a:cubicBezTo>
                    <a:pt x="91" y="609"/>
                    <a:pt x="87" y="606"/>
                    <a:pt x="85" y="606"/>
                  </a:cubicBezTo>
                  <a:cubicBezTo>
                    <a:pt x="83" y="606"/>
                    <a:pt x="79" y="607"/>
                    <a:pt x="76" y="606"/>
                  </a:cubicBezTo>
                  <a:cubicBezTo>
                    <a:pt x="75" y="606"/>
                    <a:pt x="73" y="605"/>
                    <a:pt x="72" y="604"/>
                  </a:cubicBezTo>
                  <a:cubicBezTo>
                    <a:pt x="71" y="604"/>
                    <a:pt x="68" y="604"/>
                    <a:pt x="67" y="604"/>
                  </a:cubicBezTo>
                  <a:cubicBezTo>
                    <a:pt x="67" y="601"/>
                    <a:pt x="67" y="597"/>
                    <a:pt x="66" y="595"/>
                  </a:cubicBezTo>
                  <a:cubicBezTo>
                    <a:pt x="66" y="591"/>
                    <a:pt x="66" y="583"/>
                    <a:pt x="64" y="579"/>
                  </a:cubicBezTo>
                  <a:cubicBezTo>
                    <a:pt x="64" y="576"/>
                    <a:pt x="60" y="570"/>
                    <a:pt x="59" y="567"/>
                  </a:cubicBezTo>
                  <a:cubicBezTo>
                    <a:pt x="58" y="564"/>
                    <a:pt x="59" y="557"/>
                    <a:pt x="58" y="553"/>
                  </a:cubicBezTo>
                  <a:cubicBezTo>
                    <a:pt x="57" y="551"/>
                    <a:pt x="54" y="548"/>
                    <a:pt x="53" y="546"/>
                  </a:cubicBezTo>
                  <a:cubicBezTo>
                    <a:pt x="53" y="542"/>
                    <a:pt x="58" y="535"/>
                    <a:pt x="57" y="531"/>
                  </a:cubicBezTo>
                  <a:cubicBezTo>
                    <a:pt x="57" y="528"/>
                    <a:pt x="51" y="523"/>
                    <a:pt x="50" y="520"/>
                  </a:cubicBezTo>
                  <a:cubicBezTo>
                    <a:pt x="50" y="518"/>
                    <a:pt x="50" y="513"/>
                    <a:pt x="50" y="510"/>
                  </a:cubicBezTo>
                  <a:cubicBezTo>
                    <a:pt x="51" y="507"/>
                    <a:pt x="52" y="502"/>
                    <a:pt x="52" y="499"/>
                  </a:cubicBezTo>
                  <a:cubicBezTo>
                    <a:pt x="52" y="498"/>
                    <a:pt x="51" y="495"/>
                    <a:pt x="50" y="49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1"/>
            <p:cNvSpPr>
              <a:spLocks/>
            </p:cNvSpPr>
            <p:nvPr/>
          </p:nvSpPr>
          <p:spPr bwMode="auto">
            <a:xfrm>
              <a:off x="5246688" y="3465513"/>
              <a:ext cx="842963" cy="1011238"/>
            </a:xfrm>
            <a:custGeom>
              <a:avLst/>
              <a:gdLst/>
              <a:ahLst/>
              <a:cxnLst>
                <a:cxn ang="0">
                  <a:pos x="533" y="288"/>
                </a:cxn>
                <a:cxn ang="0">
                  <a:pos x="445" y="420"/>
                </a:cxn>
                <a:cxn ang="0">
                  <a:pos x="399" y="490"/>
                </a:cxn>
                <a:cxn ang="0">
                  <a:pos x="415" y="604"/>
                </a:cxn>
                <a:cxn ang="0">
                  <a:pos x="433" y="640"/>
                </a:cxn>
                <a:cxn ang="0">
                  <a:pos x="460" y="694"/>
                </a:cxn>
                <a:cxn ang="0">
                  <a:pos x="423" y="691"/>
                </a:cxn>
                <a:cxn ang="0">
                  <a:pos x="344" y="674"/>
                </a:cxn>
                <a:cxn ang="0">
                  <a:pos x="296" y="655"/>
                </a:cxn>
                <a:cxn ang="0">
                  <a:pos x="271" y="643"/>
                </a:cxn>
                <a:cxn ang="0">
                  <a:pos x="233" y="603"/>
                </a:cxn>
                <a:cxn ang="0">
                  <a:pos x="196" y="574"/>
                </a:cxn>
                <a:cxn ang="0">
                  <a:pos x="164" y="562"/>
                </a:cxn>
                <a:cxn ang="0">
                  <a:pos x="73" y="554"/>
                </a:cxn>
                <a:cxn ang="0">
                  <a:pos x="73" y="531"/>
                </a:cxn>
                <a:cxn ang="0">
                  <a:pos x="62" y="505"/>
                </a:cxn>
                <a:cxn ang="0">
                  <a:pos x="52" y="487"/>
                </a:cxn>
                <a:cxn ang="0">
                  <a:pos x="57" y="443"/>
                </a:cxn>
                <a:cxn ang="0">
                  <a:pos x="41" y="418"/>
                </a:cxn>
                <a:cxn ang="0">
                  <a:pos x="9" y="407"/>
                </a:cxn>
                <a:cxn ang="0">
                  <a:pos x="4" y="380"/>
                </a:cxn>
                <a:cxn ang="0">
                  <a:pos x="26" y="369"/>
                </a:cxn>
                <a:cxn ang="0">
                  <a:pos x="35" y="351"/>
                </a:cxn>
                <a:cxn ang="0">
                  <a:pos x="10" y="324"/>
                </a:cxn>
                <a:cxn ang="0">
                  <a:pos x="12" y="303"/>
                </a:cxn>
                <a:cxn ang="0">
                  <a:pos x="13" y="276"/>
                </a:cxn>
                <a:cxn ang="0">
                  <a:pos x="14" y="241"/>
                </a:cxn>
                <a:cxn ang="0">
                  <a:pos x="13" y="213"/>
                </a:cxn>
                <a:cxn ang="0">
                  <a:pos x="18" y="191"/>
                </a:cxn>
                <a:cxn ang="0">
                  <a:pos x="90" y="132"/>
                </a:cxn>
                <a:cxn ang="0">
                  <a:pos x="137" y="87"/>
                </a:cxn>
                <a:cxn ang="0">
                  <a:pos x="169" y="48"/>
                </a:cxn>
                <a:cxn ang="0">
                  <a:pos x="191" y="16"/>
                </a:cxn>
                <a:cxn ang="0">
                  <a:pos x="222" y="4"/>
                </a:cxn>
                <a:cxn ang="0">
                  <a:pos x="254" y="16"/>
                </a:cxn>
                <a:cxn ang="0">
                  <a:pos x="253" y="43"/>
                </a:cxn>
                <a:cxn ang="0">
                  <a:pos x="265" y="64"/>
                </a:cxn>
                <a:cxn ang="0">
                  <a:pos x="296" y="82"/>
                </a:cxn>
                <a:cxn ang="0">
                  <a:pos x="328" y="95"/>
                </a:cxn>
                <a:cxn ang="0">
                  <a:pos x="335" y="116"/>
                </a:cxn>
                <a:cxn ang="0">
                  <a:pos x="347" y="125"/>
                </a:cxn>
                <a:cxn ang="0">
                  <a:pos x="352" y="131"/>
                </a:cxn>
                <a:cxn ang="0">
                  <a:pos x="320" y="137"/>
                </a:cxn>
                <a:cxn ang="0">
                  <a:pos x="318" y="155"/>
                </a:cxn>
                <a:cxn ang="0">
                  <a:pos x="318" y="168"/>
                </a:cxn>
                <a:cxn ang="0">
                  <a:pos x="371" y="176"/>
                </a:cxn>
                <a:cxn ang="0">
                  <a:pos x="364" y="198"/>
                </a:cxn>
                <a:cxn ang="0">
                  <a:pos x="409" y="200"/>
                </a:cxn>
                <a:cxn ang="0">
                  <a:pos x="459" y="202"/>
                </a:cxn>
                <a:cxn ang="0">
                  <a:pos x="489" y="167"/>
                </a:cxn>
                <a:cxn ang="0">
                  <a:pos x="522" y="168"/>
                </a:cxn>
                <a:cxn ang="0">
                  <a:pos x="548" y="172"/>
                </a:cxn>
                <a:cxn ang="0">
                  <a:pos x="558" y="194"/>
                </a:cxn>
                <a:cxn ang="0">
                  <a:pos x="573" y="206"/>
                </a:cxn>
              </a:cxnLst>
              <a:rect l="0" t="0" r="r" b="b"/>
              <a:pathLst>
                <a:path w="587" h="704">
                  <a:moveTo>
                    <a:pt x="586" y="209"/>
                  </a:moveTo>
                  <a:cubicBezTo>
                    <a:pt x="587" y="210"/>
                    <a:pt x="587" y="215"/>
                    <a:pt x="587" y="215"/>
                  </a:cubicBezTo>
                  <a:cubicBezTo>
                    <a:pt x="579" y="224"/>
                    <a:pt x="568" y="244"/>
                    <a:pt x="560" y="253"/>
                  </a:cubicBezTo>
                  <a:cubicBezTo>
                    <a:pt x="557" y="257"/>
                    <a:pt x="548" y="265"/>
                    <a:pt x="545" y="269"/>
                  </a:cubicBezTo>
                  <a:cubicBezTo>
                    <a:pt x="541" y="274"/>
                    <a:pt x="537" y="284"/>
                    <a:pt x="533" y="288"/>
                  </a:cubicBezTo>
                  <a:cubicBezTo>
                    <a:pt x="531" y="289"/>
                    <a:pt x="526" y="290"/>
                    <a:pt x="524" y="292"/>
                  </a:cubicBezTo>
                  <a:cubicBezTo>
                    <a:pt x="522" y="294"/>
                    <a:pt x="522" y="303"/>
                    <a:pt x="520" y="306"/>
                  </a:cubicBezTo>
                  <a:cubicBezTo>
                    <a:pt x="517" y="313"/>
                    <a:pt x="505" y="325"/>
                    <a:pt x="501" y="331"/>
                  </a:cubicBezTo>
                  <a:cubicBezTo>
                    <a:pt x="492" y="343"/>
                    <a:pt x="475" y="368"/>
                    <a:pt x="467" y="381"/>
                  </a:cubicBezTo>
                  <a:cubicBezTo>
                    <a:pt x="461" y="391"/>
                    <a:pt x="450" y="410"/>
                    <a:pt x="445" y="420"/>
                  </a:cubicBezTo>
                  <a:cubicBezTo>
                    <a:pt x="442" y="425"/>
                    <a:pt x="439" y="434"/>
                    <a:pt x="436" y="438"/>
                  </a:cubicBezTo>
                  <a:cubicBezTo>
                    <a:pt x="434" y="441"/>
                    <a:pt x="426" y="443"/>
                    <a:pt x="424" y="446"/>
                  </a:cubicBezTo>
                  <a:cubicBezTo>
                    <a:pt x="421" y="448"/>
                    <a:pt x="420" y="455"/>
                    <a:pt x="418" y="458"/>
                  </a:cubicBezTo>
                  <a:cubicBezTo>
                    <a:pt x="416" y="463"/>
                    <a:pt x="411" y="471"/>
                    <a:pt x="408" y="475"/>
                  </a:cubicBezTo>
                  <a:cubicBezTo>
                    <a:pt x="406" y="479"/>
                    <a:pt x="401" y="486"/>
                    <a:pt x="399" y="490"/>
                  </a:cubicBezTo>
                  <a:cubicBezTo>
                    <a:pt x="397" y="493"/>
                    <a:pt x="390" y="499"/>
                    <a:pt x="391" y="503"/>
                  </a:cubicBezTo>
                  <a:cubicBezTo>
                    <a:pt x="391" y="505"/>
                    <a:pt x="395" y="509"/>
                    <a:pt x="396" y="511"/>
                  </a:cubicBezTo>
                  <a:cubicBezTo>
                    <a:pt x="400" y="517"/>
                    <a:pt x="405" y="528"/>
                    <a:pt x="407" y="535"/>
                  </a:cubicBezTo>
                  <a:cubicBezTo>
                    <a:pt x="410" y="544"/>
                    <a:pt x="413" y="564"/>
                    <a:pt x="415" y="575"/>
                  </a:cubicBezTo>
                  <a:cubicBezTo>
                    <a:pt x="415" y="582"/>
                    <a:pt x="416" y="596"/>
                    <a:pt x="415" y="604"/>
                  </a:cubicBezTo>
                  <a:cubicBezTo>
                    <a:pt x="415" y="607"/>
                    <a:pt x="410" y="615"/>
                    <a:pt x="411" y="618"/>
                  </a:cubicBezTo>
                  <a:cubicBezTo>
                    <a:pt x="411" y="620"/>
                    <a:pt x="414" y="622"/>
                    <a:pt x="415" y="624"/>
                  </a:cubicBezTo>
                  <a:cubicBezTo>
                    <a:pt x="418" y="626"/>
                    <a:pt x="423" y="630"/>
                    <a:pt x="425" y="633"/>
                  </a:cubicBezTo>
                  <a:cubicBezTo>
                    <a:pt x="426" y="634"/>
                    <a:pt x="427" y="639"/>
                    <a:pt x="428" y="640"/>
                  </a:cubicBezTo>
                  <a:cubicBezTo>
                    <a:pt x="429" y="641"/>
                    <a:pt x="432" y="639"/>
                    <a:pt x="433" y="640"/>
                  </a:cubicBezTo>
                  <a:cubicBezTo>
                    <a:pt x="434" y="641"/>
                    <a:pt x="434" y="646"/>
                    <a:pt x="435" y="647"/>
                  </a:cubicBezTo>
                  <a:cubicBezTo>
                    <a:pt x="437" y="649"/>
                    <a:pt x="440" y="653"/>
                    <a:pt x="442" y="655"/>
                  </a:cubicBezTo>
                  <a:cubicBezTo>
                    <a:pt x="446" y="659"/>
                    <a:pt x="455" y="667"/>
                    <a:pt x="457" y="672"/>
                  </a:cubicBezTo>
                  <a:cubicBezTo>
                    <a:pt x="458" y="674"/>
                    <a:pt x="457" y="680"/>
                    <a:pt x="457" y="682"/>
                  </a:cubicBezTo>
                  <a:cubicBezTo>
                    <a:pt x="458" y="685"/>
                    <a:pt x="461" y="691"/>
                    <a:pt x="460" y="694"/>
                  </a:cubicBezTo>
                  <a:cubicBezTo>
                    <a:pt x="460" y="696"/>
                    <a:pt x="459" y="702"/>
                    <a:pt x="457" y="704"/>
                  </a:cubicBezTo>
                  <a:cubicBezTo>
                    <a:pt x="456" y="704"/>
                    <a:pt x="454" y="704"/>
                    <a:pt x="453" y="704"/>
                  </a:cubicBezTo>
                  <a:cubicBezTo>
                    <a:pt x="451" y="704"/>
                    <a:pt x="446" y="703"/>
                    <a:pt x="444" y="702"/>
                  </a:cubicBezTo>
                  <a:cubicBezTo>
                    <a:pt x="442" y="702"/>
                    <a:pt x="439" y="699"/>
                    <a:pt x="437" y="698"/>
                  </a:cubicBezTo>
                  <a:cubicBezTo>
                    <a:pt x="433" y="696"/>
                    <a:pt x="427" y="692"/>
                    <a:pt x="423" y="691"/>
                  </a:cubicBezTo>
                  <a:cubicBezTo>
                    <a:pt x="418" y="690"/>
                    <a:pt x="406" y="693"/>
                    <a:pt x="401" y="691"/>
                  </a:cubicBezTo>
                  <a:cubicBezTo>
                    <a:pt x="398" y="690"/>
                    <a:pt x="392" y="683"/>
                    <a:pt x="389" y="681"/>
                  </a:cubicBezTo>
                  <a:cubicBezTo>
                    <a:pt x="387" y="680"/>
                    <a:pt x="384" y="677"/>
                    <a:pt x="382" y="676"/>
                  </a:cubicBezTo>
                  <a:cubicBezTo>
                    <a:pt x="378" y="675"/>
                    <a:pt x="369" y="677"/>
                    <a:pt x="365" y="676"/>
                  </a:cubicBezTo>
                  <a:cubicBezTo>
                    <a:pt x="359" y="676"/>
                    <a:pt x="349" y="676"/>
                    <a:pt x="344" y="674"/>
                  </a:cubicBezTo>
                  <a:cubicBezTo>
                    <a:pt x="340" y="673"/>
                    <a:pt x="333" y="671"/>
                    <a:pt x="331" y="668"/>
                  </a:cubicBezTo>
                  <a:cubicBezTo>
                    <a:pt x="330" y="666"/>
                    <a:pt x="333" y="660"/>
                    <a:pt x="331" y="658"/>
                  </a:cubicBezTo>
                  <a:cubicBezTo>
                    <a:pt x="329" y="655"/>
                    <a:pt x="320" y="655"/>
                    <a:pt x="316" y="656"/>
                  </a:cubicBezTo>
                  <a:cubicBezTo>
                    <a:pt x="314" y="657"/>
                    <a:pt x="313" y="660"/>
                    <a:pt x="311" y="660"/>
                  </a:cubicBezTo>
                  <a:cubicBezTo>
                    <a:pt x="307" y="661"/>
                    <a:pt x="299" y="658"/>
                    <a:pt x="296" y="655"/>
                  </a:cubicBezTo>
                  <a:cubicBezTo>
                    <a:pt x="295" y="655"/>
                    <a:pt x="293" y="653"/>
                    <a:pt x="293" y="651"/>
                  </a:cubicBezTo>
                  <a:cubicBezTo>
                    <a:pt x="293" y="650"/>
                    <a:pt x="294" y="646"/>
                    <a:pt x="293" y="645"/>
                  </a:cubicBezTo>
                  <a:cubicBezTo>
                    <a:pt x="293" y="644"/>
                    <a:pt x="292" y="642"/>
                    <a:pt x="291" y="641"/>
                  </a:cubicBezTo>
                  <a:cubicBezTo>
                    <a:pt x="288" y="640"/>
                    <a:pt x="282" y="644"/>
                    <a:pt x="280" y="644"/>
                  </a:cubicBezTo>
                  <a:cubicBezTo>
                    <a:pt x="277" y="644"/>
                    <a:pt x="273" y="643"/>
                    <a:pt x="271" y="643"/>
                  </a:cubicBezTo>
                  <a:cubicBezTo>
                    <a:pt x="267" y="642"/>
                    <a:pt x="258" y="639"/>
                    <a:pt x="254" y="638"/>
                  </a:cubicBezTo>
                  <a:cubicBezTo>
                    <a:pt x="251" y="636"/>
                    <a:pt x="245" y="634"/>
                    <a:pt x="243" y="632"/>
                  </a:cubicBezTo>
                  <a:cubicBezTo>
                    <a:pt x="241" y="629"/>
                    <a:pt x="238" y="623"/>
                    <a:pt x="237" y="620"/>
                  </a:cubicBezTo>
                  <a:cubicBezTo>
                    <a:pt x="237" y="618"/>
                    <a:pt x="239" y="613"/>
                    <a:pt x="238" y="610"/>
                  </a:cubicBezTo>
                  <a:cubicBezTo>
                    <a:pt x="238" y="608"/>
                    <a:pt x="235" y="605"/>
                    <a:pt x="233" y="603"/>
                  </a:cubicBezTo>
                  <a:cubicBezTo>
                    <a:pt x="231" y="601"/>
                    <a:pt x="227" y="597"/>
                    <a:pt x="225" y="595"/>
                  </a:cubicBezTo>
                  <a:cubicBezTo>
                    <a:pt x="224" y="594"/>
                    <a:pt x="222" y="590"/>
                    <a:pt x="221" y="589"/>
                  </a:cubicBezTo>
                  <a:cubicBezTo>
                    <a:pt x="219" y="587"/>
                    <a:pt x="218" y="582"/>
                    <a:pt x="216" y="581"/>
                  </a:cubicBezTo>
                  <a:cubicBezTo>
                    <a:pt x="214" y="579"/>
                    <a:pt x="211" y="579"/>
                    <a:pt x="209" y="579"/>
                  </a:cubicBezTo>
                  <a:cubicBezTo>
                    <a:pt x="206" y="578"/>
                    <a:pt x="199" y="575"/>
                    <a:pt x="196" y="574"/>
                  </a:cubicBezTo>
                  <a:cubicBezTo>
                    <a:pt x="193" y="573"/>
                    <a:pt x="186" y="567"/>
                    <a:pt x="183" y="568"/>
                  </a:cubicBezTo>
                  <a:cubicBezTo>
                    <a:pt x="182" y="569"/>
                    <a:pt x="182" y="572"/>
                    <a:pt x="181" y="573"/>
                  </a:cubicBezTo>
                  <a:cubicBezTo>
                    <a:pt x="179" y="575"/>
                    <a:pt x="174" y="579"/>
                    <a:pt x="171" y="579"/>
                  </a:cubicBezTo>
                  <a:cubicBezTo>
                    <a:pt x="169" y="578"/>
                    <a:pt x="165" y="573"/>
                    <a:pt x="164" y="571"/>
                  </a:cubicBezTo>
                  <a:cubicBezTo>
                    <a:pt x="163" y="569"/>
                    <a:pt x="165" y="564"/>
                    <a:pt x="164" y="562"/>
                  </a:cubicBezTo>
                  <a:cubicBezTo>
                    <a:pt x="161" y="556"/>
                    <a:pt x="148" y="550"/>
                    <a:pt x="141" y="549"/>
                  </a:cubicBezTo>
                  <a:cubicBezTo>
                    <a:pt x="137" y="548"/>
                    <a:pt x="128" y="552"/>
                    <a:pt x="124" y="553"/>
                  </a:cubicBezTo>
                  <a:cubicBezTo>
                    <a:pt x="117" y="554"/>
                    <a:pt x="99" y="558"/>
                    <a:pt x="98" y="558"/>
                  </a:cubicBezTo>
                  <a:cubicBezTo>
                    <a:pt x="97" y="558"/>
                    <a:pt x="88" y="559"/>
                    <a:pt x="84" y="559"/>
                  </a:cubicBezTo>
                  <a:cubicBezTo>
                    <a:pt x="81" y="558"/>
                    <a:pt x="76" y="555"/>
                    <a:pt x="73" y="554"/>
                  </a:cubicBezTo>
                  <a:cubicBezTo>
                    <a:pt x="73" y="553"/>
                    <a:pt x="72" y="553"/>
                    <a:pt x="72" y="553"/>
                  </a:cubicBezTo>
                  <a:cubicBezTo>
                    <a:pt x="72" y="551"/>
                    <a:pt x="73" y="549"/>
                    <a:pt x="73" y="548"/>
                  </a:cubicBezTo>
                  <a:cubicBezTo>
                    <a:pt x="73" y="546"/>
                    <a:pt x="73" y="543"/>
                    <a:pt x="73" y="542"/>
                  </a:cubicBezTo>
                  <a:cubicBezTo>
                    <a:pt x="73" y="540"/>
                    <a:pt x="74" y="538"/>
                    <a:pt x="74" y="537"/>
                  </a:cubicBezTo>
                  <a:cubicBezTo>
                    <a:pt x="74" y="535"/>
                    <a:pt x="73" y="533"/>
                    <a:pt x="73" y="531"/>
                  </a:cubicBezTo>
                  <a:cubicBezTo>
                    <a:pt x="73" y="530"/>
                    <a:pt x="76" y="527"/>
                    <a:pt x="76" y="525"/>
                  </a:cubicBezTo>
                  <a:cubicBezTo>
                    <a:pt x="76" y="523"/>
                    <a:pt x="74" y="520"/>
                    <a:pt x="73" y="519"/>
                  </a:cubicBezTo>
                  <a:cubicBezTo>
                    <a:pt x="72" y="518"/>
                    <a:pt x="68" y="518"/>
                    <a:pt x="67" y="516"/>
                  </a:cubicBezTo>
                  <a:cubicBezTo>
                    <a:pt x="66" y="515"/>
                    <a:pt x="66" y="510"/>
                    <a:pt x="65" y="508"/>
                  </a:cubicBezTo>
                  <a:cubicBezTo>
                    <a:pt x="65" y="507"/>
                    <a:pt x="62" y="506"/>
                    <a:pt x="62" y="505"/>
                  </a:cubicBezTo>
                  <a:cubicBezTo>
                    <a:pt x="62" y="504"/>
                    <a:pt x="62" y="502"/>
                    <a:pt x="62" y="501"/>
                  </a:cubicBezTo>
                  <a:cubicBezTo>
                    <a:pt x="62" y="500"/>
                    <a:pt x="65" y="498"/>
                    <a:pt x="65" y="497"/>
                  </a:cubicBezTo>
                  <a:cubicBezTo>
                    <a:pt x="65" y="496"/>
                    <a:pt x="64" y="495"/>
                    <a:pt x="63" y="494"/>
                  </a:cubicBezTo>
                  <a:cubicBezTo>
                    <a:pt x="62" y="493"/>
                    <a:pt x="58" y="493"/>
                    <a:pt x="57" y="492"/>
                  </a:cubicBezTo>
                  <a:cubicBezTo>
                    <a:pt x="56" y="491"/>
                    <a:pt x="53" y="488"/>
                    <a:pt x="52" y="487"/>
                  </a:cubicBezTo>
                  <a:cubicBezTo>
                    <a:pt x="52" y="484"/>
                    <a:pt x="53" y="479"/>
                    <a:pt x="54" y="477"/>
                  </a:cubicBezTo>
                  <a:cubicBezTo>
                    <a:pt x="56" y="474"/>
                    <a:pt x="61" y="471"/>
                    <a:pt x="62" y="468"/>
                  </a:cubicBezTo>
                  <a:cubicBezTo>
                    <a:pt x="63" y="465"/>
                    <a:pt x="62" y="460"/>
                    <a:pt x="61" y="458"/>
                  </a:cubicBezTo>
                  <a:cubicBezTo>
                    <a:pt x="61" y="457"/>
                    <a:pt x="59" y="454"/>
                    <a:pt x="58" y="453"/>
                  </a:cubicBezTo>
                  <a:cubicBezTo>
                    <a:pt x="58" y="450"/>
                    <a:pt x="58" y="445"/>
                    <a:pt x="57" y="443"/>
                  </a:cubicBezTo>
                  <a:cubicBezTo>
                    <a:pt x="57" y="442"/>
                    <a:pt x="55" y="440"/>
                    <a:pt x="55" y="439"/>
                  </a:cubicBezTo>
                  <a:cubicBezTo>
                    <a:pt x="54" y="437"/>
                    <a:pt x="53" y="432"/>
                    <a:pt x="52" y="430"/>
                  </a:cubicBezTo>
                  <a:cubicBezTo>
                    <a:pt x="52" y="428"/>
                    <a:pt x="50" y="426"/>
                    <a:pt x="49" y="424"/>
                  </a:cubicBezTo>
                  <a:cubicBezTo>
                    <a:pt x="49" y="423"/>
                    <a:pt x="47" y="421"/>
                    <a:pt x="46" y="420"/>
                  </a:cubicBezTo>
                  <a:cubicBezTo>
                    <a:pt x="45" y="419"/>
                    <a:pt x="43" y="418"/>
                    <a:pt x="41" y="418"/>
                  </a:cubicBezTo>
                  <a:cubicBezTo>
                    <a:pt x="40" y="417"/>
                    <a:pt x="35" y="417"/>
                    <a:pt x="34" y="415"/>
                  </a:cubicBezTo>
                  <a:cubicBezTo>
                    <a:pt x="33" y="414"/>
                    <a:pt x="32" y="411"/>
                    <a:pt x="31" y="410"/>
                  </a:cubicBezTo>
                  <a:cubicBezTo>
                    <a:pt x="30" y="409"/>
                    <a:pt x="26" y="409"/>
                    <a:pt x="24" y="409"/>
                  </a:cubicBezTo>
                  <a:cubicBezTo>
                    <a:pt x="21" y="409"/>
                    <a:pt x="15" y="411"/>
                    <a:pt x="12" y="410"/>
                  </a:cubicBezTo>
                  <a:cubicBezTo>
                    <a:pt x="11" y="410"/>
                    <a:pt x="10" y="408"/>
                    <a:pt x="9" y="407"/>
                  </a:cubicBezTo>
                  <a:cubicBezTo>
                    <a:pt x="9" y="406"/>
                    <a:pt x="8" y="401"/>
                    <a:pt x="8" y="399"/>
                  </a:cubicBezTo>
                  <a:cubicBezTo>
                    <a:pt x="7" y="397"/>
                    <a:pt x="7" y="393"/>
                    <a:pt x="6" y="391"/>
                  </a:cubicBezTo>
                  <a:cubicBezTo>
                    <a:pt x="5" y="390"/>
                    <a:pt x="1" y="389"/>
                    <a:pt x="1" y="387"/>
                  </a:cubicBezTo>
                  <a:cubicBezTo>
                    <a:pt x="0" y="386"/>
                    <a:pt x="1" y="383"/>
                    <a:pt x="2" y="382"/>
                  </a:cubicBezTo>
                  <a:cubicBezTo>
                    <a:pt x="2" y="381"/>
                    <a:pt x="3" y="381"/>
                    <a:pt x="4" y="380"/>
                  </a:cubicBezTo>
                  <a:cubicBezTo>
                    <a:pt x="6" y="380"/>
                    <a:pt x="9" y="381"/>
                    <a:pt x="11" y="380"/>
                  </a:cubicBezTo>
                  <a:cubicBezTo>
                    <a:pt x="11" y="380"/>
                    <a:pt x="12" y="378"/>
                    <a:pt x="12" y="378"/>
                  </a:cubicBezTo>
                  <a:cubicBezTo>
                    <a:pt x="14" y="377"/>
                    <a:pt x="19" y="379"/>
                    <a:pt x="21" y="378"/>
                  </a:cubicBezTo>
                  <a:cubicBezTo>
                    <a:pt x="22" y="378"/>
                    <a:pt x="24" y="376"/>
                    <a:pt x="24" y="375"/>
                  </a:cubicBezTo>
                  <a:cubicBezTo>
                    <a:pt x="25" y="374"/>
                    <a:pt x="25" y="370"/>
                    <a:pt x="26" y="369"/>
                  </a:cubicBezTo>
                  <a:cubicBezTo>
                    <a:pt x="28" y="368"/>
                    <a:pt x="31" y="369"/>
                    <a:pt x="33" y="369"/>
                  </a:cubicBezTo>
                  <a:cubicBezTo>
                    <a:pt x="35" y="368"/>
                    <a:pt x="38" y="369"/>
                    <a:pt x="39" y="369"/>
                  </a:cubicBezTo>
                  <a:cubicBezTo>
                    <a:pt x="41" y="368"/>
                    <a:pt x="44" y="365"/>
                    <a:pt x="45" y="363"/>
                  </a:cubicBezTo>
                  <a:cubicBezTo>
                    <a:pt x="45" y="361"/>
                    <a:pt x="44" y="357"/>
                    <a:pt x="42" y="355"/>
                  </a:cubicBezTo>
                  <a:cubicBezTo>
                    <a:pt x="41" y="354"/>
                    <a:pt x="37" y="351"/>
                    <a:pt x="35" y="351"/>
                  </a:cubicBezTo>
                  <a:cubicBezTo>
                    <a:pt x="33" y="350"/>
                    <a:pt x="29" y="352"/>
                    <a:pt x="27" y="352"/>
                  </a:cubicBezTo>
                  <a:cubicBezTo>
                    <a:pt x="24" y="352"/>
                    <a:pt x="19" y="352"/>
                    <a:pt x="17" y="351"/>
                  </a:cubicBezTo>
                  <a:cubicBezTo>
                    <a:pt x="15" y="350"/>
                    <a:pt x="12" y="345"/>
                    <a:pt x="11" y="343"/>
                  </a:cubicBezTo>
                  <a:cubicBezTo>
                    <a:pt x="10" y="340"/>
                    <a:pt x="8" y="333"/>
                    <a:pt x="8" y="330"/>
                  </a:cubicBezTo>
                  <a:cubicBezTo>
                    <a:pt x="8" y="328"/>
                    <a:pt x="9" y="325"/>
                    <a:pt x="10" y="324"/>
                  </a:cubicBezTo>
                  <a:cubicBezTo>
                    <a:pt x="11" y="323"/>
                    <a:pt x="14" y="321"/>
                    <a:pt x="15" y="320"/>
                  </a:cubicBezTo>
                  <a:cubicBezTo>
                    <a:pt x="16" y="319"/>
                    <a:pt x="19" y="316"/>
                    <a:pt x="18" y="314"/>
                  </a:cubicBezTo>
                  <a:cubicBezTo>
                    <a:pt x="18" y="313"/>
                    <a:pt x="17" y="312"/>
                    <a:pt x="16" y="311"/>
                  </a:cubicBezTo>
                  <a:cubicBezTo>
                    <a:pt x="15" y="310"/>
                    <a:pt x="13" y="310"/>
                    <a:pt x="12" y="309"/>
                  </a:cubicBezTo>
                  <a:cubicBezTo>
                    <a:pt x="12" y="307"/>
                    <a:pt x="12" y="304"/>
                    <a:pt x="12" y="303"/>
                  </a:cubicBezTo>
                  <a:cubicBezTo>
                    <a:pt x="12" y="302"/>
                    <a:pt x="13" y="299"/>
                    <a:pt x="13" y="298"/>
                  </a:cubicBezTo>
                  <a:cubicBezTo>
                    <a:pt x="14" y="297"/>
                    <a:pt x="17" y="296"/>
                    <a:pt x="18" y="295"/>
                  </a:cubicBezTo>
                  <a:cubicBezTo>
                    <a:pt x="19" y="293"/>
                    <a:pt x="20" y="288"/>
                    <a:pt x="19" y="286"/>
                  </a:cubicBezTo>
                  <a:cubicBezTo>
                    <a:pt x="19" y="284"/>
                    <a:pt x="17" y="280"/>
                    <a:pt x="16" y="279"/>
                  </a:cubicBezTo>
                  <a:cubicBezTo>
                    <a:pt x="15" y="278"/>
                    <a:pt x="14" y="277"/>
                    <a:pt x="13" y="276"/>
                  </a:cubicBezTo>
                  <a:cubicBezTo>
                    <a:pt x="12" y="274"/>
                    <a:pt x="9" y="272"/>
                    <a:pt x="9" y="270"/>
                  </a:cubicBezTo>
                  <a:cubicBezTo>
                    <a:pt x="8" y="268"/>
                    <a:pt x="8" y="264"/>
                    <a:pt x="9" y="263"/>
                  </a:cubicBezTo>
                  <a:cubicBezTo>
                    <a:pt x="9" y="262"/>
                    <a:pt x="11" y="260"/>
                    <a:pt x="11" y="259"/>
                  </a:cubicBezTo>
                  <a:cubicBezTo>
                    <a:pt x="12" y="257"/>
                    <a:pt x="14" y="251"/>
                    <a:pt x="14" y="248"/>
                  </a:cubicBezTo>
                  <a:cubicBezTo>
                    <a:pt x="14" y="246"/>
                    <a:pt x="14" y="243"/>
                    <a:pt x="14" y="241"/>
                  </a:cubicBezTo>
                  <a:cubicBezTo>
                    <a:pt x="13" y="239"/>
                    <a:pt x="10" y="238"/>
                    <a:pt x="10" y="236"/>
                  </a:cubicBezTo>
                  <a:cubicBezTo>
                    <a:pt x="9" y="234"/>
                    <a:pt x="14" y="231"/>
                    <a:pt x="14" y="229"/>
                  </a:cubicBezTo>
                  <a:cubicBezTo>
                    <a:pt x="13" y="227"/>
                    <a:pt x="8" y="227"/>
                    <a:pt x="7" y="225"/>
                  </a:cubicBezTo>
                  <a:cubicBezTo>
                    <a:pt x="7" y="223"/>
                    <a:pt x="8" y="218"/>
                    <a:pt x="9" y="216"/>
                  </a:cubicBezTo>
                  <a:cubicBezTo>
                    <a:pt x="10" y="215"/>
                    <a:pt x="12" y="214"/>
                    <a:pt x="13" y="213"/>
                  </a:cubicBezTo>
                  <a:cubicBezTo>
                    <a:pt x="14" y="212"/>
                    <a:pt x="17" y="208"/>
                    <a:pt x="18" y="206"/>
                  </a:cubicBezTo>
                  <a:cubicBezTo>
                    <a:pt x="19" y="205"/>
                    <a:pt x="21" y="204"/>
                    <a:pt x="22" y="203"/>
                  </a:cubicBezTo>
                  <a:cubicBezTo>
                    <a:pt x="23" y="201"/>
                    <a:pt x="24" y="197"/>
                    <a:pt x="23" y="195"/>
                  </a:cubicBezTo>
                  <a:cubicBezTo>
                    <a:pt x="23" y="193"/>
                    <a:pt x="18" y="193"/>
                    <a:pt x="18" y="192"/>
                  </a:cubicBezTo>
                  <a:cubicBezTo>
                    <a:pt x="18" y="192"/>
                    <a:pt x="18" y="192"/>
                    <a:pt x="18" y="191"/>
                  </a:cubicBezTo>
                  <a:cubicBezTo>
                    <a:pt x="18" y="190"/>
                    <a:pt x="22" y="187"/>
                    <a:pt x="24" y="186"/>
                  </a:cubicBezTo>
                  <a:cubicBezTo>
                    <a:pt x="31" y="179"/>
                    <a:pt x="45" y="167"/>
                    <a:pt x="54" y="162"/>
                  </a:cubicBezTo>
                  <a:cubicBezTo>
                    <a:pt x="57" y="160"/>
                    <a:pt x="65" y="158"/>
                    <a:pt x="68" y="156"/>
                  </a:cubicBezTo>
                  <a:cubicBezTo>
                    <a:pt x="72" y="153"/>
                    <a:pt x="77" y="145"/>
                    <a:pt x="81" y="141"/>
                  </a:cubicBezTo>
                  <a:cubicBezTo>
                    <a:pt x="83" y="139"/>
                    <a:pt x="87" y="134"/>
                    <a:pt x="90" y="132"/>
                  </a:cubicBezTo>
                  <a:cubicBezTo>
                    <a:pt x="92" y="131"/>
                    <a:pt x="97" y="130"/>
                    <a:pt x="100" y="129"/>
                  </a:cubicBezTo>
                  <a:cubicBezTo>
                    <a:pt x="104" y="127"/>
                    <a:pt x="113" y="123"/>
                    <a:pt x="116" y="119"/>
                  </a:cubicBezTo>
                  <a:cubicBezTo>
                    <a:pt x="119" y="117"/>
                    <a:pt x="122" y="109"/>
                    <a:pt x="124" y="106"/>
                  </a:cubicBezTo>
                  <a:cubicBezTo>
                    <a:pt x="126" y="103"/>
                    <a:pt x="129" y="97"/>
                    <a:pt x="131" y="94"/>
                  </a:cubicBezTo>
                  <a:cubicBezTo>
                    <a:pt x="132" y="92"/>
                    <a:pt x="136" y="89"/>
                    <a:pt x="137" y="87"/>
                  </a:cubicBezTo>
                  <a:cubicBezTo>
                    <a:pt x="138" y="84"/>
                    <a:pt x="136" y="79"/>
                    <a:pt x="137" y="76"/>
                  </a:cubicBezTo>
                  <a:cubicBezTo>
                    <a:pt x="138" y="73"/>
                    <a:pt x="143" y="68"/>
                    <a:pt x="146" y="66"/>
                  </a:cubicBezTo>
                  <a:cubicBezTo>
                    <a:pt x="148" y="64"/>
                    <a:pt x="154" y="64"/>
                    <a:pt x="156" y="62"/>
                  </a:cubicBezTo>
                  <a:cubicBezTo>
                    <a:pt x="159" y="61"/>
                    <a:pt x="163" y="58"/>
                    <a:pt x="165" y="56"/>
                  </a:cubicBezTo>
                  <a:cubicBezTo>
                    <a:pt x="166" y="54"/>
                    <a:pt x="168" y="50"/>
                    <a:pt x="169" y="48"/>
                  </a:cubicBezTo>
                  <a:cubicBezTo>
                    <a:pt x="170" y="43"/>
                    <a:pt x="172" y="31"/>
                    <a:pt x="172" y="25"/>
                  </a:cubicBezTo>
                  <a:cubicBezTo>
                    <a:pt x="173" y="22"/>
                    <a:pt x="173" y="18"/>
                    <a:pt x="173" y="14"/>
                  </a:cubicBezTo>
                  <a:cubicBezTo>
                    <a:pt x="174" y="14"/>
                    <a:pt x="177" y="14"/>
                    <a:pt x="178" y="14"/>
                  </a:cubicBezTo>
                  <a:cubicBezTo>
                    <a:pt x="179" y="15"/>
                    <a:pt x="181" y="16"/>
                    <a:pt x="182" y="16"/>
                  </a:cubicBezTo>
                  <a:cubicBezTo>
                    <a:pt x="185" y="17"/>
                    <a:pt x="189" y="16"/>
                    <a:pt x="191" y="16"/>
                  </a:cubicBezTo>
                  <a:cubicBezTo>
                    <a:pt x="193" y="16"/>
                    <a:pt x="197" y="19"/>
                    <a:pt x="199" y="18"/>
                  </a:cubicBezTo>
                  <a:cubicBezTo>
                    <a:pt x="200" y="18"/>
                    <a:pt x="203" y="16"/>
                    <a:pt x="205" y="16"/>
                  </a:cubicBezTo>
                  <a:cubicBezTo>
                    <a:pt x="206" y="15"/>
                    <a:pt x="208" y="16"/>
                    <a:pt x="209" y="15"/>
                  </a:cubicBezTo>
                  <a:cubicBezTo>
                    <a:pt x="211" y="14"/>
                    <a:pt x="214" y="11"/>
                    <a:pt x="216" y="9"/>
                  </a:cubicBezTo>
                  <a:cubicBezTo>
                    <a:pt x="217" y="8"/>
                    <a:pt x="220" y="5"/>
                    <a:pt x="222" y="4"/>
                  </a:cubicBezTo>
                  <a:cubicBezTo>
                    <a:pt x="223" y="3"/>
                    <a:pt x="226" y="1"/>
                    <a:pt x="227" y="1"/>
                  </a:cubicBezTo>
                  <a:cubicBezTo>
                    <a:pt x="230" y="0"/>
                    <a:pt x="234" y="3"/>
                    <a:pt x="236" y="3"/>
                  </a:cubicBezTo>
                  <a:cubicBezTo>
                    <a:pt x="238" y="4"/>
                    <a:pt x="242" y="7"/>
                    <a:pt x="244" y="7"/>
                  </a:cubicBezTo>
                  <a:cubicBezTo>
                    <a:pt x="246" y="8"/>
                    <a:pt x="251" y="9"/>
                    <a:pt x="253" y="11"/>
                  </a:cubicBezTo>
                  <a:cubicBezTo>
                    <a:pt x="254" y="12"/>
                    <a:pt x="254" y="15"/>
                    <a:pt x="254" y="16"/>
                  </a:cubicBezTo>
                  <a:cubicBezTo>
                    <a:pt x="254" y="17"/>
                    <a:pt x="254" y="19"/>
                    <a:pt x="255" y="19"/>
                  </a:cubicBezTo>
                  <a:cubicBezTo>
                    <a:pt x="256" y="20"/>
                    <a:pt x="260" y="20"/>
                    <a:pt x="261" y="21"/>
                  </a:cubicBezTo>
                  <a:cubicBezTo>
                    <a:pt x="262" y="22"/>
                    <a:pt x="264" y="26"/>
                    <a:pt x="264" y="28"/>
                  </a:cubicBezTo>
                  <a:cubicBezTo>
                    <a:pt x="264" y="29"/>
                    <a:pt x="262" y="32"/>
                    <a:pt x="261" y="33"/>
                  </a:cubicBezTo>
                  <a:cubicBezTo>
                    <a:pt x="259" y="36"/>
                    <a:pt x="254" y="40"/>
                    <a:pt x="253" y="43"/>
                  </a:cubicBezTo>
                  <a:cubicBezTo>
                    <a:pt x="252" y="45"/>
                    <a:pt x="255" y="50"/>
                    <a:pt x="254" y="52"/>
                  </a:cubicBezTo>
                  <a:cubicBezTo>
                    <a:pt x="253" y="53"/>
                    <a:pt x="249" y="55"/>
                    <a:pt x="249" y="56"/>
                  </a:cubicBezTo>
                  <a:cubicBezTo>
                    <a:pt x="249" y="58"/>
                    <a:pt x="249" y="63"/>
                    <a:pt x="251" y="63"/>
                  </a:cubicBezTo>
                  <a:cubicBezTo>
                    <a:pt x="253" y="64"/>
                    <a:pt x="256" y="60"/>
                    <a:pt x="258" y="61"/>
                  </a:cubicBezTo>
                  <a:cubicBezTo>
                    <a:pt x="259" y="61"/>
                    <a:pt x="263" y="63"/>
                    <a:pt x="265" y="64"/>
                  </a:cubicBezTo>
                  <a:cubicBezTo>
                    <a:pt x="266" y="65"/>
                    <a:pt x="268" y="68"/>
                    <a:pt x="270" y="70"/>
                  </a:cubicBezTo>
                  <a:cubicBezTo>
                    <a:pt x="271" y="71"/>
                    <a:pt x="272" y="75"/>
                    <a:pt x="274" y="76"/>
                  </a:cubicBezTo>
                  <a:cubicBezTo>
                    <a:pt x="275" y="77"/>
                    <a:pt x="279" y="78"/>
                    <a:pt x="280" y="78"/>
                  </a:cubicBezTo>
                  <a:cubicBezTo>
                    <a:pt x="282" y="79"/>
                    <a:pt x="287" y="80"/>
                    <a:pt x="289" y="80"/>
                  </a:cubicBezTo>
                  <a:cubicBezTo>
                    <a:pt x="291" y="81"/>
                    <a:pt x="294" y="81"/>
                    <a:pt x="296" y="82"/>
                  </a:cubicBezTo>
                  <a:cubicBezTo>
                    <a:pt x="298" y="83"/>
                    <a:pt x="302" y="84"/>
                    <a:pt x="304" y="85"/>
                  </a:cubicBezTo>
                  <a:cubicBezTo>
                    <a:pt x="306" y="86"/>
                    <a:pt x="308" y="91"/>
                    <a:pt x="311" y="91"/>
                  </a:cubicBezTo>
                  <a:cubicBezTo>
                    <a:pt x="312" y="91"/>
                    <a:pt x="313" y="90"/>
                    <a:pt x="314" y="89"/>
                  </a:cubicBezTo>
                  <a:cubicBezTo>
                    <a:pt x="315" y="89"/>
                    <a:pt x="318" y="89"/>
                    <a:pt x="319" y="89"/>
                  </a:cubicBezTo>
                  <a:cubicBezTo>
                    <a:pt x="321" y="90"/>
                    <a:pt x="325" y="94"/>
                    <a:pt x="328" y="95"/>
                  </a:cubicBezTo>
                  <a:cubicBezTo>
                    <a:pt x="329" y="95"/>
                    <a:pt x="331" y="93"/>
                    <a:pt x="332" y="94"/>
                  </a:cubicBezTo>
                  <a:cubicBezTo>
                    <a:pt x="334" y="94"/>
                    <a:pt x="337" y="95"/>
                    <a:pt x="337" y="97"/>
                  </a:cubicBezTo>
                  <a:cubicBezTo>
                    <a:pt x="338" y="99"/>
                    <a:pt x="335" y="102"/>
                    <a:pt x="335" y="104"/>
                  </a:cubicBezTo>
                  <a:cubicBezTo>
                    <a:pt x="334" y="105"/>
                    <a:pt x="332" y="108"/>
                    <a:pt x="332" y="109"/>
                  </a:cubicBezTo>
                  <a:cubicBezTo>
                    <a:pt x="332" y="111"/>
                    <a:pt x="335" y="114"/>
                    <a:pt x="335" y="116"/>
                  </a:cubicBezTo>
                  <a:cubicBezTo>
                    <a:pt x="335" y="117"/>
                    <a:pt x="333" y="120"/>
                    <a:pt x="334" y="121"/>
                  </a:cubicBezTo>
                  <a:cubicBezTo>
                    <a:pt x="335" y="122"/>
                    <a:pt x="337" y="123"/>
                    <a:pt x="338" y="123"/>
                  </a:cubicBezTo>
                  <a:cubicBezTo>
                    <a:pt x="340" y="123"/>
                    <a:pt x="342" y="121"/>
                    <a:pt x="343" y="121"/>
                  </a:cubicBezTo>
                  <a:cubicBezTo>
                    <a:pt x="344" y="121"/>
                    <a:pt x="345" y="120"/>
                    <a:pt x="346" y="121"/>
                  </a:cubicBezTo>
                  <a:cubicBezTo>
                    <a:pt x="347" y="122"/>
                    <a:pt x="347" y="124"/>
                    <a:pt x="347" y="125"/>
                  </a:cubicBezTo>
                  <a:cubicBezTo>
                    <a:pt x="346" y="126"/>
                    <a:pt x="343" y="126"/>
                    <a:pt x="342" y="127"/>
                  </a:cubicBezTo>
                  <a:cubicBezTo>
                    <a:pt x="341" y="127"/>
                    <a:pt x="339" y="129"/>
                    <a:pt x="339" y="130"/>
                  </a:cubicBezTo>
                  <a:cubicBezTo>
                    <a:pt x="339" y="130"/>
                    <a:pt x="339" y="132"/>
                    <a:pt x="340" y="133"/>
                  </a:cubicBezTo>
                  <a:cubicBezTo>
                    <a:pt x="342" y="134"/>
                    <a:pt x="346" y="130"/>
                    <a:pt x="348" y="130"/>
                  </a:cubicBezTo>
                  <a:cubicBezTo>
                    <a:pt x="349" y="130"/>
                    <a:pt x="352" y="130"/>
                    <a:pt x="352" y="131"/>
                  </a:cubicBezTo>
                  <a:cubicBezTo>
                    <a:pt x="352" y="132"/>
                    <a:pt x="348" y="135"/>
                    <a:pt x="347" y="136"/>
                  </a:cubicBezTo>
                  <a:cubicBezTo>
                    <a:pt x="346" y="137"/>
                    <a:pt x="343" y="141"/>
                    <a:pt x="341" y="142"/>
                  </a:cubicBezTo>
                  <a:cubicBezTo>
                    <a:pt x="339" y="143"/>
                    <a:pt x="333" y="143"/>
                    <a:pt x="330" y="143"/>
                  </a:cubicBezTo>
                  <a:cubicBezTo>
                    <a:pt x="329" y="143"/>
                    <a:pt x="324" y="144"/>
                    <a:pt x="323" y="143"/>
                  </a:cubicBezTo>
                  <a:cubicBezTo>
                    <a:pt x="321" y="142"/>
                    <a:pt x="321" y="138"/>
                    <a:pt x="320" y="137"/>
                  </a:cubicBezTo>
                  <a:cubicBezTo>
                    <a:pt x="319" y="136"/>
                    <a:pt x="316" y="136"/>
                    <a:pt x="315" y="137"/>
                  </a:cubicBezTo>
                  <a:cubicBezTo>
                    <a:pt x="314" y="138"/>
                    <a:pt x="312" y="140"/>
                    <a:pt x="312" y="141"/>
                  </a:cubicBezTo>
                  <a:cubicBezTo>
                    <a:pt x="312" y="142"/>
                    <a:pt x="311" y="145"/>
                    <a:pt x="312" y="146"/>
                  </a:cubicBezTo>
                  <a:cubicBezTo>
                    <a:pt x="314" y="148"/>
                    <a:pt x="320" y="148"/>
                    <a:pt x="321" y="150"/>
                  </a:cubicBezTo>
                  <a:cubicBezTo>
                    <a:pt x="321" y="151"/>
                    <a:pt x="319" y="154"/>
                    <a:pt x="318" y="155"/>
                  </a:cubicBezTo>
                  <a:cubicBezTo>
                    <a:pt x="317" y="156"/>
                    <a:pt x="314" y="156"/>
                    <a:pt x="313" y="156"/>
                  </a:cubicBezTo>
                  <a:cubicBezTo>
                    <a:pt x="311" y="157"/>
                    <a:pt x="308" y="158"/>
                    <a:pt x="308" y="160"/>
                  </a:cubicBezTo>
                  <a:cubicBezTo>
                    <a:pt x="307" y="161"/>
                    <a:pt x="307" y="163"/>
                    <a:pt x="308" y="164"/>
                  </a:cubicBezTo>
                  <a:cubicBezTo>
                    <a:pt x="309" y="165"/>
                    <a:pt x="313" y="163"/>
                    <a:pt x="315" y="164"/>
                  </a:cubicBezTo>
                  <a:cubicBezTo>
                    <a:pt x="316" y="165"/>
                    <a:pt x="317" y="167"/>
                    <a:pt x="318" y="168"/>
                  </a:cubicBezTo>
                  <a:cubicBezTo>
                    <a:pt x="320" y="171"/>
                    <a:pt x="321" y="177"/>
                    <a:pt x="324" y="179"/>
                  </a:cubicBezTo>
                  <a:cubicBezTo>
                    <a:pt x="325" y="180"/>
                    <a:pt x="329" y="181"/>
                    <a:pt x="331" y="181"/>
                  </a:cubicBezTo>
                  <a:cubicBezTo>
                    <a:pt x="333" y="182"/>
                    <a:pt x="337" y="182"/>
                    <a:pt x="340" y="182"/>
                  </a:cubicBezTo>
                  <a:cubicBezTo>
                    <a:pt x="345" y="181"/>
                    <a:pt x="355" y="177"/>
                    <a:pt x="360" y="176"/>
                  </a:cubicBezTo>
                  <a:cubicBezTo>
                    <a:pt x="363" y="176"/>
                    <a:pt x="369" y="176"/>
                    <a:pt x="371" y="176"/>
                  </a:cubicBezTo>
                  <a:cubicBezTo>
                    <a:pt x="373" y="176"/>
                    <a:pt x="377" y="177"/>
                    <a:pt x="378" y="178"/>
                  </a:cubicBezTo>
                  <a:cubicBezTo>
                    <a:pt x="379" y="180"/>
                    <a:pt x="376" y="185"/>
                    <a:pt x="374" y="186"/>
                  </a:cubicBezTo>
                  <a:cubicBezTo>
                    <a:pt x="373" y="187"/>
                    <a:pt x="369" y="185"/>
                    <a:pt x="367" y="186"/>
                  </a:cubicBezTo>
                  <a:cubicBezTo>
                    <a:pt x="366" y="186"/>
                    <a:pt x="362" y="188"/>
                    <a:pt x="361" y="190"/>
                  </a:cubicBezTo>
                  <a:cubicBezTo>
                    <a:pt x="361" y="192"/>
                    <a:pt x="362" y="196"/>
                    <a:pt x="364" y="198"/>
                  </a:cubicBezTo>
                  <a:cubicBezTo>
                    <a:pt x="366" y="199"/>
                    <a:pt x="372" y="199"/>
                    <a:pt x="374" y="198"/>
                  </a:cubicBezTo>
                  <a:cubicBezTo>
                    <a:pt x="376" y="198"/>
                    <a:pt x="378" y="197"/>
                    <a:pt x="379" y="197"/>
                  </a:cubicBezTo>
                  <a:cubicBezTo>
                    <a:pt x="380" y="197"/>
                    <a:pt x="382" y="200"/>
                    <a:pt x="384" y="200"/>
                  </a:cubicBezTo>
                  <a:cubicBezTo>
                    <a:pt x="386" y="201"/>
                    <a:pt x="391" y="200"/>
                    <a:pt x="393" y="200"/>
                  </a:cubicBezTo>
                  <a:cubicBezTo>
                    <a:pt x="397" y="200"/>
                    <a:pt x="405" y="200"/>
                    <a:pt x="409" y="200"/>
                  </a:cubicBezTo>
                  <a:cubicBezTo>
                    <a:pt x="411" y="200"/>
                    <a:pt x="416" y="202"/>
                    <a:pt x="418" y="202"/>
                  </a:cubicBezTo>
                  <a:cubicBezTo>
                    <a:pt x="421" y="202"/>
                    <a:pt x="427" y="201"/>
                    <a:pt x="430" y="201"/>
                  </a:cubicBezTo>
                  <a:cubicBezTo>
                    <a:pt x="432" y="201"/>
                    <a:pt x="436" y="202"/>
                    <a:pt x="438" y="202"/>
                  </a:cubicBezTo>
                  <a:cubicBezTo>
                    <a:pt x="441" y="202"/>
                    <a:pt x="447" y="203"/>
                    <a:pt x="450" y="203"/>
                  </a:cubicBezTo>
                  <a:cubicBezTo>
                    <a:pt x="452" y="203"/>
                    <a:pt x="457" y="202"/>
                    <a:pt x="459" y="202"/>
                  </a:cubicBezTo>
                  <a:cubicBezTo>
                    <a:pt x="460" y="202"/>
                    <a:pt x="462" y="203"/>
                    <a:pt x="463" y="202"/>
                  </a:cubicBezTo>
                  <a:cubicBezTo>
                    <a:pt x="466" y="201"/>
                    <a:pt x="466" y="194"/>
                    <a:pt x="468" y="192"/>
                  </a:cubicBezTo>
                  <a:cubicBezTo>
                    <a:pt x="470" y="190"/>
                    <a:pt x="477" y="188"/>
                    <a:pt x="479" y="185"/>
                  </a:cubicBezTo>
                  <a:cubicBezTo>
                    <a:pt x="481" y="183"/>
                    <a:pt x="485" y="176"/>
                    <a:pt x="486" y="173"/>
                  </a:cubicBezTo>
                  <a:cubicBezTo>
                    <a:pt x="487" y="172"/>
                    <a:pt x="488" y="168"/>
                    <a:pt x="489" y="167"/>
                  </a:cubicBezTo>
                  <a:cubicBezTo>
                    <a:pt x="491" y="165"/>
                    <a:pt x="495" y="163"/>
                    <a:pt x="497" y="163"/>
                  </a:cubicBezTo>
                  <a:cubicBezTo>
                    <a:pt x="499" y="162"/>
                    <a:pt x="504" y="163"/>
                    <a:pt x="505" y="164"/>
                  </a:cubicBezTo>
                  <a:cubicBezTo>
                    <a:pt x="508" y="165"/>
                    <a:pt x="510" y="172"/>
                    <a:pt x="512" y="173"/>
                  </a:cubicBezTo>
                  <a:cubicBezTo>
                    <a:pt x="514" y="173"/>
                    <a:pt x="515" y="171"/>
                    <a:pt x="516" y="170"/>
                  </a:cubicBezTo>
                  <a:cubicBezTo>
                    <a:pt x="518" y="169"/>
                    <a:pt x="521" y="169"/>
                    <a:pt x="522" y="168"/>
                  </a:cubicBezTo>
                  <a:cubicBezTo>
                    <a:pt x="523" y="167"/>
                    <a:pt x="526" y="163"/>
                    <a:pt x="528" y="162"/>
                  </a:cubicBezTo>
                  <a:cubicBezTo>
                    <a:pt x="529" y="161"/>
                    <a:pt x="533" y="158"/>
                    <a:pt x="535" y="158"/>
                  </a:cubicBezTo>
                  <a:cubicBezTo>
                    <a:pt x="536" y="158"/>
                    <a:pt x="539" y="159"/>
                    <a:pt x="540" y="161"/>
                  </a:cubicBezTo>
                  <a:cubicBezTo>
                    <a:pt x="541" y="162"/>
                    <a:pt x="540" y="168"/>
                    <a:pt x="541" y="170"/>
                  </a:cubicBezTo>
                  <a:cubicBezTo>
                    <a:pt x="542" y="171"/>
                    <a:pt x="546" y="171"/>
                    <a:pt x="548" y="172"/>
                  </a:cubicBezTo>
                  <a:cubicBezTo>
                    <a:pt x="549" y="172"/>
                    <a:pt x="553" y="173"/>
                    <a:pt x="554" y="174"/>
                  </a:cubicBezTo>
                  <a:cubicBezTo>
                    <a:pt x="555" y="176"/>
                    <a:pt x="555" y="181"/>
                    <a:pt x="555" y="183"/>
                  </a:cubicBezTo>
                  <a:cubicBezTo>
                    <a:pt x="554" y="184"/>
                    <a:pt x="552" y="186"/>
                    <a:pt x="551" y="187"/>
                  </a:cubicBezTo>
                  <a:cubicBezTo>
                    <a:pt x="551" y="189"/>
                    <a:pt x="551" y="191"/>
                    <a:pt x="551" y="192"/>
                  </a:cubicBezTo>
                  <a:cubicBezTo>
                    <a:pt x="552" y="194"/>
                    <a:pt x="557" y="193"/>
                    <a:pt x="558" y="194"/>
                  </a:cubicBezTo>
                  <a:cubicBezTo>
                    <a:pt x="560" y="194"/>
                    <a:pt x="562" y="196"/>
                    <a:pt x="563" y="196"/>
                  </a:cubicBezTo>
                  <a:cubicBezTo>
                    <a:pt x="565" y="196"/>
                    <a:pt x="569" y="192"/>
                    <a:pt x="570" y="192"/>
                  </a:cubicBezTo>
                  <a:cubicBezTo>
                    <a:pt x="572" y="192"/>
                    <a:pt x="574" y="194"/>
                    <a:pt x="575" y="195"/>
                  </a:cubicBezTo>
                  <a:cubicBezTo>
                    <a:pt x="575" y="196"/>
                    <a:pt x="573" y="200"/>
                    <a:pt x="573" y="202"/>
                  </a:cubicBezTo>
                  <a:cubicBezTo>
                    <a:pt x="573" y="203"/>
                    <a:pt x="572" y="205"/>
                    <a:pt x="573" y="206"/>
                  </a:cubicBezTo>
                  <a:cubicBezTo>
                    <a:pt x="575" y="208"/>
                    <a:pt x="580" y="207"/>
                    <a:pt x="582" y="208"/>
                  </a:cubicBezTo>
                  <a:cubicBezTo>
                    <a:pt x="583" y="208"/>
                    <a:pt x="585" y="208"/>
                    <a:pt x="586" y="20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2"/>
            <p:cNvSpPr>
              <a:spLocks/>
            </p:cNvSpPr>
            <p:nvPr/>
          </p:nvSpPr>
          <p:spPr bwMode="auto">
            <a:xfrm>
              <a:off x="4725988" y="3194050"/>
              <a:ext cx="768350" cy="646113"/>
            </a:xfrm>
            <a:custGeom>
              <a:avLst/>
              <a:gdLst/>
              <a:ahLst/>
              <a:cxnLst>
                <a:cxn ang="0">
                  <a:pos x="24" y="317"/>
                </a:cxn>
                <a:cxn ang="0">
                  <a:pos x="45" y="288"/>
                </a:cxn>
                <a:cxn ang="0">
                  <a:pos x="37" y="274"/>
                </a:cxn>
                <a:cxn ang="0">
                  <a:pos x="38" y="254"/>
                </a:cxn>
                <a:cxn ang="0">
                  <a:pos x="9" y="252"/>
                </a:cxn>
                <a:cxn ang="0">
                  <a:pos x="2" y="230"/>
                </a:cxn>
                <a:cxn ang="0">
                  <a:pos x="22" y="207"/>
                </a:cxn>
                <a:cxn ang="0">
                  <a:pos x="25" y="196"/>
                </a:cxn>
                <a:cxn ang="0">
                  <a:pos x="26" y="167"/>
                </a:cxn>
                <a:cxn ang="0">
                  <a:pos x="35" y="132"/>
                </a:cxn>
                <a:cxn ang="0">
                  <a:pos x="65" y="129"/>
                </a:cxn>
                <a:cxn ang="0">
                  <a:pos x="87" y="127"/>
                </a:cxn>
                <a:cxn ang="0">
                  <a:pos x="73" y="107"/>
                </a:cxn>
                <a:cxn ang="0">
                  <a:pos x="80" y="75"/>
                </a:cxn>
                <a:cxn ang="0">
                  <a:pos x="92" y="57"/>
                </a:cxn>
                <a:cxn ang="0">
                  <a:pos x="134" y="54"/>
                </a:cxn>
                <a:cxn ang="0">
                  <a:pos x="146" y="37"/>
                </a:cxn>
                <a:cxn ang="0">
                  <a:pos x="172" y="34"/>
                </a:cxn>
                <a:cxn ang="0">
                  <a:pos x="176" y="7"/>
                </a:cxn>
                <a:cxn ang="0">
                  <a:pos x="202" y="4"/>
                </a:cxn>
                <a:cxn ang="0">
                  <a:pos x="206" y="17"/>
                </a:cxn>
                <a:cxn ang="0">
                  <a:pos x="221" y="38"/>
                </a:cxn>
                <a:cxn ang="0">
                  <a:pos x="242" y="37"/>
                </a:cxn>
                <a:cxn ang="0">
                  <a:pos x="254" y="62"/>
                </a:cxn>
                <a:cxn ang="0">
                  <a:pos x="270" y="63"/>
                </a:cxn>
                <a:cxn ang="0">
                  <a:pos x="299" y="64"/>
                </a:cxn>
                <a:cxn ang="0">
                  <a:pos x="330" y="68"/>
                </a:cxn>
                <a:cxn ang="0">
                  <a:pos x="341" y="53"/>
                </a:cxn>
                <a:cxn ang="0">
                  <a:pos x="348" y="77"/>
                </a:cxn>
                <a:cxn ang="0">
                  <a:pos x="366" y="98"/>
                </a:cxn>
                <a:cxn ang="0">
                  <a:pos x="410" y="112"/>
                </a:cxn>
                <a:cxn ang="0">
                  <a:pos x="441" y="112"/>
                </a:cxn>
                <a:cxn ang="0">
                  <a:pos x="467" y="103"/>
                </a:cxn>
                <a:cxn ang="0">
                  <a:pos x="487" y="103"/>
                </a:cxn>
                <a:cxn ang="0">
                  <a:pos x="518" y="91"/>
                </a:cxn>
                <a:cxn ang="0">
                  <a:pos x="526" y="152"/>
                </a:cxn>
                <a:cxn ang="0">
                  <a:pos x="531" y="237"/>
                </a:cxn>
                <a:cxn ang="0">
                  <a:pos x="493" y="283"/>
                </a:cxn>
                <a:cxn ang="0">
                  <a:pos x="430" y="345"/>
                </a:cxn>
                <a:cxn ang="0">
                  <a:pos x="367" y="389"/>
                </a:cxn>
                <a:cxn ang="0">
                  <a:pos x="328" y="405"/>
                </a:cxn>
                <a:cxn ang="0">
                  <a:pos x="293" y="416"/>
                </a:cxn>
                <a:cxn ang="0">
                  <a:pos x="258" y="438"/>
                </a:cxn>
                <a:cxn ang="0">
                  <a:pos x="227" y="439"/>
                </a:cxn>
                <a:cxn ang="0">
                  <a:pos x="195" y="449"/>
                </a:cxn>
                <a:cxn ang="0">
                  <a:pos x="170" y="441"/>
                </a:cxn>
                <a:cxn ang="0">
                  <a:pos x="166" y="428"/>
                </a:cxn>
                <a:cxn ang="0">
                  <a:pos x="162" y="409"/>
                </a:cxn>
                <a:cxn ang="0">
                  <a:pos x="147" y="389"/>
                </a:cxn>
                <a:cxn ang="0">
                  <a:pos x="147" y="360"/>
                </a:cxn>
                <a:cxn ang="0">
                  <a:pos x="132" y="336"/>
                </a:cxn>
                <a:cxn ang="0">
                  <a:pos x="105" y="331"/>
                </a:cxn>
                <a:cxn ang="0">
                  <a:pos x="67" y="318"/>
                </a:cxn>
              </a:cxnLst>
              <a:rect l="0" t="0" r="r" b="b"/>
              <a:pathLst>
                <a:path w="535" h="450">
                  <a:moveTo>
                    <a:pt x="52" y="327"/>
                  </a:moveTo>
                  <a:cubicBezTo>
                    <a:pt x="52" y="327"/>
                    <a:pt x="52" y="327"/>
                    <a:pt x="52" y="327"/>
                  </a:cubicBezTo>
                  <a:cubicBezTo>
                    <a:pt x="49" y="327"/>
                    <a:pt x="46" y="326"/>
                    <a:pt x="45" y="326"/>
                  </a:cubicBezTo>
                  <a:cubicBezTo>
                    <a:pt x="43" y="325"/>
                    <a:pt x="40" y="322"/>
                    <a:pt x="39" y="321"/>
                  </a:cubicBezTo>
                  <a:cubicBezTo>
                    <a:pt x="36" y="320"/>
                    <a:pt x="31" y="320"/>
                    <a:pt x="29" y="319"/>
                  </a:cubicBezTo>
                  <a:cubicBezTo>
                    <a:pt x="28" y="319"/>
                    <a:pt x="25" y="318"/>
                    <a:pt x="24" y="317"/>
                  </a:cubicBezTo>
                  <a:cubicBezTo>
                    <a:pt x="23" y="315"/>
                    <a:pt x="22" y="310"/>
                    <a:pt x="23" y="309"/>
                  </a:cubicBezTo>
                  <a:cubicBezTo>
                    <a:pt x="24" y="307"/>
                    <a:pt x="27" y="307"/>
                    <a:pt x="28" y="306"/>
                  </a:cubicBezTo>
                  <a:cubicBezTo>
                    <a:pt x="29" y="305"/>
                    <a:pt x="31" y="302"/>
                    <a:pt x="32" y="301"/>
                  </a:cubicBezTo>
                  <a:cubicBezTo>
                    <a:pt x="32" y="300"/>
                    <a:pt x="32" y="297"/>
                    <a:pt x="33" y="296"/>
                  </a:cubicBezTo>
                  <a:cubicBezTo>
                    <a:pt x="33" y="294"/>
                    <a:pt x="34" y="291"/>
                    <a:pt x="36" y="290"/>
                  </a:cubicBezTo>
                  <a:cubicBezTo>
                    <a:pt x="37" y="288"/>
                    <a:pt x="43" y="289"/>
                    <a:pt x="45" y="288"/>
                  </a:cubicBezTo>
                  <a:cubicBezTo>
                    <a:pt x="46" y="287"/>
                    <a:pt x="47" y="285"/>
                    <a:pt x="47" y="284"/>
                  </a:cubicBezTo>
                  <a:cubicBezTo>
                    <a:pt x="48" y="283"/>
                    <a:pt x="50" y="281"/>
                    <a:pt x="50" y="281"/>
                  </a:cubicBezTo>
                  <a:cubicBezTo>
                    <a:pt x="51" y="279"/>
                    <a:pt x="52" y="276"/>
                    <a:pt x="52" y="275"/>
                  </a:cubicBezTo>
                  <a:cubicBezTo>
                    <a:pt x="51" y="274"/>
                    <a:pt x="50" y="272"/>
                    <a:pt x="49" y="272"/>
                  </a:cubicBezTo>
                  <a:cubicBezTo>
                    <a:pt x="48" y="272"/>
                    <a:pt x="46" y="274"/>
                    <a:pt x="45" y="274"/>
                  </a:cubicBezTo>
                  <a:cubicBezTo>
                    <a:pt x="43" y="274"/>
                    <a:pt x="39" y="275"/>
                    <a:pt x="37" y="274"/>
                  </a:cubicBezTo>
                  <a:cubicBezTo>
                    <a:pt x="36" y="273"/>
                    <a:pt x="35" y="272"/>
                    <a:pt x="34" y="271"/>
                  </a:cubicBezTo>
                  <a:cubicBezTo>
                    <a:pt x="34" y="269"/>
                    <a:pt x="33" y="265"/>
                    <a:pt x="34" y="264"/>
                  </a:cubicBezTo>
                  <a:cubicBezTo>
                    <a:pt x="35" y="263"/>
                    <a:pt x="37" y="263"/>
                    <a:pt x="38" y="263"/>
                  </a:cubicBezTo>
                  <a:cubicBezTo>
                    <a:pt x="39" y="262"/>
                    <a:pt x="42" y="262"/>
                    <a:pt x="42" y="261"/>
                  </a:cubicBezTo>
                  <a:cubicBezTo>
                    <a:pt x="43" y="260"/>
                    <a:pt x="44" y="257"/>
                    <a:pt x="43" y="255"/>
                  </a:cubicBezTo>
                  <a:cubicBezTo>
                    <a:pt x="42" y="254"/>
                    <a:pt x="39" y="254"/>
                    <a:pt x="38" y="254"/>
                  </a:cubicBezTo>
                  <a:cubicBezTo>
                    <a:pt x="38" y="255"/>
                    <a:pt x="37" y="257"/>
                    <a:pt x="37" y="257"/>
                  </a:cubicBezTo>
                  <a:cubicBezTo>
                    <a:pt x="35" y="257"/>
                    <a:pt x="34" y="255"/>
                    <a:pt x="33" y="254"/>
                  </a:cubicBezTo>
                  <a:cubicBezTo>
                    <a:pt x="31" y="254"/>
                    <a:pt x="27" y="255"/>
                    <a:pt x="25" y="254"/>
                  </a:cubicBezTo>
                  <a:cubicBezTo>
                    <a:pt x="24" y="254"/>
                    <a:pt x="23" y="251"/>
                    <a:pt x="21" y="250"/>
                  </a:cubicBezTo>
                  <a:cubicBezTo>
                    <a:pt x="20" y="250"/>
                    <a:pt x="17" y="250"/>
                    <a:pt x="15" y="250"/>
                  </a:cubicBezTo>
                  <a:cubicBezTo>
                    <a:pt x="13" y="250"/>
                    <a:pt x="11" y="252"/>
                    <a:pt x="9" y="252"/>
                  </a:cubicBezTo>
                  <a:cubicBezTo>
                    <a:pt x="8" y="252"/>
                    <a:pt x="6" y="252"/>
                    <a:pt x="5" y="251"/>
                  </a:cubicBezTo>
                  <a:cubicBezTo>
                    <a:pt x="4" y="250"/>
                    <a:pt x="2" y="247"/>
                    <a:pt x="2" y="245"/>
                  </a:cubicBezTo>
                  <a:cubicBezTo>
                    <a:pt x="2" y="244"/>
                    <a:pt x="5" y="242"/>
                    <a:pt x="5" y="240"/>
                  </a:cubicBezTo>
                  <a:cubicBezTo>
                    <a:pt x="5" y="239"/>
                    <a:pt x="5" y="237"/>
                    <a:pt x="4" y="236"/>
                  </a:cubicBezTo>
                  <a:cubicBezTo>
                    <a:pt x="4" y="235"/>
                    <a:pt x="1" y="235"/>
                    <a:pt x="0" y="234"/>
                  </a:cubicBezTo>
                  <a:cubicBezTo>
                    <a:pt x="0" y="233"/>
                    <a:pt x="1" y="231"/>
                    <a:pt x="2" y="230"/>
                  </a:cubicBezTo>
                  <a:cubicBezTo>
                    <a:pt x="3" y="229"/>
                    <a:pt x="6" y="230"/>
                    <a:pt x="7" y="230"/>
                  </a:cubicBezTo>
                  <a:cubicBezTo>
                    <a:pt x="8" y="229"/>
                    <a:pt x="11" y="227"/>
                    <a:pt x="12" y="226"/>
                  </a:cubicBezTo>
                  <a:cubicBezTo>
                    <a:pt x="14" y="225"/>
                    <a:pt x="18" y="224"/>
                    <a:pt x="19" y="222"/>
                  </a:cubicBezTo>
                  <a:cubicBezTo>
                    <a:pt x="20" y="221"/>
                    <a:pt x="17" y="217"/>
                    <a:pt x="17" y="215"/>
                  </a:cubicBezTo>
                  <a:cubicBezTo>
                    <a:pt x="17" y="213"/>
                    <a:pt x="18" y="210"/>
                    <a:pt x="19" y="209"/>
                  </a:cubicBezTo>
                  <a:cubicBezTo>
                    <a:pt x="20" y="208"/>
                    <a:pt x="21" y="207"/>
                    <a:pt x="22" y="207"/>
                  </a:cubicBezTo>
                  <a:cubicBezTo>
                    <a:pt x="23" y="207"/>
                    <a:pt x="26" y="207"/>
                    <a:pt x="27" y="208"/>
                  </a:cubicBezTo>
                  <a:cubicBezTo>
                    <a:pt x="28" y="208"/>
                    <a:pt x="28" y="210"/>
                    <a:pt x="29" y="210"/>
                  </a:cubicBezTo>
                  <a:cubicBezTo>
                    <a:pt x="29" y="210"/>
                    <a:pt x="30" y="209"/>
                    <a:pt x="31" y="208"/>
                  </a:cubicBezTo>
                  <a:cubicBezTo>
                    <a:pt x="31" y="208"/>
                    <a:pt x="32" y="206"/>
                    <a:pt x="32" y="205"/>
                  </a:cubicBezTo>
                  <a:cubicBezTo>
                    <a:pt x="32" y="203"/>
                    <a:pt x="33" y="200"/>
                    <a:pt x="32" y="198"/>
                  </a:cubicBezTo>
                  <a:cubicBezTo>
                    <a:pt x="31" y="197"/>
                    <a:pt x="27" y="197"/>
                    <a:pt x="25" y="196"/>
                  </a:cubicBezTo>
                  <a:cubicBezTo>
                    <a:pt x="24" y="195"/>
                    <a:pt x="24" y="192"/>
                    <a:pt x="23" y="191"/>
                  </a:cubicBezTo>
                  <a:cubicBezTo>
                    <a:pt x="23" y="190"/>
                    <a:pt x="21" y="189"/>
                    <a:pt x="20" y="189"/>
                  </a:cubicBezTo>
                  <a:cubicBezTo>
                    <a:pt x="19" y="188"/>
                    <a:pt x="17" y="185"/>
                    <a:pt x="16" y="184"/>
                  </a:cubicBezTo>
                  <a:cubicBezTo>
                    <a:pt x="15" y="183"/>
                    <a:pt x="15" y="183"/>
                    <a:pt x="15" y="183"/>
                  </a:cubicBezTo>
                  <a:cubicBezTo>
                    <a:pt x="16" y="181"/>
                    <a:pt x="17" y="179"/>
                    <a:pt x="18" y="177"/>
                  </a:cubicBezTo>
                  <a:cubicBezTo>
                    <a:pt x="20" y="174"/>
                    <a:pt x="24" y="169"/>
                    <a:pt x="26" y="167"/>
                  </a:cubicBezTo>
                  <a:cubicBezTo>
                    <a:pt x="28" y="165"/>
                    <a:pt x="32" y="162"/>
                    <a:pt x="33" y="160"/>
                  </a:cubicBezTo>
                  <a:cubicBezTo>
                    <a:pt x="34" y="159"/>
                    <a:pt x="34" y="155"/>
                    <a:pt x="34" y="154"/>
                  </a:cubicBezTo>
                  <a:cubicBezTo>
                    <a:pt x="33" y="152"/>
                    <a:pt x="32" y="149"/>
                    <a:pt x="32" y="147"/>
                  </a:cubicBezTo>
                  <a:cubicBezTo>
                    <a:pt x="32" y="146"/>
                    <a:pt x="32" y="142"/>
                    <a:pt x="32" y="140"/>
                  </a:cubicBezTo>
                  <a:cubicBezTo>
                    <a:pt x="33" y="139"/>
                    <a:pt x="34" y="138"/>
                    <a:pt x="34" y="137"/>
                  </a:cubicBezTo>
                  <a:cubicBezTo>
                    <a:pt x="34" y="136"/>
                    <a:pt x="34" y="133"/>
                    <a:pt x="35" y="132"/>
                  </a:cubicBezTo>
                  <a:cubicBezTo>
                    <a:pt x="36" y="131"/>
                    <a:pt x="38" y="130"/>
                    <a:pt x="39" y="129"/>
                  </a:cubicBezTo>
                  <a:cubicBezTo>
                    <a:pt x="40" y="127"/>
                    <a:pt x="40" y="122"/>
                    <a:pt x="41" y="121"/>
                  </a:cubicBezTo>
                  <a:cubicBezTo>
                    <a:pt x="42" y="120"/>
                    <a:pt x="46" y="119"/>
                    <a:pt x="48" y="120"/>
                  </a:cubicBezTo>
                  <a:cubicBezTo>
                    <a:pt x="49" y="120"/>
                    <a:pt x="51" y="124"/>
                    <a:pt x="53" y="125"/>
                  </a:cubicBezTo>
                  <a:cubicBezTo>
                    <a:pt x="55" y="125"/>
                    <a:pt x="58" y="124"/>
                    <a:pt x="60" y="125"/>
                  </a:cubicBezTo>
                  <a:cubicBezTo>
                    <a:pt x="62" y="126"/>
                    <a:pt x="64" y="128"/>
                    <a:pt x="65" y="129"/>
                  </a:cubicBezTo>
                  <a:cubicBezTo>
                    <a:pt x="66" y="132"/>
                    <a:pt x="65" y="137"/>
                    <a:pt x="66" y="139"/>
                  </a:cubicBezTo>
                  <a:cubicBezTo>
                    <a:pt x="67" y="141"/>
                    <a:pt x="71" y="142"/>
                    <a:pt x="72" y="143"/>
                  </a:cubicBezTo>
                  <a:cubicBezTo>
                    <a:pt x="74" y="143"/>
                    <a:pt x="77" y="145"/>
                    <a:pt x="79" y="145"/>
                  </a:cubicBezTo>
                  <a:cubicBezTo>
                    <a:pt x="80" y="144"/>
                    <a:pt x="82" y="141"/>
                    <a:pt x="83" y="140"/>
                  </a:cubicBezTo>
                  <a:cubicBezTo>
                    <a:pt x="83" y="139"/>
                    <a:pt x="82" y="135"/>
                    <a:pt x="83" y="134"/>
                  </a:cubicBezTo>
                  <a:cubicBezTo>
                    <a:pt x="83" y="132"/>
                    <a:pt x="86" y="129"/>
                    <a:pt x="87" y="127"/>
                  </a:cubicBezTo>
                  <a:cubicBezTo>
                    <a:pt x="87" y="126"/>
                    <a:pt x="87" y="123"/>
                    <a:pt x="87" y="122"/>
                  </a:cubicBezTo>
                  <a:cubicBezTo>
                    <a:pt x="88" y="120"/>
                    <a:pt x="90" y="117"/>
                    <a:pt x="90" y="115"/>
                  </a:cubicBezTo>
                  <a:cubicBezTo>
                    <a:pt x="91" y="114"/>
                    <a:pt x="91" y="110"/>
                    <a:pt x="90" y="109"/>
                  </a:cubicBezTo>
                  <a:cubicBezTo>
                    <a:pt x="89" y="108"/>
                    <a:pt x="86" y="108"/>
                    <a:pt x="85" y="108"/>
                  </a:cubicBezTo>
                  <a:cubicBezTo>
                    <a:pt x="83" y="108"/>
                    <a:pt x="79" y="110"/>
                    <a:pt x="77" y="109"/>
                  </a:cubicBezTo>
                  <a:cubicBezTo>
                    <a:pt x="76" y="109"/>
                    <a:pt x="74" y="108"/>
                    <a:pt x="73" y="107"/>
                  </a:cubicBezTo>
                  <a:cubicBezTo>
                    <a:pt x="72" y="106"/>
                    <a:pt x="72" y="103"/>
                    <a:pt x="72" y="101"/>
                  </a:cubicBezTo>
                  <a:cubicBezTo>
                    <a:pt x="72" y="99"/>
                    <a:pt x="74" y="95"/>
                    <a:pt x="74" y="93"/>
                  </a:cubicBezTo>
                  <a:cubicBezTo>
                    <a:pt x="74" y="91"/>
                    <a:pt x="74" y="88"/>
                    <a:pt x="74" y="86"/>
                  </a:cubicBezTo>
                  <a:cubicBezTo>
                    <a:pt x="74" y="85"/>
                    <a:pt x="72" y="83"/>
                    <a:pt x="72" y="82"/>
                  </a:cubicBezTo>
                  <a:cubicBezTo>
                    <a:pt x="72" y="81"/>
                    <a:pt x="74" y="78"/>
                    <a:pt x="75" y="77"/>
                  </a:cubicBezTo>
                  <a:cubicBezTo>
                    <a:pt x="76" y="76"/>
                    <a:pt x="80" y="75"/>
                    <a:pt x="80" y="75"/>
                  </a:cubicBezTo>
                  <a:cubicBezTo>
                    <a:pt x="81" y="75"/>
                    <a:pt x="82" y="72"/>
                    <a:pt x="82" y="72"/>
                  </a:cubicBezTo>
                  <a:cubicBezTo>
                    <a:pt x="82" y="70"/>
                    <a:pt x="83" y="68"/>
                    <a:pt x="82" y="67"/>
                  </a:cubicBezTo>
                  <a:cubicBezTo>
                    <a:pt x="82" y="66"/>
                    <a:pt x="79" y="66"/>
                    <a:pt x="79" y="65"/>
                  </a:cubicBezTo>
                  <a:cubicBezTo>
                    <a:pt x="78" y="64"/>
                    <a:pt x="78" y="61"/>
                    <a:pt x="78" y="60"/>
                  </a:cubicBezTo>
                  <a:cubicBezTo>
                    <a:pt x="79" y="59"/>
                    <a:pt x="81" y="57"/>
                    <a:pt x="83" y="57"/>
                  </a:cubicBezTo>
                  <a:cubicBezTo>
                    <a:pt x="85" y="56"/>
                    <a:pt x="90" y="57"/>
                    <a:pt x="92" y="57"/>
                  </a:cubicBezTo>
                  <a:cubicBezTo>
                    <a:pt x="95" y="57"/>
                    <a:pt x="99" y="59"/>
                    <a:pt x="101" y="59"/>
                  </a:cubicBezTo>
                  <a:cubicBezTo>
                    <a:pt x="103" y="60"/>
                    <a:pt x="108" y="61"/>
                    <a:pt x="110" y="61"/>
                  </a:cubicBezTo>
                  <a:cubicBezTo>
                    <a:pt x="112" y="61"/>
                    <a:pt x="116" y="60"/>
                    <a:pt x="118" y="59"/>
                  </a:cubicBezTo>
                  <a:cubicBezTo>
                    <a:pt x="119" y="59"/>
                    <a:pt x="120" y="56"/>
                    <a:pt x="122" y="55"/>
                  </a:cubicBezTo>
                  <a:cubicBezTo>
                    <a:pt x="123" y="54"/>
                    <a:pt x="125" y="53"/>
                    <a:pt x="126" y="53"/>
                  </a:cubicBezTo>
                  <a:cubicBezTo>
                    <a:pt x="128" y="53"/>
                    <a:pt x="132" y="54"/>
                    <a:pt x="134" y="54"/>
                  </a:cubicBezTo>
                  <a:cubicBezTo>
                    <a:pt x="135" y="53"/>
                    <a:pt x="139" y="52"/>
                    <a:pt x="140" y="51"/>
                  </a:cubicBezTo>
                  <a:cubicBezTo>
                    <a:pt x="141" y="50"/>
                    <a:pt x="144" y="49"/>
                    <a:pt x="144" y="47"/>
                  </a:cubicBezTo>
                  <a:cubicBezTo>
                    <a:pt x="144" y="46"/>
                    <a:pt x="141" y="44"/>
                    <a:pt x="140" y="42"/>
                  </a:cubicBezTo>
                  <a:cubicBezTo>
                    <a:pt x="140" y="41"/>
                    <a:pt x="139" y="39"/>
                    <a:pt x="139" y="38"/>
                  </a:cubicBezTo>
                  <a:cubicBezTo>
                    <a:pt x="139" y="37"/>
                    <a:pt x="140" y="34"/>
                    <a:pt x="141" y="34"/>
                  </a:cubicBezTo>
                  <a:cubicBezTo>
                    <a:pt x="142" y="33"/>
                    <a:pt x="145" y="37"/>
                    <a:pt x="146" y="37"/>
                  </a:cubicBezTo>
                  <a:cubicBezTo>
                    <a:pt x="148" y="38"/>
                    <a:pt x="151" y="36"/>
                    <a:pt x="152" y="35"/>
                  </a:cubicBezTo>
                  <a:cubicBezTo>
                    <a:pt x="153" y="35"/>
                    <a:pt x="154" y="33"/>
                    <a:pt x="155" y="32"/>
                  </a:cubicBezTo>
                  <a:cubicBezTo>
                    <a:pt x="157" y="32"/>
                    <a:pt x="160" y="31"/>
                    <a:pt x="162" y="32"/>
                  </a:cubicBezTo>
                  <a:cubicBezTo>
                    <a:pt x="163" y="33"/>
                    <a:pt x="162" y="38"/>
                    <a:pt x="164" y="39"/>
                  </a:cubicBezTo>
                  <a:cubicBezTo>
                    <a:pt x="165" y="40"/>
                    <a:pt x="168" y="40"/>
                    <a:pt x="169" y="39"/>
                  </a:cubicBezTo>
                  <a:cubicBezTo>
                    <a:pt x="171" y="39"/>
                    <a:pt x="172" y="35"/>
                    <a:pt x="172" y="34"/>
                  </a:cubicBezTo>
                  <a:cubicBezTo>
                    <a:pt x="172" y="32"/>
                    <a:pt x="170" y="28"/>
                    <a:pt x="170" y="26"/>
                  </a:cubicBezTo>
                  <a:cubicBezTo>
                    <a:pt x="170" y="25"/>
                    <a:pt x="169" y="22"/>
                    <a:pt x="168" y="20"/>
                  </a:cubicBezTo>
                  <a:cubicBezTo>
                    <a:pt x="168" y="19"/>
                    <a:pt x="166" y="18"/>
                    <a:pt x="166" y="17"/>
                  </a:cubicBezTo>
                  <a:cubicBezTo>
                    <a:pt x="165" y="15"/>
                    <a:pt x="165" y="11"/>
                    <a:pt x="166" y="9"/>
                  </a:cubicBezTo>
                  <a:cubicBezTo>
                    <a:pt x="166" y="8"/>
                    <a:pt x="168" y="6"/>
                    <a:pt x="169" y="6"/>
                  </a:cubicBezTo>
                  <a:cubicBezTo>
                    <a:pt x="171" y="5"/>
                    <a:pt x="174" y="7"/>
                    <a:pt x="176" y="7"/>
                  </a:cubicBezTo>
                  <a:cubicBezTo>
                    <a:pt x="178" y="7"/>
                    <a:pt x="181" y="5"/>
                    <a:pt x="182" y="4"/>
                  </a:cubicBezTo>
                  <a:cubicBezTo>
                    <a:pt x="183" y="3"/>
                    <a:pt x="183" y="2"/>
                    <a:pt x="183" y="0"/>
                  </a:cubicBezTo>
                  <a:cubicBezTo>
                    <a:pt x="184" y="1"/>
                    <a:pt x="186" y="1"/>
                    <a:pt x="187" y="1"/>
                  </a:cubicBezTo>
                  <a:cubicBezTo>
                    <a:pt x="188" y="1"/>
                    <a:pt x="190" y="1"/>
                    <a:pt x="192" y="1"/>
                  </a:cubicBezTo>
                  <a:cubicBezTo>
                    <a:pt x="193" y="1"/>
                    <a:pt x="194" y="3"/>
                    <a:pt x="195" y="3"/>
                  </a:cubicBezTo>
                  <a:cubicBezTo>
                    <a:pt x="197" y="3"/>
                    <a:pt x="200" y="3"/>
                    <a:pt x="202" y="4"/>
                  </a:cubicBezTo>
                  <a:cubicBezTo>
                    <a:pt x="203" y="4"/>
                    <a:pt x="206" y="5"/>
                    <a:pt x="206" y="6"/>
                  </a:cubicBezTo>
                  <a:cubicBezTo>
                    <a:pt x="207" y="7"/>
                    <a:pt x="206" y="10"/>
                    <a:pt x="205" y="11"/>
                  </a:cubicBezTo>
                  <a:cubicBezTo>
                    <a:pt x="204" y="11"/>
                    <a:pt x="202" y="11"/>
                    <a:pt x="202" y="11"/>
                  </a:cubicBezTo>
                  <a:cubicBezTo>
                    <a:pt x="201" y="11"/>
                    <a:pt x="200" y="11"/>
                    <a:pt x="199" y="11"/>
                  </a:cubicBezTo>
                  <a:cubicBezTo>
                    <a:pt x="199" y="13"/>
                    <a:pt x="200" y="16"/>
                    <a:pt x="201" y="17"/>
                  </a:cubicBezTo>
                  <a:cubicBezTo>
                    <a:pt x="202" y="17"/>
                    <a:pt x="205" y="16"/>
                    <a:pt x="206" y="17"/>
                  </a:cubicBezTo>
                  <a:cubicBezTo>
                    <a:pt x="208" y="17"/>
                    <a:pt x="208" y="20"/>
                    <a:pt x="209" y="21"/>
                  </a:cubicBezTo>
                  <a:cubicBezTo>
                    <a:pt x="209" y="23"/>
                    <a:pt x="211" y="25"/>
                    <a:pt x="212" y="26"/>
                  </a:cubicBezTo>
                  <a:cubicBezTo>
                    <a:pt x="213" y="28"/>
                    <a:pt x="214" y="32"/>
                    <a:pt x="214" y="34"/>
                  </a:cubicBezTo>
                  <a:cubicBezTo>
                    <a:pt x="215" y="35"/>
                    <a:pt x="215" y="38"/>
                    <a:pt x="215" y="39"/>
                  </a:cubicBezTo>
                  <a:cubicBezTo>
                    <a:pt x="216" y="40"/>
                    <a:pt x="218" y="41"/>
                    <a:pt x="219" y="41"/>
                  </a:cubicBezTo>
                  <a:cubicBezTo>
                    <a:pt x="220" y="41"/>
                    <a:pt x="221" y="39"/>
                    <a:pt x="221" y="38"/>
                  </a:cubicBezTo>
                  <a:cubicBezTo>
                    <a:pt x="222" y="37"/>
                    <a:pt x="225" y="36"/>
                    <a:pt x="226" y="36"/>
                  </a:cubicBezTo>
                  <a:cubicBezTo>
                    <a:pt x="227" y="36"/>
                    <a:pt x="229" y="36"/>
                    <a:pt x="230" y="37"/>
                  </a:cubicBezTo>
                  <a:cubicBezTo>
                    <a:pt x="231" y="37"/>
                    <a:pt x="232" y="39"/>
                    <a:pt x="232" y="39"/>
                  </a:cubicBezTo>
                  <a:cubicBezTo>
                    <a:pt x="233" y="38"/>
                    <a:pt x="234" y="35"/>
                    <a:pt x="235" y="35"/>
                  </a:cubicBezTo>
                  <a:cubicBezTo>
                    <a:pt x="236" y="34"/>
                    <a:pt x="239" y="34"/>
                    <a:pt x="240" y="34"/>
                  </a:cubicBezTo>
                  <a:cubicBezTo>
                    <a:pt x="241" y="34"/>
                    <a:pt x="242" y="36"/>
                    <a:pt x="242" y="37"/>
                  </a:cubicBezTo>
                  <a:cubicBezTo>
                    <a:pt x="242" y="38"/>
                    <a:pt x="242" y="41"/>
                    <a:pt x="243" y="42"/>
                  </a:cubicBezTo>
                  <a:cubicBezTo>
                    <a:pt x="244" y="43"/>
                    <a:pt x="246" y="45"/>
                    <a:pt x="248" y="46"/>
                  </a:cubicBezTo>
                  <a:cubicBezTo>
                    <a:pt x="249" y="47"/>
                    <a:pt x="252" y="46"/>
                    <a:pt x="253" y="47"/>
                  </a:cubicBezTo>
                  <a:cubicBezTo>
                    <a:pt x="254" y="48"/>
                    <a:pt x="255" y="51"/>
                    <a:pt x="256" y="52"/>
                  </a:cubicBezTo>
                  <a:cubicBezTo>
                    <a:pt x="256" y="53"/>
                    <a:pt x="258" y="57"/>
                    <a:pt x="258" y="58"/>
                  </a:cubicBezTo>
                  <a:cubicBezTo>
                    <a:pt x="257" y="59"/>
                    <a:pt x="255" y="61"/>
                    <a:pt x="254" y="62"/>
                  </a:cubicBezTo>
                  <a:cubicBezTo>
                    <a:pt x="254" y="63"/>
                    <a:pt x="254" y="65"/>
                    <a:pt x="254" y="66"/>
                  </a:cubicBezTo>
                  <a:cubicBezTo>
                    <a:pt x="255" y="67"/>
                    <a:pt x="256" y="70"/>
                    <a:pt x="257" y="70"/>
                  </a:cubicBezTo>
                  <a:cubicBezTo>
                    <a:pt x="258" y="70"/>
                    <a:pt x="260" y="69"/>
                    <a:pt x="260" y="68"/>
                  </a:cubicBezTo>
                  <a:cubicBezTo>
                    <a:pt x="261" y="67"/>
                    <a:pt x="261" y="65"/>
                    <a:pt x="262" y="64"/>
                  </a:cubicBezTo>
                  <a:cubicBezTo>
                    <a:pt x="262" y="63"/>
                    <a:pt x="264" y="63"/>
                    <a:pt x="266" y="63"/>
                  </a:cubicBezTo>
                  <a:cubicBezTo>
                    <a:pt x="267" y="63"/>
                    <a:pt x="269" y="62"/>
                    <a:pt x="270" y="63"/>
                  </a:cubicBezTo>
                  <a:cubicBezTo>
                    <a:pt x="270" y="63"/>
                    <a:pt x="272" y="64"/>
                    <a:pt x="272" y="65"/>
                  </a:cubicBezTo>
                  <a:cubicBezTo>
                    <a:pt x="273" y="67"/>
                    <a:pt x="272" y="69"/>
                    <a:pt x="272" y="71"/>
                  </a:cubicBezTo>
                  <a:cubicBezTo>
                    <a:pt x="273" y="71"/>
                    <a:pt x="274" y="72"/>
                    <a:pt x="275" y="72"/>
                  </a:cubicBezTo>
                  <a:cubicBezTo>
                    <a:pt x="276" y="72"/>
                    <a:pt x="278" y="70"/>
                    <a:pt x="279" y="70"/>
                  </a:cubicBezTo>
                  <a:cubicBezTo>
                    <a:pt x="281" y="69"/>
                    <a:pt x="286" y="71"/>
                    <a:pt x="288" y="70"/>
                  </a:cubicBezTo>
                  <a:cubicBezTo>
                    <a:pt x="291" y="70"/>
                    <a:pt x="296" y="66"/>
                    <a:pt x="299" y="64"/>
                  </a:cubicBezTo>
                  <a:cubicBezTo>
                    <a:pt x="300" y="63"/>
                    <a:pt x="303" y="61"/>
                    <a:pt x="305" y="61"/>
                  </a:cubicBezTo>
                  <a:cubicBezTo>
                    <a:pt x="307" y="61"/>
                    <a:pt x="311" y="62"/>
                    <a:pt x="313" y="63"/>
                  </a:cubicBezTo>
                  <a:cubicBezTo>
                    <a:pt x="314" y="64"/>
                    <a:pt x="317" y="66"/>
                    <a:pt x="318" y="67"/>
                  </a:cubicBezTo>
                  <a:cubicBezTo>
                    <a:pt x="319" y="68"/>
                    <a:pt x="322" y="71"/>
                    <a:pt x="323" y="71"/>
                  </a:cubicBezTo>
                  <a:cubicBezTo>
                    <a:pt x="324" y="71"/>
                    <a:pt x="326" y="69"/>
                    <a:pt x="327" y="69"/>
                  </a:cubicBezTo>
                  <a:cubicBezTo>
                    <a:pt x="328" y="68"/>
                    <a:pt x="330" y="68"/>
                    <a:pt x="330" y="68"/>
                  </a:cubicBezTo>
                  <a:cubicBezTo>
                    <a:pt x="332" y="67"/>
                    <a:pt x="333" y="64"/>
                    <a:pt x="334" y="62"/>
                  </a:cubicBezTo>
                  <a:cubicBezTo>
                    <a:pt x="334" y="61"/>
                    <a:pt x="334" y="59"/>
                    <a:pt x="334" y="58"/>
                  </a:cubicBezTo>
                  <a:cubicBezTo>
                    <a:pt x="334" y="57"/>
                    <a:pt x="333" y="55"/>
                    <a:pt x="333" y="54"/>
                  </a:cubicBezTo>
                  <a:cubicBezTo>
                    <a:pt x="333" y="52"/>
                    <a:pt x="334" y="49"/>
                    <a:pt x="335" y="49"/>
                  </a:cubicBezTo>
                  <a:cubicBezTo>
                    <a:pt x="336" y="48"/>
                    <a:pt x="338" y="49"/>
                    <a:pt x="338" y="49"/>
                  </a:cubicBezTo>
                  <a:cubicBezTo>
                    <a:pt x="339" y="50"/>
                    <a:pt x="341" y="52"/>
                    <a:pt x="341" y="53"/>
                  </a:cubicBezTo>
                  <a:cubicBezTo>
                    <a:pt x="343" y="54"/>
                    <a:pt x="346" y="57"/>
                    <a:pt x="345" y="59"/>
                  </a:cubicBezTo>
                  <a:cubicBezTo>
                    <a:pt x="345" y="60"/>
                    <a:pt x="343" y="62"/>
                    <a:pt x="342" y="63"/>
                  </a:cubicBezTo>
                  <a:cubicBezTo>
                    <a:pt x="341" y="64"/>
                    <a:pt x="339" y="66"/>
                    <a:pt x="339" y="67"/>
                  </a:cubicBezTo>
                  <a:cubicBezTo>
                    <a:pt x="338" y="68"/>
                    <a:pt x="338" y="71"/>
                    <a:pt x="338" y="72"/>
                  </a:cubicBezTo>
                  <a:cubicBezTo>
                    <a:pt x="339" y="73"/>
                    <a:pt x="342" y="73"/>
                    <a:pt x="343" y="73"/>
                  </a:cubicBezTo>
                  <a:cubicBezTo>
                    <a:pt x="345" y="74"/>
                    <a:pt x="347" y="76"/>
                    <a:pt x="348" y="77"/>
                  </a:cubicBezTo>
                  <a:cubicBezTo>
                    <a:pt x="349" y="78"/>
                    <a:pt x="352" y="80"/>
                    <a:pt x="352" y="81"/>
                  </a:cubicBezTo>
                  <a:cubicBezTo>
                    <a:pt x="353" y="82"/>
                    <a:pt x="355" y="85"/>
                    <a:pt x="355" y="86"/>
                  </a:cubicBezTo>
                  <a:cubicBezTo>
                    <a:pt x="355" y="87"/>
                    <a:pt x="354" y="90"/>
                    <a:pt x="353" y="91"/>
                  </a:cubicBezTo>
                  <a:cubicBezTo>
                    <a:pt x="353" y="92"/>
                    <a:pt x="352" y="94"/>
                    <a:pt x="352" y="95"/>
                  </a:cubicBezTo>
                  <a:cubicBezTo>
                    <a:pt x="353" y="96"/>
                    <a:pt x="355" y="97"/>
                    <a:pt x="356" y="98"/>
                  </a:cubicBezTo>
                  <a:cubicBezTo>
                    <a:pt x="359" y="98"/>
                    <a:pt x="363" y="98"/>
                    <a:pt x="366" y="98"/>
                  </a:cubicBezTo>
                  <a:cubicBezTo>
                    <a:pt x="369" y="98"/>
                    <a:pt x="374" y="96"/>
                    <a:pt x="377" y="96"/>
                  </a:cubicBezTo>
                  <a:cubicBezTo>
                    <a:pt x="380" y="96"/>
                    <a:pt x="387" y="96"/>
                    <a:pt x="390" y="96"/>
                  </a:cubicBezTo>
                  <a:cubicBezTo>
                    <a:pt x="392" y="96"/>
                    <a:pt x="396" y="96"/>
                    <a:pt x="398" y="96"/>
                  </a:cubicBezTo>
                  <a:cubicBezTo>
                    <a:pt x="399" y="96"/>
                    <a:pt x="403" y="95"/>
                    <a:pt x="404" y="96"/>
                  </a:cubicBezTo>
                  <a:cubicBezTo>
                    <a:pt x="406" y="97"/>
                    <a:pt x="408" y="102"/>
                    <a:pt x="409" y="104"/>
                  </a:cubicBezTo>
                  <a:cubicBezTo>
                    <a:pt x="409" y="106"/>
                    <a:pt x="409" y="110"/>
                    <a:pt x="410" y="112"/>
                  </a:cubicBezTo>
                  <a:cubicBezTo>
                    <a:pt x="410" y="113"/>
                    <a:pt x="413" y="114"/>
                    <a:pt x="414" y="115"/>
                  </a:cubicBezTo>
                  <a:cubicBezTo>
                    <a:pt x="416" y="115"/>
                    <a:pt x="420" y="115"/>
                    <a:pt x="422" y="116"/>
                  </a:cubicBezTo>
                  <a:cubicBezTo>
                    <a:pt x="424" y="116"/>
                    <a:pt x="426" y="119"/>
                    <a:pt x="427" y="119"/>
                  </a:cubicBezTo>
                  <a:cubicBezTo>
                    <a:pt x="429" y="120"/>
                    <a:pt x="432" y="120"/>
                    <a:pt x="433" y="119"/>
                  </a:cubicBezTo>
                  <a:cubicBezTo>
                    <a:pt x="435" y="119"/>
                    <a:pt x="437" y="116"/>
                    <a:pt x="438" y="115"/>
                  </a:cubicBezTo>
                  <a:cubicBezTo>
                    <a:pt x="438" y="114"/>
                    <a:pt x="441" y="113"/>
                    <a:pt x="441" y="112"/>
                  </a:cubicBezTo>
                  <a:cubicBezTo>
                    <a:pt x="441" y="111"/>
                    <a:pt x="440" y="109"/>
                    <a:pt x="440" y="107"/>
                  </a:cubicBezTo>
                  <a:cubicBezTo>
                    <a:pt x="440" y="107"/>
                    <a:pt x="441" y="105"/>
                    <a:pt x="442" y="104"/>
                  </a:cubicBezTo>
                  <a:cubicBezTo>
                    <a:pt x="443" y="103"/>
                    <a:pt x="445" y="101"/>
                    <a:pt x="447" y="101"/>
                  </a:cubicBezTo>
                  <a:cubicBezTo>
                    <a:pt x="449" y="101"/>
                    <a:pt x="452" y="103"/>
                    <a:pt x="454" y="103"/>
                  </a:cubicBezTo>
                  <a:cubicBezTo>
                    <a:pt x="455" y="103"/>
                    <a:pt x="458" y="101"/>
                    <a:pt x="460" y="101"/>
                  </a:cubicBezTo>
                  <a:cubicBezTo>
                    <a:pt x="462" y="101"/>
                    <a:pt x="465" y="104"/>
                    <a:pt x="467" y="103"/>
                  </a:cubicBezTo>
                  <a:cubicBezTo>
                    <a:pt x="469" y="102"/>
                    <a:pt x="468" y="97"/>
                    <a:pt x="469" y="96"/>
                  </a:cubicBezTo>
                  <a:cubicBezTo>
                    <a:pt x="470" y="95"/>
                    <a:pt x="472" y="95"/>
                    <a:pt x="473" y="95"/>
                  </a:cubicBezTo>
                  <a:cubicBezTo>
                    <a:pt x="474" y="95"/>
                    <a:pt x="476" y="97"/>
                    <a:pt x="477" y="98"/>
                  </a:cubicBezTo>
                  <a:cubicBezTo>
                    <a:pt x="478" y="98"/>
                    <a:pt x="480" y="96"/>
                    <a:pt x="481" y="96"/>
                  </a:cubicBezTo>
                  <a:cubicBezTo>
                    <a:pt x="482" y="96"/>
                    <a:pt x="484" y="97"/>
                    <a:pt x="485" y="98"/>
                  </a:cubicBezTo>
                  <a:cubicBezTo>
                    <a:pt x="486" y="98"/>
                    <a:pt x="486" y="102"/>
                    <a:pt x="487" y="103"/>
                  </a:cubicBezTo>
                  <a:cubicBezTo>
                    <a:pt x="489" y="104"/>
                    <a:pt x="493" y="104"/>
                    <a:pt x="495" y="105"/>
                  </a:cubicBezTo>
                  <a:cubicBezTo>
                    <a:pt x="496" y="106"/>
                    <a:pt x="498" y="107"/>
                    <a:pt x="499" y="107"/>
                  </a:cubicBezTo>
                  <a:cubicBezTo>
                    <a:pt x="501" y="107"/>
                    <a:pt x="504" y="107"/>
                    <a:pt x="505" y="106"/>
                  </a:cubicBezTo>
                  <a:cubicBezTo>
                    <a:pt x="507" y="105"/>
                    <a:pt x="508" y="102"/>
                    <a:pt x="509" y="101"/>
                  </a:cubicBezTo>
                  <a:cubicBezTo>
                    <a:pt x="510" y="100"/>
                    <a:pt x="510" y="96"/>
                    <a:pt x="511" y="95"/>
                  </a:cubicBezTo>
                  <a:cubicBezTo>
                    <a:pt x="512" y="94"/>
                    <a:pt x="515" y="92"/>
                    <a:pt x="518" y="91"/>
                  </a:cubicBezTo>
                  <a:cubicBezTo>
                    <a:pt x="519" y="94"/>
                    <a:pt x="520" y="97"/>
                    <a:pt x="520" y="98"/>
                  </a:cubicBezTo>
                  <a:cubicBezTo>
                    <a:pt x="520" y="101"/>
                    <a:pt x="519" y="106"/>
                    <a:pt x="518" y="109"/>
                  </a:cubicBezTo>
                  <a:cubicBezTo>
                    <a:pt x="518" y="112"/>
                    <a:pt x="518" y="117"/>
                    <a:pt x="518" y="119"/>
                  </a:cubicBezTo>
                  <a:cubicBezTo>
                    <a:pt x="519" y="122"/>
                    <a:pt x="525" y="127"/>
                    <a:pt x="525" y="130"/>
                  </a:cubicBezTo>
                  <a:cubicBezTo>
                    <a:pt x="526" y="134"/>
                    <a:pt x="521" y="141"/>
                    <a:pt x="521" y="145"/>
                  </a:cubicBezTo>
                  <a:cubicBezTo>
                    <a:pt x="522" y="147"/>
                    <a:pt x="525" y="150"/>
                    <a:pt x="526" y="152"/>
                  </a:cubicBezTo>
                  <a:cubicBezTo>
                    <a:pt x="527" y="156"/>
                    <a:pt x="526" y="163"/>
                    <a:pt x="527" y="166"/>
                  </a:cubicBezTo>
                  <a:cubicBezTo>
                    <a:pt x="528" y="169"/>
                    <a:pt x="532" y="175"/>
                    <a:pt x="532" y="178"/>
                  </a:cubicBezTo>
                  <a:cubicBezTo>
                    <a:pt x="534" y="182"/>
                    <a:pt x="534" y="190"/>
                    <a:pt x="534" y="194"/>
                  </a:cubicBezTo>
                  <a:cubicBezTo>
                    <a:pt x="535" y="196"/>
                    <a:pt x="535" y="200"/>
                    <a:pt x="535" y="203"/>
                  </a:cubicBezTo>
                  <a:cubicBezTo>
                    <a:pt x="535" y="207"/>
                    <a:pt x="535" y="211"/>
                    <a:pt x="534" y="214"/>
                  </a:cubicBezTo>
                  <a:cubicBezTo>
                    <a:pt x="534" y="220"/>
                    <a:pt x="532" y="232"/>
                    <a:pt x="531" y="237"/>
                  </a:cubicBezTo>
                  <a:cubicBezTo>
                    <a:pt x="530" y="239"/>
                    <a:pt x="528" y="243"/>
                    <a:pt x="527" y="245"/>
                  </a:cubicBezTo>
                  <a:cubicBezTo>
                    <a:pt x="525" y="247"/>
                    <a:pt x="521" y="250"/>
                    <a:pt x="518" y="251"/>
                  </a:cubicBezTo>
                  <a:cubicBezTo>
                    <a:pt x="516" y="253"/>
                    <a:pt x="510" y="253"/>
                    <a:pt x="508" y="255"/>
                  </a:cubicBezTo>
                  <a:cubicBezTo>
                    <a:pt x="505" y="257"/>
                    <a:pt x="500" y="262"/>
                    <a:pt x="499" y="265"/>
                  </a:cubicBezTo>
                  <a:cubicBezTo>
                    <a:pt x="498" y="268"/>
                    <a:pt x="500" y="273"/>
                    <a:pt x="499" y="276"/>
                  </a:cubicBezTo>
                  <a:cubicBezTo>
                    <a:pt x="498" y="278"/>
                    <a:pt x="494" y="281"/>
                    <a:pt x="493" y="283"/>
                  </a:cubicBezTo>
                  <a:cubicBezTo>
                    <a:pt x="491" y="286"/>
                    <a:pt x="488" y="292"/>
                    <a:pt x="486" y="295"/>
                  </a:cubicBezTo>
                  <a:cubicBezTo>
                    <a:pt x="484" y="298"/>
                    <a:pt x="481" y="306"/>
                    <a:pt x="478" y="308"/>
                  </a:cubicBezTo>
                  <a:cubicBezTo>
                    <a:pt x="475" y="312"/>
                    <a:pt x="466" y="316"/>
                    <a:pt x="462" y="318"/>
                  </a:cubicBezTo>
                  <a:cubicBezTo>
                    <a:pt x="459" y="319"/>
                    <a:pt x="454" y="320"/>
                    <a:pt x="452" y="321"/>
                  </a:cubicBezTo>
                  <a:cubicBezTo>
                    <a:pt x="449" y="323"/>
                    <a:pt x="445" y="328"/>
                    <a:pt x="443" y="330"/>
                  </a:cubicBezTo>
                  <a:cubicBezTo>
                    <a:pt x="439" y="334"/>
                    <a:pt x="434" y="342"/>
                    <a:pt x="430" y="345"/>
                  </a:cubicBezTo>
                  <a:cubicBezTo>
                    <a:pt x="427" y="347"/>
                    <a:pt x="419" y="349"/>
                    <a:pt x="416" y="351"/>
                  </a:cubicBezTo>
                  <a:cubicBezTo>
                    <a:pt x="407" y="356"/>
                    <a:pt x="393" y="368"/>
                    <a:pt x="386" y="375"/>
                  </a:cubicBezTo>
                  <a:cubicBezTo>
                    <a:pt x="384" y="376"/>
                    <a:pt x="380" y="379"/>
                    <a:pt x="380" y="380"/>
                  </a:cubicBezTo>
                  <a:cubicBezTo>
                    <a:pt x="380" y="380"/>
                    <a:pt x="379" y="383"/>
                    <a:pt x="379" y="384"/>
                  </a:cubicBezTo>
                  <a:cubicBezTo>
                    <a:pt x="378" y="386"/>
                    <a:pt x="375" y="390"/>
                    <a:pt x="373" y="390"/>
                  </a:cubicBezTo>
                  <a:cubicBezTo>
                    <a:pt x="372" y="391"/>
                    <a:pt x="368" y="389"/>
                    <a:pt x="367" y="389"/>
                  </a:cubicBezTo>
                  <a:cubicBezTo>
                    <a:pt x="366" y="390"/>
                    <a:pt x="365" y="392"/>
                    <a:pt x="364" y="393"/>
                  </a:cubicBezTo>
                  <a:cubicBezTo>
                    <a:pt x="362" y="395"/>
                    <a:pt x="357" y="397"/>
                    <a:pt x="354" y="399"/>
                  </a:cubicBezTo>
                  <a:cubicBezTo>
                    <a:pt x="353" y="399"/>
                    <a:pt x="350" y="400"/>
                    <a:pt x="348" y="400"/>
                  </a:cubicBezTo>
                  <a:cubicBezTo>
                    <a:pt x="347" y="401"/>
                    <a:pt x="345" y="402"/>
                    <a:pt x="344" y="403"/>
                  </a:cubicBezTo>
                  <a:cubicBezTo>
                    <a:pt x="342" y="403"/>
                    <a:pt x="338" y="404"/>
                    <a:pt x="336" y="404"/>
                  </a:cubicBezTo>
                  <a:cubicBezTo>
                    <a:pt x="334" y="405"/>
                    <a:pt x="330" y="404"/>
                    <a:pt x="328" y="405"/>
                  </a:cubicBezTo>
                  <a:cubicBezTo>
                    <a:pt x="327" y="405"/>
                    <a:pt x="324" y="407"/>
                    <a:pt x="323" y="407"/>
                  </a:cubicBezTo>
                  <a:cubicBezTo>
                    <a:pt x="321" y="408"/>
                    <a:pt x="317" y="409"/>
                    <a:pt x="315" y="410"/>
                  </a:cubicBezTo>
                  <a:cubicBezTo>
                    <a:pt x="313" y="410"/>
                    <a:pt x="309" y="411"/>
                    <a:pt x="307" y="411"/>
                  </a:cubicBezTo>
                  <a:cubicBezTo>
                    <a:pt x="305" y="411"/>
                    <a:pt x="302" y="410"/>
                    <a:pt x="301" y="410"/>
                  </a:cubicBezTo>
                  <a:cubicBezTo>
                    <a:pt x="299" y="410"/>
                    <a:pt x="296" y="410"/>
                    <a:pt x="295" y="411"/>
                  </a:cubicBezTo>
                  <a:cubicBezTo>
                    <a:pt x="294" y="412"/>
                    <a:pt x="294" y="415"/>
                    <a:pt x="293" y="416"/>
                  </a:cubicBezTo>
                  <a:cubicBezTo>
                    <a:pt x="292" y="417"/>
                    <a:pt x="289" y="419"/>
                    <a:pt x="287" y="419"/>
                  </a:cubicBezTo>
                  <a:cubicBezTo>
                    <a:pt x="285" y="419"/>
                    <a:pt x="281" y="417"/>
                    <a:pt x="278" y="417"/>
                  </a:cubicBezTo>
                  <a:cubicBezTo>
                    <a:pt x="277" y="417"/>
                    <a:pt x="274" y="419"/>
                    <a:pt x="272" y="420"/>
                  </a:cubicBezTo>
                  <a:cubicBezTo>
                    <a:pt x="271" y="422"/>
                    <a:pt x="269" y="426"/>
                    <a:pt x="268" y="428"/>
                  </a:cubicBezTo>
                  <a:cubicBezTo>
                    <a:pt x="267" y="429"/>
                    <a:pt x="265" y="433"/>
                    <a:pt x="264" y="434"/>
                  </a:cubicBezTo>
                  <a:cubicBezTo>
                    <a:pt x="262" y="436"/>
                    <a:pt x="259" y="438"/>
                    <a:pt x="258" y="438"/>
                  </a:cubicBezTo>
                  <a:cubicBezTo>
                    <a:pt x="256" y="438"/>
                    <a:pt x="253" y="439"/>
                    <a:pt x="252" y="438"/>
                  </a:cubicBezTo>
                  <a:cubicBezTo>
                    <a:pt x="251" y="437"/>
                    <a:pt x="250" y="433"/>
                    <a:pt x="249" y="432"/>
                  </a:cubicBezTo>
                  <a:cubicBezTo>
                    <a:pt x="248" y="431"/>
                    <a:pt x="245" y="430"/>
                    <a:pt x="244" y="430"/>
                  </a:cubicBezTo>
                  <a:cubicBezTo>
                    <a:pt x="242" y="430"/>
                    <a:pt x="238" y="431"/>
                    <a:pt x="237" y="432"/>
                  </a:cubicBezTo>
                  <a:cubicBezTo>
                    <a:pt x="236" y="433"/>
                    <a:pt x="234" y="436"/>
                    <a:pt x="232" y="437"/>
                  </a:cubicBezTo>
                  <a:cubicBezTo>
                    <a:pt x="231" y="438"/>
                    <a:pt x="228" y="438"/>
                    <a:pt x="227" y="439"/>
                  </a:cubicBezTo>
                  <a:cubicBezTo>
                    <a:pt x="226" y="439"/>
                    <a:pt x="224" y="441"/>
                    <a:pt x="222" y="441"/>
                  </a:cubicBezTo>
                  <a:cubicBezTo>
                    <a:pt x="221" y="441"/>
                    <a:pt x="219" y="440"/>
                    <a:pt x="218" y="440"/>
                  </a:cubicBezTo>
                  <a:cubicBezTo>
                    <a:pt x="216" y="440"/>
                    <a:pt x="212" y="440"/>
                    <a:pt x="211" y="440"/>
                  </a:cubicBezTo>
                  <a:cubicBezTo>
                    <a:pt x="210" y="440"/>
                    <a:pt x="208" y="441"/>
                    <a:pt x="207" y="441"/>
                  </a:cubicBezTo>
                  <a:cubicBezTo>
                    <a:pt x="205" y="442"/>
                    <a:pt x="203" y="445"/>
                    <a:pt x="202" y="446"/>
                  </a:cubicBezTo>
                  <a:cubicBezTo>
                    <a:pt x="200" y="447"/>
                    <a:pt x="197" y="448"/>
                    <a:pt x="195" y="449"/>
                  </a:cubicBezTo>
                  <a:cubicBezTo>
                    <a:pt x="194" y="449"/>
                    <a:pt x="191" y="448"/>
                    <a:pt x="190" y="448"/>
                  </a:cubicBezTo>
                  <a:cubicBezTo>
                    <a:pt x="188" y="448"/>
                    <a:pt x="186" y="450"/>
                    <a:pt x="185" y="450"/>
                  </a:cubicBezTo>
                  <a:cubicBezTo>
                    <a:pt x="184" y="450"/>
                    <a:pt x="181" y="449"/>
                    <a:pt x="179" y="449"/>
                  </a:cubicBezTo>
                  <a:cubicBezTo>
                    <a:pt x="178" y="448"/>
                    <a:pt x="176" y="447"/>
                    <a:pt x="175" y="446"/>
                  </a:cubicBezTo>
                  <a:cubicBezTo>
                    <a:pt x="174" y="446"/>
                    <a:pt x="173" y="445"/>
                    <a:pt x="172" y="444"/>
                  </a:cubicBezTo>
                  <a:cubicBezTo>
                    <a:pt x="172" y="443"/>
                    <a:pt x="171" y="441"/>
                    <a:pt x="170" y="441"/>
                  </a:cubicBezTo>
                  <a:cubicBezTo>
                    <a:pt x="170" y="440"/>
                    <a:pt x="168" y="441"/>
                    <a:pt x="167" y="441"/>
                  </a:cubicBezTo>
                  <a:cubicBezTo>
                    <a:pt x="167" y="441"/>
                    <a:pt x="166" y="441"/>
                    <a:pt x="165" y="440"/>
                  </a:cubicBezTo>
                  <a:cubicBezTo>
                    <a:pt x="165" y="440"/>
                    <a:pt x="164" y="438"/>
                    <a:pt x="164" y="437"/>
                  </a:cubicBezTo>
                  <a:cubicBezTo>
                    <a:pt x="164" y="436"/>
                    <a:pt x="166" y="435"/>
                    <a:pt x="167" y="435"/>
                  </a:cubicBezTo>
                  <a:cubicBezTo>
                    <a:pt x="167" y="434"/>
                    <a:pt x="168" y="432"/>
                    <a:pt x="168" y="431"/>
                  </a:cubicBezTo>
                  <a:cubicBezTo>
                    <a:pt x="168" y="430"/>
                    <a:pt x="167" y="429"/>
                    <a:pt x="166" y="428"/>
                  </a:cubicBezTo>
                  <a:cubicBezTo>
                    <a:pt x="165" y="428"/>
                    <a:pt x="163" y="427"/>
                    <a:pt x="162" y="426"/>
                  </a:cubicBezTo>
                  <a:cubicBezTo>
                    <a:pt x="162" y="426"/>
                    <a:pt x="162" y="424"/>
                    <a:pt x="162" y="423"/>
                  </a:cubicBezTo>
                  <a:cubicBezTo>
                    <a:pt x="162" y="423"/>
                    <a:pt x="160" y="421"/>
                    <a:pt x="160" y="421"/>
                  </a:cubicBezTo>
                  <a:cubicBezTo>
                    <a:pt x="159" y="420"/>
                    <a:pt x="159" y="418"/>
                    <a:pt x="159" y="417"/>
                  </a:cubicBezTo>
                  <a:cubicBezTo>
                    <a:pt x="159" y="416"/>
                    <a:pt x="161" y="415"/>
                    <a:pt x="161" y="414"/>
                  </a:cubicBezTo>
                  <a:cubicBezTo>
                    <a:pt x="162" y="412"/>
                    <a:pt x="162" y="410"/>
                    <a:pt x="162" y="409"/>
                  </a:cubicBezTo>
                  <a:cubicBezTo>
                    <a:pt x="162" y="408"/>
                    <a:pt x="160" y="406"/>
                    <a:pt x="160" y="405"/>
                  </a:cubicBezTo>
                  <a:cubicBezTo>
                    <a:pt x="159" y="404"/>
                    <a:pt x="158" y="401"/>
                    <a:pt x="158" y="400"/>
                  </a:cubicBezTo>
                  <a:cubicBezTo>
                    <a:pt x="157" y="400"/>
                    <a:pt x="155" y="399"/>
                    <a:pt x="153" y="399"/>
                  </a:cubicBezTo>
                  <a:cubicBezTo>
                    <a:pt x="153" y="399"/>
                    <a:pt x="151" y="399"/>
                    <a:pt x="150" y="399"/>
                  </a:cubicBezTo>
                  <a:cubicBezTo>
                    <a:pt x="149" y="398"/>
                    <a:pt x="146" y="396"/>
                    <a:pt x="146" y="395"/>
                  </a:cubicBezTo>
                  <a:cubicBezTo>
                    <a:pt x="146" y="394"/>
                    <a:pt x="146" y="391"/>
                    <a:pt x="147" y="389"/>
                  </a:cubicBezTo>
                  <a:cubicBezTo>
                    <a:pt x="147" y="388"/>
                    <a:pt x="147" y="386"/>
                    <a:pt x="148" y="385"/>
                  </a:cubicBezTo>
                  <a:cubicBezTo>
                    <a:pt x="149" y="384"/>
                    <a:pt x="152" y="385"/>
                    <a:pt x="154" y="384"/>
                  </a:cubicBezTo>
                  <a:cubicBezTo>
                    <a:pt x="155" y="383"/>
                    <a:pt x="156" y="380"/>
                    <a:pt x="156" y="378"/>
                  </a:cubicBezTo>
                  <a:cubicBezTo>
                    <a:pt x="156" y="377"/>
                    <a:pt x="155" y="374"/>
                    <a:pt x="154" y="373"/>
                  </a:cubicBezTo>
                  <a:cubicBezTo>
                    <a:pt x="153" y="371"/>
                    <a:pt x="152" y="368"/>
                    <a:pt x="151" y="367"/>
                  </a:cubicBezTo>
                  <a:cubicBezTo>
                    <a:pt x="150" y="365"/>
                    <a:pt x="148" y="362"/>
                    <a:pt x="147" y="360"/>
                  </a:cubicBezTo>
                  <a:cubicBezTo>
                    <a:pt x="146" y="359"/>
                    <a:pt x="144" y="357"/>
                    <a:pt x="143" y="355"/>
                  </a:cubicBezTo>
                  <a:cubicBezTo>
                    <a:pt x="142" y="354"/>
                    <a:pt x="140" y="353"/>
                    <a:pt x="139" y="352"/>
                  </a:cubicBezTo>
                  <a:cubicBezTo>
                    <a:pt x="139" y="351"/>
                    <a:pt x="139" y="350"/>
                    <a:pt x="139" y="350"/>
                  </a:cubicBezTo>
                  <a:cubicBezTo>
                    <a:pt x="138" y="348"/>
                    <a:pt x="140" y="345"/>
                    <a:pt x="139" y="343"/>
                  </a:cubicBezTo>
                  <a:cubicBezTo>
                    <a:pt x="139" y="342"/>
                    <a:pt x="138" y="338"/>
                    <a:pt x="137" y="337"/>
                  </a:cubicBezTo>
                  <a:cubicBezTo>
                    <a:pt x="136" y="336"/>
                    <a:pt x="133" y="337"/>
                    <a:pt x="132" y="336"/>
                  </a:cubicBezTo>
                  <a:cubicBezTo>
                    <a:pt x="131" y="335"/>
                    <a:pt x="130" y="333"/>
                    <a:pt x="129" y="333"/>
                  </a:cubicBezTo>
                  <a:cubicBezTo>
                    <a:pt x="128" y="332"/>
                    <a:pt x="127" y="333"/>
                    <a:pt x="126" y="333"/>
                  </a:cubicBezTo>
                  <a:cubicBezTo>
                    <a:pt x="124" y="333"/>
                    <a:pt x="121" y="332"/>
                    <a:pt x="120" y="331"/>
                  </a:cubicBezTo>
                  <a:cubicBezTo>
                    <a:pt x="118" y="330"/>
                    <a:pt x="117" y="327"/>
                    <a:pt x="116" y="327"/>
                  </a:cubicBezTo>
                  <a:cubicBezTo>
                    <a:pt x="114" y="326"/>
                    <a:pt x="112" y="328"/>
                    <a:pt x="111" y="328"/>
                  </a:cubicBezTo>
                  <a:cubicBezTo>
                    <a:pt x="110" y="329"/>
                    <a:pt x="107" y="331"/>
                    <a:pt x="105" y="331"/>
                  </a:cubicBezTo>
                  <a:cubicBezTo>
                    <a:pt x="103" y="332"/>
                    <a:pt x="97" y="332"/>
                    <a:pt x="95" y="331"/>
                  </a:cubicBezTo>
                  <a:cubicBezTo>
                    <a:pt x="93" y="331"/>
                    <a:pt x="90" y="328"/>
                    <a:pt x="89" y="327"/>
                  </a:cubicBezTo>
                  <a:cubicBezTo>
                    <a:pt x="88" y="326"/>
                    <a:pt x="87" y="323"/>
                    <a:pt x="86" y="323"/>
                  </a:cubicBezTo>
                  <a:cubicBezTo>
                    <a:pt x="84" y="322"/>
                    <a:pt x="80" y="321"/>
                    <a:pt x="77" y="321"/>
                  </a:cubicBezTo>
                  <a:cubicBezTo>
                    <a:pt x="76" y="321"/>
                    <a:pt x="73" y="323"/>
                    <a:pt x="72" y="322"/>
                  </a:cubicBezTo>
                  <a:cubicBezTo>
                    <a:pt x="70" y="322"/>
                    <a:pt x="69" y="319"/>
                    <a:pt x="67" y="318"/>
                  </a:cubicBezTo>
                  <a:cubicBezTo>
                    <a:pt x="66" y="318"/>
                    <a:pt x="62" y="317"/>
                    <a:pt x="61" y="317"/>
                  </a:cubicBezTo>
                  <a:cubicBezTo>
                    <a:pt x="59" y="317"/>
                    <a:pt x="56" y="319"/>
                    <a:pt x="54" y="320"/>
                  </a:cubicBezTo>
                  <a:cubicBezTo>
                    <a:pt x="53" y="321"/>
                    <a:pt x="52" y="325"/>
                    <a:pt x="52" y="3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3"/>
            <p:cNvSpPr>
              <a:spLocks/>
            </p:cNvSpPr>
            <p:nvPr/>
          </p:nvSpPr>
          <p:spPr bwMode="auto">
            <a:xfrm>
              <a:off x="4164013" y="2598738"/>
              <a:ext cx="919163" cy="873125"/>
            </a:xfrm>
            <a:custGeom>
              <a:avLst/>
              <a:gdLst/>
              <a:ahLst/>
              <a:cxnLst>
                <a:cxn ang="0">
                  <a:pos x="27" y="440"/>
                </a:cxn>
                <a:cxn ang="0">
                  <a:pos x="4" y="407"/>
                </a:cxn>
                <a:cxn ang="0">
                  <a:pos x="25" y="389"/>
                </a:cxn>
                <a:cxn ang="0">
                  <a:pos x="52" y="369"/>
                </a:cxn>
                <a:cxn ang="0">
                  <a:pos x="78" y="355"/>
                </a:cxn>
                <a:cxn ang="0">
                  <a:pos x="78" y="309"/>
                </a:cxn>
                <a:cxn ang="0">
                  <a:pos x="77" y="286"/>
                </a:cxn>
                <a:cxn ang="0">
                  <a:pos x="89" y="253"/>
                </a:cxn>
                <a:cxn ang="0">
                  <a:pos x="107" y="214"/>
                </a:cxn>
                <a:cxn ang="0">
                  <a:pos x="142" y="223"/>
                </a:cxn>
                <a:cxn ang="0">
                  <a:pos x="167" y="175"/>
                </a:cxn>
                <a:cxn ang="0">
                  <a:pos x="160" y="141"/>
                </a:cxn>
                <a:cxn ang="0">
                  <a:pos x="187" y="129"/>
                </a:cxn>
                <a:cxn ang="0">
                  <a:pos x="216" y="107"/>
                </a:cxn>
                <a:cxn ang="0">
                  <a:pos x="212" y="74"/>
                </a:cxn>
                <a:cxn ang="0">
                  <a:pos x="249" y="72"/>
                </a:cxn>
                <a:cxn ang="0">
                  <a:pos x="244" y="48"/>
                </a:cxn>
                <a:cxn ang="0">
                  <a:pos x="248" y="22"/>
                </a:cxn>
                <a:cxn ang="0">
                  <a:pos x="283" y="19"/>
                </a:cxn>
                <a:cxn ang="0">
                  <a:pos x="301" y="5"/>
                </a:cxn>
                <a:cxn ang="0">
                  <a:pos x="323" y="28"/>
                </a:cxn>
                <a:cxn ang="0">
                  <a:pos x="350" y="47"/>
                </a:cxn>
                <a:cxn ang="0">
                  <a:pos x="383" y="56"/>
                </a:cxn>
                <a:cxn ang="0">
                  <a:pos x="423" y="50"/>
                </a:cxn>
                <a:cxn ang="0">
                  <a:pos x="452" y="48"/>
                </a:cxn>
                <a:cxn ang="0">
                  <a:pos x="473" y="72"/>
                </a:cxn>
                <a:cxn ang="0">
                  <a:pos x="497" y="98"/>
                </a:cxn>
                <a:cxn ang="0">
                  <a:pos x="521" y="121"/>
                </a:cxn>
                <a:cxn ang="0">
                  <a:pos x="521" y="150"/>
                </a:cxn>
                <a:cxn ang="0">
                  <a:pos x="518" y="179"/>
                </a:cxn>
                <a:cxn ang="0">
                  <a:pos x="536" y="185"/>
                </a:cxn>
                <a:cxn ang="0">
                  <a:pos x="560" y="177"/>
                </a:cxn>
                <a:cxn ang="0">
                  <a:pos x="590" y="194"/>
                </a:cxn>
                <a:cxn ang="0">
                  <a:pos x="631" y="213"/>
                </a:cxn>
                <a:cxn ang="0">
                  <a:pos x="624" y="235"/>
                </a:cxn>
                <a:cxn ang="0">
                  <a:pos x="636" y="269"/>
                </a:cxn>
                <a:cxn ang="0">
                  <a:pos x="603" y="280"/>
                </a:cxn>
                <a:cxn ang="0">
                  <a:pos x="565" y="280"/>
                </a:cxn>
                <a:cxn ang="0">
                  <a:pos x="575" y="317"/>
                </a:cxn>
                <a:cxn ang="0">
                  <a:pos x="593" y="353"/>
                </a:cxn>
                <a:cxn ang="0">
                  <a:pos x="589" y="384"/>
                </a:cxn>
                <a:cxn ang="0">
                  <a:pos x="568" y="422"/>
                </a:cxn>
                <a:cxn ang="0">
                  <a:pos x="556" y="454"/>
                </a:cxn>
                <a:cxn ang="0">
                  <a:pos x="536" y="462"/>
                </a:cxn>
                <a:cxn ang="0">
                  <a:pos x="484" y="472"/>
                </a:cxn>
                <a:cxn ang="0">
                  <a:pos x="464" y="497"/>
                </a:cxn>
                <a:cxn ang="0">
                  <a:pos x="482" y="530"/>
                </a:cxn>
                <a:cxn ang="0">
                  <a:pos x="457" y="544"/>
                </a:cxn>
                <a:cxn ang="0">
                  <a:pos x="424" y="555"/>
                </a:cxn>
                <a:cxn ang="0">
                  <a:pos x="398" y="607"/>
                </a:cxn>
                <a:cxn ang="0">
                  <a:pos x="347" y="589"/>
                </a:cxn>
                <a:cxn ang="0">
                  <a:pos x="324" y="552"/>
                </a:cxn>
                <a:cxn ang="0">
                  <a:pos x="298" y="532"/>
                </a:cxn>
                <a:cxn ang="0">
                  <a:pos x="261" y="540"/>
                </a:cxn>
                <a:cxn ang="0">
                  <a:pos x="224" y="507"/>
                </a:cxn>
                <a:cxn ang="0">
                  <a:pos x="192" y="512"/>
                </a:cxn>
                <a:cxn ang="0">
                  <a:pos x="144" y="520"/>
                </a:cxn>
                <a:cxn ang="0">
                  <a:pos x="112" y="489"/>
                </a:cxn>
                <a:cxn ang="0">
                  <a:pos x="88" y="493"/>
                </a:cxn>
                <a:cxn ang="0">
                  <a:pos x="36" y="476"/>
                </a:cxn>
              </a:cxnLst>
              <a:rect l="0" t="0" r="r" b="b"/>
              <a:pathLst>
                <a:path w="641" h="608">
                  <a:moveTo>
                    <a:pt x="28" y="474"/>
                  </a:moveTo>
                  <a:cubicBezTo>
                    <a:pt x="28" y="473"/>
                    <a:pt x="28" y="472"/>
                    <a:pt x="28" y="471"/>
                  </a:cubicBezTo>
                  <a:cubicBezTo>
                    <a:pt x="28" y="470"/>
                    <a:pt x="28" y="467"/>
                    <a:pt x="28" y="466"/>
                  </a:cubicBezTo>
                  <a:cubicBezTo>
                    <a:pt x="27" y="464"/>
                    <a:pt x="25" y="462"/>
                    <a:pt x="24" y="461"/>
                  </a:cubicBezTo>
                  <a:cubicBezTo>
                    <a:pt x="23" y="459"/>
                    <a:pt x="22" y="457"/>
                    <a:pt x="22" y="456"/>
                  </a:cubicBezTo>
                  <a:cubicBezTo>
                    <a:pt x="22" y="454"/>
                    <a:pt x="24" y="452"/>
                    <a:pt x="25" y="451"/>
                  </a:cubicBezTo>
                  <a:cubicBezTo>
                    <a:pt x="25" y="449"/>
                    <a:pt x="26" y="447"/>
                    <a:pt x="27" y="445"/>
                  </a:cubicBezTo>
                  <a:cubicBezTo>
                    <a:pt x="27" y="444"/>
                    <a:pt x="27" y="441"/>
                    <a:pt x="27" y="440"/>
                  </a:cubicBezTo>
                  <a:cubicBezTo>
                    <a:pt x="27" y="439"/>
                    <a:pt x="26" y="436"/>
                    <a:pt x="25" y="435"/>
                  </a:cubicBezTo>
                  <a:cubicBezTo>
                    <a:pt x="23" y="434"/>
                    <a:pt x="20" y="435"/>
                    <a:pt x="19" y="435"/>
                  </a:cubicBezTo>
                  <a:cubicBezTo>
                    <a:pt x="18" y="435"/>
                    <a:pt x="15" y="436"/>
                    <a:pt x="13" y="436"/>
                  </a:cubicBezTo>
                  <a:cubicBezTo>
                    <a:pt x="12" y="435"/>
                    <a:pt x="9" y="433"/>
                    <a:pt x="8" y="431"/>
                  </a:cubicBezTo>
                  <a:cubicBezTo>
                    <a:pt x="8" y="430"/>
                    <a:pt x="10" y="426"/>
                    <a:pt x="10" y="424"/>
                  </a:cubicBezTo>
                  <a:cubicBezTo>
                    <a:pt x="10" y="422"/>
                    <a:pt x="9" y="417"/>
                    <a:pt x="7" y="415"/>
                  </a:cubicBezTo>
                  <a:cubicBezTo>
                    <a:pt x="7" y="414"/>
                    <a:pt x="5" y="414"/>
                    <a:pt x="5" y="413"/>
                  </a:cubicBezTo>
                  <a:cubicBezTo>
                    <a:pt x="4" y="412"/>
                    <a:pt x="4" y="409"/>
                    <a:pt x="4" y="407"/>
                  </a:cubicBezTo>
                  <a:cubicBezTo>
                    <a:pt x="3" y="406"/>
                    <a:pt x="1" y="405"/>
                    <a:pt x="1" y="404"/>
                  </a:cubicBezTo>
                  <a:cubicBezTo>
                    <a:pt x="0" y="403"/>
                    <a:pt x="0" y="401"/>
                    <a:pt x="1" y="400"/>
                  </a:cubicBezTo>
                  <a:cubicBezTo>
                    <a:pt x="1" y="399"/>
                    <a:pt x="3" y="398"/>
                    <a:pt x="4" y="398"/>
                  </a:cubicBezTo>
                  <a:cubicBezTo>
                    <a:pt x="5" y="397"/>
                    <a:pt x="7" y="398"/>
                    <a:pt x="8" y="398"/>
                  </a:cubicBezTo>
                  <a:cubicBezTo>
                    <a:pt x="9" y="397"/>
                    <a:pt x="12" y="397"/>
                    <a:pt x="13" y="396"/>
                  </a:cubicBezTo>
                  <a:cubicBezTo>
                    <a:pt x="13" y="396"/>
                    <a:pt x="13" y="393"/>
                    <a:pt x="13" y="393"/>
                  </a:cubicBezTo>
                  <a:cubicBezTo>
                    <a:pt x="14" y="391"/>
                    <a:pt x="17" y="388"/>
                    <a:pt x="18" y="388"/>
                  </a:cubicBezTo>
                  <a:cubicBezTo>
                    <a:pt x="20" y="387"/>
                    <a:pt x="23" y="389"/>
                    <a:pt x="25" y="389"/>
                  </a:cubicBezTo>
                  <a:cubicBezTo>
                    <a:pt x="27" y="389"/>
                    <a:pt x="30" y="387"/>
                    <a:pt x="31" y="386"/>
                  </a:cubicBezTo>
                  <a:cubicBezTo>
                    <a:pt x="32" y="384"/>
                    <a:pt x="32" y="379"/>
                    <a:pt x="32" y="377"/>
                  </a:cubicBezTo>
                  <a:cubicBezTo>
                    <a:pt x="32" y="376"/>
                    <a:pt x="31" y="372"/>
                    <a:pt x="31" y="370"/>
                  </a:cubicBezTo>
                  <a:cubicBezTo>
                    <a:pt x="31" y="369"/>
                    <a:pt x="31" y="368"/>
                    <a:pt x="31" y="367"/>
                  </a:cubicBezTo>
                  <a:cubicBezTo>
                    <a:pt x="32" y="366"/>
                    <a:pt x="34" y="365"/>
                    <a:pt x="35" y="365"/>
                  </a:cubicBezTo>
                  <a:cubicBezTo>
                    <a:pt x="36" y="365"/>
                    <a:pt x="39" y="365"/>
                    <a:pt x="40" y="365"/>
                  </a:cubicBezTo>
                  <a:cubicBezTo>
                    <a:pt x="42" y="365"/>
                    <a:pt x="46" y="368"/>
                    <a:pt x="47" y="368"/>
                  </a:cubicBezTo>
                  <a:cubicBezTo>
                    <a:pt x="49" y="368"/>
                    <a:pt x="51" y="368"/>
                    <a:pt x="52" y="369"/>
                  </a:cubicBezTo>
                  <a:cubicBezTo>
                    <a:pt x="53" y="369"/>
                    <a:pt x="55" y="371"/>
                    <a:pt x="55" y="372"/>
                  </a:cubicBezTo>
                  <a:cubicBezTo>
                    <a:pt x="56" y="373"/>
                    <a:pt x="56" y="375"/>
                    <a:pt x="57" y="376"/>
                  </a:cubicBezTo>
                  <a:cubicBezTo>
                    <a:pt x="58" y="377"/>
                    <a:pt x="60" y="379"/>
                    <a:pt x="61" y="379"/>
                  </a:cubicBezTo>
                  <a:cubicBezTo>
                    <a:pt x="63" y="379"/>
                    <a:pt x="65" y="378"/>
                    <a:pt x="66" y="378"/>
                  </a:cubicBezTo>
                  <a:cubicBezTo>
                    <a:pt x="66" y="377"/>
                    <a:pt x="67" y="374"/>
                    <a:pt x="67" y="373"/>
                  </a:cubicBezTo>
                  <a:cubicBezTo>
                    <a:pt x="68" y="371"/>
                    <a:pt x="68" y="367"/>
                    <a:pt x="69" y="365"/>
                  </a:cubicBezTo>
                  <a:cubicBezTo>
                    <a:pt x="70" y="363"/>
                    <a:pt x="73" y="361"/>
                    <a:pt x="75" y="360"/>
                  </a:cubicBezTo>
                  <a:cubicBezTo>
                    <a:pt x="76" y="358"/>
                    <a:pt x="78" y="356"/>
                    <a:pt x="78" y="355"/>
                  </a:cubicBezTo>
                  <a:cubicBezTo>
                    <a:pt x="79" y="353"/>
                    <a:pt x="79" y="348"/>
                    <a:pt x="78" y="346"/>
                  </a:cubicBezTo>
                  <a:cubicBezTo>
                    <a:pt x="78" y="343"/>
                    <a:pt x="76" y="339"/>
                    <a:pt x="76" y="337"/>
                  </a:cubicBezTo>
                  <a:cubicBezTo>
                    <a:pt x="76" y="336"/>
                    <a:pt x="77" y="333"/>
                    <a:pt x="77" y="332"/>
                  </a:cubicBezTo>
                  <a:cubicBezTo>
                    <a:pt x="77" y="330"/>
                    <a:pt x="78" y="328"/>
                    <a:pt x="77" y="327"/>
                  </a:cubicBezTo>
                  <a:cubicBezTo>
                    <a:pt x="77" y="326"/>
                    <a:pt x="76" y="324"/>
                    <a:pt x="76" y="323"/>
                  </a:cubicBezTo>
                  <a:cubicBezTo>
                    <a:pt x="76" y="321"/>
                    <a:pt x="78" y="318"/>
                    <a:pt x="78" y="317"/>
                  </a:cubicBezTo>
                  <a:cubicBezTo>
                    <a:pt x="79" y="316"/>
                    <a:pt x="79" y="314"/>
                    <a:pt x="79" y="313"/>
                  </a:cubicBezTo>
                  <a:cubicBezTo>
                    <a:pt x="79" y="312"/>
                    <a:pt x="79" y="310"/>
                    <a:pt x="78" y="309"/>
                  </a:cubicBezTo>
                  <a:cubicBezTo>
                    <a:pt x="77" y="308"/>
                    <a:pt x="74" y="309"/>
                    <a:pt x="73" y="308"/>
                  </a:cubicBezTo>
                  <a:cubicBezTo>
                    <a:pt x="73" y="307"/>
                    <a:pt x="75" y="305"/>
                    <a:pt x="75" y="305"/>
                  </a:cubicBezTo>
                  <a:cubicBezTo>
                    <a:pt x="75" y="303"/>
                    <a:pt x="74" y="301"/>
                    <a:pt x="74" y="300"/>
                  </a:cubicBezTo>
                  <a:cubicBezTo>
                    <a:pt x="74" y="299"/>
                    <a:pt x="73" y="297"/>
                    <a:pt x="74" y="297"/>
                  </a:cubicBezTo>
                  <a:cubicBezTo>
                    <a:pt x="75" y="296"/>
                    <a:pt x="77" y="297"/>
                    <a:pt x="77" y="297"/>
                  </a:cubicBezTo>
                  <a:cubicBezTo>
                    <a:pt x="78" y="296"/>
                    <a:pt x="79" y="295"/>
                    <a:pt x="79" y="294"/>
                  </a:cubicBezTo>
                  <a:cubicBezTo>
                    <a:pt x="80" y="293"/>
                    <a:pt x="81" y="291"/>
                    <a:pt x="80" y="290"/>
                  </a:cubicBezTo>
                  <a:cubicBezTo>
                    <a:pt x="80" y="289"/>
                    <a:pt x="78" y="287"/>
                    <a:pt x="77" y="286"/>
                  </a:cubicBezTo>
                  <a:cubicBezTo>
                    <a:pt x="77" y="285"/>
                    <a:pt x="76" y="284"/>
                    <a:pt x="76" y="283"/>
                  </a:cubicBezTo>
                  <a:cubicBezTo>
                    <a:pt x="76" y="281"/>
                    <a:pt x="78" y="277"/>
                    <a:pt x="79" y="275"/>
                  </a:cubicBezTo>
                  <a:cubicBezTo>
                    <a:pt x="80" y="274"/>
                    <a:pt x="83" y="271"/>
                    <a:pt x="85" y="270"/>
                  </a:cubicBezTo>
                  <a:cubicBezTo>
                    <a:pt x="86" y="270"/>
                    <a:pt x="88" y="269"/>
                    <a:pt x="89" y="268"/>
                  </a:cubicBezTo>
                  <a:cubicBezTo>
                    <a:pt x="89" y="267"/>
                    <a:pt x="86" y="265"/>
                    <a:pt x="86" y="263"/>
                  </a:cubicBezTo>
                  <a:cubicBezTo>
                    <a:pt x="86" y="262"/>
                    <a:pt x="87" y="261"/>
                    <a:pt x="88" y="260"/>
                  </a:cubicBezTo>
                  <a:cubicBezTo>
                    <a:pt x="89" y="259"/>
                    <a:pt x="91" y="258"/>
                    <a:pt x="91" y="258"/>
                  </a:cubicBezTo>
                  <a:cubicBezTo>
                    <a:pt x="91" y="256"/>
                    <a:pt x="89" y="254"/>
                    <a:pt x="89" y="253"/>
                  </a:cubicBezTo>
                  <a:cubicBezTo>
                    <a:pt x="89" y="251"/>
                    <a:pt x="91" y="249"/>
                    <a:pt x="91" y="247"/>
                  </a:cubicBezTo>
                  <a:cubicBezTo>
                    <a:pt x="91" y="246"/>
                    <a:pt x="92" y="243"/>
                    <a:pt x="91" y="241"/>
                  </a:cubicBezTo>
                  <a:cubicBezTo>
                    <a:pt x="91" y="241"/>
                    <a:pt x="89" y="239"/>
                    <a:pt x="89" y="238"/>
                  </a:cubicBezTo>
                  <a:cubicBezTo>
                    <a:pt x="89" y="236"/>
                    <a:pt x="92" y="233"/>
                    <a:pt x="93" y="232"/>
                  </a:cubicBezTo>
                  <a:cubicBezTo>
                    <a:pt x="94" y="230"/>
                    <a:pt x="95" y="226"/>
                    <a:pt x="96" y="225"/>
                  </a:cubicBezTo>
                  <a:cubicBezTo>
                    <a:pt x="97" y="223"/>
                    <a:pt x="100" y="221"/>
                    <a:pt x="101" y="220"/>
                  </a:cubicBezTo>
                  <a:cubicBezTo>
                    <a:pt x="101" y="219"/>
                    <a:pt x="101" y="217"/>
                    <a:pt x="102" y="216"/>
                  </a:cubicBezTo>
                  <a:cubicBezTo>
                    <a:pt x="103" y="215"/>
                    <a:pt x="106" y="214"/>
                    <a:pt x="107" y="214"/>
                  </a:cubicBezTo>
                  <a:cubicBezTo>
                    <a:pt x="108" y="214"/>
                    <a:pt x="110" y="215"/>
                    <a:pt x="111" y="216"/>
                  </a:cubicBezTo>
                  <a:cubicBezTo>
                    <a:pt x="112" y="217"/>
                    <a:pt x="111" y="220"/>
                    <a:pt x="112" y="221"/>
                  </a:cubicBezTo>
                  <a:cubicBezTo>
                    <a:pt x="113" y="221"/>
                    <a:pt x="116" y="221"/>
                    <a:pt x="117" y="220"/>
                  </a:cubicBezTo>
                  <a:cubicBezTo>
                    <a:pt x="118" y="220"/>
                    <a:pt x="120" y="218"/>
                    <a:pt x="121" y="218"/>
                  </a:cubicBezTo>
                  <a:cubicBezTo>
                    <a:pt x="122" y="217"/>
                    <a:pt x="126" y="217"/>
                    <a:pt x="127" y="217"/>
                  </a:cubicBezTo>
                  <a:cubicBezTo>
                    <a:pt x="129" y="217"/>
                    <a:pt x="133" y="217"/>
                    <a:pt x="135" y="218"/>
                  </a:cubicBezTo>
                  <a:cubicBezTo>
                    <a:pt x="136" y="219"/>
                    <a:pt x="137" y="222"/>
                    <a:pt x="138" y="222"/>
                  </a:cubicBezTo>
                  <a:cubicBezTo>
                    <a:pt x="139" y="223"/>
                    <a:pt x="141" y="223"/>
                    <a:pt x="142" y="223"/>
                  </a:cubicBezTo>
                  <a:cubicBezTo>
                    <a:pt x="143" y="223"/>
                    <a:pt x="147" y="223"/>
                    <a:pt x="149" y="222"/>
                  </a:cubicBezTo>
                  <a:cubicBezTo>
                    <a:pt x="151" y="221"/>
                    <a:pt x="153" y="216"/>
                    <a:pt x="155" y="214"/>
                  </a:cubicBezTo>
                  <a:cubicBezTo>
                    <a:pt x="157" y="213"/>
                    <a:pt x="162" y="210"/>
                    <a:pt x="164" y="208"/>
                  </a:cubicBezTo>
                  <a:cubicBezTo>
                    <a:pt x="166" y="206"/>
                    <a:pt x="167" y="202"/>
                    <a:pt x="169" y="200"/>
                  </a:cubicBezTo>
                  <a:cubicBezTo>
                    <a:pt x="170" y="199"/>
                    <a:pt x="172" y="198"/>
                    <a:pt x="173" y="197"/>
                  </a:cubicBezTo>
                  <a:cubicBezTo>
                    <a:pt x="174" y="195"/>
                    <a:pt x="175" y="193"/>
                    <a:pt x="176" y="191"/>
                  </a:cubicBezTo>
                  <a:cubicBezTo>
                    <a:pt x="176" y="188"/>
                    <a:pt x="175" y="180"/>
                    <a:pt x="173" y="178"/>
                  </a:cubicBezTo>
                  <a:cubicBezTo>
                    <a:pt x="172" y="176"/>
                    <a:pt x="168" y="176"/>
                    <a:pt x="167" y="175"/>
                  </a:cubicBezTo>
                  <a:cubicBezTo>
                    <a:pt x="166" y="174"/>
                    <a:pt x="165" y="172"/>
                    <a:pt x="164" y="171"/>
                  </a:cubicBezTo>
                  <a:cubicBezTo>
                    <a:pt x="164" y="170"/>
                    <a:pt x="162" y="168"/>
                    <a:pt x="162" y="167"/>
                  </a:cubicBezTo>
                  <a:cubicBezTo>
                    <a:pt x="162" y="166"/>
                    <a:pt x="164" y="163"/>
                    <a:pt x="164" y="162"/>
                  </a:cubicBezTo>
                  <a:cubicBezTo>
                    <a:pt x="164" y="161"/>
                    <a:pt x="164" y="160"/>
                    <a:pt x="164" y="159"/>
                  </a:cubicBezTo>
                  <a:cubicBezTo>
                    <a:pt x="163" y="158"/>
                    <a:pt x="162" y="157"/>
                    <a:pt x="162" y="156"/>
                  </a:cubicBezTo>
                  <a:cubicBezTo>
                    <a:pt x="162" y="154"/>
                    <a:pt x="163" y="151"/>
                    <a:pt x="163" y="149"/>
                  </a:cubicBezTo>
                  <a:cubicBezTo>
                    <a:pt x="163" y="148"/>
                    <a:pt x="163" y="146"/>
                    <a:pt x="162" y="145"/>
                  </a:cubicBezTo>
                  <a:cubicBezTo>
                    <a:pt x="162" y="144"/>
                    <a:pt x="160" y="142"/>
                    <a:pt x="160" y="141"/>
                  </a:cubicBezTo>
                  <a:cubicBezTo>
                    <a:pt x="159" y="139"/>
                    <a:pt x="158" y="136"/>
                    <a:pt x="158" y="134"/>
                  </a:cubicBezTo>
                  <a:cubicBezTo>
                    <a:pt x="158" y="133"/>
                    <a:pt x="158" y="130"/>
                    <a:pt x="159" y="129"/>
                  </a:cubicBezTo>
                  <a:cubicBezTo>
                    <a:pt x="160" y="127"/>
                    <a:pt x="163" y="126"/>
                    <a:pt x="164" y="126"/>
                  </a:cubicBezTo>
                  <a:cubicBezTo>
                    <a:pt x="166" y="125"/>
                    <a:pt x="169" y="124"/>
                    <a:pt x="170" y="125"/>
                  </a:cubicBezTo>
                  <a:cubicBezTo>
                    <a:pt x="171" y="125"/>
                    <a:pt x="173" y="127"/>
                    <a:pt x="174" y="127"/>
                  </a:cubicBezTo>
                  <a:cubicBezTo>
                    <a:pt x="176" y="128"/>
                    <a:pt x="179" y="127"/>
                    <a:pt x="181" y="128"/>
                  </a:cubicBezTo>
                  <a:cubicBezTo>
                    <a:pt x="182" y="128"/>
                    <a:pt x="184" y="128"/>
                    <a:pt x="185" y="128"/>
                  </a:cubicBezTo>
                  <a:cubicBezTo>
                    <a:pt x="186" y="128"/>
                    <a:pt x="186" y="129"/>
                    <a:pt x="187" y="129"/>
                  </a:cubicBezTo>
                  <a:cubicBezTo>
                    <a:pt x="188" y="130"/>
                    <a:pt x="190" y="129"/>
                    <a:pt x="190" y="129"/>
                  </a:cubicBezTo>
                  <a:cubicBezTo>
                    <a:pt x="191" y="128"/>
                    <a:pt x="191" y="126"/>
                    <a:pt x="191" y="125"/>
                  </a:cubicBezTo>
                  <a:cubicBezTo>
                    <a:pt x="192" y="123"/>
                    <a:pt x="192" y="121"/>
                    <a:pt x="194" y="120"/>
                  </a:cubicBezTo>
                  <a:cubicBezTo>
                    <a:pt x="195" y="120"/>
                    <a:pt x="197" y="121"/>
                    <a:pt x="198" y="121"/>
                  </a:cubicBezTo>
                  <a:cubicBezTo>
                    <a:pt x="200" y="122"/>
                    <a:pt x="205" y="122"/>
                    <a:pt x="206" y="121"/>
                  </a:cubicBezTo>
                  <a:cubicBezTo>
                    <a:pt x="208" y="120"/>
                    <a:pt x="209" y="118"/>
                    <a:pt x="210" y="116"/>
                  </a:cubicBezTo>
                  <a:cubicBezTo>
                    <a:pt x="210" y="115"/>
                    <a:pt x="212" y="114"/>
                    <a:pt x="213" y="113"/>
                  </a:cubicBezTo>
                  <a:cubicBezTo>
                    <a:pt x="214" y="111"/>
                    <a:pt x="215" y="109"/>
                    <a:pt x="216" y="107"/>
                  </a:cubicBezTo>
                  <a:cubicBezTo>
                    <a:pt x="216" y="106"/>
                    <a:pt x="216" y="102"/>
                    <a:pt x="216" y="100"/>
                  </a:cubicBezTo>
                  <a:cubicBezTo>
                    <a:pt x="215" y="99"/>
                    <a:pt x="213" y="98"/>
                    <a:pt x="212" y="98"/>
                  </a:cubicBezTo>
                  <a:cubicBezTo>
                    <a:pt x="211" y="97"/>
                    <a:pt x="209" y="98"/>
                    <a:pt x="208" y="98"/>
                  </a:cubicBezTo>
                  <a:cubicBezTo>
                    <a:pt x="207" y="97"/>
                    <a:pt x="207" y="94"/>
                    <a:pt x="206" y="93"/>
                  </a:cubicBezTo>
                  <a:cubicBezTo>
                    <a:pt x="206" y="92"/>
                    <a:pt x="206" y="90"/>
                    <a:pt x="206" y="89"/>
                  </a:cubicBezTo>
                  <a:cubicBezTo>
                    <a:pt x="207" y="88"/>
                    <a:pt x="208" y="86"/>
                    <a:pt x="209" y="85"/>
                  </a:cubicBezTo>
                  <a:cubicBezTo>
                    <a:pt x="209" y="83"/>
                    <a:pt x="211" y="81"/>
                    <a:pt x="211" y="80"/>
                  </a:cubicBezTo>
                  <a:cubicBezTo>
                    <a:pt x="211" y="78"/>
                    <a:pt x="210" y="75"/>
                    <a:pt x="212" y="74"/>
                  </a:cubicBezTo>
                  <a:cubicBezTo>
                    <a:pt x="213" y="73"/>
                    <a:pt x="216" y="74"/>
                    <a:pt x="217" y="74"/>
                  </a:cubicBezTo>
                  <a:cubicBezTo>
                    <a:pt x="219" y="73"/>
                    <a:pt x="220" y="70"/>
                    <a:pt x="221" y="69"/>
                  </a:cubicBezTo>
                  <a:cubicBezTo>
                    <a:pt x="222" y="68"/>
                    <a:pt x="225" y="69"/>
                    <a:pt x="227" y="68"/>
                  </a:cubicBezTo>
                  <a:cubicBezTo>
                    <a:pt x="229" y="68"/>
                    <a:pt x="233" y="68"/>
                    <a:pt x="235" y="68"/>
                  </a:cubicBezTo>
                  <a:cubicBezTo>
                    <a:pt x="237" y="69"/>
                    <a:pt x="239" y="69"/>
                    <a:pt x="240" y="70"/>
                  </a:cubicBezTo>
                  <a:cubicBezTo>
                    <a:pt x="241" y="71"/>
                    <a:pt x="243" y="73"/>
                    <a:pt x="244" y="73"/>
                  </a:cubicBezTo>
                  <a:cubicBezTo>
                    <a:pt x="245" y="74"/>
                    <a:pt x="247" y="75"/>
                    <a:pt x="248" y="74"/>
                  </a:cubicBezTo>
                  <a:cubicBezTo>
                    <a:pt x="248" y="74"/>
                    <a:pt x="249" y="73"/>
                    <a:pt x="249" y="72"/>
                  </a:cubicBezTo>
                  <a:cubicBezTo>
                    <a:pt x="249" y="71"/>
                    <a:pt x="249" y="68"/>
                    <a:pt x="249" y="67"/>
                  </a:cubicBezTo>
                  <a:cubicBezTo>
                    <a:pt x="248" y="66"/>
                    <a:pt x="247" y="64"/>
                    <a:pt x="247" y="64"/>
                  </a:cubicBezTo>
                  <a:cubicBezTo>
                    <a:pt x="247" y="63"/>
                    <a:pt x="249" y="62"/>
                    <a:pt x="250" y="61"/>
                  </a:cubicBezTo>
                  <a:cubicBezTo>
                    <a:pt x="251" y="61"/>
                    <a:pt x="254" y="59"/>
                    <a:pt x="255" y="58"/>
                  </a:cubicBezTo>
                  <a:cubicBezTo>
                    <a:pt x="255" y="57"/>
                    <a:pt x="255" y="53"/>
                    <a:pt x="254" y="51"/>
                  </a:cubicBezTo>
                  <a:cubicBezTo>
                    <a:pt x="253" y="51"/>
                    <a:pt x="251" y="50"/>
                    <a:pt x="251" y="50"/>
                  </a:cubicBezTo>
                  <a:cubicBezTo>
                    <a:pt x="250" y="49"/>
                    <a:pt x="248" y="48"/>
                    <a:pt x="247" y="47"/>
                  </a:cubicBezTo>
                  <a:cubicBezTo>
                    <a:pt x="246" y="47"/>
                    <a:pt x="245" y="48"/>
                    <a:pt x="244" y="48"/>
                  </a:cubicBezTo>
                  <a:cubicBezTo>
                    <a:pt x="243" y="49"/>
                    <a:pt x="241" y="51"/>
                    <a:pt x="240" y="51"/>
                  </a:cubicBezTo>
                  <a:cubicBezTo>
                    <a:pt x="239" y="51"/>
                    <a:pt x="237" y="49"/>
                    <a:pt x="236" y="47"/>
                  </a:cubicBezTo>
                  <a:cubicBezTo>
                    <a:pt x="236" y="46"/>
                    <a:pt x="237" y="44"/>
                    <a:pt x="237" y="43"/>
                  </a:cubicBezTo>
                  <a:cubicBezTo>
                    <a:pt x="238" y="41"/>
                    <a:pt x="239" y="38"/>
                    <a:pt x="239" y="36"/>
                  </a:cubicBezTo>
                  <a:cubicBezTo>
                    <a:pt x="240" y="35"/>
                    <a:pt x="240" y="31"/>
                    <a:pt x="240" y="30"/>
                  </a:cubicBezTo>
                  <a:cubicBezTo>
                    <a:pt x="240" y="29"/>
                    <a:pt x="240" y="28"/>
                    <a:pt x="241" y="27"/>
                  </a:cubicBezTo>
                  <a:cubicBezTo>
                    <a:pt x="241" y="26"/>
                    <a:pt x="241" y="24"/>
                    <a:pt x="242" y="24"/>
                  </a:cubicBezTo>
                  <a:cubicBezTo>
                    <a:pt x="243" y="23"/>
                    <a:pt x="246" y="22"/>
                    <a:pt x="248" y="22"/>
                  </a:cubicBezTo>
                  <a:cubicBezTo>
                    <a:pt x="250" y="21"/>
                    <a:pt x="253" y="19"/>
                    <a:pt x="255" y="19"/>
                  </a:cubicBezTo>
                  <a:cubicBezTo>
                    <a:pt x="257" y="19"/>
                    <a:pt x="258" y="22"/>
                    <a:pt x="259" y="22"/>
                  </a:cubicBezTo>
                  <a:cubicBezTo>
                    <a:pt x="261" y="23"/>
                    <a:pt x="264" y="22"/>
                    <a:pt x="265" y="22"/>
                  </a:cubicBezTo>
                  <a:cubicBezTo>
                    <a:pt x="266" y="22"/>
                    <a:pt x="269" y="20"/>
                    <a:pt x="270" y="19"/>
                  </a:cubicBezTo>
                  <a:cubicBezTo>
                    <a:pt x="271" y="19"/>
                    <a:pt x="273" y="17"/>
                    <a:pt x="274" y="17"/>
                  </a:cubicBezTo>
                  <a:cubicBezTo>
                    <a:pt x="275" y="18"/>
                    <a:pt x="276" y="19"/>
                    <a:pt x="277" y="20"/>
                  </a:cubicBezTo>
                  <a:cubicBezTo>
                    <a:pt x="278" y="20"/>
                    <a:pt x="280" y="23"/>
                    <a:pt x="281" y="23"/>
                  </a:cubicBezTo>
                  <a:cubicBezTo>
                    <a:pt x="282" y="22"/>
                    <a:pt x="283" y="20"/>
                    <a:pt x="283" y="19"/>
                  </a:cubicBezTo>
                  <a:cubicBezTo>
                    <a:pt x="283" y="18"/>
                    <a:pt x="283" y="15"/>
                    <a:pt x="283" y="14"/>
                  </a:cubicBezTo>
                  <a:cubicBezTo>
                    <a:pt x="283" y="12"/>
                    <a:pt x="285" y="10"/>
                    <a:pt x="287" y="8"/>
                  </a:cubicBezTo>
                  <a:cubicBezTo>
                    <a:pt x="287" y="8"/>
                    <a:pt x="290" y="7"/>
                    <a:pt x="291" y="6"/>
                  </a:cubicBezTo>
                  <a:cubicBezTo>
                    <a:pt x="292" y="5"/>
                    <a:pt x="292" y="1"/>
                    <a:pt x="294" y="1"/>
                  </a:cubicBezTo>
                  <a:cubicBezTo>
                    <a:pt x="294" y="0"/>
                    <a:pt x="296" y="0"/>
                    <a:pt x="297" y="1"/>
                  </a:cubicBezTo>
                  <a:cubicBezTo>
                    <a:pt x="297" y="1"/>
                    <a:pt x="298" y="1"/>
                    <a:pt x="298" y="1"/>
                  </a:cubicBezTo>
                  <a:cubicBezTo>
                    <a:pt x="299" y="1"/>
                    <a:pt x="300" y="1"/>
                    <a:pt x="300" y="2"/>
                  </a:cubicBezTo>
                  <a:cubicBezTo>
                    <a:pt x="301" y="2"/>
                    <a:pt x="301" y="4"/>
                    <a:pt x="301" y="5"/>
                  </a:cubicBezTo>
                  <a:cubicBezTo>
                    <a:pt x="301" y="6"/>
                    <a:pt x="299" y="7"/>
                    <a:pt x="299" y="8"/>
                  </a:cubicBezTo>
                  <a:cubicBezTo>
                    <a:pt x="298" y="9"/>
                    <a:pt x="298" y="11"/>
                    <a:pt x="299" y="12"/>
                  </a:cubicBezTo>
                  <a:cubicBezTo>
                    <a:pt x="299" y="12"/>
                    <a:pt x="302" y="12"/>
                    <a:pt x="302" y="13"/>
                  </a:cubicBezTo>
                  <a:cubicBezTo>
                    <a:pt x="304" y="13"/>
                    <a:pt x="306" y="14"/>
                    <a:pt x="307" y="15"/>
                  </a:cubicBezTo>
                  <a:cubicBezTo>
                    <a:pt x="307" y="16"/>
                    <a:pt x="306" y="19"/>
                    <a:pt x="307" y="20"/>
                  </a:cubicBezTo>
                  <a:cubicBezTo>
                    <a:pt x="307" y="21"/>
                    <a:pt x="309" y="24"/>
                    <a:pt x="311" y="25"/>
                  </a:cubicBezTo>
                  <a:cubicBezTo>
                    <a:pt x="311" y="26"/>
                    <a:pt x="314" y="26"/>
                    <a:pt x="315" y="26"/>
                  </a:cubicBezTo>
                  <a:cubicBezTo>
                    <a:pt x="317" y="27"/>
                    <a:pt x="321" y="28"/>
                    <a:pt x="323" y="28"/>
                  </a:cubicBezTo>
                  <a:cubicBezTo>
                    <a:pt x="325" y="28"/>
                    <a:pt x="329" y="27"/>
                    <a:pt x="331" y="27"/>
                  </a:cubicBezTo>
                  <a:cubicBezTo>
                    <a:pt x="331" y="27"/>
                    <a:pt x="332" y="26"/>
                    <a:pt x="333" y="26"/>
                  </a:cubicBezTo>
                  <a:cubicBezTo>
                    <a:pt x="334" y="26"/>
                    <a:pt x="335" y="28"/>
                    <a:pt x="336" y="28"/>
                  </a:cubicBezTo>
                  <a:cubicBezTo>
                    <a:pt x="337" y="29"/>
                    <a:pt x="339" y="29"/>
                    <a:pt x="339" y="29"/>
                  </a:cubicBezTo>
                  <a:cubicBezTo>
                    <a:pt x="340" y="30"/>
                    <a:pt x="341" y="32"/>
                    <a:pt x="342" y="33"/>
                  </a:cubicBezTo>
                  <a:cubicBezTo>
                    <a:pt x="342" y="35"/>
                    <a:pt x="343" y="37"/>
                    <a:pt x="343" y="39"/>
                  </a:cubicBezTo>
                  <a:cubicBezTo>
                    <a:pt x="344" y="40"/>
                    <a:pt x="347" y="40"/>
                    <a:pt x="348" y="41"/>
                  </a:cubicBezTo>
                  <a:cubicBezTo>
                    <a:pt x="349" y="43"/>
                    <a:pt x="349" y="46"/>
                    <a:pt x="350" y="47"/>
                  </a:cubicBezTo>
                  <a:cubicBezTo>
                    <a:pt x="352" y="48"/>
                    <a:pt x="356" y="47"/>
                    <a:pt x="358" y="47"/>
                  </a:cubicBezTo>
                  <a:cubicBezTo>
                    <a:pt x="360" y="47"/>
                    <a:pt x="362" y="46"/>
                    <a:pt x="363" y="46"/>
                  </a:cubicBezTo>
                  <a:cubicBezTo>
                    <a:pt x="365" y="46"/>
                    <a:pt x="368" y="48"/>
                    <a:pt x="369" y="49"/>
                  </a:cubicBezTo>
                  <a:cubicBezTo>
                    <a:pt x="370" y="50"/>
                    <a:pt x="370" y="53"/>
                    <a:pt x="370" y="54"/>
                  </a:cubicBezTo>
                  <a:cubicBezTo>
                    <a:pt x="370" y="55"/>
                    <a:pt x="369" y="58"/>
                    <a:pt x="370" y="58"/>
                  </a:cubicBezTo>
                  <a:cubicBezTo>
                    <a:pt x="371" y="59"/>
                    <a:pt x="373" y="59"/>
                    <a:pt x="374" y="60"/>
                  </a:cubicBezTo>
                  <a:cubicBezTo>
                    <a:pt x="376" y="60"/>
                    <a:pt x="378" y="59"/>
                    <a:pt x="379" y="59"/>
                  </a:cubicBezTo>
                  <a:cubicBezTo>
                    <a:pt x="380" y="58"/>
                    <a:pt x="382" y="57"/>
                    <a:pt x="383" y="56"/>
                  </a:cubicBezTo>
                  <a:cubicBezTo>
                    <a:pt x="384" y="55"/>
                    <a:pt x="384" y="53"/>
                    <a:pt x="385" y="52"/>
                  </a:cubicBezTo>
                  <a:cubicBezTo>
                    <a:pt x="386" y="52"/>
                    <a:pt x="388" y="51"/>
                    <a:pt x="389" y="51"/>
                  </a:cubicBezTo>
                  <a:cubicBezTo>
                    <a:pt x="390" y="52"/>
                    <a:pt x="391" y="54"/>
                    <a:pt x="391" y="55"/>
                  </a:cubicBezTo>
                  <a:cubicBezTo>
                    <a:pt x="393" y="56"/>
                    <a:pt x="396" y="57"/>
                    <a:pt x="398" y="57"/>
                  </a:cubicBezTo>
                  <a:cubicBezTo>
                    <a:pt x="400" y="57"/>
                    <a:pt x="403" y="56"/>
                    <a:pt x="404" y="55"/>
                  </a:cubicBezTo>
                  <a:cubicBezTo>
                    <a:pt x="405" y="53"/>
                    <a:pt x="407" y="49"/>
                    <a:pt x="409" y="48"/>
                  </a:cubicBezTo>
                  <a:cubicBezTo>
                    <a:pt x="410" y="47"/>
                    <a:pt x="413" y="48"/>
                    <a:pt x="415" y="48"/>
                  </a:cubicBezTo>
                  <a:cubicBezTo>
                    <a:pt x="417" y="49"/>
                    <a:pt x="421" y="51"/>
                    <a:pt x="423" y="50"/>
                  </a:cubicBezTo>
                  <a:cubicBezTo>
                    <a:pt x="424" y="50"/>
                    <a:pt x="428" y="49"/>
                    <a:pt x="429" y="48"/>
                  </a:cubicBezTo>
                  <a:cubicBezTo>
                    <a:pt x="429" y="47"/>
                    <a:pt x="428" y="44"/>
                    <a:pt x="428" y="42"/>
                  </a:cubicBezTo>
                  <a:cubicBezTo>
                    <a:pt x="428" y="41"/>
                    <a:pt x="429" y="38"/>
                    <a:pt x="430" y="37"/>
                  </a:cubicBezTo>
                  <a:cubicBezTo>
                    <a:pt x="432" y="36"/>
                    <a:pt x="435" y="36"/>
                    <a:pt x="436" y="36"/>
                  </a:cubicBezTo>
                  <a:cubicBezTo>
                    <a:pt x="438" y="37"/>
                    <a:pt x="441" y="39"/>
                    <a:pt x="442" y="40"/>
                  </a:cubicBezTo>
                  <a:cubicBezTo>
                    <a:pt x="444" y="40"/>
                    <a:pt x="446" y="42"/>
                    <a:pt x="447" y="43"/>
                  </a:cubicBezTo>
                  <a:cubicBezTo>
                    <a:pt x="448" y="44"/>
                    <a:pt x="448" y="46"/>
                    <a:pt x="449" y="47"/>
                  </a:cubicBezTo>
                  <a:cubicBezTo>
                    <a:pt x="449" y="48"/>
                    <a:pt x="451" y="48"/>
                    <a:pt x="452" y="48"/>
                  </a:cubicBezTo>
                  <a:cubicBezTo>
                    <a:pt x="453" y="49"/>
                    <a:pt x="453" y="50"/>
                    <a:pt x="454" y="51"/>
                  </a:cubicBezTo>
                  <a:cubicBezTo>
                    <a:pt x="455" y="51"/>
                    <a:pt x="457" y="52"/>
                    <a:pt x="458" y="52"/>
                  </a:cubicBezTo>
                  <a:cubicBezTo>
                    <a:pt x="460" y="53"/>
                    <a:pt x="463" y="54"/>
                    <a:pt x="465" y="55"/>
                  </a:cubicBezTo>
                  <a:cubicBezTo>
                    <a:pt x="466" y="56"/>
                    <a:pt x="468" y="57"/>
                    <a:pt x="469" y="58"/>
                  </a:cubicBezTo>
                  <a:cubicBezTo>
                    <a:pt x="470" y="58"/>
                    <a:pt x="472" y="58"/>
                    <a:pt x="473" y="59"/>
                  </a:cubicBezTo>
                  <a:cubicBezTo>
                    <a:pt x="474" y="59"/>
                    <a:pt x="475" y="62"/>
                    <a:pt x="476" y="63"/>
                  </a:cubicBezTo>
                  <a:cubicBezTo>
                    <a:pt x="476" y="64"/>
                    <a:pt x="476" y="66"/>
                    <a:pt x="476" y="67"/>
                  </a:cubicBezTo>
                  <a:cubicBezTo>
                    <a:pt x="475" y="68"/>
                    <a:pt x="473" y="71"/>
                    <a:pt x="473" y="72"/>
                  </a:cubicBezTo>
                  <a:cubicBezTo>
                    <a:pt x="473" y="73"/>
                    <a:pt x="474" y="76"/>
                    <a:pt x="474" y="77"/>
                  </a:cubicBezTo>
                  <a:cubicBezTo>
                    <a:pt x="475" y="78"/>
                    <a:pt x="476" y="81"/>
                    <a:pt x="477" y="82"/>
                  </a:cubicBezTo>
                  <a:cubicBezTo>
                    <a:pt x="478" y="83"/>
                    <a:pt x="480" y="87"/>
                    <a:pt x="481" y="89"/>
                  </a:cubicBezTo>
                  <a:cubicBezTo>
                    <a:pt x="481" y="90"/>
                    <a:pt x="481" y="92"/>
                    <a:pt x="482" y="93"/>
                  </a:cubicBezTo>
                  <a:cubicBezTo>
                    <a:pt x="483" y="95"/>
                    <a:pt x="486" y="95"/>
                    <a:pt x="487" y="96"/>
                  </a:cubicBezTo>
                  <a:cubicBezTo>
                    <a:pt x="488" y="98"/>
                    <a:pt x="488" y="102"/>
                    <a:pt x="489" y="102"/>
                  </a:cubicBezTo>
                  <a:cubicBezTo>
                    <a:pt x="490" y="102"/>
                    <a:pt x="491" y="100"/>
                    <a:pt x="492" y="99"/>
                  </a:cubicBezTo>
                  <a:cubicBezTo>
                    <a:pt x="493" y="98"/>
                    <a:pt x="495" y="97"/>
                    <a:pt x="497" y="98"/>
                  </a:cubicBezTo>
                  <a:cubicBezTo>
                    <a:pt x="498" y="98"/>
                    <a:pt x="498" y="101"/>
                    <a:pt x="499" y="102"/>
                  </a:cubicBezTo>
                  <a:cubicBezTo>
                    <a:pt x="500" y="102"/>
                    <a:pt x="502" y="101"/>
                    <a:pt x="503" y="102"/>
                  </a:cubicBezTo>
                  <a:cubicBezTo>
                    <a:pt x="503" y="102"/>
                    <a:pt x="503" y="105"/>
                    <a:pt x="504" y="106"/>
                  </a:cubicBezTo>
                  <a:cubicBezTo>
                    <a:pt x="505" y="107"/>
                    <a:pt x="508" y="107"/>
                    <a:pt x="509" y="108"/>
                  </a:cubicBezTo>
                  <a:cubicBezTo>
                    <a:pt x="511" y="108"/>
                    <a:pt x="514" y="107"/>
                    <a:pt x="515" y="107"/>
                  </a:cubicBezTo>
                  <a:cubicBezTo>
                    <a:pt x="517" y="107"/>
                    <a:pt x="521" y="108"/>
                    <a:pt x="522" y="109"/>
                  </a:cubicBezTo>
                  <a:cubicBezTo>
                    <a:pt x="523" y="110"/>
                    <a:pt x="525" y="114"/>
                    <a:pt x="525" y="116"/>
                  </a:cubicBezTo>
                  <a:cubicBezTo>
                    <a:pt x="525" y="117"/>
                    <a:pt x="522" y="119"/>
                    <a:pt x="521" y="121"/>
                  </a:cubicBezTo>
                  <a:cubicBezTo>
                    <a:pt x="521" y="123"/>
                    <a:pt x="522" y="127"/>
                    <a:pt x="521" y="128"/>
                  </a:cubicBezTo>
                  <a:cubicBezTo>
                    <a:pt x="521" y="130"/>
                    <a:pt x="518" y="133"/>
                    <a:pt x="517" y="134"/>
                  </a:cubicBezTo>
                  <a:cubicBezTo>
                    <a:pt x="515" y="135"/>
                    <a:pt x="512" y="134"/>
                    <a:pt x="511" y="135"/>
                  </a:cubicBezTo>
                  <a:cubicBezTo>
                    <a:pt x="509" y="136"/>
                    <a:pt x="506" y="138"/>
                    <a:pt x="506" y="139"/>
                  </a:cubicBezTo>
                  <a:cubicBezTo>
                    <a:pt x="506" y="141"/>
                    <a:pt x="506" y="143"/>
                    <a:pt x="507" y="144"/>
                  </a:cubicBezTo>
                  <a:cubicBezTo>
                    <a:pt x="508" y="145"/>
                    <a:pt x="510" y="145"/>
                    <a:pt x="511" y="145"/>
                  </a:cubicBezTo>
                  <a:cubicBezTo>
                    <a:pt x="512" y="146"/>
                    <a:pt x="514" y="148"/>
                    <a:pt x="516" y="149"/>
                  </a:cubicBezTo>
                  <a:cubicBezTo>
                    <a:pt x="517" y="149"/>
                    <a:pt x="520" y="149"/>
                    <a:pt x="521" y="150"/>
                  </a:cubicBezTo>
                  <a:cubicBezTo>
                    <a:pt x="522" y="150"/>
                    <a:pt x="524" y="149"/>
                    <a:pt x="525" y="150"/>
                  </a:cubicBezTo>
                  <a:cubicBezTo>
                    <a:pt x="526" y="150"/>
                    <a:pt x="526" y="152"/>
                    <a:pt x="526" y="153"/>
                  </a:cubicBezTo>
                  <a:cubicBezTo>
                    <a:pt x="527" y="154"/>
                    <a:pt x="528" y="156"/>
                    <a:pt x="528" y="157"/>
                  </a:cubicBezTo>
                  <a:cubicBezTo>
                    <a:pt x="529" y="158"/>
                    <a:pt x="528" y="161"/>
                    <a:pt x="528" y="162"/>
                  </a:cubicBezTo>
                  <a:cubicBezTo>
                    <a:pt x="528" y="164"/>
                    <a:pt x="528" y="166"/>
                    <a:pt x="528" y="167"/>
                  </a:cubicBezTo>
                  <a:cubicBezTo>
                    <a:pt x="527" y="168"/>
                    <a:pt x="523" y="168"/>
                    <a:pt x="521" y="168"/>
                  </a:cubicBezTo>
                  <a:cubicBezTo>
                    <a:pt x="520" y="169"/>
                    <a:pt x="518" y="172"/>
                    <a:pt x="517" y="173"/>
                  </a:cubicBezTo>
                  <a:cubicBezTo>
                    <a:pt x="517" y="175"/>
                    <a:pt x="517" y="178"/>
                    <a:pt x="518" y="179"/>
                  </a:cubicBezTo>
                  <a:cubicBezTo>
                    <a:pt x="518" y="180"/>
                    <a:pt x="521" y="181"/>
                    <a:pt x="522" y="181"/>
                  </a:cubicBezTo>
                  <a:cubicBezTo>
                    <a:pt x="524" y="182"/>
                    <a:pt x="526" y="182"/>
                    <a:pt x="528" y="182"/>
                  </a:cubicBezTo>
                  <a:cubicBezTo>
                    <a:pt x="529" y="181"/>
                    <a:pt x="530" y="179"/>
                    <a:pt x="531" y="178"/>
                  </a:cubicBezTo>
                  <a:cubicBezTo>
                    <a:pt x="531" y="178"/>
                    <a:pt x="532" y="178"/>
                    <a:pt x="533" y="178"/>
                  </a:cubicBezTo>
                  <a:cubicBezTo>
                    <a:pt x="534" y="178"/>
                    <a:pt x="536" y="177"/>
                    <a:pt x="536" y="178"/>
                  </a:cubicBezTo>
                  <a:cubicBezTo>
                    <a:pt x="537" y="178"/>
                    <a:pt x="539" y="181"/>
                    <a:pt x="538" y="182"/>
                  </a:cubicBezTo>
                  <a:cubicBezTo>
                    <a:pt x="538" y="182"/>
                    <a:pt x="536" y="183"/>
                    <a:pt x="536" y="183"/>
                  </a:cubicBezTo>
                  <a:cubicBezTo>
                    <a:pt x="535" y="184"/>
                    <a:pt x="536" y="185"/>
                    <a:pt x="536" y="185"/>
                  </a:cubicBezTo>
                  <a:cubicBezTo>
                    <a:pt x="537" y="186"/>
                    <a:pt x="538" y="187"/>
                    <a:pt x="539" y="187"/>
                  </a:cubicBezTo>
                  <a:cubicBezTo>
                    <a:pt x="540" y="186"/>
                    <a:pt x="542" y="185"/>
                    <a:pt x="542" y="185"/>
                  </a:cubicBezTo>
                  <a:cubicBezTo>
                    <a:pt x="543" y="185"/>
                    <a:pt x="545" y="185"/>
                    <a:pt x="546" y="185"/>
                  </a:cubicBezTo>
                  <a:cubicBezTo>
                    <a:pt x="546" y="185"/>
                    <a:pt x="548" y="187"/>
                    <a:pt x="549" y="186"/>
                  </a:cubicBezTo>
                  <a:cubicBezTo>
                    <a:pt x="550" y="186"/>
                    <a:pt x="550" y="183"/>
                    <a:pt x="551" y="182"/>
                  </a:cubicBezTo>
                  <a:cubicBezTo>
                    <a:pt x="552" y="181"/>
                    <a:pt x="555" y="181"/>
                    <a:pt x="556" y="181"/>
                  </a:cubicBezTo>
                  <a:cubicBezTo>
                    <a:pt x="556" y="180"/>
                    <a:pt x="556" y="178"/>
                    <a:pt x="556" y="178"/>
                  </a:cubicBezTo>
                  <a:cubicBezTo>
                    <a:pt x="557" y="177"/>
                    <a:pt x="559" y="177"/>
                    <a:pt x="560" y="177"/>
                  </a:cubicBezTo>
                  <a:cubicBezTo>
                    <a:pt x="561" y="177"/>
                    <a:pt x="562" y="179"/>
                    <a:pt x="563" y="179"/>
                  </a:cubicBezTo>
                  <a:cubicBezTo>
                    <a:pt x="564" y="179"/>
                    <a:pt x="566" y="179"/>
                    <a:pt x="567" y="179"/>
                  </a:cubicBezTo>
                  <a:cubicBezTo>
                    <a:pt x="568" y="178"/>
                    <a:pt x="569" y="176"/>
                    <a:pt x="570" y="176"/>
                  </a:cubicBezTo>
                  <a:cubicBezTo>
                    <a:pt x="572" y="175"/>
                    <a:pt x="576" y="176"/>
                    <a:pt x="577" y="176"/>
                  </a:cubicBezTo>
                  <a:cubicBezTo>
                    <a:pt x="579" y="177"/>
                    <a:pt x="581" y="180"/>
                    <a:pt x="583" y="181"/>
                  </a:cubicBezTo>
                  <a:cubicBezTo>
                    <a:pt x="584" y="181"/>
                    <a:pt x="588" y="181"/>
                    <a:pt x="589" y="182"/>
                  </a:cubicBezTo>
                  <a:cubicBezTo>
                    <a:pt x="590" y="183"/>
                    <a:pt x="590" y="186"/>
                    <a:pt x="590" y="188"/>
                  </a:cubicBezTo>
                  <a:cubicBezTo>
                    <a:pt x="590" y="189"/>
                    <a:pt x="589" y="193"/>
                    <a:pt x="590" y="194"/>
                  </a:cubicBezTo>
                  <a:cubicBezTo>
                    <a:pt x="591" y="195"/>
                    <a:pt x="593" y="196"/>
                    <a:pt x="594" y="196"/>
                  </a:cubicBezTo>
                  <a:cubicBezTo>
                    <a:pt x="595" y="196"/>
                    <a:pt x="597" y="196"/>
                    <a:pt x="598" y="196"/>
                  </a:cubicBezTo>
                  <a:cubicBezTo>
                    <a:pt x="600" y="195"/>
                    <a:pt x="602" y="194"/>
                    <a:pt x="604" y="194"/>
                  </a:cubicBezTo>
                  <a:cubicBezTo>
                    <a:pt x="605" y="193"/>
                    <a:pt x="609" y="193"/>
                    <a:pt x="610" y="194"/>
                  </a:cubicBezTo>
                  <a:cubicBezTo>
                    <a:pt x="613" y="195"/>
                    <a:pt x="615" y="199"/>
                    <a:pt x="616" y="201"/>
                  </a:cubicBezTo>
                  <a:cubicBezTo>
                    <a:pt x="617" y="202"/>
                    <a:pt x="619" y="205"/>
                    <a:pt x="620" y="206"/>
                  </a:cubicBezTo>
                  <a:cubicBezTo>
                    <a:pt x="621" y="207"/>
                    <a:pt x="624" y="209"/>
                    <a:pt x="626" y="210"/>
                  </a:cubicBezTo>
                  <a:cubicBezTo>
                    <a:pt x="627" y="211"/>
                    <a:pt x="630" y="212"/>
                    <a:pt x="631" y="213"/>
                  </a:cubicBezTo>
                  <a:cubicBezTo>
                    <a:pt x="631" y="214"/>
                    <a:pt x="632" y="216"/>
                    <a:pt x="631" y="217"/>
                  </a:cubicBezTo>
                  <a:cubicBezTo>
                    <a:pt x="631" y="218"/>
                    <a:pt x="629" y="219"/>
                    <a:pt x="628" y="219"/>
                  </a:cubicBezTo>
                  <a:cubicBezTo>
                    <a:pt x="627" y="219"/>
                    <a:pt x="625" y="217"/>
                    <a:pt x="623" y="217"/>
                  </a:cubicBezTo>
                  <a:cubicBezTo>
                    <a:pt x="623" y="217"/>
                    <a:pt x="621" y="218"/>
                    <a:pt x="621" y="218"/>
                  </a:cubicBezTo>
                  <a:cubicBezTo>
                    <a:pt x="620" y="219"/>
                    <a:pt x="621" y="221"/>
                    <a:pt x="621" y="221"/>
                  </a:cubicBezTo>
                  <a:cubicBezTo>
                    <a:pt x="621" y="222"/>
                    <a:pt x="622" y="224"/>
                    <a:pt x="623" y="225"/>
                  </a:cubicBezTo>
                  <a:cubicBezTo>
                    <a:pt x="623" y="226"/>
                    <a:pt x="624" y="229"/>
                    <a:pt x="625" y="230"/>
                  </a:cubicBezTo>
                  <a:cubicBezTo>
                    <a:pt x="625" y="231"/>
                    <a:pt x="624" y="233"/>
                    <a:pt x="624" y="235"/>
                  </a:cubicBezTo>
                  <a:cubicBezTo>
                    <a:pt x="623" y="237"/>
                    <a:pt x="622" y="241"/>
                    <a:pt x="622" y="243"/>
                  </a:cubicBezTo>
                  <a:cubicBezTo>
                    <a:pt x="623" y="244"/>
                    <a:pt x="623" y="247"/>
                    <a:pt x="624" y="248"/>
                  </a:cubicBezTo>
                  <a:cubicBezTo>
                    <a:pt x="625" y="249"/>
                    <a:pt x="627" y="249"/>
                    <a:pt x="628" y="250"/>
                  </a:cubicBezTo>
                  <a:cubicBezTo>
                    <a:pt x="630" y="250"/>
                    <a:pt x="634" y="249"/>
                    <a:pt x="635" y="250"/>
                  </a:cubicBezTo>
                  <a:cubicBezTo>
                    <a:pt x="636" y="251"/>
                    <a:pt x="636" y="254"/>
                    <a:pt x="637" y="255"/>
                  </a:cubicBezTo>
                  <a:cubicBezTo>
                    <a:pt x="638" y="256"/>
                    <a:pt x="640" y="257"/>
                    <a:pt x="640" y="257"/>
                  </a:cubicBezTo>
                  <a:cubicBezTo>
                    <a:pt x="641" y="259"/>
                    <a:pt x="640" y="261"/>
                    <a:pt x="640" y="262"/>
                  </a:cubicBezTo>
                  <a:cubicBezTo>
                    <a:pt x="639" y="264"/>
                    <a:pt x="636" y="267"/>
                    <a:pt x="636" y="269"/>
                  </a:cubicBezTo>
                  <a:cubicBezTo>
                    <a:pt x="636" y="270"/>
                    <a:pt x="637" y="274"/>
                    <a:pt x="637" y="275"/>
                  </a:cubicBezTo>
                  <a:cubicBezTo>
                    <a:pt x="637" y="276"/>
                    <a:pt x="635" y="278"/>
                    <a:pt x="635" y="278"/>
                  </a:cubicBezTo>
                  <a:cubicBezTo>
                    <a:pt x="634" y="279"/>
                    <a:pt x="633" y="280"/>
                    <a:pt x="632" y="281"/>
                  </a:cubicBezTo>
                  <a:cubicBezTo>
                    <a:pt x="632" y="282"/>
                    <a:pt x="632" y="284"/>
                    <a:pt x="631" y="285"/>
                  </a:cubicBezTo>
                  <a:cubicBezTo>
                    <a:pt x="630" y="285"/>
                    <a:pt x="627" y="285"/>
                    <a:pt x="626" y="285"/>
                  </a:cubicBezTo>
                  <a:cubicBezTo>
                    <a:pt x="623" y="285"/>
                    <a:pt x="619" y="282"/>
                    <a:pt x="617" y="282"/>
                  </a:cubicBezTo>
                  <a:cubicBezTo>
                    <a:pt x="615" y="281"/>
                    <a:pt x="612" y="281"/>
                    <a:pt x="610" y="281"/>
                  </a:cubicBezTo>
                  <a:cubicBezTo>
                    <a:pt x="608" y="281"/>
                    <a:pt x="605" y="281"/>
                    <a:pt x="603" y="280"/>
                  </a:cubicBezTo>
                  <a:cubicBezTo>
                    <a:pt x="602" y="279"/>
                    <a:pt x="601" y="276"/>
                    <a:pt x="599" y="276"/>
                  </a:cubicBezTo>
                  <a:cubicBezTo>
                    <a:pt x="598" y="275"/>
                    <a:pt x="596" y="275"/>
                    <a:pt x="595" y="275"/>
                  </a:cubicBezTo>
                  <a:cubicBezTo>
                    <a:pt x="593" y="275"/>
                    <a:pt x="588" y="274"/>
                    <a:pt x="587" y="273"/>
                  </a:cubicBezTo>
                  <a:cubicBezTo>
                    <a:pt x="586" y="273"/>
                    <a:pt x="586" y="273"/>
                    <a:pt x="585" y="273"/>
                  </a:cubicBezTo>
                  <a:cubicBezTo>
                    <a:pt x="584" y="272"/>
                    <a:pt x="581" y="271"/>
                    <a:pt x="580" y="272"/>
                  </a:cubicBezTo>
                  <a:cubicBezTo>
                    <a:pt x="579" y="272"/>
                    <a:pt x="577" y="276"/>
                    <a:pt x="576" y="277"/>
                  </a:cubicBezTo>
                  <a:cubicBezTo>
                    <a:pt x="574" y="277"/>
                    <a:pt x="571" y="278"/>
                    <a:pt x="569" y="278"/>
                  </a:cubicBezTo>
                  <a:cubicBezTo>
                    <a:pt x="568" y="279"/>
                    <a:pt x="566" y="279"/>
                    <a:pt x="565" y="280"/>
                  </a:cubicBezTo>
                  <a:cubicBezTo>
                    <a:pt x="564" y="282"/>
                    <a:pt x="564" y="287"/>
                    <a:pt x="564" y="289"/>
                  </a:cubicBezTo>
                  <a:cubicBezTo>
                    <a:pt x="563" y="289"/>
                    <a:pt x="562" y="291"/>
                    <a:pt x="562" y="292"/>
                  </a:cubicBezTo>
                  <a:cubicBezTo>
                    <a:pt x="562" y="293"/>
                    <a:pt x="563" y="295"/>
                    <a:pt x="563" y="295"/>
                  </a:cubicBezTo>
                  <a:cubicBezTo>
                    <a:pt x="564" y="296"/>
                    <a:pt x="566" y="296"/>
                    <a:pt x="567" y="296"/>
                  </a:cubicBezTo>
                  <a:cubicBezTo>
                    <a:pt x="568" y="297"/>
                    <a:pt x="568" y="299"/>
                    <a:pt x="569" y="300"/>
                  </a:cubicBezTo>
                  <a:cubicBezTo>
                    <a:pt x="570" y="301"/>
                    <a:pt x="572" y="303"/>
                    <a:pt x="573" y="304"/>
                  </a:cubicBezTo>
                  <a:cubicBezTo>
                    <a:pt x="574" y="305"/>
                    <a:pt x="576" y="308"/>
                    <a:pt x="576" y="310"/>
                  </a:cubicBezTo>
                  <a:cubicBezTo>
                    <a:pt x="576" y="311"/>
                    <a:pt x="574" y="315"/>
                    <a:pt x="575" y="317"/>
                  </a:cubicBezTo>
                  <a:cubicBezTo>
                    <a:pt x="576" y="318"/>
                    <a:pt x="580" y="318"/>
                    <a:pt x="581" y="319"/>
                  </a:cubicBezTo>
                  <a:cubicBezTo>
                    <a:pt x="582" y="320"/>
                    <a:pt x="582" y="324"/>
                    <a:pt x="582" y="326"/>
                  </a:cubicBezTo>
                  <a:cubicBezTo>
                    <a:pt x="582" y="328"/>
                    <a:pt x="582" y="331"/>
                    <a:pt x="581" y="333"/>
                  </a:cubicBezTo>
                  <a:cubicBezTo>
                    <a:pt x="581" y="334"/>
                    <a:pt x="578" y="336"/>
                    <a:pt x="578" y="338"/>
                  </a:cubicBezTo>
                  <a:cubicBezTo>
                    <a:pt x="577" y="339"/>
                    <a:pt x="577" y="342"/>
                    <a:pt x="577" y="344"/>
                  </a:cubicBezTo>
                  <a:cubicBezTo>
                    <a:pt x="577" y="345"/>
                    <a:pt x="577" y="347"/>
                    <a:pt x="578" y="348"/>
                  </a:cubicBezTo>
                  <a:cubicBezTo>
                    <a:pt x="579" y="350"/>
                    <a:pt x="582" y="352"/>
                    <a:pt x="584" y="353"/>
                  </a:cubicBezTo>
                  <a:cubicBezTo>
                    <a:pt x="586" y="353"/>
                    <a:pt x="591" y="354"/>
                    <a:pt x="593" y="353"/>
                  </a:cubicBezTo>
                  <a:cubicBezTo>
                    <a:pt x="594" y="352"/>
                    <a:pt x="596" y="350"/>
                    <a:pt x="597" y="349"/>
                  </a:cubicBezTo>
                  <a:cubicBezTo>
                    <a:pt x="598" y="348"/>
                    <a:pt x="599" y="345"/>
                    <a:pt x="600" y="345"/>
                  </a:cubicBezTo>
                  <a:cubicBezTo>
                    <a:pt x="602" y="345"/>
                    <a:pt x="603" y="349"/>
                    <a:pt x="603" y="351"/>
                  </a:cubicBezTo>
                  <a:cubicBezTo>
                    <a:pt x="603" y="353"/>
                    <a:pt x="604" y="357"/>
                    <a:pt x="603" y="359"/>
                  </a:cubicBezTo>
                  <a:cubicBezTo>
                    <a:pt x="603" y="361"/>
                    <a:pt x="603" y="365"/>
                    <a:pt x="602" y="367"/>
                  </a:cubicBezTo>
                  <a:cubicBezTo>
                    <a:pt x="601" y="369"/>
                    <a:pt x="598" y="371"/>
                    <a:pt x="597" y="372"/>
                  </a:cubicBezTo>
                  <a:cubicBezTo>
                    <a:pt x="596" y="373"/>
                    <a:pt x="595" y="377"/>
                    <a:pt x="594" y="379"/>
                  </a:cubicBezTo>
                  <a:cubicBezTo>
                    <a:pt x="593" y="380"/>
                    <a:pt x="590" y="383"/>
                    <a:pt x="589" y="384"/>
                  </a:cubicBezTo>
                  <a:cubicBezTo>
                    <a:pt x="587" y="385"/>
                    <a:pt x="584" y="389"/>
                    <a:pt x="582" y="390"/>
                  </a:cubicBezTo>
                  <a:cubicBezTo>
                    <a:pt x="581" y="391"/>
                    <a:pt x="577" y="390"/>
                    <a:pt x="576" y="391"/>
                  </a:cubicBezTo>
                  <a:cubicBezTo>
                    <a:pt x="575" y="392"/>
                    <a:pt x="575" y="395"/>
                    <a:pt x="575" y="397"/>
                  </a:cubicBezTo>
                  <a:cubicBezTo>
                    <a:pt x="574" y="399"/>
                    <a:pt x="574" y="403"/>
                    <a:pt x="574" y="405"/>
                  </a:cubicBezTo>
                  <a:cubicBezTo>
                    <a:pt x="574" y="407"/>
                    <a:pt x="575" y="410"/>
                    <a:pt x="575" y="412"/>
                  </a:cubicBezTo>
                  <a:cubicBezTo>
                    <a:pt x="575" y="412"/>
                    <a:pt x="575" y="414"/>
                    <a:pt x="575" y="415"/>
                  </a:cubicBezTo>
                  <a:cubicBezTo>
                    <a:pt x="575" y="417"/>
                    <a:pt x="575" y="418"/>
                    <a:pt x="574" y="419"/>
                  </a:cubicBezTo>
                  <a:cubicBezTo>
                    <a:pt x="573" y="420"/>
                    <a:pt x="570" y="422"/>
                    <a:pt x="568" y="422"/>
                  </a:cubicBezTo>
                  <a:cubicBezTo>
                    <a:pt x="566" y="422"/>
                    <a:pt x="563" y="420"/>
                    <a:pt x="561" y="421"/>
                  </a:cubicBezTo>
                  <a:cubicBezTo>
                    <a:pt x="560" y="421"/>
                    <a:pt x="558" y="423"/>
                    <a:pt x="558" y="424"/>
                  </a:cubicBezTo>
                  <a:cubicBezTo>
                    <a:pt x="557" y="426"/>
                    <a:pt x="557" y="430"/>
                    <a:pt x="558" y="432"/>
                  </a:cubicBezTo>
                  <a:cubicBezTo>
                    <a:pt x="558" y="433"/>
                    <a:pt x="560" y="434"/>
                    <a:pt x="560" y="435"/>
                  </a:cubicBezTo>
                  <a:cubicBezTo>
                    <a:pt x="561" y="437"/>
                    <a:pt x="562" y="440"/>
                    <a:pt x="562" y="441"/>
                  </a:cubicBezTo>
                  <a:cubicBezTo>
                    <a:pt x="562" y="443"/>
                    <a:pt x="564" y="447"/>
                    <a:pt x="564" y="449"/>
                  </a:cubicBezTo>
                  <a:cubicBezTo>
                    <a:pt x="564" y="450"/>
                    <a:pt x="563" y="454"/>
                    <a:pt x="561" y="454"/>
                  </a:cubicBezTo>
                  <a:cubicBezTo>
                    <a:pt x="560" y="455"/>
                    <a:pt x="557" y="455"/>
                    <a:pt x="556" y="454"/>
                  </a:cubicBezTo>
                  <a:cubicBezTo>
                    <a:pt x="554" y="453"/>
                    <a:pt x="555" y="448"/>
                    <a:pt x="554" y="447"/>
                  </a:cubicBezTo>
                  <a:cubicBezTo>
                    <a:pt x="552" y="446"/>
                    <a:pt x="549" y="447"/>
                    <a:pt x="547" y="447"/>
                  </a:cubicBezTo>
                  <a:cubicBezTo>
                    <a:pt x="546" y="448"/>
                    <a:pt x="545" y="450"/>
                    <a:pt x="544" y="450"/>
                  </a:cubicBezTo>
                  <a:cubicBezTo>
                    <a:pt x="543" y="451"/>
                    <a:pt x="540" y="453"/>
                    <a:pt x="538" y="452"/>
                  </a:cubicBezTo>
                  <a:cubicBezTo>
                    <a:pt x="537" y="452"/>
                    <a:pt x="534" y="448"/>
                    <a:pt x="533" y="449"/>
                  </a:cubicBezTo>
                  <a:cubicBezTo>
                    <a:pt x="532" y="449"/>
                    <a:pt x="531" y="452"/>
                    <a:pt x="531" y="453"/>
                  </a:cubicBezTo>
                  <a:cubicBezTo>
                    <a:pt x="531" y="454"/>
                    <a:pt x="532" y="456"/>
                    <a:pt x="532" y="457"/>
                  </a:cubicBezTo>
                  <a:cubicBezTo>
                    <a:pt x="533" y="459"/>
                    <a:pt x="536" y="461"/>
                    <a:pt x="536" y="462"/>
                  </a:cubicBezTo>
                  <a:cubicBezTo>
                    <a:pt x="536" y="464"/>
                    <a:pt x="533" y="465"/>
                    <a:pt x="532" y="466"/>
                  </a:cubicBezTo>
                  <a:cubicBezTo>
                    <a:pt x="531" y="467"/>
                    <a:pt x="527" y="468"/>
                    <a:pt x="526" y="469"/>
                  </a:cubicBezTo>
                  <a:cubicBezTo>
                    <a:pt x="524" y="469"/>
                    <a:pt x="520" y="468"/>
                    <a:pt x="518" y="468"/>
                  </a:cubicBezTo>
                  <a:cubicBezTo>
                    <a:pt x="517" y="468"/>
                    <a:pt x="515" y="469"/>
                    <a:pt x="514" y="470"/>
                  </a:cubicBezTo>
                  <a:cubicBezTo>
                    <a:pt x="512" y="471"/>
                    <a:pt x="511" y="474"/>
                    <a:pt x="510" y="474"/>
                  </a:cubicBezTo>
                  <a:cubicBezTo>
                    <a:pt x="508" y="475"/>
                    <a:pt x="504" y="476"/>
                    <a:pt x="502" y="476"/>
                  </a:cubicBezTo>
                  <a:cubicBezTo>
                    <a:pt x="500" y="476"/>
                    <a:pt x="495" y="475"/>
                    <a:pt x="493" y="474"/>
                  </a:cubicBezTo>
                  <a:cubicBezTo>
                    <a:pt x="491" y="474"/>
                    <a:pt x="487" y="472"/>
                    <a:pt x="484" y="472"/>
                  </a:cubicBezTo>
                  <a:cubicBezTo>
                    <a:pt x="482" y="472"/>
                    <a:pt x="477" y="471"/>
                    <a:pt x="475" y="472"/>
                  </a:cubicBezTo>
                  <a:cubicBezTo>
                    <a:pt x="473" y="472"/>
                    <a:pt x="471" y="474"/>
                    <a:pt x="470" y="475"/>
                  </a:cubicBezTo>
                  <a:cubicBezTo>
                    <a:pt x="470" y="476"/>
                    <a:pt x="470" y="479"/>
                    <a:pt x="471" y="480"/>
                  </a:cubicBezTo>
                  <a:cubicBezTo>
                    <a:pt x="471" y="481"/>
                    <a:pt x="474" y="481"/>
                    <a:pt x="474" y="482"/>
                  </a:cubicBezTo>
                  <a:cubicBezTo>
                    <a:pt x="475" y="483"/>
                    <a:pt x="474" y="485"/>
                    <a:pt x="474" y="487"/>
                  </a:cubicBezTo>
                  <a:cubicBezTo>
                    <a:pt x="474" y="487"/>
                    <a:pt x="473" y="490"/>
                    <a:pt x="472" y="490"/>
                  </a:cubicBezTo>
                  <a:cubicBezTo>
                    <a:pt x="472" y="490"/>
                    <a:pt x="468" y="491"/>
                    <a:pt x="467" y="492"/>
                  </a:cubicBezTo>
                  <a:cubicBezTo>
                    <a:pt x="466" y="493"/>
                    <a:pt x="464" y="496"/>
                    <a:pt x="464" y="497"/>
                  </a:cubicBezTo>
                  <a:cubicBezTo>
                    <a:pt x="464" y="498"/>
                    <a:pt x="466" y="500"/>
                    <a:pt x="466" y="501"/>
                  </a:cubicBezTo>
                  <a:cubicBezTo>
                    <a:pt x="466" y="503"/>
                    <a:pt x="466" y="506"/>
                    <a:pt x="466" y="508"/>
                  </a:cubicBezTo>
                  <a:cubicBezTo>
                    <a:pt x="466" y="510"/>
                    <a:pt x="464" y="514"/>
                    <a:pt x="464" y="516"/>
                  </a:cubicBezTo>
                  <a:cubicBezTo>
                    <a:pt x="464" y="518"/>
                    <a:pt x="464" y="521"/>
                    <a:pt x="465" y="522"/>
                  </a:cubicBezTo>
                  <a:cubicBezTo>
                    <a:pt x="466" y="523"/>
                    <a:pt x="468" y="524"/>
                    <a:pt x="469" y="524"/>
                  </a:cubicBezTo>
                  <a:cubicBezTo>
                    <a:pt x="471" y="525"/>
                    <a:pt x="475" y="523"/>
                    <a:pt x="477" y="523"/>
                  </a:cubicBezTo>
                  <a:cubicBezTo>
                    <a:pt x="478" y="523"/>
                    <a:pt x="481" y="523"/>
                    <a:pt x="482" y="524"/>
                  </a:cubicBezTo>
                  <a:cubicBezTo>
                    <a:pt x="483" y="525"/>
                    <a:pt x="483" y="529"/>
                    <a:pt x="482" y="530"/>
                  </a:cubicBezTo>
                  <a:cubicBezTo>
                    <a:pt x="482" y="532"/>
                    <a:pt x="480" y="535"/>
                    <a:pt x="479" y="537"/>
                  </a:cubicBezTo>
                  <a:cubicBezTo>
                    <a:pt x="479" y="538"/>
                    <a:pt x="479" y="541"/>
                    <a:pt x="479" y="542"/>
                  </a:cubicBezTo>
                  <a:cubicBezTo>
                    <a:pt x="478" y="544"/>
                    <a:pt x="475" y="547"/>
                    <a:pt x="475" y="549"/>
                  </a:cubicBezTo>
                  <a:cubicBezTo>
                    <a:pt x="474" y="550"/>
                    <a:pt x="475" y="554"/>
                    <a:pt x="475" y="555"/>
                  </a:cubicBezTo>
                  <a:cubicBezTo>
                    <a:pt x="474" y="556"/>
                    <a:pt x="472" y="559"/>
                    <a:pt x="471" y="560"/>
                  </a:cubicBezTo>
                  <a:cubicBezTo>
                    <a:pt x="469" y="560"/>
                    <a:pt x="466" y="558"/>
                    <a:pt x="464" y="558"/>
                  </a:cubicBezTo>
                  <a:cubicBezTo>
                    <a:pt x="463" y="557"/>
                    <a:pt x="459" y="556"/>
                    <a:pt x="458" y="554"/>
                  </a:cubicBezTo>
                  <a:cubicBezTo>
                    <a:pt x="457" y="552"/>
                    <a:pt x="458" y="547"/>
                    <a:pt x="457" y="544"/>
                  </a:cubicBezTo>
                  <a:cubicBezTo>
                    <a:pt x="456" y="543"/>
                    <a:pt x="454" y="541"/>
                    <a:pt x="452" y="540"/>
                  </a:cubicBezTo>
                  <a:cubicBezTo>
                    <a:pt x="450" y="539"/>
                    <a:pt x="447" y="540"/>
                    <a:pt x="445" y="540"/>
                  </a:cubicBezTo>
                  <a:cubicBezTo>
                    <a:pt x="443" y="539"/>
                    <a:pt x="441" y="535"/>
                    <a:pt x="440" y="535"/>
                  </a:cubicBezTo>
                  <a:cubicBezTo>
                    <a:pt x="438" y="534"/>
                    <a:pt x="434" y="535"/>
                    <a:pt x="433" y="536"/>
                  </a:cubicBezTo>
                  <a:cubicBezTo>
                    <a:pt x="432" y="537"/>
                    <a:pt x="432" y="542"/>
                    <a:pt x="431" y="544"/>
                  </a:cubicBezTo>
                  <a:cubicBezTo>
                    <a:pt x="430" y="545"/>
                    <a:pt x="428" y="546"/>
                    <a:pt x="427" y="547"/>
                  </a:cubicBezTo>
                  <a:cubicBezTo>
                    <a:pt x="426" y="548"/>
                    <a:pt x="426" y="551"/>
                    <a:pt x="426" y="552"/>
                  </a:cubicBezTo>
                  <a:cubicBezTo>
                    <a:pt x="426" y="553"/>
                    <a:pt x="425" y="554"/>
                    <a:pt x="424" y="555"/>
                  </a:cubicBezTo>
                  <a:cubicBezTo>
                    <a:pt x="424" y="557"/>
                    <a:pt x="424" y="561"/>
                    <a:pt x="424" y="562"/>
                  </a:cubicBezTo>
                  <a:cubicBezTo>
                    <a:pt x="424" y="564"/>
                    <a:pt x="425" y="567"/>
                    <a:pt x="426" y="569"/>
                  </a:cubicBezTo>
                  <a:cubicBezTo>
                    <a:pt x="426" y="570"/>
                    <a:pt x="426" y="574"/>
                    <a:pt x="425" y="575"/>
                  </a:cubicBezTo>
                  <a:cubicBezTo>
                    <a:pt x="424" y="577"/>
                    <a:pt x="420" y="580"/>
                    <a:pt x="418" y="582"/>
                  </a:cubicBezTo>
                  <a:cubicBezTo>
                    <a:pt x="416" y="584"/>
                    <a:pt x="412" y="589"/>
                    <a:pt x="410" y="592"/>
                  </a:cubicBezTo>
                  <a:cubicBezTo>
                    <a:pt x="409" y="594"/>
                    <a:pt x="408" y="596"/>
                    <a:pt x="407" y="598"/>
                  </a:cubicBezTo>
                  <a:cubicBezTo>
                    <a:pt x="406" y="600"/>
                    <a:pt x="406" y="601"/>
                    <a:pt x="405" y="601"/>
                  </a:cubicBezTo>
                  <a:cubicBezTo>
                    <a:pt x="404" y="603"/>
                    <a:pt x="400" y="606"/>
                    <a:pt x="398" y="607"/>
                  </a:cubicBezTo>
                  <a:cubicBezTo>
                    <a:pt x="396" y="608"/>
                    <a:pt x="391" y="608"/>
                    <a:pt x="389" y="608"/>
                  </a:cubicBezTo>
                  <a:cubicBezTo>
                    <a:pt x="387" y="608"/>
                    <a:pt x="383" y="606"/>
                    <a:pt x="382" y="605"/>
                  </a:cubicBezTo>
                  <a:cubicBezTo>
                    <a:pt x="380" y="603"/>
                    <a:pt x="381" y="597"/>
                    <a:pt x="379" y="595"/>
                  </a:cubicBezTo>
                  <a:cubicBezTo>
                    <a:pt x="378" y="594"/>
                    <a:pt x="376" y="592"/>
                    <a:pt x="375" y="591"/>
                  </a:cubicBezTo>
                  <a:cubicBezTo>
                    <a:pt x="373" y="590"/>
                    <a:pt x="370" y="590"/>
                    <a:pt x="369" y="589"/>
                  </a:cubicBezTo>
                  <a:cubicBezTo>
                    <a:pt x="367" y="588"/>
                    <a:pt x="365" y="585"/>
                    <a:pt x="364" y="585"/>
                  </a:cubicBezTo>
                  <a:cubicBezTo>
                    <a:pt x="362" y="584"/>
                    <a:pt x="358" y="585"/>
                    <a:pt x="356" y="586"/>
                  </a:cubicBezTo>
                  <a:cubicBezTo>
                    <a:pt x="354" y="586"/>
                    <a:pt x="349" y="587"/>
                    <a:pt x="347" y="589"/>
                  </a:cubicBezTo>
                  <a:cubicBezTo>
                    <a:pt x="346" y="590"/>
                    <a:pt x="345" y="593"/>
                    <a:pt x="344" y="594"/>
                  </a:cubicBezTo>
                  <a:cubicBezTo>
                    <a:pt x="343" y="594"/>
                    <a:pt x="340" y="594"/>
                    <a:pt x="340" y="593"/>
                  </a:cubicBezTo>
                  <a:cubicBezTo>
                    <a:pt x="338" y="591"/>
                    <a:pt x="338" y="586"/>
                    <a:pt x="338" y="583"/>
                  </a:cubicBezTo>
                  <a:cubicBezTo>
                    <a:pt x="338" y="582"/>
                    <a:pt x="339" y="578"/>
                    <a:pt x="338" y="576"/>
                  </a:cubicBezTo>
                  <a:cubicBezTo>
                    <a:pt x="338" y="574"/>
                    <a:pt x="337" y="571"/>
                    <a:pt x="336" y="570"/>
                  </a:cubicBezTo>
                  <a:cubicBezTo>
                    <a:pt x="335" y="569"/>
                    <a:pt x="331" y="568"/>
                    <a:pt x="330" y="567"/>
                  </a:cubicBezTo>
                  <a:cubicBezTo>
                    <a:pt x="329" y="566"/>
                    <a:pt x="327" y="563"/>
                    <a:pt x="326" y="561"/>
                  </a:cubicBezTo>
                  <a:cubicBezTo>
                    <a:pt x="325" y="559"/>
                    <a:pt x="325" y="554"/>
                    <a:pt x="324" y="552"/>
                  </a:cubicBezTo>
                  <a:cubicBezTo>
                    <a:pt x="324" y="551"/>
                    <a:pt x="322" y="550"/>
                    <a:pt x="322" y="549"/>
                  </a:cubicBezTo>
                  <a:cubicBezTo>
                    <a:pt x="321" y="547"/>
                    <a:pt x="322" y="541"/>
                    <a:pt x="320" y="540"/>
                  </a:cubicBezTo>
                  <a:cubicBezTo>
                    <a:pt x="319" y="540"/>
                    <a:pt x="316" y="543"/>
                    <a:pt x="315" y="544"/>
                  </a:cubicBezTo>
                  <a:cubicBezTo>
                    <a:pt x="313" y="545"/>
                    <a:pt x="309" y="547"/>
                    <a:pt x="307" y="546"/>
                  </a:cubicBezTo>
                  <a:cubicBezTo>
                    <a:pt x="306" y="545"/>
                    <a:pt x="306" y="542"/>
                    <a:pt x="306" y="541"/>
                  </a:cubicBezTo>
                  <a:cubicBezTo>
                    <a:pt x="305" y="541"/>
                    <a:pt x="304" y="539"/>
                    <a:pt x="303" y="539"/>
                  </a:cubicBezTo>
                  <a:cubicBezTo>
                    <a:pt x="302" y="538"/>
                    <a:pt x="299" y="538"/>
                    <a:pt x="298" y="537"/>
                  </a:cubicBezTo>
                  <a:cubicBezTo>
                    <a:pt x="298" y="536"/>
                    <a:pt x="298" y="533"/>
                    <a:pt x="298" y="532"/>
                  </a:cubicBezTo>
                  <a:cubicBezTo>
                    <a:pt x="298" y="530"/>
                    <a:pt x="301" y="528"/>
                    <a:pt x="301" y="527"/>
                  </a:cubicBezTo>
                  <a:cubicBezTo>
                    <a:pt x="301" y="525"/>
                    <a:pt x="297" y="523"/>
                    <a:pt x="296" y="522"/>
                  </a:cubicBezTo>
                  <a:cubicBezTo>
                    <a:pt x="294" y="521"/>
                    <a:pt x="289" y="521"/>
                    <a:pt x="287" y="522"/>
                  </a:cubicBezTo>
                  <a:cubicBezTo>
                    <a:pt x="285" y="523"/>
                    <a:pt x="283" y="526"/>
                    <a:pt x="282" y="527"/>
                  </a:cubicBezTo>
                  <a:cubicBezTo>
                    <a:pt x="282" y="529"/>
                    <a:pt x="283" y="532"/>
                    <a:pt x="282" y="534"/>
                  </a:cubicBezTo>
                  <a:cubicBezTo>
                    <a:pt x="282" y="536"/>
                    <a:pt x="280" y="541"/>
                    <a:pt x="278" y="542"/>
                  </a:cubicBezTo>
                  <a:cubicBezTo>
                    <a:pt x="277" y="543"/>
                    <a:pt x="272" y="544"/>
                    <a:pt x="270" y="543"/>
                  </a:cubicBezTo>
                  <a:cubicBezTo>
                    <a:pt x="268" y="543"/>
                    <a:pt x="263" y="542"/>
                    <a:pt x="261" y="540"/>
                  </a:cubicBezTo>
                  <a:cubicBezTo>
                    <a:pt x="260" y="539"/>
                    <a:pt x="260" y="533"/>
                    <a:pt x="258" y="533"/>
                  </a:cubicBezTo>
                  <a:cubicBezTo>
                    <a:pt x="257" y="532"/>
                    <a:pt x="256" y="534"/>
                    <a:pt x="255" y="534"/>
                  </a:cubicBezTo>
                  <a:cubicBezTo>
                    <a:pt x="253" y="534"/>
                    <a:pt x="250" y="532"/>
                    <a:pt x="248" y="532"/>
                  </a:cubicBezTo>
                  <a:cubicBezTo>
                    <a:pt x="247" y="531"/>
                    <a:pt x="243" y="529"/>
                    <a:pt x="241" y="529"/>
                  </a:cubicBezTo>
                  <a:cubicBezTo>
                    <a:pt x="239" y="528"/>
                    <a:pt x="235" y="529"/>
                    <a:pt x="234" y="528"/>
                  </a:cubicBezTo>
                  <a:cubicBezTo>
                    <a:pt x="232" y="527"/>
                    <a:pt x="232" y="523"/>
                    <a:pt x="232" y="522"/>
                  </a:cubicBezTo>
                  <a:cubicBezTo>
                    <a:pt x="231" y="520"/>
                    <a:pt x="231" y="515"/>
                    <a:pt x="230" y="513"/>
                  </a:cubicBezTo>
                  <a:cubicBezTo>
                    <a:pt x="229" y="511"/>
                    <a:pt x="226" y="508"/>
                    <a:pt x="224" y="507"/>
                  </a:cubicBezTo>
                  <a:cubicBezTo>
                    <a:pt x="222" y="507"/>
                    <a:pt x="219" y="506"/>
                    <a:pt x="218" y="505"/>
                  </a:cubicBezTo>
                  <a:cubicBezTo>
                    <a:pt x="216" y="504"/>
                    <a:pt x="213" y="500"/>
                    <a:pt x="211" y="499"/>
                  </a:cubicBezTo>
                  <a:cubicBezTo>
                    <a:pt x="210" y="499"/>
                    <a:pt x="209" y="498"/>
                    <a:pt x="208" y="498"/>
                  </a:cubicBezTo>
                  <a:cubicBezTo>
                    <a:pt x="206" y="498"/>
                    <a:pt x="203" y="500"/>
                    <a:pt x="202" y="501"/>
                  </a:cubicBezTo>
                  <a:cubicBezTo>
                    <a:pt x="201" y="502"/>
                    <a:pt x="200" y="505"/>
                    <a:pt x="200" y="506"/>
                  </a:cubicBezTo>
                  <a:cubicBezTo>
                    <a:pt x="199" y="508"/>
                    <a:pt x="199" y="511"/>
                    <a:pt x="198" y="512"/>
                  </a:cubicBezTo>
                  <a:cubicBezTo>
                    <a:pt x="197" y="513"/>
                    <a:pt x="196" y="514"/>
                    <a:pt x="195" y="514"/>
                  </a:cubicBezTo>
                  <a:cubicBezTo>
                    <a:pt x="194" y="514"/>
                    <a:pt x="192" y="512"/>
                    <a:pt x="192" y="512"/>
                  </a:cubicBezTo>
                  <a:cubicBezTo>
                    <a:pt x="191" y="511"/>
                    <a:pt x="190" y="507"/>
                    <a:pt x="189" y="506"/>
                  </a:cubicBezTo>
                  <a:cubicBezTo>
                    <a:pt x="188" y="506"/>
                    <a:pt x="185" y="509"/>
                    <a:pt x="184" y="510"/>
                  </a:cubicBezTo>
                  <a:cubicBezTo>
                    <a:pt x="181" y="511"/>
                    <a:pt x="176" y="511"/>
                    <a:pt x="173" y="511"/>
                  </a:cubicBezTo>
                  <a:cubicBezTo>
                    <a:pt x="170" y="511"/>
                    <a:pt x="165" y="511"/>
                    <a:pt x="162" y="511"/>
                  </a:cubicBezTo>
                  <a:cubicBezTo>
                    <a:pt x="160" y="512"/>
                    <a:pt x="155" y="513"/>
                    <a:pt x="153" y="514"/>
                  </a:cubicBezTo>
                  <a:cubicBezTo>
                    <a:pt x="152" y="515"/>
                    <a:pt x="151" y="517"/>
                    <a:pt x="150" y="518"/>
                  </a:cubicBezTo>
                  <a:cubicBezTo>
                    <a:pt x="149" y="519"/>
                    <a:pt x="148" y="519"/>
                    <a:pt x="146" y="520"/>
                  </a:cubicBezTo>
                  <a:cubicBezTo>
                    <a:pt x="145" y="520"/>
                    <a:pt x="144" y="520"/>
                    <a:pt x="144" y="520"/>
                  </a:cubicBezTo>
                  <a:cubicBezTo>
                    <a:pt x="143" y="520"/>
                    <a:pt x="141" y="520"/>
                    <a:pt x="140" y="520"/>
                  </a:cubicBezTo>
                  <a:cubicBezTo>
                    <a:pt x="139" y="519"/>
                    <a:pt x="137" y="516"/>
                    <a:pt x="136" y="515"/>
                  </a:cubicBezTo>
                  <a:cubicBezTo>
                    <a:pt x="136" y="514"/>
                    <a:pt x="135" y="511"/>
                    <a:pt x="134" y="510"/>
                  </a:cubicBezTo>
                  <a:cubicBezTo>
                    <a:pt x="133" y="509"/>
                    <a:pt x="130" y="510"/>
                    <a:pt x="129" y="509"/>
                  </a:cubicBezTo>
                  <a:cubicBezTo>
                    <a:pt x="127" y="507"/>
                    <a:pt x="127" y="503"/>
                    <a:pt x="126" y="501"/>
                  </a:cubicBezTo>
                  <a:cubicBezTo>
                    <a:pt x="125" y="498"/>
                    <a:pt x="125" y="492"/>
                    <a:pt x="123" y="490"/>
                  </a:cubicBezTo>
                  <a:cubicBezTo>
                    <a:pt x="122" y="489"/>
                    <a:pt x="120" y="488"/>
                    <a:pt x="119" y="488"/>
                  </a:cubicBezTo>
                  <a:cubicBezTo>
                    <a:pt x="118" y="487"/>
                    <a:pt x="114" y="488"/>
                    <a:pt x="112" y="489"/>
                  </a:cubicBezTo>
                  <a:cubicBezTo>
                    <a:pt x="111" y="490"/>
                    <a:pt x="112" y="494"/>
                    <a:pt x="111" y="496"/>
                  </a:cubicBezTo>
                  <a:cubicBezTo>
                    <a:pt x="111" y="497"/>
                    <a:pt x="110" y="500"/>
                    <a:pt x="109" y="502"/>
                  </a:cubicBezTo>
                  <a:cubicBezTo>
                    <a:pt x="108" y="503"/>
                    <a:pt x="107" y="507"/>
                    <a:pt x="105" y="507"/>
                  </a:cubicBezTo>
                  <a:cubicBezTo>
                    <a:pt x="104" y="507"/>
                    <a:pt x="103" y="505"/>
                    <a:pt x="102" y="504"/>
                  </a:cubicBezTo>
                  <a:cubicBezTo>
                    <a:pt x="101" y="503"/>
                    <a:pt x="101" y="501"/>
                    <a:pt x="101" y="500"/>
                  </a:cubicBezTo>
                  <a:cubicBezTo>
                    <a:pt x="100" y="499"/>
                    <a:pt x="99" y="496"/>
                    <a:pt x="97" y="495"/>
                  </a:cubicBezTo>
                  <a:cubicBezTo>
                    <a:pt x="96" y="495"/>
                    <a:pt x="95" y="496"/>
                    <a:pt x="94" y="496"/>
                  </a:cubicBezTo>
                  <a:cubicBezTo>
                    <a:pt x="93" y="496"/>
                    <a:pt x="90" y="494"/>
                    <a:pt x="88" y="493"/>
                  </a:cubicBezTo>
                  <a:cubicBezTo>
                    <a:pt x="87" y="493"/>
                    <a:pt x="83" y="492"/>
                    <a:pt x="82" y="491"/>
                  </a:cubicBezTo>
                  <a:cubicBezTo>
                    <a:pt x="80" y="489"/>
                    <a:pt x="79" y="485"/>
                    <a:pt x="78" y="484"/>
                  </a:cubicBezTo>
                  <a:cubicBezTo>
                    <a:pt x="76" y="483"/>
                    <a:pt x="73" y="483"/>
                    <a:pt x="71" y="483"/>
                  </a:cubicBezTo>
                  <a:cubicBezTo>
                    <a:pt x="69" y="483"/>
                    <a:pt x="64" y="484"/>
                    <a:pt x="62" y="485"/>
                  </a:cubicBezTo>
                  <a:cubicBezTo>
                    <a:pt x="59" y="485"/>
                    <a:pt x="54" y="484"/>
                    <a:pt x="51" y="482"/>
                  </a:cubicBezTo>
                  <a:cubicBezTo>
                    <a:pt x="50" y="482"/>
                    <a:pt x="48" y="478"/>
                    <a:pt x="47" y="477"/>
                  </a:cubicBezTo>
                  <a:cubicBezTo>
                    <a:pt x="46" y="476"/>
                    <a:pt x="44" y="475"/>
                    <a:pt x="43" y="475"/>
                  </a:cubicBezTo>
                  <a:cubicBezTo>
                    <a:pt x="41" y="474"/>
                    <a:pt x="38" y="475"/>
                    <a:pt x="36" y="476"/>
                  </a:cubicBezTo>
                  <a:cubicBezTo>
                    <a:pt x="34" y="476"/>
                    <a:pt x="30" y="477"/>
                    <a:pt x="29" y="476"/>
                  </a:cubicBezTo>
                  <a:cubicBezTo>
                    <a:pt x="29" y="475"/>
                    <a:pt x="29" y="475"/>
                    <a:pt x="28" y="47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4"/>
            <p:cNvSpPr>
              <a:spLocks/>
            </p:cNvSpPr>
            <p:nvPr/>
          </p:nvSpPr>
          <p:spPr bwMode="auto">
            <a:xfrm>
              <a:off x="3398838" y="1890713"/>
              <a:ext cx="1130300" cy="1420813"/>
            </a:xfrm>
            <a:custGeom>
              <a:avLst/>
              <a:gdLst/>
              <a:ahLst/>
              <a:cxnLst>
                <a:cxn ang="0">
                  <a:pos x="131" y="660"/>
                </a:cxn>
                <a:cxn ang="0">
                  <a:pos x="96" y="662"/>
                </a:cxn>
                <a:cxn ang="0">
                  <a:pos x="77" y="641"/>
                </a:cxn>
                <a:cxn ang="0">
                  <a:pos x="48" y="626"/>
                </a:cxn>
                <a:cxn ang="0">
                  <a:pos x="36" y="587"/>
                </a:cxn>
                <a:cxn ang="0">
                  <a:pos x="15" y="551"/>
                </a:cxn>
                <a:cxn ang="0">
                  <a:pos x="24" y="474"/>
                </a:cxn>
                <a:cxn ang="0">
                  <a:pos x="9" y="443"/>
                </a:cxn>
                <a:cxn ang="0">
                  <a:pos x="9" y="411"/>
                </a:cxn>
                <a:cxn ang="0">
                  <a:pos x="7" y="353"/>
                </a:cxn>
                <a:cxn ang="0">
                  <a:pos x="37" y="307"/>
                </a:cxn>
                <a:cxn ang="0">
                  <a:pos x="54" y="225"/>
                </a:cxn>
                <a:cxn ang="0">
                  <a:pos x="92" y="226"/>
                </a:cxn>
                <a:cxn ang="0">
                  <a:pos x="138" y="212"/>
                </a:cxn>
                <a:cxn ang="0">
                  <a:pos x="160" y="162"/>
                </a:cxn>
                <a:cxn ang="0">
                  <a:pos x="202" y="142"/>
                </a:cxn>
                <a:cxn ang="0">
                  <a:pos x="228" y="118"/>
                </a:cxn>
                <a:cxn ang="0">
                  <a:pos x="175" y="76"/>
                </a:cxn>
                <a:cxn ang="0">
                  <a:pos x="221" y="57"/>
                </a:cxn>
                <a:cxn ang="0">
                  <a:pos x="251" y="6"/>
                </a:cxn>
                <a:cxn ang="0">
                  <a:pos x="300" y="32"/>
                </a:cxn>
                <a:cxn ang="0">
                  <a:pos x="367" y="40"/>
                </a:cxn>
                <a:cxn ang="0">
                  <a:pos x="374" y="81"/>
                </a:cxn>
                <a:cxn ang="0">
                  <a:pos x="394" y="143"/>
                </a:cxn>
                <a:cxn ang="0">
                  <a:pos x="374" y="192"/>
                </a:cxn>
                <a:cxn ang="0">
                  <a:pos x="360" y="259"/>
                </a:cxn>
                <a:cxn ang="0">
                  <a:pos x="410" y="296"/>
                </a:cxn>
                <a:cxn ang="0">
                  <a:pos x="384" y="337"/>
                </a:cxn>
                <a:cxn ang="0">
                  <a:pos x="411" y="374"/>
                </a:cxn>
                <a:cxn ang="0">
                  <a:pos x="445" y="383"/>
                </a:cxn>
                <a:cxn ang="0">
                  <a:pos x="473" y="383"/>
                </a:cxn>
                <a:cxn ang="0">
                  <a:pos x="511" y="409"/>
                </a:cxn>
                <a:cxn ang="0">
                  <a:pos x="537" y="427"/>
                </a:cxn>
                <a:cxn ang="0">
                  <a:pos x="588" y="456"/>
                </a:cxn>
                <a:cxn ang="0">
                  <a:pos x="631" y="463"/>
                </a:cxn>
                <a:cxn ang="0">
                  <a:pos x="686" y="483"/>
                </a:cxn>
                <a:cxn ang="0">
                  <a:pos x="725" y="513"/>
                </a:cxn>
                <a:cxn ang="0">
                  <a:pos x="757" y="508"/>
                </a:cxn>
                <a:cxn ang="0">
                  <a:pos x="780" y="540"/>
                </a:cxn>
                <a:cxn ang="0">
                  <a:pos x="768" y="561"/>
                </a:cxn>
                <a:cxn ang="0">
                  <a:pos x="749" y="593"/>
                </a:cxn>
                <a:cxn ang="0">
                  <a:pos x="714" y="621"/>
                </a:cxn>
                <a:cxn ang="0">
                  <a:pos x="697" y="655"/>
                </a:cxn>
                <a:cxn ang="0">
                  <a:pos x="675" y="716"/>
                </a:cxn>
                <a:cxn ang="0">
                  <a:pos x="629" y="718"/>
                </a:cxn>
                <a:cxn ang="0">
                  <a:pos x="612" y="768"/>
                </a:cxn>
                <a:cxn ang="0">
                  <a:pos x="612" y="806"/>
                </a:cxn>
                <a:cxn ang="0">
                  <a:pos x="599" y="871"/>
                </a:cxn>
                <a:cxn ang="0">
                  <a:pos x="564" y="879"/>
                </a:cxn>
                <a:cxn ang="0">
                  <a:pos x="540" y="908"/>
                </a:cxn>
                <a:cxn ang="0">
                  <a:pos x="561" y="959"/>
                </a:cxn>
                <a:cxn ang="0">
                  <a:pos x="522" y="986"/>
                </a:cxn>
                <a:cxn ang="0">
                  <a:pos x="486" y="970"/>
                </a:cxn>
                <a:cxn ang="0">
                  <a:pos x="466" y="919"/>
                </a:cxn>
                <a:cxn ang="0">
                  <a:pos x="458" y="875"/>
                </a:cxn>
                <a:cxn ang="0">
                  <a:pos x="413" y="864"/>
                </a:cxn>
                <a:cxn ang="0">
                  <a:pos x="418" y="817"/>
                </a:cxn>
                <a:cxn ang="0">
                  <a:pos x="371" y="788"/>
                </a:cxn>
                <a:cxn ang="0">
                  <a:pos x="326" y="811"/>
                </a:cxn>
                <a:cxn ang="0">
                  <a:pos x="285" y="820"/>
                </a:cxn>
                <a:cxn ang="0">
                  <a:pos x="236" y="790"/>
                </a:cxn>
                <a:cxn ang="0">
                  <a:pos x="198" y="763"/>
                </a:cxn>
                <a:cxn ang="0">
                  <a:pos x="169" y="716"/>
                </a:cxn>
              </a:cxnLst>
              <a:rect l="0" t="0" r="r" b="b"/>
              <a:pathLst>
                <a:path w="788" h="990">
                  <a:moveTo>
                    <a:pt x="150" y="697"/>
                  </a:moveTo>
                  <a:cubicBezTo>
                    <a:pt x="149" y="697"/>
                    <a:pt x="149" y="695"/>
                    <a:pt x="149" y="695"/>
                  </a:cubicBezTo>
                  <a:cubicBezTo>
                    <a:pt x="148" y="694"/>
                    <a:pt x="149" y="691"/>
                    <a:pt x="149" y="690"/>
                  </a:cubicBezTo>
                  <a:cubicBezTo>
                    <a:pt x="149" y="688"/>
                    <a:pt x="150" y="685"/>
                    <a:pt x="149" y="683"/>
                  </a:cubicBezTo>
                  <a:cubicBezTo>
                    <a:pt x="149" y="682"/>
                    <a:pt x="148" y="681"/>
                    <a:pt x="148" y="680"/>
                  </a:cubicBezTo>
                  <a:cubicBezTo>
                    <a:pt x="147" y="678"/>
                    <a:pt x="147" y="676"/>
                    <a:pt x="146" y="675"/>
                  </a:cubicBezTo>
                  <a:cubicBezTo>
                    <a:pt x="145" y="674"/>
                    <a:pt x="143" y="673"/>
                    <a:pt x="142" y="672"/>
                  </a:cubicBezTo>
                  <a:cubicBezTo>
                    <a:pt x="141" y="671"/>
                    <a:pt x="139" y="670"/>
                    <a:pt x="138" y="670"/>
                  </a:cubicBezTo>
                  <a:cubicBezTo>
                    <a:pt x="137" y="669"/>
                    <a:pt x="136" y="669"/>
                    <a:pt x="136" y="668"/>
                  </a:cubicBezTo>
                  <a:cubicBezTo>
                    <a:pt x="135" y="667"/>
                    <a:pt x="134" y="664"/>
                    <a:pt x="134" y="663"/>
                  </a:cubicBezTo>
                  <a:cubicBezTo>
                    <a:pt x="133" y="662"/>
                    <a:pt x="132" y="660"/>
                    <a:pt x="131" y="660"/>
                  </a:cubicBezTo>
                  <a:cubicBezTo>
                    <a:pt x="130" y="659"/>
                    <a:pt x="128" y="659"/>
                    <a:pt x="127" y="659"/>
                  </a:cubicBezTo>
                  <a:cubicBezTo>
                    <a:pt x="126" y="658"/>
                    <a:pt x="124" y="657"/>
                    <a:pt x="123" y="657"/>
                  </a:cubicBezTo>
                  <a:cubicBezTo>
                    <a:pt x="121" y="656"/>
                    <a:pt x="118" y="655"/>
                    <a:pt x="117" y="655"/>
                  </a:cubicBezTo>
                  <a:cubicBezTo>
                    <a:pt x="115" y="654"/>
                    <a:pt x="113" y="653"/>
                    <a:pt x="112" y="653"/>
                  </a:cubicBezTo>
                  <a:cubicBezTo>
                    <a:pt x="110" y="653"/>
                    <a:pt x="108" y="655"/>
                    <a:pt x="108" y="656"/>
                  </a:cubicBezTo>
                  <a:cubicBezTo>
                    <a:pt x="107" y="657"/>
                    <a:pt x="106" y="659"/>
                    <a:pt x="105" y="660"/>
                  </a:cubicBezTo>
                  <a:cubicBezTo>
                    <a:pt x="105" y="661"/>
                    <a:pt x="104" y="663"/>
                    <a:pt x="104" y="664"/>
                  </a:cubicBezTo>
                  <a:cubicBezTo>
                    <a:pt x="103" y="665"/>
                    <a:pt x="101" y="665"/>
                    <a:pt x="100" y="665"/>
                  </a:cubicBezTo>
                  <a:cubicBezTo>
                    <a:pt x="99" y="665"/>
                    <a:pt x="98" y="665"/>
                    <a:pt x="98" y="664"/>
                  </a:cubicBezTo>
                  <a:cubicBezTo>
                    <a:pt x="97" y="663"/>
                    <a:pt x="98" y="660"/>
                    <a:pt x="97" y="660"/>
                  </a:cubicBezTo>
                  <a:cubicBezTo>
                    <a:pt x="96" y="660"/>
                    <a:pt x="96" y="662"/>
                    <a:pt x="96" y="662"/>
                  </a:cubicBezTo>
                  <a:cubicBezTo>
                    <a:pt x="95" y="663"/>
                    <a:pt x="93" y="663"/>
                    <a:pt x="92" y="663"/>
                  </a:cubicBezTo>
                  <a:cubicBezTo>
                    <a:pt x="91" y="663"/>
                    <a:pt x="88" y="662"/>
                    <a:pt x="87" y="661"/>
                  </a:cubicBezTo>
                  <a:cubicBezTo>
                    <a:pt x="86" y="661"/>
                    <a:pt x="86" y="658"/>
                    <a:pt x="85" y="658"/>
                  </a:cubicBezTo>
                  <a:cubicBezTo>
                    <a:pt x="84" y="657"/>
                    <a:pt x="82" y="656"/>
                    <a:pt x="80" y="656"/>
                  </a:cubicBezTo>
                  <a:cubicBezTo>
                    <a:pt x="79" y="656"/>
                    <a:pt x="77" y="657"/>
                    <a:pt x="76" y="657"/>
                  </a:cubicBezTo>
                  <a:cubicBezTo>
                    <a:pt x="75" y="657"/>
                    <a:pt x="72" y="657"/>
                    <a:pt x="72" y="657"/>
                  </a:cubicBezTo>
                  <a:cubicBezTo>
                    <a:pt x="71" y="656"/>
                    <a:pt x="71" y="653"/>
                    <a:pt x="72" y="652"/>
                  </a:cubicBezTo>
                  <a:cubicBezTo>
                    <a:pt x="72" y="651"/>
                    <a:pt x="74" y="650"/>
                    <a:pt x="75" y="649"/>
                  </a:cubicBezTo>
                  <a:cubicBezTo>
                    <a:pt x="75" y="649"/>
                    <a:pt x="77" y="649"/>
                    <a:pt x="78" y="648"/>
                  </a:cubicBezTo>
                  <a:cubicBezTo>
                    <a:pt x="78" y="648"/>
                    <a:pt x="79" y="646"/>
                    <a:pt x="79" y="645"/>
                  </a:cubicBezTo>
                  <a:cubicBezTo>
                    <a:pt x="79" y="644"/>
                    <a:pt x="77" y="642"/>
                    <a:pt x="77" y="641"/>
                  </a:cubicBezTo>
                  <a:cubicBezTo>
                    <a:pt x="76" y="640"/>
                    <a:pt x="76" y="638"/>
                    <a:pt x="77" y="637"/>
                  </a:cubicBezTo>
                  <a:cubicBezTo>
                    <a:pt x="77" y="636"/>
                    <a:pt x="77" y="635"/>
                    <a:pt x="78" y="634"/>
                  </a:cubicBezTo>
                  <a:cubicBezTo>
                    <a:pt x="78" y="632"/>
                    <a:pt x="80" y="629"/>
                    <a:pt x="80" y="628"/>
                  </a:cubicBezTo>
                  <a:cubicBezTo>
                    <a:pt x="79" y="627"/>
                    <a:pt x="77" y="626"/>
                    <a:pt x="76" y="625"/>
                  </a:cubicBezTo>
                  <a:cubicBezTo>
                    <a:pt x="76" y="624"/>
                    <a:pt x="76" y="622"/>
                    <a:pt x="75" y="621"/>
                  </a:cubicBezTo>
                  <a:cubicBezTo>
                    <a:pt x="75" y="620"/>
                    <a:pt x="73" y="620"/>
                    <a:pt x="72" y="620"/>
                  </a:cubicBezTo>
                  <a:cubicBezTo>
                    <a:pt x="70" y="620"/>
                    <a:pt x="67" y="622"/>
                    <a:pt x="66" y="622"/>
                  </a:cubicBezTo>
                  <a:cubicBezTo>
                    <a:pt x="65" y="623"/>
                    <a:pt x="62" y="623"/>
                    <a:pt x="61" y="624"/>
                  </a:cubicBezTo>
                  <a:cubicBezTo>
                    <a:pt x="61" y="624"/>
                    <a:pt x="60" y="626"/>
                    <a:pt x="59" y="626"/>
                  </a:cubicBezTo>
                  <a:cubicBezTo>
                    <a:pt x="58" y="627"/>
                    <a:pt x="53" y="627"/>
                    <a:pt x="53" y="627"/>
                  </a:cubicBezTo>
                  <a:cubicBezTo>
                    <a:pt x="53" y="627"/>
                    <a:pt x="49" y="627"/>
                    <a:pt x="48" y="626"/>
                  </a:cubicBezTo>
                  <a:cubicBezTo>
                    <a:pt x="47" y="625"/>
                    <a:pt x="46" y="623"/>
                    <a:pt x="46" y="623"/>
                  </a:cubicBezTo>
                  <a:cubicBezTo>
                    <a:pt x="45" y="622"/>
                    <a:pt x="44" y="619"/>
                    <a:pt x="43" y="618"/>
                  </a:cubicBezTo>
                  <a:cubicBezTo>
                    <a:pt x="43" y="618"/>
                    <a:pt x="40" y="618"/>
                    <a:pt x="40" y="617"/>
                  </a:cubicBezTo>
                  <a:cubicBezTo>
                    <a:pt x="39" y="617"/>
                    <a:pt x="38" y="615"/>
                    <a:pt x="37" y="614"/>
                  </a:cubicBezTo>
                  <a:cubicBezTo>
                    <a:pt x="36" y="613"/>
                    <a:pt x="36" y="610"/>
                    <a:pt x="35" y="608"/>
                  </a:cubicBezTo>
                  <a:cubicBezTo>
                    <a:pt x="35" y="607"/>
                    <a:pt x="35" y="605"/>
                    <a:pt x="35" y="605"/>
                  </a:cubicBezTo>
                  <a:cubicBezTo>
                    <a:pt x="36" y="604"/>
                    <a:pt x="38" y="603"/>
                    <a:pt x="39" y="603"/>
                  </a:cubicBezTo>
                  <a:cubicBezTo>
                    <a:pt x="40" y="602"/>
                    <a:pt x="41" y="601"/>
                    <a:pt x="42" y="600"/>
                  </a:cubicBezTo>
                  <a:cubicBezTo>
                    <a:pt x="42" y="599"/>
                    <a:pt x="42" y="596"/>
                    <a:pt x="42" y="595"/>
                  </a:cubicBezTo>
                  <a:cubicBezTo>
                    <a:pt x="42" y="593"/>
                    <a:pt x="41" y="590"/>
                    <a:pt x="40" y="589"/>
                  </a:cubicBezTo>
                  <a:cubicBezTo>
                    <a:pt x="39" y="588"/>
                    <a:pt x="37" y="587"/>
                    <a:pt x="36" y="587"/>
                  </a:cubicBezTo>
                  <a:cubicBezTo>
                    <a:pt x="35" y="586"/>
                    <a:pt x="32" y="586"/>
                    <a:pt x="31" y="586"/>
                  </a:cubicBezTo>
                  <a:cubicBezTo>
                    <a:pt x="30" y="586"/>
                    <a:pt x="27" y="587"/>
                    <a:pt x="26" y="587"/>
                  </a:cubicBezTo>
                  <a:cubicBezTo>
                    <a:pt x="25" y="587"/>
                    <a:pt x="23" y="586"/>
                    <a:pt x="22" y="586"/>
                  </a:cubicBezTo>
                  <a:cubicBezTo>
                    <a:pt x="21" y="586"/>
                    <a:pt x="19" y="585"/>
                    <a:pt x="18" y="585"/>
                  </a:cubicBezTo>
                  <a:cubicBezTo>
                    <a:pt x="17" y="584"/>
                    <a:pt x="14" y="583"/>
                    <a:pt x="13" y="581"/>
                  </a:cubicBezTo>
                  <a:cubicBezTo>
                    <a:pt x="12" y="580"/>
                    <a:pt x="12" y="576"/>
                    <a:pt x="12" y="575"/>
                  </a:cubicBezTo>
                  <a:cubicBezTo>
                    <a:pt x="12" y="573"/>
                    <a:pt x="12" y="570"/>
                    <a:pt x="13" y="569"/>
                  </a:cubicBezTo>
                  <a:cubicBezTo>
                    <a:pt x="13" y="568"/>
                    <a:pt x="16" y="567"/>
                    <a:pt x="16" y="566"/>
                  </a:cubicBezTo>
                  <a:cubicBezTo>
                    <a:pt x="17" y="565"/>
                    <a:pt x="18" y="562"/>
                    <a:pt x="18" y="561"/>
                  </a:cubicBezTo>
                  <a:cubicBezTo>
                    <a:pt x="18" y="559"/>
                    <a:pt x="18" y="556"/>
                    <a:pt x="18" y="554"/>
                  </a:cubicBezTo>
                  <a:cubicBezTo>
                    <a:pt x="17" y="553"/>
                    <a:pt x="16" y="552"/>
                    <a:pt x="15" y="551"/>
                  </a:cubicBezTo>
                  <a:cubicBezTo>
                    <a:pt x="14" y="550"/>
                    <a:pt x="12" y="547"/>
                    <a:pt x="12" y="545"/>
                  </a:cubicBezTo>
                  <a:cubicBezTo>
                    <a:pt x="11" y="543"/>
                    <a:pt x="12" y="540"/>
                    <a:pt x="12" y="538"/>
                  </a:cubicBezTo>
                  <a:cubicBezTo>
                    <a:pt x="12" y="535"/>
                    <a:pt x="13" y="530"/>
                    <a:pt x="13" y="527"/>
                  </a:cubicBezTo>
                  <a:cubicBezTo>
                    <a:pt x="13" y="524"/>
                    <a:pt x="12" y="518"/>
                    <a:pt x="12" y="515"/>
                  </a:cubicBezTo>
                  <a:cubicBezTo>
                    <a:pt x="12" y="513"/>
                    <a:pt x="13" y="508"/>
                    <a:pt x="13" y="506"/>
                  </a:cubicBezTo>
                  <a:cubicBezTo>
                    <a:pt x="14" y="504"/>
                    <a:pt x="14" y="501"/>
                    <a:pt x="15" y="500"/>
                  </a:cubicBezTo>
                  <a:cubicBezTo>
                    <a:pt x="16" y="499"/>
                    <a:pt x="18" y="499"/>
                    <a:pt x="19" y="498"/>
                  </a:cubicBezTo>
                  <a:cubicBezTo>
                    <a:pt x="20" y="498"/>
                    <a:pt x="22" y="497"/>
                    <a:pt x="22" y="496"/>
                  </a:cubicBezTo>
                  <a:cubicBezTo>
                    <a:pt x="23" y="495"/>
                    <a:pt x="23" y="492"/>
                    <a:pt x="24" y="491"/>
                  </a:cubicBezTo>
                  <a:cubicBezTo>
                    <a:pt x="24" y="488"/>
                    <a:pt x="23" y="483"/>
                    <a:pt x="23" y="480"/>
                  </a:cubicBezTo>
                  <a:cubicBezTo>
                    <a:pt x="23" y="479"/>
                    <a:pt x="24" y="476"/>
                    <a:pt x="24" y="474"/>
                  </a:cubicBezTo>
                  <a:cubicBezTo>
                    <a:pt x="24" y="473"/>
                    <a:pt x="23" y="470"/>
                    <a:pt x="22" y="468"/>
                  </a:cubicBezTo>
                  <a:cubicBezTo>
                    <a:pt x="22" y="466"/>
                    <a:pt x="20" y="463"/>
                    <a:pt x="18" y="462"/>
                  </a:cubicBezTo>
                  <a:cubicBezTo>
                    <a:pt x="17" y="461"/>
                    <a:pt x="15" y="460"/>
                    <a:pt x="14" y="459"/>
                  </a:cubicBezTo>
                  <a:cubicBezTo>
                    <a:pt x="12" y="458"/>
                    <a:pt x="10" y="457"/>
                    <a:pt x="9" y="457"/>
                  </a:cubicBezTo>
                  <a:cubicBezTo>
                    <a:pt x="8" y="456"/>
                    <a:pt x="6" y="454"/>
                    <a:pt x="5" y="453"/>
                  </a:cubicBezTo>
                  <a:cubicBezTo>
                    <a:pt x="4" y="452"/>
                    <a:pt x="1" y="451"/>
                    <a:pt x="0" y="449"/>
                  </a:cubicBezTo>
                  <a:cubicBezTo>
                    <a:pt x="0" y="448"/>
                    <a:pt x="0" y="445"/>
                    <a:pt x="0" y="443"/>
                  </a:cubicBezTo>
                  <a:cubicBezTo>
                    <a:pt x="0" y="442"/>
                    <a:pt x="1" y="439"/>
                    <a:pt x="2" y="439"/>
                  </a:cubicBezTo>
                  <a:cubicBezTo>
                    <a:pt x="3" y="438"/>
                    <a:pt x="5" y="437"/>
                    <a:pt x="6" y="437"/>
                  </a:cubicBezTo>
                  <a:cubicBezTo>
                    <a:pt x="7" y="438"/>
                    <a:pt x="8" y="439"/>
                    <a:pt x="8" y="439"/>
                  </a:cubicBezTo>
                  <a:cubicBezTo>
                    <a:pt x="9" y="440"/>
                    <a:pt x="9" y="442"/>
                    <a:pt x="9" y="443"/>
                  </a:cubicBezTo>
                  <a:cubicBezTo>
                    <a:pt x="9" y="444"/>
                    <a:pt x="9" y="445"/>
                    <a:pt x="9" y="446"/>
                  </a:cubicBezTo>
                  <a:cubicBezTo>
                    <a:pt x="9" y="446"/>
                    <a:pt x="10" y="447"/>
                    <a:pt x="10" y="448"/>
                  </a:cubicBezTo>
                  <a:cubicBezTo>
                    <a:pt x="11" y="449"/>
                    <a:pt x="13" y="450"/>
                    <a:pt x="14" y="450"/>
                  </a:cubicBezTo>
                  <a:cubicBezTo>
                    <a:pt x="15" y="450"/>
                    <a:pt x="17" y="448"/>
                    <a:pt x="18" y="448"/>
                  </a:cubicBezTo>
                  <a:cubicBezTo>
                    <a:pt x="19" y="446"/>
                    <a:pt x="19" y="443"/>
                    <a:pt x="19" y="441"/>
                  </a:cubicBezTo>
                  <a:cubicBezTo>
                    <a:pt x="19" y="441"/>
                    <a:pt x="18" y="439"/>
                    <a:pt x="18" y="438"/>
                  </a:cubicBezTo>
                  <a:cubicBezTo>
                    <a:pt x="18" y="436"/>
                    <a:pt x="19" y="433"/>
                    <a:pt x="19" y="431"/>
                  </a:cubicBezTo>
                  <a:cubicBezTo>
                    <a:pt x="19" y="430"/>
                    <a:pt x="18" y="426"/>
                    <a:pt x="18" y="425"/>
                  </a:cubicBezTo>
                  <a:cubicBezTo>
                    <a:pt x="18" y="423"/>
                    <a:pt x="16" y="420"/>
                    <a:pt x="15" y="419"/>
                  </a:cubicBezTo>
                  <a:cubicBezTo>
                    <a:pt x="14" y="418"/>
                    <a:pt x="10" y="417"/>
                    <a:pt x="9" y="415"/>
                  </a:cubicBezTo>
                  <a:cubicBezTo>
                    <a:pt x="8" y="414"/>
                    <a:pt x="9" y="412"/>
                    <a:pt x="9" y="411"/>
                  </a:cubicBezTo>
                  <a:cubicBezTo>
                    <a:pt x="9" y="410"/>
                    <a:pt x="10" y="408"/>
                    <a:pt x="10" y="407"/>
                  </a:cubicBezTo>
                  <a:cubicBezTo>
                    <a:pt x="10" y="405"/>
                    <a:pt x="10" y="403"/>
                    <a:pt x="9" y="401"/>
                  </a:cubicBezTo>
                  <a:cubicBezTo>
                    <a:pt x="9" y="400"/>
                    <a:pt x="6" y="400"/>
                    <a:pt x="6" y="399"/>
                  </a:cubicBezTo>
                  <a:cubicBezTo>
                    <a:pt x="5" y="398"/>
                    <a:pt x="5" y="395"/>
                    <a:pt x="5" y="394"/>
                  </a:cubicBezTo>
                  <a:cubicBezTo>
                    <a:pt x="5" y="393"/>
                    <a:pt x="6" y="389"/>
                    <a:pt x="5" y="388"/>
                  </a:cubicBezTo>
                  <a:cubicBezTo>
                    <a:pt x="5" y="387"/>
                    <a:pt x="3" y="385"/>
                    <a:pt x="2" y="384"/>
                  </a:cubicBezTo>
                  <a:cubicBezTo>
                    <a:pt x="1" y="383"/>
                    <a:pt x="1" y="380"/>
                    <a:pt x="0" y="378"/>
                  </a:cubicBezTo>
                  <a:cubicBezTo>
                    <a:pt x="0" y="376"/>
                    <a:pt x="0" y="371"/>
                    <a:pt x="0" y="368"/>
                  </a:cubicBezTo>
                  <a:cubicBezTo>
                    <a:pt x="0" y="366"/>
                    <a:pt x="0" y="361"/>
                    <a:pt x="1" y="359"/>
                  </a:cubicBezTo>
                  <a:cubicBezTo>
                    <a:pt x="2" y="358"/>
                    <a:pt x="4" y="359"/>
                    <a:pt x="5" y="358"/>
                  </a:cubicBezTo>
                  <a:cubicBezTo>
                    <a:pt x="6" y="357"/>
                    <a:pt x="7" y="354"/>
                    <a:pt x="7" y="353"/>
                  </a:cubicBezTo>
                  <a:cubicBezTo>
                    <a:pt x="7" y="352"/>
                    <a:pt x="5" y="349"/>
                    <a:pt x="5" y="347"/>
                  </a:cubicBezTo>
                  <a:cubicBezTo>
                    <a:pt x="5" y="346"/>
                    <a:pt x="5" y="343"/>
                    <a:pt x="6" y="342"/>
                  </a:cubicBezTo>
                  <a:cubicBezTo>
                    <a:pt x="8" y="341"/>
                    <a:pt x="12" y="340"/>
                    <a:pt x="14" y="339"/>
                  </a:cubicBezTo>
                  <a:cubicBezTo>
                    <a:pt x="17" y="339"/>
                    <a:pt x="22" y="340"/>
                    <a:pt x="24" y="339"/>
                  </a:cubicBezTo>
                  <a:cubicBezTo>
                    <a:pt x="26" y="339"/>
                    <a:pt x="29" y="338"/>
                    <a:pt x="31" y="338"/>
                  </a:cubicBezTo>
                  <a:cubicBezTo>
                    <a:pt x="32" y="338"/>
                    <a:pt x="35" y="338"/>
                    <a:pt x="37" y="337"/>
                  </a:cubicBezTo>
                  <a:cubicBezTo>
                    <a:pt x="38" y="337"/>
                    <a:pt x="42" y="335"/>
                    <a:pt x="43" y="334"/>
                  </a:cubicBezTo>
                  <a:cubicBezTo>
                    <a:pt x="43" y="333"/>
                    <a:pt x="44" y="330"/>
                    <a:pt x="44" y="329"/>
                  </a:cubicBezTo>
                  <a:cubicBezTo>
                    <a:pt x="44" y="327"/>
                    <a:pt x="45" y="322"/>
                    <a:pt x="45" y="320"/>
                  </a:cubicBezTo>
                  <a:cubicBezTo>
                    <a:pt x="45" y="317"/>
                    <a:pt x="46" y="311"/>
                    <a:pt x="45" y="309"/>
                  </a:cubicBezTo>
                  <a:cubicBezTo>
                    <a:pt x="43" y="307"/>
                    <a:pt x="39" y="308"/>
                    <a:pt x="37" y="307"/>
                  </a:cubicBezTo>
                  <a:cubicBezTo>
                    <a:pt x="37" y="306"/>
                    <a:pt x="36" y="303"/>
                    <a:pt x="36" y="302"/>
                  </a:cubicBezTo>
                  <a:cubicBezTo>
                    <a:pt x="37" y="300"/>
                    <a:pt x="38" y="295"/>
                    <a:pt x="39" y="294"/>
                  </a:cubicBezTo>
                  <a:cubicBezTo>
                    <a:pt x="41" y="292"/>
                    <a:pt x="47" y="292"/>
                    <a:pt x="49" y="290"/>
                  </a:cubicBezTo>
                  <a:cubicBezTo>
                    <a:pt x="50" y="289"/>
                    <a:pt x="50" y="286"/>
                    <a:pt x="51" y="285"/>
                  </a:cubicBezTo>
                  <a:cubicBezTo>
                    <a:pt x="52" y="284"/>
                    <a:pt x="56" y="283"/>
                    <a:pt x="57" y="282"/>
                  </a:cubicBezTo>
                  <a:cubicBezTo>
                    <a:pt x="58" y="281"/>
                    <a:pt x="58" y="278"/>
                    <a:pt x="58" y="276"/>
                  </a:cubicBezTo>
                  <a:cubicBezTo>
                    <a:pt x="59" y="274"/>
                    <a:pt x="58" y="270"/>
                    <a:pt x="58" y="268"/>
                  </a:cubicBezTo>
                  <a:cubicBezTo>
                    <a:pt x="58" y="265"/>
                    <a:pt x="59" y="259"/>
                    <a:pt x="59" y="256"/>
                  </a:cubicBezTo>
                  <a:cubicBezTo>
                    <a:pt x="59" y="252"/>
                    <a:pt x="59" y="246"/>
                    <a:pt x="58" y="242"/>
                  </a:cubicBezTo>
                  <a:cubicBezTo>
                    <a:pt x="58" y="240"/>
                    <a:pt x="56" y="236"/>
                    <a:pt x="56" y="233"/>
                  </a:cubicBezTo>
                  <a:cubicBezTo>
                    <a:pt x="55" y="231"/>
                    <a:pt x="54" y="227"/>
                    <a:pt x="54" y="225"/>
                  </a:cubicBezTo>
                  <a:cubicBezTo>
                    <a:pt x="53" y="223"/>
                    <a:pt x="54" y="219"/>
                    <a:pt x="55" y="217"/>
                  </a:cubicBezTo>
                  <a:cubicBezTo>
                    <a:pt x="56" y="215"/>
                    <a:pt x="58" y="214"/>
                    <a:pt x="59" y="212"/>
                  </a:cubicBezTo>
                  <a:cubicBezTo>
                    <a:pt x="59" y="212"/>
                    <a:pt x="59" y="212"/>
                    <a:pt x="59" y="212"/>
                  </a:cubicBezTo>
                  <a:cubicBezTo>
                    <a:pt x="60" y="213"/>
                    <a:pt x="61" y="213"/>
                    <a:pt x="62" y="214"/>
                  </a:cubicBezTo>
                  <a:cubicBezTo>
                    <a:pt x="63" y="214"/>
                    <a:pt x="65" y="217"/>
                    <a:pt x="66" y="217"/>
                  </a:cubicBezTo>
                  <a:cubicBezTo>
                    <a:pt x="67" y="218"/>
                    <a:pt x="70" y="217"/>
                    <a:pt x="71" y="217"/>
                  </a:cubicBezTo>
                  <a:cubicBezTo>
                    <a:pt x="72" y="218"/>
                    <a:pt x="72" y="218"/>
                    <a:pt x="72" y="219"/>
                  </a:cubicBezTo>
                  <a:cubicBezTo>
                    <a:pt x="73" y="220"/>
                    <a:pt x="74" y="222"/>
                    <a:pt x="75" y="223"/>
                  </a:cubicBezTo>
                  <a:cubicBezTo>
                    <a:pt x="76" y="223"/>
                    <a:pt x="79" y="223"/>
                    <a:pt x="80" y="223"/>
                  </a:cubicBezTo>
                  <a:cubicBezTo>
                    <a:pt x="82" y="224"/>
                    <a:pt x="85" y="223"/>
                    <a:pt x="87" y="223"/>
                  </a:cubicBezTo>
                  <a:cubicBezTo>
                    <a:pt x="89" y="224"/>
                    <a:pt x="91" y="226"/>
                    <a:pt x="92" y="226"/>
                  </a:cubicBezTo>
                  <a:cubicBezTo>
                    <a:pt x="93" y="226"/>
                    <a:pt x="95" y="225"/>
                    <a:pt x="96" y="224"/>
                  </a:cubicBezTo>
                  <a:cubicBezTo>
                    <a:pt x="97" y="224"/>
                    <a:pt x="98" y="222"/>
                    <a:pt x="99" y="221"/>
                  </a:cubicBezTo>
                  <a:cubicBezTo>
                    <a:pt x="100" y="221"/>
                    <a:pt x="103" y="222"/>
                    <a:pt x="104" y="222"/>
                  </a:cubicBezTo>
                  <a:cubicBezTo>
                    <a:pt x="106" y="222"/>
                    <a:pt x="107" y="219"/>
                    <a:pt x="109" y="218"/>
                  </a:cubicBezTo>
                  <a:cubicBezTo>
                    <a:pt x="110" y="217"/>
                    <a:pt x="112" y="216"/>
                    <a:pt x="113" y="216"/>
                  </a:cubicBezTo>
                  <a:cubicBezTo>
                    <a:pt x="115" y="215"/>
                    <a:pt x="118" y="215"/>
                    <a:pt x="120" y="214"/>
                  </a:cubicBezTo>
                  <a:cubicBezTo>
                    <a:pt x="121" y="214"/>
                    <a:pt x="123" y="212"/>
                    <a:pt x="124" y="212"/>
                  </a:cubicBezTo>
                  <a:cubicBezTo>
                    <a:pt x="125" y="212"/>
                    <a:pt x="127" y="212"/>
                    <a:pt x="128" y="212"/>
                  </a:cubicBezTo>
                  <a:cubicBezTo>
                    <a:pt x="129" y="213"/>
                    <a:pt x="130" y="214"/>
                    <a:pt x="131" y="214"/>
                  </a:cubicBezTo>
                  <a:cubicBezTo>
                    <a:pt x="132" y="214"/>
                    <a:pt x="135" y="215"/>
                    <a:pt x="136" y="214"/>
                  </a:cubicBezTo>
                  <a:cubicBezTo>
                    <a:pt x="137" y="214"/>
                    <a:pt x="138" y="213"/>
                    <a:pt x="138" y="212"/>
                  </a:cubicBezTo>
                  <a:cubicBezTo>
                    <a:pt x="139" y="211"/>
                    <a:pt x="139" y="207"/>
                    <a:pt x="140" y="205"/>
                  </a:cubicBezTo>
                  <a:cubicBezTo>
                    <a:pt x="141" y="204"/>
                    <a:pt x="143" y="203"/>
                    <a:pt x="144" y="203"/>
                  </a:cubicBezTo>
                  <a:cubicBezTo>
                    <a:pt x="146" y="202"/>
                    <a:pt x="149" y="201"/>
                    <a:pt x="150" y="199"/>
                  </a:cubicBezTo>
                  <a:cubicBezTo>
                    <a:pt x="151" y="198"/>
                    <a:pt x="153" y="195"/>
                    <a:pt x="153" y="193"/>
                  </a:cubicBezTo>
                  <a:cubicBezTo>
                    <a:pt x="152" y="192"/>
                    <a:pt x="148" y="190"/>
                    <a:pt x="148" y="189"/>
                  </a:cubicBezTo>
                  <a:cubicBezTo>
                    <a:pt x="148" y="187"/>
                    <a:pt x="150" y="186"/>
                    <a:pt x="151" y="185"/>
                  </a:cubicBezTo>
                  <a:cubicBezTo>
                    <a:pt x="152" y="184"/>
                    <a:pt x="151" y="181"/>
                    <a:pt x="151" y="180"/>
                  </a:cubicBezTo>
                  <a:cubicBezTo>
                    <a:pt x="151" y="179"/>
                    <a:pt x="151" y="178"/>
                    <a:pt x="151" y="177"/>
                  </a:cubicBezTo>
                  <a:cubicBezTo>
                    <a:pt x="152" y="176"/>
                    <a:pt x="154" y="174"/>
                    <a:pt x="155" y="173"/>
                  </a:cubicBezTo>
                  <a:cubicBezTo>
                    <a:pt x="156" y="172"/>
                    <a:pt x="156" y="168"/>
                    <a:pt x="156" y="166"/>
                  </a:cubicBezTo>
                  <a:cubicBezTo>
                    <a:pt x="157" y="165"/>
                    <a:pt x="158" y="162"/>
                    <a:pt x="160" y="162"/>
                  </a:cubicBezTo>
                  <a:cubicBezTo>
                    <a:pt x="161" y="162"/>
                    <a:pt x="164" y="165"/>
                    <a:pt x="165" y="165"/>
                  </a:cubicBezTo>
                  <a:cubicBezTo>
                    <a:pt x="167" y="165"/>
                    <a:pt x="168" y="160"/>
                    <a:pt x="169" y="159"/>
                  </a:cubicBezTo>
                  <a:cubicBezTo>
                    <a:pt x="171" y="159"/>
                    <a:pt x="174" y="158"/>
                    <a:pt x="175" y="158"/>
                  </a:cubicBezTo>
                  <a:cubicBezTo>
                    <a:pt x="176" y="158"/>
                    <a:pt x="179" y="158"/>
                    <a:pt x="180" y="158"/>
                  </a:cubicBezTo>
                  <a:cubicBezTo>
                    <a:pt x="181" y="158"/>
                    <a:pt x="183" y="160"/>
                    <a:pt x="184" y="160"/>
                  </a:cubicBezTo>
                  <a:cubicBezTo>
                    <a:pt x="186" y="159"/>
                    <a:pt x="186" y="156"/>
                    <a:pt x="186" y="154"/>
                  </a:cubicBezTo>
                  <a:cubicBezTo>
                    <a:pt x="187" y="153"/>
                    <a:pt x="187" y="152"/>
                    <a:pt x="187" y="151"/>
                  </a:cubicBezTo>
                  <a:cubicBezTo>
                    <a:pt x="188" y="149"/>
                    <a:pt x="188" y="145"/>
                    <a:pt x="190" y="144"/>
                  </a:cubicBezTo>
                  <a:cubicBezTo>
                    <a:pt x="191" y="143"/>
                    <a:pt x="193" y="145"/>
                    <a:pt x="194" y="145"/>
                  </a:cubicBezTo>
                  <a:cubicBezTo>
                    <a:pt x="195" y="144"/>
                    <a:pt x="195" y="143"/>
                    <a:pt x="195" y="142"/>
                  </a:cubicBezTo>
                  <a:cubicBezTo>
                    <a:pt x="197" y="141"/>
                    <a:pt x="200" y="141"/>
                    <a:pt x="202" y="142"/>
                  </a:cubicBezTo>
                  <a:cubicBezTo>
                    <a:pt x="203" y="143"/>
                    <a:pt x="204" y="146"/>
                    <a:pt x="205" y="146"/>
                  </a:cubicBezTo>
                  <a:cubicBezTo>
                    <a:pt x="206" y="147"/>
                    <a:pt x="208" y="148"/>
                    <a:pt x="209" y="147"/>
                  </a:cubicBezTo>
                  <a:cubicBezTo>
                    <a:pt x="211" y="146"/>
                    <a:pt x="211" y="143"/>
                    <a:pt x="212" y="142"/>
                  </a:cubicBezTo>
                  <a:cubicBezTo>
                    <a:pt x="212" y="141"/>
                    <a:pt x="211" y="139"/>
                    <a:pt x="211" y="139"/>
                  </a:cubicBezTo>
                  <a:cubicBezTo>
                    <a:pt x="211" y="137"/>
                    <a:pt x="213" y="132"/>
                    <a:pt x="213" y="132"/>
                  </a:cubicBezTo>
                  <a:cubicBezTo>
                    <a:pt x="213" y="131"/>
                    <a:pt x="216" y="128"/>
                    <a:pt x="217" y="127"/>
                  </a:cubicBezTo>
                  <a:cubicBezTo>
                    <a:pt x="217" y="126"/>
                    <a:pt x="218" y="125"/>
                    <a:pt x="219" y="124"/>
                  </a:cubicBezTo>
                  <a:cubicBezTo>
                    <a:pt x="220" y="124"/>
                    <a:pt x="223" y="125"/>
                    <a:pt x="224" y="124"/>
                  </a:cubicBezTo>
                  <a:cubicBezTo>
                    <a:pt x="225" y="124"/>
                    <a:pt x="224" y="121"/>
                    <a:pt x="225" y="120"/>
                  </a:cubicBezTo>
                  <a:cubicBezTo>
                    <a:pt x="226" y="119"/>
                    <a:pt x="229" y="120"/>
                    <a:pt x="230" y="119"/>
                  </a:cubicBezTo>
                  <a:cubicBezTo>
                    <a:pt x="230" y="119"/>
                    <a:pt x="229" y="118"/>
                    <a:pt x="228" y="118"/>
                  </a:cubicBezTo>
                  <a:cubicBezTo>
                    <a:pt x="227" y="116"/>
                    <a:pt x="224" y="112"/>
                    <a:pt x="223" y="111"/>
                  </a:cubicBezTo>
                  <a:cubicBezTo>
                    <a:pt x="221" y="110"/>
                    <a:pt x="218" y="110"/>
                    <a:pt x="217" y="109"/>
                  </a:cubicBezTo>
                  <a:cubicBezTo>
                    <a:pt x="214" y="108"/>
                    <a:pt x="209" y="106"/>
                    <a:pt x="207" y="104"/>
                  </a:cubicBezTo>
                  <a:cubicBezTo>
                    <a:pt x="207" y="104"/>
                    <a:pt x="206" y="101"/>
                    <a:pt x="205" y="100"/>
                  </a:cubicBezTo>
                  <a:cubicBezTo>
                    <a:pt x="204" y="100"/>
                    <a:pt x="202" y="100"/>
                    <a:pt x="200" y="100"/>
                  </a:cubicBezTo>
                  <a:cubicBezTo>
                    <a:pt x="199" y="100"/>
                    <a:pt x="195" y="101"/>
                    <a:pt x="193" y="100"/>
                  </a:cubicBezTo>
                  <a:cubicBezTo>
                    <a:pt x="192" y="99"/>
                    <a:pt x="190" y="94"/>
                    <a:pt x="190" y="94"/>
                  </a:cubicBezTo>
                  <a:cubicBezTo>
                    <a:pt x="189" y="93"/>
                    <a:pt x="185" y="93"/>
                    <a:pt x="184" y="93"/>
                  </a:cubicBezTo>
                  <a:cubicBezTo>
                    <a:pt x="183" y="92"/>
                    <a:pt x="181" y="92"/>
                    <a:pt x="180" y="91"/>
                  </a:cubicBezTo>
                  <a:cubicBezTo>
                    <a:pt x="179" y="90"/>
                    <a:pt x="177" y="87"/>
                    <a:pt x="177" y="86"/>
                  </a:cubicBezTo>
                  <a:cubicBezTo>
                    <a:pt x="176" y="83"/>
                    <a:pt x="175" y="78"/>
                    <a:pt x="175" y="76"/>
                  </a:cubicBezTo>
                  <a:cubicBezTo>
                    <a:pt x="175" y="74"/>
                    <a:pt x="176" y="71"/>
                    <a:pt x="175" y="69"/>
                  </a:cubicBezTo>
                  <a:cubicBezTo>
                    <a:pt x="175" y="69"/>
                    <a:pt x="174" y="68"/>
                    <a:pt x="174" y="67"/>
                  </a:cubicBezTo>
                  <a:cubicBezTo>
                    <a:pt x="173" y="66"/>
                    <a:pt x="173" y="63"/>
                    <a:pt x="174" y="62"/>
                  </a:cubicBezTo>
                  <a:cubicBezTo>
                    <a:pt x="174" y="60"/>
                    <a:pt x="175" y="56"/>
                    <a:pt x="177" y="55"/>
                  </a:cubicBezTo>
                  <a:cubicBezTo>
                    <a:pt x="178" y="54"/>
                    <a:pt x="182" y="54"/>
                    <a:pt x="184" y="55"/>
                  </a:cubicBezTo>
                  <a:cubicBezTo>
                    <a:pt x="185" y="56"/>
                    <a:pt x="185" y="59"/>
                    <a:pt x="187" y="60"/>
                  </a:cubicBezTo>
                  <a:cubicBezTo>
                    <a:pt x="188" y="60"/>
                    <a:pt x="190" y="60"/>
                    <a:pt x="191" y="60"/>
                  </a:cubicBezTo>
                  <a:cubicBezTo>
                    <a:pt x="193" y="60"/>
                    <a:pt x="197" y="57"/>
                    <a:pt x="198" y="57"/>
                  </a:cubicBezTo>
                  <a:cubicBezTo>
                    <a:pt x="200" y="56"/>
                    <a:pt x="205" y="56"/>
                    <a:pt x="207" y="56"/>
                  </a:cubicBezTo>
                  <a:cubicBezTo>
                    <a:pt x="209" y="56"/>
                    <a:pt x="212" y="57"/>
                    <a:pt x="214" y="58"/>
                  </a:cubicBezTo>
                  <a:cubicBezTo>
                    <a:pt x="216" y="58"/>
                    <a:pt x="219" y="57"/>
                    <a:pt x="221" y="57"/>
                  </a:cubicBezTo>
                  <a:cubicBezTo>
                    <a:pt x="222" y="56"/>
                    <a:pt x="225" y="54"/>
                    <a:pt x="226" y="53"/>
                  </a:cubicBezTo>
                  <a:cubicBezTo>
                    <a:pt x="227" y="52"/>
                    <a:pt x="229" y="49"/>
                    <a:pt x="230" y="48"/>
                  </a:cubicBezTo>
                  <a:cubicBezTo>
                    <a:pt x="230" y="47"/>
                    <a:pt x="231" y="45"/>
                    <a:pt x="232" y="45"/>
                  </a:cubicBezTo>
                  <a:cubicBezTo>
                    <a:pt x="233" y="44"/>
                    <a:pt x="235" y="45"/>
                    <a:pt x="236" y="45"/>
                  </a:cubicBezTo>
                  <a:cubicBezTo>
                    <a:pt x="237" y="44"/>
                    <a:pt x="238" y="43"/>
                    <a:pt x="239" y="42"/>
                  </a:cubicBezTo>
                  <a:cubicBezTo>
                    <a:pt x="240" y="40"/>
                    <a:pt x="241" y="37"/>
                    <a:pt x="241" y="35"/>
                  </a:cubicBezTo>
                  <a:cubicBezTo>
                    <a:pt x="241" y="33"/>
                    <a:pt x="240" y="29"/>
                    <a:pt x="241" y="28"/>
                  </a:cubicBezTo>
                  <a:cubicBezTo>
                    <a:pt x="241" y="26"/>
                    <a:pt x="243" y="24"/>
                    <a:pt x="244" y="22"/>
                  </a:cubicBezTo>
                  <a:cubicBezTo>
                    <a:pt x="244" y="21"/>
                    <a:pt x="244" y="17"/>
                    <a:pt x="245" y="16"/>
                  </a:cubicBezTo>
                  <a:cubicBezTo>
                    <a:pt x="245" y="14"/>
                    <a:pt x="247" y="10"/>
                    <a:pt x="248" y="9"/>
                  </a:cubicBezTo>
                  <a:cubicBezTo>
                    <a:pt x="249" y="8"/>
                    <a:pt x="250" y="6"/>
                    <a:pt x="251" y="6"/>
                  </a:cubicBezTo>
                  <a:cubicBezTo>
                    <a:pt x="253" y="5"/>
                    <a:pt x="255" y="6"/>
                    <a:pt x="257" y="6"/>
                  </a:cubicBezTo>
                  <a:cubicBezTo>
                    <a:pt x="258" y="5"/>
                    <a:pt x="260" y="4"/>
                    <a:pt x="261" y="4"/>
                  </a:cubicBezTo>
                  <a:cubicBezTo>
                    <a:pt x="262" y="3"/>
                    <a:pt x="264" y="3"/>
                    <a:pt x="265" y="3"/>
                  </a:cubicBezTo>
                  <a:cubicBezTo>
                    <a:pt x="266" y="2"/>
                    <a:pt x="269" y="1"/>
                    <a:pt x="270" y="1"/>
                  </a:cubicBezTo>
                  <a:cubicBezTo>
                    <a:pt x="271" y="0"/>
                    <a:pt x="272" y="0"/>
                    <a:pt x="273" y="0"/>
                  </a:cubicBezTo>
                  <a:cubicBezTo>
                    <a:pt x="274" y="1"/>
                    <a:pt x="276" y="2"/>
                    <a:pt x="276" y="3"/>
                  </a:cubicBezTo>
                  <a:cubicBezTo>
                    <a:pt x="278" y="5"/>
                    <a:pt x="281" y="11"/>
                    <a:pt x="282" y="14"/>
                  </a:cubicBezTo>
                  <a:cubicBezTo>
                    <a:pt x="283" y="16"/>
                    <a:pt x="285" y="19"/>
                    <a:pt x="285" y="21"/>
                  </a:cubicBezTo>
                  <a:cubicBezTo>
                    <a:pt x="286" y="24"/>
                    <a:pt x="286" y="31"/>
                    <a:pt x="288" y="33"/>
                  </a:cubicBezTo>
                  <a:cubicBezTo>
                    <a:pt x="289" y="34"/>
                    <a:pt x="292" y="36"/>
                    <a:pt x="294" y="35"/>
                  </a:cubicBezTo>
                  <a:cubicBezTo>
                    <a:pt x="296" y="35"/>
                    <a:pt x="298" y="32"/>
                    <a:pt x="300" y="32"/>
                  </a:cubicBezTo>
                  <a:cubicBezTo>
                    <a:pt x="301" y="32"/>
                    <a:pt x="304" y="33"/>
                    <a:pt x="305" y="34"/>
                  </a:cubicBezTo>
                  <a:cubicBezTo>
                    <a:pt x="306" y="35"/>
                    <a:pt x="304" y="39"/>
                    <a:pt x="304" y="41"/>
                  </a:cubicBezTo>
                  <a:cubicBezTo>
                    <a:pt x="305" y="42"/>
                    <a:pt x="307" y="44"/>
                    <a:pt x="308" y="45"/>
                  </a:cubicBezTo>
                  <a:cubicBezTo>
                    <a:pt x="310" y="46"/>
                    <a:pt x="315" y="46"/>
                    <a:pt x="317" y="45"/>
                  </a:cubicBezTo>
                  <a:cubicBezTo>
                    <a:pt x="318" y="45"/>
                    <a:pt x="319" y="43"/>
                    <a:pt x="320" y="42"/>
                  </a:cubicBezTo>
                  <a:cubicBezTo>
                    <a:pt x="322" y="41"/>
                    <a:pt x="325" y="38"/>
                    <a:pt x="327" y="38"/>
                  </a:cubicBezTo>
                  <a:cubicBezTo>
                    <a:pt x="329" y="37"/>
                    <a:pt x="334" y="38"/>
                    <a:pt x="336" y="38"/>
                  </a:cubicBezTo>
                  <a:cubicBezTo>
                    <a:pt x="339" y="39"/>
                    <a:pt x="343" y="40"/>
                    <a:pt x="345" y="40"/>
                  </a:cubicBezTo>
                  <a:cubicBezTo>
                    <a:pt x="347" y="41"/>
                    <a:pt x="352" y="40"/>
                    <a:pt x="354" y="40"/>
                  </a:cubicBezTo>
                  <a:cubicBezTo>
                    <a:pt x="356" y="40"/>
                    <a:pt x="359" y="41"/>
                    <a:pt x="361" y="41"/>
                  </a:cubicBezTo>
                  <a:cubicBezTo>
                    <a:pt x="363" y="41"/>
                    <a:pt x="365" y="40"/>
                    <a:pt x="367" y="40"/>
                  </a:cubicBezTo>
                  <a:cubicBezTo>
                    <a:pt x="369" y="40"/>
                    <a:pt x="371" y="41"/>
                    <a:pt x="373" y="42"/>
                  </a:cubicBezTo>
                  <a:cubicBezTo>
                    <a:pt x="374" y="43"/>
                    <a:pt x="376" y="46"/>
                    <a:pt x="378" y="48"/>
                  </a:cubicBezTo>
                  <a:cubicBezTo>
                    <a:pt x="379" y="49"/>
                    <a:pt x="380" y="50"/>
                    <a:pt x="382" y="51"/>
                  </a:cubicBezTo>
                  <a:cubicBezTo>
                    <a:pt x="383" y="52"/>
                    <a:pt x="386" y="53"/>
                    <a:pt x="387" y="54"/>
                  </a:cubicBezTo>
                  <a:cubicBezTo>
                    <a:pt x="388" y="54"/>
                    <a:pt x="391" y="53"/>
                    <a:pt x="392" y="54"/>
                  </a:cubicBezTo>
                  <a:cubicBezTo>
                    <a:pt x="393" y="54"/>
                    <a:pt x="394" y="54"/>
                    <a:pt x="396" y="55"/>
                  </a:cubicBezTo>
                  <a:cubicBezTo>
                    <a:pt x="395" y="56"/>
                    <a:pt x="395" y="56"/>
                    <a:pt x="395" y="57"/>
                  </a:cubicBezTo>
                  <a:cubicBezTo>
                    <a:pt x="394" y="59"/>
                    <a:pt x="392" y="62"/>
                    <a:pt x="390" y="64"/>
                  </a:cubicBezTo>
                  <a:cubicBezTo>
                    <a:pt x="389" y="65"/>
                    <a:pt x="387" y="67"/>
                    <a:pt x="386" y="68"/>
                  </a:cubicBezTo>
                  <a:cubicBezTo>
                    <a:pt x="384" y="69"/>
                    <a:pt x="380" y="73"/>
                    <a:pt x="379" y="75"/>
                  </a:cubicBezTo>
                  <a:cubicBezTo>
                    <a:pt x="377" y="76"/>
                    <a:pt x="374" y="79"/>
                    <a:pt x="374" y="81"/>
                  </a:cubicBezTo>
                  <a:cubicBezTo>
                    <a:pt x="373" y="83"/>
                    <a:pt x="374" y="88"/>
                    <a:pt x="373" y="90"/>
                  </a:cubicBezTo>
                  <a:cubicBezTo>
                    <a:pt x="373" y="92"/>
                    <a:pt x="372" y="96"/>
                    <a:pt x="370" y="98"/>
                  </a:cubicBezTo>
                  <a:cubicBezTo>
                    <a:pt x="369" y="99"/>
                    <a:pt x="364" y="97"/>
                    <a:pt x="363" y="99"/>
                  </a:cubicBezTo>
                  <a:cubicBezTo>
                    <a:pt x="362" y="100"/>
                    <a:pt x="362" y="104"/>
                    <a:pt x="362" y="106"/>
                  </a:cubicBezTo>
                  <a:cubicBezTo>
                    <a:pt x="363" y="107"/>
                    <a:pt x="365" y="111"/>
                    <a:pt x="367" y="112"/>
                  </a:cubicBezTo>
                  <a:cubicBezTo>
                    <a:pt x="369" y="113"/>
                    <a:pt x="374" y="113"/>
                    <a:pt x="376" y="114"/>
                  </a:cubicBezTo>
                  <a:cubicBezTo>
                    <a:pt x="377" y="114"/>
                    <a:pt x="379" y="117"/>
                    <a:pt x="380" y="118"/>
                  </a:cubicBezTo>
                  <a:cubicBezTo>
                    <a:pt x="382" y="120"/>
                    <a:pt x="384" y="124"/>
                    <a:pt x="384" y="125"/>
                  </a:cubicBezTo>
                  <a:cubicBezTo>
                    <a:pt x="385" y="127"/>
                    <a:pt x="385" y="130"/>
                    <a:pt x="386" y="132"/>
                  </a:cubicBezTo>
                  <a:cubicBezTo>
                    <a:pt x="387" y="133"/>
                    <a:pt x="390" y="135"/>
                    <a:pt x="391" y="136"/>
                  </a:cubicBezTo>
                  <a:cubicBezTo>
                    <a:pt x="392" y="138"/>
                    <a:pt x="394" y="141"/>
                    <a:pt x="394" y="143"/>
                  </a:cubicBezTo>
                  <a:cubicBezTo>
                    <a:pt x="395" y="146"/>
                    <a:pt x="395" y="150"/>
                    <a:pt x="395" y="153"/>
                  </a:cubicBezTo>
                  <a:cubicBezTo>
                    <a:pt x="395" y="155"/>
                    <a:pt x="394" y="159"/>
                    <a:pt x="393" y="161"/>
                  </a:cubicBezTo>
                  <a:cubicBezTo>
                    <a:pt x="392" y="162"/>
                    <a:pt x="389" y="164"/>
                    <a:pt x="387" y="165"/>
                  </a:cubicBezTo>
                  <a:cubicBezTo>
                    <a:pt x="386" y="165"/>
                    <a:pt x="382" y="165"/>
                    <a:pt x="380" y="166"/>
                  </a:cubicBezTo>
                  <a:cubicBezTo>
                    <a:pt x="378" y="166"/>
                    <a:pt x="374" y="166"/>
                    <a:pt x="372" y="167"/>
                  </a:cubicBezTo>
                  <a:cubicBezTo>
                    <a:pt x="372" y="167"/>
                    <a:pt x="370" y="169"/>
                    <a:pt x="370" y="170"/>
                  </a:cubicBezTo>
                  <a:cubicBezTo>
                    <a:pt x="369" y="172"/>
                    <a:pt x="373" y="177"/>
                    <a:pt x="372" y="180"/>
                  </a:cubicBezTo>
                  <a:cubicBezTo>
                    <a:pt x="372" y="181"/>
                    <a:pt x="370" y="182"/>
                    <a:pt x="369" y="183"/>
                  </a:cubicBezTo>
                  <a:cubicBezTo>
                    <a:pt x="369" y="184"/>
                    <a:pt x="369" y="188"/>
                    <a:pt x="369" y="189"/>
                  </a:cubicBezTo>
                  <a:cubicBezTo>
                    <a:pt x="370" y="190"/>
                    <a:pt x="370" y="192"/>
                    <a:pt x="370" y="193"/>
                  </a:cubicBezTo>
                  <a:cubicBezTo>
                    <a:pt x="371" y="193"/>
                    <a:pt x="373" y="192"/>
                    <a:pt x="374" y="192"/>
                  </a:cubicBezTo>
                  <a:cubicBezTo>
                    <a:pt x="376" y="192"/>
                    <a:pt x="379" y="194"/>
                    <a:pt x="380" y="195"/>
                  </a:cubicBezTo>
                  <a:cubicBezTo>
                    <a:pt x="380" y="197"/>
                    <a:pt x="378" y="201"/>
                    <a:pt x="377" y="202"/>
                  </a:cubicBezTo>
                  <a:cubicBezTo>
                    <a:pt x="376" y="203"/>
                    <a:pt x="373" y="204"/>
                    <a:pt x="372" y="205"/>
                  </a:cubicBezTo>
                  <a:cubicBezTo>
                    <a:pt x="371" y="206"/>
                    <a:pt x="373" y="209"/>
                    <a:pt x="373" y="210"/>
                  </a:cubicBezTo>
                  <a:cubicBezTo>
                    <a:pt x="373" y="213"/>
                    <a:pt x="372" y="218"/>
                    <a:pt x="371" y="220"/>
                  </a:cubicBezTo>
                  <a:cubicBezTo>
                    <a:pt x="371" y="222"/>
                    <a:pt x="369" y="225"/>
                    <a:pt x="368" y="227"/>
                  </a:cubicBezTo>
                  <a:cubicBezTo>
                    <a:pt x="367" y="229"/>
                    <a:pt x="367" y="234"/>
                    <a:pt x="366" y="237"/>
                  </a:cubicBezTo>
                  <a:cubicBezTo>
                    <a:pt x="366" y="239"/>
                    <a:pt x="366" y="244"/>
                    <a:pt x="364" y="247"/>
                  </a:cubicBezTo>
                  <a:cubicBezTo>
                    <a:pt x="363" y="248"/>
                    <a:pt x="360" y="249"/>
                    <a:pt x="359" y="250"/>
                  </a:cubicBezTo>
                  <a:cubicBezTo>
                    <a:pt x="359" y="251"/>
                    <a:pt x="359" y="254"/>
                    <a:pt x="359" y="255"/>
                  </a:cubicBezTo>
                  <a:cubicBezTo>
                    <a:pt x="359" y="256"/>
                    <a:pt x="360" y="258"/>
                    <a:pt x="360" y="259"/>
                  </a:cubicBezTo>
                  <a:cubicBezTo>
                    <a:pt x="361" y="260"/>
                    <a:pt x="361" y="263"/>
                    <a:pt x="361" y="263"/>
                  </a:cubicBezTo>
                  <a:cubicBezTo>
                    <a:pt x="363" y="265"/>
                    <a:pt x="368" y="264"/>
                    <a:pt x="370" y="264"/>
                  </a:cubicBezTo>
                  <a:cubicBezTo>
                    <a:pt x="372" y="264"/>
                    <a:pt x="375" y="262"/>
                    <a:pt x="377" y="262"/>
                  </a:cubicBezTo>
                  <a:cubicBezTo>
                    <a:pt x="378" y="261"/>
                    <a:pt x="382" y="262"/>
                    <a:pt x="383" y="263"/>
                  </a:cubicBezTo>
                  <a:cubicBezTo>
                    <a:pt x="385" y="264"/>
                    <a:pt x="388" y="269"/>
                    <a:pt x="390" y="271"/>
                  </a:cubicBezTo>
                  <a:cubicBezTo>
                    <a:pt x="392" y="272"/>
                    <a:pt x="394" y="273"/>
                    <a:pt x="396" y="273"/>
                  </a:cubicBezTo>
                  <a:cubicBezTo>
                    <a:pt x="397" y="274"/>
                    <a:pt x="401" y="274"/>
                    <a:pt x="402" y="275"/>
                  </a:cubicBezTo>
                  <a:cubicBezTo>
                    <a:pt x="403" y="277"/>
                    <a:pt x="404" y="281"/>
                    <a:pt x="404" y="282"/>
                  </a:cubicBezTo>
                  <a:cubicBezTo>
                    <a:pt x="404" y="283"/>
                    <a:pt x="403" y="286"/>
                    <a:pt x="403" y="287"/>
                  </a:cubicBezTo>
                  <a:cubicBezTo>
                    <a:pt x="403" y="288"/>
                    <a:pt x="403" y="290"/>
                    <a:pt x="404" y="292"/>
                  </a:cubicBezTo>
                  <a:cubicBezTo>
                    <a:pt x="405" y="293"/>
                    <a:pt x="409" y="295"/>
                    <a:pt x="410" y="296"/>
                  </a:cubicBezTo>
                  <a:cubicBezTo>
                    <a:pt x="410" y="298"/>
                    <a:pt x="411" y="301"/>
                    <a:pt x="411" y="303"/>
                  </a:cubicBezTo>
                  <a:cubicBezTo>
                    <a:pt x="411" y="304"/>
                    <a:pt x="410" y="307"/>
                    <a:pt x="410" y="309"/>
                  </a:cubicBezTo>
                  <a:cubicBezTo>
                    <a:pt x="409" y="311"/>
                    <a:pt x="407" y="313"/>
                    <a:pt x="407" y="314"/>
                  </a:cubicBezTo>
                  <a:cubicBezTo>
                    <a:pt x="407" y="316"/>
                    <a:pt x="407" y="319"/>
                    <a:pt x="407" y="321"/>
                  </a:cubicBezTo>
                  <a:cubicBezTo>
                    <a:pt x="407" y="322"/>
                    <a:pt x="409" y="324"/>
                    <a:pt x="409" y="325"/>
                  </a:cubicBezTo>
                  <a:cubicBezTo>
                    <a:pt x="410" y="327"/>
                    <a:pt x="409" y="330"/>
                    <a:pt x="409" y="331"/>
                  </a:cubicBezTo>
                  <a:cubicBezTo>
                    <a:pt x="408" y="332"/>
                    <a:pt x="405" y="334"/>
                    <a:pt x="403" y="334"/>
                  </a:cubicBezTo>
                  <a:cubicBezTo>
                    <a:pt x="402" y="335"/>
                    <a:pt x="398" y="336"/>
                    <a:pt x="396" y="336"/>
                  </a:cubicBezTo>
                  <a:cubicBezTo>
                    <a:pt x="395" y="335"/>
                    <a:pt x="393" y="333"/>
                    <a:pt x="392" y="333"/>
                  </a:cubicBezTo>
                  <a:cubicBezTo>
                    <a:pt x="391" y="333"/>
                    <a:pt x="390" y="334"/>
                    <a:pt x="389" y="335"/>
                  </a:cubicBezTo>
                  <a:cubicBezTo>
                    <a:pt x="388" y="335"/>
                    <a:pt x="385" y="336"/>
                    <a:pt x="384" y="337"/>
                  </a:cubicBezTo>
                  <a:cubicBezTo>
                    <a:pt x="383" y="339"/>
                    <a:pt x="383" y="342"/>
                    <a:pt x="383" y="343"/>
                  </a:cubicBezTo>
                  <a:cubicBezTo>
                    <a:pt x="383" y="345"/>
                    <a:pt x="384" y="348"/>
                    <a:pt x="385" y="349"/>
                  </a:cubicBezTo>
                  <a:cubicBezTo>
                    <a:pt x="387" y="350"/>
                    <a:pt x="390" y="350"/>
                    <a:pt x="392" y="351"/>
                  </a:cubicBezTo>
                  <a:cubicBezTo>
                    <a:pt x="393" y="351"/>
                    <a:pt x="396" y="352"/>
                    <a:pt x="398" y="352"/>
                  </a:cubicBezTo>
                  <a:cubicBezTo>
                    <a:pt x="399" y="353"/>
                    <a:pt x="400" y="355"/>
                    <a:pt x="400" y="356"/>
                  </a:cubicBezTo>
                  <a:cubicBezTo>
                    <a:pt x="401" y="358"/>
                    <a:pt x="401" y="362"/>
                    <a:pt x="400" y="364"/>
                  </a:cubicBezTo>
                  <a:cubicBezTo>
                    <a:pt x="400" y="365"/>
                    <a:pt x="398" y="366"/>
                    <a:pt x="398" y="368"/>
                  </a:cubicBezTo>
                  <a:cubicBezTo>
                    <a:pt x="397" y="368"/>
                    <a:pt x="397" y="371"/>
                    <a:pt x="398" y="371"/>
                  </a:cubicBezTo>
                  <a:cubicBezTo>
                    <a:pt x="398" y="372"/>
                    <a:pt x="401" y="370"/>
                    <a:pt x="402" y="371"/>
                  </a:cubicBezTo>
                  <a:cubicBezTo>
                    <a:pt x="403" y="371"/>
                    <a:pt x="404" y="372"/>
                    <a:pt x="405" y="372"/>
                  </a:cubicBezTo>
                  <a:cubicBezTo>
                    <a:pt x="406" y="373"/>
                    <a:pt x="409" y="375"/>
                    <a:pt x="411" y="374"/>
                  </a:cubicBezTo>
                  <a:cubicBezTo>
                    <a:pt x="412" y="374"/>
                    <a:pt x="412" y="371"/>
                    <a:pt x="412" y="370"/>
                  </a:cubicBezTo>
                  <a:cubicBezTo>
                    <a:pt x="413" y="370"/>
                    <a:pt x="415" y="369"/>
                    <a:pt x="415" y="368"/>
                  </a:cubicBezTo>
                  <a:cubicBezTo>
                    <a:pt x="417" y="368"/>
                    <a:pt x="421" y="368"/>
                    <a:pt x="422" y="367"/>
                  </a:cubicBezTo>
                  <a:cubicBezTo>
                    <a:pt x="423" y="367"/>
                    <a:pt x="424" y="363"/>
                    <a:pt x="426" y="363"/>
                  </a:cubicBezTo>
                  <a:cubicBezTo>
                    <a:pt x="427" y="362"/>
                    <a:pt x="431" y="362"/>
                    <a:pt x="432" y="363"/>
                  </a:cubicBezTo>
                  <a:cubicBezTo>
                    <a:pt x="434" y="363"/>
                    <a:pt x="436" y="364"/>
                    <a:pt x="437" y="365"/>
                  </a:cubicBezTo>
                  <a:cubicBezTo>
                    <a:pt x="438" y="366"/>
                    <a:pt x="438" y="370"/>
                    <a:pt x="437" y="372"/>
                  </a:cubicBezTo>
                  <a:cubicBezTo>
                    <a:pt x="437" y="373"/>
                    <a:pt x="435" y="374"/>
                    <a:pt x="434" y="375"/>
                  </a:cubicBezTo>
                  <a:cubicBezTo>
                    <a:pt x="434" y="377"/>
                    <a:pt x="433" y="381"/>
                    <a:pt x="434" y="382"/>
                  </a:cubicBezTo>
                  <a:cubicBezTo>
                    <a:pt x="435" y="383"/>
                    <a:pt x="439" y="384"/>
                    <a:pt x="441" y="384"/>
                  </a:cubicBezTo>
                  <a:cubicBezTo>
                    <a:pt x="442" y="384"/>
                    <a:pt x="444" y="383"/>
                    <a:pt x="445" y="383"/>
                  </a:cubicBezTo>
                  <a:cubicBezTo>
                    <a:pt x="446" y="384"/>
                    <a:pt x="446" y="386"/>
                    <a:pt x="446" y="387"/>
                  </a:cubicBezTo>
                  <a:cubicBezTo>
                    <a:pt x="446" y="389"/>
                    <a:pt x="444" y="392"/>
                    <a:pt x="445" y="393"/>
                  </a:cubicBezTo>
                  <a:cubicBezTo>
                    <a:pt x="445" y="395"/>
                    <a:pt x="446" y="398"/>
                    <a:pt x="447" y="399"/>
                  </a:cubicBezTo>
                  <a:cubicBezTo>
                    <a:pt x="449" y="399"/>
                    <a:pt x="451" y="396"/>
                    <a:pt x="452" y="394"/>
                  </a:cubicBezTo>
                  <a:cubicBezTo>
                    <a:pt x="453" y="394"/>
                    <a:pt x="454" y="393"/>
                    <a:pt x="455" y="392"/>
                  </a:cubicBezTo>
                  <a:cubicBezTo>
                    <a:pt x="455" y="392"/>
                    <a:pt x="457" y="392"/>
                    <a:pt x="458" y="391"/>
                  </a:cubicBezTo>
                  <a:cubicBezTo>
                    <a:pt x="459" y="390"/>
                    <a:pt x="458" y="387"/>
                    <a:pt x="459" y="386"/>
                  </a:cubicBezTo>
                  <a:cubicBezTo>
                    <a:pt x="460" y="385"/>
                    <a:pt x="462" y="383"/>
                    <a:pt x="463" y="383"/>
                  </a:cubicBezTo>
                  <a:cubicBezTo>
                    <a:pt x="464" y="383"/>
                    <a:pt x="465" y="386"/>
                    <a:pt x="466" y="387"/>
                  </a:cubicBezTo>
                  <a:cubicBezTo>
                    <a:pt x="467" y="387"/>
                    <a:pt x="469" y="386"/>
                    <a:pt x="470" y="386"/>
                  </a:cubicBezTo>
                  <a:cubicBezTo>
                    <a:pt x="471" y="385"/>
                    <a:pt x="472" y="383"/>
                    <a:pt x="473" y="383"/>
                  </a:cubicBezTo>
                  <a:cubicBezTo>
                    <a:pt x="474" y="383"/>
                    <a:pt x="476" y="384"/>
                    <a:pt x="477" y="385"/>
                  </a:cubicBezTo>
                  <a:cubicBezTo>
                    <a:pt x="478" y="386"/>
                    <a:pt x="478" y="390"/>
                    <a:pt x="480" y="391"/>
                  </a:cubicBezTo>
                  <a:cubicBezTo>
                    <a:pt x="481" y="391"/>
                    <a:pt x="484" y="390"/>
                    <a:pt x="485" y="391"/>
                  </a:cubicBezTo>
                  <a:cubicBezTo>
                    <a:pt x="486" y="391"/>
                    <a:pt x="486" y="394"/>
                    <a:pt x="487" y="395"/>
                  </a:cubicBezTo>
                  <a:cubicBezTo>
                    <a:pt x="488" y="396"/>
                    <a:pt x="491" y="396"/>
                    <a:pt x="492" y="396"/>
                  </a:cubicBezTo>
                  <a:cubicBezTo>
                    <a:pt x="493" y="396"/>
                    <a:pt x="495" y="393"/>
                    <a:pt x="496" y="394"/>
                  </a:cubicBezTo>
                  <a:cubicBezTo>
                    <a:pt x="498" y="394"/>
                    <a:pt x="498" y="399"/>
                    <a:pt x="499" y="400"/>
                  </a:cubicBezTo>
                  <a:cubicBezTo>
                    <a:pt x="500" y="401"/>
                    <a:pt x="503" y="402"/>
                    <a:pt x="503" y="403"/>
                  </a:cubicBezTo>
                  <a:cubicBezTo>
                    <a:pt x="504" y="405"/>
                    <a:pt x="504" y="407"/>
                    <a:pt x="504" y="408"/>
                  </a:cubicBezTo>
                  <a:cubicBezTo>
                    <a:pt x="505" y="409"/>
                    <a:pt x="506" y="411"/>
                    <a:pt x="507" y="411"/>
                  </a:cubicBezTo>
                  <a:cubicBezTo>
                    <a:pt x="508" y="411"/>
                    <a:pt x="509" y="409"/>
                    <a:pt x="511" y="409"/>
                  </a:cubicBezTo>
                  <a:cubicBezTo>
                    <a:pt x="511" y="409"/>
                    <a:pt x="512" y="410"/>
                    <a:pt x="513" y="411"/>
                  </a:cubicBezTo>
                  <a:cubicBezTo>
                    <a:pt x="514" y="412"/>
                    <a:pt x="513" y="416"/>
                    <a:pt x="514" y="417"/>
                  </a:cubicBezTo>
                  <a:cubicBezTo>
                    <a:pt x="515" y="418"/>
                    <a:pt x="516" y="419"/>
                    <a:pt x="517" y="419"/>
                  </a:cubicBezTo>
                  <a:cubicBezTo>
                    <a:pt x="518" y="418"/>
                    <a:pt x="519" y="417"/>
                    <a:pt x="520" y="417"/>
                  </a:cubicBezTo>
                  <a:cubicBezTo>
                    <a:pt x="521" y="416"/>
                    <a:pt x="523" y="416"/>
                    <a:pt x="524" y="417"/>
                  </a:cubicBezTo>
                  <a:cubicBezTo>
                    <a:pt x="525" y="417"/>
                    <a:pt x="525" y="419"/>
                    <a:pt x="525" y="420"/>
                  </a:cubicBezTo>
                  <a:cubicBezTo>
                    <a:pt x="525" y="421"/>
                    <a:pt x="522" y="422"/>
                    <a:pt x="521" y="423"/>
                  </a:cubicBezTo>
                  <a:cubicBezTo>
                    <a:pt x="521" y="424"/>
                    <a:pt x="520" y="426"/>
                    <a:pt x="521" y="427"/>
                  </a:cubicBezTo>
                  <a:cubicBezTo>
                    <a:pt x="522" y="429"/>
                    <a:pt x="527" y="429"/>
                    <a:pt x="529" y="428"/>
                  </a:cubicBezTo>
                  <a:cubicBezTo>
                    <a:pt x="530" y="428"/>
                    <a:pt x="531" y="426"/>
                    <a:pt x="531" y="426"/>
                  </a:cubicBezTo>
                  <a:cubicBezTo>
                    <a:pt x="533" y="426"/>
                    <a:pt x="536" y="427"/>
                    <a:pt x="537" y="427"/>
                  </a:cubicBezTo>
                  <a:cubicBezTo>
                    <a:pt x="539" y="427"/>
                    <a:pt x="542" y="425"/>
                    <a:pt x="543" y="426"/>
                  </a:cubicBezTo>
                  <a:cubicBezTo>
                    <a:pt x="544" y="427"/>
                    <a:pt x="544" y="429"/>
                    <a:pt x="544" y="430"/>
                  </a:cubicBezTo>
                  <a:cubicBezTo>
                    <a:pt x="544" y="431"/>
                    <a:pt x="543" y="435"/>
                    <a:pt x="544" y="436"/>
                  </a:cubicBezTo>
                  <a:cubicBezTo>
                    <a:pt x="545" y="437"/>
                    <a:pt x="549" y="437"/>
                    <a:pt x="550" y="438"/>
                  </a:cubicBezTo>
                  <a:cubicBezTo>
                    <a:pt x="551" y="439"/>
                    <a:pt x="552" y="441"/>
                    <a:pt x="553" y="442"/>
                  </a:cubicBezTo>
                  <a:cubicBezTo>
                    <a:pt x="554" y="443"/>
                    <a:pt x="556" y="446"/>
                    <a:pt x="557" y="447"/>
                  </a:cubicBezTo>
                  <a:cubicBezTo>
                    <a:pt x="559" y="447"/>
                    <a:pt x="563" y="447"/>
                    <a:pt x="565" y="447"/>
                  </a:cubicBezTo>
                  <a:cubicBezTo>
                    <a:pt x="566" y="448"/>
                    <a:pt x="569" y="449"/>
                    <a:pt x="570" y="450"/>
                  </a:cubicBezTo>
                  <a:cubicBezTo>
                    <a:pt x="571" y="451"/>
                    <a:pt x="572" y="454"/>
                    <a:pt x="573" y="455"/>
                  </a:cubicBezTo>
                  <a:cubicBezTo>
                    <a:pt x="575" y="457"/>
                    <a:pt x="579" y="457"/>
                    <a:pt x="581" y="458"/>
                  </a:cubicBezTo>
                  <a:cubicBezTo>
                    <a:pt x="583" y="458"/>
                    <a:pt x="586" y="457"/>
                    <a:pt x="588" y="456"/>
                  </a:cubicBezTo>
                  <a:cubicBezTo>
                    <a:pt x="589" y="456"/>
                    <a:pt x="591" y="453"/>
                    <a:pt x="592" y="452"/>
                  </a:cubicBezTo>
                  <a:cubicBezTo>
                    <a:pt x="594" y="450"/>
                    <a:pt x="598" y="449"/>
                    <a:pt x="600" y="448"/>
                  </a:cubicBezTo>
                  <a:cubicBezTo>
                    <a:pt x="601" y="447"/>
                    <a:pt x="604" y="446"/>
                    <a:pt x="605" y="445"/>
                  </a:cubicBezTo>
                  <a:cubicBezTo>
                    <a:pt x="606" y="443"/>
                    <a:pt x="606" y="440"/>
                    <a:pt x="607" y="439"/>
                  </a:cubicBezTo>
                  <a:cubicBezTo>
                    <a:pt x="608" y="438"/>
                    <a:pt x="611" y="436"/>
                    <a:pt x="612" y="436"/>
                  </a:cubicBezTo>
                  <a:cubicBezTo>
                    <a:pt x="613" y="436"/>
                    <a:pt x="616" y="436"/>
                    <a:pt x="617" y="437"/>
                  </a:cubicBezTo>
                  <a:cubicBezTo>
                    <a:pt x="618" y="439"/>
                    <a:pt x="616" y="443"/>
                    <a:pt x="616" y="445"/>
                  </a:cubicBezTo>
                  <a:cubicBezTo>
                    <a:pt x="615" y="449"/>
                    <a:pt x="616" y="456"/>
                    <a:pt x="617" y="459"/>
                  </a:cubicBezTo>
                  <a:cubicBezTo>
                    <a:pt x="617" y="460"/>
                    <a:pt x="617" y="463"/>
                    <a:pt x="618" y="463"/>
                  </a:cubicBezTo>
                  <a:cubicBezTo>
                    <a:pt x="619" y="464"/>
                    <a:pt x="622" y="462"/>
                    <a:pt x="623" y="462"/>
                  </a:cubicBezTo>
                  <a:cubicBezTo>
                    <a:pt x="625" y="462"/>
                    <a:pt x="629" y="463"/>
                    <a:pt x="631" y="463"/>
                  </a:cubicBezTo>
                  <a:cubicBezTo>
                    <a:pt x="632" y="463"/>
                    <a:pt x="635" y="462"/>
                    <a:pt x="636" y="461"/>
                  </a:cubicBezTo>
                  <a:cubicBezTo>
                    <a:pt x="637" y="460"/>
                    <a:pt x="638" y="456"/>
                    <a:pt x="640" y="455"/>
                  </a:cubicBezTo>
                  <a:cubicBezTo>
                    <a:pt x="642" y="454"/>
                    <a:pt x="645" y="453"/>
                    <a:pt x="647" y="453"/>
                  </a:cubicBezTo>
                  <a:cubicBezTo>
                    <a:pt x="649" y="454"/>
                    <a:pt x="651" y="456"/>
                    <a:pt x="653" y="457"/>
                  </a:cubicBezTo>
                  <a:cubicBezTo>
                    <a:pt x="654" y="458"/>
                    <a:pt x="657" y="460"/>
                    <a:pt x="657" y="461"/>
                  </a:cubicBezTo>
                  <a:cubicBezTo>
                    <a:pt x="658" y="462"/>
                    <a:pt x="658" y="466"/>
                    <a:pt x="659" y="467"/>
                  </a:cubicBezTo>
                  <a:cubicBezTo>
                    <a:pt x="661" y="468"/>
                    <a:pt x="665" y="469"/>
                    <a:pt x="667" y="469"/>
                  </a:cubicBezTo>
                  <a:cubicBezTo>
                    <a:pt x="669" y="470"/>
                    <a:pt x="674" y="469"/>
                    <a:pt x="676" y="470"/>
                  </a:cubicBezTo>
                  <a:cubicBezTo>
                    <a:pt x="677" y="470"/>
                    <a:pt x="679" y="472"/>
                    <a:pt x="680" y="473"/>
                  </a:cubicBezTo>
                  <a:cubicBezTo>
                    <a:pt x="681" y="474"/>
                    <a:pt x="680" y="478"/>
                    <a:pt x="681" y="480"/>
                  </a:cubicBezTo>
                  <a:cubicBezTo>
                    <a:pt x="682" y="481"/>
                    <a:pt x="685" y="482"/>
                    <a:pt x="686" y="483"/>
                  </a:cubicBezTo>
                  <a:cubicBezTo>
                    <a:pt x="687" y="484"/>
                    <a:pt x="687" y="488"/>
                    <a:pt x="688" y="489"/>
                  </a:cubicBezTo>
                  <a:cubicBezTo>
                    <a:pt x="688" y="490"/>
                    <a:pt x="688" y="491"/>
                    <a:pt x="689" y="492"/>
                  </a:cubicBezTo>
                  <a:cubicBezTo>
                    <a:pt x="690" y="493"/>
                    <a:pt x="693" y="493"/>
                    <a:pt x="694" y="494"/>
                  </a:cubicBezTo>
                  <a:cubicBezTo>
                    <a:pt x="696" y="495"/>
                    <a:pt x="698" y="498"/>
                    <a:pt x="699" y="499"/>
                  </a:cubicBezTo>
                  <a:cubicBezTo>
                    <a:pt x="700" y="501"/>
                    <a:pt x="701" y="503"/>
                    <a:pt x="702" y="504"/>
                  </a:cubicBezTo>
                  <a:cubicBezTo>
                    <a:pt x="702" y="506"/>
                    <a:pt x="702" y="511"/>
                    <a:pt x="703" y="513"/>
                  </a:cubicBezTo>
                  <a:cubicBezTo>
                    <a:pt x="703" y="514"/>
                    <a:pt x="706" y="516"/>
                    <a:pt x="707" y="516"/>
                  </a:cubicBezTo>
                  <a:cubicBezTo>
                    <a:pt x="708" y="516"/>
                    <a:pt x="711" y="515"/>
                    <a:pt x="712" y="514"/>
                  </a:cubicBezTo>
                  <a:cubicBezTo>
                    <a:pt x="713" y="513"/>
                    <a:pt x="714" y="511"/>
                    <a:pt x="714" y="511"/>
                  </a:cubicBezTo>
                  <a:cubicBezTo>
                    <a:pt x="715" y="510"/>
                    <a:pt x="718" y="510"/>
                    <a:pt x="720" y="510"/>
                  </a:cubicBezTo>
                  <a:cubicBezTo>
                    <a:pt x="721" y="510"/>
                    <a:pt x="723" y="513"/>
                    <a:pt x="725" y="513"/>
                  </a:cubicBezTo>
                  <a:cubicBezTo>
                    <a:pt x="726" y="513"/>
                    <a:pt x="728" y="510"/>
                    <a:pt x="729" y="509"/>
                  </a:cubicBezTo>
                  <a:cubicBezTo>
                    <a:pt x="730" y="509"/>
                    <a:pt x="732" y="507"/>
                    <a:pt x="733" y="507"/>
                  </a:cubicBezTo>
                  <a:cubicBezTo>
                    <a:pt x="734" y="506"/>
                    <a:pt x="736" y="505"/>
                    <a:pt x="738" y="505"/>
                  </a:cubicBezTo>
                  <a:cubicBezTo>
                    <a:pt x="739" y="505"/>
                    <a:pt x="741" y="505"/>
                    <a:pt x="741" y="505"/>
                  </a:cubicBezTo>
                  <a:cubicBezTo>
                    <a:pt x="742" y="504"/>
                    <a:pt x="744" y="501"/>
                    <a:pt x="744" y="500"/>
                  </a:cubicBezTo>
                  <a:cubicBezTo>
                    <a:pt x="744" y="499"/>
                    <a:pt x="744" y="496"/>
                    <a:pt x="744" y="495"/>
                  </a:cubicBezTo>
                  <a:cubicBezTo>
                    <a:pt x="744" y="494"/>
                    <a:pt x="745" y="491"/>
                    <a:pt x="747" y="491"/>
                  </a:cubicBezTo>
                  <a:cubicBezTo>
                    <a:pt x="748" y="490"/>
                    <a:pt x="751" y="492"/>
                    <a:pt x="751" y="493"/>
                  </a:cubicBezTo>
                  <a:cubicBezTo>
                    <a:pt x="752" y="494"/>
                    <a:pt x="752" y="497"/>
                    <a:pt x="753" y="498"/>
                  </a:cubicBezTo>
                  <a:cubicBezTo>
                    <a:pt x="753" y="499"/>
                    <a:pt x="756" y="499"/>
                    <a:pt x="757" y="500"/>
                  </a:cubicBezTo>
                  <a:cubicBezTo>
                    <a:pt x="758" y="502"/>
                    <a:pt x="756" y="506"/>
                    <a:pt x="757" y="508"/>
                  </a:cubicBezTo>
                  <a:cubicBezTo>
                    <a:pt x="758" y="509"/>
                    <a:pt x="761" y="509"/>
                    <a:pt x="762" y="510"/>
                  </a:cubicBezTo>
                  <a:cubicBezTo>
                    <a:pt x="763" y="512"/>
                    <a:pt x="763" y="515"/>
                    <a:pt x="764" y="516"/>
                  </a:cubicBezTo>
                  <a:cubicBezTo>
                    <a:pt x="765" y="518"/>
                    <a:pt x="769" y="518"/>
                    <a:pt x="770" y="518"/>
                  </a:cubicBezTo>
                  <a:cubicBezTo>
                    <a:pt x="771" y="519"/>
                    <a:pt x="773" y="520"/>
                    <a:pt x="774" y="520"/>
                  </a:cubicBezTo>
                  <a:cubicBezTo>
                    <a:pt x="773" y="521"/>
                    <a:pt x="773" y="522"/>
                    <a:pt x="773" y="523"/>
                  </a:cubicBezTo>
                  <a:cubicBezTo>
                    <a:pt x="773" y="524"/>
                    <a:pt x="773" y="528"/>
                    <a:pt x="772" y="529"/>
                  </a:cubicBezTo>
                  <a:cubicBezTo>
                    <a:pt x="772" y="531"/>
                    <a:pt x="771" y="534"/>
                    <a:pt x="770" y="536"/>
                  </a:cubicBezTo>
                  <a:cubicBezTo>
                    <a:pt x="770" y="537"/>
                    <a:pt x="769" y="539"/>
                    <a:pt x="769" y="540"/>
                  </a:cubicBezTo>
                  <a:cubicBezTo>
                    <a:pt x="770" y="542"/>
                    <a:pt x="772" y="544"/>
                    <a:pt x="773" y="544"/>
                  </a:cubicBezTo>
                  <a:cubicBezTo>
                    <a:pt x="774" y="544"/>
                    <a:pt x="776" y="542"/>
                    <a:pt x="777" y="541"/>
                  </a:cubicBezTo>
                  <a:cubicBezTo>
                    <a:pt x="778" y="541"/>
                    <a:pt x="779" y="540"/>
                    <a:pt x="780" y="540"/>
                  </a:cubicBezTo>
                  <a:cubicBezTo>
                    <a:pt x="781" y="541"/>
                    <a:pt x="783" y="542"/>
                    <a:pt x="784" y="543"/>
                  </a:cubicBezTo>
                  <a:cubicBezTo>
                    <a:pt x="784" y="543"/>
                    <a:pt x="786" y="544"/>
                    <a:pt x="787" y="544"/>
                  </a:cubicBezTo>
                  <a:cubicBezTo>
                    <a:pt x="788" y="546"/>
                    <a:pt x="788" y="550"/>
                    <a:pt x="788" y="551"/>
                  </a:cubicBezTo>
                  <a:cubicBezTo>
                    <a:pt x="787" y="552"/>
                    <a:pt x="784" y="554"/>
                    <a:pt x="783" y="554"/>
                  </a:cubicBezTo>
                  <a:cubicBezTo>
                    <a:pt x="782" y="555"/>
                    <a:pt x="780" y="556"/>
                    <a:pt x="780" y="557"/>
                  </a:cubicBezTo>
                  <a:cubicBezTo>
                    <a:pt x="780" y="557"/>
                    <a:pt x="781" y="559"/>
                    <a:pt x="782" y="560"/>
                  </a:cubicBezTo>
                  <a:cubicBezTo>
                    <a:pt x="782" y="561"/>
                    <a:pt x="782" y="564"/>
                    <a:pt x="782" y="565"/>
                  </a:cubicBezTo>
                  <a:cubicBezTo>
                    <a:pt x="782" y="566"/>
                    <a:pt x="781" y="567"/>
                    <a:pt x="781" y="567"/>
                  </a:cubicBezTo>
                  <a:cubicBezTo>
                    <a:pt x="780" y="568"/>
                    <a:pt x="778" y="567"/>
                    <a:pt x="777" y="566"/>
                  </a:cubicBezTo>
                  <a:cubicBezTo>
                    <a:pt x="776" y="566"/>
                    <a:pt x="774" y="564"/>
                    <a:pt x="773" y="563"/>
                  </a:cubicBezTo>
                  <a:cubicBezTo>
                    <a:pt x="772" y="562"/>
                    <a:pt x="770" y="562"/>
                    <a:pt x="768" y="561"/>
                  </a:cubicBezTo>
                  <a:cubicBezTo>
                    <a:pt x="766" y="561"/>
                    <a:pt x="762" y="561"/>
                    <a:pt x="760" y="561"/>
                  </a:cubicBezTo>
                  <a:cubicBezTo>
                    <a:pt x="758" y="562"/>
                    <a:pt x="755" y="561"/>
                    <a:pt x="754" y="562"/>
                  </a:cubicBezTo>
                  <a:cubicBezTo>
                    <a:pt x="753" y="563"/>
                    <a:pt x="752" y="566"/>
                    <a:pt x="750" y="567"/>
                  </a:cubicBezTo>
                  <a:cubicBezTo>
                    <a:pt x="749" y="567"/>
                    <a:pt x="746" y="566"/>
                    <a:pt x="745" y="567"/>
                  </a:cubicBezTo>
                  <a:cubicBezTo>
                    <a:pt x="743" y="568"/>
                    <a:pt x="744" y="571"/>
                    <a:pt x="744" y="573"/>
                  </a:cubicBezTo>
                  <a:cubicBezTo>
                    <a:pt x="744" y="574"/>
                    <a:pt x="742" y="576"/>
                    <a:pt x="742" y="578"/>
                  </a:cubicBezTo>
                  <a:cubicBezTo>
                    <a:pt x="741" y="579"/>
                    <a:pt x="740" y="581"/>
                    <a:pt x="739" y="582"/>
                  </a:cubicBezTo>
                  <a:cubicBezTo>
                    <a:pt x="739" y="583"/>
                    <a:pt x="739" y="585"/>
                    <a:pt x="739" y="586"/>
                  </a:cubicBezTo>
                  <a:cubicBezTo>
                    <a:pt x="740" y="587"/>
                    <a:pt x="740" y="590"/>
                    <a:pt x="741" y="591"/>
                  </a:cubicBezTo>
                  <a:cubicBezTo>
                    <a:pt x="742" y="591"/>
                    <a:pt x="744" y="590"/>
                    <a:pt x="745" y="591"/>
                  </a:cubicBezTo>
                  <a:cubicBezTo>
                    <a:pt x="746" y="591"/>
                    <a:pt x="748" y="592"/>
                    <a:pt x="749" y="593"/>
                  </a:cubicBezTo>
                  <a:cubicBezTo>
                    <a:pt x="749" y="595"/>
                    <a:pt x="749" y="599"/>
                    <a:pt x="749" y="600"/>
                  </a:cubicBezTo>
                  <a:cubicBezTo>
                    <a:pt x="748" y="602"/>
                    <a:pt x="747" y="604"/>
                    <a:pt x="746" y="606"/>
                  </a:cubicBezTo>
                  <a:cubicBezTo>
                    <a:pt x="745" y="607"/>
                    <a:pt x="743" y="608"/>
                    <a:pt x="743" y="609"/>
                  </a:cubicBezTo>
                  <a:cubicBezTo>
                    <a:pt x="742" y="611"/>
                    <a:pt x="741" y="613"/>
                    <a:pt x="739" y="614"/>
                  </a:cubicBezTo>
                  <a:cubicBezTo>
                    <a:pt x="738" y="615"/>
                    <a:pt x="733" y="615"/>
                    <a:pt x="731" y="614"/>
                  </a:cubicBezTo>
                  <a:cubicBezTo>
                    <a:pt x="730" y="614"/>
                    <a:pt x="728" y="613"/>
                    <a:pt x="727" y="613"/>
                  </a:cubicBezTo>
                  <a:cubicBezTo>
                    <a:pt x="725" y="614"/>
                    <a:pt x="725" y="616"/>
                    <a:pt x="724" y="618"/>
                  </a:cubicBezTo>
                  <a:cubicBezTo>
                    <a:pt x="724" y="619"/>
                    <a:pt x="724" y="621"/>
                    <a:pt x="723" y="622"/>
                  </a:cubicBezTo>
                  <a:cubicBezTo>
                    <a:pt x="723" y="622"/>
                    <a:pt x="721" y="623"/>
                    <a:pt x="720" y="622"/>
                  </a:cubicBezTo>
                  <a:cubicBezTo>
                    <a:pt x="719" y="622"/>
                    <a:pt x="719" y="621"/>
                    <a:pt x="718" y="621"/>
                  </a:cubicBezTo>
                  <a:cubicBezTo>
                    <a:pt x="717" y="621"/>
                    <a:pt x="715" y="621"/>
                    <a:pt x="714" y="621"/>
                  </a:cubicBezTo>
                  <a:cubicBezTo>
                    <a:pt x="712" y="620"/>
                    <a:pt x="709" y="621"/>
                    <a:pt x="707" y="620"/>
                  </a:cubicBezTo>
                  <a:cubicBezTo>
                    <a:pt x="706" y="620"/>
                    <a:pt x="704" y="618"/>
                    <a:pt x="703" y="618"/>
                  </a:cubicBezTo>
                  <a:cubicBezTo>
                    <a:pt x="702" y="617"/>
                    <a:pt x="699" y="618"/>
                    <a:pt x="697" y="619"/>
                  </a:cubicBezTo>
                  <a:cubicBezTo>
                    <a:pt x="696" y="619"/>
                    <a:pt x="693" y="620"/>
                    <a:pt x="692" y="622"/>
                  </a:cubicBezTo>
                  <a:cubicBezTo>
                    <a:pt x="691" y="623"/>
                    <a:pt x="691" y="626"/>
                    <a:pt x="691" y="627"/>
                  </a:cubicBezTo>
                  <a:cubicBezTo>
                    <a:pt x="691" y="629"/>
                    <a:pt x="692" y="632"/>
                    <a:pt x="693" y="634"/>
                  </a:cubicBezTo>
                  <a:cubicBezTo>
                    <a:pt x="693" y="635"/>
                    <a:pt x="695" y="637"/>
                    <a:pt x="695" y="638"/>
                  </a:cubicBezTo>
                  <a:cubicBezTo>
                    <a:pt x="696" y="639"/>
                    <a:pt x="696" y="641"/>
                    <a:pt x="696" y="642"/>
                  </a:cubicBezTo>
                  <a:cubicBezTo>
                    <a:pt x="696" y="644"/>
                    <a:pt x="695" y="647"/>
                    <a:pt x="695" y="649"/>
                  </a:cubicBezTo>
                  <a:cubicBezTo>
                    <a:pt x="695" y="650"/>
                    <a:pt x="696" y="651"/>
                    <a:pt x="697" y="652"/>
                  </a:cubicBezTo>
                  <a:cubicBezTo>
                    <a:pt x="697" y="653"/>
                    <a:pt x="697" y="654"/>
                    <a:pt x="697" y="655"/>
                  </a:cubicBezTo>
                  <a:cubicBezTo>
                    <a:pt x="697" y="656"/>
                    <a:pt x="695" y="659"/>
                    <a:pt x="695" y="660"/>
                  </a:cubicBezTo>
                  <a:cubicBezTo>
                    <a:pt x="695" y="661"/>
                    <a:pt x="697" y="663"/>
                    <a:pt x="697" y="664"/>
                  </a:cubicBezTo>
                  <a:cubicBezTo>
                    <a:pt x="698" y="665"/>
                    <a:pt x="699" y="667"/>
                    <a:pt x="700" y="668"/>
                  </a:cubicBezTo>
                  <a:cubicBezTo>
                    <a:pt x="701" y="669"/>
                    <a:pt x="705" y="669"/>
                    <a:pt x="706" y="671"/>
                  </a:cubicBezTo>
                  <a:cubicBezTo>
                    <a:pt x="708" y="673"/>
                    <a:pt x="709" y="681"/>
                    <a:pt x="709" y="684"/>
                  </a:cubicBezTo>
                  <a:cubicBezTo>
                    <a:pt x="708" y="686"/>
                    <a:pt x="707" y="688"/>
                    <a:pt x="706" y="690"/>
                  </a:cubicBezTo>
                  <a:cubicBezTo>
                    <a:pt x="705" y="691"/>
                    <a:pt x="703" y="692"/>
                    <a:pt x="702" y="693"/>
                  </a:cubicBezTo>
                  <a:cubicBezTo>
                    <a:pt x="700" y="695"/>
                    <a:pt x="699" y="699"/>
                    <a:pt x="697" y="701"/>
                  </a:cubicBezTo>
                  <a:cubicBezTo>
                    <a:pt x="695" y="703"/>
                    <a:pt x="690" y="706"/>
                    <a:pt x="688" y="707"/>
                  </a:cubicBezTo>
                  <a:cubicBezTo>
                    <a:pt x="686" y="709"/>
                    <a:pt x="684" y="714"/>
                    <a:pt x="682" y="715"/>
                  </a:cubicBezTo>
                  <a:cubicBezTo>
                    <a:pt x="680" y="716"/>
                    <a:pt x="676" y="716"/>
                    <a:pt x="675" y="716"/>
                  </a:cubicBezTo>
                  <a:cubicBezTo>
                    <a:pt x="674" y="716"/>
                    <a:pt x="672" y="716"/>
                    <a:pt x="671" y="715"/>
                  </a:cubicBezTo>
                  <a:cubicBezTo>
                    <a:pt x="670" y="715"/>
                    <a:pt x="669" y="712"/>
                    <a:pt x="668" y="711"/>
                  </a:cubicBezTo>
                  <a:cubicBezTo>
                    <a:pt x="666" y="710"/>
                    <a:pt x="662" y="710"/>
                    <a:pt x="660" y="710"/>
                  </a:cubicBezTo>
                  <a:cubicBezTo>
                    <a:pt x="659" y="710"/>
                    <a:pt x="655" y="710"/>
                    <a:pt x="654" y="711"/>
                  </a:cubicBezTo>
                  <a:cubicBezTo>
                    <a:pt x="653" y="711"/>
                    <a:pt x="651" y="713"/>
                    <a:pt x="650" y="713"/>
                  </a:cubicBezTo>
                  <a:cubicBezTo>
                    <a:pt x="649" y="714"/>
                    <a:pt x="646" y="714"/>
                    <a:pt x="645" y="714"/>
                  </a:cubicBezTo>
                  <a:cubicBezTo>
                    <a:pt x="644" y="713"/>
                    <a:pt x="645" y="710"/>
                    <a:pt x="644" y="709"/>
                  </a:cubicBezTo>
                  <a:cubicBezTo>
                    <a:pt x="643" y="708"/>
                    <a:pt x="641" y="707"/>
                    <a:pt x="640" y="707"/>
                  </a:cubicBezTo>
                  <a:cubicBezTo>
                    <a:pt x="639" y="707"/>
                    <a:pt x="636" y="708"/>
                    <a:pt x="635" y="709"/>
                  </a:cubicBezTo>
                  <a:cubicBezTo>
                    <a:pt x="634" y="710"/>
                    <a:pt x="634" y="712"/>
                    <a:pt x="634" y="713"/>
                  </a:cubicBezTo>
                  <a:cubicBezTo>
                    <a:pt x="633" y="714"/>
                    <a:pt x="630" y="716"/>
                    <a:pt x="629" y="718"/>
                  </a:cubicBezTo>
                  <a:cubicBezTo>
                    <a:pt x="628" y="719"/>
                    <a:pt x="627" y="723"/>
                    <a:pt x="626" y="725"/>
                  </a:cubicBezTo>
                  <a:cubicBezTo>
                    <a:pt x="625" y="726"/>
                    <a:pt x="622" y="729"/>
                    <a:pt x="622" y="731"/>
                  </a:cubicBezTo>
                  <a:cubicBezTo>
                    <a:pt x="622" y="732"/>
                    <a:pt x="624" y="734"/>
                    <a:pt x="624" y="734"/>
                  </a:cubicBezTo>
                  <a:cubicBezTo>
                    <a:pt x="625" y="736"/>
                    <a:pt x="624" y="739"/>
                    <a:pt x="624" y="740"/>
                  </a:cubicBezTo>
                  <a:cubicBezTo>
                    <a:pt x="624" y="742"/>
                    <a:pt x="622" y="744"/>
                    <a:pt x="622" y="746"/>
                  </a:cubicBezTo>
                  <a:cubicBezTo>
                    <a:pt x="622" y="747"/>
                    <a:pt x="624" y="749"/>
                    <a:pt x="624" y="751"/>
                  </a:cubicBezTo>
                  <a:cubicBezTo>
                    <a:pt x="624" y="751"/>
                    <a:pt x="622" y="752"/>
                    <a:pt x="621" y="753"/>
                  </a:cubicBezTo>
                  <a:cubicBezTo>
                    <a:pt x="620" y="754"/>
                    <a:pt x="619" y="755"/>
                    <a:pt x="619" y="756"/>
                  </a:cubicBezTo>
                  <a:cubicBezTo>
                    <a:pt x="619" y="758"/>
                    <a:pt x="622" y="760"/>
                    <a:pt x="622" y="761"/>
                  </a:cubicBezTo>
                  <a:cubicBezTo>
                    <a:pt x="621" y="762"/>
                    <a:pt x="619" y="763"/>
                    <a:pt x="618" y="763"/>
                  </a:cubicBezTo>
                  <a:cubicBezTo>
                    <a:pt x="616" y="764"/>
                    <a:pt x="613" y="767"/>
                    <a:pt x="612" y="768"/>
                  </a:cubicBezTo>
                  <a:cubicBezTo>
                    <a:pt x="611" y="770"/>
                    <a:pt x="609" y="774"/>
                    <a:pt x="609" y="776"/>
                  </a:cubicBezTo>
                  <a:cubicBezTo>
                    <a:pt x="609" y="777"/>
                    <a:pt x="610" y="778"/>
                    <a:pt x="610" y="779"/>
                  </a:cubicBezTo>
                  <a:cubicBezTo>
                    <a:pt x="611" y="780"/>
                    <a:pt x="613" y="782"/>
                    <a:pt x="613" y="783"/>
                  </a:cubicBezTo>
                  <a:cubicBezTo>
                    <a:pt x="614" y="784"/>
                    <a:pt x="613" y="786"/>
                    <a:pt x="612" y="787"/>
                  </a:cubicBezTo>
                  <a:cubicBezTo>
                    <a:pt x="612" y="788"/>
                    <a:pt x="611" y="789"/>
                    <a:pt x="610" y="790"/>
                  </a:cubicBezTo>
                  <a:cubicBezTo>
                    <a:pt x="610" y="790"/>
                    <a:pt x="608" y="789"/>
                    <a:pt x="607" y="790"/>
                  </a:cubicBezTo>
                  <a:cubicBezTo>
                    <a:pt x="606" y="790"/>
                    <a:pt x="607" y="792"/>
                    <a:pt x="607" y="793"/>
                  </a:cubicBezTo>
                  <a:cubicBezTo>
                    <a:pt x="607" y="794"/>
                    <a:pt x="608" y="796"/>
                    <a:pt x="608" y="798"/>
                  </a:cubicBezTo>
                  <a:cubicBezTo>
                    <a:pt x="608" y="798"/>
                    <a:pt x="606" y="800"/>
                    <a:pt x="606" y="801"/>
                  </a:cubicBezTo>
                  <a:cubicBezTo>
                    <a:pt x="607" y="802"/>
                    <a:pt x="610" y="801"/>
                    <a:pt x="611" y="802"/>
                  </a:cubicBezTo>
                  <a:cubicBezTo>
                    <a:pt x="612" y="803"/>
                    <a:pt x="612" y="805"/>
                    <a:pt x="612" y="806"/>
                  </a:cubicBezTo>
                  <a:cubicBezTo>
                    <a:pt x="612" y="807"/>
                    <a:pt x="612" y="809"/>
                    <a:pt x="611" y="810"/>
                  </a:cubicBezTo>
                  <a:cubicBezTo>
                    <a:pt x="611" y="811"/>
                    <a:pt x="609" y="814"/>
                    <a:pt x="609" y="816"/>
                  </a:cubicBezTo>
                  <a:cubicBezTo>
                    <a:pt x="609" y="817"/>
                    <a:pt x="610" y="819"/>
                    <a:pt x="610" y="820"/>
                  </a:cubicBezTo>
                  <a:cubicBezTo>
                    <a:pt x="611" y="821"/>
                    <a:pt x="610" y="823"/>
                    <a:pt x="610" y="825"/>
                  </a:cubicBezTo>
                  <a:cubicBezTo>
                    <a:pt x="610" y="826"/>
                    <a:pt x="609" y="829"/>
                    <a:pt x="609" y="830"/>
                  </a:cubicBezTo>
                  <a:cubicBezTo>
                    <a:pt x="609" y="832"/>
                    <a:pt x="611" y="836"/>
                    <a:pt x="611" y="839"/>
                  </a:cubicBezTo>
                  <a:cubicBezTo>
                    <a:pt x="612" y="841"/>
                    <a:pt x="612" y="846"/>
                    <a:pt x="611" y="848"/>
                  </a:cubicBezTo>
                  <a:cubicBezTo>
                    <a:pt x="611" y="849"/>
                    <a:pt x="609" y="851"/>
                    <a:pt x="608" y="853"/>
                  </a:cubicBezTo>
                  <a:cubicBezTo>
                    <a:pt x="606" y="854"/>
                    <a:pt x="603" y="856"/>
                    <a:pt x="602" y="858"/>
                  </a:cubicBezTo>
                  <a:cubicBezTo>
                    <a:pt x="601" y="860"/>
                    <a:pt x="601" y="864"/>
                    <a:pt x="600" y="866"/>
                  </a:cubicBezTo>
                  <a:cubicBezTo>
                    <a:pt x="600" y="867"/>
                    <a:pt x="599" y="870"/>
                    <a:pt x="599" y="871"/>
                  </a:cubicBezTo>
                  <a:cubicBezTo>
                    <a:pt x="598" y="871"/>
                    <a:pt x="596" y="872"/>
                    <a:pt x="594" y="872"/>
                  </a:cubicBezTo>
                  <a:cubicBezTo>
                    <a:pt x="593" y="872"/>
                    <a:pt x="591" y="870"/>
                    <a:pt x="590" y="869"/>
                  </a:cubicBezTo>
                  <a:cubicBezTo>
                    <a:pt x="589" y="868"/>
                    <a:pt x="589" y="866"/>
                    <a:pt x="588" y="865"/>
                  </a:cubicBezTo>
                  <a:cubicBezTo>
                    <a:pt x="588" y="864"/>
                    <a:pt x="586" y="862"/>
                    <a:pt x="585" y="862"/>
                  </a:cubicBezTo>
                  <a:cubicBezTo>
                    <a:pt x="584" y="861"/>
                    <a:pt x="582" y="861"/>
                    <a:pt x="580" y="861"/>
                  </a:cubicBezTo>
                  <a:cubicBezTo>
                    <a:pt x="579" y="861"/>
                    <a:pt x="575" y="858"/>
                    <a:pt x="573" y="858"/>
                  </a:cubicBezTo>
                  <a:cubicBezTo>
                    <a:pt x="572" y="858"/>
                    <a:pt x="569" y="858"/>
                    <a:pt x="568" y="858"/>
                  </a:cubicBezTo>
                  <a:cubicBezTo>
                    <a:pt x="567" y="858"/>
                    <a:pt x="565" y="859"/>
                    <a:pt x="564" y="860"/>
                  </a:cubicBezTo>
                  <a:cubicBezTo>
                    <a:pt x="564" y="861"/>
                    <a:pt x="564" y="862"/>
                    <a:pt x="564" y="863"/>
                  </a:cubicBezTo>
                  <a:cubicBezTo>
                    <a:pt x="564" y="865"/>
                    <a:pt x="565" y="869"/>
                    <a:pt x="565" y="870"/>
                  </a:cubicBezTo>
                  <a:cubicBezTo>
                    <a:pt x="565" y="872"/>
                    <a:pt x="565" y="877"/>
                    <a:pt x="564" y="879"/>
                  </a:cubicBezTo>
                  <a:cubicBezTo>
                    <a:pt x="563" y="880"/>
                    <a:pt x="560" y="882"/>
                    <a:pt x="558" y="882"/>
                  </a:cubicBezTo>
                  <a:cubicBezTo>
                    <a:pt x="556" y="882"/>
                    <a:pt x="553" y="880"/>
                    <a:pt x="551" y="881"/>
                  </a:cubicBezTo>
                  <a:cubicBezTo>
                    <a:pt x="550" y="881"/>
                    <a:pt x="547" y="884"/>
                    <a:pt x="546" y="886"/>
                  </a:cubicBezTo>
                  <a:cubicBezTo>
                    <a:pt x="546" y="886"/>
                    <a:pt x="546" y="889"/>
                    <a:pt x="546" y="889"/>
                  </a:cubicBezTo>
                  <a:cubicBezTo>
                    <a:pt x="545" y="890"/>
                    <a:pt x="542" y="890"/>
                    <a:pt x="541" y="891"/>
                  </a:cubicBezTo>
                  <a:cubicBezTo>
                    <a:pt x="540" y="891"/>
                    <a:pt x="538" y="890"/>
                    <a:pt x="537" y="891"/>
                  </a:cubicBezTo>
                  <a:cubicBezTo>
                    <a:pt x="536" y="891"/>
                    <a:pt x="534" y="892"/>
                    <a:pt x="534" y="893"/>
                  </a:cubicBezTo>
                  <a:cubicBezTo>
                    <a:pt x="533" y="894"/>
                    <a:pt x="533" y="896"/>
                    <a:pt x="534" y="897"/>
                  </a:cubicBezTo>
                  <a:cubicBezTo>
                    <a:pt x="534" y="898"/>
                    <a:pt x="536" y="899"/>
                    <a:pt x="537" y="900"/>
                  </a:cubicBezTo>
                  <a:cubicBezTo>
                    <a:pt x="537" y="902"/>
                    <a:pt x="537" y="905"/>
                    <a:pt x="538" y="906"/>
                  </a:cubicBezTo>
                  <a:cubicBezTo>
                    <a:pt x="538" y="907"/>
                    <a:pt x="540" y="907"/>
                    <a:pt x="540" y="908"/>
                  </a:cubicBezTo>
                  <a:cubicBezTo>
                    <a:pt x="542" y="910"/>
                    <a:pt x="543" y="915"/>
                    <a:pt x="543" y="917"/>
                  </a:cubicBezTo>
                  <a:cubicBezTo>
                    <a:pt x="543" y="919"/>
                    <a:pt x="541" y="923"/>
                    <a:pt x="541" y="924"/>
                  </a:cubicBezTo>
                  <a:cubicBezTo>
                    <a:pt x="542" y="926"/>
                    <a:pt x="545" y="928"/>
                    <a:pt x="546" y="929"/>
                  </a:cubicBezTo>
                  <a:cubicBezTo>
                    <a:pt x="548" y="929"/>
                    <a:pt x="551" y="928"/>
                    <a:pt x="552" y="928"/>
                  </a:cubicBezTo>
                  <a:cubicBezTo>
                    <a:pt x="553" y="928"/>
                    <a:pt x="556" y="927"/>
                    <a:pt x="558" y="928"/>
                  </a:cubicBezTo>
                  <a:cubicBezTo>
                    <a:pt x="559" y="929"/>
                    <a:pt x="560" y="932"/>
                    <a:pt x="560" y="933"/>
                  </a:cubicBezTo>
                  <a:cubicBezTo>
                    <a:pt x="560" y="934"/>
                    <a:pt x="560" y="937"/>
                    <a:pt x="560" y="938"/>
                  </a:cubicBezTo>
                  <a:cubicBezTo>
                    <a:pt x="559" y="940"/>
                    <a:pt x="558" y="942"/>
                    <a:pt x="558" y="944"/>
                  </a:cubicBezTo>
                  <a:cubicBezTo>
                    <a:pt x="557" y="945"/>
                    <a:pt x="555" y="947"/>
                    <a:pt x="555" y="949"/>
                  </a:cubicBezTo>
                  <a:cubicBezTo>
                    <a:pt x="555" y="950"/>
                    <a:pt x="556" y="952"/>
                    <a:pt x="557" y="954"/>
                  </a:cubicBezTo>
                  <a:cubicBezTo>
                    <a:pt x="558" y="955"/>
                    <a:pt x="560" y="957"/>
                    <a:pt x="561" y="959"/>
                  </a:cubicBezTo>
                  <a:cubicBezTo>
                    <a:pt x="561" y="960"/>
                    <a:pt x="561" y="963"/>
                    <a:pt x="561" y="964"/>
                  </a:cubicBezTo>
                  <a:cubicBezTo>
                    <a:pt x="561" y="965"/>
                    <a:pt x="561" y="966"/>
                    <a:pt x="561" y="967"/>
                  </a:cubicBezTo>
                  <a:cubicBezTo>
                    <a:pt x="561" y="967"/>
                    <a:pt x="561" y="968"/>
                    <a:pt x="561" y="968"/>
                  </a:cubicBezTo>
                  <a:cubicBezTo>
                    <a:pt x="559" y="968"/>
                    <a:pt x="556" y="969"/>
                    <a:pt x="554" y="970"/>
                  </a:cubicBezTo>
                  <a:cubicBezTo>
                    <a:pt x="553" y="970"/>
                    <a:pt x="552" y="971"/>
                    <a:pt x="551" y="971"/>
                  </a:cubicBezTo>
                  <a:cubicBezTo>
                    <a:pt x="549" y="971"/>
                    <a:pt x="546" y="973"/>
                    <a:pt x="544" y="973"/>
                  </a:cubicBezTo>
                  <a:cubicBezTo>
                    <a:pt x="542" y="973"/>
                    <a:pt x="539" y="972"/>
                    <a:pt x="538" y="973"/>
                  </a:cubicBezTo>
                  <a:cubicBezTo>
                    <a:pt x="537" y="973"/>
                    <a:pt x="535" y="975"/>
                    <a:pt x="535" y="976"/>
                  </a:cubicBezTo>
                  <a:cubicBezTo>
                    <a:pt x="534" y="977"/>
                    <a:pt x="535" y="981"/>
                    <a:pt x="535" y="982"/>
                  </a:cubicBezTo>
                  <a:cubicBezTo>
                    <a:pt x="534" y="983"/>
                    <a:pt x="530" y="985"/>
                    <a:pt x="528" y="985"/>
                  </a:cubicBezTo>
                  <a:cubicBezTo>
                    <a:pt x="527" y="985"/>
                    <a:pt x="524" y="985"/>
                    <a:pt x="522" y="986"/>
                  </a:cubicBezTo>
                  <a:cubicBezTo>
                    <a:pt x="520" y="986"/>
                    <a:pt x="517" y="987"/>
                    <a:pt x="515" y="988"/>
                  </a:cubicBezTo>
                  <a:cubicBezTo>
                    <a:pt x="513" y="988"/>
                    <a:pt x="511" y="989"/>
                    <a:pt x="510" y="989"/>
                  </a:cubicBezTo>
                  <a:cubicBezTo>
                    <a:pt x="508" y="989"/>
                    <a:pt x="504" y="987"/>
                    <a:pt x="502" y="988"/>
                  </a:cubicBezTo>
                  <a:cubicBezTo>
                    <a:pt x="500" y="988"/>
                    <a:pt x="497" y="990"/>
                    <a:pt x="495" y="990"/>
                  </a:cubicBezTo>
                  <a:cubicBezTo>
                    <a:pt x="494" y="990"/>
                    <a:pt x="492" y="990"/>
                    <a:pt x="492" y="990"/>
                  </a:cubicBezTo>
                  <a:cubicBezTo>
                    <a:pt x="491" y="989"/>
                    <a:pt x="489" y="988"/>
                    <a:pt x="488" y="987"/>
                  </a:cubicBezTo>
                  <a:cubicBezTo>
                    <a:pt x="487" y="987"/>
                    <a:pt x="484" y="988"/>
                    <a:pt x="483" y="987"/>
                  </a:cubicBezTo>
                  <a:cubicBezTo>
                    <a:pt x="482" y="987"/>
                    <a:pt x="481" y="985"/>
                    <a:pt x="481" y="984"/>
                  </a:cubicBezTo>
                  <a:cubicBezTo>
                    <a:pt x="480" y="983"/>
                    <a:pt x="481" y="980"/>
                    <a:pt x="481" y="979"/>
                  </a:cubicBezTo>
                  <a:cubicBezTo>
                    <a:pt x="482" y="978"/>
                    <a:pt x="485" y="978"/>
                    <a:pt x="486" y="977"/>
                  </a:cubicBezTo>
                  <a:cubicBezTo>
                    <a:pt x="486" y="975"/>
                    <a:pt x="485" y="972"/>
                    <a:pt x="486" y="970"/>
                  </a:cubicBezTo>
                  <a:cubicBezTo>
                    <a:pt x="486" y="968"/>
                    <a:pt x="487" y="965"/>
                    <a:pt x="487" y="964"/>
                  </a:cubicBezTo>
                  <a:cubicBezTo>
                    <a:pt x="487" y="963"/>
                    <a:pt x="486" y="960"/>
                    <a:pt x="485" y="960"/>
                  </a:cubicBezTo>
                  <a:cubicBezTo>
                    <a:pt x="483" y="958"/>
                    <a:pt x="479" y="958"/>
                    <a:pt x="477" y="958"/>
                  </a:cubicBezTo>
                  <a:cubicBezTo>
                    <a:pt x="476" y="958"/>
                    <a:pt x="475" y="958"/>
                    <a:pt x="474" y="958"/>
                  </a:cubicBezTo>
                  <a:cubicBezTo>
                    <a:pt x="474" y="956"/>
                    <a:pt x="473" y="955"/>
                    <a:pt x="473" y="954"/>
                  </a:cubicBezTo>
                  <a:cubicBezTo>
                    <a:pt x="472" y="953"/>
                    <a:pt x="469" y="952"/>
                    <a:pt x="468" y="951"/>
                  </a:cubicBezTo>
                  <a:cubicBezTo>
                    <a:pt x="467" y="949"/>
                    <a:pt x="469" y="944"/>
                    <a:pt x="468" y="942"/>
                  </a:cubicBezTo>
                  <a:cubicBezTo>
                    <a:pt x="468" y="941"/>
                    <a:pt x="467" y="938"/>
                    <a:pt x="466" y="938"/>
                  </a:cubicBezTo>
                  <a:cubicBezTo>
                    <a:pt x="465" y="937"/>
                    <a:pt x="463" y="936"/>
                    <a:pt x="463" y="936"/>
                  </a:cubicBezTo>
                  <a:cubicBezTo>
                    <a:pt x="462" y="934"/>
                    <a:pt x="461" y="929"/>
                    <a:pt x="462" y="927"/>
                  </a:cubicBezTo>
                  <a:cubicBezTo>
                    <a:pt x="462" y="925"/>
                    <a:pt x="465" y="921"/>
                    <a:pt x="466" y="919"/>
                  </a:cubicBezTo>
                  <a:cubicBezTo>
                    <a:pt x="466" y="918"/>
                    <a:pt x="465" y="914"/>
                    <a:pt x="465" y="913"/>
                  </a:cubicBezTo>
                  <a:cubicBezTo>
                    <a:pt x="464" y="911"/>
                    <a:pt x="461" y="907"/>
                    <a:pt x="460" y="905"/>
                  </a:cubicBezTo>
                  <a:cubicBezTo>
                    <a:pt x="460" y="904"/>
                    <a:pt x="461" y="901"/>
                    <a:pt x="460" y="900"/>
                  </a:cubicBezTo>
                  <a:cubicBezTo>
                    <a:pt x="460" y="899"/>
                    <a:pt x="459" y="898"/>
                    <a:pt x="458" y="898"/>
                  </a:cubicBezTo>
                  <a:cubicBezTo>
                    <a:pt x="457" y="897"/>
                    <a:pt x="455" y="896"/>
                    <a:pt x="454" y="894"/>
                  </a:cubicBezTo>
                  <a:cubicBezTo>
                    <a:pt x="453" y="893"/>
                    <a:pt x="454" y="891"/>
                    <a:pt x="454" y="889"/>
                  </a:cubicBezTo>
                  <a:cubicBezTo>
                    <a:pt x="454" y="888"/>
                    <a:pt x="454" y="885"/>
                    <a:pt x="455" y="885"/>
                  </a:cubicBezTo>
                  <a:cubicBezTo>
                    <a:pt x="457" y="884"/>
                    <a:pt x="461" y="885"/>
                    <a:pt x="462" y="884"/>
                  </a:cubicBezTo>
                  <a:cubicBezTo>
                    <a:pt x="463" y="883"/>
                    <a:pt x="464" y="880"/>
                    <a:pt x="464" y="878"/>
                  </a:cubicBezTo>
                  <a:cubicBezTo>
                    <a:pt x="464" y="877"/>
                    <a:pt x="463" y="874"/>
                    <a:pt x="462" y="873"/>
                  </a:cubicBezTo>
                  <a:cubicBezTo>
                    <a:pt x="461" y="873"/>
                    <a:pt x="459" y="875"/>
                    <a:pt x="458" y="875"/>
                  </a:cubicBezTo>
                  <a:cubicBezTo>
                    <a:pt x="457" y="875"/>
                    <a:pt x="456" y="871"/>
                    <a:pt x="455" y="871"/>
                  </a:cubicBezTo>
                  <a:cubicBezTo>
                    <a:pt x="454" y="871"/>
                    <a:pt x="454" y="875"/>
                    <a:pt x="453" y="876"/>
                  </a:cubicBezTo>
                  <a:cubicBezTo>
                    <a:pt x="452" y="877"/>
                    <a:pt x="450" y="878"/>
                    <a:pt x="448" y="878"/>
                  </a:cubicBezTo>
                  <a:cubicBezTo>
                    <a:pt x="447" y="878"/>
                    <a:pt x="444" y="876"/>
                    <a:pt x="442" y="876"/>
                  </a:cubicBezTo>
                  <a:cubicBezTo>
                    <a:pt x="441" y="875"/>
                    <a:pt x="440" y="874"/>
                    <a:pt x="439" y="874"/>
                  </a:cubicBezTo>
                  <a:cubicBezTo>
                    <a:pt x="437" y="874"/>
                    <a:pt x="435" y="872"/>
                    <a:pt x="433" y="872"/>
                  </a:cubicBezTo>
                  <a:cubicBezTo>
                    <a:pt x="432" y="872"/>
                    <a:pt x="429" y="872"/>
                    <a:pt x="428" y="872"/>
                  </a:cubicBezTo>
                  <a:cubicBezTo>
                    <a:pt x="426" y="873"/>
                    <a:pt x="425" y="877"/>
                    <a:pt x="423" y="878"/>
                  </a:cubicBezTo>
                  <a:cubicBezTo>
                    <a:pt x="422" y="878"/>
                    <a:pt x="418" y="878"/>
                    <a:pt x="417" y="877"/>
                  </a:cubicBezTo>
                  <a:cubicBezTo>
                    <a:pt x="416" y="877"/>
                    <a:pt x="414" y="875"/>
                    <a:pt x="414" y="873"/>
                  </a:cubicBezTo>
                  <a:cubicBezTo>
                    <a:pt x="413" y="871"/>
                    <a:pt x="414" y="866"/>
                    <a:pt x="413" y="864"/>
                  </a:cubicBezTo>
                  <a:cubicBezTo>
                    <a:pt x="412" y="863"/>
                    <a:pt x="411" y="861"/>
                    <a:pt x="410" y="859"/>
                  </a:cubicBezTo>
                  <a:cubicBezTo>
                    <a:pt x="409" y="858"/>
                    <a:pt x="406" y="854"/>
                    <a:pt x="406" y="852"/>
                  </a:cubicBezTo>
                  <a:cubicBezTo>
                    <a:pt x="405" y="850"/>
                    <a:pt x="408" y="847"/>
                    <a:pt x="407" y="845"/>
                  </a:cubicBezTo>
                  <a:cubicBezTo>
                    <a:pt x="407" y="843"/>
                    <a:pt x="406" y="841"/>
                    <a:pt x="406" y="840"/>
                  </a:cubicBezTo>
                  <a:cubicBezTo>
                    <a:pt x="406" y="839"/>
                    <a:pt x="406" y="837"/>
                    <a:pt x="406" y="836"/>
                  </a:cubicBezTo>
                  <a:cubicBezTo>
                    <a:pt x="407" y="836"/>
                    <a:pt x="409" y="835"/>
                    <a:pt x="409" y="835"/>
                  </a:cubicBezTo>
                  <a:cubicBezTo>
                    <a:pt x="410" y="835"/>
                    <a:pt x="412" y="836"/>
                    <a:pt x="413" y="836"/>
                  </a:cubicBezTo>
                  <a:cubicBezTo>
                    <a:pt x="414" y="835"/>
                    <a:pt x="415" y="834"/>
                    <a:pt x="416" y="833"/>
                  </a:cubicBezTo>
                  <a:cubicBezTo>
                    <a:pt x="416" y="833"/>
                    <a:pt x="417" y="831"/>
                    <a:pt x="417" y="830"/>
                  </a:cubicBezTo>
                  <a:cubicBezTo>
                    <a:pt x="418" y="829"/>
                    <a:pt x="421" y="825"/>
                    <a:pt x="421" y="823"/>
                  </a:cubicBezTo>
                  <a:cubicBezTo>
                    <a:pt x="421" y="822"/>
                    <a:pt x="418" y="818"/>
                    <a:pt x="418" y="817"/>
                  </a:cubicBezTo>
                  <a:cubicBezTo>
                    <a:pt x="417" y="815"/>
                    <a:pt x="417" y="812"/>
                    <a:pt x="416" y="811"/>
                  </a:cubicBezTo>
                  <a:cubicBezTo>
                    <a:pt x="416" y="810"/>
                    <a:pt x="414" y="809"/>
                    <a:pt x="413" y="808"/>
                  </a:cubicBezTo>
                  <a:cubicBezTo>
                    <a:pt x="413" y="808"/>
                    <a:pt x="411" y="808"/>
                    <a:pt x="410" y="807"/>
                  </a:cubicBezTo>
                  <a:cubicBezTo>
                    <a:pt x="409" y="807"/>
                    <a:pt x="409" y="804"/>
                    <a:pt x="409" y="803"/>
                  </a:cubicBezTo>
                  <a:cubicBezTo>
                    <a:pt x="408" y="802"/>
                    <a:pt x="407" y="799"/>
                    <a:pt x="406" y="799"/>
                  </a:cubicBezTo>
                  <a:cubicBezTo>
                    <a:pt x="404" y="798"/>
                    <a:pt x="399" y="800"/>
                    <a:pt x="397" y="800"/>
                  </a:cubicBezTo>
                  <a:cubicBezTo>
                    <a:pt x="395" y="799"/>
                    <a:pt x="393" y="799"/>
                    <a:pt x="391" y="798"/>
                  </a:cubicBezTo>
                  <a:cubicBezTo>
                    <a:pt x="390" y="797"/>
                    <a:pt x="388" y="795"/>
                    <a:pt x="387" y="794"/>
                  </a:cubicBezTo>
                  <a:cubicBezTo>
                    <a:pt x="386" y="794"/>
                    <a:pt x="382" y="794"/>
                    <a:pt x="381" y="794"/>
                  </a:cubicBezTo>
                  <a:cubicBezTo>
                    <a:pt x="379" y="793"/>
                    <a:pt x="377" y="792"/>
                    <a:pt x="376" y="791"/>
                  </a:cubicBezTo>
                  <a:cubicBezTo>
                    <a:pt x="374" y="791"/>
                    <a:pt x="372" y="789"/>
                    <a:pt x="371" y="788"/>
                  </a:cubicBezTo>
                  <a:cubicBezTo>
                    <a:pt x="369" y="787"/>
                    <a:pt x="364" y="785"/>
                    <a:pt x="362" y="784"/>
                  </a:cubicBezTo>
                  <a:cubicBezTo>
                    <a:pt x="359" y="784"/>
                    <a:pt x="353" y="784"/>
                    <a:pt x="351" y="784"/>
                  </a:cubicBezTo>
                  <a:cubicBezTo>
                    <a:pt x="349" y="785"/>
                    <a:pt x="345" y="787"/>
                    <a:pt x="343" y="788"/>
                  </a:cubicBezTo>
                  <a:cubicBezTo>
                    <a:pt x="341" y="788"/>
                    <a:pt x="337" y="787"/>
                    <a:pt x="336" y="787"/>
                  </a:cubicBezTo>
                  <a:cubicBezTo>
                    <a:pt x="335" y="788"/>
                    <a:pt x="334" y="791"/>
                    <a:pt x="334" y="793"/>
                  </a:cubicBezTo>
                  <a:cubicBezTo>
                    <a:pt x="334" y="794"/>
                    <a:pt x="335" y="796"/>
                    <a:pt x="335" y="797"/>
                  </a:cubicBezTo>
                  <a:cubicBezTo>
                    <a:pt x="336" y="798"/>
                    <a:pt x="336" y="800"/>
                    <a:pt x="336" y="802"/>
                  </a:cubicBezTo>
                  <a:cubicBezTo>
                    <a:pt x="336" y="804"/>
                    <a:pt x="337" y="808"/>
                    <a:pt x="336" y="810"/>
                  </a:cubicBezTo>
                  <a:cubicBezTo>
                    <a:pt x="336" y="810"/>
                    <a:pt x="335" y="812"/>
                    <a:pt x="334" y="813"/>
                  </a:cubicBezTo>
                  <a:cubicBezTo>
                    <a:pt x="333" y="813"/>
                    <a:pt x="331" y="810"/>
                    <a:pt x="330" y="810"/>
                  </a:cubicBezTo>
                  <a:cubicBezTo>
                    <a:pt x="329" y="810"/>
                    <a:pt x="327" y="810"/>
                    <a:pt x="326" y="811"/>
                  </a:cubicBezTo>
                  <a:cubicBezTo>
                    <a:pt x="325" y="811"/>
                    <a:pt x="323" y="813"/>
                    <a:pt x="322" y="813"/>
                  </a:cubicBezTo>
                  <a:cubicBezTo>
                    <a:pt x="321" y="813"/>
                    <a:pt x="317" y="813"/>
                    <a:pt x="316" y="813"/>
                  </a:cubicBezTo>
                  <a:cubicBezTo>
                    <a:pt x="315" y="812"/>
                    <a:pt x="314" y="809"/>
                    <a:pt x="313" y="808"/>
                  </a:cubicBezTo>
                  <a:cubicBezTo>
                    <a:pt x="312" y="808"/>
                    <a:pt x="311" y="808"/>
                    <a:pt x="310" y="808"/>
                  </a:cubicBezTo>
                  <a:cubicBezTo>
                    <a:pt x="308" y="808"/>
                    <a:pt x="304" y="809"/>
                    <a:pt x="303" y="810"/>
                  </a:cubicBezTo>
                  <a:cubicBezTo>
                    <a:pt x="302" y="811"/>
                    <a:pt x="302" y="813"/>
                    <a:pt x="301" y="814"/>
                  </a:cubicBezTo>
                  <a:cubicBezTo>
                    <a:pt x="301" y="815"/>
                    <a:pt x="299" y="818"/>
                    <a:pt x="298" y="818"/>
                  </a:cubicBezTo>
                  <a:cubicBezTo>
                    <a:pt x="297" y="818"/>
                    <a:pt x="296" y="814"/>
                    <a:pt x="295" y="813"/>
                  </a:cubicBezTo>
                  <a:cubicBezTo>
                    <a:pt x="293" y="812"/>
                    <a:pt x="290" y="812"/>
                    <a:pt x="289" y="813"/>
                  </a:cubicBezTo>
                  <a:cubicBezTo>
                    <a:pt x="288" y="813"/>
                    <a:pt x="288" y="816"/>
                    <a:pt x="288" y="817"/>
                  </a:cubicBezTo>
                  <a:cubicBezTo>
                    <a:pt x="287" y="818"/>
                    <a:pt x="286" y="819"/>
                    <a:pt x="285" y="820"/>
                  </a:cubicBezTo>
                  <a:cubicBezTo>
                    <a:pt x="283" y="820"/>
                    <a:pt x="279" y="820"/>
                    <a:pt x="277" y="819"/>
                  </a:cubicBezTo>
                  <a:cubicBezTo>
                    <a:pt x="276" y="819"/>
                    <a:pt x="274" y="816"/>
                    <a:pt x="273" y="816"/>
                  </a:cubicBezTo>
                  <a:cubicBezTo>
                    <a:pt x="272" y="815"/>
                    <a:pt x="269" y="816"/>
                    <a:pt x="268" y="815"/>
                  </a:cubicBezTo>
                  <a:cubicBezTo>
                    <a:pt x="267" y="815"/>
                    <a:pt x="265" y="814"/>
                    <a:pt x="264" y="813"/>
                  </a:cubicBezTo>
                  <a:cubicBezTo>
                    <a:pt x="263" y="811"/>
                    <a:pt x="262" y="809"/>
                    <a:pt x="261" y="808"/>
                  </a:cubicBezTo>
                  <a:cubicBezTo>
                    <a:pt x="260" y="807"/>
                    <a:pt x="258" y="805"/>
                    <a:pt x="257" y="805"/>
                  </a:cubicBezTo>
                  <a:cubicBezTo>
                    <a:pt x="256" y="804"/>
                    <a:pt x="253" y="805"/>
                    <a:pt x="251" y="805"/>
                  </a:cubicBezTo>
                  <a:cubicBezTo>
                    <a:pt x="249" y="805"/>
                    <a:pt x="245" y="806"/>
                    <a:pt x="244" y="805"/>
                  </a:cubicBezTo>
                  <a:cubicBezTo>
                    <a:pt x="243" y="803"/>
                    <a:pt x="244" y="799"/>
                    <a:pt x="243" y="798"/>
                  </a:cubicBezTo>
                  <a:cubicBezTo>
                    <a:pt x="242" y="797"/>
                    <a:pt x="239" y="796"/>
                    <a:pt x="238" y="795"/>
                  </a:cubicBezTo>
                  <a:cubicBezTo>
                    <a:pt x="237" y="794"/>
                    <a:pt x="237" y="791"/>
                    <a:pt x="236" y="790"/>
                  </a:cubicBezTo>
                  <a:cubicBezTo>
                    <a:pt x="236" y="789"/>
                    <a:pt x="234" y="787"/>
                    <a:pt x="233" y="786"/>
                  </a:cubicBezTo>
                  <a:cubicBezTo>
                    <a:pt x="233" y="786"/>
                    <a:pt x="232" y="784"/>
                    <a:pt x="232" y="783"/>
                  </a:cubicBezTo>
                  <a:cubicBezTo>
                    <a:pt x="231" y="781"/>
                    <a:pt x="231" y="777"/>
                    <a:pt x="230" y="776"/>
                  </a:cubicBezTo>
                  <a:cubicBezTo>
                    <a:pt x="229" y="775"/>
                    <a:pt x="228" y="774"/>
                    <a:pt x="227" y="774"/>
                  </a:cubicBezTo>
                  <a:cubicBezTo>
                    <a:pt x="226" y="773"/>
                    <a:pt x="223" y="775"/>
                    <a:pt x="222" y="774"/>
                  </a:cubicBezTo>
                  <a:cubicBezTo>
                    <a:pt x="221" y="774"/>
                    <a:pt x="220" y="773"/>
                    <a:pt x="220" y="773"/>
                  </a:cubicBezTo>
                  <a:cubicBezTo>
                    <a:pt x="218" y="772"/>
                    <a:pt x="214" y="771"/>
                    <a:pt x="212" y="770"/>
                  </a:cubicBezTo>
                  <a:cubicBezTo>
                    <a:pt x="211" y="770"/>
                    <a:pt x="208" y="770"/>
                    <a:pt x="206" y="769"/>
                  </a:cubicBezTo>
                  <a:cubicBezTo>
                    <a:pt x="206" y="769"/>
                    <a:pt x="205" y="768"/>
                    <a:pt x="204" y="767"/>
                  </a:cubicBezTo>
                  <a:cubicBezTo>
                    <a:pt x="203" y="767"/>
                    <a:pt x="201" y="766"/>
                    <a:pt x="200" y="766"/>
                  </a:cubicBezTo>
                  <a:cubicBezTo>
                    <a:pt x="200" y="765"/>
                    <a:pt x="198" y="764"/>
                    <a:pt x="198" y="763"/>
                  </a:cubicBezTo>
                  <a:cubicBezTo>
                    <a:pt x="197" y="761"/>
                    <a:pt x="197" y="758"/>
                    <a:pt x="198" y="756"/>
                  </a:cubicBezTo>
                  <a:cubicBezTo>
                    <a:pt x="198" y="755"/>
                    <a:pt x="201" y="753"/>
                    <a:pt x="202" y="752"/>
                  </a:cubicBezTo>
                  <a:cubicBezTo>
                    <a:pt x="202" y="751"/>
                    <a:pt x="202" y="748"/>
                    <a:pt x="202" y="747"/>
                  </a:cubicBezTo>
                  <a:cubicBezTo>
                    <a:pt x="202" y="745"/>
                    <a:pt x="201" y="742"/>
                    <a:pt x="201" y="740"/>
                  </a:cubicBezTo>
                  <a:cubicBezTo>
                    <a:pt x="201" y="738"/>
                    <a:pt x="201" y="731"/>
                    <a:pt x="199" y="729"/>
                  </a:cubicBezTo>
                  <a:cubicBezTo>
                    <a:pt x="198" y="728"/>
                    <a:pt x="194" y="729"/>
                    <a:pt x="192" y="729"/>
                  </a:cubicBezTo>
                  <a:cubicBezTo>
                    <a:pt x="191" y="728"/>
                    <a:pt x="189" y="726"/>
                    <a:pt x="188" y="725"/>
                  </a:cubicBezTo>
                  <a:cubicBezTo>
                    <a:pt x="187" y="725"/>
                    <a:pt x="185" y="722"/>
                    <a:pt x="184" y="721"/>
                  </a:cubicBezTo>
                  <a:cubicBezTo>
                    <a:pt x="183" y="721"/>
                    <a:pt x="180" y="720"/>
                    <a:pt x="179" y="720"/>
                  </a:cubicBezTo>
                  <a:cubicBezTo>
                    <a:pt x="179" y="719"/>
                    <a:pt x="178" y="717"/>
                    <a:pt x="177" y="716"/>
                  </a:cubicBezTo>
                  <a:cubicBezTo>
                    <a:pt x="175" y="716"/>
                    <a:pt x="171" y="717"/>
                    <a:pt x="169" y="716"/>
                  </a:cubicBezTo>
                  <a:cubicBezTo>
                    <a:pt x="168" y="715"/>
                    <a:pt x="167" y="713"/>
                    <a:pt x="166" y="712"/>
                  </a:cubicBezTo>
                  <a:cubicBezTo>
                    <a:pt x="165" y="710"/>
                    <a:pt x="162" y="707"/>
                    <a:pt x="161" y="705"/>
                  </a:cubicBezTo>
                  <a:cubicBezTo>
                    <a:pt x="159" y="704"/>
                    <a:pt x="156" y="701"/>
                    <a:pt x="155" y="700"/>
                  </a:cubicBezTo>
                  <a:cubicBezTo>
                    <a:pt x="154" y="700"/>
                    <a:pt x="151" y="699"/>
                    <a:pt x="151" y="698"/>
                  </a:cubicBezTo>
                  <a:cubicBezTo>
                    <a:pt x="150" y="698"/>
                    <a:pt x="150" y="698"/>
                    <a:pt x="150" y="69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5"/>
            <p:cNvSpPr>
              <a:spLocks/>
            </p:cNvSpPr>
            <p:nvPr/>
          </p:nvSpPr>
          <p:spPr bwMode="auto">
            <a:xfrm>
              <a:off x="3913188" y="1817688"/>
              <a:ext cx="819150" cy="819150"/>
            </a:xfrm>
            <a:custGeom>
              <a:avLst/>
              <a:gdLst/>
              <a:ahLst/>
              <a:cxnLst>
                <a:cxn ang="0">
                  <a:pos x="54" y="58"/>
                </a:cxn>
                <a:cxn ang="0">
                  <a:pos x="78" y="67"/>
                </a:cxn>
                <a:cxn ang="0">
                  <a:pos x="100" y="70"/>
                </a:cxn>
                <a:cxn ang="0">
                  <a:pos x="123" y="66"/>
                </a:cxn>
                <a:cxn ang="0">
                  <a:pos x="117" y="44"/>
                </a:cxn>
                <a:cxn ang="0">
                  <a:pos x="150" y="26"/>
                </a:cxn>
                <a:cxn ang="0">
                  <a:pos x="154" y="8"/>
                </a:cxn>
                <a:cxn ang="0">
                  <a:pos x="185" y="20"/>
                </a:cxn>
                <a:cxn ang="0">
                  <a:pos x="210" y="10"/>
                </a:cxn>
                <a:cxn ang="0">
                  <a:pos x="236" y="29"/>
                </a:cxn>
                <a:cxn ang="0">
                  <a:pos x="284" y="30"/>
                </a:cxn>
                <a:cxn ang="0">
                  <a:pos x="312" y="41"/>
                </a:cxn>
                <a:cxn ang="0">
                  <a:pos x="356" y="35"/>
                </a:cxn>
                <a:cxn ang="0">
                  <a:pos x="387" y="70"/>
                </a:cxn>
                <a:cxn ang="0">
                  <a:pos x="444" y="76"/>
                </a:cxn>
                <a:cxn ang="0">
                  <a:pos x="452" y="108"/>
                </a:cxn>
                <a:cxn ang="0">
                  <a:pos x="467" y="146"/>
                </a:cxn>
                <a:cxn ang="0">
                  <a:pos x="486" y="152"/>
                </a:cxn>
                <a:cxn ang="0">
                  <a:pos x="513" y="166"/>
                </a:cxn>
                <a:cxn ang="0">
                  <a:pos x="550" y="179"/>
                </a:cxn>
                <a:cxn ang="0">
                  <a:pos x="555" y="216"/>
                </a:cxn>
                <a:cxn ang="0">
                  <a:pos x="563" y="253"/>
                </a:cxn>
                <a:cxn ang="0">
                  <a:pos x="543" y="271"/>
                </a:cxn>
                <a:cxn ang="0">
                  <a:pos x="554" y="323"/>
                </a:cxn>
                <a:cxn ang="0">
                  <a:pos x="530" y="323"/>
                </a:cxn>
                <a:cxn ang="0">
                  <a:pos x="499" y="339"/>
                </a:cxn>
                <a:cxn ang="0">
                  <a:pos x="495" y="374"/>
                </a:cxn>
                <a:cxn ang="0">
                  <a:pos x="514" y="399"/>
                </a:cxn>
                <a:cxn ang="0">
                  <a:pos x="497" y="427"/>
                </a:cxn>
                <a:cxn ang="0">
                  <a:pos x="483" y="460"/>
                </a:cxn>
                <a:cxn ang="0">
                  <a:pos x="483" y="489"/>
                </a:cxn>
                <a:cxn ang="0">
                  <a:pos x="483" y="514"/>
                </a:cxn>
                <a:cxn ang="0">
                  <a:pos x="474" y="540"/>
                </a:cxn>
                <a:cxn ang="0">
                  <a:pos x="455" y="567"/>
                </a:cxn>
                <a:cxn ang="0">
                  <a:pos x="416" y="568"/>
                </a:cxn>
                <a:cxn ang="0">
                  <a:pos x="392" y="544"/>
                </a:cxn>
                <a:cxn ang="0">
                  <a:pos x="366" y="564"/>
                </a:cxn>
                <a:cxn ang="0">
                  <a:pos x="335" y="545"/>
                </a:cxn>
                <a:cxn ang="0">
                  <a:pos x="300" y="518"/>
                </a:cxn>
                <a:cxn ang="0">
                  <a:pos x="259" y="514"/>
                </a:cxn>
                <a:cxn ang="0">
                  <a:pos x="233" y="503"/>
                </a:cxn>
                <a:cxn ang="0">
                  <a:pos x="191" y="489"/>
                </a:cxn>
                <a:cxn ang="0">
                  <a:pos x="162" y="474"/>
                </a:cxn>
                <a:cxn ang="0">
                  <a:pos x="148" y="462"/>
                </a:cxn>
                <a:cxn ang="0">
                  <a:pos x="121" y="442"/>
                </a:cxn>
                <a:cxn ang="0">
                  <a:pos x="96" y="443"/>
                </a:cxn>
                <a:cxn ang="0">
                  <a:pos x="75" y="426"/>
                </a:cxn>
                <a:cxn ang="0">
                  <a:pos x="52" y="425"/>
                </a:cxn>
                <a:cxn ang="0">
                  <a:pos x="33" y="402"/>
                </a:cxn>
                <a:cxn ang="0">
                  <a:pos x="50" y="382"/>
                </a:cxn>
                <a:cxn ang="0">
                  <a:pos x="44" y="338"/>
                </a:cxn>
                <a:cxn ang="0">
                  <a:pos x="2" y="314"/>
                </a:cxn>
                <a:cxn ang="0">
                  <a:pos x="14" y="261"/>
                </a:cxn>
                <a:cxn ang="0">
                  <a:pos x="13" y="231"/>
                </a:cxn>
                <a:cxn ang="0">
                  <a:pos x="32" y="187"/>
                </a:cxn>
                <a:cxn ang="0">
                  <a:pos x="11" y="149"/>
                </a:cxn>
              </a:cxnLst>
              <a:rect l="0" t="0" r="r" b="b"/>
              <a:pathLst>
                <a:path w="570" h="571">
                  <a:moveTo>
                    <a:pt x="37" y="106"/>
                  </a:moveTo>
                  <a:cubicBezTo>
                    <a:pt x="38" y="103"/>
                    <a:pt x="38" y="99"/>
                    <a:pt x="39" y="97"/>
                  </a:cubicBezTo>
                  <a:cubicBezTo>
                    <a:pt x="40" y="95"/>
                    <a:pt x="44" y="92"/>
                    <a:pt x="44" y="90"/>
                  </a:cubicBezTo>
                  <a:cubicBezTo>
                    <a:pt x="45" y="88"/>
                    <a:pt x="45" y="84"/>
                    <a:pt x="44" y="82"/>
                  </a:cubicBezTo>
                  <a:cubicBezTo>
                    <a:pt x="44" y="79"/>
                    <a:pt x="42" y="74"/>
                    <a:pt x="43" y="71"/>
                  </a:cubicBezTo>
                  <a:cubicBezTo>
                    <a:pt x="43" y="70"/>
                    <a:pt x="46" y="68"/>
                    <a:pt x="47" y="67"/>
                  </a:cubicBezTo>
                  <a:cubicBezTo>
                    <a:pt x="48" y="66"/>
                    <a:pt x="50" y="64"/>
                    <a:pt x="51" y="63"/>
                  </a:cubicBezTo>
                  <a:cubicBezTo>
                    <a:pt x="52" y="62"/>
                    <a:pt x="53" y="58"/>
                    <a:pt x="54" y="58"/>
                  </a:cubicBezTo>
                  <a:cubicBezTo>
                    <a:pt x="56" y="57"/>
                    <a:pt x="59" y="56"/>
                    <a:pt x="60" y="56"/>
                  </a:cubicBezTo>
                  <a:cubicBezTo>
                    <a:pt x="61" y="57"/>
                    <a:pt x="63" y="57"/>
                    <a:pt x="64" y="58"/>
                  </a:cubicBezTo>
                  <a:cubicBezTo>
                    <a:pt x="64" y="58"/>
                    <a:pt x="64" y="60"/>
                    <a:pt x="64" y="61"/>
                  </a:cubicBezTo>
                  <a:cubicBezTo>
                    <a:pt x="64" y="62"/>
                    <a:pt x="63" y="66"/>
                    <a:pt x="64" y="67"/>
                  </a:cubicBezTo>
                  <a:cubicBezTo>
                    <a:pt x="64" y="68"/>
                    <a:pt x="66" y="70"/>
                    <a:pt x="67" y="71"/>
                  </a:cubicBezTo>
                  <a:cubicBezTo>
                    <a:pt x="68" y="72"/>
                    <a:pt x="72" y="73"/>
                    <a:pt x="73" y="73"/>
                  </a:cubicBezTo>
                  <a:cubicBezTo>
                    <a:pt x="74" y="73"/>
                    <a:pt x="76" y="72"/>
                    <a:pt x="77" y="71"/>
                  </a:cubicBezTo>
                  <a:cubicBezTo>
                    <a:pt x="77" y="70"/>
                    <a:pt x="78" y="68"/>
                    <a:pt x="78" y="67"/>
                  </a:cubicBezTo>
                  <a:cubicBezTo>
                    <a:pt x="79" y="67"/>
                    <a:pt x="82" y="66"/>
                    <a:pt x="83" y="66"/>
                  </a:cubicBezTo>
                  <a:cubicBezTo>
                    <a:pt x="84" y="66"/>
                    <a:pt x="85" y="67"/>
                    <a:pt x="86" y="68"/>
                  </a:cubicBezTo>
                  <a:cubicBezTo>
                    <a:pt x="86" y="68"/>
                    <a:pt x="87" y="71"/>
                    <a:pt x="87" y="71"/>
                  </a:cubicBezTo>
                  <a:cubicBezTo>
                    <a:pt x="88" y="72"/>
                    <a:pt x="91" y="72"/>
                    <a:pt x="92" y="73"/>
                  </a:cubicBezTo>
                  <a:cubicBezTo>
                    <a:pt x="92" y="74"/>
                    <a:pt x="93" y="76"/>
                    <a:pt x="93" y="76"/>
                  </a:cubicBezTo>
                  <a:cubicBezTo>
                    <a:pt x="94" y="77"/>
                    <a:pt x="97" y="78"/>
                    <a:pt x="99" y="78"/>
                  </a:cubicBezTo>
                  <a:cubicBezTo>
                    <a:pt x="100" y="77"/>
                    <a:pt x="101" y="75"/>
                    <a:pt x="101" y="74"/>
                  </a:cubicBezTo>
                  <a:cubicBezTo>
                    <a:pt x="101" y="73"/>
                    <a:pt x="100" y="71"/>
                    <a:pt x="100" y="70"/>
                  </a:cubicBezTo>
                  <a:cubicBezTo>
                    <a:pt x="99" y="69"/>
                    <a:pt x="97" y="70"/>
                    <a:pt x="96" y="69"/>
                  </a:cubicBezTo>
                  <a:cubicBezTo>
                    <a:pt x="95" y="68"/>
                    <a:pt x="95" y="65"/>
                    <a:pt x="96" y="64"/>
                  </a:cubicBezTo>
                  <a:cubicBezTo>
                    <a:pt x="97" y="63"/>
                    <a:pt x="100" y="63"/>
                    <a:pt x="102" y="63"/>
                  </a:cubicBezTo>
                  <a:cubicBezTo>
                    <a:pt x="103" y="64"/>
                    <a:pt x="105" y="66"/>
                    <a:pt x="106" y="66"/>
                  </a:cubicBezTo>
                  <a:cubicBezTo>
                    <a:pt x="108" y="66"/>
                    <a:pt x="109" y="63"/>
                    <a:pt x="110" y="63"/>
                  </a:cubicBezTo>
                  <a:cubicBezTo>
                    <a:pt x="111" y="63"/>
                    <a:pt x="113" y="63"/>
                    <a:pt x="113" y="63"/>
                  </a:cubicBezTo>
                  <a:cubicBezTo>
                    <a:pt x="115" y="64"/>
                    <a:pt x="117" y="69"/>
                    <a:pt x="119" y="69"/>
                  </a:cubicBezTo>
                  <a:cubicBezTo>
                    <a:pt x="120" y="69"/>
                    <a:pt x="122" y="67"/>
                    <a:pt x="123" y="66"/>
                  </a:cubicBezTo>
                  <a:cubicBezTo>
                    <a:pt x="124" y="65"/>
                    <a:pt x="126" y="63"/>
                    <a:pt x="127" y="62"/>
                  </a:cubicBezTo>
                  <a:cubicBezTo>
                    <a:pt x="128" y="61"/>
                    <a:pt x="129" y="58"/>
                    <a:pt x="129" y="57"/>
                  </a:cubicBezTo>
                  <a:cubicBezTo>
                    <a:pt x="129" y="57"/>
                    <a:pt x="130" y="55"/>
                    <a:pt x="129" y="55"/>
                  </a:cubicBezTo>
                  <a:cubicBezTo>
                    <a:pt x="129" y="54"/>
                    <a:pt x="126" y="53"/>
                    <a:pt x="125" y="52"/>
                  </a:cubicBezTo>
                  <a:cubicBezTo>
                    <a:pt x="124" y="52"/>
                    <a:pt x="122" y="52"/>
                    <a:pt x="121" y="52"/>
                  </a:cubicBezTo>
                  <a:cubicBezTo>
                    <a:pt x="121" y="52"/>
                    <a:pt x="120" y="51"/>
                    <a:pt x="120" y="51"/>
                  </a:cubicBezTo>
                  <a:cubicBezTo>
                    <a:pt x="119" y="50"/>
                    <a:pt x="119" y="47"/>
                    <a:pt x="118" y="46"/>
                  </a:cubicBezTo>
                  <a:cubicBezTo>
                    <a:pt x="118" y="46"/>
                    <a:pt x="117" y="44"/>
                    <a:pt x="117" y="44"/>
                  </a:cubicBezTo>
                  <a:cubicBezTo>
                    <a:pt x="116" y="42"/>
                    <a:pt x="115" y="39"/>
                    <a:pt x="115" y="37"/>
                  </a:cubicBezTo>
                  <a:cubicBezTo>
                    <a:pt x="116" y="36"/>
                    <a:pt x="116" y="34"/>
                    <a:pt x="117" y="33"/>
                  </a:cubicBezTo>
                  <a:cubicBezTo>
                    <a:pt x="118" y="32"/>
                    <a:pt x="122" y="32"/>
                    <a:pt x="123" y="32"/>
                  </a:cubicBezTo>
                  <a:cubicBezTo>
                    <a:pt x="124" y="33"/>
                    <a:pt x="126" y="35"/>
                    <a:pt x="127" y="35"/>
                  </a:cubicBezTo>
                  <a:cubicBezTo>
                    <a:pt x="128" y="36"/>
                    <a:pt x="131" y="37"/>
                    <a:pt x="133" y="37"/>
                  </a:cubicBezTo>
                  <a:cubicBezTo>
                    <a:pt x="134" y="37"/>
                    <a:pt x="138" y="35"/>
                    <a:pt x="139" y="35"/>
                  </a:cubicBezTo>
                  <a:cubicBezTo>
                    <a:pt x="141" y="34"/>
                    <a:pt x="145" y="31"/>
                    <a:pt x="147" y="30"/>
                  </a:cubicBezTo>
                  <a:cubicBezTo>
                    <a:pt x="148" y="29"/>
                    <a:pt x="149" y="27"/>
                    <a:pt x="150" y="26"/>
                  </a:cubicBezTo>
                  <a:cubicBezTo>
                    <a:pt x="150" y="25"/>
                    <a:pt x="150" y="22"/>
                    <a:pt x="149" y="21"/>
                  </a:cubicBezTo>
                  <a:cubicBezTo>
                    <a:pt x="149" y="19"/>
                    <a:pt x="148" y="16"/>
                    <a:pt x="147" y="15"/>
                  </a:cubicBezTo>
                  <a:cubicBezTo>
                    <a:pt x="147" y="15"/>
                    <a:pt x="145" y="15"/>
                    <a:pt x="144" y="14"/>
                  </a:cubicBezTo>
                  <a:cubicBezTo>
                    <a:pt x="143" y="13"/>
                    <a:pt x="142" y="11"/>
                    <a:pt x="142" y="10"/>
                  </a:cubicBezTo>
                  <a:cubicBezTo>
                    <a:pt x="142" y="9"/>
                    <a:pt x="143" y="6"/>
                    <a:pt x="144" y="6"/>
                  </a:cubicBezTo>
                  <a:cubicBezTo>
                    <a:pt x="145" y="5"/>
                    <a:pt x="147" y="5"/>
                    <a:pt x="148" y="5"/>
                  </a:cubicBezTo>
                  <a:cubicBezTo>
                    <a:pt x="149" y="6"/>
                    <a:pt x="149" y="8"/>
                    <a:pt x="150" y="8"/>
                  </a:cubicBezTo>
                  <a:cubicBezTo>
                    <a:pt x="151" y="8"/>
                    <a:pt x="153" y="8"/>
                    <a:pt x="154" y="8"/>
                  </a:cubicBezTo>
                  <a:cubicBezTo>
                    <a:pt x="155" y="8"/>
                    <a:pt x="157" y="6"/>
                    <a:pt x="158" y="6"/>
                  </a:cubicBezTo>
                  <a:cubicBezTo>
                    <a:pt x="159" y="6"/>
                    <a:pt x="161" y="6"/>
                    <a:pt x="161" y="7"/>
                  </a:cubicBezTo>
                  <a:cubicBezTo>
                    <a:pt x="162" y="8"/>
                    <a:pt x="162" y="10"/>
                    <a:pt x="162" y="11"/>
                  </a:cubicBezTo>
                  <a:cubicBezTo>
                    <a:pt x="163" y="12"/>
                    <a:pt x="166" y="13"/>
                    <a:pt x="167" y="14"/>
                  </a:cubicBezTo>
                  <a:cubicBezTo>
                    <a:pt x="168" y="15"/>
                    <a:pt x="172" y="16"/>
                    <a:pt x="173" y="18"/>
                  </a:cubicBezTo>
                  <a:cubicBezTo>
                    <a:pt x="174" y="18"/>
                    <a:pt x="174" y="21"/>
                    <a:pt x="175" y="21"/>
                  </a:cubicBezTo>
                  <a:cubicBezTo>
                    <a:pt x="176" y="22"/>
                    <a:pt x="179" y="24"/>
                    <a:pt x="180" y="24"/>
                  </a:cubicBezTo>
                  <a:cubicBezTo>
                    <a:pt x="182" y="23"/>
                    <a:pt x="184" y="21"/>
                    <a:pt x="185" y="20"/>
                  </a:cubicBezTo>
                  <a:cubicBezTo>
                    <a:pt x="186" y="18"/>
                    <a:pt x="188" y="14"/>
                    <a:pt x="188" y="13"/>
                  </a:cubicBezTo>
                  <a:cubicBezTo>
                    <a:pt x="189" y="10"/>
                    <a:pt x="188" y="6"/>
                    <a:pt x="189" y="4"/>
                  </a:cubicBezTo>
                  <a:cubicBezTo>
                    <a:pt x="190" y="3"/>
                    <a:pt x="191" y="0"/>
                    <a:pt x="193" y="0"/>
                  </a:cubicBezTo>
                  <a:cubicBezTo>
                    <a:pt x="194" y="0"/>
                    <a:pt x="196" y="3"/>
                    <a:pt x="197" y="4"/>
                  </a:cubicBezTo>
                  <a:cubicBezTo>
                    <a:pt x="197" y="5"/>
                    <a:pt x="198" y="8"/>
                    <a:pt x="199" y="8"/>
                  </a:cubicBezTo>
                  <a:cubicBezTo>
                    <a:pt x="200" y="9"/>
                    <a:pt x="202" y="8"/>
                    <a:pt x="203" y="8"/>
                  </a:cubicBezTo>
                  <a:cubicBezTo>
                    <a:pt x="204" y="8"/>
                    <a:pt x="207" y="7"/>
                    <a:pt x="208" y="7"/>
                  </a:cubicBezTo>
                  <a:cubicBezTo>
                    <a:pt x="209" y="8"/>
                    <a:pt x="210" y="10"/>
                    <a:pt x="210" y="10"/>
                  </a:cubicBezTo>
                  <a:cubicBezTo>
                    <a:pt x="211" y="11"/>
                    <a:pt x="211" y="13"/>
                    <a:pt x="212" y="14"/>
                  </a:cubicBezTo>
                  <a:cubicBezTo>
                    <a:pt x="213" y="15"/>
                    <a:pt x="218" y="13"/>
                    <a:pt x="219" y="14"/>
                  </a:cubicBezTo>
                  <a:cubicBezTo>
                    <a:pt x="220" y="14"/>
                    <a:pt x="221" y="16"/>
                    <a:pt x="222" y="17"/>
                  </a:cubicBezTo>
                  <a:cubicBezTo>
                    <a:pt x="223" y="17"/>
                    <a:pt x="226" y="17"/>
                    <a:pt x="227" y="17"/>
                  </a:cubicBezTo>
                  <a:cubicBezTo>
                    <a:pt x="229" y="17"/>
                    <a:pt x="233" y="14"/>
                    <a:pt x="235" y="15"/>
                  </a:cubicBezTo>
                  <a:cubicBezTo>
                    <a:pt x="236" y="16"/>
                    <a:pt x="238" y="20"/>
                    <a:pt x="237" y="22"/>
                  </a:cubicBezTo>
                  <a:cubicBezTo>
                    <a:pt x="237" y="23"/>
                    <a:pt x="235" y="24"/>
                    <a:pt x="235" y="25"/>
                  </a:cubicBezTo>
                  <a:cubicBezTo>
                    <a:pt x="235" y="26"/>
                    <a:pt x="235" y="29"/>
                    <a:pt x="236" y="29"/>
                  </a:cubicBezTo>
                  <a:cubicBezTo>
                    <a:pt x="237" y="31"/>
                    <a:pt x="242" y="33"/>
                    <a:pt x="244" y="33"/>
                  </a:cubicBezTo>
                  <a:cubicBezTo>
                    <a:pt x="246" y="33"/>
                    <a:pt x="250" y="32"/>
                    <a:pt x="251" y="33"/>
                  </a:cubicBezTo>
                  <a:cubicBezTo>
                    <a:pt x="254" y="33"/>
                    <a:pt x="258" y="35"/>
                    <a:pt x="261" y="35"/>
                  </a:cubicBezTo>
                  <a:cubicBezTo>
                    <a:pt x="262" y="35"/>
                    <a:pt x="266" y="36"/>
                    <a:pt x="267" y="36"/>
                  </a:cubicBezTo>
                  <a:cubicBezTo>
                    <a:pt x="269" y="36"/>
                    <a:pt x="271" y="35"/>
                    <a:pt x="273" y="35"/>
                  </a:cubicBezTo>
                  <a:cubicBezTo>
                    <a:pt x="274" y="34"/>
                    <a:pt x="275" y="35"/>
                    <a:pt x="276" y="35"/>
                  </a:cubicBezTo>
                  <a:cubicBezTo>
                    <a:pt x="277" y="34"/>
                    <a:pt x="279" y="31"/>
                    <a:pt x="281" y="30"/>
                  </a:cubicBezTo>
                  <a:cubicBezTo>
                    <a:pt x="281" y="30"/>
                    <a:pt x="283" y="30"/>
                    <a:pt x="284" y="30"/>
                  </a:cubicBezTo>
                  <a:cubicBezTo>
                    <a:pt x="286" y="30"/>
                    <a:pt x="290" y="30"/>
                    <a:pt x="291" y="31"/>
                  </a:cubicBezTo>
                  <a:cubicBezTo>
                    <a:pt x="292" y="32"/>
                    <a:pt x="290" y="36"/>
                    <a:pt x="291" y="37"/>
                  </a:cubicBezTo>
                  <a:cubicBezTo>
                    <a:pt x="292" y="38"/>
                    <a:pt x="294" y="39"/>
                    <a:pt x="295" y="40"/>
                  </a:cubicBezTo>
                  <a:cubicBezTo>
                    <a:pt x="295" y="41"/>
                    <a:pt x="294" y="44"/>
                    <a:pt x="295" y="45"/>
                  </a:cubicBezTo>
                  <a:cubicBezTo>
                    <a:pt x="296" y="46"/>
                    <a:pt x="298" y="48"/>
                    <a:pt x="299" y="48"/>
                  </a:cubicBezTo>
                  <a:cubicBezTo>
                    <a:pt x="300" y="48"/>
                    <a:pt x="303" y="48"/>
                    <a:pt x="303" y="47"/>
                  </a:cubicBezTo>
                  <a:cubicBezTo>
                    <a:pt x="305" y="46"/>
                    <a:pt x="304" y="42"/>
                    <a:pt x="306" y="41"/>
                  </a:cubicBezTo>
                  <a:cubicBezTo>
                    <a:pt x="307" y="40"/>
                    <a:pt x="311" y="42"/>
                    <a:pt x="312" y="41"/>
                  </a:cubicBezTo>
                  <a:cubicBezTo>
                    <a:pt x="313" y="41"/>
                    <a:pt x="315" y="38"/>
                    <a:pt x="316" y="37"/>
                  </a:cubicBezTo>
                  <a:cubicBezTo>
                    <a:pt x="317" y="37"/>
                    <a:pt x="319" y="34"/>
                    <a:pt x="320" y="34"/>
                  </a:cubicBezTo>
                  <a:cubicBezTo>
                    <a:pt x="321" y="33"/>
                    <a:pt x="323" y="33"/>
                    <a:pt x="324" y="34"/>
                  </a:cubicBezTo>
                  <a:cubicBezTo>
                    <a:pt x="325" y="34"/>
                    <a:pt x="327" y="35"/>
                    <a:pt x="329" y="36"/>
                  </a:cubicBezTo>
                  <a:cubicBezTo>
                    <a:pt x="331" y="36"/>
                    <a:pt x="336" y="37"/>
                    <a:pt x="339" y="36"/>
                  </a:cubicBezTo>
                  <a:cubicBezTo>
                    <a:pt x="340" y="36"/>
                    <a:pt x="342" y="32"/>
                    <a:pt x="344" y="31"/>
                  </a:cubicBezTo>
                  <a:cubicBezTo>
                    <a:pt x="346" y="31"/>
                    <a:pt x="349" y="33"/>
                    <a:pt x="351" y="33"/>
                  </a:cubicBezTo>
                  <a:cubicBezTo>
                    <a:pt x="352" y="34"/>
                    <a:pt x="356" y="34"/>
                    <a:pt x="356" y="35"/>
                  </a:cubicBezTo>
                  <a:cubicBezTo>
                    <a:pt x="357" y="37"/>
                    <a:pt x="356" y="41"/>
                    <a:pt x="356" y="43"/>
                  </a:cubicBezTo>
                  <a:cubicBezTo>
                    <a:pt x="355" y="45"/>
                    <a:pt x="352" y="48"/>
                    <a:pt x="351" y="50"/>
                  </a:cubicBezTo>
                  <a:cubicBezTo>
                    <a:pt x="350" y="53"/>
                    <a:pt x="350" y="58"/>
                    <a:pt x="351" y="61"/>
                  </a:cubicBezTo>
                  <a:cubicBezTo>
                    <a:pt x="351" y="62"/>
                    <a:pt x="354" y="64"/>
                    <a:pt x="355" y="65"/>
                  </a:cubicBezTo>
                  <a:cubicBezTo>
                    <a:pt x="357" y="66"/>
                    <a:pt x="362" y="66"/>
                    <a:pt x="364" y="66"/>
                  </a:cubicBezTo>
                  <a:cubicBezTo>
                    <a:pt x="367" y="66"/>
                    <a:pt x="373" y="65"/>
                    <a:pt x="376" y="66"/>
                  </a:cubicBezTo>
                  <a:cubicBezTo>
                    <a:pt x="377" y="67"/>
                    <a:pt x="377" y="70"/>
                    <a:pt x="378" y="70"/>
                  </a:cubicBezTo>
                  <a:cubicBezTo>
                    <a:pt x="380" y="71"/>
                    <a:pt x="384" y="70"/>
                    <a:pt x="387" y="70"/>
                  </a:cubicBezTo>
                  <a:cubicBezTo>
                    <a:pt x="390" y="70"/>
                    <a:pt x="397" y="69"/>
                    <a:pt x="400" y="69"/>
                  </a:cubicBezTo>
                  <a:cubicBezTo>
                    <a:pt x="403" y="68"/>
                    <a:pt x="408" y="68"/>
                    <a:pt x="411" y="68"/>
                  </a:cubicBezTo>
                  <a:cubicBezTo>
                    <a:pt x="414" y="68"/>
                    <a:pt x="419" y="68"/>
                    <a:pt x="422" y="68"/>
                  </a:cubicBezTo>
                  <a:cubicBezTo>
                    <a:pt x="424" y="69"/>
                    <a:pt x="427" y="69"/>
                    <a:pt x="429" y="69"/>
                  </a:cubicBezTo>
                  <a:cubicBezTo>
                    <a:pt x="429" y="69"/>
                    <a:pt x="429" y="69"/>
                    <a:pt x="429" y="70"/>
                  </a:cubicBezTo>
                  <a:cubicBezTo>
                    <a:pt x="431" y="70"/>
                    <a:pt x="434" y="72"/>
                    <a:pt x="436" y="73"/>
                  </a:cubicBezTo>
                  <a:cubicBezTo>
                    <a:pt x="437" y="73"/>
                    <a:pt x="438" y="72"/>
                    <a:pt x="439" y="73"/>
                  </a:cubicBezTo>
                  <a:cubicBezTo>
                    <a:pt x="440" y="73"/>
                    <a:pt x="443" y="75"/>
                    <a:pt x="444" y="76"/>
                  </a:cubicBezTo>
                  <a:cubicBezTo>
                    <a:pt x="444" y="77"/>
                    <a:pt x="443" y="81"/>
                    <a:pt x="444" y="82"/>
                  </a:cubicBezTo>
                  <a:cubicBezTo>
                    <a:pt x="444" y="83"/>
                    <a:pt x="446" y="83"/>
                    <a:pt x="447" y="84"/>
                  </a:cubicBezTo>
                  <a:cubicBezTo>
                    <a:pt x="448" y="84"/>
                    <a:pt x="449" y="86"/>
                    <a:pt x="449" y="87"/>
                  </a:cubicBezTo>
                  <a:cubicBezTo>
                    <a:pt x="450" y="88"/>
                    <a:pt x="450" y="91"/>
                    <a:pt x="449" y="92"/>
                  </a:cubicBezTo>
                  <a:cubicBezTo>
                    <a:pt x="449" y="92"/>
                    <a:pt x="448" y="93"/>
                    <a:pt x="448" y="93"/>
                  </a:cubicBezTo>
                  <a:cubicBezTo>
                    <a:pt x="447" y="95"/>
                    <a:pt x="445" y="98"/>
                    <a:pt x="445" y="100"/>
                  </a:cubicBezTo>
                  <a:cubicBezTo>
                    <a:pt x="445" y="101"/>
                    <a:pt x="446" y="104"/>
                    <a:pt x="447" y="106"/>
                  </a:cubicBezTo>
                  <a:cubicBezTo>
                    <a:pt x="448" y="107"/>
                    <a:pt x="451" y="107"/>
                    <a:pt x="452" y="108"/>
                  </a:cubicBezTo>
                  <a:cubicBezTo>
                    <a:pt x="453" y="109"/>
                    <a:pt x="454" y="111"/>
                    <a:pt x="454" y="113"/>
                  </a:cubicBezTo>
                  <a:cubicBezTo>
                    <a:pt x="455" y="114"/>
                    <a:pt x="456" y="118"/>
                    <a:pt x="456" y="120"/>
                  </a:cubicBezTo>
                  <a:cubicBezTo>
                    <a:pt x="456" y="122"/>
                    <a:pt x="458" y="125"/>
                    <a:pt x="458" y="127"/>
                  </a:cubicBezTo>
                  <a:cubicBezTo>
                    <a:pt x="458" y="128"/>
                    <a:pt x="457" y="131"/>
                    <a:pt x="456" y="132"/>
                  </a:cubicBezTo>
                  <a:cubicBezTo>
                    <a:pt x="456" y="134"/>
                    <a:pt x="456" y="136"/>
                    <a:pt x="457" y="137"/>
                  </a:cubicBezTo>
                  <a:cubicBezTo>
                    <a:pt x="457" y="138"/>
                    <a:pt x="459" y="141"/>
                    <a:pt x="460" y="142"/>
                  </a:cubicBezTo>
                  <a:cubicBezTo>
                    <a:pt x="461" y="142"/>
                    <a:pt x="462" y="143"/>
                    <a:pt x="463" y="144"/>
                  </a:cubicBezTo>
                  <a:cubicBezTo>
                    <a:pt x="464" y="145"/>
                    <a:pt x="466" y="146"/>
                    <a:pt x="467" y="146"/>
                  </a:cubicBezTo>
                  <a:cubicBezTo>
                    <a:pt x="467" y="145"/>
                    <a:pt x="468" y="144"/>
                    <a:pt x="469" y="144"/>
                  </a:cubicBezTo>
                  <a:cubicBezTo>
                    <a:pt x="469" y="142"/>
                    <a:pt x="468" y="140"/>
                    <a:pt x="469" y="139"/>
                  </a:cubicBezTo>
                  <a:cubicBezTo>
                    <a:pt x="470" y="138"/>
                    <a:pt x="473" y="137"/>
                    <a:pt x="474" y="138"/>
                  </a:cubicBezTo>
                  <a:cubicBezTo>
                    <a:pt x="474" y="138"/>
                    <a:pt x="475" y="140"/>
                    <a:pt x="475" y="140"/>
                  </a:cubicBezTo>
                  <a:cubicBezTo>
                    <a:pt x="476" y="141"/>
                    <a:pt x="479" y="141"/>
                    <a:pt x="480" y="141"/>
                  </a:cubicBezTo>
                  <a:cubicBezTo>
                    <a:pt x="481" y="141"/>
                    <a:pt x="483" y="140"/>
                    <a:pt x="484" y="141"/>
                  </a:cubicBezTo>
                  <a:cubicBezTo>
                    <a:pt x="485" y="141"/>
                    <a:pt x="485" y="144"/>
                    <a:pt x="486" y="146"/>
                  </a:cubicBezTo>
                  <a:cubicBezTo>
                    <a:pt x="486" y="147"/>
                    <a:pt x="485" y="151"/>
                    <a:pt x="486" y="152"/>
                  </a:cubicBezTo>
                  <a:cubicBezTo>
                    <a:pt x="486" y="153"/>
                    <a:pt x="488" y="155"/>
                    <a:pt x="490" y="156"/>
                  </a:cubicBezTo>
                  <a:cubicBezTo>
                    <a:pt x="491" y="156"/>
                    <a:pt x="494" y="155"/>
                    <a:pt x="494" y="156"/>
                  </a:cubicBezTo>
                  <a:cubicBezTo>
                    <a:pt x="495" y="157"/>
                    <a:pt x="494" y="161"/>
                    <a:pt x="495" y="162"/>
                  </a:cubicBezTo>
                  <a:cubicBezTo>
                    <a:pt x="496" y="162"/>
                    <a:pt x="498" y="162"/>
                    <a:pt x="499" y="161"/>
                  </a:cubicBezTo>
                  <a:cubicBezTo>
                    <a:pt x="500" y="161"/>
                    <a:pt x="503" y="160"/>
                    <a:pt x="504" y="160"/>
                  </a:cubicBezTo>
                  <a:cubicBezTo>
                    <a:pt x="505" y="160"/>
                    <a:pt x="507" y="161"/>
                    <a:pt x="508" y="162"/>
                  </a:cubicBezTo>
                  <a:cubicBezTo>
                    <a:pt x="509" y="162"/>
                    <a:pt x="511" y="161"/>
                    <a:pt x="511" y="162"/>
                  </a:cubicBezTo>
                  <a:cubicBezTo>
                    <a:pt x="512" y="163"/>
                    <a:pt x="513" y="165"/>
                    <a:pt x="513" y="166"/>
                  </a:cubicBezTo>
                  <a:cubicBezTo>
                    <a:pt x="513" y="167"/>
                    <a:pt x="513" y="169"/>
                    <a:pt x="513" y="170"/>
                  </a:cubicBezTo>
                  <a:cubicBezTo>
                    <a:pt x="514" y="171"/>
                    <a:pt x="515" y="173"/>
                    <a:pt x="516" y="174"/>
                  </a:cubicBezTo>
                  <a:cubicBezTo>
                    <a:pt x="516" y="175"/>
                    <a:pt x="519" y="175"/>
                    <a:pt x="520" y="175"/>
                  </a:cubicBezTo>
                  <a:cubicBezTo>
                    <a:pt x="521" y="176"/>
                    <a:pt x="524" y="175"/>
                    <a:pt x="525" y="175"/>
                  </a:cubicBezTo>
                  <a:cubicBezTo>
                    <a:pt x="526" y="174"/>
                    <a:pt x="528" y="171"/>
                    <a:pt x="530" y="171"/>
                  </a:cubicBezTo>
                  <a:cubicBezTo>
                    <a:pt x="532" y="170"/>
                    <a:pt x="537" y="170"/>
                    <a:pt x="540" y="170"/>
                  </a:cubicBezTo>
                  <a:cubicBezTo>
                    <a:pt x="542" y="171"/>
                    <a:pt x="547" y="171"/>
                    <a:pt x="549" y="172"/>
                  </a:cubicBezTo>
                  <a:cubicBezTo>
                    <a:pt x="550" y="173"/>
                    <a:pt x="549" y="178"/>
                    <a:pt x="550" y="179"/>
                  </a:cubicBezTo>
                  <a:cubicBezTo>
                    <a:pt x="551" y="180"/>
                    <a:pt x="554" y="181"/>
                    <a:pt x="555" y="182"/>
                  </a:cubicBezTo>
                  <a:cubicBezTo>
                    <a:pt x="556" y="183"/>
                    <a:pt x="558" y="187"/>
                    <a:pt x="559" y="188"/>
                  </a:cubicBezTo>
                  <a:cubicBezTo>
                    <a:pt x="560" y="190"/>
                    <a:pt x="559" y="196"/>
                    <a:pt x="561" y="197"/>
                  </a:cubicBezTo>
                  <a:cubicBezTo>
                    <a:pt x="562" y="198"/>
                    <a:pt x="564" y="197"/>
                    <a:pt x="565" y="198"/>
                  </a:cubicBezTo>
                  <a:cubicBezTo>
                    <a:pt x="565" y="199"/>
                    <a:pt x="564" y="201"/>
                    <a:pt x="563" y="202"/>
                  </a:cubicBezTo>
                  <a:cubicBezTo>
                    <a:pt x="561" y="203"/>
                    <a:pt x="557" y="202"/>
                    <a:pt x="556" y="204"/>
                  </a:cubicBezTo>
                  <a:cubicBezTo>
                    <a:pt x="554" y="205"/>
                    <a:pt x="554" y="210"/>
                    <a:pt x="554" y="212"/>
                  </a:cubicBezTo>
                  <a:cubicBezTo>
                    <a:pt x="554" y="213"/>
                    <a:pt x="555" y="215"/>
                    <a:pt x="555" y="216"/>
                  </a:cubicBezTo>
                  <a:cubicBezTo>
                    <a:pt x="556" y="217"/>
                    <a:pt x="560" y="218"/>
                    <a:pt x="561" y="218"/>
                  </a:cubicBezTo>
                  <a:cubicBezTo>
                    <a:pt x="562" y="218"/>
                    <a:pt x="564" y="218"/>
                    <a:pt x="565" y="219"/>
                  </a:cubicBezTo>
                  <a:cubicBezTo>
                    <a:pt x="566" y="220"/>
                    <a:pt x="568" y="222"/>
                    <a:pt x="568" y="223"/>
                  </a:cubicBezTo>
                  <a:cubicBezTo>
                    <a:pt x="569" y="225"/>
                    <a:pt x="567" y="230"/>
                    <a:pt x="567" y="233"/>
                  </a:cubicBezTo>
                  <a:cubicBezTo>
                    <a:pt x="566" y="235"/>
                    <a:pt x="567" y="238"/>
                    <a:pt x="567" y="240"/>
                  </a:cubicBezTo>
                  <a:cubicBezTo>
                    <a:pt x="567" y="242"/>
                    <a:pt x="570" y="247"/>
                    <a:pt x="569" y="249"/>
                  </a:cubicBezTo>
                  <a:cubicBezTo>
                    <a:pt x="569" y="249"/>
                    <a:pt x="569" y="249"/>
                    <a:pt x="569" y="249"/>
                  </a:cubicBezTo>
                  <a:cubicBezTo>
                    <a:pt x="568" y="251"/>
                    <a:pt x="564" y="252"/>
                    <a:pt x="563" y="253"/>
                  </a:cubicBezTo>
                  <a:cubicBezTo>
                    <a:pt x="562" y="254"/>
                    <a:pt x="562" y="258"/>
                    <a:pt x="561" y="259"/>
                  </a:cubicBezTo>
                  <a:cubicBezTo>
                    <a:pt x="560" y="260"/>
                    <a:pt x="558" y="261"/>
                    <a:pt x="558" y="261"/>
                  </a:cubicBezTo>
                  <a:cubicBezTo>
                    <a:pt x="557" y="261"/>
                    <a:pt x="555" y="261"/>
                    <a:pt x="554" y="262"/>
                  </a:cubicBezTo>
                  <a:cubicBezTo>
                    <a:pt x="553" y="262"/>
                    <a:pt x="552" y="265"/>
                    <a:pt x="551" y="266"/>
                  </a:cubicBezTo>
                  <a:cubicBezTo>
                    <a:pt x="550" y="266"/>
                    <a:pt x="548" y="266"/>
                    <a:pt x="546" y="266"/>
                  </a:cubicBezTo>
                  <a:cubicBezTo>
                    <a:pt x="545" y="265"/>
                    <a:pt x="544" y="263"/>
                    <a:pt x="543" y="263"/>
                  </a:cubicBezTo>
                  <a:cubicBezTo>
                    <a:pt x="542" y="264"/>
                    <a:pt x="541" y="266"/>
                    <a:pt x="541" y="267"/>
                  </a:cubicBezTo>
                  <a:cubicBezTo>
                    <a:pt x="541" y="268"/>
                    <a:pt x="543" y="270"/>
                    <a:pt x="543" y="271"/>
                  </a:cubicBezTo>
                  <a:cubicBezTo>
                    <a:pt x="543" y="273"/>
                    <a:pt x="543" y="277"/>
                    <a:pt x="543" y="278"/>
                  </a:cubicBezTo>
                  <a:cubicBezTo>
                    <a:pt x="544" y="280"/>
                    <a:pt x="546" y="282"/>
                    <a:pt x="547" y="284"/>
                  </a:cubicBezTo>
                  <a:cubicBezTo>
                    <a:pt x="547" y="286"/>
                    <a:pt x="546" y="290"/>
                    <a:pt x="547" y="292"/>
                  </a:cubicBezTo>
                  <a:cubicBezTo>
                    <a:pt x="547" y="294"/>
                    <a:pt x="549" y="296"/>
                    <a:pt x="550" y="298"/>
                  </a:cubicBezTo>
                  <a:cubicBezTo>
                    <a:pt x="551" y="300"/>
                    <a:pt x="551" y="304"/>
                    <a:pt x="551" y="307"/>
                  </a:cubicBezTo>
                  <a:cubicBezTo>
                    <a:pt x="550" y="308"/>
                    <a:pt x="549" y="311"/>
                    <a:pt x="550" y="312"/>
                  </a:cubicBezTo>
                  <a:cubicBezTo>
                    <a:pt x="550" y="314"/>
                    <a:pt x="552" y="316"/>
                    <a:pt x="552" y="318"/>
                  </a:cubicBezTo>
                  <a:cubicBezTo>
                    <a:pt x="553" y="319"/>
                    <a:pt x="554" y="322"/>
                    <a:pt x="554" y="323"/>
                  </a:cubicBezTo>
                  <a:cubicBezTo>
                    <a:pt x="554" y="324"/>
                    <a:pt x="552" y="326"/>
                    <a:pt x="551" y="326"/>
                  </a:cubicBezTo>
                  <a:cubicBezTo>
                    <a:pt x="549" y="326"/>
                    <a:pt x="546" y="325"/>
                    <a:pt x="545" y="325"/>
                  </a:cubicBezTo>
                  <a:cubicBezTo>
                    <a:pt x="543" y="323"/>
                    <a:pt x="540" y="320"/>
                    <a:pt x="539" y="318"/>
                  </a:cubicBezTo>
                  <a:cubicBezTo>
                    <a:pt x="537" y="317"/>
                    <a:pt x="535" y="315"/>
                    <a:pt x="533" y="314"/>
                  </a:cubicBezTo>
                  <a:cubicBezTo>
                    <a:pt x="532" y="314"/>
                    <a:pt x="529" y="314"/>
                    <a:pt x="528" y="314"/>
                  </a:cubicBezTo>
                  <a:cubicBezTo>
                    <a:pt x="527" y="314"/>
                    <a:pt x="525" y="316"/>
                    <a:pt x="525" y="316"/>
                  </a:cubicBezTo>
                  <a:cubicBezTo>
                    <a:pt x="524" y="317"/>
                    <a:pt x="524" y="320"/>
                    <a:pt x="525" y="320"/>
                  </a:cubicBezTo>
                  <a:cubicBezTo>
                    <a:pt x="525" y="322"/>
                    <a:pt x="529" y="322"/>
                    <a:pt x="530" y="323"/>
                  </a:cubicBezTo>
                  <a:cubicBezTo>
                    <a:pt x="530" y="324"/>
                    <a:pt x="531" y="326"/>
                    <a:pt x="531" y="327"/>
                  </a:cubicBezTo>
                  <a:cubicBezTo>
                    <a:pt x="531" y="328"/>
                    <a:pt x="530" y="331"/>
                    <a:pt x="530" y="332"/>
                  </a:cubicBezTo>
                  <a:cubicBezTo>
                    <a:pt x="529" y="333"/>
                    <a:pt x="526" y="333"/>
                    <a:pt x="524" y="334"/>
                  </a:cubicBezTo>
                  <a:cubicBezTo>
                    <a:pt x="523" y="334"/>
                    <a:pt x="521" y="336"/>
                    <a:pt x="520" y="337"/>
                  </a:cubicBezTo>
                  <a:cubicBezTo>
                    <a:pt x="518" y="337"/>
                    <a:pt x="515" y="337"/>
                    <a:pt x="513" y="337"/>
                  </a:cubicBezTo>
                  <a:cubicBezTo>
                    <a:pt x="512" y="337"/>
                    <a:pt x="509" y="339"/>
                    <a:pt x="508" y="338"/>
                  </a:cubicBezTo>
                  <a:cubicBezTo>
                    <a:pt x="507" y="338"/>
                    <a:pt x="506" y="335"/>
                    <a:pt x="504" y="335"/>
                  </a:cubicBezTo>
                  <a:cubicBezTo>
                    <a:pt x="503" y="334"/>
                    <a:pt x="500" y="337"/>
                    <a:pt x="499" y="339"/>
                  </a:cubicBezTo>
                  <a:cubicBezTo>
                    <a:pt x="499" y="340"/>
                    <a:pt x="499" y="344"/>
                    <a:pt x="500" y="345"/>
                  </a:cubicBezTo>
                  <a:cubicBezTo>
                    <a:pt x="501" y="346"/>
                    <a:pt x="505" y="346"/>
                    <a:pt x="506" y="347"/>
                  </a:cubicBezTo>
                  <a:cubicBezTo>
                    <a:pt x="507" y="348"/>
                    <a:pt x="505" y="352"/>
                    <a:pt x="505" y="354"/>
                  </a:cubicBezTo>
                  <a:cubicBezTo>
                    <a:pt x="505" y="356"/>
                    <a:pt x="507" y="359"/>
                    <a:pt x="508" y="360"/>
                  </a:cubicBezTo>
                  <a:cubicBezTo>
                    <a:pt x="508" y="361"/>
                    <a:pt x="508" y="363"/>
                    <a:pt x="508" y="364"/>
                  </a:cubicBezTo>
                  <a:cubicBezTo>
                    <a:pt x="507" y="365"/>
                    <a:pt x="504" y="364"/>
                    <a:pt x="503" y="365"/>
                  </a:cubicBezTo>
                  <a:cubicBezTo>
                    <a:pt x="501" y="366"/>
                    <a:pt x="499" y="369"/>
                    <a:pt x="498" y="371"/>
                  </a:cubicBezTo>
                  <a:cubicBezTo>
                    <a:pt x="497" y="372"/>
                    <a:pt x="496" y="374"/>
                    <a:pt x="495" y="374"/>
                  </a:cubicBezTo>
                  <a:cubicBezTo>
                    <a:pt x="494" y="375"/>
                    <a:pt x="492" y="375"/>
                    <a:pt x="492" y="376"/>
                  </a:cubicBezTo>
                  <a:cubicBezTo>
                    <a:pt x="491" y="377"/>
                    <a:pt x="491" y="379"/>
                    <a:pt x="492" y="381"/>
                  </a:cubicBezTo>
                  <a:cubicBezTo>
                    <a:pt x="492" y="382"/>
                    <a:pt x="493" y="385"/>
                    <a:pt x="494" y="386"/>
                  </a:cubicBezTo>
                  <a:cubicBezTo>
                    <a:pt x="495" y="387"/>
                    <a:pt x="498" y="387"/>
                    <a:pt x="499" y="387"/>
                  </a:cubicBezTo>
                  <a:cubicBezTo>
                    <a:pt x="500" y="388"/>
                    <a:pt x="500" y="390"/>
                    <a:pt x="501" y="391"/>
                  </a:cubicBezTo>
                  <a:cubicBezTo>
                    <a:pt x="501" y="392"/>
                    <a:pt x="501" y="395"/>
                    <a:pt x="501" y="397"/>
                  </a:cubicBezTo>
                  <a:cubicBezTo>
                    <a:pt x="502" y="398"/>
                    <a:pt x="505" y="400"/>
                    <a:pt x="506" y="400"/>
                  </a:cubicBezTo>
                  <a:cubicBezTo>
                    <a:pt x="508" y="401"/>
                    <a:pt x="512" y="398"/>
                    <a:pt x="514" y="399"/>
                  </a:cubicBezTo>
                  <a:cubicBezTo>
                    <a:pt x="515" y="400"/>
                    <a:pt x="514" y="405"/>
                    <a:pt x="514" y="406"/>
                  </a:cubicBezTo>
                  <a:cubicBezTo>
                    <a:pt x="514" y="407"/>
                    <a:pt x="515" y="409"/>
                    <a:pt x="515" y="410"/>
                  </a:cubicBezTo>
                  <a:cubicBezTo>
                    <a:pt x="516" y="411"/>
                    <a:pt x="517" y="414"/>
                    <a:pt x="517" y="416"/>
                  </a:cubicBezTo>
                  <a:cubicBezTo>
                    <a:pt x="517" y="418"/>
                    <a:pt x="516" y="420"/>
                    <a:pt x="515" y="421"/>
                  </a:cubicBezTo>
                  <a:cubicBezTo>
                    <a:pt x="514" y="422"/>
                    <a:pt x="511" y="423"/>
                    <a:pt x="510" y="423"/>
                  </a:cubicBezTo>
                  <a:cubicBezTo>
                    <a:pt x="508" y="423"/>
                    <a:pt x="505" y="421"/>
                    <a:pt x="503" y="420"/>
                  </a:cubicBezTo>
                  <a:cubicBezTo>
                    <a:pt x="502" y="420"/>
                    <a:pt x="499" y="421"/>
                    <a:pt x="498" y="421"/>
                  </a:cubicBezTo>
                  <a:cubicBezTo>
                    <a:pt x="497" y="422"/>
                    <a:pt x="497" y="425"/>
                    <a:pt x="497" y="427"/>
                  </a:cubicBezTo>
                  <a:cubicBezTo>
                    <a:pt x="497" y="428"/>
                    <a:pt x="497" y="431"/>
                    <a:pt x="497" y="433"/>
                  </a:cubicBezTo>
                  <a:cubicBezTo>
                    <a:pt x="497" y="434"/>
                    <a:pt x="499" y="435"/>
                    <a:pt x="499" y="436"/>
                  </a:cubicBezTo>
                  <a:cubicBezTo>
                    <a:pt x="500" y="437"/>
                    <a:pt x="499" y="439"/>
                    <a:pt x="498" y="440"/>
                  </a:cubicBezTo>
                  <a:cubicBezTo>
                    <a:pt x="497" y="440"/>
                    <a:pt x="495" y="441"/>
                    <a:pt x="494" y="442"/>
                  </a:cubicBezTo>
                  <a:cubicBezTo>
                    <a:pt x="492" y="442"/>
                    <a:pt x="490" y="443"/>
                    <a:pt x="489" y="444"/>
                  </a:cubicBezTo>
                  <a:cubicBezTo>
                    <a:pt x="487" y="445"/>
                    <a:pt x="486" y="448"/>
                    <a:pt x="485" y="449"/>
                  </a:cubicBezTo>
                  <a:cubicBezTo>
                    <a:pt x="484" y="450"/>
                    <a:pt x="483" y="452"/>
                    <a:pt x="483" y="454"/>
                  </a:cubicBezTo>
                  <a:cubicBezTo>
                    <a:pt x="483" y="455"/>
                    <a:pt x="483" y="459"/>
                    <a:pt x="483" y="460"/>
                  </a:cubicBezTo>
                  <a:cubicBezTo>
                    <a:pt x="484" y="462"/>
                    <a:pt x="485" y="464"/>
                    <a:pt x="486" y="465"/>
                  </a:cubicBezTo>
                  <a:cubicBezTo>
                    <a:pt x="487" y="466"/>
                    <a:pt x="492" y="466"/>
                    <a:pt x="494" y="468"/>
                  </a:cubicBezTo>
                  <a:cubicBezTo>
                    <a:pt x="494" y="469"/>
                    <a:pt x="494" y="472"/>
                    <a:pt x="494" y="473"/>
                  </a:cubicBezTo>
                  <a:cubicBezTo>
                    <a:pt x="493" y="474"/>
                    <a:pt x="491" y="478"/>
                    <a:pt x="491" y="478"/>
                  </a:cubicBezTo>
                  <a:cubicBezTo>
                    <a:pt x="491" y="479"/>
                    <a:pt x="491" y="481"/>
                    <a:pt x="491" y="482"/>
                  </a:cubicBezTo>
                  <a:cubicBezTo>
                    <a:pt x="490" y="483"/>
                    <a:pt x="486" y="481"/>
                    <a:pt x="485" y="482"/>
                  </a:cubicBezTo>
                  <a:cubicBezTo>
                    <a:pt x="484" y="483"/>
                    <a:pt x="486" y="486"/>
                    <a:pt x="486" y="487"/>
                  </a:cubicBezTo>
                  <a:cubicBezTo>
                    <a:pt x="485" y="488"/>
                    <a:pt x="483" y="488"/>
                    <a:pt x="483" y="489"/>
                  </a:cubicBezTo>
                  <a:cubicBezTo>
                    <a:pt x="481" y="489"/>
                    <a:pt x="478" y="489"/>
                    <a:pt x="477" y="490"/>
                  </a:cubicBezTo>
                  <a:cubicBezTo>
                    <a:pt x="476" y="491"/>
                    <a:pt x="477" y="494"/>
                    <a:pt x="477" y="495"/>
                  </a:cubicBezTo>
                  <a:cubicBezTo>
                    <a:pt x="478" y="497"/>
                    <a:pt x="480" y="498"/>
                    <a:pt x="481" y="499"/>
                  </a:cubicBezTo>
                  <a:cubicBezTo>
                    <a:pt x="482" y="499"/>
                    <a:pt x="484" y="498"/>
                    <a:pt x="485" y="499"/>
                  </a:cubicBezTo>
                  <a:cubicBezTo>
                    <a:pt x="487" y="499"/>
                    <a:pt x="489" y="501"/>
                    <a:pt x="490" y="503"/>
                  </a:cubicBezTo>
                  <a:cubicBezTo>
                    <a:pt x="490" y="503"/>
                    <a:pt x="490" y="506"/>
                    <a:pt x="490" y="506"/>
                  </a:cubicBezTo>
                  <a:cubicBezTo>
                    <a:pt x="489" y="507"/>
                    <a:pt x="486" y="508"/>
                    <a:pt x="485" y="509"/>
                  </a:cubicBezTo>
                  <a:cubicBezTo>
                    <a:pt x="484" y="510"/>
                    <a:pt x="484" y="513"/>
                    <a:pt x="483" y="514"/>
                  </a:cubicBezTo>
                  <a:cubicBezTo>
                    <a:pt x="483" y="515"/>
                    <a:pt x="481" y="516"/>
                    <a:pt x="480" y="517"/>
                  </a:cubicBezTo>
                  <a:cubicBezTo>
                    <a:pt x="480" y="518"/>
                    <a:pt x="481" y="521"/>
                    <a:pt x="480" y="522"/>
                  </a:cubicBezTo>
                  <a:cubicBezTo>
                    <a:pt x="479" y="522"/>
                    <a:pt x="477" y="523"/>
                    <a:pt x="476" y="523"/>
                  </a:cubicBezTo>
                  <a:cubicBezTo>
                    <a:pt x="475" y="523"/>
                    <a:pt x="472" y="522"/>
                    <a:pt x="471" y="522"/>
                  </a:cubicBezTo>
                  <a:cubicBezTo>
                    <a:pt x="470" y="523"/>
                    <a:pt x="467" y="524"/>
                    <a:pt x="467" y="525"/>
                  </a:cubicBezTo>
                  <a:cubicBezTo>
                    <a:pt x="466" y="526"/>
                    <a:pt x="466" y="529"/>
                    <a:pt x="467" y="530"/>
                  </a:cubicBezTo>
                  <a:cubicBezTo>
                    <a:pt x="468" y="531"/>
                    <a:pt x="471" y="532"/>
                    <a:pt x="472" y="534"/>
                  </a:cubicBezTo>
                  <a:cubicBezTo>
                    <a:pt x="473" y="535"/>
                    <a:pt x="474" y="538"/>
                    <a:pt x="474" y="540"/>
                  </a:cubicBezTo>
                  <a:cubicBezTo>
                    <a:pt x="474" y="541"/>
                    <a:pt x="473" y="543"/>
                    <a:pt x="472" y="545"/>
                  </a:cubicBezTo>
                  <a:cubicBezTo>
                    <a:pt x="472" y="545"/>
                    <a:pt x="471" y="545"/>
                    <a:pt x="471" y="545"/>
                  </a:cubicBezTo>
                  <a:cubicBezTo>
                    <a:pt x="470" y="544"/>
                    <a:pt x="468" y="544"/>
                    <a:pt x="468" y="545"/>
                  </a:cubicBezTo>
                  <a:cubicBezTo>
                    <a:pt x="466" y="545"/>
                    <a:pt x="466" y="549"/>
                    <a:pt x="465" y="550"/>
                  </a:cubicBezTo>
                  <a:cubicBezTo>
                    <a:pt x="464" y="551"/>
                    <a:pt x="461" y="552"/>
                    <a:pt x="461" y="552"/>
                  </a:cubicBezTo>
                  <a:cubicBezTo>
                    <a:pt x="459" y="554"/>
                    <a:pt x="457" y="556"/>
                    <a:pt x="457" y="558"/>
                  </a:cubicBezTo>
                  <a:cubicBezTo>
                    <a:pt x="457" y="559"/>
                    <a:pt x="457" y="562"/>
                    <a:pt x="457" y="563"/>
                  </a:cubicBezTo>
                  <a:cubicBezTo>
                    <a:pt x="457" y="564"/>
                    <a:pt x="456" y="566"/>
                    <a:pt x="455" y="567"/>
                  </a:cubicBezTo>
                  <a:cubicBezTo>
                    <a:pt x="454" y="567"/>
                    <a:pt x="452" y="564"/>
                    <a:pt x="451" y="564"/>
                  </a:cubicBezTo>
                  <a:cubicBezTo>
                    <a:pt x="450" y="563"/>
                    <a:pt x="449" y="562"/>
                    <a:pt x="448" y="561"/>
                  </a:cubicBezTo>
                  <a:cubicBezTo>
                    <a:pt x="447" y="561"/>
                    <a:pt x="445" y="563"/>
                    <a:pt x="444" y="563"/>
                  </a:cubicBezTo>
                  <a:cubicBezTo>
                    <a:pt x="443" y="564"/>
                    <a:pt x="440" y="566"/>
                    <a:pt x="439" y="566"/>
                  </a:cubicBezTo>
                  <a:cubicBezTo>
                    <a:pt x="438" y="566"/>
                    <a:pt x="435" y="567"/>
                    <a:pt x="433" y="566"/>
                  </a:cubicBezTo>
                  <a:cubicBezTo>
                    <a:pt x="432" y="566"/>
                    <a:pt x="431" y="563"/>
                    <a:pt x="429" y="563"/>
                  </a:cubicBezTo>
                  <a:cubicBezTo>
                    <a:pt x="427" y="563"/>
                    <a:pt x="424" y="565"/>
                    <a:pt x="422" y="566"/>
                  </a:cubicBezTo>
                  <a:cubicBezTo>
                    <a:pt x="420" y="566"/>
                    <a:pt x="417" y="567"/>
                    <a:pt x="416" y="568"/>
                  </a:cubicBezTo>
                  <a:cubicBezTo>
                    <a:pt x="415" y="568"/>
                    <a:pt x="415" y="570"/>
                    <a:pt x="415" y="571"/>
                  </a:cubicBezTo>
                  <a:cubicBezTo>
                    <a:pt x="414" y="571"/>
                    <a:pt x="412" y="570"/>
                    <a:pt x="411" y="569"/>
                  </a:cubicBezTo>
                  <a:cubicBezTo>
                    <a:pt x="410" y="569"/>
                    <a:pt x="406" y="569"/>
                    <a:pt x="405" y="567"/>
                  </a:cubicBezTo>
                  <a:cubicBezTo>
                    <a:pt x="404" y="566"/>
                    <a:pt x="404" y="563"/>
                    <a:pt x="403" y="561"/>
                  </a:cubicBezTo>
                  <a:cubicBezTo>
                    <a:pt x="402" y="560"/>
                    <a:pt x="399" y="560"/>
                    <a:pt x="398" y="559"/>
                  </a:cubicBezTo>
                  <a:cubicBezTo>
                    <a:pt x="397" y="557"/>
                    <a:pt x="399" y="553"/>
                    <a:pt x="398" y="551"/>
                  </a:cubicBezTo>
                  <a:cubicBezTo>
                    <a:pt x="397" y="550"/>
                    <a:pt x="394" y="550"/>
                    <a:pt x="394" y="549"/>
                  </a:cubicBezTo>
                  <a:cubicBezTo>
                    <a:pt x="393" y="548"/>
                    <a:pt x="393" y="545"/>
                    <a:pt x="392" y="544"/>
                  </a:cubicBezTo>
                  <a:cubicBezTo>
                    <a:pt x="392" y="543"/>
                    <a:pt x="389" y="541"/>
                    <a:pt x="388" y="542"/>
                  </a:cubicBezTo>
                  <a:cubicBezTo>
                    <a:pt x="386" y="542"/>
                    <a:pt x="385" y="545"/>
                    <a:pt x="385" y="546"/>
                  </a:cubicBezTo>
                  <a:cubicBezTo>
                    <a:pt x="385" y="547"/>
                    <a:pt x="385" y="550"/>
                    <a:pt x="385" y="551"/>
                  </a:cubicBezTo>
                  <a:cubicBezTo>
                    <a:pt x="385" y="552"/>
                    <a:pt x="383" y="555"/>
                    <a:pt x="382" y="556"/>
                  </a:cubicBezTo>
                  <a:cubicBezTo>
                    <a:pt x="382" y="556"/>
                    <a:pt x="380" y="556"/>
                    <a:pt x="379" y="556"/>
                  </a:cubicBezTo>
                  <a:cubicBezTo>
                    <a:pt x="377" y="556"/>
                    <a:pt x="375" y="557"/>
                    <a:pt x="374" y="558"/>
                  </a:cubicBezTo>
                  <a:cubicBezTo>
                    <a:pt x="373" y="558"/>
                    <a:pt x="371" y="560"/>
                    <a:pt x="370" y="560"/>
                  </a:cubicBezTo>
                  <a:cubicBezTo>
                    <a:pt x="369" y="561"/>
                    <a:pt x="367" y="564"/>
                    <a:pt x="366" y="564"/>
                  </a:cubicBezTo>
                  <a:cubicBezTo>
                    <a:pt x="364" y="564"/>
                    <a:pt x="362" y="561"/>
                    <a:pt x="361" y="561"/>
                  </a:cubicBezTo>
                  <a:cubicBezTo>
                    <a:pt x="359" y="561"/>
                    <a:pt x="356" y="561"/>
                    <a:pt x="355" y="562"/>
                  </a:cubicBezTo>
                  <a:cubicBezTo>
                    <a:pt x="355" y="562"/>
                    <a:pt x="354" y="564"/>
                    <a:pt x="353" y="565"/>
                  </a:cubicBezTo>
                  <a:cubicBezTo>
                    <a:pt x="352" y="566"/>
                    <a:pt x="349" y="567"/>
                    <a:pt x="348" y="567"/>
                  </a:cubicBezTo>
                  <a:cubicBezTo>
                    <a:pt x="347" y="567"/>
                    <a:pt x="344" y="565"/>
                    <a:pt x="344" y="564"/>
                  </a:cubicBezTo>
                  <a:cubicBezTo>
                    <a:pt x="343" y="562"/>
                    <a:pt x="343" y="557"/>
                    <a:pt x="343" y="555"/>
                  </a:cubicBezTo>
                  <a:cubicBezTo>
                    <a:pt x="342" y="554"/>
                    <a:pt x="341" y="552"/>
                    <a:pt x="340" y="550"/>
                  </a:cubicBezTo>
                  <a:cubicBezTo>
                    <a:pt x="339" y="549"/>
                    <a:pt x="337" y="546"/>
                    <a:pt x="335" y="545"/>
                  </a:cubicBezTo>
                  <a:cubicBezTo>
                    <a:pt x="334" y="544"/>
                    <a:pt x="331" y="544"/>
                    <a:pt x="330" y="543"/>
                  </a:cubicBezTo>
                  <a:cubicBezTo>
                    <a:pt x="329" y="542"/>
                    <a:pt x="329" y="541"/>
                    <a:pt x="329" y="540"/>
                  </a:cubicBezTo>
                  <a:cubicBezTo>
                    <a:pt x="328" y="539"/>
                    <a:pt x="328" y="535"/>
                    <a:pt x="327" y="534"/>
                  </a:cubicBezTo>
                  <a:cubicBezTo>
                    <a:pt x="326" y="533"/>
                    <a:pt x="323" y="532"/>
                    <a:pt x="322" y="531"/>
                  </a:cubicBezTo>
                  <a:cubicBezTo>
                    <a:pt x="321" y="529"/>
                    <a:pt x="322" y="525"/>
                    <a:pt x="321" y="524"/>
                  </a:cubicBezTo>
                  <a:cubicBezTo>
                    <a:pt x="320" y="523"/>
                    <a:pt x="318" y="521"/>
                    <a:pt x="317" y="521"/>
                  </a:cubicBezTo>
                  <a:cubicBezTo>
                    <a:pt x="315" y="520"/>
                    <a:pt x="310" y="521"/>
                    <a:pt x="308" y="520"/>
                  </a:cubicBezTo>
                  <a:cubicBezTo>
                    <a:pt x="306" y="520"/>
                    <a:pt x="302" y="519"/>
                    <a:pt x="300" y="518"/>
                  </a:cubicBezTo>
                  <a:cubicBezTo>
                    <a:pt x="299" y="517"/>
                    <a:pt x="299" y="513"/>
                    <a:pt x="298" y="512"/>
                  </a:cubicBezTo>
                  <a:cubicBezTo>
                    <a:pt x="298" y="511"/>
                    <a:pt x="295" y="509"/>
                    <a:pt x="294" y="508"/>
                  </a:cubicBezTo>
                  <a:cubicBezTo>
                    <a:pt x="292" y="507"/>
                    <a:pt x="290" y="505"/>
                    <a:pt x="288" y="504"/>
                  </a:cubicBezTo>
                  <a:cubicBezTo>
                    <a:pt x="286" y="504"/>
                    <a:pt x="283" y="505"/>
                    <a:pt x="281" y="506"/>
                  </a:cubicBezTo>
                  <a:cubicBezTo>
                    <a:pt x="279" y="507"/>
                    <a:pt x="278" y="511"/>
                    <a:pt x="277" y="512"/>
                  </a:cubicBezTo>
                  <a:cubicBezTo>
                    <a:pt x="276" y="513"/>
                    <a:pt x="273" y="514"/>
                    <a:pt x="272" y="514"/>
                  </a:cubicBezTo>
                  <a:cubicBezTo>
                    <a:pt x="270" y="514"/>
                    <a:pt x="266" y="513"/>
                    <a:pt x="264" y="513"/>
                  </a:cubicBezTo>
                  <a:cubicBezTo>
                    <a:pt x="263" y="513"/>
                    <a:pt x="260" y="515"/>
                    <a:pt x="259" y="514"/>
                  </a:cubicBezTo>
                  <a:cubicBezTo>
                    <a:pt x="258" y="514"/>
                    <a:pt x="258" y="511"/>
                    <a:pt x="258" y="510"/>
                  </a:cubicBezTo>
                  <a:cubicBezTo>
                    <a:pt x="257" y="507"/>
                    <a:pt x="256" y="500"/>
                    <a:pt x="257" y="496"/>
                  </a:cubicBezTo>
                  <a:cubicBezTo>
                    <a:pt x="257" y="494"/>
                    <a:pt x="259" y="490"/>
                    <a:pt x="258" y="488"/>
                  </a:cubicBezTo>
                  <a:cubicBezTo>
                    <a:pt x="257" y="487"/>
                    <a:pt x="254" y="487"/>
                    <a:pt x="253" y="487"/>
                  </a:cubicBezTo>
                  <a:cubicBezTo>
                    <a:pt x="252" y="487"/>
                    <a:pt x="249" y="489"/>
                    <a:pt x="248" y="490"/>
                  </a:cubicBezTo>
                  <a:cubicBezTo>
                    <a:pt x="247" y="491"/>
                    <a:pt x="247" y="494"/>
                    <a:pt x="246" y="496"/>
                  </a:cubicBezTo>
                  <a:cubicBezTo>
                    <a:pt x="245" y="497"/>
                    <a:pt x="242" y="498"/>
                    <a:pt x="241" y="499"/>
                  </a:cubicBezTo>
                  <a:cubicBezTo>
                    <a:pt x="239" y="500"/>
                    <a:pt x="235" y="501"/>
                    <a:pt x="233" y="503"/>
                  </a:cubicBezTo>
                  <a:cubicBezTo>
                    <a:pt x="232" y="504"/>
                    <a:pt x="230" y="507"/>
                    <a:pt x="229" y="507"/>
                  </a:cubicBezTo>
                  <a:cubicBezTo>
                    <a:pt x="227" y="508"/>
                    <a:pt x="224" y="509"/>
                    <a:pt x="222" y="509"/>
                  </a:cubicBezTo>
                  <a:cubicBezTo>
                    <a:pt x="220" y="508"/>
                    <a:pt x="216" y="508"/>
                    <a:pt x="214" y="506"/>
                  </a:cubicBezTo>
                  <a:cubicBezTo>
                    <a:pt x="213" y="505"/>
                    <a:pt x="212" y="502"/>
                    <a:pt x="211" y="501"/>
                  </a:cubicBezTo>
                  <a:cubicBezTo>
                    <a:pt x="210" y="500"/>
                    <a:pt x="207" y="499"/>
                    <a:pt x="206" y="498"/>
                  </a:cubicBezTo>
                  <a:cubicBezTo>
                    <a:pt x="204" y="498"/>
                    <a:pt x="200" y="498"/>
                    <a:pt x="198" y="498"/>
                  </a:cubicBezTo>
                  <a:cubicBezTo>
                    <a:pt x="197" y="497"/>
                    <a:pt x="195" y="494"/>
                    <a:pt x="194" y="493"/>
                  </a:cubicBezTo>
                  <a:cubicBezTo>
                    <a:pt x="193" y="492"/>
                    <a:pt x="192" y="490"/>
                    <a:pt x="191" y="489"/>
                  </a:cubicBezTo>
                  <a:cubicBezTo>
                    <a:pt x="190" y="488"/>
                    <a:pt x="186" y="488"/>
                    <a:pt x="185" y="487"/>
                  </a:cubicBezTo>
                  <a:cubicBezTo>
                    <a:pt x="184" y="486"/>
                    <a:pt x="185" y="482"/>
                    <a:pt x="185" y="481"/>
                  </a:cubicBezTo>
                  <a:cubicBezTo>
                    <a:pt x="185" y="480"/>
                    <a:pt x="185" y="478"/>
                    <a:pt x="184" y="477"/>
                  </a:cubicBezTo>
                  <a:cubicBezTo>
                    <a:pt x="183" y="476"/>
                    <a:pt x="180" y="478"/>
                    <a:pt x="178" y="478"/>
                  </a:cubicBezTo>
                  <a:cubicBezTo>
                    <a:pt x="177" y="478"/>
                    <a:pt x="174" y="477"/>
                    <a:pt x="172" y="477"/>
                  </a:cubicBezTo>
                  <a:cubicBezTo>
                    <a:pt x="172" y="477"/>
                    <a:pt x="171" y="479"/>
                    <a:pt x="170" y="479"/>
                  </a:cubicBezTo>
                  <a:cubicBezTo>
                    <a:pt x="168" y="480"/>
                    <a:pt x="163" y="480"/>
                    <a:pt x="162" y="478"/>
                  </a:cubicBezTo>
                  <a:cubicBezTo>
                    <a:pt x="161" y="477"/>
                    <a:pt x="162" y="475"/>
                    <a:pt x="162" y="474"/>
                  </a:cubicBezTo>
                  <a:cubicBezTo>
                    <a:pt x="163" y="473"/>
                    <a:pt x="166" y="472"/>
                    <a:pt x="166" y="471"/>
                  </a:cubicBezTo>
                  <a:cubicBezTo>
                    <a:pt x="166" y="470"/>
                    <a:pt x="166" y="468"/>
                    <a:pt x="165" y="468"/>
                  </a:cubicBezTo>
                  <a:cubicBezTo>
                    <a:pt x="164" y="467"/>
                    <a:pt x="162" y="467"/>
                    <a:pt x="161" y="468"/>
                  </a:cubicBezTo>
                  <a:cubicBezTo>
                    <a:pt x="160" y="468"/>
                    <a:pt x="159" y="469"/>
                    <a:pt x="158" y="470"/>
                  </a:cubicBezTo>
                  <a:cubicBezTo>
                    <a:pt x="157" y="470"/>
                    <a:pt x="156" y="469"/>
                    <a:pt x="155" y="468"/>
                  </a:cubicBezTo>
                  <a:cubicBezTo>
                    <a:pt x="154" y="467"/>
                    <a:pt x="155" y="463"/>
                    <a:pt x="154" y="462"/>
                  </a:cubicBezTo>
                  <a:cubicBezTo>
                    <a:pt x="153" y="461"/>
                    <a:pt x="152" y="460"/>
                    <a:pt x="152" y="460"/>
                  </a:cubicBezTo>
                  <a:cubicBezTo>
                    <a:pt x="150" y="460"/>
                    <a:pt x="149" y="462"/>
                    <a:pt x="148" y="462"/>
                  </a:cubicBezTo>
                  <a:cubicBezTo>
                    <a:pt x="147" y="462"/>
                    <a:pt x="146" y="460"/>
                    <a:pt x="145" y="459"/>
                  </a:cubicBezTo>
                  <a:cubicBezTo>
                    <a:pt x="145" y="458"/>
                    <a:pt x="145" y="456"/>
                    <a:pt x="144" y="454"/>
                  </a:cubicBezTo>
                  <a:cubicBezTo>
                    <a:pt x="144" y="453"/>
                    <a:pt x="141" y="452"/>
                    <a:pt x="140" y="451"/>
                  </a:cubicBezTo>
                  <a:cubicBezTo>
                    <a:pt x="139" y="450"/>
                    <a:pt x="139" y="445"/>
                    <a:pt x="137" y="445"/>
                  </a:cubicBezTo>
                  <a:cubicBezTo>
                    <a:pt x="136" y="444"/>
                    <a:pt x="134" y="447"/>
                    <a:pt x="133" y="447"/>
                  </a:cubicBezTo>
                  <a:cubicBezTo>
                    <a:pt x="132" y="447"/>
                    <a:pt x="129" y="447"/>
                    <a:pt x="128" y="446"/>
                  </a:cubicBezTo>
                  <a:cubicBezTo>
                    <a:pt x="127" y="445"/>
                    <a:pt x="127" y="442"/>
                    <a:pt x="126" y="442"/>
                  </a:cubicBezTo>
                  <a:cubicBezTo>
                    <a:pt x="125" y="441"/>
                    <a:pt x="122" y="442"/>
                    <a:pt x="121" y="442"/>
                  </a:cubicBezTo>
                  <a:cubicBezTo>
                    <a:pt x="119" y="441"/>
                    <a:pt x="119" y="437"/>
                    <a:pt x="118" y="436"/>
                  </a:cubicBezTo>
                  <a:cubicBezTo>
                    <a:pt x="117" y="435"/>
                    <a:pt x="115" y="434"/>
                    <a:pt x="114" y="434"/>
                  </a:cubicBezTo>
                  <a:cubicBezTo>
                    <a:pt x="113" y="434"/>
                    <a:pt x="112" y="436"/>
                    <a:pt x="111" y="437"/>
                  </a:cubicBezTo>
                  <a:cubicBezTo>
                    <a:pt x="110" y="437"/>
                    <a:pt x="108" y="438"/>
                    <a:pt x="107" y="438"/>
                  </a:cubicBezTo>
                  <a:cubicBezTo>
                    <a:pt x="106" y="437"/>
                    <a:pt x="105" y="434"/>
                    <a:pt x="104" y="434"/>
                  </a:cubicBezTo>
                  <a:cubicBezTo>
                    <a:pt x="103" y="434"/>
                    <a:pt x="101" y="436"/>
                    <a:pt x="100" y="437"/>
                  </a:cubicBezTo>
                  <a:cubicBezTo>
                    <a:pt x="99" y="438"/>
                    <a:pt x="100" y="441"/>
                    <a:pt x="99" y="442"/>
                  </a:cubicBezTo>
                  <a:cubicBezTo>
                    <a:pt x="98" y="443"/>
                    <a:pt x="96" y="443"/>
                    <a:pt x="96" y="443"/>
                  </a:cubicBezTo>
                  <a:cubicBezTo>
                    <a:pt x="95" y="444"/>
                    <a:pt x="94" y="445"/>
                    <a:pt x="93" y="445"/>
                  </a:cubicBezTo>
                  <a:cubicBezTo>
                    <a:pt x="92" y="447"/>
                    <a:pt x="90" y="450"/>
                    <a:pt x="88" y="450"/>
                  </a:cubicBezTo>
                  <a:cubicBezTo>
                    <a:pt x="87" y="449"/>
                    <a:pt x="86" y="446"/>
                    <a:pt x="86" y="444"/>
                  </a:cubicBezTo>
                  <a:cubicBezTo>
                    <a:pt x="85" y="443"/>
                    <a:pt x="87" y="440"/>
                    <a:pt x="87" y="438"/>
                  </a:cubicBezTo>
                  <a:cubicBezTo>
                    <a:pt x="87" y="437"/>
                    <a:pt x="87" y="435"/>
                    <a:pt x="86" y="434"/>
                  </a:cubicBezTo>
                  <a:cubicBezTo>
                    <a:pt x="85" y="434"/>
                    <a:pt x="83" y="435"/>
                    <a:pt x="82" y="435"/>
                  </a:cubicBezTo>
                  <a:cubicBezTo>
                    <a:pt x="80" y="435"/>
                    <a:pt x="76" y="434"/>
                    <a:pt x="75" y="433"/>
                  </a:cubicBezTo>
                  <a:cubicBezTo>
                    <a:pt x="74" y="432"/>
                    <a:pt x="75" y="428"/>
                    <a:pt x="75" y="426"/>
                  </a:cubicBezTo>
                  <a:cubicBezTo>
                    <a:pt x="76" y="425"/>
                    <a:pt x="78" y="424"/>
                    <a:pt x="78" y="423"/>
                  </a:cubicBezTo>
                  <a:cubicBezTo>
                    <a:pt x="79" y="421"/>
                    <a:pt x="79" y="417"/>
                    <a:pt x="78" y="416"/>
                  </a:cubicBezTo>
                  <a:cubicBezTo>
                    <a:pt x="77" y="415"/>
                    <a:pt x="75" y="414"/>
                    <a:pt x="73" y="414"/>
                  </a:cubicBezTo>
                  <a:cubicBezTo>
                    <a:pt x="72" y="413"/>
                    <a:pt x="68" y="413"/>
                    <a:pt x="67" y="414"/>
                  </a:cubicBezTo>
                  <a:cubicBezTo>
                    <a:pt x="65" y="414"/>
                    <a:pt x="64" y="418"/>
                    <a:pt x="63" y="418"/>
                  </a:cubicBezTo>
                  <a:cubicBezTo>
                    <a:pt x="62" y="419"/>
                    <a:pt x="58" y="419"/>
                    <a:pt x="56" y="419"/>
                  </a:cubicBezTo>
                  <a:cubicBezTo>
                    <a:pt x="56" y="420"/>
                    <a:pt x="54" y="421"/>
                    <a:pt x="53" y="421"/>
                  </a:cubicBezTo>
                  <a:cubicBezTo>
                    <a:pt x="53" y="422"/>
                    <a:pt x="53" y="425"/>
                    <a:pt x="52" y="425"/>
                  </a:cubicBezTo>
                  <a:cubicBezTo>
                    <a:pt x="50" y="426"/>
                    <a:pt x="47" y="424"/>
                    <a:pt x="46" y="423"/>
                  </a:cubicBezTo>
                  <a:cubicBezTo>
                    <a:pt x="45" y="423"/>
                    <a:pt x="44" y="422"/>
                    <a:pt x="43" y="422"/>
                  </a:cubicBezTo>
                  <a:cubicBezTo>
                    <a:pt x="42" y="421"/>
                    <a:pt x="39" y="423"/>
                    <a:pt x="39" y="422"/>
                  </a:cubicBezTo>
                  <a:cubicBezTo>
                    <a:pt x="38" y="422"/>
                    <a:pt x="38" y="419"/>
                    <a:pt x="39" y="419"/>
                  </a:cubicBezTo>
                  <a:cubicBezTo>
                    <a:pt x="39" y="417"/>
                    <a:pt x="41" y="416"/>
                    <a:pt x="41" y="415"/>
                  </a:cubicBezTo>
                  <a:cubicBezTo>
                    <a:pt x="42" y="413"/>
                    <a:pt x="42" y="409"/>
                    <a:pt x="41" y="407"/>
                  </a:cubicBezTo>
                  <a:cubicBezTo>
                    <a:pt x="41" y="406"/>
                    <a:pt x="40" y="404"/>
                    <a:pt x="39" y="403"/>
                  </a:cubicBezTo>
                  <a:cubicBezTo>
                    <a:pt x="37" y="403"/>
                    <a:pt x="34" y="402"/>
                    <a:pt x="33" y="402"/>
                  </a:cubicBezTo>
                  <a:cubicBezTo>
                    <a:pt x="31" y="401"/>
                    <a:pt x="28" y="401"/>
                    <a:pt x="26" y="400"/>
                  </a:cubicBezTo>
                  <a:cubicBezTo>
                    <a:pt x="25" y="399"/>
                    <a:pt x="24" y="396"/>
                    <a:pt x="24" y="394"/>
                  </a:cubicBezTo>
                  <a:cubicBezTo>
                    <a:pt x="24" y="393"/>
                    <a:pt x="24" y="390"/>
                    <a:pt x="25" y="388"/>
                  </a:cubicBezTo>
                  <a:cubicBezTo>
                    <a:pt x="26" y="387"/>
                    <a:pt x="29" y="386"/>
                    <a:pt x="30" y="386"/>
                  </a:cubicBezTo>
                  <a:cubicBezTo>
                    <a:pt x="31" y="385"/>
                    <a:pt x="32" y="384"/>
                    <a:pt x="33" y="384"/>
                  </a:cubicBezTo>
                  <a:cubicBezTo>
                    <a:pt x="34" y="384"/>
                    <a:pt x="36" y="386"/>
                    <a:pt x="37" y="387"/>
                  </a:cubicBezTo>
                  <a:cubicBezTo>
                    <a:pt x="39" y="387"/>
                    <a:pt x="43" y="386"/>
                    <a:pt x="44" y="385"/>
                  </a:cubicBezTo>
                  <a:cubicBezTo>
                    <a:pt x="46" y="385"/>
                    <a:pt x="49" y="383"/>
                    <a:pt x="50" y="382"/>
                  </a:cubicBezTo>
                  <a:cubicBezTo>
                    <a:pt x="50" y="381"/>
                    <a:pt x="51" y="378"/>
                    <a:pt x="50" y="376"/>
                  </a:cubicBezTo>
                  <a:cubicBezTo>
                    <a:pt x="50" y="375"/>
                    <a:pt x="48" y="373"/>
                    <a:pt x="48" y="372"/>
                  </a:cubicBezTo>
                  <a:cubicBezTo>
                    <a:pt x="48" y="370"/>
                    <a:pt x="48" y="367"/>
                    <a:pt x="48" y="365"/>
                  </a:cubicBezTo>
                  <a:cubicBezTo>
                    <a:pt x="48" y="364"/>
                    <a:pt x="50" y="362"/>
                    <a:pt x="51" y="360"/>
                  </a:cubicBezTo>
                  <a:cubicBezTo>
                    <a:pt x="51" y="358"/>
                    <a:pt x="52" y="355"/>
                    <a:pt x="52" y="354"/>
                  </a:cubicBezTo>
                  <a:cubicBezTo>
                    <a:pt x="52" y="352"/>
                    <a:pt x="51" y="349"/>
                    <a:pt x="51" y="347"/>
                  </a:cubicBezTo>
                  <a:cubicBezTo>
                    <a:pt x="50" y="346"/>
                    <a:pt x="46" y="344"/>
                    <a:pt x="45" y="343"/>
                  </a:cubicBezTo>
                  <a:cubicBezTo>
                    <a:pt x="44" y="341"/>
                    <a:pt x="44" y="339"/>
                    <a:pt x="44" y="338"/>
                  </a:cubicBezTo>
                  <a:cubicBezTo>
                    <a:pt x="44" y="337"/>
                    <a:pt x="45" y="334"/>
                    <a:pt x="45" y="333"/>
                  </a:cubicBezTo>
                  <a:cubicBezTo>
                    <a:pt x="45" y="332"/>
                    <a:pt x="44" y="328"/>
                    <a:pt x="43" y="326"/>
                  </a:cubicBezTo>
                  <a:cubicBezTo>
                    <a:pt x="42" y="325"/>
                    <a:pt x="38" y="325"/>
                    <a:pt x="37" y="324"/>
                  </a:cubicBezTo>
                  <a:cubicBezTo>
                    <a:pt x="35" y="324"/>
                    <a:pt x="33" y="323"/>
                    <a:pt x="31" y="322"/>
                  </a:cubicBezTo>
                  <a:cubicBezTo>
                    <a:pt x="29" y="320"/>
                    <a:pt x="26" y="315"/>
                    <a:pt x="24" y="314"/>
                  </a:cubicBezTo>
                  <a:cubicBezTo>
                    <a:pt x="23" y="313"/>
                    <a:pt x="19" y="312"/>
                    <a:pt x="18" y="313"/>
                  </a:cubicBezTo>
                  <a:cubicBezTo>
                    <a:pt x="16" y="313"/>
                    <a:pt x="13" y="315"/>
                    <a:pt x="11" y="315"/>
                  </a:cubicBezTo>
                  <a:cubicBezTo>
                    <a:pt x="9" y="315"/>
                    <a:pt x="4" y="316"/>
                    <a:pt x="2" y="314"/>
                  </a:cubicBezTo>
                  <a:cubicBezTo>
                    <a:pt x="2" y="314"/>
                    <a:pt x="2" y="311"/>
                    <a:pt x="1" y="310"/>
                  </a:cubicBezTo>
                  <a:cubicBezTo>
                    <a:pt x="1" y="309"/>
                    <a:pt x="0" y="307"/>
                    <a:pt x="0" y="306"/>
                  </a:cubicBezTo>
                  <a:cubicBezTo>
                    <a:pt x="0" y="305"/>
                    <a:pt x="0" y="302"/>
                    <a:pt x="0" y="301"/>
                  </a:cubicBezTo>
                  <a:cubicBezTo>
                    <a:pt x="1" y="300"/>
                    <a:pt x="4" y="299"/>
                    <a:pt x="5" y="298"/>
                  </a:cubicBezTo>
                  <a:cubicBezTo>
                    <a:pt x="7" y="295"/>
                    <a:pt x="7" y="290"/>
                    <a:pt x="7" y="288"/>
                  </a:cubicBezTo>
                  <a:cubicBezTo>
                    <a:pt x="8" y="285"/>
                    <a:pt x="8" y="280"/>
                    <a:pt x="9" y="278"/>
                  </a:cubicBezTo>
                  <a:cubicBezTo>
                    <a:pt x="10" y="276"/>
                    <a:pt x="12" y="273"/>
                    <a:pt x="12" y="271"/>
                  </a:cubicBezTo>
                  <a:cubicBezTo>
                    <a:pt x="13" y="269"/>
                    <a:pt x="14" y="264"/>
                    <a:pt x="14" y="261"/>
                  </a:cubicBezTo>
                  <a:cubicBezTo>
                    <a:pt x="14" y="260"/>
                    <a:pt x="12" y="257"/>
                    <a:pt x="13" y="256"/>
                  </a:cubicBezTo>
                  <a:cubicBezTo>
                    <a:pt x="14" y="255"/>
                    <a:pt x="17" y="254"/>
                    <a:pt x="18" y="253"/>
                  </a:cubicBezTo>
                  <a:cubicBezTo>
                    <a:pt x="19" y="252"/>
                    <a:pt x="21" y="248"/>
                    <a:pt x="21" y="246"/>
                  </a:cubicBezTo>
                  <a:cubicBezTo>
                    <a:pt x="20" y="245"/>
                    <a:pt x="17" y="243"/>
                    <a:pt x="15" y="243"/>
                  </a:cubicBezTo>
                  <a:cubicBezTo>
                    <a:pt x="14" y="243"/>
                    <a:pt x="12" y="244"/>
                    <a:pt x="11" y="244"/>
                  </a:cubicBezTo>
                  <a:cubicBezTo>
                    <a:pt x="11" y="243"/>
                    <a:pt x="11" y="241"/>
                    <a:pt x="10" y="240"/>
                  </a:cubicBezTo>
                  <a:cubicBezTo>
                    <a:pt x="10" y="239"/>
                    <a:pt x="10" y="235"/>
                    <a:pt x="10" y="234"/>
                  </a:cubicBezTo>
                  <a:cubicBezTo>
                    <a:pt x="11" y="233"/>
                    <a:pt x="13" y="232"/>
                    <a:pt x="13" y="231"/>
                  </a:cubicBezTo>
                  <a:cubicBezTo>
                    <a:pt x="14" y="228"/>
                    <a:pt x="10" y="223"/>
                    <a:pt x="11" y="221"/>
                  </a:cubicBezTo>
                  <a:cubicBezTo>
                    <a:pt x="11" y="220"/>
                    <a:pt x="13" y="218"/>
                    <a:pt x="13" y="218"/>
                  </a:cubicBezTo>
                  <a:cubicBezTo>
                    <a:pt x="15" y="217"/>
                    <a:pt x="19" y="217"/>
                    <a:pt x="21" y="217"/>
                  </a:cubicBezTo>
                  <a:cubicBezTo>
                    <a:pt x="23" y="216"/>
                    <a:pt x="27" y="216"/>
                    <a:pt x="28" y="216"/>
                  </a:cubicBezTo>
                  <a:cubicBezTo>
                    <a:pt x="30" y="215"/>
                    <a:pt x="33" y="213"/>
                    <a:pt x="34" y="212"/>
                  </a:cubicBezTo>
                  <a:cubicBezTo>
                    <a:pt x="35" y="210"/>
                    <a:pt x="36" y="206"/>
                    <a:pt x="36" y="204"/>
                  </a:cubicBezTo>
                  <a:cubicBezTo>
                    <a:pt x="36" y="201"/>
                    <a:pt x="36" y="197"/>
                    <a:pt x="35" y="194"/>
                  </a:cubicBezTo>
                  <a:cubicBezTo>
                    <a:pt x="35" y="192"/>
                    <a:pt x="33" y="189"/>
                    <a:pt x="32" y="187"/>
                  </a:cubicBezTo>
                  <a:cubicBezTo>
                    <a:pt x="31" y="186"/>
                    <a:pt x="28" y="184"/>
                    <a:pt x="27" y="183"/>
                  </a:cubicBezTo>
                  <a:cubicBezTo>
                    <a:pt x="26" y="181"/>
                    <a:pt x="26" y="178"/>
                    <a:pt x="25" y="176"/>
                  </a:cubicBezTo>
                  <a:cubicBezTo>
                    <a:pt x="25" y="175"/>
                    <a:pt x="23" y="171"/>
                    <a:pt x="21" y="169"/>
                  </a:cubicBezTo>
                  <a:cubicBezTo>
                    <a:pt x="20" y="168"/>
                    <a:pt x="18" y="165"/>
                    <a:pt x="17" y="165"/>
                  </a:cubicBezTo>
                  <a:cubicBezTo>
                    <a:pt x="15" y="164"/>
                    <a:pt x="10" y="164"/>
                    <a:pt x="8" y="163"/>
                  </a:cubicBezTo>
                  <a:cubicBezTo>
                    <a:pt x="6" y="162"/>
                    <a:pt x="4" y="158"/>
                    <a:pt x="3" y="157"/>
                  </a:cubicBezTo>
                  <a:cubicBezTo>
                    <a:pt x="3" y="155"/>
                    <a:pt x="3" y="151"/>
                    <a:pt x="4" y="150"/>
                  </a:cubicBezTo>
                  <a:cubicBezTo>
                    <a:pt x="5" y="148"/>
                    <a:pt x="10" y="150"/>
                    <a:pt x="11" y="149"/>
                  </a:cubicBezTo>
                  <a:cubicBezTo>
                    <a:pt x="13" y="147"/>
                    <a:pt x="14" y="143"/>
                    <a:pt x="14" y="141"/>
                  </a:cubicBezTo>
                  <a:cubicBezTo>
                    <a:pt x="15" y="139"/>
                    <a:pt x="14" y="134"/>
                    <a:pt x="15" y="132"/>
                  </a:cubicBezTo>
                  <a:cubicBezTo>
                    <a:pt x="15" y="130"/>
                    <a:pt x="18" y="127"/>
                    <a:pt x="20" y="126"/>
                  </a:cubicBezTo>
                  <a:cubicBezTo>
                    <a:pt x="21" y="124"/>
                    <a:pt x="25" y="120"/>
                    <a:pt x="27" y="119"/>
                  </a:cubicBezTo>
                  <a:cubicBezTo>
                    <a:pt x="28" y="118"/>
                    <a:pt x="30" y="116"/>
                    <a:pt x="31" y="115"/>
                  </a:cubicBezTo>
                  <a:cubicBezTo>
                    <a:pt x="33" y="113"/>
                    <a:pt x="35" y="110"/>
                    <a:pt x="36" y="108"/>
                  </a:cubicBezTo>
                  <a:cubicBezTo>
                    <a:pt x="36" y="107"/>
                    <a:pt x="36" y="107"/>
                    <a:pt x="37" y="10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6"/>
            <p:cNvSpPr>
              <a:spLocks/>
            </p:cNvSpPr>
            <p:nvPr/>
          </p:nvSpPr>
          <p:spPr bwMode="auto">
            <a:xfrm>
              <a:off x="3744913" y="1217613"/>
              <a:ext cx="965200" cy="752475"/>
            </a:xfrm>
            <a:custGeom>
              <a:avLst/>
              <a:gdLst/>
              <a:ahLst/>
              <a:cxnLst>
                <a:cxn ang="0">
                  <a:pos x="606" y="191"/>
                </a:cxn>
                <a:cxn ang="0">
                  <a:pos x="577" y="219"/>
                </a:cxn>
                <a:cxn ang="0">
                  <a:pos x="580" y="246"/>
                </a:cxn>
                <a:cxn ang="0">
                  <a:pos x="581" y="266"/>
                </a:cxn>
                <a:cxn ang="0">
                  <a:pos x="573" y="293"/>
                </a:cxn>
                <a:cxn ang="0">
                  <a:pos x="580" y="312"/>
                </a:cxn>
                <a:cxn ang="0">
                  <a:pos x="590" y="323"/>
                </a:cxn>
                <a:cxn ang="0">
                  <a:pos x="604" y="344"/>
                </a:cxn>
                <a:cxn ang="0">
                  <a:pos x="631" y="348"/>
                </a:cxn>
                <a:cxn ang="0">
                  <a:pos x="640" y="369"/>
                </a:cxn>
                <a:cxn ang="0">
                  <a:pos x="626" y="395"/>
                </a:cxn>
                <a:cxn ang="0">
                  <a:pos x="617" y="407"/>
                </a:cxn>
                <a:cxn ang="0">
                  <a:pos x="588" y="403"/>
                </a:cxn>
                <a:cxn ang="0">
                  <a:pos x="578" y="437"/>
                </a:cxn>
                <a:cxn ang="0">
                  <a:pos x="561" y="471"/>
                </a:cxn>
                <a:cxn ang="0">
                  <a:pos x="547" y="488"/>
                </a:cxn>
                <a:cxn ang="0">
                  <a:pos x="496" y="488"/>
                </a:cxn>
                <a:cxn ang="0">
                  <a:pos x="474" y="461"/>
                </a:cxn>
                <a:cxn ang="0">
                  <a:pos x="442" y="452"/>
                </a:cxn>
                <a:cxn ang="0">
                  <a:pos x="417" y="466"/>
                </a:cxn>
                <a:cxn ang="0">
                  <a:pos x="399" y="448"/>
                </a:cxn>
                <a:cxn ang="0">
                  <a:pos x="362" y="451"/>
                </a:cxn>
                <a:cxn ang="0">
                  <a:pos x="340" y="435"/>
                </a:cxn>
                <a:cxn ang="0">
                  <a:pos x="317" y="426"/>
                </a:cxn>
                <a:cxn ang="0">
                  <a:pos x="298" y="442"/>
                </a:cxn>
                <a:cxn ang="0">
                  <a:pos x="276" y="424"/>
                </a:cxn>
                <a:cxn ang="0">
                  <a:pos x="262" y="432"/>
                </a:cxn>
                <a:cxn ang="0">
                  <a:pos x="251" y="455"/>
                </a:cxn>
                <a:cxn ang="0">
                  <a:pos x="236" y="464"/>
                </a:cxn>
                <a:cxn ang="0">
                  <a:pos x="245" y="480"/>
                </a:cxn>
                <a:cxn ang="0">
                  <a:pos x="220" y="481"/>
                </a:cxn>
                <a:cxn ang="0">
                  <a:pos x="211" y="494"/>
                </a:cxn>
                <a:cxn ang="0">
                  <a:pos x="195" y="489"/>
                </a:cxn>
                <a:cxn ang="0">
                  <a:pos x="178" y="474"/>
                </a:cxn>
                <a:cxn ang="0">
                  <a:pos x="162" y="508"/>
                </a:cxn>
                <a:cxn ang="0">
                  <a:pos x="137" y="517"/>
                </a:cxn>
                <a:cxn ang="0">
                  <a:pos x="95" y="507"/>
                </a:cxn>
                <a:cxn ang="0">
                  <a:pos x="64" y="503"/>
                </a:cxn>
                <a:cxn ang="0">
                  <a:pos x="35" y="472"/>
                </a:cxn>
                <a:cxn ang="0">
                  <a:pos x="32" y="429"/>
                </a:cxn>
                <a:cxn ang="0">
                  <a:pos x="42" y="407"/>
                </a:cxn>
                <a:cxn ang="0">
                  <a:pos x="42" y="377"/>
                </a:cxn>
                <a:cxn ang="0">
                  <a:pos x="43" y="349"/>
                </a:cxn>
                <a:cxn ang="0">
                  <a:pos x="26" y="326"/>
                </a:cxn>
                <a:cxn ang="0">
                  <a:pos x="16" y="327"/>
                </a:cxn>
                <a:cxn ang="0">
                  <a:pos x="15" y="280"/>
                </a:cxn>
                <a:cxn ang="0">
                  <a:pos x="0" y="241"/>
                </a:cxn>
                <a:cxn ang="0">
                  <a:pos x="29" y="209"/>
                </a:cxn>
                <a:cxn ang="0">
                  <a:pos x="26" y="183"/>
                </a:cxn>
                <a:cxn ang="0">
                  <a:pos x="29" y="162"/>
                </a:cxn>
                <a:cxn ang="0">
                  <a:pos x="18" y="134"/>
                </a:cxn>
                <a:cxn ang="0">
                  <a:pos x="53" y="96"/>
                </a:cxn>
                <a:cxn ang="0">
                  <a:pos x="180" y="33"/>
                </a:cxn>
                <a:cxn ang="0">
                  <a:pos x="308" y="3"/>
                </a:cxn>
                <a:cxn ang="0">
                  <a:pos x="379" y="4"/>
                </a:cxn>
                <a:cxn ang="0">
                  <a:pos x="468" y="71"/>
                </a:cxn>
                <a:cxn ang="0">
                  <a:pos x="463" y="81"/>
                </a:cxn>
                <a:cxn ang="0">
                  <a:pos x="430" y="50"/>
                </a:cxn>
                <a:cxn ang="0">
                  <a:pos x="385" y="38"/>
                </a:cxn>
                <a:cxn ang="0">
                  <a:pos x="406" y="86"/>
                </a:cxn>
                <a:cxn ang="0">
                  <a:pos x="421" y="146"/>
                </a:cxn>
                <a:cxn ang="0">
                  <a:pos x="471" y="186"/>
                </a:cxn>
                <a:cxn ang="0">
                  <a:pos x="594" y="188"/>
                </a:cxn>
              </a:cxnLst>
              <a:rect l="0" t="0" r="r" b="b"/>
              <a:pathLst>
                <a:path w="673" h="524">
                  <a:moveTo>
                    <a:pt x="673" y="152"/>
                  </a:moveTo>
                  <a:cubicBezTo>
                    <a:pt x="673" y="154"/>
                    <a:pt x="672" y="157"/>
                    <a:pt x="671" y="158"/>
                  </a:cubicBezTo>
                  <a:cubicBezTo>
                    <a:pt x="670" y="160"/>
                    <a:pt x="665" y="162"/>
                    <a:pt x="663" y="163"/>
                  </a:cubicBezTo>
                  <a:cubicBezTo>
                    <a:pt x="658" y="166"/>
                    <a:pt x="649" y="172"/>
                    <a:pt x="644" y="175"/>
                  </a:cubicBezTo>
                  <a:cubicBezTo>
                    <a:pt x="640" y="177"/>
                    <a:pt x="631" y="182"/>
                    <a:pt x="627" y="184"/>
                  </a:cubicBezTo>
                  <a:cubicBezTo>
                    <a:pt x="621" y="186"/>
                    <a:pt x="611" y="189"/>
                    <a:pt x="606" y="191"/>
                  </a:cubicBezTo>
                  <a:cubicBezTo>
                    <a:pt x="602" y="192"/>
                    <a:pt x="594" y="196"/>
                    <a:pt x="590" y="197"/>
                  </a:cubicBezTo>
                  <a:cubicBezTo>
                    <a:pt x="587" y="197"/>
                    <a:pt x="581" y="196"/>
                    <a:pt x="578" y="196"/>
                  </a:cubicBezTo>
                  <a:cubicBezTo>
                    <a:pt x="576" y="196"/>
                    <a:pt x="573" y="197"/>
                    <a:pt x="573" y="198"/>
                  </a:cubicBezTo>
                  <a:cubicBezTo>
                    <a:pt x="572" y="199"/>
                    <a:pt x="572" y="202"/>
                    <a:pt x="573" y="203"/>
                  </a:cubicBezTo>
                  <a:cubicBezTo>
                    <a:pt x="573" y="206"/>
                    <a:pt x="576" y="209"/>
                    <a:pt x="576" y="211"/>
                  </a:cubicBezTo>
                  <a:cubicBezTo>
                    <a:pt x="577" y="213"/>
                    <a:pt x="577" y="217"/>
                    <a:pt x="577" y="219"/>
                  </a:cubicBezTo>
                  <a:cubicBezTo>
                    <a:pt x="577" y="220"/>
                    <a:pt x="575" y="224"/>
                    <a:pt x="576" y="226"/>
                  </a:cubicBezTo>
                  <a:cubicBezTo>
                    <a:pt x="576" y="226"/>
                    <a:pt x="576" y="226"/>
                    <a:pt x="576" y="226"/>
                  </a:cubicBezTo>
                  <a:cubicBezTo>
                    <a:pt x="576" y="227"/>
                    <a:pt x="575" y="228"/>
                    <a:pt x="575" y="229"/>
                  </a:cubicBezTo>
                  <a:cubicBezTo>
                    <a:pt x="575" y="231"/>
                    <a:pt x="575" y="234"/>
                    <a:pt x="575" y="235"/>
                  </a:cubicBezTo>
                  <a:cubicBezTo>
                    <a:pt x="576" y="237"/>
                    <a:pt x="576" y="240"/>
                    <a:pt x="577" y="241"/>
                  </a:cubicBezTo>
                  <a:cubicBezTo>
                    <a:pt x="578" y="242"/>
                    <a:pt x="579" y="245"/>
                    <a:pt x="580" y="246"/>
                  </a:cubicBezTo>
                  <a:cubicBezTo>
                    <a:pt x="581" y="247"/>
                    <a:pt x="584" y="247"/>
                    <a:pt x="585" y="248"/>
                  </a:cubicBezTo>
                  <a:cubicBezTo>
                    <a:pt x="586" y="249"/>
                    <a:pt x="587" y="252"/>
                    <a:pt x="588" y="254"/>
                  </a:cubicBezTo>
                  <a:cubicBezTo>
                    <a:pt x="589" y="255"/>
                    <a:pt x="592" y="258"/>
                    <a:pt x="592" y="260"/>
                  </a:cubicBezTo>
                  <a:cubicBezTo>
                    <a:pt x="592" y="261"/>
                    <a:pt x="591" y="263"/>
                    <a:pt x="590" y="263"/>
                  </a:cubicBezTo>
                  <a:cubicBezTo>
                    <a:pt x="589" y="264"/>
                    <a:pt x="587" y="264"/>
                    <a:pt x="586" y="264"/>
                  </a:cubicBezTo>
                  <a:cubicBezTo>
                    <a:pt x="584" y="265"/>
                    <a:pt x="582" y="265"/>
                    <a:pt x="581" y="266"/>
                  </a:cubicBezTo>
                  <a:cubicBezTo>
                    <a:pt x="580" y="267"/>
                    <a:pt x="579" y="269"/>
                    <a:pt x="579" y="270"/>
                  </a:cubicBezTo>
                  <a:cubicBezTo>
                    <a:pt x="579" y="271"/>
                    <a:pt x="580" y="274"/>
                    <a:pt x="580" y="275"/>
                  </a:cubicBezTo>
                  <a:cubicBezTo>
                    <a:pt x="580" y="277"/>
                    <a:pt x="578" y="281"/>
                    <a:pt x="577" y="282"/>
                  </a:cubicBezTo>
                  <a:cubicBezTo>
                    <a:pt x="576" y="283"/>
                    <a:pt x="574" y="284"/>
                    <a:pt x="573" y="285"/>
                  </a:cubicBezTo>
                  <a:cubicBezTo>
                    <a:pt x="572" y="286"/>
                    <a:pt x="572" y="289"/>
                    <a:pt x="572" y="290"/>
                  </a:cubicBezTo>
                  <a:cubicBezTo>
                    <a:pt x="572" y="291"/>
                    <a:pt x="572" y="292"/>
                    <a:pt x="573" y="293"/>
                  </a:cubicBezTo>
                  <a:cubicBezTo>
                    <a:pt x="573" y="294"/>
                    <a:pt x="573" y="296"/>
                    <a:pt x="573" y="297"/>
                  </a:cubicBezTo>
                  <a:cubicBezTo>
                    <a:pt x="573" y="297"/>
                    <a:pt x="573" y="299"/>
                    <a:pt x="572" y="300"/>
                  </a:cubicBezTo>
                  <a:cubicBezTo>
                    <a:pt x="572" y="301"/>
                    <a:pt x="569" y="301"/>
                    <a:pt x="568" y="302"/>
                  </a:cubicBezTo>
                  <a:cubicBezTo>
                    <a:pt x="568" y="303"/>
                    <a:pt x="570" y="307"/>
                    <a:pt x="570" y="307"/>
                  </a:cubicBezTo>
                  <a:cubicBezTo>
                    <a:pt x="570" y="307"/>
                    <a:pt x="572" y="311"/>
                    <a:pt x="574" y="311"/>
                  </a:cubicBezTo>
                  <a:cubicBezTo>
                    <a:pt x="575" y="312"/>
                    <a:pt x="579" y="311"/>
                    <a:pt x="580" y="312"/>
                  </a:cubicBezTo>
                  <a:cubicBezTo>
                    <a:pt x="581" y="312"/>
                    <a:pt x="582" y="313"/>
                    <a:pt x="583" y="313"/>
                  </a:cubicBezTo>
                  <a:cubicBezTo>
                    <a:pt x="583" y="314"/>
                    <a:pt x="583" y="316"/>
                    <a:pt x="582" y="316"/>
                  </a:cubicBezTo>
                  <a:cubicBezTo>
                    <a:pt x="582" y="318"/>
                    <a:pt x="581" y="320"/>
                    <a:pt x="581" y="321"/>
                  </a:cubicBezTo>
                  <a:cubicBezTo>
                    <a:pt x="581" y="322"/>
                    <a:pt x="581" y="325"/>
                    <a:pt x="582" y="325"/>
                  </a:cubicBezTo>
                  <a:cubicBezTo>
                    <a:pt x="583" y="326"/>
                    <a:pt x="585" y="326"/>
                    <a:pt x="586" y="326"/>
                  </a:cubicBezTo>
                  <a:cubicBezTo>
                    <a:pt x="587" y="325"/>
                    <a:pt x="589" y="323"/>
                    <a:pt x="590" y="323"/>
                  </a:cubicBezTo>
                  <a:cubicBezTo>
                    <a:pt x="590" y="323"/>
                    <a:pt x="592" y="323"/>
                    <a:pt x="593" y="323"/>
                  </a:cubicBezTo>
                  <a:cubicBezTo>
                    <a:pt x="594" y="323"/>
                    <a:pt x="596" y="326"/>
                    <a:pt x="597" y="327"/>
                  </a:cubicBezTo>
                  <a:cubicBezTo>
                    <a:pt x="598" y="328"/>
                    <a:pt x="602" y="328"/>
                    <a:pt x="604" y="329"/>
                  </a:cubicBezTo>
                  <a:cubicBezTo>
                    <a:pt x="605" y="329"/>
                    <a:pt x="607" y="331"/>
                    <a:pt x="607" y="332"/>
                  </a:cubicBezTo>
                  <a:cubicBezTo>
                    <a:pt x="607" y="333"/>
                    <a:pt x="606" y="335"/>
                    <a:pt x="606" y="337"/>
                  </a:cubicBezTo>
                  <a:cubicBezTo>
                    <a:pt x="606" y="339"/>
                    <a:pt x="604" y="342"/>
                    <a:pt x="604" y="344"/>
                  </a:cubicBezTo>
                  <a:cubicBezTo>
                    <a:pt x="604" y="346"/>
                    <a:pt x="603" y="348"/>
                    <a:pt x="604" y="349"/>
                  </a:cubicBezTo>
                  <a:cubicBezTo>
                    <a:pt x="604" y="351"/>
                    <a:pt x="605" y="354"/>
                    <a:pt x="607" y="355"/>
                  </a:cubicBezTo>
                  <a:cubicBezTo>
                    <a:pt x="608" y="356"/>
                    <a:pt x="612" y="355"/>
                    <a:pt x="614" y="355"/>
                  </a:cubicBezTo>
                  <a:cubicBezTo>
                    <a:pt x="615" y="354"/>
                    <a:pt x="617" y="353"/>
                    <a:pt x="618" y="353"/>
                  </a:cubicBezTo>
                  <a:cubicBezTo>
                    <a:pt x="619" y="352"/>
                    <a:pt x="622" y="350"/>
                    <a:pt x="623" y="350"/>
                  </a:cubicBezTo>
                  <a:cubicBezTo>
                    <a:pt x="625" y="349"/>
                    <a:pt x="629" y="348"/>
                    <a:pt x="631" y="348"/>
                  </a:cubicBezTo>
                  <a:cubicBezTo>
                    <a:pt x="633" y="348"/>
                    <a:pt x="636" y="348"/>
                    <a:pt x="638" y="349"/>
                  </a:cubicBezTo>
                  <a:cubicBezTo>
                    <a:pt x="640" y="349"/>
                    <a:pt x="645" y="352"/>
                    <a:pt x="645" y="354"/>
                  </a:cubicBezTo>
                  <a:cubicBezTo>
                    <a:pt x="646" y="355"/>
                    <a:pt x="645" y="357"/>
                    <a:pt x="644" y="358"/>
                  </a:cubicBezTo>
                  <a:cubicBezTo>
                    <a:pt x="643" y="359"/>
                    <a:pt x="641" y="358"/>
                    <a:pt x="640" y="359"/>
                  </a:cubicBezTo>
                  <a:cubicBezTo>
                    <a:pt x="639" y="360"/>
                    <a:pt x="639" y="362"/>
                    <a:pt x="639" y="364"/>
                  </a:cubicBezTo>
                  <a:cubicBezTo>
                    <a:pt x="639" y="365"/>
                    <a:pt x="641" y="367"/>
                    <a:pt x="640" y="369"/>
                  </a:cubicBezTo>
                  <a:cubicBezTo>
                    <a:pt x="640" y="370"/>
                    <a:pt x="639" y="373"/>
                    <a:pt x="638" y="374"/>
                  </a:cubicBezTo>
                  <a:cubicBezTo>
                    <a:pt x="637" y="375"/>
                    <a:pt x="635" y="376"/>
                    <a:pt x="634" y="377"/>
                  </a:cubicBezTo>
                  <a:cubicBezTo>
                    <a:pt x="633" y="379"/>
                    <a:pt x="632" y="382"/>
                    <a:pt x="632" y="383"/>
                  </a:cubicBezTo>
                  <a:cubicBezTo>
                    <a:pt x="632" y="384"/>
                    <a:pt x="633" y="387"/>
                    <a:pt x="633" y="388"/>
                  </a:cubicBezTo>
                  <a:cubicBezTo>
                    <a:pt x="633" y="389"/>
                    <a:pt x="632" y="392"/>
                    <a:pt x="631" y="393"/>
                  </a:cubicBezTo>
                  <a:cubicBezTo>
                    <a:pt x="630" y="394"/>
                    <a:pt x="627" y="394"/>
                    <a:pt x="626" y="395"/>
                  </a:cubicBezTo>
                  <a:cubicBezTo>
                    <a:pt x="625" y="396"/>
                    <a:pt x="624" y="400"/>
                    <a:pt x="624" y="401"/>
                  </a:cubicBezTo>
                  <a:cubicBezTo>
                    <a:pt x="624" y="403"/>
                    <a:pt x="626" y="406"/>
                    <a:pt x="626" y="408"/>
                  </a:cubicBezTo>
                  <a:cubicBezTo>
                    <a:pt x="626" y="409"/>
                    <a:pt x="626" y="413"/>
                    <a:pt x="624" y="414"/>
                  </a:cubicBezTo>
                  <a:cubicBezTo>
                    <a:pt x="624" y="415"/>
                    <a:pt x="622" y="415"/>
                    <a:pt x="621" y="415"/>
                  </a:cubicBezTo>
                  <a:cubicBezTo>
                    <a:pt x="620" y="414"/>
                    <a:pt x="618" y="412"/>
                    <a:pt x="618" y="411"/>
                  </a:cubicBezTo>
                  <a:cubicBezTo>
                    <a:pt x="617" y="410"/>
                    <a:pt x="617" y="408"/>
                    <a:pt x="617" y="407"/>
                  </a:cubicBezTo>
                  <a:cubicBezTo>
                    <a:pt x="616" y="406"/>
                    <a:pt x="615" y="404"/>
                    <a:pt x="614" y="404"/>
                  </a:cubicBezTo>
                  <a:cubicBezTo>
                    <a:pt x="613" y="403"/>
                    <a:pt x="610" y="403"/>
                    <a:pt x="608" y="403"/>
                  </a:cubicBezTo>
                  <a:cubicBezTo>
                    <a:pt x="607" y="402"/>
                    <a:pt x="604" y="402"/>
                    <a:pt x="603" y="402"/>
                  </a:cubicBezTo>
                  <a:cubicBezTo>
                    <a:pt x="601" y="401"/>
                    <a:pt x="598" y="400"/>
                    <a:pt x="596" y="400"/>
                  </a:cubicBezTo>
                  <a:cubicBezTo>
                    <a:pt x="595" y="400"/>
                    <a:pt x="592" y="399"/>
                    <a:pt x="590" y="400"/>
                  </a:cubicBezTo>
                  <a:cubicBezTo>
                    <a:pt x="590" y="401"/>
                    <a:pt x="589" y="402"/>
                    <a:pt x="588" y="403"/>
                  </a:cubicBezTo>
                  <a:cubicBezTo>
                    <a:pt x="588" y="404"/>
                    <a:pt x="589" y="407"/>
                    <a:pt x="589" y="408"/>
                  </a:cubicBezTo>
                  <a:cubicBezTo>
                    <a:pt x="589" y="409"/>
                    <a:pt x="589" y="412"/>
                    <a:pt x="589" y="414"/>
                  </a:cubicBezTo>
                  <a:cubicBezTo>
                    <a:pt x="588" y="416"/>
                    <a:pt x="586" y="419"/>
                    <a:pt x="586" y="421"/>
                  </a:cubicBezTo>
                  <a:cubicBezTo>
                    <a:pt x="585" y="422"/>
                    <a:pt x="586" y="425"/>
                    <a:pt x="586" y="426"/>
                  </a:cubicBezTo>
                  <a:cubicBezTo>
                    <a:pt x="586" y="428"/>
                    <a:pt x="585" y="431"/>
                    <a:pt x="584" y="432"/>
                  </a:cubicBezTo>
                  <a:cubicBezTo>
                    <a:pt x="583" y="434"/>
                    <a:pt x="580" y="435"/>
                    <a:pt x="578" y="437"/>
                  </a:cubicBezTo>
                  <a:cubicBezTo>
                    <a:pt x="576" y="438"/>
                    <a:pt x="572" y="441"/>
                    <a:pt x="571" y="443"/>
                  </a:cubicBezTo>
                  <a:cubicBezTo>
                    <a:pt x="570" y="445"/>
                    <a:pt x="568" y="448"/>
                    <a:pt x="568" y="450"/>
                  </a:cubicBezTo>
                  <a:cubicBezTo>
                    <a:pt x="568" y="452"/>
                    <a:pt x="569" y="456"/>
                    <a:pt x="569" y="458"/>
                  </a:cubicBezTo>
                  <a:cubicBezTo>
                    <a:pt x="569" y="459"/>
                    <a:pt x="569" y="462"/>
                    <a:pt x="569" y="464"/>
                  </a:cubicBezTo>
                  <a:cubicBezTo>
                    <a:pt x="568" y="465"/>
                    <a:pt x="568" y="468"/>
                    <a:pt x="567" y="469"/>
                  </a:cubicBezTo>
                  <a:cubicBezTo>
                    <a:pt x="566" y="470"/>
                    <a:pt x="563" y="470"/>
                    <a:pt x="561" y="471"/>
                  </a:cubicBezTo>
                  <a:cubicBezTo>
                    <a:pt x="560" y="471"/>
                    <a:pt x="558" y="470"/>
                    <a:pt x="557" y="471"/>
                  </a:cubicBezTo>
                  <a:cubicBezTo>
                    <a:pt x="557" y="471"/>
                    <a:pt x="557" y="472"/>
                    <a:pt x="556" y="472"/>
                  </a:cubicBezTo>
                  <a:cubicBezTo>
                    <a:pt x="555" y="473"/>
                    <a:pt x="554" y="473"/>
                    <a:pt x="553" y="474"/>
                  </a:cubicBezTo>
                  <a:cubicBezTo>
                    <a:pt x="552" y="474"/>
                    <a:pt x="550" y="476"/>
                    <a:pt x="550" y="478"/>
                  </a:cubicBezTo>
                  <a:cubicBezTo>
                    <a:pt x="549" y="479"/>
                    <a:pt x="549" y="482"/>
                    <a:pt x="548" y="484"/>
                  </a:cubicBezTo>
                  <a:cubicBezTo>
                    <a:pt x="548" y="485"/>
                    <a:pt x="548" y="486"/>
                    <a:pt x="547" y="488"/>
                  </a:cubicBezTo>
                  <a:cubicBezTo>
                    <a:pt x="547" y="487"/>
                    <a:pt x="547" y="487"/>
                    <a:pt x="547" y="487"/>
                  </a:cubicBezTo>
                  <a:cubicBezTo>
                    <a:pt x="545" y="487"/>
                    <a:pt x="542" y="487"/>
                    <a:pt x="540" y="486"/>
                  </a:cubicBezTo>
                  <a:cubicBezTo>
                    <a:pt x="537" y="486"/>
                    <a:pt x="532" y="486"/>
                    <a:pt x="529" y="486"/>
                  </a:cubicBezTo>
                  <a:cubicBezTo>
                    <a:pt x="526" y="486"/>
                    <a:pt x="521" y="486"/>
                    <a:pt x="518" y="487"/>
                  </a:cubicBezTo>
                  <a:cubicBezTo>
                    <a:pt x="515" y="487"/>
                    <a:pt x="508" y="488"/>
                    <a:pt x="505" y="488"/>
                  </a:cubicBezTo>
                  <a:cubicBezTo>
                    <a:pt x="502" y="488"/>
                    <a:pt x="498" y="489"/>
                    <a:pt x="496" y="488"/>
                  </a:cubicBezTo>
                  <a:cubicBezTo>
                    <a:pt x="495" y="488"/>
                    <a:pt x="495" y="485"/>
                    <a:pt x="494" y="484"/>
                  </a:cubicBezTo>
                  <a:cubicBezTo>
                    <a:pt x="491" y="483"/>
                    <a:pt x="485" y="484"/>
                    <a:pt x="482" y="484"/>
                  </a:cubicBezTo>
                  <a:cubicBezTo>
                    <a:pt x="480" y="484"/>
                    <a:pt x="475" y="484"/>
                    <a:pt x="473" y="483"/>
                  </a:cubicBezTo>
                  <a:cubicBezTo>
                    <a:pt x="472" y="482"/>
                    <a:pt x="469" y="480"/>
                    <a:pt x="469" y="479"/>
                  </a:cubicBezTo>
                  <a:cubicBezTo>
                    <a:pt x="468" y="476"/>
                    <a:pt x="468" y="471"/>
                    <a:pt x="469" y="468"/>
                  </a:cubicBezTo>
                  <a:cubicBezTo>
                    <a:pt x="470" y="466"/>
                    <a:pt x="473" y="463"/>
                    <a:pt x="474" y="461"/>
                  </a:cubicBezTo>
                  <a:cubicBezTo>
                    <a:pt x="474" y="459"/>
                    <a:pt x="475" y="455"/>
                    <a:pt x="474" y="453"/>
                  </a:cubicBezTo>
                  <a:cubicBezTo>
                    <a:pt x="474" y="452"/>
                    <a:pt x="470" y="452"/>
                    <a:pt x="469" y="451"/>
                  </a:cubicBezTo>
                  <a:cubicBezTo>
                    <a:pt x="467" y="451"/>
                    <a:pt x="464" y="449"/>
                    <a:pt x="462" y="449"/>
                  </a:cubicBezTo>
                  <a:cubicBezTo>
                    <a:pt x="460" y="450"/>
                    <a:pt x="458" y="454"/>
                    <a:pt x="457" y="454"/>
                  </a:cubicBezTo>
                  <a:cubicBezTo>
                    <a:pt x="454" y="455"/>
                    <a:pt x="449" y="454"/>
                    <a:pt x="447" y="454"/>
                  </a:cubicBezTo>
                  <a:cubicBezTo>
                    <a:pt x="445" y="453"/>
                    <a:pt x="443" y="452"/>
                    <a:pt x="442" y="452"/>
                  </a:cubicBezTo>
                  <a:cubicBezTo>
                    <a:pt x="441" y="451"/>
                    <a:pt x="439" y="451"/>
                    <a:pt x="438" y="452"/>
                  </a:cubicBezTo>
                  <a:cubicBezTo>
                    <a:pt x="437" y="452"/>
                    <a:pt x="435" y="455"/>
                    <a:pt x="434" y="455"/>
                  </a:cubicBezTo>
                  <a:cubicBezTo>
                    <a:pt x="433" y="456"/>
                    <a:pt x="431" y="459"/>
                    <a:pt x="430" y="459"/>
                  </a:cubicBezTo>
                  <a:cubicBezTo>
                    <a:pt x="429" y="460"/>
                    <a:pt x="425" y="458"/>
                    <a:pt x="424" y="459"/>
                  </a:cubicBezTo>
                  <a:cubicBezTo>
                    <a:pt x="422" y="460"/>
                    <a:pt x="423" y="464"/>
                    <a:pt x="421" y="465"/>
                  </a:cubicBezTo>
                  <a:cubicBezTo>
                    <a:pt x="421" y="466"/>
                    <a:pt x="418" y="466"/>
                    <a:pt x="417" y="466"/>
                  </a:cubicBezTo>
                  <a:cubicBezTo>
                    <a:pt x="416" y="466"/>
                    <a:pt x="414" y="464"/>
                    <a:pt x="413" y="463"/>
                  </a:cubicBezTo>
                  <a:cubicBezTo>
                    <a:pt x="412" y="462"/>
                    <a:pt x="413" y="459"/>
                    <a:pt x="413" y="458"/>
                  </a:cubicBezTo>
                  <a:cubicBezTo>
                    <a:pt x="412" y="457"/>
                    <a:pt x="410" y="456"/>
                    <a:pt x="409" y="455"/>
                  </a:cubicBezTo>
                  <a:cubicBezTo>
                    <a:pt x="408" y="454"/>
                    <a:pt x="410" y="450"/>
                    <a:pt x="409" y="449"/>
                  </a:cubicBezTo>
                  <a:cubicBezTo>
                    <a:pt x="408" y="448"/>
                    <a:pt x="404" y="448"/>
                    <a:pt x="402" y="448"/>
                  </a:cubicBezTo>
                  <a:cubicBezTo>
                    <a:pt x="401" y="448"/>
                    <a:pt x="399" y="448"/>
                    <a:pt x="399" y="448"/>
                  </a:cubicBezTo>
                  <a:cubicBezTo>
                    <a:pt x="397" y="449"/>
                    <a:pt x="395" y="452"/>
                    <a:pt x="394" y="453"/>
                  </a:cubicBezTo>
                  <a:cubicBezTo>
                    <a:pt x="393" y="453"/>
                    <a:pt x="392" y="452"/>
                    <a:pt x="391" y="453"/>
                  </a:cubicBezTo>
                  <a:cubicBezTo>
                    <a:pt x="389" y="453"/>
                    <a:pt x="387" y="454"/>
                    <a:pt x="385" y="454"/>
                  </a:cubicBezTo>
                  <a:cubicBezTo>
                    <a:pt x="384" y="454"/>
                    <a:pt x="380" y="453"/>
                    <a:pt x="379" y="453"/>
                  </a:cubicBezTo>
                  <a:cubicBezTo>
                    <a:pt x="376" y="453"/>
                    <a:pt x="372" y="451"/>
                    <a:pt x="369" y="451"/>
                  </a:cubicBezTo>
                  <a:cubicBezTo>
                    <a:pt x="368" y="450"/>
                    <a:pt x="364" y="451"/>
                    <a:pt x="362" y="451"/>
                  </a:cubicBezTo>
                  <a:cubicBezTo>
                    <a:pt x="360" y="451"/>
                    <a:pt x="355" y="449"/>
                    <a:pt x="354" y="447"/>
                  </a:cubicBezTo>
                  <a:cubicBezTo>
                    <a:pt x="353" y="447"/>
                    <a:pt x="353" y="444"/>
                    <a:pt x="353" y="443"/>
                  </a:cubicBezTo>
                  <a:cubicBezTo>
                    <a:pt x="353" y="442"/>
                    <a:pt x="355" y="441"/>
                    <a:pt x="355" y="440"/>
                  </a:cubicBezTo>
                  <a:cubicBezTo>
                    <a:pt x="356" y="438"/>
                    <a:pt x="354" y="434"/>
                    <a:pt x="353" y="433"/>
                  </a:cubicBezTo>
                  <a:cubicBezTo>
                    <a:pt x="351" y="432"/>
                    <a:pt x="347" y="435"/>
                    <a:pt x="345" y="435"/>
                  </a:cubicBezTo>
                  <a:cubicBezTo>
                    <a:pt x="344" y="435"/>
                    <a:pt x="341" y="435"/>
                    <a:pt x="340" y="435"/>
                  </a:cubicBezTo>
                  <a:cubicBezTo>
                    <a:pt x="339" y="434"/>
                    <a:pt x="338" y="432"/>
                    <a:pt x="337" y="432"/>
                  </a:cubicBezTo>
                  <a:cubicBezTo>
                    <a:pt x="336" y="431"/>
                    <a:pt x="331" y="433"/>
                    <a:pt x="330" y="432"/>
                  </a:cubicBezTo>
                  <a:cubicBezTo>
                    <a:pt x="329" y="431"/>
                    <a:pt x="329" y="429"/>
                    <a:pt x="328" y="428"/>
                  </a:cubicBezTo>
                  <a:cubicBezTo>
                    <a:pt x="328" y="428"/>
                    <a:pt x="327" y="426"/>
                    <a:pt x="326" y="425"/>
                  </a:cubicBezTo>
                  <a:cubicBezTo>
                    <a:pt x="325" y="425"/>
                    <a:pt x="322" y="426"/>
                    <a:pt x="321" y="426"/>
                  </a:cubicBezTo>
                  <a:cubicBezTo>
                    <a:pt x="320" y="426"/>
                    <a:pt x="318" y="427"/>
                    <a:pt x="317" y="426"/>
                  </a:cubicBezTo>
                  <a:cubicBezTo>
                    <a:pt x="316" y="426"/>
                    <a:pt x="315" y="423"/>
                    <a:pt x="315" y="422"/>
                  </a:cubicBezTo>
                  <a:cubicBezTo>
                    <a:pt x="314" y="421"/>
                    <a:pt x="312" y="418"/>
                    <a:pt x="311" y="418"/>
                  </a:cubicBezTo>
                  <a:cubicBezTo>
                    <a:pt x="309" y="418"/>
                    <a:pt x="308" y="421"/>
                    <a:pt x="307" y="422"/>
                  </a:cubicBezTo>
                  <a:cubicBezTo>
                    <a:pt x="306" y="424"/>
                    <a:pt x="307" y="428"/>
                    <a:pt x="306" y="431"/>
                  </a:cubicBezTo>
                  <a:cubicBezTo>
                    <a:pt x="306" y="432"/>
                    <a:pt x="304" y="436"/>
                    <a:pt x="303" y="438"/>
                  </a:cubicBezTo>
                  <a:cubicBezTo>
                    <a:pt x="302" y="439"/>
                    <a:pt x="300" y="441"/>
                    <a:pt x="298" y="442"/>
                  </a:cubicBezTo>
                  <a:cubicBezTo>
                    <a:pt x="297" y="442"/>
                    <a:pt x="294" y="440"/>
                    <a:pt x="293" y="439"/>
                  </a:cubicBezTo>
                  <a:cubicBezTo>
                    <a:pt x="292" y="439"/>
                    <a:pt x="292" y="436"/>
                    <a:pt x="291" y="436"/>
                  </a:cubicBezTo>
                  <a:cubicBezTo>
                    <a:pt x="290" y="434"/>
                    <a:pt x="286" y="433"/>
                    <a:pt x="285" y="432"/>
                  </a:cubicBezTo>
                  <a:cubicBezTo>
                    <a:pt x="284" y="431"/>
                    <a:pt x="281" y="430"/>
                    <a:pt x="280" y="429"/>
                  </a:cubicBezTo>
                  <a:cubicBezTo>
                    <a:pt x="280" y="428"/>
                    <a:pt x="280" y="426"/>
                    <a:pt x="279" y="425"/>
                  </a:cubicBezTo>
                  <a:cubicBezTo>
                    <a:pt x="279" y="424"/>
                    <a:pt x="277" y="424"/>
                    <a:pt x="276" y="424"/>
                  </a:cubicBezTo>
                  <a:cubicBezTo>
                    <a:pt x="275" y="424"/>
                    <a:pt x="273" y="426"/>
                    <a:pt x="272" y="426"/>
                  </a:cubicBezTo>
                  <a:cubicBezTo>
                    <a:pt x="271" y="426"/>
                    <a:pt x="269" y="426"/>
                    <a:pt x="268" y="426"/>
                  </a:cubicBezTo>
                  <a:cubicBezTo>
                    <a:pt x="267" y="426"/>
                    <a:pt x="267" y="424"/>
                    <a:pt x="266" y="423"/>
                  </a:cubicBezTo>
                  <a:cubicBezTo>
                    <a:pt x="265" y="423"/>
                    <a:pt x="263" y="423"/>
                    <a:pt x="262" y="424"/>
                  </a:cubicBezTo>
                  <a:cubicBezTo>
                    <a:pt x="261" y="424"/>
                    <a:pt x="260" y="427"/>
                    <a:pt x="260" y="428"/>
                  </a:cubicBezTo>
                  <a:cubicBezTo>
                    <a:pt x="260" y="429"/>
                    <a:pt x="261" y="431"/>
                    <a:pt x="262" y="432"/>
                  </a:cubicBezTo>
                  <a:cubicBezTo>
                    <a:pt x="263" y="433"/>
                    <a:pt x="265" y="433"/>
                    <a:pt x="265" y="433"/>
                  </a:cubicBezTo>
                  <a:cubicBezTo>
                    <a:pt x="266" y="434"/>
                    <a:pt x="267" y="437"/>
                    <a:pt x="267" y="439"/>
                  </a:cubicBezTo>
                  <a:cubicBezTo>
                    <a:pt x="268" y="440"/>
                    <a:pt x="268" y="443"/>
                    <a:pt x="268" y="444"/>
                  </a:cubicBezTo>
                  <a:cubicBezTo>
                    <a:pt x="267" y="445"/>
                    <a:pt x="266" y="447"/>
                    <a:pt x="265" y="448"/>
                  </a:cubicBezTo>
                  <a:cubicBezTo>
                    <a:pt x="263" y="449"/>
                    <a:pt x="259" y="452"/>
                    <a:pt x="257" y="453"/>
                  </a:cubicBezTo>
                  <a:cubicBezTo>
                    <a:pt x="256" y="453"/>
                    <a:pt x="252" y="455"/>
                    <a:pt x="251" y="455"/>
                  </a:cubicBezTo>
                  <a:cubicBezTo>
                    <a:pt x="249" y="455"/>
                    <a:pt x="246" y="454"/>
                    <a:pt x="245" y="453"/>
                  </a:cubicBezTo>
                  <a:cubicBezTo>
                    <a:pt x="244" y="453"/>
                    <a:pt x="242" y="451"/>
                    <a:pt x="241" y="450"/>
                  </a:cubicBezTo>
                  <a:cubicBezTo>
                    <a:pt x="240" y="450"/>
                    <a:pt x="236" y="450"/>
                    <a:pt x="235" y="451"/>
                  </a:cubicBezTo>
                  <a:cubicBezTo>
                    <a:pt x="234" y="452"/>
                    <a:pt x="234" y="454"/>
                    <a:pt x="233" y="455"/>
                  </a:cubicBezTo>
                  <a:cubicBezTo>
                    <a:pt x="233" y="457"/>
                    <a:pt x="234" y="460"/>
                    <a:pt x="235" y="462"/>
                  </a:cubicBezTo>
                  <a:cubicBezTo>
                    <a:pt x="235" y="462"/>
                    <a:pt x="236" y="464"/>
                    <a:pt x="236" y="464"/>
                  </a:cubicBezTo>
                  <a:cubicBezTo>
                    <a:pt x="237" y="465"/>
                    <a:pt x="237" y="468"/>
                    <a:pt x="238" y="469"/>
                  </a:cubicBezTo>
                  <a:cubicBezTo>
                    <a:pt x="238" y="469"/>
                    <a:pt x="239" y="470"/>
                    <a:pt x="239" y="470"/>
                  </a:cubicBezTo>
                  <a:cubicBezTo>
                    <a:pt x="240" y="470"/>
                    <a:pt x="242" y="470"/>
                    <a:pt x="243" y="470"/>
                  </a:cubicBezTo>
                  <a:cubicBezTo>
                    <a:pt x="244" y="471"/>
                    <a:pt x="247" y="472"/>
                    <a:pt x="247" y="473"/>
                  </a:cubicBezTo>
                  <a:cubicBezTo>
                    <a:pt x="248" y="473"/>
                    <a:pt x="247" y="475"/>
                    <a:pt x="247" y="475"/>
                  </a:cubicBezTo>
                  <a:cubicBezTo>
                    <a:pt x="247" y="476"/>
                    <a:pt x="246" y="479"/>
                    <a:pt x="245" y="480"/>
                  </a:cubicBezTo>
                  <a:cubicBezTo>
                    <a:pt x="244" y="481"/>
                    <a:pt x="242" y="483"/>
                    <a:pt x="241" y="484"/>
                  </a:cubicBezTo>
                  <a:cubicBezTo>
                    <a:pt x="240" y="485"/>
                    <a:pt x="238" y="487"/>
                    <a:pt x="237" y="487"/>
                  </a:cubicBezTo>
                  <a:cubicBezTo>
                    <a:pt x="235" y="487"/>
                    <a:pt x="233" y="482"/>
                    <a:pt x="231" y="481"/>
                  </a:cubicBezTo>
                  <a:cubicBezTo>
                    <a:pt x="231" y="481"/>
                    <a:pt x="229" y="481"/>
                    <a:pt x="228" y="481"/>
                  </a:cubicBezTo>
                  <a:cubicBezTo>
                    <a:pt x="227" y="481"/>
                    <a:pt x="226" y="484"/>
                    <a:pt x="224" y="484"/>
                  </a:cubicBezTo>
                  <a:cubicBezTo>
                    <a:pt x="223" y="484"/>
                    <a:pt x="221" y="482"/>
                    <a:pt x="220" y="481"/>
                  </a:cubicBezTo>
                  <a:cubicBezTo>
                    <a:pt x="218" y="481"/>
                    <a:pt x="215" y="481"/>
                    <a:pt x="214" y="482"/>
                  </a:cubicBezTo>
                  <a:cubicBezTo>
                    <a:pt x="213" y="483"/>
                    <a:pt x="213" y="486"/>
                    <a:pt x="214" y="487"/>
                  </a:cubicBezTo>
                  <a:cubicBezTo>
                    <a:pt x="215" y="488"/>
                    <a:pt x="217" y="487"/>
                    <a:pt x="218" y="488"/>
                  </a:cubicBezTo>
                  <a:cubicBezTo>
                    <a:pt x="218" y="489"/>
                    <a:pt x="219" y="491"/>
                    <a:pt x="219" y="492"/>
                  </a:cubicBezTo>
                  <a:cubicBezTo>
                    <a:pt x="219" y="493"/>
                    <a:pt x="218" y="495"/>
                    <a:pt x="217" y="496"/>
                  </a:cubicBezTo>
                  <a:cubicBezTo>
                    <a:pt x="215" y="496"/>
                    <a:pt x="212" y="495"/>
                    <a:pt x="211" y="494"/>
                  </a:cubicBezTo>
                  <a:cubicBezTo>
                    <a:pt x="211" y="494"/>
                    <a:pt x="210" y="492"/>
                    <a:pt x="210" y="491"/>
                  </a:cubicBezTo>
                  <a:cubicBezTo>
                    <a:pt x="209" y="490"/>
                    <a:pt x="206" y="490"/>
                    <a:pt x="205" y="489"/>
                  </a:cubicBezTo>
                  <a:cubicBezTo>
                    <a:pt x="205" y="489"/>
                    <a:pt x="204" y="486"/>
                    <a:pt x="204" y="486"/>
                  </a:cubicBezTo>
                  <a:cubicBezTo>
                    <a:pt x="203" y="485"/>
                    <a:pt x="202" y="484"/>
                    <a:pt x="201" y="484"/>
                  </a:cubicBezTo>
                  <a:cubicBezTo>
                    <a:pt x="200" y="484"/>
                    <a:pt x="197" y="485"/>
                    <a:pt x="196" y="485"/>
                  </a:cubicBezTo>
                  <a:cubicBezTo>
                    <a:pt x="196" y="486"/>
                    <a:pt x="195" y="488"/>
                    <a:pt x="195" y="489"/>
                  </a:cubicBezTo>
                  <a:cubicBezTo>
                    <a:pt x="194" y="490"/>
                    <a:pt x="192" y="491"/>
                    <a:pt x="191" y="491"/>
                  </a:cubicBezTo>
                  <a:cubicBezTo>
                    <a:pt x="190" y="491"/>
                    <a:pt x="186" y="490"/>
                    <a:pt x="185" y="489"/>
                  </a:cubicBezTo>
                  <a:cubicBezTo>
                    <a:pt x="184" y="488"/>
                    <a:pt x="182" y="486"/>
                    <a:pt x="182" y="485"/>
                  </a:cubicBezTo>
                  <a:cubicBezTo>
                    <a:pt x="181" y="484"/>
                    <a:pt x="182" y="480"/>
                    <a:pt x="182" y="479"/>
                  </a:cubicBezTo>
                  <a:cubicBezTo>
                    <a:pt x="182" y="478"/>
                    <a:pt x="182" y="476"/>
                    <a:pt x="182" y="476"/>
                  </a:cubicBezTo>
                  <a:cubicBezTo>
                    <a:pt x="181" y="475"/>
                    <a:pt x="179" y="475"/>
                    <a:pt x="178" y="474"/>
                  </a:cubicBezTo>
                  <a:cubicBezTo>
                    <a:pt x="177" y="474"/>
                    <a:pt x="174" y="475"/>
                    <a:pt x="172" y="476"/>
                  </a:cubicBezTo>
                  <a:cubicBezTo>
                    <a:pt x="171" y="476"/>
                    <a:pt x="170" y="480"/>
                    <a:pt x="169" y="481"/>
                  </a:cubicBezTo>
                  <a:cubicBezTo>
                    <a:pt x="168" y="482"/>
                    <a:pt x="166" y="484"/>
                    <a:pt x="165" y="485"/>
                  </a:cubicBezTo>
                  <a:cubicBezTo>
                    <a:pt x="164" y="486"/>
                    <a:pt x="161" y="488"/>
                    <a:pt x="161" y="489"/>
                  </a:cubicBezTo>
                  <a:cubicBezTo>
                    <a:pt x="160" y="492"/>
                    <a:pt x="162" y="497"/>
                    <a:pt x="162" y="500"/>
                  </a:cubicBezTo>
                  <a:cubicBezTo>
                    <a:pt x="163" y="502"/>
                    <a:pt x="163" y="506"/>
                    <a:pt x="162" y="508"/>
                  </a:cubicBezTo>
                  <a:cubicBezTo>
                    <a:pt x="162" y="510"/>
                    <a:pt x="158" y="513"/>
                    <a:pt x="157" y="515"/>
                  </a:cubicBezTo>
                  <a:cubicBezTo>
                    <a:pt x="156" y="517"/>
                    <a:pt x="156" y="521"/>
                    <a:pt x="155" y="524"/>
                  </a:cubicBezTo>
                  <a:cubicBezTo>
                    <a:pt x="153" y="523"/>
                    <a:pt x="152" y="523"/>
                    <a:pt x="151" y="523"/>
                  </a:cubicBezTo>
                  <a:cubicBezTo>
                    <a:pt x="150" y="522"/>
                    <a:pt x="147" y="523"/>
                    <a:pt x="146" y="523"/>
                  </a:cubicBezTo>
                  <a:cubicBezTo>
                    <a:pt x="145" y="522"/>
                    <a:pt x="142" y="521"/>
                    <a:pt x="141" y="520"/>
                  </a:cubicBezTo>
                  <a:cubicBezTo>
                    <a:pt x="139" y="519"/>
                    <a:pt x="138" y="518"/>
                    <a:pt x="137" y="517"/>
                  </a:cubicBezTo>
                  <a:cubicBezTo>
                    <a:pt x="135" y="515"/>
                    <a:pt x="133" y="512"/>
                    <a:pt x="132" y="511"/>
                  </a:cubicBezTo>
                  <a:cubicBezTo>
                    <a:pt x="130" y="510"/>
                    <a:pt x="128" y="509"/>
                    <a:pt x="126" y="509"/>
                  </a:cubicBezTo>
                  <a:cubicBezTo>
                    <a:pt x="124" y="509"/>
                    <a:pt x="122" y="510"/>
                    <a:pt x="120" y="510"/>
                  </a:cubicBezTo>
                  <a:cubicBezTo>
                    <a:pt x="118" y="510"/>
                    <a:pt x="115" y="509"/>
                    <a:pt x="113" y="509"/>
                  </a:cubicBezTo>
                  <a:cubicBezTo>
                    <a:pt x="111" y="509"/>
                    <a:pt x="106" y="510"/>
                    <a:pt x="104" y="509"/>
                  </a:cubicBezTo>
                  <a:cubicBezTo>
                    <a:pt x="102" y="509"/>
                    <a:pt x="98" y="508"/>
                    <a:pt x="95" y="507"/>
                  </a:cubicBezTo>
                  <a:cubicBezTo>
                    <a:pt x="93" y="507"/>
                    <a:pt x="88" y="506"/>
                    <a:pt x="86" y="507"/>
                  </a:cubicBezTo>
                  <a:cubicBezTo>
                    <a:pt x="84" y="507"/>
                    <a:pt x="81" y="510"/>
                    <a:pt x="79" y="511"/>
                  </a:cubicBezTo>
                  <a:cubicBezTo>
                    <a:pt x="78" y="512"/>
                    <a:pt x="77" y="514"/>
                    <a:pt x="76" y="514"/>
                  </a:cubicBezTo>
                  <a:cubicBezTo>
                    <a:pt x="74" y="515"/>
                    <a:pt x="69" y="515"/>
                    <a:pt x="67" y="514"/>
                  </a:cubicBezTo>
                  <a:cubicBezTo>
                    <a:pt x="66" y="513"/>
                    <a:pt x="64" y="511"/>
                    <a:pt x="63" y="510"/>
                  </a:cubicBezTo>
                  <a:cubicBezTo>
                    <a:pt x="63" y="508"/>
                    <a:pt x="65" y="504"/>
                    <a:pt x="64" y="503"/>
                  </a:cubicBezTo>
                  <a:cubicBezTo>
                    <a:pt x="63" y="502"/>
                    <a:pt x="60" y="501"/>
                    <a:pt x="59" y="501"/>
                  </a:cubicBezTo>
                  <a:cubicBezTo>
                    <a:pt x="57" y="501"/>
                    <a:pt x="55" y="504"/>
                    <a:pt x="53" y="504"/>
                  </a:cubicBezTo>
                  <a:cubicBezTo>
                    <a:pt x="51" y="505"/>
                    <a:pt x="48" y="503"/>
                    <a:pt x="47" y="502"/>
                  </a:cubicBezTo>
                  <a:cubicBezTo>
                    <a:pt x="45" y="500"/>
                    <a:pt x="45" y="493"/>
                    <a:pt x="44" y="490"/>
                  </a:cubicBezTo>
                  <a:cubicBezTo>
                    <a:pt x="44" y="488"/>
                    <a:pt x="42" y="485"/>
                    <a:pt x="41" y="483"/>
                  </a:cubicBezTo>
                  <a:cubicBezTo>
                    <a:pt x="40" y="480"/>
                    <a:pt x="37" y="474"/>
                    <a:pt x="35" y="472"/>
                  </a:cubicBezTo>
                  <a:cubicBezTo>
                    <a:pt x="35" y="471"/>
                    <a:pt x="33" y="470"/>
                    <a:pt x="32" y="469"/>
                  </a:cubicBezTo>
                  <a:cubicBezTo>
                    <a:pt x="34" y="468"/>
                    <a:pt x="36" y="468"/>
                    <a:pt x="37" y="467"/>
                  </a:cubicBezTo>
                  <a:cubicBezTo>
                    <a:pt x="38" y="466"/>
                    <a:pt x="40" y="464"/>
                    <a:pt x="41" y="463"/>
                  </a:cubicBezTo>
                  <a:cubicBezTo>
                    <a:pt x="42" y="459"/>
                    <a:pt x="40" y="451"/>
                    <a:pt x="39" y="448"/>
                  </a:cubicBezTo>
                  <a:cubicBezTo>
                    <a:pt x="38" y="445"/>
                    <a:pt x="36" y="441"/>
                    <a:pt x="35" y="438"/>
                  </a:cubicBezTo>
                  <a:cubicBezTo>
                    <a:pt x="34" y="436"/>
                    <a:pt x="32" y="432"/>
                    <a:pt x="32" y="429"/>
                  </a:cubicBezTo>
                  <a:cubicBezTo>
                    <a:pt x="32" y="428"/>
                    <a:pt x="33" y="426"/>
                    <a:pt x="33" y="425"/>
                  </a:cubicBezTo>
                  <a:cubicBezTo>
                    <a:pt x="34" y="423"/>
                    <a:pt x="38" y="419"/>
                    <a:pt x="41" y="417"/>
                  </a:cubicBezTo>
                  <a:cubicBezTo>
                    <a:pt x="42" y="416"/>
                    <a:pt x="46" y="416"/>
                    <a:pt x="47" y="415"/>
                  </a:cubicBezTo>
                  <a:cubicBezTo>
                    <a:pt x="47" y="414"/>
                    <a:pt x="48" y="412"/>
                    <a:pt x="48" y="411"/>
                  </a:cubicBezTo>
                  <a:cubicBezTo>
                    <a:pt x="48" y="410"/>
                    <a:pt x="47" y="408"/>
                    <a:pt x="47" y="407"/>
                  </a:cubicBezTo>
                  <a:cubicBezTo>
                    <a:pt x="46" y="406"/>
                    <a:pt x="43" y="407"/>
                    <a:pt x="42" y="407"/>
                  </a:cubicBezTo>
                  <a:cubicBezTo>
                    <a:pt x="41" y="406"/>
                    <a:pt x="39" y="404"/>
                    <a:pt x="39" y="403"/>
                  </a:cubicBezTo>
                  <a:cubicBezTo>
                    <a:pt x="38" y="401"/>
                    <a:pt x="38" y="397"/>
                    <a:pt x="37" y="395"/>
                  </a:cubicBezTo>
                  <a:cubicBezTo>
                    <a:pt x="35" y="394"/>
                    <a:pt x="32" y="393"/>
                    <a:pt x="31" y="392"/>
                  </a:cubicBezTo>
                  <a:cubicBezTo>
                    <a:pt x="30" y="391"/>
                    <a:pt x="30" y="389"/>
                    <a:pt x="30" y="388"/>
                  </a:cubicBezTo>
                  <a:cubicBezTo>
                    <a:pt x="30" y="386"/>
                    <a:pt x="32" y="382"/>
                    <a:pt x="34" y="380"/>
                  </a:cubicBezTo>
                  <a:cubicBezTo>
                    <a:pt x="35" y="379"/>
                    <a:pt x="40" y="378"/>
                    <a:pt x="42" y="377"/>
                  </a:cubicBezTo>
                  <a:cubicBezTo>
                    <a:pt x="44" y="377"/>
                    <a:pt x="49" y="378"/>
                    <a:pt x="51" y="377"/>
                  </a:cubicBezTo>
                  <a:cubicBezTo>
                    <a:pt x="52" y="377"/>
                    <a:pt x="55" y="376"/>
                    <a:pt x="56" y="375"/>
                  </a:cubicBezTo>
                  <a:cubicBezTo>
                    <a:pt x="56" y="373"/>
                    <a:pt x="56" y="370"/>
                    <a:pt x="56" y="368"/>
                  </a:cubicBezTo>
                  <a:cubicBezTo>
                    <a:pt x="56" y="366"/>
                    <a:pt x="57" y="360"/>
                    <a:pt x="56" y="358"/>
                  </a:cubicBezTo>
                  <a:cubicBezTo>
                    <a:pt x="55" y="357"/>
                    <a:pt x="51" y="355"/>
                    <a:pt x="49" y="354"/>
                  </a:cubicBezTo>
                  <a:cubicBezTo>
                    <a:pt x="48" y="353"/>
                    <a:pt x="45" y="350"/>
                    <a:pt x="43" y="349"/>
                  </a:cubicBezTo>
                  <a:cubicBezTo>
                    <a:pt x="41" y="348"/>
                    <a:pt x="37" y="347"/>
                    <a:pt x="36" y="345"/>
                  </a:cubicBezTo>
                  <a:cubicBezTo>
                    <a:pt x="35" y="344"/>
                    <a:pt x="32" y="342"/>
                    <a:pt x="32" y="340"/>
                  </a:cubicBezTo>
                  <a:cubicBezTo>
                    <a:pt x="31" y="338"/>
                    <a:pt x="34" y="334"/>
                    <a:pt x="34" y="332"/>
                  </a:cubicBezTo>
                  <a:cubicBezTo>
                    <a:pt x="34" y="331"/>
                    <a:pt x="34" y="327"/>
                    <a:pt x="33" y="326"/>
                  </a:cubicBezTo>
                  <a:cubicBezTo>
                    <a:pt x="32" y="325"/>
                    <a:pt x="30" y="325"/>
                    <a:pt x="29" y="325"/>
                  </a:cubicBezTo>
                  <a:cubicBezTo>
                    <a:pt x="28" y="325"/>
                    <a:pt x="27" y="326"/>
                    <a:pt x="26" y="326"/>
                  </a:cubicBezTo>
                  <a:cubicBezTo>
                    <a:pt x="25" y="327"/>
                    <a:pt x="25" y="329"/>
                    <a:pt x="25" y="330"/>
                  </a:cubicBezTo>
                  <a:cubicBezTo>
                    <a:pt x="24" y="332"/>
                    <a:pt x="26" y="335"/>
                    <a:pt x="25" y="337"/>
                  </a:cubicBezTo>
                  <a:cubicBezTo>
                    <a:pt x="25" y="337"/>
                    <a:pt x="23" y="338"/>
                    <a:pt x="22" y="338"/>
                  </a:cubicBezTo>
                  <a:cubicBezTo>
                    <a:pt x="21" y="338"/>
                    <a:pt x="19" y="336"/>
                    <a:pt x="18" y="334"/>
                  </a:cubicBezTo>
                  <a:cubicBezTo>
                    <a:pt x="18" y="333"/>
                    <a:pt x="18" y="330"/>
                    <a:pt x="17" y="329"/>
                  </a:cubicBezTo>
                  <a:cubicBezTo>
                    <a:pt x="17" y="329"/>
                    <a:pt x="16" y="328"/>
                    <a:pt x="16" y="327"/>
                  </a:cubicBezTo>
                  <a:cubicBezTo>
                    <a:pt x="15" y="326"/>
                    <a:pt x="15" y="322"/>
                    <a:pt x="16" y="321"/>
                  </a:cubicBezTo>
                  <a:cubicBezTo>
                    <a:pt x="16" y="318"/>
                    <a:pt x="17" y="312"/>
                    <a:pt x="18" y="309"/>
                  </a:cubicBezTo>
                  <a:cubicBezTo>
                    <a:pt x="19" y="308"/>
                    <a:pt x="20" y="307"/>
                    <a:pt x="20" y="306"/>
                  </a:cubicBezTo>
                  <a:cubicBezTo>
                    <a:pt x="21" y="303"/>
                    <a:pt x="21" y="298"/>
                    <a:pt x="20" y="295"/>
                  </a:cubicBezTo>
                  <a:cubicBezTo>
                    <a:pt x="20" y="293"/>
                    <a:pt x="17" y="289"/>
                    <a:pt x="16" y="286"/>
                  </a:cubicBezTo>
                  <a:cubicBezTo>
                    <a:pt x="15" y="285"/>
                    <a:pt x="15" y="281"/>
                    <a:pt x="15" y="280"/>
                  </a:cubicBezTo>
                  <a:cubicBezTo>
                    <a:pt x="15" y="280"/>
                    <a:pt x="15" y="274"/>
                    <a:pt x="15" y="272"/>
                  </a:cubicBezTo>
                  <a:cubicBezTo>
                    <a:pt x="14" y="271"/>
                    <a:pt x="12" y="269"/>
                    <a:pt x="12" y="267"/>
                  </a:cubicBezTo>
                  <a:cubicBezTo>
                    <a:pt x="10" y="266"/>
                    <a:pt x="7" y="263"/>
                    <a:pt x="7" y="261"/>
                  </a:cubicBezTo>
                  <a:cubicBezTo>
                    <a:pt x="6" y="259"/>
                    <a:pt x="7" y="254"/>
                    <a:pt x="7" y="253"/>
                  </a:cubicBezTo>
                  <a:cubicBezTo>
                    <a:pt x="6" y="251"/>
                    <a:pt x="3" y="250"/>
                    <a:pt x="2" y="248"/>
                  </a:cubicBezTo>
                  <a:cubicBezTo>
                    <a:pt x="1" y="247"/>
                    <a:pt x="0" y="243"/>
                    <a:pt x="0" y="241"/>
                  </a:cubicBezTo>
                  <a:cubicBezTo>
                    <a:pt x="0" y="238"/>
                    <a:pt x="1" y="232"/>
                    <a:pt x="2" y="229"/>
                  </a:cubicBezTo>
                  <a:cubicBezTo>
                    <a:pt x="3" y="228"/>
                    <a:pt x="6" y="226"/>
                    <a:pt x="8" y="226"/>
                  </a:cubicBezTo>
                  <a:cubicBezTo>
                    <a:pt x="9" y="225"/>
                    <a:pt x="13" y="225"/>
                    <a:pt x="14" y="225"/>
                  </a:cubicBezTo>
                  <a:cubicBezTo>
                    <a:pt x="16" y="224"/>
                    <a:pt x="20" y="223"/>
                    <a:pt x="22" y="223"/>
                  </a:cubicBezTo>
                  <a:cubicBezTo>
                    <a:pt x="24" y="222"/>
                    <a:pt x="28" y="221"/>
                    <a:pt x="29" y="220"/>
                  </a:cubicBezTo>
                  <a:cubicBezTo>
                    <a:pt x="30" y="217"/>
                    <a:pt x="30" y="212"/>
                    <a:pt x="29" y="209"/>
                  </a:cubicBezTo>
                  <a:cubicBezTo>
                    <a:pt x="29" y="207"/>
                    <a:pt x="30" y="202"/>
                    <a:pt x="29" y="200"/>
                  </a:cubicBezTo>
                  <a:cubicBezTo>
                    <a:pt x="28" y="200"/>
                    <a:pt x="25" y="201"/>
                    <a:pt x="25" y="200"/>
                  </a:cubicBezTo>
                  <a:cubicBezTo>
                    <a:pt x="24" y="200"/>
                    <a:pt x="22" y="198"/>
                    <a:pt x="22" y="197"/>
                  </a:cubicBezTo>
                  <a:cubicBezTo>
                    <a:pt x="22" y="196"/>
                    <a:pt x="22" y="195"/>
                    <a:pt x="23" y="194"/>
                  </a:cubicBezTo>
                  <a:cubicBezTo>
                    <a:pt x="23" y="192"/>
                    <a:pt x="26" y="189"/>
                    <a:pt x="26" y="187"/>
                  </a:cubicBezTo>
                  <a:cubicBezTo>
                    <a:pt x="26" y="186"/>
                    <a:pt x="26" y="184"/>
                    <a:pt x="26" y="183"/>
                  </a:cubicBezTo>
                  <a:cubicBezTo>
                    <a:pt x="25" y="182"/>
                    <a:pt x="24" y="179"/>
                    <a:pt x="24" y="178"/>
                  </a:cubicBezTo>
                  <a:cubicBezTo>
                    <a:pt x="24" y="177"/>
                    <a:pt x="24" y="175"/>
                    <a:pt x="25" y="174"/>
                  </a:cubicBezTo>
                  <a:cubicBezTo>
                    <a:pt x="26" y="174"/>
                    <a:pt x="28" y="174"/>
                    <a:pt x="29" y="174"/>
                  </a:cubicBezTo>
                  <a:cubicBezTo>
                    <a:pt x="30" y="174"/>
                    <a:pt x="34" y="173"/>
                    <a:pt x="34" y="172"/>
                  </a:cubicBezTo>
                  <a:cubicBezTo>
                    <a:pt x="35" y="171"/>
                    <a:pt x="33" y="169"/>
                    <a:pt x="33" y="168"/>
                  </a:cubicBezTo>
                  <a:cubicBezTo>
                    <a:pt x="32" y="166"/>
                    <a:pt x="29" y="164"/>
                    <a:pt x="29" y="162"/>
                  </a:cubicBezTo>
                  <a:cubicBezTo>
                    <a:pt x="29" y="161"/>
                    <a:pt x="29" y="159"/>
                    <a:pt x="29" y="158"/>
                  </a:cubicBezTo>
                  <a:cubicBezTo>
                    <a:pt x="29" y="156"/>
                    <a:pt x="32" y="153"/>
                    <a:pt x="32" y="151"/>
                  </a:cubicBezTo>
                  <a:cubicBezTo>
                    <a:pt x="32" y="149"/>
                    <a:pt x="31" y="145"/>
                    <a:pt x="31" y="144"/>
                  </a:cubicBezTo>
                  <a:cubicBezTo>
                    <a:pt x="31" y="144"/>
                    <a:pt x="30" y="137"/>
                    <a:pt x="29" y="136"/>
                  </a:cubicBezTo>
                  <a:cubicBezTo>
                    <a:pt x="28" y="135"/>
                    <a:pt x="26" y="134"/>
                    <a:pt x="25" y="134"/>
                  </a:cubicBezTo>
                  <a:cubicBezTo>
                    <a:pt x="23" y="133"/>
                    <a:pt x="20" y="135"/>
                    <a:pt x="18" y="134"/>
                  </a:cubicBezTo>
                  <a:cubicBezTo>
                    <a:pt x="17" y="133"/>
                    <a:pt x="16" y="128"/>
                    <a:pt x="16" y="127"/>
                  </a:cubicBezTo>
                  <a:cubicBezTo>
                    <a:pt x="15" y="124"/>
                    <a:pt x="14" y="118"/>
                    <a:pt x="14" y="116"/>
                  </a:cubicBezTo>
                  <a:cubicBezTo>
                    <a:pt x="13" y="114"/>
                    <a:pt x="14" y="110"/>
                    <a:pt x="14" y="107"/>
                  </a:cubicBezTo>
                  <a:cubicBezTo>
                    <a:pt x="18" y="107"/>
                    <a:pt x="22" y="106"/>
                    <a:pt x="24" y="105"/>
                  </a:cubicBezTo>
                  <a:cubicBezTo>
                    <a:pt x="27" y="105"/>
                    <a:pt x="33" y="103"/>
                    <a:pt x="36" y="102"/>
                  </a:cubicBezTo>
                  <a:cubicBezTo>
                    <a:pt x="41" y="101"/>
                    <a:pt x="49" y="98"/>
                    <a:pt x="53" y="96"/>
                  </a:cubicBezTo>
                  <a:cubicBezTo>
                    <a:pt x="57" y="93"/>
                    <a:pt x="64" y="87"/>
                    <a:pt x="68" y="84"/>
                  </a:cubicBezTo>
                  <a:cubicBezTo>
                    <a:pt x="73" y="80"/>
                    <a:pt x="83" y="71"/>
                    <a:pt x="88" y="67"/>
                  </a:cubicBezTo>
                  <a:cubicBezTo>
                    <a:pt x="94" y="63"/>
                    <a:pt x="107" y="55"/>
                    <a:pt x="114" y="52"/>
                  </a:cubicBezTo>
                  <a:cubicBezTo>
                    <a:pt x="121" y="49"/>
                    <a:pt x="135" y="45"/>
                    <a:pt x="142" y="43"/>
                  </a:cubicBezTo>
                  <a:cubicBezTo>
                    <a:pt x="146" y="41"/>
                    <a:pt x="153" y="38"/>
                    <a:pt x="157" y="37"/>
                  </a:cubicBezTo>
                  <a:cubicBezTo>
                    <a:pt x="163" y="35"/>
                    <a:pt x="174" y="34"/>
                    <a:pt x="180" y="33"/>
                  </a:cubicBezTo>
                  <a:cubicBezTo>
                    <a:pt x="185" y="32"/>
                    <a:pt x="194" y="31"/>
                    <a:pt x="199" y="30"/>
                  </a:cubicBezTo>
                  <a:cubicBezTo>
                    <a:pt x="202" y="29"/>
                    <a:pt x="210" y="26"/>
                    <a:pt x="213" y="25"/>
                  </a:cubicBezTo>
                  <a:cubicBezTo>
                    <a:pt x="217" y="24"/>
                    <a:pt x="225" y="23"/>
                    <a:pt x="229" y="22"/>
                  </a:cubicBezTo>
                  <a:cubicBezTo>
                    <a:pt x="237" y="20"/>
                    <a:pt x="254" y="15"/>
                    <a:pt x="262" y="13"/>
                  </a:cubicBezTo>
                  <a:cubicBezTo>
                    <a:pt x="268" y="11"/>
                    <a:pt x="281" y="6"/>
                    <a:pt x="288" y="5"/>
                  </a:cubicBezTo>
                  <a:cubicBezTo>
                    <a:pt x="293" y="4"/>
                    <a:pt x="303" y="3"/>
                    <a:pt x="308" y="3"/>
                  </a:cubicBezTo>
                  <a:cubicBezTo>
                    <a:pt x="313" y="3"/>
                    <a:pt x="321" y="5"/>
                    <a:pt x="325" y="5"/>
                  </a:cubicBezTo>
                  <a:cubicBezTo>
                    <a:pt x="328" y="5"/>
                    <a:pt x="333" y="5"/>
                    <a:pt x="336" y="5"/>
                  </a:cubicBezTo>
                  <a:cubicBezTo>
                    <a:pt x="339" y="5"/>
                    <a:pt x="347" y="4"/>
                    <a:pt x="350" y="3"/>
                  </a:cubicBezTo>
                  <a:cubicBezTo>
                    <a:pt x="352" y="2"/>
                    <a:pt x="356" y="1"/>
                    <a:pt x="358" y="0"/>
                  </a:cubicBezTo>
                  <a:cubicBezTo>
                    <a:pt x="361" y="0"/>
                    <a:pt x="366" y="0"/>
                    <a:pt x="368" y="0"/>
                  </a:cubicBezTo>
                  <a:cubicBezTo>
                    <a:pt x="371" y="1"/>
                    <a:pt x="377" y="2"/>
                    <a:pt x="379" y="4"/>
                  </a:cubicBezTo>
                  <a:cubicBezTo>
                    <a:pt x="381" y="6"/>
                    <a:pt x="383" y="11"/>
                    <a:pt x="385" y="13"/>
                  </a:cubicBezTo>
                  <a:cubicBezTo>
                    <a:pt x="387" y="15"/>
                    <a:pt x="392" y="18"/>
                    <a:pt x="394" y="20"/>
                  </a:cubicBezTo>
                  <a:cubicBezTo>
                    <a:pt x="396" y="21"/>
                    <a:pt x="402" y="24"/>
                    <a:pt x="405" y="26"/>
                  </a:cubicBezTo>
                  <a:cubicBezTo>
                    <a:pt x="411" y="29"/>
                    <a:pt x="422" y="37"/>
                    <a:pt x="428" y="41"/>
                  </a:cubicBezTo>
                  <a:cubicBezTo>
                    <a:pt x="433" y="45"/>
                    <a:pt x="445" y="51"/>
                    <a:pt x="451" y="55"/>
                  </a:cubicBezTo>
                  <a:cubicBezTo>
                    <a:pt x="455" y="58"/>
                    <a:pt x="464" y="67"/>
                    <a:pt x="468" y="71"/>
                  </a:cubicBezTo>
                  <a:cubicBezTo>
                    <a:pt x="471" y="73"/>
                    <a:pt x="476" y="78"/>
                    <a:pt x="478" y="82"/>
                  </a:cubicBezTo>
                  <a:cubicBezTo>
                    <a:pt x="479" y="84"/>
                    <a:pt x="480" y="90"/>
                    <a:pt x="480" y="94"/>
                  </a:cubicBezTo>
                  <a:cubicBezTo>
                    <a:pt x="480" y="95"/>
                    <a:pt x="481" y="99"/>
                    <a:pt x="479" y="100"/>
                  </a:cubicBezTo>
                  <a:cubicBezTo>
                    <a:pt x="477" y="101"/>
                    <a:pt x="473" y="96"/>
                    <a:pt x="471" y="94"/>
                  </a:cubicBezTo>
                  <a:cubicBezTo>
                    <a:pt x="470" y="93"/>
                    <a:pt x="466" y="90"/>
                    <a:pt x="465" y="88"/>
                  </a:cubicBezTo>
                  <a:cubicBezTo>
                    <a:pt x="464" y="87"/>
                    <a:pt x="463" y="83"/>
                    <a:pt x="463" y="81"/>
                  </a:cubicBezTo>
                  <a:cubicBezTo>
                    <a:pt x="462" y="79"/>
                    <a:pt x="461" y="74"/>
                    <a:pt x="460" y="72"/>
                  </a:cubicBezTo>
                  <a:cubicBezTo>
                    <a:pt x="459" y="71"/>
                    <a:pt x="458" y="68"/>
                    <a:pt x="458" y="68"/>
                  </a:cubicBezTo>
                  <a:cubicBezTo>
                    <a:pt x="456" y="66"/>
                    <a:pt x="452" y="64"/>
                    <a:pt x="450" y="63"/>
                  </a:cubicBezTo>
                  <a:cubicBezTo>
                    <a:pt x="448" y="62"/>
                    <a:pt x="443" y="62"/>
                    <a:pt x="442" y="60"/>
                  </a:cubicBezTo>
                  <a:cubicBezTo>
                    <a:pt x="440" y="59"/>
                    <a:pt x="440" y="55"/>
                    <a:pt x="439" y="53"/>
                  </a:cubicBezTo>
                  <a:cubicBezTo>
                    <a:pt x="437" y="52"/>
                    <a:pt x="432" y="51"/>
                    <a:pt x="430" y="50"/>
                  </a:cubicBezTo>
                  <a:cubicBezTo>
                    <a:pt x="427" y="48"/>
                    <a:pt x="422" y="45"/>
                    <a:pt x="419" y="43"/>
                  </a:cubicBezTo>
                  <a:cubicBezTo>
                    <a:pt x="417" y="41"/>
                    <a:pt x="412" y="36"/>
                    <a:pt x="410" y="34"/>
                  </a:cubicBezTo>
                  <a:cubicBezTo>
                    <a:pt x="406" y="32"/>
                    <a:pt x="399" y="27"/>
                    <a:pt x="394" y="26"/>
                  </a:cubicBezTo>
                  <a:cubicBezTo>
                    <a:pt x="393" y="25"/>
                    <a:pt x="390" y="24"/>
                    <a:pt x="389" y="24"/>
                  </a:cubicBezTo>
                  <a:cubicBezTo>
                    <a:pt x="388" y="25"/>
                    <a:pt x="387" y="30"/>
                    <a:pt x="387" y="32"/>
                  </a:cubicBezTo>
                  <a:cubicBezTo>
                    <a:pt x="386" y="33"/>
                    <a:pt x="385" y="37"/>
                    <a:pt x="385" y="38"/>
                  </a:cubicBezTo>
                  <a:cubicBezTo>
                    <a:pt x="384" y="41"/>
                    <a:pt x="383" y="47"/>
                    <a:pt x="385" y="50"/>
                  </a:cubicBezTo>
                  <a:cubicBezTo>
                    <a:pt x="386" y="51"/>
                    <a:pt x="389" y="52"/>
                    <a:pt x="390" y="53"/>
                  </a:cubicBezTo>
                  <a:cubicBezTo>
                    <a:pt x="393" y="54"/>
                    <a:pt x="399" y="55"/>
                    <a:pt x="401" y="58"/>
                  </a:cubicBezTo>
                  <a:cubicBezTo>
                    <a:pt x="402" y="59"/>
                    <a:pt x="401" y="63"/>
                    <a:pt x="401" y="65"/>
                  </a:cubicBezTo>
                  <a:cubicBezTo>
                    <a:pt x="401" y="69"/>
                    <a:pt x="400" y="75"/>
                    <a:pt x="401" y="78"/>
                  </a:cubicBezTo>
                  <a:cubicBezTo>
                    <a:pt x="402" y="80"/>
                    <a:pt x="404" y="86"/>
                    <a:pt x="406" y="86"/>
                  </a:cubicBezTo>
                  <a:cubicBezTo>
                    <a:pt x="408" y="86"/>
                    <a:pt x="409" y="81"/>
                    <a:pt x="411" y="81"/>
                  </a:cubicBezTo>
                  <a:cubicBezTo>
                    <a:pt x="412" y="81"/>
                    <a:pt x="413" y="86"/>
                    <a:pt x="413" y="87"/>
                  </a:cubicBezTo>
                  <a:cubicBezTo>
                    <a:pt x="413" y="90"/>
                    <a:pt x="413" y="95"/>
                    <a:pt x="413" y="98"/>
                  </a:cubicBezTo>
                  <a:cubicBezTo>
                    <a:pt x="413" y="100"/>
                    <a:pt x="414" y="104"/>
                    <a:pt x="415" y="106"/>
                  </a:cubicBezTo>
                  <a:cubicBezTo>
                    <a:pt x="416" y="110"/>
                    <a:pt x="420" y="116"/>
                    <a:pt x="421" y="119"/>
                  </a:cubicBezTo>
                  <a:cubicBezTo>
                    <a:pt x="423" y="126"/>
                    <a:pt x="421" y="139"/>
                    <a:pt x="421" y="146"/>
                  </a:cubicBezTo>
                  <a:cubicBezTo>
                    <a:pt x="421" y="149"/>
                    <a:pt x="422" y="155"/>
                    <a:pt x="423" y="157"/>
                  </a:cubicBezTo>
                  <a:cubicBezTo>
                    <a:pt x="424" y="160"/>
                    <a:pt x="428" y="165"/>
                    <a:pt x="430" y="166"/>
                  </a:cubicBezTo>
                  <a:cubicBezTo>
                    <a:pt x="432" y="168"/>
                    <a:pt x="438" y="168"/>
                    <a:pt x="440" y="170"/>
                  </a:cubicBezTo>
                  <a:cubicBezTo>
                    <a:pt x="442" y="170"/>
                    <a:pt x="445" y="173"/>
                    <a:pt x="447" y="174"/>
                  </a:cubicBezTo>
                  <a:cubicBezTo>
                    <a:pt x="449" y="176"/>
                    <a:pt x="454" y="182"/>
                    <a:pt x="457" y="183"/>
                  </a:cubicBezTo>
                  <a:cubicBezTo>
                    <a:pt x="460" y="185"/>
                    <a:pt x="468" y="184"/>
                    <a:pt x="471" y="186"/>
                  </a:cubicBezTo>
                  <a:cubicBezTo>
                    <a:pt x="474" y="187"/>
                    <a:pt x="478" y="192"/>
                    <a:pt x="480" y="193"/>
                  </a:cubicBezTo>
                  <a:cubicBezTo>
                    <a:pt x="484" y="194"/>
                    <a:pt x="491" y="194"/>
                    <a:pt x="495" y="194"/>
                  </a:cubicBezTo>
                  <a:cubicBezTo>
                    <a:pt x="502" y="194"/>
                    <a:pt x="516" y="194"/>
                    <a:pt x="523" y="194"/>
                  </a:cubicBezTo>
                  <a:cubicBezTo>
                    <a:pt x="529" y="194"/>
                    <a:pt x="540" y="193"/>
                    <a:pt x="546" y="193"/>
                  </a:cubicBezTo>
                  <a:cubicBezTo>
                    <a:pt x="552" y="192"/>
                    <a:pt x="563" y="192"/>
                    <a:pt x="569" y="191"/>
                  </a:cubicBezTo>
                  <a:cubicBezTo>
                    <a:pt x="576" y="191"/>
                    <a:pt x="588" y="190"/>
                    <a:pt x="594" y="188"/>
                  </a:cubicBezTo>
                  <a:cubicBezTo>
                    <a:pt x="601" y="187"/>
                    <a:pt x="614" y="181"/>
                    <a:pt x="621" y="178"/>
                  </a:cubicBezTo>
                  <a:cubicBezTo>
                    <a:pt x="628" y="175"/>
                    <a:pt x="643" y="168"/>
                    <a:pt x="650" y="164"/>
                  </a:cubicBezTo>
                  <a:cubicBezTo>
                    <a:pt x="653" y="162"/>
                    <a:pt x="659" y="156"/>
                    <a:pt x="662" y="154"/>
                  </a:cubicBezTo>
                  <a:cubicBezTo>
                    <a:pt x="663" y="153"/>
                    <a:pt x="666" y="151"/>
                    <a:pt x="668" y="151"/>
                  </a:cubicBezTo>
                  <a:cubicBezTo>
                    <a:pt x="669" y="151"/>
                    <a:pt x="672" y="151"/>
                    <a:pt x="673" y="1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7"/>
            <p:cNvSpPr>
              <a:spLocks/>
            </p:cNvSpPr>
            <p:nvPr/>
          </p:nvSpPr>
          <p:spPr bwMode="auto">
            <a:xfrm>
              <a:off x="2971800" y="2151063"/>
              <a:ext cx="641350" cy="982663"/>
            </a:xfrm>
            <a:custGeom>
              <a:avLst/>
              <a:gdLst/>
              <a:ahLst/>
              <a:cxnLst>
                <a:cxn ang="0">
                  <a:pos x="355" y="87"/>
                </a:cxn>
                <a:cxn ang="0">
                  <a:pos x="342" y="128"/>
                </a:cxn>
                <a:cxn ang="0">
                  <a:pos x="303" y="161"/>
                </a:cxn>
                <a:cxn ang="0">
                  <a:pos x="302" y="207"/>
                </a:cxn>
                <a:cxn ang="0">
                  <a:pos x="315" y="244"/>
                </a:cxn>
                <a:cxn ang="0">
                  <a:pos x="306" y="262"/>
                </a:cxn>
                <a:cxn ang="0">
                  <a:pos x="311" y="278"/>
                </a:cxn>
                <a:cxn ang="0">
                  <a:pos x="312" y="319"/>
                </a:cxn>
                <a:cxn ang="0">
                  <a:pos x="315" y="380"/>
                </a:cxn>
                <a:cxn ang="0">
                  <a:pos x="328" y="405"/>
                </a:cxn>
                <a:cxn ang="0">
                  <a:pos x="334" y="433"/>
                </a:cxn>
                <a:cxn ang="0">
                  <a:pos x="363" y="441"/>
                </a:cxn>
                <a:cxn ang="0">
                  <a:pos x="376" y="464"/>
                </a:cxn>
                <a:cxn ang="0">
                  <a:pos x="384" y="480"/>
                </a:cxn>
                <a:cxn ang="0">
                  <a:pos x="405" y="475"/>
                </a:cxn>
                <a:cxn ang="0">
                  <a:pos x="435" y="489"/>
                </a:cxn>
                <a:cxn ang="0">
                  <a:pos x="443" y="520"/>
                </a:cxn>
                <a:cxn ang="0">
                  <a:pos x="417" y="559"/>
                </a:cxn>
                <a:cxn ang="0">
                  <a:pos x="390" y="564"/>
                </a:cxn>
                <a:cxn ang="0">
                  <a:pos x="383" y="540"/>
                </a:cxn>
                <a:cxn ang="0">
                  <a:pos x="362" y="523"/>
                </a:cxn>
                <a:cxn ang="0">
                  <a:pos x="338" y="516"/>
                </a:cxn>
                <a:cxn ang="0">
                  <a:pos x="334" y="524"/>
                </a:cxn>
                <a:cxn ang="0">
                  <a:pos x="303" y="556"/>
                </a:cxn>
                <a:cxn ang="0">
                  <a:pos x="292" y="599"/>
                </a:cxn>
                <a:cxn ang="0">
                  <a:pos x="260" y="624"/>
                </a:cxn>
                <a:cxn ang="0">
                  <a:pos x="235" y="643"/>
                </a:cxn>
                <a:cxn ang="0">
                  <a:pos x="213" y="623"/>
                </a:cxn>
                <a:cxn ang="0">
                  <a:pos x="181" y="636"/>
                </a:cxn>
                <a:cxn ang="0">
                  <a:pos x="165" y="664"/>
                </a:cxn>
                <a:cxn ang="0">
                  <a:pos x="144" y="648"/>
                </a:cxn>
                <a:cxn ang="0">
                  <a:pos x="114" y="662"/>
                </a:cxn>
                <a:cxn ang="0">
                  <a:pos x="86" y="685"/>
                </a:cxn>
                <a:cxn ang="0">
                  <a:pos x="80" y="637"/>
                </a:cxn>
                <a:cxn ang="0">
                  <a:pos x="21" y="615"/>
                </a:cxn>
                <a:cxn ang="0">
                  <a:pos x="39" y="545"/>
                </a:cxn>
                <a:cxn ang="0">
                  <a:pos x="14" y="491"/>
                </a:cxn>
                <a:cxn ang="0">
                  <a:pos x="34" y="415"/>
                </a:cxn>
                <a:cxn ang="0">
                  <a:pos x="34" y="329"/>
                </a:cxn>
                <a:cxn ang="0">
                  <a:pos x="7" y="253"/>
                </a:cxn>
                <a:cxn ang="0">
                  <a:pos x="27" y="194"/>
                </a:cxn>
                <a:cxn ang="0">
                  <a:pos x="26" y="171"/>
                </a:cxn>
                <a:cxn ang="0">
                  <a:pos x="61" y="175"/>
                </a:cxn>
                <a:cxn ang="0">
                  <a:pos x="78" y="142"/>
                </a:cxn>
                <a:cxn ang="0">
                  <a:pos x="93" y="107"/>
                </a:cxn>
                <a:cxn ang="0">
                  <a:pos x="107" y="95"/>
                </a:cxn>
                <a:cxn ang="0">
                  <a:pos x="122" y="99"/>
                </a:cxn>
                <a:cxn ang="0">
                  <a:pos x="137" y="102"/>
                </a:cxn>
                <a:cxn ang="0">
                  <a:pos x="192" y="81"/>
                </a:cxn>
                <a:cxn ang="0">
                  <a:pos x="199" y="58"/>
                </a:cxn>
                <a:cxn ang="0">
                  <a:pos x="246" y="41"/>
                </a:cxn>
                <a:cxn ang="0">
                  <a:pos x="282" y="53"/>
                </a:cxn>
                <a:cxn ang="0">
                  <a:pos x="306" y="43"/>
                </a:cxn>
                <a:cxn ang="0">
                  <a:pos x="308" y="27"/>
                </a:cxn>
                <a:cxn ang="0">
                  <a:pos x="331" y="7"/>
                </a:cxn>
                <a:cxn ang="0">
                  <a:pos x="363" y="19"/>
                </a:cxn>
              </a:cxnLst>
              <a:rect l="0" t="0" r="r" b="b"/>
              <a:pathLst>
                <a:path w="447" h="685">
                  <a:moveTo>
                    <a:pt x="356" y="31"/>
                  </a:moveTo>
                  <a:cubicBezTo>
                    <a:pt x="356" y="31"/>
                    <a:pt x="356" y="31"/>
                    <a:pt x="356" y="31"/>
                  </a:cubicBezTo>
                  <a:cubicBezTo>
                    <a:pt x="355" y="33"/>
                    <a:pt x="353" y="34"/>
                    <a:pt x="352" y="36"/>
                  </a:cubicBezTo>
                  <a:cubicBezTo>
                    <a:pt x="351" y="38"/>
                    <a:pt x="350" y="42"/>
                    <a:pt x="351" y="44"/>
                  </a:cubicBezTo>
                  <a:cubicBezTo>
                    <a:pt x="351" y="46"/>
                    <a:pt x="352" y="50"/>
                    <a:pt x="353" y="52"/>
                  </a:cubicBezTo>
                  <a:cubicBezTo>
                    <a:pt x="353" y="55"/>
                    <a:pt x="355" y="59"/>
                    <a:pt x="355" y="61"/>
                  </a:cubicBezTo>
                  <a:cubicBezTo>
                    <a:pt x="356" y="65"/>
                    <a:pt x="356" y="71"/>
                    <a:pt x="356" y="75"/>
                  </a:cubicBezTo>
                  <a:cubicBezTo>
                    <a:pt x="356" y="78"/>
                    <a:pt x="355" y="84"/>
                    <a:pt x="355" y="87"/>
                  </a:cubicBezTo>
                  <a:cubicBezTo>
                    <a:pt x="355" y="89"/>
                    <a:pt x="356" y="93"/>
                    <a:pt x="355" y="95"/>
                  </a:cubicBezTo>
                  <a:cubicBezTo>
                    <a:pt x="355" y="97"/>
                    <a:pt x="355" y="100"/>
                    <a:pt x="354" y="101"/>
                  </a:cubicBezTo>
                  <a:cubicBezTo>
                    <a:pt x="353" y="102"/>
                    <a:pt x="349" y="103"/>
                    <a:pt x="348" y="104"/>
                  </a:cubicBezTo>
                  <a:cubicBezTo>
                    <a:pt x="347" y="105"/>
                    <a:pt x="347" y="108"/>
                    <a:pt x="346" y="109"/>
                  </a:cubicBezTo>
                  <a:cubicBezTo>
                    <a:pt x="344" y="111"/>
                    <a:pt x="338" y="111"/>
                    <a:pt x="336" y="113"/>
                  </a:cubicBezTo>
                  <a:cubicBezTo>
                    <a:pt x="335" y="114"/>
                    <a:pt x="334" y="119"/>
                    <a:pt x="333" y="121"/>
                  </a:cubicBezTo>
                  <a:cubicBezTo>
                    <a:pt x="333" y="122"/>
                    <a:pt x="334" y="125"/>
                    <a:pt x="334" y="126"/>
                  </a:cubicBezTo>
                  <a:cubicBezTo>
                    <a:pt x="336" y="127"/>
                    <a:pt x="340" y="126"/>
                    <a:pt x="342" y="128"/>
                  </a:cubicBezTo>
                  <a:cubicBezTo>
                    <a:pt x="343" y="130"/>
                    <a:pt x="342" y="136"/>
                    <a:pt x="342" y="139"/>
                  </a:cubicBezTo>
                  <a:cubicBezTo>
                    <a:pt x="342" y="141"/>
                    <a:pt x="341" y="146"/>
                    <a:pt x="341" y="148"/>
                  </a:cubicBezTo>
                  <a:cubicBezTo>
                    <a:pt x="341" y="149"/>
                    <a:pt x="340" y="152"/>
                    <a:pt x="340" y="153"/>
                  </a:cubicBezTo>
                  <a:cubicBezTo>
                    <a:pt x="339" y="154"/>
                    <a:pt x="335" y="156"/>
                    <a:pt x="334" y="156"/>
                  </a:cubicBezTo>
                  <a:cubicBezTo>
                    <a:pt x="332" y="157"/>
                    <a:pt x="329" y="157"/>
                    <a:pt x="328" y="157"/>
                  </a:cubicBezTo>
                  <a:cubicBezTo>
                    <a:pt x="326" y="157"/>
                    <a:pt x="323" y="158"/>
                    <a:pt x="321" y="158"/>
                  </a:cubicBezTo>
                  <a:cubicBezTo>
                    <a:pt x="319" y="159"/>
                    <a:pt x="314" y="158"/>
                    <a:pt x="311" y="158"/>
                  </a:cubicBezTo>
                  <a:cubicBezTo>
                    <a:pt x="309" y="159"/>
                    <a:pt x="305" y="160"/>
                    <a:pt x="303" y="161"/>
                  </a:cubicBezTo>
                  <a:cubicBezTo>
                    <a:pt x="302" y="162"/>
                    <a:pt x="302" y="165"/>
                    <a:pt x="302" y="166"/>
                  </a:cubicBezTo>
                  <a:cubicBezTo>
                    <a:pt x="302" y="168"/>
                    <a:pt x="304" y="171"/>
                    <a:pt x="304" y="172"/>
                  </a:cubicBezTo>
                  <a:cubicBezTo>
                    <a:pt x="304" y="173"/>
                    <a:pt x="303" y="176"/>
                    <a:pt x="302" y="177"/>
                  </a:cubicBezTo>
                  <a:cubicBezTo>
                    <a:pt x="301" y="178"/>
                    <a:pt x="299" y="177"/>
                    <a:pt x="298" y="178"/>
                  </a:cubicBezTo>
                  <a:cubicBezTo>
                    <a:pt x="297" y="180"/>
                    <a:pt x="297" y="185"/>
                    <a:pt x="297" y="187"/>
                  </a:cubicBezTo>
                  <a:cubicBezTo>
                    <a:pt x="297" y="190"/>
                    <a:pt x="297" y="195"/>
                    <a:pt x="297" y="197"/>
                  </a:cubicBezTo>
                  <a:cubicBezTo>
                    <a:pt x="298" y="199"/>
                    <a:pt x="298" y="202"/>
                    <a:pt x="299" y="203"/>
                  </a:cubicBezTo>
                  <a:cubicBezTo>
                    <a:pt x="300" y="204"/>
                    <a:pt x="302" y="206"/>
                    <a:pt x="302" y="207"/>
                  </a:cubicBezTo>
                  <a:cubicBezTo>
                    <a:pt x="303" y="208"/>
                    <a:pt x="302" y="212"/>
                    <a:pt x="302" y="213"/>
                  </a:cubicBezTo>
                  <a:cubicBezTo>
                    <a:pt x="302" y="214"/>
                    <a:pt x="302" y="217"/>
                    <a:pt x="303" y="218"/>
                  </a:cubicBezTo>
                  <a:cubicBezTo>
                    <a:pt x="303" y="219"/>
                    <a:pt x="306" y="219"/>
                    <a:pt x="306" y="220"/>
                  </a:cubicBezTo>
                  <a:cubicBezTo>
                    <a:pt x="307" y="222"/>
                    <a:pt x="307" y="224"/>
                    <a:pt x="307" y="226"/>
                  </a:cubicBezTo>
                  <a:cubicBezTo>
                    <a:pt x="307" y="227"/>
                    <a:pt x="306" y="229"/>
                    <a:pt x="306" y="230"/>
                  </a:cubicBezTo>
                  <a:cubicBezTo>
                    <a:pt x="306" y="231"/>
                    <a:pt x="305" y="233"/>
                    <a:pt x="306" y="234"/>
                  </a:cubicBezTo>
                  <a:cubicBezTo>
                    <a:pt x="307" y="236"/>
                    <a:pt x="311" y="237"/>
                    <a:pt x="312" y="238"/>
                  </a:cubicBezTo>
                  <a:cubicBezTo>
                    <a:pt x="313" y="239"/>
                    <a:pt x="315" y="242"/>
                    <a:pt x="315" y="244"/>
                  </a:cubicBezTo>
                  <a:cubicBezTo>
                    <a:pt x="315" y="245"/>
                    <a:pt x="316" y="249"/>
                    <a:pt x="316" y="250"/>
                  </a:cubicBezTo>
                  <a:cubicBezTo>
                    <a:pt x="316" y="252"/>
                    <a:pt x="315" y="255"/>
                    <a:pt x="315" y="257"/>
                  </a:cubicBezTo>
                  <a:cubicBezTo>
                    <a:pt x="315" y="258"/>
                    <a:pt x="316" y="260"/>
                    <a:pt x="316" y="260"/>
                  </a:cubicBezTo>
                  <a:cubicBezTo>
                    <a:pt x="316" y="262"/>
                    <a:pt x="316" y="265"/>
                    <a:pt x="315" y="267"/>
                  </a:cubicBezTo>
                  <a:cubicBezTo>
                    <a:pt x="314" y="267"/>
                    <a:pt x="312" y="269"/>
                    <a:pt x="311" y="269"/>
                  </a:cubicBezTo>
                  <a:cubicBezTo>
                    <a:pt x="310" y="269"/>
                    <a:pt x="308" y="268"/>
                    <a:pt x="307" y="267"/>
                  </a:cubicBezTo>
                  <a:cubicBezTo>
                    <a:pt x="307" y="266"/>
                    <a:pt x="306" y="265"/>
                    <a:pt x="306" y="265"/>
                  </a:cubicBezTo>
                  <a:cubicBezTo>
                    <a:pt x="306" y="264"/>
                    <a:pt x="306" y="263"/>
                    <a:pt x="306" y="262"/>
                  </a:cubicBezTo>
                  <a:cubicBezTo>
                    <a:pt x="306" y="261"/>
                    <a:pt x="306" y="259"/>
                    <a:pt x="305" y="258"/>
                  </a:cubicBezTo>
                  <a:cubicBezTo>
                    <a:pt x="305" y="258"/>
                    <a:pt x="304" y="257"/>
                    <a:pt x="303" y="256"/>
                  </a:cubicBezTo>
                  <a:cubicBezTo>
                    <a:pt x="302" y="256"/>
                    <a:pt x="300" y="257"/>
                    <a:pt x="299" y="258"/>
                  </a:cubicBezTo>
                  <a:cubicBezTo>
                    <a:pt x="298" y="258"/>
                    <a:pt x="297" y="261"/>
                    <a:pt x="297" y="262"/>
                  </a:cubicBezTo>
                  <a:cubicBezTo>
                    <a:pt x="297" y="264"/>
                    <a:pt x="297" y="267"/>
                    <a:pt x="297" y="268"/>
                  </a:cubicBezTo>
                  <a:cubicBezTo>
                    <a:pt x="298" y="270"/>
                    <a:pt x="301" y="271"/>
                    <a:pt x="302" y="272"/>
                  </a:cubicBezTo>
                  <a:cubicBezTo>
                    <a:pt x="303" y="273"/>
                    <a:pt x="305" y="275"/>
                    <a:pt x="306" y="276"/>
                  </a:cubicBezTo>
                  <a:cubicBezTo>
                    <a:pt x="307" y="276"/>
                    <a:pt x="309" y="277"/>
                    <a:pt x="311" y="278"/>
                  </a:cubicBezTo>
                  <a:cubicBezTo>
                    <a:pt x="312" y="279"/>
                    <a:pt x="314" y="280"/>
                    <a:pt x="315" y="281"/>
                  </a:cubicBezTo>
                  <a:cubicBezTo>
                    <a:pt x="317" y="282"/>
                    <a:pt x="319" y="285"/>
                    <a:pt x="319" y="287"/>
                  </a:cubicBezTo>
                  <a:cubicBezTo>
                    <a:pt x="320" y="289"/>
                    <a:pt x="321" y="292"/>
                    <a:pt x="321" y="293"/>
                  </a:cubicBezTo>
                  <a:cubicBezTo>
                    <a:pt x="321" y="295"/>
                    <a:pt x="320" y="298"/>
                    <a:pt x="320" y="299"/>
                  </a:cubicBezTo>
                  <a:cubicBezTo>
                    <a:pt x="320" y="302"/>
                    <a:pt x="321" y="307"/>
                    <a:pt x="321" y="310"/>
                  </a:cubicBezTo>
                  <a:cubicBezTo>
                    <a:pt x="320" y="311"/>
                    <a:pt x="320" y="314"/>
                    <a:pt x="319" y="315"/>
                  </a:cubicBezTo>
                  <a:cubicBezTo>
                    <a:pt x="319" y="316"/>
                    <a:pt x="317" y="317"/>
                    <a:pt x="316" y="317"/>
                  </a:cubicBezTo>
                  <a:cubicBezTo>
                    <a:pt x="315" y="318"/>
                    <a:pt x="313" y="318"/>
                    <a:pt x="312" y="319"/>
                  </a:cubicBezTo>
                  <a:cubicBezTo>
                    <a:pt x="311" y="320"/>
                    <a:pt x="311" y="323"/>
                    <a:pt x="310" y="325"/>
                  </a:cubicBezTo>
                  <a:cubicBezTo>
                    <a:pt x="310" y="327"/>
                    <a:pt x="309" y="332"/>
                    <a:pt x="309" y="334"/>
                  </a:cubicBezTo>
                  <a:cubicBezTo>
                    <a:pt x="309" y="337"/>
                    <a:pt x="310" y="343"/>
                    <a:pt x="310" y="346"/>
                  </a:cubicBezTo>
                  <a:cubicBezTo>
                    <a:pt x="310" y="349"/>
                    <a:pt x="309" y="354"/>
                    <a:pt x="309" y="357"/>
                  </a:cubicBezTo>
                  <a:cubicBezTo>
                    <a:pt x="309" y="359"/>
                    <a:pt x="308" y="362"/>
                    <a:pt x="309" y="364"/>
                  </a:cubicBezTo>
                  <a:cubicBezTo>
                    <a:pt x="309" y="366"/>
                    <a:pt x="311" y="369"/>
                    <a:pt x="312" y="370"/>
                  </a:cubicBezTo>
                  <a:cubicBezTo>
                    <a:pt x="313" y="371"/>
                    <a:pt x="314" y="372"/>
                    <a:pt x="315" y="373"/>
                  </a:cubicBezTo>
                  <a:cubicBezTo>
                    <a:pt x="315" y="375"/>
                    <a:pt x="315" y="378"/>
                    <a:pt x="315" y="380"/>
                  </a:cubicBezTo>
                  <a:cubicBezTo>
                    <a:pt x="315" y="381"/>
                    <a:pt x="314" y="384"/>
                    <a:pt x="313" y="385"/>
                  </a:cubicBezTo>
                  <a:cubicBezTo>
                    <a:pt x="313" y="386"/>
                    <a:pt x="310" y="387"/>
                    <a:pt x="310" y="388"/>
                  </a:cubicBezTo>
                  <a:cubicBezTo>
                    <a:pt x="309" y="389"/>
                    <a:pt x="309" y="392"/>
                    <a:pt x="309" y="394"/>
                  </a:cubicBezTo>
                  <a:cubicBezTo>
                    <a:pt x="309" y="395"/>
                    <a:pt x="309" y="399"/>
                    <a:pt x="310" y="400"/>
                  </a:cubicBezTo>
                  <a:cubicBezTo>
                    <a:pt x="311" y="402"/>
                    <a:pt x="314" y="403"/>
                    <a:pt x="315" y="404"/>
                  </a:cubicBezTo>
                  <a:cubicBezTo>
                    <a:pt x="316" y="404"/>
                    <a:pt x="318" y="405"/>
                    <a:pt x="319" y="405"/>
                  </a:cubicBezTo>
                  <a:cubicBezTo>
                    <a:pt x="320" y="405"/>
                    <a:pt x="322" y="406"/>
                    <a:pt x="323" y="406"/>
                  </a:cubicBezTo>
                  <a:cubicBezTo>
                    <a:pt x="324" y="406"/>
                    <a:pt x="327" y="405"/>
                    <a:pt x="328" y="405"/>
                  </a:cubicBezTo>
                  <a:cubicBezTo>
                    <a:pt x="329" y="405"/>
                    <a:pt x="332" y="405"/>
                    <a:pt x="333" y="406"/>
                  </a:cubicBezTo>
                  <a:cubicBezTo>
                    <a:pt x="334" y="406"/>
                    <a:pt x="336" y="407"/>
                    <a:pt x="337" y="408"/>
                  </a:cubicBezTo>
                  <a:cubicBezTo>
                    <a:pt x="338" y="409"/>
                    <a:pt x="339" y="412"/>
                    <a:pt x="339" y="414"/>
                  </a:cubicBezTo>
                  <a:cubicBezTo>
                    <a:pt x="339" y="415"/>
                    <a:pt x="339" y="418"/>
                    <a:pt x="339" y="419"/>
                  </a:cubicBezTo>
                  <a:cubicBezTo>
                    <a:pt x="338" y="420"/>
                    <a:pt x="337" y="421"/>
                    <a:pt x="336" y="422"/>
                  </a:cubicBezTo>
                  <a:cubicBezTo>
                    <a:pt x="335" y="422"/>
                    <a:pt x="333" y="423"/>
                    <a:pt x="332" y="424"/>
                  </a:cubicBezTo>
                  <a:cubicBezTo>
                    <a:pt x="332" y="424"/>
                    <a:pt x="332" y="426"/>
                    <a:pt x="332" y="427"/>
                  </a:cubicBezTo>
                  <a:cubicBezTo>
                    <a:pt x="333" y="429"/>
                    <a:pt x="333" y="432"/>
                    <a:pt x="334" y="433"/>
                  </a:cubicBezTo>
                  <a:cubicBezTo>
                    <a:pt x="335" y="434"/>
                    <a:pt x="336" y="436"/>
                    <a:pt x="337" y="436"/>
                  </a:cubicBezTo>
                  <a:cubicBezTo>
                    <a:pt x="337" y="437"/>
                    <a:pt x="340" y="437"/>
                    <a:pt x="340" y="437"/>
                  </a:cubicBezTo>
                  <a:cubicBezTo>
                    <a:pt x="341" y="438"/>
                    <a:pt x="342" y="441"/>
                    <a:pt x="343" y="442"/>
                  </a:cubicBezTo>
                  <a:cubicBezTo>
                    <a:pt x="343" y="442"/>
                    <a:pt x="344" y="444"/>
                    <a:pt x="345" y="445"/>
                  </a:cubicBezTo>
                  <a:cubicBezTo>
                    <a:pt x="346" y="446"/>
                    <a:pt x="350" y="446"/>
                    <a:pt x="350" y="446"/>
                  </a:cubicBezTo>
                  <a:cubicBezTo>
                    <a:pt x="350" y="446"/>
                    <a:pt x="355" y="446"/>
                    <a:pt x="356" y="445"/>
                  </a:cubicBezTo>
                  <a:cubicBezTo>
                    <a:pt x="357" y="445"/>
                    <a:pt x="358" y="443"/>
                    <a:pt x="358" y="443"/>
                  </a:cubicBezTo>
                  <a:cubicBezTo>
                    <a:pt x="359" y="442"/>
                    <a:pt x="362" y="442"/>
                    <a:pt x="363" y="441"/>
                  </a:cubicBezTo>
                  <a:cubicBezTo>
                    <a:pt x="364" y="441"/>
                    <a:pt x="367" y="439"/>
                    <a:pt x="369" y="439"/>
                  </a:cubicBezTo>
                  <a:cubicBezTo>
                    <a:pt x="370" y="439"/>
                    <a:pt x="372" y="439"/>
                    <a:pt x="372" y="440"/>
                  </a:cubicBezTo>
                  <a:cubicBezTo>
                    <a:pt x="373" y="441"/>
                    <a:pt x="373" y="443"/>
                    <a:pt x="373" y="444"/>
                  </a:cubicBezTo>
                  <a:cubicBezTo>
                    <a:pt x="374" y="445"/>
                    <a:pt x="376" y="446"/>
                    <a:pt x="377" y="447"/>
                  </a:cubicBezTo>
                  <a:cubicBezTo>
                    <a:pt x="377" y="448"/>
                    <a:pt x="375" y="451"/>
                    <a:pt x="375" y="453"/>
                  </a:cubicBezTo>
                  <a:cubicBezTo>
                    <a:pt x="374" y="454"/>
                    <a:pt x="374" y="455"/>
                    <a:pt x="374" y="456"/>
                  </a:cubicBezTo>
                  <a:cubicBezTo>
                    <a:pt x="373" y="457"/>
                    <a:pt x="373" y="459"/>
                    <a:pt x="374" y="460"/>
                  </a:cubicBezTo>
                  <a:cubicBezTo>
                    <a:pt x="374" y="461"/>
                    <a:pt x="376" y="463"/>
                    <a:pt x="376" y="464"/>
                  </a:cubicBezTo>
                  <a:cubicBezTo>
                    <a:pt x="376" y="465"/>
                    <a:pt x="375" y="467"/>
                    <a:pt x="375" y="467"/>
                  </a:cubicBezTo>
                  <a:cubicBezTo>
                    <a:pt x="374" y="468"/>
                    <a:pt x="372" y="468"/>
                    <a:pt x="372" y="468"/>
                  </a:cubicBezTo>
                  <a:cubicBezTo>
                    <a:pt x="371" y="469"/>
                    <a:pt x="369" y="470"/>
                    <a:pt x="369" y="471"/>
                  </a:cubicBezTo>
                  <a:cubicBezTo>
                    <a:pt x="368" y="472"/>
                    <a:pt x="368" y="475"/>
                    <a:pt x="369" y="476"/>
                  </a:cubicBezTo>
                  <a:cubicBezTo>
                    <a:pt x="369" y="476"/>
                    <a:pt x="372" y="476"/>
                    <a:pt x="373" y="476"/>
                  </a:cubicBezTo>
                  <a:cubicBezTo>
                    <a:pt x="374" y="476"/>
                    <a:pt x="376" y="475"/>
                    <a:pt x="377" y="475"/>
                  </a:cubicBezTo>
                  <a:cubicBezTo>
                    <a:pt x="379" y="475"/>
                    <a:pt x="381" y="476"/>
                    <a:pt x="382" y="477"/>
                  </a:cubicBezTo>
                  <a:cubicBezTo>
                    <a:pt x="383" y="477"/>
                    <a:pt x="383" y="480"/>
                    <a:pt x="384" y="480"/>
                  </a:cubicBezTo>
                  <a:cubicBezTo>
                    <a:pt x="385" y="481"/>
                    <a:pt x="388" y="482"/>
                    <a:pt x="389" y="482"/>
                  </a:cubicBezTo>
                  <a:cubicBezTo>
                    <a:pt x="390" y="482"/>
                    <a:pt x="392" y="482"/>
                    <a:pt x="393" y="481"/>
                  </a:cubicBezTo>
                  <a:cubicBezTo>
                    <a:pt x="393" y="481"/>
                    <a:pt x="393" y="479"/>
                    <a:pt x="394" y="479"/>
                  </a:cubicBezTo>
                  <a:cubicBezTo>
                    <a:pt x="395" y="479"/>
                    <a:pt x="394" y="482"/>
                    <a:pt x="395" y="483"/>
                  </a:cubicBezTo>
                  <a:cubicBezTo>
                    <a:pt x="395" y="484"/>
                    <a:pt x="396" y="484"/>
                    <a:pt x="397" y="484"/>
                  </a:cubicBezTo>
                  <a:cubicBezTo>
                    <a:pt x="398" y="484"/>
                    <a:pt x="400" y="484"/>
                    <a:pt x="401" y="483"/>
                  </a:cubicBezTo>
                  <a:cubicBezTo>
                    <a:pt x="401" y="482"/>
                    <a:pt x="402" y="480"/>
                    <a:pt x="402" y="479"/>
                  </a:cubicBezTo>
                  <a:cubicBezTo>
                    <a:pt x="403" y="478"/>
                    <a:pt x="404" y="476"/>
                    <a:pt x="405" y="475"/>
                  </a:cubicBezTo>
                  <a:cubicBezTo>
                    <a:pt x="405" y="474"/>
                    <a:pt x="407" y="472"/>
                    <a:pt x="409" y="472"/>
                  </a:cubicBezTo>
                  <a:cubicBezTo>
                    <a:pt x="410" y="472"/>
                    <a:pt x="412" y="473"/>
                    <a:pt x="414" y="474"/>
                  </a:cubicBezTo>
                  <a:cubicBezTo>
                    <a:pt x="415" y="474"/>
                    <a:pt x="418" y="475"/>
                    <a:pt x="420" y="476"/>
                  </a:cubicBezTo>
                  <a:cubicBezTo>
                    <a:pt x="421" y="476"/>
                    <a:pt x="423" y="477"/>
                    <a:pt x="424" y="478"/>
                  </a:cubicBezTo>
                  <a:cubicBezTo>
                    <a:pt x="425" y="478"/>
                    <a:pt x="427" y="478"/>
                    <a:pt x="428" y="479"/>
                  </a:cubicBezTo>
                  <a:cubicBezTo>
                    <a:pt x="429" y="479"/>
                    <a:pt x="430" y="481"/>
                    <a:pt x="431" y="482"/>
                  </a:cubicBezTo>
                  <a:cubicBezTo>
                    <a:pt x="431" y="483"/>
                    <a:pt x="432" y="486"/>
                    <a:pt x="433" y="487"/>
                  </a:cubicBezTo>
                  <a:cubicBezTo>
                    <a:pt x="433" y="488"/>
                    <a:pt x="434" y="488"/>
                    <a:pt x="435" y="489"/>
                  </a:cubicBezTo>
                  <a:cubicBezTo>
                    <a:pt x="436" y="489"/>
                    <a:pt x="438" y="490"/>
                    <a:pt x="439" y="491"/>
                  </a:cubicBezTo>
                  <a:cubicBezTo>
                    <a:pt x="440" y="492"/>
                    <a:pt x="442" y="493"/>
                    <a:pt x="443" y="494"/>
                  </a:cubicBezTo>
                  <a:cubicBezTo>
                    <a:pt x="444" y="495"/>
                    <a:pt x="444" y="497"/>
                    <a:pt x="445" y="499"/>
                  </a:cubicBezTo>
                  <a:cubicBezTo>
                    <a:pt x="445" y="500"/>
                    <a:pt x="446" y="501"/>
                    <a:pt x="446" y="502"/>
                  </a:cubicBezTo>
                  <a:cubicBezTo>
                    <a:pt x="447" y="504"/>
                    <a:pt x="446" y="507"/>
                    <a:pt x="446" y="509"/>
                  </a:cubicBezTo>
                  <a:cubicBezTo>
                    <a:pt x="446" y="510"/>
                    <a:pt x="445" y="513"/>
                    <a:pt x="446" y="514"/>
                  </a:cubicBezTo>
                  <a:cubicBezTo>
                    <a:pt x="446" y="514"/>
                    <a:pt x="446" y="516"/>
                    <a:pt x="447" y="516"/>
                  </a:cubicBezTo>
                  <a:cubicBezTo>
                    <a:pt x="446" y="517"/>
                    <a:pt x="444" y="519"/>
                    <a:pt x="443" y="520"/>
                  </a:cubicBezTo>
                  <a:cubicBezTo>
                    <a:pt x="442" y="521"/>
                    <a:pt x="439" y="523"/>
                    <a:pt x="438" y="525"/>
                  </a:cubicBezTo>
                  <a:cubicBezTo>
                    <a:pt x="437" y="526"/>
                    <a:pt x="436" y="527"/>
                    <a:pt x="436" y="528"/>
                  </a:cubicBezTo>
                  <a:cubicBezTo>
                    <a:pt x="435" y="529"/>
                    <a:pt x="434" y="532"/>
                    <a:pt x="434" y="533"/>
                  </a:cubicBezTo>
                  <a:cubicBezTo>
                    <a:pt x="434" y="535"/>
                    <a:pt x="435" y="538"/>
                    <a:pt x="435" y="540"/>
                  </a:cubicBezTo>
                  <a:cubicBezTo>
                    <a:pt x="435" y="541"/>
                    <a:pt x="433" y="544"/>
                    <a:pt x="432" y="545"/>
                  </a:cubicBezTo>
                  <a:cubicBezTo>
                    <a:pt x="431" y="546"/>
                    <a:pt x="428" y="547"/>
                    <a:pt x="427" y="548"/>
                  </a:cubicBezTo>
                  <a:cubicBezTo>
                    <a:pt x="426" y="550"/>
                    <a:pt x="424" y="553"/>
                    <a:pt x="423" y="554"/>
                  </a:cubicBezTo>
                  <a:cubicBezTo>
                    <a:pt x="422" y="556"/>
                    <a:pt x="418" y="558"/>
                    <a:pt x="417" y="559"/>
                  </a:cubicBezTo>
                  <a:cubicBezTo>
                    <a:pt x="415" y="560"/>
                    <a:pt x="413" y="562"/>
                    <a:pt x="412" y="563"/>
                  </a:cubicBezTo>
                  <a:cubicBezTo>
                    <a:pt x="411" y="564"/>
                    <a:pt x="411" y="568"/>
                    <a:pt x="410" y="570"/>
                  </a:cubicBezTo>
                  <a:cubicBezTo>
                    <a:pt x="409" y="571"/>
                    <a:pt x="407" y="573"/>
                    <a:pt x="405" y="574"/>
                  </a:cubicBezTo>
                  <a:cubicBezTo>
                    <a:pt x="404" y="575"/>
                    <a:pt x="403" y="575"/>
                    <a:pt x="402" y="575"/>
                  </a:cubicBezTo>
                  <a:cubicBezTo>
                    <a:pt x="401" y="575"/>
                    <a:pt x="399" y="572"/>
                    <a:pt x="398" y="571"/>
                  </a:cubicBezTo>
                  <a:cubicBezTo>
                    <a:pt x="397" y="571"/>
                    <a:pt x="395" y="569"/>
                    <a:pt x="394" y="568"/>
                  </a:cubicBezTo>
                  <a:cubicBezTo>
                    <a:pt x="393" y="568"/>
                    <a:pt x="391" y="568"/>
                    <a:pt x="391" y="568"/>
                  </a:cubicBezTo>
                  <a:cubicBezTo>
                    <a:pt x="390" y="567"/>
                    <a:pt x="390" y="565"/>
                    <a:pt x="390" y="564"/>
                  </a:cubicBezTo>
                  <a:cubicBezTo>
                    <a:pt x="390" y="564"/>
                    <a:pt x="390" y="562"/>
                    <a:pt x="391" y="561"/>
                  </a:cubicBezTo>
                  <a:cubicBezTo>
                    <a:pt x="391" y="561"/>
                    <a:pt x="394" y="560"/>
                    <a:pt x="394" y="559"/>
                  </a:cubicBezTo>
                  <a:cubicBezTo>
                    <a:pt x="395" y="557"/>
                    <a:pt x="396" y="553"/>
                    <a:pt x="395" y="551"/>
                  </a:cubicBezTo>
                  <a:cubicBezTo>
                    <a:pt x="394" y="550"/>
                    <a:pt x="390" y="549"/>
                    <a:pt x="388" y="549"/>
                  </a:cubicBezTo>
                  <a:cubicBezTo>
                    <a:pt x="387" y="548"/>
                    <a:pt x="385" y="550"/>
                    <a:pt x="384" y="550"/>
                  </a:cubicBezTo>
                  <a:cubicBezTo>
                    <a:pt x="383" y="550"/>
                    <a:pt x="382" y="549"/>
                    <a:pt x="381" y="549"/>
                  </a:cubicBezTo>
                  <a:cubicBezTo>
                    <a:pt x="381" y="548"/>
                    <a:pt x="381" y="545"/>
                    <a:pt x="381" y="544"/>
                  </a:cubicBezTo>
                  <a:cubicBezTo>
                    <a:pt x="381" y="543"/>
                    <a:pt x="382" y="541"/>
                    <a:pt x="383" y="540"/>
                  </a:cubicBezTo>
                  <a:cubicBezTo>
                    <a:pt x="384" y="539"/>
                    <a:pt x="385" y="538"/>
                    <a:pt x="386" y="537"/>
                  </a:cubicBezTo>
                  <a:cubicBezTo>
                    <a:pt x="387" y="536"/>
                    <a:pt x="388" y="534"/>
                    <a:pt x="388" y="532"/>
                  </a:cubicBezTo>
                  <a:cubicBezTo>
                    <a:pt x="388" y="531"/>
                    <a:pt x="387" y="529"/>
                    <a:pt x="386" y="528"/>
                  </a:cubicBezTo>
                  <a:cubicBezTo>
                    <a:pt x="386" y="527"/>
                    <a:pt x="384" y="527"/>
                    <a:pt x="383" y="527"/>
                  </a:cubicBezTo>
                  <a:cubicBezTo>
                    <a:pt x="381" y="528"/>
                    <a:pt x="379" y="531"/>
                    <a:pt x="378" y="531"/>
                  </a:cubicBezTo>
                  <a:cubicBezTo>
                    <a:pt x="376" y="531"/>
                    <a:pt x="373" y="528"/>
                    <a:pt x="371" y="527"/>
                  </a:cubicBezTo>
                  <a:cubicBezTo>
                    <a:pt x="369" y="527"/>
                    <a:pt x="367" y="528"/>
                    <a:pt x="365" y="527"/>
                  </a:cubicBezTo>
                  <a:cubicBezTo>
                    <a:pt x="364" y="527"/>
                    <a:pt x="362" y="524"/>
                    <a:pt x="362" y="523"/>
                  </a:cubicBezTo>
                  <a:cubicBezTo>
                    <a:pt x="361" y="522"/>
                    <a:pt x="361" y="520"/>
                    <a:pt x="361" y="520"/>
                  </a:cubicBezTo>
                  <a:cubicBezTo>
                    <a:pt x="360" y="519"/>
                    <a:pt x="358" y="519"/>
                    <a:pt x="358" y="518"/>
                  </a:cubicBezTo>
                  <a:cubicBezTo>
                    <a:pt x="357" y="518"/>
                    <a:pt x="356" y="519"/>
                    <a:pt x="355" y="519"/>
                  </a:cubicBezTo>
                  <a:cubicBezTo>
                    <a:pt x="354" y="519"/>
                    <a:pt x="353" y="518"/>
                    <a:pt x="353" y="517"/>
                  </a:cubicBezTo>
                  <a:cubicBezTo>
                    <a:pt x="352" y="516"/>
                    <a:pt x="352" y="514"/>
                    <a:pt x="351" y="513"/>
                  </a:cubicBezTo>
                  <a:cubicBezTo>
                    <a:pt x="350" y="512"/>
                    <a:pt x="348" y="512"/>
                    <a:pt x="347" y="512"/>
                  </a:cubicBezTo>
                  <a:cubicBezTo>
                    <a:pt x="345" y="511"/>
                    <a:pt x="342" y="511"/>
                    <a:pt x="340" y="512"/>
                  </a:cubicBezTo>
                  <a:cubicBezTo>
                    <a:pt x="339" y="512"/>
                    <a:pt x="338" y="514"/>
                    <a:pt x="338" y="516"/>
                  </a:cubicBezTo>
                  <a:cubicBezTo>
                    <a:pt x="338" y="517"/>
                    <a:pt x="340" y="519"/>
                    <a:pt x="341" y="520"/>
                  </a:cubicBezTo>
                  <a:cubicBezTo>
                    <a:pt x="341" y="520"/>
                    <a:pt x="343" y="519"/>
                    <a:pt x="343" y="520"/>
                  </a:cubicBezTo>
                  <a:cubicBezTo>
                    <a:pt x="344" y="520"/>
                    <a:pt x="345" y="522"/>
                    <a:pt x="346" y="522"/>
                  </a:cubicBezTo>
                  <a:cubicBezTo>
                    <a:pt x="346" y="523"/>
                    <a:pt x="346" y="525"/>
                    <a:pt x="346" y="526"/>
                  </a:cubicBezTo>
                  <a:cubicBezTo>
                    <a:pt x="345" y="527"/>
                    <a:pt x="344" y="528"/>
                    <a:pt x="343" y="528"/>
                  </a:cubicBezTo>
                  <a:cubicBezTo>
                    <a:pt x="342" y="528"/>
                    <a:pt x="342" y="524"/>
                    <a:pt x="341" y="524"/>
                  </a:cubicBezTo>
                  <a:cubicBezTo>
                    <a:pt x="340" y="523"/>
                    <a:pt x="338" y="523"/>
                    <a:pt x="337" y="523"/>
                  </a:cubicBezTo>
                  <a:cubicBezTo>
                    <a:pt x="337" y="523"/>
                    <a:pt x="335" y="523"/>
                    <a:pt x="334" y="524"/>
                  </a:cubicBezTo>
                  <a:cubicBezTo>
                    <a:pt x="333" y="525"/>
                    <a:pt x="333" y="530"/>
                    <a:pt x="333" y="531"/>
                  </a:cubicBezTo>
                  <a:cubicBezTo>
                    <a:pt x="332" y="533"/>
                    <a:pt x="331" y="535"/>
                    <a:pt x="330" y="536"/>
                  </a:cubicBezTo>
                  <a:cubicBezTo>
                    <a:pt x="329" y="537"/>
                    <a:pt x="326" y="539"/>
                    <a:pt x="325" y="539"/>
                  </a:cubicBezTo>
                  <a:cubicBezTo>
                    <a:pt x="323" y="540"/>
                    <a:pt x="320" y="539"/>
                    <a:pt x="318" y="539"/>
                  </a:cubicBezTo>
                  <a:cubicBezTo>
                    <a:pt x="317" y="540"/>
                    <a:pt x="316" y="541"/>
                    <a:pt x="315" y="542"/>
                  </a:cubicBezTo>
                  <a:cubicBezTo>
                    <a:pt x="314" y="543"/>
                    <a:pt x="313" y="548"/>
                    <a:pt x="311" y="550"/>
                  </a:cubicBezTo>
                  <a:cubicBezTo>
                    <a:pt x="310" y="551"/>
                    <a:pt x="307" y="551"/>
                    <a:pt x="306" y="552"/>
                  </a:cubicBezTo>
                  <a:cubicBezTo>
                    <a:pt x="305" y="553"/>
                    <a:pt x="303" y="555"/>
                    <a:pt x="303" y="556"/>
                  </a:cubicBezTo>
                  <a:cubicBezTo>
                    <a:pt x="302" y="557"/>
                    <a:pt x="300" y="560"/>
                    <a:pt x="300" y="561"/>
                  </a:cubicBezTo>
                  <a:cubicBezTo>
                    <a:pt x="299" y="563"/>
                    <a:pt x="300" y="565"/>
                    <a:pt x="300" y="566"/>
                  </a:cubicBezTo>
                  <a:cubicBezTo>
                    <a:pt x="300" y="567"/>
                    <a:pt x="300" y="570"/>
                    <a:pt x="299" y="571"/>
                  </a:cubicBezTo>
                  <a:cubicBezTo>
                    <a:pt x="299" y="572"/>
                    <a:pt x="297" y="573"/>
                    <a:pt x="297" y="574"/>
                  </a:cubicBezTo>
                  <a:cubicBezTo>
                    <a:pt x="296" y="575"/>
                    <a:pt x="296" y="578"/>
                    <a:pt x="295" y="579"/>
                  </a:cubicBezTo>
                  <a:cubicBezTo>
                    <a:pt x="295" y="581"/>
                    <a:pt x="293" y="584"/>
                    <a:pt x="293" y="586"/>
                  </a:cubicBezTo>
                  <a:cubicBezTo>
                    <a:pt x="292" y="588"/>
                    <a:pt x="291" y="591"/>
                    <a:pt x="291" y="592"/>
                  </a:cubicBezTo>
                  <a:cubicBezTo>
                    <a:pt x="291" y="594"/>
                    <a:pt x="292" y="597"/>
                    <a:pt x="292" y="599"/>
                  </a:cubicBezTo>
                  <a:cubicBezTo>
                    <a:pt x="291" y="601"/>
                    <a:pt x="290" y="604"/>
                    <a:pt x="289" y="605"/>
                  </a:cubicBezTo>
                  <a:cubicBezTo>
                    <a:pt x="288" y="606"/>
                    <a:pt x="286" y="604"/>
                    <a:pt x="285" y="604"/>
                  </a:cubicBezTo>
                  <a:cubicBezTo>
                    <a:pt x="283" y="604"/>
                    <a:pt x="279" y="604"/>
                    <a:pt x="277" y="604"/>
                  </a:cubicBezTo>
                  <a:cubicBezTo>
                    <a:pt x="276" y="605"/>
                    <a:pt x="274" y="606"/>
                    <a:pt x="272" y="606"/>
                  </a:cubicBezTo>
                  <a:cubicBezTo>
                    <a:pt x="271" y="607"/>
                    <a:pt x="267" y="607"/>
                    <a:pt x="266" y="608"/>
                  </a:cubicBezTo>
                  <a:cubicBezTo>
                    <a:pt x="265" y="609"/>
                    <a:pt x="265" y="612"/>
                    <a:pt x="264" y="613"/>
                  </a:cubicBezTo>
                  <a:cubicBezTo>
                    <a:pt x="264" y="615"/>
                    <a:pt x="264" y="618"/>
                    <a:pt x="264" y="620"/>
                  </a:cubicBezTo>
                  <a:cubicBezTo>
                    <a:pt x="263" y="621"/>
                    <a:pt x="261" y="623"/>
                    <a:pt x="260" y="624"/>
                  </a:cubicBezTo>
                  <a:cubicBezTo>
                    <a:pt x="259" y="625"/>
                    <a:pt x="255" y="626"/>
                    <a:pt x="254" y="627"/>
                  </a:cubicBezTo>
                  <a:cubicBezTo>
                    <a:pt x="253" y="629"/>
                    <a:pt x="254" y="633"/>
                    <a:pt x="253" y="635"/>
                  </a:cubicBezTo>
                  <a:cubicBezTo>
                    <a:pt x="253" y="636"/>
                    <a:pt x="252" y="639"/>
                    <a:pt x="251" y="640"/>
                  </a:cubicBezTo>
                  <a:cubicBezTo>
                    <a:pt x="250" y="641"/>
                    <a:pt x="247" y="640"/>
                    <a:pt x="246" y="641"/>
                  </a:cubicBezTo>
                  <a:cubicBezTo>
                    <a:pt x="245" y="643"/>
                    <a:pt x="246" y="647"/>
                    <a:pt x="245" y="648"/>
                  </a:cubicBezTo>
                  <a:cubicBezTo>
                    <a:pt x="244" y="649"/>
                    <a:pt x="240" y="652"/>
                    <a:pt x="238" y="651"/>
                  </a:cubicBezTo>
                  <a:cubicBezTo>
                    <a:pt x="237" y="651"/>
                    <a:pt x="236" y="648"/>
                    <a:pt x="235" y="647"/>
                  </a:cubicBezTo>
                  <a:cubicBezTo>
                    <a:pt x="235" y="646"/>
                    <a:pt x="235" y="644"/>
                    <a:pt x="235" y="643"/>
                  </a:cubicBezTo>
                  <a:cubicBezTo>
                    <a:pt x="235" y="642"/>
                    <a:pt x="234" y="640"/>
                    <a:pt x="234" y="639"/>
                  </a:cubicBezTo>
                  <a:cubicBezTo>
                    <a:pt x="233" y="639"/>
                    <a:pt x="232" y="638"/>
                    <a:pt x="231" y="637"/>
                  </a:cubicBezTo>
                  <a:cubicBezTo>
                    <a:pt x="231" y="637"/>
                    <a:pt x="230" y="635"/>
                    <a:pt x="229" y="634"/>
                  </a:cubicBezTo>
                  <a:cubicBezTo>
                    <a:pt x="228" y="633"/>
                    <a:pt x="226" y="631"/>
                    <a:pt x="225" y="631"/>
                  </a:cubicBezTo>
                  <a:cubicBezTo>
                    <a:pt x="224" y="630"/>
                    <a:pt x="222" y="629"/>
                    <a:pt x="222" y="628"/>
                  </a:cubicBezTo>
                  <a:cubicBezTo>
                    <a:pt x="221" y="628"/>
                    <a:pt x="220" y="626"/>
                    <a:pt x="220" y="626"/>
                  </a:cubicBezTo>
                  <a:cubicBezTo>
                    <a:pt x="219" y="625"/>
                    <a:pt x="218" y="623"/>
                    <a:pt x="217" y="623"/>
                  </a:cubicBezTo>
                  <a:cubicBezTo>
                    <a:pt x="216" y="623"/>
                    <a:pt x="214" y="623"/>
                    <a:pt x="213" y="623"/>
                  </a:cubicBezTo>
                  <a:cubicBezTo>
                    <a:pt x="210" y="623"/>
                    <a:pt x="206" y="622"/>
                    <a:pt x="204" y="621"/>
                  </a:cubicBezTo>
                  <a:cubicBezTo>
                    <a:pt x="203" y="621"/>
                    <a:pt x="201" y="619"/>
                    <a:pt x="199" y="619"/>
                  </a:cubicBezTo>
                  <a:cubicBezTo>
                    <a:pt x="198" y="619"/>
                    <a:pt x="194" y="621"/>
                    <a:pt x="192" y="620"/>
                  </a:cubicBezTo>
                  <a:cubicBezTo>
                    <a:pt x="191" y="620"/>
                    <a:pt x="191" y="618"/>
                    <a:pt x="190" y="618"/>
                  </a:cubicBezTo>
                  <a:cubicBezTo>
                    <a:pt x="188" y="617"/>
                    <a:pt x="184" y="618"/>
                    <a:pt x="182" y="619"/>
                  </a:cubicBezTo>
                  <a:cubicBezTo>
                    <a:pt x="181" y="620"/>
                    <a:pt x="179" y="622"/>
                    <a:pt x="179" y="623"/>
                  </a:cubicBezTo>
                  <a:cubicBezTo>
                    <a:pt x="179" y="624"/>
                    <a:pt x="179" y="627"/>
                    <a:pt x="179" y="628"/>
                  </a:cubicBezTo>
                  <a:cubicBezTo>
                    <a:pt x="179" y="630"/>
                    <a:pt x="181" y="634"/>
                    <a:pt x="181" y="636"/>
                  </a:cubicBezTo>
                  <a:cubicBezTo>
                    <a:pt x="181" y="638"/>
                    <a:pt x="181" y="643"/>
                    <a:pt x="180" y="644"/>
                  </a:cubicBezTo>
                  <a:cubicBezTo>
                    <a:pt x="179" y="645"/>
                    <a:pt x="175" y="642"/>
                    <a:pt x="174" y="643"/>
                  </a:cubicBezTo>
                  <a:cubicBezTo>
                    <a:pt x="173" y="644"/>
                    <a:pt x="174" y="646"/>
                    <a:pt x="174" y="647"/>
                  </a:cubicBezTo>
                  <a:cubicBezTo>
                    <a:pt x="174" y="649"/>
                    <a:pt x="174" y="652"/>
                    <a:pt x="173" y="654"/>
                  </a:cubicBezTo>
                  <a:cubicBezTo>
                    <a:pt x="173" y="655"/>
                    <a:pt x="172" y="656"/>
                    <a:pt x="171" y="657"/>
                  </a:cubicBezTo>
                  <a:cubicBezTo>
                    <a:pt x="171" y="658"/>
                    <a:pt x="172" y="660"/>
                    <a:pt x="171" y="661"/>
                  </a:cubicBezTo>
                  <a:cubicBezTo>
                    <a:pt x="171" y="662"/>
                    <a:pt x="170" y="665"/>
                    <a:pt x="169" y="665"/>
                  </a:cubicBezTo>
                  <a:cubicBezTo>
                    <a:pt x="168" y="666"/>
                    <a:pt x="166" y="665"/>
                    <a:pt x="165" y="664"/>
                  </a:cubicBezTo>
                  <a:cubicBezTo>
                    <a:pt x="165" y="664"/>
                    <a:pt x="165" y="661"/>
                    <a:pt x="165" y="661"/>
                  </a:cubicBezTo>
                  <a:cubicBezTo>
                    <a:pt x="164" y="659"/>
                    <a:pt x="161" y="658"/>
                    <a:pt x="160" y="657"/>
                  </a:cubicBezTo>
                  <a:cubicBezTo>
                    <a:pt x="159" y="657"/>
                    <a:pt x="157" y="657"/>
                    <a:pt x="156" y="656"/>
                  </a:cubicBezTo>
                  <a:cubicBezTo>
                    <a:pt x="156" y="655"/>
                    <a:pt x="155" y="653"/>
                    <a:pt x="154" y="653"/>
                  </a:cubicBezTo>
                  <a:cubicBezTo>
                    <a:pt x="154" y="652"/>
                    <a:pt x="153" y="650"/>
                    <a:pt x="152" y="650"/>
                  </a:cubicBezTo>
                  <a:cubicBezTo>
                    <a:pt x="151" y="650"/>
                    <a:pt x="150" y="652"/>
                    <a:pt x="149" y="652"/>
                  </a:cubicBezTo>
                  <a:cubicBezTo>
                    <a:pt x="148" y="653"/>
                    <a:pt x="144" y="653"/>
                    <a:pt x="144" y="652"/>
                  </a:cubicBezTo>
                  <a:cubicBezTo>
                    <a:pt x="143" y="651"/>
                    <a:pt x="144" y="649"/>
                    <a:pt x="144" y="648"/>
                  </a:cubicBezTo>
                  <a:cubicBezTo>
                    <a:pt x="143" y="647"/>
                    <a:pt x="141" y="645"/>
                    <a:pt x="140" y="644"/>
                  </a:cubicBezTo>
                  <a:cubicBezTo>
                    <a:pt x="139" y="644"/>
                    <a:pt x="137" y="644"/>
                    <a:pt x="136" y="644"/>
                  </a:cubicBezTo>
                  <a:cubicBezTo>
                    <a:pt x="135" y="644"/>
                    <a:pt x="133" y="646"/>
                    <a:pt x="132" y="648"/>
                  </a:cubicBezTo>
                  <a:cubicBezTo>
                    <a:pt x="132" y="649"/>
                    <a:pt x="132" y="651"/>
                    <a:pt x="131" y="652"/>
                  </a:cubicBezTo>
                  <a:cubicBezTo>
                    <a:pt x="130" y="653"/>
                    <a:pt x="126" y="653"/>
                    <a:pt x="125" y="654"/>
                  </a:cubicBezTo>
                  <a:cubicBezTo>
                    <a:pt x="124" y="655"/>
                    <a:pt x="124" y="658"/>
                    <a:pt x="124" y="659"/>
                  </a:cubicBezTo>
                  <a:cubicBezTo>
                    <a:pt x="123" y="660"/>
                    <a:pt x="122" y="662"/>
                    <a:pt x="122" y="663"/>
                  </a:cubicBezTo>
                  <a:cubicBezTo>
                    <a:pt x="120" y="664"/>
                    <a:pt x="116" y="662"/>
                    <a:pt x="114" y="662"/>
                  </a:cubicBezTo>
                  <a:cubicBezTo>
                    <a:pt x="113" y="662"/>
                    <a:pt x="111" y="663"/>
                    <a:pt x="111" y="663"/>
                  </a:cubicBezTo>
                  <a:cubicBezTo>
                    <a:pt x="110" y="664"/>
                    <a:pt x="110" y="666"/>
                    <a:pt x="110" y="667"/>
                  </a:cubicBezTo>
                  <a:cubicBezTo>
                    <a:pt x="110" y="668"/>
                    <a:pt x="110" y="671"/>
                    <a:pt x="109" y="672"/>
                  </a:cubicBezTo>
                  <a:cubicBezTo>
                    <a:pt x="108" y="673"/>
                    <a:pt x="104" y="672"/>
                    <a:pt x="102" y="672"/>
                  </a:cubicBezTo>
                  <a:cubicBezTo>
                    <a:pt x="101" y="672"/>
                    <a:pt x="97" y="671"/>
                    <a:pt x="96" y="672"/>
                  </a:cubicBezTo>
                  <a:cubicBezTo>
                    <a:pt x="94" y="673"/>
                    <a:pt x="95" y="677"/>
                    <a:pt x="94" y="679"/>
                  </a:cubicBezTo>
                  <a:cubicBezTo>
                    <a:pt x="94" y="680"/>
                    <a:pt x="94" y="683"/>
                    <a:pt x="93" y="684"/>
                  </a:cubicBezTo>
                  <a:cubicBezTo>
                    <a:pt x="92" y="685"/>
                    <a:pt x="88" y="685"/>
                    <a:pt x="86" y="685"/>
                  </a:cubicBezTo>
                  <a:cubicBezTo>
                    <a:pt x="85" y="684"/>
                    <a:pt x="84" y="684"/>
                    <a:pt x="82" y="684"/>
                  </a:cubicBezTo>
                  <a:cubicBezTo>
                    <a:pt x="83" y="682"/>
                    <a:pt x="85" y="681"/>
                    <a:pt x="85" y="680"/>
                  </a:cubicBezTo>
                  <a:cubicBezTo>
                    <a:pt x="85" y="679"/>
                    <a:pt x="82" y="674"/>
                    <a:pt x="83" y="673"/>
                  </a:cubicBezTo>
                  <a:cubicBezTo>
                    <a:pt x="84" y="671"/>
                    <a:pt x="88" y="670"/>
                    <a:pt x="88" y="669"/>
                  </a:cubicBezTo>
                  <a:cubicBezTo>
                    <a:pt x="90" y="667"/>
                    <a:pt x="91" y="661"/>
                    <a:pt x="91" y="658"/>
                  </a:cubicBezTo>
                  <a:cubicBezTo>
                    <a:pt x="91" y="655"/>
                    <a:pt x="91" y="651"/>
                    <a:pt x="90" y="648"/>
                  </a:cubicBezTo>
                  <a:cubicBezTo>
                    <a:pt x="90" y="647"/>
                    <a:pt x="90" y="643"/>
                    <a:pt x="88" y="641"/>
                  </a:cubicBezTo>
                  <a:cubicBezTo>
                    <a:pt x="87" y="640"/>
                    <a:pt x="81" y="638"/>
                    <a:pt x="80" y="637"/>
                  </a:cubicBezTo>
                  <a:cubicBezTo>
                    <a:pt x="79" y="636"/>
                    <a:pt x="76" y="633"/>
                    <a:pt x="74" y="632"/>
                  </a:cubicBezTo>
                  <a:cubicBezTo>
                    <a:pt x="72" y="631"/>
                    <a:pt x="68" y="630"/>
                    <a:pt x="66" y="630"/>
                  </a:cubicBezTo>
                  <a:cubicBezTo>
                    <a:pt x="64" y="629"/>
                    <a:pt x="60" y="630"/>
                    <a:pt x="58" y="629"/>
                  </a:cubicBezTo>
                  <a:cubicBezTo>
                    <a:pt x="57" y="628"/>
                    <a:pt x="56" y="623"/>
                    <a:pt x="54" y="622"/>
                  </a:cubicBezTo>
                  <a:cubicBezTo>
                    <a:pt x="52" y="621"/>
                    <a:pt x="48" y="621"/>
                    <a:pt x="45" y="621"/>
                  </a:cubicBezTo>
                  <a:cubicBezTo>
                    <a:pt x="43" y="622"/>
                    <a:pt x="40" y="623"/>
                    <a:pt x="38" y="624"/>
                  </a:cubicBezTo>
                  <a:cubicBezTo>
                    <a:pt x="35" y="624"/>
                    <a:pt x="30" y="624"/>
                    <a:pt x="27" y="623"/>
                  </a:cubicBezTo>
                  <a:cubicBezTo>
                    <a:pt x="25" y="622"/>
                    <a:pt x="23" y="617"/>
                    <a:pt x="21" y="615"/>
                  </a:cubicBezTo>
                  <a:cubicBezTo>
                    <a:pt x="20" y="613"/>
                    <a:pt x="18" y="608"/>
                    <a:pt x="18" y="606"/>
                  </a:cubicBezTo>
                  <a:cubicBezTo>
                    <a:pt x="18" y="603"/>
                    <a:pt x="19" y="598"/>
                    <a:pt x="21" y="596"/>
                  </a:cubicBezTo>
                  <a:cubicBezTo>
                    <a:pt x="23" y="593"/>
                    <a:pt x="32" y="591"/>
                    <a:pt x="34" y="587"/>
                  </a:cubicBezTo>
                  <a:cubicBezTo>
                    <a:pt x="36" y="585"/>
                    <a:pt x="36" y="581"/>
                    <a:pt x="36" y="579"/>
                  </a:cubicBezTo>
                  <a:cubicBezTo>
                    <a:pt x="36" y="576"/>
                    <a:pt x="34" y="570"/>
                    <a:pt x="34" y="567"/>
                  </a:cubicBezTo>
                  <a:cubicBezTo>
                    <a:pt x="33" y="565"/>
                    <a:pt x="33" y="559"/>
                    <a:pt x="34" y="556"/>
                  </a:cubicBezTo>
                  <a:cubicBezTo>
                    <a:pt x="35" y="555"/>
                    <a:pt x="38" y="554"/>
                    <a:pt x="39" y="552"/>
                  </a:cubicBezTo>
                  <a:cubicBezTo>
                    <a:pt x="40" y="551"/>
                    <a:pt x="40" y="547"/>
                    <a:pt x="39" y="545"/>
                  </a:cubicBezTo>
                  <a:cubicBezTo>
                    <a:pt x="38" y="544"/>
                    <a:pt x="35" y="544"/>
                    <a:pt x="34" y="543"/>
                  </a:cubicBezTo>
                  <a:cubicBezTo>
                    <a:pt x="32" y="542"/>
                    <a:pt x="28" y="541"/>
                    <a:pt x="27" y="540"/>
                  </a:cubicBezTo>
                  <a:cubicBezTo>
                    <a:pt x="25" y="538"/>
                    <a:pt x="22" y="534"/>
                    <a:pt x="22" y="531"/>
                  </a:cubicBezTo>
                  <a:cubicBezTo>
                    <a:pt x="21" y="528"/>
                    <a:pt x="24" y="522"/>
                    <a:pt x="23" y="519"/>
                  </a:cubicBezTo>
                  <a:cubicBezTo>
                    <a:pt x="23" y="517"/>
                    <a:pt x="21" y="513"/>
                    <a:pt x="20" y="511"/>
                  </a:cubicBezTo>
                  <a:cubicBezTo>
                    <a:pt x="19" y="509"/>
                    <a:pt x="16" y="506"/>
                    <a:pt x="14" y="505"/>
                  </a:cubicBezTo>
                  <a:cubicBezTo>
                    <a:pt x="13" y="503"/>
                    <a:pt x="11" y="499"/>
                    <a:pt x="11" y="497"/>
                  </a:cubicBezTo>
                  <a:cubicBezTo>
                    <a:pt x="11" y="496"/>
                    <a:pt x="14" y="493"/>
                    <a:pt x="14" y="491"/>
                  </a:cubicBezTo>
                  <a:cubicBezTo>
                    <a:pt x="14" y="489"/>
                    <a:pt x="13" y="483"/>
                    <a:pt x="14" y="481"/>
                  </a:cubicBezTo>
                  <a:cubicBezTo>
                    <a:pt x="14" y="479"/>
                    <a:pt x="16" y="478"/>
                    <a:pt x="16" y="477"/>
                  </a:cubicBezTo>
                  <a:cubicBezTo>
                    <a:pt x="18" y="475"/>
                    <a:pt x="19" y="470"/>
                    <a:pt x="20" y="468"/>
                  </a:cubicBezTo>
                  <a:cubicBezTo>
                    <a:pt x="22" y="466"/>
                    <a:pt x="26" y="463"/>
                    <a:pt x="27" y="461"/>
                  </a:cubicBezTo>
                  <a:cubicBezTo>
                    <a:pt x="29" y="458"/>
                    <a:pt x="31" y="452"/>
                    <a:pt x="31" y="449"/>
                  </a:cubicBezTo>
                  <a:cubicBezTo>
                    <a:pt x="31" y="446"/>
                    <a:pt x="30" y="441"/>
                    <a:pt x="30" y="438"/>
                  </a:cubicBezTo>
                  <a:cubicBezTo>
                    <a:pt x="31" y="435"/>
                    <a:pt x="35" y="430"/>
                    <a:pt x="36" y="427"/>
                  </a:cubicBezTo>
                  <a:cubicBezTo>
                    <a:pt x="36" y="424"/>
                    <a:pt x="34" y="418"/>
                    <a:pt x="34" y="415"/>
                  </a:cubicBezTo>
                  <a:cubicBezTo>
                    <a:pt x="35" y="412"/>
                    <a:pt x="38" y="407"/>
                    <a:pt x="39" y="404"/>
                  </a:cubicBezTo>
                  <a:cubicBezTo>
                    <a:pt x="40" y="401"/>
                    <a:pt x="44" y="395"/>
                    <a:pt x="43" y="393"/>
                  </a:cubicBezTo>
                  <a:cubicBezTo>
                    <a:pt x="42" y="391"/>
                    <a:pt x="39" y="391"/>
                    <a:pt x="38" y="390"/>
                  </a:cubicBezTo>
                  <a:cubicBezTo>
                    <a:pt x="37" y="388"/>
                    <a:pt x="35" y="385"/>
                    <a:pt x="34" y="383"/>
                  </a:cubicBezTo>
                  <a:cubicBezTo>
                    <a:pt x="33" y="381"/>
                    <a:pt x="33" y="376"/>
                    <a:pt x="33" y="375"/>
                  </a:cubicBezTo>
                  <a:cubicBezTo>
                    <a:pt x="33" y="374"/>
                    <a:pt x="33" y="365"/>
                    <a:pt x="33" y="361"/>
                  </a:cubicBezTo>
                  <a:cubicBezTo>
                    <a:pt x="33" y="358"/>
                    <a:pt x="35" y="352"/>
                    <a:pt x="35" y="348"/>
                  </a:cubicBezTo>
                  <a:cubicBezTo>
                    <a:pt x="35" y="344"/>
                    <a:pt x="36" y="333"/>
                    <a:pt x="34" y="329"/>
                  </a:cubicBezTo>
                  <a:cubicBezTo>
                    <a:pt x="32" y="327"/>
                    <a:pt x="28" y="324"/>
                    <a:pt x="26" y="323"/>
                  </a:cubicBezTo>
                  <a:cubicBezTo>
                    <a:pt x="22" y="321"/>
                    <a:pt x="13" y="320"/>
                    <a:pt x="10" y="317"/>
                  </a:cubicBezTo>
                  <a:cubicBezTo>
                    <a:pt x="8" y="315"/>
                    <a:pt x="7" y="310"/>
                    <a:pt x="7" y="307"/>
                  </a:cubicBezTo>
                  <a:cubicBezTo>
                    <a:pt x="7" y="305"/>
                    <a:pt x="10" y="300"/>
                    <a:pt x="9" y="297"/>
                  </a:cubicBezTo>
                  <a:cubicBezTo>
                    <a:pt x="9" y="294"/>
                    <a:pt x="6" y="290"/>
                    <a:pt x="5" y="287"/>
                  </a:cubicBezTo>
                  <a:cubicBezTo>
                    <a:pt x="3" y="284"/>
                    <a:pt x="0" y="277"/>
                    <a:pt x="0" y="273"/>
                  </a:cubicBezTo>
                  <a:cubicBezTo>
                    <a:pt x="1" y="271"/>
                    <a:pt x="5" y="267"/>
                    <a:pt x="6" y="264"/>
                  </a:cubicBezTo>
                  <a:cubicBezTo>
                    <a:pt x="7" y="262"/>
                    <a:pt x="6" y="256"/>
                    <a:pt x="7" y="253"/>
                  </a:cubicBezTo>
                  <a:cubicBezTo>
                    <a:pt x="9" y="252"/>
                    <a:pt x="13" y="252"/>
                    <a:pt x="14" y="251"/>
                  </a:cubicBezTo>
                  <a:cubicBezTo>
                    <a:pt x="16" y="250"/>
                    <a:pt x="19" y="248"/>
                    <a:pt x="20" y="247"/>
                  </a:cubicBezTo>
                  <a:cubicBezTo>
                    <a:pt x="20" y="245"/>
                    <a:pt x="20" y="242"/>
                    <a:pt x="21" y="241"/>
                  </a:cubicBezTo>
                  <a:cubicBezTo>
                    <a:pt x="22" y="240"/>
                    <a:pt x="25" y="240"/>
                    <a:pt x="26" y="240"/>
                  </a:cubicBezTo>
                  <a:cubicBezTo>
                    <a:pt x="28" y="237"/>
                    <a:pt x="29" y="230"/>
                    <a:pt x="28" y="226"/>
                  </a:cubicBezTo>
                  <a:cubicBezTo>
                    <a:pt x="28" y="224"/>
                    <a:pt x="26" y="219"/>
                    <a:pt x="26" y="216"/>
                  </a:cubicBezTo>
                  <a:cubicBezTo>
                    <a:pt x="25" y="213"/>
                    <a:pt x="29" y="205"/>
                    <a:pt x="29" y="201"/>
                  </a:cubicBezTo>
                  <a:cubicBezTo>
                    <a:pt x="29" y="199"/>
                    <a:pt x="28" y="195"/>
                    <a:pt x="27" y="194"/>
                  </a:cubicBezTo>
                  <a:cubicBezTo>
                    <a:pt x="24" y="190"/>
                    <a:pt x="12" y="189"/>
                    <a:pt x="9" y="185"/>
                  </a:cubicBezTo>
                  <a:cubicBezTo>
                    <a:pt x="7" y="184"/>
                    <a:pt x="6" y="182"/>
                    <a:pt x="5" y="180"/>
                  </a:cubicBezTo>
                  <a:cubicBezTo>
                    <a:pt x="6" y="180"/>
                    <a:pt x="7" y="179"/>
                    <a:pt x="7" y="179"/>
                  </a:cubicBezTo>
                  <a:cubicBezTo>
                    <a:pt x="8" y="178"/>
                    <a:pt x="9" y="175"/>
                    <a:pt x="10" y="174"/>
                  </a:cubicBezTo>
                  <a:cubicBezTo>
                    <a:pt x="10" y="173"/>
                    <a:pt x="12" y="173"/>
                    <a:pt x="13" y="172"/>
                  </a:cubicBezTo>
                  <a:cubicBezTo>
                    <a:pt x="14" y="171"/>
                    <a:pt x="15" y="169"/>
                    <a:pt x="16" y="169"/>
                  </a:cubicBezTo>
                  <a:cubicBezTo>
                    <a:pt x="17" y="168"/>
                    <a:pt x="20" y="169"/>
                    <a:pt x="22" y="169"/>
                  </a:cubicBezTo>
                  <a:cubicBezTo>
                    <a:pt x="23" y="169"/>
                    <a:pt x="25" y="171"/>
                    <a:pt x="26" y="171"/>
                  </a:cubicBezTo>
                  <a:cubicBezTo>
                    <a:pt x="27" y="172"/>
                    <a:pt x="30" y="172"/>
                    <a:pt x="31" y="172"/>
                  </a:cubicBezTo>
                  <a:cubicBezTo>
                    <a:pt x="32" y="171"/>
                    <a:pt x="33" y="170"/>
                    <a:pt x="33" y="169"/>
                  </a:cubicBezTo>
                  <a:cubicBezTo>
                    <a:pt x="34" y="168"/>
                    <a:pt x="35" y="167"/>
                    <a:pt x="36" y="167"/>
                  </a:cubicBezTo>
                  <a:cubicBezTo>
                    <a:pt x="37" y="166"/>
                    <a:pt x="41" y="167"/>
                    <a:pt x="42" y="168"/>
                  </a:cubicBezTo>
                  <a:cubicBezTo>
                    <a:pt x="44" y="168"/>
                    <a:pt x="44" y="172"/>
                    <a:pt x="45" y="173"/>
                  </a:cubicBezTo>
                  <a:cubicBezTo>
                    <a:pt x="46" y="174"/>
                    <a:pt x="48" y="176"/>
                    <a:pt x="50" y="176"/>
                  </a:cubicBezTo>
                  <a:cubicBezTo>
                    <a:pt x="51" y="177"/>
                    <a:pt x="53" y="177"/>
                    <a:pt x="55" y="177"/>
                  </a:cubicBezTo>
                  <a:cubicBezTo>
                    <a:pt x="56" y="177"/>
                    <a:pt x="59" y="176"/>
                    <a:pt x="61" y="175"/>
                  </a:cubicBezTo>
                  <a:cubicBezTo>
                    <a:pt x="62" y="174"/>
                    <a:pt x="64" y="172"/>
                    <a:pt x="64" y="171"/>
                  </a:cubicBezTo>
                  <a:cubicBezTo>
                    <a:pt x="65" y="170"/>
                    <a:pt x="65" y="168"/>
                    <a:pt x="66" y="167"/>
                  </a:cubicBezTo>
                  <a:cubicBezTo>
                    <a:pt x="67" y="166"/>
                    <a:pt x="68" y="165"/>
                    <a:pt x="68" y="164"/>
                  </a:cubicBezTo>
                  <a:cubicBezTo>
                    <a:pt x="69" y="163"/>
                    <a:pt x="70" y="162"/>
                    <a:pt x="71" y="161"/>
                  </a:cubicBezTo>
                  <a:cubicBezTo>
                    <a:pt x="72" y="160"/>
                    <a:pt x="73" y="158"/>
                    <a:pt x="73" y="157"/>
                  </a:cubicBezTo>
                  <a:cubicBezTo>
                    <a:pt x="74" y="156"/>
                    <a:pt x="76" y="154"/>
                    <a:pt x="76" y="153"/>
                  </a:cubicBezTo>
                  <a:cubicBezTo>
                    <a:pt x="77" y="151"/>
                    <a:pt x="78" y="148"/>
                    <a:pt x="78" y="147"/>
                  </a:cubicBezTo>
                  <a:cubicBezTo>
                    <a:pt x="79" y="146"/>
                    <a:pt x="79" y="143"/>
                    <a:pt x="78" y="142"/>
                  </a:cubicBezTo>
                  <a:cubicBezTo>
                    <a:pt x="78" y="140"/>
                    <a:pt x="76" y="138"/>
                    <a:pt x="76" y="136"/>
                  </a:cubicBezTo>
                  <a:cubicBezTo>
                    <a:pt x="75" y="135"/>
                    <a:pt x="76" y="131"/>
                    <a:pt x="77" y="129"/>
                  </a:cubicBezTo>
                  <a:cubicBezTo>
                    <a:pt x="78" y="128"/>
                    <a:pt x="81" y="127"/>
                    <a:pt x="83" y="127"/>
                  </a:cubicBezTo>
                  <a:cubicBezTo>
                    <a:pt x="84" y="126"/>
                    <a:pt x="87" y="127"/>
                    <a:pt x="88" y="126"/>
                  </a:cubicBezTo>
                  <a:cubicBezTo>
                    <a:pt x="89" y="125"/>
                    <a:pt x="92" y="122"/>
                    <a:pt x="93" y="120"/>
                  </a:cubicBezTo>
                  <a:cubicBezTo>
                    <a:pt x="93" y="119"/>
                    <a:pt x="95" y="116"/>
                    <a:pt x="95" y="114"/>
                  </a:cubicBezTo>
                  <a:cubicBezTo>
                    <a:pt x="95" y="113"/>
                    <a:pt x="94" y="111"/>
                    <a:pt x="94" y="110"/>
                  </a:cubicBezTo>
                  <a:cubicBezTo>
                    <a:pt x="94" y="109"/>
                    <a:pt x="92" y="108"/>
                    <a:pt x="93" y="107"/>
                  </a:cubicBezTo>
                  <a:cubicBezTo>
                    <a:pt x="93" y="106"/>
                    <a:pt x="94" y="104"/>
                    <a:pt x="95" y="104"/>
                  </a:cubicBezTo>
                  <a:cubicBezTo>
                    <a:pt x="96" y="103"/>
                    <a:pt x="97" y="103"/>
                    <a:pt x="98" y="103"/>
                  </a:cubicBezTo>
                  <a:cubicBezTo>
                    <a:pt x="98" y="103"/>
                    <a:pt x="98" y="101"/>
                    <a:pt x="98" y="101"/>
                  </a:cubicBezTo>
                  <a:cubicBezTo>
                    <a:pt x="99" y="100"/>
                    <a:pt x="101" y="100"/>
                    <a:pt x="101" y="100"/>
                  </a:cubicBezTo>
                  <a:cubicBezTo>
                    <a:pt x="102" y="100"/>
                    <a:pt x="104" y="102"/>
                    <a:pt x="105" y="102"/>
                  </a:cubicBezTo>
                  <a:cubicBezTo>
                    <a:pt x="105" y="102"/>
                    <a:pt x="107" y="101"/>
                    <a:pt x="107" y="100"/>
                  </a:cubicBezTo>
                  <a:cubicBezTo>
                    <a:pt x="108" y="100"/>
                    <a:pt x="108" y="99"/>
                    <a:pt x="108" y="98"/>
                  </a:cubicBezTo>
                  <a:cubicBezTo>
                    <a:pt x="108" y="97"/>
                    <a:pt x="107" y="95"/>
                    <a:pt x="107" y="95"/>
                  </a:cubicBezTo>
                  <a:cubicBezTo>
                    <a:pt x="106" y="94"/>
                    <a:pt x="103" y="94"/>
                    <a:pt x="103" y="93"/>
                  </a:cubicBezTo>
                  <a:cubicBezTo>
                    <a:pt x="102" y="93"/>
                    <a:pt x="102" y="91"/>
                    <a:pt x="103" y="90"/>
                  </a:cubicBezTo>
                  <a:cubicBezTo>
                    <a:pt x="103" y="89"/>
                    <a:pt x="103" y="87"/>
                    <a:pt x="104" y="86"/>
                  </a:cubicBezTo>
                  <a:cubicBezTo>
                    <a:pt x="104" y="85"/>
                    <a:pt x="106" y="85"/>
                    <a:pt x="107" y="85"/>
                  </a:cubicBezTo>
                  <a:cubicBezTo>
                    <a:pt x="108" y="85"/>
                    <a:pt x="109" y="87"/>
                    <a:pt x="110" y="87"/>
                  </a:cubicBezTo>
                  <a:cubicBezTo>
                    <a:pt x="111" y="87"/>
                    <a:pt x="112" y="87"/>
                    <a:pt x="113" y="88"/>
                  </a:cubicBezTo>
                  <a:cubicBezTo>
                    <a:pt x="115" y="89"/>
                    <a:pt x="118" y="93"/>
                    <a:pt x="119" y="95"/>
                  </a:cubicBezTo>
                  <a:cubicBezTo>
                    <a:pt x="120" y="96"/>
                    <a:pt x="121" y="98"/>
                    <a:pt x="122" y="99"/>
                  </a:cubicBezTo>
                  <a:cubicBezTo>
                    <a:pt x="122" y="100"/>
                    <a:pt x="122" y="102"/>
                    <a:pt x="122" y="103"/>
                  </a:cubicBezTo>
                  <a:cubicBezTo>
                    <a:pt x="123" y="104"/>
                    <a:pt x="124" y="104"/>
                    <a:pt x="125" y="104"/>
                  </a:cubicBezTo>
                  <a:cubicBezTo>
                    <a:pt x="126" y="104"/>
                    <a:pt x="127" y="103"/>
                    <a:pt x="128" y="102"/>
                  </a:cubicBezTo>
                  <a:cubicBezTo>
                    <a:pt x="128" y="102"/>
                    <a:pt x="128" y="100"/>
                    <a:pt x="128" y="99"/>
                  </a:cubicBezTo>
                  <a:cubicBezTo>
                    <a:pt x="128" y="98"/>
                    <a:pt x="128" y="96"/>
                    <a:pt x="129" y="96"/>
                  </a:cubicBezTo>
                  <a:cubicBezTo>
                    <a:pt x="130" y="95"/>
                    <a:pt x="131" y="95"/>
                    <a:pt x="132" y="95"/>
                  </a:cubicBezTo>
                  <a:cubicBezTo>
                    <a:pt x="133" y="95"/>
                    <a:pt x="136" y="96"/>
                    <a:pt x="136" y="97"/>
                  </a:cubicBezTo>
                  <a:cubicBezTo>
                    <a:pt x="137" y="98"/>
                    <a:pt x="136" y="101"/>
                    <a:pt x="137" y="102"/>
                  </a:cubicBezTo>
                  <a:cubicBezTo>
                    <a:pt x="137" y="103"/>
                    <a:pt x="139" y="104"/>
                    <a:pt x="140" y="105"/>
                  </a:cubicBezTo>
                  <a:cubicBezTo>
                    <a:pt x="141" y="105"/>
                    <a:pt x="145" y="106"/>
                    <a:pt x="147" y="105"/>
                  </a:cubicBezTo>
                  <a:cubicBezTo>
                    <a:pt x="149" y="105"/>
                    <a:pt x="152" y="101"/>
                    <a:pt x="154" y="100"/>
                  </a:cubicBezTo>
                  <a:cubicBezTo>
                    <a:pt x="157" y="98"/>
                    <a:pt x="164" y="96"/>
                    <a:pt x="168" y="94"/>
                  </a:cubicBezTo>
                  <a:cubicBezTo>
                    <a:pt x="170" y="93"/>
                    <a:pt x="174" y="91"/>
                    <a:pt x="176" y="90"/>
                  </a:cubicBezTo>
                  <a:cubicBezTo>
                    <a:pt x="177" y="89"/>
                    <a:pt x="181" y="87"/>
                    <a:pt x="183" y="86"/>
                  </a:cubicBezTo>
                  <a:cubicBezTo>
                    <a:pt x="185" y="86"/>
                    <a:pt x="188" y="86"/>
                    <a:pt x="189" y="85"/>
                  </a:cubicBezTo>
                  <a:cubicBezTo>
                    <a:pt x="191" y="85"/>
                    <a:pt x="192" y="82"/>
                    <a:pt x="192" y="81"/>
                  </a:cubicBezTo>
                  <a:cubicBezTo>
                    <a:pt x="193" y="81"/>
                    <a:pt x="196" y="80"/>
                    <a:pt x="197" y="79"/>
                  </a:cubicBezTo>
                  <a:cubicBezTo>
                    <a:pt x="197" y="78"/>
                    <a:pt x="198" y="75"/>
                    <a:pt x="198" y="74"/>
                  </a:cubicBezTo>
                  <a:cubicBezTo>
                    <a:pt x="198" y="73"/>
                    <a:pt x="199" y="71"/>
                    <a:pt x="198" y="70"/>
                  </a:cubicBezTo>
                  <a:cubicBezTo>
                    <a:pt x="197" y="69"/>
                    <a:pt x="195" y="69"/>
                    <a:pt x="194" y="68"/>
                  </a:cubicBezTo>
                  <a:cubicBezTo>
                    <a:pt x="193" y="67"/>
                    <a:pt x="192" y="65"/>
                    <a:pt x="191" y="64"/>
                  </a:cubicBezTo>
                  <a:cubicBezTo>
                    <a:pt x="191" y="63"/>
                    <a:pt x="191" y="61"/>
                    <a:pt x="191" y="60"/>
                  </a:cubicBezTo>
                  <a:cubicBezTo>
                    <a:pt x="191" y="59"/>
                    <a:pt x="192" y="57"/>
                    <a:pt x="193" y="57"/>
                  </a:cubicBezTo>
                  <a:cubicBezTo>
                    <a:pt x="194" y="56"/>
                    <a:pt x="198" y="57"/>
                    <a:pt x="199" y="58"/>
                  </a:cubicBezTo>
                  <a:cubicBezTo>
                    <a:pt x="200" y="58"/>
                    <a:pt x="200" y="62"/>
                    <a:pt x="202" y="63"/>
                  </a:cubicBezTo>
                  <a:cubicBezTo>
                    <a:pt x="203" y="64"/>
                    <a:pt x="206" y="64"/>
                    <a:pt x="208" y="63"/>
                  </a:cubicBezTo>
                  <a:cubicBezTo>
                    <a:pt x="209" y="63"/>
                    <a:pt x="211" y="62"/>
                    <a:pt x="212" y="61"/>
                  </a:cubicBezTo>
                  <a:cubicBezTo>
                    <a:pt x="213" y="60"/>
                    <a:pt x="213" y="56"/>
                    <a:pt x="214" y="55"/>
                  </a:cubicBezTo>
                  <a:cubicBezTo>
                    <a:pt x="215" y="54"/>
                    <a:pt x="218" y="52"/>
                    <a:pt x="219" y="51"/>
                  </a:cubicBezTo>
                  <a:cubicBezTo>
                    <a:pt x="221" y="50"/>
                    <a:pt x="225" y="49"/>
                    <a:pt x="227" y="48"/>
                  </a:cubicBezTo>
                  <a:cubicBezTo>
                    <a:pt x="230" y="47"/>
                    <a:pt x="235" y="45"/>
                    <a:pt x="238" y="44"/>
                  </a:cubicBezTo>
                  <a:cubicBezTo>
                    <a:pt x="240" y="43"/>
                    <a:pt x="244" y="41"/>
                    <a:pt x="246" y="41"/>
                  </a:cubicBezTo>
                  <a:cubicBezTo>
                    <a:pt x="248" y="41"/>
                    <a:pt x="251" y="41"/>
                    <a:pt x="252" y="41"/>
                  </a:cubicBezTo>
                  <a:cubicBezTo>
                    <a:pt x="253" y="42"/>
                    <a:pt x="255" y="43"/>
                    <a:pt x="256" y="44"/>
                  </a:cubicBezTo>
                  <a:cubicBezTo>
                    <a:pt x="256" y="45"/>
                    <a:pt x="257" y="48"/>
                    <a:pt x="258" y="49"/>
                  </a:cubicBezTo>
                  <a:cubicBezTo>
                    <a:pt x="258" y="50"/>
                    <a:pt x="261" y="50"/>
                    <a:pt x="262" y="51"/>
                  </a:cubicBezTo>
                  <a:cubicBezTo>
                    <a:pt x="263" y="52"/>
                    <a:pt x="263" y="56"/>
                    <a:pt x="265" y="56"/>
                  </a:cubicBezTo>
                  <a:cubicBezTo>
                    <a:pt x="266" y="57"/>
                    <a:pt x="270" y="57"/>
                    <a:pt x="271" y="58"/>
                  </a:cubicBezTo>
                  <a:cubicBezTo>
                    <a:pt x="272" y="58"/>
                    <a:pt x="274" y="59"/>
                    <a:pt x="276" y="59"/>
                  </a:cubicBezTo>
                  <a:cubicBezTo>
                    <a:pt x="278" y="59"/>
                    <a:pt x="281" y="55"/>
                    <a:pt x="282" y="53"/>
                  </a:cubicBezTo>
                  <a:cubicBezTo>
                    <a:pt x="283" y="52"/>
                    <a:pt x="285" y="50"/>
                    <a:pt x="286" y="50"/>
                  </a:cubicBezTo>
                  <a:cubicBezTo>
                    <a:pt x="286" y="49"/>
                    <a:pt x="288" y="49"/>
                    <a:pt x="288" y="49"/>
                  </a:cubicBezTo>
                  <a:cubicBezTo>
                    <a:pt x="289" y="49"/>
                    <a:pt x="291" y="49"/>
                    <a:pt x="291" y="49"/>
                  </a:cubicBezTo>
                  <a:cubicBezTo>
                    <a:pt x="292" y="50"/>
                    <a:pt x="292" y="54"/>
                    <a:pt x="294" y="55"/>
                  </a:cubicBezTo>
                  <a:cubicBezTo>
                    <a:pt x="295" y="55"/>
                    <a:pt x="296" y="52"/>
                    <a:pt x="297" y="52"/>
                  </a:cubicBezTo>
                  <a:cubicBezTo>
                    <a:pt x="298" y="51"/>
                    <a:pt x="301" y="51"/>
                    <a:pt x="303" y="51"/>
                  </a:cubicBezTo>
                  <a:cubicBezTo>
                    <a:pt x="304" y="50"/>
                    <a:pt x="306" y="49"/>
                    <a:pt x="306" y="48"/>
                  </a:cubicBezTo>
                  <a:cubicBezTo>
                    <a:pt x="307" y="47"/>
                    <a:pt x="307" y="44"/>
                    <a:pt x="306" y="43"/>
                  </a:cubicBezTo>
                  <a:cubicBezTo>
                    <a:pt x="305" y="42"/>
                    <a:pt x="303" y="42"/>
                    <a:pt x="302" y="41"/>
                  </a:cubicBezTo>
                  <a:cubicBezTo>
                    <a:pt x="302" y="41"/>
                    <a:pt x="302" y="38"/>
                    <a:pt x="303" y="38"/>
                  </a:cubicBezTo>
                  <a:cubicBezTo>
                    <a:pt x="303" y="37"/>
                    <a:pt x="306" y="36"/>
                    <a:pt x="307" y="36"/>
                  </a:cubicBezTo>
                  <a:cubicBezTo>
                    <a:pt x="308" y="36"/>
                    <a:pt x="311" y="36"/>
                    <a:pt x="312" y="36"/>
                  </a:cubicBezTo>
                  <a:cubicBezTo>
                    <a:pt x="313" y="35"/>
                    <a:pt x="315" y="33"/>
                    <a:pt x="315" y="32"/>
                  </a:cubicBezTo>
                  <a:cubicBezTo>
                    <a:pt x="315" y="31"/>
                    <a:pt x="315" y="29"/>
                    <a:pt x="314" y="28"/>
                  </a:cubicBezTo>
                  <a:cubicBezTo>
                    <a:pt x="314" y="28"/>
                    <a:pt x="312" y="28"/>
                    <a:pt x="312" y="28"/>
                  </a:cubicBezTo>
                  <a:cubicBezTo>
                    <a:pt x="311" y="28"/>
                    <a:pt x="309" y="28"/>
                    <a:pt x="308" y="27"/>
                  </a:cubicBezTo>
                  <a:cubicBezTo>
                    <a:pt x="308" y="26"/>
                    <a:pt x="307" y="25"/>
                    <a:pt x="307" y="24"/>
                  </a:cubicBezTo>
                  <a:cubicBezTo>
                    <a:pt x="308" y="23"/>
                    <a:pt x="311" y="22"/>
                    <a:pt x="312" y="22"/>
                  </a:cubicBezTo>
                  <a:cubicBezTo>
                    <a:pt x="313" y="22"/>
                    <a:pt x="316" y="23"/>
                    <a:pt x="317" y="23"/>
                  </a:cubicBezTo>
                  <a:cubicBezTo>
                    <a:pt x="318" y="23"/>
                    <a:pt x="319" y="22"/>
                    <a:pt x="319" y="21"/>
                  </a:cubicBezTo>
                  <a:cubicBezTo>
                    <a:pt x="320" y="20"/>
                    <a:pt x="320" y="17"/>
                    <a:pt x="320" y="15"/>
                  </a:cubicBezTo>
                  <a:cubicBezTo>
                    <a:pt x="321" y="14"/>
                    <a:pt x="324" y="13"/>
                    <a:pt x="325" y="13"/>
                  </a:cubicBezTo>
                  <a:cubicBezTo>
                    <a:pt x="326" y="12"/>
                    <a:pt x="328" y="12"/>
                    <a:pt x="329" y="11"/>
                  </a:cubicBezTo>
                  <a:cubicBezTo>
                    <a:pt x="330" y="10"/>
                    <a:pt x="330" y="8"/>
                    <a:pt x="331" y="7"/>
                  </a:cubicBezTo>
                  <a:cubicBezTo>
                    <a:pt x="331" y="6"/>
                    <a:pt x="330" y="3"/>
                    <a:pt x="331" y="2"/>
                  </a:cubicBezTo>
                  <a:cubicBezTo>
                    <a:pt x="331" y="1"/>
                    <a:pt x="334" y="1"/>
                    <a:pt x="335" y="1"/>
                  </a:cubicBezTo>
                  <a:cubicBezTo>
                    <a:pt x="337" y="0"/>
                    <a:pt x="341" y="0"/>
                    <a:pt x="343" y="1"/>
                  </a:cubicBezTo>
                  <a:cubicBezTo>
                    <a:pt x="345" y="1"/>
                    <a:pt x="348" y="2"/>
                    <a:pt x="350" y="3"/>
                  </a:cubicBezTo>
                  <a:cubicBezTo>
                    <a:pt x="351" y="3"/>
                    <a:pt x="353" y="4"/>
                    <a:pt x="354" y="4"/>
                  </a:cubicBezTo>
                  <a:cubicBezTo>
                    <a:pt x="356" y="5"/>
                    <a:pt x="358" y="6"/>
                    <a:pt x="359" y="7"/>
                  </a:cubicBezTo>
                  <a:cubicBezTo>
                    <a:pt x="361" y="8"/>
                    <a:pt x="363" y="11"/>
                    <a:pt x="363" y="12"/>
                  </a:cubicBezTo>
                  <a:cubicBezTo>
                    <a:pt x="364" y="14"/>
                    <a:pt x="363" y="17"/>
                    <a:pt x="363" y="19"/>
                  </a:cubicBezTo>
                  <a:cubicBezTo>
                    <a:pt x="362" y="20"/>
                    <a:pt x="360" y="21"/>
                    <a:pt x="359" y="22"/>
                  </a:cubicBezTo>
                  <a:cubicBezTo>
                    <a:pt x="359" y="23"/>
                    <a:pt x="358" y="26"/>
                    <a:pt x="358" y="27"/>
                  </a:cubicBezTo>
                  <a:cubicBezTo>
                    <a:pt x="358" y="28"/>
                    <a:pt x="357" y="30"/>
                    <a:pt x="356" y="3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8"/>
            <p:cNvSpPr>
              <a:spLocks/>
            </p:cNvSpPr>
            <p:nvPr/>
          </p:nvSpPr>
          <p:spPr bwMode="auto">
            <a:xfrm>
              <a:off x="3025775" y="2884488"/>
              <a:ext cx="1052513" cy="998538"/>
            </a:xfrm>
            <a:custGeom>
              <a:avLst/>
              <a:gdLst/>
              <a:ahLst/>
              <a:cxnLst>
                <a:cxn ang="0">
                  <a:pos x="697" y="276"/>
                </a:cxn>
                <a:cxn ang="0">
                  <a:pos x="669" y="280"/>
                </a:cxn>
                <a:cxn ang="0">
                  <a:pos x="666" y="313"/>
                </a:cxn>
                <a:cxn ang="0">
                  <a:pos x="654" y="346"/>
                </a:cxn>
                <a:cxn ang="0">
                  <a:pos x="633" y="370"/>
                </a:cxn>
                <a:cxn ang="0">
                  <a:pos x="619" y="381"/>
                </a:cxn>
                <a:cxn ang="0">
                  <a:pos x="603" y="410"/>
                </a:cxn>
                <a:cxn ang="0">
                  <a:pos x="591" y="425"/>
                </a:cxn>
                <a:cxn ang="0">
                  <a:pos x="581" y="456"/>
                </a:cxn>
                <a:cxn ang="0">
                  <a:pos x="573" y="493"/>
                </a:cxn>
                <a:cxn ang="0">
                  <a:pos x="536" y="514"/>
                </a:cxn>
                <a:cxn ang="0">
                  <a:pos x="518" y="538"/>
                </a:cxn>
                <a:cxn ang="0">
                  <a:pos x="491" y="565"/>
                </a:cxn>
                <a:cxn ang="0">
                  <a:pos x="524" y="633"/>
                </a:cxn>
                <a:cxn ang="0">
                  <a:pos x="498" y="654"/>
                </a:cxn>
                <a:cxn ang="0">
                  <a:pos x="422" y="690"/>
                </a:cxn>
                <a:cxn ang="0">
                  <a:pos x="370" y="608"/>
                </a:cxn>
                <a:cxn ang="0">
                  <a:pos x="329" y="563"/>
                </a:cxn>
                <a:cxn ang="0">
                  <a:pos x="380" y="503"/>
                </a:cxn>
                <a:cxn ang="0">
                  <a:pos x="327" y="460"/>
                </a:cxn>
                <a:cxn ang="0">
                  <a:pos x="289" y="479"/>
                </a:cxn>
                <a:cxn ang="0">
                  <a:pos x="251" y="457"/>
                </a:cxn>
                <a:cxn ang="0">
                  <a:pos x="195" y="417"/>
                </a:cxn>
                <a:cxn ang="0">
                  <a:pos x="133" y="401"/>
                </a:cxn>
                <a:cxn ang="0">
                  <a:pos x="112" y="349"/>
                </a:cxn>
                <a:cxn ang="0">
                  <a:pos x="89" y="324"/>
                </a:cxn>
                <a:cxn ang="0">
                  <a:pos x="54" y="310"/>
                </a:cxn>
                <a:cxn ang="0">
                  <a:pos x="43" y="355"/>
                </a:cxn>
                <a:cxn ang="0">
                  <a:pos x="0" y="362"/>
                </a:cxn>
                <a:cxn ang="0">
                  <a:pos x="36" y="291"/>
                </a:cxn>
                <a:cxn ang="0">
                  <a:pos x="55" y="202"/>
                </a:cxn>
                <a:cxn ang="0">
                  <a:pos x="58" y="161"/>
                </a:cxn>
                <a:cxn ang="0">
                  <a:pos x="87" y="143"/>
                </a:cxn>
                <a:cxn ang="0">
                  <a:pos x="114" y="139"/>
                </a:cxn>
                <a:cxn ang="0">
                  <a:pos x="133" y="146"/>
                </a:cxn>
                <a:cxn ang="0">
                  <a:pos x="144" y="108"/>
                </a:cxn>
                <a:cxn ang="0">
                  <a:pos x="184" y="117"/>
                </a:cxn>
                <a:cxn ang="0">
                  <a:pos x="207" y="137"/>
                </a:cxn>
                <a:cxn ang="0">
                  <a:pos x="228" y="97"/>
                </a:cxn>
                <a:cxn ang="0">
                  <a:pos x="257" y="68"/>
                </a:cxn>
                <a:cxn ang="0">
                  <a:pos x="277" y="31"/>
                </a:cxn>
                <a:cxn ang="0">
                  <a:pos x="305" y="17"/>
                </a:cxn>
                <a:cxn ang="0">
                  <a:pos x="313" y="2"/>
                </a:cxn>
                <a:cxn ang="0">
                  <a:pos x="340" y="20"/>
                </a:cxn>
                <a:cxn ang="0">
                  <a:pos x="346" y="39"/>
                </a:cxn>
                <a:cxn ang="0">
                  <a:pos x="360" y="60"/>
                </a:cxn>
                <a:cxn ang="0">
                  <a:pos x="394" y="34"/>
                </a:cxn>
                <a:cxn ang="0">
                  <a:pos x="414" y="8"/>
                </a:cxn>
                <a:cxn ang="0">
                  <a:pos x="451" y="37"/>
                </a:cxn>
                <a:cxn ang="0">
                  <a:pos x="463" y="75"/>
                </a:cxn>
                <a:cxn ang="0">
                  <a:pos x="492" y="94"/>
                </a:cxn>
                <a:cxn ang="0">
                  <a:pos x="523" y="121"/>
                </a:cxn>
                <a:cxn ang="0">
                  <a:pos x="557" y="126"/>
                </a:cxn>
                <a:cxn ang="0">
                  <a:pos x="589" y="118"/>
                </a:cxn>
                <a:cxn ang="0">
                  <a:pos x="610" y="92"/>
                </a:cxn>
                <a:cxn ang="0">
                  <a:pos x="665" y="107"/>
                </a:cxn>
                <a:cxn ang="0">
                  <a:pos x="675" y="141"/>
                </a:cxn>
                <a:cxn ang="0">
                  <a:pos x="672" y="172"/>
                </a:cxn>
                <a:cxn ang="0">
                  <a:pos x="707" y="186"/>
                </a:cxn>
                <a:cxn ang="0">
                  <a:pos x="713" y="197"/>
                </a:cxn>
                <a:cxn ang="0">
                  <a:pos x="722" y="244"/>
                </a:cxn>
              </a:cxnLst>
              <a:rect l="0" t="0" r="r" b="b"/>
              <a:pathLst>
                <a:path w="733" h="696">
                  <a:moveTo>
                    <a:pt x="732" y="262"/>
                  </a:moveTo>
                  <a:cubicBezTo>
                    <a:pt x="732" y="263"/>
                    <a:pt x="733" y="264"/>
                    <a:pt x="733" y="266"/>
                  </a:cubicBezTo>
                  <a:cubicBezTo>
                    <a:pt x="731" y="266"/>
                    <a:pt x="729" y="266"/>
                    <a:pt x="728" y="266"/>
                  </a:cubicBezTo>
                  <a:cubicBezTo>
                    <a:pt x="726" y="267"/>
                    <a:pt x="723" y="268"/>
                    <a:pt x="721" y="269"/>
                  </a:cubicBezTo>
                  <a:cubicBezTo>
                    <a:pt x="719" y="270"/>
                    <a:pt x="716" y="271"/>
                    <a:pt x="713" y="272"/>
                  </a:cubicBezTo>
                  <a:cubicBezTo>
                    <a:pt x="712" y="272"/>
                    <a:pt x="710" y="272"/>
                    <a:pt x="709" y="272"/>
                  </a:cubicBezTo>
                  <a:cubicBezTo>
                    <a:pt x="707" y="273"/>
                    <a:pt x="705" y="276"/>
                    <a:pt x="703" y="276"/>
                  </a:cubicBezTo>
                  <a:cubicBezTo>
                    <a:pt x="702" y="277"/>
                    <a:pt x="699" y="276"/>
                    <a:pt x="697" y="276"/>
                  </a:cubicBezTo>
                  <a:cubicBezTo>
                    <a:pt x="696" y="275"/>
                    <a:pt x="693" y="275"/>
                    <a:pt x="692" y="274"/>
                  </a:cubicBezTo>
                  <a:cubicBezTo>
                    <a:pt x="692" y="273"/>
                    <a:pt x="692" y="271"/>
                    <a:pt x="691" y="270"/>
                  </a:cubicBezTo>
                  <a:cubicBezTo>
                    <a:pt x="691" y="270"/>
                    <a:pt x="689" y="269"/>
                    <a:pt x="688" y="269"/>
                  </a:cubicBezTo>
                  <a:cubicBezTo>
                    <a:pt x="687" y="269"/>
                    <a:pt x="684" y="268"/>
                    <a:pt x="683" y="269"/>
                  </a:cubicBezTo>
                  <a:cubicBezTo>
                    <a:pt x="682" y="269"/>
                    <a:pt x="682" y="271"/>
                    <a:pt x="682" y="272"/>
                  </a:cubicBezTo>
                  <a:cubicBezTo>
                    <a:pt x="681" y="273"/>
                    <a:pt x="679" y="274"/>
                    <a:pt x="678" y="275"/>
                  </a:cubicBezTo>
                  <a:cubicBezTo>
                    <a:pt x="676" y="275"/>
                    <a:pt x="673" y="275"/>
                    <a:pt x="671" y="276"/>
                  </a:cubicBezTo>
                  <a:cubicBezTo>
                    <a:pt x="670" y="276"/>
                    <a:pt x="670" y="279"/>
                    <a:pt x="669" y="280"/>
                  </a:cubicBezTo>
                  <a:cubicBezTo>
                    <a:pt x="669" y="281"/>
                    <a:pt x="669" y="283"/>
                    <a:pt x="669" y="285"/>
                  </a:cubicBezTo>
                  <a:cubicBezTo>
                    <a:pt x="670" y="286"/>
                    <a:pt x="673" y="286"/>
                    <a:pt x="673" y="287"/>
                  </a:cubicBezTo>
                  <a:cubicBezTo>
                    <a:pt x="674" y="288"/>
                    <a:pt x="675" y="290"/>
                    <a:pt x="675" y="291"/>
                  </a:cubicBezTo>
                  <a:cubicBezTo>
                    <a:pt x="675" y="293"/>
                    <a:pt x="675" y="297"/>
                    <a:pt x="675" y="299"/>
                  </a:cubicBezTo>
                  <a:cubicBezTo>
                    <a:pt x="675" y="300"/>
                    <a:pt x="672" y="303"/>
                    <a:pt x="672" y="305"/>
                  </a:cubicBezTo>
                  <a:cubicBezTo>
                    <a:pt x="672" y="305"/>
                    <a:pt x="673" y="307"/>
                    <a:pt x="673" y="308"/>
                  </a:cubicBezTo>
                  <a:cubicBezTo>
                    <a:pt x="673" y="309"/>
                    <a:pt x="673" y="311"/>
                    <a:pt x="672" y="311"/>
                  </a:cubicBezTo>
                  <a:cubicBezTo>
                    <a:pt x="671" y="312"/>
                    <a:pt x="668" y="312"/>
                    <a:pt x="666" y="313"/>
                  </a:cubicBezTo>
                  <a:cubicBezTo>
                    <a:pt x="665" y="313"/>
                    <a:pt x="664" y="314"/>
                    <a:pt x="663" y="315"/>
                  </a:cubicBezTo>
                  <a:cubicBezTo>
                    <a:pt x="662" y="316"/>
                    <a:pt x="661" y="318"/>
                    <a:pt x="661" y="319"/>
                  </a:cubicBezTo>
                  <a:cubicBezTo>
                    <a:pt x="660" y="320"/>
                    <a:pt x="662" y="323"/>
                    <a:pt x="662" y="324"/>
                  </a:cubicBezTo>
                  <a:cubicBezTo>
                    <a:pt x="661" y="325"/>
                    <a:pt x="659" y="327"/>
                    <a:pt x="658" y="328"/>
                  </a:cubicBezTo>
                  <a:cubicBezTo>
                    <a:pt x="658" y="330"/>
                    <a:pt x="657" y="333"/>
                    <a:pt x="657" y="335"/>
                  </a:cubicBezTo>
                  <a:cubicBezTo>
                    <a:pt x="657" y="336"/>
                    <a:pt x="658" y="338"/>
                    <a:pt x="658" y="339"/>
                  </a:cubicBezTo>
                  <a:cubicBezTo>
                    <a:pt x="659" y="340"/>
                    <a:pt x="659" y="342"/>
                    <a:pt x="658" y="343"/>
                  </a:cubicBezTo>
                  <a:cubicBezTo>
                    <a:pt x="658" y="344"/>
                    <a:pt x="655" y="346"/>
                    <a:pt x="654" y="346"/>
                  </a:cubicBezTo>
                  <a:cubicBezTo>
                    <a:pt x="653" y="347"/>
                    <a:pt x="651" y="347"/>
                    <a:pt x="650" y="347"/>
                  </a:cubicBezTo>
                  <a:cubicBezTo>
                    <a:pt x="649" y="348"/>
                    <a:pt x="648" y="350"/>
                    <a:pt x="647" y="350"/>
                  </a:cubicBezTo>
                  <a:cubicBezTo>
                    <a:pt x="646" y="351"/>
                    <a:pt x="643" y="352"/>
                    <a:pt x="642" y="352"/>
                  </a:cubicBezTo>
                  <a:cubicBezTo>
                    <a:pt x="641" y="352"/>
                    <a:pt x="639" y="352"/>
                    <a:pt x="638" y="352"/>
                  </a:cubicBezTo>
                  <a:cubicBezTo>
                    <a:pt x="637" y="352"/>
                    <a:pt x="635" y="354"/>
                    <a:pt x="635" y="355"/>
                  </a:cubicBezTo>
                  <a:cubicBezTo>
                    <a:pt x="634" y="356"/>
                    <a:pt x="634" y="358"/>
                    <a:pt x="634" y="359"/>
                  </a:cubicBezTo>
                  <a:cubicBezTo>
                    <a:pt x="634" y="361"/>
                    <a:pt x="635" y="363"/>
                    <a:pt x="635" y="365"/>
                  </a:cubicBezTo>
                  <a:cubicBezTo>
                    <a:pt x="635" y="366"/>
                    <a:pt x="634" y="369"/>
                    <a:pt x="633" y="370"/>
                  </a:cubicBezTo>
                  <a:cubicBezTo>
                    <a:pt x="633" y="371"/>
                    <a:pt x="631" y="372"/>
                    <a:pt x="631" y="372"/>
                  </a:cubicBezTo>
                  <a:cubicBezTo>
                    <a:pt x="630" y="372"/>
                    <a:pt x="628" y="371"/>
                    <a:pt x="627" y="371"/>
                  </a:cubicBezTo>
                  <a:cubicBezTo>
                    <a:pt x="626" y="370"/>
                    <a:pt x="626" y="368"/>
                    <a:pt x="625" y="367"/>
                  </a:cubicBezTo>
                  <a:cubicBezTo>
                    <a:pt x="624" y="367"/>
                    <a:pt x="621" y="367"/>
                    <a:pt x="620" y="367"/>
                  </a:cubicBezTo>
                  <a:cubicBezTo>
                    <a:pt x="618" y="368"/>
                    <a:pt x="617" y="372"/>
                    <a:pt x="616" y="373"/>
                  </a:cubicBezTo>
                  <a:cubicBezTo>
                    <a:pt x="616" y="374"/>
                    <a:pt x="614" y="376"/>
                    <a:pt x="614" y="377"/>
                  </a:cubicBezTo>
                  <a:cubicBezTo>
                    <a:pt x="614" y="378"/>
                    <a:pt x="615" y="380"/>
                    <a:pt x="615" y="381"/>
                  </a:cubicBezTo>
                  <a:cubicBezTo>
                    <a:pt x="616" y="381"/>
                    <a:pt x="618" y="381"/>
                    <a:pt x="619" y="381"/>
                  </a:cubicBezTo>
                  <a:cubicBezTo>
                    <a:pt x="620" y="382"/>
                    <a:pt x="621" y="384"/>
                    <a:pt x="621" y="384"/>
                  </a:cubicBezTo>
                  <a:cubicBezTo>
                    <a:pt x="622" y="385"/>
                    <a:pt x="622" y="387"/>
                    <a:pt x="622" y="388"/>
                  </a:cubicBezTo>
                  <a:cubicBezTo>
                    <a:pt x="622" y="389"/>
                    <a:pt x="619" y="390"/>
                    <a:pt x="619" y="391"/>
                  </a:cubicBezTo>
                  <a:cubicBezTo>
                    <a:pt x="618" y="392"/>
                    <a:pt x="619" y="394"/>
                    <a:pt x="619" y="395"/>
                  </a:cubicBezTo>
                  <a:cubicBezTo>
                    <a:pt x="618" y="397"/>
                    <a:pt x="614" y="400"/>
                    <a:pt x="612" y="401"/>
                  </a:cubicBezTo>
                  <a:cubicBezTo>
                    <a:pt x="611" y="401"/>
                    <a:pt x="607" y="400"/>
                    <a:pt x="606" y="401"/>
                  </a:cubicBezTo>
                  <a:cubicBezTo>
                    <a:pt x="605" y="401"/>
                    <a:pt x="603" y="403"/>
                    <a:pt x="603" y="404"/>
                  </a:cubicBezTo>
                  <a:cubicBezTo>
                    <a:pt x="602" y="405"/>
                    <a:pt x="602" y="408"/>
                    <a:pt x="603" y="410"/>
                  </a:cubicBezTo>
                  <a:cubicBezTo>
                    <a:pt x="603" y="411"/>
                    <a:pt x="604" y="412"/>
                    <a:pt x="605" y="413"/>
                  </a:cubicBezTo>
                  <a:cubicBezTo>
                    <a:pt x="606" y="414"/>
                    <a:pt x="609" y="416"/>
                    <a:pt x="609" y="417"/>
                  </a:cubicBezTo>
                  <a:cubicBezTo>
                    <a:pt x="610" y="418"/>
                    <a:pt x="610" y="421"/>
                    <a:pt x="610" y="422"/>
                  </a:cubicBezTo>
                  <a:cubicBezTo>
                    <a:pt x="610" y="423"/>
                    <a:pt x="607" y="424"/>
                    <a:pt x="606" y="425"/>
                  </a:cubicBezTo>
                  <a:cubicBezTo>
                    <a:pt x="605" y="425"/>
                    <a:pt x="602" y="425"/>
                    <a:pt x="601" y="425"/>
                  </a:cubicBezTo>
                  <a:cubicBezTo>
                    <a:pt x="601" y="425"/>
                    <a:pt x="599" y="424"/>
                    <a:pt x="599" y="424"/>
                  </a:cubicBezTo>
                  <a:cubicBezTo>
                    <a:pt x="598" y="424"/>
                    <a:pt x="597" y="423"/>
                    <a:pt x="596" y="423"/>
                  </a:cubicBezTo>
                  <a:cubicBezTo>
                    <a:pt x="594" y="423"/>
                    <a:pt x="592" y="424"/>
                    <a:pt x="591" y="425"/>
                  </a:cubicBezTo>
                  <a:cubicBezTo>
                    <a:pt x="590" y="426"/>
                    <a:pt x="590" y="429"/>
                    <a:pt x="590" y="431"/>
                  </a:cubicBezTo>
                  <a:cubicBezTo>
                    <a:pt x="590" y="432"/>
                    <a:pt x="590" y="435"/>
                    <a:pt x="591" y="436"/>
                  </a:cubicBezTo>
                  <a:cubicBezTo>
                    <a:pt x="591" y="437"/>
                    <a:pt x="594" y="438"/>
                    <a:pt x="595" y="439"/>
                  </a:cubicBezTo>
                  <a:cubicBezTo>
                    <a:pt x="595" y="440"/>
                    <a:pt x="595" y="444"/>
                    <a:pt x="594" y="445"/>
                  </a:cubicBezTo>
                  <a:cubicBezTo>
                    <a:pt x="593" y="445"/>
                    <a:pt x="592" y="445"/>
                    <a:pt x="592" y="445"/>
                  </a:cubicBezTo>
                  <a:cubicBezTo>
                    <a:pt x="590" y="446"/>
                    <a:pt x="589" y="450"/>
                    <a:pt x="587" y="451"/>
                  </a:cubicBezTo>
                  <a:cubicBezTo>
                    <a:pt x="587" y="452"/>
                    <a:pt x="586" y="453"/>
                    <a:pt x="585" y="454"/>
                  </a:cubicBezTo>
                  <a:cubicBezTo>
                    <a:pt x="584" y="455"/>
                    <a:pt x="581" y="455"/>
                    <a:pt x="581" y="456"/>
                  </a:cubicBezTo>
                  <a:cubicBezTo>
                    <a:pt x="580" y="457"/>
                    <a:pt x="581" y="460"/>
                    <a:pt x="581" y="462"/>
                  </a:cubicBezTo>
                  <a:cubicBezTo>
                    <a:pt x="582" y="462"/>
                    <a:pt x="583" y="464"/>
                    <a:pt x="583" y="465"/>
                  </a:cubicBezTo>
                  <a:cubicBezTo>
                    <a:pt x="584" y="466"/>
                    <a:pt x="585" y="469"/>
                    <a:pt x="584" y="470"/>
                  </a:cubicBezTo>
                  <a:cubicBezTo>
                    <a:pt x="584" y="472"/>
                    <a:pt x="581" y="474"/>
                    <a:pt x="581" y="475"/>
                  </a:cubicBezTo>
                  <a:cubicBezTo>
                    <a:pt x="580" y="476"/>
                    <a:pt x="581" y="479"/>
                    <a:pt x="581" y="480"/>
                  </a:cubicBezTo>
                  <a:cubicBezTo>
                    <a:pt x="581" y="481"/>
                    <a:pt x="582" y="483"/>
                    <a:pt x="582" y="485"/>
                  </a:cubicBezTo>
                  <a:cubicBezTo>
                    <a:pt x="582" y="486"/>
                    <a:pt x="581" y="489"/>
                    <a:pt x="580" y="490"/>
                  </a:cubicBezTo>
                  <a:cubicBezTo>
                    <a:pt x="579" y="491"/>
                    <a:pt x="575" y="492"/>
                    <a:pt x="573" y="493"/>
                  </a:cubicBezTo>
                  <a:cubicBezTo>
                    <a:pt x="571" y="493"/>
                    <a:pt x="566" y="492"/>
                    <a:pt x="564" y="491"/>
                  </a:cubicBezTo>
                  <a:cubicBezTo>
                    <a:pt x="562" y="491"/>
                    <a:pt x="560" y="488"/>
                    <a:pt x="558" y="487"/>
                  </a:cubicBezTo>
                  <a:cubicBezTo>
                    <a:pt x="557" y="487"/>
                    <a:pt x="555" y="486"/>
                    <a:pt x="554" y="486"/>
                  </a:cubicBezTo>
                  <a:cubicBezTo>
                    <a:pt x="553" y="486"/>
                    <a:pt x="550" y="486"/>
                    <a:pt x="549" y="487"/>
                  </a:cubicBezTo>
                  <a:cubicBezTo>
                    <a:pt x="548" y="488"/>
                    <a:pt x="548" y="493"/>
                    <a:pt x="547" y="495"/>
                  </a:cubicBezTo>
                  <a:cubicBezTo>
                    <a:pt x="547" y="496"/>
                    <a:pt x="548" y="498"/>
                    <a:pt x="547" y="499"/>
                  </a:cubicBezTo>
                  <a:cubicBezTo>
                    <a:pt x="546" y="502"/>
                    <a:pt x="543" y="505"/>
                    <a:pt x="541" y="507"/>
                  </a:cubicBezTo>
                  <a:cubicBezTo>
                    <a:pt x="540" y="509"/>
                    <a:pt x="537" y="512"/>
                    <a:pt x="536" y="514"/>
                  </a:cubicBezTo>
                  <a:cubicBezTo>
                    <a:pt x="535" y="516"/>
                    <a:pt x="536" y="520"/>
                    <a:pt x="536" y="522"/>
                  </a:cubicBezTo>
                  <a:cubicBezTo>
                    <a:pt x="536" y="524"/>
                    <a:pt x="534" y="528"/>
                    <a:pt x="533" y="530"/>
                  </a:cubicBezTo>
                  <a:cubicBezTo>
                    <a:pt x="533" y="531"/>
                    <a:pt x="532" y="533"/>
                    <a:pt x="532" y="534"/>
                  </a:cubicBezTo>
                  <a:cubicBezTo>
                    <a:pt x="532" y="535"/>
                    <a:pt x="533" y="537"/>
                    <a:pt x="533" y="538"/>
                  </a:cubicBezTo>
                  <a:cubicBezTo>
                    <a:pt x="533" y="539"/>
                    <a:pt x="532" y="540"/>
                    <a:pt x="531" y="541"/>
                  </a:cubicBezTo>
                  <a:cubicBezTo>
                    <a:pt x="530" y="542"/>
                    <a:pt x="527" y="542"/>
                    <a:pt x="526" y="541"/>
                  </a:cubicBezTo>
                  <a:cubicBezTo>
                    <a:pt x="526" y="541"/>
                    <a:pt x="526" y="539"/>
                    <a:pt x="525" y="538"/>
                  </a:cubicBezTo>
                  <a:cubicBezTo>
                    <a:pt x="523" y="537"/>
                    <a:pt x="520" y="538"/>
                    <a:pt x="518" y="538"/>
                  </a:cubicBezTo>
                  <a:cubicBezTo>
                    <a:pt x="517" y="538"/>
                    <a:pt x="515" y="538"/>
                    <a:pt x="513" y="538"/>
                  </a:cubicBezTo>
                  <a:cubicBezTo>
                    <a:pt x="513" y="538"/>
                    <a:pt x="511" y="539"/>
                    <a:pt x="511" y="540"/>
                  </a:cubicBezTo>
                  <a:cubicBezTo>
                    <a:pt x="510" y="541"/>
                    <a:pt x="511" y="545"/>
                    <a:pt x="510" y="546"/>
                  </a:cubicBezTo>
                  <a:cubicBezTo>
                    <a:pt x="510" y="547"/>
                    <a:pt x="507" y="548"/>
                    <a:pt x="507" y="549"/>
                  </a:cubicBezTo>
                  <a:cubicBezTo>
                    <a:pt x="506" y="550"/>
                    <a:pt x="506" y="552"/>
                    <a:pt x="505" y="553"/>
                  </a:cubicBezTo>
                  <a:cubicBezTo>
                    <a:pt x="505" y="553"/>
                    <a:pt x="505" y="553"/>
                    <a:pt x="505" y="553"/>
                  </a:cubicBezTo>
                  <a:cubicBezTo>
                    <a:pt x="502" y="553"/>
                    <a:pt x="498" y="555"/>
                    <a:pt x="496" y="557"/>
                  </a:cubicBezTo>
                  <a:cubicBezTo>
                    <a:pt x="494" y="559"/>
                    <a:pt x="492" y="563"/>
                    <a:pt x="491" y="565"/>
                  </a:cubicBezTo>
                  <a:cubicBezTo>
                    <a:pt x="490" y="568"/>
                    <a:pt x="491" y="575"/>
                    <a:pt x="492" y="577"/>
                  </a:cubicBezTo>
                  <a:cubicBezTo>
                    <a:pt x="492" y="580"/>
                    <a:pt x="495" y="584"/>
                    <a:pt x="496" y="586"/>
                  </a:cubicBezTo>
                  <a:cubicBezTo>
                    <a:pt x="498" y="587"/>
                    <a:pt x="501" y="588"/>
                    <a:pt x="502" y="590"/>
                  </a:cubicBezTo>
                  <a:cubicBezTo>
                    <a:pt x="503" y="593"/>
                    <a:pt x="501" y="600"/>
                    <a:pt x="502" y="603"/>
                  </a:cubicBezTo>
                  <a:cubicBezTo>
                    <a:pt x="502" y="606"/>
                    <a:pt x="504" y="610"/>
                    <a:pt x="505" y="612"/>
                  </a:cubicBezTo>
                  <a:cubicBezTo>
                    <a:pt x="507" y="613"/>
                    <a:pt x="512" y="613"/>
                    <a:pt x="514" y="614"/>
                  </a:cubicBezTo>
                  <a:cubicBezTo>
                    <a:pt x="516" y="615"/>
                    <a:pt x="519" y="620"/>
                    <a:pt x="521" y="622"/>
                  </a:cubicBezTo>
                  <a:cubicBezTo>
                    <a:pt x="522" y="625"/>
                    <a:pt x="523" y="631"/>
                    <a:pt x="524" y="633"/>
                  </a:cubicBezTo>
                  <a:cubicBezTo>
                    <a:pt x="524" y="637"/>
                    <a:pt x="525" y="644"/>
                    <a:pt x="524" y="648"/>
                  </a:cubicBezTo>
                  <a:cubicBezTo>
                    <a:pt x="524" y="650"/>
                    <a:pt x="524" y="656"/>
                    <a:pt x="522" y="657"/>
                  </a:cubicBezTo>
                  <a:cubicBezTo>
                    <a:pt x="520" y="658"/>
                    <a:pt x="516" y="655"/>
                    <a:pt x="515" y="654"/>
                  </a:cubicBezTo>
                  <a:cubicBezTo>
                    <a:pt x="514" y="653"/>
                    <a:pt x="513" y="651"/>
                    <a:pt x="513" y="650"/>
                  </a:cubicBezTo>
                  <a:cubicBezTo>
                    <a:pt x="512" y="648"/>
                    <a:pt x="514" y="642"/>
                    <a:pt x="512" y="641"/>
                  </a:cubicBezTo>
                  <a:cubicBezTo>
                    <a:pt x="511" y="639"/>
                    <a:pt x="506" y="637"/>
                    <a:pt x="504" y="639"/>
                  </a:cubicBezTo>
                  <a:cubicBezTo>
                    <a:pt x="503" y="640"/>
                    <a:pt x="505" y="646"/>
                    <a:pt x="504" y="648"/>
                  </a:cubicBezTo>
                  <a:cubicBezTo>
                    <a:pt x="503" y="650"/>
                    <a:pt x="500" y="653"/>
                    <a:pt x="498" y="654"/>
                  </a:cubicBezTo>
                  <a:cubicBezTo>
                    <a:pt x="495" y="655"/>
                    <a:pt x="490" y="655"/>
                    <a:pt x="487" y="655"/>
                  </a:cubicBezTo>
                  <a:cubicBezTo>
                    <a:pt x="483" y="656"/>
                    <a:pt x="476" y="657"/>
                    <a:pt x="473" y="658"/>
                  </a:cubicBezTo>
                  <a:cubicBezTo>
                    <a:pt x="471" y="660"/>
                    <a:pt x="467" y="664"/>
                    <a:pt x="465" y="667"/>
                  </a:cubicBezTo>
                  <a:cubicBezTo>
                    <a:pt x="463" y="670"/>
                    <a:pt x="463" y="679"/>
                    <a:pt x="461" y="683"/>
                  </a:cubicBezTo>
                  <a:cubicBezTo>
                    <a:pt x="459" y="685"/>
                    <a:pt x="454" y="686"/>
                    <a:pt x="453" y="688"/>
                  </a:cubicBezTo>
                  <a:cubicBezTo>
                    <a:pt x="451" y="689"/>
                    <a:pt x="449" y="694"/>
                    <a:pt x="447" y="695"/>
                  </a:cubicBezTo>
                  <a:cubicBezTo>
                    <a:pt x="444" y="696"/>
                    <a:pt x="437" y="696"/>
                    <a:pt x="434" y="696"/>
                  </a:cubicBezTo>
                  <a:cubicBezTo>
                    <a:pt x="431" y="695"/>
                    <a:pt x="425" y="692"/>
                    <a:pt x="422" y="690"/>
                  </a:cubicBezTo>
                  <a:cubicBezTo>
                    <a:pt x="420" y="687"/>
                    <a:pt x="418" y="681"/>
                    <a:pt x="417" y="679"/>
                  </a:cubicBezTo>
                  <a:cubicBezTo>
                    <a:pt x="414" y="676"/>
                    <a:pt x="406" y="672"/>
                    <a:pt x="404" y="669"/>
                  </a:cubicBezTo>
                  <a:cubicBezTo>
                    <a:pt x="403" y="666"/>
                    <a:pt x="404" y="661"/>
                    <a:pt x="404" y="658"/>
                  </a:cubicBezTo>
                  <a:cubicBezTo>
                    <a:pt x="403" y="654"/>
                    <a:pt x="402" y="647"/>
                    <a:pt x="400" y="643"/>
                  </a:cubicBezTo>
                  <a:cubicBezTo>
                    <a:pt x="399" y="641"/>
                    <a:pt x="396" y="639"/>
                    <a:pt x="395" y="637"/>
                  </a:cubicBezTo>
                  <a:cubicBezTo>
                    <a:pt x="392" y="635"/>
                    <a:pt x="387" y="630"/>
                    <a:pt x="385" y="628"/>
                  </a:cubicBezTo>
                  <a:cubicBezTo>
                    <a:pt x="382" y="625"/>
                    <a:pt x="377" y="620"/>
                    <a:pt x="375" y="617"/>
                  </a:cubicBezTo>
                  <a:cubicBezTo>
                    <a:pt x="373" y="615"/>
                    <a:pt x="372" y="610"/>
                    <a:pt x="370" y="608"/>
                  </a:cubicBezTo>
                  <a:cubicBezTo>
                    <a:pt x="369" y="607"/>
                    <a:pt x="366" y="606"/>
                    <a:pt x="365" y="605"/>
                  </a:cubicBezTo>
                  <a:cubicBezTo>
                    <a:pt x="364" y="604"/>
                    <a:pt x="362" y="599"/>
                    <a:pt x="361" y="598"/>
                  </a:cubicBezTo>
                  <a:cubicBezTo>
                    <a:pt x="360" y="596"/>
                    <a:pt x="358" y="592"/>
                    <a:pt x="357" y="590"/>
                  </a:cubicBezTo>
                  <a:cubicBezTo>
                    <a:pt x="357" y="588"/>
                    <a:pt x="358" y="583"/>
                    <a:pt x="357" y="581"/>
                  </a:cubicBezTo>
                  <a:cubicBezTo>
                    <a:pt x="356" y="579"/>
                    <a:pt x="354" y="575"/>
                    <a:pt x="352" y="574"/>
                  </a:cubicBezTo>
                  <a:cubicBezTo>
                    <a:pt x="349" y="573"/>
                    <a:pt x="343" y="577"/>
                    <a:pt x="340" y="576"/>
                  </a:cubicBezTo>
                  <a:cubicBezTo>
                    <a:pt x="338" y="576"/>
                    <a:pt x="335" y="572"/>
                    <a:pt x="334" y="571"/>
                  </a:cubicBezTo>
                  <a:cubicBezTo>
                    <a:pt x="332" y="569"/>
                    <a:pt x="330" y="566"/>
                    <a:pt x="329" y="563"/>
                  </a:cubicBezTo>
                  <a:cubicBezTo>
                    <a:pt x="328" y="561"/>
                    <a:pt x="327" y="555"/>
                    <a:pt x="327" y="552"/>
                  </a:cubicBezTo>
                  <a:cubicBezTo>
                    <a:pt x="326" y="549"/>
                    <a:pt x="326" y="542"/>
                    <a:pt x="328" y="539"/>
                  </a:cubicBezTo>
                  <a:cubicBezTo>
                    <a:pt x="329" y="537"/>
                    <a:pt x="334" y="535"/>
                    <a:pt x="336" y="533"/>
                  </a:cubicBezTo>
                  <a:cubicBezTo>
                    <a:pt x="339" y="532"/>
                    <a:pt x="346" y="529"/>
                    <a:pt x="348" y="527"/>
                  </a:cubicBezTo>
                  <a:cubicBezTo>
                    <a:pt x="349" y="526"/>
                    <a:pt x="350" y="525"/>
                    <a:pt x="351" y="524"/>
                  </a:cubicBezTo>
                  <a:cubicBezTo>
                    <a:pt x="355" y="523"/>
                    <a:pt x="363" y="524"/>
                    <a:pt x="367" y="522"/>
                  </a:cubicBezTo>
                  <a:cubicBezTo>
                    <a:pt x="370" y="521"/>
                    <a:pt x="375" y="516"/>
                    <a:pt x="377" y="513"/>
                  </a:cubicBezTo>
                  <a:cubicBezTo>
                    <a:pt x="378" y="511"/>
                    <a:pt x="379" y="505"/>
                    <a:pt x="380" y="503"/>
                  </a:cubicBezTo>
                  <a:cubicBezTo>
                    <a:pt x="380" y="500"/>
                    <a:pt x="382" y="494"/>
                    <a:pt x="382" y="491"/>
                  </a:cubicBezTo>
                  <a:cubicBezTo>
                    <a:pt x="382" y="489"/>
                    <a:pt x="379" y="484"/>
                    <a:pt x="378" y="482"/>
                  </a:cubicBezTo>
                  <a:cubicBezTo>
                    <a:pt x="376" y="481"/>
                    <a:pt x="373" y="478"/>
                    <a:pt x="372" y="477"/>
                  </a:cubicBezTo>
                  <a:cubicBezTo>
                    <a:pt x="370" y="475"/>
                    <a:pt x="362" y="470"/>
                    <a:pt x="362" y="469"/>
                  </a:cubicBezTo>
                  <a:cubicBezTo>
                    <a:pt x="362" y="469"/>
                    <a:pt x="358" y="463"/>
                    <a:pt x="357" y="462"/>
                  </a:cubicBezTo>
                  <a:cubicBezTo>
                    <a:pt x="354" y="460"/>
                    <a:pt x="346" y="458"/>
                    <a:pt x="346" y="458"/>
                  </a:cubicBezTo>
                  <a:cubicBezTo>
                    <a:pt x="345" y="457"/>
                    <a:pt x="336" y="458"/>
                    <a:pt x="333" y="458"/>
                  </a:cubicBezTo>
                  <a:cubicBezTo>
                    <a:pt x="332" y="459"/>
                    <a:pt x="328" y="459"/>
                    <a:pt x="327" y="460"/>
                  </a:cubicBezTo>
                  <a:cubicBezTo>
                    <a:pt x="326" y="462"/>
                    <a:pt x="326" y="465"/>
                    <a:pt x="326" y="467"/>
                  </a:cubicBezTo>
                  <a:cubicBezTo>
                    <a:pt x="325" y="468"/>
                    <a:pt x="325" y="472"/>
                    <a:pt x="324" y="472"/>
                  </a:cubicBezTo>
                  <a:cubicBezTo>
                    <a:pt x="322" y="473"/>
                    <a:pt x="318" y="470"/>
                    <a:pt x="317" y="468"/>
                  </a:cubicBezTo>
                  <a:cubicBezTo>
                    <a:pt x="316" y="467"/>
                    <a:pt x="315" y="462"/>
                    <a:pt x="314" y="461"/>
                  </a:cubicBezTo>
                  <a:cubicBezTo>
                    <a:pt x="312" y="459"/>
                    <a:pt x="306" y="458"/>
                    <a:pt x="304" y="459"/>
                  </a:cubicBezTo>
                  <a:cubicBezTo>
                    <a:pt x="301" y="459"/>
                    <a:pt x="295" y="463"/>
                    <a:pt x="293" y="466"/>
                  </a:cubicBezTo>
                  <a:cubicBezTo>
                    <a:pt x="292" y="467"/>
                    <a:pt x="292" y="471"/>
                    <a:pt x="292" y="472"/>
                  </a:cubicBezTo>
                  <a:cubicBezTo>
                    <a:pt x="291" y="474"/>
                    <a:pt x="291" y="478"/>
                    <a:pt x="289" y="479"/>
                  </a:cubicBezTo>
                  <a:cubicBezTo>
                    <a:pt x="287" y="481"/>
                    <a:pt x="282" y="480"/>
                    <a:pt x="279" y="479"/>
                  </a:cubicBezTo>
                  <a:cubicBezTo>
                    <a:pt x="278" y="479"/>
                    <a:pt x="275" y="477"/>
                    <a:pt x="275" y="475"/>
                  </a:cubicBezTo>
                  <a:cubicBezTo>
                    <a:pt x="275" y="474"/>
                    <a:pt x="277" y="472"/>
                    <a:pt x="278" y="471"/>
                  </a:cubicBezTo>
                  <a:cubicBezTo>
                    <a:pt x="278" y="468"/>
                    <a:pt x="278" y="463"/>
                    <a:pt x="276" y="461"/>
                  </a:cubicBezTo>
                  <a:cubicBezTo>
                    <a:pt x="276" y="460"/>
                    <a:pt x="273" y="458"/>
                    <a:pt x="272" y="458"/>
                  </a:cubicBezTo>
                  <a:cubicBezTo>
                    <a:pt x="269" y="457"/>
                    <a:pt x="262" y="457"/>
                    <a:pt x="260" y="458"/>
                  </a:cubicBezTo>
                  <a:cubicBezTo>
                    <a:pt x="258" y="459"/>
                    <a:pt x="257" y="462"/>
                    <a:pt x="255" y="461"/>
                  </a:cubicBezTo>
                  <a:cubicBezTo>
                    <a:pt x="254" y="461"/>
                    <a:pt x="251" y="458"/>
                    <a:pt x="251" y="457"/>
                  </a:cubicBezTo>
                  <a:cubicBezTo>
                    <a:pt x="250" y="455"/>
                    <a:pt x="251" y="451"/>
                    <a:pt x="250" y="449"/>
                  </a:cubicBezTo>
                  <a:cubicBezTo>
                    <a:pt x="249" y="447"/>
                    <a:pt x="244" y="446"/>
                    <a:pt x="243" y="444"/>
                  </a:cubicBezTo>
                  <a:cubicBezTo>
                    <a:pt x="242" y="442"/>
                    <a:pt x="246" y="437"/>
                    <a:pt x="246" y="435"/>
                  </a:cubicBezTo>
                  <a:cubicBezTo>
                    <a:pt x="245" y="432"/>
                    <a:pt x="243" y="425"/>
                    <a:pt x="240" y="423"/>
                  </a:cubicBezTo>
                  <a:cubicBezTo>
                    <a:pt x="237" y="421"/>
                    <a:pt x="230" y="422"/>
                    <a:pt x="226" y="423"/>
                  </a:cubicBezTo>
                  <a:cubicBezTo>
                    <a:pt x="224" y="423"/>
                    <a:pt x="221" y="424"/>
                    <a:pt x="219" y="424"/>
                  </a:cubicBezTo>
                  <a:cubicBezTo>
                    <a:pt x="215" y="424"/>
                    <a:pt x="208" y="424"/>
                    <a:pt x="205" y="422"/>
                  </a:cubicBezTo>
                  <a:cubicBezTo>
                    <a:pt x="202" y="422"/>
                    <a:pt x="197" y="418"/>
                    <a:pt x="195" y="417"/>
                  </a:cubicBezTo>
                  <a:cubicBezTo>
                    <a:pt x="193" y="415"/>
                    <a:pt x="189" y="413"/>
                    <a:pt x="187" y="411"/>
                  </a:cubicBezTo>
                  <a:cubicBezTo>
                    <a:pt x="185" y="410"/>
                    <a:pt x="183" y="409"/>
                    <a:pt x="181" y="408"/>
                  </a:cubicBezTo>
                  <a:cubicBezTo>
                    <a:pt x="179" y="408"/>
                    <a:pt x="174" y="408"/>
                    <a:pt x="173" y="408"/>
                  </a:cubicBezTo>
                  <a:cubicBezTo>
                    <a:pt x="172" y="407"/>
                    <a:pt x="167" y="404"/>
                    <a:pt x="165" y="403"/>
                  </a:cubicBezTo>
                  <a:cubicBezTo>
                    <a:pt x="161" y="402"/>
                    <a:pt x="154" y="400"/>
                    <a:pt x="150" y="399"/>
                  </a:cubicBezTo>
                  <a:cubicBezTo>
                    <a:pt x="149" y="399"/>
                    <a:pt x="145" y="399"/>
                    <a:pt x="144" y="399"/>
                  </a:cubicBezTo>
                  <a:cubicBezTo>
                    <a:pt x="143" y="400"/>
                    <a:pt x="142" y="404"/>
                    <a:pt x="140" y="405"/>
                  </a:cubicBezTo>
                  <a:cubicBezTo>
                    <a:pt x="138" y="405"/>
                    <a:pt x="134" y="402"/>
                    <a:pt x="133" y="401"/>
                  </a:cubicBezTo>
                  <a:cubicBezTo>
                    <a:pt x="132" y="399"/>
                    <a:pt x="132" y="396"/>
                    <a:pt x="132" y="394"/>
                  </a:cubicBezTo>
                  <a:cubicBezTo>
                    <a:pt x="132" y="392"/>
                    <a:pt x="133" y="388"/>
                    <a:pt x="133" y="386"/>
                  </a:cubicBezTo>
                  <a:cubicBezTo>
                    <a:pt x="133" y="385"/>
                    <a:pt x="133" y="382"/>
                    <a:pt x="132" y="381"/>
                  </a:cubicBezTo>
                  <a:cubicBezTo>
                    <a:pt x="131" y="380"/>
                    <a:pt x="128" y="379"/>
                    <a:pt x="127" y="378"/>
                  </a:cubicBezTo>
                  <a:cubicBezTo>
                    <a:pt x="126" y="377"/>
                    <a:pt x="124" y="373"/>
                    <a:pt x="123" y="371"/>
                  </a:cubicBezTo>
                  <a:cubicBezTo>
                    <a:pt x="121" y="370"/>
                    <a:pt x="119" y="366"/>
                    <a:pt x="117" y="364"/>
                  </a:cubicBezTo>
                  <a:cubicBezTo>
                    <a:pt x="116" y="362"/>
                    <a:pt x="113" y="358"/>
                    <a:pt x="112" y="356"/>
                  </a:cubicBezTo>
                  <a:cubicBezTo>
                    <a:pt x="112" y="354"/>
                    <a:pt x="112" y="350"/>
                    <a:pt x="112" y="349"/>
                  </a:cubicBezTo>
                  <a:cubicBezTo>
                    <a:pt x="113" y="347"/>
                    <a:pt x="116" y="345"/>
                    <a:pt x="116" y="343"/>
                  </a:cubicBezTo>
                  <a:cubicBezTo>
                    <a:pt x="117" y="341"/>
                    <a:pt x="117" y="336"/>
                    <a:pt x="116" y="334"/>
                  </a:cubicBezTo>
                  <a:cubicBezTo>
                    <a:pt x="116" y="332"/>
                    <a:pt x="114" y="327"/>
                    <a:pt x="112" y="326"/>
                  </a:cubicBezTo>
                  <a:cubicBezTo>
                    <a:pt x="111" y="325"/>
                    <a:pt x="109" y="325"/>
                    <a:pt x="109" y="325"/>
                  </a:cubicBezTo>
                  <a:cubicBezTo>
                    <a:pt x="107" y="324"/>
                    <a:pt x="105" y="321"/>
                    <a:pt x="104" y="321"/>
                  </a:cubicBezTo>
                  <a:cubicBezTo>
                    <a:pt x="102" y="320"/>
                    <a:pt x="99" y="319"/>
                    <a:pt x="98" y="320"/>
                  </a:cubicBezTo>
                  <a:cubicBezTo>
                    <a:pt x="96" y="320"/>
                    <a:pt x="95" y="322"/>
                    <a:pt x="94" y="323"/>
                  </a:cubicBezTo>
                  <a:cubicBezTo>
                    <a:pt x="93" y="324"/>
                    <a:pt x="90" y="325"/>
                    <a:pt x="89" y="324"/>
                  </a:cubicBezTo>
                  <a:cubicBezTo>
                    <a:pt x="88" y="323"/>
                    <a:pt x="89" y="321"/>
                    <a:pt x="89" y="320"/>
                  </a:cubicBezTo>
                  <a:cubicBezTo>
                    <a:pt x="88" y="319"/>
                    <a:pt x="86" y="316"/>
                    <a:pt x="84" y="317"/>
                  </a:cubicBezTo>
                  <a:cubicBezTo>
                    <a:pt x="82" y="317"/>
                    <a:pt x="80" y="322"/>
                    <a:pt x="78" y="324"/>
                  </a:cubicBezTo>
                  <a:cubicBezTo>
                    <a:pt x="77" y="325"/>
                    <a:pt x="73" y="327"/>
                    <a:pt x="72" y="326"/>
                  </a:cubicBezTo>
                  <a:cubicBezTo>
                    <a:pt x="70" y="326"/>
                    <a:pt x="71" y="320"/>
                    <a:pt x="69" y="319"/>
                  </a:cubicBezTo>
                  <a:cubicBezTo>
                    <a:pt x="67" y="317"/>
                    <a:pt x="61" y="317"/>
                    <a:pt x="59" y="316"/>
                  </a:cubicBezTo>
                  <a:cubicBezTo>
                    <a:pt x="59" y="315"/>
                    <a:pt x="58" y="314"/>
                    <a:pt x="57" y="313"/>
                  </a:cubicBezTo>
                  <a:cubicBezTo>
                    <a:pt x="57" y="312"/>
                    <a:pt x="55" y="311"/>
                    <a:pt x="54" y="310"/>
                  </a:cubicBezTo>
                  <a:cubicBezTo>
                    <a:pt x="52" y="310"/>
                    <a:pt x="48" y="310"/>
                    <a:pt x="46" y="311"/>
                  </a:cubicBezTo>
                  <a:cubicBezTo>
                    <a:pt x="44" y="312"/>
                    <a:pt x="41" y="315"/>
                    <a:pt x="40" y="317"/>
                  </a:cubicBezTo>
                  <a:cubicBezTo>
                    <a:pt x="39" y="319"/>
                    <a:pt x="38" y="324"/>
                    <a:pt x="40" y="326"/>
                  </a:cubicBezTo>
                  <a:cubicBezTo>
                    <a:pt x="41" y="326"/>
                    <a:pt x="43" y="325"/>
                    <a:pt x="44" y="325"/>
                  </a:cubicBezTo>
                  <a:cubicBezTo>
                    <a:pt x="46" y="326"/>
                    <a:pt x="48" y="328"/>
                    <a:pt x="48" y="329"/>
                  </a:cubicBezTo>
                  <a:cubicBezTo>
                    <a:pt x="49" y="331"/>
                    <a:pt x="49" y="336"/>
                    <a:pt x="48" y="338"/>
                  </a:cubicBezTo>
                  <a:cubicBezTo>
                    <a:pt x="47" y="341"/>
                    <a:pt x="44" y="344"/>
                    <a:pt x="43" y="346"/>
                  </a:cubicBezTo>
                  <a:cubicBezTo>
                    <a:pt x="42" y="349"/>
                    <a:pt x="42" y="353"/>
                    <a:pt x="43" y="355"/>
                  </a:cubicBezTo>
                  <a:cubicBezTo>
                    <a:pt x="43" y="357"/>
                    <a:pt x="46" y="363"/>
                    <a:pt x="46" y="364"/>
                  </a:cubicBezTo>
                  <a:cubicBezTo>
                    <a:pt x="46" y="364"/>
                    <a:pt x="47" y="369"/>
                    <a:pt x="46" y="370"/>
                  </a:cubicBezTo>
                  <a:cubicBezTo>
                    <a:pt x="44" y="372"/>
                    <a:pt x="36" y="372"/>
                    <a:pt x="32" y="371"/>
                  </a:cubicBezTo>
                  <a:cubicBezTo>
                    <a:pt x="31" y="371"/>
                    <a:pt x="30" y="370"/>
                    <a:pt x="29" y="370"/>
                  </a:cubicBezTo>
                  <a:cubicBezTo>
                    <a:pt x="27" y="369"/>
                    <a:pt x="23" y="369"/>
                    <a:pt x="22" y="370"/>
                  </a:cubicBezTo>
                  <a:cubicBezTo>
                    <a:pt x="20" y="370"/>
                    <a:pt x="16" y="373"/>
                    <a:pt x="14" y="373"/>
                  </a:cubicBezTo>
                  <a:cubicBezTo>
                    <a:pt x="12" y="373"/>
                    <a:pt x="7" y="371"/>
                    <a:pt x="5" y="370"/>
                  </a:cubicBezTo>
                  <a:cubicBezTo>
                    <a:pt x="3" y="368"/>
                    <a:pt x="1" y="364"/>
                    <a:pt x="0" y="362"/>
                  </a:cubicBezTo>
                  <a:cubicBezTo>
                    <a:pt x="0" y="360"/>
                    <a:pt x="0" y="356"/>
                    <a:pt x="1" y="354"/>
                  </a:cubicBezTo>
                  <a:cubicBezTo>
                    <a:pt x="2" y="351"/>
                    <a:pt x="6" y="346"/>
                    <a:pt x="8" y="344"/>
                  </a:cubicBezTo>
                  <a:cubicBezTo>
                    <a:pt x="9" y="343"/>
                    <a:pt x="13" y="340"/>
                    <a:pt x="15" y="339"/>
                  </a:cubicBezTo>
                  <a:cubicBezTo>
                    <a:pt x="17" y="338"/>
                    <a:pt x="21" y="337"/>
                    <a:pt x="22" y="336"/>
                  </a:cubicBezTo>
                  <a:cubicBezTo>
                    <a:pt x="23" y="333"/>
                    <a:pt x="21" y="327"/>
                    <a:pt x="22" y="324"/>
                  </a:cubicBezTo>
                  <a:cubicBezTo>
                    <a:pt x="22" y="321"/>
                    <a:pt x="26" y="317"/>
                    <a:pt x="27" y="314"/>
                  </a:cubicBezTo>
                  <a:cubicBezTo>
                    <a:pt x="29" y="312"/>
                    <a:pt x="30" y="307"/>
                    <a:pt x="31" y="305"/>
                  </a:cubicBezTo>
                  <a:cubicBezTo>
                    <a:pt x="32" y="302"/>
                    <a:pt x="34" y="295"/>
                    <a:pt x="36" y="291"/>
                  </a:cubicBezTo>
                  <a:cubicBezTo>
                    <a:pt x="37" y="289"/>
                    <a:pt x="41" y="285"/>
                    <a:pt x="41" y="283"/>
                  </a:cubicBezTo>
                  <a:cubicBezTo>
                    <a:pt x="42" y="279"/>
                    <a:pt x="41" y="271"/>
                    <a:pt x="41" y="270"/>
                  </a:cubicBezTo>
                  <a:cubicBezTo>
                    <a:pt x="41" y="269"/>
                    <a:pt x="43" y="263"/>
                    <a:pt x="44" y="261"/>
                  </a:cubicBezTo>
                  <a:cubicBezTo>
                    <a:pt x="45" y="258"/>
                    <a:pt x="48" y="252"/>
                    <a:pt x="49" y="249"/>
                  </a:cubicBezTo>
                  <a:cubicBezTo>
                    <a:pt x="50" y="245"/>
                    <a:pt x="52" y="238"/>
                    <a:pt x="52" y="235"/>
                  </a:cubicBezTo>
                  <a:cubicBezTo>
                    <a:pt x="52" y="232"/>
                    <a:pt x="50" y="229"/>
                    <a:pt x="50" y="226"/>
                  </a:cubicBezTo>
                  <a:cubicBezTo>
                    <a:pt x="50" y="223"/>
                    <a:pt x="55" y="216"/>
                    <a:pt x="55" y="215"/>
                  </a:cubicBezTo>
                  <a:cubicBezTo>
                    <a:pt x="55" y="215"/>
                    <a:pt x="56" y="206"/>
                    <a:pt x="55" y="202"/>
                  </a:cubicBezTo>
                  <a:cubicBezTo>
                    <a:pt x="54" y="199"/>
                    <a:pt x="50" y="193"/>
                    <a:pt x="48" y="191"/>
                  </a:cubicBezTo>
                  <a:cubicBezTo>
                    <a:pt x="46" y="189"/>
                    <a:pt x="43" y="187"/>
                    <a:pt x="42" y="186"/>
                  </a:cubicBezTo>
                  <a:cubicBezTo>
                    <a:pt x="41" y="184"/>
                    <a:pt x="41" y="179"/>
                    <a:pt x="42" y="177"/>
                  </a:cubicBezTo>
                  <a:cubicBezTo>
                    <a:pt x="42" y="176"/>
                    <a:pt x="43" y="174"/>
                    <a:pt x="44" y="173"/>
                  </a:cubicBezTo>
                  <a:cubicBezTo>
                    <a:pt x="46" y="173"/>
                    <a:pt x="47" y="173"/>
                    <a:pt x="48" y="174"/>
                  </a:cubicBezTo>
                  <a:cubicBezTo>
                    <a:pt x="50" y="174"/>
                    <a:pt x="54" y="174"/>
                    <a:pt x="55" y="173"/>
                  </a:cubicBezTo>
                  <a:cubicBezTo>
                    <a:pt x="56" y="172"/>
                    <a:pt x="56" y="169"/>
                    <a:pt x="56" y="168"/>
                  </a:cubicBezTo>
                  <a:cubicBezTo>
                    <a:pt x="57" y="166"/>
                    <a:pt x="56" y="162"/>
                    <a:pt x="58" y="161"/>
                  </a:cubicBezTo>
                  <a:cubicBezTo>
                    <a:pt x="59" y="160"/>
                    <a:pt x="63" y="161"/>
                    <a:pt x="64" y="161"/>
                  </a:cubicBezTo>
                  <a:cubicBezTo>
                    <a:pt x="66" y="161"/>
                    <a:pt x="70" y="162"/>
                    <a:pt x="71" y="161"/>
                  </a:cubicBezTo>
                  <a:cubicBezTo>
                    <a:pt x="72" y="160"/>
                    <a:pt x="72" y="157"/>
                    <a:pt x="72" y="156"/>
                  </a:cubicBezTo>
                  <a:cubicBezTo>
                    <a:pt x="72" y="155"/>
                    <a:pt x="72" y="153"/>
                    <a:pt x="73" y="152"/>
                  </a:cubicBezTo>
                  <a:cubicBezTo>
                    <a:pt x="73" y="152"/>
                    <a:pt x="75" y="151"/>
                    <a:pt x="76" y="151"/>
                  </a:cubicBezTo>
                  <a:cubicBezTo>
                    <a:pt x="78" y="151"/>
                    <a:pt x="82" y="153"/>
                    <a:pt x="84" y="152"/>
                  </a:cubicBezTo>
                  <a:cubicBezTo>
                    <a:pt x="84" y="151"/>
                    <a:pt x="85" y="149"/>
                    <a:pt x="86" y="148"/>
                  </a:cubicBezTo>
                  <a:cubicBezTo>
                    <a:pt x="86" y="147"/>
                    <a:pt x="86" y="144"/>
                    <a:pt x="87" y="143"/>
                  </a:cubicBezTo>
                  <a:cubicBezTo>
                    <a:pt x="88" y="142"/>
                    <a:pt x="92" y="142"/>
                    <a:pt x="93" y="141"/>
                  </a:cubicBezTo>
                  <a:cubicBezTo>
                    <a:pt x="94" y="140"/>
                    <a:pt x="94" y="138"/>
                    <a:pt x="94" y="137"/>
                  </a:cubicBezTo>
                  <a:cubicBezTo>
                    <a:pt x="95" y="135"/>
                    <a:pt x="97" y="133"/>
                    <a:pt x="98" y="133"/>
                  </a:cubicBezTo>
                  <a:cubicBezTo>
                    <a:pt x="99" y="133"/>
                    <a:pt x="101" y="133"/>
                    <a:pt x="102" y="133"/>
                  </a:cubicBezTo>
                  <a:cubicBezTo>
                    <a:pt x="103" y="134"/>
                    <a:pt x="105" y="136"/>
                    <a:pt x="106" y="137"/>
                  </a:cubicBezTo>
                  <a:cubicBezTo>
                    <a:pt x="106" y="138"/>
                    <a:pt x="105" y="140"/>
                    <a:pt x="106" y="141"/>
                  </a:cubicBezTo>
                  <a:cubicBezTo>
                    <a:pt x="106" y="142"/>
                    <a:pt x="110" y="142"/>
                    <a:pt x="111" y="141"/>
                  </a:cubicBezTo>
                  <a:cubicBezTo>
                    <a:pt x="112" y="141"/>
                    <a:pt x="113" y="139"/>
                    <a:pt x="114" y="139"/>
                  </a:cubicBezTo>
                  <a:cubicBezTo>
                    <a:pt x="115" y="139"/>
                    <a:pt x="116" y="141"/>
                    <a:pt x="116" y="142"/>
                  </a:cubicBezTo>
                  <a:cubicBezTo>
                    <a:pt x="117" y="142"/>
                    <a:pt x="118" y="144"/>
                    <a:pt x="118" y="145"/>
                  </a:cubicBezTo>
                  <a:cubicBezTo>
                    <a:pt x="119" y="146"/>
                    <a:pt x="121" y="146"/>
                    <a:pt x="122" y="146"/>
                  </a:cubicBezTo>
                  <a:cubicBezTo>
                    <a:pt x="123" y="147"/>
                    <a:pt x="126" y="148"/>
                    <a:pt x="127" y="150"/>
                  </a:cubicBezTo>
                  <a:cubicBezTo>
                    <a:pt x="127" y="150"/>
                    <a:pt x="127" y="153"/>
                    <a:pt x="127" y="153"/>
                  </a:cubicBezTo>
                  <a:cubicBezTo>
                    <a:pt x="128" y="154"/>
                    <a:pt x="130" y="155"/>
                    <a:pt x="131" y="154"/>
                  </a:cubicBezTo>
                  <a:cubicBezTo>
                    <a:pt x="132" y="154"/>
                    <a:pt x="133" y="151"/>
                    <a:pt x="133" y="150"/>
                  </a:cubicBezTo>
                  <a:cubicBezTo>
                    <a:pt x="134" y="149"/>
                    <a:pt x="133" y="147"/>
                    <a:pt x="133" y="146"/>
                  </a:cubicBezTo>
                  <a:cubicBezTo>
                    <a:pt x="134" y="145"/>
                    <a:pt x="135" y="144"/>
                    <a:pt x="135" y="143"/>
                  </a:cubicBezTo>
                  <a:cubicBezTo>
                    <a:pt x="136" y="141"/>
                    <a:pt x="136" y="138"/>
                    <a:pt x="136" y="136"/>
                  </a:cubicBezTo>
                  <a:cubicBezTo>
                    <a:pt x="136" y="135"/>
                    <a:pt x="135" y="133"/>
                    <a:pt x="136" y="132"/>
                  </a:cubicBezTo>
                  <a:cubicBezTo>
                    <a:pt x="137" y="131"/>
                    <a:pt x="141" y="134"/>
                    <a:pt x="142" y="133"/>
                  </a:cubicBezTo>
                  <a:cubicBezTo>
                    <a:pt x="143" y="132"/>
                    <a:pt x="143" y="127"/>
                    <a:pt x="143" y="125"/>
                  </a:cubicBezTo>
                  <a:cubicBezTo>
                    <a:pt x="143" y="123"/>
                    <a:pt x="141" y="119"/>
                    <a:pt x="141" y="117"/>
                  </a:cubicBezTo>
                  <a:cubicBezTo>
                    <a:pt x="141" y="116"/>
                    <a:pt x="141" y="113"/>
                    <a:pt x="141" y="112"/>
                  </a:cubicBezTo>
                  <a:cubicBezTo>
                    <a:pt x="141" y="111"/>
                    <a:pt x="143" y="109"/>
                    <a:pt x="144" y="108"/>
                  </a:cubicBezTo>
                  <a:cubicBezTo>
                    <a:pt x="146" y="107"/>
                    <a:pt x="150" y="106"/>
                    <a:pt x="152" y="107"/>
                  </a:cubicBezTo>
                  <a:cubicBezTo>
                    <a:pt x="153" y="107"/>
                    <a:pt x="153" y="109"/>
                    <a:pt x="154" y="109"/>
                  </a:cubicBezTo>
                  <a:cubicBezTo>
                    <a:pt x="156" y="110"/>
                    <a:pt x="160" y="108"/>
                    <a:pt x="161" y="108"/>
                  </a:cubicBezTo>
                  <a:cubicBezTo>
                    <a:pt x="163" y="108"/>
                    <a:pt x="165" y="110"/>
                    <a:pt x="166" y="110"/>
                  </a:cubicBezTo>
                  <a:cubicBezTo>
                    <a:pt x="168" y="111"/>
                    <a:pt x="172" y="112"/>
                    <a:pt x="175" y="112"/>
                  </a:cubicBezTo>
                  <a:cubicBezTo>
                    <a:pt x="176" y="112"/>
                    <a:pt x="178" y="112"/>
                    <a:pt x="179" y="112"/>
                  </a:cubicBezTo>
                  <a:cubicBezTo>
                    <a:pt x="180" y="112"/>
                    <a:pt x="181" y="114"/>
                    <a:pt x="182" y="115"/>
                  </a:cubicBezTo>
                  <a:cubicBezTo>
                    <a:pt x="182" y="115"/>
                    <a:pt x="183" y="117"/>
                    <a:pt x="184" y="117"/>
                  </a:cubicBezTo>
                  <a:cubicBezTo>
                    <a:pt x="184" y="118"/>
                    <a:pt x="186" y="119"/>
                    <a:pt x="187" y="120"/>
                  </a:cubicBezTo>
                  <a:cubicBezTo>
                    <a:pt x="188" y="120"/>
                    <a:pt x="190" y="122"/>
                    <a:pt x="191" y="123"/>
                  </a:cubicBezTo>
                  <a:cubicBezTo>
                    <a:pt x="192" y="124"/>
                    <a:pt x="193" y="126"/>
                    <a:pt x="193" y="126"/>
                  </a:cubicBezTo>
                  <a:cubicBezTo>
                    <a:pt x="194" y="127"/>
                    <a:pt x="195" y="128"/>
                    <a:pt x="196" y="128"/>
                  </a:cubicBezTo>
                  <a:cubicBezTo>
                    <a:pt x="196" y="129"/>
                    <a:pt x="197" y="131"/>
                    <a:pt x="197" y="132"/>
                  </a:cubicBezTo>
                  <a:cubicBezTo>
                    <a:pt x="197" y="133"/>
                    <a:pt x="197" y="135"/>
                    <a:pt x="197" y="136"/>
                  </a:cubicBezTo>
                  <a:cubicBezTo>
                    <a:pt x="198" y="137"/>
                    <a:pt x="199" y="140"/>
                    <a:pt x="200" y="140"/>
                  </a:cubicBezTo>
                  <a:cubicBezTo>
                    <a:pt x="202" y="141"/>
                    <a:pt x="206" y="138"/>
                    <a:pt x="207" y="137"/>
                  </a:cubicBezTo>
                  <a:cubicBezTo>
                    <a:pt x="208" y="136"/>
                    <a:pt x="207" y="132"/>
                    <a:pt x="208" y="130"/>
                  </a:cubicBezTo>
                  <a:cubicBezTo>
                    <a:pt x="209" y="129"/>
                    <a:pt x="212" y="130"/>
                    <a:pt x="213" y="129"/>
                  </a:cubicBezTo>
                  <a:cubicBezTo>
                    <a:pt x="214" y="128"/>
                    <a:pt x="215" y="125"/>
                    <a:pt x="215" y="124"/>
                  </a:cubicBezTo>
                  <a:cubicBezTo>
                    <a:pt x="216" y="122"/>
                    <a:pt x="215" y="118"/>
                    <a:pt x="216" y="116"/>
                  </a:cubicBezTo>
                  <a:cubicBezTo>
                    <a:pt x="217" y="115"/>
                    <a:pt x="221" y="114"/>
                    <a:pt x="222" y="113"/>
                  </a:cubicBezTo>
                  <a:cubicBezTo>
                    <a:pt x="223" y="112"/>
                    <a:pt x="225" y="110"/>
                    <a:pt x="226" y="109"/>
                  </a:cubicBezTo>
                  <a:cubicBezTo>
                    <a:pt x="226" y="107"/>
                    <a:pt x="226" y="104"/>
                    <a:pt x="226" y="102"/>
                  </a:cubicBezTo>
                  <a:cubicBezTo>
                    <a:pt x="227" y="101"/>
                    <a:pt x="227" y="98"/>
                    <a:pt x="228" y="97"/>
                  </a:cubicBezTo>
                  <a:cubicBezTo>
                    <a:pt x="229" y="96"/>
                    <a:pt x="233" y="96"/>
                    <a:pt x="234" y="95"/>
                  </a:cubicBezTo>
                  <a:cubicBezTo>
                    <a:pt x="236" y="95"/>
                    <a:pt x="238" y="94"/>
                    <a:pt x="239" y="93"/>
                  </a:cubicBezTo>
                  <a:cubicBezTo>
                    <a:pt x="241" y="93"/>
                    <a:pt x="245" y="93"/>
                    <a:pt x="247" y="93"/>
                  </a:cubicBezTo>
                  <a:cubicBezTo>
                    <a:pt x="248" y="93"/>
                    <a:pt x="250" y="95"/>
                    <a:pt x="251" y="94"/>
                  </a:cubicBezTo>
                  <a:cubicBezTo>
                    <a:pt x="252" y="93"/>
                    <a:pt x="253" y="90"/>
                    <a:pt x="254" y="88"/>
                  </a:cubicBezTo>
                  <a:cubicBezTo>
                    <a:pt x="254" y="86"/>
                    <a:pt x="253" y="83"/>
                    <a:pt x="253" y="81"/>
                  </a:cubicBezTo>
                  <a:cubicBezTo>
                    <a:pt x="253" y="80"/>
                    <a:pt x="254" y="77"/>
                    <a:pt x="255" y="75"/>
                  </a:cubicBezTo>
                  <a:cubicBezTo>
                    <a:pt x="255" y="73"/>
                    <a:pt x="257" y="70"/>
                    <a:pt x="257" y="68"/>
                  </a:cubicBezTo>
                  <a:cubicBezTo>
                    <a:pt x="258" y="67"/>
                    <a:pt x="258" y="64"/>
                    <a:pt x="259" y="63"/>
                  </a:cubicBezTo>
                  <a:cubicBezTo>
                    <a:pt x="259" y="62"/>
                    <a:pt x="261" y="61"/>
                    <a:pt x="261" y="60"/>
                  </a:cubicBezTo>
                  <a:cubicBezTo>
                    <a:pt x="262" y="59"/>
                    <a:pt x="262" y="56"/>
                    <a:pt x="262" y="55"/>
                  </a:cubicBezTo>
                  <a:cubicBezTo>
                    <a:pt x="262" y="54"/>
                    <a:pt x="261" y="52"/>
                    <a:pt x="262" y="50"/>
                  </a:cubicBezTo>
                  <a:cubicBezTo>
                    <a:pt x="262" y="49"/>
                    <a:pt x="264" y="46"/>
                    <a:pt x="265" y="45"/>
                  </a:cubicBezTo>
                  <a:cubicBezTo>
                    <a:pt x="265" y="44"/>
                    <a:pt x="267" y="42"/>
                    <a:pt x="268" y="41"/>
                  </a:cubicBezTo>
                  <a:cubicBezTo>
                    <a:pt x="269" y="40"/>
                    <a:pt x="272" y="40"/>
                    <a:pt x="273" y="39"/>
                  </a:cubicBezTo>
                  <a:cubicBezTo>
                    <a:pt x="275" y="37"/>
                    <a:pt x="276" y="32"/>
                    <a:pt x="277" y="31"/>
                  </a:cubicBezTo>
                  <a:cubicBezTo>
                    <a:pt x="278" y="30"/>
                    <a:pt x="279" y="29"/>
                    <a:pt x="280" y="28"/>
                  </a:cubicBezTo>
                  <a:cubicBezTo>
                    <a:pt x="282" y="28"/>
                    <a:pt x="285" y="29"/>
                    <a:pt x="287" y="28"/>
                  </a:cubicBezTo>
                  <a:cubicBezTo>
                    <a:pt x="288" y="28"/>
                    <a:pt x="291" y="26"/>
                    <a:pt x="292" y="25"/>
                  </a:cubicBezTo>
                  <a:cubicBezTo>
                    <a:pt x="293" y="24"/>
                    <a:pt x="294" y="22"/>
                    <a:pt x="295" y="20"/>
                  </a:cubicBezTo>
                  <a:cubicBezTo>
                    <a:pt x="295" y="19"/>
                    <a:pt x="295" y="14"/>
                    <a:pt x="296" y="13"/>
                  </a:cubicBezTo>
                  <a:cubicBezTo>
                    <a:pt x="297" y="12"/>
                    <a:pt x="299" y="12"/>
                    <a:pt x="299" y="12"/>
                  </a:cubicBezTo>
                  <a:cubicBezTo>
                    <a:pt x="300" y="12"/>
                    <a:pt x="302" y="12"/>
                    <a:pt x="303" y="13"/>
                  </a:cubicBezTo>
                  <a:cubicBezTo>
                    <a:pt x="304" y="13"/>
                    <a:pt x="304" y="17"/>
                    <a:pt x="305" y="17"/>
                  </a:cubicBezTo>
                  <a:cubicBezTo>
                    <a:pt x="306" y="17"/>
                    <a:pt x="307" y="16"/>
                    <a:pt x="308" y="15"/>
                  </a:cubicBezTo>
                  <a:cubicBezTo>
                    <a:pt x="308" y="14"/>
                    <a:pt x="308" y="12"/>
                    <a:pt x="308" y="11"/>
                  </a:cubicBezTo>
                  <a:cubicBezTo>
                    <a:pt x="307" y="11"/>
                    <a:pt x="306" y="9"/>
                    <a:pt x="305" y="9"/>
                  </a:cubicBezTo>
                  <a:cubicBezTo>
                    <a:pt x="305" y="8"/>
                    <a:pt x="303" y="9"/>
                    <a:pt x="303" y="9"/>
                  </a:cubicBezTo>
                  <a:cubicBezTo>
                    <a:pt x="302" y="8"/>
                    <a:pt x="300" y="6"/>
                    <a:pt x="300" y="5"/>
                  </a:cubicBezTo>
                  <a:cubicBezTo>
                    <a:pt x="300" y="3"/>
                    <a:pt x="301" y="1"/>
                    <a:pt x="302" y="1"/>
                  </a:cubicBezTo>
                  <a:cubicBezTo>
                    <a:pt x="304" y="0"/>
                    <a:pt x="307" y="0"/>
                    <a:pt x="309" y="1"/>
                  </a:cubicBezTo>
                  <a:cubicBezTo>
                    <a:pt x="310" y="1"/>
                    <a:pt x="312" y="1"/>
                    <a:pt x="313" y="2"/>
                  </a:cubicBezTo>
                  <a:cubicBezTo>
                    <a:pt x="314" y="3"/>
                    <a:pt x="314" y="5"/>
                    <a:pt x="315" y="6"/>
                  </a:cubicBezTo>
                  <a:cubicBezTo>
                    <a:pt x="315" y="7"/>
                    <a:pt x="316" y="8"/>
                    <a:pt x="317" y="8"/>
                  </a:cubicBezTo>
                  <a:cubicBezTo>
                    <a:pt x="318" y="8"/>
                    <a:pt x="319" y="7"/>
                    <a:pt x="320" y="7"/>
                  </a:cubicBezTo>
                  <a:cubicBezTo>
                    <a:pt x="320" y="8"/>
                    <a:pt x="322" y="8"/>
                    <a:pt x="323" y="9"/>
                  </a:cubicBezTo>
                  <a:cubicBezTo>
                    <a:pt x="323" y="9"/>
                    <a:pt x="323" y="11"/>
                    <a:pt x="324" y="12"/>
                  </a:cubicBezTo>
                  <a:cubicBezTo>
                    <a:pt x="324" y="13"/>
                    <a:pt x="326" y="16"/>
                    <a:pt x="327" y="16"/>
                  </a:cubicBezTo>
                  <a:cubicBezTo>
                    <a:pt x="329" y="17"/>
                    <a:pt x="331" y="16"/>
                    <a:pt x="333" y="16"/>
                  </a:cubicBezTo>
                  <a:cubicBezTo>
                    <a:pt x="335" y="17"/>
                    <a:pt x="338" y="20"/>
                    <a:pt x="340" y="20"/>
                  </a:cubicBezTo>
                  <a:cubicBezTo>
                    <a:pt x="341" y="20"/>
                    <a:pt x="343" y="17"/>
                    <a:pt x="345" y="16"/>
                  </a:cubicBezTo>
                  <a:cubicBezTo>
                    <a:pt x="346" y="16"/>
                    <a:pt x="348" y="16"/>
                    <a:pt x="348" y="17"/>
                  </a:cubicBezTo>
                  <a:cubicBezTo>
                    <a:pt x="349" y="18"/>
                    <a:pt x="350" y="20"/>
                    <a:pt x="350" y="21"/>
                  </a:cubicBezTo>
                  <a:cubicBezTo>
                    <a:pt x="350" y="23"/>
                    <a:pt x="349" y="25"/>
                    <a:pt x="348" y="26"/>
                  </a:cubicBezTo>
                  <a:cubicBezTo>
                    <a:pt x="347" y="27"/>
                    <a:pt x="346" y="28"/>
                    <a:pt x="345" y="29"/>
                  </a:cubicBezTo>
                  <a:cubicBezTo>
                    <a:pt x="344" y="30"/>
                    <a:pt x="343" y="32"/>
                    <a:pt x="343" y="33"/>
                  </a:cubicBezTo>
                  <a:cubicBezTo>
                    <a:pt x="343" y="34"/>
                    <a:pt x="343" y="37"/>
                    <a:pt x="343" y="38"/>
                  </a:cubicBezTo>
                  <a:cubicBezTo>
                    <a:pt x="344" y="38"/>
                    <a:pt x="345" y="39"/>
                    <a:pt x="346" y="39"/>
                  </a:cubicBezTo>
                  <a:cubicBezTo>
                    <a:pt x="347" y="39"/>
                    <a:pt x="349" y="37"/>
                    <a:pt x="350" y="38"/>
                  </a:cubicBezTo>
                  <a:cubicBezTo>
                    <a:pt x="352" y="38"/>
                    <a:pt x="356" y="39"/>
                    <a:pt x="357" y="40"/>
                  </a:cubicBezTo>
                  <a:cubicBezTo>
                    <a:pt x="358" y="42"/>
                    <a:pt x="357" y="46"/>
                    <a:pt x="356" y="48"/>
                  </a:cubicBezTo>
                  <a:cubicBezTo>
                    <a:pt x="356" y="49"/>
                    <a:pt x="353" y="50"/>
                    <a:pt x="353" y="50"/>
                  </a:cubicBezTo>
                  <a:cubicBezTo>
                    <a:pt x="352" y="51"/>
                    <a:pt x="352" y="53"/>
                    <a:pt x="352" y="53"/>
                  </a:cubicBezTo>
                  <a:cubicBezTo>
                    <a:pt x="352" y="54"/>
                    <a:pt x="352" y="56"/>
                    <a:pt x="353" y="57"/>
                  </a:cubicBezTo>
                  <a:cubicBezTo>
                    <a:pt x="353" y="57"/>
                    <a:pt x="355" y="57"/>
                    <a:pt x="356" y="57"/>
                  </a:cubicBezTo>
                  <a:cubicBezTo>
                    <a:pt x="357" y="58"/>
                    <a:pt x="359" y="60"/>
                    <a:pt x="360" y="60"/>
                  </a:cubicBezTo>
                  <a:cubicBezTo>
                    <a:pt x="361" y="61"/>
                    <a:pt x="363" y="64"/>
                    <a:pt x="364" y="64"/>
                  </a:cubicBezTo>
                  <a:cubicBezTo>
                    <a:pt x="365" y="64"/>
                    <a:pt x="366" y="64"/>
                    <a:pt x="367" y="63"/>
                  </a:cubicBezTo>
                  <a:cubicBezTo>
                    <a:pt x="369" y="62"/>
                    <a:pt x="371" y="60"/>
                    <a:pt x="372" y="59"/>
                  </a:cubicBezTo>
                  <a:cubicBezTo>
                    <a:pt x="373" y="57"/>
                    <a:pt x="373" y="53"/>
                    <a:pt x="374" y="52"/>
                  </a:cubicBezTo>
                  <a:cubicBezTo>
                    <a:pt x="375" y="51"/>
                    <a:pt x="377" y="49"/>
                    <a:pt x="379" y="48"/>
                  </a:cubicBezTo>
                  <a:cubicBezTo>
                    <a:pt x="380" y="47"/>
                    <a:pt x="384" y="45"/>
                    <a:pt x="385" y="43"/>
                  </a:cubicBezTo>
                  <a:cubicBezTo>
                    <a:pt x="386" y="42"/>
                    <a:pt x="388" y="39"/>
                    <a:pt x="389" y="37"/>
                  </a:cubicBezTo>
                  <a:cubicBezTo>
                    <a:pt x="390" y="36"/>
                    <a:pt x="393" y="35"/>
                    <a:pt x="394" y="34"/>
                  </a:cubicBezTo>
                  <a:cubicBezTo>
                    <a:pt x="395" y="33"/>
                    <a:pt x="397" y="30"/>
                    <a:pt x="397" y="29"/>
                  </a:cubicBezTo>
                  <a:cubicBezTo>
                    <a:pt x="397" y="27"/>
                    <a:pt x="396" y="24"/>
                    <a:pt x="396" y="22"/>
                  </a:cubicBezTo>
                  <a:cubicBezTo>
                    <a:pt x="396" y="21"/>
                    <a:pt x="397" y="18"/>
                    <a:pt x="398" y="17"/>
                  </a:cubicBezTo>
                  <a:cubicBezTo>
                    <a:pt x="398" y="16"/>
                    <a:pt x="399" y="15"/>
                    <a:pt x="400" y="14"/>
                  </a:cubicBezTo>
                  <a:cubicBezTo>
                    <a:pt x="401" y="12"/>
                    <a:pt x="404" y="10"/>
                    <a:pt x="405" y="9"/>
                  </a:cubicBezTo>
                  <a:cubicBezTo>
                    <a:pt x="406" y="8"/>
                    <a:pt x="408" y="6"/>
                    <a:pt x="409" y="5"/>
                  </a:cubicBezTo>
                  <a:cubicBezTo>
                    <a:pt x="409" y="6"/>
                    <a:pt x="409" y="6"/>
                    <a:pt x="410" y="6"/>
                  </a:cubicBezTo>
                  <a:cubicBezTo>
                    <a:pt x="410" y="7"/>
                    <a:pt x="413" y="8"/>
                    <a:pt x="414" y="8"/>
                  </a:cubicBezTo>
                  <a:cubicBezTo>
                    <a:pt x="415" y="9"/>
                    <a:pt x="418" y="12"/>
                    <a:pt x="420" y="13"/>
                  </a:cubicBezTo>
                  <a:cubicBezTo>
                    <a:pt x="421" y="15"/>
                    <a:pt x="424" y="18"/>
                    <a:pt x="425" y="20"/>
                  </a:cubicBezTo>
                  <a:cubicBezTo>
                    <a:pt x="426" y="21"/>
                    <a:pt x="427" y="23"/>
                    <a:pt x="428" y="24"/>
                  </a:cubicBezTo>
                  <a:cubicBezTo>
                    <a:pt x="430" y="25"/>
                    <a:pt x="434" y="24"/>
                    <a:pt x="436" y="24"/>
                  </a:cubicBezTo>
                  <a:cubicBezTo>
                    <a:pt x="437" y="25"/>
                    <a:pt x="438" y="27"/>
                    <a:pt x="438" y="28"/>
                  </a:cubicBezTo>
                  <a:cubicBezTo>
                    <a:pt x="439" y="28"/>
                    <a:pt x="442" y="29"/>
                    <a:pt x="443" y="29"/>
                  </a:cubicBezTo>
                  <a:cubicBezTo>
                    <a:pt x="444" y="30"/>
                    <a:pt x="446" y="33"/>
                    <a:pt x="447" y="33"/>
                  </a:cubicBezTo>
                  <a:cubicBezTo>
                    <a:pt x="448" y="34"/>
                    <a:pt x="450" y="36"/>
                    <a:pt x="451" y="37"/>
                  </a:cubicBezTo>
                  <a:cubicBezTo>
                    <a:pt x="453" y="37"/>
                    <a:pt x="457" y="36"/>
                    <a:pt x="458" y="37"/>
                  </a:cubicBezTo>
                  <a:cubicBezTo>
                    <a:pt x="460" y="39"/>
                    <a:pt x="460" y="46"/>
                    <a:pt x="460" y="48"/>
                  </a:cubicBezTo>
                  <a:cubicBezTo>
                    <a:pt x="460" y="50"/>
                    <a:pt x="461" y="53"/>
                    <a:pt x="461" y="55"/>
                  </a:cubicBezTo>
                  <a:cubicBezTo>
                    <a:pt x="461" y="56"/>
                    <a:pt x="461" y="59"/>
                    <a:pt x="461" y="60"/>
                  </a:cubicBezTo>
                  <a:cubicBezTo>
                    <a:pt x="460" y="61"/>
                    <a:pt x="457" y="63"/>
                    <a:pt x="457" y="64"/>
                  </a:cubicBezTo>
                  <a:cubicBezTo>
                    <a:pt x="456" y="66"/>
                    <a:pt x="456" y="69"/>
                    <a:pt x="457" y="71"/>
                  </a:cubicBezTo>
                  <a:cubicBezTo>
                    <a:pt x="457" y="72"/>
                    <a:pt x="459" y="73"/>
                    <a:pt x="459" y="74"/>
                  </a:cubicBezTo>
                  <a:cubicBezTo>
                    <a:pt x="460" y="74"/>
                    <a:pt x="462" y="75"/>
                    <a:pt x="463" y="75"/>
                  </a:cubicBezTo>
                  <a:cubicBezTo>
                    <a:pt x="464" y="76"/>
                    <a:pt x="465" y="77"/>
                    <a:pt x="465" y="77"/>
                  </a:cubicBezTo>
                  <a:cubicBezTo>
                    <a:pt x="467" y="78"/>
                    <a:pt x="470" y="78"/>
                    <a:pt x="471" y="78"/>
                  </a:cubicBezTo>
                  <a:cubicBezTo>
                    <a:pt x="473" y="79"/>
                    <a:pt x="477" y="80"/>
                    <a:pt x="479" y="81"/>
                  </a:cubicBezTo>
                  <a:cubicBezTo>
                    <a:pt x="479" y="81"/>
                    <a:pt x="480" y="82"/>
                    <a:pt x="481" y="82"/>
                  </a:cubicBezTo>
                  <a:cubicBezTo>
                    <a:pt x="482" y="83"/>
                    <a:pt x="485" y="81"/>
                    <a:pt x="486" y="82"/>
                  </a:cubicBezTo>
                  <a:cubicBezTo>
                    <a:pt x="487" y="82"/>
                    <a:pt x="488" y="83"/>
                    <a:pt x="489" y="84"/>
                  </a:cubicBezTo>
                  <a:cubicBezTo>
                    <a:pt x="490" y="85"/>
                    <a:pt x="490" y="89"/>
                    <a:pt x="491" y="91"/>
                  </a:cubicBezTo>
                  <a:cubicBezTo>
                    <a:pt x="491" y="92"/>
                    <a:pt x="492" y="94"/>
                    <a:pt x="492" y="94"/>
                  </a:cubicBezTo>
                  <a:cubicBezTo>
                    <a:pt x="493" y="95"/>
                    <a:pt x="495" y="97"/>
                    <a:pt x="495" y="98"/>
                  </a:cubicBezTo>
                  <a:cubicBezTo>
                    <a:pt x="496" y="99"/>
                    <a:pt x="496" y="102"/>
                    <a:pt x="497" y="103"/>
                  </a:cubicBezTo>
                  <a:cubicBezTo>
                    <a:pt x="498" y="104"/>
                    <a:pt x="501" y="105"/>
                    <a:pt x="502" y="106"/>
                  </a:cubicBezTo>
                  <a:cubicBezTo>
                    <a:pt x="503" y="107"/>
                    <a:pt x="502" y="111"/>
                    <a:pt x="503" y="113"/>
                  </a:cubicBezTo>
                  <a:cubicBezTo>
                    <a:pt x="504" y="114"/>
                    <a:pt x="508" y="113"/>
                    <a:pt x="510" y="113"/>
                  </a:cubicBezTo>
                  <a:cubicBezTo>
                    <a:pt x="512" y="113"/>
                    <a:pt x="515" y="112"/>
                    <a:pt x="516" y="113"/>
                  </a:cubicBezTo>
                  <a:cubicBezTo>
                    <a:pt x="517" y="113"/>
                    <a:pt x="519" y="115"/>
                    <a:pt x="520" y="116"/>
                  </a:cubicBezTo>
                  <a:cubicBezTo>
                    <a:pt x="521" y="117"/>
                    <a:pt x="522" y="119"/>
                    <a:pt x="523" y="121"/>
                  </a:cubicBezTo>
                  <a:cubicBezTo>
                    <a:pt x="524" y="122"/>
                    <a:pt x="526" y="123"/>
                    <a:pt x="527" y="123"/>
                  </a:cubicBezTo>
                  <a:cubicBezTo>
                    <a:pt x="528" y="124"/>
                    <a:pt x="531" y="123"/>
                    <a:pt x="532" y="124"/>
                  </a:cubicBezTo>
                  <a:cubicBezTo>
                    <a:pt x="533" y="124"/>
                    <a:pt x="535" y="127"/>
                    <a:pt x="536" y="127"/>
                  </a:cubicBezTo>
                  <a:cubicBezTo>
                    <a:pt x="538" y="128"/>
                    <a:pt x="542" y="128"/>
                    <a:pt x="544" y="128"/>
                  </a:cubicBezTo>
                  <a:cubicBezTo>
                    <a:pt x="545" y="127"/>
                    <a:pt x="546" y="126"/>
                    <a:pt x="547" y="125"/>
                  </a:cubicBezTo>
                  <a:cubicBezTo>
                    <a:pt x="547" y="124"/>
                    <a:pt x="547" y="121"/>
                    <a:pt x="548" y="121"/>
                  </a:cubicBezTo>
                  <a:cubicBezTo>
                    <a:pt x="549" y="120"/>
                    <a:pt x="552" y="120"/>
                    <a:pt x="554" y="121"/>
                  </a:cubicBezTo>
                  <a:cubicBezTo>
                    <a:pt x="555" y="122"/>
                    <a:pt x="556" y="126"/>
                    <a:pt x="557" y="126"/>
                  </a:cubicBezTo>
                  <a:cubicBezTo>
                    <a:pt x="558" y="126"/>
                    <a:pt x="560" y="123"/>
                    <a:pt x="560" y="122"/>
                  </a:cubicBezTo>
                  <a:cubicBezTo>
                    <a:pt x="561" y="121"/>
                    <a:pt x="561" y="119"/>
                    <a:pt x="562" y="118"/>
                  </a:cubicBezTo>
                  <a:cubicBezTo>
                    <a:pt x="563" y="117"/>
                    <a:pt x="567" y="116"/>
                    <a:pt x="569" y="116"/>
                  </a:cubicBezTo>
                  <a:cubicBezTo>
                    <a:pt x="570" y="116"/>
                    <a:pt x="571" y="116"/>
                    <a:pt x="572" y="116"/>
                  </a:cubicBezTo>
                  <a:cubicBezTo>
                    <a:pt x="573" y="117"/>
                    <a:pt x="574" y="120"/>
                    <a:pt x="575" y="121"/>
                  </a:cubicBezTo>
                  <a:cubicBezTo>
                    <a:pt x="576" y="121"/>
                    <a:pt x="580" y="121"/>
                    <a:pt x="581" y="121"/>
                  </a:cubicBezTo>
                  <a:cubicBezTo>
                    <a:pt x="582" y="121"/>
                    <a:pt x="584" y="119"/>
                    <a:pt x="585" y="119"/>
                  </a:cubicBezTo>
                  <a:cubicBezTo>
                    <a:pt x="586" y="118"/>
                    <a:pt x="588" y="118"/>
                    <a:pt x="589" y="118"/>
                  </a:cubicBezTo>
                  <a:cubicBezTo>
                    <a:pt x="590" y="118"/>
                    <a:pt x="592" y="121"/>
                    <a:pt x="593" y="121"/>
                  </a:cubicBezTo>
                  <a:cubicBezTo>
                    <a:pt x="594" y="120"/>
                    <a:pt x="595" y="118"/>
                    <a:pt x="595" y="118"/>
                  </a:cubicBezTo>
                  <a:cubicBezTo>
                    <a:pt x="596" y="116"/>
                    <a:pt x="595" y="112"/>
                    <a:pt x="595" y="110"/>
                  </a:cubicBezTo>
                  <a:cubicBezTo>
                    <a:pt x="595" y="108"/>
                    <a:pt x="595" y="106"/>
                    <a:pt x="594" y="105"/>
                  </a:cubicBezTo>
                  <a:cubicBezTo>
                    <a:pt x="594" y="104"/>
                    <a:pt x="593" y="102"/>
                    <a:pt x="593" y="101"/>
                  </a:cubicBezTo>
                  <a:cubicBezTo>
                    <a:pt x="593" y="99"/>
                    <a:pt x="594" y="96"/>
                    <a:pt x="595" y="95"/>
                  </a:cubicBezTo>
                  <a:cubicBezTo>
                    <a:pt x="596" y="95"/>
                    <a:pt x="600" y="96"/>
                    <a:pt x="602" y="96"/>
                  </a:cubicBezTo>
                  <a:cubicBezTo>
                    <a:pt x="604" y="95"/>
                    <a:pt x="608" y="93"/>
                    <a:pt x="610" y="92"/>
                  </a:cubicBezTo>
                  <a:cubicBezTo>
                    <a:pt x="612" y="92"/>
                    <a:pt x="618" y="92"/>
                    <a:pt x="621" y="92"/>
                  </a:cubicBezTo>
                  <a:cubicBezTo>
                    <a:pt x="623" y="93"/>
                    <a:pt x="628" y="95"/>
                    <a:pt x="630" y="96"/>
                  </a:cubicBezTo>
                  <a:cubicBezTo>
                    <a:pt x="631" y="97"/>
                    <a:pt x="633" y="99"/>
                    <a:pt x="635" y="99"/>
                  </a:cubicBezTo>
                  <a:cubicBezTo>
                    <a:pt x="636" y="100"/>
                    <a:pt x="638" y="101"/>
                    <a:pt x="640" y="102"/>
                  </a:cubicBezTo>
                  <a:cubicBezTo>
                    <a:pt x="641" y="102"/>
                    <a:pt x="645" y="102"/>
                    <a:pt x="646" y="102"/>
                  </a:cubicBezTo>
                  <a:cubicBezTo>
                    <a:pt x="647" y="103"/>
                    <a:pt x="649" y="105"/>
                    <a:pt x="650" y="106"/>
                  </a:cubicBezTo>
                  <a:cubicBezTo>
                    <a:pt x="652" y="107"/>
                    <a:pt x="654" y="107"/>
                    <a:pt x="656" y="108"/>
                  </a:cubicBezTo>
                  <a:cubicBezTo>
                    <a:pt x="658" y="108"/>
                    <a:pt x="663" y="106"/>
                    <a:pt x="665" y="107"/>
                  </a:cubicBezTo>
                  <a:cubicBezTo>
                    <a:pt x="666" y="107"/>
                    <a:pt x="667" y="110"/>
                    <a:pt x="668" y="111"/>
                  </a:cubicBezTo>
                  <a:cubicBezTo>
                    <a:pt x="668" y="112"/>
                    <a:pt x="668" y="115"/>
                    <a:pt x="669" y="115"/>
                  </a:cubicBezTo>
                  <a:cubicBezTo>
                    <a:pt x="670" y="116"/>
                    <a:pt x="672" y="116"/>
                    <a:pt x="672" y="116"/>
                  </a:cubicBezTo>
                  <a:cubicBezTo>
                    <a:pt x="673" y="117"/>
                    <a:pt x="675" y="118"/>
                    <a:pt x="675" y="119"/>
                  </a:cubicBezTo>
                  <a:cubicBezTo>
                    <a:pt x="676" y="120"/>
                    <a:pt x="676" y="123"/>
                    <a:pt x="677" y="125"/>
                  </a:cubicBezTo>
                  <a:cubicBezTo>
                    <a:pt x="677" y="126"/>
                    <a:pt x="680" y="130"/>
                    <a:pt x="680" y="131"/>
                  </a:cubicBezTo>
                  <a:cubicBezTo>
                    <a:pt x="680" y="133"/>
                    <a:pt x="677" y="137"/>
                    <a:pt x="676" y="138"/>
                  </a:cubicBezTo>
                  <a:cubicBezTo>
                    <a:pt x="676" y="139"/>
                    <a:pt x="675" y="141"/>
                    <a:pt x="675" y="141"/>
                  </a:cubicBezTo>
                  <a:cubicBezTo>
                    <a:pt x="674" y="142"/>
                    <a:pt x="673" y="143"/>
                    <a:pt x="672" y="144"/>
                  </a:cubicBezTo>
                  <a:cubicBezTo>
                    <a:pt x="671" y="144"/>
                    <a:pt x="669" y="143"/>
                    <a:pt x="668" y="143"/>
                  </a:cubicBezTo>
                  <a:cubicBezTo>
                    <a:pt x="668" y="143"/>
                    <a:pt x="666" y="144"/>
                    <a:pt x="665" y="144"/>
                  </a:cubicBezTo>
                  <a:cubicBezTo>
                    <a:pt x="665" y="145"/>
                    <a:pt x="665" y="147"/>
                    <a:pt x="665" y="148"/>
                  </a:cubicBezTo>
                  <a:cubicBezTo>
                    <a:pt x="665" y="149"/>
                    <a:pt x="666" y="151"/>
                    <a:pt x="666" y="153"/>
                  </a:cubicBezTo>
                  <a:cubicBezTo>
                    <a:pt x="667" y="155"/>
                    <a:pt x="664" y="158"/>
                    <a:pt x="665" y="160"/>
                  </a:cubicBezTo>
                  <a:cubicBezTo>
                    <a:pt x="665" y="162"/>
                    <a:pt x="668" y="166"/>
                    <a:pt x="669" y="167"/>
                  </a:cubicBezTo>
                  <a:cubicBezTo>
                    <a:pt x="670" y="169"/>
                    <a:pt x="671" y="171"/>
                    <a:pt x="672" y="172"/>
                  </a:cubicBezTo>
                  <a:cubicBezTo>
                    <a:pt x="673" y="174"/>
                    <a:pt x="672" y="179"/>
                    <a:pt x="673" y="181"/>
                  </a:cubicBezTo>
                  <a:cubicBezTo>
                    <a:pt x="673" y="183"/>
                    <a:pt x="675" y="185"/>
                    <a:pt x="676" y="185"/>
                  </a:cubicBezTo>
                  <a:cubicBezTo>
                    <a:pt x="677" y="186"/>
                    <a:pt x="681" y="186"/>
                    <a:pt x="682" y="186"/>
                  </a:cubicBezTo>
                  <a:cubicBezTo>
                    <a:pt x="684" y="185"/>
                    <a:pt x="685" y="181"/>
                    <a:pt x="687" y="180"/>
                  </a:cubicBezTo>
                  <a:cubicBezTo>
                    <a:pt x="688" y="180"/>
                    <a:pt x="691" y="180"/>
                    <a:pt x="692" y="180"/>
                  </a:cubicBezTo>
                  <a:cubicBezTo>
                    <a:pt x="694" y="180"/>
                    <a:pt x="696" y="182"/>
                    <a:pt x="698" y="182"/>
                  </a:cubicBezTo>
                  <a:cubicBezTo>
                    <a:pt x="699" y="182"/>
                    <a:pt x="700" y="183"/>
                    <a:pt x="701" y="184"/>
                  </a:cubicBezTo>
                  <a:cubicBezTo>
                    <a:pt x="703" y="184"/>
                    <a:pt x="706" y="186"/>
                    <a:pt x="707" y="186"/>
                  </a:cubicBezTo>
                  <a:cubicBezTo>
                    <a:pt x="709" y="186"/>
                    <a:pt x="711" y="185"/>
                    <a:pt x="712" y="184"/>
                  </a:cubicBezTo>
                  <a:cubicBezTo>
                    <a:pt x="713" y="183"/>
                    <a:pt x="713" y="179"/>
                    <a:pt x="714" y="179"/>
                  </a:cubicBezTo>
                  <a:cubicBezTo>
                    <a:pt x="715" y="179"/>
                    <a:pt x="716" y="183"/>
                    <a:pt x="717" y="183"/>
                  </a:cubicBezTo>
                  <a:cubicBezTo>
                    <a:pt x="718" y="183"/>
                    <a:pt x="720" y="181"/>
                    <a:pt x="721" y="181"/>
                  </a:cubicBezTo>
                  <a:cubicBezTo>
                    <a:pt x="722" y="182"/>
                    <a:pt x="723" y="185"/>
                    <a:pt x="723" y="186"/>
                  </a:cubicBezTo>
                  <a:cubicBezTo>
                    <a:pt x="723" y="188"/>
                    <a:pt x="722" y="191"/>
                    <a:pt x="721" y="192"/>
                  </a:cubicBezTo>
                  <a:cubicBezTo>
                    <a:pt x="720" y="193"/>
                    <a:pt x="716" y="192"/>
                    <a:pt x="714" y="193"/>
                  </a:cubicBezTo>
                  <a:cubicBezTo>
                    <a:pt x="713" y="193"/>
                    <a:pt x="713" y="196"/>
                    <a:pt x="713" y="197"/>
                  </a:cubicBezTo>
                  <a:cubicBezTo>
                    <a:pt x="713" y="199"/>
                    <a:pt x="712" y="201"/>
                    <a:pt x="713" y="202"/>
                  </a:cubicBezTo>
                  <a:cubicBezTo>
                    <a:pt x="714" y="204"/>
                    <a:pt x="716" y="205"/>
                    <a:pt x="717" y="206"/>
                  </a:cubicBezTo>
                  <a:cubicBezTo>
                    <a:pt x="718" y="206"/>
                    <a:pt x="719" y="207"/>
                    <a:pt x="719" y="208"/>
                  </a:cubicBezTo>
                  <a:cubicBezTo>
                    <a:pt x="720" y="209"/>
                    <a:pt x="719" y="212"/>
                    <a:pt x="719" y="213"/>
                  </a:cubicBezTo>
                  <a:cubicBezTo>
                    <a:pt x="720" y="215"/>
                    <a:pt x="723" y="219"/>
                    <a:pt x="724" y="221"/>
                  </a:cubicBezTo>
                  <a:cubicBezTo>
                    <a:pt x="724" y="222"/>
                    <a:pt x="725" y="226"/>
                    <a:pt x="725" y="227"/>
                  </a:cubicBezTo>
                  <a:cubicBezTo>
                    <a:pt x="724" y="229"/>
                    <a:pt x="721" y="233"/>
                    <a:pt x="721" y="235"/>
                  </a:cubicBezTo>
                  <a:cubicBezTo>
                    <a:pt x="720" y="237"/>
                    <a:pt x="721" y="242"/>
                    <a:pt x="722" y="244"/>
                  </a:cubicBezTo>
                  <a:cubicBezTo>
                    <a:pt x="722" y="244"/>
                    <a:pt x="724" y="245"/>
                    <a:pt x="725" y="246"/>
                  </a:cubicBezTo>
                  <a:cubicBezTo>
                    <a:pt x="726" y="246"/>
                    <a:pt x="727" y="249"/>
                    <a:pt x="727" y="250"/>
                  </a:cubicBezTo>
                  <a:cubicBezTo>
                    <a:pt x="728" y="252"/>
                    <a:pt x="726" y="257"/>
                    <a:pt x="727" y="259"/>
                  </a:cubicBezTo>
                  <a:cubicBezTo>
                    <a:pt x="728" y="260"/>
                    <a:pt x="731" y="261"/>
                    <a:pt x="732" y="26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9"/>
            <p:cNvSpPr>
              <a:spLocks/>
            </p:cNvSpPr>
            <p:nvPr/>
          </p:nvSpPr>
          <p:spPr bwMode="auto">
            <a:xfrm>
              <a:off x="2854325" y="1371600"/>
              <a:ext cx="971550" cy="1038225"/>
            </a:xfrm>
            <a:custGeom>
              <a:avLst/>
              <a:gdLst/>
              <a:ahLst/>
              <a:cxnLst>
                <a:cxn ang="0">
                  <a:pos x="152" y="197"/>
                </a:cxn>
                <a:cxn ang="0">
                  <a:pos x="266" y="157"/>
                </a:cxn>
                <a:cxn ang="0">
                  <a:pos x="382" y="126"/>
                </a:cxn>
                <a:cxn ang="0">
                  <a:pos x="527" y="74"/>
                </a:cxn>
                <a:cxn ang="0">
                  <a:pos x="627" y="1"/>
                </a:cxn>
                <a:cxn ang="0">
                  <a:pos x="651" y="37"/>
                </a:cxn>
                <a:cxn ang="0">
                  <a:pos x="645" y="67"/>
                </a:cxn>
                <a:cxn ang="0">
                  <a:pos x="649" y="93"/>
                </a:cxn>
                <a:cxn ang="0">
                  <a:pos x="620" y="134"/>
                </a:cxn>
                <a:cxn ang="0">
                  <a:pos x="636" y="179"/>
                </a:cxn>
                <a:cxn ang="0">
                  <a:pos x="638" y="227"/>
                </a:cxn>
                <a:cxn ang="0">
                  <a:pos x="654" y="225"/>
                </a:cxn>
                <a:cxn ang="0">
                  <a:pos x="676" y="268"/>
                </a:cxn>
                <a:cxn ang="0">
                  <a:pos x="659" y="296"/>
                </a:cxn>
                <a:cxn ang="0">
                  <a:pos x="652" y="322"/>
                </a:cxn>
                <a:cxn ang="0">
                  <a:pos x="644" y="365"/>
                </a:cxn>
                <a:cxn ang="0">
                  <a:pos x="620" y="390"/>
                </a:cxn>
                <a:cxn ang="0">
                  <a:pos x="600" y="419"/>
                </a:cxn>
                <a:cxn ang="0">
                  <a:pos x="556" y="417"/>
                </a:cxn>
                <a:cxn ang="0">
                  <a:pos x="563" y="455"/>
                </a:cxn>
                <a:cxn ang="0">
                  <a:pos x="602" y="473"/>
                </a:cxn>
                <a:cxn ang="0">
                  <a:pos x="592" y="494"/>
                </a:cxn>
                <a:cxn ang="0">
                  <a:pos x="573" y="507"/>
                </a:cxn>
                <a:cxn ang="0">
                  <a:pos x="548" y="521"/>
                </a:cxn>
                <a:cxn ang="0">
                  <a:pos x="530" y="547"/>
                </a:cxn>
                <a:cxn ang="0">
                  <a:pos x="515" y="576"/>
                </a:cxn>
                <a:cxn ang="0">
                  <a:pos x="483" y="584"/>
                </a:cxn>
                <a:cxn ang="0">
                  <a:pos x="451" y="581"/>
                </a:cxn>
                <a:cxn ang="0">
                  <a:pos x="445" y="562"/>
                </a:cxn>
                <a:cxn ang="0">
                  <a:pos x="413" y="545"/>
                </a:cxn>
                <a:cxn ang="0">
                  <a:pos x="394" y="565"/>
                </a:cxn>
                <a:cxn ang="0">
                  <a:pos x="389" y="579"/>
                </a:cxn>
                <a:cxn ang="0">
                  <a:pos x="376" y="598"/>
                </a:cxn>
                <a:cxn ang="0">
                  <a:pos x="347" y="599"/>
                </a:cxn>
                <a:cxn ang="0">
                  <a:pos x="309" y="591"/>
                </a:cxn>
                <a:cxn ang="0">
                  <a:pos x="275" y="600"/>
                </a:cxn>
                <a:cxn ang="0">
                  <a:pos x="274" y="624"/>
                </a:cxn>
                <a:cxn ang="0">
                  <a:pos x="222" y="648"/>
                </a:cxn>
                <a:cxn ang="0">
                  <a:pos x="207" y="647"/>
                </a:cxn>
                <a:cxn ang="0">
                  <a:pos x="186" y="629"/>
                </a:cxn>
                <a:cxn ang="0">
                  <a:pos x="183" y="643"/>
                </a:cxn>
                <a:cxn ang="0">
                  <a:pos x="175" y="663"/>
                </a:cxn>
                <a:cxn ang="0">
                  <a:pos x="158" y="696"/>
                </a:cxn>
                <a:cxn ang="0">
                  <a:pos x="137" y="720"/>
                </a:cxn>
                <a:cxn ang="0">
                  <a:pos x="108" y="714"/>
                </a:cxn>
                <a:cxn ang="0">
                  <a:pos x="84" y="719"/>
                </a:cxn>
                <a:cxn ang="0">
                  <a:pos x="31" y="663"/>
                </a:cxn>
                <a:cxn ang="0">
                  <a:pos x="11" y="614"/>
                </a:cxn>
                <a:cxn ang="0">
                  <a:pos x="58" y="550"/>
                </a:cxn>
                <a:cxn ang="0">
                  <a:pos x="81" y="450"/>
                </a:cxn>
                <a:cxn ang="0">
                  <a:pos x="61" y="356"/>
                </a:cxn>
                <a:cxn ang="0">
                  <a:pos x="67" y="291"/>
                </a:cxn>
                <a:cxn ang="0">
                  <a:pos x="112" y="324"/>
                </a:cxn>
                <a:cxn ang="0">
                  <a:pos x="134" y="328"/>
                </a:cxn>
                <a:cxn ang="0">
                  <a:pos x="135" y="288"/>
                </a:cxn>
                <a:cxn ang="0">
                  <a:pos x="131" y="258"/>
                </a:cxn>
                <a:cxn ang="0">
                  <a:pos x="85" y="253"/>
                </a:cxn>
                <a:cxn ang="0">
                  <a:pos x="50" y="227"/>
                </a:cxn>
              </a:cxnLst>
              <a:rect l="0" t="0" r="r" b="b"/>
              <a:pathLst>
                <a:path w="677" h="723">
                  <a:moveTo>
                    <a:pt x="91" y="226"/>
                  </a:moveTo>
                  <a:cubicBezTo>
                    <a:pt x="92" y="225"/>
                    <a:pt x="94" y="222"/>
                    <a:pt x="95" y="221"/>
                  </a:cubicBezTo>
                  <a:cubicBezTo>
                    <a:pt x="98" y="219"/>
                    <a:pt x="105" y="215"/>
                    <a:pt x="108" y="213"/>
                  </a:cubicBezTo>
                  <a:cubicBezTo>
                    <a:pt x="111" y="211"/>
                    <a:pt x="116" y="205"/>
                    <a:pt x="119" y="204"/>
                  </a:cubicBezTo>
                  <a:cubicBezTo>
                    <a:pt x="122" y="202"/>
                    <a:pt x="127" y="199"/>
                    <a:pt x="131" y="198"/>
                  </a:cubicBezTo>
                  <a:cubicBezTo>
                    <a:pt x="134" y="198"/>
                    <a:pt x="142" y="199"/>
                    <a:pt x="146" y="198"/>
                  </a:cubicBezTo>
                  <a:cubicBezTo>
                    <a:pt x="147" y="198"/>
                    <a:pt x="150" y="198"/>
                    <a:pt x="152" y="197"/>
                  </a:cubicBezTo>
                  <a:cubicBezTo>
                    <a:pt x="155" y="196"/>
                    <a:pt x="161" y="192"/>
                    <a:pt x="164" y="190"/>
                  </a:cubicBezTo>
                  <a:cubicBezTo>
                    <a:pt x="166" y="189"/>
                    <a:pt x="171" y="187"/>
                    <a:pt x="174" y="186"/>
                  </a:cubicBezTo>
                  <a:cubicBezTo>
                    <a:pt x="178" y="185"/>
                    <a:pt x="186" y="184"/>
                    <a:pt x="190" y="183"/>
                  </a:cubicBezTo>
                  <a:cubicBezTo>
                    <a:pt x="196" y="181"/>
                    <a:pt x="206" y="177"/>
                    <a:pt x="211" y="175"/>
                  </a:cubicBezTo>
                  <a:cubicBezTo>
                    <a:pt x="215" y="173"/>
                    <a:pt x="224" y="171"/>
                    <a:pt x="228" y="169"/>
                  </a:cubicBezTo>
                  <a:cubicBezTo>
                    <a:pt x="232" y="168"/>
                    <a:pt x="241" y="166"/>
                    <a:pt x="246" y="165"/>
                  </a:cubicBezTo>
                  <a:cubicBezTo>
                    <a:pt x="251" y="163"/>
                    <a:pt x="261" y="159"/>
                    <a:pt x="266" y="157"/>
                  </a:cubicBezTo>
                  <a:cubicBezTo>
                    <a:pt x="270" y="156"/>
                    <a:pt x="277" y="155"/>
                    <a:pt x="281" y="154"/>
                  </a:cubicBezTo>
                  <a:cubicBezTo>
                    <a:pt x="286" y="152"/>
                    <a:pt x="294" y="148"/>
                    <a:pt x="298" y="146"/>
                  </a:cubicBezTo>
                  <a:cubicBezTo>
                    <a:pt x="302" y="145"/>
                    <a:pt x="310" y="142"/>
                    <a:pt x="313" y="141"/>
                  </a:cubicBezTo>
                  <a:cubicBezTo>
                    <a:pt x="319" y="140"/>
                    <a:pt x="330" y="140"/>
                    <a:pt x="336" y="139"/>
                  </a:cubicBezTo>
                  <a:cubicBezTo>
                    <a:pt x="339" y="138"/>
                    <a:pt x="345" y="135"/>
                    <a:pt x="349" y="134"/>
                  </a:cubicBezTo>
                  <a:cubicBezTo>
                    <a:pt x="352" y="133"/>
                    <a:pt x="358" y="133"/>
                    <a:pt x="361" y="133"/>
                  </a:cubicBezTo>
                  <a:cubicBezTo>
                    <a:pt x="367" y="132"/>
                    <a:pt x="377" y="127"/>
                    <a:pt x="382" y="126"/>
                  </a:cubicBezTo>
                  <a:cubicBezTo>
                    <a:pt x="389" y="124"/>
                    <a:pt x="402" y="121"/>
                    <a:pt x="408" y="120"/>
                  </a:cubicBezTo>
                  <a:cubicBezTo>
                    <a:pt x="416" y="118"/>
                    <a:pt x="432" y="115"/>
                    <a:pt x="440" y="114"/>
                  </a:cubicBezTo>
                  <a:cubicBezTo>
                    <a:pt x="446" y="113"/>
                    <a:pt x="457" y="114"/>
                    <a:pt x="462" y="113"/>
                  </a:cubicBezTo>
                  <a:cubicBezTo>
                    <a:pt x="466" y="112"/>
                    <a:pt x="472" y="110"/>
                    <a:pt x="476" y="109"/>
                  </a:cubicBezTo>
                  <a:cubicBezTo>
                    <a:pt x="480" y="107"/>
                    <a:pt x="489" y="103"/>
                    <a:pt x="493" y="101"/>
                  </a:cubicBezTo>
                  <a:cubicBezTo>
                    <a:pt x="497" y="99"/>
                    <a:pt x="504" y="96"/>
                    <a:pt x="507" y="93"/>
                  </a:cubicBezTo>
                  <a:cubicBezTo>
                    <a:pt x="513" y="89"/>
                    <a:pt x="523" y="80"/>
                    <a:pt x="527" y="74"/>
                  </a:cubicBezTo>
                  <a:cubicBezTo>
                    <a:pt x="532" y="69"/>
                    <a:pt x="540" y="57"/>
                    <a:pt x="544" y="51"/>
                  </a:cubicBezTo>
                  <a:cubicBezTo>
                    <a:pt x="547" y="46"/>
                    <a:pt x="554" y="38"/>
                    <a:pt x="557" y="34"/>
                  </a:cubicBezTo>
                  <a:cubicBezTo>
                    <a:pt x="560" y="30"/>
                    <a:pt x="566" y="23"/>
                    <a:pt x="569" y="19"/>
                  </a:cubicBezTo>
                  <a:cubicBezTo>
                    <a:pt x="573" y="16"/>
                    <a:pt x="581" y="10"/>
                    <a:pt x="585" y="7"/>
                  </a:cubicBezTo>
                  <a:cubicBezTo>
                    <a:pt x="588" y="5"/>
                    <a:pt x="595" y="2"/>
                    <a:pt x="599" y="1"/>
                  </a:cubicBezTo>
                  <a:cubicBezTo>
                    <a:pt x="603" y="0"/>
                    <a:pt x="610" y="1"/>
                    <a:pt x="614" y="1"/>
                  </a:cubicBezTo>
                  <a:cubicBezTo>
                    <a:pt x="617" y="1"/>
                    <a:pt x="623" y="1"/>
                    <a:pt x="627" y="1"/>
                  </a:cubicBezTo>
                  <a:cubicBezTo>
                    <a:pt x="628" y="1"/>
                    <a:pt x="631" y="1"/>
                    <a:pt x="634" y="0"/>
                  </a:cubicBezTo>
                  <a:cubicBezTo>
                    <a:pt x="634" y="3"/>
                    <a:pt x="633" y="7"/>
                    <a:pt x="634" y="9"/>
                  </a:cubicBezTo>
                  <a:cubicBezTo>
                    <a:pt x="634" y="11"/>
                    <a:pt x="635" y="17"/>
                    <a:pt x="636" y="20"/>
                  </a:cubicBezTo>
                  <a:cubicBezTo>
                    <a:pt x="636" y="21"/>
                    <a:pt x="637" y="26"/>
                    <a:pt x="638" y="27"/>
                  </a:cubicBezTo>
                  <a:cubicBezTo>
                    <a:pt x="640" y="28"/>
                    <a:pt x="643" y="26"/>
                    <a:pt x="645" y="27"/>
                  </a:cubicBezTo>
                  <a:cubicBezTo>
                    <a:pt x="646" y="27"/>
                    <a:pt x="648" y="28"/>
                    <a:pt x="649" y="29"/>
                  </a:cubicBezTo>
                  <a:cubicBezTo>
                    <a:pt x="650" y="30"/>
                    <a:pt x="651" y="37"/>
                    <a:pt x="651" y="37"/>
                  </a:cubicBezTo>
                  <a:cubicBezTo>
                    <a:pt x="651" y="38"/>
                    <a:pt x="652" y="42"/>
                    <a:pt x="652" y="44"/>
                  </a:cubicBezTo>
                  <a:cubicBezTo>
                    <a:pt x="652" y="46"/>
                    <a:pt x="649" y="49"/>
                    <a:pt x="649" y="51"/>
                  </a:cubicBezTo>
                  <a:cubicBezTo>
                    <a:pt x="649" y="52"/>
                    <a:pt x="649" y="54"/>
                    <a:pt x="649" y="55"/>
                  </a:cubicBezTo>
                  <a:cubicBezTo>
                    <a:pt x="649" y="57"/>
                    <a:pt x="652" y="59"/>
                    <a:pt x="653" y="61"/>
                  </a:cubicBezTo>
                  <a:cubicBezTo>
                    <a:pt x="653" y="62"/>
                    <a:pt x="655" y="64"/>
                    <a:pt x="654" y="65"/>
                  </a:cubicBezTo>
                  <a:cubicBezTo>
                    <a:pt x="654" y="66"/>
                    <a:pt x="650" y="67"/>
                    <a:pt x="649" y="67"/>
                  </a:cubicBezTo>
                  <a:cubicBezTo>
                    <a:pt x="648" y="67"/>
                    <a:pt x="646" y="67"/>
                    <a:pt x="645" y="67"/>
                  </a:cubicBezTo>
                  <a:cubicBezTo>
                    <a:pt x="644" y="68"/>
                    <a:pt x="644" y="70"/>
                    <a:pt x="644" y="71"/>
                  </a:cubicBezTo>
                  <a:cubicBezTo>
                    <a:pt x="644" y="72"/>
                    <a:pt x="645" y="75"/>
                    <a:pt x="646" y="76"/>
                  </a:cubicBezTo>
                  <a:cubicBezTo>
                    <a:pt x="646" y="77"/>
                    <a:pt x="646" y="79"/>
                    <a:pt x="646" y="80"/>
                  </a:cubicBezTo>
                  <a:cubicBezTo>
                    <a:pt x="646" y="82"/>
                    <a:pt x="643" y="85"/>
                    <a:pt x="643" y="87"/>
                  </a:cubicBezTo>
                  <a:cubicBezTo>
                    <a:pt x="642" y="88"/>
                    <a:pt x="642" y="89"/>
                    <a:pt x="642" y="90"/>
                  </a:cubicBezTo>
                  <a:cubicBezTo>
                    <a:pt x="642" y="91"/>
                    <a:pt x="644" y="93"/>
                    <a:pt x="645" y="93"/>
                  </a:cubicBezTo>
                  <a:cubicBezTo>
                    <a:pt x="645" y="94"/>
                    <a:pt x="648" y="93"/>
                    <a:pt x="649" y="93"/>
                  </a:cubicBezTo>
                  <a:cubicBezTo>
                    <a:pt x="650" y="95"/>
                    <a:pt x="649" y="100"/>
                    <a:pt x="649" y="102"/>
                  </a:cubicBezTo>
                  <a:cubicBezTo>
                    <a:pt x="650" y="105"/>
                    <a:pt x="650" y="110"/>
                    <a:pt x="649" y="113"/>
                  </a:cubicBezTo>
                  <a:cubicBezTo>
                    <a:pt x="648" y="114"/>
                    <a:pt x="644" y="115"/>
                    <a:pt x="642" y="116"/>
                  </a:cubicBezTo>
                  <a:cubicBezTo>
                    <a:pt x="640" y="116"/>
                    <a:pt x="636" y="117"/>
                    <a:pt x="634" y="118"/>
                  </a:cubicBezTo>
                  <a:cubicBezTo>
                    <a:pt x="633" y="118"/>
                    <a:pt x="629" y="118"/>
                    <a:pt x="628" y="119"/>
                  </a:cubicBezTo>
                  <a:cubicBezTo>
                    <a:pt x="626" y="119"/>
                    <a:pt x="623" y="121"/>
                    <a:pt x="622" y="122"/>
                  </a:cubicBezTo>
                  <a:cubicBezTo>
                    <a:pt x="621" y="125"/>
                    <a:pt x="620" y="131"/>
                    <a:pt x="620" y="134"/>
                  </a:cubicBezTo>
                  <a:cubicBezTo>
                    <a:pt x="620" y="136"/>
                    <a:pt x="621" y="140"/>
                    <a:pt x="622" y="141"/>
                  </a:cubicBezTo>
                  <a:cubicBezTo>
                    <a:pt x="623" y="143"/>
                    <a:pt x="626" y="144"/>
                    <a:pt x="627" y="146"/>
                  </a:cubicBezTo>
                  <a:cubicBezTo>
                    <a:pt x="627" y="147"/>
                    <a:pt x="626" y="152"/>
                    <a:pt x="627" y="154"/>
                  </a:cubicBezTo>
                  <a:cubicBezTo>
                    <a:pt x="627" y="156"/>
                    <a:pt x="630" y="159"/>
                    <a:pt x="632" y="160"/>
                  </a:cubicBezTo>
                  <a:cubicBezTo>
                    <a:pt x="632" y="162"/>
                    <a:pt x="634" y="164"/>
                    <a:pt x="635" y="165"/>
                  </a:cubicBezTo>
                  <a:cubicBezTo>
                    <a:pt x="635" y="167"/>
                    <a:pt x="635" y="173"/>
                    <a:pt x="635" y="173"/>
                  </a:cubicBezTo>
                  <a:cubicBezTo>
                    <a:pt x="635" y="174"/>
                    <a:pt x="635" y="178"/>
                    <a:pt x="636" y="179"/>
                  </a:cubicBezTo>
                  <a:cubicBezTo>
                    <a:pt x="637" y="182"/>
                    <a:pt x="640" y="186"/>
                    <a:pt x="640" y="188"/>
                  </a:cubicBezTo>
                  <a:cubicBezTo>
                    <a:pt x="641" y="191"/>
                    <a:pt x="641" y="196"/>
                    <a:pt x="640" y="199"/>
                  </a:cubicBezTo>
                  <a:cubicBezTo>
                    <a:pt x="640" y="200"/>
                    <a:pt x="639" y="201"/>
                    <a:pt x="638" y="202"/>
                  </a:cubicBezTo>
                  <a:cubicBezTo>
                    <a:pt x="637" y="205"/>
                    <a:pt x="636" y="211"/>
                    <a:pt x="636" y="214"/>
                  </a:cubicBezTo>
                  <a:cubicBezTo>
                    <a:pt x="635" y="215"/>
                    <a:pt x="635" y="219"/>
                    <a:pt x="636" y="220"/>
                  </a:cubicBezTo>
                  <a:cubicBezTo>
                    <a:pt x="636" y="221"/>
                    <a:pt x="637" y="222"/>
                    <a:pt x="637" y="222"/>
                  </a:cubicBezTo>
                  <a:cubicBezTo>
                    <a:pt x="638" y="223"/>
                    <a:pt x="638" y="226"/>
                    <a:pt x="638" y="227"/>
                  </a:cubicBezTo>
                  <a:cubicBezTo>
                    <a:pt x="639" y="229"/>
                    <a:pt x="641" y="231"/>
                    <a:pt x="642" y="231"/>
                  </a:cubicBezTo>
                  <a:cubicBezTo>
                    <a:pt x="643" y="231"/>
                    <a:pt x="645" y="230"/>
                    <a:pt x="645" y="230"/>
                  </a:cubicBezTo>
                  <a:cubicBezTo>
                    <a:pt x="646" y="228"/>
                    <a:pt x="644" y="225"/>
                    <a:pt x="645" y="223"/>
                  </a:cubicBezTo>
                  <a:cubicBezTo>
                    <a:pt x="645" y="222"/>
                    <a:pt x="645" y="220"/>
                    <a:pt x="646" y="219"/>
                  </a:cubicBezTo>
                  <a:cubicBezTo>
                    <a:pt x="647" y="219"/>
                    <a:pt x="648" y="218"/>
                    <a:pt x="649" y="218"/>
                  </a:cubicBezTo>
                  <a:cubicBezTo>
                    <a:pt x="650" y="218"/>
                    <a:pt x="652" y="218"/>
                    <a:pt x="653" y="219"/>
                  </a:cubicBezTo>
                  <a:cubicBezTo>
                    <a:pt x="654" y="220"/>
                    <a:pt x="654" y="224"/>
                    <a:pt x="654" y="225"/>
                  </a:cubicBezTo>
                  <a:cubicBezTo>
                    <a:pt x="654" y="227"/>
                    <a:pt x="651" y="231"/>
                    <a:pt x="652" y="233"/>
                  </a:cubicBezTo>
                  <a:cubicBezTo>
                    <a:pt x="652" y="235"/>
                    <a:pt x="655" y="237"/>
                    <a:pt x="656" y="238"/>
                  </a:cubicBezTo>
                  <a:cubicBezTo>
                    <a:pt x="657" y="240"/>
                    <a:pt x="661" y="241"/>
                    <a:pt x="663" y="242"/>
                  </a:cubicBezTo>
                  <a:cubicBezTo>
                    <a:pt x="665" y="243"/>
                    <a:pt x="668" y="246"/>
                    <a:pt x="669" y="247"/>
                  </a:cubicBezTo>
                  <a:cubicBezTo>
                    <a:pt x="671" y="248"/>
                    <a:pt x="675" y="250"/>
                    <a:pt x="676" y="251"/>
                  </a:cubicBezTo>
                  <a:cubicBezTo>
                    <a:pt x="677" y="253"/>
                    <a:pt x="676" y="259"/>
                    <a:pt x="676" y="261"/>
                  </a:cubicBezTo>
                  <a:cubicBezTo>
                    <a:pt x="676" y="263"/>
                    <a:pt x="676" y="266"/>
                    <a:pt x="676" y="268"/>
                  </a:cubicBezTo>
                  <a:cubicBezTo>
                    <a:pt x="675" y="269"/>
                    <a:pt x="672" y="270"/>
                    <a:pt x="671" y="270"/>
                  </a:cubicBezTo>
                  <a:cubicBezTo>
                    <a:pt x="669" y="271"/>
                    <a:pt x="664" y="270"/>
                    <a:pt x="662" y="270"/>
                  </a:cubicBezTo>
                  <a:cubicBezTo>
                    <a:pt x="660" y="271"/>
                    <a:pt x="655" y="272"/>
                    <a:pt x="654" y="273"/>
                  </a:cubicBezTo>
                  <a:cubicBezTo>
                    <a:pt x="652" y="275"/>
                    <a:pt x="650" y="279"/>
                    <a:pt x="650" y="281"/>
                  </a:cubicBezTo>
                  <a:cubicBezTo>
                    <a:pt x="650" y="282"/>
                    <a:pt x="650" y="284"/>
                    <a:pt x="651" y="285"/>
                  </a:cubicBezTo>
                  <a:cubicBezTo>
                    <a:pt x="652" y="286"/>
                    <a:pt x="655" y="287"/>
                    <a:pt x="657" y="288"/>
                  </a:cubicBezTo>
                  <a:cubicBezTo>
                    <a:pt x="658" y="290"/>
                    <a:pt x="658" y="294"/>
                    <a:pt x="659" y="296"/>
                  </a:cubicBezTo>
                  <a:cubicBezTo>
                    <a:pt x="659" y="297"/>
                    <a:pt x="661" y="299"/>
                    <a:pt x="662" y="300"/>
                  </a:cubicBezTo>
                  <a:cubicBezTo>
                    <a:pt x="663" y="300"/>
                    <a:pt x="666" y="299"/>
                    <a:pt x="667" y="300"/>
                  </a:cubicBezTo>
                  <a:cubicBezTo>
                    <a:pt x="667" y="301"/>
                    <a:pt x="668" y="303"/>
                    <a:pt x="668" y="304"/>
                  </a:cubicBezTo>
                  <a:cubicBezTo>
                    <a:pt x="668" y="305"/>
                    <a:pt x="667" y="307"/>
                    <a:pt x="667" y="308"/>
                  </a:cubicBezTo>
                  <a:cubicBezTo>
                    <a:pt x="666" y="309"/>
                    <a:pt x="662" y="309"/>
                    <a:pt x="661" y="310"/>
                  </a:cubicBezTo>
                  <a:cubicBezTo>
                    <a:pt x="658" y="312"/>
                    <a:pt x="654" y="316"/>
                    <a:pt x="653" y="318"/>
                  </a:cubicBezTo>
                  <a:cubicBezTo>
                    <a:pt x="653" y="319"/>
                    <a:pt x="652" y="321"/>
                    <a:pt x="652" y="322"/>
                  </a:cubicBezTo>
                  <a:cubicBezTo>
                    <a:pt x="652" y="325"/>
                    <a:pt x="654" y="329"/>
                    <a:pt x="655" y="331"/>
                  </a:cubicBezTo>
                  <a:cubicBezTo>
                    <a:pt x="656" y="334"/>
                    <a:pt x="658" y="338"/>
                    <a:pt x="659" y="341"/>
                  </a:cubicBezTo>
                  <a:cubicBezTo>
                    <a:pt x="660" y="344"/>
                    <a:pt x="662" y="352"/>
                    <a:pt x="661" y="356"/>
                  </a:cubicBezTo>
                  <a:cubicBezTo>
                    <a:pt x="660" y="357"/>
                    <a:pt x="658" y="359"/>
                    <a:pt x="657" y="360"/>
                  </a:cubicBezTo>
                  <a:cubicBezTo>
                    <a:pt x="656" y="361"/>
                    <a:pt x="654" y="361"/>
                    <a:pt x="652" y="362"/>
                  </a:cubicBezTo>
                  <a:cubicBezTo>
                    <a:pt x="651" y="362"/>
                    <a:pt x="650" y="362"/>
                    <a:pt x="649" y="363"/>
                  </a:cubicBezTo>
                  <a:cubicBezTo>
                    <a:pt x="648" y="363"/>
                    <a:pt x="645" y="364"/>
                    <a:pt x="644" y="365"/>
                  </a:cubicBezTo>
                  <a:cubicBezTo>
                    <a:pt x="643" y="365"/>
                    <a:pt x="641" y="365"/>
                    <a:pt x="640" y="366"/>
                  </a:cubicBezTo>
                  <a:cubicBezTo>
                    <a:pt x="639" y="366"/>
                    <a:pt x="637" y="367"/>
                    <a:pt x="636" y="368"/>
                  </a:cubicBezTo>
                  <a:cubicBezTo>
                    <a:pt x="634" y="368"/>
                    <a:pt x="632" y="367"/>
                    <a:pt x="630" y="368"/>
                  </a:cubicBezTo>
                  <a:cubicBezTo>
                    <a:pt x="629" y="368"/>
                    <a:pt x="628" y="370"/>
                    <a:pt x="627" y="371"/>
                  </a:cubicBezTo>
                  <a:cubicBezTo>
                    <a:pt x="626" y="372"/>
                    <a:pt x="624" y="376"/>
                    <a:pt x="624" y="378"/>
                  </a:cubicBezTo>
                  <a:cubicBezTo>
                    <a:pt x="623" y="379"/>
                    <a:pt x="623" y="383"/>
                    <a:pt x="623" y="384"/>
                  </a:cubicBezTo>
                  <a:cubicBezTo>
                    <a:pt x="622" y="386"/>
                    <a:pt x="620" y="388"/>
                    <a:pt x="620" y="390"/>
                  </a:cubicBezTo>
                  <a:cubicBezTo>
                    <a:pt x="619" y="391"/>
                    <a:pt x="620" y="395"/>
                    <a:pt x="620" y="397"/>
                  </a:cubicBezTo>
                  <a:cubicBezTo>
                    <a:pt x="620" y="399"/>
                    <a:pt x="619" y="402"/>
                    <a:pt x="618" y="404"/>
                  </a:cubicBezTo>
                  <a:cubicBezTo>
                    <a:pt x="617" y="405"/>
                    <a:pt x="616" y="406"/>
                    <a:pt x="615" y="407"/>
                  </a:cubicBezTo>
                  <a:cubicBezTo>
                    <a:pt x="614" y="407"/>
                    <a:pt x="612" y="406"/>
                    <a:pt x="611" y="407"/>
                  </a:cubicBezTo>
                  <a:cubicBezTo>
                    <a:pt x="610" y="407"/>
                    <a:pt x="609" y="409"/>
                    <a:pt x="609" y="410"/>
                  </a:cubicBezTo>
                  <a:cubicBezTo>
                    <a:pt x="608" y="411"/>
                    <a:pt x="606" y="414"/>
                    <a:pt x="605" y="415"/>
                  </a:cubicBezTo>
                  <a:cubicBezTo>
                    <a:pt x="604" y="416"/>
                    <a:pt x="601" y="418"/>
                    <a:pt x="600" y="419"/>
                  </a:cubicBezTo>
                  <a:cubicBezTo>
                    <a:pt x="598" y="419"/>
                    <a:pt x="595" y="420"/>
                    <a:pt x="593" y="420"/>
                  </a:cubicBezTo>
                  <a:cubicBezTo>
                    <a:pt x="591" y="419"/>
                    <a:pt x="588" y="418"/>
                    <a:pt x="586" y="418"/>
                  </a:cubicBezTo>
                  <a:cubicBezTo>
                    <a:pt x="584" y="418"/>
                    <a:pt x="579" y="418"/>
                    <a:pt x="577" y="419"/>
                  </a:cubicBezTo>
                  <a:cubicBezTo>
                    <a:pt x="576" y="419"/>
                    <a:pt x="572" y="422"/>
                    <a:pt x="570" y="422"/>
                  </a:cubicBezTo>
                  <a:cubicBezTo>
                    <a:pt x="569" y="422"/>
                    <a:pt x="567" y="422"/>
                    <a:pt x="566" y="422"/>
                  </a:cubicBezTo>
                  <a:cubicBezTo>
                    <a:pt x="564" y="421"/>
                    <a:pt x="564" y="418"/>
                    <a:pt x="563" y="417"/>
                  </a:cubicBezTo>
                  <a:cubicBezTo>
                    <a:pt x="561" y="416"/>
                    <a:pt x="557" y="416"/>
                    <a:pt x="556" y="417"/>
                  </a:cubicBezTo>
                  <a:cubicBezTo>
                    <a:pt x="554" y="418"/>
                    <a:pt x="553" y="422"/>
                    <a:pt x="553" y="424"/>
                  </a:cubicBezTo>
                  <a:cubicBezTo>
                    <a:pt x="552" y="425"/>
                    <a:pt x="552" y="428"/>
                    <a:pt x="553" y="429"/>
                  </a:cubicBezTo>
                  <a:cubicBezTo>
                    <a:pt x="553" y="430"/>
                    <a:pt x="554" y="431"/>
                    <a:pt x="554" y="431"/>
                  </a:cubicBezTo>
                  <a:cubicBezTo>
                    <a:pt x="555" y="433"/>
                    <a:pt x="554" y="436"/>
                    <a:pt x="554" y="438"/>
                  </a:cubicBezTo>
                  <a:cubicBezTo>
                    <a:pt x="554" y="440"/>
                    <a:pt x="555" y="445"/>
                    <a:pt x="556" y="448"/>
                  </a:cubicBezTo>
                  <a:cubicBezTo>
                    <a:pt x="556" y="449"/>
                    <a:pt x="558" y="452"/>
                    <a:pt x="559" y="453"/>
                  </a:cubicBezTo>
                  <a:cubicBezTo>
                    <a:pt x="560" y="454"/>
                    <a:pt x="562" y="454"/>
                    <a:pt x="563" y="455"/>
                  </a:cubicBezTo>
                  <a:cubicBezTo>
                    <a:pt x="564" y="455"/>
                    <a:pt x="568" y="455"/>
                    <a:pt x="569" y="456"/>
                  </a:cubicBezTo>
                  <a:cubicBezTo>
                    <a:pt x="569" y="456"/>
                    <a:pt x="571" y="461"/>
                    <a:pt x="572" y="462"/>
                  </a:cubicBezTo>
                  <a:cubicBezTo>
                    <a:pt x="574" y="463"/>
                    <a:pt x="578" y="462"/>
                    <a:pt x="579" y="462"/>
                  </a:cubicBezTo>
                  <a:cubicBezTo>
                    <a:pt x="581" y="462"/>
                    <a:pt x="583" y="462"/>
                    <a:pt x="584" y="462"/>
                  </a:cubicBezTo>
                  <a:cubicBezTo>
                    <a:pt x="585" y="463"/>
                    <a:pt x="586" y="466"/>
                    <a:pt x="586" y="466"/>
                  </a:cubicBezTo>
                  <a:cubicBezTo>
                    <a:pt x="588" y="468"/>
                    <a:pt x="593" y="470"/>
                    <a:pt x="596" y="471"/>
                  </a:cubicBezTo>
                  <a:cubicBezTo>
                    <a:pt x="597" y="472"/>
                    <a:pt x="600" y="472"/>
                    <a:pt x="602" y="473"/>
                  </a:cubicBezTo>
                  <a:cubicBezTo>
                    <a:pt x="603" y="474"/>
                    <a:pt x="606" y="478"/>
                    <a:pt x="607" y="480"/>
                  </a:cubicBezTo>
                  <a:cubicBezTo>
                    <a:pt x="608" y="480"/>
                    <a:pt x="609" y="481"/>
                    <a:pt x="609" y="481"/>
                  </a:cubicBezTo>
                  <a:cubicBezTo>
                    <a:pt x="608" y="482"/>
                    <a:pt x="605" y="481"/>
                    <a:pt x="604" y="482"/>
                  </a:cubicBezTo>
                  <a:cubicBezTo>
                    <a:pt x="603" y="483"/>
                    <a:pt x="604" y="486"/>
                    <a:pt x="603" y="486"/>
                  </a:cubicBezTo>
                  <a:cubicBezTo>
                    <a:pt x="602" y="487"/>
                    <a:pt x="599" y="486"/>
                    <a:pt x="598" y="486"/>
                  </a:cubicBezTo>
                  <a:cubicBezTo>
                    <a:pt x="597" y="487"/>
                    <a:pt x="596" y="488"/>
                    <a:pt x="596" y="489"/>
                  </a:cubicBezTo>
                  <a:cubicBezTo>
                    <a:pt x="595" y="490"/>
                    <a:pt x="592" y="493"/>
                    <a:pt x="592" y="494"/>
                  </a:cubicBezTo>
                  <a:cubicBezTo>
                    <a:pt x="592" y="494"/>
                    <a:pt x="590" y="499"/>
                    <a:pt x="590" y="501"/>
                  </a:cubicBezTo>
                  <a:cubicBezTo>
                    <a:pt x="590" y="501"/>
                    <a:pt x="591" y="503"/>
                    <a:pt x="591" y="504"/>
                  </a:cubicBezTo>
                  <a:cubicBezTo>
                    <a:pt x="590" y="505"/>
                    <a:pt x="590" y="508"/>
                    <a:pt x="588" y="509"/>
                  </a:cubicBezTo>
                  <a:cubicBezTo>
                    <a:pt x="587" y="510"/>
                    <a:pt x="585" y="509"/>
                    <a:pt x="584" y="508"/>
                  </a:cubicBezTo>
                  <a:cubicBezTo>
                    <a:pt x="583" y="508"/>
                    <a:pt x="582" y="505"/>
                    <a:pt x="581" y="504"/>
                  </a:cubicBezTo>
                  <a:cubicBezTo>
                    <a:pt x="579" y="503"/>
                    <a:pt x="576" y="503"/>
                    <a:pt x="574" y="504"/>
                  </a:cubicBezTo>
                  <a:cubicBezTo>
                    <a:pt x="574" y="505"/>
                    <a:pt x="574" y="506"/>
                    <a:pt x="573" y="507"/>
                  </a:cubicBezTo>
                  <a:cubicBezTo>
                    <a:pt x="572" y="507"/>
                    <a:pt x="570" y="505"/>
                    <a:pt x="569" y="506"/>
                  </a:cubicBezTo>
                  <a:cubicBezTo>
                    <a:pt x="567" y="507"/>
                    <a:pt x="567" y="511"/>
                    <a:pt x="566" y="513"/>
                  </a:cubicBezTo>
                  <a:cubicBezTo>
                    <a:pt x="566" y="514"/>
                    <a:pt x="566" y="515"/>
                    <a:pt x="565" y="516"/>
                  </a:cubicBezTo>
                  <a:cubicBezTo>
                    <a:pt x="565" y="518"/>
                    <a:pt x="565" y="521"/>
                    <a:pt x="563" y="522"/>
                  </a:cubicBezTo>
                  <a:cubicBezTo>
                    <a:pt x="562" y="522"/>
                    <a:pt x="560" y="520"/>
                    <a:pt x="559" y="520"/>
                  </a:cubicBezTo>
                  <a:cubicBezTo>
                    <a:pt x="558" y="520"/>
                    <a:pt x="555" y="520"/>
                    <a:pt x="554" y="520"/>
                  </a:cubicBezTo>
                  <a:cubicBezTo>
                    <a:pt x="553" y="520"/>
                    <a:pt x="550" y="521"/>
                    <a:pt x="548" y="521"/>
                  </a:cubicBezTo>
                  <a:cubicBezTo>
                    <a:pt x="547" y="522"/>
                    <a:pt x="546" y="527"/>
                    <a:pt x="544" y="527"/>
                  </a:cubicBezTo>
                  <a:cubicBezTo>
                    <a:pt x="543" y="527"/>
                    <a:pt x="540" y="524"/>
                    <a:pt x="539" y="524"/>
                  </a:cubicBezTo>
                  <a:cubicBezTo>
                    <a:pt x="537" y="524"/>
                    <a:pt x="536" y="527"/>
                    <a:pt x="535" y="528"/>
                  </a:cubicBezTo>
                  <a:cubicBezTo>
                    <a:pt x="535" y="530"/>
                    <a:pt x="535" y="534"/>
                    <a:pt x="534" y="535"/>
                  </a:cubicBezTo>
                  <a:cubicBezTo>
                    <a:pt x="533" y="536"/>
                    <a:pt x="531" y="538"/>
                    <a:pt x="530" y="539"/>
                  </a:cubicBezTo>
                  <a:cubicBezTo>
                    <a:pt x="530" y="540"/>
                    <a:pt x="530" y="541"/>
                    <a:pt x="530" y="542"/>
                  </a:cubicBezTo>
                  <a:cubicBezTo>
                    <a:pt x="530" y="543"/>
                    <a:pt x="531" y="546"/>
                    <a:pt x="530" y="547"/>
                  </a:cubicBezTo>
                  <a:cubicBezTo>
                    <a:pt x="529" y="548"/>
                    <a:pt x="527" y="549"/>
                    <a:pt x="527" y="551"/>
                  </a:cubicBezTo>
                  <a:cubicBezTo>
                    <a:pt x="527" y="552"/>
                    <a:pt x="531" y="554"/>
                    <a:pt x="532" y="555"/>
                  </a:cubicBezTo>
                  <a:cubicBezTo>
                    <a:pt x="532" y="557"/>
                    <a:pt x="530" y="560"/>
                    <a:pt x="529" y="561"/>
                  </a:cubicBezTo>
                  <a:cubicBezTo>
                    <a:pt x="528" y="563"/>
                    <a:pt x="525" y="564"/>
                    <a:pt x="523" y="565"/>
                  </a:cubicBezTo>
                  <a:cubicBezTo>
                    <a:pt x="522" y="565"/>
                    <a:pt x="520" y="566"/>
                    <a:pt x="519" y="567"/>
                  </a:cubicBezTo>
                  <a:cubicBezTo>
                    <a:pt x="518" y="569"/>
                    <a:pt x="518" y="573"/>
                    <a:pt x="517" y="574"/>
                  </a:cubicBezTo>
                  <a:cubicBezTo>
                    <a:pt x="517" y="575"/>
                    <a:pt x="516" y="576"/>
                    <a:pt x="515" y="576"/>
                  </a:cubicBezTo>
                  <a:cubicBezTo>
                    <a:pt x="514" y="577"/>
                    <a:pt x="511" y="576"/>
                    <a:pt x="510" y="576"/>
                  </a:cubicBezTo>
                  <a:cubicBezTo>
                    <a:pt x="509" y="576"/>
                    <a:pt x="508" y="575"/>
                    <a:pt x="507" y="574"/>
                  </a:cubicBezTo>
                  <a:cubicBezTo>
                    <a:pt x="506" y="574"/>
                    <a:pt x="504" y="574"/>
                    <a:pt x="503" y="574"/>
                  </a:cubicBezTo>
                  <a:cubicBezTo>
                    <a:pt x="502" y="574"/>
                    <a:pt x="500" y="576"/>
                    <a:pt x="499" y="576"/>
                  </a:cubicBezTo>
                  <a:cubicBezTo>
                    <a:pt x="497" y="577"/>
                    <a:pt x="494" y="577"/>
                    <a:pt x="492" y="578"/>
                  </a:cubicBezTo>
                  <a:cubicBezTo>
                    <a:pt x="491" y="578"/>
                    <a:pt x="489" y="579"/>
                    <a:pt x="488" y="580"/>
                  </a:cubicBezTo>
                  <a:cubicBezTo>
                    <a:pt x="486" y="581"/>
                    <a:pt x="485" y="584"/>
                    <a:pt x="483" y="584"/>
                  </a:cubicBezTo>
                  <a:cubicBezTo>
                    <a:pt x="482" y="584"/>
                    <a:pt x="479" y="583"/>
                    <a:pt x="478" y="583"/>
                  </a:cubicBezTo>
                  <a:cubicBezTo>
                    <a:pt x="477" y="584"/>
                    <a:pt x="476" y="586"/>
                    <a:pt x="475" y="586"/>
                  </a:cubicBezTo>
                  <a:cubicBezTo>
                    <a:pt x="474" y="587"/>
                    <a:pt x="472" y="588"/>
                    <a:pt x="471" y="588"/>
                  </a:cubicBezTo>
                  <a:cubicBezTo>
                    <a:pt x="470" y="588"/>
                    <a:pt x="468" y="586"/>
                    <a:pt x="466" y="585"/>
                  </a:cubicBezTo>
                  <a:cubicBezTo>
                    <a:pt x="464" y="585"/>
                    <a:pt x="461" y="586"/>
                    <a:pt x="459" y="585"/>
                  </a:cubicBezTo>
                  <a:cubicBezTo>
                    <a:pt x="458" y="585"/>
                    <a:pt x="455" y="585"/>
                    <a:pt x="454" y="585"/>
                  </a:cubicBezTo>
                  <a:cubicBezTo>
                    <a:pt x="453" y="584"/>
                    <a:pt x="452" y="582"/>
                    <a:pt x="451" y="581"/>
                  </a:cubicBezTo>
                  <a:cubicBezTo>
                    <a:pt x="451" y="580"/>
                    <a:pt x="451" y="580"/>
                    <a:pt x="450" y="579"/>
                  </a:cubicBezTo>
                  <a:cubicBezTo>
                    <a:pt x="449" y="579"/>
                    <a:pt x="446" y="580"/>
                    <a:pt x="445" y="579"/>
                  </a:cubicBezTo>
                  <a:cubicBezTo>
                    <a:pt x="444" y="579"/>
                    <a:pt x="442" y="576"/>
                    <a:pt x="441" y="576"/>
                  </a:cubicBezTo>
                  <a:cubicBezTo>
                    <a:pt x="440" y="575"/>
                    <a:pt x="439" y="575"/>
                    <a:pt x="438" y="574"/>
                  </a:cubicBezTo>
                  <a:cubicBezTo>
                    <a:pt x="439" y="573"/>
                    <a:pt x="440" y="571"/>
                    <a:pt x="440" y="570"/>
                  </a:cubicBezTo>
                  <a:cubicBezTo>
                    <a:pt x="440" y="569"/>
                    <a:pt x="441" y="566"/>
                    <a:pt x="441" y="565"/>
                  </a:cubicBezTo>
                  <a:cubicBezTo>
                    <a:pt x="442" y="564"/>
                    <a:pt x="444" y="563"/>
                    <a:pt x="445" y="562"/>
                  </a:cubicBezTo>
                  <a:cubicBezTo>
                    <a:pt x="445" y="560"/>
                    <a:pt x="446" y="557"/>
                    <a:pt x="445" y="555"/>
                  </a:cubicBezTo>
                  <a:cubicBezTo>
                    <a:pt x="445" y="554"/>
                    <a:pt x="443" y="551"/>
                    <a:pt x="441" y="550"/>
                  </a:cubicBezTo>
                  <a:cubicBezTo>
                    <a:pt x="440" y="549"/>
                    <a:pt x="438" y="548"/>
                    <a:pt x="436" y="547"/>
                  </a:cubicBezTo>
                  <a:cubicBezTo>
                    <a:pt x="435" y="547"/>
                    <a:pt x="433" y="546"/>
                    <a:pt x="432" y="546"/>
                  </a:cubicBezTo>
                  <a:cubicBezTo>
                    <a:pt x="430" y="545"/>
                    <a:pt x="427" y="544"/>
                    <a:pt x="425" y="544"/>
                  </a:cubicBezTo>
                  <a:cubicBezTo>
                    <a:pt x="423" y="543"/>
                    <a:pt x="419" y="543"/>
                    <a:pt x="417" y="544"/>
                  </a:cubicBezTo>
                  <a:cubicBezTo>
                    <a:pt x="416" y="544"/>
                    <a:pt x="413" y="544"/>
                    <a:pt x="413" y="545"/>
                  </a:cubicBezTo>
                  <a:cubicBezTo>
                    <a:pt x="412" y="546"/>
                    <a:pt x="413" y="549"/>
                    <a:pt x="413" y="550"/>
                  </a:cubicBezTo>
                  <a:cubicBezTo>
                    <a:pt x="412" y="551"/>
                    <a:pt x="412" y="553"/>
                    <a:pt x="411" y="554"/>
                  </a:cubicBezTo>
                  <a:cubicBezTo>
                    <a:pt x="410" y="555"/>
                    <a:pt x="408" y="555"/>
                    <a:pt x="407" y="556"/>
                  </a:cubicBezTo>
                  <a:cubicBezTo>
                    <a:pt x="406" y="556"/>
                    <a:pt x="403" y="557"/>
                    <a:pt x="402" y="558"/>
                  </a:cubicBezTo>
                  <a:cubicBezTo>
                    <a:pt x="402" y="560"/>
                    <a:pt x="402" y="563"/>
                    <a:pt x="401" y="564"/>
                  </a:cubicBezTo>
                  <a:cubicBezTo>
                    <a:pt x="401" y="565"/>
                    <a:pt x="400" y="566"/>
                    <a:pt x="399" y="566"/>
                  </a:cubicBezTo>
                  <a:cubicBezTo>
                    <a:pt x="398" y="566"/>
                    <a:pt x="395" y="565"/>
                    <a:pt x="394" y="565"/>
                  </a:cubicBezTo>
                  <a:cubicBezTo>
                    <a:pt x="393" y="565"/>
                    <a:pt x="390" y="566"/>
                    <a:pt x="389" y="567"/>
                  </a:cubicBezTo>
                  <a:cubicBezTo>
                    <a:pt x="389" y="568"/>
                    <a:pt x="390" y="569"/>
                    <a:pt x="390" y="570"/>
                  </a:cubicBezTo>
                  <a:cubicBezTo>
                    <a:pt x="391" y="571"/>
                    <a:pt x="393" y="571"/>
                    <a:pt x="394" y="571"/>
                  </a:cubicBezTo>
                  <a:cubicBezTo>
                    <a:pt x="394" y="571"/>
                    <a:pt x="396" y="571"/>
                    <a:pt x="396" y="571"/>
                  </a:cubicBezTo>
                  <a:cubicBezTo>
                    <a:pt x="397" y="572"/>
                    <a:pt x="397" y="574"/>
                    <a:pt x="397" y="575"/>
                  </a:cubicBezTo>
                  <a:cubicBezTo>
                    <a:pt x="397" y="576"/>
                    <a:pt x="395" y="578"/>
                    <a:pt x="394" y="579"/>
                  </a:cubicBezTo>
                  <a:cubicBezTo>
                    <a:pt x="393" y="579"/>
                    <a:pt x="390" y="579"/>
                    <a:pt x="389" y="579"/>
                  </a:cubicBezTo>
                  <a:cubicBezTo>
                    <a:pt x="388" y="579"/>
                    <a:pt x="385" y="580"/>
                    <a:pt x="385" y="581"/>
                  </a:cubicBezTo>
                  <a:cubicBezTo>
                    <a:pt x="384" y="581"/>
                    <a:pt x="384" y="584"/>
                    <a:pt x="384" y="584"/>
                  </a:cubicBezTo>
                  <a:cubicBezTo>
                    <a:pt x="385" y="585"/>
                    <a:pt x="387" y="585"/>
                    <a:pt x="388" y="586"/>
                  </a:cubicBezTo>
                  <a:cubicBezTo>
                    <a:pt x="389" y="587"/>
                    <a:pt x="389" y="590"/>
                    <a:pt x="388" y="591"/>
                  </a:cubicBezTo>
                  <a:cubicBezTo>
                    <a:pt x="388" y="592"/>
                    <a:pt x="386" y="593"/>
                    <a:pt x="385" y="594"/>
                  </a:cubicBezTo>
                  <a:cubicBezTo>
                    <a:pt x="383" y="594"/>
                    <a:pt x="380" y="594"/>
                    <a:pt x="379" y="595"/>
                  </a:cubicBezTo>
                  <a:cubicBezTo>
                    <a:pt x="378" y="595"/>
                    <a:pt x="377" y="598"/>
                    <a:pt x="376" y="598"/>
                  </a:cubicBezTo>
                  <a:cubicBezTo>
                    <a:pt x="374" y="597"/>
                    <a:pt x="374" y="593"/>
                    <a:pt x="373" y="592"/>
                  </a:cubicBezTo>
                  <a:cubicBezTo>
                    <a:pt x="373" y="592"/>
                    <a:pt x="371" y="592"/>
                    <a:pt x="370" y="592"/>
                  </a:cubicBezTo>
                  <a:cubicBezTo>
                    <a:pt x="370" y="592"/>
                    <a:pt x="368" y="592"/>
                    <a:pt x="368" y="593"/>
                  </a:cubicBezTo>
                  <a:cubicBezTo>
                    <a:pt x="367" y="593"/>
                    <a:pt x="365" y="595"/>
                    <a:pt x="364" y="596"/>
                  </a:cubicBezTo>
                  <a:cubicBezTo>
                    <a:pt x="363" y="598"/>
                    <a:pt x="360" y="602"/>
                    <a:pt x="358" y="602"/>
                  </a:cubicBezTo>
                  <a:cubicBezTo>
                    <a:pt x="356" y="602"/>
                    <a:pt x="354" y="601"/>
                    <a:pt x="353" y="601"/>
                  </a:cubicBezTo>
                  <a:cubicBezTo>
                    <a:pt x="352" y="600"/>
                    <a:pt x="348" y="600"/>
                    <a:pt x="347" y="599"/>
                  </a:cubicBezTo>
                  <a:cubicBezTo>
                    <a:pt x="345" y="599"/>
                    <a:pt x="345" y="595"/>
                    <a:pt x="344" y="594"/>
                  </a:cubicBezTo>
                  <a:cubicBezTo>
                    <a:pt x="343" y="593"/>
                    <a:pt x="340" y="593"/>
                    <a:pt x="340" y="592"/>
                  </a:cubicBezTo>
                  <a:cubicBezTo>
                    <a:pt x="339" y="591"/>
                    <a:pt x="338" y="588"/>
                    <a:pt x="338" y="587"/>
                  </a:cubicBezTo>
                  <a:cubicBezTo>
                    <a:pt x="337" y="586"/>
                    <a:pt x="335" y="585"/>
                    <a:pt x="334" y="584"/>
                  </a:cubicBezTo>
                  <a:cubicBezTo>
                    <a:pt x="333" y="584"/>
                    <a:pt x="330" y="584"/>
                    <a:pt x="328" y="584"/>
                  </a:cubicBezTo>
                  <a:cubicBezTo>
                    <a:pt x="326" y="584"/>
                    <a:pt x="322" y="586"/>
                    <a:pt x="320" y="587"/>
                  </a:cubicBezTo>
                  <a:cubicBezTo>
                    <a:pt x="317" y="588"/>
                    <a:pt x="312" y="590"/>
                    <a:pt x="309" y="591"/>
                  </a:cubicBezTo>
                  <a:cubicBezTo>
                    <a:pt x="307" y="592"/>
                    <a:pt x="303" y="593"/>
                    <a:pt x="301" y="594"/>
                  </a:cubicBezTo>
                  <a:cubicBezTo>
                    <a:pt x="300" y="595"/>
                    <a:pt x="297" y="597"/>
                    <a:pt x="296" y="598"/>
                  </a:cubicBezTo>
                  <a:cubicBezTo>
                    <a:pt x="295" y="599"/>
                    <a:pt x="295" y="603"/>
                    <a:pt x="294" y="604"/>
                  </a:cubicBezTo>
                  <a:cubicBezTo>
                    <a:pt x="293" y="605"/>
                    <a:pt x="291" y="606"/>
                    <a:pt x="290" y="606"/>
                  </a:cubicBezTo>
                  <a:cubicBezTo>
                    <a:pt x="288" y="607"/>
                    <a:pt x="285" y="607"/>
                    <a:pt x="284" y="606"/>
                  </a:cubicBezTo>
                  <a:cubicBezTo>
                    <a:pt x="282" y="605"/>
                    <a:pt x="282" y="601"/>
                    <a:pt x="281" y="601"/>
                  </a:cubicBezTo>
                  <a:cubicBezTo>
                    <a:pt x="280" y="600"/>
                    <a:pt x="276" y="599"/>
                    <a:pt x="275" y="600"/>
                  </a:cubicBezTo>
                  <a:cubicBezTo>
                    <a:pt x="274" y="600"/>
                    <a:pt x="273" y="602"/>
                    <a:pt x="273" y="603"/>
                  </a:cubicBezTo>
                  <a:cubicBezTo>
                    <a:pt x="273" y="604"/>
                    <a:pt x="273" y="606"/>
                    <a:pt x="273" y="607"/>
                  </a:cubicBezTo>
                  <a:cubicBezTo>
                    <a:pt x="274" y="608"/>
                    <a:pt x="275" y="610"/>
                    <a:pt x="276" y="611"/>
                  </a:cubicBezTo>
                  <a:cubicBezTo>
                    <a:pt x="277" y="612"/>
                    <a:pt x="279" y="612"/>
                    <a:pt x="280" y="613"/>
                  </a:cubicBezTo>
                  <a:cubicBezTo>
                    <a:pt x="281" y="614"/>
                    <a:pt x="280" y="616"/>
                    <a:pt x="280" y="617"/>
                  </a:cubicBezTo>
                  <a:cubicBezTo>
                    <a:pt x="280" y="618"/>
                    <a:pt x="279" y="621"/>
                    <a:pt x="279" y="622"/>
                  </a:cubicBezTo>
                  <a:cubicBezTo>
                    <a:pt x="278" y="623"/>
                    <a:pt x="275" y="624"/>
                    <a:pt x="274" y="624"/>
                  </a:cubicBezTo>
                  <a:cubicBezTo>
                    <a:pt x="274" y="625"/>
                    <a:pt x="273" y="628"/>
                    <a:pt x="271" y="628"/>
                  </a:cubicBezTo>
                  <a:cubicBezTo>
                    <a:pt x="270" y="629"/>
                    <a:pt x="267" y="629"/>
                    <a:pt x="265" y="629"/>
                  </a:cubicBezTo>
                  <a:cubicBezTo>
                    <a:pt x="263" y="630"/>
                    <a:pt x="259" y="632"/>
                    <a:pt x="258" y="633"/>
                  </a:cubicBezTo>
                  <a:cubicBezTo>
                    <a:pt x="256" y="634"/>
                    <a:pt x="252" y="636"/>
                    <a:pt x="250" y="637"/>
                  </a:cubicBezTo>
                  <a:cubicBezTo>
                    <a:pt x="246" y="639"/>
                    <a:pt x="239" y="641"/>
                    <a:pt x="236" y="643"/>
                  </a:cubicBezTo>
                  <a:cubicBezTo>
                    <a:pt x="234" y="644"/>
                    <a:pt x="231" y="648"/>
                    <a:pt x="229" y="648"/>
                  </a:cubicBezTo>
                  <a:cubicBezTo>
                    <a:pt x="227" y="649"/>
                    <a:pt x="223" y="648"/>
                    <a:pt x="222" y="648"/>
                  </a:cubicBezTo>
                  <a:cubicBezTo>
                    <a:pt x="221" y="647"/>
                    <a:pt x="219" y="646"/>
                    <a:pt x="219" y="645"/>
                  </a:cubicBezTo>
                  <a:cubicBezTo>
                    <a:pt x="218" y="644"/>
                    <a:pt x="219" y="641"/>
                    <a:pt x="218" y="640"/>
                  </a:cubicBezTo>
                  <a:cubicBezTo>
                    <a:pt x="218" y="639"/>
                    <a:pt x="215" y="638"/>
                    <a:pt x="214" y="638"/>
                  </a:cubicBezTo>
                  <a:cubicBezTo>
                    <a:pt x="213" y="638"/>
                    <a:pt x="212" y="638"/>
                    <a:pt x="211" y="639"/>
                  </a:cubicBezTo>
                  <a:cubicBezTo>
                    <a:pt x="210" y="639"/>
                    <a:pt x="210" y="641"/>
                    <a:pt x="210" y="642"/>
                  </a:cubicBezTo>
                  <a:cubicBezTo>
                    <a:pt x="210" y="643"/>
                    <a:pt x="210" y="645"/>
                    <a:pt x="210" y="645"/>
                  </a:cubicBezTo>
                  <a:cubicBezTo>
                    <a:pt x="209" y="646"/>
                    <a:pt x="208" y="647"/>
                    <a:pt x="207" y="647"/>
                  </a:cubicBezTo>
                  <a:cubicBezTo>
                    <a:pt x="206" y="647"/>
                    <a:pt x="205" y="647"/>
                    <a:pt x="204" y="646"/>
                  </a:cubicBezTo>
                  <a:cubicBezTo>
                    <a:pt x="204" y="645"/>
                    <a:pt x="204" y="643"/>
                    <a:pt x="204" y="642"/>
                  </a:cubicBezTo>
                  <a:cubicBezTo>
                    <a:pt x="203" y="641"/>
                    <a:pt x="202" y="639"/>
                    <a:pt x="201" y="638"/>
                  </a:cubicBezTo>
                  <a:cubicBezTo>
                    <a:pt x="200" y="636"/>
                    <a:pt x="197" y="632"/>
                    <a:pt x="195" y="631"/>
                  </a:cubicBezTo>
                  <a:cubicBezTo>
                    <a:pt x="194" y="630"/>
                    <a:pt x="193" y="630"/>
                    <a:pt x="192" y="630"/>
                  </a:cubicBezTo>
                  <a:cubicBezTo>
                    <a:pt x="191" y="630"/>
                    <a:pt x="190" y="628"/>
                    <a:pt x="189" y="628"/>
                  </a:cubicBezTo>
                  <a:cubicBezTo>
                    <a:pt x="188" y="628"/>
                    <a:pt x="186" y="628"/>
                    <a:pt x="186" y="629"/>
                  </a:cubicBezTo>
                  <a:cubicBezTo>
                    <a:pt x="185" y="630"/>
                    <a:pt x="185" y="632"/>
                    <a:pt x="185" y="633"/>
                  </a:cubicBezTo>
                  <a:cubicBezTo>
                    <a:pt x="184" y="634"/>
                    <a:pt x="184" y="636"/>
                    <a:pt x="185" y="636"/>
                  </a:cubicBezTo>
                  <a:cubicBezTo>
                    <a:pt x="185" y="637"/>
                    <a:pt x="188" y="637"/>
                    <a:pt x="189" y="638"/>
                  </a:cubicBezTo>
                  <a:cubicBezTo>
                    <a:pt x="189" y="638"/>
                    <a:pt x="190" y="640"/>
                    <a:pt x="190" y="641"/>
                  </a:cubicBezTo>
                  <a:cubicBezTo>
                    <a:pt x="190" y="642"/>
                    <a:pt x="190" y="643"/>
                    <a:pt x="189" y="643"/>
                  </a:cubicBezTo>
                  <a:cubicBezTo>
                    <a:pt x="189" y="644"/>
                    <a:pt x="187" y="645"/>
                    <a:pt x="187" y="645"/>
                  </a:cubicBezTo>
                  <a:cubicBezTo>
                    <a:pt x="186" y="645"/>
                    <a:pt x="184" y="643"/>
                    <a:pt x="183" y="643"/>
                  </a:cubicBezTo>
                  <a:cubicBezTo>
                    <a:pt x="183" y="643"/>
                    <a:pt x="181" y="643"/>
                    <a:pt x="180" y="644"/>
                  </a:cubicBezTo>
                  <a:cubicBezTo>
                    <a:pt x="180" y="644"/>
                    <a:pt x="180" y="646"/>
                    <a:pt x="180" y="646"/>
                  </a:cubicBezTo>
                  <a:cubicBezTo>
                    <a:pt x="179" y="646"/>
                    <a:pt x="178" y="646"/>
                    <a:pt x="177" y="647"/>
                  </a:cubicBezTo>
                  <a:cubicBezTo>
                    <a:pt x="176" y="647"/>
                    <a:pt x="175" y="649"/>
                    <a:pt x="175" y="650"/>
                  </a:cubicBezTo>
                  <a:cubicBezTo>
                    <a:pt x="174" y="651"/>
                    <a:pt x="176" y="652"/>
                    <a:pt x="176" y="653"/>
                  </a:cubicBezTo>
                  <a:cubicBezTo>
                    <a:pt x="176" y="654"/>
                    <a:pt x="177" y="656"/>
                    <a:pt x="177" y="657"/>
                  </a:cubicBezTo>
                  <a:cubicBezTo>
                    <a:pt x="177" y="659"/>
                    <a:pt x="175" y="662"/>
                    <a:pt x="175" y="663"/>
                  </a:cubicBezTo>
                  <a:cubicBezTo>
                    <a:pt x="174" y="665"/>
                    <a:pt x="171" y="668"/>
                    <a:pt x="170" y="669"/>
                  </a:cubicBezTo>
                  <a:cubicBezTo>
                    <a:pt x="169" y="670"/>
                    <a:pt x="166" y="669"/>
                    <a:pt x="165" y="670"/>
                  </a:cubicBezTo>
                  <a:cubicBezTo>
                    <a:pt x="163" y="670"/>
                    <a:pt x="160" y="671"/>
                    <a:pt x="159" y="672"/>
                  </a:cubicBezTo>
                  <a:cubicBezTo>
                    <a:pt x="158" y="674"/>
                    <a:pt x="157" y="678"/>
                    <a:pt x="158" y="679"/>
                  </a:cubicBezTo>
                  <a:cubicBezTo>
                    <a:pt x="158" y="681"/>
                    <a:pt x="160" y="683"/>
                    <a:pt x="160" y="685"/>
                  </a:cubicBezTo>
                  <a:cubicBezTo>
                    <a:pt x="161" y="686"/>
                    <a:pt x="161" y="689"/>
                    <a:pt x="160" y="690"/>
                  </a:cubicBezTo>
                  <a:cubicBezTo>
                    <a:pt x="160" y="691"/>
                    <a:pt x="159" y="694"/>
                    <a:pt x="158" y="696"/>
                  </a:cubicBezTo>
                  <a:cubicBezTo>
                    <a:pt x="158" y="697"/>
                    <a:pt x="156" y="699"/>
                    <a:pt x="155" y="700"/>
                  </a:cubicBezTo>
                  <a:cubicBezTo>
                    <a:pt x="155" y="701"/>
                    <a:pt x="154" y="703"/>
                    <a:pt x="153" y="704"/>
                  </a:cubicBezTo>
                  <a:cubicBezTo>
                    <a:pt x="152" y="705"/>
                    <a:pt x="151" y="706"/>
                    <a:pt x="150" y="707"/>
                  </a:cubicBezTo>
                  <a:cubicBezTo>
                    <a:pt x="150" y="708"/>
                    <a:pt x="149" y="709"/>
                    <a:pt x="148" y="710"/>
                  </a:cubicBezTo>
                  <a:cubicBezTo>
                    <a:pt x="147" y="711"/>
                    <a:pt x="147" y="713"/>
                    <a:pt x="146" y="714"/>
                  </a:cubicBezTo>
                  <a:cubicBezTo>
                    <a:pt x="146" y="715"/>
                    <a:pt x="144" y="717"/>
                    <a:pt x="143" y="718"/>
                  </a:cubicBezTo>
                  <a:cubicBezTo>
                    <a:pt x="141" y="719"/>
                    <a:pt x="138" y="720"/>
                    <a:pt x="137" y="720"/>
                  </a:cubicBezTo>
                  <a:cubicBezTo>
                    <a:pt x="135" y="720"/>
                    <a:pt x="133" y="720"/>
                    <a:pt x="132" y="719"/>
                  </a:cubicBezTo>
                  <a:cubicBezTo>
                    <a:pt x="130" y="719"/>
                    <a:pt x="128" y="717"/>
                    <a:pt x="127" y="716"/>
                  </a:cubicBezTo>
                  <a:cubicBezTo>
                    <a:pt x="126" y="715"/>
                    <a:pt x="126" y="711"/>
                    <a:pt x="124" y="711"/>
                  </a:cubicBezTo>
                  <a:cubicBezTo>
                    <a:pt x="123" y="710"/>
                    <a:pt x="119" y="709"/>
                    <a:pt x="118" y="710"/>
                  </a:cubicBezTo>
                  <a:cubicBezTo>
                    <a:pt x="117" y="710"/>
                    <a:pt x="116" y="711"/>
                    <a:pt x="115" y="712"/>
                  </a:cubicBezTo>
                  <a:cubicBezTo>
                    <a:pt x="115" y="713"/>
                    <a:pt x="114" y="714"/>
                    <a:pt x="113" y="715"/>
                  </a:cubicBezTo>
                  <a:cubicBezTo>
                    <a:pt x="112" y="715"/>
                    <a:pt x="109" y="715"/>
                    <a:pt x="108" y="714"/>
                  </a:cubicBezTo>
                  <a:cubicBezTo>
                    <a:pt x="107" y="714"/>
                    <a:pt x="105" y="712"/>
                    <a:pt x="104" y="712"/>
                  </a:cubicBezTo>
                  <a:cubicBezTo>
                    <a:pt x="102" y="712"/>
                    <a:pt x="99" y="711"/>
                    <a:pt x="98" y="712"/>
                  </a:cubicBezTo>
                  <a:cubicBezTo>
                    <a:pt x="97" y="712"/>
                    <a:pt x="96" y="714"/>
                    <a:pt x="95" y="715"/>
                  </a:cubicBezTo>
                  <a:cubicBezTo>
                    <a:pt x="94" y="716"/>
                    <a:pt x="92" y="716"/>
                    <a:pt x="92" y="717"/>
                  </a:cubicBezTo>
                  <a:cubicBezTo>
                    <a:pt x="91" y="718"/>
                    <a:pt x="90" y="721"/>
                    <a:pt x="89" y="722"/>
                  </a:cubicBezTo>
                  <a:cubicBezTo>
                    <a:pt x="89" y="722"/>
                    <a:pt x="88" y="723"/>
                    <a:pt x="87" y="723"/>
                  </a:cubicBezTo>
                  <a:cubicBezTo>
                    <a:pt x="86" y="722"/>
                    <a:pt x="85" y="720"/>
                    <a:pt x="84" y="719"/>
                  </a:cubicBezTo>
                  <a:cubicBezTo>
                    <a:pt x="81" y="716"/>
                    <a:pt x="71" y="714"/>
                    <a:pt x="68" y="711"/>
                  </a:cubicBezTo>
                  <a:cubicBezTo>
                    <a:pt x="66" y="710"/>
                    <a:pt x="65" y="705"/>
                    <a:pt x="64" y="703"/>
                  </a:cubicBezTo>
                  <a:cubicBezTo>
                    <a:pt x="63" y="700"/>
                    <a:pt x="62" y="695"/>
                    <a:pt x="60" y="692"/>
                  </a:cubicBezTo>
                  <a:cubicBezTo>
                    <a:pt x="59" y="690"/>
                    <a:pt x="56" y="687"/>
                    <a:pt x="55" y="685"/>
                  </a:cubicBezTo>
                  <a:cubicBezTo>
                    <a:pt x="52" y="683"/>
                    <a:pt x="47" y="678"/>
                    <a:pt x="45" y="675"/>
                  </a:cubicBezTo>
                  <a:cubicBezTo>
                    <a:pt x="44" y="674"/>
                    <a:pt x="42" y="670"/>
                    <a:pt x="40" y="668"/>
                  </a:cubicBezTo>
                  <a:cubicBezTo>
                    <a:pt x="38" y="666"/>
                    <a:pt x="33" y="664"/>
                    <a:pt x="31" y="663"/>
                  </a:cubicBezTo>
                  <a:cubicBezTo>
                    <a:pt x="30" y="661"/>
                    <a:pt x="27" y="659"/>
                    <a:pt x="26" y="657"/>
                  </a:cubicBezTo>
                  <a:cubicBezTo>
                    <a:pt x="24" y="655"/>
                    <a:pt x="21" y="651"/>
                    <a:pt x="20" y="649"/>
                  </a:cubicBezTo>
                  <a:cubicBezTo>
                    <a:pt x="18" y="647"/>
                    <a:pt x="15" y="644"/>
                    <a:pt x="13" y="643"/>
                  </a:cubicBezTo>
                  <a:cubicBezTo>
                    <a:pt x="11" y="643"/>
                    <a:pt x="6" y="644"/>
                    <a:pt x="4" y="643"/>
                  </a:cubicBezTo>
                  <a:cubicBezTo>
                    <a:pt x="2" y="641"/>
                    <a:pt x="0" y="635"/>
                    <a:pt x="0" y="632"/>
                  </a:cubicBezTo>
                  <a:cubicBezTo>
                    <a:pt x="0" y="630"/>
                    <a:pt x="3" y="625"/>
                    <a:pt x="4" y="623"/>
                  </a:cubicBezTo>
                  <a:cubicBezTo>
                    <a:pt x="6" y="621"/>
                    <a:pt x="10" y="617"/>
                    <a:pt x="11" y="614"/>
                  </a:cubicBezTo>
                  <a:cubicBezTo>
                    <a:pt x="12" y="611"/>
                    <a:pt x="9" y="605"/>
                    <a:pt x="8" y="602"/>
                  </a:cubicBezTo>
                  <a:cubicBezTo>
                    <a:pt x="8" y="599"/>
                    <a:pt x="9" y="592"/>
                    <a:pt x="11" y="590"/>
                  </a:cubicBezTo>
                  <a:cubicBezTo>
                    <a:pt x="12" y="587"/>
                    <a:pt x="16" y="584"/>
                    <a:pt x="18" y="582"/>
                  </a:cubicBezTo>
                  <a:cubicBezTo>
                    <a:pt x="20" y="581"/>
                    <a:pt x="25" y="579"/>
                    <a:pt x="27" y="577"/>
                  </a:cubicBezTo>
                  <a:cubicBezTo>
                    <a:pt x="30" y="576"/>
                    <a:pt x="35" y="573"/>
                    <a:pt x="37" y="571"/>
                  </a:cubicBezTo>
                  <a:cubicBezTo>
                    <a:pt x="41" y="568"/>
                    <a:pt x="48" y="562"/>
                    <a:pt x="51" y="559"/>
                  </a:cubicBezTo>
                  <a:cubicBezTo>
                    <a:pt x="53" y="557"/>
                    <a:pt x="57" y="553"/>
                    <a:pt x="58" y="550"/>
                  </a:cubicBezTo>
                  <a:cubicBezTo>
                    <a:pt x="61" y="544"/>
                    <a:pt x="63" y="530"/>
                    <a:pt x="64" y="524"/>
                  </a:cubicBezTo>
                  <a:cubicBezTo>
                    <a:pt x="65" y="519"/>
                    <a:pt x="65" y="510"/>
                    <a:pt x="65" y="505"/>
                  </a:cubicBezTo>
                  <a:cubicBezTo>
                    <a:pt x="65" y="501"/>
                    <a:pt x="65" y="493"/>
                    <a:pt x="67" y="489"/>
                  </a:cubicBezTo>
                  <a:cubicBezTo>
                    <a:pt x="68" y="487"/>
                    <a:pt x="72" y="483"/>
                    <a:pt x="73" y="481"/>
                  </a:cubicBezTo>
                  <a:cubicBezTo>
                    <a:pt x="75" y="479"/>
                    <a:pt x="77" y="476"/>
                    <a:pt x="78" y="475"/>
                  </a:cubicBezTo>
                  <a:cubicBezTo>
                    <a:pt x="79" y="472"/>
                    <a:pt x="81" y="467"/>
                    <a:pt x="81" y="465"/>
                  </a:cubicBezTo>
                  <a:cubicBezTo>
                    <a:pt x="81" y="461"/>
                    <a:pt x="82" y="454"/>
                    <a:pt x="81" y="450"/>
                  </a:cubicBezTo>
                  <a:cubicBezTo>
                    <a:pt x="80" y="448"/>
                    <a:pt x="78" y="443"/>
                    <a:pt x="77" y="440"/>
                  </a:cubicBezTo>
                  <a:cubicBezTo>
                    <a:pt x="77" y="438"/>
                    <a:pt x="77" y="433"/>
                    <a:pt x="76" y="431"/>
                  </a:cubicBezTo>
                  <a:cubicBezTo>
                    <a:pt x="76" y="426"/>
                    <a:pt x="74" y="417"/>
                    <a:pt x="74" y="412"/>
                  </a:cubicBezTo>
                  <a:cubicBezTo>
                    <a:pt x="73" y="408"/>
                    <a:pt x="74" y="399"/>
                    <a:pt x="73" y="395"/>
                  </a:cubicBezTo>
                  <a:cubicBezTo>
                    <a:pt x="73" y="391"/>
                    <a:pt x="71" y="383"/>
                    <a:pt x="69" y="379"/>
                  </a:cubicBezTo>
                  <a:cubicBezTo>
                    <a:pt x="68" y="376"/>
                    <a:pt x="61" y="371"/>
                    <a:pt x="59" y="368"/>
                  </a:cubicBezTo>
                  <a:cubicBezTo>
                    <a:pt x="59" y="365"/>
                    <a:pt x="61" y="359"/>
                    <a:pt x="61" y="356"/>
                  </a:cubicBezTo>
                  <a:cubicBezTo>
                    <a:pt x="61" y="353"/>
                    <a:pt x="62" y="346"/>
                    <a:pt x="62" y="343"/>
                  </a:cubicBezTo>
                  <a:cubicBezTo>
                    <a:pt x="62" y="338"/>
                    <a:pt x="60" y="329"/>
                    <a:pt x="59" y="324"/>
                  </a:cubicBezTo>
                  <a:cubicBezTo>
                    <a:pt x="58" y="321"/>
                    <a:pt x="56" y="314"/>
                    <a:pt x="56" y="313"/>
                  </a:cubicBezTo>
                  <a:cubicBezTo>
                    <a:pt x="56" y="312"/>
                    <a:pt x="57" y="308"/>
                    <a:pt x="58" y="307"/>
                  </a:cubicBezTo>
                  <a:cubicBezTo>
                    <a:pt x="59" y="306"/>
                    <a:pt x="62" y="305"/>
                    <a:pt x="63" y="304"/>
                  </a:cubicBezTo>
                  <a:cubicBezTo>
                    <a:pt x="64" y="303"/>
                    <a:pt x="65" y="299"/>
                    <a:pt x="65" y="297"/>
                  </a:cubicBezTo>
                  <a:cubicBezTo>
                    <a:pt x="66" y="296"/>
                    <a:pt x="66" y="292"/>
                    <a:pt x="67" y="291"/>
                  </a:cubicBezTo>
                  <a:cubicBezTo>
                    <a:pt x="68" y="290"/>
                    <a:pt x="70" y="290"/>
                    <a:pt x="71" y="291"/>
                  </a:cubicBezTo>
                  <a:cubicBezTo>
                    <a:pt x="72" y="292"/>
                    <a:pt x="73" y="297"/>
                    <a:pt x="74" y="299"/>
                  </a:cubicBezTo>
                  <a:cubicBezTo>
                    <a:pt x="76" y="302"/>
                    <a:pt x="80" y="310"/>
                    <a:pt x="83" y="312"/>
                  </a:cubicBezTo>
                  <a:cubicBezTo>
                    <a:pt x="85" y="314"/>
                    <a:pt x="89" y="315"/>
                    <a:pt x="91" y="316"/>
                  </a:cubicBezTo>
                  <a:cubicBezTo>
                    <a:pt x="93" y="317"/>
                    <a:pt x="98" y="319"/>
                    <a:pt x="101" y="320"/>
                  </a:cubicBezTo>
                  <a:cubicBezTo>
                    <a:pt x="103" y="320"/>
                    <a:pt x="106" y="320"/>
                    <a:pt x="107" y="321"/>
                  </a:cubicBezTo>
                  <a:cubicBezTo>
                    <a:pt x="109" y="321"/>
                    <a:pt x="111" y="323"/>
                    <a:pt x="112" y="324"/>
                  </a:cubicBezTo>
                  <a:cubicBezTo>
                    <a:pt x="115" y="326"/>
                    <a:pt x="117" y="333"/>
                    <a:pt x="118" y="336"/>
                  </a:cubicBezTo>
                  <a:cubicBezTo>
                    <a:pt x="119" y="338"/>
                    <a:pt x="120" y="344"/>
                    <a:pt x="122" y="347"/>
                  </a:cubicBezTo>
                  <a:cubicBezTo>
                    <a:pt x="123" y="348"/>
                    <a:pt x="128" y="351"/>
                    <a:pt x="130" y="350"/>
                  </a:cubicBezTo>
                  <a:cubicBezTo>
                    <a:pt x="132" y="349"/>
                    <a:pt x="129" y="343"/>
                    <a:pt x="131" y="341"/>
                  </a:cubicBezTo>
                  <a:cubicBezTo>
                    <a:pt x="131" y="341"/>
                    <a:pt x="132" y="340"/>
                    <a:pt x="132" y="340"/>
                  </a:cubicBezTo>
                  <a:cubicBezTo>
                    <a:pt x="133" y="338"/>
                    <a:pt x="135" y="335"/>
                    <a:pt x="135" y="334"/>
                  </a:cubicBezTo>
                  <a:cubicBezTo>
                    <a:pt x="135" y="332"/>
                    <a:pt x="135" y="329"/>
                    <a:pt x="134" y="328"/>
                  </a:cubicBezTo>
                  <a:cubicBezTo>
                    <a:pt x="133" y="327"/>
                    <a:pt x="128" y="329"/>
                    <a:pt x="126" y="329"/>
                  </a:cubicBezTo>
                  <a:cubicBezTo>
                    <a:pt x="125" y="328"/>
                    <a:pt x="123" y="325"/>
                    <a:pt x="122" y="324"/>
                  </a:cubicBezTo>
                  <a:cubicBezTo>
                    <a:pt x="121" y="322"/>
                    <a:pt x="122" y="318"/>
                    <a:pt x="122" y="316"/>
                  </a:cubicBezTo>
                  <a:cubicBezTo>
                    <a:pt x="122" y="313"/>
                    <a:pt x="120" y="307"/>
                    <a:pt x="121" y="305"/>
                  </a:cubicBezTo>
                  <a:cubicBezTo>
                    <a:pt x="121" y="302"/>
                    <a:pt x="124" y="298"/>
                    <a:pt x="125" y="296"/>
                  </a:cubicBezTo>
                  <a:cubicBezTo>
                    <a:pt x="125" y="294"/>
                    <a:pt x="125" y="290"/>
                    <a:pt x="126" y="289"/>
                  </a:cubicBezTo>
                  <a:cubicBezTo>
                    <a:pt x="128" y="288"/>
                    <a:pt x="133" y="289"/>
                    <a:pt x="135" y="288"/>
                  </a:cubicBezTo>
                  <a:cubicBezTo>
                    <a:pt x="136" y="287"/>
                    <a:pt x="138" y="285"/>
                    <a:pt x="139" y="283"/>
                  </a:cubicBezTo>
                  <a:cubicBezTo>
                    <a:pt x="139" y="281"/>
                    <a:pt x="139" y="276"/>
                    <a:pt x="139" y="274"/>
                  </a:cubicBezTo>
                  <a:cubicBezTo>
                    <a:pt x="139" y="272"/>
                    <a:pt x="140" y="267"/>
                    <a:pt x="138" y="265"/>
                  </a:cubicBezTo>
                  <a:cubicBezTo>
                    <a:pt x="137" y="265"/>
                    <a:pt x="135" y="265"/>
                    <a:pt x="135" y="265"/>
                  </a:cubicBezTo>
                  <a:cubicBezTo>
                    <a:pt x="134" y="265"/>
                    <a:pt x="134" y="268"/>
                    <a:pt x="133" y="268"/>
                  </a:cubicBezTo>
                  <a:cubicBezTo>
                    <a:pt x="132" y="268"/>
                    <a:pt x="131" y="267"/>
                    <a:pt x="131" y="266"/>
                  </a:cubicBezTo>
                  <a:cubicBezTo>
                    <a:pt x="130" y="264"/>
                    <a:pt x="131" y="260"/>
                    <a:pt x="131" y="258"/>
                  </a:cubicBezTo>
                  <a:cubicBezTo>
                    <a:pt x="131" y="257"/>
                    <a:pt x="132" y="254"/>
                    <a:pt x="132" y="253"/>
                  </a:cubicBezTo>
                  <a:cubicBezTo>
                    <a:pt x="131" y="252"/>
                    <a:pt x="130" y="250"/>
                    <a:pt x="129" y="249"/>
                  </a:cubicBezTo>
                  <a:cubicBezTo>
                    <a:pt x="126" y="247"/>
                    <a:pt x="117" y="249"/>
                    <a:pt x="113" y="249"/>
                  </a:cubicBezTo>
                  <a:cubicBezTo>
                    <a:pt x="109" y="249"/>
                    <a:pt x="102" y="248"/>
                    <a:pt x="100" y="248"/>
                  </a:cubicBezTo>
                  <a:cubicBezTo>
                    <a:pt x="98" y="248"/>
                    <a:pt x="97" y="247"/>
                    <a:pt x="96" y="248"/>
                  </a:cubicBezTo>
                  <a:cubicBezTo>
                    <a:pt x="94" y="249"/>
                    <a:pt x="93" y="253"/>
                    <a:pt x="91" y="254"/>
                  </a:cubicBezTo>
                  <a:cubicBezTo>
                    <a:pt x="89" y="255"/>
                    <a:pt x="86" y="253"/>
                    <a:pt x="85" y="253"/>
                  </a:cubicBezTo>
                  <a:cubicBezTo>
                    <a:pt x="83" y="254"/>
                    <a:pt x="81" y="260"/>
                    <a:pt x="78" y="261"/>
                  </a:cubicBezTo>
                  <a:cubicBezTo>
                    <a:pt x="77" y="261"/>
                    <a:pt x="73" y="260"/>
                    <a:pt x="72" y="260"/>
                  </a:cubicBezTo>
                  <a:cubicBezTo>
                    <a:pt x="69" y="259"/>
                    <a:pt x="64" y="258"/>
                    <a:pt x="63" y="257"/>
                  </a:cubicBezTo>
                  <a:cubicBezTo>
                    <a:pt x="61" y="255"/>
                    <a:pt x="61" y="251"/>
                    <a:pt x="60" y="249"/>
                  </a:cubicBezTo>
                  <a:cubicBezTo>
                    <a:pt x="59" y="247"/>
                    <a:pt x="57" y="244"/>
                    <a:pt x="56" y="243"/>
                  </a:cubicBezTo>
                  <a:cubicBezTo>
                    <a:pt x="55" y="242"/>
                    <a:pt x="50" y="241"/>
                    <a:pt x="50" y="241"/>
                  </a:cubicBezTo>
                  <a:cubicBezTo>
                    <a:pt x="50" y="241"/>
                    <a:pt x="50" y="230"/>
                    <a:pt x="50" y="227"/>
                  </a:cubicBezTo>
                  <a:cubicBezTo>
                    <a:pt x="51" y="224"/>
                    <a:pt x="52" y="214"/>
                    <a:pt x="52" y="214"/>
                  </a:cubicBezTo>
                  <a:cubicBezTo>
                    <a:pt x="52" y="214"/>
                    <a:pt x="59" y="217"/>
                    <a:pt x="61" y="218"/>
                  </a:cubicBezTo>
                  <a:cubicBezTo>
                    <a:pt x="64" y="219"/>
                    <a:pt x="69" y="221"/>
                    <a:pt x="72" y="223"/>
                  </a:cubicBezTo>
                  <a:cubicBezTo>
                    <a:pt x="74" y="224"/>
                    <a:pt x="77" y="226"/>
                    <a:pt x="78" y="227"/>
                  </a:cubicBezTo>
                  <a:cubicBezTo>
                    <a:pt x="80" y="227"/>
                    <a:pt x="85" y="227"/>
                    <a:pt x="87" y="226"/>
                  </a:cubicBezTo>
                  <a:cubicBezTo>
                    <a:pt x="88" y="226"/>
                    <a:pt x="90" y="226"/>
                    <a:pt x="91" y="2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20"/>
            <p:cNvSpPr>
              <a:spLocks/>
            </p:cNvSpPr>
            <p:nvPr/>
          </p:nvSpPr>
          <p:spPr bwMode="auto">
            <a:xfrm>
              <a:off x="4529138" y="1446213"/>
              <a:ext cx="1195388" cy="736600"/>
            </a:xfrm>
            <a:custGeom>
              <a:avLst/>
              <a:gdLst/>
              <a:ahLst/>
              <a:cxnLst>
                <a:cxn ang="0">
                  <a:pos x="531" y="385"/>
                </a:cxn>
                <a:cxn ang="0">
                  <a:pos x="505" y="400"/>
                </a:cxn>
                <a:cxn ang="0">
                  <a:pos x="477" y="400"/>
                </a:cxn>
                <a:cxn ang="0">
                  <a:pos x="451" y="413"/>
                </a:cxn>
                <a:cxn ang="0">
                  <a:pos x="422" y="415"/>
                </a:cxn>
                <a:cxn ang="0">
                  <a:pos x="397" y="435"/>
                </a:cxn>
                <a:cxn ang="0">
                  <a:pos x="364" y="444"/>
                </a:cxn>
                <a:cxn ang="0">
                  <a:pos x="335" y="469"/>
                </a:cxn>
                <a:cxn ang="0">
                  <a:pos x="306" y="471"/>
                </a:cxn>
                <a:cxn ang="0">
                  <a:pos x="291" y="506"/>
                </a:cxn>
                <a:cxn ang="0">
                  <a:pos x="237" y="506"/>
                </a:cxn>
                <a:cxn ang="0">
                  <a:pos x="207" y="506"/>
                </a:cxn>
                <a:cxn ang="0">
                  <a:pos x="178" y="498"/>
                </a:cxn>
                <a:cxn ang="0">
                  <a:pos x="168" y="490"/>
                </a:cxn>
                <a:cxn ang="0">
                  <a:pos x="149" y="510"/>
                </a:cxn>
                <a:cxn ang="0">
                  <a:pos x="136" y="478"/>
                </a:cxn>
                <a:cxn ang="0">
                  <a:pos x="136" y="457"/>
                </a:cxn>
                <a:cxn ang="0">
                  <a:pos x="111" y="429"/>
                </a:cxn>
                <a:cxn ang="0">
                  <a:pos x="84" y="425"/>
                </a:cxn>
                <a:cxn ang="0">
                  <a:pos x="65" y="415"/>
                </a:cxn>
                <a:cxn ang="0">
                  <a:pos x="46" y="399"/>
                </a:cxn>
                <a:cxn ang="0">
                  <a:pos x="31" y="401"/>
                </a:cxn>
                <a:cxn ang="0">
                  <a:pos x="23" y="367"/>
                </a:cxn>
                <a:cxn ang="0">
                  <a:pos x="18" y="343"/>
                </a:cxn>
                <a:cxn ang="0">
                  <a:pos x="1" y="325"/>
                </a:cxn>
                <a:cxn ang="0">
                  <a:pos x="20" y="310"/>
                </a:cxn>
                <a:cxn ang="0">
                  <a:pos x="37" y="273"/>
                </a:cxn>
                <a:cxn ang="0">
                  <a:pos x="43" y="241"/>
                </a:cxn>
                <a:cxn ang="0">
                  <a:pos x="71" y="252"/>
                </a:cxn>
                <a:cxn ang="0">
                  <a:pos x="84" y="234"/>
                </a:cxn>
                <a:cxn ang="0">
                  <a:pos x="92" y="205"/>
                </a:cxn>
                <a:cxn ang="0">
                  <a:pos x="76" y="191"/>
                </a:cxn>
                <a:cxn ang="0">
                  <a:pos x="59" y="178"/>
                </a:cxn>
                <a:cxn ang="0">
                  <a:pos x="39" y="167"/>
                </a:cxn>
                <a:cxn ang="0">
                  <a:pos x="27" y="152"/>
                </a:cxn>
                <a:cxn ang="0">
                  <a:pos x="25" y="131"/>
                </a:cxn>
                <a:cxn ang="0">
                  <a:pos x="39" y="105"/>
                </a:cxn>
                <a:cxn ang="0">
                  <a:pos x="30" y="82"/>
                </a:cxn>
                <a:cxn ang="0">
                  <a:pos x="53" y="77"/>
                </a:cxn>
                <a:cxn ang="0">
                  <a:pos x="64" y="65"/>
                </a:cxn>
                <a:cxn ang="0">
                  <a:pos x="110" y="40"/>
                </a:cxn>
                <a:cxn ang="0">
                  <a:pos x="152" y="2"/>
                </a:cxn>
                <a:cxn ang="0">
                  <a:pos x="555" y="37"/>
                </a:cxn>
                <a:cxn ang="0">
                  <a:pos x="830" y="9"/>
                </a:cxn>
                <a:cxn ang="0">
                  <a:pos x="824" y="40"/>
                </a:cxn>
                <a:cxn ang="0">
                  <a:pos x="795" y="50"/>
                </a:cxn>
                <a:cxn ang="0">
                  <a:pos x="765" y="71"/>
                </a:cxn>
                <a:cxn ang="0">
                  <a:pos x="781" y="94"/>
                </a:cxn>
                <a:cxn ang="0">
                  <a:pos x="791" y="125"/>
                </a:cxn>
                <a:cxn ang="0">
                  <a:pos x="808" y="144"/>
                </a:cxn>
                <a:cxn ang="0">
                  <a:pos x="832" y="194"/>
                </a:cxn>
                <a:cxn ang="0">
                  <a:pos x="818" y="236"/>
                </a:cxn>
                <a:cxn ang="0">
                  <a:pos x="792" y="257"/>
                </a:cxn>
                <a:cxn ang="0">
                  <a:pos x="767" y="271"/>
                </a:cxn>
                <a:cxn ang="0">
                  <a:pos x="758" y="286"/>
                </a:cxn>
                <a:cxn ang="0">
                  <a:pos x="723" y="311"/>
                </a:cxn>
                <a:cxn ang="0">
                  <a:pos x="668" y="361"/>
                </a:cxn>
                <a:cxn ang="0">
                  <a:pos x="637" y="375"/>
                </a:cxn>
                <a:cxn ang="0">
                  <a:pos x="591" y="373"/>
                </a:cxn>
              </a:cxnLst>
              <a:rect l="0" t="0" r="r" b="b"/>
              <a:pathLst>
                <a:path w="832" h="513">
                  <a:moveTo>
                    <a:pt x="568" y="380"/>
                  </a:moveTo>
                  <a:cubicBezTo>
                    <a:pt x="565" y="380"/>
                    <a:pt x="562" y="380"/>
                    <a:pt x="560" y="380"/>
                  </a:cubicBezTo>
                  <a:cubicBezTo>
                    <a:pt x="558" y="380"/>
                    <a:pt x="555" y="383"/>
                    <a:pt x="553" y="383"/>
                  </a:cubicBezTo>
                  <a:cubicBezTo>
                    <a:pt x="551" y="384"/>
                    <a:pt x="546" y="387"/>
                    <a:pt x="544" y="387"/>
                  </a:cubicBezTo>
                  <a:cubicBezTo>
                    <a:pt x="542" y="388"/>
                    <a:pt x="539" y="388"/>
                    <a:pt x="538" y="388"/>
                  </a:cubicBezTo>
                  <a:cubicBezTo>
                    <a:pt x="536" y="388"/>
                    <a:pt x="533" y="385"/>
                    <a:pt x="531" y="385"/>
                  </a:cubicBezTo>
                  <a:cubicBezTo>
                    <a:pt x="530" y="385"/>
                    <a:pt x="527" y="385"/>
                    <a:pt x="526" y="386"/>
                  </a:cubicBezTo>
                  <a:cubicBezTo>
                    <a:pt x="526" y="387"/>
                    <a:pt x="527" y="389"/>
                    <a:pt x="526" y="390"/>
                  </a:cubicBezTo>
                  <a:cubicBezTo>
                    <a:pt x="526" y="391"/>
                    <a:pt x="524" y="392"/>
                    <a:pt x="523" y="392"/>
                  </a:cubicBezTo>
                  <a:cubicBezTo>
                    <a:pt x="522" y="393"/>
                    <a:pt x="519" y="394"/>
                    <a:pt x="517" y="395"/>
                  </a:cubicBezTo>
                  <a:cubicBezTo>
                    <a:pt x="515" y="395"/>
                    <a:pt x="510" y="394"/>
                    <a:pt x="508" y="395"/>
                  </a:cubicBezTo>
                  <a:cubicBezTo>
                    <a:pt x="507" y="395"/>
                    <a:pt x="507" y="399"/>
                    <a:pt x="505" y="400"/>
                  </a:cubicBezTo>
                  <a:cubicBezTo>
                    <a:pt x="503" y="401"/>
                    <a:pt x="500" y="398"/>
                    <a:pt x="498" y="398"/>
                  </a:cubicBezTo>
                  <a:cubicBezTo>
                    <a:pt x="497" y="398"/>
                    <a:pt x="494" y="400"/>
                    <a:pt x="493" y="400"/>
                  </a:cubicBezTo>
                  <a:cubicBezTo>
                    <a:pt x="492" y="399"/>
                    <a:pt x="492" y="395"/>
                    <a:pt x="491" y="395"/>
                  </a:cubicBezTo>
                  <a:cubicBezTo>
                    <a:pt x="490" y="394"/>
                    <a:pt x="487" y="395"/>
                    <a:pt x="486" y="396"/>
                  </a:cubicBezTo>
                  <a:cubicBezTo>
                    <a:pt x="484" y="396"/>
                    <a:pt x="483" y="398"/>
                    <a:pt x="481" y="398"/>
                  </a:cubicBezTo>
                  <a:cubicBezTo>
                    <a:pt x="480" y="399"/>
                    <a:pt x="478" y="400"/>
                    <a:pt x="477" y="400"/>
                  </a:cubicBezTo>
                  <a:cubicBezTo>
                    <a:pt x="476" y="401"/>
                    <a:pt x="474" y="404"/>
                    <a:pt x="472" y="405"/>
                  </a:cubicBezTo>
                  <a:cubicBezTo>
                    <a:pt x="471" y="406"/>
                    <a:pt x="469" y="408"/>
                    <a:pt x="468" y="408"/>
                  </a:cubicBezTo>
                  <a:cubicBezTo>
                    <a:pt x="467" y="408"/>
                    <a:pt x="466" y="406"/>
                    <a:pt x="465" y="405"/>
                  </a:cubicBezTo>
                  <a:cubicBezTo>
                    <a:pt x="464" y="405"/>
                    <a:pt x="461" y="405"/>
                    <a:pt x="460" y="405"/>
                  </a:cubicBezTo>
                  <a:cubicBezTo>
                    <a:pt x="459" y="406"/>
                    <a:pt x="457" y="406"/>
                    <a:pt x="456" y="407"/>
                  </a:cubicBezTo>
                  <a:cubicBezTo>
                    <a:pt x="455" y="408"/>
                    <a:pt x="453" y="412"/>
                    <a:pt x="451" y="413"/>
                  </a:cubicBezTo>
                  <a:cubicBezTo>
                    <a:pt x="450" y="415"/>
                    <a:pt x="447" y="417"/>
                    <a:pt x="446" y="418"/>
                  </a:cubicBezTo>
                  <a:cubicBezTo>
                    <a:pt x="445" y="419"/>
                    <a:pt x="443" y="422"/>
                    <a:pt x="441" y="422"/>
                  </a:cubicBezTo>
                  <a:cubicBezTo>
                    <a:pt x="440" y="422"/>
                    <a:pt x="438" y="421"/>
                    <a:pt x="437" y="420"/>
                  </a:cubicBezTo>
                  <a:cubicBezTo>
                    <a:pt x="436" y="419"/>
                    <a:pt x="435" y="416"/>
                    <a:pt x="434" y="415"/>
                  </a:cubicBezTo>
                  <a:cubicBezTo>
                    <a:pt x="432" y="414"/>
                    <a:pt x="429" y="413"/>
                    <a:pt x="428" y="413"/>
                  </a:cubicBezTo>
                  <a:cubicBezTo>
                    <a:pt x="426" y="413"/>
                    <a:pt x="423" y="414"/>
                    <a:pt x="422" y="415"/>
                  </a:cubicBezTo>
                  <a:cubicBezTo>
                    <a:pt x="421" y="416"/>
                    <a:pt x="420" y="420"/>
                    <a:pt x="419" y="421"/>
                  </a:cubicBezTo>
                  <a:cubicBezTo>
                    <a:pt x="417" y="422"/>
                    <a:pt x="412" y="421"/>
                    <a:pt x="409" y="422"/>
                  </a:cubicBezTo>
                  <a:cubicBezTo>
                    <a:pt x="408" y="422"/>
                    <a:pt x="405" y="422"/>
                    <a:pt x="404" y="424"/>
                  </a:cubicBezTo>
                  <a:cubicBezTo>
                    <a:pt x="404" y="424"/>
                    <a:pt x="403" y="427"/>
                    <a:pt x="403" y="428"/>
                  </a:cubicBezTo>
                  <a:cubicBezTo>
                    <a:pt x="403" y="429"/>
                    <a:pt x="405" y="432"/>
                    <a:pt x="404" y="433"/>
                  </a:cubicBezTo>
                  <a:cubicBezTo>
                    <a:pt x="403" y="434"/>
                    <a:pt x="399" y="435"/>
                    <a:pt x="397" y="435"/>
                  </a:cubicBezTo>
                  <a:cubicBezTo>
                    <a:pt x="396" y="436"/>
                    <a:pt x="393" y="435"/>
                    <a:pt x="392" y="435"/>
                  </a:cubicBezTo>
                  <a:cubicBezTo>
                    <a:pt x="391" y="436"/>
                    <a:pt x="390" y="440"/>
                    <a:pt x="389" y="440"/>
                  </a:cubicBezTo>
                  <a:cubicBezTo>
                    <a:pt x="388" y="441"/>
                    <a:pt x="385" y="439"/>
                    <a:pt x="383" y="439"/>
                  </a:cubicBezTo>
                  <a:cubicBezTo>
                    <a:pt x="381" y="439"/>
                    <a:pt x="378" y="437"/>
                    <a:pt x="377" y="437"/>
                  </a:cubicBezTo>
                  <a:cubicBezTo>
                    <a:pt x="374" y="437"/>
                    <a:pt x="370" y="438"/>
                    <a:pt x="368" y="439"/>
                  </a:cubicBezTo>
                  <a:cubicBezTo>
                    <a:pt x="366" y="440"/>
                    <a:pt x="365" y="443"/>
                    <a:pt x="364" y="444"/>
                  </a:cubicBezTo>
                  <a:cubicBezTo>
                    <a:pt x="363" y="445"/>
                    <a:pt x="360" y="446"/>
                    <a:pt x="359" y="447"/>
                  </a:cubicBezTo>
                  <a:cubicBezTo>
                    <a:pt x="358" y="449"/>
                    <a:pt x="358" y="453"/>
                    <a:pt x="357" y="455"/>
                  </a:cubicBezTo>
                  <a:cubicBezTo>
                    <a:pt x="356" y="457"/>
                    <a:pt x="355" y="460"/>
                    <a:pt x="353" y="461"/>
                  </a:cubicBezTo>
                  <a:cubicBezTo>
                    <a:pt x="351" y="463"/>
                    <a:pt x="346" y="460"/>
                    <a:pt x="344" y="461"/>
                  </a:cubicBezTo>
                  <a:cubicBezTo>
                    <a:pt x="342" y="462"/>
                    <a:pt x="342" y="466"/>
                    <a:pt x="341" y="467"/>
                  </a:cubicBezTo>
                  <a:cubicBezTo>
                    <a:pt x="339" y="468"/>
                    <a:pt x="337" y="469"/>
                    <a:pt x="335" y="469"/>
                  </a:cubicBezTo>
                  <a:cubicBezTo>
                    <a:pt x="334" y="470"/>
                    <a:pt x="331" y="468"/>
                    <a:pt x="329" y="468"/>
                  </a:cubicBezTo>
                  <a:cubicBezTo>
                    <a:pt x="328" y="468"/>
                    <a:pt x="325" y="470"/>
                    <a:pt x="324" y="470"/>
                  </a:cubicBezTo>
                  <a:cubicBezTo>
                    <a:pt x="322" y="469"/>
                    <a:pt x="321" y="466"/>
                    <a:pt x="320" y="465"/>
                  </a:cubicBezTo>
                  <a:cubicBezTo>
                    <a:pt x="318" y="464"/>
                    <a:pt x="314" y="462"/>
                    <a:pt x="312" y="463"/>
                  </a:cubicBezTo>
                  <a:cubicBezTo>
                    <a:pt x="311" y="463"/>
                    <a:pt x="309" y="464"/>
                    <a:pt x="308" y="465"/>
                  </a:cubicBezTo>
                  <a:cubicBezTo>
                    <a:pt x="307" y="466"/>
                    <a:pt x="307" y="470"/>
                    <a:pt x="306" y="471"/>
                  </a:cubicBezTo>
                  <a:cubicBezTo>
                    <a:pt x="305" y="473"/>
                    <a:pt x="302" y="474"/>
                    <a:pt x="301" y="475"/>
                  </a:cubicBezTo>
                  <a:cubicBezTo>
                    <a:pt x="300" y="477"/>
                    <a:pt x="296" y="479"/>
                    <a:pt x="295" y="481"/>
                  </a:cubicBezTo>
                  <a:cubicBezTo>
                    <a:pt x="293" y="483"/>
                    <a:pt x="293" y="488"/>
                    <a:pt x="293" y="491"/>
                  </a:cubicBezTo>
                  <a:cubicBezTo>
                    <a:pt x="293" y="493"/>
                    <a:pt x="296" y="496"/>
                    <a:pt x="297" y="498"/>
                  </a:cubicBezTo>
                  <a:cubicBezTo>
                    <a:pt x="297" y="499"/>
                    <a:pt x="297" y="502"/>
                    <a:pt x="296" y="503"/>
                  </a:cubicBezTo>
                  <a:cubicBezTo>
                    <a:pt x="295" y="504"/>
                    <a:pt x="292" y="505"/>
                    <a:pt x="291" y="506"/>
                  </a:cubicBezTo>
                  <a:cubicBezTo>
                    <a:pt x="290" y="507"/>
                    <a:pt x="289" y="511"/>
                    <a:pt x="288" y="511"/>
                  </a:cubicBezTo>
                  <a:cubicBezTo>
                    <a:pt x="286" y="512"/>
                    <a:pt x="283" y="510"/>
                    <a:pt x="281" y="510"/>
                  </a:cubicBezTo>
                  <a:cubicBezTo>
                    <a:pt x="278" y="509"/>
                    <a:pt x="272" y="511"/>
                    <a:pt x="268" y="511"/>
                  </a:cubicBezTo>
                  <a:cubicBezTo>
                    <a:pt x="265" y="511"/>
                    <a:pt x="259" y="510"/>
                    <a:pt x="256" y="509"/>
                  </a:cubicBezTo>
                  <a:cubicBezTo>
                    <a:pt x="253" y="508"/>
                    <a:pt x="249" y="506"/>
                    <a:pt x="247" y="505"/>
                  </a:cubicBezTo>
                  <a:cubicBezTo>
                    <a:pt x="245" y="505"/>
                    <a:pt x="240" y="506"/>
                    <a:pt x="237" y="506"/>
                  </a:cubicBezTo>
                  <a:cubicBezTo>
                    <a:pt x="236" y="507"/>
                    <a:pt x="234" y="509"/>
                    <a:pt x="232" y="510"/>
                  </a:cubicBezTo>
                  <a:cubicBezTo>
                    <a:pt x="230" y="510"/>
                    <a:pt x="227" y="508"/>
                    <a:pt x="226" y="507"/>
                  </a:cubicBezTo>
                  <a:cubicBezTo>
                    <a:pt x="225" y="506"/>
                    <a:pt x="224" y="504"/>
                    <a:pt x="223" y="503"/>
                  </a:cubicBezTo>
                  <a:cubicBezTo>
                    <a:pt x="222" y="503"/>
                    <a:pt x="221" y="503"/>
                    <a:pt x="220" y="503"/>
                  </a:cubicBezTo>
                  <a:cubicBezTo>
                    <a:pt x="218" y="504"/>
                    <a:pt x="215" y="506"/>
                    <a:pt x="213" y="506"/>
                  </a:cubicBezTo>
                  <a:cubicBezTo>
                    <a:pt x="211" y="506"/>
                    <a:pt x="208" y="506"/>
                    <a:pt x="207" y="506"/>
                  </a:cubicBezTo>
                  <a:cubicBezTo>
                    <a:pt x="207" y="507"/>
                    <a:pt x="205" y="509"/>
                    <a:pt x="204" y="509"/>
                  </a:cubicBezTo>
                  <a:cubicBezTo>
                    <a:pt x="203" y="510"/>
                    <a:pt x="200" y="508"/>
                    <a:pt x="198" y="508"/>
                  </a:cubicBezTo>
                  <a:cubicBezTo>
                    <a:pt x="196" y="508"/>
                    <a:pt x="192" y="510"/>
                    <a:pt x="191" y="509"/>
                  </a:cubicBezTo>
                  <a:cubicBezTo>
                    <a:pt x="189" y="509"/>
                    <a:pt x="187" y="506"/>
                    <a:pt x="186" y="505"/>
                  </a:cubicBezTo>
                  <a:cubicBezTo>
                    <a:pt x="185" y="504"/>
                    <a:pt x="183" y="503"/>
                    <a:pt x="182" y="502"/>
                  </a:cubicBezTo>
                  <a:cubicBezTo>
                    <a:pt x="181" y="501"/>
                    <a:pt x="179" y="499"/>
                    <a:pt x="178" y="498"/>
                  </a:cubicBezTo>
                  <a:cubicBezTo>
                    <a:pt x="178" y="497"/>
                    <a:pt x="177" y="496"/>
                    <a:pt x="177" y="495"/>
                  </a:cubicBezTo>
                  <a:cubicBezTo>
                    <a:pt x="177" y="494"/>
                    <a:pt x="178" y="492"/>
                    <a:pt x="178" y="491"/>
                  </a:cubicBezTo>
                  <a:cubicBezTo>
                    <a:pt x="178" y="490"/>
                    <a:pt x="179" y="489"/>
                    <a:pt x="179" y="488"/>
                  </a:cubicBezTo>
                  <a:cubicBezTo>
                    <a:pt x="179" y="486"/>
                    <a:pt x="177" y="484"/>
                    <a:pt x="175" y="483"/>
                  </a:cubicBezTo>
                  <a:cubicBezTo>
                    <a:pt x="174" y="483"/>
                    <a:pt x="171" y="484"/>
                    <a:pt x="170" y="485"/>
                  </a:cubicBezTo>
                  <a:cubicBezTo>
                    <a:pt x="169" y="485"/>
                    <a:pt x="169" y="489"/>
                    <a:pt x="168" y="490"/>
                  </a:cubicBezTo>
                  <a:cubicBezTo>
                    <a:pt x="166" y="491"/>
                    <a:pt x="163" y="491"/>
                    <a:pt x="162" y="492"/>
                  </a:cubicBezTo>
                  <a:cubicBezTo>
                    <a:pt x="160" y="493"/>
                    <a:pt x="158" y="496"/>
                    <a:pt x="158" y="498"/>
                  </a:cubicBezTo>
                  <a:cubicBezTo>
                    <a:pt x="158" y="499"/>
                    <a:pt x="161" y="502"/>
                    <a:pt x="162" y="504"/>
                  </a:cubicBezTo>
                  <a:cubicBezTo>
                    <a:pt x="162" y="505"/>
                    <a:pt x="162" y="507"/>
                    <a:pt x="162" y="508"/>
                  </a:cubicBezTo>
                  <a:cubicBezTo>
                    <a:pt x="161" y="509"/>
                    <a:pt x="159" y="512"/>
                    <a:pt x="158" y="512"/>
                  </a:cubicBezTo>
                  <a:cubicBezTo>
                    <a:pt x="156" y="513"/>
                    <a:pt x="152" y="510"/>
                    <a:pt x="149" y="510"/>
                  </a:cubicBezTo>
                  <a:cubicBezTo>
                    <a:pt x="148" y="509"/>
                    <a:pt x="145" y="509"/>
                    <a:pt x="144" y="509"/>
                  </a:cubicBezTo>
                  <a:cubicBezTo>
                    <a:pt x="143" y="508"/>
                    <a:pt x="141" y="508"/>
                    <a:pt x="140" y="508"/>
                  </a:cubicBezTo>
                  <a:cubicBezTo>
                    <a:pt x="141" y="506"/>
                    <a:pt x="138" y="501"/>
                    <a:pt x="138" y="499"/>
                  </a:cubicBezTo>
                  <a:cubicBezTo>
                    <a:pt x="138" y="497"/>
                    <a:pt x="137" y="494"/>
                    <a:pt x="138" y="492"/>
                  </a:cubicBezTo>
                  <a:cubicBezTo>
                    <a:pt x="138" y="489"/>
                    <a:pt x="140" y="484"/>
                    <a:pt x="139" y="482"/>
                  </a:cubicBezTo>
                  <a:cubicBezTo>
                    <a:pt x="139" y="481"/>
                    <a:pt x="137" y="479"/>
                    <a:pt x="136" y="478"/>
                  </a:cubicBezTo>
                  <a:cubicBezTo>
                    <a:pt x="135" y="477"/>
                    <a:pt x="133" y="477"/>
                    <a:pt x="132" y="477"/>
                  </a:cubicBezTo>
                  <a:cubicBezTo>
                    <a:pt x="131" y="477"/>
                    <a:pt x="127" y="476"/>
                    <a:pt x="126" y="475"/>
                  </a:cubicBezTo>
                  <a:cubicBezTo>
                    <a:pt x="126" y="474"/>
                    <a:pt x="125" y="472"/>
                    <a:pt x="125" y="471"/>
                  </a:cubicBezTo>
                  <a:cubicBezTo>
                    <a:pt x="125" y="469"/>
                    <a:pt x="125" y="464"/>
                    <a:pt x="127" y="463"/>
                  </a:cubicBezTo>
                  <a:cubicBezTo>
                    <a:pt x="128" y="461"/>
                    <a:pt x="132" y="462"/>
                    <a:pt x="134" y="461"/>
                  </a:cubicBezTo>
                  <a:cubicBezTo>
                    <a:pt x="135" y="460"/>
                    <a:pt x="136" y="458"/>
                    <a:pt x="136" y="457"/>
                  </a:cubicBezTo>
                  <a:cubicBezTo>
                    <a:pt x="135" y="456"/>
                    <a:pt x="133" y="457"/>
                    <a:pt x="132" y="456"/>
                  </a:cubicBezTo>
                  <a:cubicBezTo>
                    <a:pt x="130" y="455"/>
                    <a:pt x="131" y="449"/>
                    <a:pt x="130" y="447"/>
                  </a:cubicBezTo>
                  <a:cubicBezTo>
                    <a:pt x="129" y="446"/>
                    <a:pt x="127" y="442"/>
                    <a:pt x="126" y="441"/>
                  </a:cubicBezTo>
                  <a:cubicBezTo>
                    <a:pt x="125" y="440"/>
                    <a:pt x="122" y="439"/>
                    <a:pt x="121" y="438"/>
                  </a:cubicBezTo>
                  <a:cubicBezTo>
                    <a:pt x="120" y="437"/>
                    <a:pt x="121" y="432"/>
                    <a:pt x="120" y="431"/>
                  </a:cubicBezTo>
                  <a:cubicBezTo>
                    <a:pt x="118" y="430"/>
                    <a:pt x="113" y="430"/>
                    <a:pt x="111" y="429"/>
                  </a:cubicBezTo>
                  <a:cubicBezTo>
                    <a:pt x="108" y="429"/>
                    <a:pt x="103" y="429"/>
                    <a:pt x="101" y="430"/>
                  </a:cubicBezTo>
                  <a:cubicBezTo>
                    <a:pt x="99" y="430"/>
                    <a:pt x="97" y="433"/>
                    <a:pt x="96" y="434"/>
                  </a:cubicBezTo>
                  <a:cubicBezTo>
                    <a:pt x="95" y="434"/>
                    <a:pt x="92" y="435"/>
                    <a:pt x="91" y="434"/>
                  </a:cubicBezTo>
                  <a:cubicBezTo>
                    <a:pt x="90" y="434"/>
                    <a:pt x="87" y="434"/>
                    <a:pt x="87" y="433"/>
                  </a:cubicBezTo>
                  <a:cubicBezTo>
                    <a:pt x="86" y="432"/>
                    <a:pt x="85" y="430"/>
                    <a:pt x="84" y="429"/>
                  </a:cubicBezTo>
                  <a:cubicBezTo>
                    <a:pt x="84" y="428"/>
                    <a:pt x="84" y="426"/>
                    <a:pt x="84" y="425"/>
                  </a:cubicBezTo>
                  <a:cubicBezTo>
                    <a:pt x="84" y="424"/>
                    <a:pt x="83" y="422"/>
                    <a:pt x="82" y="421"/>
                  </a:cubicBezTo>
                  <a:cubicBezTo>
                    <a:pt x="82" y="420"/>
                    <a:pt x="80" y="421"/>
                    <a:pt x="79" y="421"/>
                  </a:cubicBezTo>
                  <a:cubicBezTo>
                    <a:pt x="78" y="420"/>
                    <a:pt x="76" y="419"/>
                    <a:pt x="75" y="419"/>
                  </a:cubicBezTo>
                  <a:cubicBezTo>
                    <a:pt x="74" y="419"/>
                    <a:pt x="71" y="420"/>
                    <a:pt x="70" y="420"/>
                  </a:cubicBezTo>
                  <a:cubicBezTo>
                    <a:pt x="69" y="421"/>
                    <a:pt x="67" y="421"/>
                    <a:pt x="66" y="421"/>
                  </a:cubicBezTo>
                  <a:cubicBezTo>
                    <a:pt x="65" y="420"/>
                    <a:pt x="66" y="416"/>
                    <a:pt x="65" y="415"/>
                  </a:cubicBezTo>
                  <a:cubicBezTo>
                    <a:pt x="65" y="414"/>
                    <a:pt x="62" y="415"/>
                    <a:pt x="61" y="415"/>
                  </a:cubicBezTo>
                  <a:cubicBezTo>
                    <a:pt x="59" y="414"/>
                    <a:pt x="57" y="412"/>
                    <a:pt x="57" y="411"/>
                  </a:cubicBezTo>
                  <a:cubicBezTo>
                    <a:pt x="56" y="410"/>
                    <a:pt x="57" y="406"/>
                    <a:pt x="57" y="405"/>
                  </a:cubicBezTo>
                  <a:cubicBezTo>
                    <a:pt x="56" y="403"/>
                    <a:pt x="56" y="400"/>
                    <a:pt x="55" y="400"/>
                  </a:cubicBezTo>
                  <a:cubicBezTo>
                    <a:pt x="54" y="399"/>
                    <a:pt x="52" y="400"/>
                    <a:pt x="51" y="400"/>
                  </a:cubicBezTo>
                  <a:cubicBezTo>
                    <a:pt x="50" y="400"/>
                    <a:pt x="47" y="400"/>
                    <a:pt x="46" y="399"/>
                  </a:cubicBezTo>
                  <a:cubicBezTo>
                    <a:pt x="46" y="399"/>
                    <a:pt x="45" y="397"/>
                    <a:pt x="45" y="397"/>
                  </a:cubicBezTo>
                  <a:cubicBezTo>
                    <a:pt x="44" y="396"/>
                    <a:pt x="41" y="397"/>
                    <a:pt x="40" y="398"/>
                  </a:cubicBezTo>
                  <a:cubicBezTo>
                    <a:pt x="39" y="399"/>
                    <a:pt x="40" y="401"/>
                    <a:pt x="40" y="403"/>
                  </a:cubicBezTo>
                  <a:cubicBezTo>
                    <a:pt x="39" y="403"/>
                    <a:pt x="38" y="404"/>
                    <a:pt x="38" y="405"/>
                  </a:cubicBezTo>
                  <a:cubicBezTo>
                    <a:pt x="37" y="405"/>
                    <a:pt x="35" y="404"/>
                    <a:pt x="34" y="403"/>
                  </a:cubicBezTo>
                  <a:cubicBezTo>
                    <a:pt x="33" y="402"/>
                    <a:pt x="32" y="401"/>
                    <a:pt x="31" y="401"/>
                  </a:cubicBezTo>
                  <a:cubicBezTo>
                    <a:pt x="30" y="400"/>
                    <a:pt x="28" y="397"/>
                    <a:pt x="28" y="396"/>
                  </a:cubicBezTo>
                  <a:cubicBezTo>
                    <a:pt x="27" y="395"/>
                    <a:pt x="27" y="393"/>
                    <a:pt x="27" y="391"/>
                  </a:cubicBezTo>
                  <a:cubicBezTo>
                    <a:pt x="28" y="390"/>
                    <a:pt x="29" y="387"/>
                    <a:pt x="29" y="386"/>
                  </a:cubicBezTo>
                  <a:cubicBezTo>
                    <a:pt x="29" y="384"/>
                    <a:pt x="27" y="381"/>
                    <a:pt x="27" y="379"/>
                  </a:cubicBezTo>
                  <a:cubicBezTo>
                    <a:pt x="27" y="377"/>
                    <a:pt x="26" y="373"/>
                    <a:pt x="25" y="372"/>
                  </a:cubicBezTo>
                  <a:cubicBezTo>
                    <a:pt x="25" y="370"/>
                    <a:pt x="24" y="368"/>
                    <a:pt x="23" y="367"/>
                  </a:cubicBezTo>
                  <a:cubicBezTo>
                    <a:pt x="22" y="366"/>
                    <a:pt x="19" y="366"/>
                    <a:pt x="18" y="365"/>
                  </a:cubicBezTo>
                  <a:cubicBezTo>
                    <a:pt x="17" y="363"/>
                    <a:pt x="16" y="360"/>
                    <a:pt x="16" y="359"/>
                  </a:cubicBezTo>
                  <a:cubicBezTo>
                    <a:pt x="16" y="357"/>
                    <a:pt x="18" y="354"/>
                    <a:pt x="19" y="352"/>
                  </a:cubicBezTo>
                  <a:cubicBezTo>
                    <a:pt x="19" y="352"/>
                    <a:pt x="20" y="351"/>
                    <a:pt x="20" y="351"/>
                  </a:cubicBezTo>
                  <a:cubicBezTo>
                    <a:pt x="21" y="350"/>
                    <a:pt x="21" y="347"/>
                    <a:pt x="20" y="346"/>
                  </a:cubicBezTo>
                  <a:cubicBezTo>
                    <a:pt x="20" y="345"/>
                    <a:pt x="19" y="343"/>
                    <a:pt x="18" y="343"/>
                  </a:cubicBezTo>
                  <a:cubicBezTo>
                    <a:pt x="17" y="342"/>
                    <a:pt x="15" y="342"/>
                    <a:pt x="15" y="341"/>
                  </a:cubicBezTo>
                  <a:cubicBezTo>
                    <a:pt x="14" y="340"/>
                    <a:pt x="15" y="336"/>
                    <a:pt x="15" y="335"/>
                  </a:cubicBezTo>
                  <a:cubicBezTo>
                    <a:pt x="14" y="334"/>
                    <a:pt x="11" y="332"/>
                    <a:pt x="10" y="332"/>
                  </a:cubicBezTo>
                  <a:cubicBezTo>
                    <a:pt x="9" y="331"/>
                    <a:pt x="8" y="332"/>
                    <a:pt x="7" y="332"/>
                  </a:cubicBezTo>
                  <a:cubicBezTo>
                    <a:pt x="5" y="331"/>
                    <a:pt x="2" y="329"/>
                    <a:pt x="0" y="329"/>
                  </a:cubicBezTo>
                  <a:cubicBezTo>
                    <a:pt x="1" y="327"/>
                    <a:pt x="1" y="326"/>
                    <a:pt x="1" y="325"/>
                  </a:cubicBezTo>
                  <a:cubicBezTo>
                    <a:pt x="2" y="323"/>
                    <a:pt x="2" y="320"/>
                    <a:pt x="3" y="319"/>
                  </a:cubicBezTo>
                  <a:cubicBezTo>
                    <a:pt x="3" y="317"/>
                    <a:pt x="5" y="315"/>
                    <a:pt x="6" y="315"/>
                  </a:cubicBezTo>
                  <a:cubicBezTo>
                    <a:pt x="7" y="314"/>
                    <a:pt x="8" y="314"/>
                    <a:pt x="9" y="313"/>
                  </a:cubicBezTo>
                  <a:cubicBezTo>
                    <a:pt x="10" y="313"/>
                    <a:pt x="10" y="312"/>
                    <a:pt x="10" y="312"/>
                  </a:cubicBezTo>
                  <a:cubicBezTo>
                    <a:pt x="11" y="311"/>
                    <a:pt x="13" y="312"/>
                    <a:pt x="14" y="312"/>
                  </a:cubicBezTo>
                  <a:cubicBezTo>
                    <a:pt x="16" y="311"/>
                    <a:pt x="19" y="311"/>
                    <a:pt x="20" y="310"/>
                  </a:cubicBezTo>
                  <a:cubicBezTo>
                    <a:pt x="21" y="309"/>
                    <a:pt x="21" y="306"/>
                    <a:pt x="22" y="305"/>
                  </a:cubicBezTo>
                  <a:cubicBezTo>
                    <a:pt x="22" y="303"/>
                    <a:pt x="22" y="300"/>
                    <a:pt x="22" y="299"/>
                  </a:cubicBezTo>
                  <a:cubicBezTo>
                    <a:pt x="22" y="297"/>
                    <a:pt x="21" y="293"/>
                    <a:pt x="21" y="291"/>
                  </a:cubicBezTo>
                  <a:cubicBezTo>
                    <a:pt x="21" y="289"/>
                    <a:pt x="23" y="286"/>
                    <a:pt x="24" y="284"/>
                  </a:cubicBezTo>
                  <a:cubicBezTo>
                    <a:pt x="25" y="282"/>
                    <a:pt x="29" y="279"/>
                    <a:pt x="31" y="278"/>
                  </a:cubicBezTo>
                  <a:cubicBezTo>
                    <a:pt x="33" y="276"/>
                    <a:pt x="36" y="275"/>
                    <a:pt x="37" y="273"/>
                  </a:cubicBezTo>
                  <a:cubicBezTo>
                    <a:pt x="38" y="272"/>
                    <a:pt x="39" y="269"/>
                    <a:pt x="39" y="267"/>
                  </a:cubicBezTo>
                  <a:cubicBezTo>
                    <a:pt x="39" y="266"/>
                    <a:pt x="38" y="263"/>
                    <a:pt x="39" y="262"/>
                  </a:cubicBezTo>
                  <a:cubicBezTo>
                    <a:pt x="39" y="260"/>
                    <a:pt x="41" y="257"/>
                    <a:pt x="42" y="255"/>
                  </a:cubicBezTo>
                  <a:cubicBezTo>
                    <a:pt x="42" y="253"/>
                    <a:pt x="42" y="250"/>
                    <a:pt x="42" y="249"/>
                  </a:cubicBezTo>
                  <a:cubicBezTo>
                    <a:pt x="42" y="248"/>
                    <a:pt x="41" y="245"/>
                    <a:pt x="41" y="244"/>
                  </a:cubicBezTo>
                  <a:cubicBezTo>
                    <a:pt x="42" y="243"/>
                    <a:pt x="43" y="242"/>
                    <a:pt x="43" y="241"/>
                  </a:cubicBezTo>
                  <a:cubicBezTo>
                    <a:pt x="45" y="240"/>
                    <a:pt x="48" y="241"/>
                    <a:pt x="49" y="241"/>
                  </a:cubicBezTo>
                  <a:cubicBezTo>
                    <a:pt x="51" y="241"/>
                    <a:pt x="54" y="242"/>
                    <a:pt x="56" y="243"/>
                  </a:cubicBezTo>
                  <a:cubicBezTo>
                    <a:pt x="57" y="243"/>
                    <a:pt x="60" y="243"/>
                    <a:pt x="61" y="244"/>
                  </a:cubicBezTo>
                  <a:cubicBezTo>
                    <a:pt x="63" y="244"/>
                    <a:pt x="66" y="244"/>
                    <a:pt x="67" y="245"/>
                  </a:cubicBezTo>
                  <a:cubicBezTo>
                    <a:pt x="68" y="245"/>
                    <a:pt x="69" y="247"/>
                    <a:pt x="70" y="248"/>
                  </a:cubicBezTo>
                  <a:cubicBezTo>
                    <a:pt x="70" y="249"/>
                    <a:pt x="70" y="251"/>
                    <a:pt x="71" y="252"/>
                  </a:cubicBezTo>
                  <a:cubicBezTo>
                    <a:pt x="71" y="253"/>
                    <a:pt x="73" y="255"/>
                    <a:pt x="74" y="256"/>
                  </a:cubicBezTo>
                  <a:cubicBezTo>
                    <a:pt x="75" y="256"/>
                    <a:pt x="77" y="256"/>
                    <a:pt x="77" y="255"/>
                  </a:cubicBezTo>
                  <a:cubicBezTo>
                    <a:pt x="79" y="254"/>
                    <a:pt x="79" y="250"/>
                    <a:pt x="79" y="249"/>
                  </a:cubicBezTo>
                  <a:cubicBezTo>
                    <a:pt x="79" y="247"/>
                    <a:pt x="77" y="244"/>
                    <a:pt x="77" y="242"/>
                  </a:cubicBezTo>
                  <a:cubicBezTo>
                    <a:pt x="77" y="241"/>
                    <a:pt x="78" y="237"/>
                    <a:pt x="79" y="236"/>
                  </a:cubicBezTo>
                  <a:cubicBezTo>
                    <a:pt x="80" y="235"/>
                    <a:pt x="83" y="235"/>
                    <a:pt x="84" y="234"/>
                  </a:cubicBezTo>
                  <a:cubicBezTo>
                    <a:pt x="85" y="233"/>
                    <a:pt x="86" y="230"/>
                    <a:pt x="86" y="229"/>
                  </a:cubicBezTo>
                  <a:cubicBezTo>
                    <a:pt x="86" y="228"/>
                    <a:pt x="85" y="225"/>
                    <a:pt x="85" y="224"/>
                  </a:cubicBezTo>
                  <a:cubicBezTo>
                    <a:pt x="85" y="223"/>
                    <a:pt x="86" y="220"/>
                    <a:pt x="87" y="218"/>
                  </a:cubicBezTo>
                  <a:cubicBezTo>
                    <a:pt x="88" y="217"/>
                    <a:pt x="90" y="216"/>
                    <a:pt x="91" y="215"/>
                  </a:cubicBezTo>
                  <a:cubicBezTo>
                    <a:pt x="92" y="214"/>
                    <a:pt x="93" y="211"/>
                    <a:pt x="93" y="210"/>
                  </a:cubicBezTo>
                  <a:cubicBezTo>
                    <a:pt x="94" y="208"/>
                    <a:pt x="92" y="206"/>
                    <a:pt x="92" y="205"/>
                  </a:cubicBezTo>
                  <a:cubicBezTo>
                    <a:pt x="92" y="203"/>
                    <a:pt x="92" y="201"/>
                    <a:pt x="93" y="200"/>
                  </a:cubicBezTo>
                  <a:cubicBezTo>
                    <a:pt x="94" y="199"/>
                    <a:pt x="96" y="200"/>
                    <a:pt x="97" y="199"/>
                  </a:cubicBezTo>
                  <a:cubicBezTo>
                    <a:pt x="98" y="198"/>
                    <a:pt x="99" y="196"/>
                    <a:pt x="98" y="195"/>
                  </a:cubicBezTo>
                  <a:cubicBezTo>
                    <a:pt x="98" y="193"/>
                    <a:pt x="93" y="190"/>
                    <a:pt x="91" y="190"/>
                  </a:cubicBezTo>
                  <a:cubicBezTo>
                    <a:pt x="89" y="189"/>
                    <a:pt x="86" y="189"/>
                    <a:pt x="84" y="189"/>
                  </a:cubicBezTo>
                  <a:cubicBezTo>
                    <a:pt x="82" y="189"/>
                    <a:pt x="78" y="190"/>
                    <a:pt x="76" y="191"/>
                  </a:cubicBezTo>
                  <a:cubicBezTo>
                    <a:pt x="75" y="191"/>
                    <a:pt x="72" y="193"/>
                    <a:pt x="71" y="194"/>
                  </a:cubicBezTo>
                  <a:cubicBezTo>
                    <a:pt x="70" y="194"/>
                    <a:pt x="68" y="195"/>
                    <a:pt x="67" y="196"/>
                  </a:cubicBezTo>
                  <a:cubicBezTo>
                    <a:pt x="65" y="196"/>
                    <a:pt x="61" y="197"/>
                    <a:pt x="60" y="196"/>
                  </a:cubicBezTo>
                  <a:cubicBezTo>
                    <a:pt x="58" y="195"/>
                    <a:pt x="57" y="192"/>
                    <a:pt x="57" y="190"/>
                  </a:cubicBezTo>
                  <a:cubicBezTo>
                    <a:pt x="56" y="189"/>
                    <a:pt x="57" y="187"/>
                    <a:pt x="57" y="185"/>
                  </a:cubicBezTo>
                  <a:cubicBezTo>
                    <a:pt x="57" y="183"/>
                    <a:pt x="59" y="180"/>
                    <a:pt x="59" y="178"/>
                  </a:cubicBezTo>
                  <a:cubicBezTo>
                    <a:pt x="59" y="176"/>
                    <a:pt x="60" y="174"/>
                    <a:pt x="60" y="173"/>
                  </a:cubicBezTo>
                  <a:cubicBezTo>
                    <a:pt x="60" y="172"/>
                    <a:pt x="58" y="170"/>
                    <a:pt x="57" y="170"/>
                  </a:cubicBezTo>
                  <a:cubicBezTo>
                    <a:pt x="55" y="169"/>
                    <a:pt x="51" y="169"/>
                    <a:pt x="50" y="168"/>
                  </a:cubicBezTo>
                  <a:cubicBezTo>
                    <a:pt x="49" y="167"/>
                    <a:pt x="47" y="164"/>
                    <a:pt x="46" y="164"/>
                  </a:cubicBezTo>
                  <a:cubicBezTo>
                    <a:pt x="45" y="164"/>
                    <a:pt x="43" y="164"/>
                    <a:pt x="43" y="164"/>
                  </a:cubicBezTo>
                  <a:cubicBezTo>
                    <a:pt x="42" y="164"/>
                    <a:pt x="40" y="166"/>
                    <a:pt x="39" y="167"/>
                  </a:cubicBezTo>
                  <a:cubicBezTo>
                    <a:pt x="38" y="167"/>
                    <a:pt x="36" y="167"/>
                    <a:pt x="35" y="166"/>
                  </a:cubicBezTo>
                  <a:cubicBezTo>
                    <a:pt x="34" y="166"/>
                    <a:pt x="34" y="163"/>
                    <a:pt x="34" y="162"/>
                  </a:cubicBezTo>
                  <a:cubicBezTo>
                    <a:pt x="34" y="161"/>
                    <a:pt x="35" y="159"/>
                    <a:pt x="35" y="157"/>
                  </a:cubicBezTo>
                  <a:cubicBezTo>
                    <a:pt x="36" y="157"/>
                    <a:pt x="36" y="155"/>
                    <a:pt x="36" y="154"/>
                  </a:cubicBezTo>
                  <a:cubicBezTo>
                    <a:pt x="35" y="154"/>
                    <a:pt x="34" y="153"/>
                    <a:pt x="33" y="153"/>
                  </a:cubicBezTo>
                  <a:cubicBezTo>
                    <a:pt x="32" y="152"/>
                    <a:pt x="28" y="153"/>
                    <a:pt x="27" y="152"/>
                  </a:cubicBezTo>
                  <a:cubicBezTo>
                    <a:pt x="25" y="152"/>
                    <a:pt x="23" y="148"/>
                    <a:pt x="23" y="148"/>
                  </a:cubicBezTo>
                  <a:cubicBezTo>
                    <a:pt x="23" y="148"/>
                    <a:pt x="21" y="144"/>
                    <a:pt x="21" y="143"/>
                  </a:cubicBezTo>
                  <a:cubicBezTo>
                    <a:pt x="22" y="142"/>
                    <a:pt x="25" y="142"/>
                    <a:pt x="25" y="141"/>
                  </a:cubicBezTo>
                  <a:cubicBezTo>
                    <a:pt x="26" y="140"/>
                    <a:pt x="26" y="138"/>
                    <a:pt x="26" y="138"/>
                  </a:cubicBezTo>
                  <a:cubicBezTo>
                    <a:pt x="26" y="137"/>
                    <a:pt x="26" y="135"/>
                    <a:pt x="26" y="134"/>
                  </a:cubicBezTo>
                  <a:cubicBezTo>
                    <a:pt x="25" y="133"/>
                    <a:pt x="25" y="132"/>
                    <a:pt x="25" y="131"/>
                  </a:cubicBezTo>
                  <a:cubicBezTo>
                    <a:pt x="25" y="130"/>
                    <a:pt x="25" y="127"/>
                    <a:pt x="26" y="126"/>
                  </a:cubicBezTo>
                  <a:cubicBezTo>
                    <a:pt x="27" y="125"/>
                    <a:pt x="29" y="124"/>
                    <a:pt x="30" y="123"/>
                  </a:cubicBezTo>
                  <a:cubicBezTo>
                    <a:pt x="31" y="122"/>
                    <a:pt x="33" y="118"/>
                    <a:pt x="33" y="116"/>
                  </a:cubicBezTo>
                  <a:cubicBezTo>
                    <a:pt x="33" y="115"/>
                    <a:pt x="32" y="112"/>
                    <a:pt x="32" y="111"/>
                  </a:cubicBezTo>
                  <a:cubicBezTo>
                    <a:pt x="32" y="110"/>
                    <a:pt x="33" y="108"/>
                    <a:pt x="34" y="107"/>
                  </a:cubicBezTo>
                  <a:cubicBezTo>
                    <a:pt x="35" y="106"/>
                    <a:pt x="37" y="106"/>
                    <a:pt x="39" y="105"/>
                  </a:cubicBezTo>
                  <a:cubicBezTo>
                    <a:pt x="40" y="105"/>
                    <a:pt x="42" y="105"/>
                    <a:pt x="43" y="104"/>
                  </a:cubicBezTo>
                  <a:cubicBezTo>
                    <a:pt x="44" y="104"/>
                    <a:pt x="45" y="102"/>
                    <a:pt x="45" y="101"/>
                  </a:cubicBezTo>
                  <a:cubicBezTo>
                    <a:pt x="45" y="99"/>
                    <a:pt x="42" y="96"/>
                    <a:pt x="41" y="95"/>
                  </a:cubicBezTo>
                  <a:cubicBezTo>
                    <a:pt x="40" y="93"/>
                    <a:pt x="39" y="90"/>
                    <a:pt x="38" y="89"/>
                  </a:cubicBezTo>
                  <a:cubicBezTo>
                    <a:pt x="37" y="88"/>
                    <a:pt x="34" y="88"/>
                    <a:pt x="33" y="87"/>
                  </a:cubicBezTo>
                  <a:cubicBezTo>
                    <a:pt x="32" y="86"/>
                    <a:pt x="31" y="83"/>
                    <a:pt x="30" y="82"/>
                  </a:cubicBezTo>
                  <a:cubicBezTo>
                    <a:pt x="29" y="81"/>
                    <a:pt x="29" y="78"/>
                    <a:pt x="28" y="76"/>
                  </a:cubicBezTo>
                  <a:cubicBezTo>
                    <a:pt x="28" y="75"/>
                    <a:pt x="28" y="72"/>
                    <a:pt x="28" y="70"/>
                  </a:cubicBezTo>
                  <a:cubicBezTo>
                    <a:pt x="28" y="69"/>
                    <a:pt x="29" y="68"/>
                    <a:pt x="29" y="67"/>
                  </a:cubicBezTo>
                  <a:cubicBezTo>
                    <a:pt x="32" y="69"/>
                    <a:pt x="37" y="66"/>
                    <a:pt x="40" y="67"/>
                  </a:cubicBezTo>
                  <a:cubicBezTo>
                    <a:pt x="42" y="68"/>
                    <a:pt x="46" y="71"/>
                    <a:pt x="48" y="72"/>
                  </a:cubicBezTo>
                  <a:cubicBezTo>
                    <a:pt x="50" y="73"/>
                    <a:pt x="53" y="75"/>
                    <a:pt x="53" y="77"/>
                  </a:cubicBezTo>
                  <a:cubicBezTo>
                    <a:pt x="54" y="78"/>
                    <a:pt x="52" y="83"/>
                    <a:pt x="53" y="85"/>
                  </a:cubicBezTo>
                  <a:cubicBezTo>
                    <a:pt x="54" y="85"/>
                    <a:pt x="56" y="86"/>
                    <a:pt x="57" y="86"/>
                  </a:cubicBezTo>
                  <a:cubicBezTo>
                    <a:pt x="58" y="85"/>
                    <a:pt x="59" y="82"/>
                    <a:pt x="59" y="81"/>
                  </a:cubicBezTo>
                  <a:cubicBezTo>
                    <a:pt x="60" y="79"/>
                    <a:pt x="59" y="75"/>
                    <a:pt x="59" y="73"/>
                  </a:cubicBezTo>
                  <a:cubicBezTo>
                    <a:pt x="60" y="73"/>
                    <a:pt x="61" y="71"/>
                    <a:pt x="61" y="71"/>
                  </a:cubicBezTo>
                  <a:cubicBezTo>
                    <a:pt x="62" y="69"/>
                    <a:pt x="63" y="66"/>
                    <a:pt x="64" y="65"/>
                  </a:cubicBezTo>
                  <a:cubicBezTo>
                    <a:pt x="65" y="63"/>
                    <a:pt x="69" y="61"/>
                    <a:pt x="71" y="59"/>
                  </a:cubicBezTo>
                  <a:cubicBezTo>
                    <a:pt x="74" y="57"/>
                    <a:pt x="79" y="55"/>
                    <a:pt x="81" y="53"/>
                  </a:cubicBezTo>
                  <a:cubicBezTo>
                    <a:pt x="82" y="51"/>
                    <a:pt x="84" y="46"/>
                    <a:pt x="86" y="45"/>
                  </a:cubicBezTo>
                  <a:cubicBezTo>
                    <a:pt x="88" y="43"/>
                    <a:pt x="92" y="42"/>
                    <a:pt x="94" y="41"/>
                  </a:cubicBezTo>
                  <a:cubicBezTo>
                    <a:pt x="96" y="40"/>
                    <a:pt x="98" y="37"/>
                    <a:pt x="99" y="37"/>
                  </a:cubicBezTo>
                  <a:cubicBezTo>
                    <a:pt x="102" y="37"/>
                    <a:pt x="108" y="40"/>
                    <a:pt x="110" y="40"/>
                  </a:cubicBezTo>
                  <a:cubicBezTo>
                    <a:pt x="112" y="40"/>
                    <a:pt x="114" y="40"/>
                    <a:pt x="115" y="39"/>
                  </a:cubicBezTo>
                  <a:cubicBezTo>
                    <a:pt x="117" y="39"/>
                    <a:pt x="119" y="36"/>
                    <a:pt x="120" y="35"/>
                  </a:cubicBezTo>
                  <a:cubicBezTo>
                    <a:pt x="123" y="32"/>
                    <a:pt x="131" y="28"/>
                    <a:pt x="134" y="25"/>
                  </a:cubicBezTo>
                  <a:cubicBezTo>
                    <a:pt x="136" y="22"/>
                    <a:pt x="138" y="16"/>
                    <a:pt x="140" y="14"/>
                  </a:cubicBezTo>
                  <a:cubicBezTo>
                    <a:pt x="142" y="12"/>
                    <a:pt x="147" y="9"/>
                    <a:pt x="149" y="7"/>
                  </a:cubicBezTo>
                  <a:cubicBezTo>
                    <a:pt x="150" y="6"/>
                    <a:pt x="151" y="2"/>
                    <a:pt x="152" y="2"/>
                  </a:cubicBezTo>
                  <a:cubicBezTo>
                    <a:pt x="156" y="0"/>
                    <a:pt x="166" y="3"/>
                    <a:pt x="170" y="5"/>
                  </a:cubicBezTo>
                  <a:cubicBezTo>
                    <a:pt x="174" y="6"/>
                    <a:pt x="180" y="12"/>
                    <a:pt x="183" y="13"/>
                  </a:cubicBezTo>
                  <a:cubicBezTo>
                    <a:pt x="193" y="16"/>
                    <a:pt x="212" y="16"/>
                    <a:pt x="222" y="17"/>
                  </a:cubicBezTo>
                  <a:cubicBezTo>
                    <a:pt x="244" y="19"/>
                    <a:pt x="288" y="25"/>
                    <a:pt x="310" y="27"/>
                  </a:cubicBezTo>
                  <a:cubicBezTo>
                    <a:pt x="349" y="30"/>
                    <a:pt x="428" y="35"/>
                    <a:pt x="468" y="37"/>
                  </a:cubicBezTo>
                  <a:cubicBezTo>
                    <a:pt x="489" y="38"/>
                    <a:pt x="533" y="39"/>
                    <a:pt x="555" y="37"/>
                  </a:cubicBezTo>
                  <a:cubicBezTo>
                    <a:pt x="590" y="36"/>
                    <a:pt x="658" y="25"/>
                    <a:pt x="693" y="22"/>
                  </a:cubicBezTo>
                  <a:cubicBezTo>
                    <a:pt x="720" y="20"/>
                    <a:pt x="775" y="19"/>
                    <a:pt x="803" y="17"/>
                  </a:cubicBezTo>
                  <a:cubicBezTo>
                    <a:pt x="807" y="17"/>
                    <a:pt x="815" y="17"/>
                    <a:pt x="818" y="15"/>
                  </a:cubicBezTo>
                  <a:cubicBezTo>
                    <a:pt x="820" y="15"/>
                    <a:pt x="822" y="12"/>
                    <a:pt x="824" y="11"/>
                  </a:cubicBezTo>
                  <a:cubicBezTo>
                    <a:pt x="824" y="10"/>
                    <a:pt x="826" y="8"/>
                    <a:pt x="827" y="7"/>
                  </a:cubicBezTo>
                  <a:cubicBezTo>
                    <a:pt x="828" y="8"/>
                    <a:pt x="830" y="9"/>
                    <a:pt x="830" y="9"/>
                  </a:cubicBezTo>
                  <a:cubicBezTo>
                    <a:pt x="831" y="10"/>
                    <a:pt x="832" y="11"/>
                    <a:pt x="832" y="12"/>
                  </a:cubicBezTo>
                  <a:cubicBezTo>
                    <a:pt x="832" y="14"/>
                    <a:pt x="832" y="17"/>
                    <a:pt x="832" y="19"/>
                  </a:cubicBezTo>
                  <a:cubicBezTo>
                    <a:pt x="832" y="21"/>
                    <a:pt x="830" y="24"/>
                    <a:pt x="830" y="26"/>
                  </a:cubicBezTo>
                  <a:cubicBezTo>
                    <a:pt x="830" y="28"/>
                    <a:pt x="832" y="30"/>
                    <a:pt x="832" y="31"/>
                  </a:cubicBezTo>
                  <a:cubicBezTo>
                    <a:pt x="832" y="33"/>
                    <a:pt x="830" y="35"/>
                    <a:pt x="829" y="36"/>
                  </a:cubicBezTo>
                  <a:cubicBezTo>
                    <a:pt x="828" y="38"/>
                    <a:pt x="825" y="39"/>
                    <a:pt x="824" y="40"/>
                  </a:cubicBezTo>
                  <a:cubicBezTo>
                    <a:pt x="822" y="40"/>
                    <a:pt x="819" y="39"/>
                    <a:pt x="818" y="40"/>
                  </a:cubicBezTo>
                  <a:cubicBezTo>
                    <a:pt x="817" y="41"/>
                    <a:pt x="816" y="44"/>
                    <a:pt x="815" y="44"/>
                  </a:cubicBezTo>
                  <a:cubicBezTo>
                    <a:pt x="813" y="45"/>
                    <a:pt x="808" y="45"/>
                    <a:pt x="806" y="45"/>
                  </a:cubicBezTo>
                  <a:cubicBezTo>
                    <a:pt x="805" y="45"/>
                    <a:pt x="802" y="43"/>
                    <a:pt x="800" y="43"/>
                  </a:cubicBezTo>
                  <a:cubicBezTo>
                    <a:pt x="799" y="43"/>
                    <a:pt x="797" y="45"/>
                    <a:pt x="796" y="45"/>
                  </a:cubicBezTo>
                  <a:cubicBezTo>
                    <a:pt x="796" y="46"/>
                    <a:pt x="796" y="49"/>
                    <a:pt x="795" y="50"/>
                  </a:cubicBezTo>
                  <a:cubicBezTo>
                    <a:pt x="793" y="51"/>
                    <a:pt x="788" y="51"/>
                    <a:pt x="786" y="51"/>
                  </a:cubicBezTo>
                  <a:cubicBezTo>
                    <a:pt x="785" y="52"/>
                    <a:pt x="783" y="53"/>
                    <a:pt x="781" y="53"/>
                  </a:cubicBezTo>
                  <a:cubicBezTo>
                    <a:pt x="780" y="54"/>
                    <a:pt x="776" y="55"/>
                    <a:pt x="775" y="57"/>
                  </a:cubicBezTo>
                  <a:cubicBezTo>
                    <a:pt x="774" y="57"/>
                    <a:pt x="772" y="59"/>
                    <a:pt x="771" y="61"/>
                  </a:cubicBezTo>
                  <a:cubicBezTo>
                    <a:pt x="771" y="62"/>
                    <a:pt x="772" y="66"/>
                    <a:pt x="771" y="68"/>
                  </a:cubicBezTo>
                  <a:cubicBezTo>
                    <a:pt x="771" y="69"/>
                    <a:pt x="766" y="70"/>
                    <a:pt x="765" y="71"/>
                  </a:cubicBezTo>
                  <a:cubicBezTo>
                    <a:pt x="765" y="72"/>
                    <a:pt x="765" y="75"/>
                    <a:pt x="765" y="76"/>
                  </a:cubicBezTo>
                  <a:cubicBezTo>
                    <a:pt x="766" y="77"/>
                    <a:pt x="769" y="78"/>
                    <a:pt x="769" y="79"/>
                  </a:cubicBezTo>
                  <a:cubicBezTo>
                    <a:pt x="770" y="80"/>
                    <a:pt x="770" y="82"/>
                    <a:pt x="770" y="82"/>
                  </a:cubicBezTo>
                  <a:cubicBezTo>
                    <a:pt x="771" y="83"/>
                    <a:pt x="774" y="84"/>
                    <a:pt x="775" y="85"/>
                  </a:cubicBezTo>
                  <a:cubicBezTo>
                    <a:pt x="776" y="87"/>
                    <a:pt x="777" y="90"/>
                    <a:pt x="778" y="92"/>
                  </a:cubicBezTo>
                  <a:cubicBezTo>
                    <a:pt x="778" y="93"/>
                    <a:pt x="780" y="94"/>
                    <a:pt x="781" y="94"/>
                  </a:cubicBezTo>
                  <a:cubicBezTo>
                    <a:pt x="782" y="95"/>
                    <a:pt x="785" y="94"/>
                    <a:pt x="786" y="94"/>
                  </a:cubicBezTo>
                  <a:cubicBezTo>
                    <a:pt x="787" y="94"/>
                    <a:pt x="790" y="94"/>
                    <a:pt x="790" y="94"/>
                  </a:cubicBezTo>
                  <a:cubicBezTo>
                    <a:pt x="792" y="96"/>
                    <a:pt x="792" y="100"/>
                    <a:pt x="793" y="102"/>
                  </a:cubicBezTo>
                  <a:cubicBezTo>
                    <a:pt x="794" y="105"/>
                    <a:pt x="797" y="112"/>
                    <a:pt x="796" y="115"/>
                  </a:cubicBezTo>
                  <a:cubicBezTo>
                    <a:pt x="796" y="116"/>
                    <a:pt x="793" y="116"/>
                    <a:pt x="792" y="117"/>
                  </a:cubicBezTo>
                  <a:cubicBezTo>
                    <a:pt x="791" y="118"/>
                    <a:pt x="791" y="123"/>
                    <a:pt x="791" y="125"/>
                  </a:cubicBezTo>
                  <a:cubicBezTo>
                    <a:pt x="791" y="127"/>
                    <a:pt x="793" y="129"/>
                    <a:pt x="794" y="130"/>
                  </a:cubicBezTo>
                  <a:cubicBezTo>
                    <a:pt x="795" y="130"/>
                    <a:pt x="797" y="132"/>
                    <a:pt x="798" y="132"/>
                  </a:cubicBezTo>
                  <a:cubicBezTo>
                    <a:pt x="798" y="131"/>
                    <a:pt x="799" y="129"/>
                    <a:pt x="799" y="128"/>
                  </a:cubicBezTo>
                  <a:cubicBezTo>
                    <a:pt x="800" y="128"/>
                    <a:pt x="802" y="130"/>
                    <a:pt x="803" y="130"/>
                  </a:cubicBezTo>
                  <a:cubicBezTo>
                    <a:pt x="804" y="132"/>
                    <a:pt x="804" y="135"/>
                    <a:pt x="805" y="136"/>
                  </a:cubicBezTo>
                  <a:cubicBezTo>
                    <a:pt x="805" y="138"/>
                    <a:pt x="807" y="142"/>
                    <a:pt x="808" y="144"/>
                  </a:cubicBezTo>
                  <a:cubicBezTo>
                    <a:pt x="809" y="146"/>
                    <a:pt x="812" y="148"/>
                    <a:pt x="813" y="149"/>
                  </a:cubicBezTo>
                  <a:cubicBezTo>
                    <a:pt x="814" y="152"/>
                    <a:pt x="814" y="157"/>
                    <a:pt x="815" y="159"/>
                  </a:cubicBezTo>
                  <a:cubicBezTo>
                    <a:pt x="816" y="161"/>
                    <a:pt x="820" y="165"/>
                    <a:pt x="821" y="167"/>
                  </a:cubicBezTo>
                  <a:cubicBezTo>
                    <a:pt x="823" y="169"/>
                    <a:pt x="827" y="173"/>
                    <a:pt x="828" y="175"/>
                  </a:cubicBezTo>
                  <a:cubicBezTo>
                    <a:pt x="830" y="177"/>
                    <a:pt x="831" y="181"/>
                    <a:pt x="832" y="183"/>
                  </a:cubicBezTo>
                  <a:cubicBezTo>
                    <a:pt x="832" y="186"/>
                    <a:pt x="832" y="191"/>
                    <a:pt x="832" y="194"/>
                  </a:cubicBezTo>
                  <a:cubicBezTo>
                    <a:pt x="831" y="197"/>
                    <a:pt x="829" y="204"/>
                    <a:pt x="828" y="207"/>
                  </a:cubicBezTo>
                  <a:cubicBezTo>
                    <a:pt x="827" y="208"/>
                    <a:pt x="826" y="212"/>
                    <a:pt x="825" y="213"/>
                  </a:cubicBezTo>
                  <a:cubicBezTo>
                    <a:pt x="824" y="214"/>
                    <a:pt x="819" y="214"/>
                    <a:pt x="817" y="216"/>
                  </a:cubicBezTo>
                  <a:cubicBezTo>
                    <a:pt x="816" y="218"/>
                    <a:pt x="817" y="223"/>
                    <a:pt x="817" y="225"/>
                  </a:cubicBezTo>
                  <a:cubicBezTo>
                    <a:pt x="818" y="226"/>
                    <a:pt x="819" y="228"/>
                    <a:pt x="819" y="230"/>
                  </a:cubicBezTo>
                  <a:cubicBezTo>
                    <a:pt x="819" y="231"/>
                    <a:pt x="819" y="235"/>
                    <a:pt x="818" y="236"/>
                  </a:cubicBezTo>
                  <a:cubicBezTo>
                    <a:pt x="817" y="237"/>
                    <a:pt x="814" y="234"/>
                    <a:pt x="812" y="234"/>
                  </a:cubicBezTo>
                  <a:cubicBezTo>
                    <a:pt x="811" y="235"/>
                    <a:pt x="809" y="236"/>
                    <a:pt x="808" y="237"/>
                  </a:cubicBezTo>
                  <a:cubicBezTo>
                    <a:pt x="807" y="238"/>
                    <a:pt x="806" y="241"/>
                    <a:pt x="806" y="242"/>
                  </a:cubicBezTo>
                  <a:cubicBezTo>
                    <a:pt x="805" y="244"/>
                    <a:pt x="802" y="247"/>
                    <a:pt x="801" y="248"/>
                  </a:cubicBezTo>
                  <a:cubicBezTo>
                    <a:pt x="800" y="249"/>
                    <a:pt x="795" y="250"/>
                    <a:pt x="794" y="251"/>
                  </a:cubicBezTo>
                  <a:cubicBezTo>
                    <a:pt x="793" y="252"/>
                    <a:pt x="793" y="256"/>
                    <a:pt x="792" y="257"/>
                  </a:cubicBezTo>
                  <a:cubicBezTo>
                    <a:pt x="792" y="259"/>
                    <a:pt x="792" y="262"/>
                    <a:pt x="791" y="263"/>
                  </a:cubicBezTo>
                  <a:cubicBezTo>
                    <a:pt x="790" y="263"/>
                    <a:pt x="788" y="263"/>
                    <a:pt x="787" y="262"/>
                  </a:cubicBezTo>
                  <a:cubicBezTo>
                    <a:pt x="785" y="261"/>
                    <a:pt x="784" y="257"/>
                    <a:pt x="783" y="257"/>
                  </a:cubicBezTo>
                  <a:cubicBezTo>
                    <a:pt x="781" y="257"/>
                    <a:pt x="778" y="262"/>
                    <a:pt x="777" y="264"/>
                  </a:cubicBezTo>
                  <a:cubicBezTo>
                    <a:pt x="776" y="265"/>
                    <a:pt x="777" y="270"/>
                    <a:pt x="775" y="271"/>
                  </a:cubicBezTo>
                  <a:cubicBezTo>
                    <a:pt x="773" y="272"/>
                    <a:pt x="769" y="270"/>
                    <a:pt x="767" y="271"/>
                  </a:cubicBezTo>
                  <a:cubicBezTo>
                    <a:pt x="766" y="271"/>
                    <a:pt x="764" y="272"/>
                    <a:pt x="764" y="272"/>
                  </a:cubicBezTo>
                  <a:cubicBezTo>
                    <a:pt x="763" y="274"/>
                    <a:pt x="764" y="277"/>
                    <a:pt x="764" y="278"/>
                  </a:cubicBezTo>
                  <a:cubicBezTo>
                    <a:pt x="764" y="280"/>
                    <a:pt x="767" y="284"/>
                    <a:pt x="767" y="286"/>
                  </a:cubicBezTo>
                  <a:cubicBezTo>
                    <a:pt x="767" y="287"/>
                    <a:pt x="767" y="290"/>
                    <a:pt x="766" y="290"/>
                  </a:cubicBezTo>
                  <a:cubicBezTo>
                    <a:pt x="765" y="291"/>
                    <a:pt x="761" y="291"/>
                    <a:pt x="760" y="290"/>
                  </a:cubicBezTo>
                  <a:cubicBezTo>
                    <a:pt x="759" y="290"/>
                    <a:pt x="759" y="286"/>
                    <a:pt x="758" y="286"/>
                  </a:cubicBezTo>
                  <a:cubicBezTo>
                    <a:pt x="757" y="284"/>
                    <a:pt x="752" y="285"/>
                    <a:pt x="751" y="286"/>
                  </a:cubicBezTo>
                  <a:cubicBezTo>
                    <a:pt x="749" y="286"/>
                    <a:pt x="748" y="289"/>
                    <a:pt x="747" y="290"/>
                  </a:cubicBezTo>
                  <a:cubicBezTo>
                    <a:pt x="745" y="292"/>
                    <a:pt x="742" y="293"/>
                    <a:pt x="741" y="294"/>
                  </a:cubicBezTo>
                  <a:cubicBezTo>
                    <a:pt x="740" y="295"/>
                    <a:pt x="739" y="298"/>
                    <a:pt x="738" y="299"/>
                  </a:cubicBezTo>
                  <a:cubicBezTo>
                    <a:pt x="736" y="301"/>
                    <a:pt x="733" y="305"/>
                    <a:pt x="731" y="306"/>
                  </a:cubicBezTo>
                  <a:cubicBezTo>
                    <a:pt x="729" y="308"/>
                    <a:pt x="725" y="309"/>
                    <a:pt x="723" y="311"/>
                  </a:cubicBezTo>
                  <a:cubicBezTo>
                    <a:pt x="720" y="313"/>
                    <a:pt x="717" y="318"/>
                    <a:pt x="714" y="321"/>
                  </a:cubicBezTo>
                  <a:cubicBezTo>
                    <a:pt x="710" y="326"/>
                    <a:pt x="702" y="337"/>
                    <a:pt x="697" y="341"/>
                  </a:cubicBezTo>
                  <a:cubicBezTo>
                    <a:pt x="694" y="343"/>
                    <a:pt x="688" y="347"/>
                    <a:pt x="685" y="348"/>
                  </a:cubicBezTo>
                  <a:cubicBezTo>
                    <a:pt x="682" y="349"/>
                    <a:pt x="675" y="348"/>
                    <a:pt x="672" y="349"/>
                  </a:cubicBezTo>
                  <a:cubicBezTo>
                    <a:pt x="671" y="350"/>
                    <a:pt x="670" y="352"/>
                    <a:pt x="669" y="353"/>
                  </a:cubicBezTo>
                  <a:cubicBezTo>
                    <a:pt x="668" y="355"/>
                    <a:pt x="669" y="360"/>
                    <a:pt x="668" y="361"/>
                  </a:cubicBezTo>
                  <a:cubicBezTo>
                    <a:pt x="667" y="363"/>
                    <a:pt x="663" y="366"/>
                    <a:pt x="662" y="365"/>
                  </a:cubicBezTo>
                  <a:cubicBezTo>
                    <a:pt x="660" y="365"/>
                    <a:pt x="659" y="361"/>
                    <a:pt x="658" y="360"/>
                  </a:cubicBezTo>
                  <a:cubicBezTo>
                    <a:pt x="657" y="359"/>
                    <a:pt x="654" y="358"/>
                    <a:pt x="653" y="358"/>
                  </a:cubicBezTo>
                  <a:cubicBezTo>
                    <a:pt x="652" y="358"/>
                    <a:pt x="648" y="358"/>
                    <a:pt x="647" y="358"/>
                  </a:cubicBezTo>
                  <a:cubicBezTo>
                    <a:pt x="645" y="359"/>
                    <a:pt x="641" y="363"/>
                    <a:pt x="640" y="365"/>
                  </a:cubicBezTo>
                  <a:cubicBezTo>
                    <a:pt x="638" y="367"/>
                    <a:pt x="638" y="373"/>
                    <a:pt x="637" y="375"/>
                  </a:cubicBezTo>
                  <a:cubicBezTo>
                    <a:pt x="636" y="377"/>
                    <a:pt x="633" y="381"/>
                    <a:pt x="631" y="382"/>
                  </a:cubicBezTo>
                  <a:cubicBezTo>
                    <a:pt x="630" y="382"/>
                    <a:pt x="627" y="382"/>
                    <a:pt x="626" y="382"/>
                  </a:cubicBezTo>
                  <a:cubicBezTo>
                    <a:pt x="624" y="381"/>
                    <a:pt x="623" y="378"/>
                    <a:pt x="621" y="377"/>
                  </a:cubicBezTo>
                  <a:cubicBezTo>
                    <a:pt x="620" y="376"/>
                    <a:pt x="616" y="375"/>
                    <a:pt x="614" y="375"/>
                  </a:cubicBezTo>
                  <a:cubicBezTo>
                    <a:pt x="612" y="374"/>
                    <a:pt x="607" y="373"/>
                    <a:pt x="605" y="373"/>
                  </a:cubicBezTo>
                  <a:cubicBezTo>
                    <a:pt x="601" y="372"/>
                    <a:pt x="594" y="372"/>
                    <a:pt x="591" y="373"/>
                  </a:cubicBezTo>
                  <a:cubicBezTo>
                    <a:pt x="590" y="373"/>
                    <a:pt x="588" y="373"/>
                    <a:pt x="587" y="374"/>
                  </a:cubicBezTo>
                  <a:cubicBezTo>
                    <a:pt x="585" y="375"/>
                    <a:pt x="584" y="378"/>
                    <a:pt x="582" y="379"/>
                  </a:cubicBezTo>
                  <a:cubicBezTo>
                    <a:pt x="580" y="380"/>
                    <a:pt x="574" y="380"/>
                    <a:pt x="571" y="380"/>
                  </a:cubicBezTo>
                  <a:cubicBezTo>
                    <a:pt x="570" y="380"/>
                    <a:pt x="569" y="380"/>
                    <a:pt x="568" y="38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75" name="Group 279"/>
          <p:cNvGrpSpPr/>
          <p:nvPr/>
        </p:nvGrpSpPr>
        <p:grpSpPr>
          <a:xfrm>
            <a:off x="2436702" y="2901374"/>
            <a:ext cx="230298" cy="230298"/>
            <a:chOff x="846989" y="1401020"/>
            <a:chExt cx="877416" cy="877416"/>
          </a:xfrm>
          <a:effectLst/>
        </p:grpSpPr>
        <p:sp>
          <p:nvSpPr>
            <p:cNvPr id="176" name="Teardrop 175"/>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77" name="Oval 17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78" name="Group 279"/>
          <p:cNvGrpSpPr/>
          <p:nvPr/>
        </p:nvGrpSpPr>
        <p:grpSpPr>
          <a:xfrm>
            <a:off x="1589974" y="4544203"/>
            <a:ext cx="230298" cy="230298"/>
            <a:chOff x="846989" y="1401020"/>
            <a:chExt cx="877416" cy="877416"/>
          </a:xfrm>
          <a:effectLst/>
        </p:grpSpPr>
        <p:sp>
          <p:nvSpPr>
            <p:cNvPr id="179" name="Teardrop 17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80" name="Oval 17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81" name="Group 279"/>
          <p:cNvGrpSpPr/>
          <p:nvPr/>
        </p:nvGrpSpPr>
        <p:grpSpPr>
          <a:xfrm>
            <a:off x="1488838" y="3746722"/>
            <a:ext cx="230298" cy="230298"/>
            <a:chOff x="846989" y="1401020"/>
            <a:chExt cx="877416" cy="877416"/>
          </a:xfrm>
          <a:effectLst/>
        </p:grpSpPr>
        <p:sp>
          <p:nvSpPr>
            <p:cNvPr id="182" name="Teardrop 181"/>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83" name="Oval 18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84" name="Group 279"/>
          <p:cNvGrpSpPr/>
          <p:nvPr/>
        </p:nvGrpSpPr>
        <p:grpSpPr>
          <a:xfrm>
            <a:off x="1075073" y="4303082"/>
            <a:ext cx="230298" cy="230298"/>
            <a:chOff x="846989" y="1401020"/>
            <a:chExt cx="877416" cy="877416"/>
          </a:xfrm>
          <a:effectLst/>
        </p:grpSpPr>
        <p:sp>
          <p:nvSpPr>
            <p:cNvPr id="185" name="Teardrop 184"/>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86" name="Oval 18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87" name="Group 279"/>
          <p:cNvGrpSpPr/>
          <p:nvPr/>
        </p:nvGrpSpPr>
        <p:grpSpPr>
          <a:xfrm>
            <a:off x="2617605" y="3506436"/>
            <a:ext cx="230298" cy="230298"/>
            <a:chOff x="846989" y="1401020"/>
            <a:chExt cx="877416" cy="877416"/>
          </a:xfrm>
          <a:effectLst/>
        </p:grpSpPr>
        <p:sp>
          <p:nvSpPr>
            <p:cNvPr id="188" name="Teardrop 187"/>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89" name="Oval 18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90" name="Group 279"/>
          <p:cNvGrpSpPr/>
          <p:nvPr/>
        </p:nvGrpSpPr>
        <p:grpSpPr>
          <a:xfrm>
            <a:off x="2347432" y="5088749"/>
            <a:ext cx="230298" cy="230298"/>
            <a:chOff x="846989" y="1401020"/>
            <a:chExt cx="877416" cy="877416"/>
          </a:xfrm>
          <a:effectLst/>
        </p:grpSpPr>
        <p:sp>
          <p:nvSpPr>
            <p:cNvPr id="191" name="Teardrop 190"/>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92" name="Oval 19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93" name="Group 192"/>
          <p:cNvGrpSpPr/>
          <p:nvPr/>
        </p:nvGrpSpPr>
        <p:grpSpPr>
          <a:xfrm>
            <a:off x="4190391" y="2572554"/>
            <a:ext cx="2028825" cy="276225"/>
            <a:chOff x="3724275" y="1396446"/>
            <a:chExt cx="2028825" cy="276225"/>
          </a:xfrm>
        </p:grpSpPr>
        <p:sp>
          <p:nvSpPr>
            <p:cNvPr id="194" name="Rounded Rectangle 193"/>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ounded Rectangle 194"/>
            <p:cNvSpPr/>
            <p:nvPr/>
          </p:nvSpPr>
          <p:spPr>
            <a:xfrm>
              <a:off x="3724275" y="1396446"/>
              <a:ext cx="1228725" cy="27622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196" name="Group 195"/>
          <p:cNvGrpSpPr/>
          <p:nvPr/>
        </p:nvGrpSpPr>
        <p:grpSpPr>
          <a:xfrm>
            <a:off x="4190391" y="3102033"/>
            <a:ext cx="2028825" cy="276225"/>
            <a:chOff x="3724275" y="1396446"/>
            <a:chExt cx="2028825" cy="276225"/>
          </a:xfrm>
        </p:grpSpPr>
        <p:sp>
          <p:nvSpPr>
            <p:cNvPr id="197" name="Rounded Rectangle 196"/>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ounded Rectangle 197"/>
            <p:cNvSpPr/>
            <p:nvPr/>
          </p:nvSpPr>
          <p:spPr>
            <a:xfrm>
              <a:off x="3724275" y="1396446"/>
              <a:ext cx="1381125" cy="27622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60%</a:t>
              </a:r>
            </a:p>
          </p:txBody>
        </p:sp>
      </p:grpSp>
      <p:grpSp>
        <p:nvGrpSpPr>
          <p:cNvPr id="199" name="Group 198"/>
          <p:cNvGrpSpPr/>
          <p:nvPr/>
        </p:nvGrpSpPr>
        <p:grpSpPr>
          <a:xfrm>
            <a:off x="4190391" y="3631512"/>
            <a:ext cx="2028825" cy="276225"/>
            <a:chOff x="3724275" y="1396446"/>
            <a:chExt cx="2028825" cy="276225"/>
          </a:xfrm>
        </p:grpSpPr>
        <p:sp>
          <p:nvSpPr>
            <p:cNvPr id="200" name="Rounded Rectangle 199"/>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ounded Rectangle 200"/>
            <p:cNvSpPr/>
            <p:nvPr/>
          </p:nvSpPr>
          <p:spPr>
            <a:xfrm>
              <a:off x="3724275" y="1396446"/>
              <a:ext cx="1533525" cy="27622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70%</a:t>
              </a:r>
            </a:p>
          </p:txBody>
        </p:sp>
      </p:grpSp>
      <p:grpSp>
        <p:nvGrpSpPr>
          <p:cNvPr id="202" name="Group 201"/>
          <p:cNvGrpSpPr/>
          <p:nvPr/>
        </p:nvGrpSpPr>
        <p:grpSpPr>
          <a:xfrm>
            <a:off x="4190391" y="4160991"/>
            <a:ext cx="2028825" cy="276225"/>
            <a:chOff x="3724275" y="1396446"/>
            <a:chExt cx="2028825" cy="276225"/>
          </a:xfrm>
        </p:grpSpPr>
        <p:sp>
          <p:nvSpPr>
            <p:cNvPr id="203" name="Rounded Rectangle 202"/>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ounded Rectangle 203"/>
            <p:cNvSpPr/>
            <p:nvPr/>
          </p:nvSpPr>
          <p:spPr>
            <a:xfrm>
              <a:off x="3724275" y="1396446"/>
              <a:ext cx="923925" cy="27622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40%</a:t>
              </a:r>
            </a:p>
          </p:txBody>
        </p:sp>
      </p:grpSp>
      <p:grpSp>
        <p:nvGrpSpPr>
          <p:cNvPr id="205" name="Group 204"/>
          <p:cNvGrpSpPr/>
          <p:nvPr/>
        </p:nvGrpSpPr>
        <p:grpSpPr>
          <a:xfrm>
            <a:off x="4190391" y="4690470"/>
            <a:ext cx="2028825" cy="276225"/>
            <a:chOff x="3724275" y="1396446"/>
            <a:chExt cx="2028825" cy="276225"/>
          </a:xfrm>
        </p:grpSpPr>
        <p:sp>
          <p:nvSpPr>
            <p:cNvPr id="206" name="Rounded Rectangle 205"/>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ounded Rectangle 206"/>
            <p:cNvSpPr/>
            <p:nvPr/>
          </p:nvSpPr>
          <p:spPr>
            <a:xfrm>
              <a:off x="3724275" y="1396446"/>
              <a:ext cx="1228725" cy="27622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208" name="Group 207"/>
          <p:cNvGrpSpPr/>
          <p:nvPr/>
        </p:nvGrpSpPr>
        <p:grpSpPr>
          <a:xfrm>
            <a:off x="4190391" y="5219950"/>
            <a:ext cx="2028825" cy="276225"/>
            <a:chOff x="3724275" y="1396446"/>
            <a:chExt cx="2028825" cy="276225"/>
          </a:xfrm>
        </p:grpSpPr>
        <p:sp>
          <p:nvSpPr>
            <p:cNvPr id="209" name="Rounded Rectangle 208"/>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0" name="Rounded Rectangle 209"/>
            <p:cNvSpPr/>
            <p:nvPr/>
          </p:nvSpPr>
          <p:spPr>
            <a:xfrm>
              <a:off x="3724275" y="1396446"/>
              <a:ext cx="1838325" cy="27622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90%</a:t>
              </a:r>
            </a:p>
          </p:txBody>
        </p:sp>
      </p:grpSp>
      <p:grpSp>
        <p:nvGrpSpPr>
          <p:cNvPr id="211" name="Group 210"/>
          <p:cNvGrpSpPr/>
          <p:nvPr/>
        </p:nvGrpSpPr>
        <p:grpSpPr>
          <a:xfrm>
            <a:off x="3841587" y="2626028"/>
            <a:ext cx="2326242" cy="3194551"/>
            <a:chOff x="3394521" y="1406024"/>
            <a:chExt cx="2326242" cy="3194551"/>
          </a:xfrm>
        </p:grpSpPr>
        <p:grpSp>
          <p:nvGrpSpPr>
            <p:cNvPr id="212" name="Group 357"/>
            <p:cNvGrpSpPr/>
            <p:nvPr/>
          </p:nvGrpSpPr>
          <p:grpSpPr>
            <a:xfrm>
              <a:off x="3817944" y="4431298"/>
              <a:ext cx="1902819" cy="169277"/>
              <a:chOff x="3798894" y="3850273"/>
              <a:chExt cx="1902819" cy="169277"/>
            </a:xfrm>
          </p:grpSpPr>
          <p:sp>
            <p:nvSpPr>
              <p:cNvPr id="219" name="Text Placeholder 3"/>
              <p:cNvSpPr txBox="1">
                <a:spLocks/>
              </p:cNvSpPr>
              <p:nvPr/>
            </p:nvSpPr>
            <p:spPr>
              <a:xfrm>
                <a:off x="3798894" y="3850273"/>
                <a:ext cx="163506"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0%</a:t>
                </a:r>
              </a:p>
            </p:txBody>
          </p:sp>
          <p:sp>
            <p:nvSpPr>
              <p:cNvPr id="220" name="Text Placeholder 3"/>
              <p:cNvSpPr txBox="1">
                <a:spLocks/>
              </p:cNvSpPr>
              <p:nvPr/>
            </p:nvSpPr>
            <p:spPr>
              <a:xfrm>
                <a:off x="414555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25%</a:t>
                </a:r>
              </a:p>
            </p:txBody>
          </p:sp>
          <p:sp>
            <p:nvSpPr>
              <p:cNvPr id="221" name="Text Placeholder 3"/>
              <p:cNvSpPr txBox="1">
                <a:spLocks/>
              </p:cNvSpPr>
              <p:nvPr/>
            </p:nvSpPr>
            <p:spPr>
              <a:xfrm>
                <a:off x="4562752"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50%</a:t>
                </a:r>
              </a:p>
            </p:txBody>
          </p:sp>
          <p:sp>
            <p:nvSpPr>
              <p:cNvPr id="222" name="Text Placeholder 3"/>
              <p:cNvSpPr txBox="1">
                <a:spLocks/>
              </p:cNvSpPr>
              <p:nvPr/>
            </p:nvSpPr>
            <p:spPr>
              <a:xfrm>
                <a:off x="497994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75%</a:t>
                </a:r>
              </a:p>
            </p:txBody>
          </p:sp>
          <p:sp>
            <p:nvSpPr>
              <p:cNvPr id="223" name="Text Placeholder 3"/>
              <p:cNvSpPr txBox="1">
                <a:spLocks/>
              </p:cNvSpPr>
              <p:nvPr/>
            </p:nvSpPr>
            <p:spPr>
              <a:xfrm>
                <a:off x="5397142" y="3850273"/>
                <a:ext cx="304571"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100%</a:t>
                </a:r>
              </a:p>
            </p:txBody>
          </p:sp>
        </p:grpSp>
        <p:sp>
          <p:nvSpPr>
            <p:cNvPr id="213" name="Text Placeholder 3"/>
            <p:cNvSpPr txBox="1">
              <a:spLocks/>
            </p:cNvSpPr>
            <p:nvPr/>
          </p:nvSpPr>
          <p:spPr>
            <a:xfrm>
              <a:off x="3394521" y="1406024"/>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2010</a:t>
              </a:r>
            </a:p>
          </p:txBody>
        </p:sp>
        <p:sp>
          <p:nvSpPr>
            <p:cNvPr id="214" name="Text Placeholder 3"/>
            <p:cNvSpPr txBox="1">
              <a:spLocks/>
            </p:cNvSpPr>
            <p:nvPr/>
          </p:nvSpPr>
          <p:spPr>
            <a:xfrm>
              <a:off x="3394521" y="1935503"/>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2011</a:t>
              </a:r>
            </a:p>
          </p:txBody>
        </p:sp>
        <p:sp>
          <p:nvSpPr>
            <p:cNvPr id="215" name="Text Placeholder 3"/>
            <p:cNvSpPr txBox="1">
              <a:spLocks/>
            </p:cNvSpPr>
            <p:nvPr/>
          </p:nvSpPr>
          <p:spPr>
            <a:xfrm>
              <a:off x="3394521" y="2464982"/>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2012</a:t>
              </a:r>
            </a:p>
          </p:txBody>
        </p:sp>
        <p:sp>
          <p:nvSpPr>
            <p:cNvPr id="216" name="Text Placeholder 3"/>
            <p:cNvSpPr txBox="1">
              <a:spLocks/>
            </p:cNvSpPr>
            <p:nvPr/>
          </p:nvSpPr>
          <p:spPr>
            <a:xfrm>
              <a:off x="3394521" y="2994461"/>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2013</a:t>
              </a:r>
            </a:p>
          </p:txBody>
        </p:sp>
        <p:sp>
          <p:nvSpPr>
            <p:cNvPr id="217" name="Text Placeholder 3"/>
            <p:cNvSpPr txBox="1">
              <a:spLocks/>
            </p:cNvSpPr>
            <p:nvPr/>
          </p:nvSpPr>
          <p:spPr>
            <a:xfrm>
              <a:off x="3394521" y="352394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2014</a:t>
              </a:r>
            </a:p>
          </p:txBody>
        </p:sp>
        <p:sp>
          <p:nvSpPr>
            <p:cNvPr id="218" name="Text Placeholder 3"/>
            <p:cNvSpPr txBox="1">
              <a:spLocks/>
            </p:cNvSpPr>
            <p:nvPr/>
          </p:nvSpPr>
          <p:spPr>
            <a:xfrm>
              <a:off x="3394521" y="405342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2015</a:t>
              </a:r>
            </a:p>
          </p:txBody>
        </p:sp>
      </p:grpSp>
      <p:sp>
        <p:nvSpPr>
          <p:cNvPr id="224" name="Footer Text"/>
          <p:cNvSpPr txBox="1"/>
          <p:nvPr/>
        </p:nvSpPr>
        <p:spPr>
          <a:xfrm>
            <a:off x="6368401" y="2514600"/>
            <a:ext cx="2232471" cy="1292662"/>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a:t>
            </a:r>
          </a:p>
          <a:p>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a:t>
            </a:r>
          </a:p>
        </p:txBody>
      </p:sp>
      <p:grpSp>
        <p:nvGrpSpPr>
          <p:cNvPr id="225" name="Group 90"/>
          <p:cNvGrpSpPr>
            <a:grpSpLocks noChangeAspect="1"/>
          </p:cNvGrpSpPr>
          <p:nvPr/>
        </p:nvGrpSpPr>
        <p:grpSpPr>
          <a:xfrm>
            <a:off x="6437312" y="4071409"/>
            <a:ext cx="606930" cy="606928"/>
            <a:chOff x="4046972" y="1821242"/>
            <a:chExt cx="751216" cy="751214"/>
          </a:xfrm>
        </p:grpSpPr>
        <p:sp>
          <p:nvSpPr>
            <p:cNvPr id="226" name="Oval 225"/>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7" name="Group 179"/>
            <p:cNvGrpSpPr/>
            <p:nvPr/>
          </p:nvGrpSpPr>
          <p:grpSpPr>
            <a:xfrm>
              <a:off x="4321607" y="1938430"/>
              <a:ext cx="201944" cy="516839"/>
              <a:chOff x="5054600" y="1652588"/>
              <a:chExt cx="187325" cy="479424"/>
            </a:xfrm>
            <a:solidFill>
              <a:schemeClr val="bg1"/>
            </a:solidFill>
          </p:grpSpPr>
          <p:sp>
            <p:nvSpPr>
              <p:cNvPr id="22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30" name="Group 91"/>
          <p:cNvGrpSpPr>
            <a:grpSpLocks noChangeAspect="1"/>
          </p:cNvGrpSpPr>
          <p:nvPr/>
        </p:nvGrpSpPr>
        <p:grpSpPr>
          <a:xfrm>
            <a:off x="6437312" y="4935928"/>
            <a:ext cx="606930" cy="606928"/>
            <a:chOff x="5397701" y="1821242"/>
            <a:chExt cx="751216" cy="751214"/>
          </a:xfrm>
        </p:grpSpPr>
        <p:sp>
          <p:nvSpPr>
            <p:cNvPr id="231" name="Oval 230"/>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2" name="Group 184"/>
            <p:cNvGrpSpPr/>
            <p:nvPr/>
          </p:nvGrpSpPr>
          <p:grpSpPr>
            <a:xfrm>
              <a:off x="5653784" y="1940300"/>
              <a:ext cx="238994" cy="513083"/>
              <a:chOff x="6213475" y="1668463"/>
              <a:chExt cx="227013" cy="487362"/>
            </a:xfrm>
            <a:solidFill>
              <a:schemeClr val="bg1"/>
            </a:solidFill>
          </p:grpSpPr>
          <p:sp>
            <p:nvSpPr>
              <p:cNvPr id="233"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35" name="Group 80"/>
          <p:cNvGrpSpPr/>
          <p:nvPr/>
        </p:nvGrpSpPr>
        <p:grpSpPr>
          <a:xfrm>
            <a:off x="7130891" y="4932977"/>
            <a:ext cx="1317581" cy="612831"/>
            <a:chOff x="2913154" y="3468058"/>
            <a:chExt cx="1317581" cy="612831"/>
          </a:xfrm>
        </p:grpSpPr>
        <p:sp>
          <p:nvSpPr>
            <p:cNvPr id="236"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237"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238" name="Group 80"/>
          <p:cNvGrpSpPr/>
          <p:nvPr/>
        </p:nvGrpSpPr>
        <p:grpSpPr>
          <a:xfrm>
            <a:off x="7130891" y="4068458"/>
            <a:ext cx="1317581" cy="612831"/>
            <a:chOff x="2913154" y="3468058"/>
            <a:chExt cx="1317581" cy="612831"/>
          </a:xfrm>
        </p:grpSpPr>
        <p:sp>
          <p:nvSpPr>
            <p:cNvPr id="239"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sp>
          <p:nvSpPr>
            <p:cNvPr id="240"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Tree>
    <p:extLst>
      <p:ext uri="{BB962C8B-B14F-4D97-AF65-F5344CB8AC3E}">
        <p14:creationId xmlns:p14="http://schemas.microsoft.com/office/powerpoint/2010/main" val="3623004850"/>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42"/>
                                        </p:tgtEl>
                                        <p:attrNameLst>
                                          <p:attrName>style.visibility</p:attrName>
                                        </p:attrNameLst>
                                      </p:cBhvr>
                                      <p:to>
                                        <p:strVal val="visible"/>
                                      </p:to>
                                    </p:set>
                                    <p:anim calcmode="lin" valueType="num">
                                      <p:cBhvr>
                                        <p:cTn id="7" dur="500" fill="hold"/>
                                        <p:tgtEl>
                                          <p:spTgt spid="142"/>
                                        </p:tgtEl>
                                        <p:attrNameLst>
                                          <p:attrName>ppt_w</p:attrName>
                                        </p:attrNameLst>
                                      </p:cBhvr>
                                      <p:tavLst>
                                        <p:tav tm="0">
                                          <p:val>
                                            <p:fltVal val="0"/>
                                          </p:val>
                                        </p:tav>
                                        <p:tav tm="100000">
                                          <p:val>
                                            <p:strVal val="#ppt_w"/>
                                          </p:val>
                                        </p:tav>
                                      </p:tavLst>
                                    </p:anim>
                                    <p:anim calcmode="lin" valueType="num">
                                      <p:cBhvr>
                                        <p:cTn id="8" dur="500" fill="hold"/>
                                        <p:tgtEl>
                                          <p:spTgt spid="142"/>
                                        </p:tgtEl>
                                        <p:attrNameLst>
                                          <p:attrName>ppt_h</p:attrName>
                                        </p:attrNameLst>
                                      </p:cBhvr>
                                      <p:tavLst>
                                        <p:tav tm="0">
                                          <p:val>
                                            <p:fltVal val="0"/>
                                          </p:val>
                                        </p:tav>
                                        <p:tav tm="100000">
                                          <p:val>
                                            <p:strVal val="#ppt_h"/>
                                          </p:val>
                                        </p:tav>
                                      </p:tavLst>
                                    </p:anim>
                                    <p:animEffect transition="in" filter="fade">
                                      <p:cBhvr>
                                        <p:cTn id="9" dur="500"/>
                                        <p:tgtEl>
                                          <p:spTgt spid="142"/>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175"/>
                                        </p:tgtEl>
                                        <p:attrNameLst>
                                          <p:attrName>style.visibility</p:attrName>
                                        </p:attrNameLst>
                                      </p:cBhvr>
                                      <p:to>
                                        <p:strVal val="visible"/>
                                      </p:to>
                                    </p:set>
                                    <p:anim calcmode="lin" valueType="num">
                                      <p:cBhvr additive="base">
                                        <p:cTn id="13" dur="500" fill="hold"/>
                                        <p:tgtEl>
                                          <p:spTgt spid="175"/>
                                        </p:tgtEl>
                                        <p:attrNameLst>
                                          <p:attrName>ppt_x</p:attrName>
                                        </p:attrNameLst>
                                      </p:cBhvr>
                                      <p:tavLst>
                                        <p:tav tm="0">
                                          <p:val>
                                            <p:strVal val="#ppt_x"/>
                                          </p:val>
                                        </p:tav>
                                        <p:tav tm="100000">
                                          <p:val>
                                            <p:strVal val="#ppt_x"/>
                                          </p:val>
                                        </p:tav>
                                      </p:tavLst>
                                    </p:anim>
                                    <p:anim calcmode="lin" valueType="num">
                                      <p:cBhvr additive="base">
                                        <p:cTn id="14" dur="500" fill="hold"/>
                                        <p:tgtEl>
                                          <p:spTgt spid="175"/>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178"/>
                                        </p:tgtEl>
                                        <p:attrNameLst>
                                          <p:attrName>style.visibility</p:attrName>
                                        </p:attrNameLst>
                                      </p:cBhvr>
                                      <p:to>
                                        <p:strVal val="visible"/>
                                      </p:to>
                                    </p:set>
                                    <p:anim calcmode="lin" valueType="num">
                                      <p:cBhvr additive="base">
                                        <p:cTn id="18" dur="500" fill="hold"/>
                                        <p:tgtEl>
                                          <p:spTgt spid="178"/>
                                        </p:tgtEl>
                                        <p:attrNameLst>
                                          <p:attrName>ppt_x</p:attrName>
                                        </p:attrNameLst>
                                      </p:cBhvr>
                                      <p:tavLst>
                                        <p:tav tm="0">
                                          <p:val>
                                            <p:strVal val="#ppt_x"/>
                                          </p:val>
                                        </p:tav>
                                        <p:tav tm="100000">
                                          <p:val>
                                            <p:strVal val="#ppt_x"/>
                                          </p:val>
                                        </p:tav>
                                      </p:tavLst>
                                    </p:anim>
                                    <p:anim calcmode="lin" valueType="num">
                                      <p:cBhvr additive="base">
                                        <p:cTn id="19" dur="500" fill="hold"/>
                                        <p:tgtEl>
                                          <p:spTgt spid="178"/>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181"/>
                                        </p:tgtEl>
                                        <p:attrNameLst>
                                          <p:attrName>style.visibility</p:attrName>
                                        </p:attrNameLst>
                                      </p:cBhvr>
                                      <p:to>
                                        <p:strVal val="visible"/>
                                      </p:to>
                                    </p:set>
                                    <p:anim calcmode="lin" valueType="num">
                                      <p:cBhvr additive="base">
                                        <p:cTn id="23" dur="500" fill="hold"/>
                                        <p:tgtEl>
                                          <p:spTgt spid="181"/>
                                        </p:tgtEl>
                                        <p:attrNameLst>
                                          <p:attrName>ppt_x</p:attrName>
                                        </p:attrNameLst>
                                      </p:cBhvr>
                                      <p:tavLst>
                                        <p:tav tm="0">
                                          <p:val>
                                            <p:strVal val="#ppt_x"/>
                                          </p:val>
                                        </p:tav>
                                        <p:tav tm="100000">
                                          <p:val>
                                            <p:strVal val="#ppt_x"/>
                                          </p:val>
                                        </p:tav>
                                      </p:tavLst>
                                    </p:anim>
                                    <p:anim calcmode="lin" valueType="num">
                                      <p:cBhvr additive="base">
                                        <p:cTn id="24" dur="500" fill="hold"/>
                                        <p:tgtEl>
                                          <p:spTgt spid="181"/>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184"/>
                                        </p:tgtEl>
                                        <p:attrNameLst>
                                          <p:attrName>style.visibility</p:attrName>
                                        </p:attrNameLst>
                                      </p:cBhvr>
                                      <p:to>
                                        <p:strVal val="visible"/>
                                      </p:to>
                                    </p:set>
                                    <p:anim calcmode="lin" valueType="num">
                                      <p:cBhvr additive="base">
                                        <p:cTn id="28" dur="500" fill="hold"/>
                                        <p:tgtEl>
                                          <p:spTgt spid="184"/>
                                        </p:tgtEl>
                                        <p:attrNameLst>
                                          <p:attrName>ppt_x</p:attrName>
                                        </p:attrNameLst>
                                      </p:cBhvr>
                                      <p:tavLst>
                                        <p:tav tm="0">
                                          <p:val>
                                            <p:strVal val="#ppt_x"/>
                                          </p:val>
                                        </p:tav>
                                        <p:tav tm="100000">
                                          <p:val>
                                            <p:strVal val="#ppt_x"/>
                                          </p:val>
                                        </p:tav>
                                      </p:tavLst>
                                    </p:anim>
                                    <p:anim calcmode="lin" valueType="num">
                                      <p:cBhvr additive="base">
                                        <p:cTn id="29" dur="500" fill="hold"/>
                                        <p:tgtEl>
                                          <p:spTgt spid="18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187"/>
                                        </p:tgtEl>
                                        <p:attrNameLst>
                                          <p:attrName>style.visibility</p:attrName>
                                        </p:attrNameLst>
                                      </p:cBhvr>
                                      <p:to>
                                        <p:strVal val="visible"/>
                                      </p:to>
                                    </p:set>
                                    <p:anim calcmode="lin" valueType="num">
                                      <p:cBhvr additive="base">
                                        <p:cTn id="33" dur="500" fill="hold"/>
                                        <p:tgtEl>
                                          <p:spTgt spid="187"/>
                                        </p:tgtEl>
                                        <p:attrNameLst>
                                          <p:attrName>ppt_x</p:attrName>
                                        </p:attrNameLst>
                                      </p:cBhvr>
                                      <p:tavLst>
                                        <p:tav tm="0">
                                          <p:val>
                                            <p:strVal val="#ppt_x"/>
                                          </p:val>
                                        </p:tav>
                                        <p:tav tm="100000">
                                          <p:val>
                                            <p:strVal val="#ppt_x"/>
                                          </p:val>
                                        </p:tav>
                                      </p:tavLst>
                                    </p:anim>
                                    <p:anim calcmode="lin" valueType="num">
                                      <p:cBhvr additive="base">
                                        <p:cTn id="34" dur="500" fill="hold"/>
                                        <p:tgtEl>
                                          <p:spTgt spid="187"/>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190"/>
                                        </p:tgtEl>
                                        <p:attrNameLst>
                                          <p:attrName>style.visibility</p:attrName>
                                        </p:attrNameLst>
                                      </p:cBhvr>
                                      <p:to>
                                        <p:strVal val="visible"/>
                                      </p:to>
                                    </p:set>
                                    <p:anim calcmode="lin" valueType="num">
                                      <p:cBhvr additive="base">
                                        <p:cTn id="38" dur="500" fill="hold"/>
                                        <p:tgtEl>
                                          <p:spTgt spid="190"/>
                                        </p:tgtEl>
                                        <p:attrNameLst>
                                          <p:attrName>ppt_x</p:attrName>
                                        </p:attrNameLst>
                                      </p:cBhvr>
                                      <p:tavLst>
                                        <p:tav tm="0">
                                          <p:val>
                                            <p:strVal val="#ppt_x"/>
                                          </p:val>
                                        </p:tav>
                                        <p:tav tm="100000">
                                          <p:val>
                                            <p:strVal val="#ppt_x"/>
                                          </p:val>
                                        </p:tav>
                                      </p:tavLst>
                                    </p:anim>
                                    <p:anim calcmode="lin" valueType="num">
                                      <p:cBhvr additive="base">
                                        <p:cTn id="39" dur="500" fill="hold"/>
                                        <p:tgtEl>
                                          <p:spTgt spid="190"/>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8" fill="hold" nodeType="afterEffect">
                                  <p:stCondLst>
                                    <p:cond delay="0"/>
                                  </p:stCondLst>
                                  <p:childTnLst>
                                    <p:set>
                                      <p:cBhvr>
                                        <p:cTn id="42" dur="1" fill="hold">
                                          <p:stCondLst>
                                            <p:cond delay="0"/>
                                          </p:stCondLst>
                                        </p:cTn>
                                        <p:tgtEl>
                                          <p:spTgt spid="211"/>
                                        </p:tgtEl>
                                        <p:attrNameLst>
                                          <p:attrName>style.visibility</p:attrName>
                                        </p:attrNameLst>
                                      </p:cBhvr>
                                      <p:to>
                                        <p:strVal val="visible"/>
                                      </p:to>
                                    </p:set>
                                    <p:animEffect transition="in" filter="wipe(left)">
                                      <p:cBhvr>
                                        <p:cTn id="43" dur="500"/>
                                        <p:tgtEl>
                                          <p:spTgt spid="211"/>
                                        </p:tgtEl>
                                      </p:cBhvr>
                                    </p:animEffect>
                                  </p:childTnLst>
                                </p:cTn>
                              </p:par>
                            </p:childTnLst>
                          </p:cTn>
                        </p:par>
                        <p:par>
                          <p:cTn id="44" fill="hold">
                            <p:stCondLst>
                              <p:cond delay="4000"/>
                            </p:stCondLst>
                            <p:childTnLst>
                              <p:par>
                                <p:cTn id="45" presetID="22" presetClass="entr" presetSubtype="8" fill="hold" nodeType="afterEffect">
                                  <p:stCondLst>
                                    <p:cond delay="0"/>
                                  </p:stCondLst>
                                  <p:childTnLst>
                                    <p:set>
                                      <p:cBhvr>
                                        <p:cTn id="46" dur="1" fill="hold">
                                          <p:stCondLst>
                                            <p:cond delay="0"/>
                                          </p:stCondLst>
                                        </p:cTn>
                                        <p:tgtEl>
                                          <p:spTgt spid="193"/>
                                        </p:tgtEl>
                                        <p:attrNameLst>
                                          <p:attrName>style.visibility</p:attrName>
                                        </p:attrNameLst>
                                      </p:cBhvr>
                                      <p:to>
                                        <p:strVal val="visible"/>
                                      </p:to>
                                    </p:set>
                                    <p:animEffect transition="in" filter="wipe(left)">
                                      <p:cBhvr>
                                        <p:cTn id="47" dur="500"/>
                                        <p:tgtEl>
                                          <p:spTgt spid="193"/>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196"/>
                                        </p:tgtEl>
                                        <p:attrNameLst>
                                          <p:attrName>style.visibility</p:attrName>
                                        </p:attrNameLst>
                                      </p:cBhvr>
                                      <p:to>
                                        <p:strVal val="visible"/>
                                      </p:to>
                                    </p:set>
                                    <p:animEffect transition="in" filter="wipe(left)">
                                      <p:cBhvr>
                                        <p:cTn id="51" dur="500"/>
                                        <p:tgtEl>
                                          <p:spTgt spid="196"/>
                                        </p:tgtEl>
                                      </p:cBhvr>
                                    </p:animEffect>
                                  </p:childTnLst>
                                </p:cTn>
                              </p:par>
                            </p:childTnLst>
                          </p:cTn>
                        </p:par>
                        <p:par>
                          <p:cTn id="52" fill="hold">
                            <p:stCondLst>
                              <p:cond delay="5000"/>
                            </p:stCondLst>
                            <p:childTnLst>
                              <p:par>
                                <p:cTn id="53" presetID="22" presetClass="entr" presetSubtype="8" fill="hold" nodeType="afterEffect">
                                  <p:stCondLst>
                                    <p:cond delay="0"/>
                                  </p:stCondLst>
                                  <p:childTnLst>
                                    <p:set>
                                      <p:cBhvr>
                                        <p:cTn id="54" dur="1" fill="hold">
                                          <p:stCondLst>
                                            <p:cond delay="0"/>
                                          </p:stCondLst>
                                        </p:cTn>
                                        <p:tgtEl>
                                          <p:spTgt spid="199"/>
                                        </p:tgtEl>
                                        <p:attrNameLst>
                                          <p:attrName>style.visibility</p:attrName>
                                        </p:attrNameLst>
                                      </p:cBhvr>
                                      <p:to>
                                        <p:strVal val="visible"/>
                                      </p:to>
                                    </p:set>
                                    <p:animEffect transition="in" filter="wipe(left)">
                                      <p:cBhvr>
                                        <p:cTn id="55" dur="500"/>
                                        <p:tgtEl>
                                          <p:spTgt spid="199"/>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202"/>
                                        </p:tgtEl>
                                        <p:attrNameLst>
                                          <p:attrName>style.visibility</p:attrName>
                                        </p:attrNameLst>
                                      </p:cBhvr>
                                      <p:to>
                                        <p:strVal val="visible"/>
                                      </p:to>
                                    </p:set>
                                    <p:animEffect transition="in" filter="wipe(left)">
                                      <p:cBhvr>
                                        <p:cTn id="59" dur="500"/>
                                        <p:tgtEl>
                                          <p:spTgt spid="202"/>
                                        </p:tgtEl>
                                      </p:cBhvr>
                                    </p:animEffect>
                                  </p:childTnLst>
                                </p:cTn>
                              </p:par>
                            </p:childTnLst>
                          </p:cTn>
                        </p:par>
                        <p:par>
                          <p:cTn id="60" fill="hold">
                            <p:stCondLst>
                              <p:cond delay="6000"/>
                            </p:stCondLst>
                            <p:childTnLst>
                              <p:par>
                                <p:cTn id="61" presetID="22" presetClass="entr" presetSubtype="8" fill="hold" nodeType="afterEffect">
                                  <p:stCondLst>
                                    <p:cond delay="0"/>
                                  </p:stCondLst>
                                  <p:childTnLst>
                                    <p:set>
                                      <p:cBhvr>
                                        <p:cTn id="62" dur="1" fill="hold">
                                          <p:stCondLst>
                                            <p:cond delay="0"/>
                                          </p:stCondLst>
                                        </p:cTn>
                                        <p:tgtEl>
                                          <p:spTgt spid="205"/>
                                        </p:tgtEl>
                                        <p:attrNameLst>
                                          <p:attrName>style.visibility</p:attrName>
                                        </p:attrNameLst>
                                      </p:cBhvr>
                                      <p:to>
                                        <p:strVal val="visible"/>
                                      </p:to>
                                    </p:set>
                                    <p:animEffect transition="in" filter="wipe(left)">
                                      <p:cBhvr>
                                        <p:cTn id="63" dur="500"/>
                                        <p:tgtEl>
                                          <p:spTgt spid="205"/>
                                        </p:tgtEl>
                                      </p:cBhvr>
                                    </p:animEffect>
                                  </p:childTnLst>
                                </p:cTn>
                              </p:par>
                            </p:childTnLst>
                          </p:cTn>
                        </p:par>
                        <p:par>
                          <p:cTn id="64" fill="hold">
                            <p:stCondLst>
                              <p:cond delay="6500"/>
                            </p:stCondLst>
                            <p:childTnLst>
                              <p:par>
                                <p:cTn id="65" presetID="22" presetClass="entr" presetSubtype="8" fill="hold" nodeType="afterEffect">
                                  <p:stCondLst>
                                    <p:cond delay="0"/>
                                  </p:stCondLst>
                                  <p:childTnLst>
                                    <p:set>
                                      <p:cBhvr>
                                        <p:cTn id="66" dur="1" fill="hold">
                                          <p:stCondLst>
                                            <p:cond delay="0"/>
                                          </p:stCondLst>
                                        </p:cTn>
                                        <p:tgtEl>
                                          <p:spTgt spid="208"/>
                                        </p:tgtEl>
                                        <p:attrNameLst>
                                          <p:attrName>style.visibility</p:attrName>
                                        </p:attrNameLst>
                                      </p:cBhvr>
                                      <p:to>
                                        <p:strVal val="visible"/>
                                      </p:to>
                                    </p:set>
                                    <p:animEffect transition="in" filter="wipe(left)">
                                      <p:cBhvr>
                                        <p:cTn id="67" dur="500"/>
                                        <p:tgtEl>
                                          <p:spTgt spid="208"/>
                                        </p:tgtEl>
                                      </p:cBhvr>
                                    </p:animEffect>
                                  </p:childTnLst>
                                </p:cTn>
                              </p:par>
                            </p:childTnLst>
                          </p:cTn>
                        </p:par>
                        <p:par>
                          <p:cTn id="68" fill="hold">
                            <p:stCondLst>
                              <p:cond delay="7000"/>
                            </p:stCondLst>
                            <p:childTnLst>
                              <p:par>
                                <p:cTn id="69" presetID="22" presetClass="entr" presetSubtype="8" fill="hold" grpId="0" nodeType="afterEffect">
                                  <p:stCondLst>
                                    <p:cond delay="0"/>
                                  </p:stCondLst>
                                  <p:childTnLst>
                                    <p:set>
                                      <p:cBhvr>
                                        <p:cTn id="70" dur="1" fill="hold">
                                          <p:stCondLst>
                                            <p:cond delay="0"/>
                                          </p:stCondLst>
                                        </p:cTn>
                                        <p:tgtEl>
                                          <p:spTgt spid="224"/>
                                        </p:tgtEl>
                                        <p:attrNameLst>
                                          <p:attrName>style.visibility</p:attrName>
                                        </p:attrNameLst>
                                      </p:cBhvr>
                                      <p:to>
                                        <p:strVal val="visible"/>
                                      </p:to>
                                    </p:set>
                                    <p:animEffect transition="in" filter="wipe(left)">
                                      <p:cBhvr>
                                        <p:cTn id="71" dur="500"/>
                                        <p:tgtEl>
                                          <p:spTgt spid="224"/>
                                        </p:tgtEl>
                                      </p:cBhvr>
                                    </p:animEffect>
                                  </p:childTnLst>
                                </p:cTn>
                              </p:par>
                            </p:childTnLst>
                          </p:cTn>
                        </p:par>
                        <p:par>
                          <p:cTn id="72" fill="hold">
                            <p:stCondLst>
                              <p:cond delay="7500"/>
                            </p:stCondLst>
                            <p:childTnLst>
                              <p:par>
                                <p:cTn id="73" presetID="53" presetClass="entr" presetSubtype="0" fill="hold" nodeType="afterEffect">
                                  <p:stCondLst>
                                    <p:cond delay="0"/>
                                  </p:stCondLst>
                                  <p:childTnLst>
                                    <p:set>
                                      <p:cBhvr>
                                        <p:cTn id="74" dur="1" fill="hold">
                                          <p:stCondLst>
                                            <p:cond delay="0"/>
                                          </p:stCondLst>
                                        </p:cTn>
                                        <p:tgtEl>
                                          <p:spTgt spid="225"/>
                                        </p:tgtEl>
                                        <p:attrNameLst>
                                          <p:attrName>style.visibility</p:attrName>
                                        </p:attrNameLst>
                                      </p:cBhvr>
                                      <p:to>
                                        <p:strVal val="visible"/>
                                      </p:to>
                                    </p:set>
                                    <p:anim calcmode="lin" valueType="num">
                                      <p:cBhvr>
                                        <p:cTn id="75" dur="500" fill="hold"/>
                                        <p:tgtEl>
                                          <p:spTgt spid="225"/>
                                        </p:tgtEl>
                                        <p:attrNameLst>
                                          <p:attrName>ppt_w</p:attrName>
                                        </p:attrNameLst>
                                      </p:cBhvr>
                                      <p:tavLst>
                                        <p:tav tm="0">
                                          <p:val>
                                            <p:fltVal val="0"/>
                                          </p:val>
                                        </p:tav>
                                        <p:tav tm="100000">
                                          <p:val>
                                            <p:strVal val="#ppt_w"/>
                                          </p:val>
                                        </p:tav>
                                      </p:tavLst>
                                    </p:anim>
                                    <p:anim calcmode="lin" valueType="num">
                                      <p:cBhvr>
                                        <p:cTn id="76" dur="500" fill="hold"/>
                                        <p:tgtEl>
                                          <p:spTgt spid="225"/>
                                        </p:tgtEl>
                                        <p:attrNameLst>
                                          <p:attrName>ppt_h</p:attrName>
                                        </p:attrNameLst>
                                      </p:cBhvr>
                                      <p:tavLst>
                                        <p:tav tm="0">
                                          <p:val>
                                            <p:fltVal val="0"/>
                                          </p:val>
                                        </p:tav>
                                        <p:tav tm="100000">
                                          <p:val>
                                            <p:strVal val="#ppt_h"/>
                                          </p:val>
                                        </p:tav>
                                      </p:tavLst>
                                    </p:anim>
                                    <p:animEffect transition="in" filter="fade">
                                      <p:cBhvr>
                                        <p:cTn id="77" dur="500"/>
                                        <p:tgtEl>
                                          <p:spTgt spid="225"/>
                                        </p:tgtEl>
                                      </p:cBhvr>
                                    </p:animEffect>
                                  </p:childTnLst>
                                </p:cTn>
                              </p:par>
                            </p:childTnLst>
                          </p:cTn>
                        </p:par>
                        <p:par>
                          <p:cTn id="78" fill="hold">
                            <p:stCondLst>
                              <p:cond delay="8000"/>
                            </p:stCondLst>
                            <p:childTnLst>
                              <p:par>
                                <p:cTn id="79" presetID="12" presetClass="entr" presetSubtype="4" fill="hold" nodeType="afterEffect">
                                  <p:stCondLst>
                                    <p:cond delay="0"/>
                                  </p:stCondLst>
                                  <p:childTnLst>
                                    <p:set>
                                      <p:cBhvr>
                                        <p:cTn id="80" dur="1" fill="hold">
                                          <p:stCondLst>
                                            <p:cond delay="0"/>
                                          </p:stCondLst>
                                        </p:cTn>
                                        <p:tgtEl>
                                          <p:spTgt spid="238"/>
                                        </p:tgtEl>
                                        <p:attrNameLst>
                                          <p:attrName>style.visibility</p:attrName>
                                        </p:attrNameLst>
                                      </p:cBhvr>
                                      <p:to>
                                        <p:strVal val="visible"/>
                                      </p:to>
                                    </p:set>
                                    <p:animEffect transition="in" filter="slide(fromBottom)">
                                      <p:cBhvr>
                                        <p:cTn id="81" dur="500"/>
                                        <p:tgtEl>
                                          <p:spTgt spid="238"/>
                                        </p:tgtEl>
                                      </p:cBhvr>
                                    </p:animEffect>
                                  </p:childTnLst>
                                </p:cTn>
                              </p:par>
                            </p:childTnLst>
                          </p:cTn>
                        </p:par>
                        <p:par>
                          <p:cTn id="82" fill="hold">
                            <p:stCondLst>
                              <p:cond delay="8500"/>
                            </p:stCondLst>
                            <p:childTnLst>
                              <p:par>
                                <p:cTn id="83" presetID="53" presetClass="entr" presetSubtype="0" fill="hold" nodeType="afterEffect">
                                  <p:stCondLst>
                                    <p:cond delay="0"/>
                                  </p:stCondLst>
                                  <p:childTnLst>
                                    <p:set>
                                      <p:cBhvr>
                                        <p:cTn id="84" dur="1" fill="hold">
                                          <p:stCondLst>
                                            <p:cond delay="0"/>
                                          </p:stCondLst>
                                        </p:cTn>
                                        <p:tgtEl>
                                          <p:spTgt spid="230"/>
                                        </p:tgtEl>
                                        <p:attrNameLst>
                                          <p:attrName>style.visibility</p:attrName>
                                        </p:attrNameLst>
                                      </p:cBhvr>
                                      <p:to>
                                        <p:strVal val="visible"/>
                                      </p:to>
                                    </p:set>
                                    <p:anim calcmode="lin" valueType="num">
                                      <p:cBhvr>
                                        <p:cTn id="85" dur="500" fill="hold"/>
                                        <p:tgtEl>
                                          <p:spTgt spid="230"/>
                                        </p:tgtEl>
                                        <p:attrNameLst>
                                          <p:attrName>ppt_w</p:attrName>
                                        </p:attrNameLst>
                                      </p:cBhvr>
                                      <p:tavLst>
                                        <p:tav tm="0">
                                          <p:val>
                                            <p:fltVal val="0"/>
                                          </p:val>
                                        </p:tav>
                                        <p:tav tm="100000">
                                          <p:val>
                                            <p:strVal val="#ppt_w"/>
                                          </p:val>
                                        </p:tav>
                                      </p:tavLst>
                                    </p:anim>
                                    <p:anim calcmode="lin" valueType="num">
                                      <p:cBhvr>
                                        <p:cTn id="86" dur="500" fill="hold"/>
                                        <p:tgtEl>
                                          <p:spTgt spid="230"/>
                                        </p:tgtEl>
                                        <p:attrNameLst>
                                          <p:attrName>ppt_h</p:attrName>
                                        </p:attrNameLst>
                                      </p:cBhvr>
                                      <p:tavLst>
                                        <p:tav tm="0">
                                          <p:val>
                                            <p:fltVal val="0"/>
                                          </p:val>
                                        </p:tav>
                                        <p:tav tm="100000">
                                          <p:val>
                                            <p:strVal val="#ppt_h"/>
                                          </p:val>
                                        </p:tav>
                                      </p:tavLst>
                                    </p:anim>
                                    <p:animEffect transition="in" filter="fade">
                                      <p:cBhvr>
                                        <p:cTn id="87" dur="500"/>
                                        <p:tgtEl>
                                          <p:spTgt spid="230"/>
                                        </p:tgtEl>
                                      </p:cBhvr>
                                    </p:animEffect>
                                  </p:childTnLst>
                                </p:cTn>
                              </p:par>
                            </p:childTnLst>
                          </p:cTn>
                        </p:par>
                        <p:par>
                          <p:cTn id="88" fill="hold">
                            <p:stCondLst>
                              <p:cond delay="9000"/>
                            </p:stCondLst>
                            <p:childTnLst>
                              <p:par>
                                <p:cTn id="89" presetID="12" presetClass="entr" presetSubtype="4" fill="hold" nodeType="afterEffect">
                                  <p:stCondLst>
                                    <p:cond delay="0"/>
                                  </p:stCondLst>
                                  <p:childTnLst>
                                    <p:set>
                                      <p:cBhvr>
                                        <p:cTn id="90" dur="1" fill="hold">
                                          <p:stCondLst>
                                            <p:cond delay="0"/>
                                          </p:stCondLst>
                                        </p:cTn>
                                        <p:tgtEl>
                                          <p:spTgt spid="235"/>
                                        </p:tgtEl>
                                        <p:attrNameLst>
                                          <p:attrName>style.visibility</p:attrName>
                                        </p:attrNameLst>
                                      </p:cBhvr>
                                      <p:to>
                                        <p:strVal val="visible"/>
                                      </p:to>
                                    </p:set>
                                    <p:animEffect transition="in" filter="slide(fromBottom)">
                                      <p:cBhvr>
                                        <p:cTn id="9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Norway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Norway Map Slide</a:t>
            </a:r>
            <a:endParaRPr lang="en-US" dirty="0"/>
          </a:p>
        </p:txBody>
      </p:sp>
      <p:grpSp>
        <p:nvGrpSpPr>
          <p:cNvPr id="246" name="Group 245"/>
          <p:cNvGrpSpPr/>
          <p:nvPr/>
        </p:nvGrpSpPr>
        <p:grpSpPr>
          <a:xfrm>
            <a:off x="3124200" y="1981200"/>
            <a:ext cx="3291408" cy="4125964"/>
            <a:chOff x="4800600" y="915988"/>
            <a:chExt cx="3124201" cy="3916363"/>
          </a:xfrm>
          <a:solidFill>
            <a:schemeClr val="bg1">
              <a:lumMod val="85000"/>
            </a:schemeClr>
          </a:solidFill>
        </p:grpSpPr>
        <p:sp>
          <p:nvSpPr>
            <p:cNvPr id="247" name="Freeform 5"/>
            <p:cNvSpPr>
              <a:spLocks/>
            </p:cNvSpPr>
            <p:nvPr/>
          </p:nvSpPr>
          <p:spPr bwMode="auto">
            <a:xfrm>
              <a:off x="4800600" y="4383088"/>
              <a:ext cx="25400" cy="73025"/>
            </a:xfrm>
            <a:custGeom>
              <a:avLst/>
              <a:gdLst/>
              <a:ahLst/>
              <a:cxnLst>
                <a:cxn ang="0">
                  <a:pos x="13" y="23"/>
                </a:cxn>
                <a:cxn ang="0">
                  <a:pos x="14" y="18"/>
                </a:cxn>
                <a:cxn ang="0">
                  <a:pos x="14" y="12"/>
                </a:cxn>
                <a:cxn ang="0">
                  <a:pos x="13" y="8"/>
                </a:cxn>
                <a:cxn ang="0">
                  <a:pos x="13" y="3"/>
                </a:cxn>
                <a:cxn ang="0">
                  <a:pos x="11" y="0"/>
                </a:cxn>
                <a:cxn ang="0">
                  <a:pos x="8" y="3"/>
                </a:cxn>
                <a:cxn ang="0">
                  <a:pos x="8" y="6"/>
                </a:cxn>
                <a:cxn ang="0">
                  <a:pos x="7" y="9"/>
                </a:cxn>
                <a:cxn ang="0">
                  <a:pos x="8" y="11"/>
                </a:cxn>
                <a:cxn ang="0">
                  <a:pos x="9" y="15"/>
                </a:cxn>
                <a:cxn ang="0">
                  <a:pos x="7" y="18"/>
                </a:cxn>
                <a:cxn ang="0">
                  <a:pos x="4" y="19"/>
                </a:cxn>
                <a:cxn ang="0">
                  <a:pos x="2" y="21"/>
                </a:cxn>
                <a:cxn ang="0">
                  <a:pos x="0" y="25"/>
                </a:cxn>
                <a:cxn ang="0">
                  <a:pos x="0" y="30"/>
                </a:cxn>
                <a:cxn ang="0">
                  <a:pos x="1" y="35"/>
                </a:cxn>
                <a:cxn ang="0">
                  <a:pos x="1" y="39"/>
                </a:cxn>
                <a:cxn ang="0">
                  <a:pos x="4" y="41"/>
                </a:cxn>
                <a:cxn ang="0">
                  <a:pos x="7" y="42"/>
                </a:cxn>
                <a:cxn ang="0">
                  <a:pos x="10" y="41"/>
                </a:cxn>
                <a:cxn ang="0">
                  <a:pos x="11" y="38"/>
                </a:cxn>
                <a:cxn ang="0">
                  <a:pos x="11" y="34"/>
                </a:cxn>
                <a:cxn ang="0">
                  <a:pos x="14" y="31"/>
                </a:cxn>
                <a:cxn ang="0">
                  <a:pos x="14" y="26"/>
                </a:cxn>
                <a:cxn ang="0">
                  <a:pos x="13" y="23"/>
                </a:cxn>
              </a:cxnLst>
              <a:rect l="0" t="0" r="r" b="b"/>
              <a:pathLst>
                <a:path w="15" h="42">
                  <a:moveTo>
                    <a:pt x="13" y="23"/>
                  </a:moveTo>
                  <a:cubicBezTo>
                    <a:pt x="13" y="22"/>
                    <a:pt x="14" y="19"/>
                    <a:pt x="14" y="18"/>
                  </a:cubicBezTo>
                  <a:cubicBezTo>
                    <a:pt x="14" y="17"/>
                    <a:pt x="15" y="14"/>
                    <a:pt x="14" y="12"/>
                  </a:cubicBezTo>
                  <a:cubicBezTo>
                    <a:pt x="14" y="11"/>
                    <a:pt x="13" y="9"/>
                    <a:pt x="13" y="8"/>
                  </a:cubicBezTo>
                  <a:cubicBezTo>
                    <a:pt x="13" y="7"/>
                    <a:pt x="13" y="5"/>
                    <a:pt x="13" y="3"/>
                  </a:cubicBezTo>
                  <a:cubicBezTo>
                    <a:pt x="13" y="3"/>
                    <a:pt x="12" y="1"/>
                    <a:pt x="11" y="0"/>
                  </a:cubicBezTo>
                  <a:cubicBezTo>
                    <a:pt x="10" y="0"/>
                    <a:pt x="9" y="2"/>
                    <a:pt x="8" y="3"/>
                  </a:cubicBezTo>
                  <a:cubicBezTo>
                    <a:pt x="8" y="4"/>
                    <a:pt x="8" y="5"/>
                    <a:pt x="8" y="6"/>
                  </a:cubicBezTo>
                  <a:cubicBezTo>
                    <a:pt x="8" y="7"/>
                    <a:pt x="7" y="8"/>
                    <a:pt x="7" y="9"/>
                  </a:cubicBezTo>
                  <a:cubicBezTo>
                    <a:pt x="7" y="9"/>
                    <a:pt x="8" y="10"/>
                    <a:pt x="8" y="11"/>
                  </a:cubicBezTo>
                  <a:cubicBezTo>
                    <a:pt x="8" y="12"/>
                    <a:pt x="9" y="14"/>
                    <a:pt x="9" y="15"/>
                  </a:cubicBezTo>
                  <a:cubicBezTo>
                    <a:pt x="9" y="16"/>
                    <a:pt x="7" y="18"/>
                    <a:pt x="7" y="18"/>
                  </a:cubicBezTo>
                  <a:cubicBezTo>
                    <a:pt x="6" y="19"/>
                    <a:pt x="5" y="19"/>
                    <a:pt x="4" y="19"/>
                  </a:cubicBezTo>
                  <a:cubicBezTo>
                    <a:pt x="3" y="19"/>
                    <a:pt x="2" y="21"/>
                    <a:pt x="2" y="21"/>
                  </a:cubicBezTo>
                  <a:cubicBezTo>
                    <a:pt x="1" y="22"/>
                    <a:pt x="0" y="24"/>
                    <a:pt x="0" y="25"/>
                  </a:cubicBezTo>
                  <a:cubicBezTo>
                    <a:pt x="0" y="26"/>
                    <a:pt x="0" y="28"/>
                    <a:pt x="0" y="30"/>
                  </a:cubicBezTo>
                  <a:cubicBezTo>
                    <a:pt x="1" y="31"/>
                    <a:pt x="1" y="34"/>
                    <a:pt x="1" y="35"/>
                  </a:cubicBezTo>
                  <a:cubicBezTo>
                    <a:pt x="1" y="36"/>
                    <a:pt x="1" y="38"/>
                    <a:pt x="1" y="39"/>
                  </a:cubicBezTo>
                  <a:cubicBezTo>
                    <a:pt x="2" y="40"/>
                    <a:pt x="3" y="41"/>
                    <a:pt x="4" y="41"/>
                  </a:cubicBezTo>
                  <a:cubicBezTo>
                    <a:pt x="4" y="42"/>
                    <a:pt x="6" y="42"/>
                    <a:pt x="7" y="42"/>
                  </a:cubicBezTo>
                  <a:cubicBezTo>
                    <a:pt x="7" y="42"/>
                    <a:pt x="9" y="41"/>
                    <a:pt x="10" y="41"/>
                  </a:cubicBezTo>
                  <a:cubicBezTo>
                    <a:pt x="10" y="40"/>
                    <a:pt x="11" y="38"/>
                    <a:pt x="11" y="38"/>
                  </a:cubicBezTo>
                  <a:cubicBezTo>
                    <a:pt x="12" y="37"/>
                    <a:pt x="11" y="35"/>
                    <a:pt x="11" y="34"/>
                  </a:cubicBezTo>
                  <a:cubicBezTo>
                    <a:pt x="12" y="33"/>
                    <a:pt x="13" y="32"/>
                    <a:pt x="14" y="31"/>
                  </a:cubicBezTo>
                  <a:cubicBezTo>
                    <a:pt x="14" y="30"/>
                    <a:pt x="14" y="27"/>
                    <a:pt x="14" y="26"/>
                  </a:cubicBezTo>
                  <a:cubicBezTo>
                    <a:pt x="14" y="25"/>
                    <a:pt x="13" y="24"/>
                    <a:pt x="13" y="2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6"/>
            <p:cNvSpPr>
              <a:spLocks/>
            </p:cNvSpPr>
            <p:nvPr/>
          </p:nvSpPr>
          <p:spPr bwMode="auto">
            <a:xfrm>
              <a:off x="4829175" y="4432301"/>
              <a:ext cx="14288" cy="19050"/>
            </a:xfrm>
            <a:custGeom>
              <a:avLst/>
              <a:gdLst/>
              <a:ahLst/>
              <a:cxnLst>
                <a:cxn ang="0">
                  <a:pos x="6" y="9"/>
                </a:cxn>
                <a:cxn ang="0">
                  <a:pos x="8" y="7"/>
                </a:cxn>
                <a:cxn ang="0">
                  <a:pos x="7" y="3"/>
                </a:cxn>
                <a:cxn ang="0">
                  <a:pos x="5" y="0"/>
                </a:cxn>
                <a:cxn ang="0">
                  <a:pos x="3" y="0"/>
                </a:cxn>
                <a:cxn ang="0">
                  <a:pos x="1" y="2"/>
                </a:cxn>
                <a:cxn ang="0">
                  <a:pos x="0" y="6"/>
                </a:cxn>
                <a:cxn ang="0">
                  <a:pos x="2" y="8"/>
                </a:cxn>
                <a:cxn ang="0">
                  <a:pos x="4" y="11"/>
                </a:cxn>
                <a:cxn ang="0">
                  <a:pos x="6" y="9"/>
                </a:cxn>
              </a:cxnLst>
              <a:rect l="0" t="0" r="r" b="b"/>
              <a:pathLst>
                <a:path w="8" h="11">
                  <a:moveTo>
                    <a:pt x="6" y="9"/>
                  </a:moveTo>
                  <a:cubicBezTo>
                    <a:pt x="7" y="9"/>
                    <a:pt x="7" y="8"/>
                    <a:pt x="8" y="7"/>
                  </a:cubicBezTo>
                  <a:cubicBezTo>
                    <a:pt x="8" y="6"/>
                    <a:pt x="7" y="4"/>
                    <a:pt x="7" y="3"/>
                  </a:cubicBezTo>
                  <a:cubicBezTo>
                    <a:pt x="7" y="3"/>
                    <a:pt x="6" y="1"/>
                    <a:pt x="5" y="0"/>
                  </a:cubicBezTo>
                  <a:cubicBezTo>
                    <a:pt x="5" y="0"/>
                    <a:pt x="4" y="0"/>
                    <a:pt x="3" y="0"/>
                  </a:cubicBezTo>
                  <a:cubicBezTo>
                    <a:pt x="2" y="0"/>
                    <a:pt x="1" y="1"/>
                    <a:pt x="1" y="2"/>
                  </a:cubicBezTo>
                  <a:cubicBezTo>
                    <a:pt x="0" y="3"/>
                    <a:pt x="0" y="5"/>
                    <a:pt x="0" y="6"/>
                  </a:cubicBezTo>
                  <a:cubicBezTo>
                    <a:pt x="0" y="6"/>
                    <a:pt x="1" y="7"/>
                    <a:pt x="2" y="8"/>
                  </a:cubicBezTo>
                  <a:cubicBezTo>
                    <a:pt x="2" y="9"/>
                    <a:pt x="3" y="11"/>
                    <a:pt x="4" y="11"/>
                  </a:cubicBezTo>
                  <a:cubicBezTo>
                    <a:pt x="5" y="11"/>
                    <a:pt x="6" y="10"/>
                    <a:pt x="6" y="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7"/>
            <p:cNvSpPr>
              <a:spLocks/>
            </p:cNvSpPr>
            <p:nvPr/>
          </p:nvSpPr>
          <p:spPr bwMode="auto">
            <a:xfrm>
              <a:off x="4846638" y="4429126"/>
              <a:ext cx="9525" cy="9525"/>
            </a:xfrm>
            <a:custGeom>
              <a:avLst/>
              <a:gdLst/>
              <a:ahLst/>
              <a:cxnLst>
                <a:cxn ang="0">
                  <a:pos x="5" y="4"/>
                </a:cxn>
                <a:cxn ang="0">
                  <a:pos x="3" y="5"/>
                </a:cxn>
                <a:cxn ang="0">
                  <a:pos x="1" y="5"/>
                </a:cxn>
                <a:cxn ang="0">
                  <a:pos x="0" y="3"/>
                </a:cxn>
                <a:cxn ang="0">
                  <a:pos x="0" y="0"/>
                </a:cxn>
                <a:cxn ang="0">
                  <a:pos x="2" y="1"/>
                </a:cxn>
                <a:cxn ang="0">
                  <a:pos x="3" y="2"/>
                </a:cxn>
                <a:cxn ang="0">
                  <a:pos x="5" y="4"/>
                </a:cxn>
              </a:cxnLst>
              <a:rect l="0" t="0" r="r" b="b"/>
              <a:pathLst>
                <a:path w="5" h="6">
                  <a:moveTo>
                    <a:pt x="5" y="4"/>
                  </a:moveTo>
                  <a:cubicBezTo>
                    <a:pt x="5" y="5"/>
                    <a:pt x="3" y="5"/>
                    <a:pt x="3" y="5"/>
                  </a:cubicBezTo>
                  <a:cubicBezTo>
                    <a:pt x="2" y="6"/>
                    <a:pt x="1" y="5"/>
                    <a:pt x="1" y="5"/>
                  </a:cubicBezTo>
                  <a:cubicBezTo>
                    <a:pt x="0" y="5"/>
                    <a:pt x="0" y="3"/>
                    <a:pt x="0" y="3"/>
                  </a:cubicBezTo>
                  <a:cubicBezTo>
                    <a:pt x="0" y="2"/>
                    <a:pt x="0" y="1"/>
                    <a:pt x="0" y="0"/>
                  </a:cubicBezTo>
                  <a:cubicBezTo>
                    <a:pt x="1" y="0"/>
                    <a:pt x="2" y="0"/>
                    <a:pt x="2" y="1"/>
                  </a:cubicBezTo>
                  <a:cubicBezTo>
                    <a:pt x="2" y="1"/>
                    <a:pt x="3" y="1"/>
                    <a:pt x="3" y="2"/>
                  </a:cubicBezTo>
                  <a:cubicBezTo>
                    <a:pt x="4" y="2"/>
                    <a:pt x="5" y="3"/>
                    <a:pt x="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8"/>
            <p:cNvSpPr>
              <a:spLocks/>
            </p:cNvSpPr>
            <p:nvPr/>
          </p:nvSpPr>
          <p:spPr bwMode="auto">
            <a:xfrm>
              <a:off x="4857750" y="4460876"/>
              <a:ext cx="28575" cy="26988"/>
            </a:xfrm>
            <a:custGeom>
              <a:avLst/>
              <a:gdLst/>
              <a:ahLst/>
              <a:cxnLst>
                <a:cxn ang="0">
                  <a:pos x="13" y="13"/>
                </a:cxn>
                <a:cxn ang="0">
                  <a:pos x="12" y="11"/>
                </a:cxn>
                <a:cxn ang="0">
                  <a:pos x="10" y="10"/>
                </a:cxn>
                <a:cxn ang="0">
                  <a:pos x="8" y="11"/>
                </a:cxn>
                <a:cxn ang="0">
                  <a:pos x="8" y="13"/>
                </a:cxn>
                <a:cxn ang="0">
                  <a:pos x="7" y="14"/>
                </a:cxn>
                <a:cxn ang="0">
                  <a:pos x="4" y="14"/>
                </a:cxn>
                <a:cxn ang="0">
                  <a:pos x="1" y="12"/>
                </a:cxn>
                <a:cxn ang="0">
                  <a:pos x="1" y="9"/>
                </a:cxn>
                <a:cxn ang="0">
                  <a:pos x="3" y="8"/>
                </a:cxn>
                <a:cxn ang="0">
                  <a:pos x="4" y="6"/>
                </a:cxn>
                <a:cxn ang="0">
                  <a:pos x="2" y="3"/>
                </a:cxn>
                <a:cxn ang="0">
                  <a:pos x="4" y="1"/>
                </a:cxn>
                <a:cxn ang="0">
                  <a:pos x="8" y="1"/>
                </a:cxn>
                <a:cxn ang="0">
                  <a:pos x="9" y="3"/>
                </a:cxn>
                <a:cxn ang="0">
                  <a:pos x="12" y="6"/>
                </a:cxn>
                <a:cxn ang="0">
                  <a:pos x="15" y="7"/>
                </a:cxn>
                <a:cxn ang="0">
                  <a:pos x="16" y="9"/>
                </a:cxn>
                <a:cxn ang="0">
                  <a:pos x="17" y="12"/>
                </a:cxn>
                <a:cxn ang="0">
                  <a:pos x="15" y="14"/>
                </a:cxn>
                <a:cxn ang="0">
                  <a:pos x="13" y="13"/>
                </a:cxn>
              </a:cxnLst>
              <a:rect l="0" t="0" r="r" b="b"/>
              <a:pathLst>
                <a:path w="17" h="15">
                  <a:moveTo>
                    <a:pt x="13" y="13"/>
                  </a:moveTo>
                  <a:cubicBezTo>
                    <a:pt x="12" y="13"/>
                    <a:pt x="12" y="12"/>
                    <a:pt x="12" y="11"/>
                  </a:cubicBezTo>
                  <a:cubicBezTo>
                    <a:pt x="11" y="11"/>
                    <a:pt x="10" y="10"/>
                    <a:pt x="10" y="10"/>
                  </a:cubicBezTo>
                  <a:cubicBezTo>
                    <a:pt x="9" y="10"/>
                    <a:pt x="8" y="10"/>
                    <a:pt x="8" y="11"/>
                  </a:cubicBezTo>
                  <a:cubicBezTo>
                    <a:pt x="7" y="11"/>
                    <a:pt x="8" y="13"/>
                    <a:pt x="8" y="13"/>
                  </a:cubicBezTo>
                  <a:cubicBezTo>
                    <a:pt x="8" y="14"/>
                    <a:pt x="7" y="14"/>
                    <a:pt x="7" y="14"/>
                  </a:cubicBezTo>
                  <a:cubicBezTo>
                    <a:pt x="6" y="15"/>
                    <a:pt x="5" y="14"/>
                    <a:pt x="4" y="14"/>
                  </a:cubicBezTo>
                  <a:cubicBezTo>
                    <a:pt x="3" y="14"/>
                    <a:pt x="1" y="13"/>
                    <a:pt x="1" y="12"/>
                  </a:cubicBezTo>
                  <a:cubicBezTo>
                    <a:pt x="0" y="11"/>
                    <a:pt x="0" y="9"/>
                    <a:pt x="1" y="9"/>
                  </a:cubicBezTo>
                  <a:cubicBezTo>
                    <a:pt x="1" y="8"/>
                    <a:pt x="3" y="8"/>
                    <a:pt x="3" y="8"/>
                  </a:cubicBezTo>
                  <a:cubicBezTo>
                    <a:pt x="4" y="7"/>
                    <a:pt x="4" y="6"/>
                    <a:pt x="4" y="6"/>
                  </a:cubicBezTo>
                  <a:cubicBezTo>
                    <a:pt x="4" y="5"/>
                    <a:pt x="2" y="4"/>
                    <a:pt x="2" y="3"/>
                  </a:cubicBezTo>
                  <a:cubicBezTo>
                    <a:pt x="2" y="3"/>
                    <a:pt x="3" y="1"/>
                    <a:pt x="4" y="1"/>
                  </a:cubicBezTo>
                  <a:cubicBezTo>
                    <a:pt x="5" y="0"/>
                    <a:pt x="7" y="0"/>
                    <a:pt x="8" y="1"/>
                  </a:cubicBezTo>
                  <a:cubicBezTo>
                    <a:pt x="8" y="1"/>
                    <a:pt x="9" y="3"/>
                    <a:pt x="9" y="3"/>
                  </a:cubicBezTo>
                  <a:cubicBezTo>
                    <a:pt x="10" y="4"/>
                    <a:pt x="12" y="5"/>
                    <a:pt x="12" y="6"/>
                  </a:cubicBezTo>
                  <a:cubicBezTo>
                    <a:pt x="13" y="6"/>
                    <a:pt x="15" y="7"/>
                    <a:pt x="15" y="7"/>
                  </a:cubicBezTo>
                  <a:cubicBezTo>
                    <a:pt x="16" y="8"/>
                    <a:pt x="16" y="9"/>
                    <a:pt x="16" y="9"/>
                  </a:cubicBezTo>
                  <a:cubicBezTo>
                    <a:pt x="17" y="10"/>
                    <a:pt x="17" y="11"/>
                    <a:pt x="17" y="12"/>
                  </a:cubicBezTo>
                  <a:cubicBezTo>
                    <a:pt x="17" y="12"/>
                    <a:pt x="16" y="14"/>
                    <a:pt x="15" y="14"/>
                  </a:cubicBezTo>
                  <a:cubicBezTo>
                    <a:pt x="15" y="14"/>
                    <a:pt x="13" y="14"/>
                    <a:pt x="13" y="1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9"/>
            <p:cNvSpPr>
              <a:spLocks/>
            </p:cNvSpPr>
            <p:nvPr/>
          </p:nvSpPr>
          <p:spPr bwMode="auto">
            <a:xfrm>
              <a:off x="4886325" y="4454526"/>
              <a:ext cx="15875" cy="12700"/>
            </a:xfrm>
            <a:custGeom>
              <a:avLst/>
              <a:gdLst/>
              <a:ahLst/>
              <a:cxnLst>
                <a:cxn ang="0">
                  <a:pos x="9" y="3"/>
                </a:cxn>
                <a:cxn ang="0">
                  <a:pos x="8" y="5"/>
                </a:cxn>
                <a:cxn ang="0">
                  <a:pos x="6" y="6"/>
                </a:cxn>
                <a:cxn ang="0">
                  <a:pos x="2" y="6"/>
                </a:cxn>
                <a:cxn ang="0">
                  <a:pos x="0" y="3"/>
                </a:cxn>
                <a:cxn ang="0">
                  <a:pos x="1" y="1"/>
                </a:cxn>
                <a:cxn ang="0">
                  <a:pos x="4" y="0"/>
                </a:cxn>
                <a:cxn ang="0">
                  <a:pos x="7" y="0"/>
                </a:cxn>
                <a:cxn ang="0">
                  <a:pos x="8" y="1"/>
                </a:cxn>
                <a:cxn ang="0">
                  <a:pos x="9" y="3"/>
                </a:cxn>
              </a:cxnLst>
              <a:rect l="0" t="0" r="r" b="b"/>
              <a:pathLst>
                <a:path w="9" h="7">
                  <a:moveTo>
                    <a:pt x="9" y="3"/>
                  </a:moveTo>
                  <a:cubicBezTo>
                    <a:pt x="9" y="4"/>
                    <a:pt x="8" y="5"/>
                    <a:pt x="8" y="5"/>
                  </a:cubicBezTo>
                  <a:cubicBezTo>
                    <a:pt x="7" y="6"/>
                    <a:pt x="6" y="6"/>
                    <a:pt x="6" y="6"/>
                  </a:cubicBezTo>
                  <a:cubicBezTo>
                    <a:pt x="5" y="7"/>
                    <a:pt x="3" y="7"/>
                    <a:pt x="2" y="6"/>
                  </a:cubicBezTo>
                  <a:cubicBezTo>
                    <a:pt x="1" y="6"/>
                    <a:pt x="0" y="4"/>
                    <a:pt x="0" y="3"/>
                  </a:cubicBezTo>
                  <a:cubicBezTo>
                    <a:pt x="0" y="3"/>
                    <a:pt x="1" y="1"/>
                    <a:pt x="1" y="1"/>
                  </a:cubicBezTo>
                  <a:cubicBezTo>
                    <a:pt x="2" y="0"/>
                    <a:pt x="3" y="0"/>
                    <a:pt x="4" y="0"/>
                  </a:cubicBezTo>
                  <a:cubicBezTo>
                    <a:pt x="5" y="0"/>
                    <a:pt x="6" y="0"/>
                    <a:pt x="7" y="0"/>
                  </a:cubicBezTo>
                  <a:cubicBezTo>
                    <a:pt x="7" y="0"/>
                    <a:pt x="8" y="0"/>
                    <a:pt x="8" y="1"/>
                  </a:cubicBezTo>
                  <a:cubicBezTo>
                    <a:pt x="9" y="1"/>
                    <a:pt x="9" y="3"/>
                    <a:pt x="9"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10"/>
            <p:cNvSpPr>
              <a:spLocks/>
            </p:cNvSpPr>
            <p:nvPr/>
          </p:nvSpPr>
          <p:spPr bwMode="auto">
            <a:xfrm>
              <a:off x="4914900" y="4427538"/>
              <a:ext cx="22225" cy="17463"/>
            </a:xfrm>
            <a:custGeom>
              <a:avLst/>
              <a:gdLst/>
              <a:ahLst/>
              <a:cxnLst>
                <a:cxn ang="0">
                  <a:pos x="8" y="10"/>
                </a:cxn>
                <a:cxn ang="0">
                  <a:pos x="12" y="9"/>
                </a:cxn>
                <a:cxn ang="0">
                  <a:pos x="13" y="6"/>
                </a:cxn>
                <a:cxn ang="0">
                  <a:pos x="11" y="1"/>
                </a:cxn>
                <a:cxn ang="0">
                  <a:pos x="7" y="0"/>
                </a:cxn>
                <a:cxn ang="0">
                  <a:pos x="4" y="2"/>
                </a:cxn>
                <a:cxn ang="0">
                  <a:pos x="1" y="3"/>
                </a:cxn>
                <a:cxn ang="0">
                  <a:pos x="0" y="5"/>
                </a:cxn>
                <a:cxn ang="0">
                  <a:pos x="1" y="9"/>
                </a:cxn>
                <a:cxn ang="0">
                  <a:pos x="3" y="10"/>
                </a:cxn>
                <a:cxn ang="0">
                  <a:pos x="8" y="10"/>
                </a:cxn>
              </a:cxnLst>
              <a:rect l="0" t="0" r="r" b="b"/>
              <a:pathLst>
                <a:path w="13" h="10">
                  <a:moveTo>
                    <a:pt x="8" y="10"/>
                  </a:moveTo>
                  <a:cubicBezTo>
                    <a:pt x="9" y="10"/>
                    <a:pt x="11" y="10"/>
                    <a:pt x="12" y="9"/>
                  </a:cubicBezTo>
                  <a:cubicBezTo>
                    <a:pt x="12" y="9"/>
                    <a:pt x="13" y="7"/>
                    <a:pt x="13" y="6"/>
                  </a:cubicBezTo>
                  <a:cubicBezTo>
                    <a:pt x="13" y="4"/>
                    <a:pt x="12" y="2"/>
                    <a:pt x="11" y="1"/>
                  </a:cubicBezTo>
                  <a:cubicBezTo>
                    <a:pt x="10" y="1"/>
                    <a:pt x="8" y="0"/>
                    <a:pt x="7" y="0"/>
                  </a:cubicBezTo>
                  <a:cubicBezTo>
                    <a:pt x="6" y="0"/>
                    <a:pt x="5" y="2"/>
                    <a:pt x="4" y="2"/>
                  </a:cubicBezTo>
                  <a:cubicBezTo>
                    <a:pt x="3" y="2"/>
                    <a:pt x="2" y="2"/>
                    <a:pt x="1" y="3"/>
                  </a:cubicBezTo>
                  <a:cubicBezTo>
                    <a:pt x="1" y="3"/>
                    <a:pt x="0" y="5"/>
                    <a:pt x="0" y="5"/>
                  </a:cubicBezTo>
                  <a:cubicBezTo>
                    <a:pt x="0" y="6"/>
                    <a:pt x="0" y="8"/>
                    <a:pt x="1" y="9"/>
                  </a:cubicBezTo>
                  <a:cubicBezTo>
                    <a:pt x="1" y="10"/>
                    <a:pt x="2" y="10"/>
                    <a:pt x="3" y="10"/>
                  </a:cubicBezTo>
                  <a:cubicBezTo>
                    <a:pt x="4" y="10"/>
                    <a:pt x="7" y="10"/>
                    <a:pt x="8"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11"/>
            <p:cNvSpPr>
              <a:spLocks/>
            </p:cNvSpPr>
            <p:nvPr/>
          </p:nvSpPr>
          <p:spPr bwMode="auto">
            <a:xfrm>
              <a:off x="4899025" y="4430713"/>
              <a:ext cx="9525" cy="11113"/>
            </a:xfrm>
            <a:custGeom>
              <a:avLst/>
              <a:gdLst/>
              <a:ahLst/>
              <a:cxnLst>
                <a:cxn ang="0">
                  <a:pos x="4" y="1"/>
                </a:cxn>
                <a:cxn ang="0">
                  <a:pos x="2" y="0"/>
                </a:cxn>
                <a:cxn ang="0">
                  <a:pos x="0" y="2"/>
                </a:cxn>
                <a:cxn ang="0">
                  <a:pos x="0" y="4"/>
                </a:cxn>
                <a:cxn ang="0">
                  <a:pos x="2" y="6"/>
                </a:cxn>
                <a:cxn ang="0">
                  <a:pos x="4" y="7"/>
                </a:cxn>
                <a:cxn ang="0">
                  <a:pos x="6" y="6"/>
                </a:cxn>
                <a:cxn ang="0">
                  <a:pos x="6" y="3"/>
                </a:cxn>
                <a:cxn ang="0">
                  <a:pos x="4" y="1"/>
                </a:cxn>
              </a:cxnLst>
              <a:rect l="0" t="0" r="r" b="b"/>
              <a:pathLst>
                <a:path w="6" h="7">
                  <a:moveTo>
                    <a:pt x="4" y="1"/>
                  </a:moveTo>
                  <a:cubicBezTo>
                    <a:pt x="4" y="1"/>
                    <a:pt x="3" y="0"/>
                    <a:pt x="2" y="0"/>
                  </a:cubicBezTo>
                  <a:cubicBezTo>
                    <a:pt x="2" y="0"/>
                    <a:pt x="1" y="1"/>
                    <a:pt x="0" y="2"/>
                  </a:cubicBezTo>
                  <a:cubicBezTo>
                    <a:pt x="0" y="2"/>
                    <a:pt x="0" y="3"/>
                    <a:pt x="0" y="4"/>
                  </a:cubicBezTo>
                  <a:cubicBezTo>
                    <a:pt x="1" y="5"/>
                    <a:pt x="1" y="6"/>
                    <a:pt x="2" y="6"/>
                  </a:cubicBezTo>
                  <a:cubicBezTo>
                    <a:pt x="2" y="7"/>
                    <a:pt x="4" y="7"/>
                    <a:pt x="4" y="7"/>
                  </a:cubicBezTo>
                  <a:cubicBezTo>
                    <a:pt x="5" y="7"/>
                    <a:pt x="5" y="7"/>
                    <a:pt x="6" y="6"/>
                  </a:cubicBezTo>
                  <a:cubicBezTo>
                    <a:pt x="6" y="6"/>
                    <a:pt x="6" y="4"/>
                    <a:pt x="6" y="3"/>
                  </a:cubicBezTo>
                  <a:cubicBezTo>
                    <a:pt x="6" y="3"/>
                    <a:pt x="5" y="1"/>
                    <a:pt x="4"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12"/>
            <p:cNvSpPr>
              <a:spLocks/>
            </p:cNvSpPr>
            <p:nvPr/>
          </p:nvSpPr>
          <p:spPr bwMode="auto">
            <a:xfrm>
              <a:off x="4819650" y="4276726"/>
              <a:ext cx="290513" cy="447675"/>
            </a:xfrm>
            <a:custGeom>
              <a:avLst/>
              <a:gdLst/>
              <a:ahLst/>
              <a:cxnLst>
                <a:cxn ang="0">
                  <a:pos x="125" y="136"/>
                </a:cxn>
                <a:cxn ang="0">
                  <a:pos x="99" y="162"/>
                </a:cxn>
                <a:cxn ang="0">
                  <a:pos x="99" y="187"/>
                </a:cxn>
                <a:cxn ang="0">
                  <a:pos x="92" y="208"/>
                </a:cxn>
                <a:cxn ang="0">
                  <a:pos x="93" y="233"/>
                </a:cxn>
                <a:cxn ang="0">
                  <a:pos x="63" y="253"/>
                </a:cxn>
                <a:cxn ang="0">
                  <a:pos x="40" y="225"/>
                </a:cxn>
                <a:cxn ang="0">
                  <a:pos x="13" y="200"/>
                </a:cxn>
                <a:cxn ang="0">
                  <a:pos x="12" y="164"/>
                </a:cxn>
                <a:cxn ang="0">
                  <a:pos x="19" y="134"/>
                </a:cxn>
                <a:cxn ang="0">
                  <a:pos x="28" y="134"/>
                </a:cxn>
                <a:cxn ang="0">
                  <a:pos x="30" y="151"/>
                </a:cxn>
                <a:cxn ang="0">
                  <a:pos x="49" y="146"/>
                </a:cxn>
                <a:cxn ang="0">
                  <a:pos x="62" y="164"/>
                </a:cxn>
                <a:cxn ang="0">
                  <a:pos x="66" y="162"/>
                </a:cxn>
                <a:cxn ang="0">
                  <a:pos x="74" y="146"/>
                </a:cxn>
                <a:cxn ang="0">
                  <a:pos x="102" y="139"/>
                </a:cxn>
                <a:cxn ang="0">
                  <a:pos x="98" y="134"/>
                </a:cxn>
                <a:cxn ang="0">
                  <a:pos x="70" y="141"/>
                </a:cxn>
                <a:cxn ang="0">
                  <a:pos x="57" y="149"/>
                </a:cxn>
                <a:cxn ang="0">
                  <a:pos x="57" y="133"/>
                </a:cxn>
                <a:cxn ang="0">
                  <a:pos x="50" y="117"/>
                </a:cxn>
                <a:cxn ang="0">
                  <a:pos x="66" y="112"/>
                </a:cxn>
                <a:cxn ang="0">
                  <a:pos x="80" y="97"/>
                </a:cxn>
                <a:cxn ang="0">
                  <a:pos x="99" y="87"/>
                </a:cxn>
                <a:cxn ang="0">
                  <a:pos x="82" y="92"/>
                </a:cxn>
                <a:cxn ang="0">
                  <a:pos x="86" y="86"/>
                </a:cxn>
                <a:cxn ang="0">
                  <a:pos x="69" y="81"/>
                </a:cxn>
                <a:cxn ang="0">
                  <a:pos x="83" y="66"/>
                </a:cxn>
                <a:cxn ang="0">
                  <a:pos x="102" y="53"/>
                </a:cxn>
                <a:cxn ang="0">
                  <a:pos x="99" y="48"/>
                </a:cxn>
                <a:cxn ang="0">
                  <a:pos x="98" y="40"/>
                </a:cxn>
                <a:cxn ang="0">
                  <a:pos x="88" y="50"/>
                </a:cxn>
                <a:cxn ang="0">
                  <a:pos x="74" y="56"/>
                </a:cxn>
                <a:cxn ang="0">
                  <a:pos x="53" y="48"/>
                </a:cxn>
                <a:cxn ang="0">
                  <a:pos x="42" y="61"/>
                </a:cxn>
                <a:cxn ang="0">
                  <a:pos x="29" y="75"/>
                </a:cxn>
                <a:cxn ang="0">
                  <a:pos x="19" y="75"/>
                </a:cxn>
                <a:cxn ang="0">
                  <a:pos x="14" y="73"/>
                </a:cxn>
                <a:cxn ang="0">
                  <a:pos x="11" y="59"/>
                </a:cxn>
                <a:cxn ang="0">
                  <a:pos x="4" y="66"/>
                </a:cxn>
                <a:cxn ang="0">
                  <a:pos x="1" y="45"/>
                </a:cxn>
                <a:cxn ang="0">
                  <a:pos x="20" y="41"/>
                </a:cxn>
                <a:cxn ang="0">
                  <a:pos x="27" y="43"/>
                </a:cxn>
                <a:cxn ang="0">
                  <a:pos x="47" y="34"/>
                </a:cxn>
                <a:cxn ang="0">
                  <a:pos x="82" y="28"/>
                </a:cxn>
                <a:cxn ang="0">
                  <a:pos x="117" y="0"/>
                </a:cxn>
                <a:cxn ang="0">
                  <a:pos x="125" y="17"/>
                </a:cxn>
                <a:cxn ang="0">
                  <a:pos x="148" y="21"/>
                </a:cxn>
                <a:cxn ang="0">
                  <a:pos x="166" y="28"/>
                </a:cxn>
                <a:cxn ang="0">
                  <a:pos x="149" y="53"/>
                </a:cxn>
                <a:cxn ang="0">
                  <a:pos x="132" y="93"/>
                </a:cxn>
              </a:cxnLst>
              <a:rect l="0" t="0" r="r" b="b"/>
              <a:pathLst>
                <a:path w="168" h="259">
                  <a:moveTo>
                    <a:pt x="139" y="116"/>
                  </a:moveTo>
                  <a:cubicBezTo>
                    <a:pt x="140" y="116"/>
                    <a:pt x="140" y="117"/>
                    <a:pt x="140" y="118"/>
                  </a:cubicBezTo>
                  <a:cubicBezTo>
                    <a:pt x="139" y="119"/>
                    <a:pt x="137" y="119"/>
                    <a:pt x="136" y="120"/>
                  </a:cubicBezTo>
                  <a:cubicBezTo>
                    <a:pt x="134" y="122"/>
                    <a:pt x="133" y="127"/>
                    <a:pt x="132" y="129"/>
                  </a:cubicBezTo>
                  <a:cubicBezTo>
                    <a:pt x="131" y="131"/>
                    <a:pt x="127" y="135"/>
                    <a:pt x="125" y="136"/>
                  </a:cubicBezTo>
                  <a:cubicBezTo>
                    <a:pt x="123" y="138"/>
                    <a:pt x="119" y="140"/>
                    <a:pt x="117" y="142"/>
                  </a:cubicBezTo>
                  <a:cubicBezTo>
                    <a:pt x="116" y="142"/>
                    <a:pt x="113" y="144"/>
                    <a:pt x="112" y="145"/>
                  </a:cubicBezTo>
                  <a:cubicBezTo>
                    <a:pt x="111" y="146"/>
                    <a:pt x="108" y="149"/>
                    <a:pt x="107" y="151"/>
                  </a:cubicBezTo>
                  <a:cubicBezTo>
                    <a:pt x="106" y="152"/>
                    <a:pt x="103" y="154"/>
                    <a:pt x="102" y="156"/>
                  </a:cubicBezTo>
                  <a:cubicBezTo>
                    <a:pt x="101" y="157"/>
                    <a:pt x="99" y="160"/>
                    <a:pt x="99" y="162"/>
                  </a:cubicBezTo>
                  <a:cubicBezTo>
                    <a:pt x="99" y="163"/>
                    <a:pt x="101" y="166"/>
                    <a:pt x="101" y="167"/>
                  </a:cubicBezTo>
                  <a:cubicBezTo>
                    <a:pt x="102" y="168"/>
                    <a:pt x="102" y="171"/>
                    <a:pt x="102" y="172"/>
                  </a:cubicBezTo>
                  <a:cubicBezTo>
                    <a:pt x="102" y="173"/>
                    <a:pt x="98" y="174"/>
                    <a:pt x="97" y="175"/>
                  </a:cubicBezTo>
                  <a:cubicBezTo>
                    <a:pt x="97" y="177"/>
                    <a:pt x="97" y="180"/>
                    <a:pt x="97" y="181"/>
                  </a:cubicBezTo>
                  <a:cubicBezTo>
                    <a:pt x="97" y="183"/>
                    <a:pt x="98" y="186"/>
                    <a:pt x="99" y="187"/>
                  </a:cubicBezTo>
                  <a:cubicBezTo>
                    <a:pt x="99" y="189"/>
                    <a:pt x="99" y="194"/>
                    <a:pt x="98" y="195"/>
                  </a:cubicBezTo>
                  <a:cubicBezTo>
                    <a:pt x="97" y="197"/>
                    <a:pt x="94" y="197"/>
                    <a:pt x="93" y="198"/>
                  </a:cubicBezTo>
                  <a:cubicBezTo>
                    <a:pt x="92" y="198"/>
                    <a:pt x="90" y="199"/>
                    <a:pt x="89" y="200"/>
                  </a:cubicBezTo>
                  <a:cubicBezTo>
                    <a:pt x="88" y="201"/>
                    <a:pt x="87" y="205"/>
                    <a:pt x="88" y="206"/>
                  </a:cubicBezTo>
                  <a:cubicBezTo>
                    <a:pt x="89" y="207"/>
                    <a:pt x="91" y="208"/>
                    <a:pt x="92" y="208"/>
                  </a:cubicBezTo>
                  <a:cubicBezTo>
                    <a:pt x="93" y="209"/>
                    <a:pt x="95" y="208"/>
                    <a:pt x="96" y="209"/>
                  </a:cubicBezTo>
                  <a:cubicBezTo>
                    <a:pt x="97" y="210"/>
                    <a:pt x="98" y="213"/>
                    <a:pt x="98" y="215"/>
                  </a:cubicBezTo>
                  <a:cubicBezTo>
                    <a:pt x="98" y="217"/>
                    <a:pt x="97" y="220"/>
                    <a:pt x="97" y="222"/>
                  </a:cubicBezTo>
                  <a:cubicBezTo>
                    <a:pt x="96" y="223"/>
                    <a:pt x="94" y="226"/>
                    <a:pt x="93" y="228"/>
                  </a:cubicBezTo>
                  <a:cubicBezTo>
                    <a:pt x="93" y="229"/>
                    <a:pt x="93" y="232"/>
                    <a:pt x="93" y="233"/>
                  </a:cubicBezTo>
                  <a:cubicBezTo>
                    <a:pt x="92" y="235"/>
                    <a:pt x="91" y="238"/>
                    <a:pt x="90" y="240"/>
                  </a:cubicBezTo>
                  <a:cubicBezTo>
                    <a:pt x="89" y="243"/>
                    <a:pt x="89" y="248"/>
                    <a:pt x="87" y="251"/>
                  </a:cubicBezTo>
                  <a:cubicBezTo>
                    <a:pt x="86" y="253"/>
                    <a:pt x="81" y="257"/>
                    <a:pt x="78" y="258"/>
                  </a:cubicBezTo>
                  <a:cubicBezTo>
                    <a:pt x="76" y="259"/>
                    <a:pt x="72" y="259"/>
                    <a:pt x="70" y="259"/>
                  </a:cubicBezTo>
                  <a:cubicBezTo>
                    <a:pt x="68" y="257"/>
                    <a:pt x="65" y="255"/>
                    <a:pt x="63" y="253"/>
                  </a:cubicBezTo>
                  <a:cubicBezTo>
                    <a:pt x="62" y="252"/>
                    <a:pt x="58" y="250"/>
                    <a:pt x="56" y="249"/>
                  </a:cubicBezTo>
                  <a:cubicBezTo>
                    <a:pt x="54" y="247"/>
                    <a:pt x="49" y="244"/>
                    <a:pt x="47" y="243"/>
                  </a:cubicBezTo>
                  <a:cubicBezTo>
                    <a:pt x="46" y="241"/>
                    <a:pt x="44" y="239"/>
                    <a:pt x="44" y="238"/>
                  </a:cubicBezTo>
                  <a:cubicBezTo>
                    <a:pt x="43" y="236"/>
                    <a:pt x="43" y="233"/>
                    <a:pt x="42" y="231"/>
                  </a:cubicBezTo>
                  <a:cubicBezTo>
                    <a:pt x="42" y="230"/>
                    <a:pt x="41" y="227"/>
                    <a:pt x="40" y="225"/>
                  </a:cubicBezTo>
                  <a:cubicBezTo>
                    <a:pt x="39" y="224"/>
                    <a:pt x="37" y="223"/>
                    <a:pt x="35" y="223"/>
                  </a:cubicBezTo>
                  <a:cubicBezTo>
                    <a:pt x="34" y="222"/>
                    <a:pt x="31" y="222"/>
                    <a:pt x="29" y="221"/>
                  </a:cubicBezTo>
                  <a:cubicBezTo>
                    <a:pt x="27" y="220"/>
                    <a:pt x="24" y="216"/>
                    <a:pt x="22" y="215"/>
                  </a:cubicBezTo>
                  <a:cubicBezTo>
                    <a:pt x="21" y="213"/>
                    <a:pt x="18" y="211"/>
                    <a:pt x="17" y="209"/>
                  </a:cubicBezTo>
                  <a:cubicBezTo>
                    <a:pt x="15" y="207"/>
                    <a:pt x="13" y="202"/>
                    <a:pt x="13" y="200"/>
                  </a:cubicBezTo>
                  <a:cubicBezTo>
                    <a:pt x="12" y="198"/>
                    <a:pt x="14" y="194"/>
                    <a:pt x="13" y="191"/>
                  </a:cubicBezTo>
                  <a:cubicBezTo>
                    <a:pt x="13" y="190"/>
                    <a:pt x="11" y="188"/>
                    <a:pt x="11" y="186"/>
                  </a:cubicBezTo>
                  <a:cubicBezTo>
                    <a:pt x="10" y="185"/>
                    <a:pt x="9" y="182"/>
                    <a:pt x="9" y="181"/>
                  </a:cubicBezTo>
                  <a:cubicBezTo>
                    <a:pt x="8" y="179"/>
                    <a:pt x="7" y="174"/>
                    <a:pt x="8" y="172"/>
                  </a:cubicBezTo>
                  <a:cubicBezTo>
                    <a:pt x="8" y="170"/>
                    <a:pt x="11" y="167"/>
                    <a:pt x="12" y="164"/>
                  </a:cubicBezTo>
                  <a:cubicBezTo>
                    <a:pt x="13" y="162"/>
                    <a:pt x="15" y="156"/>
                    <a:pt x="16" y="154"/>
                  </a:cubicBezTo>
                  <a:cubicBezTo>
                    <a:pt x="16" y="152"/>
                    <a:pt x="18" y="148"/>
                    <a:pt x="19" y="147"/>
                  </a:cubicBezTo>
                  <a:cubicBezTo>
                    <a:pt x="19" y="145"/>
                    <a:pt x="22" y="144"/>
                    <a:pt x="22" y="142"/>
                  </a:cubicBezTo>
                  <a:cubicBezTo>
                    <a:pt x="23" y="141"/>
                    <a:pt x="23" y="139"/>
                    <a:pt x="22" y="138"/>
                  </a:cubicBezTo>
                  <a:cubicBezTo>
                    <a:pt x="22" y="136"/>
                    <a:pt x="19" y="135"/>
                    <a:pt x="19" y="134"/>
                  </a:cubicBezTo>
                  <a:cubicBezTo>
                    <a:pt x="18" y="133"/>
                    <a:pt x="19" y="131"/>
                    <a:pt x="19" y="130"/>
                  </a:cubicBezTo>
                  <a:cubicBezTo>
                    <a:pt x="20" y="129"/>
                    <a:pt x="21" y="128"/>
                    <a:pt x="22" y="128"/>
                  </a:cubicBezTo>
                  <a:cubicBezTo>
                    <a:pt x="23" y="128"/>
                    <a:pt x="24" y="129"/>
                    <a:pt x="25" y="129"/>
                  </a:cubicBezTo>
                  <a:cubicBezTo>
                    <a:pt x="25" y="130"/>
                    <a:pt x="26" y="131"/>
                    <a:pt x="26" y="131"/>
                  </a:cubicBezTo>
                  <a:cubicBezTo>
                    <a:pt x="26" y="132"/>
                    <a:pt x="28" y="133"/>
                    <a:pt x="28" y="134"/>
                  </a:cubicBezTo>
                  <a:cubicBezTo>
                    <a:pt x="28" y="135"/>
                    <a:pt x="29" y="136"/>
                    <a:pt x="29" y="137"/>
                  </a:cubicBezTo>
                  <a:cubicBezTo>
                    <a:pt x="30" y="138"/>
                    <a:pt x="30" y="139"/>
                    <a:pt x="30" y="140"/>
                  </a:cubicBezTo>
                  <a:cubicBezTo>
                    <a:pt x="30" y="141"/>
                    <a:pt x="30" y="143"/>
                    <a:pt x="29" y="144"/>
                  </a:cubicBezTo>
                  <a:cubicBezTo>
                    <a:pt x="29" y="145"/>
                    <a:pt x="28" y="147"/>
                    <a:pt x="28" y="147"/>
                  </a:cubicBezTo>
                  <a:cubicBezTo>
                    <a:pt x="28" y="148"/>
                    <a:pt x="29" y="150"/>
                    <a:pt x="30" y="151"/>
                  </a:cubicBezTo>
                  <a:cubicBezTo>
                    <a:pt x="31" y="151"/>
                    <a:pt x="32" y="150"/>
                    <a:pt x="32" y="150"/>
                  </a:cubicBezTo>
                  <a:cubicBezTo>
                    <a:pt x="33" y="150"/>
                    <a:pt x="36" y="148"/>
                    <a:pt x="37" y="147"/>
                  </a:cubicBezTo>
                  <a:cubicBezTo>
                    <a:pt x="37" y="147"/>
                    <a:pt x="39" y="144"/>
                    <a:pt x="40" y="144"/>
                  </a:cubicBezTo>
                  <a:cubicBezTo>
                    <a:pt x="41" y="143"/>
                    <a:pt x="44" y="142"/>
                    <a:pt x="45" y="143"/>
                  </a:cubicBezTo>
                  <a:cubicBezTo>
                    <a:pt x="46" y="143"/>
                    <a:pt x="48" y="145"/>
                    <a:pt x="49" y="146"/>
                  </a:cubicBezTo>
                  <a:cubicBezTo>
                    <a:pt x="50" y="147"/>
                    <a:pt x="52" y="148"/>
                    <a:pt x="52" y="149"/>
                  </a:cubicBezTo>
                  <a:cubicBezTo>
                    <a:pt x="53" y="151"/>
                    <a:pt x="53" y="154"/>
                    <a:pt x="54" y="155"/>
                  </a:cubicBezTo>
                  <a:cubicBezTo>
                    <a:pt x="55" y="156"/>
                    <a:pt x="57" y="157"/>
                    <a:pt x="57" y="158"/>
                  </a:cubicBezTo>
                  <a:cubicBezTo>
                    <a:pt x="58" y="158"/>
                    <a:pt x="58" y="160"/>
                    <a:pt x="59" y="161"/>
                  </a:cubicBezTo>
                  <a:cubicBezTo>
                    <a:pt x="59" y="162"/>
                    <a:pt x="61" y="163"/>
                    <a:pt x="62" y="164"/>
                  </a:cubicBezTo>
                  <a:cubicBezTo>
                    <a:pt x="63" y="165"/>
                    <a:pt x="65" y="166"/>
                    <a:pt x="66" y="167"/>
                  </a:cubicBezTo>
                  <a:cubicBezTo>
                    <a:pt x="67" y="167"/>
                    <a:pt x="70" y="168"/>
                    <a:pt x="71" y="167"/>
                  </a:cubicBezTo>
                  <a:cubicBezTo>
                    <a:pt x="72" y="167"/>
                    <a:pt x="71" y="165"/>
                    <a:pt x="71" y="164"/>
                  </a:cubicBezTo>
                  <a:cubicBezTo>
                    <a:pt x="70" y="163"/>
                    <a:pt x="69" y="162"/>
                    <a:pt x="69" y="162"/>
                  </a:cubicBezTo>
                  <a:cubicBezTo>
                    <a:pt x="68" y="161"/>
                    <a:pt x="67" y="162"/>
                    <a:pt x="66" y="162"/>
                  </a:cubicBezTo>
                  <a:cubicBezTo>
                    <a:pt x="65" y="162"/>
                    <a:pt x="64" y="160"/>
                    <a:pt x="64" y="160"/>
                  </a:cubicBezTo>
                  <a:cubicBezTo>
                    <a:pt x="63" y="159"/>
                    <a:pt x="62" y="156"/>
                    <a:pt x="63" y="155"/>
                  </a:cubicBezTo>
                  <a:cubicBezTo>
                    <a:pt x="63" y="154"/>
                    <a:pt x="64" y="153"/>
                    <a:pt x="64" y="153"/>
                  </a:cubicBezTo>
                  <a:cubicBezTo>
                    <a:pt x="65" y="152"/>
                    <a:pt x="67" y="150"/>
                    <a:pt x="68" y="149"/>
                  </a:cubicBezTo>
                  <a:cubicBezTo>
                    <a:pt x="69" y="148"/>
                    <a:pt x="72" y="147"/>
                    <a:pt x="74" y="146"/>
                  </a:cubicBezTo>
                  <a:cubicBezTo>
                    <a:pt x="75" y="145"/>
                    <a:pt x="77" y="144"/>
                    <a:pt x="79" y="143"/>
                  </a:cubicBezTo>
                  <a:cubicBezTo>
                    <a:pt x="80" y="143"/>
                    <a:pt x="84" y="142"/>
                    <a:pt x="86" y="142"/>
                  </a:cubicBezTo>
                  <a:cubicBezTo>
                    <a:pt x="87" y="142"/>
                    <a:pt x="89" y="141"/>
                    <a:pt x="90" y="141"/>
                  </a:cubicBezTo>
                  <a:cubicBezTo>
                    <a:pt x="92" y="141"/>
                    <a:pt x="96" y="140"/>
                    <a:pt x="98" y="140"/>
                  </a:cubicBezTo>
                  <a:cubicBezTo>
                    <a:pt x="99" y="139"/>
                    <a:pt x="101" y="139"/>
                    <a:pt x="102" y="139"/>
                  </a:cubicBezTo>
                  <a:cubicBezTo>
                    <a:pt x="103" y="138"/>
                    <a:pt x="107" y="139"/>
                    <a:pt x="108" y="138"/>
                  </a:cubicBezTo>
                  <a:cubicBezTo>
                    <a:pt x="108" y="138"/>
                    <a:pt x="110" y="136"/>
                    <a:pt x="110" y="135"/>
                  </a:cubicBezTo>
                  <a:cubicBezTo>
                    <a:pt x="110" y="135"/>
                    <a:pt x="109" y="134"/>
                    <a:pt x="108" y="134"/>
                  </a:cubicBezTo>
                  <a:cubicBezTo>
                    <a:pt x="108" y="133"/>
                    <a:pt x="105" y="134"/>
                    <a:pt x="104" y="134"/>
                  </a:cubicBezTo>
                  <a:cubicBezTo>
                    <a:pt x="103" y="134"/>
                    <a:pt x="99" y="134"/>
                    <a:pt x="98" y="134"/>
                  </a:cubicBezTo>
                  <a:cubicBezTo>
                    <a:pt x="97" y="134"/>
                    <a:pt x="94" y="135"/>
                    <a:pt x="93" y="136"/>
                  </a:cubicBezTo>
                  <a:cubicBezTo>
                    <a:pt x="91" y="136"/>
                    <a:pt x="88" y="136"/>
                    <a:pt x="86" y="137"/>
                  </a:cubicBezTo>
                  <a:cubicBezTo>
                    <a:pt x="84" y="137"/>
                    <a:pt x="81" y="136"/>
                    <a:pt x="80" y="137"/>
                  </a:cubicBezTo>
                  <a:cubicBezTo>
                    <a:pt x="78" y="137"/>
                    <a:pt x="75" y="137"/>
                    <a:pt x="74" y="138"/>
                  </a:cubicBezTo>
                  <a:cubicBezTo>
                    <a:pt x="73" y="138"/>
                    <a:pt x="71" y="140"/>
                    <a:pt x="70" y="141"/>
                  </a:cubicBezTo>
                  <a:cubicBezTo>
                    <a:pt x="69" y="141"/>
                    <a:pt x="68" y="144"/>
                    <a:pt x="67" y="144"/>
                  </a:cubicBezTo>
                  <a:cubicBezTo>
                    <a:pt x="66" y="144"/>
                    <a:pt x="64" y="144"/>
                    <a:pt x="64" y="145"/>
                  </a:cubicBezTo>
                  <a:cubicBezTo>
                    <a:pt x="63" y="145"/>
                    <a:pt x="62" y="147"/>
                    <a:pt x="61" y="148"/>
                  </a:cubicBezTo>
                  <a:cubicBezTo>
                    <a:pt x="61" y="148"/>
                    <a:pt x="61" y="150"/>
                    <a:pt x="60" y="150"/>
                  </a:cubicBezTo>
                  <a:cubicBezTo>
                    <a:pt x="60" y="151"/>
                    <a:pt x="58" y="150"/>
                    <a:pt x="57" y="149"/>
                  </a:cubicBezTo>
                  <a:cubicBezTo>
                    <a:pt x="56" y="149"/>
                    <a:pt x="56" y="147"/>
                    <a:pt x="56" y="146"/>
                  </a:cubicBezTo>
                  <a:cubicBezTo>
                    <a:pt x="56" y="144"/>
                    <a:pt x="58" y="142"/>
                    <a:pt x="58" y="141"/>
                  </a:cubicBezTo>
                  <a:cubicBezTo>
                    <a:pt x="59" y="140"/>
                    <a:pt x="60" y="139"/>
                    <a:pt x="61" y="138"/>
                  </a:cubicBezTo>
                  <a:cubicBezTo>
                    <a:pt x="61" y="137"/>
                    <a:pt x="61" y="135"/>
                    <a:pt x="60" y="135"/>
                  </a:cubicBezTo>
                  <a:cubicBezTo>
                    <a:pt x="60" y="134"/>
                    <a:pt x="58" y="133"/>
                    <a:pt x="57" y="133"/>
                  </a:cubicBezTo>
                  <a:cubicBezTo>
                    <a:pt x="56" y="132"/>
                    <a:pt x="55" y="133"/>
                    <a:pt x="54" y="133"/>
                  </a:cubicBezTo>
                  <a:cubicBezTo>
                    <a:pt x="53" y="133"/>
                    <a:pt x="50" y="132"/>
                    <a:pt x="49" y="132"/>
                  </a:cubicBezTo>
                  <a:cubicBezTo>
                    <a:pt x="48" y="131"/>
                    <a:pt x="47" y="128"/>
                    <a:pt x="47" y="127"/>
                  </a:cubicBezTo>
                  <a:cubicBezTo>
                    <a:pt x="47" y="125"/>
                    <a:pt x="47" y="122"/>
                    <a:pt x="48" y="121"/>
                  </a:cubicBezTo>
                  <a:cubicBezTo>
                    <a:pt x="48" y="120"/>
                    <a:pt x="49" y="118"/>
                    <a:pt x="50" y="117"/>
                  </a:cubicBezTo>
                  <a:cubicBezTo>
                    <a:pt x="52" y="116"/>
                    <a:pt x="55" y="115"/>
                    <a:pt x="57" y="114"/>
                  </a:cubicBezTo>
                  <a:cubicBezTo>
                    <a:pt x="58" y="114"/>
                    <a:pt x="61" y="115"/>
                    <a:pt x="63" y="115"/>
                  </a:cubicBezTo>
                  <a:cubicBezTo>
                    <a:pt x="64" y="115"/>
                    <a:pt x="66" y="116"/>
                    <a:pt x="67" y="116"/>
                  </a:cubicBezTo>
                  <a:cubicBezTo>
                    <a:pt x="68" y="116"/>
                    <a:pt x="70" y="115"/>
                    <a:pt x="70" y="114"/>
                  </a:cubicBezTo>
                  <a:cubicBezTo>
                    <a:pt x="70" y="113"/>
                    <a:pt x="67" y="113"/>
                    <a:pt x="66" y="112"/>
                  </a:cubicBezTo>
                  <a:cubicBezTo>
                    <a:pt x="66" y="112"/>
                    <a:pt x="65" y="109"/>
                    <a:pt x="66" y="108"/>
                  </a:cubicBezTo>
                  <a:cubicBezTo>
                    <a:pt x="66" y="107"/>
                    <a:pt x="68" y="106"/>
                    <a:pt x="69" y="105"/>
                  </a:cubicBezTo>
                  <a:cubicBezTo>
                    <a:pt x="70" y="104"/>
                    <a:pt x="71" y="102"/>
                    <a:pt x="72" y="101"/>
                  </a:cubicBezTo>
                  <a:cubicBezTo>
                    <a:pt x="73" y="100"/>
                    <a:pt x="75" y="98"/>
                    <a:pt x="76" y="98"/>
                  </a:cubicBezTo>
                  <a:cubicBezTo>
                    <a:pt x="77" y="97"/>
                    <a:pt x="79" y="98"/>
                    <a:pt x="80" y="97"/>
                  </a:cubicBezTo>
                  <a:cubicBezTo>
                    <a:pt x="82" y="97"/>
                    <a:pt x="84" y="95"/>
                    <a:pt x="85" y="95"/>
                  </a:cubicBezTo>
                  <a:cubicBezTo>
                    <a:pt x="86" y="94"/>
                    <a:pt x="90" y="94"/>
                    <a:pt x="91" y="93"/>
                  </a:cubicBezTo>
                  <a:cubicBezTo>
                    <a:pt x="92" y="93"/>
                    <a:pt x="95" y="92"/>
                    <a:pt x="96" y="92"/>
                  </a:cubicBezTo>
                  <a:cubicBezTo>
                    <a:pt x="96" y="91"/>
                    <a:pt x="97" y="91"/>
                    <a:pt x="98" y="90"/>
                  </a:cubicBezTo>
                  <a:cubicBezTo>
                    <a:pt x="98" y="90"/>
                    <a:pt x="99" y="88"/>
                    <a:pt x="99" y="87"/>
                  </a:cubicBezTo>
                  <a:cubicBezTo>
                    <a:pt x="99" y="87"/>
                    <a:pt x="97" y="86"/>
                    <a:pt x="96" y="86"/>
                  </a:cubicBezTo>
                  <a:cubicBezTo>
                    <a:pt x="95" y="86"/>
                    <a:pt x="93" y="86"/>
                    <a:pt x="92" y="87"/>
                  </a:cubicBezTo>
                  <a:cubicBezTo>
                    <a:pt x="91" y="87"/>
                    <a:pt x="90" y="89"/>
                    <a:pt x="89" y="89"/>
                  </a:cubicBezTo>
                  <a:cubicBezTo>
                    <a:pt x="88" y="90"/>
                    <a:pt x="87" y="90"/>
                    <a:pt x="86" y="90"/>
                  </a:cubicBezTo>
                  <a:cubicBezTo>
                    <a:pt x="85" y="91"/>
                    <a:pt x="83" y="92"/>
                    <a:pt x="82" y="92"/>
                  </a:cubicBezTo>
                  <a:cubicBezTo>
                    <a:pt x="80" y="93"/>
                    <a:pt x="76" y="94"/>
                    <a:pt x="75" y="93"/>
                  </a:cubicBezTo>
                  <a:cubicBezTo>
                    <a:pt x="74" y="93"/>
                    <a:pt x="73" y="91"/>
                    <a:pt x="73" y="91"/>
                  </a:cubicBezTo>
                  <a:cubicBezTo>
                    <a:pt x="73" y="90"/>
                    <a:pt x="74" y="88"/>
                    <a:pt x="75" y="88"/>
                  </a:cubicBezTo>
                  <a:cubicBezTo>
                    <a:pt x="76" y="87"/>
                    <a:pt x="79" y="88"/>
                    <a:pt x="81" y="88"/>
                  </a:cubicBezTo>
                  <a:cubicBezTo>
                    <a:pt x="82" y="88"/>
                    <a:pt x="85" y="87"/>
                    <a:pt x="86" y="86"/>
                  </a:cubicBezTo>
                  <a:cubicBezTo>
                    <a:pt x="86" y="85"/>
                    <a:pt x="86" y="83"/>
                    <a:pt x="85" y="83"/>
                  </a:cubicBezTo>
                  <a:cubicBezTo>
                    <a:pt x="84" y="82"/>
                    <a:pt x="81" y="83"/>
                    <a:pt x="80" y="83"/>
                  </a:cubicBezTo>
                  <a:cubicBezTo>
                    <a:pt x="79" y="83"/>
                    <a:pt x="76" y="84"/>
                    <a:pt x="74" y="84"/>
                  </a:cubicBezTo>
                  <a:cubicBezTo>
                    <a:pt x="73" y="84"/>
                    <a:pt x="72" y="83"/>
                    <a:pt x="71" y="83"/>
                  </a:cubicBezTo>
                  <a:cubicBezTo>
                    <a:pt x="70" y="83"/>
                    <a:pt x="69" y="82"/>
                    <a:pt x="69" y="81"/>
                  </a:cubicBezTo>
                  <a:cubicBezTo>
                    <a:pt x="68" y="81"/>
                    <a:pt x="68" y="79"/>
                    <a:pt x="68" y="78"/>
                  </a:cubicBezTo>
                  <a:cubicBezTo>
                    <a:pt x="68" y="77"/>
                    <a:pt x="69" y="75"/>
                    <a:pt x="70" y="74"/>
                  </a:cubicBezTo>
                  <a:cubicBezTo>
                    <a:pt x="71" y="74"/>
                    <a:pt x="73" y="73"/>
                    <a:pt x="74" y="73"/>
                  </a:cubicBezTo>
                  <a:cubicBezTo>
                    <a:pt x="75" y="72"/>
                    <a:pt x="77" y="70"/>
                    <a:pt x="77" y="70"/>
                  </a:cubicBezTo>
                  <a:cubicBezTo>
                    <a:pt x="79" y="69"/>
                    <a:pt x="81" y="67"/>
                    <a:pt x="83" y="66"/>
                  </a:cubicBezTo>
                  <a:cubicBezTo>
                    <a:pt x="84" y="65"/>
                    <a:pt x="86" y="64"/>
                    <a:pt x="87" y="63"/>
                  </a:cubicBezTo>
                  <a:cubicBezTo>
                    <a:pt x="88" y="61"/>
                    <a:pt x="90" y="58"/>
                    <a:pt x="91" y="56"/>
                  </a:cubicBezTo>
                  <a:cubicBezTo>
                    <a:pt x="92" y="56"/>
                    <a:pt x="94" y="55"/>
                    <a:pt x="95" y="54"/>
                  </a:cubicBezTo>
                  <a:cubicBezTo>
                    <a:pt x="96" y="54"/>
                    <a:pt x="97" y="53"/>
                    <a:pt x="98" y="53"/>
                  </a:cubicBezTo>
                  <a:cubicBezTo>
                    <a:pt x="99" y="53"/>
                    <a:pt x="101" y="53"/>
                    <a:pt x="102" y="53"/>
                  </a:cubicBezTo>
                  <a:cubicBezTo>
                    <a:pt x="103" y="53"/>
                    <a:pt x="105" y="53"/>
                    <a:pt x="106" y="53"/>
                  </a:cubicBezTo>
                  <a:cubicBezTo>
                    <a:pt x="108" y="52"/>
                    <a:pt x="111" y="51"/>
                    <a:pt x="111" y="50"/>
                  </a:cubicBezTo>
                  <a:cubicBezTo>
                    <a:pt x="112" y="50"/>
                    <a:pt x="111" y="48"/>
                    <a:pt x="111" y="47"/>
                  </a:cubicBezTo>
                  <a:cubicBezTo>
                    <a:pt x="110" y="47"/>
                    <a:pt x="107" y="47"/>
                    <a:pt x="106" y="47"/>
                  </a:cubicBezTo>
                  <a:cubicBezTo>
                    <a:pt x="104" y="47"/>
                    <a:pt x="101" y="47"/>
                    <a:pt x="99" y="48"/>
                  </a:cubicBezTo>
                  <a:cubicBezTo>
                    <a:pt x="99" y="48"/>
                    <a:pt x="98" y="49"/>
                    <a:pt x="97" y="49"/>
                  </a:cubicBezTo>
                  <a:cubicBezTo>
                    <a:pt x="97" y="50"/>
                    <a:pt x="96" y="50"/>
                    <a:pt x="95" y="50"/>
                  </a:cubicBezTo>
                  <a:cubicBezTo>
                    <a:pt x="95" y="49"/>
                    <a:pt x="94" y="48"/>
                    <a:pt x="94" y="47"/>
                  </a:cubicBezTo>
                  <a:cubicBezTo>
                    <a:pt x="94" y="47"/>
                    <a:pt x="95" y="45"/>
                    <a:pt x="95" y="45"/>
                  </a:cubicBezTo>
                  <a:cubicBezTo>
                    <a:pt x="96" y="44"/>
                    <a:pt x="97" y="41"/>
                    <a:pt x="98" y="40"/>
                  </a:cubicBezTo>
                  <a:cubicBezTo>
                    <a:pt x="98" y="39"/>
                    <a:pt x="97" y="37"/>
                    <a:pt x="97" y="37"/>
                  </a:cubicBezTo>
                  <a:cubicBezTo>
                    <a:pt x="96" y="36"/>
                    <a:pt x="95" y="36"/>
                    <a:pt x="94" y="36"/>
                  </a:cubicBezTo>
                  <a:cubicBezTo>
                    <a:pt x="93" y="36"/>
                    <a:pt x="92" y="39"/>
                    <a:pt x="91" y="40"/>
                  </a:cubicBezTo>
                  <a:cubicBezTo>
                    <a:pt x="90" y="42"/>
                    <a:pt x="89" y="45"/>
                    <a:pt x="89" y="46"/>
                  </a:cubicBezTo>
                  <a:cubicBezTo>
                    <a:pt x="88" y="47"/>
                    <a:pt x="88" y="49"/>
                    <a:pt x="88" y="50"/>
                  </a:cubicBezTo>
                  <a:cubicBezTo>
                    <a:pt x="87" y="51"/>
                    <a:pt x="86" y="53"/>
                    <a:pt x="86" y="54"/>
                  </a:cubicBezTo>
                  <a:cubicBezTo>
                    <a:pt x="85" y="55"/>
                    <a:pt x="84" y="57"/>
                    <a:pt x="84" y="57"/>
                  </a:cubicBezTo>
                  <a:cubicBezTo>
                    <a:pt x="83" y="58"/>
                    <a:pt x="82" y="60"/>
                    <a:pt x="81" y="61"/>
                  </a:cubicBezTo>
                  <a:cubicBezTo>
                    <a:pt x="80" y="61"/>
                    <a:pt x="79" y="62"/>
                    <a:pt x="78" y="62"/>
                  </a:cubicBezTo>
                  <a:cubicBezTo>
                    <a:pt x="76" y="61"/>
                    <a:pt x="76" y="57"/>
                    <a:pt x="74" y="56"/>
                  </a:cubicBezTo>
                  <a:cubicBezTo>
                    <a:pt x="73" y="56"/>
                    <a:pt x="70" y="57"/>
                    <a:pt x="69" y="57"/>
                  </a:cubicBezTo>
                  <a:cubicBezTo>
                    <a:pt x="68" y="57"/>
                    <a:pt x="65" y="58"/>
                    <a:pt x="64" y="57"/>
                  </a:cubicBezTo>
                  <a:cubicBezTo>
                    <a:pt x="63" y="57"/>
                    <a:pt x="60" y="56"/>
                    <a:pt x="59" y="55"/>
                  </a:cubicBezTo>
                  <a:cubicBezTo>
                    <a:pt x="58" y="54"/>
                    <a:pt x="57" y="51"/>
                    <a:pt x="56" y="50"/>
                  </a:cubicBezTo>
                  <a:cubicBezTo>
                    <a:pt x="55" y="49"/>
                    <a:pt x="54" y="48"/>
                    <a:pt x="53" y="48"/>
                  </a:cubicBezTo>
                  <a:cubicBezTo>
                    <a:pt x="52" y="48"/>
                    <a:pt x="51" y="49"/>
                    <a:pt x="51" y="50"/>
                  </a:cubicBezTo>
                  <a:cubicBezTo>
                    <a:pt x="50" y="51"/>
                    <a:pt x="50" y="53"/>
                    <a:pt x="50" y="54"/>
                  </a:cubicBezTo>
                  <a:cubicBezTo>
                    <a:pt x="49" y="55"/>
                    <a:pt x="49" y="58"/>
                    <a:pt x="48" y="59"/>
                  </a:cubicBezTo>
                  <a:cubicBezTo>
                    <a:pt x="47" y="60"/>
                    <a:pt x="46" y="60"/>
                    <a:pt x="46" y="60"/>
                  </a:cubicBezTo>
                  <a:cubicBezTo>
                    <a:pt x="45" y="61"/>
                    <a:pt x="43" y="61"/>
                    <a:pt x="42" y="61"/>
                  </a:cubicBezTo>
                  <a:cubicBezTo>
                    <a:pt x="41" y="61"/>
                    <a:pt x="40" y="62"/>
                    <a:pt x="39" y="62"/>
                  </a:cubicBezTo>
                  <a:cubicBezTo>
                    <a:pt x="37" y="62"/>
                    <a:pt x="35" y="63"/>
                    <a:pt x="34" y="63"/>
                  </a:cubicBezTo>
                  <a:cubicBezTo>
                    <a:pt x="33" y="64"/>
                    <a:pt x="31" y="65"/>
                    <a:pt x="30" y="65"/>
                  </a:cubicBezTo>
                  <a:cubicBezTo>
                    <a:pt x="30" y="66"/>
                    <a:pt x="31" y="69"/>
                    <a:pt x="30" y="70"/>
                  </a:cubicBezTo>
                  <a:cubicBezTo>
                    <a:pt x="30" y="71"/>
                    <a:pt x="30" y="73"/>
                    <a:pt x="29" y="75"/>
                  </a:cubicBezTo>
                  <a:cubicBezTo>
                    <a:pt x="29" y="76"/>
                    <a:pt x="28" y="78"/>
                    <a:pt x="28" y="79"/>
                  </a:cubicBezTo>
                  <a:cubicBezTo>
                    <a:pt x="27" y="80"/>
                    <a:pt x="26" y="82"/>
                    <a:pt x="25" y="83"/>
                  </a:cubicBezTo>
                  <a:cubicBezTo>
                    <a:pt x="24" y="83"/>
                    <a:pt x="22" y="83"/>
                    <a:pt x="21" y="82"/>
                  </a:cubicBezTo>
                  <a:cubicBezTo>
                    <a:pt x="20" y="82"/>
                    <a:pt x="19" y="80"/>
                    <a:pt x="19" y="80"/>
                  </a:cubicBezTo>
                  <a:cubicBezTo>
                    <a:pt x="18" y="79"/>
                    <a:pt x="19" y="76"/>
                    <a:pt x="19" y="75"/>
                  </a:cubicBezTo>
                  <a:cubicBezTo>
                    <a:pt x="20" y="74"/>
                    <a:pt x="20" y="72"/>
                    <a:pt x="20" y="71"/>
                  </a:cubicBezTo>
                  <a:cubicBezTo>
                    <a:pt x="20" y="70"/>
                    <a:pt x="19" y="68"/>
                    <a:pt x="18" y="68"/>
                  </a:cubicBezTo>
                  <a:cubicBezTo>
                    <a:pt x="17" y="68"/>
                    <a:pt x="16" y="67"/>
                    <a:pt x="16" y="68"/>
                  </a:cubicBezTo>
                  <a:cubicBezTo>
                    <a:pt x="15" y="68"/>
                    <a:pt x="15" y="69"/>
                    <a:pt x="15" y="70"/>
                  </a:cubicBezTo>
                  <a:cubicBezTo>
                    <a:pt x="15" y="71"/>
                    <a:pt x="14" y="72"/>
                    <a:pt x="14" y="73"/>
                  </a:cubicBezTo>
                  <a:cubicBezTo>
                    <a:pt x="13" y="73"/>
                    <a:pt x="12" y="73"/>
                    <a:pt x="12" y="72"/>
                  </a:cubicBezTo>
                  <a:cubicBezTo>
                    <a:pt x="11" y="72"/>
                    <a:pt x="12" y="70"/>
                    <a:pt x="12" y="69"/>
                  </a:cubicBezTo>
                  <a:cubicBezTo>
                    <a:pt x="12" y="68"/>
                    <a:pt x="13" y="66"/>
                    <a:pt x="13" y="65"/>
                  </a:cubicBezTo>
                  <a:cubicBezTo>
                    <a:pt x="14" y="64"/>
                    <a:pt x="14" y="62"/>
                    <a:pt x="13" y="61"/>
                  </a:cubicBezTo>
                  <a:cubicBezTo>
                    <a:pt x="13" y="61"/>
                    <a:pt x="12" y="59"/>
                    <a:pt x="11" y="59"/>
                  </a:cubicBezTo>
                  <a:cubicBezTo>
                    <a:pt x="11" y="60"/>
                    <a:pt x="10" y="61"/>
                    <a:pt x="10" y="62"/>
                  </a:cubicBezTo>
                  <a:cubicBezTo>
                    <a:pt x="9" y="62"/>
                    <a:pt x="10" y="64"/>
                    <a:pt x="9" y="65"/>
                  </a:cubicBezTo>
                  <a:cubicBezTo>
                    <a:pt x="9" y="66"/>
                    <a:pt x="9" y="68"/>
                    <a:pt x="8" y="68"/>
                  </a:cubicBezTo>
                  <a:cubicBezTo>
                    <a:pt x="7" y="68"/>
                    <a:pt x="6" y="68"/>
                    <a:pt x="6" y="68"/>
                  </a:cubicBezTo>
                  <a:cubicBezTo>
                    <a:pt x="5" y="68"/>
                    <a:pt x="5" y="67"/>
                    <a:pt x="4" y="66"/>
                  </a:cubicBezTo>
                  <a:cubicBezTo>
                    <a:pt x="4" y="65"/>
                    <a:pt x="5" y="62"/>
                    <a:pt x="5" y="61"/>
                  </a:cubicBezTo>
                  <a:cubicBezTo>
                    <a:pt x="4" y="60"/>
                    <a:pt x="3" y="59"/>
                    <a:pt x="2" y="58"/>
                  </a:cubicBezTo>
                  <a:cubicBezTo>
                    <a:pt x="2" y="57"/>
                    <a:pt x="0" y="55"/>
                    <a:pt x="0" y="54"/>
                  </a:cubicBezTo>
                  <a:cubicBezTo>
                    <a:pt x="0" y="53"/>
                    <a:pt x="0" y="51"/>
                    <a:pt x="0" y="50"/>
                  </a:cubicBezTo>
                  <a:cubicBezTo>
                    <a:pt x="0" y="48"/>
                    <a:pt x="0" y="46"/>
                    <a:pt x="1" y="45"/>
                  </a:cubicBezTo>
                  <a:cubicBezTo>
                    <a:pt x="1" y="45"/>
                    <a:pt x="2" y="44"/>
                    <a:pt x="3" y="44"/>
                  </a:cubicBezTo>
                  <a:cubicBezTo>
                    <a:pt x="3" y="44"/>
                    <a:pt x="4" y="45"/>
                    <a:pt x="4" y="45"/>
                  </a:cubicBezTo>
                  <a:cubicBezTo>
                    <a:pt x="6" y="46"/>
                    <a:pt x="9" y="46"/>
                    <a:pt x="11" y="46"/>
                  </a:cubicBezTo>
                  <a:cubicBezTo>
                    <a:pt x="12" y="46"/>
                    <a:pt x="14" y="45"/>
                    <a:pt x="15" y="45"/>
                  </a:cubicBezTo>
                  <a:cubicBezTo>
                    <a:pt x="16" y="44"/>
                    <a:pt x="18" y="42"/>
                    <a:pt x="20" y="41"/>
                  </a:cubicBezTo>
                  <a:cubicBezTo>
                    <a:pt x="20" y="41"/>
                    <a:pt x="22" y="39"/>
                    <a:pt x="23" y="39"/>
                  </a:cubicBezTo>
                  <a:cubicBezTo>
                    <a:pt x="23" y="39"/>
                    <a:pt x="23" y="39"/>
                    <a:pt x="23" y="38"/>
                  </a:cubicBezTo>
                  <a:cubicBezTo>
                    <a:pt x="23" y="39"/>
                    <a:pt x="23" y="40"/>
                    <a:pt x="23" y="40"/>
                  </a:cubicBezTo>
                  <a:cubicBezTo>
                    <a:pt x="24" y="41"/>
                    <a:pt x="24" y="42"/>
                    <a:pt x="24" y="42"/>
                  </a:cubicBezTo>
                  <a:cubicBezTo>
                    <a:pt x="25" y="43"/>
                    <a:pt x="26" y="43"/>
                    <a:pt x="27" y="43"/>
                  </a:cubicBezTo>
                  <a:cubicBezTo>
                    <a:pt x="28" y="42"/>
                    <a:pt x="30" y="42"/>
                    <a:pt x="31" y="41"/>
                  </a:cubicBezTo>
                  <a:cubicBezTo>
                    <a:pt x="31" y="40"/>
                    <a:pt x="32" y="38"/>
                    <a:pt x="32" y="37"/>
                  </a:cubicBezTo>
                  <a:cubicBezTo>
                    <a:pt x="33" y="37"/>
                    <a:pt x="33" y="36"/>
                    <a:pt x="33" y="36"/>
                  </a:cubicBezTo>
                  <a:cubicBezTo>
                    <a:pt x="34" y="36"/>
                    <a:pt x="35" y="36"/>
                    <a:pt x="36" y="35"/>
                  </a:cubicBezTo>
                  <a:cubicBezTo>
                    <a:pt x="38" y="35"/>
                    <a:pt x="44" y="34"/>
                    <a:pt x="47" y="34"/>
                  </a:cubicBezTo>
                  <a:cubicBezTo>
                    <a:pt x="50" y="33"/>
                    <a:pt x="56" y="32"/>
                    <a:pt x="59" y="32"/>
                  </a:cubicBezTo>
                  <a:cubicBezTo>
                    <a:pt x="61" y="32"/>
                    <a:pt x="64" y="35"/>
                    <a:pt x="66" y="35"/>
                  </a:cubicBezTo>
                  <a:cubicBezTo>
                    <a:pt x="68" y="36"/>
                    <a:pt x="74" y="38"/>
                    <a:pt x="77" y="37"/>
                  </a:cubicBezTo>
                  <a:cubicBezTo>
                    <a:pt x="78" y="37"/>
                    <a:pt x="80" y="36"/>
                    <a:pt x="81" y="35"/>
                  </a:cubicBezTo>
                  <a:cubicBezTo>
                    <a:pt x="82" y="33"/>
                    <a:pt x="81" y="30"/>
                    <a:pt x="82" y="28"/>
                  </a:cubicBezTo>
                  <a:cubicBezTo>
                    <a:pt x="83" y="27"/>
                    <a:pt x="86" y="24"/>
                    <a:pt x="87" y="23"/>
                  </a:cubicBezTo>
                  <a:cubicBezTo>
                    <a:pt x="89" y="21"/>
                    <a:pt x="93" y="17"/>
                    <a:pt x="96" y="15"/>
                  </a:cubicBezTo>
                  <a:cubicBezTo>
                    <a:pt x="98" y="13"/>
                    <a:pt x="102" y="9"/>
                    <a:pt x="104" y="8"/>
                  </a:cubicBezTo>
                  <a:cubicBezTo>
                    <a:pt x="106" y="6"/>
                    <a:pt x="111" y="5"/>
                    <a:pt x="113" y="3"/>
                  </a:cubicBezTo>
                  <a:cubicBezTo>
                    <a:pt x="114" y="3"/>
                    <a:pt x="116" y="0"/>
                    <a:pt x="117" y="0"/>
                  </a:cubicBezTo>
                  <a:cubicBezTo>
                    <a:pt x="118" y="0"/>
                    <a:pt x="119" y="3"/>
                    <a:pt x="120" y="3"/>
                  </a:cubicBezTo>
                  <a:cubicBezTo>
                    <a:pt x="121" y="4"/>
                    <a:pt x="124" y="4"/>
                    <a:pt x="125" y="5"/>
                  </a:cubicBezTo>
                  <a:cubicBezTo>
                    <a:pt x="126" y="6"/>
                    <a:pt x="127" y="8"/>
                    <a:pt x="127" y="9"/>
                  </a:cubicBezTo>
                  <a:cubicBezTo>
                    <a:pt x="128" y="10"/>
                    <a:pt x="128" y="13"/>
                    <a:pt x="127" y="14"/>
                  </a:cubicBezTo>
                  <a:cubicBezTo>
                    <a:pt x="127" y="15"/>
                    <a:pt x="125" y="16"/>
                    <a:pt x="125" y="17"/>
                  </a:cubicBezTo>
                  <a:cubicBezTo>
                    <a:pt x="124" y="18"/>
                    <a:pt x="124" y="21"/>
                    <a:pt x="125" y="22"/>
                  </a:cubicBezTo>
                  <a:cubicBezTo>
                    <a:pt x="126" y="23"/>
                    <a:pt x="129" y="25"/>
                    <a:pt x="130" y="25"/>
                  </a:cubicBezTo>
                  <a:cubicBezTo>
                    <a:pt x="132" y="25"/>
                    <a:pt x="135" y="23"/>
                    <a:pt x="137" y="23"/>
                  </a:cubicBezTo>
                  <a:cubicBezTo>
                    <a:pt x="139" y="23"/>
                    <a:pt x="142" y="24"/>
                    <a:pt x="143" y="24"/>
                  </a:cubicBezTo>
                  <a:cubicBezTo>
                    <a:pt x="145" y="23"/>
                    <a:pt x="147" y="21"/>
                    <a:pt x="148" y="21"/>
                  </a:cubicBezTo>
                  <a:cubicBezTo>
                    <a:pt x="151" y="19"/>
                    <a:pt x="155" y="16"/>
                    <a:pt x="157" y="16"/>
                  </a:cubicBezTo>
                  <a:cubicBezTo>
                    <a:pt x="158" y="15"/>
                    <a:pt x="161" y="15"/>
                    <a:pt x="162" y="16"/>
                  </a:cubicBezTo>
                  <a:cubicBezTo>
                    <a:pt x="163" y="16"/>
                    <a:pt x="164" y="16"/>
                    <a:pt x="165" y="17"/>
                  </a:cubicBezTo>
                  <a:cubicBezTo>
                    <a:pt x="165" y="17"/>
                    <a:pt x="165" y="18"/>
                    <a:pt x="165" y="18"/>
                  </a:cubicBezTo>
                  <a:cubicBezTo>
                    <a:pt x="164" y="21"/>
                    <a:pt x="165" y="26"/>
                    <a:pt x="166" y="28"/>
                  </a:cubicBezTo>
                  <a:cubicBezTo>
                    <a:pt x="166" y="30"/>
                    <a:pt x="168" y="32"/>
                    <a:pt x="167" y="33"/>
                  </a:cubicBezTo>
                  <a:cubicBezTo>
                    <a:pt x="167" y="35"/>
                    <a:pt x="165" y="38"/>
                    <a:pt x="164" y="39"/>
                  </a:cubicBezTo>
                  <a:cubicBezTo>
                    <a:pt x="163" y="40"/>
                    <a:pt x="160" y="43"/>
                    <a:pt x="159" y="44"/>
                  </a:cubicBezTo>
                  <a:cubicBezTo>
                    <a:pt x="158" y="45"/>
                    <a:pt x="155" y="45"/>
                    <a:pt x="154" y="46"/>
                  </a:cubicBezTo>
                  <a:cubicBezTo>
                    <a:pt x="152" y="48"/>
                    <a:pt x="150" y="51"/>
                    <a:pt x="149" y="53"/>
                  </a:cubicBezTo>
                  <a:cubicBezTo>
                    <a:pt x="148" y="55"/>
                    <a:pt x="147" y="59"/>
                    <a:pt x="147" y="61"/>
                  </a:cubicBezTo>
                  <a:cubicBezTo>
                    <a:pt x="148" y="63"/>
                    <a:pt x="150" y="66"/>
                    <a:pt x="149" y="67"/>
                  </a:cubicBezTo>
                  <a:cubicBezTo>
                    <a:pt x="149" y="69"/>
                    <a:pt x="145" y="70"/>
                    <a:pt x="144" y="71"/>
                  </a:cubicBezTo>
                  <a:cubicBezTo>
                    <a:pt x="142" y="73"/>
                    <a:pt x="138" y="78"/>
                    <a:pt x="136" y="80"/>
                  </a:cubicBezTo>
                  <a:cubicBezTo>
                    <a:pt x="135" y="83"/>
                    <a:pt x="132" y="90"/>
                    <a:pt x="132" y="93"/>
                  </a:cubicBezTo>
                  <a:cubicBezTo>
                    <a:pt x="131" y="96"/>
                    <a:pt x="130" y="102"/>
                    <a:pt x="130" y="105"/>
                  </a:cubicBezTo>
                  <a:cubicBezTo>
                    <a:pt x="131" y="106"/>
                    <a:pt x="131" y="109"/>
                    <a:pt x="132" y="110"/>
                  </a:cubicBezTo>
                  <a:cubicBezTo>
                    <a:pt x="133" y="111"/>
                    <a:pt x="136" y="111"/>
                    <a:pt x="137" y="112"/>
                  </a:cubicBezTo>
                  <a:cubicBezTo>
                    <a:pt x="137" y="113"/>
                    <a:pt x="139" y="114"/>
                    <a:pt x="139" y="11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13"/>
            <p:cNvSpPr>
              <a:spLocks/>
            </p:cNvSpPr>
            <p:nvPr/>
          </p:nvSpPr>
          <p:spPr bwMode="auto">
            <a:xfrm>
              <a:off x="4876800" y="4389438"/>
              <a:ext cx="34925" cy="30163"/>
            </a:xfrm>
            <a:custGeom>
              <a:avLst/>
              <a:gdLst/>
              <a:ahLst/>
              <a:cxnLst>
                <a:cxn ang="0">
                  <a:pos x="14" y="12"/>
                </a:cxn>
                <a:cxn ang="0">
                  <a:pos x="9" y="14"/>
                </a:cxn>
                <a:cxn ang="0">
                  <a:pos x="6" y="18"/>
                </a:cxn>
                <a:cxn ang="0">
                  <a:pos x="2" y="18"/>
                </a:cxn>
                <a:cxn ang="0">
                  <a:pos x="1" y="13"/>
                </a:cxn>
                <a:cxn ang="0">
                  <a:pos x="2" y="10"/>
                </a:cxn>
                <a:cxn ang="0">
                  <a:pos x="5" y="4"/>
                </a:cxn>
                <a:cxn ang="0">
                  <a:pos x="8" y="1"/>
                </a:cxn>
                <a:cxn ang="0">
                  <a:pos x="14" y="1"/>
                </a:cxn>
                <a:cxn ang="0">
                  <a:pos x="17" y="3"/>
                </a:cxn>
                <a:cxn ang="0">
                  <a:pos x="19" y="7"/>
                </a:cxn>
                <a:cxn ang="0">
                  <a:pos x="20" y="10"/>
                </a:cxn>
                <a:cxn ang="0">
                  <a:pos x="19" y="12"/>
                </a:cxn>
                <a:cxn ang="0">
                  <a:pos x="16" y="13"/>
                </a:cxn>
                <a:cxn ang="0">
                  <a:pos x="14" y="12"/>
                </a:cxn>
              </a:cxnLst>
              <a:rect l="0" t="0" r="r" b="b"/>
              <a:pathLst>
                <a:path w="20" h="18">
                  <a:moveTo>
                    <a:pt x="14" y="12"/>
                  </a:moveTo>
                  <a:cubicBezTo>
                    <a:pt x="13" y="12"/>
                    <a:pt x="10" y="14"/>
                    <a:pt x="9" y="14"/>
                  </a:cubicBezTo>
                  <a:cubicBezTo>
                    <a:pt x="9" y="15"/>
                    <a:pt x="7" y="17"/>
                    <a:pt x="6" y="18"/>
                  </a:cubicBezTo>
                  <a:cubicBezTo>
                    <a:pt x="5" y="18"/>
                    <a:pt x="3" y="18"/>
                    <a:pt x="2" y="18"/>
                  </a:cubicBezTo>
                  <a:cubicBezTo>
                    <a:pt x="1" y="17"/>
                    <a:pt x="0" y="15"/>
                    <a:pt x="1" y="13"/>
                  </a:cubicBezTo>
                  <a:cubicBezTo>
                    <a:pt x="1" y="12"/>
                    <a:pt x="2" y="11"/>
                    <a:pt x="2" y="10"/>
                  </a:cubicBezTo>
                  <a:cubicBezTo>
                    <a:pt x="3" y="9"/>
                    <a:pt x="4" y="5"/>
                    <a:pt x="5" y="4"/>
                  </a:cubicBezTo>
                  <a:cubicBezTo>
                    <a:pt x="5" y="3"/>
                    <a:pt x="7" y="1"/>
                    <a:pt x="8" y="1"/>
                  </a:cubicBezTo>
                  <a:cubicBezTo>
                    <a:pt x="9" y="0"/>
                    <a:pt x="12" y="0"/>
                    <a:pt x="14" y="1"/>
                  </a:cubicBezTo>
                  <a:cubicBezTo>
                    <a:pt x="15" y="1"/>
                    <a:pt x="16" y="3"/>
                    <a:pt x="17" y="3"/>
                  </a:cubicBezTo>
                  <a:cubicBezTo>
                    <a:pt x="18" y="4"/>
                    <a:pt x="19" y="6"/>
                    <a:pt x="19" y="7"/>
                  </a:cubicBezTo>
                  <a:cubicBezTo>
                    <a:pt x="20" y="7"/>
                    <a:pt x="20" y="9"/>
                    <a:pt x="20" y="10"/>
                  </a:cubicBezTo>
                  <a:cubicBezTo>
                    <a:pt x="20" y="11"/>
                    <a:pt x="19" y="12"/>
                    <a:pt x="19" y="12"/>
                  </a:cubicBezTo>
                  <a:cubicBezTo>
                    <a:pt x="18" y="13"/>
                    <a:pt x="17" y="13"/>
                    <a:pt x="16" y="13"/>
                  </a:cubicBezTo>
                  <a:cubicBezTo>
                    <a:pt x="15" y="13"/>
                    <a:pt x="15" y="12"/>
                    <a:pt x="14" y="1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14"/>
            <p:cNvSpPr>
              <a:spLocks/>
            </p:cNvSpPr>
            <p:nvPr/>
          </p:nvSpPr>
          <p:spPr bwMode="auto">
            <a:xfrm>
              <a:off x="4914900" y="4383088"/>
              <a:ext cx="31750" cy="26988"/>
            </a:xfrm>
            <a:custGeom>
              <a:avLst/>
              <a:gdLst/>
              <a:ahLst/>
              <a:cxnLst>
                <a:cxn ang="0">
                  <a:pos x="11" y="8"/>
                </a:cxn>
                <a:cxn ang="0">
                  <a:pos x="12" y="6"/>
                </a:cxn>
                <a:cxn ang="0">
                  <a:pos x="16" y="5"/>
                </a:cxn>
                <a:cxn ang="0">
                  <a:pos x="19" y="4"/>
                </a:cxn>
                <a:cxn ang="0">
                  <a:pos x="18" y="1"/>
                </a:cxn>
                <a:cxn ang="0">
                  <a:pos x="13" y="1"/>
                </a:cxn>
                <a:cxn ang="0">
                  <a:pos x="4" y="1"/>
                </a:cxn>
                <a:cxn ang="0">
                  <a:pos x="3" y="5"/>
                </a:cxn>
                <a:cxn ang="0">
                  <a:pos x="1" y="9"/>
                </a:cxn>
                <a:cxn ang="0">
                  <a:pos x="0" y="12"/>
                </a:cxn>
                <a:cxn ang="0">
                  <a:pos x="4" y="15"/>
                </a:cxn>
                <a:cxn ang="0">
                  <a:pos x="7" y="15"/>
                </a:cxn>
                <a:cxn ang="0">
                  <a:pos x="8" y="12"/>
                </a:cxn>
                <a:cxn ang="0">
                  <a:pos x="10" y="10"/>
                </a:cxn>
                <a:cxn ang="0">
                  <a:pos x="11" y="8"/>
                </a:cxn>
              </a:cxnLst>
              <a:rect l="0" t="0" r="r" b="b"/>
              <a:pathLst>
                <a:path w="19" h="15">
                  <a:moveTo>
                    <a:pt x="11" y="8"/>
                  </a:moveTo>
                  <a:cubicBezTo>
                    <a:pt x="11" y="7"/>
                    <a:pt x="11" y="6"/>
                    <a:pt x="12" y="6"/>
                  </a:cubicBezTo>
                  <a:cubicBezTo>
                    <a:pt x="13" y="5"/>
                    <a:pt x="15" y="5"/>
                    <a:pt x="16" y="5"/>
                  </a:cubicBezTo>
                  <a:cubicBezTo>
                    <a:pt x="17" y="5"/>
                    <a:pt x="19" y="5"/>
                    <a:pt x="19" y="4"/>
                  </a:cubicBezTo>
                  <a:cubicBezTo>
                    <a:pt x="19" y="3"/>
                    <a:pt x="19" y="2"/>
                    <a:pt x="18" y="1"/>
                  </a:cubicBezTo>
                  <a:cubicBezTo>
                    <a:pt x="17" y="1"/>
                    <a:pt x="14" y="1"/>
                    <a:pt x="13" y="1"/>
                  </a:cubicBezTo>
                  <a:cubicBezTo>
                    <a:pt x="11" y="1"/>
                    <a:pt x="6" y="0"/>
                    <a:pt x="4" y="1"/>
                  </a:cubicBezTo>
                  <a:cubicBezTo>
                    <a:pt x="4" y="2"/>
                    <a:pt x="3" y="4"/>
                    <a:pt x="3" y="5"/>
                  </a:cubicBezTo>
                  <a:cubicBezTo>
                    <a:pt x="3" y="6"/>
                    <a:pt x="1" y="8"/>
                    <a:pt x="1" y="9"/>
                  </a:cubicBezTo>
                  <a:cubicBezTo>
                    <a:pt x="0" y="10"/>
                    <a:pt x="0" y="12"/>
                    <a:pt x="0" y="12"/>
                  </a:cubicBezTo>
                  <a:cubicBezTo>
                    <a:pt x="1" y="13"/>
                    <a:pt x="3" y="15"/>
                    <a:pt x="4" y="15"/>
                  </a:cubicBezTo>
                  <a:cubicBezTo>
                    <a:pt x="5" y="15"/>
                    <a:pt x="6" y="15"/>
                    <a:pt x="7" y="15"/>
                  </a:cubicBezTo>
                  <a:cubicBezTo>
                    <a:pt x="8" y="14"/>
                    <a:pt x="8" y="12"/>
                    <a:pt x="8" y="12"/>
                  </a:cubicBezTo>
                  <a:cubicBezTo>
                    <a:pt x="8" y="11"/>
                    <a:pt x="10" y="11"/>
                    <a:pt x="10" y="10"/>
                  </a:cubicBezTo>
                  <a:cubicBezTo>
                    <a:pt x="10" y="10"/>
                    <a:pt x="11" y="9"/>
                    <a:pt x="11" y="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15"/>
            <p:cNvSpPr>
              <a:spLocks/>
            </p:cNvSpPr>
            <p:nvPr/>
          </p:nvSpPr>
          <p:spPr bwMode="auto">
            <a:xfrm>
              <a:off x="5659438" y="4562476"/>
              <a:ext cx="12700" cy="15875"/>
            </a:xfrm>
            <a:custGeom>
              <a:avLst/>
              <a:gdLst/>
              <a:ahLst/>
              <a:cxnLst>
                <a:cxn ang="0">
                  <a:pos x="7" y="3"/>
                </a:cxn>
                <a:cxn ang="0">
                  <a:pos x="5" y="5"/>
                </a:cxn>
                <a:cxn ang="0">
                  <a:pos x="3" y="7"/>
                </a:cxn>
                <a:cxn ang="0">
                  <a:pos x="1" y="9"/>
                </a:cxn>
                <a:cxn ang="0">
                  <a:pos x="0" y="5"/>
                </a:cxn>
                <a:cxn ang="0">
                  <a:pos x="1" y="1"/>
                </a:cxn>
                <a:cxn ang="0">
                  <a:pos x="3" y="1"/>
                </a:cxn>
                <a:cxn ang="0">
                  <a:pos x="5" y="1"/>
                </a:cxn>
                <a:cxn ang="0">
                  <a:pos x="7" y="3"/>
                </a:cxn>
              </a:cxnLst>
              <a:rect l="0" t="0" r="r" b="b"/>
              <a:pathLst>
                <a:path w="7" h="9">
                  <a:moveTo>
                    <a:pt x="7" y="3"/>
                  </a:moveTo>
                  <a:cubicBezTo>
                    <a:pt x="7" y="3"/>
                    <a:pt x="6" y="5"/>
                    <a:pt x="5" y="5"/>
                  </a:cubicBezTo>
                  <a:cubicBezTo>
                    <a:pt x="5" y="6"/>
                    <a:pt x="3" y="7"/>
                    <a:pt x="3" y="7"/>
                  </a:cubicBezTo>
                  <a:cubicBezTo>
                    <a:pt x="2" y="8"/>
                    <a:pt x="2" y="9"/>
                    <a:pt x="1" y="9"/>
                  </a:cubicBezTo>
                  <a:cubicBezTo>
                    <a:pt x="0" y="9"/>
                    <a:pt x="0" y="6"/>
                    <a:pt x="0" y="5"/>
                  </a:cubicBezTo>
                  <a:cubicBezTo>
                    <a:pt x="0" y="4"/>
                    <a:pt x="0" y="2"/>
                    <a:pt x="1" y="1"/>
                  </a:cubicBezTo>
                  <a:cubicBezTo>
                    <a:pt x="1" y="1"/>
                    <a:pt x="3" y="1"/>
                    <a:pt x="3" y="1"/>
                  </a:cubicBezTo>
                  <a:cubicBezTo>
                    <a:pt x="4" y="1"/>
                    <a:pt x="5" y="0"/>
                    <a:pt x="5" y="1"/>
                  </a:cubicBezTo>
                  <a:cubicBezTo>
                    <a:pt x="6" y="1"/>
                    <a:pt x="7" y="2"/>
                    <a:pt x="7"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16"/>
            <p:cNvSpPr>
              <a:spLocks/>
            </p:cNvSpPr>
            <p:nvPr/>
          </p:nvSpPr>
          <p:spPr bwMode="auto">
            <a:xfrm>
              <a:off x="5610225" y="4356101"/>
              <a:ext cx="193675" cy="265113"/>
            </a:xfrm>
            <a:custGeom>
              <a:avLst/>
              <a:gdLst/>
              <a:ahLst/>
              <a:cxnLst>
                <a:cxn ang="0">
                  <a:pos x="112" y="13"/>
                </a:cxn>
                <a:cxn ang="0">
                  <a:pos x="103" y="25"/>
                </a:cxn>
                <a:cxn ang="0">
                  <a:pos x="92" y="36"/>
                </a:cxn>
                <a:cxn ang="0">
                  <a:pos x="95" y="57"/>
                </a:cxn>
                <a:cxn ang="0">
                  <a:pos x="99" y="79"/>
                </a:cxn>
                <a:cxn ang="0">
                  <a:pos x="96" y="99"/>
                </a:cxn>
                <a:cxn ang="0">
                  <a:pos x="90" y="123"/>
                </a:cxn>
                <a:cxn ang="0">
                  <a:pos x="86" y="142"/>
                </a:cxn>
                <a:cxn ang="0">
                  <a:pos x="76" y="153"/>
                </a:cxn>
                <a:cxn ang="0">
                  <a:pos x="64" y="152"/>
                </a:cxn>
                <a:cxn ang="0">
                  <a:pos x="64" y="138"/>
                </a:cxn>
                <a:cxn ang="0">
                  <a:pos x="60" y="121"/>
                </a:cxn>
                <a:cxn ang="0">
                  <a:pos x="49" y="113"/>
                </a:cxn>
                <a:cxn ang="0">
                  <a:pos x="41" y="110"/>
                </a:cxn>
                <a:cxn ang="0">
                  <a:pos x="31" y="106"/>
                </a:cxn>
                <a:cxn ang="0">
                  <a:pos x="24" y="107"/>
                </a:cxn>
                <a:cxn ang="0">
                  <a:pos x="14" y="100"/>
                </a:cxn>
                <a:cxn ang="0">
                  <a:pos x="11" y="91"/>
                </a:cxn>
                <a:cxn ang="0">
                  <a:pos x="14" y="82"/>
                </a:cxn>
                <a:cxn ang="0">
                  <a:pos x="7" y="78"/>
                </a:cxn>
                <a:cxn ang="0">
                  <a:pos x="3" y="69"/>
                </a:cxn>
                <a:cxn ang="0">
                  <a:pos x="0" y="61"/>
                </a:cxn>
                <a:cxn ang="0">
                  <a:pos x="4" y="54"/>
                </a:cxn>
                <a:cxn ang="0">
                  <a:pos x="7" y="48"/>
                </a:cxn>
                <a:cxn ang="0">
                  <a:pos x="14" y="39"/>
                </a:cxn>
                <a:cxn ang="0">
                  <a:pos x="21" y="34"/>
                </a:cxn>
                <a:cxn ang="0">
                  <a:pos x="28" y="26"/>
                </a:cxn>
                <a:cxn ang="0">
                  <a:pos x="31" y="18"/>
                </a:cxn>
                <a:cxn ang="0">
                  <a:pos x="43" y="15"/>
                </a:cxn>
                <a:cxn ang="0">
                  <a:pos x="54" y="13"/>
                </a:cxn>
                <a:cxn ang="0">
                  <a:pos x="60" y="7"/>
                </a:cxn>
                <a:cxn ang="0">
                  <a:pos x="67" y="18"/>
                </a:cxn>
                <a:cxn ang="0">
                  <a:pos x="73" y="29"/>
                </a:cxn>
                <a:cxn ang="0">
                  <a:pos x="80" y="28"/>
                </a:cxn>
                <a:cxn ang="0">
                  <a:pos x="90" y="19"/>
                </a:cxn>
                <a:cxn ang="0">
                  <a:pos x="93" y="10"/>
                </a:cxn>
                <a:cxn ang="0">
                  <a:pos x="104" y="6"/>
                </a:cxn>
                <a:cxn ang="0">
                  <a:pos x="108" y="0"/>
                </a:cxn>
              </a:cxnLst>
              <a:rect l="0" t="0" r="r" b="b"/>
              <a:pathLst>
                <a:path w="112" h="154">
                  <a:moveTo>
                    <a:pt x="111" y="4"/>
                  </a:moveTo>
                  <a:cubicBezTo>
                    <a:pt x="112" y="6"/>
                    <a:pt x="112" y="11"/>
                    <a:pt x="112" y="13"/>
                  </a:cubicBezTo>
                  <a:cubicBezTo>
                    <a:pt x="112" y="15"/>
                    <a:pt x="110" y="18"/>
                    <a:pt x="109" y="19"/>
                  </a:cubicBezTo>
                  <a:cubicBezTo>
                    <a:pt x="108" y="21"/>
                    <a:pt x="104" y="23"/>
                    <a:pt x="103" y="25"/>
                  </a:cubicBezTo>
                  <a:cubicBezTo>
                    <a:pt x="101" y="26"/>
                    <a:pt x="98" y="29"/>
                    <a:pt x="97" y="30"/>
                  </a:cubicBezTo>
                  <a:cubicBezTo>
                    <a:pt x="96" y="32"/>
                    <a:pt x="93" y="34"/>
                    <a:pt x="92" y="36"/>
                  </a:cubicBezTo>
                  <a:cubicBezTo>
                    <a:pt x="92" y="38"/>
                    <a:pt x="93" y="40"/>
                    <a:pt x="93" y="42"/>
                  </a:cubicBezTo>
                  <a:cubicBezTo>
                    <a:pt x="93" y="46"/>
                    <a:pt x="95" y="53"/>
                    <a:pt x="95" y="57"/>
                  </a:cubicBezTo>
                  <a:cubicBezTo>
                    <a:pt x="95" y="60"/>
                    <a:pt x="94" y="65"/>
                    <a:pt x="94" y="68"/>
                  </a:cubicBezTo>
                  <a:cubicBezTo>
                    <a:pt x="95" y="71"/>
                    <a:pt x="98" y="76"/>
                    <a:pt x="99" y="79"/>
                  </a:cubicBezTo>
                  <a:cubicBezTo>
                    <a:pt x="99" y="81"/>
                    <a:pt x="99" y="86"/>
                    <a:pt x="99" y="88"/>
                  </a:cubicBezTo>
                  <a:cubicBezTo>
                    <a:pt x="99" y="91"/>
                    <a:pt x="96" y="96"/>
                    <a:pt x="96" y="99"/>
                  </a:cubicBezTo>
                  <a:cubicBezTo>
                    <a:pt x="95" y="101"/>
                    <a:pt x="95" y="106"/>
                    <a:pt x="94" y="109"/>
                  </a:cubicBezTo>
                  <a:cubicBezTo>
                    <a:pt x="93" y="112"/>
                    <a:pt x="91" y="120"/>
                    <a:pt x="90" y="123"/>
                  </a:cubicBezTo>
                  <a:cubicBezTo>
                    <a:pt x="89" y="125"/>
                    <a:pt x="86" y="128"/>
                    <a:pt x="86" y="131"/>
                  </a:cubicBezTo>
                  <a:cubicBezTo>
                    <a:pt x="85" y="133"/>
                    <a:pt x="86" y="139"/>
                    <a:pt x="86" y="142"/>
                  </a:cubicBezTo>
                  <a:cubicBezTo>
                    <a:pt x="85" y="144"/>
                    <a:pt x="83" y="147"/>
                    <a:pt x="82" y="148"/>
                  </a:cubicBezTo>
                  <a:cubicBezTo>
                    <a:pt x="81" y="150"/>
                    <a:pt x="78" y="152"/>
                    <a:pt x="76" y="153"/>
                  </a:cubicBezTo>
                  <a:cubicBezTo>
                    <a:pt x="75" y="154"/>
                    <a:pt x="71" y="153"/>
                    <a:pt x="69" y="153"/>
                  </a:cubicBezTo>
                  <a:cubicBezTo>
                    <a:pt x="68" y="153"/>
                    <a:pt x="65" y="153"/>
                    <a:pt x="64" y="152"/>
                  </a:cubicBezTo>
                  <a:cubicBezTo>
                    <a:pt x="63" y="150"/>
                    <a:pt x="62" y="147"/>
                    <a:pt x="62" y="145"/>
                  </a:cubicBezTo>
                  <a:cubicBezTo>
                    <a:pt x="62" y="143"/>
                    <a:pt x="64" y="140"/>
                    <a:pt x="64" y="138"/>
                  </a:cubicBezTo>
                  <a:cubicBezTo>
                    <a:pt x="64" y="136"/>
                    <a:pt x="64" y="133"/>
                    <a:pt x="64" y="131"/>
                  </a:cubicBezTo>
                  <a:cubicBezTo>
                    <a:pt x="63" y="128"/>
                    <a:pt x="61" y="123"/>
                    <a:pt x="60" y="121"/>
                  </a:cubicBezTo>
                  <a:cubicBezTo>
                    <a:pt x="58" y="119"/>
                    <a:pt x="55" y="118"/>
                    <a:pt x="53" y="116"/>
                  </a:cubicBezTo>
                  <a:cubicBezTo>
                    <a:pt x="52" y="116"/>
                    <a:pt x="49" y="114"/>
                    <a:pt x="49" y="113"/>
                  </a:cubicBezTo>
                  <a:cubicBezTo>
                    <a:pt x="47" y="112"/>
                    <a:pt x="47" y="108"/>
                    <a:pt x="45" y="108"/>
                  </a:cubicBezTo>
                  <a:cubicBezTo>
                    <a:pt x="44" y="107"/>
                    <a:pt x="42" y="109"/>
                    <a:pt x="41" y="110"/>
                  </a:cubicBezTo>
                  <a:cubicBezTo>
                    <a:pt x="39" y="110"/>
                    <a:pt x="36" y="111"/>
                    <a:pt x="34" y="110"/>
                  </a:cubicBezTo>
                  <a:cubicBezTo>
                    <a:pt x="33" y="110"/>
                    <a:pt x="32" y="107"/>
                    <a:pt x="31" y="106"/>
                  </a:cubicBezTo>
                  <a:cubicBezTo>
                    <a:pt x="30" y="106"/>
                    <a:pt x="29" y="106"/>
                    <a:pt x="28" y="107"/>
                  </a:cubicBezTo>
                  <a:cubicBezTo>
                    <a:pt x="27" y="107"/>
                    <a:pt x="25" y="108"/>
                    <a:pt x="24" y="107"/>
                  </a:cubicBezTo>
                  <a:cubicBezTo>
                    <a:pt x="22" y="107"/>
                    <a:pt x="21" y="104"/>
                    <a:pt x="20" y="103"/>
                  </a:cubicBezTo>
                  <a:cubicBezTo>
                    <a:pt x="18" y="103"/>
                    <a:pt x="15" y="101"/>
                    <a:pt x="14" y="100"/>
                  </a:cubicBezTo>
                  <a:cubicBezTo>
                    <a:pt x="13" y="100"/>
                    <a:pt x="12" y="98"/>
                    <a:pt x="12" y="97"/>
                  </a:cubicBezTo>
                  <a:cubicBezTo>
                    <a:pt x="11" y="96"/>
                    <a:pt x="10" y="92"/>
                    <a:pt x="11" y="91"/>
                  </a:cubicBezTo>
                  <a:cubicBezTo>
                    <a:pt x="11" y="90"/>
                    <a:pt x="13" y="88"/>
                    <a:pt x="13" y="87"/>
                  </a:cubicBezTo>
                  <a:cubicBezTo>
                    <a:pt x="14" y="86"/>
                    <a:pt x="14" y="83"/>
                    <a:pt x="14" y="82"/>
                  </a:cubicBezTo>
                  <a:cubicBezTo>
                    <a:pt x="13" y="82"/>
                    <a:pt x="12" y="80"/>
                    <a:pt x="11" y="80"/>
                  </a:cubicBezTo>
                  <a:cubicBezTo>
                    <a:pt x="10" y="79"/>
                    <a:pt x="8" y="79"/>
                    <a:pt x="7" y="78"/>
                  </a:cubicBezTo>
                  <a:cubicBezTo>
                    <a:pt x="6" y="78"/>
                    <a:pt x="4" y="75"/>
                    <a:pt x="4" y="74"/>
                  </a:cubicBezTo>
                  <a:cubicBezTo>
                    <a:pt x="3" y="73"/>
                    <a:pt x="4" y="70"/>
                    <a:pt x="3" y="69"/>
                  </a:cubicBezTo>
                  <a:cubicBezTo>
                    <a:pt x="3" y="68"/>
                    <a:pt x="3" y="67"/>
                    <a:pt x="3" y="66"/>
                  </a:cubicBezTo>
                  <a:cubicBezTo>
                    <a:pt x="2" y="65"/>
                    <a:pt x="0" y="62"/>
                    <a:pt x="0" y="61"/>
                  </a:cubicBezTo>
                  <a:cubicBezTo>
                    <a:pt x="0" y="60"/>
                    <a:pt x="1" y="58"/>
                    <a:pt x="1" y="57"/>
                  </a:cubicBezTo>
                  <a:cubicBezTo>
                    <a:pt x="2" y="56"/>
                    <a:pt x="4" y="55"/>
                    <a:pt x="4" y="54"/>
                  </a:cubicBezTo>
                  <a:cubicBezTo>
                    <a:pt x="5" y="53"/>
                    <a:pt x="6" y="51"/>
                    <a:pt x="7" y="49"/>
                  </a:cubicBezTo>
                  <a:cubicBezTo>
                    <a:pt x="7" y="49"/>
                    <a:pt x="7" y="48"/>
                    <a:pt x="7" y="48"/>
                  </a:cubicBezTo>
                  <a:cubicBezTo>
                    <a:pt x="8" y="47"/>
                    <a:pt x="10" y="47"/>
                    <a:pt x="11" y="46"/>
                  </a:cubicBezTo>
                  <a:cubicBezTo>
                    <a:pt x="12" y="45"/>
                    <a:pt x="13" y="40"/>
                    <a:pt x="14" y="39"/>
                  </a:cubicBezTo>
                  <a:cubicBezTo>
                    <a:pt x="14" y="38"/>
                    <a:pt x="16" y="37"/>
                    <a:pt x="17" y="36"/>
                  </a:cubicBezTo>
                  <a:cubicBezTo>
                    <a:pt x="18" y="35"/>
                    <a:pt x="20" y="35"/>
                    <a:pt x="21" y="34"/>
                  </a:cubicBezTo>
                  <a:cubicBezTo>
                    <a:pt x="22" y="33"/>
                    <a:pt x="23" y="32"/>
                    <a:pt x="24" y="31"/>
                  </a:cubicBezTo>
                  <a:cubicBezTo>
                    <a:pt x="25" y="30"/>
                    <a:pt x="27" y="28"/>
                    <a:pt x="28" y="26"/>
                  </a:cubicBezTo>
                  <a:cubicBezTo>
                    <a:pt x="28" y="25"/>
                    <a:pt x="29" y="24"/>
                    <a:pt x="30" y="23"/>
                  </a:cubicBezTo>
                  <a:cubicBezTo>
                    <a:pt x="30" y="22"/>
                    <a:pt x="30" y="19"/>
                    <a:pt x="31" y="18"/>
                  </a:cubicBezTo>
                  <a:cubicBezTo>
                    <a:pt x="32" y="17"/>
                    <a:pt x="35" y="16"/>
                    <a:pt x="36" y="16"/>
                  </a:cubicBezTo>
                  <a:cubicBezTo>
                    <a:pt x="38" y="15"/>
                    <a:pt x="41" y="15"/>
                    <a:pt x="43" y="15"/>
                  </a:cubicBezTo>
                  <a:cubicBezTo>
                    <a:pt x="45" y="15"/>
                    <a:pt x="48" y="16"/>
                    <a:pt x="50" y="15"/>
                  </a:cubicBezTo>
                  <a:cubicBezTo>
                    <a:pt x="51" y="15"/>
                    <a:pt x="53" y="14"/>
                    <a:pt x="54" y="13"/>
                  </a:cubicBezTo>
                  <a:cubicBezTo>
                    <a:pt x="55" y="12"/>
                    <a:pt x="55" y="9"/>
                    <a:pt x="56" y="8"/>
                  </a:cubicBezTo>
                  <a:cubicBezTo>
                    <a:pt x="57" y="7"/>
                    <a:pt x="59" y="7"/>
                    <a:pt x="60" y="7"/>
                  </a:cubicBezTo>
                  <a:cubicBezTo>
                    <a:pt x="61" y="8"/>
                    <a:pt x="63" y="10"/>
                    <a:pt x="64" y="12"/>
                  </a:cubicBezTo>
                  <a:cubicBezTo>
                    <a:pt x="65" y="13"/>
                    <a:pt x="66" y="16"/>
                    <a:pt x="67" y="18"/>
                  </a:cubicBezTo>
                  <a:cubicBezTo>
                    <a:pt x="68" y="19"/>
                    <a:pt x="70" y="22"/>
                    <a:pt x="71" y="24"/>
                  </a:cubicBezTo>
                  <a:cubicBezTo>
                    <a:pt x="72" y="25"/>
                    <a:pt x="72" y="28"/>
                    <a:pt x="73" y="29"/>
                  </a:cubicBezTo>
                  <a:cubicBezTo>
                    <a:pt x="74" y="30"/>
                    <a:pt x="75" y="31"/>
                    <a:pt x="76" y="31"/>
                  </a:cubicBezTo>
                  <a:cubicBezTo>
                    <a:pt x="78" y="31"/>
                    <a:pt x="79" y="28"/>
                    <a:pt x="80" y="28"/>
                  </a:cubicBezTo>
                  <a:cubicBezTo>
                    <a:pt x="81" y="27"/>
                    <a:pt x="83" y="25"/>
                    <a:pt x="85" y="24"/>
                  </a:cubicBezTo>
                  <a:cubicBezTo>
                    <a:pt x="86" y="23"/>
                    <a:pt x="89" y="20"/>
                    <a:pt x="90" y="19"/>
                  </a:cubicBezTo>
                  <a:cubicBezTo>
                    <a:pt x="91" y="18"/>
                    <a:pt x="92" y="15"/>
                    <a:pt x="92" y="14"/>
                  </a:cubicBezTo>
                  <a:cubicBezTo>
                    <a:pt x="92" y="13"/>
                    <a:pt x="92" y="11"/>
                    <a:pt x="93" y="10"/>
                  </a:cubicBezTo>
                  <a:cubicBezTo>
                    <a:pt x="94" y="9"/>
                    <a:pt x="97" y="8"/>
                    <a:pt x="98" y="8"/>
                  </a:cubicBezTo>
                  <a:cubicBezTo>
                    <a:pt x="100" y="7"/>
                    <a:pt x="103" y="7"/>
                    <a:pt x="104" y="6"/>
                  </a:cubicBezTo>
                  <a:cubicBezTo>
                    <a:pt x="105" y="5"/>
                    <a:pt x="106" y="3"/>
                    <a:pt x="107" y="2"/>
                  </a:cubicBezTo>
                  <a:cubicBezTo>
                    <a:pt x="107" y="2"/>
                    <a:pt x="108" y="1"/>
                    <a:pt x="108" y="0"/>
                  </a:cubicBezTo>
                  <a:cubicBezTo>
                    <a:pt x="110" y="2"/>
                    <a:pt x="111" y="3"/>
                    <a:pt x="111"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17"/>
            <p:cNvSpPr>
              <a:spLocks/>
            </p:cNvSpPr>
            <p:nvPr/>
          </p:nvSpPr>
          <p:spPr bwMode="auto">
            <a:xfrm>
              <a:off x="4927600" y="3624263"/>
              <a:ext cx="11113" cy="11113"/>
            </a:xfrm>
            <a:custGeom>
              <a:avLst/>
              <a:gdLst/>
              <a:ahLst/>
              <a:cxnLst>
                <a:cxn ang="0">
                  <a:pos x="5" y="4"/>
                </a:cxn>
                <a:cxn ang="0">
                  <a:pos x="4" y="5"/>
                </a:cxn>
                <a:cxn ang="0">
                  <a:pos x="2" y="6"/>
                </a:cxn>
                <a:cxn ang="0">
                  <a:pos x="0" y="4"/>
                </a:cxn>
                <a:cxn ang="0">
                  <a:pos x="0" y="2"/>
                </a:cxn>
                <a:cxn ang="0">
                  <a:pos x="3" y="0"/>
                </a:cxn>
                <a:cxn ang="0">
                  <a:pos x="6" y="1"/>
                </a:cxn>
                <a:cxn ang="0">
                  <a:pos x="5" y="4"/>
                </a:cxn>
              </a:cxnLst>
              <a:rect l="0" t="0" r="r" b="b"/>
              <a:pathLst>
                <a:path w="6" h="6">
                  <a:moveTo>
                    <a:pt x="5" y="4"/>
                  </a:moveTo>
                  <a:cubicBezTo>
                    <a:pt x="5" y="4"/>
                    <a:pt x="4" y="5"/>
                    <a:pt x="4" y="5"/>
                  </a:cubicBezTo>
                  <a:cubicBezTo>
                    <a:pt x="4" y="5"/>
                    <a:pt x="3" y="6"/>
                    <a:pt x="2" y="6"/>
                  </a:cubicBezTo>
                  <a:cubicBezTo>
                    <a:pt x="2" y="5"/>
                    <a:pt x="0" y="4"/>
                    <a:pt x="0" y="4"/>
                  </a:cubicBezTo>
                  <a:cubicBezTo>
                    <a:pt x="0" y="3"/>
                    <a:pt x="0" y="2"/>
                    <a:pt x="0" y="2"/>
                  </a:cubicBezTo>
                  <a:cubicBezTo>
                    <a:pt x="1" y="1"/>
                    <a:pt x="2" y="0"/>
                    <a:pt x="3" y="0"/>
                  </a:cubicBezTo>
                  <a:cubicBezTo>
                    <a:pt x="4" y="0"/>
                    <a:pt x="5" y="1"/>
                    <a:pt x="6" y="1"/>
                  </a:cubicBezTo>
                  <a:cubicBezTo>
                    <a:pt x="6" y="2"/>
                    <a:pt x="5" y="3"/>
                    <a:pt x="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18"/>
            <p:cNvSpPr>
              <a:spLocks/>
            </p:cNvSpPr>
            <p:nvPr/>
          </p:nvSpPr>
          <p:spPr bwMode="auto">
            <a:xfrm>
              <a:off x="4894263" y="3621088"/>
              <a:ext cx="22225" cy="25400"/>
            </a:xfrm>
            <a:custGeom>
              <a:avLst/>
              <a:gdLst/>
              <a:ahLst/>
              <a:cxnLst>
                <a:cxn ang="0">
                  <a:pos x="11" y="10"/>
                </a:cxn>
                <a:cxn ang="0">
                  <a:pos x="13" y="8"/>
                </a:cxn>
                <a:cxn ang="0">
                  <a:pos x="12" y="4"/>
                </a:cxn>
                <a:cxn ang="0">
                  <a:pos x="9" y="1"/>
                </a:cxn>
                <a:cxn ang="0">
                  <a:pos x="4" y="0"/>
                </a:cxn>
                <a:cxn ang="0">
                  <a:pos x="1" y="1"/>
                </a:cxn>
                <a:cxn ang="0">
                  <a:pos x="1" y="5"/>
                </a:cxn>
                <a:cxn ang="0">
                  <a:pos x="5" y="6"/>
                </a:cxn>
                <a:cxn ang="0">
                  <a:pos x="6" y="9"/>
                </a:cxn>
                <a:cxn ang="0">
                  <a:pos x="4" y="10"/>
                </a:cxn>
                <a:cxn ang="0">
                  <a:pos x="4" y="13"/>
                </a:cxn>
                <a:cxn ang="0">
                  <a:pos x="7" y="15"/>
                </a:cxn>
                <a:cxn ang="0">
                  <a:pos x="10" y="13"/>
                </a:cxn>
                <a:cxn ang="0">
                  <a:pos x="11" y="10"/>
                </a:cxn>
              </a:cxnLst>
              <a:rect l="0" t="0" r="r" b="b"/>
              <a:pathLst>
                <a:path w="13" h="15">
                  <a:moveTo>
                    <a:pt x="11" y="10"/>
                  </a:moveTo>
                  <a:cubicBezTo>
                    <a:pt x="12" y="10"/>
                    <a:pt x="13" y="8"/>
                    <a:pt x="13" y="8"/>
                  </a:cubicBezTo>
                  <a:cubicBezTo>
                    <a:pt x="13" y="7"/>
                    <a:pt x="12" y="5"/>
                    <a:pt x="12" y="4"/>
                  </a:cubicBezTo>
                  <a:cubicBezTo>
                    <a:pt x="11" y="3"/>
                    <a:pt x="10" y="2"/>
                    <a:pt x="9" y="1"/>
                  </a:cubicBezTo>
                  <a:cubicBezTo>
                    <a:pt x="8" y="1"/>
                    <a:pt x="5" y="0"/>
                    <a:pt x="4" y="0"/>
                  </a:cubicBezTo>
                  <a:cubicBezTo>
                    <a:pt x="3" y="0"/>
                    <a:pt x="1" y="1"/>
                    <a:pt x="1" y="1"/>
                  </a:cubicBezTo>
                  <a:cubicBezTo>
                    <a:pt x="0" y="2"/>
                    <a:pt x="1" y="4"/>
                    <a:pt x="1" y="5"/>
                  </a:cubicBezTo>
                  <a:cubicBezTo>
                    <a:pt x="2" y="6"/>
                    <a:pt x="4" y="6"/>
                    <a:pt x="5" y="6"/>
                  </a:cubicBezTo>
                  <a:cubicBezTo>
                    <a:pt x="5" y="7"/>
                    <a:pt x="6" y="8"/>
                    <a:pt x="6" y="9"/>
                  </a:cubicBezTo>
                  <a:cubicBezTo>
                    <a:pt x="6" y="9"/>
                    <a:pt x="4" y="9"/>
                    <a:pt x="4" y="10"/>
                  </a:cubicBezTo>
                  <a:cubicBezTo>
                    <a:pt x="4" y="10"/>
                    <a:pt x="4" y="12"/>
                    <a:pt x="4" y="13"/>
                  </a:cubicBezTo>
                  <a:cubicBezTo>
                    <a:pt x="4" y="14"/>
                    <a:pt x="6" y="15"/>
                    <a:pt x="7" y="15"/>
                  </a:cubicBezTo>
                  <a:cubicBezTo>
                    <a:pt x="8" y="15"/>
                    <a:pt x="9" y="14"/>
                    <a:pt x="10" y="13"/>
                  </a:cubicBezTo>
                  <a:cubicBezTo>
                    <a:pt x="10" y="13"/>
                    <a:pt x="11" y="11"/>
                    <a:pt x="11"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19"/>
            <p:cNvSpPr>
              <a:spLocks/>
            </p:cNvSpPr>
            <p:nvPr/>
          </p:nvSpPr>
          <p:spPr bwMode="auto">
            <a:xfrm>
              <a:off x="4867275" y="3654426"/>
              <a:ext cx="55563" cy="38100"/>
            </a:xfrm>
            <a:custGeom>
              <a:avLst/>
              <a:gdLst/>
              <a:ahLst/>
              <a:cxnLst>
                <a:cxn ang="0">
                  <a:pos x="31" y="10"/>
                </a:cxn>
                <a:cxn ang="0">
                  <a:pos x="27" y="8"/>
                </a:cxn>
                <a:cxn ang="0">
                  <a:pos x="23" y="8"/>
                </a:cxn>
                <a:cxn ang="0">
                  <a:pos x="19" y="6"/>
                </a:cxn>
                <a:cxn ang="0">
                  <a:pos x="16" y="2"/>
                </a:cxn>
                <a:cxn ang="0">
                  <a:pos x="13" y="1"/>
                </a:cxn>
                <a:cxn ang="0">
                  <a:pos x="8" y="1"/>
                </a:cxn>
                <a:cxn ang="0">
                  <a:pos x="5" y="4"/>
                </a:cxn>
                <a:cxn ang="0">
                  <a:pos x="3" y="7"/>
                </a:cxn>
                <a:cxn ang="0">
                  <a:pos x="2" y="10"/>
                </a:cxn>
                <a:cxn ang="0">
                  <a:pos x="4" y="11"/>
                </a:cxn>
                <a:cxn ang="0">
                  <a:pos x="6" y="14"/>
                </a:cxn>
                <a:cxn ang="0">
                  <a:pos x="5" y="17"/>
                </a:cxn>
                <a:cxn ang="0">
                  <a:pos x="4" y="18"/>
                </a:cxn>
                <a:cxn ang="0">
                  <a:pos x="1" y="17"/>
                </a:cxn>
                <a:cxn ang="0">
                  <a:pos x="0" y="18"/>
                </a:cxn>
                <a:cxn ang="0">
                  <a:pos x="1" y="21"/>
                </a:cxn>
                <a:cxn ang="0">
                  <a:pos x="6" y="22"/>
                </a:cxn>
                <a:cxn ang="0">
                  <a:pos x="11" y="21"/>
                </a:cxn>
                <a:cxn ang="0">
                  <a:pos x="15" y="19"/>
                </a:cxn>
                <a:cxn ang="0">
                  <a:pos x="19" y="16"/>
                </a:cxn>
                <a:cxn ang="0">
                  <a:pos x="22" y="14"/>
                </a:cxn>
                <a:cxn ang="0">
                  <a:pos x="24" y="15"/>
                </a:cxn>
                <a:cxn ang="0">
                  <a:pos x="28" y="16"/>
                </a:cxn>
                <a:cxn ang="0">
                  <a:pos x="31" y="15"/>
                </a:cxn>
                <a:cxn ang="0">
                  <a:pos x="32" y="13"/>
                </a:cxn>
                <a:cxn ang="0">
                  <a:pos x="31" y="10"/>
                </a:cxn>
              </a:cxnLst>
              <a:rect l="0" t="0" r="r" b="b"/>
              <a:pathLst>
                <a:path w="32" h="22">
                  <a:moveTo>
                    <a:pt x="31" y="10"/>
                  </a:moveTo>
                  <a:cubicBezTo>
                    <a:pt x="30" y="9"/>
                    <a:pt x="28" y="8"/>
                    <a:pt x="27" y="8"/>
                  </a:cubicBezTo>
                  <a:cubicBezTo>
                    <a:pt x="26" y="8"/>
                    <a:pt x="24" y="8"/>
                    <a:pt x="23" y="8"/>
                  </a:cubicBezTo>
                  <a:cubicBezTo>
                    <a:pt x="22" y="8"/>
                    <a:pt x="20" y="7"/>
                    <a:pt x="19" y="6"/>
                  </a:cubicBezTo>
                  <a:cubicBezTo>
                    <a:pt x="18" y="5"/>
                    <a:pt x="17" y="3"/>
                    <a:pt x="16" y="2"/>
                  </a:cubicBezTo>
                  <a:cubicBezTo>
                    <a:pt x="15" y="2"/>
                    <a:pt x="14" y="1"/>
                    <a:pt x="13" y="1"/>
                  </a:cubicBezTo>
                  <a:cubicBezTo>
                    <a:pt x="11" y="0"/>
                    <a:pt x="9" y="1"/>
                    <a:pt x="8" y="1"/>
                  </a:cubicBezTo>
                  <a:cubicBezTo>
                    <a:pt x="7" y="1"/>
                    <a:pt x="6" y="3"/>
                    <a:pt x="5" y="4"/>
                  </a:cubicBezTo>
                  <a:cubicBezTo>
                    <a:pt x="4" y="4"/>
                    <a:pt x="3" y="6"/>
                    <a:pt x="3" y="7"/>
                  </a:cubicBezTo>
                  <a:cubicBezTo>
                    <a:pt x="2" y="8"/>
                    <a:pt x="2" y="9"/>
                    <a:pt x="2" y="10"/>
                  </a:cubicBezTo>
                  <a:cubicBezTo>
                    <a:pt x="2" y="10"/>
                    <a:pt x="4" y="11"/>
                    <a:pt x="4" y="11"/>
                  </a:cubicBezTo>
                  <a:cubicBezTo>
                    <a:pt x="5" y="12"/>
                    <a:pt x="6" y="14"/>
                    <a:pt x="6" y="14"/>
                  </a:cubicBezTo>
                  <a:cubicBezTo>
                    <a:pt x="6" y="15"/>
                    <a:pt x="6" y="16"/>
                    <a:pt x="5" y="17"/>
                  </a:cubicBezTo>
                  <a:cubicBezTo>
                    <a:pt x="5" y="17"/>
                    <a:pt x="4" y="18"/>
                    <a:pt x="4" y="18"/>
                  </a:cubicBezTo>
                  <a:cubicBezTo>
                    <a:pt x="3" y="18"/>
                    <a:pt x="2" y="17"/>
                    <a:pt x="1" y="17"/>
                  </a:cubicBezTo>
                  <a:cubicBezTo>
                    <a:pt x="1" y="17"/>
                    <a:pt x="0" y="18"/>
                    <a:pt x="0" y="18"/>
                  </a:cubicBezTo>
                  <a:cubicBezTo>
                    <a:pt x="0" y="19"/>
                    <a:pt x="1" y="20"/>
                    <a:pt x="1" y="21"/>
                  </a:cubicBezTo>
                  <a:cubicBezTo>
                    <a:pt x="2" y="21"/>
                    <a:pt x="4" y="22"/>
                    <a:pt x="6" y="22"/>
                  </a:cubicBezTo>
                  <a:cubicBezTo>
                    <a:pt x="7" y="22"/>
                    <a:pt x="10" y="22"/>
                    <a:pt x="11" y="21"/>
                  </a:cubicBezTo>
                  <a:cubicBezTo>
                    <a:pt x="12" y="21"/>
                    <a:pt x="14" y="20"/>
                    <a:pt x="15" y="19"/>
                  </a:cubicBezTo>
                  <a:cubicBezTo>
                    <a:pt x="16" y="18"/>
                    <a:pt x="18" y="17"/>
                    <a:pt x="19" y="16"/>
                  </a:cubicBezTo>
                  <a:cubicBezTo>
                    <a:pt x="19" y="16"/>
                    <a:pt x="21" y="15"/>
                    <a:pt x="22" y="14"/>
                  </a:cubicBezTo>
                  <a:cubicBezTo>
                    <a:pt x="22" y="14"/>
                    <a:pt x="24" y="14"/>
                    <a:pt x="24" y="15"/>
                  </a:cubicBezTo>
                  <a:cubicBezTo>
                    <a:pt x="25" y="15"/>
                    <a:pt x="27" y="16"/>
                    <a:pt x="28" y="16"/>
                  </a:cubicBezTo>
                  <a:cubicBezTo>
                    <a:pt x="29" y="16"/>
                    <a:pt x="30" y="16"/>
                    <a:pt x="31" y="15"/>
                  </a:cubicBezTo>
                  <a:cubicBezTo>
                    <a:pt x="31" y="15"/>
                    <a:pt x="32" y="13"/>
                    <a:pt x="32" y="13"/>
                  </a:cubicBezTo>
                  <a:cubicBezTo>
                    <a:pt x="32" y="12"/>
                    <a:pt x="31" y="10"/>
                    <a:pt x="31"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20"/>
            <p:cNvSpPr>
              <a:spLocks/>
            </p:cNvSpPr>
            <p:nvPr/>
          </p:nvSpPr>
          <p:spPr bwMode="auto">
            <a:xfrm>
              <a:off x="4854575" y="3735388"/>
              <a:ext cx="9525" cy="9525"/>
            </a:xfrm>
            <a:custGeom>
              <a:avLst/>
              <a:gdLst/>
              <a:ahLst/>
              <a:cxnLst>
                <a:cxn ang="0">
                  <a:pos x="5" y="4"/>
                </a:cxn>
                <a:cxn ang="0">
                  <a:pos x="2" y="5"/>
                </a:cxn>
                <a:cxn ang="0">
                  <a:pos x="0" y="4"/>
                </a:cxn>
                <a:cxn ang="0">
                  <a:pos x="0" y="1"/>
                </a:cxn>
                <a:cxn ang="0">
                  <a:pos x="3" y="0"/>
                </a:cxn>
                <a:cxn ang="0">
                  <a:pos x="4" y="1"/>
                </a:cxn>
                <a:cxn ang="0">
                  <a:pos x="5" y="4"/>
                </a:cxn>
              </a:cxnLst>
              <a:rect l="0" t="0" r="r" b="b"/>
              <a:pathLst>
                <a:path w="6" h="6">
                  <a:moveTo>
                    <a:pt x="5" y="4"/>
                  </a:moveTo>
                  <a:cubicBezTo>
                    <a:pt x="5" y="5"/>
                    <a:pt x="3" y="6"/>
                    <a:pt x="2" y="5"/>
                  </a:cubicBezTo>
                  <a:cubicBezTo>
                    <a:pt x="1" y="5"/>
                    <a:pt x="0" y="4"/>
                    <a:pt x="0" y="4"/>
                  </a:cubicBezTo>
                  <a:cubicBezTo>
                    <a:pt x="0" y="3"/>
                    <a:pt x="0" y="2"/>
                    <a:pt x="0" y="1"/>
                  </a:cubicBezTo>
                  <a:cubicBezTo>
                    <a:pt x="0" y="0"/>
                    <a:pt x="2" y="0"/>
                    <a:pt x="3" y="0"/>
                  </a:cubicBezTo>
                  <a:cubicBezTo>
                    <a:pt x="3" y="0"/>
                    <a:pt x="4" y="1"/>
                    <a:pt x="4" y="1"/>
                  </a:cubicBezTo>
                  <a:cubicBezTo>
                    <a:pt x="5" y="2"/>
                    <a:pt x="6" y="4"/>
                    <a:pt x="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21"/>
            <p:cNvSpPr>
              <a:spLocks/>
            </p:cNvSpPr>
            <p:nvPr/>
          </p:nvSpPr>
          <p:spPr bwMode="auto">
            <a:xfrm>
              <a:off x="4879975" y="3740151"/>
              <a:ext cx="12700" cy="11113"/>
            </a:xfrm>
            <a:custGeom>
              <a:avLst/>
              <a:gdLst/>
              <a:ahLst/>
              <a:cxnLst>
                <a:cxn ang="0">
                  <a:pos x="6" y="4"/>
                </a:cxn>
                <a:cxn ang="0">
                  <a:pos x="3" y="6"/>
                </a:cxn>
                <a:cxn ang="0">
                  <a:pos x="0" y="4"/>
                </a:cxn>
                <a:cxn ang="0">
                  <a:pos x="0" y="1"/>
                </a:cxn>
                <a:cxn ang="0">
                  <a:pos x="2" y="0"/>
                </a:cxn>
                <a:cxn ang="0">
                  <a:pos x="6" y="1"/>
                </a:cxn>
                <a:cxn ang="0">
                  <a:pos x="7" y="3"/>
                </a:cxn>
                <a:cxn ang="0">
                  <a:pos x="6" y="4"/>
                </a:cxn>
              </a:cxnLst>
              <a:rect l="0" t="0" r="r" b="b"/>
              <a:pathLst>
                <a:path w="7" h="6">
                  <a:moveTo>
                    <a:pt x="6" y="4"/>
                  </a:moveTo>
                  <a:cubicBezTo>
                    <a:pt x="5" y="4"/>
                    <a:pt x="4" y="6"/>
                    <a:pt x="3" y="6"/>
                  </a:cubicBezTo>
                  <a:cubicBezTo>
                    <a:pt x="3" y="6"/>
                    <a:pt x="1" y="5"/>
                    <a:pt x="0" y="4"/>
                  </a:cubicBezTo>
                  <a:cubicBezTo>
                    <a:pt x="0" y="4"/>
                    <a:pt x="0" y="2"/>
                    <a:pt x="0" y="1"/>
                  </a:cubicBezTo>
                  <a:cubicBezTo>
                    <a:pt x="1" y="1"/>
                    <a:pt x="2" y="0"/>
                    <a:pt x="2" y="0"/>
                  </a:cubicBezTo>
                  <a:cubicBezTo>
                    <a:pt x="3" y="0"/>
                    <a:pt x="5" y="0"/>
                    <a:pt x="6" y="1"/>
                  </a:cubicBezTo>
                  <a:cubicBezTo>
                    <a:pt x="6" y="1"/>
                    <a:pt x="7" y="2"/>
                    <a:pt x="7" y="3"/>
                  </a:cubicBezTo>
                  <a:cubicBezTo>
                    <a:pt x="7" y="3"/>
                    <a:pt x="6"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22"/>
            <p:cNvSpPr>
              <a:spLocks/>
            </p:cNvSpPr>
            <p:nvPr/>
          </p:nvSpPr>
          <p:spPr bwMode="auto">
            <a:xfrm>
              <a:off x="4864100" y="3760788"/>
              <a:ext cx="12700" cy="11113"/>
            </a:xfrm>
            <a:custGeom>
              <a:avLst/>
              <a:gdLst/>
              <a:ahLst/>
              <a:cxnLst>
                <a:cxn ang="0">
                  <a:pos x="7" y="3"/>
                </a:cxn>
                <a:cxn ang="0">
                  <a:pos x="4" y="1"/>
                </a:cxn>
                <a:cxn ang="0">
                  <a:pos x="2" y="0"/>
                </a:cxn>
                <a:cxn ang="0">
                  <a:pos x="0" y="3"/>
                </a:cxn>
                <a:cxn ang="0">
                  <a:pos x="2" y="6"/>
                </a:cxn>
                <a:cxn ang="0">
                  <a:pos x="6" y="5"/>
                </a:cxn>
                <a:cxn ang="0">
                  <a:pos x="7" y="3"/>
                </a:cxn>
              </a:cxnLst>
              <a:rect l="0" t="0" r="r" b="b"/>
              <a:pathLst>
                <a:path w="7" h="6">
                  <a:moveTo>
                    <a:pt x="7" y="3"/>
                  </a:moveTo>
                  <a:cubicBezTo>
                    <a:pt x="7" y="2"/>
                    <a:pt x="5" y="1"/>
                    <a:pt x="4" y="1"/>
                  </a:cubicBezTo>
                  <a:cubicBezTo>
                    <a:pt x="4" y="0"/>
                    <a:pt x="2" y="0"/>
                    <a:pt x="2" y="0"/>
                  </a:cubicBezTo>
                  <a:cubicBezTo>
                    <a:pt x="1" y="1"/>
                    <a:pt x="0" y="3"/>
                    <a:pt x="0" y="3"/>
                  </a:cubicBezTo>
                  <a:cubicBezTo>
                    <a:pt x="0" y="4"/>
                    <a:pt x="1" y="5"/>
                    <a:pt x="2" y="6"/>
                  </a:cubicBezTo>
                  <a:cubicBezTo>
                    <a:pt x="3" y="6"/>
                    <a:pt x="5" y="6"/>
                    <a:pt x="6" y="5"/>
                  </a:cubicBezTo>
                  <a:cubicBezTo>
                    <a:pt x="6" y="5"/>
                    <a:pt x="7" y="4"/>
                    <a:pt x="7"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23"/>
            <p:cNvSpPr>
              <a:spLocks/>
            </p:cNvSpPr>
            <p:nvPr/>
          </p:nvSpPr>
          <p:spPr bwMode="auto">
            <a:xfrm>
              <a:off x="4881563" y="3775076"/>
              <a:ext cx="11113" cy="7938"/>
            </a:xfrm>
            <a:custGeom>
              <a:avLst/>
              <a:gdLst/>
              <a:ahLst/>
              <a:cxnLst>
                <a:cxn ang="0">
                  <a:pos x="6" y="2"/>
                </a:cxn>
                <a:cxn ang="0">
                  <a:pos x="5" y="4"/>
                </a:cxn>
                <a:cxn ang="0">
                  <a:pos x="2" y="5"/>
                </a:cxn>
                <a:cxn ang="0">
                  <a:pos x="0" y="3"/>
                </a:cxn>
                <a:cxn ang="0">
                  <a:pos x="1" y="0"/>
                </a:cxn>
                <a:cxn ang="0">
                  <a:pos x="4" y="0"/>
                </a:cxn>
                <a:cxn ang="0">
                  <a:pos x="6" y="2"/>
                </a:cxn>
              </a:cxnLst>
              <a:rect l="0" t="0" r="r" b="b"/>
              <a:pathLst>
                <a:path w="6" h="5">
                  <a:moveTo>
                    <a:pt x="6" y="2"/>
                  </a:moveTo>
                  <a:cubicBezTo>
                    <a:pt x="6" y="2"/>
                    <a:pt x="5" y="3"/>
                    <a:pt x="5" y="4"/>
                  </a:cubicBezTo>
                  <a:cubicBezTo>
                    <a:pt x="4" y="4"/>
                    <a:pt x="3" y="5"/>
                    <a:pt x="2" y="5"/>
                  </a:cubicBezTo>
                  <a:cubicBezTo>
                    <a:pt x="1" y="5"/>
                    <a:pt x="0" y="3"/>
                    <a:pt x="0" y="3"/>
                  </a:cubicBezTo>
                  <a:cubicBezTo>
                    <a:pt x="0" y="2"/>
                    <a:pt x="1" y="1"/>
                    <a:pt x="1" y="0"/>
                  </a:cubicBezTo>
                  <a:cubicBezTo>
                    <a:pt x="2" y="0"/>
                    <a:pt x="3" y="0"/>
                    <a:pt x="4" y="0"/>
                  </a:cubicBezTo>
                  <a:cubicBezTo>
                    <a:pt x="4" y="0"/>
                    <a:pt x="6" y="1"/>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24"/>
            <p:cNvSpPr>
              <a:spLocks/>
            </p:cNvSpPr>
            <p:nvPr/>
          </p:nvSpPr>
          <p:spPr bwMode="auto">
            <a:xfrm>
              <a:off x="4854575" y="3810001"/>
              <a:ext cx="12700" cy="11113"/>
            </a:xfrm>
            <a:custGeom>
              <a:avLst/>
              <a:gdLst/>
              <a:ahLst/>
              <a:cxnLst>
                <a:cxn ang="0">
                  <a:pos x="7" y="5"/>
                </a:cxn>
                <a:cxn ang="0">
                  <a:pos x="4" y="7"/>
                </a:cxn>
                <a:cxn ang="0">
                  <a:pos x="0" y="6"/>
                </a:cxn>
                <a:cxn ang="0">
                  <a:pos x="0" y="2"/>
                </a:cxn>
                <a:cxn ang="0">
                  <a:pos x="3" y="0"/>
                </a:cxn>
                <a:cxn ang="0">
                  <a:pos x="6" y="0"/>
                </a:cxn>
                <a:cxn ang="0">
                  <a:pos x="8" y="2"/>
                </a:cxn>
                <a:cxn ang="0">
                  <a:pos x="7" y="5"/>
                </a:cxn>
              </a:cxnLst>
              <a:rect l="0" t="0" r="r" b="b"/>
              <a:pathLst>
                <a:path w="8" h="7">
                  <a:moveTo>
                    <a:pt x="7" y="5"/>
                  </a:moveTo>
                  <a:cubicBezTo>
                    <a:pt x="7" y="6"/>
                    <a:pt x="5" y="7"/>
                    <a:pt x="4" y="7"/>
                  </a:cubicBezTo>
                  <a:cubicBezTo>
                    <a:pt x="3" y="7"/>
                    <a:pt x="1" y="7"/>
                    <a:pt x="0" y="6"/>
                  </a:cubicBezTo>
                  <a:cubicBezTo>
                    <a:pt x="0" y="5"/>
                    <a:pt x="0" y="3"/>
                    <a:pt x="0" y="2"/>
                  </a:cubicBezTo>
                  <a:cubicBezTo>
                    <a:pt x="0" y="1"/>
                    <a:pt x="2" y="0"/>
                    <a:pt x="3" y="0"/>
                  </a:cubicBezTo>
                  <a:cubicBezTo>
                    <a:pt x="4" y="0"/>
                    <a:pt x="5" y="0"/>
                    <a:pt x="6" y="0"/>
                  </a:cubicBezTo>
                  <a:cubicBezTo>
                    <a:pt x="7" y="1"/>
                    <a:pt x="8" y="1"/>
                    <a:pt x="8" y="2"/>
                  </a:cubicBezTo>
                  <a:cubicBezTo>
                    <a:pt x="8" y="2"/>
                    <a:pt x="8" y="4"/>
                    <a:pt x="7"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25"/>
            <p:cNvSpPr>
              <a:spLocks/>
            </p:cNvSpPr>
            <p:nvPr/>
          </p:nvSpPr>
          <p:spPr bwMode="auto">
            <a:xfrm>
              <a:off x="4833938" y="3856038"/>
              <a:ext cx="28575" cy="36513"/>
            </a:xfrm>
            <a:custGeom>
              <a:avLst/>
              <a:gdLst/>
              <a:ahLst/>
              <a:cxnLst>
                <a:cxn ang="0">
                  <a:pos x="17" y="11"/>
                </a:cxn>
                <a:cxn ang="0">
                  <a:pos x="17" y="6"/>
                </a:cxn>
                <a:cxn ang="0">
                  <a:pos x="15" y="1"/>
                </a:cxn>
                <a:cxn ang="0">
                  <a:pos x="13" y="1"/>
                </a:cxn>
                <a:cxn ang="0">
                  <a:pos x="10" y="4"/>
                </a:cxn>
                <a:cxn ang="0">
                  <a:pos x="9" y="8"/>
                </a:cxn>
                <a:cxn ang="0">
                  <a:pos x="7" y="10"/>
                </a:cxn>
                <a:cxn ang="0">
                  <a:pos x="4" y="7"/>
                </a:cxn>
                <a:cxn ang="0">
                  <a:pos x="1" y="10"/>
                </a:cxn>
                <a:cxn ang="0">
                  <a:pos x="0" y="14"/>
                </a:cxn>
                <a:cxn ang="0">
                  <a:pos x="3" y="16"/>
                </a:cxn>
                <a:cxn ang="0">
                  <a:pos x="7" y="17"/>
                </a:cxn>
                <a:cxn ang="0">
                  <a:pos x="8" y="20"/>
                </a:cxn>
                <a:cxn ang="0">
                  <a:pos x="11" y="21"/>
                </a:cxn>
                <a:cxn ang="0">
                  <a:pos x="15" y="19"/>
                </a:cxn>
                <a:cxn ang="0">
                  <a:pos x="15" y="16"/>
                </a:cxn>
                <a:cxn ang="0">
                  <a:pos x="17" y="14"/>
                </a:cxn>
                <a:cxn ang="0">
                  <a:pos x="17" y="11"/>
                </a:cxn>
              </a:cxnLst>
              <a:rect l="0" t="0" r="r" b="b"/>
              <a:pathLst>
                <a:path w="17" h="21">
                  <a:moveTo>
                    <a:pt x="17" y="11"/>
                  </a:moveTo>
                  <a:cubicBezTo>
                    <a:pt x="17" y="9"/>
                    <a:pt x="17" y="7"/>
                    <a:pt x="17" y="6"/>
                  </a:cubicBezTo>
                  <a:cubicBezTo>
                    <a:pt x="17" y="5"/>
                    <a:pt x="16" y="1"/>
                    <a:pt x="15" y="1"/>
                  </a:cubicBezTo>
                  <a:cubicBezTo>
                    <a:pt x="15" y="0"/>
                    <a:pt x="14" y="1"/>
                    <a:pt x="13" y="1"/>
                  </a:cubicBezTo>
                  <a:cubicBezTo>
                    <a:pt x="12" y="1"/>
                    <a:pt x="10" y="3"/>
                    <a:pt x="10" y="4"/>
                  </a:cubicBezTo>
                  <a:cubicBezTo>
                    <a:pt x="9" y="5"/>
                    <a:pt x="9" y="7"/>
                    <a:pt x="9" y="8"/>
                  </a:cubicBezTo>
                  <a:cubicBezTo>
                    <a:pt x="9" y="8"/>
                    <a:pt x="8" y="10"/>
                    <a:pt x="7" y="10"/>
                  </a:cubicBezTo>
                  <a:cubicBezTo>
                    <a:pt x="6" y="10"/>
                    <a:pt x="5" y="7"/>
                    <a:pt x="4" y="7"/>
                  </a:cubicBezTo>
                  <a:cubicBezTo>
                    <a:pt x="3" y="7"/>
                    <a:pt x="1" y="9"/>
                    <a:pt x="1" y="10"/>
                  </a:cubicBezTo>
                  <a:cubicBezTo>
                    <a:pt x="0" y="10"/>
                    <a:pt x="0" y="13"/>
                    <a:pt x="0" y="14"/>
                  </a:cubicBezTo>
                  <a:cubicBezTo>
                    <a:pt x="1" y="15"/>
                    <a:pt x="2" y="16"/>
                    <a:pt x="3" y="16"/>
                  </a:cubicBezTo>
                  <a:cubicBezTo>
                    <a:pt x="4" y="17"/>
                    <a:pt x="6" y="16"/>
                    <a:pt x="7" y="17"/>
                  </a:cubicBezTo>
                  <a:cubicBezTo>
                    <a:pt x="7" y="17"/>
                    <a:pt x="7" y="20"/>
                    <a:pt x="8" y="20"/>
                  </a:cubicBezTo>
                  <a:cubicBezTo>
                    <a:pt x="9" y="21"/>
                    <a:pt x="10" y="21"/>
                    <a:pt x="11" y="21"/>
                  </a:cubicBezTo>
                  <a:cubicBezTo>
                    <a:pt x="12" y="20"/>
                    <a:pt x="14" y="20"/>
                    <a:pt x="15" y="19"/>
                  </a:cubicBezTo>
                  <a:cubicBezTo>
                    <a:pt x="15" y="18"/>
                    <a:pt x="15" y="17"/>
                    <a:pt x="15" y="16"/>
                  </a:cubicBezTo>
                  <a:cubicBezTo>
                    <a:pt x="15" y="16"/>
                    <a:pt x="17" y="14"/>
                    <a:pt x="17" y="14"/>
                  </a:cubicBezTo>
                  <a:cubicBezTo>
                    <a:pt x="17" y="13"/>
                    <a:pt x="17" y="11"/>
                    <a:pt x="17" y="1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26"/>
            <p:cNvSpPr>
              <a:spLocks/>
            </p:cNvSpPr>
            <p:nvPr/>
          </p:nvSpPr>
          <p:spPr bwMode="auto">
            <a:xfrm>
              <a:off x="4805363" y="3889376"/>
              <a:ext cx="15875" cy="23813"/>
            </a:xfrm>
            <a:custGeom>
              <a:avLst/>
              <a:gdLst/>
              <a:ahLst/>
              <a:cxnLst>
                <a:cxn ang="0">
                  <a:pos x="8" y="9"/>
                </a:cxn>
                <a:cxn ang="0">
                  <a:pos x="6" y="6"/>
                </a:cxn>
                <a:cxn ang="0">
                  <a:pos x="7" y="1"/>
                </a:cxn>
                <a:cxn ang="0">
                  <a:pos x="4" y="1"/>
                </a:cxn>
                <a:cxn ang="0">
                  <a:pos x="0" y="4"/>
                </a:cxn>
                <a:cxn ang="0">
                  <a:pos x="1" y="8"/>
                </a:cxn>
                <a:cxn ang="0">
                  <a:pos x="4" y="10"/>
                </a:cxn>
                <a:cxn ang="0">
                  <a:pos x="4" y="13"/>
                </a:cxn>
                <a:cxn ang="0">
                  <a:pos x="7" y="14"/>
                </a:cxn>
                <a:cxn ang="0">
                  <a:pos x="9" y="12"/>
                </a:cxn>
                <a:cxn ang="0">
                  <a:pos x="8" y="9"/>
                </a:cxn>
              </a:cxnLst>
              <a:rect l="0" t="0" r="r" b="b"/>
              <a:pathLst>
                <a:path w="9" h="14">
                  <a:moveTo>
                    <a:pt x="8" y="9"/>
                  </a:moveTo>
                  <a:cubicBezTo>
                    <a:pt x="8" y="8"/>
                    <a:pt x="7" y="7"/>
                    <a:pt x="6" y="6"/>
                  </a:cubicBezTo>
                  <a:cubicBezTo>
                    <a:pt x="6" y="5"/>
                    <a:pt x="7" y="2"/>
                    <a:pt x="7" y="1"/>
                  </a:cubicBezTo>
                  <a:cubicBezTo>
                    <a:pt x="6" y="1"/>
                    <a:pt x="4" y="0"/>
                    <a:pt x="4" y="1"/>
                  </a:cubicBezTo>
                  <a:cubicBezTo>
                    <a:pt x="2" y="1"/>
                    <a:pt x="0" y="3"/>
                    <a:pt x="0" y="4"/>
                  </a:cubicBezTo>
                  <a:cubicBezTo>
                    <a:pt x="0" y="5"/>
                    <a:pt x="0" y="7"/>
                    <a:pt x="1" y="8"/>
                  </a:cubicBezTo>
                  <a:cubicBezTo>
                    <a:pt x="1" y="8"/>
                    <a:pt x="3" y="9"/>
                    <a:pt x="4" y="10"/>
                  </a:cubicBezTo>
                  <a:cubicBezTo>
                    <a:pt x="4" y="10"/>
                    <a:pt x="4" y="12"/>
                    <a:pt x="4" y="13"/>
                  </a:cubicBezTo>
                  <a:cubicBezTo>
                    <a:pt x="4" y="13"/>
                    <a:pt x="6" y="14"/>
                    <a:pt x="7" y="14"/>
                  </a:cubicBezTo>
                  <a:cubicBezTo>
                    <a:pt x="7" y="14"/>
                    <a:pt x="8" y="13"/>
                    <a:pt x="9" y="12"/>
                  </a:cubicBezTo>
                  <a:cubicBezTo>
                    <a:pt x="9" y="11"/>
                    <a:pt x="9" y="9"/>
                    <a:pt x="8" y="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27"/>
            <p:cNvSpPr>
              <a:spLocks/>
            </p:cNvSpPr>
            <p:nvPr/>
          </p:nvSpPr>
          <p:spPr bwMode="auto">
            <a:xfrm>
              <a:off x="4821238" y="3884613"/>
              <a:ext cx="11113" cy="12700"/>
            </a:xfrm>
            <a:custGeom>
              <a:avLst/>
              <a:gdLst/>
              <a:ahLst/>
              <a:cxnLst>
                <a:cxn ang="0">
                  <a:pos x="6" y="6"/>
                </a:cxn>
                <a:cxn ang="0">
                  <a:pos x="4" y="7"/>
                </a:cxn>
                <a:cxn ang="0">
                  <a:pos x="2" y="6"/>
                </a:cxn>
                <a:cxn ang="0">
                  <a:pos x="0" y="3"/>
                </a:cxn>
                <a:cxn ang="0">
                  <a:pos x="1" y="2"/>
                </a:cxn>
                <a:cxn ang="0">
                  <a:pos x="4" y="0"/>
                </a:cxn>
                <a:cxn ang="0">
                  <a:pos x="6" y="3"/>
                </a:cxn>
                <a:cxn ang="0">
                  <a:pos x="6" y="6"/>
                </a:cxn>
              </a:cxnLst>
              <a:rect l="0" t="0" r="r" b="b"/>
              <a:pathLst>
                <a:path w="6" h="7">
                  <a:moveTo>
                    <a:pt x="6" y="6"/>
                  </a:moveTo>
                  <a:cubicBezTo>
                    <a:pt x="6" y="6"/>
                    <a:pt x="5" y="7"/>
                    <a:pt x="4" y="7"/>
                  </a:cubicBezTo>
                  <a:cubicBezTo>
                    <a:pt x="3" y="7"/>
                    <a:pt x="2" y="7"/>
                    <a:pt x="2" y="6"/>
                  </a:cubicBezTo>
                  <a:cubicBezTo>
                    <a:pt x="1" y="6"/>
                    <a:pt x="0" y="4"/>
                    <a:pt x="0" y="3"/>
                  </a:cubicBezTo>
                  <a:cubicBezTo>
                    <a:pt x="0" y="3"/>
                    <a:pt x="1" y="2"/>
                    <a:pt x="1" y="2"/>
                  </a:cubicBezTo>
                  <a:cubicBezTo>
                    <a:pt x="2" y="1"/>
                    <a:pt x="3" y="0"/>
                    <a:pt x="4" y="0"/>
                  </a:cubicBezTo>
                  <a:cubicBezTo>
                    <a:pt x="5" y="1"/>
                    <a:pt x="5" y="3"/>
                    <a:pt x="6" y="3"/>
                  </a:cubicBezTo>
                  <a:cubicBezTo>
                    <a:pt x="6" y="4"/>
                    <a:pt x="6" y="5"/>
                    <a:pt x="6"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28"/>
            <p:cNvSpPr>
              <a:spLocks/>
            </p:cNvSpPr>
            <p:nvPr/>
          </p:nvSpPr>
          <p:spPr bwMode="auto">
            <a:xfrm>
              <a:off x="4841875" y="3910013"/>
              <a:ext cx="14288" cy="11113"/>
            </a:xfrm>
            <a:custGeom>
              <a:avLst/>
              <a:gdLst/>
              <a:ahLst/>
              <a:cxnLst>
                <a:cxn ang="0">
                  <a:pos x="8" y="6"/>
                </a:cxn>
                <a:cxn ang="0">
                  <a:pos x="6" y="7"/>
                </a:cxn>
                <a:cxn ang="0">
                  <a:pos x="2" y="6"/>
                </a:cxn>
                <a:cxn ang="0">
                  <a:pos x="0" y="3"/>
                </a:cxn>
                <a:cxn ang="0">
                  <a:pos x="2" y="0"/>
                </a:cxn>
                <a:cxn ang="0">
                  <a:pos x="5" y="1"/>
                </a:cxn>
                <a:cxn ang="0">
                  <a:pos x="7" y="3"/>
                </a:cxn>
                <a:cxn ang="0">
                  <a:pos x="8" y="6"/>
                </a:cxn>
              </a:cxnLst>
              <a:rect l="0" t="0" r="r" b="b"/>
              <a:pathLst>
                <a:path w="8" h="7">
                  <a:moveTo>
                    <a:pt x="8" y="6"/>
                  </a:moveTo>
                  <a:cubicBezTo>
                    <a:pt x="7" y="6"/>
                    <a:pt x="6" y="7"/>
                    <a:pt x="6" y="7"/>
                  </a:cubicBezTo>
                  <a:cubicBezTo>
                    <a:pt x="5" y="7"/>
                    <a:pt x="3" y="7"/>
                    <a:pt x="2" y="6"/>
                  </a:cubicBezTo>
                  <a:cubicBezTo>
                    <a:pt x="1" y="5"/>
                    <a:pt x="0" y="4"/>
                    <a:pt x="0" y="3"/>
                  </a:cubicBezTo>
                  <a:cubicBezTo>
                    <a:pt x="0" y="2"/>
                    <a:pt x="2" y="1"/>
                    <a:pt x="2" y="0"/>
                  </a:cubicBezTo>
                  <a:cubicBezTo>
                    <a:pt x="3" y="0"/>
                    <a:pt x="5" y="0"/>
                    <a:pt x="5" y="1"/>
                  </a:cubicBezTo>
                  <a:cubicBezTo>
                    <a:pt x="6" y="1"/>
                    <a:pt x="7" y="2"/>
                    <a:pt x="7" y="3"/>
                  </a:cubicBezTo>
                  <a:cubicBezTo>
                    <a:pt x="7" y="4"/>
                    <a:pt x="8" y="5"/>
                    <a:pt x="8"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29"/>
            <p:cNvSpPr>
              <a:spLocks/>
            </p:cNvSpPr>
            <p:nvPr/>
          </p:nvSpPr>
          <p:spPr bwMode="auto">
            <a:xfrm>
              <a:off x="4826000" y="3933826"/>
              <a:ext cx="12700" cy="15875"/>
            </a:xfrm>
            <a:custGeom>
              <a:avLst/>
              <a:gdLst/>
              <a:ahLst/>
              <a:cxnLst>
                <a:cxn ang="0">
                  <a:pos x="7" y="7"/>
                </a:cxn>
                <a:cxn ang="0">
                  <a:pos x="5" y="4"/>
                </a:cxn>
                <a:cxn ang="0">
                  <a:pos x="4" y="1"/>
                </a:cxn>
                <a:cxn ang="0">
                  <a:pos x="1" y="1"/>
                </a:cxn>
                <a:cxn ang="0">
                  <a:pos x="1" y="5"/>
                </a:cxn>
                <a:cxn ang="0">
                  <a:pos x="3" y="7"/>
                </a:cxn>
                <a:cxn ang="0">
                  <a:pos x="5" y="9"/>
                </a:cxn>
                <a:cxn ang="0">
                  <a:pos x="6" y="9"/>
                </a:cxn>
                <a:cxn ang="0">
                  <a:pos x="7" y="7"/>
                </a:cxn>
              </a:cxnLst>
              <a:rect l="0" t="0" r="r" b="b"/>
              <a:pathLst>
                <a:path w="7" h="9">
                  <a:moveTo>
                    <a:pt x="7" y="7"/>
                  </a:moveTo>
                  <a:cubicBezTo>
                    <a:pt x="7" y="6"/>
                    <a:pt x="6" y="4"/>
                    <a:pt x="5" y="4"/>
                  </a:cubicBezTo>
                  <a:cubicBezTo>
                    <a:pt x="5" y="3"/>
                    <a:pt x="5" y="1"/>
                    <a:pt x="4" y="1"/>
                  </a:cubicBezTo>
                  <a:cubicBezTo>
                    <a:pt x="3" y="0"/>
                    <a:pt x="2" y="1"/>
                    <a:pt x="1" y="1"/>
                  </a:cubicBezTo>
                  <a:cubicBezTo>
                    <a:pt x="1" y="2"/>
                    <a:pt x="0" y="4"/>
                    <a:pt x="1" y="5"/>
                  </a:cubicBezTo>
                  <a:cubicBezTo>
                    <a:pt x="1" y="6"/>
                    <a:pt x="2" y="7"/>
                    <a:pt x="3" y="7"/>
                  </a:cubicBezTo>
                  <a:cubicBezTo>
                    <a:pt x="3" y="8"/>
                    <a:pt x="4" y="9"/>
                    <a:pt x="5" y="9"/>
                  </a:cubicBezTo>
                  <a:cubicBezTo>
                    <a:pt x="5" y="9"/>
                    <a:pt x="6" y="9"/>
                    <a:pt x="6" y="9"/>
                  </a:cubicBezTo>
                  <a:cubicBezTo>
                    <a:pt x="7" y="9"/>
                    <a:pt x="7" y="7"/>
                    <a:pt x="7"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30"/>
            <p:cNvSpPr>
              <a:spLocks/>
            </p:cNvSpPr>
            <p:nvPr/>
          </p:nvSpPr>
          <p:spPr bwMode="auto">
            <a:xfrm>
              <a:off x="4843463" y="3933826"/>
              <a:ext cx="9525" cy="20638"/>
            </a:xfrm>
            <a:custGeom>
              <a:avLst/>
              <a:gdLst/>
              <a:ahLst/>
              <a:cxnLst>
                <a:cxn ang="0">
                  <a:pos x="4" y="11"/>
                </a:cxn>
                <a:cxn ang="0">
                  <a:pos x="3" y="8"/>
                </a:cxn>
                <a:cxn ang="0">
                  <a:pos x="4" y="4"/>
                </a:cxn>
                <a:cxn ang="0">
                  <a:pos x="3" y="1"/>
                </a:cxn>
                <a:cxn ang="0">
                  <a:pos x="1" y="0"/>
                </a:cxn>
                <a:cxn ang="0">
                  <a:pos x="0" y="3"/>
                </a:cxn>
                <a:cxn ang="0">
                  <a:pos x="0" y="7"/>
                </a:cxn>
                <a:cxn ang="0">
                  <a:pos x="1" y="10"/>
                </a:cxn>
                <a:cxn ang="0">
                  <a:pos x="2" y="11"/>
                </a:cxn>
                <a:cxn ang="0">
                  <a:pos x="4" y="11"/>
                </a:cxn>
              </a:cxnLst>
              <a:rect l="0" t="0" r="r" b="b"/>
              <a:pathLst>
                <a:path w="5" h="12">
                  <a:moveTo>
                    <a:pt x="4" y="11"/>
                  </a:moveTo>
                  <a:cubicBezTo>
                    <a:pt x="5" y="10"/>
                    <a:pt x="3" y="8"/>
                    <a:pt x="3" y="8"/>
                  </a:cubicBezTo>
                  <a:cubicBezTo>
                    <a:pt x="3" y="7"/>
                    <a:pt x="4" y="5"/>
                    <a:pt x="4" y="4"/>
                  </a:cubicBezTo>
                  <a:cubicBezTo>
                    <a:pt x="4" y="3"/>
                    <a:pt x="4" y="1"/>
                    <a:pt x="3" y="1"/>
                  </a:cubicBezTo>
                  <a:cubicBezTo>
                    <a:pt x="3" y="0"/>
                    <a:pt x="2" y="0"/>
                    <a:pt x="1" y="0"/>
                  </a:cubicBezTo>
                  <a:cubicBezTo>
                    <a:pt x="0" y="1"/>
                    <a:pt x="0" y="2"/>
                    <a:pt x="0" y="3"/>
                  </a:cubicBezTo>
                  <a:cubicBezTo>
                    <a:pt x="0" y="4"/>
                    <a:pt x="0" y="6"/>
                    <a:pt x="0" y="7"/>
                  </a:cubicBezTo>
                  <a:cubicBezTo>
                    <a:pt x="0" y="7"/>
                    <a:pt x="0" y="9"/>
                    <a:pt x="1" y="10"/>
                  </a:cubicBezTo>
                  <a:cubicBezTo>
                    <a:pt x="1" y="10"/>
                    <a:pt x="1" y="11"/>
                    <a:pt x="2" y="11"/>
                  </a:cubicBezTo>
                  <a:cubicBezTo>
                    <a:pt x="3" y="12"/>
                    <a:pt x="4" y="11"/>
                    <a:pt x="4" y="1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31"/>
            <p:cNvSpPr>
              <a:spLocks/>
            </p:cNvSpPr>
            <p:nvPr/>
          </p:nvSpPr>
          <p:spPr bwMode="auto">
            <a:xfrm>
              <a:off x="4856163" y="3571876"/>
              <a:ext cx="471488" cy="481013"/>
            </a:xfrm>
            <a:custGeom>
              <a:avLst/>
              <a:gdLst/>
              <a:ahLst/>
              <a:cxnLst>
                <a:cxn ang="0">
                  <a:pos x="263" y="179"/>
                </a:cxn>
                <a:cxn ang="0">
                  <a:pos x="256" y="231"/>
                </a:cxn>
                <a:cxn ang="0">
                  <a:pos x="205" y="267"/>
                </a:cxn>
                <a:cxn ang="0">
                  <a:pos x="152" y="261"/>
                </a:cxn>
                <a:cxn ang="0">
                  <a:pos x="117" y="225"/>
                </a:cxn>
                <a:cxn ang="0">
                  <a:pos x="74" y="208"/>
                </a:cxn>
                <a:cxn ang="0">
                  <a:pos x="29" y="216"/>
                </a:cxn>
                <a:cxn ang="0">
                  <a:pos x="1" y="214"/>
                </a:cxn>
                <a:cxn ang="0">
                  <a:pos x="5" y="204"/>
                </a:cxn>
                <a:cxn ang="0">
                  <a:pos x="35" y="202"/>
                </a:cxn>
                <a:cxn ang="0">
                  <a:pos x="67" y="190"/>
                </a:cxn>
                <a:cxn ang="0">
                  <a:pos x="91" y="192"/>
                </a:cxn>
                <a:cxn ang="0">
                  <a:pos x="130" y="197"/>
                </a:cxn>
                <a:cxn ang="0">
                  <a:pos x="157" y="222"/>
                </a:cxn>
                <a:cxn ang="0">
                  <a:pos x="170" y="238"/>
                </a:cxn>
                <a:cxn ang="0">
                  <a:pos x="165" y="215"/>
                </a:cxn>
                <a:cxn ang="0">
                  <a:pos x="197" y="208"/>
                </a:cxn>
                <a:cxn ang="0">
                  <a:pos x="221" y="192"/>
                </a:cxn>
                <a:cxn ang="0">
                  <a:pos x="195" y="187"/>
                </a:cxn>
                <a:cxn ang="0">
                  <a:pos x="210" y="154"/>
                </a:cxn>
                <a:cxn ang="0">
                  <a:pos x="197" y="159"/>
                </a:cxn>
                <a:cxn ang="0">
                  <a:pos x="190" y="195"/>
                </a:cxn>
                <a:cxn ang="0">
                  <a:pos x="161" y="194"/>
                </a:cxn>
                <a:cxn ang="0">
                  <a:pos x="140" y="171"/>
                </a:cxn>
                <a:cxn ang="0">
                  <a:pos x="129" y="170"/>
                </a:cxn>
                <a:cxn ang="0">
                  <a:pos x="104" y="191"/>
                </a:cxn>
                <a:cxn ang="0">
                  <a:pos x="83" y="178"/>
                </a:cxn>
                <a:cxn ang="0">
                  <a:pos x="51" y="182"/>
                </a:cxn>
                <a:cxn ang="0">
                  <a:pos x="19" y="184"/>
                </a:cxn>
                <a:cxn ang="0">
                  <a:pos x="16" y="170"/>
                </a:cxn>
                <a:cxn ang="0">
                  <a:pos x="10" y="152"/>
                </a:cxn>
                <a:cxn ang="0">
                  <a:pos x="35" y="152"/>
                </a:cxn>
                <a:cxn ang="0">
                  <a:pos x="46" y="139"/>
                </a:cxn>
                <a:cxn ang="0">
                  <a:pos x="13" y="134"/>
                </a:cxn>
                <a:cxn ang="0">
                  <a:pos x="29" y="125"/>
                </a:cxn>
                <a:cxn ang="0">
                  <a:pos x="73" y="130"/>
                </a:cxn>
                <a:cxn ang="0">
                  <a:pos x="57" y="128"/>
                </a:cxn>
                <a:cxn ang="0">
                  <a:pos x="38" y="111"/>
                </a:cxn>
                <a:cxn ang="0">
                  <a:pos x="45" y="103"/>
                </a:cxn>
                <a:cxn ang="0">
                  <a:pos x="16" y="82"/>
                </a:cxn>
                <a:cxn ang="0">
                  <a:pos x="29" y="72"/>
                </a:cxn>
                <a:cxn ang="0">
                  <a:pos x="49" y="56"/>
                </a:cxn>
                <a:cxn ang="0">
                  <a:pos x="87" y="68"/>
                </a:cxn>
                <a:cxn ang="0">
                  <a:pos x="99" y="83"/>
                </a:cxn>
                <a:cxn ang="0">
                  <a:pos x="108" y="76"/>
                </a:cxn>
                <a:cxn ang="0">
                  <a:pos x="145" y="77"/>
                </a:cxn>
                <a:cxn ang="0">
                  <a:pos x="152" y="68"/>
                </a:cxn>
                <a:cxn ang="0">
                  <a:pos x="112" y="70"/>
                </a:cxn>
                <a:cxn ang="0">
                  <a:pos x="85" y="58"/>
                </a:cxn>
                <a:cxn ang="0">
                  <a:pos x="63" y="49"/>
                </a:cxn>
                <a:cxn ang="0">
                  <a:pos x="50" y="37"/>
                </a:cxn>
                <a:cxn ang="0">
                  <a:pos x="44" y="0"/>
                </a:cxn>
                <a:cxn ang="0">
                  <a:pos x="64" y="32"/>
                </a:cxn>
                <a:cxn ang="0">
                  <a:pos x="111" y="45"/>
                </a:cxn>
                <a:cxn ang="0">
                  <a:pos x="162" y="52"/>
                </a:cxn>
                <a:cxn ang="0">
                  <a:pos x="209" y="74"/>
                </a:cxn>
                <a:cxn ang="0">
                  <a:pos x="245" y="118"/>
                </a:cxn>
              </a:cxnLst>
              <a:rect l="0" t="0" r="r" b="b"/>
              <a:pathLst>
                <a:path w="273" h="279">
                  <a:moveTo>
                    <a:pt x="272" y="149"/>
                  </a:moveTo>
                  <a:cubicBezTo>
                    <a:pt x="273" y="150"/>
                    <a:pt x="273" y="153"/>
                    <a:pt x="272" y="154"/>
                  </a:cubicBezTo>
                  <a:cubicBezTo>
                    <a:pt x="272" y="155"/>
                    <a:pt x="269" y="156"/>
                    <a:pt x="268" y="156"/>
                  </a:cubicBezTo>
                  <a:cubicBezTo>
                    <a:pt x="267" y="156"/>
                    <a:pt x="265" y="156"/>
                    <a:pt x="264" y="156"/>
                  </a:cubicBezTo>
                  <a:cubicBezTo>
                    <a:pt x="263" y="157"/>
                    <a:pt x="261" y="159"/>
                    <a:pt x="261" y="160"/>
                  </a:cubicBezTo>
                  <a:cubicBezTo>
                    <a:pt x="260" y="162"/>
                    <a:pt x="261" y="166"/>
                    <a:pt x="262" y="168"/>
                  </a:cubicBezTo>
                  <a:cubicBezTo>
                    <a:pt x="262" y="169"/>
                    <a:pt x="264" y="170"/>
                    <a:pt x="265" y="171"/>
                  </a:cubicBezTo>
                  <a:cubicBezTo>
                    <a:pt x="265" y="171"/>
                    <a:pt x="268" y="172"/>
                    <a:pt x="268" y="173"/>
                  </a:cubicBezTo>
                  <a:cubicBezTo>
                    <a:pt x="268" y="174"/>
                    <a:pt x="267" y="176"/>
                    <a:pt x="266" y="176"/>
                  </a:cubicBezTo>
                  <a:cubicBezTo>
                    <a:pt x="265" y="177"/>
                    <a:pt x="264" y="178"/>
                    <a:pt x="263" y="179"/>
                  </a:cubicBezTo>
                  <a:cubicBezTo>
                    <a:pt x="261" y="180"/>
                    <a:pt x="258" y="181"/>
                    <a:pt x="256" y="182"/>
                  </a:cubicBezTo>
                  <a:cubicBezTo>
                    <a:pt x="254" y="182"/>
                    <a:pt x="251" y="184"/>
                    <a:pt x="250" y="185"/>
                  </a:cubicBezTo>
                  <a:cubicBezTo>
                    <a:pt x="249" y="187"/>
                    <a:pt x="248" y="190"/>
                    <a:pt x="248" y="191"/>
                  </a:cubicBezTo>
                  <a:cubicBezTo>
                    <a:pt x="247" y="193"/>
                    <a:pt x="248" y="196"/>
                    <a:pt x="248" y="198"/>
                  </a:cubicBezTo>
                  <a:cubicBezTo>
                    <a:pt x="248" y="199"/>
                    <a:pt x="249" y="201"/>
                    <a:pt x="250" y="202"/>
                  </a:cubicBezTo>
                  <a:cubicBezTo>
                    <a:pt x="251" y="204"/>
                    <a:pt x="254" y="207"/>
                    <a:pt x="255" y="209"/>
                  </a:cubicBezTo>
                  <a:cubicBezTo>
                    <a:pt x="256" y="209"/>
                    <a:pt x="257" y="211"/>
                    <a:pt x="258" y="212"/>
                  </a:cubicBezTo>
                  <a:cubicBezTo>
                    <a:pt x="258" y="214"/>
                    <a:pt x="258" y="216"/>
                    <a:pt x="258" y="218"/>
                  </a:cubicBezTo>
                  <a:cubicBezTo>
                    <a:pt x="258" y="220"/>
                    <a:pt x="258" y="224"/>
                    <a:pt x="258" y="226"/>
                  </a:cubicBezTo>
                  <a:cubicBezTo>
                    <a:pt x="257" y="228"/>
                    <a:pt x="256" y="230"/>
                    <a:pt x="256" y="231"/>
                  </a:cubicBezTo>
                  <a:cubicBezTo>
                    <a:pt x="254" y="233"/>
                    <a:pt x="251" y="237"/>
                    <a:pt x="249" y="238"/>
                  </a:cubicBezTo>
                  <a:cubicBezTo>
                    <a:pt x="247" y="240"/>
                    <a:pt x="244" y="243"/>
                    <a:pt x="242" y="244"/>
                  </a:cubicBezTo>
                  <a:cubicBezTo>
                    <a:pt x="241" y="245"/>
                    <a:pt x="238" y="245"/>
                    <a:pt x="237" y="246"/>
                  </a:cubicBezTo>
                  <a:cubicBezTo>
                    <a:pt x="234" y="246"/>
                    <a:pt x="229" y="247"/>
                    <a:pt x="227" y="248"/>
                  </a:cubicBezTo>
                  <a:cubicBezTo>
                    <a:pt x="225" y="249"/>
                    <a:pt x="223" y="251"/>
                    <a:pt x="221" y="253"/>
                  </a:cubicBezTo>
                  <a:cubicBezTo>
                    <a:pt x="220" y="254"/>
                    <a:pt x="218" y="257"/>
                    <a:pt x="218" y="259"/>
                  </a:cubicBezTo>
                  <a:cubicBezTo>
                    <a:pt x="217" y="260"/>
                    <a:pt x="217" y="263"/>
                    <a:pt x="216" y="265"/>
                  </a:cubicBezTo>
                  <a:cubicBezTo>
                    <a:pt x="215" y="266"/>
                    <a:pt x="213" y="268"/>
                    <a:pt x="211" y="268"/>
                  </a:cubicBezTo>
                  <a:cubicBezTo>
                    <a:pt x="210" y="269"/>
                    <a:pt x="209" y="269"/>
                    <a:pt x="208" y="269"/>
                  </a:cubicBezTo>
                  <a:cubicBezTo>
                    <a:pt x="207" y="269"/>
                    <a:pt x="206" y="267"/>
                    <a:pt x="205" y="267"/>
                  </a:cubicBezTo>
                  <a:cubicBezTo>
                    <a:pt x="204" y="267"/>
                    <a:pt x="202" y="269"/>
                    <a:pt x="202" y="270"/>
                  </a:cubicBezTo>
                  <a:cubicBezTo>
                    <a:pt x="200" y="271"/>
                    <a:pt x="198" y="273"/>
                    <a:pt x="197" y="274"/>
                  </a:cubicBezTo>
                  <a:cubicBezTo>
                    <a:pt x="197" y="275"/>
                    <a:pt x="197" y="277"/>
                    <a:pt x="197" y="279"/>
                  </a:cubicBezTo>
                  <a:cubicBezTo>
                    <a:pt x="195" y="278"/>
                    <a:pt x="192" y="278"/>
                    <a:pt x="191" y="278"/>
                  </a:cubicBezTo>
                  <a:cubicBezTo>
                    <a:pt x="189" y="277"/>
                    <a:pt x="186" y="275"/>
                    <a:pt x="184" y="274"/>
                  </a:cubicBezTo>
                  <a:cubicBezTo>
                    <a:pt x="182" y="274"/>
                    <a:pt x="179" y="272"/>
                    <a:pt x="178" y="271"/>
                  </a:cubicBezTo>
                  <a:cubicBezTo>
                    <a:pt x="176" y="271"/>
                    <a:pt x="174" y="272"/>
                    <a:pt x="173" y="271"/>
                  </a:cubicBezTo>
                  <a:cubicBezTo>
                    <a:pt x="170" y="271"/>
                    <a:pt x="166" y="269"/>
                    <a:pt x="164" y="269"/>
                  </a:cubicBezTo>
                  <a:cubicBezTo>
                    <a:pt x="162" y="268"/>
                    <a:pt x="158" y="267"/>
                    <a:pt x="156" y="266"/>
                  </a:cubicBezTo>
                  <a:cubicBezTo>
                    <a:pt x="155" y="265"/>
                    <a:pt x="153" y="262"/>
                    <a:pt x="152" y="261"/>
                  </a:cubicBezTo>
                  <a:cubicBezTo>
                    <a:pt x="150" y="258"/>
                    <a:pt x="150" y="252"/>
                    <a:pt x="148" y="250"/>
                  </a:cubicBezTo>
                  <a:cubicBezTo>
                    <a:pt x="147" y="249"/>
                    <a:pt x="144" y="247"/>
                    <a:pt x="142" y="246"/>
                  </a:cubicBezTo>
                  <a:cubicBezTo>
                    <a:pt x="142" y="245"/>
                    <a:pt x="139" y="244"/>
                    <a:pt x="139" y="243"/>
                  </a:cubicBezTo>
                  <a:cubicBezTo>
                    <a:pt x="138" y="241"/>
                    <a:pt x="138" y="238"/>
                    <a:pt x="139" y="237"/>
                  </a:cubicBezTo>
                  <a:cubicBezTo>
                    <a:pt x="139" y="236"/>
                    <a:pt x="141" y="234"/>
                    <a:pt x="141" y="232"/>
                  </a:cubicBezTo>
                  <a:cubicBezTo>
                    <a:pt x="141" y="231"/>
                    <a:pt x="139" y="229"/>
                    <a:pt x="139" y="228"/>
                  </a:cubicBezTo>
                  <a:cubicBezTo>
                    <a:pt x="137" y="227"/>
                    <a:pt x="135" y="225"/>
                    <a:pt x="133" y="225"/>
                  </a:cubicBezTo>
                  <a:cubicBezTo>
                    <a:pt x="132" y="225"/>
                    <a:pt x="130" y="225"/>
                    <a:pt x="129" y="225"/>
                  </a:cubicBezTo>
                  <a:cubicBezTo>
                    <a:pt x="127" y="226"/>
                    <a:pt x="125" y="228"/>
                    <a:pt x="124" y="228"/>
                  </a:cubicBezTo>
                  <a:cubicBezTo>
                    <a:pt x="122" y="228"/>
                    <a:pt x="119" y="226"/>
                    <a:pt x="117" y="225"/>
                  </a:cubicBezTo>
                  <a:cubicBezTo>
                    <a:pt x="116" y="225"/>
                    <a:pt x="113" y="225"/>
                    <a:pt x="111" y="225"/>
                  </a:cubicBezTo>
                  <a:cubicBezTo>
                    <a:pt x="110" y="226"/>
                    <a:pt x="107" y="226"/>
                    <a:pt x="106" y="227"/>
                  </a:cubicBezTo>
                  <a:cubicBezTo>
                    <a:pt x="106" y="228"/>
                    <a:pt x="105" y="230"/>
                    <a:pt x="104" y="230"/>
                  </a:cubicBezTo>
                  <a:cubicBezTo>
                    <a:pt x="103" y="231"/>
                    <a:pt x="100" y="231"/>
                    <a:pt x="99" y="230"/>
                  </a:cubicBezTo>
                  <a:cubicBezTo>
                    <a:pt x="97" y="230"/>
                    <a:pt x="95" y="227"/>
                    <a:pt x="93" y="225"/>
                  </a:cubicBezTo>
                  <a:cubicBezTo>
                    <a:pt x="92" y="224"/>
                    <a:pt x="88" y="223"/>
                    <a:pt x="88" y="222"/>
                  </a:cubicBezTo>
                  <a:cubicBezTo>
                    <a:pt x="87" y="220"/>
                    <a:pt x="89" y="216"/>
                    <a:pt x="88" y="214"/>
                  </a:cubicBezTo>
                  <a:cubicBezTo>
                    <a:pt x="87" y="213"/>
                    <a:pt x="84" y="211"/>
                    <a:pt x="83" y="210"/>
                  </a:cubicBezTo>
                  <a:cubicBezTo>
                    <a:pt x="82" y="209"/>
                    <a:pt x="79" y="208"/>
                    <a:pt x="78" y="208"/>
                  </a:cubicBezTo>
                  <a:cubicBezTo>
                    <a:pt x="77" y="207"/>
                    <a:pt x="75" y="207"/>
                    <a:pt x="74" y="208"/>
                  </a:cubicBezTo>
                  <a:cubicBezTo>
                    <a:pt x="73" y="208"/>
                    <a:pt x="73" y="211"/>
                    <a:pt x="72" y="211"/>
                  </a:cubicBezTo>
                  <a:cubicBezTo>
                    <a:pt x="71" y="212"/>
                    <a:pt x="69" y="213"/>
                    <a:pt x="68" y="213"/>
                  </a:cubicBezTo>
                  <a:cubicBezTo>
                    <a:pt x="67" y="212"/>
                    <a:pt x="65" y="210"/>
                    <a:pt x="63" y="209"/>
                  </a:cubicBezTo>
                  <a:cubicBezTo>
                    <a:pt x="62" y="209"/>
                    <a:pt x="59" y="210"/>
                    <a:pt x="58" y="210"/>
                  </a:cubicBezTo>
                  <a:cubicBezTo>
                    <a:pt x="57" y="210"/>
                    <a:pt x="54" y="211"/>
                    <a:pt x="53" y="211"/>
                  </a:cubicBezTo>
                  <a:cubicBezTo>
                    <a:pt x="51" y="211"/>
                    <a:pt x="49" y="211"/>
                    <a:pt x="47" y="211"/>
                  </a:cubicBezTo>
                  <a:cubicBezTo>
                    <a:pt x="47" y="211"/>
                    <a:pt x="45" y="211"/>
                    <a:pt x="44" y="211"/>
                  </a:cubicBezTo>
                  <a:cubicBezTo>
                    <a:pt x="43" y="212"/>
                    <a:pt x="41" y="213"/>
                    <a:pt x="40" y="213"/>
                  </a:cubicBezTo>
                  <a:cubicBezTo>
                    <a:pt x="39" y="214"/>
                    <a:pt x="37" y="215"/>
                    <a:pt x="36" y="215"/>
                  </a:cubicBezTo>
                  <a:cubicBezTo>
                    <a:pt x="34" y="215"/>
                    <a:pt x="31" y="216"/>
                    <a:pt x="29" y="216"/>
                  </a:cubicBezTo>
                  <a:cubicBezTo>
                    <a:pt x="28" y="216"/>
                    <a:pt x="25" y="213"/>
                    <a:pt x="23" y="213"/>
                  </a:cubicBezTo>
                  <a:cubicBezTo>
                    <a:pt x="22" y="213"/>
                    <a:pt x="19" y="214"/>
                    <a:pt x="18" y="215"/>
                  </a:cubicBezTo>
                  <a:cubicBezTo>
                    <a:pt x="17" y="215"/>
                    <a:pt x="15" y="216"/>
                    <a:pt x="14" y="217"/>
                  </a:cubicBezTo>
                  <a:cubicBezTo>
                    <a:pt x="13" y="218"/>
                    <a:pt x="12" y="219"/>
                    <a:pt x="11" y="220"/>
                  </a:cubicBezTo>
                  <a:cubicBezTo>
                    <a:pt x="10" y="220"/>
                    <a:pt x="8" y="221"/>
                    <a:pt x="7" y="222"/>
                  </a:cubicBezTo>
                  <a:cubicBezTo>
                    <a:pt x="6" y="222"/>
                    <a:pt x="4" y="224"/>
                    <a:pt x="3" y="225"/>
                  </a:cubicBezTo>
                  <a:cubicBezTo>
                    <a:pt x="3" y="225"/>
                    <a:pt x="2" y="226"/>
                    <a:pt x="1" y="226"/>
                  </a:cubicBezTo>
                  <a:cubicBezTo>
                    <a:pt x="0" y="225"/>
                    <a:pt x="0" y="225"/>
                    <a:pt x="0" y="224"/>
                  </a:cubicBezTo>
                  <a:cubicBezTo>
                    <a:pt x="0" y="223"/>
                    <a:pt x="1" y="221"/>
                    <a:pt x="1" y="220"/>
                  </a:cubicBezTo>
                  <a:cubicBezTo>
                    <a:pt x="1" y="219"/>
                    <a:pt x="1" y="215"/>
                    <a:pt x="1" y="214"/>
                  </a:cubicBezTo>
                  <a:cubicBezTo>
                    <a:pt x="0" y="213"/>
                    <a:pt x="0" y="211"/>
                    <a:pt x="0" y="210"/>
                  </a:cubicBezTo>
                  <a:cubicBezTo>
                    <a:pt x="0" y="209"/>
                    <a:pt x="0" y="208"/>
                    <a:pt x="0" y="207"/>
                  </a:cubicBezTo>
                  <a:cubicBezTo>
                    <a:pt x="1" y="207"/>
                    <a:pt x="2" y="206"/>
                    <a:pt x="2" y="206"/>
                  </a:cubicBezTo>
                  <a:cubicBezTo>
                    <a:pt x="3" y="207"/>
                    <a:pt x="4" y="208"/>
                    <a:pt x="4" y="209"/>
                  </a:cubicBezTo>
                  <a:cubicBezTo>
                    <a:pt x="5" y="210"/>
                    <a:pt x="4" y="211"/>
                    <a:pt x="5" y="212"/>
                  </a:cubicBezTo>
                  <a:cubicBezTo>
                    <a:pt x="5" y="212"/>
                    <a:pt x="6" y="213"/>
                    <a:pt x="7" y="213"/>
                  </a:cubicBezTo>
                  <a:cubicBezTo>
                    <a:pt x="8" y="212"/>
                    <a:pt x="9" y="211"/>
                    <a:pt x="10" y="210"/>
                  </a:cubicBezTo>
                  <a:cubicBezTo>
                    <a:pt x="10" y="209"/>
                    <a:pt x="11" y="208"/>
                    <a:pt x="11" y="207"/>
                  </a:cubicBezTo>
                  <a:cubicBezTo>
                    <a:pt x="11" y="206"/>
                    <a:pt x="10" y="204"/>
                    <a:pt x="9" y="204"/>
                  </a:cubicBezTo>
                  <a:cubicBezTo>
                    <a:pt x="8" y="203"/>
                    <a:pt x="6" y="204"/>
                    <a:pt x="5" y="204"/>
                  </a:cubicBezTo>
                  <a:cubicBezTo>
                    <a:pt x="4" y="203"/>
                    <a:pt x="3" y="201"/>
                    <a:pt x="3" y="201"/>
                  </a:cubicBezTo>
                  <a:cubicBezTo>
                    <a:pt x="2" y="199"/>
                    <a:pt x="2" y="197"/>
                    <a:pt x="3" y="196"/>
                  </a:cubicBezTo>
                  <a:cubicBezTo>
                    <a:pt x="3" y="194"/>
                    <a:pt x="4" y="192"/>
                    <a:pt x="5" y="191"/>
                  </a:cubicBezTo>
                  <a:cubicBezTo>
                    <a:pt x="6" y="190"/>
                    <a:pt x="8" y="190"/>
                    <a:pt x="9" y="189"/>
                  </a:cubicBezTo>
                  <a:cubicBezTo>
                    <a:pt x="11" y="189"/>
                    <a:pt x="14" y="189"/>
                    <a:pt x="16" y="190"/>
                  </a:cubicBezTo>
                  <a:cubicBezTo>
                    <a:pt x="17" y="190"/>
                    <a:pt x="19" y="191"/>
                    <a:pt x="20" y="192"/>
                  </a:cubicBezTo>
                  <a:cubicBezTo>
                    <a:pt x="21" y="193"/>
                    <a:pt x="23" y="195"/>
                    <a:pt x="24" y="196"/>
                  </a:cubicBezTo>
                  <a:cubicBezTo>
                    <a:pt x="25" y="197"/>
                    <a:pt x="27" y="198"/>
                    <a:pt x="28" y="198"/>
                  </a:cubicBezTo>
                  <a:cubicBezTo>
                    <a:pt x="29" y="199"/>
                    <a:pt x="31" y="199"/>
                    <a:pt x="32" y="200"/>
                  </a:cubicBezTo>
                  <a:cubicBezTo>
                    <a:pt x="33" y="200"/>
                    <a:pt x="34" y="202"/>
                    <a:pt x="35" y="202"/>
                  </a:cubicBezTo>
                  <a:cubicBezTo>
                    <a:pt x="35" y="202"/>
                    <a:pt x="37" y="202"/>
                    <a:pt x="38" y="201"/>
                  </a:cubicBezTo>
                  <a:cubicBezTo>
                    <a:pt x="39" y="201"/>
                    <a:pt x="40" y="199"/>
                    <a:pt x="41" y="199"/>
                  </a:cubicBezTo>
                  <a:cubicBezTo>
                    <a:pt x="42" y="198"/>
                    <a:pt x="43" y="196"/>
                    <a:pt x="44" y="196"/>
                  </a:cubicBezTo>
                  <a:cubicBezTo>
                    <a:pt x="44" y="195"/>
                    <a:pt x="46" y="195"/>
                    <a:pt x="47" y="195"/>
                  </a:cubicBezTo>
                  <a:cubicBezTo>
                    <a:pt x="48" y="195"/>
                    <a:pt x="51" y="195"/>
                    <a:pt x="52" y="195"/>
                  </a:cubicBezTo>
                  <a:cubicBezTo>
                    <a:pt x="53" y="195"/>
                    <a:pt x="54" y="194"/>
                    <a:pt x="55" y="193"/>
                  </a:cubicBezTo>
                  <a:cubicBezTo>
                    <a:pt x="56" y="193"/>
                    <a:pt x="57" y="193"/>
                    <a:pt x="58" y="193"/>
                  </a:cubicBezTo>
                  <a:cubicBezTo>
                    <a:pt x="59" y="192"/>
                    <a:pt x="60" y="191"/>
                    <a:pt x="60" y="191"/>
                  </a:cubicBezTo>
                  <a:cubicBezTo>
                    <a:pt x="61" y="190"/>
                    <a:pt x="64" y="190"/>
                    <a:pt x="65" y="189"/>
                  </a:cubicBezTo>
                  <a:cubicBezTo>
                    <a:pt x="65" y="189"/>
                    <a:pt x="66" y="189"/>
                    <a:pt x="67" y="190"/>
                  </a:cubicBezTo>
                  <a:cubicBezTo>
                    <a:pt x="67" y="190"/>
                    <a:pt x="68" y="191"/>
                    <a:pt x="68" y="192"/>
                  </a:cubicBezTo>
                  <a:cubicBezTo>
                    <a:pt x="68" y="192"/>
                    <a:pt x="67" y="195"/>
                    <a:pt x="67" y="195"/>
                  </a:cubicBezTo>
                  <a:cubicBezTo>
                    <a:pt x="68" y="196"/>
                    <a:pt x="70" y="196"/>
                    <a:pt x="71" y="195"/>
                  </a:cubicBezTo>
                  <a:cubicBezTo>
                    <a:pt x="71" y="195"/>
                    <a:pt x="73" y="194"/>
                    <a:pt x="73" y="193"/>
                  </a:cubicBezTo>
                  <a:cubicBezTo>
                    <a:pt x="74" y="192"/>
                    <a:pt x="74" y="190"/>
                    <a:pt x="75" y="189"/>
                  </a:cubicBezTo>
                  <a:cubicBezTo>
                    <a:pt x="75" y="189"/>
                    <a:pt x="77" y="189"/>
                    <a:pt x="78" y="189"/>
                  </a:cubicBezTo>
                  <a:cubicBezTo>
                    <a:pt x="78" y="189"/>
                    <a:pt x="80" y="189"/>
                    <a:pt x="80" y="190"/>
                  </a:cubicBezTo>
                  <a:cubicBezTo>
                    <a:pt x="81" y="190"/>
                    <a:pt x="82" y="192"/>
                    <a:pt x="82" y="192"/>
                  </a:cubicBezTo>
                  <a:cubicBezTo>
                    <a:pt x="83" y="193"/>
                    <a:pt x="85" y="192"/>
                    <a:pt x="86" y="192"/>
                  </a:cubicBezTo>
                  <a:cubicBezTo>
                    <a:pt x="87" y="192"/>
                    <a:pt x="90" y="192"/>
                    <a:pt x="91" y="192"/>
                  </a:cubicBezTo>
                  <a:cubicBezTo>
                    <a:pt x="93" y="192"/>
                    <a:pt x="95" y="192"/>
                    <a:pt x="97" y="193"/>
                  </a:cubicBezTo>
                  <a:cubicBezTo>
                    <a:pt x="98" y="194"/>
                    <a:pt x="100" y="195"/>
                    <a:pt x="101" y="196"/>
                  </a:cubicBezTo>
                  <a:cubicBezTo>
                    <a:pt x="102" y="197"/>
                    <a:pt x="104" y="200"/>
                    <a:pt x="104" y="201"/>
                  </a:cubicBezTo>
                  <a:cubicBezTo>
                    <a:pt x="105" y="202"/>
                    <a:pt x="104" y="204"/>
                    <a:pt x="105" y="205"/>
                  </a:cubicBezTo>
                  <a:cubicBezTo>
                    <a:pt x="105" y="206"/>
                    <a:pt x="107" y="207"/>
                    <a:pt x="107" y="207"/>
                  </a:cubicBezTo>
                  <a:cubicBezTo>
                    <a:pt x="109" y="207"/>
                    <a:pt x="111" y="208"/>
                    <a:pt x="113" y="208"/>
                  </a:cubicBezTo>
                  <a:cubicBezTo>
                    <a:pt x="114" y="207"/>
                    <a:pt x="116" y="206"/>
                    <a:pt x="118" y="205"/>
                  </a:cubicBezTo>
                  <a:cubicBezTo>
                    <a:pt x="119" y="205"/>
                    <a:pt x="121" y="202"/>
                    <a:pt x="123" y="201"/>
                  </a:cubicBezTo>
                  <a:cubicBezTo>
                    <a:pt x="124" y="201"/>
                    <a:pt x="126" y="201"/>
                    <a:pt x="127" y="200"/>
                  </a:cubicBezTo>
                  <a:cubicBezTo>
                    <a:pt x="128" y="200"/>
                    <a:pt x="130" y="198"/>
                    <a:pt x="130" y="197"/>
                  </a:cubicBezTo>
                  <a:cubicBezTo>
                    <a:pt x="131" y="196"/>
                    <a:pt x="132" y="194"/>
                    <a:pt x="132" y="194"/>
                  </a:cubicBezTo>
                  <a:cubicBezTo>
                    <a:pt x="134" y="193"/>
                    <a:pt x="137" y="192"/>
                    <a:pt x="138" y="192"/>
                  </a:cubicBezTo>
                  <a:cubicBezTo>
                    <a:pt x="140" y="192"/>
                    <a:pt x="143" y="192"/>
                    <a:pt x="145" y="193"/>
                  </a:cubicBezTo>
                  <a:cubicBezTo>
                    <a:pt x="146" y="193"/>
                    <a:pt x="149" y="195"/>
                    <a:pt x="150" y="197"/>
                  </a:cubicBezTo>
                  <a:cubicBezTo>
                    <a:pt x="150" y="198"/>
                    <a:pt x="152" y="200"/>
                    <a:pt x="152" y="201"/>
                  </a:cubicBezTo>
                  <a:cubicBezTo>
                    <a:pt x="153" y="203"/>
                    <a:pt x="156" y="205"/>
                    <a:pt x="157" y="206"/>
                  </a:cubicBezTo>
                  <a:cubicBezTo>
                    <a:pt x="158" y="207"/>
                    <a:pt x="159" y="208"/>
                    <a:pt x="160" y="209"/>
                  </a:cubicBezTo>
                  <a:cubicBezTo>
                    <a:pt x="160" y="210"/>
                    <a:pt x="160" y="213"/>
                    <a:pt x="160" y="214"/>
                  </a:cubicBezTo>
                  <a:cubicBezTo>
                    <a:pt x="160" y="215"/>
                    <a:pt x="160" y="217"/>
                    <a:pt x="160" y="218"/>
                  </a:cubicBezTo>
                  <a:cubicBezTo>
                    <a:pt x="159" y="219"/>
                    <a:pt x="158" y="221"/>
                    <a:pt x="157" y="222"/>
                  </a:cubicBezTo>
                  <a:cubicBezTo>
                    <a:pt x="156" y="223"/>
                    <a:pt x="153" y="224"/>
                    <a:pt x="151" y="225"/>
                  </a:cubicBezTo>
                  <a:cubicBezTo>
                    <a:pt x="151" y="225"/>
                    <a:pt x="150" y="227"/>
                    <a:pt x="150" y="227"/>
                  </a:cubicBezTo>
                  <a:cubicBezTo>
                    <a:pt x="149" y="228"/>
                    <a:pt x="149" y="229"/>
                    <a:pt x="149" y="230"/>
                  </a:cubicBezTo>
                  <a:cubicBezTo>
                    <a:pt x="149" y="231"/>
                    <a:pt x="151" y="233"/>
                    <a:pt x="152" y="233"/>
                  </a:cubicBezTo>
                  <a:cubicBezTo>
                    <a:pt x="153" y="234"/>
                    <a:pt x="156" y="233"/>
                    <a:pt x="157" y="232"/>
                  </a:cubicBezTo>
                  <a:cubicBezTo>
                    <a:pt x="157" y="232"/>
                    <a:pt x="158" y="230"/>
                    <a:pt x="158" y="230"/>
                  </a:cubicBezTo>
                  <a:cubicBezTo>
                    <a:pt x="159" y="229"/>
                    <a:pt x="161" y="228"/>
                    <a:pt x="162" y="228"/>
                  </a:cubicBezTo>
                  <a:cubicBezTo>
                    <a:pt x="163" y="228"/>
                    <a:pt x="166" y="230"/>
                    <a:pt x="166" y="230"/>
                  </a:cubicBezTo>
                  <a:cubicBezTo>
                    <a:pt x="166" y="230"/>
                    <a:pt x="169" y="233"/>
                    <a:pt x="169" y="234"/>
                  </a:cubicBezTo>
                  <a:cubicBezTo>
                    <a:pt x="170" y="235"/>
                    <a:pt x="170" y="237"/>
                    <a:pt x="170" y="238"/>
                  </a:cubicBezTo>
                  <a:cubicBezTo>
                    <a:pt x="169" y="238"/>
                    <a:pt x="168" y="239"/>
                    <a:pt x="168" y="239"/>
                  </a:cubicBezTo>
                  <a:cubicBezTo>
                    <a:pt x="168" y="240"/>
                    <a:pt x="170" y="242"/>
                    <a:pt x="170" y="242"/>
                  </a:cubicBezTo>
                  <a:cubicBezTo>
                    <a:pt x="171" y="243"/>
                    <a:pt x="173" y="241"/>
                    <a:pt x="173" y="241"/>
                  </a:cubicBezTo>
                  <a:cubicBezTo>
                    <a:pt x="174" y="240"/>
                    <a:pt x="176" y="238"/>
                    <a:pt x="176" y="237"/>
                  </a:cubicBezTo>
                  <a:cubicBezTo>
                    <a:pt x="176" y="236"/>
                    <a:pt x="176" y="234"/>
                    <a:pt x="176" y="233"/>
                  </a:cubicBezTo>
                  <a:cubicBezTo>
                    <a:pt x="175" y="232"/>
                    <a:pt x="174" y="229"/>
                    <a:pt x="173" y="228"/>
                  </a:cubicBezTo>
                  <a:cubicBezTo>
                    <a:pt x="172" y="228"/>
                    <a:pt x="170" y="227"/>
                    <a:pt x="169" y="227"/>
                  </a:cubicBezTo>
                  <a:cubicBezTo>
                    <a:pt x="168" y="226"/>
                    <a:pt x="168" y="225"/>
                    <a:pt x="167" y="224"/>
                  </a:cubicBezTo>
                  <a:cubicBezTo>
                    <a:pt x="167" y="223"/>
                    <a:pt x="166" y="221"/>
                    <a:pt x="166" y="220"/>
                  </a:cubicBezTo>
                  <a:cubicBezTo>
                    <a:pt x="165" y="218"/>
                    <a:pt x="165" y="216"/>
                    <a:pt x="165" y="215"/>
                  </a:cubicBezTo>
                  <a:cubicBezTo>
                    <a:pt x="164" y="213"/>
                    <a:pt x="164" y="211"/>
                    <a:pt x="165" y="209"/>
                  </a:cubicBezTo>
                  <a:cubicBezTo>
                    <a:pt x="165" y="208"/>
                    <a:pt x="166" y="206"/>
                    <a:pt x="167" y="205"/>
                  </a:cubicBezTo>
                  <a:cubicBezTo>
                    <a:pt x="168" y="204"/>
                    <a:pt x="171" y="204"/>
                    <a:pt x="172" y="203"/>
                  </a:cubicBezTo>
                  <a:cubicBezTo>
                    <a:pt x="173" y="203"/>
                    <a:pt x="177" y="204"/>
                    <a:pt x="178" y="204"/>
                  </a:cubicBezTo>
                  <a:cubicBezTo>
                    <a:pt x="179" y="203"/>
                    <a:pt x="181" y="203"/>
                    <a:pt x="182" y="203"/>
                  </a:cubicBezTo>
                  <a:cubicBezTo>
                    <a:pt x="183" y="202"/>
                    <a:pt x="185" y="201"/>
                    <a:pt x="186" y="201"/>
                  </a:cubicBezTo>
                  <a:cubicBezTo>
                    <a:pt x="187" y="200"/>
                    <a:pt x="189" y="200"/>
                    <a:pt x="190" y="201"/>
                  </a:cubicBezTo>
                  <a:cubicBezTo>
                    <a:pt x="190" y="201"/>
                    <a:pt x="191" y="203"/>
                    <a:pt x="192" y="204"/>
                  </a:cubicBezTo>
                  <a:cubicBezTo>
                    <a:pt x="192" y="204"/>
                    <a:pt x="193" y="207"/>
                    <a:pt x="194" y="207"/>
                  </a:cubicBezTo>
                  <a:cubicBezTo>
                    <a:pt x="194" y="208"/>
                    <a:pt x="196" y="208"/>
                    <a:pt x="197" y="208"/>
                  </a:cubicBezTo>
                  <a:cubicBezTo>
                    <a:pt x="197" y="207"/>
                    <a:pt x="198" y="205"/>
                    <a:pt x="198" y="204"/>
                  </a:cubicBezTo>
                  <a:cubicBezTo>
                    <a:pt x="197" y="203"/>
                    <a:pt x="196" y="202"/>
                    <a:pt x="196" y="202"/>
                  </a:cubicBezTo>
                  <a:cubicBezTo>
                    <a:pt x="195" y="201"/>
                    <a:pt x="195" y="200"/>
                    <a:pt x="196" y="199"/>
                  </a:cubicBezTo>
                  <a:cubicBezTo>
                    <a:pt x="196" y="198"/>
                    <a:pt x="198" y="197"/>
                    <a:pt x="199" y="197"/>
                  </a:cubicBezTo>
                  <a:cubicBezTo>
                    <a:pt x="200" y="197"/>
                    <a:pt x="201" y="197"/>
                    <a:pt x="202" y="197"/>
                  </a:cubicBezTo>
                  <a:cubicBezTo>
                    <a:pt x="203" y="197"/>
                    <a:pt x="205" y="196"/>
                    <a:pt x="207" y="195"/>
                  </a:cubicBezTo>
                  <a:cubicBezTo>
                    <a:pt x="208" y="195"/>
                    <a:pt x="210" y="194"/>
                    <a:pt x="211" y="194"/>
                  </a:cubicBezTo>
                  <a:cubicBezTo>
                    <a:pt x="212" y="194"/>
                    <a:pt x="214" y="195"/>
                    <a:pt x="215" y="195"/>
                  </a:cubicBezTo>
                  <a:cubicBezTo>
                    <a:pt x="216" y="195"/>
                    <a:pt x="218" y="194"/>
                    <a:pt x="219" y="194"/>
                  </a:cubicBezTo>
                  <a:cubicBezTo>
                    <a:pt x="219" y="194"/>
                    <a:pt x="221" y="193"/>
                    <a:pt x="221" y="192"/>
                  </a:cubicBezTo>
                  <a:cubicBezTo>
                    <a:pt x="221" y="192"/>
                    <a:pt x="221" y="190"/>
                    <a:pt x="221" y="190"/>
                  </a:cubicBezTo>
                  <a:cubicBezTo>
                    <a:pt x="221" y="189"/>
                    <a:pt x="219" y="188"/>
                    <a:pt x="218" y="188"/>
                  </a:cubicBezTo>
                  <a:cubicBezTo>
                    <a:pt x="218" y="188"/>
                    <a:pt x="217" y="188"/>
                    <a:pt x="216" y="188"/>
                  </a:cubicBezTo>
                  <a:cubicBezTo>
                    <a:pt x="216" y="189"/>
                    <a:pt x="215" y="190"/>
                    <a:pt x="214" y="190"/>
                  </a:cubicBezTo>
                  <a:cubicBezTo>
                    <a:pt x="214" y="191"/>
                    <a:pt x="212" y="191"/>
                    <a:pt x="211" y="191"/>
                  </a:cubicBezTo>
                  <a:cubicBezTo>
                    <a:pt x="210" y="192"/>
                    <a:pt x="208" y="191"/>
                    <a:pt x="207" y="191"/>
                  </a:cubicBezTo>
                  <a:cubicBezTo>
                    <a:pt x="206" y="191"/>
                    <a:pt x="204" y="191"/>
                    <a:pt x="203" y="191"/>
                  </a:cubicBezTo>
                  <a:cubicBezTo>
                    <a:pt x="202" y="191"/>
                    <a:pt x="200" y="191"/>
                    <a:pt x="199" y="191"/>
                  </a:cubicBezTo>
                  <a:cubicBezTo>
                    <a:pt x="198" y="191"/>
                    <a:pt x="197" y="191"/>
                    <a:pt x="196" y="190"/>
                  </a:cubicBezTo>
                  <a:cubicBezTo>
                    <a:pt x="196" y="189"/>
                    <a:pt x="195" y="188"/>
                    <a:pt x="195" y="187"/>
                  </a:cubicBezTo>
                  <a:cubicBezTo>
                    <a:pt x="195" y="185"/>
                    <a:pt x="196" y="183"/>
                    <a:pt x="196" y="181"/>
                  </a:cubicBezTo>
                  <a:cubicBezTo>
                    <a:pt x="196" y="180"/>
                    <a:pt x="195" y="179"/>
                    <a:pt x="195" y="178"/>
                  </a:cubicBezTo>
                  <a:cubicBezTo>
                    <a:pt x="195" y="177"/>
                    <a:pt x="195" y="175"/>
                    <a:pt x="195" y="175"/>
                  </a:cubicBezTo>
                  <a:cubicBezTo>
                    <a:pt x="196" y="174"/>
                    <a:pt x="197" y="173"/>
                    <a:pt x="198" y="172"/>
                  </a:cubicBezTo>
                  <a:cubicBezTo>
                    <a:pt x="198" y="171"/>
                    <a:pt x="200" y="170"/>
                    <a:pt x="200" y="169"/>
                  </a:cubicBezTo>
                  <a:cubicBezTo>
                    <a:pt x="201" y="168"/>
                    <a:pt x="200" y="166"/>
                    <a:pt x="201" y="164"/>
                  </a:cubicBezTo>
                  <a:cubicBezTo>
                    <a:pt x="201" y="164"/>
                    <a:pt x="202" y="162"/>
                    <a:pt x="202" y="161"/>
                  </a:cubicBezTo>
                  <a:cubicBezTo>
                    <a:pt x="203" y="160"/>
                    <a:pt x="204" y="160"/>
                    <a:pt x="205" y="159"/>
                  </a:cubicBezTo>
                  <a:cubicBezTo>
                    <a:pt x="206" y="158"/>
                    <a:pt x="208" y="157"/>
                    <a:pt x="209" y="156"/>
                  </a:cubicBezTo>
                  <a:cubicBezTo>
                    <a:pt x="209" y="155"/>
                    <a:pt x="210" y="154"/>
                    <a:pt x="210" y="154"/>
                  </a:cubicBezTo>
                  <a:cubicBezTo>
                    <a:pt x="211" y="153"/>
                    <a:pt x="214" y="154"/>
                    <a:pt x="215" y="154"/>
                  </a:cubicBezTo>
                  <a:cubicBezTo>
                    <a:pt x="216" y="154"/>
                    <a:pt x="217" y="153"/>
                    <a:pt x="218" y="153"/>
                  </a:cubicBezTo>
                  <a:cubicBezTo>
                    <a:pt x="218" y="152"/>
                    <a:pt x="219" y="151"/>
                    <a:pt x="218" y="150"/>
                  </a:cubicBezTo>
                  <a:cubicBezTo>
                    <a:pt x="218" y="149"/>
                    <a:pt x="217" y="147"/>
                    <a:pt x="216" y="147"/>
                  </a:cubicBezTo>
                  <a:cubicBezTo>
                    <a:pt x="215" y="147"/>
                    <a:pt x="213" y="147"/>
                    <a:pt x="212" y="147"/>
                  </a:cubicBezTo>
                  <a:cubicBezTo>
                    <a:pt x="211" y="147"/>
                    <a:pt x="210" y="149"/>
                    <a:pt x="209" y="149"/>
                  </a:cubicBezTo>
                  <a:cubicBezTo>
                    <a:pt x="208" y="150"/>
                    <a:pt x="207" y="151"/>
                    <a:pt x="206" y="151"/>
                  </a:cubicBezTo>
                  <a:cubicBezTo>
                    <a:pt x="205" y="152"/>
                    <a:pt x="203" y="153"/>
                    <a:pt x="202" y="154"/>
                  </a:cubicBezTo>
                  <a:cubicBezTo>
                    <a:pt x="201" y="154"/>
                    <a:pt x="200" y="156"/>
                    <a:pt x="200" y="156"/>
                  </a:cubicBezTo>
                  <a:cubicBezTo>
                    <a:pt x="199" y="157"/>
                    <a:pt x="198" y="159"/>
                    <a:pt x="197" y="159"/>
                  </a:cubicBezTo>
                  <a:cubicBezTo>
                    <a:pt x="197" y="160"/>
                    <a:pt x="196" y="160"/>
                    <a:pt x="196" y="160"/>
                  </a:cubicBezTo>
                  <a:cubicBezTo>
                    <a:pt x="195" y="161"/>
                    <a:pt x="195" y="162"/>
                    <a:pt x="194" y="163"/>
                  </a:cubicBezTo>
                  <a:cubicBezTo>
                    <a:pt x="194" y="164"/>
                    <a:pt x="194" y="166"/>
                    <a:pt x="194" y="167"/>
                  </a:cubicBezTo>
                  <a:cubicBezTo>
                    <a:pt x="194" y="167"/>
                    <a:pt x="192" y="169"/>
                    <a:pt x="192" y="169"/>
                  </a:cubicBezTo>
                  <a:cubicBezTo>
                    <a:pt x="191" y="170"/>
                    <a:pt x="191" y="172"/>
                    <a:pt x="190" y="173"/>
                  </a:cubicBezTo>
                  <a:cubicBezTo>
                    <a:pt x="190" y="174"/>
                    <a:pt x="190" y="176"/>
                    <a:pt x="190" y="177"/>
                  </a:cubicBezTo>
                  <a:cubicBezTo>
                    <a:pt x="190" y="178"/>
                    <a:pt x="192" y="179"/>
                    <a:pt x="192" y="180"/>
                  </a:cubicBezTo>
                  <a:cubicBezTo>
                    <a:pt x="192" y="182"/>
                    <a:pt x="192" y="185"/>
                    <a:pt x="192" y="186"/>
                  </a:cubicBezTo>
                  <a:cubicBezTo>
                    <a:pt x="192" y="187"/>
                    <a:pt x="192" y="190"/>
                    <a:pt x="192" y="191"/>
                  </a:cubicBezTo>
                  <a:cubicBezTo>
                    <a:pt x="191" y="192"/>
                    <a:pt x="191" y="194"/>
                    <a:pt x="190" y="195"/>
                  </a:cubicBezTo>
                  <a:cubicBezTo>
                    <a:pt x="189" y="196"/>
                    <a:pt x="187" y="196"/>
                    <a:pt x="185" y="195"/>
                  </a:cubicBezTo>
                  <a:cubicBezTo>
                    <a:pt x="184" y="195"/>
                    <a:pt x="183" y="194"/>
                    <a:pt x="182" y="194"/>
                  </a:cubicBezTo>
                  <a:cubicBezTo>
                    <a:pt x="181" y="195"/>
                    <a:pt x="180" y="196"/>
                    <a:pt x="179" y="196"/>
                  </a:cubicBezTo>
                  <a:cubicBezTo>
                    <a:pt x="178" y="197"/>
                    <a:pt x="177" y="198"/>
                    <a:pt x="176" y="198"/>
                  </a:cubicBezTo>
                  <a:cubicBezTo>
                    <a:pt x="175" y="199"/>
                    <a:pt x="173" y="199"/>
                    <a:pt x="172" y="199"/>
                  </a:cubicBezTo>
                  <a:cubicBezTo>
                    <a:pt x="171" y="199"/>
                    <a:pt x="169" y="199"/>
                    <a:pt x="168" y="199"/>
                  </a:cubicBezTo>
                  <a:cubicBezTo>
                    <a:pt x="166" y="199"/>
                    <a:pt x="164" y="200"/>
                    <a:pt x="162" y="200"/>
                  </a:cubicBezTo>
                  <a:cubicBezTo>
                    <a:pt x="161" y="200"/>
                    <a:pt x="160" y="199"/>
                    <a:pt x="159" y="199"/>
                  </a:cubicBezTo>
                  <a:cubicBezTo>
                    <a:pt x="159" y="198"/>
                    <a:pt x="159" y="197"/>
                    <a:pt x="160" y="196"/>
                  </a:cubicBezTo>
                  <a:cubicBezTo>
                    <a:pt x="160" y="196"/>
                    <a:pt x="161" y="194"/>
                    <a:pt x="161" y="194"/>
                  </a:cubicBezTo>
                  <a:cubicBezTo>
                    <a:pt x="161" y="193"/>
                    <a:pt x="160" y="192"/>
                    <a:pt x="160" y="191"/>
                  </a:cubicBezTo>
                  <a:cubicBezTo>
                    <a:pt x="159" y="190"/>
                    <a:pt x="157" y="189"/>
                    <a:pt x="156" y="188"/>
                  </a:cubicBezTo>
                  <a:cubicBezTo>
                    <a:pt x="155" y="188"/>
                    <a:pt x="152" y="187"/>
                    <a:pt x="151" y="187"/>
                  </a:cubicBezTo>
                  <a:cubicBezTo>
                    <a:pt x="149" y="187"/>
                    <a:pt x="147" y="188"/>
                    <a:pt x="145" y="188"/>
                  </a:cubicBezTo>
                  <a:cubicBezTo>
                    <a:pt x="144" y="188"/>
                    <a:pt x="141" y="187"/>
                    <a:pt x="139" y="187"/>
                  </a:cubicBezTo>
                  <a:cubicBezTo>
                    <a:pt x="138" y="186"/>
                    <a:pt x="136" y="185"/>
                    <a:pt x="135" y="184"/>
                  </a:cubicBezTo>
                  <a:cubicBezTo>
                    <a:pt x="134" y="183"/>
                    <a:pt x="132" y="182"/>
                    <a:pt x="132" y="181"/>
                  </a:cubicBezTo>
                  <a:cubicBezTo>
                    <a:pt x="132" y="180"/>
                    <a:pt x="132" y="178"/>
                    <a:pt x="132" y="177"/>
                  </a:cubicBezTo>
                  <a:cubicBezTo>
                    <a:pt x="133" y="176"/>
                    <a:pt x="134" y="173"/>
                    <a:pt x="135" y="173"/>
                  </a:cubicBezTo>
                  <a:cubicBezTo>
                    <a:pt x="136" y="172"/>
                    <a:pt x="139" y="172"/>
                    <a:pt x="140" y="171"/>
                  </a:cubicBezTo>
                  <a:cubicBezTo>
                    <a:pt x="141" y="170"/>
                    <a:pt x="142" y="168"/>
                    <a:pt x="143" y="167"/>
                  </a:cubicBezTo>
                  <a:cubicBezTo>
                    <a:pt x="144" y="167"/>
                    <a:pt x="145" y="166"/>
                    <a:pt x="146" y="166"/>
                  </a:cubicBezTo>
                  <a:cubicBezTo>
                    <a:pt x="147" y="165"/>
                    <a:pt x="148" y="163"/>
                    <a:pt x="148" y="162"/>
                  </a:cubicBezTo>
                  <a:cubicBezTo>
                    <a:pt x="148" y="161"/>
                    <a:pt x="148" y="160"/>
                    <a:pt x="147" y="159"/>
                  </a:cubicBezTo>
                  <a:cubicBezTo>
                    <a:pt x="147" y="158"/>
                    <a:pt x="146" y="156"/>
                    <a:pt x="145" y="156"/>
                  </a:cubicBezTo>
                  <a:cubicBezTo>
                    <a:pt x="144" y="156"/>
                    <a:pt x="142" y="157"/>
                    <a:pt x="142" y="158"/>
                  </a:cubicBezTo>
                  <a:cubicBezTo>
                    <a:pt x="141" y="159"/>
                    <a:pt x="141" y="161"/>
                    <a:pt x="140" y="162"/>
                  </a:cubicBezTo>
                  <a:cubicBezTo>
                    <a:pt x="140" y="163"/>
                    <a:pt x="138" y="165"/>
                    <a:pt x="137" y="166"/>
                  </a:cubicBezTo>
                  <a:cubicBezTo>
                    <a:pt x="136" y="167"/>
                    <a:pt x="134" y="168"/>
                    <a:pt x="133" y="168"/>
                  </a:cubicBezTo>
                  <a:cubicBezTo>
                    <a:pt x="132" y="169"/>
                    <a:pt x="130" y="169"/>
                    <a:pt x="129" y="170"/>
                  </a:cubicBezTo>
                  <a:cubicBezTo>
                    <a:pt x="129" y="171"/>
                    <a:pt x="129" y="173"/>
                    <a:pt x="129" y="174"/>
                  </a:cubicBezTo>
                  <a:cubicBezTo>
                    <a:pt x="128" y="175"/>
                    <a:pt x="127" y="177"/>
                    <a:pt x="127" y="177"/>
                  </a:cubicBezTo>
                  <a:cubicBezTo>
                    <a:pt x="126" y="178"/>
                    <a:pt x="125" y="179"/>
                    <a:pt x="124" y="180"/>
                  </a:cubicBezTo>
                  <a:cubicBezTo>
                    <a:pt x="124" y="181"/>
                    <a:pt x="124" y="184"/>
                    <a:pt x="124" y="185"/>
                  </a:cubicBezTo>
                  <a:cubicBezTo>
                    <a:pt x="125" y="186"/>
                    <a:pt x="125" y="188"/>
                    <a:pt x="125" y="189"/>
                  </a:cubicBezTo>
                  <a:cubicBezTo>
                    <a:pt x="125" y="190"/>
                    <a:pt x="124" y="192"/>
                    <a:pt x="124" y="192"/>
                  </a:cubicBezTo>
                  <a:cubicBezTo>
                    <a:pt x="123" y="193"/>
                    <a:pt x="122" y="194"/>
                    <a:pt x="121" y="195"/>
                  </a:cubicBezTo>
                  <a:cubicBezTo>
                    <a:pt x="120" y="196"/>
                    <a:pt x="117" y="198"/>
                    <a:pt x="116" y="198"/>
                  </a:cubicBezTo>
                  <a:cubicBezTo>
                    <a:pt x="114" y="198"/>
                    <a:pt x="110" y="197"/>
                    <a:pt x="109" y="196"/>
                  </a:cubicBezTo>
                  <a:cubicBezTo>
                    <a:pt x="107" y="195"/>
                    <a:pt x="105" y="192"/>
                    <a:pt x="104" y="191"/>
                  </a:cubicBezTo>
                  <a:cubicBezTo>
                    <a:pt x="103" y="190"/>
                    <a:pt x="102" y="187"/>
                    <a:pt x="101" y="186"/>
                  </a:cubicBezTo>
                  <a:cubicBezTo>
                    <a:pt x="100" y="185"/>
                    <a:pt x="98" y="185"/>
                    <a:pt x="98" y="185"/>
                  </a:cubicBezTo>
                  <a:cubicBezTo>
                    <a:pt x="97" y="185"/>
                    <a:pt x="95" y="187"/>
                    <a:pt x="94" y="187"/>
                  </a:cubicBezTo>
                  <a:cubicBezTo>
                    <a:pt x="94" y="188"/>
                    <a:pt x="92" y="187"/>
                    <a:pt x="91" y="187"/>
                  </a:cubicBezTo>
                  <a:cubicBezTo>
                    <a:pt x="90" y="187"/>
                    <a:pt x="88" y="188"/>
                    <a:pt x="88" y="187"/>
                  </a:cubicBezTo>
                  <a:cubicBezTo>
                    <a:pt x="87" y="187"/>
                    <a:pt x="85" y="186"/>
                    <a:pt x="85" y="185"/>
                  </a:cubicBezTo>
                  <a:cubicBezTo>
                    <a:pt x="85" y="184"/>
                    <a:pt x="86" y="184"/>
                    <a:pt x="87" y="183"/>
                  </a:cubicBezTo>
                  <a:cubicBezTo>
                    <a:pt x="87" y="182"/>
                    <a:pt x="88" y="181"/>
                    <a:pt x="88" y="180"/>
                  </a:cubicBezTo>
                  <a:cubicBezTo>
                    <a:pt x="88" y="179"/>
                    <a:pt x="87" y="178"/>
                    <a:pt x="86" y="178"/>
                  </a:cubicBezTo>
                  <a:cubicBezTo>
                    <a:pt x="86" y="178"/>
                    <a:pt x="84" y="178"/>
                    <a:pt x="83" y="178"/>
                  </a:cubicBezTo>
                  <a:cubicBezTo>
                    <a:pt x="82" y="178"/>
                    <a:pt x="82" y="180"/>
                    <a:pt x="81" y="181"/>
                  </a:cubicBezTo>
                  <a:cubicBezTo>
                    <a:pt x="81" y="181"/>
                    <a:pt x="79" y="182"/>
                    <a:pt x="78" y="182"/>
                  </a:cubicBezTo>
                  <a:cubicBezTo>
                    <a:pt x="77" y="182"/>
                    <a:pt x="74" y="183"/>
                    <a:pt x="72" y="182"/>
                  </a:cubicBezTo>
                  <a:cubicBezTo>
                    <a:pt x="72" y="182"/>
                    <a:pt x="71" y="180"/>
                    <a:pt x="71" y="179"/>
                  </a:cubicBezTo>
                  <a:cubicBezTo>
                    <a:pt x="70" y="179"/>
                    <a:pt x="69" y="178"/>
                    <a:pt x="69" y="178"/>
                  </a:cubicBezTo>
                  <a:cubicBezTo>
                    <a:pt x="68" y="178"/>
                    <a:pt x="67" y="178"/>
                    <a:pt x="66" y="179"/>
                  </a:cubicBezTo>
                  <a:cubicBezTo>
                    <a:pt x="66" y="180"/>
                    <a:pt x="65" y="182"/>
                    <a:pt x="65" y="183"/>
                  </a:cubicBezTo>
                  <a:cubicBezTo>
                    <a:pt x="64" y="183"/>
                    <a:pt x="62" y="183"/>
                    <a:pt x="61" y="183"/>
                  </a:cubicBezTo>
                  <a:cubicBezTo>
                    <a:pt x="60" y="183"/>
                    <a:pt x="58" y="183"/>
                    <a:pt x="57" y="183"/>
                  </a:cubicBezTo>
                  <a:cubicBezTo>
                    <a:pt x="56" y="183"/>
                    <a:pt x="53" y="182"/>
                    <a:pt x="51" y="182"/>
                  </a:cubicBezTo>
                  <a:cubicBezTo>
                    <a:pt x="51" y="182"/>
                    <a:pt x="49" y="183"/>
                    <a:pt x="48" y="184"/>
                  </a:cubicBezTo>
                  <a:cubicBezTo>
                    <a:pt x="47" y="184"/>
                    <a:pt x="46" y="185"/>
                    <a:pt x="45" y="186"/>
                  </a:cubicBezTo>
                  <a:cubicBezTo>
                    <a:pt x="44" y="186"/>
                    <a:pt x="44" y="189"/>
                    <a:pt x="43" y="189"/>
                  </a:cubicBezTo>
                  <a:cubicBezTo>
                    <a:pt x="42" y="190"/>
                    <a:pt x="40" y="192"/>
                    <a:pt x="38" y="192"/>
                  </a:cubicBezTo>
                  <a:cubicBezTo>
                    <a:pt x="38" y="193"/>
                    <a:pt x="36" y="193"/>
                    <a:pt x="35" y="192"/>
                  </a:cubicBezTo>
                  <a:cubicBezTo>
                    <a:pt x="34" y="192"/>
                    <a:pt x="32" y="190"/>
                    <a:pt x="32" y="189"/>
                  </a:cubicBezTo>
                  <a:cubicBezTo>
                    <a:pt x="31" y="188"/>
                    <a:pt x="29" y="186"/>
                    <a:pt x="28" y="185"/>
                  </a:cubicBezTo>
                  <a:cubicBezTo>
                    <a:pt x="27" y="185"/>
                    <a:pt x="26" y="184"/>
                    <a:pt x="25" y="184"/>
                  </a:cubicBezTo>
                  <a:cubicBezTo>
                    <a:pt x="24" y="184"/>
                    <a:pt x="22" y="185"/>
                    <a:pt x="21" y="185"/>
                  </a:cubicBezTo>
                  <a:cubicBezTo>
                    <a:pt x="21" y="185"/>
                    <a:pt x="19" y="184"/>
                    <a:pt x="19" y="184"/>
                  </a:cubicBezTo>
                  <a:cubicBezTo>
                    <a:pt x="18" y="183"/>
                    <a:pt x="19" y="182"/>
                    <a:pt x="19" y="182"/>
                  </a:cubicBezTo>
                  <a:cubicBezTo>
                    <a:pt x="19" y="181"/>
                    <a:pt x="21" y="180"/>
                    <a:pt x="21" y="180"/>
                  </a:cubicBezTo>
                  <a:cubicBezTo>
                    <a:pt x="22" y="179"/>
                    <a:pt x="22" y="178"/>
                    <a:pt x="22" y="178"/>
                  </a:cubicBezTo>
                  <a:cubicBezTo>
                    <a:pt x="22" y="177"/>
                    <a:pt x="20" y="176"/>
                    <a:pt x="19" y="175"/>
                  </a:cubicBezTo>
                  <a:cubicBezTo>
                    <a:pt x="18" y="175"/>
                    <a:pt x="17" y="176"/>
                    <a:pt x="16" y="176"/>
                  </a:cubicBezTo>
                  <a:cubicBezTo>
                    <a:pt x="15" y="176"/>
                    <a:pt x="12" y="176"/>
                    <a:pt x="11" y="176"/>
                  </a:cubicBezTo>
                  <a:cubicBezTo>
                    <a:pt x="10" y="175"/>
                    <a:pt x="10" y="174"/>
                    <a:pt x="10" y="173"/>
                  </a:cubicBezTo>
                  <a:cubicBezTo>
                    <a:pt x="9" y="172"/>
                    <a:pt x="10" y="171"/>
                    <a:pt x="10" y="170"/>
                  </a:cubicBezTo>
                  <a:cubicBezTo>
                    <a:pt x="11" y="170"/>
                    <a:pt x="12" y="169"/>
                    <a:pt x="13" y="169"/>
                  </a:cubicBezTo>
                  <a:cubicBezTo>
                    <a:pt x="14" y="169"/>
                    <a:pt x="15" y="169"/>
                    <a:pt x="16" y="170"/>
                  </a:cubicBezTo>
                  <a:cubicBezTo>
                    <a:pt x="16" y="170"/>
                    <a:pt x="16" y="171"/>
                    <a:pt x="17" y="171"/>
                  </a:cubicBezTo>
                  <a:cubicBezTo>
                    <a:pt x="17" y="172"/>
                    <a:pt x="19" y="172"/>
                    <a:pt x="20" y="172"/>
                  </a:cubicBezTo>
                  <a:cubicBezTo>
                    <a:pt x="21" y="172"/>
                    <a:pt x="24" y="172"/>
                    <a:pt x="24" y="171"/>
                  </a:cubicBezTo>
                  <a:cubicBezTo>
                    <a:pt x="25" y="170"/>
                    <a:pt x="24" y="168"/>
                    <a:pt x="24" y="167"/>
                  </a:cubicBezTo>
                  <a:cubicBezTo>
                    <a:pt x="23" y="166"/>
                    <a:pt x="22" y="165"/>
                    <a:pt x="21" y="165"/>
                  </a:cubicBezTo>
                  <a:cubicBezTo>
                    <a:pt x="20" y="164"/>
                    <a:pt x="17" y="164"/>
                    <a:pt x="16" y="163"/>
                  </a:cubicBezTo>
                  <a:cubicBezTo>
                    <a:pt x="15" y="163"/>
                    <a:pt x="14" y="161"/>
                    <a:pt x="13" y="161"/>
                  </a:cubicBezTo>
                  <a:cubicBezTo>
                    <a:pt x="12" y="160"/>
                    <a:pt x="9" y="160"/>
                    <a:pt x="8" y="159"/>
                  </a:cubicBezTo>
                  <a:cubicBezTo>
                    <a:pt x="8" y="159"/>
                    <a:pt x="7" y="157"/>
                    <a:pt x="8" y="156"/>
                  </a:cubicBezTo>
                  <a:cubicBezTo>
                    <a:pt x="8" y="155"/>
                    <a:pt x="9" y="153"/>
                    <a:pt x="10" y="152"/>
                  </a:cubicBezTo>
                  <a:cubicBezTo>
                    <a:pt x="12" y="151"/>
                    <a:pt x="15" y="151"/>
                    <a:pt x="16" y="151"/>
                  </a:cubicBezTo>
                  <a:cubicBezTo>
                    <a:pt x="17" y="151"/>
                    <a:pt x="19" y="151"/>
                    <a:pt x="20" y="150"/>
                  </a:cubicBezTo>
                  <a:cubicBezTo>
                    <a:pt x="22" y="149"/>
                    <a:pt x="23" y="147"/>
                    <a:pt x="24" y="147"/>
                  </a:cubicBezTo>
                  <a:cubicBezTo>
                    <a:pt x="25" y="147"/>
                    <a:pt x="26" y="147"/>
                    <a:pt x="27" y="147"/>
                  </a:cubicBezTo>
                  <a:cubicBezTo>
                    <a:pt x="27" y="147"/>
                    <a:pt x="29" y="148"/>
                    <a:pt x="29" y="149"/>
                  </a:cubicBezTo>
                  <a:cubicBezTo>
                    <a:pt x="30" y="149"/>
                    <a:pt x="30" y="150"/>
                    <a:pt x="30" y="151"/>
                  </a:cubicBezTo>
                  <a:cubicBezTo>
                    <a:pt x="31" y="152"/>
                    <a:pt x="30" y="154"/>
                    <a:pt x="30" y="154"/>
                  </a:cubicBezTo>
                  <a:cubicBezTo>
                    <a:pt x="31" y="155"/>
                    <a:pt x="32" y="158"/>
                    <a:pt x="33" y="158"/>
                  </a:cubicBezTo>
                  <a:cubicBezTo>
                    <a:pt x="33" y="159"/>
                    <a:pt x="35" y="157"/>
                    <a:pt x="35" y="156"/>
                  </a:cubicBezTo>
                  <a:cubicBezTo>
                    <a:pt x="36" y="155"/>
                    <a:pt x="35" y="153"/>
                    <a:pt x="35" y="152"/>
                  </a:cubicBezTo>
                  <a:cubicBezTo>
                    <a:pt x="35" y="151"/>
                    <a:pt x="34" y="150"/>
                    <a:pt x="34" y="149"/>
                  </a:cubicBezTo>
                  <a:cubicBezTo>
                    <a:pt x="34" y="149"/>
                    <a:pt x="34" y="147"/>
                    <a:pt x="34" y="146"/>
                  </a:cubicBezTo>
                  <a:cubicBezTo>
                    <a:pt x="35" y="145"/>
                    <a:pt x="36" y="145"/>
                    <a:pt x="37" y="145"/>
                  </a:cubicBezTo>
                  <a:cubicBezTo>
                    <a:pt x="38" y="145"/>
                    <a:pt x="41" y="144"/>
                    <a:pt x="42" y="145"/>
                  </a:cubicBezTo>
                  <a:cubicBezTo>
                    <a:pt x="43" y="145"/>
                    <a:pt x="44" y="146"/>
                    <a:pt x="45" y="146"/>
                  </a:cubicBezTo>
                  <a:cubicBezTo>
                    <a:pt x="46" y="146"/>
                    <a:pt x="49" y="146"/>
                    <a:pt x="50" y="146"/>
                  </a:cubicBezTo>
                  <a:cubicBezTo>
                    <a:pt x="51" y="146"/>
                    <a:pt x="54" y="147"/>
                    <a:pt x="55" y="146"/>
                  </a:cubicBezTo>
                  <a:cubicBezTo>
                    <a:pt x="56" y="146"/>
                    <a:pt x="55" y="144"/>
                    <a:pt x="55" y="143"/>
                  </a:cubicBezTo>
                  <a:cubicBezTo>
                    <a:pt x="54" y="142"/>
                    <a:pt x="52" y="142"/>
                    <a:pt x="51" y="141"/>
                  </a:cubicBezTo>
                  <a:cubicBezTo>
                    <a:pt x="50" y="141"/>
                    <a:pt x="47" y="140"/>
                    <a:pt x="46" y="139"/>
                  </a:cubicBezTo>
                  <a:cubicBezTo>
                    <a:pt x="44" y="139"/>
                    <a:pt x="41" y="139"/>
                    <a:pt x="39" y="139"/>
                  </a:cubicBezTo>
                  <a:cubicBezTo>
                    <a:pt x="38" y="140"/>
                    <a:pt x="36" y="141"/>
                    <a:pt x="34" y="141"/>
                  </a:cubicBezTo>
                  <a:cubicBezTo>
                    <a:pt x="33" y="141"/>
                    <a:pt x="30" y="141"/>
                    <a:pt x="28" y="142"/>
                  </a:cubicBezTo>
                  <a:cubicBezTo>
                    <a:pt x="27" y="142"/>
                    <a:pt x="26" y="142"/>
                    <a:pt x="25" y="142"/>
                  </a:cubicBezTo>
                  <a:cubicBezTo>
                    <a:pt x="24" y="142"/>
                    <a:pt x="21" y="142"/>
                    <a:pt x="20" y="143"/>
                  </a:cubicBezTo>
                  <a:cubicBezTo>
                    <a:pt x="19" y="143"/>
                    <a:pt x="16" y="144"/>
                    <a:pt x="15" y="144"/>
                  </a:cubicBezTo>
                  <a:cubicBezTo>
                    <a:pt x="14" y="144"/>
                    <a:pt x="13" y="143"/>
                    <a:pt x="12" y="143"/>
                  </a:cubicBezTo>
                  <a:cubicBezTo>
                    <a:pt x="12" y="142"/>
                    <a:pt x="12" y="141"/>
                    <a:pt x="11" y="140"/>
                  </a:cubicBezTo>
                  <a:cubicBezTo>
                    <a:pt x="11" y="140"/>
                    <a:pt x="11" y="138"/>
                    <a:pt x="11" y="137"/>
                  </a:cubicBezTo>
                  <a:cubicBezTo>
                    <a:pt x="11" y="136"/>
                    <a:pt x="12" y="135"/>
                    <a:pt x="13" y="134"/>
                  </a:cubicBezTo>
                  <a:cubicBezTo>
                    <a:pt x="14" y="134"/>
                    <a:pt x="15" y="135"/>
                    <a:pt x="16" y="135"/>
                  </a:cubicBezTo>
                  <a:cubicBezTo>
                    <a:pt x="17" y="135"/>
                    <a:pt x="18" y="135"/>
                    <a:pt x="19" y="134"/>
                  </a:cubicBezTo>
                  <a:cubicBezTo>
                    <a:pt x="19" y="134"/>
                    <a:pt x="20" y="132"/>
                    <a:pt x="19" y="131"/>
                  </a:cubicBezTo>
                  <a:cubicBezTo>
                    <a:pt x="19" y="131"/>
                    <a:pt x="17" y="130"/>
                    <a:pt x="16" y="130"/>
                  </a:cubicBezTo>
                  <a:cubicBezTo>
                    <a:pt x="15" y="130"/>
                    <a:pt x="13" y="131"/>
                    <a:pt x="13" y="131"/>
                  </a:cubicBezTo>
                  <a:cubicBezTo>
                    <a:pt x="12" y="131"/>
                    <a:pt x="10" y="131"/>
                    <a:pt x="10" y="130"/>
                  </a:cubicBezTo>
                  <a:cubicBezTo>
                    <a:pt x="10" y="129"/>
                    <a:pt x="13" y="128"/>
                    <a:pt x="13" y="128"/>
                  </a:cubicBezTo>
                  <a:cubicBezTo>
                    <a:pt x="14" y="127"/>
                    <a:pt x="15" y="126"/>
                    <a:pt x="16" y="126"/>
                  </a:cubicBezTo>
                  <a:cubicBezTo>
                    <a:pt x="18" y="125"/>
                    <a:pt x="21" y="126"/>
                    <a:pt x="22" y="126"/>
                  </a:cubicBezTo>
                  <a:cubicBezTo>
                    <a:pt x="24" y="125"/>
                    <a:pt x="27" y="124"/>
                    <a:pt x="29" y="125"/>
                  </a:cubicBezTo>
                  <a:cubicBezTo>
                    <a:pt x="30" y="125"/>
                    <a:pt x="31" y="125"/>
                    <a:pt x="32" y="126"/>
                  </a:cubicBezTo>
                  <a:cubicBezTo>
                    <a:pt x="33" y="126"/>
                    <a:pt x="36" y="127"/>
                    <a:pt x="38" y="127"/>
                  </a:cubicBezTo>
                  <a:cubicBezTo>
                    <a:pt x="39" y="128"/>
                    <a:pt x="41" y="128"/>
                    <a:pt x="42" y="129"/>
                  </a:cubicBezTo>
                  <a:cubicBezTo>
                    <a:pt x="43" y="129"/>
                    <a:pt x="45" y="131"/>
                    <a:pt x="45" y="131"/>
                  </a:cubicBezTo>
                  <a:cubicBezTo>
                    <a:pt x="46" y="132"/>
                    <a:pt x="49" y="133"/>
                    <a:pt x="50" y="134"/>
                  </a:cubicBezTo>
                  <a:cubicBezTo>
                    <a:pt x="51" y="134"/>
                    <a:pt x="54" y="133"/>
                    <a:pt x="55" y="133"/>
                  </a:cubicBezTo>
                  <a:cubicBezTo>
                    <a:pt x="56" y="132"/>
                    <a:pt x="59" y="131"/>
                    <a:pt x="60" y="130"/>
                  </a:cubicBezTo>
                  <a:cubicBezTo>
                    <a:pt x="62" y="130"/>
                    <a:pt x="64" y="128"/>
                    <a:pt x="65" y="128"/>
                  </a:cubicBezTo>
                  <a:cubicBezTo>
                    <a:pt x="66" y="128"/>
                    <a:pt x="68" y="128"/>
                    <a:pt x="69" y="128"/>
                  </a:cubicBezTo>
                  <a:cubicBezTo>
                    <a:pt x="70" y="128"/>
                    <a:pt x="72" y="129"/>
                    <a:pt x="73" y="130"/>
                  </a:cubicBezTo>
                  <a:cubicBezTo>
                    <a:pt x="74" y="130"/>
                    <a:pt x="75" y="132"/>
                    <a:pt x="75" y="132"/>
                  </a:cubicBezTo>
                  <a:cubicBezTo>
                    <a:pt x="76" y="132"/>
                    <a:pt x="78" y="133"/>
                    <a:pt x="79" y="132"/>
                  </a:cubicBezTo>
                  <a:cubicBezTo>
                    <a:pt x="79" y="131"/>
                    <a:pt x="79" y="129"/>
                    <a:pt x="79" y="129"/>
                  </a:cubicBezTo>
                  <a:cubicBezTo>
                    <a:pt x="78" y="128"/>
                    <a:pt x="77" y="127"/>
                    <a:pt x="76" y="126"/>
                  </a:cubicBezTo>
                  <a:cubicBezTo>
                    <a:pt x="75" y="126"/>
                    <a:pt x="74" y="126"/>
                    <a:pt x="73" y="126"/>
                  </a:cubicBezTo>
                  <a:cubicBezTo>
                    <a:pt x="72" y="126"/>
                    <a:pt x="71" y="125"/>
                    <a:pt x="71" y="124"/>
                  </a:cubicBezTo>
                  <a:cubicBezTo>
                    <a:pt x="70" y="124"/>
                    <a:pt x="68" y="123"/>
                    <a:pt x="67" y="123"/>
                  </a:cubicBezTo>
                  <a:cubicBezTo>
                    <a:pt x="66" y="123"/>
                    <a:pt x="64" y="123"/>
                    <a:pt x="63" y="124"/>
                  </a:cubicBezTo>
                  <a:cubicBezTo>
                    <a:pt x="62" y="124"/>
                    <a:pt x="61" y="125"/>
                    <a:pt x="60" y="126"/>
                  </a:cubicBezTo>
                  <a:cubicBezTo>
                    <a:pt x="60" y="126"/>
                    <a:pt x="58" y="127"/>
                    <a:pt x="57" y="128"/>
                  </a:cubicBezTo>
                  <a:cubicBezTo>
                    <a:pt x="56" y="128"/>
                    <a:pt x="53" y="128"/>
                    <a:pt x="52" y="128"/>
                  </a:cubicBezTo>
                  <a:cubicBezTo>
                    <a:pt x="50" y="128"/>
                    <a:pt x="47" y="127"/>
                    <a:pt x="46" y="127"/>
                  </a:cubicBezTo>
                  <a:cubicBezTo>
                    <a:pt x="45" y="126"/>
                    <a:pt x="42" y="124"/>
                    <a:pt x="41" y="123"/>
                  </a:cubicBezTo>
                  <a:cubicBezTo>
                    <a:pt x="40" y="123"/>
                    <a:pt x="39" y="121"/>
                    <a:pt x="38" y="121"/>
                  </a:cubicBezTo>
                  <a:cubicBezTo>
                    <a:pt x="36" y="120"/>
                    <a:pt x="32" y="120"/>
                    <a:pt x="31" y="120"/>
                  </a:cubicBezTo>
                  <a:cubicBezTo>
                    <a:pt x="30" y="119"/>
                    <a:pt x="27" y="117"/>
                    <a:pt x="26" y="116"/>
                  </a:cubicBezTo>
                  <a:cubicBezTo>
                    <a:pt x="26" y="115"/>
                    <a:pt x="25" y="113"/>
                    <a:pt x="25" y="112"/>
                  </a:cubicBezTo>
                  <a:cubicBezTo>
                    <a:pt x="26" y="111"/>
                    <a:pt x="27" y="110"/>
                    <a:pt x="28" y="110"/>
                  </a:cubicBezTo>
                  <a:cubicBezTo>
                    <a:pt x="29" y="109"/>
                    <a:pt x="31" y="110"/>
                    <a:pt x="33" y="111"/>
                  </a:cubicBezTo>
                  <a:cubicBezTo>
                    <a:pt x="34" y="111"/>
                    <a:pt x="37" y="111"/>
                    <a:pt x="38" y="111"/>
                  </a:cubicBezTo>
                  <a:cubicBezTo>
                    <a:pt x="38" y="110"/>
                    <a:pt x="38" y="109"/>
                    <a:pt x="38" y="109"/>
                  </a:cubicBezTo>
                  <a:cubicBezTo>
                    <a:pt x="38" y="108"/>
                    <a:pt x="35" y="108"/>
                    <a:pt x="35" y="107"/>
                  </a:cubicBezTo>
                  <a:cubicBezTo>
                    <a:pt x="34" y="107"/>
                    <a:pt x="33" y="106"/>
                    <a:pt x="33" y="105"/>
                  </a:cubicBezTo>
                  <a:cubicBezTo>
                    <a:pt x="33" y="104"/>
                    <a:pt x="33" y="103"/>
                    <a:pt x="33" y="102"/>
                  </a:cubicBezTo>
                  <a:cubicBezTo>
                    <a:pt x="34" y="102"/>
                    <a:pt x="35" y="102"/>
                    <a:pt x="35" y="102"/>
                  </a:cubicBezTo>
                  <a:cubicBezTo>
                    <a:pt x="36" y="102"/>
                    <a:pt x="38" y="103"/>
                    <a:pt x="38" y="104"/>
                  </a:cubicBezTo>
                  <a:cubicBezTo>
                    <a:pt x="39" y="104"/>
                    <a:pt x="40" y="106"/>
                    <a:pt x="41" y="107"/>
                  </a:cubicBezTo>
                  <a:cubicBezTo>
                    <a:pt x="41" y="107"/>
                    <a:pt x="43" y="107"/>
                    <a:pt x="44" y="107"/>
                  </a:cubicBezTo>
                  <a:cubicBezTo>
                    <a:pt x="44" y="107"/>
                    <a:pt x="45" y="106"/>
                    <a:pt x="46" y="106"/>
                  </a:cubicBezTo>
                  <a:cubicBezTo>
                    <a:pt x="46" y="105"/>
                    <a:pt x="46" y="104"/>
                    <a:pt x="45" y="103"/>
                  </a:cubicBezTo>
                  <a:cubicBezTo>
                    <a:pt x="45" y="102"/>
                    <a:pt x="41" y="102"/>
                    <a:pt x="41" y="102"/>
                  </a:cubicBezTo>
                  <a:cubicBezTo>
                    <a:pt x="40" y="101"/>
                    <a:pt x="41" y="99"/>
                    <a:pt x="40" y="99"/>
                  </a:cubicBezTo>
                  <a:cubicBezTo>
                    <a:pt x="40" y="98"/>
                    <a:pt x="40" y="95"/>
                    <a:pt x="39" y="95"/>
                  </a:cubicBezTo>
                  <a:cubicBezTo>
                    <a:pt x="38" y="94"/>
                    <a:pt x="36" y="93"/>
                    <a:pt x="35" y="93"/>
                  </a:cubicBezTo>
                  <a:cubicBezTo>
                    <a:pt x="34" y="93"/>
                    <a:pt x="32" y="95"/>
                    <a:pt x="31" y="95"/>
                  </a:cubicBezTo>
                  <a:cubicBezTo>
                    <a:pt x="30" y="95"/>
                    <a:pt x="28" y="95"/>
                    <a:pt x="27" y="95"/>
                  </a:cubicBezTo>
                  <a:cubicBezTo>
                    <a:pt x="25" y="95"/>
                    <a:pt x="22" y="96"/>
                    <a:pt x="20" y="96"/>
                  </a:cubicBezTo>
                  <a:cubicBezTo>
                    <a:pt x="19" y="95"/>
                    <a:pt x="16" y="93"/>
                    <a:pt x="15" y="92"/>
                  </a:cubicBezTo>
                  <a:cubicBezTo>
                    <a:pt x="14" y="91"/>
                    <a:pt x="15" y="88"/>
                    <a:pt x="15" y="87"/>
                  </a:cubicBezTo>
                  <a:cubicBezTo>
                    <a:pt x="15" y="86"/>
                    <a:pt x="15" y="83"/>
                    <a:pt x="16" y="82"/>
                  </a:cubicBezTo>
                  <a:cubicBezTo>
                    <a:pt x="16" y="81"/>
                    <a:pt x="17" y="78"/>
                    <a:pt x="18" y="77"/>
                  </a:cubicBezTo>
                  <a:cubicBezTo>
                    <a:pt x="19" y="76"/>
                    <a:pt x="22" y="75"/>
                    <a:pt x="23" y="75"/>
                  </a:cubicBezTo>
                  <a:cubicBezTo>
                    <a:pt x="23" y="75"/>
                    <a:pt x="24" y="76"/>
                    <a:pt x="25" y="76"/>
                  </a:cubicBezTo>
                  <a:cubicBezTo>
                    <a:pt x="25" y="76"/>
                    <a:pt x="27" y="77"/>
                    <a:pt x="27" y="78"/>
                  </a:cubicBezTo>
                  <a:cubicBezTo>
                    <a:pt x="27" y="79"/>
                    <a:pt x="28" y="80"/>
                    <a:pt x="28" y="81"/>
                  </a:cubicBezTo>
                  <a:cubicBezTo>
                    <a:pt x="29" y="81"/>
                    <a:pt x="30" y="81"/>
                    <a:pt x="31" y="81"/>
                  </a:cubicBezTo>
                  <a:cubicBezTo>
                    <a:pt x="32" y="81"/>
                    <a:pt x="32" y="79"/>
                    <a:pt x="33" y="79"/>
                  </a:cubicBezTo>
                  <a:cubicBezTo>
                    <a:pt x="33" y="78"/>
                    <a:pt x="33" y="77"/>
                    <a:pt x="33" y="76"/>
                  </a:cubicBezTo>
                  <a:cubicBezTo>
                    <a:pt x="32" y="76"/>
                    <a:pt x="31" y="75"/>
                    <a:pt x="30" y="74"/>
                  </a:cubicBezTo>
                  <a:cubicBezTo>
                    <a:pt x="30" y="74"/>
                    <a:pt x="29" y="72"/>
                    <a:pt x="29" y="72"/>
                  </a:cubicBezTo>
                  <a:cubicBezTo>
                    <a:pt x="29" y="71"/>
                    <a:pt x="31" y="70"/>
                    <a:pt x="31" y="70"/>
                  </a:cubicBezTo>
                  <a:cubicBezTo>
                    <a:pt x="32" y="70"/>
                    <a:pt x="34" y="70"/>
                    <a:pt x="35" y="70"/>
                  </a:cubicBezTo>
                  <a:cubicBezTo>
                    <a:pt x="36" y="70"/>
                    <a:pt x="39" y="68"/>
                    <a:pt x="40" y="67"/>
                  </a:cubicBezTo>
                  <a:cubicBezTo>
                    <a:pt x="41" y="67"/>
                    <a:pt x="43" y="66"/>
                    <a:pt x="44" y="66"/>
                  </a:cubicBezTo>
                  <a:cubicBezTo>
                    <a:pt x="45" y="66"/>
                    <a:pt x="46" y="65"/>
                    <a:pt x="47" y="65"/>
                  </a:cubicBezTo>
                  <a:cubicBezTo>
                    <a:pt x="47" y="64"/>
                    <a:pt x="47" y="62"/>
                    <a:pt x="47" y="61"/>
                  </a:cubicBezTo>
                  <a:cubicBezTo>
                    <a:pt x="47" y="61"/>
                    <a:pt x="46" y="59"/>
                    <a:pt x="45" y="59"/>
                  </a:cubicBezTo>
                  <a:cubicBezTo>
                    <a:pt x="45" y="59"/>
                    <a:pt x="43" y="59"/>
                    <a:pt x="43" y="58"/>
                  </a:cubicBezTo>
                  <a:cubicBezTo>
                    <a:pt x="43" y="57"/>
                    <a:pt x="44" y="56"/>
                    <a:pt x="44" y="55"/>
                  </a:cubicBezTo>
                  <a:cubicBezTo>
                    <a:pt x="45" y="55"/>
                    <a:pt x="48" y="56"/>
                    <a:pt x="49" y="56"/>
                  </a:cubicBezTo>
                  <a:cubicBezTo>
                    <a:pt x="51" y="55"/>
                    <a:pt x="53" y="54"/>
                    <a:pt x="54" y="53"/>
                  </a:cubicBezTo>
                  <a:cubicBezTo>
                    <a:pt x="56" y="53"/>
                    <a:pt x="59" y="54"/>
                    <a:pt x="61" y="54"/>
                  </a:cubicBezTo>
                  <a:cubicBezTo>
                    <a:pt x="63" y="54"/>
                    <a:pt x="66" y="56"/>
                    <a:pt x="68" y="57"/>
                  </a:cubicBezTo>
                  <a:cubicBezTo>
                    <a:pt x="69" y="57"/>
                    <a:pt x="71" y="57"/>
                    <a:pt x="71" y="57"/>
                  </a:cubicBezTo>
                  <a:cubicBezTo>
                    <a:pt x="72" y="58"/>
                    <a:pt x="74" y="59"/>
                    <a:pt x="75" y="60"/>
                  </a:cubicBezTo>
                  <a:cubicBezTo>
                    <a:pt x="76" y="61"/>
                    <a:pt x="77" y="63"/>
                    <a:pt x="78" y="64"/>
                  </a:cubicBezTo>
                  <a:cubicBezTo>
                    <a:pt x="78" y="65"/>
                    <a:pt x="77" y="68"/>
                    <a:pt x="77" y="69"/>
                  </a:cubicBezTo>
                  <a:cubicBezTo>
                    <a:pt x="78" y="70"/>
                    <a:pt x="79" y="70"/>
                    <a:pt x="80" y="71"/>
                  </a:cubicBezTo>
                  <a:cubicBezTo>
                    <a:pt x="81" y="71"/>
                    <a:pt x="84" y="71"/>
                    <a:pt x="85" y="71"/>
                  </a:cubicBezTo>
                  <a:cubicBezTo>
                    <a:pt x="86" y="71"/>
                    <a:pt x="87" y="69"/>
                    <a:pt x="87" y="68"/>
                  </a:cubicBezTo>
                  <a:cubicBezTo>
                    <a:pt x="89" y="68"/>
                    <a:pt x="92" y="68"/>
                    <a:pt x="94" y="68"/>
                  </a:cubicBezTo>
                  <a:cubicBezTo>
                    <a:pt x="95" y="69"/>
                    <a:pt x="96" y="70"/>
                    <a:pt x="96" y="70"/>
                  </a:cubicBezTo>
                  <a:cubicBezTo>
                    <a:pt x="97" y="71"/>
                    <a:pt x="97" y="72"/>
                    <a:pt x="97" y="73"/>
                  </a:cubicBezTo>
                  <a:cubicBezTo>
                    <a:pt x="97" y="74"/>
                    <a:pt x="97" y="77"/>
                    <a:pt x="96" y="78"/>
                  </a:cubicBezTo>
                  <a:cubicBezTo>
                    <a:pt x="96" y="79"/>
                    <a:pt x="94" y="80"/>
                    <a:pt x="94" y="80"/>
                  </a:cubicBezTo>
                  <a:cubicBezTo>
                    <a:pt x="93" y="81"/>
                    <a:pt x="92" y="82"/>
                    <a:pt x="91" y="83"/>
                  </a:cubicBezTo>
                  <a:cubicBezTo>
                    <a:pt x="91" y="83"/>
                    <a:pt x="91" y="84"/>
                    <a:pt x="91" y="85"/>
                  </a:cubicBezTo>
                  <a:cubicBezTo>
                    <a:pt x="92" y="85"/>
                    <a:pt x="93" y="86"/>
                    <a:pt x="93" y="86"/>
                  </a:cubicBezTo>
                  <a:cubicBezTo>
                    <a:pt x="94" y="86"/>
                    <a:pt x="96" y="86"/>
                    <a:pt x="97" y="85"/>
                  </a:cubicBezTo>
                  <a:cubicBezTo>
                    <a:pt x="98" y="85"/>
                    <a:pt x="99" y="83"/>
                    <a:pt x="99" y="83"/>
                  </a:cubicBezTo>
                  <a:cubicBezTo>
                    <a:pt x="99" y="82"/>
                    <a:pt x="98" y="80"/>
                    <a:pt x="98" y="79"/>
                  </a:cubicBezTo>
                  <a:cubicBezTo>
                    <a:pt x="99" y="78"/>
                    <a:pt x="101" y="76"/>
                    <a:pt x="102" y="76"/>
                  </a:cubicBezTo>
                  <a:cubicBezTo>
                    <a:pt x="103" y="76"/>
                    <a:pt x="104" y="78"/>
                    <a:pt x="104" y="78"/>
                  </a:cubicBezTo>
                  <a:cubicBezTo>
                    <a:pt x="105" y="79"/>
                    <a:pt x="105" y="81"/>
                    <a:pt x="105" y="82"/>
                  </a:cubicBezTo>
                  <a:cubicBezTo>
                    <a:pt x="106" y="83"/>
                    <a:pt x="107" y="84"/>
                    <a:pt x="108" y="85"/>
                  </a:cubicBezTo>
                  <a:cubicBezTo>
                    <a:pt x="109" y="85"/>
                    <a:pt x="110" y="86"/>
                    <a:pt x="111" y="86"/>
                  </a:cubicBezTo>
                  <a:cubicBezTo>
                    <a:pt x="111" y="85"/>
                    <a:pt x="112" y="84"/>
                    <a:pt x="112" y="83"/>
                  </a:cubicBezTo>
                  <a:cubicBezTo>
                    <a:pt x="112" y="82"/>
                    <a:pt x="113" y="80"/>
                    <a:pt x="112" y="80"/>
                  </a:cubicBezTo>
                  <a:cubicBezTo>
                    <a:pt x="112" y="79"/>
                    <a:pt x="111" y="79"/>
                    <a:pt x="110" y="78"/>
                  </a:cubicBezTo>
                  <a:cubicBezTo>
                    <a:pt x="110" y="78"/>
                    <a:pt x="108" y="77"/>
                    <a:pt x="108" y="76"/>
                  </a:cubicBezTo>
                  <a:cubicBezTo>
                    <a:pt x="108" y="76"/>
                    <a:pt x="108" y="74"/>
                    <a:pt x="108" y="73"/>
                  </a:cubicBezTo>
                  <a:cubicBezTo>
                    <a:pt x="109" y="73"/>
                    <a:pt x="110" y="73"/>
                    <a:pt x="111" y="73"/>
                  </a:cubicBezTo>
                  <a:cubicBezTo>
                    <a:pt x="112" y="73"/>
                    <a:pt x="115" y="75"/>
                    <a:pt x="116" y="75"/>
                  </a:cubicBezTo>
                  <a:cubicBezTo>
                    <a:pt x="117" y="75"/>
                    <a:pt x="118" y="75"/>
                    <a:pt x="119" y="75"/>
                  </a:cubicBezTo>
                  <a:cubicBezTo>
                    <a:pt x="120" y="75"/>
                    <a:pt x="121" y="76"/>
                    <a:pt x="122" y="76"/>
                  </a:cubicBezTo>
                  <a:cubicBezTo>
                    <a:pt x="124" y="77"/>
                    <a:pt x="127" y="78"/>
                    <a:pt x="129" y="79"/>
                  </a:cubicBezTo>
                  <a:cubicBezTo>
                    <a:pt x="131" y="80"/>
                    <a:pt x="134" y="80"/>
                    <a:pt x="136" y="81"/>
                  </a:cubicBezTo>
                  <a:cubicBezTo>
                    <a:pt x="136" y="82"/>
                    <a:pt x="137" y="83"/>
                    <a:pt x="138" y="83"/>
                  </a:cubicBezTo>
                  <a:cubicBezTo>
                    <a:pt x="139" y="83"/>
                    <a:pt x="141" y="82"/>
                    <a:pt x="142" y="81"/>
                  </a:cubicBezTo>
                  <a:cubicBezTo>
                    <a:pt x="143" y="80"/>
                    <a:pt x="144" y="78"/>
                    <a:pt x="145" y="77"/>
                  </a:cubicBezTo>
                  <a:cubicBezTo>
                    <a:pt x="146" y="76"/>
                    <a:pt x="148" y="75"/>
                    <a:pt x="149" y="74"/>
                  </a:cubicBezTo>
                  <a:cubicBezTo>
                    <a:pt x="150" y="74"/>
                    <a:pt x="152" y="74"/>
                    <a:pt x="153" y="74"/>
                  </a:cubicBezTo>
                  <a:cubicBezTo>
                    <a:pt x="154" y="74"/>
                    <a:pt x="156" y="74"/>
                    <a:pt x="156" y="75"/>
                  </a:cubicBezTo>
                  <a:cubicBezTo>
                    <a:pt x="157" y="75"/>
                    <a:pt x="158" y="77"/>
                    <a:pt x="159" y="78"/>
                  </a:cubicBezTo>
                  <a:cubicBezTo>
                    <a:pt x="160" y="78"/>
                    <a:pt x="164" y="79"/>
                    <a:pt x="165" y="78"/>
                  </a:cubicBezTo>
                  <a:cubicBezTo>
                    <a:pt x="165" y="78"/>
                    <a:pt x="165" y="76"/>
                    <a:pt x="165" y="75"/>
                  </a:cubicBezTo>
                  <a:cubicBezTo>
                    <a:pt x="165" y="74"/>
                    <a:pt x="164" y="73"/>
                    <a:pt x="163" y="72"/>
                  </a:cubicBezTo>
                  <a:cubicBezTo>
                    <a:pt x="162" y="72"/>
                    <a:pt x="160" y="72"/>
                    <a:pt x="159" y="72"/>
                  </a:cubicBezTo>
                  <a:cubicBezTo>
                    <a:pt x="159" y="72"/>
                    <a:pt x="158" y="70"/>
                    <a:pt x="157" y="70"/>
                  </a:cubicBezTo>
                  <a:cubicBezTo>
                    <a:pt x="156" y="69"/>
                    <a:pt x="153" y="69"/>
                    <a:pt x="152" y="68"/>
                  </a:cubicBezTo>
                  <a:cubicBezTo>
                    <a:pt x="150" y="68"/>
                    <a:pt x="148" y="68"/>
                    <a:pt x="147" y="68"/>
                  </a:cubicBezTo>
                  <a:cubicBezTo>
                    <a:pt x="146" y="69"/>
                    <a:pt x="145" y="70"/>
                    <a:pt x="145" y="70"/>
                  </a:cubicBezTo>
                  <a:cubicBezTo>
                    <a:pt x="144" y="71"/>
                    <a:pt x="143" y="73"/>
                    <a:pt x="143" y="74"/>
                  </a:cubicBezTo>
                  <a:cubicBezTo>
                    <a:pt x="142" y="74"/>
                    <a:pt x="141" y="75"/>
                    <a:pt x="141" y="75"/>
                  </a:cubicBezTo>
                  <a:cubicBezTo>
                    <a:pt x="140" y="76"/>
                    <a:pt x="137" y="76"/>
                    <a:pt x="136" y="76"/>
                  </a:cubicBezTo>
                  <a:cubicBezTo>
                    <a:pt x="135" y="76"/>
                    <a:pt x="132" y="76"/>
                    <a:pt x="131" y="75"/>
                  </a:cubicBezTo>
                  <a:cubicBezTo>
                    <a:pt x="130" y="75"/>
                    <a:pt x="128" y="73"/>
                    <a:pt x="127" y="72"/>
                  </a:cubicBezTo>
                  <a:cubicBezTo>
                    <a:pt x="126" y="71"/>
                    <a:pt x="123" y="70"/>
                    <a:pt x="121" y="70"/>
                  </a:cubicBezTo>
                  <a:cubicBezTo>
                    <a:pt x="120" y="70"/>
                    <a:pt x="118" y="69"/>
                    <a:pt x="117" y="69"/>
                  </a:cubicBezTo>
                  <a:cubicBezTo>
                    <a:pt x="116" y="69"/>
                    <a:pt x="113" y="70"/>
                    <a:pt x="112" y="70"/>
                  </a:cubicBezTo>
                  <a:cubicBezTo>
                    <a:pt x="111" y="70"/>
                    <a:pt x="110" y="69"/>
                    <a:pt x="109" y="69"/>
                  </a:cubicBezTo>
                  <a:cubicBezTo>
                    <a:pt x="108" y="69"/>
                    <a:pt x="107" y="68"/>
                    <a:pt x="106" y="68"/>
                  </a:cubicBezTo>
                  <a:cubicBezTo>
                    <a:pt x="104" y="68"/>
                    <a:pt x="101" y="68"/>
                    <a:pt x="100" y="67"/>
                  </a:cubicBezTo>
                  <a:cubicBezTo>
                    <a:pt x="99" y="67"/>
                    <a:pt x="98" y="64"/>
                    <a:pt x="96" y="63"/>
                  </a:cubicBezTo>
                  <a:cubicBezTo>
                    <a:pt x="96" y="63"/>
                    <a:pt x="93" y="63"/>
                    <a:pt x="92" y="63"/>
                  </a:cubicBezTo>
                  <a:cubicBezTo>
                    <a:pt x="91" y="63"/>
                    <a:pt x="88" y="63"/>
                    <a:pt x="86" y="63"/>
                  </a:cubicBezTo>
                  <a:cubicBezTo>
                    <a:pt x="85" y="64"/>
                    <a:pt x="84" y="64"/>
                    <a:pt x="83" y="64"/>
                  </a:cubicBezTo>
                  <a:cubicBezTo>
                    <a:pt x="83" y="63"/>
                    <a:pt x="82" y="62"/>
                    <a:pt x="82" y="62"/>
                  </a:cubicBezTo>
                  <a:cubicBezTo>
                    <a:pt x="82" y="61"/>
                    <a:pt x="82" y="60"/>
                    <a:pt x="83" y="59"/>
                  </a:cubicBezTo>
                  <a:cubicBezTo>
                    <a:pt x="83" y="59"/>
                    <a:pt x="84" y="58"/>
                    <a:pt x="85" y="58"/>
                  </a:cubicBezTo>
                  <a:cubicBezTo>
                    <a:pt x="86" y="58"/>
                    <a:pt x="87" y="59"/>
                    <a:pt x="88" y="59"/>
                  </a:cubicBezTo>
                  <a:cubicBezTo>
                    <a:pt x="88" y="59"/>
                    <a:pt x="90" y="59"/>
                    <a:pt x="90" y="59"/>
                  </a:cubicBezTo>
                  <a:cubicBezTo>
                    <a:pt x="91" y="60"/>
                    <a:pt x="94" y="60"/>
                    <a:pt x="94" y="59"/>
                  </a:cubicBezTo>
                  <a:cubicBezTo>
                    <a:pt x="95" y="59"/>
                    <a:pt x="95" y="57"/>
                    <a:pt x="94" y="56"/>
                  </a:cubicBezTo>
                  <a:cubicBezTo>
                    <a:pt x="93" y="55"/>
                    <a:pt x="91" y="55"/>
                    <a:pt x="89" y="55"/>
                  </a:cubicBezTo>
                  <a:cubicBezTo>
                    <a:pt x="88" y="54"/>
                    <a:pt x="85" y="54"/>
                    <a:pt x="84" y="53"/>
                  </a:cubicBezTo>
                  <a:cubicBezTo>
                    <a:pt x="82" y="53"/>
                    <a:pt x="79" y="54"/>
                    <a:pt x="77" y="54"/>
                  </a:cubicBezTo>
                  <a:cubicBezTo>
                    <a:pt x="76" y="54"/>
                    <a:pt x="74" y="53"/>
                    <a:pt x="73" y="53"/>
                  </a:cubicBezTo>
                  <a:cubicBezTo>
                    <a:pt x="71" y="53"/>
                    <a:pt x="69" y="51"/>
                    <a:pt x="67" y="50"/>
                  </a:cubicBezTo>
                  <a:cubicBezTo>
                    <a:pt x="66" y="50"/>
                    <a:pt x="64" y="49"/>
                    <a:pt x="63" y="49"/>
                  </a:cubicBezTo>
                  <a:cubicBezTo>
                    <a:pt x="61" y="49"/>
                    <a:pt x="57" y="49"/>
                    <a:pt x="55" y="49"/>
                  </a:cubicBezTo>
                  <a:cubicBezTo>
                    <a:pt x="54" y="49"/>
                    <a:pt x="50" y="50"/>
                    <a:pt x="48" y="50"/>
                  </a:cubicBezTo>
                  <a:cubicBezTo>
                    <a:pt x="47" y="50"/>
                    <a:pt x="43" y="50"/>
                    <a:pt x="42" y="50"/>
                  </a:cubicBezTo>
                  <a:cubicBezTo>
                    <a:pt x="40" y="50"/>
                    <a:pt x="38" y="51"/>
                    <a:pt x="37" y="51"/>
                  </a:cubicBezTo>
                  <a:cubicBezTo>
                    <a:pt x="36" y="51"/>
                    <a:pt x="35" y="50"/>
                    <a:pt x="34" y="49"/>
                  </a:cubicBezTo>
                  <a:cubicBezTo>
                    <a:pt x="34" y="49"/>
                    <a:pt x="33" y="47"/>
                    <a:pt x="33" y="47"/>
                  </a:cubicBezTo>
                  <a:cubicBezTo>
                    <a:pt x="34" y="46"/>
                    <a:pt x="36" y="44"/>
                    <a:pt x="37" y="43"/>
                  </a:cubicBezTo>
                  <a:cubicBezTo>
                    <a:pt x="38" y="43"/>
                    <a:pt x="40" y="42"/>
                    <a:pt x="41" y="42"/>
                  </a:cubicBezTo>
                  <a:cubicBezTo>
                    <a:pt x="42" y="42"/>
                    <a:pt x="46" y="42"/>
                    <a:pt x="47" y="41"/>
                  </a:cubicBezTo>
                  <a:cubicBezTo>
                    <a:pt x="48" y="40"/>
                    <a:pt x="49" y="38"/>
                    <a:pt x="50" y="37"/>
                  </a:cubicBezTo>
                  <a:cubicBezTo>
                    <a:pt x="51" y="37"/>
                    <a:pt x="52" y="36"/>
                    <a:pt x="53" y="36"/>
                  </a:cubicBezTo>
                  <a:cubicBezTo>
                    <a:pt x="54" y="36"/>
                    <a:pt x="56" y="35"/>
                    <a:pt x="57" y="34"/>
                  </a:cubicBezTo>
                  <a:cubicBezTo>
                    <a:pt x="57" y="33"/>
                    <a:pt x="55" y="31"/>
                    <a:pt x="54" y="30"/>
                  </a:cubicBezTo>
                  <a:cubicBezTo>
                    <a:pt x="53" y="28"/>
                    <a:pt x="50" y="25"/>
                    <a:pt x="48" y="24"/>
                  </a:cubicBezTo>
                  <a:cubicBezTo>
                    <a:pt x="47" y="23"/>
                    <a:pt x="45" y="22"/>
                    <a:pt x="44" y="21"/>
                  </a:cubicBezTo>
                  <a:cubicBezTo>
                    <a:pt x="43" y="20"/>
                    <a:pt x="40" y="18"/>
                    <a:pt x="39" y="17"/>
                  </a:cubicBezTo>
                  <a:cubicBezTo>
                    <a:pt x="39" y="16"/>
                    <a:pt x="38" y="14"/>
                    <a:pt x="38" y="13"/>
                  </a:cubicBezTo>
                  <a:cubicBezTo>
                    <a:pt x="38" y="11"/>
                    <a:pt x="37" y="7"/>
                    <a:pt x="37" y="6"/>
                  </a:cubicBezTo>
                  <a:cubicBezTo>
                    <a:pt x="38" y="5"/>
                    <a:pt x="39" y="3"/>
                    <a:pt x="40" y="3"/>
                  </a:cubicBezTo>
                  <a:cubicBezTo>
                    <a:pt x="41" y="2"/>
                    <a:pt x="42" y="0"/>
                    <a:pt x="44" y="0"/>
                  </a:cubicBezTo>
                  <a:cubicBezTo>
                    <a:pt x="45" y="0"/>
                    <a:pt x="47" y="0"/>
                    <a:pt x="48" y="1"/>
                  </a:cubicBezTo>
                  <a:cubicBezTo>
                    <a:pt x="49" y="2"/>
                    <a:pt x="51" y="4"/>
                    <a:pt x="51" y="5"/>
                  </a:cubicBezTo>
                  <a:cubicBezTo>
                    <a:pt x="52" y="6"/>
                    <a:pt x="54" y="9"/>
                    <a:pt x="54" y="11"/>
                  </a:cubicBezTo>
                  <a:cubicBezTo>
                    <a:pt x="54" y="12"/>
                    <a:pt x="53" y="14"/>
                    <a:pt x="54" y="15"/>
                  </a:cubicBezTo>
                  <a:cubicBezTo>
                    <a:pt x="54" y="16"/>
                    <a:pt x="55" y="18"/>
                    <a:pt x="55" y="19"/>
                  </a:cubicBezTo>
                  <a:cubicBezTo>
                    <a:pt x="56" y="20"/>
                    <a:pt x="58" y="21"/>
                    <a:pt x="59" y="22"/>
                  </a:cubicBezTo>
                  <a:cubicBezTo>
                    <a:pt x="60" y="22"/>
                    <a:pt x="61" y="23"/>
                    <a:pt x="62" y="24"/>
                  </a:cubicBezTo>
                  <a:cubicBezTo>
                    <a:pt x="62" y="25"/>
                    <a:pt x="63" y="27"/>
                    <a:pt x="63" y="27"/>
                  </a:cubicBezTo>
                  <a:cubicBezTo>
                    <a:pt x="63" y="28"/>
                    <a:pt x="63" y="30"/>
                    <a:pt x="63" y="31"/>
                  </a:cubicBezTo>
                  <a:cubicBezTo>
                    <a:pt x="63" y="31"/>
                    <a:pt x="63" y="32"/>
                    <a:pt x="64" y="32"/>
                  </a:cubicBezTo>
                  <a:cubicBezTo>
                    <a:pt x="63" y="33"/>
                    <a:pt x="62" y="34"/>
                    <a:pt x="62" y="35"/>
                  </a:cubicBezTo>
                  <a:cubicBezTo>
                    <a:pt x="62" y="37"/>
                    <a:pt x="65" y="41"/>
                    <a:pt x="67" y="42"/>
                  </a:cubicBezTo>
                  <a:cubicBezTo>
                    <a:pt x="69" y="43"/>
                    <a:pt x="73" y="42"/>
                    <a:pt x="75" y="42"/>
                  </a:cubicBezTo>
                  <a:cubicBezTo>
                    <a:pt x="77" y="42"/>
                    <a:pt x="80" y="44"/>
                    <a:pt x="82" y="44"/>
                  </a:cubicBezTo>
                  <a:cubicBezTo>
                    <a:pt x="84" y="45"/>
                    <a:pt x="87" y="45"/>
                    <a:pt x="89" y="45"/>
                  </a:cubicBezTo>
                  <a:cubicBezTo>
                    <a:pt x="90" y="45"/>
                    <a:pt x="92" y="44"/>
                    <a:pt x="94" y="44"/>
                  </a:cubicBezTo>
                  <a:cubicBezTo>
                    <a:pt x="95" y="43"/>
                    <a:pt x="97" y="44"/>
                    <a:pt x="98" y="44"/>
                  </a:cubicBezTo>
                  <a:cubicBezTo>
                    <a:pt x="99" y="44"/>
                    <a:pt x="100" y="46"/>
                    <a:pt x="102" y="47"/>
                  </a:cubicBezTo>
                  <a:cubicBezTo>
                    <a:pt x="102" y="47"/>
                    <a:pt x="105" y="47"/>
                    <a:pt x="106" y="47"/>
                  </a:cubicBezTo>
                  <a:cubicBezTo>
                    <a:pt x="107" y="47"/>
                    <a:pt x="109" y="46"/>
                    <a:pt x="111" y="45"/>
                  </a:cubicBezTo>
                  <a:cubicBezTo>
                    <a:pt x="112" y="45"/>
                    <a:pt x="113" y="44"/>
                    <a:pt x="114" y="44"/>
                  </a:cubicBezTo>
                  <a:cubicBezTo>
                    <a:pt x="116" y="43"/>
                    <a:pt x="121" y="43"/>
                    <a:pt x="123" y="44"/>
                  </a:cubicBezTo>
                  <a:cubicBezTo>
                    <a:pt x="124" y="44"/>
                    <a:pt x="128" y="47"/>
                    <a:pt x="130" y="47"/>
                  </a:cubicBezTo>
                  <a:cubicBezTo>
                    <a:pt x="132" y="48"/>
                    <a:pt x="137" y="46"/>
                    <a:pt x="139" y="45"/>
                  </a:cubicBezTo>
                  <a:cubicBezTo>
                    <a:pt x="141" y="44"/>
                    <a:pt x="143" y="42"/>
                    <a:pt x="144" y="41"/>
                  </a:cubicBezTo>
                  <a:cubicBezTo>
                    <a:pt x="145" y="40"/>
                    <a:pt x="148" y="39"/>
                    <a:pt x="150" y="39"/>
                  </a:cubicBezTo>
                  <a:cubicBezTo>
                    <a:pt x="151" y="39"/>
                    <a:pt x="153" y="38"/>
                    <a:pt x="154" y="39"/>
                  </a:cubicBezTo>
                  <a:cubicBezTo>
                    <a:pt x="155" y="39"/>
                    <a:pt x="157" y="40"/>
                    <a:pt x="158" y="41"/>
                  </a:cubicBezTo>
                  <a:cubicBezTo>
                    <a:pt x="158" y="42"/>
                    <a:pt x="158" y="45"/>
                    <a:pt x="159" y="46"/>
                  </a:cubicBezTo>
                  <a:cubicBezTo>
                    <a:pt x="160" y="47"/>
                    <a:pt x="161" y="51"/>
                    <a:pt x="162" y="52"/>
                  </a:cubicBezTo>
                  <a:cubicBezTo>
                    <a:pt x="163" y="53"/>
                    <a:pt x="167" y="54"/>
                    <a:pt x="169" y="55"/>
                  </a:cubicBezTo>
                  <a:cubicBezTo>
                    <a:pt x="171" y="55"/>
                    <a:pt x="176" y="55"/>
                    <a:pt x="179" y="55"/>
                  </a:cubicBezTo>
                  <a:cubicBezTo>
                    <a:pt x="180" y="55"/>
                    <a:pt x="184" y="54"/>
                    <a:pt x="185" y="53"/>
                  </a:cubicBezTo>
                  <a:cubicBezTo>
                    <a:pt x="187" y="53"/>
                    <a:pt x="190" y="51"/>
                    <a:pt x="192" y="51"/>
                  </a:cubicBezTo>
                  <a:cubicBezTo>
                    <a:pt x="194" y="50"/>
                    <a:pt x="197" y="50"/>
                    <a:pt x="198" y="50"/>
                  </a:cubicBezTo>
                  <a:cubicBezTo>
                    <a:pt x="200" y="51"/>
                    <a:pt x="201" y="52"/>
                    <a:pt x="203" y="52"/>
                  </a:cubicBezTo>
                  <a:cubicBezTo>
                    <a:pt x="203" y="52"/>
                    <a:pt x="204" y="52"/>
                    <a:pt x="205" y="51"/>
                  </a:cubicBezTo>
                  <a:cubicBezTo>
                    <a:pt x="207" y="52"/>
                    <a:pt x="210" y="55"/>
                    <a:pt x="211" y="56"/>
                  </a:cubicBezTo>
                  <a:cubicBezTo>
                    <a:pt x="212" y="58"/>
                    <a:pt x="211" y="64"/>
                    <a:pt x="211" y="66"/>
                  </a:cubicBezTo>
                  <a:cubicBezTo>
                    <a:pt x="211" y="68"/>
                    <a:pt x="209" y="72"/>
                    <a:pt x="209" y="74"/>
                  </a:cubicBezTo>
                  <a:cubicBezTo>
                    <a:pt x="209" y="76"/>
                    <a:pt x="210" y="79"/>
                    <a:pt x="211" y="81"/>
                  </a:cubicBezTo>
                  <a:cubicBezTo>
                    <a:pt x="212" y="83"/>
                    <a:pt x="216" y="86"/>
                    <a:pt x="216" y="89"/>
                  </a:cubicBezTo>
                  <a:cubicBezTo>
                    <a:pt x="216" y="90"/>
                    <a:pt x="214" y="93"/>
                    <a:pt x="214" y="95"/>
                  </a:cubicBezTo>
                  <a:cubicBezTo>
                    <a:pt x="215" y="97"/>
                    <a:pt x="217" y="100"/>
                    <a:pt x="219" y="101"/>
                  </a:cubicBezTo>
                  <a:cubicBezTo>
                    <a:pt x="221" y="102"/>
                    <a:pt x="225" y="101"/>
                    <a:pt x="227" y="101"/>
                  </a:cubicBezTo>
                  <a:cubicBezTo>
                    <a:pt x="229" y="101"/>
                    <a:pt x="232" y="98"/>
                    <a:pt x="234" y="98"/>
                  </a:cubicBezTo>
                  <a:cubicBezTo>
                    <a:pt x="236" y="98"/>
                    <a:pt x="238" y="100"/>
                    <a:pt x="240" y="101"/>
                  </a:cubicBezTo>
                  <a:cubicBezTo>
                    <a:pt x="241" y="102"/>
                    <a:pt x="243" y="104"/>
                    <a:pt x="243" y="105"/>
                  </a:cubicBezTo>
                  <a:cubicBezTo>
                    <a:pt x="245" y="107"/>
                    <a:pt x="247" y="111"/>
                    <a:pt x="247" y="114"/>
                  </a:cubicBezTo>
                  <a:cubicBezTo>
                    <a:pt x="247" y="115"/>
                    <a:pt x="245" y="117"/>
                    <a:pt x="245" y="118"/>
                  </a:cubicBezTo>
                  <a:cubicBezTo>
                    <a:pt x="245" y="119"/>
                    <a:pt x="247" y="123"/>
                    <a:pt x="247" y="124"/>
                  </a:cubicBezTo>
                  <a:cubicBezTo>
                    <a:pt x="247" y="126"/>
                    <a:pt x="247" y="130"/>
                    <a:pt x="248" y="131"/>
                  </a:cubicBezTo>
                  <a:cubicBezTo>
                    <a:pt x="249" y="133"/>
                    <a:pt x="251" y="136"/>
                    <a:pt x="252" y="136"/>
                  </a:cubicBezTo>
                  <a:cubicBezTo>
                    <a:pt x="253" y="137"/>
                    <a:pt x="257" y="137"/>
                    <a:pt x="258" y="137"/>
                  </a:cubicBezTo>
                  <a:cubicBezTo>
                    <a:pt x="260" y="137"/>
                    <a:pt x="265" y="138"/>
                    <a:pt x="267" y="139"/>
                  </a:cubicBezTo>
                  <a:cubicBezTo>
                    <a:pt x="268" y="140"/>
                    <a:pt x="270" y="143"/>
                    <a:pt x="271" y="144"/>
                  </a:cubicBezTo>
                  <a:cubicBezTo>
                    <a:pt x="271" y="145"/>
                    <a:pt x="272" y="147"/>
                    <a:pt x="272" y="14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32"/>
            <p:cNvSpPr>
              <a:spLocks/>
            </p:cNvSpPr>
            <p:nvPr/>
          </p:nvSpPr>
          <p:spPr bwMode="auto">
            <a:xfrm>
              <a:off x="4887913" y="3751263"/>
              <a:ext cx="11113" cy="7938"/>
            </a:xfrm>
            <a:custGeom>
              <a:avLst/>
              <a:gdLst/>
              <a:ahLst/>
              <a:cxnLst>
                <a:cxn ang="0">
                  <a:pos x="4" y="4"/>
                </a:cxn>
                <a:cxn ang="0">
                  <a:pos x="2" y="5"/>
                </a:cxn>
                <a:cxn ang="0">
                  <a:pos x="1" y="3"/>
                </a:cxn>
                <a:cxn ang="0">
                  <a:pos x="2" y="0"/>
                </a:cxn>
                <a:cxn ang="0">
                  <a:pos x="4" y="0"/>
                </a:cxn>
                <a:cxn ang="0">
                  <a:pos x="6" y="2"/>
                </a:cxn>
                <a:cxn ang="0">
                  <a:pos x="6" y="3"/>
                </a:cxn>
                <a:cxn ang="0">
                  <a:pos x="4" y="4"/>
                </a:cxn>
              </a:cxnLst>
              <a:rect l="0" t="0" r="r" b="b"/>
              <a:pathLst>
                <a:path w="6" h="5">
                  <a:moveTo>
                    <a:pt x="4" y="4"/>
                  </a:moveTo>
                  <a:cubicBezTo>
                    <a:pt x="4" y="4"/>
                    <a:pt x="3" y="5"/>
                    <a:pt x="2" y="5"/>
                  </a:cubicBezTo>
                  <a:cubicBezTo>
                    <a:pt x="1" y="5"/>
                    <a:pt x="1" y="4"/>
                    <a:pt x="1" y="3"/>
                  </a:cubicBezTo>
                  <a:cubicBezTo>
                    <a:pt x="0" y="3"/>
                    <a:pt x="1" y="1"/>
                    <a:pt x="2" y="0"/>
                  </a:cubicBezTo>
                  <a:cubicBezTo>
                    <a:pt x="2" y="0"/>
                    <a:pt x="4" y="0"/>
                    <a:pt x="4" y="0"/>
                  </a:cubicBezTo>
                  <a:cubicBezTo>
                    <a:pt x="5" y="0"/>
                    <a:pt x="6" y="1"/>
                    <a:pt x="6" y="2"/>
                  </a:cubicBezTo>
                  <a:cubicBezTo>
                    <a:pt x="6" y="2"/>
                    <a:pt x="6" y="3"/>
                    <a:pt x="6" y="3"/>
                  </a:cubicBezTo>
                  <a:cubicBezTo>
                    <a:pt x="5" y="4"/>
                    <a:pt x="4" y="4"/>
                    <a:pt x="4"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33"/>
            <p:cNvSpPr>
              <a:spLocks/>
            </p:cNvSpPr>
            <p:nvPr/>
          </p:nvSpPr>
          <p:spPr bwMode="auto">
            <a:xfrm>
              <a:off x="4954588" y="4178301"/>
              <a:ext cx="12700" cy="17463"/>
            </a:xfrm>
            <a:custGeom>
              <a:avLst/>
              <a:gdLst/>
              <a:ahLst/>
              <a:cxnLst>
                <a:cxn ang="0">
                  <a:pos x="5" y="9"/>
                </a:cxn>
                <a:cxn ang="0">
                  <a:pos x="8" y="7"/>
                </a:cxn>
                <a:cxn ang="0">
                  <a:pos x="8" y="3"/>
                </a:cxn>
                <a:cxn ang="0">
                  <a:pos x="5" y="0"/>
                </a:cxn>
                <a:cxn ang="0">
                  <a:pos x="2" y="1"/>
                </a:cxn>
                <a:cxn ang="0">
                  <a:pos x="1" y="5"/>
                </a:cxn>
                <a:cxn ang="0">
                  <a:pos x="0" y="7"/>
                </a:cxn>
                <a:cxn ang="0">
                  <a:pos x="1" y="9"/>
                </a:cxn>
                <a:cxn ang="0">
                  <a:pos x="4" y="10"/>
                </a:cxn>
                <a:cxn ang="0">
                  <a:pos x="5" y="9"/>
                </a:cxn>
              </a:cxnLst>
              <a:rect l="0" t="0" r="r" b="b"/>
              <a:pathLst>
                <a:path w="8" h="10">
                  <a:moveTo>
                    <a:pt x="5" y="9"/>
                  </a:moveTo>
                  <a:cubicBezTo>
                    <a:pt x="6" y="9"/>
                    <a:pt x="7" y="8"/>
                    <a:pt x="8" y="7"/>
                  </a:cubicBezTo>
                  <a:cubicBezTo>
                    <a:pt x="8" y="6"/>
                    <a:pt x="8" y="4"/>
                    <a:pt x="8" y="3"/>
                  </a:cubicBezTo>
                  <a:cubicBezTo>
                    <a:pt x="7" y="2"/>
                    <a:pt x="6" y="1"/>
                    <a:pt x="5" y="0"/>
                  </a:cubicBezTo>
                  <a:cubicBezTo>
                    <a:pt x="4" y="0"/>
                    <a:pt x="2" y="1"/>
                    <a:pt x="2" y="1"/>
                  </a:cubicBezTo>
                  <a:cubicBezTo>
                    <a:pt x="1" y="2"/>
                    <a:pt x="2" y="4"/>
                    <a:pt x="1" y="5"/>
                  </a:cubicBezTo>
                  <a:cubicBezTo>
                    <a:pt x="1" y="5"/>
                    <a:pt x="0" y="6"/>
                    <a:pt x="0" y="7"/>
                  </a:cubicBezTo>
                  <a:cubicBezTo>
                    <a:pt x="0" y="7"/>
                    <a:pt x="0" y="9"/>
                    <a:pt x="1" y="9"/>
                  </a:cubicBezTo>
                  <a:cubicBezTo>
                    <a:pt x="2" y="10"/>
                    <a:pt x="3" y="10"/>
                    <a:pt x="4" y="10"/>
                  </a:cubicBezTo>
                  <a:cubicBezTo>
                    <a:pt x="4" y="10"/>
                    <a:pt x="5" y="10"/>
                    <a:pt x="5" y="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34"/>
            <p:cNvSpPr>
              <a:spLocks/>
            </p:cNvSpPr>
            <p:nvPr/>
          </p:nvSpPr>
          <p:spPr bwMode="auto">
            <a:xfrm>
              <a:off x="4872038" y="4195763"/>
              <a:ext cx="36513" cy="44450"/>
            </a:xfrm>
            <a:custGeom>
              <a:avLst/>
              <a:gdLst/>
              <a:ahLst/>
              <a:cxnLst>
                <a:cxn ang="0">
                  <a:pos x="19" y="16"/>
                </a:cxn>
                <a:cxn ang="0">
                  <a:pos x="21" y="13"/>
                </a:cxn>
                <a:cxn ang="0">
                  <a:pos x="22" y="6"/>
                </a:cxn>
                <a:cxn ang="0">
                  <a:pos x="19" y="2"/>
                </a:cxn>
                <a:cxn ang="0">
                  <a:pos x="13" y="0"/>
                </a:cxn>
                <a:cxn ang="0">
                  <a:pos x="9" y="2"/>
                </a:cxn>
                <a:cxn ang="0">
                  <a:pos x="7" y="5"/>
                </a:cxn>
                <a:cxn ang="0">
                  <a:pos x="4" y="9"/>
                </a:cxn>
                <a:cxn ang="0">
                  <a:pos x="2" y="9"/>
                </a:cxn>
                <a:cxn ang="0">
                  <a:pos x="0" y="12"/>
                </a:cxn>
                <a:cxn ang="0">
                  <a:pos x="1" y="16"/>
                </a:cxn>
                <a:cxn ang="0">
                  <a:pos x="5" y="17"/>
                </a:cxn>
                <a:cxn ang="0">
                  <a:pos x="7" y="18"/>
                </a:cxn>
                <a:cxn ang="0">
                  <a:pos x="9" y="21"/>
                </a:cxn>
                <a:cxn ang="0">
                  <a:pos x="9" y="25"/>
                </a:cxn>
                <a:cxn ang="0">
                  <a:pos x="14" y="25"/>
                </a:cxn>
                <a:cxn ang="0">
                  <a:pos x="17" y="24"/>
                </a:cxn>
                <a:cxn ang="0">
                  <a:pos x="18" y="20"/>
                </a:cxn>
                <a:cxn ang="0">
                  <a:pos x="19" y="16"/>
                </a:cxn>
              </a:cxnLst>
              <a:rect l="0" t="0" r="r" b="b"/>
              <a:pathLst>
                <a:path w="22" h="26">
                  <a:moveTo>
                    <a:pt x="19" y="16"/>
                  </a:moveTo>
                  <a:cubicBezTo>
                    <a:pt x="19" y="15"/>
                    <a:pt x="21" y="14"/>
                    <a:pt x="21" y="13"/>
                  </a:cubicBezTo>
                  <a:cubicBezTo>
                    <a:pt x="22" y="11"/>
                    <a:pt x="22" y="8"/>
                    <a:pt x="22" y="6"/>
                  </a:cubicBezTo>
                  <a:cubicBezTo>
                    <a:pt x="21" y="5"/>
                    <a:pt x="20" y="3"/>
                    <a:pt x="19" y="2"/>
                  </a:cubicBezTo>
                  <a:cubicBezTo>
                    <a:pt x="18" y="1"/>
                    <a:pt x="15" y="0"/>
                    <a:pt x="13" y="0"/>
                  </a:cubicBezTo>
                  <a:cubicBezTo>
                    <a:pt x="12" y="0"/>
                    <a:pt x="10" y="1"/>
                    <a:pt x="9" y="2"/>
                  </a:cubicBezTo>
                  <a:cubicBezTo>
                    <a:pt x="8" y="2"/>
                    <a:pt x="7" y="4"/>
                    <a:pt x="7" y="5"/>
                  </a:cubicBezTo>
                  <a:cubicBezTo>
                    <a:pt x="6" y="6"/>
                    <a:pt x="5" y="8"/>
                    <a:pt x="4" y="9"/>
                  </a:cubicBezTo>
                  <a:cubicBezTo>
                    <a:pt x="4" y="9"/>
                    <a:pt x="2" y="9"/>
                    <a:pt x="2" y="9"/>
                  </a:cubicBezTo>
                  <a:cubicBezTo>
                    <a:pt x="1" y="10"/>
                    <a:pt x="0" y="11"/>
                    <a:pt x="0" y="12"/>
                  </a:cubicBezTo>
                  <a:cubicBezTo>
                    <a:pt x="0" y="13"/>
                    <a:pt x="1" y="15"/>
                    <a:pt x="1" y="16"/>
                  </a:cubicBezTo>
                  <a:cubicBezTo>
                    <a:pt x="2" y="16"/>
                    <a:pt x="4" y="17"/>
                    <a:pt x="5" y="17"/>
                  </a:cubicBezTo>
                  <a:cubicBezTo>
                    <a:pt x="6" y="17"/>
                    <a:pt x="7" y="17"/>
                    <a:pt x="7" y="18"/>
                  </a:cubicBezTo>
                  <a:cubicBezTo>
                    <a:pt x="8" y="18"/>
                    <a:pt x="8" y="20"/>
                    <a:pt x="9" y="21"/>
                  </a:cubicBezTo>
                  <a:cubicBezTo>
                    <a:pt x="9" y="22"/>
                    <a:pt x="9" y="24"/>
                    <a:pt x="9" y="25"/>
                  </a:cubicBezTo>
                  <a:cubicBezTo>
                    <a:pt x="10" y="26"/>
                    <a:pt x="13" y="25"/>
                    <a:pt x="14" y="25"/>
                  </a:cubicBezTo>
                  <a:cubicBezTo>
                    <a:pt x="14" y="25"/>
                    <a:pt x="16" y="24"/>
                    <a:pt x="17" y="24"/>
                  </a:cubicBezTo>
                  <a:cubicBezTo>
                    <a:pt x="17" y="23"/>
                    <a:pt x="18" y="21"/>
                    <a:pt x="18" y="20"/>
                  </a:cubicBezTo>
                  <a:cubicBezTo>
                    <a:pt x="18" y="19"/>
                    <a:pt x="18" y="17"/>
                    <a:pt x="19" y="1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35"/>
            <p:cNvSpPr>
              <a:spLocks/>
            </p:cNvSpPr>
            <p:nvPr/>
          </p:nvSpPr>
          <p:spPr bwMode="auto">
            <a:xfrm>
              <a:off x="4840288" y="4176713"/>
              <a:ext cx="17463" cy="30163"/>
            </a:xfrm>
            <a:custGeom>
              <a:avLst/>
              <a:gdLst/>
              <a:ahLst/>
              <a:cxnLst>
                <a:cxn ang="0">
                  <a:pos x="9" y="15"/>
                </a:cxn>
                <a:cxn ang="0">
                  <a:pos x="10" y="10"/>
                </a:cxn>
                <a:cxn ang="0">
                  <a:pos x="7" y="5"/>
                </a:cxn>
                <a:cxn ang="0">
                  <a:pos x="6" y="0"/>
                </a:cxn>
                <a:cxn ang="0">
                  <a:pos x="3" y="0"/>
                </a:cxn>
                <a:cxn ang="0">
                  <a:pos x="2" y="4"/>
                </a:cxn>
                <a:cxn ang="0">
                  <a:pos x="3" y="7"/>
                </a:cxn>
                <a:cxn ang="0">
                  <a:pos x="1" y="9"/>
                </a:cxn>
                <a:cxn ang="0">
                  <a:pos x="0" y="12"/>
                </a:cxn>
                <a:cxn ang="0">
                  <a:pos x="3" y="15"/>
                </a:cxn>
                <a:cxn ang="0">
                  <a:pos x="6" y="17"/>
                </a:cxn>
                <a:cxn ang="0">
                  <a:pos x="9" y="15"/>
                </a:cxn>
              </a:cxnLst>
              <a:rect l="0" t="0" r="r" b="b"/>
              <a:pathLst>
                <a:path w="10" h="17">
                  <a:moveTo>
                    <a:pt x="9" y="15"/>
                  </a:moveTo>
                  <a:cubicBezTo>
                    <a:pt x="10" y="14"/>
                    <a:pt x="10" y="12"/>
                    <a:pt x="10" y="10"/>
                  </a:cubicBezTo>
                  <a:cubicBezTo>
                    <a:pt x="10" y="9"/>
                    <a:pt x="8" y="7"/>
                    <a:pt x="7" y="5"/>
                  </a:cubicBezTo>
                  <a:cubicBezTo>
                    <a:pt x="7" y="4"/>
                    <a:pt x="7" y="1"/>
                    <a:pt x="6" y="0"/>
                  </a:cubicBezTo>
                  <a:cubicBezTo>
                    <a:pt x="5" y="0"/>
                    <a:pt x="3" y="0"/>
                    <a:pt x="3" y="0"/>
                  </a:cubicBezTo>
                  <a:cubicBezTo>
                    <a:pt x="2" y="1"/>
                    <a:pt x="2" y="3"/>
                    <a:pt x="2" y="4"/>
                  </a:cubicBezTo>
                  <a:cubicBezTo>
                    <a:pt x="2" y="5"/>
                    <a:pt x="3" y="6"/>
                    <a:pt x="3" y="7"/>
                  </a:cubicBezTo>
                  <a:cubicBezTo>
                    <a:pt x="2" y="7"/>
                    <a:pt x="1" y="8"/>
                    <a:pt x="1" y="9"/>
                  </a:cubicBezTo>
                  <a:cubicBezTo>
                    <a:pt x="1" y="10"/>
                    <a:pt x="0" y="11"/>
                    <a:pt x="0" y="12"/>
                  </a:cubicBezTo>
                  <a:cubicBezTo>
                    <a:pt x="1" y="13"/>
                    <a:pt x="2" y="14"/>
                    <a:pt x="3" y="15"/>
                  </a:cubicBezTo>
                  <a:cubicBezTo>
                    <a:pt x="3" y="16"/>
                    <a:pt x="5" y="17"/>
                    <a:pt x="6" y="17"/>
                  </a:cubicBezTo>
                  <a:cubicBezTo>
                    <a:pt x="7" y="17"/>
                    <a:pt x="8" y="16"/>
                    <a:pt x="9" y="1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36"/>
            <p:cNvSpPr>
              <a:spLocks/>
            </p:cNvSpPr>
            <p:nvPr/>
          </p:nvSpPr>
          <p:spPr bwMode="auto">
            <a:xfrm>
              <a:off x="4826000" y="4202113"/>
              <a:ext cx="12700" cy="12700"/>
            </a:xfrm>
            <a:custGeom>
              <a:avLst/>
              <a:gdLst/>
              <a:ahLst/>
              <a:cxnLst>
                <a:cxn ang="0">
                  <a:pos x="7" y="4"/>
                </a:cxn>
                <a:cxn ang="0">
                  <a:pos x="7" y="2"/>
                </a:cxn>
                <a:cxn ang="0">
                  <a:pos x="4" y="0"/>
                </a:cxn>
                <a:cxn ang="0">
                  <a:pos x="1" y="1"/>
                </a:cxn>
                <a:cxn ang="0">
                  <a:pos x="0" y="4"/>
                </a:cxn>
                <a:cxn ang="0">
                  <a:pos x="2" y="7"/>
                </a:cxn>
                <a:cxn ang="0">
                  <a:pos x="5" y="7"/>
                </a:cxn>
                <a:cxn ang="0">
                  <a:pos x="7" y="4"/>
                </a:cxn>
              </a:cxnLst>
              <a:rect l="0" t="0" r="r" b="b"/>
              <a:pathLst>
                <a:path w="7" h="7">
                  <a:moveTo>
                    <a:pt x="7" y="4"/>
                  </a:moveTo>
                  <a:cubicBezTo>
                    <a:pt x="7" y="4"/>
                    <a:pt x="7" y="2"/>
                    <a:pt x="7" y="2"/>
                  </a:cubicBezTo>
                  <a:cubicBezTo>
                    <a:pt x="6" y="1"/>
                    <a:pt x="5" y="0"/>
                    <a:pt x="4" y="0"/>
                  </a:cubicBezTo>
                  <a:cubicBezTo>
                    <a:pt x="3" y="0"/>
                    <a:pt x="2" y="1"/>
                    <a:pt x="1" y="1"/>
                  </a:cubicBezTo>
                  <a:cubicBezTo>
                    <a:pt x="0" y="2"/>
                    <a:pt x="0" y="4"/>
                    <a:pt x="0" y="4"/>
                  </a:cubicBezTo>
                  <a:cubicBezTo>
                    <a:pt x="0" y="5"/>
                    <a:pt x="1" y="6"/>
                    <a:pt x="2" y="7"/>
                  </a:cubicBezTo>
                  <a:cubicBezTo>
                    <a:pt x="3" y="7"/>
                    <a:pt x="5" y="7"/>
                    <a:pt x="5" y="7"/>
                  </a:cubicBezTo>
                  <a:cubicBezTo>
                    <a:pt x="6" y="7"/>
                    <a:pt x="7" y="5"/>
                    <a:pt x="7"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37"/>
            <p:cNvSpPr>
              <a:spLocks/>
            </p:cNvSpPr>
            <p:nvPr/>
          </p:nvSpPr>
          <p:spPr bwMode="auto">
            <a:xfrm>
              <a:off x="4862513" y="4187826"/>
              <a:ext cx="14288" cy="15875"/>
            </a:xfrm>
            <a:custGeom>
              <a:avLst/>
              <a:gdLst/>
              <a:ahLst/>
              <a:cxnLst>
                <a:cxn ang="0">
                  <a:pos x="4" y="10"/>
                </a:cxn>
                <a:cxn ang="0">
                  <a:pos x="8" y="7"/>
                </a:cxn>
                <a:cxn ang="0">
                  <a:pos x="8" y="4"/>
                </a:cxn>
                <a:cxn ang="0">
                  <a:pos x="7" y="1"/>
                </a:cxn>
                <a:cxn ang="0">
                  <a:pos x="4" y="1"/>
                </a:cxn>
                <a:cxn ang="0">
                  <a:pos x="3" y="4"/>
                </a:cxn>
                <a:cxn ang="0">
                  <a:pos x="1" y="5"/>
                </a:cxn>
                <a:cxn ang="0">
                  <a:pos x="0" y="8"/>
                </a:cxn>
                <a:cxn ang="0">
                  <a:pos x="2" y="10"/>
                </a:cxn>
                <a:cxn ang="0">
                  <a:pos x="4" y="10"/>
                </a:cxn>
              </a:cxnLst>
              <a:rect l="0" t="0" r="r" b="b"/>
              <a:pathLst>
                <a:path w="8" h="10">
                  <a:moveTo>
                    <a:pt x="4" y="10"/>
                  </a:moveTo>
                  <a:cubicBezTo>
                    <a:pt x="5" y="9"/>
                    <a:pt x="7" y="8"/>
                    <a:pt x="8" y="7"/>
                  </a:cubicBezTo>
                  <a:cubicBezTo>
                    <a:pt x="8" y="7"/>
                    <a:pt x="8" y="5"/>
                    <a:pt x="8" y="4"/>
                  </a:cubicBezTo>
                  <a:cubicBezTo>
                    <a:pt x="8" y="3"/>
                    <a:pt x="7" y="1"/>
                    <a:pt x="7" y="1"/>
                  </a:cubicBezTo>
                  <a:cubicBezTo>
                    <a:pt x="6" y="0"/>
                    <a:pt x="4" y="1"/>
                    <a:pt x="4" y="1"/>
                  </a:cubicBezTo>
                  <a:cubicBezTo>
                    <a:pt x="3" y="2"/>
                    <a:pt x="4" y="3"/>
                    <a:pt x="3" y="4"/>
                  </a:cubicBezTo>
                  <a:cubicBezTo>
                    <a:pt x="3" y="5"/>
                    <a:pt x="2" y="5"/>
                    <a:pt x="1" y="5"/>
                  </a:cubicBezTo>
                  <a:cubicBezTo>
                    <a:pt x="1" y="6"/>
                    <a:pt x="0" y="7"/>
                    <a:pt x="0" y="8"/>
                  </a:cubicBezTo>
                  <a:cubicBezTo>
                    <a:pt x="0" y="9"/>
                    <a:pt x="1" y="10"/>
                    <a:pt x="2" y="10"/>
                  </a:cubicBezTo>
                  <a:cubicBezTo>
                    <a:pt x="2" y="10"/>
                    <a:pt x="4" y="10"/>
                    <a:pt x="4"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38"/>
            <p:cNvSpPr>
              <a:spLocks/>
            </p:cNvSpPr>
            <p:nvPr/>
          </p:nvSpPr>
          <p:spPr bwMode="auto">
            <a:xfrm>
              <a:off x="4889500" y="4291013"/>
              <a:ext cx="11113" cy="9525"/>
            </a:xfrm>
            <a:custGeom>
              <a:avLst/>
              <a:gdLst/>
              <a:ahLst/>
              <a:cxnLst>
                <a:cxn ang="0">
                  <a:pos x="5" y="6"/>
                </a:cxn>
                <a:cxn ang="0">
                  <a:pos x="6" y="3"/>
                </a:cxn>
                <a:cxn ang="0">
                  <a:pos x="6" y="1"/>
                </a:cxn>
                <a:cxn ang="0">
                  <a:pos x="3" y="0"/>
                </a:cxn>
                <a:cxn ang="0">
                  <a:pos x="0" y="2"/>
                </a:cxn>
                <a:cxn ang="0">
                  <a:pos x="0" y="4"/>
                </a:cxn>
                <a:cxn ang="0">
                  <a:pos x="2" y="4"/>
                </a:cxn>
                <a:cxn ang="0">
                  <a:pos x="5" y="6"/>
                </a:cxn>
              </a:cxnLst>
              <a:rect l="0" t="0" r="r" b="b"/>
              <a:pathLst>
                <a:path w="6" h="6">
                  <a:moveTo>
                    <a:pt x="5" y="6"/>
                  </a:moveTo>
                  <a:cubicBezTo>
                    <a:pt x="6" y="6"/>
                    <a:pt x="6" y="4"/>
                    <a:pt x="6" y="3"/>
                  </a:cubicBezTo>
                  <a:cubicBezTo>
                    <a:pt x="6" y="2"/>
                    <a:pt x="6" y="1"/>
                    <a:pt x="6" y="1"/>
                  </a:cubicBezTo>
                  <a:cubicBezTo>
                    <a:pt x="5" y="0"/>
                    <a:pt x="4" y="0"/>
                    <a:pt x="3" y="0"/>
                  </a:cubicBezTo>
                  <a:cubicBezTo>
                    <a:pt x="2" y="1"/>
                    <a:pt x="1" y="1"/>
                    <a:pt x="0" y="2"/>
                  </a:cubicBezTo>
                  <a:cubicBezTo>
                    <a:pt x="0" y="2"/>
                    <a:pt x="0" y="3"/>
                    <a:pt x="0" y="4"/>
                  </a:cubicBezTo>
                  <a:cubicBezTo>
                    <a:pt x="1" y="4"/>
                    <a:pt x="2" y="4"/>
                    <a:pt x="2" y="4"/>
                  </a:cubicBezTo>
                  <a:cubicBezTo>
                    <a:pt x="3" y="5"/>
                    <a:pt x="4" y="6"/>
                    <a:pt x="5"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39"/>
            <p:cNvSpPr>
              <a:spLocks/>
            </p:cNvSpPr>
            <p:nvPr/>
          </p:nvSpPr>
          <p:spPr bwMode="auto">
            <a:xfrm>
              <a:off x="4900613" y="4270376"/>
              <a:ext cx="14288" cy="22225"/>
            </a:xfrm>
            <a:custGeom>
              <a:avLst/>
              <a:gdLst/>
              <a:ahLst/>
              <a:cxnLst>
                <a:cxn ang="0">
                  <a:pos x="5" y="13"/>
                </a:cxn>
                <a:cxn ang="0">
                  <a:pos x="8" y="11"/>
                </a:cxn>
                <a:cxn ang="0">
                  <a:pos x="7" y="7"/>
                </a:cxn>
                <a:cxn ang="0">
                  <a:pos x="5" y="4"/>
                </a:cxn>
                <a:cxn ang="0">
                  <a:pos x="3" y="2"/>
                </a:cxn>
                <a:cxn ang="0">
                  <a:pos x="1" y="0"/>
                </a:cxn>
                <a:cxn ang="0">
                  <a:pos x="0" y="1"/>
                </a:cxn>
                <a:cxn ang="0">
                  <a:pos x="0" y="4"/>
                </a:cxn>
                <a:cxn ang="0">
                  <a:pos x="1" y="5"/>
                </a:cxn>
                <a:cxn ang="0">
                  <a:pos x="3" y="8"/>
                </a:cxn>
                <a:cxn ang="0">
                  <a:pos x="3" y="10"/>
                </a:cxn>
                <a:cxn ang="0">
                  <a:pos x="3" y="12"/>
                </a:cxn>
                <a:cxn ang="0">
                  <a:pos x="5" y="13"/>
                </a:cxn>
              </a:cxnLst>
              <a:rect l="0" t="0" r="r" b="b"/>
              <a:pathLst>
                <a:path w="8" h="13">
                  <a:moveTo>
                    <a:pt x="5" y="13"/>
                  </a:moveTo>
                  <a:cubicBezTo>
                    <a:pt x="6" y="13"/>
                    <a:pt x="8" y="11"/>
                    <a:pt x="8" y="11"/>
                  </a:cubicBezTo>
                  <a:cubicBezTo>
                    <a:pt x="8" y="10"/>
                    <a:pt x="7" y="8"/>
                    <a:pt x="7" y="7"/>
                  </a:cubicBezTo>
                  <a:cubicBezTo>
                    <a:pt x="6" y="6"/>
                    <a:pt x="6" y="5"/>
                    <a:pt x="5" y="4"/>
                  </a:cubicBezTo>
                  <a:cubicBezTo>
                    <a:pt x="5" y="3"/>
                    <a:pt x="4" y="3"/>
                    <a:pt x="3" y="2"/>
                  </a:cubicBezTo>
                  <a:cubicBezTo>
                    <a:pt x="2" y="2"/>
                    <a:pt x="2" y="0"/>
                    <a:pt x="1" y="0"/>
                  </a:cubicBezTo>
                  <a:cubicBezTo>
                    <a:pt x="1" y="0"/>
                    <a:pt x="0" y="1"/>
                    <a:pt x="0" y="1"/>
                  </a:cubicBezTo>
                  <a:cubicBezTo>
                    <a:pt x="0" y="2"/>
                    <a:pt x="0" y="3"/>
                    <a:pt x="0" y="4"/>
                  </a:cubicBezTo>
                  <a:cubicBezTo>
                    <a:pt x="0" y="4"/>
                    <a:pt x="1" y="5"/>
                    <a:pt x="1" y="5"/>
                  </a:cubicBezTo>
                  <a:cubicBezTo>
                    <a:pt x="2" y="6"/>
                    <a:pt x="2" y="7"/>
                    <a:pt x="3" y="8"/>
                  </a:cubicBezTo>
                  <a:cubicBezTo>
                    <a:pt x="3" y="8"/>
                    <a:pt x="3" y="9"/>
                    <a:pt x="3" y="10"/>
                  </a:cubicBezTo>
                  <a:cubicBezTo>
                    <a:pt x="3" y="10"/>
                    <a:pt x="3" y="12"/>
                    <a:pt x="3" y="12"/>
                  </a:cubicBezTo>
                  <a:cubicBezTo>
                    <a:pt x="4" y="13"/>
                    <a:pt x="5" y="13"/>
                    <a:pt x="5" y="1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40"/>
            <p:cNvSpPr>
              <a:spLocks/>
            </p:cNvSpPr>
            <p:nvPr/>
          </p:nvSpPr>
          <p:spPr bwMode="auto">
            <a:xfrm>
              <a:off x="4883150" y="4252913"/>
              <a:ext cx="11113" cy="11113"/>
            </a:xfrm>
            <a:custGeom>
              <a:avLst/>
              <a:gdLst/>
              <a:ahLst/>
              <a:cxnLst>
                <a:cxn ang="0">
                  <a:pos x="3" y="7"/>
                </a:cxn>
                <a:cxn ang="0">
                  <a:pos x="6" y="5"/>
                </a:cxn>
                <a:cxn ang="0">
                  <a:pos x="6" y="2"/>
                </a:cxn>
                <a:cxn ang="0">
                  <a:pos x="3" y="0"/>
                </a:cxn>
                <a:cxn ang="0">
                  <a:pos x="1" y="1"/>
                </a:cxn>
                <a:cxn ang="0">
                  <a:pos x="0" y="3"/>
                </a:cxn>
                <a:cxn ang="0">
                  <a:pos x="1" y="5"/>
                </a:cxn>
                <a:cxn ang="0">
                  <a:pos x="3" y="7"/>
                </a:cxn>
              </a:cxnLst>
              <a:rect l="0" t="0" r="r" b="b"/>
              <a:pathLst>
                <a:path w="6" h="7">
                  <a:moveTo>
                    <a:pt x="3" y="7"/>
                  </a:moveTo>
                  <a:cubicBezTo>
                    <a:pt x="4" y="7"/>
                    <a:pt x="5" y="6"/>
                    <a:pt x="6" y="5"/>
                  </a:cubicBezTo>
                  <a:cubicBezTo>
                    <a:pt x="6" y="4"/>
                    <a:pt x="6" y="3"/>
                    <a:pt x="6" y="2"/>
                  </a:cubicBezTo>
                  <a:cubicBezTo>
                    <a:pt x="5" y="1"/>
                    <a:pt x="4" y="0"/>
                    <a:pt x="3" y="0"/>
                  </a:cubicBezTo>
                  <a:cubicBezTo>
                    <a:pt x="3" y="0"/>
                    <a:pt x="1" y="0"/>
                    <a:pt x="1" y="1"/>
                  </a:cubicBezTo>
                  <a:cubicBezTo>
                    <a:pt x="0" y="1"/>
                    <a:pt x="0" y="2"/>
                    <a:pt x="0" y="3"/>
                  </a:cubicBezTo>
                  <a:cubicBezTo>
                    <a:pt x="0" y="4"/>
                    <a:pt x="1" y="5"/>
                    <a:pt x="1" y="5"/>
                  </a:cubicBezTo>
                  <a:cubicBezTo>
                    <a:pt x="1" y="6"/>
                    <a:pt x="2" y="7"/>
                    <a:pt x="3"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41"/>
            <p:cNvSpPr>
              <a:spLocks/>
            </p:cNvSpPr>
            <p:nvPr/>
          </p:nvSpPr>
          <p:spPr bwMode="auto">
            <a:xfrm>
              <a:off x="4846638" y="4221163"/>
              <a:ext cx="31750" cy="60325"/>
            </a:xfrm>
            <a:custGeom>
              <a:avLst/>
              <a:gdLst/>
              <a:ahLst/>
              <a:cxnLst>
                <a:cxn ang="0">
                  <a:pos x="18" y="28"/>
                </a:cxn>
                <a:cxn ang="0">
                  <a:pos x="17" y="24"/>
                </a:cxn>
                <a:cxn ang="0">
                  <a:pos x="17" y="18"/>
                </a:cxn>
                <a:cxn ang="0">
                  <a:pos x="17" y="13"/>
                </a:cxn>
                <a:cxn ang="0">
                  <a:pos x="15" y="9"/>
                </a:cxn>
                <a:cxn ang="0">
                  <a:pos x="13" y="5"/>
                </a:cxn>
                <a:cxn ang="0">
                  <a:pos x="10" y="2"/>
                </a:cxn>
                <a:cxn ang="0">
                  <a:pos x="6" y="0"/>
                </a:cxn>
                <a:cxn ang="0">
                  <a:pos x="4" y="4"/>
                </a:cxn>
                <a:cxn ang="0">
                  <a:pos x="1" y="7"/>
                </a:cxn>
                <a:cxn ang="0">
                  <a:pos x="0" y="12"/>
                </a:cxn>
                <a:cxn ang="0">
                  <a:pos x="1" y="16"/>
                </a:cxn>
                <a:cxn ang="0">
                  <a:pos x="4" y="19"/>
                </a:cxn>
                <a:cxn ang="0">
                  <a:pos x="4" y="25"/>
                </a:cxn>
                <a:cxn ang="0">
                  <a:pos x="7" y="30"/>
                </a:cxn>
                <a:cxn ang="0">
                  <a:pos x="9" y="31"/>
                </a:cxn>
                <a:cxn ang="0">
                  <a:pos x="10" y="34"/>
                </a:cxn>
                <a:cxn ang="0">
                  <a:pos x="12" y="35"/>
                </a:cxn>
                <a:cxn ang="0">
                  <a:pos x="15" y="34"/>
                </a:cxn>
                <a:cxn ang="0">
                  <a:pos x="15" y="31"/>
                </a:cxn>
                <a:cxn ang="0">
                  <a:pos x="18" y="28"/>
                </a:cxn>
              </a:cxnLst>
              <a:rect l="0" t="0" r="r" b="b"/>
              <a:pathLst>
                <a:path w="18" h="35">
                  <a:moveTo>
                    <a:pt x="18" y="28"/>
                  </a:moveTo>
                  <a:cubicBezTo>
                    <a:pt x="18" y="27"/>
                    <a:pt x="17" y="25"/>
                    <a:pt x="17" y="24"/>
                  </a:cubicBezTo>
                  <a:cubicBezTo>
                    <a:pt x="17" y="23"/>
                    <a:pt x="17" y="20"/>
                    <a:pt x="17" y="18"/>
                  </a:cubicBezTo>
                  <a:cubicBezTo>
                    <a:pt x="17" y="17"/>
                    <a:pt x="17" y="14"/>
                    <a:pt x="17" y="13"/>
                  </a:cubicBezTo>
                  <a:cubicBezTo>
                    <a:pt x="17" y="12"/>
                    <a:pt x="15" y="10"/>
                    <a:pt x="15" y="9"/>
                  </a:cubicBezTo>
                  <a:cubicBezTo>
                    <a:pt x="14" y="8"/>
                    <a:pt x="13" y="6"/>
                    <a:pt x="13" y="5"/>
                  </a:cubicBezTo>
                  <a:cubicBezTo>
                    <a:pt x="12" y="4"/>
                    <a:pt x="11" y="2"/>
                    <a:pt x="10" y="2"/>
                  </a:cubicBezTo>
                  <a:cubicBezTo>
                    <a:pt x="9" y="1"/>
                    <a:pt x="7" y="0"/>
                    <a:pt x="6" y="0"/>
                  </a:cubicBezTo>
                  <a:cubicBezTo>
                    <a:pt x="5" y="1"/>
                    <a:pt x="5" y="3"/>
                    <a:pt x="4" y="4"/>
                  </a:cubicBezTo>
                  <a:cubicBezTo>
                    <a:pt x="4" y="5"/>
                    <a:pt x="2" y="6"/>
                    <a:pt x="1" y="7"/>
                  </a:cubicBezTo>
                  <a:cubicBezTo>
                    <a:pt x="1" y="8"/>
                    <a:pt x="0" y="10"/>
                    <a:pt x="0" y="12"/>
                  </a:cubicBezTo>
                  <a:cubicBezTo>
                    <a:pt x="0" y="13"/>
                    <a:pt x="1" y="15"/>
                    <a:pt x="1" y="16"/>
                  </a:cubicBezTo>
                  <a:cubicBezTo>
                    <a:pt x="2" y="17"/>
                    <a:pt x="4" y="18"/>
                    <a:pt x="4" y="19"/>
                  </a:cubicBezTo>
                  <a:cubicBezTo>
                    <a:pt x="4" y="21"/>
                    <a:pt x="4" y="23"/>
                    <a:pt x="4" y="25"/>
                  </a:cubicBezTo>
                  <a:cubicBezTo>
                    <a:pt x="4" y="26"/>
                    <a:pt x="6" y="29"/>
                    <a:pt x="7" y="30"/>
                  </a:cubicBezTo>
                  <a:cubicBezTo>
                    <a:pt x="7" y="31"/>
                    <a:pt x="9" y="31"/>
                    <a:pt x="9" y="31"/>
                  </a:cubicBezTo>
                  <a:cubicBezTo>
                    <a:pt x="10" y="32"/>
                    <a:pt x="10" y="33"/>
                    <a:pt x="10" y="34"/>
                  </a:cubicBezTo>
                  <a:cubicBezTo>
                    <a:pt x="11" y="34"/>
                    <a:pt x="12" y="35"/>
                    <a:pt x="12" y="35"/>
                  </a:cubicBezTo>
                  <a:cubicBezTo>
                    <a:pt x="13" y="35"/>
                    <a:pt x="14" y="34"/>
                    <a:pt x="15" y="34"/>
                  </a:cubicBezTo>
                  <a:cubicBezTo>
                    <a:pt x="15" y="33"/>
                    <a:pt x="15" y="32"/>
                    <a:pt x="15" y="31"/>
                  </a:cubicBezTo>
                  <a:cubicBezTo>
                    <a:pt x="16" y="30"/>
                    <a:pt x="17" y="29"/>
                    <a:pt x="18" y="2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42"/>
            <p:cNvSpPr>
              <a:spLocks/>
            </p:cNvSpPr>
            <p:nvPr/>
          </p:nvSpPr>
          <p:spPr bwMode="auto">
            <a:xfrm>
              <a:off x="4818063" y="4246563"/>
              <a:ext cx="36513" cy="55563"/>
            </a:xfrm>
            <a:custGeom>
              <a:avLst/>
              <a:gdLst/>
              <a:ahLst/>
              <a:cxnLst>
                <a:cxn ang="0">
                  <a:pos x="13" y="7"/>
                </a:cxn>
                <a:cxn ang="0">
                  <a:pos x="11" y="3"/>
                </a:cxn>
                <a:cxn ang="0">
                  <a:pos x="8" y="0"/>
                </a:cxn>
                <a:cxn ang="0">
                  <a:pos x="6" y="1"/>
                </a:cxn>
                <a:cxn ang="0">
                  <a:pos x="6" y="3"/>
                </a:cxn>
                <a:cxn ang="0">
                  <a:pos x="5" y="5"/>
                </a:cxn>
                <a:cxn ang="0">
                  <a:pos x="3" y="7"/>
                </a:cxn>
                <a:cxn ang="0">
                  <a:pos x="0" y="9"/>
                </a:cxn>
                <a:cxn ang="0">
                  <a:pos x="0" y="13"/>
                </a:cxn>
                <a:cxn ang="0">
                  <a:pos x="2" y="16"/>
                </a:cxn>
                <a:cxn ang="0">
                  <a:pos x="5" y="16"/>
                </a:cxn>
                <a:cxn ang="0">
                  <a:pos x="6" y="20"/>
                </a:cxn>
                <a:cxn ang="0">
                  <a:pos x="5" y="23"/>
                </a:cxn>
                <a:cxn ang="0">
                  <a:pos x="3" y="25"/>
                </a:cxn>
                <a:cxn ang="0">
                  <a:pos x="2" y="28"/>
                </a:cxn>
                <a:cxn ang="0">
                  <a:pos x="2" y="30"/>
                </a:cxn>
                <a:cxn ang="0">
                  <a:pos x="3" y="33"/>
                </a:cxn>
                <a:cxn ang="0">
                  <a:pos x="6" y="31"/>
                </a:cxn>
                <a:cxn ang="0">
                  <a:pos x="7" y="28"/>
                </a:cxn>
                <a:cxn ang="0">
                  <a:pos x="9" y="25"/>
                </a:cxn>
                <a:cxn ang="0">
                  <a:pos x="9" y="22"/>
                </a:cxn>
                <a:cxn ang="0">
                  <a:pos x="12" y="21"/>
                </a:cxn>
                <a:cxn ang="0">
                  <a:pos x="14" y="21"/>
                </a:cxn>
                <a:cxn ang="0">
                  <a:pos x="15" y="23"/>
                </a:cxn>
                <a:cxn ang="0">
                  <a:pos x="14" y="27"/>
                </a:cxn>
                <a:cxn ang="0">
                  <a:pos x="14" y="30"/>
                </a:cxn>
                <a:cxn ang="0">
                  <a:pos x="17" y="31"/>
                </a:cxn>
                <a:cxn ang="0">
                  <a:pos x="19" y="31"/>
                </a:cxn>
                <a:cxn ang="0">
                  <a:pos x="21" y="26"/>
                </a:cxn>
                <a:cxn ang="0">
                  <a:pos x="19" y="20"/>
                </a:cxn>
                <a:cxn ang="0">
                  <a:pos x="16" y="16"/>
                </a:cxn>
                <a:cxn ang="0">
                  <a:pos x="15" y="12"/>
                </a:cxn>
                <a:cxn ang="0">
                  <a:pos x="13" y="9"/>
                </a:cxn>
                <a:cxn ang="0">
                  <a:pos x="13" y="7"/>
                </a:cxn>
              </a:cxnLst>
              <a:rect l="0" t="0" r="r" b="b"/>
              <a:pathLst>
                <a:path w="21" h="33">
                  <a:moveTo>
                    <a:pt x="13" y="7"/>
                  </a:moveTo>
                  <a:cubicBezTo>
                    <a:pt x="12" y="6"/>
                    <a:pt x="12" y="4"/>
                    <a:pt x="11" y="3"/>
                  </a:cubicBezTo>
                  <a:cubicBezTo>
                    <a:pt x="10" y="2"/>
                    <a:pt x="9" y="0"/>
                    <a:pt x="8" y="0"/>
                  </a:cubicBezTo>
                  <a:cubicBezTo>
                    <a:pt x="7" y="0"/>
                    <a:pt x="6" y="0"/>
                    <a:pt x="6" y="1"/>
                  </a:cubicBezTo>
                  <a:cubicBezTo>
                    <a:pt x="5" y="1"/>
                    <a:pt x="6" y="3"/>
                    <a:pt x="6" y="3"/>
                  </a:cubicBezTo>
                  <a:cubicBezTo>
                    <a:pt x="6" y="4"/>
                    <a:pt x="5" y="5"/>
                    <a:pt x="5" y="5"/>
                  </a:cubicBezTo>
                  <a:cubicBezTo>
                    <a:pt x="4" y="6"/>
                    <a:pt x="3" y="6"/>
                    <a:pt x="3" y="7"/>
                  </a:cubicBezTo>
                  <a:cubicBezTo>
                    <a:pt x="2" y="7"/>
                    <a:pt x="1" y="9"/>
                    <a:pt x="0" y="9"/>
                  </a:cubicBezTo>
                  <a:cubicBezTo>
                    <a:pt x="0" y="10"/>
                    <a:pt x="0" y="12"/>
                    <a:pt x="0" y="13"/>
                  </a:cubicBezTo>
                  <a:cubicBezTo>
                    <a:pt x="0" y="14"/>
                    <a:pt x="1" y="15"/>
                    <a:pt x="2" y="16"/>
                  </a:cubicBezTo>
                  <a:cubicBezTo>
                    <a:pt x="3" y="16"/>
                    <a:pt x="5" y="16"/>
                    <a:pt x="5" y="16"/>
                  </a:cubicBezTo>
                  <a:cubicBezTo>
                    <a:pt x="6" y="17"/>
                    <a:pt x="6" y="19"/>
                    <a:pt x="6" y="20"/>
                  </a:cubicBezTo>
                  <a:cubicBezTo>
                    <a:pt x="6" y="20"/>
                    <a:pt x="6" y="22"/>
                    <a:pt x="5" y="23"/>
                  </a:cubicBezTo>
                  <a:cubicBezTo>
                    <a:pt x="5" y="23"/>
                    <a:pt x="3" y="24"/>
                    <a:pt x="3" y="25"/>
                  </a:cubicBezTo>
                  <a:cubicBezTo>
                    <a:pt x="2" y="25"/>
                    <a:pt x="2" y="27"/>
                    <a:pt x="2" y="28"/>
                  </a:cubicBezTo>
                  <a:cubicBezTo>
                    <a:pt x="2" y="28"/>
                    <a:pt x="2" y="30"/>
                    <a:pt x="2" y="30"/>
                  </a:cubicBezTo>
                  <a:cubicBezTo>
                    <a:pt x="2" y="31"/>
                    <a:pt x="2" y="33"/>
                    <a:pt x="3" y="33"/>
                  </a:cubicBezTo>
                  <a:cubicBezTo>
                    <a:pt x="4" y="33"/>
                    <a:pt x="6" y="32"/>
                    <a:pt x="6" y="31"/>
                  </a:cubicBezTo>
                  <a:cubicBezTo>
                    <a:pt x="7" y="31"/>
                    <a:pt x="6" y="28"/>
                    <a:pt x="7" y="28"/>
                  </a:cubicBezTo>
                  <a:cubicBezTo>
                    <a:pt x="7" y="27"/>
                    <a:pt x="8" y="26"/>
                    <a:pt x="9" y="25"/>
                  </a:cubicBezTo>
                  <a:cubicBezTo>
                    <a:pt x="9" y="24"/>
                    <a:pt x="9" y="23"/>
                    <a:pt x="9" y="22"/>
                  </a:cubicBezTo>
                  <a:cubicBezTo>
                    <a:pt x="10" y="22"/>
                    <a:pt x="11" y="21"/>
                    <a:pt x="12" y="21"/>
                  </a:cubicBezTo>
                  <a:cubicBezTo>
                    <a:pt x="12" y="21"/>
                    <a:pt x="13" y="21"/>
                    <a:pt x="14" y="21"/>
                  </a:cubicBezTo>
                  <a:cubicBezTo>
                    <a:pt x="14" y="21"/>
                    <a:pt x="15" y="23"/>
                    <a:pt x="15" y="23"/>
                  </a:cubicBezTo>
                  <a:cubicBezTo>
                    <a:pt x="15" y="24"/>
                    <a:pt x="14" y="26"/>
                    <a:pt x="14" y="27"/>
                  </a:cubicBezTo>
                  <a:cubicBezTo>
                    <a:pt x="14" y="27"/>
                    <a:pt x="14" y="29"/>
                    <a:pt x="14" y="30"/>
                  </a:cubicBezTo>
                  <a:cubicBezTo>
                    <a:pt x="15" y="30"/>
                    <a:pt x="16" y="31"/>
                    <a:pt x="17" y="31"/>
                  </a:cubicBezTo>
                  <a:cubicBezTo>
                    <a:pt x="17" y="31"/>
                    <a:pt x="19" y="31"/>
                    <a:pt x="19" y="31"/>
                  </a:cubicBezTo>
                  <a:cubicBezTo>
                    <a:pt x="20" y="30"/>
                    <a:pt x="21" y="27"/>
                    <a:pt x="21" y="26"/>
                  </a:cubicBezTo>
                  <a:cubicBezTo>
                    <a:pt x="21" y="24"/>
                    <a:pt x="20" y="21"/>
                    <a:pt x="19" y="20"/>
                  </a:cubicBezTo>
                  <a:cubicBezTo>
                    <a:pt x="19" y="19"/>
                    <a:pt x="17" y="17"/>
                    <a:pt x="16" y="16"/>
                  </a:cubicBezTo>
                  <a:cubicBezTo>
                    <a:pt x="16" y="15"/>
                    <a:pt x="16" y="13"/>
                    <a:pt x="15" y="12"/>
                  </a:cubicBezTo>
                  <a:cubicBezTo>
                    <a:pt x="15" y="11"/>
                    <a:pt x="13" y="10"/>
                    <a:pt x="13" y="9"/>
                  </a:cubicBezTo>
                  <a:cubicBezTo>
                    <a:pt x="12" y="9"/>
                    <a:pt x="13" y="8"/>
                    <a:pt x="13"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43"/>
            <p:cNvSpPr>
              <a:spLocks/>
            </p:cNvSpPr>
            <p:nvPr/>
          </p:nvSpPr>
          <p:spPr bwMode="auto">
            <a:xfrm>
              <a:off x="4816475" y="4306888"/>
              <a:ext cx="11113" cy="19050"/>
            </a:xfrm>
            <a:custGeom>
              <a:avLst/>
              <a:gdLst/>
              <a:ahLst/>
              <a:cxnLst>
                <a:cxn ang="0">
                  <a:pos x="7" y="2"/>
                </a:cxn>
                <a:cxn ang="0">
                  <a:pos x="5" y="1"/>
                </a:cxn>
                <a:cxn ang="0">
                  <a:pos x="2" y="1"/>
                </a:cxn>
                <a:cxn ang="0">
                  <a:pos x="1" y="5"/>
                </a:cxn>
                <a:cxn ang="0">
                  <a:pos x="0" y="9"/>
                </a:cxn>
                <a:cxn ang="0">
                  <a:pos x="2" y="11"/>
                </a:cxn>
                <a:cxn ang="0">
                  <a:pos x="5" y="11"/>
                </a:cxn>
                <a:cxn ang="0">
                  <a:pos x="7" y="7"/>
                </a:cxn>
                <a:cxn ang="0">
                  <a:pos x="7" y="4"/>
                </a:cxn>
                <a:cxn ang="0">
                  <a:pos x="7" y="2"/>
                </a:cxn>
              </a:cxnLst>
              <a:rect l="0" t="0" r="r" b="b"/>
              <a:pathLst>
                <a:path w="7" h="11">
                  <a:moveTo>
                    <a:pt x="7" y="2"/>
                  </a:moveTo>
                  <a:cubicBezTo>
                    <a:pt x="7" y="1"/>
                    <a:pt x="5" y="1"/>
                    <a:pt x="5" y="1"/>
                  </a:cubicBezTo>
                  <a:cubicBezTo>
                    <a:pt x="4" y="0"/>
                    <a:pt x="3" y="1"/>
                    <a:pt x="2" y="1"/>
                  </a:cubicBezTo>
                  <a:cubicBezTo>
                    <a:pt x="2" y="2"/>
                    <a:pt x="1" y="4"/>
                    <a:pt x="1" y="5"/>
                  </a:cubicBezTo>
                  <a:cubicBezTo>
                    <a:pt x="0" y="6"/>
                    <a:pt x="0" y="8"/>
                    <a:pt x="0" y="9"/>
                  </a:cubicBezTo>
                  <a:cubicBezTo>
                    <a:pt x="1" y="9"/>
                    <a:pt x="1" y="11"/>
                    <a:pt x="2" y="11"/>
                  </a:cubicBezTo>
                  <a:cubicBezTo>
                    <a:pt x="3" y="11"/>
                    <a:pt x="4" y="11"/>
                    <a:pt x="5" y="11"/>
                  </a:cubicBezTo>
                  <a:cubicBezTo>
                    <a:pt x="6" y="10"/>
                    <a:pt x="7" y="8"/>
                    <a:pt x="7" y="7"/>
                  </a:cubicBezTo>
                  <a:cubicBezTo>
                    <a:pt x="7" y="7"/>
                    <a:pt x="7" y="5"/>
                    <a:pt x="7" y="4"/>
                  </a:cubicBezTo>
                  <a:cubicBezTo>
                    <a:pt x="7" y="4"/>
                    <a:pt x="7" y="2"/>
                    <a:pt x="7"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44"/>
            <p:cNvSpPr>
              <a:spLocks/>
            </p:cNvSpPr>
            <p:nvPr/>
          </p:nvSpPr>
          <p:spPr bwMode="auto">
            <a:xfrm>
              <a:off x="4892675" y="4019551"/>
              <a:ext cx="46038" cy="65088"/>
            </a:xfrm>
            <a:custGeom>
              <a:avLst/>
              <a:gdLst/>
              <a:ahLst/>
              <a:cxnLst>
                <a:cxn ang="0">
                  <a:pos x="26" y="13"/>
                </a:cxn>
                <a:cxn ang="0">
                  <a:pos x="26" y="7"/>
                </a:cxn>
                <a:cxn ang="0">
                  <a:pos x="25" y="3"/>
                </a:cxn>
                <a:cxn ang="0">
                  <a:pos x="23" y="0"/>
                </a:cxn>
                <a:cxn ang="0">
                  <a:pos x="19" y="2"/>
                </a:cxn>
                <a:cxn ang="0">
                  <a:pos x="19" y="6"/>
                </a:cxn>
                <a:cxn ang="0">
                  <a:pos x="17" y="9"/>
                </a:cxn>
                <a:cxn ang="0">
                  <a:pos x="15" y="11"/>
                </a:cxn>
                <a:cxn ang="0">
                  <a:pos x="14" y="14"/>
                </a:cxn>
                <a:cxn ang="0">
                  <a:pos x="10" y="17"/>
                </a:cxn>
                <a:cxn ang="0">
                  <a:pos x="6" y="16"/>
                </a:cxn>
                <a:cxn ang="0">
                  <a:pos x="4" y="19"/>
                </a:cxn>
                <a:cxn ang="0">
                  <a:pos x="1" y="20"/>
                </a:cxn>
                <a:cxn ang="0">
                  <a:pos x="0" y="23"/>
                </a:cxn>
                <a:cxn ang="0">
                  <a:pos x="1" y="27"/>
                </a:cxn>
                <a:cxn ang="0">
                  <a:pos x="5" y="30"/>
                </a:cxn>
                <a:cxn ang="0">
                  <a:pos x="6" y="34"/>
                </a:cxn>
                <a:cxn ang="0">
                  <a:pos x="10" y="36"/>
                </a:cxn>
                <a:cxn ang="0">
                  <a:pos x="13" y="38"/>
                </a:cxn>
                <a:cxn ang="0">
                  <a:pos x="17" y="37"/>
                </a:cxn>
                <a:cxn ang="0">
                  <a:pos x="21" y="35"/>
                </a:cxn>
                <a:cxn ang="0">
                  <a:pos x="23" y="31"/>
                </a:cxn>
                <a:cxn ang="0">
                  <a:pos x="23" y="28"/>
                </a:cxn>
                <a:cxn ang="0">
                  <a:pos x="24" y="24"/>
                </a:cxn>
                <a:cxn ang="0">
                  <a:pos x="26" y="20"/>
                </a:cxn>
                <a:cxn ang="0">
                  <a:pos x="27" y="17"/>
                </a:cxn>
                <a:cxn ang="0">
                  <a:pos x="26" y="13"/>
                </a:cxn>
              </a:cxnLst>
              <a:rect l="0" t="0" r="r" b="b"/>
              <a:pathLst>
                <a:path w="27" h="38">
                  <a:moveTo>
                    <a:pt x="26" y="13"/>
                  </a:moveTo>
                  <a:cubicBezTo>
                    <a:pt x="26" y="11"/>
                    <a:pt x="27" y="9"/>
                    <a:pt x="26" y="7"/>
                  </a:cubicBezTo>
                  <a:cubicBezTo>
                    <a:pt x="26" y="6"/>
                    <a:pt x="26" y="4"/>
                    <a:pt x="25" y="3"/>
                  </a:cubicBezTo>
                  <a:cubicBezTo>
                    <a:pt x="25" y="2"/>
                    <a:pt x="23" y="0"/>
                    <a:pt x="23" y="0"/>
                  </a:cubicBezTo>
                  <a:cubicBezTo>
                    <a:pt x="22" y="0"/>
                    <a:pt x="19" y="1"/>
                    <a:pt x="19" y="2"/>
                  </a:cubicBezTo>
                  <a:cubicBezTo>
                    <a:pt x="18" y="3"/>
                    <a:pt x="19" y="5"/>
                    <a:pt x="19" y="6"/>
                  </a:cubicBezTo>
                  <a:cubicBezTo>
                    <a:pt x="19" y="7"/>
                    <a:pt x="18" y="8"/>
                    <a:pt x="17" y="9"/>
                  </a:cubicBezTo>
                  <a:cubicBezTo>
                    <a:pt x="17" y="10"/>
                    <a:pt x="15" y="11"/>
                    <a:pt x="15" y="11"/>
                  </a:cubicBezTo>
                  <a:cubicBezTo>
                    <a:pt x="14" y="12"/>
                    <a:pt x="14" y="14"/>
                    <a:pt x="14" y="14"/>
                  </a:cubicBezTo>
                  <a:cubicBezTo>
                    <a:pt x="13" y="15"/>
                    <a:pt x="11" y="16"/>
                    <a:pt x="10" y="17"/>
                  </a:cubicBezTo>
                  <a:cubicBezTo>
                    <a:pt x="9" y="17"/>
                    <a:pt x="7" y="16"/>
                    <a:pt x="6" y="16"/>
                  </a:cubicBezTo>
                  <a:cubicBezTo>
                    <a:pt x="6" y="17"/>
                    <a:pt x="5" y="18"/>
                    <a:pt x="4" y="19"/>
                  </a:cubicBezTo>
                  <a:cubicBezTo>
                    <a:pt x="3" y="19"/>
                    <a:pt x="2" y="19"/>
                    <a:pt x="1" y="20"/>
                  </a:cubicBezTo>
                  <a:cubicBezTo>
                    <a:pt x="1" y="20"/>
                    <a:pt x="0" y="22"/>
                    <a:pt x="0" y="23"/>
                  </a:cubicBezTo>
                  <a:cubicBezTo>
                    <a:pt x="0" y="24"/>
                    <a:pt x="0" y="26"/>
                    <a:pt x="1" y="27"/>
                  </a:cubicBezTo>
                  <a:cubicBezTo>
                    <a:pt x="1" y="28"/>
                    <a:pt x="4" y="29"/>
                    <a:pt x="5" y="30"/>
                  </a:cubicBezTo>
                  <a:cubicBezTo>
                    <a:pt x="5" y="31"/>
                    <a:pt x="5" y="33"/>
                    <a:pt x="6" y="34"/>
                  </a:cubicBezTo>
                  <a:cubicBezTo>
                    <a:pt x="7" y="34"/>
                    <a:pt x="9" y="36"/>
                    <a:pt x="10" y="36"/>
                  </a:cubicBezTo>
                  <a:cubicBezTo>
                    <a:pt x="11" y="37"/>
                    <a:pt x="12" y="38"/>
                    <a:pt x="13" y="38"/>
                  </a:cubicBezTo>
                  <a:cubicBezTo>
                    <a:pt x="14" y="38"/>
                    <a:pt x="16" y="37"/>
                    <a:pt x="17" y="37"/>
                  </a:cubicBezTo>
                  <a:cubicBezTo>
                    <a:pt x="18" y="36"/>
                    <a:pt x="20" y="36"/>
                    <a:pt x="21" y="35"/>
                  </a:cubicBezTo>
                  <a:cubicBezTo>
                    <a:pt x="22" y="34"/>
                    <a:pt x="23" y="32"/>
                    <a:pt x="23" y="31"/>
                  </a:cubicBezTo>
                  <a:cubicBezTo>
                    <a:pt x="23" y="30"/>
                    <a:pt x="22" y="29"/>
                    <a:pt x="23" y="28"/>
                  </a:cubicBezTo>
                  <a:cubicBezTo>
                    <a:pt x="23" y="27"/>
                    <a:pt x="24" y="25"/>
                    <a:pt x="24" y="24"/>
                  </a:cubicBezTo>
                  <a:cubicBezTo>
                    <a:pt x="24" y="23"/>
                    <a:pt x="26" y="21"/>
                    <a:pt x="26" y="20"/>
                  </a:cubicBezTo>
                  <a:cubicBezTo>
                    <a:pt x="26" y="19"/>
                    <a:pt x="27" y="18"/>
                    <a:pt x="27" y="17"/>
                  </a:cubicBezTo>
                  <a:cubicBezTo>
                    <a:pt x="27" y="16"/>
                    <a:pt x="26" y="14"/>
                    <a:pt x="26" y="1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45"/>
            <p:cNvSpPr>
              <a:spLocks/>
            </p:cNvSpPr>
            <p:nvPr/>
          </p:nvSpPr>
          <p:spPr bwMode="auto">
            <a:xfrm>
              <a:off x="4826000" y="3970338"/>
              <a:ext cx="15875" cy="17463"/>
            </a:xfrm>
            <a:custGeom>
              <a:avLst/>
              <a:gdLst/>
              <a:ahLst/>
              <a:cxnLst>
                <a:cxn ang="0">
                  <a:pos x="6" y="9"/>
                </a:cxn>
                <a:cxn ang="0">
                  <a:pos x="3" y="9"/>
                </a:cxn>
                <a:cxn ang="0">
                  <a:pos x="2" y="6"/>
                </a:cxn>
                <a:cxn ang="0">
                  <a:pos x="1" y="4"/>
                </a:cxn>
                <a:cxn ang="0">
                  <a:pos x="1" y="1"/>
                </a:cxn>
                <a:cxn ang="0">
                  <a:pos x="3" y="0"/>
                </a:cxn>
                <a:cxn ang="0">
                  <a:pos x="4" y="2"/>
                </a:cxn>
                <a:cxn ang="0">
                  <a:pos x="5" y="5"/>
                </a:cxn>
                <a:cxn ang="0">
                  <a:pos x="7" y="6"/>
                </a:cxn>
                <a:cxn ang="0">
                  <a:pos x="8" y="8"/>
                </a:cxn>
                <a:cxn ang="0">
                  <a:pos x="6" y="9"/>
                </a:cxn>
              </a:cxnLst>
              <a:rect l="0" t="0" r="r" b="b"/>
              <a:pathLst>
                <a:path w="9" h="10">
                  <a:moveTo>
                    <a:pt x="6" y="9"/>
                  </a:moveTo>
                  <a:cubicBezTo>
                    <a:pt x="6" y="10"/>
                    <a:pt x="4" y="9"/>
                    <a:pt x="3" y="9"/>
                  </a:cubicBezTo>
                  <a:cubicBezTo>
                    <a:pt x="3" y="8"/>
                    <a:pt x="3" y="6"/>
                    <a:pt x="2" y="6"/>
                  </a:cubicBezTo>
                  <a:cubicBezTo>
                    <a:pt x="2" y="5"/>
                    <a:pt x="1" y="4"/>
                    <a:pt x="1" y="4"/>
                  </a:cubicBezTo>
                  <a:cubicBezTo>
                    <a:pt x="1" y="3"/>
                    <a:pt x="0" y="2"/>
                    <a:pt x="1" y="1"/>
                  </a:cubicBezTo>
                  <a:cubicBezTo>
                    <a:pt x="1" y="1"/>
                    <a:pt x="2" y="0"/>
                    <a:pt x="3" y="0"/>
                  </a:cubicBezTo>
                  <a:cubicBezTo>
                    <a:pt x="3" y="0"/>
                    <a:pt x="4" y="1"/>
                    <a:pt x="4" y="2"/>
                  </a:cubicBezTo>
                  <a:cubicBezTo>
                    <a:pt x="4" y="2"/>
                    <a:pt x="5" y="4"/>
                    <a:pt x="5" y="5"/>
                  </a:cubicBezTo>
                  <a:cubicBezTo>
                    <a:pt x="6" y="5"/>
                    <a:pt x="7" y="5"/>
                    <a:pt x="7" y="6"/>
                  </a:cubicBezTo>
                  <a:cubicBezTo>
                    <a:pt x="8" y="6"/>
                    <a:pt x="9" y="7"/>
                    <a:pt x="8" y="8"/>
                  </a:cubicBezTo>
                  <a:cubicBezTo>
                    <a:pt x="8" y="8"/>
                    <a:pt x="7" y="9"/>
                    <a:pt x="6" y="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46"/>
            <p:cNvSpPr>
              <a:spLocks/>
            </p:cNvSpPr>
            <p:nvPr/>
          </p:nvSpPr>
          <p:spPr bwMode="auto">
            <a:xfrm>
              <a:off x="4800600" y="3970338"/>
              <a:ext cx="9525" cy="7938"/>
            </a:xfrm>
            <a:custGeom>
              <a:avLst/>
              <a:gdLst/>
              <a:ahLst/>
              <a:cxnLst>
                <a:cxn ang="0">
                  <a:pos x="6" y="4"/>
                </a:cxn>
                <a:cxn ang="0">
                  <a:pos x="6" y="1"/>
                </a:cxn>
                <a:cxn ang="0">
                  <a:pos x="3" y="0"/>
                </a:cxn>
                <a:cxn ang="0">
                  <a:pos x="0" y="1"/>
                </a:cxn>
                <a:cxn ang="0">
                  <a:pos x="1" y="4"/>
                </a:cxn>
                <a:cxn ang="0">
                  <a:pos x="4" y="5"/>
                </a:cxn>
                <a:cxn ang="0">
                  <a:pos x="6" y="4"/>
                </a:cxn>
              </a:cxnLst>
              <a:rect l="0" t="0" r="r" b="b"/>
              <a:pathLst>
                <a:path w="6" h="5">
                  <a:moveTo>
                    <a:pt x="6" y="4"/>
                  </a:moveTo>
                  <a:cubicBezTo>
                    <a:pt x="6" y="3"/>
                    <a:pt x="6" y="1"/>
                    <a:pt x="6" y="1"/>
                  </a:cubicBezTo>
                  <a:cubicBezTo>
                    <a:pt x="5" y="0"/>
                    <a:pt x="4" y="0"/>
                    <a:pt x="3" y="0"/>
                  </a:cubicBezTo>
                  <a:cubicBezTo>
                    <a:pt x="3" y="0"/>
                    <a:pt x="1" y="1"/>
                    <a:pt x="0" y="1"/>
                  </a:cubicBezTo>
                  <a:cubicBezTo>
                    <a:pt x="0" y="2"/>
                    <a:pt x="1" y="3"/>
                    <a:pt x="1" y="4"/>
                  </a:cubicBezTo>
                  <a:cubicBezTo>
                    <a:pt x="2" y="5"/>
                    <a:pt x="3" y="5"/>
                    <a:pt x="4" y="5"/>
                  </a:cubicBezTo>
                  <a:cubicBezTo>
                    <a:pt x="4" y="5"/>
                    <a:pt x="5"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47"/>
            <p:cNvSpPr>
              <a:spLocks/>
            </p:cNvSpPr>
            <p:nvPr/>
          </p:nvSpPr>
          <p:spPr bwMode="auto">
            <a:xfrm>
              <a:off x="4829175" y="3992563"/>
              <a:ext cx="28575" cy="39688"/>
            </a:xfrm>
            <a:custGeom>
              <a:avLst/>
              <a:gdLst/>
              <a:ahLst/>
              <a:cxnLst>
                <a:cxn ang="0">
                  <a:pos x="16" y="20"/>
                </a:cxn>
                <a:cxn ang="0">
                  <a:pos x="14" y="16"/>
                </a:cxn>
                <a:cxn ang="0">
                  <a:pos x="11" y="14"/>
                </a:cxn>
                <a:cxn ang="0">
                  <a:pos x="9" y="11"/>
                </a:cxn>
                <a:cxn ang="0">
                  <a:pos x="9" y="7"/>
                </a:cxn>
                <a:cxn ang="0">
                  <a:pos x="6" y="3"/>
                </a:cxn>
                <a:cxn ang="0">
                  <a:pos x="4" y="0"/>
                </a:cxn>
                <a:cxn ang="0">
                  <a:pos x="2" y="2"/>
                </a:cxn>
                <a:cxn ang="0">
                  <a:pos x="0" y="6"/>
                </a:cxn>
                <a:cxn ang="0">
                  <a:pos x="1" y="11"/>
                </a:cxn>
                <a:cxn ang="0">
                  <a:pos x="4" y="13"/>
                </a:cxn>
                <a:cxn ang="0">
                  <a:pos x="6" y="17"/>
                </a:cxn>
                <a:cxn ang="0">
                  <a:pos x="9" y="20"/>
                </a:cxn>
                <a:cxn ang="0">
                  <a:pos x="12" y="23"/>
                </a:cxn>
                <a:cxn ang="0">
                  <a:pos x="14" y="23"/>
                </a:cxn>
                <a:cxn ang="0">
                  <a:pos x="16" y="20"/>
                </a:cxn>
              </a:cxnLst>
              <a:rect l="0" t="0" r="r" b="b"/>
              <a:pathLst>
                <a:path w="16" h="23">
                  <a:moveTo>
                    <a:pt x="16" y="20"/>
                  </a:moveTo>
                  <a:cubicBezTo>
                    <a:pt x="16" y="19"/>
                    <a:pt x="15" y="17"/>
                    <a:pt x="14" y="16"/>
                  </a:cubicBezTo>
                  <a:cubicBezTo>
                    <a:pt x="13" y="15"/>
                    <a:pt x="11" y="15"/>
                    <a:pt x="11" y="14"/>
                  </a:cubicBezTo>
                  <a:cubicBezTo>
                    <a:pt x="10" y="14"/>
                    <a:pt x="9" y="12"/>
                    <a:pt x="9" y="11"/>
                  </a:cubicBezTo>
                  <a:cubicBezTo>
                    <a:pt x="8" y="10"/>
                    <a:pt x="9" y="8"/>
                    <a:pt x="9" y="7"/>
                  </a:cubicBezTo>
                  <a:cubicBezTo>
                    <a:pt x="8" y="6"/>
                    <a:pt x="7" y="4"/>
                    <a:pt x="6" y="3"/>
                  </a:cubicBezTo>
                  <a:cubicBezTo>
                    <a:pt x="6" y="2"/>
                    <a:pt x="5" y="1"/>
                    <a:pt x="4" y="0"/>
                  </a:cubicBezTo>
                  <a:cubicBezTo>
                    <a:pt x="3" y="0"/>
                    <a:pt x="2" y="1"/>
                    <a:pt x="2" y="2"/>
                  </a:cubicBezTo>
                  <a:cubicBezTo>
                    <a:pt x="1" y="3"/>
                    <a:pt x="0" y="5"/>
                    <a:pt x="0" y="6"/>
                  </a:cubicBezTo>
                  <a:cubicBezTo>
                    <a:pt x="0" y="7"/>
                    <a:pt x="0" y="9"/>
                    <a:pt x="1" y="11"/>
                  </a:cubicBezTo>
                  <a:cubicBezTo>
                    <a:pt x="1" y="11"/>
                    <a:pt x="3" y="12"/>
                    <a:pt x="4" y="13"/>
                  </a:cubicBezTo>
                  <a:cubicBezTo>
                    <a:pt x="4" y="14"/>
                    <a:pt x="5" y="16"/>
                    <a:pt x="6" y="17"/>
                  </a:cubicBezTo>
                  <a:cubicBezTo>
                    <a:pt x="7" y="18"/>
                    <a:pt x="8" y="19"/>
                    <a:pt x="9" y="20"/>
                  </a:cubicBezTo>
                  <a:cubicBezTo>
                    <a:pt x="10" y="21"/>
                    <a:pt x="11" y="22"/>
                    <a:pt x="12" y="23"/>
                  </a:cubicBezTo>
                  <a:cubicBezTo>
                    <a:pt x="13" y="23"/>
                    <a:pt x="14" y="23"/>
                    <a:pt x="14" y="23"/>
                  </a:cubicBezTo>
                  <a:cubicBezTo>
                    <a:pt x="15" y="22"/>
                    <a:pt x="16" y="21"/>
                    <a:pt x="16" y="2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48"/>
            <p:cNvSpPr>
              <a:spLocks/>
            </p:cNvSpPr>
            <p:nvPr/>
          </p:nvSpPr>
          <p:spPr bwMode="auto">
            <a:xfrm>
              <a:off x="4806950" y="4011613"/>
              <a:ext cx="11113" cy="19050"/>
            </a:xfrm>
            <a:custGeom>
              <a:avLst/>
              <a:gdLst/>
              <a:ahLst/>
              <a:cxnLst>
                <a:cxn ang="0">
                  <a:pos x="4" y="10"/>
                </a:cxn>
                <a:cxn ang="0">
                  <a:pos x="6" y="5"/>
                </a:cxn>
                <a:cxn ang="0">
                  <a:pos x="5" y="1"/>
                </a:cxn>
                <a:cxn ang="0">
                  <a:pos x="2" y="1"/>
                </a:cxn>
                <a:cxn ang="0">
                  <a:pos x="1" y="3"/>
                </a:cxn>
                <a:cxn ang="0">
                  <a:pos x="0" y="5"/>
                </a:cxn>
                <a:cxn ang="0">
                  <a:pos x="0" y="8"/>
                </a:cxn>
                <a:cxn ang="0">
                  <a:pos x="2" y="10"/>
                </a:cxn>
                <a:cxn ang="0">
                  <a:pos x="4" y="10"/>
                </a:cxn>
              </a:cxnLst>
              <a:rect l="0" t="0" r="r" b="b"/>
              <a:pathLst>
                <a:path w="6" h="11">
                  <a:moveTo>
                    <a:pt x="4" y="10"/>
                  </a:moveTo>
                  <a:cubicBezTo>
                    <a:pt x="5" y="10"/>
                    <a:pt x="6" y="7"/>
                    <a:pt x="6" y="5"/>
                  </a:cubicBezTo>
                  <a:cubicBezTo>
                    <a:pt x="6" y="4"/>
                    <a:pt x="6" y="1"/>
                    <a:pt x="5" y="1"/>
                  </a:cubicBezTo>
                  <a:cubicBezTo>
                    <a:pt x="4" y="0"/>
                    <a:pt x="2" y="0"/>
                    <a:pt x="2" y="1"/>
                  </a:cubicBezTo>
                  <a:cubicBezTo>
                    <a:pt x="1" y="1"/>
                    <a:pt x="1" y="3"/>
                    <a:pt x="1" y="3"/>
                  </a:cubicBezTo>
                  <a:cubicBezTo>
                    <a:pt x="1" y="4"/>
                    <a:pt x="0" y="4"/>
                    <a:pt x="0" y="5"/>
                  </a:cubicBezTo>
                  <a:cubicBezTo>
                    <a:pt x="0" y="6"/>
                    <a:pt x="0" y="7"/>
                    <a:pt x="0" y="8"/>
                  </a:cubicBezTo>
                  <a:cubicBezTo>
                    <a:pt x="0" y="9"/>
                    <a:pt x="1" y="10"/>
                    <a:pt x="2" y="10"/>
                  </a:cubicBezTo>
                  <a:cubicBezTo>
                    <a:pt x="2" y="11"/>
                    <a:pt x="3" y="11"/>
                    <a:pt x="4"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49"/>
            <p:cNvSpPr>
              <a:spLocks/>
            </p:cNvSpPr>
            <p:nvPr/>
          </p:nvSpPr>
          <p:spPr bwMode="auto">
            <a:xfrm>
              <a:off x="4837113" y="4030663"/>
              <a:ext cx="28575" cy="28575"/>
            </a:xfrm>
            <a:custGeom>
              <a:avLst/>
              <a:gdLst/>
              <a:ahLst/>
              <a:cxnLst>
                <a:cxn ang="0">
                  <a:pos x="15" y="16"/>
                </a:cxn>
                <a:cxn ang="0">
                  <a:pos x="16" y="13"/>
                </a:cxn>
                <a:cxn ang="0">
                  <a:pos x="16" y="9"/>
                </a:cxn>
                <a:cxn ang="0">
                  <a:pos x="13" y="8"/>
                </a:cxn>
                <a:cxn ang="0">
                  <a:pos x="11" y="4"/>
                </a:cxn>
                <a:cxn ang="0">
                  <a:pos x="9" y="4"/>
                </a:cxn>
                <a:cxn ang="0">
                  <a:pos x="6" y="2"/>
                </a:cxn>
                <a:cxn ang="0">
                  <a:pos x="2" y="2"/>
                </a:cxn>
                <a:cxn ang="0">
                  <a:pos x="0" y="1"/>
                </a:cxn>
                <a:cxn ang="0">
                  <a:pos x="0" y="3"/>
                </a:cxn>
                <a:cxn ang="0">
                  <a:pos x="2" y="7"/>
                </a:cxn>
                <a:cxn ang="0">
                  <a:pos x="5" y="9"/>
                </a:cxn>
                <a:cxn ang="0">
                  <a:pos x="9" y="11"/>
                </a:cxn>
                <a:cxn ang="0">
                  <a:pos x="11" y="14"/>
                </a:cxn>
                <a:cxn ang="0">
                  <a:pos x="12" y="16"/>
                </a:cxn>
                <a:cxn ang="0">
                  <a:pos x="15" y="16"/>
                </a:cxn>
              </a:cxnLst>
              <a:rect l="0" t="0" r="r" b="b"/>
              <a:pathLst>
                <a:path w="17" h="17">
                  <a:moveTo>
                    <a:pt x="15" y="16"/>
                  </a:moveTo>
                  <a:cubicBezTo>
                    <a:pt x="16" y="16"/>
                    <a:pt x="16" y="14"/>
                    <a:pt x="16" y="13"/>
                  </a:cubicBezTo>
                  <a:cubicBezTo>
                    <a:pt x="17" y="12"/>
                    <a:pt x="16" y="10"/>
                    <a:pt x="16" y="9"/>
                  </a:cubicBezTo>
                  <a:cubicBezTo>
                    <a:pt x="15" y="9"/>
                    <a:pt x="14" y="8"/>
                    <a:pt x="13" y="8"/>
                  </a:cubicBezTo>
                  <a:cubicBezTo>
                    <a:pt x="13" y="7"/>
                    <a:pt x="12" y="5"/>
                    <a:pt x="11" y="4"/>
                  </a:cubicBezTo>
                  <a:cubicBezTo>
                    <a:pt x="11" y="4"/>
                    <a:pt x="9" y="4"/>
                    <a:pt x="9" y="4"/>
                  </a:cubicBezTo>
                  <a:cubicBezTo>
                    <a:pt x="8" y="3"/>
                    <a:pt x="6" y="2"/>
                    <a:pt x="6" y="2"/>
                  </a:cubicBezTo>
                  <a:cubicBezTo>
                    <a:pt x="5" y="2"/>
                    <a:pt x="3" y="2"/>
                    <a:pt x="2" y="2"/>
                  </a:cubicBezTo>
                  <a:cubicBezTo>
                    <a:pt x="2" y="1"/>
                    <a:pt x="1" y="0"/>
                    <a:pt x="0" y="1"/>
                  </a:cubicBezTo>
                  <a:cubicBezTo>
                    <a:pt x="0" y="1"/>
                    <a:pt x="0" y="3"/>
                    <a:pt x="0" y="3"/>
                  </a:cubicBezTo>
                  <a:cubicBezTo>
                    <a:pt x="1" y="4"/>
                    <a:pt x="2" y="6"/>
                    <a:pt x="2" y="7"/>
                  </a:cubicBezTo>
                  <a:cubicBezTo>
                    <a:pt x="3" y="8"/>
                    <a:pt x="4" y="8"/>
                    <a:pt x="5" y="9"/>
                  </a:cubicBezTo>
                  <a:cubicBezTo>
                    <a:pt x="6" y="10"/>
                    <a:pt x="8" y="11"/>
                    <a:pt x="9" y="11"/>
                  </a:cubicBezTo>
                  <a:cubicBezTo>
                    <a:pt x="10" y="12"/>
                    <a:pt x="10" y="14"/>
                    <a:pt x="11" y="14"/>
                  </a:cubicBezTo>
                  <a:cubicBezTo>
                    <a:pt x="11" y="15"/>
                    <a:pt x="12" y="16"/>
                    <a:pt x="12" y="16"/>
                  </a:cubicBezTo>
                  <a:cubicBezTo>
                    <a:pt x="13" y="17"/>
                    <a:pt x="14" y="17"/>
                    <a:pt x="15" y="1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50"/>
            <p:cNvSpPr>
              <a:spLocks/>
            </p:cNvSpPr>
            <p:nvPr/>
          </p:nvSpPr>
          <p:spPr bwMode="auto">
            <a:xfrm>
              <a:off x="4833938" y="4048126"/>
              <a:ext cx="30163" cy="41275"/>
            </a:xfrm>
            <a:custGeom>
              <a:avLst/>
              <a:gdLst/>
              <a:ahLst/>
              <a:cxnLst>
                <a:cxn ang="0">
                  <a:pos x="16" y="22"/>
                </a:cxn>
                <a:cxn ang="0">
                  <a:pos x="17" y="20"/>
                </a:cxn>
                <a:cxn ang="0">
                  <a:pos x="18" y="15"/>
                </a:cxn>
                <a:cxn ang="0">
                  <a:pos x="16" y="10"/>
                </a:cxn>
                <a:cxn ang="0">
                  <a:pos x="12" y="9"/>
                </a:cxn>
                <a:cxn ang="0">
                  <a:pos x="9" y="5"/>
                </a:cxn>
                <a:cxn ang="0">
                  <a:pos x="5" y="3"/>
                </a:cxn>
                <a:cxn ang="0">
                  <a:pos x="2" y="1"/>
                </a:cxn>
                <a:cxn ang="0">
                  <a:pos x="1" y="6"/>
                </a:cxn>
                <a:cxn ang="0">
                  <a:pos x="4" y="8"/>
                </a:cxn>
                <a:cxn ang="0">
                  <a:pos x="8" y="10"/>
                </a:cxn>
                <a:cxn ang="0">
                  <a:pos x="10" y="14"/>
                </a:cxn>
                <a:cxn ang="0">
                  <a:pos x="9" y="18"/>
                </a:cxn>
                <a:cxn ang="0">
                  <a:pos x="9" y="21"/>
                </a:cxn>
                <a:cxn ang="0">
                  <a:pos x="12" y="24"/>
                </a:cxn>
                <a:cxn ang="0">
                  <a:pos x="14" y="24"/>
                </a:cxn>
                <a:cxn ang="0">
                  <a:pos x="16" y="22"/>
                </a:cxn>
              </a:cxnLst>
              <a:rect l="0" t="0" r="r" b="b"/>
              <a:pathLst>
                <a:path w="18" h="24">
                  <a:moveTo>
                    <a:pt x="16" y="22"/>
                  </a:moveTo>
                  <a:cubicBezTo>
                    <a:pt x="16" y="21"/>
                    <a:pt x="17" y="20"/>
                    <a:pt x="17" y="20"/>
                  </a:cubicBezTo>
                  <a:cubicBezTo>
                    <a:pt x="18" y="19"/>
                    <a:pt x="18" y="16"/>
                    <a:pt x="18" y="15"/>
                  </a:cubicBezTo>
                  <a:cubicBezTo>
                    <a:pt x="18" y="14"/>
                    <a:pt x="17" y="11"/>
                    <a:pt x="16" y="10"/>
                  </a:cubicBezTo>
                  <a:cubicBezTo>
                    <a:pt x="15" y="10"/>
                    <a:pt x="13" y="9"/>
                    <a:pt x="12" y="9"/>
                  </a:cubicBezTo>
                  <a:cubicBezTo>
                    <a:pt x="11" y="8"/>
                    <a:pt x="9" y="6"/>
                    <a:pt x="9" y="5"/>
                  </a:cubicBezTo>
                  <a:cubicBezTo>
                    <a:pt x="8" y="5"/>
                    <a:pt x="6" y="3"/>
                    <a:pt x="5" y="3"/>
                  </a:cubicBezTo>
                  <a:cubicBezTo>
                    <a:pt x="4" y="2"/>
                    <a:pt x="2" y="0"/>
                    <a:pt x="2" y="1"/>
                  </a:cubicBezTo>
                  <a:cubicBezTo>
                    <a:pt x="1" y="1"/>
                    <a:pt x="0" y="4"/>
                    <a:pt x="1" y="6"/>
                  </a:cubicBezTo>
                  <a:cubicBezTo>
                    <a:pt x="1" y="6"/>
                    <a:pt x="3" y="8"/>
                    <a:pt x="4" y="8"/>
                  </a:cubicBezTo>
                  <a:cubicBezTo>
                    <a:pt x="5" y="9"/>
                    <a:pt x="7" y="9"/>
                    <a:pt x="8" y="10"/>
                  </a:cubicBezTo>
                  <a:cubicBezTo>
                    <a:pt x="9" y="11"/>
                    <a:pt x="10" y="13"/>
                    <a:pt x="10" y="14"/>
                  </a:cubicBezTo>
                  <a:cubicBezTo>
                    <a:pt x="10" y="15"/>
                    <a:pt x="9" y="17"/>
                    <a:pt x="9" y="18"/>
                  </a:cubicBezTo>
                  <a:cubicBezTo>
                    <a:pt x="9" y="18"/>
                    <a:pt x="9" y="20"/>
                    <a:pt x="9" y="21"/>
                  </a:cubicBezTo>
                  <a:cubicBezTo>
                    <a:pt x="10" y="22"/>
                    <a:pt x="11" y="24"/>
                    <a:pt x="12" y="24"/>
                  </a:cubicBezTo>
                  <a:cubicBezTo>
                    <a:pt x="12" y="24"/>
                    <a:pt x="14" y="24"/>
                    <a:pt x="14" y="24"/>
                  </a:cubicBezTo>
                  <a:cubicBezTo>
                    <a:pt x="15" y="23"/>
                    <a:pt x="15" y="22"/>
                    <a:pt x="16" y="2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51"/>
            <p:cNvSpPr>
              <a:spLocks/>
            </p:cNvSpPr>
            <p:nvPr/>
          </p:nvSpPr>
          <p:spPr bwMode="auto">
            <a:xfrm>
              <a:off x="4819650" y="4079876"/>
              <a:ext cx="23813" cy="71438"/>
            </a:xfrm>
            <a:custGeom>
              <a:avLst/>
              <a:gdLst/>
              <a:ahLst/>
              <a:cxnLst>
                <a:cxn ang="0">
                  <a:pos x="14" y="18"/>
                </a:cxn>
                <a:cxn ang="0">
                  <a:pos x="13" y="14"/>
                </a:cxn>
                <a:cxn ang="0">
                  <a:pos x="10" y="11"/>
                </a:cxn>
                <a:cxn ang="0">
                  <a:pos x="10" y="6"/>
                </a:cxn>
                <a:cxn ang="0">
                  <a:pos x="8" y="2"/>
                </a:cxn>
                <a:cxn ang="0">
                  <a:pos x="6" y="0"/>
                </a:cxn>
                <a:cxn ang="0">
                  <a:pos x="2" y="2"/>
                </a:cxn>
                <a:cxn ang="0">
                  <a:pos x="2" y="8"/>
                </a:cxn>
                <a:cxn ang="0">
                  <a:pos x="1" y="12"/>
                </a:cxn>
                <a:cxn ang="0">
                  <a:pos x="3" y="16"/>
                </a:cxn>
                <a:cxn ang="0">
                  <a:pos x="6" y="19"/>
                </a:cxn>
                <a:cxn ang="0">
                  <a:pos x="7" y="21"/>
                </a:cxn>
                <a:cxn ang="0">
                  <a:pos x="6" y="23"/>
                </a:cxn>
                <a:cxn ang="0">
                  <a:pos x="3" y="23"/>
                </a:cxn>
                <a:cxn ang="0">
                  <a:pos x="1" y="24"/>
                </a:cxn>
                <a:cxn ang="0">
                  <a:pos x="0" y="27"/>
                </a:cxn>
                <a:cxn ang="0">
                  <a:pos x="2" y="33"/>
                </a:cxn>
                <a:cxn ang="0">
                  <a:pos x="4" y="35"/>
                </a:cxn>
                <a:cxn ang="0">
                  <a:pos x="7" y="38"/>
                </a:cxn>
                <a:cxn ang="0">
                  <a:pos x="9" y="41"/>
                </a:cxn>
                <a:cxn ang="0">
                  <a:pos x="11" y="41"/>
                </a:cxn>
                <a:cxn ang="0">
                  <a:pos x="14" y="36"/>
                </a:cxn>
                <a:cxn ang="0">
                  <a:pos x="13" y="32"/>
                </a:cxn>
                <a:cxn ang="0">
                  <a:pos x="10" y="28"/>
                </a:cxn>
                <a:cxn ang="0">
                  <a:pos x="10" y="26"/>
                </a:cxn>
                <a:cxn ang="0">
                  <a:pos x="12" y="24"/>
                </a:cxn>
                <a:cxn ang="0">
                  <a:pos x="14" y="21"/>
                </a:cxn>
                <a:cxn ang="0">
                  <a:pos x="14" y="18"/>
                </a:cxn>
              </a:cxnLst>
              <a:rect l="0" t="0" r="r" b="b"/>
              <a:pathLst>
                <a:path w="14" h="41">
                  <a:moveTo>
                    <a:pt x="14" y="18"/>
                  </a:moveTo>
                  <a:cubicBezTo>
                    <a:pt x="14" y="17"/>
                    <a:pt x="13" y="15"/>
                    <a:pt x="13" y="14"/>
                  </a:cubicBezTo>
                  <a:cubicBezTo>
                    <a:pt x="12" y="13"/>
                    <a:pt x="10" y="12"/>
                    <a:pt x="10" y="11"/>
                  </a:cubicBezTo>
                  <a:cubicBezTo>
                    <a:pt x="9" y="10"/>
                    <a:pt x="10" y="7"/>
                    <a:pt x="10" y="6"/>
                  </a:cubicBezTo>
                  <a:cubicBezTo>
                    <a:pt x="10" y="5"/>
                    <a:pt x="9" y="3"/>
                    <a:pt x="8" y="2"/>
                  </a:cubicBezTo>
                  <a:cubicBezTo>
                    <a:pt x="8" y="1"/>
                    <a:pt x="7" y="0"/>
                    <a:pt x="6" y="0"/>
                  </a:cubicBezTo>
                  <a:cubicBezTo>
                    <a:pt x="5" y="0"/>
                    <a:pt x="3" y="1"/>
                    <a:pt x="2" y="2"/>
                  </a:cubicBezTo>
                  <a:cubicBezTo>
                    <a:pt x="2" y="4"/>
                    <a:pt x="2" y="6"/>
                    <a:pt x="2" y="8"/>
                  </a:cubicBezTo>
                  <a:cubicBezTo>
                    <a:pt x="2" y="9"/>
                    <a:pt x="1" y="11"/>
                    <a:pt x="1" y="12"/>
                  </a:cubicBezTo>
                  <a:cubicBezTo>
                    <a:pt x="1" y="13"/>
                    <a:pt x="2" y="15"/>
                    <a:pt x="3" y="16"/>
                  </a:cubicBezTo>
                  <a:cubicBezTo>
                    <a:pt x="3" y="17"/>
                    <a:pt x="5" y="18"/>
                    <a:pt x="6" y="19"/>
                  </a:cubicBezTo>
                  <a:cubicBezTo>
                    <a:pt x="6" y="19"/>
                    <a:pt x="7" y="21"/>
                    <a:pt x="7" y="21"/>
                  </a:cubicBezTo>
                  <a:cubicBezTo>
                    <a:pt x="7" y="22"/>
                    <a:pt x="6" y="23"/>
                    <a:pt x="6" y="23"/>
                  </a:cubicBezTo>
                  <a:cubicBezTo>
                    <a:pt x="5" y="23"/>
                    <a:pt x="4" y="23"/>
                    <a:pt x="3" y="23"/>
                  </a:cubicBezTo>
                  <a:cubicBezTo>
                    <a:pt x="3" y="23"/>
                    <a:pt x="1" y="23"/>
                    <a:pt x="1" y="24"/>
                  </a:cubicBezTo>
                  <a:cubicBezTo>
                    <a:pt x="0" y="25"/>
                    <a:pt x="0" y="27"/>
                    <a:pt x="0" y="27"/>
                  </a:cubicBezTo>
                  <a:cubicBezTo>
                    <a:pt x="0" y="29"/>
                    <a:pt x="1" y="32"/>
                    <a:pt x="2" y="33"/>
                  </a:cubicBezTo>
                  <a:cubicBezTo>
                    <a:pt x="2" y="34"/>
                    <a:pt x="4" y="35"/>
                    <a:pt x="4" y="35"/>
                  </a:cubicBezTo>
                  <a:cubicBezTo>
                    <a:pt x="5" y="36"/>
                    <a:pt x="7" y="37"/>
                    <a:pt x="7" y="38"/>
                  </a:cubicBezTo>
                  <a:cubicBezTo>
                    <a:pt x="8" y="39"/>
                    <a:pt x="8" y="40"/>
                    <a:pt x="9" y="41"/>
                  </a:cubicBezTo>
                  <a:cubicBezTo>
                    <a:pt x="9" y="41"/>
                    <a:pt x="10" y="41"/>
                    <a:pt x="11" y="41"/>
                  </a:cubicBezTo>
                  <a:cubicBezTo>
                    <a:pt x="12" y="40"/>
                    <a:pt x="14" y="37"/>
                    <a:pt x="14" y="36"/>
                  </a:cubicBezTo>
                  <a:cubicBezTo>
                    <a:pt x="14" y="35"/>
                    <a:pt x="13" y="33"/>
                    <a:pt x="13" y="32"/>
                  </a:cubicBezTo>
                  <a:cubicBezTo>
                    <a:pt x="12" y="31"/>
                    <a:pt x="10" y="29"/>
                    <a:pt x="10" y="28"/>
                  </a:cubicBezTo>
                  <a:cubicBezTo>
                    <a:pt x="9" y="28"/>
                    <a:pt x="9" y="26"/>
                    <a:pt x="10" y="26"/>
                  </a:cubicBezTo>
                  <a:cubicBezTo>
                    <a:pt x="10" y="25"/>
                    <a:pt x="12" y="24"/>
                    <a:pt x="12" y="24"/>
                  </a:cubicBezTo>
                  <a:cubicBezTo>
                    <a:pt x="13" y="23"/>
                    <a:pt x="13" y="22"/>
                    <a:pt x="14" y="21"/>
                  </a:cubicBezTo>
                  <a:cubicBezTo>
                    <a:pt x="14" y="21"/>
                    <a:pt x="14" y="19"/>
                    <a:pt x="14" y="1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52"/>
            <p:cNvSpPr>
              <a:spLocks/>
            </p:cNvSpPr>
            <p:nvPr/>
          </p:nvSpPr>
          <p:spPr bwMode="auto">
            <a:xfrm>
              <a:off x="4843463" y="3929063"/>
              <a:ext cx="369888" cy="412750"/>
            </a:xfrm>
            <a:custGeom>
              <a:avLst/>
              <a:gdLst/>
              <a:ahLst/>
              <a:cxnLst>
                <a:cxn ang="0">
                  <a:pos x="162" y="189"/>
                </a:cxn>
                <a:cxn ang="0">
                  <a:pos x="143" y="218"/>
                </a:cxn>
                <a:cxn ang="0">
                  <a:pos x="113" y="216"/>
                </a:cxn>
                <a:cxn ang="0">
                  <a:pos x="82" y="217"/>
                </a:cxn>
                <a:cxn ang="0">
                  <a:pos x="33" y="236"/>
                </a:cxn>
                <a:cxn ang="0">
                  <a:pos x="24" y="222"/>
                </a:cxn>
                <a:cxn ang="0">
                  <a:pos x="41" y="229"/>
                </a:cxn>
                <a:cxn ang="0">
                  <a:pos x="40" y="223"/>
                </a:cxn>
                <a:cxn ang="0">
                  <a:pos x="61" y="215"/>
                </a:cxn>
                <a:cxn ang="0">
                  <a:pos x="87" y="202"/>
                </a:cxn>
                <a:cxn ang="0">
                  <a:pos x="67" y="210"/>
                </a:cxn>
                <a:cxn ang="0">
                  <a:pos x="57" y="197"/>
                </a:cxn>
                <a:cxn ang="0">
                  <a:pos x="40" y="198"/>
                </a:cxn>
                <a:cxn ang="0">
                  <a:pos x="52" y="180"/>
                </a:cxn>
                <a:cxn ang="0">
                  <a:pos x="67" y="165"/>
                </a:cxn>
                <a:cxn ang="0">
                  <a:pos x="84" y="152"/>
                </a:cxn>
                <a:cxn ang="0">
                  <a:pos x="87" y="131"/>
                </a:cxn>
                <a:cxn ang="0">
                  <a:pos x="116" y="108"/>
                </a:cxn>
                <a:cxn ang="0">
                  <a:pos x="118" y="129"/>
                </a:cxn>
                <a:cxn ang="0">
                  <a:pos x="110" y="155"/>
                </a:cxn>
                <a:cxn ang="0">
                  <a:pos x="123" y="132"/>
                </a:cxn>
                <a:cxn ang="0">
                  <a:pos x="152" y="101"/>
                </a:cxn>
                <a:cxn ang="0">
                  <a:pos x="157" y="97"/>
                </a:cxn>
                <a:cxn ang="0">
                  <a:pos x="155" y="88"/>
                </a:cxn>
                <a:cxn ang="0">
                  <a:pos x="128" y="103"/>
                </a:cxn>
                <a:cxn ang="0">
                  <a:pos x="123" y="99"/>
                </a:cxn>
                <a:cxn ang="0">
                  <a:pos x="94" y="99"/>
                </a:cxn>
                <a:cxn ang="0">
                  <a:pos x="86" y="118"/>
                </a:cxn>
                <a:cxn ang="0">
                  <a:pos x="66" y="138"/>
                </a:cxn>
                <a:cxn ang="0">
                  <a:pos x="51" y="169"/>
                </a:cxn>
                <a:cxn ang="0">
                  <a:pos x="50" y="156"/>
                </a:cxn>
                <a:cxn ang="0">
                  <a:pos x="49" y="135"/>
                </a:cxn>
                <a:cxn ang="0">
                  <a:pos x="36" y="134"/>
                </a:cxn>
                <a:cxn ang="0">
                  <a:pos x="39" y="124"/>
                </a:cxn>
                <a:cxn ang="0">
                  <a:pos x="53" y="108"/>
                </a:cxn>
                <a:cxn ang="0">
                  <a:pos x="35" y="121"/>
                </a:cxn>
                <a:cxn ang="0">
                  <a:pos x="17" y="139"/>
                </a:cxn>
                <a:cxn ang="0">
                  <a:pos x="11" y="123"/>
                </a:cxn>
                <a:cxn ang="0">
                  <a:pos x="7" y="110"/>
                </a:cxn>
                <a:cxn ang="0">
                  <a:pos x="15" y="97"/>
                </a:cxn>
                <a:cxn ang="0">
                  <a:pos x="24" y="82"/>
                </a:cxn>
                <a:cxn ang="0">
                  <a:pos x="56" y="89"/>
                </a:cxn>
                <a:cxn ang="0">
                  <a:pos x="60" y="51"/>
                </a:cxn>
                <a:cxn ang="0">
                  <a:pos x="44" y="51"/>
                </a:cxn>
                <a:cxn ang="0">
                  <a:pos x="25" y="70"/>
                </a:cxn>
                <a:cxn ang="0">
                  <a:pos x="18" y="57"/>
                </a:cxn>
                <a:cxn ang="0">
                  <a:pos x="5" y="35"/>
                </a:cxn>
                <a:cxn ang="0">
                  <a:pos x="10" y="32"/>
                </a:cxn>
                <a:cxn ang="0">
                  <a:pos x="25" y="50"/>
                </a:cxn>
                <a:cxn ang="0">
                  <a:pos x="32" y="41"/>
                </a:cxn>
                <a:cxn ang="0">
                  <a:pos x="34" y="24"/>
                </a:cxn>
                <a:cxn ang="0">
                  <a:pos x="39" y="15"/>
                </a:cxn>
                <a:cxn ang="0">
                  <a:pos x="18" y="22"/>
                </a:cxn>
                <a:cxn ang="0">
                  <a:pos x="21" y="10"/>
                </a:cxn>
                <a:cxn ang="0">
                  <a:pos x="54" y="4"/>
                </a:cxn>
                <a:cxn ang="0">
                  <a:pos x="85" y="1"/>
                </a:cxn>
                <a:cxn ang="0">
                  <a:pos x="113" y="20"/>
                </a:cxn>
                <a:cxn ang="0">
                  <a:pos x="148" y="25"/>
                </a:cxn>
                <a:cxn ang="0">
                  <a:pos x="171" y="62"/>
                </a:cxn>
                <a:cxn ang="0">
                  <a:pos x="209" y="78"/>
                </a:cxn>
                <a:cxn ang="0">
                  <a:pos x="201" y="145"/>
                </a:cxn>
              </a:cxnLst>
              <a:rect l="0" t="0" r="r" b="b"/>
              <a:pathLst>
                <a:path w="214" h="240">
                  <a:moveTo>
                    <a:pt x="187" y="170"/>
                  </a:moveTo>
                  <a:cubicBezTo>
                    <a:pt x="187" y="171"/>
                    <a:pt x="187" y="173"/>
                    <a:pt x="186" y="173"/>
                  </a:cubicBezTo>
                  <a:cubicBezTo>
                    <a:pt x="186" y="175"/>
                    <a:pt x="185" y="178"/>
                    <a:pt x="185" y="179"/>
                  </a:cubicBezTo>
                  <a:cubicBezTo>
                    <a:pt x="184" y="180"/>
                    <a:pt x="182" y="183"/>
                    <a:pt x="181" y="184"/>
                  </a:cubicBezTo>
                  <a:cubicBezTo>
                    <a:pt x="179" y="184"/>
                    <a:pt x="176" y="185"/>
                    <a:pt x="174" y="185"/>
                  </a:cubicBezTo>
                  <a:cubicBezTo>
                    <a:pt x="173" y="186"/>
                    <a:pt x="169" y="186"/>
                    <a:pt x="167" y="186"/>
                  </a:cubicBezTo>
                  <a:cubicBezTo>
                    <a:pt x="166" y="187"/>
                    <a:pt x="163" y="188"/>
                    <a:pt x="162" y="189"/>
                  </a:cubicBezTo>
                  <a:cubicBezTo>
                    <a:pt x="161" y="190"/>
                    <a:pt x="158" y="192"/>
                    <a:pt x="158" y="194"/>
                  </a:cubicBezTo>
                  <a:cubicBezTo>
                    <a:pt x="157" y="196"/>
                    <a:pt x="156" y="200"/>
                    <a:pt x="156" y="202"/>
                  </a:cubicBezTo>
                  <a:cubicBezTo>
                    <a:pt x="156" y="204"/>
                    <a:pt x="156" y="208"/>
                    <a:pt x="156" y="210"/>
                  </a:cubicBezTo>
                  <a:cubicBezTo>
                    <a:pt x="155" y="211"/>
                    <a:pt x="153" y="213"/>
                    <a:pt x="152" y="214"/>
                  </a:cubicBezTo>
                  <a:cubicBezTo>
                    <a:pt x="152" y="215"/>
                    <a:pt x="151" y="217"/>
                    <a:pt x="151" y="219"/>
                  </a:cubicBezTo>
                  <a:cubicBezTo>
                    <a:pt x="150" y="218"/>
                    <a:pt x="149" y="218"/>
                    <a:pt x="148" y="218"/>
                  </a:cubicBezTo>
                  <a:cubicBezTo>
                    <a:pt x="147" y="217"/>
                    <a:pt x="144" y="217"/>
                    <a:pt x="143" y="218"/>
                  </a:cubicBezTo>
                  <a:cubicBezTo>
                    <a:pt x="141" y="218"/>
                    <a:pt x="137" y="221"/>
                    <a:pt x="134" y="223"/>
                  </a:cubicBezTo>
                  <a:cubicBezTo>
                    <a:pt x="133" y="223"/>
                    <a:pt x="131" y="225"/>
                    <a:pt x="129" y="226"/>
                  </a:cubicBezTo>
                  <a:cubicBezTo>
                    <a:pt x="128" y="226"/>
                    <a:pt x="125" y="225"/>
                    <a:pt x="123" y="225"/>
                  </a:cubicBezTo>
                  <a:cubicBezTo>
                    <a:pt x="121" y="225"/>
                    <a:pt x="118" y="227"/>
                    <a:pt x="116" y="227"/>
                  </a:cubicBezTo>
                  <a:cubicBezTo>
                    <a:pt x="115" y="227"/>
                    <a:pt x="112" y="225"/>
                    <a:pt x="111" y="224"/>
                  </a:cubicBezTo>
                  <a:cubicBezTo>
                    <a:pt x="110" y="223"/>
                    <a:pt x="110" y="220"/>
                    <a:pt x="111" y="219"/>
                  </a:cubicBezTo>
                  <a:cubicBezTo>
                    <a:pt x="111" y="218"/>
                    <a:pt x="113" y="217"/>
                    <a:pt x="113" y="216"/>
                  </a:cubicBezTo>
                  <a:cubicBezTo>
                    <a:pt x="114" y="215"/>
                    <a:pt x="114" y="212"/>
                    <a:pt x="113" y="211"/>
                  </a:cubicBezTo>
                  <a:cubicBezTo>
                    <a:pt x="113" y="210"/>
                    <a:pt x="112" y="208"/>
                    <a:pt x="111" y="207"/>
                  </a:cubicBezTo>
                  <a:cubicBezTo>
                    <a:pt x="110" y="206"/>
                    <a:pt x="107" y="206"/>
                    <a:pt x="106" y="205"/>
                  </a:cubicBezTo>
                  <a:cubicBezTo>
                    <a:pt x="105" y="205"/>
                    <a:pt x="104" y="202"/>
                    <a:pt x="103" y="202"/>
                  </a:cubicBezTo>
                  <a:cubicBezTo>
                    <a:pt x="102" y="202"/>
                    <a:pt x="100" y="205"/>
                    <a:pt x="99" y="205"/>
                  </a:cubicBezTo>
                  <a:cubicBezTo>
                    <a:pt x="97" y="207"/>
                    <a:pt x="92" y="208"/>
                    <a:pt x="90" y="210"/>
                  </a:cubicBezTo>
                  <a:cubicBezTo>
                    <a:pt x="88" y="211"/>
                    <a:pt x="84" y="215"/>
                    <a:pt x="82" y="217"/>
                  </a:cubicBezTo>
                  <a:cubicBezTo>
                    <a:pt x="79" y="219"/>
                    <a:pt x="75" y="223"/>
                    <a:pt x="73" y="225"/>
                  </a:cubicBezTo>
                  <a:cubicBezTo>
                    <a:pt x="72" y="226"/>
                    <a:pt x="69" y="229"/>
                    <a:pt x="68" y="230"/>
                  </a:cubicBezTo>
                  <a:cubicBezTo>
                    <a:pt x="67" y="232"/>
                    <a:pt x="68" y="235"/>
                    <a:pt x="67" y="237"/>
                  </a:cubicBezTo>
                  <a:cubicBezTo>
                    <a:pt x="66" y="238"/>
                    <a:pt x="64" y="239"/>
                    <a:pt x="63" y="239"/>
                  </a:cubicBezTo>
                  <a:cubicBezTo>
                    <a:pt x="60" y="240"/>
                    <a:pt x="54" y="238"/>
                    <a:pt x="52" y="237"/>
                  </a:cubicBezTo>
                  <a:cubicBezTo>
                    <a:pt x="50" y="237"/>
                    <a:pt x="47" y="234"/>
                    <a:pt x="45" y="234"/>
                  </a:cubicBezTo>
                  <a:cubicBezTo>
                    <a:pt x="42" y="234"/>
                    <a:pt x="36" y="235"/>
                    <a:pt x="33" y="236"/>
                  </a:cubicBezTo>
                  <a:cubicBezTo>
                    <a:pt x="30" y="236"/>
                    <a:pt x="24" y="237"/>
                    <a:pt x="22" y="237"/>
                  </a:cubicBezTo>
                  <a:cubicBezTo>
                    <a:pt x="21" y="238"/>
                    <a:pt x="20" y="238"/>
                    <a:pt x="19" y="238"/>
                  </a:cubicBezTo>
                  <a:cubicBezTo>
                    <a:pt x="19" y="237"/>
                    <a:pt x="20" y="236"/>
                    <a:pt x="20" y="235"/>
                  </a:cubicBezTo>
                  <a:cubicBezTo>
                    <a:pt x="20" y="234"/>
                    <a:pt x="19" y="232"/>
                    <a:pt x="19" y="231"/>
                  </a:cubicBezTo>
                  <a:cubicBezTo>
                    <a:pt x="19" y="230"/>
                    <a:pt x="20" y="228"/>
                    <a:pt x="21" y="227"/>
                  </a:cubicBezTo>
                  <a:cubicBezTo>
                    <a:pt x="21" y="226"/>
                    <a:pt x="21" y="224"/>
                    <a:pt x="21" y="223"/>
                  </a:cubicBezTo>
                  <a:cubicBezTo>
                    <a:pt x="22" y="223"/>
                    <a:pt x="23" y="222"/>
                    <a:pt x="24" y="222"/>
                  </a:cubicBezTo>
                  <a:cubicBezTo>
                    <a:pt x="25" y="221"/>
                    <a:pt x="28" y="222"/>
                    <a:pt x="29" y="222"/>
                  </a:cubicBezTo>
                  <a:cubicBezTo>
                    <a:pt x="30" y="222"/>
                    <a:pt x="32" y="223"/>
                    <a:pt x="33" y="223"/>
                  </a:cubicBezTo>
                  <a:cubicBezTo>
                    <a:pt x="34" y="224"/>
                    <a:pt x="36" y="226"/>
                    <a:pt x="36" y="227"/>
                  </a:cubicBezTo>
                  <a:cubicBezTo>
                    <a:pt x="36" y="228"/>
                    <a:pt x="34" y="229"/>
                    <a:pt x="34" y="230"/>
                  </a:cubicBezTo>
                  <a:cubicBezTo>
                    <a:pt x="34" y="230"/>
                    <a:pt x="36" y="232"/>
                    <a:pt x="36" y="232"/>
                  </a:cubicBezTo>
                  <a:cubicBezTo>
                    <a:pt x="37" y="232"/>
                    <a:pt x="38" y="232"/>
                    <a:pt x="39" y="231"/>
                  </a:cubicBezTo>
                  <a:cubicBezTo>
                    <a:pt x="39" y="231"/>
                    <a:pt x="40" y="229"/>
                    <a:pt x="41" y="229"/>
                  </a:cubicBezTo>
                  <a:cubicBezTo>
                    <a:pt x="41" y="229"/>
                    <a:pt x="43" y="229"/>
                    <a:pt x="44" y="229"/>
                  </a:cubicBezTo>
                  <a:cubicBezTo>
                    <a:pt x="45" y="229"/>
                    <a:pt x="46" y="229"/>
                    <a:pt x="47" y="228"/>
                  </a:cubicBezTo>
                  <a:cubicBezTo>
                    <a:pt x="47" y="228"/>
                    <a:pt x="48" y="227"/>
                    <a:pt x="48" y="226"/>
                  </a:cubicBezTo>
                  <a:cubicBezTo>
                    <a:pt x="48" y="225"/>
                    <a:pt x="46" y="224"/>
                    <a:pt x="46" y="224"/>
                  </a:cubicBezTo>
                  <a:cubicBezTo>
                    <a:pt x="45" y="224"/>
                    <a:pt x="45" y="225"/>
                    <a:pt x="45" y="225"/>
                  </a:cubicBezTo>
                  <a:cubicBezTo>
                    <a:pt x="44" y="225"/>
                    <a:pt x="42" y="225"/>
                    <a:pt x="41" y="225"/>
                  </a:cubicBezTo>
                  <a:cubicBezTo>
                    <a:pt x="41" y="224"/>
                    <a:pt x="40" y="223"/>
                    <a:pt x="40" y="223"/>
                  </a:cubicBezTo>
                  <a:cubicBezTo>
                    <a:pt x="40" y="222"/>
                    <a:pt x="41" y="220"/>
                    <a:pt x="41" y="219"/>
                  </a:cubicBezTo>
                  <a:cubicBezTo>
                    <a:pt x="42" y="219"/>
                    <a:pt x="44" y="218"/>
                    <a:pt x="45" y="217"/>
                  </a:cubicBezTo>
                  <a:cubicBezTo>
                    <a:pt x="46" y="216"/>
                    <a:pt x="48" y="214"/>
                    <a:pt x="49" y="213"/>
                  </a:cubicBezTo>
                  <a:cubicBezTo>
                    <a:pt x="50" y="213"/>
                    <a:pt x="52" y="212"/>
                    <a:pt x="53" y="212"/>
                  </a:cubicBezTo>
                  <a:cubicBezTo>
                    <a:pt x="54" y="211"/>
                    <a:pt x="56" y="212"/>
                    <a:pt x="56" y="212"/>
                  </a:cubicBezTo>
                  <a:cubicBezTo>
                    <a:pt x="57" y="213"/>
                    <a:pt x="57" y="214"/>
                    <a:pt x="58" y="215"/>
                  </a:cubicBezTo>
                  <a:cubicBezTo>
                    <a:pt x="59" y="215"/>
                    <a:pt x="61" y="215"/>
                    <a:pt x="61" y="215"/>
                  </a:cubicBezTo>
                  <a:cubicBezTo>
                    <a:pt x="62" y="215"/>
                    <a:pt x="64" y="214"/>
                    <a:pt x="64" y="214"/>
                  </a:cubicBezTo>
                  <a:cubicBezTo>
                    <a:pt x="66" y="214"/>
                    <a:pt x="68" y="213"/>
                    <a:pt x="69" y="213"/>
                  </a:cubicBezTo>
                  <a:cubicBezTo>
                    <a:pt x="70" y="212"/>
                    <a:pt x="72" y="211"/>
                    <a:pt x="73" y="210"/>
                  </a:cubicBezTo>
                  <a:cubicBezTo>
                    <a:pt x="74" y="209"/>
                    <a:pt x="76" y="208"/>
                    <a:pt x="77" y="207"/>
                  </a:cubicBezTo>
                  <a:cubicBezTo>
                    <a:pt x="78" y="207"/>
                    <a:pt x="81" y="206"/>
                    <a:pt x="82" y="206"/>
                  </a:cubicBezTo>
                  <a:cubicBezTo>
                    <a:pt x="83" y="205"/>
                    <a:pt x="85" y="205"/>
                    <a:pt x="86" y="204"/>
                  </a:cubicBezTo>
                  <a:cubicBezTo>
                    <a:pt x="87" y="204"/>
                    <a:pt x="88" y="203"/>
                    <a:pt x="87" y="202"/>
                  </a:cubicBezTo>
                  <a:cubicBezTo>
                    <a:pt x="87" y="201"/>
                    <a:pt x="86" y="200"/>
                    <a:pt x="85" y="200"/>
                  </a:cubicBezTo>
                  <a:cubicBezTo>
                    <a:pt x="84" y="199"/>
                    <a:pt x="82" y="199"/>
                    <a:pt x="81" y="199"/>
                  </a:cubicBezTo>
                  <a:cubicBezTo>
                    <a:pt x="80" y="199"/>
                    <a:pt x="78" y="200"/>
                    <a:pt x="77" y="200"/>
                  </a:cubicBezTo>
                  <a:cubicBezTo>
                    <a:pt x="76" y="201"/>
                    <a:pt x="75" y="202"/>
                    <a:pt x="74" y="203"/>
                  </a:cubicBezTo>
                  <a:cubicBezTo>
                    <a:pt x="73" y="203"/>
                    <a:pt x="73" y="205"/>
                    <a:pt x="72" y="206"/>
                  </a:cubicBezTo>
                  <a:cubicBezTo>
                    <a:pt x="72" y="206"/>
                    <a:pt x="70" y="207"/>
                    <a:pt x="70" y="207"/>
                  </a:cubicBezTo>
                  <a:cubicBezTo>
                    <a:pt x="69" y="208"/>
                    <a:pt x="68" y="210"/>
                    <a:pt x="67" y="210"/>
                  </a:cubicBezTo>
                  <a:cubicBezTo>
                    <a:pt x="66" y="210"/>
                    <a:pt x="64" y="210"/>
                    <a:pt x="64" y="210"/>
                  </a:cubicBezTo>
                  <a:cubicBezTo>
                    <a:pt x="63" y="210"/>
                    <a:pt x="61" y="210"/>
                    <a:pt x="60" y="210"/>
                  </a:cubicBezTo>
                  <a:cubicBezTo>
                    <a:pt x="59" y="209"/>
                    <a:pt x="57" y="208"/>
                    <a:pt x="57" y="207"/>
                  </a:cubicBezTo>
                  <a:cubicBezTo>
                    <a:pt x="57" y="206"/>
                    <a:pt x="59" y="205"/>
                    <a:pt x="59" y="205"/>
                  </a:cubicBezTo>
                  <a:cubicBezTo>
                    <a:pt x="59" y="204"/>
                    <a:pt x="60" y="202"/>
                    <a:pt x="60" y="200"/>
                  </a:cubicBezTo>
                  <a:cubicBezTo>
                    <a:pt x="60" y="200"/>
                    <a:pt x="60" y="198"/>
                    <a:pt x="59" y="197"/>
                  </a:cubicBezTo>
                  <a:cubicBezTo>
                    <a:pt x="59" y="197"/>
                    <a:pt x="58" y="197"/>
                    <a:pt x="57" y="197"/>
                  </a:cubicBezTo>
                  <a:cubicBezTo>
                    <a:pt x="56" y="197"/>
                    <a:pt x="55" y="199"/>
                    <a:pt x="55" y="199"/>
                  </a:cubicBezTo>
                  <a:cubicBezTo>
                    <a:pt x="55" y="200"/>
                    <a:pt x="55" y="202"/>
                    <a:pt x="54" y="202"/>
                  </a:cubicBezTo>
                  <a:cubicBezTo>
                    <a:pt x="54" y="203"/>
                    <a:pt x="54" y="204"/>
                    <a:pt x="53" y="204"/>
                  </a:cubicBezTo>
                  <a:cubicBezTo>
                    <a:pt x="53" y="205"/>
                    <a:pt x="51" y="206"/>
                    <a:pt x="51" y="206"/>
                  </a:cubicBezTo>
                  <a:cubicBezTo>
                    <a:pt x="49" y="206"/>
                    <a:pt x="47" y="206"/>
                    <a:pt x="45" y="205"/>
                  </a:cubicBezTo>
                  <a:cubicBezTo>
                    <a:pt x="45" y="205"/>
                    <a:pt x="44" y="203"/>
                    <a:pt x="44" y="202"/>
                  </a:cubicBezTo>
                  <a:cubicBezTo>
                    <a:pt x="43" y="201"/>
                    <a:pt x="41" y="198"/>
                    <a:pt x="40" y="198"/>
                  </a:cubicBezTo>
                  <a:cubicBezTo>
                    <a:pt x="40" y="197"/>
                    <a:pt x="38" y="196"/>
                    <a:pt x="38" y="195"/>
                  </a:cubicBezTo>
                  <a:cubicBezTo>
                    <a:pt x="37" y="195"/>
                    <a:pt x="36" y="194"/>
                    <a:pt x="36" y="193"/>
                  </a:cubicBezTo>
                  <a:cubicBezTo>
                    <a:pt x="36" y="192"/>
                    <a:pt x="38" y="191"/>
                    <a:pt x="39" y="191"/>
                  </a:cubicBezTo>
                  <a:cubicBezTo>
                    <a:pt x="39" y="190"/>
                    <a:pt x="41" y="189"/>
                    <a:pt x="41" y="188"/>
                  </a:cubicBezTo>
                  <a:cubicBezTo>
                    <a:pt x="42" y="187"/>
                    <a:pt x="42" y="184"/>
                    <a:pt x="43" y="183"/>
                  </a:cubicBezTo>
                  <a:cubicBezTo>
                    <a:pt x="44" y="182"/>
                    <a:pt x="46" y="180"/>
                    <a:pt x="47" y="180"/>
                  </a:cubicBezTo>
                  <a:cubicBezTo>
                    <a:pt x="48" y="180"/>
                    <a:pt x="51" y="180"/>
                    <a:pt x="52" y="180"/>
                  </a:cubicBezTo>
                  <a:cubicBezTo>
                    <a:pt x="53" y="179"/>
                    <a:pt x="55" y="178"/>
                    <a:pt x="56" y="177"/>
                  </a:cubicBezTo>
                  <a:cubicBezTo>
                    <a:pt x="56" y="177"/>
                    <a:pt x="57" y="179"/>
                    <a:pt x="58" y="179"/>
                  </a:cubicBezTo>
                  <a:cubicBezTo>
                    <a:pt x="59" y="179"/>
                    <a:pt x="61" y="178"/>
                    <a:pt x="62" y="178"/>
                  </a:cubicBezTo>
                  <a:cubicBezTo>
                    <a:pt x="62" y="177"/>
                    <a:pt x="64" y="176"/>
                    <a:pt x="64" y="175"/>
                  </a:cubicBezTo>
                  <a:cubicBezTo>
                    <a:pt x="64" y="174"/>
                    <a:pt x="63" y="172"/>
                    <a:pt x="63" y="171"/>
                  </a:cubicBezTo>
                  <a:cubicBezTo>
                    <a:pt x="63" y="170"/>
                    <a:pt x="64" y="168"/>
                    <a:pt x="65" y="167"/>
                  </a:cubicBezTo>
                  <a:cubicBezTo>
                    <a:pt x="65" y="167"/>
                    <a:pt x="66" y="165"/>
                    <a:pt x="67" y="165"/>
                  </a:cubicBezTo>
                  <a:cubicBezTo>
                    <a:pt x="68" y="164"/>
                    <a:pt x="70" y="162"/>
                    <a:pt x="71" y="162"/>
                  </a:cubicBezTo>
                  <a:cubicBezTo>
                    <a:pt x="73" y="161"/>
                    <a:pt x="75" y="159"/>
                    <a:pt x="76" y="159"/>
                  </a:cubicBezTo>
                  <a:cubicBezTo>
                    <a:pt x="77" y="158"/>
                    <a:pt x="80" y="159"/>
                    <a:pt x="81" y="159"/>
                  </a:cubicBezTo>
                  <a:cubicBezTo>
                    <a:pt x="83" y="158"/>
                    <a:pt x="86" y="158"/>
                    <a:pt x="88" y="157"/>
                  </a:cubicBezTo>
                  <a:cubicBezTo>
                    <a:pt x="88" y="156"/>
                    <a:pt x="90" y="155"/>
                    <a:pt x="90" y="154"/>
                  </a:cubicBezTo>
                  <a:cubicBezTo>
                    <a:pt x="90" y="153"/>
                    <a:pt x="88" y="152"/>
                    <a:pt x="88" y="152"/>
                  </a:cubicBezTo>
                  <a:cubicBezTo>
                    <a:pt x="87" y="152"/>
                    <a:pt x="85" y="152"/>
                    <a:pt x="84" y="152"/>
                  </a:cubicBezTo>
                  <a:cubicBezTo>
                    <a:pt x="83" y="152"/>
                    <a:pt x="82" y="154"/>
                    <a:pt x="81" y="154"/>
                  </a:cubicBezTo>
                  <a:cubicBezTo>
                    <a:pt x="80" y="154"/>
                    <a:pt x="79" y="152"/>
                    <a:pt x="78" y="151"/>
                  </a:cubicBezTo>
                  <a:cubicBezTo>
                    <a:pt x="78" y="150"/>
                    <a:pt x="77" y="147"/>
                    <a:pt x="77" y="146"/>
                  </a:cubicBezTo>
                  <a:cubicBezTo>
                    <a:pt x="77" y="145"/>
                    <a:pt x="77" y="142"/>
                    <a:pt x="78" y="141"/>
                  </a:cubicBezTo>
                  <a:cubicBezTo>
                    <a:pt x="78" y="140"/>
                    <a:pt x="82" y="140"/>
                    <a:pt x="84" y="139"/>
                  </a:cubicBezTo>
                  <a:cubicBezTo>
                    <a:pt x="84" y="138"/>
                    <a:pt x="86" y="136"/>
                    <a:pt x="86" y="134"/>
                  </a:cubicBezTo>
                  <a:cubicBezTo>
                    <a:pt x="87" y="134"/>
                    <a:pt x="86" y="132"/>
                    <a:pt x="87" y="131"/>
                  </a:cubicBezTo>
                  <a:cubicBezTo>
                    <a:pt x="88" y="130"/>
                    <a:pt x="90" y="129"/>
                    <a:pt x="91" y="129"/>
                  </a:cubicBezTo>
                  <a:cubicBezTo>
                    <a:pt x="92" y="128"/>
                    <a:pt x="94" y="125"/>
                    <a:pt x="95" y="124"/>
                  </a:cubicBezTo>
                  <a:cubicBezTo>
                    <a:pt x="96" y="123"/>
                    <a:pt x="97" y="122"/>
                    <a:pt x="98" y="121"/>
                  </a:cubicBezTo>
                  <a:cubicBezTo>
                    <a:pt x="98" y="120"/>
                    <a:pt x="99" y="118"/>
                    <a:pt x="100" y="117"/>
                  </a:cubicBezTo>
                  <a:cubicBezTo>
                    <a:pt x="102" y="115"/>
                    <a:pt x="105" y="113"/>
                    <a:pt x="107" y="112"/>
                  </a:cubicBezTo>
                  <a:cubicBezTo>
                    <a:pt x="108" y="112"/>
                    <a:pt x="111" y="111"/>
                    <a:pt x="112" y="110"/>
                  </a:cubicBezTo>
                  <a:cubicBezTo>
                    <a:pt x="113" y="110"/>
                    <a:pt x="115" y="108"/>
                    <a:pt x="116" y="108"/>
                  </a:cubicBezTo>
                  <a:cubicBezTo>
                    <a:pt x="117" y="107"/>
                    <a:pt x="120" y="105"/>
                    <a:pt x="121" y="105"/>
                  </a:cubicBezTo>
                  <a:cubicBezTo>
                    <a:pt x="122" y="105"/>
                    <a:pt x="123" y="106"/>
                    <a:pt x="124" y="106"/>
                  </a:cubicBezTo>
                  <a:cubicBezTo>
                    <a:pt x="125" y="107"/>
                    <a:pt x="126" y="109"/>
                    <a:pt x="126" y="110"/>
                  </a:cubicBezTo>
                  <a:cubicBezTo>
                    <a:pt x="126" y="111"/>
                    <a:pt x="125" y="113"/>
                    <a:pt x="125" y="114"/>
                  </a:cubicBezTo>
                  <a:cubicBezTo>
                    <a:pt x="124" y="115"/>
                    <a:pt x="123" y="116"/>
                    <a:pt x="122" y="117"/>
                  </a:cubicBezTo>
                  <a:cubicBezTo>
                    <a:pt x="122" y="118"/>
                    <a:pt x="122" y="121"/>
                    <a:pt x="121" y="123"/>
                  </a:cubicBezTo>
                  <a:cubicBezTo>
                    <a:pt x="121" y="124"/>
                    <a:pt x="119" y="127"/>
                    <a:pt x="118" y="129"/>
                  </a:cubicBezTo>
                  <a:cubicBezTo>
                    <a:pt x="118" y="130"/>
                    <a:pt x="116" y="133"/>
                    <a:pt x="116" y="134"/>
                  </a:cubicBezTo>
                  <a:cubicBezTo>
                    <a:pt x="115" y="135"/>
                    <a:pt x="115" y="138"/>
                    <a:pt x="114" y="139"/>
                  </a:cubicBezTo>
                  <a:cubicBezTo>
                    <a:pt x="114" y="140"/>
                    <a:pt x="113" y="141"/>
                    <a:pt x="113" y="142"/>
                  </a:cubicBezTo>
                  <a:cubicBezTo>
                    <a:pt x="112" y="143"/>
                    <a:pt x="113" y="146"/>
                    <a:pt x="112" y="147"/>
                  </a:cubicBezTo>
                  <a:cubicBezTo>
                    <a:pt x="112" y="147"/>
                    <a:pt x="111" y="148"/>
                    <a:pt x="111" y="149"/>
                  </a:cubicBezTo>
                  <a:cubicBezTo>
                    <a:pt x="111" y="149"/>
                    <a:pt x="110" y="151"/>
                    <a:pt x="110" y="152"/>
                  </a:cubicBezTo>
                  <a:cubicBezTo>
                    <a:pt x="110" y="153"/>
                    <a:pt x="110" y="154"/>
                    <a:pt x="110" y="155"/>
                  </a:cubicBezTo>
                  <a:cubicBezTo>
                    <a:pt x="110" y="157"/>
                    <a:pt x="109" y="160"/>
                    <a:pt x="110" y="161"/>
                  </a:cubicBezTo>
                  <a:cubicBezTo>
                    <a:pt x="111" y="161"/>
                    <a:pt x="112" y="161"/>
                    <a:pt x="113" y="161"/>
                  </a:cubicBezTo>
                  <a:cubicBezTo>
                    <a:pt x="114" y="160"/>
                    <a:pt x="114" y="158"/>
                    <a:pt x="115" y="156"/>
                  </a:cubicBezTo>
                  <a:cubicBezTo>
                    <a:pt x="115" y="155"/>
                    <a:pt x="114" y="152"/>
                    <a:pt x="115" y="151"/>
                  </a:cubicBezTo>
                  <a:cubicBezTo>
                    <a:pt x="115" y="150"/>
                    <a:pt x="117" y="147"/>
                    <a:pt x="118" y="146"/>
                  </a:cubicBezTo>
                  <a:cubicBezTo>
                    <a:pt x="119" y="145"/>
                    <a:pt x="120" y="141"/>
                    <a:pt x="121" y="139"/>
                  </a:cubicBezTo>
                  <a:cubicBezTo>
                    <a:pt x="122" y="137"/>
                    <a:pt x="122" y="134"/>
                    <a:pt x="123" y="132"/>
                  </a:cubicBezTo>
                  <a:cubicBezTo>
                    <a:pt x="123" y="130"/>
                    <a:pt x="123" y="126"/>
                    <a:pt x="124" y="125"/>
                  </a:cubicBezTo>
                  <a:cubicBezTo>
                    <a:pt x="124" y="123"/>
                    <a:pt x="127" y="122"/>
                    <a:pt x="128" y="121"/>
                  </a:cubicBezTo>
                  <a:cubicBezTo>
                    <a:pt x="129" y="119"/>
                    <a:pt x="130" y="116"/>
                    <a:pt x="131" y="115"/>
                  </a:cubicBezTo>
                  <a:cubicBezTo>
                    <a:pt x="132" y="113"/>
                    <a:pt x="135" y="111"/>
                    <a:pt x="136" y="110"/>
                  </a:cubicBezTo>
                  <a:cubicBezTo>
                    <a:pt x="138" y="108"/>
                    <a:pt x="140" y="105"/>
                    <a:pt x="142" y="104"/>
                  </a:cubicBezTo>
                  <a:cubicBezTo>
                    <a:pt x="143" y="103"/>
                    <a:pt x="146" y="102"/>
                    <a:pt x="148" y="102"/>
                  </a:cubicBezTo>
                  <a:cubicBezTo>
                    <a:pt x="149" y="102"/>
                    <a:pt x="151" y="101"/>
                    <a:pt x="152" y="101"/>
                  </a:cubicBezTo>
                  <a:cubicBezTo>
                    <a:pt x="154" y="101"/>
                    <a:pt x="156" y="102"/>
                    <a:pt x="158" y="103"/>
                  </a:cubicBezTo>
                  <a:cubicBezTo>
                    <a:pt x="159" y="103"/>
                    <a:pt x="162" y="104"/>
                    <a:pt x="164" y="104"/>
                  </a:cubicBezTo>
                  <a:cubicBezTo>
                    <a:pt x="165" y="104"/>
                    <a:pt x="167" y="104"/>
                    <a:pt x="168" y="103"/>
                  </a:cubicBezTo>
                  <a:cubicBezTo>
                    <a:pt x="168" y="102"/>
                    <a:pt x="168" y="101"/>
                    <a:pt x="167" y="100"/>
                  </a:cubicBezTo>
                  <a:cubicBezTo>
                    <a:pt x="167" y="99"/>
                    <a:pt x="165" y="98"/>
                    <a:pt x="164" y="98"/>
                  </a:cubicBezTo>
                  <a:cubicBezTo>
                    <a:pt x="163" y="97"/>
                    <a:pt x="162" y="99"/>
                    <a:pt x="161" y="98"/>
                  </a:cubicBezTo>
                  <a:cubicBezTo>
                    <a:pt x="160" y="98"/>
                    <a:pt x="158" y="98"/>
                    <a:pt x="157" y="97"/>
                  </a:cubicBezTo>
                  <a:cubicBezTo>
                    <a:pt x="157" y="97"/>
                    <a:pt x="156" y="95"/>
                    <a:pt x="156" y="94"/>
                  </a:cubicBezTo>
                  <a:cubicBezTo>
                    <a:pt x="156" y="93"/>
                    <a:pt x="157" y="91"/>
                    <a:pt x="158" y="91"/>
                  </a:cubicBezTo>
                  <a:cubicBezTo>
                    <a:pt x="159" y="90"/>
                    <a:pt x="161" y="89"/>
                    <a:pt x="161" y="88"/>
                  </a:cubicBezTo>
                  <a:cubicBezTo>
                    <a:pt x="162" y="88"/>
                    <a:pt x="162" y="86"/>
                    <a:pt x="162" y="86"/>
                  </a:cubicBezTo>
                  <a:cubicBezTo>
                    <a:pt x="162" y="85"/>
                    <a:pt x="160" y="84"/>
                    <a:pt x="160" y="84"/>
                  </a:cubicBezTo>
                  <a:cubicBezTo>
                    <a:pt x="159" y="84"/>
                    <a:pt x="157" y="84"/>
                    <a:pt x="157" y="85"/>
                  </a:cubicBezTo>
                  <a:cubicBezTo>
                    <a:pt x="156" y="85"/>
                    <a:pt x="155" y="87"/>
                    <a:pt x="155" y="88"/>
                  </a:cubicBezTo>
                  <a:cubicBezTo>
                    <a:pt x="154" y="88"/>
                    <a:pt x="153" y="90"/>
                    <a:pt x="152" y="90"/>
                  </a:cubicBezTo>
                  <a:cubicBezTo>
                    <a:pt x="151" y="91"/>
                    <a:pt x="149" y="93"/>
                    <a:pt x="148" y="94"/>
                  </a:cubicBezTo>
                  <a:cubicBezTo>
                    <a:pt x="147" y="95"/>
                    <a:pt x="143" y="97"/>
                    <a:pt x="142" y="98"/>
                  </a:cubicBezTo>
                  <a:cubicBezTo>
                    <a:pt x="141" y="99"/>
                    <a:pt x="140" y="100"/>
                    <a:pt x="139" y="101"/>
                  </a:cubicBezTo>
                  <a:cubicBezTo>
                    <a:pt x="138" y="102"/>
                    <a:pt x="136" y="104"/>
                    <a:pt x="135" y="104"/>
                  </a:cubicBezTo>
                  <a:cubicBezTo>
                    <a:pt x="134" y="105"/>
                    <a:pt x="131" y="105"/>
                    <a:pt x="130" y="105"/>
                  </a:cubicBezTo>
                  <a:cubicBezTo>
                    <a:pt x="130" y="105"/>
                    <a:pt x="128" y="104"/>
                    <a:pt x="128" y="103"/>
                  </a:cubicBezTo>
                  <a:cubicBezTo>
                    <a:pt x="128" y="102"/>
                    <a:pt x="128" y="101"/>
                    <a:pt x="128" y="101"/>
                  </a:cubicBezTo>
                  <a:cubicBezTo>
                    <a:pt x="129" y="100"/>
                    <a:pt x="131" y="99"/>
                    <a:pt x="132" y="98"/>
                  </a:cubicBezTo>
                  <a:cubicBezTo>
                    <a:pt x="132" y="98"/>
                    <a:pt x="134" y="96"/>
                    <a:pt x="134" y="95"/>
                  </a:cubicBezTo>
                  <a:cubicBezTo>
                    <a:pt x="134" y="95"/>
                    <a:pt x="132" y="94"/>
                    <a:pt x="132" y="94"/>
                  </a:cubicBezTo>
                  <a:cubicBezTo>
                    <a:pt x="131" y="94"/>
                    <a:pt x="130" y="94"/>
                    <a:pt x="130" y="94"/>
                  </a:cubicBezTo>
                  <a:cubicBezTo>
                    <a:pt x="129" y="94"/>
                    <a:pt x="128" y="96"/>
                    <a:pt x="127" y="97"/>
                  </a:cubicBezTo>
                  <a:cubicBezTo>
                    <a:pt x="126" y="97"/>
                    <a:pt x="124" y="98"/>
                    <a:pt x="123" y="99"/>
                  </a:cubicBezTo>
                  <a:cubicBezTo>
                    <a:pt x="122" y="99"/>
                    <a:pt x="120" y="101"/>
                    <a:pt x="118" y="102"/>
                  </a:cubicBezTo>
                  <a:cubicBezTo>
                    <a:pt x="117" y="102"/>
                    <a:pt x="113" y="102"/>
                    <a:pt x="112" y="102"/>
                  </a:cubicBezTo>
                  <a:cubicBezTo>
                    <a:pt x="110" y="102"/>
                    <a:pt x="106" y="103"/>
                    <a:pt x="105" y="103"/>
                  </a:cubicBezTo>
                  <a:cubicBezTo>
                    <a:pt x="104" y="104"/>
                    <a:pt x="102" y="105"/>
                    <a:pt x="101" y="106"/>
                  </a:cubicBezTo>
                  <a:cubicBezTo>
                    <a:pt x="100" y="106"/>
                    <a:pt x="99" y="107"/>
                    <a:pt x="98" y="107"/>
                  </a:cubicBezTo>
                  <a:cubicBezTo>
                    <a:pt x="97" y="107"/>
                    <a:pt x="97" y="104"/>
                    <a:pt x="96" y="103"/>
                  </a:cubicBezTo>
                  <a:cubicBezTo>
                    <a:pt x="95" y="102"/>
                    <a:pt x="95" y="99"/>
                    <a:pt x="94" y="99"/>
                  </a:cubicBezTo>
                  <a:cubicBezTo>
                    <a:pt x="93" y="99"/>
                    <a:pt x="91" y="99"/>
                    <a:pt x="91" y="100"/>
                  </a:cubicBezTo>
                  <a:cubicBezTo>
                    <a:pt x="90" y="101"/>
                    <a:pt x="91" y="102"/>
                    <a:pt x="91" y="103"/>
                  </a:cubicBezTo>
                  <a:cubicBezTo>
                    <a:pt x="91" y="104"/>
                    <a:pt x="92" y="105"/>
                    <a:pt x="92" y="106"/>
                  </a:cubicBezTo>
                  <a:cubicBezTo>
                    <a:pt x="92" y="107"/>
                    <a:pt x="93" y="108"/>
                    <a:pt x="92" y="109"/>
                  </a:cubicBezTo>
                  <a:cubicBezTo>
                    <a:pt x="92" y="110"/>
                    <a:pt x="90" y="111"/>
                    <a:pt x="90" y="111"/>
                  </a:cubicBezTo>
                  <a:cubicBezTo>
                    <a:pt x="89" y="112"/>
                    <a:pt x="88" y="113"/>
                    <a:pt x="87" y="114"/>
                  </a:cubicBezTo>
                  <a:cubicBezTo>
                    <a:pt x="87" y="115"/>
                    <a:pt x="86" y="117"/>
                    <a:pt x="86" y="118"/>
                  </a:cubicBezTo>
                  <a:cubicBezTo>
                    <a:pt x="86" y="119"/>
                    <a:pt x="85" y="121"/>
                    <a:pt x="85" y="123"/>
                  </a:cubicBezTo>
                  <a:cubicBezTo>
                    <a:pt x="84" y="124"/>
                    <a:pt x="83" y="127"/>
                    <a:pt x="82" y="128"/>
                  </a:cubicBezTo>
                  <a:cubicBezTo>
                    <a:pt x="82" y="128"/>
                    <a:pt x="80" y="127"/>
                    <a:pt x="80" y="127"/>
                  </a:cubicBezTo>
                  <a:cubicBezTo>
                    <a:pt x="78" y="127"/>
                    <a:pt x="75" y="128"/>
                    <a:pt x="74" y="129"/>
                  </a:cubicBezTo>
                  <a:cubicBezTo>
                    <a:pt x="73" y="129"/>
                    <a:pt x="71" y="130"/>
                    <a:pt x="71" y="131"/>
                  </a:cubicBezTo>
                  <a:cubicBezTo>
                    <a:pt x="70" y="132"/>
                    <a:pt x="69" y="134"/>
                    <a:pt x="68" y="135"/>
                  </a:cubicBezTo>
                  <a:cubicBezTo>
                    <a:pt x="68" y="136"/>
                    <a:pt x="66" y="137"/>
                    <a:pt x="66" y="138"/>
                  </a:cubicBezTo>
                  <a:cubicBezTo>
                    <a:pt x="65" y="138"/>
                    <a:pt x="65" y="140"/>
                    <a:pt x="64" y="141"/>
                  </a:cubicBezTo>
                  <a:cubicBezTo>
                    <a:pt x="63" y="142"/>
                    <a:pt x="61" y="143"/>
                    <a:pt x="60" y="144"/>
                  </a:cubicBezTo>
                  <a:cubicBezTo>
                    <a:pt x="59" y="145"/>
                    <a:pt x="57" y="146"/>
                    <a:pt x="57" y="148"/>
                  </a:cubicBezTo>
                  <a:cubicBezTo>
                    <a:pt x="57" y="149"/>
                    <a:pt x="59" y="151"/>
                    <a:pt x="59" y="153"/>
                  </a:cubicBezTo>
                  <a:cubicBezTo>
                    <a:pt x="60" y="154"/>
                    <a:pt x="60" y="157"/>
                    <a:pt x="60" y="159"/>
                  </a:cubicBezTo>
                  <a:cubicBezTo>
                    <a:pt x="60" y="160"/>
                    <a:pt x="57" y="164"/>
                    <a:pt x="56" y="165"/>
                  </a:cubicBezTo>
                  <a:cubicBezTo>
                    <a:pt x="55" y="166"/>
                    <a:pt x="52" y="168"/>
                    <a:pt x="51" y="169"/>
                  </a:cubicBezTo>
                  <a:cubicBezTo>
                    <a:pt x="50" y="169"/>
                    <a:pt x="48" y="170"/>
                    <a:pt x="47" y="170"/>
                  </a:cubicBezTo>
                  <a:cubicBezTo>
                    <a:pt x="46" y="170"/>
                    <a:pt x="45" y="169"/>
                    <a:pt x="44" y="168"/>
                  </a:cubicBezTo>
                  <a:cubicBezTo>
                    <a:pt x="43" y="168"/>
                    <a:pt x="42" y="166"/>
                    <a:pt x="41" y="165"/>
                  </a:cubicBezTo>
                  <a:cubicBezTo>
                    <a:pt x="41" y="164"/>
                    <a:pt x="41" y="161"/>
                    <a:pt x="42" y="160"/>
                  </a:cubicBezTo>
                  <a:cubicBezTo>
                    <a:pt x="43" y="159"/>
                    <a:pt x="45" y="159"/>
                    <a:pt x="46" y="158"/>
                  </a:cubicBezTo>
                  <a:cubicBezTo>
                    <a:pt x="47" y="158"/>
                    <a:pt x="49" y="159"/>
                    <a:pt x="49" y="158"/>
                  </a:cubicBezTo>
                  <a:cubicBezTo>
                    <a:pt x="50" y="158"/>
                    <a:pt x="50" y="156"/>
                    <a:pt x="50" y="156"/>
                  </a:cubicBezTo>
                  <a:cubicBezTo>
                    <a:pt x="50" y="155"/>
                    <a:pt x="49" y="154"/>
                    <a:pt x="49" y="153"/>
                  </a:cubicBezTo>
                  <a:cubicBezTo>
                    <a:pt x="48" y="152"/>
                    <a:pt x="47" y="152"/>
                    <a:pt x="46" y="151"/>
                  </a:cubicBezTo>
                  <a:cubicBezTo>
                    <a:pt x="46" y="151"/>
                    <a:pt x="45" y="149"/>
                    <a:pt x="45" y="148"/>
                  </a:cubicBezTo>
                  <a:cubicBezTo>
                    <a:pt x="45" y="147"/>
                    <a:pt x="47" y="145"/>
                    <a:pt x="48" y="144"/>
                  </a:cubicBezTo>
                  <a:cubicBezTo>
                    <a:pt x="48" y="143"/>
                    <a:pt x="47" y="142"/>
                    <a:pt x="47" y="141"/>
                  </a:cubicBezTo>
                  <a:cubicBezTo>
                    <a:pt x="48" y="140"/>
                    <a:pt x="49" y="139"/>
                    <a:pt x="50" y="138"/>
                  </a:cubicBezTo>
                  <a:cubicBezTo>
                    <a:pt x="50" y="137"/>
                    <a:pt x="49" y="135"/>
                    <a:pt x="49" y="135"/>
                  </a:cubicBezTo>
                  <a:cubicBezTo>
                    <a:pt x="48" y="134"/>
                    <a:pt x="47" y="133"/>
                    <a:pt x="46" y="133"/>
                  </a:cubicBezTo>
                  <a:cubicBezTo>
                    <a:pt x="45" y="134"/>
                    <a:pt x="43" y="136"/>
                    <a:pt x="43" y="136"/>
                  </a:cubicBezTo>
                  <a:cubicBezTo>
                    <a:pt x="42" y="137"/>
                    <a:pt x="40" y="140"/>
                    <a:pt x="39" y="141"/>
                  </a:cubicBezTo>
                  <a:cubicBezTo>
                    <a:pt x="39" y="141"/>
                    <a:pt x="38" y="143"/>
                    <a:pt x="37" y="143"/>
                  </a:cubicBezTo>
                  <a:cubicBezTo>
                    <a:pt x="37" y="143"/>
                    <a:pt x="35" y="142"/>
                    <a:pt x="34" y="141"/>
                  </a:cubicBezTo>
                  <a:cubicBezTo>
                    <a:pt x="33" y="141"/>
                    <a:pt x="33" y="139"/>
                    <a:pt x="33" y="138"/>
                  </a:cubicBezTo>
                  <a:cubicBezTo>
                    <a:pt x="33" y="136"/>
                    <a:pt x="35" y="135"/>
                    <a:pt x="36" y="134"/>
                  </a:cubicBezTo>
                  <a:cubicBezTo>
                    <a:pt x="36" y="133"/>
                    <a:pt x="38" y="133"/>
                    <a:pt x="38" y="132"/>
                  </a:cubicBezTo>
                  <a:cubicBezTo>
                    <a:pt x="39" y="132"/>
                    <a:pt x="39" y="131"/>
                    <a:pt x="39" y="131"/>
                  </a:cubicBezTo>
                  <a:cubicBezTo>
                    <a:pt x="39" y="130"/>
                    <a:pt x="41" y="130"/>
                    <a:pt x="42" y="130"/>
                  </a:cubicBezTo>
                  <a:cubicBezTo>
                    <a:pt x="42" y="130"/>
                    <a:pt x="44" y="130"/>
                    <a:pt x="45" y="130"/>
                  </a:cubicBezTo>
                  <a:cubicBezTo>
                    <a:pt x="45" y="129"/>
                    <a:pt x="45" y="128"/>
                    <a:pt x="44" y="127"/>
                  </a:cubicBezTo>
                  <a:cubicBezTo>
                    <a:pt x="44" y="126"/>
                    <a:pt x="42" y="125"/>
                    <a:pt x="41" y="125"/>
                  </a:cubicBezTo>
                  <a:cubicBezTo>
                    <a:pt x="41" y="124"/>
                    <a:pt x="39" y="124"/>
                    <a:pt x="39" y="124"/>
                  </a:cubicBezTo>
                  <a:cubicBezTo>
                    <a:pt x="38" y="123"/>
                    <a:pt x="39" y="122"/>
                    <a:pt x="39" y="121"/>
                  </a:cubicBezTo>
                  <a:cubicBezTo>
                    <a:pt x="39" y="121"/>
                    <a:pt x="41" y="120"/>
                    <a:pt x="42" y="119"/>
                  </a:cubicBezTo>
                  <a:cubicBezTo>
                    <a:pt x="42" y="118"/>
                    <a:pt x="43" y="116"/>
                    <a:pt x="43" y="116"/>
                  </a:cubicBezTo>
                  <a:cubicBezTo>
                    <a:pt x="43" y="115"/>
                    <a:pt x="43" y="113"/>
                    <a:pt x="43" y="112"/>
                  </a:cubicBezTo>
                  <a:cubicBezTo>
                    <a:pt x="44" y="111"/>
                    <a:pt x="46" y="112"/>
                    <a:pt x="47" y="111"/>
                  </a:cubicBezTo>
                  <a:cubicBezTo>
                    <a:pt x="48" y="111"/>
                    <a:pt x="48" y="109"/>
                    <a:pt x="49" y="109"/>
                  </a:cubicBezTo>
                  <a:cubicBezTo>
                    <a:pt x="49" y="108"/>
                    <a:pt x="52" y="109"/>
                    <a:pt x="53" y="108"/>
                  </a:cubicBezTo>
                  <a:cubicBezTo>
                    <a:pt x="53" y="107"/>
                    <a:pt x="52" y="105"/>
                    <a:pt x="51" y="105"/>
                  </a:cubicBezTo>
                  <a:cubicBezTo>
                    <a:pt x="50" y="104"/>
                    <a:pt x="48" y="105"/>
                    <a:pt x="47" y="105"/>
                  </a:cubicBezTo>
                  <a:cubicBezTo>
                    <a:pt x="46" y="105"/>
                    <a:pt x="44" y="106"/>
                    <a:pt x="43" y="106"/>
                  </a:cubicBezTo>
                  <a:cubicBezTo>
                    <a:pt x="42" y="107"/>
                    <a:pt x="42" y="109"/>
                    <a:pt x="41" y="110"/>
                  </a:cubicBezTo>
                  <a:cubicBezTo>
                    <a:pt x="41" y="111"/>
                    <a:pt x="39" y="112"/>
                    <a:pt x="39" y="113"/>
                  </a:cubicBezTo>
                  <a:cubicBezTo>
                    <a:pt x="38" y="114"/>
                    <a:pt x="37" y="116"/>
                    <a:pt x="36" y="117"/>
                  </a:cubicBezTo>
                  <a:cubicBezTo>
                    <a:pt x="36" y="118"/>
                    <a:pt x="36" y="120"/>
                    <a:pt x="35" y="121"/>
                  </a:cubicBezTo>
                  <a:cubicBezTo>
                    <a:pt x="35" y="122"/>
                    <a:pt x="35" y="125"/>
                    <a:pt x="34" y="126"/>
                  </a:cubicBezTo>
                  <a:cubicBezTo>
                    <a:pt x="34" y="127"/>
                    <a:pt x="32" y="129"/>
                    <a:pt x="32" y="130"/>
                  </a:cubicBezTo>
                  <a:cubicBezTo>
                    <a:pt x="31" y="131"/>
                    <a:pt x="29" y="132"/>
                    <a:pt x="29" y="132"/>
                  </a:cubicBezTo>
                  <a:cubicBezTo>
                    <a:pt x="28" y="133"/>
                    <a:pt x="26" y="135"/>
                    <a:pt x="25" y="136"/>
                  </a:cubicBezTo>
                  <a:cubicBezTo>
                    <a:pt x="24" y="137"/>
                    <a:pt x="23" y="139"/>
                    <a:pt x="22" y="140"/>
                  </a:cubicBezTo>
                  <a:cubicBezTo>
                    <a:pt x="22" y="140"/>
                    <a:pt x="20" y="140"/>
                    <a:pt x="19" y="140"/>
                  </a:cubicBezTo>
                  <a:cubicBezTo>
                    <a:pt x="18" y="140"/>
                    <a:pt x="17" y="139"/>
                    <a:pt x="17" y="139"/>
                  </a:cubicBezTo>
                  <a:cubicBezTo>
                    <a:pt x="16" y="138"/>
                    <a:pt x="17" y="136"/>
                    <a:pt x="17" y="135"/>
                  </a:cubicBezTo>
                  <a:cubicBezTo>
                    <a:pt x="17" y="134"/>
                    <a:pt x="16" y="131"/>
                    <a:pt x="16" y="130"/>
                  </a:cubicBezTo>
                  <a:cubicBezTo>
                    <a:pt x="15" y="129"/>
                    <a:pt x="14" y="128"/>
                    <a:pt x="14" y="128"/>
                  </a:cubicBezTo>
                  <a:cubicBezTo>
                    <a:pt x="13" y="127"/>
                    <a:pt x="12" y="127"/>
                    <a:pt x="11" y="127"/>
                  </a:cubicBezTo>
                  <a:cubicBezTo>
                    <a:pt x="11" y="127"/>
                    <a:pt x="9" y="127"/>
                    <a:pt x="8" y="127"/>
                  </a:cubicBezTo>
                  <a:cubicBezTo>
                    <a:pt x="8" y="126"/>
                    <a:pt x="8" y="124"/>
                    <a:pt x="9" y="123"/>
                  </a:cubicBezTo>
                  <a:cubicBezTo>
                    <a:pt x="9" y="123"/>
                    <a:pt x="10" y="123"/>
                    <a:pt x="11" y="123"/>
                  </a:cubicBezTo>
                  <a:cubicBezTo>
                    <a:pt x="12" y="123"/>
                    <a:pt x="14" y="123"/>
                    <a:pt x="14" y="122"/>
                  </a:cubicBezTo>
                  <a:cubicBezTo>
                    <a:pt x="15" y="121"/>
                    <a:pt x="15" y="119"/>
                    <a:pt x="15" y="118"/>
                  </a:cubicBezTo>
                  <a:cubicBezTo>
                    <a:pt x="15" y="117"/>
                    <a:pt x="13" y="116"/>
                    <a:pt x="11" y="116"/>
                  </a:cubicBezTo>
                  <a:cubicBezTo>
                    <a:pt x="10" y="115"/>
                    <a:pt x="8" y="117"/>
                    <a:pt x="7" y="116"/>
                  </a:cubicBezTo>
                  <a:cubicBezTo>
                    <a:pt x="6" y="116"/>
                    <a:pt x="5" y="115"/>
                    <a:pt x="5" y="115"/>
                  </a:cubicBezTo>
                  <a:cubicBezTo>
                    <a:pt x="4" y="114"/>
                    <a:pt x="3" y="112"/>
                    <a:pt x="4" y="111"/>
                  </a:cubicBezTo>
                  <a:cubicBezTo>
                    <a:pt x="4" y="111"/>
                    <a:pt x="6" y="111"/>
                    <a:pt x="7" y="110"/>
                  </a:cubicBezTo>
                  <a:cubicBezTo>
                    <a:pt x="8" y="110"/>
                    <a:pt x="9" y="109"/>
                    <a:pt x="9" y="108"/>
                  </a:cubicBezTo>
                  <a:cubicBezTo>
                    <a:pt x="10" y="107"/>
                    <a:pt x="9" y="106"/>
                    <a:pt x="8" y="106"/>
                  </a:cubicBezTo>
                  <a:cubicBezTo>
                    <a:pt x="8" y="105"/>
                    <a:pt x="6" y="105"/>
                    <a:pt x="6" y="104"/>
                  </a:cubicBezTo>
                  <a:cubicBezTo>
                    <a:pt x="5" y="103"/>
                    <a:pt x="5" y="102"/>
                    <a:pt x="5" y="101"/>
                  </a:cubicBezTo>
                  <a:cubicBezTo>
                    <a:pt x="5" y="101"/>
                    <a:pt x="7" y="100"/>
                    <a:pt x="7" y="100"/>
                  </a:cubicBezTo>
                  <a:cubicBezTo>
                    <a:pt x="8" y="99"/>
                    <a:pt x="11" y="100"/>
                    <a:pt x="12" y="100"/>
                  </a:cubicBezTo>
                  <a:cubicBezTo>
                    <a:pt x="13" y="99"/>
                    <a:pt x="15" y="98"/>
                    <a:pt x="15" y="97"/>
                  </a:cubicBezTo>
                  <a:cubicBezTo>
                    <a:pt x="16" y="95"/>
                    <a:pt x="17" y="92"/>
                    <a:pt x="17" y="91"/>
                  </a:cubicBezTo>
                  <a:cubicBezTo>
                    <a:pt x="18" y="89"/>
                    <a:pt x="18" y="86"/>
                    <a:pt x="17" y="85"/>
                  </a:cubicBezTo>
                  <a:cubicBezTo>
                    <a:pt x="17" y="84"/>
                    <a:pt x="16" y="82"/>
                    <a:pt x="16" y="81"/>
                  </a:cubicBezTo>
                  <a:cubicBezTo>
                    <a:pt x="16" y="80"/>
                    <a:pt x="16" y="78"/>
                    <a:pt x="17" y="78"/>
                  </a:cubicBezTo>
                  <a:cubicBezTo>
                    <a:pt x="17" y="77"/>
                    <a:pt x="19" y="76"/>
                    <a:pt x="20" y="76"/>
                  </a:cubicBezTo>
                  <a:cubicBezTo>
                    <a:pt x="21" y="76"/>
                    <a:pt x="24" y="77"/>
                    <a:pt x="24" y="78"/>
                  </a:cubicBezTo>
                  <a:cubicBezTo>
                    <a:pt x="25" y="79"/>
                    <a:pt x="24" y="81"/>
                    <a:pt x="24" y="82"/>
                  </a:cubicBezTo>
                  <a:cubicBezTo>
                    <a:pt x="24" y="83"/>
                    <a:pt x="26" y="86"/>
                    <a:pt x="26" y="87"/>
                  </a:cubicBezTo>
                  <a:cubicBezTo>
                    <a:pt x="27" y="88"/>
                    <a:pt x="29" y="90"/>
                    <a:pt x="30" y="91"/>
                  </a:cubicBezTo>
                  <a:cubicBezTo>
                    <a:pt x="32" y="92"/>
                    <a:pt x="35" y="96"/>
                    <a:pt x="37" y="97"/>
                  </a:cubicBezTo>
                  <a:cubicBezTo>
                    <a:pt x="39" y="97"/>
                    <a:pt x="41" y="98"/>
                    <a:pt x="43" y="98"/>
                  </a:cubicBezTo>
                  <a:cubicBezTo>
                    <a:pt x="44" y="98"/>
                    <a:pt x="47" y="97"/>
                    <a:pt x="48" y="97"/>
                  </a:cubicBezTo>
                  <a:cubicBezTo>
                    <a:pt x="49" y="96"/>
                    <a:pt x="52" y="94"/>
                    <a:pt x="53" y="93"/>
                  </a:cubicBezTo>
                  <a:cubicBezTo>
                    <a:pt x="54" y="92"/>
                    <a:pt x="55" y="90"/>
                    <a:pt x="56" y="89"/>
                  </a:cubicBezTo>
                  <a:cubicBezTo>
                    <a:pt x="56" y="87"/>
                    <a:pt x="57" y="84"/>
                    <a:pt x="57" y="83"/>
                  </a:cubicBezTo>
                  <a:cubicBezTo>
                    <a:pt x="57" y="82"/>
                    <a:pt x="57" y="80"/>
                    <a:pt x="57" y="79"/>
                  </a:cubicBezTo>
                  <a:cubicBezTo>
                    <a:pt x="57" y="78"/>
                    <a:pt x="58" y="76"/>
                    <a:pt x="58" y="75"/>
                  </a:cubicBezTo>
                  <a:cubicBezTo>
                    <a:pt x="58" y="74"/>
                    <a:pt x="58" y="72"/>
                    <a:pt x="58" y="71"/>
                  </a:cubicBezTo>
                  <a:cubicBezTo>
                    <a:pt x="58" y="69"/>
                    <a:pt x="59" y="66"/>
                    <a:pt x="60" y="64"/>
                  </a:cubicBezTo>
                  <a:cubicBezTo>
                    <a:pt x="60" y="62"/>
                    <a:pt x="61" y="58"/>
                    <a:pt x="60" y="56"/>
                  </a:cubicBezTo>
                  <a:cubicBezTo>
                    <a:pt x="60" y="55"/>
                    <a:pt x="60" y="52"/>
                    <a:pt x="60" y="51"/>
                  </a:cubicBezTo>
                  <a:cubicBezTo>
                    <a:pt x="59" y="50"/>
                    <a:pt x="58" y="50"/>
                    <a:pt x="58" y="49"/>
                  </a:cubicBezTo>
                  <a:cubicBezTo>
                    <a:pt x="58" y="48"/>
                    <a:pt x="59" y="46"/>
                    <a:pt x="58" y="45"/>
                  </a:cubicBezTo>
                  <a:cubicBezTo>
                    <a:pt x="58" y="45"/>
                    <a:pt x="57" y="43"/>
                    <a:pt x="56" y="43"/>
                  </a:cubicBezTo>
                  <a:cubicBezTo>
                    <a:pt x="55" y="43"/>
                    <a:pt x="53" y="43"/>
                    <a:pt x="53" y="43"/>
                  </a:cubicBezTo>
                  <a:cubicBezTo>
                    <a:pt x="52" y="44"/>
                    <a:pt x="51" y="46"/>
                    <a:pt x="50" y="47"/>
                  </a:cubicBezTo>
                  <a:cubicBezTo>
                    <a:pt x="49" y="48"/>
                    <a:pt x="48" y="48"/>
                    <a:pt x="47" y="49"/>
                  </a:cubicBezTo>
                  <a:cubicBezTo>
                    <a:pt x="46" y="49"/>
                    <a:pt x="44" y="50"/>
                    <a:pt x="44" y="51"/>
                  </a:cubicBezTo>
                  <a:cubicBezTo>
                    <a:pt x="43" y="52"/>
                    <a:pt x="43" y="54"/>
                    <a:pt x="42" y="55"/>
                  </a:cubicBezTo>
                  <a:cubicBezTo>
                    <a:pt x="42" y="56"/>
                    <a:pt x="40" y="57"/>
                    <a:pt x="40" y="57"/>
                  </a:cubicBezTo>
                  <a:cubicBezTo>
                    <a:pt x="39" y="58"/>
                    <a:pt x="38" y="60"/>
                    <a:pt x="37" y="61"/>
                  </a:cubicBezTo>
                  <a:cubicBezTo>
                    <a:pt x="36" y="61"/>
                    <a:pt x="34" y="63"/>
                    <a:pt x="33" y="63"/>
                  </a:cubicBezTo>
                  <a:cubicBezTo>
                    <a:pt x="32" y="64"/>
                    <a:pt x="32" y="64"/>
                    <a:pt x="31" y="64"/>
                  </a:cubicBezTo>
                  <a:cubicBezTo>
                    <a:pt x="30" y="64"/>
                    <a:pt x="28" y="65"/>
                    <a:pt x="27" y="66"/>
                  </a:cubicBezTo>
                  <a:cubicBezTo>
                    <a:pt x="26" y="67"/>
                    <a:pt x="26" y="69"/>
                    <a:pt x="25" y="70"/>
                  </a:cubicBezTo>
                  <a:cubicBezTo>
                    <a:pt x="24" y="70"/>
                    <a:pt x="22" y="70"/>
                    <a:pt x="21" y="70"/>
                  </a:cubicBezTo>
                  <a:cubicBezTo>
                    <a:pt x="20" y="70"/>
                    <a:pt x="19" y="69"/>
                    <a:pt x="18" y="68"/>
                  </a:cubicBezTo>
                  <a:cubicBezTo>
                    <a:pt x="17" y="67"/>
                    <a:pt x="16" y="65"/>
                    <a:pt x="15" y="65"/>
                  </a:cubicBezTo>
                  <a:cubicBezTo>
                    <a:pt x="14" y="64"/>
                    <a:pt x="12" y="62"/>
                    <a:pt x="11" y="61"/>
                  </a:cubicBezTo>
                  <a:cubicBezTo>
                    <a:pt x="11" y="61"/>
                    <a:pt x="11" y="59"/>
                    <a:pt x="12" y="58"/>
                  </a:cubicBezTo>
                  <a:cubicBezTo>
                    <a:pt x="12" y="57"/>
                    <a:pt x="13" y="56"/>
                    <a:pt x="14" y="56"/>
                  </a:cubicBezTo>
                  <a:cubicBezTo>
                    <a:pt x="15" y="56"/>
                    <a:pt x="17" y="58"/>
                    <a:pt x="18" y="57"/>
                  </a:cubicBezTo>
                  <a:cubicBezTo>
                    <a:pt x="19" y="56"/>
                    <a:pt x="19" y="53"/>
                    <a:pt x="18" y="52"/>
                  </a:cubicBezTo>
                  <a:cubicBezTo>
                    <a:pt x="18" y="51"/>
                    <a:pt x="16" y="50"/>
                    <a:pt x="16" y="49"/>
                  </a:cubicBezTo>
                  <a:cubicBezTo>
                    <a:pt x="15" y="49"/>
                    <a:pt x="12" y="48"/>
                    <a:pt x="11" y="47"/>
                  </a:cubicBezTo>
                  <a:cubicBezTo>
                    <a:pt x="11" y="46"/>
                    <a:pt x="11" y="44"/>
                    <a:pt x="10" y="43"/>
                  </a:cubicBezTo>
                  <a:cubicBezTo>
                    <a:pt x="10" y="42"/>
                    <a:pt x="10" y="40"/>
                    <a:pt x="9" y="39"/>
                  </a:cubicBezTo>
                  <a:cubicBezTo>
                    <a:pt x="8" y="38"/>
                    <a:pt x="7" y="37"/>
                    <a:pt x="6" y="37"/>
                  </a:cubicBezTo>
                  <a:cubicBezTo>
                    <a:pt x="6" y="36"/>
                    <a:pt x="5" y="35"/>
                    <a:pt x="5" y="35"/>
                  </a:cubicBezTo>
                  <a:cubicBezTo>
                    <a:pt x="4" y="34"/>
                    <a:pt x="4" y="32"/>
                    <a:pt x="4" y="31"/>
                  </a:cubicBezTo>
                  <a:cubicBezTo>
                    <a:pt x="3" y="31"/>
                    <a:pt x="1" y="30"/>
                    <a:pt x="1" y="30"/>
                  </a:cubicBezTo>
                  <a:cubicBezTo>
                    <a:pt x="0" y="29"/>
                    <a:pt x="0" y="28"/>
                    <a:pt x="0" y="27"/>
                  </a:cubicBezTo>
                  <a:cubicBezTo>
                    <a:pt x="0" y="26"/>
                    <a:pt x="1" y="25"/>
                    <a:pt x="2" y="25"/>
                  </a:cubicBezTo>
                  <a:cubicBezTo>
                    <a:pt x="3" y="25"/>
                    <a:pt x="5" y="25"/>
                    <a:pt x="6" y="26"/>
                  </a:cubicBezTo>
                  <a:cubicBezTo>
                    <a:pt x="7" y="26"/>
                    <a:pt x="8" y="28"/>
                    <a:pt x="9" y="28"/>
                  </a:cubicBezTo>
                  <a:cubicBezTo>
                    <a:pt x="9" y="29"/>
                    <a:pt x="9" y="31"/>
                    <a:pt x="10" y="32"/>
                  </a:cubicBezTo>
                  <a:cubicBezTo>
                    <a:pt x="11" y="32"/>
                    <a:pt x="12" y="32"/>
                    <a:pt x="13" y="33"/>
                  </a:cubicBezTo>
                  <a:cubicBezTo>
                    <a:pt x="14" y="33"/>
                    <a:pt x="16" y="33"/>
                    <a:pt x="17" y="34"/>
                  </a:cubicBezTo>
                  <a:cubicBezTo>
                    <a:pt x="18" y="34"/>
                    <a:pt x="19" y="36"/>
                    <a:pt x="20" y="37"/>
                  </a:cubicBezTo>
                  <a:cubicBezTo>
                    <a:pt x="21" y="38"/>
                    <a:pt x="23" y="40"/>
                    <a:pt x="23" y="41"/>
                  </a:cubicBezTo>
                  <a:cubicBezTo>
                    <a:pt x="24" y="42"/>
                    <a:pt x="25" y="43"/>
                    <a:pt x="26" y="44"/>
                  </a:cubicBezTo>
                  <a:cubicBezTo>
                    <a:pt x="26" y="45"/>
                    <a:pt x="27" y="46"/>
                    <a:pt x="26" y="47"/>
                  </a:cubicBezTo>
                  <a:cubicBezTo>
                    <a:pt x="26" y="48"/>
                    <a:pt x="25" y="49"/>
                    <a:pt x="25" y="50"/>
                  </a:cubicBezTo>
                  <a:cubicBezTo>
                    <a:pt x="25" y="51"/>
                    <a:pt x="25" y="53"/>
                    <a:pt x="26" y="54"/>
                  </a:cubicBezTo>
                  <a:cubicBezTo>
                    <a:pt x="26" y="55"/>
                    <a:pt x="28" y="55"/>
                    <a:pt x="29" y="56"/>
                  </a:cubicBezTo>
                  <a:cubicBezTo>
                    <a:pt x="30" y="56"/>
                    <a:pt x="33" y="56"/>
                    <a:pt x="34" y="55"/>
                  </a:cubicBezTo>
                  <a:cubicBezTo>
                    <a:pt x="34" y="55"/>
                    <a:pt x="34" y="53"/>
                    <a:pt x="34" y="52"/>
                  </a:cubicBezTo>
                  <a:cubicBezTo>
                    <a:pt x="35" y="51"/>
                    <a:pt x="36" y="50"/>
                    <a:pt x="36" y="49"/>
                  </a:cubicBezTo>
                  <a:cubicBezTo>
                    <a:pt x="36" y="48"/>
                    <a:pt x="35" y="46"/>
                    <a:pt x="35" y="45"/>
                  </a:cubicBezTo>
                  <a:cubicBezTo>
                    <a:pt x="34" y="44"/>
                    <a:pt x="33" y="42"/>
                    <a:pt x="32" y="41"/>
                  </a:cubicBezTo>
                  <a:cubicBezTo>
                    <a:pt x="31" y="40"/>
                    <a:pt x="29" y="39"/>
                    <a:pt x="28" y="39"/>
                  </a:cubicBezTo>
                  <a:cubicBezTo>
                    <a:pt x="27" y="38"/>
                    <a:pt x="26" y="37"/>
                    <a:pt x="25" y="36"/>
                  </a:cubicBezTo>
                  <a:cubicBezTo>
                    <a:pt x="24" y="36"/>
                    <a:pt x="24" y="34"/>
                    <a:pt x="24" y="33"/>
                  </a:cubicBezTo>
                  <a:cubicBezTo>
                    <a:pt x="24" y="32"/>
                    <a:pt x="25" y="31"/>
                    <a:pt x="26" y="30"/>
                  </a:cubicBezTo>
                  <a:cubicBezTo>
                    <a:pt x="27" y="30"/>
                    <a:pt x="29" y="30"/>
                    <a:pt x="30" y="29"/>
                  </a:cubicBezTo>
                  <a:cubicBezTo>
                    <a:pt x="31" y="29"/>
                    <a:pt x="33" y="28"/>
                    <a:pt x="33" y="27"/>
                  </a:cubicBezTo>
                  <a:cubicBezTo>
                    <a:pt x="34" y="26"/>
                    <a:pt x="34" y="24"/>
                    <a:pt x="34" y="24"/>
                  </a:cubicBezTo>
                  <a:cubicBezTo>
                    <a:pt x="35" y="23"/>
                    <a:pt x="36" y="22"/>
                    <a:pt x="37" y="22"/>
                  </a:cubicBezTo>
                  <a:cubicBezTo>
                    <a:pt x="38" y="21"/>
                    <a:pt x="40" y="22"/>
                    <a:pt x="41" y="22"/>
                  </a:cubicBezTo>
                  <a:cubicBezTo>
                    <a:pt x="43" y="22"/>
                    <a:pt x="46" y="22"/>
                    <a:pt x="47" y="21"/>
                  </a:cubicBezTo>
                  <a:cubicBezTo>
                    <a:pt x="48" y="20"/>
                    <a:pt x="47" y="18"/>
                    <a:pt x="47" y="16"/>
                  </a:cubicBezTo>
                  <a:cubicBezTo>
                    <a:pt x="47" y="16"/>
                    <a:pt x="46" y="14"/>
                    <a:pt x="45" y="13"/>
                  </a:cubicBezTo>
                  <a:cubicBezTo>
                    <a:pt x="44" y="13"/>
                    <a:pt x="42" y="12"/>
                    <a:pt x="41" y="13"/>
                  </a:cubicBezTo>
                  <a:cubicBezTo>
                    <a:pt x="40" y="13"/>
                    <a:pt x="39" y="15"/>
                    <a:pt x="39" y="15"/>
                  </a:cubicBezTo>
                  <a:cubicBezTo>
                    <a:pt x="38" y="16"/>
                    <a:pt x="36" y="15"/>
                    <a:pt x="35" y="15"/>
                  </a:cubicBezTo>
                  <a:cubicBezTo>
                    <a:pt x="34" y="16"/>
                    <a:pt x="32" y="17"/>
                    <a:pt x="32" y="17"/>
                  </a:cubicBezTo>
                  <a:cubicBezTo>
                    <a:pt x="31" y="18"/>
                    <a:pt x="30" y="20"/>
                    <a:pt x="29" y="21"/>
                  </a:cubicBezTo>
                  <a:cubicBezTo>
                    <a:pt x="29" y="22"/>
                    <a:pt x="28" y="25"/>
                    <a:pt x="27" y="25"/>
                  </a:cubicBezTo>
                  <a:cubicBezTo>
                    <a:pt x="26" y="26"/>
                    <a:pt x="24" y="26"/>
                    <a:pt x="24" y="26"/>
                  </a:cubicBezTo>
                  <a:cubicBezTo>
                    <a:pt x="23" y="25"/>
                    <a:pt x="22" y="23"/>
                    <a:pt x="21" y="22"/>
                  </a:cubicBezTo>
                  <a:cubicBezTo>
                    <a:pt x="20" y="22"/>
                    <a:pt x="19" y="22"/>
                    <a:pt x="18" y="22"/>
                  </a:cubicBezTo>
                  <a:cubicBezTo>
                    <a:pt x="17" y="22"/>
                    <a:pt x="15" y="23"/>
                    <a:pt x="14" y="22"/>
                  </a:cubicBezTo>
                  <a:cubicBezTo>
                    <a:pt x="13" y="22"/>
                    <a:pt x="10" y="22"/>
                    <a:pt x="9" y="21"/>
                  </a:cubicBezTo>
                  <a:cubicBezTo>
                    <a:pt x="9" y="21"/>
                    <a:pt x="8" y="20"/>
                    <a:pt x="8" y="19"/>
                  </a:cubicBezTo>
                  <a:cubicBezTo>
                    <a:pt x="9" y="19"/>
                    <a:pt x="10" y="18"/>
                    <a:pt x="10" y="18"/>
                  </a:cubicBezTo>
                  <a:cubicBezTo>
                    <a:pt x="11" y="17"/>
                    <a:pt x="13" y="15"/>
                    <a:pt x="14" y="15"/>
                  </a:cubicBezTo>
                  <a:cubicBezTo>
                    <a:pt x="15" y="14"/>
                    <a:pt x="17" y="13"/>
                    <a:pt x="18" y="13"/>
                  </a:cubicBezTo>
                  <a:cubicBezTo>
                    <a:pt x="19" y="12"/>
                    <a:pt x="20" y="11"/>
                    <a:pt x="21" y="10"/>
                  </a:cubicBezTo>
                  <a:cubicBezTo>
                    <a:pt x="22" y="9"/>
                    <a:pt x="24" y="8"/>
                    <a:pt x="25" y="8"/>
                  </a:cubicBezTo>
                  <a:cubicBezTo>
                    <a:pt x="26" y="7"/>
                    <a:pt x="29" y="6"/>
                    <a:pt x="30" y="6"/>
                  </a:cubicBezTo>
                  <a:cubicBezTo>
                    <a:pt x="32" y="6"/>
                    <a:pt x="35" y="9"/>
                    <a:pt x="36" y="9"/>
                  </a:cubicBezTo>
                  <a:cubicBezTo>
                    <a:pt x="38" y="9"/>
                    <a:pt x="41" y="8"/>
                    <a:pt x="43" y="8"/>
                  </a:cubicBezTo>
                  <a:cubicBezTo>
                    <a:pt x="44" y="8"/>
                    <a:pt x="46" y="7"/>
                    <a:pt x="47" y="6"/>
                  </a:cubicBezTo>
                  <a:cubicBezTo>
                    <a:pt x="48" y="6"/>
                    <a:pt x="50" y="5"/>
                    <a:pt x="51" y="4"/>
                  </a:cubicBezTo>
                  <a:cubicBezTo>
                    <a:pt x="52" y="4"/>
                    <a:pt x="54" y="4"/>
                    <a:pt x="54" y="4"/>
                  </a:cubicBezTo>
                  <a:cubicBezTo>
                    <a:pt x="56" y="4"/>
                    <a:pt x="58" y="4"/>
                    <a:pt x="60" y="4"/>
                  </a:cubicBezTo>
                  <a:cubicBezTo>
                    <a:pt x="61" y="4"/>
                    <a:pt x="64" y="3"/>
                    <a:pt x="65" y="3"/>
                  </a:cubicBezTo>
                  <a:cubicBezTo>
                    <a:pt x="66" y="3"/>
                    <a:pt x="69" y="2"/>
                    <a:pt x="70" y="2"/>
                  </a:cubicBezTo>
                  <a:cubicBezTo>
                    <a:pt x="72" y="3"/>
                    <a:pt x="74" y="5"/>
                    <a:pt x="75" y="6"/>
                  </a:cubicBezTo>
                  <a:cubicBezTo>
                    <a:pt x="76" y="6"/>
                    <a:pt x="78" y="5"/>
                    <a:pt x="79" y="4"/>
                  </a:cubicBezTo>
                  <a:cubicBezTo>
                    <a:pt x="80" y="4"/>
                    <a:pt x="80" y="1"/>
                    <a:pt x="81" y="1"/>
                  </a:cubicBezTo>
                  <a:cubicBezTo>
                    <a:pt x="82" y="0"/>
                    <a:pt x="84" y="0"/>
                    <a:pt x="85" y="1"/>
                  </a:cubicBezTo>
                  <a:cubicBezTo>
                    <a:pt x="86" y="1"/>
                    <a:pt x="89" y="2"/>
                    <a:pt x="90" y="3"/>
                  </a:cubicBezTo>
                  <a:cubicBezTo>
                    <a:pt x="91" y="4"/>
                    <a:pt x="94" y="6"/>
                    <a:pt x="95" y="7"/>
                  </a:cubicBezTo>
                  <a:cubicBezTo>
                    <a:pt x="96" y="9"/>
                    <a:pt x="94" y="13"/>
                    <a:pt x="95" y="15"/>
                  </a:cubicBezTo>
                  <a:cubicBezTo>
                    <a:pt x="95" y="16"/>
                    <a:pt x="99" y="17"/>
                    <a:pt x="100" y="18"/>
                  </a:cubicBezTo>
                  <a:cubicBezTo>
                    <a:pt x="102" y="20"/>
                    <a:pt x="104" y="23"/>
                    <a:pt x="106" y="23"/>
                  </a:cubicBezTo>
                  <a:cubicBezTo>
                    <a:pt x="107" y="24"/>
                    <a:pt x="110" y="24"/>
                    <a:pt x="111" y="23"/>
                  </a:cubicBezTo>
                  <a:cubicBezTo>
                    <a:pt x="112" y="23"/>
                    <a:pt x="113" y="21"/>
                    <a:pt x="113" y="20"/>
                  </a:cubicBezTo>
                  <a:cubicBezTo>
                    <a:pt x="114" y="19"/>
                    <a:pt x="117" y="19"/>
                    <a:pt x="118" y="18"/>
                  </a:cubicBezTo>
                  <a:cubicBezTo>
                    <a:pt x="120" y="18"/>
                    <a:pt x="123" y="18"/>
                    <a:pt x="124" y="18"/>
                  </a:cubicBezTo>
                  <a:cubicBezTo>
                    <a:pt x="126" y="19"/>
                    <a:pt x="129" y="21"/>
                    <a:pt x="131" y="21"/>
                  </a:cubicBezTo>
                  <a:cubicBezTo>
                    <a:pt x="132" y="21"/>
                    <a:pt x="134" y="19"/>
                    <a:pt x="136" y="18"/>
                  </a:cubicBezTo>
                  <a:cubicBezTo>
                    <a:pt x="137" y="18"/>
                    <a:pt x="139" y="18"/>
                    <a:pt x="140" y="18"/>
                  </a:cubicBezTo>
                  <a:cubicBezTo>
                    <a:pt x="142" y="18"/>
                    <a:pt x="144" y="20"/>
                    <a:pt x="146" y="21"/>
                  </a:cubicBezTo>
                  <a:cubicBezTo>
                    <a:pt x="146" y="22"/>
                    <a:pt x="148" y="24"/>
                    <a:pt x="148" y="25"/>
                  </a:cubicBezTo>
                  <a:cubicBezTo>
                    <a:pt x="148" y="27"/>
                    <a:pt x="146" y="29"/>
                    <a:pt x="146" y="30"/>
                  </a:cubicBezTo>
                  <a:cubicBezTo>
                    <a:pt x="145" y="31"/>
                    <a:pt x="145" y="34"/>
                    <a:pt x="146" y="36"/>
                  </a:cubicBezTo>
                  <a:cubicBezTo>
                    <a:pt x="146" y="37"/>
                    <a:pt x="149" y="38"/>
                    <a:pt x="149" y="39"/>
                  </a:cubicBezTo>
                  <a:cubicBezTo>
                    <a:pt x="151" y="40"/>
                    <a:pt x="154" y="42"/>
                    <a:pt x="155" y="43"/>
                  </a:cubicBezTo>
                  <a:cubicBezTo>
                    <a:pt x="157" y="45"/>
                    <a:pt x="157" y="51"/>
                    <a:pt x="159" y="54"/>
                  </a:cubicBezTo>
                  <a:cubicBezTo>
                    <a:pt x="160" y="55"/>
                    <a:pt x="162" y="58"/>
                    <a:pt x="163" y="59"/>
                  </a:cubicBezTo>
                  <a:cubicBezTo>
                    <a:pt x="165" y="60"/>
                    <a:pt x="169" y="61"/>
                    <a:pt x="171" y="62"/>
                  </a:cubicBezTo>
                  <a:cubicBezTo>
                    <a:pt x="173" y="62"/>
                    <a:pt x="177" y="64"/>
                    <a:pt x="180" y="64"/>
                  </a:cubicBezTo>
                  <a:cubicBezTo>
                    <a:pt x="181" y="65"/>
                    <a:pt x="183" y="64"/>
                    <a:pt x="185" y="64"/>
                  </a:cubicBezTo>
                  <a:cubicBezTo>
                    <a:pt x="186" y="65"/>
                    <a:pt x="189" y="67"/>
                    <a:pt x="191" y="67"/>
                  </a:cubicBezTo>
                  <a:cubicBezTo>
                    <a:pt x="193" y="68"/>
                    <a:pt x="196" y="70"/>
                    <a:pt x="198" y="71"/>
                  </a:cubicBezTo>
                  <a:cubicBezTo>
                    <a:pt x="199" y="71"/>
                    <a:pt x="202" y="71"/>
                    <a:pt x="204" y="72"/>
                  </a:cubicBezTo>
                  <a:cubicBezTo>
                    <a:pt x="204" y="72"/>
                    <a:pt x="204" y="72"/>
                    <a:pt x="204" y="72"/>
                  </a:cubicBezTo>
                  <a:cubicBezTo>
                    <a:pt x="206" y="73"/>
                    <a:pt x="208" y="76"/>
                    <a:pt x="209" y="78"/>
                  </a:cubicBezTo>
                  <a:cubicBezTo>
                    <a:pt x="210" y="80"/>
                    <a:pt x="211" y="84"/>
                    <a:pt x="211" y="86"/>
                  </a:cubicBezTo>
                  <a:cubicBezTo>
                    <a:pt x="212" y="88"/>
                    <a:pt x="211" y="93"/>
                    <a:pt x="211" y="95"/>
                  </a:cubicBezTo>
                  <a:cubicBezTo>
                    <a:pt x="212" y="98"/>
                    <a:pt x="214" y="102"/>
                    <a:pt x="214" y="104"/>
                  </a:cubicBezTo>
                  <a:cubicBezTo>
                    <a:pt x="214" y="106"/>
                    <a:pt x="212" y="110"/>
                    <a:pt x="211" y="112"/>
                  </a:cubicBezTo>
                  <a:cubicBezTo>
                    <a:pt x="211" y="114"/>
                    <a:pt x="209" y="118"/>
                    <a:pt x="208" y="120"/>
                  </a:cubicBezTo>
                  <a:cubicBezTo>
                    <a:pt x="207" y="123"/>
                    <a:pt x="208" y="130"/>
                    <a:pt x="207" y="134"/>
                  </a:cubicBezTo>
                  <a:cubicBezTo>
                    <a:pt x="206" y="137"/>
                    <a:pt x="202" y="142"/>
                    <a:pt x="201" y="145"/>
                  </a:cubicBezTo>
                  <a:cubicBezTo>
                    <a:pt x="200" y="148"/>
                    <a:pt x="197" y="154"/>
                    <a:pt x="196" y="157"/>
                  </a:cubicBezTo>
                  <a:cubicBezTo>
                    <a:pt x="195" y="158"/>
                    <a:pt x="193" y="161"/>
                    <a:pt x="192" y="163"/>
                  </a:cubicBezTo>
                  <a:cubicBezTo>
                    <a:pt x="191" y="164"/>
                    <a:pt x="189" y="166"/>
                    <a:pt x="188" y="167"/>
                  </a:cubicBezTo>
                  <a:cubicBezTo>
                    <a:pt x="187" y="168"/>
                    <a:pt x="187" y="169"/>
                    <a:pt x="187" y="17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53"/>
            <p:cNvSpPr>
              <a:spLocks/>
            </p:cNvSpPr>
            <p:nvPr/>
          </p:nvSpPr>
          <p:spPr bwMode="auto">
            <a:xfrm>
              <a:off x="4814888" y="4041776"/>
              <a:ext cx="9525" cy="9525"/>
            </a:xfrm>
            <a:custGeom>
              <a:avLst/>
              <a:gdLst/>
              <a:ahLst/>
              <a:cxnLst>
                <a:cxn ang="0">
                  <a:pos x="4" y="5"/>
                </a:cxn>
                <a:cxn ang="0">
                  <a:pos x="6" y="3"/>
                </a:cxn>
                <a:cxn ang="0">
                  <a:pos x="5" y="0"/>
                </a:cxn>
                <a:cxn ang="0">
                  <a:pos x="2" y="0"/>
                </a:cxn>
                <a:cxn ang="0">
                  <a:pos x="1" y="2"/>
                </a:cxn>
                <a:cxn ang="0">
                  <a:pos x="2" y="4"/>
                </a:cxn>
                <a:cxn ang="0">
                  <a:pos x="3" y="5"/>
                </a:cxn>
                <a:cxn ang="0">
                  <a:pos x="4" y="5"/>
                </a:cxn>
              </a:cxnLst>
              <a:rect l="0" t="0" r="r" b="b"/>
              <a:pathLst>
                <a:path w="6" h="5">
                  <a:moveTo>
                    <a:pt x="4" y="5"/>
                  </a:moveTo>
                  <a:cubicBezTo>
                    <a:pt x="5" y="5"/>
                    <a:pt x="6" y="4"/>
                    <a:pt x="6" y="3"/>
                  </a:cubicBezTo>
                  <a:cubicBezTo>
                    <a:pt x="6" y="2"/>
                    <a:pt x="5" y="1"/>
                    <a:pt x="5" y="0"/>
                  </a:cubicBezTo>
                  <a:cubicBezTo>
                    <a:pt x="4" y="0"/>
                    <a:pt x="3" y="0"/>
                    <a:pt x="2" y="0"/>
                  </a:cubicBezTo>
                  <a:cubicBezTo>
                    <a:pt x="2" y="0"/>
                    <a:pt x="1" y="1"/>
                    <a:pt x="1" y="2"/>
                  </a:cubicBezTo>
                  <a:cubicBezTo>
                    <a:pt x="0" y="2"/>
                    <a:pt x="1" y="3"/>
                    <a:pt x="2" y="4"/>
                  </a:cubicBezTo>
                  <a:cubicBezTo>
                    <a:pt x="2" y="4"/>
                    <a:pt x="3" y="5"/>
                    <a:pt x="3" y="5"/>
                  </a:cubicBezTo>
                  <a:cubicBezTo>
                    <a:pt x="3" y="5"/>
                    <a:pt x="4" y="5"/>
                    <a:pt x="4"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54"/>
            <p:cNvSpPr>
              <a:spLocks/>
            </p:cNvSpPr>
            <p:nvPr/>
          </p:nvSpPr>
          <p:spPr bwMode="auto">
            <a:xfrm>
              <a:off x="4824413" y="4292601"/>
              <a:ext cx="53975" cy="63500"/>
            </a:xfrm>
            <a:custGeom>
              <a:avLst/>
              <a:gdLst/>
              <a:ahLst/>
              <a:cxnLst>
                <a:cxn ang="0">
                  <a:pos x="30" y="1"/>
                </a:cxn>
                <a:cxn ang="0">
                  <a:pos x="30" y="6"/>
                </a:cxn>
                <a:cxn ang="0">
                  <a:pos x="29" y="8"/>
                </a:cxn>
                <a:cxn ang="0">
                  <a:pos x="27" y="12"/>
                </a:cxn>
                <a:cxn ang="0">
                  <a:pos x="25" y="14"/>
                </a:cxn>
                <a:cxn ang="0">
                  <a:pos x="26" y="17"/>
                </a:cxn>
                <a:cxn ang="0">
                  <a:pos x="26" y="21"/>
                </a:cxn>
                <a:cxn ang="0">
                  <a:pos x="23" y="25"/>
                </a:cxn>
                <a:cxn ang="0">
                  <a:pos x="21" y="29"/>
                </a:cxn>
                <a:cxn ang="0">
                  <a:pos x="20" y="29"/>
                </a:cxn>
                <a:cxn ang="0">
                  <a:pos x="20" y="30"/>
                </a:cxn>
                <a:cxn ang="0">
                  <a:pos x="17" y="32"/>
                </a:cxn>
                <a:cxn ang="0">
                  <a:pos x="12" y="36"/>
                </a:cxn>
                <a:cxn ang="0">
                  <a:pos x="8" y="37"/>
                </a:cxn>
                <a:cxn ang="0">
                  <a:pos x="1" y="36"/>
                </a:cxn>
                <a:cxn ang="0">
                  <a:pos x="0" y="35"/>
                </a:cxn>
                <a:cxn ang="0">
                  <a:pos x="2" y="33"/>
                </a:cxn>
                <a:cxn ang="0">
                  <a:pos x="4" y="28"/>
                </a:cxn>
                <a:cxn ang="0">
                  <a:pos x="3" y="26"/>
                </a:cxn>
                <a:cxn ang="0">
                  <a:pos x="4" y="23"/>
                </a:cxn>
                <a:cxn ang="0">
                  <a:pos x="6" y="21"/>
                </a:cxn>
                <a:cxn ang="0">
                  <a:pos x="10" y="18"/>
                </a:cxn>
                <a:cxn ang="0">
                  <a:pos x="11" y="15"/>
                </a:cxn>
                <a:cxn ang="0">
                  <a:pos x="14" y="13"/>
                </a:cxn>
                <a:cxn ang="0">
                  <a:pos x="16" y="14"/>
                </a:cxn>
                <a:cxn ang="0">
                  <a:pos x="17" y="15"/>
                </a:cxn>
                <a:cxn ang="0">
                  <a:pos x="17" y="17"/>
                </a:cxn>
                <a:cxn ang="0">
                  <a:pos x="19" y="18"/>
                </a:cxn>
                <a:cxn ang="0">
                  <a:pos x="21" y="16"/>
                </a:cxn>
                <a:cxn ang="0">
                  <a:pos x="21" y="12"/>
                </a:cxn>
                <a:cxn ang="0">
                  <a:pos x="21" y="8"/>
                </a:cxn>
                <a:cxn ang="0">
                  <a:pos x="23" y="5"/>
                </a:cxn>
                <a:cxn ang="0">
                  <a:pos x="24" y="3"/>
                </a:cxn>
                <a:cxn ang="0">
                  <a:pos x="26" y="1"/>
                </a:cxn>
                <a:cxn ang="0">
                  <a:pos x="30" y="1"/>
                </a:cxn>
              </a:cxnLst>
              <a:rect l="0" t="0" r="r" b="b"/>
              <a:pathLst>
                <a:path w="31" h="37">
                  <a:moveTo>
                    <a:pt x="30" y="1"/>
                  </a:moveTo>
                  <a:cubicBezTo>
                    <a:pt x="31" y="2"/>
                    <a:pt x="31" y="5"/>
                    <a:pt x="30" y="6"/>
                  </a:cubicBezTo>
                  <a:cubicBezTo>
                    <a:pt x="30" y="7"/>
                    <a:pt x="29" y="8"/>
                    <a:pt x="29" y="8"/>
                  </a:cubicBezTo>
                  <a:cubicBezTo>
                    <a:pt x="28" y="9"/>
                    <a:pt x="27" y="11"/>
                    <a:pt x="27" y="12"/>
                  </a:cubicBezTo>
                  <a:cubicBezTo>
                    <a:pt x="26" y="12"/>
                    <a:pt x="25" y="13"/>
                    <a:pt x="25" y="14"/>
                  </a:cubicBezTo>
                  <a:cubicBezTo>
                    <a:pt x="25" y="15"/>
                    <a:pt x="26" y="17"/>
                    <a:pt x="26" y="17"/>
                  </a:cubicBezTo>
                  <a:cubicBezTo>
                    <a:pt x="26" y="18"/>
                    <a:pt x="26" y="20"/>
                    <a:pt x="26" y="21"/>
                  </a:cubicBezTo>
                  <a:cubicBezTo>
                    <a:pt x="25" y="22"/>
                    <a:pt x="24" y="24"/>
                    <a:pt x="23" y="25"/>
                  </a:cubicBezTo>
                  <a:cubicBezTo>
                    <a:pt x="23" y="26"/>
                    <a:pt x="21" y="27"/>
                    <a:pt x="21" y="29"/>
                  </a:cubicBezTo>
                  <a:cubicBezTo>
                    <a:pt x="21" y="29"/>
                    <a:pt x="20" y="29"/>
                    <a:pt x="20" y="29"/>
                  </a:cubicBezTo>
                  <a:cubicBezTo>
                    <a:pt x="20" y="30"/>
                    <a:pt x="20" y="30"/>
                    <a:pt x="20" y="30"/>
                  </a:cubicBezTo>
                  <a:cubicBezTo>
                    <a:pt x="19" y="30"/>
                    <a:pt x="17" y="32"/>
                    <a:pt x="17" y="32"/>
                  </a:cubicBezTo>
                  <a:cubicBezTo>
                    <a:pt x="15" y="33"/>
                    <a:pt x="13" y="35"/>
                    <a:pt x="12" y="36"/>
                  </a:cubicBezTo>
                  <a:cubicBezTo>
                    <a:pt x="11" y="36"/>
                    <a:pt x="9" y="37"/>
                    <a:pt x="8" y="37"/>
                  </a:cubicBezTo>
                  <a:cubicBezTo>
                    <a:pt x="6" y="37"/>
                    <a:pt x="3" y="37"/>
                    <a:pt x="1" y="36"/>
                  </a:cubicBezTo>
                  <a:cubicBezTo>
                    <a:pt x="1" y="36"/>
                    <a:pt x="0" y="35"/>
                    <a:pt x="0" y="35"/>
                  </a:cubicBezTo>
                  <a:cubicBezTo>
                    <a:pt x="1" y="34"/>
                    <a:pt x="2" y="33"/>
                    <a:pt x="2" y="33"/>
                  </a:cubicBezTo>
                  <a:cubicBezTo>
                    <a:pt x="3" y="32"/>
                    <a:pt x="4" y="29"/>
                    <a:pt x="4" y="28"/>
                  </a:cubicBezTo>
                  <a:cubicBezTo>
                    <a:pt x="4" y="28"/>
                    <a:pt x="3" y="27"/>
                    <a:pt x="3" y="26"/>
                  </a:cubicBezTo>
                  <a:cubicBezTo>
                    <a:pt x="3" y="25"/>
                    <a:pt x="4" y="23"/>
                    <a:pt x="4" y="23"/>
                  </a:cubicBezTo>
                  <a:cubicBezTo>
                    <a:pt x="5" y="22"/>
                    <a:pt x="6" y="22"/>
                    <a:pt x="6" y="21"/>
                  </a:cubicBezTo>
                  <a:cubicBezTo>
                    <a:pt x="7" y="20"/>
                    <a:pt x="10" y="19"/>
                    <a:pt x="10" y="18"/>
                  </a:cubicBezTo>
                  <a:cubicBezTo>
                    <a:pt x="11" y="17"/>
                    <a:pt x="11" y="15"/>
                    <a:pt x="11" y="15"/>
                  </a:cubicBezTo>
                  <a:cubicBezTo>
                    <a:pt x="12" y="14"/>
                    <a:pt x="13" y="13"/>
                    <a:pt x="14" y="13"/>
                  </a:cubicBezTo>
                  <a:cubicBezTo>
                    <a:pt x="15" y="13"/>
                    <a:pt x="16" y="13"/>
                    <a:pt x="16" y="14"/>
                  </a:cubicBezTo>
                  <a:cubicBezTo>
                    <a:pt x="16" y="14"/>
                    <a:pt x="17" y="15"/>
                    <a:pt x="17" y="15"/>
                  </a:cubicBezTo>
                  <a:cubicBezTo>
                    <a:pt x="18" y="16"/>
                    <a:pt x="17" y="17"/>
                    <a:pt x="17" y="17"/>
                  </a:cubicBezTo>
                  <a:cubicBezTo>
                    <a:pt x="18" y="18"/>
                    <a:pt x="19" y="18"/>
                    <a:pt x="19" y="18"/>
                  </a:cubicBezTo>
                  <a:cubicBezTo>
                    <a:pt x="20" y="18"/>
                    <a:pt x="21" y="16"/>
                    <a:pt x="21" y="16"/>
                  </a:cubicBezTo>
                  <a:cubicBezTo>
                    <a:pt x="21" y="15"/>
                    <a:pt x="21" y="13"/>
                    <a:pt x="21" y="12"/>
                  </a:cubicBezTo>
                  <a:cubicBezTo>
                    <a:pt x="21" y="11"/>
                    <a:pt x="21" y="9"/>
                    <a:pt x="21" y="8"/>
                  </a:cubicBezTo>
                  <a:cubicBezTo>
                    <a:pt x="21" y="7"/>
                    <a:pt x="22" y="6"/>
                    <a:pt x="23" y="5"/>
                  </a:cubicBezTo>
                  <a:cubicBezTo>
                    <a:pt x="23" y="5"/>
                    <a:pt x="23" y="3"/>
                    <a:pt x="24" y="3"/>
                  </a:cubicBezTo>
                  <a:cubicBezTo>
                    <a:pt x="24" y="2"/>
                    <a:pt x="25" y="1"/>
                    <a:pt x="26" y="1"/>
                  </a:cubicBezTo>
                  <a:cubicBezTo>
                    <a:pt x="27" y="1"/>
                    <a:pt x="29" y="0"/>
                    <a:pt x="30"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55"/>
            <p:cNvSpPr>
              <a:spLocks/>
            </p:cNvSpPr>
            <p:nvPr/>
          </p:nvSpPr>
          <p:spPr bwMode="auto">
            <a:xfrm>
              <a:off x="6951663" y="1211263"/>
              <a:ext cx="15875" cy="34925"/>
            </a:xfrm>
            <a:custGeom>
              <a:avLst/>
              <a:gdLst/>
              <a:ahLst/>
              <a:cxnLst>
                <a:cxn ang="0">
                  <a:pos x="8" y="15"/>
                </a:cxn>
                <a:cxn ang="0">
                  <a:pos x="9" y="11"/>
                </a:cxn>
                <a:cxn ang="0">
                  <a:pos x="7" y="6"/>
                </a:cxn>
                <a:cxn ang="0">
                  <a:pos x="5" y="2"/>
                </a:cxn>
                <a:cxn ang="0">
                  <a:pos x="2" y="1"/>
                </a:cxn>
                <a:cxn ang="0">
                  <a:pos x="0" y="4"/>
                </a:cxn>
                <a:cxn ang="0">
                  <a:pos x="0" y="8"/>
                </a:cxn>
                <a:cxn ang="0">
                  <a:pos x="2" y="12"/>
                </a:cxn>
                <a:cxn ang="0">
                  <a:pos x="2" y="15"/>
                </a:cxn>
                <a:cxn ang="0">
                  <a:pos x="3" y="19"/>
                </a:cxn>
                <a:cxn ang="0">
                  <a:pos x="5" y="19"/>
                </a:cxn>
                <a:cxn ang="0">
                  <a:pos x="7" y="18"/>
                </a:cxn>
                <a:cxn ang="0">
                  <a:pos x="8" y="15"/>
                </a:cxn>
              </a:cxnLst>
              <a:rect l="0" t="0" r="r" b="b"/>
              <a:pathLst>
                <a:path w="9" h="20">
                  <a:moveTo>
                    <a:pt x="8" y="15"/>
                  </a:moveTo>
                  <a:cubicBezTo>
                    <a:pt x="8" y="14"/>
                    <a:pt x="9" y="12"/>
                    <a:pt x="9" y="11"/>
                  </a:cubicBezTo>
                  <a:cubicBezTo>
                    <a:pt x="9" y="9"/>
                    <a:pt x="8" y="7"/>
                    <a:pt x="7" y="6"/>
                  </a:cubicBezTo>
                  <a:cubicBezTo>
                    <a:pt x="7" y="5"/>
                    <a:pt x="6" y="3"/>
                    <a:pt x="5" y="2"/>
                  </a:cubicBezTo>
                  <a:cubicBezTo>
                    <a:pt x="4" y="1"/>
                    <a:pt x="2" y="0"/>
                    <a:pt x="2" y="1"/>
                  </a:cubicBezTo>
                  <a:cubicBezTo>
                    <a:pt x="1" y="1"/>
                    <a:pt x="0" y="3"/>
                    <a:pt x="0" y="4"/>
                  </a:cubicBezTo>
                  <a:cubicBezTo>
                    <a:pt x="0" y="5"/>
                    <a:pt x="0" y="7"/>
                    <a:pt x="0" y="8"/>
                  </a:cubicBezTo>
                  <a:cubicBezTo>
                    <a:pt x="1" y="9"/>
                    <a:pt x="2" y="11"/>
                    <a:pt x="2" y="12"/>
                  </a:cubicBezTo>
                  <a:cubicBezTo>
                    <a:pt x="2" y="13"/>
                    <a:pt x="2" y="14"/>
                    <a:pt x="2" y="15"/>
                  </a:cubicBezTo>
                  <a:cubicBezTo>
                    <a:pt x="2" y="16"/>
                    <a:pt x="2" y="18"/>
                    <a:pt x="3" y="19"/>
                  </a:cubicBezTo>
                  <a:cubicBezTo>
                    <a:pt x="3" y="20"/>
                    <a:pt x="5" y="19"/>
                    <a:pt x="5" y="19"/>
                  </a:cubicBezTo>
                  <a:cubicBezTo>
                    <a:pt x="6" y="19"/>
                    <a:pt x="6" y="18"/>
                    <a:pt x="7" y="18"/>
                  </a:cubicBezTo>
                  <a:cubicBezTo>
                    <a:pt x="7" y="17"/>
                    <a:pt x="8" y="16"/>
                    <a:pt x="8" y="1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56"/>
            <p:cNvSpPr>
              <a:spLocks/>
            </p:cNvSpPr>
            <p:nvPr/>
          </p:nvSpPr>
          <p:spPr bwMode="auto">
            <a:xfrm>
              <a:off x="6921501" y="1216026"/>
              <a:ext cx="11113" cy="14288"/>
            </a:xfrm>
            <a:custGeom>
              <a:avLst/>
              <a:gdLst/>
              <a:ahLst/>
              <a:cxnLst>
                <a:cxn ang="0">
                  <a:pos x="6" y="7"/>
                </a:cxn>
                <a:cxn ang="0">
                  <a:pos x="3" y="8"/>
                </a:cxn>
                <a:cxn ang="0">
                  <a:pos x="0" y="6"/>
                </a:cxn>
                <a:cxn ang="0">
                  <a:pos x="0" y="3"/>
                </a:cxn>
                <a:cxn ang="0">
                  <a:pos x="2" y="0"/>
                </a:cxn>
                <a:cxn ang="0">
                  <a:pos x="4" y="1"/>
                </a:cxn>
                <a:cxn ang="0">
                  <a:pos x="6" y="3"/>
                </a:cxn>
                <a:cxn ang="0">
                  <a:pos x="6" y="7"/>
                </a:cxn>
              </a:cxnLst>
              <a:rect l="0" t="0" r="r" b="b"/>
              <a:pathLst>
                <a:path w="6" h="8">
                  <a:moveTo>
                    <a:pt x="6" y="7"/>
                  </a:moveTo>
                  <a:cubicBezTo>
                    <a:pt x="5" y="7"/>
                    <a:pt x="4" y="8"/>
                    <a:pt x="3" y="8"/>
                  </a:cubicBezTo>
                  <a:cubicBezTo>
                    <a:pt x="2" y="8"/>
                    <a:pt x="1" y="6"/>
                    <a:pt x="0" y="6"/>
                  </a:cubicBezTo>
                  <a:cubicBezTo>
                    <a:pt x="0" y="5"/>
                    <a:pt x="0" y="3"/>
                    <a:pt x="0" y="3"/>
                  </a:cubicBezTo>
                  <a:cubicBezTo>
                    <a:pt x="1" y="2"/>
                    <a:pt x="1" y="0"/>
                    <a:pt x="2" y="0"/>
                  </a:cubicBezTo>
                  <a:cubicBezTo>
                    <a:pt x="2" y="0"/>
                    <a:pt x="4" y="0"/>
                    <a:pt x="4" y="1"/>
                  </a:cubicBezTo>
                  <a:cubicBezTo>
                    <a:pt x="5" y="1"/>
                    <a:pt x="5" y="3"/>
                    <a:pt x="6" y="3"/>
                  </a:cubicBezTo>
                  <a:cubicBezTo>
                    <a:pt x="6" y="4"/>
                    <a:pt x="6" y="6"/>
                    <a:pt x="6"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57"/>
            <p:cNvSpPr>
              <a:spLocks/>
            </p:cNvSpPr>
            <p:nvPr/>
          </p:nvSpPr>
          <p:spPr bwMode="auto">
            <a:xfrm>
              <a:off x="6918326" y="1235076"/>
              <a:ext cx="9525" cy="7938"/>
            </a:xfrm>
            <a:custGeom>
              <a:avLst/>
              <a:gdLst/>
              <a:ahLst/>
              <a:cxnLst>
                <a:cxn ang="0">
                  <a:pos x="5" y="2"/>
                </a:cxn>
                <a:cxn ang="0">
                  <a:pos x="3" y="4"/>
                </a:cxn>
                <a:cxn ang="0">
                  <a:pos x="1" y="3"/>
                </a:cxn>
                <a:cxn ang="0">
                  <a:pos x="1" y="1"/>
                </a:cxn>
                <a:cxn ang="0">
                  <a:pos x="2" y="0"/>
                </a:cxn>
                <a:cxn ang="0">
                  <a:pos x="4" y="0"/>
                </a:cxn>
                <a:cxn ang="0">
                  <a:pos x="5" y="2"/>
                </a:cxn>
              </a:cxnLst>
              <a:rect l="0" t="0" r="r" b="b"/>
              <a:pathLst>
                <a:path w="5" h="4">
                  <a:moveTo>
                    <a:pt x="5" y="2"/>
                  </a:moveTo>
                  <a:cubicBezTo>
                    <a:pt x="5" y="3"/>
                    <a:pt x="3" y="4"/>
                    <a:pt x="3" y="4"/>
                  </a:cubicBezTo>
                  <a:cubicBezTo>
                    <a:pt x="2" y="4"/>
                    <a:pt x="1" y="4"/>
                    <a:pt x="1" y="3"/>
                  </a:cubicBezTo>
                  <a:cubicBezTo>
                    <a:pt x="0" y="3"/>
                    <a:pt x="0" y="2"/>
                    <a:pt x="1" y="1"/>
                  </a:cubicBezTo>
                  <a:cubicBezTo>
                    <a:pt x="1" y="1"/>
                    <a:pt x="2" y="0"/>
                    <a:pt x="2" y="0"/>
                  </a:cubicBezTo>
                  <a:cubicBezTo>
                    <a:pt x="3" y="0"/>
                    <a:pt x="3" y="0"/>
                    <a:pt x="4" y="0"/>
                  </a:cubicBezTo>
                  <a:cubicBezTo>
                    <a:pt x="4" y="1"/>
                    <a:pt x="5" y="1"/>
                    <a:pt x="5"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58"/>
            <p:cNvSpPr>
              <a:spLocks/>
            </p:cNvSpPr>
            <p:nvPr/>
          </p:nvSpPr>
          <p:spPr bwMode="auto">
            <a:xfrm>
              <a:off x="7308851" y="1198563"/>
              <a:ext cx="11113" cy="15875"/>
            </a:xfrm>
            <a:custGeom>
              <a:avLst/>
              <a:gdLst/>
              <a:ahLst/>
              <a:cxnLst>
                <a:cxn ang="0">
                  <a:pos x="6" y="1"/>
                </a:cxn>
                <a:cxn ang="0">
                  <a:pos x="2" y="3"/>
                </a:cxn>
                <a:cxn ang="0">
                  <a:pos x="0" y="6"/>
                </a:cxn>
                <a:cxn ang="0">
                  <a:pos x="1" y="9"/>
                </a:cxn>
                <a:cxn ang="0">
                  <a:pos x="5" y="8"/>
                </a:cxn>
                <a:cxn ang="0">
                  <a:pos x="7" y="5"/>
                </a:cxn>
                <a:cxn ang="0">
                  <a:pos x="6" y="1"/>
                </a:cxn>
              </a:cxnLst>
              <a:rect l="0" t="0" r="r" b="b"/>
              <a:pathLst>
                <a:path w="7" h="9">
                  <a:moveTo>
                    <a:pt x="6" y="1"/>
                  </a:moveTo>
                  <a:cubicBezTo>
                    <a:pt x="5" y="0"/>
                    <a:pt x="3" y="2"/>
                    <a:pt x="2" y="3"/>
                  </a:cubicBezTo>
                  <a:cubicBezTo>
                    <a:pt x="1" y="4"/>
                    <a:pt x="0" y="5"/>
                    <a:pt x="0" y="6"/>
                  </a:cubicBezTo>
                  <a:cubicBezTo>
                    <a:pt x="0" y="7"/>
                    <a:pt x="1" y="8"/>
                    <a:pt x="1" y="9"/>
                  </a:cubicBezTo>
                  <a:cubicBezTo>
                    <a:pt x="2" y="9"/>
                    <a:pt x="4" y="9"/>
                    <a:pt x="5" y="8"/>
                  </a:cubicBezTo>
                  <a:cubicBezTo>
                    <a:pt x="5" y="8"/>
                    <a:pt x="7" y="6"/>
                    <a:pt x="7" y="5"/>
                  </a:cubicBezTo>
                  <a:cubicBezTo>
                    <a:pt x="7" y="4"/>
                    <a:pt x="7" y="1"/>
                    <a:pt x="6"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59"/>
            <p:cNvSpPr>
              <a:spLocks/>
            </p:cNvSpPr>
            <p:nvPr/>
          </p:nvSpPr>
          <p:spPr bwMode="auto">
            <a:xfrm>
              <a:off x="7346951" y="1069976"/>
              <a:ext cx="11113" cy="15875"/>
            </a:xfrm>
            <a:custGeom>
              <a:avLst/>
              <a:gdLst/>
              <a:ahLst/>
              <a:cxnLst>
                <a:cxn ang="0">
                  <a:pos x="6" y="7"/>
                </a:cxn>
                <a:cxn ang="0">
                  <a:pos x="4" y="9"/>
                </a:cxn>
                <a:cxn ang="0">
                  <a:pos x="0" y="5"/>
                </a:cxn>
                <a:cxn ang="0">
                  <a:pos x="1" y="2"/>
                </a:cxn>
                <a:cxn ang="0">
                  <a:pos x="5" y="0"/>
                </a:cxn>
                <a:cxn ang="0">
                  <a:pos x="7" y="3"/>
                </a:cxn>
                <a:cxn ang="0">
                  <a:pos x="6" y="7"/>
                </a:cxn>
              </a:cxnLst>
              <a:rect l="0" t="0" r="r" b="b"/>
              <a:pathLst>
                <a:path w="7" h="9">
                  <a:moveTo>
                    <a:pt x="6" y="7"/>
                  </a:moveTo>
                  <a:cubicBezTo>
                    <a:pt x="6" y="8"/>
                    <a:pt x="5" y="9"/>
                    <a:pt x="4" y="9"/>
                  </a:cubicBezTo>
                  <a:cubicBezTo>
                    <a:pt x="3" y="8"/>
                    <a:pt x="1" y="6"/>
                    <a:pt x="0" y="5"/>
                  </a:cubicBezTo>
                  <a:cubicBezTo>
                    <a:pt x="0" y="4"/>
                    <a:pt x="1" y="3"/>
                    <a:pt x="1" y="2"/>
                  </a:cubicBezTo>
                  <a:cubicBezTo>
                    <a:pt x="2" y="1"/>
                    <a:pt x="4" y="0"/>
                    <a:pt x="5" y="0"/>
                  </a:cubicBezTo>
                  <a:cubicBezTo>
                    <a:pt x="6" y="1"/>
                    <a:pt x="7" y="2"/>
                    <a:pt x="7" y="3"/>
                  </a:cubicBezTo>
                  <a:cubicBezTo>
                    <a:pt x="7" y="4"/>
                    <a:pt x="7" y="7"/>
                    <a:pt x="6"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60"/>
            <p:cNvSpPr>
              <a:spLocks/>
            </p:cNvSpPr>
            <p:nvPr/>
          </p:nvSpPr>
          <p:spPr bwMode="auto">
            <a:xfrm>
              <a:off x="7283451" y="935038"/>
              <a:ext cx="93663" cy="66675"/>
            </a:xfrm>
            <a:custGeom>
              <a:avLst/>
              <a:gdLst/>
              <a:ahLst/>
              <a:cxnLst>
                <a:cxn ang="0">
                  <a:pos x="29" y="31"/>
                </a:cxn>
                <a:cxn ang="0">
                  <a:pos x="36" y="31"/>
                </a:cxn>
                <a:cxn ang="0">
                  <a:pos x="44" y="31"/>
                </a:cxn>
                <a:cxn ang="0">
                  <a:pos x="47" y="28"/>
                </a:cxn>
                <a:cxn ang="0">
                  <a:pos x="51" y="25"/>
                </a:cxn>
                <a:cxn ang="0">
                  <a:pos x="54" y="22"/>
                </a:cxn>
                <a:cxn ang="0">
                  <a:pos x="55" y="19"/>
                </a:cxn>
                <a:cxn ang="0">
                  <a:pos x="52" y="17"/>
                </a:cxn>
                <a:cxn ang="0">
                  <a:pos x="49" y="17"/>
                </a:cxn>
                <a:cxn ang="0">
                  <a:pos x="46" y="20"/>
                </a:cxn>
                <a:cxn ang="0">
                  <a:pos x="44" y="23"/>
                </a:cxn>
                <a:cxn ang="0">
                  <a:pos x="40" y="24"/>
                </a:cxn>
                <a:cxn ang="0">
                  <a:pos x="38" y="21"/>
                </a:cxn>
                <a:cxn ang="0">
                  <a:pos x="38" y="16"/>
                </a:cxn>
                <a:cxn ang="0">
                  <a:pos x="40" y="13"/>
                </a:cxn>
                <a:cxn ang="0">
                  <a:pos x="42" y="9"/>
                </a:cxn>
                <a:cxn ang="0">
                  <a:pos x="41" y="5"/>
                </a:cxn>
                <a:cxn ang="0">
                  <a:pos x="39" y="4"/>
                </a:cxn>
                <a:cxn ang="0">
                  <a:pos x="32" y="7"/>
                </a:cxn>
                <a:cxn ang="0">
                  <a:pos x="27" y="7"/>
                </a:cxn>
                <a:cxn ang="0">
                  <a:pos x="27" y="3"/>
                </a:cxn>
                <a:cxn ang="0">
                  <a:pos x="24" y="1"/>
                </a:cxn>
                <a:cxn ang="0">
                  <a:pos x="19" y="0"/>
                </a:cxn>
                <a:cxn ang="0">
                  <a:pos x="16" y="1"/>
                </a:cxn>
                <a:cxn ang="0">
                  <a:pos x="15" y="5"/>
                </a:cxn>
                <a:cxn ang="0">
                  <a:pos x="16" y="8"/>
                </a:cxn>
                <a:cxn ang="0">
                  <a:pos x="22" y="10"/>
                </a:cxn>
                <a:cxn ang="0">
                  <a:pos x="22" y="14"/>
                </a:cxn>
                <a:cxn ang="0">
                  <a:pos x="19" y="16"/>
                </a:cxn>
                <a:cxn ang="0">
                  <a:pos x="15" y="15"/>
                </a:cxn>
                <a:cxn ang="0">
                  <a:pos x="12" y="13"/>
                </a:cxn>
                <a:cxn ang="0">
                  <a:pos x="7" y="13"/>
                </a:cxn>
                <a:cxn ang="0">
                  <a:pos x="3" y="15"/>
                </a:cxn>
                <a:cxn ang="0">
                  <a:pos x="0" y="20"/>
                </a:cxn>
                <a:cxn ang="0">
                  <a:pos x="1" y="24"/>
                </a:cxn>
                <a:cxn ang="0">
                  <a:pos x="3" y="27"/>
                </a:cxn>
                <a:cxn ang="0">
                  <a:pos x="7" y="27"/>
                </a:cxn>
                <a:cxn ang="0">
                  <a:pos x="12" y="24"/>
                </a:cxn>
                <a:cxn ang="0">
                  <a:pos x="14" y="25"/>
                </a:cxn>
                <a:cxn ang="0">
                  <a:pos x="14" y="28"/>
                </a:cxn>
                <a:cxn ang="0">
                  <a:pos x="14" y="31"/>
                </a:cxn>
                <a:cxn ang="0">
                  <a:pos x="15" y="36"/>
                </a:cxn>
                <a:cxn ang="0">
                  <a:pos x="19" y="39"/>
                </a:cxn>
                <a:cxn ang="0">
                  <a:pos x="24" y="39"/>
                </a:cxn>
                <a:cxn ang="0">
                  <a:pos x="27" y="37"/>
                </a:cxn>
                <a:cxn ang="0">
                  <a:pos x="27" y="34"/>
                </a:cxn>
                <a:cxn ang="0">
                  <a:pos x="29" y="31"/>
                </a:cxn>
              </a:cxnLst>
              <a:rect l="0" t="0" r="r" b="b"/>
              <a:pathLst>
                <a:path w="55" h="39">
                  <a:moveTo>
                    <a:pt x="29" y="31"/>
                  </a:moveTo>
                  <a:cubicBezTo>
                    <a:pt x="31" y="30"/>
                    <a:pt x="34" y="31"/>
                    <a:pt x="36" y="31"/>
                  </a:cubicBezTo>
                  <a:cubicBezTo>
                    <a:pt x="38" y="31"/>
                    <a:pt x="42" y="32"/>
                    <a:pt x="44" y="31"/>
                  </a:cubicBezTo>
                  <a:cubicBezTo>
                    <a:pt x="45" y="31"/>
                    <a:pt x="46" y="28"/>
                    <a:pt x="47" y="28"/>
                  </a:cubicBezTo>
                  <a:cubicBezTo>
                    <a:pt x="48" y="27"/>
                    <a:pt x="50" y="26"/>
                    <a:pt x="51" y="25"/>
                  </a:cubicBezTo>
                  <a:cubicBezTo>
                    <a:pt x="52" y="25"/>
                    <a:pt x="53" y="23"/>
                    <a:pt x="54" y="22"/>
                  </a:cubicBezTo>
                  <a:cubicBezTo>
                    <a:pt x="54" y="21"/>
                    <a:pt x="55" y="20"/>
                    <a:pt x="55" y="19"/>
                  </a:cubicBezTo>
                  <a:cubicBezTo>
                    <a:pt x="54" y="18"/>
                    <a:pt x="53" y="17"/>
                    <a:pt x="52" y="17"/>
                  </a:cubicBezTo>
                  <a:cubicBezTo>
                    <a:pt x="51" y="17"/>
                    <a:pt x="50" y="17"/>
                    <a:pt x="49" y="17"/>
                  </a:cubicBezTo>
                  <a:cubicBezTo>
                    <a:pt x="48" y="17"/>
                    <a:pt x="47" y="19"/>
                    <a:pt x="46" y="20"/>
                  </a:cubicBezTo>
                  <a:cubicBezTo>
                    <a:pt x="46" y="21"/>
                    <a:pt x="45" y="22"/>
                    <a:pt x="44" y="23"/>
                  </a:cubicBezTo>
                  <a:cubicBezTo>
                    <a:pt x="43" y="23"/>
                    <a:pt x="41" y="24"/>
                    <a:pt x="40" y="24"/>
                  </a:cubicBezTo>
                  <a:cubicBezTo>
                    <a:pt x="39" y="24"/>
                    <a:pt x="38" y="22"/>
                    <a:pt x="38" y="21"/>
                  </a:cubicBezTo>
                  <a:cubicBezTo>
                    <a:pt x="37" y="20"/>
                    <a:pt x="38" y="17"/>
                    <a:pt x="38" y="16"/>
                  </a:cubicBezTo>
                  <a:cubicBezTo>
                    <a:pt x="38" y="15"/>
                    <a:pt x="40" y="14"/>
                    <a:pt x="40" y="13"/>
                  </a:cubicBezTo>
                  <a:cubicBezTo>
                    <a:pt x="41" y="12"/>
                    <a:pt x="42" y="10"/>
                    <a:pt x="42" y="9"/>
                  </a:cubicBezTo>
                  <a:cubicBezTo>
                    <a:pt x="42" y="8"/>
                    <a:pt x="41" y="6"/>
                    <a:pt x="41" y="5"/>
                  </a:cubicBezTo>
                  <a:cubicBezTo>
                    <a:pt x="40" y="5"/>
                    <a:pt x="39" y="4"/>
                    <a:pt x="39" y="4"/>
                  </a:cubicBezTo>
                  <a:cubicBezTo>
                    <a:pt x="37" y="3"/>
                    <a:pt x="34" y="6"/>
                    <a:pt x="32" y="7"/>
                  </a:cubicBezTo>
                  <a:cubicBezTo>
                    <a:pt x="31" y="7"/>
                    <a:pt x="28" y="8"/>
                    <a:pt x="27" y="7"/>
                  </a:cubicBezTo>
                  <a:cubicBezTo>
                    <a:pt x="26" y="6"/>
                    <a:pt x="27" y="4"/>
                    <a:pt x="27" y="3"/>
                  </a:cubicBezTo>
                  <a:cubicBezTo>
                    <a:pt x="26" y="2"/>
                    <a:pt x="25" y="2"/>
                    <a:pt x="24" y="1"/>
                  </a:cubicBezTo>
                  <a:cubicBezTo>
                    <a:pt x="23" y="1"/>
                    <a:pt x="20" y="0"/>
                    <a:pt x="19" y="0"/>
                  </a:cubicBezTo>
                  <a:cubicBezTo>
                    <a:pt x="18" y="0"/>
                    <a:pt x="16" y="0"/>
                    <a:pt x="16" y="1"/>
                  </a:cubicBezTo>
                  <a:cubicBezTo>
                    <a:pt x="15" y="2"/>
                    <a:pt x="15" y="4"/>
                    <a:pt x="15" y="5"/>
                  </a:cubicBezTo>
                  <a:cubicBezTo>
                    <a:pt x="15" y="6"/>
                    <a:pt x="15" y="8"/>
                    <a:pt x="16" y="8"/>
                  </a:cubicBezTo>
                  <a:cubicBezTo>
                    <a:pt x="17" y="9"/>
                    <a:pt x="21" y="9"/>
                    <a:pt x="22" y="10"/>
                  </a:cubicBezTo>
                  <a:cubicBezTo>
                    <a:pt x="22" y="11"/>
                    <a:pt x="23" y="13"/>
                    <a:pt x="22" y="14"/>
                  </a:cubicBezTo>
                  <a:cubicBezTo>
                    <a:pt x="22" y="15"/>
                    <a:pt x="20" y="16"/>
                    <a:pt x="19" y="16"/>
                  </a:cubicBezTo>
                  <a:cubicBezTo>
                    <a:pt x="18" y="16"/>
                    <a:pt x="16" y="16"/>
                    <a:pt x="15" y="15"/>
                  </a:cubicBezTo>
                  <a:cubicBezTo>
                    <a:pt x="14" y="15"/>
                    <a:pt x="13" y="13"/>
                    <a:pt x="12" y="13"/>
                  </a:cubicBezTo>
                  <a:cubicBezTo>
                    <a:pt x="11" y="13"/>
                    <a:pt x="9" y="13"/>
                    <a:pt x="7" y="13"/>
                  </a:cubicBezTo>
                  <a:cubicBezTo>
                    <a:pt x="6" y="13"/>
                    <a:pt x="3" y="14"/>
                    <a:pt x="3" y="15"/>
                  </a:cubicBezTo>
                  <a:cubicBezTo>
                    <a:pt x="2" y="16"/>
                    <a:pt x="1" y="18"/>
                    <a:pt x="0" y="20"/>
                  </a:cubicBezTo>
                  <a:cubicBezTo>
                    <a:pt x="0" y="21"/>
                    <a:pt x="0" y="23"/>
                    <a:pt x="1" y="24"/>
                  </a:cubicBezTo>
                  <a:cubicBezTo>
                    <a:pt x="1" y="25"/>
                    <a:pt x="3" y="26"/>
                    <a:pt x="3" y="27"/>
                  </a:cubicBezTo>
                  <a:cubicBezTo>
                    <a:pt x="4" y="27"/>
                    <a:pt x="6" y="27"/>
                    <a:pt x="7" y="27"/>
                  </a:cubicBezTo>
                  <a:cubicBezTo>
                    <a:pt x="8" y="26"/>
                    <a:pt x="10" y="24"/>
                    <a:pt x="12" y="24"/>
                  </a:cubicBezTo>
                  <a:cubicBezTo>
                    <a:pt x="12" y="24"/>
                    <a:pt x="13" y="24"/>
                    <a:pt x="14" y="25"/>
                  </a:cubicBezTo>
                  <a:cubicBezTo>
                    <a:pt x="14" y="26"/>
                    <a:pt x="14" y="27"/>
                    <a:pt x="14" y="28"/>
                  </a:cubicBezTo>
                  <a:cubicBezTo>
                    <a:pt x="14" y="29"/>
                    <a:pt x="13" y="31"/>
                    <a:pt x="14" y="31"/>
                  </a:cubicBezTo>
                  <a:cubicBezTo>
                    <a:pt x="14" y="33"/>
                    <a:pt x="14" y="35"/>
                    <a:pt x="15" y="36"/>
                  </a:cubicBezTo>
                  <a:cubicBezTo>
                    <a:pt x="15" y="37"/>
                    <a:pt x="18" y="39"/>
                    <a:pt x="19" y="39"/>
                  </a:cubicBezTo>
                  <a:cubicBezTo>
                    <a:pt x="20" y="39"/>
                    <a:pt x="22" y="39"/>
                    <a:pt x="24" y="39"/>
                  </a:cubicBezTo>
                  <a:cubicBezTo>
                    <a:pt x="25" y="38"/>
                    <a:pt x="27" y="38"/>
                    <a:pt x="27" y="37"/>
                  </a:cubicBezTo>
                  <a:cubicBezTo>
                    <a:pt x="28" y="36"/>
                    <a:pt x="27" y="35"/>
                    <a:pt x="27" y="34"/>
                  </a:cubicBezTo>
                  <a:cubicBezTo>
                    <a:pt x="28" y="33"/>
                    <a:pt x="29" y="31"/>
                    <a:pt x="29" y="3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61"/>
            <p:cNvSpPr>
              <a:spLocks/>
            </p:cNvSpPr>
            <p:nvPr/>
          </p:nvSpPr>
          <p:spPr bwMode="auto">
            <a:xfrm>
              <a:off x="7251701" y="979488"/>
              <a:ext cx="7938" cy="9525"/>
            </a:xfrm>
            <a:custGeom>
              <a:avLst/>
              <a:gdLst/>
              <a:ahLst/>
              <a:cxnLst>
                <a:cxn ang="0">
                  <a:pos x="5" y="4"/>
                </a:cxn>
                <a:cxn ang="0">
                  <a:pos x="2" y="5"/>
                </a:cxn>
                <a:cxn ang="0">
                  <a:pos x="0" y="3"/>
                </a:cxn>
                <a:cxn ang="0">
                  <a:pos x="2" y="0"/>
                </a:cxn>
                <a:cxn ang="0">
                  <a:pos x="4" y="1"/>
                </a:cxn>
                <a:cxn ang="0">
                  <a:pos x="5" y="4"/>
                </a:cxn>
              </a:cxnLst>
              <a:rect l="0" t="0" r="r" b="b"/>
              <a:pathLst>
                <a:path w="5" h="5">
                  <a:moveTo>
                    <a:pt x="5" y="4"/>
                  </a:moveTo>
                  <a:cubicBezTo>
                    <a:pt x="5" y="5"/>
                    <a:pt x="2" y="5"/>
                    <a:pt x="2" y="5"/>
                  </a:cubicBezTo>
                  <a:cubicBezTo>
                    <a:pt x="1" y="5"/>
                    <a:pt x="0" y="3"/>
                    <a:pt x="0" y="3"/>
                  </a:cubicBezTo>
                  <a:cubicBezTo>
                    <a:pt x="0" y="2"/>
                    <a:pt x="1" y="0"/>
                    <a:pt x="2" y="0"/>
                  </a:cubicBezTo>
                  <a:cubicBezTo>
                    <a:pt x="3" y="0"/>
                    <a:pt x="4" y="1"/>
                    <a:pt x="4" y="1"/>
                  </a:cubicBezTo>
                  <a:cubicBezTo>
                    <a:pt x="5" y="2"/>
                    <a:pt x="5" y="4"/>
                    <a:pt x="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62"/>
            <p:cNvSpPr>
              <a:spLocks/>
            </p:cNvSpPr>
            <p:nvPr/>
          </p:nvSpPr>
          <p:spPr bwMode="auto">
            <a:xfrm>
              <a:off x="7215188" y="992188"/>
              <a:ext cx="14288" cy="7938"/>
            </a:xfrm>
            <a:custGeom>
              <a:avLst/>
              <a:gdLst/>
              <a:ahLst/>
              <a:cxnLst>
                <a:cxn ang="0">
                  <a:pos x="8" y="2"/>
                </a:cxn>
                <a:cxn ang="0">
                  <a:pos x="5" y="4"/>
                </a:cxn>
                <a:cxn ang="0">
                  <a:pos x="1" y="5"/>
                </a:cxn>
                <a:cxn ang="0">
                  <a:pos x="0" y="3"/>
                </a:cxn>
                <a:cxn ang="0">
                  <a:pos x="2" y="0"/>
                </a:cxn>
                <a:cxn ang="0">
                  <a:pos x="5" y="0"/>
                </a:cxn>
                <a:cxn ang="0">
                  <a:pos x="8" y="2"/>
                </a:cxn>
              </a:cxnLst>
              <a:rect l="0" t="0" r="r" b="b"/>
              <a:pathLst>
                <a:path w="8" h="5">
                  <a:moveTo>
                    <a:pt x="8" y="2"/>
                  </a:moveTo>
                  <a:cubicBezTo>
                    <a:pt x="8" y="3"/>
                    <a:pt x="6" y="4"/>
                    <a:pt x="5" y="4"/>
                  </a:cubicBezTo>
                  <a:cubicBezTo>
                    <a:pt x="4" y="5"/>
                    <a:pt x="2" y="5"/>
                    <a:pt x="1" y="5"/>
                  </a:cubicBezTo>
                  <a:cubicBezTo>
                    <a:pt x="1" y="4"/>
                    <a:pt x="0" y="3"/>
                    <a:pt x="0" y="3"/>
                  </a:cubicBezTo>
                  <a:cubicBezTo>
                    <a:pt x="0" y="2"/>
                    <a:pt x="1" y="1"/>
                    <a:pt x="2" y="0"/>
                  </a:cubicBezTo>
                  <a:cubicBezTo>
                    <a:pt x="3" y="0"/>
                    <a:pt x="4" y="0"/>
                    <a:pt x="5" y="0"/>
                  </a:cubicBezTo>
                  <a:cubicBezTo>
                    <a:pt x="6" y="1"/>
                    <a:pt x="8" y="1"/>
                    <a:pt x="8"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63"/>
            <p:cNvSpPr>
              <a:spLocks/>
            </p:cNvSpPr>
            <p:nvPr/>
          </p:nvSpPr>
          <p:spPr bwMode="auto">
            <a:xfrm>
              <a:off x="7219951" y="957263"/>
              <a:ext cx="19050" cy="30163"/>
            </a:xfrm>
            <a:custGeom>
              <a:avLst/>
              <a:gdLst/>
              <a:ahLst/>
              <a:cxnLst>
                <a:cxn ang="0">
                  <a:pos x="7" y="17"/>
                </a:cxn>
                <a:cxn ang="0">
                  <a:pos x="3" y="16"/>
                </a:cxn>
                <a:cxn ang="0">
                  <a:pos x="0" y="13"/>
                </a:cxn>
                <a:cxn ang="0">
                  <a:pos x="0" y="9"/>
                </a:cxn>
                <a:cxn ang="0">
                  <a:pos x="3" y="8"/>
                </a:cxn>
                <a:cxn ang="0">
                  <a:pos x="4" y="5"/>
                </a:cxn>
                <a:cxn ang="0">
                  <a:pos x="4" y="1"/>
                </a:cxn>
                <a:cxn ang="0">
                  <a:pos x="7" y="1"/>
                </a:cxn>
                <a:cxn ang="0">
                  <a:pos x="8" y="4"/>
                </a:cxn>
                <a:cxn ang="0">
                  <a:pos x="10" y="9"/>
                </a:cxn>
                <a:cxn ang="0">
                  <a:pos x="10" y="13"/>
                </a:cxn>
                <a:cxn ang="0">
                  <a:pos x="7" y="17"/>
                </a:cxn>
              </a:cxnLst>
              <a:rect l="0" t="0" r="r" b="b"/>
              <a:pathLst>
                <a:path w="11" h="17">
                  <a:moveTo>
                    <a:pt x="7" y="17"/>
                  </a:moveTo>
                  <a:cubicBezTo>
                    <a:pt x="6" y="17"/>
                    <a:pt x="4" y="16"/>
                    <a:pt x="3" y="16"/>
                  </a:cubicBezTo>
                  <a:cubicBezTo>
                    <a:pt x="2" y="15"/>
                    <a:pt x="1" y="14"/>
                    <a:pt x="0" y="13"/>
                  </a:cubicBezTo>
                  <a:cubicBezTo>
                    <a:pt x="0" y="12"/>
                    <a:pt x="0" y="10"/>
                    <a:pt x="0" y="9"/>
                  </a:cubicBezTo>
                  <a:cubicBezTo>
                    <a:pt x="1" y="8"/>
                    <a:pt x="2" y="9"/>
                    <a:pt x="3" y="8"/>
                  </a:cubicBezTo>
                  <a:cubicBezTo>
                    <a:pt x="3" y="7"/>
                    <a:pt x="4" y="5"/>
                    <a:pt x="4" y="5"/>
                  </a:cubicBezTo>
                  <a:cubicBezTo>
                    <a:pt x="4" y="4"/>
                    <a:pt x="4" y="1"/>
                    <a:pt x="4" y="1"/>
                  </a:cubicBezTo>
                  <a:cubicBezTo>
                    <a:pt x="5" y="0"/>
                    <a:pt x="6" y="1"/>
                    <a:pt x="7" y="1"/>
                  </a:cubicBezTo>
                  <a:cubicBezTo>
                    <a:pt x="7" y="2"/>
                    <a:pt x="8" y="3"/>
                    <a:pt x="8" y="4"/>
                  </a:cubicBezTo>
                  <a:cubicBezTo>
                    <a:pt x="9" y="5"/>
                    <a:pt x="10" y="7"/>
                    <a:pt x="10" y="9"/>
                  </a:cubicBezTo>
                  <a:cubicBezTo>
                    <a:pt x="10" y="10"/>
                    <a:pt x="11" y="12"/>
                    <a:pt x="10" y="13"/>
                  </a:cubicBezTo>
                  <a:cubicBezTo>
                    <a:pt x="10" y="15"/>
                    <a:pt x="8" y="16"/>
                    <a:pt x="7" y="1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64"/>
            <p:cNvSpPr>
              <a:spLocks/>
            </p:cNvSpPr>
            <p:nvPr/>
          </p:nvSpPr>
          <p:spPr bwMode="auto">
            <a:xfrm>
              <a:off x="7153276" y="979488"/>
              <a:ext cx="17463" cy="11113"/>
            </a:xfrm>
            <a:custGeom>
              <a:avLst/>
              <a:gdLst/>
              <a:ahLst/>
              <a:cxnLst>
                <a:cxn ang="0">
                  <a:pos x="10" y="1"/>
                </a:cxn>
                <a:cxn ang="0">
                  <a:pos x="8" y="3"/>
                </a:cxn>
                <a:cxn ang="0">
                  <a:pos x="4" y="6"/>
                </a:cxn>
                <a:cxn ang="0">
                  <a:pos x="1" y="4"/>
                </a:cxn>
                <a:cxn ang="0">
                  <a:pos x="2" y="1"/>
                </a:cxn>
                <a:cxn ang="0">
                  <a:pos x="6" y="0"/>
                </a:cxn>
                <a:cxn ang="0">
                  <a:pos x="10" y="1"/>
                </a:cxn>
              </a:cxnLst>
              <a:rect l="0" t="0" r="r" b="b"/>
              <a:pathLst>
                <a:path w="10" h="6">
                  <a:moveTo>
                    <a:pt x="10" y="1"/>
                  </a:moveTo>
                  <a:cubicBezTo>
                    <a:pt x="10" y="2"/>
                    <a:pt x="9" y="3"/>
                    <a:pt x="8" y="3"/>
                  </a:cubicBezTo>
                  <a:cubicBezTo>
                    <a:pt x="7" y="4"/>
                    <a:pt x="5" y="6"/>
                    <a:pt x="4" y="6"/>
                  </a:cubicBezTo>
                  <a:cubicBezTo>
                    <a:pt x="3" y="6"/>
                    <a:pt x="1" y="5"/>
                    <a:pt x="1" y="4"/>
                  </a:cubicBezTo>
                  <a:cubicBezTo>
                    <a:pt x="0" y="3"/>
                    <a:pt x="2" y="1"/>
                    <a:pt x="2" y="1"/>
                  </a:cubicBezTo>
                  <a:cubicBezTo>
                    <a:pt x="3" y="0"/>
                    <a:pt x="5" y="0"/>
                    <a:pt x="6" y="0"/>
                  </a:cubicBezTo>
                  <a:cubicBezTo>
                    <a:pt x="7" y="0"/>
                    <a:pt x="9" y="0"/>
                    <a:pt x="10"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65"/>
            <p:cNvSpPr>
              <a:spLocks/>
            </p:cNvSpPr>
            <p:nvPr/>
          </p:nvSpPr>
          <p:spPr bwMode="auto">
            <a:xfrm>
              <a:off x="7150101" y="996951"/>
              <a:ext cx="30163" cy="34925"/>
            </a:xfrm>
            <a:custGeom>
              <a:avLst/>
              <a:gdLst/>
              <a:ahLst/>
              <a:cxnLst>
                <a:cxn ang="0">
                  <a:pos x="13" y="0"/>
                </a:cxn>
                <a:cxn ang="0">
                  <a:pos x="7" y="0"/>
                </a:cxn>
                <a:cxn ang="0">
                  <a:pos x="1" y="1"/>
                </a:cxn>
                <a:cxn ang="0">
                  <a:pos x="0" y="6"/>
                </a:cxn>
                <a:cxn ang="0">
                  <a:pos x="3" y="9"/>
                </a:cxn>
                <a:cxn ang="0">
                  <a:pos x="2" y="13"/>
                </a:cxn>
                <a:cxn ang="0">
                  <a:pos x="7" y="14"/>
                </a:cxn>
                <a:cxn ang="0">
                  <a:pos x="7" y="18"/>
                </a:cxn>
                <a:cxn ang="0">
                  <a:pos x="12" y="19"/>
                </a:cxn>
                <a:cxn ang="0">
                  <a:pos x="14" y="15"/>
                </a:cxn>
                <a:cxn ang="0">
                  <a:pos x="18" y="15"/>
                </a:cxn>
                <a:cxn ang="0">
                  <a:pos x="17" y="11"/>
                </a:cxn>
                <a:cxn ang="0">
                  <a:pos x="16" y="9"/>
                </a:cxn>
                <a:cxn ang="0">
                  <a:pos x="13" y="9"/>
                </a:cxn>
                <a:cxn ang="0">
                  <a:pos x="12" y="7"/>
                </a:cxn>
                <a:cxn ang="0">
                  <a:pos x="13" y="5"/>
                </a:cxn>
                <a:cxn ang="0">
                  <a:pos x="16" y="4"/>
                </a:cxn>
                <a:cxn ang="0">
                  <a:pos x="16" y="1"/>
                </a:cxn>
                <a:cxn ang="0">
                  <a:pos x="13" y="0"/>
                </a:cxn>
              </a:cxnLst>
              <a:rect l="0" t="0" r="r" b="b"/>
              <a:pathLst>
                <a:path w="18" h="20">
                  <a:moveTo>
                    <a:pt x="13" y="0"/>
                  </a:moveTo>
                  <a:cubicBezTo>
                    <a:pt x="12" y="0"/>
                    <a:pt x="9" y="0"/>
                    <a:pt x="7" y="0"/>
                  </a:cubicBezTo>
                  <a:cubicBezTo>
                    <a:pt x="6" y="0"/>
                    <a:pt x="3" y="0"/>
                    <a:pt x="1" y="1"/>
                  </a:cubicBezTo>
                  <a:cubicBezTo>
                    <a:pt x="1" y="2"/>
                    <a:pt x="0" y="4"/>
                    <a:pt x="0" y="6"/>
                  </a:cubicBezTo>
                  <a:cubicBezTo>
                    <a:pt x="1" y="7"/>
                    <a:pt x="2" y="8"/>
                    <a:pt x="3" y="9"/>
                  </a:cubicBezTo>
                  <a:cubicBezTo>
                    <a:pt x="3" y="10"/>
                    <a:pt x="1" y="12"/>
                    <a:pt x="2" y="13"/>
                  </a:cubicBezTo>
                  <a:cubicBezTo>
                    <a:pt x="3" y="14"/>
                    <a:pt x="6" y="13"/>
                    <a:pt x="7" y="14"/>
                  </a:cubicBezTo>
                  <a:cubicBezTo>
                    <a:pt x="7" y="15"/>
                    <a:pt x="7" y="17"/>
                    <a:pt x="7" y="18"/>
                  </a:cubicBezTo>
                  <a:cubicBezTo>
                    <a:pt x="8" y="19"/>
                    <a:pt x="11" y="20"/>
                    <a:pt x="12" y="19"/>
                  </a:cubicBezTo>
                  <a:cubicBezTo>
                    <a:pt x="13" y="19"/>
                    <a:pt x="13" y="16"/>
                    <a:pt x="14" y="15"/>
                  </a:cubicBezTo>
                  <a:cubicBezTo>
                    <a:pt x="15" y="15"/>
                    <a:pt x="17" y="15"/>
                    <a:pt x="18" y="15"/>
                  </a:cubicBezTo>
                  <a:cubicBezTo>
                    <a:pt x="18" y="14"/>
                    <a:pt x="18" y="12"/>
                    <a:pt x="17" y="11"/>
                  </a:cubicBezTo>
                  <a:cubicBezTo>
                    <a:pt x="17" y="10"/>
                    <a:pt x="16" y="10"/>
                    <a:pt x="16" y="9"/>
                  </a:cubicBezTo>
                  <a:cubicBezTo>
                    <a:pt x="15" y="9"/>
                    <a:pt x="13" y="10"/>
                    <a:pt x="13" y="9"/>
                  </a:cubicBezTo>
                  <a:cubicBezTo>
                    <a:pt x="12" y="9"/>
                    <a:pt x="12" y="8"/>
                    <a:pt x="12" y="7"/>
                  </a:cubicBezTo>
                  <a:cubicBezTo>
                    <a:pt x="12" y="6"/>
                    <a:pt x="13" y="5"/>
                    <a:pt x="13" y="5"/>
                  </a:cubicBezTo>
                  <a:cubicBezTo>
                    <a:pt x="14" y="4"/>
                    <a:pt x="15" y="4"/>
                    <a:pt x="16" y="4"/>
                  </a:cubicBezTo>
                  <a:cubicBezTo>
                    <a:pt x="16" y="3"/>
                    <a:pt x="17" y="2"/>
                    <a:pt x="16" y="1"/>
                  </a:cubicBezTo>
                  <a:cubicBezTo>
                    <a:pt x="16" y="0"/>
                    <a:pt x="14" y="1"/>
                    <a:pt x="13" y="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66"/>
            <p:cNvSpPr>
              <a:spLocks/>
            </p:cNvSpPr>
            <p:nvPr/>
          </p:nvSpPr>
          <p:spPr bwMode="auto">
            <a:xfrm>
              <a:off x="6972301" y="1058863"/>
              <a:ext cx="139700" cy="120650"/>
            </a:xfrm>
            <a:custGeom>
              <a:avLst/>
              <a:gdLst/>
              <a:ahLst/>
              <a:cxnLst>
                <a:cxn ang="0">
                  <a:pos x="75" y="23"/>
                </a:cxn>
                <a:cxn ang="0">
                  <a:pos x="78" y="14"/>
                </a:cxn>
                <a:cxn ang="0">
                  <a:pos x="80" y="4"/>
                </a:cxn>
                <a:cxn ang="0">
                  <a:pos x="74" y="1"/>
                </a:cxn>
                <a:cxn ang="0">
                  <a:pos x="73" y="8"/>
                </a:cxn>
                <a:cxn ang="0">
                  <a:pos x="70" y="11"/>
                </a:cxn>
                <a:cxn ang="0">
                  <a:pos x="64" y="10"/>
                </a:cxn>
                <a:cxn ang="0">
                  <a:pos x="65" y="18"/>
                </a:cxn>
                <a:cxn ang="0">
                  <a:pos x="61" y="24"/>
                </a:cxn>
                <a:cxn ang="0">
                  <a:pos x="58" y="31"/>
                </a:cxn>
                <a:cxn ang="0">
                  <a:pos x="52" y="25"/>
                </a:cxn>
                <a:cxn ang="0">
                  <a:pos x="47" y="19"/>
                </a:cxn>
                <a:cxn ang="0">
                  <a:pos x="41" y="24"/>
                </a:cxn>
                <a:cxn ang="0">
                  <a:pos x="46" y="31"/>
                </a:cxn>
                <a:cxn ang="0">
                  <a:pos x="44" y="41"/>
                </a:cxn>
                <a:cxn ang="0">
                  <a:pos x="37" y="38"/>
                </a:cxn>
                <a:cxn ang="0">
                  <a:pos x="35" y="31"/>
                </a:cxn>
                <a:cxn ang="0">
                  <a:pos x="28" y="34"/>
                </a:cxn>
                <a:cxn ang="0">
                  <a:pos x="23" y="36"/>
                </a:cxn>
                <a:cxn ang="0">
                  <a:pos x="23" y="43"/>
                </a:cxn>
                <a:cxn ang="0">
                  <a:pos x="20" y="39"/>
                </a:cxn>
                <a:cxn ang="0">
                  <a:pos x="15" y="43"/>
                </a:cxn>
                <a:cxn ang="0">
                  <a:pos x="8" y="41"/>
                </a:cxn>
                <a:cxn ang="0">
                  <a:pos x="1" y="40"/>
                </a:cxn>
                <a:cxn ang="0">
                  <a:pos x="2" y="44"/>
                </a:cxn>
                <a:cxn ang="0">
                  <a:pos x="5" y="51"/>
                </a:cxn>
                <a:cxn ang="0">
                  <a:pos x="12" y="46"/>
                </a:cxn>
                <a:cxn ang="0">
                  <a:pos x="18" y="50"/>
                </a:cxn>
                <a:cxn ang="0">
                  <a:pos x="17" y="58"/>
                </a:cxn>
                <a:cxn ang="0">
                  <a:pos x="13" y="64"/>
                </a:cxn>
                <a:cxn ang="0">
                  <a:pos x="14" y="70"/>
                </a:cxn>
                <a:cxn ang="0">
                  <a:pos x="19" y="67"/>
                </a:cxn>
                <a:cxn ang="0">
                  <a:pos x="20" y="63"/>
                </a:cxn>
                <a:cxn ang="0">
                  <a:pos x="27" y="65"/>
                </a:cxn>
                <a:cxn ang="0">
                  <a:pos x="36" y="61"/>
                </a:cxn>
                <a:cxn ang="0">
                  <a:pos x="39" y="55"/>
                </a:cxn>
                <a:cxn ang="0">
                  <a:pos x="46" y="54"/>
                </a:cxn>
                <a:cxn ang="0">
                  <a:pos x="52" y="57"/>
                </a:cxn>
                <a:cxn ang="0">
                  <a:pos x="56" y="49"/>
                </a:cxn>
                <a:cxn ang="0">
                  <a:pos x="65" y="44"/>
                </a:cxn>
                <a:cxn ang="0">
                  <a:pos x="66" y="36"/>
                </a:cxn>
                <a:cxn ang="0">
                  <a:pos x="71" y="30"/>
                </a:cxn>
              </a:cxnLst>
              <a:rect l="0" t="0" r="r" b="b"/>
              <a:pathLst>
                <a:path w="81" h="70">
                  <a:moveTo>
                    <a:pt x="74" y="30"/>
                  </a:moveTo>
                  <a:cubicBezTo>
                    <a:pt x="75" y="29"/>
                    <a:pt x="75" y="25"/>
                    <a:pt x="75" y="23"/>
                  </a:cubicBezTo>
                  <a:cubicBezTo>
                    <a:pt x="76" y="22"/>
                    <a:pt x="78" y="20"/>
                    <a:pt x="78" y="19"/>
                  </a:cubicBezTo>
                  <a:cubicBezTo>
                    <a:pt x="78" y="18"/>
                    <a:pt x="78" y="15"/>
                    <a:pt x="78" y="14"/>
                  </a:cubicBezTo>
                  <a:cubicBezTo>
                    <a:pt x="79" y="13"/>
                    <a:pt x="80" y="12"/>
                    <a:pt x="81" y="11"/>
                  </a:cubicBezTo>
                  <a:cubicBezTo>
                    <a:pt x="81" y="9"/>
                    <a:pt x="81" y="6"/>
                    <a:pt x="80" y="4"/>
                  </a:cubicBezTo>
                  <a:cubicBezTo>
                    <a:pt x="80" y="3"/>
                    <a:pt x="78" y="1"/>
                    <a:pt x="77" y="1"/>
                  </a:cubicBezTo>
                  <a:cubicBezTo>
                    <a:pt x="77" y="0"/>
                    <a:pt x="75" y="0"/>
                    <a:pt x="74" y="1"/>
                  </a:cubicBezTo>
                  <a:cubicBezTo>
                    <a:pt x="74" y="1"/>
                    <a:pt x="73" y="3"/>
                    <a:pt x="73" y="4"/>
                  </a:cubicBezTo>
                  <a:cubicBezTo>
                    <a:pt x="73" y="5"/>
                    <a:pt x="74" y="7"/>
                    <a:pt x="73" y="8"/>
                  </a:cubicBezTo>
                  <a:cubicBezTo>
                    <a:pt x="73" y="9"/>
                    <a:pt x="73" y="10"/>
                    <a:pt x="73" y="11"/>
                  </a:cubicBezTo>
                  <a:cubicBezTo>
                    <a:pt x="72" y="11"/>
                    <a:pt x="70" y="11"/>
                    <a:pt x="70" y="11"/>
                  </a:cubicBezTo>
                  <a:cubicBezTo>
                    <a:pt x="69" y="11"/>
                    <a:pt x="68" y="9"/>
                    <a:pt x="67" y="9"/>
                  </a:cubicBezTo>
                  <a:cubicBezTo>
                    <a:pt x="66" y="9"/>
                    <a:pt x="64" y="9"/>
                    <a:pt x="64" y="10"/>
                  </a:cubicBezTo>
                  <a:cubicBezTo>
                    <a:pt x="63" y="11"/>
                    <a:pt x="63" y="13"/>
                    <a:pt x="63" y="14"/>
                  </a:cubicBezTo>
                  <a:cubicBezTo>
                    <a:pt x="63" y="15"/>
                    <a:pt x="65" y="16"/>
                    <a:pt x="65" y="18"/>
                  </a:cubicBezTo>
                  <a:cubicBezTo>
                    <a:pt x="65" y="19"/>
                    <a:pt x="64" y="21"/>
                    <a:pt x="63" y="22"/>
                  </a:cubicBezTo>
                  <a:cubicBezTo>
                    <a:pt x="63" y="22"/>
                    <a:pt x="61" y="23"/>
                    <a:pt x="61" y="24"/>
                  </a:cubicBezTo>
                  <a:cubicBezTo>
                    <a:pt x="60" y="24"/>
                    <a:pt x="61" y="27"/>
                    <a:pt x="61" y="28"/>
                  </a:cubicBezTo>
                  <a:cubicBezTo>
                    <a:pt x="60" y="29"/>
                    <a:pt x="59" y="30"/>
                    <a:pt x="58" y="31"/>
                  </a:cubicBezTo>
                  <a:cubicBezTo>
                    <a:pt x="57" y="31"/>
                    <a:pt x="54" y="31"/>
                    <a:pt x="54" y="30"/>
                  </a:cubicBezTo>
                  <a:cubicBezTo>
                    <a:pt x="53" y="29"/>
                    <a:pt x="52" y="27"/>
                    <a:pt x="52" y="25"/>
                  </a:cubicBezTo>
                  <a:cubicBezTo>
                    <a:pt x="52" y="24"/>
                    <a:pt x="52" y="21"/>
                    <a:pt x="52" y="20"/>
                  </a:cubicBezTo>
                  <a:cubicBezTo>
                    <a:pt x="51" y="20"/>
                    <a:pt x="48" y="19"/>
                    <a:pt x="47" y="19"/>
                  </a:cubicBezTo>
                  <a:cubicBezTo>
                    <a:pt x="46" y="19"/>
                    <a:pt x="44" y="19"/>
                    <a:pt x="43" y="19"/>
                  </a:cubicBezTo>
                  <a:cubicBezTo>
                    <a:pt x="42" y="20"/>
                    <a:pt x="41" y="23"/>
                    <a:pt x="41" y="24"/>
                  </a:cubicBezTo>
                  <a:cubicBezTo>
                    <a:pt x="41" y="25"/>
                    <a:pt x="43" y="27"/>
                    <a:pt x="43" y="28"/>
                  </a:cubicBezTo>
                  <a:cubicBezTo>
                    <a:pt x="44" y="29"/>
                    <a:pt x="46" y="30"/>
                    <a:pt x="46" y="31"/>
                  </a:cubicBezTo>
                  <a:cubicBezTo>
                    <a:pt x="47" y="33"/>
                    <a:pt x="47" y="35"/>
                    <a:pt x="46" y="36"/>
                  </a:cubicBezTo>
                  <a:cubicBezTo>
                    <a:pt x="46" y="38"/>
                    <a:pt x="45" y="40"/>
                    <a:pt x="44" y="41"/>
                  </a:cubicBezTo>
                  <a:cubicBezTo>
                    <a:pt x="43" y="42"/>
                    <a:pt x="41" y="42"/>
                    <a:pt x="40" y="41"/>
                  </a:cubicBezTo>
                  <a:cubicBezTo>
                    <a:pt x="39" y="41"/>
                    <a:pt x="37" y="39"/>
                    <a:pt x="37" y="38"/>
                  </a:cubicBezTo>
                  <a:cubicBezTo>
                    <a:pt x="36" y="37"/>
                    <a:pt x="37" y="35"/>
                    <a:pt x="37" y="34"/>
                  </a:cubicBezTo>
                  <a:cubicBezTo>
                    <a:pt x="36" y="33"/>
                    <a:pt x="35" y="31"/>
                    <a:pt x="35" y="31"/>
                  </a:cubicBezTo>
                  <a:cubicBezTo>
                    <a:pt x="34" y="30"/>
                    <a:pt x="32" y="30"/>
                    <a:pt x="31" y="30"/>
                  </a:cubicBezTo>
                  <a:cubicBezTo>
                    <a:pt x="30" y="31"/>
                    <a:pt x="29" y="34"/>
                    <a:pt x="28" y="34"/>
                  </a:cubicBezTo>
                  <a:cubicBezTo>
                    <a:pt x="27" y="35"/>
                    <a:pt x="25" y="33"/>
                    <a:pt x="24" y="33"/>
                  </a:cubicBezTo>
                  <a:cubicBezTo>
                    <a:pt x="23" y="34"/>
                    <a:pt x="23" y="35"/>
                    <a:pt x="23" y="36"/>
                  </a:cubicBezTo>
                  <a:cubicBezTo>
                    <a:pt x="23" y="37"/>
                    <a:pt x="25" y="39"/>
                    <a:pt x="25" y="40"/>
                  </a:cubicBezTo>
                  <a:cubicBezTo>
                    <a:pt x="25" y="41"/>
                    <a:pt x="24" y="43"/>
                    <a:pt x="23" y="43"/>
                  </a:cubicBezTo>
                  <a:cubicBezTo>
                    <a:pt x="23" y="44"/>
                    <a:pt x="20" y="43"/>
                    <a:pt x="20" y="43"/>
                  </a:cubicBezTo>
                  <a:cubicBezTo>
                    <a:pt x="19" y="42"/>
                    <a:pt x="20" y="39"/>
                    <a:pt x="20" y="39"/>
                  </a:cubicBezTo>
                  <a:cubicBezTo>
                    <a:pt x="19" y="38"/>
                    <a:pt x="17" y="38"/>
                    <a:pt x="17" y="39"/>
                  </a:cubicBezTo>
                  <a:cubicBezTo>
                    <a:pt x="16" y="39"/>
                    <a:pt x="16" y="42"/>
                    <a:pt x="15" y="43"/>
                  </a:cubicBezTo>
                  <a:cubicBezTo>
                    <a:pt x="15" y="43"/>
                    <a:pt x="13" y="44"/>
                    <a:pt x="13" y="44"/>
                  </a:cubicBezTo>
                  <a:cubicBezTo>
                    <a:pt x="11" y="44"/>
                    <a:pt x="10" y="41"/>
                    <a:pt x="8" y="41"/>
                  </a:cubicBezTo>
                  <a:cubicBezTo>
                    <a:pt x="7" y="40"/>
                    <a:pt x="5" y="40"/>
                    <a:pt x="4" y="40"/>
                  </a:cubicBezTo>
                  <a:cubicBezTo>
                    <a:pt x="3" y="40"/>
                    <a:pt x="1" y="40"/>
                    <a:pt x="1" y="40"/>
                  </a:cubicBezTo>
                  <a:cubicBezTo>
                    <a:pt x="0" y="41"/>
                    <a:pt x="0" y="42"/>
                    <a:pt x="0" y="43"/>
                  </a:cubicBezTo>
                  <a:cubicBezTo>
                    <a:pt x="0" y="44"/>
                    <a:pt x="2" y="44"/>
                    <a:pt x="2" y="44"/>
                  </a:cubicBezTo>
                  <a:cubicBezTo>
                    <a:pt x="3" y="45"/>
                    <a:pt x="2" y="47"/>
                    <a:pt x="3" y="48"/>
                  </a:cubicBezTo>
                  <a:cubicBezTo>
                    <a:pt x="3" y="49"/>
                    <a:pt x="4" y="51"/>
                    <a:pt x="5" y="51"/>
                  </a:cubicBezTo>
                  <a:cubicBezTo>
                    <a:pt x="6" y="51"/>
                    <a:pt x="7" y="51"/>
                    <a:pt x="8" y="50"/>
                  </a:cubicBezTo>
                  <a:cubicBezTo>
                    <a:pt x="9" y="50"/>
                    <a:pt x="11" y="47"/>
                    <a:pt x="12" y="46"/>
                  </a:cubicBezTo>
                  <a:cubicBezTo>
                    <a:pt x="13" y="46"/>
                    <a:pt x="15" y="46"/>
                    <a:pt x="16" y="46"/>
                  </a:cubicBezTo>
                  <a:cubicBezTo>
                    <a:pt x="17" y="47"/>
                    <a:pt x="17" y="49"/>
                    <a:pt x="18" y="50"/>
                  </a:cubicBezTo>
                  <a:cubicBezTo>
                    <a:pt x="18" y="51"/>
                    <a:pt x="18" y="53"/>
                    <a:pt x="18" y="54"/>
                  </a:cubicBezTo>
                  <a:cubicBezTo>
                    <a:pt x="18" y="55"/>
                    <a:pt x="18" y="57"/>
                    <a:pt x="17" y="58"/>
                  </a:cubicBezTo>
                  <a:cubicBezTo>
                    <a:pt x="17" y="58"/>
                    <a:pt x="15" y="59"/>
                    <a:pt x="14" y="60"/>
                  </a:cubicBezTo>
                  <a:cubicBezTo>
                    <a:pt x="14" y="61"/>
                    <a:pt x="13" y="63"/>
                    <a:pt x="13" y="64"/>
                  </a:cubicBezTo>
                  <a:cubicBezTo>
                    <a:pt x="12" y="64"/>
                    <a:pt x="12" y="66"/>
                    <a:pt x="12" y="67"/>
                  </a:cubicBezTo>
                  <a:cubicBezTo>
                    <a:pt x="12" y="68"/>
                    <a:pt x="13" y="69"/>
                    <a:pt x="14" y="70"/>
                  </a:cubicBezTo>
                  <a:cubicBezTo>
                    <a:pt x="15" y="70"/>
                    <a:pt x="17" y="70"/>
                    <a:pt x="17" y="70"/>
                  </a:cubicBezTo>
                  <a:cubicBezTo>
                    <a:pt x="18" y="70"/>
                    <a:pt x="19" y="68"/>
                    <a:pt x="19" y="67"/>
                  </a:cubicBezTo>
                  <a:cubicBezTo>
                    <a:pt x="19" y="66"/>
                    <a:pt x="18" y="65"/>
                    <a:pt x="19" y="64"/>
                  </a:cubicBezTo>
                  <a:cubicBezTo>
                    <a:pt x="19" y="64"/>
                    <a:pt x="20" y="63"/>
                    <a:pt x="20" y="63"/>
                  </a:cubicBezTo>
                  <a:cubicBezTo>
                    <a:pt x="21" y="63"/>
                    <a:pt x="21" y="65"/>
                    <a:pt x="22" y="65"/>
                  </a:cubicBezTo>
                  <a:cubicBezTo>
                    <a:pt x="23" y="66"/>
                    <a:pt x="26" y="65"/>
                    <a:pt x="27" y="65"/>
                  </a:cubicBezTo>
                  <a:cubicBezTo>
                    <a:pt x="29" y="65"/>
                    <a:pt x="30" y="63"/>
                    <a:pt x="31" y="62"/>
                  </a:cubicBezTo>
                  <a:cubicBezTo>
                    <a:pt x="32" y="62"/>
                    <a:pt x="35" y="62"/>
                    <a:pt x="36" y="61"/>
                  </a:cubicBezTo>
                  <a:cubicBezTo>
                    <a:pt x="37" y="60"/>
                    <a:pt x="39" y="59"/>
                    <a:pt x="39" y="58"/>
                  </a:cubicBezTo>
                  <a:cubicBezTo>
                    <a:pt x="40" y="57"/>
                    <a:pt x="39" y="56"/>
                    <a:pt x="39" y="55"/>
                  </a:cubicBezTo>
                  <a:cubicBezTo>
                    <a:pt x="39" y="54"/>
                    <a:pt x="41" y="53"/>
                    <a:pt x="42" y="53"/>
                  </a:cubicBezTo>
                  <a:cubicBezTo>
                    <a:pt x="43" y="53"/>
                    <a:pt x="45" y="53"/>
                    <a:pt x="46" y="54"/>
                  </a:cubicBezTo>
                  <a:cubicBezTo>
                    <a:pt x="47" y="54"/>
                    <a:pt x="47" y="57"/>
                    <a:pt x="48" y="57"/>
                  </a:cubicBezTo>
                  <a:cubicBezTo>
                    <a:pt x="49" y="58"/>
                    <a:pt x="51" y="58"/>
                    <a:pt x="52" y="57"/>
                  </a:cubicBezTo>
                  <a:cubicBezTo>
                    <a:pt x="53" y="57"/>
                    <a:pt x="55" y="56"/>
                    <a:pt x="56" y="55"/>
                  </a:cubicBezTo>
                  <a:cubicBezTo>
                    <a:pt x="57" y="53"/>
                    <a:pt x="55" y="50"/>
                    <a:pt x="56" y="49"/>
                  </a:cubicBezTo>
                  <a:cubicBezTo>
                    <a:pt x="57" y="47"/>
                    <a:pt x="60" y="44"/>
                    <a:pt x="62" y="43"/>
                  </a:cubicBezTo>
                  <a:cubicBezTo>
                    <a:pt x="63" y="43"/>
                    <a:pt x="64" y="44"/>
                    <a:pt x="65" y="44"/>
                  </a:cubicBezTo>
                  <a:cubicBezTo>
                    <a:pt x="66" y="43"/>
                    <a:pt x="67" y="41"/>
                    <a:pt x="67" y="40"/>
                  </a:cubicBezTo>
                  <a:cubicBezTo>
                    <a:pt x="67" y="39"/>
                    <a:pt x="66" y="37"/>
                    <a:pt x="66" y="36"/>
                  </a:cubicBezTo>
                  <a:cubicBezTo>
                    <a:pt x="66" y="35"/>
                    <a:pt x="66" y="32"/>
                    <a:pt x="67" y="31"/>
                  </a:cubicBezTo>
                  <a:cubicBezTo>
                    <a:pt x="68" y="30"/>
                    <a:pt x="70" y="30"/>
                    <a:pt x="71" y="30"/>
                  </a:cubicBezTo>
                  <a:cubicBezTo>
                    <a:pt x="72" y="30"/>
                    <a:pt x="73" y="30"/>
                    <a:pt x="74" y="3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67"/>
            <p:cNvSpPr>
              <a:spLocks/>
            </p:cNvSpPr>
            <p:nvPr/>
          </p:nvSpPr>
          <p:spPr bwMode="auto">
            <a:xfrm>
              <a:off x="7023101" y="1206501"/>
              <a:ext cx="66675" cy="39688"/>
            </a:xfrm>
            <a:custGeom>
              <a:avLst/>
              <a:gdLst/>
              <a:ahLst/>
              <a:cxnLst>
                <a:cxn ang="0">
                  <a:pos x="37" y="21"/>
                </a:cxn>
                <a:cxn ang="0">
                  <a:pos x="37" y="16"/>
                </a:cxn>
                <a:cxn ang="0">
                  <a:pos x="33" y="11"/>
                </a:cxn>
                <a:cxn ang="0">
                  <a:pos x="30" y="7"/>
                </a:cxn>
                <a:cxn ang="0">
                  <a:pos x="25" y="5"/>
                </a:cxn>
                <a:cxn ang="0">
                  <a:pos x="23" y="2"/>
                </a:cxn>
                <a:cxn ang="0">
                  <a:pos x="20" y="2"/>
                </a:cxn>
                <a:cxn ang="0">
                  <a:pos x="16" y="2"/>
                </a:cxn>
                <a:cxn ang="0">
                  <a:pos x="14" y="0"/>
                </a:cxn>
                <a:cxn ang="0">
                  <a:pos x="8" y="0"/>
                </a:cxn>
                <a:cxn ang="0">
                  <a:pos x="5" y="2"/>
                </a:cxn>
                <a:cxn ang="0">
                  <a:pos x="4" y="8"/>
                </a:cxn>
                <a:cxn ang="0">
                  <a:pos x="2" y="8"/>
                </a:cxn>
                <a:cxn ang="0">
                  <a:pos x="0" y="11"/>
                </a:cxn>
                <a:cxn ang="0">
                  <a:pos x="1" y="14"/>
                </a:cxn>
                <a:cxn ang="0">
                  <a:pos x="6" y="15"/>
                </a:cxn>
                <a:cxn ang="0">
                  <a:pos x="10" y="18"/>
                </a:cxn>
                <a:cxn ang="0">
                  <a:pos x="14" y="21"/>
                </a:cxn>
                <a:cxn ang="0">
                  <a:pos x="19" y="22"/>
                </a:cxn>
                <a:cxn ang="0">
                  <a:pos x="27" y="21"/>
                </a:cxn>
                <a:cxn ang="0">
                  <a:pos x="31" y="23"/>
                </a:cxn>
                <a:cxn ang="0">
                  <a:pos x="36" y="22"/>
                </a:cxn>
                <a:cxn ang="0">
                  <a:pos x="37" y="21"/>
                </a:cxn>
              </a:cxnLst>
              <a:rect l="0" t="0" r="r" b="b"/>
              <a:pathLst>
                <a:path w="38" h="23">
                  <a:moveTo>
                    <a:pt x="37" y="21"/>
                  </a:moveTo>
                  <a:cubicBezTo>
                    <a:pt x="38" y="20"/>
                    <a:pt x="37" y="17"/>
                    <a:pt x="37" y="16"/>
                  </a:cubicBezTo>
                  <a:cubicBezTo>
                    <a:pt x="36" y="14"/>
                    <a:pt x="34" y="12"/>
                    <a:pt x="33" y="11"/>
                  </a:cubicBezTo>
                  <a:cubicBezTo>
                    <a:pt x="32" y="10"/>
                    <a:pt x="31" y="8"/>
                    <a:pt x="30" y="7"/>
                  </a:cubicBezTo>
                  <a:cubicBezTo>
                    <a:pt x="29" y="7"/>
                    <a:pt x="26" y="6"/>
                    <a:pt x="25" y="5"/>
                  </a:cubicBezTo>
                  <a:cubicBezTo>
                    <a:pt x="24" y="5"/>
                    <a:pt x="24" y="2"/>
                    <a:pt x="23" y="2"/>
                  </a:cubicBezTo>
                  <a:cubicBezTo>
                    <a:pt x="22" y="2"/>
                    <a:pt x="21" y="2"/>
                    <a:pt x="20" y="2"/>
                  </a:cubicBezTo>
                  <a:cubicBezTo>
                    <a:pt x="19" y="3"/>
                    <a:pt x="17" y="3"/>
                    <a:pt x="16" y="2"/>
                  </a:cubicBezTo>
                  <a:cubicBezTo>
                    <a:pt x="15" y="2"/>
                    <a:pt x="15" y="1"/>
                    <a:pt x="14" y="0"/>
                  </a:cubicBezTo>
                  <a:cubicBezTo>
                    <a:pt x="13" y="0"/>
                    <a:pt x="10" y="0"/>
                    <a:pt x="8" y="0"/>
                  </a:cubicBezTo>
                  <a:cubicBezTo>
                    <a:pt x="7" y="0"/>
                    <a:pt x="6" y="1"/>
                    <a:pt x="5" y="2"/>
                  </a:cubicBezTo>
                  <a:cubicBezTo>
                    <a:pt x="5" y="3"/>
                    <a:pt x="5" y="7"/>
                    <a:pt x="4" y="8"/>
                  </a:cubicBezTo>
                  <a:cubicBezTo>
                    <a:pt x="4" y="8"/>
                    <a:pt x="2" y="8"/>
                    <a:pt x="2" y="8"/>
                  </a:cubicBezTo>
                  <a:cubicBezTo>
                    <a:pt x="1" y="8"/>
                    <a:pt x="0" y="10"/>
                    <a:pt x="0" y="11"/>
                  </a:cubicBezTo>
                  <a:cubicBezTo>
                    <a:pt x="0" y="12"/>
                    <a:pt x="1" y="13"/>
                    <a:pt x="1" y="14"/>
                  </a:cubicBezTo>
                  <a:cubicBezTo>
                    <a:pt x="2" y="15"/>
                    <a:pt x="5" y="14"/>
                    <a:pt x="6" y="15"/>
                  </a:cubicBezTo>
                  <a:cubicBezTo>
                    <a:pt x="7" y="16"/>
                    <a:pt x="9" y="17"/>
                    <a:pt x="10" y="18"/>
                  </a:cubicBezTo>
                  <a:cubicBezTo>
                    <a:pt x="11" y="19"/>
                    <a:pt x="13" y="21"/>
                    <a:pt x="14" y="21"/>
                  </a:cubicBezTo>
                  <a:cubicBezTo>
                    <a:pt x="15" y="22"/>
                    <a:pt x="18" y="22"/>
                    <a:pt x="19" y="22"/>
                  </a:cubicBezTo>
                  <a:cubicBezTo>
                    <a:pt x="21" y="22"/>
                    <a:pt x="25" y="21"/>
                    <a:pt x="27" y="21"/>
                  </a:cubicBezTo>
                  <a:cubicBezTo>
                    <a:pt x="28" y="21"/>
                    <a:pt x="30" y="23"/>
                    <a:pt x="31" y="23"/>
                  </a:cubicBezTo>
                  <a:cubicBezTo>
                    <a:pt x="32" y="23"/>
                    <a:pt x="35" y="23"/>
                    <a:pt x="36" y="22"/>
                  </a:cubicBezTo>
                  <a:cubicBezTo>
                    <a:pt x="37" y="22"/>
                    <a:pt x="37" y="22"/>
                    <a:pt x="37" y="2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68"/>
            <p:cNvSpPr>
              <a:spLocks/>
            </p:cNvSpPr>
            <p:nvPr/>
          </p:nvSpPr>
          <p:spPr bwMode="auto">
            <a:xfrm>
              <a:off x="7070726" y="1127126"/>
              <a:ext cx="74613" cy="103188"/>
            </a:xfrm>
            <a:custGeom>
              <a:avLst/>
              <a:gdLst/>
              <a:ahLst/>
              <a:cxnLst>
                <a:cxn ang="0">
                  <a:pos x="24" y="57"/>
                </a:cxn>
                <a:cxn ang="0">
                  <a:pos x="20" y="59"/>
                </a:cxn>
                <a:cxn ang="0">
                  <a:pos x="15" y="59"/>
                </a:cxn>
                <a:cxn ang="0">
                  <a:pos x="13" y="54"/>
                </a:cxn>
                <a:cxn ang="0">
                  <a:pos x="15" y="49"/>
                </a:cxn>
                <a:cxn ang="0">
                  <a:pos x="15" y="45"/>
                </a:cxn>
                <a:cxn ang="0">
                  <a:pos x="13" y="42"/>
                </a:cxn>
                <a:cxn ang="0">
                  <a:pos x="11" y="44"/>
                </a:cxn>
                <a:cxn ang="0">
                  <a:pos x="11" y="47"/>
                </a:cxn>
                <a:cxn ang="0">
                  <a:pos x="9" y="49"/>
                </a:cxn>
                <a:cxn ang="0">
                  <a:pos x="4" y="47"/>
                </a:cxn>
                <a:cxn ang="0">
                  <a:pos x="0" y="44"/>
                </a:cxn>
                <a:cxn ang="0">
                  <a:pos x="2" y="38"/>
                </a:cxn>
                <a:cxn ang="0">
                  <a:pos x="1" y="34"/>
                </a:cxn>
                <a:cxn ang="0">
                  <a:pos x="2" y="29"/>
                </a:cxn>
                <a:cxn ang="0">
                  <a:pos x="7" y="21"/>
                </a:cxn>
                <a:cxn ang="0">
                  <a:pos x="13" y="20"/>
                </a:cxn>
                <a:cxn ang="0">
                  <a:pos x="14" y="16"/>
                </a:cxn>
                <a:cxn ang="0">
                  <a:pos x="17" y="17"/>
                </a:cxn>
                <a:cxn ang="0">
                  <a:pos x="17" y="21"/>
                </a:cxn>
                <a:cxn ang="0">
                  <a:pos x="21" y="23"/>
                </a:cxn>
                <a:cxn ang="0">
                  <a:pos x="23" y="20"/>
                </a:cxn>
                <a:cxn ang="0">
                  <a:pos x="23" y="17"/>
                </a:cxn>
                <a:cxn ang="0">
                  <a:pos x="26" y="15"/>
                </a:cxn>
                <a:cxn ang="0">
                  <a:pos x="30" y="14"/>
                </a:cxn>
                <a:cxn ang="0">
                  <a:pos x="31" y="10"/>
                </a:cxn>
                <a:cxn ang="0">
                  <a:pos x="30" y="8"/>
                </a:cxn>
                <a:cxn ang="0">
                  <a:pos x="26" y="7"/>
                </a:cxn>
                <a:cxn ang="0">
                  <a:pos x="26" y="4"/>
                </a:cxn>
                <a:cxn ang="0">
                  <a:pos x="27" y="1"/>
                </a:cxn>
                <a:cxn ang="0">
                  <a:pos x="32" y="0"/>
                </a:cxn>
                <a:cxn ang="0">
                  <a:pos x="34" y="1"/>
                </a:cxn>
                <a:cxn ang="0">
                  <a:pos x="36" y="5"/>
                </a:cxn>
                <a:cxn ang="0">
                  <a:pos x="36" y="9"/>
                </a:cxn>
                <a:cxn ang="0">
                  <a:pos x="37" y="13"/>
                </a:cxn>
                <a:cxn ang="0">
                  <a:pos x="40" y="16"/>
                </a:cxn>
                <a:cxn ang="0">
                  <a:pos x="42" y="19"/>
                </a:cxn>
                <a:cxn ang="0">
                  <a:pos x="43" y="25"/>
                </a:cxn>
                <a:cxn ang="0">
                  <a:pos x="42" y="31"/>
                </a:cxn>
                <a:cxn ang="0">
                  <a:pos x="37" y="36"/>
                </a:cxn>
                <a:cxn ang="0">
                  <a:pos x="33" y="40"/>
                </a:cxn>
                <a:cxn ang="0">
                  <a:pos x="30" y="47"/>
                </a:cxn>
                <a:cxn ang="0">
                  <a:pos x="28" y="52"/>
                </a:cxn>
                <a:cxn ang="0">
                  <a:pos x="26" y="55"/>
                </a:cxn>
                <a:cxn ang="0">
                  <a:pos x="24" y="57"/>
                </a:cxn>
              </a:cxnLst>
              <a:rect l="0" t="0" r="r" b="b"/>
              <a:pathLst>
                <a:path w="43" h="60">
                  <a:moveTo>
                    <a:pt x="24" y="57"/>
                  </a:moveTo>
                  <a:cubicBezTo>
                    <a:pt x="23" y="58"/>
                    <a:pt x="21" y="59"/>
                    <a:pt x="20" y="59"/>
                  </a:cubicBezTo>
                  <a:cubicBezTo>
                    <a:pt x="18" y="60"/>
                    <a:pt x="16" y="59"/>
                    <a:pt x="15" y="59"/>
                  </a:cubicBezTo>
                  <a:cubicBezTo>
                    <a:pt x="14" y="58"/>
                    <a:pt x="13" y="56"/>
                    <a:pt x="13" y="54"/>
                  </a:cubicBezTo>
                  <a:cubicBezTo>
                    <a:pt x="12" y="53"/>
                    <a:pt x="15" y="50"/>
                    <a:pt x="15" y="49"/>
                  </a:cubicBezTo>
                  <a:cubicBezTo>
                    <a:pt x="15" y="48"/>
                    <a:pt x="15" y="46"/>
                    <a:pt x="15" y="45"/>
                  </a:cubicBezTo>
                  <a:cubicBezTo>
                    <a:pt x="14" y="44"/>
                    <a:pt x="13" y="42"/>
                    <a:pt x="13" y="42"/>
                  </a:cubicBezTo>
                  <a:cubicBezTo>
                    <a:pt x="12" y="42"/>
                    <a:pt x="11" y="44"/>
                    <a:pt x="11" y="44"/>
                  </a:cubicBezTo>
                  <a:cubicBezTo>
                    <a:pt x="11" y="45"/>
                    <a:pt x="11" y="47"/>
                    <a:pt x="11" y="47"/>
                  </a:cubicBezTo>
                  <a:cubicBezTo>
                    <a:pt x="11" y="48"/>
                    <a:pt x="10" y="49"/>
                    <a:pt x="9" y="49"/>
                  </a:cubicBezTo>
                  <a:cubicBezTo>
                    <a:pt x="8" y="49"/>
                    <a:pt x="5" y="48"/>
                    <a:pt x="4" y="47"/>
                  </a:cubicBezTo>
                  <a:cubicBezTo>
                    <a:pt x="3" y="46"/>
                    <a:pt x="1" y="45"/>
                    <a:pt x="0" y="44"/>
                  </a:cubicBezTo>
                  <a:cubicBezTo>
                    <a:pt x="0" y="42"/>
                    <a:pt x="2" y="40"/>
                    <a:pt x="2" y="38"/>
                  </a:cubicBezTo>
                  <a:cubicBezTo>
                    <a:pt x="2" y="37"/>
                    <a:pt x="1" y="35"/>
                    <a:pt x="1" y="34"/>
                  </a:cubicBezTo>
                  <a:cubicBezTo>
                    <a:pt x="1" y="32"/>
                    <a:pt x="2" y="30"/>
                    <a:pt x="2" y="29"/>
                  </a:cubicBezTo>
                  <a:cubicBezTo>
                    <a:pt x="3" y="27"/>
                    <a:pt x="5" y="23"/>
                    <a:pt x="7" y="21"/>
                  </a:cubicBezTo>
                  <a:cubicBezTo>
                    <a:pt x="9" y="21"/>
                    <a:pt x="12" y="21"/>
                    <a:pt x="13" y="20"/>
                  </a:cubicBezTo>
                  <a:cubicBezTo>
                    <a:pt x="14" y="20"/>
                    <a:pt x="13" y="17"/>
                    <a:pt x="14" y="16"/>
                  </a:cubicBezTo>
                  <a:cubicBezTo>
                    <a:pt x="15" y="16"/>
                    <a:pt x="16" y="17"/>
                    <a:pt x="17" y="17"/>
                  </a:cubicBezTo>
                  <a:cubicBezTo>
                    <a:pt x="18" y="18"/>
                    <a:pt x="17" y="20"/>
                    <a:pt x="17" y="21"/>
                  </a:cubicBezTo>
                  <a:cubicBezTo>
                    <a:pt x="18" y="22"/>
                    <a:pt x="20" y="24"/>
                    <a:pt x="21" y="23"/>
                  </a:cubicBezTo>
                  <a:cubicBezTo>
                    <a:pt x="22" y="23"/>
                    <a:pt x="23" y="21"/>
                    <a:pt x="23" y="20"/>
                  </a:cubicBezTo>
                  <a:cubicBezTo>
                    <a:pt x="23" y="19"/>
                    <a:pt x="22" y="17"/>
                    <a:pt x="23" y="17"/>
                  </a:cubicBezTo>
                  <a:cubicBezTo>
                    <a:pt x="23" y="16"/>
                    <a:pt x="25" y="15"/>
                    <a:pt x="26" y="15"/>
                  </a:cubicBezTo>
                  <a:cubicBezTo>
                    <a:pt x="27" y="14"/>
                    <a:pt x="29" y="14"/>
                    <a:pt x="30" y="14"/>
                  </a:cubicBezTo>
                  <a:cubicBezTo>
                    <a:pt x="30" y="13"/>
                    <a:pt x="31" y="11"/>
                    <a:pt x="31" y="10"/>
                  </a:cubicBezTo>
                  <a:cubicBezTo>
                    <a:pt x="31" y="10"/>
                    <a:pt x="30" y="8"/>
                    <a:pt x="30" y="8"/>
                  </a:cubicBezTo>
                  <a:cubicBezTo>
                    <a:pt x="29" y="7"/>
                    <a:pt x="27" y="8"/>
                    <a:pt x="26" y="7"/>
                  </a:cubicBezTo>
                  <a:cubicBezTo>
                    <a:pt x="26" y="7"/>
                    <a:pt x="26" y="5"/>
                    <a:pt x="26" y="4"/>
                  </a:cubicBezTo>
                  <a:cubicBezTo>
                    <a:pt x="26" y="3"/>
                    <a:pt x="26" y="1"/>
                    <a:pt x="27" y="1"/>
                  </a:cubicBezTo>
                  <a:cubicBezTo>
                    <a:pt x="28" y="0"/>
                    <a:pt x="31" y="0"/>
                    <a:pt x="32" y="0"/>
                  </a:cubicBezTo>
                  <a:cubicBezTo>
                    <a:pt x="33" y="1"/>
                    <a:pt x="34" y="1"/>
                    <a:pt x="34" y="1"/>
                  </a:cubicBezTo>
                  <a:cubicBezTo>
                    <a:pt x="35" y="2"/>
                    <a:pt x="36" y="4"/>
                    <a:pt x="36" y="5"/>
                  </a:cubicBezTo>
                  <a:cubicBezTo>
                    <a:pt x="36" y="6"/>
                    <a:pt x="36" y="8"/>
                    <a:pt x="36" y="9"/>
                  </a:cubicBezTo>
                  <a:cubicBezTo>
                    <a:pt x="36" y="10"/>
                    <a:pt x="36" y="13"/>
                    <a:pt x="37" y="13"/>
                  </a:cubicBezTo>
                  <a:cubicBezTo>
                    <a:pt x="37" y="14"/>
                    <a:pt x="39" y="15"/>
                    <a:pt x="40" y="16"/>
                  </a:cubicBezTo>
                  <a:cubicBezTo>
                    <a:pt x="40" y="16"/>
                    <a:pt x="41" y="18"/>
                    <a:pt x="42" y="19"/>
                  </a:cubicBezTo>
                  <a:cubicBezTo>
                    <a:pt x="42" y="21"/>
                    <a:pt x="43" y="24"/>
                    <a:pt x="43" y="25"/>
                  </a:cubicBezTo>
                  <a:cubicBezTo>
                    <a:pt x="43" y="27"/>
                    <a:pt x="42" y="30"/>
                    <a:pt x="42" y="31"/>
                  </a:cubicBezTo>
                  <a:cubicBezTo>
                    <a:pt x="41" y="32"/>
                    <a:pt x="39" y="35"/>
                    <a:pt x="37" y="36"/>
                  </a:cubicBezTo>
                  <a:cubicBezTo>
                    <a:pt x="36" y="37"/>
                    <a:pt x="34" y="39"/>
                    <a:pt x="33" y="40"/>
                  </a:cubicBezTo>
                  <a:cubicBezTo>
                    <a:pt x="32" y="42"/>
                    <a:pt x="31" y="45"/>
                    <a:pt x="30" y="47"/>
                  </a:cubicBezTo>
                  <a:cubicBezTo>
                    <a:pt x="29" y="48"/>
                    <a:pt x="28" y="51"/>
                    <a:pt x="28" y="52"/>
                  </a:cubicBezTo>
                  <a:cubicBezTo>
                    <a:pt x="27" y="53"/>
                    <a:pt x="26" y="54"/>
                    <a:pt x="26" y="55"/>
                  </a:cubicBezTo>
                  <a:cubicBezTo>
                    <a:pt x="26" y="55"/>
                    <a:pt x="25" y="56"/>
                    <a:pt x="24" y="5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69"/>
            <p:cNvSpPr>
              <a:spLocks/>
            </p:cNvSpPr>
            <p:nvPr/>
          </p:nvSpPr>
          <p:spPr bwMode="auto">
            <a:xfrm>
              <a:off x="7134226" y="1081088"/>
              <a:ext cx="50800" cy="69850"/>
            </a:xfrm>
            <a:custGeom>
              <a:avLst/>
              <a:gdLst/>
              <a:ahLst/>
              <a:cxnLst>
                <a:cxn ang="0">
                  <a:pos x="29" y="23"/>
                </a:cxn>
                <a:cxn ang="0">
                  <a:pos x="28" y="16"/>
                </a:cxn>
                <a:cxn ang="0">
                  <a:pos x="24" y="10"/>
                </a:cxn>
                <a:cxn ang="0">
                  <a:pos x="20" y="7"/>
                </a:cxn>
                <a:cxn ang="0">
                  <a:pos x="14" y="7"/>
                </a:cxn>
                <a:cxn ang="0">
                  <a:pos x="11" y="4"/>
                </a:cxn>
                <a:cxn ang="0">
                  <a:pos x="8" y="1"/>
                </a:cxn>
                <a:cxn ang="0">
                  <a:pos x="4" y="1"/>
                </a:cxn>
                <a:cxn ang="0">
                  <a:pos x="1" y="4"/>
                </a:cxn>
                <a:cxn ang="0">
                  <a:pos x="0" y="9"/>
                </a:cxn>
                <a:cxn ang="0">
                  <a:pos x="1" y="14"/>
                </a:cxn>
                <a:cxn ang="0">
                  <a:pos x="3" y="16"/>
                </a:cxn>
                <a:cxn ang="0">
                  <a:pos x="6" y="22"/>
                </a:cxn>
                <a:cxn ang="0">
                  <a:pos x="4" y="25"/>
                </a:cxn>
                <a:cxn ang="0">
                  <a:pos x="5" y="30"/>
                </a:cxn>
                <a:cxn ang="0">
                  <a:pos x="7" y="33"/>
                </a:cxn>
                <a:cxn ang="0">
                  <a:pos x="9" y="38"/>
                </a:cxn>
                <a:cxn ang="0">
                  <a:pos x="14" y="40"/>
                </a:cxn>
                <a:cxn ang="0">
                  <a:pos x="21" y="38"/>
                </a:cxn>
                <a:cxn ang="0">
                  <a:pos x="24" y="34"/>
                </a:cxn>
                <a:cxn ang="0">
                  <a:pos x="28" y="29"/>
                </a:cxn>
                <a:cxn ang="0">
                  <a:pos x="29" y="23"/>
                </a:cxn>
              </a:cxnLst>
              <a:rect l="0" t="0" r="r" b="b"/>
              <a:pathLst>
                <a:path w="29" h="40">
                  <a:moveTo>
                    <a:pt x="29" y="23"/>
                  </a:moveTo>
                  <a:cubicBezTo>
                    <a:pt x="29" y="21"/>
                    <a:pt x="29" y="18"/>
                    <a:pt x="28" y="16"/>
                  </a:cubicBezTo>
                  <a:cubicBezTo>
                    <a:pt x="27" y="14"/>
                    <a:pt x="25" y="11"/>
                    <a:pt x="24" y="10"/>
                  </a:cubicBezTo>
                  <a:cubicBezTo>
                    <a:pt x="23" y="9"/>
                    <a:pt x="21" y="7"/>
                    <a:pt x="20" y="7"/>
                  </a:cubicBezTo>
                  <a:cubicBezTo>
                    <a:pt x="18" y="7"/>
                    <a:pt x="15" y="7"/>
                    <a:pt x="14" y="7"/>
                  </a:cubicBezTo>
                  <a:cubicBezTo>
                    <a:pt x="13" y="6"/>
                    <a:pt x="12" y="5"/>
                    <a:pt x="11" y="4"/>
                  </a:cubicBezTo>
                  <a:cubicBezTo>
                    <a:pt x="10" y="3"/>
                    <a:pt x="9" y="1"/>
                    <a:pt x="8" y="1"/>
                  </a:cubicBezTo>
                  <a:cubicBezTo>
                    <a:pt x="7" y="0"/>
                    <a:pt x="5" y="0"/>
                    <a:pt x="4" y="1"/>
                  </a:cubicBezTo>
                  <a:cubicBezTo>
                    <a:pt x="3" y="1"/>
                    <a:pt x="1" y="3"/>
                    <a:pt x="1" y="4"/>
                  </a:cubicBezTo>
                  <a:cubicBezTo>
                    <a:pt x="0" y="5"/>
                    <a:pt x="0" y="8"/>
                    <a:pt x="0" y="9"/>
                  </a:cubicBezTo>
                  <a:cubicBezTo>
                    <a:pt x="0" y="10"/>
                    <a:pt x="0" y="13"/>
                    <a:pt x="1" y="14"/>
                  </a:cubicBezTo>
                  <a:cubicBezTo>
                    <a:pt x="1" y="14"/>
                    <a:pt x="3" y="15"/>
                    <a:pt x="3" y="16"/>
                  </a:cubicBezTo>
                  <a:cubicBezTo>
                    <a:pt x="4" y="17"/>
                    <a:pt x="6" y="20"/>
                    <a:pt x="6" y="22"/>
                  </a:cubicBezTo>
                  <a:cubicBezTo>
                    <a:pt x="6" y="23"/>
                    <a:pt x="4" y="24"/>
                    <a:pt x="4" y="25"/>
                  </a:cubicBezTo>
                  <a:cubicBezTo>
                    <a:pt x="4" y="26"/>
                    <a:pt x="4" y="29"/>
                    <a:pt x="5" y="30"/>
                  </a:cubicBezTo>
                  <a:cubicBezTo>
                    <a:pt x="5" y="31"/>
                    <a:pt x="7" y="32"/>
                    <a:pt x="7" y="33"/>
                  </a:cubicBezTo>
                  <a:cubicBezTo>
                    <a:pt x="8" y="34"/>
                    <a:pt x="9" y="37"/>
                    <a:pt x="9" y="38"/>
                  </a:cubicBezTo>
                  <a:cubicBezTo>
                    <a:pt x="10" y="39"/>
                    <a:pt x="13" y="40"/>
                    <a:pt x="14" y="40"/>
                  </a:cubicBezTo>
                  <a:cubicBezTo>
                    <a:pt x="16" y="40"/>
                    <a:pt x="19" y="39"/>
                    <a:pt x="21" y="38"/>
                  </a:cubicBezTo>
                  <a:cubicBezTo>
                    <a:pt x="22" y="38"/>
                    <a:pt x="23" y="35"/>
                    <a:pt x="24" y="34"/>
                  </a:cubicBezTo>
                  <a:cubicBezTo>
                    <a:pt x="25" y="32"/>
                    <a:pt x="27" y="30"/>
                    <a:pt x="28" y="29"/>
                  </a:cubicBezTo>
                  <a:cubicBezTo>
                    <a:pt x="28" y="28"/>
                    <a:pt x="29" y="25"/>
                    <a:pt x="29" y="2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70"/>
            <p:cNvSpPr>
              <a:spLocks/>
            </p:cNvSpPr>
            <p:nvPr/>
          </p:nvSpPr>
          <p:spPr bwMode="auto">
            <a:xfrm>
              <a:off x="6915151" y="915988"/>
              <a:ext cx="1009650" cy="808038"/>
            </a:xfrm>
            <a:custGeom>
              <a:avLst/>
              <a:gdLst/>
              <a:ahLst/>
              <a:cxnLst>
                <a:cxn ang="0">
                  <a:pos x="536" y="232"/>
                </a:cxn>
                <a:cxn ang="0">
                  <a:pos x="500" y="310"/>
                </a:cxn>
                <a:cxn ang="0">
                  <a:pos x="491" y="267"/>
                </a:cxn>
                <a:cxn ang="0">
                  <a:pos x="414" y="203"/>
                </a:cxn>
                <a:cxn ang="0">
                  <a:pos x="346" y="214"/>
                </a:cxn>
                <a:cxn ang="0">
                  <a:pos x="287" y="265"/>
                </a:cxn>
                <a:cxn ang="0">
                  <a:pos x="283" y="348"/>
                </a:cxn>
                <a:cxn ang="0">
                  <a:pos x="261" y="441"/>
                </a:cxn>
                <a:cxn ang="0">
                  <a:pos x="196" y="434"/>
                </a:cxn>
                <a:cxn ang="0">
                  <a:pos x="137" y="466"/>
                </a:cxn>
                <a:cxn ang="0">
                  <a:pos x="83" y="433"/>
                </a:cxn>
                <a:cxn ang="0">
                  <a:pos x="78" y="355"/>
                </a:cxn>
                <a:cxn ang="0">
                  <a:pos x="86" y="289"/>
                </a:cxn>
                <a:cxn ang="0">
                  <a:pos x="49" y="212"/>
                </a:cxn>
                <a:cxn ang="0">
                  <a:pos x="7" y="197"/>
                </a:cxn>
                <a:cxn ang="0">
                  <a:pos x="38" y="214"/>
                </a:cxn>
                <a:cxn ang="0">
                  <a:pos x="55" y="188"/>
                </a:cxn>
                <a:cxn ang="0">
                  <a:pos x="61" y="198"/>
                </a:cxn>
                <a:cxn ang="0">
                  <a:pos x="76" y="217"/>
                </a:cxn>
                <a:cxn ang="0">
                  <a:pos x="101" y="209"/>
                </a:cxn>
                <a:cxn ang="0">
                  <a:pos x="133" y="231"/>
                </a:cxn>
                <a:cxn ang="0">
                  <a:pos x="121" y="199"/>
                </a:cxn>
                <a:cxn ang="0">
                  <a:pos x="134" y="158"/>
                </a:cxn>
                <a:cxn ang="0">
                  <a:pos x="161" y="121"/>
                </a:cxn>
                <a:cxn ang="0">
                  <a:pos x="175" y="91"/>
                </a:cxn>
                <a:cxn ang="0">
                  <a:pos x="180" y="77"/>
                </a:cxn>
                <a:cxn ang="0">
                  <a:pos x="190" y="58"/>
                </a:cxn>
                <a:cxn ang="0">
                  <a:pos x="209" y="60"/>
                </a:cxn>
                <a:cxn ang="0">
                  <a:pos x="225" y="51"/>
                </a:cxn>
                <a:cxn ang="0">
                  <a:pos x="245" y="61"/>
                </a:cxn>
                <a:cxn ang="0">
                  <a:pos x="223" y="117"/>
                </a:cxn>
                <a:cxn ang="0">
                  <a:pos x="219" y="152"/>
                </a:cxn>
                <a:cxn ang="0">
                  <a:pos x="223" y="199"/>
                </a:cxn>
                <a:cxn ang="0">
                  <a:pos x="241" y="151"/>
                </a:cxn>
                <a:cxn ang="0">
                  <a:pos x="296" y="38"/>
                </a:cxn>
                <a:cxn ang="0">
                  <a:pos x="293" y="90"/>
                </a:cxn>
                <a:cxn ang="0">
                  <a:pos x="313" y="120"/>
                </a:cxn>
                <a:cxn ang="0">
                  <a:pos x="328" y="88"/>
                </a:cxn>
                <a:cxn ang="0">
                  <a:pos x="343" y="46"/>
                </a:cxn>
                <a:cxn ang="0">
                  <a:pos x="328" y="19"/>
                </a:cxn>
                <a:cxn ang="0">
                  <a:pos x="352" y="10"/>
                </a:cxn>
                <a:cxn ang="0">
                  <a:pos x="390" y="13"/>
                </a:cxn>
                <a:cxn ang="0">
                  <a:pos x="362" y="57"/>
                </a:cxn>
                <a:cxn ang="0">
                  <a:pos x="372" y="82"/>
                </a:cxn>
                <a:cxn ang="0">
                  <a:pos x="376" y="109"/>
                </a:cxn>
                <a:cxn ang="0">
                  <a:pos x="399" y="115"/>
                </a:cxn>
                <a:cxn ang="0">
                  <a:pos x="405" y="71"/>
                </a:cxn>
                <a:cxn ang="0">
                  <a:pos x="443" y="35"/>
                </a:cxn>
                <a:cxn ang="0">
                  <a:pos x="475" y="49"/>
                </a:cxn>
                <a:cxn ang="0">
                  <a:pos x="507" y="55"/>
                </a:cxn>
                <a:cxn ang="0">
                  <a:pos x="534" y="76"/>
                </a:cxn>
                <a:cxn ang="0">
                  <a:pos x="550" y="113"/>
                </a:cxn>
                <a:cxn ang="0">
                  <a:pos x="487" y="156"/>
                </a:cxn>
                <a:cxn ang="0">
                  <a:pos x="437" y="165"/>
                </a:cxn>
                <a:cxn ang="0">
                  <a:pos x="490" y="185"/>
                </a:cxn>
                <a:cxn ang="0">
                  <a:pos x="509" y="192"/>
                </a:cxn>
                <a:cxn ang="0">
                  <a:pos x="512" y="209"/>
                </a:cxn>
                <a:cxn ang="0">
                  <a:pos x="512" y="213"/>
                </a:cxn>
                <a:cxn ang="0">
                  <a:pos x="536" y="184"/>
                </a:cxn>
                <a:cxn ang="0">
                  <a:pos x="548" y="196"/>
                </a:cxn>
              </a:cxnLst>
              <a:rect l="0" t="0" r="r" b="b"/>
              <a:pathLst>
                <a:path w="585" h="468">
                  <a:moveTo>
                    <a:pt x="585" y="227"/>
                  </a:moveTo>
                  <a:cubicBezTo>
                    <a:pt x="585" y="228"/>
                    <a:pt x="584" y="231"/>
                    <a:pt x="583" y="233"/>
                  </a:cubicBezTo>
                  <a:cubicBezTo>
                    <a:pt x="582" y="234"/>
                    <a:pt x="581" y="237"/>
                    <a:pt x="580" y="238"/>
                  </a:cubicBezTo>
                  <a:cubicBezTo>
                    <a:pt x="578" y="238"/>
                    <a:pt x="575" y="237"/>
                    <a:pt x="573" y="237"/>
                  </a:cubicBezTo>
                  <a:cubicBezTo>
                    <a:pt x="571" y="237"/>
                    <a:pt x="568" y="237"/>
                    <a:pt x="567" y="237"/>
                  </a:cubicBezTo>
                  <a:cubicBezTo>
                    <a:pt x="565" y="237"/>
                    <a:pt x="561" y="238"/>
                    <a:pt x="560" y="238"/>
                  </a:cubicBezTo>
                  <a:cubicBezTo>
                    <a:pt x="558" y="238"/>
                    <a:pt x="554" y="236"/>
                    <a:pt x="553" y="235"/>
                  </a:cubicBezTo>
                  <a:cubicBezTo>
                    <a:pt x="552" y="234"/>
                    <a:pt x="552" y="232"/>
                    <a:pt x="551" y="231"/>
                  </a:cubicBezTo>
                  <a:cubicBezTo>
                    <a:pt x="550" y="230"/>
                    <a:pt x="548" y="230"/>
                    <a:pt x="546" y="229"/>
                  </a:cubicBezTo>
                  <a:cubicBezTo>
                    <a:pt x="545" y="228"/>
                    <a:pt x="544" y="225"/>
                    <a:pt x="543" y="224"/>
                  </a:cubicBezTo>
                  <a:cubicBezTo>
                    <a:pt x="542" y="223"/>
                    <a:pt x="539" y="222"/>
                    <a:pt x="538" y="222"/>
                  </a:cubicBezTo>
                  <a:cubicBezTo>
                    <a:pt x="537" y="222"/>
                    <a:pt x="535" y="223"/>
                    <a:pt x="534" y="224"/>
                  </a:cubicBezTo>
                  <a:cubicBezTo>
                    <a:pt x="533" y="225"/>
                    <a:pt x="532" y="227"/>
                    <a:pt x="533" y="228"/>
                  </a:cubicBezTo>
                  <a:cubicBezTo>
                    <a:pt x="533" y="229"/>
                    <a:pt x="535" y="231"/>
                    <a:pt x="536" y="232"/>
                  </a:cubicBezTo>
                  <a:cubicBezTo>
                    <a:pt x="537" y="233"/>
                    <a:pt x="539" y="235"/>
                    <a:pt x="540" y="236"/>
                  </a:cubicBezTo>
                  <a:cubicBezTo>
                    <a:pt x="540" y="237"/>
                    <a:pt x="540" y="240"/>
                    <a:pt x="540" y="241"/>
                  </a:cubicBezTo>
                  <a:cubicBezTo>
                    <a:pt x="540" y="243"/>
                    <a:pt x="539" y="247"/>
                    <a:pt x="538" y="249"/>
                  </a:cubicBezTo>
                  <a:cubicBezTo>
                    <a:pt x="538" y="251"/>
                    <a:pt x="537" y="255"/>
                    <a:pt x="536" y="258"/>
                  </a:cubicBezTo>
                  <a:cubicBezTo>
                    <a:pt x="535" y="259"/>
                    <a:pt x="534" y="262"/>
                    <a:pt x="533" y="263"/>
                  </a:cubicBezTo>
                  <a:cubicBezTo>
                    <a:pt x="531" y="264"/>
                    <a:pt x="528" y="265"/>
                    <a:pt x="527" y="266"/>
                  </a:cubicBezTo>
                  <a:cubicBezTo>
                    <a:pt x="526" y="267"/>
                    <a:pt x="523" y="270"/>
                    <a:pt x="522" y="272"/>
                  </a:cubicBezTo>
                  <a:cubicBezTo>
                    <a:pt x="520" y="273"/>
                    <a:pt x="518" y="277"/>
                    <a:pt x="516" y="279"/>
                  </a:cubicBezTo>
                  <a:cubicBezTo>
                    <a:pt x="515" y="281"/>
                    <a:pt x="512" y="283"/>
                    <a:pt x="511" y="284"/>
                  </a:cubicBezTo>
                  <a:cubicBezTo>
                    <a:pt x="510" y="285"/>
                    <a:pt x="509" y="286"/>
                    <a:pt x="508" y="287"/>
                  </a:cubicBezTo>
                  <a:cubicBezTo>
                    <a:pt x="507" y="288"/>
                    <a:pt x="504" y="288"/>
                    <a:pt x="503" y="289"/>
                  </a:cubicBezTo>
                  <a:cubicBezTo>
                    <a:pt x="502" y="290"/>
                    <a:pt x="500" y="293"/>
                    <a:pt x="499" y="294"/>
                  </a:cubicBezTo>
                  <a:cubicBezTo>
                    <a:pt x="498" y="296"/>
                    <a:pt x="498" y="299"/>
                    <a:pt x="498" y="301"/>
                  </a:cubicBezTo>
                  <a:cubicBezTo>
                    <a:pt x="498" y="303"/>
                    <a:pt x="500" y="307"/>
                    <a:pt x="500" y="310"/>
                  </a:cubicBezTo>
                  <a:cubicBezTo>
                    <a:pt x="501" y="313"/>
                    <a:pt x="502" y="320"/>
                    <a:pt x="502" y="323"/>
                  </a:cubicBezTo>
                  <a:cubicBezTo>
                    <a:pt x="502" y="326"/>
                    <a:pt x="501" y="330"/>
                    <a:pt x="501" y="333"/>
                  </a:cubicBezTo>
                  <a:cubicBezTo>
                    <a:pt x="500" y="335"/>
                    <a:pt x="499" y="338"/>
                    <a:pt x="498" y="339"/>
                  </a:cubicBezTo>
                  <a:cubicBezTo>
                    <a:pt x="497" y="341"/>
                    <a:pt x="495" y="344"/>
                    <a:pt x="493" y="345"/>
                  </a:cubicBezTo>
                  <a:cubicBezTo>
                    <a:pt x="492" y="345"/>
                    <a:pt x="488" y="345"/>
                    <a:pt x="487" y="345"/>
                  </a:cubicBezTo>
                  <a:cubicBezTo>
                    <a:pt x="484" y="345"/>
                    <a:pt x="481" y="342"/>
                    <a:pt x="479" y="341"/>
                  </a:cubicBezTo>
                  <a:cubicBezTo>
                    <a:pt x="477" y="339"/>
                    <a:pt x="474" y="336"/>
                    <a:pt x="473" y="334"/>
                  </a:cubicBezTo>
                  <a:cubicBezTo>
                    <a:pt x="472" y="332"/>
                    <a:pt x="471" y="327"/>
                    <a:pt x="471" y="325"/>
                  </a:cubicBezTo>
                  <a:cubicBezTo>
                    <a:pt x="470" y="322"/>
                    <a:pt x="471" y="318"/>
                    <a:pt x="471" y="316"/>
                  </a:cubicBezTo>
                  <a:cubicBezTo>
                    <a:pt x="472" y="313"/>
                    <a:pt x="474" y="307"/>
                    <a:pt x="475" y="304"/>
                  </a:cubicBezTo>
                  <a:cubicBezTo>
                    <a:pt x="476" y="301"/>
                    <a:pt x="479" y="295"/>
                    <a:pt x="480" y="292"/>
                  </a:cubicBezTo>
                  <a:cubicBezTo>
                    <a:pt x="482" y="289"/>
                    <a:pt x="484" y="283"/>
                    <a:pt x="486" y="280"/>
                  </a:cubicBezTo>
                  <a:cubicBezTo>
                    <a:pt x="487" y="278"/>
                    <a:pt x="489" y="275"/>
                    <a:pt x="490" y="273"/>
                  </a:cubicBezTo>
                  <a:cubicBezTo>
                    <a:pt x="490" y="272"/>
                    <a:pt x="491" y="269"/>
                    <a:pt x="491" y="267"/>
                  </a:cubicBezTo>
                  <a:cubicBezTo>
                    <a:pt x="491" y="264"/>
                    <a:pt x="488" y="260"/>
                    <a:pt x="487" y="257"/>
                  </a:cubicBezTo>
                  <a:cubicBezTo>
                    <a:pt x="486" y="255"/>
                    <a:pt x="483" y="250"/>
                    <a:pt x="482" y="247"/>
                  </a:cubicBezTo>
                  <a:cubicBezTo>
                    <a:pt x="480" y="245"/>
                    <a:pt x="478" y="240"/>
                    <a:pt x="477" y="238"/>
                  </a:cubicBezTo>
                  <a:cubicBezTo>
                    <a:pt x="476" y="236"/>
                    <a:pt x="473" y="232"/>
                    <a:pt x="472" y="230"/>
                  </a:cubicBezTo>
                  <a:cubicBezTo>
                    <a:pt x="471" y="229"/>
                    <a:pt x="469" y="227"/>
                    <a:pt x="467" y="227"/>
                  </a:cubicBezTo>
                  <a:cubicBezTo>
                    <a:pt x="466" y="226"/>
                    <a:pt x="462" y="227"/>
                    <a:pt x="460" y="227"/>
                  </a:cubicBezTo>
                  <a:cubicBezTo>
                    <a:pt x="458" y="226"/>
                    <a:pt x="454" y="224"/>
                    <a:pt x="452" y="224"/>
                  </a:cubicBezTo>
                  <a:cubicBezTo>
                    <a:pt x="451" y="223"/>
                    <a:pt x="447" y="222"/>
                    <a:pt x="446" y="221"/>
                  </a:cubicBezTo>
                  <a:cubicBezTo>
                    <a:pt x="444" y="220"/>
                    <a:pt x="440" y="219"/>
                    <a:pt x="439" y="218"/>
                  </a:cubicBezTo>
                  <a:cubicBezTo>
                    <a:pt x="437" y="218"/>
                    <a:pt x="435" y="217"/>
                    <a:pt x="433" y="216"/>
                  </a:cubicBezTo>
                  <a:cubicBezTo>
                    <a:pt x="432" y="216"/>
                    <a:pt x="428" y="215"/>
                    <a:pt x="426" y="214"/>
                  </a:cubicBezTo>
                  <a:cubicBezTo>
                    <a:pt x="425" y="213"/>
                    <a:pt x="423" y="210"/>
                    <a:pt x="422" y="209"/>
                  </a:cubicBezTo>
                  <a:cubicBezTo>
                    <a:pt x="421" y="207"/>
                    <a:pt x="419" y="205"/>
                    <a:pt x="418" y="204"/>
                  </a:cubicBezTo>
                  <a:cubicBezTo>
                    <a:pt x="417" y="204"/>
                    <a:pt x="415" y="203"/>
                    <a:pt x="414" y="203"/>
                  </a:cubicBezTo>
                  <a:cubicBezTo>
                    <a:pt x="412" y="203"/>
                    <a:pt x="410" y="203"/>
                    <a:pt x="408" y="202"/>
                  </a:cubicBezTo>
                  <a:cubicBezTo>
                    <a:pt x="407" y="202"/>
                    <a:pt x="404" y="199"/>
                    <a:pt x="403" y="198"/>
                  </a:cubicBezTo>
                  <a:cubicBezTo>
                    <a:pt x="401" y="196"/>
                    <a:pt x="398" y="192"/>
                    <a:pt x="397" y="189"/>
                  </a:cubicBezTo>
                  <a:cubicBezTo>
                    <a:pt x="396" y="188"/>
                    <a:pt x="396" y="184"/>
                    <a:pt x="396" y="183"/>
                  </a:cubicBezTo>
                  <a:cubicBezTo>
                    <a:pt x="395" y="182"/>
                    <a:pt x="394" y="179"/>
                    <a:pt x="393" y="178"/>
                  </a:cubicBezTo>
                  <a:cubicBezTo>
                    <a:pt x="391" y="177"/>
                    <a:pt x="388" y="176"/>
                    <a:pt x="386" y="176"/>
                  </a:cubicBezTo>
                  <a:cubicBezTo>
                    <a:pt x="384" y="176"/>
                    <a:pt x="381" y="178"/>
                    <a:pt x="379" y="179"/>
                  </a:cubicBezTo>
                  <a:cubicBezTo>
                    <a:pt x="377" y="180"/>
                    <a:pt x="373" y="181"/>
                    <a:pt x="371" y="182"/>
                  </a:cubicBezTo>
                  <a:cubicBezTo>
                    <a:pt x="370" y="183"/>
                    <a:pt x="368" y="187"/>
                    <a:pt x="366" y="188"/>
                  </a:cubicBezTo>
                  <a:cubicBezTo>
                    <a:pt x="365" y="190"/>
                    <a:pt x="362" y="193"/>
                    <a:pt x="362" y="195"/>
                  </a:cubicBezTo>
                  <a:cubicBezTo>
                    <a:pt x="361" y="197"/>
                    <a:pt x="360" y="200"/>
                    <a:pt x="359" y="202"/>
                  </a:cubicBezTo>
                  <a:cubicBezTo>
                    <a:pt x="358" y="203"/>
                    <a:pt x="357" y="206"/>
                    <a:pt x="356" y="207"/>
                  </a:cubicBezTo>
                  <a:cubicBezTo>
                    <a:pt x="355" y="208"/>
                    <a:pt x="353" y="210"/>
                    <a:pt x="352" y="211"/>
                  </a:cubicBezTo>
                  <a:cubicBezTo>
                    <a:pt x="350" y="212"/>
                    <a:pt x="347" y="214"/>
                    <a:pt x="346" y="214"/>
                  </a:cubicBezTo>
                  <a:cubicBezTo>
                    <a:pt x="344" y="215"/>
                    <a:pt x="340" y="214"/>
                    <a:pt x="339" y="214"/>
                  </a:cubicBezTo>
                  <a:cubicBezTo>
                    <a:pt x="337" y="214"/>
                    <a:pt x="334" y="213"/>
                    <a:pt x="333" y="212"/>
                  </a:cubicBezTo>
                  <a:cubicBezTo>
                    <a:pt x="331" y="212"/>
                    <a:pt x="328" y="211"/>
                    <a:pt x="326" y="211"/>
                  </a:cubicBezTo>
                  <a:cubicBezTo>
                    <a:pt x="324" y="211"/>
                    <a:pt x="321" y="211"/>
                    <a:pt x="319" y="211"/>
                  </a:cubicBezTo>
                  <a:cubicBezTo>
                    <a:pt x="317" y="212"/>
                    <a:pt x="315" y="214"/>
                    <a:pt x="314" y="215"/>
                  </a:cubicBezTo>
                  <a:cubicBezTo>
                    <a:pt x="312" y="217"/>
                    <a:pt x="309" y="220"/>
                    <a:pt x="308" y="223"/>
                  </a:cubicBezTo>
                  <a:cubicBezTo>
                    <a:pt x="308" y="224"/>
                    <a:pt x="308" y="228"/>
                    <a:pt x="307" y="229"/>
                  </a:cubicBezTo>
                  <a:cubicBezTo>
                    <a:pt x="307" y="231"/>
                    <a:pt x="307" y="235"/>
                    <a:pt x="306" y="236"/>
                  </a:cubicBezTo>
                  <a:cubicBezTo>
                    <a:pt x="305" y="238"/>
                    <a:pt x="301" y="240"/>
                    <a:pt x="301" y="241"/>
                  </a:cubicBezTo>
                  <a:cubicBezTo>
                    <a:pt x="300" y="243"/>
                    <a:pt x="301" y="246"/>
                    <a:pt x="301" y="247"/>
                  </a:cubicBezTo>
                  <a:cubicBezTo>
                    <a:pt x="300" y="249"/>
                    <a:pt x="299" y="251"/>
                    <a:pt x="298" y="253"/>
                  </a:cubicBezTo>
                  <a:cubicBezTo>
                    <a:pt x="297" y="254"/>
                    <a:pt x="294" y="255"/>
                    <a:pt x="293" y="257"/>
                  </a:cubicBezTo>
                  <a:cubicBezTo>
                    <a:pt x="292" y="257"/>
                    <a:pt x="291" y="260"/>
                    <a:pt x="290" y="261"/>
                  </a:cubicBezTo>
                  <a:cubicBezTo>
                    <a:pt x="289" y="262"/>
                    <a:pt x="287" y="265"/>
                    <a:pt x="287" y="265"/>
                  </a:cubicBezTo>
                  <a:cubicBezTo>
                    <a:pt x="287" y="266"/>
                    <a:pt x="287" y="270"/>
                    <a:pt x="287" y="271"/>
                  </a:cubicBezTo>
                  <a:cubicBezTo>
                    <a:pt x="288" y="272"/>
                    <a:pt x="289" y="274"/>
                    <a:pt x="289" y="276"/>
                  </a:cubicBezTo>
                  <a:cubicBezTo>
                    <a:pt x="289" y="277"/>
                    <a:pt x="289" y="279"/>
                    <a:pt x="289" y="280"/>
                  </a:cubicBezTo>
                  <a:cubicBezTo>
                    <a:pt x="289" y="282"/>
                    <a:pt x="288" y="286"/>
                    <a:pt x="287" y="287"/>
                  </a:cubicBezTo>
                  <a:cubicBezTo>
                    <a:pt x="286" y="288"/>
                    <a:pt x="285" y="290"/>
                    <a:pt x="285" y="291"/>
                  </a:cubicBezTo>
                  <a:cubicBezTo>
                    <a:pt x="285" y="293"/>
                    <a:pt x="285" y="295"/>
                    <a:pt x="285" y="296"/>
                  </a:cubicBezTo>
                  <a:cubicBezTo>
                    <a:pt x="285" y="299"/>
                    <a:pt x="285" y="303"/>
                    <a:pt x="285" y="306"/>
                  </a:cubicBezTo>
                  <a:cubicBezTo>
                    <a:pt x="285" y="308"/>
                    <a:pt x="287" y="311"/>
                    <a:pt x="287" y="313"/>
                  </a:cubicBezTo>
                  <a:cubicBezTo>
                    <a:pt x="287" y="314"/>
                    <a:pt x="287" y="318"/>
                    <a:pt x="287" y="319"/>
                  </a:cubicBezTo>
                  <a:cubicBezTo>
                    <a:pt x="287" y="321"/>
                    <a:pt x="285" y="324"/>
                    <a:pt x="284" y="325"/>
                  </a:cubicBezTo>
                  <a:cubicBezTo>
                    <a:pt x="284" y="326"/>
                    <a:pt x="282" y="328"/>
                    <a:pt x="282" y="329"/>
                  </a:cubicBezTo>
                  <a:cubicBezTo>
                    <a:pt x="282" y="331"/>
                    <a:pt x="283" y="334"/>
                    <a:pt x="283" y="336"/>
                  </a:cubicBezTo>
                  <a:cubicBezTo>
                    <a:pt x="283" y="337"/>
                    <a:pt x="283" y="341"/>
                    <a:pt x="283" y="342"/>
                  </a:cubicBezTo>
                  <a:cubicBezTo>
                    <a:pt x="283" y="344"/>
                    <a:pt x="283" y="346"/>
                    <a:pt x="283" y="348"/>
                  </a:cubicBezTo>
                  <a:cubicBezTo>
                    <a:pt x="283" y="349"/>
                    <a:pt x="285" y="351"/>
                    <a:pt x="286" y="353"/>
                  </a:cubicBezTo>
                  <a:cubicBezTo>
                    <a:pt x="286" y="355"/>
                    <a:pt x="287" y="359"/>
                    <a:pt x="287" y="361"/>
                  </a:cubicBezTo>
                  <a:cubicBezTo>
                    <a:pt x="287" y="363"/>
                    <a:pt x="287" y="367"/>
                    <a:pt x="288" y="369"/>
                  </a:cubicBezTo>
                  <a:cubicBezTo>
                    <a:pt x="288" y="371"/>
                    <a:pt x="290" y="374"/>
                    <a:pt x="290" y="376"/>
                  </a:cubicBezTo>
                  <a:cubicBezTo>
                    <a:pt x="291" y="377"/>
                    <a:pt x="292" y="380"/>
                    <a:pt x="293" y="381"/>
                  </a:cubicBezTo>
                  <a:cubicBezTo>
                    <a:pt x="293" y="383"/>
                    <a:pt x="291" y="388"/>
                    <a:pt x="290" y="390"/>
                  </a:cubicBezTo>
                  <a:cubicBezTo>
                    <a:pt x="289" y="392"/>
                    <a:pt x="289" y="397"/>
                    <a:pt x="287" y="399"/>
                  </a:cubicBezTo>
                  <a:cubicBezTo>
                    <a:pt x="287" y="400"/>
                    <a:pt x="284" y="403"/>
                    <a:pt x="283" y="404"/>
                  </a:cubicBezTo>
                  <a:cubicBezTo>
                    <a:pt x="282" y="405"/>
                    <a:pt x="278" y="405"/>
                    <a:pt x="277" y="406"/>
                  </a:cubicBezTo>
                  <a:cubicBezTo>
                    <a:pt x="275" y="407"/>
                    <a:pt x="272" y="409"/>
                    <a:pt x="271" y="410"/>
                  </a:cubicBezTo>
                  <a:cubicBezTo>
                    <a:pt x="269" y="412"/>
                    <a:pt x="267" y="416"/>
                    <a:pt x="266" y="418"/>
                  </a:cubicBezTo>
                  <a:cubicBezTo>
                    <a:pt x="265" y="419"/>
                    <a:pt x="264" y="422"/>
                    <a:pt x="263" y="424"/>
                  </a:cubicBezTo>
                  <a:cubicBezTo>
                    <a:pt x="262" y="426"/>
                    <a:pt x="262" y="429"/>
                    <a:pt x="262" y="431"/>
                  </a:cubicBezTo>
                  <a:cubicBezTo>
                    <a:pt x="261" y="434"/>
                    <a:pt x="261" y="438"/>
                    <a:pt x="261" y="441"/>
                  </a:cubicBezTo>
                  <a:cubicBezTo>
                    <a:pt x="261" y="443"/>
                    <a:pt x="262" y="448"/>
                    <a:pt x="261" y="451"/>
                  </a:cubicBezTo>
                  <a:cubicBezTo>
                    <a:pt x="261" y="453"/>
                    <a:pt x="259" y="457"/>
                    <a:pt x="257" y="459"/>
                  </a:cubicBezTo>
                  <a:cubicBezTo>
                    <a:pt x="256" y="461"/>
                    <a:pt x="254" y="463"/>
                    <a:pt x="252" y="464"/>
                  </a:cubicBezTo>
                  <a:cubicBezTo>
                    <a:pt x="251" y="465"/>
                    <a:pt x="249" y="466"/>
                    <a:pt x="248" y="465"/>
                  </a:cubicBezTo>
                  <a:cubicBezTo>
                    <a:pt x="247" y="465"/>
                    <a:pt x="246" y="463"/>
                    <a:pt x="245" y="462"/>
                  </a:cubicBezTo>
                  <a:cubicBezTo>
                    <a:pt x="244" y="460"/>
                    <a:pt x="243" y="457"/>
                    <a:pt x="242" y="455"/>
                  </a:cubicBezTo>
                  <a:cubicBezTo>
                    <a:pt x="241" y="454"/>
                    <a:pt x="239" y="453"/>
                    <a:pt x="238" y="452"/>
                  </a:cubicBezTo>
                  <a:cubicBezTo>
                    <a:pt x="236" y="451"/>
                    <a:pt x="233" y="450"/>
                    <a:pt x="232" y="450"/>
                  </a:cubicBezTo>
                  <a:cubicBezTo>
                    <a:pt x="230" y="449"/>
                    <a:pt x="228" y="448"/>
                    <a:pt x="227" y="448"/>
                  </a:cubicBezTo>
                  <a:cubicBezTo>
                    <a:pt x="225" y="448"/>
                    <a:pt x="221" y="449"/>
                    <a:pt x="219" y="448"/>
                  </a:cubicBezTo>
                  <a:cubicBezTo>
                    <a:pt x="217" y="448"/>
                    <a:pt x="212" y="446"/>
                    <a:pt x="210" y="446"/>
                  </a:cubicBezTo>
                  <a:cubicBezTo>
                    <a:pt x="209" y="445"/>
                    <a:pt x="206" y="444"/>
                    <a:pt x="204" y="443"/>
                  </a:cubicBezTo>
                  <a:cubicBezTo>
                    <a:pt x="203" y="442"/>
                    <a:pt x="200" y="440"/>
                    <a:pt x="199" y="438"/>
                  </a:cubicBezTo>
                  <a:cubicBezTo>
                    <a:pt x="198" y="437"/>
                    <a:pt x="197" y="435"/>
                    <a:pt x="196" y="434"/>
                  </a:cubicBezTo>
                  <a:cubicBezTo>
                    <a:pt x="195" y="433"/>
                    <a:pt x="194" y="431"/>
                    <a:pt x="193" y="431"/>
                  </a:cubicBezTo>
                  <a:cubicBezTo>
                    <a:pt x="192" y="430"/>
                    <a:pt x="190" y="430"/>
                    <a:pt x="188" y="429"/>
                  </a:cubicBezTo>
                  <a:cubicBezTo>
                    <a:pt x="187" y="429"/>
                    <a:pt x="184" y="429"/>
                    <a:pt x="183" y="430"/>
                  </a:cubicBezTo>
                  <a:cubicBezTo>
                    <a:pt x="181" y="431"/>
                    <a:pt x="180" y="432"/>
                    <a:pt x="179" y="433"/>
                  </a:cubicBezTo>
                  <a:cubicBezTo>
                    <a:pt x="178" y="435"/>
                    <a:pt x="176" y="437"/>
                    <a:pt x="176" y="439"/>
                  </a:cubicBezTo>
                  <a:cubicBezTo>
                    <a:pt x="175" y="440"/>
                    <a:pt x="175" y="443"/>
                    <a:pt x="174" y="445"/>
                  </a:cubicBezTo>
                  <a:cubicBezTo>
                    <a:pt x="173" y="446"/>
                    <a:pt x="172" y="448"/>
                    <a:pt x="171" y="449"/>
                  </a:cubicBezTo>
                  <a:cubicBezTo>
                    <a:pt x="171" y="450"/>
                    <a:pt x="169" y="452"/>
                    <a:pt x="168" y="452"/>
                  </a:cubicBezTo>
                  <a:cubicBezTo>
                    <a:pt x="166" y="453"/>
                    <a:pt x="162" y="454"/>
                    <a:pt x="160" y="455"/>
                  </a:cubicBezTo>
                  <a:cubicBezTo>
                    <a:pt x="159" y="456"/>
                    <a:pt x="156" y="458"/>
                    <a:pt x="155" y="459"/>
                  </a:cubicBezTo>
                  <a:cubicBezTo>
                    <a:pt x="154" y="460"/>
                    <a:pt x="151" y="463"/>
                    <a:pt x="150" y="463"/>
                  </a:cubicBezTo>
                  <a:cubicBezTo>
                    <a:pt x="149" y="464"/>
                    <a:pt x="147" y="465"/>
                    <a:pt x="146" y="466"/>
                  </a:cubicBezTo>
                  <a:cubicBezTo>
                    <a:pt x="145" y="467"/>
                    <a:pt x="143" y="468"/>
                    <a:pt x="142" y="468"/>
                  </a:cubicBezTo>
                  <a:cubicBezTo>
                    <a:pt x="140" y="468"/>
                    <a:pt x="138" y="467"/>
                    <a:pt x="137" y="466"/>
                  </a:cubicBezTo>
                  <a:cubicBezTo>
                    <a:pt x="136" y="465"/>
                    <a:pt x="136" y="463"/>
                    <a:pt x="135" y="462"/>
                  </a:cubicBezTo>
                  <a:cubicBezTo>
                    <a:pt x="134" y="461"/>
                    <a:pt x="132" y="460"/>
                    <a:pt x="131" y="460"/>
                  </a:cubicBezTo>
                  <a:cubicBezTo>
                    <a:pt x="130" y="459"/>
                    <a:pt x="128" y="459"/>
                    <a:pt x="127" y="459"/>
                  </a:cubicBezTo>
                  <a:cubicBezTo>
                    <a:pt x="125" y="459"/>
                    <a:pt x="122" y="460"/>
                    <a:pt x="120" y="461"/>
                  </a:cubicBezTo>
                  <a:cubicBezTo>
                    <a:pt x="119" y="461"/>
                    <a:pt x="115" y="461"/>
                    <a:pt x="113" y="461"/>
                  </a:cubicBezTo>
                  <a:cubicBezTo>
                    <a:pt x="112" y="461"/>
                    <a:pt x="109" y="460"/>
                    <a:pt x="107" y="459"/>
                  </a:cubicBezTo>
                  <a:cubicBezTo>
                    <a:pt x="106" y="459"/>
                    <a:pt x="103" y="458"/>
                    <a:pt x="102" y="458"/>
                  </a:cubicBezTo>
                  <a:cubicBezTo>
                    <a:pt x="101" y="458"/>
                    <a:pt x="99" y="460"/>
                    <a:pt x="98" y="460"/>
                  </a:cubicBezTo>
                  <a:cubicBezTo>
                    <a:pt x="97" y="460"/>
                    <a:pt x="95" y="459"/>
                    <a:pt x="94" y="458"/>
                  </a:cubicBezTo>
                  <a:cubicBezTo>
                    <a:pt x="93" y="458"/>
                    <a:pt x="91" y="456"/>
                    <a:pt x="90" y="455"/>
                  </a:cubicBezTo>
                  <a:cubicBezTo>
                    <a:pt x="89" y="454"/>
                    <a:pt x="89" y="452"/>
                    <a:pt x="89" y="451"/>
                  </a:cubicBezTo>
                  <a:cubicBezTo>
                    <a:pt x="89" y="450"/>
                    <a:pt x="90" y="447"/>
                    <a:pt x="89" y="446"/>
                  </a:cubicBezTo>
                  <a:cubicBezTo>
                    <a:pt x="89" y="444"/>
                    <a:pt x="88" y="441"/>
                    <a:pt x="87" y="439"/>
                  </a:cubicBezTo>
                  <a:cubicBezTo>
                    <a:pt x="86" y="437"/>
                    <a:pt x="84" y="435"/>
                    <a:pt x="83" y="433"/>
                  </a:cubicBezTo>
                  <a:cubicBezTo>
                    <a:pt x="82" y="433"/>
                    <a:pt x="80" y="432"/>
                    <a:pt x="79" y="431"/>
                  </a:cubicBezTo>
                  <a:cubicBezTo>
                    <a:pt x="78" y="430"/>
                    <a:pt x="76" y="428"/>
                    <a:pt x="76" y="427"/>
                  </a:cubicBezTo>
                  <a:cubicBezTo>
                    <a:pt x="75" y="426"/>
                    <a:pt x="75" y="422"/>
                    <a:pt x="74" y="421"/>
                  </a:cubicBezTo>
                  <a:cubicBezTo>
                    <a:pt x="74" y="420"/>
                    <a:pt x="73" y="417"/>
                    <a:pt x="72" y="416"/>
                  </a:cubicBezTo>
                  <a:cubicBezTo>
                    <a:pt x="71" y="414"/>
                    <a:pt x="68" y="410"/>
                    <a:pt x="67" y="408"/>
                  </a:cubicBezTo>
                  <a:cubicBezTo>
                    <a:pt x="66" y="407"/>
                    <a:pt x="64" y="405"/>
                    <a:pt x="63" y="403"/>
                  </a:cubicBezTo>
                  <a:cubicBezTo>
                    <a:pt x="62" y="402"/>
                    <a:pt x="60" y="399"/>
                    <a:pt x="59" y="398"/>
                  </a:cubicBezTo>
                  <a:cubicBezTo>
                    <a:pt x="59" y="397"/>
                    <a:pt x="59" y="397"/>
                    <a:pt x="58" y="397"/>
                  </a:cubicBezTo>
                  <a:cubicBezTo>
                    <a:pt x="61" y="396"/>
                    <a:pt x="64" y="396"/>
                    <a:pt x="66" y="396"/>
                  </a:cubicBezTo>
                  <a:cubicBezTo>
                    <a:pt x="69" y="395"/>
                    <a:pt x="74" y="394"/>
                    <a:pt x="77" y="393"/>
                  </a:cubicBezTo>
                  <a:cubicBezTo>
                    <a:pt x="80" y="391"/>
                    <a:pt x="85" y="389"/>
                    <a:pt x="87" y="387"/>
                  </a:cubicBezTo>
                  <a:cubicBezTo>
                    <a:pt x="88" y="384"/>
                    <a:pt x="87" y="378"/>
                    <a:pt x="87" y="375"/>
                  </a:cubicBezTo>
                  <a:cubicBezTo>
                    <a:pt x="87" y="372"/>
                    <a:pt x="87" y="366"/>
                    <a:pt x="86" y="363"/>
                  </a:cubicBezTo>
                  <a:cubicBezTo>
                    <a:pt x="85" y="361"/>
                    <a:pt x="80" y="357"/>
                    <a:pt x="78" y="355"/>
                  </a:cubicBezTo>
                  <a:cubicBezTo>
                    <a:pt x="77" y="353"/>
                    <a:pt x="76" y="350"/>
                    <a:pt x="75" y="349"/>
                  </a:cubicBezTo>
                  <a:cubicBezTo>
                    <a:pt x="74" y="346"/>
                    <a:pt x="74" y="341"/>
                    <a:pt x="73" y="339"/>
                  </a:cubicBezTo>
                  <a:cubicBezTo>
                    <a:pt x="73" y="338"/>
                    <a:pt x="71" y="336"/>
                    <a:pt x="71" y="335"/>
                  </a:cubicBezTo>
                  <a:cubicBezTo>
                    <a:pt x="70" y="334"/>
                    <a:pt x="70" y="331"/>
                    <a:pt x="71" y="329"/>
                  </a:cubicBezTo>
                  <a:cubicBezTo>
                    <a:pt x="71" y="328"/>
                    <a:pt x="72" y="326"/>
                    <a:pt x="74" y="325"/>
                  </a:cubicBezTo>
                  <a:cubicBezTo>
                    <a:pt x="74" y="324"/>
                    <a:pt x="77" y="324"/>
                    <a:pt x="78" y="323"/>
                  </a:cubicBezTo>
                  <a:cubicBezTo>
                    <a:pt x="80" y="323"/>
                    <a:pt x="85" y="322"/>
                    <a:pt x="87" y="321"/>
                  </a:cubicBezTo>
                  <a:cubicBezTo>
                    <a:pt x="89" y="320"/>
                    <a:pt x="92" y="316"/>
                    <a:pt x="93" y="314"/>
                  </a:cubicBezTo>
                  <a:cubicBezTo>
                    <a:pt x="95" y="313"/>
                    <a:pt x="96" y="309"/>
                    <a:pt x="97" y="307"/>
                  </a:cubicBezTo>
                  <a:cubicBezTo>
                    <a:pt x="98" y="306"/>
                    <a:pt x="101" y="304"/>
                    <a:pt x="101" y="303"/>
                  </a:cubicBezTo>
                  <a:cubicBezTo>
                    <a:pt x="102" y="302"/>
                    <a:pt x="102" y="298"/>
                    <a:pt x="101" y="297"/>
                  </a:cubicBezTo>
                  <a:cubicBezTo>
                    <a:pt x="101" y="296"/>
                    <a:pt x="99" y="294"/>
                    <a:pt x="98" y="294"/>
                  </a:cubicBezTo>
                  <a:cubicBezTo>
                    <a:pt x="97" y="293"/>
                    <a:pt x="94" y="293"/>
                    <a:pt x="92" y="293"/>
                  </a:cubicBezTo>
                  <a:cubicBezTo>
                    <a:pt x="91" y="292"/>
                    <a:pt x="87" y="290"/>
                    <a:pt x="86" y="289"/>
                  </a:cubicBezTo>
                  <a:cubicBezTo>
                    <a:pt x="84" y="288"/>
                    <a:pt x="83" y="285"/>
                    <a:pt x="82" y="283"/>
                  </a:cubicBezTo>
                  <a:cubicBezTo>
                    <a:pt x="81" y="282"/>
                    <a:pt x="79" y="278"/>
                    <a:pt x="79" y="276"/>
                  </a:cubicBezTo>
                  <a:cubicBezTo>
                    <a:pt x="78" y="274"/>
                    <a:pt x="77" y="269"/>
                    <a:pt x="77" y="267"/>
                  </a:cubicBezTo>
                  <a:cubicBezTo>
                    <a:pt x="77" y="265"/>
                    <a:pt x="79" y="261"/>
                    <a:pt x="78" y="259"/>
                  </a:cubicBezTo>
                  <a:cubicBezTo>
                    <a:pt x="78" y="257"/>
                    <a:pt x="77" y="253"/>
                    <a:pt x="76" y="252"/>
                  </a:cubicBezTo>
                  <a:cubicBezTo>
                    <a:pt x="75" y="251"/>
                    <a:pt x="73" y="249"/>
                    <a:pt x="72" y="249"/>
                  </a:cubicBezTo>
                  <a:cubicBezTo>
                    <a:pt x="71" y="248"/>
                    <a:pt x="68" y="248"/>
                    <a:pt x="67" y="247"/>
                  </a:cubicBezTo>
                  <a:cubicBezTo>
                    <a:pt x="66" y="246"/>
                    <a:pt x="65" y="245"/>
                    <a:pt x="64" y="244"/>
                  </a:cubicBezTo>
                  <a:cubicBezTo>
                    <a:pt x="63" y="243"/>
                    <a:pt x="61" y="241"/>
                    <a:pt x="61" y="240"/>
                  </a:cubicBezTo>
                  <a:cubicBezTo>
                    <a:pt x="59" y="238"/>
                    <a:pt x="57" y="235"/>
                    <a:pt x="57" y="234"/>
                  </a:cubicBezTo>
                  <a:cubicBezTo>
                    <a:pt x="56" y="232"/>
                    <a:pt x="56" y="229"/>
                    <a:pt x="55" y="227"/>
                  </a:cubicBezTo>
                  <a:cubicBezTo>
                    <a:pt x="55" y="226"/>
                    <a:pt x="56" y="223"/>
                    <a:pt x="56" y="222"/>
                  </a:cubicBezTo>
                  <a:cubicBezTo>
                    <a:pt x="55" y="220"/>
                    <a:pt x="53" y="218"/>
                    <a:pt x="53" y="217"/>
                  </a:cubicBezTo>
                  <a:cubicBezTo>
                    <a:pt x="52" y="215"/>
                    <a:pt x="50" y="213"/>
                    <a:pt x="49" y="212"/>
                  </a:cubicBezTo>
                  <a:cubicBezTo>
                    <a:pt x="47" y="212"/>
                    <a:pt x="44" y="213"/>
                    <a:pt x="43" y="214"/>
                  </a:cubicBezTo>
                  <a:cubicBezTo>
                    <a:pt x="43" y="214"/>
                    <a:pt x="42" y="216"/>
                    <a:pt x="41" y="216"/>
                  </a:cubicBezTo>
                  <a:cubicBezTo>
                    <a:pt x="40" y="217"/>
                    <a:pt x="38" y="218"/>
                    <a:pt x="37" y="219"/>
                  </a:cubicBezTo>
                  <a:cubicBezTo>
                    <a:pt x="36" y="219"/>
                    <a:pt x="34" y="219"/>
                    <a:pt x="32" y="219"/>
                  </a:cubicBezTo>
                  <a:cubicBezTo>
                    <a:pt x="31" y="219"/>
                    <a:pt x="29" y="218"/>
                    <a:pt x="28" y="217"/>
                  </a:cubicBezTo>
                  <a:cubicBezTo>
                    <a:pt x="27" y="216"/>
                    <a:pt x="26" y="214"/>
                    <a:pt x="25" y="213"/>
                  </a:cubicBezTo>
                  <a:cubicBezTo>
                    <a:pt x="24" y="212"/>
                    <a:pt x="22" y="209"/>
                    <a:pt x="21" y="209"/>
                  </a:cubicBezTo>
                  <a:cubicBezTo>
                    <a:pt x="20" y="208"/>
                    <a:pt x="17" y="207"/>
                    <a:pt x="16" y="206"/>
                  </a:cubicBezTo>
                  <a:cubicBezTo>
                    <a:pt x="14" y="206"/>
                    <a:pt x="10" y="206"/>
                    <a:pt x="9" y="206"/>
                  </a:cubicBezTo>
                  <a:cubicBezTo>
                    <a:pt x="7" y="206"/>
                    <a:pt x="5" y="204"/>
                    <a:pt x="4" y="204"/>
                  </a:cubicBezTo>
                  <a:cubicBezTo>
                    <a:pt x="3" y="203"/>
                    <a:pt x="1" y="202"/>
                    <a:pt x="0" y="200"/>
                  </a:cubicBezTo>
                  <a:cubicBezTo>
                    <a:pt x="1" y="199"/>
                    <a:pt x="2" y="198"/>
                    <a:pt x="2" y="197"/>
                  </a:cubicBezTo>
                  <a:cubicBezTo>
                    <a:pt x="3" y="197"/>
                    <a:pt x="4" y="195"/>
                    <a:pt x="5" y="196"/>
                  </a:cubicBezTo>
                  <a:cubicBezTo>
                    <a:pt x="6" y="196"/>
                    <a:pt x="7" y="196"/>
                    <a:pt x="7" y="197"/>
                  </a:cubicBezTo>
                  <a:cubicBezTo>
                    <a:pt x="7" y="198"/>
                    <a:pt x="6" y="199"/>
                    <a:pt x="7" y="200"/>
                  </a:cubicBezTo>
                  <a:cubicBezTo>
                    <a:pt x="7" y="201"/>
                    <a:pt x="8" y="202"/>
                    <a:pt x="9" y="202"/>
                  </a:cubicBezTo>
                  <a:cubicBezTo>
                    <a:pt x="10" y="202"/>
                    <a:pt x="10" y="201"/>
                    <a:pt x="11" y="200"/>
                  </a:cubicBezTo>
                  <a:cubicBezTo>
                    <a:pt x="11" y="199"/>
                    <a:pt x="12" y="197"/>
                    <a:pt x="12" y="196"/>
                  </a:cubicBezTo>
                  <a:cubicBezTo>
                    <a:pt x="12" y="195"/>
                    <a:pt x="11" y="192"/>
                    <a:pt x="11" y="191"/>
                  </a:cubicBezTo>
                  <a:cubicBezTo>
                    <a:pt x="11" y="190"/>
                    <a:pt x="11" y="187"/>
                    <a:pt x="12" y="187"/>
                  </a:cubicBezTo>
                  <a:cubicBezTo>
                    <a:pt x="14" y="186"/>
                    <a:pt x="17" y="188"/>
                    <a:pt x="18" y="189"/>
                  </a:cubicBezTo>
                  <a:cubicBezTo>
                    <a:pt x="19" y="190"/>
                    <a:pt x="20" y="193"/>
                    <a:pt x="21" y="194"/>
                  </a:cubicBezTo>
                  <a:cubicBezTo>
                    <a:pt x="21" y="195"/>
                    <a:pt x="23" y="198"/>
                    <a:pt x="24" y="199"/>
                  </a:cubicBezTo>
                  <a:cubicBezTo>
                    <a:pt x="25" y="199"/>
                    <a:pt x="27" y="199"/>
                    <a:pt x="27" y="200"/>
                  </a:cubicBezTo>
                  <a:cubicBezTo>
                    <a:pt x="28" y="201"/>
                    <a:pt x="29" y="202"/>
                    <a:pt x="29" y="203"/>
                  </a:cubicBezTo>
                  <a:cubicBezTo>
                    <a:pt x="29" y="205"/>
                    <a:pt x="29" y="207"/>
                    <a:pt x="30" y="209"/>
                  </a:cubicBezTo>
                  <a:cubicBezTo>
                    <a:pt x="30" y="210"/>
                    <a:pt x="33" y="212"/>
                    <a:pt x="34" y="213"/>
                  </a:cubicBezTo>
                  <a:cubicBezTo>
                    <a:pt x="35" y="214"/>
                    <a:pt x="37" y="215"/>
                    <a:pt x="38" y="214"/>
                  </a:cubicBezTo>
                  <a:cubicBezTo>
                    <a:pt x="38" y="214"/>
                    <a:pt x="38" y="213"/>
                    <a:pt x="38" y="212"/>
                  </a:cubicBezTo>
                  <a:cubicBezTo>
                    <a:pt x="38" y="211"/>
                    <a:pt x="38" y="208"/>
                    <a:pt x="37" y="207"/>
                  </a:cubicBezTo>
                  <a:cubicBezTo>
                    <a:pt x="37" y="206"/>
                    <a:pt x="35" y="205"/>
                    <a:pt x="34" y="204"/>
                  </a:cubicBezTo>
                  <a:cubicBezTo>
                    <a:pt x="33" y="203"/>
                    <a:pt x="32" y="201"/>
                    <a:pt x="31" y="199"/>
                  </a:cubicBezTo>
                  <a:cubicBezTo>
                    <a:pt x="31" y="198"/>
                    <a:pt x="31" y="194"/>
                    <a:pt x="31" y="193"/>
                  </a:cubicBezTo>
                  <a:cubicBezTo>
                    <a:pt x="32" y="192"/>
                    <a:pt x="34" y="190"/>
                    <a:pt x="34" y="190"/>
                  </a:cubicBezTo>
                  <a:cubicBezTo>
                    <a:pt x="35" y="188"/>
                    <a:pt x="36" y="185"/>
                    <a:pt x="38" y="184"/>
                  </a:cubicBezTo>
                  <a:cubicBezTo>
                    <a:pt x="39" y="183"/>
                    <a:pt x="41" y="183"/>
                    <a:pt x="42" y="184"/>
                  </a:cubicBezTo>
                  <a:cubicBezTo>
                    <a:pt x="43" y="184"/>
                    <a:pt x="45" y="184"/>
                    <a:pt x="46" y="185"/>
                  </a:cubicBezTo>
                  <a:cubicBezTo>
                    <a:pt x="46" y="186"/>
                    <a:pt x="45" y="188"/>
                    <a:pt x="45" y="189"/>
                  </a:cubicBezTo>
                  <a:cubicBezTo>
                    <a:pt x="46" y="190"/>
                    <a:pt x="47" y="191"/>
                    <a:pt x="48" y="192"/>
                  </a:cubicBezTo>
                  <a:cubicBezTo>
                    <a:pt x="49" y="192"/>
                    <a:pt x="51" y="191"/>
                    <a:pt x="51" y="191"/>
                  </a:cubicBezTo>
                  <a:cubicBezTo>
                    <a:pt x="52" y="190"/>
                    <a:pt x="51" y="188"/>
                    <a:pt x="52" y="188"/>
                  </a:cubicBezTo>
                  <a:cubicBezTo>
                    <a:pt x="52" y="187"/>
                    <a:pt x="54" y="188"/>
                    <a:pt x="55" y="188"/>
                  </a:cubicBezTo>
                  <a:cubicBezTo>
                    <a:pt x="55" y="189"/>
                    <a:pt x="55" y="190"/>
                    <a:pt x="56" y="191"/>
                  </a:cubicBezTo>
                  <a:cubicBezTo>
                    <a:pt x="56" y="192"/>
                    <a:pt x="56" y="194"/>
                    <a:pt x="56" y="195"/>
                  </a:cubicBezTo>
                  <a:cubicBezTo>
                    <a:pt x="56" y="196"/>
                    <a:pt x="55" y="199"/>
                    <a:pt x="56" y="201"/>
                  </a:cubicBezTo>
                  <a:cubicBezTo>
                    <a:pt x="56" y="202"/>
                    <a:pt x="57" y="205"/>
                    <a:pt x="57" y="206"/>
                  </a:cubicBezTo>
                  <a:cubicBezTo>
                    <a:pt x="57" y="207"/>
                    <a:pt x="57" y="210"/>
                    <a:pt x="58" y="211"/>
                  </a:cubicBezTo>
                  <a:cubicBezTo>
                    <a:pt x="58" y="212"/>
                    <a:pt x="60" y="214"/>
                    <a:pt x="61" y="214"/>
                  </a:cubicBezTo>
                  <a:cubicBezTo>
                    <a:pt x="62" y="214"/>
                    <a:pt x="63" y="213"/>
                    <a:pt x="64" y="213"/>
                  </a:cubicBezTo>
                  <a:cubicBezTo>
                    <a:pt x="65" y="213"/>
                    <a:pt x="66" y="214"/>
                    <a:pt x="67" y="214"/>
                  </a:cubicBezTo>
                  <a:cubicBezTo>
                    <a:pt x="69" y="214"/>
                    <a:pt x="71" y="215"/>
                    <a:pt x="72" y="214"/>
                  </a:cubicBezTo>
                  <a:cubicBezTo>
                    <a:pt x="73" y="213"/>
                    <a:pt x="72" y="212"/>
                    <a:pt x="72" y="211"/>
                  </a:cubicBezTo>
                  <a:cubicBezTo>
                    <a:pt x="71" y="210"/>
                    <a:pt x="70" y="209"/>
                    <a:pt x="69" y="208"/>
                  </a:cubicBezTo>
                  <a:cubicBezTo>
                    <a:pt x="69" y="208"/>
                    <a:pt x="67" y="208"/>
                    <a:pt x="66" y="208"/>
                  </a:cubicBezTo>
                  <a:cubicBezTo>
                    <a:pt x="65" y="207"/>
                    <a:pt x="63" y="205"/>
                    <a:pt x="63" y="204"/>
                  </a:cubicBezTo>
                  <a:cubicBezTo>
                    <a:pt x="62" y="203"/>
                    <a:pt x="61" y="200"/>
                    <a:pt x="61" y="198"/>
                  </a:cubicBezTo>
                  <a:cubicBezTo>
                    <a:pt x="61" y="197"/>
                    <a:pt x="61" y="194"/>
                    <a:pt x="62" y="193"/>
                  </a:cubicBezTo>
                  <a:cubicBezTo>
                    <a:pt x="63" y="192"/>
                    <a:pt x="65" y="190"/>
                    <a:pt x="66" y="190"/>
                  </a:cubicBezTo>
                  <a:cubicBezTo>
                    <a:pt x="67" y="189"/>
                    <a:pt x="70" y="190"/>
                    <a:pt x="71" y="191"/>
                  </a:cubicBezTo>
                  <a:cubicBezTo>
                    <a:pt x="72" y="191"/>
                    <a:pt x="72" y="193"/>
                    <a:pt x="72" y="194"/>
                  </a:cubicBezTo>
                  <a:cubicBezTo>
                    <a:pt x="73" y="195"/>
                    <a:pt x="75" y="195"/>
                    <a:pt x="76" y="195"/>
                  </a:cubicBezTo>
                  <a:cubicBezTo>
                    <a:pt x="78" y="195"/>
                    <a:pt x="81" y="194"/>
                    <a:pt x="83" y="195"/>
                  </a:cubicBezTo>
                  <a:cubicBezTo>
                    <a:pt x="85" y="195"/>
                    <a:pt x="88" y="197"/>
                    <a:pt x="90" y="197"/>
                  </a:cubicBezTo>
                  <a:cubicBezTo>
                    <a:pt x="91" y="198"/>
                    <a:pt x="95" y="197"/>
                    <a:pt x="96" y="198"/>
                  </a:cubicBezTo>
                  <a:cubicBezTo>
                    <a:pt x="97" y="199"/>
                    <a:pt x="99" y="201"/>
                    <a:pt x="99" y="202"/>
                  </a:cubicBezTo>
                  <a:cubicBezTo>
                    <a:pt x="99" y="203"/>
                    <a:pt x="97" y="206"/>
                    <a:pt x="96" y="207"/>
                  </a:cubicBezTo>
                  <a:cubicBezTo>
                    <a:pt x="94" y="209"/>
                    <a:pt x="91" y="211"/>
                    <a:pt x="90" y="212"/>
                  </a:cubicBezTo>
                  <a:cubicBezTo>
                    <a:pt x="89" y="213"/>
                    <a:pt x="87" y="214"/>
                    <a:pt x="86" y="215"/>
                  </a:cubicBezTo>
                  <a:cubicBezTo>
                    <a:pt x="85" y="215"/>
                    <a:pt x="82" y="215"/>
                    <a:pt x="81" y="215"/>
                  </a:cubicBezTo>
                  <a:cubicBezTo>
                    <a:pt x="80" y="216"/>
                    <a:pt x="77" y="217"/>
                    <a:pt x="76" y="217"/>
                  </a:cubicBezTo>
                  <a:cubicBezTo>
                    <a:pt x="75" y="218"/>
                    <a:pt x="73" y="219"/>
                    <a:pt x="72" y="219"/>
                  </a:cubicBezTo>
                  <a:cubicBezTo>
                    <a:pt x="71" y="220"/>
                    <a:pt x="69" y="221"/>
                    <a:pt x="68" y="221"/>
                  </a:cubicBezTo>
                  <a:cubicBezTo>
                    <a:pt x="67" y="222"/>
                    <a:pt x="66" y="224"/>
                    <a:pt x="65" y="225"/>
                  </a:cubicBezTo>
                  <a:cubicBezTo>
                    <a:pt x="64" y="225"/>
                    <a:pt x="62" y="226"/>
                    <a:pt x="62" y="227"/>
                  </a:cubicBezTo>
                  <a:cubicBezTo>
                    <a:pt x="62" y="228"/>
                    <a:pt x="65" y="228"/>
                    <a:pt x="66" y="228"/>
                  </a:cubicBezTo>
                  <a:cubicBezTo>
                    <a:pt x="66" y="228"/>
                    <a:pt x="67" y="226"/>
                    <a:pt x="68" y="225"/>
                  </a:cubicBezTo>
                  <a:cubicBezTo>
                    <a:pt x="69" y="225"/>
                    <a:pt x="72" y="224"/>
                    <a:pt x="74" y="224"/>
                  </a:cubicBezTo>
                  <a:cubicBezTo>
                    <a:pt x="75" y="224"/>
                    <a:pt x="77" y="225"/>
                    <a:pt x="78" y="225"/>
                  </a:cubicBezTo>
                  <a:cubicBezTo>
                    <a:pt x="79" y="224"/>
                    <a:pt x="81" y="223"/>
                    <a:pt x="82" y="222"/>
                  </a:cubicBezTo>
                  <a:cubicBezTo>
                    <a:pt x="83" y="222"/>
                    <a:pt x="86" y="221"/>
                    <a:pt x="87" y="221"/>
                  </a:cubicBezTo>
                  <a:cubicBezTo>
                    <a:pt x="88" y="220"/>
                    <a:pt x="91" y="219"/>
                    <a:pt x="92" y="218"/>
                  </a:cubicBezTo>
                  <a:cubicBezTo>
                    <a:pt x="93" y="217"/>
                    <a:pt x="94" y="215"/>
                    <a:pt x="95" y="214"/>
                  </a:cubicBezTo>
                  <a:cubicBezTo>
                    <a:pt x="96" y="213"/>
                    <a:pt x="97" y="211"/>
                    <a:pt x="98" y="210"/>
                  </a:cubicBezTo>
                  <a:cubicBezTo>
                    <a:pt x="99" y="210"/>
                    <a:pt x="100" y="209"/>
                    <a:pt x="101" y="209"/>
                  </a:cubicBezTo>
                  <a:cubicBezTo>
                    <a:pt x="102" y="209"/>
                    <a:pt x="103" y="211"/>
                    <a:pt x="103" y="211"/>
                  </a:cubicBezTo>
                  <a:cubicBezTo>
                    <a:pt x="103" y="212"/>
                    <a:pt x="103" y="214"/>
                    <a:pt x="103" y="215"/>
                  </a:cubicBezTo>
                  <a:cubicBezTo>
                    <a:pt x="103" y="216"/>
                    <a:pt x="102" y="218"/>
                    <a:pt x="102" y="219"/>
                  </a:cubicBezTo>
                  <a:cubicBezTo>
                    <a:pt x="102" y="220"/>
                    <a:pt x="102" y="223"/>
                    <a:pt x="103" y="224"/>
                  </a:cubicBezTo>
                  <a:cubicBezTo>
                    <a:pt x="104" y="225"/>
                    <a:pt x="107" y="224"/>
                    <a:pt x="108" y="225"/>
                  </a:cubicBezTo>
                  <a:cubicBezTo>
                    <a:pt x="109" y="225"/>
                    <a:pt x="110" y="227"/>
                    <a:pt x="111" y="227"/>
                  </a:cubicBezTo>
                  <a:cubicBezTo>
                    <a:pt x="111" y="228"/>
                    <a:pt x="113" y="230"/>
                    <a:pt x="113" y="231"/>
                  </a:cubicBezTo>
                  <a:cubicBezTo>
                    <a:pt x="113" y="232"/>
                    <a:pt x="112" y="234"/>
                    <a:pt x="112" y="234"/>
                  </a:cubicBezTo>
                  <a:cubicBezTo>
                    <a:pt x="112" y="235"/>
                    <a:pt x="112" y="237"/>
                    <a:pt x="112" y="238"/>
                  </a:cubicBezTo>
                  <a:cubicBezTo>
                    <a:pt x="113" y="239"/>
                    <a:pt x="115" y="239"/>
                    <a:pt x="117" y="239"/>
                  </a:cubicBezTo>
                  <a:cubicBezTo>
                    <a:pt x="118" y="239"/>
                    <a:pt x="121" y="238"/>
                    <a:pt x="122" y="238"/>
                  </a:cubicBezTo>
                  <a:cubicBezTo>
                    <a:pt x="123" y="237"/>
                    <a:pt x="124" y="235"/>
                    <a:pt x="125" y="234"/>
                  </a:cubicBezTo>
                  <a:cubicBezTo>
                    <a:pt x="126" y="233"/>
                    <a:pt x="128" y="232"/>
                    <a:pt x="129" y="231"/>
                  </a:cubicBezTo>
                  <a:cubicBezTo>
                    <a:pt x="130" y="231"/>
                    <a:pt x="132" y="232"/>
                    <a:pt x="133" y="231"/>
                  </a:cubicBezTo>
                  <a:cubicBezTo>
                    <a:pt x="134" y="231"/>
                    <a:pt x="135" y="229"/>
                    <a:pt x="135" y="228"/>
                  </a:cubicBezTo>
                  <a:cubicBezTo>
                    <a:pt x="135" y="227"/>
                    <a:pt x="135" y="226"/>
                    <a:pt x="134" y="225"/>
                  </a:cubicBezTo>
                  <a:cubicBezTo>
                    <a:pt x="134" y="225"/>
                    <a:pt x="132" y="225"/>
                    <a:pt x="131" y="225"/>
                  </a:cubicBezTo>
                  <a:cubicBezTo>
                    <a:pt x="130" y="225"/>
                    <a:pt x="128" y="225"/>
                    <a:pt x="127" y="225"/>
                  </a:cubicBezTo>
                  <a:cubicBezTo>
                    <a:pt x="126" y="226"/>
                    <a:pt x="124" y="225"/>
                    <a:pt x="122" y="225"/>
                  </a:cubicBezTo>
                  <a:cubicBezTo>
                    <a:pt x="121" y="225"/>
                    <a:pt x="120" y="223"/>
                    <a:pt x="119" y="222"/>
                  </a:cubicBezTo>
                  <a:cubicBezTo>
                    <a:pt x="118" y="222"/>
                    <a:pt x="116" y="221"/>
                    <a:pt x="116" y="220"/>
                  </a:cubicBezTo>
                  <a:cubicBezTo>
                    <a:pt x="115" y="219"/>
                    <a:pt x="114" y="217"/>
                    <a:pt x="114" y="215"/>
                  </a:cubicBezTo>
                  <a:cubicBezTo>
                    <a:pt x="114" y="214"/>
                    <a:pt x="115" y="213"/>
                    <a:pt x="116" y="212"/>
                  </a:cubicBezTo>
                  <a:cubicBezTo>
                    <a:pt x="117" y="212"/>
                    <a:pt x="119" y="212"/>
                    <a:pt x="120" y="212"/>
                  </a:cubicBezTo>
                  <a:cubicBezTo>
                    <a:pt x="121" y="211"/>
                    <a:pt x="123" y="210"/>
                    <a:pt x="124" y="210"/>
                  </a:cubicBezTo>
                  <a:cubicBezTo>
                    <a:pt x="124" y="209"/>
                    <a:pt x="124" y="207"/>
                    <a:pt x="124" y="206"/>
                  </a:cubicBezTo>
                  <a:cubicBezTo>
                    <a:pt x="123" y="205"/>
                    <a:pt x="122" y="204"/>
                    <a:pt x="121" y="203"/>
                  </a:cubicBezTo>
                  <a:cubicBezTo>
                    <a:pt x="121" y="202"/>
                    <a:pt x="122" y="200"/>
                    <a:pt x="121" y="199"/>
                  </a:cubicBezTo>
                  <a:cubicBezTo>
                    <a:pt x="121" y="198"/>
                    <a:pt x="120" y="197"/>
                    <a:pt x="119" y="197"/>
                  </a:cubicBezTo>
                  <a:cubicBezTo>
                    <a:pt x="118" y="196"/>
                    <a:pt x="117" y="195"/>
                    <a:pt x="116" y="195"/>
                  </a:cubicBezTo>
                  <a:cubicBezTo>
                    <a:pt x="116" y="194"/>
                    <a:pt x="117" y="192"/>
                    <a:pt x="117" y="191"/>
                  </a:cubicBezTo>
                  <a:cubicBezTo>
                    <a:pt x="117" y="190"/>
                    <a:pt x="119" y="189"/>
                    <a:pt x="120" y="188"/>
                  </a:cubicBezTo>
                  <a:cubicBezTo>
                    <a:pt x="120" y="187"/>
                    <a:pt x="120" y="184"/>
                    <a:pt x="121" y="183"/>
                  </a:cubicBezTo>
                  <a:cubicBezTo>
                    <a:pt x="121" y="182"/>
                    <a:pt x="122" y="181"/>
                    <a:pt x="123" y="181"/>
                  </a:cubicBezTo>
                  <a:cubicBezTo>
                    <a:pt x="124" y="180"/>
                    <a:pt x="126" y="180"/>
                    <a:pt x="127" y="179"/>
                  </a:cubicBezTo>
                  <a:cubicBezTo>
                    <a:pt x="128" y="179"/>
                    <a:pt x="130" y="179"/>
                    <a:pt x="130" y="178"/>
                  </a:cubicBezTo>
                  <a:cubicBezTo>
                    <a:pt x="131" y="177"/>
                    <a:pt x="131" y="176"/>
                    <a:pt x="130" y="175"/>
                  </a:cubicBezTo>
                  <a:cubicBezTo>
                    <a:pt x="130" y="174"/>
                    <a:pt x="129" y="174"/>
                    <a:pt x="128" y="173"/>
                  </a:cubicBezTo>
                  <a:cubicBezTo>
                    <a:pt x="128" y="173"/>
                    <a:pt x="127" y="172"/>
                    <a:pt x="127" y="172"/>
                  </a:cubicBezTo>
                  <a:cubicBezTo>
                    <a:pt x="126" y="171"/>
                    <a:pt x="126" y="170"/>
                    <a:pt x="127" y="169"/>
                  </a:cubicBezTo>
                  <a:cubicBezTo>
                    <a:pt x="127" y="168"/>
                    <a:pt x="129" y="166"/>
                    <a:pt x="130" y="165"/>
                  </a:cubicBezTo>
                  <a:cubicBezTo>
                    <a:pt x="131" y="164"/>
                    <a:pt x="133" y="160"/>
                    <a:pt x="134" y="158"/>
                  </a:cubicBezTo>
                  <a:cubicBezTo>
                    <a:pt x="135" y="157"/>
                    <a:pt x="136" y="153"/>
                    <a:pt x="137" y="151"/>
                  </a:cubicBezTo>
                  <a:cubicBezTo>
                    <a:pt x="138" y="150"/>
                    <a:pt x="140" y="149"/>
                    <a:pt x="140" y="148"/>
                  </a:cubicBezTo>
                  <a:cubicBezTo>
                    <a:pt x="142" y="147"/>
                    <a:pt x="144" y="142"/>
                    <a:pt x="146" y="141"/>
                  </a:cubicBezTo>
                  <a:cubicBezTo>
                    <a:pt x="147" y="140"/>
                    <a:pt x="150" y="138"/>
                    <a:pt x="151" y="137"/>
                  </a:cubicBezTo>
                  <a:cubicBezTo>
                    <a:pt x="153" y="137"/>
                    <a:pt x="156" y="137"/>
                    <a:pt x="158" y="137"/>
                  </a:cubicBezTo>
                  <a:cubicBezTo>
                    <a:pt x="159" y="138"/>
                    <a:pt x="162" y="138"/>
                    <a:pt x="163" y="138"/>
                  </a:cubicBezTo>
                  <a:cubicBezTo>
                    <a:pt x="164" y="139"/>
                    <a:pt x="166" y="139"/>
                    <a:pt x="167" y="140"/>
                  </a:cubicBezTo>
                  <a:cubicBezTo>
                    <a:pt x="168" y="140"/>
                    <a:pt x="170" y="141"/>
                    <a:pt x="170" y="141"/>
                  </a:cubicBezTo>
                  <a:cubicBezTo>
                    <a:pt x="171" y="140"/>
                    <a:pt x="170" y="137"/>
                    <a:pt x="170" y="136"/>
                  </a:cubicBezTo>
                  <a:cubicBezTo>
                    <a:pt x="169" y="135"/>
                    <a:pt x="168" y="133"/>
                    <a:pt x="167" y="132"/>
                  </a:cubicBezTo>
                  <a:cubicBezTo>
                    <a:pt x="166" y="132"/>
                    <a:pt x="164" y="132"/>
                    <a:pt x="163" y="132"/>
                  </a:cubicBezTo>
                  <a:cubicBezTo>
                    <a:pt x="162" y="132"/>
                    <a:pt x="159" y="131"/>
                    <a:pt x="159" y="130"/>
                  </a:cubicBezTo>
                  <a:cubicBezTo>
                    <a:pt x="158" y="130"/>
                    <a:pt x="159" y="128"/>
                    <a:pt x="159" y="127"/>
                  </a:cubicBezTo>
                  <a:cubicBezTo>
                    <a:pt x="159" y="125"/>
                    <a:pt x="161" y="122"/>
                    <a:pt x="161" y="121"/>
                  </a:cubicBezTo>
                  <a:cubicBezTo>
                    <a:pt x="162" y="120"/>
                    <a:pt x="163" y="119"/>
                    <a:pt x="164" y="118"/>
                  </a:cubicBezTo>
                  <a:cubicBezTo>
                    <a:pt x="164" y="117"/>
                    <a:pt x="166" y="115"/>
                    <a:pt x="166" y="114"/>
                  </a:cubicBezTo>
                  <a:cubicBezTo>
                    <a:pt x="166" y="113"/>
                    <a:pt x="166" y="110"/>
                    <a:pt x="166" y="109"/>
                  </a:cubicBezTo>
                  <a:cubicBezTo>
                    <a:pt x="167" y="108"/>
                    <a:pt x="168" y="106"/>
                    <a:pt x="168" y="105"/>
                  </a:cubicBezTo>
                  <a:cubicBezTo>
                    <a:pt x="169" y="104"/>
                    <a:pt x="172" y="104"/>
                    <a:pt x="173" y="104"/>
                  </a:cubicBezTo>
                  <a:cubicBezTo>
                    <a:pt x="174" y="104"/>
                    <a:pt x="177" y="104"/>
                    <a:pt x="179" y="105"/>
                  </a:cubicBezTo>
                  <a:cubicBezTo>
                    <a:pt x="180" y="106"/>
                    <a:pt x="181" y="110"/>
                    <a:pt x="182" y="111"/>
                  </a:cubicBezTo>
                  <a:cubicBezTo>
                    <a:pt x="183" y="112"/>
                    <a:pt x="185" y="113"/>
                    <a:pt x="186" y="114"/>
                  </a:cubicBezTo>
                  <a:cubicBezTo>
                    <a:pt x="187" y="114"/>
                    <a:pt x="190" y="114"/>
                    <a:pt x="191" y="113"/>
                  </a:cubicBezTo>
                  <a:cubicBezTo>
                    <a:pt x="192" y="112"/>
                    <a:pt x="192" y="110"/>
                    <a:pt x="191" y="109"/>
                  </a:cubicBezTo>
                  <a:cubicBezTo>
                    <a:pt x="191" y="108"/>
                    <a:pt x="188" y="105"/>
                    <a:pt x="188" y="104"/>
                  </a:cubicBezTo>
                  <a:cubicBezTo>
                    <a:pt x="187" y="102"/>
                    <a:pt x="185" y="99"/>
                    <a:pt x="184" y="98"/>
                  </a:cubicBezTo>
                  <a:cubicBezTo>
                    <a:pt x="183" y="96"/>
                    <a:pt x="180" y="93"/>
                    <a:pt x="178" y="92"/>
                  </a:cubicBezTo>
                  <a:cubicBezTo>
                    <a:pt x="177" y="91"/>
                    <a:pt x="176" y="91"/>
                    <a:pt x="175" y="91"/>
                  </a:cubicBezTo>
                  <a:cubicBezTo>
                    <a:pt x="173" y="91"/>
                    <a:pt x="171" y="92"/>
                    <a:pt x="170" y="93"/>
                  </a:cubicBezTo>
                  <a:cubicBezTo>
                    <a:pt x="169" y="93"/>
                    <a:pt x="166" y="93"/>
                    <a:pt x="165" y="92"/>
                  </a:cubicBezTo>
                  <a:cubicBezTo>
                    <a:pt x="164" y="92"/>
                    <a:pt x="162" y="89"/>
                    <a:pt x="161" y="88"/>
                  </a:cubicBezTo>
                  <a:cubicBezTo>
                    <a:pt x="161" y="87"/>
                    <a:pt x="161" y="84"/>
                    <a:pt x="161" y="82"/>
                  </a:cubicBezTo>
                  <a:cubicBezTo>
                    <a:pt x="161" y="80"/>
                    <a:pt x="162" y="77"/>
                    <a:pt x="163" y="75"/>
                  </a:cubicBezTo>
                  <a:cubicBezTo>
                    <a:pt x="164" y="74"/>
                    <a:pt x="166" y="73"/>
                    <a:pt x="167" y="73"/>
                  </a:cubicBezTo>
                  <a:cubicBezTo>
                    <a:pt x="168" y="73"/>
                    <a:pt x="171" y="74"/>
                    <a:pt x="172" y="75"/>
                  </a:cubicBezTo>
                  <a:cubicBezTo>
                    <a:pt x="173" y="75"/>
                    <a:pt x="173" y="78"/>
                    <a:pt x="174" y="79"/>
                  </a:cubicBezTo>
                  <a:cubicBezTo>
                    <a:pt x="174" y="79"/>
                    <a:pt x="175" y="81"/>
                    <a:pt x="175" y="82"/>
                  </a:cubicBezTo>
                  <a:cubicBezTo>
                    <a:pt x="176" y="82"/>
                    <a:pt x="178" y="83"/>
                    <a:pt x="179" y="83"/>
                  </a:cubicBezTo>
                  <a:cubicBezTo>
                    <a:pt x="179" y="84"/>
                    <a:pt x="181" y="86"/>
                    <a:pt x="181" y="85"/>
                  </a:cubicBezTo>
                  <a:cubicBezTo>
                    <a:pt x="182" y="85"/>
                    <a:pt x="183" y="82"/>
                    <a:pt x="183" y="81"/>
                  </a:cubicBezTo>
                  <a:cubicBezTo>
                    <a:pt x="183" y="81"/>
                    <a:pt x="182" y="79"/>
                    <a:pt x="182" y="79"/>
                  </a:cubicBezTo>
                  <a:cubicBezTo>
                    <a:pt x="182" y="78"/>
                    <a:pt x="180" y="78"/>
                    <a:pt x="180" y="77"/>
                  </a:cubicBezTo>
                  <a:cubicBezTo>
                    <a:pt x="180" y="76"/>
                    <a:pt x="179" y="74"/>
                    <a:pt x="180" y="73"/>
                  </a:cubicBezTo>
                  <a:cubicBezTo>
                    <a:pt x="180" y="72"/>
                    <a:pt x="182" y="72"/>
                    <a:pt x="183" y="71"/>
                  </a:cubicBezTo>
                  <a:cubicBezTo>
                    <a:pt x="183" y="71"/>
                    <a:pt x="185" y="69"/>
                    <a:pt x="185" y="68"/>
                  </a:cubicBezTo>
                  <a:cubicBezTo>
                    <a:pt x="185" y="68"/>
                    <a:pt x="184" y="67"/>
                    <a:pt x="183" y="67"/>
                  </a:cubicBezTo>
                  <a:cubicBezTo>
                    <a:pt x="182" y="66"/>
                    <a:pt x="181" y="66"/>
                    <a:pt x="180" y="66"/>
                  </a:cubicBezTo>
                  <a:cubicBezTo>
                    <a:pt x="179" y="65"/>
                    <a:pt x="177" y="63"/>
                    <a:pt x="177" y="62"/>
                  </a:cubicBezTo>
                  <a:cubicBezTo>
                    <a:pt x="176" y="61"/>
                    <a:pt x="177" y="60"/>
                    <a:pt x="177" y="59"/>
                  </a:cubicBezTo>
                  <a:cubicBezTo>
                    <a:pt x="177" y="58"/>
                    <a:pt x="179" y="58"/>
                    <a:pt x="179" y="57"/>
                  </a:cubicBezTo>
                  <a:cubicBezTo>
                    <a:pt x="179" y="56"/>
                    <a:pt x="179" y="54"/>
                    <a:pt x="179" y="53"/>
                  </a:cubicBezTo>
                  <a:cubicBezTo>
                    <a:pt x="180" y="52"/>
                    <a:pt x="181" y="51"/>
                    <a:pt x="182" y="51"/>
                  </a:cubicBezTo>
                  <a:cubicBezTo>
                    <a:pt x="182" y="51"/>
                    <a:pt x="184" y="51"/>
                    <a:pt x="185" y="52"/>
                  </a:cubicBezTo>
                  <a:cubicBezTo>
                    <a:pt x="185" y="52"/>
                    <a:pt x="187" y="53"/>
                    <a:pt x="187" y="53"/>
                  </a:cubicBezTo>
                  <a:cubicBezTo>
                    <a:pt x="188" y="54"/>
                    <a:pt x="189" y="55"/>
                    <a:pt x="190" y="56"/>
                  </a:cubicBezTo>
                  <a:cubicBezTo>
                    <a:pt x="190" y="56"/>
                    <a:pt x="190" y="58"/>
                    <a:pt x="190" y="58"/>
                  </a:cubicBezTo>
                  <a:cubicBezTo>
                    <a:pt x="191" y="59"/>
                    <a:pt x="192" y="60"/>
                    <a:pt x="192" y="60"/>
                  </a:cubicBezTo>
                  <a:cubicBezTo>
                    <a:pt x="194" y="60"/>
                    <a:pt x="196" y="59"/>
                    <a:pt x="197" y="58"/>
                  </a:cubicBezTo>
                  <a:cubicBezTo>
                    <a:pt x="197" y="58"/>
                    <a:pt x="197" y="55"/>
                    <a:pt x="197" y="54"/>
                  </a:cubicBezTo>
                  <a:cubicBezTo>
                    <a:pt x="198" y="53"/>
                    <a:pt x="197" y="52"/>
                    <a:pt x="198" y="51"/>
                  </a:cubicBezTo>
                  <a:cubicBezTo>
                    <a:pt x="199" y="51"/>
                    <a:pt x="200" y="50"/>
                    <a:pt x="201" y="50"/>
                  </a:cubicBezTo>
                  <a:cubicBezTo>
                    <a:pt x="202" y="51"/>
                    <a:pt x="203" y="52"/>
                    <a:pt x="203" y="53"/>
                  </a:cubicBezTo>
                  <a:cubicBezTo>
                    <a:pt x="204" y="54"/>
                    <a:pt x="203" y="57"/>
                    <a:pt x="203" y="58"/>
                  </a:cubicBezTo>
                  <a:cubicBezTo>
                    <a:pt x="202" y="59"/>
                    <a:pt x="201" y="60"/>
                    <a:pt x="201" y="60"/>
                  </a:cubicBezTo>
                  <a:cubicBezTo>
                    <a:pt x="200" y="61"/>
                    <a:pt x="199" y="63"/>
                    <a:pt x="199" y="63"/>
                  </a:cubicBezTo>
                  <a:cubicBezTo>
                    <a:pt x="199" y="64"/>
                    <a:pt x="199" y="66"/>
                    <a:pt x="200" y="67"/>
                  </a:cubicBezTo>
                  <a:cubicBezTo>
                    <a:pt x="201" y="67"/>
                    <a:pt x="203" y="68"/>
                    <a:pt x="204" y="68"/>
                  </a:cubicBezTo>
                  <a:cubicBezTo>
                    <a:pt x="204" y="67"/>
                    <a:pt x="205" y="66"/>
                    <a:pt x="206" y="65"/>
                  </a:cubicBezTo>
                  <a:cubicBezTo>
                    <a:pt x="206" y="64"/>
                    <a:pt x="206" y="62"/>
                    <a:pt x="206" y="61"/>
                  </a:cubicBezTo>
                  <a:cubicBezTo>
                    <a:pt x="207" y="61"/>
                    <a:pt x="208" y="60"/>
                    <a:pt x="209" y="60"/>
                  </a:cubicBezTo>
                  <a:cubicBezTo>
                    <a:pt x="210" y="60"/>
                    <a:pt x="213" y="62"/>
                    <a:pt x="214" y="63"/>
                  </a:cubicBezTo>
                  <a:cubicBezTo>
                    <a:pt x="215" y="64"/>
                    <a:pt x="215" y="66"/>
                    <a:pt x="216" y="67"/>
                  </a:cubicBezTo>
                  <a:cubicBezTo>
                    <a:pt x="216" y="69"/>
                    <a:pt x="215" y="71"/>
                    <a:pt x="215" y="73"/>
                  </a:cubicBezTo>
                  <a:cubicBezTo>
                    <a:pt x="216" y="73"/>
                    <a:pt x="217" y="75"/>
                    <a:pt x="218" y="76"/>
                  </a:cubicBezTo>
                  <a:cubicBezTo>
                    <a:pt x="219" y="76"/>
                    <a:pt x="221" y="74"/>
                    <a:pt x="221" y="74"/>
                  </a:cubicBezTo>
                  <a:cubicBezTo>
                    <a:pt x="222" y="73"/>
                    <a:pt x="223" y="70"/>
                    <a:pt x="223" y="68"/>
                  </a:cubicBezTo>
                  <a:cubicBezTo>
                    <a:pt x="224" y="67"/>
                    <a:pt x="223" y="65"/>
                    <a:pt x="223" y="64"/>
                  </a:cubicBezTo>
                  <a:cubicBezTo>
                    <a:pt x="223" y="62"/>
                    <a:pt x="224" y="60"/>
                    <a:pt x="223" y="58"/>
                  </a:cubicBezTo>
                  <a:cubicBezTo>
                    <a:pt x="223" y="57"/>
                    <a:pt x="221" y="56"/>
                    <a:pt x="220" y="56"/>
                  </a:cubicBezTo>
                  <a:cubicBezTo>
                    <a:pt x="219" y="55"/>
                    <a:pt x="218" y="53"/>
                    <a:pt x="218" y="53"/>
                  </a:cubicBezTo>
                  <a:cubicBezTo>
                    <a:pt x="217" y="52"/>
                    <a:pt x="217" y="50"/>
                    <a:pt x="218" y="49"/>
                  </a:cubicBezTo>
                  <a:cubicBezTo>
                    <a:pt x="218" y="48"/>
                    <a:pt x="219" y="48"/>
                    <a:pt x="220" y="47"/>
                  </a:cubicBezTo>
                  <a:cubicBezTo>
                    <a:pt x="220" y="47"/>
                    <a:pt x="221" y="47"/>
                    <a:pt x="222" y="48"/>
                  </a:cubicBezTo>
                  <a:cubicBezTo>
                    <a:pt x="223" y="48"/>
                    <a:pt x="224" y="50"/>
                    <a:pt x="225" y="51"/>
                  </a:cubicBezTo>
                  <a:cubicBezTo>
                    <a:pt x="226" y="51"/>
                    <a:pt x="227" y="52"/>
                    <a:pt x="227" y="52"/>
                  </a:cubicBezTo>
                  <a:cubicBezTo>
                    <a:pt x="228" y="53"/>
                    <a:pt x="229" y="54"/>
                    <a:pt x="229" y="55"/>
                  </a:cubicBezTo>
                  <a:cubicBezTo>
                    <a:pt x="229" y="55"/>
                    <a:pt x="230" y="57"/>
                    <a:pt x="229" y="58"/>
                  </a:cubicBezTo>
                  <a:cubicBezTo>
                    <a:pt x="229" y="58"/>
                    <a:pt x="228" y="59"/>
                    <a:pt x="228" y="59"/>
                  </a:cubicBezTo>
                  <a:cubicBezTo>
                    <a:pt x="228" y="60"/>
                    <a:pt x="227" y="60"/>
                    <a:pt x="227" y="61"/>
                  </a:cubicBezTo>
                  <a:cubicBezTo>
                    <a:pt x="226" y="61"/>
                    <a:pt x="226" y="63"/>
                    <a:pt x="226" y="64"/>
                  </a:cubicBezTo>
                  <a:cubicBezTo>
                    <a:pt x="226" y="64"/>
                    <a:pt x="227" y="66"/>
                    <a:pt x="227" y="66"/>
                  </a:cubicBezTo>
                  <a:cubicBezTo>
                    <a:pt x="228" y="66"/>
                    <a:pt x="229" y="65"/>
                    <a:pt x="230" y="65"/>
                  </a:cubicBezTo>
                  <a:cubicBezTo>
                    <a:pt x="230" y="65"/>
                    <a:pt x="232" y="64"/>
                    <a:pt x="232" y="63"/>
                  </a:cubicBezTo>
                  <a:cubicBezTo>
                    <a:pt x="233" y="63"/>
                    <a:pt x="233" y="60"/>
                    <a:pt x="234" y="59"/>
                  </a:cubicBezTo>
                  <a:cubicBezTo>
                    <a:pt x="234" y="58"/>
                    <a:pt x="236" y="58"/>
                    <a:pt x="237" y="58"/>
                  </a:cubicBezTo>
                  <a:cubicBezTo>
                    <a:pt x="238" y="58"/>
                    <a:pt x="240" y="58"/>
                    <a:pt x="240" y="59"/>
                  </a:cubicBezTo>
                  <a:cubicBezTo>
                    <a:pt x="241" y="59"/>
                    <a:pt x="241" y="61"/>
                    <a:pt x="242" y="62"/>
                  </a:cubicBezTo>
                  <a:cubicBezTo>
                    <a:pt x="243" y="62"/>
                    <a:pt x="244" y="61"/>
                    <a:pt x="245" y="61"/>
                  </a:cubicBezTo>
                  <a:cubicBezTo>
                    <a:pt x="246" y="60"/>
                    <a:pt x="247" y="57"/>
                    <a:pt x="248" y="56"/>
                  </a:cubicBezTo>
                  <a:cubicBezTo>
                    <a:pt x="248" y="56"/>
                    <a:pt x="249" y="56"/>
                    <a:pt x="250" y="56"/>
                  </a:cubicBezTo>
                  <a:cubicBezTo>
                    <a:pt x="251" y="56"/>
                    <a:pt x="253" y="58"/>
                    <a:pt x="253" y="59"/>
                  </a:cubicBezTo>
                  <a:cubicBezTo>
                    <a:pt x="253" y="60"/>
                    <a:pt x="253" y="62"/>
                    <a:pt x="253" y="63"/>
                  </a:cubicBezTo>
                  <a:cubicBezTo>
                    <a:pt x="253" y="64"/>
                    <a:pt x="252" y="66"/>
                    <a:pt x="251" y="67"/>
                  </a:cubicBezTo>
                  <a:cubicBezTo>
                    <a:pt x="250" y="69"/>
                    <a:pt x="248" y="71"/>
                    <a:pt x="246" y="72"/>
                  </a:cubicBezTo>
                  <a:cubicBezTo>
                    <a:pt x="245" y="73"/>
                    <a:pt x="243" y="76"/>
                    <a:pt x="242" y="77"/>
                  </a:cubicBezTo>
                  <a:cubicBezTo>
                    <a:pt x="242" y="78"/>
                    <a:pt x="242" y="81"/>
                    <a:pt x="242" y="82"/>
                  </a:cubicBezTo>
                  <a:cubicBezTo>
                    <a:pt x="242" y="84"/>
                    <a:pt x="241" y="88"/>
                    <a:pt x="240" y="89"/>
                  </a:cubicBezTo>
                  <a:cubicBezTo>
                    <a:pt x="239" y="91"/>
                    <a:pt x="236" y="92"/>
                    <a:pt x="235" y="94"/>
                  </a:cubicBezTo>
                  <a:cubicBezTo>
                    <a:pt x="234" y="95"/>
                    <a:pt x="231" y="98"/>
                    <a:pt x="230" y="99"/>
                  </a:cubicBezTo>
                  <a:cubicBezTo>
                    <a:pt x="230" y="101"/>
                    <a:pt x="228" y="103"/>
                    <a:pt x="228" y="104"/>
                  </a:cubicBezTo>
                  <a:cubicBezTo>
                    <a:pt x="227" y="106"/>
                    <a:pt x="225" y="110"/>
                    <a:pt x="225" y="111"/>
                  </a:cubicBezTo>
                  <a:cubicBezTo>
                    <a:pt x="224" y="113"/>
                    <a:pt x="224" y="116"/>
                    <a:pt x="223" y="117"/>
                  </a:cubicBezTo>
                  <a:cubicBezTo>
                    <a:pt x="223" y="118"/>
                    <a:pt x="221" y="120"/>
                    <a:pt x="220" y="121"/>
                  </a:cubicBezTo>
                  <a:cubicBezTo>
                    <a:pt x="219" y="122"/>
                    <a:pt x="218" y="123"/>
                    <a:pt x="217" y="124"/>
                  </a:cubicBezTo>
                  <a:cubicBezTo>
                    <a:pt x="217" y="124"/>
                    <a:pt x="216" y="126"/>
                    <a:pt x="216" y="127"/>
                  </a:cubicBezTo>
                  <a:cubicBezTo>
                    <a:pt x="217" y="127"/>
                    <a:pt x="217" y="129"/>
                    <a:pt x="218" y="129"/>
                  </a:cubicBezTo>
                  <a:cubicBezTo>
                    <a:pt x="218" y="129"/>
                    <a:pt x="220" y="128"/>
                    <a:pt x="221" y="128"/>
                  </a:cubicBezTo>
                  <a:cubicBezTo>
                    <a:pt x="221" y="128"/>
                    <a:pt x="222" y="126"/>
                    <a:pt x="223" y="126"/>
                  </a:cubicBezTo>
                  <a:cubicBezTo>
                    <a:pt x="224" y="126"/>
                    <a:pt x="226" y="126"/>
                    <a:pt x="226" y="127"/>
                  </a:cubicBezTo>
                  <a:cubicBezTo>
                    <a:pt x="226" y="128"/>
                    <a:pt x="226" y="130"/>
                    <a:pt x="226" y="130"/>
                  </a:cubicBezTo>
                  <a:cubicBezTo>
                    <a:pt x="225" y="131"/>
                    <a:pt x="224" y="133"/>
                    <a:pt x="224" y="134"/>
                  </a:cubicBezTo>
                  <a:cubicBezTo>
                    <a:pt x="224" y="135"/>
                    <a:pt x="225" y="137"/>
                    <a:pt x="225" y="138"/>
                  </a:cubicBezTo>
                  <a:cubicBezTo>
                    <a:pt x="226" y="139"/>
                    <a:pt x="226" y="141"/>
                    <a:pt x="226" y="142"/>
                  </a:cubicBezTo>
                  <a:cubicBezTo>
                    <a:pt x="226" y="143"/>
                    <a:pt x="225" y="145"/>
                    <a:pt x="224" y="146"/>
                  </a:cubicBezTo>
                  <a:cubicBezTo>
                    <a:pt x="223" y="147"/>
                    <a:pt x="221" y="147"/>
                    <a:pt x="220" y="148"/>
                  </a:cubicBezTo>
                  <a:cubicBezTo>
                    <a:pt x="219" y="149"/>
                    <a:pt x="220" y="151"/>
                    <a:pt x="219" y="152"/>
                  </a:cubicBezTo>
                  <a:cubicBezTo>
                    <a:pt x="219" y="154"/>
                    <a:pt x="219" y="156"/>
                    <a:pt x="219" y="157"/>
                  </a:cubicBezTo>
                  <a:cubicBezTo>
                    <a:pt x="220" y="159"/>
                    <a:pt x="222" y="160"/>
                    <a:pt x="223" y="160"/>
                  </a:cubicBezTo>
                  <a:cubicBezTo>
                    <a:pt x="223" y="161"/>
                    <a:pt x="225" y="161"/>
                    <a:pt x="225" y="161"/>
                  </a:cubicBezTo>
                  <a:cubicBezTo>
                    <a:pt x="226" y="162"/>
                    <a:pt x="225" y="163"/>
                    <a:pt x="224" y="164"/>
                  </a:cubicBezTo>
                  <a:cubicBezTo>
                    <a:pt x="224" y="165"/>
                    <a:pt x="221" y="168"/>
                    <a:pt x="220" y="169"/>
                  </a:cubicBezTo>
                  <a:cubicBezTo>
                    <a:pt x="219" y="170"/>
                    <a:pt x="217" y="172"/>
                    <a:pt x="216" y="173"/>
                  </a:cubicBezTo>
                  <a:cubicBezTo>
                    <a:pt x="215" y="175"/>
                    <a:pt x="215" y="179"/>
                    <a:pt x="214" y="181"/>
                  </a:cubicBezTo>
                  <a:cubicBezTo>
                    <a:pt x="214" y="182"/>
                    <a:pt x="213" y="185"/>
                    <a:pt x="213" y="187"/>
                  </a:cubicBezTo>
                  <a:cubicBezTo>
                    <a:pt x="213" y="188"/>
                    <a:pt x="213" y="190"/>
                    <a:pt x="214" y="190"/>
                  </a:cubicBezTo>
                  <a:cubicBezTo>
                    <a:pt x="214" y="191"/>
                    <a:pt x="215" y="193"/>
                    <a:pt x="215" y="194"/>
                  </a:cubicBezTo>
                  <a:cubicBezTo>
                    <a:pt x="215" y="196"/>
                    <a:pt x="215" y="198"/>
                    <a:pt x="215" y="199"/>
                  </a:cubicBezTo>
                  <a:cubicBezTo>
                    <a:pt x="215" y="200"/>
                    <a:pt x="217" y="203"/>
                    <a:pt x="218" y="203"/>
                  </a:cubicBezTo>
                  <a:cubicBezTo>
                    <a:pt x="218" y="204"/>
                    <a:pt x="221" y="204"/>
                    <a:pt x="221" y="203"/>
                  </a:cubicBezTo>
                  <a:cubicBezTo>
                    <a:pt x="222" y="203"/>
                    <a:pt x="223" y="200"/>
                    <a:pt x="223" y="199"/>
                  </a:cubicBezTo>
                  <a:cubicBezTo>
                    <a:pt x="223" y="198"/>
                    <a:pt x="219" y="195"/>
                    <a:pt x="220" y="194"/>
                  </a:cubicBezTo>
                  <a:cubicBezTo>
                    <a:pt x="220" y="193"/>
                    <a:pt x="223" y="192"/>
                    <a:pt x="225" y="193"/>
                  </a:cubicBezTo>
                  <a:cubicBezTo>
                    <a:pt x="225" y="193"/>
                    <a:pt x="226" y="194"/>
                    <a:pt x="226" y="195"/>
                  </a:cubicBezTo>
                  <a:cubicBezTo>
                    <a:pt x="226" y="196"/>
                    <a:pt x="225" y="198"/>
                    <a:pt x="226" y="199"/>
                  </a:cubicBezTo>
                  <a:cubicBezTo>
                    <a:pt x="226" y="200"/>
                    <a:pt x="227" y="201"/>
                    <a:pt x="228" y="201"/>
                  </a:cubicBezTo>
                  <a:cubicBezTo>
                    <a:pt x="229" y="201"/>
                    <a:pt x="231" y="198"/>
                    <a:pt x="232" y="197"/>
                  </a:cubicBezTo>
                  <a:cubicBezTo>
                    <a:pt x="233" y="196"/>
                    <a:pt x="235" y="194"/>
                    <a:pt x="236" y="192"/>
                  </a:cubicBezTo>
                  <a:cubicBezTo>
                    <a:pt x="237" y="190"/>
                    <a:pt x="235" y="185"/>
                    <a:pt x="236" y="182"/>
                  </a:cubicBezTo>
                  <a:cubicBezTo>
                    <a:pt x="236" y="181"/>
                    <a:pt x="238" y="179"/>
                    <a:pt x="239" y="178"/>
                  </a:cubicBezTo>
                  <a:cubicBezTo>
                    <a:pt x="239" y="176"/>
                    <a:pt x="239" y="173"/>
                    <a:pt x="240" y="171"/>
                  </a:cubicBezTo>
                  <a:cubicBezTo>
                    <a:pt x="241" y="170"/>
                    <a:pt x="243" y="167"/>
                    <a:pt x="244" y="165"/>
                  </a:cubicBezTo>
                  <a:cubicBezTo>
                    <a:pt x="244" y="165"/>
                    <a:pt x="243" y="163"/>
                    <a:pt x="243" y="162"/>
                  </a:cubicBezTo>
                  <a:cubicBezTo>
                    <a:pt x="242" y="161"/>
                    <a:pt x="240" y="159"/>
                    <a:pt x="240" y="158"/>
                  </a:cubicBezTo>
                  <a:cubicBezTo>
                    <a:pt x="240" y="156"/>
                    <a:pt x="240" y="153"/>
                    <a:pt x="241" y="151"/>
                  </a:cubicBezTo>
                  <a:cubicBezTo>
                    <a:pt x="241" y="149"/>
                    <a:pt x="243" y="146"/>
                    <a:pt x="244" y="144"/>
                  </a:cubicBezTo>
                  <a:cubicBezTo>
                    <a:pt x="245" y="141"/>
                    <a:pt x="247" y="136"/>
                    <a:pt x="248" y="134"/>
                  </a:cubicBezTo>
                  <a:cubicBezTo>
                    <a:pt x="250" y="131"/>
                    <a:pt x="252" y="125"/>
                    <a:pt x="254" y="122"/>
                  </a:cubicBezTo>
                  <a:cubicBezTo>
                    <a:pt x="255" y="120"/>
                    <a:pt x="258" y="114"/>
                    <a:pt x="259" y="112"/>
                  </a:cubicBezTo>
                  <a:cubicBezTo>
                    <a:pt x="260" y="110"/>
                    <a:pt x="263" y="106"/>
                    <a:pt x="263" y="104"/>
                  </a:cubicBezTo>
                  <a:cubicBezTo>
                    <a:pt x="264" y="101"/>
                    <a:pt x="263" y="97"/>
                    <a:pt x="264" y="95"/>
                  </a:cubicBezTo>
                  <a:cubicBezTo>
                    <a:pt x="264" y="93"/>
                    <a:pt x="264" y="88"/>
                    <a:pt x="265" y="87"/>
                  </a:cubicBezTo>
                  <a:cubicBezTo>
                    <a:pt x="265" y="85"/>
                    <a:pt x="269" y="85"/>
                    <a:pt x="270" y="83"/>
                  </a:cubicBezTo>
                  <a:cubicBezTo>
                    <a:pt x="271" y="82"/>
                    <a:pt x="272" y="77"/>
                    <a:pt x="273" y="75"/>
                  </a:cubicBezTo>
                  <a:cubicBezTo>
                    <a:pt x="274" y="73"/>
                    <a:pt x="274" y="68"/>
                    <a:pt x="275" y="66"/>
                  </a:cubicBezTo>
                  <a:cubicBezTo>
                    <a:pt x="276" y="63"/>
                    <a:pt x="277" y="56"/>
                    <a:pt x="279" y="53"/>
                  </a:cubicBezTo>
                  <a:cubicBezTo>
                    <a:pt x="280" y="50"/>
                    <a:pt x="283" y="44"/>
                    <a:pt x="285" y="41"/>
                  </a:cubicBezTo>
                  <a:cubicBezTo>
                    <a:pt x="286" y="40"/>
                    <a:pt x="288" y="38"/>
                    <a:pt x="289" y="37"/>
                  </a:cubicBezTo>
                  <a:cubicBezTo>
                    <a:pt x="291" y="37"/>
                    <a:pt x="295" y="37"/>
                    <a:pt x="296" y="38"/>
                  </a:cubicBezTo>
                  <a:cubicBezTo>
                    <a:pt x="297" y="39"/>
                    <a:pt x="297" y="42"/>
                    <a:pt x="297" y="43"/>
                  </a:cubicBezTo>
                  <a:cubicBezTo>
                    <a:pt x="297" y="45"/>
                    <a:pt x="297" y="48"/>
                    <a:pt x="297" y="49"/>
                  </a:cubicBezTo>
                  <a:cubicBezTo>
                    <a:pt x="297" y="51"/>
                    <a:pt x="296" y="53"/>
                    <a:pt x="296" y="54"/>
                  </a:cubicBezTo>
                  <a:cubicBezTo>
                    <a:pt x="296" y="55"/>
                    <a:pt x="296" y="57"/>
                    <a:pt x="297" y="58"/>
                  </a:cubicBezTo>
                  <a:cubicBezTo>
                    <a:pt x="298" y="59"/>
                    <a:pt x="301" y="60"/>
                    <a:pt x="302" y="61"/>
                  </a:cubicBezTo>
                  <a:cubicBezTo>
                    <a:pt x="303" y="63"/>
                    <a:pt x="302" y="68"/>
                    <a:pt x="302" y="70"/>
                  </a:cubicBezTo>
                  <a:cubicBezTo>
                    <a:pt x="302" y="73"/>
                    <a:pt x="300" y="77"/>
                    <a:pt x="298" y="79"/>
                  </a:cubicBezTo>
                  <a:cubicBezTo>
                    <a:pt x="298" y="80"/>
                    <a:pt x="296" y="82"/>
                    <a:pt x="295" y="83"/>
                  </a:cubicBezTo>
                  <a:cubicBezTo>
                    <a:pt x="294" y="84"/>
                    <a:pt x="292" y="84"/>
                    <a:pt x="291" y="85"/>
                  </a:cubicBezTo>
                  <a:cubicBezTo>
                    <a:pt x="290" y="86"/>
                    <a:pt x="287" y="88"/>
                    <a:pt x="286" y="89"/>
                  </a:cubicBezTo>
                  <a:cubicBezTo>
                    <a:pt x="286" y="89"/>
                    <a:pt x="284" y="91"/>
                    <a:pt x="284" y="92"/>
                  </a:cubicBezTo>
                  <a:cubicBezTo>
                    <a:pt x="284" y="93"/>
                    <a:pt x="286" y="94"/>
                    <a:pt x="287" y="94"/>
                  </a:cubicBezTo>
                  <a:cubicBezTo>
                    <a:pt x="288" y="94"/>
                    <a:pt x="289" y="93"/>
                    <a:pt x="290" y="93"/>
                  </a:cubicBezTo>
                  <a:cubicBezTo>
                    <a:pt x="291" y="92"/>
                    <a:pt x="292" y="91"/>
                    <a:pt x="293" y="90"/>
                  </a:cubicBezTo>
                  <a:cubicBezTo>
                    <a:pt x="294" y="90"/>
                    <a:pt x="296" y="91"/>
                    <a:pt x="297" y="91"/>
                  </a:cubicBezTo>
                  <a:cubicBezTo>
                    <a:pt x="298" y="91"/>
                    <a:pt x="299" y="93"/>
                    <a:pt x="300" y="93"/>
                  </a:cubicBezTo>
                  <a:cubicBezTo>
                    <a:pt x="301" y="95"/>
                    <a:pt x="301" y="97"/>
                    <a:pt x="302" y="98"/>
                  </a:cubicBezTo>
                  <a:cubicBezTo>
                    <a:pt x="302" y="100"/>
                    <a:pt x="301" y="103"/>
                    <a:pt x="301" y="104"/>
                  </a:cubicBezTo>
                  <a:cubicBezTo>
                    <a:pt x="301" y="107"/>
                    <a:pt x="300" y="111"/>
                    <a:pt x="300" y="113"/>
                  </a:cubicBezTo>
                  <a:cubicBezTo>
                    <a:pt x="301" y="115"/>
                    <a:pt x="302" y="119"/>
                    <a:pt x="302" y="121"/>
                  </a:cubicBezTo>
                  <a:cubicBezTo>
                    <a:pt x="301" y="123"/>
                    <a:pt x="300" y="127"/>
                    <a:pt x="299" y="128"/>
                  </a:cubicBezTo>
                  <a:cubicBezTo>
                    <a:pt x="299" y="130"/>
                    <a:pt x="299" y="134"/>
                    <a:pt x="299" y="135"/>
                  </a:cubicBezTo>
                  <a:cubicBezTo>
                    <a:pt x="299" y="136"/>
                    <a:pt x="299" y="138"/>
                    <a:pt x="300" y="139"/>
                  </a:cubicBezTo>
                  <a:cubicBezTo>
                    <a:pt x="301" y="140"/>
                    <a:pt x="304" y="138"/>
                    <a:pt x="305" y="138"/>
                  </a:cubicBezTo>
                  <a:cubicBezTo>
                    <a:pt x="306" y="137"/>
                    <a:pt x="306" y="135"/>
                    <a:pt x="306" y="134"/>
                  </a:cubicBezTo>
                  <a:cubicBezTo>
                    <a:pt x="307" y="133"/>
                    <a:pt x="310" y="131"/>
                    <a:pt x="311" y="130"/>
                  </a:cubicBezTo>
                  <a:cubicBezTo>
                    <a:pt x="311" y="129"/>
                    <a:pt x="312" y="127"/>
                    <a:pt x="313" y="126"/>
                  </a:cubicBezTo>
                  <a:cubicBezTo>
                    <a:pt x="313" y="124"/>
                    <a:pt x="312" y="121"/>
                    <a:pt x="313" y="120"/>
                  </a:cubicBezTo>
                  <a:cubicBezTo>
                    <a:pt x="313" y="119"/>
                    <a:pt x="315" y="117"/>
                    <a:pt x="316" y="117"/>
                  </a:cubicBezTo>
                  <a:cubicBezTo>
                    <a:pt x="318" y="116"/>
                    <a:pt x="320" y="117"/>
                    <a:pt x="321" y="118"/>
                  </a:cubicBezTo>
                  <a:cubicBezTo>
                    <a:pt x="322" y="119"/>
                    <a:pt x="323" y="121"/>
                    <a:pt x="324" y="121"/>
                  </a:cubicBezTo>
                  <a:cubicBezTo>
                    <a:pt x="325" y="121"/>
                    <a:pt x="326" y="120"/>
                    <a:pt x="327" y="120"/>
                  </a:cubicBezTo>
                  <a:cubicBezTo>
                    <a:pt x="328" y="118"/>
                    <a:pt x="328" y="115"/>
                    <a:pt x="328" y="114"/>
                  </a:cubicBezTo>
                  <a:cubicBezTo>
                    <a:pt x="327" y="113"/>
                    <a:pt x="325" y="112"/>
                    <a:pt x="324" y="111"/>
                  </a:cubicBezTo>
                  <a:cubicBezTo>
                    <a:pt x="323" y="109"/>
                    <a:pt x="322" y="107"/>
                    <a:pt x="322" y="105"/>
                  </a:cubicBezTo>
                  <a:cubicBezTo>
                    <a:pt x="322" y="103"/>
                    <a:pt x="322" y="99"/>
                    <a:pt x="323" y="97"/>
                  </a:cubicBezTo>
                  <a:cubicBezTo>
                    <a:pt x="324" y="96"/>
                    <a:pt x="326" y="95"/>
                    <a:pt x="327" y="95"/>
                  </a:cubicBezTo>
                  <a:cubicBezTo>
                    <a:pt x="328" y="95"/>
                    <a:pt x="329" y="96"/>
                    <a:pt x="330" y="96"/>
                  </a:cubicBezTo>
                  <a:cubicBezTo>
                    <a:pt x="331" y="96"/>
                    <a:pt x="334" y="97"/>
                    <a:pt x="335" y="96"/>
                  </a:cubicBezTo>
                  <a:cubicBezTo>
                    <a:pt x="336" y="96"/>
                    <a:pt x="336" y="94"/>
                    <a:pt x="336" y="93"/>
                  </a:cubicBezTo>
                  <a:cubicBezTo>
                    <a:pt x="335" y="92"/>
                    <a:pt x="334" y="91"/>
                    <a:pt x="333" y="90"/>
                  </a:cubicBezTo>
                  <a:cubicBezTo>
                    <a:pt x="332" y="89"/>
                    <a:pt x="329" y="89"/>
                    <a:pt x="328" y="88"/>
                  </a:cubicBezTo>
                  <a:cubicBezTo>
                    <a:pt x="327" y="87"/>
                    <a:pt x="326" y="86"/>
                    <a:pt x="326" y="86"/>
                  </a:cubicBezTo>
                  <a:cubicBezTo>
                    <a:pt x="326" y="84"/>
                    <a:pt x="327" y="82"/>
                    <a:pt x="327" y="80"/>
                  </a:cubicBezTo>
                  <a:cubicBezTo>
                    <a:pt x="327" y="79"/>
                    <a:pt x="325" y="78"/>
                    <a:pt x="325" y="77"/>
                  </a:cubicBezTo>
                  <a:cubicBezTo>
                    <a:pt x="325" y="75"/>
                    <a:pt x="326" y="73"/>
                    <a:pt x="326" y="72"/>
                  </a:cubicBezTo>
                  <a:cubicBezTo>
                    <a:pt x="327" y="71"/>
                    <a:pt x="329" y="69"/>
                    <a:pt x="330" y="69"/>
                  </a:cubicBezTo>
                  <a:cubicBezTo>
                    <a:pt x="331" y="68"/>
                    <a:pt x="332" y="68"/>
                    <a:pt x="333" y="67"/>
                  </a:cubicBezTo>
                  <a:cubicBezTo>
                    <a:pt x="334" y="67"/>
                    <a:pt x="335" y="67"/>
                    <a:pt x="335" y="66"/>
                  </a:cubicBezTo>
                  <a:cubicBezTo>
                    <a:pt x="336" y="65"/>
                    <a:pt x="335" y="62"/>
                    <a:pt x="335" y="61"/>
                  </a:cubicBezTo>
                  <a:cubicBezTo>
                    <a:pt x="335" y="60"/>
                    <a:pt x="332" y="58"/>
                    <a:pt x="332" y="57"/>
                  </a:cubicBezTo>
                  <a:cubicBezTo>
                    <a:pt x="333" y="56"/>
                    <a:pt x="334" y="55"/>
                    <a:pt x="335" y="55"/>
                  </a:cubicBezTo>
                  <a:cubicBezTo>
                    <a:pt x="336" y="54"/>
                    <a:pt x="337" y="55"/>
                    <a:pt x="338" y="55"/>
                  </a:cubicBezTo>
                  <a:cubicBezTo>
                    <a:pt x="339" y="55"/>
                    <a:pt x="341" y="57"/>
                    <a:pt x="342" y="56"/>
                  </a:cubicBezTo>
                  <a:cubicBezTo>
                    <a:pt x="343" y="56"/>
                    <a:pt x="344" y="54"/>
                    <a:pt x="344" y="53"/>
                  </a:cubicBezTo>
                  <a:cubicBezTo>
                    <a:pt x="344" y="51"/>
                    <a:pt x="344" y="48"/>
                    <a:pt x="343" y="46"/>
                  </a:cubicBezTo>
                  <a:cubicBezTo>
                    <a:pt x="342" y="45"/>
                    <a:pt x="340" y="43"/>
                    <a:pt x="338" y="42"/>
                  </a:cubicBezTo>
                  <a:cubicBezTo>
                    <a:pt x="337" y="42"/>
                    <a:pt x="335" y="41"/>
                    <a:pt x="334" y="41"/>
                  </a:cubicBezTo>
                  <a:cubicBezTo>
                    <a:pt x="333" y="41"/>
                    <a:pt x="331" y="44"/>
                    <a:pt x="329" y="44"/>
                  </a:cubicBezTo>
                  <a:cubicBezTo>
                    <a:pt x="328" y="45"/>
                    <a:pt x="326" y="44"/>
                    <a:pt x="325" y="44"/>
                  </a:cubicBezTo>
                  <a:cubicBezTo>
                    <a:pt x="323" y="43"/>
                    <a:pt x="321" y="41"/>
                    <a:pt x="320" y="40"/>
                  </a:cubicBezTo>
                  <a:cubicBezTo>
                    <a:pt x="320" y="39"/>
                    <a:pt x="320" y="36"/>
                    <a:pt x="320" y="35"/>
                  </a:cubicBezTo>
                  <a:cubicBezTo>
                    <a:pt x="321" y="34"/>
                    <a:pt x="322" y="33"/>
                    <a:pt x="323" y="33"/>
                  </a:cubicBezTo>
                  <a:cubicBezTo>
                    <a:pt x="324" y="32"/>
                    <a:pt x="325" y="33"/>
                    <a:pt x="326" y="33"/>
                  </a:cubicBezTo>
                  <a:cubicBezTo>
                    <a:pt x="327" y="33"/>
                    <a:pt x="330" y="33"/>
                    <a:pt x="330" y="32"/>
                  </a:cubicBezTo>
                  <a:cubicBezTo>
                    <a:pt x="331" y="31"/>
                    <a:pt x="330" y="30"/>
                    <a:pt x="330" y="29"/>
                  </a:cubicBezTo>
                  <a:cubicBezTo>
                    <a:pt x="329" y="28"/>
                    <a:pt x="327" y="28"/>
                    <a:pt x="326" y="27"/>
                  </a:cubicBezTo>
                  <a:cubicBezTo>
                    <a:pt x="325" y="26"/>
                    <a:pt x="324" y="24"/>
                    <a:pt x="324" y="23"/>
                  </a:cubicBezTo>
                  <a:cubicBezTo>
                    <a:pt x="323" y="22"/>
                    <a:pt x="324" y="20"/>
                    <a:pt x="325" y="19"/>
                  </a:cubicBezTo>
                  <a:cubicBezTo>
                    <a:pt x="326" y="19"/>
                    <a:pt x="328" y="19"/>
                    <a:pt x="328" y="19"/>
                  </a:cubicBezTo>
                  <a:cubicBezTo>
                    <a:pt x="329" y="20"/>
                    <a:pt x="330" y="21"/>
                    <a:pt x="331" y="22"/>
                  </a:cubicBezTo>
                  <a:cubicBezTo>
                    <a:pt x="332" y="22"/>
                    <a:pt x="334" y="21"/>
                    <a:pt x="335" y="21"/>
                  </a:cubicBezTo>
                  <a:cubicBezTo>
                    <a:pt x="336" y="22"/>
                    <a:pt x="337" y="23"/>
                    <a:pt x="337" y="23"/>
                  </a:cubicBezTo>
                  <a:cubicBezTo>
                    <a:pt x="337" y="24"/>
                    <a:pt x="337" y="26"/>
                    <a:pt x="338" y="27"/>
                  </a:cubicBezTo>
                  <a:cubicBezTo>
                    <a:pt x="338" y="27"/>
                    <a:pt x="340" y="28"/>
                    <a:pt x="340" y="27"/>
                  </a:cubicBezTo>
                  <a:cubicBezTo>
                    <a:pt x="341" y="27"/>
                    <a:pt x="341" y="24"/>
                    <a:pt x="341" y="23"/>
                  </a:cubicBezTo>
                  <a:cubicBezTo>
                    <a:pt x="341" y="22"/>
                    <a:pt x="341" y="19"/>
                    <a:pt x="340" y="18"/>
                  </a:cubicBezTo>
                  <a:cubicBezTo>
                    <a:pt x="340" y="17"/>
                    <a:pt x="338" y="15"/>
                    <a:pt x="338" y="14"/>
                  </a:cubicBezTo>
                  <a:cubicBezTo>
                    <a:pt x="337" y="12"/>
                    <a:pt x="337" y="9"/>
                    <a:pt x="338" y="8"/>
                  </a:cubicBezTo>
                  <a:cubicBezTo>
                    <a:pt x="338" y="7"/>
                    <a:pt x="341" y="5"/>
                    <a:pt x="342" y="4"/>
                  </a:cubicBezTo>
                  <a:cubicBezTo>
                    <a:pt x="343" y="3"/>
                    <a:pt x="344" y="0"/>
                    <a:pt x="346" y="0"/>
                  </a:cubicBezTo>
                  <a:cubicBezTo>
                    <a:pt x="347" y="0"/>
                    <a:pt x="348" y="2"/>
                    <a:pt x="348" y="3"/>
                  </a:cubicBezTo>
                  <a:cubicBezTo>
                    <a:pt x="349" y="4"/>
                    <a:pt x="347" y="7"/>
                    <a:pt x="348" y="8"/>
                  </a:cubicBezTo>
                  <a:cubicBezTo>
                    <a:pt x="348" y="9"/>
                    <a:pt x="351" y="10"/>
                    <a:pt x="352" y="10"/>
                  </a:cubicBezTo>
                  <a:cubicBezTo>
                    <a:pt x="353" y="11"/>
                    <a:pt x="356" y="11"/>
                    <a:pt x="357" y="11"/>
                  </a:cubicBezTo>
                  <a:cubicBezTo>
                    <a:pt x="359" y="11"/>
                    <a:pt x="361" y="10"/>
                    <a:pt x="362" y="9"/>
                  </a:cubicBezTo>
                  <a:cubicBezTo>
                    <a:pt x="363" y="8"/>
                    <a:pt x="362" y="5"/>
                    <a:pt x="363" y="5"/>
                  </a:cubicBezTo>
                  <a:cubicBezTo>
                    <a:pt x="364" y="4"/>
                    <a:pt x="366" y="5"/>
                    <a:pt x="367" y="5"/>
                  </a:cubicBezTo>
                  <a:cubicBezTo>
                    <a:pt x="367" y="6"/>
                    <a:pt x="367" y="8"/>
                    <a:pt x="368" y="8"/>
                  </a:cubicBezTo>
                  <a:cubicBezTo>
                    <a:pt x="369" y="8"/>
                    <a:pt x="371" y="7"/>
                    <a:pt x="372" y="6"/>
                  </a:cubicBezTo>
                  <a:cubicBezTo>
                    <a:pt x="372" y="5"/>
                    <a:pt x="371" y="3"/>
                    <a:pt x="372" y="2"/>
                  </a:cubicBezTo>
                  <a:cubicBezTo>
                    <a:pt x="373" y="1"/>
                    <a:pt x="375" y="0"/>
                    <a:pt x="376" y="0"/>
                  </a:cubicBezTo>
                  <a:cubicBezTo>
                    <a:pt x="378" y="1"/>
                    <a:pt x="378" y="5"/>
                    <a:pt x="379" y="7"/>
                  </a:cubicBezTo>
                  <a:cubicBezTo>
                    <a:pt x="379" y="8"/>
                    <a:pt x="378" y="10"/>
                    <a:pt x="378" y="12"/>
                  </a:cubicBezTo>
                  <a:cubicBezTo>
                    <a:pt x="378" y="13"/>
                    <a:pt x="378" y="16"/>
                    <a:pt x="379" y="17"/>
                  </a:cubicBezTo>
                  <a:cubicBezTo>
                    <a:pt x="380" y="17"/>
                    <a:pt x="382" y="18"/>
                    <a:pt x="382" y="17"/>
                  </a:cubicBezTo>
                  <a:cubicBezTo>
                    <a:pt x="383" y="17"/>
                    <a:pt x="384" y="15"/>
                    <a:pt x="384" y="14"/>
                  </a:cubicBezTo>
                  <a:cubicBezTo>
                    <a:pt x="385" y="13"/>
                    <a:pt x="388" y="13"/>
                    <a:pt x="390" y="13"/>
                  </a:cubicBezTo>
                  <a:cubicBezTo>
                    <a:pt x="391" y="13"/>
                    <a:pt x="395" y="13"/>
                    <a:pt x="396" y="14"/>
                  </a:cubicBezTo>
                  <a:cubicBezTo>
                    <a:pt x="397" y="15"/>
                    <a:pt x="397" y="17"/>
                    <a:pt x="397" y="17"/>
                  </a:cubicBezTo>
                  <a:cubicBezTo>
                    <a:pt x="398" y="19"/>
                    <a:pt x="398" y="23"/>
                    <a:pt x="398" y="25"/>
                  </a:cubicBezTo>
                  <a:cubicBezTo>
                    <a:pt x="397" y="27"/>
                    <a:pt x="396" y="30"/>
                    <a:pt x="395" y="32"/>
                  </a:cubicBezTo>
                  <a:cubicBezTo>
                    <a:pt x="394" y="33"/>
                    <a:pt x="393" y="34"/>
                    <a:pt x="393" y="35"/>
                  </a:cubicBezTo>
                  <a:cubicBezTo>
                    <a:pt x="392" y="36"/>
                    <a:pt x="393" y="39"/>
                    <a:pt x="392" y="40"/>
                  </a:cubicBezTo>
                  <a:cubicBezTo>
                    <a:pt x="392" y="41"/>
                    <a:pt x="390" y="43"/>
                    <a:pt x="389" y="44"/>
                  </a:cubicBezTo>
                  <a:cubicBezTo>
                    <a:pt x="388" y="45"/>
                    <a:pt x="385" y="46"/>
                    <a:pt x="385" y="48"/>
                  </a:cubicBezTo>
                  <a:cubicBezTo>
                    <a:pt x="384" y="49"/>
                    <a:pt x="385" y="51"/>
                    <a:pt x="384" y="51"/>
                  </a:cubicBezTo>
                  <a:cubicBezTo>
                    <a:pt x="383" y="52"/>
                    <a:pt x="381" y="53"/>
                    <a:pt x="380" y="53"/>
                  </a:cubicBezTo>
                  <a:cubicBezTo>
                    <a:pt x="378" y="53"/>
                    <a:pt x="375" y="52"/>
                    <a:pt x="374" y="52"/>
                  </a:cubicBezTo>
                  <a:cubicBezTo>
                    <a:pt x="372" y="52"/>
                    <a:pt x="370" y="52"/>
                    <a:pt x="368" y="52"/>
                  </a:cubicBezTo>
                  <a:cubicBezTo>
                    <a:pt x="367" y="53"/>
                    <a:pt x="366" y="55"/>
                    <a:pt x="365" y="55"/>
                  </a:cubicBezTo>
                  <a:cubicBezTo>
                    <a:pt x="364" y="56"/>
                    <a:pt x="362" y="57"/>
                    <a:pt x="362" y="57"/>
                  </a:cubicBezTo>
                  <a:cubicBezTo>
                    <a:pt x="361" y="58"/>
                    <a:pt x="360" y="60"/>
                    <a:pt x="361" y="61"/>
                  </a:cubicBezTo>
                  <a:cubicBezTo>
                    <a:pt x="362" y="62"/>
                    <a:pt x="367" y="62"/>
                    <a:pt x="368" y="61"/>
                  </a:cubicBezTo>
                  <a:cubicBezTo>
                    <a:pt x="369" y="61"/>
                    <a:pt x="370" y="60"/>
                    <a:pt x="371" y="60"/>
                  </a:cubicBezTo>
                  <a:cubicBezTo>
                    <a:pt x="372" y="60"/>
                    <a:pt x="374" y="60"/>
                    <a:pt x="375" y="60"/>
                  </a:cubicBezTo>
                  <a:cubicBezTo>
                    <a:pt x="376" y="61"/>
                    <a:pt x="378" y="61"/>
                    <a:pt x="378" y="62"/>
                  </a:cubicBezTo>
                  <a:cubicBezTo>
                    <a:pt x="379" y="63"/>
                    <a:pt x="379" y="65"/>
                    <a:pt x="379" y="66"/>
                  </a:cubicBezTo>
                  <a:cubicBezTo>
                    <a:pt x="378" y="67"/>
                    <a:pt x="376" y="69"/>
                    <a:pt x="375" y="71"/>
                  </a:cubicBezTo>
                  <a:cubicBezTo>
                    <a:pt x="374" y="72"/>
                    <a:pt x="372" y="75"/>
                    <a:pt x="371" y="76"/>
                  </a:cubicBezTo>
                  <a:cubicBezTo>
                    <a:pt x="370" y="77"/>
                    <a:pt x="368" y="78"/>
                    <a:pt x="367" y="79"/>
                  </a:cubicBezTo>
                  <a:cubicBezTo>
                    <a:pt x="366" y="80"/>
                    <a:pt x="363" y="81"/>
                    <a:pt x="363" y="82"/>
                  </a:cubicBezTo>
                  <a:cubicBezTo>
                    <a:pt x="362" y="83"/>
                    <a:pt x="361" y="85"/>
                    <a:pt x="361" y="86"/>
                  </a:cubicBezTo>
                  <a:cubicBezTo>
                    <a:pt x="361" y="86"/>
                    <a:pt x="363" y="87"/>
                    <a:pt x="364" y="87"/>
                  </a:cubicBezTo>
                  <a:cubicBezTo>
                    <a:pt x="365" y="87"/>
                    <a:pt x="367" y="87"/>
                    <a:pt x="368" y="86"/>
                  </a:cubicBezTo>
                  <a:cubicBezTo>
                    <a:pt x="369" y="86"/>
                    <a:pt x="371" y="83"/>
                    <a:pt x="372" y="82"/>
                  </a:cubicBezTo>
                  <a:cubicBezTo>
                    <a:pt x="373" y="81"/>
                    <a:pt x="376" y="78"/>
                    <a:pt x="378" y="77"/>
                  </a:cubicBezTo>
                  <a:cubicBezTo>
                    <a:pt x="379" y="76"/>
                    <a:pt x="381" y="75"/>
                    <a:pt x="382" y="74"/>
                  </a:cubicBezTo>
                  <a:cubicBezTo>
                    <a:pt x="384" y="73"/>
                    <a:pt x="385" y="71"/>
                    <a:pt x="386" y="69"/>
                  </a:cubicBezTo>
                  <a:cubicBezTo>
                    <a:pt x="387" y="68"/>
                    <a:pt x="386" y="65"/>
                    <a:pt x="387" y="64"/>
                  </a:cubicBezTo>
                  <a:cubicBezTo>
                    <a:pt x="388" y="64"/>
                    <a:pt x="389" y="63"/>
                    <a:pt x="390" y="63"/>
                  </a:cubicBezTo>
                  <a:cubicBezTo>
                    <a:pt x="391" y="64"/>
                    <a:pt x="391" y="66"/>
                    <a:pt x="391" y="67"/>
                  </a:cubicBezTo>
                  <a:cubicBezTo>
                    <a:pt x="391" y="68"/>
                    <a:pt x="392" y="70"/>
                    <a:pt x="392" y="72"/>
                  </a:cubicBezTo>
                  <a:cubicBezTo>
                    <a:pt x="392" y="73"/>
                    <a:pt x="391" y="77"/>
                    <a:pt x="391" y="78"/>
                  </a:cubicBezTo>
                  <a:cubicBezTo>
                    <a:pt x="390" y="80"/>
                    <a:pt x="388" y="84"/>
                    <a:pt x="387" y="85"/>
                  </a:cubicBezTo>
                  <a:cubicBezTo>
                    <a:pt x="386" y="88"/>
                    <a:pt x="385" y="92"/>
                    <a:pt x="383" y="94"/>
                  </a:cubicBezTo>
                  <a:cubicBezTo>
                    <a:pt x="383" y="96"/>
                    <a:pt x="380" y="98"/>
                    <a:pt x="379" y="99"/>
                  </a:cubicBezTo>
                  <a:cubicBezTo>
                    <a:pt x="378" y="100"/>
                    <a:pt x="375" y="101"/>
                    <a:pt x="374" y="102"/>
                  </a:cubicBezTo>
                  <a:cubicBezTo>
                    <a:pt x="374" y="103"/>
                    <a:pt x="373" y="105"/>
                    <a:pt x="374" y="106"/>
                  </a:cubicBezTo>
                  <a:cubicBezTo>
                    <a:pt x="374" y="107"/>
                    <a:pt x="375" y="109"/>
                    <a:pt x="376" y="109"/>
                  </a:cubicBezTo>
                  <a:cubicBezTo>
                    <a:pt x="377" y="110"/>
                    <a:pt x="379" y="109"/>
                    <a:pt x="380" y="109"/>
                  </a:cubicBezTo>
                  <a:cubicBezTo>
                    <a:pt x="381" y="108"/>
                    <a:pt x="383" y="106"/>
                    <a:pt x="384" y="105"/>
                  </a:cubicBezTo>
                  <a:cubicBezTo>
                    <a:pt x="384" y="104"/>
                    <a:pt x="385" y="101"/>
                    <a:pt x="386" y="100"/>
                  </a:cubicBezTo>
                  <a:cubicBezTo>
                    <a:pt x="386" y="100"/>
                    <a:pt x="387" y="101"/>
                    <a:pt x="387" y="101"/>
                  </a:cubicBezTo>
                  <a:cubicBezTo>
                    <a:pt x="388" y="102"/>
                    <a:pt x="388" y="103"/>
                    <a:pt x="388" y="104"/>
                  </a:cubicBezTo>
                  <a:cubicBezTo>
                    <a:pt x="388" y="105"/>
                    <a:pt x="388" y="106"/>
                    <a:pt x="389" y="107"/>
                  </a:cubicBezTo>
                  <a:cubicBezTo>
                    <a:pt x="389" y="107"/>
                    <a:pt x="392" y="107"/>
                    <a:pt x="392" y="106"/>
                  </a:cubicBezTo>
                  <a:cubicBezTo>
                    <a:pt x="393" y="105"/>
                    <a:pt x="392" y="102"/>
                    <a:pt x="392" y="101"/>
                  </a:cubicBezTo>
                  <a:cubicBezTo>
                    <a:pt x="393" y="100"/>
                    <a:pt x="394" y="98"/>
                    <a:pt x="395" y="98"/>
                  </a:cubicBezTo>
                  <a:cubicBezTo>
                    <a:pt x="395" y="98"/>
                    <a:pt x="396" y="99"/>
                    <a:pt x="397" y="100"/>
                  </a:cubicBezTo>
                  <a:cubicBezTo>
                    <a:pt x="397" y="100"/>
                    <a:pt x="397" y="103"/>
                    <a:pt x="397" y="104"/>
                  </a:cubicBezTo>
                  <a:cubicBezTo>
                    <a:pt x="397" y="105"/>
                    <a:pt x="397" y="107"/>
                    <a:pt x="397" y="109"/>
                  </a:cubicBezTo>
                  <a:cubicBezTo>
                    <a:pt x="397" y="109"/>
                    <a:pt x="397" y="111"/>
                    <a:pt x="397" y="112"/>
                  </a:cubicBezTo>
                  <a:cubicBezTo>
                    <a:pt x="398" y="113"/>
                    <a:pt x="398" y="115"/>
                    <a:pt x="399" y="115"/>
                  </a:cubicBezTo>
                  <a:cubicBezTo>
                    <a:pt x="400" y="116"/>
                    <a:pt x="401" y="115"/>
                    <a:pt x="402" y="114"/>
                  </a:cubicBezTo>
                  <a:cubicBezTo>
                    <a:pt x="402" y="114"/>
                    <a:pt x="403" y="111"/>
                    <a:pt x="403" y="110"/>
                  </a:cubicBezTo>
                  <a:cubicBezTo>
                    <a:pt x="403" y="109"/>
                    <a:pt x="402" y="107"/>
                    <a:pt x="402" y="106"/>
                  </a:cubicBezTo>
                  <a:cubicBezTo>
                    <a:pt x="402" y="105"/>
                    <a:pt x="403" y="103"/>
                    <a:pt x="404" y="102"/>
                  </a:cubicBezTo>
                  <a:cubicBezTo>
                    <a:pt x="404" y="101"/>
                    <a:pt x="406" y="101"/>
                    <a:pt x="407" y="101"/>
                  </a:cubicBezTo>
                  <a:cubicBezTo>
                    <a:pt x="407" y="101"/>
                    <a:pt x="408" y="103"/>
                    <a:pt x="409" y="104"/>
                  </a:cubicBezTo>
                  <a:cubicBezTo>
                    <a:pt x="410" y="104"/>
                    <a:pt x="411" y="104"/>
                    <a:pt x="411" y="104"/>
                  </a:cubicBezTo>
                  <a:cubicBezTo>
                    <a:pt x="412" y="103"/>
                    <a:pt x="412" y="100"/>
                    <a:pt x="412" y="99"/>
                  </a:cubicBezTo>
                  <a:cubicBezTo>
                    <a:pt x="412" y="98"/>
                    <a:pt x="410" y="95"/>
                    <a:pt x="409" y="94"/>
                  </a:cubicBezTo>
                  <a:cubicBezTo>
                    <a:pt x="408" y="93"/>
                    <a:pt x="406" y="93"/>
                    <a:pt x="405" y="92"/>
                  </a:cubicBezTo>
                  <a:cubicBezTo>
                    <a:pt x="404" y="92"/>
                    <a:pt x="403" y="90"/>
                    <a:pt x="402" y="89"/>
                  </a:cubicBezTo>
                  <a:cubicBezTo>
                    <a:pt x="402" y="88"/>
                    <a:pt x="402" y="85"/>
                    <a:pt x="402" y="84"/>
                  </a:cubicBezTo>
                  <a:cubicBezTo>
                    <a:pt x="403" y="82"/>
                    <a:pt x="405" y="80"/>
                    <a:pt x="405" y="78"/>
                  </a:cubicBezTo>
                  <a:cubicBezTo>
                    <a:pt x="405" y="76"/>
                    <a:pt x="404" y="72"/>
                    <a:pt x="405" y="71"/>
                  </a:cubicBezTo>
                  <a:cubicBezTo>
                    <a:pt x="405" y="69"/>
                    <a:pt x="407" y="67"/>
                    <a:pt x="407" y="65"/>
                  </a:cubicBezTo>
                  <a:cubicBezTo>
                    <a:pt x="407" y="64"/>
                    <a:pt x="407" y="61"/>
                    <a:pt x="407" y="60"/>
                  </a:cubicBezTo>
                  <a:cubicBezTo>
                    <a:pt x="407" y="59"/>
                    <a:pt x="405" y="57"/>
                    <a:pt x="405" y="56"/>
                  </a:cubicBezTo>
                  <a:cubicBezTo>
                    <a:pt x="405" y="55"/>
                    <a:pt x="405" y="53"/>
                    <a:pt x="406" y="52"/>
                  </a:cubicBezTo>
                  <a:cubicBezTo>
                    <a:pt x="406" y="50"/>
                    <a:pt x="409" y="49"/>
                    <a:pt x="410" y="48"/>
                  </a:cubicBezTo>
                  <a:cubicBezTo>
                    <a:pt x="411" y="47"/>
                    <a:pt x="412" y="43"/>
                    <a:pt x="412" y="41"/>
                  </a:cubicBezTo>
                  <a:cubicBezTo>
                    <a:pt x="413" y="39"/>
                    <a:pt x="411" y="36"/>
                    <a:pt x="411" y="35"/>
                  </a:cubicBezTo>
                  <a:cubicBezTo>
                    <a:pt x="412" y="33"/>
                    <a:pt x="414" y="30"/>
                    <a:pt x="415" y="29"/>
                  </a:cubicBezTo>
                  <a:cubicBezTo>
                    <a:pt x="416" y="28"/>
                    <a:pt x="419" y="27"/>
                    <a:pt x="421" y="26"/>
                  </a:cubicBezTo>
                  <a:cubicBezTo>
                    <a:pt x="423" y="26"/>
                    <a:pt x="427" y="26"/>
                    <a:pt x="429" y="26"/>
                  </a:cubicBezTo>
                  <a:cubicBezTo>
                    <a:pt x="431" y="27"/>
                    <a:pt x="433" y="29"/>
                    <a:pt x="434" y="29"/>
                  </a:cubicBezTo>
                  <a:cubicBezTo>
                    <a:pt x="435" y="29"/>
                    <a:pt x="437" y="29"/>
                    <a:pt x="438" y="29"/>
                  </a:cubicBezTo>
                  <a:cubicBezTo>
                    <a:pt x="439" y="29"/>
                    <a:pt x="441" y="30"/>
                    <a:pt x="441" y="31"/>
                  </a:cubicBezTo>
                  <a:cubicBezTo>
                    <a:pt x="442" y="32"/>
                    <a:pt x="443" y="34"/>
                    <a:pt x="443" y="35"/>
                  </a:cubicBezTo>
                  <a:cubicBezTo>
                    <a:pt x="444" y="36"/>
                    <a:pt x="446" y="37"/>
                    <a:pt x="447" y="38"/>
                  </a:cubicBezTo>
                  <a:cubicBezTo>
                    <a:pt x="448" y="38"/>
                    <a:pt x="451" y="39"/>
                    <a:pt x="452" y="40"/>
                  </a:cubicBezTo>
                  <a:cubicBezTo>
                    <a:pt x="453" y="41"/>
                    <a:pt x="452" y="43"/>
                    <a:pt x="452" y="44"/>
                  </a:cubicBezTo>
                  <a:cubicBezTo>
                    <a:pt x="451" y="45"/>
                    <a:pt x="450" y="47"/>
                    <a:pt x="449" y="48"/>
                  </a:cubicBezTo>
                  <a:cubicBezTo>
                    <a:pt x="449" y="49"/>
                    <a:pt x="448" y="53"/>
                    <a:pt x="448" y="54"/>
                  </a:cubicBezTo>
                  <a:cubicBezTo>
                    <a:pt x="448" y="55"/>
                    <a:pt x="449" y="58"/>
                    <a:pt x="449" y="59"/>
                  </a:cubicBezTo>
                  <a:cubicBezTo>
                    <a:pt x="450" y="59"/>
                    <a:pt x="453" y="61"/>
                    <a:pt x="454" y="60"/>
                  </a:cubicBezTo>
                  <a:cubicBezTo>
                    <a:pt x="455" y="60"/>
                    <a:pt x="454" y="56"/>
                    <a:pt x="455" y="55"/>
                  </a:cubicBezTo>
                  <a:cubicBezTo>
                    <a:pt x="456" y="54"/>
                    <a:pt x="459" y="52"/>
                    <a:pt x="460" y="52"/>
                  </a:cubicBezTo>
                  <a:cubicBezTo>
                    <a:pt x="461" y="51"/>
                    <a:pt x="463" y="50"/>
                    <a:pt x="464" y="49"/>
                  </a:cubicBezTo>
                  <a:cubicBezTo>
                    <a:pt x="465" y="48"/>
                    <a:pt x="466" y="45"/>
                    <a:pt x="467" y="44"/>
                  </a:cubicBezTo>
                  <a:cubicBezTo>
                    <a:pt x="468" y="43"/>
                    <a:pt x="469" y="42"/>
                    <a:pt x="470" y="42"/>
                  </a:cubicBezTo>
                  <a:cubicBezTo>
                    <a:pt x="471" y="42"/>
                    <a:pt x="473" y="43"/>
                    <a:pt x="474" y="44"/>
                  </a:cubicBezTo>
                  <a:cubicBezTo>
                    <a:pt x="474" y="45"/>
                    <a:pt x="475" y="48"/>
                    <a:pt x="475" y="49"/>
                  </a:cubicBezTo>
                  <a:cubicBezTo>
                    <a:pt x="475" y="50"/>
                    <a:pt x="475" y="52"/>
                    <a:pt x="475" y="53"/>
                  </a:cubicBezTo>
                  <a:cubicBezTo>
                    <a:pt x="475" y="54"/>
                    <a:pt x="473" y="56"/>
                    <a:pt x="473" y="56"/>
                  </a:cubicBezTo>
                  <a:cubicBezTo>
                    <a:pt x="473" y="57"/>
                    <a:pt x="473" y="60"/>
                    <a:pt x="473" y="61"/>
                  </a:cubicBezTo>
                  <a:cubicBezTo>
                    <a:pt x="474" y="61"/>
                    <a:pt x="475" y="63"/>
                    <a:pt x="476" y="63"/>
                  </a:cubicBezTo>
                  <a:cubicBezTo>
                    <a:pt x="477" y="63"/>
                    <a:pt x="481" y="62"/>
                    <a:pt x="482" y="60"/>
                  </a:cubicBezTo>
                  <a:cubicBezTo>
                    <a:pt x="483" y="59"/>
                    <a:pt x="482" y="55"/>
                    <a:pt x="482" y="54"/>
                  </a:cubicBezTo>
                  <a:cubicBezTo>
                    <a:pt x="483" y="52"/>
                    <a:pt x="484" y="50"/>
                    <a:pt x="485" y="49"/>
                  </a:cubicBezTo>
                  <a:cubicBezTo>
                    <a:pt x="486" y="48"/>
                    <a:pt x="488" y="45"/>
                    <a:pt x="490" y="45"/>
                  </a:cubicBezTo>
                  <a:cubicBezTo>
                    <a:pt x="491" y="44"/>
                    <a:pt x="494" y="43"/>
                    <a:pt x="496" y="44"/>
                  </a:cubicBezTo>
                  <a:cubicBezTo>
                    <a:pt x="496" y="44"/>
                    <a:pt x="498" y="45"/>
                    <a:pt x="499" y="46"/>
                  </a:cubicBezTo>
                  <a:cubicBezTo>
                    <a:pt x="499" y="47"/>
                    <a:pt x="497" y="49"/>
                    <a:pt x="497" y="50"/>
                  </a:cubicBezTo>
                  <a:cubicBezTo>
                    <a:pt x="497" y="51"/>
                    <a:pt x="498" y="53"/>
                    <a:pt x="499" y="54"/>
                  </a:cubicBezTo>
                  <a:cubicBezTo>
                    <a:pt x="499" y="54"/>
                    <a:pt x="501" y="55"/>
                    <a:pt x="501" y="55"/>
                  </a:cubicBezTo>
                  <a:cubicBezTo>
                    <a:pt x="503" y="55"/>
                    <a:pt x="506" y="54"/>
                    <a:pt x="507" y="55"/>
                  </a:cubicBezTo>
                  <a:cubicBezTo>
                    <a:pt x="508" y="55"/>
                    <a:pt x="509" y="56"/>
                    <a:pt x="509" y="56"/>
                  </a:cubicBezTo>
                  <a:cubicBezTo>
                    <a:pt x="510" y="57"/>
                    <a:pt x="510" y="60"/>
                    <a:pt x="510" y="61"/>
                  </a:cubicBezTo>
                  <a:cubicBezTo>
                    <a:pt x="510" y="62"/>
                    <a:pt x="509" y="65"/>
                    <a:pt x="508" y="66"/>
                  </a:cubicBezTo>
                  <a:cubicBezTo>
                    <a:pt x="507" y="67"/>
                    <a:pt x="505" y="68"/>
                    <a:pt x="504" y="69"/>
                  </a:cubicBezTo>
                  <a:cubicBezTo>
                    <a:pt x="503" y="69"/>
                    <a:pt x="501" y="70"/>
                    <a:pt x="501" y="70"/>
                  </a:cubicBezTo>
                  <a:cubicBezTo>
                    <a:pt x="500" y="71"/>
                    <a:pt x="500" y="74"/>
                    <a:pt x="501" y="74"/>
                  </a:cubicBezTo>
                  <a:cubicBezTo>
                    <a:pt x="501" y="75"/>
                    <a:pt x="504" y="76"/>
                    <a:pt x="505" y="76"/>
                  </a:cubicBezTo>
                  <a:cubicBezTo>
                    <a:pt x="506" y="75"/>
                    <a:pt x="508" y="74"/>
                    <a:pt x="508" y="73"/>
                  </a:cubicBezTo>
                  <a:cubicBezTo>
                    <a:pt x="509" y="73"/>
                    <a:pt x="510" y="71"/>
                    <a:pt x="510" y="70"/>
                  </a:cubicBezTo>
                  <a:cubicBezTo>
                    <a:pt x="512" y="69"/>
                    <a:pt x="515" y="67"/>
                    <a:pt x="517" y="66"/>
                  </a:cubicBezTo>
                  <a:cubicBezTo>
                    <a:pt x="519" y="66"/>
                    <a:pt x="522" y="65"/>
                    <a:pt x="524" y="66"/>
                  </a:cubicBezTo>
                  <a:cubicBezTo>
                    <a:pt x="525" y="66"/>
                    <a:pt x="529" y="67"/>
                    <a:pt x="530" y="68"/>
                  </a:cubicBezTo>
                  <a:cubicBezTo>
                    <a:pt x="531" y="69"/>
                    <a:pt x="531" y="73"/>
                    <a:pt x="532" y="74"/>
                  </a:cubicBezTo>
                  <a:cubicBezTo>
                    <a:pt x="532" y="75"/>
                    <a:pt x="534" y="76"/>
                    <a:pt x="534" y="76"/>
                  </a:cubicBezTo>
                  <a:cubicBezTo>
                    <a:pt x="536" y="77"/>
                    <a:pt x="538" y="79"/>
                    <a:pt x="540" y="80"/>
                  </a:cubicBezTo>
                  <a:cubicBezTo>
                    <a:pt x="540" y="81"/>
                    <a:pt x="541" y="83"/>
                    <a:pt x="542" y="83"/>
                  </a:cubicBezTo>
                  <a:cubicBezTo>
                    <a:pt x="543" y="84"/>
                    <a:pt x="545" y="82"/>
                    <a:pt x="546" y="82"/>
                  </a:cubicBezTo>
                  <a:cubicBezTo>
                    <a:pt x="546" y="81"/>
                    <a:pt x="547" y="79"/>
                    <a:pt x="548" y="78"/>
                  </a:cubicBezTo>
                  <a:cubicBezTo>
                    <a:pt x="549" y="78"/>
                    <a:pt x="550" y="78"/>
                    <a:pt x="551" y="78"/>
                  </a:cubicBezTo>
                  <a:cubicBezTo>
                    <a:pt x="552" y="79"/>
                    <a:pt x="554" y="80"/>
                    <a:pt x="555" y="81"/>
                  </a:cubicBezTo>
                  <a:cubicBezTo>
                    <a:pt x="555" y="82"/>
                    <a:pt x="556" y="85"/>
                    <a:pt x="556" y="86"/>
                  </a:cubicBezTo>
                  <a:cubicBezTo>
                    <a:pt x="557" y="87"/>
                    <a:pt x="559" y="88"/>
                    <a:pt x="560" y="89"/>
                  </a:cubicBezTo>
                  <a:cubicBezTo>
                    <a:pt x="560" y="90"/>
                    <a:pt x="560" y="92"/>
                    <a:pt x="560" y="92"/>
                  </a:cubicBezTo>
                  <a:cubicBezTo>
                    <a:pt x="560" y="93"/>
                    <a:pt x="559" y="95"/>
                    <a:pt x="559" y="96"/>
                  </a:cubicBezTo>
                  <a:cubicBezTo>
                    <a:pt x="559" y="98"/>
                    <a:pt x="561" y="99"/>
                    <a:pt x="561" y="100"/>
                  </a:cubicBezTo>
                  <a:cubicBezTo>
                    <a:pt x="561" y="102"/>
                    <a:pt x="563" y="105"/>
                    <a:pt x="562" y="107"/>
                  </a:cubicBezTo>
                  <a:cubicBezTo>
                    <a:pt x="562" y="108"/>
                    <a:pt x="559" y="110"/>
                    <a:pt x="557" y="111"/>
                  </a:cubicBezTo>
                  <a:cubicBezTo>
                    <a:pt x="556" y="112"/>
                    <a:pt x="552" y="112"/>
                    <a:pt x="550" y="113"/>
                  </a:cubicBezTo>
                  <a:cubicBezTo>
                    <a:pt x="548" y="113"/>
                    <a:pt x="544" y="115"/>
                    <a:pt x="543" y="115"/>
                  </a:cubicBezTo>
                  <a:cubicBezTo>
                    <a:pt x="541" y="116"/>
                    <a:pt x="538" y="117"/>
                    <a:pt x="537" y="118"/>
                  </a:cubicBezTo>
                  <a:cubicBezTo>
                    <a:pt x="536" y="120"/>
                    <a:pt x="538" y="123"/>
                    <a:pt x="537" y="124"/>
                  </a:cubicBezTo>
                  <a:cubicBezTo>
                    <a:pt x="537" y="125"/>
                    <a:pt x="535" y="127"/>
                    <a:pt x="534" y="127"/>
                  </a:cubicBezTo>
                  <a:cubicBezTo>
                    <a:pt x="533" y="128"/>
                    <a:pt x="530" y="128"/>
                    <a:pt x="529" y="129"/>
                  </a:cubicBezTo>
                  <a:cubicBezTo>
                    <a:pt x="528" y="130"/>
                    <a:pt x="528" y="133"/>
                    <a:pt x="528" y="135"/>
                  </a:cubicBezTo>
                  <a:cubicBezTo>
                    <a:pt x="528" y="136"/>
                    <a:pt x="529" y="139"/>
                    <a:pt x="529" y="140"/>
                  </a:cubicBezTo>
                  <a:cubicBezTo>
                    <a:pt x="528" y="141"/>
                    <a:pt x="526" y="144"/>
                    <a:pt x="525" y="145"/>
                  </a:cubicBezTo>
                  <a:cubicBezTo>
                    <a:pt x="524" y="146"/>
                    <a:pt x="521" y="148"/>
                    <a:pt x="520" y="149"/>
                  </a:cubicBezTo>
                  <a:cubicBezTo>
                    <a:pt x="519" y="150"/>
                    <a:pt x="519" y="153"/>
                    <a:pt x="518" y="154"/>
                  </a:cubicBezTo>
                  <a:cubicBezTo>
                    <a:pt x="517" y="156"/>
                    <a:pt x="514" y="158"/>
                    <a:pt x="513" y="158"/>
                  </a:cubicBezTo>
                  <a:cubicBezTo>
                    <a:pt x="511" y="159"/>
                    <a:pt x="506" y="159"/>
                    <a:pt x="503" y="159"/>
                  </a:cubicBezTo>
                  <a:cubicBezTo>
                    <a:pt x="501" y="159"/>
                    <a:pt x="498" y="158"/>
                    <a:pt x="496" y="158"/>
                  </a:cubicBezTo>
                  <a:cubicBezTo>
                    <a:pt x="493" y="157"/>
                    <a:pt x="489" y="156"/>
                    <a:pt x="487" y="156"/>
                  </a:cubicBezTo>
                  <a:cubicBezTo>
                    <a:pt x="484" y="156"/>
                    <a:pt x="480" y="154"/>
                    <a:pt x="477" y="155"/>
                  </a:cubicBezTo>
                  <a:cubicBezTo>
                    <a:pt x="475" y="155"/>
                    <a:pt x="470" y="157"/>
                    <a:pt x="468" y="157"/>
                  </a:cubicBezTo>
                  <a:cubicBezTo>
                    <a:pt x="465" y="157"/>
                    <a:pt x="460" y="158"/>
                    <a:pt x="458" y="158"/>
                  </a:cubicBezTo>
                  <a:cubicBezTo>
                    <a:pt x="456" y="157"/>
                    <a:pt x="451" y="156"/>
                    <a:pt x="449" y="155"/>
                  </a:cubicBezTo>
                  <a:cubicBezTo>
                    <a:pt x="447" y="155"/>
                    <a:pt x="444" y="153"/>
                    <a:pt x="442" y="152"/>
                  </a:cubicBezTo>
                  <a:cubicBezTo>
                    <a:pt x="441" y="152"/>
                    <a:pt x="438" y="151"/>
                    <a:pt x="436" y="151"/>
                  </a:cubicBezTo>
                  <a:cubicBezTo>
                    <a:pt x="435" y="150"/>
                    <a:pt x="432" y="150"/>
                    <a:pt x="431" y="151"/>
                  </a:cubicBezTo>
                  <a:cubicBezTo>
                    <a:pt x="430" y="151"/>
                    <a:pt x="428" y="153"/>
                    <a:pt x="429" y="154"/>
                  </a:cubicBezTo>
                  <a:cubicBezTo>
                    <a:pt x="429" y="155"/>
                    <a:pt x="432" y="154"/>
                    <a:pt x="433" y="155"/>
                  </a:cubicBezTo>
                  <a:cubicBezTo>
                    <a:pt x="434" y="155"/>
                    <a:pt x="435" y="156"/>
                    <a:pt x="435" y="157"/>
                  </a:cubicBezTo>
                  <a:cubicBezTo>
                    <a:pt x="435" y="158"/>
                    <a:pt x="433" y="159"/>
                    <a:pt x="433" y="160"/>
                  </a:cubicBezTo>
                  <a:cubicBezTo>
                    <a:pt x="432" y="160"/>
                    <a:pt x="430" y="160"/>
                    <a:pt x="430" y="161"/>
                  </a:cubicBezTo>
                  <a:cubicBezTo>
                    <a:pt x="430" y="162"/>
                    <a:pt x="430" y="164"/>
                    <a:pt x="431" y="165"/>
                  </a:cubicBezTo>
                  <a:cubicBezTo>
                    <a:pt x="432" y="166"/>
                    <a:pt x="436" y="165"/>
                    <a:pt x="437" y="165"/>
                  </a:cubicBezTo>
                  <a:cubicBezTo>
                    <a:pt x="438" y="166"/>
                    <a:pt x="440" y="168"/>
                    <a:pt x="441" y="168"/>
                  </a:cubicBezTo>
                  <a:cubicBezTo>
                    <a:pt x="443" y="169"/>
                    <a:pt x="447" y="169"/>
                    <a:pt x="450" y="169"/>
                  </a:cubicBezTo>
                  <a:cubicBezTo>
                    <a:pt x="451" y="169"/>
                    <a:pt x="454" y="169"/>
                    <a:pt x="456" y="169"/>
                  </a:cubicBezTo>
                  <a:cubicBezTo>
                    <a:pt x="457" y="168"/>
                    <a:pt x="459" y="167"/>
                    <a:pt x="460" y="168"/>
                  </a:cubicBezTo>
                  <a:cubicBezTo>
                    <a:pt x="461" y="168"/>
                    <a:pt x="462" y="169"/>
                    <a:pt x="463" y="169"/>
                  </a:cubicBezTo>
                  <a:cubicBezTo>
                    <a:pt x="463" y="170"/>
                    <a:pt x="463" y="171"/>
                    <a:pt x="463" y="172"/>
                  </a:cubicBezTo>
                  <a:cubicBezTo>
                    <a:pt x="464" y="173"/>
                    <a:pt x="466" y="173"/>
                    <a:pt x="467" y="172"/>
                  </a:cubicBezTo>
                  <a:cubicBezTo>
                    <a:pt x="468" y="172"/>
                    <a:pt x="470" y="171"/>
                    <a:pt x="471" y="170"/>
                  </a:cubicBezTo>
                  <a:cubicBezTo>
                    <a:pt x="474" y="170"/>
                    <a:pt x="478" y="170"/>
                    <a:pt x="480" y="170"/>
                  </a:cubicBezTo>
                  <a:cubicBezTo>
                    <a:pt x="481" y="170"/>
                    <a:pt x="483" y="171"/>
                    <a:pt x="485" y="172"/>
                  </a:cubicBezTo>
                  <a:cubicBezTo>
                    <a:pt x="486" y="173"/>
                    <a:pt x="489" y="174"/>
                    <a:pt x="490" y="175"/>
                  </a:cubicBezTo>
                  <a:cubicBezTo>
                    <a:pt x="491" y="175"/>
                    <a:pt x="491" y="176"/>
                    <a:pt x="492" y="177"/>
                  </a:cubicBezTo>
                  <a:cubicBezTo>
                    <a:pt x="492" y="178"/>
                    <a:pt x="492" y="180"/>
                    <a:pt x="492" y="181"/>
                  </a:cubicBezTo>
                  <a:cubicBezTo>
                    <a:pt x="491" y="182"/>
                    <a:pt x="491" y="184"/>
                    <a:pt x="490" y="185"/>
                  </a:cubicBezTo>
                  <a:cubicBezTo>
                    <a:pt x="490" y="186"/>
                    <a:pt x="489" y="187"/>
                    <a:pt x="488" y="188"/>
                  </a:cubicBezTo>
                  <a:cubicBezTo>
                    <a:pt x="487" y="188"/>
                    <a:pt x="486" y="188"/>
                    <a:pt x="486" y="188"/>
                  </a:cubicBezTo>
                  <a:cubicBezTo>
                    <a:pt x="485" y="189"/>
                    <a:pt x="484" y="190"/>
                    <a:pt x="484" y="191"/>
                  </a:cubicBezTo>
                  <a:cubicBezTo>
                    <a:pt x="483" y="192"/>
                    <a:pt x="484" y="193"/>
                    <a:pt x="484" y="194"/>
                  </a:cubicBezTo>
                  <a:cubicBezTo>
                    <a:pt x="485" y="194"/>
                    <a:pt x="487" y="194"/>
                    <a:pt x="488" y="194"/>
                  </a:cubicBezTo>
                  <a:cubicBezTo>
                    <a:pt x="489" y="193"/>
                    <a:pt x="490" y="191"/>
                    <a:pt x="491" y="191"/>
                  </a:cubicBezTo>
                  <a:cubicBezTo>
                    <a:pt x="492" y="190"/>
                    <a:pt x="494" y="188"/>
                    <a:pt x="495" y="188"/>
                  </a:cubicBezTo>
                  <a:cubicBezTo>
                    <a:pt x="496" y="188"/>
                    <a:pt x="498" y="189"/>
                    <a:pt x="498" y="189"/>
                  </a:cubicBezTo>
                  <a:cubicBezTo>
                    <a:pt x="499" y="190"/>
                    <a:pt x="500" y="191"/>
                    <a:pt x="501" y="191"/>
                  </a:cubicBezTo>
                  <a:cubicBezTo>
                    <a:pt x="502" y="192"/>
                    <a:pt x="504" y="192"/>
                    <a:pt x="504" y="193"/>
                  </a:cubicBezTo>
                  <a:cubicBezTo>
                    <a:pt x="505" y="194"/>
                    <a:pt x="505" y="196"/>
                    <a:pt x="505" y="197"/>
                  </a:cubicBezTo>
                  <a:cubicBezTo>
                    <a:pt x="505" y="198"/>
                    <a:pt x="507" y="200"/>
                    <a:pt x="507" y="200"/>
                  </a:cubicBezTo>
                  <a:cubicBezTo>
                    <a:pt x="508" y="200"/>
                    <a:pt x="510" y="198"/>
                    <a:pt x="510" y="198"/>
                  </a:cubicBezTo>
                  <a:cubicBezTo>
                    <a:pt x="510" y="196"/>
                    <a:pt x="509" y="193"/>
                    <a:pt x="509" y="192"/>
                  </a:cubicBezTo>
                  <a:cubicBezTo>
                    <a:pt x="508" y="192"/>
                    <a:pt x="507" y="190"/>
                    <a:pt x="507" y="190"/>
                  </a:cubicBezTo>
                  <a:cubicBezTo>
                    <a:pt x="507" y="189"/>
                    <a:pt x="505" y="188"/>
                    <a:pt x="505" y="187"/>
                  </a:cubicBezTo>
                  <a:cubicBezTo>
                    <a:pt x="505" y="187"/>
                    <a:pt x="506" y="185"/>
                    <a:pt x="506" y="184"/>
                  </a:cubicBezTo>
                  <a:cubicBezTo>
                    <a:pt x="507" y="184"/>
                    <a:pt x="508" y="183"/>
                    <a:pt x="509" y="183"/>
                  </a:cubicBezTo>
                  <a:cubicBezTo>
                    <a:pt x="510" y="183"/>
                    <a:pt x="512" y="183"/>
                    <a:pt x="513" y="184"/>
                  </a:cubicBezTo>
                  <a:cubicBezTo>
                    <a:pt x="514" y="185"/>
                    <a:pt x="515" y="187"/>
                    <a:pt x="515" y="188"/>
                  </a:cubicBezTo>
                  <a:cubicBezTo>
                    <a:pt x="516" y="189"/>
                    <a:pt x="517" y="190"/>
                    <a:pt x="518" y="190"/>
                  </a:cubicBezTo>
                  <a:cubicBezTo>
                    <a:pt x="519" y="191"/>
                    <a:pt x="520" y="192"/>
                    <a:pt x="521" y="193"/>
                  </a:cubicBezTo>
                  <a:cubicBezTo>
                    <a:pt x="522" y="193"/>
                    <a:pt x="525" y="194"/>
                    <a:pt x="525" y="194"/>
                  </a:cubicBezTo>
                  <a:cubicBezTo>
                    <a:pt x="525" y="196"/>
                    <a:pt x="524" y="198"/>
                    <a:pt x="523" y="199"/>
                  </a:cubicBezTo>
                  <a:cubicBezTo>
                    <a:pt x="522" y="200"/>
                    <a:pt x="521" y="202"/>
                    <a:pt x="520" y="202"/>
                  </a:cubicBezTo>
                  <a:cubicBezTo>
                    <a:pt x="519" y="202"/>
                    <a:pt x="517" y="202"/>
                    <a:pt x="516" y="202"/>
                  </a:cubicBezTo>
                  <a:cubicBezTo>
                    <a:pt x="515" y="203"/>
                    <a:pt x="515" y="205"/>
                    <a:pt x="514" y="206"/>
                  </a:cubicBezTo>
                  <a:cubicBezTo>
                    <a:pt x="514" y="206"/>
                    <a:pt x="513" y="208"/>
                    <a:pt x="512" y="209"/>
                  </a:cubicBezTo>
                  <a:cubicBezTo>
                    <a:pt x="511" y="209"/>
                    <a:pt x="509" y="210"/>
                    <a:pt x="508" y="209"/>
                  </a:cubicBezTo>
                  <a:cubicBezTo>
                    <a:pt x="507" y="209"/>
                    <a:pt x="507" y="207"/>
                    <a:pt x="506" y="207"/>
                  </a:cubicBezTo>
                  <a:cubicBezTo>
                    <a:pt x="505" y="206"/>
                    <a:pt x="504" y="204"/>
                    <a:pt x="503" y="204"/>
                  </a:cubicBezTo>
                  <a:cubicBezTo>
                    <a:pt x="502" y="204"/>
                    <a:pt x="501" y="206"/>
                    <a:pt x="501" y="207"/>
                  </a:cubicBezTo>
                  <a:cubicBezTo>
                    <a:pt x="500" y="208"/>
                    <a:pt x="500" y="210"/>
                    <a:pt x="500" y="211"/>
                  </a:cubicBezTo>
                  <a:cubicBezTo>
                    <a:pt x="500" y="212"/>
                    <a:pt x="499" y="214"/>
                    <a:pt x="498" y="215"/>
                  </a:cubicBezTo>
                  <a:cubicBezTo>
                    <a:pt x="497" y="216"/>
                    <a:pt x="496" y="217"/>
                    <a:pt x="495" y="218"/>
                  </a:cubicBezTo>
                  <a:cubicBezTo>
                    <a:pt x="495" y="219"/>
                    <a:pt x="495" y="221"/>
                    <a:pt x="495" y="222"/>
                  </a:cubicBezTo>
                  <a:cubicBezTo>
                    <a:pt x="495" y="223"/>
                    <a:pt x="496" y="225"/>
                    <a:pt x="497" y="226"/>
                  </a:cubicBezTo>
                  <a:cubicBezTo>
                    <a:pt x="497" y="226"/>
                    <a:pt x="500" y="225"/>
                    <a:pt x="500" y="225"/>
                  </a:cubicBezTo>
                  <a:cubicBezTo>
                    <a:pt x="501" y="224"/>
                    <a:pt x="500" y="221"/>
                    <a:pt x="501" y="220"/>
                  </a:cubicBezTo>
                  <a:cubicBezTo>
                    <a:pt x="501" y="219"/>
                    <a:pt x="503" y="217"/>
                    <a:pt x="504" y="216"/>
                  </a:cubicBezTo>
                  <a:cubicBezTo>
                    <a:pt x="505" y="215"/>
                    <a:pt x="507" y="213"/>
                    <a:pt x="508" y="213"/>
                  </a:cubicBezTo>
                  <a:cubicBezTo>
                    <a:pt x="509" y="213"/>
                    <a:pt x="511" y="213"/>
                    <a:pt x="512" y="213"/>
                  </a:cubicBezTo>
                  <a:cubicBezTo>
                    <a:pt x="513" y="213"/>
                    <a:pt x="514" y="213"/>
                    <a:pt x="515" y="213"/>
                  </a:cubicBezTo>
                  <a:cubicBezTo>
                    <a:pt x="516" y="212"/>
                    <a:pt x="518" y="210"/>
                    <a:pt x="519" y="209"/>
                  </a:cubicBezTo>
                  <a:cubicBezTo>
                    <a:pt x="519" y="209"/>
                    <a:pt x="520" y="208"/>
                    <a:pt x="521" y="208"/>
                  </a:cubicBezTo>
                  <a:cubicBezTo>
                    <a:pt x="522" y="208"/>
                    <a:pt x="523" y="208"/>
                    <a:pt x="524" y="209"/>
                  </a:cubicBezTo>
                  <a:cubicBezTo>
                    <a:pt x="524" y="209"/>
                    <a:pt x="525" y="210"/>
                    <a:pt x="525" y="211"/>
                  </a:cubicBezTo>
                  <a:cubicBezTo>
                    <a:pt x="526" y="211"/>
                    <a:pt x="527" y="213"/>
                    <a:pt x="528" y="213"/>
                  </a:cubicBezTo>
                  <a:cubicBezTo>
                    <a:pt x="529" y="212"/>
                    <a:pt x="529" y="209"/>
                    <a:pt x="529" y="208"/>
                  </a:cubicBezTo>
                  <a:cubicBezTo>
                    <a:pt x="530" y="207"/>
                    <a:pt x="531" y="205"/>
                    <a:pt x="531" y="204"/>
                  </a:cubicBezTo>
                  <a:cubicBezTo>
                    <a:pt x="532" y="203"/>
                    <a:pt x="532" y="201"/>
                    <a:pt x="531" y="200"/>
                  </a:cubicBezTo>
                  <a:cubicBezTo>
                    <a:pt x="531" y="199"/>
                    <a:pt x="530" y="198"/>
                    <a:pt x="530" y="197"/>
                  </a:cubicBezTo>
                  <a:cubicBezTo>
                    <a:pt x="529" y="196"/>
                    <a:pt x="528" y="194"/>
                    <a:pt x="528" y="193"/>
                  </a:cubicBezTo>
                  <a:cubicBezTo>
                    <a:pt x="528" y="191"/>
                    <a:pt x="528" y="189"/>
                    <a:pt x="529" y="187"/>
                  </a:cubicBezTo>
                  <a:cubicBezTo>
                    <a:pt x="529" y="186"/>
                    <a:pt x="530" y="183"/>
                    <a:pt x="531" y="183"/>
                  </a:cubicBezTo>
                  <a:cubicBezTo>
                    <a:pt x="532" y="182"/>
                    <a:pt x="535" y="183"/>
                    <a:pt x="536" y="184"/>
                  </a:cubicBezTo>
                  <a:cubicBezTo>
                    <a:pt x="537" y="185"/>
                    <a:pt x="537" y="188"/>
                    <a:pt x="538" y="189"/>
                  </a:cubicBezTo>
                  <a:cubicBezTo>
                    <a:pt x="539" y="189"/>
                    <a:pt x="540" y="190"/>
                    <a:pt x="541" y="191"/>
                  </a:cubicBezTo>
                  <a:cubicBezTo>
                    <a:pt x="542" y="192"/>
                    <a:pt x="543" y="194"/>
                    <a:pt x="543" y="195"/>
                  </a:cubicBezTo>
                  <a:cubicBezTo>
                    <a:pt x="544" y="196"/>
                    <a:pt x="543" y="198"/>
                    <a:pt x="544" y="199"/>
                  </a:cubicBezTo>
                  <a:cubicBezTo>
                    <a:pt x="544" y="200"/>
                    <a:pt x="545" y="203"/>
                    <a:pt x="545" y="204"/>
                  </a:cubicBezTo>
                  <a:cubicBezTo>
                    <a:pt x="546" y="205"/>
                    <a:pt x="547" y="208"/>
                    <a:pt x="547" y="209"/>
                  </a:cubicBezTo>
                  <a:cubicBezTo>
                    <a:pt x="547" y="210"/>
                    <a:pt x="546" y="212"/>
                    <a:pt x="546" y="213"/>
                  </a:cubicBezTo>
                  <a:cubicBezTo>
                    <a:pt x="546" y="214"/>
                    <a:pt x="546" y="216"/>
                    <a:pt x="546" y="217"/>
                  </a:cubicBezTo>
                  <a:cubicBezTo>
                    <a:pt x="547" y="218"/>
                    <a:pt x="548" y="219"/>
                    <a:pt x="548" y="219"/>
                  </a:cubicBezTo>
                  <a:cubicBezTo>
                    <a:pt x="549" y="218"/>
                    <a:pt x="549" y="216"/>
                    <a:pt x="549" y="215"/>
                  </a:cubicBezTo>
                  <a:cubicBezTo>
                    <a:pt x="550" y="214"/>
                    <a:pt x="550" y="211"/>
                    <a:pt x="550" y="209"/>
                  </a:cubicBezTo>
                  <a:cubicBezTo>
                    <a:pt x="550" y="208"/>
                    <a:pt x="551" y="205"/>
                    <a:pt x="550" y="204"/>
                  </a:cubicBezTo>
                  <a:cubicBezTo>
                    <a:pt x="550" y="203"/>
                    <a:pt x="549" y="201"/>
                    <a:pt x="549" y="200"/>
                  </a:cubicBezTo>
                  <a:cubicBezTo>
                    <a:pt x="548" y="199"/>
                    <a:pt x="547" y="197"/>
                    <a:pt x="548" y="196"/>
                  </a:cubicBezTo>
                  <a:cubicBezTo>
                    <a:pt x="548" y="195"/>
                    <a:pt x="549" y="194"/>
                    <a:pt x="550" y="193"/>
                  </a:cubicBezTo>
                  <a:cubicBezTo>
                    <a:pt x="551" y="192"/>
                    <a:pt x="554" y="192"/>
                    <a:pt x="555" y="192"/>
                  </a:cubicBezTo>
                  <a:cubicBezTo>
                    <a:pt x="556" y="192"/>
                    <a:pt x="559" y="193"/>
                    <a:pt x="560" y="193"/>
                  </a:cubicBezTo>
                  <a:cubicBezTo>
                    <a:pt x="561" y="194"/>
                    <a:pt x="562" y="195"/>
                    <a:pt x="563" y="195"/>
                  </a:cubicBezTo>
                  <a:cubicBezTo>
                    <a:pt x="564" y="195"/>
                    <a:pt x="565" y="193"/>
                    <a:pt x="566" y="193"/>
                  </a:cubicBezTo>
                  <a:cubicBezTo>
                    <a:pt x="567" y="192"/>
                    <a:pt x="569" y="191"/>
                    <a:pt x="570" y="191"/>
                  </a:cubicBezTo>
                  <a:cubicBezTo>
                    <a:pt x="571" y="191"/>
                    <a:pt x="572" y="191"/>
                    <a:pt x="573" y="192"/>
                  </a:cubicBezTo>
                  <a:cubicBezTo>
                    <a:pt x="575" y="193"/>
                    <a:pt x="575" y="198"/>
                    <a:pt x="576" y="200"/>
                  </a:cubicBezTo>
                  <a:cubicBezTo>
                    <a:pt x="576" y="202"/>
                    <a:pt x="577" y="205"/>
                    <a:pt x="578" y="207"/>
                  </a:cubicBezTo>
                  <a:cubicBezTo>
                    <a:pt x="579" y="209"/>
                    <a:pt x="580" y="212"/>
                    <a:pt x="580" y="213"/>
                  </a:cubicBezTo>
                  <a:cubicBezTo>
                    <a:pt x="581" y="215"/>
                    <a:pt x="582" y="219"/>
                    <a:pt x="583" y="221"/>
                  </a:cubicBezTo>
                  <a:cubicBezTo>
                    <a:pt x="583" y="223"/>
                    <a:pt x="584" y="225"/>
                    <a:pt x="585" y="22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71"/>
            <p:cNvSpPr>
              <a:spLocks/>
            </p:cNvSpPr>
            <p:nvPr/>
          </p:nvSpPr>
          <p:spPr bwMode="auto">
            <a:xfrm>
              <a:off x="6010275" y="2387601"/>
              <a:ext cx="11113" cy="11113"/>
            </a:xfrm>
            <a:custGeom>
              <a:avLst/>
              <a:gdLst/>
              <a:ahLst/>
              <a:cxnLst>
                <a:cxn ang="0">
                  <a:pos x="6" y="2"/>
                </a:cxn>
                <a:cxn ang="0">
                  <a:pos x="2" y="0"/>
                </a:cxn>
                <a:cxn ang="0">
                  <a:pos x="0" y="1"/>
                </a:cxn>
                <a:cxn ang="0">
                  <a:pos x="0" y="4"/>
                </a:cxn>
                <a:cxn ang="0">
                  <a:pos x="3" y="6"/>
                </a:cxn>
                <a:cxn ang="0">
                  <a:pos x="5" y="5"/>
                </a:cxn>
                <a:cxn ang="0">
                  <a:pos x="6" y="2"/>
                </a:cxn>
              </a:cxnLst>
              <a:rect l="0" t="0" r="r" b="b"/>
              <a:pathLst>
                <a:path w="6" h="6">
                  <a:moveTo>
                    <a:pt x="6" y="2"/>
                  </a:moveTo>
                  <a:cubicBezTo>
                    <a:pt x="5" y="1"/>
                    <a:pt x="3" y="0"/>
                    <a:pt x="2" y="0"/>
                  </a:cubicBezTo>
                  <a:cubicBezTo>
                    <a:pt x="1" y="0"/>
                    <a:pt x="0" y="1"/>
                    <a:pt x="0" y="1"/>
                  </a:cubicBezTo>
                  <a:cubicBezTo>
                    <a:pt x="0" y="2"/>
                    <a:pt x="0" y="3"/>
                    <a:pt x="0" y="4"/>
                  </a:cubicBezTo>
                  <a:cubicBezTo>
                    <a:pt x="1" y="5"/>
                    <a:pt x="2" y="6"/>
                    <a:pt x="3" y="6"/>
                  </a:cubicBezTo>
                  <a:cubicBezTo>
                    <a:pt x="3" y="6"/>
                    <a:pt x="5" y="6"/>
                    <a:pt x="5" y="5"/>
                  </a:cubicBezTo>
                  <a:cubicBezTo>
                    <a:pt x="6" y="5"/>
                    <a:pt x="6" y="3"/>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72"/>
            <p:cNvSpPr>
              <a:spLocks/>
            </p:cNvSpPr>
            <p:nvPr/>
          </p:nvSpPr>
          <p:spPr bwMode="auto">
            <a:xfrm>
              <a:off x="6032500" y="2382838"/>
              <a:ext cx="11113" cy="6350"/>
            </a:xfrm>
            <a:custGeom>
              <a:avLst/>
              <a:gdLst/>
              <a:ahLst/>
              <a:cxnLst>
                <a:cxn ang="0">
                  <a:pos x="4" y="4"/>
                </a:cxn>
                <a:cxn ang="0">
                  <a:pos x="5" y="3"/>
                </a:cxn>
                <a:cxn ang="0">
                  <a:pos x="5" y="0"/>
                </a:cxn>
                <a:cxn ang="0">
                  <a:pos x="2" y="0"/>
                </a:cxn>
                <a:cxn ang="0">
                  <a:pos x="1" y="1"/>
                </a:cxn>
                <a:cxn ang="0">
                  <a:pos x="1" y="4"/>
                </a:cxn>
                <a:cxn ang="0">
                  <a:pos x="3" y="4"/>
                </a:cxn>
                <a:cxn ang="0">
                  <a:pos x="4" y="4"/>
                </a:cxn>
              </a:cxnLst>
              <a:rect l="0" t="0" r="r" b="b"/>
              <a:pathLst>
                <a:path w="6" h="4">
                  <a:moveTo>
                    <a:pt x="4" y="4"/>
                  </a:moveTo>
                  <a:cubicBezTo>
                    <a:pt x="4" y="3"/>
                    <a:pt x="5" y="3"/>
                    <a:pt x="5" y="3"/>
                  </a:cubicBezTo>
                  <a:cubicBezTo>
                    <a:pt x="5" y="2"/>
                    <a:pt x="6" y="1"/>
                    <a:pt x="5" y="0"/>
                  </a:cubicBezTo>
                  <a:cubicBezTo>
                    <a:pt x="5" y="0"/>
                    <a:pt x="3" y="0"/>
                    <a:pt x="2" y="0"/>
                  </a:cubicBezTo>
                  <a:cubicBezTo>
                    <a:pt x="2" y="0"/>
                    <a:pt x="1" y="1"/>
                    <a:pt x="1" y="1"/>
                  </a:cubicBezTo>
                  <a:cubicBezTo>
                    <a:pt x="0" y="2"/>
                    <a:pt x="1" y="3"/>
                    <a:pt x="1" y="4"/>
                  </a:cubicBezTo>
                  <a:cubicBezTo>
                    <a:pt x="2" y="4"/>
                    <a:pt x="3" y="4"/>
                    <a:pt x="3" y="4"/>
                  </a:cubicBezTo>
                  <a:cubicBezTo>
                    <a:pt x="3" y="4"/>
                    <a:pt x="4" y="4"/>
                    <a:pt x="4"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73"/>
            <p:cNvSpPr>
              <a:spLocks/>
            </p:cNvSpPr>
            <p:nvPr/>
          </p:nvSpPr>
          <p:spPr bwMode="auto">
            <a:xfrm>
              <a:off x="6029325" y="2363788"/>
              <a:ext cx="11113" cy="9525"/>
            </a:xfrm>
            <a:custGeom>
              <a:avLst/>
              <a:gdLst/>
              <a:ahLst/>
              <a:cxnLst>
                <a:cxn ang="0">
                  <a:pos x="6" y="5"/>
                </a:cxn>
                <a:cxn ang="0">
                  <a:pos x="3" y="6"/>
                </a:cxn>
                <a:cxn ang="0">
                  <a:pos x="0" y="5"/>
                </a:cxn>
                <a:cxn ang="0">
                  <a:pos x="1" y="2"/>
                </a:cxn>
                <a:cxn ang="0">
                  <a:pos x="4" y="0"/>
                </a:cxn>
                <a:cxn ang="0">
                  <a:pos x="6" y="1"/>
                </a:cxn>
                <a:cxn ang="0">
                  <a:pos x="6" y="5"/>
                </a:cxn>
              </a:cxnLst>
              <a:rect l="0" t="0" r="r" b="b"/>
              <a:pathLst>
                <a:path w="6" h="6">
                  <a:moveTo>
                    <a:pt x="6" y="5"/>
                  </a:moveTo>
                  <a:cubicBezTo>
                    <a:pt x="6" y="5"/>
                    <a:pt x="4" y="6"/>
                    <a:pt x="3" y="6"/>
                  </a:cubicBezTo>
                  <a:cubicBezTo>
                    <a:pt x="2" y="6"/>
                    <a:pt x="1" y="5"/>
                    <a:pt x="0" y="5"/>
                  </a:cubicBezTo>
                  <a:cubicBezTo>
                    <a:pt x="0" y="4"/>
                    <a:pt x="1" y="2"/>
                    <a:pt x="1" y="2"/>
                  </a:cubicBezTo>
                  <a:cubicBezTo>
                    <a:pt x="2" y="1"/>
                    <a:pt x="3" y="0"/>
                    <a:pt x="4" y="0"/>
                  </a:cubicBezTo>
                  <a:cubicBezTo>
                    <a:pt x="5" y="0"/>
                    <a:pt x="6" y="1"/>
                    <a:pt x="6" y="1"/>
                  </a:cubicBezTo>
                  <a:cubicBezTo>
                    <a:pt x="6" y="2"/>
                    <a:pt x="6" y="4"/>
                    <a:pt x="6"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74"/>
            <p:cNvSpPr>
              <a:spLocks/>
            </p:cNvSpPr>
            <p:nvPr/>
          </p:nvSpPr>
          <p:spPr bwMode="auto">
            <a:xfrm>
              <a:off x="5983288" y="2373313"/>
              <a:ext cx="11113" cy="12700"/>
            </a:xfrm>
            <a:custGeom>
              <a:avLst/>
              <a:gdLst/>
              <a:ahLst/>
              <a:cxnLst>
                <a:cxn ang="0">
                  <a:pos x="6" y="6"/>
                </a:cxn>
                <a:cxn ang="0">
                  <a:pos x="2" y="7"/>
                </a:cxn>
                <a:cxn ang="0">
                  <a:pos x="0" y="4"/>
                </a:cxn>
                <a:cxn ang="0">
                  <a:pos x="1" y="1"/>
                </a:cxn>
                <a:cxn ang="0">
                  <a:pos x="4" y="0"/>
                </a:cxn>
                <a:cxn ang="0">
                  <a:pos x="7" y="4"/>
                </a:cxn>
                <a:cxn ang="0">
                  <a:pos x="6" y="6"/>
                </a:cxn>
              </a:cxnLst>
              <a:rect l="0" t="0" r="r" b="b"/>
              <a:pathLst>
                <a:path w="7" h="7">
                  <a:moveTo>
                    <a:pt x="6" y="6"/>
                  </a:moveTo>
                  <a:cubicBezTo>
                    <a:pt x="5" y="7"/>
                    <a:pt x="3" y="7"/>
                    <a:pt x="2" y="7"/>
                  </a:cubicBezTo>
                  <a:cubicBezTo>
                    <a:pt x="1" y="7"/>
                    <a:pt x="0" y="5"/>
                    <a:pt x="0" y="4"/>
                  </a:cubicBezTo>
                  <a:cubicBezTo>
                    <a:pt x="0" y="3"/>
                    <a:pt x="0" y="1"/>
                    <a:pt x="1" y="1"/>
                  </a:cubicBezTo>
                  <a:cubicBezTo>
                    <a:pt x="2" y="0"/>
                    <a:pt x="4" y="0"/>
                    <a:pt x="4" y="0"/>
                  </a:cubicBezTo>
                  <a:cubicBezTo>
                    <a:pt x="5" y="1"/>
                    <a:pt x="7" y="3"/>
                    <a:pt x="7" y="4"/>
                  </a:cubicBezTo>
                  <a:cubicBezTo>
                    <a:pt x="7" y="5"/>
                    <a:pt x="7" y="6"/>
                    <a:pt x="6"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75"/>
            <p:cNvSpPr>
              <a:spLocks/>
            </p:cNvSpPr>
            <p:nvPr/>
          </p:nvSpPr>
          <p:spPr bwMode="auto">
            <a:xfrm>
              <a:off x="6011863" y="2414588"/>
              <a:ext cx="15875" cy="17463"/>
            </a:xfrm>
            <a:custGeom>
              <a:avLst/>
              <a:gdLst/>
              <a:ahLst/>
              <a:cxnLst>
                <a:cxn ang="0">
                  <a:pos x="8" y="6"/>
                </a:cxn>
                <a:cxn ang="0">
                  <a:pos x="7" y="10"/>
                </a:cxn>
                <a:cxn ang="0">
                  <a:pos x="3" y="9"/>
                </a:cxn>
                <a:cxn ang="0">
                  <a:pos x="0" y="6"/>
                </a:cxn>
                <a:cxn ang="0">
                  <a:pos x="2" y="2"/>
                </a:cxn>
                <a:cxn ang="0">
                  <a:pos x="6" y="0"/>
                </a:cxn>
                <a:cxn ang="0">
                  <a:pos x="8" y="3"/>
                </a:cxn>
                <a:cxn ang="0">
                  <a:pos x="8" y="6"/>
                </a:cxn>
              </a:cxnLst>
              <a:rect l="0" t="0" r="r" b="b"/>
              <a:pathLst>
                <a:path w="9" h="10">
                  <a:moveTo>
                    <a:pt x="8" y="6"/>
                  </a:moveTo>
                  <a:cubicBezTo>
                    <a:pt x="8" y="7"/>
                    <a:pt x="8" y="9"/>
                    <a:pt x="7" y="10"/>
                  </a:cubicBezTo>
                  <a:cubicBezTo>
                    <a:pt x="6" y="10"/>
                    <a:pt x="3" y="9"/>
                    <a:pt x="3" y="9"/>
                  </a:cubicBezTo>
                  <a:cubicBezTo>
                    <a:pt x="2" y="8"/>
                    <a:pt x="0" y="6"/>
                    <a:pt x="0" y="6"/>
                  </a:cubicBezTo>
                  <a:cubicBezTo>
                    <a:pt x="0" y="5"/>
                    <a:pt x="1" y="3"/>
                    <a:pt x="2" y="2"/>
                  </a:cubicBezTo>
                  <a:cubicBezTo>
                    <a:pt x="3" y="1"/>
                    <a:pt x="5" y="0"/>
                    <a:pt x="6" y="0"/>
                  </a:cubicBezTo>
                  <a:cubicBezTo>
                    <a:pt x="7" y="1"/>
                    <a:pt x="8" y="2"/>
                    <a:pt x="8" y="3"/>
                  </a:cubicBezTo>
                  <a:cubicBezTo>
                    <a:pt x="8" y="4"/>
                    <a:pt x="9" y="6"/>
                    <a:pt x="8"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76"/>
            <p:cNvSpPr>
              <a:spLocks/>
            </p:cNvSpPr>
            <p:nvPr/>
          </p:nvSpPr>
          <p:spPr bwMode="auto">
            <a:xfrm>
              <a:off x="6032500" y="2424113"/>
              <a:ext cx="14288" cy="14288"/>
            </a:xfrm>
            <a:custGeom>
              <a:avLst/>
              <a:gdLst/>
              <a:ahLst/>
              <a:cxnLst>
                <a:cxn ang="0">
                  <a:pos x="7" y="5"/>
                </a:cxn>
                <a:cxn ang="0">
                  <a:pos x="4" y="6"/>
                </a:cxn>
                <a:cxn ang="0">
                  <a:pos x="3" y="8"/>
                </a:cxn>
                <a:cxn ang="0">
                  <a:pos x="2" y="8"/>
                </a:cxn>
                <a:cxn ang="0">
                  <a:pos x="0" y="6"/>
                </a:cxn>
                <a:cxn ang="0">
                  <a:pos x="0" y="3"/>
                </a:cxn>
                <a:cxn ang="0">
                  <a:pos x="3" y="1"/>
                </a:cxn>
                <a:cxn ang="0">
                  <a:pos x="6" y="1"/>
                </a:cxn>
                <a:cxn ang="0">
                  <a:pos x="8" y="2"/>
                </a:cxn>
                <a:cxn ang="0">
                  <a:pos x="7" y="5"/>
                </a:cxn>
              </a:cxnLst>
              <a:rect l="0" t="0" r="r" b="b"/>
              <a:pathLst>
                <a:path w="8" h="8">
                  <a:moveTo>
                    <a:pt x="7" y="5"/>
                  </a:moveTo>
                  <a:cubicBezTo>
                    <a:pt x="7" y="6"/>
                    <a:pt x="5" y="5"/>
                    <a:pt x="4" y="6"/>
                  </a:cubicBezTo>
                  <a:cubicBezTo>
                    <a:pt x="4" y="6"/>
                    <a:pt x="4" y="8"/>
                    <a:pt x="3" y="8"/>
                  </a:cubicBezTo>
                  <a:cubicBezTo>
                    <a:pt x="3" y="8"/>
                    <a:pt x="2" y="8"/>
                    <a:pt x="2" y="8"/>
                  </a:cubicBezTo>
                  <a:cubicBezTo>
                    <a:pt x="1" y="8"/>
                    <a:pt x="0" y="7"/>
                    <a:pt x="0" y="6"/>
                  </a:cubicBezTo>
                  <a:cubicBezTo>
                    <a:pt x="0" y="5"/>
                    <a:pt x="0" y="4"/>
                    <a:pt x="0" y="3"/>
                  </a:cubicBezTo>
                  <a:cubicBezTo>
                    <a:pt x="1" y="2"/>
                    <a:pt x="2" y="1"/>
                    <a:pt x="3" y="1"/>
                  </a:cubicBezTo>
                  <a:cubicBezTo>
                    <a:pt x="4" y="0"/>
                    <a:pt x="5" y="1"/>
                    <a:pt x="6" y="1"/>
                  </a:cubicBezTo>
                  <a:cubicBezTo>
                    <a:pt x="6" y="1"/>
                    <a:pt x="8" y="2"/>
                    <a:pt x="8" y="2"/>
                  </a:cubicBezTo>
                  <a:cubicBezTo>
                    <a:pt x="8" y="3"/>
                    <a:pt x="8" y="5"/>
                    <a:pt x="7"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77"/>
            <p:cNvSpPr>
              <a:spLocks/>
            </p:cNvSpPr>
            <p:nvPr/>
          </p:nvSpPr>
          <p:spPr bwMode="auto">
            <a:xfrm>
              <a:off x="5995988" y="2463801"/>
              <a:ext cx="19050" cy="20638"/>
            </a:xfrm>
            <a:custGeom>
              <a:avLst/>
              <a:gdLst/>
              <a:ahLst/>
              <a:cxnLst>
                <a:cxn ang="0">
                  <a:pos x="11" y="3"/>
                </a:cxn>
                <a:cxn ang="0">
                  <a:pos x="6" y="1"/>
                </a:cxn>
                <a:cxn ang="0">
                  <a:pos x="4" y="3"/>
                </a:cxn>
                <a:cxn ang="0">
                  <a:pos x="0" y="6"/>
                </a:cxn>
                <a:cxn ang="0">
                  <a:pos x="1" y="10"/>
                </a:cxn>
                <a:cxn ang="0">
                  <a:pos x="5" y="12"/>
                </a:cxn>
                <a:cxn ang="0">
                  <a:pos x="9" y="12"/>
                </a:cxn>
                <a:cxn ang="0">
                  <a:pos x="10" y="9"/>
                </a:cxn>
                <a:cxn ang="0">
                  <a:pos x="11" y="6"/>
                </a:cxn>
                <a:cxn ang="0">
                  <a:pos x="11" y="3"/>
                </a:cxn>
              </a:cxnLst>
              <a:rect l="0" t="0" r="r" b="b"/>
              <a:pathLst>
                <a:path w="11" h="12">
                  <a:moveTo>
                    <a:pt x="11" y="3"/>
                  </a:moveTo>
                  <a:cubicBezTo>
                    <a:pt x="10" y="2"/>
                    <a:pt x="8" y="0"/>
                    <a:pt x="6" y="1"/>
                  </a:cubicBezTo>
                  <a:cubicBezTo>
                    <a:pt x="6" y="1"/>
                    <a:pt x="4" y="3"/>
                    <a:pt x="4" y="3"/>
                  </a:cubicBezTo>
                  <a:cubicBezTo>
                    <a:pt x="3" y="4"/>
                    <a:pt x="1" y="5"/>
                    <a:pt x="0" y="6"/>
                  </a:cubicBezTo>
                  <a:cubicBezTo>
                    <a:pt x="0" y="7"/>
                    <a:pt x="1" y="9"/>
                    <a:pt x="1" y="10"/>
                  </a:cubicBezTo>
                  <a:cubicBezTo>
                    <a:pt x="2" y="11"/>
                    <a:pt x="4" y="11"/>
                    <a:pt x="5" y="12"/>
                  </a:cubicBezTo>
                  <a:cubicBezTo>
                    <a:pt x="6" y="12"/>
                    <a:pt x="8" y="12"/>
                    <a:pt x="9" y="12"/>
                  </a:cubicBezTo>
                  <a:cubicBezTo>
                    <a:pt x="9" y="11"/>
                    <a:pt x="9" y="10"/>
                    <a:pt x="10" y="9"/>
                  </a:cubicBezTo>
                  <a:cubicBezTo>
                    <a:pt x="10" y="8"/>
                    <a:pt x="10" y="7"/>
                    <a:pt x="11" y="6"/>
                  </a:cubicBezTo>
                  <a:cubicBezTo>
                    <a:pt x="11" y="5"/>
                    <a:pt x="11" y="3"/>
                    <a:pt x="11"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78"/>
            <p:cNvSpPr>
              <a:spLocks/>
            </p:cNvSpPr>
            <p:nvPr/>
          </p:nvSpPr>
          <p:spPr bwMode="auto">
            <a:xfrm>
              <a:off x="6022975" y="2468563"/>
              <a:ext cx="22225" cy="19050"/>
            </a:xfrm>
            <a:custGeom>
              <a:avLst/>
              <a:gdLst/>
              <a:ahLst/>
              <a:cxnLst>
                <a:cxn ang="0">
                  <a:pos x="13" y="2"/>
                </a:cxn>
                <a:cxn ang="0">
                  <a:pos x="11" y="5"/>
                </a:cxn>
                <a:cxn ang="0">
                  <a:pos x="8" y="7"/>
                </a:cxn>
                <a:cxn ang="0">
                  <a:pos x="6" y="10"/>
                </a:cxn>
                <a:cxn ang="0">
                  <a:pos x="2" y="10"/>
                </a:cxn>
                <a:cxn ang="0">
                  <a:pos x="0" y="8"/>
                </a:cxn>
                <a:cxn ang="0">
                  <a:pos x="3" y="6"/>
                </a:cxn>
                <a:cxn ang="0">
                  <a:pos x="3" y="3"/>
                </a:cxn>
                <a:cxn ang="0">
                  <a:pos x="6" y="1"/>
                </a:cxn>
                <a:cxn ang="0">
                  <a:pos x="10" y="0"/>
                </a:cxn>
                <a:cxn ang="0">
                  <a:pos x="13" y="2"/>
                </a:cxn>
              </a:cxnLst>
              <a:rect l="0" t="0" r="r" b="b"/>
              <a:pathLst>
                <a:path w="13" h="11">
                  <a:moveTo>
                    <a:pt x="13" y="2"/>
                  </a:moveTo>
                  <a:cubicBezTo>
                    <a:pt x="13" y="3"/>
                    <a:pt x="12" y="4"/>
                    <a:pt x="11" y="5"/>
                  </a:cubicBezTo>
                  <a:cubicBezTo>
                    <a:pt x="10" y="6"/>
                    <a:pt x="8" y="7"/>
                    <a:pt x="8" y="7"/>
                  </a:cubicBezTo>
                  <a:cubicBezTo>
                    <a:pt x="7" y="8"/>
                    <a:pt x="6" y="10"/>
                    <a:pt x="6" y="10"/>
                  </a:cubicBezTo>
                  <a:cubicBezTo>
                    <a:pt x="5" y="10"/>
                    <a:pt x="3" y="11"/>
                    <a:pt x="2" y="10"/>
                  </a:cubicBezTo>
                  <a:cubicBezTo>
                    <a:pt x="1" y="10"/>
                    <a:pt x="0" y="9"/>
                    <a:pt x="0" y="8"/>
                  </a:cubicBezTo>
                  <a:cubicBezTo>
                    <a:pt x="1" y="7"/>
                    <a:pt x="3" y="6"/>
                    <a:pt x="3" y="6"/>
                  </a:cubicBezTo>
                  <a:cubicBezTo>
                    <a:pt x="3" y="5"/>
                    <a:pt x="3" y="4"/>
                    <a:pt x="3" y="3"/>
                  </a:cubicBezTo>
                  <a:cubicBezTo>
                    <a:pt x="4" y="2"/>
                    <a:pt x="6" y="1"/>
                    <a:pt x="6" y="1"/>
                  </a:cubicBezTo>
                  <a:cubicBezTo>
                    <a:pt x="7" y="1"/>
                    <a:pt x="9" y="0"/>
                    <a:pt x="10" y="0"/>
                  </a:cubicBezTo>
                  <a:cubicBezTo>
                    <a:pt x="11" y="0"/>
                    <a:pt x="13" y="1"/>
                    <a:pt x="13"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79"/>
            <p:cNvSpPr>
              <a:spLocks/>
            </p:cNvSpPr>
            <p:nvPr/>
          </p:nvSpPr>
          <p:spPr bwMode="auto">
            <a:xfrm>
              <a:off x="6011863" y="2490788"/>
              <a:ext cx="15875" cy="12700"/>
            </a:xfrm>
            <a:custGeom>
              <a:avLst/>
              <a:gdLst/>
              <a:ahLst/>
              <a:cxnLst>
                <a:cxn ang="0">
                  <a:pos x="8" y="5"/>
                </a:cxn>
                <a:cxn ang="0">
                  <a:pos x="5" y="6"/>
                </a:cxn>
                <a:cxn ang="0">
                  <a:pos x="2" y="6"/>
                </a:cxn>
                <a:cxn ang="0">
                  <a:pos x="1" y="3"/>
                </a:cxn>
                <a:cxn ang="0">
                  <a:pos x="4" y="1"/>
                </a:cxn>
                <a:cxn ang="0">
                  <a:pos x="7" y="1"/>
                </a:cxn>
                <a:cxn ang="0">
                  <a:pos x="9" y="2"/>
                </a:cxn>
                <a:cxn ang="0">
                  <a:pos x="8" y="5"/>
                </a:cxn>
              </a:cxnLst>
              <a:rect l="0" t="0" r="r" b="b"/>
              <a:pathLst>
                <a:path w="9" h="7">
                  <a:moveTo>
                    <a:pt x="8" y="5"/>
                  </a:moveTo>
                  <a:cubicBezTo>
                    <a:pt x="8" y="5"/>
                    <a:pt x="6" y="6"/>
                    <a:pt x="5" y="6"/>
                  </a:cubicBezTo>
                  <a:cubicBezTo>
                    <a:pt x="4" y="7"/>
                    <a:pt x="2" y="6"/>
                    <a:pt x="2" y="6"/>
                  </a:cubicBezTo>
                  <a:cubicBezTo>
                    <a:pt x="1" y="5"/>
                    <a:pt x="0" y="4"/>
                    <a:pt x="1" y="3"/>
                  </a:cubicBezTo>
                  <a:cubicBezTo>
                    <a:pt x="1" y="2"/>
                    <a:pt x="3" y="1"/>
                    <a:pt x="4" y="1"/>
                  </a:cubicBezTo>
                  <a:cubicBezTo>
                    <a:pt x="4" y="0"/>
                    <a:pt x="6" y="0"/>
                    <a:pt x="7" y="1"/>
                  </a:cubicBezTo>
                  <a:cubicBezTo>
                    <a:pt x="7" y="1"/>
                    <a:pt x="8" y="2"/>
                    <a:pt x="9" y="2"/>
                  </a:cubicBezTo>
                  <a:cubicBezTo>
                    <a:pt x="9" y="3"/>
                    <a:pt x="9" y="4"/>
                    <a:pt x="8"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80"/>
            <p:cNvSpPr>
              <a:spLocks/>
            </p:cNvSpPr>
            <p:nvPr/>
          </p:nvSpPr>
          <p:spPr bwMode="auto">
            <a:xfrm>
              <a:off x="5992813" y="2498726"/>
              <a:ext cx="14288" cy="12700"/>
            </a:xfrm>
            <a:custGeom>
              <a:avLst/>
              <a:gdLst/>
              <a:ahLst/>
              <a:cxnLst>
                <a:cxn ang="0">
                  <a:pos x="8" y="7"/>
                </a:cxn>
                <a:cxn ang="0">
                  <a:pos x="5" y="7"/>
                </a:cxn>
                <a:cxn ang="0">
                  <a:pos x="1" y="6"/>
                </a:cxn>
                <a:cxn ang="0">
                  <a:pos x="1" y="2"/>
                </a:cxn>
                <a:cxn ang="0">
                  <a:pos x="5" y="1"/>
                </a:cxn>
                <a:cxn ang="0">
                  <a:pos x="7" y="3"/>
                </a:cxn>
                <a:cxn ang="0">
                  <a:pos x="8" y="7"/>
                </a:cxn>
              </a:cxnLst>
              <a:rect l="0" t="0" r="r" b="b"/>
              <a:pathLst>
                <a:path w="8" h="8">
                  <a:moveTo>
                    <a:pt x="8" y="7"/>
                  </a:moveTo>
                  <a:cubicBezTo>
                    <a:pt x="7" y="8"/>
                    <a:pt x="5" y="7"/>
                    <a:pt x="5" y="7"/>
                  </a:cubicBezTo>
                  <a:cubicBezTo>
                    <a:pt x="3" y="7"/>
                    <a:pt x="1" y="7"/>
                    <a:pt x="1" y="6"/>
                  </a:cubicBezTo>
                  <a:cubicBezTo>
                    <a:pt x="0" y="5"/>
                    <a:pt x="0" y="3"/>
                    <a:pt x="1" y="2"/>
                  </a:cubicBezTo>
                  <a:cubicBezTo>
                    <a:pt x="2" y="1"/>
                    <a:pt x="4" y="0"/>
                    <a:pt x="5" y="1"/>
                  </a:cubicBezTo>
                  <a:cubicBezTo>
                    <a:pt x="6" y="1"/>
                    <a:pt x="7" y="2"/>
                    <a:pt x="7" y="3"/>
                  </a:cubicBezTo>
                  <a:cubicBezTo>
                    <a:pt x="7" y="4"/>
                    <a:pt x="8" y="6"/>
                    <a:pt x="8"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81"/>
            <p:cNvSpPr>
              <a:spLocks/>
            </p:cNvSpPr>
            <p:nvPr/>
          </p:nvSpPr>
          <p:spPr bwMode="auto">
            <a:xfrm>
              <a:off x="5964238" y="2486026"/>
              <a:ext cx="20638" cy="17463"/>
            </a:xfrm>
            <a:custGeom>
              <a:avLst/>
              <a:gdLst/>
              <a:ahLst/>
              <a:cxnLst>
                <a:cxn ang="0">
                  <a:pos x="11" y="10"/>
                </a:cxn>
                <a:cxn ang="0">
                  <a:pos x="10" y="5"/>
                </a:cxn>
                <a:cxn ang="0">
                  <a:pos x="11" y="2"/>
                </a:cxn>
                <a:cxn ang="0">
                  <a:pos x="8" y="0"/>
                </a:cxn>
                <a:cxn ang="0">
                  <a:pos x="4" y="1"/>
                </a:cxn>
                <a:cxn ang="0">
                  <a:pos x="2" y="5"/>
                </a:cxn>
                <a:cxn ang="0">
                  <a:pos x="1" y="5"/>
                </a:cxn>
                <a:cxn ang="0">
                  <a:pos x="2" y="8"/>
                </a:cxn>
                <a:cxn ang="0">
                  <a:pos x="6" y="9"/>
                </a:cxn>
                <a:cxn ang="0">
                  <a:pos x="8" y="10"/>
                </a:cxn>
                <a:cxn ang="0">
                  <a:pos x="11" y="10"/>
                </a:cxn>
              </a:cxnLst>
              <a:rect l="0" t="0" r="r" b="b"/>
              <a:pathLst>
                <a:path w="12" h="10">
                  <a:moveTo>
                    <a:pt x="11" y="10"/>
                  </a:moveTo>
                  <a:cubicBezTo>
                    <a:pt x="12" y="9"/>
                    <a:pt x="10" y="6"/>
                    <a:pt x="10" y="5"/>
                  </a:cubicBezTo>
                  <a:cubicBezTo>
                    <a:pt x="10" y="4"/>
                    <a:pt x="11" y="3"/>
                    <a:pt x="11" y="2"/>
                  </a:cubicBezTo>
                  <a:cubicBezTo>
                    <a:pt x="10" y="1"/>
                    <a:pt x="9" y="0"/>
                    <a:pt x="8" y="0"/>
                  </a:cubicBezTo>
                  <a:cubicBezTo>
                    <a:pt x="7" y="0"/>
                    <a:pt x="5" y="1"/>
                    <a:pt x="4" y="1"/>
                  </a:cubicBezTo>
                  <a:cubicBezTo>
                    <a:pt x="4" y="2"/>
                    <a:pt x="3" y="4"/>
                    <a:pt x="2" y="5"/>
                  </a:cubicBezTo>
                  <a:cubicBezTo>
                    <a:pt x="2" y="5"/>
                    <a:pt x="1" y="5"/>
                    <a:pt x="1" y="5"/>
                  </a:cubicBezTo>
                  <a:cubicBezTo>
                    <a:pt x="0" y="6"/>
                    <a:pt x="1" y="8"/>
                    <a:pt x="2" y="8"/>
                  </a:cubicBezTo>
                  <a:cubicBezTo>
                    <a:pt x="2" y="9"/>
                    <a:pt x="5" y="9"/>
                    <a:pt x="6" y="9"/>
                  </a:cubicBezTo>
                  <a:cubicBezTo>
                    <a:pt x="6" y="9"/>
                    <a:pt x="8" y="10"/>
                    <a:pt x="8" y="10"/>
                  </a:cubicBezTo>
                  <a:cubicBezTo>
                    <a:pt x="9" y="10"/>
                    <a:pt x="11" y="10"/>
                    <a:pt x="11"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82"/>
            <p:cNvSpPr>
              <a:spLocks/>
            </p:cNvSpPr>
            <p:nvPr/>
          </p:nvSpPr>
          <p:spPr bwMode="auto">
            <a:xfrm>
              <a:off x="5948363" y="2501901"/>
              <a:ext cx="12700" cy="9525"/>
            </a:xfrm>
            <a:custGeom>
              <a:avLst/>
              <a:gdLst/>
              <a:ahLst/>
              <a:cxnLst>
                <a:cxn ang="0">
                  <a:pos x="6" y="4"/>
                </a:cxn>
                <a:cxn ang="0">
                  <a:pos x="5" y="6"/>
                </a:cxn>
                <a:cxn ang="0">
                  <a:pos x="1" y="6"/>
                </a:cxn>
                <a:cxn ang="0">
                  <a:pos x="1" y="4"/>
                </a:cxn>
                <a:cxn ang="0">
                  <a:pos x="3" y="3"/>
                </a:cxn>
                <a:cxn ang="0">
                  <a:pos x="4" y="1"/>
                </a:cxn>
                <a:cxn ang="0">
                  <a:pos x="6" y="1"/>
                </a:cxn>
                <a:cxn ang="0">
                  <a:pos x="7" y="2"/>
                </a:cxn>
                <a:cxn ang="0">
                  <a:pos x="6" y="4"/>
                </a:cxn>
              </a:cxnLst>
              <a:rect l="0" t="0" r="r" b="b"/>
              <a:pathLst>
                <a:path w="7" h="6">
                  <a:moveTo>
                    <a:pt x="6" y="4"/>
                  </a:moveTo>
                  <a:cubicBezTo>
                    <a:pt x="6" y="5"/>
                    <a:pt x="6" y="5"/>
                    <a:pt x="5" y="6"/>
                  </a:cubicBezTo>
                  <a:cubicBezTo>
                    <a:pt x="4" y="6"/>
                    <a:pt x="2" y="6"/>
                    <a:pt x="1" y="6"/>
                  </a:cubicBezTo>
                  <a:cubicBezTo>
                    <a:pt x="1" y="6"/>
                    <a:pt x="0" y="5"/>
                    <a:pt x="1" y="4"/>
                  </a:cubicBezTo>
                  <a:cubicBezTo>
                    <a:pt x="1" y="3"/>
                    <a:pt x="3" y="3"/>
                    <a:pt x="3" y="3"/>
                  </a:cubicBezTo>
                  <a:cubicBezTo>
                    <a:pt x="4" y="2"/>
                    <a:pt x="3" y="1"/>
                    <a:pt x="4" y="1"/>
                  </a:cubicBezTo>
                  <a:cubicBezTo>
                    <a:pt x="4" y="0"/>
                    <a:pt x="6" y="1"/>
                    <a:pt x="6" y="1"/>
                  </a:cubicBezTo>
                  <a:cubicBezTo>
                    <a:pt x="6" y="1"/>
                    <a:pt x="7" y="2"/>
                    <a:pt x="7" y="2"/>
                  </a:cubicBezTo>
                  <a:cubicBezTo>
                    <a:pt x="7" y="3"/>
                    <a:pt x="7"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83"/>
            <p:cNvSpPr>
              <a:spLocks/>
            </p:cNvSpPr>
            <p:nvPr/>
          </p:nvSpPr>
          <p:spPr bwMode="auto">
            <a:xfrm>
              <a:off x="5945188" y="2506663"/>
              <a:ext cx="39688" cy="39688"/>
            </a:xfrm>
            <a:custGeom>
              <a:avLst/>
              <a:gdLst/>
              <a:ahLst/>
              <a:cxnLst>
                <a:cxn ang="0">
                  <a:pos x="19" y="14"/>
                </a:cxn>
                <a:cxn ang="0">
                  <a:pos x="22" y="10"/>
                </a:cxn>
                <a:cxn ang="0">
                  <a:pos x="23" y="7"/>
                </a:cxn>
                <a:cxn ang="0">
                  <a:pos x="21" y="3"/>
                </a:cxn>
                <a:cxn ang="0">
                  <a:pos x="16" y="1"/>
                </a:cxn>
                <a:cxn ang="0">
                  <a:pos x="13" y="5"/>
                </a:cxn>
                <a:cxn ang="0">
                  <a:pos x="9" y="8"/>
                </a:cxn>
                <a:cxn ang="0">
                  <a:pos x="5" y="10"/>
                </a:cxn>
                <a:cxn ang="0">
                  <a:pos x="4" y="13"/>
                </a:cxn>
                <a:cxn ang="0">
                  <a:pos x="3" y="17"/>
                </a:cxn>
                <a:cxn ang="0">
                  <a:pos x="0" y="18"/>
                </a:cxn>
                <a:cxn ang="0">
                  <a:pos x="0" y="21"/>
                </a:cxn>
                <a:cxn ang="0">
                  <a:pos x="5" y="23"/>
                </a:cxn>
                <a:cxn ang="0">
                  <a:pos x="8" y="21"/>
                </a:cxn>
                <a:cxn ang="0">
                  <a:pos x="13" y="20"/>
                </a:cxn>
                <a:cxn ang="0">
                  <a:pos x="15" y="18"/>
                </a:cxn>
                <a:cxn ang="0">
                  <a:pos x="17" y="15"/>
                </a:cxn>
                <a:cxn ang="0">
                  <a:pos x="19" y="14"/>
                </a:cxn>
              </a:cxnLst>
              <a:rect l="0" t="0" r="r" b="b"/>
              <a:pathLst>
                <a:path w="23" h="23">
                  <a:moveTo>
                    <a:pt x="19" y="14"/>
                  </a:moveTo>
                  <a:cubicBezTo>
                    <a:pt x="20" y="13"/>
                    <a:pt x="22" y="11"/>
                    <a:pt x="22" y="10"/>
                  </a:cubicBezTo>
                  <a:cubicBezTo>
                    <a:pt x="23" y="10"/>
                    <a:pt x="23" y="8"/>
                    <a:pt x="23" y="7"/>
                  </a:cubicBezTo>
                  <a:cubicBezTo>
                    <a:pt x="23" y="6"/>
                    <a:pt x="22" y="4"/>
                    <a:pt x="21" y="3"/>
                  </a:cubicBezTo>
                  <a:cubicBezTo>
                    <a:pt x="20" y="2"/>
                    <a:pt x="17" y="0"/>
                    <a:pt x="16" y="1"/>
                  </a:cubicBezTo>
                  <a:cubicBezTo>
                    <a:pt x="14" y="1"/>
                    <a:pt x="14" y="4"/>
                    <a:pt x="13" y="5"/>
                  </a:cubicBezTo>
                  <a:cubicBezTo>
                    <a:pt x="12" y="6"/>
                    <a:pt x="10" y="7"/>
                    <a:pt x="9" y="8"/>
                  </a:cubicBezTo>
                  <a:cubicBezTo>
                    <a:pt x="8" y="9"/>
                    <a:pt x="6" y="9"/>
                    <a:pt x="5" y="10"/>
                  </a:cubicBezTo>
                  <a:cubicBezTo>
                    <a:pt x="5" y="11"/>
                    <a:pt x="5" y="13"/>
                    <a:pt x="4" y="13"/>
                  </a:cubicBezTo>
                  <a:cubicBezTo>
                    <a:pt x="4" y="14"/>
                    <a:pt x="3" y="16"/>
                    <a:pt x="3" y="17"/>
                  </a:cubicBezTo>
                  <a:cubicBezTo>
                    <a:pt x="2" y="17"/>
                    <a:pt x="0" y="17"/>
                    <a:pt x="0" y="18"/>
                  </a:cubicBezTo>
                  <a:cubicBezTo>
                    <a:pt x="0" y="19"/>
                    <a:pt x="0" y="20"/>
                    <a:pt x="0" y="21"/>
                  </a:cubicBezTo>
                  <a:cubicBezTo>
                    <a:pt x="1" y="22"/>
                    <a:pt x="4" y="23"/>
                    <a:pt x="5" y="23"/>
                  </a:cubicBezTo>
                  <a:cubicBezTo>
                    <a:pt x="6" y="23"/>
                    <a:pt x="7" y="21"/>
                    <a:pt x="8" y="21"/>
                  </a:cubicBezTo>
                  <a:cubicBezTo>
                    <a:pt x="9" y="20"/>
                    <a:pt x="12" y="20"/>
                    <a:pt x="13" y="20"/>
                  </a:cubicBezTo>
                  <a:cubicBezTo>
                    <a:pt x="14" y="19"/>
                    <a:pt x="15" y="18"/>
                    <a:pt x="15" y="18"/>
                  </a:cubicBezTo>
                  <a:cubicBezTo>
                    <a:pt x="16" y="17"/>
                    <a:pt x="16" y="16"/>
                    <a:pt x="17" y="15"/>
                  </a:cubicBezTo>
                  <a:cubicBezTo>
                    <a:pt x="17" y="15"/>
                    <a:pt x="18" y="14"/>
                    <a:pt x="19" y="1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84"/>
            <p:cNvSpPr>
              <a:spLocks/>
            </p:cNvSpPr>
            <p:nvPr/>
          </p:nvSpPr>
          <p:spPr bwMode="auto">
            <a:xfrm>
              <a:off x="5953125" y="2547938"/>
              <a:ext cx="60325" cy="38100"/>
            </a:xfrm>
            <a:custGeom>
              <a:avLst/>
              <a:gdLst/>
              <a:ahLst/>
              <a:cxnLst>
                <a:cxn ang="0">
                  <a:pos x="34" y="1"/>
                </a:cxn>
                <a:cxn ang="0">
                  <a:pos x="31" y="4"/>
                </a:cxn>
                <a:cxn ang="0">
                  <a:pos x="27" y="5"/>
                </a:cxn>
                <a:cxn ang="0">
                  <a:pos x="22" y="8"/>
                </a:cxn>
                <a:cxn ang="0">
                  <a:pos x="18" y="12"/>
                </a:cxn>
                <a:cxn ang="0">
                  <a:pos x="15" y="14"/>
                </a:cxn>
                <a:cxn ang="0">
                  <a:pos x="13" y="17"/>
                </a:cxn>
                <a:cxn ang="0">
                  <a:pos x="11" y="20"/>
                </a:cxn>
                <a:cxn ang="0">
                  <a:pos x="7" y="22"/>
                </a:cxn>
                <a:cxn ang="0">
                  <a:pos x="3" y="22"/>
                </a:cxn>
                <a:cxn ang="0">
                  <a:pos x="1" y="20"/>
                </a:cxn>
                <a:cxn ang="0">
                  <a:pos x="1" y="16"/>
                </a:cxn>
                <a:cxn ang="0">
                  <a:pos x="4" y="14"/>
                </a:cxn>
                <a:cxn ang="0">
                  <a:pos x="6" y="11"/>
                </a:cxn>
                <a:cxn ang="0">
                  <a:pos x="7" y="6"/>
                </a:cxn>
                <a:cxn ang="0">
                  <a:pos x="9" y="4"/>
                </a:cxn>
                <a:cxn ang="0">
                  <a:pos x="11" y="1"/>
                </a:cxn>
                <a:cxn ang="0">
                  <a:pos x="15" y="0"/>
                </a:cxn>
                <a:cxn ang="0">
                  <a:pos x="20" y="1"/>
                </a:cxn>
                <a:cxn ang="0">
                  <a:pos x="26" y="0"/>
                </a:cxn>
                <a:cxn ang="0">
                  <a:pos x="30" y="0"/>
                </a:cxn>
                <a:cxn ang="0">
                  <a:pos x="34" y="1"/>
                </a:cxn>
              </a:cxnLst>
              <a:rect l="0" t="0" r="r" b="b"/>
              <a:pathLst>
                <a:path w="35" h="22">
                  <a:moveTo>
                    <a:pt x="34" y="1"/>
                  </a:moveTo>
                  <a:cubicBezTo>
                    <a:pt x="35" y="2"/>
                    <a:pt x="32" y="3"/>
                    <a:pt x="31" y="4"/>
                  </a:cubicBezTo>
                  <a:cubicBezTo>
                    <a:pt x="30" y="5"/>
                    <a:pt x="28" y="5"/>
                    <a:pt x="27" y="5"/>
                  </a:cubicBezTo>
                  <a:cubicBezTo>
                    <a:pt x="26" y="6"/>
                    <a:pt x="23" y="8"/>
                    <a:pt x="22" y="8"/>
                  </a:cubicBezTo>
                  <a:cubicBezTo>
                    <a:pt x="21" y="9"/>
                    <a:pt x="19" y="11"/>
                    <a:pt x="18" y="12"/>
                  </a:cubicBezTo>
                  <a:cubicBezTo>
                    <a:pt x="17" y="13"/>
                    <a:pt x="15" y="14"/>
                    <a:pt x="15" y="14"/>
                  </a:cubicBezTo>
                  <a:cubicBezTo>
                    <a:pt x="14" y="15"/>
                    <a:pt x="13" y="16"/>
                    <a:pt x="13" y="17"/>
                  </a:cubicBezTo>
                  <a:cubicBezTo>
                    <a:pt x="12" y="18"/>
                    <a:pt x="12" y="19"/>
                    <a:pt x="11" y="20"/>
                  </a:cubicBezTo>
                  <a:cubicBezTo>
                    <a:pt x="10" y="21"/>
                    <a:pt x="8" y="22"/>
                    <a:pt x="7" y="22"/>
                  </a:cubicBezTo>
                  <a:cubicBezTo>
                    <a:pt x="6" y="22"/>
                    <a:pt x="4" y="22"/>
                    <a:pt x="3" y="22"/>
                  </a:cubicBezTo>
                  <a:cubicBezTo>
                    <a:pt x="2" y="22"/>
                    <a:pt x="1" y="21"/>
                    <a:pt x="1" y="20"/>
                  </a:cubicBezTo>
                  <a:cubicBezTo>
                    <a:pt x="0" y="19"/>
                    <a:pt x="0" y="17"/>
                    <a:pt x="1" y="16"/>
                  </a:cubicBezTo>
                  <a:cubicBezTo>
                    <a:pt x="1" y="15"/>
                    <a:pt x="4" y="14"/>
                    <a:pt x="4" y="14"/>
                  </a:cubicBezTo>
                  <a:cubicBezTo>
                    <a:pt x="5" y="13"/>
                    <a:pt x="6" y="12"/>
                    <a:pt x="6" y="11"/>
                  </a:cubicBezTo>
                  <a:cubicBezTo>
                    <a:pt x="7" y="10"/>
                    <a:pt x="6" y="7"/>
                    <a:pt x="7" y="6"/>
                  </a:cubicBezTo>
                  <a:cubicBezTo>
                    <a:pt x="7" y="5"/>
                    <a:pt x="9" y="5"/>
                    <a:pt x="9" y="4"/>
                  </a:cubicBezTo>
                  <a:cubicBezTo>
                    <a:pt x="10" y="3"/>
                    <a:pt x="10" y="2"/>
                    <a:pt x="11" y="1"/>
                  </a:cubicBezTo>
                  <a:cubicBezTo>
                    <a:pt x="12" y="1"/>
                    <a:pt x="14" y="0"/>
                    <a:pt x="15" y="0"/>
                  </a:cubicBezTo>
                  <a:cubicBezTo>
                    <a:pt x="16" y="0"/>
                    <a:pt x="19" y="1"/>
                    <a:pt x="20" y="1"/>
                  </a:cubicBezTo>
                  <a:cubicBezTo>
                    <a:pt x="22" y="1"/>
                    <a:pt x="24" y="0"/>
                    <a:pt x="26" y="0"/>
                  </a:cubicBezTo>
                  <a:cubicBezTo>
                    <a:pt x="27" y="0"/>
                    <a:pt x="29" y="0"/>
                    <a:pt x="30" y="0"/>
                  </a:cubicBezTo>
                  <a:cubicBezTo>
                    <a:pt x="31" y="0"/>
                    <a:pt x="34" y="0"/>
                    <a:pt x="34"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85"/>
            <p:cNvSpPr>
              <a:spLocks/>
            </p:cNvSpPr>
            <p:nvPr/>
          </p:nvSpPr>
          <p:spPr bwMode="auto">
            <a:xfrm>
              <a:off x="5935663" y="2570163"/>
              <a:ext cx="12700" cy="19050"/>
            </a:xfrm>
            <a:custGeom>
              <a:avLst/>
              <a:gdLst/>
              <a:ahLst/>
              <a:cxnLst>
                <a:cxn ang="0">
                  <a:pos x="6" y="5"/>
                </a:cxn>
                <a:cxn ang="0">
                  <a:pos x="3" y="7"/>
                </a:cxn>
                <a:cxn ang="0">
                  <a:pos x="2" y="11"/>
                </a:cxn>
                <a:cxn ang="0">
                  <a:pos x="0" y="9"/>
                </a:cxn>
                <a:cxn ang="0">
                  <a:pos x="0" y="5"/>
                </a:cxn>
                <a:cxn ang="0">
                  <a:pos x="3" y="3"/>
                </a:cxn>
                <a:cxn ang="0">
                  <a:pos x="4" y="1"/>
                </a:cxn>
                <a:cxn ang="0">
                  <a:pos x="6" y="1"/>
                </a:cxn>
                <a:cxn ang="0">
                  <a:pos x="7" y="3"/>
                </a:cxn>
                <a:cxn ang="0">
                  <a:pos x="6" y="5"/>
                </a:cxn>
              </a:cxnLst>
              <a:rect l="0" t="0" r="r" b="b"/>
              <a:pathLst>
                <a:path w="7" h="11">
                  <a:moveTo>
                    <a:pt x="6" y="5"/>
                  </a:moveTo>
                  <a:cubicBezTo>
                    <a:pt x="5" y="6"/>
                    <a:pt x="4" y="7"/>
                    <a:pt x="3" y="7"/>
                  </a:cubicBezTo>
                  <a:cubicBezTo>
                    <a:pt x="3" y="8"/>
                    <a:pt x="3" y="11"/>
                    <a:pt x="2" y="11"/>
                  </a:cubicBezTo>
                  <a:cubicBezTo>
                    <a:pt x="1" y="11"/>
                    <a:pt x="0" y="10"/>
                    <a:pt x="0" y="9"/>
                  </a:cubicBezTo>
                  <a:cubicBezTo>
                    <a:pt x="0" y="8"/>
                    <a:pt x="0" y="6"/>
                    <a:pt x="0" y="5"/>
                  </a:cubicBezTo>
                  <a:cubicBezTo>
                    <a:pt x="0" y="4"/>
                    <a:pt x="2" y="3"/>
                    <a:pt x="3" y="3"/>
                  </a:cubicBezTo>
                  <a:cubicBezTo>
                    <a:pt x="3" y="2"/>
                    <a:pt x="3" y="1"/>
                    <a:pt x="4" y="1"/>
                  </a:cubicBezTo>
                  <a:cubicBezTo>
                    <a:pt x="4" y="0"/>
                    <a:pt x="6" y="0"/>
                    <a:pt x="6" y="1"/>
                  </a:cubicBezTo>
                  <a:cubicBezTo>
                    <a:pt x="7" y="1"/>
                    <a:pt x="7" y="2"/>
                    <a:pt x="7" y="3"/>
                  </a:cubicBezTo>
                  <a:cubicBezTo>
                    <a:pt x="6" y="3"/>
                    <a:pt x="6" y="5"/>
                    <a:pt x="6"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86"/>
            <p:cNvSpPr>
              <a:spLocks/>
            </p:cNvSpPr>
            <p:nvPr/>
          </p:nvSpPr>
          <p:spPr bwMode="auto">
            <a:xfrm>
              <a:off x="5951538" y="2592388"/>
              <a:ext cx="14288" cy="11113"/>
            </a:xfrm>
            <a:custGeom>
              <a:avLst/>
              <a:gdLst/>
              <a:ahLst/>
              <a:cxnLst>
                <a:cxn ang="0">
                  <a:pos x="6" y="5"/>
                </a:cxn>
                <a:cxn ang="0">
                  <a:pos x="4" y="6"/>
                </a:cxn>
                <a:cxn ang="0">
                  <a:pos x="0" y="6"/>
                </a:cxn>
                <a:cxn ang="0">
                  <a:pos x="0" y="4"/>
                </a:cxn>
                <a:cxn ang="0">
                  <a:pos x="3" y="2"/>
                </a:cxn>
                <a:cxn ang="0">
                  <a:pos x="4" y="0"/>
                </a:cxn>
                <a:cxn ang="0">
                  <a:pos x="7" y="0"/>
                </a:cxn>
                <a:cxn ang="0">
                  <a:pos x="8" y="3"/>
                </a:cxn>
                <a:cxn ang="0">
                  <a:pos x="6" y="5"/>
                </a:cxn>
              </a:cxnLst>
              <a:rect l="0" t="0" r="r" b="b"/>
              <a:pathLst>
                <a:path w="8" h="6">
                  <a:moveTo>
                    <a:pt x="6" y="5"/>
                  </a:moveTo>
                  <a:cubicBezTo>
                    <a:pt x="6" y="5"/>
                    <a:pt x="5" y="6"/>
                    <a:pt x="4" y="6"/>
                  </a:cubicBezTo>
                  <a:cubicBezTo>
                    <a:pt x="3" y="6"/>
                    <a:pt x="1" y="6"/>
                    <a:pt x="0" y="6"/>
                  </a:cubicBezTo>
                  <a:cubicBezTo>
                    <a:pt x="0" y="5"/>
                    <a:pt x="0" y="4"/>
                    <a:pt x="0" y="4"/>
                  </a:cubicBezTo>
                  <a:cubicBezTo>
                    <a:pt x="0" y="3"/>
                    <a:pt x="2" y="3"/>
                    <a:pt x="3" y="2"/>
                  </a:cubicBezTo>
                  <a:cubicBezTo>
                    <a:pt x="3" y="2"/>
                    <a:pt x="4" y="0"/>
                    <a:pt x="4" y="0"/>
                  </a:cubicBezTo>
                  <a:cubicBezTo>
                    <a:pt x="5" y="0"/>
                    <a:pt x="6" y="0"/>
                    <a:pt x="7" y="0"/>
                  </a:cubicBezTo>
                  <a:cubicBezTo>
                    <a:pt x="7" y="1"/>
                    <a:pt x="8" y="2"/>
                    <a:pt x="8" y="3"/>
                  </a:cubicBezTo>
                  <a:cubicBezTo>
                    <a:pt x="8" y="3"/>
                    <a:pt x="7" y="5"/>
                    <a:pt x="6"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87"/>
            <p:cNvSpPr>
              <a:spLocks/>
            </p:cNvSpPr>
            <p:nvPr/>
          </p:nvSpPr>
          <p:spPr bwMode="auto">
            <a:xfrm>
              <a:off x="5953125" y="2609851"/>
              <a:ext cx="11113" cy="11113"/>
            </a:xfrm>
            <a:custGeom>
              <a:avLst/>
              <a:gdLst/>
              <a:ahLst/>
              <a:cxnLst>
                <a:cxn ang="0">
                  <a:pos x="5" y="1"/>
                </a:cxn>
                <a:cxn ang="0">
                  <a:pos x="3" y="0"/>
                </a:cxn>
                <a:cxn ang="0">
                  <a:pos x="1" y="2"/>
                </a:cxn>
                <a:cxn ang="0">
                  <a:pos x="1" y="5"/>
                </a:cxn>
                <a:cxn ang="0">
                  <a:pos x="3" y="6"/>
                </a:cxn>
                <a:cxn ang="0">
                  <a:pos x="5" y="5"/>
                </a:cxn>
                <a:cxn ang="0">
                  <a:pos x="6" y="2"/>
                </a:cxn>
                <a:cxn ang="0">
                  <a:pos x="5" y="1"/>
                </a:cxn>
              </a:cxnLst>
              <a:rect l="0" t="0" r="r" b="b"/>
              <a:pathLst>
                <a:path w="6" h="6">
                  <a:moveTo>
                    <a:pt x="5" y="1"/>
                  </a:moveTo>
                  <a:cubicBezTo>
                    <a:pt x="5" y="0"/>
                    <a:pt x="3" y="0"/>
                    <a:pt x="3" y="0"/>
                  </a:cubicBezTo>
                  <a:cubicBezTo>
                    <a:pt x="2" y="0"/>
                    <a:pt x="1" y="1"/>
                    <a:pt x="1" y="2"/>
                  </a:cubicBezTo>
                  <a:cubicBezTo>
                    <a:pt x="0" y="2"/>
                    <a:pt x="0" y="4"/>
                    <a:pt x="1" y="5"/>
                  </a:cubicBezTo>
                  <a:cubicBezTo>
                    <a:pt x="1" y="6"/>
                    <a:pt x="2" y="6"/>
                    <a:pt x="3" y="6"/>
                  </a:cubicBezTo>
                  <a:cubicBezTo>
                    <a:pt x="4" y="6"/>
                    <a:pt x="5" y="6"/>
                    <a:pt x="5" y="5"/>
                  </a:cubicBezTo>
                  <a:cubicBezTo>
                    <a:pt x="6" y="5"/>
                    <a:pt x="6" y="3"/>
                    <a:pt x="6" y="2"/>
                  </a:cubicBezTo>
                  <a:cubicBezTo>
                    <a:pt x="6" y="2"/>
                    <a:pt x="6" y="1"/>
                    <a:pt x="5"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88"/>
            <p:cNvSpPr>
              <a:spLocks/>
            </p:cNvSpPr>
            <p:nvPr/>
          </p:nvSpPr>
          <p:spPr bwMode="auto">
            <a:xfrm>
              <a:off x="5969000" y="2598738"/>
              <a:ext cx="9525" cy="11113"/>
            </a:xfrm>
            <a:custGeom>
              <a:avLst/>
              <a:gdLst/>
              <a:ahLst/>
              <a:cxnLst>
                <a:cxn ang="0">
                  <a:pos x="5" y="5"/>
                </a:cxn>
                <a:cxn ang="0">
                  <a:pos x="2" y="7"/>
                </a:cxn>
                <a:cxn ang="0">
                  <a:pos x="1" y="5"/>
                </a:cxn>
                <a:cxn ang="0">
                  <a:pos x="1" y="2"/>
                </a:cxn>
                <a:cxn ang="0">
                  <a:pos x="3" y="0"/>
                </a:cxn>
                <a:cxn ang="0">
                  <a:pos x="5" y="1"/>
                </a:cxn>
                <a:cxn ang="0">
                  <a:pos x="5" y="5"/>
                </a:cxn>
              </a:cxnLst>
              <a:rect l="0" t="0" r="r" b="b"/>
              <a:pathLst>
                <a:path w="5" h="7">
                  <a:moveTo>
                    <a:pt x="5" y="5"/>
                  </a:moveTo>
                  <a:cubicBezTo>
                    <a:pt x="4" y="6"/>
                    <a:pt x="3" y="7"/>
                    <a:pt x="2" y="7"/>
                  </a:cubicBezTo>
                  <a:cubicBezTo>
                    <a:pt x="2" y="7"/>
                    <a:pt x="1" y="6"/>
                    <a:pt x="1" y="5"/>
                  </a:cubicBezTo>
                  <a:cubicBezTo>
                    <a:pt x="1" y="4"/>
                    <a:pt x="0" y="3"/>
                    <a:pt x="1" y="2"/>
                  </a:cubicBezTo>
                  <a:cubicBezTo>
                    <a:pt x="1" y="1"/>
                    <a:pt x="2" y="0"/>
                    <a:pt x="3" y="0"/>
                  </a:cubicBezTo>
                  <a:cubicBezTo>
                    <a:pt x="4" y="0"/>
                    <a:pt x="4" y="1"/>
                    <a:pt x="5" y="1"/>
                  </a:cubicBezTo>
                  <a:cubicBezTo>
                    <a:pt x="5" y="2"/>
                    <a:pt x="5" y="4"/>
                    <a:pt x="5"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89"/>
            <p:cNvSpPr>
              <a:spLocks/>
            </p:cNvSpPr>
            <p:nvPr/>
          </p:nvSpPr>
          <p:spPr bwMode="auto">
            <a:xfrm>
              <a:off x="5872163" y="2630488"/>
              <a:ext cx="31750" cy="38100"/>
            </a:xfrm>
            <a:custGeom>
              <a:avLst/>
              <a:gdLst/>
              <a:ahLst/>
              <a:cxnLst>
                <a:cxn ang="0">
                  <a:pos x="16" y="10"/>
                </a:cxn>
                <a:cxn ang="0">
                  <a:pos x="18" y="7"/>
                </a:cxn>
                <a:cxn ang="0">
                  <a:pos x="16" y="2"/>
                </a:cxn>
                <a:cxn ang="0">
                  <a:pos x="12" y="1"/>
                </a:cxn>
                <a:cxn ang="0">
                  <a:pos x="7" y="4"/>
                </a:cxn>
                <a:cxn ang="0">
                  <a:pos x="3" y="6"/>
                </a:cxn>
                <a:cxn ang="0">
                  <a:pos x="2" y="10"/>
                </a:cxn>
                <a:cxn ang="0">
                  <a:pos x="1" y="13"/>
                </a:cxn>
                <a:cxn ang="0">
                  <a:pos x="3" y="18"/>
                </a:cxn>
                <a:cxn ang="0">
                  <a:pos x="7" y="18"/>
                </a:cxn>
                <a:cxn ang="0">
                  <a:pos x="9" y="21"/>
                </a:cxn>
                <a:cxn ang="0">
                  <a:pos x="12" y="21"/>
                </a:cxn>
                <a:cxn ang="0">
                  <a:pos x="15" y="19"/>
                </a:cxn>
                <a:cxn ang="0">
                  <a:pos x="15" y="14"/>
                </a:cxn>
                <a:cxn ang="0">
                  <a:pos x="16" y="10"/>
                </a:cxn>
              </a:cxnLst>
              <a:rect l="0" t="0" r="r" b="b"/>
              <a:pathLst>
                <a:path w="18" h="22">
                  <a:moveTo>
                    <a:pt x="16" y="10"/>
                  </a:moveTo>
                  <a:cubicBezTo>
                    <a:pt x="16" y="9"/>
                    <a:pt x="18" y="8"/>
                    <a:pt x="18" y="7"/>
                  </a:cubicBezTo>
                  <a:cubicBezTo>
                    <a:pt x="18" y="6"/>
                    <a:pt x="17" y="3"/>
                    <a:pt x="16" y="2"/>
                  </a:cubicBezTo>
                  <a:cubicBezTo>
                    <a:pt x="15" y="2"/>
                    <a:pt x="13" y="0"/>
                    <a:pt x="12" y="1"/>
                  </a:cubicBezTo>
                  <a:cubicBezTo>
                    <a:pt x="10" y="1"/>
                    <a:pt x="8" y="3"/>
                    <a:pt x="7" y="4"/>
                  </a:cubicBezTo>
                  <a:cubicBezTo>
                    <a:pt x="6" y="5"/>
                    <a:pt x="4" y="6"/>
                    <a:pt x="3" y="6"/>
                  </a:cubicBezTo>
                  <a:cubicBezTo>
                    <a:pt x="3" y="7"/>
                    <a:pt x="2" y="9"/>
                    <a:pt x="2" y="10"/>
                  </a:cubicBezTo>
                  <a:cubicBezTo>
                    <a:pt x="2" y="11"/>
                    <a:pt x="0" y="12"/>
                    <a:pt x="1" y="13"/>
                  </a:cubicBezTo>
                  <a:cubicBezTo>
                    <a:pt x="1" y="15"/>
                    <a:pt x="2" y="17"/>
                    <a:pt x="3" y="18"/>
                  </a:cubicBezTo>
                  <a:cubicBezTo>
                    <a:pt x="4" y="18"/>
                    <a:pt x="6" y="18"/>
                    <a:pt x="7" y="18"/>
                  </a:cubicBezTo>
                  <a:cubicBezTo>
                    <a:pt x="8" y="18"/>
                    <a:pt x="8" y="20"/>
                    <a:pt x="9" y="21"/>
                  </a:cubicBezTo>
                  <a:cubicBezTo>
                    <a:pt x="9" y="21"/>
                    <a:pt x="11" y="22"/>
                    <a:pt x="12" y="21"/>
                  </a:cubicBezTo>
                  <a:cubicBezTo>
                    <a:pt x="13" y="21"/>
                    <a:pt x="14" y="19"/>
                    <a:pt x="15" y="19"/>
                  </a:cubicBezTo>
                  <a:cubicBezTo>
                    <a:pt x="15" y="17"/>
                    <a:pt x="15" y="15"/>
                    <a:pt x="15" y="14"/>
                  </a:cubicBezTo>
                  <a:cubicBezTo>
                    <a:pt x="15" y="13"/>
                    <a:pt x="15" y="11"/>
                    <a:pt x="16"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90"/>
            <p:cNvSpPr>
              <a:spLocks/>
            </p:cNvSpPr>
            <p:nvPr/>
          </p:nvSpPr>
          <p:spPr bwMode="auto">
            <a:xfrm>
              <a:off x="5910263" y="2640013"/>
              <a:ext cx="11113" cy="9525"/>
            </a:xfrm>
            <a:custGeom>
              <a:avLst/>
              <a:gdLst/>
              <a:ahLst/>
              <a:cxnLst>
                <a:cxn ang="0">
                  <a:pos x="6" y="4"/>
                </a:cxn>
                <a:cxn ang="0">
                  <a:pos x="4" y="6"/>
                </a:cxn>
                <a:cxn ang="0">
                  <a:pos x="1" y="5"/>
                </a:cxn>
                <a:cxn ang="0">
                  <a:pos x="1" y="2"/>
                </a:cxn>
                <a:cxn ang="0">
                  <a:pos x="3" y="0"/>
                </a:cxn>
                <a:cxn ang="0">
                  <a:pos x="6" y="1"/>
                </a:cxn>
                <a:cxn ang="0">
                  <a:pos x="6" y="4"/>
                </a:cxn>
              </a:cxnLst>
              <a:rect l="0" t="0" r="r" b="b"/>
              <a:pathLst>
                <a:path w="6" h="6">
                  <a:moveTo>
                    <a:pt x="6" y="4"/>
                  </a:moveTo>
                  <a:cubicBezTo>
                    <a:pt x="6" y="5"/>
                    <a:pt x="4" y="6"/>
                    <a:pt x="4" y="6"/>
                  </a:cubicBezTo>
                  <a:cubicBezTo>
                    <a:pt x="3" y="6"/>
                    <a:pt x="1" y="5"/>
                    <a:pt x="1" y="5"/>
                  </a:cubicBezTo>
                  <a:cubicBezTo>
                    <a:pt x="0" y="4"/>
                    <a:pt x="0" y="3"/>
                    <a:pt x="1" y="2"/>
                  </a:cubicBezTo>
                  <a:cubicBezTo>
                    <a:pt x="1" y="1"/>
                    <a:pt x="2" y="0"/>
                    <a:pt x="3" y="0"/>
                  </a:cubicBezTo>
                  <a:cubicBezTo>
                    <a:pt x="4" y="0"/>
                    <a:pt x="5" y="0"/>
                    <a:pt x="6" y="1"/>
                  </a:cubicBezTo>
                  <a:cubicBezTo>
                    <a:pt x="6" y="2"/>
                    <a:pt x="6"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91"/>
            <p:cNvSpPr>
              <a:spLocks/>
            </p:cNvSpPr>
            <p:nvPr/>
          </p:nvSpPr>
          <p:spPr bwMode="auto">
            <a:xfrm>
              <a:off x="5903913" y="2708276"/>
              <a:ext cx="12700" cy="19050"/>
            </a:xfrm>
            <a:custGeom>
              <a:avLst/>
              <a:gdLst/>
              <a:ahLst/>
              <a:cxnLst>
                <a:cxn ang="0">
                  <a:pos x="6" y="5"/>
                </a:cxn>
                <a:cxn ang="0">
                  <a:pos x="5" y="7"/>
                </a:cxn>
                <a:cxn ang="0">
                  <a:pos x="5" y="9"/>
                </a:cxn>
                <a:cxn ang="0">
                  <a:pos x="4" y="11"/>
                </a:cxn>
                <a:cxn ang="0">
                  <a:pos x="1" y="9"/>
                </a:cxn>
                <a:cxn ang="0">
                  <a:pos x="1" y="5"/>
                </a:cxn>
                <a:cxn ang="0">
                  <a:pos x="2" y="1"/>
                </a:cxn>
                <a:cxn ang="0">
                  <a:pos x="5" y="0"/>
                </a:cxn>
                <a:cxn ang="0">
                  <a:pos x="8" y="0"/>
                </a:cxn>
                <a:cxn ang="0">
                  <a:pos x="8" y="2"/>
                </a:cxn>
                <a:cxn ang="0">
                  <a:pos x="7" y="4"/>
                </a:cxn>
                <a:cxn ang="0">
                  <a:pos x="6" y="5"/>
                </a:cxn>
              </a:cxnLst>
              <a:rect l="0" t="0" r="r" b="b"/>
              <a:pathLst>
                <a:path w="8" h="11">
                  <a:moveTo>
                    <a:pt x="6" y="5"/>
                  </a:moveTo>
                  <a:cubicBezTo>
                    <a:pt x="6" y="5"/>
                    <a:pt x="5" y="6"/>
                    <a:pt x="5" y="7"/>
                  </a:cubicBezTo>
                  <a:cubicBezTo>
                    <a:pt x="5" y="7"/>
                    <a:pt x="6" y="9"/>
                    <a:pt x="5" y="9"/>
                  </a:cubicBezTo>
                  <a:cubicBezTo>
                    <a:pt x="5" y="10"/>
                    <a:pt x="4" y="11"/>
                    <a:pt x="4" y="11"/>
                  </a:cubicBezTo>
                  <a:cubicBezTo>
                    <a:pt x="3" y="11"/>
                    <a:pt x="1" y="10"/>
                    <a:pt x="1" y="9"/>
                  </a:cubicBezTo>
                  <a:cubicBezTo>
                    <a:pt x="0" y="8"/>
                    <a:pt x="1" y="6"/>
                    <a:pt x="1" y="5"/>
                  </a:cubicBezTo>
                  <a:cubicBezTo>
                    <a:pt x="1" y="4"/>
                    <a:pt x="1" y="1"/>
                    <a:pt x="2" y="1"/>
                  </a:cubicBezTo>
                  <a:cubicBezTo>
                    <a:pt x="2" y="0"/>
                    <a:pt x="4" y="0"/>
                    <a:pt x="5" y="0"/>
                  </a:cubicBezTo>
                  <a:cubicBezTo>
                    <a:pt x="6" y="0"/>
                    <a:pt x="7" y="0"/>
                    <a:pt x="8" y="0"/>
                  </a:cubicBezTo>
                  <a:cubicBezTo>
                    <a:pt x="8" y="1"/>
                    <a:pt x="8" y="2"/>
                    <a:pt x="8" y="2"/>
                  </a:cubicBezTo>
                  <a:cubicBezTo>
                    <a:pt x="8" y="3"/>
                    <a:pt x="8" y="4"/>
                    <a:pt x="7" y="4"/>
                  </a:cubicBezTo>
                  <a:cubicBezTo>
                    <a:pt x="7" y="4"/>
                    <a:pt x="6" y="5"/>
                    <a:pt x="6"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92"/>
            <p:cNvSpPr>
              <a:spLocks/>
            </p:cNvSpPr>
            <p:nvPr/>
          </p:nvSpPr>
          <p:spPr bwMode="auto">
            <a:xfrm>
              <a:off x="5907088" y="2678113"/>
              <a:ext cx="49213" cy="98425"/>
            </a:xfrm>
            <a:custGeom>
              <a:avLst/>
              <a:gdLst/>
              <a:ahLst/>
              <a:cxnLst>
                <a:cxn ang="0">
                  <a:pos x="16" y="19"/>
                </a:cxn>
                <a:cxn ang="0">
                  <a:pos x="15" y="15"/>
                </a:cxn>
                <a:cxn ang="0">
                  <a:pos x="12" y="12"/>
                </a:cxn>
                <a:cxn ang="0">
                  <a:pos x="12" y="6"/>
                </a:cxn>
                <a:cxn ang="0">
                  <a:pos x="13" y="3"/>
                </a:cxn>
                <a:cxn ang="0">
                  <a:pos x="18" y="0"/>
                </a:cxn>
                <a:cxn ang="0">
                  <a:pos x="20" y="3"/>
                </a:cxn>
                <a:cxn ang="0">
                  <a:pos x="20" y="6"/>
                </a:cxn>
                <a:cxn ang="0">
                  <a:pos x="24" y="10"/>
                </a:cxn>
                <a:cxn ang="0">
                  <a:pos x="28" y="15"/>
                </a:cxn>
                <a:cxn ang="0">
                  <a:pos x="29" y="20"/>
                </a:cxn>
                <a:cxn ang="0">
                  <a:pos x="28" y="25"/>
                </a:cxn>
                <a:cxn ang="0">
                  <a:pos x="27" y="32"/>
                </a:cxn>
                <a:cxn ang="0">
                  <a:pos x="23" y="34"/>
                </a:cxn>
                <a:cxn ang="0">
                  <a:pos x="21" y="37"/>
                </a:cxn>
                <a:cxn ang="0">
                  <a:pos x="19" y="41"/>
                </a:cxn>
                <a:cxn ang="0">
                  <a:pos x="15" y="42"/>
                </a:cxn>
                <a:cxn ang="0">
                  <a:pos x="12" y="42"/>
                </a:cxn>
                <a:cxn ang="0">
                  <a:pos x="10" y="45"/>
                </a:cxn>
                <a:cxn ang="0">
                  <a:pos x="13" y="47"/>
                </a:cxn>
                <a:cxn ang="0">
                  <a:pos x="12" y="50"/>
                </a:cxn>
                <a:cxn ang="0">
                  <a:pos x="10" y="53"/>
                </a:cxn>
                <a:cxn ang="0">
                  <a:pos x="7" y="54"/>
                </a:cxn>
                <a:cxn ang="0">
                  <a:pos x="4" y="57"/>
                </a:cxn>
                <a:cxn ang="0">
                  <a:pos x="0" y="56"/>
                </a:cxn>
                <a:cxn ang="0">
                  <a:pos x="1" y="52"/>
                </a:cxn>
                <a:cxn ang="0">
                  <a:pos x="3" y="48"/>
                </a:cxn>
                <a:cxn ang="0">
                  <a:pos x="2" y="44"/>
                </a:cxn>
                <a:cxn ang="0">
                  <a:pos x="2" y="39"/>
                </a:cxn>
                <a:cxn ang="0">
                  <a:pos x="4" y="36"/>
                </a:cxn>
                <a:cxn ang="0">
                  <a:pos x="10" y="32"/>
                </a:cxn>
                <a:cxn ang="0">
                  <a:pos x="9" y="28"/>
                </a:cxn>
                <a:cxn ang="0">
                  <a:pos x="10" y="24"/>
                </a:cxn>
                <a:cxn ang="0">
                  <a:pos x="13" y="21"/>
                </a:cxn>
                <a:cxn ang="0">
                  <a:pos x="16" y="19"/>
                </a:cxn>
              </a:cxnLst>
              <a:rect l="0" t="0" r="r" b="b"/>
              <a:pathLst>
                <a:path w="29" h="57">
                  <a:moveTo>
                    <a:pt x="16" y="19"/>
                  </a:moveTo>
                  <a:cubicBezTo>
                    <a:pt x="17" y="18"/>
                    <a:pt x="16" y="16"/>
                    <a:pt x="15" y="15"/>
                  </a:cubicBezTo>
                  <a:cubicBezTo>
                    <a:pt x="15" y="14"/>
                    <a:pt x="13" y="13"/>
                    <a:pt x="12" y="12"/>
                  </a:cubicBezTo>
                  <a:cubicBezTo>
                    <a:pt x="12" y="11"/>
                    <a:pt x="12" y="8"/>
                    <a:pt x="12" y="6"/>
                  </a:cubicBezTo>
                  <a:cubicBezTo>
                    <a:pt x="13" y="6"/>
                    <a:pt x="12" y="3"/>
                    <a:pt x="13" y="3"/>
                  </a:cubicBezTo>
                  <a:cubicBezTo>
                    <a:pt x="14" y="1"/>
                    <a:pt x="16" y="0"/>
                    <a:pt x="18" y="0"/>
                  </a:cubicBezTo>
                  <a:cubicBezTo>
                    <a:pt x="18" y="0"/>
                    <a:pt x="19" y="2"/>
                    <a:pt x="20" y="3"/>
                  </a:cubicBezTo>
                  <a:cubicBezTo>
                    <a:pt x="20" y="3"/>
                    <a:pt x="20" y="5"/>
                    <a:pt x="20" y="6"/>
                  </a:cubicBezTo>
                  <a:cubicBezTo>
                    <a:pt x="21" y="8"/>
                    <a:pt x="23" y="9"/>
                    <a:pt x="24" y="10"/>
                  </a:cubicBezTo>
                  <a:cubicBezTo>
                    <a:pt x="25" y="11"/>
                    <a:pt x="27" y="14"/>
                    <a:pt x="28" y="15"/>
                  </a:cubicBezTo>
                  <a:cubicBezTo>
                    <a:pt x="28" y="16"/>
                    <a:pt x="29" y="19"/>
                    <a:pt x="29" y="20"/>
                  </a:cubicBezTo>
                  <a:cubicBezTo>
                    <a:pt x="29" y="21"/>
                    <a:pt x="28" y="24"/>
                    <a:pt x="28" y="25"/>
                  </a:cubicBezTo>
                  <a:cubicBezTo>
                    <a:pt x="27" y="27"/>
                    <a:pt x="28" y="30"/>
                    <a:pt x="27" y="32"/>
                  </a:cubicBezTo>
                  <a:cubicBezTo>
                    <a:pt x="26" y="33"/>
                    <a:pt x="24" y="33"/>
                    <a:pt x="23" y="34"/>
                  </a:cubicBezTo>
                  <a:cubicBezTo>
                    <a:pt x="23" y="35"/>
                    <a:pt x="22" y="36"/>
                    <a:pt x="21" y="37"/>
                  </a:cubicBezTo>
                  <a:cubicBezTo>
                    <a:pt x="21" y="38"/>
                    <a:pt x="20" y="41"/>
                    <a:pt x="19" y="41"/>
                  </a:cubicBezTo>
                  <a:cubicBezTo>
                    <a:pt x="18" y="42"/>
                    <a:pt x="16" y="42"/>
                    <a:pt x="15" y="42"/>
                  </a:cubicBezTo>
                  <a:cubicBezTo>
                    <a:pt x="14" y="42"/>
                    <a:pt x="13" y="42"/>
                    <a:pt x="12" y="42"/>
                  </a:cubicBezTo>
                  <a:cubicBezTo>
                    <a:pt x="11" y="43"/>
                    <a:pt x="10" y="44"/>
                    <a:pt x="10" y="45"/>
                  </a:cubicBezTo>
                  <a:cubicBezTo>
                    <a:pt x="10" y="46"/>
                    <a:pt x="12" y="46"/>
                    <a:pt x="13" y="47"/>
                  </a:cubicBezTo>
                  <a:cubicBezTo>
                    <a:pt x="13" y="48"/>
                    <a:pt x="12" y="49"/>
                    <a:pt x="12" y="50"/>
                  </a:cubicBezTo>
                  <a:cubicBezTo>
                    <a:pt x="12" y="51"/>
                    <a:pt x="10" y="53"/>
                    <a:pt x="10" y="53"/>
                  </a:cubicBezTo>
                  <a:cubicBezTo>
                    <a:pt x="9" y="54"/>
                    <a:pt x="7" y="54"/>
                    <a:pt x="7" y="54"/>
                  </a:cubicBezTo>
                  <a:cubicBezTo>
                    <a:pt x="6" y="55"/>
                    <a:pt x="5" y="57"/>
                    <a:pt x="4" y="57"/>
                  </a:cubicBezTo>
                  <a:cubicBezTo>
                    <a:pt x="3" y="57"/>
                    <a:pt x="1" y="57"/>
                    <a:pt x="0" y="56"/>
                  </a:cubicBezTo>
                  <a:cubicBezTo>
                    <a:pt x="0" y="55"/>
                    <a:pt x="1" y="53"/>
                    <a:pt x="1" y="52"/>
                  </a:cubicBezTo>
                  <a:cubicBezTo>
                    <a:pt x="1" y="51"/>
                    <a:pt x="3" y="49"/>
                    <a:pt x="3" y="48"/>
                  </a:cubicBezTo>
                  <a:cubicBezTo>
                    <a:pt x="3" y="47"/>
                    <a:pt x="2" y="45"/>
                    <a:pt x="2" y="44"/>
                  </a:cubicBezTo>
                  <a:cubicBezTo>
                    <a:pt x="2" y="43"/>
                    <a:pt x="2" y="40"/>
                    <a:pt x="2" y="39"/>
                  </a:cubicBezTo>
                  <a:cubicBezTo>
                    <a:pt x="2" y="38"/>
                    <a:pt x="3" y="36"/>
                    <a:pt x="4" y="36"/>
                  </a:cubicBezTo>
                  <a:cubicBezTo>
                    <a:pt x="5" y="34"/>
                    <a:pt x="9" y="33"/>
                    <a:pt x="10" y="32"/>
                  </a:cubicBezTo>
                  <a:cubicBezTo>
                    <a:pt x="10" y="31"/>
                    <a:pt x="9" y="29"/>
                    <a:pt x="9" y="28"/>
                  </a:cubicBezTo>
                  <a:cubicBezTo>
                    <a:pt x="9" y="27"/>
                    <a:pt x="9" y="25"/>
                    <a:pt x="10" y="24"/>
                  </a:cubicBezTo>
                  <a:cubicBezTo>
                    <a:pt x="10" y="23"/>
                    <a:pt x="12" y="22"/>
                    <a:pt x="13" y="21"/>
                  </a:cubicBezTo>
                  <a:cubicBezTo>
                    <a:pt x="14" y="21"/>
                    <a:pt x="16" y="20"/>
                    <a:pt x="16" y="1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93"/>
            <p:cNvSpPr>
              <a:spLocks/>
            </p:cNvSpPr>
            <p:nvPr/>
          </p:nvSpPr>
          <p:spPr bwMode="auto">
            <a:xfrm>
              <a:off x="5916613" y="2659063"/>
              <a:ext cx="9525" cy="7938"/>
            </a:xfrm>
            <a:custGeom>
              <a:avLst/>
              <a:gdLst/>
              <a:ahLst/>
              <a:cxnLst>
                <a:cxn ang="0">
                  <a:pos x="5" y="2"/>
                </a:cxn>
                <a:cxn ang="0">
                  <a:pos x="3" y="5"/>
                </a:cxn>
                <a:cxn ang="0">
                  <a:pos x="1" y="5"/>
                </a:cxn>
                <a:cxn ang="0">
                  <a:pos x="0" y="2"/>
                </a:cxn>
                <a:cxn ang="0">
                  <a:pos x="1" y="0"/>
                </a:cxn>
                <a:cxn ang="0">
                  <a:pos x="3" y="0"/>
                </a:cxn>
                <a:cxn ang="0">
                  <a:pos x="5" y="2"/>
                </a:cxn>
              </a:cxnLst>
              <a:rect l="0" t="0" r="r" b="b"/>
              <a:pathLst>
                <a:path w="5" h="5">
                  <a:moveTo>
                    <a:pt x="5" y="2"/>
                  </a:moveTo>
                  <a:cubicBezTo>
                    <a:pt x="5" y="3"/>
                    <a:pt x="4" y="4"/>
                    <a:pt x="3" y="5"/>
                  </a:cubicBezTo>
                  <a:cubicBezTo>
                    <a:pt x="3" y="5"/>
                    <a:pt x="1" y="5"/>
                    <a:pt x="1" y="5"/>
                  </a:cubicBezTo>
                  <a:cubicBezTo>
                    <a:pt x="0" y="4"/>
                    <a:pt x="0" y="3"/>
                    <a:pt x="0" y="2"/>
                  </a:cubicBezTo>
                  <a:cubicBezTo>
                    <a:pt x="0" y="2"/>
                    <a:pt x="1" y="0"/>
                    <a:pt x="1" y="0"/>
                  </a:cubicBezTo>
                  <a:cubicBezTo>
                    <a:pt x="2" y="0"/>
                    <a:pt x="3" y="0"/>
                    <a:pt x="3" y="0"/>
                  </a:cubicBezTo>
                  <a:cubicBezTo>
                    <a:pt x="4" y="0"/>
                    <a:pt x="5" y="2"/>
                    <a:pt x="5"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94"/>
            <p:cNvSpPr>
              <a:spLocks/>
            </p:cNvSpPr>
            <p:nvPr/>
          </p:nvSpPr>
          <p:spPr bwMode="auto">
            <a:xfrm>
              <a:off x="5935663" y="2636838"/>
              <a:ext cx="12700" cy="14288"/>
            </a:xfrm>
            <a:custGeom>
              <a:avLst/>
              <a:gdLst/>
              <a:ahLst/>
              <a:cxnLst>
                <a:cxn ang="0">
                  <a:pos x="7" y="2"/>
                </a:cxn>
                <a:cxn ang="0">
                  <a:pos x="6" y="5"/>
                </a:cxn>
                <a:cxn ang="0">
                  <a:pos x="4" y="6"/>
                </a:cxn>
                <a:cxn ang="0">
                  <a:pos x="2" y="9"/>
                </a:cxn>
                <a:cxn ang="0">
                  <a:pos x="1" y="8"/>
                </a:cxn>
                <a:cxn ang="0">
                  <a:pos x="1" y="5"/>
                </a:cxn>
                <a:cxn ang="0">
                  <a:pos x="3" y="3"/>
                </a:cxn>
                <a:cxn ang="0">
                  <a:pos x="4" y="1"/>
                </a:cxn>
                <a:cxn ang="0">
                  <a:pos x="6" y="0"/>
                </a:cxn>
                <a:cxn ang="0">
                  <a:pos x="7" y="2"/>
                </a:cxn>
              </a:cxnLst>
              <a:rect l="0" t="0" r="r" b="b"/>
              <a:pathLst>
                <a:path w="7" h="9">
                  <a:moveTo>
                    <a:pt x="7" y="2"/>
                  </a:moveTo>
                  <a:cubicBezTo>
                    <a:pt x="7" y="2"/>
                    <a:pt x="7" y="4"/>
                    <a:pt x="6" y="5"/>
                  </a:cubicBezTo>
                  <a:cubicBezTo>
                    <a:pt x="6" y="5"/>
                    <a:pt x="5" y="5"/>
                    <a:pt x="4" y="6"/>
                  </a:cubicBezTo>
                  <a:cubicBezTo>
                    <a:pt x="4" y="7"/>
                    <a:pt x="3" y="9"/>
                    <a:pt x="2" y="9"/>
                  </a:cubicBezTo>
                  <a:cubicBezTo>
                    <a:pt x="2" y="9"/>
                    <a:pt x="1" y="8"/>
                    <a:pt x="1" y="8"/>
                  </a:cubicBezTo>
                  <a:cubicBezTo>
                    <a:pt x="0" y="7"/>
                    <a:pt x="0" y="6"/>
                    <a:pt x="1" y="5"/>
                  </a:cubicBezTo>
                  <a:cubicBezTo>
                    <a:pt x="1" y="4"/>
                    <a:pt x="3" y="4"/>
                    <a:pt x="3" y="3"/>
                  </a:cubicBezTo>
                  <a:cubicBezTo>
                    <a:pt x="3" y="3"/>
                    <a:pt x="3" y="1"/>
                    <a:pt x="4" y="1"/>
                  </a:cubicBezTo>
                  <a:cubicBezTo>
                    <a:pt x="4" y="1"/>
                    <a:pt x="6" y="0"/>
                    <a:pt x="6" y="0"/>
                  </a:cubicBezTo>
                  <a:cubicBezTo>
                    <a:pt x="7" y="0"/>
                    <a:pt x="7" y="1"/>
                    <a:pt x="7"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95"/>
            <p:cNvSpPr>
              <a:spLocks/>
            </p:cNvSpPr>
            <p:nvPr/>
          </p:nvSpPr>
          <p:spPr bwMode="auto">
            <a:xfrm>
              <a:off x="5926138" y="2770188"/>
              <a:ext cx="9525" cy="7938"/>
            </a:xfrm>
            <a:custGeom>
              <a:avLst/>
              <a:gdLst/>
              <a:ahLst/>
              <a:cxnLst>
                <a:cxn ang="0">
                  <a:pos x="5" y="4"/>
                </a:cxn>
                <a:cxn ang="0">
                  <a:pos x="3" y="4"/>
                </a:cxn>
                <a:cxn ang="0">
                  <a:pos x="1" y="4"/>
                </a:cxn>
                <a:cxn ang="0">
                  <a:pos x="1" y="2"/>
                </a:cxn>
                <a:cxn ang="0">
                  <a:pos x="3" y="1"/>
                </a:cxn>
                <a:cxn ang="0">
                  <a:pos x="4" y="0"/>
                </a:cxn>
                <a:cxn ang="0">
                  <a:pos x="6" y="1"/>
                </a:cxn>
                <a:cxn ang="0">
                  <a:pos x="5" y="4"/>
                </a:cxn>
              </a:cxnLst>
              <a:rect l="0" t="0" r="r" b="b"/>
              <a:pathLst>
                <a:path w="6" h="4">
                  <a:moveTo>
                    <a:pt x="5" y="4"/>
                  </a:moveTo>
                  <a:cubicBezTo>
                    <a:pt x="5" y="4"/>
                    <a:pt x="4" y="4"/>
                    <a:pt x="3" y="4"/>
                  </a:cubicBezTo>
                  <a:cubicBezTo>
                    <a:pt x="3" y="4"/>
                    <a:pt x="1" y="4"/>
                    <a:pt x="1" y="4"/>
                  </a:cubicBezTo>
                  <a:cubicBezTo>
                    <a:pt x="0" y="3"/>
                    <a:pt x="1" y="2"/>
                    <a:pt x="1" y="2"/>
                  </a:cubicBezTo>
                  <a:cubicBezTo>
                    <a:pt x="1" y="1"/>
                    <a:pt x="2" y="1"/>
                    <a:pt x="3" y="1"/>
                  </a:cubicBezTo>
                  <a:cubicBezTo>
                    <a:pt x="3" y="1"/>
                    <a:pt x="4" y="0"/>
                    <a:pt x="4" y="0"/>
                  </a:cubicBezTo>
                  <a:cubicBezTo>
                    <a:pt x="5" y="0"/>
                    <a:pt x="6" y="1"/>
                    <a:pt x="6" y="1"/>
                  </a:cubicBezTo>
                  <a:cubicBezTo>
                    <a:pt x="6" y="2"/>
                    <a:pt x="6" y="3"/>
                    <a:pt x="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96"/>
            <p:cNvSpPr>
              <a:spLocks/>
            </p:cNvSpPr>
            <p:nvPr/>
          </p:nvSpPr>
          <p:spPr bwMode="auto">
            <a:xfrm>
              <a:off x="5902325" y="2784476"/>
              <a:ext cx="28575" cy="38100"/>
            </a:xfrm>
            <a:custGeom>
              <a:avLst/>
              <a:gdLst/>
              <a:ahLst/>
              <a:cxnLst>
                <a:cxn ang="0">
                  <a:pos x="16" y="2"/>
                </a:cxn>
                <a:cxn ang="0">
                  <a:pos x="12" y="1"/>
                </a:cxn>
                <a:cxn ang="0">
                  <a:pos x="10" y="0"/>
                </a:cxn>
                <a:cxn ang="0">
                  <a:pos x="7" y="0"/>
                </a:cxn>
                <a:cxn ang="0">
                  <a:pos x="6" y="4"/>
                </a:cxn>
                <a:cxn ang="0">
                  <a:pos x="4" y="6"/>
                </a:cxn>
                <a:cxn ang="0">
                  <a:pos x="3" y="10"/>
                </a:cxn>
                <a:cxn ang="0">
                  <a:pos x="3" y="13"/>
                </a:cxn>
                <a:cxn ang="0">
                  <a:pos x="1" y="14"/>
                </a:cxn>
                <a:cxn ang="0">
                  <a:pos x="0" y="17"/>
                </a:cxn>
                <a:cxn ang="0">
                  <a:pos x="2" y="20"/>
                </a:cxn>
                <a:cxn ang="0">
                  <a:pos x="6" y="22"/>
                </a:cxn>
                <a:cxn ang="0">
                  <a:pos x="9" y="21"/>
                </a:cxn>
                <a:cxn ang="0">
                  <a:pos x="12" y="20"/>
                </a:cxn>
                <a:cxn ang="0">
                  <a:pos x="15" y="19"/>
                </a:cxn>
                <a:cxn ang="0">
                  <a:pos x="17" y="17"/>
                </a:cxn>
                <a:cxn ang="0">
                  <a:pos x="16" y="14"/>
                </a:cxn>
                <a:cxn ang="0">
                  <a:pos x="14" y="13"/>
                </a:cxn>
                <a:cxn ang="0">
                  <a:pos x="13" y="11"/>
                </a:cxn>
                <a:cxn ang="0">
                  <a:pos x="14" y="9"/>
                </a:cxn>
                <a:cxn ang="0">
                  <a:pos x="15" y="6"/>
                </a:cxn>
                <a:cxn ang="0">
                  <a:pos x="16" y="2"/>
                </a:cxn>
              </a:cxnLst>
              <a:rect l="0" t="0" r="r" b="b"/>
              <a:pathLst>
                <a:path w="17" h="22">
                  <a:moveTo>
                    <a:pt x="16" y="2"/>
                  </a:moveTo>
                  <a:cubicBezTo>
                    <a:pt x="15" y="1"/>
                    <a:pt x="13" y="2"/>
                    <a:pt x="12" y="1"/>
                  </a:cubicBezTo>
                  <a:cubicBezTo>
                    <a:pt x="12" y="1"/>
                    <a:pt x="11" y="0"/>
                    <a:pt x="10" y="0"/>
                  </a:cubicBezTo>
                  <a:cubicBezTo>
                    <a:pt x="9" y="0"/>
                    <a:pt x="8" y="0"/>
                    <a:pt x="7" y="0"/>
                  </a:cubicBezTo>
                  <a:cubicBezTo>
                    <a:pt x="7" y="1"/>
                    <a:pt x="7" y="3"/>
                    <a:pt x="6" y="4"/>
                  </a:cubicBezTo>
                  <a:cubicBezTo>
                    <a:pt x="6" y="4"/>
                    <a:pt x="5" y="5"/>
                    <a:pt x="4" y="6"/>
                  </a:cubicBezTo>
                  <a:cubicBezTo>
                    <a:pt x="4" y="7"/>
                    <a:pt x="4" y="9"/>
                    <a:pt x="3" y="10"/>
                  </a:cubicBezTo>
                  <a:cubicBezTo>
                    <a:pt x="3" y="11"/>
                    <a:pt x="4" y="13"/>
                    <a:pt x="3" y="13"/>
                  </a:cubicBezTo>
                  <a:cubicBezTo>
                    <a:pt x="3" y="14"/>
                    <a:pt x="1" y="14"/>
                    <a:pt x="1" y="14"/>
                  </a:cubicBezTo>
                  <a:cubicBezTo>
                    <a:pt x="0" y="15"/>
                    <a:pt x="0" y="16"/>
                    <a:pt x="0" y="17"/>
                  </a:cubicBezTo>
                  <a:cubicBezTo>
                    <a:pt x="0" y="18"/>
                    <a:pt x="1" y="19"/>
                    <a:pt x="2" y="20"/>
                  </a:cubicBezTo>
                  <a:cubicBezTo>
                    <a:pt x="2" y="20"/>
                    <a:pt x="5" y="22"/>
                    <a:pt x="6" y="22"/>
                  </a:cubicBezTo>
                  <a:cubicBezTo>
                    <a:pt x="7" y="22"/>
                    <a:pt x="8" y="22"/>
                    <a:pt x="9" y="21"/>
                  </a:cubicBezTo>
                  <a:cubicBezTo>
                    <a:pt x="10" y="21"/>
                    <a:pt x="11" y="20"/>
                    <a:pt x="12" y="20"/>
                  </a:cubicBezTo>
                  <a:cubicBezTo>
                    <a:pt x="12" y="19"/>
                    <a:pt x="14" y="20"/>
                    <a:pt x="15" y="19"/>
                  </a:cubicBezTo>
                  <a:cubicBezTo>
                    <a:pt x="15" y="19"/>
                    <a:pt x="17" y="18"/>
                    <a:pt x="17" y="17"/>
                  </a:cubicBezTo>
                  <a:cubicBezTo>
                    <a:pt x="17" y="17"/>
                    <a:pt x="17" y="15"/>
                    <a:pt x="16" y="14"/>
                  </a:cubicBezTo>
                  <a:cubicBezTo>
                    <a:pt x="16" y="14"/>
                    <a:pt x="14" y="13"/>
                    <a:pt x="14" y="13"/>
                  </a:cubicBezTo>
                  <a:cubicBezTo>
                    <a:pt x="13" y="13"/>
                    <a:pt x="13" y="11"/>
                    <a:pt x="13" y="11"/>
                  </a:cubicBezTo>
                  <a:cubicBezTo>
                    <a:pt x="13" y="10"/>
                    <a:pt x="14" y="9"/>
                    <a:pt x="14" y="9"/>
                  </a:cubicBezTo>
                  <a:cubicBezTo>
                    <a:pt x="15" y="8"/>
                    <a:pt x="15" y="7"/>
                    <a:pt x="15" y="6"/>
                  </a:cubicBezTo>
                  <a:cubicBezTo>
                    <a:pt x="15" y="5"/>
                    <a:pt x="17" y="3"/>
                    <a:pt x="1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97"/>
            <p:cNvSpPr>
              <a:spLocks/>
            </p:cNvSpPr>
            <p:nvPr/>
          </p:nvSpPr>
          <p:spPr bwMode="auto">
            <a:xfrm>
              <a:off x="5889625" y="2771776"/>
              <a:ext cx="12700" cy="9525"/>
            </a:xfrm>
            <a:custGeom>
              <a:avLst/>
              <a:gdLst/>
              <a:ahLst/>
              <a:cxnLst>
                <a:cxn ang="0">
                  <a:pos x="6" y="4"/>
                </a:cxn>
                <a:cxn ang="0">
                  <a:pos x="4" y="5"/>
                </a:cxn>
                <a:cxn ang="0">
                  <a:pos x="1" y="5"/>
                </a:cxn>
                <a:cxn ang="0">
                  <a:pos x="0" y="2"/>
                </a:cxn>
                <a:cxn ang="0">
                  <a:pos x="1" y="0"/>
                </a:cxn>
                <a:cxn ang="0">
                  <a:pos x="3" y="1"/>
                </a:cxn>
                <a:cxn ang="0">
                  <a:pos x="5" y="2"/>
                </a:cxn>
                <a:cxn ang="0">
                  <a:pos x="6" y="4"/>
                </a:cxn>
              </a:cxnLst>
              <a:rect l="0" t="0" r="r" b="b"/>
              <a:pathLst>
                <a:path w="7" h="5">
                  <a:moveTo>
                    <a:pt x="6" y="4"/>
                  </a:moveTo>
                  <a:cubicBezTo>
                    <a:pt x="6" y="5"/>
                    <a:pt x="5" y="5"/>
                    <a:pt x="4" y="5"/>
                  </a:cubicBezTo>
                  <a:cubicBezTo>
                    <a:pt x="3" y="5"/>
                    <a:pt x="2" y="5"/>
                    <a:pt x="1" y="5"/>
                  </a:cubicBezTo>
                  <a:cubicBezTo>
                    <a:pt x="1" y="4"/>
                    <a:pt x="0" y="3"/>
                    <a:pt x="0" y="2"/>
                  </a:cubicBezTo>
                  <a:cubicBezTo>
                    <a:pt x="0" y="2"/>
                    <a:pt x="1" y="1"/>
                    <a:pt x="1" y="0"/>
                  </a:cubicBezTo>
                  <a:cubicBezTo>
                    <a:pt x="2" y="0"/>
                    <a:pt x="3" y="1"/>
                    <a:pt x="3" y="1"/>
                  </a:cubicBezTo>
                  <a:cubicBezTo>
                    <a:pt x="4" y="1"/>
                    <a:pt x="5" y="2"/>
                    <a:pt x="5" y="2"/>
                  </a:cubicBezTo>
                  <a:cubicBezTo>
                    <a:pt x="5" y="3"/>
                    <a:pt x="7"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98"/>
            <p:cNvSpPr>
              <a:spLocks/>
            </p:cNvSpPr>
            <p:nvPr/>
          </p:nvSpPr>
          <p:spPr bwMode="auto">
            <a:xfrm>
              <a:off x="6199188" y="2190751"/>
              <a:ext cx="14288" cy="15875"/>
            </a:xfrm>
            <a:custGeom>
              <a:avLst/>
              <a:gdLst/>
              <a:ahLst/>
              <a:cxnLst>
                <a:cxn ang="0">
                  <a:pos x="9" y="4"/>
                </a:cxn>
                <a:cxn ang="0">
                  <a:pos x="7" y="5"/>
                </a:cxn>
                <a:cxn ang="0">
                  <a:pos x="6" y="7"/>
                </a:cxn>
                <a:cxn ang="0">
                  <a:pos x="4" y="9"/>
                </a:cxn>
                <a:cxn ang="0">
                  <a:pos x="1" y="8"/>
                </a:cxn>
                <a:cxn ang="0">
                  <a:pos x="0" y="5"/>
                </a:cxn>
                <a:cxn ang="0">
                  <a:pos x="3" y="3"/>
                </a:cxn>
                <a:cxn ang="0">
                  <a:pos x="5" y="1"/>
                </a:cxn>
                <a:cxn ang="0">
                  <a:pos x="8" y="1"/>
                </a:cxn>
                <a:cxn ang="0">
                  <a:pos x="9" y="2"/>
                </a:cxn>
                <a:cxn ang="0">
                  <a:pos x="9" y="4"/>
                </a:cxn>
              </a:cxnLst>
              <a:rect l="0" t="0" r="r" b="b"/>
              <a:pathLst>
                <a:path w="9" h="9">
                  <a:moveTo>
                    <a:pt x="9" y="4"/>
                  </a:moveTo>
                  <a:cubicBezTo>
                    <a:pt x="8" y="4"/>
                    <a:pt x="7" y="4"/>
                    <a:pt x="7" y="5"/>
                  </a:cubicBezTo>
                  <a:cubicBezTo>
                    <a:pt x="6" y="5"/>
                    <a:pt x="6" y="7"/>
                    <a:pt x="6" y="7"/>
                  </a:cubicBezTo>
                  <a:cubicBezTo>
                    <a:pt x="5" y="8"/>
                    <a:pt x="4" y="9"/>
                    <a:pt x="4" y="9"/>
                  </a:cubicBezTo>
                  <a:cubicBezTo>
                    <a:pt x="3" y="9"/>
                    <a:pt x="1" y="9"/>
                    <a:pt x="1" y="8"/>
                  </a:cubicBezTo>
                  <a:cubicBezTo>
                    <a:pt x="0" y="8"/>
                    <a:pt x="0" y="6"/>
                    <a:pt x="0" y="5"/>
                  </a:cubicBezTo>
                  <a:cubicBezTo>
                    <a:pt x="0" y="4"/>
                    <a:pt x="2" y="4"/>
                    <a:pt x="3" y="3"/>
                  </a:cubicBezTo>
                  <a:cubicBezTo>
                    <a:pt x="3" y="3"/>
                    <a:pt x="4" y="2"/>
                    <a:pt x="5" y="1"/>
                  </a:cubicBezTo>
                  <a:cubicBezTo>
                    <a:pt x="5" y="1"/>
                    <a:pt x="7" y="0"/>
                    <a:pt x="8" y="1"/>
                  </a:cubicBezTo>
                  <a:cubicBezTo>
                    <a:pt x="8" y="1"/>
                    <a:pt x="9" y="1"/>
                    <a:pt x="9" y="2"/>
                  </a:cubicBezTo>
                  <a:cubicBezTo>
                    <a:pt x="9" y="2"/>
                    <a:pt x="9" y="3"/>
                    <a:pt x="9"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99"/>
            <p:cNvSpPr>
              <a:spLocks/>
            </p:cNvSpPr>
            <p:nvPr/>
          </p:nvSpPr>
          <p:spPr bwMode="auto">
            <a:xfrm>
              <a:off x="6124575" y="2233613"/>
              <a:ext cx="14288" cy="14288"/>
            </a:xfrm>
            <a:custGeom>
              <a:avLst/>
              <a:gdLst/>
              <a:ahLst/>
              <a:cxnLst>
                <a:cxn ang="0">
                  <a:pos x="8" y="5"/>
                </a:cxn>
                <a:cxn ang="0">
                  <a:pos x="6" y="1"/>
                </a:cxn>
                <a:cxn ang="0">
                  <a:pos x="2" y="2"/>
                </a:cxn>
                <a:cxn ang="0">
                  <a:pos x="1" y="6"/>
                </a:cxn>
                <a:cxn ang="0">
                  <a:pos x="4" y="8"/>
                </a:cxn>
                <a:cxn ang="0">
                  <a:pos x="6" y="7"/>
                </a:cxn>
                <a:cxn ang="0">
                  <a:pos x="8" y="5"/>
                </a:cxn>
              </a:cxnLst>
              <a:rect l="0" t="0" r="r" b="b"/>
              <a:pathLst>
                <a:path w="8" h="8">
                  <a:moveTo>
                    <a:pt x="8" y="5"/>
                  </a:moveTo>
                  <a:cubicBezTo>
                    <a:pt x="8" y="4"/>
                    <a:pt x="7" y="1"/>
                    <a:pt x="6" y="1"/>
                  </a:cubicBezTo>
                  <a:cubicBezTo>
                    <a:pt x="5" y="0"/>
                    <a:pt x="3" y="1"/>
                    <a:pt x="2" y="2"/>
                  </a:cubicBezTo>
                  <a:cubicBezTo>
                    <a:pt x="1" y="3"/>
                    <a:pt x="0" y="5"/>
                    <a:pt x="1" y="6"/>
                  </a:cubicBezTo>
                  <a:cubicBezTo>
                    <a:pt x="1" y="7"/>
                    <a:pt x="3" y="8"/>
                    <a:pt x="4" y="8"/>
                  </a:cubicBezTo>
                  <a:cubicBezTo>
                    <a:pt x="5" y="8"/>
                    <a:pt x="6" y="7"/>
                    <a:pt x="6" y="7"/>
                  </a:cubicBezTo>
                  <a:cubicBezTo>
                    <a:pt x="7" y="7"/>
                    <a:pt x="8" y="5"/>
                    <a:pt x="8"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100"/>
            <p:cNvSpPr>
              <a:spLocks/>
            </p:cNvSpPr>
            <p:nvPr/>
          </p:nvSpPr>
          <p:spPr bwMode="auto">
            <a:xfrm>
              <a:off x="6134100" y="2224088"/>
              <a:ext cx="11113" cy="7938"/>
            </a:xfrm>
            <a:custGeom>
              <a:avLst/>
              <a:gdLst/>
              <a:ahLst/>
              <a:cxnLst>
                <a:cxn ang="0">
                  <a:pos x="6" y="4"/>
                </a:cxn>
                <a:cxn ang="0">
                  <a:pos x="4" y="5"/>
                </a:cxn>
                <a:cxn ang="0">
                  <a:pos x="1" y="4"/>
                </a:cxn>
                <a:cxn ang="0">
                  <a:pos x="1" y="1"/>
                </a:cxn>
                <a:cxn ang="0">
                  <a:pos x="3" y="0"/>
                </a:cxn>
                <a:cxn ang="0">
                  <a:pos x="5" y="1"/>
                </a:cxn>
                <a:cxn ang="0">
                  <a:pos x="5" y="2"/>
                </a:cxn>
                <a:cxn ang="0">
                  <a:pos x="6" y="4"/>
                </a:cxn>
              </a:cxnLst>
              <a:rect l="0" t="0" r="r" b="b"/>
              <a:pathLst>
                <a:path w="6" h="5">
                  <a:moveTo>
                    <a:pt x="6" y="4"/>
                  </a:moveTo>
                  <a:cubicBezTo>
                    <a:pt x="5" y="5"/>
                    <a:pt x="4" y="5"/>
                    <a:pt x="4" y="5"/>
                  </a:cubicBezTo>
                  <a:cubicBezTo>
                    <a:pt x="3" y="4"/>
                    <a:pt x="1" y="4"/>
                    <a:pt x="1" y="4"/>
                  </a:cubicBezTo>
                  <a:cubicBezTo>
                    <a:pt x="0" y="3"/>
                    <a:pt x="1" y="1"/>
                    <a:pt x="1" y="1"/>
                  </a:cubicBezTo>
                  <a:cubicBezTo>
                    <a:pt x="1" y="0"/>
                    <a:pt x="2" y="0"/>
                    <a:pt x="3" y="0"/>
                  </a:cubicBezTo>
                  <a:cubicBezTo>
                    <a:pt x="4" y="0"/>
                    <a:pt x="5" y="0"/>
                    <a:pt x="5" y="1"/>
                  </a:cubicBezTo>
                  <a:cubicBezTo>
                    <a:pt x="5" y="1"/>
                    <a:pt x="5" y="2"/>
                    <a:pt x="5" y="2"/>
                  </a:cubicBezTo>
                  <a:cubicBezTo>
                    <a:pt x="5" y="3"/>
                    <a:pt x="6"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101"/>
            <p:cNvSpPr>
              <a:spLocks/>
            </p:cNvSpPr>
            <p:nvPr/>
          </p:nvSpPr>
          <p:spPr bwMode="auto">
            <a:xfrm>
              <a:off x="6157913" y="2208213"/>
              <a:ext cx="28575" cy="44450"/>
            </a:xfrm>
            <a:custGeom>
              <a:avLst/>
              <a:gdLst/>
              <a:ahLst/>
              <a:cxnLst>
                <a:cxn ang="0">
                  <a:pos x="12" y="19"/>
                </a:cxn>
                <a:cxn ang="0">
                  <a:pos x="13" y="14"/>
                </a:cxn>
                <a:cxn ang="0">
                  <a:pos x="15" y="10"/>
                </a:cxn>
                <a:cxn ang="0">
                  <a:pos x="15" y="6"/>
                </a:cxn>
                <a:cxn ang="0">
                  <a:pos x="17" y="3"/>
                </a:cxn>
                <a:cxn ang="0">
                  <a:pos x="16" y="1"/>
                </a:cxn>
                <a:cxn ang="0">
                  <a:pos x="14" y="1"/>
                </a:cxn>
                <a:cxn ang="0">
                  <a:pos x="12" y="3"/>
                </a:cxn>
                <a:cxn ang="0">
                  <a:pos x="12" y="6"/>
                </a:cxn>
                <a:cxn ang="0">
                  <a:pos x="10" y="8"/>
                </a:cxn>
                <a:cxn ang="0">
                  <a:pos x="9" y="10"/>
                </a:cxn>
                <a:cxn ang="0">
                  <a:pos x="6" y="9"/>
                </a:cxn>
                <a:cxn ang="0">
                  <a:pos x="2" y="8"/>
                </a:cxn>
                <a:cxn ang="0">
                  <a:pos x="0" y="11"/>
                </a:cxn>
                <a:cxn ang="0">
                  <a:pos x="1" y="14"/>
                </a:cxn>
                <a:cxn ang="0">
                  <a:pos x="4" y="15"/>
                </a:cxn>
                <a:cxn ang="0">
                  <a:pos x="7" y="16"/>
                </a:cxn>
                <a:cxn ang="0">
                  <a:pos x="8" y="20"/>
                </a:cxn>
                <a:cxn ang="0">
                  <a:pos x="9" y="22"/>
                </a:cxn>
                <a:cxn ang="0">
                  <a:pos x="9" y="25"/>
                </a:cxn>
                <a:cxn ang="0">
                  <a:pos x="10" y="26"/>
                </a:cxn>
                <a:cxn ang="0">
                  <a:pos x="11" y="25"/>
                </a:cxn>
                <a:cxn ang="0">
                  <a:pos x="12" y="21"/>
                </a:cxn>
                <a:cxn ang="0">
                  <a:pos x="12" y="19"/>
                </a:cxn>
              </a:cxnLst>
              <a:rect l="0" t="0" r="r" b="b"/>
              <a:pathLst>
                <a:path w="17" h="26">
                  <a:moveTo>
                    <a:pt x="12" y="19"/>
                  </a:moveTo>
                  <a:cubicBezTo>
                    <a:pt x="12" y="17"/>
                    <a:pt x="13" y="15"/>
                    <a:pt x="13" y="14"/>
                  </a:cubicBezTo>
                  <a:cubicBezTo>
                    <a:pt x="13" y="13"/>
                    <a:pt x="15" y="11"/>
                    <a:pt x="15" y="10"/>
                  </a:cubicBezTo>
                  <a:cubicBezTo>
                    <a:pt x="15" y="9"/>
                    <a:pt x="15" y="7"/>
                    <a:pt x="15" y="6"/>
                  </a:cubicBezTo>
                  <a:cubicBezTo>
                    <a:pt x="15" y="5"/>
                    <a:pt x="17" y="4"/>
                    <a:pt x="17" y="3"/>
                  </a:cubicBezTo>
                  <a:cubicBezTo>
                    <a:pt x="17" y="3"/>
                    <a:pt x="17" y="1"/>
                    <a:pt x="16" y="1"/>
                  </a:cubicBezTo>
                  <a:cubicBezTo>
                    <a:pt x="16" y="1"/>
                    <a:pt x="14" y="0"/>
                    <a:pt x="14" y="1"/>
                  </a:cubicBezTo>
                  <a:cubicBezTo>
                    <a:pt x="13" y="1"/>
                    <a:pt x="12" y="2"/>
                    <a:pt x="12" y="3"/>
                  </a:cubicBezTo>
                  <a:cubicBezTo>
                    <a:pt x="11" y="3"/>
                    <a:pt x="12" y="5"/>
                    <a:pt x="12" y="6"/>
                  </a:cubicBezTo>
                  <a:cubicBezTo>
                    <a:pt x="11" y="6"/>
                    <a:pt x="10" y="7"/>
                    <a:pt x="10" y="8"/>
                  </a:cubicBezTo>
                  <a:cubicBezTo>
                    <a:pt x="10" y="8"/>
                    <a:pt x="9" y="10"/>
                    <a:pt x="9" y="10"/>
                  </a:cubicBezTo>
                  <a:cubicBezTo>
                    <a:pt x="8" y="10"/>
                    <a:pt x="7" y="9"/>
                    <a:pt x="6" y="9"/>
                  </a:cubicBezTo>
                  <a:cubicBezTo>
                    <a:pt x="5" y="8"/>
                    <a:pt x="3" y="8"/>
                    <a:pt x="2" y="8"/>
                  </a:cubicBezTo>
                  <a:cubicBezTo>
                    <a:pt x="1" y="8"/>
                    <a:pt x="1" y="10"/>
                    <a:pt x="0" y="11"/>
                  </a:cubicBezTo>
                  <a:cubicBezTo>
                    <a:pt x="0" y="12"/>
                    <a:pt x="0" y="14"/>
                    <a:pt x="1" y="14"/>
                  </a:cubicBezTo>
                  <a:cubicBezTo>
                    <a:pt x="1" y="15"/>
                    <a:pt x="3" y="15"/>
                    <a:pt x="4" y="15"/>
                  </a:cubicBezTo>
                  <a:cubicBezTo>
                    <a:pt x="5" y="15"/>
                    <a:pt x="6" y="16"/>
                    <a:pt x="7" y="16"/>
                  </a:cubicBezTo>
                  <a:cubicBezTo>
                    <a:pt x="7" y="17"/>
                    <a:pt x="8" y="19"/>
                    <a:pt x="8" y="20"/>
                  </a:cubicBezTo>
                  <a:cubicBezTo>
                    <a:pt x="9" y="20"/>
                    <a:pt x="9" y="22"/>
                    <a:pt x="9" y="22"/>
                  </a:cubicBezTo>
                  <a:cubicBezTo>
                    <a:pt x="9" y="23"/>
                    <a:pt x="8" y="24"/>
                    <a:pt x="9" y="25"/>
                  </a:cubicBezTo>
                  <a:cubicBezTo>
                    <a:pt x="9" y="25"/>
                    <a:pt x="9" y="26"/>
                    <a:pt x="10" y="26"/>
                  </a:cubicBezTo>
                  <a:cubicBezTo>
                    <a:pt x="10" y="26"/>
                    <a:pt x="11" y="25"/>
                    <a:pt x="11" y="25"/>
                  </a:cubicBezTo>
                  <a:cubicBezTo>
                    <a:pt x="12" y="24"/>
                    <a:pt x="12" y="22"/>
                    <a:pt x="12" y="21"/>
                  </a:cubicBezTo>
                  <a:cubicBezTo>
                    <a:pt x="12" y="21"/>
                    <a:pt x="12" y="19"/>
                    <a:pt x="12" y="1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102"/>
            <p:cNvSpPr>
              <a:spLocks/>
            </p:cNvSpPr>
            <p:nvPr/>
          </p:nvSpPr>
          <p:spPr bwMode="auto">
            <a:xfrm>
              <a:off x="6148388" y="2179638"/>
              <a:ext cx="9525" cy="7938"/>
            </a:xfrm>
            <a:custGeom>
              <a:avLst/>
              <a:gdLst/>
              <a:ahLst/>
              <a:cxnLst>
                <a:cxn ang="0">
                  <a:pos x="5" y="3"/>
                </a:cxn>
                <a:cxn ang="0">
                  <a:pos x="4" y="5"/>
                </a:cxn>
                <a:cxn ang="0">
                  <a:pos x="1" y="5"/>
                </a:cxn>
                <a:cxn ang="0">
                  <a:pos x="0" y="3"/>
                </a:cxn>
                <a:cxn ang="0">
                  <a:pos x="1" y="0"/>
                </a:cxn>
                <a:cxn ang="0">
                  <a:pos x="4" y="1"/>
                </a:cxn>
                <a:cxn ang="0">
                  <a:pos x="5" y="3"/>
                </a:cxn>
              </a:cxnLst>
              <a:rect l="0" t="0" r="r" b="b"/>
              <a:pathLst>
                <a:path w="5" h="5">
                  <a:moveTo>
                    <a:pt x="5" y="3"/>
                  </a:moveTo>
                  <a:cubicBezTo>
                    <a:pt x="5" y="4"/>
                    <a:pt x="4" y="5"/>
                    <a:pt x="4" y="5"/>
                  </a:cubicBezTo>
                  <a:cubicBezTo>
                    <a:pt x="3" y="5"/>
                    <a:pt x="1" y="5"/>
                    <a:pt x="1" y="5"/>
                  </a:cubicBezTo>
                  <a:cubicBezTo>
                    <a:pt x="0" y="5"/>
                    <a:pt x="0" y="3"/>
                    <a:pt x="0" y="3"/>
                  </a:cubicBezTo>
                  <a:cubicBezTo>
                    <a:pt x="0" y="2"/>
                    <a:pt x="1" y="1"/>
                    <a:pt x="1" y="0"/>
                  </a:cubicBezTo>
                  <a:cubicBezTo>
                    <a:pt x="2" y="0"/>
                    <a:pt x="3" y="0"/>
                    <a:pt x="4" y="1"/>
                  </a:cubicBezTo>
                  <a:cubicBezTo>
                    <a:pt x="4" y="1"/>
                    <a:pt x="5" y="2"/>
                    <a:pt x="5"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103"/>
            <p:cNvSpPr>
              <a:spLocks/>
            </p:cNvSpPr>
            <p:nvPr/>
          </p:nvSpPr>
          <p:spPr bwMode="auto">
            <a:xfrm>
              <a:off x="6183313" y="2130426"/>
              <a:ext cx="15875" cy="17463"/>
            </a:xfrm>
            <a:custGeom>
              <a:avLst/>
              <a:gdLst/>
              <a:ahLst/>
              <a:cxnLst>
                <a:cxn ang="0">
                  <a:pos x="5" y="9"/>
                </a:cxn>
                <a:cxn ang="0">
                  <a:pos x="8" y="6"/>
                </a:cxn>
                <a:cxn ang="0">
                  <a:pos x="8" y="2"/>
                </a:cxn>
                <a:cxn ang="0">
                  <a:pos x="6" y="0"/>
                </a:cxn>
                <a:cxn ang="0">
                  <a:pos x="4" y="3"/>
                </a:cxn>
                <a:cxn ang="0">
                  <a:pos x="2" y="4"/>
                </a:cxn>
                <a:cxn ang="0">
                  <a:pos x="0" y="6"/>
                </a:cxn>
                <a:cxn ang="0">
                  <a:pos x="1" y="9"/>
                </a:cxn>
                <a:cxn ang="0">
                  <a:pos x="4" y="10"/>
                </a:cxn>
                <a:cxn ang="0">
                  <a:pos x="5" y="9"/>
                </a:cxn>
              </a:cxnLst>
              <a:rect l="0" t="0" r="r" b="b"/>
              <a:pathLst>
                <a:path w="9" h="10">
                  <a:moveTo>
                    <a:pt x="5" y="9"/>
                  </a:moveTo>
                  <a:cubicBezTo>
                    <a:pt x="6" y="8"/>
                    <a:pt x="8" y="7"/>
                    <a:pt x="8" y="6"/>
                  </a:cubicBezTo>
                  <a:cubicBezTo>
                    <a:pt x="9" y="5"/>
                    <a:pt x="9" y="3"/>
                    <a:pt x="8" y="2"/>
                  </a:cubicBezTo>
                  <a:cubicBezTo>
                    <a:pt x="8" y="1"/>
                    <a:pt x="7" y="0"/>
                    <a:pt x="6" y="0"/>
                  </a:cubicBezTo>
                  <a:cubicBezTo>
                    <a:pt x="5" y="1"/>
                    <a:pt x="5" y="3"/>
                    <a:pt x="4" y="3"/>
                  </a:cubicBezTo>
                  <a:cubicBezTo>
                    <a:pt x="3" y="4"/>
                    <a:pt x="2" y="4"/>
                    <a:pt x="2" y="4"/>
                  </a:cubicBezTo>
                  <a:cubicBezTo>
                    <a:pt x="1" y="5"/>
                    <a:pt x="0" y="6"/>
                    <a:pt x="0" y="6"/>
                  </a:cubicBezTo>
                  <a:cubicBezTo>
                    <a:pt x="0" y="7"/>
                    <a:pt x="0" y="9"/>
                    <a:pt x="1" y="9"/>
                  </a:cubicBezTo>
                  <a:cubicBezTo>
                    <a:pt x="2" y="10"/>
                    <a:pt x="4" y="10"/>
                    <a:pt x="4" y="10"/>
                  </a:cubicBezTo>
                  <a:cubicBezTo>
                    <a:pt x="5" y="10"/>
                    <a:pt x="5" y="9"/>
                    <a:pt x="5" y="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104"/>
            <p:cNvSpPr>
              <a:spLocks/>
            </p:cNvSpPr>
            <p:nvPr/>
          </p:nvSpPr>
          <p:spPr bwMode="auto">
            <a:xfrm>
              <a:off x="6229350" y="2114551"/>
              <a:ext cx="11113" cy="11113"/>
            </a:xfrm>
            <a:custGeom>
              <a:avLst/>
              <a:gdLst/>
              <a:ahLst/>
              <a:cxnLst>
                <a:cxn ang="0">
                  <a:pos x="6" y="3"/>
                </a:cxn>
                <a:cxn ang="0">
                  <a:pos x="5" y="1"/>
                </a:cxn>
                <a:cxn ang="0">
                  <a:pos x="3" y="0"/>
                </a:cxn>
                <a:cxn ang="0">
                  <a:pos x="1" y="2"/>
                </a:cxn>
                <a:cxn ang="0">
                  <a:pos x="1" y="4"/>
                </a:cxn>
                <a:cxn ang="0">
                  <a:pos x="2" y="5"/>
                </a:cxn>
                <a:cxn ang="0">
                  <a:pos x="5" y="6"/>
                </a:cxn>
                <a:cxn ang="0">
                  <a:pos x="6" y="3"/>
                </a:cxn>
              </a:cxnLst>
              <a:rect l="0" t="0" r="r" b="b"/>
              <a:pathLst>
                <a:path w="6" h="6">
                  <a:moveTo>
                    <a:pt x="6" y="3"/>
                  </a:moveTo>
                  <a:cubicBezTo>
                    <a:pt x="6" y="3"/>
                    <a:pt x="6" y="1"/>
                    <a:pt x="5" y="1"/>
                  </a:cubicBezTo>
                  <a:cubicBezTo>
                    <a:pt x="5" y="0"/>
                    <a:pt x="3" y="0"/>
                    <a:pt x="3" y="0"/>
                  </a:cubicBezTo>
                  <a:cubicBezTo>
                    <a:pt x="2" y="0"/>
                    <a:pt x="1" y="1"/>
                    <a:pt x="1" y="2"/>
                  </a:cubicBezTo>
                  <a:cubicBezTo>
                    <a:pt x="0" y="2"/>
                    <a:pt x="0" y="4"/>
                    <a:pt x="1" y="4"/>
                  </a:cubicBezTo>
                  <a:cubicBezTo>
                    <a:pt x="1" y="5"/>
                    <a:pt x="1" y="5"/>
                    <a:pt x="2" y="5"/>
                  </a:cubicBezTo>
                  <a:cubicBezTo>
                    <a:pt x="2" y="6"/>
                    <a:pt x="4" y="6"/>
                    <a:pt x="5" y="6"/>
                  </a:cubicBezTo>
                  <a:cubicBezTo>
                    <a:pt x="5" y="5"/>
                    <a:pt x="6" y="4"/>
                    <a:pt x="6"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05"/>
            <p:cNvSpPr>
              <a:spLocks/>
            </p:cNvSpPr>
            <p:nvPr/>
          </p:nvSpPr>
          <p:spPr bwMode="auto">
            <a:xfrm>
              <a:off x="6270625" y="2065338"/>
              <a:ext cx="14288" cy="9525"/>
            </a:xfrm>
            <a:custGeom>
              <a:avLst/>
              <a:gdLst/>
              <a:ahLst/>
              <a:cxnLst>
                <a:cxn ang="0">
                  <a:pos x="8" y="1"/>
                </a:cxn>
                <a:cxn ang="0">
                  <a:pos x="6" y="4"/>
                </a:cxn>
                <a:cxn ang="0">
                  <a:pos x="3" y="6"/>
                </a:cxn>
                <a:cxn ang="0">
                  <a:pos x="0" y="5"/>
                </a:cxn>
                <a:cxn ang="0">
                  <a:pos x="1" y="2"/>
                </a:cxn>
                <a:cxn ang="0">
                  <a:pos x="3" y="0"/>
                </a:cxn>
                <a:cxn ang="0">
                  <a:pos x="5" y="1"/>
                </a:cxn>
                <a:cxn ang="0">
                  <a:pos x="8" y="1"/>
                </a:cxn>
              </a:cxnLst>
              <a:rect l="0" t="0" r="r" b="b"/>
              <a:pathLst>
                <a:path w="8" h="6">
                  <a:moveTo>
                    <a:pt x="8" y="1"/>
                  </a:moveTo>
                  <a:cubicBezTo>
                    <a:pt x="8" y="2"/>
                    <a:pt x="7" y="4"/>
                    <a:pt x="6" y="4"/>
                  </a:cubicBezTo>
                  <a:cubicBezTo>
                    <a:pt x="5" y="5"/>
                    <a:pt x="3" y="6"/>
                    <a:pt x="3" y="6"/>
                  </a:cubicBezTo>
                  <a:cubicBezTo>
                    <a:pt x="2" y="6"/>
                    <a:pt x="0" y="5"/>
                    <a:pt x="0" y="5"/>
                  </a:cubicBezTo>
                  <a:cubicBezTo>
                    <a:pt x="0" y="4"/>
                    <a:pt x="1" y="3"/>
                    <a:pt x="1" y="2"/>
                  </a:cubicBezTo>
                  <a:cubicBezTo>
                    <a:pt x="1" y="1"/>
                    <a:pt x="2" y="0"/>
                    <a:pt x="3" y="0"/>
                  </a:cubicBezTo>
                  <a:cubicBezTo>
                    <a:pt x="4" y="0"/>
                    <a:pt x="5" y="0"/>
                    <a:pt x="5" y="1"/>
                  </a:cubicBezTo>
                  <a:cubicBezTo>
                    <a:pt x="6" y="1"/>
                    <a:pt x="7" y="1"/>
                    <a:pt x="8"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106"/>
            <p:cNvSpPr>
              <a:spLocks/>
            </p:cNvSpPr>
            <p:nvPr/>
          </p:nvSpPr>
          <p:spPr bwMode="auto">
            <a:xfrm>
              <a:off x="6405563" y="1941513"/>
              <a:ext cx="15875" cy="9525"/>
            </a:xfrm>
            <a:custGeom>
              <a:avLst/>
              <a:gdLst/>
              <a:ahLst/>
              <a:cxnLst>
                <a:cxn ang="0">
                  <a:pos x="8" y="5"/>
                </a:cxn>
                <a:cxn ang="0">
                  <a:pos x="3" y="5"/>
                </a:cxn>
                <a:cxn ang="0">
                  <a:pos x="0" y="4"/>
                </a:cxn>
                <a:cxn ang="0">
                  <a:pos x="0" y="1"/>
                </a:cxn>
                <a:cxn ang="0">
                  <a:pos x="2" y="0"/>
                </a:cxn>
                <a:cxn ang="0">
                  <a:pos x="5" y="0"/>
                </a:cxn>
                <a:cxn ang="0">
                  <a:pos x="8" y="2"/>
                </a:cxn>
                <a:cxn ang="0">
                  <a:pos x="8" y="5"/>
                </a:cxn>
              </a:cxnLst>
              <a:rect l="0" t="0" r="r" b="b"/>
              <a:pathLst>
                <a:path w="9" h="6">
                  <a:moveTo>
                    <a:pt x="8" y="5"/>
                  </a:moveTo>
                  <a:cubicBezTo>
                    <a:pt x="7" y="6"/>
                    <a:pt x="5" y="6"/>
                    <a:pt x="3" y="5"/>
                  </a:cubicBezTo>
                  <a:cubicBezTo>
                    <a:pt x="3" y="5"/>
                    <a:pt x="1" y="5"/>
                    <a:pt x="0" y="4"/>
                  </a:cubicBezTo>
                  <a:cubicBezTo>
                    <a:pt x="0" y="4"/>
                    <a:pt x="0" y="2"/>
                    <a:pt x="0" y="1"/>
                  </a:cubicBezTo>
                  <a:cubicBezTo>
                    <a:pt x="1" y="1"/>
                    <a:pt x="2" y="0"/>
                    <a:pt x="2" y="0"/>
                  </a:cubicBezTo>
                  <a:cubicBezTo>
                    <a:pt x="3" y="0"/>
                    <a:pt x="5" y="0"/>
                    <a:pt x="5" y="0"/>
                  </a:cubicBezTo>
                  <a:cubicBezTo>
                    <a:pt x="6" y="0"/>
                    <a:pt x="8" y="1"/>
                    <a:pt x="8" y="2"/>
                  </a:cubicBezTo>
                  <a:cubicBezTo>
                    <a:pt x="9" y="2"/>
                    <a:pt x="9" y="4"/>
                    <a:pt x="8"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07"/>
            <p:cNvSpPr>
              <a:spLocks/>
            </p:cNvSpPr>
            <p:nvPr/>
          </p:nvSpPr>
          <p:spPr bwMode="auto">
            <a:xfrm>
              <a:off x="6330950" y="1954213"/>
              <a:ext cx="17463" cy="11113"/>
            </a:xfrm>
            <a:custGeom>
              <a:avLst/>
              <a:gdLst/>
              <a:ahLst/>
              <a:cxnLst>
                <a:cxn ang="0">
                  <a:pos x="9" y="3"/>
                </a:cxn>
                <a:cxn ang="0">
                  <a:pos x="6" y="6"/>
                </a:cxn>
                <a:cxn ang="0">
                  <a:pos x="1" y="6"/>
                </a:cxn>
                <a:cxn ang="0">
                  <a:pos x="0" y="3"/>
                </a:cxn>
                <a:cxn ang="0">
                  <a:pos x="2" y="1"/>
                </a:cxn>
                <a:cxn ang="0">
                  <a:pos x="6" y="0"/>
                </a:cxn>
                <a:cxn ang="0">
                  <a:pos x="9" y="1"/>
                </a:cxn>
                <a:cxn ang="0">
                  <a:pos x="9" y="3"/>
                </a:cxn>
              </a:cxnLst>
              <a:rect l="0" t="0" r="r" b="b"/>
              <a:pathLst>
                <a:path w="10" h="6">
                  <a:moveTo>
                    <a:pt x="9" y="3"/>
                  </a:moveTo>
                  <a:cubicBezTo>
                    <a:pt x="9" y="5"/>
                    <a:pt x="7" y="6"/>
                    <a:pt x="6" y="6"/>
                  </a:cubicBezTo>
                  <a:cubicBezTo>
                    <a:pt x="5" y="6"/>
                    <a:pt x="2" y="6"/>
                    <a:pt x="1" y="6"/>
                  </a:cubicBezTo>
                  <a:cubicBezTo>
                    <a:pt x="1" y="5"/>
                    <a:pt x="0" y="4"/>
                    <a:pt x="0" y="3"/>
                  </a:cubicBezTo>
                  <a:cubicBezTo>
                    <a:pt x="0" y="2"/>
                    <a:pt x="1" y="1"/>
                    <a:pt x="2" y="1"/>
                  </a:cubicBezTo>
                  <a:cubicBezTo>
                    <a:pt x="3" y="0"/>
                    <a:pt x="5" y="0"/>
                    <a:pt x="6" y="0"/>
                  </a:cubicBezTo>
                  <a:cubicBezTo>
                    <a:pt x="6" y="0"/>
                    <a:pt x="8" y="0"/>
                    <a:pt x="9" y="1"/>
                  </a:cubicBezTo>
                  <a:cubicBezTo>
                    <a:pt x="9" y="1"/>
                    <a:pt x="10" y="3"/>
                    <a:pt x="9"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08"/>
            <p:cNvSpPr>
              <a:spLocks/>
            </p:cNvSpPr>
            <p:nvPr/>
          </p:nvSpPr>
          <p:spPr bwMode="auto">
            <a:xfrm>
              <a:off x="6359525" y="1955801"/>
              <a:ext cx="11113" cy="9525"/>
            </a:xfrm>
            <a:custGeom>
              <a:avLst/>
              <a:gdLst/>
              <a:ahLst/>
              <a:cxnLst>
                <a:cxn ang="0">
                  <a:pos x="6" y="4"/>
                </a:cxn>
                <a:cxn ang="0">
                  <a:pos x="2" y="5"/>
                </a:cxn>
                <a:cxn ang="0">
                  <a:pos x="0" y="3"/>
                </a:cxn>
                <a:cxn ang="0">
                  <a:pos x="1" y="0"/>
                </a:cxn>
                <a:cxn ang="0">
                  <a:pos x="4" y="0"/>
                </a:cxn>
                <a:cxn ang="0">
                  <a:pos x="6" y="2"/>
                </a:cxn>
                <a:cxn ang="0">
                  <a:pos x="6" y="4"/>
                </a:cxn>
              </a:cxnLst>
              <a:rect l="0" t="0" r="r" b="b"/>
              <a:pathLst>
                <a:path w="7" h="5">
                  <a:moveTo>
                    <a:pt x="6" y="4"/>
                  </a:moveTo>
                  <a:cubicBezTo>
                    <a:pt x="5" y="5"/>
                    <a:pt x="3" y="5"/>
                    <a:pt x="2" y="5"/>
                  </a:cubicBezTo>
                  <a:cubicBezTo>
                    <a:pt x="2" y="5"/>
                    <a:pt x="0" y="3"/>
                    <a:pt x="0" y="3"/>
                  </a:cubicBezTo>
                  <a:cubicBezTo>
                    <a:pt x="0" y="2"/>
                    <a:pt x="0" y="1"/>
                    <a:pt x="1" y="0"/>
                  </a:cubicBezTo>
                  <a:cubicBezTo>
                    <a:pt x="1" y="0"/>
                    <a:pt x="3" y="0"/>
                    <a:pt x="4" y="0"/>
                  </a:cubicBezTo>
                  <a:cubicBezTo>
                    <a:pt x="5" y="0"/>
                    <a:pt x="6" y="1"/>
                    <a:pt x="6" y="2"/>
                  </a:cubicBezTo>
                  <a:cubicBezTo>
                    <a:pt x="7" y="2"/>
                    <a:pt x="6"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09"/>
            <p:cNvSpPr>
              <a:spLocks/>
            </p:cNvSpPr>
            <p:nvPr/>
          </p:nvSpPr>
          <p:spPr bwMode="auto">
            <a:xfrm>
              <a:off x="6357938" y="1914526"/>
              <a:ext cx="7938" cy="11113"/>
            </a:xfrm>
            <a:custGeom>
              <a:avLst/>
              <a:gdLst/>
              <a:ahLst/>
              <a:cxnLst>
                <a:cxn ang="0">
                  <a:pos x="5" y="4"/>
                </a:cxn>
                <a:cxn ang="0">
                  <a:pos x="3" y="6"/>
                </a:cxn>
                <a:cxn ang="0">
                  <a:pos x="0" y="5"/>
                </a:cxn>
                <a:cxn ang="0">
                  <a:pos x="0" y="2"/>
                </a:cxn>
                <a:cxn ang="0">
                  <a:pos x="3" y="1"/>
                </a:cxn>
                <a:cxn ang="0">
                  <a:pos x="5" y="4"/>
                </a:cxn>
              </a:cxnLst>
              <a:rect l="0" t="0" r="r" b="b"/>
              <a:pathLst>
                <a:path w="5" h="6">
                  <a:moveTo>
                    <a:pt x="5" y="4"/>
                  </a:moveTo>
                  <a:cubicBezTo>
                    <a:pt x="5" y="5"/>
                    <a:pt x="4" y="6"/>
                    <a:pt x="3" y="6"/>
                  </a:cubicBezTo>
                  <a:cubicBezTo>
                    <a:pt x="2" y="6"/>
                    <a:pt x="1" y="5"/>
                    <a:pt x="0" y="5"/>
                  </a:cubicBezTo>
                  <a:cubicBezTo>
                    <a:pt x="0" y="4"/>
                    <a:pt x="0" y="2"/>
                    <a:pt x="0" y="2"/>
                  </a:cubicBezTo>
                  <a:cubicBezTo>
                    <a:pt x="1" y="1"/>
                    <a:pt x="2" y="0"/>
                    <a:pt x="3" y="1"/>
                  </a:cubicBezTo>
                  <a:cubicBezTo>
                    <a:pt x="4" y="1"/>
                    <a:pt x="5" y="3"/>
                    <a:pt x="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10"/>
            <p:cNvSpPr>
              <a:spLocks/>
            </p:cNvSpPr>
            <p:nvPr/>
          </p:nvSpPr>
          <p:spPr bwMode="auto">
            <a:xfrm>
              <a:off x="6289675" y="1957388"/>
              <a:ext cx="14288" cy="12700"/>
            </a:xfrm>
            <a:custGeom>
              <a:avLst/>
              <a:gdLst/>
              <a:ahLst/>
              <a:cxnLst>
                <a:cxn ang="0">
                  <a:pos x="7" y="6"/>
                </a:cxn>
                <a:cxn ang="0">
                  <a:pos x="4" y="7"/>
                </a:cxn>
                <a:cxn ang="0">
                  <a:pos x="1" y="4"/>
                </a:cxn>
                <a:cxn ang="0">
                  <a:pos x="2" y="0"/>
                </a:cxn>
                <a:cxn ang="0">
                  <a:pos x="5" y="1"/>
                </a:cxn>
                <a:cxn ang="0">
                  <a:pos x="7" y="3"/>
                </a:cxn>
                <a:cxn ang="0">
                  <a:pos x="7" y="6"/>
                </a:cxn>
              </a:cxnLst>
              <a:rect l="0" t="0" r="r" b="b"/>
              <a:pathLst>
                <a:path w="8" h="7">
                  <a:moveTo>
                    <a:pt x="7" y="6"/>
                  </a:moveTo>
                  <a:cubicBezTo>
                    <a:pt x="7" y="7"/>
                    <a:pt x="5" y="7"/>
                    <a:pt x="4" y="7"/>
                  </a:cubicBezTo>
                  <a:cubicBezTo>
                    <a:pt x="3" y="7"/>
                    <a:pt x="1" y="6"/>
                    <a:pt x="1" y="4"/>
                  </a:cubicBezTo>
                  <a:cubicBezTo>
                    <a:pt x="0" y="3"/>
                    <a:pt x="1" y="1"/>
                    <a:pt x="2" y="0"/>
                  </a:cubicBezTo>
                  <a:cubicBezTo>
                    <a:pt x="3" y="0"/>
                    <a:pt x="4" y="0"/>
                    <a:pt x="5" y="1"/>
                  </a:cubicBezTo>
                  <a:cubicBezTo>
                    <a:pt x="5" y="1"/>
                    <a:pt x="7" y="2"/>
                    <a:pt x="7" y="3"/>
                  </a:cubicBezTo>
                  <a:cubicBezTo>
                    <a:pt x="8" y="3"/>
                    <a:pt x="8" y="5"/>
                    <a:pt x="7"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11"/>
            <p:cNvSpPr>
              <a:spLocks/>
            </p:cNvSpPr>
            <p:nvPr/>
          </p:nvSpPr>
          <p:spPr bwMode="auto">
            <a:xfrm>
              <a:off x="6269038" y="1968501"/>
              <a:ext cx="30163" cy="19050"/>
            </a:xfrm>
            <a:custGeom>
              <a:avLst/>
              <a:gdLst/>
              <a:ahLst/>
              <a:cxnLst>
                <a:cxn ang="0">
                  <a:pos x="17" y="7"/>
                </a:cxn>
                <a:cxn ang="0">
                  <a:pos x="12" y="5"/>
                </a:cxn>
                <a:cxn ang="0">
                  <a:pos x="8" y="1"/>
                </a:cxn>
                <a:cxn ang="0">
                  <a:pos x="4" y="0"/>
                </a:cxn>
                <a:cxn ang="0">
                  <a:pos x="1" y="2"/>
                </a:cxn>
                <a:cxn ang="0">
                  <a:pos x="0" y="5"/>
                </a:cxn>
                <a:cxn ang="0">
                  <a:pos x="1" y="8"/>
                </a:cxn>
                <a:cxn ang="0">
                  <a:pos x="5" y="9"/>
                </a:cxn>
                <a:cxn ang="0">
                  <a:pos x="9" y="10"/>
                </a:cxn>
                <a:cxn ang="0">
                  <a:pos x="13" y="11"/>
                </a:cxn>
                <a:cxn ang="0">
                  <a:pos x="16" y="11"/>
                </a:cxn>
                <a:cxn ang="0">
                  <a:pos x="17" y="7"/>
                </a:cxn>
              </a:cxnLst>
              <a:rect l="0" t="0" r="r" b="b"/>
              <a:pathLst>
                <a:path w="17" h="11">
                  <a:moveTo>
                    <a:pt x="17" y="7"/>
                  </a:moveTo>
                  <a:cubicBezTo>
                    <a:pt x="16" y="6"/>
                    <a:pt x="13" y="6"/>
                    <a:pt x="12" y="5"/>
                  </a:cubicBezTo>
                  <a:cubicBezTo>
                    <a:pt x="11" y="5"/>
                    <a:pt x="9" y="2"/>
                    <a:pt x="8" y="1"/>
                  </a:cubicBezTo>
                  <a:cubicBezTo>
                    <a:pt x="7" y="0"/>
                    <a:pt x="5" y="0"/>
                    <a:pt x="4" y="0"/>
                  </a:cubicBezTo>
                  <a:cubicBezTo>
                    <a:pt x="3" y="0"/>
                    <a:pt x="2" y="1"/>
                    <a:pt x="1" y="2"/>
                  </a:cubicBezTo>
                  <a:cubicBezTo>
                    <a:pt x="1" y="3"/>
                    <a:pt x="0" y="4"/>
                    <a:pt x="0" y="5"/>
                  </a:cubicBezTo>
                  <a:cubicBezTo>
                    <a:pt x="0" y="6"/>
                    <a:pt x="0" y="8"/>
                    <a:pt x="1" y="8"/>
                  </a:cubicBezTo>
                  <a:cubicBezTo>
                    <a:pt x="1" y="9"/>
                    <a:pt x="4" y="9"/>
                    <a:pt x="5" y="9"/>
                  </a:cubicBezTo>
                  <a:cubicBezTo>
                    <a:pt x="6" y="9"/>
                    <a:pt x="8" y="10"/>
                    <a:pt x="9" y="10"/>
                  </a:cubicBezTo>
                  <a:cubicBezTo>
                    <a:pt x="10" y="10"/>
                    <a:pt x="12" y="11"/>
                    <a:pt x="13" y="11"/>
                  </a:cubicBezTo>
                  <a:cubicBezTo>
                    <a:pt x="14" y="11"/>
                    <a:pt x="16" y="11"/>
                    <a:pt x="16" y="11"/>
                  </a:cubicBezTo>
                  <a:cubicBezTo>
                    <a:pt x="17" y="10"/>
                    <a:pt x="17" y="8"/>
                    <a:pt x="17"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112"/>
            <p:cNvSpPr>
              <a:spLocks/>
            </p:cNvSpPr>
            <p:nvPr/>
          </p:nvSpPr>
          <p:spPr bwMode="auto">
            <a:xfrm>
              <a:off x="5942013" y="2095501"/>
              <a:ext cx="9525" cy="11113"/>
            </a:xfrm>
            <a:custGeom>
              <a:avLst/>
              <a:gdLst/>
              <a:ahLst/>
              <a:cxnLst>
                <a:cxn ang="0">
                  <a:pos x="6" y="3"/>
                </a:cxn>
                <a:cxn ang="0">
                  <a:pos x="4" y="6"/>
                </a:cxn>
                <a:cxn ang="0">
                  <a:pos x="0" y="4"/>
                </a:cxn>
                <a:cxn ang="0">
                  <a:pos x="0" y="1"/>
                </a:cxn>
                <a:cxn ang="0">
                  <a:pos x="4" y="0"/>
                </a:cxn>
                <a:cxn ang="0">
                  <a:pos x="6" y="1"/>
                </a:cxn>
                <a:cxn ang="0">
                  <a:pos x="6" y="3"/>
                </a:cxn>
              </a:cxnLst>
              <a:rect l="0" t="0" r="r" b="b"/>
              <a:pathLst>
                <a:path w="6" h="6">
                  <a:moveTo>
                    <a:pt x="6" y="3"/>
                  </a:moveTo>
                  <a:cubicBezTo>
                    <a:pt x="6" y="4"/>
                    <a:pt x="5" y="6"/>
                    <a:pt x="4" y="6"/>
                  </a:cubicBezTo>
                  <a:cubicBezTo>
                    <a:pt x="3" y="6"/>
                    <a:pt x="1" y="5"/>
                    <a:pt x="0" y="4"/>
                  </a:cubicBezTo>
                  <a:cubicBezTo>
                    <a:pt x="0" y="4"/>
                    <a:pt x="0" y="2"/>
                    <a:pt x="0" y="1"/>
                  </a:cubicBezTo>
                  <a:cubicBezTo>
                    <a:pt x="1" y="0"/>
                    <a:pt x="3" y="0"/>
                    <a:pt x="4" y="0"/>
                  </a:cubicBezTo>
                  <a:cubicBezTo>
                    <a:pt x="4" y="0"/>
                    <a:pt x="5" y="1"/>
                    <a:pt x="6" y="1"/>
                  </a:cubicBezTo>
                  <a:cubicBezTo>
                    <a:pt x="6" y="2"/>
                    <a:pt x="6" y="3"/>
                    <a:pt x="6"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113"/>
            <p:cNvSpPr>
              <a:spLocks/>
            </p:cNvSpPr>
            <p:nvPr/>
          </p:nvSpPr>
          <p:spPr bwMode="auto">
            <a:xfrm>
              <a:off x="5992813" y="2049463"/>
              <a:ext cx="22225" cy="19050"/>
            </a:xfrm>
            <a:custGeom>
              <a:avLst/>
              <a:gdLst/>
              <a:ahLst/>
              <a:cxnLst>
                <a:cxn ang="0">
                  <a:pos x="12" y="6"/>
                </a:cxn>
                <a:cxn ang="0">
                  <a:pos x="7" y="7"/>
                </a:cxn>
                <a:cxn ang="0">
                  <a:pos x="4" y="11"/>
                </a:cxn>
                <a:cxn ang="0">
                  <a:pos x="1" y="10"/>
                </a:cxn>
                <a:cxn ang="0">
                  <a:pos x="1" y="6"/>
                </a:cxn>
                <a:cxn ang="0">
                  <a:pos x="6" y="4"/>
                </a:cxn>
                <a:cxn ang="0">
                  <a:pos x="8" y="0"/>
                </a:cxn>
                <a:cxn ang="0">
                  <a:pos x="11" y="1"/>
                </a:cxn>
                <a:cxn ang="0">
                  <a:pos x="13" y="4"/>
                </a:cxn>
                <a:cxn ang="0">
                  <a:pos x="12" y="6"/>
                </a:cxn>
              </a:cxnLst>
              <a:rect l="0" t="0" r="r" b="b"/>
              <a:pathLst>
                <a:path w="13" h="11">
                  <a:moveTo>
                    <a:pt x="12" y="6"/>
                  </a:moveTo>
                  <a:cubicBezTo>
                    <a:pt x="11" y="7"/>
                    <a:pt x="8" y="7"/>
                    <a:pt x="7" y="7"/>
                  </a:cubicBezTo>
                  <a:cubicBezTo>
                    <a:pt x="6" y="8"/>
                    <a:pt x="5" y="10"/>
                    <a:pt x="4" y="11"/>
                  </a:cubicBezTo>
                  <a:cubicBezTo>
                    <a:pt x="3" y="11"/>
                    <a:pt x="1" y="11"/>
                    <a:pt x="1" y="10"/>
                  </a:cubicBezTo>
                  <a:cubicBezTo>
                    <a:pt x="0" y="9"/>
                    <a:pt x="1" y="6"/>
                    <a:pt x="1" y="6"/>
                  </a:cubicBezTo>
                  <a:cubicBezTo>
                    <a:pt x="2" y="5"/>
                    <a:pt x="5" y="5"/>
                    <a:pt x="6" y="4"/>
                  </a:cubicBezTo>
                  <a:cubicBezTo>
                    <a:pt x="7" y="3"/>
                    <a:pt x="7" y="1"/>
                    <a:pt x="8" y="0"/>
                  </a:cubicBezTo>
                  <a:cubicBezTo>
                    <a:pt x="9" y="0"/>
                    <a:pt x="11" y="0"/>
                    <a:pt x="11" y="1"/>
                  </a:cubicBezTo>
                  <a:cubicBezTo>
                    <a:pt x="12" y="1"/>
                    <a:pt x="13" y="3"/>
                    <a:pt x="13" y="4"/>
                  </a:cubicBezTo>
                  <a:cubicBezTo>
                    <a:pt x="13" y="4"/>
                    <a:pt x="12" y="6"/>
                    <a:pt x="12"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114"/>
            <p:cNvSpPr>
              <a:spLocks/>
            </p:cNvSpPr>
            <p:nvPr/>
          </p:nvSpPr>
          <p:spPr bwMode="auto">
            <a:xfrm>
              <a:off x="6024563" y="1924051"/>
              <a:ext cx="41275" cy="87313"/>
            </a:xfrm>
            <a:custGeom>
              <a:avLst/>
              <a:gdLst/>
              <a:ahLst/>
              <a:cxnLst>
                <a:cxn ang="0">
                  <a:pos x="17" y="26"/>
                </a:cxn>
                <a:cxn ang="0">
                  <a:pos x="14" y="27"/>
                </a:cxn>
                <a:cxn ang="0">
                  <a:pos x="12" y="30"/>
                </a:cxn>
                <a:cxn ang="0">
                  <a:pos x="15" y="32"/>
                </a:cxn>
                <a:cxn ang="0">
                  <a:pos x="16" y="35"/>
                </a:cxn>
                <a:cxn ang="0">
                  <a:pos x="13" y="41"/>
                </a:cxn>
                <a:cxn ang="0">
                  <a:pos x="9" y="45"/>
                </a:cxn>
                <a:cxn ang="0">
                  <a:pos x="7" y="49"/>
                </a:cxn>
                <a:cxn ang="0">
                  <a:pos x="4" y="51"/>
                </a:cxn>
                <a:cxn ang="0">
                  <a:pos x="1" y="49"/>
                </a:cxn>
                <a:cxn ang="0">
                  <a:pos x="3" y="43"/>
                </a:cxn>
                <a:cxn ang="0">
                  <a:pos x="5" y="36"/>
                </a:cxn>
                <a:cxn ang="0">
                  <a:pos x="6" y="29"/>
                </a:cxn>
                <a:cxn ang="0">
                  <a:pos x="9" y="26"/>
                </a:cxn>
                <a:cxn ang="0">
                  <a:pos x="12" y="21"/>
                </a:cxn>
                <a:cxn ang="0">
                  <a:pos x="12" y="13"/>
                </a:cxn>
                <a:cxn ang="0">
                  <a:pos x="14" y="9"/>
                </a:cxn>
                <a:cxn ang="0">
                  <a:pos x="18" y="4"/>
                </a:cxn>
                <a:cxn ang="0">
                  <a:pos x="19" y="0"/>
                </a:cxn>
                <a:cxn ang="0">
                  <a:pos x="24" y="4"/>
                </a:cxn>
                <a:cxn ang="0">
                  <a:pos x="23" y="8"/>
                </a:cxn>
                <a:cxn ang="0">
                  <a:pos x="21" y="12"/>
                </a:cxn>
                <a:cxn ang="0">
                  <a:pos x="22" y="17"/>
                </a:cxn>
                <a:cxn ang="0">
                  <a:pos x="23" y="21"/>
                </a:cxn>
                <a:cxn ang="0">
                  <a:pos x="23" y="25"/>
                </a:cxn>
                <a:cxn ang="0">
                  <a:pos x="20" y="28"/>
                </a:cxn>
                <a:cxn ang="0">
                  <a:pos x="17" y="26"/>
                </a:cxn>
              </a:cxnLst>
              <a:rect l="0" t="0" r="r" b="b"/>
              <a:pathLst>
                <a:path w="24" h="51">
                  <a:moveTo>
                    <a:pt x="17" y="26"/>
                  </a:moveTo>
                  <a:cubicBezTo>
                    <a:pt x="16" y="26"/>
                    <a:pt x="15" y="26"/>
                    <a:pt x="14" y="27"/>
                  </a:cubicBezTo>
                  <a:cubicBezTo>
                    <a:pt x="13" y="27"/>
                    <a:pt x="11" y="29"/>
                    <a:pt x="12" y="30"/>
                  </a:cubicBezTo>
                  <a:cubicBezTo>
                    <a:pt x="12" y="31"/>
                    <a:pt x="15" y="31"/>
                    <a:pt x="15" y="32"/>
                  </a:cubicBezTo>
                  <a:cubicBezTo>
                    <a:pt x="16" y="32"/>
                    <a:pt x="16" y="34"/>
                    <a:pt x="16" y="35"/>
                  </a:cubicBezTo>
                  <a:cubicBezTo>
                    <a:pt x="16" y="37"/>
                    <a:pt x="14" y="39"/>
                    <a:pt x="13" y="41"/>
                  </a:cubicBezTo>
                  <a:cubicBezTo>
                    <a:pt x="12" y="42"/>
                    <a:pt x="10" y="44"/>
                    <a:pt x="9" y="45"/>
                  </a:cubicBezTo>
                  <a:cubicBezTo>
                    <a:pt x="8" y="46"/>
                    <a:pt x="7" y="48"/>
                    <a:pt x="7" y="49"/>
                  </a:cubicBezTo>
                  <a:cubicBezTo>
                    <a:pt x="6" y="49"/>
                    <a:pt x="5" y="51"/>
                    <a:pt x="4" y="51"/>
                  </a:cubicBezTo>
                  <a:cubicBezTo>
                    <a:pt x="3" y="51"/>
                    <a:pt x="1" y="50"/>
                    <a:pt x="1" y="49"/>
                  </a:cubicBezTo>
                  <a:cubicBezTo>
                    <a:pt x="0" y="47"/>
                    <a:pt x="2" y="44"/>
                    <a:pt x="3" y="43"/>
                  </a:cubicBezTo>
                  <a:cubicBezTo>
                    <a:pt x="3" y="41"/>
                    <a:pt x="4" y="38"/>
                    <a:pt x="5" y="36"/>
                  </a:cubicBezTo>
                  <a:cubicBezTo>
                    <a:pt x="5" y="34"/>
                    <a:pt x="5" y="31"/>
                    <a:pt x="6" y="29"/>
                  </a:cubicBezTo>
                  <a:cubicBezTo>
                    <a:pt x="6" y="28"/>
                    <a:pt x="9" y="27"/>
                    <a:pt x="9" y="26"/>
                  </a:cubicBezTo>
                  <a:cubicBezTo>
                    <a:pt x="10" y="25"/>
                    <a:pt x="12" y="23"/>
                    <a:pt x="12" y="21"/>
                  </a:cubicBezTo>
                  <a:cubicBezTo>
                    <a:pt x="13" y="19"/>
                    <a:pt x="11" y="15"/>
                    <a:pt x="12" y="13"/>
                  </a:cubicBezTo>
                  <a:cubicBezTo>
                    <a:pt x="12" y="12"/>
                    <a:pt x="14" y="10"/>
                    <a:pt x="14" y="9"/>
                  </a:cubicBezTo>
                  <a:cubicBezTo>
                    <a:pt x="15" y="8"/>
                    <a:pt x="17" y="5"/>
                    <a:pt x="18" y="4"/>
                  </a:cubicBezTo>
                  <a:cubicBezTo>
                    <a:pt x="18" y="3"/>
                    <a:pt x="18" y="1"/>
                    <a:pt x="19" y="0"/>
                  </a:cubicBezTo>
                  <a:cubicBezTo>
                    <a:pt x="21" y="0"/>
                    <a:pt x="23" y="3"/>
                    <a:pt x="24" y="4"/>
                  </a:cubicBezTo>
                  <a:cubicBezTo>
                    <a:pt x="24" y="5"/>
                    <a:pt x="23" y="7"/>
                    <a:pt x="23" y="8"/>
                  </a:cubicBezTo>
                  <a:cubicBezTo>
                    <a:pt x="22" y="9"/>
                    <a:pt x="21" y="11"/>
                    <a:pt x="21" y="12"/>
                  </a:cubicBezTo>
                  <a:cubicBezTo>
                    <a:pt x="21" y="13"/>
                    <a:pt x="22" y="16"/>
                    <a:pt x="22" y="17"/>
                  </a:cubicBezTo>
                  <a:cubicBezTo>
                    <a:pt x="23" y="18"/>
                    <a:pt x="23" y="20"/>
                    <a:pt x="23" y="21"/>
                  </a:cubicBezTo>
                  <a:cubicBezTo>
                    <a:pt x="24" y="22"/>
                    <a:pt x="23" y="24"/>
                    <a:pt x="23" y="25"/>
                  </a:cubicBezTo>
                  <a:cubicBezTo>
                    <a:pt x="22" y="26"/>
                    <a:pt x="21" y="28"/>
                    <a:pt x="20" y="28"/>
                  </a:cubicBezTo>
                  <a:cubicBezTo>
                    <a:pt x="19" y="28"/>
                    <a:pt x="18" y="26"/>
                    <a:pt x="17" y="2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115"/>
            <p:cNvSpPr>
              <a:spLocks/>
            </p:cNvSpPr>
            <p:nvPr/>
          </p:nvSpPr>
          <p:spPr bwMode="auto">
            <a:xfrm>
              <a:off x="6070600" y="1909763"/>
              <a:ext cx="28575" cy="46038"/>
            </a:xfrm>
            <a:custGeom>
              <a:avLst/>
              <a:gdLst/>
              <a:ahLst/>
              <a:cxnLst>
                <a:cxn ang="0">
                  <a:pos x="12" y="12"/>
                </a:cxn>
                <a:cxn ang="0">
                  <a:pos x="16" y="8"/>
                </a:cxn>
                <a:cxn ang="0">
                  <a:pos x="16" y="3"/>
                </a:cxn>
                <a:cxn ang="0">
                  <a:pos x="13" y="2"/>
                </a:cxn>
                <a:cxn ang="0">
                  <a:pos x="10" y="0"/>
                </a:cxn>
                <a:cxn ang="0">
                  <a:pos x="7" y="2"/>
                </a:cxn>
                <a:cxn ang="0">
                  <a:pos x="5" y="5"/>
                </a:cxn>
                <a:cxn ang="0">
                  <a:pos x="8" y="8"/>
                </a:cxn>
                <a:cxn ang="0">
                  <a:pos x="8" y="12"/>
                </a:cxn>
                <a:cxn ang="0">
                  <a:pos x="6" y="15"/>
                </a:cxn>
                <a:cxn ang="0">
                  <a:pos x="4" y="13"/>
                </a:cxn>
                <a:cxn ang="0">
                  <a:pos x="1" y="16"/>
                </a:cxn>
                <a:cxn ang="0">
                  <a:pos x="0" y="19"/>
                </a:cxn>
                <a:cxn ang="0">
                  <a:pos x="2" y="25"/>
                </a:cxn>
                <a:cxn ang="0">
                  <a:pos x="6" y="26"/>
                </a:cxn>
                <a:cxn ang="0">
                  <a:pos x="9" y="25"/>
                </a:cxn>
                <a:cxn ang="0">
                  <a:pos x="12" y="20"/>
                </a:cxn>
                <a:cxn ang="0">
                  <a:pos x="13" y="16"/>
                </a:cxn>
                <a:cxn ang="0">
                  <a:pos x="12" y="12"/>
                </a:cxn>
              </a:cxnLst>
              <a:rect l="0" t="0" r="r" b="b"/>
              <a:pathLst>
                <a:path w="16" h="27">
                  <a:moveTo>
                    <a:pt x="12" y="12"/>
                  </a:moveTo>
                  <a:cubicBezTo>
                    <a:pt x="13" y="11"/>
                    <a:pt x="15" y="10"/>
                    <a:pt x="16" y="8"/>
                  </a:cubicBezTo>
                  <a:cubicBezTo>
                    <a:pt x="16" y="7"/>
                    <a:pt x="16" y="4"/>
                    <a:pt x="16" y="3"/>
                  </a:cubicBezTo>
                  <a:cubicBezTo>
                    <a:pt x="15" y="3"/>
                    <a:pt x="13" y="2"/>
                    <a:pt x="13" y="2"/>
                  </a:cubicBezTo>
                  <a:cubicBezTo>
                    <a:pt x="12" y="1"/>
                    <a:pt x="11" y="0"/>
                    <a:pt x="10" y="0"/>
                  </a:cubicBezTo>
                  <a:cubicBezTo>
                    <a:pt x="9" y="0"/>
                    <a:pt x="7" y="1"/>
                    <a:pt x="7" y="2"/>
                  </a:cubicBezTo>
                  <a:cubicBezTo>
                    <a:pt x="6" y="2"/>
                    <a:pt x="5" y="4"/>
                    <a:pt x="5" y="5"/>
                  </a:cubicBezTo>
                  <a:cubicBezTo>
                    <a:pt x="6" y="6"/>
                    <a:pt x="8" y="7"/>
                    <a:pt x="8" y="8"/>
                  </a:cubicBezTo>
                  <a:cubicBezTo>
                    <a:pt x="9" y="9"/>
                    <a:pt x="9" y="11"/>
                    <a:pt x="8" y="12"/>
                  </a:cubicBezTo>
                  <a:cubicBezTo>
                    <a:pt x="8" y="13"/>
                    <a:pt x="7" y="14"/>
                    <a:pt x="6" y="15"/>
                  </a:cubicBezTo>
                  <a:cubicBezTo>
                    <a:pt x="5" y="15"/>
                    <a:pt x="4" y="13"/>
                    <a:pt x="4" y="13"/>
                  </a:cubicBezTo>
                  <a:cubicBezTo>
                    <a:pt x="3" y="13"/>
                    <a:pt x="1" y="15"/>
                    <a:pt x="1" y="16"/>
                  </a:cubicBezTo>
                  <a:cubicBezTo>
                    <a:pt x="0" y="16"/>
                    <a:pt x="0" y="18"/>
                    <a:pt x="0" y="19"/>
                  </a:cubicBezTo>
                  <a:cubicBezTo>
                    <a:pt x="0" y="21"/>
                    <a:pt x="1" y="24"/>
                    <a:pt x="2" y="25"/>
                  </a:cubicBezTo>
                  <a:cubicBezTo>
                    <a:pt x="3" y="26"/>
                    <a:pt x="5" y="27"/>
                    <a:pt x="6" y="26"/>
                  </a:cubicBezTo>
                  <a:cubicBezTo>
                    <a:pt x="7" y="26"/>
                    <a:pt x="8" y="25"/>
                    <a:pt x="9" y="25"/>
                  </a:cubicBezTo>
                  <a:cubicBezTo>
                    <a:pt x="10" y="23"/>
                    <a:pt x="12" y="21"/>
                    <a:pt x="12" y="20"/>
                  </a:cubicBezTo>
                  <a:cubicBezTo>
                    <a:pt x="13" y="19"/>
                    <a:pt x="13" y="17"/>
                    <a:pt x="13" y="16"/>
                  </a:cubicBezTo>
                  <a:cubicBezTo>
                    <a:pt x="13" y="15"/>
                    <a:pt x="12" y="13"/>
                    <a:pt x="12" y="1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116"/>
            <p:cNvSpPr>
              <a:spLocks/>
            </p:cNvSpPr>
            <p:nvPr/>
          </p:nvSpPr>
          <p:spPr bwMode="auto">
            <a:xfrm>
              <a:off x="6169025" y="1862138"/>
              <a:ext cx="19050" cy="22225"/>
            </a:xfrm>
            <a:custGeom>
              <a:avLst/>
              <a:gdLst/>
              <a:ahLst/>
              <a:cxnLst>
                <a:cxn ang="0">
                  <a:pos x="6" y="12"/>
                </a:cxn>
                <a:cxn ang="0">
                  <a:pos x="5" y="8"/>
                </a:cxn>
                <a:cxn ang="0">
                  <a:pos x="0" y="6"/>
                </a:cxn>
                <a:cxn ang="0">
                  <a:pos x="0" y="2"/>
                </a:cxn>
                <a:cxn ang="0">
                  <a:pos x="3" y="0"/>
                </a:cxn>
                <a:cxn ang="0">
                  <a:pos x="6" y="1"/>
                </a:cxn>
                <a:cxn ang="0">
                  <a:pos x="8" y="4"/>
                </a:cxn>
                <a:cxn ang="0">
                  <a:pos x="10" y="6"/>
                </a:cxn>
                <a:cxn ang="0">
                  <a:pos x="11" y="9"/>
                </a:cxn>
                <a:cxn ang="0">
                  <a:pos x="10" y="11"/>
                </a:cxn>
                <a:cxn ang="0">
                  <a:pos x="8" y="13"/>
                </a:cxn>
                <a:cxn ang="0">
                  <a:pos x="6" y="12"/>
                </a:cxn>
              </a:cxnLst>
              <a:rect l="0" t="0" r="r" b="b"/>
              <a:pathLst>
                <a:path w="11" h="13">
                  <a:moveTo>
                    <a:pt x="6" y="12"/>
                  </a:moveTo>
                  <a:cubicBezTo>
                    <a:pt x="5" y="11"/>
                    <a:pt x="5" y="8"/>
                    <a:pt x="5" y="8"/>
                  </a:cubicBezTo>
                  <a:cubicBezTo>
                    <a:pt x="4" y="7"/>
                    <a:pt x="1" y="7"/>
                    <a:pt x="0" y="6"/>
                  </a:cubicBezTo>
                  <a:cubicBezTo>
                    <a:pt x="0" y="5"/>
                    <a:pt x="0" y="3"/>
                    <a:pt x="0" y="2"/>
                  </a:cubicBezTo>
                  <a:cubicBezTo>
                    <a:pt x="1" y="2"/>
                    <a:pt x="2" y="0"/>
                    <a:pt x="3" y="0"/>
                  </a:cubicBezTo>
                  <a:cubicBezTo>
                    <a:pt x="3" y="0"/>
                    <a:pt x="6" y="0"/>
                    <a:pt x="6" y="1"/>
                  </a:cubicBezTo>
                  <a:cubicBezTo>
                    <a:pt x="7" y="1"/>
                    <a:pt x="8" y="3"/>
                    <a:pt x="8" y="4"/>
                  </a:cubicBezTo>
                  <a:cubicBezTo>
                    <a:pt x="9" y="4"/>
                    <a:pt x="10" y="5"/>
                    <a:pt x="10" y="6"/>
                  </a:cubicBezTo>
                  <a:cubicBezTo>
                    <a:pt x="11" y="7"/>
                    <a:pt x="11" y="8"/>
                    <a:pt x="11" y="9"/>
                  </a:cubicBezTo>
                  <a:cubicBezTo>
                    <a:pt x="11" y="10"/>
                    <a:pt x="10" y="11"/>
                    <a:pt x="10" y="11"/>
                  </a:cubicBezTo>
                  <a:cubicBezTo>
                    <a:pt x="10" y="12"/>
                    <a:pt x="9" y="13"/>
                    <a:pt x="8" y="13"/>
                  </a:cubicBezTo>
                  <a:cubicBezTo>
                    <a:pt x="8" y="13"/>
                    <a:pt x="6" y="12"/>
                    <a:pt x="6" y="1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117"/>
            <p:cNvSpPr>
              <a:spLocks/>
            </p:cNvSpPr>
            <p:nvPr/>
          </p:nvSpPr>
          <p:spPr bwMode="auto">
            <a:xfrm>
              <a:off x="6148388" y="1863726"/>
              <a:ext cx="15875" cy="17463"/>
            </a:xfrm>
            <a:custGeom>
              <a:avLst/>
              <a:gdLst/>
              <a:ahLst/>
              <a:cxnLst>
                <a:cxn ang="0">
                  <a:pos x="8" y="8"/>
                </a:cxn>
                <a:cxn ang="0">
                  <a:pos x="5" y="10"/>
                </a:cxn>
                <a:cxn ang="0">
                  <a:pos x="4" y="7"/>
                </a:cxn>
                <a:cxn ang="0">
                  <a:pos x="1" y="7"/>
                </a:cxn>
                <a:cxn ang="0">
                  <a:pos x="0" y="4"/>
                </a:cxn>
                <a:cxn ang="0">
                  <a:pos x="3" y="1"/>
                </a:cxn>
                <a:cxn ang="0">
                  <a:pos x="7" y="1"/>
                </a:cxn>
                <a:cxn ang="0">
                  <a:pos x="8" y="4"/>
                </a:cxn>
                <a:cxn ang="0">
                  <a:pos x="8" y="8"/>
                </a:cxn>
              </a:cxnLst>
              <a:rect l="0" t="0" r="r" b="b"/>
              <a:pathLst>
                <a:path w="9" h="10">
                  <a:moveTo>
                    <a:pt x="8" y="8"/>
                  </a:moveTo>
                  <a:cubicBezTo>
                    <a:pt x="8" y="9"/>
                    <a:pt x="6" y="10"/>
                    <a:pt x="5" y="10"/>
                  </a:cubicBezTo>
                  <a:cubicBezTo>
                    <a:pt x="5" y="9"/>
                    <a:pt x="4" y="7"/>
                    <a:pt x="4" y="7"/>
                  </a:cubicBezTo>
                  <a:cubicBezTo>
                    <a:pt x="3" y="7"/>
                    <a:pt x="2" y="7"/>
                    <a:pt x="1" y="7"/>
                  </a:cubicBezTo>
                  <a:cubicBezTo>
                    <a:pt x="1" y="6"/>
                    <a:pt x="0" y="4"/>
                    <a:pt x="0" y="4"/>
                  </a:cubicBezTo>
                  <a:cubicBezTo>
                    <a:pt x="0" y="3"/>
                    <a:pt x="2" y="1"/>
                    <a:pt x="3" y="1"/>
                  </a:cubicBezTo>
                  <a:cubicBezTo>
                    <a:pt x="4" y="0"/>
                    <a:pt x="6" y="0"/>
                    <a:pt x="7" y="1"/>
                  </a:cubicBezTo>
                  <a:cubicBezTo>
                    <a:pt x="8" y="2"/>
                    <a:pt x="8" y="3"/>
                    <a:pt x="8" y="4"/>
                  </a:cubicBezTo>
                  <a:cubicBezTo>
                    <a:pt x="8" y="5"/>
                    <a:pt x="9" y="7"/>
                    <a:pt x="8" y="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118"/>
            <p:cNvSpPr>
              <a:spLocks/>
            </p:cNvSpPr>
            <p:nvPr/>
          </p:nvSpPr>
          <p:spPr bwMode="auto">
            <a:xfrm>
              <a:off x="6102350" y="1873251"/>
              <a:ext cx="71438" cy="68263"/>
            </a:xfrm>
            <a:custGeom>
              <a:avLst/>
              <a:gdLst/>
              <a:ahLst/>
              <a:cxnLst>
                <a:cxn ang="0">
                  <a:pos x="41" y="7"/>
                </a:cxn>
                <a:cxn ang="0">
                  <a:pos x="37" y="9"/>
                </a:cxn>
                <a:cxn ang="0">
                  <a:pos x="32" y="9"/>
                </a:cxn>
                <a:cxn ang="0">
                  <a:pos x="29" y="7"/>
                </a:cxn>
                <a:cxn ang="0">
                  <a:pos x="26" y="3"/>
                </a:cxn>
                <a:cxn ang="0">
                  <a:pos x="24" y="0"/>
                </a:cxn>
                <a:cxn ang="0">
                  <a:pos x="21" y="3"/>
                </a:cxn>
                <a:cxn ang="0">
                  <a:pos x="19" y="3"/>
                </a:cxn>
                <a:cxn ang="0">
                  <a:pos x="16" y="1"/>
                </a:cxn>
                <a:cxn ang="0">
                  <a:pos x="12" y="1"/>
                </a:cxn>
                <a:cxn ang="0">
                  <a:pos x="9" y="3"/>
                </a:cxn>
                <a:cxn ang="0">
                  <a:pos x="7" y="5"/>
                </a:cxn>
                <a:cxn ang="0">
                  <a:pos x="10" y="8"/>
                </a:cxn>
                <a:cxn ang="0">
                  <a:pos x="10" y="11"/>
                </a:cxn>
                <a:cxn ang="0">
                  <a:pos x="8" y="13"/>
                </a:cxn>
                <a:cxn ang="0">
                  <a:pos x="5" y="12"/>
                </a:cxn>
                <a:cxn ang="0">
                  <a:pos x="3" y="15"/>
                </a:cxn>
                <a:cxn ang="0">
                  <a:pos x="2" y="20"/>
                </a:cxn>
                <a:cxn ang="0">
                  <a:pos x="4" y="22"/>
                </a:cxn>
                <a:cxn ang="0">
                  <a:pos x="7" y="22"/>
                </a:cxn>
                <a:cxn ang="0">
                  <a:pos x="6" y="25"/>
                </a:cxn>
                <a:cxn ang="0">
                  <a:pos x="4" y="28"/>
                </a:cxn>
                <a:cxn ang="0">
                  <a:pos x="2" y="31"/>
                </a:cxn>
                <a:cxn ang="0">
                  <a:pos x="1" y="34"/>
                </a:cxn>
                <a:cxn ang="0">
                  <a:pos x="1" y="38"/>
                </a:cxn>
                <a:cxn ang="0">
                  <a:pos x="3" y="39"/>
                </a:cxn>
                <a:cxn ang="0">
                  <a:pos x="6" y="38"/>
                </a:cxn>
                <a:cxn ang="0">
                  <a:pos x="5" y="34"/>
                </a:cxn>
                <a:cxn ang="0">
                  <a:pos x="7" y="31"/>
                </a:cxn>
                <a:cxn ang="0">
                  <a:pos x="9" y="30"/>
                </a:cxn>
                <a:cxn ang="0">
                  <a:pos x="11" y="31"/>
                </a:cxn>
                <a:cxn ang="0">
                  <a:pos x="11" y="34"/>
                </a:cxn>
                <a:cxn ang="0">
                  <a:pos x="14" y="36"/>
                </a:cxn>
                <a:cxn ang="0">
                  <a:pos x="16" y="35"/>
                </a:cxn>
                <a:cxn ang="0">
                  <a:pos x="17" y="30"/>
                </a:cxn>
                <a:cxn ang="0">
                  <a:pos x="20" y="29"/>
                </a:cxn>
                <a:cxn ang="0">
                  <a:pos x="23" y="29"/>
                </a:cxn>
                <a:cxn ang="0">
                  <a:pos x="24" y="27"/>
                </a:cxn>
                <a:cxn ang="0">
                  <a:pos x="22" y="25"/>
                </a:cxn>
                <a:cxn ang="0">
                  <a:pos x="22" y="22"/>
                </a:cxn>
                <a:cxn ang="0">
                  <a:pos x="25" y="20"/>
                </a:cxn>
                <a:cxn ang="0">
                  <a:pos x="30" y="20"/>
                </a:cxn>
                <a:cxn ang="0">
                  <a:pos x="34" y="19"/>
                </a:cxn>
                <a:cxn ang="0">
                  <a:pos x="35" y="16"/>
                </a:cxn>
                <a:cxn ang="0">
                  <a:pos x="39" y="14"/>
                </a:cxn>
                <a:cxn ang="0">
                  <a:pos x="41" y="12"/>
                </a:cxn>
                <a:cxn ang="0">
                  <a:pos x="42" y="9"/>
                </a:cxn>
                <a:cxn ang="0">
                  <a:pos x="41" y="7"/>
                </a:cxn>
              </a:cxnLst>
              <a:rect l="0" t="0" r="r" b="b"/>
              <a:pathLst>
                <a:path w="42" h="39">
                  <a:moveTo>
                    <a:pt x="41" y="7"/>
                  </a:moveTo>
                  <a:cubicBezTo>
                    <a:pt x="40" y="6"/>
                    <a:pt x="38" y="8"/>
                    <a:pt x="37" y="9"/>
                  </a:cubicBezTo>
                  <a:cubicBezTo>
                    <a:pt x="36" y="9"/>
                    <a:pt x="33" y="9"/>
                    <a:pt x="32" y="9"/>
                  </a:cubicBezTo>
                  <a:cubicBezTo>
                    <a:pt x="31" y="9"/>
                    <a:pt x="29" y="8"/>
                    <a:pt x="29" y="7"/>
                  </a:cubicBezTo>
                  <a:cubicBezTo>
                    <a:pt x="28" y="7"/>
                    <a:pt x="27" y="4"/>
                    <a:pt x="26" y="3"/>
                  </a:cubicBezTo>
                  <a:cubicBezTo>
                    <a:pt x="26" y="2"/>
                    <a:pt x="25" y="0"/>
                    <a:pt x="24" y="0"/>
                  </a:cubicBezTo>
                  <a:cubicBezTo>
                    <a:pt x="23" y="0"/>
                    <a:pt x="22" y="2"/>
                    <a:pt x="21" y="3"/>
                  </a:cubicBezTo>
                  <a:cubicBezTo>
                    <a:pt x="21" y="3"/>
                    <a:pt x="19" y="3"/>
                    <a:pt x="19" y="3"/>
                  </a:cubicBezTo>
                  <a:cubicBezTo>
                    <a:pt x="18" y="3"/>
                    <a:pt x="17" y="1"/>
                    <a:pt x="16" y="1"/>
                  </a:cubicBezTo>
                  <a:cubicBezTo>
                    <a:pt x="15" y="1"/>
                    <a:pt x="13" y="1"/>
                    <a:pt x="12" y="1"/>
                  </a:cubicBezTo>
                  <a:cubicBezTo>
                    <a:pt x="11" y="1"/>
                    <a:pt x="9" y="2"/>
                    <a:pt x="9" y="3"/>
                  </a:cubicBezTo>
                  <a:cubicBezTo>
                    <a:pt x="8" y="3"/>
                    <a:pt x="7" y="5"/>
                    <a:pt x="7" y="5"/>
                  </a:cubicBezTo>
                  <a:cubicBezTo>
                    <a:pt x="7" y="6"/>
                    <a:pt x="9" y="7"/>
                    <a:pt x="10" y="8"/>
                  </a:cubicBezTo>
                  <a:cubicBezTo>
                    <a:pt x="10" y="9"/>
                    <a:pt x="11" y="11"/>
                    <a:pt x="10" y="11"/>
                  </a:cubicBezTo>
                  <a:cubicBezTo>
                    <a:pt x="10" y="12"/>
                    <a:pt x="9" y="13"/>
                    <a:pt x="8" y="13"/>
                  </a:cubicBezTo>
                  <a:cubicBezTo>
                    <a:pt x="7" y="13"/>
                    <a:pt x="6" y="12"/>
                    <a:pt x="5" y="12"/>
                  </a:cubicBezTo>
                  <a:cubicBezTo>
                    <a:pt x="4" y="12"/>
                    <a:pt x="3" y="14"/>
                    <a:pt x="3" y="15"/>
                  </a:cubicBezTo>
                  <a:cubicBezTo>
                    <a:pt x="2" y="16"/>
                    <a:pt x="2" y="18"/>
                    <a:pt x="2" y="20"/>
                  </a:cubicBezTo>
                  <a:cubicBezTo>
                    <a:pt x="2" y="20"/>
                    <a:pt x="4" y="21"/>
                    <a:pt x="4" y="22"/>
                  </a:cubicBezTo>
                  <a:cubicBezTo>
                    <a:pt x="5" y="22"/>
                    <a:pt x="6" y="21"/>
                    <a:pt x="7" y="22"/>
                  </a:cubicBezTo>
                  <a:cubicBezTo>
                    <a:pt x="7" y="23"/>
                    <a:pt x="7" y="24"/>
                    <a:pt x="6" y="25"/>
                  </a:cubicBezTo>
                  <a:cubicBezTo>
                    <a:pt x="6" y="26"/>
                    <a:pt x="4" y="27"/>
                    <a:pt x="4" y="28"/>
                  </a:cubicBezTo>
                  <a:cubicBezTo>
                    <a:pt x="3" y="28"/>
                    <a:pt x="2" y="30"/>
                    <a:pt x="2" y="31"/>
                  </a:cubicBezTo>
                  <a:cubicBezTo>
                    <a:pt x="1" y="32"/>
                    <a:pt x="1" y="33"/>
                    <a:pt x="1" y="34"/>
                  </a:cubicBezTo>
                  <a:cubicBezTo>
                    <a:pt x="1" y="35"/>
                    <a:pt x="0" y="37"/>
                    <a:pt x="1" y="38"/>
                  </a:cubicBezTo>
                  <a:cubicBezTo>
                    <a:pt x="1" y="39"/>
                    <a:pt x="2" y="39"/>
                    <a:pt x="3" y="39"/>
                  </a:cubicBezTo>
                  <a:cubicBezTo>
                    <a:pt x="4" y="39"/>
                    <a:pt x="6" y="38"/>
                    <a:pt x="6" y="38"/>
                  </a:cubicBezTo>
                  <a:cubicBezTo>
                    <a:pt x="6" y="37"/>
                    <a:pt x="5" y="35"/>
                    <a:pt x="5" y="34"/>
                  </a:cubicBezTo>
                  <a:cubicBezTo>
                    <a:pt x="5" y="33"/>
                    <a:pt x="6" y="32"/>
                    <a:pt x="7" y="31"/>
                  </a:cubicBezTo>
                  <a:cubicBezTo>
                    <a:pt x="7" y="31"/>
                    <a:pt x="8" y="30"/>
                    <a:pt x="9" y="30"/>
                  </a:cubicBezTo>
                  <a:cubicBezTo>
                    <a:pt x="10" y="30"/>
                    <a:pt x="11" y="31"/>
                    <a:pt x="11" y="31"/>
                  </a:cubicBezTo>
                  <a:cubicBezTo>
                    <a:pt x="11" y="32"/>
                    <a:pt x="10" y="34"/>
                    <a:pt x="11" y="34"/>
                  </a:cubicBezTo>
                  <a:cubicBezTo>
                    <a:pt x="11" y="35"/>
                    <a:pt x="13" y="36"/>
                    <a:pt x="14" y="36"/>
                  </a:cubicBezTo>
                  <a:cubicBezTo>
                    <a:pt x="14" y="36"/>
                    <a:pt x="16" y="35"/>
                    <a:pt x="16" y="35"/>
                  </a:cubicBezTo>
                  <a:cubicBezTo>
                    <a:pt x="17" y="34"/>
                    <a:pt x="16" y="31"/>
                    <a:pt x="17" y="30"/>
                  </a:cubicBezTo>
                  <a:cubicBezTo>
                    <a:pt x="18" y="30"/>
                    <a:pt x="19" y="29"/>
                    <a:pt x="20" y="29"/>
                  </a:cubicBezTo>
                  <a:cubicBezTo>
                    <a:pt x="21" y="29"/>
                    <a:pt x="23" y="30"/>
                    <a:pt x="23" y="29"/>
                  </a:cubicBezTo>
                  <a:cubicBezTo>
                    <a:pt x="24" y="29"/>
                    <a:pt x="24" y="27"/>
                    <a:pt x="24" y="27"/>
                  </a:cubicBezTo>
                  <a:cubicBezTo>
                    <a:pt x="24" y="26"/>
                    <a:pt x="22" y="26"/>
                    <a:pt x="22" y="25"/>
                  </a:cubicBezTo>
                  <a:cubicBezTo>
                    <a:pt x="22" y="24"/>
                    <a:pt x="22" y="22"/>
                    <a:pt x="22" y="22"/>
                  </a:cubicBezTo>
                  <a:cubicBezTo>
                    <a:pt x="23" y="21"/>
                    <a:pt x="24" y="20"/>
                    <a:pt x="25" y="20"/>
                  </a:cubicBezTo>
                  <a:cubicBezTo>
                    <a:pt x="26" y="19"/>
                    <a:pt x="29" y="20"/>
                    <a:pt x="30" y="20"/>
                  </a:cubicBezTo>
                  <a:cubicBezTo>
                    <a:pt x="31" y="20"/>
                    <a:pt x="33" y="19"/>
                    <a:pt x="34" y="19"/>
                  </a:cubicBezTo>
                  <a:cubicBezTo>
                    <a:pt x="34" y="18"/>
                    <a:pt x="35" y="17"/>
                    <a:pt x="35" y="16"/>
                  </a:cubicBezTo>
                  <a:cubicBezTo>
                    <a:pt x="36" y="16"/>
                    <a:pt x="38" y="15"/>
                    <a:pt x="39" y="14"/>
                  </a:cubicBezTo>
                  <a:cubicBezTo>
                    <a:pt x="40" y="14"/>
                    <a:pt x="41" y="13"/>
                    <a:pt x="41" y="12"/>
                  </a:cubicBezTo>
                  <a:cubicBezTo>
                    <a:pt x="42" y="12"/>
                    <a:pt x="42" y="10"/>
                    <a:pt x="42" y="9"/>
                  </a:cubicBezTo>
                  <a:cubicBezTo>
                    <a:pt x="42" y="8"/>
                    <a:pt x="41" y="7"/>
                    <a:pt x="41"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119"/>
            <p:cNvSpPr>
              <a:spLocks/>
            </p:cNvSpPr>
            <p:nvPr/>
          </p:nvSpPr>
          <p:spPr bwMode="auto">
            <a:xfrm>
              <a:off x="6240463" y="1900238"/>
              <a:ext cx="9525" cy="9525"/>
            </a:xfrm>
            <a:custGeom>
              <a:avLst/>
              <a:gdLst/>
              <a:ahLst/>
              <a:cxnLst>
                <a:cxn ang="0">
                  <a:pos x="6" y="2"/>
                </a:cxn>
                <a:cxn ang="0">
                  <a:pos x="4" y="0"/>
                </a:cxn>
                <a:cxn ang="0">
                  <a:pos x="1" y="1"/>
                </a:cxn>
                <a:cxn ang="0">
                  <a:pos x="0" y="4"/>
                </a:cxn>
                <a:cxn ang="0">
                  <a:pos x="3" y="6"/>
                </a:cxn>
                <a:cxn ang="0">
                  <a:pos x="6" y="5"/>
                </a:cxn>
                <a:cxn ang="0">
                  <a:pos x="6" y="2"/>
                </a:cxn>
              </a:cxnLst>
              <a:rect l="0" t="0" r="r" b="b"/>
              <a:pathLst>
                <a:path w="6" h="6">
                  <a:moveTo>
                    <a:pt x="6" y="2"/>
                  </a:moveTo>
                  <a:cubicBezTo>
                    <a:pt x="6" y="1"/>
                    <a:pt x="4" y="0"/>
                    <a:pt x="4" y="0"/>
                  </a:cubicBezTo>
                  <a:cubicBezTo>
                    <a:pt x="3" y="0"/>
                    <a:pt x="2" y="0"/>
                    <a:pt x="1" y="1"/>
                  </a:cubicBezTo>
                  <a:cubicBezTo>
                    <a:pt x="1" y="1"/>
                    <a:pt x="0" y="3"/>
                    <a:pt x="0" y="4"/>
                  </a:cubicBezTo>
                  <a:cubicBezTo>
                    <a:pt x="0" y="4"/>
                    <a:pt x="2" y="6"/>
                    <a:pt x="3" y="6"/>
                  </a:cubicBezTo>
                  <a:cubicBezTo>
                    <a:pt x="4" y="6"/>
                    <a:pt x="5" y="6"/>
                    <a:pt x="6" y="5"/>
                  </a:cubicBezTo>
                  <a:cubicBezTo>
                    <a:pt x="6" y="4"/>
                    <a:pt x="6" y="3"/>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120"/>
            <p:cNvSpPr>
              <a:spLocks/>
            </p:cNvSpPr>
            <p:nvPr/>
          </p:nvSpPr>
          <p:spPr bwMode="auto">
            <a:xfrm>
              <a:off x="6248400" y="1881188"/>
              <a:ext cx="17463" cy="12700"/>
            </a:xfrm>
            <a:custGeom>
              <a:avLst/>
              <a:gdLst/>
              <a:ahLst/>
              <a:cxnLst>
                <a:cxn ang="0">
                  <a:pos x="8" y="5"/>
                </a:cxn>
                <a:cxn ang="0">
                  <a:pos x="10" y="3"/>
                </a:cxn>
                <a:cxn ang="0">
                  <a:pos x="9" y="0"/>
                </a:cxn>
                <a:cxn ang="0">
                  <a:pos x="5" y="0"/>
                </a:cxn>
                <a:cxn ang="0">
                  <a:pos x="2" y="1"/>
                </a:cxn>
                <a:cxn ang="0">
                  <a:pos x="1" y="5"/>
                </a:cxn>
                <a:cxn ang="0">
                  <a:pos x="2" y="7"/>
                </a:cxn>
                <a:cxn ang="0">
                  <a:pos x="5" y="8"/>
                </a:cxn>
                <a:cxn ang="0">
                  <a:pos x="8" y="5"/>
                </a:cxn>
              </a:cxnLst>
              <a:rect l="0" t="0" r="r" b="b"/>
              <a:pathLst>
                <a:path w="10" h="8">
                  <a:moveTo>
                    <a:pt x="8" y="5"/>
                  </a:moveTo>
                  <a:cubicBezTo>
                    <a:pt x="8" y="5"/>
                    <a:pt x="9" y="3"/>
                    <a:pt x="10" y="3"/>
                  </a:cubicBezTo>
                  <a:cubicBezTo>
                    <a:pt x="10" y="2"/>
                    <a:pt x="9" y="0"/>
                    <a:pt x="9" y="0"/>
                  </a:cubicBezTo>
                  <a:cubicBezTo>
                    <a:pt x="8" y="0"/>
                    <a:pt x="6" y="0"/>
                    <a:pt x="5" y="0"/>
                  </a:cubicBezTo>
                  <a:cubicBezTo>
                    <a:pt x="4" y="0"/>
                    <a:pt x="3" y="1"/>
                    <a:pt x="2" y="1"/>
                  </a:cubicBezTo>
                  <a:cubicBezTo>
                    <a:pt x="1" y="2"/>
                    <a:pt x="0" y="4"/>
                    <a:pt x="1" y="5"/>
                  </a:cubicBezTo>
                  <a:cubicBezTo>
                    <a:pt x="1" y="5"/>
                    <a:pt x="2" y="7"/>
                    <a:pt x="2" y="7"/>
                  </a:cubicBezTo>
                  <a:cubicBezTo>
                    <a:pt x="3" y="8"/>
                    <a:pt x="5" y="8"/>
                    <a:pt x="5" y="8"/>
                  </a:cubicBezTo>
                  <a:cubicBezTo>
                    <a:pt x="6" y="8"/>
                    <a:pt x="7" y="6"/>
                    <a:pt x="8"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121"/>
            <p:cNvSpPr>
              <a:spLocks/>
            </p:cNvSpPr>
            <p:nvPr/>
          </p:nvSpPr>
          <p:spPr bwMode="auto">
            <a:xfrm>
              <a:off x="6184900" y="1825626"/>
              <a:ext cx="101600" cy="85725"/>
            </a:xfrm>
            <a:custGeom>
              <a:avLst/>
              <a:gdLst/>
              <a:ahLst/>
              <a:cxnLst>
                <a:cxn ang="0">
                  <a:pos x="54" y="13"/>
                </a:cxn>
                <a:cxn ang="0">
                  <a:pos x="58" y="6"/>
                </a:cxn>
                <a:cxn ang="0">
                  <a:pos x="57" y="0"/>
                </a:cxn>
                <a:cxn ang="0">
                  <a:pos x="49" y="3"/>
                </a:cxn>
                <a:cxn ang="0">
                  <a:pos x="44" y="7"/>
                </a:cxn>
                <a:cxn ang="0">
                  <a:pos x="41" y="15"/>
                </a:cxn>
                <a:cxn ang="0">
                  <a:pos x="35" y="15"/>
                </a:cxn>
                <a:cxn ang="0">
                  <a:pos x="39" y="9"/>
                </a:cxn>
                <a:cxn ang="0">
                  <a:pos x="35" y="4"/>
                </a:cxn>
                <a:cxn ang="0">
                  <a:pos x="32" y="9"/>
                </a:cxn>
                <a:cxn ang="0">
                  <a:pos x="28" y="5"/>
                </a:cxn>
                <a:cxn ang="0">
                  <a:pos x="24" y="7"/>
                </a:cxn>
                <a:cxn ang="0">
                  <a:pos x="24" y="13"/>
                </a:cxn>
                <a:cxn ang="0">
                  <a:pos x="21" y="13"/>
                </a:cxn>
                <a:cxn ang="0">
                  <a:pos x="14" y="13"/>
                </a:cxn>
                <a:cxn ang="0">
                  <a:pos x="17" y="18"/>
                </a:cxn>
                <a:cxn ang="0">
                  <a:pos x="17" y="26"/>
                </a:cxn>
                <a:cxn ang="0">
                  <a:pos x="12" y="26"/>
                </a:cxn>
                <a:cxn ang="0">
                  <a:pos x="8" y="24"/>
                </a:cxn>
                <a:cxn ang="0">
                  <a:pos x="6" y="31"/>
                </a:cxn>
                <a:cxn ang="0">
                  <a:pos x="1" y="39"/>
                </a:cxn>
                <a:cxn ang="0">
                  <a:pos x="0" y="45"/>
                </a:cxn>
                <a:cxn ang="0">
                  <a:pos x="7" y="49"/>
                </a:cxn>
                <a:cxn ang="0">
                  <a:pos x="12" y="44"/>
                </a:cxn>
                <a:cxn ang="0">
                  <a:pos x="22" y="43"/>
                </a:cxn>
                <a:cxn ang="0">
                  <a:pos x="28" y="32"/>
                </a:cxn>
                <a:cxn ang="0">
                  <a:pos x="31" y="23"/>
                </a:cxn>
                <a:cxn ang="0">
                  <a:pos x="35" y="23"/>
                </a:cxn>
                <a:cxn ang="0">
                  <a:pos x="34" y="29"/>
                </a:cxn>
                <a:cxn ang="0">
                  <a:pos x="38" y="31"/>
                </a:cxn>
                <a:cxn ang="0">
                  <a:pos x="44" y="25"/>
                </a:cxn>
                <a:cxn ang="0">
                  <a:pos x="48" y="18"/>
                </a:cxn>
              </a:cxnLst>
              <a:rect l="0" t="0" r="r" b="b"/>
              <a:pathLst>
                <a:path w="59" h="50">
                  <a:moveTo>
                    <a:pt x="48" y="18"/>
                  </a:moveTo>
                  <a:cubicBezTo>
                    <a:pt x="50" y="17"/>
                    <a:pt x="53" y="15"/>
                    <a:pt x="54" y="13"/>
                  </a:cubicBezTo>
                  <a:cubicBezTo>
                    <a:pt x="54" y="12"/>
                    <a:pt x="54" y="10"/>
                    <a:pt x="55" y="9"/>
                  </a:cubicBezTo>
                  <a:cubicBezTo>
                    <a:pt x="56" y="8"/>
                    <a:pt x="57" y="7"/>
                    <a:pt x="58" y="6"/>
                  </a:cubicBezTo>
                  <a:cubicBezTo>
                    <a:pt x="59" y="6"/>
                    <a:pt x="59" y="4"/>
                    <a:pt x="59" y="3"/>
                  </a:cubicBezTo>
                  <a:cubicBezTo>
                    <a:pt x="59" y="2"/>
                    <a:pt x="58" y="1"/>
                    <a:pt x="57" y="0"/>
                  </a:cubicBezTo>
                  <a:cubicBezTo>
                    <a:pt x="56" y="0"/>
                    <a:pt x="54" y="0"/>
                    <a:pt x="53" y="0"/>
                  </a:cubicBezTo>
                  <a:cubicBezTo>
                    <a:pt x="52" y="1"/>
                    <a:pt x="50" y="2"/>
                    <a:pt x="49" y="3"/>
                  </a:cubicBezTo>
                  <a:cubicBezTo>
                    <a:pt x="49" y="3"/>
                    <a:pt x="47" y="3"/>
                    <a:pt x="46" y="4"/>
                  </a:cubicBezTo>
                  <a:cubicBezTo>
                    <a:pt x="45" y="4"/>
                    <a:pt x="44" y="6"/>
                    <a:pt x="44" y="7"/>
                  </a:cubicBezTo>
                  <a:cubicBezTo>
                    <a:pt x="44" y="8"/>
                    <a:pt x="43" y="11"/>
                    <a:pt x="43" y="12"/>
                  </a:cubicBezTo>
                  <a:cubicBezTo>
                    <a:pt x="43" y="13"/>
                    <a:pt x="42" y="15"/>
                    <a:pt x="41" y="15"/>
                  </a:cubicBezTo>
                  <a:cubicBezTo>
                    <a:pt x="41" y="16"/>
                    <a:pt x="39" y="16"/>
                    <a:pt x="39" y="16"/>
                  </a:cubicBezTo>
                  <a:cubicBezTo>
                    <a:pt x="38" y="16"/>
                    <a:pt x="36" y="16"/>
                    <a:pt x="35" y="15"/>
                  </a:cubicBezTo>
                  <a:cubicBezTo>
                    <a:pt x="35" y="14"/>
                    <a:pt x="36" y="13"/>
                    <a:pt x="36" y="12"/>
                  </a:cubicBezTo>
                  <a:cubicBezTo>
                    <a:pt x="36" y="11"/>
                    <a:pt x="38" y="10"/>
                    <a:pt x="39" y="9"/>
                  </a:cubicBezTo>
                  <a:cubicBezTo>
                    <a:pt x="39" y="9"/>
                    <a:pt x="38" y="7"/>
                    <a:pt x="38" y="6"/>
                  </a:cubicBezTo>
                  <a:cubicBezTo>
                    <a:pt x="37" y="5"/>
                    <a:pt x="36" y="4"/>
                    <a:pt x="35" y="4"/>
                  </a:cubicBezTo>
                  <a:cubicBezTo>
                    <a:pt x="35" y="4"/>
                    <a:pt x="33" y="5"/>
                    <a:pt x="33" y="6"/>
                  </a:cubicBezTo>
                  <a:cubicBezTo>
                    <a:pt x="32" y="7"/>
                    <a:pt x="33" y="9"/>
                    <a:pt x="32" y="9"/>
                  </a:cubicBezTo>
                  <a:cubicBezTo>
                    <a:pt x="31" y="10"/>
                    <a:pt x="30" y="9"/>
                    <a:pt x="29" y="9"/>
                  </a:cubicBezTo>
                  <a:cubicBezTo>
                    <a:pt x="29" y="8"/>
                    <a:pt x="29" y="6"/>
                    <a:pt x="28" y="5"/>
                  </a:cubicBezTo>
                  <a:cubicBezTo>
                    <a:pt x="28" y="5"/>
                    <a:pt x="26" y="5"/>
                    <a:pt x="25" y="5"/>
                  </a:cubicBezTo>
                  <a:cubicBezTo>
                    <a:pt x="25" y="5"/>
                    <a:pt x="24" y="6"/>
                    <a:pt x="24" y="7"/>
                  </a:cubicBezTo>
                  <a:cubicBezTo>
                    <a:pt x="24" y="8"/>
                    <a:pt x="24" y="9"/>
                    <a:pt x="24" y="10"/>
                  </a:cubicBezTo>
                  <a:cubicBezTo>
                    <a:pt x="24" y="11"/>
                    <a:pt x="25" y="12"/>
                    <a:pt x="24" y="13"/>
                  </a:cubicBezTo>
                  <a:cubicBezTo>
                    <a:pt x="24" y="13"/>
                    <a:pt x="23" y="14"/>
                    <a:pt x="23" y="15"/>
                  </a:cubicBezTo>
                  <a:cubicBezTo>
                    <a:pt x="22" y="15"/>
                    <a:pt x="21" y="13"/>
                    <a:pt x="21" y="13"/>
                  </a:cubicBezTo>
                  <a:cubicBezTo>
                    <a:pt x="20" y="13"/>
                    <a:pt x="18" y="12"/>
                    <a:pt x="18" y="12"/>
                  </a:cubicBezTo>
                  <a:cubicBezTo>
                    <a:pt x="17" y="12"/>
                    <a:pt x="15" y="13"/>
                    <a:pt x="14" y="13"/>
                  </a:cubicBezTo>
                  <a:cubicBezTo>
                    <a:pt x="14" y="14"/>
                    <a:pt x="14" y="15"/>
                    <a:pt x="14" y="16"/>
                  </a:cubicBezTo>
                  <a:cubicBezTo>
                    <a:pt x="14" y="17"/>
                    <a:pt x="17" y="17"/>
                    <a:pt x="17" y="18"/>
                  </a:cubicBezTo>
                  <a:cubicBezTo>
                    <a:pt x="18" y="19"/>
                    <a:pt x="18" y="21"/>
                    <a:pt x="18" y="22"/>
                  </a:cubicBezTo>
                  <a:cubicBezTo>
                    <a:pt x="18" y="23"/>
                    <a:pt x="17" y="25"/>
                    <a:pt x="17" y="26"/>
                  </a:cubicBezTo>
                  <a:cubicBezTo>
                    <a:pt x="16" y="26"/>
                    <a:pt x="15" y="27"/>
                    <a:pt x="14" y="27"/>
                  </a:cubicBezTo>
                  <a:cubicBezTo>
                    <a:pt x="13" y="27"/>
                    <a:pt x="13" y="26"/>
                    <a:pt x="12" y="26"/>
                  </a:cubicBezTo>
                  <a:cubicBezTo>
                    <a:pt x="12" y="26"/>
                    <a:pt x="11" y="24"/>
                    <a:pt x="10" y="24"/>
                  </a:cubicBezTo>
                  <a:cubicBezTo>
                    <a:pt x="10" y="24"/>
                    <a:pt x="9" y="24"/>
                    <a:pt x="8" y="24"/>
                  </a:cubicBezTo>
                  <a:cubicBezTo>
                    <a:pt x="7" y="25"/>
                    <a:pt x="6" y="27"/>
                    <a:pt x="6" y="28"/>
                  </a:cubicBezTo>
                  <a:cubicBezTo>
                    <a:pt x="6" y="29"/>
                    <a:pt x="6" y="30"/>
                    <a:pt x="6" y="31"/>
                  </a:cubicBezTo>
                  <a:cubicBezTo>
                    <a:pt x="5" y="33"/>
                    <a:pt x="6" y="36"/>
                    <a:pt x="5" y="37"/>
                  </a:cubicBezTo>
                  <a:cubicBezTo>
                    <a:pt x="4" y="38"/>
                    <a:pt x="2" y="38"/>
                    <a:pt x="1" y="39"/>
                  </a:cubicBezTo>
                  <a:cubicBezTo>
                    <a:pt x="1" y="40"/>
                    <a:pt x="0" y="41"/>
                    <a:pt x="0" y="41"/>
                  </a:cubicBezTo>
                  <a:cubicBezTo>
                    <a:pt x="0" y="42"/>
                    <a:pt x="0" y="44"/>
                    <a:pt x="0" y="45"/>
                  </a:cubicBezTo>
                  <a:cubicBezTo>
                    <a:pt x="1" y="47"/>
                    <a:pt x="2" y="50"/>
                    <a:pt x="4" y="50"/>
                  </a:cubicBezTo>
                  <a:cubicBezTo>
                    <a:pt x="5" y="50"/>
                    <a:pt x="6" y="49"/>
                    <a:pt x="7" y="49"/>
                  </a:cubicBezTo>
                  <a:cubicBezTo>
                    <a:pt x="8" y="48"/>
                    <a:pt x="8" y="46"/>
                    <a:pt x="9" y="45"/>
                  </a:cubicBezTo>
                  <a:cubicBezTo>
                    <a:pt x="10" y="45"/>
                    <a:pt x="11" y="44"/>
                    <a:pt x="12" y="44"/>
                  </a:cubicBezTo>
                  <a:cubicBezTo>
                    <a:pt x="14" y="44"/>
                    <a:pt x="16" y="45"/>
                    <a:pt x="18" y="44"/>
                  </a:cubicBezTo>
                  <a:cubicBezTo>
                    <a:pt x="19" y="44"/>
                    <a:pt x="21" y="44"/>
                    <a:pt x="22" y="43"/>
                  </a:cubicBezTo>
                  <a:cubicBezTo>
                    <a:pt x="24" y="42"/>
                    <a:pt x="26" y="39"/>
                    <a:pt x="27" y="37"/>
                  </a:cubicBezTo>
                  <a:cubicBezTo>
                    <a:pt x="27" y="36"/>
                    <a:pt x="27" y="33"/>
                    <a:pt x="28" y="32"/>
                  </a:cubicBezTo>
                  <a:cubicBezTo>
                    <a:pt x="28" y="31"/>
                    <a:pt x="29" y="29"/>
                    <a:pt x="30" y="27"/>
                  </a:cubicBezTo>
                  <a:cubicBezTo>
                    <a:pt x="30" y="26"/>
                    <a:pt x="30" y="24"/>
                    <a:pt x="31" y="23"/>
                  </a:cubicBezTo>
                  <a:cubicBezTo>
                    <a:pt x="31" y="23"/>
                    <a:pt x="32" y="21"/>
                    <a:pt x="33" y="22"/>
                  </a:cubicBezTo>
                  <a:cubicBezTo>
                    <a:pt x="33" y="22"/>
                    <a:pt x="34" y="23"/>
                    <a:pt x="35" y="23"/>
                  </a:cubicBezTo>
                  <a:cubicBezTo>
                    <a:pt x="35" y="24"/>
                    <a:pt x="36" y="25"/>
                    <a:pt x="36" y="26"/>
                  </a:cubicBezTo>
                  <a:cubicBezTo>
                    <a:pt x="36" y="27"/>
                    <a:pt x="34" y="28"/>
                    <a:pt x="34" y="29"/>
                  </a:cubicBezTo>
                  <a:cubicBezTo>
                    <a:pt x="34" y="30"/>
                    <a:pt x="34" y="32"/>
                    <a:pt x="35" y="32"/>
                  </a:cubicBezTo>
                  <a:cubicBezTo>
                    <a:pt x="35" y="32"/>
                    <a:pt x="37" y="31"/>
                    <a:pt x="38" y="31"/>
                  </a:cubicBezTo>
                  <a:cubicBezTo>
                    <a:pt x="39" y="30"/>
                    <a:pt x="41" y="29"/>
                    <a:pt x="42" y="28"/>
                  </a:cubicBezTo>
                  <a:cubicBezTo>
                    <a:pt x="43" y="28"/>
                    <a:pt x="43" y="26"/>
                    <a:pt x="44" y="25"/>
                  </a:cubicBezTo>
                  <a:cubicBezTo>
                    <a:pt x="44" y="24"/>
                    <a:pt x="46" y="22"/>
                    <a:pt x="46" y="21"/>
                  </a:cubicBezTo>
                  <a:cubicBezTo>
                    <a:pt x="47" y="20"/>
                    <a:pt x="48" y="18"/>
                    <a:pt x="48" y="1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122"/>
            <p:cNvSpPr>
              <a:spLocks/>
            </p:cNvSpPr>
            <p:nvPr/>
          </p:nvSpPr>
          <p:spPr bwMode="auto">
            <a:xfrm>
              <a:off x="6394451" y="1801813"/>
              <a:ext cx="34925" cy="44450"/>
            </a:xfrm>
            <a:custGeom>
              <a:avLst/>
              <a:gdLst/>
              <a:ahLst/>
              <a:cxnLst>
                <a:cxn ang="0">
                  <a:pos x="19" y="17"/>
                </a:cxn>
                <a:cxn ang="0">
                  <a:pos x="20" y="13"/>
                </a:cxn>
                <a:cxn ang="0">
                  <a:pos x="20" y="8"/>
                </a:cxn>
                <a:cxn ang="0">
                  <a:pos x="18" y="5"/>
                </a:cxn>
                <a:cxn ang="0">
                  <a:pos x="16" y="1"/>
                </a:cxn>
                <a:cxn ang="0">
                  <a:pos x="11" y="0"/>
                </a:cxn>
                <a:cxn ang="0">
                  <a:pos x="8" y="3"/>
                </a:cxn>
                <a:cxn ang="0">
                  <a:pos x="6" y="5"/>
                </a:cxn>
                <a:cxn ang="0">
                  <a:pos x="3" y="8"/>
                </a:cxn>
                <a:cxn ang="0">
                  <a:pos x="2" y="13"/>
                </a:cxn>
                <a:cxn ang="0">
                  <a:pos x="1" y="17"/>
                </a:cxn>
                <a:cxn ang="0">
                  <a:pos x="0" y="21"/>
                </a:cxn>
                <a:cxn ang="0">
                  <a:pos x="3" y="26"/>
                </a:cxn>
                <a:cxn ang="0">
                  <a:pos x="6" y="25"/>
                </a:cxn>
                <a:cxn ang="0">
                  <a:pos x="8" y="21"/>
                </a:cxn>
                <a:cxn ang="0">
                  <a:pos x="12" y="20"/>
                </a:cxn>
                <a:cxn ang="0">
                  <a:pos x="17" y="20"/>
                </a:cxn>
                <a:cxn ang="0">
                  <a:pos x="19" y="17"/>
                </a:cxn>
              </a:cxnLst>
              <a:rect l="0" t="0" r="r" b="b"/>
              <a:pathLst>
                <a:path w="21" h="26">
                  <a:moveTo>
                    <a:pt x="19" y="17"/>
                  </a:moveTo>
                  <a:cubicBezTo>
                    <a:pt x="19" y="16"/>
                    <a:pt x="20" y="14"/>
                    <a:pt x="20" y="13"/>
                  </a:cubicBezTo>
                  <a:cubicBezTo>
                    <a:pt x="21" y="12"/>
                    <a:pt x="20" y="9"/>
                    <a:pt x="20" y="8"/>
                  </a:cubicBezTo>
                  <a:cubicBezTo>
                    <a:pt x="20" y="7"/>
                    <a:pt x="18" y="6"/>
                    <a:pt x="18" y="5"/>
                  </a:cubicBezTo>
                  <a:cubicBezTo>
                    <a:pt x="18" y="4"/>
                    <a:pt x="17" y="2"/>
                    <a:pt x="16" y="1"/>
                  </a:cubicBezTo>
                  <a:cubicBezTo>
                    <a:pt x="15" y="1"/>
                    <a:pt x="13" y="0"/>
                    <a:pt x="11" y="0"/>
                  </a:cubicBezTo>
                  <a:cubicBezTo>
                    <a:pt x="10" y="1"/>
                    <a:pt x="9" y="3"/>
                    <a:pt x="8" y="3"/>
                  </a:cubicBezTo>
                  <a:cubicBezTo>
                    <a:pt x="8" y="4"/>
                    <a:pt x="6" y="4"/>
                    <a:pt x="6" y="5"/>
                  </a:cubicBezTo>
                  <a:cubicBezTo>
                    <a:pt x="5" y="6"/>
                    <a:pt x="3" y="7"/>
                    <a:pt x="3" y="8"/>
                  </a:cubicBezTo>
                  <a:cubicBezTo>
                    <a:pt x="2" y="9"/>
                    <a:pt x="2" y="12"/>
                    <a:pt x="2" y="13"/>
                  </a:cubicBezTo>
                  <a:cubicBezTo>
                    <a:pt x="2" y="14"/>
                    <a:pt x="1" y="16"/>
                    <a:pt x="1" y="17"/>
                  </a:cubicBezTo>
                  <a:cubicBezTo>
                    <a:pt x="1" y="18"/>
                    <a:pt x="0" y="20"/>
                    <a:pt x="0" y="21"/>
                  </a:cubicBezTo>
                  <a:cubicBezTo>
                    <a:pt x="0" y="22"/>
                    <a:pt x="1" y="25"/>
                    <a:pt x="3" y="26"/>
                  </a:cubicBezTo>
                  <a:cubicBezTo>
                    <a:pt x="3" y="26"/>
                    <a:pt x="5" y="25"/>
                    <a:pt x="6" y="25"/>
                  </a:cubicBezTo>
                  <a:cubicBezTo>
                    <a:pt x="7" y="24"/>
                    <a:pt x="7" y="21"/>
                    <a:pt x="8" y="21"/>
                  </a:cubicBezTo>
                  <a:cubicBezTo>
                    <a:pt x="9" y="20"/>
                    <a:pt x="11" y="20"/>
                    <a:pt x="12" y="20"/>
                  </a:cubicBezTo>
                  <a:cubicBezTo>
                    <a:pt x="13" y="20"/>
                    <a:pt x="16" y="21"/>
                    <a:pt x="17" y="20"/>
                  </a:cubicBezTo>
                  <a:cubicBezTo>
                    <a:pt x="18" y="20"/>
                    <a:pt x="18" y="18"/>
                    <a:pt x="19" y="1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123"/>
            <p:cNvSpPr>
              <a:spLocks/>
            </p:cNvSpPr>
            <p:nvPr/>
          </p:nvSpPr>
          <p:spPr bwMode="auto">
            <a:xfrm>
              <a:off x="6323013" y="1670051"/>
              <a:ext cx="47625" cy="79375"/>
            </a:xfrm>
            <a:custGeom>
              <a:avLst/>
              <a:gdLst/>
              <a:ahLst/>
              <a:cxnLst>
                <a:cxn ang="0">
                  <a:pos x="27" y="1"/>
                </a:cxn>
                <a:cxn ang="0">
                  <a:pos x="28" y="2"/>
                </a:cxn>
                <a:cxn ang="0">
                  <a:pos x="26" y="4"/>
                </a:cxn>
                <a:cxn ang="0">
                  <a:pos x="23" y="7"/>
                </a:cxn>
                <a:cxn ang="0">
                  <a:pos x="21" y="13"/>
                </a:cxn>
                <a:cxn ang="0">
                  <a:pos x="22" y="19"/>
                </a:cxn>
                <a:cxn ang="0">
                  <a:pos x="20" y="27"/>
                </a:cxn>
                <a:cxn ang="0">
                  <a:pos x="18" y="35"/>
                </a:cxn>
                <a:cxn ang="0">
                  <a:pos x="17" y="41"/>
                </a:cxn>
                <a:cxn ang="0">
                  <a:pos x="17" y="46"/>
                </a:cxn>
                <a:cxn ang="0">
                  <a:pos x="16" y="44"/>
                </a:cxn>
                <a:cxn ang="0">
                  <a:pos x="13" y="42"/>
                </a:cxn>
                <a:cxn ang="0">
                  <a:pos x="10" y="39"/>
                </a:cxn>
                <a:cxn ang="0">
                  <a:pos x="7" y="39"/>
                </a:cxn>
                <a:cxn ang="0">
                  <a:pos x="3" y="38"/>
                </a:cxn>
                <a:cxn ang="0">
                  <a:pos x="1" y="36"/>
                </a:cxn>
                <a:cxn ang="0">
                  <a:pos x="1" y="30"/>
                </a:cxn>
                <a:cxn ang="0">
                  <a:pos x="4" y="29"/>
                </a:cxn>
                <a:cxn ang="0">
                  <a:pos x="7" y="27"/>
                </a:cxn>
                <a:cxn ang="0">
                  <a:pos x="8" y="23"/>
                </a:cxn>
                <a:cxn ang="0">
                  <a:pos x="6" y="20"/>
                </a:cxn>
                <a:cxn ang="0">
                  <a:pos x="5" y="17"/>
                </a:cxn>
                <a:cxn ang="0">
                  <a:pos x="7" y="14"/>
                </a:cxn>
                <a:cxn ang="0">
                  <a:pos x="8" y="11"/>
                </a:cxn>
                <a:cxn ang="0">
                  <a:pos x="10" y="9"/>
                </a:cxn>
                <a:cxn ang="0">
                  <a:pos x="10" y="6"/>
                </a:cxn>
                <a:cxn ang="0">
                  <a:pos x="13" y="3"/>
                </a:cxn>
                <a:cxn ang="0">
                  <a:pos x="17" y="4"/>
                </a:cxn>
                <a:cxn ang="0">
                  <a:pos x="21" y="1"/>
                </a:cxn>
                <a:cxn ang="0">
                  <a:pos x="27" y="1"/>
                </a:cxn>
              </a:cxnLst>
              <a:rect l="0" t="0" r="r" b="b"/>
              <a:pathLst>
                <a:path w="28" h="46">
                  <a:moveTo>
                    <a:pt x="27" y="1"/>
                  </a:moveTo>
                  <a:cubicBezTo>
                    <a:pt x="27" y="1"/>
                    <a:pt x="28" y="1"/>
                    <a:pt x="28" y="2"/>
                  </a:cubicBezTo>
                  <a:cubicBezTo>
                    <a:pt x="27" y="2"/>
                    <a:pt x="26" y="3"/>
                    <a:pt x="26" y="4"/>
                  </a:cubicBezTo>
                  <a:cubicBezTo>
                    <a:pt x="25" y="5"/>
                    <a:pt x="24" y="6"/>
                    <a:pt x="23" y="7"/>
                  </a:cubicBezTo>
                  <a:cubicBezTo>
                    <a:pt x="22" y="8"/>
                    <a:pt x="22" y="11"/>
                    <a:pt x="21" y="13"/>
                  </a:cubicBezTo>
                  <a:cubicBezTo>
                    <a:pt x="21" y="14"/>
                    <a:pt x="22" y="17"/>
                    <a:pt x="22" y="19"/>
                  </a:cubicBezTo>
                  <a:cubicBezTo>
                    <a:pt x="21" y="21"/>
                    <a:pt x="21" y="25"/>
                    <a:pt x="20" y="27"/>
                  </a:cubicBezTo>
                  <a:cubicBezTo>
                    <a:pt x="20" y="29"/>
                    <a:pt x="18" y="33"/>
                    <a:pt x="18" y="35"/>
                  </a:cubicBezTo>
                  <a:cubicBezTo>
                    <a:pt x="17" y="36"/>
                    <a:pt x="17" y="40"/>
                    <a:pt x="17" y="41"/>
                  </a:cubicBezTo>
                  <a:cubicBezTo>
                    <a:pt x="17" y="42"/>
                    <a:pt x="17" y="45"/>
                    <a:pt x="17" y="46"/>
                  </a:cubicBezTo>
                  <a:cubicBezTo>
                    <a:pt x="16" y="45"/>
                    <a:pt x="16" y="45"/>
                    <a:pt x="16" y="44"/>
                  </a:cubicBezTo>
                  <a:cubicBezTo>
                    <a:pt x="15" y="44"/>
                    <a:pt x="13" y="43"/>
                    <a:pt x="13" y="42"/>
                  </a:cubicBezTo>
                  <a:cubicBezTo>
                    <a:pt x="12" y="41"/>
                    <a:pt x="11" y="39"/>
                    <a:pt x="10" y="39"/>
                  </a:cubicBezTo>
                  <a:cubicBezTo>
                    <a:pt x="9" y="38"/>
                    <a:pt x="8" y="39"/>
                    <a:pt x="7" y="39"/>
                  </a:cubicBezTo>
                  <a:cubicBezTo>
                    <a:pt x="6" y="39"/>
                    <a:pt x="3" y="38"/>
                    <a:pt x="3" y="38"/>
                  </a:cubicBezTo>
                  <a:cubicBezTo>
                    <a:pt x="3" y="38"/>
                    <a:pt x="1" y="36"/>
                    <a:pt x="1" y="36"/>
                  </a:cubicBezTo>
                  <a:cubicBezTo>
                    <a:pt x="0" y="34"/>
                    <a:pt x="0" y="31"/>
                    <a:pt x="1" y="30"/>
                  </a:cubicBezTo>
                  <a:cubicBezTo>
                    <a:pt x="1" y="29"/>
                    <a:pt x="3" y="29"/>
                    <a:pt x="4" y="29"/>
                  </a:cubicBezTo>
                  <a:cubicBezTo>
                    <a:pt x="5" y="29"/>
                    <a:pt x="6" y="28"/>
                    <a:pt x="7" y="27"/>
                  </a:cubicBezTo>
                  <a:cubicBezTo>
                    <a:pt x="7" y="26"/>
                    <a:pt x="8" y="24"/>
                    <a:pt x="8" y="23"/>
                  </a:cubicBezTo>
                  <a:cubicBezTo>
                    <a:pt x="8" y="22"/>
                    <a:pt x="6" y="21"/>
                    <a:pt x="6" y="20"/>
                  </a:cubicBezTo>
                  <a:cubicBezTo>
                    <a:pt x="5" y="19"/>
                    <a:pt x="5" y="17"/>
                    <a:pt x="5" y="17"/>
                  </a:cubicBezTo>
                  <a:cubicBezTo>
                    <a:pt x="6" y="16"/>
                    <a:pt x="7" y="15"/>
                    <a:pt x="7" y="14"/>
                  </a:cubicBezTo>
                  <a:cubicBezTo>
                    <a:pt x="8" y="14"/>
                    <a:pt x="7" y="12"/>
                    <a:pt x="8" y="11"/>
                  </a:cubicBezTo>
                  <a:cubicBezTo>
                    <a:pt x="8" y="10"/>
                    <a:pt x="10" y="10"/>
                    <a:pt x="10" y="9"/>
                  </a:cubicBezTo>
                  <a:cubicBezTo>
                    <a:pt x="10" y="8"/>
                    <a:pt x="9" y="7"/>
                    <a:pt x="10" y="6"/>
                  </a:cubicBezTo>
                  <a:cubicBezTo>
                    <a:pt x="10" y="5"/>
                    <a:pt x="12" y="3"/>
                    <a:pt x="13" y="3"/>
                  </a:cubicBezTo>
                  <a:cubicBezTo>
                    <a:pt x="14" y="2"/>
                    <a:pt x="16" y="4"/>
                    <a:pt x="17" y="4"/>
                  </a:cubicBezTo>
                  <a:cubicBezTo>
                    <a:pt x="18" y="3"/>
                    <a:pt x="20" y="1"/>
                    <a:pt x="21" y="1"/>
                  </a:cubicBezTo>
                  <a:cubicBezTo>
                    <a:pt x="23" y="0"/>
                    <a:pt x="26" y="0"/>
                    <a:pt x="27"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124"/>
            <p:cNvSpPr>
              <a:spLocks/>
            </p:cNvSpPr>
            <p:nvPr/>
          </p:nvSpPr>
          <p:spPr bwMode="auto">
            <a:xfrm>
              <a:off x="6270625" y="1744663"/>
              <a:ext cx="157163" cy="136525"/>
            </a:xfrm>
            <a:custGeom>
              <a:avLst/>
              <a:gdLst/>
              <a:ahLst/>
              <a:cxnLst>
                <a:cxn ang="0">
                  <a:pos x="91" y="28"/>
                </a:cxn>
                <a:cxn ang="0">
                  <a:pos x="86" y="27"/>
                </a:cxn>
                <a:cxn ang="0">
                  <a:pos x="79" y="30"/>
                </a:cxn>
                <a:cxn ang="0">
                  <a:pos x="70" y="34"/>
                </a:cxn>
                <a:cxn ang="0">
                  <a:pos x="67" y="45"/>
                </a:cxn>
                <a:cxn ang="0">
                  <a:pos x="64" y="51"/>
                </a:cxn>
                <a:cxn ang="0">
                  <a:pos x="61" y="57"/>
                </a:cxn>
                <a:cxn ang="0">
                  <a:pos x="58" y="51"/>
                </a:cxn>
                <a:cxn ang="0">
                  <a:pos x="57" y="44"/>
                </a:cxn>
                <a:cxn ang="0">
                  <a:pos x="55" y="47"/>
                </a:cxn>
                <a:cxn ang="0">
                  <a:pos x="51" y="54"/>
                </a:cxn>
                <a:cxn ang="0">
                  <a:pos x="45" y="61"/>
                </a:cxn>
                <a:cxn ang="0">
                  <a:pos x="43" y="70"/>
                </a:cxn>
                <a:cxn ang="0">
                  <a:pos x="34" y="71"/>
                </a:cxn>
                <a:cxn ang="0">
                  <a:pos x="27" y="70"/>
                </a:cxn>
                <a:cxn ang="0">
                  <a:pos x="21" y="65"/>
                </a:cxn>
                <a:cxn ang="0">
                  <a:pos x="28" y="58"/>
                </a:cxn>
                <a:cxn ang="0">
                  <a:pos x="37" y="48"/>
                </a:cxn>
                <a:cxn ang="0">
                  <a:pos x="35" y="42"/>
                </a:cxn>
                <a:cxn ang="0">
                  <a:pos x="32" y="48"/>
                </a:cxn>
                <a:cxn ang="0">
                  <a:pos x="25" y="53"/>
                </a:cxn>
                <a:cxn ang="0">
                  <a:pos x="19" y="58"/>
                </a:cxn>
                <a:cxn ang="0">
                  <a:pos x="13" y="65"/>
                </a:cxn>
                <a:cxn ang="0">
                  <a:pos x="10" y="75"/>
                </a:cxn>
                <a:cxn ang="0">
                  <a:pos x="3" y="79"/>
                </a:cxn>
                <a:cxn ang="0">
                  <a:pos x="0" y="73"/>
                </a:cxn>
                <a:cxn ang="0">
                  <a:pos x="5" y="64"/>
                </a:cxn>
                <a:cxn ang="0">
                  <a:pos x="11" y="54"/>
                </a:cxn>
                <a:cxn ang="0">
                  <a:pos x="17" y="47"/>
                </a:cxn>
                <a:cxn ang="0">
                  <a:pos x="21" y="44"/>
                </a:cxn>
                <a:cxn ang="0">
                  <a:pos x="21" y="39"/>
                </a:cxn>
                <a:cxn ang="0">
                  <a:pos x="16" y="36"/>
                </a:cxn>
                <a:cxn ang="0">
                  <a:pos x="15" y="29"/>
                </a:cxn>
                <a:cxn ang="0">
                  <a:pos x="20" y="25"/>
                </a:cxn>
                <a:cxn ang="0">
                  <a:pos x="24" y="27"/>
                </a:cxn>
                <a:cxn ang="0">
                  <a:pos x="29" y="23"/>
                </a:cxn>
                <a:cxn ang="0">
                  <a:pos x="34" y="20"/>
                </a:cxn>
                <a:cxn ang="0">
                  <a:pos x="38" y="16"/>
                </a:cxn>
                <a:cxn ang="0">
                  <a:pos x="33" y="12"/>
                </a:cxn>
                <a:cxn ang="0">
                  <a:pos x="29" y="6"/>
                </a:cxn>
                <a:cxn ang="0">
                  <a:pos x="35" y="0"/>
                </a:cxn>
                <a:cxn ang="0">
                  <a:pos x="43" y="5"/>
                </a:cxn>
                <a:cxn ang="0">
                  <a:pos x="47" y="8"/>
                </a:cxn>
                <a:cxn ang="0">
                  <a:pos x="45" y="12"/>
                </a:cxn>
                <a:cxn ang="0">
                  <a:pos x="41" y="20"/>
                </a:cxn>
                <a:cxn ang="0">
                  <a:pos x="39" y="29"/>
                </a:cxn>
                <a:cxn ang="0">
                  <a:pos x="41" y="41"/>
                </a:cxn>
                <a:cxn ang="0">
                  <a:pos x="45" y="42"/>
                </a:cxn>
                <a:cxn ang="0">
                  <a:pos x="50" y="37"/>
                </a:cxn>
                <a:cxn ang="0">
                  <a:pos x="55" y="31"/>
                </a:cxn>
                <a:cxn ang="0">
                  <a:pos x="58" y="23"/>
                </a:cxn>
                <a:cxn ang="0">
                  <a:pos x="66" y="21"/>
                </a:cxn>
                <a:cxn ang="0">
                  <a:pos x="78" y="17"/>
                </a:cxn>
                <a:cxn ang="0">
                  <a:pos x="88" y="24"/>
                </a:cxn>
              </a:cxnLst>
              <a:rect l="0" t="0" r="r" b="b"/>
              <a:pathLst>
                <a:path w="91" h="79">
                  <a:moveTo>
                    <a:pt x="88" y="24"/>
                  </a:moveTo>
                  <a:cubicBezTo>
                    <a:pt x="89" y="25"/>
                    <a:pt x="90" y="27"/>
                    <a:pt x="91" y="28"/>
                  </a:cubicBezTo>
                  <a:cubicBezTo>
                    <a:pt x="91" y="28"/>
                    <a:pt x="91" y="28"/>
                    <a:pt x="90" y="28"/>
                  </a:cubicBezTo>
                  <a:cubicBezTo>
                    <a:pt x="89" y="28"/>
                    <a:pt x="87" y="27"/>
                    <a:pt x="86" y="27"/>
                  </a:cubicBezTo>
                  <a:cubicBezTo>
                    <a:pt x="84" y="27"/>
                    <a:pt x="82" y="28"/>
                    <a:pt x="81" y="28"/>
                  </a:cubicBezTo>
                  <a:cubicBezTo>
                    <a:pt x="80" y="29"/>
                    <a:pt x="80" y="30"/>
                    <a:pt x="79" y="30"/>
                  </a:cubicBezTo>
                  <a:cubicBezTo>
                    <a:pt x="78" y="31"/>
                    <a:pt x="75" y="31"/>
                    <a:pt x="74" y="31"/>
                  </a:cubicBezTo>
                  <a:cubicBezTo>
                    <a:pt x="73" y="31"/>
                    <a:pt x="70" y="33"/>
                    <a:pt x="70" y="34"/>
                  </a:cubicBezTo>
                  <a:cubicBezTo>
                    <a:pt x="68" y="35"/>
                    <a:pt x="68" y="39"/>
                    <a:pt x="68" y="41"/>
                  </a:cubicBezTo>
                  <a:cubicBezTo>
                    <a:pt x="68" y="42"/>
                    <a:pt x="67" y="44"/>
                    <a:pt x="67" y="45"/>
                  </a:cubicBezTo>
                  <a:cubicBezTo>
                    <a:pt x="67" y="46"/>
                    <a:pt x="65" y="47"/>
                    <a:pt x="65" y="48"/>
                  </a:cubicBezTo>
                  <a:cubicBezTo>
                    <a:pt x="64" y="48"/>
                    <a:pt x="64" y="50"/>
                    <a:pt x="64" y="51"/>
                  </a:cubicBezTo>
                  <a:cubicBezTo>
                    <a:pt x="64" y="52"/>
                    <a:pt x="64" y="53"/>
                    <a:pt x="64" y="54"/>
                  </a:cubicBezTo>
                  <a:cubicBezTo>
                    <a:pt x="64" y="55"/>
                    <a:pt x="62" y="57"/>
                    <a:pt x="61" y="57"/>
                  </a:cubicBezTo>
                  <a:cubicBezTo>
                    <a:pt x="60" y="57"/>
                    <a:pt x="58" y="56"/>
                    <a:pt x="58" y="55"/>
                  </a:cubicBezTo>
                  <a:cubicBezTo>
                    <a:pt x="57" y="55"/>
                    <a:pt x="58" y="52"/>
                    <a:pt x="58" y="51"/>
                  </a:cubicBezTo>
                  <a:cubicBezTo>
                    <a:pt x="58" y="50"/>
                    <a:pt x="59" y="48"/>
                    <a:pt x="59" y="47"/>
                  </a:cubicBezTo>
                  <a:cubicBezTo>
                    <a:pt x="59" y="47"/>
                    <a:pt x="58" y="45"/>
                    <a:pt x="57" y="44"/>
                  </a:cubicBezTo>
                  <a:cubicBezTo>
                    <a:pt x="57" y="44"/>
                    <a:pt x="56" y="44"/>
                    <a:pt x="56" y="45"/>
                  </a:cubicBezTo>
                  <a:cubicBezTo>
                    <a:pt x="55" y="45"/>
                    <a:pt x="55" y="47"/>
                    <a:pt x="55" y="47"/>
                  </a:cubicBezTo>
                  <a:cubicBezTo>
                    <a:pt x="54" y="48"/>
                    <a:pt x="54" y="50"/>
                    <a:pt x="53" y="51"/>
                  </a:cubicBezTo>
                  <a:cubicBezTo>
                    <a:pt x="53" y="52"/>
                    <a:pt x="51" y="53"/>
                    <a:pt x="51" y="54"/>
                  </a:cubicBezTo>
                  <a:cubicBezTo>
                    <a:pt x="50" y="55"/>
                    <a:pt x="48" y="56"/>
                    <a:pt x="47" y="57"/>
                  </a:cubicBezTo>
                  <a:cubicBezTo>
                    <a:pt x="47" y="58"/>
                    <a:pt x="45" y="60"/>
                    <a:pt x="45" y="61"/>
                  </a:cubicBezTo>
                  <a:cubicBezTo>
                    <a:pt x="44" y="62"/>
                    <a:pt x="45" y="64"/>
                    <a:pt x="45" y="65"/>
                  </a:cubicBezTo>
                  <a:cubicBezTo>
                    <a:pt x="45" y="67"/>
                    <a:pt x="44" y="69"/>
                    <a:pt x="43" y="70"/>
                  </a:cubicBezTo>
                  <a:cubicBezTo>
                    <a:pt x="42" y="71"/>
                    <a:pt x="39" y="73"/>
                    <a:pt x="38" y="73"/>
                  </a:cubicBezTo>
                  <a:cubicBezTo>
                    <a:pt x="37" y="73"/>
                    <a:pt x="35" y="71"/>
                    <a:pt x="34" y="71"/>
                  </a:cubicBezTo>
                  <a:cubicBezTo>
                    <a:pt x="33" y="70"/>
                    <a:pt x="32" y="69"/>
                    <a:pt x="31" y="69"/>
                  </a:cubicBezTo>
                  <a:cubicBezTo>
                    <a:pt x="30" y="69"/>
                    <a:pt x="28" y="69"/>
                    <a:pt x="27" y="70"/>
                  </a:cubicBezTo>
                  <a:cubicBezTo>
                    <a:pt x="25" y="70"/>
                    <a:pt x="22" y="71"/>
                    <a:pt x="21" y="70"/>
                  </a:cubicBezTo>
                  <a:cubicBezTo>
                    <a:pt x="20" y="69"/>
                    <a:pt x="20" y="66"/>
                    <a:pt x="21" y="65"/>
                  </a:cubicBezTo>
                  <a:cubicBezTo>
                    <a:pt x="21" y="64"/>
                    <a:pt x="22" y="61"/>
                    <a:pt x="23" y="60"/>
                  </a:cubicBezTo>
                  <a:cubicBezTo>
                    <a:pt x="24" y="59"/>
                    <a:pt x="27" y="58"/>
                    <a:pt x="28" y="58"/>
                  </a:cubicBezTo>
                  <a:cubicBezTo>
                    <a:pt x="29" y="57"/>
                    <a:pt x="32" y="54"/>
                    <a:pt x="33" y="52"/>
                  </a:cubicBezTo>
                  <a:cubicBezTo>
                    <a:pt x="34" y="51"/>
                    <a:pt x="37" y="49"/>
                    <a:pt x="37" y="48"/>
                  </a:cubicBezTo>
                  <a:cubicBezTo>
                    <a:pt x="38" y="47"/>
                    <a:pt x="38" y="45"/>
                    <a:pt x="38" y="44"/>
                  </a:cubicBezTo>
                  <a:cubicBezTo>
                    <a:pt x="38" y="43"/>
                    <a:pt x="36" y="42"/>
                    <a:pt x="35" y="42"/>
                  </a:cubicBezTo>
                  <a:cubicBezTo>
                    <a:pt x="35" y="43"/>
                    <a:pt x="33" y="44"/>
                    <a:pt x="33" y="45"/>
                  </a:cubicBezTo>
                  <a:cubicBezTo>
                    <a:pt x="32" y="46"/>
                    <a:pt x="32" y="47"/>
                    <a:pt x="32" y="48"/>
                  </a:cubicBezTo>
                  <a:cubicBezTo>
                    <a:pt x="31" y="49"/>
                    <a:pt x="30" y="51"/>
                    <a:pt x="29" y="51"/>
                  </a:cubicBezTo>
                  <a:cubicBezTo>
                    <a:pt x="28" y="52"/>
                    <a:pt x="26" y="53"/>
                    <a:pt x="25" y="53"/>
                  </a:cubicBezTo>
                  <a:cubicBezTo>
                    <a:pt x="24" y="54"/>
                    <a:pt x="22" y="55"/>
                    <a:pt x="21" y="55"/>
                  </a:cubicBezTo>
                  <a:cubicBezTo>
                    <a:pt x="20" y="56"/>
                    <a:pt x="20" y="57"/>
                    <a:pt x="19" y="58"/>
                  </a:cubicBezTo>
                  <a:cubicBezTo>
                    <a:pt x="18" y="59"/>
                    <a:pt x="15" y="60"/>
                    <a:pt x="14" y="61"/>
                  </a:cubicBezTo>
                  <a:cubicBezTo>
                    <a:pt x="14" y="62"/>
                    <a:pt x="14" y="64"/>
                    <a:pt x="13" y="65"/>
                  </a:cubicBezTo>
                  <a:cubicBezTo>
                    <a:pt x="13" y="66"/>
                    <a:pt x="13" y="69"/>
                    <a:pt x="13" y="70"/>
                  </a:cubicBezTo>
                  <a:cubicBezTo>
                    <a:pt x="12" y="72"/>
                    <a:pt x="11" y="74"/>
                    <a:pt x="10" y="75"/>
                  </a:cubicBezTo>
                  <a:cubicBezTo>
                    <a:pt x="9" y="76"/>
                    <a:pt x="8" y="78"/>
                    <a:pt x="7" y="79"/>
                  </a:cubicBezTo>
                  <a:cubicBezTo>
                    <a:pt x="6" y="79"/>
                    <a:pt x="4" y="79"/>
                    <a:pt x="3" y="79"/>
                  </a:cubicBezTo>
                  <a:cubicBezTo>
                    <a:pt x="2" y="79"/>
                    <a:pt x="1" y="78"/>
                    <a:pt x="0" y="78"/>
                  </a:cubicBezTo>
                  <a:cubicBezTo>
                    <a:pt x="0" y="77"/>
                    <a:pt x="0" y="74"/>
                    <a:pt x="0" y="73"/>
                  </a:cubicBezTo>
                  <a:cubicBezTo>
                    <a:pt x="1" y="72"/>
                    <a:pt x="3" y="70"/>
                    <a:pt x="3" y="69"/>
                  </a:cubicBezTo>
                  <a:cubicBezTo>
                    <a:pt x="4" y="68"/>
                    <a:pt x="5" y="65"/>
                    <a:pt x="5" y="64"/>
                  </a:cubicBezTo>
                  <a:cubicBezTo>
                    <a:pt x="6" y="63"/>
                    <a:pt x="8" y="61"/>
                    <a:pt x="8" y="60"/>
                  </a:cubicBezTo>
                  <a:cubicBezTo>
                    <a:pt x="9" y="59"/>
                    <a:pt x="10" y="56"/>
                    <a:pt x="11" y="54"/>
                  </a:cubicBezTo>
                  <a:cubicBezTo>
                    <a:pt x="12" y="53"/>
                    <a:pt x="13" y="50"/>
                    <a:pt x="14" y="49"/>
                  </a:cubicBezTo>
                  <a:cubicBezTo>
                    <a:pt x="15" y="49"/>
                    <a:pt x="17" y="48"/>
                    <a:pt x="17" y="47"/>
                  </a:cubicBezTo>
                  <a:cubicBezTo>
                    <a:pt x="18" y="47"/>
                    <a:pt x="20" y="47"/>
                    <a:pt x="20" y="46"/>
                  </a:cubicBezTo>
                  <a:cubicBezTo>
                    <a:pt x="21" y="46"/>
                    <a:pt x="21" y="45"/>
                    <a:pt x="21" y="44"/>
                  </a:cubicBezTo>
                  <a:cubicBezTo>
                    <a:pt x="21" y="43"/>
                    <a:pt x="19" y="43"/>
                    <a:pt x="19" y="42"/>
                  </a:cubicBezTo>
                  <a:cubicBezTo>
                    <a:pt x="18" y="41"/>
                    <a:pt x="20" y="40"/>
                    <a:pt x="21" y="39"/>
                  </a:cubicBezTo>
                  <a:cubicBezTo>
                    <a:pt x="21" y="38"/>
                    <a:pt x="20" y="36"/>
                    <a:pt x="19" y="35"/>
                  </a:cubicBezTo>
                  <a:cubicBezTo>
                    <a:pt x="19" y="35"/>
                    <a:pt x="17" y="36"/>
                    <a:pt x="16" y="36"/>
                  </a:cubicBezTo>
                  <a:cubicBezTo>
                    <a:pt x="16" y="35"/>
                    <a:pt x="15" y="34"/>
                    <a:pt x="14" y="34"/>
                  </a:cubicBezTo>
                  <a:cubicBezTo>
                    <a:pt x="14" y="33"/>
                    <a:pt x="14" y="30"/>
                    <a:pt x="15" y="29"/>
                  </a:cubicBezTo>
                  <a:cubicBezTo>
                    <a:pt x="16" y="28"/>
                    <a:pt x="18" y="29"/>
                    <a:pt x="19" y="29"/>
                  </a:cubicBezTo>
                  <a:cubicBezTo>
                    <a:pt x="20" y="28"/>
                    <a:pt x="20" y="26"/>
                    <a:pt x="20" y="25"/>
                  </a:cubicBezTo>
                  <a:cubicBezTo>
                    <a:pt x="21" y="25"/>
                    <a:pt x="22" y="24"/>
                    <a:pt x="23" y="24"/>
                  </a:cubicBezTo>
                  <a:cubicBezTo>
                    <a:pt x="23" y="25"/>
                    <a:pt x="24" y="27"/>
                    <a:pt x="24" y="27"/>
                  </a:cubicBezTo>
                  <a:cubicBezTo>
                    <a:pt x="25" y="27"/>
                    <a:pt x="28" y="27"/>
                    <a:pt x="28" y="26"/>
                  </a:cubicBezTo>
                  <a:cubicBezTo>
                    <a:pt x="29" y="26"/>
                    <a:pt x="29" y="24"/>
                    <a:pt x="29" y="23"/>
                  </a:cubicBezTo>
                  <a:cubicBezTo>
                    <a:pt x="29" y="22"/>
                    <a:pt x="30" y="20"/>
                    <a:pt x="31" y="20"/>
                  </a:cubicBezTo>
                  <a:cubicBezTo>
                    <a:pt x="31" y="19"/>
                    <a:pt x="33" y="20"/>
                    <a:pt x="34" y="20"/>
                  </a:cubicBezTo>
                  <a:cubicBezTo>
                    <a:pt x="34" y="20"/>
                    <a:pt x="36" y="20"/>
                    <a:pt x="36" y="20"/>
                  </a:cubicBezTo>
                  <a:cubicBezTo>
                    <a:pt x="37" y="19"/>
                    <a:pt x="38" y="17"/>
                    <a:pt x="38" y="16"/>
                  </a:cubicBezTo>
                  <a:cubicBezTo>
                    <a:pt x="37" y="16"/>
                    <a:pt x="36" y="15"/>
                    <a:pt x="36" y="14"/>
                  </a:cubicBezTo>
                  <a:cubicBezTo>
                    <a:pt x="35" y="13"/>
                    <a:pt x="33" y="12"/>
                    <a:pt x="33" y="12"/>
                  </a:cubicBezTo>
                  <a:cubicBezTo>
                    <a:pt x="32" y="11"/>
                    <a:pt x="32" y="10"/>
                    <a:pt x="31" y="9"/>
                  </a:cubicBezTo>
                  <a:cubicBezTo>
                    <a:pt x="30" y="8"/>
                    <a:pt x="29" y="7"/>
                    <a:pt x="29" y="6"/>
                  </a:cubicBezTo>
                  <a:cubicBezTo>
                    <a:pt x="28" y="4"/>
                    <a:pt x="29" y="2"/>
                    <a:pt x="30" y="1"/>
                  </a:cubicBezTo>
                  <a:cubicBezTo>
                    <a:pt x="31" y="0"/>
                    <a:pt x="33" y="0"/>
                    <a:pt x="35" y="0"/>
                  </a:cubicBezTo>
                  <a:cubicBezTo>
                    <a:pt x="36" y="0"/>
                    <a:pt x="39" y="0"/>
                    <a:pt x="40" y="1"/>
                  </a:cubicBezTo>
                  <a:cubicBezTo>
                    <a:pt x="41" y="2"/>
                    <a:pt x="42" y="4"/>
                    <a:pt x="43" y="5"/>
                  </a:cubicBezTo>
                  <a:cubicBezTo>
                    <a:pt x="44" y="5"/>
                    <a:pt x="45" y="7"/>
                    <a:pt x="46" y="7"/>
                  </a:cubicBezTo>
                  <a:cubicBezTo>
                    <a:pt x="46" y="7"/>
                    <a:pt x="47" y="7"/>
                    <a:pt x="47" y="8"/>
                  </a:cubicBezTo>
                  <a:cubicBezTo>
                    <a:pt x="47" y="8"/>
                    <a:pt x="47" y="9"/>
                    <a:pt x="47" y="9"/>
                  </a:cubicBezTo>
                  <a:cubicBezTo>
                    <a:pt x="47" y="10"/>
                    <a:pt x="46" y="11"/>
                    <a:pt x="45" y="12"/>
                  </a:cubicBezTo>
                  <a:cubicBezTo>
                    <a:pt x="45" y="13"/>
                    <a:pt x="44" y="14"/>
                    <a:pt x="43" y="15"/>
                  </a:cubicBezTo>
                  <a:cubicBezTo>
                    <a:pt x="43" y="16"/>
                    <a:pt x="42" y="19"/>
                    <a:pt x="41" y="20"/>
                  </a:cubicBezTo>
                  <a:cubicBezTo>
                    <a:pt x="41" y="21"/>
                    <a:pt x="39" y="23"/>
                    <a:pt x="39" y="24"/>
                  </a:cubicBezTo>
                  <a:cubicBezTo>
                    <a:pt x="39" y="25"/>
                    <a:pt x="39" y="27"/>
                    <a:pt x="39" y="29"/>
                  </a:cubicBezTo>
                  <a:cubicBezTo>
                    <a:pt x="39" y="30"/>
                    <a:pt x="38" y="34"/>
                    <a:pt x="38" y="36"/>
                  </a:cubicBezTo>
                  <a:cubicBezTo>
                    <a:pt x="39" y="37"/>
                    <a:pt x="40" y="40"/>
                    <a:pt x="41" y="41"/>
                  </a:cubicBezTo>
                  <a:cubicBezTo>
                    <a:pt x="41" y="41"/>
                    <a:pt x="41" y="43"/>
                    <a:pt x="42" y="43"/>
                  </a:cubicBezTo>
                  <a:cubicBezTo>
                    <a:pt x="43" y="43"/>
                    <a:pt x="45" y="43"/>
                    <a:pt x="45" y="42"/>
                  </a:cubicBezTo>
                  <a:cubicBezTo>
                    <a:pt x="46" y="42"/>
                    <a:pt x="47" y="40"/>
                    <a:pt x="47" y="40"/>
                  </a:cubicBezTo>
                  <a:cubicBezTo>
                    <a:pt x="48" y="39"/>
                    <a:pt x="49" y="38"/>
                    <a:pt x="50" y="37"/>
                  </a:cubicBezTo>
                  <a:cubicBezTo>
                    <a:pt x="51" y="36"/>
                    <a:pt x="52" y="36"/>
                    <a:pt x="53" y="35"/>
                  </a:cubicBezTo>
                  <a:cubicBezTo>
                    <a:pt x="54" y="34"/>
                    <a:pt x="55" y="32"/>
                    <a:pt x="55" y="31"/>
                  </a:cubicBezTo>
                  <a:cubicBezTo>
                    <a:pt x="56" y="30"/>
                    <a:pt x="57" y="28"/>
                    <a:pt x="57" y="27"/>
                  </a:cubicBezTo>
                  <a:cubicBezTo>
                    <a:pt x="57" y="26"/>
                    <a:pt x="58" y="24"/>
                    <a:pt x="58" y="23"/>
                  </a:cubicBezTo>
                  <a:cubicBezTo>
                    <a:pt x="59" y="23"/>
                    <a:pt x="60" y="22"/>
                    <a:pt x="60" y="22"/>
                  </a:cubicBezTo>
                  <a:cubicBezTo>
                    <a:pt x="61" y="21"/>
                    <a:pt x="64" y="22"/>
                    <a:pt x="66" y="21"/>
                  </a:cubicBezTo>
                  <a:cubicBezTo>
                    <a:pt x="67" y="21"/>
                    <a:pt x="69" y="19"/>
                    <a:pt x="70" y="18"/>
                  </a:cubicBezTo>
                  <a:cubicBezTo>
                    <a:pt x="72" y="18"/>
                    <a:pt x="76" y="17"/>
                    <a:pt x="78" y="17"/>
                  </a:cubicBezTo>
                  <a:cubicBezTo>
                    <a:pt x="79" y="18"/>
                    <a:pt x="81" y="19"/>
                    <a:pt x="81" y="19"/>
                  </a:cubicBezTo>
                  <a:cubicBezTo>
                    <a:pt x="83" y="21"/>
                    <a:pt x="87" y="23"/>
                    <a:pt x="88" y="2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125"/>
            <p:cNvSpPr>
              <a:spLocks/>
            </p:cNvSpPr>
            <p:nvPr/>
          </p:nvSpPr>
          <p:spPr bwMode="auto">
            <a:xfrm>
              <a:off x="5892800" y="1776413"/>
              <a:ext cx="728663" cy="1079500"/>
            </a:xfrm>
            <a:custGeom>
              <a:avLst/>
              <a:gdLst/>
              <a:ahLst/>
              <a:cxnLst>
                <a:cxn ang="0">
                  <a:pos x="55" y="587"/>
                </a:cxn>
                <a:cxn ang="0">
                  <a:pos x="30" y="588"/>
                </a:cxn>
                <a:cxn ang="0">
                  <a:pos x="28" y="574"/>
                </a:cxn>
                <a:cxn ang="0">
                  <a:pos x="43" y="544"/>
                </a:cxn>
                <a:cxn ang="0">
                  <a:pos x="47" y="522"/>
                </a:cxn>
                <a:cxn ang="0">
                  <a:pos x="47" y="503"/>
                </a:cxn>
                <a:cxn ang="0">
                  <a:pos x="56" y="483"/>
                </a:cxn>
                <a:cxn ang="0">
                  <a:pos x="90" y="470"/>
                </a:cxn>
                <a:cxn ang="0">
                  <a:pos x="65" y="430"/>
                </a:cxn>
                <a:cxn ang="0">
                  <a:pos x="122" y="428"/>
                </a:cxn>
                <a:cxn ang="0">
                  <a:pos x="158" y="400"/>
                </a:cxn>
                <a:cxn ang="0">
                  <a:pos x="97" y="410"/>
                </a:cxn>
                <a:cxn ang="0">
                  <a:pos x="103" y="390"/>
                </a:cxn>
                <a:cxn ang="0">
                  <a:pos x="86" y="366"/>
                </a:cxn>
                <a:cxn ang="0">
                  <a:pos x="119" y="362"/>
                </a:cxn>
                <a:cxn ang="0">
                  <a:pos x="109" y="353"/>
                </a:cxn>
                <a:cxn ang="0">
                  <a:pos x="111" y="340"/>
                </a:cxn>
                <a:cxn ang="0">
                  <a:pos x="131" y="329"/>
                </a:cxn>
                <a:cxn ang="0">
                  <a:pos x="130" y="313"/>
                </a:cxn>
                <a:cxn ang="0">
                  <a:pos x="144" y="281"/>
                </a:cxn>
                <a:cxn ang="0">
                  <a:pos x="159" y="278"/>
                </a:cxn>
                <a:cxn ang="0">
                  <a:pos x="180" y="265"/>
                </a:cxn>
                <a:cxn ang="0">
                  <a:pos x="200" y="250"/>
                </a:cxn>
                <a:cxn ang="0">
                  <a:pos x="217" y="263"/>
                </a:cxn>
                <a:cxn ang="0">
                  <a:pos x="248" y="265"/>
                </a:cxn>
                <a:cxn ang="0">
                  <a:pos x="256" y="243"/>
                </a:cxn>
                <a:cxn ang="0">
                  <a:pos x="206" y="235"/>
                </a:cxn>
                <a:cxn ang="0">
                  <a:pos x="193" y="213"/>
                </a:cxn>
                <a:cxn ang="0">
                  <a:pos x="206" y="187"/>
                </a:cxn>
                <a:cxn ang="0">
                  <a:pos x="213" y="198"/>
                </a:cxn>
                <a:cxn ang="0">
                  <a:pos x="251" y="203"/>
                </a:cxn>
                <a:cxn ang="0">
                  <a:pos x="258" y="193"/>
                </a:cxn>
                <a:cxn ang="0">
                  <a:pos x="239" y="178"/>
                </a:cxn>
                <a:cxn ang="0">
                  <a:pos x="238" y="157"/>
                </a:cxn>
                <a:cxn ang="0">
                  <a:pos x="268" y="157"/>
                </a:cxn>
                <a:cxn ang="0">
                  <a:pos x="243" y="142"/>
                </a:cxn>
                <a:cxn ang="0">
                  <a:pos x="216" y="152"/>
                </a:cxn>
                <a:cxn ang="0">
                  <a:pos x="226" y="132"/>
                </a:cxn>
                <a:cxn ang="0">
                  <a:pos x="251" y="123"/>
                </a:cxn>
                <a:cxn ang="0">
                  <a:pos x="280" y="101"/>
                </a:cxn>
                <a:cxn ang="0">
                  <a:pos x="247" y="87"/>
                </a:cxn>
                <a:cxn ang="0">
                  <a:pos x="276" y="88"/>
                </a:cxn>
                <a:cxn ang="0">
                  <a:pos x="285" y="97"/>
                </a:cxn>
                <a:cxn ang="0">
                  <a:pos x="301" y="122"/>
                </a:cxn>
                <a:cxn ang="0">
                  <a:pos x="315" y="112"/>
                </a:cxn>
                <a:cxn ang="0">
                  <a:pos x="310" y="87"/>
                </a:cxn>
                <a:cxn ang="0">
                  <a:pos x="299" y="68"/>
                </a:cxn>
                <a:cxn ang="0">
                  <a:pos x="322" y="74"/>
                </a:cxn>
                <a:cxn ang="0">
                  <a:pos x="305" y="42"/>
                </a:cxn>
                <a:cxn ang="0">
                  <a:pos x="366" y="59"/>
                </a:cxn>
                <a:cxn ang="0">
                  <a:pos x="375" y="42"/>
                </a:cxn>
                <a:cxn ang="0">
                  <a:pos x="383" y="26"/>
                </a:cxn>
                <a:cxn ang="0">
                  <a:pos x="342" y="25"/>
                </a:cxn>
                <a:cxn ang="0">
                  <a:pos x="369" y="5"/>
                </a:cxn>
                <a:cxn ang="0">
                  <a:pos x="407" y="107"/>
                </a:cxn>
                <a:cxn ang="0">
                  <a:pos x="322" y="162"/>
                </a:cxn>
                <a:cxn ang="0">
                  <a:pos x="288" y="296"/>
                </a:cxn>
                <a:cxn ang="0">
                  <a:pos x="190" y="426"/>
                </a:cxn>
                <a:cxn ang="0">
                  <a:pos x="157" y="600"/>
                </a:cxn>
                <a:cxn ang="0">
                  <a:pos x="47" y="625"/>
                </a:cxn>
              </a:cxnLst>
              <a:rect l="0" t="0" r="r" b="b"/>
              <a:pathLst>
                <a:path w="422" h="625">
                  <a:moveTo>
                    <a:pt x="1" y="609"/>
                  </a:moveTo>
                  <a:cubicBezTo>
                    <a:pt x="1" y="608"/>
                    <a:pt x="0" y="606"/>
                    <a:pt x="0" y="605"/>
                  </a:cubicBezTo>
                  <a:cubicBezTo>
                    <a:pt x="0" y="605"/>
                    <a:pt x="1" y="605"/>
                    <a:pt x="1" y="605"/>
                  </a:cubicBezTo>
                  <a:cubicBezTo>
                    <a:pt x="2" y="605"/>
                    <a:pt x="3" y="607"/>
                    <a:pt x="4" y="607"/>
                  </a:cubicBezTo>
                  <a:cubicBezTo>
                    <a:pt x="4" y="608"/>
                    <a:pt x="4" y="609"/>
                    <a:pt x="5" y="609"/>
                  </a:cubicBezTo>
                  <a:cubicBezTo>
                    <a:pt x="5" y="610"/>
                    <a:pt x="7" y="610"/>
                    <a:pt x="8" y="610"/>
                  </a:cubicBezTo>
                  <a:cubicBezTo>
                    <a:pt x="9" y="611"/>
                    <a:pt x="10" y="612"/>
                    <a:pt x="11" y="612"/>
                  </a:cubicBezTo>
                  <a:cubicBezTo>
                    <a:pt x="12" y="613"/>
                    <a:pt x="13" y="614"/>
                    <a:pt x="13" y="614"/>
                  </a:cubicBezTo>
                  <a:cubicBezTo>
                    <a:pt x="15" y="613"/>
                    <a:pt x="16" y="611"/>
                    <a:pt x="17" y="610"/>
                  </a:cubicBezTo>
                  <a:cubicBezTo>
                    <a:pt x="18" y="610"/>
                    <a:pt x="20" y="609"/>
                    <a:pt x="21" y="609"/>
                  </a:cubicBezTo>
                  <a:cubicBezTo>
                    <a:pt x="22" y="608"/>
                    <a:pt x="24" y="606"/>
                    <a:pt x="25" y="605"/>
                  </a:cubicBezTo>
                  <a:cubicBezTo>
                    <a:pt x="26" y="605"/>
                    <a:pt x="27" y="605"/>
                    <a:pt x="28" y="605"/>
                  </a:cubicBezTo>
                  <a:cubicBezTo>
                    <a:pt x="30" y="604"/>
                    <a:pt x="34" y="605"/>
                    <a:pt x="36" y="604"/>
                  </a:cubicBezTo>
                  <a:cubicBezTo>
                    <a:pt x="37" y="603"/>
                    <a:pt x="39" y="599"/>
                    <a:pt x="41" y="598"/>
                  </a:cubicBezTo>
                  <a:cubicBezTo>
                    <a:pt x="42" y="598"/>
                    <a:pt x="44" y="597"/>
                    <a:pt x="45" y="597"/>
                  </a:cubicBezTo>
                  <a:cubicBezTo>
                    <a:pt x="47" y="596"/>
                    <a:pt x="51" y="593"/>
                    <a:pt x="52" y="591"/>
                  </a:cubicBezTo>
                  <a:cubicBezTo>
                    <a:pt x="53" y="590"/>
                    <a:pt x="54" y="588"/>
                    <a:pt x="55" y="587"/>
                  </a:cubicBezTo>
                  <a:cubicBezTo>
                    <a:pt x="56" y="586"/>
                    <a:pt x="58" y="584"/>
                    <a:pt x="59" y="583"/>
                  </a:cubicBezTo>
                  <a:cubicBezTo>
                    <a:pt x="60" y="582"/>
                    <a:pt x="62" y="581"/>
                    <a:pt x="63" y="580"/>
                  </a:cubicBezTo>
                  <a:cubicBezTo>
                    <a:pt x="64" y="579"/>
                    <a:pt x="66" y="576"/>
                    <a:pt x="66" y="575"/>
                  </a:cubicBezTo>
                  <a:cubicBezTo>
                    <a:pt x="67" y="574"/>
                    <a:pt x="69" y="572"/>
                    <a:pt x="69" y="571"/>
                  </a:cubicBezTo>
                  <a:cubicBezTo>
                    <a:pt x="69" y="570"/>
                    <a:pt x="69" y="568"/>
                    <a:pt x="68" y="567"/>
                  </a:cubicBezTo>
                  <a:cubicBezTo>
                    <a:pt x="68" y="567"/>
                    <a:pt x="67" y="566"/>
                    <a:pt x="66" y="566"/>
                  </a:cubicBezTo>
                  <a:cubicBezTo>
                    <a:pt x="65" y="566"/>
                    <a:pt x="63" y="567"/>
                    <a:pt x="63" y="568"/>
                  </a:cubicBezTo>
                  <a:cubicBezTo>
                    <a:pt x="62" y="569"/>
                    <a:pt x="62" y="571"/>
                    <a:pt x="61" y="572"/>
                  </a:cubicBezTo>
                  <a:cubicBezTo>
                    <a:pt x="60" y="574"/>
                    <a:pt x="58" y="577"/>
                    <a:pt x="57" y="578"/>
                  </a:cubicBezTo>
                  <a:cubicBezTo>
                    <a:pt x="56" y="579"/>
                    <a:pt x="53" y="581"/>
                    <a:pt x="52" y="582"/>
                  </a:cubicBezTo>
                  <a:cubicBezTo>
                    <a:pt x="51" y="583"/>
                    <a:pt x="48" y="584"/>
                    <a:pt x="47" y="585"/>
                  </a:cubicBezTo>
                  <a:cubicBezTo>
                    <a:pt x="46" y="586"/>
                    <a:pt x="44" y="588"/>
                    <a:pt x="43" y="588"/>
                  </a:cubicBezTo>
                  <a:cubicBezTo>
                    <a:pt x="42" y="589"/>
                    <a:pt x="41" y="591"/>
                    <a:pt x="41" y="591"/>
                  </a:cubicBezTo>
                  <a:cubicBezTo>
                    <a:pt x="40" y="592"/>
                    <a:pt x="38" y="594"/>
                    <a:pt x="37" y="594"/>
                  </a:cubicBezTo>
                  <a:cubicBezTo>
                    <a:pt x="36" y="595"/>
                    <a:pt x="34" y="594"/>
                    <a:pt x="33" y="594"/>
                  </a:cubicBezTo>
                  <a:cubicBezTo>
                    <a:pt x="32" y="594"/>
                    <a:pt x="30" y="592"/>
                    <a:pt x="30" y="591"/>
                  </a:cubicBezTo>
                  <a:cubicBezTo>
                    <a:pt x="30" y="590"/>
                    <a:pt x="30" y="588"/>
                    <a:pt x="30" y="588"/>
                  </a:cubicBezTo>
                  <a:cubicBezTo>
                    <a:pt x="31" y="587"/>
                    <a:pt x="33" y="589"/>
                    <a:pt x="34" y="589"/>
                  </a:cubicBezTo>
                  <a:cubicBezTo>
                    <a:pt x="35" y="588"/>
                    <a:pt x="37" y="587"/>
                    <a:pt x="37" y="586"/>
                  </a:cubicBezTo>
                  <a:cubicBezTo>
                    <a:pt x="38" y="585"/>
                    <a:pt x="37" y="583"/>
                    <a:pt x="36" y="582"/>
                  </a:cubicBezTo>
                  <a:cubicBezTo>
                    <a:pt x="35" y="581"/>
                    <a:pt x="33" y="582"/>
                    <a:pt x="32" y="582"/>
                  </a:cubicBezTo>
                  <a:cubicBezTo>
                    <a:pt x="31" y="581"/>
                    <a:pt x="31" y="579"/>
                    <a:pt x="32" y="578"/>
                  </a:cubicBezTo>
                  <a:cubicBezTo>
                    <a:pt x="33" y="577"/>
                    <a:pt x="35" y="578"/>
                    <a:pt x="36" y="578"/>
                  </a:cubicBezTo>
                  <a:cubicBezTo>
                    <a:pt x="37" y="578"/>
                    <a:pt x="39" y="579"/>
                    <a:pt x="40" y="580"/>
                  </a:cubicBezTo>
                  <a:cubicBezTo>
                    <a:pt x="41" y="580"/>
                    <a:pt x="43" y="579"/>
                    <a:pt x="44" y="579"/>
                  </a:cubicBezTo>
                  <a:cubicBezTo>
                    <a:pt x="45" y="579"/>
                    <a:pt x="46" y="578"/>
                    <a:pt x="47" y="577"/>
                  </a:cubicBezTo>
                  <a:cubicBezTo>
                    <a:pt x="48" y="577"/>
                    <a:pt x="50" y="576"/>
                    <a:pt x="50" y="574"/>
                  </a:cubicBezTo>
                  <a:cubicBezTo>
                    <a:pt x="50" y="574"/>
                    <a:pt x="49" y="572"/>
                    <a:pt x="48" y="572"/>
                  </a:cubicBezTo>
                  <a:cubicBezTo>
                    <a:pt x="48" y="571"/>
                    <a:pt x="46" y="571"/>
                    <a:pt x="46" y="571"/>
                  </a:cubicBezTo>
                  <a:cubicBezTo>
                    <a:pt x="45" y="571"/>
                    <a:pt x="43" y="574"/>
                    <a:pt x="42" y="574"/>
                  </a:cubicBezTo>
                  <a:cubicBezTo>
                    <a:pt x="41" y="575"/>
                    <a:pt x="38" y="575"/>
                    <a:pt x="37" y="574"/>
                  </a:cubicBezTo>
                  <a:cubicBezTo>
                    <a:pt x="36" y="574"/>
                    <a:pt x="35" y="572"/>
                    <a:pt x="34" y="572"/>
                  </a:cubicBezTo>
                  <a:cubicBezTo>
                    <a:pt x="33" y="572"/>
                    <a:pt x="31" y="572"/>
                    <a:pt x="31" y="573"/>
                  </a:cubicBezTo>
                  <a:cubicBezTo>
                    <a:pt x="30" y="573"/>
                    <a:pt x="29" y="574"/>
                    <a:pt x="28" y="574"/>
                  </a:cubicBezTo>
                  <a:cubicBezTo>
                    <a:pt x="27" y="574"/>
                    <a:pt x="27" y="572"/>
                    <a:pt x="27" y="571"/>
                  </a:cubicBezTo>
                  <a:cubicBezTo>
                    <a:pt x="27" y="571"/>
                    <a:pt x="27" y="569"/>
                    <a:pt x="28" y="569"/>
                  </a:cubicBezTo>
                  <a:cubicBezTo>
                    <a:pt x="29" y="568"/>
                    <a:pt x="32" y="569"/>
                    <a:pt x="33" y="568"/>
                  </a:cubicBezTo>
                  <a:cubicBezTo>
                    <a:pt x="34" y="568"/>
                    <a:pt x="34" y="566"/>
                    <a:pt x="35" y="566"/>
                  </a:cubicBezTo>
                  <a:cubicBezTo>
                    <a:pt x="35" y="564"/>
                    <a:pt x="36" y="561"/>
                    <a:pt x="36" y="560"/>
                  </a:cubicBezTo>
                  <a:cubicBezTo>
                    <a:pt x="37" y="560"/>
                    <a:pt x="38" y="559"/>
                    <a:pt x="39" y="559"/>
                  </a:cubicBezTo>
                  <a:cubicBezTo>
                    <a:pt x="40" y="559"/>
                    <a:pt x="42" y="560"/>
                    <a:pt x="43" y="561"/>
                  </a:cubicBezTo>
                  <a:cubicBezTo>
                    <a:pt x="44" y="561"/>
                    <a:pt x="45" y="563"/>
                    <a:pt x="45" y="563"/>
                  </a:cubicBezTo>
                  <a:cubicBezTo>
                    <a:pt x="46" y="563"/>
                    <a:pt x="47" y="564"/>
                    <a:pt x="48" y="564"/>
                  </a:cubicBezTo>
                  <a:cubicBezTo>
                    <a:pt x="49" y="564"/>
                    <a:pt x="50" y="564"/>
                    <a:pt x="51" y="564"/>
                  </a:cubicBezTo>
                  <a:cubicBezTo>
                    <a:pt x="51" y="563"/>
                    <a:pt x="51" y="562"/>
                    <a:pt x="51" y="561"/>
                  </a:cubicBezTo>
                  <a:cubicBezTo>
                    <a:pt x="51" y="560"/>
                    <a:pt x="50" y="559"/>
                    <a:pt x="49" y="558"/>
                  </a:cubicBezTo>
                  <a:cubicBezTo>
                    <a:pt x="49" y="558"/>
                    <a:pt x="47" y="558"/>
                    <a:pt x="46" y="557"/>
                  </a:cubicBezTo>
                  <a:cubicBezTo>
                    <a:pt x="45" y="557"/>
                    <a:pt x="44" y="556"/>
                    <a:pt x="43" y="555"/>
                  </a:cubicBezTo>
                  <a:cubicBezTo>
                    <a:pt x="43" y="554"/>
                    <a:pt x="42" y="552"/>
                    <a:pt x="41" y="552"/>
                  </a:cubicBezTo>
                  <a:cubicBezTo>
                    <a:pt x="41" y="551"/>
                    <a:pt x="41" y="548"/>
                    <a:pt x="41" y="547"/>
                  </a:cubicBezTo>
                  <a:cubicBezTo>
                    <a:pt x="42" y="546"/>
                    <a:pt x="42" y="544"/>
                    <a:pt x="43" y="544"/>
                  </a:cubicBezTo>
                  <a:cubicBezTo>
                    <a:pt x="44" y="543"/>
                    <a:pt x="45" y="544"/>
                    <a:pt x="46" y="544"/>
                  </a:cubicBezTo>
                  <a:cubicBezTo>
                    <a:pt x="47" y="544"/>
                    <a:pt x="47" y="546"/>
                    <a:pt x="48" y="547"/>
                  </a:cubicBezTo>
                  <a:cubicBezTo>
                    <a:pt x="48" y="547"/>
                    <a:pt x="48" y="549"/>
                    <a:pt x="48" y="550"/>
                  </a:cubicBezTo>
                  <a:cubicBezTo>
                    <a:pt x="48" y="551"/>
                    <a:pt x="49" y="552"/>
                    <a:pt x="50" y="553"/>
                  </a:cubicBezTo>
                  <a:cubicBezTo>
                    <a:pt x="51" y="553"/>
                    <a:pt x="52" y="555"/>
                    <a:pt x="53" y="554"/>
                  </a:cubicBezTo>
                  <a:cubicBezTo>
                    <a:pt x="54" y="554"/>
                    <a:pt x="54" y="552"/>
                    <a:pt x="54" y="551"/>
                  </a:cubicBezTo>
                  <a:cubicBezTo>
                    <a:pt x="54" y="550"/>
                    <a:pt x="52" y="549"/>
                    <a:pt x="51" y="548"/>
                  </a:cubicBezTo>
                  <a:cubicBezTo>
                    <a:pt x="51" y="548"/>
                    <a:pt x="51" y="546"/>
                    <a:pt x="52" y="546"/>
                  </a:cubicBezTo>
                  <a:cubicBezTo>
                    <a:pt x="52" y="545"/>
                    <a:pt x="53" y="546"/>
                    <a:pt x="54" y="545"/>
                  </a:cubicBezTo>
                  <a:cubicBezTo>
                    <a:pt x="54" y="545"/>
                    <a:pt x="55" y="544"/>
                    <a:pt x="55" y="544"/>
                  </a:cubicBezTo>
                  <a:cubicBezTo>
                    <a:pt x="55" y="543"/>
                    <a:pt x="55" y="541"/>
                    <a:pt x="54" y="541"/>
                  </a:cubicBezTo>
                  <a:cubicBezTo>
                    <a:pt x="54" y="540"/>
                    <a:pt x="53" y="539"/>
                    <a:pt x="53" y="539"/>
                  </a:cubicBezTo>
                  <a:cubicBezTo>
                    <a:pt x="52" y="539"/>
                    <a:pt x="50" y="539"/>
                    <a:pt x="50" y="539"/>
                  </a:cubicBezTo>
                  <a:cubicBezTo>
                    <a:pt x="49" y="538"/>
                    <a:pt x="48" y="536"/>
                    <a:pt x="47" y="535"/>
                  </a:cubicBezTo>
                  <a:cubicBezTo>
                    <a:pt x="47" y="533"/>
                    <a:pt x="49" y="531"/>
                    <a:pt x="49" y="529"/>
                  </a:cubicBezTo>
                  <a:cubicBezTo>
                    <a:pt x="49" y="528"/>
                    <a:pt x="50" y="525"/>
                    <a:pt x="49" y="524"/>
                  </a:cubicBezTo>
                  <a:cubicBezTo>
                    <a:pt x="49" y="523"/>
                    <a:pt x="48" y="522"/>
                    <a:pt x="47" y="522"/>
                  </a:cubicBezTo>
                  <a:cubicBezTo>
                    <a:pt x="46" y="522"/>
                    <a:pt x="45" y="523"/>
                    <a:pt x="45" y="524"/>
                  </a:cubicBezTo>
                  <a:cubicBezTo>
                    <a:pt x="44" y="525"/>
                    <a:pt x="44" y="527"/>
                    <a:pt x="44" y="528"/>
                  </a:cubicBezTo>
                  <a:cubicBezTo>
                    <a:pt x="43" y="528"/>
                    <a:pt x="42" y="529"/>
                    <a:pt x="42" y="529"/>
                  </a:cubicBezTo>
                  <a:cubicBezTo>
                    <a:pt x="41" y="529"/>
                    <a:pt x="41" y="527"/>
                    <a:pt x="41" y="526"/>
                  </a:cubicBezTo>
                  <a:cubicBezTo>
                    <a:pt x="40" y="526"/>
                    <a:pt x="39" y="525"/>
                    <a:pt x="38" y="524"/>
                  </a:cubicBezTo>
                  <a:cubicBezTo>
                    <a:pt x="38" y="524"/>
                    <a:pt x="36" y="525"/>
                    <a:pt x="35" y="525"/>
                  </a:cubicBezTo>
                  <a:cubicBezTo>
                    <a:pt x="35" y="524"/>
                    <a:pt x="34" y="523"/>
                    <a:pt x="34" y="522"/>
                  </a:cubicBezTo>
                  <a:cubicBezTo>
                    <a:pt x="33" y="521"/>
                    <a:pt x="35" y="519"/>
                    <a:pt x="34" y="518"/>
                  </a:cubicBezTo>
                  <a:cubicBezTo>
                    <a:pt x="34" y="518"/>
                    <a:pt x="32" y="517"/>
                    <a:pt x="32" y="516"/>
                  </a:cubicBezTo>
                  <a:cubicBezTo>
                    <a:pt x="31" y="515"/>
                    <a:pt x="32" y="512"/>
                    <a:pt x="32" y="511"/>
                  </a:cubicBezTo>
                  <a:cubicBezTo>
                    <a:pt x="32" y="510"/>
                    <a:pt x="31" y="508"/>
                    <a:pt x="31" y="508"/>
                  </a:cubicBezTo>
                  <a:cubicBezTo>
                    <a:pt x="32" y="507"/>
                    <a:pt x="33" y="505"/>
                    <a:pt x="34" y="504"/>
                  </a:cubicBezTo>
                  <a:cubicBezTo>
                    <a:pt x="35" y="503"/>
                    <a:pt x="36" y="501"/>
                    <a:pt x="37" y="500"/>
                  </a:cubicBezTo>
                  <a:cubicBezTo>
                    <a:pt x="38" y="499"/>
                    <a:pt x="38" y="497"/>
                    <a:pt x="39" y="496"/>
                  </a:cubicBezTo>
                  <a:cubicBezTo>
                    <a:pt x="40" y="496"/>
                    <a:pt x="42" y="496"/>
                    <a:pt x="42" y="497"/>
                  </a:cubicBezTo>
                  <a:cubicBezTo>
                    <a:pt x="43" y="497"/>
                    <a:pt x="45" y="498"/>
                    <a:pt x="46" y="499"/>
                  </a:cubicBezTo>
                  <a:cubicBezTo>
                    <a:pt x="47" y="500"/>
                    <a:pt x="46" y="502"/>
                    <a:pt x="47" y="503"/>
                  </a:cubicBezTo>
                  <a:cubicBezTo>
                    <a:pt x="47" y="505"/>
                    <a:pt x="49" y="507"/>
                    <a:pt x="50" y="508"/>
                  </a:cubicBezTo>
                  <a:cubicBezTo>
                    <a:pt x="51" y="509"/>
                    <a:pt x="53" y="511"/>
                    <a:pt x="54" y="512"/>
                  </a:cubicBezTo>
                  <a:cubicBezTo>
                    <a:pt x="56" y="512"/>
                    <a:pt x="58" y="512"/>
                    <a:pt x="59" y="512"/>
                  </a:cubicBezTo>
                  <a:cubicBezTo>
                    <a:pt x="60" y="512"/>
                    <a:pt x="61" y="511"/>
                    <a:pt x="62" y="511"/>
                  </a:cubicBezTo>
                  <a:cubicBezTo>
                    <a:pt x="63" y="510"/>
                    <a:pt x="63" y="509"/>
                    <a:pt x="63" y="509"/>
                  </a:cubicBezTo>
                  <a:cubicBezTo>
                    <a:pt x="63" y="508"/>
                    <a:pt x="61" y="507"/>
                    <a:pt x="61" y="507"/>
                  </a:cubicBezTo>
                  <a:cubicBezTo>
                    <a:pt x="60" y="507"/>
                    <a:pt x="59" y="508"/>
                    <a:pt x="58" y="508"/>
                  </a:cubicBezTo>
                  <a:cubicBezTo>
                    <a:pt x="57" y="508"/>
                    <a:pt x="55" y="507"/>
                    <a:pt x="54" y="506"/>
                  </a:cubicBezTo>
                  <a:cubicBezTo>
                    <a:pt x="54" y="506"/>
                    <a:pt x="53" y="504"/>
                    <a:pt x="53" y="503"/>
                  </a:cubicBezTo>
                  <a:cubicBezTo>
                    <a:pt x="52" y="501"/>
                    <a:pt x="53" y="499"/>
                    <a:pt x="52" y="498"/>
                  </a:cubicBezTo>
                  <a:cubicBezTo>
                    <a:pt x="52" y="497"/>
                    <a:pt x="50" y="496"/>
                    <a:pt x="49" y="496"/>
                  </a:cubicBezTo>
                  <a:cubicBezTo>
                    <a:pt x="49" y="495"/>
                    <a:pt x="47" y="494"/>
                    <a:pt x="47" y="494"/>
                  </a:cubicBezTo>
                  <a:cubicBezTo>
                    <a:pt x="47" y="493"/>
                    <a:pt x="46" y="491"/>
                    <a:pt x="46" y="491"/>
                  </a:cubicBezTo>
                  <a:cubicBezTo>
                    <a:pt x="46" y="490"/>
                    <a:pt x="47" y="488"/>
                    <a:pt x="48" y="487"/>
                  </a:cubicBezTo>
                  <a:cubicBezTo>
                    <a:pt x="49" y="487"/>
                    <a:pt x="50" y="487"/>
                    <a:pt x="51" y="486"/>
                  </a:cubicBezTo>
                  <a:cubicBezTo>
                    <a:pt x="52" y="486"/>
                    <a:pt x="53" y="483"/>
                    <a:pt x="54" y="483"/>
                  </a:cubicBezTo>
                  <a:cubicBezTo>
                    <a:pt x="54" y="483"/>
                    <a:pt x="56" y="483"/>
                    <a:pt x="56" y="483"/>
                  </a:cubicBezTo>
                  <a:cubicBezTo>
                    <a:pt x="57" y="482"/>
                    <a:pt x="58" y="480"/>
                    <a:pt x="58" y="479"/>
                  </a:cubicBezTo>
                  <a:cubicBezTo>
                    <a:pt x="58" y="479"/>
                    <a:pt x="57" y="478"/>
                    <a:pt x="57" y="477"/>
                  </a:cubicBezTo>
                  <a:cubicBezTo>
                    <a:pt x="56" y="477"/>
                    <a:pt x="54" y="476"/>
                    <a:pt x="54" y="476"/>
                  </a:cubicBezTo>
                  <a:cubicBezTo>
                    <a:pt x="53" y="475"/>
                    <a:pt x="53" y="473"/>
                    <a:pt x="53" y="472"/>
                  </a:cubicBezTo>
                  <a:cubicBezTo>
                    <a:pt x="53" y="471"/>
                    <a:pt x="53" y="468"/>
                    <a:pt x="53" y="467"/>
                  </a:cubicBezTo>
                  <a:cubicBezTo>
                    <a:pt x="54" y="466"/>
                    <a:pt x="55" y="465"/>
                    <a:pt x="55" y="464"/>
                  </a:cubicBezTo>
                  <a:cubicBezTo>
                    <a:pt x="56" y="463"/>
                    <a:pt x="58" y="462"/>
                    <a:pt x="59" y="461"/>
                  </a:cubicBezTo>
                  <a:cubicBezTo>
                    <a:pt x="60" y="461"/>
                    <a:pt x="60" y="459"/>
                    <a:pt x="61" y="458"/>
                  </a:cubicBezTo>
                  <a:cubicBezTo>
                    <a:pt x="61" y="457"/>
                    <a:pt x="64" y="457"/>
                    <a:pt x="65" y="457"/>
                  </a:cubicBezTo>
                  <a:cubicBezTo>
                    <a:pt x="66" y="456"/>
                    <a:pt x="68" y="456"/>
                    <a:pt x="69" y="457"/>
                  </a:cubicBezTo>
                  <a:cubicBezTo>
                    <a:pt x="70" y="457"/>
                    <a:pt x="72" y="459"/>
                    <a:pt x="73" y="460"/>
                  </a:cubicBezTo>
                  <a:cubicBezTo>
                    <a:pt x="74" y="460"/>
                    <a:pt x="75" y="462"/>
                    <a:pt x="76" y="462"/>
                  </a:cubicBezTo>
                  <a:cubicBezTo>
                    <a:pt x="77" y="463"/>
                    <a:pt x="79" y="463"/>
                    <a:pt x="80" y="464"/>
                  </a:cubicBezTo>
                  <a:cubicBezTo>
                    <a:pt x="80" y="464"/>
                    <a:pt x="82" y="465"/>
                    <a:pt x="82" y="466"/>
                  </a:cubicBezTo>
                  <a:cubicBezTo>
                    <a:pt x="83" y="466"/>
                    <a:pt x="83" y="468"/>
                    <a:pt x="84" y="469"/>
                  </a:cubicBezTo>
                  <a:cubicBezTo>
                    <a:pt x="84" y="470"/>
                    <a:pt x="86" y="473"/>
                    <a:pt x="87" y="473"/>
                  </a:cubicBezTo>
                  <a:cubicBezTo>
                    <a:pt x="88" y="473"/>
                    <a:pt x="89" y="471"/>
                    <a:pt x="90" y="470"/>
                  </a:cubicBezTo>
                  <a:cubicBezTo>
                    <a:pt x="90" y="469"/>
                    <a:pt x="89" y="466"/>
                    <a:pt x="89" y="464"/>
                  </a:cubicBezTo>
                  <a:cubicBezTo>
                    <a:pt x="88" y="463"/>
                    <a:pt x="88" y="461"/>
                    <a:pt x="87" y="460"/>
                  </a:cubicBezTo>
                  <a:cubicBezTo>
                    <a:pt x="86" y="459"/>
                    <a:pt x="83" y="460"/>
                    <a:pt x="81" y="459"/>
                  </a:cubicBezTo>
                  <a:cubicBezTo>
                    <a:pt x="80" y="459"/>
                    <a:pt x="78" y="458"/>
                    <a:pt x="77" y="457"/>
                  </a:cubicBezTo>
                  <a:cubicBezTo>
                    <a:pt x="76" y="456"/>
                    <a:pt x="75" y="455"/>
                    <a:pt x="75" y="454"/>
                  </a:cubicBezTo>
                  <a:cubicBezTo>
                    <a:pt x="74" y="453"/>
                    <a:pt x="75" y="451"/>
                    <a:pt x="75" y="450"/>
                  </a:cubicBezTo>
                  <a:cubicBezTo>
                    <a:pt x="75" y="449"/>
                    <a:pt x="77" y="447"/>
                    <a:pt x="77" y="445"/>
                  </a:cubicBezTo>
                  <a:cubicBezTo>
                    <a:pt x="77" y="445"/>
                    <a:pt x="76" y="444"/>
                    <a:pt x="77" y="443"/>
                  </a:cubicBezTo>
                  <a:cubicBezTo>
                    <a:pt x="77" y="442"/>
                    <a:pt x="79" y="442"/>
                    <a:pt x="79" y="441"/>
                  </a:cubicBezTo>
                  <a:cubicBezTo>
                    <a:pt x="79" y="440"/>
                    <a:pt x="78" y="438"/>
                    <a:pt x="77" y="437"/>
                  </a:cubicBezTo>
                  <a:cubicBezTo>
                    <a:pt x="76" y="437"/>
                    <a:pt x="74" y="437"/>
                    <a:pt x="73" y="437"/>
                  </a:cubicBezTo>
                  <a:cubicBezTo>
                    <a:pt x="72" y="438"/>
                    <a:pt x="71" y="440"/>
                    <a:pt x="70" y="441"/>
                  </a:cubicBezTo>
                  <a:cubicBezTo>
                    <a:pt x="70" y="441"/>
                    <a:pt x="67" y="441"/>
                    <a:pt x="66" y="441"/>
                  </a:cubicBezTo>
                  <a:cubicBezTo>
                    <a:pt x="65" y="441"/>
                    <a:pt x="62" y="442"/>
                    <a:pt x="61" y="441"/>
                  </a:cubicBezTo>
                  <a:cubicBezTo>
                    <a:pt x="60" y="440"/>
                    <a:pt x="59" y="438"/>
                    <a:pt x="59" y="438"/>
                  </a:cubicBezTo>
                  <a:cubicBezTo>
                    <a:pt x="59" y="436"/>
                    <a:pt x="60" y="434"/>
                    <a:pt x="61" y="433"/>
                  </a:cubicBezTo>
                  <a:cubicBezTo>
                    <a:pt x="62" y="432"/>
                    <a:pt x="64" y="431"/>
                    <a:pt x="65" y="430"/>
                  </a:cubicBezTo>
                  <a:cubicBezTo>
                    <a:pt x="66" y="429"/>
                    <a:pt x="68" y="427"/>
                    <a:pt x="69" y="427"/>
                  </a:cubicBezTo>
                  <a:cubicBezTo>
                    <a:pt x="69" y="427"/>
                    <a:pt x="72" y="427"/>
                    <a:pt x="73" y="427"/>
                  </a:cubicBezTo>
                  <a:cubicBezTo>
                    <a:pt x="75" y="426"/>
                    <a:pt x="79" y="427"/>
                    <a:pt x="81" y="426"/>
                  </a:cubicBezTo>
                  <a:cubicBezTo>
                    <a:pt x="82" y="426"/>
                    <a:pt x="83" y="425"/>
                    <a:pt x="84" y="424"/>
                  </a:cubicBezTo>
                  <a:cubicBezTo>
                    <a:pt x="85" y="424"/>
                    <a:pt x="88" y="424"/>
                    <a:pt x="89" y="423"/>
                  </a:cubicBezTo>
                  <a:cubicBezTo>
                    <a:pt x="91" y="422"/>
                    <a:pt x="93" y="420"/>
                    <a:pt x="95" y="419"/>
                  </a:cubicBezTo>
                  <a:cubicBezTo>
                    <a:pt x="96" y="419"/>
                    <a:pt x="97" y="417"/>
                    <a:pt x="98" y="416"/>
                  </a:cubicBezTo>
                  <a:cubicBezTo>
                    <a:pt x="99" y="415"/>
                    <a:pt x="101" y="414"/>
                    <a:pt x="102" y="413"/>
                  </a:cubicBezTo>
                  <a:cubicBezTo>
                    <a:pt x="103" y="412"/>
                    <a:pt x="105" y="411"/>
                    <a:pt x="107" y="411"/>
                  </a:cubicBezTo>
                  <a:cubicBezTo>
                    <a:pt x="108" y="411"/>
                    <a:pt x="111" y="411"/>
                    <a:pt x="112" y="411"/>
                  </a:cubicBezTo>
                  <a:cubicBezTo>
                    <a:pt x="113" y="411"/>
                    <a:pt x="115" y="411"/>
                    <a:pt x="116" y="412"/>
                  </a:cubicBezTo>
                  <a:cubicBezTo>
                    <a:pt x="116" y="413"/>
                    <a:pt x="117" y="415"/>
                    <a:pt x="117" y="416"/>
                  </a:cubicBezTo>
                  <a:cubicBezTo>
                    <a:pt x="117" y="417"/>
                    <a:pt x="116" y="419"/>
                    <a:pt x="116" y="420"/>
                  </a:cubicBezTo>
                  <a:cubicBezTo>
                    <a:pt x="116" y="421"/>
                    <a:pt x="114" y="423"/>
                    <a:pt x="114" y="424"/>
                  </a:cubicBezTo>
                  <a:cubicBezTo>
                    <a:pt x="113" y="425"/>
                    <a:pt x="113" y="428"/>
                    <a:pt x="114" y="428"/>
                  </a:cubicBezTo>
                  <a:cubicBezTo>
                    <a:pt x="114" y="429"/>
                    <a:pt x="116" y="429"/>
                    <a:pt x="116" y="429"/>
                  </a:cubicBezTo>
                  <a:cubicBezTo>
                    <a:pt x="118" y="429"/>
                    <a:pt x="121" y="429"/>
                    <a:pt x="122" y="428"/>
                  </a:cubicBezTo>
                  <a:cubicBezTo>
                    <a:pt x="123" y="427"/>
                    <a:pt x="124" y="425"/>
                    <a:pt x="125" y="425"/>
                  </a:cubicBezTo>
                  <a:cubicBezTo>
                    <a:pt x="126" y="424"/>
                    <a:pt x="129" y="425"/>
                    <a:pt x="130" y="425"/>
                  </a:cubicBezTo>
                  <a:cubicBezTo>
                    <a:pt x="131" y="425"/>
                    <a:pt x="133" y="425"/>
                    <a:pt x="134" y="425"/>
                  </a:cubicBezTo>
                  <a:cubicBezTo>
                    <a:pt x="134" y="425"/>
                    <a:pt x="134" y="424"/>
                    <a:pt x="134" y="423"/>
                  </a:cubicBezTo>
                  <a:cubicBezTo>
                    <a:pt x="134" y="422"/>
                    <a:pt x="133" y="421"/>
                    <a:pt x="132" y="420"/>
                  </a:cubicBezTo>
                  <a:cubicBezTo>
                    <a:pt x="132" y="420"/>
                    <a:pt x="130" y="419"/>
                    <a:pt x="129" y="419"/>
                  </a:cubicBezTo>
                  <a:cubicBezTo>
                    <a:pt x="128" y="419"/>
                    <a:pt x="126" y="420"/>
                    <a:pt x="125" y="419"/>
                  </a:cubicBezTo>
                  <a:cubicBezTo>
                    <a:pt x="124" y="419"/>
                    <a:pt x="123" y="418"/>
                    <a:pt x="123" y="418"/>
                  </a:cubicBezTo>
                  <a:cubicBezTo>
                    <a:pt x="123" y="417"/>
                    <a:pt x="124" y="415"/>
                    <a:pt x="125" y="415"/>
                  </a:cubicBezTo>
                  <a:cubicBezTo>
                    <a:pt x="126" y="414"/>
                    <a:pt x="128" y="412"/>
                    <a:pt x="129" y="412"/>
                  </a:cubicBezTo>
                  <a:cubicBezTo>
                    <a:pt x="130" y="412"/>
                    <a:pt x="132" y="412"/>
                    <a:pt x="133" y="413"/>
                  </a:cubicBezTo>
                  <a:cubicBezTo>
                    <a:pt x="134" y="413"/>
                    <a:pt x="136" y="414"/>
                    <a:pt x="137" y="414"/>
                  </a:cubicBezTo>
                  <a:cubicBezTo>
                    <a:pt x="137" y="415"/>
                    <a:pt x="139" y="414"/>
                    <a:pt x="139" y="414"/>
                  </a:cubicBezTo>
                  <a:cubicBezTo>
                    <a:pt x="140" y="413"/>
                    <a:pt x="143" y="412"/>
                    <a:pt x="144" y="411"/>
                  </a:cubicBezTo>
                  <a:cubicBezTo>
                    <a:pt x="145" y="410"/>
                    <a:pt x="147" y="407"/>
                    <a:pt x="149" y="406"/>
                  </a:cubicBezTo>
                  <a:cubicBezTo>
                    <a:pt x="150" y="405"/>
                    <a:pt x="153" y="404"/>
                    <a:pt x="154" y="403"/>
                  </a:cubicBezTo>
                  <a:cubicBezTo>
                    <a:pt x="155" y="402"/>
                    <a:pt x="157" y="401"/>
                    <a:pt x="158" y="400"/>
                  </a:cubicBezTo>
                  <a:cubicBezTo>
                    <a:pt x="158" y="399"/>
                    <a:pt x="159" y="397"/>
                    <a:pt x="158" y="396"/>
                  </a:cubicBezTo>
                  <a:cubicBezTo>
                    <a:pt x="157" y="395"/>
                    <a:pt x="155" y="395"/>
                    <a:pt x="153" y="395"/>
                  </a:cubicBezTo>
                  <a:cubicBezTo>
                    <a:pt x="152" y="396"/>
                    <a:pt x="149" y="397"/>
                    <a:pt x="148" y="398"/>
                  </a:cubicBezTo>
                  <a:cubicBezTo>
                    <a:pt x="147" y="399"/>
                    <a:pt x="145" y="400"/>
                    <a:pt x="144" y="401"/>
                  </a:cubicBezTo>
                  <a:cubicBezTo>
                    <a:pt x="143" y="402"/>
                    <a:pt x="142" y="404"/>
                    <a:pt x="141" y="404"/>
                  </a:cubicBezTo>
                  <a:cubicBezTo>
                    <a:pt x="140" y="405"/>
                    <a:pt x="137" y="404"/>
                    <a:pt x="136" y="404"/>
                  </a:cubicBezTo>
                  <a:cubicBezTo>
                    <a:pt x="136" y="404"/>
                    <a:pt x="134" y="403"/>
                    <a:pt x="133" y="403"/>
                  </a:cubicBezTo>
                  <a:cubicBezTo>
                    <a:pt x="132" y="403"/>
                    <a:pt x="130" y="403"/>
                    <a:pt x="129" y="403"/>
                  </a:cubicBezTo>
                  <a:cubicBezTo>
                    <a:pt x="129" y="404"/>
                    <a:pt x="128" y="406"/>
                    <a:pt x="127" y="406"/>
                  </a:cubicBezTo>
                  <a:cubicBezTo>
                    <a:pt x="127" y="407"/>
                    <a:pt x="126" y="407"/>
                    <a:pt x="125" y="408"/>
                  </a:cubicBezTo>
                  <a:cubicBezTo>
                    <a:pt x="124" y="408"/>
                    <a:pt x="122" y="408"/>
                    <a:pt x="121" y="408"/>
                  </a:cubicBezTo>
                  <a:cubicBezTo>
                    <a:pt x="120" y="407"/>
                    <a:pt x="122" y="404"/>
                    <a:pt x="121" y="403"/>
                  </a:cubicBezTo>
                  <a:cubicBezTo>
                    <a:pt x="120" y="402"/>
                    <a:pt x="118" y="402"/>
                    <a:pt x="117" y="403"/>
                  </a:cubicBezTo>
                  <a:cubicBezTo>
                    <a:pt x="116" y="403"/>
                    <a:pt x="114" y="405"/>
                    <a:pt x="113" y="406"/>
                  </a:cubicBezTo>
                  <a:cubicBezTo>
                    <a:pt x="112" y="406"/>
                    <a:pt x="110" y="407"/>
                    <a:pt x="109" y="407"/>
                  </a:cubicBezTo>
                  <a:cubicBezTo>
                    <a:pt x="107" y="407"/>
                    <a:pt x="104" y="407"/>
                    <a:pt x="102" y="408"/>
                  </a:cubicBezTo>
                  <a:cubicBezTo>
                    <a:pt x="101" y="408"/>
                    <a:pt x="98" y="409"/>
                    <a:pt x="97" y="410"/>
                  </a:cubicBezTo>
                  <a:cubicBezTo>
                    <a:pt x="96" y="410"/>
                    <a:pt x="94" y="412"/>
                    <a:pt x="93" y="413"/>
                  </a:cubicBezTo>
                  <a:cubicBezTo>
                    <a:pt x="93" y="413"/>
                    <a:pt x="92" y="416"/>
                    <a:pt x="91" y="417"/>
                  </a:cubicBezTo>
                  <a:cubicBezTo>
                    <a:pt x="90" y="417"/>
                    <a:pt x="87" y="418"/>
                    <a:pt x="86" y="418"/>
                  </a:cubicBezTo>
                  <a:cubicBezTo>
                    <a:pt x="85" y="418"/>
                    <a:pt x="84" y="417"/>
                    <a:pt x="84" y="416"/>
                  </a:cubicBezTo>
                  <a:cubicBezTo>
                    <a:pt x="83" y="415"/>
                    <a:pt x="84" y="413"/>
                    <a:pt x="85" y="413"/>
                  </a:cubicBezTo>
                  <a:cubicBezTo>
                    <a:pt x="86" y="412"/>
                    <a:pt x="88" y="410"/>
                    <a:pt x="89" y="410"/>
                  </a:cubicBezTo>
                  <a:cubicBezTo>
                    <a:pt x="90" y="409"/>
                    <a:pt x="91" y="407"/>
                    <a:pt x="92" y="406"/>
                  </a:cubicBezTo>
                  <a:cubicBezTo>
                    <a:pt x="93" y="405"/>
                    <a:pt x="94" y="404"/>
                    <a:pt x="94" y="403"/>
                  </a:cubicBezTo>
                  <a:cubicBezTo>
                    <a:pt x="95" y="403"/>
                    <a:pt x="98" y="401"/>
                    <a:pt x="99" y="401"/>
                  </a:cubicBezTo>
                  <a:cubicBezTo>
                    <a:pt x="100" y="401"/>
                    <a:pt x="103" y="400"/>
                    <a:pt x="104" y="400"/>
                  </a:cubicBezTo>
                  <a:cubicBezTo>
                    <a:pt x="105" y="400"/>
                    <a:pt x="108" y="401"/>
                    <a:pt x="109" y="401"/>
                  </a:cubicBezTo>
                  <a:cubicBezTo>
                    <a:pt x="110" y="401"/>
                    <a:pt x="112" y="401"/>
                    <a:pt x="113" y="400"/>
                  </a:cubicBezTo>
                  <a:cubicBezTo>
                    <a:pt x="114" y="400"/>
                    <a:pt x="114" y="398"/>
                    <a:pt x="114" y="398"/>
                  </a:cubicBezTo>
                  <a:cubicBezTo>
                    <a:pt x="114" y="397"/>
                    <a:pt x="112" y="396"/>
                    <a:pt x="112" y="395"/>
                  </a:cubicBezTo>
                  <a:cubicBezTo>
                    <a:pt x="111" y="395"/>
                    <a:pt x="108" y="395"/>
                    <a:pt x="108" y="395"/>
                  </a:cubicBezTo>
                  <a:cubicBezTo>
                    <a:pt x="107" y="394"/>
                    <a:pt x="107" y="392"/>
                    <a:pt x="106" y="392"/>
                  </a:cubicBezTo>
                  <a:cubicBezTo>
                    <a:pt x="105" y="391"/>
                    <a:pt x="104" y="390"/>
                    <a:pt x="103" y="390"/>
                  </a:cubicBezTo>
                  <a:cubicBezTo>
                    <a:pt x="102" y="390"/>
                    <a:pt x="101" y="392"/>
                    <a:pt x="101" y="392"/>
                  </a:cubicBezTo>
                  <a:cubicBezTo>
                    <a:pt x="100" y="393"/>
                    <a:pt x="100" y="395"/>
                    <a:pt x="99" y="396"/>
                  </a:cubicBezTo>
                  <a:cubicBezTo>
                    <a:pt x="98" y="397"/>
                    <a:pt x="95" y="399"/>
                    <a:pt x="94" y="399"/>
                  </a:cubicBezTo>
                  <a:cubicBezTo>
                    <a:pt x="93" y="399"/>
                    <a:pt x="92" y="398"/>
                    <a:pt x="92" y="397"/>
                  </a:cubicBezTo>
                  <a:cubicBezTo>
                    <a:pt x="91" y="397"/>
                    <a:pt x="91" y="394"/>
                    <a:pt x="90" y="394"/>
                  </a:cubicBezTo>
                  <a:cubicBezTo>
                    <a:pt x="89" y="393"/>
                    <a:pt x="88" y="394"/>
                    <a:pt x="88" y="394"/>
                  </a:cubicBezTo>
                  <a:cubicBezTo>
                    <a:pt x="87" y="394"/>
                    <a:pt x="86" y="396"/>
                    <a:pt x="85" y="396"/>
                  </a:cubicBezTo>
                  <a:cubicBezTo>
                    <a:pt x="84" y="396"/>
                    <a:pt x="82" y="395"/>
                    <a:pt x="82" y="394"/>
                  </a:cubicBezTo>
                  <a:cubicBezTo>
                    <a:pt x="81" y="393"/>
                    <a:pt x="81" y="391"/>
                    <a:pt x="81" y="390"/>
                  </a:cubicBezTo>
                  <a:cubicBezTo>
                    <a:pt x="81" y="389"/>
                    <a:pt x="83" y="388"/>
                    <a:pt x="84" y="387"/>
                  </a:cubicBezTo>
                  <a:cubicBezTo>
                    <a:pt x="85" y="387"/>
                    <a:pt x="86" y="387"/>
                    <a:pt x="87" y="386"/>
                  </a:cubicBezTo>
                  <a:cubicBezTo>
                    <a:pt x="88" y="386"/>
                    <a:pt x="89" y="384"/>
                    <a:pt x="90" y="383"/>
                  </a:cubicBezTo>
                  <a:cubicBezTo>
                    <a:pt x="91" y="382"/>
                    <a:pt x="92" y="381"/>
                    <a:pt x="92" y="380"/>
                  </a:cubicBezTo>
                  <a:cubicBezTo>
                    <a:pt x="93" y="379"/>
                    <a:pt x="93" y="377"/>
                    <a:pt x="92" y="376"/>
                  </a:cubicBezTo>
                  <a:cubicBezTo>
                    <a:pt x="92" y="375"/>
                    <a:pt x="91" y="374"/>
                    <a:pt x="91" y="373"/>
                  </a:cubicBezTo>
                  <a:cubicBezTo>
                    <a:pt x="91" y="372"/>
                    <a:pt x="90" y="369"/>
                    <a:pt x="89" y="368"/>
                  </a:cubicBezTo>
                  <a:cubicBezTo>
                    <a:pt x="89" y="367"/>
                    <a:pt x="87" y="366"/>
                    <a:pt x="86" y="366"/>
                  </a:cubicBezTo>
                  <a:cubicBezTo>
                    <a:pt x="85" y="365"/>
                    <a:pt x="83" y="364"/>
                    <a:pt x="82" y="363"/>
                  </a:cubicBezTo>
                  <a:cubicBezTo>
                    <a:pt x="82" y="362"/>
                    <a:pt x="83" y="360"/>
                    <a:pt x="84" y="359"/>
                  </a:cubicBezTo>
                  <a:cubicBezTo>
                    <a:pt x="85" y="359"/>
                    <a:pt x="87" y="358"/>
                    <a:pt x="89" y="358"/>
                  </a:cubicBezTo>
                  <a:cubicBezTo>
                    <a:pt x="90" y="358"/>
                    <a:pt x="91" y="358"/>
                    <a:pt x="92" y="358"/>
                  </a:cubicBezTo>
                  <a:cubicBezTo>
                    <a:pt x="93" y="358"/>
                    <a:pt x="94" y="360"/>
                    <a:pt x="95" y="360"/>
                  </a:cubicBezTo>
                  <a:cubicBezTo>
                    <a:pt x="96" y="361"/>
                    <a:pt x="97" y="363"/>
                    <a:pt x="97" y="364"/>
                  </a:cubicBezTo>
                  <a:cubicBezTo>
                    <a:pt x="97" y="364"/>
                    <a:pt x="97" y="366"/>
                    <a:pt x="97" y="367"/>
                  </a:cubicBezTo>
                  <a:cubicBezTo>
                    <a:pt x="97" y="367"/>
                    <a:pt x="96" y="369"/>
                    <a:pt x="96" y="370"/>
                  </a:cubicBezTo>
                  <a:cubicBezTo>
                    <a:pt x="96" y="371"/>
                    <a:pt x="97" y="372"/>
                    <a:pt x="98" y="373"/>
                  </a:cubicBezTo>
                  <a:cubicBezTo>
                    <a:pt x="99" y="373"/>
                    <a:pt x="101" y="373"/>
                    <a:pt x="101" y="373"/>
                  </a:cubicBezTo>
                  <a:cubicBezTo>
                    <a:pt x="102" y="372"/>
                    <a:pt x="104" y="371"/>
                    <a:pt x="104" y="370"/>
                  </a:cubicBezTo>
                  <a:cubicBezTo>
                    <a:pt x="104" y="369"/>
                    <a:pt x="102" y="367"/>
                    <a:pt x="102" y="366"/>
                  </a:cubicBezTo>
                  <a:cubicBezTo>
                    <a:pt x="102" y="365"/>
                    <a:pt x="101" y="362"/>
                    <a:pt x="102" y="361"/>
                  </a:cubicBezTo>
                  <a:cubicBezTo>
                    <a:pt x="102" y="360"/>
                    <a:pt x="104" y="359"/>
                    <a:pt x="106" y="358"/>
                  </a:cubicBezTo>
                  <a:cubicBezTo>
                    <a:pt x="106" y="358"/>
                    <a:pt x="108" y="358"/>
                    <a:pt x="109" y="358"/>
                  </a:cubicBezTo>
                  <a:cubicBezTo>
                    <a:pt x="111" y="358"/>
                    <a:pt x="114" y="358"/>
                    <a:pt x="116" y="359"/>
                  </a:cubicBezTo>
                  <a:cubicBezTo>
                    <a:pt x="117" y="359"/>
                    <a:pt x="118" y="361"/>
                    <a:pt x="119" y="362"/>
                  </a:cubicBezTo>
                  <a:cubicBezTo>
                    <a:pt x="120" y="362"/>
                    <a:pt x="122" y="362"/>
                    <a:pt x="123" y="362"/>
                  </a:cubicBezTo>
                  <a:cubicBezTo>
                    <a:pt x="123" y="362"/>
                    <a:pt x="124" y="360"/>
                    <a:pt x="124" y="360"/>
                  </a:cubicBezTo>
                  <a:cubicBezTo>
                    <a:pt x="123" y="359"/>
                    <a:pt x="122" y="357"/>
                    <a:pt x="121" y="357"/>
                  </a:cubicBezTo>
                  <a:cubicBezTo>
                    <a:pt x="120" y="356"/>
                    <a:pt x="118" y="357"/>
                    <a:pt x="118" y="356"/>
                  </a:cubicBezTo>
                  <a:cubicBezTo>
                    <a:pt x="117" y="356"/>
                    <a:pt x="116" y="354"/>
                    <a:pt x="116" y="353"/>
                  </a:cubicBezTo>
                  <a:cubicBezTo>
                    <a:pt x="116" y="353"/>
                    <a:pt x="116" y="351"/>
                    <a:pt x="117" y="350"/>
                  </a:cubicBezTo>
                  <a:cubicBezTo>
                    <a:pt x="117" y="349"/>
                    <a:pt x="119" y="348"/>
                    <a:pt x="119" y="348"/>
                  </a:cubicBezTo>
                  <a:cubicBezTo>
                    <a:pt x="120" y="348"/>
                    <a:pt x="123" y="348"/>
                    <a:pt x="124" y="348"/>
                  </a:cubicBezTo>
                  <a:cubicBezTo>
                    <a:pt x="125" y="348"/>
                    <a:pt x="127" y="349"/>
                    <a:pt x="128" y="348"/>
                  </a:cubicBezTo>
                  <a:cubicBezTo>
                    <a:pt x="128" y="348"/>
                    <a:pt x="129" y="347"/>
                    <a:pt x="129" y="346"/>
                  </a:cubicBezTo>
                  <a:cubicBezTo>
                    <a:pt x="129" y="345"/>
                    <a:pt x="127" y="345"/>
                    <a:pt x="126" y="344"/>
                  </a:cubicBezTo>
                  <a:cubicBezTo>
                    <a:pt x="125" y="344"/>
                    <a:pt x="123" y="344"/>
                    <a:pt x="122" y="344"/>
                  </a:cubicBezTo>
                  <a:cubicBezTo>
                    <a:pt x="121" y="344"/>
                    <a:pt x="120" y="344"/>
                    <a:pt x="119" y="345"/>
                  </a:cubicBezTo>
                  <a:cubicBezTo>
                    <a:pt x="119" y="345"/>
                    <a:pt x="117" y="346"/>
                    <a:pt x="117" y="346"/>
                  </a:cubicBezTo>
                  <a:cubicBezTo>
                    <a:pt x="116" y="346"/>
                    <a:pt x="114" y="347"/>
                    <a:pt x="113" y="347"/>
                  </a:cubicBezTo>
                  <a:cubicBezTo>
                    <a:pt x="113" y="348"/>
                    <a:pt x="112" y="350"/>
                    <a:pt x="112" y="350"/>
                  </a:cubicBezTo>
                  <a:cubicBezTo>
                    <a:pt x="111" y="351"/>
                    <a:pt x="110" y="353"/>
                    <a:pt x="109" y="353"/>
                  </a:cubicBezTo>
                  <a:cubicBezTo>
                    <a:pt x="108" y="354"/>
                    <a:pt x="106" y="354"/>
                    <a:pt x="105" y="354"/>
                  </a:cubicBezTo>
                  <a:cubicBezTo>
                    <a:pt x="104" y="354"/>
                    <a:pt x="102" y="355"/>
                    <a:pt x="101" y="355"/>
                  </a:cubicBezTo>
                  <a:cubicBezTo>
                    <a:pt x="100" y="354"/>
                    <a:pt x="98" y="354"/>
                    <a:pt x="98" y="353"/>
                  </a:cubicBezTo>
                  <a:cubicBezTo>
                    <a:pt x="97" y="352"/>
                    <a:pt x="98" y="350"/>
                    <a:pt x="98" y="348"/>
                  </a:cubicBezTo>
                  <a:cubicBezTo>
                    <a:pt x="98" y="347"/>
                    <a:pt x="99" y="346"/>
                    <a:pt x="100" y="345"/>
                  </a:cubicBezTo>
                  <a:cubicBezTo>
                    <a:pt x="100" y="345"/>
                    <a:pt x="102" y="344"/>
                    <a:pt x="102" y="344"/>
                  </a:cubicBezTo>
                  <a:cubicBezTo>
                    <a:pt x="103" y="344"/>
                    <a:pt x="105" y="344"/>
                    <a:pt x="105" y="343"/>
                  </a:cubicBezTo>
                  <a:cubicBezTo>
                    <a:pt x="106" y="342"/>
                    <a:pt x="105" y="341"/>
                    <a:pt x="104" y="341"/>
                  </a:cubicBezTo>
                  <a:cubicBezTo>
                    <a:pt x="104" y="340"/>
                    <a:pt x="102" y="339"/>
                    <a:pt x="101" y="340"/>
                  </a:cubicBezTo>
                  <a:cubicBezTo>
                    <a:pt x="101" y="340"/>
                    <a:pt x="100" y="341"/>
                    <a:pt x="99" y="341"/>
                  </a:cubicBezTo>
                  <a:cubicBezTo>
                    <a:pt x="98" y="341"/>
                    <a:pt x="97" y="341"/>
                    <a:pt x="97" y="340"/>
                  </a:cubicBezTo>
                  <a:cubicBezTo>
                    <a:pt x="96" y="340"/>
                    <a:pt x="96" y="338"/>
                    <a:pt x="96" y="337"/>
                  </a:cubicBezTo>
                  <a:cubicBezTo>
                    <a:pt x="96" y="337"/>
                    <a:pt x="98" y="335"/>
                    <a:pt x="99" y="335"/>
                  </a:cubicBezTo>
                  <a:cubicBezTo>
                    <a:pt x="100" y="335"/>
                    <a:pt x="102" y="334"/>
                    <a:pt x="103" y="335"/>
                  </a:cubicBezTo>
                  <a:cubicBezTo>
                    <a:pt x="104" y="335"/>
                    <a:pt x="104" y="337"/>
                    <a:pt x="105" y="337"/>
                  </a:cubicBezTo>
                  <a:cubicBezTo>
                    <a:pt x="106" y="338"/>
                    <a:pt x="108" y="337"/>
                    <a:pt x="109" y="338"/>
                  </a:cubicBezTo>
                  <a:cubicBezTo>
                    <a:pt x="109" y="338"/>
                    <a:pt x="111" y="339"/>
                    <a:pt x="111" y="340"/>
                  </a:cubicBezTo>
                  <a:cubicBezTo>
                    <a:pt x="112" y="340"/>
                    <a:pt x="114" y="340"/>
                    <a:pt x="115" y="340"/>
                  </a:cubicBezTo>
                  <a:cubicBezTo>
                    <a:pt x="116" y="341"/>
                    <a:pt x="117" y="341"/>
                    <a:pt x="118" y="340"/>
                  </a:cubicBezTo>
                  <a:cubicBezTo>
                    <a:pt x="118" y="340"/>
                    <a:pt x="118" y="339"/>
                    <a:pt x="118" y="338"/>
                  </a:cubicBezTo>
                  <a:cubicBezTo>
                    <a:pt x="117" y="337"/>
                    <a:pt x="116" y="336"/>
                    <a:pt x="115" y="335"/>
                  </a:cubicBezTo>
                  <a:cubicBezTo>
                    <a:pt x="114" y="335"/>
                    <a:pt x="113" y="333"/>
                    <a:pt x="112" y="333"/>
                  </a:cubicBezTo>
                  <a:cubicBezTo>
                    <a:pt x="111" y="332"/>
                    <a:pt x="108" y="332"/>
                    <a:pt x="107" y="332"/>
                  </a:cubicBezTo>
                  <a:cubicBezTo>
                    <a:pt x="106" y="332"/>
                    <a:pt x="105" y="331"/>
                    <a:pt x="104" y="331"/>
                  </a:cubicBezTo>
                  <a:cubicBezTo>
                    <a:pt x="103" y="330"/>
                    <a:pt x="101" y="330"/>
                    <a:pt x="100" y="329"/>
                  </a:cubicBezTo>
                  <a:cubicBezTo>
                    <a:pt x="100" y="328"/>
                    <a:pt x="100" y="327"/>
                    <a:pt x="100" y="326"/>
                  </a:cubicBezTo>
                  <a:cubicBezTo>
                    <a:pt x="100" y="326"/>
                    <a:pt x="101" y="325"/>
                    <a:pt x="102" y="325"/>
                  </a:cubicBezTo>
                  <a:cubicBezTo>
                    <a:pt x="104" y="324"/>
                    <a:pt x="107" y="325"/>
                    <a:pt x="108" y="325"/>
                  </a:cubicBezTo>
                  <a:cubicBezTo>
                    <a:pt x="109" y="325"/>
                    <a:pt x="111" y="325"/>
                    <a:pt x="112" y="325"/>
                  </a:cubicBezTo>
                  <a:cubicBezTo>
                    <a:pt x="113" y="326"/>
                    <a:pt x="115" y="327"/>
                    <a:pt x="116" y="327"/>
                  </a:cubicBezTo>
                  <a:cubicBezTo>
                    <a:pt x="117" y="328"/>
                    <a:pt x="118" y="331"/>
                    <a:pt x="119" y="331"/>
                  </a:cubicBezTo>
                  <a:cubicBezTo>
                    <a:pt x="120" y="332"/>
                    <a:pt x="122" y="332"/>
                    <a:pt x="123" y="332"/>
                  </a:cubicBezTo>
                  <a:cubicBezTo>
                    <a:pt x="124" y="332"/>
                    <a:pt x="127" y="332"/>
                    <a:pt x="128" y="332"/>
                  </a:cubicBezTo>
                  <a:cubicBezTo>
                    <a:pt x="129" y="331"/>
                    <a:pt x="130" y="329"/>
                    <a:pt x="131" y="329"/>
                  </a:cubicBezTo>
                  <a:cubicBezTo>
                    <a:pt x="133" y="328"/>
                    <a:pt x="137" y="329"/>
                    <a:pt x="139" y="328"/>
                  </a:cubicBezTo>
                  <a:cubicBezTo>
                    <a:pt x="139" y="328"/>
                    <a:pt x="140" y="326"/>
                    <a:pt x="140" y="326"/>
                  </a:cubicBezTo>
                  <a:cubicBezTo>
                    <a:pt x="140" y="325"/>
                    <a:pt x="138" y="323"/>
                    <a:pt x="137" y="322"/>
                  </a:cubicBezTo>
                  <a:cubicBezTo>
                    <a:pt x="137" y="322"/>
                    <a:pt x="134" y="322"/>
                    <a:pt x="134" y="322"/>
                  </a:cubicBezTo>
                  <a:cubicBezTo>
                    <a:pt x="133" y="322"/>
                    <a:pt x="132" y="324"/>
                    <a:pt x="131" y="325"/>
                  </a:cubicBezTo>
                  <a:cubicBezTo>
                    <a:pt x="130" y="326"/>
                    <a:pt x="127" y="325"/>
                    <a:pt x="126" y="325"/>
                  </a:cubicBezTo>
                  <a:cubicBezTo>
                    <a:pt x="124" y="325"/>
                    <a:pt x="122" y="325"/>
                    <a:pt x="121" y="325"/>
                  </a:cubicBezTo>
                  <a:cubicBezTo>
                    <a:pt x="121" y="325"/>
                    <a:pt x="119" y="324"/>
                    <a:pt x="119" y="323"/>
                  </a:cubicBezTo>
                  <a:cubicBezTo>
                    <a:pt x="119" y="323"/>
                    <a:pt x="118" y="321"/>
                    <a:pt x="119" y="321"/>
                  </a:cubicBezTo>
                  <a:cubicBezTo>
                    <a:pt x="119" y="320"/>
                    <a:pt x="122" y="321"/>
                    <a:pt x="122" y="321"/>
                  </a:cubicBezTo>
                  <a:cubicBezTo>
                    <a:pt x="123" y="321"/>
                    <a:pt x="125" y="320"/>
                    <a:pt x="125" y="320"/>
                  </a:cubicBezTo>
                  <a:cubicBezTo>
                    <a:pt x="125" y="319"/>
                    <a:pt x="125" y="317"/>
                    <a:pt x="124" y="316"/>
                  </a:cubicBezTo>
                  <a:cubicBezTo>
                    <a:pt x="124" y="316"/>
                    <a:pt x="122" y="316"/>
                    <a:pt x="121" y="316"/>
                  </a:cubicBezTo>
                  <a:cubicBezTo>
                    <a:pt x="121" y="315"/>
                    <a:pt x="120" y="314"/>
                    <a:pt x="120" y="314"/>
                  </a:cubicBezTo>
                  <a:cubicBezTo>
                    <a:pt x="120" y="313"/>
                    <a:pt x="120" y="312"/>
                    <a:pt x="121" y="311"/>
                  </a:cubicBezTo>
                  <a:cubicBezTo>
                    <a:pt x="122" y="310"/>
                    <a:pt x="125" y="310"/>
                    <a:pt x="127" y="311"/>
                  </a:cubicBezTo>
                  <a:cubicBezTo>
                    <a:pt x="128" y="311"/>
                    <a:pt x="129" y="313"/>
                    <a:pt x="130" y="313"/>
                  </a:cubicBezTo>
                  <a:cubicBezTo>
                    <a:pt x="132" y="314"/>
                    <a:pt x="134" y="314"/>
                    <a:pt x="135" y="315"/>
                  </a:cubicBezTo>
                  <a:cubicBezTo>
                    <a:pt x="136" y="315"/>
                    <a:pt x="139" y="315"/>
                    <a:pt x="139" y="314"/>
                  </a:cubicBezTo>
                  <a:cubicBezTo>
                    <a:pt x="140" y="314"/>
                    <a:pt x="139" y="312"/>
                    <a:pt x="139" y="311"/>
                  </a:cubicBezTo>
                  <a:cubicBezTo>
                    <a:pt x="139" y="310"/>
                    <a:pt x="138" y="309"/>
                    <a:pt x="137" y="308"/>
                  </a:cubicBezTo>
                  <a:cubicBezTo>
                    <a:pt x="136" y="307"/>
                    <a:pt x="133" y="307"/>
                    <a:pt x="132" y="306"/>
                  </a:cubicBezTo>
                  <a:cubicBezTo>
                    <a:pt x="131" y="306"/>
                    <a:pt x="129" y="307"/>
                    <a:pt x="128" y="306"/>
                  </a:cubicBezTo>
                  <a:cubicBezTo>
                    <a:pt x="127" y="305"/>
                    <a:pt x="129" y="302"/>
                    <a:pt x="128" y="301"/>
                  </a:cubicBezTo>
                  <a:cubicBezTo>
                    <a:pt x="128" y="300"/>
                    <a:pt x="127" y="299"/>
                    <a:pt x="126" y="298"/>
                  </a:cubicBezTo>
                  <a:cubicBezTo>
                    <a:pt x="126" y="297"/>
                    <a:pt x="123" y="295"/>
                    <a:pt x="122" y="294"/>
                  </a:cubicBezTo>
                  <a:cubicBezTo>
                    <a:pt x="122" y="294"/>
                    <a:pt x="120" y="293"/>
                    <a:pt x="120" y="292"/>
                  </a:cubicBezTo>
                  <a:cubicBezTo>
                    <a:pt x="120" y="291"/>
                    <a:pt x="122" y="289"/>
                    <a:pt x="123" y="288"/>
                  </a:cubicBezTo>
                  <a:cubicBezTo>
                    <a:pt x="124" y="288"/>
                    <a:pt x="126" y="288"/>
                    <a:pt x="127" y="288"/>
                  </a:cubicBezTo>
                  <a:cubicBezTo>
                    <a:pt x="128" y="287"/>
                    <a:pt x="130" y="288"/>
                    <a:pt x="131" y="288"/>
                  </a:cubicBezTo>
                  <a:cubicBezTo>
                    <a:pt x="132" y="289"/>
                    <a:pt x="134" y="289"/>
                    <a:pt x="134" y="288"/>
                  </a:cubicBezTo>
                  <a:cubicBezTo>
                    <a:pt x="135" y="288"/>
                    <a:pt x="135" y="285"/>
                    <a:pt x="136" y="285"/>
                  </a:cubicBezTo>
                  <a:cubicBezTo>
                    <a:pt x="137" y="284"/>
                    <a:pt x="140" y="284"/>
                    <a:pt x="141" y="284"/>
                  </a:cubicBezTo>
                  <a:cubicBezTo>
                    <a:pt x="142" y="283"/>
                    <a:pt x="143" y="281"/>
                    <a:pt x="144" y="281"/>
                  </a:cubicBezTo>
                  <a:cubicBezTo>
                    <a:pt x="145" y="280"/>
                    <a:pt x="146" y="280"/>
                    <a:pt x="147" y="280"/>
                  </a:cubicBezTo>
                  <a:cubicBezTo>
                    <a:pt x="147" y="280"/>
                    <a:pt x="148" y="281"/>
                    <a:pt x="149" y="282"/>
                  </a:cubicBezTo>
                  <a:cubicBezTo>
                    <a:pt x="149" y="282"/>
                    <a:pt x="148" y="284"/>
                    <a:pt x="148" y="284"/>
                  </a:cubicBezTo>
                  <a:cubicBezTo>
                    <a:pt x="147" y="285"/>
                    <a:pt x="146" y="286"/>
                    <a:pt x="145" y="286"/>
                  </a:cubicBezTo>
                  <a:cubicBezTo>
                    <a:pt x="145" y="286"/>
                    <a:pt x="144" y="287"/>
                    <a:pt x="144" y="288"/>
                  </a:cubicBezTo>
                  <a:cubicBezTo>
                    <a:pt x="144" y="289"/>
                    <a:pt x="144" y="290"/>
                    <a:pt x="144" y="291"/>
                  </a:cubicBezTo>
                  <a:cubicBezTo>
                    <a:pt x="144" y="291"/>
                    <a:pt x="146" y="291"/>
                    <a:pt x="146" y="291"/>
                  </a:cubicBezTo>
                  <a:cubicBezTo>
                    <a:pt x="147" y="291"/>
                    <a:pt x="149" y="291"/>
                    <a:pt x="150" y="290"/>
                  </a:cubicBezTo>
                  <a:cubicBezTo>
                    <a:pt x="150" y="289"/>
                    <a:pt x="150" y="287"/>
                    <a:pt x="151" y="286"/>
                  </a:cubicBezTo>
                  <a:cubicBezTo>
                    <a:pt x="152" y="285"/>
                    <a:pt x="153" y="285"/>
                    <a:pt x="154" y="284"/>
                  </a:cubicBezTo>
                  <a:cubicBezTo>
                    <a:pt x="154" y="283"/>
                    <a:pt x="155" y="281"/>
                    <a:pt x="155" y="281"/>
                  </a:cubicBezTo>
                  <a:cubicBezTo>
                    <a:pt x="155" y="280"/>
                    <a:pt x="155" y="278"/>
                    <a:pt x="155" y="277"/>
                  </a:cubicBezTo>
                  <a:cubicBezTo>
                    <a:pt x="154" y="277"/>
                    <a:pt x="153" y="276"/>
                    <a:pt x="153" y="275"/>
                  </a:cubicBezTo>
                  <a:cubicBezTo>
                    <a:pt x="153" y="275"/>
                    <a:pt x="153" y="273"/>
                    <a:pt x="153" y="272"/>
                  </a:cubicBezTo>
                  <a:cubicBezTo>
                    <a:pt x="154" y="272"/>
                    <a:pt x="156" y="272"/>
                    <a:pt x="157" y="272"/>
                  </a:cubicBezTo>
                  <a:cubicBezTo>
                    <a:pt x="157" y="273"/>
                    <a:pt x="158" y="274"/>
                    <a:pt x="158" y="275"/>
                  </a:cubicBezTo>
                  <a:cubicBezTo>
                    <a:pt x="159" y="275"/>
                    <a:pt x="159" y="277"/>
                    <a:pt x="159" y="278"/>
                  </a:cubicBezTo>
                  <a:cubicBezTo>
                    <a:pt x="159" y="279"/>
                    <a:pt x="158" y="281"/>
                    <a:pt x="158" y="282"/>
                  </a:cubicBezTo>
                  <a:cubicBezTo>
                    <a:pt x="159" y="283"/>
                    <a:pt x="161" y="285"/>
                    <a:pt x="162" y="285"/>
                  </a:cubicBezTo>
                  <a:cubicBezTo>
                    <a:pt x="163" y="285"/>
                    <a:pt x="165" y="285"/>
                    <a:pt x="166" y="285"/>
                  </a:cubicBezTo>
                  <a:cubicBezTo>
                    <a:pt x="167" y="284"/>
                    <a:pt x="168" y="282"/>
                    <a:pt x="168" y="281"/>
                  </a:cubicBezTo>
                  <a:cubicBezTo>
                    <a:pt x="168" y="280"/>
                    <a:pt x="167" y="278"/>
                    <a:pt x="167" y="277"/>
                  </a:cubicBezTo>
                  <a:cubicBezTo>
                    <a:pt x="167" y="276"/>
                    <a:pt x="168" y="273"/>
                    <a:pt x="169" y="273"/>
                  </a:cubicBezTo>
                  <a:cubicBezTo>
                    <a:pt x="169" y="272"/>
                    <a:pt x="171" y="270"/>
                    <a:pt x="172" y="269"/>
                  </a:cubicBezTo>
                  <a:cubicBezTo>
                    <a:pt x="173" y="269"/>
                    <a:pt x="176" y="269"/>
                    <a:pt x="177" y="269"/>
                  </a:cubicBezTo>
                  <a:cubicBezTo>
                    <a:pt x="178" y="269"/>
                    <a:pt x="181" y="269"/>
                    <a:pt x="182" y="270"/>
                  </a:cubicBezTo>
                  <a:cubicBezTo>
                    <a:pt x="183" y="270"/>
                    <a:pt x="184" y="272"/>
                    <a:pt x="184" y="272"/>
                  </a:cubicBezTo>
                  <a:cubicBezTo>
                    <a:pt x="185" y="273"/>
                    <a:pt x="186" y="274"/>
                    <a:pt x="186" y="274"/>
                  </a:cubicBezTo>
                  <a:cubicBezTo>
                    <a:pt x="188" y="275"/>
                    <a:pt x="190" y="276"/>
                    <a:pt x="191" y="275"/>
                  </a:cubicBezTo>
                  <a:cubicBezTo>
                    <a:pt x="192" y="275"/>
                    <a:pt x="191" y="272"/>
                    <a:pt x="191" y="272"/>
                  </a:cubicBezTo>
                  <a:cubicBezTo>
                    <a:pt x="191" y="271"/>
                    <a:pt x="190" y="269"/>
                    <a:pt x="189" y="268"/>
                  </a:cubicBezTo>
                  <a:cubicBezTo>
                    <a:pt x="189" y="267"/>
                    <a:pt x="187" y="266"/>
                    <a:pt x="186" y="266"/>
                  </a:cubicBezTo>
                  <a:cubicBezTo>
                    <a:pt x="185" y="266"/>
                    <a:pt x="183" y="267"/>
                    <a:pt x="182" y="266"/>
                  </a:cubicBezTo>
                  <a:cubicBezTo>
                    <a:pt x="182" y="266"/>
                    <a:pt x="181" y="265"/>
                    <a:pt x="180" y="265"/>
                  </a:cubicBezTo>
                  <a:cubicBezTo>
                    <a:pt x="180" y="265"/>
                    <a:pt x="178" y="264"/>
                    <a:pt x="177" y="264"/>
                  </a:cubicBezTo>
                  <a:cubicBezTo>
                    <a:pt x="176" y="264"/>
                    <a:pt x="174" y="264"/>
                    <a:pt x="174" y="264"/>
                  </a:cubicBezTo>
                  <a:cubicBezTo>
                    <a:pt x="173" y="263"/>
                    <a:pt x="173" y="262"/>
                    <a:pt x="172" y="262"/>
                  </a:cubicBezTo>
                  <a:cubicBezTo>
                    <a:pt x="172" y="261"/>
                    <a:pt x="172" y="258"/>
                    <a:pt x="172" y="257"/>
                  </a:cubicBezTo>
                  <a:cubicBezTo>
                    <a:pt x="172" y="256"/>
                    <a:pt x="173" y="255"/>
                    <a:pt x="173" y="254"/>
                  </a:cubicBezTo>
                  <a:cubicBezTo>
                    <a:pt x="174" y="254"/>
                    <a:pt x="175" y="253"/>
                    <a:pt x="176" y="252"/>
                  </a:cubicBezTo>
                  <a:cubicBezTo>
                    <a:pt x="177" y="252"/>
                    <a:pt x="178" y="252"/>
                    <a:pt x="179" y="253"/>
                  </a:cubicBezTo>
                  <a:cubicBezTo>
                    <a:pt x="180" y="253"/>
                    <a:pt x="179" y="255"/>
                    <a:pt x="180" y="255"/>
                  </a:cubicBezTo>
                  <a:cubicBezTo>
                    <a:pt x="181" y="256"/>
                    <a:pt x="183" y="256"/>
                    <a:pt x="183" y="256"/>
                  </a:cubicBezTo>
                  <a:cubicBezTo>
                    <a:pt x="184" y="255"/>
                    <a:pt x="185" y="253"/>
                    <a:pt x="186" y="253"/>
                  </a:cubicBezTo>
                  <a:cubicBezTo>
                    <a:pt x="188" y="252"/>
                    <a:pt x="190" y="252"/>
                    <a:pt x="191" y="252"/>
                  </a:cubicBezTo>
                  <a:cubicBezTo>
                    <a:pt x="192" y="253"/>
                    <a:pt x="195" y="254"/>
                    <a:pt x="196" y="254"/>
                  </a:cubicBezTo>
                  <a:cubicBezTo>
                    <a:pt x="196" y="254"/>
                    <a:pt x="197" y="254"/>
                    <a:pt x="198" y="254"/>
                  </a:cubicBezTo>
                  <a:cubicBezTo>
                    <a:pt x="198" y="255"/>
                    <a:pt x="199" y="256"/>
                    <a:pt x="199" y="256"/>
                  </a:cubicBezTo>
                  <a:cubicBezTo>
                    <a:pt x="200" y="257"/>
                    <a:pt x="202" y="256"/>
                    <a:pt x="202" y="255"/>
                  </a:cubicBezTo>
                  <a:cubicBezTo>
                    <a:pt x="202" y="255"/>
                    <a:pt x="202" y="253"/>
                    <a:pt x="201" y="252"/>
                  </a:cubicBezTo>
                  <a:cubicBezTo>
                    <a:pt x="201" y="251"/>
                    <a:pt x="201" y="250"/>
                    <a:pt x="200" y="250"/>
                  </a:cubicBezTo>
                  <a:cubicBezTo>
                    <a:pt x="200" y="250"/>
                    <a:pt x="198" y="250"/>
                    <a:pt x="197" y="250"/>
                  </a:cubicBezTo>
                  <a:cubicBezTo>
                    <a:pt x="197" y="249"/>
                    <a:pt x="195" y="249"/>
                    <a:pt x="194" y="249"/>
                  </a:cubicBezTo>
                  <a:cubicBezTo>
                    <a:pt x="194" y="248"/>
                    <a:pt x="192" y="247"/>
                    <a:pt x="192" y="246"/>
                  </a:cubicBezTo>
                  <a:cubicBezTo>
                    <a:pt x="192" y="245"/>
                    <a:pt x="194" y="245"/>
                    <a:pt x="195" y="245"/>
                  </a:cubicBezTo>
                  <a:cubicBezTo>
                    <a:pt x="196" y="245"/>
                    <a:pt x="197" y="246"/>
                    <a:pt x="197" y="246"/>
                  </a:cubicBezTo>
                  <a:cubicBezTo>
                    <a:pt x="198" y="246"/>
                    <a:pt x="200" y="247"/>
                    <a:pt x="201" y="246"/>
                  </a:cubicBezTo>
                  <a:cubicBezTo>
                    <a:pt x="202" y="246"/>
                    <a:pt x="203" y="244"/>
                    <a:pt x="203" y="244"/>
                  </a:cubicBezTo>
                  <a:cubicBezTo>
                    <a:pt x="204" y="243"/>
                    <a:pt x="206" y="243"/>
                    <a:pt x="207" y="243"/>
                  </a:cubicBezTo>
                  <a:cubicBezTo>
                    <a:pt x="208" y="243"/>
                    <a:pt x="210" y="244"/>
                    <a:pt x="211" y="244"/>
                  </a:cubicBezTo>
                  <a:cubicBezTo>
                    <a:pt x="211" y="244"/>
                    <a:pt x="213" y="244"/>
                    <a:pt x="214" y="244"/>
                  </a:cubicBezTo>
                  <a:cubicBezTo>
                    <a:pt x="214" y="244"/>
                    <a:pt x="214" y="246"/>
                    <a:pt x="214" y="247"/>
                  </a:cubicBezTo>
                  <a:cubicBezTo>
                    <a:pt x="214" y="247"/>
                    <a:pt x="212" y="248"/>
                    <a:pt x="212" y="249"/>
                  </a:cubicBezTo>
                  <a:cubicBezTo>
                    <a:pt x="212" y="249"/>
                    <a:pt x="211" y="251"/>
                    <a:pt x="211" y="252"/>
                  </a:cubicBezTo>
                  <a:cubicBezTo>
                    <a:pt x="210" y="253"/>
                    <a:pt x="211" y="255"/>
                    <a:pt x="212" y="256"/>
                  </a:cubicBezTo>
                  <a:cubicBezTo>
                    <a:pt x="212" y="256"/>
                    <a:pt x="212" y="258"/>
                    <a:pt x="213" y="258"/>
                  </a:cubicBezTo>
                  <a:cubicBezTo>
                    <a:pt x="214" y="259"/>
                    <a:pt x="216" y="259"/>
                    <a:pt x="216" y="260"/>
                  </a:cubicBezTo>
                  <a:cubicBezTo>
                    <a:pt x="217" y="260"/>
                    <a:pt x="216" y="263"/>
                    <a:pt x="217" y="263"/>
                  </a:cubicBezTo>
                  <a:cubicBezTo>
                    <a:pt x="218" y="263"/>
                    <a:pt x="218" y="261"/>
                    <a:pt x="218" y="261"/>
                  </a:cubicBezTo>
                  <a:cubicBezTo>
                    <a:pt x="219" y="260"/>
                    <a:pt x="219" y="258"/>
                    <a:pt x="219" y="258"/>
                  </a:cubicBezTo>
                  <a:cubicBezTo>
                    <a:pt x="219" y="257"/>
                    <a:pt x="217" y="256"/>
                    <a:pt x="217" y="255"/>
                  </a:cubicBezTo>
                  <a:cubicBezTo>
                    <a:pt x="216" y="254"/>
                    <a:pt x="216" y="251"/>
                    <a:pt x="216" y="250"/>
                  </a:cubicBezTo>
                  <a:cubicBezTo>
                    <a:pt x="216" y="249"/>
                    <a:pt x="217" y="248"/>
                    <a:pt x="218" y="247"/>
                  </a:cubicBezTo>
                  <a:cubicBezTo>
                    <a:pt x="218" y="247"/>
                    <a:pt x="220" y="245"/>
                    <a:pt x="220" y="245"/>
                  </a:cubicBezTo>
                  <a:cubicBezTo>
                    <a:pt x="222" y="245"/>
                    <a:pt x="224" y="244"/>
                    <a:pt x="226" y="244"/>
                  </a:cubicBezTo>
                  <a:cubicBezTo>
                    <a:pt x="227" y="244"/>
                    <a:pt x="229" y="246"/>
                    <a:pt x="230" y="246"/>
                  </a:cubicBezTo>
                  <a:cubicBezTo>
                    <a:pt x="231" y="246"/>
                    <a:pt x="233" y="246"/>
                    <a:pt x="234" y="246"/>
                  </a:cubicBezTo>
                  <a:cubicBezTo>
                    <a:pt x="234" y="246"/>
                    <a:pt x="236" y="248"/>
                    <a:pt x="237" y="248"/>
                  </a:cubicBezTo>
                  <a:cubicBezTo>
                    <a:pt x="237" y="249"/>
                    <a:pt x="238" y="250"/>
                    <a:pt x="239" y="251"/>
                  </a:cubicBezTo>
                  <a:cubicBezTo>
                    <a:pt x="239" y="251"/>
                    <a:pt x="240" y="252"/>
                    <a:pt x="241" y="252"/>
                  </a:cubicBezTo>
                  <a:cubicBezTo>
                    <a:pt x="241" y="253"/>
                    <a:pt x="242" y="254"/>
                    <a:pt x="242" y="255"/>
                  </a:cubicBezTo>
                  <a:cubicBezTo>
                    <a:pt x="243" y="255"/>
                    <a:pt x="243" y="257"/>
                    <a:pt x="243" y="258"/>
                  </a:cubicBezTo>
                  <a:cubicBezTo>
                    <a:pt x="243" y="259"/>
                    <a:pt x="242" y="261"/>
                    <a:pt x="242" y="262"/>
                  </a:cubicBezTo>
                  <a:cubicBezTo>
                    <a:pt x="242" y="263"/>
                    <a:pt x="244" y="265"/>
                    <a:pt x="244" y="265"/>
                  </a:cubicBezTo>
                  <a:cubicBezTo>
                    <a:pt x="245" y="265"/>
                    <a:pt x="247" y="265"/>
                    <a:pt x="248" y="265"/>
                  </a:cubicBezTo>
                  <a:cubicBezTo>
                    <a:pt x="249" y="265"/>
                    <a:pt x="250" y="263"/>
                    <a:pt x="250" y="262"/>
                  </a:cubicBezTo>
                  <a:cubicBezTo>
                    <a:pt x="251" y="260"/>
                    <a:pt x="249" y="258"/>
                    <a:pt x="249" y="257"/>
                  </a:cubicBezTo>
                  <a:cubicBezTo>
                    <a:pt x="248" y="256"/>
                    <a:pt x="247" y="254"/>
                    <a:pt x="246" y="253"/>
                  </a:cubicBezTo>
                  <a:cubicBezTo>
                    <a:pt x="246" y="252"/>
                    <a:pt x="247" y="250"/>
                    <a:pt x="247" y="249"/>
                  </a:cubicBezTo>
                  <a:cubicBezTo>
                    <a:pt x="247" y="248"/>
                    <a:pt x="246" y="247"/>
                    <a:pt x="245" y="247"/>
                  </a:cubicBezTo>
                  <a:cubicBezTo>
                    <a:pt x="245" y="246"/>
                    <a:pt x="245" y="244"/>
                    <a:pt x="245" y="244"/>
                  </a:cubicBezTo>
                  <a:cubicBezTo>
                    <a:pt x="246" y="243"/>
                    <a:pt x="247" y="243"/>
                    <a:pt x="248" y="243"/>
                  </a:cubicBezTo>
                  <a:cubicBezTo>
                    <a:pt x="249" y="242"/>
                    <a:pt x="250" y="243"/>
                    <a:pt x="250" y="243"/>
                  </a:cubicBezTo>
                  <a:cubicBezTo>
                    <a:pt x="251" y="244"/>
                    <a:pt x="252" y="245"/>
                    <a:pt x="252" y="246"/>
                  </a:cubicBezTo>
                  <a:cubicBezTo>
                    <a:pt x="253" y="246"/>
                    <a:pt x="255" y="246"/>
                    <a:pt x="256" y="246"/>
                  </a:cubicBezTo>
                  <a:cubicBezTo>
                    <a:pt x="257" y="246"/>
                    <a:pt x="258" y="247"/>
                    <a:pt x="259" y="248"/>
                  </a:cubicBezTo>
                  <a:cubicBezTo>
                    <a:pt x="260" y="248"/>
                    <a:pt x="263" y="249"/>
                    <a:pt x="264" y="248"/>
                  </a:cubicBezTo>
                  <a:cubicBezTo>
                    <a:pt x="264" y="248"/>
                    <a:pt x="265" y="248"/>
                    <a:pt x="265" y="247"/>
                  </a:cubicBezTo>
                  <a:cubicBezTo>
                    <a:pt x="265" y="247"/>
                    <a:pt x="265" y="245"/>
                    <a:pt x="265" y="245"/>
                  </a:cubicBezTo>
                  <a:cubicBezTo>
                    <a:pt x="265" y="244"/>
                    <a:pt x="264" y="243"/>
                    <a:pt x="263" y="242"/>
                  </a:cubicBezTo>
                  <a:cubicBezTo>
                    <a:pt x="262" y="242"/>
                    <a:pt x="260" y="243"/>
                    <a:pt x="259" y="243"/>
                  </a:cubicBezTo>
                  <a:cubicBezTo>
                    <a:pt x="259" y="243"/>
                    <a:pt x="257" y="243"/>
                    <a:pt x="256" y="243"/>
                  </a:cubicBezTo>
                  <a:cubicBezTo>
                    <a:pt x="256" y="242"/>
                    <a:pt x="255" y="241"/>
                    <a:pt x="254" y="241"/>
                  </a:cubicBezTo>
                  <a:cubicBezTo>
                    <a:pt x="253" y="240"/>
                    <a:pt x="250" y="239"/>
                    <a:pt x="249" y="239"/>
                  </a:cubicBezTo>
                  <a:cubicBezTo>
                    <a:pt x="248" y="239"/>
                    <a:pt x="246" y="238"/>
                    <a:pt x="245" y="238"/>
                  </a:cubicBezTo>
                  <a:cubicBezTo>
                    <a:pt x="244" y="238"/>
                    <a:pt x="242" y="239"/>
                    <a:pt x="241" y="239"/>
                  </a:cubicBezTo>
                  <a:cubicBezTo>
                    <a:pt x="240" y="239"/>
                    <a:pt x="238" y="238"/>
                    <a:pt x="237" y="238"/>
                  </a:cubicBezTo>
                  <a:cubicBezTo>
                    <a:pt x="237" y="238"/>
                    <a:pt x="235" y="238"/>
                    <a:pt x="235" y="239"/>
                  </a:cubicBezTo>
                  <a:cubicBezTo>
                    <a:pt x="234" y="239"/>
                    <a:pt x="231" y="239"/>
                    <a:pt x="230" y="239"/>
                  </a:cubicBezTo>
                  <a:cubicBezTo>
                    <a:pt x="229" y="238"/>
                    <a:pt x="228" y="238"/>
                    <a:pt x="227" y="237"/>
                  </a:cubicBezTo>
                  <a:cubicBezTo>
                    <a:pt x="227" y="237"/>
                    <a:pt x="227" y="236"/>
                    <a:pt x="227" y="235"/>
                  </a:cubicBezTo>
                  <a:cubicBezTo>
                    <a:pt x="227" y="234"/>
                    <a:pt x="228" y="233"/>
                    <a:pt x="228" y="232"/>
                  </a:cubicBezTo>
                  <a:cubicBezTo>
                    <a:pt x="228" y="231"/>
                    <a:pt x="227" y="229"/>
                    <a:pt x="227" y="228"/>
                  </a:cubicBezTo>
                  <a:cubicBezTo>
                    <a:pt x="226" y="228"/>
                    <a:pt x="225" y="226"/>
                    <a:pt x="224" y="226"/>
                  </a:cubicBezTo>
                  <a:cubicBezTo>
                    <a:pt x="223" y="226"/>
                    <a:pt x="222" y="226"/>
                    <a:pt x="221" y="227"/>
                  </a:cubicBezTo>
                  <a:cubicBezTo>
                    <a:pt x="220" y="227"/>
                    <a:pt x="218" y="229"/>
                    <a:pt x="217" y="229"/>
                  </a:cubicBezTo>
                  <a:cubicBezTo>
                    <a:pt x="217" y="230"/>
                    <a:pt x="215" y="232"/>
                    <a:pt x="215" y="233"/>
                  </a:cubicBezTo>
                  <a:cubicBezTo>
                    <a:pt x="214" y="233"/>
                    <a:pt x="212" y="235"/>
                    <a:pt x="211" y="235"/>
                  </a:cubicBezTo>
                  <a:cubicBezTo>
                    <a:pt x="210" y="235"/>
                    <a:pt x="207" y="235"/>
                    <a:pt x="206" y="235"/>
                  </a:cubicBezTo>
                  <a:cubicBezTo>
                    <a:pt x="205" y="236"/>
                    <a:pt x="204" y="238"/>
                    <a:pt x="203" y="239"/>
                  </a:cubicBezTo>
                  <a:cubicBezTo>
                    <a:pt x="202" y="239"/>
                    <a:pt x="200" y="241"/>
                    <a:pt x="199" y="241"/>
                  </a:cubicBezTo>
                  <a:cubicBezTo>
                    <a:pt x="198" y="241"/>
                    <a:pt x="196" y="241"/>
                    <a:pt x="196" y="240"/>
                  </a:cubicBezTo>
                  <a:cubicBezTo>
                    <a:pt x="195" y="240"/>
                    <a:pt x="195" y="238"/>
                    <a:pt x="195" y="237"/>
                  </a:cubicBezTo>
                  <a:cubicBezTo>
                    <a:pt x="195" y="237"/>
                    <a:pt x="197" y="236"/>
                    <a:pt x="197" y="235"/>
                  </a:cubicBezTo>
                  <a:cubicBezTo>
                    <a:pt x="198" y="234"/>
                    <a:pt x="197" y="233"/>
                    <a:pt x="197" y="232"/>
                  </a:cubicBezTo>
                  <a:cubicBezTo>
                    <a:pt x="196" y="232"/>
                    <a:pt x="195" y="232"/>
                    <a:pt x="195" y="231"/>
                  </a:cubicBezTo>
                  <a:cubicBezTo>
                    <a:pt x="194" y="231"/>
                    <a:pt x="192" y="232"/>
                    <a:pt x="191" y="232"/>
                  </a:cubicBezTo>
                  <a:cubicBezTo>
                    <a:pt x="190" y="233"/>
                    <a:pt x="189" y="235"/>
                    <a:pt x="188" y="235"/>
                  </a:cubicBezTo>
                  <a:cubicBezTo>
                    <a:pt x="187" y="236"/>
                    <a:pt x="184" y="236"/>
                    <a:pt x="183" y="236"/>
                  </a:cubicBezTo>
                  <a:cubicBezTo>
                    <a:pt x="182" y="236"/>
                    <a:pt x="181" y="235"/>
                    <a:pt x="181" y="234"/>
                  </a:cubicBezTo>
                  <a:cubicBezTo>
                    <a:pt x="180" y="234"/>
                    <a:pt x="180" y="232"/>
                    <a:pt x="180" y="232"/>
                  </a:cubicBezTo>
                  <a:cubicBezTo>
                    <a:pt x="180" y="231"/>
                    <a:pt x="180" y="229"/>
                    <a:pt x="181" y="228"/>
                  </a:cubicBezTo>
                  <a:cubicBezTo>
                    <a:pt x="181" y="227"/>
                    <a:pt x="184" y="226"/>
                    <a:pt x="184" y="225"/>
                  </a:cubicBezTo>
                  <a:cubicBezTo>
                    <a:pt x="185" y="224"/>
                    <a:pt x="186" y="222"/>
                    <a:pt x="187" y="221"/>
                  </a:cubicBezTo>
                  <a:cubicBezTo>
                    <a:pt x="188" y="219"/>
                    <a:pt x="190" y="217"/>
                    <a:pt x="191" y="216"/>
                  </a:cubicBezTo>
                  <a:cubicBezTo>
                    <a:pt x="192" y="215"/>
                    <a:pt x="193" y="214"/>
                    <a:pt x="193" y="213"/>
                  </a:cubicBezTo>
                  <a:cubicBezTo>
                    <a:pt x="194" y="212"/>
                    <a:pt x="194" y="209"/>
                    <a:pt x="194" y="208"/>
                  </a:cubicBezTo>
                  <a:cubicBezTo>
                    <a:pt x="195" y="207"/>
                    <a:pt x="197" y="206"/>
                    <a:pt x="198" y="205"/>
                  </a:cubicBezTo>
                  <a:cubicBezTo>
                    <a:pt x="199" y="205"/>
                    <a:pt x="201" y="205"/>
                    <a:pt x="201" y="205"/>
                  </a:cubicBezTo>
                  <a:cubicBezTo>
                    <a:pt x="202" y="206"/>
                    <a:pt x="203" y="206"/>
                    <a:pt x="204" y="207"/>
                  </a:cubicBezTo>
                  <a:cubicBezTo>
                    <a:pt x="204" y="208"/>
                    <a:pt x="204" y="210"/>
                    <a:pt x="205" y="210"/>
                  </a:cubicBezTo>
                  <a:cubicBezTo>
                    <a:pt x="205" y="211"/>
                    <a:pt x="208" y="211"/>
                    <a:pt x="209" y="211"/>
                  </a:cubicBezTo>
                  <a:cubicBezTo>
                    <a:pt x="209" y="211"/>
                    <a:pt x="211" y="209"/>
                    <a:pt x="212" y="209"/>
                  </a:cubicBezTo>
                  <a:cubicBezTo>
                    <a:pt x="213" y="208"/>
                    <a:pt x="215" y="209"/>
                    <a:pt x="216" y="208"/>
                  </a:cubicBezTo>
                  <a:cubicBezTo>
                    <a:pt x="216" y="208"/>
                    <a:pt x="217" y="206"/>
                    <a:pt x="217" y="206"/>
                  </a:cubicBezTo>
                  <a:cubicBezTo>
                    <a:pt x="217" y="205"/>
                    <a:pt x="216" y="204"/>
                    <a:pt x="216" y="203"/>
                  </a:cubicBezTo>
                  <a:cubicBezTo>
                    <a:pt x="215" y="202"/>
                    <a:pt x="213" y="201"/>
                    <a:pt x="212" y="201"/>
                  </a:cubicBezTo>
                  <a:cubicBezTo>
                    <a:pt x="211" y="201"/>
                    <a:pt x="209" y="203"/>
                    <a:pt x="208" y="203"/>
                  </a:cubicBezTo>
                  <a:cubicBezTo>
                    <a:pt x="207" y="202"/>
                    <a:pt x="206" y="201"/>
                    <a:pt x="205" y="201"/>
                  </a:cubicBezTo>
                  <a:cubicBezTo>
                    <a:pt x="205" y="200"/>
                    <a:pt x="205" y="198"/>
                    <a:pt x="205" y="197"/>
                  </a:cubicBezTo>
                  <a:cubicBezTo>
                    <a:pt x="204" y="197"/>
                    <a:pt x="204" y="196"/>
                    <a:pt x="203" y="195"/>
                  </a:cubicBezTo>
                  <a:cubicBezTo>
                    <a:pt x="203" y="194"/>
                    <a:pt x="202" y="193"/>
                    <a:pt x="202" y="192"/>
                  </a:cubicBezTo>
                  <a:cubicBezTo>
                    <a:pt x="203" y="191"/>
                    <a:pt x="204" y="188"/>
                    <a:pt x="206" y="187"/>
                  </a:cubicBezTo>
                  <a:cubicBezTo>
                    <a:pt x="206" y="186"/>
                    <a:pt x="209" y="186"/>
                    <a:pt x="210" y="185"/>
                  </a:cubicBezTo>
                  <a:cubicBezTo>
                    <a:pt x="211" y="185"/>
                    <a:pt x="213" y="182"/>
                    <a:pt x="215" y="182"/>
                  </a:cubicBezTo>
                  <a:cubicBezTo>
                    <a:pt x="216" y="181"/>
                    <a:pt x="218" y="180"/>
                    <a:pt x="219" y="180"/>
                  </a:cubicBezTo>
                  <a:cubicBezTo>
                    <a:pt x="220" y="180"/>
                    <a:pt x="223" y="179"/>
                    <a:pt x="224" y="179"/>
                  </a:cubicBezTo>
                  <a:cubicBezTo>
                    <a:pt x="225" y="179"/>
                    <a:pt x="227" y="179"/>
                    <a:pt x="227" y="180"/>
                  </a:cubicBezTo>
                  <a:cubicBezTo>
                    <a:pt x="228" y="180"/>
                    <a:pt x="229" y="182"/>
                    <a:pt x="229" y="182"/>
                  </a:cubicBezTo>
                  <a:cubicBezTo>
                    <a:pt x="229" y="183"/>
                    <a:pt x="228" y="184"/>
                    <a:pt x="228" y="185"/>
                  </a:cubicBezTo>
                  <a:cubicBezTo>
                    <a:pt x="228" y="185"/>
                    <a:pt x="226" y="186"/>
                    <a:pt x="225" y="186"/>
                  </a:cubicBezTo>
                  <a:cubicBezTo>
                    <a:pt x="225" y="186"/>
                    <a:pt x="224" y="185"/>
                    <a:pt x="223" y="185"/>
                  </a:cubicBezTo>
                  <a:cubicBezTo>
                    <a:pt x="223" y="185"/>
                    <a:pt x="221" y="185"/>
                    <a:pt x="220" y="185"/>
                  </a:cubicBezTo>
                  <a:cubicBezTo>
                    <a:pt x="220" y="185"/>
                    <a:pt x="219" y="186"/>
                    <a:pt x="219" y="186"/>
                  </a:cubicBezTo>
                  <a:cubicBezTo>
                    <a:pt x="218" y="187"/>
                    <a:pt x="219" y="189"/>
                    <a:pt x="219" y="190"/>
                  </a:cubicBezTo>
                  <a:cubicBezTo>
                    <a:pt x="219" y="191"/>
                    <a:pt x="218" y="192"/>
                    <a:pt x="217" y="193"/>
                  </a:cubicBezTo>
                  <a:cubicBezTo>
                    <a:pt x="216" y="193"/>
                    <a:pt x="215" y="193"/>
                    <a:pt x="214" y="193"/>
                  </a:cubicBezTo>
                  <a:cubicBezTo>
                    <a:pt x="213" y="193"/>
                    <a:pt x="212" y="193"/>
                    <a:pt x="211" y="194"/>
                  </a:cubicBezTo>
                  <a:cubicBezTo>
                    <a:pt x="211" y="194"/>
                    <a:pt x="211" y="195"/>
                    <a:pt x="211" y="196"/>
                  </a:cubicBezTo>
                  <a:cubicBezTo>
                    <a:pt x="211" y="196"/>
                    <a:pt x="213" y="197"/>
                    <a:pt x="213" y="198"/>
                  </a:cubicBezTo>
                  <a:cubicBezTo>
                    <a:pt x="214" y="198"/>
                    <a:pt x="216" y="198"/>
                    <a:pt x="216" y="198"/>
                  </a:cubicBezTo>
                  <a:cubicBezTo>
                    <a:pt x="217" y="198"/>
                    <a:pt x="218" y="196"/>
                    <a:pt x="219" y="196"/>
                  </a:cubicBezTo>
                  <a:cubicBezTo>
                    <a:pt x="220" y="196"/>
                    <a:pt x="222" y="196"/>
                    <a:pt x="223" y="195"/>
                  </a:cubicBezTo>
                  <a:cubicBezTo>
                    <a:pt x="224" y="195"/>
                    <a:pt x="224" y="193"/>
                    <a:pt x="225" y="193"/>
                  </a:cubicBezTo>
                  <a:cubicBezTo>
                    <a:pt x="226" y="192"/>
                    <a:pt x="227" y="192"/>
                    <a:pt x="227" y="192"/>
                  </a:cubicBezTo>
                  <a:cubicBezTo>
                    <a:pt x="228" y="192"/>
                    <a:pt x="230" y="193"/>
                    <a:pt x="230" y="194"/>
                  </a:cubicBezTo>
                  <a:cubicBezTo>
                    <a:pt x="230" y="194"/>
                    <a:pt x="230" y="196"/>
                    <a:pt x="230" y="197"/>
                  </a:cubicBezTo>
                  <a:cubicBezTo>
                    <a:pt x="229" y="198"/>
                    <a:pt x="228" y="199"/>
                    <a:pt x="227" y="199"/>
                  </a:cubicBezTo>
                  <a:cubicBezTo>
                    <a:pt x="227" y="200"/>
                    <a:pt x="227" y="202"/>
                    <a:pt x="227" y="202"/>
                  </a:cubicBezTo>
                  <a:cubicBezTo>
                    <a:pt x="228" y="203"/>
                    <a:pt x="228" y="205"/>
                    <a:pt x="229" y="205"/>
                  </a:cubicBezTo>
                  <a:cubicBezTo>
                    <a:pt x="230" y="205"/>
                    <a:pt x="231" y="204"/>
                    <a:pt x="232" y="204"/>
                  </a:cubicBezTo>
                  <a:cubicBezTo>
                    <a:pt x="233" y="203"/>
                    <a:pt x="233" y="201"/>
                    <a:pt x="234" y="200"/>
                  </a:cubicBezTo>
                  <a:cubicBezTo>
                    <a:pt x="235" y="199"/>
                    <a:pt x="236" y="197"/>
                    <a:pt x="237" y="197"/>
                  </a:cubicBezTo>
                  <a:cubicBezTo>
                    <a:pt x="238" y="196"/>
                    <a:pt x="240" y="196"/>
                    <a:pt x="242" y="196"/>
                  </a:cubicBezTo>
                  <a:cubicBezTo>
                    <a:pt x="243" y="196"/>
                    <a:pt x="246" y="196"/>
                    <a:pt x="247" y="197"/>
                  </a:cubicBezTo>
                  <a:cubicBezTo>
                    <a:pt x="248" y="197"/>
                    <a:pt x="249" y="199"/>
                    <a:pt x="250" y="200"/>
                  </a:cubicBezTo>
                  <a:cubicBezTo>
                    <a:pt x="250" y="200"/>
                    <a:pt x="251" y="202"/>
                    <a:pt x="251" y="203"/>
                  </a:cubicBezTo>
                  <a:cubicBezTo>
                    <a:pt x="251" y="204"/>
                    <a:pt x="251" y="206"/>
                    <a:pt x="251" y="208"/>
                  </a:cubicBezTo>
                  <a:cubicBezTo>
                    <a:pt x="251" y="209"/>
                    <a:pt x="251" y="212"/>
                    <a:pt x="252" y="213"/>
                  </a:cubicBezTo>
                  <a:cubicBezTo>
                    <a:pt x="252" y="214"/>
                    <a:pt x="253" y="216"/>
                    <a:pt x="253" y="216"/>
                  </a:cubicBezTo>
                  <a:cubicBezTo>
                    <a:pt x="253" y="216"/>
                    <a:pt x="253" y="221"/>
                    <a:pt x="254" y="222"/>
                  </a:cubicBezTo>
                  <a:cubicBezTo>
                    <a:pt x="254" y="223"/>
                    <a:pt x="256" y="224"/>
                    <a:pt x="256" y="224"/>
                  </a:cubicBezTo>
                  <a:cubicBezTo>
                    <a:pt x="257" y="225"/>
                    <a:pt x="258" y="226"/>
                    <a:pt x="258" y="227"/>
                  </a:cubicBezTo>
                  <a:cubicBezTo>
                    <a:pt x="259" y="227"/>
                    <a:pt x="258" y="230"/>
                    <a:pt x="259" y="231"/>
                  </a:cubicBezTo>
                  <a:cubicBezTo>
                    <a:pt x="259" y="231"/>
                    <a:pt x="260" y="233"/>
                    <a:pt x="261" y="233"/>
                  </a:cubicBezTo>
                  <a:cubicBezTo>
                    <a:pt x="262" y="233"/>
                    <a:pt x="263" y="231"/>
                    <a:pt x="264" y="230"/>
                  </a:cubicBezTo>
                  <a:cubicBezTo>
                    <a:pt x="264" y="229"/>
                    <a:pt x="264" y="227"/>
                    <a:pt x="263" y="225"/>
                  </a:cubicBezTo>
                  <a:cubicBezTo>
                    <a:pt x="263" y="224"/>
                    <a:pt x="262" y="222"/>
                    <a:pt x="261" y="221"/>
                  </a:cubicBezTo>
                  <a:cubicBezTo>
                    <a:pt x="260" y="220"/>
                    <a:pt x="259" y="219"/>
                    <a:pt x="258" y="218"/>
                  </a:cubicBezTo>
                  <a:cubicBezTo>
                    <a:pt x="258" y="217"/>
                    <a:pt x="257" y="214"/>
                    <a:pt x="257" y="213"/>
                  </a:cubicBezTo>
                  <a:cubicBezTo>
                    <a:pt x="257" y="212"/>
                    <a:pt x="257" y="210"/>
                    <a:pt x="256" y="210"/>
                  </a:cubicBezTo>
                  <a:cubicBezTo>
                    <a:pt x="256" y="208"/>
                    <a:pt x="255" y="206"/>
                    <a:pt x="254" y="204"/>
                  </a:cubicBezTo>
                  <a:cubicBezTo>
                    <a:pt x="254" y="203"/>
                    <a:pt x="254" y="200"/>
                    <a:pt x="255" y="198"/>
                  </a:cubicBezTo>
                  <a:cubicBezTo>
                    <a:pt x="255" y="197"/>
                    <a:pt x="257" y="194"/>
                    <a:pt x="258" y="193"/>
                  </a:cubicBezTo>
                  <a:cubicBezTo>
                    <a:pt x="259" y="192"/>
                    <a:pt x="260" y="191"/>
                    <a:pt x="261" y="190"/>
                  </a:cubicBezTo>
                  <a:cubicBezTo>
                    <a:pt x="262" y="189"/>
                    <a:pt x="264" y="187"/>
                    <a:pt x="266" y="186"/>
                  </a:cubicBezTo>
                  <a:cubicBezTo>
                    <a:pt x="267" y="186"/>
                    <a:pt x="270" y="186"/>
                    <a:pt x="271" y="186"/>
                  </a:cubicBezTo>
                  <a:cubicBezTo>
                    <a:pt x="272" y="185"/>
                    <a:pt x="274" y="184"/>
                    <a:pt x="274" y="184"/>
                  </a:cubicBezTo>
                  <a:cubicBezTo>
                    <a:pt x="275" y="183"/>
                    <a:pt x="275" y="181"/>
                    <a:pt x="275" y="181"/>
                  </a:cubicBezTo>
                  <a:cubicBezTo>
                    <a:pt x="274" y="180"/>
                    <a:pt x="272" y="180"/>
                    <a:pt x="271" y="180"/>
                  </a:cubicBezTo>
                  <a:cubicBezTo>
                    <a:pt x="270" y="180"/>
                    <a:pt x="267" y="179"/>
                    <a:pt x="266" y="180"/>
                  </a:cubicBezTo>
                  <a:cubicBezTo>
                    <a:pt x="265" y="180"/>
                    <a:pt x="263" y="182"/>
                    <a:pt x="262" y="183"/>
                  </a:cubicBezTo>
                  <a:cubicBezTo>
                    <a:pt x="261" y="183"/>
                    <a:pt x="259" y="185"/>
                    <a:pt x="258" y="186"/>
                  </a:cubicBezTo>
                  <a:cubicBezTo>
                    <a:pt x="257" y="187"/>
                    <a:pt x="255" y="187"/>
                    <a:pt x="254" y="188"/>
                  </a:cubicBezTo>
                  <a:cubicBezTo>
                    <a:pt x="254" y="188"/>
                    <a:pt x="253" y="190"/>
                    <a:pt x="252" y="190"/>
                  </a:cubicBezTo>
                  <a:cubicBezTo>
                    <a:pt x="250" y="191"/>
                    <a:pt x="247" y="191"/>
                    <a:pt x="245" y="191"/>
                  </a:cubicBezTo>
                  <a:cubicBezTo>
                    <a:pt x="244" y="191"/>
                    <a:pt x="240" y="190"/>
                    <a:pt x="239" y="190"/>
                  </a:cubicBezTo>
                  <a:cubicBezTo>
                    <a:pt x="238" y="189"/>
                    <a:pt x="236" y="188"/>
                    <a:pt x="235" y="187"/>
                  </a:cubicBezTo>
                  <a:cubicBezTo>
                    <a:pt x="235" y="186"/>
                    <a:pt x="234" y="184"/>
                    <a:pt x="234" y="183"/>
                  </a:cubicBezTo>
                  <a:cubicBezTo>
                    <a:pt x="234" y="182"/>
                    <a:pt x="235" y="180"/>
                    <a:pt x="236" y="179"/>
                  </a:cubicBezTo>
                  <a:cubicBezTo>
                    <a:pt x="237" y="179"/>
                    <a:pt x="238" y="178"/>
                    <a:pt x="239" y="178"/>
                  </a:cubicBezTo>
                  <a:cubicBezTo>
                    <a:pt x="240" y="177"/>
                    <a:pt x="242" y="177"/>
                    <a:pt x="242" y="178"/>
                  </a:cubicBezTo>
                  <a:cubicBezTo>
                    <a:pt x="243" y="178"/>
                    <a:pt x="244" y="180"/>
                    <a:pt x="245" y="181"/>
                  </a:cubicBezTo>
                  <a:cubicBezTo>
                    <a:pt x="246" y="181"/>
                    <a:pt x="247" y="181"/>
                    <a:pt x="248" y="181"/>
                  </a:cubicBezTo>
                  <a:cubicBezTo>
                    <a:pt x="248" y="180"/>
                    <a:pt x="249" y="179"/>
                    <a:pt x="249" y="178"/>
                  </a:cubicBezTo>
                  <a:cubicBezTo>
                    <a:pt x="249" y="177"/>
                    <a:pt x="249" y="175"/>
                    <a:pt x="249" y="175"/>
                  </a:cubicBezTo>
                  <a:cubicBezTo>
                    <a:pt x="248" y="174"/>
                    <a:pt x="248" y="172"/>
                    <a:pt x="247" y="172"/>
                  </a:cubicBezTo>
                  <a:cubicBezTo>
                    <a:pt x="246" y="171"/>
                    <a:pt x="245" y="171"/>
                    <a:pt x="244" y="171"/>
                  </a:cubicBezTo>
                  <a:cubicBezTo>
                    <a:pt x="243" y="171"/>
                    <a:pt x="242" y="173"/>
                    <a:pt x="241" y="173"/>
                  </a:cubicBezTo>
                  <a:cubicBezTo>
                    <a:pt x="240" y="173"/>
                    <a:pt x="238" y="174"/>
                    <a:pt x="237" y="174"/>
                  </a:cubicBezTo>
                  <a:cubicBezTo>
                    <a:pt x="235" y="174"/>
                    <a:pt x="232" y="174"/>
                    <a:pt x="231" y="173"/>
                  </a:cubicBezTo>
                  <a:cubicBezTo>
                    <a:pt x="231" y="173"/>
                    <a:pt x="230" y="171"/>
                    <a:pt x="231" y="170"/>
                  </a:cubicBezTo>
                  <a:cubicBezTo>
                    <a:pt x="231" y="169"/>
                    <a:pt x="233" y="166"/>
                    <a:pt x="234" y="165"/>
                  </a:cubicBezTo>
                  <a:cubicBezTo>
                    <a:pt x="235" y="165"/>
                    <a:pt x="236" y="164"/>
                    <a:pt x="237" y="164"/>
                  </a:cubicBezTo>
                  <a:cubicBezTo>
                    <a:pt x="238" y="164"/>
                    <a:pt x="240" y="164"/>
                    <a:pt x="241" y="163"/>
                  </a:cubicBezTo>
                  <a:cubicBezTo>
                    <a:pt x="242" y="163"/>
                    <a:pt x="242" y="161"/>
                    <a:pt x="241" y="160"/>
                  </a:cubicBezTo>
                  <a:cubicBezTo>
                    <a:pt x="241" y="160"/>
                    <a:pt x="239" y="160"/>
                    <a:pt x="238" y="159"/>
                  </a:cubicBezTo>
                  <a:cubicBezTo>
                    <a:pt x="238" y="159"/>
                    <a:pt x="238" y="158"/>
                    <a:pt x="238" y="157"/>
                  </a:cubicBezTo>
                  <a:cubicBezTo>
                    <a:pt x="238" y="156"/>
                    <a:pt x="239" y="155"/>
                    <a:pt x="240" y="155"/>
                  </a:cubicBezTo>
                  <a:cubicBezTo>
                    <a:pt x="241" y="155"/>
                    <a:pt x="243" y="155"/>
                    <a:pt x="244" y="155"/>
                  </a:cubicBezTo>
                  <a:cubicBezTo>
                    <a:pt x="244" y="156"/>
                    <a:pt x="246" y="157"/>
                    <a:pt x="246" y="158"/>
                  </a:cubicBezTo>
                  <a:cubicBezTo>
                    <a:pt x="247" y="158"/>
                    <a:pt x="247" y="160"/>
                    <a:pt x="247" y="161"/>
                  </a:cubicBezTo>
                  <a:cubicBezTo>
                    <a:pt x="248" y="162"/>
                    <a:pt x="251" y="162"/>
                    <a:pt x="253" y="162"/>
                  </a:cubicBezTo>
                  <a:cubicBezTo>
                    <a:pt x="254" y="162"/>
                    <a:pt x="256" y="163"/>
                    <a:pt x="257" y="162"/>
                  </a:cubicBezTo>
                  <a:cubicBezTo>
                    <a:pt x="258" y="162"/>
                    <a:pt x="259" y="160"/>
                    <a:pt x="258" y="159"/>
                  </a:cubicBezTo>
                  <a:cubicBezTo>
                    <a:pt x="258" y="158"/>
                    <a:pt x="257" y="157"/>
                    <a:pt x="256" y="156"/>
                  </a:cubicBezTo>
                  <a:cubicBezTo>
                    <a:pt x="256" y="156"/>
                    <a:pt x="254" y="157"/>
                    <a:pt x="253" y="157"/>
                  </a:cubicBezTo>
                  <a:cubicBezTo>
                    <a:pt x="252" y="156"/>
                    <a:pt x="251" y="156"/>
                    <a:pt x="250" y="156"/>
                  </a:cubicBezTo>
                  <a:cubicBezTo>
                    <a:pt x="249" y="155"/>
                    <a:pt x="248" y="154"/>
                    <a:pt x="247" y="153"/>
                  </a:cubicBezTo>
                  <a:cubicBezTo>
                    <a:pt x="247" y="152"/>
                    <a:pt x="248" y="150"/>
                    <a:pt x="248" y="150"/>
                  </a:cubicBezTo>
                  <a:cubicBezTo>
                    <a:pt x="249" y="149"/>
                    <a:pt x="252" y="149"/>
                    <a:pt x="253" y="149"/>
                  </a:cubicBezTo>
                  <a:cubicBezTo>
                    <a:pt x="254" y="149"/>
                    <a:pt x="256" y="149"/>
                    <a:pt x="257" y="150"/>
                  </a:cubicBezTo>
                  <a:cubicBezTo>
                    <a:pt x="258" y="150"/>
                    <a:pt x="260" y="150"/>
                    <a:pt x="261" y="151"/>
                  </a:cubicBezTo>
                  <a:cubicBezTo>
                    <a:pt x="261" y="152"/>
                    <a:pt x="262" y="154"/>
                    <a:pt x="263" y="154"/>
                  </a:cubicBezTo>
                  <a:cubicBezTo>
                    <a:pt x="264" y="155"/>
                    <a:pt x="266" y="156"/>
                    <a:pt x="268" y="157"/>
                  </a:cubicBezTo>
                  <a:cubicBezTo>
                    <a:pt x="268" y="158"/>
                    <a:pt x="269" y="159"/>
                    <a:pt x="270" y="159"/>
                  </a:cubicBezTo>
                  <a:cubicBezTo>
                    <a:pt x="271" y="159"/>
                    <a:pt x="271" y="156"/>
                    <a:pt x="271" y="155"/>
                  </a:cubicBezTo>
                  <a:cubicBezTo>
                    <a:pt x="271" y="154"/>
                    <a:pt x="269" y="152"/>
                    <a:pt x="268" y="151"/>
                  </a:cubicBezTo>
                  <a:cubicBezTo>
                    <a:pt x="267" y="150"/>
                    <a:pt x="264" y="150"/>
                    <a:pt x="263" y="149"/>
                  </a:cubicBezTo>
                  <a:cubicBezTo>
                    <a:pt x="263" y="148"/>
                    <a:pt x="263" y="146"/>
                    <a:pt x="263" y="146"/>
                  </a:cubicBezTo>
                  <a:cubicBezTo>
                    <a:pt x="263" y="145"/>
                    <a:pt x="265" y="144"/>
                    <a:pt x="265" y="143"/>
                  </a:cubicBezTo>
                  <a:cubicBezTo>
                    <a:pt x="265" y="142"/>
                    <a:pt x="264" y="141"/>
                    <a:pt x="263" y="141"/>
                  </a:cubicBezTo>
                  <a:cubicBezTo>
                    <a:pt x="263" y="140"/>
                    <a:pt x="261" y="140"/>
                    <a:pt x="261" y="141"/>
                  </a:cubicBezTo>
                  <a:cubicBezTo>
                    <a:pt x="260" y="141"/>
                    <a:pt x="259" y="143"/>
                    <a:pt x="259" y="143"/>
                  </a:cubicBezTo>
                  <a:cubicBezTo>
                    <a:pt x="258" y="144"/>
                    <a:pt x="257" y="145"/>
                    <a:pt x="256" y="145"/>
                  </a:cubicBezTo>
                  <a:cubicBezTo>
                    <a:pt x="255" y="145"/>
                    <a:pt x="251" y="144"/>
                    <a:pt x="250" y="143"/>
                  </a:cubicBezTo>
                  <a:cubicBezTo>
                    <a:pt x="249" y="142"/>
                    <a:pt x="249" y="140"/>
                    <a:pt x="248" y="139"/>
                  </a:cubicBezTo>
                  <a:cubicBezTo>
                    <a:pt x="248" y="139"/>
                    <a:pt x="247" y="137"/>
                    <a:pt x="247" y="137"/>
                  </a:cubicBezTo>
                  <a:cubicBezTo>
                    <a:pt x="247" y="136"/>
                    <a:pt x="247" y="134"/>
                    <a:pt x="247" y="133"/>
                  </a:cubicBezTo>
                  <a:cubicBezTo>
                    <a:pt x="246" y="133"/>
                    <a:pt x="245" y="133"/>
                    <a:pt x="244" y="134"/>
                  </a:cubicBezTo>
                  <a:cubicBezTo>
                    <a:pt x="243" y="134"/>
                    <a:pt x="243" y="136"/>
                    <a:pt x="242" y="137"/>
                  </a:cubicBezTo>
                  <a:cubicBezTo>
                    <a:pt x="242" y="139"/>
                    <a:pt x="243" y="141"/>
                    <a:pt x="243" y="142"/>
                  </a:cubicBezTo>
                  <a:cubicBezTo>
                    <a:pt x="242" y="144"/>
                    <a:pt x="241" y="146"/>
                    <a:pt x="241" y="147"/>
                  </a:cubicBezTo>
                  <a:cubicBezTo>
                    <a:pt x="240" y="148"/>
                    <a:pt x="237" y="149"/>
                    <a:pt x="236" y="150"/>
                  </a:cubicBezTo>
                  <a:cubicBezTo>
                    <a:pt x="235" y="151"/>
                    <a:pt x="232" y="153"/>
                    <a:pt x="231" y="154"/>
                  </a:cubicBezTo>
                  <a:cubicBezTo>
                    <a:pt x="230" y="155"/>
                    <a:pt x="227" y="157"/>
                    <a:pt x="226" y="158"/>
                  </a:cubicBezTo>
                  <a:cubicBezTo>
                    <a:pt x="224" y="159"/>
                    <a:pt x="220" y="162"/>
                    <a:pt x="218" y="163"/>
                  </a:cubicBezTo>
                  <a:cubicBezTo>
                    <a:pt x="217" y="164"/>
                    <a:pt x="214" y="167"/>
                    <a:pt x="212" y="168"/>
                  </a:cubicBezTo>
                  <a:cubicBezTo>
                    <a:pt x="211" y="169"/>
                    <a:pt x="208" y="171"/>
                    <a:pt x="207" y="171"/>
                  </a:cubicBezTo>
                  <a:cubicBezTo>
                    <a:pt x="207" y="171"/>
                    <a:pt x="203" y="172"/>
                    <a:pt x="202" y="171"/>
                  </a:cubicBezTo>
                  <a:cubicBezTo>
                    <a:pt x="201" y="171"/>
                    <a:pt x="200" y="169"/>
                    <a:pt x="200" y="168"/>
                  </a:cubicBezTo>
                  <a:cubicBezTo>
                    <a:pt x="200" y="167"/>
                    <a:pt x="201" y="164"/>
                    <a:pt x="202" y="164"/>
                  </a:cubicBezTo>
                  <a:cubicBezTo>
                    <a:pt x="203" y="163"/>
                    <a:pt x="204" y="164"/>
                    <a:pt x="205" y="164"/>
                  </a:cubicBezTo>
                  <a:cubicBezTo>
                    <a:pt x="206" y="163"/>
                    <a:pt x="207" y="162"/>
                    <a:pt x="208" y="161"/>
                  </a:cubicBezTo>
                  <a:cubicBezTo>
                    <a:pt x="208" y="160"/>
                    <a:pt x="209" y="159"/>
                    <a:pt x="209" y="158"/>
                  </a:cubicBezTo>
                  <a:cubicBezTo>
                    <a:pt x="209" y="157"/>
                    <a:pt x="208" y="156"/>
                    <a:pt x="208" y="155"/>
                  </a:cubicBezTo>
                  <a:cubicBezTo>
                    <a:pt x="208" y="154"/>
                    <a:pt x="208" y="153"/>
                    <a:pt x="209" y="152"/>
                  </a:cubicBezTo>
                  <a:cubicBezTo>
                    <a:pt x="209" y="152"/>
                    <a:pt x="212" y="152"/>
                    <a:pt x="213" y="152"/>
                  </a:cubicBezTo>
                  <a:cubicBezTo>
                    <a:pt x="213" y="152"/>
                    <a:pt x="215" y="152"/>
                    <a:pt x="216" y="152"/>
                  </a:cubicBezTo>
                  <a:cubicBezTo>
                    <a:pt x="216" y="153"/>
                    <a:pt x="216" y="154"/>
                    <a:pt x="217" y="154"/>
                  </a:cubicBezTo>
                  <a:cubicBezTo>
                    <a:pt x="217" y="155"/>
                    <a:pt x="219" y="154"/>
                    <a:pt x="219" y="154"/>
                  </a:cubicBezTo>
                  <a:cubicBezTo>
                    <a:pt x="220" y="154"/>
                    <a:pt x="221" y="153"/>
                    <a:pt x="222" y="153"/>
                  </a:cubicBezTo>
                  <a:cubicBezTo>
                    <a:pt x="222" y="152"/>
                    <a:pt x="223" y="151"/>
                    <a:pt x="223" y="151"/>
                  </a:cubicBezTo>
                  <a:cubicBezTo>
                    <a:pt x="223" y="150"/>
                    <a:pt x="222" y="148"/>
                    <a:pt x="222" y="147"/>
                  </a:cubicBezTo>
                  <a:cubicBezTo>
                    <a:pt x="221" y="146"/>
                    <a:pt x="219" y="145"/>
                    <a:pt x="218" y="144"/>
                  </a:cubicBezTo>
                  <a:cubicBezTo>
                    <a:pt x="217" y="144"/>
                    <a:pt x="215" y="145"/>
                    <a:pt x="214" y="145"/>
                  </a:cubicBezTo>
                  <a:cubicBezTo>
                    <a:pt x="213" y="145"/>
                    <a:pt x="210" y="146"/>
                    <a:pt x="208" y="145"/>
                  </a:cubicBezTo>
                  <a:cubicBezTo>
                    <a:pt x="208" y="145"/>
                    <a:pt x="206" y="144"/>
                    <a:pt x="206" y="143"/>
                  </a:cubicBezTo>
                  <a:cubicBezTo>
                    <a:pt x="205" y="142"/>
                    <a:pt x="205" y="141"/>
                    <a:pt x="205" y="140"/>
                  </a:cubicBezTo>
                  <a:cubicBezTo>
                    <a:pt x="205" y="139"/>
                    <a:pt x="206" y="137"/>
                    <a:pt x="207" y="136"/>
                  </a:cubicBezTo>
                  <a:cubicBezTo>
                    <a:pt x="207" y="136"/>
                    <a:pt x="209" y="135"/>
                    <a:pt x="210" y="135"/>
                  </a:cubicBezTo>
                  <a:cubicBezTo>
                    <a:pt x="211" y="135"/>
                    <a:pt x="213" y="136"/>
                    <a:pt x="214" y="136"/>
                  </a:cubicBezTo>
                  <a:cubicBezTo>
                    <a:pt x="215" y="135"/>
                    <a:pt x="217" y="134"/>
                    <a:pt x="217" y="134"/>
                  </a:cubicBezTo>
                  <a:cubicBezTo>
                    <a:pt x="218" y="134"/>
                    <a:pt x="220" y="135"/>
                    <a:pt x="221" y="135"/>
                  </a:cubicBezTo>
                  <a:cubicBezTo>
                    <a:pt x="222" y="135"/>
                    <a:pt x="224" y="135"/>
                    <a:pt x="225" y="135"/>
                  </a:cubicBezTo>
                  <a:cubicBezTo>
                    <a:pt x="225" y="134"/>
                    <a:pt x="226" y="133"/>
                    <a:pt x="226" y="132"/>
                  </a:cubicBezTo>
                  <a:cubicBezTo>
                    <a:pt x="225" y="131"/>
                    <a:pt x="224" y="131"/>
                    <a:pt x="224" y="130"/>
                  </a:cubicBezTo>
                  <a:cubicBezTo>
                    <a:pt x="223" y="130"/>
                    <a:pt x="221" y="130"/>
                    <a:pt x="220" y="130"/>
                  </a:cubicBezTo>
                  <a:cubicBezTo>
                    <a:pt x="219" y="130"/>
                    <a:pt x="218" y="131"/>
                    <a:pt x="217" y="131"/>
                  </a:cubicBezTo>
                  <a:cubicBezTo>
                    <a:pt x="217" y="131"/>
                    <a:pt x="215" y="131"/>
                    <a:pt x="214" y="130"/>
                  </a:cubicBezTo>
                  <a:cubicBezTo>
                    <a:pt x="214" y="130"/>
                    <a:pt x="214" y="128"/>
                    <a:pt x="214" y="128"/>
                  </a:cubicBezTo>
                  <a:cubicBezTo>
                    <a:pt x="215" y="127"/>
                    <a:pt x="216" y="126"/>
                    <a:pt x="217" y="126"/>
                  </a:cubicBezTo>
                  <a:cubicBezTo>
                    <a:pt x="218" y="125"/>
                    <a:pt x="220" y="124"/>
                    <a:pt x="221" y="124"/>
                  </a:cubicBezTo>
                  <a:cubicBezTo>
                    <a:pt x="222" y="124"/>
                    <a:pt x="224" y="125"/>
                    <a:pt x="225" y="126"/>
                  </a:cubicBezTo>
                  <a:cubicBezTo>
                    <a:pt x="226" y="126"/>
                    <a:pt x="227" y="127"/>
                    <a:pt x="228" y="127"/>
                  </a:cubicBezTo>
                  <a:cubicBezTo>
                    <a:pt x="229" y="128"/>
                    <a:pt x="230" y="128"/>
                    <a:pt x="230" y="129"/>
                  </a:cubicBezTo>
                  <a:cubicBezTo>
                    <a:pt x="231" y="129"/>
                    <a:pt x="231" y="132"/>
                    <a:pt x="232" y="132"/>
                  </a:cubicBezTo>
                  <a:cubicBezTo>
                    <a:pt x="233" y="132"/>
                    <a:pt x="234" y="131"/>
                    <a:pt x="234" y="131"/>
                  </a:cubicBezTo>
                  <a:cubicBezTo>
                    <a:pt x="235" y="130"/>
                    <a:pt x="236" y="128"/>
                    <a:pt x="237" y="127"/>
                  </a:cubicBezTo>
                  <a:cubicBezTo>
                    <a:pt x="238" y="127"/>
                    <a:pt x="239" y="126"/>
                    <a:pt x="240" y="126"/>
                  </a:cubicBezTo>
                  <a:cubicBezTo>
                    <a:pt x="241" y="126"/>
                    <a:pt x="243" y="125"/>
                    <a:pt x="244" y="125"/>
                  </a:cubicBezTo>
                  <a:cubicBezTo>
                    <a:pt x="246" y="124"/>
                    <a:pt x="247" y="122"/>
                    <a:pt x="249" y="122"/>
                  </a:cubicBezTo>
                  <a:cubicBezTo>
                    <a:pt x="249" y="122"/>
                    <a:pt x="251" y="122"/>
                    <a:pt x="251" y="123"/>
                  </a:cubicBezTo>
                  <a:cubicBezTo>
                    <a:pt x="252" y="123"/>
                    <a:pt x="252" y="124"/>
                    <a:pt x="252" y="125"/>
                  </a:cubicBezTo>
                  <a:cubicBezTo>
                    <a:pt x="252" y="126"/>
                    <a:pt x="251" y="127"/>
                    <a:pt x="251" y="128"/>
                  </a:cubicBezTo>
                  <a:cubicBezTo>
                    <a:pt x="251" y="129"/>
                    <a:pt x="251" y="130"/>
                    <a:pt x="252" y="131"/>
                  </a:cubicBezTo>
                  <a:cubicBezTo>
                    <a:pt x="252" y="132"/>
                    <a:pt x="254" y="133"/>
                    <a:pt x="255" y="132"/>
                  </a:cubicBezTo>
                  <a:cubicBezTo>
                    <a:pt x="256" y="132"/>
                    <a:pt x="256" y="129"/>
                    <a:pt x="256" y="128"/>
                  </a:cubicBezTo>
                  <a:cubicBezTo>
                    <a:pt x="256" y="127"/>
                    <a:pt x="255" y="126"/>
                    <a:pt x="255" y="125"/>
                  </a:cubicBezTo>
                  <a:cubicBezTo>
                    <a:pt x="255" y="124"/>
                    <a:pt x="255" y="122"/>
                    <a:pt x="256" y="121"/>
                  </a:cubicBezTo>
                  <a:cubicBezTo>
                    <a:pt x="257" y="121"/>
                    <a:pt x="258" y="121"/>
                    <a:pt x="259" y="120"/>
                  </a:cubicBezTo>
                  <a:cubicBezTo>
                    <a:pt x="260" y="120"/>
                    <a:pt x="262" y="119"/>
                    <a:pt x="263" y="118"/>
                  </a:cubicBezTo>
                  <a:cubicBezTo>
                    <a:pt x="263" y="117"/>
                    <a:pt x="263" y="116"/>
                    <a:pt x="264" y="115"/>
                  </a:cubicBezTo>
                  <a:cubicBezTo>
                    <a:pt x="264" y="115"/>
                    <a:pt x="266" y="114"/>
                    <a:pt x="267" y="114"/>
                  </a:cubicBezTo>
                  <a:cubicBezTo>
                    <a:pt x="268" y="114"/>
                    <a:pt x="270" y="115"/>
                    <a:pt x="271" y="115"/>
                  </a:cubicBezTo>
                  <a:cubicBezTo>
                    <a:pt x="272" y="115"/>
                    <a:pt x="274" y="117"/>
                    <a:pt x="275" y="116"/>
                  </a:cubicBezTo>
                  <a:cubicBezTo>
                    <a:pt x="276" y="116"/>
                    <a:pt x="279" y="114"/>
                    <a:pt x="280" y="113"/>
                  </a:cubicBezTo>
                  <a:cubicBezTo>
                    <a:pt x="280" y="113"/>
                    <a:pt x="281" y="111"/>
                    <a:pt x="282" y="110"/>
                  </a:cubicBezTo>
                  <a:cubicBezTo>
                    <a:pt x="282" y="109"/>
                    <a:pt x="282" y="107"/>
                    <a:pt x="282" y="106"/>
                  </a:cubicBezTo>
                  <a:cubicBezTo>
                    <a:pt x="281" y="105"/>
                    <a:pt x="281" y="102"/>
                    <a:pt x="280" y="101"/>
                  </a:cubicBezTo>
                  <a:cubicBezTo>
                    <a:pt x="279" y="100"/>
                    <a:pt x="277" y="99"/>
                    <a:pt x="276" y="98"/>
                  </a:cubicBezTo>
                  <a:cubicBezTo>
                    <a:pt x="275" y="98"/>
                    <a:pt x="274" y="96"/>
                    <a:pt x="274" y="96"/>
                  </a:cubicBezTo>
                  <a:cubicBezTo>
                    <a:pt x="273" y="96"/>
                    <a:pt x="272" y="96"/>
                    <a:pt x="272" y="96"/>
                  </a:cubicBezTo>
                  <a:cubicBezTo>
                    <a:pt x="271" y="97"/>
                    <a:pt x="270" y="97"/>
                    <a:pt x="270" y="98"/>
                  </a:cubicBezTo>
                  <a:cubicBezTo>
                    <a:pt x="269" y="98"/>
                    <a:pt x="267" y="100"/>
                    <a:pt x="266" y="100"/>
                  </a:cubicBezTo>
                  <a:cubicBezTo>
                    <a:pt x="265" y="100"/>
                    <a:pt x="263" y="99"/>
                    <a:pt x="262" y="99"/>
                  </a:cubicBezTo>
                  <a:cubicBezTo>
                    <a:pt x="262" y="98"/>
                    <a:pt x="260" y="97"/>
                    <a:pt x="259" y="97"/>
                  </a:cubicBezTo>
                  <a:cubicBezTo>
                    <a:pt x="258" y="97"/>
                    <a:pt x="256" y="96"/>
                    <a:pt x="255" y="96"/>
                  </a:cubicBezTo>
                  <a:cubicBezTo>
                    <a:pt x="254" y="96"/>
                    <a:pt x="251" y="97"/>
                    <a:pt x="251" y="97"/>
                  </a:cubicBezTo>
                  <a:cubicBezTo>
                    <a:pt x="250" y="98"/>
                    <a:pt x="249" y="100"/>
                    <a:pt x="249" y="101"/>
                  </a:cubicBezTo>
                  <a:cubicBezTo>
                    <a:pt x="248" y="101"/>
                    <a:pt x="247" y="102"/>
                    <a:pt x="246" y="103"/>
                  </a:cubicBezTo>
                  <a:cubicBezTo>
                    <a:pt x="246" y="104"/>
                    <a:pt x="245" y="107"/>
                    <a:pt x="244" y="107"/>
                  </a:cubicBezTo>
                  <a:cubicBezTo>
                    <a:pt x="243" y="107"/>
                    <a:pt x="241" y="106"/>
                    <a:pt x="241" y="106"/>
                  </a:cubicBezTo>
                  <a:cubicBezTo>
                    <a:pt x="240" y="105"/>
                    <a:pt x="239" y="103"/>
                    <a:pt x="239" y="101"/>
                  </a:cubicBezTo>
                  <a:cubicBezTo>
                    <a:pt x="239" y="100"/>
                    <a:pt x="242" y="98"/>
                    <a:pt x="243" y="97"/>
                  </a:cubicBezTo>
                  <a:cubicBezTo>
                    <a:pt x="243" y="96"/>
                    <a:pt x="243" y="93"/>
                    <a:pt x="243" y="92"/>
                  </a:cubicBezTo>
                  <a:cubicBezTo>
                    <a:pt x="244" y="90"/>
                    <a:pt x="246" y="88"/>
                    <a:pt x="247" y="87"/>
                  </a:cubicBezTo>
                  <a:cubicBezTo>
                    <a:pt x="247" y="86"/>
                    <a:pt x="249" y="85"/>
                    <a:pt x="249" y="85"/>
                  </a:cubicBezTo>
                  <a:cubicBezTo>
                    <a:pt x="250" y="85"/>
                    <a:pt x="252" y="85"/>
                    <a:pt x="252" y="86"/>
                  </a:cubicBezTo>
                  <a:cubicBezTo>
                    <a:pt x="252" y="87"/>
                    <a:pt x="252" y="88"/>
                    <a:pt x="252" y="89"/>
                  </a:cubicBezTo>
                  <a:cubicBezTo>
                    <a:pt x="253" y="89"/>
                    <a:pt x="254" y="90"/>
                    <a:pt x="254" y="89"/>
                  </a:cubicBezTo>
                  <a:cubicBezTo>
                    <a:pt x="255" y="89"/>
                    <a:pt x="256" y="88"/>
                    <a:pt x="257" y="87"/>
                  </a:cubicBezTo>
                  <a:cubicBezTo>
                    <a:pt x="257" y="86"/>
                    <a:pt x="258" y="84"/>
                    <a:pt x="258" y="83"/>
                  </a:cubicBezTo>
                  <a:cubicBezTo>
                    <a:pt x="259" y="82"/>
                    <a:pt x="258" y="80"/>
                    <a:pt x="259" y="79"/>
                  </a:cubicBezTo>
                  <a:cubicBezTo>
                    <a:pt x="259" y="79"/>
                    <a:pt x="261" y="79"/>
                    <a:pt x="262" y="79"/>
                  </a:cubicBezTo>
                  <a:cubicBezTo>
                    <a:pt x="263" y="80"/>
                    <a:pt x="264" y="82"/>
                    <a:pt x="264" y="83"/>
                  </a:cubicBezTo>
                  <a:cubicBezTo>
                    <a:pt x="264" y="84"/>
                    <a:pt x="263" y="86"/>
                    <a:pt x="263" y="87"/>
                  </a:cubicBezTo>
                  <a:cubicBezTo>
                    <a:pt x="262" y="87"/>
                    <a:pt x="260" y="88"/>
                    <a:pt x="260" y="89"/>
                  </a:cubicBezTo>
                  <a:cubicBezTo>
                    <a:pt x="260" y="90"/>
                    <a:pt x="259" y="91"/>
                    <a:pt x="259" y="92"/>
                  </a:cubicBezTo>
                  <a:cubicBezTo>
                    <a:pt x="260" y="92"/>
                    <a:pt x="261" y="94"/>
                    <a:pt x="261" y="94"/>
                  </a:cubicBezTo>
                  <a:cubicBezTo>
                    <a:pt x="262" y="94"/>
                    <a:pt x="264" y="94"/>
                    <a:pt x="265" y="94"/>
                  </a:cubicBezTo>
                  <a:cubicBezTo>
                    <a:pt x="266" y="93"/>
                    <a:pt x="267" y="92"/>
                    <a:pt x="268" y="91"/>
                  </a:cubicBezTo>
                  <a:cubicBezTo>
                    <a:pt x="269" y="91"/>
                    <a:pt x="271" y="92"/>
                    <a:pt x="272" y="91"/>
                  </a:cubicBezTo>
                  <a:cubicBezTo>
                    <a:pt x="273" y="91"/>
                    <a:pt x="275" y="89"/>
                    <a:pt x="276" y="88"/>
                  </a:cubicBezTo>
                  <a:cubicBezTo>
                    <a:pt x="277" y="88"/>
                    <a:pt x="278" y="88"/>
                    <a:pt x="279" y="87"/>
                  </a:cubicBezTo>
                  <a:cubicBezTo>
                    <a:pt x="279" y="87"/>
                    <a:pt x="279" y="84"/>
                    <a:pt x="279" y="83"/>
                  </a:cubicBezTo>
                  <a:cubicBezTo>
                    <a:pt x="279" y="82"/>
                    <a:pt x="278" y="81"/>
                    <a:pt x="277" y="80"/>
                  </a:cubicBezTo>
                  <a:cubicBezTo>
                    <a:pt x="277" y="79"/>
                    <a:pt x="277" y="77"/>
                    <a:pt x="277" y="76"/>
                  </a:cubicBezTo>
                  <a:cubicBezTo>
                    <a:pt x="277" y="74"/>
                    <a:pt x="277" y="70"/>
                    <a:pt x="277" y="68"/>
                  </a:cubicBezTo>
                  <a:cubicBezTo>
                    <a:pt x="277" y="67"/>
                    <a:pt x="278" y="65"/>
                    <a:pt x="278" y="65"/>
                  </a:cubicBezTo>
                  <a:cubicBezTo>
                    <a:pt x="279" y="64"/>
                    <a:pt x="282" y="64"/>
                    <a:pt x="283" y="64"/>
                  </a:cubicBezTo>
                  <a:cubicBezTo>
                    <a:pt x="284" y="64"/>
                    <a:pt x="285" y="65"/>
                    <a:pt x="286" y="65"/>
                  </a:cubicBezTo>
                  <a:cubicBezTo>
                    <a:pt x="286" y="66"/>
                    <a:pt x="287" y="68"/>
                    <a:pt x="287" y="69"/>
                  </a:cubicBezTo>
                  <a:cubicBezTo>
                    <a:pt x="288" y="70"/>
                    <a:pt x="287" y="71"/>
                    <a:pt x="287" y="72"/>
                  </a:cubicBezTo>
                  <a:cubicBezTo>
                    <a:pt x="287" y="73"/>
                    <a:pt x="286" y="75"/>
                    <a:pt x="286" y="76"/>
                  </a:cubicBezTo>
                  <a:cubicBezTo>
                    <a:pt x="286" y="77"/>
                    <a:pt x="288" y="77"/>
                    <a:pt x="288" y="78"/>
                  </a:cubicBezTo>
                  <a:cubicBezTo>
                    <a:pt x="288" y="78"/>
                    <a:pt x="289" y="80"/>
                    <a:pt x="289" y="81"/>
                  </a:cubicBezTo>
                  <a:cubicBezTo>
                    <a:pt x="289" y="82"/>
                    <a:pt x="289" y="85"/>
                    <a:pt x="289" y="86"/>
                  </a:cubicBezTo>
                  <a:cubicBezTo>
                    <a:pt x="289" y="87"/>
                    <a:pt x="290" y="89"/>
                    <a:pt x="289" y="91"/>
                  </a:cubicBezTo>
                  <a:cubicBezTo>
                    <a:pt x="289" y="92"/>
                    <a:pt x="288" y="93"/>
                    <a:pt x="287" y="94"/>
                  </a:cubicBezTo>
                  <a:cubicBezTo>
                    <a:pt x="287" y="95"/>
                    <a:pt x="286" y="96"/>
                    <a:pt x="285" y="97"/>
                  </a:cubicBezTo>
                  <a:cubicBezTo>
                    <a:pt x="285" y="98"/>
                    <a:pt x="285" y="99"/>
                    <a:pt x="285" y="100"/>
                  </a:cubicBezTo>
                  <a:cubicBezTo>
                    <a:pt x="285" y="101"/>
                    <a:pt x="286" y="103"/>
                    <a:pt x="287" y="104"/>
                  </a:cubicBezTo>
                  <a:cubicBezTo>
                    <a:pt x="288" y="105"/>
                    <a:pt x="290" y="105"/>
                    <a:pt x="292" y="106"/>
                  </a:cubicBezTo>
                  <a:cubicBezTo>
                    <a:pt x="292" y="107"/>
                    <a:pt x="294" y="108"/>
                    <a:pt x="294" y="108"/>
                  </a:cubicBezTo>
                  <a:cubicBezTo>
                    <a:pt x="295" y="110"/>
                    <a:pt x="297" y="114"/>
                    <a:pt x="297" y="116"/>
                  </a:cubicBezTo>
                  <a:cubicBezTo>
                    <a:pt x="297" y="117"/>
                    <a:pt x="295" y="120"/>
                    <a:pt x="295" y="121"/>
                  </a:cubicBezTo>
                  <a:cubicBezTo>
                    <a:pt x="295" y="122"/>
                    <a:pt x="296" y="124"/>
                    <a:pt x="297" y="125"/>
                  </a:cubicBezTo>
                  <a:cubicBezTo>
                    <a:pt x="298" y="126"/>
                    <a:pt x="299" y="126"/>
                    <a:pt x="300" y="127"/>
                  </a:cubicBezTo>
                  <a:cubicBezTo>
                    <a:pt x="301" y="128"/>
                    <a:pt x="302" y="130"/>
                    <a:pt x="303" y="131"/>
                  </a:cubicBezTo>
                  <a:cubicBezTo>
                    <a:pt x="303" y="132"/>
                    <a:pt x="305" y="134"/>
                    <a:pt x="306" y="135"/>
                  </a:cubicBezTo>
                  <a:cubicBezTo>
                    <a:pt x="307" y="136"/>
                    <a:pt x="308" y="137"/>
                    <a:pt x="309" y="137"/>
                  </a:cubicBezTo>
                  <a:cubicBezTo>
                    <a:pt x="310" y="137"/>
                    <a:pt x="311" y="137"/>
                    <a:pt x="312" y="137"/>
                  </a:cubicBezTo>
                  <a:cubicBezTo>
                    <a:pt x="313" y="137"/>
                    <a:pt x="313" y="135"/>
                    <a:pt x="313" y="134"/>
                  </a:cubicBezTo>
                  <a:cubicBezTo>
                    <a:pt x="313" y="133"/>
                    <a:pt x="312" y="131"/>
                    <a:pt x="311" y="130"/>
                  </a:cubicBezTo>
                  <a:cubicBezTo>
                    <a:pt x="310" y="129"/>
                    <a:pt x="309" y="128"/>
                    <a:pt x="308" y="127"/>
                  </a:cubicBezTo>
                  <a:cubicBezTo>
                    <a:pt x="307" y="126"/>
                    <a:pt x="304" y="126"/>
                    <a:pt x="304" y="125"/>
                  </a:cubicBezTo>
                  <a:cubicBezTo>
                    <a:pt x="303" y="125"/>
                    <a:pt x="301" y="123"/>
                    <a:pt x="301" y="122"/>
                  </a:cubicBezTo>
                  <a:cubicBezTo>
                    <a:pt x="301" y="121"/>
                    <a:pt x="301" y="118"/>
                    <a:pt x="301" y="117"/>
                  </a:cubicBezTo>
                  <a:cubicBezTo>
                    <a:pt x="301" y="115"/>
                    <a:pt x="302" y="113"/>
                    <a:pt x="301" y="111"/>
                  </a:cubicBezTo>
                  <a:cubicBezTo>
                    <a:pt x="301" y="110"/>
                    <a:pt x="300" y="109"/>
                    <a:pt x="300" y="108"/>
                  </a:cubicBezTo>
                  <a:cubicBezTo>
                    <a:pt x="300" y="108"/>
                    <a:pt x="301" y="107"/>
                    <a:pt x="301" y="107"/>
                  </a:cubicBezTo>
                  <a:cubicBezTo>
                    <a:pt x="302" y="107"/>
                    <a:pt x="303" y="107"/>
                    <a:pt x="303" y="108"/>
                  </a:cubicBezTo>
                  <a:cubicBezTo>
                    <a:pt x="304" y="108"/>
                    <a:pt x="305" y="110"/>
                    <a:pt x="306" y="111"/>
                  </a:cubicBezTo>
                  <a:cubicBezTo>
                    <a:pt x="306" y="112"/>
                    <a:pt x="306" y="115"/>
                    <a:pt x="306" y="116"/>
                  </a:cubicBezTo>
                  <a:cubicBezTo>
                    <a:pt x="307" y="117"/>
                    <a:pt x="309" y="120"/>
                    <a:pt x="310" y="121"/>
                  </a:cubicBezTo>
                  <a:cubicBezTo>
                    <a:pt x="311" y="121"/>
                    <a:pt x="312" y="121"/>
                    <a:pt x="313" y="121"/>
                  </a:cubicBezTo>
                  <a:cubicBezTo>
                    <a:pt x="313" y="120"/>
                    <a:pt x="313" y="119"/>
                    <a:pt x="313" y="118"/>
                  </a:cubicBezTo>
                  <a:cubicBezTo>
                    <a:pt x="313" y="117"/>
                    <a:pt x="313" y="115"/>
                    <a:pt x="312" y="115"/>
                  </a:cubicBezTo>
                  <a:cubicBezTo>
                    <a:pt x="312" y="114"/>
                    <a:pt x="309" y="113"/>
                    <a:pt x="309" y="113"/>
                  </a:cubicBezTo>
                  <a:cubicBezTo>
                    <a:pt x="309" y="113"/>
                    <a:pt x="308" y="111"/>
                    <a:pt x="308" y="110"/>
                  </a:cubicBezTo>
                  <a:cubicBezTo>
                    <a:pt x="308" y="110"/>
                    <a:pt x="309" y="109"/>
                    <a:pt x="310" y="109"/>
                  </a:cubicBezTo>
                  <a:cubicBezTo>
                    <a:pt x="310" y="108"/>
                    <a:pt x="311" y="108"/>
                    <a:pt x="311" y="109"/>
                  </a:cubicBezTo>
                  <a:cubicBezTo>
                    <a:pt x="312" y="109"/>
                    <a:pt x="313" y="110"/>
                    <a:pt x="314" y="111"/>
                  </a:cubicBezTo>
                  <a:cubicBezTo>
                    <a:pt x="314" y="111"/>
                    <a:pt x="314" y="113"/>
                    <a:pt x="315" y="112"/>
                  </a:cubicBezTo>
                  <a:cubicBezTo>
                    <a:pt x="315" y="112"/>
                    <a:pt x="316" y="111"/>
                    <a:pt x="316" y="111"/>
                  </a:cubicBezTo>
                  <a:cubicBezTo>
                    <a:pt x="316" y="110"/>
                    <a:pt x="316" y="107"/>
                    <a:pt x="316" y="106"/>
                  </a:cubicBezTo>
                  <a:cubicBezTo>
                    <a:pt x="315" y="105"/>
                    <a:pt x="314" y="103"/>
                    <a:pt x="313" y="102"/>
                  </a:cubicBezTo>
                  <a:cubicBezTo>
                    <a:pt x="313" y="102"/>
                    <a:pt x="312" y="101"/>
                    <a:pt x="311" y="100"/>
                  </a:cubicBezTo>
                  <a:cubicBezTo>
                    <a:pt x="311" y="100"/>
                    <a:pt x="310" y="99"/>
                    <a:pt x="310" y="98"/>
                  </a:cubicBezTo>
                  <a:cubicBezTo>
                    <a:pt x="309" y="97"/>
                    <a:pt x="310" y="95"/>
                    <a:pt x="310" y="94"/>
                  </a:cubicBezTo>
                  <a:cubicBezTo>
                    <a:pt x="311" y="94"/>
                    <a:pt x="314" y="93"/>
                    <a:pt x="315" y="93"/>
                  </a:cubicBezTo>
                  <a:cubicBezTo>
                    <a:pt x="315" y="93"/>
                    <a:pt x="317" y="93"/>
                    <a:pt x="317" y="94"/>
                  </a:cubicBezTo>
                  <a:cubicBezTo>
                    <a:pt x="318" y="94"/>
                    <a:pt x="319" y="96"/>
                    <a:pt x="319" y="96"/>
                  </a:cubicBezTo>
                  <a:cubicBezTo>
                    <a:pt x="321" y="97"/>
                    <a:pt x="323" y="98"/>
                    <a:pt x="325" y="98"/>
                  </a:cubicBezTo>
                  <a:cubicBezTo>
                    <a:pt x="325" y="98"/>
                    <a:pt x="327" y="97"/>
                    <a:pt x="327" y="97"/>
                  </a:cubicBezTo>
                  <a:cubicBezTo>
                    <a:pt x="328" y="96"/>
                    <a:pt x="327" y="94"/>
                    <a:pt x="327" y="93"/>
                  </a:cubicBezTo>
                  <a:cubicBezTo>
                    <a:pt x="326" y="92"/>
                    <a:pt x="325" y="91"/>
                    <a:pt x="324" y="91"/>
                  </a:cubicBezTo>
                  <a:cubicBezTo>
                    <a:pt x="323" y="90"/>
                    <a:pt x="320" y="90"/>
                    <a:pt x="319" y="90"/>
                  </a:cubicBezTo>
                  <a:cubicBezTo>
                    <a:pt x="318" y="90"/>
                    <a:pt x="317" y="88"/>
                    <a:pt x="316" y="88"/>
                  </a:cubicBezTo>
                  <a:cubicBezTo>
                    <a:pt x="316" y="87"/>
                    <a:pt x="314" y="86"/>
                    <a:pt x="313" y="86"/>
                  </a:cubicBezTo>
                  <a:cubicBezTo>
                    <a:pt x="312" y="86"/>
                    <a:pt x="311" y="86"/>
                    <a:pt x="310" y="87"/>
                  </a:cubicBezTo>
                  <a:cubicBezTo>
                    <a:pt x="310" y="87"/>
                    <a:pt x="309" y="89"/>
                    <a:pt x="308" y="90"/>
                  </a:cubicBezTo>
                  <a:cubicBezTo>
                    <a:pt x="308" y="91"/>
                    <a:pt x="307" y="92"/>
                    <a:pt x="306" y="92"/>
                  </a:cubicBezTo>
                  <a:cubicBezTo>
                    <a:pt x="305" y="92"/>
                    <a:pt x="304" y="90"/>
                    <a:pt x="304" y="89"/>
                  </a:cubicBezTo>
                  <a:cubicBezTo>
                    <a:pt x="303" y="88"/>
                    <a:pt x="303" y="86"/>
                    <a:pt x="303" y="85"/>
                  </a:cubicBezTo>
                  <a:cubicBezTo>
                    <a:pt x="303" y="84"/>
                    <a:pt x="304" y="83"/>
                    <a:pt x="305" y="82"/>
                  </a:cubicBezTo>
                  <a:cubicBezTo>
                    <a:pt x="306" y="81"/>
                    <a:pt x="310" y="81"/>
                    <a:pt x="311" y="80"/>
                  </a:cubicBezTo>
                  <a:cubicBezTo>
                    <a:pt x="312" y="80"/>
                    <a:pt x="313" y="77"/>
                    <a:pt x="313" y="77"/>
                  </a:cubicBezTo>
                  <a:cubicBezTo>
                    <a:pt x="314" y="76"/>
                    <a:pt x="317" y="78"/>
                    <a:pt x="318" y="77"/>
                  </a:cubicBezTo>
                  <a:cubicBezTo>
                    <a:pt x="318" y="76"/>
                    <a:pt x="318" y="75"/>
                    <a:pt x="318" y="74"/>
                  </a:cubicBezTo>
                  <a:cubicBezTo>
                    <a:pt x="317" y="73"/>
                    <a:pt x="315" y="72"/>
                    <a:pt x="314" y="71"/>
                  </a:cubicBezTo>
                  <a:cubicBezTo>
                    <a:pt x="313" y="71"/>
                    <a:pt x="312" y="69"/>
                    <a:pt x="311" y="69"/>
                  </a:cubicBezTo>
                  <a:cubicBezTo>
                    <a:pt x="310" y="69"/>
                    <a:pt x="307" y="69"/>
                    <a:pt x="306" y="70"/>
                  </a:cubicBezTo>
                  <a:cubicBezTo>
                    <a:pt x="305" y="70"/>
                    <a:pt x="304" y="72"/>
                    <a:pt x="304" y="73"/>
                  </a:cubicBezTo>
                  <a:cubicBezTo>
                    <a:pt x="303" y="74"/>
                    <a:pt x="300" y="74"/>
                    <a:pt x="299" y="74"/>
                  </a:cubicBezTo>
                  <a:cubicBezTo>
                    <a:pt x="298" y="74"/>
                    <a:pt x="296" y="73"/>
                    <a:pt x="295" y="72"/>
                  </a:cubicBezTo>
                  <a:cubicBezTo>
                    <a:pt x="295" y="71"/>
                    <a:pt x="295" y="70"/>
                    <a:pt x="296" y="69"/>
                  </a:cubicBezTo>
                  <a:cubicBezTo>
                    <a:pt x="296" y="68"/>
                    <a:pt x="298" y="68"/>
                    <a:pt x="299" y="68"/>
                  </a:cubicBezTo>
                  <a:cubicBezTo>
                    <a:pt x="300" y="67"/>
                    <a:pt x="302" y="66"/>
                    <a:pt x="303" y="65"/>
                  </a:cubicBezTo>
                  <a:cubicBezTo>
                    <a:pt x="303" y="64"/>
                    <a:pt x="303" y="61"/>
                    <a:pt x="302" y="60"/>
                  </a:cubicBezTo>
                  <a:cubicBezTo>
                    <a:pt x="302" y="60"/>
                    <a:pt x="301" y="59"/>
                    <a:pt x="300" y="58"/>
                  </a:cubicBezTo>
                  <a:cubicBezTo>
                    <a:pt x="299" y="58"/>
                    <a:pt x="297" y="59"/>
                    <a:pt x="297" y="59"/>
                  </a:cubicBezTo>
                  <a:cubicBezTo>
                    <a:pt x="296" y="59"/>
                    <a:pt x="294" y="59"/>
                    <a:pt x="293" y="58"/>
                  </a:cubicBezTo>
                  <a:cubicBezTo>
                    <a:pt x="292" y="58"/>
                    <a:pt x="290" y="57"/>
                    <a:pt x="289" y="57"/>
                  </a:cubicBezTo>
                  <a:cubicBezTo>
                    <a:pt x="289" y="56"/>
                    <a:pt x="289" y="54"/>
                    <a:pt x="290" y="54"/>
                  </a:cubicBezTo>
                  <a:cubicBezTo>
                    <a:pt x="290" y="53"/>
                    <a:pt x="293" y="52"/>
                    <a:pt x="294" y="52"/>
                  </a:cubicBezTo>
                  <a:cubicBezTo>
                    <a:pt x="295" y="52"/>
                    <a:pt x="297" y="54"/>
                    <a:pt x="298" y="54"/>
                  </a:cubicBezTo>
                  <a:cubicBezTo>
                    <a:pt x="300" y="54"/>
                    <a:pt x="302" y="54"/>
                    <a:pt x="303" y="54"/>
                  </a:cubicBezTo>
                  <a:cubicBezTo>
                    <a:pt x="305" y="55"/>
                    <a:pt x="307" y="56"/>
                    <a:pt x="308" y="57"/>
                  </a:cubicBezTo>
                  <a:cubicBezTo>
                    <a:pt x="309" y="57"/>
                    <a:pt x="310" y="60"/>
                    <a:pt x="311" y="60"/>
                  </a:cubicBezTo>
                  <a:cubicBezTo>
                    <a:pt x="312" y="61"/>
                    <a:pt x="313" y="62"/>
                    <a:pt x="314" y="62"/>
                  </a:cubicBezTo>
                  <a:cubicBezTo>
                    <a:pt x="315" y="63"/>
                    <a:pt x="316" y="65"/>
                    <a:pt x="317" y="66"/>
                  </a:cubicBezTo>
                  <a:cubicBezTo>
                    <a:pt x="317" y="66"/>
                    <a:pt x="318" y="68"/>
                    <a:pt x="318" y="68"/>
                  </a:cubicBezTo>
                  <a:cubicBezTo>
                    <a:pt x="318" y="69"/>
                    <a:pt x="319" y="71"/>
                    <a:pt x="319" y="72"/>
                  </a:cubicBezTo>
                  <a:cubicBezTo>
                    <a:pt x="320" y="73"/>
                    <a:pt x="321" y="73"/>
                    <a:pt x="322" y="74"/>
                  </a:cubicBezTo>
                  <a:cubicBezTo>
                    <a:pt x="323" y="74"/>
                    <a:pt x="324" y="76"/>
                    <a:pt x="325" y="77"/>
                  </a:cubicBezTo>
                  <a:cubicBezTo>
                    <a:pt x="325" y="77"/>
                    <a:pt x="326" y="78"/>
                    <a:pt x="327" y="79"/>
                  </a:cubicBezTo>
                  <a:cubicBezTo>
                    <a:pt x="328" y="79"/>
                    <a:pt x="330" y="80"/>
                    <a:pt x="330" y="80"/>
                  </a:cubicBezTo>
                  <a:cubicBezTo>
                    <a:pt x="331" y="79"/>
                    <a:pt x="331" y="77"/>
                    <a:pt x="331" y="76"/>
                  </a:cubicBezTo>
                  <a:cubicBezTo>
                    <a:pt x="330" y="75"/>
                    <a:pt x="329" y="72"/>
                    <a:pt x="328" y="71"/>
                  </a:cubicBezTo>
                  <a:cubicBezTo>
                    <a:pt x="327" y="70"/>
                    <a:pt x="325" y="69"/>
                    <a:pt x="324" y="68"/>
                  </a:cubicBezTo>
                  <a:cubicBezTo>
                    <a:pt x="324" y="68"/>
                    <a:pt x="322" y="67"/>
                    <a:pt x="322" y="66"/>
                  </a:cubicBezTo>
                  <a:cubicBezTo>
                    <a:pt x="321" y="65"/>
                    <a:pt x="321" y="61"/>
                    <a:pt x="321" y="60"/>
                  </a:cubicBezTo>
                  <a:cubicBezTo>
                    <a:pt x="320" y="59"/>
                    <a:pt x="319" y="57"/>
                    <a:pt x="318" y="56"/>
                  </a:cubicBezTo>
                  <a:cubicBezTo>
                    <a:pt x="317" y="56"/>
                    <a:pt x="315" y="55"/>
                    <a:pt x="315" y="55"/>
                  </a:cubicBezTo>
                  <a:cubicBezTo>
                    <a:pt x="314" y="54"/>
                    <a:pt x="313" y="53"/>
                    <a:pt x="312" y="52"/>
                  </a:cubicBezTo>
                  <a:cubicBezTo>
                    <a:pt x="311" y="52"/>
                    <a:pt x="310" y="50"/>
                    <a:pt x="310" y="50"/>
                  </a:cubicBezTo>
                  <a:cubicBezTo>
                    <a:pt x="309" y="50"/>
                    <a:pt x="306" y="50"/>
                    <a:pt x="305" y="50"/>
                  </a:cubicBezTo>
                  <a:cubicBezTo>
                    <a:pt x="304" y="50"/>
                    <a:pt x="303" y="50"/>
                    <a:pt x="302" y="49"/>
                  </a:cubicBezTo>
                  <a:cubicBezTo>
                    <a:pt x="301" y="49"/>
                    <a:pt x="299" y="48"/>
                    <a:pt x="299" y="47"/>
                  </a:cubicBezTo>
                  <a:cubicBezTo>
                    <a:pt x="299" y="46"/>
                    <a:pt x="301" y="44"/>
                    <a:pt x="301" y="43"/>
                  </a:cubicBezTo>
                  <a:cubicBezTo>
                    <a:pt x="302" y="42"/>
                    <a:pt x="304" y="42"/>
                    <a:pt x="305" y="42"/>
                  </a:cubicBezTo>
                  <a:cubicBezTo>
                    <a:pt x="307" y="41"/>
                    <a:pt x="310" y="42"/>
                    <a:pt x="311" y="42"/>
                  </a:cubicBezTo>
                  <a:cubicBezTo>
                    <a:pt x="312" y="41"/>
                    <a:pt x="312" y="38"/>
                    <a:pt x="313" y="38"/>
                  </a:cubicBezTo>
                  <a:cubicBezTo>
                    <a:pt x="314" y="36"/>
                    <a:pt x="318" y="36"/>
                    <a:pt x="320" y="36"/>
                  </a:cubicBezTo>
                  <a:cubicBezTo>
                    <a:pt x="321" y="36"/>
                    <a:pt x="323" y="36"/>
                    <a:pt x="324" y="36"/>
                  </a:cubicBezTo>
                  <a:cubicBezTo>
                    <a:pt x="326" y="37"/>
                    <a:pt x="330" y="37"/>
                    <a:pt x="332" y="38"/>
                  </a:cubicBezTo>
                  <a:cubicBezTo>
                    <a:pt x="332" y="39"/>
                    <a:pt x="333" y="40"/>
                    <a:pt x="334" y="41"/>
                  </a:cubicBezTo>
                  <a:cubicBezTo>
                    <a:pt x="335" y="42"/>
                    <a:pt x="336" y="42"/>
                    <a:pt x="337" y="42"/>
                  </a:cubicBezTo>
                  <a:cubicBezTo>
                    <a:pt x="338" y="43"/>
                    <a:pt x="338" y="45"/>
                    <a:pt x="339" y="45"/>
                  </a:cubicBezTo>
                  <a:cubicBezTo>
                    <a:pt x="340" y="46"/>
                    <a:pt x="342" y="46"/>
                    <a:pt x="344" y="45"/>
                  </a:cubicBezTo>
                  <a:cubicBezTo>
                    <a:pt x="345" y="45"/>
                    <a:pt x="346" y="43"/>
                    <a:pt x="347" y="42"/>
                  </a:cubicBezTo>
                  <a:cubicBezTo>
                    <a:pt x="348" y="41"/>
                    <a:pt x="350" y="40"/>
                    <a:pt x="351" y="40"/>
                  </a:cubicBezTo>
                  <a:cubicBezTo>
                    <a:pt x="352" y="40"/>
                    <a:pt x="355" y="40"/>
                    <a:pt x="355" y="41"/>
                  </a:cubicBezTo>
                  <a:cubicBezTo>
                    <a:pt x="356" y="42"/>
                    <a:pt x="357" y="44"/>
                    <a:pt x="357" y="45"/>
                  </a:cubicBezTo>
                  <a:cubicBezTo>
                    <a:pt x="357" y="46"/>
                    <a:pt x="357" y="49"/>
                    <a:pt x="357" y="50"/>
                  </a:cubicBezTo>
                  <a:cubicBezTo>
                    <a:pt x="358" y="52"/>
                    <a:pt x="359" y="55"/>
                    <a:pt x="361" y="56"/>
                  </a:cubicBezTo>
                  <a:cubicBezTo>
                    <a:pt x="361" y="57"/>
                    <a:pt x="363" y="56"/>
                    <a:pt x="364" y="57"/>
                  </a:cubicBezTo>
                  <a:cubicBezTo>
                    <a:pt x="365" y="57"/>
                    <a:pt x="366" y="59"/>
                    <a:pt x="366" y="59"/>
                  </a:cubicBezTo>
                  <a:cubicBezTo>
                    <a:pt x="367" y="60"/>
                    <a:pt x="367" y="62"/>
                    <a:pt x="367" y="63"/>
                  </a:cubicBezTo>
                  <a:cubicBezTo>
                    <a:pt x="367" y="64"/>
                    <a:pt x="366" y="65"/>
                    <a:pt x="366" y="66"/>
                  </a:cubicBezTo>
                  <a:cubicBezTo>
                    <a:pt x="366" y="67"/>
                    <a:pt x="367" y="69"/>
                    <a:pt x="367" y="69"/>
                  </a:cubicBezTo>
                  <a:cubicBezTo>
                    <a:pt x="368" y="70"/>
                    <a:pt x="369" y="69"/>
                    <a:pt x="370" y="69"/>
                  </a:cubicBezTo>
                  <a:cubicBezTo>
                    <a:pt x="371" y="68"/>
                    <a:pt x="371" y="66"/>
                    <a:pt x="372" y="65"/>
                  </a:cubicBezTo>
                  <a:cubicBezTo>
                    <a:pt x="372" y="64"/>
                    <a:pt x="372" y="61"/>
                    <a:pt x="372" y="60"/>
                  </a:cubicBezTo>
                  <a:cubicBezTo>
                    <a:pt x="372" y="58"/>
                    <a:pt x="371" y="56"/>
                    <a:pt x="370" y="55"/>
                  </a:cubicBezTo>
                  <a:cubicBezTo>
                    <a:pt x="369" y="54"/>
                    <a:pt x="367" y="53"/>
                    <a:pt x="366" y="52"/>
                  </a:cubicBezTo>
                  <a:cubicBezTo>
                    <a:pt x="365" y="51"/>
                    <a:pt x="363" y="50"/>
                    <a:pt x="362" y="49"/>
                  </a:cubicBezTo>
                  <a:cubicBezTo>
                    <a:pt x="362" y="48"/>
                    <a:pt x="361" y="45"/>
                    <a:pt x="361" y="44"/>
                  </a:cubicBezTo>
                  <a:cubicBezTo>
                    <a:pt x="361" y="43"/>
                    <a:pt x="362" y="42"/>
                    <a:pt x="362" y="41"/>
                  </a:cubicBezTo>
                  <a:cubicBezTo>
                    <a:pt x="363" y="40"/>
                    <a:pt x="364" y="38"/>
                    <a:pt x="364" y="37"/>
                  </a:cubicBezTo>
                  <a:cubicBezTo>
                    <a:pt x="365" y="37"/>
                    <a:pt x="366" y="36"/>
                    <a:pt x="367" y="35"/>
                  </a:cubicBezTo>
                  <a:cubicBezTo>
                    <a:pt x="368" y="35"/>
                    <a:pt x="369" y="35"/>
                    <a:pt x="370" y="35"/>
                  </a:cubicBezTo>
                  <a:cubicBezTo>
                    <a:pt x="370" y="36"/>
                    <a:pt x="371" y="36"/>
                    <a:pt x="371" y="36"/>
                  </a:cubicBezTo>
                  <a:cubicBezTo>
                    <a:pt x="372" y="37"/>
                    <a:pt x="373" y="39"/>
                    <a:pt x="374" y="39"/>
                  </a:cubicBezTo>
                  <a:cubicBezTo>
                    <a:pt x="374" y="40"/>
                    <a:pt x="374" y="42"/>
                    <a:pt x="375" y="42"/>
                  </a:cubicBezTo>
                  <a:cubicBezTo>
                    <a:pt x="376" y="43"/>
                    <a:pt x="377" y="43"/>
                    <a:pt x="378" y="43"/>
                  </a:cubicBezTo>
                  <a:cubicBezTo>
                    <a:pt x="379" y="42"/>
                    <a:pt x="379" y="39"/>
                    <a:pt x="379" y="38"/>
                  </a:cubicBezTo>
                  <a:cubicBezTo>
                    <a:pt x="379" y="37"/>
                    <a:pt x="377" y="36"/>
                    <a:pt x="377" y="35"/>
                  </a:cubicBezTo>
                  <a:cubicBezTo>
                    <a:pt x="376" y="34"/>
                    <a:pt x="376" y="32"/>
                    <a:pt x="376" y="31"/>
                  </a:cubicBezTo>
                  <a:cubicBezTo>
                    <a:pt x="377" y="30"/>
                    <a:pt x="380" y="30"/>
                    <a:pt x="381" y="30"/>
                  </a:cubicBezTo>
                  <a:cubicBezTo>
                    <a:pt x="382" y="30"/>
                    <a:pt x="384" y="30"/>
                    <a:pt x="384" y="31"/>
                  </a:cubicBezTo>
                  <a:cubicBezTo>
                    <a:pt x="386" y="31"/>
                    <a:pt x="388" y="33"/>
                    <a:pt x="389" y="34"/>
                  </a:cubicBezTo>
                  <a:cubicBezTo>
                    <a:pt x="389" y="35"/>
                    <a:pt x="390" y="37"/>
                    <a:pt x="390" y="37"/>
                  </a:cubicBezTo>
                  <a:cubicBezTo>
                    <a:pt x="391" y="38"/>
                    <a:pt x="394" y="39"/>
                    <a:pt x="395" y="39"/>
                  </a:cubicBezTo>
                  <a:cubicBezTo>
                    <a:pt x="396" y="39"/>
                    <a:pt x="398" y="40"/>
                    <a:pt x="398" y="39"/>
                  </a:cubicBezTo>
                  <a:cubicBezTo>
                    <a:pt x="399" y="39"/>
                    <a:pt x="399" y="38"/>
                    <a:pt x="399" y="37"/>
                  </a:cubicBezTo>
                  <a:cubicBezTo>
                    <a:pt x="399" y="36"/>
                    <a:pt x="397" y="34"/>
                    <a:pt x="397" y="33"/>
                  </a:cubicBezTo>
                  <a:cubicBezTo>
                    <a:pt x="396" y="33"/>
                    <a:pt x="393" y="32"/>
                    <a:pt x="393" y="32"/>
                  </a:cubicBezTo>
                  <a:cubicBezTo>
                    <a:pt x="392" y="31"/>
                    <a:pt x="391" y="29"/>
                    <a:pt x="391" y="28"/>
                  </a:cubicBezTo>
                  <a:cubicBezTo>
                    <a:pt x="390" y="27"/>
                    <a:pt x="389" y="25"/>
                    <a:pt x="388" y="25"/>
                  </a:cubicBezTo>
                  <a:cubicBezTo>
                    <a:pt x="387" y="24"/>
                    <a:pt x="386" y="24"/>
                    <a:pt x="385" y="24"/>
                  </a:cubicBezTo>
                  <a:cubicBezTo>
                    <a:pt x="384" y="24"/>
                    <a:pt x="383" y="26"/>
                    <a:pt x="383" y="26"/>
                  </a:cubicBezTo>
                  <a:cubicBezTo>
                    <a:pt x="382" y="26"/>
                    <a:pt x="380" y="26"/>
                    <a:pt x="380" y="25"/>
                  </a:cubicBezTo>
                  <a:cubicBezTo>
                    <a:pt x="379" y="25"/>
                    <a:pt x="378" y="23"/>
                    <a:pt x="378" y="22"/>
                  </a:cubicBezTo>
                  <a:cubicBezTo>
                    <a:pt x="378" y="21"/>
                    <a:pt x="379" y="20"/>
                    <a:pt x="379" y="19"/>
                  </a:cubicBezTo>
                  <a:cubicBezTo>
                    <a:pt x="379" y="19"/>
                    <a:pt x="378" y="18"/>
                    <a:pt x="377" y="17"/>
                  </a:cubicBezTo>
                  <a:cubicBezTo>
                    <a:pt x="376" y="17"/>
                    <a:pt x="373" y="17"/>
                    <a:pt x="372" y="17"/>
                  </a:cubicBezTo>
                  <a:cubicBezTo>
                    <a:pt x="371" y="18"/>
                    <a:pt x="370" y="19"/>
                    <a:pt x="369" y="19"/>
                  </a:cubicBezTo>
                  <a:cubicBezTo>
                    <a:pt x="368" y="20"/>
                    <a:pt x="366" y="21"/>
                    <a:pt x="365" y="22"/>
                  </a:cubicBezTo>
                  <a:cubicBezTo>
                    <a:pt x="365" y="23"/>
                    <a:pt x="365" y="25"/>
                    <a:pt x="364" y="26"/>
                  </a:cubicBezTo>
                  <a:cubicBezTo>
                    <a:pt x="363" y="27"/>
                    <a:pt x="362" y="29"/>
                    <a:pt x="361" y="29"/>
                  </a:cubicBezTo>
                  <a:cubicBezTo>
                    <a:pt x="360" y="30"/>
                    <a:pt x="357" y="30"/>
                    <a:pt x="356" y="30"/>
                  </a:cubicBezTo>
                  <a:cubicBezTo>
                    <a:pt x="355" y="30"/>
                    <a:pt x="352" y="30"/>
                    <a:pt x="351" y="29"/>
                  </a:cubicBezTo>
                  <a:cubicBezTo>
                    <a:pt x="350" y="28"/>
                    <a:pt x="349" y="26"/>
                    <a:pt x="350" y="25"/>
                  </a:cubicBezTo>
                  <a:cubicBezTo>
                    <a:pt x="350" y="24"/>
                    <a:pt x="352" y="24"/>
                    <a:pt x="352" y="23"/>
                  </a:cubicBezTo>
                  <a:cubicBezTo>
                    <a:pt x="352" y="22"/>
                    <a:pt x="351" y="20"/>
                    <a:pt x="350" y="20"/>
                  </a:cubicBezTo>
                  <a:cubicBezTo>
                    <a:pt x="349" y="19"/>
                    <a:pt x="347" y="19"/>
                    <a:pt x="347" y="19"/>
                  </a:cubicBezTo>
                  <a:cubicBezTo>
                    <a:pt x="346" y="19"/>
                    <a:pt x="344" y="20"/>
                    <a:pt x="343" y="21"/>
                  </a:cubicBezTo>
                  <a:cubicBezTo>
                    <a:pt x="343" y="22"/>
                    <a:pt x="342" y="24"/>
                    <a:pt x="342" y="25"/>
                  </a:cubicBezTo>
                  <a:cubicBezTo>
                    <a:pt x="341" y="26"/>
                    <a:pt x="340" y="27"/>
                    <a:pt x="339" y="27"/>
                  </a:cubicBezTo>
                  <a:cubicBezTo>
                    <a:pt x="338" y="28"/>
                    <a:pt x="336" y="29"/>
                    <a:pt x="334" y="29"/>
                  </a:cubicBezTo>
                  <a:cubicBezTo>
                    <a:pt x="333" y="30"/>
                    <a:pt x="329" y="31"/>
                    <a:pt x="328" y="31"/>
                  </a:cubicBezTo>
                  <a:cubicBezTo>
                    <a:pt x="326" y="31"/>
                    <a:pt x="322" y="30"/>
                    <a:pt x="320" y="29"/>
                  </a:cubicBezTo>
                  <a:cubicBezTo>
                    <a:pt x="319" y="29"/>
                    <a:pt x="316" y="28"/>
                    <a:pt x="315" y="27"/>
                  </a:cubicBezTo>
                  <a:cubicBezTo>
                    <a:pt x="315" y="26"/>
                    <a:pt x="315" y="24"/>
                    <a:pt x="314" y="23"/>
                  </a:cubicBezTo>
                  <a:cubicBezTo>
                    <a:pt x="314" y="21"/>
                    <a:pt x="313" y="19"/>
                    <a:pt x="313" y="17"/>
                  </a:cubicBezTo>
                  <a:cubicBezTo>
                    <a:pt x="313" y="17"/>
                    <a:pt x="314" y="15"/>
                    <a:pt x="314" y="15"/>
                  </a:cubicBezTo>
                  <a:cubicBezTo>
                    <a:pt x="315" y="14"/>
                    <a:pt x="316" y="14"/>
                    <a:pt x="317" y="15"/>
                  </a:cubicBezTo>
                  <a:cubicBezTo>
                    <a:pt x="318" y="15"/>
                    <a:pt x="319" y="16"/>
                    <a:pt x="319" y="16"/>
                  </a:cubicBezTo>
                  <a:cubicBezTo>
                    <a:pt x="321" y="17"/>
                    <a:pt x="325" y="17"/>
                    <a:pt x="327" y="16"/>
                  </a:cubicBezTo>
                  <a:cubicBezTo>
                    <a:pt x="329" y="16"/>
                    <a:pt x="332" y="13"/>
                    <a:pt x="333" y="12"/>
                  </a:cubicBezTo>
                  <a:cubicBezTo>
                    <a:pt x="334" y="11"/>
                    <a:pt x="337" y="9"/>
                    <a:pt x="339" y="8"/>
                  </a:cubicBezTo>
                  <a:cubicBezTo>
                    <a:pt x="340" y="8"/>
                    <a:pt x="343" y="8"/>
                    <a:pt x="345" y="8"/>
                  </a:cubicBezTo>
                  <a:cubicBezTo>
                    <a:pt x="347" y="8"/>
                    <a:pt x="350" y="9"/>
                    <a:pt x="353" y="9"/>
                  </a:cubicBezTo>
                  <a:cubicBezTo>
                    <a:pt x="355" y="9"/>
                    <a:pt x="359" y="9"/>
                    <a:pt x="361" y="8"/>
                  </a:cubicBezTo>
                  <a:cubicBezTo>
                    <a:pt x="363" y="8"/>
                    <a:pt x="367" y="5"/>
                    <a:pt x="369" y="5"/>
                  </a:cubicBezTo>
                  <a:cubicBezTo>
                    <a:pt x="370" y="4"/>
                    <a:pt x="373" y="4"/>
                    <a:pt x="374" y="4"/>
                  </a:cubicBezTo>
                  <a:cubicBezTo>
                    <a:pt x="377" y="4"/>
                    <a:pt x="381" y="4"/>
                    <a:pt x="384" y="4"/>
                  </a:cubicBezTo>
                  <a:cubicBezTo>
                    <a:pt x="385" y="3"/>
                    <a:pt x="389" y="1"/>
                    <a:pt x="391" y="1"/>
                  </a:cubicBezTo>
                  <a:cubicBezTo>
                    <a:pt x="393" y="0"/>
                    <a:pt x="399" y="1"/>
                    <a:pt x="402" y="1"/>
                  </a:cubicBezTo>
                  <a:cubicBezTo>
                    <a:pt x="403" y="1"/>
                    <a:pt x="406" y="1"/>
                    <a:pt x="408" y="2"/>
                  </a:cubicBezTo>
                  <a:cubicBezTo>
                    <a:pt x="410" y="3"/>
                    <a:pt x="413" y="7"/>
                    <a:pt x="414" y="9"/>
                  </a:cubicBezTo>
                  <a:cubicBezTo>
                    <a:pt x="415" y="10"/>
                    <a:pt x="416" y="12"/>
                    <a:pt x="417" y="14"/>
                  </a:cubicBezTo>
                  <a:cubicBezTo>
                    <a:pt x="416" y="14"/>
                    <a:pt x="416" y="15"/>
                    <a:pt x="416" y="15"/>
                  </a:cubicBezTo>
                  <a:cubicBezTo>
                    <a:pt x="415" y="18"/>
                    <a:pt x="416" y="22"/>
                    <a:pt x="415" y="25"/>
                  </a:cubicBezTo>
                  <a:cubicBezTo>
                    <a:pt x="415" y="27"/>
                    <a:pt x="414" y="31"/>
                    <a:pt x="414" y="33"/>
                  </a:cubicBezTo>
                  <a:cubicBezTo>
                    <a:pt x="414" y="36"/>
                    <a:pt x="416" y="42"/>
                    <a:pt x="417" y="45"/>
                  </a:cubicBezTo>
                  <a:cubicBezTo>
                    <a:pt x="418" y="49"/>
                    <a:pt x="421" y="57"/>
                    <a:pt x="421" y="60"/>
                  </a:cubicBezTo>
                  <a:cubicBezTo>
                    <a:pt x="422" y="64"/>
                    <a:pt x="421" y="71"/>
                    <a:pt x="420" y="74"/>
                  </a:cubicBezTo>
                  <a:cubicBezTo>
                    <a:pt x="419" y="77"/>
                    <a:pt x="417" y="81"/>
                    <a:pt x="415" y="84"/>
                  </a:cubicBezTo>
                  <a:cubicBezTo>
                    <a:pt x="415" y="86"/>
                    <a:pt x="413" y="90"/>
                    <a:pt x="412" y="92"/>
                  </a:cubicBezTo>
                  <a:cubicBezTo>
                    <a:pt x="412" y="94"/>
                    <a:pt x="410" y="98"/>
                    <a:pt x="409" y="101"/>
                  </a:cubicBezTo>
                  <a:cubicBezTo>
                    <a:pt x="409" y="102"/>
                    <a:pt x="408" y="106"/>
                    <a:pt x="407" y="107"/>
                  </a:cubicBezTo>
                  <a:cubicBezTo>
                    <a:pt x="406" y="108"/>
                    <a:pt x="405" y="109"/>
                    <a:pt x="404" y="109"/>
                  </a:cubicBezTo>
                  <a:cubicBezTo>
                    <a:pt x="403" y="109"/>
                    <a:pt x="400" y="107"/>
                    <a:pt x="399" y="106"/>
                  </a:cubicBezTo>
                  <a:cubicBezTo>
                    <a:pt x="397" y="105"/>
                    <a:pt x="392" y="103"/>
                    <a:pt x="390" y="102"/>
                  </a:cubicBezTo>
                  <a:cubicBezTo>
                    <a:pt x="389" y="101"/>
                    <a:pt x="387" y="98"/>
                    <a:pt x="385" y="97"/>
                  </a:cubicBezTo>
                  <a:cubicBezTo>
                    <a:pt x="384" y="97"/>
                    <a:pt x="382" y="95"/>
                    <a:pt x="381" y="95"/>
                  </a:cubicBezTo>
                  <a:cubicBezTo>
                    <a:pt x="379" y="94"/>
                    <a:pt x="376" y="93"/>
                    <a:pt x="375" y="93"/>
                  </a:cubicBezTo>
                  <a:cubicBezTo>
                    <a:pt x="373" y="92"/>
                    <a:pt x="371" y="92"/>
                    <a:pt x="369" y="92"/>
                  </a:cubicBezTo>
                  <a:cubicBezTo>
                    <a:pt x="368" y="92"/>
                    <a:pt x="365" y="92"/>
                    <a:pt x="364" y="93"/>
                  </a:cubicBezTo>
                  <a:cubicBezTo>
                    <a:pt x="362" y="94"/>
                    <a:pt x="359" y="96"/>
                    <a:pt x="358" y="98"/>
                  </a:cubicBezTo>
                  <a:cubicBezTo>
                    <a:pt x="356" y="99"/>
                    <a:pt x="354" y="103"/>
                    <a:pt x="353" y="105"/>
                  </a:cubicBezTo>
                  <a:cubicBezTo>
                    <a:pt x="352" y="105"/>
                    <a:pt x="351" y="107"/>
                    <a:pt x="350" y="108"/>
                  </a:cubicBezTo>
                  <a:cubicBezTo>
                    <a:pt x="348" y="109"/>
                    <a:pt x="343" y="113"/>
                    <a:pt x="341" y="114"/>
                  </a:cubicBezTo>
                  <a:cubicBezTo>
                    <a:pt x="340" y="115"/>
                    <a:pt x="337" y="118"/>
                    <a:pt x="335" y="119"/>
                  </a:cubicBezTo>
                  <a:cubicBezTo>
                    <a:pt x="334" y="120"/>
                    <a:pt x="331" y="124"/>
                    <a:pt x="330" y="126"/>
                  </a:cubicBezTo>
                  <a:cubicBezTo>
                    <a:pt x="329" y="129"/>
                    <a:pt x="328" y="136"/>
                    <a:pt x="328" y="140"/>
                  </a:cubicBezTo>
                  <a:cubicBezTo>
                    <a:pt x="327" y="143"/>
                    <a:pt x="327" y="149"/>
                    <a:pt x="326" y="152"/>
                  </a:cubicBezTo>
                  <a:cubicBezTo>
                    <a:pt x="325" y="155"/>
                    <a:pt x="323" y="160"/>
                    <a:pt x="322" y="162"/>
                  </a:cubicBezTo>
                  <a:cubicBezTo>
                    <a:pt x="320" y="164"/>
                    <a:pt x="318" y="169"/>
                    <a:pt x="317" y="171"/>
                  </a:cubicBezTo>
                  <a:cubicBezTo>
                    <a:pt x="316" y="173"/>
                    <a:pt x="314" y="177"/>
                    <a:pt x="313" y="179"/>
                  </a:cubicBezTo>
                  <a:cubicBezTo>
                    <a:pt x="312" y="181"/>
                    <a:pt x="310" y="184"/>
                    <a:pt x="308" y="185"/>
                  </a:cubicBezTo>
                  <a:cubicBezTo>
                    <a:pt x="307" y="186"/>
                    <a:pt x="304" y="187"/>
                    <a:pt x="302" y="188"/>
                  </a:cubicBezTo>
                  <a:cubicBezTo>
                    <a:pt x="301" y="189"/>
                    <a:pt x="299" y="192"/>
                    <a:pt x="298" y="193"/>
                  </a:cubicBezTo>
                  <a:cubicBezTo>
                    <a:pt x="298" y="194"/>
                    <a:pt x="296" y="197"/>
                    <a:pt x="295" y="198"/>
                  </a:cubicBezTo>
                  <a:cubicBezTo>
                    <a:pt x="295" y="200"/>
                    <a:pt x="293" y="202"/>
                    <a:pt x="292" y="204"/>
                  </a:cubicBezTo>
                  <a:cubicBezTo>
                    <a:pt x="292" y="206"/>
                    <a:pt x="293" y="211"/>
                    <a:pt x="293" y="213"/>
                  </a:cubicBezTo>
                  <a:cubicBezTo>
                    <a:pt x="294" y="216"/>
                    <a:pt x="298" y="219"/>
                    <a:pt x="299" y="221"/>
                  </a:cubicBezTo>
                  <a:cubicBezTo>
                    <a:pt x="301" y="223"/>
                    <a:pt x="306" y="228"/>
                    <a:pt x="307" y="230"/>
                  </a:cubicBezTo>
                  <a:cubicBezTo>
                    <a:pt x="308" y="232"/>
                    <a:pt x="310" y="237"/>
                    <a:pt x="310" y="239"/>
                  </a:cubicBezTo>
                  <a:cubicBezTo>
                    <a:pt x="311" y="241"/>
                    <a:pt x="311" y="246"/>
                    <a:pt x="311" y="248"/>
                  </a:cubicBezTo>
                  <a:cubicBezTo>
                    <a:pt x="311" y="251"/>
                    <a:pt x="311" y="257"/>
                    <a:pt x="311" y="260"/>
                  </a:cubicBezTo>
                  <a:cubicBezTo>
                    <a:pt x="311" y="263"/>
                    <a:pt x="310" y="269"/>
                    <a:pt x="308" y="272"/>
                  </a:cubicBezTo>
                  <a:cubicBezTo>
                    <a:pt x="307" y="274"/>
                    <a:pt x="304" y="277"/>
                    <a:pt x="303" y="279"/>
                  </a:cubicBezTo>
                  <a:cubicBezTo>
                    <a:pt x="301" y="282"/>
                    <a:pt x="297" y="287"/>
                    <a:pt x="294" y="289"/>
                  </a:cubicBezTo>
                  <a:cubicBezTo>
                    <a:pt x="293" y="291"/>
                    <a:pt x="289" y="294"/>
                    <a:pt x="288" y="296"/>
                  </a:cubicBezTo>
                  <a:cubicBezTo>
                    <a:pt x="285" y="300"/>
                    <a:pt x="279" y="308"/>
                    <a:pt x="276" y="312"/>
                  </a:cubicBezTo>
                  <a:cubicBezTo>
                    <a:pt x="275" y="315"/>
                    <a:pt x="272" y="322"/>
                    <a:pt x="271" y="325"/>
                  </a:cubicBezTo>
                  <a:cubicBezTo>
                    <a:pt x="269" y="328"/>
                    <a:pt x="267" y="335"/>
                    <a:pt x="265" y="339"/>
                  </a:cubicBezTo>
                  <a:cubicBezTo>
                    <a:pt x="264" y="341"/>
                    <a:pt x="260" y="346"/>
                    <a:pt x="258" y="348"/>
                  </a:cubicBezTo>
                  <a:cubicBezTo>
                    <a:pt x="257" y="350"/>
                    <a:pt x="255" y="352"/>
                    <a:pt x="253" y="354"/>
                  </a:cubicBezTo>
                  <a:cubicBezTo>
                    <a:pt x="252" y="356"/>
                    <a:pt x="248" y="359"/>
                    <a:pt x="247" y="361"/>
                  </a:cubicBezTo>
                  <a:cubicBezTo>
                    <a:pt x="246" y="363"/>
                    <a:pt x="245" y="367"/>
                    <a:pt x="244" y="369"/>
                  </a:cubicBezTo>
                  <a:cubicBezTo>
                    <a:pt x="244" y="370"/>
                    <a:pt x="244" y="373"/>
                    <a:pt x="244" y="375"/>
                  </a:cubicBezTo>
                  <a:cubicBezTo>
                    <a:pt x="245" y="377"/>
                    <a:pt x="245" y="382"/>
                    <a:pt x="246" y="385"/>
                  </a:cubicBezTo>
                  <a:cubicBezTo>
                    <a:pt x="246" y="387"/>
                    <a:pt x="248" y="391"/>
                    <a:pt x="248" y="394"/>
                  </a:cubicBezTo>
                  <a:cubicBezTo>
                    <a:pt x="249" y="396"/>
                    <a:pt x="247" y="400"/>
                    <a:pt x="246" y="402"/>
                  </a:cubicBezTo>
                  <a:cubicBezTo>
                    <a:pt x="245" y="404"/>
                    <a:pt x="243" y="408"/>
                    <a:pt x="241" y="410"/>
                  </a:cubicBezTo>
                  <a:cubicBezTo>
                    <a:pt x="240" y="411"/>
                    <a:pt x="236" y="414"/>
                    <a:pt x="234" y="415"/>
                  </a:cubicBezTo>
                  <a:cubicBezTo>
                    <a:pt x="232" y="417"/>
                    <a:pt x="228" y="421"/>
                    <a:pt x="226" y="422"/>
                  </a:cubicBezTo>
                  <a:cubicBezTo>
                    <a:pt x="223" y="424"/>
                    <a:pt x="217" y="426"/>
                    <a:pt x="214" y="427"/>
                  </a:cubicBezTo>
                  <a:cubicBezTo>
                    <a:pt x="211" y="427"/>
                    <a:pt x="205" y="426"/>
                    <a:pt x="202" y="426"/>
                  </a:cubicBezTo>
                  <a:cubicBezTo>
                    <a:pt x="199" y="426"/>
                    <a:pt x="193" y="425"/>
                    <a:pt x="190" y="426"/>
                  </a:cubicBezTo>
                  <a:cubicBezTo>
                    <a:pt x="188" y="427"/>
                    <a:pt x="185" y="429"/>
                    <a:pt x="185" y="431"/>
                  </a:cubicBezTo>
                  <a:cubicBezTo>
                    <a:pt x="184" y="432"/>
                    <a:pt x="183" y="436"/>
                    <a:pt x="183" y="438"/>
                  </a:cubicBezTo>
                  <a:cubicBezTo>
                    <a:pt x="183" y="441"/>
                    <a:pt x="185" y="446"/>
                    <a:pt x="186" y="449"/>
                  </a:cubicBezTo>
                  <a:cubicBezTo>
                    <a:pt x="187" y="452"/>
                    <a:pt x="189" y="457"/>
                    <a:pt x="189" y="460"/>
                  </a:cubicBezTo>
                  <a:cubicBezTo>
                    <a:pt x="190" y="463"/>
                    <a:pt x="190" y="469"/>
                    <a:pt x="190" y="472"/>
                  </a:cubicBezTo>
                  <a:cubicBezTo>
                    <a:pt x="191" y="475"/>
                    <a:pt x="191" y="481"/>
                    <a:pt x="190" y="484"/>
                  </a:cubicBezTo>
                  <a:cubicBezTo>
                    <a:pt x="190" y="487"/>
                    <a:pt x="187" y="491"/>
                    <a:pt x="186" y="493"/>
                  </a:cubicBezTo>
                  <a:cubicBezTo>
                    <a:pt x="185" y="496"/>
                    <a:pt x="184" y="502"/>
                    <a:pt x="184" y="505"/>
                  </a:cubicBezTo>
                  <a:cubicBezTo>
                    <a:pt x="183" y="510"/>
                    <a:pt x="182" y="521"/>
                    <a:pt x="182" y="526"/>
                  </a:cubicBezTo>
                  <a:cubicBezTo>
                    <a:pt x="181" y="531"/>
                    <a:pt x="180" y="541"/>
                    <a:pt x="180" y="546"/>
                  </a:cubicBezTo>
                  <a:cubicBezTo>
                    <a:pt x="179" y="550"/>
                    <a:pt x="181" y="559"/>
                    <a:pt x="180" y="563"/>
                  </a:cubicBezTo>
                  <a:cubicBezTo>
                    <a:pt x="180" y="566"/>
                    <a:pt x="176" y="571"/>
                    <a:pt x="174" y="573"/>
                  </a:cubicBezTo>
                  <a:cubicBezTo>
                    <a:pt x="173" y="576"/>
                    <a:pt x="172" y="582"/>
                    <a:pt x="171" y="584"/>
                  </a:cubicBezTo>
                  <a:cubicBezTo>
                    <a:pt x="170" y="587"/>
                    <a:pt x="169" y="593"/>
                    <a:pt x="168" y="596"/>
                  </a:cubicBezTo>
                  <a:cubicBezTo>
                    <a:pt x="167" y="598"/>
                    <a:pt x="167" y="600"/>
                    <a:pt x="166" y="603"/>
                  </a:cubicBezTo>
                  <a:cubicBezTo>
                    <a:pt x="165" y="601"/>
                    <a:pt x="164" y="600"/>
                    <a:pt x="163" y="600"/>
                  </a:cubicBezTo>
                  <a:cubicBezTo>
                    <a:pt x="162" y="599"/>
                    <a:pt x="158" y="600"/>
                    <a:pt x="157" y="600"/>
                  </a:cubicBezTo>
                  <a:cubicBezTo>
                    <a:pt x="156" y="599"/>
                    <a:pt x="154" y="597"/>
                    <a:pt x="153" y="597"/>
                  </a:cubicBezTo>
                  <a:cubicBezTo>
                    <a:pt x="151" y="596"/>
                    <a:pt x="148" y="597"/>
                    <a:pt x="147" y="597"/>
                  </a:cubicBezTo>
                  <a:cubicBezTo>
                    <a:pt x="145" y="598"/>
                    <a:pt x="142" y="600"/>
                    <a:pt x="140" y="600"/>
                  </a:cubicBezTo>
                  <a:cubicBezTo>
                    <a:pt x="139" y="601"/>
                    <a:pt x="135" y="601"/>
                    <a:pt x="133" y="601"/>
                  </a:cubicBezTo>
                  <a:cubicBezTo>
                    <a:pt x="130" y="601"/>
                    <a:pt x="125" y="601"/>
                    <a:pt x="123" y="601"/>
                  </a:cubicBezTo>
                  <a:cubicBezTo>
                    <a:pt x="120" y="601"/>
                    <a:pt x="115" y="601"/>
                    <a:pt x="113" y="601"/>
                  </a:cubicBezTo>
                  <a:cubicBezTo>
                    <a:pt x="109" y="601"/>
                    <a:pt x="100" y="600"/>
                    <a:pt x="96" y="599"/>
                  </a:cubicBezTo>
                  <a:cubicBezTo>
                    <a:pt x="94" y="599"/>
                    <a:pt x="90" y="599"/>
                    <a:pt x="88" y="599"/>
                  </a:cubicBezTo>
                  <a:cubicBezTo>
                    <a:pt x="86" y="599"/>
                    <a:pt x="82" y="599"/>
                    <a:pt x="80" y="600"/>
                  </a:cubicBezTo>
                  <a:cubicBezTo>
                    <a:pt x="79" y="601"/>
                    <a:pt x="76" y="604"/>
                    <a:pt x="75" y="605"/>
                  </a:cubicBezTo>
                  <a:cubicBezTo>
                    <a:pt x="74" y="606"/>
                    <a:pt x="71" y="608"/>
                    <a:pt x="70" y="609"/>
                  </a:cubicBezTo>
                  <a:cubicBezTo>
                    <a:pt x="69" y="610"/>
                    <a:pt x="66" y="611"/>
                    <a:pt x="65" y="612"/>
                  </a:cubicBezTo>
                  <a:cubicBezTo>
                    <a:pt x="65" y="612"/>
                    <a:pt x="64" y="615"/>
                    <a:pt x="64" y="616"/>
                  </a:cubicBezTo>
                  <a:cubicBezTo>
                    <a:pt x="63" y="617"/>
                    <a:pt x="63" y="619"/>
                    <a:pt x="63" y="620"/>
                  </a:cubicBezTo>
                  <a:cubicBezTo>
                    <a:pt x="62" y="621"/>
                    <a:pt x="59" y="621"/>
                    <a:pt x="57" y="621"/>
                  </a:cubicBezTo>
                  <a:cubicBezTo>
                    <a:pt x="56" y="622"/>
                    <a:pt x="54" y="624"/>
                    <a:pt x="53" y="625"/>
                  </a:cubicBezTo>
                  <a:cubicBezTo>
                    <a:pt x="52" y="625"/>
                    <a:pt x="48" y="625"/>
                    <a:pt x="47" y="625"/>
                  </a:cubicBezTo>
                  <a:cubicBezTo>
                    <a:pt x="45" y="625"/>
                    <a:pt x="42" y="623"/>
                    <a:pt x="40" y="622"/>
                  </a:cubicBezTo>
                  <a:cubicBezTo>
                    <a:pt x="39" y="622"/>
                    <a:pt x="36" y="620"/>
                    <a:pt x="34" y="620"/>
                  </a:cubicBezTo>
                  <a:cubicBezTo>
                    <a:pt x="32" y="620"/>
                    <a:pt x="28" y="621"/>
                    <a:pt x="26" y="621"/>
                  </a:cubicBezTo>
                  <a:cubicBezTo>
                    <a:pt x="25" y="621"/>
                    <a:pt x="22" y="621"/>
                    <a:pt x="21" y="621"/>
                  </a:cubicBezTo>
                  <a:cubicBezTo>
                    <a:pt x="19" y="621"/>
                    <a:pt x="15" y="620"/>
                    <a:pt x="13" y="619"/>
                  </a:cubicBezTo>
                  <a:cubicBezTo>
                    <a:pt x="12" y="618"/>
                    <a:pt x="9" y="616"/>
                    <a:pt x="8" y="615"/>
                  </a:cubicBezTo>
                  <a:cubicBezTo>
                    <a:pt x="7" y="614"/>
                    <a:pt x="5" y="614"/>
                    <a:pt x="5" y="613"/>
                  </a:cubicBezTo>
                  <a:cubicBezTo>
                    <a:pt x="4" y="612"/>
                    <a:pt x="2" y="610"/>
                    <a:pt x="1" y="60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126"/>
            <p:cNvSpPr>
              <a:spLocks/>
            </p:cNvSpPr>
            <p:nvPr/>
          </p:nvSpPr>
          <p:spPr bwMode="auto">
            <a:xfrm>
              <a:off x="5883275" y="2795588"/>
              <a:ext cx="11113" cy="20638"/>
            </a:xfrm>
            <a:custGeom>
              <a:avLst/>
              <a:gdLst/>
              <a:ahLst/>
              <a:cxnLst>
                <a:cxn ang="0">
                  <a:pos x="7" y="3"/>
                </a:cxn>
                <a:cxn ang="0">
                  <a:pos x="6" y="5"/>
                </a:cxn>
                <a:cxn ang="0">
                  <a:pos x="6" y="7"/>
                </a:cxn>
                <a:cxn ang="0">
                  <a:pos x="5" y="11"/>
                </a:cxn>
                <a:cxn ang="0">
                  <a:pos x="4" y="12"/>
                </a:cxn>
                <a:cxn ang="0">
                  <a:pos x="3" y="11"/>
                </a:cxn>
                <a:cxn ang="0">
                  <a:pos x="1" y="7"/>
                </a:cxn>
                <a:cxn ang="0">
                  <a:pos x="0" y="5"/>
                </a:cxn>
                <a:cxn ang="0">
                  <a:pos x="1" y="2"/>
                </a:cxn>
                <a:cxn ang="0">
                  <a:pos x="4" y="0"/>
                </a:cxn>
                <a:cxn ang="0">
                  <a:pos x="7" y="3"/>
                </a:cxn>
              </a:cxnLst>
              <a:rect l="0" t="0" r="r" b="b"/>
              <a:pathLst>
                <a:path w="7" h="12">
                  <a:moveTo>
                    <a:pt x="7" y="3"/>
                  </a:moveTo>
                  <a:cubicBezTo>
                    <a:pt x="7" y="3"/>
                    <a:pt x="6" y="5"/>
                    <a:pt x="6" y="5"/>
                  </a:cubicBezTo>
                  <a:cubicBezTo>
                    <a:pt x="6" y="6"/>
                    <a:pt x="6" y="7"/>
                    <a:pt x="6" y="7"/>
                  </a:cubicBezTo>
                  <a:cubicBezTo>
                    <a:pt x="6" y="8"/>
                    <a:pt x="5" y="10"/>
                    <a:pt x="5" y="11"/>
                  </a:cubicBezTo>
                  <a:cubicBezTo>
                    <a:pt x="5" y="11"/>
                    <a:pt x="4" y="12"/>
                    <a:pt x="4" y="12"/>
                  </a:cubicBezTo>
                  <a:cubicBezTo>
                    <a:pt x="4" y="11"/>
                    <a:pt x="3" y="11"/>
                    <a:pt x="3" y="11"/>
                  </a:cubicBezTo>
                  <a:cubicBezTo>
                    <a:pt x="2" y="10"/>
                    <a:pt x="2" y="7"/>
                    <a:pt x="1" y="7"/>
                  </a:cubicBezTo>
                  <a:cubicBezTo>
                    <a:pt x="1" y="6"/>
                    <a:pt x="0" y="5"/>
                    <a:pt x="0" y="5"/>
                  </a:cubicBezTo>
                  <a:cubicBezTo>
                    <a:pt x="0" y="4"/>
                    <a:pt x="0" y="3"/>
                    <a:pt x="1" y="2"/>
                  </a:cubicBezTo>
                  <a:cubicBezTo>
                    <a:pt x="1" y="1"/>
                    <a:pt x="3" y="0"/>
                    <a:pt x="4" y="0"/>
                  </a:cubicBezTo>
                  <a:cubicBezTo>
                    <a:pt x="5" y="0"/>
                    <a:pt x="7" y="2"/>
                    <a:pt x="7"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127"/>
            <p:cNvSpPr>
              <a:spLocks/>
            </p:cNvSpPr>
            <p:nvPr/>
          </p:nvSpPr>
          <p:spPr bwMode="auto">
            <a:xfrm>
              <a:off x="5749925" y="3184526"/>
              <a:ext cx="23813" cy="17463"/>
            </a:xfrm>
            <a:custGeom>
              <a:avLst/>
              <a:gdLst/>
              <a:ahLst/>
              <a:cxnLst>
                <a:cxn ang="0">
                  <a:pos x="9" y="7"/>
                </a:cxn>
                <a:cxn ang="0">
                  <a:pos x="12" y="5"/>
                </a:cxn>
                <a:cxn ang="0">
                  <a:pos x="14" y="2"/>
                </a:cxn>
                <a:cxn ang="0">
                  <a:pos x="12" y="0"/>
                </a:cxn>
                <a:cxn ang="0">
                  <a:pos x="7" y="0"/>
                </a:cxn>
                <a:cxn ang="0">
                  <a:pos x="5" y="3"/>
                </a:cxn>
                <a:cxn ang="0">
                  <a:pos x="2" y="5"/>
                </a:cxn>
                <a:cxn ang="0">
                  <a:pos x="0" y="8"/>
                </a:cxn>
                <a:cxn ang="0">
                  <a:pos x="3" y="10"/>
                </a:cxn>
                <a:cxn ang="0">
                  <a:pos x="7" y="10"/>
                </a:cxn>
                <a:cxn ang="0">
                  <a:pos x="9" y="7"/>
                </a:cxn>
              </a:cxnLst>
              <a:rect l="0" t="0" r="r" b="b"/>
              <a:pathLst>
                <a:path w="14" h="10">
                  <a:moveTo>
                    <a:pt x="9" y="7"/>
                  </a:moveTo>
                  <a:cubicBezTo>
                    <a:pt x="9" y="6"/>
                    <a:pt x="11" y="6"/>
                    <a:pt x="12" y="5"/>
                  </a:cubicBezTo>
                  <a:cubicBezTo>
                    <a:pt x="13" y="4"/>
                    <a:pt x="14" y="3"/>
                    <a:pt x="14" y="2"/>
                  </a:cubicBezTo>
                  <a:cubicBezTo>
                    <a:pt x="14" y="1"/>
                    <a:pt x="13" y="0"/>
                    <a:pt x="12" y="0"/>
                  </a:cubicBezTo>
                  <a:cubicBezTo>
                    <a:pt x="11" y="0"/>
                    <a:pt x="8" y="0"/>
                    <a:pt x="7" y="0"/>
                  </a:cubicBezTo>
                  <a:cubicBezTo>
                    <a:pt x="6" y="1"/>
                    <a:pt x="5" y="3"/>
                    <a:pt x="5" y="3"/>
                  </a:cubicBezTo>
                  <a:cubicBezTo>
                    <a:pt x="4" y="4"/>
                    <a:pt x="2" y="4"/>
                    <a:pt x="2" y="5"/>
                  </a:cubicBezTo>
                  <a:cubicBezTo>
                    <a:pt x="1" y="5"/>
                    <a:pt x="0" y="7"/>
                    <a:pt x="0" y="8"/>
                  </a:cubicBezTo>
                  <a:cubicBezTo>
                    <a:pt x="0" y="9"/>
                    <a:pt x="2" y="10"/>
                    <a:pt x="3" y="10"/>
                  </a:cubicBezTo>
                  <a:cubicBezTo>
                    <a:pt x="4" y="10"/>
                    <a:pt x="7" y="10"/>
                    <a:pt x="7" y="10"/>
                  </a:cubicBezTo>
                  <a:cubicBezTo>
                    <a:pt x="8" y="9"/>
                    <a:pt x="8" y="7"/>
                    <a:pt x="9"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128"/>
            <p:cNvSpPr>
              <a:spLocks/>
            </p:cNvSpPr>
            <p:nvPr/>
          </p:nvSpPr>
          <p:spPr bwMode="auto">
            <a:xfrm>
              <a:off x="5849938" y="2838451"/>
              <a:ext cx="12700" cy="7938"/>
            </a:xfrm>
            <a:custGeom>
              <a:avLst/>
              <a:gdLst/>
              <a:ahLst/>
              <a:cxnLst>
                <a:cxn ang="0">
                  <a:pos x="7" y="3"/>
                </a:cxn>
                <a:cxn ang="0">
                  <a:pos x="4" y="5"/>
                </a:cxn>
                <a:cxn ang="0">
                  <a:pos x="0" y="4"/>
                </a:cxn>
                <a:cxn ang="0">
                  <a:pos x="0" y="1"/>
                </a:cxn>
                <a:cxn ang="0">
                  <a:pos x="2" y="0"/>
                </a:cxn>
                <a:cxn ang="0">
                  <a:pos x="4" y="0"/>
                </a:cxn>
                <a:cxn ang="0">
                  <a:pos x="7" y="3"/>
                </a:cxn>
              </a:cxnLst>
              <a:rect l="0" t="0" r="r" b="b"/>
              <a:pathLst>
                <a:path w="7" h="5">
                  <a:moveTo>
                    <a:pt x="7" y="3"/>
                  </a:moveTo>
                  <a:cubicBezTo>
                    <a:pt x="7" y="3"/>
                    <a:pt x="5" y="4"/>
                    <a:pt x="4" y="5"/>
                  </a:cubicBezTo>
                  <a:cubicBezTo>
                    <a:pt x="3" y="5"/>
                    <a:pt x="1" y="5"/>
                    <a:pt x="0" y="4"/>
                  </a:cubicBezTo>
                  <a:cubicBezTo>
                    <a:pt x="0" y="4"/>
                    <a:pt x="0" y="2"/>
                    <a:pt x="0" y="1"/>
                  </a:cubicBezTo>
                  <a:cubicBezTo>
                    <a:pt x="1" y="1"/>
                    <a:pt x="1" y="0"/>
                    <a:pt x="2" y="0"/>
                  </a:cubicBezTo>
                  <a:cubicBezTo>
                    <a:pt x="3" y="0"/>
                    <a:pt x="4" y="0"/>
                    <a:pt x="4" y="0"/>
                  </a:cubicBezTo>
                  <a:cubicBezTo>
                    <a:pt x="5" y="0"/>
                    <a:pt x="7" y="2"/>
                    <a:pt x="7"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129"/>
            <p:cNvSpPr>
              <a:spLocks/>
            </p:cNvSpPr>
            <p:nvPr/>
          </p:nvSpPr>
          <p:spPr bwMode="auto">
            <a:xfrm>
              <a:off x="5835650" y="2803526"/>
              <a:ext cx="33338" cy="20638"/>
            </a:xfrm>
            <a:custGeom>
              <a:avLst/>
              <a:gdLst/>
              <a:ahLst/>
              <a:cxnLst>
                <a:cxn ang="0">
                  <a:pos x="11" y="9"/>
                </a:cxn>
                <a:cxn ang="0">
                  <a:pos x="14" y="6"/>
                </a:cxn>
                <a:cxn ang="0">
                  <a:pos x="16" y="5"/>
                </a:cxn>
                <a:cxn ang="0">
                  <a:pos x="19" y="4"/>
                </a:cxn>
                <a:cxn ang="0">
                  <a:pos x="18" y="1"/>
                </a:cxn>
                <a:cxn ang="0">
                  <a:pos x="14" y="0"/>
                </a:cxn>
                <a:cxn ang="0">
                  <a:pos x="12" y="1"/>
                </a:cxn>
                <a:cxn ang="0">
                  <a:pos x="7" y="1"/>
                </a:cxn>
                <a:cxn ang="0">
                  <a:pos x="4" y="3"/>
                </a:cxn>
                <a:cxn ang="0">
                  <a:pos x="1" y="7"/>
                </a:cxn>
                <a:cxn ang="0">
                  <a:pos x="1" y="11"/>
                </a:cxn>
                <a:cxn ang="0">
                  <a:pos x="4" y="12"/>
                </a:cxn>
                <a:cxn ang="0">
                  <a:pos x="8" y="11"/>
                </a:cxn>
                <a:cxn ang="0">
                  <a:pos x="10" y="10"/>
                </a:cxn>
                <a:cxn ang="0">
                  <a:pos x="11" y="9"/>
                </a:cxn>
              </a:cxnLst>
              <a:rect l="0" t="0" r="r" b="b"/>
              <a:pathLst>
                <a:path w="19" h="12">
                  <a:moveTo>
                    <a:pt x="11" y="9"/>
                  </a:moveTo>
                  <a:cubicBezTo>
                    <a:pt x="12" y="8"/>
                    <a:pt x="13" y="6"/>
                    <a:pt x="14" y="6"/>
                  </a:cubicBezTo>
                  <a:cubicBezTo>
                    <a:pt x="14" y="5"/>
                    <a:pt x="15" y="5"/>
                    <a:pt x="16" y="5"/>
                  </a:cubicBezTo>
                  <a:cubicBezTo>
                    <a:pt x="17" y="5"/>
                    <a:pt x="18" y="4"/>
                    <a:pt x="19" y="4"/>
                  </a:cubicBezTo>
                  <a:cubicBezTo>
                    <a:pt x="19" y="3"/>
                    <a:pt x="18" y="2"/>
                    <a:pt x="18" y="1"/>
                  </a:cubicBezTo>
                  <a:cubicBezTo>
                    <a:pt x="17" y="1"/>
                    <a:pt x="15" y="0"/>
                    <a:pt x="14" y="0"/>
                  </a:cubicBezTo>
                  <a:cubicBezTo>
                    <a:pt x="14" y="0"/>
                    <a:pt x="13" y="1"/>
                    <a:pt x="12" y="1"/>
                  </a:cubicBezTo>
                  <a:cubicBezTo>
                    <a:pt x="11" y="2"/>
                    <a:pt x="9" y="1"/>
                    <a:pt x="7" y="1"/>
                  </a:cubicBezTo>
                  <a:cubicBezTo>
                    <a:pt x="6" y="2"/>
                    <a:pt x="4" y="3"/>
                    <a:pt x="4" y="3"/>
                  </a:cubicBezTo>
                  <a:cubicBezTo>
                    <a:pt x="3" y="4"/>
                    <a:pt x="1" y="6"/>
                    <a:pt x="1" y="7"/>
                  </a:cubicBezTo>
                  <a:cubicBezTo>
                    <a:pt x="0" y="8"/>
                    <a:pt x="1" y="10"/>
                    <a:pt x="1" y="11"/>
                  </a:cubicBezTo>
                  <a:cubicBezTo>
                    <a:pt x="1" y="11"/>
                    <a:pt x="3" y="12"/>
                    <a:pt x="4" y="12"/>
                  </a:cubicBezTo>
                  <a:cubicBezTo>
                    <a:pt x="5" y="12"/>
                    <a:pt x="7" y="12"/>
                    <a:pt x="8" y="11"/>
                  </a:cubicBezTo>
                  <a:cubicBezTo>
                    <a:pt x="9" y="11"/>
                    <a:pt x="9" y="10"/>
                    <a:pt x="10" y="10"/>
                  </a:cubicBezTo>
                  <a:cubicBezTo>
                    <a:pt x="10" y="9"/>
                    <a:pt x="11" y="9"/>
                    <a:pt x="11" y="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130"/>
            <p:cNvSpPr>
              <a:spLocks/>
            </p:cNvSpPr>
            <p:nvPr/>
          </p:nvSpPr>
          <p:spPr bwMode="auto">
            <a:xfrm>
              <a:off x="5805488" y="2863851"/>
              <a:ext cx="26988" cy="12700"/>
            </a:xfrm>
            <a:custGeom>
              <a:avLst/>
              <a:gdLst/>
              <a:ahLst/>
              <a:cxnLst>
                <a:cxn ang="0">
                  <a:pos x="16" y="3"/>
                </a:cxn>
                <a:cxn ang="0">
                  <a:pos x="13" y="6"/>
                </a:cxn>
                <a:cxn ang="0">
                  <a:pos x="10" y="7"/>
                </a:cxn>
                <a:cxn ang="0">
                  <a:pos x="8" y="6"/>
                </a:cxn>
                <a:cxn ang="0">
                  <a:pos x="5" y="6"/>
                </a:cxn>
                <a:cxn ang="0">
                  <a:pos x="1" y="5"/>
                </a:cxn>
                <a:cxn ang="0">
                  <a:pos x="2" y="2"/>
                </a:cxn>
                <a:cxn ang="0">
                  <a:pos x="7" y="0"/>
                </a:cxn>
                <a:cxn ang="0">
                  <a:pos x="10" y="0"/>
                </a:cxn>
                <a:cxn ang="0">
                  <a:pos x="13" y="1"/>
                </a:cxn>
                <a:cxn ang="0">
                  <a:pos x="16" y="3"/>
                </a:cxn>
              </a:cxnLst>
              <a:rect l="0" t="0" r="r" b="b"/>
              <a:pathLst>
                <a:path w="16" h="7">
                  <a:moveTo>
                    <a:pt x="16" y="3"/>
                  </a:moveTo>
                  <a:cubicBezTo>
                    <a:pt x="16" y="4"/>
                    <a:pt x="14" y="5"/>
                    <a:pt x="13" y="6"/>
                  </a:cubicBezTo>
                  <a:cubicBezTo>
                    <a:pt x="13" y="6"/>
                    <a:pt x="11" y="7"/>
                    <a:pt x="10" y="7"/>
                  </a:cubicBezTo>
                  <a:cubicBezTo>
                    <a:pt x="9" y="7"/>
                    <a:pt x="8" y="6"/>
                    <a:pt x="8" y="6"/>
                  </a:cubicBezTo>
                  <a:cubicBezTo>
                    <a:pt x="7" y="6"/>
                    <a:pt x="5" y="6"/>
                    <a:pt x="5" y="6"/>
                  </a:cubicBezTo>
                  <a:cubicBezTo>
                    <a:pt x="4" y="6"/>
                    <a:pt x="1" y="6"/>
                    <a:pt x="1" y="5"/>
                  </a:cubicBezTo>
                  <a:cubicBezTo>
                    <a:pt x="0" y="5"/>
                    <a:pt x="2" y="3"/>
                    <a:pt x="2" y="2"/>
                  </a:cubicBezTo>
                  <a:cubicBezTo>
                    <a:pt x="3" y="1"/>
                    <a:pt x="6" y="0"/>
                    <a:pt x="7" y="0"/>
                  </a:cubicBezTo>
                  <a:cubicBezTo>
                    <a:pt x="8" y="0"/>
                    <a:pt x="9" y="0"/>
                    <a:pt x="10" y="0"/>
                  </a:cubicBezTo>
                  <a:cubicBezTo>
                    <a:pt x="11" y="1"/>
                    <a:pt x="13" y="0"/>
                    <a:pt x="13" y="1"/>
                  </a:cubicBezTo>
                  <a:cubicBezTo>
                    <a:pt x="14" y="1"/>
                    <a:pt x="16" y="2"/>
                    <a:pt x="16"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131"/>
            <p:cNvSpPr>
              <a:spLocks/>
            </p:cNvSpPr>
            <p:nvPr/>
          </p:nvSpPr>
          <p:spPr bwMode="auto">
            <a:xfrm>
              <a:off x="5753100" y="2855913"/>
              <a:ext cx="42863" cy="26988"/>
            </a:xfrm>
            <a:custGeom>
              <a:avLst/>
              <a:gdLst/>
              <a:ahLst/>
              <a:cxnLst>
                <a:cxn ang="0">
                  <a:pos x="25" y="7"/>
                </a:cxn>
                <a:cxn ang="0">
                  <a:pos x="22" y="3"/>
                </a:cxn>
                <a:cxn ang="0">
                  <a:pos x="20" y="0"/>
                </a:cxn>
                <a:cxn ang="0">
                  <a:pos x="16" y="0"/>
                </a:cxn>
                <a:cxn ang="0">
                  <a:pos x="13" y="3"/>
                </a:cxn>
                <a:cxn ang="0">
                  <a:pos x="9" y="4"/>
                </a:cxn>
                <a:cxn ang="0">
                  <a:pos x="7" y="7"/>
                </a:cxn>
                <a:cxn ang="0">
                  <a:pos x="3" y="8"/>
                </a:cxn>
                <a:cxn ang="0">
                  <a:pos x="0" y="9"/>
                </a:cxn>
                <a:cxn ang="0">
                  <a:pos x="0" y="12"/>
                </a:cxn>
                <a:cxn ang="0">
                  <a:pos x="4" y="12"/>
                </a:cxn>
                <a:cxn ang="0">
                  <a:pos x="7" y="10"/>
                </a:cxn>
                <a:cxn ang="0">
                  <a:pos x="10" y="8"/>
                </a:cxn>
                <a:cxn ang="0">
                  <a:pos x="13" y="9"/>
                </a:cxn>
                <a:cxn ang="0">
                  <a:pos x="15" y="11"/>
                </a:cxn>
                <a:cxn ang="0">
                  <a:pos x="15" y="14"/>
                </a:cxn>
                <a:cxn ang="0">
                  <a:pos x="18" y="16"/>
                </a:cxn>
                <a:cxn ang="0">
                  <a:pos x="22" y="15"/>
                </a:cxn>
                <a:cxn ang="0">
                  <a:pos x="23" y="11"/>
                </a:cxn>
                <a:cxn ang="0">
                  <a:pos x="25" y="10"/>
                </a:cxn>
                <a:cxn ang="0">
                  <a:pos x="25" y="7"/>
                </a:cxn>
              </a:cxnLst>
              <a:rect l="0" t="0" r="r" b="b"/>
              <a:pathLst>
                <a:path w="25" h="16">
                  <a:moveTo>
                    <a:pt x="25" y="7"/>
                  </a:moveTo>
                  <a:cubicBezTo>
                    <a:pt x="24" y="6"/>
                    <a:pt x="23" y="4"/>
                    <a:pt x="22" y="3"/>
                  </a:cubicBezTo>
                  <a:cubicBezTo>
                    <a:pt x="22" y="2"/>
                    <a:pt x="21" y="1"/>
                    <a:pt x="20" y="0"/>
                  </a:cubicBezTo>
                  <a:cubicBezTo>
                    <a:pt x="19" y="0"/>
                    <a:pt x="17" y="0"/>
                    <a:pt x="16" y="0"/>
                  </a:cubicBezTo>
                  <a:cubicBezTo>
                    <a:pt x="15" y="1"/>
                    <a:pt x="14" y="3"/>
                    <a:pt x="13" y="3"/>
                  </a:cubicBezTo>
                  <a:cubicBezTo>
                    <a:pt x="12" y="4"/>
                    <a:pt x="10" y="4"/>
                    <a:pt x="9" y="4"/>
                  </a:cubicBezTo>
                  <a:cubicBezTo>
                    <a:pt x="9" y="5"/>
                    <a:pt x="8" y="7"/>
                    <a:pt x="7" y="7"/>
                  </a:cubicBezTo>
                  <a:cubicBezTo>
                    <a:pt x="6" y="7"/>
                    <a:pt x="4" y="7"/>
                    <a:pt x="3" y="8"/>
                  </a:cubicBezTo>
                  <a:cubicBezTo>
                    <a:pt x="2" y="8"/>
                    <a:pt x="0" y="9"/>
                    <a:pt x="0" y="9"/>
                  </a:cubicBezTo>
                  <a:cubicBezTo>
                    <a:pt x="0" y="10"/>
                    <a:pt x="0" y="12"/>
                    <a:pt x="0" y="12"/>
                  </a:cubicBezTo>
                  <a:cubicBezTo>
                    <a:pt x="1" y="13"/>
                    <a:pt x="3" y="13"/>
                    <a:pt x="4" y="12"/>
                  </a:cubicBezTo>
                  <a:cubicBezTo>
                    <a:pt x="5" y="12"/>
                    <a:pt x="6" y="11"/>
                    <a:pt x="7" y="10"/>
                  </a:cubicBezTo>
                  <a:cubicBezTo>
                    <a:pt x="8" y="9"/>
                    <a:pt x="10" y="8"/>
                    <a:pt x="10" y="8"/>
                  </a:cubicBezTo>
                  <a:cubicBezTo>
                    <a:pt x="11" y="8"/>
                    <a:pt x="12" y="8"/>
                    <a:pt x="13" y="9"/>
                  </a:cubicBezTo>
                  <a:cubicBezTo>
                    <a:pt x="14" y="9"/>
                    <a:pt x="15" y="10"/>
                    <a:pt x="15" y="11"/>
                  </a:cubicBezTo>
                  <a:cubicBezTo>
                    <a:pt x="16" y="12"/>
                    <a:pt x="14" y="13"/>
                    <a:pt x="15" y="14"/>
                  </a:cubicBezTo>
                  <a:cubicBezTo>
                    <a:pt x="15" y="15"/>
                    <a:pt x="17" y="16"/>
                    <a:pt x="18" y="16"/>
                  </a:cubicBezTo>
                  <a:cubicBezTo>
                    <a:pt x="19" y="16"/>
                    <a:pt x="21" y="16"/>
                    <a:pt x="22" y="15"/>
                  </a:cubicBezTo>
                  <a:cubicBezTo>
                    <a:pt x="22" y="14"/>
                    <a:pt x="22" y="12"/>
                    <a:pt x="23" y="11"/>
                  </a:cubicBezTo>
                  <a:cubicBezTo>
                    <a:pt x="23" y="11"/>
                    <a:pt x="25" y="10"/>
                    <a:pt x="25" y="10"/>
                  </a:cubicBezTo>
                  <a:cubicBezTo>
                    <a:pt x="25" y="9"/>
                    <a:pt x="25" y="8"/>
                    <a:pt x="25"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132"/>
            <p:cNvSpPr>
              <a:spLocks/>
            </p:cNvSpPr>
            <p:nvPr/>
          </p:nvSpPr>
          <p:spPr bwMode="auto">
            <a:xfrm>
              <a:off x="5735638" y="2838451"/>
              <a:ext cx="52388" cy="33338"/>
            </a:xfrm>
            <a:custGeom>
              <a:avLst/>
              <a:gdLst/>
              <a:ahLst/>
              <a:cxnLst>
                <a:cxn ang="0">
                  <a:pos x="29" y="3"/>
                </a:cxn>
                <a:cxn ang="0">
                  <a:pos x="26" y="6"/>
                </a:cxn>
                <a:cxn ang="0">
                  <a:pos x="22" y="7"/>
                </a:cxn>
                <a:cxn ang="0">
                  <a:pos x="19" y="8"/>
                </a:cxn>
                <a:cxn ang="0">
                  <a:pos x="16" y="11"/>
                </a:cxn>
                <a:cxn ang="0">
                  <a:pos x="13" y="12"/>
                </a:cxn>
                <a:cxn ang="0">
                  <a:pos x="9" y="14"/>
                </a:cxn>
                <a:cxn ang="0">
                  <a:pos x="6" y="17"/>
                </a:cxn>
                <a:cxn ang="0">
                  <a:pos x="5" y="19"/>
                </a:cxn>
                <a:cxn ang="0">
                  <a:pos x="3" y="20"/>
                </a:cxn>
                <a:cxn ang="0">
                  <a:pos x="1" y="18"/>
                </a:cxn>
                <a:cxn ang="0">
                  <a:pos x="1" y="14"/>
                </a:cxn>
                <a:cxn ang="0">
                  <a:pos x="5" y="11"/>
                </a:cxn>
                <a:cxn ang="0">
                  <a:pos x="11" y="9"/>
                </a:cxn>
                <a:cxn ang="0">
                  <a:pos x="13" y="7"/>
                </a:cxn>
                <a:cxn ang="0">
                  <a:pos x="17" y="5"/>
                </a:cxn>
                <a:cxn ang="0">
                  <a:pos x="21" y="3"/>
                </a:cxn>
                <a:cxn ang="0">
                  <a:pos x="23" y="1"/>
                </a:cxn>
                <a:cxn ang="0">
                  <a:pos x="25" y="0"/>
                </a:cxn>
                <a:cxn ang="0">
                  <a:pos x="29" y="1"/>
                </a:cxn>
                <a:cxn ang="0">
                  <a:pos x="29" y="3"/>
                </a:cxn>
              </a:cxnLst>
              <a:rect l="0" t="0" r="r" b="b"/>
              <a:pathLst>
                <a:path w="30" h="20">
                  <a:moveTo>
                    <a:pt x="29" y="3"/>
                  </a:moveTo>
                  <a:cubicBezTo>
                    <a:pt x="29" y="4"/>
                    <a:pt x="27" y="5"/>
                    <a:pt x="26" y="6"/>
                  </a:cubicBezTo>
                  <a:cubicBezTo>
                    <a:pt x="25" y="6"/>
                    <a:pt x="23" y="6"/>
                    <a:pt x="22" y="7"/>
                  </a:cubicBezTo>
                  <a:cubicBezTo>
                    <a:pt x="21" y="7"/>
                    <a:pt x="20" y="8"/>
                    <a:pt x="19" y="8"/>
                  </a:cubicBezTo>
                  <a:cubicBezTo>
                    <a:pt x="18" y="9"/>
                    <a:pt x="17" y="10"/>
                    <a:pt x="16" y="11"/>
                  </a:cubicBezTo>
                  <a:cubicBezTo>
                    <a:pt x="15" y="11"/>
                    <a:pt x="13" y="12"/>
                    <a:pt x="13" y="12"/>
                  </a:cubicBezTo>
                  <a:cubicBezTo>
                    <a:pt x="12" y="12"/>
                    <a:pt x="10" y="13"/>
                    <a:pt x="9" y="14"/>
                  </a:cubicBezTo>
                  <a:cubicBezTo>
                    <a:pt x="8" y="15"/>
                    <a:pt x="7" y="16"/>
                    <a:pt x="6" y="17"/>
                  </a:cubicBezTo>
                  <a:cubicBezTo>
                    <a:pt x="6" y="17"/>
                    <a:pt x="6" y="19"/>
                    <a:pt x="5" y="19"/>
                  </a:cubicBezTo>
                  <a:cubicBezTo>
                    <a:pt x="5" y="19"/>
                    <a:pt x="3" y="20"/>
                    <a:pt x="3" y="20"/>
                  </a:cubicBezTo>
                  <a:cubicBezTo>
                    <a:pt x="2" y="20"/>
                    <a:pt x="1" y="18"/>
                    <a:pt x="1" y="18"/>
                  </a:cubicBezTo>
                  <a:cubicBezTo>
                    <a:pt x="0" y="17"/>
                    <a:pt x="1" y="14"/>
                    <a:pt x="1" y="14"/>
                  </a:cubicBezTo>
                  <a:cubicBezTo>
                    <a:pt x="2" y="13"/>
                    <a:pt x="4" y="12"/>
                    <a:pt x="5" y="11"/>
                  </a:cubicBezTo>
                  <a:cubicBezTo>
                    <a:pt x="7" y="10"/>
                    <a:pt x="10" y="9"/>
                    <a:pt x="11" y="9"/>
                  </a:cubicBezTo>
                  <a:cubicBezTo>
                    <a:pt x="12" y="8"/>
                    <a:pt x="12" y="7"/>
                    <a:pt x="13" y="7"/>
                  </a:cubicBezTo>
                  <a:cubicBezTo>
                    <a:pt x="14" y="6"/>
                    <a:pt x="16" y="6"/>
                    <a:pt x="17" y="5"/>
                  </a:cubicBezTo>
                  <a:cubicBezTo>
                    <a:pt x="18" y="5"/>
                    <a:pt x="20" y="4"/>
                    <a:pt x="21" y="3"/>
                  </a:cubicBezTo>
                  <a:cubicBezTo>
                    <a:pt x="21" y="3"/>
                    <a:pt x="22" y="1"/>
                    <a:pt x="23" y="1"/>
                  </a:cubicBezTo>
                  <a:cubicBezTo>
                    <a:pt x="23" y="1"/>
                    <a:pt x="25" y="0"/>
                    <a:pt x="25" y="0"/>
                  </a:cubicBezTo>
                  <a:cubicBezTo>
                    <a:pt x="26" y="0"/>
                    <a:pt x="28" y="1"/>
                    <a:pt x="29" y="1"/>
                  </a:cubicBezTo>
                  <a:cubicBezTo>
                    <a:pt x="29" y="2"/>
                    <a:pt x="30" y="2"/>
                    <a:pt x="29"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133"/>
            <p:cNvSpPr>
              <a:spLocks/>
            </p:cNvSpPr>
            <p:nvPr/>
          </p:nvSpPr>
          <p:spPr bwMode="auto">
            <a:xfrm>
              <a:off x="5748338" y="2836863"/>
              <a:ext cx="12700" cy="9525"/>
            </a:xfrm>
            <a:custGeom>
              <a:avLst/>
              <a:gdLst/>
              <a:ahLst/>
              <a:cxnLst>
                <a:cxn ang="0">
                  <a:pos x="7" y="2"/>
                </a:cxn>
                <a:cxn ang="0">
                  <a:pos x="6" y="4"/>
                </a:cxn>
                <a:cxn ang="0">
                  <a:pos x="4" y="5"/>
                </a:cxn>
                <a:cxn ang="0">
                  <a:pos x="0" y="5"/>
                </a:cxn>
                <a:cxn ang="0">
                  <a:pos x="0" y="2"/>
                </a:cxn>
                <a:cxn ang="0">
                  <a:pos x="3" y="0"/>
                </a:cxn>
                <a:cxn ang="0">
                  <a:pos x="5" y="0"/>
                </a:cxn>
                <a:cxn ang="0">
                  <a:pos x="7" y="2"/>
                </a:cxn>
              </a:cxnLst>
              <a:rect l="0" t="0" r="r" b="b"/>
              <a:pathLst>
                <a:path w="7" h="6">
                  <a:moveTo>
                    <a:pt x="7" y="2"/>
                  </a:moveTo>
                  <a:cubicBezTo>
                    <a:pt x="7" y="2"/>
                    <a:pt x="7" y="3"/>
                    <a:pt x="6" y="4"/>
                  </a:cubicBezTo>
                  <a:cubicBezTo>
                    <a:pt x="6" y="4"/>
                    <a:pt x="5" y="5"/>
                    <a:pt x="4" y="5"/>
                  </a:cubicBezTo>
                  <a:cubicBezTo>
                    <a:pt x="3" y="6"/>
                    <a:pt x="1" y="5"/>
                    <a:pt x="0" y="5"/>
                  </a:cubicBezTo>
                  <a:cubicBezTo>
                    <a:pt x="0" y="4"/>
                    <a:pt x="0" y="3"/>
                    <a:pt x="0" y="2"/>
                  </a:cubicBezTo>
                  <a:cubicBezTo>
                    <a:pt x="1" y="1"/>
                    <a:pt x="2" y="0"/>
                    <a:pt x="3" y="0"/>
                  </a:cubicBezTo>
                  <a:cubicBezTo>
                    <a:pt x="3" y="0"/>
                    <a:pt x="4" y="0"/>
                    <a:pt x="5" y="0"/>
                  </a:cubicBezTo>
                  <a:cubicBezTo>
                    <a:pt x="6" y="0"/>
                    <a:pt x="7" y="1"/>
                    <a:pt x="7"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134"/>
            <p:cNvSpPr>
              <a:spLocks/>
            </p:cNvSpPr>
            <p:nvPr/>
          </p:nvSpPr>
          <p:spPr bwMode="auto">
            <a:xfrm>
              <a:off x="5770563" y="2940051"/>
              <a:ext cx="42863" cy="47625"/>
            </a:xfrm>
            <a:custGeom>
              <a:avLst/>
              <a:gdLst/>
              <a:ahLst/>
              <a:cxnLst>
                <a:cxn ang="0">
                  <a:pos x="24" y="21"/>
                </a:cxn>
                <a:cxn ang="0">
                  <a:pos x="22" y="18"/>
                </a:cxn>
                <a:cxn ang="0">
                  <a:pos x="18" y="17"/>
                </a:cxn>
                <a:cxn ang="0">
                  <a:pos x="16" y="15"/>
                </a:cxn>
                <a:cxn ang="0">
                  <a:pos x="16" y="10"/>
                </a:cxn>
                <a:cxn ang="0">
                  <a:pos x="13" y="8"/>
                </a:cxn>
                <a:cxn ang="0">
                  <a:pos x="10" y="5"/>
                </a:cxn>
                <a:cxn ang="0">
                  <a:pos x="6" y="4"/>
                </a:cxn>
                <a:cxn ang="0">
                  <a:pos x="5" y="1"/>
                </a:cxn>
                <a:cxn ang="0">
                  <a:pos x="2" y="0"/>
                </a:cxn>
                <a:cxn ang="0">
                  <a:pos x="0" y="2"/>
                </a:cxn>
                <a:cxn ang="0">
                  <a:pos x="1" y="5"/>
                </a:cxn>
                <a:cxn ang="0">
                  <a:pos x="5" y="7"/>
                </a:cxn>
                <a:cxn ang="0">
                  <a:pos x="8" y="9"/>
                </a:cxn>
                <a:cxn ang="0">
                  <a:pos x="10" y="10"/>
                </a:cxn>
                <a:cxn ang="0">
                  <a:pos x="10" y="13"/>
                </a:cxn>
                <a:cxn ang="0">
                  <a:pos x="8" y="13"/>
                </a:cxn>
                <a:cxn ang="0">
                  <a:pos x="7" y="16"/>
                </a:cxn>
                <a:cxn ang="0">
                  <a:pos x="8" y="20"/>
                </a:cxn>
                <a:cxn ang="0">
                  <a:pos x="11" y="22"/>
                </a:cxn>
                <a:cxn ang="0">
                  <a:pos x="14" y="24"/>
                </a:cxn>
                <a:cxn ang="0">
                  <a:pos x="16" y="24"/>
                </a:cxn>
                <a:cxn ang="0">
                  <a:pos x="17" y="26"/>
                </a:cxn>
                <a:cxn ang="0">
                  <a:pos x="20" y="28"/>
                </a:cxn>
                <a:cxn ang="0">
                  <a:pos x="23" y="28"/>
                </a:cxn>
                <a:cxn ang="0">
                  <a:pos x="24" y="26"/>
                </a:cxn>
                <a:cxn ang="0">
                  <a:pos x="25" y="23"/>
                </a:cxn>
                <a:cxn ang="0">
                  <a:pos x="24" y="21"/>
                </a:cxn>
              </a:cxnLst>
              <a:rect l="0" t="0" r="r" b="b"/>
              <a:pathLst>
                <a:path w="25" h="28">
                  <a:moveTo>
                    <a:pt x="24" y="21"/>
                  </a:moveTo>
                  <a:cubicBezTo>
                    <a:pt x="24" y="20"/>
                    <a:pt x="23" y="19"/>
                    <a:pt x="22" y="18"/>
                  </a:cubicBezTo>
                  <a:cubicBezTo>
                    <a:pt x="21" y="17"/>
                    <a:pt x="19" y="18"/>
                    <a:pt x="18" y="17"/>
                  </a:cubicBezTo>
                  <a:cubicBezTo>
                    <a:pt x="17" y="16"/>
                    <a:pt x="16" y="15"/>
                    <a:pt x="16" y="15"/>
                  </a:cubicBezTo>
                  <a:cubicBezTo>
                    <a:pt x="15" y="14"/>
                    <a:pt x="16" y="11"/>
                    <a:pt x="16" y="10"/>
                  </a:cubicBezTo>
                  <a:cubicBezTo>
                    <a:pt x="15" y="9"/>
                    <a:pt x="13" y="8"/>
                    <a:pt x="13" y="8"/>
                  </a:cubicBezTo>
                  <a:cubicBezTo>
                    <a:pt x="12" y="7"/>
                    <a:pt x="11" y="5"/>
                    <a:pt x="10" y="5"/>
                  </a:cubicBezTo>
                  <a:cubicBezTo>
                    <a:pt x="9" y="4"/>
                    <a:pt x="7" y="4"/>
                    <a:pt x="6" y="4"/>
                  </a:cubicBezTo>
                  <a:cubicBezTo>
                    <a:pt x="6" y="3"/>
                    <a:pt x="5" y="2"/>
                    <a:pt x="5" y="1"/>
                  </a:cubicBezTo>
                  <a:cubicBezTo>
                    <a:pt x="4" y="1"/>
                    <a:pt x="3" y="0"/>
                    <a:pt x="2" y="0"/>
                  </a:cubicBezTo>
                  <a:cubicBezTo>
                    <a:pt x="1" y="0"/>
                    <a:pt x="0" y="1"/>
                    <a:pt x="0" y="2"/>
                  </a:cubicBezTo>
                  <a:cubicBezTo>
                    <a:pt x="0" y="3"/>
                    <a:pt x="1" y="5"/>
                    <a:pt x="1" y="5"/>
                  </a:cubicBezTo>
                  <a:cubicBezTo>
                    <a:pt x="2" y="6"/>
                    <a:pt x="4" y="7"/>
                    <a:pt x="5" y="7"/>
                  </a:cubicBezTo>
                  <a:cubicBezTo>
                    <a:pt x="6" y="8"/>
                    <a:pt x="7" y="9"/>
                    <a:pt x="8" y="9"/>
                  </a:cubicBezTo>
                  <a:cubicBezTo>
                    <a:pt x="8" y="10"/>
                    <a:pt x="10" y="10"/>
                    <a:pt x="10" y="10"/>
                  </a:cubicBezTo>
                  <a:cubicBezTo>
                    <a:pt x="10" y="11"/>
                    <a:pt x="11" y="12"/>
                    <a:pt x="10" y="13"/>
                  </a:cubicBezTo>
                  <a:cubicBezTo>
                    <a:pt x="10" y="13"/>
                    <a:pt x="9" y="13"/>
                    <a:pt x="8" y="13"/>
                  </a:cubicBezTo>
                  <a:cubicBezTo>
                    <a:pt x="8" y="13"/>
                    <a:pt x="7" y="15"/>
                    <a:pt x="7" y="16"/>
                  </a:cubicBezTo>
                  <a:cubicBezTo>
                    <a:pt x="7" y="17"/>
                    <a:pt x="8" y="19"/>
                    <a:pt x="8" y="20"/>
                  </a:cubicBezTo>
                  <a:cubicBezTo>
                    <a:pt x="9" y="20"/>
                    <a:pt x="11" y="21"/>
                    <a:pt x="11" y="22"/>
                  </a:cubicBezTo>
                  <a:cubicBezTo>
                    <a:pt x="12" y="22"/>
                    <a:pt x="13" y="23"/>
                    <a:pt x="14" y="24"/>
                  </a:cubicBezTo>
                  <a:cubicBezTo>
                    <a:pt x="15" y="24"/>
                    <a:pt x="16" y="24"/>
                    <a:pt x="16" y="24"/>
                  </a:cubicBezTo>
                  <a:cubicBezTo>
                    <a:pt x="16" y="24"/>
                    <a:pt x="17" y="26"/>
                    <a:pt x="17" y="26"/>
                  </a:cubicBezTo>
                  <a:cubicBezTo>
                    <a:pt x="18" y="27"/>
                    <a:pt x="19" y="28"/>
                    <a:pt x="20" y="28"/>
                  </a:cubicBezTo>
                  <a:cubicBezTo>
                    <a:pt x="20" y="28"/>
                    <a:pt x="22" y="28"/>
                    <a:pt x="23" y="28"/>
                  </a:cubicBezTo>
                  <a:cubicBezTo>
                    <a:pt x="23" y="27"/>
                    <a:pt x="24" y="27"/>
                    <a:pt x="24" y="26"/>
                  </a:cubicBezTo>
                  <a:cubicBezTo>
                    <a:pt x="25" y="25"/>
                    <a:pt x="25" y="24"/>
                    <a:pt x="25" y="23"/>
                  </a:cubicBezTo>
                  <a:cubicBezTo>
                    <a:pt x="25" y="23"/>
                    <a:pt x="25" y="21"/>
                    <a:pt x="24" y="2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135"/>
            <p:cNvSpPr>
              <a:spLocks/>
            </p:cNvSpPr>
            <p:nvPr/>
          </p:nvSpPr>
          <p:spPr bwMode="auto">
            <a:xfrm>
              <a:off x="5791200" y="2928938"/>
              <a:ext cx="15875" cy="20638"/>
            </a:xfrm>
            <a:custGeom>
              <a:avLst/>
              <a:gdLst/>
              <a:ahLst/>
              <a:cxnLst>
                <a:cxn ang="0">
                  <a:pos x="9" y="10"/>
                </a:cxn>
                <a:cxn ang="0">
                  <a:pos x="9" y="7"/>
                </a:cxn>
                <a:cxn ang="0">
                  <a:pos x="8" y="3"/>
                </a:cxn>
                <a:cxn ang="0">
                  <a:pos x="5" y="1"/>
                </a:cxn>
                <a:cxn ang="0">
                  <a:pos x="1" y="1"/>
                </a:cxn>
                <a:cxn ang="0">
                  <a:pos x="0" y="3"/>
                </a:cxn>
                <a:cxn ang="0">
                  <a:pos x="0" y="6"/>
                </a:cxn>
                <a:cxn ang="0">
                  <a:pos x="4" y="8"/>
                </a:cxn>
                <a:cxn ang="0">
                  <a:pos x="5" y="12"/>
                </a:cxn>
                <a:cxn ang="0">
                  <a:pos x="8" y="12"/>
                </a:cxn>
                <a:cxn ang="0">
                  <a:pos x="9" y="10"/>
                </a:cxn>
              </a:cxnLst>
              <a:rect l="0" t="0" r="r" b="b"/>
              <a:pathLst>
                <a:path w="9" h="12">
                  <a:moveTo>
                    <a:pt x="9" y="10"/>
                  </a:moveTo>
                  <a:cubicBezTo>
                    <a:pt x="9" y="9"/>
                    <a:pt x="9" y="8"/>
                    <a:pt x="9" y="7"/>
                  </a:cubicBezTo>
                  <a:cubicBezTo>
                    <a:pt x="9" y="6"/>
                    <a:pt x="9" y="4"/>
                    <a:pt x="8" y="3"/>
                  </a:cubicBezTo>
                  <a:cubicBezTo>
                    <a:pt x="8" y="2"/>
                    <a:pt x="6" y="1"/>
                    <a:pt x="5" y="1"/>
                  </a:cubicBezTo>
                  <a:cubicBezTo>
                    <a:pt x="4" y="0"/>
                    <a:pt x="2" y="0"/>
                    <a:pt x="1" y="1"/>
                  </a:cubicBezTo>
                  <a:cubicBezTo>
                    <a:pt x="0" y="1"/>
                    <a:pt x="0" y="2"/>
                    <a:pt x="0" y="3"/>
                  </a:cubicBezTo>
                  <a:cubicBezTo>
                    <a:pt x="0" y="4"/>
                    <a:pt x="0" y="6"/>
                    <a:pt x="0" y="6"/>
                  </a:cubicBezTo>
                  <a:cubicBezTo>
                    <a:pt x="1" y="7"/>
                    <a:pt x="3" y="7"/>
                    <a:pt x="4" y="8"/>
                  </a:cubicBezTo>
                  <a:cubicBezTo>
                    <a:pt x="5" y="8"/>
                    <a:pt x="4" y="11"/>
                    <a:pt x="5" y="12"/>
                  </a:cubicBezTo>
                  <a:cubicBezTo>
                    <a:pt x="6" y="12"/>
                    <a:pt x="8" y="12"/>
                    <a:pt x="8" y="12"/>
                  </a:cubicBezTo>
                  <a:cubicBezTo>
                    <a:pt x="9" y="12"/>
                    <a:pt x="9" y="11"/>
                    <a:pt x="9"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136"/>
            <p:cNvSpPr>
              <a:spLocks/>
            </p:cNvSpPr>
            <p:nvPr/>
          </p:nvSpPr>
          <p:spPr bwMode="auto">
            <a:xfrm>
              <a:off x="5810250" y="2957513"/>
              <a:ext cx="11113" cy="9525"/>
            </a:xfrm>
            <a:custGeom>
              <a:avLst/>
              <a:gdLst/>
              <a:ahLst/>
              <a:cxnLst>
                <a:cxn ang="0">
                  <a:pos x="6" y="6"/>
                </a:cxn>
                <a:cxn ang="0">
                  <a:pos x="5" y="3"/>
                </a:cxn>
                <a:cxn ang="0">
                  <a:pos x="3" y="2"/>
                </a:cxn>
                <a:cxn ang="0">
                  <a:pos x="3" y="0"/>
                </a:cxn>
                <a:cxn ang="0">
                  <a:pos x="1" y="0"/>
                </a:cxn>
                <a:cxn ang="0">
                  <a:pos x="0" y="3"/>
                </a:cxn>
                <a:cxn ang="0">
                  <a:pos x="2" y="5"/>
                </a:cxn>
                <a:cxn ang="0">
                  <a:pos x="3" y="6"/>
                </a:cxn>
                <a:cxn ang="0">
                  <a:pos x="6" y="6"/>
                </a:cxn>
              </a:cxnLst>
              <a:rect l="0" t="0" r="r" b="b"/>
              <a:pathLst>
                <a:path w="6" h="6">
                  <a:moveTo>
                    <a:pt x="6" y="6"/>
                  </a:moveTo>
                  <a:cubicBezTo>
                    <a:pt x="6" y="5"/>
                    <a:pt x="5" y="3"/>
                    <a:pt x="5" y="3"/>
                  </a:cubicBezTo>
                  <a:cubicBezTo>
                    <a:pt x="5" y="3"/>
                    <a:pt x="4" y="2"/>
                    <a:pt x="3" y="2"/>
                  </a:cubicBezTo>
                  <a:cubicBezTo>
                    <a:pt x="3" y="2"/>
                    <a:pt x="3" y="0"/>
                    <a:pt x="3" y="0"/>
                  </a:cubicBezTo>
                  <a:cubicBezTo>
                    <a:pt x="2" y="0"/>
                    <a:pt x="1" y="0"/>
                    <a:pt x="1" y="0"/>
                  </a:cubicBezTo>
                  <a:cubicBezTo>
                    <a:pt x="0" y="1"/>
                    <a:pt x="0" y="3"/>
                    <a:pt x="0" y="3"/>
                  </a:cubicBezTo>
                  <a:cubicBezTo>
                    <a:pt x="1" y="4"/>
                    <a:pt x="1" y="5"/>
                    <a:pt x="2" y="5"/>
                  </a:cubicBezTo>
                  <a:cubicBezTo>
                    <a:pt x="2" y="5"/>
                    <a:pt x="3" y="5"/>
                    <a:pt x="3" y="6"/>
                  </a:cubicBezTo>
                  <a:cubicBezTo>
                    <a:pt x="4" y="6"/>
                    <a:pt x="5" y="6"/>
                    <a:pt x="6"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137"/>
            <p:cNvSpPr>
              <a:spLocks/>
            </p:cNvSpPr>
            <p:nvPr/>
          </p:nvSpPr>
          <p:spPr bwMode="auto">
            <a:xfrm>
              <a:off x="5864225" y="2803526"/>
              <a:ext cx="25400" cy="25400"/>
            </a:xfrm>
            <a:custGeom>
              <a:avLst/>
              <a:gdLst/>
              <a:ahLst/>
              <a:cxnLst>
                <a:cxn ang="0">
                  <a:pos x="14" y="6"/>
                </a:cxn>
                <a:cxn ang="0">
                  <a:pos x="15" y="7"/>
                </a:cxn>
                <a:cxn ang="0">
                  <a:pos x="13" y="9"/>
                </a:cxn>
                <a:cxn ang="0">
                  <a:pos x="10" y="11"/>
                </a:cxn>
                <a:cxn ang="0">
                  <a:pos x="8" y="14"/>
                </a:cxn>
                <a:cxn ang="0">
                  <a:pos x="5" y="15"/>
                </a:cxn>
                <a:cxn ang="0">
                  <a:pos x="1" y="14"/>
                </a:cxn>
                <a:cxn ang="0">
                  <a:pos x="1" y="12"/>
                </a:cxn>
                <a:cxn ang="0">
                  <a:pos x="3" y="9"/>
                </a:cxn>
                <a:cxn ang="0">
                  <a:pos x="7" y="7"/>
                </a:cxn>
                <a:cxn ang="0">
                  <a:pos x="10" y="3"/>
                </a:cxn>
                <a:cxn ang="0">
                  <a:pos x="11" y="0"/>
                </a:cxn>
                <a:cxn ang="0">
                  <a:pos x="12" y="2"/>
                </a:cxn>
                <a:cxn ang="0">
                  <a:pos x="14" y="6"/>
                </a:cxn>
              </a:cxnLst>
              <a:rect l="0" t="0" r="r" b="b"/>
              <a:pathLst>
                <a:path w="15" h="15">
                  <a:moveTo>
                    <a:pt x="14" y="6"/>
                  </a:moveTo>
                  <a:cubicBezTo>
                    <a:pt x="14" y="6"/>
                    <a:pt x="15" y="6"/>
                    <a:pt x="15" y="7"/>
                  </a:cubicBezTo>
                  <a:cubicBezTo>
                    <a:pt x="14" y="7"/>
                    <a:pt x="13" y="8"/>
                    <a:pt x="13" y="9"/>
                  </a:cubicBezTo>
                  <a:cubicBezTo>
                    <a:pt x="12" y="9"/>
                    <a:pt x="11" y="10"/>
                    <a:pt x="10" y="11"/>
                  </a:cubicBezTo>
                  <a:cubicBezTo>
                    <a:pt x="10" y="12"/>
                    <a:pt x="9" y="13"/>
                    <a:pt x="8" y="14"/>
                  </a:cubicBezTo>
                  <a:cubicBezTo>
                    <a:pt x="8" y="14"/>
                    <a:pt x="6" y="15"/>
                    <a:pt x="5" y="15"/>
                  </a:cubicBezTo>
                  <a:cubicBezTo>
                    <a:pt x="4" y="15"/>
                    <a:pt x="2" y="15"/>
                    <a:pt x="1" y="14"/>
                  </a:cubicBezTo>
                  <a:cubicBezTo>
                    <a:pt x="0" y="14"/>
                    <a:pt x="0" y="13"/>
                    <a:pt x="1" y="12"/>
                  </a:cubicBezTo>
                  <a:cubicBezTo>
                    <a:pt x="1" y="11"/>
                    <a:pt x="2" y="10"/>
                    <a:pt x="3" y="9"/>
                  </a:cubicBezTo>
                  <a:cubicBezTo>
                    <a:pt x="4" y="8"/>
                    <a:pt x="6" y="8"/>
                    <a:pt x="7" y="7"/>
                  </a:cubicBezTo>
                  <a:cubicBezTo>
                    <a:pt x="8" y="6"/>
                    <a:pt x="9" y="4"/>
                    <a:pt x="10" y="3"/>
                  </a:cubicBezTo>
                  <a:cubicBezTo>
                    <a:pt x="10" y="2"/>
                    <a:pt x="10" y="1"/>
                    <a:pt x="11" y="0"/>
                  </a:cubicBezTo>
                  <a:cubicBezTo>
                    <a:pt x="11" y="0"/>
                    <a:pt x="12" y="1"/>
                    <a:pt x="12" y="2"/>
                  </a:cubicBezTo>
                  <a:cubicBezTo>
                    <a:pt x="13" y="2"/>
                    <a:pt x="13" y="5"/>
                    <a:pt x="14"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138"/>
            <p:cNvSpPr>
              <a:spLocks/>
            </p:cNvSpPr>
            <p:nvPr/>
          </p:nvSpPr>
          <p:spPr bwMode="auto">
            <a:xfrm>
              <a:off x="5626100" y="2805113"/>
              <a:ext cx="554038" cy="566738"/>
            </a:xfrm>
            <a:custGeom>
              <a:avLst/>
              <a:gdLst/>
              <a:ahLst/>
              <a:cxnLst>
                <a:cxn ang="0">
                  <a:pos x="52" y="276"/>
                </a:cxn>
                <a:cxn ang="0">
                  <a:pos x="59" y="255"/>
                </a:cxn>
                <a:cxn ang="0">
                  <a:pos x="52" y="250"/>
                </a:cxn>
                <a:cxn ang="0">
                  <a:pos x="87" y="230"/>
                </a:cxn>
                <a:cxn ang="0">
                  <a:pos x="101" y="215"/>
                </a:cxn>
                <a:cxn ang="0">
                  <a:pos x="79" y="211"/>
                </a:cxn>
                <a:cxn ang="0">
                  <a:pos x="104" y="195"/>
                </a:cxn>
                <a:cxn ang="0">
                  <a:pos x="96" y="175"/>
                </a:cxn>
                <a:cxn ang="0">
                  <a:pos x="72" y="196"/>
                </a:cxn>
                <a:cxn ang="0">
                  <a:pos x="44" y="211"/>
                </a:cxn>
                <a:cxn ang="0">
                  <a:pos x="62" y="209"/>
                </a:cxn>
                <a:cxn ang="0">
                  <a:pos x="75" y="217"/>
                </a:cxn>
                <a:cxn ang="0">
                  <a:pos x="55" y="234"/>
                </a:cxn>
                <a:cxn ang="0">
                  <a:pos x="25" y="256"/>
                </a:cxn>
                <a:cxn ang="0">
                  <a:pos x="1" y="252"/>
                </a:cxn>
                <a:cxn ang="0">
                  <a:pos x="26" y="220"/>
                </a:cxn>
                <a:cxn ang="0">
                  <a:pos x="57" y="183"/>
                </a:cxn>
                <a:cxn ang="0">
                  <a:pos x="69" y="144"/>
                </a:cxn>
                <a:cxn ang="0">
                  <a:pos x="47" y="118"/>
                </a:cxn>
                <a:cxn ang="0">
                  <a:pos x="61" y="121"/>
                </a:cxn>
                <a:cxn ang="0">
                  <a:pos x="57" y="108"/>
                </a:cxn>
                <a:cxn ang="0">
                  <a:pos x="71" y="104"/>
                </a:cxn>
                <a:cxn ang="0">
                  <a:pos x="75" y="88"/>
                </a:cxn>
                <a:cxn ang="0">
                  <a:pos x="88" y="101"/>
                </a:cxn>
                <a:cxn ang="0">
                  <a:pos x="96" y="111"/>
                </a:cxn>
                <a:cxn ang="0">
                  <a:pos x="95" y="124"/>
                </a:cxn>
                <a:cxn ang="0">
                  <a:pos x="106" y="117"/>
                </a:cxn>
                <a:cxn ang="0">
                  <a:pos x="115" y="103"/>
                </a:cxn>
                <a:cxn ang="0">
                  <a:pos x="132" y="91"/>
                </a:cxn>
                <a:cxn ang="0">
                  <a:pos x="122" y="91"/>
                </a:cxn>
                <a:cxn ang="0">
                  <a:pos x="110" y="73"/>
                </a:cxn>
                <a:cxn ang="0">
                  <a:pos x="133" y="76"/>
                </a:cxn>
                <a:cxn ang="0">
                  <a:pos x="149" y="61"/>
                </a:cxn>
                <a:cxn ang="0">
                  <a:pos x="125" y="66"/>
                </a:cxn>
                <a:cxn ang="0">
                  <a:pos x="125" y="58"/>
                </a:cxn>
                <a:cxn ang="0">
                  <a:pos x="133" y="49"/>
                </a:cxn>
                <a:cxn ang="0">
                  <a:pos x="158" y="32"/>
                </a:cxn>
                <a:cxn ang="0">
                  <a:pos x="164" y="26"/>
                </a:cxn>
                <a:cxn ang="0">
                  <a:pos x="139" y="36"/>
                </a:cxn>
                <a:cxn ang="0">
                  <a:pos x="118" y="51"/>
                </a:cxn>
                <a:cxn ang="0">
                  <a:pos x="103" y="59"/>
                </a:cxn>
                <a:cxn ang="0">
                  <a:pos x="105" y="50"/>
                </a:cxn>
                <a:cxn ang="0">
                  <a:pos x="122" y="43"/>
                </a:cxn>
                <a:cxn ang="0">
                  <a:pos x="120" y="32"/>
                </a:cxn>
                <a:cxn ang="0">
                  <a:pos x="143" y="21"/>
                </a:cxn>
                <a:cxn ang="0">
                  <a:pos x="156" y="13"/>
                </a:cxn>
                <a:cxn ang="0">
                  <a:pos x="189" y="24"/>
                </a:cxn>
                <a:cxn ang="0">
                  <a:pos x="219" y="20"/>
                </a:cxn>
                <a:cxn ang="0">
                  <a:pos x="251" y="3"/>
                </a:cxn>
                <a:cxn ang="0">
                  <a:pos x="308" y="1"/>
                </a:cxn>
                <a:cxn ang="0">
                  <a:pos x="295" y="53"/>
                </a:cxn>
                <a:cxn ang="0">
                  <a:pos x="287" y="108"/>
                </a:cxn>
                <a:cxn ang="0">
                  <a:pos x="307" y="156"/>
                </a:cxn>
                <a:cxn ang="0">
                  <a:pos x="268" y="187"/>
                </a:cxn>
                <a:cxn ang="0">
                  <a:pos x="181" y="219"/>
                </a:cxn>
                <a:cxn ang="0">
                  <a:pos x="155" y="271"/>
                </a:cxn>
                <a:cxn ang="0">
                  <a:pos x="140" y="327"/>
                </a:cxn>
                <a:cxn ang="0">
                  <a:pos x="94" y="302"/>
                </a:cxn>
              </a:cxnLst>
              <a:rect l="0" t="0" r="r" b="b"/>
              <a:pathLst>
                <a:path w="321" h="328">
                  <a:moveTo>
                    <a:pt x="59" y="295"/>
                  </a:moveTo>
                  <a:cubicBezTo>
                    <a:pt x="57" y="293"/>
                    <a:pt x="54" y="289"/>
                    <a:pt x="53" y="287"/>
                  </a:cubicBezTo>
                  <a:cubicBezTo>
                    <a:pt x="53" y="287"/>
                    <a:pt x="54" y="287"/>
                    <a:pt x="54" y="287"/>
                  </a:cubicBezTo>
                  <a:cubicBezTo>
                    <a:pt x="55" y="287"/>
                    <a:pt x="55" y="285"/>
                    <a:pt x="55" y="285"/>
                  </a:cubicBezTo>
                  <a:cubicBezTo>
                    <a:pt x="56" y="283"/>
                    <a:pt x="56" y="281"/>
                    <a:pt x="56" y="279"/>
                  </a:cubicBezTo>
                  <a:cubicBezTo>
                    <a:pt x="55" y="278"/>
                    <a:pt x="52" y="277"/>
                    <a:pt x="52" y="276"/>
                  </a:cubicBezTo>
                  <a:cubicBezTo>
                    <a:pt x="51" y="275"/>
                    <a:pt x="51" y="273"/>
                    <a:pt x="51" y="272"/>
                  </a:cubicBezTo>
                  <a:cubicBezTo>
                    <a:pt x="51" y="270"/>
                    <a:pt x="52" y="267"/>
                    <a:pt x="53" y="266"/>
                  </a:cubicBezTo>
                  <a:cubicBezTo>
                    <a:pt x="54" y="265"/>
                    <a:pt x="57" y="264"/>
                    <a:pt x="58" y="263"/>
                  </a:cubicBezTo>
                  <a:cubicBezTo>
                    <a:pt x="58" y="263"/>
                    <a:pt x="59" y="261"/>
                    <a:pt x="59" y="260"/>
                  </a:cubicBezTo>
                  <a:cubicBezTo>
                    <a:pt x="60" y="259"/>
                    <a:pt x="60" y="257"/>
                    <a:pt x="60" y="257"/>
                  </a:cubicBezTo>
                  <a:cubicBezTo>
                    <a:pt x="60" y="256"/>
                    <a:pt x="59" y="255"/>
                    <a:pt x="59" y="255"/>
                  </a:cubicBezTo>
                  <a:cubicBezTo>
                    <a:pt x="58" y="255"/>
                    <a:pt x="56" y="256"/>
                    <a:pt x="55" y="256"/>
                  </a:cubicBezTo>
                  <a:cubicBezTo>
                    <a:pt x="54" y="257"/>
                    <a:pt x="53" y="259"/>
                    <a:pt x="52" y="260"/>
                  </a:cubicBezTo>
                  <a:cubicBezTo>
                    <a:pt x="51" y="260"/>
                    <a:pt x="49" y="260"/>
                    <a:pt x="49" y="260"/>
                  </a:cubicBezTo>
                  <a:cubicBezTo>
                    <a:pt x="48" y="259"/>
                    <a:pt x="47" y="257"/>
                    <a:pt x="47" y="257"/>
                  </a:cubicBezTo>
                  <a:cubicBezTo>
                    <a:pt x="47" y="255"/>
                    <a:pt x="49" y="253"/>
                    <a:pt x="49" y="252"/>
                  </a:cubicBezTo>
                  <a:cubicBezTo>
                    <a:pt x="50" y="251"/>
                    <a:pt x="51" y="250"/>
                    <a:pt x="52" y="250"/>
                  </a:cubicBezTo>
                  <a:cubicBezTo>
                    <a:pt x="54" y="249"/>
                    <a:pt x="57" y="248"/>
                    <a:pt x="59" y="247"/>
                  </a:cubicBezTo>
                  <a:cubicBezTo>
                    <a:pt x="60" y="245"/>
                    <a:pt x="62" y="242"/>
                    <a:pt x="64" y="241"/>
                  </a:cubicBezTo>
                  <a:cubicBezTo>
                    <a:pt x="65" y="239"/>
                    <a:pt x="69" y="238"/>
                    <a:pt x="71" y="237"/>
                  </a:cubicBezTo>
                  <a:cubicBezTo>
                    <a:pt x="72" y="237"/>
                    <a:pt x="74" y="237"/>
                    <a:pt x="76" y="237"/>
                  </a:cubicBezTo>
                  <a:cubicBezTo>
                    <a:pt x="78" y="237"/>
                    <a:pt x="82" y="237"/>
                    <a:pt x="83" y="236"/>
                  </a:cubicBezTo>
                  <a:cubicBezTo>
                    <a:pt x="85" y="235"/>
                    <a:pt x="86" y="231"/>
                    <a:pt x="87" y="230"/>
                  </a:cubicBezTo>
                  <a:cubicBezTo>
                    <a:pt x="88" y="229"/>
                    <a:pt x="91" y="227"/>
                    <a:pt x="92" y="227"/>
                  </a:cubicBezTo>
                  <a:cubicBezTo>
                    <a:pt x="94" y="226"/>
                    <a:pt x="98" y="227"/>
                    <a:pt x="100" y="227"/>
                  </a:cubicBezTo>
                  <a:cubicBezTo>
                    <a:pt x="101" y="227"/>
                    <a:pt x="104" y="226"/>
                    <a:pt x="105" y="225"/>
                  </a:cubicBezTo>
                  <a:cubicBezTo>
                    <a:pt x="106" y="224"/>
                    <a:pt x="108" y="222"/>
                    <a:pt x="108" y="220"/>
                  </a:cubicBezTo>
                  <a:cubicBezTo>
                    <a:pt x="108" y="219"/>
                    <a:pt x="107" y="215"/>
                    <a:pt x="106" y="214"/>
                  </a:cubicBezTo>
                  <a:cubicBezTo>
                    <a:pt x="105" y="214"/>
                    <a:pt x="102" y="215"/>
                    <a:pt x="101" y="215"/>
                  </a:cubicBezTo>
                  <a:cubicBezTo>
                    <a:pt x="100" y="215"/>
                    <a:pt x="97" y="215"/>
                    <a:pt x="96" y="214"/>
                  </a:cubicBezTo>
                  <a:cubicBezTo>
                    <a:pt x="95" y="214"/>
                    <a:pt x="94" y="212"/>
                    <a:pt x="93" y="211"/>
                  </a:cubicBezTo>
                  <a:cubicBezTo>
                    <a:pt x="92" y="211"/>
                    <a:pt x="91" y="212"/>
                    <a:pt x="90" y="212"/>
                  </a:cubicBezTo>
                  <a:cubicBezTo>
                    <a:pt x="89" y="213"/>
                    <a:pt x="87" y="214"/>
                    <a:pt x="85" y="214"/>
                  </a:cubicBezTo>
                  <a:cubicBezTo>
                    <a:pt x="84" y="215"/>
                    <a:pt x="82" y="215"/>
                    <a:pt x="81" y="215"/>
                  </a:cubicBezTo>
                  <a:cubicBezTo>
                    <a:pt x="80" y="214"/>
                    <a:pt x="79" y="212"/>
                    <a:pt x="79" y="211"/>
                  </a:cubicBezTo>
                  <a:cubicBezTo>
                    <a:pt x="79" y="210"/>
                    <a:pt x="81" y="207"/>
                    <a:pt x="82" y="206"/>
                  </a:cubicBezTo>
                  <a:cubicBezTo>
                    <a:pt x="82" y="206"/>
                    <a:pt x="85" y="205"/>
                    <a:pt x="86" y="204"/>
                  </a:cubicBezTo>
                  <a:cubicBezTo>
                    <a:pt x="87" y="203"/>
                    <a:pt x="89" y="200"/>
                    <a:pt x="90" y="199"/>
                  </a:cubicBezTo>
                  <a:cubicBezTo>
                    <a:pt x="91" y="198"/>
                    <a:pt x="93" y="197"/>
                    <a:pt x="94" y="196"/>
                  </a:cubicBezTo>
                  <a:cubicBezTo>
                    <a:pt x="95" y="196"/>
                    <a:pt x="97" y="195"/>
                    <a:pt x="98" y="195"/>
                  </a:cubicBezTo>
                  <a:cubicBezTo>
                    <a:pt x="99" y="195"/>
                    <a:pt x="102" y="195"/>
                    <a:pt x="104" y="195"/>
                  </a:cubicBezTo>
                  <a:cubicBezTo>
                    <a:pt x="105" y="194"/>
                    <a:pt x="108" y="192"/>
                    <a:pt x="109" y="191"/>
                  </a:cubicBezTo>
                  <a:cubicBezTo>
                    <a:pt x="109" y="189"/>
                    <a:pt x="109" y="186"/>
                    <a:pt x="108" y="184"/>
                  </a:cubicBezTo>
                  <a:cubicBezTo>
                    <a:pt x="107" y="183"/>
                    <a:pt x="105" y="183"/>
                    <a:pt x="104" y="182"/>
                  </a:cubicBezTo>
                  <a:cubicBezTo>
                    <a:pt x="103" y="182"/>
                    <a:pt x="100" y="183"/>
                    <a:pt x="99" y="182"/>
                  </a:cubicBezTo>
                  <a:cubicBezTo>
                    <a:pt x="98" y="182"/>
                    <a:pt x="95" y="181"/>
                    <a:pt x="95" y="180"/>
                  </a:cubicBezTo>
                  <a:cubicBezTo>
                    <a:pt x="95" y="179"/>
                    <a:pt x="97" y="176"/>
                    <a:pt x="96" y="175"/>
                  </a:cubicBezTo>
                  <a:cubicBezTo>
                    <a:pt x="96" y="175"/>
                    <a:pt x="95" y="174"/>
                    <a:pt x="94" y="173"/>
                  </a:cubicBezTo>
                  <a:cubicBezTo>
                    <a:pt x="93" y="173"/>
                    <a:pt x="91" y="174"/>
                    <a:pt x="90" y="175"/>
                  </a:cubicBezTo>
                  <a:cubicBezTo>
                    <a:pt x="89" y="176"/>
                    <a:pt x="87" y="180"/>
                    <a:pt x="87" y="181"/>
                  </a:cubicBezTo>
                  <a:cubicBezTo>
                    <a:pt x="86" y="183"/>
                    <a:pt x="85" y="186"/>
                    <a:pt x="84" y="187"/>
                  </a:cubicBezTo>
                  <a:cubicBezTo>
                    <a:pt x="83" y="189"/>
                    <a:pt x="80" y="192"/>
                    <a:pt x="78" y="193"/>
                  </a:cubicBezTo>
                  <a:cubicBezTo>
                    <a:pt x="76" y="194"/>
                    <a:pt x="73" y="195"/>
                    <a:pt x="72" y="196"/>
                  </a:cubicBezTo>
                  <a:cubicBezTo>
                    <a:pt x="70" y="197"/>
                    <a:pt x="67" y="199"/>
                    <a:pt x="66" y="200"/>
                  </a:cubicBezTo>
                  <a:cubicBezTo>
                    <a:pt x="65" y="200"/>
                    <a:pt x="64" y="201"/>
                    <a:pt x="63" y="202"/>
                  </a:cubicBezTo>
                  <a:cubicBezTo>
                    <a:pt x="62" y="203"/>
                    <a:pt x="61" y="204"/>
                    <a:pt x="60" y="204"/>
                  </a:cubicBezTo>
                  <a:cubicBezTo>
                    <a:pt x="58" y="205"/>
                    <a:pt x="54" y="205"/>
                    <a:pt x="53" y="205"/>
                  </a:cubicBezTo>
                  <a:cubicBezTo>
                    <a:pt x="51" y="206"/>
                    <a:pt x="49" y="207"/>
                    <a:pt x="48" y="207"/>
                  </a:cubicBezTo>
                  <a:cubicBezTo>
                    <a:pt x="47" y="208"/>
                    <a:pt x="45" y="210"/>
                    <a:pt x="44" y="211"/>
                  </a:cubicBezTo>
                  <a:cubicBezTo>
                    <a:pt x="43" y="212"/>
                    <a:pt x="42" y="214"/>
                    <a:pt x="42" y="216"/>
                  </a:cubicBezTo>
                  <a:cubicBezTo>
                    <a:pt x="42" y="216"/>
                    <a:pt x="43" y="217"/>
                    <a:pt x="43" y="217"/>
                  </a:cubicBezTo>
                  <a:cubicBezTo>
                    <a:pt x="44" y="217"/>
                    <a:pt x="47" y="216"/>
                    <a:pt x="48" y="216"/>
                  </a:cubicBezTo>
                  <a:cubicBezTo>
                    <a:pt x="48" y="215"/>
                    <a:pt x="49" y="213"/>
                    <a:pt x="50" y="213"/>
                  </a:cubicBezTo>
                  <a:cubicBezTo>
                    <a:pt x="51" y="212"/>
                    <a:pt x="54" y="213"/>
                    <a:pt x="56" y="213"/>
                  </a:cubicBezTo>
                  <a:cubicBezTo>
                    <a:pt x="57" y="212"/>
                    <a:pt x="60" y="210"/>
                    <a:pt x="62" y="209"/>
                  </a:cubicBezTo>
                  <a:cubicBezTo>
                    <a:pt x="62" y="208"/>
                    <a:pt x="64" y="206"/>
                    <a:pt x="65" y="206"/>
                  </a:cubicBezTo>
                  <a:cubicBezTo>
                    <a:pt x="66" y="206"/>
                    <a:pt x="68" y="206"/>
                    <a:pt x="68" y="206"/>
                  </a:cubicBezTo>
                  <a:cubicBezTo>
                    <a:pt x="69" y="207"/>
                    <a:pt x="71" y="207"/>
                    <a:pt x="72" y="208"/>
                  </a:cubicBezTo>
                  <a:cubicBezTo>
                    <a:pt x="72" y="209"/>
                    <a:pt x="73" y="210"/>
                    <a:pt x="74" y="211"/>
                  </a:cubicBezTo>
                  <a:cubicBezTo>
                    <a:pt x="74" y="212"/>
                    <a:pt x="75" y="213"/>
                    <a:pt x="76" y="214"/>
                  </a:cubicBezTo>
                  <a:cubicBezTo>
                    <a:pt x="76" y="214"/>
                    <a:pt x="76" y="216"/>
                    <a:pt x="75" y="217"/>
                  </a:cubicBezTo>
                  <a:cubicBezTo>
                    <a:pt x="75" y="218"/>
                    <a:pt x="73" y="219"/>
                    <a:pt x="73" y="220"/>
                  </a:cubicBezTo>
                  <a:cubicBezTo>
                    <a:pt x="72" y="220"/>
                    <a:pt x="69" y="221"/>
                    <a:pt x="69" y="222"/>
                  </a:cubicBezTo>
                  <a:cubicBezTo>
                    <a:pt x="68" y="223"/>
                    <a:pt x="69" y="226"/>
                    <a:pt x="68" y="227"/>
                  </a:cubicBezTo>
                  <a:cubicBezTo>
                    <a:pt x="68" y="228"/>
                    <a:pt x="67" y="230"/>
                    <a:pt x="66" y="231"/>
                  </a:cubicBezTo>
                  <a:cubicBezTo>
                    <a:pt x="65" y="232"/>
                    <a:pt x="62" y="234"/>
                    <a:pt x="61" y="234"/>
                  </a:cubicBezTo>
                  <a:cubicBezTo>
                    <a:pt x="59" y="234"/>
                    <a:pt x="56" y="234"/>
                    <a:pt x="55" y="234"/>
                  </a:cubicBezTo>
                  <a:cubicBezTo>
                    <a:pt x="54" y="234"/>
                    <a:pt x="51" y="235"/>
                    <a:pt x="50" y="236"/>
                  </a:cubicBezTo>
                  <a:cubicBezTo>
                    <a:pt x="49" y="237"/>
                    <a:pt x="47" y="239"/>
                    <a:pt x="46" y="240"/>
                  </a:cubicBezTo>
                  <a:cubicBezTo>
                    <a:pt x="45" y="241"/>
                    <a:pt x="43" y="243"/>
                    <a:pt x="42" y="244"/>
                  </a:cubicBezTo>
                  <a:cubicBezTo>
                    <a:pt x="41" y="245"/>
                    <a:pt x="39" y="246"/>
                    <a:pt x="38" y="247"/>
                  </a:cubicBezTo>
                  <a:cubicBezTo>
                    <a:pt x="37" y="248"/>
                    <a:pt x="35" y="251"/>
                    <a:pt x="33" y="252"/>
                  </a:cubicBezTo>
                  <a:cubicBezTo>
                    <a:pt x="31" y="253"/>
                    <a:pt x="27" y="255"/>
                    <a:pt x="25" y="256"/>
                  </a:cubicBezTo>
                  <a:cubicBezTo>
                    <a:pt x="23" y="256"/>
                    <a:pt x="18" y="257"/>
                    <a:pt x="16" y="257"/>
                  </a:cubicBezTo>
                  <a:cubicBezTo>
                    <a:pt x="14" y="258"/>
                    <a:pt x="11" y="258"/>
                    <a:pt x="9" y="259"/>
                  </a:cubicBezTo>
                  <a:cubicBezTo>
                    <a:pt x="8" y="259"/>
                    <a:pt x="6" y="261"/>
                    <a:pt x="5" y="262"/>
                  </a:cubicBezTo>
                  <a:cubicBezTo>
                    <a:pt x="4" y="262"/>
                    <a:pt x="4" y="263"/>
                    <a:pt x="4" y="263"/>
                  </a:cubicBezTo>
                  <a:cubicBezTo>
                    <a:pt x="3" y="261"/>
                    <a:pt x="2" y="260"/>
                    <a:pt x="1" y="259"/>
                  </a:cubicBezTo>
                  <a:cubicBezTo>
                    <a:pt x="1" y="257"/>
                    <a:pt x="0" y="253"/>
                    <a:pt x="1" y="252"/>
                  </a:cubicBezTo>
                  <a:cubicBezTo>
                    <a:pt x="1" y="250"/>
                    <a:pt x="4" y="247"/>
                    <a:pt x="5" y="245"/>
                  </a:cubicBezTo>
                  <a:cubicBezTo>
                    <a:pt x="7" y="243"/>
                    <a:pt x="11" y="240"/>
                    <a:pt x="13" y="239"/>
                  </a:cubicBezTo>
                  <a:cubicBezTo>
                    <a:pt x="14" y="237"/>
                    <a:pt x="16" y="233"/>
                    <a:pt x="18" y="232"/>
                  </a:cubicBezTo>
                  <a:cubicBezTo>
                    <a:pt x="19" y="231"/>
                    <a:pt x="21" y="231"/>
                    <a:pt x="22" y="230"/>
                  </a:cubicBezTo>
                  <a:cubicBezTo>
                    <a:pt x="23" y="229"/>
                    <a:pt x="24" y="228"/>
                    <a:pt x="25" y="227"/>
                  </a:cubicBezTo>
                  <a:cubicBezTo>
                    <a:pt x="25" y="225"/>
                    <a:pt x="25" y="221"/>
                    <a:pt x="26" y="220"/>
                  </a:cubicBezTo>
                  <a:cubicBezTo>
                    <a:pt x="27" y="218"/>
                    <a:pt x="30" y="215"/>
                    <a:pt x="31" y="213"/>
                  </a:cubicBezTo>
                  <a:cubicBezTo>
                    <a:pt x="32" y="211"/>
                    <a:pt x="33" y="207"/>
                    <a:pt x="34" y="206"/>
                  </a:cubicBezTo>
                  <a:cubicBezTo>
                    <a:pt x="36" y="204"/>
                    <a:pt x="40" y="200"/>
                    <a:pt x="42" y="199"/>
                  </a:cubicBezTo>
                  <a:cubicBezTo>
                    <a:pt x="44" y="197"/>
                    <a:pt x="48" y="195"/>
                    <a:pt x="49" y="193"/>
                  </a:cubicBezTo>
                  <a:cubicBezTo>
                    <a:pt x="51" y="192"/>
                    <a:pt x="52" y="189"/>
                    <a:pt x="53" y="188"/>
                  </a:cubicBezTo>
                  <a:cubicBezTo>
                    <a:pt x="54" y="187"/>
                    <a:pt x="56" y="184"/>
                    <a:pt x="57" y="183"/>
                  </a:cubicBezTo>
                  <a:cubicBezTo>
                    <a:pt x="58" y="181"/>
                    <a:pt x="60" y="178"/>
                    <a:pt x="60" y="176"/>
                  </a:cubicBezTo>
                  <a:cubicBezTo>
                    <a:pt x="61" y="174"/>
                    <a:pt x="60" y="171"/>
                    <a:pt x="60" y="169"/>
                  </a:cubicBezTo>
                  <a:cubicBezTo>
                    <a:pt x="60" y="167"/>
                    <a:pt x="58" y="163"/>
                    <a:pt x="58" y="161"/>
                  </a:cubicBezTo>
                  <a:cubicBezTo>
                    <a:pt x="58" y="160"/>
                    <a:pt x="58" y="156"/>
                    <a:pt x="58" y="155"/>
                  </a:cubicBezTo>
                  <a:cubicBezTo>
                    <a:pt x="59" y="154"/>
                    <a:pt x="62" y="152"/>
                    <a:pt x="63" y="150"/>
                  </a:cubicBezTo>
                  <a:cubicBezTo>
                    <a:pt x="65" y="149"/>
                    <a:pt x="68" y="146"/>
                    <a:pt x="69" y="144"/>
                  </a:cubicBezTo>
                  <a:cubicBezTo>
                    <a:pt x="70" y="143"/>
                    <a:pt x="70" y="139"/>
                    <a:pt x="70" y="138"/>
                  </a:cubicBezTo>
                  <a:cubicBezTo>
                    <a:pt x="69" y="136"/>
                    <a:pt x="66" y="135"/>
                    <a:pt x="65" y="134"/>
                  </a:cubicBezTo>
                  <a:cubicBezTo>
                    <a:pt x="62" y="131"/>
                    <a:pt x="56" y="128"/>
                    <a:pt x="54" y="126"/>
                  </a:cubicBezTo>
                  <a:cubicBezTo>
                    <a:pt x="53" y="125"/>
                    <a:pt x="50" y="123"/>
                    <a:pt x="49" y="122"/>
                  </a:cubicBezTo>
                  <a:cubicBezTo>
                    <a:pt x="49" y="122"/>
                    <a:pt x="49" y="122"/>
                    <a:pt x="49" y="122"/>
                  </a:cubicBezTo>
                  <a:cubicBezTo>
                    <a:pt x="49" y="121"/>
                    <a:pt x="48" y="119"/>
                    <a:pt x="47" y="118"/>
                  </a:cubicBezTo>
                  <a:cubicBezTo>
                    <a:pt x="47" y="117"/>
                    <a:pt x="48" y="115"/>
                    <a:pt x="49" y="114"/>
                  </a:cubicBezTo>
                  <a:cubicBezTo>
                    <a:pt x="49" y="113"/>
                    <a:pt x="50" y="112"/>
                    <a:pt x="51" y="112"/>
                  </a:cubicBezTo>
                  <a:cubicBezTo>
                    <a:pt x="52" y="112"/>
                    <a:pt x="54" y="114"/>
                    <a:pt x="55" y="115"/>
                  </a:cubicBezTo>
                  <a:cubicBezTo>
                    <a:pt x="55" y="116"/>
                    <a:pt x="56" y="118"/>
                    <a:pt x="56" y="119"/>
                  </a:cubicBezTo>
                  <a:cubicBezTo>
                    <a:pt x="57" y="119"/>
                    <a:pt x="58" y="119"/>
                    <a:pt x="59" y="119"/>
                  </a:cubicBezTo>
                  <a:cubicBezTo>
                    <a:pt x="60" y="119"/>
                    <a:pt x="61" y="121"/>
                    <a:pt x="61" y="121"/>
                  </a:cubicBezTo>
                  <a:cubicBezTo>
                    <a:pt x="62" y="121"/>
                    <a:pt x="64" y="122"/>
                    <a:pt x="64" y="121"/>
                  </a:cubicBezTo>
                  <a:cubicBezTo>
                    <a:pt x="65" y="120"/>
                    <a:pt x="66" y="118"/>
                    <a:pt x="65" y="116"/>
                  </a:cubicBezTo>
                  <a:cubicBezTo>
                    <a:pt x="65" y="115"/>
                    <a:pt x="65" y="112"/>
                    <a:pt x="64" y="112"/>
                  </a:cubicBezTo>
                  <a:cubicBezTo>
                    <a:pt x="63" y="111"/>
                    <a:pt x="61" y="112"/>
                    <a:pt x="61" y="112"/>
                  </a:cubicBezTo>
                  <a:cubicBezTo>
                    <a:pt x="60" y="112"/>
                    <a:pt x="57" y="111"/>
                    <a:pt x="57" y="110"/>
                  </a:cubicBezTo>
                  <a:cubicBezTo>
                    <a:pt x="56" y="110"/>
                    <a:pt x="56" y="108"/>
                    <a:pt x="57" y="108"/>
                  </a:cubicBezTo>
                  <a:cubicBezTo>
                    <a:pt x="57" y="107"/>
                    <a:pt x="59" y="105"/>
                    <a:pt x="59" y="105"/>
                  </a:cubicBezTo>
                  <a:cubicBezTo>
                    <a:pt x="60" y="104"/>
                    <a:pt x="62" y="105"/>
                    <a:pt x="63" y="104"/>
                  </a:cubicBezTo>
                  <a:cubicBezTo>
                    <a:pt x="64" y="104"/>
                    <a:pt x="64" y="102"/>
                    <a:pt x="64" y="102"/>
                  </a:cubicBezTo>
                  <a:cubicBezTo>
                    <a:pt x="64" y="101"/>
                    <a:pt x="65" y="100"/>
                    <a:pt x="66" y="100"/>
                  </a:cubicBezTo>
                  <a:cubicBezTo>
                    <a:pt x="66" y="100"/>
                    <a:pt x="68" y="101"/>
                    <a:pt x="68" y="102"/>
                  </a:cubicBezTo>
                  <a:cubicBezTo>
                    <a:pt x="69" y="102"/>
                    <a:pt x="70" y="104"/>
                    <a:pt x="71" y="104"/>
                  </a:cubicBezTo>
                  <a:cubicBezTo>
                    <a:pt x="72" y="104"/>
                    <a:pt x="74" y="103"/>
                    <a:pt x="74" y="102"/>
                  </a:cubicBezTo>
                  <a:cubicBezTo>
                    <a:pt x="75" y="101"/>
                    <a:pt x="74" y="99"/>
                    <a:pt x="74" y="98"/>
                  </a:cubicBezTo>
                  <a:cubicBezTo>
                    <a:pt x="75" y="97"/>
                    <a:pt x="76" y="97"/>
                    <a:pt x="77" y="96"/>
                  </a:cubicBezTo>
                  <a:cubicBezTo>
                    <a:pt x="77" y="96"/>
                    <a:pt x="77" y="94"/>
                    <a:pt x="77" y="93"/>
                  </a:cubicBezTo>
                  <a:cubicBezTo>
                    <a:pt x="77" y="92"/>
                    <a:pt x="75" y="92"/>
                    <a:pt x="75" y="91"/>
                  </a:cubicBezTo>
                  <a:cubicBezTo>
                    <a:pt x="75" y="90"/>
                    <a:pt x="75" y="88"/>
                    <a:pt x="75" y="88"/>
                  </a:cubicBezTo>
                  <a:cubicBezTo>
                    <a:pt x="76" y="87"/>
                    <a:pt x="78" y="87"/>
                    <a:pt x="79" y="87"/>
                  </a:cubicBezTo>
                  <a:cubicBezTo>
                    <a:pt x="80" y="87"/>
                    <a:pt x="82" y="88"/>
                    <a:pt x="82" y="89"/>
                  </a:cubicBezTo>
                  <a:cubicBezTo>
                    <a:pt x="83" y="89"/>
                    <a:pt x="83" y="90"/>
                    <a:pt x="83" y="91"/>
                  </a:cubicBezTo>
                  <a:cubicBezTo>
                    <a:pt x="83" y="92"/>
                    <a:pt x="82" y="95"/>
                    <a:pt x="82" y="96"/>
                  </a:cubicBezTo>
                  <a:cubicBezTo>
                    <a:pt x="82" y="97"/>
                    <a:pt x="83" y="99"/>
                    <a:pt x="84" y="100"/>
                  </a:cubicBezTo>
                  <a:cubicBezTo>
                    <a:pt x="84" y="101"/>
                    <a:pt x="87" y="100"/>
                    <a:pt x="88" y="101"/>
                  </a:cubicBezTo>
                  <a:cubicBezTo>
                    <a:pt x="89" y="102"/>
                    <a:pt x="90" y="104"/>
                    <a:pt x="91" y="104"/>
                  </a:cubicBezTo>
                  <a:cubicBezTo>
                    <a:pt x="91" y="105"/>
                    <a:pt x="93" y="105"/>
                    <a:pt x="93" y="106"/>
                  </a:cubicBezTo>
                  <a:cubicBezTo>
                    <a:pt x="94" y="106"/>
                    <a:pt x="94" y="107"/>
                    <a:pt x="94" y="107"/>
                  </a:cubicBezTo>
                  <a:cubicBezTo>
                    <a:pt x="93" y="108"/>
                    <a:pt x="90" y="109"/>
                    <a:pt x="90" y="111"/>
                  </a:cubicBezTo>
                  <a:cubicBezTo>
                    <a:pt x="91" y="112"/>
                    <a:pt x="93" y="112"/>
                    <a:pt x="94" y="113"/>
                  </a:cubicBezTo>
                  <a:cubicBezTo>
                    <a:pt x="94" y="113"/>
                    <a:pt x="95" y="112"/>
                    <a:pt x="96" y="111"/>
                  </a:cubicBezTo>
                  <a:cubicBezTo>
                    <a:pt x="97" y="111"/>
                    <a:pt x="99" y="111"/>
                    <a:pt x="100" y="112"/>
                  </a:cubicBezTo>
                  <a:cubicBezTo>
                    <a:pt x="101" y="112"/>
                    <a:pt x="102" y="114"/>
                    <a:pt x="102" y="115"/>
                  </a:cubicBezTo>
                  <a:cubicBezTo>
                    <a:pt x="102" y="116"/>
                    <a:pt x="102" y="119"/>
                    <a:pt x="101" y="120"/>
                  </a:cubicBezTo>
                  <a:cubicBezTo>
                    <a:pt x="101" y="120"/>
                    <a:pt x="99" y="122"/>
                    <a:pt x="98" y="122"/>
                  </a:cubicBezTo>
                  <a:cubicBezTo>
                    <a:pt x="98" y="122"/>
                    <a:pt x="97" y="122"/>
                    <a:pt x="96" y="122"/>
                  </a:cubicBezTo>
                  <a:cubicBezTo>
                    <a:pt x="96" y="122"/>
                    <a:pt x="95" y="123"/>
                    <a:pt x="95" y="124"/>
                  </a:cubicBezTo>
                  <a:cubicBezTo>
                    <a:pt x="95" y="124"/>
                    <a:pt x="95" y="126"/>
                    <a:pt x="95" y="126"/>
                  </a:cubicBezTo>
                  <a:cubicBezTo>
                    <a:pt x="95" y="127"/>
                    <a:pt x="96" y="129"/>
                    <a:pt x="97" y="129"/>
                  </a:cubicBezTo>
                  <a:cubicBezTo>
                    <a:pt x="98" y="129"/>
                    <a:pt x="99" y="128"/>
                    <a:pt x="100" y="128"/>
                  </a:cubicBezTo>
                  <a:cubicBezTo>
                    <a:pt x="101" y="127"/>
                    <a:pt x="102" y="125"/>
                    <a:pt x="103" y="124"/>
                  </a:cubicBezTo>
                  <a:cubicBezTo>
                    <a:pt x="103" y="123"/>
                    <a:pt x="105" y="122"/>
                    <a:pt x="105" y="122"/>
                  </a:cubicBezTo>
                  <a:cubicBezTo>
                    <a:pt x="106" y="121"/>
                    <a:pt x="106" y="118"/>
                    <a:pt x="106" y="117"/>
                  </a:cubicBezTo>
                  <a:cubicBezTo>
                    <a:pt x="107" y="116"/>
                    <a:pt x="108" y="115"/>
                    <a:pt x="109" y="114"/>
                  </a:cubicBezTo>
                  <a:cubicBezTo>
                    <a:pt x="110" y="114"/>
                    <a:pt x="112" y="114"/>
                    <a:pt x="113" y="114"/>
                  </a:cubicBezTo>
                  <a:cubicBezTo>
                    <a:pt x="113" y="114"/>
                    <a:pt x="115" y="113"/>
                    <a:pt x="115" y="112"/>
                  </a:cubicBezTo>
                  <a:cubicBezTo>
                    <a:pt x="116" y="112"/>
                    <a:pt x="116" y="111"/>
                    <a:pt x="116" y="110"/>
                  </a:cubicBezTo>
                  <a:cubicBezTo>
                    <a:pt x="116" y="109"/>
                    <a:pt x="114" y="108"/>
                    <a:pt x="114" y="107"/>
                  </a:cubicBezTo>
                  <a:cubicBezTo>
                    <a:pt x="114" y="106"/>
                    <a:pt x="114" y="104"/>
                    <a:pt x="115" y="103"/>
                  </a:cubicBezTo>
                  <a:cubicBezTo>
                    <a:pt x="115" y="102"/>
                    <a:pt x="116" y="101"/>
                    <a:pt x="117" y="100"/>
                  </a:cubicBezTo>
                  <a:cubicBezTo>
                    <a:pt x="118" y="99"/>
                    <a:pt x="120" y="98"/>
                    <a:pt x="121" y="97"/>
                  </a:cubicBezTo>
                  <a:cubicBezTo>
                    <a:pt x="122" y="97"/>
                    <a:pt x="124" y="97"/>
                    <a:pt x="125" y="96"/>
                  </a:cubicBezTo>
                  <a:cubicBezTo>
                    <a:pt x="125" y="96"/>
                    <a:pt x="127" y="94"/>
                    <a:pt x="128" y="93"/>
                  </a:cubicBezTo>
                  <a:cubicBezTo>
                    <a:pt x="128" y="93"/>
                    <a:pt x="129" y="93"/>
                    <a:pt x="130" y="92"/>
                  </a:cubicBezTo>
                  <a:cubicBezTo>
                    <a:pt x="130" y="92"/>
                    <a:pt x="132" y="92"/>
                    <a:pt x="132" y="91"/>
                  </a:cubicBezTo>
                  <a:cubicBezTo>
                    <a:pt x="132" y="90"/>
                    <a:pt x="132" y="88"/>
                    <a:pt x="131" y="88"/>
                  </a:cubicBezTo>
                  <a:cubicBezTo>
                    <a:pt x="130" y="87"/>
                    <a:pt x="129" y="88"/>
                    <a:pt x="128" y="88"/>
                  </a:cubicBezTo>
                  <a:cubicBezTo>
                    <a:pt x="127" y="88"/>
                    <a:pt x="127" y="86"/>
                    <a:pt x="127" y="86"/>
                  </a:cubicBezTo>
                  <a:cubicBezTo>
                    <a:pt x="126" y="86"/>
                    <a:pt x="125" y="85"/>
                    <a:pt x="124" y="86"/>
                  </a:cubicBezTo>
                  <a:cubicBezTo>
                    <a:pt x="124" y="86"/>
                    <a:pt x="123" y="87"/>
                    <a:pt x="123" y="87"/>
                  </a:cubicBezTo>
                  <a:cubicBezTo>
                    <a:pt x="122" y="88"/>
                    <a:pt x="123" y="90"/>
                    <a:pt x="122" y="91"/>
                  </a:cubicBezTo>
                  <a:cubicBezTo>
                    <a:pt x="122" y="91"/>
                    <a:pt x="121" y="92"/>
                    <a:pt x="120" y="92"/>
                  </a:cubicBezTo>
                  <a:cubicBezTo>
                    <a:pt x="119" y="92"/>
                    <a:pt x="118" y="91"/>
                    <a:pt x="117" y="90"/>
                  </a:cubicBezTo>
                  <a:cubicBezTo>
                    <a:pt x="116" y="89"/>
                    <a:pt x="115" y="85"/>
                    <a:pt x="114" y="84"/>
                  </a:cubicBezTo>
                  <a:cubicBezTo>
                    <a:pt x="114" y="83"/>
                    <a:pt x="112" y="82"/>
                    <a:pt x="112" y="81"/>
                  </a:cubicBezTo>
                  <a:cubicBezTo>
                    <a:pt x="111" y="81"/>
                    <a:pt x="110" y="79"/>
                    <a:pt x="110" y="78"/>
                  </a:cubicBezTo>
                  <a:cubicBezTo>
                    <a:pt x="110" y="77"/>
                    <a:pt x="110" y="74"/>
                    <a:pt x="110" y="73"/>
                  </a:cubicBezTo>
                  <a:cubicBezTo>
                    <a:pt x="111" y="72"/>
                    <a:pt x="112" y="70"/>
                    <a:pt x="113" y="70"/>
                  </a:cubicBezTo>
                  <a:cubicBezTo>
                    <a:pt x="115" y="69"/>
                    <a:pt x="117" y="72"/>
                    <a:pt x="118" y="72"/>
                  </a:cubicBezTo>
                  <a:cubicBezTo>
                    <a:pt x="119" y="72"/>
                    <a:pt x="122" y="71"/>
                    <a:pt x="123" y="71"/>
                  </a:cubicBezTo>
                  <a:cubicBezTo>
                    <a:pt x="123" y="71"/>
                    <a:pt x="124" y="73"/>
                    <a:pt x="125" y="73"/>
                  </a:cubicBezTo>
                  <a:cubicBezTo>
                    <a:pt x="126" y="74"/>
                    <a:pt x="126" y="76"/>
                    <a:pt x="127" y="76"/>
                  </a:cubicBezTo>
                  <a:cubicBezTo>
                    <a:pt x="128" y="77"/>
                    <a:pt x="131" y="77"/>
                    <a:pt x="133" y="76"/>
                  </a:cubicBezTo>
                  <a:cubicBezTo>
                    <a:pt x="133" y="76"/>
                    <a:pt x="134" y="73"/>
                    <a:pt x="134" y="73"/>
                  </a:cubicBezTo>
                  <a:cubicBezTo>
                    <a:pt x="135" y="72"/>
                    <a:pt x="137" y="71"/>
                    <a:pt x="138" y="71"/>
                  </a:cubicBezTo>
                  <a:cubicBezTo>
                    <a:pt x="140" y="70"/>
                    <a:pt x="143" y="70"/>
                    <a:pt x="144" y="69"/>
                  </a:cubicBezTo>
                  <a:cubicBezTo>
                    <a:pt x="145" y="69"/>
                    <a:pt x="146" y="68"/>
                    <a:pt x="146" y="68"/>
                  </a:cubicBezTo>
                  <a:cubicBezTo>
                    <a:pt x="148" y="66"/>
                    <a:pt x="151" y="65"/>
                    <a:pt x="151" y="63"/>
                  </a:cubicBezTo>
                  <a:cubicBezTo>
                    <a:pt x="151" y="62"/>
                    <a:pt x="150" y="61"/>
                    <a:pt x="149" y="61"/>
                  </a:cubicBezTo>
                  <a:cubicBezTo>
                    <a:pt x="148" y="61"/>
                    <a:pt x="146" y="61"/>
                    <a:pt x="145" y="62"/>
                  </a:cubicBezTo>
                  <a:cubicBezTo>
                    <a:pt x="144" y="62"/>
                    <a:pt x="144" y="64"/>
                    <a:pt x="143" y="64"/>
                  </a:cubicBezTo>
                  <a:cubicBezTo>
                    <a:pt x="141" y="65"/>
                    <a:pt x="138" y="64"/>
                    <a:pt x="137" y="65"/>
                  </a:cubicBezTo>
                  <a:cubicBezTo>
                    <a:pt x="136" y="65"/>
                    <a:pt x="135" y="66"/>
                    <a:pt x="135" y="67"/>
                  </a:cubicBezTo>
                  <a:cubicBezTo>
                    <a:pt x="134" y="67"/>
                    <a:pt x="132" y="67"/>
                    <a:pt x="131" y="67"/>
                  </a:cubicBezTo>
                  <a:cubicBezTo>
                    <a:pt x="130" y="67"/>
                    <a:pt x="127" y="66"/>
                    <a:pt x="125" y="66"/>
                  </a:cubicBezTo>
                  <a:cubicBezTo>
                    <a:pt x="124" y="67"/>
                    <a:pt x="123" y="67"/>
                    <a:pt x="122" y="68"/>
                  </a:cubicBezTo>
                  <a:cubicBezTo>
                    <a:pt x="121" y="68"/>
                    <a:pt x="119" y="68"/>
                    <a:pt x="119" y="67"/>
                  </a:cubicBezTo>
                  <a:cubicBezTo>
                    <a:pt x="118" y="66"/>
                    <a:pt x="118" y="65"/>
                    <a:pt x="119" y="64"/>
                  </a:cubicBezTo>
                  <a:cubicBezTo>
                    <a:pt x="119" y="63"/>
                    <a:pt x="120" y="63"/>
                    <a:pt x="121" y="63"/>
                  </a:cubicBezTo>
                  <a:cubicBezTo>
                    <a:pt x="122" y="62"/>
                    <a:pt x="123" y="61"/>
                    <a:pt x="124" y="60"/>
                  </a:cubicBezTo>
                  <a:cubicBezTo>
                    <a:pt x="124" y="59"/>
                    <a:pt x="125" y="58"/>
                    <a:pt x="125" y="58"/>
                  </a:cubicBezTo>
                  <a:cubicBezTo>
                    <a:pt x="127" y="57"/>
                    <a:pt x="130" y="58"/>
                    <a:pt x="131" y="58"/>
                  </a:cubicBezTo>
                  <a:cubicBezTo>
                    <a:pt x="132" y="58"/>
                    <a:pt x="135" y="58"/>
                    <a:pt x="136" y="58"/>
                  </a:cubicBezTo>
                  <a:cubicBezTo>
                    <a:pt x="137" y="58"/>
                    <a:pt x="139" y="57"/>
                    <a:pt x="139" y="57"/>
                  </a:cubicBezTo>
                  <a:cubicBezTo>
                    <a:pt x="139" y="56"/>
                    <a:pt x="138" y="54"/>
                    <a:pt x="137" y="53"/>
                  </a:cubicBezTo>
                  <a:cubicBezTo>
                    <a:pt x="137" y="52"/>
                    <a:pt x="135" y="52"/>
                    <a:pt x="134" y="52"/>
                  </a:cubicBezTo>
                  <a:cubicBezTo>
                    <a:pt x="133" y="51"/>
                    <a:pt x="133" y="50"/>
                    <a:pt x="133" y="49"/>
                  </a:cubicBezTo>
                  <a:cubicBezTo>
                    <a:pt x="133" y="48"/>
                    <a:pt x="135" y="46"/>
                    <a:pt x="136" y="45"/>
                  </a:cubicBezTo>
                  <a:cubicBezTo>
                    <a:pt x="137" y="43"/>
                    <a:pt x="139" y="41"/>
                    <a:pt x="140" y="40"/>
                  </a:cubicBezTo>
                  <a:cubicBezTo>
                    <a:pt x="141" y="40"/>
                    <a:pt x="143" y="39"/>
                    <a:pt x="144" y="38"/>
                  </a:cubicBezTo>
                  <a:cubicBezTo>
                    <a:pt x="146" y="38"/>
                    <a:pt x="148" y="35"/>
                    <a:pt x="149" y="35"/>
                  </a:cubicBezTo>
                  <a:cubicBezTo>
                    <a:pt x="150" y="34"/>
                    <a:pt x="152" y="34"/>
                    <a:pt x="153" y="34"/>
                  </a:cubicBezTo>
                  <a:cubicBezTo>
                    <a:pt x="154" y="34"/>
                    <a:pt x="157" y="33"/>
                    <a:pt x="158" y="32"/>
                  </a:cubicBezTo>
                  <a:cubicBezTo>
                    <a:pt x="158" y="32"/>
                    <a:pt x="159" y="32"/>
                    <a:pt x="160" y="32"/>
                  </a:cubicBezTo>
                  <a:cubicBezTo>
                    <a:pt x="161" y="32"/>
                    <a:pt x="164" y="32"/>
                    <a:pt x="165" y="32"/>
                  </a:cubicBezTo>
                  <a:cubicBezTo>
                    <a:pt x="166" y="32"/>
                    <a:pt x="167" y="34"/>
                    <a:pt x="168" y="34"/>
                  </a:cubicBezTo>
                  <a:cubicBezTo>
                    <a:pt x="168" y="34"/>
                    <a:pt x="170" y="33"/>
                    <a:pt x="170" y="33"/>
                  </a:cubicBezTo>
                  <a:cubicBezTo>
                    <a:pt x="170" y="32"/>
                    <a:pt x="170" y="29"/>
                    <a:pt x="169" y="29"/>
                  </a:cubicBezTo>
                  <a:cubicBezTo>
                    <a:pt x="168" y="28"/>
                    <a:pt x="165" y="27"/>
                    <a:pt x="164" y="26"/>
                  </a:cubicBezTo>
                  <a:cubicBezTo>
                    <a:pt x="162" y="26"/>
                    <a:pt x="159" y="26"/>
                    <a:pt x="158" y="27"/>
                  </a:cubicBezTo>
                  <a:cubicBezTo>
                    <a:pt x="157" y="27"/>
                    <a:pt x="155" y="28"/>
                    <a:pt x="154" y="29"/>
                  </a:cubicBezTo>
                  <a:cubicBezTo>
                    <a:pt x="153" y="29"/>
                    <a:pt x="151" y="29"/>
                    <a:pt x="150" y="29"/>
                  </a:cubicBezTo>
                  <a:cubicBezTo>
                    <a:pt x="149" y="29"/>
                    <a:pt x="147" y="30"/>
                    <a:pt x="147" y="31"/>
                  </a:cubicBezTo>
                  <a:cubicBezTo>
                    <a:pt x="146" y="31"/>
                    <a:pt x="145" y="32"/>
                    <a:pt x="144" y="33"/>
                  </a:cubicBezTo>
                  <a:cubicBezTo>
                    <a:pt x="143" y="33"/>
                    <a:pt x="141" y="35"/>
                    <a:pt x="139" y="36"/>
                  </a:cubicBezTo>
                  <a:cubicBezTo>
                    <a:pt x="138" y="37"/>
                    <a:pt x="136" y="38"/>
                    <a:pt x="135" y="38"/>
                  </a:cubicBezTo>
                  <a:cubicBezTo>
                    <a:pt x="135" y="38"/>
                    <a:pt x="133" y="38"/>
                    <a:pt x="132" y="39"/>
                  </a:cubicBezTo>
                  <a:cubicBezTo>
                    <a:pt x="131" y="39"/>
                    <a:pt x="130" y="40"/>
                    <a:pt x="130" y="41"/>
                  </a:cubicBezTo>
                  <a:cubicBezTo>
                    <a:pt x="129" y="42"/>
                    <a:pt x="126" y="44"/>
                    <a:pt x="125" y="45"/>
                  </a:cubicBezTo>
                  <a:cubicBezTo>
                    <a:pt x="124" y="46"/>
                    <a:pt x="123" y="48"/>
                    <a:pt x="122" y="49"/>
                  </a:cubicBezTo>
                  <a:cubicBezTo>
                    <a:pt x="121" y="50"/>
                    <a:pt x="119" y="50"/>
                    <a:pt x="118" y="51"/>
                  </a:cubicBezTo>
                  <a:cubicBezTo>
                    <a:pt x="117" y="51"/>
                    <a:pt x="115" y="52"/>
                    <a:pt x="114" y="53"/>
                  </a:cubicBezTo>
                  <a:cubicBezTo>
                    <a:pt x="114" y="54"/>
                    <a:pt x="113" y="56"/>
                    <a:pt x="112" y="57"/>
                  </a:cubicBezTo>
                  <a:cubicBezTo>
                    <a:pt x="111" y="58"/>
                    <a:pt x="110" y="60"/>
                    <a:pt x="109" y="61"/>
                  </a:cubicBezTo>
                  <a:cubicBezTo>
                    <a:pt x="109" y="61"/>
                    <a:pt x="107" y="63"/>
                    <a:pt x="105" y="63"/>
                  </a:cubicBezTo>
                  <a:cubicBezTo>
                    <a:pt x="105" y="63"/>
                    <a:pt x="103" y="63"/>
                    <a:pt x="102" y="62"/>
                  </a:cubicBezTo>
                  <a:cubicBezTo>
                    <a:pt x="102" y="61"/>
                    <a:pt x="102" y="60"/>
                    <a:pt x="103" y="59"/>
                  </a:cubicBezTo>
                  <a:cubicBezTo>
                    <a:pt x="103" y="58"/>
                    <a:pt x="104" y="57"/>
                    <a:pt x="105" y="57"/>
                  </a:cubicBezTo>
                  <a:cubicBezTo>
                    <a:pt x="106" y="57"/>
                    <a:pt x="107" y="56"/>
                    <a:pt x="107" y="56"/>
                  </a:cubicBezTo>
                  <a:cubicBezTo>
                    <a:pt x="108" y="56"/>
                    <a:pt x="109" y="55"/>
                    <a:pt x="109" y="55"/>
                  </a:cubicBezTo>
                  <a:cubicBezTo>
                    <a:pt x="110" y="54"/>
                    <a:pt x="110" y="52"/>
                    <a:pt x="110" y="51"/>
                  </a:cubicBezTo>
                  <a:cubicBezTo>
                    <a:pt x="110" y="50"/>
                    <a:pt x="108" y="50"/>
                    <a:pt x="108" y="50"/>
                  </a:cubicBezTo>
                  <a:cubicBezTo>
                    <a:pt x="107" y="50"/>
                    <a:pt x="105" y="50"/>
                    <a:pt x="105" y="50"/>
                  </a:cubicBezTo>
                  <a:cubicBezTo>
                    <a:pt x="104" y="50"/>
                    <a:pt x="103" y="48"/>
                    <a:pt x="103" y="47"/>
                  </a:cubicBezTo>
                  <a:cubicBezTo>
                    <a:pt x="102" y="46"/>
                    <a:pt x="103" y="45"/>
                    <a:pt x="104" y="44"/>
                  </a:cubicBezTo>
                  <a:cubicBezTo>
                    <a:pt x="104" y="43"/>
                    <a:pt x="106" y="43"/>
                    <a:pt x="106" y="43"/>
                  </a:cubicBezTo>
                  <a:cubicBezTo>
                    <a:pt x="107" y="43"/>
                    <a:pt x="109" y="44"/>
                    <a:pt x="110" y="44"/>
                  </a:cubicBezTo>
                  <a:cubicBezTo>
                    <a:pt x="112" y="44"/>
                    <a:pt x="115" y="44"/>
                    <a:pt x="117" y="44"/>
                  </a:cubicBezTo>
                  <a:cubicBezTo>
                    <a:pt x="118" y="44"/>
                    <a:pt x="121" y="43"/>
                    <a:pt x="122" y="43"/>
                  </a:cubicBezTo>
                  <a:cubicBezTo>
                    <a:pt x="122" y="42"/>
                    <a:pt x="123" y="41"/>
                    <a:pt x="123" y="40"/>
                  </a:cubicBezTo>
                  <a:cubicBezTo>
                    <a:pt x="124" y="40"/>
                    <a:pt x="126" y="39"/>
                    <a:pt x="127" y="39"/>
                  </a:cubicBezTo>
                  <a:cubicBezTo>
                    <a:pt x="127" y="38"/>
                    <a:pt x="129" y="37"/>
                    <a:pt x="129" y="36"/>
                  </a:cubicBezTo>
                  <a:cubicBezTo>
                    <a:pt x="129" y="35"/>
                    <a:pt x="127" y="34"/>
                    <a:pt x="127" y="33"/>
                  </a:cubicBezTo>
                  <a:cubicBezTo>
                    <a:pt x="126" y="33"/>
                    <a:pt x="123" y="34"/>
                    <a:pt x="122" y="33"/>
                  </a:cubicBezTo>
                  <a:cubicBezTo>
                    <a:pt x="122" y="33"/>
                    <a:pt x="120" y="33"/>
                    <a:pt x="120" y="32"/>
                  </a:cubicBezTo>
                  <a:cubicBezTo>
                    <a:pt x="120" y="31"/>
                    <a:pt x="121" y="29"/>
                    <a:pt x="121" y="29"/>
                  </a:cubicBezTo>
                  <a:cubicBezTo>
                    <a:pt x="122" y="28"/>
                    <a:pt x="126" y="26"/>
                    <a:pt x="127" y="26"/>
                  </a:cubicBezTo>
                  <a:cubicBezTo>
                    <a:pt x="129" y="26"/>
                    <a:pt x="131" y="28"/>
                    <a:pt x="132" y="29"/>
                  </a:cubicBezTo>
                  <a:cubicBezTo>
                    <a:pt x="133" y="29"/>
                    <a:pt x="136" y="28"/>
                    <a:pt x="137" y="28"/>
                  </a:cubicBezTo>
                  <a:cubicBezTo>
                    <a:pt x="138" y="27"/>
                    <a:pt x="140" y="26"/>
                    <a:pt x="141" y="25"/>
                  </a:cubicBezTo>
                  <a:cubicBezTo>
                    <a:pt x="142" y="24"/>
                    <a:pt x="142" y="21"/>
                    <a:pt x="143" y="21"/>
                  </a:cubicBezTo>
                  <a:cubicBezTo>
                    <a:pt x="143" y="20"/>
                    <a:pt x="145" y="18"/>
                    <a:pt x="146" y="18"/>
                  </a:cubicBezTo>
                  <a:cubicBezTo>
                    <a:pt x="147" y="17"/>
                    <a:pt x="149" y="16"/>
                    <a:pt x="150" y="15"/>
                  </a:cubicBezTo>
                  <a:cubicBezTo>
                    <a:pt x="150" y="15"/>
                    <a:pt x="151" y="13"/>
                    <a:pt x="152" y="13"/>
                  </a:cubicBezTo>
                  <a:cubicBezTo>
                    <a:pt x="152" y="12"/>
                    <a:pt x="153" y="10"/>
                    <a:pt x="154" y="9"/>
                  </a:cubicBezTo>
                  <a:cubicBezTo>
                    <a:pt x="154" y="9"/>
                    <a:pt x="155" y="9"/>
                    <a:pt x="155" y="9"/>
                  </a:cubicBezTo>
                  <a:cubicBezTo>
                    <a:pt x="155" y="10"/>
                    <a:pt x="156" y="12"/>
                    <a:pt x="156" y="13"/>
                  </a:cubicBezTo>
                  <a:cubicBezTo>
                    <a:pt x="157" y="14"/>
                    <a:pt x="159" y="16"/>
                    <a:pt x="160" y="17"/>
                  </a:cubicBezTo>
                  <a:cubicBezTo>
                    <a:pt x="160" y="18"/>
                    <a:pt x="162" y="18"/>
                    <a:pt x="163" y="19"/>
                  </a:cubicBezTo>
                  <a:cubicBezTo>
                    <a:pt x="164" y="20"/>
                    <a:pt x="167" y="22"/>
                    <a:pt x="168" y="23"/>
                  </a:cubicBezTo>
                  <a:cubicBezTo>
                    <a:pt x="170" y="24"/>
                    <a:pt x="174" y="25"/>
                    <a:pt x="176" y="25"/>
                  </a:cubicBezTo>
                  <a:cubicBezTo>
                    <a:pt x="177" y="25"/>
                    <a:pt x="180" y="25"/>
                    <a:pt x="181" y="25"/>
                  </a:cubicBezTo>
                  <a:cubicBezTo>
                    <a:pt x="183" y="25"/>
                    <a:pt x="187" y="24"/>
                    <a:pt x="189" y="24"/>
                  </a:cubicBezTo>
                  <a:cubicBezTo>
                    <a:pt x="191" y="24"/>
                    <a:pt x="194" y="26"/>
                    <a:pt x="195" y="26"/>
                  </a:cubicBezTo>
                  <a:cubicBezTo>
                    <a:pt x="197" y="27"/>
                    <a:pt x="200" y="29"/>
                    <a:pt x="202" y="29"/>
                  </a:cubicBezTo>
                  <a:cubicBezTo>
                    <a:pt x="203" y="29"/>
                    <a:pt x="207" y="29"/>
                    <a:pt x="208" y="29"/>
                  </a:cubicBezTo>
                  <a:cubicBezTo>
                    <a:pt x="209" y="28"/>
                    <a:pt x="211" y="26"/>
                    <a:pt x="212" y="25"/>
                  </a:cubicBezTo>
                  <a:cubicBezTo>
                    <a:pt x="214" y="25"/>
                    <a:pt x="217" y="25"/>
                    <a:pt x="218" y="24"/>
                  </a:cubicBezTo>
                  <a:cubicBezTo>
                    <a:pt x="218" y="23"/>
                    <a:pt x="218" y="21"/>
                    <a:pt x="219" y="20"/>
                  </a:cubicBezTo>
                  <a:cubicBezTo>
                    <a:pt x="219" y="19"/>
                    <a:pt x="220" y="16"/>
                    <a:pt x="220" y="16"/>
                  </a:cubicBezTo>
                  <a:cubicBezTo>
                    <a:pt x="221" y="15"/>
                    <a:pt x="224" y="14"/>
                    <a:pt x="225" y="13"/>
                  </a:cubicBezTo>
                  <a:cubicBezTo>
                    <a:pt x="226" y="12"/>
                    <a:pt x="229" y="10"/>
                    <a:pt x="230" y="9"/>
                  </a:cubicBezTo>
                  <a:cubicBezTo>
                    <a:pt x="231" y="8"/>
                    <a:pt x="234" y="5"/>
                    <a:pt x="235" y="4"/>
                  </a:cubicBezTo>
                  <a:cubicBezTo>
                    <a:pt x="237" y="3"/>
                    <a:pt x="241" y="3"/>
                    <a:pt x="243" y="3"/>
                  </a:cubicBezTo>
                  <a:cubicBezTo>
                    <a:pt x="245" y="3"/>
                    <a:pt x="249" y="3"/>
                    <a:pt x="251" y="3"/>
                  </a:cubicBezTo>
                  <a:cubicBezTo>
                    <a:pt x="255" y="4"/>
                    <a:pt x="264" y="5"/>
                    <a:pt x="268" y="5"/>
                  </a:cubicBezTo>
                  <a:cubicBezTo>
                    <a:pt x="270" y="5"/>
                    <a:pt x="275" y="5"/>
                    <a:pt x="278" y="5"/>
                  </a:cubicBezTo>
                  <a:cubicBezTo>
                    <a:pt x="280" y="5"/>
                    <a:pt x="285" y="5"/>
                    <a:pt x="288" y="5"/>
                  </a:cubicBezTo>
                  <a:cubicBezTo>
                    <a:pt x="290" y="5"/>
                    <a:pt x="294" y="5"/>
                    <a:pt x="295" y="4"/>
                  </a:cubicBezTo>
                  <a:cubicBezTo>
                    <a:pt x="297" y="4"/>
                    <a:pt x="300" y="2"/>
                    <a:pt x="302" y="1"/>
                  </a:cubicBezTo>
                  <a:cubicBezTo>
                    <a:pt x="303" y="1"/>
                    <a:pt x="306" y="0"/>
                    <a:pt x="308" y="1"/>
                  </a:cubicBezTo>
                  <a:cubicBezTo>
                    <a:pt x="309" y="1"/>
                    <a:pt x="311" y="3"/>
                    <a:pt x="312" y="4"/>
                  </a:cubicBezTo>
                  <a:cubicBezTo>
                    <a:pt x="313" y="4"/>
                    <a:pt x="317" y="3"/>
                    <a:pt x="318" y="4"/>
                  </a:cubicBezTo>
                  <a:cubicBezTo>
                    <a:pt x="319" y="4"/>
                    <a:pt x="320" y="5"/>
                    <a:pt x="321" y="7"/>
                  </a:cubicBezTo>
                  <a:cubicBezTo>
                    <a:pt x="320" y="9"/>
                    <a:pt x="319" y="11"/>
                    <a:pt x="318" y="12"/>
                  </a:cubicBezTo>
                  <a:cubicBezTo>
                    <a:pt x="316" y="17"/>
                    <a:pt x="310" y="25"/>
                    <a:pt x="307" y="30"/>
                  </a:cubicBezTo>
                  <a:cubicBezTo>
                    <a:pt x="304" y="36"/>
                    <a:pt x="298" y="47"/>
                    <a:pt x="295" y="53"/>
                  </a:cubicBezTo>
                  <a:cubicBezTo>
                    <a:pt x="293" y="57"/>
                    <a:pt x="289" y="66"/>
                    <a:pt x="287" y="70"/>
                  </a:cubicBezTo>
                  <a:cubicBezTo>
                    <a:pt x="285" y="74"/>
                    <a:pt x="280" y="80"/>
                    <a:pt x="278" y="83"/>
                  </a:cubicBezTo>
                  <a:cubicBezTo>
                    <a:pt x="277" y="85"/>
                    <a:pt x="274" y="88"/>
                    <a:pt x="274" y="90"/>
                  </a:cubicBezTo>
                  <a:cubicBezTo>
                    <a:pt x="274" y="92"/>
                    <a:pt x="275" y="95"/>
                    <a:pt x="276" y="97"/>
                  </a:cubicBezTo>
                  <a:cubicBezTo>
                    <a:pt x="277" y="99"/>
                    <a:pt x="280" y="102"/>
                    <a:pt x="281" y="103"/>
                  </a:cubicBezTo>
                  <a:cubicBezTo>
                    <a:pt x="283" y="105"/>
                    <a:pt x="286" y="107"/>
                    <a:pt x="287" y="108"/>
                  </a:cubicBezTo>
                  <a:cubicBezTo>
                    <a:pt x="289" y="109"/>
                    <a:pt x="294" y="110"/>
                    <a:pt x="296" y="111"/>
                  </a:cubicBezTo>
                  <a:cubicBezTo>
                    <a:pt x="298" y="111"/>
                    <a:pt x="303" y="109"/>
                    <a:pt x="305" y="111"/>
                  </a:cubicBezTo>
                  <a:cubicBezTo>
                    <a:pt x="306" y="112"/>
                    <a:pt x="305" y="115"/>
                    <a:pt x="305" y="116"/>
                  </a:cubicBezTo>
                  <a:cubicBezTo>
                    <a:pt x="305" y="119"/>
                    <a:pt x="306" y="125"/>
                    <a:pt x="306" y="127"/>
                  </a:cubicBezTo>
                  <a:cubicBezTo>
                    <a:pt x="307" y="131"/>
                    <a:pt x="307" y="138"/>
                    <a:pt x="307" y="142"/>
                  </a:cubicBezTo>
                  <a:cubicBezTo>
                    <a:pt x="307" y="145"/>
                    <a:pt x="308" y="152"/>
                    <a:pt x="307" y="156"/>
                  </a:cubicBezTo>
                  <a:cubicBezTo>
                    <a:pt x="307" y="160"/>
                    <a:pt x="305" y="167"/>
                    <a:pt x="304" y="170"/>
                  </a:cubicBezTo>
                  <a:cubicBezTo>
                    <a:pt x="302" y="173"/>
                    <a:pt x="299" y="178"/>
                    <a:pt x="298" y="181"/>
                  </a:cubicBezTo>
                  <a:cubicBezTo>
                    <a:pt x="297" y="183"/>
                    <a:pt x="295" y="188"/>
                    <a:pt x="293" y="189"/>
                  </a:cubicBezTo>
                  <a:cubicBezTo>
                    <a:pt x="292" y="190"/>
                    <a:pt x="288" y="190"/>
                    <a:pt x="286" y="190"/>
                  </a:cubicBezTo>
                  <a:cubicBezTo>
                    <a:pt x="284" y="190"/>
                    <a:pt x="279" y="188"/>
                    <a:pt x="276" y="188"/>
                  </a:cubicBezTo>
                  <a:cubicBezTo>
                    <a:pt x="274" y="187"/>
                    <a:pt x="270" y="187"/>
                    <a:pt x="268" y="187"/>
                  </a:cubicBezTo>
                  <a:cubicBezTo>
                    <a:pt x="265" y="186"/>
                    <a:pt x="259" y="183"/>
                    <a:pt x="255" y="182"/>
                  </a:cubicBezTo>
                  <a:cubicBezTo>
                    <a:pt x="251" y="180"/>
                    <a:pt x="242" y="178"/>
                    <a:pt x="237" y="178"/>
                  </a:cubicBezTo>
                  <a:cubicBezTo>
                    <a:pt x="232" y="178"/>
                    <a:pt x="223" y="180"/>
                    <a:pt x="219" y="182"/>
                  </a:cubicBezTo>
                  <a:cubicBezTo>
                    <a:pt x="215" y="184"/>
                    <a:pt x="208" y="188"/>
                    <a:pt x="204" y="191"/>
                  </a:cubicBezTo>
                  <a:cubicBezTo>
                    <a:pt x="201" y="194"/>
                    <a:pt x="195" y="200"/>
                    <a:pt x="192" y="204"/>
                  </a:cubicBezTo>
                  <a:cubicBezTo>
                    <a:pt x="189" y="207"/>
                    <a:pt x="184" y="215"/>
                    <a:pt x="181" y="219"/>
                  </a:cubicBezTo>
                  <a:cubicBezTo>
                    <a:pt x="178" y="224"/>
                    <a:pt x="171" y="233"/>
                    <a:pt x="169" y="239"/>
                  </a:cubicBezTo>
                  <a:cubicBezTo>
                    <a:pt x="167" y="241"/>
                    <a:pt x="166" y="245"/>
                    <a:pt x="164" y="247"/>
                  </a:cubicBezTo>
                  <a:cubicBezTo>
                    <a:pt x="164" y="248"/>
                    <a:pt x="162" y="250"/>
                    <a:pt x="161" y="251"/>
                  </a:cubicBezTo>
                  <a:cubicBezTo>
                    <a:pt x="160" y="253"/>
                    <a:pt x="157" y="255"/>
                    <a:pt x="156" y="257"/>
                  </a:cubicBezTo>
                  <a:cubicBezTo>
                    <a:pt x="155" y="258"/>
                    <a:pt x="154" y="261"/>
                    <a:pt x="154" y="263"/>
                  </a:cubicBezTo>
                  <a:cubicBezTo>
                    <a:pt x="154" y="265"/>
                    <a:pt x="155" y="269"/>
                    <a:pt x="155" y="271"/>
                  </a:cubicBezTo>
                  <a:cubicBezTo>
                    <a:pt x="156" y="273"/>
                    <a:pt x="157" y="276"/>
                    <a:pt x="157" y="278"/>
                  </a:cubicBezTo>
                  <a:cubicBezTo>
                    <a:pt x="157" y="280"/>
                    <a:pt x="154" y="283"/>
                    <a:pt x="153" y="284"/>
                  </a:cubicBezTo>
                  <a:cubicBezTo>
                    <a:pt x="151" y="287"/>
                    <a:pt x="147" y="292"/>
                    <a:pt x="145" y="295"/>
                  </a:cubicBezTo>
                  <a:cubicBezTo>
                    <a:pt x="143" y="299"/>
                    <a:pt x="139" y="306"/>
                    <a:pt x="138" y="310"/>
                  </a:cubicBezTo>
                  <a:cubicBezTo>
                    <a:pt x="137" y="312"/>
                    <a:pt x="138" y="318"/>
                    <a:pt x="138" y="321"/>
                  </a:cubicBezTo>
                  <a:cubicBezTo>
                    <a:pt x="138" y="323"/>
                    <a:pt x="139" y="325"/>
                    <a:pt x="140" y="327"/>
                  </a:cubicBezTo>
                  <a:cubicBezTo>
                    <a:pt x="138" y="328"/>
                    <a:pt x="135" y="328"/>
                    <a:pt x="133" y="328"/>
                  </a:cubicBezTo>
                  <a:cubicBezTo>
                    <a:pt x="130" y="328"/>
                    <a:pt x="124" y="328"/>
                    <a:pt x="121" y="328"/>
                  </a:cubicBezTo>
                  <a:cubicBezTo>
                    <a:pt x="118" y="328"/>
                    <a:pt x="113" y="327"/>
                    <a:pt x="111" y="325"/>
                  </a:cubicBezTo>
                  <a:cubicBezTo>
                    <a:pt x="109" y="324"/>
                    <a:pt x="106" y="320"/>
                    <a:pt x="105" y="318"/>
                  </a:cubicBezTo>
                  <a:cubicBezTo>
                    <a:pt x="103" y="316"/>
                    <a:pt x="101" y="312"/>
                    <a:pt x="100" y="310"/>
                  </a:cubicBezTo>
                  <a:cubicBezTo>
                    <a:pt x="98" y="308"/>
                    <a:pt x="96" y="304"/>
                    <a:pt x="94" y="302"/>
                  </a:cubicBezTo>
                  <a:cubicBezTo>
                    <a:pt x="92" y="301"/>
                    <a:pt x="87" y="300"/>
                    <a:pt x="85" y="300"/>
                  </a:cubicBezTo>
                  <a:cubicBezTo>
                    <a:pt x="82" y="300"/>
                    <a:pt x="78" y="300"/>
                    <a:pt x="75" y="300"/>
                  </a:cubicBezTo>
                  <a:cubicBezTo>
                    <a:pt x="73" y="300"/>
                    <a:pt x="69" y="300"/>
                    <a:pt x="66" y="300"/>
                  </a:cubicBezTo>
                  <a:cubicBezTo>
                    <a:pt x="64" y="299"/>
                    <a:pt x="61" y="296"/>
                    <a:pt x="59" y="29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139"/>
            <p:cNvSpPr>
              <a:spLocks/>
            </p:cNvSpPr>
            <p:nvPr/>
          </p:nvSpPr>
          <p:spPr bwMode="auto">
            <a:xfrm>
              <a:off x="5519738" y="3228976"/>
              <a:ext cx="11113" cy="11113"/>
            </a:xfrm>
            <a:custGeom>
              <a:avLst/>
              <a:gdLst/>
              <a:ahLst/>
              <a:cxnLst>
                <a:cxn ang="0">
                  <a:pos x="6" y="4"/>
                </a:cxn>
                <a:cxn ang="0">
                  <a:pos x="3" y="6"/>
                </a:cxn>
                <a:cxn ang="0">
                  <a:pos x="0" y="5"/>
                </a:cxn>
                <a:cxn ang="0">
                  <a:pos x="1" y="1"/>
                </a:cxn>
                <a:cxn ang="0">
                  <a:pos x="3" y="0"/>
                </a:cxn>
                <a:cxn ang="0">
                  <a:pos x="6" y="1"/>
                </a:cxn>
                <a:cxn ang="0">
                  <a:pos x="6" y="4"/>
                </a:cxn>
              </a:cxnLst>
              <a:rect l="0" t="0" r="r" b="b"/>
              <a:pathLst>
                <a:path w="6" h="6">
                  <a:moveTo>
                    <a:pt x="6" y="4"/>
                  </a:moveTo>
                  <a:cubicBezTo>
                    <a:pt x="5" y="4"/>
                    <a:pt x="4" y="5"/>
                    <a:pt x="3" y="6"/>
                  </a:cubicBezTo>
                  <a:cubicBezTo>
                    <a:pt x="2" y="6"/>
                    <a:pt x="0" y="5"/>
                    <a:pt x="0" y="5"/>
                  </a:cubicBezTo>
                  <a:cubicBezTo>
                    <a:pt x="0" y="4"/>
                    <a:pt x="0" y="2"/>
                    <a:pt x="1" y="1"/>
                  </a:cubicBezTo>
                  <a:cubicBezTo>
                    <a:pt x="1" y="1"/>
                    <a:pt x="3" y="0"/>
                    <a:pt x="3" y="0"/>
                  </a:cubicBezTo>
                  <a:cubicBezTo>
                    <a:pt x="4" y="0"/>
                    <a:pt x="5" y="1"/>
                    <a:pt x="6" y="1"/>
                  </a:cubicBezTo>
                  <a:cubicBezTo>
                    <a:pt x="6" y="2"/>
                    <a:pt x="6" y="3"/>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140"/>
            <p:cNvSpPr>
              <a:spLocks/>
            </p:cNvSpPr>
            <p:nvPr/>
          </p:nvSpPr>
          <p:spPr bwMode="auto">
            <a:xfrm>
              <a:off x="5491163" y="3205163"/>
              <a:ext cx="14288" cy="14288"/>
            </a:xfrm>
            <a:custGeom>
              <a:avLst/>
              <a:gdLst/>
              <a:ahLst/>
              <a:cxnLst>
                <a:cxn ang="0">
                  <a:pos x="6" y="8"/>
                </a:cxn>
                <a:cxn ang="0">
                  <a:pos x="2" y="7"/>
                </a:cxn>
                <a:cxn ang="0">
                  <a:pos x="0" y="4"/>
                </a:cxn>
                <a:cxn ang="0">
                  <a:pos x="2" y="1"/>
                </a:cxn>
                <a:cxn ang="0">
                  <a:pos x="7" y="1"/>
                </a:cxn>
                <a:cxn ang="0">
                  <a:pos x="8" y="4"/>
                </a:cxn>
                <a:cxn ang="0">
                  <a:pos x="8" y="7"/>
                </a:cxn>
                <a:cxn ang="0">
                  <a:pos x="6" y="8"/>
                </a:cxn>
              </a:cxnLst>
              <a:rect l="0" t="0" r="r" b="b"/>
              <a:pathLst>
                <a:path w="8" h="8">
                  <a:moveTo>
                    <a:pt x="6" y="8"/>
                  </a:moveTo>
                  <a:cubicBezTo>
                    <a:pt x="5" y="8"/>
                    <a:pt x="3" y="8"/>
                    <a:pt x="2" y="7"/>
                  </a:cubicBezTo>
                  <a:cubicBezTo>
                    <a:pt x="1" y="6"/>
                    <a:pt x="0" y="5"/>
                    <a:pt x="0" y="4"/>
                  </a:cubicBezTo>
                  <a:cubicBezTo>
                    <a:pt x="1" y="3"/>
                    <a:pt x="1" y="1"/>
                    <a:pt x="2" y="1"/>
                  </a:cubicBezTo>
                  <a:cubicBezTo>
                    <a:pt x="3" y="0"/>
                    <a:pt x="6" y="0"/>
                    <a:pt x="7" y="1"/>
                  </a:cubicBezTo>
                  <a:cubicBezTo>
                    <a:pt x="7" y="1"/>
                    <a:pt x="8" y="3"/>
                    <a:pt x="8" y="4"/>
                  </a:cubicBezTo>
                  <a:cubicBezTo>
                    <a:pt x="8" y="5"/>
                    <a:pt x="8" y="7"/>
                    <a:pt x="8" y="7"/>
                  </a:cubicBezTo>
                  <a:cubicBezTo>
                    <a:pt x="7" y="8"/>
                    <a:pt x="6" y="8"/>
                    <a:pt x="6" y="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141"/>
            <p:cNvSpPr>
              <a:spLocks/>
            </p:cNvSpPr>
            <p:nvPr/>
          </p:nvSpPr>
          <p:spPr bwMode="auto">
            <a:xfrm>
              <a:off x="5391150" y="3213101"/>
              <a:ext cx="111125" cy="58738"/>
            </a:xfrm>
            <a:custGeom>
              <a:avLst/>
              <a:gdLst/>
              <a:ahLst/>
              <a:cxnLst>
                <a:cxn ang="0">
                  <a:pos x="36" y="26"/>
                </a:cxn>
                <a:cxn ang="0">
                  <a:pos x="29" y="27"/>
                </a:cxn>
                <a:cxn ang="0">
                  <a:pos x="23" y="29"/>
                </a:cxn>
                <a:cxn ang="0">
                  <a:pos x="20" y="32"/>
                </a:cxn>
                <a:cxn ang="0">
                  <a:pos x="14" y="33"/>
                </a:cxn>
                <a:cxn ang="0">
                  <a:pos x="7" y="33"/>
                </a:cxn>
                <a:cxn ang="0">
                  <a:pos x="1" y="29"/>
                </a:cxn>
                <a:cxn ang="0">
                  <a:pos x="1" y="23"/>
                </a:cxn>
                <a:cxn ang="0">
                  <a:pos x="5" y="16"/>
                </a:cxn>
                <a:cxn ang="0">
                  <a:pos x="11" y="13"/>
                </a:cxn>
                <a:cxn ang="0">
                  <a:pos x="14" y="9"/>
                </a:cxn>
                <a:cxn ang="0">
                  <a:pos x="18" y="8"/>
                </a:cxn>
                <a:cxn ang="0">
                  <a:pos x="22" y="10"/>
                </a:cxn>
                <a:cxn ang="0">
                  <a:pos x="26" y="12"/>
                </a:cxn>
                <a:cxn ang="0">
                  <a:pos x="28" y="12"/>
                </a:cxn>
                <a:cxn ang="0">
                  <a:pos x="31" y="14"/>
                </a:cxn>
                <a:cxn ang="0">
                  <a:pos x="32" y="13"/>
                </a:cxn>
                <a:cxn ang="0">
                  <a:pos x="31" y="9"/>
                </a:cxn>
                <a:cxn ang="0">
                  <a:pos x="27" y="8"/>
                </a:cxn>
                <a:cxn ang="0">
                  <a:pos x="24" y="6"/>
                </a:cxn>
                <a:cxn ang="0">
                  <a:pos x="26" y="3"/>
                </a:cxn>
                <a:cxn ang="0">
                  <a:pos x="33" y="3"/>
                </a:cxn>
                <a:cxn ang="0">
                  <a:pos x="38" y="2"/>
                </a:cxn>
                <a:cxn ang="0">
                  <a:pos x="44" y="0"/>
                </a:cxn>
                <a:cxn ang="0">
                  <a:pos x="49" y="0"/>
                </a:cxn>
                <a:cxn ang="0">
                  <a:pos x="54" y="3"/>
                </a:cxn>
                <a:cxn ang="0">
                  <a:pos x="54" y="7"/>
                </a:cxn>
                <a:cxn ang="0">
                  <a:pos x="60" y="9"/>
                </a:cxn>
                <a:cxn ang="0">
                  <a:pos x="63" y="9"/>
                </a:cxn>
                <a:cxn ang="0">
                  <a:pos x="65" y="12"/>
                </a:cxn>
                <a:cxn ang="0">
                  <a:pos x="64" y="18"/>
                </a:cxn>
                <a:cxn ang="0">
                  <a:pos x="58" y="22"/>
                </a:cxn>
                <a:cxn ang="0">
                  <a:pos x="50" y="26"/>
                </a:cxn>
                <a:cxn ang="0">
                  <a:pos x="44" y="26"/>
                </a:cxn>
                <a:cxn ang="0">
                  <a:pos x="36" y="26"/>
                </a:cxn>
              </a:cxnLst>
              <a:rect l="0" t="0" r="r" b="b"/>
              <a:pathLst>
                <a:path w="65" h="34">
                  <a:moveTo>
                    <a:pt x="36" y="26"/>
                  </a:moveTo>
                  <a:cubicBezTo>
                    <a:pt x="34" y="27"/>
                    <a:pt x="31" y="27"/>
                    <a:pt x="29" y="27"/>
                  </a:cubicBezTo>
                  <a:cubicBezTo>
                    <a:pt x="28" y="27"/>
                    <a:pt x="25" y="28"/>
                    <a:pt x="23" y="29"/>
                  </a:cubicBezTo>
                  <a:cubicBezTo>
                    <a:pt x="22" y="29"/>
                    <a:pt x="21" y="31"/>
                    <a:pt x="20" y="32"/>
                  </a:cubicBezTo>
                  <a:cubicBezTo>
                    <a:pt x="19" y="33"/>
                    <a:pt x="16" y="33"/>
                    <a:pt x="14" y="33"/>
                  </a:cubicBezTo>
                  <a:cubicBezTo>
                    <a:pt x="12" y="33"/>
                    <a:pt x="8" y="34"/>
                    <a:pt x="7" y="33"/>
                  </a:cubicBezTo>
                  <a:cubicBezTo>
                    <a:pt x="5" y="32"/>
                    <a:pt x="2" y="30"/>
                    <a:pt x="1" y="29"/>
                  </a:cubicBezTo>
                  <a:cubicBezTo>
                    <a:pt x="0" y="27"/>
                    <a:pt x="0" y="24"/>
                    <a:pt x="1" y="23"/>
                  </a:cubicBezTo>
                  <a:cubicBezTo>
                    <a:pt x="1" y="21"/>
                    <a:pt x="4" y="18"/>
                    <a:pt x="5" y="16"/>
                  </a:cubicBezTo>
                  <a:cubicBezTo>
                    <a:pt x="6" y="15"/>
                    <a:pt x="9" y="14"/>
                    <a:pt x="11" y="13"/>
                  </a:cubicBezTo>
                  <a:cubicBezTo>
                    <a:pt x="12" y="12"/>
                    <a:pt x="12" y="9"/>
                    <a:pt x="14" y="9"/>
                  </a:cubicBezTo>
                  <a:cubicBezTo>
                    <a:pt x="15" y="8"/>
                    <a:pt x="17" y="8"/>
                    <a:pt x="18" y="8"/>
                  </a:cubicBezTo>
                  <a:cubicBezTo>
                    <a:pt x="19" y="9"/>
                    <a:pt x="21" y="10"/>
                    <a:pt x="22" y="10"/>
                  </a:cubicBezTo>
                  <a:cubicBezTo>
                    <a:pt x="23" y="11"/>
                    <a:pt x="25" y="12"/>
                    <a:pt x="26" y="12"/>
                  </a:cubicBezTo>
                  <a:cubicBezTo>
                    <a:pt x="26" y="12"/>
                    <a:pt x="28" y="12"/>
                    <a:pt x="28" y="12"/>
                  </a:cubicBezTo>
                  <a:cubicBezTo>
                    <a:pt x="29" y="13"/>
                    <a:pt x="30" y="14"/>
                    <a:pt x="31" y="14"/>
                  </a:cubicBezTo>
                  <a:cubicBezTo>
                    <a:pt x="32" y="14"/>
                    <a:pt x="32" y="13"/>
                    <a:pt x="32" y="13"/>
                  </a:cubicBezTo>
                  <a:cubicBezTo>
                    <a:pt x="33" y="12"/>
                    <a:pt x="32" y="10"/>
                    <a:pt x="31" y="9"/>
                  </a:cubicBezTo>
                  <a:cubicBezTo>
                    <a:pt x="30" y="8"/>
                    <a:pt x="28" y="9"/>
                    <a:pt x="27" y="8"/>
                  </a:cubicBezTo>
                  <a:cubicBezTo>
                    <a:pt x="26" y="8"/>
                    <a:pt x="24" y="7"/>
                    <a:pt x="24" y="6"/>
                  </a:cubicBezTo>
                  <a:cubicBezTo>
                    <a:pt x="24" y="5"/>
                    <a:pt x="25" y="4"/>
                    <a:pt x="26" y="3"/>
                  </a:cubicBezTo>
                  <a:cubicBezTo>
                    <a:pt x="28" y="2"/>
                    <a:pt x="32" y="3"/>
                    <a:pt x="33" y="3"/>
                  </a:cubicBezTo>
                  <a:cubicBezTo>
                    <a:pt x="34" y="3"/>
                    <a:pt x="37" y="2"/>
                    <a:pt x="38" y="2"/>
                  </a:cubicBezTo>
                  <a:cubicBezTo>
                    <a:pt x="39" y="1"/>
                    <a:pt x="42" y="0"/>
                    <a:pt x="44" y="0"/>
                  </a:cubicBezTo>
                  <a:cubicBezTo>
                    <a:pt x="45" y="0"/>
                    <a:pt x="48" y="0"/>
                    <a:pt x="49" y="0"/>
                  </a:cubicBezTo>
                  <a:cubicBezTo>
                    <a:pt x="51" y="0"/>
                    <a:pt x="53" y="2"/>
                    <a:pt x="54" y="3"/>
                  </a:cubicBezTo>
                  <a:cubicBezTo>
                    <a:pt x="54" y="4"/>
                    <a:pt x="54" y="7"/>
                    <a:pt x="54" y="7"/>
                  </a:cubicBezTo>
                  <a:cubicBezTo>
                    <a:pt x="55" y="8"/>
                    <a:pt x="58" y="8"/>
                    <a:pt x="60" y="9"/>
                  </a:cubicBezTo>
                  <a:cubicBezTo>
                    <a:pt x="60" y="9"/>
                    <a:pt x="62" y="9"/>
                    <a:pt x="63" y="9"/>
                  </a:cubicBezTo>
                  <a:cubicBezTo>
                    <a:pt x="64" y="10"/>
                    <a:pt x="65" y="12"/>
                    <a:pt x="65" y="12"/>
                  </a:cubicBezTo>
                  <a:cubicBezTo>
                    <a:pt x="65" y="14"/>
                    <a:pt x="65" y="16"/>
                    <a:pt x="64" y="18"/>
                  </a:cubicBezTo>
                  <a:cubicBezTo>
                    <a:pt x="63" y="19"/>
                    <a:pt x="60" y="22"/>
                    <a:pt x="58" y="22"/>
                  </a:cubicBezTo>
                  <a:cubicBezTo>
                    <a:pt x="56" y="24"/>
                    <a:pt x="52" y="25"/>
                    <a:pt x="50" y="26"/>
                  </a:cubicBezTo>
                  <a:cubicBezTo>
                    <a:pt x="48" y="26"/>
                    <a:pt x="45" y="26"/>
                    <a:pt x="44" y="26"/>
                  </a:cubicBezTo>
                  <a:cubicBezTo>
                    <a:pt x="42" y="26"/>
                    <a:pt x="38" y="26"/>
                    <a:pt x="36" y="2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142"/>
            <p:cNvSpPr>
              <a:spLocks/>
            </p:cNvSpPr>
            <p:nvPr/>
          </p:nvSpPr>
          <p:spPr bwMode="auto">
            <a:xfrm>
              <a:off x="5446713" y="3222626"/>
              <a:ext cx="444500" cy="403225"/>
            </a:xfrm>
            <a:custGeom>
              <a:avLst/>
              <a:gdLst/>
              <a:ahLst/>
              <a:cxnLst>
                <a:cxn ang="0">
                  <a:pos x="215" y="83"/>
                </a:cxn>
                <a:cxn ang="0">
                  <a:pos x="246" y="94"/>
                </a:cxn>
                <a:cxn ang="0">
                  <a:pos x="246" y="127"/>
                </a:cxn>
                <a:cxn ang="0">
                  <a:pos x="247" y="163"/>
                </a:cxn>
                <a:cxn ang="0">
                  <a:pos x="249" y="200"/>
                </a:cxn>
                <a:cxn ang="0">
                  <a:pos x="252" y="233"/>
                </a:cxn>
                <a:cxn ang="0">
                  <a:pos x="231" y="227"/>
                </a:cxn>
                <a:cxn ang="0">
                  <a:pos x="200" y="223"/>
                </a:cxn>
                <a:cxn ang="0">
                  <a:pos x="188" y="201"/>
                </a:cxn>
                <a:cxn ang="0">
                  <a:pos x="173" y="180"/>
                </a:cxn>
                <a:cxn ang="0">
                  <a:pos x="151" y="168"/>
                </a:cxn>
                <a:cxn ang="0">
                  <a:pos x="133" y="169"/>
                </a:cxn>
                <a:cxn ang="0">
                  <a:pos x="103" y="165"/>
                </a:cxn>
                <a:cxn ang="0">
                  <a:pos x="92" y="178"/>
                </a:cxn>
                <a:cxn ang="0">
                  <a:pos x="87" y="205"/>
                </a:cxn>
                <a:cxn ang="0">
                  <a:pos x="73" y="217"/>
                </a:cxn>
                <a:cxn ang="0">
                  <a:pos x="57" y="230"/>
                </a:cxn>
                <a:cxn ang="0">
                  <a:pos x="42" y="229"/>
                </a:cxn>
                <a:cxn ang="0">
                  <a:pos x="17" y="213"/>
                </a:cxn>
                <a:cxn ang="0">
                  <a:pos x="15" y="203"/>
                </a:cxn>
                <a:cxn ang="0">
                  <a:pos x="23" y="185"/>
                </a:cxn>
                <a:cxn ang="0">
                  <a:pos x="7" y="163"/>
                </a:cxn>
                <a:cxn ang="0">
                  <a:pos x="16" y="146"/>
                </a:cxn>
                <a:cxn ang="0">
                  <a:pos x="43" y="135"/>
                </a:cxn>
                <a:cxn ang="0">
                  <a:pos x="51" y="109"/>
                </a:cxn>
                <a:cxn ang="0">
                  <a:pos x="48" y="87"/>
                </a:cxn>
                <a:cxn ang="0">
                  <a:pos x="43" y="69"/>
                </a:cxn>
                <a:cxn ang="0">
                  <a:pos x="25" y="81"/>
                </a:cxn>
                <a:cxn ang="0">
                  <a:pos x="5" y="78"/>
                </a:cxn>
                <a:cxn ang="0">
                  <a:pos x="5" y="70"/>
                </a:cxn>
                <a:cxn ang="0">
                  <a:pos x="2" y="61"/>
                </a:cxn>
                <a:cxn ang="0">
                  <a:pos x="6" y="37"/>
                </a:cxn>
                <a:cxn ang="0">
                  <a:pos x="15" y="30"/>
                </a:cxn>
                <a:cxn ang="0">
                  <a:pos x="28" y="32"/>
                </a:cxn>
                <a:cxn ang="0">
                  <a:pos x="29" y="50"/>
                </a:cxn>
                <a:cxn ang="0">
                  <a:pos x="47" y="45"/>
                </a:cxn>
                <a:cxn ang="0">
                  <a:pos x="47" y="40"/>
                </a:cxn>
                <a:cxn ang="0">
                  <a:pos x="34" y="32"/>
                </a:cxn>
                <a:cxn ang="0">
                  <a:pos x="51" y="27"/>
                </a:cxn>
                <a:cxn ang="0">
                  <a:pos x="46" y="26"/>
                </a:cxn>
                <a:cxn ang="0">
                  <a:pos x="35" y="26"/>
                </a:cxn>
                <a:cxn ang="0">
                  <a:pos x="46" y="14"/>
                </a:cxn>
                <a:cxn ang="0">
                  <a:pos x="54" y="15"/>
                </a:cxn>
                <a:cxn ang="0">
                  <a:pos x="64" y="13"/>
                </a:cxn>
                <a:cxn ang="0">
                  <a:pos x="73" y="3"/>
                </a:cxn>
                <a:cxn ang="0">
                  <a:pos x="79" y="7"/>
                </a:cxn>
                <a:cxn ang="0">
                  <a:pos x="87" y="25"/>
                </a:cxn>
                <a:cxn ang="0">
                  <a:pos x="88" y="45"/>
                </a:cxn>
                <a:cxn ang="0">
                  <a:pos x="100" y="49"/>
                </a:cxn>
                <a:cxn ang="0">
                  <a:pos x="115" y="58"/>
                </a:cxn>
                <a:cxn ang="0">
                  <a:pos x="105" y="49"/>
                </a:cxn>
                <a:cxn ang="0">
                  <a:pos x="101" y="36"/>
                </a:cxn>
                <a:cxn ang="0">
                  <a:pos x="122" y="32"/>
                </a:cxn>
                <a:cxn ang="0">
                  <a:pos x="141" y="39"/>
                </a:cxn>
                <a:cxn ang="0">
                  <a:pos x="157" y="45"/>
                </a:cxn>
                <a:cxn ang="0">
                  <a:pos x="189" y="58"/>
                </a:cxn>
              </a:cxnLst>
              <a:rect l="0" t="0" r="r" b="b"/>
              <a:pathLst>
                <a:path w="258" h="234">
                  <a:moveTo>
                    <a:pt x="198" y="60"/>
                  </a:moveTo>
                  <a:cubicBezTo>
                    <a:pt x="200" y="62"/>
                    <a:pt x="202" y="66"/>
                    <a:pt x="204" y="68"/>
                  </a:cubicBezTo>
                  <a:cubicBezTo>
                    <a:pt x="205" y="70"/>
                    <a:pt x="207" y="74"/>
                    <a:pt x="209" y="76"/>
                  </a:cubicBezTo>
                  <a:cubicBezTo>
                    <a:pt x="210" y="78"/>
                    <a:pt x="213" y="82"/>
                    <a:pt x="215" y="83"/>
                  </a:cubicBezTo>
                  <a:cubicBezTo>
                    <a:pt x="217" y="85"/>
                    <a:pt x="222" y="86"/>
                    <a:pt x="225" y="86"/>
                  </a:cubicBezTo>
                  <a:cubicBezTo>
                    <a:pt x="228" y="86"/>
                    <a:pt x="234" y="86"/>
                    <a:pt x="237" y="86"/>
                  </a:cubicBezTo>
                  <a:cubicBezTo>
                    <a:pt x="239" y="86"/>
                    <a:pt x="242" y="86"/>
                    <a:pt x="244" y="85"/>
                  </a:cubicBezTo>
                  <a:cubicBezTo>
                    <a:pt x="244" y="89"/>
                    <a:pt x="246" y="92"/>
                    <a:pt x="246" y="94"/>
                  </a:cubicBezTo>
                  <a:cubicBezTo>
                    <a:pt x="247" y="97"/>
                    <a:pt x="249" y="101"/>
                    <a:pt x="250" y="104"/>
                  </a:cubicBezTo>
                  <a:cubicBezTo>
                    <a:pt x="251" y="105"/>
                    <a:pt x="253" y="108"/>
                    <a:pt x="254" y="110"/>
                  </a:cubicBezTo>
                  <a:cubicBezTo>
                    <a:pt x="254" y="112"/>
                    <a:pt x="254" y="115"/>
                    <a:pt x="253" y="117"/>
                  </a:cubicBezTo>
                  <a:cubicBezTo>
                    <a:pt x="252" y="120"/>
                    <a:pt x="248" y="124"/>
                    <a:pt x="246" y="127"/>
                  </a:cubicBezTo>
                  <a:cubicBezTo>
                    <a:pt x="245" y="129"/>
                    <a:pt x="243" y="134"/>
                    <a:pt x="243" y="137"/>
                  </a:cubicBezTo>
                  <a:cubicBezTo>
                    <a:pt x="243" y="139"/>
                    <a:pt x="243" y="144"/>
                    <a:pt x="244" y="146"/>
                  </a:cubicBezTo>
                  <a:cubicBezTo>
                    <a:pt x="244" y="148"/>
                    <a:pt x="244" y="153"/>
                    <a:pt x="245" y="155"/>
                  </a:cubicBezTo>
                  <a:cubicBezTo>
                    <a:pt x="245" y="157"/>
                    <a:pt x="247" y="161"/>
                    <a:pt x="247" y="163"/>
                  </a:cubicBezTo>
                  <a:cubicBezTo>
                    <a:pt x="247" y="166"/>
                    <a:pt x="245" y="172"/>
                    <a:pt x="244" y="175"/>
                  </a:cubicBezTo>
                  <a:cubicBezTo>
                    <a:pt x="244" y="177"/>
                    <a:pt x="242" y="182"/>
                    <a:pt x="242" y="184"/>
                  </a:cubicBezTo>
                  <a:cubicBezTo>
                    <a:pt x="242" y="186"/>
                    <a:pt x="244" y="190"/>
                    <a:pt x="244" y="192"/>
                  </a:cubicBezTo>
                  <a:cubicBezTo>
                    <a:pt x="245" y="194"/>
                    <a:pt x="248" y="198"/>
                    <a:pt x="249" y="200"/>
                  </a:cubicBezTo>
                  <a:cubicBezTo>
                    <a:pt x="250" y="204"/>
                    <a:pt x="252" y="211"/>
                    <a:pt x="253" y="214"/>
                  </a:cubicBezTo>
                  <a:cubicBezTo>
                    <a:pt x="254" y="218"/>
                    <a:pt x="257" y="226"/>
                    <a:pt x="258" y="230"/>
                  </a:cubicBezTo>
                  <a:cubicBezTo>
                    <a:pt x="258" y="231"/>
                    <a:pt x="258" y="231"/>
                    <a:pt x="258" y="232"/>
                  </a:cubicBezTo>
                  <a:cubicBezTo>
                    <a:pt x="256" y="232"/>
                    <a:pt x="253" y="232"/>
                    <a:pt x="252" y="233"/>
                  </a:cubicBezTo>
                  <a:cubicBezTo>
                    <a:pt x="251" y="233"/>
                    <a:pt x="249" y="234"/>
                    <a:pt x="248" y="234"/>
                  </a:cubicBezTo>
                  <a:cubicBezTo>
                    <a:pt x="246" y="234"/>
                    <a:pt x="243" y="233"/>
                    <a:pt x="241" y="233"/>
                  </a:cubicBezTo>
                  <a:cubicBezTo>
                    <a:pt x="240" y="232"/>
                    <a:pt x="238" y="231"/>
                    <a:pt x="237" y="230"/>
                  </a:cubicBezTo>
                  <a:cubicBezTo>
                    <a:pt x="235" y="229"/>
                    <a:pt x="232" y="227"/>
                    <a:pt x="231" y="227"/>
                  </a:cubicBezTo>
                  <a:cubicBezTo>
                    <a:pt x="229" y="226"/>
                    <a:pt x="225" y="225"/>
                    <a:pt x="223" y="225"/>
                  </a:cubicBezTo>
                  <a:cubicBezTo>
                    <a:pt x="221" y="224"/>
                    <a:pt x="216" y="223"/>
                    <a:pt x="214" y="223"/>
                  </a:cubicBezTo>
                  <a:cubicBezTo>
                    <a:pt x="212" y="223"/>
                    <a:pt x="209" y="224"/>
                    <a:pt x="207" y="224"/>
                  </a:cubicBezTo>
                  <a:cubicBezTo>
                    <a:pt x="205" y="224"/>
                    <a:pt x="202" y="224"/>
                    <a:pt x="200" y="223"/>
                  </a:cubicBezTo>
                  <a:cubicBezTo>
                    <a:pt x="199" y="223"/>
                    <a:pt x="197" y="221"/>
                    <a:pt x="196" y="219"/>
                  </a:cubicBezTo>
                  <a:cubicBezTo>
                    <a:pt x="195" y="218"/>
                    <a:pt x="195" y="215"/>
                    <a:pt x="195" y="214"/>
                  </a:cubicBezTo>
                  <a:cubicBezTo>
                    <a:pt x="194" y="212"/>
                    <a:pt x="195" y="208"/>
                    <a:pt x="194" y="206"/>
                  </a:cubicBezTo>
                  <a:cubicBezTo>
                    <a:pt x="193" y="205"/>
                    <a:pt x="190" y="202"/>
                    <a:pt x="188" y="201"/>
                  </a:cubicBezTo>
                  <a:cubicBezTo>
                    <a:pt x="187" y="200"/>
                    <a:pt x="185" y="198"/>
                    <a:pt x="184" y="197"/>
                  </a:cubicBezTo>
                  <a:cubicBezTo>
                    <a:pt x="183" y="196"/>
                    <a:pt x="180" y="195"/>
                    <a:pt x="179" y="193"/>
                  </a:cubicBezTo>
                  <a:cubicBezTo>
                    <a:pt x="178" y="192"/>
                    <a:pt x="177" y="190"/>
                    <a:pt x="176" y="189"/>
                  </a:cubicBezTo>
                  <a:cubicBezTo>
                    <a:pt x="175" y="187"/>
                    <a:pt x="174" y="182"/>
                    <a:pt x="173" y="180"/>
                  </a:cubicBezTo>
                  <a:cubicBezTo>
                    <a:pt x="172" y="178"/>
                    <a:pt x="170" y="175"/>
                    <a:pt x="168" y="173"/>
                  </a:cubicBezTo>
                  <a:cubicBezTo>
                    <a:pt x="167" y="172"/>
                    <a:pt x="165" y="170"/>
                    <a:pt x="164" y="169"/>
                  </a:cubicBezTo>
                  <a:cubicBezTo>
                    <a:pt x="162" y="168"/>
                    <a:pt x="159" y="168"/>
                    <a:pt x="157" y="168"/>
                  </a:cubicBezTo>
                  <a:cubicBezTo>
                    <a:pt x="156" y="167"/>
                    <a:pt x="152" y="167"/>
                    <a:pt x="151" y="168"/>
                  </a:cubicBezTo>
                  <a:cubicBezTo>
                    <a:pt x="150" y="168"/>
                    <a:pt x="148" y="170"/>
                    <a:pt x="147" y="170"/>
                  </a:cubicBezTo>
                  <a:cubicBezTo>
                    <a:pt x="146" y="171"/>
                    <a:pt x="144" y="172"/>
                    <a:pt x="142" y="172"/>
                  </a:cubicBezTo>
                  <a:cubicBezTo>
                    <a:pt x="141" y="172"/>
                    <a:pt x="139" y="171"/>
                    <a:pt x="138" y="171"/>
                  </a:cubicBezTo>
                  <a:cubicBezTo>
                    <a:pt x="137" y="170"/>
                    <a:pt x="135" y="169"/>
                    <a:pt x="133" y="169"/>
                  </a:cubicBezTo>
                  <a:cubicBezTo>
                    <a:pt x="132" y="168"/>
                    <a:pt x="129" y="168"/>
                    <a:pt x="127" y="168"/>
                  </a:cubicBezTo>
                  <a:cubicBezTo>
                    <a:pt x="125" y="167"/>
                    <a:pt x="121" y="168"/>
                    <a:pt x="119" y="168"/>
                  </a:cubicBezTo>
                  <a:cubicBezTo>
                    <a:pt x="117" y="168"/>
                    <a:pt x="113" y="165"/>
                    <a:pt x="111" y="165"/>
                  </a:cubicBezTo>
                  <a:cubicBezTo>
                    <a:pt x="109" y="164"/>
                    <a:pt x="105" y="164"/>
                    <a:pt x="103" y="165"/>
                  </a:cubicBezTo>
                  <a:cubicBezTo>
                    <a:pt x="101" y="165"/>
                    <a:pt x="99" y="165"/>
                    <a:pt x="97" y="166"/>
                  </a:cubicBezTo>
                  <a:cubicBezTo>
                    <a:pt x="97" y="166"/>
                    <a:pt x="95" y="167"/>
                    <a:pt x="95" y="167"/>
                  </a:cubicBezTo>
                  <a:cubicBezTo>
                    <a:pt x="94" y="168"/>
                    <a:pt x="93" y="171"/>
                    <a:pt x="93" y="172"/>
                  </a:cubicBezTo>
                  <a:cubicBezTo>
                    <a:pt x="92" y="173"/>
                    <a:pt x="92" y="176"/>
                    <a:pt x="92" y="178"/>
                  </a:cubicBezTo>
                  <a:cubicBezTo>
                    <a:pt x="91" y="179"/>
                    <a:pt x="88" y="181"/>
                    <a:pt x="87" y="182"/>
                  </a:cubicBezTo>
                  <a:cubicBezTo>
                    <a:pt x="87" y="183"/>
                    <a:pt x="86" y="186"/>
                    <a:pt x="86" y="187"/>
                  </a:cubicBezTo>
                  <a:cubicBezTo>
                    <a:pt x="86" y="190"/>
                    <a:pt x="88" y="195"/>
                    <a:pt x="88" y="197"/>
                  </a:cubicBezTo>
                  <a:cubicBezTo>
                    <a:pt x="88" y="199"/>
                    <a:pt x="88" y="203"/>
                    <a:pt x="87" y="205"/>
                  </a:cubicBezTo>
                  <a:cubicBezTo>
                    <a:pt x="87" y="206"/>
                    <a:pt x="85" y="207"/>
                    <a:pt x="85" y="208"/>
                  </a:cubicBezTo>
                  <a:cubicBezTo>
                    <a:pt x="84" y="209"/>
                    <a:pt x="81" y="209"/>
                    <a:pt x="80" y="210"/>
                  </a:cubicBezTo>
                  <a:cubicBezTo>
                    <a:pt x="79" y="210"/>
                    <a:pt x="78" y="213"/>
                    <a:pt x="77" y="213"/>
                  </a:cubicBezTo>
                  <a:cubicBezTo>
                    <a:pt x="76" y="214"/>
                    <a:pt x="74" y="216"/>
                    <a:pt x="73" y="217"/>
                  </a:cubicBezTo>
                  <a:cubicBezTo>
                    <a:pt x="72" y="217"/>
                    <a:pt x="68" y="218"/>
                    <a:pt x="67" y="219"/>
                  </a:cubicBezTo>
                  <a:cubicBezTo>
                    <a:pt x="66" y="220"/>
                    <a:pt x="65" y="223"/>
                    <a:pt x="64" y="224"/>
                  </a:cubicBezTo>
                  <a:cubicBezTo>
                    <a:pt x="64" y="225"/>
                    <a:pt x="61" y="227"/>
                    <a:pt x="60" y="228"/>
                  </a:cubicBezTo>
                  <a:cubicBezTo>
                    <a:pt x="59" y="229"/>
                    <a:pt x="58" y="230"/>
                    <a:pt x="57" y="230"/>
                  </a:cubicBezTo>
                  <a:cubicBezTo>
                    <a:pt x="57" y="230"/>
                    <a:pt x="56" y="231"/>
                    <a:pt x="56" y="231"/>
                  </a:cubicBezTo>
                  <a:cubicBezTo>
                    <a:pt x="55" y="231"/>
                    <a:pt x="55" y="231"/>
                    <a:pt x="55" y="231"/>
                  </a:cubicBezTo>
                  <a:cubicBezTo>
                    <a:pt x="54" y="232"/>
                    <a:pt x="51" y="232"/>
                    <a:pt x="49" y="232"/>
                  </a:cubicBezTo>
                  <a:cubicBezTo>
                    <a:pt x="47" y="231"/>
                    <a:pt x="44" y="230"/>
                    <a:pt x="42" y="229"/>
                  </a:cubicBezTo>
                  <a:cubicBezTo>
                    <a:pt x="40" y="228"/>
                    <a:pt x="38" y="225"/>
                    <a:pt x="37" y="223"/>
                  </a:cubicBezTo>
                  <a:cubicBezTo>
                    <a:pt x="35" y="222"/>
                    <a:pt x="32" y="220"/>
                    <a:pt x="31" y="219"/>
                  </a:cubicBezTo>
                  <a:cubicBezTo>
                    <a:pt x="29" y="218"/>
                    <a:pt x="25" y="216"/>
                    <a:pt x="23" y="215"/>
                  </a:cubicBezTo>
                  <a:cubicBezTo>
                    <a:pt x="21" y="215"/>
                    <a:pt x="19" y="214"/>
                    <a:pt x="17" y="213"/>
                  </a:cubicBezTo>
                  <a:cubicBezTo>
                    <a:pt x="16" y="212"/>
                    <a:pt x="13" y="211"/>
                    <a:pt x="12" y="209"/>
                  </a:cubicBezTo>
                  <a:cubicBezTo>
                    <a:pt x="12" y="209"/>
                    <a:pt x="11" y="209"/>
                    <a:pt x="11" y="208"/>
                  </a:cubicBezTo>
                  <a:cubicBezTo>
                    <a:pt x="11" y="208"/>
                    <a:pt x="11" y="207"/>
                    <a:pt x="11" y="206"/>
                  </a:cubicBezTo>
                  <a:cubicBezTo>
                    <a:pt x="11" y="205"/>
                    <a:pt x="14" y="204"/>
                    <a:pt x="15" y="203"/>
                  </a:cubicBezTo>
                  <a:cubicBezTo>
                    <a:pt x="15" y="202"/>
                    <a:pt x="16" y="200"/>
                    <a:pt x="16" y="199"/>
                  </a:cubicBezTo>
                  <a:cubicBezTo>
                    <a:pt x="17" y="198"/>
                    <a:pt x="17" y="195"/>
                    <a:pt x="18" y="194"/>
                  </a:cubicBezTo>
                  <a:cubicBezTo>
                    <a:pt x="18" y="193"/>
                    <a:pt x="20" y="191"/>
                    <a:pt x="21" y="189"/>
                  </a:cubicBezTo>
                  <a:cubicBezTo>
                    <a:pt x="22" y="188"/>
                    <a:pt x="23" y="186"/>
                    <a:pt x="23" y="185"/>
                  </a:cubicBezTo>
                  <a:cubicBezTo>
                    <a:pt x="23" y="184"/>
                    <a:pt x="23" y="182"/>
                    <a:pt x="22" y="181"/>
                  </a:cubicBezTo>
                  <a:cubicBezTo>
                    <a:pt x="22" y="179"/>
                    <a:pt x="20" y="175"/>
                    <a:pt x="18" y="173"/>
                  </a:cubicBezTo>
                  <a:cubicBezTo>
                    <a:pt x="17" y="172"/>
                    <a:pt x="15" y="169"/>
                    <a:pt x="13" y="168"/>
                  </a:cubicBezTo>
                  <a:cubicBezTo>
                    <a:pt x="12" y="167"/>
                    <a:pt x="9" y="164"/>
                    <a:pt x="7" y="163"/>
                  </a:cubicBezTo>
                  <a:cubicBezTo>
                    <a:pt x="6" y="161"/>
                    <a:pt x="4" y="158"/>
                    <a:pt x="4" y="157"/>
                  </a:cubicBezTo>
                  <a:cubicBezTo>
                    <a:pt x="3" y="155"/>
                    <a:pt x="3" y="151"/>
                    <a:pt x="3" y="149"/>
                  </a:cubicBezTo>
                  <a:cubicBezTo>
                    <a:pt x="4" y="148"/>
                    <a:pt x="6" y="146"/>
                    <a:pt x="7" y="146"/>
                  </a:cubicBezTo>
                  <a:cubicBezTo>
                    <a:pt x="9" y="145"/>
                    <a:pt x="13" y="147"/>
                    <a:pt x="16" y="146"/>
                  </a:cubicBezTo>
                  <a:cubicBezTo>
                    <a:pt x="18" y="146"/>
                    <a:pt x="22" y="145"/>
                    <a:pt x="25" y="145"/>
                  </a:cubicBezTo>
                  <a:cubicBezTo>
                    <a:pt x="27" y="145"/>
                    <a:pt x="31" y="144"/>
                    <a:pt x="33" y="143"/>
                  </a:cubicBezTo>
                  <a:cubicBezTo>
                    <a:pt x="34" y="142"/>
                    <a:pt x="37" y="140"/>
                    <a:pt x="39" y="139"/>
                  </a:cubicBezTo>
                  <a:cubicBezTo>
                    <a:pt x="40" y="139"/>
                    <a:pt x="43" y="136"/>
                    <a:pt x="43" y="135"/>
                  </a:cubicBezTo>
                  <a:cubicBezTo>
                    <a:pt x="43" y="135"/>
                    <a:pt x="43" y="128"/>
                    <a:pt x="43" y="125"/>
                  </a:cubicBezTo>
                  <a:cubicBezTo>
                    <a:pt x="44" y="124"/>
                    <a:pt x="43" y="120"/>
                    <a:pt x="44" y="118"/>
                  </a:cubicBezTo>
                  <a:cubicBezTo>
                    <a:pt x="44" y="117"/>
                    <a:pt x="45" y="114"/>
                    <a:pt x="46" y="113"/>
                  </a:cubicBezTo>
                  <a:cubicBezTo>
                    <a:pt x="47" y="111"/>
                    <a:pt x="50" y="110"/>
                    <a:pt x="51" y="109"/>
                  </a:cubicBezTo>
                  <a:cubicBezTo>
                    <a:pt x="52" y="108"/>
                    <a:pt x="52" y="105"/>
                    <a:pt x="52" y="103"/>
                  </a:cubicBezTo>
                  <a:cubicBezTo>
                    <a:pt x="52" y="102"/>
                    <a:pt x="51" y="100"/>
                    <a:pt x="50" y="99"/>
                  </a:cubicBezTo>
                  <a:cubicBezTo>
                    <a:pt x="50" y="98"/>
                    <a:pt x="49" y="96"/>
                    <a:pt x="49" y="95"/>
                  </a:cubicBezTo>
                  <a:cubicBezTo>
                    <a:pt x="48" y="93"/>
                    <a:pt x="48" y="89"/>
                    <a:pt x="48" y="87"/>
                  </a:cubicBezTo>
                  <a:cubicBezTo>
                    <a:pt x="48" y="85"/>
                    <a:pt x="50" y="81"/>
                    <a:pt x="49" y="79"/>
                  </a:cubicBezTo>
                  <a:cubicBezTo>
                    <a:pt x="49" y="78"/>
                    <a:pt x="48" y="76"/>
                    <a:pt x="48" y="75"/>
                  </a:cubicBezTo>
                  <a:cubicBezTo>
                    <a:pt x="47" y="74"/>
                    <a:pt x="45" y="73"/>
                    <a:pt x="45" y="72"/>
                  </a:cubicBezTo>
                  <a:cubicBezTo>
                    <a:pt x="44" y="71"/>
                    <a:pt x="44" y="70"/>
                    <a:pt x="43" y="69"/>
                  </a:cubicBezTo>
                  <a:cubicBezTo>
                    <a:pt x="42" y="68"/>
                    <a:pt x="39" y="68"/>
                    <a:pt x="38" y="68"/>
                  </a:cubicBezTo>
                  <a:cubicBezTo>
                    <a:pt x="36" y="68"/>
                    <a:pt x="33" y="69"/>
                    <a:pt x="31" y="70"/>
                  </a:cubicBezTo>
                  <a:cubicBezTo>
                    <a:pt x="30" y="71"/>
                    <a:pt x="28" y="74"/>
                    <a:pt x="28" y="75"/>
                  </a:cubicBezTo>
                  <a:cubicBezTo>
                    <a:pt x="27" y="77"/>
                    <a:pt x="26" y="80"/>
                    <a:pt x="25" y="81"/>
                  </a:cubicBezTo>
                  <a:cubicBezTo>
                    <a:pt x="24" y="81"/>
                    <a:pt x="23" y="81"/>
                    <a:pt x="22" y="81"/>
                  </a:cubicBezTo>
                  <a:cubicBezTo>
                    <a:pt x="21" y="81"/>
                    <a:pt x="19" y="80"/>
                    <a:pt x="18" y="79"/>
                  </a:cubicBezTo>
                  <a:cubicBezTo>
                    <a:pt x="16" y="79"/>
                    <a:pt x="12" y="78"/>
                    <a:pt x="11" y="78"/>
                  </a:cubicBezTo>
                  <a:cubicBezTo>
                    <a:pt x="9" y="78"/>
                    <a:pt x="7" y="78"/>
                    <a:pt x="5" y="78"/>
                  </a:cubicBezTo>
                  <a:cubicBezTo>
                    <a:pt x="4" y="78"/>
                    <a:pt x="2" y="77"/>
                    <a:pt x="1" y="76"/>
                  </a:cubicBezTo>
                  <a:cubicBezTo>
                    <a:pt x="0" y="75"/>
                    <a:pt x="0" y="73"/>
                    <a:pt x="0" y="72"/>
                  </a:cubicBezTo>
                  <a:cubicBezTo>
                    <a:pt x="0" y="71"/>
                    <a:pt x="0" y="70"/>
                    <a:pt x="0" y="69"/>
                  </a:cubicBezTo>
                  <a:cubicBezTo>
                    <a:pt x="1" y="69"/>
                    <a:pt x="4" y="70"/>
                    <a:pt x="5" y="70"/>
                  </a:cubicBezTo>
                  <a:cubicBezTo>
                    <a:pt x="5" y="69"/>
                    <a:pt x="7" y="68"/>
                    <a:pt x="7" y="67"/>
                  </a:cubicBezTo>
                  <a:cubicBezTo>
                    <a:pt x="7" y="66"/>
                    <a:pt x="4" y="65"/>
                    <a:pt x="3" y="64"/>
                  </a:cubicBezTo>
                  <a:cubicBezTo>
                    <a:pt x="3" y="64"/>
                    <a:pt x="2" y="64"/>
                    <a:pt x="2" y="64"/>
                  </a:cubicBezTo>
                  <a:cubicBezTo>
                    <a:pt x="2" y="63"/>
                    <a:pt x="2" y="61"/>
                    <a:pt x="2" y="61"/>
                  </a:cubicBezTo>
                  <a:cubicBezTo>
                    <a:pt x="2" y="59"/>
                    <a:pt x="5" y="57"/>
                    <a:pt x="6" y="55"/>
                  </a:cubicBezTo>
                  <a:cubicBezTo>
                    <a:pt x="6" y="54"/>
                    <a:pt x="8" y="51"/>
                    <a:pt x="9" y="49"/>
                  </a:cubicBezTo>
                  <a:cubicBezTo>
                    <a:pt x="9" y="48"/>
                    <a:pt x="9" y="44"/>
                    <a:pt x="9" y="42"/>
                  </a:cubicBezTo>
                  <a:cubicBezTo>
                    <a:pt x="9" y="41"/>
                    <a:pt x="7" y="39"/>
                    <a:pt x="6" y="37"/>
                  </a:cubicBezTo>
                  <a:cubicBezTo>
                    <a:pt x="5" y="36"/>
                    <a:pt x="3" y="33"/>
                    <a:pt x="3" y="32"/>
                  </a:cubicBezTo>
                  <a:cubicBezTo>
                    <a:pt x="3" y="31"/>
                    <a:pt x="5" y="30"/>
                    <a:pt x="6" y="30"/>
                  </a:cubicBezTo>
                  <a:cubicBezTo>
                    <a:pt x="7" y="30"/>
                    <a:pt x="10" y="31"/>
                    <a:pt x="11" y="31"/>
                  </a:cubicBezTo>
                  <a:cubicBezTo>
                    <a:pt x="12" y="31"/>
                    <a:pt x="15" y="31"/>
                    <a:pt x="15" y="30"/>
                  </a:cubicBezTo>
                  <a:cubicBezTo>
                    <a:pt x="16" y="30"/>
                    <a:pt x="17" y="27"/>
                    <a:pt x="18" y="26"/>
                  </a:cubicBezTo>
                  <a:cubicBezTo>
                    <a:pt x="19" y="26"/>
                    <a:pt x="23" y="26"/>
                    <a:pt x="24" y="26"/>
                  </a:cubicBezTo>
                  <a:cubicBezTo>
                    <a:pt x="25" y="27"/>
                    <a:pt x="26" y="29"/>
                    <a:pt x="27" y="30"/>
                  </a:cubicBezTo>
                  <a:cubicBezTo>
                    <a:pt x="27" y="31"/>
                    <a:pt x="28" y="32"/>
                    <a:pt x="28" y="32"/>
                  </a:cubicBezTo>
                  <a:cubicBezTo>
                    <a:pt x="29" y="33"/>
                    <a:pt x="30" y="34"/>
                    <a:pt x="30" y="35"/>
                  </a:cubicBezTo>
                  <a:cubicBezTo>
                    <a:pt x="30" y="37"/>
                    <a:pt x="29" y="40"/>
                    <a:pt x="29" y="42"/>
                  </a:cubicBezTo>
                  <a:cubicBezTo>
                    <a:pt x="28" y="43"/>
                    <a:pt x="28" y="44"/>
                    <a:pt x="28" y="45"/>
                  </a:cubicBezTo>
                  <a:cubicBezTo>
                    <a:pt x="28" y="47"/>
                    <a:pt x="28" y="50"/>
                    <a:pt x="29" y="50"/>
                  </a:cubicBezTo>
                  <a:cubicBezTo>
                    <a:pt x="30" y="51"/>
                    <a:pt x="34" y="50"/>
                    <a:pt x="35" y="50"/>
                  </a:cubicBezTo>
                  <a:cubicBezTo>
                    <a:pt x="36" y="49"/>
                    <a:pt x="38" y="48"/>
                    <a:pt x="39" y="47"/>
                  </a:cubicBezTo>
                  <a:cubicBezTo>
                    <a:pt x="40" y="47"/>
                    <a:pt x="42" y="47"/>
                    <a:pt x="43" y="47"/>
                  </a:cubicBezTo>
                  <a:cubicBezTo>
                    <a:pt x="44" y="47"/>
                    <a:pt x="46" y="45"/>
                    <a:pt x="47" y="45"/>
                  </a:cubicBezTo>
                  <a:cubicBezTo>
                    <a:pt x="48" y="44"/>
                    <a:pt x="50" y="45"/>
                    <a:pt x="51" y="44"/>
                  </a:cubicBezTo>
                  <a:cubicBezTo>
                    <a:pt x="52" y="43"/>
                    <a:pt x="53" y="41"/>
                    <a:pt x="52" y="40"/>
                  </a:cubicBezTo>
                  <a:cubicBezTo>
                    <a:pt x="52" y="40"/>
                    <a:pt x="50" y="39"/>
                    <a:pt x="49" y="39"/>
                  </a:cubicBezTo>
                  <a:cubicBezTo>
                    <a:pt x="48" y="39"/>
                    <a:pt x="47" y="40"/>
                    <a:pt x="47" y="40"/>
                  </a:cubicBezTo>
                  <a:cubicBezTo>
                    <a:pt x="45" y="41"/>
                    <a:pt x="43" y="41"/>
                    <a:pt x="42" y="41"/>
                  </a:cubicBezTo>
                  <a:cubicBezTo>
                    <a:pt x="41" y="41"/>
                    <a:pt x="39" y="41"/>
                    <a:pt x="38" y="40"/>
                  </a:cubicBezTo>
                  <a:cubicBezTo>
                    <a:pt x="37" y="40"/>
                    <a:pt x="34" y="38"/>
                    <a:pt x="34" y="37"/>
                  </a:cubicBezTo>
                  <a:cubicBezTo>
                    <a:pt x="33" y="36"/>
                    <a:pt x="34" y="33"/>
                    <a:pt x="34" y="32"/>
                  </a:cubicBezTo>
                  <a:cubicBezTo>
                    <a:pt x="35" y="31"/>
                    <a:pt x="37" y="30"/>
                    <a:pt x="38" y="30"/>
                  </a:cubicBezTo>
                  <a:cubicBezTo>
                    <a:pt x="39" y="30"/>
                    <a:pt x="42" y="31"/>
                    <a:pt x="43" y="31"/>
                  </a:cubicBezTo>
                  <a:cubicBezTo>
                    <a:pt x="44" y="31"/>
                    <a:pt x="45" y="30"/>
                    <a:pt x="46" y="30"/>
                  </a:cubicBezTo>
                  <a:cubicBezTo>
                    <a:pt x="48" y="30"/>
                    <a:pt x="50" y="28"/>
                    <a:pt x="51" y="27"/>
                  </a:cubicBezTo>
                  <a:cubicBezTo>
                    <a:pt x="52" y="27"/>
                    <a:pt x="55" y="28"/>
                    <a:pt x="56" y="27"/>
                  </a:cubicBezTo>
                  <a:cubicBezTo>
                    <a:pt x="56" y="27"/>
                    <a:pt x="55" y="25"/>
                    <a:pt x="54" y="25"/>
                  </a:cubicBezTo>
                  <a:cubicBezTo>
                    <a:pt x="54" y="24"/>
                    <a:pt x="52" y="24"/>
                    <a:pt x="51" y="24"/>
                  </a:cubicBezTo>
                  <a:cubicBezTo>
                    <a:pt x="49" y="24"/>
                    <a:pt x="48" y="26"/>
                    <a:pt x="46" y="26"/>
                  </a:cubicBezTo>
                  <a:cubicBezTo>
                    <a:pt x="45" y="26"/>
                    <a:pt x="44" y="24"/>
                    <a:pt x="43" y="24"/>
                  </a:cubicBezTo>
                  <a:cubicBezTo>
                    <a:pt x="42" y="24"/>
                    <a:pt x="41" y="26"/>
                    <a:pt x="41" y="26"/>
                  </a:cubicBezTo>
                  <a:cubicBezTo>
                    <a:pt x="40" y="26"/>
                    <a:pt x="38" y="26"/>
                    <a:pt x="37" y="26"/>
                  </a:cubicBezTo>
                  <a:cubicBezTo>
                    <a:pt x="37" y="26"/>
                    <a:pt x="35" y="26"/>
                    <a:pt x="35" y="26"/>
                  </a:cubicBezTo>
                  <a:cubicBezTo>
                    <a:pt x="34" y="25"/>
                    <a:pt x="34" y="23"/>
                    <a:pt x="34" y="22"/>
                  </a:cubicBezTo>
                  <a:cubicBezTo>
                    <a:pt x="34" y="21"/>
                    <a:pt x="36" y="19"/>
                    <a:pt x="37" y="19"/>
                  </a:cubicBezTo>
                  <a:cubicBezTo>
                    <a:pt x="38" y="17"/>
                    <a:pt x="42" y="16"/>
                    <a:pt x="43" y="15"/>
                  </a:cubicBezTo>
                  <a:cubicBezTo>
                    <a:pt x="44" y="15"/>
                    <a:pt x="45" y="14"/>
                    <a:pt x="46" y="14"/>
                  </a:cubicBezTo>
                  <a:cubicBezTo>
                    <a:pt x="47" y="14"/>
                    <a:pt x="48" y="12"/>
                    <a:pt x="49" y="12"/>
                  </a:cubicBezTo>
                  <a:cubicBezTo>
                    <a:pt x="50" y="12"/>
                    <a:pt x="51" y="12"/>
                    <a:pt x="52" y="13"/>
                  </a:cubicBezTo>
                  <a:cubicBezTo>
                    <a:pt x="52" y="14"/>
                    <a:pt x="51" y="16"/>
                    <a:pt x="52" y="17"/>
                  </a:cubicBezTo>
                  <a:cubicBezTo>
                    <a:pt x="52" y="17"/>
                    <a:pt x="53" y="15"/>
                    <a:pt x="54" y="15"/>
                  </a:cubicBezTo>
                  <a:cubicBezTo>
                    <a:pt x="54" y="14"/>
                    <a:pt x="56" y="12"/>
                    <a:pt x="57" y="12"/>
                  </a:cubicBezTo>
                  <a:cubicBezTo>
                    <a:pt x="58" y="12"/>
                    <a:pt x="59" y="12"/>
                    <a:pt x="60" y="13"/>
                  </a:cubicBezTo>
                  <a:cubicBezTo>
                    <a:pt x="60" y="13"/>
                    <a:pt x="61" y="15"/>
                    <a:pt x="62" y="15"/>
                  </a:cubicBezTo>
                  <a:cubicBezTo>
                    <a:pt x="63" y="15"/>
                    <a:pt x="63" y="14"/>
                    <a:pt x="64" y="13"/>
                  </a:cubicBezTo>
                  <a:cubicBezTo>
                    <a:pt x="64" y="12"/>
                    <a:pt x="65" y="10"/>
                    <a:pt x="65" y="9"/>
                  </a:cubicBezTo>
                  <a:cubicBezTo>
                    <a:pt x="65" y="8"/>
                    <a:pt x="63" y="6"/>
                    <a:pt x="63" y="6"/>
                  </a:cubicBezTo>
                  <a:cubicBezTo>
                    <a:pt x="64" y="4"/>
                    <a:pt x="66" y="4"/>
                    <a:pt x="67" y="3"/>
                  </a:cubicBezTo>
                  <a:cubicBezTo>
                    <a:pt x="69" y="3"/>
                    <a:pt x="72" y="4"/>
                    <a:pt x="73" y="3"/>
                  </a:cubicBezTo>
                  <a:cubicBezTo>
                    <a:pt x="74" y="3"/>
                    <a:pt x="74" y="0"/>
                    <a:pt x="75" y="0"/>
                  </a:cubicBezTo>
                  <a:cubicBezTo>
                    <a:pt x="76" y="0"/>
                    <a:pt x="77" y="1"/>
                    <a:pt x="77" y="2"/>
                  </a:cubicBezTo>
                  <a:cubicBezTo>
                    <a:pt x="78" y="2"/>
                    <a:pt x="78" y="4"/>
                    <a:pt x="78" y="5"/>
                  </a:cubicBezTo>
                  <a:cubicBezTo>
                    <a:pt x="78" y="6"/>
                    <a:pt x="78" y="7"/>
                    <a:pt x="79" y="7"/>
                  </a:cubicBezTo>
                  <a:cubicBezTo>
                    <a:pt x="79" y="9"/>
                    <a:pt x="81" y="11"/>
                    <a:pt x="81" y="12"/>
                  </a:cubicBezTo>
                  <a:cubicBezTo>
                    <a:pt x="82" y="13"/>
                    <a:pt x="83" y="15"/>
                    <a:pt x="83" y="16"/>
                  </a:cubicBezTo>
                  <a:cubicBezTo>
                    <a:pt x="83" y="17"/>
                    <a:pt x="82" y="18"/>
                    <a:pt x="83" y="19"/>
                  </a:cubicBezTo>
                  <a:cubicBezTo>
                    <a:pt x="83" y="21"/>
                    <a:pt x="86" y="23"/>
                    <a:pt x="87" y="25"/>
                  </a:cubicBezTo>
                  <a:cubicBezTo>
                    <a:pt x="88" y="26"/>
                    <a:pt x="91" y="29"/>
                    <a:pt x="92" y="30"/>
                  </a:cubicBezTo>
                  <a:cubicBezTo>
                    <a:pt x="92" y="32"/>
                    <a:pt x="93" y="35"/>
                    <a:pt x="92" y="37"/>
                  </a:cubicBezTo>
                  <a:cubicBezTo>
                    <a:pt x="92" y="39"/>
                    <a:pt x="91" y="41"/>
                    <a:pt x="90" y="43"/>
                  </a:cubicBezTo>
                  <a:cubicBezTo>
                    <a:pt x="90" y="43"/>
                    <a:pt x="88" y="44"/>
                    <a:pt x="88" y="45"/>
                  </a:cubicBezTo>
                  <a:cubicBezTo>
                    <a:pt x="88" y="46"/>
                    <a:pt x="88" y="48"/>
                    <a:pt x="89" y="49"/>
                  </a:cubicBezTo>
                  <a:cubicBezTo>
                    <a:pt x="90" y="49"/>
                    <a:pt x="92" y="50"/>
                    <a:pt x="93" y="49"/>
                  </a:cubicBezTo>
                  <a:cubicBezTo>
                    <a:pt x="94" y="49"/>
                    <a:pt x="95" y="48"/>
                    <a:pt x="95" y="47"/>
                  </a:cubicBezTo>
                  <a:cubicBezTo>
                    <a:pt x="97" y="47"/>
                    <a:pt x="99" y="48"/>
                    <a:pt x="100" y="49"/>
                  </a:cubicBezTo>
                  <a:cubicBezTo>
                    <a:pt x="101" y="49"/>
                    <a:pt x="101" y="52"/>
                    <a:pt x="102" y="53"/>
                  </a:cubicBezTo>
                  <a:cubicBezTo>
                    <a:pt x="102" y="54"/>
                    <a:pt x="104" y="56"/>
                    <a:pt x="106" y="56"/>
                  </a:cubicBezTo>
                  <a:cubicBezTo>
                    <a:pt x="107" y="57"/>
                    <a:pt x="109" y="58"/>
                    <a:pt x="111" y="58"/>
                  </a:cubicBezTo>
                  <a:cubicBezTo>
                    <a:pt x="112" y="58"/>
                    <a:pt x="114" y="59"/>
                    <a:pt x="115" y="58"/>
                  </a:cubicBezTo>
                  <a:cubicBezTo>
                    <a:pt x="116" y="57"/>
                    <a:pt x="114" y="55"/>
                    <a:pt x="114" y="54"/>
                  </a:cubicBezTo>
                  <a:cubicBezTo>
                    <a:pt x="113" y="53"/>
                    <a:pt x="112" y="51"/>
                    <a:pt x="111" y="51"/>
                  </a:cubicBezTo>
                  <a:cubicBezTo>
                    <a:pt x="110" y="50"/>
                    <a:pt x="109" y="49"/>
                    <a:pt x="108" y="49"/>
                  </a:cubicBezTo>
                  <a:cubicBezTo>
                    <a:pt x="107" y="49"/>
                    <a:pt x="106" y="49"/>
                    <a:pt x="105" y="49"/>
                  </a:cubicBezTo>
                  <a:cubicBezTo>
                    <a:pt x="105" y="48"/>
                    <a:pt x="103" y="47"/>
                    <a:pt x="102" y="46"/>
                  </a:cubicBezTo>
                  <a:cubicBezTo>
                    <a:pt x="102" y="46"/>
                    <a:pt x="101" y="45"/>
                    <a:pt x="101" y="45"/>
                  </a:cubicBezTo>
                  <a:cubicBezTo>
                    <a:pt x="100" y="44"/>
                    <a:pt x="99" y="41"/>
                    <a:pt x="99" y="40"/>
                  </a:cubicBezTo>
                  <a:cubicBezTo>
                    <a:pt x="99" y="39"/>
                    <a:pt x="100" y="37"/>
                    <a:pt x="101" y="36"/>
                  </a:cubicBezTo>
                  <a:cubicBezTo>
                    <a:pt x="102" y="35"/>
                    <a:pt x="105" y="34"/>
                    <a:pt x="106" y="34"/>
                  </a:cubicBezTo>
                  <a:cubicBezTo>
                    <a:pt x="107" y="34"/>
                    <a:pt x="109" y="34"/>
                    <a:pt x="110" y="34"/>
                  </a:cubicBezTo>
                  <a:cubicBezTo>
                    <a:pt x="111" y="34"/>
                    <a:pt x="113" y="32"/>
                    <a:pt x="114" y="32"/>
                  </a:cubicBezTo>
                  <a:cubicBezTo>
                    <a:pt x="116" y="31"/>
                    <a:pt x="120" y="31"/>
                    <a:pt x="122" y="32"/>
                  </a:cubicBezTo>
                  <a:cubicBezTo>
                    <a:pt x="122" y="32"/>
                    <a:pt x="123" y="34"/>
                    <a:pt x="124" y="35"/>
                  </a:cubicBezTo>
                  <a:cubicBezTo>
                    <a:pt x="125" y="36"/>
                    <a:pt x="128" y="35"/>
                    <a:pt x="130" y="36"/>
                  </a:cubicBezTo>
                  <a:cubicBezTo>
                    <a:pt x="131" y="36"/>
                    <a:pt x="133" y="37"/>
                    <a:pt x="134" y="37"/>
                  </a:cubicBezTo>
                  <a:cubicBezTo>
                    <a:pt x="135" y="38"/>
                    <a:pt x="139" y="39"/>
                    <a:pt x="141" y="39"/>
                  </a:cubicBezTo>
                  <a:cubicBezTo>
                    <a:pt x="143" y="38"/>
                    <a:pt x="146" y="37"/>
                    <a:pt x="147" y="37"/>
                  </a:cubicBezTo>
                  <a:cubicBezTo>
                    <a:pt x="149" y="37"/>
                    <a:pt x="152" y="38"/>
                    <a:pt x="153" y="38"/>
                  </a:cubicBezTo>
                  <a:cubicBezTo>
                    <a:pt x="154" y="39"/>
                    <a:pt x="155" y="41"/>
                    <a:pt x="156" y="42"/>
                  </a:cubicBezTo>
                  <a:cubicBezTo>
                    <a:pt x="156" y="43"/>
                    <a:pt x="157" y="45"/>
                    <a:pt x="157" y="45"/>
                  </a:cubicBezTo>
                  <a:cubicBezTo>
                    <a:pt x="158" y="47"/>
                    <a:pt x="161" y="51"/>
                    <a:pt x="163" y="53"/>
                  </a:cubicBezTo>
                  <a:cubicBezTo>
                    <a:pt x="165" y="54"/>
                    <a:pt x="168" y="57"/>
                    <a:pt x="170" y="58"/>
                  </a:cubicBezTo>
                  <a:cubicBezTo>
                    <a:pt x="173" y="58"/>
                    <a:pt x="177" y="58"/>
                    <a:pt x="179" y="58"/>
                  </a:cubicBezTo>
                  <a:cubicBezTo>
                    <a:pt x="182" y="58"/>
                    <a:pt x="186" y="58"/>
                    <a:pt x="189" y="58"/>
                  </a:cubicBezTo>
                  <a:cubicBezTo>
                    <a:pt x="191" y="58"/>
                    <a:pt x="196" y="59"/>
                    <a:pt x="198" y="6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143"/>
            <p:cNvSpPr>
              <a:spLocks/>
            </p:cNvSpPr>
            <p:nvPr/>
          </p:nvSpPr>
          <p:spPr bwMode="auto">
            <a:xfrm>
              <a:off x="5399088" y="3167063"/>
              <a:ext cx="76200" cy="34925"/>
            </a:xfrm>
            <a:custGeom>
              <a:avLst/>
              <a:gdLst/>
              <a:ahLst/>
              <a:cxnLst>
                <a:cxn ang="0">
                  <a:pos x="19" y="18"/>
                </a:cxn>
                <a:cxn ang="0">
                  <a:pos x="12" y="17"/>
                </a:cxn>
                <a:cxn ang="0">
                  <a:pos x="6" y="19"/>
                </a:cxn>
                <a:cxn ang="0">
                  <a:pos x="1" y="18"/>
                </a:cxn>
                <a:cxn ang="0">
                  <a:pos x="0" y="14"/>
                </a:cxn>
                <a:cxn ang="0">
                  <a:pos x="3" y="12"/>
                </a:cxn>
                <a:cxn ang="0">
                  <a:pos x="11" y="12"/>
                </a:cxn>
                <a:cxn ang="0">
                  <a:pos x="21" y="10"/>
                </a:cxn>
                <a:cxn ang="0">
                  <a:pos x="26" y="6"/>
                </a:cxn>
                <a:cxn ang="0">
                  <a:pos x="31" y="1"/>
                </a:cxn>
                <a:cxn ang="0">
                  <a:pos x="35" y="0"/>
                </a:cxn>
                <a:cxn ang="0">
                  <a:pos x="38" y="0"/>
                </a:cxn>
                <a:cxn ang="0">
                  <a:pos x="43" y="2"/>
                </a:cxn>
                <a:cxn ang="0">
                  <a:pos x="41" y="5"/>
                </a:cxn>
                <a:cxn ang="0">
                  <a:pos x="39" y="10"/>
                </a:cxn>
                <a:cxn ang="0">
                  <a:pos x="38" y="14"/>
                </a:cxn>
                <a:cxn ang="0">
                  <a:pos x="34" y="17"/>
                </a:cxn>
                <a:cxn ang="0">
                  <a:pos x="29" y="20"/>
                </a:cxn>
                <a:cxn ang="0">
                  <a:pos x="23" y="18"/>
                </a:cxn>
                <a:cxn ang="0">
                  <a:pos x="19" y="18"/>
                </a:cxn>
              </a:cxnLst>
              <a:rect l="0" t="0" r="r" b="b"/>
              <a:pathLst>
                <a:path w="44" h="20">
                  <a:moveTo>
                    <a:pt x="19" y="18"/>
                  </a:moveTo>
                  <a:cubicBezTo>
                    <a:pt x="17" y="18"/>
                    <a:pt x="14" y="17"/>
                    <a:pt x="12" y="17"/>
                  </a:cubicBezTo>
                  <a:cubicBezTo>
                    <a:pt x="11" y="17"/>
                    <a:pt x="7" y="19"/>
                    <a:pt x="6" y="19"/>
                  </a:cubicBezTo>
                  <a:cubicBezTo>
                    <a:pt x="5" y="19"/>
                    <a:pt x="2" y="19"/>
                    <a:pt x="1" y="18"/>
                  </a:cubicBezTo>
                  <a:cubicBezTo>
                    <a:pt x="0" y="17"/>
                    <a:pt x="0" y="15"/>
                    <a:pt x="0" y="14"/>
                  </a:cubicBezTo>
                  <a:cubicBezTo>
                    <a:pt x="1" y="14"/>
                    <a:pt x="2" y="12"/>
                    <a:pt x="3" y="12"/>
                  </a:cubicBezTo>
                  <a:cubicBezTo>
                    <a:pt x="5" y="11"/>
                    <a:pt x="9" y="12"/>
                    <a:pt x="11" y="12"/>
                  </a:cubicBezTo>
                  <a:cubicBezTo>
                    <a:pt x="14" y="12"/>
                    <a:pt x="18" y="11"/>
                    <a:pt x="21" y="10"/>
                  </a:cubicBezTo>
                  <a:cubicBezTo>
                    <a:pt x="22" y="9"/>
                    <a:pt x="25" y="7"/>
                    <a:pt x="26" y="6"/>
                  </a:cubicBezTo>
                  <a:cubicBezTo>
                    <a:pt x="28" y="5"/>
                    <a:pt x="30" y="2"/>
                    <a:pt x="31" y="1"/>
                  </a:cubicBezTo>
                  <a:cubicBezTo>
                    <a:pt x="32" y="0"/>
                    <a:pt x="34" y="0"/>
                    <a:pt x="35" y="0"/>
                  </a:cubicBezTo>
                  <a:cubicBezTo>
                    <a:pt x="36" y="0"/>
                    <a:pt x="37" y="0"/>
                    <a:pt x="38" y="0"/>
                  </a:cubicBezTo>
                  <a:cubicBezTo>
                    <a:pt x="39" y="1"/>
                    <a:pt x="43" y="1"/>
                    <a:pt x="43" y="2"/>
                  </a:cubicBezTo>
                  <a:cubicBezTo>
                    <a:pt x="44" y="3"/>
                    <a:pt x="42" y="4"/>
                    <a:pt x="41" y="5"/>
                  </a:cubicBezTo>
                  <a:cubicBezTo>
                    <a:pt x="41" y="6"/>
                    <a:pt x="40" y="9"/>
                    <a:pt x="39" y="10"/>
                  </a:cubicBezTo>
                  <a:cubicBezTo>
                    <a:pt x="39" y="11"/>
                    <a:pt x="39" y="13"/>
                    <a:pt x="38" y="14"/>
                  </a:cubicBezTo>
                  <a:cubicBezTo>
                    <a:pt x="38" y="15"/>
                    <a:pt x="35" y="17"/>
                    <a:pt x="34" y="17"/>
                  </a:cubicBezTo>
                  <a:cubicBezTo>
                    <a:pt x="33" y="18"/>
                    <a:pt x="30" y="20"/>
                    <a:pt x="29" y="20"/>
                  </a:cubicBezTo>
                  <a:cubicBezTo>
                    <a:pt x="27" y="20"/>
                    <a:pt x="24" y="18"/>
                    <a:pt x="23" y="18"/>
                  </a:cubicBezTo>
                  <a:cubicBezTo>
                    <a:pt x="22" y="18"/>
                    <a:pt x="20" y="18"/>
                    <a:pt x="19" y="1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144"/>
            <p:cNvSpPr>
              <a:spLocks/>
            </p:cNvSpPr>
            <p:nvPr/>
          </p:nvSpPr>
          <p:spPr bwMode="auto">
            <a:xfrm>
              <a:off x="5535613" y="3163888"/>
              <a:ext cx="12700" cy="11113"/>
            </a:xfrm>
            <a:custGeom>
              <a:avLst/>
              <a:gdLst/>
              <a:ahLst/>
              <a:cxnLst>
                <a:cxn ang="0">
                  <a:pos x="6" y="4"/>
                </a:cxn>
                <a:cxn ang="0">
                  <a:pos x="4" y="5"/>
                </a:cxn>
                <a:cxn ang="0">
                  <a:pos x="1" y="5"/>
                </a:cxn>
                <a:cxn ang="0">
                  <a:pos x="0" y="3"/>
                </a:cxn>
                <a:cxn ang="0">
                  <a:pos x="2" y="1"/>
                </a:cxn>
                <a:cxn ang="0">
                  <a:pos x="4" y="1"/>
                </a:cxn>
                <a:cxn ang="0">
                  <a:pos x="6" y="2"/>
                </a:cxn>
                <a:cxn ang="0">
                  <a:pos x="6" y="4"/>
                </a:cxn>
              </a:cxnLst>
              <a:rect l="0" t="0" r="r" b="b"/>
              <a:pathLst>
                <a:path w="7" h="6">
                  <a:moveTo>
                    <a:pt x="6" y="4"/>
                  </a:moveTo>
                  <a:cubicBezTo>
                    <a:pt x="6" y="4"/>
                    <a:pt x="5" y="5"/>
                    <a:pt x="4" y="5"/>
                  </a:cubicBezTo>
                  <a:cubicBezTo>
                    <a:pt x="4" y="6"/>
                    <a:pt x="2" y="5"/>
                    <a:pt x="1" y="5"/>
                  </a:cubicBezTo>
                  <a:cubicBezTo>
                    <a:pt x="1" y="5"/>
                    <a:pt x="0" y="3"/>
                    <a:pt x="0" y="3"/>
                  </a:cubicBezTo>
                  <a:cubicBezTo>
                    <a:pt x="0" y="2"/>
                    <a:pt x="1" y="1"/>
                    <a:pt x="2" y="1"/>
                  </a:cubicBezTo>
                  <a:cubicBezTo>
                    <a:pt x="2" y="0"/>
                    <a:pt x="4" y="1"/>
                    <a:pt x="4" y="1"/>
                  </a:cubicBezTo>
                  <a:cubicBezTo>
                    <a:pt x="5" y="1"/>
                    <a:pt x="6" y="1"/>
                    <a:pt x="6" y="2"/>
                  </a:cubicBezTo>
                  <a:cubicBezTo>
                    <a:pt x="7" y="2"/>
                    <a:pt x="7" y="3"/>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145"/>
            <p:cNvSpPr>
              <a:spLocks/>
            </p:cNvSpPr>
            <p:nvPr/>
          </p:nvSpPr>
          <p:spPr bwMode="auto">
            <a:xfrm>
              <a:off x="5534025" y="3201988"/>
              <a:ext cx="11113" cy="6350"/>
            </a:xfrm>
            <a:custGeom>
              <a:avLst/>
              <a:gdLst/>
              <a:ahLst/>
              <a:cxnLst>
                <a:cxn ang="0">
                  <a:pos x="6" y="2"/>
                </a:cxn>
                <a:cxn ang="0">
                  <a:pos x="4" y="4"/>
                </a:cxn>
                <a:cxn ang="0">
                  <a:pos x="1" y="3"/>
                </a:cxn>
                <a:cxn ang="0">
                  <a:pos x="1" y="0"/>
                </a:cxn>
                <a:cxn ang="0">
                  <a:pos x="4" y="0"/>
                </a:cxn>
                <a:cxn ang="0">
                  <a:pos x="5" y="0"/>
                </a:cxn>
                <a:cxn ang="0">
                  <a:pos x="6" y="2"/>
                </a:cxn>
              </a:cxnLst>
              <a:rect l="0" t="0" r="r" b="b"/>
              <a:pathLst>
                <a:path w="6" h="4">
                  <a:moveTo>
                    <a:pt x="6" y="2"/>
                  </a:moveTo>
                  <a:cubicBezTo>
                    <a:pt x="6" y="3"/>
                    <a:pt x="4" y="4"/>
                    <a:pt x="4" y="4"/>
                  </a:cubicBezTo>
                  <a:cubicBezTo>
                    <a:pt x="3" y="4"/>
                    <a:pt x="1" y="4"/>
                    <a:pt x="1" y="3"/>
                  </a:cubicBezTo>
                  <a:cubicBezTo>
                    <a:pt x="0" y="3"/>
                    <a:pt x="1" y="1"/>
                    <a:pt x="1" y="0"/>
                  </a:cubicBezTo>
                  <a:cubicBezTo>
                    <a:pt x="2" y="0"/>
                    <a:pt x="3" y="0"/>
                    <a:pt x="4" y="0"/>
                  </a:cubicBezTo>
                  <a:cubicBezTo>
                    <a:pt x="4" y="0"/>
                    <a:pt x="5" y="0"/>
                    <a:pt x="5" y="0"/>
                  </a:cubicBezTo>
                  <a:cubicBezTo>
                    <a:pt x="6" y="0"/>
                    <a:pt x="6" y="1"/>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146"/>
            <p:cNvSpPr>
              <a:spLocks/>
            </p:cNvSpPr>
            <p:nvPr/>
          </p:nvSpPr>
          <p:spPr bwMode="auto">
            <a:xfrm>
              <a:off x="5561013" y="3016251"/>
              <a:ext cx="185738" cy="255588"/>
            </a:xfrm>
            <a:custGeom>
              <a:avLst/>
              <a:gdLst/>
              <a:ahLst/>
              <a:cxnLst>
                <a:cxn ang="0">
                  <a:pos x="106" y="22"/>
                </a:cxn>
                <a:cxn ang="0">
                  <a:pos x="95" y="33"/>
                </a:cxn>
                <a:cxn ang="0">
                  <a:pos x="97" y="47"/>
                </a:cxn>
                <a:cxn ang="0">
                  <a:pos x="94" y="61"/>
                </a:cxn>
                <a:cxn ang="0">
                  <a:pos x="86" y="71"/>
                </a:cxn>
                <a:cxn ang="0">
                  <a:pos x="71" y="84"/>
                </a:cxn>
                <a:cxn ang="0">
                  <a:pos x="63" y="98"/>
                </a:cxn>
                <a:cxn ang="0">
                  <a:pos x="59" y="108"/>
                </a:cxn>
                <a:cxn ang="0">
                  <a:pos x="50" y="117"/>
                </a:cxn>
                <a:cxn ang="0">
                  <a:pos x="38" y="130"/>
                </a:cxn>
                <a:cxn ang="0">
                  <a:pos x="41" y="141"/>
                </a:cxn>
                <a:cxn ang="0">
                  <a:pos x="31" y="148"/>
                </a:cxn>
                <a:cxn ang="0">
                  <a:pos x="23" y="141"/>
                </a:cxn>
                <a:cxn ang="0">
                  <a:pos x="22" y="131"/>
                </a:cxn>
                <a:cxn ang="0">
                  <a:pos x="18" y="121"/>
                </a:cxn>
                <a:cxn ang="0">
                  <a:pos x="21" y="111"/>
                </a:cxn>
                <a:cxn ang="0">
                  <a:pos x="35" y="107"/>
                </a:cxn>
                <a:cxn ang="0">
                  <a:pos x="36" y="100"/>
                </a:cxn>
                <a:cxn ang="0">
                  <a:pos x="27" y="101"/>
                </a:cxn>
                <a:cxn ang="0">
                  <a:pos x="18" y="107"/>
                </a:cxn>
                <a:cxn ang="0">
                  <a:pos x="9" y="109"/>
                </a:cxn>
                <a:cxn ang="0">
                  <a:pos x="1" y="113"/>
                </a:cxn>
                <a:cxn ang="0">
                  <a:pos x="0" y="105"/>
                </a:cxn>
                <a:cxn ang="0">
                  <a:pos x="11" y="101"/>
                </a:cxn>
                <a:cxn ang="0">
                  <a:pos x="13" y="97"/>
                </a:cxn>
                <a:cxn ang="0">
                  <a:pos x="7" y="98"/>
                </a:cxn>
                <a:cxn ang="0">
                  <a:pos x="2" y="96"/>
                </a:cxn>
                <a:cxn ang="0">
                  <a:pos x="7" y="90"/>
                </a:cxn>
                <a:cxn ang="0">
                  <a:pos x="17" y="85"/>
                </a:cxn>
                <a:cxn ang="0">
                  <a:pos x="28" y="77"/>
                </a:cxn>
                <a:cxn ang="0">
                  <a:pos x="39" y="75"/>
                </a:cxn>
                <a:cxn ang="0">
                  <a:pos x="47" y="73"/>
                </a:cxn>
                <a:cxn ang="0">
                  <a:pos x="46" y="67"/>
                </a:cxn>
                <a:cxn ang="0">
                  <a:pos x="40" y="68"/>
                </a:cxn>
                <a:cxn ang="0">
                  <a:pos x="42" y="62"/>
                </a:cxn>
                <a:cxn ang="0">
                  <a:pos x="37" y="64"/>
                </a:cxn>
                <a:cxn ang="0">
                  <a:pos x="33" y="59"/>
                </a:cxn>
                <a:cxn ang="0">
                  <a:pos x="40" y="50"/>
                </a:cxn>
                <a:cxn ang="0">
                  <a:pos x="45" y="43"/>
                </a:cxn>
                <a:cxn ang="0">
                  <a:pos x="50" y="35"/>
                </a:cxn>
                <a:cxn ang="0">
                  <a:pos x="54" y="27"/>
                </a:cxn>
                <a:cxn ang="0">
                  <a:pos x="61" y="28"/>
                </a:cxn>
                <a:cxn ang="0">
                  <a:pos x="64" y="30"/>
                </a:cxn>
                <a:cxn ang="0">
                  <a:pos x="61" y="23"/>
                </a:cxn>
                <a:cxn ang="0">
                  <a:pos x="68" y="17"/>
                </a:cxn>
                <a:cxn ang="0">
                  <a:pos x="72" y="13"/>
                </a:cxn>
                <a:cxn ang="0">
                  <a:pos x="75" y="6"/>
                </a:cxn>
                <a:cxn ang="0">
                  <a:pos x="81" y="2"/>
                </a:cxn>
                <a:cxn ang="0">
                  <a:pos x="86" y="0"/>
                </a:cxn>
                <a:cxn ang="0">
                  <a:pos x="102" y="12"/>
                </a:cxn>
              </a:cxnLst>
              <a:rect l="0" t="0" r="r" b="b"/>
              <a:pathLst>
                <a:path w="107" h="148">
                  <a:moveTo>
                    <a:pt x="107" y="16"/>
                  </a:moveTo>
                  <a:cubicBezTo>
                    <a:pt x="107" y="17"/>
                    <a:pt x="107" y="21"/>
                    <a:pt x="106" y="22"/>
                  </a:cubicBezTo>
                  <a:cubicBezTo>
                    <a:pt x="105" y="24"/>
                    <a:pt x="102" y="27"/>
                    <a:pt x="100" y="28"/>
                  </a:cubicBezTo>
                  <a:cubicBezTo>
                    <a:pt x="99" y="30"/>
                    <a:pt x="96" y="32"/>
                    <a:pt x="95" y="33"/>
                  </a:cubicBezTo>
                  <a:cubicBezTo>
                    <a:pt x="95" y="34"/>
                    <a:pt x="95" y="38"/>
                    <a:pt x="95" y="39"/>
                  </a:cubicBezTo>
                  <a:cubicBezTo>
                    <a:pt x="95" y="41"/>
                    <a:pt x="97" y="45"/>
                    <a:pt x="97" y="47"/>
                  </a:cubicBezTo>
                  <a:cubicBezTo>
                    <a:pt x="97" y="49"/>
                    <a:pt x="98" y="52"/>
                    <a:pt x="97" y="54"/>
                  </a:cubicBezTo>
                  <a:cubicBezTo>
                    <a:pt x="97" y="56"/>
                    <a:pt x="95" y="59"/>
                    <a:pt x="94" y="61"/>
                  </a:cubicBezTo>
                  <a:cubicBezTo>
                    <a:pt x="93" y="62"/>
                    <a:pt x="91" y="65"/>
                    <a:pt x="90" y="66"/>
                  </a:cubicBezTo>
                  <a:cubicBezTo>
                    <a:pt x="89" y="67"/>
                    <a:pt x="88" y="70"/>
                    <a:pt x="86" y="71"/>
                  </a:cubicBezTo>
                  <a:cubicBezTo>
                    <a:pt x="85" y="73"/>
                    <a:pt x="81" y="75"/>
                    <a:pt x="79" y="77"/>
                  </a:cubicBezTo>
                  <a:cubicBezTo>
                    <a:pt x="77" y="78"/>
                    <a:pt x="73" y="82"/>
                    <a:pt x="71" y="84"/>
                  </a:cubicBezTo>
                  <a:cubicBezTo>
                    <a:pt x="70" y="85"/>
                    <a:pt x="69" y="89"/>
                    <a:pt x="68" y="91"/>
                  </a:cubicBezTo>
                  <a:cubicBezTo>
                    <a:pt x="67" y="93"/>
                    <a:pt x="64" y="96"/>
                    <a:pt x="63" y="98"/>
                  </a:cubicBezTo>
                  <a:cubicBezTo>
                    <a:pt x="62" y="99"/>
                    <a:pt x="62" y="103"/>
                    <a:pt x="62" y="105"/>
                  </a:cubicBezTo>
                  <a:cubicBezTo>
                    <a:pt x="61" y="106"/>
                    <a:pt x="60" y="107"/>
                    <a:pt x="59" y="108"/>
                  </a:cubicBezTo>
                  <a:cubicBezTo>
                    <a:pt x="58" y="109"/>
                    <a:pt x="56" y="109"/>
                    <a:pt x="55" y="110"/>
                  </a:cubicBezTo>
                  <a:cubicBezTo>
                    <a:pt x="53" y="111"/>
                    <a:pt x="51" y="115"/>
                    <a:pt x="50" y="117"/>
                  </a:cubicBezTo>
                  <a:cubicBezTo>
                    <a:pt x="48" y="118"/>
                    <a:pt x="44" y="121"/>
                    <a:pt x="42" y="123"/>
                  </a:cubicBezTo>
                  <a:cubicBezTo>
                    <a:pt x="41" y="125"/>
                    <a:pt x="38" y="128"/>
                    <a:pt x="38" y="130"/>
                  </a:cubicBezTo>
                  <a:cubicBezTo>
                    <a:pt x="37" y="131"/>
                    <a:pt x="38" y="135"/>
                    <a:pt x="38" y="137"/>
                  </a:cubicBezTo>
                  <a:cubicBezTo>
                    <a:pt x="39" y="138"/>
                    <a:pt x="40" y="139"/>
                    <a:pt x="41" y="141"/>
                  </a:cubicBezTo>
                  <a:cubicBezTo>
                    <a:pt x="40" y="142"/>
                    <a:pt x="39" y="145"/>
                    <a:pt x="37" y="145"/>
                  </a:cubicBezTo>
                  <a:cubicBezTo>
                    <a:pt x="36" y="146"/>
                    <a:pt x="33" y="148"/>
                    <a:pt x="31" y="148"/>
                  </a:cubicBezTo>
                  <a:cubicBezTo>
                    <a:pt x="30" y="148"/>
                    <a:pt x="28" y="146"/>
                    <a:pt x="27" y="145"/>
                  </a:cubicBezTo>
                  <a:cubicBezTo>
                    <a:pt x="26" y="144"/>
                    <a:pt x="24" y="143"/>
                    <a:pt x="23" y="141"/>
                  </a:cubicBezTo>
                  <a:cubicBezTo>
                    <a:pt x="23" y="140"/>
                    <a:pt x="24" y="138"/>
                    <a:pt x="24" y="137"/>
                  </a:cubicBezTo>
                  <a:cubicBezTo>
                    <a:pt x="24" y="135"/>
                    <a:pt x="23" y="132"/>
                    <a:pt x="22" y="131"/>
                  </a:cubicBezTo>
                  <a:cubicBezTo>
                    <a:pt x="22" y="130"/>
                    <a:pt x="20" y="127"/>
                    <a:pt x="20" y="125"/>
                  </a:cubicBezTo>
                  <a:cubicBezTo>
                    <a:pt x="19" y="124"/>
                    <a:pt x="18" y="122"/>
                    <a:pt x="18" y="121"/>
                  </a:cubicBezTo>
                  <a:cubicBezTo>
                    <a:pt x="18" y="119"/>
                    <a:pt x="18" y="115"/>
                    <a:pt x="18" y="113"/>
                  </a:cubicBezTo>
                  <a:cubicBezTo>
                    <a:pt x="19" y="113"/>
                    <a:pt x="20" y="111"/>
                    <a:pt x="21" y="111"/>
                  </a:cubicBezTo>
                  <a:cubicBezTo>
                    <a:pt x="23" y="110"/>
                    <a:pt x="26" y="111"/>
                    <a:pt x="27" y="110"/>
                  </a:cubicBezTo>
                  <a:cubicBezTo>
                    <a:pt x="29" y="110"/>
                    <a:pt x="33" y="108"/>
                    <a:pt x="35" y="107"/>
                  </a:cubicBezTo>
                  <a:cubicBezTo>
                    <a:pt x="36" y="106"/>
                    <a:pt x="37" y="104"/>
                    <a:pt x="37" y="103"/>
                  </a:cubicBezTo>
                  <a:cubicBezTo>
                    <a:pt x="37" y="102"/>
                    <a:pt x="37" y="100"/>
                    <a:pt x="36" y="100"/>
                  </a:cubicBezTo>
                  <a:cubicBezTo>
                    <a:pt x="35" y="99"/>
                    <a:pt x="33" y="100"/>
                    <a:pt x="32" y="100"/>
                  </a:cubicBezTo>
                  <a:cubicBezTo>
                    <a:pt x="30" y="100"/>
                    <a:pt x="28" y="100"/>
                    <a:pt x="27" y="101"/>
                  </a:cubicBezTo>
                  <a:cubicBezTo>
                    <a:pt x="25" y="102"/>
                    <a:pt x="24" y="105"/>
                    <a:pt x="22" y="105"/>
                  </a:cubicBezTo>
                  <a:cubicBezTo>
                    <a:pt x="21" y="106"/>
                    <a:pt x="19" y="107"/>
                    <a:pt x="18" y="107"/>
                  </a:cubicBezTo>
                  <a:cubicBezTo>
                    <a:pt x="16" y="107"/>
                    <a:pt x="14" y="107"/>
                    <a:pt x="13" y="107"/>
                  </a:cubicBezTo>
                  <a:cubicBezTo>
                    <a:pt x="12" y="107"/>
                    <a:pt x="10" y="109"/>
                    <a:pt x="9" y="109"/>
                  </a:cubicBezTo>
                  <a:cubicBezTo>
                    <a:pt x="8" y="110"/>
                    <a:pt x="6" y="112"/>
                    <a:pt x="5" y="112"/>
                  </a:cubicBezTo>
                  <a:cubicBezTo>
                    <a:pt x="4" y="113"/>
                    <a:pt x="2" y="114"/>
                    <a:pt x="1" y="113"/>
                  </a:cubicBezTo>
                  <a:cubicBezTo>
                    <a:pt x="1" y="113"/>
                    <a:pt x="0" y="111"/>
                    <a:pt x="0" y="110"/>
                  </a:cubicBezTo>
                  <a:cubicBezTo>
                    <a:pt x="0" y="109"/>
                    <a:pt x="0" y="106"/>
                    <a:pt x="0" y="105"/>
                  </a:cubicBezTo>
                  <a:cubicBezTo>
                    <a:pt x="1" y="104"/>
                    <a:pt x="4" y="104"/>
                    <a:pt x="5" y="103"/>
                  </a:cubicBezTo>
                  <a:cubicBezTo>
                    <a:pt x="7" y="103"/>
                    <a:pt x="10" y="102"/>
                    <a:pt x="11" y="101"/>
                  </a:cubicBezTo>
                  <a:cubicBezTo>
                    <a:pt x="12" y="101"/>
                    <a:pt x="13" y="100"/>
                    <a:pt x="13" y="99"/>
                  </a:cubicBezTo>
                  <a:cubicBezTo>
                    <a:pt x="13" y="98"/>
                    <a:pt x="13" y="97"/>
                    <a:pt x="13" y="97"/>
                  </a:cubicBezTo>
                  <a:cubicBezTo>
                    <a:pt x="12" y="96"/>
                    <a:pt x="10" y="96"/>
                    <a:pt x="9" y="97"/>
                  </a:cubicBezTo>
                  <a:cubicBezTo>
                    <a:pt x="9" y="97"/>
                    <a:pt x="7" y="98"/>
                    <a:pt x="7" y="98"/>
                  </a:cubicBezTo>
                  <a:cubicBezTo>
                    <a:pt x="6" y="98"/>
                    <a:pt x="4" y="99"/>
                    <a:pt x="3" y="98"/>
                  </a:cubicBezTo>
                  <a:cubicBezTo>
                    <a:pt x="2" y="98"/>
                    <a:pt x="2" y="96"/>
                    <a:pt x="2" y="96"/>
                  </a:cubicBezTo>
                  <a:cubicBezTo>
                    <a:pt x="2" y="94"/>
                    <a:pt x="3" y="92"/>
                    <a:pt x="4" y="92"/>
                  </a:cubicBezTo>
                  <a:cubicBezTo>
                    <a:pt x="5" y="91"/>
                    <a:pt x="6" y="90"/>
                    <a:pt x="7" y="90"/>
                  </a:cubicBezTo>
                  <a:cubicBezTo>
                    <a:pt x="8" y="89"/>
                    <a:pt x="11" y="89"/>
                    <a:pt x="12" y="89"/>
                  </a:cubicBezTo>
                  <a:cubicBezTo>
                    <a:pt x="14" y="88"/>
                    <a:pt x="16" y="86"/>
                    <a:pt x="17" y="85"/>
                  </a:cubicBezTo>
                  <a:cubicBezTo>
                    <a:pt x="19" y="84"/>
                    <a:pt x="21" y="80"/>
                    <a:pt x="23" y="79"/>
                  </a:cubicBezTo>
                  <a:cubicBezTo>
                    <a:pt x="24" y="78"/>
                    <a:pt x="27" y="78"/>
                    <a:pt x="28" y="77"/>
                  </a:cubicBezTo>
                  <a:cubicBezTo>
                    <a:pt x="30" y="77"/>
                    <a:pt x="34" y="78"/>
                    <a:pt x="35" y="77"/>
                  </a:cubicBezTo>
                  <a:cubicBezTo>
                    <a:pt x="37" y="77"/>
                    <a:pt x="38" y="75"/>
                    <a:pt x="39" y="75"/>
                  </a:cubicBezTo>
                  <a:cubicBezTo>
                    <a:pt x="40" y="74"/>
                    <a:pt x="41" y="74"/>
                    <a:pt x="42" y="74"/>
                  </a:cubicBezTo>
                  <a:cubicBezTo>
                    <a:pt x="43" y="74"/>
                    <a:pt x="46" y="74"/>
                    <a:pt x="47" y="73"/>
                  </a:cubicBezTo>
                  <a:cubicBezTo>
                    <a:pt x="47" y="72"/>
                    <a:pt x="47" y="70"/>
                    <a:pt x="47" y="69"/>
                  </a:cubicBezTo>
                  <a:cubicBezTo>
                    <a:pt x="47" y="69"/>
                    <a:pt x="47" y="67"/>
                    <a:pt x="46" y="67"/>
                  </a:cubicBezTo>
                  <a:cubicBezTo>
                    <a:pt x="45" y="67"/>
                    <a:pt x="44" y="69"/>
                    <a:pt x="43" y="69"/>
                  </a:cubicBezTo>
                  <a:cubicBezTo>
                    <a:pt x="43" y="69"/>
                    <a:pt x="41" y="69"/>
                    <a:pt x="40" y="68"/>
                  </a:cubicBezTo>
                  <a:cubicBezTo>
                    <a:pt x="40" y="67"/>
                    <a:pt x="42" y="66"/>
                    <a:pt x="42" y="65"/>
                  </a:cubicBezTo>
                  <a:cubicBezTo>
                    <a:pt x="42" y="64"/>
                    <a:pt x="42" y="63"/>
                    <a:pt x="42" y="62"/>
                  </a:cubicBezTo>
                  <a:cubicBezTo>
                    <a:pt x="41" y="62"/>
                    <a:pt x="40" y="62"/>
                    <a:pt x="39" y="62"/>
                  </a:cubicBezTo>
                  <a:cubicBezTo>
                    <a:pt x="38" y="63"/>
                    <a:pt x="37" y="64"/>
                    <a:pt x="37" y="64"/>
                  </a:cubicBezTo>
                  <a:cubicBezTo>
                    <a:pt x="36" y="64"/>
                    <a:pt x="33" y="63"/>
                    <a:pt x="33" y="62"/>
                  </a:cubicBezTo>
                  <a:cubicBezTo>
                    <a:pt x="32" y="62"/>
                    <a:pt x="32" y="60"/>
                    <a:pt x="33" y="59"/>
                  </a:cubicBezTo>
                  <a:cubicBezTo>
                    <a:pt x="34" y="58"/>
                    <a:pt x="37" y="58"/>
                    <a:pt x="37" y="57"/>
                  </a:cubicBezTo>
                  <a:cubicBezTo>
                    <a:pt x="39" y="55"/>
                    <a:pt x="40" y="51"/>
                    <a:pt x="40" y="50"/>
                  </a:cubicBezTo>
                  <a:cubicBezTo>
                    <a:pt x="41" y="48"/>
                    <a:pt x="39" y="45"/>
                    <a:pt x="40" y="43"/>
                  </a:cubicBezTo>
                  <a:cubicBezTo>
                    <a:pt x="41" y="42"/>
                    <a:pt x="44" y="44"/>
                    <a:pt x="45" y="43"/>
                  </a:cubicBezTo>
                  <a:cubicBezTo>
                    <a:pt x="46" y="43"/>
                    <a:pt x="48" y="41"/>
                    <a:pt x="49" y="40"/>
                  </a:cubicBezTo>
                  <a:cubicBezTo>
                    <a:pt x="49" y="39"/>
                    <a:pt x="50" y="36"/>
                    <a:pt x="50" y="35"/>
                  </a:cubicBezTo>
                  <a:cubicBezTo>
                    <a:pt x="50" y="34"/>
                    <a:pt x="50" y="31"/>
                    <a:pt x="51" y="30"/>
                  </a:cubicBezTo>
                  <a:cubicBezTo>
                    <a:pt x="51" y="29"/>
                    <a:pt x="53" y="27"/>
                    <a:pt x="54" y="27"/>
                  </a:cubicBezTo>
                  <a:cubicBezTo>
                    <a:pt x="55" y="27"/>
                    <a:pt x="57" y="27"/>
                    <a:pt x="58" y="27"/>
                  </a:cubicBezTo>
                  <a:cubicBezTo>
                    <a:pt x="59" y="27"/>
                    <a:pt x="60" y="28"/>
                    <a:pt x="61" y="28"/>
                  </a:cubicBezTo>
                  <a:cubicBezTo>
                    <a:pt x="61" y="28"/>
                    <a:pt x="62" y="29"/>
                    <a:pt x="62" y="29"/>
                  </a:cubicBezTo>
                  <a:cubicBezTo>
                    <a:pt x="62" y="29"/>
                    <a:pt x="63" y="30"/>
                    <a:pt x="64" y="30"/>
                  </a:cubicBezTo>
                  <a:cubicBezTo>
                    <a:pt x="64" y="29"/>
                    <a:pt x="64" y="27"/>
                    <a:pt x="64" y="26"/>
                  </a:cubicBezTo>
                  <a:cubicBezTo>
                    <a:pt x="63" y="26"/>
                    <a:pt x="61" y="24"/>
                    <a:pt x="61" y="23"/>
                  </a:cubicBezTo>
                  <a:cubicBezTo>
                    <a:pt x="61" y="22"/>
                    <a:pt x="62" y="20"/>
                    <a:pt x="63" y="19"/>
                  </a:cubicBezTo>
                  <a:cubicBezTo>
                    <a:pt x="64" y="18"/>
                    <a:pt x="67" y="18"/>
                    <a:pt x="68" y="17"/>
                  </a:cubicBezTo>
                  <a:cubicBezTo>
                    <a:pt x="68" y="17"/>
                    <a:pt x="68" y="15"/>
                    <a:pt x="69" y="14"/>
                  </a:cubicBezTo>
                  <a:cubicBezTo>
                    <a:pt x="69" y="14"/>
                    <a:pt x="71" y="14"/>
                    <a:pt x="72" y="13"/>
                  </a:cubicBezTo>
                  <a:cubicBezTo>
                    <a:pt x="73" y="13"/>
                    <a:pt x="74" y="11"/>
                    <a:pt x="74" y="11"/>
                  </a:cubicBezTo>
                  <a:cubicBezTo>
                    <a:pt x="75" y="9"/>
                    <a:pt x="74" y="7"/>
                    <a:pt x="75" y="6"/>
                  </a:cubicBezTo>
                  <a:cubicBezTo>
                    <a:pt x="75" y="5"/>
                    <a:pt x="78" y="5"/>
                    <a:pt x="79" y="5"/>
                  </a:cubicBezTo>
                  <a:cubicBezTo>
                    <a:pt x="80" y="4"/>
                    <a:pt x="80" y="3"/>
                    <a:pt x="81" y="2"/>
                  </a:cubicBezTo>
                  <a:cubicBezTo>
                    <a:pt x="81" y="2"/>
                    <a:pt x="83" y="3"/>
                    <a:pt x="84" y="3"/>
                  </a:cubicBezTo>
                  <a:cubicBezTo>
                    <a:pt x="85" y="2"/>
                    <a:pt x="85" y="1"/>
                    <a:pt x="86" y="0"/>
                  </a:cubicBezTo>
                  <a:cubicBezTo>
                    <a:pt x="87" y="1"/>
                    <a:pt x="90" y="3"/>
                    <a:pt x="91" y="4"/>
                  </a:cubicBezTo>
                  <a:cubicBezTo>
                    <a:pt x="93" y="6"/>
                    <a:pt x="99" y="9"/>
                    <a:pt x="102" y="12"/>
                  </a:cubicBezTo>
                  <a:cubicBezTo>
                    <a:pt x="103" y="13"/>
                    <a:pt x="106" y="14"/>
                    <a:pt x="107" y="1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147"/>
            <p:cNvSpPr>
              <a:spLocks/>
            </p:cNvSpPr>
            <p:nvPr/>
          </p:nvSpPr>
          <p:spPr bwMode="auto">
            <a:xfrm>
              <a:off x="6408738" y="1662113"/>
              <a:ext cx="36513" cy="34925"/>
            </a:xfrm>
            <a:custGeom>
              <a:avLst/>
              <a:gdLst/>
              <a:ahLst/>
              <a:cxnLst>
                <a:cxn ang="0">
                  <a:pos x="20" y="17"/>
                </a:cxn>
                <a:cxn ang="0">
                  <a:pos x="15" y="21"/>
                </a:cxn>
                <a:cxn ang="0">
                  <a:pos x="10" y="20"/>
                </a:cxn>
                <a:cxn ang="0">
                  <a:pos x="7" y="15"/>
                </a:cxn>
                <a:cxn ang="0">
                  <a:pos x="4" y="10"/>
                </a:cxn>
                <a:cxn ang="0">
                  <a:pos x="1" y="8"/>
                </a:cxn>
                <a:cxn ang="0">
                  <a:pos x="1" y="4"/>
                </a:cxn>
                <a:cxn ang="0">
                  <a:pos x="3" y="1"/>
                </a:cxn>
                <a:cxn ang="0">
                  <a:pos x="8" y="1"/>
                </a:cxn>
                <a:cxn ang="0">
                  <a:pos x="10" y="5"/>
                </a:cxn>
                <a:cxn ang="0">
                  <a:pos x="15" y="7"/>
                </a:cxn>
                <a:cxn ang="0">
                  <a:pos x="19" y="7"/>
                </a:cxn>
                <a:cxn ang="0">
                  <a:pos x="20" y="10"/>
                </a:cxn>
                <a:cxn ang="0">
                  <a:pos x="21" y="14"/>
                </a:cxn>
                <a:cxn ang="0">
                  <a:pos x="20" y="17"/>
                </a:cxn>
              </a:cxnLst>
              <a:rect l="0" t="0" r="r" b="b"/>
              <a:pathLst>
                <a:path w="21" h="21">
                  <a:moveTo>
                    <a:pt x="20" y="17"/>
                  </a:moveTo>
                  <a:cubicBezTo>
                    <a:pt x="19" y="18"/>
                    <a:pt x="17" y="20"/>
                    <a:pt x="15" y="21"/>
                  </a:cubicBezTo>
                  <a:cubicBezTo>
                    <a:pt x="14" y="21"/>
                    <a:pt x="11" y="20"/>
                    <a:pt x="10" y="20"/>
                  </a:cubicBezTo>
                  <a:cubicBezTo>
                    <a:pt x="9" y="19"/>
                    <a:pt x="8" y="16"/>
                    <a:pt x="7" y="15"/>
                  </a:cubicBezTo>
                  <a:cubicBezTo>
                    <a:pt x="6" y="14"/>
                    <a:pt x="5" y="11"/>
                    <a:pt x="4" y="10"/>
                  </a:cubicBezTo>
                  <a:cubicBezTo>
                    <a:pt x="3" y="10"/>
                    <a:pt x="1" y="9"/>
                    <a:pt x="1" y="8"/>
                  </a:cubicBezTo>
                  <a:cubicBezTo>
                    <a:pt x="1" y="7"/>
                    <a:pt x="0" y="5"/>
                    <a:pt x="1" y="4"/>
                  </a:cubicBezTo>
                  <a:cubicBezTo>
                    <a:pt x="1" y="3"/>
                    <a:pt x="2" y="1"/>
                    <a:pt x="3" y="1"/>
                  </a:cubicBezTo>
                  <a:cubicBezTo>
                    <a:pt x="4" y="0"/>
                    <a:pt x="7" y="0"/>
                    <a:pt x="8" y="1"/>
                  </a:cubicBezTo>
                  <a:cubicBezTo>
                    <a:pt x="9" y="1"/>
                    <a:pt x="9" y="4"/>
                    <a:pt x="10" y="5"/>
                  </a:cubicBezTo>
                  <a:cubicBezTo>
                    <a:pt x="11" y="6"/>
                    <a:pt x="14" y="7"/>
                    <a:pt x="15" y="7"/>
                  </a:cubicBezTo>
                  <a:cubicBezTo>
                    <a:pt x="16" y="7"/>
                    <a:pt x="18" y="7"/>
                    <a:pt x="19" y="7"/>
                  </a:cubicBezTo>
                  <a:cubicBezTo>
                    <a:pt x="20" y="8"/>
                    <a:pt x="20" y="9"/>
                    <a:pt x="20" y="10"/>
                  </a:cubicBezTo>
                  <a:cubicBezTo>
                    <a:pt x="20" y="11"/>
                    <a:pt x="21" y="13"/>
                    <a:pt x="21" y="14"/>
                  </a:cubicBezTo>
                  <a:cubicBezTo>
                    <a:pt x="21" y="15"/>
                    <a:pt x="21" y="16"/>
                    <a:pt x="20" y="1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148"/>
            <p:cNvSpPr>
              <a:spLocks/>
            </p:cNvSpPr>
            <p:nvPr/>
          </p:nvSpPr>
          <p:spPr bwMode="auto">
            <a:xfrm>
              <a:off x="6429376" y="1654176"/>
              <a:ext cx="11113" cy="12700"/>
            </a:xfrm>
            <a:custGeom>
              <a:avLst/>
              <a:gdLst/>
              <a:ahLst/>
              <a:cxnLst>
                <a:cxn ang="0">
                  <a:pos x="6" y="5"/>
                </a:cxn>
                <a:cxn ang="0">
                  <a:pos x="2" y="6"/>
                </a:cxn>
                <a:cxn ang="0">
                  <a:pos x="1" y="5"/>
                </a:cxn>
                <a:cxn ang="0">
                  <a:pos x="0" y="3"/>
                </a:cxn>
                <a:cxn ang="0">
                  <a:pos x="1" y="0"/>
                </a:cxn>
                <a:cxn ang="0">
                  <a:pos x="4" y="0"/>
                </a:cxn>
                <a:cxn ang="0">
                  <a:pos x="5" y="3"/>
                </a:cxn>
                <a:cxn ang="0">
                  <a:pos x="6" y="5"/>
                </a:cxn>
              </a:cxnLst>
              <a:rect l="0" t="0" r="r" b="b"/>
              <a:pathLst>
                <a:path w="6" h="7">
                  <a:moveTo>
                    <a:pt x="6" y="5"/>
                  </a:moveTo>
                  <a:cubicBezTo>
                    <a:pt x="5" y="6"/>
                    <a:pt x="3" y="7"/>
                    <a:pt x="2" y="6"/>
                  </a:cubicBezTo>
                  <a:cubicBezTo>
                    <a:pt x="2" y="6"/>
                    <a:pt x="1" y="6"/>
                    <a:pt x="1" y="5"/>
                  </a:cubicBezTo>
                  <a:cubicBezTo>
                    <a:pt x="0" y="5"/>
                    <a:pt x="0" y="3"/>
                    <a:pt x="0" y="3"/>
                  </a:cubicBezTo>
                  <a:cubicBezTo>
                    <a:pt x="0" y="2"/>
                    <a:pt x="1" y="1"/>
                    <a:pt x="1" y="0"/>
                  </a:cubicBezTo>
                  <a:cubicBezTo>
                    <a:pt x="2" y="0"/>
                    <a:pt x="4" y="0"/>
                    <a:pt x="4" y="0"/>
                  </a:cubicBezTo>
                  <a:cubicBezTo>
                    <a:pt x="5" y="1"/>
                    <a:pt x="5" y="2"/>
                    <a:pt x="5" y="3"/>
                  </a:cubicBezTo>
                  <a:cubicBezTo>
                    <a:pt x="6" y="3"/>
                    <a:pt x="6" y="4"/>
                    <a:pt x="6"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149"/>
            <p:cNvSpPr>
              <a:spLocks/>
            </p:cNvSpPr>
            <p:nvPr/>
          </p:nvSpPr>
          <p:spPr bwMode="auto">
            <a:xfrm>
              <a:off x="6450013" y="1668463"/>
              <a:ext cx="14288" cy="12700"/>
            </a:xfrm>
            <a:custGeom>
              <a:avLst/>
              <a:gdLst/>
              <a:ahLst/>
              <a:cxnLst>
                <a:cxn ang="0">
                  <a:pos x="7" y="4"/>
                </a:cxn>
                <a:cxn ang="0">
                  <a:pos x="5" y="6"/>
                </a:cxn>
                <a:cxn ang="0">
                  <a:pos x="3" y="7"/>
                </a:cxn>
                <a:cxn ang="0">
                  <a:pos x="0" y="6"/>
                </a:cxn>
                <a:cxn ang="0">
                  <a:pos x="0" y="3"/>
                </a:cxn>
                <a:cxn ang="0">
                  <a:pos x="2" y="1"/>
                </a:cxn>
                <a:cxn ang="0">
                  <a:pos x="6" y="1"/>
                </a:cxn>
                <a:cxn ang="0">
                  <a:pos x="7" y="4"/>
                </a:cxn>
              </a:cxnLst>
              <a:rect l="0" t="0" r="r" b="b"/>
              <a:pathLst>
                <a:path w="8" h="7">
                  <a:moveTo>
                    <a:pt x="7" y="4"/>
                  </a:moveTo>
                  <a:cubicBezTo>
                    <a:pt x="7" y="5"/>
                    <a:pt x="5" y="5"/>
                    <a:pt x="5" y="6"/>
                  </a:cubicBezTo>
                  <a:cubicBezTo>
                    <a:pt x="4" y="6"/>
                    <a:pt x="4" y="7"/>
                    <a:pt x="3" y="7"/>
                  </a:cubicBezTo>
                  <a:cubicBezTo>
                    <a:pt x="3" y="7"/>
                    <a:pt x="1" y="6"/>
                    <a:pt x="0" y="6"/>
                  </a:cubicBezTo>
                  <a:cubicBezTo>
                    <a:pt x="0" y="5"/>
                    <a:pt x="0" y="3"/>
                    <a:pt x="0" y="3"/>
                  </a:cubicBezTo>
                  <a:cubicBezTo>
                    <a:pt x="0" y="2"/>
                    <a:pt x="2" y="1"/>
                    <a:pt x="2" y="1"/>
                  </a:cubicBezTo>
                  <a:cubicBezTo>
                    <a:pt x="3" y="1"/>
                    <a:pt x="5" y="0"/>
                    <a:pt x="6" y="1"/>
                  </a:cubicBezTo>
                  <a:cubicBezTo>
                    <a:pt x="7" y="1"/>
                    <a:pt x="8" y="3"/>
                    <a:pt x="7"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150"/>
            <p:cNvSpPr>
              <a:spLocks/>
            </p:cNvSpPr>
            <p:nvPr/>
          </p:nvSpPr>
          <p:spPr bwMode="auto">
            <a:xfrm>
              <a:off x="6462713" y="1481138"/>
              <a:ext cx="133350" cy="174625"/>
            </a:xfrm>
            <a:custGeom>
              <a:avLst/>
              <a:gdLst/>
              <a:ahLst/>
              <a:cxnLst>
                <a:cxn ang="0">
                  <a:pos x="25" y="92"/>
                </a:cxn>
                <a:cxn ang="0">
                  <a:pos x="23" y="102"/>
                </a:cxn>
                <a:cxn ang="0">
                  <a:pos x="21" y="95"/>
                </a:cxn>
                <a:cxn ang="0">
                  <a:pos x="15" y="93"/>
                </a:cxn>
                <a:cxn ang="0">
                  <a:pos x="4" y="96"/>
                </a:cxn>
                <a:cxn ang="0">
                  <a:pos x="9" y="82"/>
                </a:cxn>
                <a:cxn ang="0">
                  <a:pos x="23" y="75"/>
                </a:cxn>
                <a:cxn ang="0">
                  <a:pos x="14" y="72"/>
                </a:cxn>
                <a:cxn ang="0">
                  <a:pos x="12" y="65"/>
                </a:cxn>
                <a:cxn ang="0">
                  <a:pos x="22" y="64"/>
                </a:cxn>
                <a:cxn ang="0">
                  <a:pos x="15" y="56"/>
                </a:cxn>
                <a:cxn ang="0">
                  <a:pos x="15" y="49"/>
                </a:cxn>
                <a:cxn ang="0">
                  <a:pos x="18" y="42"/>
                </a:cxn>
                <a:cxn ang="0">
                  <a:pos x="8" y="43"/>
                </a:cxn>
                <a:cxn ang="0">
                  <a:pos x="16" y="36"/>
                </a:cxn>
                <a:cxn ang="0">
                  <a:pos x="28" y="35"/>
                </a:cxn>
                <a:cxn ang="0">
                  <a:pos x="36" y="34"/>
                </a:cxn>
                <a:cxn ang="0">
                  <a:pos x="37" y="28"/>
                </a:cxn>
                <a:cxn ang="0">
                  <a:pos x="25" y="25"/>
                </a:cxn>
                <a:cxn ang="0">
                  <a:pos x="29" y="21"/>
                </a:cxn>
                <a:cxn ang="0">
                  <a:pos x="36" y="19"/>
                </a:cxn>
                <a:cxn ang="0">
                  <a:pos x="34" y="11"/>
                </a:cxn>
                <a:cxn ang="0">
                  <a:pos x="41" y="17"/>
                </a:cxn>
                <a:cxn ang="0">
                  <a:pos x="48" y="23"/>
                </a:cxn>
                <a:cxn ang="0">
                  <a:pos x="45" y="12"/>
                </a:cxn>
                <a:cxn ang="0">
                  <a:pos x="39" y="4"/>
                </a:cxn>
                <a:cxn ang="0">
                  <a:pos x="46" y="2"/>
                </a:cxn>
                <a:cxn ang="0">
                  <a:pos x="49" y="11"/>
                </a:cxn>
                <a:cxn ang="0">
                  <a:pos x="54" y="11"/>
                </a:cxn>
                <a:cxn ang="0">
                  <a:pos x="52" y="0"/>
                </a:cxn>
                <a:cxn ang="0">
                  <a:pos x="57" y="5"/>
                </a:cxn>
                <a:cxn ang="0">
                  <a:pos x="65" y="1"/>
                </a:cxn>
                <a:cxn ang="0">
                  <a:pos x="64" y="13"/>
                </a:cxn>
                <a:cxn ang="0">
                  <a:pos x="66" y="20"/>
                </a:cxn>
                <a:cxn ang="0">
                  <a:pos x="72" y="13"/>
                </a:cxn>
                <a:cxn ang="0">
                  <a:pos x="72" y="22"/>
                </a:cxn>
                <a:cxn ang="0">
                  <a:pos x="72" y="31"/>
                </a:cxn>
                <a:cxn ang="0">
                  <a:pos x="77" y="34"/>
                </a:cxn>
                <a:cxn ang="0">
                  <a:pos x="69" y="47"/>
                </a:cxn>
                <a:cxn ang="0">
                  <a:pos x="70" y="57"/>
                </a:cxn>
                <a:cxn ang="0">
                  <a:pos x="72" y="66"/>
                </a:cxn>
                <a:cxn ang="0">
                  <a:pos x="62" y="74"/>
                </a:cxn>
                <a:cxn ang="0">
                  <a:pos x="47" y="77"/>
                </a:cxn>
                <a:cxn ang="0">
                  <a:pos x="40" y="72"/>
                </a:cxn>
                <a:cxn ang="0">
                  <a:pos x="33" y="83"/>
                </a:cxn>
              </a:cxnLst>
              <a:rect l="0" t="0" r="r" b="b"/>
              <a:pathLst>
                <a:path w="77" h="102">
                  <a:moveTo>
                    <a:pt x="31" y="86"/>
                  </a:moveTo>
                  <a:cubicBezTo>
                    <a:pt x="30" y="87"/>
                    <a:pt x="28" y="88"/>
                    <a:pt x="27" y="89"/>
                  </a:cubicBezTo>
                  <a:cubicBezTo>
                    <a:pt x="27" y="89"/>
                    <a:pt x="25" y="91"/>
                    <a:pt x="25" y="92"/>
                  </a:cubicBezTo>
                  <a:cubicBezTo>
                    <a:pt x="25" y="93"/>
                    <a:pt x="27" y="94"/>
                    <a:pt x="27" y="95"/>
                  </a:cubicBezTo>
                  <a:cubicBezTo>
                    <a:pt x="27" y="96"/>
                    <a:pt x="27" y="98"/>
                    <a:pt x="26" y="99"/>
                  </a:cubicBezTo>
                  <a:cubicBezTo>
                    <a:pt x="26" y="100"/>
                    <a:pt x="24" y="102"/>
                    <a:pt x="23" y="102"/>
                  </a:cubicBezTo>
                  <a:cubicBezTo>
                    <a:pt x="22" y="102"/>
                    <a:pt x="20" y="102"/>
                    <a:pt x="20" y="101"/>
                  </a:cubicBezTo>
                  <a:cubicBezTo>
                    <a:pt x="19" y="101"/>
                    <a:pt x="18" y="99"/>
                    <a:pt x="18" y="98"/>
                  </a:cubicBezTo>
                  <a:cubicBezTo>
                    <a:pt x="18" y="97"/>
                    <a:pt x="20" y="96"/>
                    <a:pt x="21" y="95"/>
                  </a:cubicBezTo>
                  <a:cubicBezTo>
                    <a:pt x="21" y="94"/>
                    <a:pt x="21" y="92"/>
                    <a:pt x="20" y="91"/>
                  </a:cubicBezTo>
                  <a:cubicBezTo>
                    <a:pt x="20" y="91"/>
                    <a:pt x="18" y="90"/>
                    <a:pt x="17" y="90"/>
                  </a:cubicBezTo>
                  <a:cubicBezTo>
                    <a:pt x="16" y="91"/>
                    <a:pt x="15" y="93"/>
                    <a:pt x="15" y="93"/>
                  </a:cubicBezTo>
                  <a:cubicBezTo>
                    <a:pt x="14" y="94"/>
                    <a:pt x="12" y="93"/>
                    <a:pt x="12" y="94"/>
                  </a:cubicBezTo>
                  <a:cubicBezTo>
                    <a:pt x="11" y="94"/>
                    <a:pt x="10" y="96"/>
                    <a:pt x="9" y="96"/>
                  </a:cubicBezTo>
                  <a:cubicBezTo>
                    <a:pt x="8" y="97"/>
                    <a:pt x="5" y="97"/>
                    <a:pt x="4" y="96"/>
                  </a:cubicBezTo>
                  <a:cubicBezTo>
                    <a:pt x="3" y="96"/>
                    <a:pt x="1" y="94"/>
                    <a:pt x="1" y="93"/>
                  </a:cubicBezTo>
                  <a:cubicBezTo>
                    <a:pt x="0" y="92"/>
                    <a:pt x="0" y="89"/>
                    <a:pt x="1" y="88"/>
                  </a:cubicBezTo>
                  <a:cubicBezTo>
                    <a:pt x="2" y="86"/>
                    <a:pt x="7" y="83"/>
                    <a:pt x="9" y="82"/>
                  </a:cubicBezTo>
                  <a:cubicBezTo>
                    <a:pt x="11" y="82"/>
                    <a:pt x="15" y="82"/>
                    <a:pt x="16" y="81"/>
                  </a:cubicBezTo>
                  <a:cubicBezTo>
                    <a:pt x="17" y="81"/>
                    <a:pt x="19" y="79"/>
                    <a:pt x="20" y="78"/>
                  </a:cubicBezTo>
                  <a:cubicBezTo>
                    <a:pt x="21" y="77"/>
                    <a:pt x="23" y="76"/>
                    <a:pt x="23" y="75"/>
                  </a:cubicBezTo>
                  <a:cubicBezTo>
                    <a:pt x="24" y="74"/>
                    <a:pt x="24" y="72"/>
                    <a:pt x="23" y="71"/>
                  </a:cubicBezTo>
                  <a:cubicBezTo>
                    <a:pt x="23" y="71"/>
                    <a:pt x="21" y="70"/>
                    <a:pt x="20" y="70"/>
                  </a:cubicBezTo>
                  <a:cubicBezTo>
                    <a:pt x="18" y="70"/>
                    <a:pt x="16" y="72"/>
                    <a:pt x="14" y="72"/>
                  </a:cubicBezTo>
                  <a:cubicBezTo>
                    <a:pt x="14" y="72"/>
                    <a:pt x="12" y="72"/>
                    <a:pt x="11" y="71"/>
                  </a:cubicBezTo>
                  <a:cubicBezTo>
                    <a:pt x="10" y="71"/>
                    <a:pt x="10" y="69"/>
                    <a:pt x="10" y="68"/>
                  </a:cubicBezTo>
                  <a:cubicBezTo>
                    <a:pt x="10" y="67"/>
                    <a:pt x="11" y="65"/>
                    <a:pt x="12" y="65"/>
                  </a:cubicBezTo>
                  <a:cubicBezTo>
                    <a:pt x="13" y="64"/>
                    <a:pt x="15" y="63"/>
                    <a:pt x="16" y="63"/>
                  </a:cubicBezTo>
                  <a:cubicBezTo>
                    <a:pt x="17" y="63"/>
                    <a:pt x="19" y="65"/>
                    <a:pt x="20" y="65"/>
                  </a:cubicBezTo>
                  <a:cubicBezTo>
                    <a:pt x="20" y="65"/>
                    <a:pt x="21" y="64"/>
                    <a:pt x="22" y="64"/>
                  </a:cubicBezTo>
                  <a:cubicBezTo>
                    <a:pt x="22" y="63"/>
                    <a:pt x="23" y="62"/>
                    <a:pt x="23" y="61"/>
                  </a:cubicBezTo>
                  <a:cubicBezTo>
                    <a:pt x="23" y="60"/>
                    <a:pt x="21" y="58"/>
                    <a:pt x="20" y="57"/>
                  </a:cubicBezTo>
                  <a:cubicBezTo>
                    <a:pt x="19" y="56"/>
                    <a:pt x="16" y="57"/>
                    <a:pt x="15" y="56"/>
                  </a:cubicBezTo>
                  <a:cubicBezTo>
                    <a:pt x="14" y="56"/>
                    <a:pt x="13" y="56"/>
                    <a:pt x="12" y="55"/>
                  </a:cubicBezTo>
                  <a:cubicBezTo>
                    <a:pt x="11" y="54"/>
                    <a:pt x="9" y="52"/>
                    <a:pt x="10" y="51"/>
                  </a:cubicBezTo>
                  <a:cubicBezTo>
                    <a:pt x="10" y="50"/>
                    <a:pt x="14" y="49"/>
                    <a:pt x="15" y="49"/>
                  </a:cubicBezTo>
                  <a:cubicBezTo>
                    <a:pt x="16" y="49"/>
                    <a:pt x="17" y="50"/>
                    <a:pt x="18" y="50"/>
                  </a:cubicBezTo>
                  <a:cubicBezTo>
                    <a:pt x="19" y="50"/>
                    <a:pt x="20" y="48"/>
                    <a:pt x="20" y="47"/>
                  </a:cubicBezTo>
                  <a:cubicBezTo>
                    <a:pt x="20" y="45"/>
                    <a:pt x="19" y="43"/>
                    <a:pt x="18" y="42"/>
                  </a:cubicBezTo>
                  <a:cubicBezTo>
                    <a:pt x="18" y="42"/>
                    <a:pt x="16" y="41"/>
                    <a:pt x="15" y="41"/>
                  </a:cubicBezTo>
                  <a:cubicBezTo>
                    <a:pt x="14" y="41"/>
                    <a:pt x="13" y="43"/>
                    <a:pt x="12" y="43"/>
                  </a:cubicBezTo>
                  <a:cubicBezTo>
                    <a:pt x="11" y="43"/>
                    <a:pt x="9" y="44"/>
                    <a:pt x="8" y="43"/>
                  </a:cubicBezTo>
                  <a:cubicBezTo>
                    <a:pt x="7" y="43"/>
                    <a:pt x="7" y="41"/>
                    <a:pt x="7" y="40"/>
                  </a:cubicBezTo>
                  <a:cubicBezTo>
                    <a:pt x="7" y="38"/>
                    <a:pt x="9" y="36"/>
                    <a:pt x="11" y="36"/>
                  </a:cubicBezTo>
                  <a:cubicBezTo>
                    <a:pt x="12" y="35"/>
                    <a:pt x="15" y="36"/>
                    <a:pt x="16" y="36"/>
                  </a:cubicBezTo>
                  <a:cubicBezTo>
                    <a:pt x="18" y="36"/>
                    <a:pt x="21" y="34"/>
                    <a:pt x="23" y="34"/>
                  </a:cubicBezTo>
                  <a:cubicBezTo>
                    <a:pt x="23" y="34"/>
                    <a:pt x="24" y="34"/>
                    <a:pt x="25" y="34"/>
                  </a:cubicBezTo>
                  <a:cubicBezTo>
                    <a:pt x="26" y="34"/>
                    <a:pt x="27" y="35"/>
                    <a:pt x="28" y="35"/>
                  </a:cubicBezTo>
                  <a:cubicBezTo>
                    <a:pt x="29" y="36"/>
                    <a:pt x="30" y="38"/>
                    <a:pt x="31" y="39"/>
                  </a:cubicBezTo>
                  <a:cubicBezTo>
                    <a:pt x="31" y="39"/>
                    <a:pt x="33" y="39"/>
                    <a:pt x="33" y="39"/>
                  </a:cubicBezTo>
                  <a:cubicBezTo>
                    <a:pt x="34" y="38"/>
                    <a:pt x="35" y="35"/>
                    <a:pt x="36" y="34"/>
                  </a:cubicBezTo>
                  <a:cubicBezTo>
                    <a:pt x="36" y="34"/>
                    <a:pt x="37" y="34"/>
                    <a:pt x="38" y="33"/>
                  </a:cubicBezTo>
                  <a:cubicBezTo>
                    <a:pt x="38" y="33"/>
                    <a:pt x="39" y="31"/>
                    <a:pt x="39" y="31"/>
                  </a:cubicBezTo>
                  <a:cubicBezTo>
                    <a:pt x="39" y="30"/>
                    <a:pt x="38" y="29"/>
                    <a:pt x="37" y="28"/>
                  </a:cubicBezTo>
                  <a:cubicBezTo>
                    <a:pt x="36" y="28"/>
                    <a:pt x="34" y="27"/>
                    <a:pt x="33" y="27"/>
                  </a:cubicBezTo>
                  <a:cubicBezTo>
                    <a:pt x="32" y="27"/>
                    <a:pt x="29" y="28"/>
                    <a:pt x="28" y="27"/>
                  </a:cubicBezTo>
                  <a:cubicBezTo>
                    <a:pt x="27" y="27"/>
                    <a:pt x="25" y="26"/>
                    <a:pt x="25" y="25"/>
                  </a:cubicBezTo>
                  <a:cubicBezTo>
                    <a:pt x="25" y="24"/>
                    <a:pt x="25" y="22"/>
                    <a:pt x="25" y="22"/>
                  </a:cubicBezTo>
                  <a:cubicBezTo>
                    <a:pt x="25" y="21"/>
                    <a:pt x="26" y="20"/>
                    <a:pt x="27" y="20"/>
                  </a:cubicBezTo>
                  <a:cubicBezTo>
                    <a:pt x="27" y="20"/>
                    <a:pt x="28" y="21"/>
                    <a:pt x="29" y="21"/>
                  </a:cubicBezTo>
                  <a:cubicBezTo>
                    <a:pt x="30" y="21"/>
                    <a:pt x="31" y="23"/>
                    <a:pt x="32" y="23"/>
                  </a:cubicBezTo>
                  <a:cubicBezTo>
                    <a:pt x="33" y="24"/>
                    <a:pt x="36" y="24"/>
                    <a:pt x="37" y="23"/>
                  </a:cubicBezTo>
                  <a:cubicBezTo>
                    <a:pt x="37" y="22"/>
                    <a:pt x="37" y="20"/>
                    <a:pt x="36" y="19"/>
                  </a:cubicBezTo>
                  <a:cubicBezTo>
                    <a:pt x="36" y="18"/>
                    <a:pt x="34" y="18"/>
                    <a:pt x="33" y="17"/>
                  </a:cubicBezTo>
                  <a:cubicBezTo>
                    <a:pt x="32" y="16"/>
                    <a:pt x="31" y="14"/>
                    <a:pt x="32" y="13"/>
                  </a:cubicBezTo>
                  <a:cubicBezTo>
                    <a:pt x="32" y="12"/>
                    <a:pt x="33" y="11"/>
                    <a:pt x="34" y="11"/>
                  </a:cubicBezTo>
                  <a:cubicBezTo>
                    <a:pt x="35" y="10"/>
                    <a:pt x="37" y="11"/>
                    <a:pt x="38" y="11"/>
                  </a:cubicBezTo>
                  <a:cubicBezTo>
                    <a:pt x="38" y="11"/>
                    <a:pt x="39" y="12"/>
                    <a:pt x="40" y="13"/>
                  </a:cubicBezTo>
                  <a:cubicBezTo>
                    <a:pt x="40" y="14"/>
                    <a:pt x="40" y="16"/>
                    <a:pt x="41" y="17"/>
                  </a:cubicBezTo>
                  <a:cubicBezTo>
                    <a:pt x="41" y="18"/>
                    <a:pt x="43" y="19"/>
                    <a:pt x="43" y="20"/>
                  </a:cubicBezTo>
                  <a:cubicBezTo>
                    <a:pt x="44" y="20"/>
                    <a:pt x="44" y="22"/>
                    <a:pt x="45" y="22"/>
                  </a:cubicBezTo>
                  <a:cubicBezTo>
                    <a:pt x="46" y="23"/>
                    <a:pt x="47" y="23"/>
                    <a:pt x="48" y="23"/>
                  </a:cubicBezTo>
                  <a:cubicBezTo>
                    <a:pt x="49" y="22"/>
                    <a:pt x="49" y="20"/>
                    <a:pt x="49" y="19"/>
                  </a:cubicBezTo>
                  <a:cubicBezTo>
                    <a:pt x="49" y="18"/>
                    <a:pt x="49" y="16"/>
                    <a:pt x="48" y="15"/>
                  </a:cubicBezTo>
                  <a:cubicBezTo>
                    <a:pt x="48" y="14"/>
                    <a:pt x="46" y="13"/>
                    <a:pt x="45" y="12"/>
                  </a:cubicBezTo>
                  <a:cubicBezTo>
                    <a:pt x="45" y="12"/>
                    <a:pt x="44" y="10"/>
                    <a:pt x="44" y="9"/>
                  </a:cubicBezTo>
                  <a:cubicBezTo>
                    <a:pt x="43" y="8"/>
                    <a:pt x="41" y="8"/>
                    <a:pt x="40" y="7"/>
                  </a:cubicBezTo>
                  <a:cubicBezTo>
                    <a:pt x="40" y="7"/>
                    <a:pt x="39" y="5"/>
                    <a:pt x="39" y="4"/>
                  </a:cubicBezTo>
                  <a:cubicBezTo>
                    <a:pt x="39" y="3"/>
                    <a:pt x="39" y="1"/>
                    <a:pt x="39" y="1"/>
                  </a:cubicBezTo>
                  <a:cubicBezTo>
                    <a:pt x="40" y="0"/>
                    <a:pt x="41" y="0"/>
                    <a:pt x="42" y="0"/>
                  </a:cubicBezTo>
                  <a:cubicBezTo>
                    <a:pt x="43" y="1"/>
                    <a:pt x="45" y="1"/>
                    <a:pt x="46" y="2"/>
                  </a:cubicBezTo>
                  <a:cubicBezTo>
                    <a:pt x="46" y="2"/>
                    <a:pt x="47" y="4"/>
                    <a:pt x="47" y="4"/>
                  </a:cubicBezTo>
                  <a:cubicBezTo>
                    <a:pt x="48" y="5"/>
                    <a:pt x="49" y="7"/>
                    <a:pt x="49" y="8"/>
                  </a:cubicBezTo>
                  <a:cubicBezTo>
                    <a:pt x="49" y="8"/>
                    <a:pt x="49" y="10"/>
                    <a:pt x="49" y="11"/>
                  </a:cubicBezTo>
                  <a:cubicBezTo>
                    <a:pt x="50" y="12"/>
                    <a:pt x="50" y="13"/>
                    <a:pt x="51" y="14"/>
                  </a:cubicBezTo>
                  <a:cubicBezTo>
                    <a:pt x="51" y="14"/>
                    <a:pt x="52" y="15"/>
                    <a:pt x="53" y="15"/>
                  </a:cubicBezTo>
                  <a:cubicBezTo>
                    <a:pt x="54" y="15"/>
                    <a:pt x="54" y="12"/>
                    <a:pt x="54" y="11"/>
                  </a:cubicBezTo>
                  <a:cubicBezTo>
                    <a:pt x="54" y="10"/>
                    <a:pt x="53" y="8"/>
                    <a:pt x="53" y="7"/>
                  </a:cubicBezTo>
                  <a:cubicBezTo>
                    <a:pt x="53" y="6"/>
                    <a:pt x="51" y="5"/>
                    <a:pt x="51" y="4"/>
                  </a:cubicBezTo>
                  <a:cubicBezTo>
                    <a:pt x="51" y="3"/>
                    <a:pt x="51" y="1"/>
                    <a:pt x="52" y="0"/>
                  </a:cubicBezTo>
                  <a:cubicBezTo>
                    <a:pt x="53" y="0"/>
                    <a:pt x="54" y="0"/>
                    <a:pt x="54" y="0"/>
                  </a:cubicBezTo>
                  <a:cubicBezTo>
                    <a:pt x="55" y="1"/>
                    <a:pt x="56" y="2"/>
                    <a:pt x="57" y="2"/>
                  </a:cubicBezTo>
                  <a:cubicBezTo>
                    <a:pt x="57" y="3"/>
                    <a:pt x="57" y="5"/>
                    <a:pt x="57" y="5"/>
                  </a:cubicBezTo>
                  <a:cubicBezTo>
                    <a:pt x="58" y="6"/>
                    <a:pt x="59" y="6"/>
                    <a:pt x="60" y="6"/>
                  </a:cubicBezTo>
                  <a:cubicBezTo>
                    <a:pt x="61" y="5"/>
                    <a:pt x="62" y="3"/>
                    <a:pt x="62" y="2"/>
                  </a:cubicBezTo>
                  <a:cubicBezTo>
                    <a:pt x="63" y="2"/>
                    <a:pt x="64" y="0"/>
                    <a:pt x="65" y="1"/>
                  </a:cubicBezTo>
                  <a:cubicBezTo>
                    <a:pt x="66" y="1"/>
                    <a:pt x="66" y="4"/>
                    <a:pt x="66" y="5"/>
                  </a:cubicBezTo>
                  <a:cubicBezTo>
                    <a:pt x="66" y="6"/>
                    <a:pt x="66" y="8"/>
                    <a:pt x="66" y="9"/>
                  </a:cubicBezTo>
                  <a:cubicBezTo>
                    <a:pt x="66" y="10"/>
                    <a:pt x="64" y="12"/>
                    <a:pt x="64" y="13"/>
                  </a:cubicBezTo>
                  <a:cubicBezTo>
                    <a:pt x="64" y="13"/>
                    <a:pt x="62" y="15"/>
                    <a:pt x="62" y="16"/>
                  </a:cubicBezTo>
                  <a:cubicBezTo>
                    <a:pt x="62" y="17"/>
                    <a:pt x="62" y="19"/>
                    <a:pt x="63" y="20"/>
                  </a:cubicBezTo>
                  <a:cubicBezTo>
                    <a:pt x="63" y="20"/>
                    <a:pt x="65" y="20"/>
                    <a:pt x="66" y="20"/>
                  </a:cubicBezTo>
                  <a:cubicBezTo>
                    <a:pt x="67" y="19"/>
                    <a:pt x="68" y="18"/>
                    <a:pt x="69" y="17"/>
                  </a:cubicBezTo>
                  <a:cubicBezTo>
                    <a:pt x="69" y="16"/>
                    <a:pt x="69" y="14"/>
                    <a:pt x="70" y="13"/>
                  </a:cubicBezTo>
                  <a:cubicBezTo>
                    <a:pt x="70" y="13"/>
                    <a:pt x="72" y="12"/>
                    <a:pt x="72" y="13"/>
                  </a:cubicBezTo>
                  <a:cubicBezTo>
                    <a:pt x="73" y="13"/>
                    <a:pt x="74" y="15"/>
                    <a:pt x="74" y="15"/>
                  </a:cubicBezTo>
                  <a:cubicBezTo>
                    <a:pt x="74" y="16"/>
                    <a:pt x="74" y="19"/>
                    <a:pt x="73" y="20"/>
                  </a:cubicBezTo>
                  <a:cubicBezTo>
                    <a:pt x="73" y="20"/>
                    <a:pt x="72" y="21"/>
                    <a:pt x="72" y="22"/>
                  </a:cubicBezTo>
                  <a:cubicBezTo>
                    <a:pt x="71" y="23"/>
                    <a:pt x="72" y="25"/>
                    <a:pt x="72" y="26"/>
                  </a:cubicBezTo>
                  <a:cubicBezTo>
                    <a:pt x="72" y="27"/>
                    <a:pt x="71" y="28"/>
                    <a:pt x="71" y="29"/>
                  </a:cubicBezTo>
                  <a:cubicBezTo>
                    <a:pt x="71" y="30"/>
                    <a:pt x="71" y="31"/>
                    <a:pt x="72" y="31"/>
                  </a:cubicBezTo>
                  <a:cubicBezTo>
                    <a:pt x="72" y="31"/>
                    <a:pt x="74" y="31"/>
                    <a:pt x="74" y="31"/>
                  </a:cubicBezTo>
                  <a:cubicBezTo>
                    <a:pt x="75" y="31"/>
                    <a:pt x="75" y="30"/>
                    <a:pt x="76" y="30"/>
                  </a:cubicBezTo>
                  <a:cubicBezTo>
                    <a:pt x="77" y="30"/>
                    <a:pt x="77" y="33"/>
                    <a:pt x="77" y="34"/>
                  </a:cubicBezTo>
                  <a:cubicBezTo>
                    <a:pt x="77" y="35"/>
                    <a:pt x="77" y="37"/>
                    <a:pt x="76" y="38"/>
                  </a:cubicBezTo>
                  <a:cubicBezTo>
                    <a:pt x="76" y="39"/>
                    <a:pt x="74" y="43"/>
                    <a:pt x="73" y="44"/>
                  </a:cubicBezTo>
                  <a:cubicBezTo>
                    <a:pt x="72" y="45"/>
                    <a:pt x="70" y="46"/>
                    <a:pt x="69" y="47"/>
                  </a:cubicBezTo>
                  <a:cubicBezTo>
                    <a:pt x="68" y="47"/>
                    <a:pt x="66" y="49"/>
                    <a:pt x="67" y="50"/>
                  </a:cubicBezTo>
                  <a:cubicBezTo>
                    <a:pt x="67" y="51"/>
                    <a:pt x="69" y="52"/>
                    <a:pt x="70" y="53"/>
                  </a:cubicBezTo>
                  <a:cubicBezTo>
                    <a:pt x="70" y="54"/>
                    <a:pt x="70" y="56"/>
                    <a:pt x="70" y="57"/>
                  </a:cubicBezTo>
                  <a:cubicBezTo>
                    <a:pt x="70" y="58"/>
                    <a:pt x="68" y="60"/>
                    <a:pt x="68" y="61"/>
                  </a:cubicBezTo>
                  <a:cubicBezTo>
                    <a:pt x="68" y="62"/>
                    <a:pt x="68" y="64"/>
                    <a:pt x="69" y="65"/>
                  </a:cubicBezTo>
                  <a:cubicBezTo>
                    <a:pt x="69" y="66"/>
                    <a:pt x="71" y="66"/>
                    <a:pt x="72" y="66"/>
                  </a:cubicBezTo>
                  <a:cubicBezTo>
                    <a:pt x="72" y="67"/>
                    <a:pt x="72" y="69"/>
                    <a:pt x="72" y="70"/>
                  </a:cubicBezTo>
                  <a:cubicBezTo>
                    <a:pt x="71" y="71"/>
                    <a:pt x="70" y="74"/>
                    <a:pt x="68" y="74"/>
                  </a:cubicBezTo>
                  <a:cubicBezTo>
                    <a:pt x="67" y="75"/>
                    <a:pt x="64" y="74"/>
                    <a:pt x="62" y="74"/>
                  </a:cubicBezTo>
                  <a:cubicBezTo>
                    <a:pt x="60" y="74"/>
                    <a:pt x="57" y="73"/>
                    <a:pt x="55" y="74"/>
                  </a:cubicBezTo>
                  <a:cubicBezTo>
                    <a:pt x="54" y="74"/>
                    <a:pt x="52" y="77"/>
                    <a:pt x="51" y="78"/>
                  </a:cubicBezTo>
                  <a:cubicBezTo>
                    <a:pt x="50" y="78"/>
                    <a:pt x="48" y="77"/>
                    <a:pt x="47" y="77"/>
                  </a:cubicBezTo>
                  <a:cubicBezTo>
                    <a:pt x="46" y="76"/>
                    <a:pt x="45" y="73"/>
                    <a:pt x="44" y="72"/>
                  </a:cubicBezTo>
                  <a:cubicBezTo>
                    <a:pt x="44" y="71"/>
                    <a:pt x="42" y="70"/>
                    <a:pt x="42" y="70"/>
                  </a:cubicBezTo>
                  <a:cubicBezTo>
                    <a:pt x="41" y="70"/>
                    <a:pt x="40" y="71"/>
                    <a:pt x="40" y="72"/>
                  </a:cubicBezTo>
                  <a:cubicBezTo>
                    <a:pt x="39" y="73"/>
                    <a:pt x="39" y="75"/>
                    <a:pt x="38" y="76"/>
                  </a:cubicBezTo>
                  <a:cubicBezTo>
                    <a:pt x="38" y="77"/>
                    <a:pt x="36" y="79"/>
                    <a:pt x="36" y="80"/>
                  </a:cubicBezTo>
                  <a:cubicBezTo>
                    <a:pt x="35" y="81"/>
                    <a:pt x="34" y="82"/>
                    <a:pt x="33" y="83"/>
                  </a:cubicBezTo>
                  <a:cubicBezTo>
                    <a:pt x="33" y="84"/>
                    <a:pt x="31" y="85"/>
                    <a:pt x="31" y="8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151"/>
            <p:cNvSpPr>
              <a:spLocks/>
            </p:cNvSpPr>
            <p:nvPr/>
          </p:nvSpPr>
          <p:spPr bwMode="auto">
            <a:xfrm>
              <a:off x="6523038" y="1630363"/>
              <a:ext cx="20638" cy="30163"/>
            </a:xfrm>
            <a:custGeom>
              <a:avLst/>
              <a:gdLst/>
              <a:ahLst/>
              <a:cxnLst>
                <a:cxn ang="0">
                  <a:pos x="8" y="0"/>
                </a:cxn>
                <a:cxn ang="0">
                  <a:pos x="5" y="3"/>
                </a:cxn>
                <a:cxn ang="0">
                  <a:pos x="1" y="6"/>
                </a:cxn>
                <a:cxn ang="0">
                  <a:pos x="0" y="10"/>
                </a:cxn>
                <a:cxn ang="0">
                  <a:pos x="1" y="15"/>
                </a:cxn>
                <a:cxn ang="0">
                  <a:pos x="4" y="17"/>
                </a:cxn>
                <a:cxn ang="0">
                  <a:pos x="6" y="15"/>
                </a:cxn>
                <a:cxn ang="0">
                  <a:pos x="8" y="10"/>
                </a:cxn>
                <a:cxn ang="0">
                  <a:pos x="11" y="8"/>
                </a:cxn>
                <a:cxn ang="0">
                  <a:pos x="12" y="4"/>
                </a:cxn>
                <a:cxn ang="0">
                  <a:pos x="10" y="1"/>
                </a:cxn>
                <a:cxn ang="0">
                  <a:pos x="8" y="0"/>
                </a:cxn>
              </a:cxnLst>
              <a:rect l="0" t="0" r="r" b="b"/>
              <a:pathLst>
                <a:path w="12" h="17">
                  <a:moveTo>
                    <a:pt x="8" y="0"/>
                  </a:moveTo>
                  <a:cubicBezTo>
                    <a:pt x="7" y="1"/>
                    <a:pt x="6" y="3"/>
                    <a:pt x="5" y="3"/>
                  </a:cubicBezTo>
                  <a:cubicBezTo>
                    <a:pt x="4" y="4"/>
                    <a:pt x="2" y="5"/>
                    <a:pt x="1" y="6"/>
                  </a:cubicBezTo>
                  <a:cubicBezTo>
                    <a:pt x="1" y="7"/>
                    <a:pt x="0" y="9"/>
                    <a:pt x="0" y="10"/>
                  </a:cubicBezTo>
                  <a:cubicBezTo>
                    <a:pt x="0" y="11"/>
                    <a:pt x="0" y="14"/>
                    <a:pt x="1" y="15"/>
                  </a:cubicBezTo>
                  <a:cubicBezTo>
                    <a:pt x="1" y="16"/>
                    <a:pt x="3" y="17"/>
                    <a:pt x="4" y="17"/>
                  </a:cubicBezTo>
                  <a:cubicBezTo>
                    <a:pt x="5" y="17"/>
                    <a:pt x="6" y="16"/>
                    <a:pt x="6" y="15"/>
                  </a:cubicBezTo>
                  <a:cubicBezTo>
                    <a:pt x="7" y="14"/>
                    <a:pt x="7" y="11"/>
                    <a:pt x="8" y="10"/>
                  </a:cubicBezTo>
                  <a:cubicBezTo>
                    <a:pt x="9" y="9"/>
                    <a:pt x="10" y="8"/>
                    <a:pt x="11" y="8"/>
                  </a:cubicBezTo>
                  <a:cubicBezTo>
                    <a:pt x="11" y="7"/>
                    <a:pt x="12" y="5"/>
                    <a:pt x="12" y="4"/>
                  </a:cubicBezTo>
                  <a:cubicBezTo>
                    <a:pt x="12" y="3"/>
                    <a:pt x="11" y="2"/>
                    <a:pt x="10" y="1"/>
                  </a:cubicBezTo>
                  <a:cubicBezTo>
                    <a:pt x="10" y="1"/>
                    <a:pt x="8" y="0"/>
                    <a:pt x="8" y="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152"/>
            <p:cNvSpPr>
              <a:spLocks/>
            </p:cNvSpPr>
            <p:nvPr/>
          </p:nvSpPr>
          <p:spPr bwMode="auto">
            <a:xfrm>
              <a:off x="6591301" y="1389063"/>
              <a:ext cx="103188" cy="106363"/>
            </a:xfrm>
            <a:custGeom>
              <a:avLst/>
              <a:gdLst/>
              <a:ahLst/>
              <a:cxnLst>
                <a:cxn ang="0">
                  <a:pos x="18" y="61"/>
                </a:cxn>
                <a:cxn ang="0">
                  <a:pos x="7" y="58"/>
                </a:cxn>
                <a:cxn ang="0">
                  <a:pos x="1" y="54"/>
                </a:cxn>
                <a:cxn ang="0">
                  <a:pos x="4" y="48"/>
                </a:cxn>
                <a:cxn ang="0">
                  <a:pos x="10" y="45"/>
                </a:cxn>
                <a:cxn ang="0">
                  <a:pos x="14" y="48"/>
                </a:cxn>
                <a:cxn ang="0">
                  <a:pos x="19" y="42"/>
                </a:cxn>
                <a:cxn ang="0">
                  <a:pos x="13" y="38"/>
                </a:cxn>
                <a:cxn ang="0">
                  <a:pos x="13" y="32"/>
                </a:cxn>
                <a:cxn ang="0">
                  <a:pos x="22" y="33"/>
                </a:cxn>
                <a:cxn ang="0">
                  <a:pos x="30" y="34"/>
                </a:cxn>
                <a:cxn ang="0">
                  <a:pos x="23" y="27"/>
                </a:cxn>
                <a:cxn ang="0">
                  <a:pos x="17" y="21"/>
                </a:cxn>
                <a:cxn ang="0">
                  <a:pos x="24" y="16"/>
                </a:cxn>
                <a:cxn ang="0">
                  <a:pos x="27" y="21"/>
                </a:cxn>
                <a:cxn ang="0">
                  <a:pos x="31" y="14"/>
                </a:cxn>
                <a:cxn ang="0">
                  <a:pos x="36" y="19"/>
                </a:cxn>
                <a:cxn ang="0">
                  <a:pos x="38" y="27"/>
                </a:cxn>
                <a:cxn ang="0">
                  <a:pos x="41" y="32"/>
                </a:cxn>
                <a:cxn ang="0">
                  <a:pos x="43" y="21"/>
                </a:cxn>
                <a:cxn ang="0">
                  <a:pos x="43" y="11"/>
                </a:cxn>
                <a:cxn ang="0">
                  <a:pos x="38" y="6"/>
                </a:cxn>
                <a:cxn ang="0">
                  <a:pos x="40" y="0"/>
                </a:cxn>
                <a:cxn ang="0">
                  <a:pos x="48" y="5"/>
                </a:cxn>
                <a:cxn ang="0">
                  <a:pos x="56" y="9"/>
                </a:cxn>
                <a:cxn ang="0">
                  <a:pos x="60" y="19"/>
                </a:cxn>
                <a:cxn ang="0">
                  <a:pos x="53" y="26"/>
                </a:cxn>
                <a:cxn ang="0">
                  <a:pos x="48" y="34"/>
                </a:cxn>
                <a:cxn ang="0">
                  <a:pos x="45" y="40"/>
                </a:cxn>
                <a:cxn ang="0">
                  <a:pos x="47" y="49"/>
                </a:cxn>
                <a:cxn ang="0">
                  <a:pos x="37" y="56"/>
                </a:cxn>
                <a:cxn ang="0">
                  <a:pos x="27" y="57"/>
                </a:cxn>
              </a:cxnLst>
              <a:rect l="0" t="0" r="r" b="b"/>
              <a:pathLst>
                <a:path w="60" h="62">
                  <a:moveTo>
                    <a:pt x="23" y="58"/>
                  </a:moveTo>
                  <a:cubicBezTo>
                    <a:pt x="22" y="58"/>
                    <a:pt x="19" y="61"/>
                    <a:pt x="18" y="61"/>
                  </a:cubicBezTo>
                  <a:cubicBezTo>
                    <a:pt x="16" y="61"/>
                    <a:pt x="12" y="62"/>
                    <a:pt x="10" y="61"/>
                  </a:cubicBezTo>
                  <a:cubicBezTo>
                    <a:pt x="9" y="61"/>
                    <a:pt x="8" y="58"/>
                    <a:pt x="7" y="58"/>
                  </a:cubicBezTo>
                  <a:cubicBezTo>
                    <a:pt x="6" y="57"/>
                    <a:pt x="3" y="57"/>
                    <a:pt x="2" y="56"/>
                  </a:cubicBezTo>
                  <a:cubicBezTo>
                    <a:pt x="2" y="56"/>
                    <a:pt x="1" y="54"/>
                    <a:pt x="1" y="54"/>
                  </a:cubicBezTo>
                  <a:cubicBezTo>
                    <a:pt x="0" y="53"/>
                    <a:pt x="0" y="50"/>
                    <a:pt x="1" y="49"/>
                  </a:cubicBezTo>
                  <a:cubicBezTo>
                    <a:pt x="2" y="48"/>
                    <a:pt x="4" y="48"/>
                    <a:pt x="4" y="48"/>
                  </a:cubicBezTo>
                  <a:cubicBezTo>
                    <a:pt x="5" y="47"/>
                    <a:pt x="6" y="45"/>
                    <a:pt x="7" y="45"/>
                  </a:cubicBezTo>
                  <a:cubicBezTo>
                    <a:pt x="8" y="45"/>
                    <a:pt x="9" y="45"/>
                    <a:pt x="10" y="45"/>
                  </a:cubicBezTo>
                  <a:cubicBezTo>
                    <a:pt x="11" y="46"/>
                    <a:pt x="11" y="48"/>
                    <a:pt x="11" y="48"/>
                  </a:cubicBezTo>
                  <a:cubicBezTo>
                    <a:pt x="12" y="49"/>
                    <a:pt x="14" y="48"/>
                    <a:pt x="14" y="48"/>
                  </a:cubicBezTo>
                  <a:cubicBezTo>
                    <a:pt x="15" y="48"/>
                    <a:pt x="17" y="47"/>
                    <a:pt x="18" y="47"/>
                  </a:cubicBezTo>
                  <a:cubicBezTo>
                    <a:pt x="19" y="46"/>
                    <a:pt x="19" y="44"/>
                    <a:pt x="19" y="42"/>
                  </a:cubicBezTo>
                  <a:cubicBezTo>
                    <a:pt x="19" y="42"/>
                    <a:pt x="18" y="41"/>
                    <a:pt x="17" y="40"/>
                  </a:cubicBezTo>
                  <a:cubicBezTo>
                    <a:pt x="16" y="40"/>
                    <a:pt x="14" y="39"/>
                    <a:pt x="13" y="38"/>
                  </a:cubicBezTo>
                  <a:cubicBezTo>
                    <a:pt x="12" y="38"/>
                    <a:pt x="11" y="36"/>
                    <a:pt x="11" y="35"/>
                  </a:cubicBezTo>
                  <a:cubicBezTo>
                    <a:pt x="12" y="34"/>
                    <a:pt x="13" y="33"/>
                    <a:pt x="13" y="32"/>
                  </a:cubicBezTo>
                  <a:cubicBezTo>
                    <a:pt x="14" y="32"/>
                    <a:pt x="16" y="31"/>
                    <a:pt x="17" y="31"/>
                  </a:cubicBezTo>
                  <a:cubicBezTo>
                    <a:pt x="18" y="31"/>
                    <a:pt x="20" y="33"/>
                    <a:pt x="22" y="33"/>
                  </a:cubicBezTo>
                  <a:cubicBezTo>
                    <a:pt x="23" y="34"/>
                    <a:pt x="25" y="34"/>
                    <a:pt x="26" y="34"/>
                  </a:cubicBezTo>
                  <a:cubicBezTo>
                    <a:pt x="27" y="34"/>
                    <a:pt x="29" y="35"/>
                    <a:pt x="30" y="34"/>
                  </a:cubicBezTo>
                  <a:cubicBezTo>
                    <a:pt x="30" y="34"/>
                    <a:pt x="30" y="31"/>
                    <a:pt x="29" y="30"/>
                  </a:cubicBezTo>
                  <a:cubicBezTo>
                    <a:pt x="28" y="29"/>
                    <a:pt x="25" y="28"/>
                    <a:pt x="23" y="27"/>
                  </a:cubicBezTo>
                  <a:cubicBezTo>
                    <a:pt x="22" y="27"/>
                    <a:pt x="19" y="26"/>
                    <a:pt x="19" y="25"/>
                  </a:cubicBezTo>
                  <a:cubicBezTo>
                    <a:pt x="18" y="24"/>
                    <a:pt x="17" y="22"/>
                    <a:pt x="17" y="21"/>
                  </a:cubicBezTo>
                  <a:cubicBezTo>
                    <a:pt x="18" y="19"/>
                    <a:pt x="20" y="16"/>
                    <a:pt x="21" y="16"/>
                  </a:cubicBezTo>
                  <a:cubicBezTo>
                    <a:pt x="22" y="15"/>
                    <a:pt x="24" y="15"/>
                    <a:pt x="24" y="16"/>
                  </a:cubicBezTo>
                  <a:cubicBezTo>
                    <a:pt x="25" y="16"/>
                    <a:pt x="25" y="18"/>
                    <a:pt x="25" y="19"/>
                  </a:cubicBezTo>
                  <a:cubicBezTo>
                    <a:pt x="25" y="20"/>
                    <a:pt x="26" y="21"/>
                    <a:pt x="27" y="21"/>
                  </a:cubicBezTo>
                  <a:cubicBezTo>
                    <a:pt x="28" y="21"/>
                    <a:pt x="30" y="19"/>
                    <a:pt x="31" y="18"/>
                  </a:cubicBezTo>
                  <a:cubicBezTo>
                    <a:pt x="31" y="17"/>
                    <a:pt x="30" y="14"/>
                    <a:pt x="31" y="14"/>
                  </a:cubicBezTo>
                  <a:cubicBezTo>
                    <a:pt x="31" y="13"/>
                    <a:pt x="33" y="14"/>
                    <a:pt x="33" y="14"/>
                  </a:cubicBezTo>
                  <a:cubicBezTo>
                    <a:pt x="34" y="15"/>
                    <a:pt x="36" y="18"/>
                    <a:pt x="36" y="19"/>
                  </a:cubicBezTo>
                  <a:cubicBezTo>
                    <a:pt x="36" y="20"/>
                    <a:pt x="35" y="22"/>
                    <a:pt x="35" y="23"/>
                  </a:cubicBezTo>
                  <a:cubicBezTo>
                    <a:pt x="35" y="24"/>
                    <a:pt x="37" y="26"/>
                    <a:pt x="38" y="27"/>
                  </a:cubicBezTo>
                  <a:cubicBezTo>
                    <a:pt x="38" y="28"/>
                    <a:pt x="38" y="30"/>
                    <a:pt x="38" y="31"/>
                  </a:cubicBezTo>
                  <a:cubicBezTo>
                    <a:pt x="39" y="31"/>
                    <a:pt x="41" y="33"/>
                    <a:pt x="41" y="32"/>
                  </a:cubicBezTo>
                  <a:cubicBezTo>
                    <a:pt x="42" y="32"/>
                    <a:pt x="42" y="29"/>
                    <a:pt x="42" y="28"/>
                  </a:cubicBezTo>
                  <a:cubicBezTo>
                    <a:pt x="43" y="27"/>
                    <a:pt x="43" y="23"/>
                    <a:pt x="43" y="21"/>
                  </a:cubicBezTo>
                  <a:cubicBezTo>
                    <a:pt x="43" y="20"/>
                    <a:pt x="41" y="18"/>
                    <a:pt x="41" y="17"/>
                  </a:cubicBezTo>
                  <a:cubicBezTo>
                    <a:pt x="41" y="16"/>
                    <a:pt x="43" y="13"/>
                    <a:pt x="43" y="11"/>
                  </a:cubicBezTo>
                  <a:cubicBezTo>
                    <a:pt x="42" y="10"/>
                    <a:pt x="41" y="9"/>
                    <a:pt x="41" y="8"/>
                  </a:cubicBezTo>
                  <a:cubicBezTo>
                    <a:pt x="40" y="7"/>
                    <a:pt x="38" y="7"/>
                    <a:pt x="38" y="6"/>
                  </a:cubicBezTo>
                  <a:cubicBezTo>
                    <a:pt x="37" y="5"/>
                    <a:pt x="37" y="3"/>
                    <a:pt x="38" y="3"/>
                  </a:cubicBezTo>
                  <a:cubicBezTo>
                    <a:pt x="38" y="2"/>
                    <a:pt x="39" y="1"/>
                    <a:pt x="40" y="0"/>
                  </a:cubicBezTo>
                  <a:cubicBezTo>
                    <a:pt x="42" y="0"/>
                    <a:pt x="46" y="0"/>
                    <a:pt x="47" y="1"/>
                  </a:cubicBezTo>
                  <a:cubicBezTo>
                    <a:pt x="48" y="2"/>
                    <a:pt x="47" y="4"/>
                    <a:pt x="48" y="5"/>
                  </a:cubicBezTo>
                  <a:cubicBezTo>
                    <a:pt x="48" y="6"/>
                    <a:pt x="51" y="7"/>
                    <a:pt x="52" y="7"/>
                  </a:cubicBezTo>
                  <a:cubicBezTo>
                    <a:pt x="53" y="8"/>
                    <a:pt x="55" y="9"/>
                    <a:pt x="56" y="9"/>
                  </a:cubicBezTo>
                  <a:cubicBezTo>
                    <a:pt x="57" y="10"/>
                    <a:pt x="59" y="13"/>
                    <a:pt x="59" y="15"/>
                  </a:cubicBezTo>
                  <a:cubicBezTo>
                    <a:pt x="60" y="16"/>
                    <a:pt x="60" y="18"/>
                    <a:pt x="60" y="19"/>
                  </a:cubicBezTo>
                  <a:cubicBezTo>
                    <a:pt x="59" y="20"/>
                    <a:pt x="58" y="22"/>
                    <a:pt x="57" y="23"/>
                  </a:cubicBezTo>
                  <a:cubicBezTo>
                    <a:pt x="57" y="24"/>
                    <a:pt x="54" y="25"/>
                    <a:pt x="53" y="26"/>
                  </a:cubicBezTo>
                  <a:cubicBezTo>
                    <a:pt x="53" y="27"/>
                    <a:pt x="52" y="30"/>
                    <a:pt x="51" y="32"/>
                  </a:cubicBezTo>
                  <a:cubicBezTo>
                    <a:pt x="51" y="32"/>
                    <a:pt x="49" y="34"/>
                    <a:pt x="48" y="34"/>
                  </a:cubicBezTo>
                  <a:cubicBezTo>
                    <a:pt x="47" y="35"/>
                    <a:pt x="46" y="37"/>
                    <a:pt x="45" y="38"/>
                  </a:cubicBezTo>
                  <a:cubicBezTo>
                    <a:pt x="45" y="38"/>
                    <a:pt x="45" y="40"/>
                    <a:pt x="45" y="40"/>
                  </a:cubicBezTo>
                  <a:cubicBezTo>
                    <a:pt x="45" y="41"/>
                    <a:pt x="47" y="43"/>
                    <a:pt x="47" y="45"/>
                  </a:cubicBezTo>
                  <a:cubicBezTo>
                    <a:pt x="47" y="46"/>
                    <a:pt x="48" y="48"/>
                    <a:pt x="47" y="49"/>
                  </a:cubicBezTo>
                  <a:cubicBezTo>
                    <a:pt x="47" y="50"/>
                    <a:pt x="45" y="53"/>
                    <a:pt x="44" y="53"/>
                  </a:cubicBezTo>
                  <a:cubicBezTo>
                    <a:pt x="43" y="54"/>
                    <a:pt x="39" y="56"/>
                    <a:pt x="37" y="56"/>
                  </a:cubicBezTo>
                  <a:cubicBezTo>
                    <a:pt x="36" y="56"/>
                    <a:pt x="33" y="56"/>
                    <a:pt x="32" y="56"/>
                  </a:cubicBezTo>
                  <a:cubicBezTo>
                    <a:pt x="31" y="56"/>
                    <a:pt x="28" y="56"/>
                    <a:pt x="27" y="57"/>
                  </a:cubicBezTo>
                  <a:cubicBezTo>
                    <a:pt x="26" y="57"/>
                    <a:pt x="24" y="57"/>
                    <a:pt x="23" y="5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153"/>
            <p:cNvSpPr>
              <a:spLocks/>
            </p:cNvSpPr>
            <p:nvPr/>
          </p:nvSpPr>
          <p:spPr bwMode="auto">
            <a:xfrm>
              <a:off x="6602413" y="1425576"/>
              <a:ext cx="11113" cy="9525"/>
            </a:xfrm>
            <a:custGeom>
              <a:avLst/>
              <a:gdLst/>
              <a:ahLst/>
              <a:cxnLst>
                <a:cxn ang="0">
                  <a:pos x="6" y="4"/>
                </a:cxn>
                <a:cxn ang="0">
                  <a:pos x="5" y="6"/>
                </a:cxn>
                <a:cxn ang="0">
                  <a:pos x="2" y="6"/>
                </a:cxn>
                <a:cxn ang="0">
                  <a:pos x="0" y="4"/>
                </a:cxn>
                <a:cxn ang="0">
                  <a:pos x="1" y="1"/>
                </a:cxn>
                <a:cxn ang="0">
                  <a:pos x="4" y="0"/>
                </a:cxn>
                <a:cxn ang="0">
                  <a:pos x="6" y="4"/>
                </a:cxn>
              </a:cxnLst>
              <a:rect l="0" t="0" r="r" b="b"/>
              <a:pathLst>
                <a:path w="6" h="6">
                  <a:moveTo>
                    <a:pt x="6" y="4"/>
                  </a:moveTo>
                  <a:cubicBezTo>
                    <a:pt x="6" y="5"/>
                    <a:pt x="5" y="5"/>
                    <a:pt x="5" y="6"/>
                  </a:cubicBezTo>
                  <a:cubicBezTo>
                    <a:pt x="4" y="6"/>
                    <a:pt x="2" y="6"/>
                    <a:pt x="2" y="6"/>
                  </a:cubicBezTo>
                  <a:cubicBezTo>
                    <a:pt x="1" y="6"/>
                    <a:pt x="0" y="5"/>
                    <a:pt x="0" y="4"/>
                  </a:cubicBezTo>
                  <a:cubicBezTo>
                    <a:pt x="0" y="3"/>
                    <a:pt x="0" y="1"/>
                    <a:pt x="1" y="1"/>
                  </a:cubicBezTo>
                  <a:cubicBezTo>
                    <a:pt x="2" y="0"/>
                    <a:pt x="3" y="0"/>
                    <a:pt x="4" y="0"/>
                  </a:cubicBezTo>
                  <a:cubicBezTo>
                    <a:pt x="5" y="1"/>
                    <a:pt x="6" y="3"/>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154"/>
            <p:cNvSpPr>
              <a:spLocks/>
            </p:cNvSpPr>
            <p:nvPr/>
          </p:nvSpPr>
          <p:spPr bwMode="auto">
            <a:xfrm>
              <a:off x="6592888" y="1452563"/>
              <a:ext cx="9525" cy="9525"/>
            </a:xfrm>
            <a:custGeom>
              <a:avLst/>
              <a:gdLst/>
              <a:ahLst/>
              <a:cxnLst>
                <a:cxn ang="0">
                  <a:pos x="6" y="2"/>
                </a:cxn>
                <a:cxn ang="0">
                  <a:pos x="4" y="4"/>
                </a:cxn>
                <a:cxn ang="0">
                  <a:pos x="0" y="4"/>
                </a:cxn>
                <a:cxn ang="0">
                  <a:pos x="0" y="1"/>
                </a:cxn>
                <a:cxn ang="0">
                  <a:pos x="3" y="0"/>
                </a:cxn>
                <a:cxn ang="0">
                  <a:pos x="5" y="0"/>
                </a:cxn>
                <a:cxn ang="0">
                  <a:pos x="6" y="2"/>
                </a:cxn>
              </a:cxnLst>
              <a:rect l="0" t="0" r="r" b="b"/>
              <a:pathLst>
                <a:path w="6" h="5">
                  <a:moveTo>
                    <a:pt x="6" y="2"/>
                  </a:moveTo>
                  <a:cubicBezTo>
                    <a:pt x="6" y="3"/>
                    <a:pt x="5" y="4"/>
                    <a:pt x="4" y="4"/>
                  </a:cubicBezTo>
                  <a:cubicBezTo>
                    <a:pt x="3" y="4"/>
                    <a:pt x="1" y="5"/>
                    <a:pt x="0" y="4"/>
                  </a:cubicBezTo>
                  <a:cubicBezTo>
                    <a:pt x="0" y="4"/>
                    <a:pt x="0" y="2"/>
                    <a:pt x="0" y="1"/>
                  </a:cubicBezTo>
                  <a:cubicBezTo>
                    <a:pt x="1" y="1"/>
                    <a:pt x="2" y="0"/>
                    <a:pt x="3" y="0"/>
                  </a:cubicBezTo>
                  <a:cubicBezTo>
                    <a:pt x="4" y="0"/>
                    <a:pt x="5" y="0"/>
                    <a:pt x="5" y="0"/>
                  </a:cubicBezTo>
                  <a:cubicBezTo>
                    <a:pt x="6" y="1"/>
                    <a:pt x="6" y="2"/>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155"/>
            <p:cNvSpPr>
              <a:spLocks/>
            </p:cNvSpPr>
            <p:nvPr/>
          </p:nvSpPr>
          <p:spPr bwMode="auto">
            <a:xfrm>
              <a:off x="6648451" y="1316038"/>
              <a:ext cx="34925" cy="34925"/>
            </a:xfrm>
            <a:custGeom>
              <a:avLst/>
              <a:gdLst/>
              <a:ahLst/>
              <a:cxnLst>
                <a:cxn ang="0">
                  <a:pos x="13" y="11"/>
                </a:cxn>
                <a:cxn ang="0">
                  <a:pos x="9" y="13"/>
                </a:cxn>
                <a:cxn ang="0">
                  <a:pos x="8" y="16"/>
                </a:cxn>
                <a:cxn ang="0">
                  <a:pos x="7" y="20"/>
                </a:cxn>
                <a:cxn ang="0">
                  <a:pos x="3" y="19"/>
                </a:cxn>
                <a:cxn ang="0">
                  <a:pos x="3" y="15"/>
                </a:cxn>
                <a:cxn ang="0">
                  <a:pos x="1" y="13"/>
                </a:cxn>
                <a:cxn ang="0">
                  <a:pos x="1" y="8"/>
                </a:cxn>
                <a:cxn ang="0">
                  <a:pos x="3" y="6"/>
                </a:cxn>
                <a:cxn ang="0">
                  <a:pos x="3" y="3"/>
                </a:cxn>
                <a:cxn ang="0">
                  <a:pos x="4" y="0"/>
                </a:cxn>
                <a:cxn ang="0">
                  <a:pos x="7" y="0"/>
                </a:cxn>
                <a:cxn ang="0">
                  <a:pos x="8" y="3"/>
                </a:cxn>
                <a:cxn ang="0">
                  <a:pos x="14" y="2"/>
                </a:cxn>
                <a:cxn ang="0">
                  <a:pos x="17" y="3"/>
                </a:cxn>
                <a:cxn ang="0">
                  <a:pos x="20" y="5"/>
                </a:cxn>
                <a:cxn ang="0">
                  <a:pos x="19" y="8"/>
                </a:cxn>
                <a:cxn ang="0">
                  <a:pos x="16" y="10"/>
                </a:cxn>
                <a:cxn ang="0">
                  <a:pos x="13" y="11"/>
                </a:cxn>
              </a:cxnLst>
              <a:rect l="0" t="0" r="r" b="b"/>
              <a:pathLst>
                <a:path w="20" h="20">
                  <a:moveTo>
                    <a:pt x="13" y="11"/>
                  </a:moveTo>
                  <a:cubicBezTo>
                    <a:pt x="12" y="11"/>
                    <a:pt x="10" y="12"/>
                    <a:pt x="9" y="13"/>
                  </a:cubicBezTo>
                  <a:cubicBezTo>
                    <a:pt x="8" y="13"/>
                    <a:pt x="9" y="15"/>
                    <a:pt x="8" y="16"/>
                  </a:cubicBezTo>
                  <a:cubicBezTo>
                    <a:pt x="8" y="17"/>
                    <a:pt x="8" y="19"/>
                    <a:pt x="7" y="20"/>
                  </a:cubicBezTo>
                  <a:cubicBezTo>
                    <a:pt x="6" y="20"/>
                    <a:pt x="4" y="20"/>
                    <a:pt x="3" y="19"/>
                  </a:cubicBezTo>
                  <a:cubicBezTo>
                    <a:pt x="2" y="19"/>
                    <a:pt x="4" y="16"/>
                    <a:pt x="3" y="15"/>
                  </a:cubicBezTo>
                  <a:cubicBezTo>
                    <a:pt x="3" y="14"/>
                    <a:pt x="1" y="14"/>
                    <a:pt x="1" y="13"/>
                  </a:cubicBezTo>
                  <a:cubicBezTo>
                    <a:pt x="0" y="12"/>
                    <a:pt x="1" y="10"/>
                    <a:pt x="1" y="8"/>
                  </a:cubicBezTo>
                  <a:cubicBezTo>
                    <a:pt x="1" y="8"/>
                    <a:pt x="3" y="7"/>
                    <a:pt x="3" y="6"/>
                  </a:cubicBezTo>
                  <a:cubicBezTo>
                    <a:pt x="3" y="5"/>
                    <a:pt x="2" y="4"/>
                    <a:pt x="3" y="3"/>
                  </a:cubicBezTo>
                  <a:cubicBezTo>
                    <a:pt x="3" y="2"/>
                    <a:pt x="4" y="0"/>
                    <a:pt x="4" y="0"/>
                  </a:cubicBezTo>
                  <a:cubicBezTo>
                    <a:pt x="5" y="0"/>
                    <a:pt x="7" y="0"/>
                    <a:pt x="7" y="0"/>
                  </a:cubicBezTo>
                  <a:cubicBezTo>
                    <a:pt x="8" y="1"/>
                    <a:pt x="8" y="3"/>
                    <a:pt x="8" y="3"/>
                  </a:cubicBezTo>
                  <a:cubicBezTo>
                    <a:pt x="9" y="4"/>
                    <a:pt x="12" y="2"/>
                    <a:pt x="14" y="2"/>
                  </a:cubicBezTo>
                  <a:cubicBezTo>
                    <a:pt x="14" y="2"/>
                    <a:pt x="16" y="3"/>
                    <a:pt x="17" y="3"/>
                  </a:cubicBezTo>
                  <a:cubicBezTo>
                    <a:pt x="18" y="3"/>
                    <a:pt x="19" y="4"/>
                    <a:pt x="20" y="5"/>
                  </a:cubicBezTo>
                  <a:cubicBezTo>
                    <a:pt x="20" y="5"/>
                    <a:pt x="19" y="7"/>
                    <a:pt x="19" y="8"/>
                  </a:cubicBezTo>
                  <a:cubicBezTo>
                    <a:pt x="18" y="8"/>
                    <a:pt x="17" y="9"/>
                    <a:pt x="16" y="10"/>
                  </a:cubicBezTo>
                  <a:cubicBezTo>
                    <a:pt x="16" y="10"/>
                    <a:pt x="14" y="11"/>
                    <a:pt x="13" y="1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156"/>
            <p:cNvSpPr>
              <a:spLocks/>
            </p:cNvSpPr>
            <p:nvPr/>
          </p:nvSpPr>
          <p:spPr bwMode="auto">
            <a:xfrm>
              <a:off x="6634163" y="1333501"/>
              <a:ext cx="9525" cy="11113"/>
            </a:xfrm>
            <a:custGeom>
              <a:avLst/>
              <a:gdLst/>
              <a:ahLst/>
              <a:cxnLst>
                <a:cxn ang="0">
                  <a:pos x="6" y="2"/>
                </a:cxn>
                <a:cxn ang="0">
                  <a:pos x="5" y="5"/>
                </a:cxn>
                <a:cxn ang="0">
                  <a:pos x="0" y="6"/>
                </a:cxn>
                <a:cxn ang="0">
                  <a:pos x="1" y="2"/>
                </a:cxn>
                <a:cxn ang="0">
                  <a:pos x="4" y="0"/>
                </a:cxn>
                <a:cxn ang="0">
                  <a:pos x="6" y="2"/>
                </a:cxn>
              </a:cxnLst>
              <a:rect l="0" t="0" r="r" b="b"/>
              <a:pathLst>
                <a:path w="6" h="6">
                  <a:moveTo>
                    <a:pt x="6" y="2"/>
                  </a:moveTo>
                  <a:cubicBezTo>
                    <a:pt x="6" y="3"/>
                    <a:pt x="5" y="5"/>
                    <a:pt x="5" y="5"/>
                  </a:cubicBezTo>
                  <a:cubicBezTo>
                    <a:pt x="4" y="6"/>
                    <a:pt x="1" y="6"/>
                    <a:pt x="0" y="6"/>
                  </a:cubicBezTo>
                  <a:cubicBezTo>
                    <a:pt x="0" y="5"/>
                    <a:pt x="0" y="3"/>
                    <a:pt x="1" y="2"/>
                  </a:cubicBezTo>
                  <a:cubicBezTo>
                    <a:pt x="1" y="1"/>
                    <a:pt x="3" y="0"/>
                    <a:pt x="4" y="0"/>
                  </a:cubicBezTo>
                  <a:cubicBezTo>
                    <a:pt x="4" y="0"/>
                    <a:pt x="6" y="2"/>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157"/>
            <p:cNvSpPr>
              <a:spLocks/>
            </p:cNvSpPr>
            <p:nvPr/>
          </p:nvSpPr>
          <p:spPr bwMode="auto">
            <a:xfrm>
              <a:off x="6632576" y="1390651"/>
              <a:ext cx="14288" cy="15875"/>
            </a:xfrm>
            <a:custGeom>
              <a:avLst/>
              <a:gdLst/>
              <a:ahLst/>
              <a:cxnLst>
                <a:cxn ang="0">
                  <a:pos x="8" y="1"/>
                </a:cxn>
                <a:cxn ang="0">
                  <a:pos x="8" y="6"/>
                </a:cxn>
                <a:cxn ang="0">
                  <a:pos x="4" y="9"/>
                </a:cxn>
                <a:cxn ang="0">
                  <a:pos x="0" y="6"/>
                </a:cxn>
                <a:cxn ang="0">
                  <a:pos x="2" y="1"/>
                </a:cxn>
                <a:cxn ang="0">
                  <a:pos x="5" y="0"/>
                </a:cxn>
                <a:cxn ang="0">
                  <a:pos x="8" y="1"/>
                </a:cxn>
              </a:cxnLst>
              <a:rect l="0" t="0" r="r" b="b"/>
              <a:pathLst>
                <a:path w="9" h="9">
                  <a:moveTo>
                    <a:pt x="8" y="1"/>
                  </a:moveTo>
                  <a:cubicBezTo>
                    <a:pt x="9" y="2"/>
                    <a:pt x="9" y="5"/>
                    <a:pt x="8" y="6"/>
                  </a:cubicBezTo>
                  <a:cubicBezTo>
                    <a:pt x="8" y="7"/>
                    <a:pt x="5" y="9"/>
                    <a:pt x="4" y="9"/>
                  </a:cubicBezTo>
                  <a:cubicBezTo>
                    <a:pt x="3" y="9"/>
                    <a:pt x="1" y="7"/>
                    <a:pt x="0" y="6"/>
                  </a:cubicBezTo>
                  <a:cubicBezTo>
                    <a:pt x="0" y="5"/>
                    <a:pt x="1" y="2"/>
                    <a:pt x="2" y="1"/>
                  </a:cubicBezTo>
                  <a:cubicBezTo>
                    <a:pt x="3" y="1"/>
                    <a:pt x="4" y="0"/>
                    <a:pt x="5" y="0"/>
                  </a:cubicBezTo>
                  <a:cubicBezTo>
                    <a:pt x="6" y="0"/>
                    <a:pt x="8" y="0"/>
                    <a:pt x="8"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158"/>
            <p:cNvSpPr>
              <a:spLocks/>
            </p:cNvSpPr>
            <p:nvPr/>
          </p:nvSpPr>
          <p:spPr bwMode="auto">
            <a:xfrm>
              <a:off x="6662738" y="1290638"/>
              <a:ext cx="12700" cy="14288"/>
            </a:xfrm>
            <a:custGeom>
              <a:avLst/>
              <a:gdLst/>
              <a:ahLst/>
              <a:cxnLst>
                <a:cxn ang="0">
                  <a:pos x="7" y="7"/>
                </a:cxn>
                <a:cxn ang="0">
                  <a:pos x="3" y="8"/>
                </a:cxn>
                <a:cxn ang="0">
                  <a:pos x="1" y="5"/>
                </a:cxn>
                <a:cxn ang="0">
                  <a:pos x="2" y="1"/>
                </a:cxn>
                <a:cxn ang="0">
                  <a:pos x="5" y="0"/>
                </a:cxn>
                <a:cxn ang="0">
                  <a:pos x="6" y="2"/>
                </a:cxn>
                <a:cxn ang="0">
                  <a:pos x="7" y="5"/>
                </a:cxn>
                <a:cxn ang="0">
                  <a:pos x="7" y="7"/>
                </a:cxn>
              </a:cxnLst>
              <a:rect l="0" t="0" r="r" b="b"/>
              <a:pathLst>
                <a:path w="7" h="8">
                  <a:moveTo>
                    <a:pt x="7" y="7"/>
                  </a:moveTo>
                  <a:cubicBezTo>
                    <a:pt x="6" y="7"/>
                    <a:pt x="4" y="8"/>
                    <a:pt x="3" y="8"/>
                  </a:cubicBezTo>
                  <a:cubicBezTo>
                    <a:pt x="2" y="8"/>
                    <a:pt x="1" y="6"/>
                    <a:pt x="1" y="5"/>
                  </a:cubicBezTo>
                  <a:cubicBezTo>
                    <a:pt x="0" y="4"/>
                    <a:pt x="1" y="2"/>
                    <a:pt x="2" y="1"/>
                  </a:cubicBezTo>
                  <a:cubicBezTo>
                    <a:pt x="2" y="1"/>
                    <a:pt x="4" y="0"/>
                    <a:pt x="5" y="0"/>
                  </a:cubicBezTo>
                  <a:cubicBezTo>
                    <a:pt x="5" y="0"/>
                    <a:pt x="6" y="2"/>
                    <a:pt x="6" y="2"/>
                  </a:cubicBezTo>
                  <a:cubicBezTo>
                    <a:pt x="6" y="3"/>
                    <a:pt x="7" y="4"/>
                    <a:pt x="7" y="5"/>
                  </a:cubicBezTo>
                  <a:cubicBezTo>
                    <a:pt x="7" y="5"/>
                    <a:pt x="7" y="6"/>
                    <a:pt x="7"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159"/>
            <p:cNvSpPr>
              <a:spLocks/>
            </p:cNvSpPr>
            <p:nvPr/>
          </p:nvSpPr>
          <p:spPr bwMode="auto">
            <a:xfrm>
              <a:off x="6688138" y="1273176"/>
              <a:ext cx="23813" cy="39688"/>
            </a:xfrm>
            <a:custGeom>
              <a:avLst/>
              <a:gdLst/>
              <a:ahLst/>
              <a:cxnLst>
                <a:cxn ang="0">
                  <a:pos x="11" y="20"/>
                </a:cxn>
                <a:cxn ang="0">
                  <a:pos x="13" y="13"/>
                </a:cxn>
                <a:cxn ang="0">
                  <a:pos x="12" y="9"/>
                </a:cxn>
                <a:cxn ang="0">
                  <a:pos x="12" y="3"/>
                </a:cxn>
                <a:cxn ang="0">
                  <a:pos x="9" y="0"/>
                </a:cxn>
                <a:cxn ang="0">
                  <a:pos x="6" y="1"/>
                </a:cxn>
                <a:cxn ang="0">
                  <a:pos x="4" y="5"/>
                </a:cxn>
                <a:cxn ang="0">
                  <a:pos x="5" y="9"/>
                </a:cxn>
                <a:cxn ang="0">
                  <a:pos x="4" y="13"/>
                </a:cxn>
                <a:cxn ang="0">
                  <a:pos x="1" y="14"/>
                </a:cxn>
                <a:cxn ang="0">
                  <a:pos x="0" y="17"/>
                </a:cxn>
                <a:cxn ang="0">
                  <a:pos x="2" y="20"/>
                </a:cxn>
                <a:cxn ang="0">
                  <a:pos x="6" y="23"/>
                </a:cxn>
                <a:cxn ang="0">
                  <a:pos x="11" y="22"/>
                </a:cxn>
                <a:cxn ang="0">
                  <a:pos x="11" y="20"/>
                </a:cxn>
              </a:cxnLst>
              <a:rect l="0" t="0" r="r" b="b"/>
              <a:pathLst>
                <a:path w="13" h="23">
                  <a:moveTo>
                    <a:pt x="11" y="20"/>
                  </a:moveTo>
                  <a:cubicBezTo>
                    <a:pt x="12" y="19"/>
                    <a:pt x="13" y="15"/>
                    <a:pt x="13" y="13"/>
                  </a:cubicBezTo>
                  <a:cubicBezTo>
                    <a:pt x="13" y="12"/>
                    <a:pt x="12" y="10"/>
                    <a:pt x="12" y="9"/>
                  </a:cubicBezTo>
                  <a:cubicBezTo>
                    <a:pt x="11" y="7"/>
                    <a:pt x="12" y="5"/>
                    <a:pt x="12" y="3"/>
                  </a:cubicBezTo>
                  <a:cubicBezTo>
                    <a:pt x="11" y="2"/>
                    <a:pt x="10" y="0"/>
                    <a:pt x="9" y="0"/>
                  </a:cubicBezTo>
                  <a:cubicBezTo>
                    <a:pt x="8" y="0"/>
                    <a:pt x="6" y="0"/>
                    <a:pt x="6" y="1"/>
                  </a:cubicBezTo>
                  <a:cubicBezTo>
                    <a:pt x="5" y="2"/>
                    <a:pt x="4" y="4"/>
                    <a:pt x="4" y="5"/>
                  </a:cubicBezTo>
                  <a:cubicBezTo>
                    <a:pt x="4" y="6"/>
                    <a:pt x="5" y="8"/>
                    <a:pt x="5" y="9"/>
                  </a:cubicBezTo>
                  <a:cubicBezTo>
                    <a:pt x="5" y="10"/>
                    <a:pt x="5" y="12"/>
                    <a:pt x="4" y="13"/>
                  </a:cubicBezTo>
                  <a:cubicBezTo>
                    <a:pt x="3" y="13"/>
                    <a:pt x="2" y="13"/>
                    <a:pt x="1" y="14"/>
                  </a:cubicBezTo>
                  <a:cubicBezTo>
                    <a:pt x="1" y="14"/>
                    <a:pt x="0" y="16"/>
                    <a:pt x="0" y="17"/>
                  </a:cubicBezTo>
                  <a:cubicBezTo>
                    <a:pt x="0" y="18"/>
                    <a:pt x="1" y="19"/>
                    <a:pt x="2" y="20"/>
                  </a:cubicBezTo>
                  <a:cubicBezTo>
                    <a:pt x="3" y="21"/>
                    <a:pt x="5" y="23"/>
                    <a:pt x="6" y="23"/>
                  </a:cubicBezTo>
                  <a:cubicBezTo>
                    <a:pt x="8" y="23"/>
                    <a:pt x="10" y="23"/>
                    <a:pt x="11" y="22"/>
                  </a:cubicBezTo>
                  <a:cubicBezTo>
                    <a:pt x="11" y="22"/>
                    <a:pt x="11" y="21"/>
                    <a:pt x="11" y="2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160"/>
            <p:cNvSpPr>
              <a:spLocks/>
            </p:cNvSpPr>
            <p:nvPr/>
          </p:nvSpPr>
          <p:spPr bwMode="auto">
            <a:xfrm>
              <a:off x="6719888" y="1293813"/>
              <a:ext cx="26988" cy="23813"/>
            </a:xfrm>
            <a:custGeom>
              <a:avLst/>
              <a:gdLst/>
              <a:ahLst/>
              <a:cxnLst>
                <a:cxn ang="0">
                  <a:pos x="8" y="13"/>
                </a:cxn>
                <a:cxn ang="0">
                  <a:pos x="6" y="10"/>
                </a:cxn>
                <a:cxn ang="0">
                  <a:pos x="2" y="10"/>
                </a:cxn>
                <a:cxn ang="0">
                  <a:pos x="0" y="6"/>
                </a:cxn>
                <a:cxn ang="0">
                  <a:pos x="2" y="1"/>
                </a:cxn>
                <a:cxn ang="0">
                  <a:pos x="7" y="1"/>
                </a:cxn>
                <a:cxn ang="0">
                  <a:pos x="10" y="4"/>
                </a:cxn>
                <a:cxn ang="0">
                  <a:pos x="11" y="7"/>
                </a:cxn>
                <a:cxn ang="0">
                  <a:pos x="13" y="8"/>
                </a:cxn>
                <a:cxn ang="0">
                  <a:pos x="16" y="10"/>
                </a:cxn>
                <a:cxn ang="0">
                  <a:pos x="15" y="13"/>
                </a:cxn>
                <a:cxn ang="0">
                  <a:pos x="11" y="14"/>
                </a:cxn>
                <a:cxn ang="0">
                  <a:pos x="8" y="13"/>
                </a:cxn>
              </a:cxnLst>
              <a:rect l="0" t="0" r="r" b="b"/>
              <a:pathLst>
                <a:path w="16" h="14">
                  <a:moveTo>
                    <a:pt x="8" y="13"/>
                  </a:moveTo>
                  <a:cubicBezTo>
                    <a:pt x="7" y="12"/>
                    <a:pt x="7" y="11"/>
                    <a:pt x="6" y="10"/>
                  </a:cubicBezTo>
                  <a:cubicBezTo>
                    <a:pt x="5" y="10"/>
                    <a:pt x="3" y="10"/>
                    <a:pt x="2" y="10"/>
                  </a:cubicBezTo>
                  <a:cubicBezTo>
                    <a:pt x="1" y="9"/>
                    <a:pt x="0" y="7"/>
                    <a:pt x="0" y="6"/>
                  </a:cubicBezTo>
                  <a:cubicBezTo>
                    <a:pt x="0" y="5"/>
                    <a:pt x="1" y="2"/>
                    <a:pt x="2" y="1"/>
                  </a:cubicBezTo>
                  <a:cubicBezTo>
                    <a:pt x="3" y="0"/>
                    <a:pt x="6" y="0"/>
                    <a:pt x="7" y="1"/>
                  </a:cubicBezTo>
                  <a:cubicBezTo>
                    <a:pt x="8" y="1"/>
                    <a:pt x="9" y="3"/>
                    <a:pt x="10" y="4"/>
                  </a:cubicBezTo>
                  <a:cubicBezTo>
                    <a:pt x="10" y="5"/>
                    <a:pt x="10" y="7"/>
                    <a:pt x="11" y="7"/>
                  </a:cubicBezTo>
                  <a:cubicBezTo>
                    <a:pt x="11" y="8"/>
                    <a:pt x="13" y="8"/>
                    <a:pt x="13" y="8"/>
                  </a:cubicBezTo>
                  <a:cubicBezTo>
                    <a:pt x="14" y="9"/>
                    <a:pt x="16" y="10"/>
                    <a:pt x="16" y="10"/>
                  </a:cubicBezTo>
                  <a:cubicBezTo>
                    <a:pt x="16" y="11"/>
                    <a:pt x="15" y="13"/>
                    <a:pt x="15" y="13"/>
                  </a:cubicBezTo>
                  <a:cubicBezTo>
                    <a:pt x="14" y="14"/>
                    <a:pt x="12" y="14"/>
                    <a:pt x="11" y="14"/>
                  </a:cubicBezTo>
                  <a:cubicBezTo>
                    <a:pt x="10" y="14"/>
                    <a:pt x="9" y="13"/>
                    <a:pt x="8" y="1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161"/>
            <p:cNvSpPr>
              <a:spLocks/>
            </p:cNvSpPr>
            <p:nvPr/>
          </p:nvSpPr>
          <p:spPr bwMode="auto">
            <a:xfrm>
              <a:off x="6662738" y="1323976"/>
              <a:ext cx="93663" cy="85725"/>
            </a:xfrm>
            <a:custGeom>
              <a:avLst/>
              <a:gdLst/>
              <a:ahLst/>
              <a:cxnLst>
                <a:cxn ang="0">
                  <a:pos x="45" y="7"/>
                </a:cxn>
                <a:cxn ang="0">
                  <a:pos x="41" y="7"/>
                </a:cxn>
                <a:cxn ang="0">
                  <a:pos x="41" y="11"/>
                </a:cxn>
                <a:cxn ang="0">
                  <a:pos x="39" y="15"/>
                </a:cxn>
                <a:cxn ang="0">
                  <a:pos x="36" y="14"/>
                </a:cxn>
                <a:cxn ang="0">
                  <a:pos x="34" y="10"/>
                </a:cxn>
                <a:cxn ang="0">
                  <a:pos x="31" y="5"/>
                </a:cxn>
                <a:cxn ang="0">
                  <a:pos x="28" y="1"/>
                </a:cxn>
                <a:cxn ang="0">
                  <a:pos x="24" y="0"/>
                </a:cxn>
                <a:cxn ang="0">
                  <a:pos x="21" y="2"/>
                </a:cxn>
                <a:cxn ang="0">
                  <a:pos x="18" y="5"/>
                </a:cxn>
                <a:cxn ang="0">
                  <a:pos x="17" y="8"/>
                </a:cxn>
                <a:cxn ang="0">
                  <a:pos x="20" y="11"/>
                </a:cxn>
                <a:cxn ang="0">
                  <a:pos x="19" y="13"/>
                </a:cxn>
                <a:cxn ang="0">
                  <a:pos x="16" y="14"/>
                </a:cxn>
                <a:cxn ang="0">
                  <a:pos x="12" y="13"/>
                </a:cxn>
                <a:cxn ang="0">
                  <a:pos x="9" y="13"/>
                </a:cxn>
                <a:cxn ang="0">
                  <a:pos x="6" y="17"/>
                </a:cxn>
                <a:cxn ang="0">
                  <a:pos x="5" y="22"/>
                </a:cxn>
                <a:cxn ang="0">
                  <a:pos x="6" y="24"/>
                </a:cxn>
                <a:cxn ang="0">
                  <a:pos x="5" y="27"/>
                </a:cxn>
                <a:cxn ang="0">
                  <a:pos x="2" y="26"/>
                </a:cxn>
                <a:cxn ang="0">
                  <a:pos x="0" y="28"/>
                </a:cxn>
                <a:cxn ang="0">
                  <a:pos x="3" y="32"/>
                </a:cxn>
                <a:cxn ang="0">
                  <a:pos x="7" y="34"/>
                </a:cxn>
                <a:cxn ang="0">
                  <a:pos x="13" y="38"/>
                </a:cxn>
                <a:cxn ang="0">
                  <a:pos x="16" y="42"/>
                </a:cxn>
                <a:cxn ang="0">
                  <a:pos x="20" y="46"/>
                </a:cxn>
                <a:cxn ang="0">
                  <a:pos x="21" y="49"/>
                </a:cxn>
                <a:cxn ang="0">
                  <a:pos x="25" y="49"/>
                </a:cxn>
                <a:cxn ang="0">
                  <a:pos x="28" y="48"/>
                </a:cxn>
                <a:cxn ang="0">
                  <a:pos x="32" y="48"/>
                </a:cxn>
                <a:cxn ang="0">
                  <a:pos x="37" y="45"/>
                </a:cxn>
                <a:cxn ang="0">
                  <a:pos x="38" y="40"/>
                </a:cxn>
                <a:cxn ang="0">
                  <a:pos x="41" y="37"/>
                </a:cxn>
                <a:cxn ang="0">
                  <a:pos x="42" y="31"/>
                </a:cxn>
                <a:cxn ang="0">
                  <a:pos x="45" y="27"/>
                </a:cxn>
                <a:cxn ang="0">
                  <a:pos x="48" y="22"/>
                </a:cxn>
                <a:cxn ang="0">
                  <a:pos x="51" y="19"/>
                </a:cxn>
                <a:cxn ang="0">
                  <a:pos x="54" y="17"/>
                </a:cxn>
                <a:cxn ang="0">
                  <a:pos x="53" y="13"/>
                </a:cxn>
                <a:cxn ang="0">
                  <a:pos x="50" y="12"/>
                </a:cxn>
                <a:cxn ang="0">
                  <a:pos x="48" y="12"/>
                </a:cxn>
                <a:cxn ang="0">
                  <a:pos x="47" y="8"/>
                </a:cxn>
                <a:cxn ang="0">
                  <a:pos x="45" y="7"/>
                </a:cxn>
              </a:cxnLst>
              <a:rect l="0" t="0" r="r" b="b"/>
              <a:pathLst>
                <a:path w="54" h="50">
                  <a:moveTo>
                    <a:pt x="45" y="7"/>
                  </a:moveTo>
                  <a:cubicBezTo>
                    <a:pt x="44" y="7"/>
                    <a:pt x="42" y="7"/>
                    <a:pt x="41" y="7"/>
                  </a:cubicBezTo>
                  <a:cubicBezTo>
                    <a:pt x="41" y="8"/>
                    <a:pt x="41" y="10"/>
                    <a:pt x="41" y="11"/>
                  </a:cubicBezTo>
                  <a:cubicBezTo>
                    <a:pt x="40" y="12"/>
                    <a:pt x="40" y="15"/>
                    <a:pt x="39" y="15"/>
                  </a:cubicBezTo>
                  <a:cubicBezTo>
                    <a:pt x="38" y="15"/>
                    <a:pt x="36" y="15"/>
                    <a:pt x="36" y="14"/>
                  </a:cubicBezTo>
                  <a:cubicBezTo>
                    <a:pt x="35" y="14"/>
                    <a:pt x="34" y="11"/>
                    <a:pt x="34" y="10"/>
                  </a:cubicBezTo>
                  <a:cubicBezTo>
                    <a:pt x="33" y="8"/>
                    <a:pt x="32" y="6"/>
                    <a:pt x="31" y="5"/>
                  </a:cubicBezTo>
                  <a:cubicBezTo>
                    <a:pt x="31" y="4"/>
                    <a:pt x="29" y="2"/>
                    <a:pt x="28" y="1"/>
                  </a:cubicBezTo>
                  <a:cubicBezTo>
                    <a:pt x="27" y="1"/>
                    <a:pt x="25" y="0"/>
                    <a:pt x="24" y="0"/>
                  </a:cubicBezTo>
                  <a:cubicBezTo>
                    <a:pt x="23" y="1"/>
                    <a:pt x="21" y="2"/>
                    <a:pt x="21" y="2"/>
                  </a:cubicBezTo>
                  <a:cubicBezTo>
                    <a:pt x="20" y="3"/>
                    <a:pt x="19" y="4"/>
                    <a:pt x="18" y="5"/>
                  </a:cubicBezTo>
                  <a:cubicBezTo>
                    <a:pt x="18" y="5"/>
                    <a:pt x="16" y="7"/>
                    <a:pt x="17" y="8"/>
                  </a:cubicBezTo>
                  <a:cubicBezTo>
                    <a:pt x="17" y="9"/>
                    <a:pt x="20" y="10"/>
                    <a:pt x="20" y="11"/>
                  </a:cubicBezTo>
                  <a:cubicBezTo>
                    <a:pt x="20" y="11"/>
                    <a:pt x="19" y="13"/>
                    <a:pt x="19" y="13"/>
                  </a:cubicBezTo>
                  <a:cubicBezTo>
                    <a:pt x="18" y="14"/>
                    <a:pt x="17" y="14"/>
                    <a:pt x="16" y="14"/>
                  </a:cubicBezTo>
                  <a:cubicBezTo>
                    <a:pt x="15" y="14"/>
                    <a:pt x="13" y="13"/>
                    <a:pt x="12" y="13"/>
                  </a:cubicBezTo>
                  <a:cubicBezTo>
                    <a:pt x="11" y="13"/>
                    <a:pt x="9" y="13"/>
                    <a:pt x="9" y="13"/>
                  </a:cubicBezTo>
                  <a:cubicBezTo>
                    <a:pt x="8" y="14"/>
                    <a:pt x="7" y="16"/>
                    <a:pt x="6" y="17"/>
                  </a:cubicBezTo>
                  <a:cubicBezTo>
                    <a:pt x="6" y="18"/>
                    <a:pt x="5" y="21"/>
                    <a:pt x="5" y="22"/>
                  </a:cubicBezTo>
                  <a:cubicBezTo>
                    <a:pt x="5" y="22"/>
                    <a:pt x="6" y="24"/>
                    <a:pt x="6" y="24"/>
                  </a:cubicBezTo>
                  <a:cubicBezTo>
                    <a:pt x="6" y="25"/>
                    <a:pt x="5" y="26"/>
                    <a:pt x="5" y="27"/>
                  </a:cubicBezTo>
                  <a:cubicBezTo>
                    <a:pt x="4" y="27"/>
                    <a:pt x="3" y="26"/>
                    <a:pt x="2" y="26"/>
                  </a:cubicBezTo>
                  <a:cubicBezTo>
                    <a:pt x="1" y="26"/>
                    <a:pt x="0" y="27"/>
                    <a:pt x="0" y="28"/>
                  </a:cubicBezTo>
                  <a:cubicBezTo>
                    <a:pt x="0" y="29"/>
                    <a:pt x="2" y="31"/>
                    <a:pt x="3" y="32"/>
                  </a:cubicBezTo>
                  <a:cubicBezTo>
                    <a:pt x="4" y="33"/>
                    <a:pt x="6" y="33"/>
                    <a:pt x="7" y="34"/>
                  </a:cubicBezTo>
                  <a:cubicBezTo>
                    <a:pt x="9" y="35"/>
                    <a:pt x="12" y="37"/>
                    <a:pt x="13" y="38"/>
                  </a:cubicBezTo>
                  <a:cubicBezTo>
                    <a:pt x="14" y="39"/>
                    <a:pt x="16" y="41"/>
                    <a:pt x="16" y="42"/>
                  </a:cubicBezTo>
                  <a:cubicBezTo>
                    <a:pt x="17" y="43"/>
                    <a:pt x="19" y="45"/>
                    <a:pt x="20" y="46"/>
                  </a:cubicBezTo>
                  <a:cubicBezTo>
                    <a:pt x="20" y="47"/>
                    <a:pt x="21" y="49"/>
                    <a:pt x="21" y="49"/>
                  </a:cubicBezTo>
                  <a:cubicBezTo>
                    <a:pt x="22" y="50"/>
                    <a:pt x="24" y="50"/>
                    <a:pt x="25" y="49"/>
                  </a:cubicBezTo>
                  <a:cubicBezTo>
                    <a:pt x="26" y="49"/>
                    <a:pt x="27" y="48"/>
                    <a:pt x="28" y="48"/>
                  </a:cubicBezTo>
                  <a:cubicBezTo>
                    <a:pt x="29" y="47"/>
                    <a:pt x="31" y="48"/>
                    <a:pt x="32" y="48"/>
                  </a:cubicBezTo>
                  <a:cubicBezTo>
                    <a:pt x="34" y="47"/>
                    <a:pt x="36" y="46"/>
                    <a:pt x="37" y="45"/>
                  </a:cubicBezTo>
                  <a:cubicBezTo>
                    <a:pt x="38" y="44"/>
                    <a:pt x="38" y="42"/>
                    <a:pt x="38" y="40"/>
                  </a:cubicBezTo>
                  <a:cubicBezTo>
                    <a:pt x="39" y="39"/>
                    <a:pt x="40" y="38"/>
                    <a:pt x="41" y="37"/>
                  </a:cubicBezTo>
                  <a:cubicBezTo>
                    <a:pt x="42" y="36"/>
                    <a:pt x="42" y="33"/>
                    <a:pt x="42" y="31"/>
                  </a:cubicBezTo>
                  <a:cubicBezTo>
                    <a:pt x="43" y="30"/>
                    <a:pt x="45" y="28"/>
                    <a:pt x="45" y="27"/>
                  </a:cubicBezTo>
                  <a:cubicBezTo>
                    <a:pt x="46" y="25"/>
                    <a:pt x="47" y="23"/>
                    <a:pt x="48" y="22"/>
                  </a:cubicBezTo>
                  <a:cubicBezTo>
                    <a:pt x="48" y="21"/>
                    <a:pt x="50" y="20"/>
                    <a:pt x="51" y="19"/>
                  </a:cubicBezTo>
                  <a:cubicBezTo>
                    <a:pt x="52" y="19"/>
                    <a:pt x="54" y="18"/>
                    <a:pt x="54" y="17"/>
                  </a:cubicBezTo>
                  <a:cubicBezTo>
                    <a:pt x="54" y="16"/>
                    <a:pt x="54" y="14"/>
                    <a:pt x="53" y="13"/>
                  </a:cubicBezTo>
                  <a:cubicBezTo>
                    <a:pt x="53" y="13"/>
                    <a:pt x="51" y="12"/>
                    <a:pt x="50" y="12"/>
                  </a:cubicBezTo>
                  <a:cubicBezTo>
                    <a:pt x="49" y="11"/>
                    <a:pt x="48" y="12"/>
                    <a:pt x="48" y="12"/>
                  </a:cubicBezTo>
                  <a:cubicBezTo>
                    <a:pt x="47" y="11"/>
                    <a:pt x="47" y="9"/>
                    <a:pt x="47" y="8"/>
                  </a:cubicBezTo>
                  <a:cubicBezTo>
                    <a:pt x="46" y="8"/>
                    <a:pt x="45" y="8"/>
                    <a:pt x="45"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162"/>
            <p:cNvSpPr>
              <a:spLocks/>
            </p:cNvSpPr>
            <p:nvPr/>
          </p:nvSpPr>
          <p:spPr bwMode="auto">
            <a:xfrm>
              <a:off x="6780213" y="1336676"/>
              <a:ext cx="6350" cy="9525"/>
            </a:xfrm>
            <a:custGeom>
              <a:avLst/>
              <a:gdLst/>
              <a:ahLst/>
              <a:cxnLst>
                <a:cxn ang="0">
                  <a:pos x="4" y="3"/>
                </a:cxn>
                <a:cxn ang="0">
                  <a:pos x="3" y="5"/>
                </a:cxn>
                <a:cxn ang="0">
                  <a:pos x="0" y="5"/>
                </a:cxn>
                <a:cxn ang="0">
                  <a:pos x="0" y="2"/>
                </a:cxn>
                <a:cxn ang="0">
                  <a:pos x="1" y="0"/>
                </a:cxn>
                <a:cxn ang="0">
                  <a:pos x="4" y="1"/>
                </a:cxn>
                <a:cxn ang="0">
                  <a:pos x="4" y="3"/>
                </a:cxn>
              </a:cxnLst>
              <a:rect l="0" t="0" r="r" b="b"/>
              <a:pathLst>
                <a:path w="4" h="5">
                  <a:moveTo>
                    <a:pt x="4" y="3"/>
                  </a:moveTo>
                  <a:cubicBezTo>
                    <a:pt x="4" y="4"/>
                    <a:pt x="3" y="5"/>
                    <a:pt x="3" y="5"/>
                  </a:cubicBezTo>
                  <a:cubicBezTo>
                    <a:pt x="2" y="5"/>
                    <a:pt x="1" y="5"/>
                    <a:pt x="0" y="5"/>
                  </a:cubicBezTo>
                  <a:cubicBezTo>
                    <a:pt x="0" y="4"/>
                    <a:pt x="0" y="3"/>
                    <a:pt x="0" y="2"/>
                  </a:cubicBezTo>
                  <a:cubicBezTo>
                    <a:pt x="0" y="2"/>
                    <a:pt x="0" y="1"/>
                    <a:pt x="1" y="0"/>
                  </a:cubicBezTo>
                  <a:cubicBezTo>
                    <a:pt x="2" y="0"/>
                    <a:pt x="3" y="0"/>
                    <a:pt x="4" y="1"/>
                  </a:cubicBezTo>
                  <a:cubicBezTo>
                    <a:pt x="4" y="1"/>
                    <a:pt x="4" y="3"/>
                    <a:pt x="4"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163"/>
            <p:cNvSpPr>
              <a:spLocks/>
            </p:cNvSpPr>
            <p:nvPr/>
          </p:nvSpPr>
          <p:spPr bwMode="auto">
            <a:xfrm>
              <a:off x="6738938" y="1349376"/>
              <a:ext cx="41275" cy="44450"/>
            </a:xfrm>
            <a:custGeom>
              <a:avLst/>
              <a:gdLst/>
              <a:ahLst/>
              <a:cxnLst>
                <a:cxn ang="0">
                  <a:pos x="23" y="1"/>
                </a:cxn>
                <a:cxn ang="0">
                  <a:pos x="19" y="0"/>
                </a:cxn>
                <a:cxn ang="0">
                  <a:pos x="16" y="2"/>
                </a:cxn>
                <a:cxn ang="0">
                  <a:pos x="14" y="5"/>
                </a:cxn>
                <a:cxn ang="0">
                  <a:pos x="11" y="9"/>
                </a:cxn>
                <a:cxn ang="0">
                  <a:pos x="7" y="13"/>
                </a:cxn>
                <a:cxn ang="0">
                  <a:pos x="5" y="16"/>
                </a:cxn>
                <a:cxn ang="0">
                  <a:pos x="2" y="19"/>
                </a:cxn>
                <a:cxn ang="0">
                  <a:pos x="1" y="21"/>
                </a:cxn>
                <a:cxn ang="0">
                  <a:pos x="0" y="23"/>
                </a:cxn>
                <a:cxn ang="0">
                  <a:pos x="1" y="25"/>
                </a:cxn>
                <a:cxn ang="0">
                  <a:pos x="5" y="26"/>
                </a:cxn>
                <a:cxn ang="0">
                  <a:pos x="7" y="23"/>
                </a:cxn>
                <a:cxn ang="0">
                  <a:pos x="11" y="22"/>
                </a:cxn>
                <a:cxn ang="0">
                  <a:pos x="16" y="21"/>
                </a:cxn>
                <a:cxn ang="0">
                  <a:pos x="20" y="18"/>
                </a:cxn>
                <a:cxn ang="0">
                  <a:pos x="20" y="13"/>
                </a:cxn>
                <a:cxn ang="0">
                  <a:pos x="22" y="10"/>
                </a:cxn>
                <a:cxn ang="0">
                  <a:pos x="24" y="6"/>
                </a:cxn>
                <a:cxn ang="0">
                  <a:pos x="23" y="1"/>
                </a:cxn>
              </a:cxnLst>
              <a:rect l="0" t="0" r="r" b="b"/>
              <a:pathLst>
                <a:path w="24" h="26">
                  <a:moveTo>
                    <a:pt x="23" y="1"/>
                  </a:moveTo>
                  <a:cubicBezTo>
                    <a:pt x="22" y="0"/>
                    <a:pt x="20" y="0"/>
                    <a:pt x="19" y="0"/>
                  </a:cubicBezTo>
                  <a:cubicBezTo>
                    <a:pt x="18" y="0"/>
                    <a:pt x="16" y="1"/>
                    <a:pt x="16" y="2"/>
                  </a:cubicBezTo>
                  <a:cubicBezTo>
                    <a:pt x="15" y="2"/>
                    <a:pt x="14" y="5"/>
                    <a:pt x="14" y="5"/>
                  </a:cubicBezTo>
                  <a:cubicBezTo>
                    <a:pt x="13" y="6"/>
                    <a:pt x="12" y="8"/>
                    <a:pt x="11" y="9"/>
                  </a:cubicBezTo>
                  <a:cubicBezTo>
                    <a:pt x="10" y="10"/>
                    <a:pt x="8" y="12"/>
                    <a:pt x="7" y="13"/>
                  </a:cubicBezTo>
                  <a:cubicBezTo>
                    <a:pt x="6" y="13"/>
                    <a:pt x="5" y="15"/>
                    <a:pt x="5" y="16"/>
                  </a:cubicBezTo>
                  <a:cubicBezTo>
                    <a:pt x="4" y="17"/>
                    <a:pt x="3" y="18"/>
                    <a:pt x="2" y="19"/>
                  </a:cubicBezTo>
                  <a:cubicBezTo>
                    <a:pt x="2" y="19"/>
                    <a:pt x="1" y="20"/>
                    <a:pt x="1" y="21"/>
                  </a:cubicBezTo>
                  <a:cubicBezTo>
                    <a:pt x="0" y="21"/>
                    <a:pt x="0" y="22"/>
                    <a:pt x="0" y="23"/>
                  </a:cubicBezTo>
                  <a:cubicBezTo>
                    <a:pt x="0" y="24"/>
                    <a:pt x="0" y="25"/>
                    <a:pt x="1" y="25"/>
                  </a:cubicBezTo>
                  <a:cubicBezTo>
                    <a:pt x="2" y="26"/>
                    <a:pt x="4" y="26"/>
                    <a:pt x="5" y="26"/>
                  </a:cubicBezTo>
                  <a:cubicBezTo>
                    <a:pt x="6" y="26"/>
                    <a:pt x="6" y="24"/>
                    <a:pt x="7" y="23"/>
                  </a:cubicBezTo>
                  <a:cubicBezTo>
                    <a:pt x="8" y="23"/>
                    <a:pt x="10" y="22"/>
                    <a:pt x="11" y="22"/>
                  </a:cubicBezTo>
                  <a:cubicBezTo>
                    <a:pt x="12" y="22"/>
                    <a:pt x="15" y="22"/>
                    <a:pt x="16" y="21"/>
                  </a:cubicBezTo>
                  <a:cubicBezTo>
                    <a:pt x="17" y="21"/>
                    <a:pt x="19" y="19"/>
                    <a:pt x="20" y="18"/>
                  </a:cubicBezTo>
                  <a:cubicBezTo>
                    <a:pt x="20" y="17"/>
                    <a:pt x="19" y="14"/>
                    <a:pt x="20" y="13"/>
                  </a:cubicBezTo>
                  <a:cubicBezTo>
                    <a:pt x="20" y="12"/>
                    <a:pt x="21" y="11"/>
                    <a:pt x="22" y="10"/>
                  </a:cubicBezTo>
                  <a:cubicBezTo>
                    <a:pt x="22" y="9"/>
                    <a:pt x="24" y="7"/>
                    <a:pt x="24" y="6"/>
                  </a:cubicBezTo>
                  <a:cubicBezTo>
                    <a:pt x="24" y="4"/>
                    <a:pt x="24" y="2"/>
                    <a:pt x="23"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164"/>
            <p:cNvSpPr>
              <a:spLocks/>
            </p:cNvSpPr>
            <p:nvPr/>
          </p:nvSpPr>
          <p:spPr bwMode="auto">
            <a:xfrm>
              <a:off x="6950076" y="1317626"/>
              <a:ext cx="14288" cy="15875"/>
            </a:xfrm>
            <a:custGeom>
              <a:avLst/>
              <a:gdLst/>
              <a:ahLst/>
              <a:cxnLst>
                <a:cxn ang="0">
                  <a:pos x="9" y="5"/>
                </a:cxn>
                <a:cxn ang="0">
                  <a:pos x="6" y="8"/>
                </a:cxn>
                <a:cxn ang="0">
                  <a:pos x="2" y="6"/>
                </a:cxn>
                <a:cxn ang="0">
                  <a:pos x="1" y="1"/>
                </a:cxn>
                <a:cxn ang="0">
                  <a:pos x="4" y="0"/>
                </a:cxn>
                <a:cxn ang="0">
                  <a:pos x="6" y="2"/>
                </a:cxn>
                <a:cxn ang="0">
                  <a:pos x="9" y="5"/>
                </a:cxn>
              </a:cxnLst>
              <a:rect l="0" t="0" r="r" b="b"/>
              <a:pathLst>
                <a:path w="9" h="9">
                  <a:moveTo>
                    <a:pt x="9" y="5"/>
                  </a:moveTo>
                  <a:cubicBezTo>
                    <a:pt x="9" y="6"/>
                    <a:pt x="7" y="8"/>
                    <a:pt x="6" y="8"/>
                  </a:cubicBezTo>
                  <a:cubicBezTo>
                    <a:pt x="5" y="9"/>
                    <a:pt x="2" y="7"/>
                    <a:pt x="2" y="6"/>
                  </a:cubicBezTo>
                  <a:cubicBezTo>
                    <a:pt x="1" y="5"/>
                    <a:pt x="0" y="2"/>
                    <a:pt x="1" y="1"/>
                  </a:cubicBezTo>
                  <a:cubicBezTo>
                    <a:pt x="1" y="1"/>
                    <a:pt x="3" y="0"/>
                    <a:pt x="4" y="0"/>
                  </a:cubicBezTo>
                  <a:cubicBezTo>
                    <a:pt x="5" y="1"/>
                    <a:pt x="6" y="1"/>
                    <a:pt x="6" y="2"/>
                  </a:cubicBezTo>
                  <a:cubicBezTo>
                    <a:pt x="7" y="2"/>
                    <a:pt x="9" y="4"/>
                    <a:pt x="9"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165"/>
            <p:cNvSpPr>
              <a:spLocks/>
            </p:cNvSpPr>
            <p:nvPr/>
          </p:nvSpPr>
          <p:spPr bwMode="auto">
            <a:xfrm>
              <a:off x="6959601" y="1346201"/>
              <a:ext cx="9525" cy="7938"/>
            </a:xfrm>
            <a:custGeom>
              <a:avLst/>
              <a:gdLst/>
              <a:ahLst/>
              <a:cxnLst>
                <a:cxn ang="0">
                  <a:pos x="5" y="2"/>
                </a:cxn>
                <a:cxn ang="0">
                  <a:pos x="3" y="5"/>
                </a:cxn>
                <a:cxn ang="0">
                  <a:pos x="1" y="4"/>
                </a:cxn>
                <a:cxn ang="0">
                  <a:pos x="1" y="1"/>
                </a:cxn>
                <a:cxn ang="0">
                  <a:pos x="3" y="0"/>
                </a:cxn>
                <a:cxn ang="0">
                  <a:pos x="5" y="2"/>
                </a:cxn>
              </a:cxnLst>
              <a:rect l="0" t="0" r="r" b="b"/>
              <a:pathLst>
                <a:path w="5" h="5">
                  <a:moveTo>
                    <a:pt x="5" y="2"/>
                  </a:moveTo>
                  <a:cubicBezTo>
                    <a:pt x="5" y="3"/>
                    <a:pt x="4" y="5"/>
                    <a:pt x="3" y="5"/>
                  </a:cubicBezTo>
                  <a:cubicBezTo>
                    <a:pt x="3" y="5"/>
                    <a:pt x="1" y="4"/>
                    <a:pt x="1" y="4"/>
                  </a:cubicBezTo>
                  <a:cubicBezTo>
                    <a:pt x="0" y="3"/>
                    <a:pt x="0" y="1"/>
                    <a:pt x="1" y="1"/>
                  </a:cubicBezTo>
                  <a:cubicBezTo>
                    <a:pt x="1" y="0"/>
                    <a:pt x="2" y="0"/>
                    <a:pt x="3" y="0"/>
                  </a:cubicBezTo>
                  <a:cubicBezTo>
                    <a:pt x="4" y="0"/>
                    <a:pt x="5" y="1"/>
                    <a:pt x="5"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166"/>
            <p:cNvSpPr>
              <a:spLocks/>
            </p:cNvSpPr>
            <p:nvPr/>
          </p:nvSpPr>
          <p:spPr bwMode="auto">
            <a:xfrm>
              <a:off x="6918326" y="1296988"/>
              <a:ext cx="9525" cy="11113"/>
            </a:xfrm>
            <a:custGeom>
              <a:avLst/>
              <a:gdLst/>
              <a:ahLst/>
              <a:cxnLst>
                <a:cxn ang="0">
                  <a:pos x="5" y="4"/>
                </a:cxn>
                <a:cxn ang="0">
                  <a:pos x="1" y="5"/>
                </a:cxn>
                <a:cxn ang="0">
                  <a:pos x="0" y="3"/>
                </a:cxn>
                <a:cxn ang="0">
                  <a:pos x="1" y="1"/>
                </a:cxn>
                <a:cxn ang="0">
                  <a:pos x="4" y="1"/>
                </a:cxn>
                <a:cxn ang="0">
                  <a:pos x="5" y="4"/>
                </a:cxn>
              </a:cxnLst>
              <a:rect l="0" t="0" r="r" b="b"/>
              <a:pathLst>
                <a:path w="5" h="6">
                  <a:moveTo>
                    <a:pt x="5" y="4"/>
                  </a:moveTo>
                  <a:cubicBezTo>
                    <a:pt x="5" y="5"/>
                    <a:pt x="2" y="6"/>
                    <a:pt x="1" y="5"/>
                  </a:cubicBezTo>
                  <a:cubicBezTo>
                    <a:pt x="1" y="5"/>
                    <a:pt x="0" y="3"/>
                    <a:pt x="0" y="3"/>
                  </a:cubicBezTo>
                  <a:cubicBezTo>
                    <a:pt x="0" y="2"/>
                    <a:pt x="0" y="1"/>
                    <a:pt x="1" y="1"/>
                  </a:cubicBezTo>
                  <a:cubicBezTo>
                    <a:pt x="2" y="0"/>
                    <a:pt x="4" y="0"/>
                    <a:pt x="4" y="1"/>
                  </a:cubicBezTo>
                  <a:cubicBezTo>
                    <a:pt x="5" y="2"/>
                    <a:pt x="5" y="3"/>
                    <a:pt x="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167"/>
            <p:cNvSpPr>
              <a:spLocks/>
            </p:cNvSpPr>
            <p:nvPr/>
          </p:nvSpPr>
          <p:spPr bwMode="auto">
            <a:xfrm>
              <a:off x="6910388" y="1312863"/>
              <a:ext cx="9525" cy="14288"/>
            </a:xfrm>
            <a:custGeom>
              <a:avLst/>
              <a:gdLst/>
              <a:ahLst/>
              <a:cxnLst>
                <a:cxn ang="0">
                  <a:pos x="6" y="2"/>
                </a:cxn>
                <a:cxn ang="0">
                  <a:pos x="5" y="5"/>
                </a:cxn>
                <a:cxn ang="0">
                  <a:pos x="4" y="7"/>
                </a:cxn>
                <a:cxn ang="0">
                  <a:pos x="2" y="8"/>
                </a:cxn>
                <a:cxn ang="0">
                  <a:pos x="0" y="6"/>
                </a:cxn>
                <a:cxn ang="0">
                  <a:pos x="1" y="2"/>
                </a:cxn>
                <a:cxn ang="0">
                  <a:pos x="4" y="1"/>
                </a:cxn>
                <a:cxn ang="0">
                  <a:pos x="6" y="2"/>
                </a:cxn>
              </a:cxnLst>
              <a:rect l="0" t="0" r="r" b="b"/>
              <a:pathLst>
                <a:path w="6" h="8">
                  <a:moveTo>
                    <a:pt x="6" y="2"/>
                  </a:moveTo>
                  <a:cubicBezTo>
                    <a:pt x="6" y="3"/>
                    <a:pt x="5" y="4"/>
                    <a:pt x="5" y="5"/>
                  </a:cubicBezTo>
                  <a:cubicBezTo>
                    <a:pt x="4" y="5"/>
                    <a:pt x="5" y="7"/>
                    <a:pt x="4" y="7"/>
                  </a:cubicBezTo>
                  <a:cubicBezTo>
                    <a:pt x="4" y="8"/>
                    <a:pt x="3" y="8"/>
                    <a:pt x="2" y="8"/>
                  </a:cubicBezTo>
                  <a:cubicBezTo>
                    <a:pt x="2" y="8"/>
                    <a:pt x="0" y="7"/>
                    <a:pt x="0" y="6"/>
                  </a:cubicBezTo>
                  <a:cubicBezTo>
                    <a:pt x="0" y="5"/>
                    <a:pt x="0" y="3"/>
                    <a:pt x="1" y="2"/>
                  </a:cubicBezTo>
                  <a:cubicBezTo>
                    <a:pt x="1" y="2"/>
                    <a:pt x="3" y="0"/>
                    <a:pt x="4" y="1"/>
                  </a:cubicBezTo>
                  <a:cubicBezTo>
                    <a:pt x="5" y="1"/>
                    <a:pt x="6" y="1"/>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168"/>
            <p:cNvSpPr>
              <a:spLocks/>
            </p:cNvSpPr>
            <p:nvPr/>
          </p:nvSpPr>
          <p:spPr bwMode="auto">
            <a:xfrm>
              <a:off x="6869113" y="1293813"/>
              <a:ext cx="15875" cy="20638"/>
            </a:xfrm>
            <a:custGeom>
              <a:avLst/>
              <a:gdLst/>
              <a:ahLst/>
              <a:cxnLst>
                <a:cxn ang="0">
                  <a:pos x="9" y="10"/>
                </a:cxn>
                <a:cxn ang="0">
                  <a:pos x="6" y="12"/>
                </a:cxn>
                <a:cxn ang="0">
                  <a:pos x="4" y="9"/>
                </a:cxn>
                <a:cxn ang="0">
                  <a:pos x="1" y="7"/>
                </a:cxn>
                <a:cxn ang="0">
                  <a:pos x="1" y="4"/>
                </a:cxn>
                <a:cxn ang="0">
                  <a:pos x="3" y="1"/>
                </a:cxn>
                <a:cxn ang="0">
                  <a:pos x="8" y="1"/>
                </a:cxn>
                <a:cxn ang="0">
                  <a:pos x="9" y="6"/>
                </a:cxn>
                <a:cxn ang="0">
                  <a:pos x="9" y="10"/>
                </a:cxn>
              </a:cxnLst>
              <a:rect l="0" t="0" r="r" b="b"/>
              <a:pathLst>
                <a:path w="10" h="12">
                  <a:moveTo>
                    <a:pt x="9" y="10"/>
                  </a:moveTo>
                  <a:cubicBezTo>
                    <a:pt x="9" y="11"/>
                    <a:pt x="7" y="12"/>
                    <a:pt x="6" y="12"/>
                  </a:cubicBezTo>
                  <a:cubicBezTo>
                    <a:pt x="5" y="11"/>
                    <a:pt x="5" y="9"/>
                    <a:pt x="4" y="9"/>
                  </a:cubicBezTo>
                  <a:cubicBezTo>
                    <a:pt x="3" y="8"/>
                    <a:pt x="2" y="7"/>
                    <a:pt x="1" y="7"/>
                  </a:cubicBezTo>
                  <a:cubicBezTo>
                    <a:pt x="1" y="6"/>
                    <a:pt x="0" y="5"/>
                    <a:pt x="1" y="4"/>
                  </a:cubicBezTo>
                  <a:cubicBezTo>
                    <a:pt x="1" y="3"/>
                    <a:pt x="2" y="1"/>
                    <a:pt x="3" y="1"/>
                  </a:cubicBezTo>
                  <a:cubicBezTo>
                    <a:pt x="4" y="0"/>
                    <a:pt x="7" y="0"/>
                    <a:pt x="8" y="1"/>
                  </a:cubicBezTo>
                  <a:cubicBezTo>
                    <a:pt x="9" y="2"/>
                    <a:pt x="9" y="5"/>
                    <a:pt x="9" y="6"/>
                  </a:cubicBezTo>
                  <a:cubicBezTo>
                    <a:pt x="9" y="7"/>
                    <a:pt x="10" y="9"/>
                    <a:pt x="9"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169"/>
            <p:cNvSpPr>
              <a:spLocks/>
            </p:cNvSpPr>
            <p:nvPr/>
          </p:nvSpPr>
          <p:spPr bwMode="auto">
            <a:xfrm>
              <a:off x="6884988" y="1317626"/>
              <a:ext cx="11113" cy="11113"/>
            </a:xfrm>
            <a:custGeom>
              <a:avLst/>
              <a:gdLst/>
              <a:ahLst/>
              <a:cxnLst>
                <a:cxn ang="0">
                  <a:pos x="6" y="1"/>
                </a:cxn>
                <a:cxn ang="0">
                  <a:pos x="3" y="1"/>
                </a:cxn>
                <a:cxn ang="0">
                  <a:pos x="0" y="3"/>
                </a:cxn>
                <a:cxn ang="0">
                  <a:pos x="1" y="6"/>
                </a:cxn>
                <a:cxn ang="0">
                  <a:pos x="3" y="6"/>
                </a:cxn>
                <a:cxn ang="0">
                  <a:pos x="6" y="4"/>
                </a:cxn>
                <a:cxn ang="0">
                  <a:pos x="6" y="1"/>
                </a:cxn>
              </a:cxnLst>
              <a:rect l="0" t="0" r="r" b="b"/>
              <a:pathLst>
                <a:path w="6" h="6">
                  <a:moveTo>
                    <a:pt x="6" y="1"/>
                  </a:moveTo>
                  <a:cubicBezTo>
                    <a:pt x="6" y="0"/>
                    <a:pt x="3" y="0"/>
                    <a:pt x="3" y="1"/>
                  </a:cubicBezTo>
                  <a:cubicBezTo>
                    <a:pt x="2" y="1"/>
                    <a:pt x="0" y="2"/>
                    <a:pt x="0" y="3"/>
                  </a:cubicBezTo>
                  <a:cubicBezTo>
                    <a:pt x="0" y="4"/>
                    <a:pt x="0" y="6"/>
                    <a:pt x="1" y="6"/>
                  </a:cubicBezTo>
                  <a:cubicBezTo>
                    <a:pt x="2" y="6"/>
                    <a:pt x="3" y="6"/>
                    <a:pt x="3" y="6"/>
                  </a:cubicBezTo>
                  <a:cubicBezTo>
                    <a:pt x="4" y="6"/>
                    <a:pt x="5" y="4"/>
                    <a:pt x="6" y="4"/>
                  </a:cubicBezTo>
                  <a:cubicBezTo>
                    <a:pt x="6" y="3"/>
                    <a:pt x="6" y="2"/>
                    <a:pt x="6" y="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170"/>
            <p:cNvSpPr>
              <a:spLocks/>
            </p:cNvSpPr>
            <p:nvPr/>
          </p:nvSpPr>
          <p:spPr bwMode="auto">
            <a:xfrm>
              <a:off x="6864351" y="1325563"/>
              <a:ext cx="31750" cy="30163"/>
            </a:xfrm>
            <a:custGeom>
              <a:avLst/>
              <a:gdLst/>
              <a:ahLst/>
              <a:cxnLst>
                <a:cxn ang="0">
                  <a:pos x="18" y="6"/>
                </a:cxn>
                <a:cxn ang="0">
                  <a:pos x="14" y="7"/>
                </a:cxn>
                <a:cxn ang="0">
                  <a:pos x="10" y="5"/>
                </a:cxn>
                <a:cxn ang="0">
                  <a:pos x="8" y="2"/>
                </a:cxn>
                <a:cxn ang="0">
                  <a:pos x="4" y="0"/>
                </a:cxn>
                <a:cxn ang="0">
                  <a:pos x="1" y="3"/>
                </a:cxn>
                <a:cxn ang="0">
                  <a:pos x="0" y="8"/>
                </a:cxn>
                <a:cxn ang="0">
                  <a:pos x="1" y="12"/>
                </a:cxn>
                <a:cxn ang="0">
                  <a:pos x="4" y="15"/>
                </a:cxn>
                <a:cxn ang="0">
                  <a:pos x="8" y="18"/>
                </a:cxn>
                <a:cxn ang="0">
                  <a:pos x="11" y="16"/>
                </a:cxn>
                <a:cxn ang="0">
                  <a:pos x="13" y="13"/>
                </a:cxn>
                <a:cxn ang="0">
                  <a:pos x="15" y="11"/>
                </a:cxn>
                <a:cxn ang="0">
                  <a:pos x="16" y="9"/>
                </a:cxn>
                <a:cxn ang="0">
                  <a:pos x="18" y="6"/>
                </a:cxn>
              </a:cxnLst>
              <a:rect l="0" t="0" r="r" b="b"/>
              <a:pathLst>
                <a:path w="18" h="18">
                  <a:moveTo>
                    <a:pt x="18" y="6"/>
                  </a:moveTo>
                  <a:cubicBezTo>
                    <a:pt x="17" y="5"/>
                    <a:pt x="15" y="7"/>
                    <a:pt x="14" y="7"/>
                  </a:cubicBezTo>
                  <a:cubicBezTo>
                    <a:pt x="13" y="7"/>
                    <a:pt x="11" y="6"/>
                    <a:pt x="10" y="5"/>
                  </a:cubicBezTo>
                  <a:cubicBezTo>
                    <a:pt x="9" y="5"/>
                    <a:pt x="9" y="2"/>
                    <a:pt x="8" y="2"/>
                  </a:cubicBezTo>
                  <a:cubicBezTo>
                    <a:pt x="7" y="1"/>
                    <a:pt x="5" y="0"/>
                    <a:pt x="4" y="0"/>
                  </a:cubicBezTo>
                  <a:cubicBezTo>
                    <a:pt x="3" y="1"/>
                    <a:pt x="2" y="3"/>
                    <a:pt x="1" y="3"/>
                  </a:cubicBezTo>
                  <a:cubicBezTo>
                    <a:pt x="1" y="5"/>
                    <a:pt x="0" y="7"/>
                    <a:pt x="0" y="8"/>
                  </a:cubicBezTo>
                  <a:cubicBezTo>
                    <a:pt x="0" y="9"/>
                    <a:pt x="1" y="11"/>
                    <a:pt x="1" y="12"/>
                  </a:cubicBezTo>
                  <a:cubicBezTo>
                    <a:pt x="1" y="13"/>
                    <a:pt x="3" y="15"/>
                    <a:pt x="4" y="15"/>
                  </a:cubicBezTo>
                  <a:cubicBezTo>
                    <a:pt x="5" y="16"/>
                    <a:pt x="7" y="18"/>
                    <a:pt x="8" y="18"/>
                  </a:cubicBezTo>
                  <a:cubicBezTo>
                    <a:pt x="9" y="18"/>
                    <a:pt x="11" y="17"/>
                    <a:pt x="11" y="16"/>
                  </a:cubicBezTo>
                  <a:cubicBezTo>
                    <a:pt x="12" y="16"/>
                    <a:pt x="12" y="14"/>
                    <a:pt x="13" y="13"/>
                  </a:cubicBezTo>
                  <a:cubicBezTo>
                    <a:pt x="13" y="12"/>
                    <a:pt x="15" y="12"/>
                    <a:pt x="15" y="11"/>
                  </a:cubicBezTo>
                  <a:cubicBezTo>
                    <a:pt x="15" y="11"/>
                    <a:pt x="16" y="9"/>
                    <a:pt x="16" y="9"/>
                  </a:cubicBezTo>
                  <a:cubicBezTo>
                    <a:pt x="17" y="8"/>
                    <a:pt x="18" y="6"/>
                    <a:pt x="18"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171"/>
            <p:cNvSpPr>
              <a:spLocks/>
            </p:cNvSpPr>
            <p:nvPr/>
          </p:nvSpPr>
          <p:spPr bwMode="auto">
            <a:xfrm>
              <a:off x="6845301" y="1366838"/>
              <a:ext cx="17463" cy="31750"/>
            </a:xfrm>
            <a:custGeom>
              <a:avLst/>
              <a:gdLst/>
              <a:ahLst/>
              <a:cxnLst>
                <a:cxn ang="0">
                  <a:pos x="10" y="2"/>
                </a:cxn>
                <a:cxn ang="0">
                  <a:pos x="6" y="0"/>
                </a:cxn>
                <a:cxn ang="0">
                  <a:pos x="4" y="5"/>
                </a:cxn>
                <a:cxn ang="0">
                  <a:pos x="1" y="8"/>
                </a:cxn>
                <a:cxn ang="0">
                  <a:pos x="1" y="13"/>
                </a:cxn>
                <a:cxn ang="0">
                  <a:pos x="0" y="16"/>
                </a:cxn>
                <a:cxn ang="0">
                  <a:pos x="2" y="19"/>
                </a:cxn>
                <a:cxn ang="0">
                  <a:pos x="5" y="19"/>
                </a:cxn>
                <a:cxn ang="0">
                  <a:pos x="9" y="16"/>
                </a:cxn>
                <a:cxn ang="0">
                  <a:pos x="10" y="11"/>
                </a:cxn>
                <a:cxn ang="0">
                  <a:pos x="10" y="6"/>
                </a:cxn>
                <a:cxn ang="0">
                  <a:pos x="10" y="2"/>
                </a:cxn>
              </a:cxnLst>
              <a:rect l="0" t="0" r="r" b="b"/>
              <a:pathLst>
                <a:path w="10" h="19">
                  <a:moveTo>
                    <a:pt x="10" y="2"/>
                  </a:moveTo>
                  <a:cubicBezTo>
                    <a:pt x="9" y="1"/>
                    <a:pt x="7" y="0"/>
                    <a:pt x="6" y="0"/>
                  </a:cubicBezTo>
                  <a:cubicBezTo>
                    <a:pt x="5" y="0"/>
                    <a:pt x="5" y="4"/>
                    <a:pt x="4" y="5"/>
                  </a:cubicBezTo>
                  <a:cubicBezTo>
                    <a:pt x="3" y="6"/>
                    <a:pt x="1" y="7"/>
                    <a:pt x="1" y="8"/>
                  </a:cubicBezTo>
                  <a:cubicBezTo>
                    <a:pt x="0" y="9"/>
                    <a:pt x="1" y="11"/>
                    <a:pt x="1" y="13"/>
                  </a:cubicBezTo>
                  <a:cubicBezTo>
                    <a:pt x="1" y="14"/>
                    <a:pt x="0" y="15"/>
                    <a:pt x="0" y="16"/>
                  </a:cubicBezTo>
                  <a:cubicBezTo>
                    <a:pt x="0" y="17"/>
                    <a:pt x="1" y="19"/>
                    <a:pt x="2" y="19"/>
                  </a:cubicBezTo>
                  <a:cubicBezTo>
                    <a:pt x="2" y="19"/>
                    <a:pt x="4" y="19"/>
                    <a:pt x="5" y="19"/>
                  </a:cubicBezTo>
                  <a:cubicBezTo>
                    <a:pt x="6" y="19"/>
                    <a:pt x="8" y="17"/>
                    <a:pt x="9" y="16"/>
                  </a:cubicBezTo>
                  <a:cubicBezTo>
                    <a:pt x="9" y="15"/>
                    <a:pt x="10" y="12"/>
                    <a:pt x="10" y="11"/>
                  </a:cubicBezTo>
                  <a:cubicBezTo>
                    <a:pt x="10" y="10"/>
                    <a:pt x="10" y="7"/>
                    <a:pt x="10" y="6"/>
                  </a:cubicBezTo>
                  <a:cubicBezTo>
                    <a:pt x="10" y="5"/>
                    <a:pt x="10" y="3"/>
                    <a:pt x="10"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172"/>
            <p:cNvSpPr>
              <a:spLocks/>
            </p:cNvSpPr>
            <p:nvPr/>
          </p:nvSpPr>
          <p:spPr bwMode="auto">
            <a:xfrm>
              <a:off x="6824663" y="1266826"/>
              <a:ext cx="41275" cy="58738"/>
            </a:xfrm>
            <a:custGeom>
              <a:avLst/>
              <a:gdLst/>
              <a:ahLst/>
              <a:cxnLst>
                <a:cxn ang="0">
                  <a:pos x="11" y="24"/>
                </a:cxn>
                <a:cxn ang="0">
                  <a:pos x="9" y="25"/>
                </a:cxn>
                <a:cxn ang="0">
                  <a:pos x="9" y="28"/>
                </a:cxn>
                <a:cxn ang="0">
                  <a:pos x="7" y="31"/>
                </a:cxn>
                <a:cxn ang="0">
                  <a:pos x="3" y="31"/>
                </a:cxn>
                <a:cxn ang="0">
                  <a:pos x="1" y="25"/>
                </a:cxn>
                <a:cxn ang="0">
                  <a:pos x="0" y="17"/>
                </a:cxn>
                <a:cxn ang="0">
                  <a:pos x="2" y="11"/>
                </a:cxn>
                <a:cxn ang="0">
                  <a:pos x="6" y="7"/>
                </a:cxn>
                <a:cxn ang="0">
                  <a:pos x="10" y="4"/>
                </a:cxn>
                <a:cxn ang="0">
                  <a:pos x="13" y="1"/>
                </a:cxn>
                <a:cxn ang="0">
                  <a:pos x="17" y="0"/>
                </a:cxn>
                <a:cxn ang="0">
                  <a:pos x="23" y="2"/>
                </a:cxn>
                <a:cxn ang="0">
                  <a:pos x="24" y="6"/>
                </a:cxn>
                <a:cxn ang="0">
                  <a:pos x="23" y="9"/>
                </a:cxn>
                <a:cxn ang="0">
                  <a:pos x="23" y="14"/>
                </a:cxn>
                <a:cxn ang="0">
                  <a:pos x="21" y="18"/>
                </a:cxn>
                <a:cxn ang="0">
                  <a:pos x="21" y="22"/>
                </a:cxn>
                <a:cxn ang="0">
                  <a:pos x="23" y="24"/>
                </a:cxn>
                <a:cxn ang="0">
                  <a:pos x="23" y="28"/>
                </a:cxn>
                <a:cxn ang="0">
                  <a:pos x="22" y="31"/>
                </a:cxn>
                <a:cxn ang="0">
                  <a:pos x="20" y="33"/>
                </a:cxn>
                <a:cxn ang="0">
                  <a:pos x="17" y="34"/>
                </a:cxn>
                <a:cxn ang="0">
                  <a:pos x="14" y="33"/>
                </a:cxn>
                <a:cxn ang="0">
                  <a:pos x="13" y="29"/>
                </a:cxn>
                <a:cxn ang="0">
                  <a:pos x="14" y="26"/>
                </a:cxn>
                <a:cxn ang="0">
                  <a:pos x="11" y="24"/>
                </a:cxn>
              </a:cxnLst>
              <a:rect l="0" t="0" r="r" b="b"/>
              <a:pathLst>
                <a:path w="24" h="34">
                  <a:moveTo>
                    <a:pt x="11" y="24"/>
                  </a:moveTo>
                  <a:cubicBezTo>
                    <a:pt x="11" y="24"/>
                    <a:pt x="10" y="25"/>
                    <a:pt x="9" y="25"/>
                  </a:cubicBezTo>
                  <a:cubicBezTo>
                    <a:pt x="9" y="26"/>
                    <a:pt x="9" y="28"/>
                    <a:pt x="9" y="28"/>
                  </a:cubicBezTo>
                  <a:cubicBezTo>
                    <a:pt x="9" y="29"/>
                    <a:pt x="8" y="31"/>
                    <a:pt x="7" y="31"/>
                  </a:cubicBezTo>
                  <a:cubicBezTo>
                    <a:pt x="6" y="31"/>
                    <a:pt x="4" y="31"/>
                    <a:pt x="3" y="31"/>
                  </a:cubicBezTo>
                  <a:cubicBezTo>
                    <a:pt x="2" y="30"/>
                    <a:pt x="1" y="26"/>
                    <a:pt x="1" y="25"/>
                  </a:cubicBezTo>
                  <a:cubicBezTo>
                    <a:pt x="0" y="23"/>
                    <a:pt x="0" y="19"/>
                    <a:pt x="0" y="17"/>
                  </a:cubicBezTo>
                  <a:cubicBezTo>
                    <a:pt x="0" y="16"/>
                    <a:pt x="1" y="12"/>
                    <a:pt x="2" y="11"/>
                  </a:cubicBezTo>
                  <a:cubicBezTo>
                    <a:pt x="3" y="10"/>
                    <a:pt x="5" y="8"/>
                    <a:pt x="6" y="7"/>
                  </a:cubicBezTo>
                  <a:cubicBezTo>
                    <a:pt x="7" y="7"/>
                    <a:pt x="9" y="5"/>
                    <a:pt x="10" y="4"/>
                  </a:cubicBezTo>
                  <a:cubicBezTo>
                    <a:pt x="11" y="3"/>
                    <a:pt x="12" y="2"/>
                    <a:pt x="13" y="1"/>
                  </a:cubicBezTo>
                  <a:cubicBezTo>
                    <a:pt x="14" y="1"/>
                    <a:pt x="16" y="0"/>
                    <a:pt x="17" y="0"/>
                  </a:cubicBezTo>
                  <a:cubicBezTo>
                    <a:pt x="19" y="0"/>
                    <a:pt x="22" y="1"/>
                    <a:pt x="23" y="2"/>
                  </a:cubicBezTo>
                  <a:cubicBezTo>
                    <a:pt x="24" y="3"/>
                    <a:pt x="24" y="5"/>
                    <a:pt x="24" y="6"/>
                  </a:cubicBezTo>
                  <a:cubicBezTo>
                    <a:pt x="24" y="7"/>
                    <a:pt x="24" y="9"/>
                    <a:pt x="23" y="9"/>
                  </a:cubicBezTo>
                  <a:cubicBezTo>
                    <a:pt x="23" y="11"/>
                    <a:pt x="23" y="13"/>
                    <a:pt x="23" y="14"/>
                  </a:cubicBezTo>
                  <a:cubicBezTo>
                    <a:pt x="23" y="15"/>
                    <a:pt x="21" y="17"/>
                    <a:pt x="21" y="18"/>
                  </a:cubicBezTo>
                  <a:cubicBezTo>
                    <a:pt x="21" y="19"/>
                    <a:pt x="21" y="21"/>
                    <a:pt x="21" y="22"/>
                  </a:cubicBezTo>
                  <a:cubicBezTo>
                    <a:pt x="21" y="23"/>
                    <a:pt x="23" y="24"/>
                    <a:pt x="23" y="24"/>
                  </a:cubicBezTo>
                  <a:cubicBezTo>
                    <a:pt x="23" y="25"/>
                    <a:pt x="23" y="27"/>
                    <a:pt x="23" y="28"/>
                  </a:cubicBezTo>
                  <a:cubicBezTo>
                    <a:pt x="23" y="28"/>
                    <a:pt x="22" y="30"/>
                    <a:pt x="22" y="31"/>
                  </a:cubicBezTo>
                  <a:cubicBezTo>
                    <a:pt x="21" y="31"/>
                    <a:pt x="21" y="32"/>
                    <a:pt x="20" y="33"/>
                  </a:cubicBezTo>
                  <a:cubicBezTo>
                    <a:pt x="19" y="33"/>
                    <a:pt x="17" y="34"/>
                    <a:pt x="17" y="34"/>
                  </a:cubicBezTo>
                  <a:cubicBezTo>
                    <a:pt x="16" y="34"/>
                    <a:pt x="15" y="33"/>
                    <a:pt x="14" y="33"/>
                  </a:cubicBezTo>
                  <a:cubicBezTo>
                    <a:pt x="14" y="32"/>
                    <a:pt x="13" y="30"/>
                    <a:pt x="13" y="29"/>
                  </a:cubicBezTo>
                  <a:cubicBezTo>
                    <a:pt x="13" y="28"/>
                    <a:pt x="14" y="27"/>
                    <a:pt x="14" y="26"/>
                  </a:cubicBezTo>
                  <a:cubicBezTo>
                    <a:pt x="13" y="25"/>
                    <a:pt x="12" y="24"/>
                    <a:pt x="11" y="2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173"/>
            <p:cNvSpPr>
              <a:spLocks/>
            </p:cNvSpPr>
            <p:nvPr/>
          </p:nvSpPr>
          <p:spPr bwMode="auto">
            <a:xfrm>
              <a:off x="6853238" y="1346201"/>
              <a:ext cx="9525" cy="9525"/>
            </a:xfrm>
            <a:custGeom>
              <a:avLst/>
              <a:gdLst/>
              <a:ahLst/>
              <a:cxnLst>
                <a:cxn ang="0">
                  <a:pos x="6" y="5"/>
                </a:cxn>
                <a:cxn ang="0">
                  <a:pos x="2" y="6"/>
                </a:cxn>
                <a:cxn ang="0">
                  <a:pos x="1" y="4"/>
                </a:cxn>
                <a:cxn ang="0">
                  <a:pos x="1" y="1"/>
                </a:cxn>
                <a:cxn ang="0">
                  <a:pos x="3" y="0"/>
                </a:cxn>
                <a:cxn ang="0">
                  <a:pos x="5" y="1"/>
                </a:cxn>
                <a:cxn ang="0">
                  <a:pos x="6" y="3"/>
                </a:cxn>
                <a:cxn ang="0">
                  <a:pos x="6" y="5"/>
                </a:cxn>
              </a:cxnLst>
              <a:rect l="0" t="0" r="r" b="b"/>
              <a:pathLst>
                <a:path w="6" h="6">
                  <a:moveTo>
                    <a:pt x="6" y="5"/>
                  </a:moveTo>
                  <a:cubicBezTo>
                    <a:pt x="5" y="6"/>
                    <a:pt x="3" y="6"/>
                    <a:pt x="2" y="6"/>
                  </a:cubicBezTo>
                  <a:cubicBezTo>
                    <a:pt x="2" y="6"/>
                    <a:pt x="1" y="5"/>
                    <a:pt x="1" y="4"/>
                  </a:cubicBezTo>
                  <a:cubicBezTo>
                    <a:pt x="0" y="3"/>
                    <a:pt x="1" y="2"/>
                    <a:pt x="1" y="1"/>
                  </a:cubicBezTo>
                  <a:cubicBezTo>
                    <a:pt x="1" y="1"/>
                    <a:pt x="2" y="0"/>
                    <a:pt x="3" y="0"/>
                  </a:cubicBezTo>
                  <a:cubicBezTo>
                    <a:pt x="3" y="0"/>
                    <a:pt x="4" y="1"/>
                    <a:pt x="5" y="1"/>
                  </a:cubicBezTo>
                  <a:cubicBezTo>
                    <a:pt x="5" y="2"/>
                    <a:pt x="6" y="3"/>
                    <a:pt x="6" y="3"/>
                  </a:cubicBezTo>
                  <a:cubicBezTo>
                    <a:pt x="6" y="4"/>
                    <a:pt x="6" y="5"/>
                    <a:pt x="6"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174"/>
            <p:cNvSpPr>
              <a:spLocks/>
            </p:cNvSpPr>
            <p:nvPr/>
          </p:nvSpPr>
          <p:spPr bwMode="auto">
            <a:xfrm>
              <a:off x="6799263" y="1246188"/>
              <a:ext cx="17463" cy="23813"/>
            </a:xfrm>
            <a:custGeom>
              <a:avLst/>
              <a:gdLst/>
              <a:ahLst/>
              <a:cxnLst>
                <a:cxn ang="0">
                  <a:pos x="9" y="11"/>
                </a:cxn>
                <a:cxn ang="0">
                  <a:pos x="5" y="14"/>
                </a:cxn>
                <a:cxn ang="0">
                  <a:pos x="3" y="11"/>
                </a:cxn>
                <a:cxn ang="0">
                  <a:pos x="3" y="7"/>
                </a:cxn>
                <a:cxn ang="0">
                  <a:pos x="1" y="5"/>
                </a:cxn>
                <a:cxn ang="0">
                  <a:pos x="0" y="2"/>
                </a:cxn>
                <a:cxn ang="0">
                  <a:pos x="3" y="0"/>
                </a:cxn>
                <a:cxn ang="0">
                  <a:pos x="7" y="2"/>
                </a:cxn>
                <a:cxn ang="0">
                  <a:pos x="9" y="6"/>
                </a:cxn>
                <a:cxn ang="0">
                  <a:pos x="10" y="9"/>
                </a:cxn>
                <a:cxn ang="0">
                  <a:pos x="9" y="11"/>
                </a:cxn>
              </a:cxnLst>
              <a:rect l="0" t="0" r="r" b="b"/>
              <a:pathLst>
                <a:path w="10" h="14">
                  <a:moveTo>
                    <a:pt x="9" y="11"/>
                  </a:moveTo>
                  <a:cubicBezTo>
                    <a:pt x="8" y="12"/>
                    <a:pt x="7" y="14"/>
                    <a:pt x="5" y="14"/>
                  </a:cubicBezTo>
                  <a:cubicBezTo>
                    <a:pt x="5" y="14"/>
                    <a:pt x="3" y="12"/>
                    <a:pt x="3" y="11"/>
                  </a:cubicBezTo>
                  <a:cubicBezTo>
                    <a:pt x="3" y="11"/>
                    <a:pt x="3" y="8"/>
                    <a:pt x="3" y="7"/>
                  </a:cubicBezTo>
                  <a:cubicBezTo>
                    <a:pt x="3" y="7"/>
                    <a:pt x="1" y="6"/>
                    <a:pt x="1" y="5"/>
                  </a:cubicBezTo>
                  <a:cubicBezTo>
                    <a:pt x="0" y="4"/>
                    <a:pt x="0" y="3"/>
                    <a:pt x="0" y="2"/>
                  </a:cubicBezTo>
                  <a:cubicBezTo>
                    <a:pt x="1" y="1"/>
                    <a:pt x="2" y="0"/>
                    <a:pt x="3" y="0"/>
                  </a:cubicBezTo>
                  <a:cubicBezTo>
                    <a:pt x="4" y="0"/>
                    <a:pt x="6" y="1"/>
                    <a:pt x="7" y="2"/>
                  </a:cubicBezTo>
                  <a:cubicBezTo>
                    <a:pt x="8" y="3"/>
                    <a:pt x="9" y="5"/>
                    <a:pt x="9" y="6"/>
                  </a:cubicBezTo>
                  <a:cubicBezTo>
                    <a:pt x="9" y="7"/>
                    <a:pt x="10" y="8"/>
                    <a:pt x="10" y="9"/>
                  </a:cubicBezTo>
                  <a:cubicBezTo>
                    <a:pt x="10" y="9"/>
                    <a:pt x="9" y="11"/>
                    <a:pt x="9" y="1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175"/>
            <p:cNvSpPr>
              <a:spLocks/>
            </p:cNvSpPr>
            <p:nvPr/>
          </p:nvSpPr>
          <p:spPr bwMode="auto">
            <a:xfrm>
              <a:off x="6738938" y="1263651"/>
              <a:ext cx="60325" cy="65088"/>
            </a:xfrm>
            <a:custGeom>
              <a:avLst/>
              <a:gdLst/>
              <a:ahLst/>
              <a:cxnLst>
                <a:cxn ang="0">
                  <a:pos x="34" y="27"/>
                </a:cxn>
                <a:cxn ang="0">
                  <a:pos x="28" y="25"/>
                </a:cxn>
                <a:cxn ang="0">
                  <a:pos x="24" y="20"/>
                </a:cxn>
                <a:cxn ang="0">
                  <a:pos x="23" y="15"/>
                </a:cxn>
                <a:cxn ang="0">
                  <a:pos x="20" y="12"/>
                </a:cxn>
                <a:cxn ang="0">
                  <a:pos x="19" y="13"/>
                </a:cxn>
                <a:cxn ang="0">
                  <a:pos x="18" y="16"/>
                </a:cxn>
                <a:cxn ang="0">
                  <a:pos x="14" y="15"/>
                </a:cxn>
                <a:cxn ang="0">
                  <a:pos x="13" y="11"/>
                </a:cxn>
                <a:cxn ang="0">
                  <a:pos x="11" y="8"/>
                </a:cxn>
                <a:cxn ang="0">
                  <a:pos x="8" y="5"/>
                </a:cxn>
                <a:cxn ang="0">
                  <a:pos x="8" y="3"/>
                </a:cxn>
                <a:cxn ang="0">
                  <a:pos x="5" y="0"/>
                </a:cxn>
                <a:cxn ang="0">
                  <a:pos x="2" y="2"/>
                </a:cxn>
                <a:cxn ang="0">
                  <a:pos x="0" y="5"/>
                </a:cxn>
                <a:cxn ang="0">
                  <a:pos x="1" y="9"/>
                </a:cxn>
                <a:cxn ang="0">
                  <a:pos x="5" y="11"/>
                </a:cxn>
                <a:cxn ang="0">
                  <a:pos x="10" y="15"/>
                </a:cxn>
                <a:cxn ang="0">
                  <a:pos x="11" y="20"/>
                </a:cxn>
                <a:cxn ang="0">
                  <a:pos x="11" y="26"/>
                </a:cxn>
                <a:cxn ang="0">
                  <a:pos x="11" y="31"/>
                </a:cxn>
                <a:cxn ang="0">
                  <a:pos x="14" y="35"/>
                </a:cxn>
                <a:cxn ang="0">
                  <a:pos x="18" y="37"/>
                </a:cxn>
                <a:cxn ang="0">
                  <a:pos x="23" y="38"/>
                </a:cxn>
                <a:cxn ang="0">
                  <a:pos x="27" y="36"/>
                </a:cxn>
                <a:cxn ang="0">
                  <a:pos x="31" y="33"/>
                </a:cxn>
                <a:cxn ang="0">
                  <a:pos x="34" y="31"/>
                </a:cxn>
                <a:cxn ang="0">
                  <a:pos x="34" y="27"/>
                </a:cxn>
              </a:cxnLst>
              <a:rect l="0" t="0" r="r" b="b"/>
              <a:pathLst>
                <a:path w="35" h="38">
                  <a:moveTo>
                    <a:pt x="34" y="27"/>
                  </a:moveTo>
                  <a:cubicBezTo>
                    <a:pt x="34" y="26"/>
                    <a:pt x="28" y="25"/>
                    <a:pt x="28" y="25"/>
                  </a:cubicBezTo>
                  <a:cubicBezTo>
                    <a:pt x="28" y="25"/>
                    <a:pt x="24" y="21"/>
                    <a:pt x="24" y="20"/>
                  </a:cubicBezTo>
                  <a:cubicBezTo>
                    <a:pt x="23" y="19"/>
                    <a:pt x="23" y="16"/>
                    <a:pt x="23" y="15"/>
                  </a:cubicBezTo>
                  <a:cubicBezTo>
                    <a:pt x="23" y="14"/>
                    <a:pt x="21" y="13"/>
                    <a:pt x="20" y="12"/>
                  </a:cubicBezTo>
                  <a:cubicBezTo>
                    <a:pt x="20" y="12"/>
                    <a:pt x="19" y="13"/>
                    <a:pt x="19" y="13"/>
                  </a:cubicBezTo>
                  <a:cubicBezTo>
                    <a:pt x="19" y="14"/>
                    <a:pt x="19" y="15"/>
                    <a:pt x="18" y="16"/>
                  </a:cubicBezTo>
                  <a:cubicBezTo>
                    <a:pt x="17" y="16"/>
                    <a:pt x="15" y="16"/>
                    <a:pt x="14" y="15"/>
                  </a:cubicBezTo>
                  <a:cubicBezTo>
                    <a:pt x="13" y="15"/>
                    <a:pt x="14" y="12"/>
                    <a:pt x="13" y="11"/>
                  </a:cubicBezTo>
                  <a:cubicBezTo>
                    <a:pt x="13" y="10"/>
                    <a:pt x="11" y="9"/>
                    <a:pt x="11" y="8"/>
                  </a:cubicBezTo>
                  <a:cubicBezTo>
                    <a:pt x="10" y="7"/>
                    <a:pt x="8" y="6"/>
                    <a:pt x="8" y="5"/>
                  </a:cubicBezTo>
                  <a:cubicBezTo>
                    <a:pt x="8" y="5"/>
                    <a:pt x="8" y="3"/>
                    <a:pt x="8" y="3"/>
                  </a:cubicBezTo>
                  <a:cubicBezTo>
                    <a:pt x="7" y="2"/>
                    <a:pt x="6" y="0"/>
                    <a:pt x="5" y="0"/>
                  </a:cubicBezTo>
                  <a:cubicBezTo>
                    <a:pt x="4" y="0"/>
                    <a:pt x="3" y="1"/>
                    <a:pt x="2" y="2"/>
                  </a:cubicBezTo>
                  <a:cubicBezTo>
                    <a:pt x="2" y="2"/>
                    <a:pt x="0" y="4"/>
                    <a:pt x="0" y="5"/>
                  </a:cubicBezTo>
                  <a:cubicBezTo>
                    <a:pt x="0" y="6"/>
                    <a:pt x="0" y="8"/>
                    <a:pt x="1" y="9"/>
                  </a:cubicBezTo>
                  <a:cubicBezTo>
                    <a:pt x="1" y="10"/>
                    <a:pt x="4" y="11"/>
                    <a:pt x="5" y="11"/>
                  </a:cubicBezTo>
                  <a:cubicBezTo>
                    <a:pt x="6" y="12"/>
                    <a:pt x="9" y="14"/>
                    <a:pt x="10" y="15"/>
                  </a:cubicBezTo>
                  <a:cubicBezTo>
                    <a:pt x="11" y="16"/>
                    <a:pt x="11" y="19"/>
                    <a:pt x="11" y="20"/>
                  </a:cubicBezTo>
                  <a:cubicBezTo>
                    <a:pt x="11" y="22"/>
                    <a:pt x="11" y="25"/>
                    <a:pt x="11" y="26"/>
                  </a:cubicBezTo>
                  <a:cubicBezTo>
                    <a:pt x="11" y="27"/>
                    <a:pt x="11" y="30"/>
                    <a:pt x="11" y="31"/>
                  </a:cubicBezTo>
                  <a:cubicBezTo>
                    <a:pt x="12" y="32"/>
                    <a:pt x="13" y="34"/>
                    <a:pt x="14" y="35"/>
                  </a:cubicBezTo>
                  <a:cubicBezTo>
                    <a:pt x="15" y="35"/>
                    <a:pt x="17" y="37"/>
                    <a:pt x="18" y="37"/>
                  </a:cubicBezTo>
                  <a:cubicBezTo>
                    <a:pt x="19" y="38"/>
                    <a:pt x="22" y="38"/>
                    <a:pt x="23" y="38"/>
                  </a:cubicBezTo>
                  <a:cubicBezTo>
                    <a:pt x="24" y="38"/>
                    <a:pt x="27" y="37"/>
                    <a:pt x="27" y="36"/>
                  </a:cubicBezTo>
                  <a:cubicBezTo>
                    <a:pt x="29" y="36"/>
                    <a:pt x="30" y="33"/>
                    <a:pt x="31" y="33"/>
                  </a:cubicBezTo>
                  <a:cubicBezTo>
                    <a:pt x="31" y="32"/>
                    <a:pt x="34" y="31"/>
                    <a:pt x="34" y="31"/>
                  </a:cubicBezTo>
                  <a:cubicBezTo>
                    <a:pt x="35" y="30"/>
                    <a:pt x="35" y="28"/>
                    <a:pt x="34" y="2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176"/>
            <p:cNvSpPr>
              <a:spLocks/>
            </p:cNvSpPr>
            <p:nvPr/>
          </p:nvSpPr>
          <p:spPr bwMode="auto">
            <a:xfrm>
              <a:off x="6784976" y="1287463"/>
              <a:ext cx="12700" cy="11113"/>
            </a:xfrm>
            <a:custGeom>
              <a:avLst/>
              <a:gdLst/>
              <a:ahLst/>
              <a:cxnLst>
                <a:cxn ang="0">
                  <a:pos x="7" y="6"/>
                </a:cxn>
                <a:cxn ang="0">
                  <a:pos x="3" y="6"/>
                </a:cxn>
                <a:cxn ang="0">
                  <a:pos x="1" y="4"/>
                </a:cxn>
                <a:cxn ang="0">
                  <a:pos x="1" y="1"/>
                </a:cxn>
                <a:cxn ang="0">
                  <a:pos x="3" y="1"/>
                </a:cxn>
                <a:cxn ang="0">
                  <a:pos x="5" y="3"/>
                </a:cxn>
                <a:cxn ang="0">
                  <a:pos x="7" y="6"/>
                </a:cxn>
              </a:cxnLst>
              <a:rect l="0" t="0" r="r" b="b"/>
              <a:pathLst>
                <a:path w="7" h="7">
                  <a:moveTo>
                    <a:pt x="7" y="6"/>
                  </a:moveTo>
                  <a:cubicBezTo>
                    <a:pt x="7" y="7"/>
                    <a:pt x="4" y="6"/>
                    <a:pt x="3" y="6"/>
                  </a:cubicBezTo>
                  <a:cubicBezTo>
                    <a:pt x="3" y="6"/>
                    <a:pt x="1" y="5"/>
                    <a:pt x="1" y="4"/>
                  </a:cubicBezTo>
                  <a:cubicBezTo>
                    <a:pt x="0" y="3"/>
                    <a:pt x="0" y="1"/>
                    <a:pt x="1" y="1"/>
                  </a:cubicBezTo>
                  <a:cubicBezTo>
                    <a:pt x="1" y="0"/>
                    <a:pt x="2" y="1"/>
                    <a:pt x="3" y="1"/>
                  </a:cubicBezTo>
                  <a:cubicBezTo>
                    <a:pt x="4" y="1"/>
                    <a:pt x="5" y="3"/>
                    <a:pt x="5" y="3"/>
                  </a:cubicBezTo>
                  <a:cubicBezTo>
                    <a:pt x="6" y="4"/>
                    <a:pt x="7" y="5"/>
                    <a:pt x="7"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177"/>
            <p:cNvSpPr>
              <a:spLocks/>
            </p:cNvSpPr>
            <p:nvPr/>
          </p:nvSpPr>
          <p:spPr bwMode="auto">
            <a:xfrm>
              <a:off x="6440488" y="1260476"/>
              <a:ext cx="650875" cy="579438"/>
            </a:xfrm>
            <a:custGeom>
              <a:avLst/>
              <a:gdLst/>
              <a:ahLst/>
              <a:cxnLst>
                <a:cxn ang="0">
                  <a:pos x="346" y="129"/>
                </a:cxn>
                <a:cxn ang="0">
                  <a:pos x="352" y="193"/>
                </a:cxn>
                <a:cxn ang="0">
                  <a:pos x="299" y="163"/>
                </a:cxn>
                <a:cxn ang="0">
                  <a:pos x="278" y="191"/>
                </a:cxn>
                <a:cxn ang="0">
                  <a:pos x="264" y="203"/>
                </a:cxn>
                <a:cxn ang="0">
                  <a:pos x="223" y="218"/>
                </a:cxn>
                <a:cxn ang="0">
                  <a:pos x="227" y="285"/>
                </a:cxn>
                <a:cxn ang="0">
                  <a:pos x="227" y="321"/>
                </a:cxn>
                <a:cxn ang="0">
                  <a:pos x="176" y="323"/>
                </a:cxn>
                <a:cxn ang="0">
                  <a:pos x="116" y="307"/>
                </a:cxn>
                <a:cxn ang="0">
                  <a:pos x="74" y="300"/>
                </a:cxn>
                <a:cxn ang="0">
                  <a:pos x="16" y="311"/>
                </a:cxn>
                <a:cxn ang="0">
                  <a:pos x="2" y="302"/>
                </a:cxn>
                <a:cxn ang="0">
                  <a:pos x="30" y="285"/>
                </a:cxn>
                <a:cxn ang="0">
                  <a:pos x="38" y="282"/>
                </a:cxn>
                <a:cxn ang="0">
                  <a:pos x="67" y="290"/>
                </a:cxn>
                <a:cxn ang="0">
                  <a:pos x="50" y="276"/>
                </a:cxn>
                <a:cxn ang="0">
                  <a:pos x="72" y="270"/>
                </a:cxn>
                <a:cxn ang="0">
                  <a:pos x="62" y="257"/>
                </a:cxn>
                <a:cxn ang="0">
                  <a:pos x="78" y="248"/>
                </a:cxn>
                <a:cxn ang="0">
                  <a:pos x="57" y="240"/>
                </a:cxn>
                <a:cxn ang="0">
                  <a:pos x="71" y="210"/>
                </a:cxn>
                <a:cxn ang="0">
                  <a:pos x="91" y="190"/>
                </a:cxn>
                <a:cxn ang="0">
                  <a:pos x="99" y="148"/>
                </a:cxn>
                <a:cxn ang="0">
                  <a:pos x="118" y="169"/>
                </a:cxn>
                <a:cxn ang="0">
                  <a:pos x="126" y="178"/>
                </a:cxn>
                <a:cxn ang="0">
                  <a:pos x="143" y="177"/>
                </a:cxn>
                <a:cxn ang="0">
                  <a:pos x="119" y="151"/>
                </a:cxn>
                <a:cxn ang="0">
                  <a:pos x="139" y="140"/>
                </a:cxn>
                <a:cxn ang="0">
                  <a:pos x="166" y="166"/>
                </a:cxn>
                <a:cxn ang="0">
                  <a:pos x="169" y="187"/>
                </a:cxn>
                <a:cxn ang="0">
                  <a:pos x="153" y="158"/>
                </a:cxn>
                <a:cxn ang="0">
                  <a:pos x="162" y="134"/>
                </a:cxn>
                <a:cxn ang="0">
                  <a:pos x="142" y="125"/>
                </a:cxn>
                <a:cxn ang="0">
                  <a:pos x="154" y="95"/>
                </a:cxn>
                <a:cxn ang="0">
                  <a:pos x="190" y="83"/>
                </a:cxn>
                <a:cxn ang="0">
                  <a:pos x="182" y="130"/>
                </a:cxn>
                <a:cxn ang="0">
                  <a:pos x="189" y="148"/>
                </a:cxn>
                <a:cxn ang="0">
                  <a:pos x="206" y="122"/>
                </a:cxn>
                <a:cxn ang="0">
                  <a:pos x="196" y="93"/>
                </a:cxn>
                <a:cxn ang="0">
                  <a:pos x="209" y="76"/>
                </a:cxn>
                <a:cxn ang="0">
                  <a:pos x="218" y="65"/>
                </a:cxn>
                <a:cxn ang="0">
                  <a:pos x="227" y="87"/>
                </a:cxn>
                <a:cxn ang="0">
                  <a:pos x="224" y="128"/>
                </a:cxn>
                <a:cxn ang="0">
                  <a:pos x="206" y="170"/>
                </a:cxn>
                <a:cxn ang="0">
                  <a:pos x="230" y="135"/>
                </a:cxn>
                <a:cxn ang="0">
                  <a:pos x="252" y="125"/>
                </a:cxn>
                <a:cxn ang="0">
                  <a:pos x="239" y="85"/>
                </a:cxn>
                <a:cxn ang="0">
                  <a:pos x="260" y="55"/>
                </a:cxn>
                <a:cxn ang="0">
                  <a:pos x="260" y="78"/>
                </a:cxn>
                <a:cxn ang="0">
                  <a:pos x="272" y="73"/>
                </a:cxn>
                <a:cxn ang="0">
                  <a:pos x="276" y="42"/>
                </a:cxn>
                <a:cxn ang="0">
                  <a:pos x="310" y="66"/>
                </a:cxn>
                <a:cxn ang="0">
                  <a:pos x="325" y="73"/>
                </a:cxn>
                <a:cxn ang="0">
                  <a:pos x="320" y="42"/>
                </a:cxn>
                <a:cxn ang="0">
                  <a:pos x="312" y="38"/>
                </a:cxn>
                <a:cxn ang="0">
                  <a:pos x="316" y="23"/>
                </a:cxn>
                <a:cxn ang="0">
                  <a:pos x="286" y="15"/>
                </a:cxn>
                <a:cxn ang="0">
                  <a:pos x="275" y="0"/>
                </a:cxn>
                <a:cxn ang="0">
                  <a:pos x="312" y="19"/>
                </a:cxn>
                <a:cxn ang="0">
                  <a:pos x="336" y="40"/>
                </a:cxn>
                <a:cxn ang="0">
                  <a:pos x="357" y="83"/>
                </a:cxn>
              </a:cxnLst>
              <a:rect l="0" t="0" r="r" b="b"/>
              <a:pathLst>
                <a:path w="377" h="335">
                  <a:moveTo>
                    <a:pt x="376" y="97"/>
                  </a:moveTo>
                  <a:cubicBezTo>
                    <a:pt x="377" y="98"/>
                    <a:pt x="377" y="102"/>
                    <a:pt x="376" y="103"/>
                  </a:cubicBezTo>
                  <a:cubicBezTo>
                    <a:pt x="376" y="104"/>
                    <a:pt x="373" y="106"/>
                    <a:pt x="372" y="107"/>
                  </a:cubicBezTo>
                  <a:cubicBezTo>
                    <a:pt x="371" y="109"/>
                    <a:pt x="370" y="113"/>
                    <a:pt x="368" y="114"/>
                  </a:cubicBezTo>
                  <a:cubicBezTo>
                    <a:pt x="367" y="116"/>
                    <a:pt x="364" y="120"/>
                    <a:pt x="362" y="121"/>
                  </a:cubicBezTo>
                  <a:cubicBezTo>
                    <a:pt x="360" y="122"/>
                    <a:pt x="355" y="123"/>
                    <a:pt x="353" y="123"/>
                  </a:cubicBezTo>
                  <a:cubicBezTo>
                    <a:pt x="352" y="124"/>
                    <a:pt x="349" y="124"/>
                    <a:pt x="349" y="125"/>
                  </a:cubicBezTo>
                  <a:cubicBezTo>
                    <a:pt x="347" y="126"/>
                    <a:pt x="346" y="128"/>
                    <a:pt x="346" y="129"/>
                  </a:cubicBezTo>
                  <a:cubicBezTo>
                    <a:pt x="345" y="131"/>
                    <a:pt x="345" y="134"/>
                    <a:pt x="346" y="135"/>
                  </a:cubicBezTo>
                  <a:cubicBezTo>
                    <a:pt x="346" y="136"/>
                    <a:pt x="348" y="138"/>
                    <a:pt x="348" y="139"/>
                  </a:cubicBezTo>
                  <a:cubicBezTo>
                    <a:pt x="349" y="141"/>
                    <a:pt x="349" y="146"/>
                    <a:pt x="350" y="149"/>
                  </a:cubicBezTo>
                  <a:cubicBezTo>
                    <a:pt x="351" y="150"/>
                    <a:pt x="352" y="153"/>
                    <a:pt x="353" y="155"/>
                  </a:cubicBezTo>
                  <a:cubicBezTo>
                    <a:pt x="355" y="157"/>
                    <a:pt x="360" y="161"/>
                    <a:pt x="361" y="163"/>
                  </a:cubicBezTo>
                  <a:cubicBezTo>
                    <a:pt x="362" y="166"/>
                    <a:pt x="362" y="172"/>
                    <a:pt x="362" y="175"/>
                  </a:cubicBezTo>
                  <a:cubicBezTo>
                    <a:pt x="362" y="178"/>
                    <a:pt x="363" y="184"/>
                    <a:pt x="362" y="187"/>
                  </a:cubicBezTo>
                  <a:cubicBezTo>
                    <a:pt x="360" y="189"/>
                    <a:pt x="355" y="191"/>
                    <a:pt x="352" y="193"/>
                  </a:cubicBezTo>
                  <a:cubicBezTo>
                    <a:pt x="349" y="194"/>
                    <a:pt x="344" y="195"/>
                    <a:pt x="341" y="196"/>
                  </a:cubicBezTo>
                  <a:cubicBezTo>
                    <a:pt x="339" y="196"/>
                    <a:pt x="336" y="196"/>
                    <a:pt x="333" y="197"/>
                  </a:cubicBezTo>
                  <a:cubicBezTo>
                    <a:pt x="332" y="195"/>
                    <a:pt x="330" y="192"/>
                    <a:pt x="329" y="191"/>
                  </a:cubicBezTo>
                  <a:cubicBezTo>
                    <a:pt x="328" y="188"/>
                    <a:pt x="325" y="184"/>
                    <a:pt x="324" y="182"/>
                  </a:cubicBezTo>
                  <a:cubicBezTo>
                    <a:pt x="322" y="179"/>
                    <a:pt x="320" y="174"/>
                    <a:pt x="318" y="171"/>
                  </a:cubicBezTo>
                  <a:cubicBezTo>
                    <a:pt x="316" y="169"/>
                    <a:pt x="312" y="165"/>
                    <a:pt x="310" y="164"/>
                  </a:cubicBezTo>
                  <a:cubicBezTo>
                    <a:pt x="309" y="164"/>
                    <a:pt x="306" y="165"/>
                    <a:pt x="305" y="165"/>
                  </a:cubicBezTo>
                  <a:cubicBezTo>
                    <a:pt x="304" y="164"/>
                    <a:pt x="300" y="163"/>
                    <a:pt x="299" y="163"/>
                  </a:cubicBezTo>
                  <a:cubicBezTo>
                    <a:pt x="297" y="163"/>
                    <a:pt x="294" y="162"/>
                    <a:pt x="292" y="163"/>
                  </a:cubicBezTo>
                  <a:cubicBezTo>
                    <a:pt x="291" y="163"/>
                    <a:pt x="288" y="164"/>
                    <a:pt x="287" y="165"/>
                  </a:cubicBezTo>
                  <a:cubicBezTo>
                    <a:pt x="286" y="166"/>
                    <a:pt x="285" y="168"/>
                    <a:pt x="284" y="168"/>
                  </a:cubicBezTo>
                  <a:cubicBezTo>
                    <a:pt x="284" y="169"/>
                    <a:pt x="283" y="171"/>
                    <a:pt x="282" y="172"/>
                  </a:cubicBezTo>
                  <a:cubicBezTo>
                    <a:pt x="281" y="173"/>
                    <a:pt x="278" y="174"/>
                    <a:pt x="277" y="175"/>
                  </a:cubicBezTo>
                  <a:cubicBezTo>
                    <a:pt x="276" y="176"/>
                    <a:pt x="275" y="179"/>
                    <a:pt x="274" y="181"/>
                  </a:cubicBezTo>
                  <a:cubicBezTo>
                    <a:pt x="274" y="182"/>
                    <a:pt x="275" y="185"/>
                    <a:pt x="275" y="186"/>
                  </a:cubicBezTo>
                  <a:cubicBezTo>
                    <a:pt x="276" y="187"/>
                    <a:pt x="278" y="190"/>
                    <a:pt x="278" y="191"/>
                  </a:cubicBezTo>
                  <a:cubicBezTo>
                    <a:pt x="279" y="192"/>
                    <a:pt x="278" y="195"/>
                    <a:pt x="279" y="195"/>
                  </a:cubicBezTo>
                  <a:cubicBezTo>
                    <a:pt x="279" y="197"/>
                    <a:pt x="281" y="198"/>
                    <a:pt x="281" y="200"/>
                  </a:cubicBezTo>
                  <a:cubicBezTo>
                    <a:pt x="282" y="201"/>
                    <a:pt x="281" y="203"/>
                    <a:pt x="281" y="204"/>
                  </a:cubicBezTo>
                  <a:cubicBezTo>
                    <a:pt x="281" y="205"/>
                    <a:pt x="280" y="208"/>
                    <a:pt x="279" y="208"/>
                  </a:cubicBezTo>
                  <a:cubicBezTo>
                    <a:pt x="278" y="209"/>
                    <a:pt x="276" y="210"/>
                    <a:pt x="274" y="210"/>
                  </a:cubicBezTo>
                  <a:cubicBezTo>
                    <a:pt x="274" y="210"/>
                    <a:pt x="272" y="210"/>
                    <a:pt x="271" y="210"/>
                  </a:cubicBezTo>
                  <a:cubicBezTo>
                    <a:pt x="270" y="209"/>
                    <a:pt x="269" y="207"/>
                    <a:pt x="268" y="206"/>
                  </a:cubicBezTo>
                  <a:cubicBezTo>
                    <a:pt x="267" y="205"/>
                    <a:pt x="265" y="203"/>
                    <a:pt x="264" y="203"/>
                  </a:cubicBezTo>
                  <a:cubicBezTo>
                    <a:pt x="263" y="202"/>
                    <a:pt x="261" y="203"/>
                    <a:pt x="260" y="203"/>
                  </a:cubicBezTo>
                  <a:cubicBezTo>
                    <a:pt x="258" y="203"/>
                    <a:pt x="256" y="204"/>
                    <a:pt x="254" y="205"/>
                  </a:cubicBezTo>
                  <a:cubicBezTo>
                    <a:pt x="254" y="206"/>
                    <a:pt x="253" y="209"/>
                    <a:pt x="252" y="209"/>
                  </a:cubicBezTo>
                  <a:cubicBezTo>
                    <a:pt x="250" y="211"/>
                    <a:pt x="246" y="212"/>
                    <a:pt x="244" y="212"/>
                  </a:cubicBezTo>
                  <a:cubicBezTo>
                    <a:pt x="242" y="213"/>
                    <a:pt x="237" y="212"/>
                    <a:pt x="235" y="212"/>
                  </a:cubicBezTo>
                  <a:cubicBezTo>
                    <a:pt x="233" y="212"/>
                    <a:pt x="229" y="211"/>
                    <a:pt x="227" y="212"/>
                  </a:cubicBezTo>
                  <a:cubicBezTo>
                    <a:pt x="227" y="212"/>
                    <a:pt x="225" y="213"/>
                    <a:pt x="224" y="214"/>
                  </a:cubicBezTo>
                  <a:cubicBezTo>
                    <a:pt x="224" y="215"/>
                    <a:pt x="223" y="217"/>
                    <a:pt x="223" y="218"/>
                  </a:cubicBezTo>
                  <a:cubicBezTo>
                    <a:pt x="223" y="220"/>
                    <a:pt x="224" y="223"/>
                    <a:pt x="225" y="225"/>
                  </a:cubicBezTo>
                  <a:cubicBezTo>
                    <a:pt x="226" y="226"/>
                    <a:pt x="230" y="228"/>
                    <a:pt x="231" y="230"/>
                  </a:cubicBezTo>
                  <a:cubicBezTo>
                    <a:pt x="232" y="231"/>
                    <a:pt x="235" y="233"/>
                    <a:pt x="236" y="235"/>
                  </a:cubicBezTo>
                  <a:cubicBezTo>
                    <a:pt x="236" y="236"/>
                    <a:pt x="237" y="239"/>
                    <a:pt x="237" y="241"/>
                  </a:cubicBezTo>
                  <a:cubicBezTo>
                    <a:pt x="237" y="243"/>
                    <a:pt x="237" y="248"/>
                    <a:pt x="237" y="250"/>
                  </a:cubicBezTo>
                  <a:cubicBezTo>
                    <a:pt x="236" y="253"/>
                    <a:pt x="236" y="260"/>
                    <a:pt x="236" y="263"/>
                  </a:cubicBezTo>
                  <a:cubicBezTo>
                    <a:pt x="235" y="266"/>
                    <a:pt x="232" y="272"/>
                    <a:pt x="231" y="275"/>
                  </a:cubicBezTo>
                  <a:cubicBezTo>
                    <a:pt x="230" y="277"/>
                    <a:pt x="228" y="282"/>
                    <a:pt x="227" y="285"/>
                  </a:cubicBezTo>
                  <a:cubicBezTo>
                    <a:pt x="226" y="287"/>
                    <a:pt x="224" y="290"/>
                    <a:pt x="223" y="292"/>
                  </a:cubicBezTo>
                  <a:cubicBezTo>
                    <a:pt x="222" y="293"/>
                    <a:pt x="219" y="295"/>
                    <a:pt x="218" y="296"/>
                  </a:cubicBezTo>
                  <a:cubicBezTo>
                    <a:pt x="218" y="297"/>
                    <a:pt x="218" y="300"/>
                    <a:pt x="218" y="301"/>
                  </a:cubicBezTo>
                  <a:cubicBezTo>
                    <a:pt x="218" y="302"/>
                    <a:pt x="221" y="304"/>
                    <a:pt x="222" y="305"/>
                  </a:cubicBezTo>
                  <a:cubicBezTo>
                    <a:pt x="223" y="306"/>
                    <a:pt x="225" y="306"/>
                    <a:pt x="226" y="306"/>
                  </a:cubicBezTo>
                  <a:cubicBezTo>
                    <a:pt x="227" y="307"/>
                    <a:pt x="229" y="309"/>
                    <a:pt x="230" y="310"/>
                  </a:cubicBezTo>
                  <a:cubicBezTo>
                    <a:pt x="231" y="311"/>
                    <a:pt x="231" y="314"/>
                    <a:pt x="231" y="315"/>
                  </a:cubicBezTo>
                  <a:cubicBezTo>
                    <a:pt x="230" y="317"/>
                    <a:pt x="228" y="320"/>
                    <a:pt x="227" y="321"/>
                  </a:cubicBezTo>
                  <a:cubicBezTo>
                    <a:pt x="226" y="323"/>
                    <a:pt x="223" y="325"/>
                    <a:pt x="222" y="327"/>
                  </a:cubicBezTo>
                  <a:cubicBezTo>
                    <a:pt x="222" y="328"/>
                    <a:pt x="221" y="331"/>
                    <a:pt x="220" y="332"/>
                  </a:cubicBezTo>
                  <a:cubicBezTo>
                    <a:pt x="219" y="333"/>
                    <a:pt x="216" y="334"/>
                    <a:pt x="215" y="335"/>
                  </a:cubicBezTo>
                  <a:cubicBezTo>
                    <a:pt x="213" y="335"/>
                    <a:pt x="210" y="335"/>
                    <a:pt x="208" y="335"/>
                  </a:cubicBezTo>
                  <a:cubicBezTo>
                    <a:pt x="206" y="334"/>
                    <a:pt x="201" y="332"/>
                    <a:pt x="199" y="331"/>
                  </a:cubicBezTo>
                  <a:cubicBezTo>
                    <a:pt x="198" y="330"/>
                    <a:pt x="194" y="329"/>
                    <a:pt x="192" y="328"/>
                  </a:cubicBezTo>
                  <a:cubicBezTo>
                    <a:pt x="190" y="327"/>
                    <a:pt x="185" y="326"/>
                    <a:pt x="183" y="325"/>
                  </a:cubicBezTo>
                  <a:cubicBezTo>
                    <a:pt x="181" y="325"/>
                    <a:pt x="177" y="324"/>
                    <a:pt x="176" y="323"/>
                  </a:cubicBezTo>
                  <a:cubicBezTo>
                    <a:pt x="173" y="322"/>
                    <a:pt x="169" y="321"/>
                    <a:pt x="167" y="320"/>
                  </a:cubicBezTo>
                  <a:cubicBezTo>
                    <a:pt x="166" y="319"/>
                    <a:pt x="162" y="319"/>
                    <a:pt x="161" y="318"/>
                  </a:cubicBezTo>
                  <a:cubicBezTo>
                    <a:pt x="158" y="317"/>
                    <a:pt x="152" y="315"/>
                    <a:pt x="149" y="315"/>
                  </a:cubicBezTo>
                  <a:cubicBezTo>
                    <a:pt x="148" y="315"/>
                    <a:pt x="144" y="316"/>
                    <a:pt x="143" y="316"/>
                  </a:cubicBezTo>
                  <a:cubicBezTo>
                    <a:pt x="141" y="316"/>
                    <a:pt x="138" y="318"/>
                    <a:pt x="136" y="318"/>
                  </a:cubicBezTo>
                  <a:cubicBezTo>
                    <a:pt x="134" y="318"/>
                    <a:pt x="131" y="317"/>
                    <a:pt x="129" y="316"/>
                  </a:cubicBezTo>
                  <a:cubicBezTo>
                    <a:pt x="128" y="315"/>
                    <a:pt x="125" y="312"/>
                    <a:pt x="124" y="312"/>
                  </a:cubicBezTo>
                  <a:cubicBezTo>
                    <a:pt x="122" y="310"/>
                    <a:pt x="118" y="308"/>
                    <a:pt x="116" y="307"/>
                  </a:cubicBezTo>
                  <a:cubicBezTo>
                    <a:pt x="114" y="307"/>
                    <a:pt x="112" y="308"/>
                    <a:pt x="110" y="308"/>
                  </a:cubicBezTo>
                  <a:cubicBezTo>
                    <a:pt x="109" y="308"/>
                    <a:pt x="105" y="310"/>
                    <a:pt x="104" y="310"/>
                  </a:cubicBezTo>
                  <a:cubicBezTo>
                    <a:pt x="103" y="310"/>
                    <a:pt x="102" y="311"/>
                    <a:pt x="101" y="311"/>
                  </a:cubicBezTo>
                  <a:cubicBezTo>
                    <a:pt x="101" y="311"/>
                    <a:pt x="100" y="312"/>
                    <a:pt x="100" y="313"/>
                  </a:cubicBezTo>
                  <a:cubicBezTo>
                    <a:pt x="99" y="311"/>
                    <a:pt x="98" y="309"/>
                    <a:pt x="97" y="308"/>
                  </a:cubicBezTo>
                  <a:cubicBezTo>
                    <a:pt x="96" y="306"/>
                    <a:pt x="93" y="302"/>
                    <a:pt x="91" y="301"/>
                  </a:cubicBezTo>
                  <a:cubicBezTo>
                    <a:pt x="89" y="300"/>
                    <a:pt x="86" y="300"/>
                    <a:pt x="85" y="300"/>
                  </a:cubicBezTo>
                  <a:cubicBezTo>
                    <a:pt x="82" y="300"/>
                    <a:pt x="76" y="299"/>
                    <a:pt x="74" y="300"/>
                  </a:cubicBezTo>
                  <a:cubicBezTo>
                    <a:pt x="72" y="300"/>
                    <a:pt x="68" y="302"/>
                    <a:pt x="67" y="303"/>
                  </a:cubicBezTo>
                  <a:cubicBezTo>
                    <a:pt x="64" y="303"/>
                    <a:pt x="60" y="303"/>
                    <a:pt x="57" y="303"/>
                  </a:cubicBezTo>
                  <a:cubicBezTo>
                    <a:pt x="56" y="303"/>
                    <a:pt x="53" y="303"/>
                    <a:pt x="52" y="304"/>
                  </a:cubicBezTo>
                  <a:cubicBezTo>
                    <a:pt x="50" y="304"/>
                    <a:pt x="46" y="307"/>
                    <a:pt x="44" y="307"/>
                  </a:cubicBezTo>
                  <a:cubicBezTo>
                    <a:pt x="42" y="308"/>
                    <a:pt x="38" y="308"/>
                    <a:pt x="36" y="308"/>
                  </a:cubicBezTo>
                  <a:cubicBezTo>
                    <a:pt x="33" y="308"/>
                    <a:pt x="30" y="307"/>
                    <a:pt x="28" y="307"/>
                  </a:cubicBezTo>
                  <a:cubicBezTo>
                    <a:pt x="26" y="307"/>
                    <a:pt x="23" y="307"/>
                    <a:pt x="22" y="307"/>
                  </a:cubicBezTo>
                  <a:cubicBezTo>
                    <a:pt x="20" y="308"/>
                    <a:pt x="17" y="310"/>
                    <a:pt x="16" y="311"/>
                  </a:cubicBezTo>
                  <a:cubicBezTo>
                    <a:pt x="15" y="312"/>
                    <a:pt x="12" y="315"/>
                    <a:pt x="10" y="315"/>
                  </a:cubicBezTo>
                  <a:cubicBezTo>
                    <a:pt x="8" y="316"/>
                    <a:pt x="4" y="316"/>
                    <a:pt x="2" y="315"/>
                  </a:cubicBezTo>
                  <a:cubicBezTo>
                    <a:pt x="2" y="315"/>
                    <a:pt x="1" y="314"/>
                    <a:pt x="0" y="314"/>
                  </a:cubicBezTo>
                  <a:cubicBezTo>
                    <a:pt x="2" y="314"/>
                    <a:pt x="3" y="314"/>
                    <a:pt x="3" y="314"/>
                  </a:cubicBezTo>
                  <a:cubicBezTo>
                    <a:pt x="4" y="313"/>
                    <a:pt x="5" y="311"/>
                    <a:pt x="5" y="311"/>
                  </a:cubicBezTo>
                  <a:cubicBezTo>
                    <a:pt x="5" y="310"/>
                    <a:pt x="5" y="308"/>
                    <a:pt x="5" y="307"/>
                  </a:cubicBezTo>
                  <a:cubicBezTo>
                    <a:pt x="5" y="306"/>
                    <a:pt x="4" y="305"/>
                    <a:pt x="3" y="304"/>
                  </a:cubicBezTo>
                  <a:cubicBezTo>
                    <a:pt x="3" y="304"/>
                    <a:pt x="2" y="302"/>
                    <a:pt x="2" y="302"/>
                  </a:cubicBezTo>
                  <a:cubicBezTo>
                    <a:pt x="2" y="301"/>
                    <a:pt x="2" y="300"/>
                    <a:pt x="3" y="299"/>
                  </a:cubicBezTo>
                  <a:cubicBezTo>
                    <a:pt x="3" y="299"/>
                    <a:pt x="5" y="298"/>
                    <a:pt x="5" y="297"/>
                  </a:cubicBezTo>
                  <a:cubicBezTo>
                    <a:pt x="6" y="296"/>
                    <a:pt x="8" y="293"/>
                    <a:pt x="10" y="292"/>
                  </a:cubicBezTo>
                  <a:cubicBezTo>
                    <a:pt x="11" y="291"/>
                    <a:pt x="13" y="291"/>
                    <a:pt x="13" y="291"/>
                  </a:cubicBezTo>
                  <a:cubicBezTo>
                    <a:pt x="15" y="290"/>
                    <a:pt x="18" y="288"/>
                    <a:pt x="19" y="288"/>
                  </a:cubicBezTo>
                  <a:cubicBezTo>
                    <a:pt x="20" y="287"/>
                    <a:pt x="21" y="285"/>
                    <a:pt x="22" y="285"/>
                  </a:cubicBezTo>
                  <a:cubicBezTo>
                    <a:pt x="23" y="284"/>
                    <a:pt x="25" y="283"/>
                    <a:pt x="26" y="283"/>
                  </a:cubicBezTo>
                  <a:cubicBezTo>
                    <a:pt x="27" y="283"/>
                    <a:pt x="29" y="284"/>
                    <a:pt x="30" y="285"/>
                  </a:cubicBezTo>
                  <a:cubicBezTo>
                    <a:pt x="30" y="285"/>
                    <a:pt x="30" y="287"/>
                    <a:pt x="30" y="288"/>
                  </a:cubicBezTo>
                  <a:cubicBezTo>
                    <a:pt x="31" y="288"/>
                    <a:pt x="32" y="289"/>
                    <a:pt x="33" y="290"/>
                  </a:cubicBezTo>
                  <a:cubicBezTo>
                    <a:pt x="33" y="290"/>
                    <a:pt x="35" y="292"/>
                    <a:pt x="36" y="293"/>
                  </a:cubicBezTo>
                  <a:cubicBezTo>
                    <a:pt x="36" y="293"/>
                    <a:pt x="38" y="293"/>
                    <a:pt x="38" y="293"/>
                  </a:cubicBezTo>
                  <a:cubicBezTo>
                    <a:pt x="39" y="293"/>
                    <a:pt x="39" y="291"/>
                    <a:pt x="39" y="291"/>
                  </a:cubicBezTo>
                  <a:cubicBezTo>
                    <a:pt x="39" y="290"/>
                    <a:pt x="37" y="289"/>
                    <a:pt x="36" y="288"/>
                  </a:cubicBezTo>
                  <a:cubicBezTo>
                    <a:pt x="36" y="287"/>
                    <a:pt x="36" y="285"/>
                    <a:pt x="36" y="284"/>
                  </a:cubicBezTo>
                  <a:cubicBezTo>
                    <a:pt x="36" y="283"/>
                    <a:pt x="37" y="282"/>
                    <a:pt x="38" y="282"/>
                  </a:cubicBezTo>
                  <a:cubicBezTo>
                    <a:pt x="39" y="281"/>
                    <a:pt x="42" y="281"/>
                    <a:pt x="43" y="280"/>
                  </a:cubicBezTo>
                  <a:cubicBezTo>
                    <a:pt x="44" y="280"/>
                    <a:pt x="47" y="280"/>
                    <a:pt x="48" y="281"/>
                  </a:cubicBezTo>
                  <a:cubicBezTo>
                    <a:pt x="49" y="281"/>
                    <a:pt x="50" y="282"/>
                    <a:pt x="50" y="282"/>
                  </a:cubicBezTo>
                  <a:cubicBezTo>
                    <a:pt x="51" y="283"/>
                    <a:pt x="53" y="285"/>
                    <a:pt x="54" y="286"/>
                  </a:cubicBezTo>
                  <a:cubicBezTo>
                    <a:pt x="54" y="287"/>
                    <a:pt x="55" y="288"/>
                    <a:pt x="56" y="288"/>
                  </a:cubicBezTo>
                  <a:cubicBezTo>
                    <a:pt x="57" y="289"/>
                    <a:pt x="60" y="288"/>
                    <a:pt x="61" y="289"/>
                  </a:cubicBezTo>
                  <a:cubicBezTo>
                    <a:pt x="62" y="289"/>
                    <a:pt x="63" y="290"/>
                    <a:pt x="64" y="290"/>
                  </a:cubicBezTo>
                  <a:cubicBezTo>
                    <a:pt x="65" y="290"/>
                    <a:pt x="66" y="291"/>
                    <a:pt x="67" y="290"/>
                  </a:cubicBezTo>
                  <a:cubicBezTo>
                    <a:pt x="67" y="290"/>
                    <a:pt x="69" y="289"/>
                    <a:pt x="69" y="289"/>
                  </a:cubicBezTo>
                  <a:cubicBezTo>
                    <a:pt x="69" y="288"/>
                    <a:pt x="68" y="285"/>
                    <a:pt x="68" y="285"/>
                  </a:cubicBezTo>
                  <a:cubicBezTo>
                    <a:pt x="67" y="284"/>
                    <a:pt x="66" y="283"/>
                    <a:pt x="65" y="282"/>
                  </a:cubicBezTo>
                  <a:cubicBezTo>
                    <a:pt x="64" y="282"/>
                    <a:pt x="62" y="282"/>
                    <a:pt x="60" y="282"/>
                  </a:cubicBezTo>
                  <a:cubicBezTo>
                    <a:pt x="60" y="282"/>
                    <a:pt x="58" y="281"/>
                    <a:pt x="57" y="281"/>
                  </a:cubicBezTo>
                  <a:cubicBezTo>
                    <a:pt x="57" y="280"/>
                    <a:pt x="57" y="278"/>
                    <a:pt x="56" y="277"/>
                  </a:cubicBezTo>
                  <a:cubicBezTo>
                    <a:pt x="55" y="277"/>
                    <a:pt x="54" y="276"/>
                    <a:pt x="53" y="275"/>
                  </a:cubicBezTo>
                  <a:cubicBezTo>
                    <a:pt x="52" y="275"/>
                    <a:pt x="50" y="276"/>
                    <a:pt x="50" y="276"/>
                  </a:cubicBezTo>
                  <a:cubicBezTo>
                    <a:pt x="49" y="275"/>
                    <a:pt x="47" y="275"/>
                    <a:pt x="47" y="274"/>
                  </a:cubicBezTo>
                  <a:cubicBezTo>
                    <a:pt x="46" y="273"/>
                    <a:pt x="47" y="271"/>
                    <a:pt x="47" y="270"/>
                  </a:cubicBezTo>
                  <a:cubicBezTo>
                    <a:pt x="48" y="269"/>
                    <a:pt x="49" y="268"/>
                    <a:pt x="50" y="267"/>
                  </a:cubicBezTo>
                  <a:cubicBezTo>
                    <a:pt x="52" y="267"/>
                    <a:pt x="54" y="266"/>
                    <a:pt x="56" y="266"/>
                  </a:cubicBezTo>
                  <a:cubicBezTo>
                    <a:pt x="56" y="266"/>
                    <a:pt x="58" y="265"/>
                    <a:pt x="59" y="265"/>
                  </a:cubicBezTo>
                  <a:cubicBezTo>
                    <a:pt x="60" y="265"/>
                    <a:pt x="62" y="266"/>
                    <a:pt x="64" y="267"/>
                  </a:cubicBezTo>
                  <a:cubicBezTo>
                    <a:pt x="65" y="267"/>
                    <a:pt x="68" y="267"/>
                    <a:pt x="69" y="268"/>
                  </a:cubicBezTo>
                  <a:cubicBezTo>
                    <a:pt x="70" y="268"/>
                    <a:pt x="71" y="269"/>
                    <a:pt x="72" y="270"/>
                  </a:cubicBezTo>
                  <a:cubicBezTo>
                    <a:pt x="73" y="270"/>
                    <a:pt x="74" y="273"/>
                    <a:pt x="75" y="273"/>
                  </a:cubicBezTo>
                  <a:cubicBezTo>
                    <a:pt x="76" y="273"/>
                    <a:pt x="78" y="271"/>
                    <a:pt x="78" y="270"/>
                  </a:cubicBezTo>
                  <a:cubicBezTo>
                    <a:pt x="78" y="269"/>
                    <a:pt x="76" y="267"/>
                    <a:pt x="75" y="266"/>
                  </a:cubicBezTo>
                  <a:cubicBezTo>
                    <a:pt x="74" y="265"/>
                    <a:pt x="72" y="265"/>
                    <a:pt x="72" y="264"/>
                  </a:cubicBezTo>
                  <a:cubicBezTo>
                    <a:pt x="71" y="264"/>
                    <a:pt x="70" y="262"/>
                    <a:pt x="70" y="262"/>
                  </a:cubicBezTo>
                  <a:cubicBezTo>
                    <a:pt x="69" y="262"/>
                    <a:pt x="67" y="262"/>
                    <a:pt x="66" y="262"/>
                  </a:cubicBezTo>
                  <a:cubicBezTo>
                    <a:pt x="65" y="262"/>
                    <a:pt x="63" y="261"/>
                    <a:pt x="62" y="260"/>
                  </a:cubicBezTo>
                  <a:cubicBezTo>
                    <a:pt x="62" y="260"/>
                    <a:pt x="61" y="258"/>
                    <a:pt x="62" y="257"/>
                  </a:cubicBezTo>
                  <a:cubicBezTo>
                    <a:pt x="62" y="256"/>
                    <a:pt x="65" y="257"/>
                    <a:pt x="66" y="256"/>
                  </a:cubicBezTo>
                  <a:cubicBezTo>
                    <a:pt x="66" y="255"/>
                    <a:pt x="65" y="253"/>
                    <a:pt x="66" y="252"/>
                  </a:cubicBezTo>
                  <a:cubicBezTo>
                    <a:pt x="66" y="252"/>
                    <a:pt x="67" y="250"/>
                    <a:pt x="68" y="250"/>
                  </a:cubicBezTo>
                  <a:cubicBezTo>
                    <a:pt x="69" y="250"/>
                    <a:pt x="71" y="250"/>
                    <a:pt x="72" y="250"/>
                  </a:cubicBezTo>
                  <a:cubicBezTo>
                    <a:pt x="73" y="250"/>
                    <a:pt x="74" y="250"/>
                    <a:pt x="75" y="250"/>
                  </a:cubicBezTo>
                  <a:cubicBezTo>
                    <a:pt x="75" y="251"/>
                    <a:pt x="76" y="252"/>
                    <a:pt x="76" y="252"/>
                  </a:cubicBezTo>
                  <a:cubicBezTo>
                    <a:pt x="77" y="252"/>
                    <a:pt x="78" y="252"/>
                    <a:pt x="79" y="251"/>
                  </a:cubicBezTo>
                  <a:cubicBezTo>
                    <a:pt x="79" y="251"/>
                    <a:pt x="79" y="249"/>
                    <a:pt x="78" y="248"/>
                  </a:cubicBezTo>
                  <a:cubicBezTo>
                    <a:pt x="78" y="247"/>
                    <a:pt x="76" y="244"/>
                    <a:pt x="75" y="244"/>
                  </a:cubicBezTo>
                  <a:cubicBezTo>
                    <a:pt x="74" y="243"/>
                    <a:pt x="71" y="242"/>
                    <a:pt x="70" y="242"/>
                  </a:cubicBezTo>
                  <a:cubicBezTo>
                    <a:pt x="69" y="242"/>
                    <a:pt x="67" y="242"/>
                    <a:pt x="65" y="242"/>
                  </a:cubicBezTo>
                  <a:cubicBezTo>
                    <a:pt x="65" y="242"/>
                    <a:pt x="63" y="242"/>
                    <a:pt x="62" y="243"/>
                  </a:cubicBezTo>
                  <a:cubicBezTo>
                    <a:pt x="61" y="243"/>
                    <a:pt x="61" y="245"/>
                    <a:pt x="61" y="246"/>
                  </a:cubicBezTo>
                  <a:cubicBezTo>
                    <a:pt x="60" y="246"/>
                    <a:pt x="59" y="246"/>
                    <a:pt x="59" y="246"/>
                  </a:cubicBezTo>
                  <a:cubicBezTo>
                    <a:pt x="58" y="246"/>
                    <a:pt x="57" y="244"/>
                    <a:pt x="56" y="244"/>
                  </a:cubicBezTo>
                  <a:cubicBezTo>
                    <a:pt x="56" y="243"/>
                    <a:pt x="56" y="241"/>
                    <a:pt x="57" y="240"/>
                  </a:cubicBezTo>
                  <a:cubicBezTo>
                    <a:pt x="57" y="239"/>
                    <a:pt x="58" y="238"/>
                    <a:pt x="59" y="237"/>
                  </a:cubicBezTo>
                  <a:cubicBezTo>
                    <a:pt x="59" y="237"/>
                    <a:pt x="60" y="235"/>
                    <a:pt x="60" y="234"/>
                  </a:cubicBezTo>
                  <a:cubicBezTo>
                    <a:pt x="60" y="233"/>
                    <a:pt x="59" y="231"/>
                    <a:pt x="59" y="230"/>
                  </a:cubicBezTo>
                  <a:cubicBezTo>
                    <a:pt x="60" y="229"/>
                    <a:pt x="60" y="228"/>
                    <a:pt x="61" y="227"/>
                  </a:cubicBezTo>
                  <a:cubicBezTo>
                    <a:pt x="62" y="226"/>
                    <a:pt x="63" y="224"/>
                    <a:pt x="64" y="223"/>
                  </a:cubicBezTo>
                  <a:cubicBezTo>
                    <a:pt x="65" y="222"/>
                    <a:pt x="68" y="219"/>
                    <a:pt x="69" y="218"/>
                  </a:cubicBezTo>
                  <a:cubicBezTo>
                    <a:pt x="69" y="217"/>
                    <a:pt x="69" y="214"/>
                    <a:pt x="69" y="213"/>
                  </a:cubicBezTo>
                  <a:cubicBezTo>
                    <a:pt x="69" y="212"/>
                    <a:pt x="70" y="211"/>
                    <a:pt x="71" y="210"/>
                  </a:cubicBezTo>
                  <a:cubicBezTo>
                    <a:pt x="72" y="210"/>
                    <a:pt x="76" y="211"/>
                    <a:pt x="77" y="210"/>
                  </a:cubicBezTo>
                  <a:cubicBezTo>
                    <a:pt x="78" y="210"/>
                    <a:pt x="80" y="208"/>
                    <a:pt x="80" y="207"/>
                  </a:cubicBezTo>
                  <a:cubicBezTo>
                    <a:pt x="81" y="207"/>
                    <a:pt x="84" y="205"/>
                    <a:pt x="85" y="205"/>
                  </a:cubicBezTo>
                  <a:cubicBezTo>
                    <a:pt x="86" y="205"/>
                    <a:pt x="88" y="206"/>
                    <a:pt x="88" y="205"/>
                  </a:cubicBezTo>
                  <a:cubicBezTo>
                    <a:pt x="90" y="205"/>
                    <a:pt x="92" y="205"/>
                    <a:pt x="93" y="204"/>
                  </a:cubicBezTo>
                  <a:cubicBezTo>
                    <a:pt x="94" y="203"/>
                    <a:pt x="94" y="200"/>
                    <a:pt x="94" y="199"/>
                  </a:cubicBezTo>
                  <a:cubicBezTo>
                    <a:pt x="94" y="198"/>
                    <a:pt x="94" y="195"/>
                    <a:pt x="94" y="194"/>
                  </a:cubicBezTo>
                  <a:cubicBezTo>
                    <a:pt x="93" y="193"/>
                    <a:pt x="92" y="191"/>
                    <a:pt x="91" y="190"/>
                  </a:cubicBezTo>
                  <a:cubicBezTo>
                    <a:pt x="91" y="189"/>
                    <a:pt x="90" y="187"/>
                    <a:pt x="90" y="186"/>
                  </a:cubicBezTo>
                  <a:cubicBezTo>
                    <a:pt x="90" y="184"/>
                    <a:pt x="89" y="182"/>
                    <a:pt x="89" y="180"/>
                  </a:cubicBezTo>
                  <a:cubicBezTo>
                    <a:pt x="89" y="179"/>
                    <a:pt x="90" y="177"/>
                    <a:pt x="90" y="176"/>
                  </a:cubicBezTo>
                  <a:cubicBezTo>
                    <a:pt x="91" y="174"/>
                    <a:pt x="93" y="170"/>
                    <a:pt x="94" y="168"/>
                  </a:cubicBezTo>
                  <a:cubicBezTo>
                    <a:pt x="95" y="166"/>
                    <a:pt x="97" y="163"/>
                    <a:pt x="97" y="162"/>
                  </a:cubicBezTo>
                  <a:cubicBezTo>
                    <a:pt x="98" y="160"/>
                    <a:pt x="98" y="157"/>
                    <a:pt x="98" y="155"/>
                  </a:cubicBezTo>
                  <a:cubicBezTo>
                    <a:pt x="98" y="154"/>
                    <a:pt x="97" y="152"/>
                    <a:pt x="97" y="151"/>
                  </a:cubicBezTo>
                  <a:cubicBezTo>
                    <a:pt x="97" y="150"/>
                    <a:pt x="98" y="148"/>
                    <a:pt x="99" y="148"/>
                  </a:cubicBezTo>
                  <a:cubicBezTo>
                    <a:pt x="99" y="147"/>
                    <a:pt x="101" y="146"/>
                    <a:pt x="102" y="146"/>
                  </a:cubicBezTo>
                  <a:cubicBezTo>
                    <a:pt x="103" y="146"/>
                    <a:pt x="106" y="146"/>
                    <a:pt x="106" y="146"/>
                  </a:cubicBezTo>
                  <a:cubicBezTo>
                    <a:pt x="107" y="147"/>
                    <a:pt x="108" y="148"/>
                    <a:pt x="108" y="149"/>
                  </a:cubicBezTo>
                  <a:cubicBezTo>
                    <a:pt x="109" y="150"/>
                    <a:pt x="110" y="152"/>
                    <a:pt x="110" y="153"/>
                  </a:cubicBezTo>
                  <a:cubicBezTo>
                    <a:pt x="110" y="155"/>
                    <a:pt x="109" y="158"/>
                    <a:pt x="110" y="159"/>
                  </a:cubicBezTo>
                  <a:cubicBezTo>
                    <a:pt x="111" y="160"/>
                    <a:pt x="114" y="160"/>
                    <a:pt x="115" y="161"/>
                  </a:cubicBezTo>
                  <a:cubicBezTo>
                    <a:pt x="116" y="162"/>
                    <a:pt x="118" y="164"/>
                    <a:pt x="118" y="165"/>
                  </a:cubicBezTo>
                  <a:cubicBezTo>
                    <a:pt x="118" y="166"/>
                    <a:pt x="118" y="168"/>
                    <a:pt x="118" y="169"/>
                  </a:cubicBezTo>
                  <a:cubicBezTo>
                    <a:pt x="118" y="170"/>
                    <a:pt x="117" y="171"/>
                    <a:pt x="117" y="172"/>
                  </a:cubicBezTo>
                  <a:cubicBezTo>
                    <a:pt x="117" y="173"/>
                    <a:pt x="116" y="175"/>
                    <a:pt x="116" y="175"/>
                  </a:cubicBezTo>
                  <a:cubicBezTo>
                    <a:pt x="117" y="176"/>
                    <a:pt x="117" y="178"/>
                    <a:pt x="118" y="178"/>
                  </a:cubicBezTo>
                  <a:cubicBezTo>
                    <a:pt x="118" y="179"/>
                    <a:pt x="119" y="181"/>
                    <a:pt x="119" y="181"/>
                  </a:cubicBezTo>
                  <a:cubicBezTo>
                    <a:pt x="120" y="182"/>
                    <a:pt x="121" y="181"/>
                    <a:pt x="121" y="181"/>
                  </a:cubicBezTo>
                  <a:cubicBezTo>
                    <a:pt x="122" y="180"/>
                    <a:pt x="121" y="177"/>
                    <a:pt x="122" y="176"/>
                  </a:cubicBezTo>
                  <a:cubicBezTo>
                    <a:pt x="122" y="176"/>
                    <a:pt x="123" y="175"/>
                    <a:pt x="124" y="175"/>
                  </a:cubicBezTo>
                  <a:cubicBezTo>
                    <a:pt x="125" y="175"/>
                    <a:pt x="125" y="177"/>
                    <a:pt x="126" y="178"/>
                  </a:cubicBezTo>
                  <a:cubicBezTo>
                    <a:pt x="126" y="178"/>
                    <a:pt x="127" y="180"/>
                    <a:pt x="127" y="180"/>
                  </a:cubicBezTo>
                  <a:cubicBezTo>
                    <a:pt x="128" y="180"/>
                    <a:pt x="129" y="180"/>
                    <a:pt x="129" y="180"/>
                  </a:cubicBezTo>
                  <a:cubicBezTo>
                    <a:pt x="130" y="179"/>
                    <a:pt x="131" y="178"/>
                    <a:pt x="131" y="177"/>
                  </a:cubicBezTo>
                  <a:cubicBezTo>
                    <a:pt x="131" y="176"/>
                    <a:pt x="130" y="174"/>
                    <a:pt x="130" y="173"/>
                  </a:cubicBezTo>
                  <a:cubicBezTo>
                    <a:pt x="130" y="172"/>
                    <a:pt x="132" y="171"/>
                    <a:pt x="133" y="171"/>
                  </a:cubicBezTo>
                  <a:cubicBezTo>
                    <a:pt x="134" y="170"/>
                    <a:pt x="136" y="171"/>
                    <a:pt x="136" y="172"/>
                  </a:cubicBezTo>
                  <a:cubicBezTo>
                    <a:pt x="137" y="173"/>
                    <a:pt x="139" y="176"/>
                    <a:pt x="140" y="176"/>
                  </a:cubicBezTo>
                  <a:cubicBezTo>
                    <a:pt x="140" y="177"/>
                    <a:pt x="142" y="177"/>
                    <a:pt x="143" y="177"/>
                  </a:cubicBezTo>
                  <a:cubicBezTo>
                    <a:pt x="144" y="178"/>
                    <a:pt x="146" y="179"/>
                    <a:pt x="147" y="178"/>
                  </a:cubicBezTo>
                  <a:cubicBezTo>
                    <a:pt x="148" y="177"/>
                    <a:pt x="149" y="174"/>
                    <a:pt x="148" y="173"/>
                  </a:cubicBezTo>
                  <a:cubicBezTo>
                    <a:pt x="148" y="172"/>
                    <a:pt x="147" y="171"/>
                    <a:pt x="146" y="170"/>
                  </a:cubicBezTo>
                  <a:cubicBezTo>
                    <a:pt x="145" y="170"/>
                    <a:pt x="142" y="168"/>
                    <a:pt x="141" y="167"/>
                  </a:cubicBezTo>
                  <a:cubicBezTo>
                    <a:pt x="139" y="166"/>
                    <a:pt x="135" y="166"/>
                    <a:pt x="133" y="165"/>
                  </a:cubicBezTo>
                  <a:cubicBezTo>
                    <a:pt x="131" y="165"/>
                    <a:pt x="128" y="161"/>
                    <a:pt x="128" y="161"/>
                  </a:cubicBezTo>
                  <a:cubicBezTo>
                    <a:pt x="127" y="161"/>
                    <a:pt x="124" y="158"/>
                    <a:pt x="123" y="156"/>
                  </a:cubicBezTo>
                  <a:cubicBezTo>
                    <a:pt x="122" y="155"/>
                    <a:pt x="120" y="152"/>
                    <a:pt x="119" y="151"/>
                  </a:cubicBezTo>
                  <a:cubicBezTo>
                    <a:pt x="118" y="150"/>
                    <a:pt x="116" y="150"/>
                    <a:pt x="115" y="149"/>
                  </a:cubicBezTo>
                  <a:cubicBezTo>
                    <a:pt x="115" y="148"/>
                    <a:pt x="115" y="145"/>
                    <a:pt x="115" y="144"/>
                  </a:cubicBezTo>
                  <a:cubicBezTo>
                    <a:pt x="116" y="142"/>
                    <a:pt x="118" y="139"/>
                    <a:pt x="119" y="137"/>
                  </a:cubicBezTo>
                  <a:cubicBezTo>
                    <a:pt x="120" y="136"/>
                    <a:pt x="124" y="134"/>
                    <a:pt x="125" y="134"/>
                  </a:cubicBezTo>
                  <a:cubicBezTo>
                    <a:pt x="127" y="134"/>
                    <a:pt x="129" y="135"/>
                    <a:pt x="131" y="135"/>
                  </a:cubicBezTo>
                  <a:cubicBezTo>
                    <a:pt x="132" y="135"/>
                    <a:pt x="134" y="134"/>
                    <a:pt x="135" y="134"/>
                  </a:cubicBezTo>
                  <a:cubicBezTo>
                    <a:pt x="136" y="134"/>
                    <a:pt x="138" y="136"/>
                    <a:pt x="138" y="137"/>
                  </a:cubicBezTo>
                  <a:cubicBezTo>
                    <a:pt x="139" y="137"/>
                    <a:pt x="139" y="140"/>
                    <a:pt x="139" y="140"/>
                  </a:cubicBezTo>
                  <a:cubicBezTo>
                    <a:pt x="139" y="142"/>
                    <a:pt x="140" y="146"/>
                    <a:pt x="141" y="148"/>
                  </a:cubicBezTo>
                  <a:cubicBezTo>
                    <a:pt x="142" y="149"/>
                    <a:pt x="144" y="151"/>
                    <a:pt x="145" y="152"/>
                  </a:cubicBezTo>
                  <a:cubicBezTo>
                    <a:pt x="145" y="153"/>
                    <a:pt x="146" y="155"/>
                    <a:pt x="147" y="156"/>
                  </a:cubicBezTo>
                  <a:cubicBezTo>
                    <a:pt x="147" y="157"/>
                    <a:pt x="148" y="159"/>
                    <a:pt x="149" y="160"/>
                  </a:cubicBezTo>
                  <a:cubicBezTo>
                    <a:pt x="149" y="161"/>
                    <a:pt x="150" y="162"/>
                    <a:pt x="151" y="163"/>
                  </a:cubicBezTo>
                  <a:cubicBezTo>
                    <a:pt x="152" y="164"/>
                    <a:pt x="155" y="166"/>
                    <a:pt x="156" y="166"/>
                  </a:cubicBezTo>
                  <a:cubicBezTo>
                    <a:pt x="158" y="167"/>
                    <a:pt x="161" y="166"/>
                    <a:pt x="162" y="166"/>
                  </a:cubicBezTo>
                  <a:cubicBezTo>
                    <a:pt x="163" y="166"/>
                    <a:pt x="165" y="166"/>
                    <a:pt x="166" y="166"/>
                  </a:cubicBezTo>
                  <a:cubicBezTo>
                    <a:pt x="167" y="167"/>
                    <a:pt x="169" y="168"/>
                    <a:pt x="169" y="169"/>
                  </a:cubicBezTo>
                  <a:cubicBezTo>
                    <a:pt x="170" y="170"/>
                    <a:pt x="170" y="173"/>
                    <a:pt x="170" y="174"/>
                  </a:cubicBezTo>
                  <a:cubicBezTo>
                    <a:pt x="170" y="175"/>
                    <a:pt x="168" y="177"/>
                    <a:pt x="168" y="177"/>
                  </a:cubicBezTo>
                  <a:cubicBezTo>
                    <a:pt x="167" y="178"/>
                    <a:pt x="165" y="177"/>
                    <a:pt x="164" y="178"/>
                  </a:cubicBezTo>
                  <a:cubicBezTo>
                    <a:pt x="163" y="178"/>
                    <a:pt x="161" y="179"/>
                    <a:pt x="161" y="180"/>
                  </a:cubicBezTo>
                  <a:cubicBezTo>
                    <a:pt x="161" y="181"/>
                    <a:pt x="161" y="182"/>
                    <a:pt x="161" y="183"/>
                  </a:cubicBezTo>
                  <a:cubicBezTo>
                    <a:pt x="162" y="184"/>
                    <a:pt x="164" y="184"/>
                    <a:pt x="164" y="184"/>
                  </a:cubicBezTo>
                  <a:cubicBezTo>
                    <a:pt x="165" y="185"/>
                    <a:pt x="167" y="186"/>
                    <a:pt x="169" y="187"/>
                  </a:cubicBezTo>
                  <a:cubicBezTo>
                    <a:pt x="170" y="187"/>
                    <a:pt x="174" y="187"/>
                    <a:pt x="175" y="186"/>
                  </a:cubicBezTo>
                  <a:cubicBezTo>
                    <a:pt x="176" y="186"/>
                    <a:pt x="176" y="183"/>
                    <a:pt x="177" y="182"/>
                  </a:cubicBezTo>
                  <a:cubicBezTo>
                    <a:pt x="177" y="180"/>
                    <a:pt x="177" y="176"/>
                    <a:pt x="176" y="174"/>
                  </a:cubicBezTo>
                  <a:cubicBezTo>
                    <a:pt x="176" y="172"/>
                    <a:pt x="175" y="168"/>
                    <a:pt x="174" y="167"/>
                  </a:cubicBezTo>
                  <a:cubicBezTo>
                    <a:pt x="173" y="165"/>
                    <a:pt x="171" y="162"/>
                    <a:pt x="169" y="161"/>
                  </a:cubicBezTo>
                  <a:cubicBezTo>
                    <a:pt x="168" y="160"/>
                    <a:pt x="166" y="159"/>
                    <a:pt x="165" y="159"/>
                  </a:cubicBezTo>
                  <a:cubicBezTo>
                    <a:pt x="163" y="158"/>
                    <a:pt x="161" y="159"/>
                    <a:pt x="160" y="158"/>
                  </a:cubicBezTo>
                  <a:cubicBezTo>
                    <a:pt x="158" y="158"/>
                    <a:pt x="155" y="159"/>
                    <a:pt x="153" y="158"/>
                  </a:cubicBezTo>
                  <a:cubicBezTo>
                    <a:pt x="152" y="157"/>
                    <a:pt x="152" y="153"/>
                    <a:pt x="152" y="152"/>
                  </a:cubicBezTo>
                  <a:cubicBezTo>
                    <a:pt x="151" y="151"/>
                    <a:pt x="151" y="148"/>
                    <a:pt x="150" y="147"/>
                  </a:cubicBezTo>
                  <a:cubicBezTo>
                    <a:pt x="149" y="146"/>
                    <a:pt x="148" y="145"/>
                    <a:pt x="147" y="145"/>
                  </a:cubicBezTo>
                  <a:cubicBezTo>
                    <a:pt x="147" y="144"/>
                    <a:pt x="146" y="142"/>
                    <a:pt x="146" y="141"/>
                  </a:cubicBezTo>
                  <a:cubicBezTo>
                    <a:pt x="146" y="140"/>
                    <a:pt x="147" y="138"/>
                    <a:pt x="147" y="137"/>
                  </a:cubicBezTo>
                  <a:cubicBezTo>
                    <a:pt x="148" y="137"/>
                    <a:pt x="150" y="136"/>
                    <a:pt x="150" y="136"/>
                  </a:cubicBezTo>
                  <a:cubicBezTo>
                    <a:pt x="151" y="135"/>
                    <a:pt x="154" y="133"/>
                    <a:pt x="155" y="133"/>
                  </a:cubicBezTo>
                  <a:cubicBezTo>
                    <a:pt x="157" y="132"/>
                    <a:pt x="160" y="135"/>
                    <a:pt x="162" y="134"/>
                  </a:cubicBezTo>
                  <a:cubicBezTo>
                    <a:pt x="162" y="133"/>
                    <a:pt x="162" y="131"/>
                    <a:pt x="161" y="130"/>
                  </a:cubicBezTo>
                  <a:cubicBezTo>
                    <a:pt x="161" y="130"/>
                    <a:pt x="160" y="128"/>
                    <a:pt x="159" y="128"/>
                  </a:cubicBezTo>
                  <a:cubicBezTo>
                    <a:pt x="158" y="127"/>
                    <a:pt x="156" y="126"/>
                    <a:pt x="155" y="126"/>
                  </a:cubicBezTo>
                  <a:cubicBezTo>
                    <a:pt x="154" y="125"/>
                    <a:pt x="152" y="126"/>
                    <a:pt x="151" y="127"/>
                  </a:cubicBezTo>
                  <a:cubicBezTo>
                    <a:pt x="151" y="127"/>
                    <a:pt x="150" y="129"/>
                    <a:pt x="150" y="130"/>
                  </a:cubicBezTo>
                  <a:cubicBezTo>
                    <a:pt x="149" y="131"/>
                    <a:pt x="147" y="131"/>
                    <a:pt x="146" y="131"/>
                  </a:cubicBezTo>
                  <a:cubicBezTo>
                    <a:pt x="145" y="130"/>
                    <a:pt x="143" y="129"/>
                    <a:pt x="143" y="128"/>
                  </a:cubicBezTo>
                  <a:cubicBezTo>
                    <a:pt x="142" y="128"/>
                    <a:pt x="142" y="126"/>
                    <a:pt x="142" y="125"/>
                  </a:cubicBezTo>
                  <a:cubicBezTo>
                    <a:pt x="141" y="123"/>
                    <a:pt x="142" y="120"/>
                    <a:pt x="142" y="119"/>
                  </a:cubicBezTo>
                  <a:cubicBezTo>
                    <a:pt x="142" y="118"/>
                    <a:pt x="143" y="116"/>
                    <a:pt x="143" y="116"/>
                  </a:cubicBezTo>
                  <a:cubicBezTo>
                    <a:pt x="143" y="114"/>
                    <a:pt x="142" y="112"/>
                    <a:pt x="142" y="111"/>
                  </a:cubicBezTo>
                  <a:cubicBezTo>
                    <a:pt x="142" y="109"/>
                    <a:pt x="143" y="107"/>
                    <a:pt x="144" y="106"/>
                  </a:cubicBezTo>
                  <a:cubicBezTo>
                    <a:pt x="145" y="105"/>
                    <a:pt x="146" y="105"/>
                    <a:pt x="147" y="105"/>
                  </a:cubicBezTo>
                  <a:cubicBezTo>
                    <a:pt x="148" y="105"/>
                    <a:pt x="150" y="104"/>
                    <a:pt x="151" y="103"/>
                  </a:cubicBezTo>
                  <a:cubicBezTo>
                    <a:pt x="151" y="102"/>
                    <a:pt x="152" y="100"/>
                    <a:pt x="152" y="99"/>
                  </a:cubicBezTo>
                  <a:cubicBezTo>
                    <a:pt x="152" y="98"/>
                    <a:pt x="153" y="96"/>
                    <a:pt x="154" y="95"/>
                  </a:cubicBezTo>
                  <a:cubicBezTo>
                    <a:pt x="155" y="94"/>
                    <a:pt x="157" y="92"/>
                    <a:pt x="159" y="91"/>
                  </a:cubicBezTo>
                  <a:cubicBezTo>
                    <a:pt x="160" y="90"/>
                    <a:pt x="163" y="90"/>
                    <a:pt x="165" y="90"/>
                  </a:cubicBezTo>
                  <a:cubicBezTo>
                    <a:pt x="166" y="89"/>
                    <a:pt x="169" y="90"/>
                    <a:pt x="170" y="90"/>
                  </a:cubicBezTo>
                  <a:cubicBezTo>
                    <a:pt x="171" y="89"/>
                    <a:pt x="173" y="87"/>
                    <a:pt x="174" y="86"/>
                  </a:cubicBezTo>
                  <a:cubicBezTo>
                    <a:pt x="175" y="86"/>
                    <a:pt x="178" y="86"/>
                    <a:pt x="179" y="85"/>
                  </a:cubicBezTo>
                  <a:cubicBezTo>
                    <a:pt x="180" y="85"/>
                    <a:pt x="183" y="82"/>
                    <a:pt x="184" y="81"/>
                  </a:cubicBezTo>
                  <a:cubicBezTo>
                    <a:pt x="185" y="81"/>
                    <a:pt x="188" y="80"/>
                    <a:pt x="189" y="80"/>
                  </a:cubicBezTo>
                  <a:cubicBezTo>
                    <a:pt x="190" y="81"/>
                    <a:pt x="190" y="82"/>
                    <a:pt x="190" y="83"/>
                  </a:cubicBezTo>
                  <a:cubicBezTo>
                    <a:pt x="191" y="84"/>
                    <a:pt x="191" y="86"/>
                    <a:pt x="191" y="88"/>
                  </a:cubicBezTo>
                  <a:cubicBezTo>
                    <a:pt x="191" y="89"/>
                    <a:pt x="190" y="93"/>
                    <a:pt x="190" y="94"/>
                  </a:cubicBezTo>
                  <a:cubicBezTo>
                    <a:pt x="189" y="96"/>
                    <a:pt x="187" y="98"/>
                    <a:pt x="187" y="100"/>
                  </a:cubicBezTo>
                  <a:cubicBezTo>
                    <a:pt x="187" y="101"/>
                    <a:pt x="186" y="103"/>
                    <a:pt x="186" y="105"/>
                  </a:cubicBezTo>
                  <a:cubicBezTo>
                    <a:pt x="187" y="106"/>
                    <a:pt x="189" y="109"/>
                    <a:pt x="190" y="111"/>
                  </a:cubicBezTo>
                  <a:cubicBezTo>
                    <a:pt x="190" y="112"/>
                    <a:pt x="190" y="115"/>
                    <a:pt x="189" y="116"/>
                  </a:cubicBezTo>
                  <a:cubicBezTo>
                    <a:pt x="188" y="118"/>
                    <a:pt x="186" y="122"/>
                    <a:pt x="185" y="123"/>
                  </a:cubicBezTo>
                  <a:cubicBezTo>
                    <a:pt x="184" y="125"/>
                    <a:pt x="182" y="128"/>
                    <a:pt x="182" y="130"/>
                  </a:cubicBezTo>
                  <a:cubicBezTo>
                    <a:pt x="182" y="131"/>
                    <a:pt x="183" y="134"/>
                    <a:pt x="184" y="135"/>
                  </a:cubicBezTo>
                  <a:cubicBezTo>
                    <a:pt x="184" y="137"/>
                    <a:pt x="184" y="140"/>
                    <a:pt x="184" y="141"/>
                  </a:cubicBezTo>
                  <a:cubicBezTo>
                    <a:pt x="184" y="142"/>
                    <a:pt x="184" y="144"/>
                    <a:pt x="184" y="145"/>
                  </a:cubicBezTo>
                  <a:cubicBezTo>
                    <a:pt x="183" y="146"/>
                    <a:pt x="182" y="146"/>
                    <a:pt x="181" y="147"/>
                  </a:cubicBezTo>
                  <a:cubicBezTo>
                    <a:pt x="180" y="148"/>
                    <a:pt x="180" y="149"/>
                    <a:pt x="180" y="150"/>
                  </a:cubicBezTo>
                  <a:cubicBezTo>
                    <a:pt x="180" y="151"/>
                    <a:pt x="180" y="153"/>
                    <a:pt x="181" y="153"/>
                  </a:cubicBezTo>
                  <a:cubicBezTo>
                    <a:pt x="182" y="153"/>
                    <a:pt x="184" y="152"/>
                    <a:pt x="185" y="152"/>
                  </a:cubicBezTo>
                  <a:cubicBezTo>
                    <a:pt x="186" y="151"/>
                    <a:pt x="188" y="149"/>
                    <a:pt x="189" y="148"/>
                  </a:cubicBezTo>
                  <a:cubicBezTo>
                    <a:pt x="190" y="146"/>
                    <a:pt x="191" y="142"/>
                    <a:pt x="191" y="141"/>
                  </a:cubicBezTo>
                  <a:cubicBezTo>
                    <a:pt x="191" y="139"/>
                    <a:pt x="190" y="136"/>
                    <a:pt x="190" y="134"/>
                  </a:cubicBezTo>
                  <a:cubicBezTo>
                    <a:pt x="190" y="132"/>
                    <a:pt x="190" y="129"/>
                    <a:pt x="190" y="127"/>
                  </a:cubicBezTo>
                  <a:cubicBezTo>
                    <a:pt x="190" y="126"/>
                    <a:pt x="190" y="123"/>
                    <a:pt x="191" y="122"/>
                  </a:cubicBezTo>
                  <a:cubicBezTo>
                    <a:pt x="191" y="121"/>
                    <a:pt x="193" y="119"/>
                    <a:pt x="194" y="118"/>
                  </a:cubicBezTo>
                  <a:cubicBezTo>
                    <a:pt x="195" y="118"/>
                    <a:pt x="197" y="119"/>
                    <a:pt x="198" y="119"/>
                  </a:cubicBezTo>
                  <a:cubicBezTo>
                    <a:pt x="199" y="120"/>
                    <a:pt x="200" y="121"/>
                    <a:pt x="201" y="121"/>
                  </a:cubicBezTo>
                  <a:cubicBezTo>
                    <a:pt x="203" y="122"/>
                    <a:pt x="205" y="122"/>
                    <a:pt x="206" y="122"/>
                  </a:cubicBezTo>
                  <a:cubicBezTo>
                    <a:pt x="207" y="121"/>
                    <a:pt x="209" y="120"/>
                    <a:pt x="209" y="119"/>
                  </a:cubicBezTo>
                  <a:cubicBezTo>
                    <a:pt x="209" y="118"/>
                    <a:pt x="207" y="117"/>
                    <a:pt x="206" y="116"/>
                  </a:cubicBezTo>
                  <a:cubicBezTo>
                    <a:pt x="205" y="116"/>
                    <a:pt x="204" y="115"/>
                    <a:pt x="203" y="114"/>
                  </a:cubicBezTo>
                  <a:cubicBezTo>
                    <a:pt x="202" y="114"/>
                    <a:pt x="199" y="114"/>
                    <a:pt x="198" y="113"/>
                  </a:cubicBezTo>
                  <a:cubicBezTo>
                    <a:pt x="197" y="113"/>
                    <a:pt x="195" y="111"/>
                    <a:pt x="195" y="110"/>
                  </a:cubicBezTo>
                  <a:cubicBezTo>
                    <a:pt x="194" y="109"/>
                    <a:pt x="193" y="107"/>
                    <a:pt x="193" y="106"/>
                  </a:cubicBezTo>
                  <a:cubicBezTo>
                    <a:pt x="193" y="105"/>
                    <a:pt x="193" y="101"/>
                    <a:pt x="193" y="100"/>
                  </a:cubicBezTo>
                  <a:cubicBezTo>
                    <a:pt x="193" y="98"/>
                    <a:pt x="195" y="95"/>
                    <a:pt x="196" y="93"/>
                  </a:cubicBezTo>
                  <a:cubicBezTo>
                    <a:pt x="196" y="91"/>
                    <a:pt x="198" y="88"/>
                    <a:pt x="198" y="87"/>
                  </a:cubicBezTo>
                  <a:cubicBezTo>
                    <a:pt x="199" y="86"/>
                    <a:pt x="199" y="84"/>
                    <a:pt x="199" y="84"/>
                  </a:cubicBezTo>
                  <a:cubicBezTo>
                    <a:pt x="200" y="83"/>
                    <a:pt x="201" y="83"/>
                    <a:pt x="202" y="83"/>
                  </a:cubicBezTo>
                  <a:cubicBezTo>
                    <a:pt x="202" y="83"/>
                    <a:pt x="203" y="84"/>
                    <a:pt x="203" y="85"/>
                  </a:cubicBezTo>
                  <a:cubicBezTo>
                    <a:pt x="204" y="85"/>
                    <a:pt x="204" y="88"/>
                    <a:pt x="204" y="88"/>
                  </a:cubicBezTo>
                  <a:cubicBezTo>
                    <a:pt x="205" y="89"/>
                    <a:pt x="207" y="88"/>
                    <a:pt x="208" y="87"/>
                  </a:cubicBezTo>
                  <a:cubicBezTo>
                    <a:pt x="209" y="86"/>
                    <a:pt x="210" y="83"/>
                    <a:pt x="210" y="81"/>
                  </a:cubicBezTo>
                  <a:cubicBezTo>
                    <a:pt x="210" y="80"/>
                    <a:pt x="209" y="77"/>
                    <a:pt x="209" y="76"/>
                  </a:cubicBezTo>
                  <a:cubicBezTo>
                    <a:pt x="209" y="74"/>
                    <a:pt x="209" y="72"/>
                    <a:pt x="209" y="70"/>
                  </a:cubicBezTo>
                  <a:cubicBezTo>
                    <a:pt x="209" y="70"/>
                    <a:pt x="210" y="68"/>
                    <a:pt x="211" y="68"/>
                  </a:cubicBezTo>
                  <a:cubicBezTo>
                    <a:pt x="211" y="67"/>
                    <a:pt x="209" y="64"/>
                    <a:pt x="210" y="63"/>
                  </a:cubicBezTo>
                  <a:cubicBezTo>
                    <a:pt x="211" y="63"/>
                    <a:pt x="212" y="63"/>
                    <a:pt x="213" y="63"/>
                  </a:cubicBezTo>
                  <a:cubicBezTo>
                    <a:pt x="213" y="64"/>
                    <a:pt x="214" y="65"/>
                    <a:pt x="214" y="65"/>
                  </a:cubicBezTo>
                  <a:cubicBezTo>
                    <a:pt x="214" y="66"/>
                    <a:pt x="214" y="68"/>
                    <a:pt x="214" y="69"/>
                  </a:cubicBezTo>
                  <a:cubicBezTo>
                    <a:pt x="215" y="69"/>
                    <a:pt x="216" y="69"/>
                    <a:pt x="217" y="69"/>
                  </a:cubicBezTo>
                  <a:cubicBezTo>
                    <a:pt x="218" y="68"/>
                    <a:pt x="218" y="66"/>
                    <a:pt x="218" y="65"/>
                  </a:cubicBezTo>
                  <a:cubicBezTo>
                    <a:pt x="218" y="64"/>
                    <a:pt x="216" y="62"/>
                    <a:pt x="216" y="61"/>
                  </a:cubicBezTo>
                  <a:cubicBezTo>
                    <a:pt x="215" y="60"/>
                    <a:pt x="216" y="57"/>
                    <a:pt x="216" y="57"/>
                  </a:cubicBezTo>
                  <a:cubicBezTo>
                    <a:pt x="217" y="56"/>
                    <a:pt x="218" y="56"/>
                    <a:pt x="219" y="56"/>
                  </a:cubicBezTo>
                  <a:cubicBezTo>
                    <a:pt x="220" y="56"/>
                    <a:pt x="223" y="56"/>
                    <a:pt x="224" y="58"/>
                  </a:cubicBezTo>
                  <a:cubicBezTo>
                    <a:pt x="226" y="59"/>
                    <a:pt x="227" y="64"/>
                    <a:pt x="227" y="66"/>
                  </a:cubicBezTo>
                  <a:cubicBezTo>
                    <a:pt x="227" y="68"/>
                    <a:pt x="227" y="71"/>
                    <a:pt x="227" y="73"/>
                  </a:cubicBezTo>
                  <a:cubicBezTo>
                    <a:pt x="228" y="75"/>
                    <a:pt x="229" y="80"/>
                    <a:pt x="229" y="82"/>
                  </a:cubicBezTo>
                  <a:cubicBezTo>
                    <a:pt x="229" y="83"/>
                    <a:pt x="228" y="86"/>
                    <a:pt x="227" y="87"/>
                  </a:cubicBezTo>
                  <a:cubicBezTo>
                    <a:pt x="227" y="89"/>
                    <a:pt x="225" y="92"/>
                    <a:pt x="225" y="93"/>
                  </a:cubicBezTo>
                  <a:cubicBezTo>
                    <a:pt x="224" y="95"/>
                    <a:pt x="225" y="98"/>
                    <a:pt x="225" y="99"/>
                  </a:cubicBezTo>
                  <a:cubicBezTo>
                    <a:pt x="225" y="101"/>
                    <a:pt x="226" y="104"/>
                    <a:pt x="227" y="106"/>
                  </a:cubicBezTo>
                  <a:cubicBezTo>
                    <a:pt x="228" y="107"/>
                    <a:pt x="230" y="109"/>
                    <a:pt x="230" y="111"/>
                  </a:cubicBezTo>
                  <a:cubicBezTo>
                    <a:pt x="230" y="112"/>
                    <a:pt x="230" y="116"/>
                    <a:pt x="229" y="117"/>
                  </a:cubicBezTo>
                  <a:cubicBezTo>
                    <a:pt x="229" y="118"/>
                    <a:pt x="227" y="120"/>
                    <a:pt x="227" y="121"/>
                  </a:cubicBezTo>
                  <a:cubicBezTo>
                    <a:pt x="226" y="122"/>
                    <a:pt x="224" y="123"/>
                    <a:pt x="224" y="124"/>
                  </a:cubicBezTo>
                  <a:cubicBezTo>
                    <a:pt x="223" y="125"/>
                    <a:pt x="224" y="127"/>
                    <a:pt x="224" y="128"/>
                  </a:cubicBezTo>
                  <a:cubicBezTo>
                    <a:pt x="224" y="129"/>
                    <a:pt x="224" y="131"/>
                    <a:pt x="224" y="132"/>
                  </a:cubicBezTo>
                  <a:cubicBezTo>
                    <a:pt x="223" y="133"/>
                    <a:pt x="223" y="136"/>
                    <a:pt x="222" y="138"/>
                  </a:cubicBezTo>
                  <a:cubicBezTo>
                    <a:pt x="222" y="140"/>
                    <a:pt x="220" y="143"/>
                    <a:pt x="219" y="145"/>
                  </a:cubicBezTo>
                  <a:cubicBezTo>
                    <a:pt x="219" y="147"/>
                    <a:pt x="219" y="150"/>
                    <a:pt x="218" y="151"/>
                  </a:cubicBezTo>
                  <a:cubicBezTo>
                    <a:pt x="217" y="153"/>
                    <a:pt x="215" y="156"/>
                    <a:pt x="214" y="157"/>
                  </a:cubicBezTo>
                  <a:cubicBezTo>
                    <a:pt x="213" y="158"/>
                    <a:pt x="210" y="160"/>
                    <a:pt x="209" y="161"/>
                  </a:cubicBezTo>
                  <a:cubicBezTo>
                    <a:pt x="208" y="162"/>
                    <a:pt x="207" y="164"/>
                    <a:pt x="206" y="165"/>
                  </a:cubicBezTo>
                  <a:cubicBezTo>
                    <a:pt x="206" y="166"/>
                    <a:pt x="206" y="169"/>
                    <a:pt x="206" y="170"/>
                  </a:cubicBezTo>
                  <a:cubicBezTo>
                    <a:pt x="206" y="171"/>
                    <a:pt x="205" y="173"/>
                    <a:pt x="205" y="174"/>
                  </a:cubicBezTo>
                  <a:cubicBezTo>
                    <a:pt x="206" y="175"/>
                    <a:pt x="207" y="176"/>
                    <a:pt x="208" y="176"/>
                  </a:cubicBezTo>
                  <a:cubicBezTo>
                    <a:pt x="210" y="175"/>
                    <a:pt x="212" y="173"/>
                    <a:pt x="213" y="172"/>
                  </a:cubicBezTo>
                  <a:cubicBezTo>
                    <a:pt x="214" y="171"/>
                    <a:pt x="215" y="167"/>
                    <a:pt x="215" y="165"/>
                  </a:cubicBezTo>
                  <a:cubicBezTo>
                    <a:pt x="216" y="163"/>
                    <a:pt x="219" y="160"/>
                    <a:pt x="220" y="159"/>
                  </a:cubicBezTo>
                  <a:cubicBezTo>
                    <a:pt x="222" y="157"/>
                    <a:pt x="225" y="154"/>
                    <a:pt x="226" y="152"/>
                  </a:cubicBezTo>
                  <a:cubicBezTo>
                    <a:pt x="227" y="150"/>
                    <a:pt x="228" y="147"/>
                    <a:pt x="228" y="145"/>
                  </a:cubicBezTo>
                  <a:cubicBezTo>
                    <a:pt x="229" y="142"/>
                    <a:pt x="230" y="138"/>
                    <a:pt x="230" y="135"/>
                  </a:cubicBezTo>
                  <a:cubicBezTo>
                    <a:pt x="231" y="133"/>
                    <a:pt x="230" y="129"/>
                    <a:pt x="231" y="128"/>
                  </a:cubicBezTo>
                  <a:cubicBezTo>
                    <a:pt x="232" y="127"/>
                    <a:pt x="234" y="125"/>
                    <a:pt x="235" y="125"/>
                  </a:cubicBezTo>
                  <a:cubicBezTo>
                    <a:pt x="236" y="125"/>
                    <a:pt x="239" y="126"/>
                    <a:pt x="240" y="126"/>
                  </a:cubicBezTo>
                  <a:cubicBezTo>
                    <a:pt x="242" y="127"/>
                    <a:pt x="244" y="129"/>
                    <a:pt x="245" y="130"/>
                  </a:cubicBezTo>
                  <a:cubicBezTo>
                    <a:pt x="246" y="131"/>
                    <a:pt x="248" y="132"/>
                    <a:pt x="249" y="133"/>
                  </a:cubicBezTo>
                  <a:cubicBezTo>
                    <a:pt x="250" y="133"/>
                    <a:pt x="253" y="134"/>
                    <a:pt x="254" y="133"/>
                  </a:cubicBezTo>
                  <a:cubicBezTo>
                    <a:pt x="255" y="133"/>
                    <a:pt x="256" y="131"/>
                    <a:pt x="256" y="130"/>
                  </a:cubicBezTo>
                  <a:cubicBezTo>
                    <a:pt x="256" y="129"/>
                    <a:pt x="253" y="126"/>
                    <a:pt x="252" y="125"/>
                  </a:cubicBezTo>
                  <a:cubicBezTo>
                    <a:pt x="250" y="124"/>
                    <a:pt x="247" y="123"/>
                    <a:pt x="245" y="122"/>
                  </a:cubicBezTo>
                  <a:cubicBezTo>
                    <a:pt x="244" y="121"/>
                    <a:pt x="242" y="119"/>
                    <a:pt x="240" y="117"/>
                  </a:cubicBezTo>
                  <a:cubicBezTo>
                    <a:pt x="239" y="116"/>
                    <a:pt x="236" y="112"/>
                    <a:pt x="235" y="110"/>
                  </a:cubicBezTo>
                  <a:cubicBezTo>
                    <a:pt x="235" y="109"/>
                    <a:pt x="237" y="106"/>
                    <a:pt x="237" y="105"/>
                  </a:cubicBezTo>
                  <a:cubicBezTo>
                    <a:pt x="238" y="103"/>
                    <a:pt x="238" y="100"/>
                    <a:pt x="238" y="98"/>
                  </a:cubicBezTo>
                  <a:cubicBezTo>
                    <a:pt x="238" y="97"/>
                    <a:pt x="235" y="95"/>
                    <a:pt x="235" y="93"/>
                  </a:cubicBezTo>
                  <a:cubicBezTo>
                    <a:pt x="235" y="92"/>
                    <a:pt x="235" y="89"/>
                    <a:pt x="235" y="88"/>
                  </a:cubicBezTo>
                  <a:cubicBezTo>
                    <a:pt x="236" y="87"/>
                    <a:pt x="238" y="86"/>
                    <a:pt x="239" y="85"/>
                  </a:cubicBezTo>
                  <a:cubicBezTo>
                    <a:pt x="240" y="85"/>
                    <a:pt x="242" y="85"/>
                    <a:pt x="243" y="84"/>
                  </a:cubicBezTo>
                  <a:cubicBezTo>
                    <a:pt x="244" y="84"/>
                    <a:pt x="247" y="83"/>
                    <a:pt x="248" y="83"/>
                  </a:cubicBezTo>
                  <a:cubicBezTo>
                    <a:pt x="249" y="82"/>
                    <a:pt x="250" y="79"/>
                    <a:pt x="251" y="78"/>
                  </a:cubicBezTo>
                  <a:cubicBezTo>
                    <a:pt x="251" y="76"/>
                    <a:pt x="250" y="73"/>
                    <a:pt x="250" y="71"/>
                  </a:cubicBezTo>
                  <a:cubicBezTo>
                    <a:pt x="250" y="70"/>
                    <a:pt x="251" y="68"/>
                    <a:pt x="251" y="67"/>
                  </a:cubicBezTo>
                  <a:cubicBezTo>
                    <a:pt x="252" y="65"/>
                    <a:pt x="254" y="64"/>
                    <a:pt x="254" y="63"/>
                  </a:cubicBezTo>
                  <a:cubicBezTo>
                    <a:pt x="255" y="62"/>
                    <a:pt x="257" y="60"/>
                    <a:pt x="258" y="59"/>
                  </a:cubicBezTo>
                  <a:cubicBezTo>
                    <a:pt x="258" y="58"/>
                    <a:pt x="260" y="56"/>
                    <a:pt x="260" y="55"/>
                  </a:cubicBezTo>
                  <a:cubicBezTo>
                    <a:pt x="261" y="55"/>
                    <a:pt x="263" y="54"/>
                    <a:pt x="264" y="54"/>
                  </a:cubicBezTo>
                  <a:cubicBezTo>
                    <a:pt x="264" y="54"/>
                    <a:pt x="266" y="55"/>
                    <a:pt x="266" y="56"/>
                  </a:cubicBezTo>
                  <a:cubicBezTo>
                    <a:pt x="266" y="56"/>
                    <a:pt x="266" y="58"/>
                    <a:pt x="265" y="58"/>
                  </a:cubicBezTo>
                  <a:cubicBezTo>
                    <a:pt x="265" y="59"/>
                    <a:pt x="263" y="61"/>
                    <a:pt x="263" y="62"/>
                  </a:cubicBezTo>
                  <a:cubicBezTo>
                    <a:pt x="262" y="62"/>
                    <a:pt x="260" y="63"/>
                    <a:pt x="259" y="63"/>
                  </a:cubicBezTo>
                  <a:cubicBezTo>
                    <a:pt x="258" y="64"/>
                    <a:pt x="257" y="67"/>
                    <a:pt x="257" y="69"/>
                  </a:cubicBezTo>
                  <a:cubicBezTo>
                    <a:pt x="257" y="70"/>
                    <a:pt x="257" y="73"/>
                    <a:pt x="258" y="74"/>
                  </a:cubicBezTo>
                  <a:cubicBezTo>
                    <a:pt x="258" y="75"/>
                    <a:pt x="260" y="77"/>
                    <a:pt x="260" y="78"/>
                  </a:cubicBezTo>
                  <a:cubicBezTo>
                    <a:pt x="261" y="78"/>
                    <a:pt x="261" y="80"/>
                    <a:pt x="261" y="80"/>
                  </a:cubicBezTo>
                  <a:cubicBezTo>
                    <a:pt x="262" y="81"/>
                    <a:pt x="264" y="81"/>
                    <a:pt x="265" y="80"/>
                  </a:cubicBezTo>
                  <a:cubicBezTo>
                    <a:pt x="266" y="79"/>
                    <a:pt x="266" y="76"/>
                    <a:pt x="266" y="75"/>
                  </a:cubicBezTo>
                  <a:cubicBezTo>
                    <a:pt x="266" y="73"/>
                    <a:pt x="265" y="70"/>
                    <a:pt x="266" y="69"/>
                  </a:cubicBezTo>
                  <a:cubicBezTo>
                    <a:pt x="266" y="68"/>
                    <a:pt x="268" y="67"/>
                    <a:pt x="268" y="67"/>
                  </a:cubicBezTo>
                  <a:cubicBezTo>
                    <a:pt x="269" y="67"/>
                    <a:pt x="271" y="67"/>
                    <a:pt x="271" y="67"/>
                  </a:cubicBezTo>
                  <a:cubicBezTo>
                    <a:pt x="272" y="68"/>
                    <a:pt x="272" y="69"/>
                    <a:pt x="272" y="70"/>
                  </a:cubicBezTo>
                  <a:cubicBezTo>
                    <a:pt x="272" y="71"/>
                    <a:pt x="272" y="73"/>
                    <a:pt x="272" y="73"/>
                  </a:cubicBezTo>
                  <a:cubicBezTo>
                    <a:pt x="273" y="74"/>
                    <a:pt x="274" y="74"/>
                    <a:pt x="275" y="74"/>
                  </a:cubicBezTo>
                  <a:cubicBezTo>
                    <a:pt x="276" y="74"/>
                    <a:pt x="277" y="72"/>
                    <a:pt x="277" y="71"/>
                  </a:cubicBezTo>
                  <a:cubicBezTo>
                    <a:pt x="278" y="70"/>
                    <a:pt x="277" y="67"/>
                    <a:pt x="277" y="66"/>
                  </a:cubicBezTo>
                  <a:cubicBezTo>
                    <a:pt x="277" y="65"/>
                    <a:pt x="279" y="63"/>
                    <a:pt x="279" y="62"/>
                  </a:cubicBezTo>
                  <a:cubicBezTo>
                    <a:pt x="279" y="61"/>
                    <a:pt x="279" y="58"/>
                    <a:pt x="279" y="57"/>
                  </a:cubicBezTo>
                  <a:cubicBezTo>
                    <a:pt x="278" y="55"/>
                    <a:pt x="275" y="54"/>
                    <a:pt x="274" y="52"/>
                  </a:cubicBezTo>
                  <a:cubicBezTo>
                    <a:pt x="273" y="51"/>
                    <a:pt x="274" y="48"/>
                    <a:pt x="274" y="47"/>
                  </a:cubicBezTo>
                  <a:cubicBezTo>
                    <a:pt x="274" y="46"/>
                    <a:pt x="275" y="43"/>
                    <a:pt x="276" y="42"/>
                  </a:cubicBezTo>
                  <a:cubicBezTo>
                    <a:pt x="277" y="40"/>
                    <a:pt x="281" y="38"/>
                    <a:pt x="283" y="38"/>
                  </a:cubicBezTo>
                  <a:cubicBezTo>
                    <a:pt x="286" y="38"/>
                    <a:pt x="290" y="40"/>
                    <a:pt x="292" y="41"/>
                  </a:cubicBezTo>
                  <a:cubicBezTo>
                    <a:pt x="293" y="42"/>
                    <a:pt x="295" y="46"/>
                    <a:pt x="296" y="47"/>
                  </a:cubicBezTo>
                  <a:cubicBezTo>
                    <a:pt x="296" y="49"/>
                    <a:pt x="296" y="52"/>
                    <a:pt x="297" y="53"/>
                  </a:cubicBezTo>
                  <a:cubicBezTo>
                    <a:pt x="297" y="54"/>
                    <a:pt x="297" y="56"/>
                    <a:pt x="298" y="57"/>
                  </a:cubicBezTo>
                  <a:cubicBezTo>
                    <a:pt x="299" y="58"/>
                    <a:pt x="301" y="60"/>
                    <a:pt x="302" y="61"/>
                  </a:cubicBezTo>
                  <a:cubicBezTo>
                    <a:pt x="304" y="61"/>
                    <a:pt x="307" y="62"/>
                    <a:pt x="308" y="63"/>
                  </a:cubicBezTo>
                  <a:cubicBezTo>
                    <a:pt x="309" y="63"/>
                    <a:pt x="310" y="65"/>
                    <a:pt x="310" y="66"/>
                  </a:cubicBezTo>
                  <a:cubicBezTo>
                    <a:pt x="311" y="67"/>
                    <a:pt x="315" y="69"/>
                    <a:pt x="316" y="71"/>
                  </a:cubicBezTo>
                  <a:cubicBezTo>
                    <a:pt x="316" y="72"/>
                    <a:pt x="316" y="74"/>
                    <a:pt x="316" y="76"/>
                  </a:cubicBezTo>
                  <a:cubicBezTo>
                    <a:pt x="317" y="77"/>
                    <a:pt x="321" y="79"/>
                    <a:pt x="322" y="80"/>
                  </a:cubicBezTo>
                  <a:cubicBezTo>
                    <a:pt x="323" y="81"/>
                    <a:pt x="324" y="83"/>
                    <a:pt x="325" y="84"/>
                  </a:cubicBezTo>
                  <a:cubicBezTo>
                    <a:pt x="326" y="84"/>
                    <a:pt x="328" y="85"/>
                    <a:pt x="329" y="85"/>
                  </a:cubicBezTo>
                  <a:cubicBezTo>
                    <a:pt x="330" y="84"/>
                    <a:pt x="331" y="80"/>
                    <a:pt x="331" y="79"/>
                  </a:cubicBezTo>
                  <a:cubicBezTo>
                    <a:pt x="331" y="78"/>
                    <a:pt x="330" y="76"/>
                    <a:pt x="329" y="75"/>
                  </a:cubicBezTo>
                  <a:cubicBezTo>
                    <a:pt x="329" y="74"/>
                    <a:pt x="326" y="73"/>
                    <a:pt x="325" y="73"/>
                  </a:cubicBezTo>
                  <a:cubicBezTo>
                    <a:pt x="324" y="72"/>
                    <a:pt x="321" y="71"/>
                    <a:pt x="321" y="70"/>
                  </a:cubicBezTo>
                  <a:cubicBezTo>
                    <a:pt x="321" y="69"/>
                    <a:pt x="322" y="67"/>
                    <a:pt x="322" y="66"/>
                  </a:cubicBezTo>
                  <a:cubicBezTo>
                    <a:pt x="322" y="65"/>
                    <a:pt x="321" y="62"/>
                    <a:pt x="321" y="61"/>
                  </a:cubicBezTo>
                  <a:cubicBezTo>
                    <a:pt x="320" y="61"/>
                    <a:pt x="319" y="59"/>
                    <a:pt x="319" y="58"/>
                  </a:cubicBezTo>
                  <a:cubicBezTo>
                    <a:pt x="318" y="58"/>
                    <a:pt x="317" y="56"/>
                    <a:pt x="316" y="55"/>
                  </a:cubicBezTo>
                  <a:cubicBezTo>
                    <a:pt x="316" y="53"/>
                    <a:pt x="315" y="50"/>
                    <a:pt x="315" y="48"/>
                  </a:cubicBezTo>
                  <a:cubicBezTo>
                    <a:pt x="315" y="47"/>
                    <a:pt x="316" y="44"/>
                    <a:pt x="317" y="43"/>
                  </a:cubicBezTo>
                  <a:cubicBezTo>
                    <a:pt x="318" y="43"/>
                    <a:pt x="320" y="42"/>
                    <a:pt x="320" y="42"/>
                  </a:cubicBezTo>
                  <a:cubicBezTo>
                    <a:pt x="321" y="43"/>
                    <a:pt x="322" y="46"/>
                    <a:pt x="323" y="46"/>
                  </a:cubicBezTo>
                  <a:cubicBezTo>
                    <a:pt x="324" y="46"/>
                    <a:pt x="325" y="46"/>
                    <a:pt x="326" y="46"/>
                  </a:cubicBezTo>
                  <a:cubicBezTo>
                    <a:pt x="327" y="45"/>
                    <a:pt x="327" y="43"/>
                    <a:pt x="327" y="42"/>
                  </a:cubicBezTo>
                  <a:cubicBezTo>
                    <a:pt x="327" y="41"/>
                    <a:pt x="325" y="39"/>
                    <a:pt x="325" y="38"/>
                  </a:cubicBezTo>
                  <a:cubicBezTo>
                    <a:pt x="325" y="37"/>
                    <a:pt x="324" y="35"/>
                    <a:pt x="323" y="35"/>
                  </a:cubicBezTo>
                  <a:cubicBezTo>
                    <a:pt x="323" y="34"/>
                    <a:pt x="321" y="34"/>
                    <a:pt x="320" y="34"/>
                  </a:cubicBezTo>
                  <a:cubicBezTo>
                    <a:pt x="319" y="34"/>
                    <a:pt x="317" y="35"/>
                    <a:pt x="316" y="36"/>
                  </a:cubicBezTo>
                  <a:cubicBezTo>
                    <a:pt x="315" y="36"/>
                    <a:pt x="313" y="38"/>
                    <a:pt x="312" y="38"/>
                  </a:cubicBezTo>
                  <a:cubicBezTo>
                    <a:pt x="311" y="38"/>
                    <a:pt x="310" y="37"/>
                    <a:pt x="310" y="36"/>
                  </a:cubicBezTo>
                  <a:cubicBezTo>
                    <a:pt x="309" y="35"/>
                    <a:pt x="310" y="32"/>
                    <a:pt x="310" y="31"/>
                  </a:cubicBezTo>
                  <a:cubicBezTo>
                    <a:pt x="311" y="31"/>
                    <a:pt x="313" y="29"/>
                    <a:pt x="313" y="29"/>
                  </a:cubicBezTo>
                  <a:cubicBezTo>
                    <a:pt x="314" y="28"/>
                    <a:pt x="316" y="28"/>
                    <a:pt x="316" y="28"/>
                  </a:cubicBezTo>
                  <a:cubicBezTo>
                    <a:pt x="318" y="28"/>
                    <a:pt x="320" y="28"/>
                    <a:pt x="321" y="27"/>
                  </a:cubicBezTo>
                  <a:cubicBezTo>
                    <a:pt x="322" y="27"/>
                    <a:pt x="322" y="26"/>
                    <a:pt x="322" y="25"/>
                  </a:cubicBezTo>
                  <a:cubicBezTo>
                    <a:pt x="322" y="24"/>
                    <a:pt x="321" y="23"/>
                    <a:pt x="321" y="23"/>
                  </a:cubicBezTo>
                  <a:cubicBezTo>
                    <a:pt x="320" y="22"/>
                    <a:pt x="317" y="23"/>
                    <a:pt x="316" y="23"/>
                  </a:cubicBezTo>
                  <a:cubicBezTo>
                    <a:pt x="315" y="23"/>
                    <a:pt x="312" y="23"/>
                    <a:pt x="311" y="24"/>
                  </a:cubicBezTo>
                  <a:cubicBezTo>
                    <a:pt x="310" y="24"/>
                    <a:pt x="308" y="27"/>
                    <a:pt x="307" y="27"/>
                  </a:cubicBezTo>
                  <a:cubicBezTo>
                    <a:pt x="306" y="28"/>
                    <a:pt x="304" y="29"/>
                    <a:pt x="302" y="29"/>
                  </a:cubicBezTo>
                  <a:cubicBezTo>
                    <a:pt x="301" y="29"/>
                    <a:pt x="299" y="29"/>
                    <a:pt x="299" y="28"/>
                  </a:cubicBezTo>
                  <a:cubicBezTo>
                    <a:pt x="298" y="28"/>
                    <a:pt x="297" y="25"/>
                    <a:pt x="296" y="24"/>
                  </a:cubicBezTo>
                  <a:cubicBezTo>
                    <a:pt x="294" y="23"/>
                    <a:pt x="291" y="23"/>
                    <a:pt x="289" y="23"/>
                  </a:cubicBezTo>
                  <a:cubicBezTo>
                    <a:pt x="289" y="22"/>
                    <a:pt x="287" y="21"/>
                    <a:pt x="287" y="20"/>
                  </a:cubicBezTo>
                  <a:cubicBezTo>
                    <a:pt x="287" y="19"/>
                    <a:pt x="286" y="17"/>
                    <a:pt x="286" y="15"/>
                  </a:cubicBezTo>
                  <a:cubicBezTo>
                    <a:pt x="286" y="14"/>
                    <a:pt x="287" y="12"/>
                    <a:pt x="286" y="11"/>
                  </a:cubicBezTo>
                  <a:cubicBezTo>
                    <a:pt x="285" y="10"/>
                    <a:pt x="284" y="10"/>
                    <a:pt x="283" y="10"/>
                  </a:cubicBezTo>
                  <a:cubicBezTo>
                    <a:pt x="282" y="10"/>
                    <a:pt x="282" y="12"/>
                    <a:pt x="281" y="13"/>
                  </a:cubicBezTo>
                  <a:cubicBezTo>
                    <a:pt x="280" y="13"/>
                    <a:pt x="278" y="13"/>
                    <a:pt x="277" y="13"/>
                  </a:cubicBezTo>
                  <a:cubicBezTo>
                    <a:pt x="276" y="12"/>
                    <a:pt x="274" y="11"/>
                    <a:pt x="273" y="10"/>
                  </a:cubicBezTo>
                  <a:cubicBezTo>
                    <a:pt x="273" y="9"/>
                    <a:pt x="272" y="6"/>
                    <a:pt x="272" y="5"/>
                  </a:cubicBezTo>
                  <a:cubicBezTo>
                    <a:pt x="273" y="4"/>
                    <a:pt x="274" y="2"/>
                    <a:pt x="275" y="1"/>
                  </a:cubicBezTo>
                  <a:cubicBezTo>
                    <a:pt x="275" y="1"/>
                    <a:pt x="275" y="1"/>
                    <a:pt x="275" y="0"/>
                  </a:cubicBezTo>
                  <a:cubicBezTo>
                    <a:pt x="276" y="2"/>
                    <a:pt x="278" y="3"/>
                    <a:pt x="279" y="4"/>
                  </a:cubicBezTo>
                  <a:cubicBezTo>
                    <a:pt x="280" y="4"/>
                    <a:pt x="282" y="6"/>
                    <a:pt x="284" y="6"/>
                  </a:cubicBezTo>
                  <a:cubicBezTo>
                    <a:pt x="285" y="6"/>
                    <a:pt x="289" y="6"/>
                    <a:pt x="291" y="6"/>
                  </a:cubicBezTo>
                  <a:cubicBezTo>
                    <a:pt x="292" y="7"/>
                    <a:pt x="295" y="8"/>
                    <a:pt x="296" y="9"/>
                  </a:cubicBezTo>
                  <a:cubicBezTo>
                    <a:pt x="297" y="9"/>
                    <a:pt x="299" y="12"/>
                    <a:pt x="300" y="13"/>
                  </a:cubicBezTo>
                  <a:cubicBezTo>
                    <a:pt x="301" y="14"/>
                    <a:pt x="302" y="16"/>
                    <a:pt x="303" y="17"/>
                  </a:cubicBezTo>
                  <a:cubicBezTo>
                    <a:pt x="304" y="18"/>
                    <a:pt x="306" y="19"/>
                    <a:pt x="307" y="19"/>
                  </a:cubicBezTo>
                  <a:cubicBezTo>
                    <a:pt x="309" y="19"/>
                    <a:pt x="311" y="19"/>
                    <a:pt x="312" y="19"/>
                  </a:cubicBezTo>
                  <a:cubicBezTo>
                    <a:pt x="313" y="18"/>
                    <a:pt x="315" y="17"/>
                    <a:pt x="316" y="16"/>
                  </a:cubicBezTo>
                  <a:cubicBezTo>
                    <a:pt x="317" y="16"/>
                    <a:pt x="318" y="14"/>
                    <a:pt x="318" y="14"/>
                  </a:cubicBezTo>
                  <a:cubicBezTo>
                    <a:pt x="319" y="13"/>
                    <a:pt x="322" y="12"/>
                    <a:pt x="324" y="12"/>
                  </a:cubicBezTo>
                  <a:cubicBezTo>
                    <a:pt x="325" y="13"/>
                    <a:pt x="327" y="15"/>
                    <a:pt x="328" y="17"/>
                  </a:cubicBezTo>
                  <a:cubicBezTo>
                    <a:pt x="328" y="18"/>
                    <a:pt x="330" y="20"/>
                    <a:pt x="331" y="22"/>
                  </a:cubicBezTo>
                  <a:cubicBezTo>
                    <a:pt x="331" y="23"/>
                    <a:pt x="330" y="26"/>
                    <a:pt x="330" y="27"/>
                  </a:cubicBezTo>
                  <a:cubicBezTo>
                    <a:pt x="331" y="29"/>
                    <a:pt x="331" y="32"/>
                    <a:pt x="332" y="34"/>
                  </a:cubicBezTo>
                  <a:cubicBezTo>
                    <a:pt x="332" y="35"/>
                    <a:pt x="334" y="38"/>
                    <a:pt x="336" y="40"/>
                  </a:cubicBezTo>
                  <a:cubicBezTo>
                    <a:pt x="336" y="41"/>
                    <a:pt x="338" y="43"/>
                    <a:pt x="339" y="44"/>
                  </a:cubicBezTo>
                  <a:cubicBezTo>
                    <a:pt x="340" y="45"/>
                    <a:pt x="341" y="46"/>
                    <a:pt x="342" y="47"/>
                  </a:cubicBezTo>
                  <a:cubicBezTo>
                    <a:pt x="343" y="48"/>
                    <a:pt x="346" y="48"/>
                    <a:pt x="347" y="49"/>
                  </a:cubicBezTo>
                  <a:cubicBezTo>
                    <a:pt x="348" y="49"/>
                    <a:pt x="350" y="51"/>
                    <a:pt x="351" y="52"/>
                  </a:cubicBezTo>
                  <a:cubicBezTo>
                    <a:pt x="352" y="53"/>
                    <a:pt x="353" y="57"/>
                    <a:pt x="353" y="59"/>
                  </a:cubicBezTo>
                  <a:cubicBezTo>
                    <a:pt x="354" y="61"/>
                    <a:pt x="352" y="65"/>
                    <a:pt x="352" y="67"/>
                  </a:cubicBezTo>
                  <a:cubicBezTo>
                    <a:pt x="352" y="69"/>
                    <a:pt x="353" y="74"/>
                    <a:pt x="354" y="76"/>
                  </a:cubicBezTo>
                  <a:cubicBezTo>
                    <a:pt x="354" y="78"/>
                    <a:pt x="356" y="82"/>
                    <a:pt x="357" y="83"/>
                  </a:cubicBezTo>
                  <a:cubicBezTo>
                    <a:pt x="358" y="85"/>
                    <a:pt x="359" y="88"/>
                    <a:pt x="361" y="89"/>
                  </a:cubicBezTo>
                  <a:cubicBezTo>
                    <a:pt x="362" y="90"/>
                    <a:pt x="366" y="92"/>
                    <a:pt x="367" y="93"/>
                  </a:cubicBezTo>
                  <a:cubicBezTo>
                    <a:pt x="369" y="93"/>
                    <a:pt x="372" y="93"/>
                    <a:pt x="373" y="94"/>
                  </a:cubicBezTo>
                  <a:cubicBezTo>
                    <a:pt x="374" y="94"/>
                    <a:pt x="376" y="96"/>
                    <a:pt x="376" y="9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178"/>
            <p:cNvSpPr>
              <a:spLocks/>
            </p:cNvSpPr>
            <p:nvPr/>
          </p:nvSpPr>
          <p:spPr bwMode="auto">
            <a:xfrm>
              <a:off x="6337300" y="1673226"/>
              <a:ext cx="107950" cy="146050"/>
            </a:xfrm>
            <a:custGeom>
              <a:avLst/>
              <a:gdLst/>
              <a:ahLst/>
              <a:cxnLst>
                <a:cxn ang="0">
                  <a:pos x="63" y="29"/>
                </a:cxn>
                <a:cxn ang="0">
                  <a:pos x="60" y="40"/>
                </a:cxn>
                <a:cxn ang="0">
                  <a:pos x="61" y="50"/>
                </a:cxn>
                <a:cxn ang="0">
                  <a:pos x="59" y="58"/>
                </a:cxn>
                <a:cxn ang="0">
                  <a:pos x="55" y="68"/>
                </a:cxn>
                <a:cxn ang="0">
                  <a:pos x="50" y="65"/>
                </a:cxn>
                <a:cxn ang="0">
                  <a:pos x="40" y="58"/>
                </a:cxn>
                <a:cxn ang="0">
                  <a:pos x="28" y="62"/>
                </a:cxn>
                <a:cxn ang="0">
                  <a:pos x="20" y="64"/>
                </a:cxn>
                <a:cxn ang="0">
                  <a:pos x="17" y="72"/>
                </a:cxn>
                <a:cxn ang="0">
                  <a:pos x="12" y="78"/>
                </a:cxn>
                <a:cxn ang="0">
                  <a:pos x="7" y="83"/>
                </a:cxn>
                <a:cxn ang="0">
                  <a:pos x="3" y="82"/>
                </a:cxn>
                <a:cxn ang="0">
                  <a:pos x="1" y="70"/>
                </a:cxn>
                <a:cxn ang="0">
                  <a:pos x="3" y="61"/>
                </a:cxn>
                <a:cxn ang="0">
                  <a:pos x="7" y="53"/>
                </a:cxn>
                <a:cxn ang="0">
                  <a:pos x="9" y="49"/>
                </a:cxn>
                <a:cxn ang="0">
                  <a:pos x="9" y="46"/>
                </a:cxn>
                <a:cxn ang="0">
                  <a:pos x="9" y="39"/>
                </a:cxn>
                <a:cxn ang="0">
                  <a:pos x="12" y="25"/>
                </a:cxn>
                <a:cxn ang="0">
                  <a:pos x="13" y="11"/>
                </a:cxn>
                <a:cxn ang="0">
                  <a:pos x="18" y="2"/>
                </a:cxn>
                <a:cxn ang="0">
                  <a:pos x="21" y="3"/>
                </a:cxn>
                <a:cxn ang="0">
                  <a:pos x="20" y="15"/>
                </a:cxn>
                <a:cxn ang="0">
                  <a:pos x="19" y="21"/>
                </a:cxn>
                <a:cxn ang="0">
                  <a:pos x="16" y="30"/>
                </a:cxn>
                <a:cxn ang="0">
                  <a:pos x="14" y="36"/>
                </a:cxn>
                <a:cxn ang="0">
                  <a:pos x="18" y="34"/>
                </a:cxn>
                <a:cxn ang="0">
                  <a:pos x="24" y="37"/>
                </a:cxn>
                <a:cxn ang="0">
                  <a:pos x="21" y="48"/>
                </a:cxn>
                <a:cxn ang="0">
                  <a:pos x="13" y="55"/>
                </a:cxn>
                <a:cxn ang="0">
                  <a:pos x="9" y="63"/>
                </a:cxn>
                <a:cxn ang="0">
                  <a:pos x="11" y="69"/>
                </a:cxn>
                <a:cxn ang="0">
                  <a:pos x="14" y="72"/>
                </a:cxn>
                <a:cxn ang="0">
                  <a:pos x="14" y="63"/>
                </a:cxn>
                <a:cxn ang="0">
                  <a:pos x="18" y="58"/>
                </a:cxn>
                <a:cxn ang="0">
                  <a:pos x="23" y="52"/>
                </a:cxn>
                <a:cxn ang="0">
                  <a:pos x="28" y="55"/>
                </a:cxn>
                <a:cxn ang="0">
                  <a:pos x="29" y="50"/>
                </a:cxn>
                <a:cxn ang="0">
                  <a:pos x="32" y="42"/>
                </a:cxn>
                <a:cxn ang="0">
                  <a:pos x="37" y="39"/>
                </a:cxn>
                <a:cxn ang="0">
                  <a:pos x="35" y="32"/>
                </a:cxn>
                <a:cxn ang="0">
                  <a:pos x="33" y="24"/>
                </a:cxn>
                <a:cxn ang="0">
                  <a:pos x="41" y="19"/>
                </a:cxn>
                <a:cxn ang="0">
                  <a:pos x="44" y="14"/>
                </a:cxn>
                <a:cxn ang="0">
                  <a:pos x="49" y="19"/>
                </a:cxn>
                <a:cxn ang="0">
                  <a:pos x="57" y="22"/>
                </a:cxn>
              </a:cxnLst>
              <a:rect l="0" t="0" r="r" b="b"/>
              <a:pathLst>
                <a:path w="63" h="84">
                  <a:moveTo>
                    <a:pt x="61" y="25"/>
                  </a:moveTo>
                  <a:cubicBezTo>
                    <a:pt x="62" y="26"/>
                    <a:pt x="63" y="28"/>
                    <a:pt x="63" y="29"/>
                  </a:cubicBezTo>
                  <a:cubicBezTo>
                    <a:pt x="63" y="31"/>
                    <a:pt x="60" y="33"/>
                    <a:pt x="60" y="34"/>
                  </a:cubicBezTo>
                  <a:cubicBezTo>
                    <a:pt x="60" y="35"/>
                    <a:pt x="60" y="38"/>
                    <a:pt x="60" y="40"/>
                  </a:cubicBezTo>
                  <a:cubicBezTo>
                    <a:pt x="61" y="41"/>
                    <a:pt x="62" y="43"/>
                    <a:pt x="62" y="44"/>
                  </a:cubicBezTo>
                  <a:cubicBezTo>
                    <a:pt x="62" y="46"/>
                    <a:pt x="61" y="49"/>
                    <a:pt x="61" y="50"/>
                  </a:cubicBezTo>
                  <a:cubicBezTo>
                    <a:pt x="61" y="51"/>
                    <a:pt x="62" y="53"/>
                    <a:pt x="61" y="55"/>
                  </a:cubicBezTo>
                  <a:cubicBezTo>
                    <a:pt x="61" y="56"/>
                    <a:pt x="59" y="57"/>
                    <a:pt x="59" y="58"/>
                  </a:cubicBezTo>
                  <a:cubicBezTo>
                    <a:pt x="58" y="59"/>
                    <a:pt x="56" y="62"/>
                    <a:pt x="56" y="63"/>
                  </a:cubicBezTo>
                  <a:cubicBezTo>
                    <a:pt x="55" y="64"/>
                    <a:pt x="56" y="67"/>
                    <a:pt x="55" y="68"/>
                  </a:cubicBezTo>
                  <a:cubicBezTo>
                    <a:pt x="55" y="68"/>
                    <a:pt x="54" y="69"/>
                    <a:pt x="53" y="69"/>
                  </a:cubicBezTo>
                  <a:cubicBezTo>
                    <a:pt x="52" y="68"/>
                    <a:pt x="51" y="66"/>
                    <a:pt x="50" y="65"/>
                  </a:cubicBezTo>
                  <a:cubicBezTo>
                    <a:pt x="49" y="64"/>
                    <a:pt x="45" y="62"/>
                    <a:pt x="43" y="60"/>
                  </a:cubicBezTo>
                  <a:cubicBezTo>
                    <a:pt x="43" y="60"/>
                    <a:pt x="41" y="59"/>
                    <a:pt x="40" y="58"/>
                  </a:cubicBezTo>
                  <a:cubicBezTo>
                    <a:pt x="38" y="58"/>
                    <a:pt x="34" y="59"/>
                    <a:pt x="32" y="59"/>
                  </a:cubicBezTo>
                  <a:cubicBezTo>
                    <a:pt x="31" y="60"/>
                    <a:pt x="29" y="62"/>
                    <a:pt x="28" y="62"/>
                  </a:cubicBezTo>
                  <a:cubicBezTo>
                    <a:pt x="26" y="63"/>
                    <a:pt x="23" y="62"/>
                    <a:pt x="22" y="63"/>
                  </a:cubicBezTo>
                  <a:cubicBezTo>
                    <a:pt x="22" y="63"/>
                    <a:pt x="21" y="64"/>
                    <a:pt x="20" y="64"/>
                  </a:cubicBezTo>
                  <a:cubicBezTo>
                    <a:pt x="20" y="65"/>
                    <a:pt x="19" y="67"/>
                    <a:pt x="19" y="68"/>
                  </a:cubicBezTo>
                  <a:cubicBezTo>
                    <a:pt x="19" y="69"/>
                    <a:pt x="18" y="71"/>
                    <a:pt x="17" y="72"/>
                  </a:cubicBezTo>
                  <a:cubicBezTo>
                    <a:pt x="17" y="73"/>
                    <a:pt x="16" y="75"/>
                    <a:pt x="15" y="76"/>
                  </a:cubicBezTo>
                  <a:cubicBezTo>
                    <a:pt x="14" y="77"/>
                    <a:pt x="13" y="77"/>
                    <a:pt x="12" y="78"/>
                  </a:cubicBezTo>
                  <a:cubicBezTo>
                    <a:pt x="11" y="79"/>
                    <a:pt x="10" y="80"/>
                    <a:pt x="9" y="81"/>
                  </a:cubicBezTo>
                  <a:cubicBezTo>
                    <a:pt x="9" y="81"/>
                    <a:pt x="8" y="83"/>
                    <a:pt x="7" y="83"/>
                  </a:cubicBezTo>
                  <a:cubicBezTo>
                    <a:pt x="7" y="84"/>
                    <a:pt x="5" y="84"/>
                    <a:pt x="4" y="84"/>
                  </a:cubicBezTo>
                  <a:cubicBezTo>
                    <a:pt x="3" y="84"/>
                    <a:pt x="3" y="82"/>
                    <a:pt x="3" y="82"/>
                  </a:cubicBezTo>
                  <a:cubicBezTo>
                    <a:pt x="2" y="81"/>
                    <a:pt x="1" y="78"/>
                    <a:pt x="0" y="77"/>
                  </a:cubicBezTo>
                  <a:cubicBezTo>
                    <a:pt x="0" y="75"/>
                    <a:pt x="1" y="71"/>
                    <a:pt x="1" y="70"/>
                  </a:cubicBezTo>
                  <a:cubicBezTo>
                    <a:pt x="1" y="68"/>
                    <a:pt x="1" y="66"/>
                    <a:pt x="1" y="65"/>
                  </a:cubicBezTo>
                  <a:cubicBezTo>
                    <a:pt x="1" y="64"/>
                    <a:pt x="3" y="62"/>
                    <a:pt x="3" y="61"/>
                  </a:cubicBezTo>
                  <a:cubicBezTo>
                    <a:pt x="4" y="60"/>
                    <a:pt x="5" y="57"/>
                    <a:pt x="5" y="56"/>
                  </a:cubicBezTo>
                  <a:cubicBezTo>
                    <a:pt x="6" y="55"/>
                    <a:pt x="7" y="54"/>
                    <a:pt x="7" y="53"/>
                  </a:cubicBezTo>
                  <a:cubicBezTo>
                    <a:pt x="8" y="52"/>
                    <a:pt x="9" y="51"/>
                    <a:pt x="9" y="50"/>
                  </a:cubicBezTo>
                  <a:cubicBezTo>
                    <a:pt x="9" y="50"/>
                    <a:pt x="9" y="49"/>
                    <a:pt x="9" y="49"/>
                  </a:cubicBezTo>
                  <a:cubicBezTo>
                    <a:pt x="10" y="49"/>
                    <a:pt x="10" y="49"/>
                    <a:pt x="10" y="49"/>
                  </a:cubicBezTo>
                  <a:cubicBezTo>
                    <a:pt x="11" y="48"/>
                    <a:pt x="10" y="46"/>
                    <a:pt x="9" y="46"/>
                  </a:cubicBezTo>
                  <a:cubicBezTo>
                    <a:pt x="9" y="45"/>
                    <a:pt x="9" y="44"/>
                    <a:pt x="9" y="44"/>
                  </a:cubicBezTo>
                  <a:cubicBezTo>
                    <a:pt x="9" y="43"/>
                    <a:pt x="9" y="40"/>
                    <a:pt x="9" y="39"/>
                  </a:cubicBezTo>
                  <a:cubicBezTo>
                    <a:pt x="9" y="38"/>
                    <a:pt x="9" y="34"/>
                    <a:pt x="10" y="33"/>
                  </a:cubicBezTo>
                  <a:cubicBezTo>
                    <a:pt x="10" y="31"/>
                    <a:pt x="12" y="27"/>
                    <a:pt x="12" y="25"/>
                  </a:cubicBezTo>
                  <a:cubicBezTo>
                    <a:pt x="13" y="23"/>
                    <a:pt x="13" y="19"/>
                    <a:pt x="14" y="17"/>
                  </a:cubicBezTo>
                  <a:cubicBezTo>
                    <a:pt x="14" y="15"/>
                    <a:pt x="13" y="12"/>
                    <a:pt x="13" y="11"/>
                  </a:cubicBezTo>
                  <a:cubicBezTo>
                    <a:pt x="14" y="9"/>
                    <a:pt x="14" y="6"/>
                    <a:pt x="15" y="5"/>
                  </a:cubicBezTo>
                  <a:cubicBezTo>
                    <a:pt x="16" y="4"/>
                    <a:pt x="17" y="3"/>
                    <a:pt x="18" y="2"/>
                  </a:cubicBezTo>
                  <a:cubicBezTo>
                    <a:pt x="18" y="1"/>
                    <a:pt x="19" y="0"/>
                    <a:pt x="20" y="0"/>
                  </a:cubicBezTo>
                  <a:cubicBezTo>
                    <a:pt x="20" y="1"/>
                    <a:pt x="21" y="2"/>
                    <a:pt x="21" y="3"/>
                  </a:cubicBezTo>
                  <a:cubicBezTo>
                    <a:pt x="21" y="5"/>
                    <a:pt x="21" y="8"/>
                    <a:pt x="21" y="10"/>
                  </a:cubicBezTo>
                  <a:cubicBezTo>
                    <a:pt x="20" y="11"/>
                    <a:pt x="20" y="13"/>
                    <a:pt x="20" y="15"/>
                  </a:cubicBezTo>
                  <a:cubicBezTo>
                    <a:pt x="20" y="15"/>
                    <a:pt x="19" y="17"/>
                    <a:pt x="19" y="17"/>
                  </a:cubicBezTo>
                  <a:cubicBezTo>
                    <a:pt x="18" y="18"/>
                    <a:pt x="19" y="20"/>
                    <a:pt x="19" y="21"/>
                  </a:cubicBezTo>
                  <a:cubicBezTo>
                    <a:pt x="19" y="23"/>
                    <a:pt x="19" y="25"/>
                    <a:pt x="18" y="27"/>
                  </a:cubicBezTo>
                  <a:cubicBezTo>
                    <a:pt x="18" y="27"/>
                    <a:pt x="17" y="29"/>
                    <a:pt x="16" y="30"/>
                  </a:cubicBezTo>
                  <a:cubicBezTo>
                    <a:pt x="15" y="30"/>
                    <a:pt x="14" y="32"/>
                    <a:pt x="14" y="33"/>
                  </a:cubicBezTo>
                  <a:cubicBezTo>
                    <a:pt x="13" y="34"/>
                    <a:pt x="13" y="35"/>
                    <a:pt x="14" y="36"/>
                  </a:cubicBezTo>
                  <a:cubicBezTo>
                    <a:pt x="14" y="36"/>
                    <a:pt x="15" y="37"/>
                    <a:pt x="16" y="36"/>
                  </a:cubicBezTo>
                  <a:cubicBezTo>
                    <a:pt x="17" y="36"/>
                    <a:pt x="17" y="34"/>
                    <a:pt x="18" y="34"/>
                  </a:cubicBezTo>
                  <a:cubicBezTo>
                    <a:pt x="18" y="33"/>
                    <a:pt x="21" y="33"/>
                    <a:pt x="22" y="33"/>
                  </a:cubicBezTo>
                  <a:cubicBezTo>
                    <a:pt x="23" y="34"/>
                    <a:pt x="24" y="36"/>
                    <a:pt x="24" y="37"/>
                  </a:cubicBezTo>
                  <a:cubicBezTo>
                    <a:pt x="25" y="38"/>
                    <a:pt x="25" y="41"/>
                    <a:pt x="24" y="42"/>
                  </a:cubicBezTo>
                  <a:cubicBezTo>
                    <a:pt x="24" y="43"/>
                    <a:pt x="22" y="46"/>
                    <a:pt x="21" y="48"/>
                  </a:cubicBezTo>
                  <a:cubicBezTo>
                    <a:pt x="20" y="49"/>
                    <a:pt x="18" y="51"/>
                    <a:pt x="17" y="52"/>
                  </a:cubicBezTo>
                  <a:cubicBezTo>
                    <a:pt x="16" y="53"/>
                    <a:pt x="13" y="54"/>
                    <a:pt x="13" y="55"/>
                  </a:cubicBezTo>
                  <a:cubicBezTo>
                    <a:pt x="12" y="55"/>
                    <a:pt x="10" y="57"/>
                    <a:pt x="10" y="58"/>
                  </a:cubicBezTo>
                  <a:cubicBezTo>
                    <a:pt x="9" y="59"/>
                    <a:pt x="9" y="62"/>
                    <a:pt x="9" y="63"/>
                  </a:cubicBezTo>
                  <a:cubicBezTo>
                    <a:pt x="9" y="64"/>
                    <a:pt x="11" y="65"/>
                    <a:pt x="11" y="66"/>
                  </a:cubicBezTo>
                  <a:cubicBezTo>
                    <a:pt x="11" y="67"/>
                    <a:pt x="10" y="69"/>
                    <a:pt x="11" y="69"/>
                  </a:cubicBezTo>
                  <a:cubicBezTo>
                    <a:pt x="11" y="70"/>
                    <a:pt x="11" y="72"/>
                    <a:pt x="12" y="72"/>
                  </a:cubicBezTo>
                  <a:cubicBezTo>
                    <a:pt x="12" y="73"/>
                    <a:pt x="14" y="72"/>
                    <a:pt x="14" y="72"/>
                  </a:cubicBezTo>
                  <a:cubicBezTo>
                    <a:pt x="15" y="71"/>
                    <a:pt x="15" y="69"/>
                    <a:pt x="15" y="68"/>
                  </a:cubicBezTo>
                  <a:cubicBezTo>
                    <a:pt x="15" y="66"/>
                    <a:pt x="14" y="64"/>
                    <a:pt x="14" y="63"/>
                  </a:cubicBezTo>
                  <a:cubicBezTo>
                    <a:pt x="14" y="62"/>
                    <a:pt x="15" y="60"/>
                    <a:pt x="15" y="60"/>
                  </a:cubicBezTo>
                  <a:cubicBezTo>
                    <a:pt x="16" y="59"/>
                    <a:pt x="18" y="59"/>
                    <a:pt x="18" y="58"/>
                  </a:cubicBezTo>
                  <a:cubicBezTo>
                    <a:pt x="19" y="57"/>
                    <a:pt x="20" y="55"/>
                    <a:pt x="21" y="54"/>
                  </a:cubicBezTo>
                  <a:cubicBezTo>
                    <a:pt x="21" y="53"/>
                    <a:pt x="22" y="53"/>
                    <a:pt x="23" y="52"/>
                  </a:cubicBezTo>
                  <a:cubicBezTo>
                    <a:pt x="24" y="52"/>
                    <a:pt x="25" y="53"/>
                    <a:pt x="26" y="53"/>
                  </a:cubicBezTo>
                  <a:cubicBezTo>
                    <a:pt x="27" y="54"/>
                    <a:pt x="27" y="55"/>
                    <a:pt x="28" y="55"/>
                  </a:cubicBezTo>
                  <a:cubicBezTo>
                    <a:pt x="29" y="56"/>
                    <a:pt x="31" y="55"/>
                    <a:pt x="31" y="54"/>
                  </a:cubicBezTo>
                  <a:cubicBezTo>
                    <a:pt x="31" y="53"/>
                    <a:pt x="29" y="52"/>
                    <a:pt x="29" y="50"/>
                  </a:cubicBezTo>
                  <a:cubicBezTo>
                    <a:pt x="28" y="49"/>
                    <a:pt x="30" y="46"/>
                    <a:pt x="30" y="45"/>
                  </a:cubicBezTo>
                  <a:cubicBezTo>
                    <a:pt x="30" y="45"/>
                    <a:pt x="31" y="42"/>
                    <a:pt x="32" y="42"/>
                  </a:cubicBezTo>
                  <a:cubicBezTo>
                    <a:pt x="33" y="41"/>
                    <a:pt x="34" y="42"/>
                    <a:pt x="35" y="41"/>
                  </a:cubicBezTo>
                  <a:cubicBezTo>
                    <a:pt x="35" y="41"/>
                    <a:pt x="37" y="40"/>
                    <a:pt x="37" y="39"/>
                  </a:cubicBezTo>
                  <a:cubicBezTo>
                    <a:pt x="37" y="38"/>
                    <a:pt x="37" y="36"/>
                    <a:pt x="37" y="35"/>
                  </a:cubicBezTo>
                  <a:cubicBezTo>
                    <a:pt x="36" y="34"/>
                    <a:pt x="35" y="33"/>
                    <a:pt x="35" y="32"/>
                  </a:cubicBezTo>
                  <a:cubicBezTo>
                    <a:pt x="34" y="32"/>
                    <a:pt x="32" y="30"/>
                    <a:pt x="32" y="29"/>
                  </a:cubicBezTo>
                  <a:cubicBezTo>
                    <a:pt x="31" y="28"/>
                    <a:pt x="33" y="25"/>
                    <a:pt x="33" y="24"/>
                  </a:cubicBezTo>
                  <a:cubicBezTo>
                    <a:pt x="34" y="23"/>
                    <a:pt x="37" y="22"/>
                    <a:pt x="38" y="21"/>
                  </a:cubicBezTo>
                  <a:cubicBezTo>
                    <a:pt x="38" y="20"/>
                    <a:pt x="41" y="20"/>
                    <a:pt x="41" y="19"/>
                  </a:cubicBezTo>
                  <a:cubicBezTo>
                    <a:pt x="42" y="18"/>
                    <a:pt x="41" y="15"/>
                    <a:pt x="41" y="14"/>
                  </a:cubicBezTo>
                  <a:cubicBezTo>
                    <a:pt x="42" y="14"/>
                    <a:pt x="43" y="14"/>
                    <a:pt x="44" y="14"/>
                  </a:cubicBezTo>
                  <a:cubicBezTo>
                    <a:pt x="45" y="14"/>
                    <a:pt x="46" y="15"/>
                    <a:pt x="47" y="15"/>
                  </a:cubicBezTo>
                  <a:cubicBezTo>
                    <a:pt x="47" y="16"/>
                    <a:pt x="48" y="18"/>
                    <a:pt x="49" y="19"/>
                  </a:cubicBezTo>
                  <a:cubicBezTo>
                    <a:pt x="49" y="20"/>
                    <a:pt x="51" y="20"/>
                    <a:pt x="52" y="21"/>
                  </a:cubicBezTo>
                  <a:cubicBezTo>
                    <a:pt x="53" y="21"/>
                    <a:pt x="56" y="21"/>
                    <a:pt x="57" y="22"/>
                  </a:cubicBezTo>
                  <a:cubicBezTo>
                    <a:pt x="58" y="23"/>
                    <a:pt x="60" y="24"/>
                    <a:pt x="61" y="2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179"/>
            <p:cNvSpPr>
              <a:spLocks/>
            </p:cNvSpPr>
            <p:nvPr/>
          </p:nvSpPr>
          <p:spPr bwMode="auto">
            <a:xfrm>
              <a:off x="6469063" y="1709738"/>
              <a:ext cx="33338" cy="31750"/>
            </a:xfrm>
            <a:custGeom>
              <a:avLst/>
              <a:gdLst/>
              <a:ahLst/>
              <a:cxnLst>
                <a:cxn ang="0">
                  <a:pos x="17" y="6"/>
                </a:cxn>
                <a:cxn ang="0">
                  <a:pos x="13" y="3"/>
                </a:cxn>
                <a:cxn ang="0">
                  <a:pos x="10" y="0"/>
                </a:cxn>
                <a:cxn ang="0">
                  <a:pos x="6" y="4"/>
                </a:cxn>
                <a:cxn ang="0">
                  <a:pos x="5" y="7"/>
                </a:cxn>
                <a:cxn ang="0">
                  <a:pos x="1" y="10"/>
                </a:cxn>
                <a:cxn ang="0">
                  <a:pos x="0" y="13"/>
                </a:cxn>
                <a:cxn ang="0">
                  <a:pos x="1" y="16"/>
                </a:cxn>
                <a:cxn ang="0">
                  <a:pos x="6" y="18"/>
                </a:cxn>
                <a:cxn ang="0">
                  <a:pos x="9" y="14"/>
                </a:cxn>
                <a:cxn ang="0">
                  <a:pos x="15" y="14"/>
                </a:cxn>
                <a:cxn ang="0">
                  <a:pos x="18" y="12"/>
                </a:cxn>
                <a:cxn ang="0">
                  <a:pos x="18" y="8"/>
                </a:cxn>
                <a:cxn ang="0">
                  <a:pos x="17" y="6"/>
                </a:cxn>
              </a:cxnLst>
              <a:rect l="0" t="0" r="r" b="b"/>
              <a:pathLst>
                <a:path w="19" h="18">
                  <a:moveTo>
                    <a:pt x="17" y="6"/>
                  </a:moveTo>
                  <a:cubicBezTo>
                    <a:pt x="16" y="5"/>
                    <a:pt x="14" y="4"/>
                    <a:pt x="13" y="3"/>
                  </a:cubicBezTo>
                  <a:cubicBezTo>
                    <a:pt x="12" y="2"/>
                    <a:pt x="11" y="0"/>
                    <a:pt x="10" y="0"/>
                  </a:cubicBezTo>
                  <a:cubicBezTo>
                    <a:pt x="9" y="0"/>
                    <a:pt x="7" y="3"/>
                    <a:pt x="6" y="4"/>
                  </a:cubicBezTo>
                  <a:cubicBezTo>
                    <a:pt x="6" y="5"/>
                    <a:pt x="5" y="7"/>
                    <a:pt x="5" y="7"/>
                  </a:cubicBezTo>
                  <a:cubicBezTo>
                    <a:pt x="4" y="8"/>
                    <a:pt x="2" y="10"/>
                    <a:pt x="1" y="10"/>
                  </a:cubicBezTo>
                  <a:cubicBezTo>
                    <a:pt x="1" y="11"/>
                    <a:pt x="0" y="12"/>
                    <a:pt x="0" y="13"/>
                  </a:cubicBezTo>
                  <a:cubicBezTo>
                    <a:pt x="0" y="14"/>
                    <a:pt x="1" y="16"/>
                    <a:pt x="1" y="16"/>
                  </a:cubicBezTo>
                  <a:cubicBezTo>
                    <a:pt x="2" y="17"/>
                    <a:pt x="5" y="18"/>
                    <a:pt x="6" y="18"/>
                  </a:cubicBezTo>
                  <a:cubicBezTo>
                    <a:pt x="7" y="17"/>
                    <a:pt x="8" y="15"/>
                    <a:pt x="9" y="14"/>
                  </a:cubicBezTo>
                  <a:cubicBezTo>
                    <a:pt x="10" y="13"/>
                    <a:pt x="14" y="14"/>
                    <a:pt x="15" y="14"/>
                  </a:cubicBezTo>
                  <a:cubicBezTo>
                    <a:pt x="16" y="13"/>
                    <a:pt x="17" y="12"/>
                    <a:pt x="18" y="12"/>
                  </a:cubicBezTo>
                  <a:cubicBezTo>
                    <a:pt x="18" y="11"/>
                    <a:pt x="19" y="9"/>
                    <a:pt x="18" y="8"/>
                  </a:cubicBezTo>
                  <a:cubicBezTo>
                    <a:pt x="18" y="8"/>
                    <a:pt x="17" y="7"/>
                    <a:pt x="17"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180"/>
            <p:cNvSpPr>
              <a:spLocks/>
            </p:cNvSpPr>
            <p:nvPr/>
          </p:nvSpPr>
          <p:spPr bwMode="auto">
            <a:xfrm>
              <a:off x="6497638" y="1684338"/>
              <a:ext cx="34925" cy="36513"/>
            </a:xfrm>
            <a:custGeom>
              <a:avLst/>
              <a:gdLst/>
              <a:ahLst/>
              <a:cxnLst>
                <a:cxn ang="0">
                  <a:pos x="9" y="21"/>
                </a:cxn>
                <a:cxn ang="0">
                  <a:pos x="6" y="18"/>
                </a:cxn>
                <a:cxn ang="0">
                  <a:pos x="2" y="15"/>
                </a:cxn>
                <a:cxn ang="0">
                  <a:pos x="1" y="10"/>
                </a:cxn>
                <a:cxn ang="0">
                  <a:pos x="5" y="8"/>
                </a:cxn>
                <a:cxn ang="0">
                  <a:pos x="7" y="4"/>
                </a:cxn>
                <a:cxn ang="0">
                  <a:pos x="7" y="0"/>
                </a:cxn>
                <a:cxn ang="0">
                  <a:pos x="11" y="0"/>
                </a:cxn>
                <a:cxn ang="0">
                  <a:pos x="18" y="3"/>
                </a:cxn>
                <a:cxn ang="0">
                  <a:pos x="19" y="6"/>
                </a:cxn>
                <a:cxn ang="0">
                  <a:pos x="19" y="12"/>
                </a:cxn>
                <a:cxn ang="0">
                  <a:pos x="16" y="14"/>
                </a:cxn>
                <a:cxn ang="0">
                  <a:pos x="14" y="18"/>
                </a:cxn>
                <a:cxn ang="0">
                  <a:pos x="12" y="21"/>
                </a:cxn>
                <a:cxn ang="0">
                  <a:pos x="9" y="21"/>
                </a:cxn>
              </a:cxnLst>
              <a:rect l="0" t="0" r="r" b="b"/>
              <a:pathLst>
                <a:path w="20" h="21">
                  <a:moveTo>
                    <a:pt x="9" y="21"/>
                  </a:moveTo>
                  <a:cubicBezTo>
                    <a:pt x="8" y="21"/>
                    <a:pt x="7" y="18"/>
                    <a:pt x="6" y="18"/>
                  </a:cubicBezTo>
                  <a:cubicBezTo>
                    <a:pt x="5" y="17"/>
                    <a:pt x="3" y="16"/>
                    <a:pt x="2" y="15"/>
                  </a:cubicBezTo>
                  <a:cubicBezTo>
                    <a:pt x="1" y="14"/>
                    <a:pt x="0" y="12"/>
                    <a:pt x="1" y="10"/>
                  </a:cubicBezTo>
                  <a:cubicBezTo>
                    <a:pt x="1" y="9"/>
                    <a:pt x="4" y="9"/>
                    <a:pt x="5" y="8"/>
                  </a:cubicBezTo>
                  <a:cubicBezTo>
                    <a:pt x="5" y="7"/>
                    <a:pt x="7" y="5"/>
                    <a:pt x="7" y="4"/>
                  </a:cubicBezTo>
                  <a:cubicBezTo>
                    <a:pt x="8" y="3"/>
                    <a:pt x="7" y="1"/>
                    <a:pt x="7" y="0"/>
                  </a:cubicBezTo>
                  <a:cubicBezTo>
                    <a:pt x="8" y="0"/>
                    <a:pt x="10" y="0"/>
                    <a:pt x="11" y="0"/>
                  </a:cubicBezTo>
                  <a:cubicBezTo>
                    <a:pt x="13" y="0"/>
                    <a:pt x="16" y="2"/>
                    <a:pt x="18" y="3"/>
                  </a:cubicBezTo>
                  <a:cubicBezTo>
                    <a:pt x="18" y="3"/>
                    <a:pt x="19" y="5"/>
                    <a:pt x="19" y="6"/>
                  </a:cubicBezTo>
                  <a:cubicBezTo>
                    <a:pt x="20" y="8"/>
                    <a:pt x="19" y="11"/>
                    <a:pt x="19" y="12"/>
                  </a:cubicBezTo>
                  <a:cubicBezTo>
                    <a:pt x="18" y="13"/>
                    <a:pt x="17" y="14"/>
                    <a:pt x="16" y="14"/>
                  </a:cubicBezTo>
                  <a:cubicBezTo>
                    <a:pt x="16" y="15"/>
                    <a:pt x="15" y="17"/>
                    <a:pt x="14" y="18"/>
                  </a:cubicBezTo>
                  <a:cubicBezTo>
                    <a:pt x="14" y="19"/>
                    <a:pt x="13" y="20"/>
                    <a:pt x="12" y="21"/>
                  </a:cubicBezTo>
                  <a:cubicBezTo>
                    <a:pt x="11" y="21"/>
                    <a:pt x="10" y="21"/>
                    <a:pt x="9" y="2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181"/>
            <p:cNvSpPr>
              <a:spLocks/>
            </p:cNvSpPr>
            <p:nvPr/>
          </p:nvSpPr>
          <p:spPr bwMode="auto">
            <a:xfrm>
              <a:off x="5530850" y="3505201"/>
              <a:ext cx="423863" cy="830263"/>
            </a:xfrm>
            <a:custGeom>
              <a:avLst/>
              <a:gdLst/>
              <a:ahLst/>
              <a:cxnLst>
                <a:cxn ang="0">
                  <a:pos x="96" y="347"/>
                </a:cxn>
                <a:cxn ang="0">
                  <a:pos x="78" y="332"/>
                </a:cxn>
                <a:cxn ang="0">
                  <a:pos x="70" y="310"/>
                </a:cxn>
                <a:cxn ang="0">
                  <a:pos x="59" y="290"/>
                </a:cxn>
                <a:cxn ang="0">
                  <a:pos x="56" y="274"/>
                </a:cxn>
                <a:cxn ang="0">
                  <a:pos x="69" y="262"/>
                </a:cxn>
                <a:cxn ang="0">
                  <a:pos x="83" y="246"/>
                </a:cxn>
                <a:cxn ang="0">
                  <a:pos x="82" y="224"/>
                </a:cxn>
                <a:cxn ang="0">
                  <a:pos x="76" y="192"/>
                </a:cxn>
                <a:cxn ang="0">
                  <a:pos x="73" y="167"/>
                </a:cxn>
                <a:cxn ang="0">
                  <a:pos x="64" y="162"/>
                </a:cxn>
                <a:cxn ang="0">
                  <a:pos x="51" y="167"/>
                </a:cxn>
                <a:cxn ang="0">
                  <a:pos x="39" y="161"/>
                </a:cxn>
                <a:cxn ang="0">
                  <a:pos x="32" y="150"/>
                </a:cxn>
                <a:cxn ang="0">
                  <a:pos x="36" y="134"/>
                </a:cxn>
                <a:cxn ang="0">
                  <a:pos x="22" y="131"/>
                </a:cxn>
                <a:cxn ang="0">
                  <a:pos x="15" y="119"/>
                </a:cxn>
                <a:cxn ang="0">
                  <a:pos x="19" y="109"/>
                </a:cxn>
                <a:cxn ang="0">
                  <a:pos x="16" y="95"/>
                </a:cxn>
                <a:cxn ang="0">
                  <a:pos x="6" y="89"/>
                </a:cxn>
                <a:cxn ang="0">
                  <a:pos x="2" y="78"/>
                </a:cxn>
                <a:cxn ang="0">
                  <a:pos x="7" y="67"/>
                </a:cxn>
                <a:cxn ang="0">
                  <a:pos x="15" y="60"/>
                </a:cxn>
                <a:cxn ang="0">
                  <a:pos x="28" y="49"/>
                </a:cxn>
                <a:cxn ang="0">
                  <a:pos x="38" y="41"/>
                </a:cxn>
                <a:cxn ang="0">
                  <a:pos x="38" y="18"/>
                </a:cxn>
                <a:cxn ang="0">
                  <a:pos x="46" y="3"/>
                </a:cxn>
                <a:cxn ang="0">
                  <a:pos x="62" y="1"/>
                </a:cxn>
                <a:cxn ang="0">
                  <a:pos x="84" y="5"/>
                </a:cxn>
                <a:cxn ang="0">
                  <a:pos x="98" y="6"/>
                </a:cxn>
                <a:cxn ang="0">
                  <a:pos x="115" y="5"/>
                </a:cxn>
                <a:cxn ang="0">
                  <a:pos x="127" y="25"/>
                </a:cxn>
                <a:cxn ang="0">
                  <a:pos x="139" y="37"/>
                </a:cxn>
                <a:cxn ang="0">
                  <a:pos x="147" y="55"/>
                </a:cxn>
                <a:cxn ang="0">
                  <a:pos x="165" y="59"/>
                </a:cxn>
                <a:cxn ang="0">
                  <a:pos x="188" y="66"/>
                </a:cxn>
                <a:cxn ang="0">
                  <a:pos x="203" y="69"/>
                </a:cxn>
                <a:cxn ang="0">
                  <a:pos x="204" y="112"/>
                </a:cxn>
                <a:cxn ang="0">
                  <a:pos x="194" y="169"/>
                </a:cxn>
                <a:cxn ang="0">
                  <a:pos x="225" y="201"/>
                </a:cxn>
                <a:cxn ang="0">
                  <a:pos x="246" y="237"/>
                </a:cxn>
                <a:cxn ang="0">
                  <a:pos x="234" y="274"/>
                </a:cxn>
                <a:cxn ang="0">
                  <a:pos x="213" y="284"/>
                </a:cxn>
                <a:cxn ang="0">
                  <a:pos x="195" y="296"/>
                </a:cxn>
                <a:cxn ang="0">
                  <a:pos x="204" y="333"/>
                </a:cxn>
                <a:cxn ang="0">
                  <a:pos x="216" y="365"/>
                </a:cxn>
                <a:cxn ang="0">
                  <a:pos x="218" y="396"/>
                </a:cxn>
                <a:cxn ang="0">
                  <a:pos x="212" y="429"/>
                </a:cxn>
                <a:cxn ang="0">
                  <a:pos x="197" y="463"/>
                </a:cxn>
                <a:cxn ang="0">
                  <a:pos x="163" y="475"/>
                </a:cxn>
                <a:cxn ang="0">
                  <a:pos x="152" y="478"/>
                </a:cxn>
                <a:cxn ang="0">
                  <a:pos x="153" y="461"/>
                </a:cxn>
                <a:cxn ang="0">
                  <a:pos x="141" y="440"/>
                </a:cxn>
                <a:cxn ang="0">
                  <a:pos x="128" y="412"/>
                </a:cxn>
                <a:cxn ang="0">
                  <a:pos x="111" y="376"/>
                </a:cxn>
                <a:cxn ang="0">
                  <a:pos x="102" y="356"/>
                </a:cxn>
              </a:cxnLst>
              <a:rect l="0" t="0" r="r" b="b"/>
              <a:pathLst>
                <a:path w="246" h="481">
                  <a:moveTo>
                    <a:pt x="102" y="356"/>
                  </a:moveTo>
                  <a:cubicBezTo>
                    <a:pt x="101" y="355"/>
                    <a:pt x="101" y="354"/>
                    <a:pt x="101" y="353"/>
                  </a:cubicBezTo>
                  <a:cubicBezTo>
                    <a:pt x="100" y="351"/>
                    <a:pt x="98" y="348"/>
                    <a:pt x="96" y="347"/>
                  </a:cubicBezTo>
                  <a:cubicBezTo>
                    <a:pt x="95" y="345"/>
                    <a:pt x="93" y="343"/>
                    <a:pt x="91" y="342"/>
                  </a:cubicBezTo>
                  <a:cubicBezTo>
                    <a:pt x="89" y="341"/>
                    <a:pt x="85" y="339"/>
                    <a:pt x="83" y="337"/>
                  </a:cubicBezTo>
                  <a:cubicBezTo>
                    <a:pt x="82" y="336"/>
                    <a:pt x="79" y="333"/>
                    <a:pt x="78" y="332"/>
                  </a:cubicBezTo>
                  <a:cubicBezTo>
                    <a:pt x="76" y="330"/>
                    <a:pt x="72" y="327"/>
                    <a:pt x="71" y="324"/>
                  </a:cubicBezTo>
                  <a:cubicBezTo>
                    <a:pt x="70" y="322"/>
                    <a:pt x="70" y="318"/>
                    <a:pt x="70" y="316"/>
                  </a:cubicBezTo>
                  <a:cubicBezTo>
                    <a:pt x="70" y="314"/>
                    <a:pt x="70" y="312"/>
                    <a:pt x="70" y="310"/>
                  </a:cubicBezTo>
                  <a:cubicBezTo>
                    <a:pt x="70" y="308"/>
                    <a:pt x="69" y="305"/>
                    <a:pt x="68" y="303"/>
                  </a:cubicBezTo>
                  <a:cubicBezTo>
                    <a:pt x="68" y="301"/>
                    <a:pt x="66" y="297"/>
                    <a:pt x="65" y="296"/>
                  </a:cubicBezTo>
                  <a:cubicBezTo>
                    <a:pt x="63" y="294"/>
                    <a:pt x="60" y="292"/>
                    <a:pt x="59" y="290"/>
                  </a:cubicBezTo>
                  <a:cubicBezTo>
                    <a:pt x="58" y="289"/>
                    <a:pt x="57" y="287"/>
                    <a:pt x="56" y="286"/>
                  </a:cubicBezTo>
                  <a:cubicBezTo>
                    <a:pt x="55" y="284"/>
                    <a:pt x="53" y="281"/>
                    <a:pt x="53" y="280"/>
                  </a:cubicBezTo>
                  <a:cubicBezTo>
                    <a:pt x="53" y="278"/>
                    <a:pt x="55" y="275"/>
                    <a:pt x="56" y="274"/>
                  </a:cubicBezTo>
                  <a:cubicBezTo>
                    <a:pt x="57" y="273"/>
                    <a:pt x="60" y="270"/>
                    <a:pt x="61" y="269"/>
                  </a:cubicBezTo>
                  <a:cubicBezTo>
                    <a:pt x="62" y="268"/>
                    <a:pt x="64" y="267"/>
                    <a:pt x="66" y="266"/>
                  </a:cubicBezTo>
                  <a:cubicBezTo>
                    <a:pt x="67" y="265"/>
                    <a:pt x="68" y="263"/>
                    <a:pt x="69" y="262"/>
                  </a:cubicBezTo>
                  <a:cubicBezTo>
                    <a:pt x="70" y="261"/>
                    <a:pt x="73" y="259"/>
                    <a:pt x="73" y="258"/>
                  </a:cubicBezTo>
                  <a:cubicBezTo>
                    <a:pt x="75" y="256"/>
                    <a:pt x="76" y="251"/>
                    <a:pt x="78" y="249"/>
                  </a:cubicBezTo>
                  <a:cubicBezTo>
                    <a:pt x="79" y="248"/>
                    <a:pt x="82" y="247"/>
                    <a:pt x="83" y="246"/>
                  </a:cubicBezTo>
                  <a:cubicBezTo>
                    <a:pt x="84" y="245"/>
                    <a:pt x="86" y="244"/>
                    <a:pt x="87" y="243"/>
                  </a:cubicBezTo>
                  <a:cubicBezTo>
                    <a:pt x="88" y="241"/>
                    <a:pt x="86" y="236"/>
                    <a:pt x="86" y="234"/>
                  </a:cubicBezTo>
                  <a:cubicBezTo>
                    <a:pt x="85" y="231"/>
                    <a:pt x="83" y="227"/>
                    <a:pt x="82" y="224"/>
                  </a:cubicBezTo>
                  <a:cubicBezTo>
                    <a:pt x="81" y="222"/>
                    <a:pt x="80" y="217"/>
                    <a:pt x="79" y="214"/>
                  </a:cubicBezTo>
                  <a:cubicBezTo>
                    <a:pt x="78" y="212"/>
                    <a:pt x="77" y="206"/>
                    <a:pt x="77" y="204"/>
                  </a:cubicBezTo>
                  <a:cubicBezTo>
                    <a:pt x="76" y="201"/>
                    <a:pt x="76" y="195"/>
                    <a:pt x="76" y="192"/>
                  </a:cubicBezTo>
                  <a:cubicBezTo>
                    <a:pt x="75" y="188"/>
                    <a:pt x="74" y="182"/>
                    <a:pt x="74" y="178"/>
                  </a:cubicBezTo>
                  <a:cubicBezTo>
                    <a:pt x="74" y="176"/>
                    <a:pt x="74" y="173"/>
                    <a:pt x="74" y="171"/>
                  </a:cubicBezTo>
                  <a:cubicBezTo>
                    <a:pt x="74" y="170"/>
                    <a:pt x="74" y="168"/>
                    <a:pt x="73" y="167"/>
                  </a:cubicBezTo>
                  <a:cubicBezTo>
                    <a:pt x="72" y="166"/>
                    <a:pt x="71" y="166"/>
                    <a:pt x="70" y="165"/>
                  </a:cubicBezTo>
                  <a:cubicBezTo>
                    <a:pt x="69" y="165"/>
                    <a:pt x="68" y="163"/>
                    <a:pt x="67" y="163"/>
                  </a:cubicBezTo>
                  <a:cubicBezTo>
                    <a:pt x="67" y="163"/>
                    <a:pt x="65" y="162"/>
                    <a:pt x="64" y="162"/>
                  </a:cubicBezTo>
                  <a:cubicBezTo>
                    <a:pt x="62" y="163"/>
                    <a:pt x="59" y="163"/>
                    <a:pt x="58" y="164"/>
                  </a:cubicBezTo>
                  <a:cubicBezTo>
                    <a:pt x="57" y="165"/>
                    <a:pt x="56" y="167"/>
                    <a:pt x="55" y="167"/>
                  </a:cubicBezTo>
                  <a:cubicBezTo>
                    <a:pt x="54" y="167"/>
                    <a:pt x="52" y="167"/>
                    <a:pt x="51" y="167"/>
                  </a:cubicBezTo>
                  <a:cubicBezTo>
                    <a:pt x="50" y="166"/>
                    <a:pt x="49" y="165"/>
                    <a:pt x="48" y="165"/>
                  </a:cubicBezTo>
                  <a:cubicBezTo>
                    <a:pt x="47" y="164"/>
                    <a:pt x="44" y="163"/>
                    <a:pt x="43" y="162"/>
                  </a:cubicBezTo>
                  <a:cubicBezTo>
                    <a:pt x="42" y="162"/>
                    <a:pt x="40" y="161"/>
                    <a:pt x="39" y="161"/>
                  </a:cubicBezTo>
                  <a:cubicBezTo>
                    <a:pt x="37" y="160"/>
                    <a:pt x="35" y="160"/>
                    <a:pt x="34" y="159"/>
                  </a:cubicBezTo>
                  <a:cubicBezTo>
                    <a:pt x="33" y="158"/>
                    <a:pt x="32" y="156"/>
                    <a:pt x="32" y="155"/>
                  </a:cubicBezTo>
                  <a:cubicBezTo>
                    <a:pt x="32" y="154"/>
                    <a:pt x="32" y="151"/>
                    <a:pt x="32" y="150"/>
                  </a:cubicBezTo>
                  <a:cubicBezTo>
                    <a:pt x="33" y="149"/>
                    <a:pt x="35" y="147"/>
                    <a:pt x="35" y="146"/>
                  </a:cubicBezTo>
                  <a:cubicBezTo>
                    <a:pt x="36" y="145"/>
                    <a:pt x="37" y="142"/>
                    <a:pt x="37" y="141"/>
                  </a:cubicBezTo>
                  <a:cubicBezTo>
                    <a:pt x="37" y="139"/>
                    <a:pt x="36" y="136"/>
                    <a:pt x="36" y="134"/>
                  </a:cubicBezTo>
                  <a:cubicBezTo>
                    <a:pt x="35" y="133"/>
                    <a:pt x="34" y="131"/>
                    <a:pt x="33" y="130"/>
                  </a:cubicBezTo>
                  <a:cubicBezTo>
                    <a:pt x="32" y="129"/>
                    <a:pt x="30" y="129"/>
                    <a:pt x="28" y="129"/>
                  </a:cubicBezTo>
                  <a:cubicBezTo>
                    <a:pt x="27" y="129"/>
                    <a:pt x="24" y="131"/>
                    <a:pt x="22" y="131"/>
                  </a:cubicBezTo>
                  <a:cubicBezTo>
                    <a:pt x="21" y="131"/>
                    <a:pt x="18" y="131"/>
                    <a:pt x="17" y="130"/>
                  </a:cubicBezTo>
                  <a:cubicBezTo>
                    <a:pt x="16" y="130"/>
                    <a:pt x="15" y="128"/>
                    <a:pt x="15" y="127"/>
                  </a:cubicBezTo>
                  <a:cubicBezTo>
                    <a:pt x="14" y="126"/>
                    <a:pt x="14" y="121"/>
                    <a:pt x="15" y="119"/>
                  </a:cubicBezTo>
                  <a:cubicBezTo>
                    <a:pt x="15" y="118"/>
                    <a:pt x="16" y="117"/>
                    <a:pt x="16" y="116"/>
                  </a:cubicBezTo>
                  <a:cubicBezTo>
                    <a:pt x="16" y="115"/>
                    <a:pt x="16" y="113"/>
                    <a:pt x="17" y="112"/>
                  </a:cubicBezTo>
                  <a:cubicBezTo>
                    <a:pt x="17" y="111"/>
                    <a:pt x="19" y="110"/>
                    <a:pt x="19" y="109"/>
                  </a:cubicBezTo>
                  <a:cubicBezTo>
                    <a:pt x="20" y="107"/>
                    <a:pt x="21" y="104"/>
                    <a:pt x="20" y="103"/>
                  </a:cubicBezTo>
                  <a:cubicBezTo>
                    <a:pt x="20" y="101"/>
                    <a:pt x="18" y="99"/>
                    <a:pt x="17" y="97"/>
                  </a:cubicBezTo>
                  <a:cubicBezTo>
                    <a:pt x="17" y="97"/>
                    <a:pt x="17" y="95"/>
                    <a:pt x="16" y="95"/>
                  </a:cubicBezTo>
                  <a:cubicBezTo>
                    <a:pt x="15" y="94"/>
                    <a:pt x="13" y="94"/>
                    <a:pt x="11" y="93"/>
                  </a:cubicBezTo>
                  <a:cubicBezTo>
                    <a:pt x="10" y="93"/>
                    <a:pt x="8" y="92"/>
                    <a:pt x="7" y="92"/>
                  </a:cubicBezTo>
                  <a:cubicBezTo>
                    <a:pt x="7" y="91"/>
                    <a:pt x="6" y="90"/>
                    <a:pt x="6" y="89"/>
                  </a:cubicBezTo>
                  <a:cubicBezTo>
                    <a:pt x="5" y="88"/>
                    <a:pt x="2" y="88"/>
                    <a:pt x="1" y="87"/>
                  </a:cubicBezTo>
                  <a:cubicBezTo>
                    <a:pt x="0" y="86"/>
                    <a:pt x="0" y="84"/>
                    <a:pt x="0" y="82"/>
                  </a:cubicBezTo>
                  <a:cubicBezTo>
                    <a:pt x="0" y="81"/>
                    <a:pt x="2" y="79"/>
                    <a:pt x="2" y="78"/>
                  </a:cubicBezTo>
                  <a:cubicBezTo>
                    <a:pt x="3" y="77"/>
                    <a:pt x="4" y="76"/>
                    <a:pt x="5" y="75"/>
                  </a:cubicBezTo>
                  <a:cubicBezTo>
                    <a:pt x="6" y="74"/>
                    <a:pt x="7" y="72"/>
                    <a:pt x="7" y="70"/>
                  </a:cubicBezTo>
                  <a:cubicBezTo>
                    <a:pt x="7" y="70"/>
                    <a:pt x="7" y="68"/>
                    <a:pt x="7" y="67"/>
                  </a:cubicBezTo>
                  <a:cubicBezTo>
                    <a:pt x="7" y="67"/>
                    <a:pt x="8" y="66"/>
                    <a:pt x="8" y="66"/>
                  </a:cubicBezTo>
                  <a:cubicBezTo>
                    <a:pt x="9" y="66"/>
                    <a:pt x="10" y="65"/>
                    <a:pt x="11" y="64"/>
                  </a:cubicBezTo>
                  <a:cubicBezTo>
                    <a:pt x="12" y="63"/>
                    <a:pt x="15" y="61"/>
                    <a:pt x="15" y="60"/>
                  </a:cubicBezTo>
                  <a:cubicBezTo>
                    <a:pt x="16" y="59"/>
                    <a:pt x="17" y="56"/>
                    <a:pt x="18" y="55"/>
                  </a:cubicBezTo>
                  <a:cubicBezTo>
                    <a:pt x="19" y="54"/>
                    <a:pt x="23" y="53"/>
                    <a:pt x="24" y="53"/>
                  </a:cubicBezTo>
                  <a:cubicBezTo>
                    <a:pt x="25" y="52"/>
                    <a:pt x="27" y="50"/>
                    <a:pt x="28" y="49"/>
                  </a:cubicBezTo>
                  <a:cubicBezTo>
                    <a:pt x="29" y="49"/>
                    <a:pt x="30" y="46"/>
                    <a:pt x="31" y="46"/>
                  </a:cubicBezTo>
                  <a:cubicBezTo>
                    <a:pt x="32" y="45"/>
                    <a:pt x="35" y="45"/>
                    <a:pt x="36" y="44"/>
                  </a:cubicBezTo>
                  <a:cubicBezTo>
                    <a:pt x="36" y="43"/>
                    <a:pt x="38" y="42"/>
                    <a:pt x="38" y="41"/>
                  </a:cubicBezTo>
                  <a:cubicBezTo>
                    <a:pt x="39" y="39"/>
                    <a:pt x="39" y="35"/>
                    <a:pt x="39" y="33"/>
                  </a:cubicBezTo>
                  <a:cubicBezTo>
                    <a:pt x="39" y="31"/>
                    <a:pt x="37" y="26"/>
                    <a:pt x="37" y="23"/>
                  </a:cubicBezTo>
                  <a:cubicBezTo>
                    <a:pt x="37" y="22"/>
                    <a:pt x="38" y="19"/>
                    <a:pt x="38" y="18"/>
                  </a:cubicBezTo>
                  <a:cubicBezTo>
                    <a:pt x="39" y="17"/>
                    <a:pt x="42" y="15"/>
                    <a:pt x="43" y="14"/>
                  </a:cubicBezTo>
                  <a:cubicBezTo>
                    <a:pt x="43" y="12"/>
                    <a:pt x="43" y="9"/>
                    <a:pt x="44" y="8"/>
                  </a:cubicBezTo>
                  <a:cubicBezTo>
                    <a:pt x="44" y="7"/>
                    <a:pt x="45" y="4"/>
                    <a:pt x="46" y="3"/>
                  </a:cubicBezTo>
                  <a:cubicBezTo>
                    <a:pt x="46" y="3"/>
                    <a:pt x="48" y="2"/>
                    <a:pt x="48" y="2"/>
                  </a:cubicBezTo>
                  <a:cubicBezTo>
                    <a:pt x="50" y="1"/>
                    <a:pt x="52" y="1"/>
                    <a:pt x="54" y="1"/>
                  </a:cubicBezTo>
                  <a:cubicBezTo>
                    <a:pt x="56" y="0"/>
                    <a:pt x="60" y="0"/>
                    <a:pt x="62" y="1"/>
                  </a:cubicBezTo>
                  <a:cubicBezTo>
                    <a:pt x="64" y="1"/>
                    <a:pt x="68" y="4"/>
                    <a:pt x="70" y="4"/>
                  </a:cubicBezTo>
                  <a:cubicBezTo>
                    <a:pt x="72" y="4"/>
                    <a:pt x="76" y="3"/>
                    <a:pt x="78" y="4"/>
                  </a:cubicBezTo>
                  <a:cubicBezTo>
                    <a:pt x="80" y="4"/>
                    <a:pt x="83" y="4"/>
                    <a:pt x="84" y="5"/>
                  </a:cubicBezTo>
                  <a:cubicBezTo>
                    <a:pt x="86" y="5"/>
                    <a:pt x="88" y="6"/>
                    <a:pt x="89" y="7"/>
                  </a:cubicBezTo>
                  <a:cubicBezTo>
                    <a:pt x="90" y="7"/>
                    <a:pt x="92" y="8"/>
                    <a:pt x="93" y="8"/>
                  </a:cubicBezTo>
                  <a:cubicBezTo>
                    <a:pt x="95" y="8"/>
                    <a:pt x="97" y="7"/>
                    <a:pt x="98" y="6"/>
                  </a:cubicBezTo>
                  <a:cubicBezTo>
                    <a:pt x="99" y="6"/>
                    <a:pt x="101" y="4"/>
                    <a:pt x="102" y="4"/>
                  </a:cubicBezTo>
                  <a:cubicBezTo>
                    <a:pt x="103" y="3"/>
                    <a:pt x="107" y="3"/>
                    <a:pt x="108" y="4"/>
                  </a:cubicBezTo>
                  <a:cubicBezTo>
                    <a:pt x="110" y="4"/>
                    <a:pt x="113" y="4"/>
                    <a:pt x="115" y="5"/>
                  </a:cubicBezTo>
                  <a:cubicBezTo>
                    <a:pt x="116" y="6"/>
                    <a:pt x="118" y="8"/>
                    <a:pt x="119" y="9"/>
                  </a:cubicBezTo>
                  <a:cubicBezTo>
                    <a:pt x="121" y="11"/>
                    <a:pt x="123" y="14"/>
                    <a:pt x="124" y="16"/>
                  </a:cubicBezTo>
                  <a:cubicBezTo>
                    <a:pt x="125" y="18"/>
                    <a:pt x="126" y="23"/>
                    <a:pt x="127" y="25"/>
                  </a:cubicBezTo>
                  <a:cubicBezTo>
                    <a:pt x="128" y="26"/>
                    <a:pt x="129" y="28"/>
                    <a:pt x="130" y="29"/>
                  </a:cubicBezTo>
                  <a:cubicBezTo>
                    <a:pt x="131" y="31"/>
                    <a:pt x="134" y="32"/>
                    <a:pt x="135" y="33"/>
                  </a:cubicBezTo>
                  <a:cubicBezTo>
                    <a:pt x="136" y="34"/>
                    <a:pt x="138" y="36"/>
                    <a:pt x="139" y="37"/>
                  </a:cubicBezTo>
                  <a:cubicBezTo>
                    <a:pt x="141" y="38"/>
                    <a:pt x="144" y="41"/>
                    <a:pt x="145" y="42"/>
                  </a:cubicBezTo>
                  <a:cubicBezTo>
                    <a:pt x="146" y="44"/>
                    <a:pt x="145" y="48"/>
                    <a:pt x="146" y="50"/>
                  </a:cubicBezTo>
                  <a:cubicBezTo>
                    <a:pt x="146" y="51"/>
                    <a:pt x="146" y="54"/>
                    <a:pt x="147" y="55"/>
                  </a:cubicBezTo>
                  <a:cubicBezTo>
                    <a:pt x="148" y="57"/>
                    <a:pt x="150" y="59"/>
                    <a:pt x="151" y="59"/>
                  </a:cubicBezTo>
                  <a:cubicBezTo>
                    <a:pt x="153" y="60"/>
                    <a:pt x="156" y="60"/>
                    <a:pt x="158" y="60"/>
                  </a:cubicBezTo>
                  <a:cubicBezTo>
                    <a:pt x="160" y="60"/>
                    <a:pt x="163" y="59"/>
                    <a:pt x="165" y="59"/>
                  </a:cubicBezTo>
                  <a:cubicBezTo>
                    <a:pt x="167" y="59"/>
                    <a:pt x="172" y="60"/>
                    <a:pt x="174" y="61"/>
                  </a:cubicBezTo>
                  <a:cubicBezTo>
                    <a:pt x="176" y="61"/>
                    <a:pt x="180" y="62"/>
                    <a:pt x="182" y="63"/>
                  </a:cubicBezTo>
                  <a:cubicBezTo>
                    <a:pt x="183" y="63"/>
                    <a:pt x="186" y="65"/>
                    <a:pt x="188" y="66"/>
                  </a:cubicBezTo>
                  <a:cubicBezTo>
                    <a:pt x="189" y="67"/>
                    <a:pt x="191" y="68"/>
                    <a:pt x="192" y="69"/>
                  </a:cubicBezTo>
                  <a:cubicBezTo>
                    <a:pt x="194" y="69"/>
                    <a:pt x="197" y="70"/>
                    <a:pt x="199" y="70"/>
                  </a:cubicBezTo>
                  <a:cubicBezTo>
                    <a:pt x="200" y="70"/>
                    <a:pt x="202" y="69"/>
                    <a:pt x="203" y="69"/>
                  </a:cubicBezTo>
                  <a:cubicBezTo>
                    <a:pt x="204" y="68"/>
                    <a:pt x="207" y="68"/>
                    <a:pt x="209" y="68"/>
                  </a:cubicBezTo>
                  <a:cubicBezTo>
                    <a:pt x="209" y="73"/>
                    <a:pt x="210" y="82"/>
                    <a:pt x="209" y="86"/>
                  </a:cubicBezTo>
                  <a:cubicBezTo>
                    <a:pt x="209" y="93"/>
                    <a:pt x="205" y="106"/>
                    <a:pt x="204" y="112"/>
                  </a:cubicBezTo>
                  <a:cubicBezTo>
                    <a:pt x="202" y="120"/>
                    <a:pt x="199" y="135"/>
                    <a:pt x="198" y="143"/>
                  </a:cubicBezTo>
                  <a:cubicBezTo>
                    <a:pt x="197" y="147"/>
                    <a:pt x="195" y="154"/>
                    <a:pt x="195" y="158"/>
                  </a:cubicBezTo>
                  <a:cubicBezTo>
                    <a:pt x="194" y="161"/>
                    <a:pt x="194" y="167"/>
                    <a:pt x="194" y="169"/>
                  </a:cubicBezTo>
                  <a:cubicBezTo>
                    <a:pt x="195" y="172"/>
                    <a:pt x="198" y="177"/>
                    <a:pt x="200" y="179"/>
                  </a:cubicBezTo>
                  <a:cubicBezTo>
                    <a:pt x="203" y="183"/>
                    <a:pt x="211" y="190"/>
                    <a:pt x="215" y="193"/>
                  </a:cubicBezTo>
                  <a:cubicBezTo>
                    <a:pt x="217" y="195"/>
                    <a:pt x="222" y="199"/>
                    <a:pt x="225" y="201"/>
                  </a:cubicBezTo>
                  <a:cubicBezTo>
                    <a:pt x="227" y="203"/>
                    <a:pt x="231" y="209"/>
                    <a:pt x="233" y="211"/>
                  </a:cubicBezTo>
                  <a:cubicBezTo>
                    <a:pt x="236" y="215"/>
                    <a:pt x="241" y="221"/>
                    <a:pt x="243" y="224"/>
                  </a:cubicBezTo>
                  <a:cubicBezTo>
                    <a:pt x="244" y="227"/>
                    <a:pt x="246" y="234"/>
                    <a:pt x="246" y="237"/>
                  </a:cubicBezTo>
                  <a:cubicBezTo>
                    <a:pt x="246" y="239"/>
                    <a:pt x="245" y="244"/>
                    <a:pt x="245" y="246"/>
                  </a:cubicBezTo>
                  <a:cubicBezTo>
                    <a:pt x="244" y="250"/>
                    <a:pt x="241" y="256"/>
                    <a:pt x="240" y="259"/>
                  </a:cubicBezTo>
                  <a:cubicBezTo>
                    <a:pt x="239" y="263"/>
                    <a:pt x="236" y="271"/>
                    <a:pt x="234" y="274"/>
                  </a:cubicBezTo>
                  <a:cubicBezTo>
                    <a:pt x="232" y="276"/>
                    <a:pt x="230" y="281"/>
                    <a:pt x="228" y="282"/>
                  </a:cubicBezTo>
                  <a:cubicBezTo>
                    <a:pt x="226" y="283"/>
                    <a:pt x="222" y="283"/>
                    <a:pt x="220" y="283"/>
                  </a:cubicBezTo>
                  <a:cubicBezTo>
                    <a:pt x="218" y="284"/>
                    <a:pt x="215" y="284"/>
                    <a:pt x="213" y="284"/>
                  </a:cubicBezTo>
                  <a:cubicBezTo>
                    <a:pt x="211" y="284"/>
                    <a:pt x="207" y="284"/>
                    <a:pt x="205" y="284"/>
                  </a:cubicBezTo>
                  <a:cubicBezTo>
                    <a:pt x="203" y="285"/>
                    <a:pt x="201" y="287"/>
                    <a:pt x="200" y="289"/>
                  </a:cubicBezTo>
                  <a:cubicBezTo>
                    <a:pt x="198" y="290"/>
                    <a:pt x="196" y="294"/>
                    <a:pt x="195" y="296"/>
                  </a:cubicBezTo>
                  <a:cubicBezTo>
                    <a:pt x="195" y="299"/>
                    <a:pt x="196" y="305"/>
                    <a:pt x="197" y="308"/>
                  </a:cubicBezTo>
                  <a:cubicBezTo>
                    <a:pt x="198" y="310"/>
                    <a:pt x="202" y="315"/>
                    <a:pt x="202" y="317"/>
                  </a:cubicBezTo>
                  <a:cubicBezTo>
                    <a:pt x="204" y="321"/>
                    <a:pt x="203" y="329"/>
                    <a:pt x="204" y="333"/>
                  </a:cubicBezTo>
                  <a:cubicBezTo>
                    <a:pt x="204" y="336"/>
                    <a:pt x="208" y="343"/>
                    <a:pt x="209" y="346"/>
                  </a:cubicBezTo>
                  <a:cubicBezTo>
                    <a:pt x="210" y="348"/>
                    <a:pt x="214" y="352"/>
                    <a:pt x="215" y="354"/>
                  </a:cubicBezTo>
                  <a:cubicBezTo>
                    <a:pt x="216" y="357"/>
                    <a:pt x="215" y="363"/>
                    <a:pt x="216" y="365"/>
                  </a:cubicBezTo>
                  <a:cubicBezTo>
                    <a:pt x="216" y="367"/>
                    <a:pt x="218" y="370"/>
                    <a:pt x="218" y="372"/>
                  </a:cubicBezTo>
                  <a:cubicBezTo>
                    <a:pt x="219" y="374"/>
                    <a:pt x="220" y="378"/>
                    <a:pt x="220" y="380"/>
                  </a:cubicBezTo>
                  <a:cubicBezTo>
                    <a:pt x="220" y="384"/>
                    <a:pt x="219" y="392"/>
                    <a:pt x="218" y="396"/>
                  </a:cubicBezTo>
                  <a:cubicBezTo>
                    <a:pt x="217" y="399"/>
                    <a:pt x="214" y="404"/>
                    <a:pt x="213" y="406"/>
                  </a:cubicBezTo>
                  <a:cubicBezTo>
                    <a:pt x="212" y="409"/>
                    <a:pt x="212" y="415"/>
                    <a:pt x="212" y="417"/>
                  </a:cubicBezTo>
                  <a:cubicBezTo>
                    <a:pt x="212" y="420"/>
                    <a:pt x="212" y="426"/>
                    <a:pt x="212" y="429"/>
                  </a:cubicBezTo>
                  <a:cubicBezTo>
                    <a:pt x="211" y="432"/>
                    <a:pt x="209" y="439"/>
                    <a:pt x="208" y="442"/>
                  </a:cubicBezTo>
                  <a:cubicBezTo>
                    <a:pt x="207" y="445"/>
                    <a:pt x="205" y="451"/>
                    <a:pt x="204" y="454"/>
                  </a:cubicBezTo>
                  <a:cubicBezTo>
                    <a:pt x="202" y="456"/>
                    <a:pt x="199" y="461"/>
                    <a:pt x="197" y="463"/>
                  </a:cubicBezTo>
                  <a:cubicBezTo>
                    <a:pt x="193" y="467"/>
                    <a:pt x="185" y="478"/>
                    <a:pt x="179" y="480"/>
                  </a:cubicBezTo>
                  <a:cubicBezTo>
                    <a:pt x="178" y="481"/>
                    <a:pt x="173" y="480"/>
                    <a:pt x="172" y="479"/>
                  </a:cubicBezTo>
                  <a:cubicBezTo>
                    <a:pt x="169" y="479"/>
                    <a:pt x="165" y="475"/>
                    <a:pt x="163" y="475"/>
                  </a:cubicBezTo>
                  <a:cubicBezTo>
                    <a:pt x="161" y="475"/>
                    <a:pt x="158" y="475"/>
                    <a:pt x="156" y="476"/>
                  </a:cubicBezTo>
                  <a:cubicBezTo>
                    <a:pt x="155" y="477"/>
                    <a:pt x="154" y="479"/>
                    <a:pt x="153" y="481"/>
                  </a:cubicBezTo>
                  <a:cubicBezTo>
                    <a:pt x="152" y="480"/>
                    <a:pt x="152" y="478"/>
                    <a:pt x="152" y="478"/>
                  </a:cubicBezTo>
                  <a:cubicBezTo>
                    <a:pt x="151" y="477"/>
                    <a:pt x="151" y="475"/>
                    <a:pt x="151" y="474"/>
                  </a:cubicBezTo>
                  <a:cubicBezTo>
                    <a:pt x="151" y="472"/>
                    <a:pt x="152" y="469"/>
                    <a:pt x="152" y="467"/>
                  </a:cubicBezTo>
                  <a:cubicBezTo>
                    <a:pt x="153" y="466"/>
                    <a:pt x="153" y="463"/>
                    <a:pt x="153" y="461"/>
                  </a:cubicBezTo>
                  <a:cubicBezTo>
                    <a:pt x="153" y="459"/>
                    <a:pt x="153" y="455"/>
                    <a:pt x="152" y="453"/>
                  </a:cubicBezTo>
                  <a:cubicBezTo>
                    <a:pt x="151" y="451"/>
                    <a:pt x="148" y="448"/>
                    <a:pt x="146" y="446"/>
                  </a:cubicBezTo>
                  <a:cubicBezTo>
                    <a:pt x="145" y="445"/>
                    <a:pt x="142" y="442"/>
                    <a:pt x="141" y="440"/>
                  </a:cubicBezTo>
                  <a:cubicBezTo>
                    <a:pt x="139" y="438"/>
                    <a:pt x="137" y="433"/>
                    <a:pt x="136" y="431"/>
                  </a:cubicBezTo>
                  <a:cubicBezTo>
                    <a:pt x="134" y="428"/>
                    <a:pt x="132" y="424"/>
                    <a:pt x="131" y="422"/>
                  </a:cubicBezTo>
                  <a:cubicBezTo>
                    <a:pt x="130" y="419"/>
                    <a:pt x="128" y="414"/>
                    <a:pt x="128" y="412"/>
                  </a:cubicBezTo>
                  <a:cubicBezTo>
                    <a:pt x="126" y="408"/>
                    <a:pt x="122" y="396"/>
                    <a:pt x="122" y="395"/>
                  </a:cubicBezTo>
                  <a:cubicBezTo>
                    <a:pt x="122" y="395"/>
                    <a:pt x="119" y="388"/>
                    <a:pt x="118" y="386"/>
                  </a:cubicBezTo>
                  <a:cubicBezTo>
                    <a:pt x="116" y="383"/>
                    <a:pt x="113" y="379"/>
                    <a:pt x="111" y="376"/>
                  </a:cubicBezTo>
                  <a:cubicBezTo>
                    <a:pt x="110" y="374"/>
                    <a:pt x="108" y="369"/>
                    <a:pt x="107" y="367"/>
                  </a:cubicBezTo>
                  <a:cubicBezTo>
                    <a:pt x="106" y="365"/>
                    <a:pt x="103" y="361"/>
                    <a:pt x="103" y="359"/>
                  </a:cubicBezTo>
                  <a:cubicBezTo>
                    <a:pt x="102" y="359"/>
                    <a:pt x="102" y="357"/>
                    <a:pt x="102" y="35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182"/>
            <p:cNvSpPr>
              <a:spLocks/>
            </p:cNvSpPr>
            <p:nvPr/>
          </p:nvSpPr>
          <p:spPr bwMode="auto">
            <a:xfrm>
              <a:off x="5210175" y="3575051"/>
              <a:ext cx="496888" cy="676275"/>
            </a:xfrm>
            <a:custGeom>
              <a:avLst/>
              <a:gdLst/>
              <a:ahLst/>
              <a:cxnLst>
                <a:cxn ang="0">
                  <a:pos x="43" y="196"/>
                </a:cxn>
                <a:cxn ang="0">
                  <a:pos x="58" y="177"/>
                </a:cxn>
                <a:cxn ang="0">
                  <a:pos x="57" y="166"/>
                </a:cxn>
                <a:cxn ang="0">
                  <a:pos x="67" y="152"/>
                </a:cxn>
                <a:cxn ang="0">
                  <a:pos x="53" y="135"/>
                </a:cxn>
                <a:cxn ang="0">
                  <a:pos x="40" y="116"/>
                </a:cxn>
                <a:cxn ang="0">
                  <a:pos x="29" y="96"/>
                </a:cxn>
                <a:cxn ang="0">
                  <a:pos x="11" y="87"/>
                </a:cxn>
                <a:cxn ang="0">
                  <a:pos x="6" y="54"/>
                </a:cxn>
                <a:cxn ang="0">
                  <a:pos x="14" y="39"/>
                </a:cxn>
                <a:cxn ang="0">
                  <a:pos x="27" y="37"/>
                </a:cxn>
                <a:cxn ang="0">
                  <a:pos x="40" y="29"/>
                </a:cxn>
                <a:cxn ang="0">
                  <a:pos x="65" y="15"/>
                </a:cxn>
                <a:cxn ang="0">
                  <a:pos x="102" y="4"/>
                </a:cxn>
                <a:cxn ang="0">
                  <a:pos x="134" y="7"/>
                </a:cxn>
                <a:cxn ang="0">
                  <a:pos x="149" y="5"/>
                </a:cxn>
                <a:cxn ang="0">
                  <a:pos x="174" y="19"/>
                </a:cxn>
                <a:cxn ang="0">
                  <a:pos x="193" y="27"/>
                </a:cxn>
                <a:cxn ang="0">
                  <a:pos x="186" y="42"/>
                </a:cxn>
                <a:cxn ang="0">
                  <a:pos x="197" y="53"/>
                </a:cxn>
                <a:cxn ang="0">
                  <a:pos x="205" y="69"/>
                </a:cxn>
                <a:cxn ang="0">
                  <a:pos x="201" y="87"/>
                </a:cxn>
                <a:cxn ang="0">
                  <a:pos x="219" y="90"/>
                </a:cxn>
                <a:cxn ang="0">
                  <a:pos x="218" y="110"/>
                </a:cxn>
                <a:cxn ang="0">
                  <a:pos x="229" y="122"/>
                </a:cxn>
                <a:cxn ang="0">
                  <a:pos x="244" y="124"/>
                </a:cxn>
                <a:cxn ang="0">
                  <a:pos x="259" y="127"/>
                </a:cxn>
                <a:cxn ang="0">
                  <a:pos x="263" y="164"/>
                </a:cxn>
                <a:cxn ang="0">
                  <a:pos x="273" y="203"/>
                </a:cxn>
                <a:cxn ang="0">
                  <a:pos x="255" y="222"/>
                </a:cxn>
                <a:cxn ang="0">
                  <a:pos x="239" y="240"/>
                </a:cxn>
                <a:cxn ang="0">
                  <a:pos x="254" y="263"/>
                </a:cxn>
                <a:cxn ang="0">
                  <a:pos x="264" y="292"/>
                </a:cxn>
                <a:cxn ang="0">
                  <a:pos x="287" y="313"/>
                </a:cxn>
                <a:cxn ang="0">
                  <a:pos x="282" y="326"/>
                </a:cxn>
                <a:cxn ang="0">
                  <a:pos x="265" y="334"/>
                </a:cxn>
                <a:cxn ang="0">
                  <a:pos x="254" y="343"/>
                </a:cxn>
                <a:cxn ang="0">
                  <a:pos x="262" y="364"/>
                </a:cxn>
                <a:cxn ang="0">
                  <a:pos x="251" y="387"/>
                </a:cxn>
                <a:cxn ang="0">
                  <a:pos x="239" y="392"/>
                </a:cxn>
                <a:cxn ang="0">
                  <a:pos x="217" y="376"/>
                </a:cxn>
                <a:cxn ang="0">
                  <a:pos x="210" y="349"/>
                </a:cxn>
                <a:cxn ang="0">
                  <a:pos x="202" y="320"/>
                </a:cxn>
                <a:cxn ang="0">
                  <a:pos x="184" y="310"/>
                </a:cxn>
                <a:cxn ang="0">
                  <a:pos x="177" y="328"/>
                </a:cxn>
                <a:cxn ang="0">
                  <a:pos x="162" y="320"/>
                </a:cxn>
                <a:cxn ang="0">
                  <a:pos x="147" y="305"/>
                </a:cxn>
                <a:cxn ang="0">
                  <a:pos x="135" y="276"/>
                </a:cxn>
                <a:cxn ang="0">
                  <a:pos x="112" y="257"/>
                </a:cxn>
                <a:cxn ang="0">
                  <a:pos x="83" y="236"/>
                </a:cxn>
                <a:cxn ang="0">
                  <a:pos x="65" y="221"/>
                </a:cxn>
              </a:cxnLst>
              <a:rect l="0" t="0" r="r" b="b"/>
              <a:pathLst>
                <a:path w="288" h="392">
                  <a:moveTo>
                    <a:pt x="53" y="210"/>
                  </a:moveTo>
                  <a:cubicBezTo>
                    <a:pt x="52" y="209"/>
                    <a:pt x="51" y="207"/>
                    <a:pt x="50" y="207"/>
                  </a:cubicBezTo>
                  <a:cubicBezTo>
                    <a:pt x="49" y="205"/>
                    <a:pt x="46" y="202"/>
                    <a:pt x="45" y="200"/>
                  </a:cubicBezTo>
                  <a:cubicBezTo>
                    <a:pt x="44" y="199"/>
                    <a:pt x="43" y="197"/>
                    <a:pt x="43" y="196"/>
                  </a:cubicBezTo>
                  <a:cubicBezTo>
                    <a:pt x="43" y="194"/>
                    <a:pt x="42" y="191"/>
                    <a:pt x="43" y="189"/>
                  </a:cubicBezTo>
                  <a:cubicBezTo>
                    <a:pt x="43" y="188"/>
                    <a:pt x="44" y="185"/>
                    <a:pt x="45" y="183"/>
                  </a:cubicBezTo>
                  <a:cubicBezTo>
                    <a:pt x="46" y="182"/>
                    <a:pt x="49" y="180"/>
                    <a:pt x="51" y="180"/>
                  </a:cubicBezTo>
                  <a:cubicBezTo>
                    <a:pt x="53" y="179"/>
                    <a:pt x="56" y="178"/>
                    <a:pt x="58" y="177"/>
                  </a:cubicBezTo>
                  <a:cubicBezTo>
                    <a:pt x="59" y="176"/>
                    <a:pt x="60" y="175"/>
                    <a:pt x="61" y="174"/>
                  </a:cubicBezTo>
                  <a:cubicBezTo>
                    <a:pt x="62" y="174"/>
                    <a:pt x="63" y="172"/>
                    <a:pt x="63" y="171"/>
                  </a:cubicBezTo>
                  <a:cubicBezTo>
                    <a:pt x="63" y="170"/>
                    <a:pt x="60" y="169"/>
                    <a:pt x="60" y="169"/>
                  </a:cubicBezTo>
                  <a:cubicBezTo>
                    <a:pt x="59" y="168"/>
                    <a:pt x="57" y="167"/>
                    <a:pt x="57" y="166"/>
                  </a:cubicBezTo>
                  <a:cubicBezTo>
                    <a:pt x="56" y="164"/>
                    <a:pt x="55" y="160"/>
                    <a:pt x="56" y="158"/>
                  </a:cubicBezTo>
                  <a:cubicBezTo>
                    <a:pt x="56" y="157"/>
                    <a:pt x="58" y="155"/>
                    <a:pt x="59" y="154"/>
                  </a:cubicBezTo>
                  <a:cubicBezTo>
                    <a:pt x="60" y="154"/>
                    <a:pt x="62" y="154"/>
                    <a:pt x="63" y="154"/>
                  </a:cubicBezTo>
                  <a:cubicBezTo>
                    <a:pt x="64" y="154"/>
                    <a:pt x="67" y="153"/>
                    <a:pt x="67" y="152"/>
                  </a:cubicBezTo>
                  <a:cubicBezTo>
                    <a:pt x="68" y="151"/>
                    <a:pt x="68" y="148"/>
                    <a:pt x="67" y="147"/>
                  </a:cubicBezTo>
                  <a:cubicBezTo>
                    <a:pt x="67" y="145"/>
                    <a:pt x="66" y="143"/>
                    <a:pt x="66" y="142"/>
                  </a:cubicBezTo>
                  <a:cubicBezTo>
                    <a:pt x="65" y="141"/>
                    <a:pt x="63" y="138"/>
                    <a:pt x="62" y="137"/>
                  </a:cubicBezTo>
                  <a:cubicBezTo>
                    <a:pt x="60" y="136"/>
                    <a:pt x="55" y="135"/>
                    <a:pt x="53" y="135"/>
                  </a:cubicBezTo>
                  <a:cubicBezTo>
                    <a:pt x="52" y="135"/>
                    <a:pt x="48" y="135"/>
                    <a:pt x="47" y="134"/>
                  </a:cubicBezTo>
                  <a:cubicBezTo>
                    <a:pt x="46" y="134"/>
                    <a:pt x="44" y="131"/>
                    <a:pt x="43" y="129"/>
                  </a:cubicBezTo>
                  <a:cubicBezTo>
                    <a:pt x="42" y="128"/>
                    <a:pt x="42" y="124"/>
                    <a:pt x="42" y="122"/>
                  </a:cubicBezTo>
                  <a:cubicBezTo>
                    <a:pt x="42" y="121"/>
                    <a:pt x="40" y="117"/>
                    <a:pt x="40" y="116"/>
                  </a:cubicBezTo>
                  <a:cubicBezTo>
                    <a:pt x="40" y="115"/>
                    <a:pt x="42" y="113"/>
                    <a:pt x="42" y="112"/>
                  </a:cubicBezTo>
                  <a:cubicBezTo>
                    <a:pt x="42" y="109"/>
                    <a:pt x="40" y="105"/>
                    <a:pt x="38" y="103"/>
                  </a:cubicBezTo>
                  <a:cubicBezTo>
                    <a:pt x="38" y="102"/>
                    <a:pt x="36" y="100"/>
                    <a:pt x="35" y="99"/>
                  </a:cubicBezTo>
                  <a:cubicBezTo>
                    <a:pt x="33" y="98"/>
                    <a:pt x="31" y="96"/>
                    <a:pt x="29" y="96"/>
                  </a:cubicBezTo>
                  <a:cubicBezTo>
                    <a:pt x="27" y="96"/>
                    <a:pt x="24" y="99"/>
                    <a:pt x="22" y="99"/>
                  </a:cubicBezTo>
                  <a:cubicBezTo>
                    <a:pt x="20" y="99"/>
                    <a:pt x="16" y="100"/>
                    <a:pt x="14" y="99"/>
                  </a:cubicBezTo>
                  <a:cubicBezTo>
                    <a:pt x="12" y="98"/>
                    <a:pt x="10" y="95"/>
                    <a:pt x="9" y="93"/>
                  </a:cubicBezTo>
                  <a:cubicBezTo>
                    <a:pt x="9" y="91"/>
                    <a:pt x="11" y="88"/>
                    <a:pt x="11" y="87"/>
                  </a:cubicBezTo>
                  <a:cubicBezTo>
                    <a:pt x="11" y="84"/>
                    <a:pt x="7" y="81"/>
                    <a:pt x="6" y="79"/>
                  </a:cubicBezTo>
                  <a:cubicBezTo>
                    <a:pt x="5" y="77"/>
                    <a:pt x="4" y="74"/>
                    <a:pt x="4" y="72"/>
                  </a:cubicBezTo>
                  <a:cubicBezTo>
                    <a:pt x="4" y="70"/>
                    <a:pt x="6" y="66"/>
                    <a:pt x="6" y="64"/>
                  </a:cubicBezTo>
                  <a:cubicBezTo>
                    <a:pt x="6" y="62"/>
                    <a:pt x="7" y="56"/>
                    <a:pt x="6" y="54"/>
                  </a:cubicBezTo>
                  <a:cubicBezTo>
                    <a:pt x="5" y="53"/>
                    <a:pt x="2" y="50"/>
                    <a:pt x="0" y="49"/>
                  </a:cubicBezTo>
                  <a:cubicBezTo>
                    <a:pt x="2" y="49"/>
                    <a:pt x="3" y="48"/>
                    <a:pt x="4" y="47"/>
                  </a:cubicBezTo>
                  <a:cubicBezTo>
                    <a:pt x="5" y="46"/>
                    <a:pt x="6" y="42"/>
                    <a:pt x="8" y="41"/>
                  </a:cubicBezTo>
                  <a:cubicBezTo>
                    <a:pt x="9" y="40"/>
                    <a:pt x="12" y="39"/>
                    <a:pt x="14" y="39"/>
                  </a:cubicBezTo>
                  <a:cubicBezTo>
                    <a:pt x="15" y="39"/>
                    <a:pt x="16" y="41"/>
                    <a:pt x="17" y="42"/>
                  </a:cubicBezTo>
                  <a:cubicBezTo>
                    <a:pt x="18" y="42"/>
                    <a:pt x="21" y="44"/>
                    <a:pt x="23" y="44"/>
                  </a:cubicBezTo>
                  <a:cubicBezTo>
                    <a:pt x="24" y="44"/>
                    <a:pt x="26" y="42"/>
                    <a:pt x="27" y="41"/>
                  </a:cubicBezTo>
                  <a:cubicBezTo>
                    <a:pt x="27" y="40"/>
                    <a:pt x="26" y="38"/>
                    <a:pt x="27" y="37"/>
                  </a:cubicBezTo>
                  <a:cubicBezTo>
                    <a:pt x="27" y="36"/>
                    <a:pt x="29" y="34"/>
                    <a:pt x="29" y="33"/>
                  </a:cubicBezTo>
                  <a:cubicBezTo>
                    <a:pt x="30" y="32"/>
                    <a:pt x="33" y="31"/>
                    <a:pt x="34" y="31"/>
                  </a:cubicBezTo>
                  <a:cubicBezTo>
                    <a:pt x="34" y="30"/>
                    <a:pt x="36" y="30"/>
                    <a:pt x="36" y="29"/>
                  </a:cubicBezTo>
                  <a:cubicBezTo>
                    <a:pt x="37" y="29"/>
                    <a:pt x="39" y="29"/>
                    <a:pt x="40" y="29"/>
                  </a:cubicBezTo>
                  <a:cubicBezTo>
                    <a:pt x="42" y="28"/>
                    <a:pt x="46" y="29"/>
                    <a:pt x="48" y="29"/>
                  </a:cubicBezTo>
                  <a:cubicBezTo>
                    <a:pt x="51" y="29"/>
                    <a:pt x="56" y="28"/>
                    <a:pt x="58" y="27"/>
                  </a:cubicBezTo>
                  <a:cubicBezTo>
                    <a:pt x="59" y="26"/>
                    <a:pt x="61" y="23"/>
                    <a:pt x="62" y="21"/>
                  </a:cubicBezTo>
                  <a:cubicBezTo>
                    <a:pt x="63" y="20"/>
                    <a:pt x="64" y="17"/>
                    <a:pt x="65" y="15"/>
                  </a:cubicBezTo>
                  <a:cubicBezTo>
                    <a:pt x="66" y="14"/>
                    <a:pt x="69" y="11"/>
                    <a:pt x="71" y="9"/>
                  </a:cubicBezTo>
                  <a:cubicBezTo>
                    <a:pt x="72" y="8"/>
                    <a:pt x="75" y="7"/>
                    <a:pt x="76" y="6"/>
                  </a:cubicBezTo>
                  <a:cubicBezTo>
                    <a:pt x="80" y="5"/>
                    <a:pt x="87" y="3"/>
                    <a:pt x="91" y="2"/>
                  </a:cubicBezTo>
                  <a:cubicBezTo>
                    <a:pt x="94" y="2"/>
                    <a:pt x="99" y="4"/>
                    <a:pt x="102" y="4"/>
                  </a:cubicBezTo>
                  <a:cubicBezTo>
                    <a:pt x="105" y="3"/>
                    <a:pt x="109" y="1"/>
                    <a:pt x="112" y="1"/>
                  </a:cubicBezTo>
                  <a:cubicBezTo>
                    <a:pt x="114" y="0"/>
                    <a:pt x="118" y="1"/>
                    <a:pt x="121" y="1"/>
                  </a:cubicBezTo>
                  <a:cubicBezTo>
                    <a:pt x="123" y="1"/>
                    <a:pt x="127" y="1"/>
                    <a:pt x="129" y="2"/>
                  </a:cubicBezTo>
                  <a:cubicBezTo>
                    <a:pt x="130" y="3"/>
                    <a:pt x="132" y="6"/>
                    <a:pt x="134" y="7"/>
                  </a:cubicBezTo>
                  <a:cubicBezTo>
                    <a:pt x="136" y="7"/>
                    <a:pt x="140" y="7"/>
                    <a:pt x="141" y="7"/>
                  </a:cubicBezTo>
                  <a:cubicBezTo>
                    <a:pt x="143" y="6"/>
                    <a:pt x="146" y="5"/>
                    <a:pt x="148" y="4"/>
                  </a:cubicBezTo>
                  <a:cubicBezTo>
                    <a:pt x="148" y="4"/>
                    <a:pt x="148" y="4"/>
                    <a:pt x="148" y="4"/>
                  </a:cubicBezTo>
                  <a:cubicBezTo>
                    <a:pt x="148" y="5"/>
                    <a:pt x="149" y="5"/>
                    <a:pt x="149" y="5"/>
                  </a:cubicBezTo>
                  <a:cubicBezTo>
                    <a:pt x="150" y="7"/>
                    <a:pt x="153" y="8"/>
                    <a:pt x="154" y="9"/>
                  </a:cubicBezTo>
                  <a:cubicBezTo>
                    <a:pt x="156" y="10"/>
                    <a:pt x="158" y="11"/>
                    <a:pt x="160" y="11"/>
                  </a:cubicBezTo>
                  <a:cubicBezTo>
                    <a:pt x="162" y="12"/>
                    <a:pt x="166" y="14"/>
                    <a:pt x="168" y="15"/>
                  </a:cubicBezTo>
                  <a:cubicBezTo>
                    <a:pt x="169" y="16"/>
                    <a:pt x="172" y="18"/>
                    <a:pt x="174" y="19"/>
                  </a:cubicBezTo>
                  <a:cubicBezTo>
                    <a:pt x="175" y="21"/>
                    <a:pt x="177" y="24"/>
                    <a:pt x="179" y="25"/>
                  </a:cubicBezTo>
                  <a:cubicBezTo>
                    <a:pt x="181" y="26"/>
                    <a:pt x="184" y="27"/>
                    <a:pt x="186" y="28"/>
                  </a:cubicBezTo>
                  <a:cubicBezTo>
                    <a:pt x="188" y="28"/>
                    <a:pt x="191" y="28"/>
                    <a:pt x="192" y="27"/>
                  </a:cubicBezTo>
                  <a:cubicBezTo>
                    <a:pt x="192" y="27"/>
                    <a:pt x="192" y="27"/>
                    <a:pt x="193" y="27"/>
                  </a:cubicBezTo>
                  <a:cubicBezTo>
                    <a:pt x="193" y="28"/>
                    <a:pt x="193" y="30"/>
                    <a:pt x="193" y="30"/>
                  </a:cubicBezTo>
                  <a:cubicBezTo>
                    <a:pt x="193" y="32"/>
                    <a:pt x="192" y="34"/>
                    <a:pt x="191" y="35"/>
                  </a:cubicBezTo>
                  <a:cubicBezTo>
                    <a:pt x="190" y="36"/>
                    <a:pt x="189" y="37"/>
                    <a:pt x="188" y="38"/>
                  </a:cubicBezTo>
                  <a:cubicBezTo>
                    <a:pt x="188" y="39"/>
                    <a:pt x="186" y="41"/>
                    <a:pt x="186" y="42"/>
                  </a:cubicBezTo>
                  <a:cubicBezTo>
                    <a:pt x="186" y="44"/>
                    <a:pt x="186" y="46"/>
                    <a:pt x="187" y="47"/>
                  </a:cubicBezTo>
                  <a:cubicBezTo>
                    <a:pt x="188" y="48"/>
                    <a:pt x="191" y="48"/>
                    <a:pt x="192" y="49"/>
                  </a:cubicBezTo>
                  <a:cubicBezTo>
                    <a:pt x="192" y="50"/>
                    <a:pt x="193" y="51"/>
                    <a:pt x="193" y="52"/>
                  </a:cubicBezTo>
                  <a:cubicBezTo>
                    <a:pt x="194" y="52"/>
                    <a:pt x="196" y="53"/>
                    <a:pt x="197" y="53"/>
                  </a:cubicBezTo>
                  <a:cubicBezTo>
                    <a:pt x="199" y="54"/>
                    <a:pt x="201" y="54"/>
                    <a:pt x="202" y="55"/>
                  </a:cubicBezTo>
                  <a:cubicBezTo>
                    <a:pt x="203" y="55"/>
                    <a:pt x="203" y="57"/>
                    <a:pt x="203" y="57"/>
                  </a:cubicBezTo>
                  <a:cubicBezTo>
                    <a:pt x="204" y="59"/>
                    <a:pt x="206" y="61"/>
                    <a:pt x="206" y="63"/>
                  </a:cubicBezTo>
                  <a:cubicBezTo>
                    <a:pt x="207" y="64"/>
                    <a:pt x="206" y="67"/>
                    <a:pt x="205" y="69"/>
                  </a:cubicBezTo>
                  <a:cubicBezTo>
                    <a:pt x="205" y="70"/>
                    <a:pt x="203" y="71"/>
                    <a:pt x="203" y="72"/>
                  </a:cubicBezTo>
                  <a:cubicBezTo>
                    <a:pt x="202" y="73"/>
                    <a:pt x="202" y="75"/>
                    <a:pt x="202" y="76"/>
                  </a:cubicBezTo>
                  <a:cubicBezTo>
                    <a:pt x="202" y="77"/>
                    <a:pt x="201" y="78"/>
                    <a:pt x="201" y="79"/>
                  </a:cubicBezTo>
                  <a:cubicBezTo>
                    <a:pt x="200" y="81"/>
                    <a:pt x="200" y="86"/>
                    <a:pt x="201" y="87"/>
                  </a:cubicBezTo>
                  <a:cubicBezTo>
                    <a:pt x="201" y="88"/>
                    <a:pt x="202" y="90"/>
                    <a:pt x="203" y="90"/>
                  </a:cubicBezTo>
                  <a:cubicBezTo>
                    <a:pt x="204" y="91"/>
                    <a:pt x="207" y="91"/>
                    <a:pt x="208" y="91"/>
                  </a:cubicBezTo>
                  <a:cubicBezTo>
                    <a:pt x="210" y="91"/>
                    <a:pt x="213" y="89"/>
                    <a:pt x="214" y="89"/>
                  </a:cubicBezTo>
                  <a:cubicBezTo>
                    <a:pt x="216" y="89"/>
                    <a:pt x="218" y="89"/>
                    <a:pt x="219" y="90"/>
                  </a:cubicBezTo>
                  <a:cubicBezTo>
                    <a:pt x="220" y="91"/>
                    <a:pt x="221" y="93"/>
                    <a:pt x="222" y="94"/>
                  </a:cubicBezTo>
                  <a:cubicBezTo>
                    <a:pt x="222" y="96"/>
                    <a:pt x="223" y="99"/>
                    <a:pt x="223" y="101"/>
                  </a:cubicBezTo>
                  <a:cubicBezTo>
                    <a:pt x="223" y="102"/>
                    <a:pt x="222" y="105"/>
                    <a:pt x="221" y="106"/>
                  </a:cubicBezTo>
                  <a:cubicBezTo>
                    <a:pt x="221" y="107"/>
                    <a:pt x="219" y="109"/>
                    <a:pt x="218" y="110"/>
                  </a:cubicBezTo>
                  <a:cubicBezTo>
                    <a:pt x="218" y="111"/>
                    <a:pt x="218" y="114"/>
                    <a:pt x="218" y="115"/>
                  </a:cubicBezTo>
                  <a:cubicBezTo>
                    <a:pt x="218" y="116"/>
                    <a:pt x="219" y="118"/>
                    <a:pt x="220" y="119"/>
                  </a:cubicBezTo>
                  <a:cubicBezTo>
                    <a:pt x="221" y="120"/>
                    <a:pt x="223" y="120"/>
                    <a:pt x="225" y="121"/>
                  </a:cubicBezTo>
                  <a:cubicBezTo>
                    <a:pt x="226" y="121"/>
                    <a:pt x="228" y="122"/>
                    <a:pt x="229" y="122"/>
                  </a:cubicBezTo>
                  <a:cubicBezTo>
                    <a:pt x="230" y="123"/>
                    <a:pt x="233" y="124"/>
                    <a:pt x="234" y="125"/>
                  </a:cubicBezTo>
                  <a:cubicBezTo>
                    <a:pt x="235" y="125"/>
                    <a:pt x="236" y="126"/>
                    <a:pt x="237" y="127"/>
                  </a:cubicBezTo>
                  <a:cubicBezTo>
                    <a:pt x="238" y="127"/>
                    <a:pt x="240" y="127"/>
                    <a:pt x="241" y="127"/>
                  </a:cubicBezTo>
                  <a:cubicBezTo>
                    <a:pt x="242" y="127"/>
                    <a:pt x="243" y="125"/>
                    <a:pt x="244" y="124"/>
                  </a:cubicBezTo>
                  <a:cubicBezTo>
                    <a:pt x="245" y="123"/>
                    <a:pt x="248" y="123"/>
                    <a:pt x="250" y="122"/>
                  </a:cubicBezTo>
                  <a:cubicBezTo>
                    <a:pt x="251" y="122"/>
                    <a:pt x="253" y="123"/>
                    <a:pt x="253" y="123"/>
                  </a:cubicBezTo>
                  <a:cubicBezTo>
                    <a:pt x="254" y="123"/>
                    <a:pt x="255" y="125"/>
                    <a:pt x="256" y="125"/>
                  </a:cubicBezTo>
                  <a:cubicBezTo>
                    <a:pt x="257" y="126"/>
                    <a:pt x="258" y="126"/>
                    <a:pt x="259" y="127"/>
                  </a:cubicBezTo>
                  <a:cubicBezTo>
                    <a:pt x="260" y="128"/>
                    <a:pt x="260" y="130"/>
                    <a:pt x="260" y="131"/>
                  </a:cubicBezTo>
                  <a:cubicBezTo>
                    <a:pt x="260" y="133"/>
                    <a:pt x="260" y="136"/>
                    <a:pt x="260" y="138"/>
                  </a:cubicBezTo>
                  <a:cubicBezTo>
                    <a:pt x="260" y="142"/>
                    <a:pt x="261" y="148"/>
                    <a:pt x="262" y="152"/>
                  </a:cubicBezTo>
                  <a:cubicBezTo>
                    <a:pt x="262" y="155"/>
                    <a:pt x="262" y="161"/>
                    <a:pt x="263" y="164"/>
                  </a:cubicBezTo>
                  <a:cubicBezTo>
                    <a:pt x="263" y="166"/>
                    <a:pt x="264" y="172"/>
                    <a:pt x="265" y="174"/>
                  </a:cubicBezTo>
                  <a:cubicBezTo>
                    <a:pt x="266" y="177"/>
                    <a:pt x="267" y="182"/>
                    <a:pt x="268" y="184"/>
                  </a:cubicBezTo>
                  <a:cubicBezTo>
                    <a:pt x="269" y="187"/>
                    <a:pt x="271" y="191"/>
                    <a:pt x="272" y="194"/>
                  </a:cubicBezTo>
                  <a:cubicBezTo>
                    <a:pt x="272" y="196"/>
                    <a:pt x="274" y="201"/>
                    <a:pt x="273" y="203"/>
                  </a:cubicBezTo>
                  <a:cubicBezTo>
                    <a:pt x="272" y="204"/>
                    <a:pt x="270" y="205"/>
                    <a:pt x="269" y="206"/>
                  </a:cubicBezTo>
                  <a:cubicBezTo>
                    <a:pt x="268" y="207"/>
                    <a:pt x="265" y="208"/>
                    <a:pt x="264" y="209"/>
                  </a:cubicBezTo>
                  <a:cubicBezTo>
                    <a:pt x="262" y="211"/>
                    <a:pt x="261" y="216"/>
                    <a:pt x="259" y="218"/>
                  </a:cubicBezTo>
                  <a:cubicBezTo>
                    <a:pt x="259" y="219"/>
                    <a:pt x="256" y="221"/>
                    <a:pt x="255" y="222"/>
                  </a:cubicBezTo>
                  <a:cubicBezTo>
                    <a:pt x="254" y="223"/>
                    <a:pt x="253" y="225"/>
                    <a:pt x="252" y="226"/>
                  </a:cubicBezTo>
                  <a:cubicBezTo>
                    <a:pt x="250" y="227"/>
                    <a:pt x="248" y="228"/>
                    <a:pt x="247" y="229"/>
                  </a:cubicBezTo>
                  <a:cubicBezTo>
                    <a:pt x="246" y="230"/>
                    <a:pt x="243" y="233"/>
                    <a:pt x="242" y="234"/>
                  </a:cubicBezTo>
                  <a:cubicBezTo>
                    <a:pt x="241" y="235"/>
                    <a:pt x="239" y="238"/>
                    <a:pt x="239" y="240"/>
                  </a:cubicBezTo>
                  <a:cubicBezTo>
                    <a:pt x="239" y="241"/>
                    <a:pt x="241" y="244"/>
                    <a:pt x="242" y="246"/>
                  </a:cubicBezTo>
                  <a:cubicBezTo>
                    <a:pt x="243" y="247"/>
                    <a:pt x="244" y="249"/>
                    <a:pt x="245" y="250"/>
                  </a:cubicBezTo>
                  <a:cubicBezTo>
                    <a:pt x="246" y="252"/>
                    <a:pt x="249" y="254"/>
                    <a:pt x="251" y="256"/>
                  </a:cubicBezTo>
                  <a:cubicBezTo>
                    <a:pt x="252" y="257"/>
                    <a:pt x="254" y="261"/>
                    <a:pt x="254" y="263"/>
                  </a:cubicBezTo>
                  <a:cubicBezTo>
                    <a:pt x="255" y="265"/>
                    <a:pt x="256" y="268"/>
                    <a:pt x="256" y="270"/>
                  </a:cubicBezTo>
                  <a:cubicBezTo>
                    <a:pt x="256" y="272"/>
                    <a:pt x="256" y="274"/>
                    <a:pt x="256" y="276"/>
                  </a:cubicBezTo>
                  <a:cubicBezTo>
                    <a:pt x="256" y="278"/>
                    <a:pt x="256" y="282"/>
                    <a:pt x="257" y="284"/>
                  </a:cubicBezTo>
                  <a:cubicBezTo>
                    <a:pt x="258" y="287"/>
                    <a:pt x="262" y="290"/>
                    <a:pt x="264" y="292"/>
                  </a:cubicBezTo>
                  <a:cubicBezTo>
                    <a:pt x="265" y="293"/>
                    <a:pt x="268" y="296"/>
                    <a:pt x="269" y="297"/>
                  </a:cubicBezTo>
                  <a:cubicBezTo>
                    <a:pt x="271" y="299"/>
                    <a:pt x="275" y="301"/>
                    <a:pt x="277" y="302"/>
                  </a:cubicBezTo>
                  <a:cubicBezTo>
                    <a:pt x="279" y="303"/>
                    <a:pt x="281" y="305"/>
                    <a:pt x="282" y="307"/>
                  </a:cubicBezTo>
                  <a:cubicBezTo>
                    <a:pt x="284" y="308"/>
                    <a:pt x="286" y="311"/>
                    <a:pt x="287" y="313"/>
                  </a:cubicBezTo>
                  <a:cubicBezTo>
                    <a:pt x="287" y="314"/>
                    <a:pt x="287" y="315"/>
                    <a:pt x="288" y="316"/>
                  </a:cubicBezTo>
                  <a:cubicBezTo>
                    <a:pt x="287" y="317"/>
                    <a:pt x="287" y="318"/>
                    <a:pt x="287" y="318"/>
                  </a:cubicBezTo>
                  <a:cubicBezTo>
                    <a:pt x="286" y="319"/>
                    <a:pt x="287" y="322"/>
                    <a:pt x="286" y="324"/>
                  </a:cubicBezTo>
                  <a:cubicBezTo>
                    <a:pt x="285" y="325"/>
                    <a:pt x="283" y="325"/>
                    <a:pt x="282" y="326"/>
                  </a:cubicBezTo>
                  <a:cubicBezTo>
                    <a:pt x="281" y="327"/>
                    <a:pt x="279" y="329"/>
                    <a:pt x="278" y="330"/>
                  </a:cubicBezTo>
                  <a:cubicBezTo>
                    <a:pt x="277" y="331"/>
                    <a:pt x="274" y="331"/>
                    <a:pt x="273" y="332"/>
                  </a:cubicBezTo>
                  <a:cubicBezTo>
                    <a:pt x="272" y="332"/>
                    <a:pt x="271" y="334"/>
                    <a:pt x="269" y="335"/>
                  </a:cubicBezTo>
                  <a:cubicBezTo>
                    <a:pt x="268" y="335"/>
                    <a:pt x="266" y="334"/>
                    <a:pt x="265" y="334"/>
                  </a:cubicBezTo>
                  <a:cubicBezTo>
                    <a:pt x="263" y="334"/>
                    <a:pt x="260" y="333"/>
                    <a:pt x="258" y="333"/>
                  </a:cubicBezTo>
                  <a:cubicBezTo>
                    <a:pt x="257" y="333"/>
                    <a:pt x="254" y="335"/>
                    <a:pt x="253" y="336"/>
                  </a:cubicBezTo>
                  <a:cubicBezTo>
                    <a:pt x="253" y="337"/>
                    <a:pt x="252" y="339"/>
                    <a:pt x="253" y="340"/>
                  </a:cubicBezTo>
                  <a:cubicBezTo>
                    <a:pt x="253" y="341"/>
                    <a:pt x="254" y="342"/>
                    <a:pt x="254" y="343"/>
                  </a:cubicBezTo>
                  <a:cubicBezTo>
                    <a:pt x="255" y="343"/>
                    <a:pt x="258" y="344"/>
                    <a:pt x="259" y="344"/>
                  </a:cubicBezTo>
                  <a:cubicBezTo>
                    <a:pt x="260" y="346"/>
                    <a:pt x="263" y="349"/>
                    <a:pt x="264" y="351"/>
                  </a:cubicBezTo>
                  <a:cubicBezTo>
                    <a:pt x="265" y="352"/>
                    <a:pt x="265" y="354"/>
                    <a:pt x="265" y="356"/>
                  </a:cubicBezTo>
                  <a:cubicBezTo>
                    <a:pt x="265" y="358"/>
                    <a:pt x="263" y="363"/>
                    <a:pt x="262" y="364"/>
                  </a:cubicBezTo>
                  <a:cubicBezTo>
                    <a:pt x="261" y="366"/>
                    <a:pt x="258" y="368"/>
                    <a:pt x="256" y="369"/>
                  </a:cubicBezTo>
                  <a:cubicBezTo>
                    <a:pt x="255" y="371"/>
                    <a:pt x="254" y="374"/>
                    <a:pt x="254" y="376"/>
                  </a:cubicBezTo>
                  <a:cubicBezTo>
                    <a:pt x="253" y="377"/>
                    <a:pt x="253" y="381"/>
                    <a:pt x="252" y="383"/>
                  </a:cubicBezTo>
                  <a:cubicBezTo>
                    <a:pt x="252" y="384"/>
                    <a:pt x="251" y="386"/>
                    <a:pt x="251" y="387"/>
                  </a:cubicBezTo>
                  <a:cubicBezTo>
                    <a:pt x="250" y="388"/>
                    <a:pt x="249" y="388"/>
                    <a:pt x="248" y="388"/>
                  </a:cubicBezTo>
                  <a:cubicBezTo>
                    <a:pt x="247" y="389"/>
                    <a:pt x="246" y="389"/>
                    <a:pt x="245" y="389"/>
                  </a:cubicBezTo>
                  <a:cubicBezTo>
                    <a:pt x="244" y="390"/>
                    <a:pt x="241" y="390"/>
                    <a:pt x="240" y="391"/>
                  </a:cubicBezTo>
                  <a:cubicBezTo>
                    <a:pt x="240" y="391"/>
                    <a:pt x="239" y="391"/>
                    <a:pt x="239" y="392"/>
                  </a:cubicBezTo>
                  <a:cubicBezTo>
                    <a:pt x="238" y="390"/>
                    <a:pt x="237" y="388"/>
                    <a:pt x="236" y="387"/>
                  </a:cubicBezTo>
                  <a:cubicBezTo>
                    <a:pt x="235" y="386"/>
                    <a:pt x="233" y="384"/>
                    <a:pt x="231" y="383"/>
                  </a:cubicBezTo>
                  <a:cubicBezTo>
                    <a:pt x="230" y="382"/>
                    <a:pt x="226" y="381"/>
                    <a:pt x="224" y="380"/>
                  </a:cubicBezTo>
                  <a:cubicBezTo>
                    <a:pt x="222" y="379"/>
                    <a:pt x="219" y="377"/>
                    <a:pt x="217" y="376"/>
                  </a:cubicBezTo>
                  <a:cubicBezTo>
                    <a:pt x="216" y="375"/>
                    <a:pt x="215" y="373"/>
                    <a:pt x="214" y="371"/>
                  </a:cubicBezTo>
                  <a:cubicBezTo>
                    <a:pt x="213" y="370"/>
                    <a:pt x="212" y="366"/>
                    <a:pt x="212" y="364"/>
                  </a:cubicBezTo>
                  <a:cubicBezTo>
                    <a:pt x="211" y="362"/>
                    <a:pt x="210" y="357"/>
                    <a:pt x="210" y="355"/>
                  </a:cubicBezTo>
                  <a:cubicBezTo>
                    <a:pt x="210" y="353"/>
                    <a:pt x="210" y="351"/>
                    <a:pt x="210" y="349"/>
                  </a:cubicBezTo>
                  <a:cubicBezTo>
                    <a:pt x="210" y="348"/>
                    <a:pt x="208" y="345"/>
                    <a:pt x="208" y="343"/>
                  </a:cubicBezTo>
                  <a:cubicBezTo>
                    <a:pt x="207" y="341"/>
                    <a:pt x="208" y="337"/>
                    <a:pt x="207" y="335"/>
                  </a:cubicBezTo>
                  <a:cubicBezTo>
                    <a:pt x="207" y="332"/>
                    <a:pt x="204" y="328"/>
                    <a:pt x="203" y="326"/>
                  </a:cubicBezTo>
                  <a:cubicBezTo>
                    <a:pt x="203" y="324"/>
                    <a:pt x="203" y="321"/>
                    <a:pt x="202" y="320"/>
                  </a:cubicBezTo>
                  <a:cubicBezTo>
                    <a:pt x="202" y="318"/>
                    <a:pt x="200" y="314"/>
                    <a:pt x="199" y="312"/>
                  </a:cubicBezTo>
                  <a:cubicBezTo>
                    <a:pt x="197" y="310"/>
                    <a:pt x="195" y="305"/>
                    <a:pt x="192" y="305"/>
                  </a:cubicBezTo>
                  <a:cubicBezTo>
                    <a:pt x="191" y="304"/>
                    <a:pt x="189" y="305"/>
                    <a:pt x="189" y="306"/>
                  </a:cubicBezTo>
                  <a:cubicBezTo>
                    <a:pt x="187" y="306"/>
                    <a:pt x="185" y="309"/>
                    <a:pt x="184" y="310"/>
                  </a:cubicBezTo>
                  <a:cubicBezTo>
                    <a:pt x="183" y="310"/>
                    <a:pt x="181" y="312"/>
                    <a:pt x="180" y="313"/>
                  </a:cubicBezTo>
                  <a:cubicBezTo>
                    <a:pt x="179" y="314"/>
                    <a:pt x="179" y="317"/>
                    <a:pt x="179" y="318"/>
                  </a:cubicBezTo>
                  <a:cubicBezTo>
                    <a:pt x="179" y="319"/>
                    <a:pt x="179" y="322"/>
                    <a:pt x="179" y="323"/>
                  </a:cubicBezTo>
                  <a:cubicBezTo>
                    <a:pt x="179" y="324"/>
                    <a:pt x="178" y="327"/>
                    <a:pt x="177" y="328"/>
                  </a:cubicBezTo>
                  <a:cubicBezTo>
                    <a:pt x="177" y="329"/>
                    <a:pt x="175" y="330"/>
                    <a:pt x="174" y="330"/>
                  </a:cubicBezTo>
                  <a:cubicBezTo>
                    <a:pt x="173" y="330"/>
                    <a:pt x="171" y="328"/>
                    <a:pt x="170" y="327"/>
                  </a:cubicBezTo>
                  <a:cubicBezTo>
                    <a:pt x="168" y="327"/>
                    <a:pt x="165" y="325"/>
                    <a:pt x="164" y="324"/>
                  </a:cubicBezTo>
                  <a:cubicBezTo>
                    <a:pt x="163" y="323"/>
                    <a:pt x="163" y="321"/>
                    <a:pt x="162" y="320"/>
                  </a:cubicBezTo>
                  <a:cubicBezTo>
                    <a:pt x="161" y="319"/>
                    <a:pt x="158" y="317"/>
                    <a:pt x="156" y="317"/>
                  </a:cubicBezTo>
                  <a:cubicBezTo>
                    <a:pt x="155" y="316"/>
                    <a:pt x="152" y="316"/>
                    <a:pt x="151" y="316"/>
                  </a:cubicBezTo>
                  <a:cubicBezTo>
                    <a:pt x="150" y="315"/>
                    <a:pt x="148" y="313"/>
                    <a:pt x="148" y="311"/>
                  </a:cubicBezTo>
                  <a:cubicBezTo>
                    <a:pt x="147" y="310"/>
                    <a:pt x="148" y="307"/>
                    <a:pt x="147" y="305"/>
                  </a:cubicBezTo>
                  <a:cubicBezTo>
                    <a:pt x="146" y="303"/>
                    <a:pt x="144" y="300"/>
                    <a:pt x="143" y="298"/>
                  </a:cubicBezTo>
                  <a:cubicBezTo>
                    <a:pt x="142" y="296"/>
                    <a:pt x="140" y="294"/>
                    <a:pt x="140" y="293"/>
                  </a:cubicBezTo>
                  <a:cubicBezTo>
                    <a:pt x="140" y="290"/>
                    <a:pt x="141" y="286"/>
                    <a:pt x="141" y="284"/>
                  </a:cubicBezTo>
                  <a:cubicBezTo>
                    <a:pt x="140" y="281"/>
                    <a:pt x="137" y="278"/>
                    <a:pt x="135" y="276"/>
                  </a:cubicBezTo>
                  <a:cubicBezTo>
                    <a:pt x="135" y="275"/>
                    <a:pt x="133" y="272"/>
                    <a:pt x="132" y="271"/>
                  </a:cubicBezTo>
                  <a:cubicBezTo>
                    <a:pt x="130" y="269"/>
                    <a:pt x="125" y="267"/>
                    <a:pt x="123" y="266"/>
                  </a:cubicBezTo>
                  <a:cubicBezTo>
                    <a:pt x="121" y="265"/>
                    <a:pt x="118" y="263"/>
                    <a:pt x="117" y="261"/>
                  </a:cubicBezTo>
                  <a:cubicBezTo>
                    <a:pt x="116" y="260"/>
                    <a:pt x="113" y="258"/>
                    <a:pt x="112" y="257"/>
                  </a:cubicBezTo>
                  <a:cubicBezTo>
                    <a:pt x="110" y="255"/>
                    <a:pt x="107" y="252"/>
                    <a:pt x="105" y="251"/>
                  </a:cubicBezTo>
                  <a:cubicBezTo>
                    <a:pt x="102" y="250"/>
                    <a:pt x="98" y="249"/>
                    <a:pt x="95" y="247"/>
                  </a:cubicBezTo>
                  <a:cubicBezTo>
                    <a:pt x="93" y="246"/>
                    <a:pt x="89" y="244"/>
                    <a:pt x="88" y="243"/>
                  </a:cubicBezTo>
                  <a:cubicBezTo>
                    <a:pt x="86" y="241"/>
                    <a:pt x="84" y="238"/>
                    <a:pt x="83" y="236"/>
                  </a:cubicBezTo>
                  <a:cubicBezTo>
                    <a:pt x="82" y="235"/>
                    <a:pt x="81" y="232"/>
                    <a:pt x="80" y="231"/>
                  </a:cubicBezTo>
                  <a:cubicBezTo>
                    <a:pt x="79" y="230"/>
                    <a:pt x="77" y="228"/>
                    <a:pt x="76" y="228"/>
                  </a:cubicBezTo>
                  <a:cubicBezTo>
                    <a:pt x="74" y="227"/>
                    <a:pt x="71" y="226"/>
                    <a:pt x="69" y="225"/>
                  </a:cubicBezTo>
                  <a:cubicBezTo>
                    <a:pt x="68" y="224"/>
                    <a:pt x="66" y="222"/>
                    <a:pt x="65" y="221"/>
                  </a:cubicBezTo>
                  <a:cubicBezTo>
                    <a:pt x="63" y="219"/>
                    <a:pt x="58" y="216"/>
                    <a:pt x="56" y="214"/>
                  </a:cubicBezTo>
                  <a:cubicBezTo>
                    <a:pt x="55" y="213"/>
                    <a:pt x="54" y="212"/>
                    <a:pt x="53" y="2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183"/>
            <p:cNvSpPr>
              <a:spLocks/>
            </p:cNvSpPr>
            <p:nvPr/>
          </p:nvSpPr>
          <p:spPr bwMode="auto">
            <a:xfrm>
              <a:off x="5595938" y="4243388"/>
              <a:ext cx="66675" cy="100013"/>
            </a:xfrm>
            <a:custGeom>
              <a:avLst/>
              <a:gdLst/>
              <a:ahLst/>
              <a:cxnLst>
                <a:cxn ang="0">
                  <a:pos x="15" y="4"/>
                </a:cxn>
                <a:cxn ang="0">
                  <a:pos x="16" y="3"/>
                </a:cxn>
                <a:cxn ang="0">
                  <a:pos x="21" y="1"/>
                </a:cxn>
                <a:cxn ang="0">
                  <a:pos x="24" y="0"/>
                </a:cxn>
                <a:cxn ang="0">
                  <a:pos x="25" y="2"/>
                </a:cxn>
                <a:cxn ang="0">
                  <a:pos x="24" y="7"/>
                </a:cxn>
                <a:cxn ang="0">
                  <a:pos x="23" y="14"/>
                </a:cxn>
                <a:cxn ang="0">
                  <a:pos x="26" y="18"/>
                </a:cxn>
                <a:cxn ang="0">
                  <a:pos x="32" y="23"/>
                </a:cxn>
                <a:cxn ang="0">
                  <a:pos x="36" y="27"/>
                </a:cxn>
                <a:cxn ang="0">
                  <a:pos x="37" y="32"/>
                </a:cxn>
                <a:cxn ang="0">
                  <a:pos x="38" y="39"/>
                </a:cxn>
                <a:cxn ang="0">
                  <a:pos x="35" y="46"/>
                </a:cxn>
                <a:cxn ang="0">
                  <a:pos x="36" y="52"/>
                </a:cxn>
                <a:cxn ang="0">
                  <a:pos x="33" y="58"/>
                </a:cxn>
                <a:cxn ang="0">
                  <a:pos x="29" y="58"/>
                </a:cxn>
                <a:cxn ang="0">
                  <a:pos x="29" y="57"/>
                </a:cxn>
                <a:cxn ang="0">
                  <a:pos x="28" y="51"/>
                </a:cxn>
                <a:cxn ang="0">
                  <a:pos x="26" y="49"/>
                </a:cxn>
                <a:cxn ang="0">
                  <a:pos x="23" y="49"/>
                </a:cxn>
                <a:cxn ang="0">
                  <a:pos x="21" y="45"/>
                </a:cxn>
                <a:cxn ang="0">
                  <a:pos x="17" y="44"/>
                </a:cxn>
                <a:cxn ang="0">
                  <a:pos x="17" y="41"/>
                </a:cxn>
                <a:cxn ang="0">
                  <a:pos x="13" y="34"/>
                </a:cxn>
                <a:cxn ang="0">
                  <a:pos x="9" y="28"/>
                </a:cxn>
                <a:cxn ang="0">
                  <a:pos x="4" y="25"/>
                </a:cxn>
                <a:cxn ang="0">
                  <a:pos x="1" y="23"/>
                </a:cxn>
                <a:cxn ang="0">
                  <a:pos x="0" y="22"/>
                </a:cxn>
                <a:cxn ang="0">
                  <a:pos x="2" y="21"/>
                </a:cxn>
                <a:cxn ang="0">
                  <a:pos x="8" y="16"/>
                </a:cxn>
                <a:cxn ang="0">
                  <a:pos x="11" y="11"/>
                </a:cxn>
                <a:cxn ang="0">
                  <a:pos x="12" y="6"/>
                </a:cxn>
                <a:cxn ang="0">
                  <a:pos x="15" y="4"/>
                </a:cxn>
              </a:cxnLst>
              <a:rect l="0" t="0" r="r" b="b"/>
              <a:pathLst>
                <a:path w="38" h="58">
                  <a:moveTo>
                    <a:pt x="15" y="4"/>
                  </a:moveTo>
                  <a:cubicBezTo>
                    <a:pt x="15" y="3"/>
                    <a:pt x="16" y="3"/>
                    <a:pt x="16" y="3"/>
                  </a:cubicBezTo>
                  <a:cubicBezTo>
                    <a:pt x="17" y="2"/>
                    <a:pt x="20" y="2"/>
                    <a:pt x="21" y="1"/>
                  </a:cubicBezTo>
                  <a:cubicBezTo>
                    <a:pt x="22" y="1"/>
                    <a:pt x="23" y="1"/>
                    <a:pt x="24" y="0"/>
                  </a:cubicBezTo>
                  <a:cubicBezTo>
                    <a:pt x="25" y="1"/>
                    <a:pt x="25" y="2"/>
                    <a:pt x="25" y="2"/>
                  </a:cubicBezTo>
                  <a:cubicBezTo>
                    <a:pt x="25" y="4"/>
                    <a:pt x="24" y="6"/>
                    <a:pt x="24" y="7"/>
                  </a:cubicBezTo>
                  <a:cubicBezTo>
                    <a:pt x="23" y="9"/>
                    <a:pt x="22" y="13"/>
                    <a:pt x="23" y="14"/>
                  </a:cubicBezTo>
                  <a:cubicBezTo>
                    <a:pt x="23" y="15"/>
                    <a:pt x="25" y="18"/>
                    <a:pt x="26" y="18"/>
                  </a:cubicBezTo>
                  <a:cubicBezTo>
                    <a:pt x="27" y="20"/>
                    <a:pt x="30" y="22"/>
                    <a:pt x="32" y="23"/>
                  </a:cubicBezTo>
                  <a:cubicBezTo>
                    <a:pt x="33" y="24"/>
                    <a:pt x="35" y="26"/>
                    <a:pt x="36" y="27"/>
                  </a:cubicBezTo>
                  <a:cubicBezTo>
                    <a:pt x="36" y="28"/>
                    <a:pt x="37" y="30"/>
                    <a:pt x="37" y="32"/>
                  </a:cubicBezTo>
                  <a:cubicBezTo>
                    <a:pt x="38" y="34"/>
                    <a:pt x="38" y="37"/>
                    <a:pt x="38" y="39"/>
                  </a:cubicBezTo>
                  <a:cubicBezTo>
                    <a:pt x="38" y="41"/>
                    <a:pt x="35" y="44"/>
                    <a:pt x="35" y="46"/>
                  </a:cubicBezTo>
                  <a:cubicBezTo>
                    <a:pt x="35" y="48"/>
                    <a:pt x="37" y="50"/>
                    <a:pt x="36" y="52"/>
                  </a:cubicBezTo>
                  <a:cubicBezTo>
                    <a:pt x="36" y="53"/>
                    <a:pt x="34" y="57"/>
                    <a:pt x="33" y="58"/>
                  </a:cubicBezTo>
                  <a:cubicBezTo>
                    <a:pt x="32" y="58"/>
                    <a:pt x="30" y="58"/>
                    <a:pt x="29" y="58"/>
                  </a:cubicBezTo>
                  <a:cubicBezTo>
                    <a:pt x="29" y="57"/>
                    <a:pt x="29" y="57"/>
                    <a:pt x="29" y="57"/>
                  </a:cubicBezTo>
                  <a:cubicBezTo>
                    <a:pt x="29" y="55"/>
                    <a:pt x="29" y="53"/>
                    <a:pt x="28" y="51"/>
                  </a:cubicBezTo>
                  <a:cubicBezTo>
                    <a:pt x="28" y="50"/>
                    <a:pt x="27" y="49"/>
                    <a:pt x="26" y="49"/>
                  </a:cubicBezTo>
                  <a:cubicBezTo>
                    <a:pt x="25" y="48"/>
                    <a:pt x="24" y="49"/>
                    <a:pt x="23" y="49"/>
                  </a:cubicBezTo>
                  <a:cubicBezTo>
                    <a:pt x="22" y="49"/>
                    <a:pt x="21" y="46"/>
                    <a:pt x="21" y="45"/>
                  </a:cubicBezTo>
                  <a:cubicBezTo>
                    <a:pt x="20" y="45"/>
                    <a:pt x="18" y="44"/>
                    <a:pt x="17" y="44"/>
                  </a:cubicBezTo>
                  <a:cubicBezTo>
                    <a:pt x="17" y="43"/>
                    <a:pt x="17" y="42"/>
                    <a:pt x="17" y="41"/>
                  </a:cubicBezTo>
                  <a:cubicBezTo>
                    <a:pt x="17" y="39"/>
                    <a:pt x="14" y="36"/>
                    <a:pt x="13" y="34"/>
                  </a:cubicBezTo>
                  <a:cubicBezTo>
                    <a:pt x="12" y="32"/>
                    <a:pt x="10" y="29"/>
                    <a:pt x="9" y="28"/>
                  </a:cubicBezTo>
                  <a:cubicBezTo>
                    <a:pt x="8" y="27"/>
                    <a:pt x="5" y="26"/>
                    <a:pt x="4" y="25"/>
                  </a:cubicBezTo>
                  <a:cubicBezTo>
                    <a:pt x="3" y="25"/>
                    <a:pt x="2" y="23"/>
                    <a:pt x="1" y="23"/>
                  </a:cubicBezTo>
                  <a:cubicBezTo>
                    <a:pt x="1" y="23"/>
                    <a:pt x="0" y="22"/>
                    <a:pt x="0" y="22"/>
                  </a:cubicBezTo>
                  <a:cubicBezTo>
                    <a:pt x="1" y="22"/>
                    <a:pt x="1" y="21"/>
                    <a:pt x="2" y="21"/>
                  </a:cubicBezTo>
                  <a:cubicBezTo>
                    <a:pt x="3" y="20"/>
                    <a:pt x="7" y="17"/>
                    <a:pt x="8" y="16"/>
                  </a:cubicBezTo>
                  <a:cubicBezTo>
                    <a:pt x="9" y="15"/>
                    <a:pt x="11" y="12"/>
                    <a:pt x="11" y="11"/>
                  </a:cubicBezTo>
                  <a:cubicBezTo>
                    <a:pt x="12" y="10"/>
                    <a:pt x="12" y="7"/>
                    <a:pt x="12" y="6"/>
                  </a:cubicBezTo>
                  <a:cubicBezTo>
                    <a:pt x="13" y="5"/>
                    <a:pt x="14" y="5"/>
                    <a:pt x="15"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184"/>
            <p:cNvSpPr>
              <a:spLocks/>
            </p:cNvSpPr>
            <p:nvPr/>
          </p:nvSpPr>
          <p:spPr bwMode="auto">
            <a:xfrm>
              <a:off x="5611813" y="4119563"/>
              <a:ext cx="184150" cy="319088"/>
            </a:xfrm>
            <a:custGeom>
              <a:avLst/>
              <a:gdLst/>
              <a:ahLst/>
              <a:cxnLst>
                <a:cxn ang="0">
                  <a:pos x="106" y="139"/>
                </a:cxn>
                <a:cxn ang="0">
                  <a:pos x="97" y="145"/>
                </a:cxn>
                <a:cxn ang="0">
                  <a:pos x="91" y="151"/>
                </a:cxn>
                <a:cxn ang="0">
                  <a:pos x="84" y="161"/>
                </a:cxn>
                <a:cxn ang="0">
                  <a:pos x="75" y="168"/>
                </a:cxn>
                <a:cxn ang="0">
                  <a:pos x="70" y="161"/>
                </a:cxn>
                <a:cxn ang="0">
                  <a:pos x="63" y="149"/>
                </a:cxn>
                <a:cxn ang="0">
                  <a:pos x="55" y="145"/>
                </a:cxn>
                <a:cxn ang="0">
                  <a:pos x="49" y="152"/>
                </a:cxn>
                <a:cxn ang="0">
                  <a:pos x="35" y="153"/>
                </a:cxn>
                <a:cxn ang="0">
                  <a:pos x="29" y="160"/>
                </a:cxn>
                <a:cxn ang="0">
                  <a:pos x="23" y="168"/>
                </a:cxn>
                <a:cxn ang="0">
                  <a:pos x="16" y="173"/>
                </a:cxn>
                <a:cxn ang="0">
                  <a:pos x="10" y="183"/>
                </a:cxn>
                <a:cxn ang="0">
                  <a:pos x="6" y="182"/>
                </a:cxn>
                <a:cxn ang="0">
                  <a:pos x="6" y="169"/>
                </a:cxn>
                <a:cxn ang="0">
                  <a:pos x="3" y="159"/>
                </a:cxn>
                <a:cxn ang="0">
                  <a:pos x="0" y="149"/>
                </a:cxn>
                <a:cxn ang="0">
                  <a:pos x="2" y="139"/>
                </a:cxn>
                <a:cxn ang="0">
                  <a:pos x="5" y="131"/>
                </a:cxn>
                <a:cxn ang="0">
                  <a:pos x="9" y="127"/>
                </a:cxn>
                <a:cxn ang="0">
                  <a:pos x="10" y="133"/>
                </a:cxn>
                <a:cxn ang="0">
                  <a:pos x="12" y="139"/>
                </a:cxn>
                <a:cxn ang="0">
                  <a:pos x="19" y="133"/>
                </a:cxn>
                <a:cxn ang="0">
                  <a:pos x="24" y="130"/>
                </a:cxn>
                <a:cxn ang="0">
                  <a:pos x="26" y="118"/>
                </a:cxn>
                <a:cxn ang="0">
                  <a:pos x="28" y="104"/>
                </a:cxn>
                <a:cxn ang="0">
                  <a:pos x="23" y="95"/>
                </a:cxn>
                <a:cxn ang="0">
                  <a:pos x="14" y="86"/>
                </a:cxn>
                <a:cxn ang="0">
                  <a:pos x="16" y="74"/>
                </a:cxn>
                <a:cxn ang="0">
                  <a:pos x="18" y="71"/>
                </a:cxn>
                <a:cxn ang="0">
                  <a:pos x="21" y="60"/>
                </a:cxn>
                <a:cxn ang="0">
                  <a:pos x="29" y="48"/>
                </a:cxn>
                <a:cxn ang="0">
                  <a:pos x="31" y="35"/>
                </a:cxn>
                <a:cxn ang="0">
                  <a:pos x="21" y="27"/>
                </a:cxn>
                <a:cxn ang="0">
                  <a:pos x="20" y="20"/>
                </a:cxn>
                <a:cxn ang="0">
                  <a:pos x="32" y="18"/>
                </a:cxn>
                <a:cxn ang="0">
                  <a:pos x="40" y="16"/>
                </a:cxn>
                <a:cxn ang="0">
                  <a:pos x="49" y="10"/>
                </a:cxn>
                <a:cxn ang="0">
                  <a:pos x="54" y="2"/>
                </a:cxn>
                <a:cxn ang="0">
                  <a:pos x="56" y="3"/>
                </a:cxn>
                <a:cxn ang="0">
                  <a:pos x="64" y="20"/>
                </a:cxn>
                <a:cxn ang="0">
                  <a:pos x="75" y="39"/>
                </a:cxn>
                <a:cxn ang="0">
                  <a:pos x="84" y="66"/>
                </a:cxn>
                <a:cxn ang="0">
                  <a:pos x="94" y="84"/>
                </a:cxn>
                <a:cxn ang="0">
                  <a:pos x="105" y="97"/>
                </a:cxn>
                <a:cxn ang="0">
                  <a:pos x="105" y="111"/>
                </a:cxn>
                <a:cxn ang="0">
                  <a:pos x="105" y="122"/>
                </a:cxn>
                <a:cxn ang="0">
                  <a:pos x="104" y="128"/>
                </a:cxn>
                <a:cxn ang="0">
                  <a:pos x="107" y="137"/>
                </a:cxn>
              </a:cxnLst>
              <a:rect l="0" t="0" r="r" b="b"/>
              <a:pathLst>
                <a:path w="107" h="185">
                  <a:moveTo>
                    <a:pt x="107" y="137"/>
                  </a:moveTo>
                  <a:cubicBezTo>
                    <a:pt x="107" y="138"/>
                    <a:pt x="106" y="139"/>
                    <a:pt x="106" y="139"/>
                  </a:cubicBezTo>
                  <a:cubicBezTo>
                    <a:pt x="105" y="140"/>
                    <a:pt x="104" y="142"/>
                    <a:pt x="103" y="143"/>
                  </a:cubicBezTo>
                  <a:cubicBezTo>
                    <a:pt x="102" y="144"/>
                    <a:pt x="99" y="144"/>
                    <a:pt x="97" y="145"/>
                  </a:cubicBezTo>
                  <a:cubicBezTo>
                    <a:pt x="96" y="145"/>
                    <a:pt x="93" y="146"/>
                    <a:pt x="92" y="147"/>
                  </a:cubicBezTo>
                  <a:cubicBezTo>
                    <a:pt x="91" y="148"/>
                    <a:pt x="91" y="150"/>
                    <a:pt x="91" y="151"/>
                  </a:cubicBezTo>
                  <a:cubicBezTo>
                    <a:pt x="91" y="152"/>
                    <a:pt x="90" y="155"/>
                    <a:pt x="89" y="156"/>
                  </a:cubicBezTo>
                  <a:cubicBezTo>
                    <a:pt x="88" y="157"/>
                    <a:pt x="85" y="160"/>
                    <a:pt x="84" y="161"/>
                  </a:cubicBezTo>
                  <a:cubicBezTo>
                    <a:pt x="82" y="162"/>
                    <a:pt x="80" y="164"/>
                    <a:pt x="79" y="165"/>
                  </a:cubicBezTo>
                  <a:cubicBezTo>
                    <a:pt x="78" y="165"/>
                    <a:pt x="77" y="168"/>
                    <a:pt x="75" y="168"/>
                  </a:cubicBezTo>
                  <a:cubicBezTo>
                    <a:pt x="74" y="168"/>
                    <a:pt x="73" y="167"/>
                    <a:pt x="72" y="166"/>
                  </a:cubicBezTo>
                  <a:cubicBezTo>
                    <a:pt x="71" y="165"/>
                    <a:pt x="71" y="162"/>
                    <a:pt x="70" y="161"/>
                  </a:cubicBezTo>
                  <a:cubicBezTo>
                    <a:pt x="69" y="159"/>
                    <a:pt x="67" y="156"/>
                    <a:pt x="66" y="155"/>
                  </a:cubicBezTo>
                  <a:cubicBezTo>
                    <a:pt x="65" y="153"/>
                    <a:pt x="64" y="150"/>
                    <a:pt x="63" y="149"/>
                  </a:cubicBezTo>
                  <a:cubicBezTo>
                    <a:pt x="62" y="147"/>
                    <a:pt x="60" y="145"/>
                    <a:pt x="59" y="144"/>
                  </a:cubicBezTo>
                  <a:cubicBezTo>
                    <a:pt x="58" y="144"/>
                    <a:pt x="56" y="144"/>
                    <a:pt x="55" y="145"/>
                  </a:cubicBezTo>
                  <a:cubicBezTo>
                    <a:pt x="54" y="146"/>
                    <a:pt x="54" y="149"/>
                    <a:pt x="53" y="150"/>
                  </a:cubicBezTo>
                  <a:cubicBezTo>
                    <a:pt x="52" y="151"/>
                    <a:pt x="50" y="152"/>
                    <a:pt x="49" y="152"/>
                  </a:cubicBezTo>
                  <a:cubicBezTo>
                    <a:pt x="47" y="153"/>
                    <a:pt x="44" y="152"/>
                    <a:pt x="42" y="152"/>
                  </a:cubicBezTo>
                  <a:cubicBezTo>
                    <a:pt x="40" y="152"/>
                    <a:pt x="37" y="152"/>
                    <a:pt x="35" y="153"/>
                  </a:cubicBezTo>
                  <a:cubicBezTo>
                    <a:pt x="34" y="153"/>
                    <a:pt x="31" y="154"/>
                    <a:pt x="30" y="155"/>
                  </a:cubicBezTo>
                  <a:cubicBezTo>
                    <a:pt x="29" y="156"/>
                    <a:pt x="29" y="159"/>
                    <a:pt x="29" y="160"/>
                  </a:cubicBezTo>
                  <a:cubicBezTo>
                    <a:pt x="28" y="161"/>
                    <a:pt x="27" y="162"/>
                    <a:pt x="27" y="163"/>
                  </a:cubicBezTo>
                  <a:cubicBezTo>
                    <a:pt x="26" y="165"/>
                    <a:pt x="24" y="167"/>
                    <a:pt x="23" y="168"/>
                  </a:cubicBezTo>
                  <a:cubicBezTo>
                    <a:pt x="22" y="169"/>
                    <a:pt x="21" y="170"/>
                    <a:pt x="20" y="171"/>
                  </a:cubicBezTo>
                  <a:cubicBezTo>
                    <a:pt x="19" y="172"/>
                    <a:pt x="17" y="172"/>
                    <a:pt x="16" y="173"/>
                  </a:cubicBezTo>
                  <a:cubicBezTo>
                    <a:pt x="15" y="174"/>
                    <a:pt x="13" y="175"/>
                    <a:pt x="13" y="176"/>
                  </a:cubicBezTo>
                  <a:cubicBezTo>
                    <a:pt x="12" y="177"/>
                    <a:pt x="11" y="182"/>
                    <a:pt x="10" y="183"/>
                  </a:cubicBezTo>
                  <a:cubicBezTo>
                    <a:pt x="9" y="184"/>
                    <a:pt x="7" y="184"/>
                    <a:pt x="6" y="185"/>
                  </a:cubicBezTo>
                  <a:cubicBezTo>
                    <a:pt x="6" y="184"/>
                    <a:pt x="6" y="182"/>
                    <a:pt x="6" y="182"/>
                  </a:cubicBezTo>
                  <a:cubicBezTo>
                    <a:pt x="6" y="180"/>
                    <a:pt x="6" y="178"/>
                    <a:pt x="6" y="177"/>
                  </a:cubicBezTo>
                  <a:cubicBezTo>
                    <a:pt x="6" y="175"/>
                    <a:pt x="6" y="171"/>
                    <a:pt x="6" y="169"/>
                  </a:cubicBezTo>
                  <a:cubicBezTo>
                    <a:pt x="6" y="168"/>
                    <a:pt x="5" y="166"/>
                    <a:pt x="5" y="165"/>
                  </a:cubicBezTo>
                  <a:cubicBezTo>
                    <a:pt x="4" y="163"/>
                    <a:pt x="3" y="161"/>
                    <a:pt x="3" y="159"/>
                  </a:cubicBezTo>
                  <a:cubicBezTo>
                    <a:pt x="2" y="158"/>
                    <a:pt x="1" y="156"/>
                    <a:pt x="0" y="155"/>
                  </a:cubicBezTo>
                  <a:cubicBezTo>
                    <a:pt x="0" y="153"/>
                    <a:pt x="0" y="150"/>
                    <a:pt x="0" y="149"/>
                  </a:cubicBezTo>
                  <a:cubicBezTo>
                    <a:pt x="0" y="147"/>
                    <a:pt x="0" y="144"/>
                    <a:pt x="1" y="142"/>
                  </a:cubicBezTo>
                  <a:cubicBezTo>
                    <a:pt x="1" y="142"/>
                    <a:pt x="2" y="140"/>
                    <a:pt x="2" y="139"/>
                  </a:cubicBezTo>
                  <a:cubicBezTo>
                    <a:pt x="3" y="138"/>
                    <a:pt x="2" y="136"/>
                    <a:pt x="2" y="135"/>
                  </a:cubicBezTo>
                  <a:cubicBezTo>
                    <a:pt x="3" y="134"/>
                    <a:pt x="5" y="132"/>
                    <a:pt x="5" y="131"/>
                  </a:cubicBezTo>
                  <a:cubicBezTo>
                    <a:pt x="6" y="130"/>
                    <a:pt x="6" y="128"/>
                    <a:pt x="6" y="127"/>
                  </a:cubicBezTo>
                  <a:cubicBezTo>
                    <a:pt x="7" y="127"/>
                    <a:pt x="9" y="126"/>
                    <a:pt x="9" y="127"/>
                  </a:cubicBezTo>
                  <a:cubicBezTo>
                    <a:pt x="10" y="127"/>
                    <a:pt x="10" y="129"/>
                    <a:pt x="10" y="129"/>
                  </a:cubicBezTo>
                  <a:cubicBezTo>
                    <a:pt x="10" y="130"/>
                    <a:pt x="10" y="132"/>
                    <a:pt x="10" y="133"/>
                  </a:cubicBezTo>
                  <a:cubicBezTo>
                    <a:pt x="10" y="134"/>
                    <a:pt x="10" y="135"/>
                    <a:pt x="10" y="136"/>
                  </a:cubicBezTo>
                  <a:cubicBezTo>
                    <a:pt x="10" y="137"/>
                    <a:pt x="11" y="139"/>
                    <a:pt x="12" y="139"/>
                  </a:cubicBezTo>
                  <a:cubicBezTo>
                    <a:pt x="13" y="139"/>
                    <a:pt x="14" y="137"/>
                    <a:pt x="14" y="137"/>
                  </a:cubicBezTo>
                  <a:cubicBezTo>
                    <a:pt x="15" y="136"/>
                    <a:pt x="18" y="135"/>
                    <a:pt x="19" y="133"/>
                  </a:cubicBezTo>
                  <a:cubicBezTo>
                    <a:pt x="19" y="133"/>
                    <a:pt x="19" y="131"/>
                    <a:pt x="20" y="130"/>
                  </a:cubicBezTo>
                  <a:cubicBezTo>
                    <a:pt x="21" y="130"/>
                    <a:pt x="23" y="130"/>
                    <a:pt x="24" y="130"/>
                  </a:cubicBezTo>
                  <a:cubicBezTo>
                    <a:pt x="25" y="129"/>
                    <a:pt x="27" y="125"/>
                    <a:pt x="27" y="124"/>
                  </a:cubicBezTo>
                  <a:cubicBezTo>
                    <a:pt x="28" y="122"/>
                    <a:pt x="26" y="120"/>
                    <a:pt x="26" y="118"/>
                  </a:cubicBezTo>
                  <a:cubicBezTo>
                    <a:pt x="26" y="116"/>
                    <a:pt x="29" y="113"/>
                    <a:pt x="29" y="111"/>
                  </a:cubicBezTo>
                  <a:cubicBezTo>
                    <a:pt x="29" y="109"/>
                    <a:pt x="29" y="106"/>
                    <a:pt x="28" y="104"/>
                  </a:cubicBezTo>
                  <a:cubicBezTo>
                    <a:pt x="28" y="102"/>
                    <a:pt x="27" y="100"/>
                    <a:pt x="27" y="99"/>
                  </a:cubicBezTo>
                  <a:cubicBezTo>
                    <a:pt x="26" y="98"/>
                    <a:pt x="24" y="96"/>
                    <a:pt x="23" y="95"/>
                  </a:cubicBezTo>
                  <a:cubicBezTo>
                    <a:pt x="21" y="94"/>
                    <a:pt x="18" y="92"/>
                    <a:pt x="17" y="90"/>
                  </a:cubicBezTo>
                  <a:cubicBezTo>
                    <a:pt x="16" y="90"/>
                    <a:pt x="14" y="87"/>
                    <a:pt x="14" y="86"/>
                  </a:cubicBezTo>
                  <a:cubicBezTo>
                    <a:pt x="13" y="85"/>
                    <a:pt x="14" y="81"/>
                    <a:pt x="15" y="79"/>
                  </a:cubicBezTo>
                  <a:cubicBezTo>
                    <a:pt x="15" y="78"/>
                    <a:pt x="16" y="76"/>
                    <a:pt x="16" y="74"/>
                  </a:cubicBezTo>
                  <a:cubicBezTo>
                    <a:pt x="16" y="74"/>
                    <a:pt x="16" y="73"/>
                    <a:pt x="15" y="72"/>
                  </a:cubicBezTo>
                  <a:cubicBezTo>
                    <a:pt x="16" y="72"/>
                    <a:pt x="17" y="72"/>
                    <a:pt x="18" y="71"/>
                  </a:cubicBezTo>
                  <a:cubicBezTo>
                    <a:pt x="18" y="70"/>
                    <a:pt x="19" y="68"/>
                    <a:pt x="19" y="67"/>
                  </a:cubicBezTo>
                  <a:cubicBezTo>
                    <a:pt x="20" y="65"/>
                    <a:pt x="20" y="61"/>
                    <a:pt x="21" y="60"/>
                  </a:cubicBezTo>
                  <a:cubicBezTo>
                    <a:pt x="21" y="58"/>
                    <a:pt x="22" y="55"/>
                    <a:pt x="23" y="53"/>
                  </a:cubicBezTo>
                  <a:cubicBezTo>
                    <a:pt x="25" y="52"/>
                    <a:pt x="28" y="50"/>
                    <a:pt x="29" y="48"/>
                  </a:cubicBezTo>
                  <a:cubicBezTo>
                    <a:pt x="30" y="47"/>
                    <a:pt x="32" y="42"/>
                    <a:pt x="32" y="40"/>
                  </a:cubicBezTo>
                  <a:cubicBezTo>
                    <a:pt x="32" y="38"/>
                    <a:pt x="32" y="36"/>
                    <a:pt x="31" y="35"/>
                  </a:cubicBezTo>
                  <a:cubicBezTo>
                    <a:pt x="30" y="33"/>
                    <a:pt x="27" y="30"/>
                    <a:pt x="26" y="28"/>
                  </a:cubicBezTo>
                  <a:cubicBezTo>
                    <a:pt x="25" y="28"/>
                    <a:pt x="22" y="27"/>
                    <a:pt x="21" y="27"/>
                  </a:cubicBezTo>
                  <a:cubicBezTo>
                    <a:pt x="21" y="26"/>
                    <a:pt x="20" y="25"/>
                    <a:pt x="20" y="24"/>
                  </a:cubicBezTo>
                  <a:cubicBezTo>
                    <a:pt x="19" y="23"/>
                    <a:pt x="20" y="21"/>
                    <a:pt x="20" y="20"/>
                  </a:cubicBezTo>
                  <a:cubicBezTo>
                    <a:pt x="21" y="19"/>
                    <a:pt x="24" y="17"/>
                    <a:pt x="25" y="17"/>
                  </a:cubicBezTo>
                  <a:cubicBezTo>
                    <a:pt x="27" y="17"/>
                    <a:pt x="30" y="18"/>
                    <a:pt x="32" y="18"/>
                  </a:cubicBezTo>
                  <a:cubicBezTo>
                    <a:pt x="33" y="18"/>
                    <a:pt x="35" y="19"/>
                    <a:pt x="36" y="19"/>
                  </a:cubicBezTo>
                  <a:cubicBezTo>
                    <a:pt x="38" y="18"/>
                    <a:pt x="39" y="16"/>
                    <a:pt x="40" y="16"/>
                  </a:cubicBezTo>
                  <a:cubicBezTo>
                    <a:pt x="41" y="15"/>
                    <a:pt x="44" y="15"/>
                    <a:pt x="45" y="14"/>
                  </a:cubicBezTo>
                  <a:cubicBezTo>
                    <a:pt x="46" y="13"/>
                    <a:pt x="48" y="11"/>
                    <a:pt x="49" y="10"/>
                  </a:cubicBezTo>
                  <a:cubicBezTo>
                    <a:pt x="50" y="9"/>
                    <a:pt x="52" y="9"/>
                    <a:pt x="53" y="8"/>
                  </a:cubicBezTo>
                  <a:cubicBezTo>
                    <a:pt x="54" y="6"/>
                    <a:pt x="53" y="3"/>
                    <a:pt x="54" y="2"/>
                  </a:cubicBezTo>
                  <a:cubicBezTo>
                    <a:pt x="54" y="2"/>
                    <a:pt x="54" y="1"/>
                    <a:pt x="55" y="0"/>
                  </a:cubicBezTo>
                  <a:cubicBezTo>
                    <a:pt x="55" y="1"/>
                    <a:pt x="55" y="3"/>
                    <a:pt x="56" y="3"/>
                  </a:cubicBezTo>
                  <a:cubicBezTo>
                    <a:pt x="56" y="5"/>
                    <a:pt x="59" y="9"/>
                    <a:pt x="60" y="11"/>
                  </a:cubicBezTo>
                  <a:cubicBezTo>
                    <a:pt x="61" y="13"/>
                    <a:pt x="63" y="18"/>
                    <a:pt x="64" y="20"/>
                  </a:cubicBezTo>
                  <a:cubicBezTo>
                    <a:pt x="66" y="23"/>
                    <a:pt x="69" y="27"/>
                    <a:pt x="71" y="30"/>
                  </a:cubicBezTo>
                  <a:cubicBezTo>
                    <a:pt x="72" y="32"/>
                    <a:pt x="75" y="39"/>
                    <a:pt x="75" y="39"/>
                  </a:cubicBezTo>
                  <a:cubicBezTo>
                    <a:pt x="75" y="40"/>
                    <a:pt x="79" y="52"/>
                    <a:pt x="81" y="56"/>
                  </a:cubicBezTo>
                  <a:cubicBezTo>
                    <a:pt x="81" y="58"/>
                    <a:pt x="83" y="63"/>
                    <a:pt x="84" y="66"/>
                  </a:cubicBezTo>
                  <a:cubicBezTo>
                    <a:pt x="85" y="68"/>
                    <a:pt x="87" y="72"/>
                    <a:pt x="89" y="75"/>
                  </a:cubicBezTo>
                  <a:cubicBezTo>
                    <a:pt x="90" y="77"/>
                    <a:pt x="92" y="82"/>
                    <a:pt x="94" y="84"/>
                  </a:cubicBezTo>
                  <a:cubicBezTo>
                    <a:pt x="95" y="86"/>
                    <a:pt x="98" y="89"/>
                    <a:pt x="99" y="90"/>
                  </a:cubicBezTo>
                  <a:cubicBezTo>
                    <a:pt x="101" y="92"/>
                    <a:pt x="104" y="95"/>
                    <a:pt x="105" y="97"/>
                  </a:cubicBezTo>
                  <a:cubicBezTo>
                    <a:pt x="106" y="99"/>
                    <a:pt x="106" y="103"/>
                    <a:pt x="106" y="105"/>
                  </a:cubicBezTo>
                  <a:cubicBezTo>
                    <a:pt x="106" y="107"/>
                    <a:pt x="106" y="110"/>
                    <a:pt x="105" y="111"/>
                  </a:cubicBezTo>
                  <a:cubicBezTo>
                    <a:pt x="105" y="113"/>
                    <a:pt x="104" y="116"/>
                    <a:pt x="104" y="118"/>
                  </a:cubicBezTo>
                  <a:cubicBezTo>
                    <a:pt x="104" y="119"/>
                    <a:pt x="104" y="121"/>
                    <a:pt x="105" y="122"/>
                  </a:cubicBezTo>
                  <a:cubicBezTo>
                    <a:pt x="105" y="122"/>
                    <a:pt x="105" y="124"/>
                    <a:pt x="106" y="125"/>
                  </a:cubicBezTo>
                  <a:cubicBezTo>
                    <a:pt x="105" y="126"/>
                    <a:pt x="105" y="127"/>
                    <a:pt x="104" y="128"/>
                  </a:cubicBezTo>
                  <a:cubicBezTo>
                    <a:pt x="104" y="129"/>
                    <a:pt x="104" y="133"/>
                    <a:pt x="105" y="135"/>
                  </a:cubicBezTo>
                  <a:cubicBezTo>
                    <a:pt x="105" y="135"/>
                    <a:pt x="106" y="136"/>
                    <a:pt x="107" y="13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185"/>
            <p:cNvSpPr>
              <a:spLocks/>
            </p:cNvSpPr>
            <p:nvPr/>
          </p:nvSpPr>
          <p:spPr bwMode="auto">
            <a:xfrm>
              <a:off x="5573713" y="4281488"/>
              <a:ext cx="52388" cy="77788"/>
            </a:xfrm>
            <a:custGeom>
              <a:avLst/>
              <a:gdLst/>
              <a:ahLst/>
              <a:cxnLst>
                <a:cxn ang="0">
                  <a:pos x="30" y="19"/>
                </a:cxn>
                <a:cxn ang="0">
                  <a:pos x="30" y="22"/>
                </a:cxn>
                <a:cxn ang="0">
                  <a:pos x="28" y="22"/>
                </a:cxn>
                <a:cxn ang="0">
                  <a:pos x="25" y="25"/>
                </a:cxn>
                <a:cxn ang="0">
                  <a:pos x="21" y="28"/>
                </a:cxn>
                <a:cxn ang="0">
                  <a:pos x="17" y="29"/>
                </a:cxn>
                <a:cxn ang="0">
                  <a:pos x="15" y="33"/>
                </a:cxn>
                <a:cxn ang="0">
                  <a:pos x="16" y="38"/>
                </a:cxn>
                <a:cxn ang="0">
                  <a:pos x="15" y="44"/>
                </a:cxn>
                <a:cxn ang="0">
                  <a:pos x="15" y="45"/>
                </a:cxn>
                <a:cxn ang="0">
                  <a:pos x="13" y="41"/>
                </a:cxn>
                <a:cxn ang="0">
                  <a:pos x="7" y="38"/>
                </a:cxn>
                <a:cxn ang="0">
                  <a:pos x="3" y="34"/>
                </a:cxn>
                <a:cxn ang="0">
                  <a:pos x="1" y="29"/>
                </a:cxn>
                <a:cxn ang="0">
                  <a:pos x="2" y="21"/>
                </a:cxn>
                <a:cxn ang="0">
                  <a:pos x="3" y="16"/>
                </a:cxn>
                <a:cxn ang="0">
                  <a:pos x="6" y="10"/>
                </a:cxn>
                <a:cxn ang="0">
                  <a:pos x="9" y="3"/>
                </a:cxn>
                <a:cxn ang="0">
                  <a:pos x="13" y="0"/>
                </a:cxn>
                <a:cxn ang="0">
                  <a:pos x="14" y="1"/>
                </a:cxn>
                <a:cxn ang="0">
                  <a:pos x="17" y="3"/>
                </a:cxn>
                <a:cxn ang="0">
                  <a:pos x="22" y="6"/>
                </a:cxn>
                <a:cxn ang="0">
                  <a:pos x="26" y="12"/>
                </a:cxn>
                <a:cxn ang="0">
                  <a:pos x="30" y="19"/>
                </a:cxn>
              </a:cxnLst>
              <a:rect l="0" t="0" r="r" b="b"/>
              <a:pathLst>
                <a:path w="30" h="45">
                  <a:moveTo>
                    <a:pt x="30" y="19"/>
                  </a:moveTo>
                  <a:cubicBezTo>
                    <a:pt x="30" y="20"/>
                    <a:pt x="30" y="21"/>
                    <a:pt x="30" y="22"/>
                  </a:cubicBezTo>
                  <a:cubicBezTo>
                    <a:pt x="29" y="22"/>
                    <a:pt x="29" y="22"/>
                    <a:pt x="28" y="22"/>
                  </a:cubicBezTo>
                  <a:cubicBezTo>
                    <a:pt x="27" y="22"/>
                    <a:pt x="26" y="25"/>
                    <a:pt x="25" y="25"/>
                  </a:cubicBezTo>
                  <a:cubicBezTo>
                    <a:pt x="24" y="26"/>
                    <a:pt x="22" y="27"/>
                    <a:pt x="21" y="28"/>
                  </a:cubicBezTo>
                  <a:cubicBezTo>
                    <a:pt x="20" y="28"/>
                    <a:pt x="18" y="28"/>
                    <a:pt x="17" y="29"/>
                  </a:cubicBezTo>
                  <a:cubicBezTo>
                    <a:pt x="16" y="29"/>
                    <a:pt x="15" y="32"/>
                    <a:pt x="15" y="33"/>
                  </a:cubicBezTo>
                  <a:cubicBezTo>
                    <a:pt x="15" y="34"/>
                    <a:pt x="16" y="37"/>
                    <a:pt x="16" y="38"/>
                  </a:cubicBezTo>
                  <a:cubicBezTo>
                    <a:pt x="16" y="40"/>
                    <a:pt x="15" y="42"/>
                    <a:pt x="15" y="44"/>
                  </a:cubicBezTo>
                  <a:cubicBezTo>
                    <a:pt x="15" y="44"/>
                    <a:pt x="15" y="44"/>
                    <a:pt x="15" y="45"/>
                  </a:cubicBezTo>
                  <a:cubicBezTo>
                    <a:pt x="14" y="43"/>
                    <a:pt x="13" y="42"/>
                    <a:pt x="13" y="41"/>
                  </a:cubicBezTo>
                  <a:cubicBezTo>
                    <a:pt x="12" y="40"/>
                    <a:pt x="8" y="39"/>
                    <a:pt x="7" y="38"/>
                  </a:cubicBezTo>
                  <a:cubicBezTo>
                    <a:pt x="6" y="37"/>
                    <a:pt x="4" y="35"/>
                    <a:pt x="3" y="34"/>
                  </a:cubicBezTo>
                  <a:cubicBezTo>
                    <a:pt x="2" y="33"/>
                    <a:pt x="1" y="30"/>
                    <a:pt x="1" y="29"/>
                  </a:cubicBezTo>
                  <a:cubicBezTo>
                    <a:pt x="0" y="27"/>
                    <a:pt x="1" y="23"/>
                    <a:pt x="2" y="21"/>
                  </a:cubicBezTo>
                  <a:cubicBezTo>
                    <a:pt x="2" y="20"/>
                    <a:pt x="3" y="17"/>
                    <a:pt x="3" y="16"/>
                  </a:cubicBezTo>
                  <a:cubicBezTo>
                    <a:pt x="4" y="14"/>
                    <a:pt x="6" y="11"/>
                    <a:pt x="6" y="10"/>
                  </a:cubicBezTo>
                  <a:cubicBezTo>
                    <a:pt x="7" y="8"/>
                    <a:pt x="8" y="4"/>
                    <a:pt x="9" y="3"/>
                  </a:cubicBezTo>
                  <a:cubicBezTo>
                    <a:pt x="10" y="2"/>
                    <a:pt x="12" y="1"/>
                    <a:pt x="13" y="0"/>
                  </a:cubicBezTo>
                  <a:cubicBezTo>
                    <a:pt x="13" y="0"/>
                    <a:pt x="14" y="1"/>
                    <a:pt x="14" y="1"/>
                  </a:cubicBezTo>
                  <a:cubicBezTo>
                    <a:pt x="15" y="1"/>
                    <a:pt x="16" y="3"/>
                    <a:pt x="17" y="3"/>
                  </a:cubicBezTo>
                  <a:cubicBezTo>
                    <a:pt x="18" y="4"/>
                    <a:pt x="21" y="5"/>
                    <a:pt x="22" y="6"/>
                  </a:cubicBezTo>
                  <a:cubicBezTo>
                    <a:pt x="23" y="7"/>
                    <a:pt x="25" y="10"/>
                    <a:pt x="26" y="12"/>
                  </a:cubicBezTo>
                  <a:cubicBezTo>
                    <a:pt x="27" y="14"/>
                    <a:pt x="30" y="17"/>
                    <a:pt x="30" y="1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186"/>
            <p:cNvSpPr>
              <a:spLocks/>
            </p:cNvSpPr>
            <p:nvPr/>
          </p:nvSpPr>
          <p:spPr bwMode="auto">
            <a:xfrm>
              <a:off x="5165725" y="3937001"/>
              <a:ext cx="457200" cy="515938"/>
            </a:xfrm>
            <a:custGeom>
              <a:avLst/>
              <a:gdLst/>
              <a:ahLst/>
              <a:cxnLst>
                <a:cxn ang="0">
                  <a:pos x="171" y="296"/>
                </a:cxn>
                <a:cxn ang="0">
                  <a:pos x="161" y="283"/>
                </a:cxn>
                <a:cxn ang="0">
                  <a:pos x="159" y="268"/>
                </a:cxn>
                <a:cxn ang="0">
                  <a:pos x="155" y="250"/>
                </a:cxn>
                <a:cxn ang="0">
                  <a:pos x="152" y="241"/>
                </a:cxn>
                <a:cxn ang="0">
                  <a:pos x="146" y="224"/>
                </a:cxn>
                <a:cxn ang="0">
                  <a:pos x="137" y="207"/>
                </a:cxn>
                <a:cxn ang="0">
                  <a:pos x="126" y="180"/>
                </a:cxn>
                <a:cxn ang="0">
                  <a:pos x="96" y="161"/>
                </a:cxn>
                <a:cxn ang="0">
                  <a:pos x="74" y="158"/>
                </a:cxn>
                <a:cxn ang="0">
                  <a:pos x="54" y="155"/>
                </a:cxn>
                <a:cxn ang="0">
                  <a:pos x="39" y="165"/>
                </a:cxn>
                <a:cxn ang="0">
                  <a:pos x="12" y="162"/>
                </a:cxn>
                <a:cxn ang="0">
                  <a:pos x="1" y="162"/>
                </a:cxn>
                <a:cxn ang="0">
                  <a:pos x="14" y="140"/>
                </a:cxn>
                <a:cxn ang="0">
                  <a:pos x="24" y="107"/>
                </a:cxn>
                <a:cxn ang="0">
                  <a:pos x="24" y="81"/>
                </a:cxn>
                <a:cxn ang="0">
                  <a:pos x="17" y="67"/>
                </a:cxn>
                <a:cxn ang="0">
                  <a:pos x="25" y="55"/>
                </a:cxn>
                <a:cxn ang="0">
                  <a:pos x="36" y="53"/>
                </a:cxn>
                <a:cxn ang="0">
                  <a:pos x="47" y="36"/>
                </a:cxn>
                <a:cxn ang="0">
                  <a:pos x="69" y="26"/>
                </a:cxn>
                <a:cxn ang="0">
                  <a:pos x="78" y="6"/>
                </a:cxn>
                <a:cxn ang="0">
                  <a:pos x="90" y="11"/>
                </a:cxn>
                <a:cxn ang="0">
                  <a:pos x="105" y="21"/>
                </a:cxn>
                <a:cxn ang="0">
                  <a:pos x="120" y="37"/>
                </a:cxn>
                <a:cxn ang="0">
                  <a:pos x="142" y="51"/>
                </a:cxn>
                <a:cxn ang="0">
                  <a:pos x="160" y="66"/>
                </a:cxn>
                <a:cxn ang="0">
                  <a:pos x="168" y="88"/>
                </a:cxn>
                <a:cxn ang="0">
                  <a:pos x="176" y="106"/>
                </a:cxn>
                <a:cxn ang="0">
                  <a:pos x="189" y="114"/>
                </a:cxn>
                <a:cxn ang="0">
                  <a:pos x="202" y="118"/>
                </a:cxn>
                <a:cxn ang="0">
                  <a:pos x="205" y="103"/>
                </a:cxn>
                <a:cxn ang="0">
                  <a:pos x="217" y="95"/>
                </a:cxn>
                <a:cxn ang="0">
                  <a:pos x="228" y="116"/>
                </a:cxn>
                <a:cxn ang="0">
                  <a:pos x="235" y="139"/>
                </a:cxn>
                <a:cxn ang="0">
                  <a:pos x="239" y="161"/>
                </a:cxn>
                <a:cxn ang="0">
                  <a:pos x="256" y="173"/>
                </a:cxn>
                <a:cxn ang="0">
                  <a:pos x="261" y="184"/>
                </a:cxn>
                <a:cxn ang="0">
                  <a:pos x="251" y="199"/>
                </a:cxn>
                <a:cxn ang="0">
                  <a:pos x="242" y="210"/>
                </a:cxn>
                <a:cxn ang="0">
                  <a:pos x="237" y="229"/>
                </a:cxn>
                <a:cxn ang="0">
                  <a:pos x="249" y="241"/>
                </a:cxn>
                <a:cxn ang="0">
                  <a:pos x="251" y="259"/>
                </a:cxn>
                <a:cxn ang="0">
                  <a:pos x="256" y="276"/>
                </a:cxn>
                <a:cxn ang="0">
                  <a:pos x="245" y="288"/>
                </a:cxn>
                <a:cxn ang="0">
                  <a:pos x="245" y="275"/>
                </a:cxn>
                <a:cxn ang="0">
                  <a:pos x="243" y="260"/>
                </a:cxn>
                <a:cxn ang="0">
                  <a:pos x="232" y="250"/>
                </a:cxn>
                <a:cxn ang="0">
                  <a:pos x="229" y="253"/>
                </a:cxn>
                <a:cxn ang="0">
                  <a:pos x="236" y="258"/>
                </a:cxn>
                <a:cxn ang="0">
                  <a:pos x="220" y="257"/>
                </a:cxn>
                <a:cxn ang="0">
                  <a:pos x="205" y="260"/>
                </a:cxn>
                <a:cxn ang="0">
                  <a:pos x="204" y="279"/>
                </a:cxn>
                <a:cxn ang="0">
                  <a:pos x="201" y="294"/>
                </a:cxn>
                <a:cxn ang="0">
                  <a:pos x="184" y="293"/>
                </a:cxn>
              </a:cxnLst>
              <a:rect l="0" t="0" r="r" b="b"/>
              <a:pathLst>
                <a:path w="264" h="299">
                  <a:moveTo>
                    <a:pt x="181" y="298"/>
                  </a:moveTo>
                  <a:cubicBezTo>
                    <a:pt x="180" y="299"/>
                    <a:pt x="178" y="298"/>
                    <a:pt x="176" y="298"/>
                  </a:cubicBezTo>
                  <a:cubicBezTo>
                    <a:pt x="175" y="298"/>
                    <a:pt x="172" y="297"/>
                    <a:pt x="171" y="296"/>
                  </a:cubicBezTo>
                  <a:cubicBezTo>
                    <a:pt x="170" y="294"/>
                    <a:pt x="168" y="291"/>
                    <a:pt x="168" y="290"/>
                  </a:cubicBezTo>
                  <a:cubicBezTo>
                    <a:pt x="167" y="289"/>
                    <a:pt x="166" y="287"/>
                    <a:pt x="165" y="286"/>
                  </a:cubicBezTo>
                  <a:cubicBezTo>
                    <a:pt x="164" y="285"/>
                    <a:pt x="162" y="284"/>
                    <a:pt x="161" y="283"/>
                  </a:cubicBezTo>
                  <a:cubicBezTo>
                    <a:pt x="160" y="282"/>
                    <a:pt x="159" y="279"/>
                    <a:pt x="158" y="278"/>
                  </a:cubicBezTo>
                  <a:cubicBezTo>
                    <a:pt x="158" y="277"/>
                    <a:pt x="157" y="275"/>
                    <a:pt x="157" y="274"/>
                  </a:cubicBezTo>
                  <a:cubicBezTo>
                    <a:pt x="157" y="272"/>
                    <a:pt x="159" y="269"/>
                    <a:pt x="159" y="268"/>
                  </a:cubicBezTo>
                  <a:cubicBezTo>
                    <a:pt x="159" y="266"/>
                    <a:pt x="159" y="263"/>
                    <a:pt x="158" y="261"/>
                  </a:cubicBezTo>
                  <a:cubicBezTo>
                    <a:pt x="158" y="260"/>
                    <a:pt x="157" y="258"/>
                    <a:pt x="157" y="257"/>
                  </a:cubicBezTo>
                  <a:cubicBezTo>
                    <a:pt x="156" y="255"/>
                    <a:pt x="156" y="252"/>
                    <a:pt x="155" y="250"/>
                  </a:cubicBezTo>
                  <a:cubicBezTo>
                    <a:pt x="155" y="250"/>
                    <a:pt x="153" y="249"/>
                    <a:pt x="153" y="248"/>
                  </a:cubicBezTo>
                  <a:cubicBezTo>
                    <a:pt x="152" y="247"/>
                    <a:pt x="151" y="245"/>
                    <a:pt x="151" y="244"/>
                  </a:cubicBezTo>
                  <a:cubicBezTo>
                    <a:pt x="151" y="243"/>
                    <a:pt x="152" y="242"/>
                    <a:pt x="152" y="241"/>
                  </a:cubicBezTo>
                  <a:cubicBezTo>
                    <a:pt x="152" y="239"/>
                    <a:pt x="153" y="236"/>
                    <a:pt x="153" y="234"/>
                  </a:cubicBezTo>
                  <a:cubicBezTo>
                    <a:pt x="153" y="233"/>
                    <a:pt x="150" y="232"/>
                    <a:pt x="150" y="231"/>
                  </a:cubicBezTo>
                  <a:cubicBezTo>
                    <a:pt x="149" y="229"/>
                    <a:pt x="147" y="226"/>
                    <a:pt x="146" y="224"/>
                  </a:cubicBezTo>
                  <a:cubicBezTo>
                    <a:pt x="145" y="222"/>
                    <a:pt x="144" y="219"/>
                    <a:pt x="143" y="217"/>
                  </a:cubicBezTo>
                  <a:cubicBezTo>
                    <a:pt x="142" y="216"/>
                    <a:pt x="141" y="214"/>
                    <a:pt x="140" y="213"/>
                  </a:cubicBezTo>
                  <a:cubicBezTo>
                    <a:pt x="139" y="212"/>
                    <a:pt x="138" y="208"/>
                    <a:pt x="137" y="207"/>
                  </a:cubicBezTo>
                  <a:cubicBezTo>
                    <a:pt x="137" y="205"/>
                    <a:pt x="135" y="202"/>
                    <a:pt x="134" y="201"/>
                  </a:cubicBezTo>
                  <a:cubicBezTo>
                    <a:pt x="133" y="199"/>
                    <a:pt x="130" y="196"/>
                    <a:pt x="129" y="194"/>
                  </a:cubicBezTo>
                  <a:cubicBezTo>
                    <a:pt x="128" y="191"/>
                    <a:pt x="127" y="184"/>
                    <a:pt x="126" y="180"/>
                  </a:cubicBezTo>
                  <a:cubicBezTo>
                    <a:pt x="124" y="177"/>
                    <a:pt x="120" y="172"/>
                    <a:pt x="117" y="169"/>
                  </a:cubicBezTo>
                  <a:cubicBezTo>
                    <a:pt x="115" y="167"/>
                    <a:pt x="111" y="164"/>
                    <a:pt x="109" y="163"/>
                  </a:cubicBezTo>
                  <a:cubicBezTo>
                    <a:pt x="106" y="161"/>
                    <a:pt x="100" y="162"/>
                    <a:pt x="96" y="161"/>
                  </a:cubicBezTo>
                  <a:cubicBezTo>
                    <a:pt x="93" y="161"/>
                    <a:pt x="87" y="161"/>
                    <a:pt x="83" y="161"/>
                  </a:cubicBezTo>
                  <a:cubicBezTo>
                    <a:pt x="82" y="161"/>
                    <a:pt x="78" y="160"/>
                    <a:pt x="76" y="160"/>
                  </a:cubicBezTo>
                  <a:cubicBezTo>
                    <a:pt x="76" y="159"/>
                    <a:pt x="75" y="158"/>
                    <a:pt x="74" y="158"/>
                  </a:cubicBezTo>
                  <a:cubicBezTo>
                    <a:pt x="72" y="157"/>
                    <a:pt x="69" y="157"/>
                    <a:pt x="67" y="157"/>
                  </a:cubicBezTo>
                  <a:cubicBezTo>
                    <a:pt x="65" y="157"/>
                    <a:pt x="62" y="156"/>
                    <a:pt x="61" y="155"/>
                  </a:cubicBezTo>
                  <a:cubicBezTo>
                    <a:pt x="59" y="155"/>
                    <a:pt x="56" y="155"/>
                    <a:pt x="54" y="155"/>
                  </a:cubicBezTo>
                  <a:cubicBezTo>
                    <a:pt x="53" y="156"/>
                    <a:pt x="49" y="157"/>
                    <a:pt x="48" y="158"/>
                  </a:cubicBezTo>
                  <a:cubicBezTo>
                    <a:pt x="46" y="159"/>
                    <a:pt x="44" y="160"/>
                    <a:pt x="42" y="161"/>
                  </a:cubicBezTo>
                  <a:cubicBezTo>
                    <a:pt x="41" y="162"/>
                    <a:pt x="40" y="165"/>
                    <a:pt x="39" y="165"/>
                  </a:cubicBezTo>
                  <a:cubicBezTo>
                    <a:pt x="37" y="166"/>
                    <a:pt x="32" y="166"/>
                    <a:pt x="30" y="166"/>
                  </a:cubicBezTo>
                  <a:cubicBezTo>
                    <a:pt x="28" y="166"/>
                    <a:pt x="24" y="163"/>
                    <a:pt x="22" y="162"/>
                  </a:cubicBezTo>
                  <a:cubicBezTo>
                    <a:pt x="20" y="162"/>
                    <a:pt x="15" y="162"/>
                    <a:pt x="12" y="162"/>
                  </a:cubicBezTo>
                  <a:cubicBezTo>
                    <a:pt x="11" y="162"/>
                    <a:pt x="8" y="164"/>
                    <a:pt x="6" y="164"/>
                  </a:cubicBezTo>
                  <a:cubicBezTo>
                    <a:pt x="5" y="165"/>
                    <a:pt x="2" y="165"/>
                    <a:pt x="0" y="165"/>
                  </a:cubicBezTo>
                  <a:cubicBezTo>
                    <a:pt x="0" y="164"/>
                    <a:pt x="0" y="163"/>
                    <a:pt x="1" y="162"/>
                  </a:cubicBezTo>
                  <a:cubicBezTo>
                    <a:pt x="2" y="161"/>
                    <a:pt x="4" y="159"/>
                    <a:pt x="5" y="158"/>
                  </a:cubicBezTo>
                  <a:cubicBezTo>
                    <a:pt x="6" y="156"/>
                    <a:pt x="8" y="153"/>
                    <a:pt x="9" y="152"/>
                  </a:cubicBezTo>
                  <a:cubicBezTo>
                    <a:pt x="10" y="149"/>
                    <a:pt x="13" y="143"/>
                    <a:pt x="14" y="140"/>
                  </a:cubicBezTo>
                  <a:cubicBezTo>
                    <a:pt x="15" y="137"/>
                    <a:pt x="19" y="132"/>
                    <a:pt x="20" y="129"/>
                  </a:cubicBezTo>
                  <a:cubicBezTo>
                    <a:pt x="21" y="125"/>
                    <a:pt x="20" y="118"/>
                    <a:pt x="21" y="115"/>
                  </a:cubicBezTo>
                  <a:cubicBezTo>
                    <a:pt x="22" y="113"/>
                    <a:pt x="24" y="109"/>
                    <a:pt x="24" y="107"/>
                  </a:cubicBezTo>
                  <a:cubicBezTo>
                    <a:pt x="25" y="105"/>
                    <a:pt x="27" y="101"/>
                    <a:pt x="27" y="99"/>
                  </a:cubicBezTo>
                  <a:cubicBezTo>
                    <a:pt x="27" y="97"/>
                    <a:pt x="25" y="93"/>
                    <a:pt x="24" y="90"/>
                  </a:cubicBezTo>
                  <a:cubicBezTo>
                    <a:pt x="24" y="88"/>
                    <a:pt x="25" y="83"/>
                    <a:pt x="24" y="81"/>
                  </a:cubicBezTo>
                  <a:cubicBezTo>
                    <a:pt x="24" y="79"/>
                    <a:pt x="23" y="75"/>
                    <a:pt x="22" y="73"/>
                  </a:cubicBezTo>
                  <a:cubicBezTo>
                    <a:pt x="21" y="71"/>
                    <a:pt x="19" y="68"/>
                    <a:pt x="17" y="67"/>
                  </a:cubicBezTo>
                  <a:cubicBezTo>
                    <a:pt x="17" y="67"/>
                    <a:pt x="17" y="67"/>
                    <a:pt x="17" y="67"/>
                  </a:cubicBezTo>
                  <a:cubicBezTo>
                    <a:pt x="17" y="65"/>
                    <a:pt x="17" y="63"/>
                    <a:pt x="17" y="62"/>
                  </a:cubicBezTo>
                  <a:cubicBezTo>
                    <a:pt x="18" y="61"/>
                    <a:pt x="20" y="59"/>
                    <a:pt x="22" y="58"/>
                  </a:cubicBezTo>
                  <a:cubicBezTo>
                    <a:pt x="22" y="57"/>
                    <a:pt x="24" y="55"/>
                    <a:pt x="25" y="55"/>
                  </a:cubicBezTo>
                  <a:cubicBezTo>
                    <a:pt x="26" y="55"/>
                    <a:pt x="27" y="57"/>
                    <a:pt x="28" y="57"/>
                  </a:cubicBezTo>
                  <a:cubicBezTo>
                    <a:pt x="29" y="57"/>
                    <a:pt x="30" y="57"/>
                    <a:pt x="31" y="56"/>
                  </a:cubicBezTo>
                  <a:cubicBezTo>
                    <a:pt x="33" y="56"/>
                    <a:pt x="35" y="54"/>
                    <a:pt x="36" y="53"/>
                  </a:cubicBezTo>
                  <a:cubicBezTo>
                    <a:pt x="37" y="51"/>
                    <a:pt x="37" y="48"/>
                    <a:pt x="38" y="47"/>
                  </a:cubicBezTo>
                  <a:cubicBezTo>
                    <a:pt x="38" y="45"/>
                    <a:pt x="40" y="42"/>
                    <a:pt x="41" y="41"/>
                  </a:cubicBezTo>
                  <a:cubicBezTo>
                    <a:pt x="43" y="39"/>
                    <a:pt x="45" y="37"/>
                    <a:pt x="47" y="36"/>
                  </a:cubicBezTo>
                  <a:cubicBezTo>
                    <a:pt x="49" y="35"/>
                    <a:pt x="54" y="34"/>
                    <a:pt x="57" y="34"/>
                  </a:cubicBezTo>
                  <a:cubicBezTo>
                    <a:pt x="58" y="33"/>
                    <a:pt x="61" y="33"/>
                    <a:pt x="62" y="32"/>
                  </a:cubicBezTo>
                  <a:cubicBezTo>
                    <a:pt x="64" y="31"/>
                    <a:pt x="67" y="28"/>
                    <a:pt x="69" y="26"/>
                  </a:cubicBezTo>
                  <a:cubicBezTo>
                    <a:pt x="71" y="25"/>
                    <a:pt x="74" y="21"/>
                    <a:pt x="76" y="19"/>
                  </a:cubicBezTo>
                  <a:cubicBezTo>
                    <a:pt x="76" y="18"/>
                    <a:pt x="77" y="16"/>
                    <a:pt x="78" y="14"/>
                  </a:cubicBezTo>
                  <a:cubicBezTo>
                    <a:pt x="78" y="12"/>
                    <a:pt x="78" y="8"/>
                    <a:pt x="78" y="6"/>
                  </a:cubicBezTo>
                  <a:cubicBezTo>
                    <a:pt x="78" y="4"/>
                    <a:pt x="78" y="2"/>
                    <a:pt x="78" y="0"/>
                  </a:cubicBezTo>
                  <a:cubicBezTo>
                    <a:pt x="79" y="2"/>
                    <a:pt x="80" y="3"/>
                    <a:pt x="81" y="4"/>
                  </a:cubicBezTo>
                  <a:cubicBezTo>
                    <a:pt x="83" y="6"/>
                    <a:pt x="88" y="9"/>
                    <a:pt x="90" y="11"/>
                  </a:cubicBezTo>
                  <a:cubicBezTo>
                    <a:pt x="91" y="12"/>
                    <a:pt x="93" y="14"/>
                    <a:pt x="94" y="15"/>
                  </a:cubicBezTo>
                  <a:cubicBezTo>
                    <a:pt x="96" y="16"/>
                    <a:pt x="99" y="17"/>
                    <a:pt x="101" y="18"/>
                  </a:cubicBezTo>
                  <a:cubicBezTo>
                    <a:pt x="102" y="18"/>
                    <a:pt x="104" y="20"/>
                    <a:pt x="105" y="21"/>
                  </a:cubicBezTo>
                  <a:cubicBezTo>
                    <a:pt x="106" y="22"/>
                    <a:pt x="107" y="25"/>
                    <a:pt x="108" y="26"/>
                  </a:cubicBezTo>
                  <a:cubicBezTo>
                    <a:pt x="109" y="28"/>
                    <a:pt x="111" y="31"/>
                    <a:pt x="113" y="33"/>
                  </a:cubicBezTo>
                  <a:cubicBezTo>
                    <a:pt x="114" y="34"/>
                    <a:pt x="118" y="36"/>
                    <a:pt x="120" y="37"/>
                  </a:cubicBezTo>
                  <a:cubicBezTo>
                    <a:pt x="123" y="39"/>
                    <a:pt x="127" y="40"/>
                    <a:pt x="130" y="41"/>
                  </a:cubicBezTo>
                  <a:cubicBezTo>
                    <a:pt x="132" y="42"/>
                    <a:pt x="135" y="45"/>
                    <a:pt x="137" y="47"/>
                  </a:cubicBezTo>
                  <a:cubicBezTo>
                    <a:pt x="138" y="48"/>
                    <a:pt x="141" y="50"/>
                    <a:pt x="142" y="51"/>
                  </a:cubicBezTo>
                  <a:cubicBezTo>
                    <a:pt x="143" y="53"/>
                    <a:pt x="146" y="55"/>
                    <a:pt x="148" y="56"/>
                  </a:cubicBezTo>
                  <a:cubicBezTo>
                    <a:pt x="150" y="57"/>
                    <a:pt x="155" y="59"/>
                    <a:pt x="157" y="61"/>
                  </a:cubicBezTo>
                  <a:cubicBezTo>
                    <a:pt x="158" y="62"/>
                    <a:pt x="160" y="65"/>
                    <a:pt x="160" y="66"/>
                  </a:cubicBezTo>
                  <a:cubicBezTo>
                    <a:pt x="162" y="68"/>
                    <a:pt x="165" y="71"/>
                    <a:pt x="166" y="74"/>
                  </a:cubicBezTo>
                  <a:cubicBezTo>
                    <a:pt x="166" y="76"/>
                    <a:pt x="165" y="80"/>
                    <a:pt x="165" y="83"/>
                  </a:cubicBezTo>
                  <a:cubicBezTo>
                    <a:pt x="165" y="84"/>
                    <a:pt x="167" y="86"/>
                    <a:pt x="168" y="88"/>
                  </a:cubicBezTo>
                  <a:cubicBezTo>
                    <a:pt x="169" y="90"/>
                    <a:pt x="171" y="93"/>
                    <a:pt x="172" y="95"/>
                  </a:cubicBezTo>
                  <a:cubicBezTo>
                    <a:pt x="173" y="97"/>
                    <a:pt x="172" y="100"/>
                    <a:pt x="173" y="101"/>
                  </a:cubicBezTo>
                  <a:cubicBezTo>
                    <a:pt x="173" y="103"/>
                    <a:pt x="175" y="105"/>
                    <a:pt x="176" y="106"/>
                  </a:cubicBezTo>
                  <a:cubicBezTo>
                    <a:pt x="177" y="106"/>
                    <a:pt x="180" y="106"/>
                    <a:pt x="181" y="107"/>
                  </a:cubicBezTo>
                  <a:cubicBezTo>
                    <a:pt x="183" y="107"/>
                    <a:pt x="186" y="109"/>
                    <a:pt x="187" y="110"/>
                  </a:cubicBezTo>
                  <a:cubicBezTo>
                    <a:pt x="188" y="111"/>
                    <a:pt x="188" y="113"/>
                    <a:pt x="189" y="114"/>
                  </a:cubicBezTo>
                  <a:cubicBezTo>
                    <a:pt x="190" y="115"/>
                    <a:pt x="193" y="117"/>
                    <a:pt x="195" y="117"/>
                  </a:cubicBezTo>
                  <a:cubicBezTo>
                    <a:pt x="196" y="118"/>
                    <a:pt x="198" y="120"/>
                    <a:pt x="199" y="120"/>
                  </a:cubicBezTo>
                  <a:cubicBezTo>
                    <a:pt x="200" y="120"/>
                    <a:pt x="202" y="119"/>
                    <a:pt x="202" y="118"/>
                  </a:cubicBezTo>
                  <a:cubicBezTo>
                    <a:pt x="203" y="117"/>
                    <a:pt x="204" y="114"/>
                    <a:pt x="204" y="113"/>
                  </a:cubicBezTo>
                  <a:cubicBezTo>
                    <a:pt x="204" y="112"/>
                    <a:pt x="204" y="109"/>
                    <a:pt x="204" y="108"/>
                  </a:cubicBezTo>
                  <a:cubicBezTo>
                    <a:pt x="204" y="107"/>
                    <a:pt x="204" y="104"/>
                    <a:pt x="205" y="103"/>
                  </a:cubicBezTo>
                  <a:cubicBezTo>
                    <a:pt x="206" y="102"/>
                    <a:pt x="208" y="100"/>
                    <a:pt x="209" y="100"/>
                  </a:cubicBezTo>
                  <a:cubicBezTo>
                    <a:pt x="210" y="99"/>
                    <a:pt x="212" y="96"/>
                    <a:pt x="214" y="96"/>
                  </a:cubicBezTo>
                  <a:cubicBezTo>
                    <a:pt x="214" y="95"/>
                    <a:pt x="216" y="94"/>
                    <a:pt x="217" y="95"/>
                  </a:cubicBezTo>
                  <a:cubicBezTo>
                    <a:pt x="220" y="95"/>
                    <a:pt x="222" y="100"/>
                    <a:pt x="224" y="102"/>
                  </a:cubicBezTo>
                  <a:cubicBezTo>
                    <a:pt x="225" y="104"/>
                    <a:pt x="227" y="108"/>
                    <a:pt x="227" y="110"/>
                  </a:cubicBezTo>
                  <a:cubicBezTo>
                    <a:pt x="228" y="111"/>
                    <a:pt x="228" y="114"/>
                    <a:pt x="228" y="116"/>
                  </a:cubicBezTo>
                  <a:cubicBezTo>
                    <a:pt x="229" y="118"/>
                    <a:pt x="232" y="122"/>
                    <a:pt x="232" y="125"/>
                  </a:cubicBezTo>
                  <a:cubicBezTo>
                    <a:pt x="233" y="127"/>
                    <a:pt x="232" y="131"/>
                    <a:pt x="233" y="133"/>
                  </a:cubicBezTo>
                  <a:cubicBezTo>
                    <a:pt x="233" y="135"/>
                    <a:pt x="235" y="138"/>
                    <a:pt x="235" y="139"/>
                  </a:cubicBezTo>
                  <a:cubicBezTo>
                    <a:pt x="235" y="141"/>
                    <a:pt x="235" y="143"/>
                    <a:pt x="235" y="145"/>
                  </a:cubicBezTo>
                  <a:cubicBezTo>
                    <a:pt x="235" y="147"/>
                    <a:pt x="236" y="152"/>
                    <a:pt x="237" y="154"/>
                  </a:cubicBezTo>
                  <a:cubicBezTo>
                    <a:pt x="237" y="156"/>
                    <a:pt x="238" y="160"/>
                    <a:pt x="239" y="161"/>
                  </a:cubicBezTo>
                  <a:cubicBezTo>
                    <a:pt x="240" y="163"/>
                    <a:pt x="241" y="165"/>
                    <a:pt x="242" y="166"/>
                  </a:cubicBezTo>
                  <a:cubicBezTo>
                    <a:pt x="244" y="167"/>
                    <a:pt x="247" y="169"/>
                    <a:pt x="249" y="170"/>
                  </a:cubicBezTo>
                  <a:cubicBezTo>
                    <a:pt x="251" y="171"/>
                    <a:pt x="255" y="172"/>
                    <a:pt x="256" y="173"/>
                  </a:cubicBezTo>
                  <a:cubicBezTo>
                    <a:pt x="258" y="174"/>
                    <a:pt x="260" y="176"/>
                    <a:pt x="261" y="177"/>
                  </a:cubicBezTo>
                  <a:cubicBezTo>
                    <a:pt x="262" y="178"/>
                    <a:pt x="263" y="180"/>
                    <a:pt x="264" y="182"/>
                  </a:cubicBezTo>
                  <a:cubicBezTo>
                    <a:pt x="263" y="183"/>
                    <a:pt x="262" y="183"/>
                    <a:pt x="261" y="184"/>
                  </a:cubicBezTo>
                  <a:cubicBezTo>
                    <a:pt x="261" y="185"/>
                    <a:pt x="261" y="188"/>
                    <a:pt x="260" y="189"/>
                  </a:cubicBezTo>
                  <a:cubicBezTo>
                    <a:pt x="260" y="190"/>
                    <a:pt x="258" y="193"/>
                    <a:pt x="257" y="194"/>
                  </a:cubicBezTo>
                  <a:cubicBezTo>
                    <a:pt x="256" y="195"/>
                    <a:pt x="252" y="198"/>
                    <a:pt x="251" y="199"/>
                  </a:cubicBezTo>
                  <a:cubicBezTo>
                    <a:pt x="250" y="199"/>
                    <a:pt x="250" y="200"/>
                    <a:pt x="249" y="200"/>
                  </a:cubicBezTo>
                  <a:cubicBezTo>
                    <a:pt x="248" y="201"/>
                    <a:pt x="246" y="202"/>
                    <a:pt x="245" y="203"/>
                  </a:cubicBezTo>
                  <a:cubicBezTo>
                    <a:pt x="244" y="204"/>
                    <a:pt x="243" y="208"/>
                    <a:pt x="242" y="210"/>
                  </a:cubicBezTo>
                  <a:cubicBezTo>
                    <a:pt x="242" y="211"/>
                    <a:pt x="240" y="214"/>
                    <a:pt x="239" y="216"/>
                  </a:cubicBezTo>
                  <a:cubicBezTo>
                    <a:pt x="239" y="217"/>
                    <a:pt x="238" y="220"/>
                    <a:pt x="238" y="221"/>
                  </a:cubicBezTo>
                  <a:cubicBezTo>
                    <a:pt x="237" y="223"/>
                    <a:pt x="236" y="227"/>
                    <a:pt x="237" y="229"/>
                  </a:cubicBezTo>
                  <a:cubicBezTo>
                    <a:pt x="237" y="230"/>
                    <a:pt x="238" y="233"/>
                    <a:pt x="239" y="234"/>
                  </a:cubicBezTo>
                  <a:cubicBezTo>
                    <a:pt x="240" y="235"/>
                    <a:pt x="242" y="237"/>
                    <a:pt x="243" y="238"/>
                  </a:cubicBezTo>
                  <a:cubicBezTo>
                    <a:pt x="244" y="239"/>
                    <a:pt x="248" y="240"/>
                    <a:pt x="249" y="241"/>
                  </a:cubicBezTo>
                  <a:cubicBezTo>
                    <a:pt x="249" y="242"/>
                    <a:pt x="250" y="243"/>
                    <a:pt x="251" y="245"/>
                  </a:cubicBezTo>
                  <a:cubicBezTo>
                    <a:pt x="251" y="247"/>
                    <a:pt x="251" y="250"/>
                    <a:pt x="251" y="252"/>
                  </a:cubicBezTo>
                  <a:cubicBezTo>
                    <a:pt x="251" y="254"/>
                    <a:pt x="251" y="257"/>
                    <a:pt x="251" y="259"/>
                  </a:cubicBezTo>
                  <a:cubicBezTo>
                    <a:pt x="252" y="260"/>
                    <a:pt x="254" y="263"/>
                    <a:pt x="254" y="264"/>
                  </a:cubicBezTo>
                  <a:cubicBezTo>
                    <a:pt x="255" y="266"/>
                    <a:pt x="256" y="268"/>
                    <a:pt x="256" y="270"/>
                  </a:cubicBezTo>
                  <a:cubicBezTo>
                    <a:pt x="256" y="271"/>
                    <a:pt x="256" y="275"/>
                    <a:pt x="256" y="276"/>
                  </a:cubicBezTo>
                  <a:cubicBezTo>
                    <a:pt x="256" y="278"/>
                    <a:pt x="254" y="281"/>
                    <a:pt x="253" y="282"/>
                  </a:cubicBezTo>
                  <a:cubicBezTo>
                    <a:pt x="253" y="283"/>
                    <a:pt x="251" y="285"/>
                    <a:pt x="250" y="286"/>
                  </a:cubicBezTo>
                  <a:cubicBezTo>
                    <a:pt x="249" y="286"/>
                    <a:pt x="246" y="288"/>
                    <a:pt x="245" y="288"/>
                  </a:cubicBezTo>
                  <a:cubicBezTo>
                    <a:pt x="244" y="287"/>
                    <a:pt x="243" y="285"/>
                    <a:pt x="243" y="284"/>
                  </a:cubicBezTo>
                  <a:cubicBezTo>
                    <a:pt x="243" y="283"/>
                    <a:pt x="243" y="280"/>
                    <a:pt x="243" y="278"/>
                  </a:cubicBezTo>
                  <a:cubicBezTo>
                    <a:pt x="243" y="277"/>
                    <a:pt x="244" y="276"/>
                    <a:pt x="245" y="275"/>
                  </a:cubicBezTo>
                  <a:cubicBezTo>
                    <a:pt x="245" y="273"/>
                    <a:pt x="245" y="271"/>
                    <a:pt x="246" y="269"/>
                  </a:cubicBezTo>
                  <a:cubicBezTo>
                    <a:pt x="246" y="268"/>
                    <a:pt x="246" y="265"/>
                    <a:pt x="245" y="263"/>
                  </a:cubicBezTo>
                  <a:cubicBezTo>
                    <a:pt x="245" y="262"/>
                    <a:pt x="244" y="261"/>
                    <a:pt x="243" y="260"/>
                  </a:cubicBezTo>
                  <a:cubicBezTo>
                    <a:pt x="242" y="258"/>
                    <a:pt x="241" y="256"/>
                    <a:pt x="240" y="255"/>
                  </a:cubicBezTo>
                  <a:cubicBezTo>
                    <a:pt x="239" y="254"/>
                    <a:pt x="237" y="253"/>
                    <a:pt x="236" y="252"/>
                  </a:cubicBezTo>
                  <a:cubicBezTo>
                    <a:pt x="235" y="251"/>
                    <a:pt x="233" y="250"/>
                    <a:pt x="232" y="250"/>
                  </a:cubicBezTo>
                  <a:cubicBezTo>
                    <a:pt x="231" y="249"/>
                    <a:pt x="230" y="246"/>
                    <a:pt x="230" y="247"/>
                  </a:cubicBezTo>
                  <a:cubicBezTo>
                    <a:pt x="229" y="247"/>
                    <a:pt x="229" y="248"/>
                    <a:pt x="228" y="249"/>
                  </a:cubicBezTo>
                  <a:cubicBezTo>
                    <a:pt x="228" y="250"/>
                    <a:pt x="229" y="252"/>
                    <a:pt x="229" y="253"/>
                  </a:cubicBezTo>
                  <a:cubicBezTo>
                    <a:pt x="230" y="254"/>
                    <a:pt x="231" y="255"/>
                    <a:pt x="232" y="256"/>
                  </a:cubicBezTo>
                  <a:cubicBezTo>
                    <a:pt x="232" y="256"/>
                    <a:pt x="234" y="257"/>
                    <a:pt x="235" y="257"/>
                  </a:cubicBezTo>
                  <a:cubicBezTo>
                    <a:pt x="235" y="257"/>
                    <a:pt x="236" y="257"/>
                    <a:pt x="236" y="258"/>
                  </a:cubicBezTo>
                  <a:cubicBezTo>
                    <a:pt x="234" y="258"/>
                    <a:pt x="233" y="259"/>
                    <a:pt x="232" y="259"/>
                  </a:cubicBezTo>
                  <a:cubicBezTo>
                    <a:pt x="230" y="259"/>
                    <a:pt x="227" y="258"/>
                    <a:pt x="225" y="258"/>
                  </a:cubicBezTo>
                  <a:cubicBezTo>
                    <a:pt x="224" y="258"/>
                    <a:pt x="221" y="257"/>
                    <a:pt x="220" y="257"/>
                  </a:cubicBezTo>
                  <a:cubicBezTo>
                    <a:pt x="219" y="257"/>
                    <a:pt x="216" y="258"/>
                    <a:pt x="215" y="258"/>
                  </a:cubicBezTo>
                  <a:cubicBezTo>
                    <a:pt x="214" y="259"/>
                    <a:pt x="213" y="261"/>
                    <a:pt x="212" y="261"/>
                  </a:cubicBezTo>
                  <a:cubicBezTo>
                    <a:pt x="210" y="262"/>
                    <a:pt x="207" y="260"/>
                    <a:pt x="205" y="260"/>
                  </a:cubicBezTo>
                  <a:cubicBezTo>
                    <a:pt x="204" y="261"/>
                    <a:pt x="202" y="264"/>
                    <a:pt x="201" y="265"/>
                  </a:cubicBezTo>
                  <a:cubicBezTo>
                    <a:pt x="201" y="267"/>
                    <a:pt x="200" y="271"/>
                    <a:pt x="200" y="273"/>
                  </a:cubicBezTo>
                  <a:cubicBezTo>
                    <a:pt x="200" y="275"/>
                    <a:pt x="203" y="277"/>
                    <a:pt x="204" y="279"/>
                  </a:cubicBezTo>
                  <a:cubicBezTo>
                    <a:pt x="204" y="281"/>
                    <a:pt x="206" y="284"/>
                    <a:pt x="206" y="286"/>
                  </a:cubicBezTo>
                  <a:cubicBezTo>
                    <a:pt x="207" y="287"/>
                    <a:pt x="207" y="291"/>
                    <a:pt x="206" y="292"/>
                  </a:cubicBezTo>
                  <a:cubicBezTo>
                    <a:pt x="205" y="293"/>
                    <a:pt x="202" y="294"/>
                    <a:pt x="201" y="294"/>
                  </a:cubicBezTo>
                  <a:cubicBezTo>
                    <a:pt x="200" y="295"/>
                    <a:pt x="197" y="295"/>
                    <a:pt x="196" y="295"/>
                  </a:cubicBezTo>
                  <a:cubicBezTo>
                    <a:pt x="194" y="294"/>
                    <a:pt x="191" y="292"/>
                    <a:pt x="189" y="292"/>
                  </a:cubicBezTo>
                  <a:cubicBezTo>
                    <a:pt x="187" y="292"/>
                    <a:pt x="185" y="292"/>
                    <a:pt x="184" y="293"/>
                  </a:cubicBezTo>
                  <a:cubicBezTo>
                    <a:pt x="182" y="294"/>
                    <a:pt x="183" y="297"/>
                    <a:pt x="182" y="298"/>
                  </a:cubicBezTo>
                  <a:cubicBezTo>
                    <a:pt x="182" y="298"/>
                    <a:pt x="181" y="298"/>
                    <a:pt x="181" y="29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187"/>
            <p:cNvSpPr>
              <a:spLocks/>
            </p:cNvSpPr>
            <p:nvPr/>
          </p:nvSpPr>
          <p:spPr bwMode="auto">
            <a:xfrm>
              <a:off x="5476875" y="4379913"/>
              <a:ext cx="117475" cy="211138"/>
            </a:xfrm>
            <a:custGeom>
              <a:avLst/>
              <a:gdLst/>
              <a:ahLst/>
              <a:cxnLst>
                <a:cxn ang="0">
                  <a:pos x="67" y="68"/>
                </a:cxn>
                <a:cxn ang="0">
                  <a:pos x="63" y="74"/>
                </a:cxn>
                <a:cxn ang="0">
                  <a:pos x="55" y="77"/>
                </a:cxn>
                <a:cxn ang="0">
                  <a:pos x="51" y="83"/>
                </a:cxn>
                <a:cxn ang="0">
                  <a:pos x="49" y="98"/>
                </a:cxn>
                <a:cxn ang="0">
                  <a:pos x="44" y="106"/>
                </a:cxn>
                <a:cxn ang="0">
                  <a:pos x="41" y="101"/>
                </a:cxn>
                <a:cxn ang="0">
                  <a:pos x="40" y="107"/>
                </a:cxn>
                <a:cxn ang="0">
                  <a:pos x="37" y="115"/>
                </a:cxn>
                <a:cxn ang="0">
                  <a:pos x="30" y="113"/>
                </a:cxn>
                <a:cxn ang="0">
                  <a:pos x="34" y="110"/>
                </a:cxn>
                <a:cxn ang="0">
                  <a:pos x="31" y="107"/>
                </a:cxn>
                <a:cxn ang="0">
                  <a:pos x="24" y="109"/>
                </a:cxn>
                <a:cxn ang="0">
                  <a:pos x="22" y="115"/>
                </a:cxn>
                <a:cxn ang="0">
                  <a:pos x="15" y="121"/>
                </a:cxn>
                <a:cxn ang="0">
                  <a:pos x="6" y="119"/>
                </a:cxn>
                <a:cxn ang="0">
                  <a:pos x="3" y="107"/>
                </a:cxn>
                <a:cxn ang="0">
                  <a:pos x="4" y="92"/>
                </a:cxn>
                <a:cxn ang="0">
                  <a:pos x="8" y="80"/>
                </a:cxn>
                <a:cxn ang="0">
                  <a:pos x="7" y="68"/>
                </a:cxn>
                <a:cxn ang="0">
                  <a:pos x="1" y="56"/>
                </a:cxn>
                <a:cxn ang="0">
                  <a:pos x="1" y="44"/>
                </a:cxn>
                <a:cxn ang="0">
                  <a:pos x="2" y="41"/>
                </a:cxn>
                <a:cxn ang="0">
                  <a:pos x="9" y="35"/>
                </a:cxn>
                <a:cxn ang="0">
                  <a:pos x="21" y="37"/>
                </a:cxn>
                <a:cxn ang="0">
                  <a:pos x="26" y="29"/>
                </a:cxn>
                <a:cxn ang="0">
                  <a:pos x="20" y="16"/>
                </a:cxn>
                <a:cxn ang="0">
                  <a:pos x="25" y="3"/>
                </a:cxn>
                <a:cxn ang="0">
                  <a:pos x="35" y="1"/>
                </a:cxn>
                <a:cxn ang="0">
                  <a:pos x="45" y="1"/>
                </a:cxn>
                <a:cxn ang="0">
                  <a:pos x="56" y="1"/>
                </a:cxn>
                <a:cxn ang="0">
                  <a:pos x="60" y="7"/>
                </a:cxn>
                <a:cxn ang="0">
                  <a:pos x="58" y="19"/>
                </a:cxn>
                <a:cxn ang="0">
                  <a:pos x="56" y="26"/>
                </a:cxn>
                <a:cxn ang="0">
                  <a:pos x="50" y="24"/>
                </a:cxn>
                <a:cxn ang="0">
                  <a:pos x="54" y="34"/>
                </a:cxn>
                <a:cxn ang="0">
                  <a:pos x="62" y="42"/>
                </a:cxn>
                <a:cxn ang="0">
                  <a:pos x="67" y="48"/>
                </a:cxn>
                <a:cxn ang="0">
                  <a:pos x="62" y="56"/>
                </a:cxn>
                <a:cxn ang="0">
                  <a:pos x="67" y="64"/>
                </a:cxn>
              </a:cxnLst>
              <a:rect l="0" t="0" r="r" b="b"/>
              <a:pathLst>
                <a:path w="68" h="122">
                  <a:moveTo>
                    <a:pt x="67" y="64"/>
                  </a:moveTo>
                  <a:cubicBezTo>
                    <a:pt x="67" y="65"/>
                    <a:pt x="68" y="67"/>
                    <a:pt x="67" y="68"/>
                  </a:cubicBezTo>
                  <a:cubicBezTo>
                    <a:pt x="67" y="69"/>
                    <a:pt x="67" y="71"/>
                    <a:pt x="66" y="72"/>
                  </a:cubicBezTo>
                  <a:cubicBezTo>
                    <a:pt x="65" y="73"/>
                    <a:pt x="64" y="74"/>
                    <a:pt x="63" y="74"/>
                  </a:cubicBezTo>
                  <a:cubicBezTo>
                    <a:pt x="62" y="75"/>
                    <a:pt x="59" y="74"/>
                    <a:pt x="58" y="75"/>
                  </a:cubicBezTo>
                  <a:cubicBezTo>
                    <a:pt x="57" y="75"/>
                    <a:pt x="56" y="76"/>
                    <a:pt x="55" y="77"/>
                  </a:cubicBezTo>
                  <a:cubicBezTo>
                    <a:pt x="55" y="78"/>
                    <a:pt x="54" y="80"/>
                    <a:pt x="54" y="80"/>
                  </a:cubicBezTo>
                  <a:cubicBezTo>
                    <a:pt x="53" y="81"/>
                    <a:pt x="51" y="82"/>
                    <a:pt x="51" y="83"/>
                  </a:cubicBezTo>
                  <a:cubicBezTo>
                    <a:pt x="50" y="85"/>
                    <a:pt x="49" y="89"/>
                    <a:pt x="49" y="91"/>
                  </a:cubicBezTo>
                  <a:cubicBezTo>
                    <a:pt x="49" y="93"/>
                    <a:pt x="49" y="96"/>
                    <a:pt x="49" y="98"/>
                  </a:cubicBezTo>
                  <a:cubicBezTo>
                    <a:pt x="49" y="100"/>
                    <a:pt x="48" y="103"/>
                    <a:pt x="47" y="104"/>
                  </a:cubicBezTo>
                  <a:cubicBezTo>
                    <a:pt x="47" y="105"/>
                    <a:pt x="45" y="106"/>
                    <a:pt x="44" y="106"/>
                  </a:cubicBezTo>
                  <a:cubicBezTo>
                    <a:pt x="43" y="106"/>
                    <a:pt x="42" y="105"/>
                    <a:pt x="42" y="104"/>
                  </a:cubicBezTo>
                  <a:cubicBezTo>
                    <a:pt x="42" y="103"/>
                    <a:pt x="42" y="101"/>
                    <a:pt x="41" y="101"/>
                  </a:cubicBezTo>
                  <a:cubicBezTo>
                    <a:pt x="40" y="101"/>
                    <a:pt x="40" y="103"/>
                    <a:pt x="40" y="103"/>
                  </a:cubicBezTo>
                  <a:cubicBezTo>
                    <a:pt x="39" y="104"/>
                    <a:pt x="40" y="106"/>
                    <a:pt x="40" y="107"/>
                  </a:cubicBezTo>
                  <a:cubicBezTo>
                    <a:pt x="40" y="108"/>
                    <a:pt x="40" y="110"/>
                    <a:pt x="39" y="111"/>
                  </a:cubicBezTo>
                  <a:cubicBezTo>
                    <a:pt x="39" y="112"/>
                    <a:pt x="38" y="114"/>
                    <a:pt x="37" y="115"/>
                  </a:cubicBezTo>
                  <a:cubicBezTo>
                    <a:pt x="36" y="116"/>
                    <a:pt x="34" y="117"/>
                    <a:pt x="33" y="117"/>
                  </a:cubicBezTo>
                  <a:cubicBezTo>
                    <a:pt x="32" y="116"/>
                    <a:pt x="30" y="114"/>
                    <a:pt x="30" y="113"/>
                  </a:cubicBezTo>
                  <a:cubicBezTo>
                    <a:pt x="30" y="113"/>
                    <a:pt x="31" y="111"/>
                    <a:pt x="32" y="111"/>
                  </a:cubicBezTo>
                  <a:cubicBezTo>
                    <a:pt x="32" y="110"/>
                    <a:pt x="34" y="111"/>
                    <a:pt x="34" y="110"/>
                  </a:cubicBezTo>
                  <a:cubicBezTo>
                    <a:pt x="35" y="109"/>
                    <a:pt x="34" y="108"/>
                    <a:pt x="33" y="108"/>
                  </a:cubicBezTo>
                  <a:cubicBezTo>
                    <a:pt x="33" y="107"/>
                    <a:pt x="31" y="107"/>
                    <a:pt x="31" y="107"/>
                  </a:cubicBezTo>
                  <a:cubicBezTo>
                    <a:pt x="30" y="107"/>
                    <a:pt x="29" y="109"/>
                    <a:pt x="28" y="109"/>
                  </a:cubicBezTo>
                  <a:cubicBezTo>
                    <a:pt x="27" y="109"/>
                    <a:pt x="25" y="109"/>
                    <a:pt x="24" y="109"/>
                  </a:cubicBezTo>
                  <a:cubicBezTo>
                    <a:pt x="24" y="109"/>
                    <a:pt x="23" y="110"/>
                    <a:pt x="22" y="111"/>
                  </a:cubicBezTo>
                  <a:cubicBezTo>
                    <a:pt x="22" y="112"/>
                    <a:pt x="22" y="114"/>
                    <a:pt x="22" y="115"/>
                  </a:cubicBezTo>
                  <a:cubicBezTo>
                    <a:pt x="21" y="116"/>
                    <a:pt x="20" y="118"/>
                    <a:pt x="19" y="119"/>
                  </a:cubicBezTo>
                  <a:cubicBezTo>
                    <a:pt x="18" y="120"/>
                    <a:pt x="16" y="120"/>
                    <a:pt x="15" y="121"/>
                  </a:cubicBezTo>
                  <a:cubicBezTo>
                    <a:pt x="14" y="121"/>
                    <a:pt x="11" y="122"/>
                    <a:pt x="10" y="122"/>
                  </a:cubicBezTo>
                  <a:cubicBezTo>
                    <a:pt x="9" y="122"/>
                    <a:pt x="6" y="120"/>
                    <a:pt x="6" y="119"/>
                  </a:cubicBezTo>
                  <a:cubicBezTo>
                    <a:pt x="5" y="118"/>
                    <a:pt x="6" y="114"/>
                    <a:pt x="5" y="113"/>
                  </a:cubicBezTo>
                  <a:cubicBezTo>
                    <a:pt x="5" y="111"/>
                    <a:pt x="4" y="109"/>
                    <a:pt x="3" y="107"/>
                  </a:cubicBezTo>
                  <a:cubicBezTo>
                    <a:pt x="4" y="106"/>
                    <a:pt x="4" y="103"/>
                    <a:pt x="4" y="102"/>
                  </a:cubicBezTo>
                  <a:cubicBezTo>
                    <a:pt x="4" y="100"/>
                    <a:pt x="3" y="94"/>
                    <a:pt x="4" y="92"/>
                  </a:cubicBezTo>
                  <a:cubicBezTo>
                    <a:pt x="4" y="90"/>
                    <a:pt x="4" y="87"/>
                    <a:pt x="5" y="85"/>
                  </a:cubicBezTo>
                  <a:cubicBezTo>
                    <a:pt x="5" y="84"/>
                    <a:pt x="7" y="81"/>
                    <a:pt x="8" y="80"/>
                  </a:cubicBezTo>
                  <a:cubicBezTo>
                    <a:pt x="8" y="79"/>
                    <a:pt x="8" y="75"/>
                    <a:pt x="8" y="74"/>
                  </a:cubicBezTo>
                  <a:cubicBezTo>
                    <a:pt x="8" y="72"/>
                    <a:pt x="8" y="69"/>
                    <a:pt x="7" y="68"/>
                  </a:cubicBezTo>
                  <a:cubicBezTo>
                    <a:pt x="7" y="66"/>
                    <a:pt x="5" y="62"/>
                    <a:pt x="4" y="60"/>
                  </a:cubicBezTo>
                  <a:cubicBezTo>
                    <a:pt x="3" y="59"/>
                    <a:pt x="1" y="57"/>
                    <a:pt x="1" y="56"/>
                  </a:cubicBezTo>
                  <a:cubicBezTo>
                    <a:pt x="0" y="54"/>
                    <a:pt x="2" y="51"/>
                    <a:pt x="2" y="49"/>
                  </a:cubicBezTo>
                  <a:cubicBezTo>
                    <a:pt x="2" y="48"/>
                    <a:pt x="2" y="45"/>
                    <a:pt x="1" y="44"/>
                  </a:cubicBezTo>
                  <a:cubicBezTo>
                    <a:pt x="1" y="43"/>
                    <a:pt x="1" y="42"/>
                    <a:pt x="1" y="41"/>
                  </a:cubicBezTo>
                  <a:cubicBezTo>
                    <a:pt x="1" y="41"/>
                    <a:pt x="2" y="41"/>
                    <a:pt x="2" y="41"/>
                  </a:cubicBezTo>
                  <a:cubicBezTo>
                    <a:pt x="3" y="40"/>
                    <a:pt x="2" y="37"/>
                    <a:pt x="4" y="36"/>
                  </a:cubicBezTo>
                  <a:cubicBezTo>
                    <a:pt x="5" y="35"/>
                    <a:pt x="7" y="35"/>
                    <a:pt x="9" y="35"/>
                  </a:cubicBezTo>
                  <a:cubicBezTo>
                    <a:pt x="11" y="35"/>
                    <a:pt x="14" y="37"/>
                    <a:pt x="16" y="38"/>
                  </a:cubicBezTo>
                  <a:cubicBezTo>
                    <a:pt x="17" y="38"/>
                    <a:pt x="20" y="38"/>
                    <a:pt x="21" y="37"/>
                  </a:cubicBezTo>
                  <a:cubicBezTo>
                    <a:pt x="22" y="37"/>
                    <a:pt x="25" y="36"/>
                    <a:pt x="26" y="35"/>
                  </a:cubicBezTo>
                  <a:cubicBezTo>
                    <a:pt x="27" y="34"/>
                    <a:pt x="27" y="30"/>
                    <a:pt x="26" y="29"/>
                  </a:cubicBezTo>
                  <a:cubicBezTo>
                    <a:pt x="26" y="27"/>
                    <a:pt x="24" y="24"/>
                    <a:pt x="24" y="22"/>
                  </a:cubicBezTo>
                  <a:cubicBezTo>
                    <a:pt x="23" y="20"/>
                    <a:pt x="20" y="18"/>
                    <a:pt x="20" y="16"/>
                  </a:cubicBezTo>
                  <a:cubicBezTo>
                    <a:pt x="20" y="14"/>
                    <a:pt x="21" y="10"/>
                    <a:pt x="21" y="8"/>
                  </a:cubicBezTo>
                  <a:cubicBezTo>
                    <a:pt x="22" y="7"/>
                    <a:pt x="24" y="4"/>
                    <a:pt x="25" y="3"/>
                  </a:cubicBezTo>
                  <a:cubicBezTo>
                    <a:pt x="27" y="3"/>
                    <a:pt x="30" y="5"/>
                    <a:pt x="32" y="4"/>
                  </a:cubicBezTo>
                  <a:cubicBezTo>
                    <a:pt x="33" y="4"/>
                    <a:pt x="34" y="2"/>
                    <a:pt x="35" y="1"/>
                  </a:cubicBezTo>
                  <a:cubicBezTo>
                    <a:pt x="36" y="1"/>
                    <a:pt x="39" y="0"/>
                    <a:pt x="40" y="0"/>
                  </a:cubicBezTo>
                  <a:cubicBezTo>
                    <a:pt x="41" y="0"/>
                    <a:pt x="44" y="1"/>
                    <a:pt x="45" y="1"/>
                  </a:cubicBezTo>
                  <a:cubicBezTo>
                    <a:pt x="47" y="1"/>
                    <a:pt x="50" y="2"/>
                    <a:pt x="52" y="2"/>
                  </a:cubicBezTo>
                  <a:cubicBezTo>
                    <a:pt x="53" y="2"/>
                    <a:pt x="54" y="1"/>
                    <a:pt x="56" y="1"/>
                  </a:cubicBezTo>
                  <a:cubicBezTo>
                    <a:pt x="57" y="1"/>
                    <a:pt x="58" y="2"/>
                    <a:pt x="59" y="3"/>
                  </a:cubicBezTo>
                  <a:cubicBezTo>
                    <a:pt x="59" y="4"/>
                    <a:pt x="60" y="6"/>
                    <a:pt x="60" y="7"/>
                  </a:cubicBezTo>
                  <a:cubicBezTo>
                    <a:pt x="60" y="9"/>
                    <a:pt x="60" y="13"/>
                    <a:pt x="60" y="14"/>
                  </a:cubicBezTo>
                  <a:cubicBezTo>
                    <a:pt x="60" y="16"/>
                    <a:pt x="58" y="18"/>
                    <a:pt x="58" y="19"/>
                  </a:cubicBezTo>
                  <a:cubicBezTo>
                    <a:pt x="58" y="20"/>
                    <a:pt x="58" y="23"/>
                    <a:pt x="57" y="24"/>
                  </a:cubicBezTo>
                  <a:cubicBezTo>
                    <a:pt x="57" y="25"/>
                    <a:pt x="56" y="26"/>
                    <a:pt x="56" y="26"/>
                  </a:cubicBezTo>
                  <a:cubicBezTo>
                    <a:pt x="55" y="27"/>
                    <a:pt x="53" y="27"/>
                    <a:pt x="53" y="27"/>
                  </a:cubicBezTo>
                  <a:cubicBezTo>
                    <a:pt x="52" y="27"/>
                    <a:pt x="50" y="24"/>
                    <a:pt x="50" y="24"/>
                  </a:cubicBezTo>
                  <a:cubicBezTo>
                    <a:pt x="49" y="25"/>
                    <a:pt x="49" y="27"/>
                    <a:pt x="50" y="28"/>
                  </a:cubicBezTo>
                  <a:cubicBezTo>
                    <a:pt x="50" y="30"/>
                    <a:pt x="53" y="33"/>
                    <a:pt x="54" y="34"/>
                  </a:cubicBezTo>
                  <a:cubicBezTo>
                    <a:pt x="55" y="36"/>
                    <a:pt x="58" y="37"/>
                    <a:pt x="59" y="38"/>
                  </a:cubicBezTo>
                  <a:cubicBezTo>
                    <a:pt x="60" y="39"/>
                    <a:pt x="61" y="41"/>
                    <a:pt x="62" y="42"/>
                  </a:cubicBezTo>
                  <a:cubicBezTo>
                    <a:pt x="63" y="42"/>
                    <a:pt x="65" y="44"/>
                    <a:pt x="65" y="45"/>
                  </a:cubicBezTo>
                  <a:cubicBezTo>
                    <a:pt x="66" y="45"/>
                    <a:pt x="67" y="47"/>
                    <a:pt x="67" y="48"/>
                  </a:cubicBezTo>
                  <a:cubicBezTo>
                    <a:pt x="67" y="49"/>
                    <a:pt x="64" y="50"/>
                    <a:pt x="64" y="50"/>
                  </a:cubicBezTo>
                  <a:cubicBezTo>
                    <a:pt x="63" y="52"/>
                    <a:pt x="62" y="55"/>
                    <a:pt x="62" y="56"/>
                  </a:cubicBezTo>
                  <a:cubicBezTo>
                    <a:pt x="62" y="57"/>
                    <a:pt x="64" y="59"/>
                    <a:pt x="64" y="60"/>
                  </a:cubicBezTo>
                  <a:cubicBezTo>
                    <a:pt x="65" y="61"/>
                    <a:pt x="66" y="63"/>
                    <a:pt x="67" y="6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188"/>
            <p:cNvSpPr>
              <a:spLocks/>
            </p:cNvSpPr>
            <p:nvPr/>
          </p:nvSpPr>
          <p:spPr bwMode="auto">
            <a:xfrm>
              <a:off x="5227638" y="3471863"/>
              <a:ext cx="15875" cy="12700"/>
            </a:xfrm>
            <a:custGeom>
              <a:avLst/>
              <a:gdLst/>
              <a:ahLst/>
              <a:cxnLst>
                <a:cxn ang="0">
                  <a:pos x="9" y="6"/>
                </a:cxn>
                <a:cxn ang="0">
                  <a:pos x="8" y="8"/>
                </a:cxn>
                <a:cxn ang="0">
                  <a:pos x="4" y="8"/>
                </a:cxn>
                <a:cxn ang="0">
                  <a:pos x="1" y="6"/>
                </a:cxn>
                <a:cxn ang="0">
                  <a:pos x="0" y="4"/>
                </a:cxn>
                <a:cxn ang="0">
                  <a:pos x="2" y="1"/>
                </a:cxn>
                <a:cxn ang="0">
                  <a:pos x="5" y="1"/>
                </a:cxn>
                <a:cxn ang="0">
                  <a:pos x="7" y="1"/>
                </a:cxn>
                <a:cxn ang="0">
                  <a:pos x="9" y="3"/>
                </a:cxn>
                <a:cxn ang="0">
                  <a:pos x="9" y="6"/>
                </a:cxn>
              </a:cxnLst>
              <a:rect l="0" t="0" r="r" b="b"/>
              <a:pathLst>
                <a:path w="10" h="8">
                  <a:moveTo>
                    <a:pt x="9" y="6"/>
                  </a:moveTo>
                  <a:cubicBezTo>
                    <a:pt x="9" y="6"/>
                    <a:pt x="8" y="7"/>
                    <a:pt x="8" y="8"/>
                  </a:cubicBezTo>
                  <a:cubicBezTo>
                    <a:pt x="7" y="8"/>
                    <a:pt x="5" y="8"/>
                    <a:pt x="4" y="8"/>
                  </a:cubicBezTo>
                  <a:cubicBezTo>
                    <a:pt x="3" y="8"/>
                    <a:pt x="1" y="7"/>
                    <a:pt x="1" y="6"/>
                  </a:cubicBezTo>
                  <a:cubicBezTo>
                    <a:pt x="0" y="6"/>
                    <a:pt x="0" y="4"/>
                    <a:pt x="0" y="4"/>
                  </a:cubicBezTo>
                  <a:cubicBezTo>
                    <a:pt x="0" y="3"/>
                    <a:pt x="2" y="2"/>
                    <a:pt x="2" y="1"/>
                  </a:cubicBezTo>
                  <a:cubicBezTo>
                    <a:pt x="3" y="1"/>
                    <a:pt x="5" y="0"/>
                    <a:pt x="5" y="1"/>
                  </a:cubicBezTo>
                  <a:cubicBezTo>
                    <a:pt x="6" y="1"/>
                    <a:pt x="7" y="1"/>
                    <a:pt x="7" y="1"/>
                  </a:cubicBezTo>
                  <a:cubicBezTo>
                    <a:pt x="8" y="2"/>
                    <a:pt x="9" y="3"/>
                    <a:pt x="9" y="3"/>
                  </a:cubicBezTo>
                  <a:cubicBezTo>
                    <a:pt x="10" y="4"/>
                    <a:pt x="9" y="5"/>
                    <a:pt x="9"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189"/>
            <p:cNvSpPr>
              <a:spLocks/>
            </p:cNvSpPr>
            <p:nvPr/>
          </p:nvSpPr>
          <p:spPr bwMode="auto">
            <a:xfrm>
              <a:off x="5408613" y="3279776"/>
              <a:ext cx="26988" cy="22225"/>
            </a:xfrm>
            <a:custGeom>
              <a:avLst/>
              <a:gdLst/>
              <a:ahLst/>
              <a:cxnLst>
                <a:cxn ang="0">
                  <a:pos x="16" y="6"/>
                </a:cxn>
                <a:cxn ang="0">
                  <a:pos x="13" y="9"/>
                </a:cxn>
                <a:cxn ang="0">
                  <a:pos x="9" y="13"/>
                </a:cxn>
                <a:cxn ang="0">
                  <a:pos x="4" y="12"/>
                </a:cxn>
                <a:cxn ang="0">
                  <a:pos x="0" y="9"/>
                </a:cxn>
                <a:cxn ang="0">
                  <a:pos x="4" y="5"/>
                </a:cxn>
                <a:cxn ang="0">
                  <a:pos x="6" y="1"/>
                </a:cxn>
                <a:cxn ang="0">
                  <a:pos x="9" y="1"/>
                </a:cxn>
                <a:cxn ang="0">
                  <a:pos x="13" y="3"/>
                </a:cxn>
                <a:cxn ang="0">
                  <a:pos x="13" y="4"/>
                </a:cxn>
                <a:cxn ang="0">
                  <a:pos x="16" y="6"/>
                </a:cxn>
              </a:cxnLst>
              <a:rect l="0" t="0" r="r" b="b"/>
              <a:pathLst>
                <a:path w="16" h="13">
                  <a:moveTo>
                    <a:pt x="16" y="6"/>
                  </a:moveTo>
                  <a:cubicBezTo>
                    <a:pt x="16" y="7"/>
                    <a:pt x="14" y="9"/>
                    <a:pt x="13" y="9"/>
                  </a:cubicBezTo>
                  <a:cubicBezTo>
                    <a:pt x="12" y="10"/>
                    <a:pt x="10" y="12"/>
                    <a:pt x="9" y="13"/>
                  </a:cubicBezTo>
                  <a:cubicBezTo>
                    <a:pt x="8" y="13"/>
                    <a:pt x="5" y="12"/>
                    <a:pt x="4" y="12"/>
                  </a:cubicBezTo>
                  <a:cubicBezTo>
                    <a:pt x="3" y="12"/>
                    <a:pt x="0" y="10"/>
                    <a:pt x="0" y="9"/>
                  </a:cubicBezTo>
                  <a:cubicBezTo>
                    <a:pt x="0" y="7"/>
                    <a:pt x="3" y="6"/>
                    <a:pt x="4" y="5"/>
                  </a:cubicBezTo>
                  <a:cubicBezTo>
                    <a:pt x="5" y="4"/>
                    <a:pt x="5" y="2"/>
                    <a:pt x="6" y="1"/>
                  </a:cubicBezTo>
                  <a:cubicBezTo>
                    <a:pt x="7" y="0"/>
                    <a:pt x="8" y="0"/>
                    <a:pt x="9" y="1"/>
                  </a:cubicBezTo>
                  <a:cubicBezTo>
                    <a:pt x="10" y="1"/>
                    <a:pt x="12" y="2"/>
                    <a:pt x="13" y="3"/>
                  </a:cubicBezTo>
                  <a:cubicBezTo>
                    <a:pt x="13" y="3"/>
                    <a:pt x="13" y="4"/>
                    <a:pt x="13" y="4"/>
                  </a:cubicBezTo>
                  <a:cubicBezTo>
                    <a:pt x="14" y="5"/>
                    <a:pt x="16" y="5"/>
                    <a:pt x="16"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190"/>
            <p:cNvSpPr>
              <a:spLocks/>
            </p:cNvSpPr>
            <p:nvPr/>
          </p:nvSpPr>
          <p:spPr bwMode="auto">
            <a:xfrm>
              <a:off x="5381625" y="3302001"/>
              <a:ext cx="36513" cy="42863"/>
            </a:xfrm>
            <a:custGeom>
              <a:avLst/>
              <a:gdLst/>
              <a:ahLst/>
              <a:cxnLst>
                <a:cxn ang="0">
                  <a:pos x="20" y="20"/>
                </a:cxn>
                <a:cxn ang="0">
                  <a:pos x="18" y="16"/>
                </a:cxn>
                <a:cxn ang="0">
                  <a:pos x="16" y="14"/>
                </a:cxn>
                <a:cxn ang="0">
                  <a:pos x="16" y="10"/>
                </a:cxn>
                <a:cxn ang="0">
                  <a:pos x="15" y="6"/>
                </a:cxn>
                <a:cxn ang="0">
                  <a:pos x="13" y="1"/>
                </a:cxn>
                <a:cxn ang="0">
                  <a:pos x="10" y="1"/>
                </a:cxn>
                <a:cxn ang="0">
                  <a:pos x="9" y="4"/>
                </a:cxn>
                <a:cxn ang="0">
                  <a:pos x="10" y="7"/>
                </a:cxn>
                <a:cxn ang="0">
                  <a:pos x="10" y="11"/>
                </a:cxn>
                <a:cxn ang="0">
                  <a:pos x="8" y="12"/>
                </a:cxn>
                <a:cxn ang="0">
                  <a:pos x="6" y="11"/>
                </a:cxn>
                <a:cxn ang="0">
                  <a:pos x="5" y="7"/>
                </a:cxn>
                <a:cxn ang="0">
                  <a:pos x="2" y="8"/>
                </a:cxn>
                <a:cxn ang="0">
                  <a:pos x="1" y="11"/>
                </a:cxn>
                <a:cxn ang="0">
                  <a:pos x="1" y="15"/>
                </a:cxn>
                <a:cxn ang="0">
                  <a:pos x="4" y="18"/>
                </a:cxn>
                <a:cxn ang="0">
                  <a:pos x="6" y="22"/>
                </a:cxn>
                <a:cxn ang="0">
                  <a:pos x="9" y="24"/>
                </a:cxn>
                <a:cxn ang="0">
                  <a:pos x="15" y="25"/>
                </a:cxn>
                <a:cxn ang="0">
                  <a:pos x="20" y="23"/>
                </a:cxn>
                <a:cxn ang="0">
                  <a:pos x="20" y="20"/>
                </a:cxn>
              </a:cxnLst>
              <a:rect l="0" t="0" r="r" b="b"/>
              <a:pathLst>
                <a:path w="21" h="25">
                  <a:moveTo>
                    <a:pt x="20" y="20"/>
                  </a:moveTo>
                  <a:cubicBezTo>
                    <a:pt x="20" y="19"/>
                    <a:pt x="19" y="17"/>
                    <a:pt x="18" y="16"/>
                  </a:cubicBezTo>
                  <a:cubicBezTo>
                    <a:pt x="18" y="15"/>
                    <a:pt x="16" y="15"/>
                    <a:pt x="16" y="14"/>
                  </a:cubicBezTo>
                  <a:cubicBezTo>
                    <a:pt x="15" y="13"/>
                    <a:pt x="16" y="11"/>
                    <a:pt x="16" y="10"/>
                  </a:cubicBezTo>
                  <a:cubicBezTo>
                    <a:pt x="16" y="9"/>
                    <a:pt x="15" y="7"/>
                    <a:pt x="15" y="6"/>
                  </a:cubicBezTo>
                  <a:cubicBezTo>
                    <a:pt x="15" y="5"/>
                    <a:pt x="14" y="1"/>
                    <a:pt x="13" y="1"/>
                  </a:cubicBezTo>
                  <a:cubicBezTo>
                    <a:pt x="13" y="0"/>
                    <a:pt x="11" y="1"/>
                    <a:pt x="10" y="1"/>
                  </a:cubicBezTo>
                  <a:cubicBezTo>
                    <a:pt x="10" y="2"/>
                    <a:pt x="9" y="3"/>
                    <a:pt x="9" y="4"/>
                  </a:cubicBezTo>
                  <a:cubicBezTo>
                    <a:pt x="9" y="5"/>
                    <a:pt x="10" y="6"/>
                    <a:pt x="10" y="7"/>
                  </a:cubicBezTo>
                  <a:cubicBezTo>
                    <a:pt x="10" y="8"/>
                    <a:pt x="11" y="10"/>
                    <a:pt x="10" y="11"/>
                  </a:cubicBezTo>
                  <a:cubicBezTo>
                    <a:pt x="10" y="11"/>
                    <a:pt x="9" y="12"/>
                    <a:pt x="8" y="12"/>
                  </a:cubicBezTo>
                  <a:cubicBezTo>
                    <a:pt x="8" y="12"/>
                    <a:pt x="7" y="11"/>
                    <a:pt x="6" y="11"/>
                  </a:cubicBezTo>
                  <a:cubicBezTo>
                    <a:pt x="6" y="10"/>
                    <a:pt x="6" y="8"/>
                    <a:pt x="5" y="7"/>
                  </a:cubicBezTo>
                  <a:cubicBezTo>
                    <a:pt x="4" y="7"/>
                    <a:pt x="3" y="7"/>
                    <a:pt x="2" y="8"/>
                  </a:cubicBezTo>
                  <a:cubicBezTo>
                    <a:pt x="1" y="8"/>
                    <a:pt x="1" y="10"/>
                    <a:pt x="1" y="11"/>
                  </a:cubicBezTo>
                  <a:cubicBezTo>
                    <a:pt x="0" y="12"/>
                    <a:pt x="1" y="14"/>
                    <a:pt x="1" y="15"/>
                  </a:cubicBezTo>
                  <a:cubicBezTo>
                    <a:pt x="2" y="16"/>
                    <a:pt x="3" y="17"/>
                    <a:pt x="4" y="18"/>
                  </a:cubicBezTo>
                  <a:cubicBezTo>
                    <a:pt x="4" y="19"/>
                    <a:pt x="5" y="22"/>
                    <a:pt x="6" y="22"/>
                  </a:cubicBezTo>
                  <a:cubicBezTo>
                    <a:pt x="6" y="23"/>
                    <a:pt x="8" y="24"/>
                    <a:pt x="9" y="24"/>
                  </a:cubicBezTo>
                  <a:cubicBezTo>
                    <a:pt x="11" y="25"/>
                    <a:pt x="14" y="25"/>
                    <a:pt x="15" y="25"/>
                  </a:cubicBezTo>
                  <a:cubicBezTo>
                    <a:pt x="16" y="25"/>
                    <a:pt x="19" y="24"/>
                    <a:pt x="20" y="23"/>
                  </a:cubicBezTo>
                  <a:cubicBezTo>
                    <a:pt x="20" y="23"/>
                    <a:pt x="21" y="21"/>
                    <a:pt x="20" y="2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191"/>
            <p:cNvSpPr>
              <a:spLocks/>
            </p:cNvSpPr>
            <p:nvPr/>
          </p:nvSpPr>
          <p:spPr bwMode="auto">
            <a:xfrm>
              <a:off x="5337175" y="3321051"/>
              <a:ext cx="31750" cy="28575"/>
            </a:xfrm>
            <a:custGeom>
              <a:avLst/>
              <a:gdLst/>
              <a:ahLst/>
              <a:cxnLst>
                <a:cxn ang="0">
                  <a:pos x="17" y="11"/>
                </a:cxn>
                <a:cxn ang="0">
                  <a:pos x="15" y="14"/>
                </a:cxn>
                <a:cxn ang="0">
                  <a:pos x="9" y="16"/>
                </a:cxn>
                <a:cxn ang="0">
                  <a:pos x="2" y="16"/>
                </a:cxn>
                <a:cxn ang="0">
                  <a:pos x="2" y="12"/>
                </a:cxn>
                <a:cxn ang="0">
                  <a:pos x="0" y="10"/>
                </a:cxn>
                <a:cxn ang="0">
                  <a:pos x="1" y="6"/>
                </a:cxn>
                <a:cxn ang="0">
                  <a:pos x="5" y="4"/>
                </a:cxn>
                <a:cxn ang="0">
                  <a:pos x="7" y="1"/>
                </a:cxn>
                <a:cxn ang="0">
                  <a:pos x="11" y="0"/>
                </a:cxn>
                <a:cxn ang="0">
                  <a:pos x="17" y="2"/>
                </a:cxn>
                <a:cxn ang="0">
                  <a:pos x="18" y="6"/>
                </a:cxn>
                <a:cxn ang="0">
                  <a:pos x="17" y="11"/>
                </a:cxn>
              </a:cxnLst>
              <a:rect l="0" t="0" r="r" b="b"/>
              <a:pathLst>
                <a:path w="18" h="17">
                  <a:moveTo>
                    <a:pt x="17" y="11"/>
                  </a:moveTo>
                  <a:cubicBezTo>
                    <a:pt x="17" y="12"/>
                    <a:pt x="16" y="13"/>
                    <a:pt x="15" y="14"/>
                  </a:cubicBezTo>
                  <a:cubicBezTo>
                    <a:pt x="14" y="15"/>
                    <a:pt x="11" y="16"/>
                    <a:pt x="9" y="16"/>
                  </a:cubicBezTo>
                  <a:cubicBezTo>
                    <a:pt x="7" y="16"/>
                    <a:pt x="3" y="17"/>
                    <a:pt x="2" y="16"/>
                  </a:cubicBezTo>
                  <a:cubicBezTo>
                    <a:pt x="2" y="15"/>
                    <a:pt x="2" y="13"/>
                    <a:pt x="2" y="12"/>
                  </a:cubicBezTo>
                  <a:cubicBezTo>
                    <a:pt x="2" y="11"/>
                    <a:pt x="0" y="10"/>
                    <a:pt x="0" y="10"/>
                  </a:cubicBezTo>
                  <a:cubicBezTo>
                    <a:pt x="0" y="9"/>
                    <a:pt x="0" y="7"/>
                    <a:pt x="1" y="6"/>
                  </a:cubicBezTo>
                  <a:cubicBezTo>
                    <a:pt x="2" y="6"/>
                    <a:pt x="4" y="5"/>
                    <a:pt x="5" y="4"/>
                  </a:cubicBezTo>
                  <a:cubicBezTo>
                    <a:pt x="6" y="4"/>
                    <a:pt x="7" y="2"/>
                    <a:pt x="7" y="1"/>
                  </a:cubicBezTo>
                  <a:cubicBezTo>
                    <a:pt x="8" y="1"/>
                    <a:pt x="10" y="0"/>
                    <a:pt x="11" y="0"/>
                  </a:cubicBezTo>
                  <a:cubicBezTo>
                    <a:pt x="13" y="0"/>
                    <a:pt x="16" y="1"/>
                    <a:pt x="17" y="2"/>
                  </a:cubicBezTo>
                  <a:cubicBezTo>
                    <a:pt x="17" y="3"/>
                    <a:pt x="17" y="5"/>
                    <a:pt x="18" y="6"/>
                  </a:cubicBezTo>
                  <a:cubicBezTo>
                    <a:pt x="18" y="7"/>
                    <a:pt x="18" y="9"/>
                    <a:pt x="17" y="11"/>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192"/>
            <p:cNvSpPr>
              <a:spLocks/>
            </p:cNvSpPr>
            <p:nvPr/>
          </p:nvSpPr>
          <p:spPr bwMode="auto">
            <a:xfrm>
              <a:off x="5300663" y="3359151"/>
              <a:ext cx="23813" cy="19050"/>
            </a:xfrm>
            <a:custGeom>
              <a:avLst/>
              <a:gdLst/>
              <a:ahLst/>
              <a:cxnLst>
                <a:cxn ang="0">
                  <a:pos x="14" y="4"/>
                </a:cxn>
                <a:cxn ang="0">
                  <a:pos x="12" y="9"/>
                </a:cxn>
                <a:cxn ang="0">
                  <a:pos x="6" y="11"/>
                </a:cxn>
                <a:cxn ang="0">
                  <a:pos x="2" y="9"/>
                </a:cxn>
                <a:cxn ang="0">
                  <a:pos x="2" y="6"/>
                </a:cxn>
                <a:cxn ang="0">
                  <a:pos x="0" y="4"/>
                </a:cxn>
                <a:cxn ang="0">
                  <a:pos x="4" y="0"/>
                </a:cxn>
                <a:cxn ang="0">
                  <a:pos x="8" y="0"/>
                </a:cxn>
                <a:cxn ang="0">
                  <a:pos x="12" y="1"/>
                </a:cxn>
                <a:cxn ang="0">
                  <a:pos x="14" y="4"/>
                </a:cxn>
              </a:cxnLst>
              <a:rect l="0" t="0" r="r" b="b"/>
              <a:pathLst>
                <a:path w="14" h="11">
                  <a:moveTo>
                    <a:pt x="14" y="4"/>
                  </a:moveTo>
                  <a:cubicBezTo>
                    <a:pt x="14" y="5"/>
                    <a:pt x="13" y="8"/>
                    <a:pt x="12" y="9"/>
                  </a:cubicBezTo>
                  <a:cubicBezTo>
                    <a:pt x="10" y="10"/>
                    <a:pt x="7" y="11"/>
                    <a:pt x="6" y="11"/>
                  </a:cubicBezTo>
                  <a:cubicBezTo>
                    <a:pt x="5" y="11"/>
                    <a:pt x="2" y="10"/>
                    <a:pt x="2" y="9"/>
                  </a:cubicBezTo>
                  <a:cubicBezTo>
                    <a:pt x="2" y="8"/>
                    <a:pt x="2" y="7"/>
                    <a:pt x="2" y="6"/>
                  </a:cubicBezTo>
                  <a:cubicBezTo>
                    <a:pt x="2" y="5"/>
                    <a:pt x="0" y="4"/>
                    <a:pt x="0" y="4"/>
                  </a:cubicBezTo>
                  <a:cubicBezTo>
                    <a:pt x="0" y="2"/>
                    <a:pt x="3" y="1"/>
                    <a:pt x="4" y="0"/>
                  </a:cubicBezTo>
                  <a:cubicBezTo>
                    <a:pt x="5" y="0"/>
                    <a:pt x="7" y="0"/>
                    <a:pt x="8" y="0"/>
                  </a:cubicBezTo>
                  <a:cubicBezTo>
                    <a:pt x="9" y="0"/>
                    <a:pt x="11" y="1"/>
                    <a:pt x="12" y="1"/>
                  </a:cubicBezTo>
                  <a:cubicBezTo>
                    <a:pt x="13" y="2"/>
                    <a:pt x="14" y="3"/>
                    <a:pt x="14"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193"/>
            <p:cNvSpPr>
              <a:spLocks/>
            </p:cNvSpPr>
            <p:nvPr/>
          </p:nvSpPr>
          <p:spPr bwMode="auto">
            <a:xfrm>
              <a:off x="5316538" y="3343276"/>
              <a:ext cx="12700" cy="11113"/>
            </a:xfrm>
            <a:custGeom>
              <a:avLst/>
              <a:gdLst/>
              <a:ahLst/>
              <a:cxnLst>
                <a:cxn ang="0">
                  <a:pos x="6" y="4"/>
                </a:cxn>
                <a:cxn ang="0">
                  <a:pos x="4" y="6"/>
                </a:cxn>
                <a:cxn ang="0">
                  <a:pos x="1" y="4"/>
                </a:cxn>
                <a:cxn ang="0">
                  <a:pos x="1" y="1"/>
                </a:cxn>
                <a:cxn ang="0">
                  <a:pos x="4" y="0"/>
                </a:cxn>
                <a:cxn ang="0">
                  <a:pos x="6" y="0"/>
                </a:cxn>
                <a:cxn ang="0">
                  <a:pos x="6" y="4"/>
                </a:cxn>
              </a:cxnLst>
              <a:rect l="0" t="0" r="r" b="b"/>
              <a:pathLst>
                <a:path w="7" h="6">
                  <a:moveTo>
                    <a:pt x="6" y="4"/>
                  </a:moveTo>
                  <a:cubicBezTo>
                    <a:pt x="6" y="4"/>
                    <a:pt x="5" y="6"/>
                    <a:pt x="4" y="6"/>
                  </a:cubicBezTo>
                  <a:cubicBezTo>
                    <a:pt x="3" y="6"/>
                    <a:pt x="1" y="5"/>
                    <a:pt x="1" y="4"/>
                  </a:cubicBezTo>
                  <a:cubicBezTo>
                    <a:pt x="0" y="3"/>
                    <a:pt x="0" y="2"/>
                    <a:pt x="1" y="1"/>
                  </a:cubicBezTo>
                  <a:cubicBezTo>
                    <a:pt x="1" y="0"/>
                    <a:pt x="3" y="0"/>
                    <a:pt x="4" y="0"/>
                  </a:cubicBezTo>
                  <a:cubicBezTo>
                    <a:pt x="4" y="0"/>
                    <a:pt x="6" y="0"/>
                    <a:pt x="6" y="0"/>
                  </a:cubicBezTo>
                  <a:cubicBezTo>
                    <a:pt x="7" y="1"/>
                    <a:pt x="6" y="3"/>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194"/>
            <p:cNvSpPr>
              <a:spLocks/>
            </p:cNvSpPr>
            <p:nvPr/>
          </p:nvSpPr>
          <p:spPr bwMode="auto">
            <a:xfrm>
              <a:off x="5256213" y="3349626"/>
              <a:ext cx="39688" cy="46038"/>
            </a:xfrm>
            <a:custGeom>
              <a:avLst/>
              <a:gdLst/>
              <a:ahLst/>
              <a:cxnLst>
                <a:cxn ang="0">
                  <a:pos x="12" y="24"/>
                </a:cxn>
                <a:cxn ang="0">
                  <a:pos x="7" y="25"/>
                </a:cxn>
                <a:cxn ang="0">
                  <a:pos x="4" y="22"/>
                </a:cxn>
                <a:cxn ang="0">
                  <a:pos x="1" y="20"/>
                </a:cxn>
                <a:cxn ang="0">
                  <a:pos x="0" y="16"/>
                </a:cxn>
                <a:cxn ang="0">
                  <a:pos x="2" y="12"/>
                </a:cxn>
                <a:cxn ang="0">
                  <a:pos x="3" y="9"/>
                </a:cxn>
                <a:cxn ang="0">
                  <a:pos x="7" y="7"/>
                </a:cxn>
                <a:cxn ang="0">
                  <a:pos x="10" y="9"/>
                </a:cxn>
                <a:cxn ang="0">
                  <a:pos x="13" y="11"/>
                </a:cxn>
                <a:cxn ang="0">
                  <a:pos x="16" y="9"/>
                </a:cxn>
                <a:cxn ang="0">
                  <a:pos x="17" y="5"/>
                </a:cxn>
                <a:cxn ang="0">
                  <a:pos x="16" y="0"/>
                </a:cxn>
                <a:cxn ang="0">
                  <a:pos x="18" y="0"/>
                </a:cxn>
                <a:cxn ang="0">
                  <a:pos x="20" y="0"/>
                </a:cxn>
                <a:cxn ang="0">
                  <a:pos x="21" y="4"/>
                </a:cxn>
                <a:cxn ang="0">
                  <a:pos x="21" y="8"/>
                </a:cxn>
                <a:cxn ang="0">
                  <a:pos x="22" y="11"/>
                </a:cxn>
                <a:cxn ang="0">
                  <a:pos x="23" y="15"/>
                </a:cxn>
                <a:cxn ang="0">
                  <a:pos x="21" y="18"/>
                </a:cxn>
                <a:cxn ang="0">
                  <a:pos x="19" y="19"/>
                </a:cxn>
                <a:cxn ang="0">
                  <a:pos x="15" y="21"/>
                </a:cxn>
                <a:cxn ang="0">
                  <a:pos x="14" y="23"/>
                </a:cxn>
                <a:cxn ang="0">
                  <a:pos x="12" y="24"/>
                </a:cxn>
              </a:cxnLst>
              <a:rect l="0" t="0" r="r" b="b"/>
              <a:pathLst>
                <a:path w="23" h="26">
                  <a:moveTo>
                    <a:pt x="12" y="24"/>
                  </a:moveTo>
                  <a:cubicBezTo>
                    <a:pt x="11" y="25"/>
                    <a:pt x="8" y="26"/>
                    <a:pt x="7" y="25"/>
                  </a:cubicBezTo>
                  <a:cubicBezTo>
                    <a:pt x="6" y="25"/>
                    <a:pt x="5" y="23"/>
                    <a:pt x="4" y="22"/>
                  </a:cubicBezTo>
                  <a:cubicBezTo>
                    <a:pt x="3" y="21"/>
                    <a:pt x="2" y="20"/>
                    <a:pt x="1" y="20"/>
                  </a:cubicBezTo>
                  <a:cubicBezTo>
                    <a:pt x="1" y="19"/>
                    <a:pt x="0" y="17"/>
                    <a:pt x="0" y="16"/>
                  </a:cubicBezTo>
                  <a:cubicBezTo>
                    <a:pt x="1" y="15"/>
                    <a:pt x="2" y="13"/>
                    <a:pt x="2" y="12"/>
                  </a:cubicBezTo>
                  <a:cubicBezTo>
                    <a:pt x="3" y="12"/>
                    <a:pt x="2" y="10"/>
                    <a:pt x="3" y="9"/>
                  </a:cubicBezTo>
                  <a:cubicBezTo>
                    <a:pt x="4" y="8"/>
                    <a:pt x="6" y="7"/>
                    <a:pt x="7" y="7"/>
                  </a:cubicBezTo>
                  <a:cubicBezTo>
                    <a:pt x="8" y="7"/>
                    <a:pt x="9" y="8"/>
                    <a:pt x="10" y="9"/>
                  </a:cubicBezTo>
                  <a:cubicBezTo>
                    <a:pt x="11" y="9"/>
                    <a:pt x="12" y="11"/>
                    <a:pt x="13" y="11"/>
                  </a:cubicBezTo>
                  <a:cubicBezTo>
                    <a:pt x="14" y="11"/>
                    <a:pt x="16" y="10"/>
                    <a:pt x="16" y="9"/>
                  </a:cubicBezTo>
                  <a:cubicBezTo>
                    <a:pt x="17" y="8"/>
                    <a:pt x="17" y="6"/>
                    <a:pt x="17" y="5"/>
                  </a:cubicBezTo>
                  <a:cubicBezTo>
                    <a:pt x="17" y="4"/>
                    <a:pt x="16" y="1"/>
                    <a:pt x="16" y="0"/>
                  </a:cubicBezTo>
                  <a:cubicBezTo>
                    <a:pt x="17" y="0"/>
                    <a:pt x="17" y="0"/>
                    <a:pt x="18" y="0"/>
                  </a:cubicBezTo>
                  <a:cubicBezTo>
                    <a:pt x="18" y="0"/>
                    <a:pt x="20" y="0"/>
                    <a:pt x="20" y="0"/>
                  </a:cubicBezTo>
                  <a:cubicBezTo>
                    <a:pt x="21" y="1"/>
                    <a:pt x="21" y="3"/>
                    <a:pt x="21" y="4"/>
                  </a:cubicBezTo>
                  <a:cubicBezTo>
                    <a:pt x="21" y="5"/>
                    <a:pt x="21" y="7"/>
                    <a:pt x="21" y="8"/>
                  </a:cubicBezTo>
                  <a:cubicBezTo>
                    <a:pt x="21" y="9"/>
                    <a:pt x="21" y="11"/>
                    <a:pt x="22" y="11"/>
                  </a:cubicBezTo>
                  <a:cubicBezTo>
                    <a:pt x="22" y="12"/>
                    <a:pt x="23" y="14"/>
                    <a:pt x="23" y="15"/>
                  </a:cubicBezTo>
                  <a:cubicBezTo>
                    <a:pt x="22" y="16"/>
                    <a:pt x="22" y="18"/>
                    <a:pt x="21" y="18"/>
                  </a:cubicBezTo>
                  <a:cubicBezTo>
                    <a:pt x="21" y="19"/>
                    <a:pt x="19" y="19"/>
                    <a:pt x="19" y="19"/>
                  </a:cubicBezTo>
                  <a:cubicBezTo>
                    <a:pt x="18" y="20"/>
                    <a:pt x="16" y="21"/>
                    <a:pt x="15" y="21"/>
                  </a:cubicBezTo>
                  <a:cubicBezTo>
                    <a:pt x="15" y="22"/>
                    <a:pt x="14" y="23"/>
                    <a:pt x="14" y="23"/>
                  </a:cubicBezTo>
                  <a:cubicBezTo>
                    <a:pt x="13" y="24"/>
                    <a:pt x="12" y="24"/>
                    <a:pt x="12" y="2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195"/>
            <p:cNvSpPr>
              <a:spLocks/>
            </p:cNvSpPr>
            <p:nvPr/>
          </p:nvSpPr>
          <p:spPr bwMode="auto">
            <a:xfrm>
              <a:off x="5351463" y="3292476"/>
              <a:ext cx="30163" cy="15875"/>
            </a:xfrm>
            <a:custGeom>
              <a:avLst/>
              <a:gdLst/>
              <a:ahLst/>
              <a:cxnLst>
                <a:cxn ang="0">
                  <a:pos x="14" y="6"/>
                </a:cxn>
                <a:cxn ang="0">
                  <a:pos x="11" y="8"/>
                </a:cxn>
                <a:cxn ang="0">
                  <a:pos x="7" y="9"/>
                </a:cxn>
                <a:cxn ang="0">
                  <a:pos x="2" y="9"/>
                </a:cxn>
                <a:cxn ang="0">
                  <a:pos x="0" y="8"/>
                </a:cxn>
                <a:cxn ang="0">
                  <a:pos x="1" y="5"/>
                </a:cxn>
                <a:cxn ang="0">
                  <a:pos x="5" y="5"/>
                </a:cxn>
                <a:cxn ang="0">
                  <a:pos x="9" y="4"/>
                </a:cxn>
                <a:cxn ang="0">
                  <a:pos x="12" y="2"/>
                </a:cxn>
                <a:cxn ang="0">
                  <a:pos x="16" y="0"/>
                </a:cxn>
                <a:cxn ang="0">
                  <a:pos x="18" y="3"/>
                </a:cxn>
                <a:cxn ang="0">
                  <a:pos x="17" y="5"/>
                </a:cxn>
                <a:cxn ang="0">
                  <a:pos x="14" y="6"/>
                </a:cxn>
              </a:cxnLst>
              <a:rect l="0" t="0" r="r" b="b"/>
              <a:pathLst>
                <a:path w="18" h="10">
                  <a:moveTo>
                    <a:pt x="14" y="6"/>
                  </a:moveTo>
                  <a:cubicBezTo>
                    <a:pt x="13" y="6"/>
                    <a:pt x="12" y="7"/>
                    <a:pt x="11" y="8"/>
                  </a:cubicBezTo>
                  <a:cubicBezTo>
                    <a:pt x="10" y="9"/>
                    <a:pt x="8" y="9"/>
                    <a:pt x="7" y="9"/>
                  </a:cubicBezTo>
                  <a:cubicBezTo>
                    <a:pt x="6" y="10"/>
                    <a:pt x="3" y="10"/>
                    <a:pt x="2" y="9"/>
                  </a:cubicBezTo>
                  <a:cubicBezTo>
                    <a:pt x="1" y="9"/>
                    <a:pt x="0" y="8"/>
                    <a:pt x="0" y="8"/>
                  </a:cubicBezTo>
                  <a:cubicBezTo>
                    <a:pt x="0" y="7"/>
                    <a:pt x="1" y="6"/>
                    <a:pt x="1" y="5"/>
                  </a:cubicBezTo>
                  <a:cubicBezTo>
                    <a:pt x="2" y="5"/>
                    <a:pt x="4" y="5"/>
                    <a:pt x="5" y="5"/>
                  </a:cubicBezTo>
                  <a:cubicBezTo>
                    <a:pt x="6" y="5"/>
                    <a:pt x="8" y="5"/>
                    <a:pt x="9" y="4"/>
                  </a:cubicBezTo>
                  <a:cubicBezTo>
                    <a:pt x="10" y="4"/>
                    <a:pt x="11" y="2"/>
                    <a:pt x="12" y="2"/>
                  </a:cubicBezTo>
                  <a:cubicBezTo>
                    <a:pt x="13" y="1"/>
                    <a:pt x="15" y="0"/>
                    <a:pt x="16" y="0"/>
                  </a:cubicBezTo>
                  <a:cubicBezTo>
                    <a:pt x="17" y="1"/>
                    <a:pt x="18" y="2"/>
                    <a:pt x="18" y="3"/>
                  </a:cubicBezTo>
                  <a:cubicBezTo>
                    <a:pt x="18" y="3"/>
                    <a:pt x="17" y="5"/>
                    <a:pt x="17" y="5"/>
                  </a:cubicBezTo>
                  <a:cubicBezTo>
                    <a:pt x="16" y="5"/>
                    <a:pt x="15" y="5"/>
                    <a:pt x="14"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196"/>
            <p:cNvSpPr>
              <a:spLocks/>
            </p:cNvSpPr>
            <p:nvPr/>
          </p:nvSpPr>
          <p:spPr bwMode="auto">
            <a:xfrm>
              <a:off x="5322888" y="3249613"/>
              <a:ext cx="50800" cy="44450"/>
            </a:xfrm>
            <a:custGeom>
              <a:avLst/>
              <a:gdLst/>
              <a:ahLst/>
              <a:cxnLst>
                <a:cxn ang="0">
                  <a:pos x="22" y="24"/>
                </a:cxn>
                <a:cxn ang="0">
                  <a:pos x="18" y="24"/>
                </a:cxn>
                <a:cxn ang="0">
                  <a:pos x="14" y="23"/>
                </a:cxn>
                <a:cxn ang="0">
                  <a:pos x="12" y="20"/>
                </a:cxn>
                <a:cxn ang="0">
                  <a:pos x="10" y="17"/>
                </a:cxn>
                <a:cxn ang="0">
                  <a:pos x="6" y="18"/>
                </a:cxn>
                <a:cxn ang="0">
                  <a:pos x="3" y="16"/>
                </a:cxn>
                <a:cxn ang="0">
                  <a:pos x="0" y="13"/>
                </a:cxn>
                <a:cxn ang="0">
                  <a:pos x="2" y="8"/>
                </a:cxn>
                <a:cxn ang="0">
                  <a:pos x="6" y="6"/>
                </a:cxn>
                <a:cxn ang="0">
                  <a:pos x="11" y="4"/>
                </a:cxn>
                <a:cxn ang="0">
                  <a:pos x="14" y="1"/>
                </a:cxn>
                <a:cxn ang="0">
                  <a:pos x="19" y="0"/>
                </a:cxn>
                <a:cxn ang="0">
                  <a:pos x="23" y="1"/>
                </a:cxn>
                <a:cxn ang="0">
                  <a:pos x="23" y="5"/>
                </a:cxn>
                <a:cxn ang="0">
                  <a:pos x="26" y="9"/>
                </a:cxn>
                <a:cxn ang="0">
                  <a:pos x="29" y="11"/>
                </a:cxn>
                <a:cxn ang="0">
                  <a:pos x="29" y="14"/>
                </a:cxn>
                <a:cxn ang="0">
                  <a:pos x="28" y="18"/>
                </a:cxn>
                <a:cxn ang="0">
                  <a:pos x="25" y="20"/>
                </a:cxn>
                <a:cxn ang="0">
                  <a:pos x="24" y="22"/>
                </a:cxn>
                <a:cxn ang="0">
                  <a:pos x="22" y="24"/>
                </a:cxn>
              </a:cxnLst>
              <a:rect l="0" t="0" r="r" b="b"/>
              <a:pathLst>
                <a:path w="29" h="25">
                  <a:moveTo>
                    <a:pt x="22" y="24"/>
                  </a:moveTo>
                  <a:cubicBezTo>
                    <a:pt x="21" y="25"/>
                    <a:pt x="19" y="25"/>
                    <a:pt x="18" y="24"/>
                  </a:cubicBezTo>
                  <a:cubicBezTo>
                    <a:pt x="17" y="24"/>
                    <a:pt x="15" y="24"/>
                    <a:pt x="14" y="23"/>
                  </a:cubicBezTo>
                  <a:cubicBezTo>
                    <a:pt x="13" y="22"/>
                    <a:pt x="13" y="21"/>
                    <a:pt x="12" y="20"/>
                  </a:cubicBezTo>
                  <a:cubicBezTo>
                    <a:pt x="12" y="19"/>
                    <a:pt x="10" y="18"/>
                    <a:pt x="10" y="17"/>
                  </a:cubicBezTo>
                  <a:cubicBezTo>
                    <a:pt x="9" y="17"/>
                    <a:pt x="7" y="18"/>
                    <a:pt x="6" y="18"/>
                  </a:cubicBezTo>
                  <a:cubicBezTo>
                    <a:pt x="6" y="18"/>
                    <a:pt x="4" y="17"/>
                    <a:pt x="3" y="16"/>
                  </a:cubicBezTo>
                  <a:cubicBezTo>
                    <a:pt x="2" y="16"/>
                    <a:pt x="0" y="14"/>
                    <a:pt x="0" y="13"/>
                  </a:cubicBezTo>
                  <a:cubicBezTo>
                    <a:pt x="0" y="12"/>
                    <a:pt x="1" y="9"/>
                    <a:pt x="2" y="8"/>
                  </a:cubicBezTo>
                  <a:cubicBezTo>
                    <a:pt x="3" y="7"/>
                    <a:pt x="5" y="6"/>
                    <a:pt x="6" y="6"/>
                  </a:cubicBezTo>
                  <a:cubicBezTo>
                    <a:pt x="8" y="5"/>
                    <a:pt x="10" y="5"/>
                    <a:pt x="11" y="4"/>
                  </a:cubicBezTo>
                  <a:cubicBezTo>
                    <a:pt x="12" y="4"/>
                    <a:pt x="13" y="2"/>
                    <a:pt x="14" y="1"/>
                  </a:cubicBezTo>
                  <a:cubicBezTo>
                    <a:pt x="15" y="1"/>
                    <a:pt x="17" y="1"/>
                    <a:pt x="19" y="0"/>
                  </a:cubicBezTo>
                  <a:cubicBezTo>
                    <a:pt x="20" y="0"/>
                    <a:pt x="22" y="0"/>
                    <a:pt x="23" y="1"/>
                  </a:cubicBezTo>
                  <a:cubicBezTo>
                    <a:pt x="23" y="2"/>
                    <a:pt x="23" y="4"/>
                    <a:pt x="23" y="5"/>
                  </a:cubicBezTo>
                  <a:cubicBezTo>
                    <a:pt x="24" y="6"/>
                    <a:pt x="25" y="8"/>
                    <a:pt x="26" y="9"/>
                  </a:cubicBezTo>
                  <a:cubicBezTo>
                    <a:pt x="26" y="9"/>
                    <a:pt x="28" y="10"/>
                    <a:pt x="29" y="11"/>
                  </a:cubicBezTo>
                  <a:cubicBezTo>
                    <a:pt x="29" y="12"/>
                    <a:pt x="29" y="13"/>
                    <a:pt x="29" y="14"/>
                  </a:cubicBezTo>
                  <a:cubicBezTo>
                    <a:pt x="29" y="15"/>
                    <a:pt x="28" y="17"/>
                    <a:pt x="28" y="18"/>
                  </a:cubicBezTo>
                  <a:cubicBezTo>
                    <a:pt x="27" y="18"/>
                    <a:pt x="26" y="19"/>
                    <a:pt x="25" y="20"/>
                  </a:cubicBezTo>
                  <a:cubicBezTo>
                    <a:pt x="25" y="21"/>
                    <a:pt x="24" y="22"/>
                    <a:pt x="24" y="22"/>
                  </a:cubicBezTo>
                  <a:cubicBezTo>
                    <a:pt x="24" y="23"/>
                    <a:pt x="23" y="24"/>
                    <a:pt x="22" y="2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197"/>
            <p:cNvSpPr>
              <a:spLocks/>
            </p:cNvSpPr>
            <p:nvPr/>
          </p:nvSpPr>
          <p:spPr bwMode="auto">
            <a:xfrm>
              <a:off x="5170488" y="3413126"/>
              <a:ext cx="22225" cy="20638"/>
            </a:xfrm>
            <a:custGeom>
              <a:avLst/>
              <a:gdLst/>
              <a:ahLst/>
              <a:cxnLst>
                <a:cxn ang="0">
                  <a:pos x="10" y="8"/>
                </a:cxn>
                <a:cxn ang="0">
                  <a:pos x="13" y="6"/>
                </a:cxn>
                <a:cxn ang="0">
                  <a:pos x="13" y="3"/>
                </a:cxn>
                <a:cxn ang="0">
                  <a:pos x="10" y="0"/>
                </a:cxn>
                <a:cxn ang="0">
                  <a:pos x="6" y="1"/>
                </a:cxn>
                <a:cxn ang="0">
                  <a:pos x="4" y="3"/>
                </a:cxn>
                <a:cxn ang="0">
                  <a:pos x="1" y="3"/>
                </a:cxn>
                <a:cxn ang="0">
                  <a:pos x="0" y="6"/>
                </a:cxn>
                <a:cxn ang="0">
                  <a:pos x="2" y="10"/>
                </a:cxn>
                <a:cxn ang="0">
                  <a:pos x="5" y="12"/>
                </a:cxn>
                <a:cxn ang="0">
                  <a:pos x="8" y="12"/>
                </a:cxn>
                <a:cxn ang="0">
                  <a:pos x="10" y="10"/>
                </a:cxn>
                <a:cxn ang="0">
                  <a:pos x="10" y="8"/>
                </a:cxn>
              </a:cxnLst>
              <a:rect l="0" t="0" r="r" b="b"/>
              <a:pathLst>
                <a:path w="13" h="12">
                  <a:moveTo>
                    <a:pt x="10" y="8"/>
                  </a:moveTo>
                  <a:cubicBezTo>
                    <a:pt x="11" y="7"/>
                    <a:pt x="12" y="7"/>
                    <a:pt x="13" y="6"/>
                  </a:cubicBezTo>
                  <a:cubicBezTo>
                    <a:pt x="13" y="5"/>
                    <a:pt x="13" y="4"/>
                    <a:pt x="13" y="3"/>
                  </a:cubicBezTo>
                  <a:cubicBezTo>
                    <a:pt x="13" y="2"/>
                    <a:pt x="11" y="1"/>
                    <a:pt x="10" y="0"/>
                  </a:cubicBezTo>
                  <a:cubicBezTo>
                    <a:pt x="9" y="0"/>
                    <a:pt x="7" y="0"/>
                    <a:pt x="6" y="1"/>
                  </a:cubicBezTo>
                  <a:cubicBezTo>
                    <a:pt x="6" y="1"/>
                    <a:pt x="5" y="3"/>
                    <a:pt x="4" y="3"/>
                  </a:cubicBezTo>
                  <a:cubicBezTo>
                    <a:pt x="4" y="3"/>
                    <a:pt x="2" y="3"/>
                    <a:pt x="1" y="3"/>
                  </a:cubicBezTo>
                  <a:cubicBezTo>
                    <a:pt x="0" y="4"/>
                    <a:pt x="0" y="6"/>
                    <a:pt x="0" y="6"/>
                  </a:cubicBezTo>
                  <a:cubicBezTo>
                    <a:pt x="0" y="7"/>
                    <a:pt x="1" y="9"/>
                    <a:pt x="2" y="10"/>
                  </a:cubicBezTo>
                  <a:cubicBezTo>
                    <a:pt x="2" y="10"/>
                    <a:pt x="4" y="11"/>
                    <a:pt x="5" y="12"/>
                  </a:cubicBezTo>
                  <a:cubicBezTo>
                    <a:pt x="6" y="12"/>
                    <a:pt x="7" y="12"/>
                    <a:pt x="8" y="12"/>
                  </a:cubicBezTo>
                  <a:cubicBezTo>
                    <a:pt x="9" y="12"/>
                    <a:pt x="10" y="11"/>
                    <a:pt x="10" y="10"/>
                  </a:cubicBezTo>
                  <a:cubicBezTo>
                    <a:pt x="10" y="10"/>
                    <a:pt x="10" y="8"/>
                    <a:pt x="10" y="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198"/>
            <p:cNvSpPr>
              <a:spLocks/>
            </p:cNvSpPr>
            <p:nvPr/>
          </p:nvSpPr>
          <p:spPr bwMode="auto">
            <a:xfrm>
              <a:off x="5149850" y="3446463"/>
              <a:ext cx="34925" cy="20638"/>
            </a:xfrm>
            <a:custGeom>
              <a:avLst/>
              <a:gdLst/>
              <a:ahLst/>
              <a:cxnLst>
                <a:cxn ang="0">
                  <a:pos x="21" y="2"/>
                </a:cxn>
                <a:cxn ang="0">
                  <a:pos x="16" y="0"/>
                </a:cxn>
                <a:cxn ang="0">
                  <a:pos x="12" y="1"/>
                </a:cxn>
                <a:cxn ang="0">
                  <a:pos x="7" y="1"/>
                </a:cxn>
                <a:cxn ang="0">
                  <a:pos x="3" y="2"/>
                </a:cxn>
                <a:cxn ang="0">
                  <a:pos x="1" y="5"/>
                </a:cxn>
                <a:cxn ang="0">
                  <a:pos x="0" y="9"/>
                </a:cxn>
                <a:cxn ang="0">
                  <a:pos x="3" y="11"/>
                </a:cxn>
                <a:cxn ang="0">
                  <a:pos x="8" y="11"/>
                </a:cxn>
                <a:cxn ang="0">
                  <a:pos x="12" y="10"/>
                </a:cxn>
                <a:cxn ang="0">
                  <a:pos x="16" y="10"/>
                </a:cxn>
                <a:cxn ang="0">
                  <a:pos x="19" y="8"/>
                </a:cxn>
                <a:cxn ang="0">
                  <a:pos x="20" y="5"/>
                </a:cxn>
                <a:cxn ang="0">
                  <a:pos x="21" y="2"/>
                </a:cxn>
              </a:cxnLst>
              <a:rect l="0" t="0" r="r" b="b"/>
              <a:pathLst>
                <a:path w="21" h="12">
                  <a:moveTo>
                    <a:pt x="21" y="2"/>
                  </a:moveTo>
                  <a:cubicBezTo>
                    <a:pt x="20" y="1"/>
                    <a:pt x="17" y="0"/>
                    <a:pt x="16" y="0"/>
                  </a:cubicBezTo>
                  <a:cubicBezTo>
                    <a:pt x="15" y="0"/>
                    <a:pt x="13" y="1"/>
                    <a:pt x="12" y="1"/>
                  </a:cubicBezTo>
                  <a:cubicBezTo>
                    <a:pt x="11" y="1"/>
                    <a:pt x="8" y="1"/>
                    <a:pt x="7" y="1"/>
                  </a:cubicBezTo>
                  <a:cubicBezTo>
                    <a:pt x="6" y="1"/>
                    <a:pt x="4" y="2"/>
                    <a:pt x="3" y="2"/>
                  </a:cubicBezTo>
                  <a:cubicBezTo>
                    <a:pt x="2" y="3"/>
                    <a:pt x="1" y="4"/>
                    <a:pt x="1" y="5"/>
                  </a:cubicBezTo>
                  <a:cubicBezTo>
                    <a:pt x="0" y="6"/>
                    <a:pt x="0" y="8"/>
                    <a:pt x="0" y="9"/>
                  </a:cubicBezTo>
                  <a:cubicBezTo>
                    <a:pt x="1" y="10"/>
                    <a:pt x="2" y="11"/>
                    <a:pt x="3" y="11"/>
                  </a:cubicBezTo>
                  <a:cubicBezTo>
                    <a:pt x="4" y="12"/>
                    <a:pt x="6" y="12"/>
                    <a:pt x="8" y="11"/>
                  </a:cubicBezTo>
                  <a:cubicBezTo>
                    <a:pt x="9" y="11"/>
                    <a:pt x="11" y="10"/>
                    <a:pt x="12" y="10"/>
                  </a:cubicBezTo>
                  <a:cubicBezTo>
                    <a:pt x="13" y="10"/>
                    <a:pt x="15" y="10"/>
                    <a:pt x="16" y="10"/>
                  </a:cubicBezTo>
                  <a:cubicBezTo>
                    <a:pt x="17" y="10"/>
                    <a:pt x="18" y="9"/>
                    <a:pt x="19" y="8"/>
                  </a:cubicBezTo>
                  <a:cubicBezTo>
                    <a:pt x="20" y="8"/>
                    <a:pt x="20" y="6"/>
                    <a:pt x="20" y="5"/>
                  </a:cubicBezTo>
                  <a:cubicBezTo>
                    <a:pt x="21" y="4"/>
                    <a:pt x="21" y="3"/>
                    <a:pt x="21"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199"/>
            <p:cNvSpPr>
              <a:spLocks/>
            </p:cNvSpPr>
            <p:nvPr/>
          </p:nvSpPr>
          <p:spPr bwMode="auto">
            <a:xfrm>
              <a:off x="5135563" y="3463926"/>
              <a:ext cx="9525" cy="11113"/>
            </a:xfrm>
            <a:custGeom>
              <a:avLst/>
              <a:gdLst/>
              <a:ahLst/>
              <a:cxnLst>
                <a:cxn ang="0">
                  <a:pos x="6" y="4"/>
                </a:cxn>
                <a:cxn ang="0">
                  <a:pos x="2" y="6"/>
                </a:cxn>
                <a:cxn ang="0">
                  <a:pos x="0" y="4"/>
                </a:cxn>
                <a:cxn ang="0">
                  <a:pos x="1" y="1"/>
                </a:cxn>
                <a:cxn ang="0">
                  <a:pos x="3" y="0"/>
                </a:cxn>
                <a:cxn ang="0">
                  <a:pos x="5" y="1"/>
                </a:cxn>
                <a:cxn ang="0">
                  <a:pos x="6" y="2"/>
                </a:cxn>
                <a:cxn ang="0">
                  <a:pos x="6" y="4"/>
                </a:cxn>
              </a:cxnLst>
              <a:rect l="0" t="0" r="r" b="b"/>
              <a:pathLst>
                <a:path w="6" h="6">
                  <a:moveTo>
                    <a:pt x="6" y="4"/>
                  </a:moveTo>
                  <a:cubicBezTo>
                    <a:pt x="5" y="5"/>
                    <a:pt x="3" y="6"/>
                    <a:pt x="2" y="6"/>
                  </a:cubicBezTo>
                  <a:cubicBezTo>
                    <a:pt x="2" y="6"/>
                    <a:pt x="0" y="5"/>
                    <a:pt x="0" y="4"/>
                  </a:cubicBezTo>
                  <a:cubicBezTo>
                    <a:pt x="0" y="4"/>
                    <a:pt x="0" y="2"/>
                    <a:pt x="1" y="1"/>
                  </a:cubicBezTo>
                  <a:cubicBezTo>
                    <a:pt x="1" y="1"/>
                    <a:pt x="2" y="0"/>
                    <a:pt x="3" y="0"/>
                  </a:cubicBezTo>
                  <a:cubicBezTo>
                    <a:pt x="4" y="0"/>
                    <a:pt x="5" y="0"/>
                    <a:pt x="5" y="1"/>
                  </a:cubicBezTo>
                  <a:cubicBezTo>
                    <a:pt x="5" y="1"/>
                    <a:pt x="6" y="2"/>
                    <a:pt x="6" y="2"/>
                  </a:cubicBezTo>
                  <a:cubicBezTo>
                    <a:pt x="6" y="3"/>
                    <a:pt x="6" y="4"/>
                    <a:pt x="6"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200"/>
            <p:cNvSpPr>
              <a:spLocks/>
            </p:cNvSpPr>
            <p:nvPr/>
          </p:nvSpPr>
          <p:spPr bwMode="auto">
            <a:xfrm>
              <a:off x="5119688" y="3427413"/>
              <a:ext cx="11113" cy="14288"/>
            </a:xfrm>
            <a:custGeom>
              <a:avLst/>
              <a:gdLst/>
              <a:ahLst/>
              <a:cxnLst>
                <a:cxn ang="0">
                  <a:pos x="6" y="7"/>
                </a:cxn>
                <a:cxn ang="0">
                  <a:pos x="2" y="8"/>
                </a:cxn>
                <a:cxn ang="0">
                  <a:pos x="0" y="5"/>
                </a:cxn>
                <a:cxn ang="0">
                  <a:pos x="2" y="1"/>
                </a:cxn>
                <a:cxn ang="0">
                  <a:pos x="3" y="0"/>
                </a:cxn>
                <a:cxn ang="0">
                  <a:pos x="5" y="1"/>
                </a:cxn>
                <a:cxn ang="0">
                  <a:pos x="6" y="3"/>
                </a:cxn>
                <a:cxn ang="0">
                  <a:pos x="6" y="7"/>
                </a:cxn>
              </a:cxnLst>
              <a:rect l="0" t="0" r="r" b="b"/>
              <a:pathLst>
                <a:path w="6" h="8">
                  <a:moveTo>
                    <a:pt x="6" y="7"/>
                  </a:moveTo>
                  <a:cubicBezTo>
                    <a:pt x="5" y="7"/>
                    <a:pt x="3" y="8"/>
                    <a:pt x="2" y="8"/>
                  </a:cubicBezTo>
                  <a:cubicBezTo>
                    <a:pt x="2" y="7"/>
                    <a:pt x="1" y="6"/>
                    <a:pt x="0" y="5"/>
                  </a:cubicBezTo>
                  <a:cubicBezTo>
                    <a:pt x="0" y="4"/>
                    <a:pt x="1" y="2"/>
                    <a:pt x="2" y="1"/>
                  </a:cubicBezTo>
                  <a:cubicBezTo>
                    <a:pt x="2" y="1"/>
                    <a:pt x="3" y="0"/>
                    <a:pt x="3" y="0"/>
                  </a:cubicBezTo>
                  <a:cubicBezTo>
                    <a:pt x="4" y="0"/>
                    <a:pt x="5" y="1"/>
                    <a:pt x="5" y="1"/>
                  </a:cubicBezTo>
                  <a:cubicBezTo>
                    <a:pt x="6" y="2"/>
                    <a:pt x="6" y="3"/>
                    <a:pt x="6" y="3"/>
                  </a:cubicBezTo>
                  <a:cubicBezTo>
                    <a:pt x="6" y="4"/>
                    <a:pt x="6" y="6"/>
                    <a:pt x="6"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201"/>
            <p:cNvSpPr>
              <a:spLocks/>
            </p:cNvSpPr>
            <p:nvPr/>
          </p:nvSpPr>
          <p:spPr bwMode="auto">
            <a:xfrm>
              <a:off x="5110163" y="3448051"/>
              <a:ext cx="9525" cy="11113"/>
            </a:xfrm>
            <a:custGeom>
              <a:avLst/>
              <a:gdLst/>
              <a:ahLst/>
              <a:cxnLst>
                <a:cxn ang="0">
                  <a:pos x="4" y="5"/>
                </a:cxn>
                <a:cxn ang="0">
                  <a:pos x="1" y="5"/>
                </a:cxn>
                <a:cxn ang="0">
                  <a:pos x="1" y="2"/>
                </a:cxn>
                <a:cxn ang="0">
                  <a:pos x="3" y="0"/>
                </a:cxn>
                <a:cxn ang="0">
                  <a:pos x="4" y="1"/>
                </a:cxn>
                <a:cxn ang="0">
                  <a:pos x="6" y="3"/>
                </a:cxn>
                <a:cxn ang="0">
                  <a:pos x="4" y="5"/>
                </a:cxn>
              </a:cxnLst>
              <a:rect l="0" t="0" r="r" b="b"/>
              <a:pathLst>
                <a:path w="6" h="6">
                  <a:moveTo>
                    <a:pt x="4" y="5"/>
                  </a:moveTo>
                  <a:cubicBezTo>
                    <a:pt x="4" y="6"/>
                    <a:pt x="1" y="5"/>
                    <a:pt x="1" y="5"/>
                  </a:cubicBezTo>
                  <a:cubicBezTo>
                    <a:pt x="0" y="4"/>
                    <a:pt x="1" y="3"/>
                    <a:pt x="1" y="2"/>
                  </a:cubicBezTo>
                  <a:cubicBezTo>
                    <a:pt x="1" y="1"/>
                    <a:pt x="2" y="0"/>
                    <a:pt x="3" y="0"/>
                  </a:cubicBezTo>
                  <a:cubicBezTo>
                    <a:pt x="3" y="0"/>
                    <a:pt x="4" y="0"/>
                    <a:pt x="4" y="1"/>
                  </a:cubicBezTo>
                  <a:cubicBezTo>
                    <a:pt x="5" y="1"/>
                    <a:pt x="5" y="2"/>
                    <a:pt x="6" y="3"/>
                  </a:cubicBezTo>
                  <a:cubicBezTo>
                    <a:pt x="6" y="3"/>
                    <a:pt x="5" y="5"/>
                    <a:pt x="4"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202"/>
            <p:cNvSpPr>
              <a:spLocks/>
            </p:cNvSpPr>
            <p:nvPr/>
          </p:nvSpPr>
          <p:spPr bwMode="auto">
            <a:xfrm>
              <a:off x="5095875" y="3454401"/>
              <a:ext cx="11113" cy="11113"/>
            </a:xfrm>
            <a:custGeom>
              <a:avLst/>
              <a:gdLst/>
              <a:ahLst/>
              <a:cxnLst>
                <a:cxn ang="0">
                  <a:pos x="6" y="6"/>
                </a:cxn>
                <a:cxn ang="0">
                  <a:pos x="3" y="7"/>
                </a:cxn>
                <a:cxn ang="0">
                  <a:pos x="1" y="5"/>
                </a:cxn>
                <a:cxn ang="0">
                  <a:pos x="0" y="2"/>
                </a:cxn>
                <a:cxn ang="0">
                  <a:pos x="2" y="0"/>
                </a:cxn>
                <a:cxn ang="0">
                  <a:pos x="4" y="1"/>
                </a:cxn>
                <a:cxn ang="0">
                  <a:pos x="5" y="3"/>
                </a:cxn>
                <a:cxn ang="0">
                  <a:pos x="6" y="4"/>
                </a:cxn>
                <a:cxn ang="0">
                  <a:pos x="7" y="5"/>
                </a:cxn>
                <a:cxn ang="0">
                  <a:pos x="6" y="6"/>
                </a:cxn>
              </a:cxnLst>
              <a:rect l="0" t="0" r="r" b="b"/>
              <a:pathLst>
                <a:path w="7" h="7">
                  <a:moveTo>
                    <a:pt x="6" y="6"/>
                  </a:moveTo>
                  <a:cubicBezTo>
                    <a:pt x="6" y="7"/>
                    <a:pt x="4" y="7"/>
                    <a:pt x="3" y="7"/>
                  </a:cubicBezTo>
                  <a:cubicBezTo>
                    <a:pt x="2" y="7"/>
                    <a:pt x="1" y="6"/>
                    <a:pt x="1" y="5"/>
                  </a:cubicBezTo>
                  <a:cubicBezTo>
                    <a:pt x="0" y="5"/>
                    <a:pt x="0" y="3"/>
                    <a:pt x="0" y="2"/>
                  </a:cubicBezTo>
                  <a:cubicBezTo>
                    <a:pt x="0" y="1"/>
                    <a:pt x="1" y="0"/>
                    <a:pt x="2" y="0"/>
                  </a:cubicBezTo>
                  <a:cubicBezTo>
                    <a:pt x="2" y="0"/>
                    <a:pt x="4" y="0"/>
                    <a:pt x="4" y="1"/>
                  </a:cubicBezTo>
                  <a:cubicBezTo>
                    <a:pt x="4" y="1"/>
                    <a:pt x="5" y="2"/>
                    <a:pt x="5" y="3"/>
                  </a:cubicBezTo>
                  <a:cubicBezTo>
                    <a:pt x="5" y="3"/>
                    <a:pt x="6" y="3"/>
                    <a:pt x="6" y="4"/>
                  </a:cubicBezTo>
                  <a:cubicBezTo>
                    <a:pt x="6" y="4"/>
                    <a:pt x="7" y="4"/>
                    <a:pt x="7" y="5"/>
                  </a:cubicBezTo>
                  <a:cubicBezTo>
                    <a:pt x="7" y="5"/>
                    <a:pt x="7" y="6"/>
                    <a:pt x="6"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203"/>
            <p:cNvSpPr>
              <a:spLocks/>
            </p:cNvSpPr>
            <p:nvPr/>
          </p:nvSpPr>
          <p:spPr bwMode="auto">
            <a:xfrm>
              <a:off x="5057775" y="3481388"/>
              <a:ext cx="14288" cy="12700"/>
            </a:xfrm>
            <a:custGeom>
              <a:avLst/>
              <a:gdLst/>
              <a:ahLst/>
              <a:cxnLst>
                <a:cxn ang="0">
                  <a:pos x="8" y="4"/>
                </a:cxn>
                <a:cxn ang="0">
                  <a:pos x="7" y="0"/>
                </a:cxn>
                <a:cxn ang="0">
                  <a:pos x="4" y="2"/>
                </a:cxn>
                <a:cxn ang="0">
                  <a:pos x="1" y="2"/>
                </a:cxn>
                <a:cxn ang="0">
                  <a:pos x="0" y="5"/>
                </a:cxn>
                <a:cxn ang="0">
                  <a:pos x="3" y="7"/>
                </a:cxn>
                <a:cxn ang="0">
                  <a:pos x="6" y="7"/>
                </a:cxn>
                <a:cxn ang="0">
                  <a:pos x="8" y="4"/>
                </a:cxn>
              </a:cxnLst>
              <a:rect l="0" t="0" r="r" b="b"/>
              <a:pathLst>
                <a:path w="8" h="7">
                  <a:moveTo>
                    <a:pt x="8" y="4"/>
                  </a:moveTo>
                  <a:cubicBezTo>
                    <a:pt x="8" y="3"/>
                    <a:pt x="8" y="0"/>
                    <a:pt x="7" y="0"/>
                  </a:cubicBezTo>
                  <a:cubicBezTo>
                    <a:pt x="6" y="0"/>
                    <a:pt x="5" y="2"/>
                    <a:pt x="4" y="2"/>
                  </a:cubicBezTo>
                  <a:cubicBezTo>
                    <a:pt x="3" y="2"/>
                    <a:pt x="2" y="2"/>
                    <a:pt x="1" y="2"/>
                  </a:cubicBezTo>
                  <a:cubicBezTo>
                    <a:pt x="1" y="3"/>
                    <a:pt x="0" y="4"/>
                    <a:pt x="0" y="5"/>
                  </a:cubicBezTo>
                  <a:cubicBezTo>
                    <a:pt x="1" y="6"/>
                    <a:pt x="2" y="7"/>
                    <a:pt x="3" y="7"/>
                  </a:cubicBezTo>
                  <a:cubicBezTo>
                    <a:pt x="4" y="7"/>
                    <a:pt x="6" y="7"/>
                    <a:pt x="6" y="7"/>
                  </a:cubicBezTo>
                  <a:cubicBezTo>
                    <a:pt x="7" y="6"/>
                    <a:pt x="8" y="5"/>
                    <a:pt x="8"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204"/>
            <p:cNvSpPr>
              <a:spLocks/>
            </p:cNvSpPr>
            <p:nvPr/>
          </p:nvSpPr>
          <p:spPr bwMode="auto">
            <a:xfrm>
              <a:off x="5078413" y="3503613"/>
              <a:ext cx="7938" cy="11113"/>
            </a:xfrm>
            <a:custGeom>
              <a:avLst/>
              <a:gdLst/>
              <a:ahLst/>
              <a:cxnLst>
                <a:cxn ang="0">
                  <a:pos x="5" y="3"/>
                </a:cxn>
                <a:cxn ang="0">
                  <a:pos x="4" y="5"/>
                </a:cxn>
                <a:cxn ang="0">
                  <a:pos x="1" y="6"/>
                </a:cxn>
                <a:cxn ang="0">
                  <a:pos x="0" y="4"/>
                </a:cxn>
                <a:cxn ang="0">
                  <a:pos x="1" y="1"/>
                </a:cxn>
                <a:cxn ang="0">
                  <a:pos x="4" y="0"/>
                </a:cxn>
                <a:cxn ang="0">
                  <a:pos x="5" y="3"/>
                </a:cxn>
              </a:cxnLst>
              <a:rect l="0" t="0" r="r" b="b"/>
              <a:pathLst>
                <a:path w="5" h="6">
                  <a:moveTo>
                    <a:pt x="5" y="3"/>
                  </a:moveTo>
                  <a:cubicBezTo>
                    <a:pt x="5" y="3"/>
                    <a:pt x="4" y="5"/>
                    <a:pt x="4" y="5"/>
                  </a:cubicBezTo>
                  <a:cubicBezTo>
                    <a:pt x="3" y="6"/>
                    <a:pt x="1" y="6"/>
                    <a:pt x="1" y="6"/>
                  </a:cubicBezTo>
                  <a:cubicBezTo>
                    <a:pt x="0" y="6"/>
                    <a:pt x="0" y="4"/>
                    <a:pt x="0" y="4"/>
                  </a:cubicBezTo>
                  <a:cubicBezTo>
                    <a:pt x="0" y="3"/>
                    <a:pt x="0" y="2"/>
                    <a:pt x="1" y="1"/>
                  </a:cubicBezTo>
                  <a:cubicBezTo>
                    <a:pt x="2" y="1"/>
                    <a:pt x="3" y="0"/>
                    <a:pt x="4" y="0"/>
                  </a:cubicBezTo>
                  <a:cubicBezTo>
                    <a:pt x="5" y="1"/>
                    <a:pt x="5" y="2"/>
                    <a:pt x="5"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4" name="Freeform 206"/>
            <p:cNvSpPr>
              <a:spLocks/>
            </p:cNvSpPr>
            <p:nvPr/>
          </p:nvSpPr>
          <p:spPr bwMode="auto">
            <a:xfrm>
              <a:off x="5043488" y="3505200"/>
              <a:ext cx="12700" cy="11113"/>
            </a:xfrm>
            <a:custGeom>
              <a:avLst/>
              <a:gdLst/>
              <a:ahLst/>
              <a:cxnLst>
                <a:cxn ang="0">
                  <a:pos x="7" y="4"/>
                </a:cxn>
                <a:cxn ang="0">
                  <a:pos x="5" y="6"/>
                </a:cxn>
                <a:cxn ang="0">
                  <a:pos x="1" y="5"/>
                </a:cxn>
                <a:cxn ang="0">
                  <a:pos x="1" y="3"/>
                </a:cxn>
                <a:cxn ang="0">
                  <a:pos x="3" y="1"/>
                </a:cxn>
                <a:cxn ang="0">
                  <a:pos x="5" y="1"/>
                </a:cxn>
                <a:cxn ang="0">
                  <a:pos x="7" y="2"/>
                </a:cxn>
                <a:cxn ang="0">
                  <a:pos x="7" y="4"/>
                </a:cxn>
              </a:cxnLst>
              <a:rect l="0" t="0" r="r" b="b"/>
              <a:pathLst>
                <a:path w="7" h="6">
                  <a:moveTo>
                    <a:pt x="7" y="4"/>
                  </a:moveTo>
                  <a:cubicBezTo>
                    <a:pt x="7" y="5"/>
                    <a:pt x="5" y="6"/>
                    <a:pt x="5" y="6"/>
                  </a:cubicBezTo>
                  <a:cubicBezTo>
                    <a:pt x="4" y="6"/>
                    <a:pt x="2" y="6"/>
                    <a:pt x="1" y="5"/>
                  </a:cubicBezTo>
                  <a:cubicBezTo>
                    <a:pt x="1" y="5"/>
                    <a:pt x="0" y="4"/>
                    <a:pt x="1" y="3"/>
                  </a:cubicBezTo>
                  <a:cubicBezTo>
                    <a:pt x="1" y="2"/>
                    <a:pt x="2" y="1"/>
                    <a:pt x="3" y="1"/>
                  </a:cubicBezTo>
                  <a:cubicBezTo>
                    <a:pt x="4" y="0"/>
                    <a:pt x="5" y="0"/>
                    <a:pt x="5" y="1"/>
                  </a:cubicBezTo>
                  <a:cubicBezTo>
                    <a:pt x="6" y="1"/>
                    <a:pt x="7" y="2"/>
                    <a:pt x="7" y="2"/>
                  </a:cubicBezTo>
                  <a:cubicBezTo>
                    <a:pt x="7" y="2"/>
                    <a:pt x="7" y="3"/>
                    <a:pt x="7" y="4"/>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5" name="Freeform 207"/>
            <p:cNvSpPr>
              <a:spLocks/>
            </p:cNvSpPr>
            <p:nvPr/>
          </p:nvSpPr>
          <p:spPr bwMode="auto">
            <a:xfrm>
              <a:off x="5060950" y="3517900"/>
              <a:ext cx="31750" cy="19050"/>
            </a:xfrm>
            <a:custGeom>
              <a:avLst/>
              <a:gdLst/>
              <a:ahLst/>
              <a:cxnLst>
                <a:cxn ang="0">
                  <a:pos x="18" y="8"/>
                </a:cxn>
                <a:cxn ang="0">
                  <a:pos x="14" y="10"/>
                </a:cxn>
                <a:cxn ang="0">
                  <a:pos x="10" y="10"/>
                </a:cxn>
                <a:cxn ang="0">
                  <a:pos x="6" y="11"/>
                </a:cxn>
                <a:cxn ang="0">
                  <a:pos x="2" y="9"/>
                </a:cxn>
                <a:cxn ang="0">
                  <a:pos x="0" y="5"/>
                </a:cxn>
                <a:cxn ang="0">
                  <a:pos x="2" y="1"/>
                </a:cxn>
                <a:cxn ang="0">
                  <a:pos x="4" y="0"/>
                </a:cxn>
                <a:cxn ang="0">
                  <a:pos x="7" y="3"/>
                </a:cxn>
                <a:cxn ang="0">
                  <a:pos x="10" y="4"/>
                </a:cxn>
                <a:cxn ang="0">
                  <a:pos x="14" y="4"/>
                </a:cxn>
                <a:cxn ang="0">
                  <a:pos x="16" y="5"/>
                </a:cxn>
                <a:cxn ang="0">
                  <a:pos x="18" y="8"/>
                </a:cxn>
              </a:cxnLst>
              <a:rect l="0" t="0" r="r" b="b"/>
              <a:pathLst>
                <a:path w="18" h="11">
                  <a:moveTo>
                    <a:pt x="18" y="8"/>
                  </a:moveTo>
                  <a:cubicBezTo>
                    <a:pt x="18" y="9"/>
                    <a:pt x="15" y="10"/>
                    <a:pt x="14" y="10"/>
                  </a:cubicBezTo>
                  <a:cubicBezTo>
                    <a:pt x="13" y="10"/>
                    <a:pt x="11" y="9"/>
                    <a:pt x="10" y="10"/>
                  </a:cubicBezTo>
                  <a:cubicBezTo>
                    <a:pt x="9" y="10"/>
                    <a:pt x="7" y="11"/>
                    <a:pt x="6" y="11"/>
                  </a:cubicBezTo>
                  <a:cubicBezTo>
                    <a:pt x="5" y="11"/>
                    <a:pt x="3" y="10"/>
                    <a:pt x="2" y="9"/>
                  </a:cubicBezTo>
                  <a:cubicBezTo>
                    <a:pt x="1" y="8"/>
                    <a:pt x="0" y="6"/>
                    <a:pt x="0" y="5"/>
                  </a:cubicBezTo>
                  <a:cubicBezTo>
                    <a:pt x="0" y="4"/>
                    <a:pt x="1" y="2"/>
                    <a:pt x="2" y="1"/>
                  </a:cubicBezTo>
                  <a:cubicBezTo>
                    <a:pt x="2" y="1"/>
                    <a:pt x="4" y="0"/>
                    <a:pt x="4" y="0"/>
                  </a:cubicBezTo>
                  <a:cubicBezTo>
                    <a:pt x="5" y="0"/>
                    <a:pt x="6" y="3"/>
                    <a:pt x="7" y="3"/>
                  </a:cubicBezTo>
                  <a:cubicBezTo>
                    <a:pt x="8" y="4"/>
                    <a:pt x="9" y="4"/>
                    <a:pt x="10" y="4"/>
                  </a:cubicBezTo>
                  <a:cubicBezTo>
                    <a:pt x="11" y="4"/>
                    <a:pt x="13" y="3"/>
                    <a:pt x="14" y="4"/>
                  </a:cubicBezTo>
                  <a:cubicBezTo>
                    <a:pt x="15" y="4"/>
                    <a:pt x="16" y="5"/>
                    <a:pt x="16" y="5"/>
                  </a:cubicBezTo>
                  <a:cubicBezTo>
                    <a:pt x="17" y="6"/>
                    <a:pt x="18" y="7"/>
                    <a:pt x="18" y="8"/>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208"/>
            <p:cNvSpPr>
              <a:spLocks/>
            </p:cNvSpPr>
            <p:nvPr/>
          </p:nvSpPr>
          <p:spPr bwMode="auto">
            <a:xfrm>
              <a:off x="5024438" y="3522663"/>
              <a:ext cx="31750" cy="47625"/>
            </a:xfrm>
            <a:custGeom>
              <a:avLst/>
              <a:gdLst/>
              <a:ahLst/>
              <a:cxnLst>
                <a:cxn ang="0">
                  <a:pos x="14" y="19"/>
                </a:cxn>
                <a:cxn ang="0">
                  <a:pos x="8" y="21"/>
                </a:cxn>
                <a:cxn ang="0">
                  <a:pos x="6" y="24"/>
                </a:cxn>
                <a:cxn ang="0">
                  <a:pos x="4" y="26"/>
                </a:cxn>
                <a:cxn ang="0">
                  <a:pos x="1" y="27"/>
                </a:cxn>
                <a:cxn ang="0">
                  <a:pos x="0" y="22"/>
                </a:cxn>
                <a:cxn ang="0">
                  <a:pos x="2" y="17"/>
                </a:cxn>
                <a:cxn ang="0">
                  <a:pos x="1" y="12"/>
                </a:cxn>
                <a:cxn ang="0">
                  <a:pos x="0" y="8"/>
                </a:cxn>
                <a:cxn ang="0">
                  <a:pos x="3" y="6"/>
                </a:cxn>
                <a:cxn ang="0">
                  <a:pos x="4" y="2"/>
                </a:cxn>
                <a:cxn ang="0">
                  <a:pos x="7" y="1"/>
                </a:cxn>
                <a:cxn ang="0">
                  <a:pos x="12" y="1"/>
                </a:cxn>
                <a:cxn ang="0">
                  <a:pos x="14" y="3"/>
                </a:cxn>
                <a:cxn ang="0">
                  <a:pos x="14" y="8"/>
                </a:cxn>
                <a:cxn ang="0">
                  <a:pos x="16" y="11"/>
                </a:cxn>
                <a:cxn ang="0">
                  <a:pos x="17" y="12"/>
                </a:cxn>
                <a:cxn ang="0">
                  <a:pos x="18" y="16"/>
                </a:cxn>
                <a:cxn ang="0">
                  <a:pos x="16" y="18"/>
                </a:cxn>
                <a:cxn ang="0">
                  <a:pos x="14" y="19"/>
                </a:cxn>
              </a:cxnLst>
              <a:rect l="0" t="0" r="r" b="b"/>
              <a:pathLst>
                <a:path w="18" h="27">
                  <a:moveTo>
                    <a:pt x="14" y="19"/>
                  </a:moveTo>
                  <a:cubicBezTo>
                    <a:pt x="13" y="20"/>
                    <a:pt x="9" y="21"/>
                    <a:pt x="8" y="21"/>
                  </a:cubicBezTo>
                  <a:cubicBezTo>
                    <a:pt x="8" y="22"/>
                    <a:pt x="7" y="23"/>
                    <a:pt x="6" y="24"/>
                  </a:cubicBezTo>
                  <a:cubicBezTo>
                    <a:pt x="6" y="25"/>
                    <a:pt x="5" y="26"/>
                    <a:pt x="4" y="26"/>
                  </a:cubicBezTo>
                  <a:cubicBezTo>
                    <a:pt x="4" y="27"/>
                    <a:pt x="2" y="27"/>
                    <a:pt x="1" y="27"/>
                  </a:cubicBezTo>
                  <a:cubicBezTo>
                    <a:pt x="0" y="26"/>
                    <a:pt x="0" y="23"/>
                    <a:pt x="0" y="22"/>
                  </a:cubicBezTo>
                  <a:cubicBezTo>
                    <a:pt x="0" y="20"/>
                    <a:pt x="1" y="18"/>
                    <a:pt x="2" y="17"/>
                  </a:cubicBezTo>
                  <a:cubicBezTo>
                    <a:pt x="2" y="16"/>
                    <a:pt x="1" y="14"/>
                    <a:pt x="1" y="12"/>
                  </a:cubicBezTo>
                  <a:cubicBezTo>
                    <a:pt x="0" y="11"/>
                    <a:pt x="0" y="9"/>
                    <a:pt x="0" y="8"/>
                  </a:cubicBezTo>
                  <a:cubicBezTo>
                    <a:pt x="0" y="7"/>
                    <a:pt x="2" y="6"/>
                    <a:pt x="3" y="6"/>
                  </a:cubicBezTo>
                  <a:cubicBezTo>
                    <a:pt x="3" y="5"/>
                    <a:pt x="3" y="3"/>
                    <a:pt x="4" y="2"/>
                  </a:cubicBezTo>
                  <a:cubicBezTo>
                    <a:pt x="5" y="2"/>
                    <a:pt x="6" y="1"/>
                    <a:pt x="7" y="1"/>
                  </a:cubicBezTo>
                  <a:cubicBezTo>
                    <a:pt x="8" y="0"/>
                    <a:pt x="11" y="0"/>
                    <a:pt x="12" y="1"/>
                  </a:cubicBezTo>
                  <a:cubicBezTo>
                    <a:pt x="12" y="1"/>
                    <a:pt x="14" y="2"/>
                    <a:pt x="14" y="3"/>
                  </a:cubicBezTo>
                  <a:cubicBezTo>
                    <a:pt x="14" y="4"/>
                    <a:pt x="14" y="7"/>
                    <a:pt x="14" y="8"/>
                  </a:cubicBezTo>
                  <a:cubicBezTo>
                    <a:pt x="14" y="9"/>
                    <a:pt x="16" y="11"/>
                    <a:pt x="16" y="11"/>
                  </a:cubicBezTo>
                  <a:cubicBezTo>
                    <a:pt x="16" y="12"/>
                    <a:pt x="17" y="12"/>
                    <a:pt x="17" y="12"/>
                  </a:cubicBezTo>
                  <a:cubicBezTo>
                    <a:pt x="18" y="13"/>
                    <a:pt x="18" y="15"/>
                    <a:pt x="18" y="16"/>
                  </a:cubicBezTo>
                  <a:cubicBezTo>
                    <a:pt x="18" y="17"/>
                    <a:pt x="16" y="17"/>
                    <a:pt x="16" y="18"/>
                  </a:cubicBezTo>
                  <a:cubicBezTo>
                    <a:pt x="15" y="18"/>
                    <a:pt x="14" y="19"/>
                    <a:pt x="14" y="1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209"/>
            <p:cNvSpPr>
              <a:spLocks/>
            </p:cNvSpPr>
            <p:nvPr/>
          </p:nvSpPr>
          <p:spPr bwMode="auto">
            <a:xfrm>
              <a:off x="4983163" y="3554413"/>
              <a:ext cx="34925" cy="30163"/>
            </a:xfrm>
            <a:custGeom>
              <a:avLst/>
              <a:gdLst/>
              <a:ahLst/>
              <a:cxnLst>
                <a:cxn ang="0">
                  <a:pos x="19" y="6"/>
                </a:cxn>
                <a:cxn ang="0">
                  <a:pos x="16" y="4"/>
                </a:cxn>
                <a:cxn ang="0">
                  <a:pos x="12" y="1"/>
                </a:cxn>
                <a:cxn ang="0">
                  <a:pos x="7" y="1"/>
                </a:cxn>
                <a:cxn ang="0">
                  <a:pos x="4" y="4"/>
                </a:cxn>
                <a:cxn ang="0">
                  <a:pos x="2" y="5"/>
                </a:cxn>
                <a:cxn ang="0">
                  <a:pos x="1" y="8"/>
                </a:cxn>
                <a:cxn ang="0">
                  <a:pos x="3" y="11"/>
                </a:cxn>
                <a:cxn ang="0">
                  <a:pos x="3" y="13"/>
                </a:cxn>
                <a:cxn ang="0">
                  <a:pos x="1" y="13"/>
                </a:cxn>
                <a:cxn ang="0">
                  <a:pos x="2" y="15"/>
                </a:cxn>
                <a:cxn ang="0">
                  <a:pos x="7" y="18"/>
                </a:cxn>
                <a:cxn ang="0">
                  <a:pos x="13" y="17"/>
                </a:cxn>
                <a:cxn ang="0">
                  <a:pos x="17" y="15"/>
                </a:cxn>
                <a:cxn ang="0">
                  <a:pos x="20" y="14"/>
                </a:cxn>
                <a:cxn ang="0">
                  <a:pos x="20" y="11"/>
                </a:cxn>
                <a:cxn ang="0">
                  <a:pos x="20" y="8"/>
                </a:cxn>
                <a:cxn ang="0">
                  <a:pos x="19" y="6"/>
                </a:cxn>
              </a:cxnLst>
              <a:rect l="0" t="0" r="r" b="b"/>
              <a:pathLst>
                <a:path w="20" h="18">
                  <a:moveTo>
                    <a:pt x="19" y="6"/>
                  </a:moveTo>
                  <a:cubicBezTo>
                    <a:pt x="19" y="5"/>
                    <a:pt x="17" y="4"/>
                    <a:pt x="16" y="4"/>
                  </a:cubicBezTo>
                  <a:cubicBezTo>
                    <a:pt x="15" y="3"/>
                    <a:pt x="13" y="1"/>
                    <a:pt x="12" y="1"/>
                  </a:cubicBezTo>
                  <a:cubicBezTo>
                    <a:pt x="11" y="0"/>
                    <a:pt x="8" y="0"/>
                    <a:pt x="7" y="1"/>
                  </a:cubicBezTo>
                  <a:cubicBezTo>
                    <a:pt x="6" y="1"/>
                    <a:pt x="5" y="3"/>
                    <a:pt x="4" y="4"/>
                  </a:cubicBezTo>
                  <a:cubicBezTo>
                    <a:pt x="3" y="4"/>
                    <a:pt x="2" y="4"/>
                    <a:pt x="2" y="5"/>
                  </a:cubicBezTo>
                  <a:cubicBezTo>
                    <a:pt x="1" y="5"/>
                    <a:pt x="0" y="7"/>
                    <a:pt x="1" y="8"/>
                  </a:cubicBezTo>
                  <a:cubicBezTo>
                    <a:pt x="1" y="9"/>
                    <a:pt x="3" y="10"/>
                    <a:pt x="3" y="11"/>
                  </a:cubicBezTo>
                  <a:cubicBezTo>
                    <a:pt x="3" y="11"/>
                    <a:pt x="3" y="12"/>
                    <a:pt x="3" y="13"/>
                  </a:cubicBezTo>
                  <a:cubicBezTo>
                    <a:pt x="2" y="13"/>
                    <a:pt x="1" y="12"/>
                    <a:pt x="1" y="13"/>
                  </a:cubicBezTo>
                  <a:cubicBezTo>
                    <a:pt x="0" y="13"/>
                    <a:pt x="1" y="15"/>
                    <a:pt x="2" y="15"/>
                  </a:cubicBezTo>
                  <a:cubicBezTo>
                    <a:pt x="3" y="16"/>
                    <a:pt x="5" y="17"/>
                    <a:pt x="7" y="18"/>
                  </a:cubicBezTo>
                  <a:cubicBezTo>
                    <a:pt x="8" y="18"/>
                    <a:pt x="11" y="18"/>
                    <a:pt x="13" y="17"/>
                  </a:cubicBezTo>
                  <a:cubicBezTo>
                    <a:pt x="14" y="17"/>
                    <a:pt x="16" y="16"/>
                    <a:pt x="17" y="15"/>
                  </a:cubicBezTo>
                  <a:cubicBezTo>
                    <a:pt x="18" y="15"/>
                    <a:pt x="20" y="15"/>
                    <a:pt x="20" y="14"/>
                  </a:cubicBezTo>
                  <a:cubicBezTo>
                    <a:pt x="20" y="14"/>
                    <a:pt x="20" y="12"/>
                    <a:pt x="20" y="11"/>
                  </a:cubicBezTo>
                  <a:cubicBezTo>
                    <a:pt x="20" y="10"/>
                    <a:pt x="20" y="9"/>
                    <a:pt x="20" y="8"/>
                  </a:cubicBezTo>
                  <a:cubicBezTo>
                    <a:pt x="20" y="8"/>
                    <a:pt x="20" y="7"/>
                    <a:pt x="19"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210"/>
            <p:cNvSpPr>
              <a:spLocks/>
            </p:cNvSpPr>
            <p:nvPr/>
          </p:nvSpPr>
          <p:spPr bwMode="auto">
            <a:xfrm>
              <a:off x="4953000" y="3571875"/>
              <a:ext cx="11113" cy="7938"/>
            </a:xfrm>
            <a:custGeom>
              <a:avLst/>
              <a:gdLst/>
              <a:ahLst/>
              <a:cxnLst>
                <a:cxn ang="0">
                  <a:pos x="6" y="2"/>
                </a:cxn>
                <a:cxn ang="0">
                  <a:pos x="3" y="0"/>
                </a:cxn>
                <a:cxn ang="0">
                  <a:pos x="1" y="0"/>
                </a:cxn>
                <a:cxn ang="0">
                  <a:pos x="0" y="3"/>
                </a:cxn>
                <a:cxn ang="0">
                  <a:pos x="2" y="5"/>
                </a:cxn>
                <a:cxn ang="0">
                  <a:pos x="6" y="5"/>
                </a:cxn>
                <a:cxn ang="0">
                  <a:pos x="6" y="2"/>
                </a:cxn>
              </a:cxnLst>
              <a:rect l="0" t="0" r="r" b="b"/>
              <a:pathLst>
                <a:path w="7" h="5">
                  <a:moveTo>
                    <a:pt x="6" y="2"/>
                  </a:moveTo>
                  <a:cubicBezTo>
                    <a:pt x="6" y="1"/>
                    <a:pt x="4" y="0"/>
                    <a:pt x="3" y="0"/>
                  </a:cubicBezTo>
                  <a:cubicBezTo>
                    <a:pt x="3" y="0"/>
                    <a:pt x="1" y="0"/>
                    <a:pt x="1" y="0"/>
                  </a:cubicBezTo>
                  <a:cubicBezTo>
                    <a:pt x="0" y="1"/>
                    <a:pt x="0" y="2"/>
                    <a:pt x="0" y="3"/>
                  </a:cubicBezTo>
                  <a:cubicBezTo>
                    <a:pt x="0" y="4"/>
                    <a:pt x="2" y="4"/>
                    <a:pt x="2" y="5"/>
                  </a:cubicBezTo>
                  <a:cubicBezTo>
                    <a:pt x="3" y="5"/>
                    <a:pt x="6" y="5"/>
                    <a:pt x="6" y="5"/>
                  </a:cubicBezTo>
                  <a:cubicBezTo>
                    <a:pt x="7" y="4"/>
                    <a:pt x="6" y="3"/>
                    <a:pt x="6" y="2"/>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211"/>
            <p:cNvSpPr>
              <a:spLocks/>
            </p:cNvSpPr>
            <p:nvPr/>
          </p:nvSpPr>
          <p:spPr bwMode="auto">
            <a:xfrm>
              <a:off x="4962525" y="3557588"/>
              <a:ext cx="11113" cy="12700"/>
            </a:xfrm>
            <a:custGeom>
              <a:avLst/>
              <a:gdLst/>
              <a:ahLst/>
              <a:cxnLst>
                <a:cxn ang="0">
                  <a:pos x="5" y="6"/>
                </a:cxn>
                <a:cxn ang="0">
                  <a:pos x="2" y="6"/>
                </a:cxn>
                <a:cxn ang="0">
                  <a:pos x="0" y="5"/>
                </a:cxn>
                <a:cxn ang="0">
                  <a:pos x="0" y="2"/>
                </a:cxn>
                <a:cxn ang="0">
                  <a:pos x="3" y="0"/>
                </a:cxn>
                <a:cxn ang="0">
                  <a:pos x="4" y="1"/>
                </a:cxn>
                <a:cxn ang="0">
                  <a:pos x="6" y="3"/>
                </a:cxn>
                <a:cxn ang="0">
                  <a:pos x="5" y="6"/>
                </a:cxn>
              </a:cxnLst>
              <a:rect l="0" t="0" r="r" b="b"/>
              <a:pathLst>
                <a:path w="6" h="7">
                  <a:moveTo>
                    <a:pt x="5" y="6"/>
                  </a:moveTo>
                  <a:cubicBezTo>
                    <a:pt x="5" y="7"/>
                    <a:pt x="3" y="7"/>
                    <a:pt x="2" y="6"/>
                  </a:cubicBezTo>
                  <a:cubicBezTo>
                    <a:pt x="2" y="6"/>
                    <a:pt x="1" y="5"/>
                    <a:pt x="0" y="5"/>
                  </a:cubicBezTo>
                  <a:cubicBezTo>
                    <a:pt x="0" y="4"/>
                    <a:pt x="0" y="2"/>
                    <a:pt x="0" y="2"/>
                  </a:cubicBezTo>
                  <a:cubicBezTo>
                    <a:pt x="1" y="1"/>
                    <a:pt x="2" y="0"/>
                    <a:pt x="3" y="0"/>
                  </a:cubicBezTo>
                  <a:cubicBezTo>
                    <a:pt x="3" y="0"/>
                    <a:pt x="4" y="0"/>
                    <a:pt x="4" y="1"/>
                  </a:cubicBezTo>
                  <a:cubicBezTo>
                    <a:pt x="5" y="1"/>
                    <a:pt x="6" y="2"/>
                    <a:pt x="6" y="3"/>
                  </a:cubicBezTo>
                  <a:cubicBezTo>
                    <a:pt x="6" y="4"/>
                    <a:pt x="6" y="6"/>
                    <a:pt x="5"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212"/>
            <p:cNvSpPr>
              <a:spLocks/>
            </p:cNvSpPr>
            <p:nvPr/>
          </p:nvSpPr>
          <p:spPr bwMode="auto">
            <a:xfrm>
              <a:off x="4992688" y="3519488"/>
              <a:ext cx="11113" cy="14288"/>
            </a:xfrm>
            <a:custGeom>
              <a:avLst/>
              <a:gdLst/>
              <a:ahLst/>
              <a:cxnLst>
                <a:cxn ang="0">
                  <a:pos x="7" y="6"/>
                </a:cxn>
                <a:cxn ang="0">
                  <a:pos x="3" y="7"/>
                </a:cxn>
                <a:cxn ang="0">
                  <a:pos x="1" y="4"/>
                </a:cxn>
                <a:cxn ang="0">
                  <a:pos x="1" y="1"/>
                </a:cxn>
                <a:cxn ang="0">
                  <a:pos x="4" y="0"/>
                </a:cxn>
                <a:cxn ang="0">
                  <a:pos x="6" y="2"/>
                </a:cxn>
                <a:cxn ang="0">
                  <a:pos x="7" y="3"/>
                </a:cxn>
                <a:cxn ang="0">
                  <a:pos x="7" y="6"/>
                </a:cxn>
              </a:cxnLst>
              <a:rect l="0" t="0" r="r" b="b"/>
              <a:pathLst>
                <a:path w="7" h="8">
                  <a:moveTo>
                    <a:pt x="7" y="6"/>
                  </a:moveTo>
                  <a:cubicBezTo>
                    <a:pt x="6" y="7"/>
                    <a:pt x="4" y="8"/>
                    <a:pt x="3" y="7"/>
                  </a:cubicBezTo>
                  <a:cubicBezTo>
                    <a:pt x="2" y="7"/>
                    <a:pt x="1" y="5"/>
                    <a:pt x="1" y="4"/>
                  </a:cubicBezTo>
                  <a:cubicBezTo>
                    <a:pt x="0" y="3"/>
                    <a:pt x="1" y="2"/>
                    <a:pt x="1" y="1"/>
                  </a:cubicBezTo>
                  <a:cubicBezTo>
                    <a:pt x="2" y="1"/>
                    <a:pt x="3" y="0"/>
                    <a:pt x="4" y="0"/>
                  </a:cubicBezTo>
                  <a:cubicBezTo>
                    <a:pt x="4" y="1"/>
                    <a:pt x="5" y="1"/>
                    <a:pt x="6" y="2"/>
                  </a:cubicBezTo>
                  <a:cubicBezTo>
                    <a:pt x="6" y="2"/>
                    <a:pt x="7" y="3"/>
                    <a:pt x="7" y="3"/>
                  </a:cubicBezTo>
                  <a:cubicBezTo>
                    <a:pt x="7" y="4"/>
                    <a:pt x="7" y="6"/>
                    <a:pt x="7" y="6"/>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213"/>
            <p:cNvSpPr>
              <a:spLocks/>
            </p:cNvSpPr>
            <p:nvPr/>
          </p:nvSpPr>
          <p:spPr bwMode="auto">
            <a:xfrm>
              <a:off x="5005388" y="3536950"/>
              <a:ext cx="11113" cy="11113"/>
            </a:xfrm>
            <a:custGeom>
              <a:avLst/>
              <a:gdLst/>
              <a:ahLst/>
              <a:cxnLst>
                <a:cxn ang="0">
                  <a:pos x="6" y="5"/>
                </a:cxn>
                <a:cxn ang="0">
                  <a:pos x="6" y="1"/>
                </a:cxn>
                <a:cxn ang="0">
                  <a:pos x="2" y="1"/>
                </a:cxn>
                <a:cxn ang="0">
                  <a:pos x="0" y="3"/>
                </a:cxn>
                <a:cxn ang="0">
                  <a:pos x="0" y="6"/>
                </a:cxn>
                <a:cxn ang="0">
                  <a:pos x="3" y="7"/>
                </a:cxn>
                <a:cxn ang="0">
                  <a:pos x="6" y="5"/>
                </a:cxn>
              </a:cxnLst>
              <a:rect l="0" t="0" r="r" b="b"/>
              <a:pathLst>
                <a:path w="6" h="7">
                  <a:moveTo>
                    <a:pt x="6" y="5"/>
                  </a:moveTo>
                  <a:cubicBezTo>
                    <a:pt x="6" y="4"/>
                    <a:pt x="6" y="2"/>
                    <a:pt x="6" y="1"/>
                  </a:cubicBezTo>
                  <a:cubicBezTo>
                    <a:pt x="5" y="0"/>
                    <a:pt x="3" y="0"/>
                    <a:pt x="2" y="1"/>
                  </a:cubicBezTo>
                  <a:cubicBezTo>
                    <a:pt x="1" y="1"/>
                    <a:pt x="0" y="2"/>
                    <a:pt x="0" y="3"/>
                  </a:cubicBezTo>
                  <a:cubicBezTo>
                    <a:pt x="0" y="4"/>
                    <a:pt x="0" y="6"/>
                    <a:pt x="0" y="6"/>
                  </a:cubicBezTo>
                  <a:cubicBezTo>
                    <a:pt x="1" y="7"/>
                    <a:pt x="2" y="7"/>
                    <a:pt x="3" y="7"/>
                  </a:cubicBezTo>
                  <a:cubicBezTo>
                    <a:pt x="4" y="7"/>
                    <a:pt x="6" y="6"/>
                    <a:pt x="6" y="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214"/>
            <p:cNvSpPr>
              <a:spLocks/>
            </p:cNvSpPr>
            <p:nvPr/>
          </p:nvSpPr>
          <p:spPr bwMode="auto">
            <a:xfrm>
              <a:off x="4983163" y="3533775"/>
              <a:ext cx="9525" cy="11113"/>
            </a:xfrm>
            <a:custGeom>
              <a:avLst/>
              <a:gdLst/>
              <a:ahLst/>
              <a:cxnLst>
                <a:cxn ang="0">
                  <a:pos x="4" y="7"/>
                </a:cxn>
                <a:cxn ang="0">
                  <a:pos x="1" y="5"/>
                </a:cxn>
                <a:cxn ang="0">
                  <a:pos x="0" y="2"/>
                </a:cxn>
                <a:cxn ang="0">
                  <a:pos x="2" y="0"/>
                </a:cxn>
                <a:cxn ang="0">
                  <a:pos x="4" y="0"/>
                </a:cxn>
                <a:cxn ang="0">
                  <a:pos x="5" y="3"/>
                </a:cxn>
                <a:cxn ang="0">
                  <a:pos x="4" y="7"/>
                </a:cxn>
              </a:cxnLst>
              <a:rect l="0" t="0" r="r" b="b"/>
              <a:pathLst>
                <a:path w="5" h="7">
                  <a:moveTo>
                    <a:pt x="4" y="7"/>
                  </a:moveTo>
                  <a:cubicBezTo>
                    <a:pt x="3" y="7"/>
                    <a:pt x="2" y="6"/>
                    <a:pt x="1" y="5"/>
                  </a:cubicBezTo>
                  <a:cubicBezTo>
                    <a:pt x="0" y="4"/>
                    <a:pt x="0" y="3"/>
                    <a:pt x="0" y="2"/>
                  </a:cubicBezTo>
                  <a:cubicBezTo>
                    <a:pt x="0" y="1"/>
                    <a:pt x="1" y="0"/>
                    <a:pt x="2" y="0"/>
                  </a:cubicBezTo>
                  <a:cubicBezTo>
                    <a:pt x="2" y="0"/>
                    <a:pt x="4" y="0"/>
                    <a:pt x="4" y="0"/>
                  </a:cubicBezTo>
                  <a:cubicBezTo>
                    <a:pt x="4" y="1"/>
                    <a:pt x="5" y="2"/>
                    <a:pt x="5" y="3"/>
                  </a:cubicBezTo>
                  <a:cubicBezTo>
                    <a:pt x="5" y="4"/>
                    <a:pt x="5" y="6"/>
                    <a:pt x="4" y="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215"/>
            <p:cNvSpPr>
              <a:spLocks/>
            </p:cNvSpPr>
            <p:nvPr/>
          </p:nvSpPr>
          <p:spPr bwMode="auto">
            <a:xfrm>
              <a:off x="4962525" y="3340100"/>
              <a:ext cx="573088" cy="325438"/>
            </a:xfrm>
            <a:custGeom>
              <a:avLst/>
              <a:gdLst/>
              <a:ahLst/>
              <a:cxnLst>
                <a:cxn ang="0">
                  <a:pos x="97" y="180"/>
                </a:cxn>
                <a:cxn ang="0">
                  <a:pos x="49" y="179"/>
                </a:cxn>
                <a:cxn ang="0">
                  <a:pos x="0" y="169"/>
                </a:cxn>
                <a:cxn ang="0">
                  <a:pos x="0" y="151"/>
                </a:cxn>
                <a:cxn ang="0">
                  <a:pos x="22" y="158"/>
                </a:cxn>
                <a:cxn ang="0">
                  <a:pos x="39" y="156"/>
                </a:cxn>
                <a:cxn ang="0">
                  <a:pos x="48" y="161"/>
                </a:cxn>
                <a:cxn ang="0">
                  <a:pos x="63" y="163"/>
                </a:cxn>
                <a:cxn ang="0">
                  <a:pos x="46" y="134"/>
                </a:cxn>
                <a:cxn ang="0">
                  <a:pos x="79" y="133"/>
                </a:cxn>
                <a:cxn ang="0">
                  <a:pos x="91" y="161"/>
                </a:cxn>
                <a:cxn ang="0">
                  <a:pos x="93" y="117"/>
                </a:cxn>
                <a:cxn ang="0">
                  <a:pos x="122" y="138"/>
                </a:cxn>
                <a:cxn ang="0">
                  <a:pos x="119" y="171"/>
                </a:cxn>
                <a:cxn ang="0">
                  <a:pos x="128" y="170"/>
                </a:cxn>
                <a:cxn ang="0">
                  <a:pos x="132" y="144"/>
                </a:cxn>
                <a:cxn ang="0">
                  <a:pos x="158" y="154"/>
                </a:cxn>
                <a:cxn ang="0">
                  <a:pos x="137" y="141"/>
                </a:cxn>
                <a:cxn ang="0">
                  <a:pos x="106" y="106"/>
                </a:cxn>
                <a:cxn ang="0">
                  <a:pos x="81" y="100"/>
                </a:cxn>
                <a:cxn ang="0">
                  <a:pos x="79" y="95"/>
                </a:cxn>
                <a:cxn ang="0">
                  <a:pos x="99" y="85"/>
                </a:cxn>
                <a:cxn ang="0">
                  <a:pos x="122" y="88"/>
                </a:cxn>
                <a:cxn ang="0">
                  <a:pos x="139" y="88"/>
                </a:cxn>
                <a:cxn ang="0">
                  <a:pos x="151" y="87"/>
                </a:cxn>
                <a:cxn ang="0">
                  <a:pos x="178" y="104"/>
                </a:cxn>
                <a:cxn ang="0">
                  <a:pos x="178" y="98"/>
                </a:cxn>
                <a:cxn ang="0">
                  <a:pos x="173" y="90"/>
                </a:cxn>
                <a:cxn ang="0">
                  <a:pos x="199" y="74"/>
                </a:cxn>
                <a:cxn ang="0">
                  <a:pos x="222" y="81"/>
                </a:cxn>
                <a:cxn ang="0">
                  <a:pos x="184" y="72"/>
                </a:cxn>
                <a:cxn ang="0">
                  <a:pos x="179" y="66"/>
                </a:cxn>
                <a:cxn ang="0">
                  <a:pos x="157" y="64"/>
                </a:cxn>
                <a:cxn ang="0">
                  <a:pos x="142" y="50"/>
                </a:cxn>
                <a:cxn ang="0">
                  <a:pos x="139" y="45"/>
                </a:cxn>
                <a:cxn ang="0">
                  <a:pos x="156" y="20"/>
                </a:cxn>
                <a:cxn ang="0">
                  <a:pos x="180" y="38"/>
                </a:cxn>
                <a:cxn ang="0">
                  <a:pos x="195" y="38"/>
                </a:cxn>
                <a:cxn ang="0">
                  <a:pos x="225" y="46"/>
                </a:cxn>
                <a:cxn ang="0">
                  <a:pos x="252" y="86"/>
                </a:cxn>
                <a:cxn ang="0">
                  <a:pos x="230" y="46"/>
                </a:cxn>
                <a:cxn ang="0">
                  <a:pos x="216" y="19"/>
                </a:cxn>
                <a:cxn ang="0">
                  <a:pos x="235" y="29"/>
                </a:cxn>
                <a:cxn ang="0">
                  <a:pos x="248" y="56"/>
                </a:cxn>
                <a:cxn ang="0">
                  <a:pos x="266" y="60"/>
                </a:cxn>
                <a:cxn ang="0">
                  <a:pos x="256" y="35"/>
                </a:cxn>
                <a:cxn ang="0">
                  <a:pos x="252" y="29"/>
                </a:cxn>
                <a:cxn ang="0">
                  <a:pos x="234" y="7"/>
                </a:cxn>
                <a:cxn ang="0">
                  <a:pos x="242" y="6"/>
                </a:cxn>
                <a:cxn ang="0">
                  <a:pos x="267" y="5"/>
                </a:cxn>
                <a:cxn ang="0">
                  <a:pos x="298" y="11"/>
                </a:cxn>
                <a:cxn ang="0">
                  <a:pos x="329" y="11"/>
                </a:cxn>
                <a:cxn ang="0">
                  <a:pos x="323" y="67"/>
                </a:cxn>
                <a:cxn ang="0">
                  <a:pos x="293" y="100"/>
                </a:cxn>
                <a:cxn ang="0">
                  <a:pos x="291" y="140"/>
                </a:cxn>
                <a:cxn ang="0">
                  <a:pos x="219" y="142"/>
                </a:cxn>
                <a:cxn ang="0">
                  <a:pos x="172" y="169"/>
                </a:cxn>
              </a:cxnLst>
              <a:rect l="0" t="0" r="r" b="b"/>
              <a:pathLst>
                <a:path w="332" h="189">
                  <a:moveTo>
                    <a:pt x="143" y="185"/>
                  </a:moveTo>
                  <a:cubicBezTo>
                    <a:pt x="142" y="186"/>
                    <a:pt x="141" y="186"/>
                    <a:pt x="141" y="186"/>
                  </a:cubicBezTo>
                  <a:cubicBezTo>
                    <a:pt x="139" y="186"/>
                    <a:pt x="138" y="185"/>
                    <a:pt x="136" y="184"/>
                  </a:cubicBezTo>
                  <a:cubicBezTo>
                    <a:pt x="135" y="184"/>
                    <a:pt x="132" y="184"/>
                    <a:pt x="130" y="185"/>
                  </a:cubicBezTo>
                  <a:cubicBezTo>
                    <a:pt x="128" y="185"/>
                    <a:pt x="125" y="187"/>
                    <a:pt x="123" y="187"/>
                  </a:cubicBezTo>
                  <a:cubicBezTo>
                    <a:pt x="122" y="188"/>
                    <a:pt x="118" y="189"/>
                    <a:pt x="117" y="189"/>
                  </a:cubicBezTo>
                  <a:cubicBezTo>
                    <a:pt x="114" y="189"/>
                    <a:pt x="109" y="189"/>
                    <a:pt x="107" y="189"/>
                  </a:cubicBezTo>
                  <a:cubicBezTo>
                    <a:pt x="105" y="188"/>
                    <a:pt x="101" y="187"/>
                    <a:pt x="100" y="186"/>
                  </a:cubicBezTo>
                  <a:cubicBezTo>
                    <a:pt x="99" y="185"/>
                    <a:pt x="98" y="181"/>
                    <a:pt x="97" y="180"/>
                  </a:cubicBezTo>
                  <a:cubicBezTo>
                    <a:pt x="96" y="179"/>
                    <a:pt x="96" y="176"/>
                    <a:pt x="96" y="175"/>
                  </a:cubicBezTo>
                  <a:cubicBezTo>
                    <a:pt x="95" y="174"/>
                    <a:pt x="93" y="173"/>
                    <a:pt x="92" y="173"/>
                  </a:cubicBezTo>
                  <a:cubicBezTo>
                    <a:pt x="91" y="172"/>
                    <a:pt x="89" y="173"/>
                    <a:pt x="88" y="173"/>
                  </a:cubicBezTo>
                  <a:cubicBezTo>
                    <a:pt x="86" y="173"/>
                    <a:pt x="83" y="174"/>
                    <a:pt x="82" y="175"/>
                  </a:cubicBezTo>
                  <a:cubicBezTo>
                    <a:pt x="81" y="176"/>
                    <a:pt x="79" y="178"/>
                    <a:pt x="77" y="179"/>
                  </a:cubicBezTo>
                  <a:cubicBezTo>
                    <a:pt x="75" y="180"/>
                    <a:pt x="70" y="182"/>
                    <a:pt x="68" y="181"/>
                  </a:cubicBezTo>
                  <a:cubicBezTo>
                    <a:pt x="66" y="181"/>
                    <a:pt x="62" y="178"/>
                    <a:pt x="61" y="178"/>
                  </a:cubicBezTo>
                  <a:cubicBezTo>
                    <a:pt x="59" y="177"/>
                    <a:pt x="54" y="177"/>
                    <a:pt x="52" y="178"/>
                  </a:cubicBezTo>
                  <a:cubicBezTo>
                    <a:pt x="51" y="178"/>
                    <a:pt x="50" y="179"/>
                    <a:pt x="49" y="179"/>
                  </a:cubicBezTo>
                  <a:cubicBezTo>
                    <a:pt x="47" y="180"/>
                    <a:pt x="45" y="181"/>
                    <a:pt x="44" y="181"/>
                  </a:cubicBezTo>
                  <a:cubicBezTo>
                    <a:pt x="43" y="181"/>
                    <a:pt x="40" y="181"/>
                    <a:pt x="40" y="181"/>
                  </a:cubicBezTo>
                  <a:cubicBezTo>
                    <a:pt x="38" y="180"/>
                    <a:pt x="37" y="178"/>
                    <a:pt x="36" y="178"/>
                  </a:cubicBezTo>
                  <a:cubicBezTo>
                    <a:pt x="35" y="178"/>
                    <a:pt x="33" y="177"/>
                    <a:pt x="32" y="178"/>
                  </a:cubicBezTo>
                  <a:cubicBezTo>
                    <a:pt x="30" y="178"/>
                    <a:pt x="28" y="179"/>
                    <a:pt x="27" y="179"/>
                  </a:cubicBezTo>
                  <a:cubicBezTo>
                    <a:pt x="25" y="179"/>
                    <a:pt x="22" y="179"/>
                    <a:pt x="20" y="178"/>
                  </a:cubicBezTo>
                  <a:cubicBezTo>
                    <a:pt x="18" y="178"/>
                    <a:pt x="15" y="176"/>
                    <a:pt x="13" y="176"/>
                  </a:cubicBezTo>
                  <a:cubicBezTo>
                    <a:pt x="11" y="176"/>
                    <a:pt x="7" y="177"/>
                    <a:pt x="5" y="176"/>
                  </a:cubicBezTo>
                  <a:cubicBezTo>
                    <a:pt x="3" y="175"/>
                    <a:pt x="0" y="171"/>
                    <a:pt x="0" y="169"/>
                  </a:cubicBezTo>
                  <a:cubicBezTo>
                    <a:pt x="0" y="168"/>
                    <a:pt x="1" y="167"/>
                    <a:pt x="2" y="166"/>
                  </a:cubicBezTo>
                  <a:cubicBezTo>
                    <a:pt x="2" y="167"/>
                    <a:pt x="3" y="167"/>
                    <a:pt x="3" y="167"/>
                  </a:cubicBezTo>
                  <a:cubicBezTo>
                    <a:pt x="4" y="168"/>
                    <a:pt x="5" y="167"/>
                    <a:pt x="6" y="166"/>
                  </a:cubicBezTo>
                  <a:cubicBezTo>
                    <a:pt x="6" y="166"/>
                    <a:pt x="6" y="164"/>
                    <a:pt x="7" y="163"/>
                  </a:cubicBezTo>
                  <a:cubicBezTo>
                    <a:pt x="7" y="163"/>
                    <a:pt x="8" y="162"/>
                    <a:pt x="8" y="162"/>
                  </a:cubicBezTo>
                  <a:cubicBezTo>
                    <a:pt x="9" y="161"/>
                    <a:pt x="8" y="159"/>
                    <a:pt x="8" y="158"/>
                  </a:cubicBezTo>
                  <a:cubicBezTo>
                    <a:pt x="8" y="157"/>
                    <a:pt x="7" y="156"/>
                    <a:pt x="6" y="156"/>
                  </a:cubicBezTo>
                  <a:cubicBezTo>
                    <a:pt x="6" y="155"/>
                    <a:pt x="3" y="154"/>
                    <a:pt x="2" y="153"/>
                  </a:cubicBezTo>
                  <a:cubicBezTo>
                    <a:pt x="2" y="153"/>
                    <a:pt x="0" y="152"/>
                    <a:pt x="0" y="151"/>
                  </a:cubicBezTo>
                  <a:cubicBezTo>
                    <a:pt x="0" y="150"/>
                    <a:pt x="0" y="148"/>
                    <a:pt x="0" y="147"/>
                  </a:cubicBezTo>
                  <a:cubicBezTo>
                    <a:pt x="1" y="146"/>
                    <a:pt x="2" y="144"/>
                    <a:pt x="3" y="143"/>
                  </a:cubicBezTo>
                  <a:cubicBezTo>
                    <a:pt x="4" y="143"/>
                    <a:pt x="6" y="142"/>
                    <a:pt x="7" y="142"/>
                  </a:cubicBezTo>
                  <a:cubicBezTo>
                    <a:pt x="8" y="142"/>
                    <a:pt x="9" y="143"/>
                    <a:pt x="10" y="144"/>
                  </a:cubicBezTo>
                  <a:cubicBezTo>
                    <a:pt x="11" y="144"/>
                    <a:pt x="14" y="145"/>
                    <a:pt x="15" y="145"/>
                  </a:cubicBezTo>
                  <a:cubicBezTo>
                    <a:pt x="16" y="146"/>
                    <a:pt x="17" y="147"/>
                    <a:pt x="17" y="148"/>
                  </a:cubicBezTo>
                  <a:cubicBezTo>
                    <a:pt x="18" y="150"/>
                    <a:pt x="17" y="152"/>
                    <a:pt x="18" y="153"/>
                  </a:cubicBezTo>
                  <a:cubicBezTo>
                    <a:pt x="18" y="154"/>
                    <a:pt x="19" y="156"/>
                    <a:pt x="20" y="157"/>
                  </a:cubicBezTo>
                  <a:cubicBezTo>
                    <a:pt x="20" y="157"/>
                    <a:pt x="21" y="158"/>
                    <a:pt x="22" y="158"/>
                  </a:cubicBezTo>
                  <a:cubicBezTo>
                    <a:pt x="23" y="158"/>
                    <a:pt x="23" y="156"/>
                    <a:pt x="23" y="155"/>
                  </a:cubicBezTo>
                  <a:cubicBezTo>
                    <a:pt x="24" y="154"/>
                    <a:pt x="22" y="152"/>
                    <a:pt x="22" y="152"/>
                  </a:cubicBezTo>
                  <a:cubicBezTo>
                    <a:pt x="22" y="151"/>
                    <a:pt x="22" y="149"/>
                    <a:pt x="23" y="149"/>
                  </a:cubicBezTo>
                  <a:cubicBezTo>
                    <a:pt x="23" y="148"/>
                    <a:pt x="25" y="148"/>
                    <a:pt x="26" y="147"/>
                  </a:cubicBezTo>
                  <a:cubicBezTo>
                    <a:pt x="27" y="147"/>
                    <a:pt x="28" y="146"/>
                    <a:pt x="29" y="145"/>
                  </a:cubicBezTo>
                  <a:cubicBezTo>
                    <a:pt x="30" y="145"/>
                    <a:pt x="32" y="144"/>
                    <a:pt x="33" y="144"/>
                  </a:cubicBezTo>
                  <a:cubicBezTo>
                    <a:pt x="34" y="144"/>
                    <a:pt x="36" y="145"/>
                    <a:pt x="37" y="146"/>
                  </a:cubicBezTo>
                  <a:cubicBezTo>
                    <a:pt x="38" y="147"/>
                    <a:pt x="38" y="150"/>
                    <a:pt x="38" y="151"/>
                  </a:cubicBezTo>
                  <a:cubicBezTo>
                    <a:pt x="39" y="152"/>
                    <a:pt x="39" y="155"/>
                    <a:pt x="39" y="156"/>
                  </a:cubicBezTo>
                  <a:cubicBezTo>
                    <a:pt x="39" y="157"/>
                    <a:pt x="37" y="159"/>
                    <a:pt x="37" y="160"/>
                  </a:cubicBezTo>
                  <a:cubicBezTo>
                    <a:pt x="36" y="161"/>
                    <a:pt x="35" y="163"/>
                    <a:pt x="35" y="164"/>
                  </a:cubicBezTo>
                  <a:cubicBezTo>
                    <a:pt x="34" y="165"/>
                    <a:pt x="33" y="166"/>
                    <a:pt x="33" y="167"/>
                  </a:cubicBezTo>
                  <a:cubicBezTo>
                    <a:pt x="33" y="168"/>
                    <a:pt x="34" y="169"/>
                    <a:pt x="34" y="169"/>
                  </a:cubicBezTo>
                  <a:cubicBezTo>
                    <a:pt x="35" y="170"/>
                    <a:pt x="36" y="170"/>
                    <a:pt x="36" y="170"/>
                  </a:cubicBezTo>
                  <a:cubicBezTo>
                    <a:pt x="37" y="170"/>
                    <a:pt x="38" y="168"/>
                    <a:pt x="39" y="167"/>
                  </a:cubicBezTo>
                  <a:cubicBezTo>
                    <a:pt x="40" y="166"/>
                    <a:pt x="42" y="164"/>
                    <a:pt x="43" y="163"/>
                  </a:cubicBezTo>
                  <a:cubicBezTo>
                    <a:pt x="43" y="162"/>
                    <a:pt x="44" y="160"/>
                    <a:pt x="44" y="160"/>
                  </a:cubicBezTo>
                  <a:cubicBezTo>
                    <a:pt x="45" y="160"/>
                    <a:pt x="47" y="160"/>
                    <a:pt x="48" y="161"/>
                  </a:cubicBezTo>
                  <a:cubicBezTo>
                    <a:pt x="49" y="161"/>
                    <a:pt x="49" y="164"/>
                    <a:pt x="49" y="164"/>
                  </a:cubicBezTo>
                  <a:cubicBezTo>
                    <a:pt x="50" y="165"/>
                    <a:pt x="52" y="164"/>
                    <a:pt x="53" y="164"/>
                  </a:cubicBezTo>
                  <a:cubicBezTo>
                    <a:pt x="54" y="164"/>
                    <a:pt x="56" y="165"/>
                    <a:pt x="57" y="165"/>
                  </a:cubicBezTo>
                  <a:cubicBezTo>
                    <a:pt x="57" y="166"/>
                    <a:pt x="59" y="167"/>
                    <a:pt x="59" y="168"/>
                  </a:cubicBezTo>
                  <a:cubicBezTo>
                    <a:pt x="60" y="168"/>
                    <a:pt x="61" y="169"/>
                    <a:pt x="62" y="169"/>
                  </a:cubicBezTo>
                  <a:cubicBezTo>
                    <a:pt x="63" y="170"/>
                    <a:pt x="65" y="170"/>
                    <a:pt x="65" y="170"/>
                  </a:cubicBezTo>
                  <a:cubicBezTo>
                    <a:pt x="66" y="171"/>
                    <a:pt x="69" y="171"/>
                    <a:pt x="69" y="170"/>
                  </a:cubicBezTo>
                  <a:cubicBezTo>
                    <a:pt x="70" y="170"/>
                    <a:pt x="68" y="168"/>
                    <a:pt x="67" y="167"/>
                  </a:cubicBezTo>
                  <a:cubicBezTo>
                    <a:pt x="66" y="166"/>
                    <a:pt x="64" y="164"/>
                    <a:pt x="63" y="163"/>
                  </a:cubicBezTo>
                  <a:cubicBezTo>
                    <a:pt x="62" y="163"/>
                    <a:pt x="60" y="162"/>
                    <a:pt x="59" y="162"/>
                  </a:cubicBezTo>
                  <a:cubicBezTo>
                    <a:pt x="58" y="162"/>
                    <a:pt x="56" y="162"/>
                    <a:pt x="55" y="161"/>
                  </a:cubicBezTo>
                  <a:cubicBezTo>
                    <a:pt x="53" y="160"/>
                    <a:pt x="51" y="158"/>
                    <a:pt x="50" y="157"/>
                  </a:cubicBezTo>
                  <a:cubicBezTo>
                    <a:pt x="49" y="156"/>
                    <a:pt x="48" y="153"/>
                    <a:pt x="48" y="152"/>
                  </a:cubicBezTo>
                  <a:cubicBezTo>
                    <a:pt x="47" y="150"/>
                    <a:pt x="44" y="148"/>
                    <a:pt x="44" y="147"/>
                  </a:cubicBezTo>
                  <a:cubicBezTo>
                    <a:pt x="43" y="146"/>
                    <a:pt x="43" y="143"/>
                    <a:pt x="43" y="143"/>
                  </a:cubicBezTo>
                  <a:cubicBezTo>
                    <a:pt x="43" y="142"/>
                    <a:pt x="44" y="142"/>
                    <a:pt x="45" y="141"/>
                  </a:cubicBezTo>
                  <a:cubicBezTo>
                    <a:pt x="46" y="141"/>
                    <a:pt x="47" y="139"/>
                    <a:pt x="47" y="139"/>
                  </a:cubicBezTo>
                  <a:cubicBezTo>
                    <a:pt x="47" y="137"/>
                    <a:pt x="46" y="135"/>
                    <a:pt x="46" y="134"/>
                  </a:cubicBezTo>
                  <a:cubicBezTo>
                    <a:pt x="47" y="132"/>
                    <a:pt x="51" y="132"/>
                    <a:pt x="52" y="131"/>
                  </a:cubicBezTo>
                  <a:cubicBezTo>
                    <a:pt x="53" y="130"/>
                    <a:pt x="54" y="127"/>
                    <a:pt x="55" y="127"/>
                  </a:cubicBezTo>
                  <a:cubicBezTo>
                    <a:pt x="56" y="126"/>
                    <a:pt x="58" y="126"/>
                    <a:pt x="59" y="126"/>
                  </a:cubicBezTo>
                  <a:cubicBezTo>
                    <a:pt x="60" y="125"/>
                    <a:pt x="62" y="124"/>
                    <a:pt x="62" y="123"/>
                  </a:cubicBezTo>
                  <a:cubicBezTo>
                    <a:pt x="63" y="123"/>
                    <a:pt x="65" y="122"/>
                    <a:pt x="66" y="122"/>
                  </a:cubicBezTo>
                  <a:cubicBezTo>
                    <a:pt x="68" y="122"/>
                    <a:pt x="70" y="122"/>
                    <a:pt x="72" y="122"/>
                  </a:cubicBezTo>
                  <a:cubicBezTo>
                    <a:pt x="73" y="123"/>
                    <a:pt x="75" y="123"/>
                    <a:pt x="76" y="124"/>
                  </a:cubicBezTo>
                  <a:cubicBezTo>
                    <a:pt x="77" y="124"/>
                    <a:pt x="78" y="127"/>
                    <a:pt x="78" y="128"/>
                  </a:cubicBezTo>
                  <a:cubicBezTo>
                    <a:pt x="79" y="129"/>
                    <a:pt x="79" y="132"/>
                    <a:pt x="79" y="133"/>
                  </a:cubicBezTo>
                  <a:cubicBezTo>
                    <a:pt x="80" y="134"/>
                    <a:pt x="81" y="136"/>
                    <a:pt x="82" y="137"/>
                  </a:cubicBezTo>
                  <a:cubicBezTo>
                    <a:pt x="83" y="138"/>
                    <a:pt x="84" y="140"/>
                    <a:pt x="85" y="141"/>
                  </a:cubicBezTo>
                  <a:cubicBezTo>
                    <a:pt x="85" y="142"/>
                    <a:pt x="85" y="146"/>
                    <a:pt x="86" y="147"/>
                  </a:cubicBezTo>
                  <a:cubicBezTo>
                    <a:pt x="86" y="148"/>
                    <a:pt x="88" y="150"/>
                    <a:pt x="88" y="151"/>
                  </a:cubicBezTo>
                  <a:cubicBezTo>
                    <a:pt x="88" y="152"/>
                    <a:pt x="88" y="154"/>
                    <a:pt x="88" y="156"/>
                  </a:cubicBezTo>
                  <a:cubicBezTo>
                    <a:pt x="88" y="156"/>
                    <a:pt x="86" y="158"/>
                    <a:pt x="86" y="159"/>
                  </a:cubicBezTo>
                  <a:cubicBezTo>
                    <a:pt x="86" y="160"/>
                    <a:pt x="86" y="162"/>
                    <a:pt x="87" y="163"/>
                  </a:cubicBezTo>
                  <a:cubicBezTo>
                    <a:pt x="87" y="163"/>
                    <a:pt x="89" y="164"/>
                    <a:pt x="90" y="164"/>
                  </a:cubicBezTo>
                  <a:cubicBezTo>
                    <a:pt x="90" y="163"/>
                    <a:pt x="91" y="162"/>
                    <a:pt x="91" y="161"/>
                  </a:cubicBezTo>
                  <a:cubicBezTo>
                    <a:pt x="92" y="159"/>
                    <a:pt x="92" y="157"/>
                    <a:pt x="92" y="155"/>
                  </a:cubicBezTo>
                  <a:cubicBezTo>
                    <a:pt x="92" y="154"/>
                    <a:pt x="92" y="151"/>
                    <a:pt x="91" y="149"/>
                  </a:cubicBezTo>
                  <a:cubicBezTo>
                    <a:pt x="91" y="147"/>
                    <a:pt x="90" y="144"/>
                    <a:pt x="89" y="142"/>
                  </a:cubicBezTo>
                  <a:cubicBezTo>
                    <a:pt x="89" y="141"/>
                    <a:pt x="88" y="137"/>
                    <a:pt x="87" y="136"/>
                  </a:cubicBezTo>
                  <a:cubicBezTo>
                    <a:pt x="87" y="135"/>
                    <a:pt x="84" y="133"/>
                    <a:pt x="84" y="131"/>
                  </a:cubicBezTo>
                  <a:cubicBezTo>
                    <a:pt x="83" y="130"/>
                    <a:pt x="83" y="127"/>
                    <a:pt x="83" y="126"/>
                  </a:cubicBezTo>
                  <a:cubicBezTo>
                    <a:pt x="83" y="124"/>
                    <a:pt x="83" y="122"/>
                    <a:pt x="83" y="121"/>
                  </a:cubicBezTo>
                  <a:cubicBezTo>
                    <a:pt x="84" y="120"/>
                    <a:pt x="86" y="118"/>
                    <a:pt x="87" y="117"/>
                  </a:cubicBezTo>
                  <a:cubicBezTo>
                    <a:pt x="88" y="117"/>
                    <a:pt x="91" y="118"/>
                    <a:pt x="93" y="117"/>
                  </a:cubicBezTo>
                  <a:cubicBezTo>
                    <a:pt x="94" y="117"/>
                    <a:pt x="96" y="115"/>
                    <a:pt x="97" y="114"/>
                  </a:cubicBezTo>
                  <a:cubicBezTo>
                    <a:pt x="98" y="113"/>
                    <a:pt x="101" y="113"/>
                    <a:pt x="102" y="112"/>
                  </a:cubicBezTo>
                  <a:cubicBezTo>
                    <a:pt x="103" y="112"/>
                    <a:pt x="106" y="112"/>
                    <a:pt x="107" y="112"/>
                  </a:cubicBezTo>
                  <a:cubicBezTo>
                    <a:pt x="108" y="113"/>
                    <a:pt x="110" y="113"/>
                    <a:pt x="111" y="114"/>
                  </a:cubicBezTo>
                  <a:cubicBezTo>
                    <a:pt x="112" y="114"/>
                    <a:pt x="114" y="116"/>
                    <a:pt x="114" y="117"/>
                  </a:cubicBezTo>
                  <a:cubicBezTo>
                    <a:pt x="115" y="119"/>
                    <a:pt x="117" y="121"/>
                    <a:pt x="117" y="123"/>
                  </a:cubicBezTo>
                  <a:cubicBezTo>
                    <a:pt x="118" y="125"/>
                    <a:pt x="118" y="129"/>
                    <a:pt x="118" y="131"/>
                  </a:cubicBezTo>
                  <a:cubicBezTo>
                    <a:pt x="119" y="132"/>
                    <a:pt x="119" y="135"/>
                    <a:pt x="120" y="136"/>
                  </a:cubicBezTo>
                  <a:cubicBezTo>
                    <a:pt x="120" y="137"/>
                    <a:pt x="122" y="137"/>
                    <a:pt x="122" y="138"/>
                  </a:cubicBezTo>
                  <a:cubicBezTo>
                    <a:pt x="123" y="139"/>
                    <a:pt x="123" y="141"/>
                    <a:pt x="123" y="142"/>
                  </a:cubicBezTo>
                  <a:cubicBezTo>
                    <a:pt x="123" y="142"/>
                    <a:pt x="122" y="144"/>
                    <a:pt x="122" y="145"/>
                  </a:cubicBezTo>
                  <a:cubicBezTo>
                    <a:pt x="123" y="146"/>
                    <a:pt x="124" y="148"/>
                    <a:pt x="125" y="149"/>
                  </a:cubicBezTo>
                  <a:cubicBezTo>
                    <a:pt x="125" y="150"/>
                    <a:pt x="126" y="152"/>
                    <a:pt x="126" y="153"/>
                  </a:cubicBezTo>
                  <a:cubicBezTo>
                    <a:pt x="126" y="154"/>
                    <a:pt x="124" y="157"/>
                    <a:pt x="123" y="158"/>
                  </a:cubicBezTo>
                  <a:cubicBezTo>
                    <a:pt x="123" y="158"/>
                    <a:pt x="121" y="159"/>
                    <a:pt x="121" y="160"/>
                  </a:cubicBezTo>
                  <a:cubicBezTo>
                    <a:pt x="120" y="161"/>
                    <a:pt x="120" y="163"/>
                    <a:pt x="120" y="164"/>
                  </a:cubicBezTo>
                  <a:cubicBezTo>
                    <a:pt x="119" y="165"/>
                    <a:pt x="118" y="166"/>
                    <a:pt x="118" y="166"/>
                  </a:cubicBezTo>
                  <a:cubicBezTo>
                    <a:pt x="118" y="168"/>
                    <a:pt x="119" y="170"/>
                    <a:pt x="119" y="171"/>
                  </a:cubicBezTo>
                  <a:cubicBezTo>
                    <a:pt x="120" y="171"/>
                    <a:pt x="121" y="173"/>
                    <a:pt x="122" y="173"/>
                  </a:cubicBezTo>
                  <a:cubicBezTo>
                    <a:pt x="122" y="174"/>
                    <a:pt x="124" y="174"/>
                    <a:pt x="125" y="174"/>
                  </a:cubicBezTo>
                  <a:cubicBezTo>
                    <a:pt x="126" y="174"/>
                    <a:pt x="128" y="174"/>
                    <a:pt x="129" y="174"/>
                  </a:cubicBezTo>
                  <a:cubicBezTo>
                    <a:pt x="130" y="174"/>
                    <a:pt x="133" y="174"/>
                    <a:pt x="134" y="174"/>
                  </a:cubicBezTo>
                  <a:cubicBezTo>
                    <a:pt x="135" y="173"/>
                    <a:pt x="136" y="172"/>
                    <a:pt x="137" y="172"/>
                  </a:cubicBezTo>
                  <a:cubicBezTo>
                    <a:pt x="137" y="171"/>
                    <a:pt x="137" y="168"/>
                    <a:pt x="136" y="168"/>
                  </a:cubicBezTo>
                  <a:cubicBezTo>
                    <a:pt x="136" y="167"/>
                    <a:pt x="134" y="166"/>
                    <a:pt x="133" y="166"/>
                  </a:cubicBezTo>
                  <a:cubicBezTo>
                    <a:pt x="132" y="166"/>
                    <a:pt x="131" y="167"/>
                    <a:pt x="131" y="167"/>
                  </a:cubicBezTo>
                  <a:cubicBezTo>
                    <a:pt x="130" y="168"/>
                    <a:pt x="129" y="170"/>
                    <a:pt x="128" y="170"/>
                  </a:cubicBezTo>
                  <a:cubicBezTo>
                    <a:pt x="127" y="170"/>
                    <a:pt x="126" y="170"/>
                    <a:pt x="125" y="169"/>
                  </a:cubicBezTo>
                  <a:cubicBezTo>
                    <a:pt x="124" y="169"/>
                    <a:pt x="123" y="167"/>
                    <a:pt x="123" y="166"/>
                  </a:cubicBezTo>
                  <a:cubicBezTo>
                    <a:pt x="123" y="165"/>
                    <a:pt x="124" y="164"/>
                    <a:pt x="124" y="163"/>
                  </a:cubicBezTo>
                  <a:cubicBezTo>
                    <a:pt x="125" y="163"/>
                    <a:pt x="126" y="162"/>
                    <a:pt x="127" y="161"/>
                  </a:cubicBezTo>
                  <a:cubicBezTo>
                    <a:pt x="128" y="161"/>
                    <a:pt x="129" y="160"/>
                    <a:pt x="130" y="159"/>
                  </a:cubicBezTo>
                  <a:cubicBezTo>
                    <a:pt x="131" y="158"/>
                    <a:pt x="131" y="156"/>
                    <a:pt x="131" y="154"/>
                  </a:cubicBezTo>
                  <a:cubicBezTo>
                    <a:pt x="131" y="153"/>
                    <a:pt x="131" y="152"/>
                    <a:pt x="130" y="151"/>
                  </a:cubicBezTo>
                  <a:cubicBezTo>
                    <a:pt x="130" y="150"/>
                    <a:pt x="130" y="148"/>
                    <a:pt x="130" y="147"/>
                  </a:cubicBezTo>
                  <a:cubicBezTo>
                    <a:pt x="130" y="146"/>
                    <a:pt x="131" y="145"/>
                    <a:pt x="132" y="144"/>
                  </a:cubicBezTo>
                  <a:cubicBezTo>
                    <a:pt x="133" y="144"/>
                    <a:pt x="134" y="144"/>
                    <a:pt x="135" y="144"/>
                  </a:cubicBezTo>
                  <a:cubicBezTo>
                    <a:pt x="136" y="144"/>
                    <a:pt x="137" y="145"/>
                    <a:pt x="138" y="145"/>
                  </a:cubicBezTo>
                  <a:cubicBezTo>
                    <a:pt x="139" y="146"/>
                    <a:pt x="139" y="148"/>
                    <a:pt x="140" y="148"/>
                  </a:cubicBezTo>
                  <a:cubicBezTo>
                    <a:pt x="141" y="148"/>
                    <a:pt x="142" y="147"/>
                    <a:pt x="143" y="147"/>
                  </a:cubicBezTo>
                  <a:cubicBezTo>
                    <a:pt x="143" y="146"/>
                    <a:pt x="145" y="146"/>
                    <a:pt x="146" y="146"/>
                  </a:cubicBezTo>
                  <a:cubicBezTo>
                    <a:pt x="147" y="146"/>
                    <a:pt x="149" y="146"/>
                    <a:pt x="150" y="147"/>
                  </a:cubicBezTo>
                  <a:cubicBezTo>
                    <a:pt x="151" y="147"/>
                    <a:pt x="152" y="148"/>
                    <a:pt x="153" y="149"/>
                  </a:cubicBezTo>
                  <a:cubicBezTo>
                    <a:pt x="153" y="150"/>
                    <a:pt x="153" y="152"/>
                    <a:pt x="154" y="153"/>
                  </a:cubicBezTo>
                  <a:cubicBezTo>
                    <a:pt x="155" y="154"/>
                    <a:pt x="157" y="154"/>
                    <a:pt x="158" y="154"/>
                  </a:cubicBezTo>
                  <a:cubicBezTo>
                    <a:pt x="159" y="154"/>
                    <a:pt x="161" y="153"/>
                    <a:pt x="161" y="153"/>
                  </a:cubicBezTo>
                  <a:cubicBezTo>
                    <a:pt x="162" y="152"/>
                    <a:pt x="162" y="150"/>
                    <a:pt x="162" y="149"/>
                  </a:cubicBezTo>
                  <a:cubicBezTo>
                    <a:pt x="161" y="149"/>
                    <a:pt x="160" y="148"/>
                    <a:pt x="160" y="147"/>
                  </a:cubicBezTo>
                  <a:cubicBezTo>
                    <a:pt x="159" y="147"/>
                    <a:pt x="157" y="146"/>
                    <a:pt x="157" y="146"/>
                  </a:cubicBezTo>
                  <a:cubicBezTo>
                    <a:pt x="156" y="145"/>
                    <a:pt x="154" y="143"/>
                    <a:pt x="153" y="143"/>
                  </a:cubicBezTo>
                  <a:cubicBezTo>
                    <a:pt x="152" y="142"/>
                    <a:pt x="150" y="142"/>
                    <a:pt x="150" y="142"/>
                  </a:cubicBezTo>
                  <a:cubicBezTo>
                    <a:pt x="149" y="141"/>
                    <a:pt x="147" y="142"/>
                    <a:pt x="146" y="142"/>
                  </a:cubicBezTo>
                  <a:cubicBezTo>
                    <a:pt x="145" y="142"/>
                    <a:pt x="142" y="143"/>
                    <a:pt x="141" y="142"/>
                  </a:cubicBezTo>
                  <a:cubicBezTo>
                    <a:pt x="140" y="142"/>
                    <a:pt x="138" y="141"/>
                    <a:pt x="137" y="141"/>
                  </a:cubicBezTo>
                  <a:cubicBezTo>
                    <a:pt x="135" y="140"/>
                    <a:pt x="132" y="139"/>
                    <a:pt x="131" y="138"/>
                  </a:cubicBezTo>
                  <a:cubicBezTo>
                    <a:pt x="130" y="137"/>
                    <a:pt x="128" y="135"/>
                    <a:pt x="127" y="134"/>
                  </a:cubicBezTo>
                  <a:cubicBezTo>
                    <a:pt x="126" y="133"/>
                    <a:pt x="124" y="131"/>
                    <a:pt x="123" y="129"/>
                  </a:cubicBezTo>
                  <a:cubicBezTo>
                    <a:pt x="122" y="128"/>
                    <a:pt x="123" y="124"/>
                    <a:pt x="122" y="123"/>
                  </a:cubicBezTo>
                  <a:cubicBezTo>
                    <a:pt x="122" y="121"/>
                    <a:pt x="122" y="117"/>
                    <a:pt x="121" y="116"/>
                  </a:cubicBezTo>
                  <a:cubicBezTo>
                    <a:pt x="121" y="115"/>
                    <a:pt x="120" y="112"/>
                    <a:pt x="120" y="111"/>
                  </a:cubicBezTo>
                  <a:cubicBezTo>
                    <a:pt x="119" y="110"/>
                    <a:pt x="117" y="109"/>
                    <a:pt x="116" y="108"/>
                  </a:cubicBezTo>
                  <a:cubicBezTo>
                    <a:pt x="114" y="107"/>
                    <a:pt x="112" y="105"/>
                    <a:pt x="110" y="105"/>
                  </a:cubicBezTo>
                  <a:cubicBezTo>
                    <a:pt x="109" y="105"/>
                    <a:pt x="107" y="106"/>
                    <a:pt x="106" y="106"/>
                  </a:cubicBezTo>
                  <a:cubicBezTo>
                    <a:pt x="105" y="106"/>
                    <a:pt x="103" y="109"/>
                    <a:pt x="102" y="109"/>
                  </a:cubicBezTo>
                  <a:cubicBezTo>
                    <a:pt x="100" y="109"/>
                    <a:pt x="97" y="109"/>
                    <a:pt x="96" y="109"/>
                  </a:cubicBezTo>
                  <a:cubicBezTo>
                    <a:pt x="95" y="109"/>
                    <a:pt x="92" y="108"/>
                    <a:pt x="90" y="108"/>
                  </a:cubicBezTo>
                  <a:cubicBezTo>
                    <a:pt x="90" y="108"/>
                    <a:pt x="88" y="108"/>
                    <a:pt x="87" y="108"/>
                  </a:cubicBezTo>
                  <a:cubicBezTo>
                    <a:pt x="86" y="109"/>
                    <a:pt x="84" y="110"/>
                    <a:pt x="82" y="110"/>
                  </a:cubicBezTo>
                  <a:cubicBezTo>
                    <a:pt x="81" y="109"/>
                    <a:pt x="79" y="108"/>
                    <a:pt x="78" y="108"/>
                  </a:cubicBezTo>
                  <a:cubicBezTo>
                    <a:pt x="78" y="107"/>
                    <a:pt x="75" y="106"/>
                    <a:pt x="75" y="105"/>
                  </a:cubicBezTo>
                  <a:cubicBezTo>
                    <a:pt x="75" y="104"/>
                    <a:pt x="76" y="102"/>
                    <a:pt x="77" y="101"/>
                  </a:cubicBezTo>
                  <a:cubicBezTo>
                    <a:pt x="78" y="101"/>
                    <a:pt x="80" y="100"/>
                    <a:pt x="81" y="100"/>
                  </a:cubicBezTo>
                  <a:cubicBezTo>
                    <a:pt x="83" y="100"/>
                    <a:pt x="85" y="101"/>
                    <a:pt x="86" y="102"/>
                  </a:cubicBezTo>
                  <a:cubicBezTo>
                    <a:pt x="87" y="102"/>
                    <a:pt x="90" y="102"/>
                    <a:pt x="91" y="102"/>
                  </a:cubicBezTo>
                  <a:cubicBezTo>
                    <a:pt x="93" y="102"/>
                    <a:pt x="96" y="103"/>
                    <a:pt x="97" y="102"/>
                  </a:cubicBezTo>
                  <a:cubicBezTo>
                    <a:pt x="98" y="102"/>
                    <a:pt x="100" y="102"/>
                    <a:pt x="100" y="101"/>
                  </a:cubicBezTo>
                  <a:cubicBezTo>
                    <a:pt x="100" y="100"/>
                    <a:pt x="99" y="98"/>
                    <a:pt x="98" y="97"/>
                  </a:cubicBezTo>
                  <a:cubicBezTo>
                    <a:pt x="98" y="96"/>
                    <a:pt x="97" y="95"/>
                    <a:pt x="96" y="94"/>
                  </a:cubicBezTo>
                  <a:cubicBezTo>
                    <a:pt x="95" y="94"/>
                    <a:pt x="92" y="93"/>
                    <a:pt x="91" y="93"/>
                  </a:cubicBezTo>
                  <a:cubicBezTo>
                    <a:pt x="89" y="93"/>
                    <a:pt x="86" y="94"/>
                    <a:pt x="85" y="94"/>
                  </a:cubicBezTo>
                  <a:cubicBezTo>
                    <a:pt x="83" y="94"/>
                    <a:pt x="81" y="95"/>
                    <a:pt x="79" y="95"/>
                  </a:cubicBezTo>
                  <a:cubicBezTo>
                    <a:pt x="78" y="95"/>
                    <a:pt x="76" y="94"/>
                    <a:pt x="76" y="93"/>
                  </a:cubicBezTo>
                  <a:cubicBezTo>
                    <a:pt x="75" y="93"/>
                    <a:pt x="74" y="91"/>
                    <a:pt x="74" y="90"/>
                  </a:cubicBezTo>
                  <a:cubicBezTo>
                    <a:pt x="73" y="88"/>
                    <a:pt x="73" y="84"/>
                    <a:pt x="74" y="82"/>
                  </a:cubicBezTo>
                  <a:cubicBezTo>
                    <a:pt x="75" y="81"/>
                    <a:pt x="78" y="80"/>
                    <a:pt x="79" y="80"/>
                  </a:cubicBezTo>
                  <a:cubicBezTo>
                    <a:pt x="81" y="79"/>
                    <a:pt x="85" y="78"/>
                    <a:pt x="86" y="78"/>
                  </a:cubicBezTo>
                  <a:cubicBezTo>
                    <a:pt x="88" y="78"/>
                    <a:pt x="91" y="79"/>
                    <a:pt x="93" y="80"/>
                  </a:cubicBezTo>
                  <a:cubicBezTo>
                    <a:pt x="94" y="80"/>
                    <a:pt x="96" y="80"/>
                    <a:pt x="97" y="80"/>
                  </a:cubicBezTo>
                  <a:cubicBezTo>
                    <a:pt x="97" y="81"/>
                    <a:pt x="98" y="82"/>
                    <a:pt x="98" y="82"/>
                  </a:cubicBezTo>
                  <a:cubicBezTo>
                    <a:pt x="99" y="83"/>
                    <a:pt x="99" y="85"/>
                    <a:pt x="99" y="85"/>
                  </a:cubicBezTo>
                  <a:cubicBezTo>
                    <a:pt x="100" y="86"/>
                    <a:pt x="101" y="88"/>
                    <a:pt x="102" y="88"/>
                  </a:cubicBezTo>
                  <a:cubicBezTo>
                    <a:pt x="103" y="87"/>
                    <a:pt x="103" y="86"/>
                    <a:pt x="104" y="85"/>
                  </a:cubicBezTo>
                  <a:cubicBezTo>
                    <a:pt x="104" y="84"/>
                    <a:pt x="105" y="83"/>
                    <a:pt x="106" y="82"/>
                  </a:cubicBezTo>
                  <a:cubicBezTo>
                    <a:pt x="106" y="81"/>
                    <a:pt x="108" y="80"/>
                    <a:pt x="108" y="80"/>
                  </a:cubicBezTo>
                  <a:cubicBezTo>
                    <a:pt x="109" y="79"/>
                    <a:pt x="112" y="78"/>
                    <a:pt x="113" y="78"/>
                  </a:cubicBezTo>
                  <a:cubicBezTo>
                    <a:pt x="114" y="78"/>
                    <a:pt x="115" y="78"/>
                    <a:pt x="116" y="78"/>
                  </a:cubicBezTo>
                  <a:cubicBezTo>
                    <a:pt x="117" y="78"/>
                    <a:pt x="119" y="79"/>
                    <a:pt x="119" y="80"/>
                  </a:cubicBezTo>
                  <a:cubicBezTo>
                    <a:pt x="120" y="81"/>
                    <a:pt x="121" y="83"/>
                    <a:pt x="122" y="84"/>
                  </a:cubicBezTo>
                  <a:cubicBezTo>
                    <a:pt x="122" y="85"/>
                    <a:pt x="122" y="87"/>
                    <a:pt x="122" y="88"/>
                  </a:cubicBezTo>
                  <a:cubicBezTo>
                    <a:pt x="123" y="89"/>
                    <a:pt x="124" y="90"/>
                    <a:pt x="125" y="90"/>
                  </a:cubicBezTo>
                  <a:cubicBezTo>
                    <a:pt x="126" y="90"/>
                    <a:pt x="128" y="88"/>
                    <a:pt x="128" y="87"/>
                  </a:cubicBezTo>
                  <a:cubicBezTo>
                    <a:pt x="129" y="86"/>
                    <a:pt x="129" y="84"/>
                    <a:pt x="129" y="83"/>
                  </a:cubicBezTo>
                  <a:cubicBezTo>
                    <a:pt x="129" y="83"/>
                    <a:pt x="128" y="81"/>
                    <a:pt x="128" y="80"/>
                  </a:cubicBezTo>
                  <a:cubicBezTo>
                    <a:pt x="128" y="79"/>
                    <a:pt x="131" y="78"/>
                    <a:pt x="132" y="78"/>
                  </a:cubicBezTo>
                  <a:cubicBezTo>
                    <a:pt x="133" y="78"/>
                    <a:pt x="134" y="79"/>
                    <a:pt x="135" y="79"/>
                  </a:cubicBezTo>
                  <a:cubicBezTo>
                    <a:pt x="136" y="80"/>
                    <a:pt x="138" y="80"/>
                    <a:pt x="138" y="81"/>
                  </a:cubicBezTo>
                  <a:cubicBezTo>
                    <a:pt x="139" y="82"/>
                    <a:pt x="139" y="84"/>
                    <a:pt x="139" y="85"/>
                  </a:cubicBezTo>
                  <a:cubicBezTo>
                    <a:pt x="139" y="85"/>
                    <a:pt x="139" y="87"/>
                    <a:pt x="139" y="88"/>
                  </a:cubicBezTo>
                  <a:cubicBezTo>
                    <a:pt x="139" y="89"/>
                    <a:pt x="140" y="90"/>
                    <a:pt x="141" y="91"/>
                  </a:cubicBezTo>
                  <a:cubicBezTo>
                    <a:pt x="141" y="92"/>
                    <a:pt x="140" y="93"/>
                    <a:pt x="140" y="94"/>
                  </a:cubicBezTo>
                  <a:cubicBezTo>
                    <a:pt x="140" y="95"/>
                    <a:pt x="140" y="96"/>
                    <a:pt x="140" y="96"/>
                  </a:cubicBezTo>
                  <a:cubicBezTo>
                    <a:pt x="141" y="97"/>
                    <a:pt x="142" y="96"/>
                    <a:pt x="143" y="96"/>
                  </a:cubicBezTo>
                  <a:cubicBezTo>
                    <a:pt x="144" y="96"/>
                    <a:pt x="144" y="94"/>
                    <a:pt x="144" y="93"/>
                  </a:cubicBezTo>
                  <a:cubicBezTo>
                    <a:pt x="145" y="92"/>
                    <a:pt x="144" y="89"/>
                    <a:pt x="145" y="88"/>
                  </a:cubicBezTo>
                  <a:cubicBezTo>
                    <a:pt x="145" y="87"/>
                    <a:pt x="146" y="86"/>
                    <a:pt x="147" y="86"/>
                  </a:cubicBezTo>
                  <a:cubicBezTo>
                    <a:pt x="147" y="86"/>
                    <a:pt x="148" y="86"/>
                    <a:pt x="149" y="86"/>
                  </a:cubicBezTo>
                  <a:cubicBezTo>
                    <a:pt x="149" y="86"/>
                    <a:pt x="151" y="87"/>
                    <a:pt x="151" y="87"/>
                  </a:cubicBezTo>
                  <a:cubicBezTo>
                    <a:pt x="152" y="87"/>
                    <a:pt x="154" y="89"/>
                    <a:pt x="155" y="89"/>
                  </a:cubicBezTo>
                  <a:cubicBezTo>
                    <a:pt x="156" y="90"/>
                    <a:pt x="159" y="93"/>
                    <a:pt x="160" y="94"/>
                  </a:cubicBezTo>
                  <a:cubicBezTo>
                    <a:pt x="161" y="94"/>
                    <a:pt x="162" y="95"/>
                    <a:pt x="163" y="96"/>
                  </a:cubicBezTo>
                  <a:cubicBezTo>
                    <a:pt x="164" y="97"/>
                    <a:pt x="165" y="99"/>
                    <a:pt x="166" y="100"/>
                  </a:cubicBezTo>
                  <a:cubicBezTo>
                    <a:pt x="166" y="100"/>
                    <a:pt x="167" y="101"/>
                    <a:pt x="168" y="102"/>
                  </a:cubicBezTo>
                  <a:cubicBezTo>
                    <a:pt x="169" y="102"/>
                    <a:pt x="170" y="103"/>
                    <a:pt x="170" y="104"/>
                  </a:cubicBezTo>
                  <a:cubicBezTo>
                    <a:pt x="171" y="104"/>
                    <a:pt x="171" y="106"/>
                    <a:pt x="172" y="106"/>
                  </a:cubicBezTo>
                  <a:cubicBezTo>
                    <a:pt x="173" y="106"/>
                    <a:pt x="174" y="107"/>
                    <a:pt x="175" y="107"/>
                  </a:cubicBezTo>
                  <a:cubicBezTo>
                    <a:pt x="176" y="107"/>
                    <a:pt x="178" y="105"/>
                    <a:pt x="178" y="104"/>
                  </a:cubicBezTo>
                  <a:cubicBezTo>
                    <a:pt x="179" y="103"/>
                    <a:pt x="179" y="102"/>
                    <a:pt x="180" y="101"/>
                  </a:cubicBezTo>
                  <a:cubicBezTo>
                    <a:pt x="181" y="101"/>
                    <a:pt x="182" y="99"/>
                    <a:pt x="183" y="99"/>
                  </a:cubicBezTo>
                  <a:cubicBezTo>
                    <a:pt x="184" y="99"/>
                    <a:pt x="186" y="99"/>
                    <a:pt x="187" y="100"/>
                  </a:cubicBezTo>
                  <a:cubicBezTo>
                    <a:pt x="188" y="100"/>
                    <a:pt x="190" y="100"/>
                    <a:pt x="190" y="99"/>
                  </a:cubicBezTo>
                  <a:cubicBezTo>
                    <a:pt x="191" y="99"/>
                    <a:pt x="191" y="97"/>
                    <a:pt x="191" y="97"/>
                  </a:cubicBezTo>
                  <a:cubicBezTo>
                    <a:pt x="190" y="96"/>
                    <a:pt x="189" y="96"/>
                    <a:pt x="188" y="95"/>
                  </a:cubicBezTo>
                  <a:cubicBezTo>
                    <a:pt x="187" y="95"/>
                    <a:pt x="185" y="95"/>
                    <a:pt x="185" y="95"/>
                  </a:cubicBezTo>
                  <a:cubicBezTo>
                    <a:pt x="184" y="95"/>
                    <a:pt x="182" y="96"/>
                    <a:pt x="182" y="96"/>
                  </a:cubicBezTo>
                  <a:cubicBezTo>
                    <a:pt x="181" y="97"/>
                    <a:pt x="179" y="97"/>
                    <a:pt x="178" y="98"/>
                  </a:cubicBezTo>
                  <a:cubicBezTo>
                    <a:pt x="177" y="98"/>
                    <a:pt x="175" y="98"/>
                    <a:pt x="174" y="98"/>
                  </a:cubicBezTo>
                  <a:cubicBezTo>
                    <a:pt x="173" y="98"/>
                    <a:pt x="170" y="97"/>
                    <a:pt x="169" y="96"/>
                  </a:cubicBezTo>
                  <a:cubicBezTo>
                    <a:pt x="169" y="96"/>
                    <a:pt x="168" y="94"/>
                    <a:pt x="167" y="93"/>
                  </a:cubicBezTo>
                  <a:cubicBezTo>
                    <a:pt x="166" y="92"/>
                    <a:pt x="165" y="91"/>
                    <a:pt x="165" y="90"/>
                  </a:cubicBezTo>
                  <a:cubicBezTo>
                    <a:pt x="165" y="89"/>
                    <a:pt x="165" y="87"/>
                    <a:pt x="165" y="87"/>
                  </a:cubicBezTo>
                  <a:cubicBezTo>
                    <a:pt x="166" y="86"/>
                    <a:pt x="167" y="85"/>
                    <a:pt x="167" y="85"/>
                  </a:cubicBezTo>
                  <a:cubicBezTo>
                    <a:pt x="168" y="85"/>
                    <a:pt x="170" y="85"/>
                    <a:pt x="170" y="85"/>
                  </a:cubicBezTo>
                  <a:cubicBezTo>
                    <a:pt x="171" y="86"/>
                    <a:pt x="171" y="87"/>
                    <a:pt x="171" y="88"/>
                  </a:cubicBezTo>
                  <a:cubicBezTo>
                    <a:pt x="171" y="88"/>
                    <a:pt x="172" y="90"/>
                    <a:pt x="173" y="90"/>
                  </a:cubicBezTo>
                  <a:cubicBezTo>
                    <a:pt x="174" y="90"/>
                    <a:pt x="174" y="88"/>
                    <a:pt x="174" y="87"/>
                  </a:cubicBezTo>
                  <a:cubicBezTo>
                    <a:pt x="175" y="86"/>
                    <a:pt x="174" y="84"/>
                    <a:pt x="174" y="84"/>
                  </a:cubicBezTo>
                  <a:cubicBezTo>
                    <a:pt x="175" y="83"/>
                    <a:pt x="175" y="81"/>
                    <a:pt x="175" y="80"/>
                  </a:cubicBezTo>
                  <a:cubicBezTo>
                    <a:pt x="176" y="79"/>
                    <a:pt x="178" y="78"/>
                    <a:pt x="180" y="78"/>
                  </a:cubicBezTo>
                  <a:cubicBezTo>
                    <a:pt x="181" y="78"/>
                    <a:pt x="183" y="79"/>
                    <a:pt x="185" y="79"/>
                  </a:cubicBezTo>
                  <a:cubicBezTo>
                    <a:pt x="185" y="78"/>
                    <a:pt x="186" y="78"/>
                    <a:pt x="186" y="78"/>
                  </a:cubicBezTo>
                  <a:cubicBezTo>
                    <a:pt x="187" y="77"/>
                    <a:pt x="189" y="76"/>
                    <a:pt x="190" y="75"/>
                  </a:cubicBezTo>
                  <a:cubicBezTo>
                    <a:pt x="191" y="75"/>
                    <a:pt x="194" y="76"/>
                    <a:pt x="195" y="75"/>
                  </a:cubicBezTo>
                  <a:cubicBezTo>
                    <a:pt x="196" y="75"/>
                    <a:pt x="198" y="74"/>
                    <a:pt x="199" y="74"/>
                  </a:cubicBezTo>
                  <a:cubicBezTo>
                    <a:pt x="200" y="73"/>
                    <a:pt x="202" y="73"/>
                    <a:pt x="203" y="73"/>
                  </a:cubicBezTo>
                  <a:cubicBezTo>
                    <a:pt x="204" y="73"/>
                    <a:pt x="205" y="74"/>
                    <a:pt x="206" y="75"/>
                  </a:cubicBezTo>
                  <a:cubicBezTo>
                    <a:pt x="207" y="75"/>
                    <a:pt x="209" y="76"/>
                    <a:pt x="209" y="76"/>
                  </a:cubicBezTo>
                  <a:cubicBezTo>
                    <a:pt x="210" y="76"/>
                    <a:pt x="212" y="76"/>
                    <a:pt x="213" y="76"/>
                  </a:cubicBezTo>
                  <a:cubicBezTo>
                    <a:pt x="213" y="76"/>
                    <a:pt x="214" y="76"/>
                    <a:pt x="215" y="77"/>
                  </a:cubicBezTo>
                  <a:cubicBezTo>
                    <a:pt x="215" y="77"/>
                    <a:pt x="216" y="78"/>
                    <a:pt x="216" y="78"/>
                  </a:cubicBezTo>
                  <a:cubicBezTo>
                    <a:pt x="217" y="79"/>
                    <a:pt x="218" y="80"/>
                    <a:pt x="219" y="81"/>
                  </a:cubicBezTo>
                  <a:cubicBezTo>
                    <a:pt x="219" y="81"/>
                    <a:pt x="220" y="83"/>
                    <a:pt x="221" y="83"/>
                  </a:cubicBezTo>
                  <a:cubicBezTo>
                    <a:pt x="221" y="83"/>
                    <a:pt x="222" y="81"/>
                    <a:pt x="222" y="81"/>
                  </a:cubicBezTo>
                  <a:cubicBezTo>
                    <a:pt x="223" y="80"/>
                    <a:pt x="223" y="78"/>
                    <a:pt x="222" y="77"/>
                  </a:cubicBezTo>
                  <a:cubicBezTo>
                    <a:pt x="222" y="75"/>
                    <a:pt x="221" y="73"/>
                    <a:pt x="220" y="72"/>
                  </a:cubicBezTo>
                  <a:cubicBezTo>
                    <a:pt x="219" y="71"/>
                    <a:pt x="217" y="69"/>
                    <a:pt x="215" y="68"/>
                  </a:cubicBezTo>
                  <a:cubicBezTo>
                    <a:pt x="214" y="67"/>
                    <a:pt x="211" y="67"/>
                    <a:pt x="210" y="67"/>
                  </a:cubicBezTo>
                  <a:cubicBezTo>
                    <a:pt x="208" y="67"/>
                    <a:pt x="207" y="68"/>
                    <a:pt x="206" y="68"/>
                  </a:cubicBezTo>
                  <a:cubicBezTo>
                    <a:pt x="204" y="69"/>
                    <a:pt x="201" y="68"/>
                    <a:pt x="200" y="68"/>
                  </a:cubicBezTo>
                  <a:cubicBezTo>
                    <a:pt x="198" y="68"/>
                    <a:pt x="196" y="68"/>
                    <a:pt x="194" y="68"/>
                  </a:cubicBezTo>
                  <a:cubicBezTo>
                    <a:pt x="193" y="69"/>
                    <a:pt x="190" y="69"/>
                    <a:pt x="189" y="70"/>
                  </a:cubicBezTo>
                  <a:cubicBezTo>
                    <a:pt x="188" y="70"/>
                    <a:pt x="185" y="72"/>
                    <a:pt x="184" y="72"/>
                  </a:cubicBezTo>
                  <a:cubicBezTo>
                    <a:pt x="183" y="72"/>
                    <a:pt x="180" y="72"/>
                    <a:pt x="179" y="73"/>
                  </a:cubicBezTo>
                  <a:cubicBezTo>
                    <a:pt x="178" y="73"/>
                    <a:pt x="177" y="74"/>
                    <a:pt x="176" y="75"/>
                  </a:cubicBezTo>
                  <a:cubicBezTo>
                    <a:pt x="175" y="75"/>
                    <a:pt x="174" y="77"/>
                    <a:pt x="174" y="77"/>
                  </a:cubicBezTo>
                  <a:cubicBezTo>
                    <a:pt x="173" y="77"/>
                    <a:pt x="171" y="78"/>
                    <a:pt x="170" y="78"/>
                  </a:cubicBezTo>
                  <a:cubicBezTo>
                    <a:pt x="168" y="77"/>
                    <a:pt x="166" y="76"/>
                    <a:pt x="166" y="75"/>
                  </a:cubicBezTo>
                  <a:cubicBezTo>
                    <a:pt x="165" y="74"/>
                    <a:pt x="165" y="72"/>
                    <a:pt x="166" y="71"/>
                  </a:cubicBezTo>
                  <a:cubicBezTo>
                    <a:pt x="166" y="69"/>
                    <a:pt x="168" y="68"/>
                    <a:pt x="169" y="67"/>
                  </a:cubicBezTo>
                  <a:cubicBezTo>
                    <a:pt x="170" y="66"/>
                    <a:pt x="173" y="66"/>
                    <a:pt x="174" y="66"/>
                  </a:cubicBezTo>
                  <a:cubicBezTo>
                    <a:pt x="175" y="65"/>
                    <a:pt x="177" y="66"/>
                    <a:pt x="179" y="66"/>
                  </a:cubicBezTo>
                  <a:cubicBezTo>
                    <a:pt x="180" y="65"/>
                    <a:pt x="182" y="64"/>
                    <a:pt x="183" y="64"/>
                  </a:cubicBezTo>
                  <a:cubicBezTo>
                    <a:pt x="184" y="63"/>
                    <a:pt x="185" y="63"/>
                    <a:pt x="185" y="62"/>
                  </a:cubicBezTo>
                  <a:cubicBezTo>
                    <a:pt x="186" y="62"/>
                    <a:pt x="185" y="61"/>
                    <a:pt x="184" y="60"/>
                  </a:cubicBezTo>
                  <a:cubicBezTo>
                    <a:pt x="183" y="59"/>
                    <a:pt x="181" y="59"/>
                    <a:pt x="179" y="59"/>
                  </a:cubicBezTo>
                  <a:cubicBezTo>
                    <a:pt x="178" y="59"/>
                    <a:pt x="175" y="59"/>
                    <a:pt x="173" y="60"/>
                  </a:cubicBezTo>
                  <a:cubicBezTo>
                    <a:pt x="172" y="60"/>
                    <a:pt x="170" y="61"/>
                    <a:pt x="169" y="61"/>
                  </a:cubicBezTo>
                  <a:cubicBezTo>
                    <a:pt x="168" y="62"/>
                    <a:pt x="166" y="63"/>
                    <a:pt x="165" y="64"/>
                  </a:cubicBezTo>
                  <a:cubicBezTo>
                    <a:pt x="164" y="64"/>
                    <a:pt x="161" y="64"/>
                    <a:pt x="160" y="64"/>
                  </a:cubicBezTo>
                  <a:cubicBezTo>
                    <a:pt x="159" y="64"/>
                    <a:pt x="157" y="64"/>
                    <a:pt x="157" y="64"/>
                  </a:cubicBezTo>
                  <a:cubicBezTo>
                    <a:pt x="155" y="64"/>
                    <a:pt x="152" y="66"/>
                    <a:pt x="151" y="66"/>
                  </a:cubicBezTo>
                  <a:cubicBezTo>
                    <a:pt x="150" y="66"/>
                    <a:pt x="148" y="66"/>
                    <a:pt x="147" y="66"/>
                  </a:cubicBezTo>
                  <a:cubicBezTo>
                    <a:pt x="146" y="66"/>
                    <a:pt x="143" y="67"/>
                    <a:pt x="142" y="67"/>
                  </a:cubicBezTo>
                  <a:cubicBezTo>
                    <a:pt x="140" y="67"/>
                    <a:pt x="138" y="68"/>
                    <a:pt x="137" y="67"/>
                  </a:cubicBezTo>
                  <a:cubicBezTo>
                    <a:pt x="136" y="67"/>
                    <a:pt x="135" y="66"/>
                    <a:pt x="134" y="65"/>
                  </a:cubicBezTo>
                  <a:cubicBezTo>
                    <a:pt x="134" y="64"/>
                    <a:pt x="134" y="62"/>
                    <a:pt x="134" y="61"/>
                  </a:cubicBezTo>
                  <a:cubicBezTo>
                    <a:pt x="134" y="60"/>
                    <a:pt x="134" y="57"/>
                    <a:pt x="135" y="56"/>
                  </a:cubicBezTo>
                  <a:cubicBezTo>
                    <a:pt x="135" y="55"/>
                    <a:pt x="137" y="53"/>
                    <a:pt x="138" y="52"/>
                  </a:cubicBezTo>
                  <a:cubicBezTo>
                    <a:pt x="139" y="51"/>
                    <a:pt x="141" y="50"/>
                    <a:pt x="142" y="50"/>
                  </a:cubicBezTo>
                  <a:cubicBezTo>
                    <a:pt x="142" y="50"/>
                    <a:pt x="143" y="50"/>
                    <a:pt x="144" y="50"/>
                  </a:cubicBezTo>
                  <a:cubicBezTo>
                    <a:pt x="145" y="50"/>
                    <a:pt x="146" y="51"/>
                    <a:pt x="147" y="52"/>
                  </a:cubicBezTo>
                  <a:cubicBezTo>
                    <a:pt x="147" y="52"/>
                    <a:pt x="149" y="53"/>
                    <a:pt x="150" y="52"/>
                  </a:cubicBezTo>
                  <a:cubicBezTo>
                    <a:pt x="151" y="52"/>
                    <a:pt x="152" y="52"/>
                    <a:pt x="152" y="52"/>
                  </a:cubicBezTo>
                  <a:cubicBezTo>
                    <a:pt x="153" y="51"/>
                    <a:pt x="152" y="50"/>
                    <a:pt x="152" y="49"/>
                  </a:cubicBezTo>
                  <a:cubicBezTo>
                    <a:pt x="152" y="48"/>
                    <a:pt x="151" y="47"/>
                    <a:pt x="150" y="47"/>
                  </a:cubicBezTo>
                  <a:cubicBezTo>
                    <a:pt x="149" y="46"/>
                    <a:pt x="148" y="45"/>
                    <a:pt x="147" y="45"/>
                  </a:cubicBezTo>
                  <a:cubicBezTo>
                    <a:pt x="146" y="45"/>
                    <a:pt x="145" y="46"/>
                    <a:pt x="144" y="46"/>
                  </a:cubicBezTo>
                  <a:cubicBezTo>
                    <a:pt x="143" y="46"/>
                    <a:pt x="140" y="45"/>
                    <a:pt x="139" y="45"/>
                  </a:cubicBezTo>
                  <a:cubicBezTo>
                    <a:pt x="139" y="44"/>
                    <a:pt x="138" y="42"/>
                    <a:pt x="137" y="42"/>
                  </a:cubicBezTo>
                  <a:cubicBezTo>
                    <a:pt x="137" y="41"/>
                    <a:pt x="137" y="39"/>
                    <a:pt x="137" y="38"/>
                  </a:cubicBezTo>
                  <a:cubicBezTo>
                    <a:pt x="136" y="37"/>
                    <a:pt x="135" y="36"/>
                    <a:pt x="135" y="35"/>
                  </a:cubicBezTo>
                  <a:cubicBezTo>
                    <a:pt x="135" y="34"/>
                    <a:pt x="134" y="33"/>
                    <a:pt x="134" y="32"/>
                  </a:cubicBezTo>
                  <a:cubicBezTo>
                    <a:pt x="135" y="31"/>
                    <a:pt x="137" y="30"/>
                    <a:pt x="137" y="30"/>
                  </a:cubicBezTo>
                  <a:cubicBezTo>
                    <a:pt x="138" y="30"/>
                    <a:pt x="140" y="30"/>
                    <a:pt x="141" y="30"/>
                  </a:cubicBezTo>
                  <a:cubicBezTo>
                    <a:pt x="143" y="30"/>
                    <a:pt x="145" y="28"/>
                    <a:pt x="146" y="27"/>
                  </a:cubicBezTo>
                  <a:cubicBezTo>
                    <a:pt x="147" y="26"/>
                    <a:pt x="149" y="22"/>
                    <a:pt x="151" y="21"/>
                  </a:cubicBezTo>
                  <a:cubicBezTo>
                    <a:pt x="152" y="21"/>
                    <a:pt x="154" y="20"/>
                    <a:pt x="156" y="20"/>
                  </a:cubicBezTo>
                  <a:cubicBezTo>
                    <a:pt x="158" y="19"/>
                    <a:pt x="162" y="19"/>
                    <a:pt x="164" y="20"/>
                  </a:cubicBezTo>
                  <a:cubicBezTo>
                    <a:pt x="164" y="20"/>
                    <a:pt x="165" y="21"/>
                    <a:pt x="165" y="21"/>
                  </a:cubicBezTo>
                  <a:cubicBezTo>
                    <a:pt x="165" y="22"/>
                    <a:pt x="167" y="24"/>
                    <a:pt x="168" y="25"/>
                  </a:cubicBezTo>
                  <a:cubicBezTo>
                    <a:pt x="168" y="26"/>
                    <a:pt x="168" y="28"/>
                    <a:pt x="169" y="28"/>
                  </a:cubicBezTo>
                  <a:cubicBezTo>
                    <a:pt x="169" y="29"/>
                    <a:pt x="170" y="31"/>
                    <a:pt x="171" y="32"/>
                  </a:cubicBezTo>
                  <a:cubicBezTo>
                    <a:pt x="172" y="33"/>
                    <a:pt x="173" y="33"/>
                    <a:pt x="174" y="34"/>
                  </a:cubicBezTo>
                  <a:cubicBezTo>
                    <a:pt x="174" y="34"/>
                    <a:pt x="174" y="36"/>
                    <a:pt x="175" y="37"/>
                  </a:cubicBezTo>
                  <a:cubicBezTo>
                    <a:pt x="175" y="37"/>
                    <a:pt x="177" y="38"/>
                    <a:pt x="178" y="38"/>
                  </a:cubicBezTo>
                  <a:cubicBezTo>
                    <a:pt x="179" y="38"/>
                    <a:pt x="180" y="38"/>
                    <a:pt x="180" y="38"/>
                  </a:cubicBezTo>
                  <a:cubicBezTo>
                    <a:pt x="181" y="37"/>
                    <a:pt x="183" y="36"/>
                    <a:pt x="184" y="35"/>
                  </a:cubicBezTo>
                  <a:cubicBezTo>
                    <a:pt x="185" y="34"/>
                    <a:pt x="187" y="34"/>
                    <a:pt x="188" y="33"/>
                  </a:cubicBezTo>
                  <a:cubicBezTo>
                    <a:pt x="189" y="33"/>
                    <a:pt x="190" y="31"/>
                    <a:pt x="190" y="30"/>
                  </a:cubicBezTo>
                  <a:cubicBezTo>
                    <a:pt x="191" y="29"/>
                    <a:pt x="193" y="28"/>
                    <a:pt x="194" y="28"/>
                  </a:cubicBezTo>
                  <a:cubicBezTo>
                    <a:pt x="195" y="28"/>
                    <a:pt x="196" y="28"/>
                    <a:pt x="197" y="28"/>
                  </a:cubicBezTo>
                  <a:cubicBezTo>
                    <a:pt x="197" y="28"/>
                    <a:pt x="198" y="30"/>
                    <a:pt x="197" y="31"/>
                  </a:cubicBezTo>
                  <a:cubicBezTo>
                    <a:pt x="197" y="32"/>
                    <a:pt x="197" y="33"/>
                    <a:pt x="196" y="33"/>
                  </a:cubicBezTo>
                  <a:cubicBezTo>
                    <a:pt x="196" y="34"/>
                    <a:pt x="194" y="35"/>
                    <a:pt x="194" y="35"/>
                  </a:cubicBezTo>
                  <a:cubicBezTo>
                    <a:pt x="194" y="36"/>
                    <a:pt x="194" y="37"/>
                    <a:pt x="195" y="38"/>
                  </a:cubicBezTo>
                  <a:cubicBezTo>
                    <a:pt x="195" y="38"/>
                    <a:pt x="197" y="38"/>
                    <a:pt x="198" y="39"/>
                  </a:cubicBezTo>
                  <a:cubicBezTo>
                    <a:pt x="199" y="39"/>
                    <a:pt x="201" y="39"/>
                    <a:pt x="203" y="39"/>
                  </a:cubicBezTo>
                  <a:cubicBezTo>
                    <a:pt x="204" y="38"/>
                    <a:pt x="206" y="36"/>
                    <a:pt x="207" y="36"/>
                  </a:cubicBezTo>
                  <a:cubicBezTo>
                    <a:pt x="209" y="35"/>
                    <a:pt x="211" y="34"/>
                    <a:pt x="212" y="34"/>
                  </a:cubicBezTo>
                  <a:cubicBezTo>
                    <a:pt x="213" y="33"/>
                    <a:pt x="215" y="33"/>
                    <a:pt x="215" y="33"/>
                  </a:cubicBezTo>
                  <a:cubicBezTo>
                    <a:pt x="217" y="33"/>
                    <a:pt x="219" y="33"/>
                    <a:pt x="220" y="34"/>
                  </a:cubicBezTo>
                  <a:cubicBezTo>
                    <a:pt x="221" y="34"/>
                    <a:pt x="222" y="35"/>
                    <a:pt x="222" y="36"/>
                  </a:cubicBezTo>
                  <a:cubicBezTo>
                    <a:pt x="222" y="37"/>
                    <a:pt x="222" y="40"/>
                    <a:pt x="222" y="41"/>
                  </a:cubicBezTo>
                  <a:cubicBezTo>
                    <a:pt x="223" y="42"/>
                    <a:pt x="225" y="45"/>
                    <a:pt x="225" y="46"/>
                  </a:cubicBezTo>
                  <a:cubicBezTo>
                    <a:pt x="225" y="47"/>
                    <a:pt x="225" y="49"/>
                    <a:pt x="225" y="50"/>
                  </a:cubicBezTo>
                  <a:cubicBezTo>
                    <a:pt x="225" y="52"/>
                    <a:pt x="225" y="56"/>
                    <a:pt x="225" y="57"/>
                  </a:cubicBezTo>
                  <a:cubicBezTo>
                    <a:pt x="226" y="58"/>
                    <a:pt x="227" y="60"/>
                    <a:pt x="227" y="61"/>
                  </a:cubicBezTo>
                  <a:cubicBezTo>
                    <a:pt x="229" y="62"/>
                    <a:pt x="233" y="65"/>
                    <a:pt x="234" y="67"/>
                  </a:cubicBezTo>
                  <a:cubicBezTo>
                    <a:pt x="235" y="68"/>
                    <a:pt x="237" y="71"/>
                    <a:pt x="238" y="72"/>
                  </a:cubicBezTo>
                  <a:cubicBezTo>
                    <a:pt x="239" y="73"/>
                    <a:pt x="241" y="74"/>
                    <a:pt x="242" y="75"/>
                  </a:cubicBezTo>
                  <a:cubicBezTo>
                    <a:pt x="243" y="76"/>
                    <a:pt x="245" y="77"/>
                    <a:pt x="246" y="78"/>
                  </a:cubicBezTo>
                  <a:cubicBezTo>
                    <a:pt x="247" y="79"/>
                    <a:pt x="248" y="81"/>
                    <a:pt x="249" y="82"/>
                  </a:cubicBezTo>
                  <a:cubicBezTo>
                    <a:pt x="250" y="83"/>
                    <a:pt x="251" y="86"/>
                    <a:pt x="252" y="86"/>
                  </a:cubicBezTo>
                  <a:cubicBezTo>
                    <a:pt x="253" y="87"/>
                    <a:pt x="255" y="89"/>
                    <a:pt x="256" y="88"/>
                  </a:cubicBezTo>
                  <a:cubicBezTo>
                    <a:pt x="257" y="88"/>
                    <a:pt x="256" y="85"/>
                    <a:pt x="256" y="84"/>
                  </a:cubicBezTo>
                  <a:cubicBezTo>
                    <a:pt x="256" y="83"/>
                    <a:pt x="255" y="81"/>
                    <a:pt x="254" y="80"/>
                  </a:cubicBezTo>
                  <a:cubicBezTo>
                    <a:pt x="253" y="78"/>
                    <a:pt x="251" y="75"/>
                    <a:pt x="250" y="73"/>
                  </a:cubicBezTo>
                  <a:cubicBezTo>
                    <a:pt x="249" y="72"/>
                    <a:pt x="246" y="69"/>
                    <a:pt x="245" y="68"/>
                  </a:cubicBezTo>
                  <a:cubicBezTo>
                    <a:pt x="243" y="67"/>
                    <a:pt x="240" y="64"/>
                    <a:pt x="238" y="63"/>
                  </a:cubicBezTo>
                  <a:cubicBezTo>
                    <a:pt x="236" y="62"/>
                    <a:pt x="232" y="59"/>
                    <a:pt x="231" y="58"/>
                  </a:cubicBezTo>
                  <a:cubicBezTo>
                    <a:pt x="230" y="57"/>
                    <a:pt x="229" y="55"/>
                    <a:pt x="229" y="54"/>
                  </a:cubicBezTo>
                  <a:cubicBezTo>
                    <a:pt x="229" y="52"/>
                    <a:pt x="230" y="48"/>
                    <a:pt x="230" y="46"/>
                  </a:cubicBezTo>
                  <a:cubicBezTo>
                    <a:pt x="230" y="44"/>
                    <a:pt x="228" y="42"/>
                    <a:pt x="228" y="40"/>
                  </a:cubicBezTo>
                  <a:cubicBezTo>
                    <a:pt x="228" y="39"/>
                    <a:pt x="228" y="36"/>
                    <a:pt x="227" y="35"/>
                  </a:cubicBezTo>
                  <a:cubicBezTo>
                    <a:pt x="227" y="35"/>
                    <a:pt x="225" y="34"/>
                    <a:pt x="225" y="33"/>
                  </a:cubicBezTo>
                  <a:cubicBezTo>
                    <a:pt x="224" y="33"/>
                    <a:pt x="223" y="31"/>
                    <a:pt x="222" y="31"/>
                  </a:cubicBezTo>
                  <a:cubicBezTo>
                    <a:pt x="221" y="30"/>
                    <a:pt x="220" y="29"/>
                    <a:pt x="219" y="29"/>
                  </a:cubicBezTo>
                  <a:cubicBezTo>
                    <a:pt x="218" y="29"/>
                    <a:pt x="216" y="29"/>
                    <a:pt x="215" y="28"/>
                  </a:cubicBezTo>
                  <a:cubicBezTo>
                    <a:pt x="214" y="28"/>
                    <a:pt x="214" y="26"/>
                    <a:pt x="214" y="26"/>
                  </a:cubicBezTo>
                  <a:cubicBezTo>
                    <a:pt x="213" y="25"/>
                    <a:pt x="211" y="22"/>
                    <a:pt x="212" y="21"/>
                  </a:cubicBezTo>
                  <a:cubicBezTo>
                    <a:pt x="212" y="20"/>
                    <a:pt x="215" y="20"/>
                    <a:pt x="216" y="19"/>
                  </a:cubicBezTo>
                  <a:cubicBezTo>
                    <a:pt x="216" y="19"/>
                    <a:pt x="217" y="17"/>
                    <a:pt x="218" y="16"/>
                  </a:cubicBezTo>
                  <a:cubicBezTo>
                    <a:pt x="218" y="15"/>
                    <a:pt x="219" y="13"/>
                    <a:pt x="219" y="12"/>
                  </a:cubicBezTo>
                  <a:cubicBezTo>
                    <a:pt x="220" y="12"/>
                    <a:pt x="222" y="10"/>
                    <a:pt x="223" y="10"/>
                  </a:cubicBezTo>
                  <a:cubicBezTo>
                    <a:pt x="224" y="10"/>
                    <a:pt x="226" y="11"/>
                    <a:pt x="226" y="11"/>
                  </a:cubicBezTo>
                  <a:cubicBezTo>
                    <a:pt x="227" y="12"/>
                    <a:pt x="228" y="13"/>
                    <a:pt x="229" y="14"/>
                  </a:cubicBezTo>
                  <a:cubicBezTo>
                    <a:pt x="229" y="14"/>
                    <a:pt x="229" y="16"/>
                    <a:pt x="229" y="17"/>
                  </a:cubicBezTo>
                  <a:cubicBezTo>
                    <a:pt x="229" y="19"/>
                    <a:pt x="228" y="22"/>
                    <a:pt x="228" y="23"/>
                  </a:cubicBezTo>
                  <a:cubicBezTo>
                    <a:pt x="229" y="24"/>
                    <a:pt x="231" y="26"/>
                    <a:pt x="232" y="27"/>
                  </a:cubicBezTo>
                  <a:cubicBezTo>
                    <a:pt x="233" y="27"/>
                    <a:pt x="234" y="28"/>
                    <a:pt x="235" y="29"/>
                  </a:cubicBezTo>
                  <a:cubicBezTo>
                    <a:pt x="236" y="30"/>
                    <a:pt x="237" y="32"/>
                    <a:pt x="237" y="32"/>
                  </a:cubicBezTo>
                  <a:cubicBezTo>
                    <a:pt x="238" y="33"/>
                    <a:pt x="240" y="33"/>
                    <a:pt x="240" y="34"/>
                  </a:cubicBezTo>
                  <a:cubicBezTo>
                    <a:pt x="241" y="35"/>
                    <a:pt x="240" y="37"/>
                    <a:pt x="240" y="38"/>
                  </a:cubicBezTo>
                  <a:cubicBezTo>
                    <a:pt x="240" y="39"/>
                    <a:pt x="241" y="41"/>
                    <a:pt x="241" y="42"/>
                  </a:cubicBezTo>
                  <a:cubicBezTo>
                    <a:pt x="241" y="43"/>
                    <a:pt x="241" y="45"/>
                    <a:pt x="241" y="46"/>
                  </a:cubicBezTo>
                  <a:cubicBezTo>
                    <a:pt x="241" y="47"/>
                    <a:pt x="240" y="49"/>
                    <a:pt x="241" y="50"/>
                  </a:cubicBezTo>
                  <a:cubicBezTo>
                    <a:pt x="241" y="51"/>
                    <a:pt x="243" y="51"/>
                    <a:pt x="244" y="51"/>
                  </a:cubicBezTo>
                  <a:cubicBezTo>
                    <a:pt x="245" y="52"/>
                    <a:pt x="246" y="53"/>
                    <a:pt x="247" y="54"/>
                  </a:cubicBezTo>
                  <a:cubicBezTo>
                    <a:pt x="247" y="54"/>
                    <a:pt x="248" y="56"/>
                    <a:pt x="248" y="56"/>
                  </a:cubicBezTo>
                  <a:cubicBezTo>
                    <a:pt x="248" y="57"/>
                    <a:pt x="250" y="58"/>
                    <a:pt x="250" y="58"/>
                  </a:cubicBezTo>
                  <a:cubicBezTo>
                    <a:pt x="251" y="58"/>
                    <a:pt x="253" y="59"/>
                    <a:pt x="254" y="58"/>
                  </a:cubicBezTo>
                  <a:cubicBezTo>
                    <a:pt x="254" y="58"/>
                    <a:pt x="254" y="56"/>
                    <a:pt x="254" y="56"/>
                  </a:cubicBezTo>
                  <a:cubicBezTo>
                    <a:pt x="254" y="55"/>
                    <a:pt x="256" y="55"/>
                    <a:pt x="257" y="55"/>
                  </a:cubicBezTo>
                  <a:cubicBezTo>
                    <a:pt x="257" y="55"/>
                    <a:pt x="258" y="56"/>
                    <a:pt x="259" y="56"/>
                  </a:cubicBezTo>
                  <a:cubicBezTo>
                    <a:pt x="259" y="57"/>
                    <a:pt x="260" y="58"/>
                    <a:pt x="260" y="58"/>
                  </a:cubicBezTo>
                  <a:cubicBezTo>
                    <a:pt x="260" y="59"/>
                    <a:pt x="261" y="59"/>
                    <a:pt x="262" y="60"/>
                  </a:cubicBezTo>
                  <a:cubicBezTo>
                    <a:pt x="262" y="60"/>
                    <a:pt x="263" y="62"/>
                    <a:pt x="264" y="62"/>
                  </a:cubicBezTo>
                  <a:cubicBezTo>
                    <a:pt x="264" y="62"/>
                    <a:pt x="265" y="61"/>
                    <a:pt x="266" y="60"/>
                  </a:cubicBezTo>
                  <a:cubicBezTo>
                    <a:pt x="266" y="59"/>
                    <a:pt x="265" y="57"/>
                    <a:pt x="265" y="55"/>
                  </a:cubicBezTo>
                  <a:cubicBezTo>
                    <a:pt x="264" y="54"/>
                    <a:pt x="262" y="52"/>
                    <a:pt x="261" y="51"/>
                  </a:cubicBezTo>
                  <a:cubicBezTo>
                    <a:pt x="260" y="50"/>
                    <a:pt x="258" y="49"/>
                    <a:pt x="256" y="49"/>
                  </a:cubicBezTo>
                  <a:cubicBezTo>
                    <a:pt x="255" y="48"/>
                    <a:pt x="253" y="47"/>
                    <a:pt x="252" y="46"/>
                  </a:cubicBezTo>
                  <a:cubicBezTo>
                    <a:pt x="251" y="45"/>
                    <a:pt x="250" y="43"/>
                    <a:pt x="249" y="42"/>
                  </a:cubicBezTo>
                  <a:cubicBezTo>
                    <a:pt x="248" y="41"/>
                    <a:pt x="247" y="39"/>
                    <a:pt x="247" y="38"/>
                  </a:cubicBezTo>
                  <a:cubicBezTo>
                    <a:pt x="247" y="37"/>
                    <a:pt x="247" y="35"/>
                    <a:pt x="248" y="35"/>
                  </a:cubicBezTo>
                  <a:cubicBezTo>
                    <a:pt x="248" y="34"/>
                    <a:pt x="250" y="34"/>
                    <a:pt x="251" y="34"/>
                  </a:cubicBezTo>
                  <a:cubicBezTo>
                    <a:pt x="252" y="34"/>
                    <a:pt x="255" y="35"/>
                    <a:pt x="256" y="35"/>
                  </a:cubicBezTo>
                  <a:cubicBezTo>
                    <a:pt x="257" y="36"/>
                    <a:pt x="257" y="39"/>
                    <a:pt x="258" y="40"/>
                  </a:cubicBezTo>
                  <a:cubicBezTo>
                    <a:pt x="258" y="40"/>
                    <a:pt x="260" y="41"/>
                    <a:pt x="261" y="41"/>
                  </a:cubicBezTo>
                  <a:cubicBezTo>
                    <a:pt x="261" y="41"/>
                    <a:pt x="263" y="41"/>
                    <a:pt x="263" y="41"/>
                  </a:cubicBezTo>
                  <a:cubicBezTo>
                    <a:pt x="264" y="40"/>
                    <a:pt x="264" y="38"/>
                    <a:pt x="264" y="37"/>
                  </a:cubicBezTo>
                  <a:cubicBezTo>
                    <a:pt x="264" y="36"/>
                    <a:pt x="263" y="34"/>
                    <a:pt x="262" y="33"/>
                  </a:cubicBezTo>
                  <a:cubicBezTo>
                    <a:pt x="262" y="32"/>
                    <a:pt x="263" y="30"/>
                    <a:pt x="262" y="29"/>
                  </a:cubicBezTo>
                  <a:cubicBezTo>
                    <a:pt x="262" y="28"/>
                    <a:pt x="260" y="27"/>
                    <a:pt x="260" y="27"/>
                  </a:cubicBezTo>
                  <a:cubicBezTo>
                    <a:pt x="259" y="27"/>
                    <a:pt x="257" y="28"/>
                    <a:pt x="256" y="28"/>
                  </a:cubicBezTo>
                  <a:cubicBezTo>
                    <a:pt x="255" y="29"/>
                    <a:pt x="253" y="29"/>
                    <a:pt x="252" y="29"/>
                  </a:cubicBezTo>
                  <a:cubicBezTo>
                    <a:pt x="251" y="29"/>
                    <a:pt x="249" y="26"/>
                    <a:pt x="248" y="26"/>
                  </a:cubicBezTo>
                  <a:cubicBezTo>
                    <a:pt x="247" y="25"/>
                    <a:pt x="246" y="26"/>
                    <a:pt x="245" y="26"/>
                  </a:cubicBezTo>
                  <a:cubicBezTo>
                    <a:pt x="244" y="26"/>
                    <a:pt x="243" y="26"/>
                    <a:pt x="242" y="26"/>
                  </a:cubicBezTo>
                  <a:cubicBezTo>
                    <a:pt x="241" y="26"/>
                    <a:pt x="238" y="25"/>
                    <a:pt x="237" y="25"/>
                  </a:cubicBezTo>
                  <a:cubicBezTo>
                    <a:pt x="237" y="24"/>
                    <a:pt x="236" y="22"/>
                    <a:pt x="235" y="21"/>
                  </a:cubicBezTo>
                  <a:cubicBezTo>
                    <a:pt x="235" y="20"/>
                    <a:pt x="235" y="17"/>
                    <a:pt x="234" y="16"/>
                  </a:cubicBezTo>
                  <a:cubicBezTo>
                    <a:pt x="234" y="15"/>
                    <a:pt x="233" y="13"/>
                    <a:pt x="232" y="12"/>
                  </a:cubicBezTo>
                  <a:cubicBezTo>
                    <a:pt x="232" y="11"/>
                    <a:pt x="232" y="9"/>
                    <a:pt x="232" y="9"/>
                  </a:cubicBezTo>
                  <a:cubicBezTo>
                    <a:pt x="233" y="8"/>
                    <a:pt x="234" y="8"/>
                    <a:pt x="234" y="7"/>
                  </a:cubicBezTo>
                  <a:cubicBezTo>
                    <a:pt x="235" y="7"/>
                    <a:pt x="236" y="7"/>
                    <a:pt x="236" y="8"/>
                  </a:cubicBezTo>
                  <a:cubicBezTo>
                    <a:pt x="237" y="8"/>
                    <a:pt x="238" y="9"/>
                    <a:pt x="238" y="9"/>
                  </a:cubicBezTo>
                  <a:cubicBezTo>
                    <a:pt x="239" y="10"/>
                    <a:pt x="239" y="12"/>
                    <a:pt x="239" y="12"/>
                  </a:cubicBezTo>
                  <a:cubicBezTo>
                    <a:pt x="239" y="13"/>
                    <a:pt x="239" y="15"/>
                    <a:pt x="240" y="16"/>
                  </a:cubicBezTo>
                  <a:cubicBezTo>
                    <a:pt x="240" y="17"/>
                    <a:pt x="241" y="19"/>
                    <a:pt x="242" y="18"/>
                  </a:cubicBezTo>
                  <a:cubicBezTo>
                    <a:pt x="243" y="18"/>
                    <a:pt x="243" y="17"/>
                    <a:pt x="243" y="16"/>
                  </a:cubicBezTo>
                  <a:cubicBezTo>
                    <a:pt x="244" y="15"/>
                    <a:pt x="244" y="13"/>
                    <a:pt x="244" y="12"/>
                  </a:cubicBezTo>
                  <a:cubicBezTo>
                    <a:pt x="244" y="11"/>
                    <a:pt x="242" y="10"/>
                    <a:pt x="242" y="9"/>
                  </a:cubicBezTo>
                  <a:cubicBezTo>
                    <a:pt x="241" y="8"/>
                    <a:pt x="241" y="6"/>
                    <a:pt x="242" y="6"/>
                  </a:cubicBezTo>
                  <a:cubicBezTo>
                    <a:pt x="242" y="5"/>
                    <a:pt x="244" y="6"/>
                    <a:pt x="245" y="6"/>
                  </a:cubicBezTo>
                  <a:cubicBezTo>
                    <a:pt x="246" y="6"/>
                    <a:pt x="248" y="7"/>
                    <a:pt x="249" y="7"/>
                  </a:cubicBezTo>
                  <a:cubicBezTo>
                    <a:pt x="250" y="7"/>
                    <a:pt x="251" y="9"/>
                    <a:pt x="252" y="9"/>
                  </a:cubicBezTo>
                  <a:cubicBezTo>
                    <a:pt x="253" y="9"/>
                    <a:pt x="254" y="10"/>
                    <a:pt x="255" y="10"/>
                  </a:cubicBezTo>
                  <a:cubicBezTo>
                    <a:pt x="256" y="10"/>
                    <a:pt x="259" y="10"/>
                    <a:pt x="260" y="10"/>
                  </a:cubicBezTo>
                  <a:cubicBezTo>
                    <a:pt x="261" y="10"/>
                    <a:pt x="263" y="11"/>
                    <a:pt x="264" y="12"/>
                  </a:cubicBezTo>
                  <a:cubicBezTo>
                    <a:pt x="264" y="12"/>
                    <a:pt x="265" y="13"/>
                    <a:pt x="266" y="13"/>
                  </a:cubicBezTo>
                  <a:cubicBezTo>
                    <a:pt x="267" y="12"/>
                    <a:pt x="267" y="10"/>
                    <a:pt x="267" y="8"/>
                  </a:cubicBezTo>
                  <a:cubicBezTo>
                    <a:pt x="268" y="7"/>
                    <a:pt x="267" y="5"/>
                    <a:pt x="267" y="5"/>
                  </a:cubicBezTo>
                  <a:cubicBezTo>
                    <a:pt x="268" y="4"/>
                    <a:pt x="270" y="3"/>
                    <a:pt x="271" y="2"/>
                  </a:cubicBezTo>
                  <a:cubicBezTo>
                    <a:pt x="272" y="2"/>
                    <a:pt x="274" y="3"/>
                    <a:pt x="275" y="3"/>
                  </a:cubicBezTo>
                  <a:cubicBezTo>
                    <a:pt x="276" y="3"/>
                    <a:pt x="278" y="2"/>
                    <a:pt x="279" y="1"/>
                  </a:cubicBezTo>
                  <a:cubicBezTo>
                    <a:pt x="279" y="1"/>
                    <a:pt x="280" y="1"/>
                    <a:pt x="280" y="1"/>
                  </a:cubicBezTo>
                  <a:cubicBezTo>
                    <a:pt x="280" y="2"/>
                    <a:pt x="280" y="3"/>
                    <a:pt x="280" y="4"/>
                  </a:cubicBezTo>
                  <a:cubicBezTo>
                    <a:pt x="280" y="5"/>
                    <a:pt x="280" y="7"/>
                    <a:pt x="281" y="8"/>
                  </a:cubicBezTo>
                  <a:cubicBezTo>
                    <a:pt x="282" y="9"/>
                    <a:pt x="284" y="10"/>
                    <a:pt x="285" y="10"/>
                  </a:cubicBezTo>
                  <a:cubicBezTo>
                    <a:pt x="287" y="10"/>
                    <a:pt x="289" y="10"/>
                    <a:pt x="291" y="10"/>
                  </a:cubicBezTo>
                  <a:cubicBezTo>
                    <a:pt x="292" y="10"/>
                    <a:pt x="296" y="11"/>
                    <a:pt x="298" y="11"/>
                  </a:cubicBezTo>
                  <a:cubicBezTo>
                    <a:pt x="299" y="12"/>
                    <a:pt x="301" y="13"/>
                    <a:pt x="302" y="13"/>
                  </a:cubicBezTo>
                  <a:cubicBezTo>
                    <a:pt x="303" y="13"/>
                    <a:pt x="304" y="13"/>
                    <a:pt x="305" y="13"/>
                  </a:cubicBezTo>
                  <a:cubicBezTo>
                    <a:pt x="306" y="12"/>
                    <a:pt x="307" y="9"/>
                    <a:pt x="308" y="7"/>
                  </a:cubicBezTo>
                  <a:cubicBezTo>
                    <a:pt x="308" y="6"/>
                    <a:pt x="310" y="3"/>
                    <a:pt x="311" y="2"/>
                  </a:cubicBezTo>
                  <a:cubicBezTo>
                    <a:pt x="313" y="1"/>
                    <a:pt x="316" y="0"/>
                    <a:pt x="318" y="0"/>
                  </a:cubicBezTo>
                  <a:cubicBezTo>
                    <a:pt x="319" y="0"/>
                    <a:pt x="322" y="0"/>
                    <a:pt x="323" y="1"/>
                  </a:cubicBezTo>
                  <a:cubicBezTo>
                    <a:pt x="324" y="2"/>
                    <a:pt x="324" y="3"/>
                    <a:pt x="325" y="4"/>
                  </a:cubicBezTo>
                  <a:cubicBezTo>
                    <a:pt x="325" y="5"/>
                    <a:pt x="327" y="6"/>
                    <a:pt x="328" y="7"/>
                  </a:cubicBezTo>
                  <a:cubicBezTo>
                    <a:pt x="328" y="8"/>
                    <a:pt x="329" y="10"/>
                    <a:pt x="329" y="11"/>
                  </a:cubicBezTo>
                  <a:cubicBezTo>
                    <a:pt x="330" y="13"/>
                    <a:pt x="328" y="17"/>
                    <a:pt x="328" y="19"/>
                  </a:cubicBezTo>
                  <a:cubicBezTo>
                    <a:pt x="328" y="21"/>
                    <a:pt x="328" y="25"/>
                    <a:pt x="329" y="27"/>
                  </a:cubicBezTo>
                  <a:cubicBezTo>
                    <a:pt x="329" y="28"/>
                    <a:pt x="330" y="30"/>
                    <a:pt x="330" y="31"/>
                  </a:cubicBezTo>
                  <a:cubicBezTo>
                    <a:pt x="331" y="32"/>
                    <a:pt x="332" y="34"/>
                    <a:pt x="332" y="35"/>
                  </a:cubicBezTo>
                  <a:cubicBezTo>
                    <a:pt x="332" y="37"/>
                    <a:pt x="332" y="40"/>
                    <a:pt x="331" y="41"/>
                  </a:cubicBezTo>
                  <a:cubicBezTo>
                    <a:pt x="330" y="42"/>
                    <a:pt x="327" y="43"/>
                    <a:pt x="326" y="45"/>
                  </a:cubicBezTo>
                  <a:cubicBezTo>
                    <a:pt x="325" y="46"/>
                    <a:pt x="324" y="49"/>
                    <a:pt x="324" y="50"/>
                  </a:cubicBezTo>
                  <a:cubicBezTo>
                    <a:pt x="323" y="52"/>
                    <a:pt x="324" y="56"/>
                    <a:pt x="323" y="57"/>
                  </a:cubicBezTo>
                  <a:cubicBezTo>
                    <a:pt x="323" y="60"/>
                    <a:pt x="323" y="67"/>
                    <a:pt x="323" y="67"/>
                  </a:cubicBezTo>
                  <a:cubicBezTo>
                    <a:pt x="323" y="68"/>
                    <a:pt x="320" y="71"/>
                    <a:pt x="319" y="71"/>
                  </a:cubicBezTo>
                  <a:cubicBezTo>
                    <a:pt x="317" y="72"/>
                    <a:pt x="314" y="74"/>
                    <a:pt x="313" y="75"/>
                  </a:cubicBezTo>
                  <a:cubicBezTo>
                    <a:pt x="311" y="76"/>
                    <a:pt x="307" y="77"/>
                    <a:pt x="305" y="77"/>
                  </a:cubicBezTo>
                  <a:cubicBezTo>
                    <a:pt x="302" y="77"/>
                    <a:pt x="298" y="78"/>
                    <a:pt x="296" y="78"/>
                  </a:cubicBezTo>
                  <a:cubicBezTo>
                    <a:pt x="293" y="79"/>
                    <a:pt x="289" y="77"/>
                    <a:pt x="287" y="78"/>
                  </a:cubicBezTo>
                  <a:cubicBezTo>
                    <a:pt x="286" y="78"/>
                    <a:pt x="284" y="80"/>
                    <a:pt x="283" y="81"/>
                  </a:cubicBezTo>
                  <a:cubicBezTo>
                    <a:pt x="283" y="83"/>
                    <a:pt x="283" y="87"/>
                    <a:pt x="284" y="89"/>
                  </a:cubicBezTo>
                  <a:cubicBezTo>
                    <a:pt x="284" y="90"/>
                    <a:pt x="286" y="93"/>
                    <a:pt x="287" y="95"/>
                  </a:cubicBezTo>
                  <a:cubicBezTo>
                    <a:pt x="289" y="96"/>
                    <a:pt x="292" y="99"/>
                    <a:pt x="293" y="100"/>
                  </a:cubicBezTo>
                  <a:cubicBezTo>
                    <a:pt x="295" y="101"/>
                    <a:pt x="297" y="104"/>
                    <a:pt x="298" y="105"/>
                  </a:cubicBezTo>
                  <a:cubicBezTo>
                    <a:pt x="300" y="107"/>
                    <a:pt x="302" y="111"/>
                    <a:pt x="302" y="113"/>
                  </a:cubicBezTo>
                  <a:cubicBezTo>
                    <a:pt x="303" y="114"/>
                    <a:pt x="303" y="116"/>
                    <a:pt x="303" y="117"/>
                  </a:cubicBezTo>
                  <a:cubicBezTo>
                    <a:pt x="303" y="118"/>
                    <a:pt x="302" y="120"/>
                    <a:pt x="301" y="121"/>
                  </a:cubicBezTo>
                  <a:cubicBezTo>
                    <a:pt x="300" y="123"/>
                    <a:pt x="298" y="125"/>
                    <a:pt x="298" y="126"/>
                  </a:cubicBezTo>
                  <a:cubicBezTo>
                    <a:pt x="297" y="127"/>
                    <a:pt x="297" y="130"/>
                    <a:pt x="296" y="131"/>
                  </a:cubicBezTo>
                  <a:cubicBezTo>
                    <a:pt x="296" y="132"/>
                    <a:pt x="295" y="134"/>
                    <a:pt x="295" y="135"/>
                  </a:cubicBezTo>
                  <a:cubicBezTo>
                    <a:pt x="294" y="136"/>
                    <a:pt x="291" y="137"/>
                    <a:pt x="291" y="138"/>
                  </a:cubicBezTo>
                  <a:cubicBezTo>
                    <a:pt x="291" y="139"/>
                    <a:pt x="291" y="140"/>
                    <a:pt x="291" y="140"/>
                  </a:cubicBezTo>
                  <a:cubicBezTo>
                    <a:pt x="291" y="140"/>
                    <a:pt x="291" y="140"/>
                    <a:pt x="291" y="140"/>
                  </a:cubicBezTo>
                  <a:cubicBezTo>
                    <a:pt x="289" y="141"/>
                    <a:pt x="286" y="142"/>
                    <a:pt x="284" y="143"/>
                  </a:cubicBezTo>
                  <a:cubicBezTo>
                    <a:pt x="283" y="143"/>
                    <a:pt x="279" y="143"/>
                    <a:pt x="277" y="143"/>
                  </a:cubicBezTo>
                  <a:cubicBezTo>
                    <a:pt x="275" y="142"/>
                    <a:pt x="273" y="139"/>
                    <a:pt x="272" y="138"/>
                  </a:cubicBezTo>
                  <a:cubicBezTo>
                    <a:pt x="270" y="137"/>
                    <a:pt x="266" y="137"/>
                    <a:pt x="264" y="137"/>
                  </a:cubicBezTo>
                  <a:cubicBezTo>
                    <a:pt x="261" y="137"/>
                    <a:pt x="257" y="136"/>
                    <a:pt x="255" y="137"/>
                  </a:cubicBezTo>
                  <a:cubicBezTo>
                    <a:pt x="252" y="137"/>
                    <a:pt x="248" y="139"/>
                    <a:pt x="245" y="140"/>
                  </a:cubicBezTo>
                  <a:cubicBezTo>
                    <a:pt x="242" y="140"/>
                    <a:pt x="237" y="138"/>
                    <a:pt x="234" y="138"/>
                  </a:cubicBezTo>
                  <a:cubicBezTo>
                    <a:pt x="230" y="139"/>
                    <a:pt x="223" y="141"/>
                    <a:pt x="219" y="142"/>
                  </a:cubicBezTo>
                  <a:cubicBezTo>
                    <a:pt x="218" y="143"/>
                    <a:pt x="215" y="144"/>
                    <a:pt x="214" y="145"/>
                  </a:cubicBezTo>
                  <a:cubicBezTo>
                    <a:pt x="212" y="147"/>
                    <a:pt x="209" y="150"/>
                    <a:pt x="208" y="151"/>
                  </a:cubicBezTo>
                  <a:cubicBezTo>
                    <a:pt x="207" y="153"/>
                    <a:pt x="206" y="156"/>
                    <a:pt x="205" y="157"/>
                  </a:cubicBezTo>
                  <a:cubicBezTo>
                    <a:pt x="204" y="159"/>
                    <a:pt x="202" y="162"/>
                    <a:pt x="201" y="163"/>
                  </a:cubicBezTo>
                  <a:cubicBezTo>
                    <a:pt x="199" y="164"/>
                    <a:pt x="194" y="165"/>
                    <a:pt x="191" y="165"/>
                  </a:cubicBezTo>
                  <a:cubicBezTo>
                    <a:pt x="189" y="165"/>
                    <a:pt x="185" y="164"/>
                    <a:pt x="183" y="165"/>
                  </a:cubicBezTo>
                  <a:cubicBezTo>
                    <a:pt x="182" y="165"/>
                    <a:pt x="180" y="165"/>
                    <a:pt x="179" y="165"/>
                  </a:cubicBezTo>
                  <a:cubicBezTo>
                    <a:pt x="179" y="166"/>
                    <a:pt x="177" y="166"/>
                    <a:pt x="177" y="167"/>
                  </a:cubicBezTo>
                  <a:cubicBezTo>
                    <a:pt x="176" y="167"/>
                    <a:pt x="173" y="168"/>
                    <a:pt x="172" y="169"/>
                  </a:cubicBezTo>
                  <a:cubicBezTo>
                    <a:pt x="172" y="170"/>
                    <a:pt x="170" y="172"/>
                    <a:pt x="170" y="173"/>
                  </a:cubicBezTo>
                  <a:cubicBezTo>
                    <a:pt x="169" y="174"/>
                    <a:pt x="170" y="176"/>
                    <a:pt x="170" y="177"/>
                  </a:cubicBezTo>
                  <a:cubicBezTo>
                    <a:pt x="169" y="178"/>
                    <a:pt x="167" y="180"/>
                    <a:pt x="166" y="180"/>
                  </a:cubicBezTo>
                  <a:cubicBezTo>
                    <a:pt x="164" y="180"/>
                    <a:pt x="161" y="178"/>
                    <a:pt x="160" y="178"/>
                  </a:cubicBezTo>
                  <a:cubicBezTo>
                    <a:pt x="159" y="177"/>
                    <a:pt x="158" y="175"/>
                    <a:pt x="157" y="175"/>
                  </a:cubicBezTo>
                  <a:cubicBezTo>
                    <a:pt x="155" y="175"/>
                    <a:pt x="152" y="176"/>
                    <a:pt x="151" y="177"/>
                  </a:cubicBezTo>
                  <a:cubicBezTo>
                    <a:pt x="149" y="178"/>
                    <a:pt x="148" y="182"/>
                    <a:pt x="147" y="183"/>
                  </a:cubicBezTo>
                  <a:cubicBezTo>
                    <a:pt x="146" y="184"/>
                    <a:pt x="145" y="185"/>
                    <a:pt x="143" y="185"/>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216"/>
            <p:cNvSpPr>
              <a:spLocks/>
            </p:cNvSpPr>
            <p:nvPr/>
          </p:nvSpPr>
          <p:spPr bwMode="auto">
            <a:xfrm>
              <a:off x="5416550" y="3278188"/>
              <a:ext cx="44450" cy="58738"/>
            </a:xfrm>
            <a:custGeom>
              <a:avLst/>
              <a:gdLst/>
              <a:ahLst/>
              <a:cxnLst>
                <a:cxn ang="0">
                  <a:pos x="26" y="10"/>
                </a:cxn>
                <a:cxn ang="0">
                  <a:pos x="26" y="17"/>
                </a:cxn>
                <a:cxn ang="0">
                  <a:pos x="23" y="23"/>
                </a:cxn>
                <a:cxn ang="0">
                  <a:pos x="19" y="29"/>
                </a:cxn>
                <a:cxn ang="0">
                  <a:pos x="19" y="32"/>
                </a:cxn>
                <a:cxn ang="0">
                  <a:pos x="16" y="33"/>
                </a:cxn>
                <a:cxn ang="0">
                  <a:pos x="12" y="34"/>
                </a:cxn>
                <a:cxn ang="0">
                  <a:pos x="7" y="32"/>
                </a:cxn>
                <a:cxn ang="0">
                  <a:pos x="3" y="28"/>
                </a:cxn>
                <a:cxn ang="0">
                  <a:pos x="1" y="24"/>
                </a:cxn>
                <a:cxn ang="0">
                  <a:pos x="1" y="20"/>
                </a:cxn>
                <a:cxn ang="0">
                  <a:pos x="3" y="17"/>
                </a:cxn>
                <a:cxn ang="0">
                  <a:pos x="9" y="15"/>
                </a:cxn>
                <a:cxn ang="0">
                  <a:pos x="14" y="15"/>
                </a:cxn>
                <a:cxn ang="0">
                  <a:pos x="17" y="12"/>
                </a:cxn>
                <a:cxn ang="0">
                  <a:pos x="17" y="6"/>
                </a:cxn>
                <a:cxn ang="0">
                  <a:pos x="19" y="1"/>
                </a:cxn>
                <a:cxn ang="0">
                  <a:pos x="20" y="0"/>
                </a:cxn>
                <a:cxn ang="0">
                  <a:pos x="23" y="5"/>
                </a:cxn>
                <a:cxn ang="0">
                  <a:pos x="26" y="10"/>
                </a:cxn>
              </a:cxnLst>
              <a:rect l="0" t="0" r="r" b="b"/>
              <a:pathLst>
                <a:path w="26" h="34">
                  <a:moveTo>
                    <a:pt x="26" y="10"/>
                  </a:moveTo>
                  <a:cubicBezTo>
                    <a:pt x="26" y="12"/>
                    <a:pt x="26" y="16"/>
                    <a:pt x="26" y="17"/>
                  </a:cubicBezTo>
                  <a:cubicBezTo>
                    <a:pt x="25" y="19"/>
                    <a:pt x="23" y="22"/>
                    <a:pt x="23" y="23"/>
                  </a:cubicBezTo>
                  <a:cubicBezTo>
                    <a:pt x="22" y="25"/>
                    <a:pt x="19" y="27"/>
                    <a:pt x="19" y="29"/>
                  </a:cubicBezTo>
                  <a:cubicBezTo>
                    <a:pt x="19" y="29"/>
                    <a:pt x="19" y="31"/>
                    <a:pt x="19" y="32"/>
                  </a:cubicBezTo>
                  <a:cubicBezTo>
                    <a:pt x="18" y="32"/>
                    <a:pt x="17" y="33"/>
                    <a:pt x="16" y="33"/>
                  </a:cubicBezTo>
                  <a:cubicBezTo>
                    <a:pt x="15" y="33"/>
                    <a:pt x="13" y="34"/>
                    <a:pt x="12" y="34"/>
                  </a:cubicBezTo>
                  <a:cubicBezTo>
                    <a:pt x="11" y="34"/>
                    <a:pt x="9" y="33"/>
                    <a:pt x="7" y="32"/>
                  </a:cubicBezTo>
                  <a:cubicBezTo>
                    <a:pt x="6" y="32"/>
                    <a:pt x="4" y="29"/>
                    <a:pt x="3" y="28"/>
                  </a:cubicBezTo>
                  <a:cubicBezTo>
                    <a:pt x="2" y="27"/>
                    <a:pt x="1" y="25"/>
                    <a:pt x="1" y="24"/>
                  </a:cubicBezTo>
                  <a:cubicBezTo>
                    <a:pt x="1" y="23"/>
                    <a:pt x="0" y="21"/>
                    <a:pt x="1" y="20"/>
                  </a:cubicBezTo>
                  <a:cubicBezTo>
                    <a:pt x="1" y="19"/>
                    <a:pt x="3" y="17"/>
                    <a:pt x="3" y="17"/>
                  </a:cubicBezTo>
                  <a:cubicBezTo>
                    <a:pt x="5" y="16"/>
                    <a:pt x="8" y="16"/>
                    <a:pt x="9" y="15"/>
                  </a:cubicBezTo>
                  <a:cubicBezTo>
                    <a:pt x="10" y="15"/>
                    <a:pt x="13" y="16"/>
                    <a:pt x="14" y="15"/>
                  </a:cubicBezTo>
                  <a:cubicBezTo>
                    <a:pt x="15" y="15"/>
                    <a:pt x="17" y="13"/>
                    <a:pt x="17" y="12"/>
                  </a:cubicBezTo>
                  <a:cubicBezTo>
                    <a:pt x="18" y="11"/>
                    <a:pt x="16" y="7"/>
                    <a:pt x="17" y="6"/>
                  </a:cubicBezTo>
                  <a:cubicBezTo>
                    <a:pt x="17" y="4"/>
                    <a:pt x="18" y="2"/>
                    <a:pt x="19" y="1"/>
                  </a:cubicBezTo>
                  <a:cubicBezTo>
                    <a:pt x="19" y="1"/>
                    <a:pt x="19" y="0"/>
                    <a:pt x="20" y="0"/>
                  </a:cubicBezTo>
                  <a:cubicBezTo>
                    <a:pt x="20" y="1"/>
                    <a:pt x="22" y="4"/>
                    <a:pt x="23" y="5"/>
                  </a:cubicBezTo>
                  <a:cubicBezTo>
                    <a:pt x="24" y="7"/>
                    <a:pt x="26" y="9"/>
                    <a:pt x="26" y="10"/>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217"/>
            <p:cNvSpPr>
              <a:spLocks/>
            </p:cNvSpPr>
            <p:nvPr/>
          </p:nvSpPr>
          <p:spPr bwMode="auto">
            <a:xfrm>
              <a:off x="5102225" y="4203700"/>
              <a:ext cx="388938" cy="434975"/>
            </a:xfrm>
            <a:custGeom>
              <a:avLst/>
              <a:gdLst/>
              <a:ahLst/>
              <a:cxnLst>
                <a:cxn ang="0">
                  <a:pos x="6" y="50"/>
                </a:cxn>
                <a:cxn ang="0">
                  <a:pos x="12" y="29"/>
                </a:cxn>
                <a:cxn ang="0">
                  <a:pos x="31" y="24"/>
                </a:cxn>
                <a:cxn ang="0">
                  <a:pos x="37" y="10"/>
                </a:cxn>
                <a:cxn ang="0">
                  <a:pos x="59" y="7"/>
                </a:cxn>
                <a:cxn ang="0">
                  <a:pos x="79" y="6"/>
                </a:cxn>
                <a:cxn ang="0">
                  <a:pos x="98" y="0"/>
                </a:cxn>
                <a:cxn ang="0">
                  <a:pos x="113" y="5"/>
                </a:cxn>
                <a:cxn ang="0">
                  <a:pos x="146" y="8"/>
                </a:cxn>
                <a:cxn ang="0">
                  <a:pos x="166" y="39"/>
                </a:cxn>
                <a:cxn ang="0">
                  <a:pos x="177" y="58"/>
                </a:cxn>
                <a:cxn ang="0">
                  <a:pos x="187" y="76"/>
                </a:cxn>
                <a:cxn ang="0">
                  <a:pos x="188" y="89"/>
                </a:cxn>
                <a:cxn ang="0">
                  <a:pos x="194" y="102"/>
                </a:cxn>
                <a:cxn ang="0">
                  <a:pos x="194" y="119"/>
                </a:cxn>
                <a:cxn ang="0">
                  <a:pos x="202" y="131"/>
                </a:cxn>
                <a:cxn ang="0">
                  <a:pos x="213" y="143"/>
                </a:cxn>
                <a:cxn ang="0">
                  <a:pos x="219" y="151"/>
                </a:cxn>
                <a:cxn ang="0">
                  <a:pos x="224" y="170"/>
                </a:cxn>
                <a:cxn ang="0">
                  <a:pos x="222" y="187"/>
                </a:cxn>
                <a:cxn ang="0">
                  <a:pos x="220" y="209"/>
                </a:cxn>
                <a:cxn ang="0">
                  <a:pos x="213" y="202"/>
                </a:cxn>
                <a:cxn ang="0">
                  <a:pos x="204" y="194"/>
                </a:cxn>
                <a:cxn ang="0">
                  <a:pos x="204" y="202"/>
                </a:cxn>
                <a:cxn ang="0">
                  <a:pos x="212" y="209"/>
                </a:cxn>
                <a:cxn ang="0">
                  <a:pos x="208" y="216"/>
                </a:cxn>
                <a:cxn ang="0">
                  <a:pos x="201" y="226"/>
                </a:cxn>
                <a:cxn ang="0">
                  <a:pos x="192" y="231"/>
                </a:cxn>
                <a:cxn ang="0">
                  <a:pos x="180" y="232"/>
                </a:cxn>
                <a:cxn ang="0">
                  <a:pos x="173" y="236"/>
                </a:cxn>
                <a:cxn ang="0">
                  <a:pos x="181" y="237"/>
                </a:cxn>
                <a:cxn ang="0">
                  <a:pos x="185" y="245"/>
                </a:cxn>
                <a:cxn ang="0">
                  <a:pos x="180" y="252"/>
                </a:cxn>
                <a:cxn ang="0">
                  <a:pos x="161" y="238"/>
                </a:cxn>
                <a:cxn ang="0">
                  <a:pos x="152" y="221"/>
                </a:cxn>
                <a:cxn ang="0">
                  <a:pos x="145" y="210"/>
                </a:cxn>
                <a:cxn ang="0">
                  <a:pos x="129" y="214"/>
                </a:cxn>
                <a:cxn ang="0">
                  <a:pos x="123" y="229"/>
                </a:cxn>
                <a:cxn ang="0">
                  <a:pos x="111" y="218"/>
                </a:cxn>
                <a:cxn ang="0">
                  <a:pos x="93" y="217"/>
                </a:cxn>
                <a:cxn ang="0">
                  <a:pos x="73" y="203"/>
                </a:cxn>
                <a:cxn ang="0">
                  <a:pos x="56" y="200"/>
                </a:cxn>
                <a:cxn ang="0">
                  <a:pos x="49" y="181"/>
                </a:cxn>
                <a:cxn ang="0">
                  <a:pos x="46" y="158"/>
                </a:cxn>
                <a:cxn ang="0">
                  <a:pos x="40" y="144"/>
                </a:cxn>
                <a:cxn ang="0">
                  <a:pos x="33" y="127"/>
                </a:cxn>
                <a:cxn ang="0">
                  <a:pos x="38" y="113"/>
                </a:cxn>
                <a:cxn ang="0">
                  <a:pos x="31" y="95"/>
                </a:cxn>
                <a:cxn ang="0">
                  <a:pos x="16" y="81"/>
                </a:cxn>
                <a:cxn ang="0">
                  <a:pos x="2" y="70"/>
                </a:cxn>
              </a:cxnLst>
              <a:rect l="0" t="0" r="r" b="b"/>
              <a:pathLst>
                <a:path w="225" h="252">
                  <a:moveTo>
                    <a:pt x="1" y="59"/>
                  </a:moveTo>
                  <a:cubicBezTo>
                    <a:pt x="1" y="57"/>
                    <a:pt x="2" y="55"/>
                    <a:pt x="2" y="54"/>
                  </a:cubicBezTo>
                  <a:cubicBezTo>
                    <a:pt x="3" y="53"/>
                    <a:pt x="5" y="51"/>
                    <a:pt x="6" y="50"/>
                  </a:cubicBezTo>
                  <a:cubicBezTo>
                    <a:pt x="6" y="48"/>
                    <a:pt x="6" y="44"/>
                    <a:pt x="6" y="42"/>
                  </a:cubicBezTo>
                  <a:cubicBezTo>
                    <a:pt x="6" y="40"/>
                    <a:pt x="7" y="36"/>
                    <a:pt x="8" y="34"/>
                  </a:cubicBezTo>
                  <a:cubicBezTo>
                    <a:pt x="8" y="32"/>
                    <a:pt x="11" y="30"/>
                    <a:pt x="12" y="29"/>
                  </a:cubicBezTo>
                  <a:cubicBezTo>
                    <a:pt x="13" y="28"/>
                    <a:pt x="16" y="27"/>
                    <a:pt x="17" y="26"/>
                  </a:cubicBezTo>
                  <a:cubicBezTo>
                    <a:pt x="19" y="26"/>
                    <a:pt x="23" y="26"/>
                    <a:pt x="24" y="25"/>
                  </a:cubicBezTo>
                  <a:cubicBezTo>
                    <a:pt x="26" y="25"/>
                    <a:pt x="29" y="24"/>
                    <a:pt x="31" y="24"/>
                  </a:cubicBezTo>
                  <a:cubicBezTo>
                    <a:pt x="32" y="23"/>
                    <a:pt x="34" y="20"/>
                    <a:pt x="35" y="19"/>
                  </a:cubicBezTo>
                  <a:cubicBezTo>
                    <a:pt x="35" y="18"/>
                    <a:pt x="36" y="15"/>
                    <a:pt x="36" y="13"/>
                  </a:cubicBezTo>
                  <a:cubicBezTo>
                    <a:pt x="37" y="13"/>
                    <a:pt x="37" y="11"/>
                    <a:pt x="37" y="10"/>
                  </a:cubicBezTo>
                  <a:cubicBezTo>
                    <a:pt x="39" y="10"/>
                    <a:pt x="42" y="10"/>
                    <a:pt x="43" y="9"/>
                  </a:cubicBezTo>
                  <a:cubicBezTo>
                    <a:pt x="45" y="9"/>
                    <a:pt x="48" y="7"/>
                    <a:pt x="49" y="7"/>
                  </a:cubicBezTo>
                  <a:cubicBezTo>
                    <a:pt x="52" y="7"/>
                    <a:pt x="57" y="7"/>
                    <a:pt x="59" y="7"/>
                  </a:cubicBezTo>
                  <a:cubicBezTo>
                    <a:pt x="61" y="8"/>
                    <a:pt x="65" y="11"/>
                    <a:pt x="67" y="11"/>
                  </a:cubicBezTo>
                  <a:cubicBezTo>
                    <a:pt x="69" y="11"/>
                    <a:pt x="74" y="11"/>
                    <a:pt x="76" y="10"/>
                  </a:cubicBezTo>
                  <a:cubicBezTo>
                    <a:pt x="77" y="10"/>
                    <a:pt x="78" y="7"/>
                    <a:pt x="79" y="6"/>
                  </a:cubicBezTo>
                  <a:cubicBezTo>
                    <a:pt x="81" y="5"/>
                    <a:pt x="83" y="4"/>
                    <a:pt x="85" y="3"/>
                  </a:cubicBezTo>
                  <a:cubicBezTo>
                    <a:pt x="86" y="2"/>
                    <a:pt x="90" y="1"/>
                    <a:pt x="91" y="0"/>
                  </a:cubicBezTo>
                  <a:cubicBezTo>
                    <a:pt x="93" y="0"/>
                    <a:pt x="96" y="0"/>
                    <a:pt x="98" y="0"/>
                  </a:cubicBezTo>
                  <a:cubicBezTo>
                    <a:pt x="99" y="1"/>
                    <a:pt x="102" y="2"/>
                    <a:pt x="104" y="2"/>
                  </a:cubicBezTo>
                  <a:cubicBezTo>
                    <a:pt x="106" y="2"/>
                    <a:pt x="109" y="2"/>
                    <a:pt x="111" y="3"/>
                  </a:cubicBezTo>
                  <a:cubicBezTo>
                    <a:pt x="112" y="3"/>
                    <a:pt x="113" y="4"/>
                    <a:pt x="113" y="5"/>
                  </a:cubicBezTo>
                  <a:cubicBezTo>
                    <a:pt x="115" y="5"/>
                    <a:pt x="119" y="6"/>
                    <a:pt x="120" y="6"/>
                  </a:cubicBezTo>
                  <a:cubicBezTo>
                    <a:pt x="124" y="6"/>
                    <a:pt x="130" y="6"/>
                    <a:pt x="133" y="6"/>
                  </a:cubicBezTo>
                  <a:cubicBezTo>
                    <a:pt x="137" y="7"/>
                    <a:pt x="143" y="6"/>
                    <a:pt x="146" y="8"/>
                  </a:cubicBezTo>
                  <a:cubicBezTo>
                    <a:pt x="148" y="9"/>
                    <a:pt x="152" y="12"/>
                    <a:pt x="154" y="14"/>
                  </a:cubicBezTo>
                  <a:cubicBezTo>
                    <a:pt x="157" y="17"/>
                    <a:pt x="161" y="22"/>
                    <a:pt x="163" y="25"/>
                  </a:cubicBezTo>
                  <a:cubicBezTo>
                    <a:pt x="164" y="29"/>
                    <a:pt x="165" y="36"/>
                    <a:pt x="166" y="39"/>
                  </a:cubicBezTo>
                  <a:cubicBezTo>
                    <a:pt x="167" y="41"/>
                    <a:pt x="170" y="44"/>
                    <a:pt x="171" y="46"/>
                  </a:cubicBezTo>
                  <a:cubicBezTo>
                    <a:pt x="172" y="47"/>
                    <a:pt x="174" y="50"/>
                    <a:pt x="174" y="52"/>
                  </a:cubicBezTo>
                  <a:cubicBezTo>
                    <a:pt x="175" y="53"/>
                    <a:pt x="176" y="57"/>
                    <a:pt x="177" y="58"/>
                  </a:cubicBezTo>
                  <a:cubicBezTo>
                    <a:pt x="178" y="59"/>
                    <a:pt x="179" y="61"/>
                    <a:pt x="180" y="62"/>
                  </a:cubicBezTo>
                  <a:cubicBezTo>
                    <a:pt x="181" y="64"/>
                    <a:pt x="182" y="67"/>
                    <a:pt x="183" y="69"/>
                  </a:cubicBezTo>
                  <a:cubicBezTo>
                    <a:pt x="184" y="71"/>
                    <a:pt x="186" y="74"/>
                    <a:pt x="187" y="76"/>
                  </a:cubicBezTo>
                  <a:cubicBezTo>
                    <a:pt x="187" y="77"/>
                    <a:pt x="190" y="78"/>
                    <a:pt x="190" y="79"/>
                  </a:cubicBezTo>
                  <a:cubicBezTo>
                    <a:pt x="190" y="81"/>
                    <a:pt x="189" y="84"/>
                    <a:pt x="189" y="86"/>
                  </a:cubicBezTo>
                  <a:cubicBezTo>
                    <a:pt x="189" y="87"/>
                    <a:pt x="188" y="88"/>
                    <a:pt x="188" y="89"/>
                  </a:cubicBezTo>
                  <a:cubicBezTo>
                    <a:pt x="188" y="90"/>
                    <a:pt x="189" y="92"/>
                    <a:pt x="190" y="93"/>
                  </a:cubicBezTo>
                  <a:cubicBezTo>
                    <a:pt x="190" y="94"/>
                    <a:pt x="192" y="95"/>
                    <a:pt x="192" y="95"/>
                  </a:cubicBezTo>
                  <a:cubicBezTo>
                    <a:pt x="193" y="97"/>
                    <a:pt x="193" y="100"/>
                    <a:pt x="194" y="102"/>
                  </a:cubicBezTo>
                  <a:cubicBezTo>
                    <a:pt x="194" y="103"/>
                    <a:pt x="195" y="105"/>
                    <a:pt x="195" y="106"/>
                  </a:cubicBezTo>
                  <a:cubicBezTo>
                    <a:pt x="196" y="108"/>
                    <a:pt x="196" y="111"/>
                    <a:pt x="196" y="113"/>
                  </a:cubicBezTo>
                  <a:cubicBezTo>
                    <a:pt x="196" y="114"/>
                    <a:pt x="194" y="117"/>
                    <a:pt x="194" y="119"/>
                  </a:cubicBezTo>
                  <a:cubicBezTo>
                    <a:pt x="194" y="120"/>
                    <a:pt x="195" y="122"/>
                    <a:pt x="195" y="123"/>
                  </a:cubicBezTo>
                  <a:cubicBezTo>
                    <a:pt x="196" y="124"/>
                    <a:pt x="197" y="127"/>
                    <a:pt x="198" y="128"/>
                  </a:cubicBezTo>
                  <a:cubicBezTo>
                    <a:pt x="199" y="129"/>
                    <a:pt x="201" y="130"/>
                    <a:pt x="202" y="131"/>
                  </a:cubicBezTo>
                  <a:cubicBezTo>
                    <a:pt x="203" y="132"/>
                    <a:pt x="204" y="134"/>
                    <a:pt x="205" y="135"/>
                  </a:cubicBezTo>
                  <a:cubicBezTo>
                    <a:pt x="205" y="136"/>
                    <a:pt x="207" y="139"/>
                    <a:pt x="208" y="141"/>
                  </a:cubicBezTo>
                  <a:cubicBezTo>
                    <a:pt x="209" y="142"/>
                    <a:pt x="212" y="143"/>
                    <a:pt x="213" y="143"/>
                  </a:cubicBezTo>
                  <a:cubicBezTo>
                    <a:pt x="215" y="143"/>
                    <a:pt x="217" y="144"/>
                    <a:pt x="218" y="143"/>
                  </a:cubicBezTo>
                  <a:cubicBezTo>
                    <a:pt x="218" y="144"/>
                    <a:pt x="218" y="145"/>
                    <a:pt x="218" y="146"/>
                  </a:cubicBezTo>
                  <a:cubicBezTo>
                    <a:pt x="219" y="147"/>
                    <a:pt x="219" y="150"/>
                    <a:pt x="219" y="151"/>
                  </a:cubicBezTo>
                  <a:cubicBezTo>
                    <a:pt x="219" y="153"/>
                    <a:pt x="217" y="156"/>
                    <a:pt x="218" y="158"/>
                  </a:cubicBezTo>
                  <a:cubicBezTo>
                    <a:pt x="218" y="159"/>
                    <a:pt x="220" y="161"/>
                    <a:pt x="221" y="162"/>
                  </a:cubicBezTo>
                  <a:cubicBezTo>
                    <a:pt x="222" y="164"/>
                    <a:pt x="224" y="168"/>
                    <a:pt x="224" y="170"/>
                  </a:cubicBezTo>
                  <a:cubicBezTo>
                    <a:pt x="225" y="171"/>
                    <a:pt x="225" y="174"/>
                    <a:pt x="225" y="176"/>
                  </a:cubicBezTo>
                  <a:cubicBezTo>
                    <a:pt x="225" y="177"/>
                    <a:pt x="225" y="181"/>
                    <a:pt x="225" y="182"/>
                  </a:cubicBezTo>
                  <a:cubicBezTo>
                    <a:pt x="224" y="183"/>
                    <a:pt x="222" y="186"/>
                    <a:pt x="222" y="187"/>
                  </a:cubicBezTo>
                  <a:cubicBezTo>
                    <a:pt x="221" y="189"/>
                    <a:pt x="221" y="192"/>
                    <a:pt x="221" y="194"/>
                  </a:cubicBezTo>
                  <a:cubicBezTo>
                    <a:pt x="220" y="196"/>
                    <a:pt x="221" y="202"/>
                    <a:pt x="221" y="204"/>
                  </a:cubicBezTo>
                  <a:cubicBezTo>
                    <a:pt x="221" y="205"/>
                    <a:pt x="221" y="208"/>
                    <a:pt x="220" y="209"/>
                  </a:cubicBezTo>
                  <a:cubicBezTo>
                    <a:pt x="220" y="209"/>
                    <a:pt x="220" y="209"/>
                    <a:pt x="220" y="209"/>
                  </a:cubicBezTo>
                  <a:cubicBezTo>
                    <a:pt x="220" y="208"/>
                    <a:pt x="218" y="207"/>
                    <a:pt x="217" y="206"/>
                  </a:cubicBezTo>
                  <a:cubicBezTo>
                    <a:pt x="216" y="205"/>
                    <a:pt x="214" y="203"/>
                    <a:pt x="213" y="202"/>
                  </a:cubicBezTo>
                  <a:cubicBezTo>
                    <a:pt x="212" y="201"/>
                    <a:pt x="209" y="202"/>
                    <a:pt x="208" y="201"/>
                  </a:cubicBezTo>
                  <a:cubicBezTo>
                    <a:pt x="207" y="200"/>
                    <a:pt x="207" y="198"/>
                    <a:pt x="206" y="197"/>
                  </a:cubicBezTo>
                  <a:cubicBezTo>
                    <a:pt x="206" y="196"/>
                    <a:pt x="205" y="194"/>
                    <a:pt x="204" y="194"/>
                  </a:cubicBezTo>
                  <a:cubicBezTo>
                    <a:pt x="204" y="194"/>
                    <a:pt x="202" y="195"/>
                    <a:pt x="202" y="195"/>
                  </a:cubicBezTo>
                  <a:cubicBezTo>
                    <a:pt x="201" y="196"/>
                    <a:pt x="201" y="198"/>
                    <a:pt x="202" y="198"/>
                  </a:cubicBezTo>
                  <a:cubicBezTo>
                    <a:pt x="202" y="199"/>
                    <a:pt x="203" y="201"/>
                    <a:pt x="204" y="202"/>
                  </a:cubicBezTo>
                  <a:cubicBezTo>
                    <a:pt x="204" y="203"/>
                    <a:pt x="205" y="204"/>
                    <a:pt x="206" y="205"/>
                  </a:cubicBezTo>
                  <a:cubicBezTo>
                    <a:pt x="206" y="205"/>
                    <a:pt x="208" y="206"/>
                    <a:pt x="209" y="207"/>
                  </a:cubicBezTo>
                  <a:cubicBezTo>
                    <a:pt x="210" y="207"/>
                    <a:pt x="211" y="208"/>
                    <a:pt x="212" y="209"/>
                  </a:cubicBezTo>
                  <a:cubicBezTo>
                    <a:pt x="212" y="209"/>
                    <a:pt x="213" y="211"/>
                    <a:pt x="213" y="211"/>
                  </a:cubicBezTo>
                  <a:cubicBezTo>
                    <a:pt x="213" y="213"/>
                    <a:pt x="212" y="215"/>
                    <a:pt x="211" y="216"/>
                  </a:cubicBezTo>
                  <a:cubicBezTo>
                    <a:pt x="211" y="216"/>
                    <a:pt x="209" y="216"/>
                    <a:pt x="208" y="216"/>
                  </a:cubicBezTo>
                  <a:cubicBezTo>
                    <a:pt x="208" y="217"/>
                    <a:pt x="208" y="219"/>
                    <a:pt x="208" y="220"/>
                  </a:cubicBezTo>
                  <a:cubicBezTo>
                    <a:pt x="207" y="222"/>
                    <a:pt x="207" y="225"/>
                    <a:pt x="206" y="225"/>
                  </a:cubicBezTo>
                  <a:cubicBezTo>
                    <a:pt x="205" y="226"/>
                    <a:pt x="202" y="226"/>
                    <a:pt x="201" y="226"/>
                  </a:cubicBezTo>
                  <a:cubicBezTo>
                    <a:pt x="200" y="227"/>
                    <a:pt x="198" y="226"/>
                    <a:pt x="197" y="226"/>
                  </a:cubicBezTo>
                  <a:cubicBezTo>
                    <a:pt x="196" y="227"/>
                    <a:pt x="194" y="227"/>
                    <a:pt x="193" y="228"/>
                  </a:cubicBezTo>
                  <a:cubicBezTo>
                    <a:pt x="193" y="228"/>
                    <a:pt x="192" y="230"/>
                    <a:pt x="192" y="231"/>
                  </a:cubicBezTo>
                  <a:cubicBezTo>
                    <a:pt x="190" y="231"/>
                    <a:pt x="187" y="231"/>
                    <a:pt x="186" y="231"/>
                  </a:cubicBezTo>
                  <a:cubicBezTo>
                    <a:pt x="185" y="231"/>
                    <a:pt x="183" y="230"/>
                    <a:pt x="182" y="230"/>
                  </a:cubicBezTo>
                  <a:cubicBezTo>
                    <a:pt x="181" y="230"/>
                    <a:pt x="180" y="232"/>
                    <a:pt x="180" y="232"/>
                  </a:cubicBezTo>
                  <a:cubicBezTo>
                    <a:pt x="179" y="233"/>
                    <a:pt x="178" y="234"/>
                    <a:pt x="178" y="234"/>
                  </a:cubicBezTo>
                  <a:cubicBezTo>
                    <a:pt x="177" y="235"/>
                    <a:pt x="176" y="234"/>
                    <a:pt x="175" y="234"/>
                  </a:cubicBezTo>
                  <a:cubicBezTo>
                    <a:pt x="175" y="235"/>
                    <a:pt x="173" y="235"/>
                    <a:pt x="173" y="236"/>
                  </a:cubicBezTo>
                  <a:cubicBezTo>
                    <a:pt x="173" y="237"/>
                    <a:pt x="173" y="239"/>
                    <a:pt x="174" y="240"/>
                  </a:cubicBezTo>
                  <a:cubicBezTo>
                    <a:pt x="175" y="241"/>
                    <a:pt x="177" y="241"/>
                    <a:pt x="178" y="240"/>
                  </a:cubicBezTo>
                  <a:cubicBezTo>
                    <a:pt x="179" y="240"/>
                    <a:pt x="180" y="238"/>
                    <a:pt x="181" y="237"/>
                  </a:cubicBezTo>
                  <a:cubicBezTo>
                    <a:pt x="182" y="237"/>
                    <a:pt x="184" y="237"/>
                    <a:pt x="184" y="237"/>
                  </a:cubicBezTo>
                  <a:cubicBezTo>
                    <a:pt x="185" y="238"/>
                    <a:pt x="185" y="239"/>
                    <a:pt x="185" y="240"/>
                  </a:cubicBezTo>
                  <a:cubicBezTo>
                    <a:pt x="186" y="241"/>
                    <a:pt x="186" y="244"/>
                    <a:pt x="185" y="245"/>
                  </a:cubicBezTo>
                  <a:cubicBezTo>
                    <a:pt x="185" y="246"/>
                    <a:pt x="183" y="247"/>
                    <a:pt x="183" y="248"/>
                  </a:cubicBezTo>
                  <a:cubicBezTo>
                    <a:pt x="182" y="249"/>
                    <a:pt x="181" y="251"/>
                    <a:pt x="181" y="252"/>
                  </a:cubicBezTo>
                  <a:cubicBezTo>
                    <a:pt x="180" y="252"/>
                    <a:pt x="180" y="252"/>
                    <a:pt x="180" y="252"/>
                  </a:cubicBezTo>
                  <a:cubicBezTo>
                    <a:pt x="178" y="251"/>
                    <a:pt x="175" y="247"/>
                    <a:pt x="173" y="246"/>
                  </a:cubicBezTo>
                  <a:cubicBezTo>
                    <a:pt x="172" y="245"/>
                    <a:pt x="168" y="245"/>
                    <a:pt x="167" y="244"/>
                  </a:cubicBezTo>
                  <a:cubicBezTo>
                    <a:pt x="165" y="242"/>
                    <a:pt x="162" y="239"/>
                    <a:pt x="161" y="238"/>
                  </a:cubicBezTo>
                  <a:cubicBezTo>
                    <a:pt x="160" y="236"/>
                    <a:pt x="160" y="232"/>
                    <a:pt x="159" y="230"/>
                  </a:cubicBezTo>
                  <a:cubicBezTo>
                    <a:pt x="159" y="229"/>
                    <a:pt x="158" y="225"/>
                    <a:pt x="157" y="224"/>
                  </a:cubicBezTo>
                  <a:cubicBezTo>
                    <a:pt x="156" y="223"/>
                    <a:pt x="153" y="222"/>
                    <a:pt x="152" y="221"/>
                  </a:cubicBezTo>
                  <a:cubicBezTo>
                    <a:pt x="151" y="221"/>
                    <a:pt x="149" y="218"/>
                    <a:pt x="149" y="217"/>
                  </a:cubicBezTo>
                  <a:cubicBezTo>
                    <a:pt x="148" y="216"/>
                    <a:pt x="148" y="213"/>
                    <a:pt x="147" y="212"/>
                  </a:cubicBezTo>
                  <a:cubicBezTo>
                    <a:pt x="147" y="211"/>
                    <a:pt x="145" y="210"/>
                    <a:pt x="145" y="210"/>
                  </a:cubicBezTo>
                  <a:cubicBezTo>
                    <a:pt x="143" y="209"/>
                    <a:pt x="141" y="209"/>
                    <a:pt x="139" y="210"/>
                  </a:cubicBezTo>
                  <a:cubicBezTo>
                    <a:pt x="138" y="210"/>
                    <a:pt x="135" y="211"/>
                    <a:pt x="133" y="212"/>
                  </a:cubicBezTo>
                  <a:cubicBezTo>
                    <a:pt x="132" y="212"/>
                    <a:pt x="129" y="213"/>
                    <a:pt x="129" y="214"/>
                  </a:cubicBezTo>
                  <a:cubicBezTo>
                    <a:pt x="128" y="215"/>
                    <a:pt x="128" y="218"/>
                    <a:pt x="128" y="220"/>
                  </a:cubicBezTo>
                  <a:cubicBezTo>
                    <a:pt x="128" y="222"/>
                    <a:pt x="129" y="226"/>
                    <a:pt x="128" y="227"/>
                  </a:cubicBezTo>
                  <a:cubicBezTo>
                    <a:pt x="127" y="228"/>
                    <a:pt x="125" y="229"/>
                    <a:pt x="123" y="229"/>
                  </a:cubicBezTo>
                  <a:cubicBezTo>
                    <a:pt x="122" y="229"/>
                    <a:pt x="119" y="230"/>
                    <a:pt x="118" y="229"/>
                  </a:cubicBezTo>
                  <a:cubicBezTo>
                    <a:pt x="117" y="228"/>
                    <a:pt x="116" y="223"/>
                    <a:pt x="115" y="222"/>
                  </a:cubicBezTo>
                  <a:cubicBezTo>
                    <a:pt x="114" y="221"/>
                    <a:pt x="112" y="219"/>
                    <a:pt x="111" y="218"/>
                  </a:cubicBezTo>
                  <a:cubicBezTo>
                    <a:pt x="109" y="217"/>
                    <a:pt x="106" y="215"/>
                    <a:pt x="104" y="215"/>
                  </a:cubicBezTo>
                  <a:cubicBezTo>
                    <a:pt x="103" y="215"/>
                    <a:pt x="101" y="217"/>
                    <a:pt x="100" y="217"/>
                  </a:cubicBezTo>
                  <a:cubicBezTo>
                    <a:pt x="98" y="217"/>
                    <a:pt x="95" y="218"/>
                    <a:pt x="93" y="217"/>
                  </a:cubicBezTo>
                  <a:cubicBezTo>
                    <a:pt x="91" y="217"/>
                    <a:pt x="88" y="215"/>
                    <a:pt x="87" y="214"/>
                  </a:cubicBezTo>
                  <a:cubicBezTo>
                    <a:pt x="85" y="212"/>
                    <a:pt x="83" y="207"/>
                    <a:pt x="80" y="205"/>
                  </a:cubicBezTo>
                  <a:cubicBezTo>
                    <a:pt x="79" y="204"/>
                    <a:pt x="75" y="203"/>
                    <a:pt x="73" y="203"/>
                  </a:cubicBezTo>
                  <a:cubicBezTo>
                    <a:pt x="72" y="203"/>
                    <a:pt x="70" y="205"/>
                    <a:pt x="69" y="205"/>
                  </a:cubicBezTo>
                  <a:cubicBezTo>
                    <a:pt x="67" y="205"/>
                    <a:pt x="63" y="206"/>
                    <a:pt x="62" y="205"/>
                  </a:cubicBezTo>
                  <a:cubicBezTo>
                    <a:pt x="60" y="205"/>
                    <a:pt x="57" y="202"/>
                    <a:pt x="56" y="200"/>
                  </a:cubicBezTo>
                  <a:cubicBezTo>
                    <a:pt x="55" y="199"/>
                    <a:pt x="54" y="195"/>
                    <a:pt x="53" y="194"/>
                  </a:cubicBezTo>
                  <a:cubicBezTo>
                    <a:pt x="53" y="192"/>
                    <a:pt x="53" y="188"/>
                    <a:pt x="52" y="186"/>
                  </a:cubicBezTo>
                  <a:cubicBezTo>
                    <a:pt x="52" y="185"/>
                    <a:pt x="50" y="183"/>
                    <a:pt x="49" y="181"/>
                  </a:cubicBezTo>
                  <a:cubicBezTo>
                    <a:pt x="48" y="180"/>
                    <a:pt x="47" y="177"/>
                    <a:pt x="47" y="176"/>
                  </a:cubicBezTo>
                  <a:cubicBezTo>
                    <a:pt x="46" y="174"/>
                    <a:pt x="48" y="169"/>
                    <a:pt x="48" y="166"/>
                  </a:cubicBezTo>
                  <a:cubicBezTo>
                    <a:pt x="48" y="164"/>
                    <a:pt x="47" y="160"/>
                    <a:pt x="46" y="158"/>
                  </a:cubicBezTo>
                  <a:cubicBezTo>
                    <a:pt x="45" y="157"/>
                    <a:pt x="43" y="156"/>
                    <a:pt x="42" y="155"/>
                  </a:cubicBezTo>
                  <a:cubicBezTo>
                    <a:pt x="42" y="154"/>
                    <a:pt x="42" y="151"/>
                    <a:pt x="42" y="150"/>
                  </a:cubicBezTo>
                  <a:cubicBezTo>
                    <a:pt x="42" y="148"/>
                    <a:pt x="41" y="145"/>
                    <a:pt x="40" y="144"/>
                  </a:cubicBezTo>
                  <a:cubicBezTo>
                    <a:pt x="40" y="142"/>
                    <a:pt x="38" y="140"/>
                    <a:pt x="37" y="139"/>
                  </a:cubicBezTo>
                  <a:cubicBezTo>
                    <a:pt x="37" y="138"/>
                    <a:pt x="34" y="136"/>
                    <a:pt x="34" y="134"/>
                  </a:cubicBezTo>
                  <a:cubicBezTo>
                    <a:pt x="33" y="132"/>
                    <a:pt x="32" y="129"/>
                    <a:pt x="33" y="127"/>
                  </a:cubicBezTo>
                  <a:cubicBezTo>
                    <a:pt x="33" y="126"/>
                    <a:pt x="36" y="126"/>
                    <a:pt x="36" y="125"/>
                  </a:cubicBezTo>
                  <a:cubicBezTo>
                    <a:pt x="37" y="124"/>
                    <a:pt x="39" y="121"/>
                    <a:pt x="39" y="119"/>
                  </a:cubicBezTo>
                  <a:cubicBezTo>
                    <a:pt x="40" y="118"/>
                    <a:pt x="39" y="114"/>
                    <a:pt x="38" y="113"/>
                  </a:cubicBezTo>
                  <a:cubicBezTo>
                    <a:pt x="38" y="112"/>
                    <a:pt x="35" y="111"/>
                    <a:pt x="35" y="110"/>
                  </a:cubicBezTo>
                  <a:cubicBezTo>
                    <a:pt x="34" y="108"/>
                    <a:pt x="33" y="105"/>
                    <a:pt x="33" y="103"/>
                  </a:cubicBezTo>
                  <a:cubicBezTo>
                    <a:pt x="32" y="101"/>
                    <a:pt x="32" y="97"/>
                    <a:pt x="31" y="95"/>
                  </a:cubicBezTo>
                  <a:cubicBezTo>
                    <a:pt x="31" y="92"/>
                    <a:pt x="29" y="88"/>
                    <a:pt x="28" y="86"/>
                  </a:cubicBezTo>
                  <a:cubicBezTo>
                    <a:pt x="27" y="85"/>
                    <a:pt x="24" y="84"/>
                    <a:pt x="22" y="83"/>
                  </a:cubicBezTo>
                  <a:cubicBezTo>
                    <a:pt x="21" y="82"/>
                    <a:pt x="17" y="82"/>
                    <a:pt x="16" y="81"/>
                  </a:cubicBezTo>
                  <a:cubicBezTo>
                    <a:pt x="14" y="81"/>
                    <a:pt x="10" y="79"/>
                    <a:pt x="8" y="78"/>
                  </a:cubicBezTo>
                  <a:cubicBezTo>
                    <a:pt x="7" y="77"/>
                    <a:pt x="3" y="75"/>
                    <a:pt x="3" y="75"/>
                  </a:cubicBezTo>
                  <a:cubicBezTo>
                    <a:pt x="4" y="74"/>
                    <a:pt x="2" y="72"/>
                    <a:pt x="2" y="70"/>
                  </a:cubicBezTo>
                  <a:cubicBezTo>
                    <a:pt x="1" y="68"/>
                    <a:pt x="0" y="63"/>
                    <a:pt x="1" y="60"/>
                  </a:cubicBezTo>
                  <a:cubicBezTo>
                    <a:pt x="1" y="60"/>
                    <a:pt x="1" y="59"/>
                    <a:pt x="1" y="59"/>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218"/>
            <p:cNvSpPr>
              <a:spLocks/>
            </p:cNvSpPr>
            <p:nvPr/>
          </p:nvSpPr>
          <p:spPr bwMode="auto">
            <a:xfrm>
              <a:off x="5043488" y="4333875"/>
              <a:ext cx="369888" cy="471488"/>
            </a:xfrm>
            <a:custGeom>
              <a:avLst/>
              <a:gdLst/>
              <a:ahLst/>
              <a:cxnLst>
                <a:cxn ang="0">
                  <a:pos x="208" y="180"/>
                </a:cxn>
                <a:cxn ang="0">
                  <a:pos x="192" y="177"/>
                </a:cxn>
                <a:cxn ang="0">
                  <a:pos x="188" y="181"/>
                </a:cxn>
                <a:cxn ang="0">
                  <a:pos x="193" y="180"/>
                </a:cxn>
                <a:cxn ang="0">
                  <a:pos x="197" y="185"/>
                </a:cxn>
                <a:cxn ang="0">
                  <a:pos x="189" y="186"/>
                </a:cxn>
                <a:cxn ang="0">
                  <a:pos x="192" y="189"/>
                </a:cxn>
                <a:cxn ang="0">
                  <a:pos x="194" y="193"/>
                </a:cxn>
                <a:cxn ang="0">
                  <a:pos x="181" y="200"/>
                </a:cxn>
                <a:cxn ang="0">
                  <a:pos x="171" y="210"/>
                </a:cxn>
                <a:cxn ang="0">
                  <a:pos x="151" y="228"/>
                </a:cxn>
                <a:cxn ang="0">
                  <a:pos x="136" y="244"/>
                </a:cxn>
                <a:cxn ang="0">
                  <a:pos x="126" y="254"/>
                </a:cxn>
                <a:cxn ang="0">
                  <a:pos x="115" y="259"/>
                </a:cxn>
                <a:cxn ang="0">
                  <a:pos x="106" y="265"/>
                </a:cxn>
                <a:cxn ang="0">
                  <a:pos x="98" y="273"/>
                </a:cxn>
                <a:cxn ang="0">
                  <a:pos x="98" y="253"/>
                </a:cxn>
                <a:cxn ang="0">
                  <a:pos x="84" y="233"/>
                </a:cxn>
                <a:cxn ang="0">
                  <a:pos x="71" y="220"/>
                </a:cxn>
                <a:cxn ang="0">
                  <a:pos x="53" y="209"/>
                </a:cxn>
                <a:cxn ang="0">
                  <a:pos x="47" y="198"/>
                </a:cxn>
                <a:cxn ang="0">
                  <a:pos x="53" y="187"/>
                </a:cxn>
                <a:cxn ang="0">
                  <a:pos x="52" y="172"/>
                </a:cxn>
                <a:cxn ang="0">
                  <a:pos x="59" y="162"/>
                </a:cxn>
                <a:cxn ang="0">
                  <a:pos x="55" y="145"/>
                </a:cxn>
                <a:cxn ang="0">
                  <a:pos x="30" y="141"/>
                </a:cxn>
                <a:cxn ang="0">
                  <a:pos x="15" y="142"/>
                </a:cxn>
                <a:cxn ang="0">
                  <a:pos x="16" y="130"/>
                </a:cxn>
                <a:cxn ang="0">
                  <a:pos x="19" y="118"/>
                </a:cxn>
                <a:cxn ang="0">
                  <a:pos x="23" y="101"/>
                </a:cxn>
                <a:cxn ang="0">
                  <a:pos x="25" y="90"/>
                </a:cxn>
                <a:cxn ang="0">
                  <a:pos x="10" y="83"/>
                </a:cxn>
                <a:cxn ang="0">
                  <a:pos x="2" y="77"/>
                </a:cxn>
                <a:cxn ang="0">
                  <a:pos x="6" y="47"/>
                </a:cxn>
                <a:cxn ang="0">
                  <a:pos x="17" y="28"/>
                </a:cxn>
                <a:cxn ang="0">
                  <a:pos x="29" y="11"/>
                </a:cxn>
                <a:cxn ang="0">
                  <a:pos x="42" y="3"/>
                </a:cxn>
                <a:cxn ang="0">
                  <a:pos x="62" y="11"/>
                </a:cxn>
                <a:cxn ang="0">
                  <a:pos x="69" y="35"/>
                </a:cxn>
                <a:cxn ang="0">
                  <a:pos x="70" y="50"/>
                </a:cxn>
                <a:cxn ang="0">
                  <a:pos x="71" y="64"/>
                </a:cxn>
                <a:cxn ang="0">
                  <a:pos x="76" y="80"/>
                </a:cxn>
                <a:cxn ang="0">
                  <a:pos x="81" y="101"/>
                </a:cxn>
                <a:cxn ang="0">
                  <a:pos x="87" y="119"/>
                </a:cxn>
                <a:cxn ang="0">
                  <a:pos x="103" y="130"/>
                </a:cxn>
                <a:cxn ang="0">
                  <a:pos x="121" y="139"/>
                </a:cxn>
                <a:cxn ang="0">
                  <a:pos x="138" y="140"/>
                </a:cxn>
                <a:cxn ang="0">
                  <a:pos x="152" y="154"/>
                </a:cxn>
                <a:cxn ang="0">
                  <a:pos x="162" y="145"/>
                </a:cxn>
                <a:cxn ang="0">
                  <a:pos x="173" y="135"/>
                </a:cxn>
                <a:cxn ang="0">
                  <a:pos x="183" y="142"/>
                </a:cxn>
                <a:cxn ang="0">
                  <a:pos x="193" y="155"/>
                </a:cxn>
                <a:cxn ang="0">
                  <a:pos x="207" y="171"/>
                </a:cxn>
              </a:cxnLst>
              <a:rect l="0" t="0" r="r" b="b"/>
              <a:pathLst>
                <a:path w="214" h="273">
                  <a:moveTo>
                    <a:pt x="214" y="177"/>
                  </a:moveTo>
                  <a:cubicBezTo>
                    <a:pt x="213" y="178"/>
                    <a:pt x="212" y="179"/>
                    <a:pt x="211" y="179"/>
                  </a:cubicBezTo>
                  <a:cubicBezTo>
                    <a:pt x="210" y="179"/>
                    <a:pt x="208" y="180"/>
                    <a:pt x="208" y="180"/>
                  </a:cubicBezTo>
                  <a:cubicBezTo>
                    <a:pt x="206" y="180"/>
                    <a:pt x="203" y="179"/>
                    <a:pt x="202" y="179"/>
                  </a:cubicBezTo>
                  <a:cubicBezTo>
                    <a:pt x="201" y="179"/>
                    <a:pt x="199" y="179"/>
                    <a:pt x="198" y="178"/>
                  </a:cubicBezTo>
                  <a:cubicBezTo>
                    <a:pt x="196" y="178"/>
                    <a:pt x="193" y="177"/>
                    <a:pt x="192" y="177"/>
                  </a:cubicBezTo>
                  <a:cubicBezTo>
                    <a:pt x="191" y="177"/>
                    <a:pt x="189" y="178"/>
                    <a:pt x="189" y="178"/>
                  </a:cubicBezTo>
                  <a:cubicBezTo>
                    <a:pt x="188" y="178"/>
                    <a:pt x="188" y="179"/>
                    <a:pt x="187" y="179"/>
                  </a:cubicBezTo>
                  <a:cubicBezTo>
                    <a:pt x="187" y="180"/>
                    <a:pt x="188" y="181"/>
                    <a:pt x="188" y="181"/>
                  </a:cubicBezTo>
                  <a:cubicBezTo>
                    <a:pt x="188" y="181"/>
                    <a:pt x="189" y="181"/>
                    <a:pt x="190" y="181"/>
                  </a:cubicBezTo>
                  <a:cubicBezTo>
                    <a:pt x="190" y="181"/>
                    <a:pt x="191" y="181"/>
                    <a:pt x="192" y="180"/>
                  </a:cubicBezTo>
                  <a:cubicBezTo>
                    <a:pt x="192" y="180"/>
                    <a:pt x="193" y="180"/>
                    <a:pt x="193" y="180"/>
                  </a:cubicBezTo>
                  <a:cubicBezTo>
                    <a:pt x="194" y="181"/>
                    <a:pt x="196" y="181"/>
                    <a:pt x="196" y="181"/>
                  </a:cubicBezTo>
                  <a:cubicBezTo>
                    <a:pt x="197" y="182"/>
                    <a:pt x="197" y="182"/>
                    <a:pt x="197" y="183"/>
                  </a:cubicBezTo>
                  <a:cubicBezTo>
                    <a:pt x="197" y="184"/>
                    <a:pt x="197" y="185"/>
                    <a:pt x="197" y="185"/>
                  </a:cubicBezTo>
                  <a:cubicBezTo>
                    <a:pt x="197" y="186"/>
                    <a:pt x="196" y="186"/>
                    <a:pt x="195" y="186"/>
                  </a:cubicBezTo>
                  <a:cubicBezTo>
                    <a:pt x="194" y="186"/>
                    <a:pt x="193" y="185"/>
                    <a:pt x="192" y="185"/>
                  </a:cubicBezTo>
                  <a:cubicBezTo>
                    <a:pt x="192" y="185"/>
                    <a:pt x="190" y="185"/>
                    <a:pt x="189" y="186"/>
                  </a:cubicBezTo>
                  <a:cubicBezTo>
                    <a:pt x="189" y="186"/>
                    <a:pt x="188" y="187"/>
                    <a:pt x="188" y="187"/>
                  </a:cubicBezTo>
                  <a:cubicBezTo>
                    <a:pt x="188" y="188"/>
                    <a:pt x="188" y="189"/>
                    <a:pt x="188" y="189"/>
                  </a:cubicBezTo>
                  <a:cubicBezTo>
                    <a:pt x="189" y="190"/>
                    <a:pt x="191" y="189"/>
                    <a:pt x="192" y="189"/>
                  </a:cubicBezTo>
                  <a:cubicBezTo>
                    <a:pt x="192" y="189"/>
                    <a:pt x="194" y="188"/>
                    <a:pt x="194" y="189"/>
                  </a:cubicBezTo>
                  <a:cubicBezTo>
                    <a:pt x="195" y="189"/>
                    <a:pt x="195" y="189"/>
                    <a:pt x="195" y="190"/>
                  </a:cubicBezTo>
                  <a:cubicBezTo>
                    <a:pt x="195" y="191"/>
                    <a:pt x="195" y="193"/>
                    <a:pt x="194" y="193"/>
                  </a:cubicBezTo>
                  <a:cubicBezTo>
                    <a:pt x="193" y="195"/>
                    <a:pt x="190" y="196"/>
                    <a:pt x="189" y="197"/>
                  </a:cubicBezTo>
                  <a:cubicBezTo>
                    <a:pt x="188" y="197"/>
                    <a:pt x="186" y="198"/>
                    <a:pt x="185" y="198"/>
                  </a:cubicBezTo>
                  <a:cubicBezTo>
                    <a:pt x="184" y="198"/>
                    <a:pt x="182" y="199"/>
                    <a:pt x="181" y="200"/>
                  </a:cubicBezTo>
                  <a:cubicBezTo>
                    <a:pt x="180" y="200"/>
                    <a:pt x="178" y="200"/>
                    <a:pt x="177" y="200"/>
                  </a:cubicBezTo>
                  <a:cubicBezTo>
                    <a:pt x="176" y="201"/>
                    <a:pt x="174" y="202"/>
                    <a:pt x="174" y="203"/>
                  </a:cubicBezTo>
                  <a:cubicBezTo>
                    <a:pt x="172" y="204"/>
                    <a:pt x="172" y="209"/>
                    <a:pt x="171" y="210"/>
                  </a:cubicBezTo>
                  <a:cubicBezTo>
                    <a:pt x="170" y="211"/>
                    <a:pt x="168" y="212"/>
                    <a:pt x="168" y="213"/>
                  </a:cubicBezTo>
                  <a:cubicBezTo>
                    <a:pt x="166" y="215"/>
                    <a:pt x="164" y="218"/>
                    <a:pt x="163" y="219"/>
                  </a:cubicBezTo>
                  <a:cubicBezTo>
                    <a:pt x="160" y="222"/>
                    <a:pt x="153" y="225"/>
                    <a:pt x="151" y="228"/>
                  </a:cubicBezTo>
                  <a:cubicBezTo>
                    <a:pt x="149" y="230"/>
                    <a:pt x="147" y="235"/>
                    <a:pt x="146" y="237"/>
                  </a:cubicBezTo>
                  <a:cubicBezTo>
                    <a:pt x="145" y="238"/>
                    <a:pt x="143" y="241"/>
                    <a:pt x="142" y="242"/>
                  </a:cubicBezTo>
                  <a:cubicBezTo>
                    <a:pt x="141" y="243"/>
                    <a:pt x="137" y="243"/>
                    <a:pt x="136" y="244"/>
                  </a:cubicBezTo>
                  <a:cubicBezTo>
                    <a:pt x="135" y="244"/>
                    <a:pt x="132" y="245"/>
                    <a:pt x="131" y="246"/>
                  </a:cubicBezTo>
                  <a:cubicBezTo>
                    <a:pt x="131" y="247"/>
                    <a:pt x="130" y="249"/>
                    <a:pt x="129" y="250"/>
                  </a:cubicBezTo>
                  <a:cubicBezTo>
                    <a:pt x="128" y="251"/>
                    <a:pt x="127" y="254"/>
                    <a:pt x="126" y="254"/>
                  </a:cubicBezTo>
                  <a:cubicBezTo>
                    <a:pt x="124" y="255"/>
                    <a:pt x="122" y="253"/>
                    <a:pt x="120" y="253"/>
                  </a:cubicBezTo>
                  <a:cubicBezTo>
                    <a:pt x="119" y="253"/>
                    <a:pt x="117" y="255"/>
                    <a:pt x="116" y="256"/>
                  </a:cubicBezTo>
                  <a:cubicBezTo>
                    <a:pt x="116" y="257"/>
                    <a:pt x="115" y="258"/>
                    <a:pt x="115" y="259"/>
                  </a:cubicBezTo>
                  <a:cubicBezTo>
                    <a:pt x="114" y="259"/>
                    <a:pt x="113" y="260"/>
                    <a:pt x="112" y="260"/>
                  </a:cubicBezTo>
                  <a:cubicBezTo>
                    <a:pt x="111" y="260"/>
                    <a:pt x="109" y="261"/>
                    <a:pt x="109" y="261"/>
                  </a:cubicBezTo>
                  <a:cubicBezTo>
                    <a:pt x="108" y="262"/>
                    <a:pt x="106" y="264"/>
                    <a:pt x="106" y="265"/>
                  </a:cubicBezTo>
                  <a:cubicBezTo>
                    <a:pt x="105" y="266"/>
                    <a:pt x="105" y="269"/>
                    <a:pt x="104" y="270"/>
                  </a:cubicBezTo>
                  <a:cubicBezTo>
                    <a:pt x="104" y="270"/>
                    <a:pt x="102" y="272"/>
                    <a:pt x="101" y="272"/>
                  </a:cubicBezTo>
                  <a:cubicBezTo>
                    <a:pt x="101" y="272"/>
                    <a:pt x="99" y="272"/>
                    <a:pt x="98" y="273"/>
                  </a:cubicBezTo>
                  <a:cubicBezTo>
                    <a:pt x="98" y="273"/>
                    <a:pt x="97" y="273"/>
                    <a:pt x="97" y="273"/>
                  </a:cubicBezTo>
                  <a:cubicBezTo>
                    <a:pt x="96" y="271"/>
                    <a:pt x="96" y="267"/>
                    <a:pt x="96" y="266"/>
                  </a:cubicBezTo>
                  <a:cubicBezTo>
                    <a:pt x="96" y="262"/>
                    <a:pt x="98" y="256"/>
                    <a:pt x="98" y="253"/>
                  </a:cubicBezTo>
                  <a:cubicBezTo>
                    <a:pt x="97" y="250"/>
                    <a:pt x="93" y="244"/>
                    <a:pt x="92" y="241"/>
                  </a:cubicBezTo>
                  <a:cubicBezTo>
                    <a:pt x="91" y="239"/>
                    <a:pt x="90" y="235"/>
                    <a:pt x="88" y="233"/>
                  </a:cubicBezTo>
                  <a:cubicBezTo>
                    <a:pt x="87" y="233"/>
                    <a:pt x="85" y="233"/>
                    <a:pt x="84" y="233"/>
                  </a:cubicBezTo>
                  <a:cubicBezTo>
                    <a:pt x="83" y="233"/>
                    <a:pt x="81" y="232"/>
                    <a:pt x="80" y="231"/>
                  </a:cubicBezTo>
                  <a:cubicBezTo>
                    <a:pt x="78" y="230"/>
                    <a:pt x="76" y="226"/>
                    <a:pt x="75" y="225"/>
                  </a:cubicBezTo>
                  <a:cubicBezTo>
                    <a:pt x="74" y="224"/>
                    <a:pt x="72" y="221"/>
                    <a:pt x="71" y="220"/>
                  </a:cubicBezTo>
                  <a:cubicBezTo>
                    <a:pt x="70" y="218"/>
                    <a:pt x="67" y="215"/>
                    <a:pt x="65" y="214"/>
                  </a:cubicBezTo>
                  <a:cubicBezTo>
                    <a:pt x="64" y="212"/>
                    <a:pt x="61" y="211"/>
                    <a:pt x="59" y="210"/>
                  </a:cubicBezTo>
                  <a:cubicBezTo>
                    <a:pt x="58" y="210"/>
                    <a:pt x="55" y="210"/>
                    <a:pt x="53" y="209"/>
                  </a:cubicBezTo>
                  <a:cubicBezTo>
                    <a:pt x="51" y="209"/>
                    <a:pt x="48" y="208"/>
                    <a:pt x="47" y="207"/>
                  </a:cubicBezTo>
                  <a:cubicBezTo>
                    <a:pt x="46" y="206"/>
                    <a:pt x="45" y="204"/>
                    <a:pt x="45" y="203"/>
                  </a:cubicBezTo>
                  <a:cubicBezTo>
                    <a:pt x="45" y="202"/>
                    <a:pt x="46" y="199"/>
                    <a:pt x="47" y="198"/>
                  </a:cubicBezTo>
                  <a:cubicBezTo>
                    <a:pt x="47" y="197"/>
                    <a:pt x="49" y="195"/>
                    <a:pt x="50" y="195"/>
                  </a:cubicBezTo>
                  <a:cubicBezTo>
                    <a:pt x="51" y="194"/>
                    <a:pt x="54" y="192"/>
                    <a:pt x="54" y="191"/>
                  </a:cubicBezTo>
                  <a:cubicBezTo>
                    <a:pt x="54" y="190"/>
                    <a:pt x="54" y="187"/>
                    <a:pt x="53" y="187"/>
                  </a:cubicBezTo>
                  <a:cubicBezTo>
                    <a:pt x="53" y="185"/>
                    <a:pt x="51" y="183"/>
                    <a:pt x="50" y="182"/>
                  </a:cubicBezTo>
                  <a:cubicBezTo>
                    <a:pt x="50" y="181"/>
                    <a:pt x="49" y="180"/>
                    <a:pt x="49" y="179"/>
                  </a:cubicBezTo>
                  <a:cubicBezTo>
                    <a:pt x="50" y="177"/>
                    <a:pt x="51" y="173"/>
                    <a:pt x="52" y="172"/>
                  </a:cubicBezTo>
                  <a:cubicBezTo>
                    <a:pt x="53" y="171"/>
                    <a:pt x="57" y="172"/>
                    <a:pt x="59" y="171"/>
                  </a:cubicBezTo>
                  <a:cubicBezTo>
                    <a:pt x="59" y="170"/>
                    <a:pt x="60" y="169"/>
                    <a:pt x="61" y="168"/>
                  </a:cubicBezTo>
                  <a:cubicBezTo>
                    <a:pt x="61" y="167"/>
                    <a:pt x="59" y="164"/>
                    <a:pt x="59" y="162"/>
                  </a:cubicBezTo>
                  <a:cubicBezTo>
                    <a:pt x="59" y="161"/>
                    <a:pt x="60" y="157"/>
                    <a:pt x="60" y="156"/>
                  </a:cubicBezTo>
                  <a:cubicBezTo>
                    <a:pt x="60" y="154"/>
                    <a:pt x="60" y="151"/>
                    <a:pt x="59" y="150"/>
                  </a:cubicBezTo>
                  <a:cubicBezTo>
                    <a:pt x="59" y="148"/>
                    <a:pt x="56" y="146"/>
                    <a:pt x="55" y="145"/>
                  </a:cubicBezTo>
                  <a:cubicBezTo>
                    <a:pt x="53" y="144"/>
                    <a:pt x="49" y="142"/>
                    <a:pt x="47" y="141"/>
                  </a:cubicBezTo>
                  <a:cubicBezTo>
                    <a:pt x="45" y="141"/>
                    <a:pt x="40" y="141"/>
                    <a:pt x="37" y="141"/>
                  </a:cubicBezTo>
                  <a:cubicBezTo>
                    <a:pt x="35" y="141"/>
                    <a:pt x="32" y="141"/>
                    <a:pt x="30" y="141"/>
                  </a:cubicBezTo>
                  <a:cubicBezTo>
                    <a:pt x="28" y="142"/>
                    <a:pt x="26" y="143"/>
                    <a:pt x="24" y="143"/>
                  </a:cubicBezTo>
                  <a:cubicBezTo>
                    <a:pt x="23" y="144"/>
                    <a:pt x="20" y="144"/>
                    <a:pt x="19" y="144"/>
                  </a:cubicBezTo>
                  <a:cubicBezTo>
                    <a:pt x="18" y="144"/>
                    <a:pt x="15" y="143"/>
                    <a:pt x="15" y="142"/>
                  </a:cubicBezTo>
                  <a:cubicBezTo>
                    <a:pt x="14" y="141"/>
                    <a:pt x="13" y="139"/>
                    <a:pt x="13" y="138"/>
                  </a:cubicBezTo>
                  <a:cubicBezTo>
                    <a:pt x="13" y="137"/>
                    <a:pt x="13" y="134"/>
                    <a:pt x="14" y="133"/>
                  </a:cubicBezTo>
                  <a:cubicBezTo>
                    <a:pt x="14" y="132"/>
                    <a:pt x="15" y="131"/>
                    <a:pt x="16" y="130"/>
                  </a:cubicBezTo>
                  <a:cubicBezTo>
                    <a:pt x="17" y="129"/>
                    <a:pt x="19" y="129"/>
                    <a:pt x="20" y="128"/>
                  </a:cubicBezTo>
                  <a:cubicBezTo>
                    <a:pt x="21" y="127"/>
                    <a:pt x="22" y="124"/>
                    <a:pt x="22" y="123"/>
                  </a:cubicBezTo>
                  <a:cubicBezTo>
                    <a:pt x="22" y="121"/>
                    <a:pt x="20" y="119"/>
                    <a:pt x="19" y="118"/>
                  </a:cubicBezTo>
                  <a:cubicBezTo>
                    <a:pt x="19" y="116"/>
                    <a:pt x="20" y="113"/>
                    <a:pt x="21" y="112"/>
                  </a:cubicBezTo>
                  <a:cubicBezTo>
                    <a:pt x="21" y="110"/>
                    <a:pt x="23" y="108"/>
                    <a:pt x="23" y="106"/>
                  </a:cubicBezTo>
                  <a:cubicBezTo>
                    <a:pt x="23" y="105"/>
                    <a:pt x="22" y="102"/>
                    <a:pt x="23" y="101"/>
                  </a:cubicBezTo>
                  <a:cubicBezTo>
                    <a:pt x="24" y="100"/>
                    <a:pt x="27" y="99"/>
                    <a:pt x="28" y="98"/>
                  </a:cubicBezTo>
                  <a:cubicBezTo>
                    <a:pt x="28" y="97"/>
                    <a:pt x="30" y="95"/>
                    <a:pt x="30" y="94"/>
                  </a:cubicBezTo>
                  <a:cubicBezTo>
                    <a:pt x="29" y="93"/>
                    <a:pt x="26" y="91"/>
                    <a:pt x="25" y="90"/>
                  </a:cubicBezTo>
                  <a:cubicBezTo>
                    <a:pt x="24" y="89"/>
                    <a:pt x="21" y="86"/>
                    <a:pt x="19" y="85"/>
                  </a:cubicBezTo>
                  <a:cubicBezTo>
                    <a:pt x="18" y="84"/>
                    <a:pt x="15" y="83"/>
                    <a:pt x="13" y="83"/>
                  </a:cubicBezTo>
                  <a:cubicBezTo>
                    <a:pt x="12" y="83"/>
                    <a:pt x="11" y="82"/>
                    <a:pt x="10" y="83"/>
                  </a:cubicBezTo>
                  <a:cubicBezTo>
                    <a:pt x="10" y="83"/>
                    <a:pt x="9" y="83"/>
                    <a:pt x="9" y="83"/>
                  </a:cubicBezTo>
                  <a:cubicBezTo>
                    <a:pt x="9" y="81"/>
                    <a:pt x="7" y="80"/>
                    <a:pt x="7" y="79"/>
                  </a:cubicBezTo>
                  <a:cubicBezTo>
                    <a:pt x="6" y="78"/>
                    <a:pt x="3" y="78"/>
                    <a:pt x="2" y="77"/>
                  </a:cubicBezTo>
                  <a:cubicBezTo>
                    <a:pt x="1" y="76"/>
                    <a:pt x="1" y="73"/>
                    <a:pt x="0" y="72"/>
                  </a:cubicBezTo>
                  <a:cubicBezTo>
                    <a:pt x="0" y="69"/>
                    <a:pt x="1" y="63"/>
                    <a:pt x="2" y="60"/>
                  </a:cubicBezTo>
                  <a:cubicBezTo>
                    <a:pt x="2" y="57"/>
                    <a:pt x="5" y="50"/>
                    <a:pt x="6" y="47"/>
                  </a:cubicBezTo>
                  <a:cubicBezTo>
                    <a:pt x="8" y="45"/>
                    <a:pt x="12" y="40"/>
                    <a:pt x="14" y="38"/>
                  </a:cubicBezTo>
                  <a:cubicBezTo>
                    <a:pt x="15" y="37"/>
                    <a:pt x="19" y="36"/>
                    <a:pt x="19" y="34"/>
                  </a:cubicBezTo>
                  <a:cubicBezTo>
                    <a:pt x="20" y="33"/>
                    <a:pt x="18" y="30"/>
                    <a:pt x="17" y="28"/>
                  </a:cubicBezTo>
                  <a:cubicBezTo>
                    <a:pt x="17" y="26"/>
                    <a:pt x="18" y="22"/>
                    <a:pt x="19" y="20"/>
                  </a:cubicBezTo>
                  <a:cubicBezTo>
                    <a:pt x="20" y="18"/>
                    <a:pt x="22" y="15"/>
                    <a:pt x="24" y="13"/>
                  </a:cubicBezTo>
                  <a:cubicBezTo>
                    <a:pt x="25" y="12"/>
                    <a:pt x="28" y="12"/>
                    <a:pt x="29" y="11"/>
                  </a:cubicBezTo>
                  <a:cubicBezTo>
                    <a:pt x="30" y="10"/>
                    <a:pt x="33" y="7"/>
                    <a:pt x="34" y="6"/>
                  </a:cubicBezTo>
                  <a:cubicBezTo>
                    <a:pt x="35" y="5"/>
                    <a:pt x="37" y="2"/>
                    <a:pt x="37" y="0"/>
                  </a:cubicBezTo>
                  <a:cubicBezTo>
                    <a:pt x="37" y="0"/>
                    <a:pt x="41" y="2"/>
                    <a:pt x="42" y="3"/>
                  </a:cubicBezTo>
                  <a:cubicBezTo>
                    <a:pt x="44" y="4"/>
                    <a:pt x="48" y="6"/>
                    <a:pt x="50" y="6"/>
                  </a:cubicBezTo>
                  <a:cubicBezTo>
                    <a:pt x="51" y="7"/>
                    <a:pt x="55" y="7"/>
                    <a:pt x="56" y="8"/>
                  </a:cubicBezTo>
                  <a:cubicBezTo>
                    <a:pt x="58" y="9"/>
                    <a:pt x="61" y="10"/>
                    <a:pt x="62" y="11"/>
                  </a:cubicBezTo>
                  <a:cubicBezTo>
                    <a:pt x="63" y="13"/>
                    <a:pt x="65" y="17"/>
                    <a:pt x="65" y="20"/>
                  </a:cubicBezTo>
                  <a:cubicBezTo>
                    <a:pt x="66" y="22"/>
                    <a:pt x="66" y="26"/>
                    <a:pt x="67" y="28"/>
                  </a:cubicBezTo>
                  <a:cubicBezTo>
                    <a:pt x="67" y="30"/>
                    <a:pt x="68" y="33"/>
                    <a:pt x="69" y="35"/>
                  </a:cubicBezTo>
                  <a:cubicBezTo>
                    <a:pt x="69" y="36"/>
                    <a:pt x="72" y="37"/>
                    <a:pt x="72" y="38"/>
                  </a:cubicBezTo>
                  <a:cubicBezTo>
                    <a:pt x="73" y="39"/>
                    <a:pt x="74" y="43"/>
                    <a:pt x="73" y="44"/>
                  </a:cubicBezTo>
                  <a:cubicBezTo>
                    <a:pt x="73" y="46"/>
                    <a:pt x="71" y="49"/>
                    <a:pt x="70" y="50"/>
                  </a:cubicBezTo>
                  <a:cubicBezTo>
                    <a:pt x="70" y="51"/>
                    <a:pt x="67" y="51"/>
                    <a:pt x="67" y="52"/>
                  </a:cubicBezTo>
                  <a:cubicBezTo>
                    <a:pt x="66" y="54"/>
                    <a:pt x="67" y="57"/>
                    <a:pt x="68" y="59"/>
                  </a:cubicBezTo>
                  <a:cubicBezTo>
                    <a:pt x="68" y="61"/>
                    <a:pt x="71" y="63"/>
                    <a:pt x="71" y="64"/>
                  </a:cubicBezTo>
                  <a:cubicBezTo>
                    <a:pt x="72" y="65"/>
                    <a:pt x="74" y="67"/>
                    <a:pt x="74" y="69"/>
                  </a:cubicBezTo>
                  <a:cubicBezTo>
                    <a:pt x="75" y="70"/>
                    <a:pt x="76" y="73"/>
                    <a:pt x="76" y="75"/>
                  </a:cubicBezTo>
                  <a:cubicBezTo>
                    <a:pt x="76" y="76"/>
                    <a:pt x="76" y="79"/>
                    <a:pt x="76" y="80"/>
                  </a:cubicBezTo>
                  <a:cubicBezTo>
                    <a:pt x="77" y="81"/>
                    <a:pt x="79" y="82"/>
                    <a:pt x="80" y="83"/>
                  </a:cubicBezTo>
                  <a:cubicBezTo>
                    <a:pt x="81" y="85"/>
                    <a:pt x="82" y="89"/>
                    <a:pt x="82" y="91"/>
                  </a:cubicBezTo>
                  <a:cubicBezTo>
                    <a:pt x="82" y="94"/>
                    <a:pt x="80" y="99"/>
                    <a:pt x="81" y="101"/>
                  </a:cubicBezTo>
                  <a:cubicBezTo>
                    <a:pt x="81" y="102"/>
                    <a:pt x="82" y="105"/>
                    <a:pt x="83" y="106"/>
                  </a:cubicBezTo>
                  <a:cubicBezTo>
                    <a:pt x="84" y="108"/>
                    <a:pt x="86" y="110"/>
                    <a:pt x="86" y="111"/>
                  </a:cubicBezTo>
                  <a:cubicBezTo>
                    <a:pt x="87" y="113"/>
                    <a:pt x="87" y="117"/>
                    <a:pt x="87" y="119"/>
                  </a:cubicBezTo>
                  <a:cubicBezTo>
                    <a:pt x="88" y="120"/>
                    <a:pt x="89" y="124"/>
                    <a:pt x="90" y="125"/>
                  </a:cubicBezTo>
                  <a:cubicBezTo>
                    <a:pt x="91" y="127"/>
                    <a:pt x="94" y="130"/>
                    <a:pt x="96" y="130"/>
                  </a:cubicBezTo>
                  <a:cubicBezTo>
                    <a:pt x="97" y="131"/>
                    <a:pt x="101" y="130"/>
                    <a:pt x="103" y="130"/>
                  </a:cubicBezTo>
                  <a:cubicBezTo>
                    <a:pt x="104" y="130"/>
                    <a:pt x="106" y="128"/>
                    <a:pt x="107" y="128"/>
                  </a:cubicBezTo>
                  <a:cubicBezTo>
                    <a:pt x="109" y="128"/>
                    <a:pt x="113" y="129"/>
                    <a:pt x="114" y="130"/>
                  </a:cubicBezTo>
                  <a:cubicBezTo>
                    <a:pt x="117" y="132"/>
                    <a:pt x="119" y="137"/>
                    <a:pt x="121" y="139"/>
                  </a:cubicBezTo>
                  <a:cubicBezTo>
                    <a:pt x="122" y="140"/>
                    <a:pt x="125" y="142"/>
                    <a:pt x="127" y="142"/>
                  </a:cubicBezTo>
                  <a:cubicBezTo>
                    <a:pt x="129" y="143"/>
                    <a:pt x="132" y="142"/>
                    <a:pt x="134" y="142"/>
                  </a:cubicBezTo>
                  <a:cubicBezTo>
                    <a:pt x="135" y="142"/>
                    <a:pt x="137" y="140"/>
                    <a:pt x="138" y="140"/>
                  </a:cubicBezTo>
                  <a:cubicBezTo>
                    <a:pt x="140" y="140"/>
                    <a:pt x="143" y="142"/>
                    <a:pt x="145" y="143"/>
                  </a:cubicBezTo>
                  <a:cubicBezTo>
                    <a:pt x="146" y="144"/>
                    <a:pt x="148" y="146"/>
                    <a:pt x="149" y="147"/>
                  </a:cubicBezTo>
                  <a:cubicBezTo>
                    <a:pt x="150" y="148"/>
                    <a:pt x="151" y="153"/>
                    <a:pt x="152" y="154"/>
                  </a:cubicBezTo>
                  <a:cubicBezTo>
                    <a:pt x="153" y="155"/>
                    <a:pt x="156" y="154"/>
                    <a:pt x="157" y="154"/>
                  </a:cubicBezTo>
                  <a:cubicBezTo>
                    <a:pt x="159" y="154"/>
                    <a:pt x="161" y="153"/>
                    <a:pt x="162" y="152"/>
                  </a:cubicBezTo>
                  <a:cubicBezTo>
                    <a:pt x="163" y="151"/>
                    <a:pt x="162" y="147"/>
                    <a:pt x="162" y="145"/>
                  </a:cubicBezTo>
                  <a:cubicBezTo>
                    <a:pt x="162" y="143"/>
                    <a:pt x="162" y="140"/>
                    <a:pt x="163" y="139"/>
                  </a:cubicBezTo>
                  <a:cubicBezTo>
                    <a:pt x="163" y="138"/>
                    <a:pt x="166" y="137"/>
                    <a:pt x="167" y="137"/>
                  </a:cubicBezTo>
                  <a:cubicBezTo>
                    <a:pt x="169" y="136"/>
                    <a:pt x="172" y="135"/>
                    <a:pt x="173" y="135"/>
                  </a:cubicBezTo>
                  <a:cubicBezTo>
                    <a:pt x="175" y="134"/>
                    <a:pt x="177" y="134"/>
                    <a:pt x="179" y="135"/>
                  </a:cubicBezTo>
                  <a:cubicBezTo>
                    <a:pt x="179" y="135"/>
                    <a:pt x="181" y="136"/>
                    <a:pt x="181" y="137"/>
                  </a:cubicBezTo>
                  <a:cubicBezTo>
                    <a:pt x="182" y="138"/>
                    <a:pt x="182" y="141"/>
                    <a:pt x="183" y="142"/>
                  </a:cubicBezTo>
                  <a:cubicBezTo>
                    <a:pt x="183" y="143"/>
                    <a:pt x="185" y="146"/>
                    <a:pt x="186" y="146"/>
                  </a:cubicBezTo>
                  <a:cubicBezTo>
                    <a:pt x="187" y="147"/>
                    <a:pt x="190" y="148"/>
                    <a:pt x="191" y="149"/>
                  </a:cubicBezTo>
                  <a:cubicBezTo>
                    <a:pt x="192" y="150"/>
                    <a:pt x="193" y="154"/>
                    <a:pt x="193" y="155"/>
                  </a:cubicBezTo>
                  <a:cubicBezTo>
                    <a:pt x="194" y="157"/>
                    <a:pt x="194" y="161"/>
                    <a:pt x="195" y="163"/>
                  </a:cubicBezTo>
                  <a:cubicBezTo>
                    <a:pt x="196" y="164"/>
                    <a:pt x="199" y="167"/>
                    <a:pt x="201" y="169"/>
                  </a:cubicBezTo>
                  <a:cubicBezTo>
                    <a:pt x="202" y="170"/>
                    <a:pt x="206" y="170"/>
                    <a:pt x="207" y="171"/>
                  </a:cubicBezTo>
                  <a:cubicBezTo>
                    <a:pt x="209" y="172"/>
                    <a:pt x="212" y="176"/>
                    <a:pt x="214" y="177"/>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219"/>
            <p:cNvSpPr>
              <a:spLocks/>
            </p:cNvSpPr>
            <p:nvPr/>
          </p:nvSpPr>
          <p:spPr bwMode="auto">
            <a:xfrm>
              <a:off x="5032375" y="4810125"/>
              <a:ext cx="14288" cy="14288"/>
            </a:xfrm>
            <a:custGeom>
              <a:avLst/>
              <a:gdLst/>
              <a:ahLst/>
              <a:cxnLst>
                <a:cxn ang="0">
                  <a:pos x="9" y="3"/>
                </a:cxn>
                <a:cxn ang="0">
                  <a:pos x="9" y="1"/>
                </a:cxn>
                <a:cxn ang="0">
                  <a:pos x="6" y="0"/>
                </a:cxn>
                <a:cxn ang="0">
                  <a:pos x="4" y="1"/>
                </a:cxn>
                <a:cxn ang="0">
                  <a:pos x="0" y="3"/>
                </a:cxn>
                <a:cxn ang="0">
                  <a:pos x="0" y="5"/>
                </a:cxn>
                <a:cxn ang="0">
                  <a:pos x="1" y="8"/>
                </a:cxn>
                <a:cxn ang="0">
                  <a:pos x="6" y="8"/>
                </a:cxn>
                <a:cxn ang="0">
                  <a:pos x="7" y="5"/>
                </a:cxn>
                <a:cxn ang="0">
                  <a:pos x="9" y="3"/>
                </a:cxn>
              </a:cxnLst>
              <a:rect l="0" t="0" r="r" b="b"/>
              <a:pathLst>
                <a:path w="9" h="8">
                  <a:moveTo>
                    <a:pt x="9" y="3"/>
                  </a:moveTo>
                  <a:cubicBezTo>
                    <a:pt x="9" y="3"/>
                    <a:pt x="9" y="1"/>
                    <a:pt x="9" y="1"/>
                  </a:cubicBezTo>
                  <a:cubicBezTo>
                    <a:pt x="9" y="0"/>
                    <a:pt x="7" y="0"/>
                    <a:pt x="6" y="0"/>
                  </a:cubicBezTo>
                  <a:cubicBezTo>
                    <a:pt x="6" y="0"/>
                    <a:pt x="4" y="1"/>
                    <a:pt x="4" y="1"/>
                  </a:cubicBezTo>
                  <a:cubicBezTo>
                    <a:pt x="3" y="1"/>
                    <a:pt x="1" y="2"/>
                    <a:pt x="0" y="3"/>
                  </a:cubicBezTo>
                  <a:cubicBezTo>
                    <a:pt x="0" y="3"/>
                    <a:pt x="0" y="4"/>
                    <a:pt x="0" y="5"/>
                  </a:cubicBezTo>
                  <a:cubicBezTo>
                    <a:pt x="0" y="5"/>
                    <a:pt x="0" y="7"/>
                    <a:pt x="1" y="8"/>
                  </a:cubicBezTo>
                  <a:cubicBezTo>
                    <a:pt x="2" y="8"/>
                    <a:pt x="5" y="8"/>
                    <a:pt x="6" y="8"/>
                  </a:cubicBezTo>
                  <a:cubicBezTo>
                    <a:pt x="6" y="7"/>
                    <a:pt x="7" y="6"/>
                    <a:pt x="7" y="5"/>
                  </a:cubicBezTo>
                  <a:cubicBezTo>
                    <a:pt x="8" y="5"/>
                    <a:pt x="9" y="4"/>
                    <a:pt x="9" y="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220"/>
            <p:cNvSpPr>
              <a:spLocks/>
            </p:cNvSpPr>
            <p:nvPr/>
          </p:nvSpPr>
          <p:spPr bwMode="auto">
            <a:xfrm>
              <a:off x="4940300" y="4475163"/>
              <a:ext cx="273050" cy="357188"/>
            </a:xfrm>
            <a:custGeom>
              <a:avLst/>
              <a:gdLst/>
              <a:ahLst/>
              <a:cxnLst>
                <a:cxn ang="0">
                  <a:pos x="33" y="162"/>
                </a:cxn>
                <a:cxn ang="0">
                  <a:pos x="44" y="155"/>
                </a:cxn>
                <a:cxn ang="0">
                  <a:pos x="35" y="156"/>
                </a:cxn>
                <a:cxn ang="0">
                  <a:pos x="28" y="151"/>
                </a:cxn>
                <a:cxn ang="0">
                  <a:pos x="30" y="144"/>
                </a:cxn>
                <a:cxn ang="0">
                  <a:pos x="24" y="149"/>
                </a:cxn>
                <a:cxn ang="0">
                  <a:pos x="16" y="155"/>
                </a:cxn>
                <a:cxn ang="0">
                  <a:pos x="0" y="144"/>
                </a:cxn>
                <a:cxn ang="0">
                  <a:pos x="20" y="125"/>
                </a:cxn>
                <a:cxn ang="0">
                  <a:pos x="27" y="107"/>
                </a:cxn>
                <a:cxn ang="0">
                  <a:pos x="22" y="93"/>
                </a:cxn>
                <a:cxn ang="0">
                  <a:pos x="23" y="83"/>
                </a:cxn>
                <a:cxn ang="0">
                  <a:pos x="27" y="66"/>
                </a:cxn>
                <a:cxn ang="0">
                  <a:pos x="31" y="52"/>
                </a:cxn>
                <a:cxn ang="0">
                  <a:pos x="37" y="36"/>
                </a:cxn>
                <a:cxn ang="0">
                  <a:pos x="55" y="21"/>
                </a:cxn>
                <a:cxn ang="0">
                  <a:pos x="70" y="3"/>
                </a:cxn>
                <a:cxn ang="0">
                  <a:pos x="73" y="1"/>
                </a:cxn>
                <a:cxn ang="0">
                  <a:pos x="90" y="12"/>
                </a:cxn>
                <a:cxn ang="0">
                  <a:pos x="83" y="24"/>
                </a:cxn>
                <a:cxn ang="0">
                  <a:pos x="82" y="41"/>
                </a:cxn>
                <a:cxn ang="0">
                  <a:pos x="74" y="51"/>
                </a:cxn>
                <a:cxn ang="0">
                  <a:pos x="79" y="62"/>
                </a:cxn>
                <a:cxn ang="0">
                  <a:pos x="97" y="59"/>
                </a:cxn>
                <a:cxn ang="0">
                  <a:pos x="119" y="68"/>
                </a:cxn>
                <a:cxn ang="0">
                  <a:pos x="121" y="86"/>
                </a:cxn>
                <a:cxn ang="0">
                  <a:pos x="109" y="97"/>
                </a:cxn>
                <a:cxn ang="0">
                  <a:pos x="114" y="109"/>
                </a:cxn>
                <a:cxn ang="0">
                  <a:pos x="105" y="121"/>
                </a:cxn>
                <a:cxn ang="0">
                  <a:pos x="119" y="128"/>
                </a:cxn>
                <a:cxn ang="0">
                  <a:pos x="135" y="143"/>
                </a:cxn>
                <a:cxn ang="0">
                  <a:pos x="148" y="151"/>
                </a:cxn>
                <a:cxn ang="0">
                  <a:pos x="156" y="184"/>
                </a:cxn>
                <a:cxn ang="0">
                  <a:pos x="151" y="195"/>
                </a:cxn>
                <a:cxn ang="0">
                  <a:pos x="151" y="184"/>
                </a:cxn>
                <a:cxn ang="0">
                  <a:pos x="146" y="175"/>
                </a:cxn>
                <a:cxn ang="0">
                  <a:pos x="145" y="185"/>
                </a:cxn>
                <a:cxn ang="0">
                  <a:pos x="140" y="194"/>
                </a:cxn>
                <a:cxn ang="0">
                  <a:pos x="124" y="197"/>
                </a:cxn>
                <a:cxn ang="0">
                  <a:pos x="102" y="202"/>
                </a:cxn>
                <a:cxn ang="0">
                  <a:pos x="95" y="203"/>
                </a:cxn>
                <a:cxn ang="0">
                  <a:pos x="81" y="199"/>
                </a:cxn>
                <a:cxn ang="0">
                  <a:pos x="69" y="194"/>
                </a:cxn>
                <a:cxn ang="0">
                  <a:pos x="63" y="186"/>
                </a:cxn>
                <a:cxn ang="0">
                  <a:pos x="56" y="191"/>
                </a:cxn>
                <a:cxn ang="0">
                  <a:pos x="53" y="187"/>
                </a:cxn>
                <a:cxn ang="0">
                  <a:pos x="48" y="187"/>
                </a:cxn>
                <a:cxn ang="0">
                  <a:pos x="41" y="182"/>
                </a:cxn>
                <a:cxn ang="0">
                  <a:pos x="50" y="180"/>
                </a:cxn>
                <a:cxn ang="0">
                  <a:pos x="47" y="174"/>
                </a:cxn>
                <a:cxn ang="0">
                  <a:pos x="37" y="169"/>
                </a:cxn>
                <a:cxn ang="0">
                  <a:pos x="31" y="171"/>
                </a:cxn>
                <a:cxn ang="0">
                  <a:pos x="31" y="182"/>
                </a:cxn>
                <a:cxn ang="0">
                  <a:pos x="33" y="188"/>
                </a:cxn>
                <a:cxn ang="0">
                  <a:pos x="22" y="183"/>
                </a:cxn>
                <a:cxn ang="0">
                  <a:pos x="17" y="175"/>
                </a:cxn>
                <a:cxn ang="0">
                  <a:pos x="27" y="163"/>
                </a:cxn>
              </a:cxnLst>
              <a:rect l="0" t="0" r="r" b="b"/>
              <a:pathLst>
                <a:path w="158" h="207">
                  <a:moveTo>
                    <a:pt x="27" y="163"/>
                  </a:moveTo>
                  <a:cubicBezTo>
                    <a:pt x="27" y="162"/>
                    <a:pt x="29" y="162"/>
                    <a:pt x="30" y="162"/>
                  </a:cubicBezTo>
                  <a:cubicBezTo>
                    <a:pt x="31" y="161"/>
                    <a:pt x="32" y="162"/>
                    <a:pt x="33" y="162"/>
                  </a:cubicBezTo>
                  <a:cubicBezTo>
                    <a:pt x="34" y="161"/>
                    <a:pt x="37" y="160"/>
                    <a:pt x="38" y="160"/>
                  </a:cubicBezTo>
                  <a:cubicBezTo>
                    <a:pt x="39" y="159"/>
                    <a:pt x="42" y="158"/>
                    <a:pt x="42" y="157"/>
                  </a:cubicBezTo>
                  <a:cubicBezTo>
                    <a:pt x="43" y="157"/>
                    <a:pt x="44" y="155"/>
                    <a:pt x="44" y="155"/>
                  </a:cubicBezTo>
                  <a:cubicBezTo>
                    <a:pt x="43" y="154"/>
                    <a:pt x="42" y="153"/>
                    <a:pt x="41" y="153"/>
                  </a:cubicBezTo>
                  <a:cubicBezTo>
                    <a:pt x="40" y="152"/>
                    <a:pt x="38" y="153"/>
                    <a:pt x="38" y="153"/>
                  </a:cubicBezTo>
                  <a:cubicBezTo>
                    <a:pt x="37" y="153"/>
                    <a:pt x="36" y="155"/>
                    <a:pt x="35" y="156"/>
                  </a:cubicBezTo>
                  <a:cubicBezTo>
                    <a:pt x="34" y="156"/>
                    <a:pt x="32" y="157"/>
                    <a:pt x="31" y="157"/>
                  </a:cubicBezTo>
                  <a:cubicBezTo>
                    <a:pt x="30" y="157"/>
                    <a:pt x="29" y="155"/>
                    <a:pt x="29" y="155"/>
                  </a:cubicBezTo>
                  <a:cubicBezTo>
                    <a:pt x="28" y="154"/>
                    <a:pt x="28" y="152"/>
                    <a:pt x="28" y="151"/>
                  </a:cubicBezTo>
                  <a:cubicBezTo>
                    <a:pt x="29" y="151"/>
                    <a:pt x="30" y="150"/>
                    <a:pt x="30" y="150"/>
                  </a:cubicBezTo>
                  <a:cubicBezTo>
                    <a:pt x="31" y="149"/>
                    <a:pt x="32" y="147"/>
                    <a:pt x="32" y="147"/>
                  </a:cubicBezTo>
                  <a:cubicBezTo>
                    <a:pt x="32" y="146"/>
                    <a:pt x="31" y="145"/>
                    <a:pt x="30" y="144"/>
                  </a:cubicBezTo>
                  <a:cubicBezTo>
                    <a:pt x="30" y="144"/>
                    <a:pt x="28" y="143"/>
                    <a:pt x="27" y="143"/>
                  </a:cubicBezTo>
                  <a:cubicBezTo>
                    <a:pt x="27" y="144"/>
                    <a:pt x="25" y="145"/>
                    <a:pt x="25" y="146"/>
                  </a:cubicBezTo>
                  <a:cubicBezTo>
                    <a:pt x="24" y="146"/>
                    <a:pt x="24" y="148"/>
                    <a:pt x="24" y="149"/>
                  </a:cubicBezTo>
                  <a:cubicBezTo>
                    <a:pt x="24" y="150"/>
                    <a:pt x="23" y="153"/>
                    <a:pt x="23" y="153"/>
                  </a:cubicBezTo>
                  <a:cubicBezTo>
                    <a:pt x="23" y="154"/>
                    <a:pt x="22" y="154"/>
                    <a:pt x="21" y="154"/>
                  </a:cubicBezTo>
                  <a:cubicBezTo>
                    <a:pt x="20" y="155"/>
                    <a:pt x="17" y="155"/>
                    <a:pt x="16" y="155"/>
                  </a:cubicBezTo>
                  <a:cubicBezTo>
                    <a:pt x="15" y="154"/>
                    <a:pt x="12" y="154"/>
                    <a:pt x="11" y="153"/>
                  </a:cubicBezTo>
                  <a:cubicBezTo>
                    <a:pt x="9" y="152"/>
                    <a:pt x="5" y="149"/>
                    <a:pt x="3" y="147"/>
                  </a:cubicBezTo>
                  <a:cubicBezTo>
                    <a:pt x="2" y="146"/>
                    <a:pt x="1" y="145"/>
                    <a:pt x="0" y="144"/>
                  </a:cubicBezTo>
                  <a:cubicBezTo>
                    <a:pt x="2" y="144"/>
                    <a:pt x="6" y="144"/>
                    <a:pt x="8" y="143"/>
                  </a:cubicBezTo>
                  <a:cubicBezTo>
                    <a:pt x="11" y="142"/>
                    <a:pt x="16" y="138"/>
                    <a:pt x="17" y="136"/>
                  </a:cubicBezTo>
                  <a:cubicBezTo>
                    <a:pt x="19" y="133"/>
                    <a:pt x="19" y="128"/>
                    <a:pt x="20" y="125"/>
                  </a:cubicBezTo>
                  <a:cubicBezTo>
                    <a:pt x="21" y="123"/>
                    <a:pt x="22" y="120"/>
                    <a:pt x="23" y="118"/>
                  </a:cubicBezTo>
                  <a:cubicBezTo>
                    <a:pt x="23" y="117"/>
                    <a:pt x="23" y="114"/>
                    <a:pt x="23" y="113"/>
                  </a:cubicBezTo>
                  <a:cubicBezTo>
                    <a:pt x="24" y="111"/>
                    <a:pt x="26" y="108"/>
                    <a:pt x="27" y="107"/>
                  </a:cubicBezTo>
                  <a:cubicBezTo>
                    <a:pt x="27" y="105"/>
                    <a:pt x="28" y="102"/>
                    <a:pt x="28" y="100"/>
                  </a:cubicBezTo>
                  <a:cubicBezTo>
                    <a:pt x="28" y="98"/>
                    <a:pt x="27" y="95"/>
                    <a:pt x="26" y="94"/>
                  </a:cubicBezTo>
                  <a:cubicBezTo>
                    <a:pt x="25" y="93"/>
                    <a:pt x="23" y="94"/>
                    <a:pt x="22" y="93"/>
                  </a:cubicBezTo>
                  <a:cubicBezTo>
                    <a:pt x="21" y="93"/>
                    <a:pt x="19" y="92"/>
                    <a:pt x="18" y="91"/>
                  </a:cubicBezTo>
                  <a:cubicBezTo>
                    <a:pt x="17" y="90"/>
                    <a:pt x="18" y="86"/>
                    <a:pt x="19" y="85"/>
                  </a:cubicBezTo>
                  <a:cubicBezTo>
                    <a:pt x="20" y="84"/>
                    <a:pt x="22" y="83"/>
                    <a:pt x="23" y="83"/>
                  </a:cubicBezTo>
                  <a:cubicBezTo>
                    <a:pt x="24" y="82"/>
                    <a:pt x="27" y="82"/>
                    <a:pt x="28" y="80"/>
                  </a:cubicBezTo>
                  <a:cubicBezTo>
                    <a:pt x="29" y="79"/>
                    <a:pt x="29" y="74"/>
                    <a:pt x="29" y="72"/>
                  </a:cubicBezTo>
                  <a:cubicBezTo>
                    <a:pt x="28" y="71"/>
                    <a:pt x="27" y="68"/>
                    <a:pt x="27" y="66"/>
                  </a:cubicBezTo>
                  <a:cubicBezTo>
                    <a:pt x="27" y="65"/>
                    <a:pt x="27" y="62"/>
                    <a:pt x="27" y="60"/>
                  </a:cubicBezTo>
                  <a:cubicBezTo>
                    <a:pt x="28" y="59"/>
                    <a:pt x="32" y="58"/>
                    <a:pt x="32" y="57"/>
                  </a:cubicBezTo>
                  <a:cubicBezTo>
                    <a:pt x="32" y="56"/>
                    <a:pt x="32" y="53"/>
                    <a:pt x="31" y="52"/>
                  </a:cubicBezTo>
                  <a:cubicBezTo>
                    <a:pt x="31" y="51"/>
                    <a:pt x="29" y="48"/>
                    <a:pt x="29" y="47"/>
                  </a:cubicBezTo>
                  <a:cubicBezTo>
                    <a:pt x="29" y="45"/>
                    <a:pt x="31" y="42"/>
                    <a:pt x="32" y="41"/>
                  </a:cubicBezTo>
                  <a:cubicBezTo>
                    <a:pt x="33" y="39"/>
                    <a:pt x="36" y="37"/>
                    <a:pt x="37" y="36"/>
                  </a:cubicBezTo>
                  <a:cubicBezTo>
                    <a:pt x="38" y="34"/>
                    <a:pt x="41" y="31"/>
                    <a:pt x="42" y="30"/>
                  </a:cubicBezTo>
                  <a:cubicBezTo>
                    <a:pt x="43" y="29"/>
                    <a:pt x="46" y="27"/>
                    <a:pt x="47" y="27"/>
                  </a:cubicBezTo>
                  <a:cubicBezTo>
                    <a:pt x="49" y="25"/>
                    <a:pt x="53" y="23"/>
                    <a:pt x="55" y="21"/>
                  </a:cubicBezTo>
                  <a:cubicBezTo>
                    <a:pt x="57" y="20"/>
                    <a:pt x="61" y="16"/>
                    <a:pt x="62" y="14"/>
                  </a:cubicBezTo>
                  <a:cubicBezTo>
                    <a:pt x="63" y="12"/>
                    <a:pt x="64" y="7"/>
                    <a:pt x="66" y="5"/>
                  </a:cubicBezTo>
                  <a:cubicBezTo>
                    <a:pt x="67" y="4"/>
                    <a:pt x="69" y="4"/>
                    <a:pt x="70" y="3"/>
                  </a:cubicBezTo>
                  <a:cubicBezTo>
                    <a:pt x="70" y="2"/>
                    <a:pt x="70" y="1"/>
                    <a:pt x="69" y="1"/>
                  </a:cubicBezTo>
                  <a:cubicBezTo>
                    <a:pt x="69" y="1"/>
                    <a:pt x="70" y="1"/>
                    <a:pt x="70" y="1"/>
                  </a:cubicBezTo>
                  <a:cubicBezTo>
                    <a:pt x="71" y="0"/>
                    <a:pt x="72" y="1"/>
                    <a:pt x="73" y="1"/>
                  </a:cubicBezTo>
                  <a:cubicBezTo>
                    <a:pt x="75" y="1"/>
                    <a:pt x="78" y="2"/>
                    <a:pt x="79" y="3"/>
                  </a:cubicBezTo>
                  <a:cubicBezTo>
                    <a:pt x="81" y="4"/>
                    <a:pt x="84" y="7"/>
                    <a:pt x="85" y="8"/>
                  </a:cubicBezTo>
                  <a:cubicBezTo>
                    <a:pt x="86" y="9"/>
                    <a:pt x="89" y="11"/>
                    <a:pt x="90" y="12"/>
                  </a:cubicBezTo>
                  <a:cubicBezTo>
                    <a:pt x="90" y="13"/>
                    <a:pt x="88" y="15"/>
                    <a:pt x="88" y="16"/>
                  </a:cubicBezTo>
                  <a:cubicBezTo>
                    <a:pt x="87" y="17"/>
                    <a:pt x="84" y="18"/>
                    <a:pt x="83" y="19"/>
                  </a:cubicBezTo>
                  <a:cubicBezTo>
                    <a:pt x="82" y="20"/>
                    <a:pt x="83" y="23"/>
                    <a:pt x="83" y="24"/>
                  </a:cubicBezTo>
                  <a:cubicBezTo>
                    <a:pt x="83" y="26"/>
                    <a:pt x="81" y="28"/>
                    <a:pt x="81" y="30"/>
                  </a:cubicBezTo>
                  <a:cubicBezTo>
                    <a:pt x="80" y="31"/>
                    <a:pt x="79" y="34"/>
                    <a:pt x="79" y="36"/>
                  </a:cubicBezTo>
                  <a:cubicBezTo>
                    <a:pt x="80" y="37"/>
                    <a:pt x="82" y="39"/>
                    <a:pt x="82" y="41"/>
                  </a:cubicBezTo>
                  <a:cubicBezTo>
                    <a:pt x="82" y="42"/>
                    <a:pt x="81" y="45"/>
                    <a:pt x="80" y="46"/>
                  </a:cubicBezTo>
                  <a:cubicBezTo>
                    <a:pt x="79" y="47"/>
                    <a:pt x="77" y="47"/>
                    <a:pt x="76" y="48"/>
                  </a:cubicBezTo>
                  <a:cubicBezTo>
                    <a:pt x="75" y="49"/>
                    <a:pt x="74" y="50"/>
                    <a:pt x="74" y="51"/>
                  </a:cubicBezTo>
                  <a:cubicBezTo>
                    <a:pt x="73" y="52"/>
                    <a:pt x="73" y="55"/>
                    <a:pt x="73" y="56"/>
                  </a:cubicBezTo>
                  <a:cubicBezTo>
                    <a:pt x="73" y="57"/>
                    <a:pt x="74" y="59"/>
                    <a:pt x="75" y="60"/>
                  </a:cubicBezTo>
                  <a:cubicBezTo>
                    <a:pt x="75" y="61"/>
                    <a:pt x="78" y="62"/>
                    <a:pt x="79" y="62"/>
                  </a:cubicBezTo>
                  <a:cubicBezTo>
                    <a:pt x="80" y="62"/>
                    <a:pt x="83" y="62"/>
                    <a:pt x="84" y="61"/>
                  </a:cubicBezTo>
                  <a:cubicBezTo>
                    <a:pt x="86" y="61"/>
                    <a:pt x="88" y="60"/>
                    <a:pt x="90" y="59"/>
                  </a:cubicBezTo>
                  <a:cubicBezTo>
                    <a:pt x="92" y="59"/>
                    <a:pt x="95" y="59"/>
                    <a:pt x="97" y="59"/>
                  </a:cubicBezTo>
                  <a:cubicBezTo>
                    <a:pt x="100" y="59"/>
                    <a:pt x="105" y="59"/>
                    <a:pt x="107" y="59"/>
                  </a:cubicBezTo>
                  <a:cubicBezTo>
                    <a:pt x="109" y="60"/>
                    <a:pt x="113" y="62"/>
                    <a:pt x="115" y="63"/>
                  </a:cubicBezTo>
                  <a:cubicBezTo>
                    <a:pt x="116" y="64"/>
                    <a:pt x="119" y="66"/>
                    <a:pt x="119" y="68"/>
                  </a:cubicBezTo>
                  <a:cubicBezTo>
                    <a:pt x="120" y="69"/>
                    <a:pt x="120" y="72"/>
                    <a:pt x="120" y="74"/>
                  </a:cubicBezTo>
                  <a:cubicBezTo>
                    <a:pt x="120" y="75"/>
                    <a:pt x="119" y="79"/>
                    <a:pt x="119" y="80"/>
                  </a:cubicBezTo>
                  <a:cubicBezTo>
                    <a:pt x="119" y="82"/>
                    <a:pt x="121" y="85"/>
                    <a:pt x="121" y="86"/>
                  </a:cubicBezTo>
                  <a:cubicBezTo>
                    <a:pt x="120" y="87"/>
                    <a:pt x="119" y="88"/>
                    <a:pt x="119" y="89"/>
                  </a:cubicBezTo>
                  <a:cubicBezTo>
                    <a:pt x="117" y="90"/>
                    <a:pt x="113" y="89"/>
                    <a:pt x="112" y="90"/>
                  </a:cubicBezTo>
                  <a:cubicBezTo>
                    <a:pt x="111" y="91"/>
                    <a:pt x="110" y="95"/>
                    <a:pt x="109" y="97"/>
                  </a:cubicBezTo>
                  <a:cubicBezTo>
                    <a:pt x="109" y="98"/>
                    <a:pt x="110" y="99"/>
                    <a:pt x="110" y="100"/>
                  </a:cubicBezTo>
                  <a:cubicBezTo>
                    <a:pt x="111" y="101"/>
                    <a:pt x="113" y="103"/>
                    <a:pt x="113" y="105"/>
                  </a:cubicBezTo>
                  <a:cubicBezTo>
                    <a:pt x="114" y="105"/>
                    <a:pt x="114" y="108"/>
                    <a:pt x="114" y="109"/>
                  </a:cubicBezTo>
                  <a:cubicBezTo>
                    <a:pt x="114" y="110"/>
                    <a:pt x="111" y="112"/>
                    <a:pt x="110" y="113"/>
                  </a:cubicBezTo>
                  <a:cubicBezTo>
                    <a:pt x="109" y="113"/>
                    <a:pt x="107" y="115"/>
                    <a:pt x="107" y="116"/>
                  </a:cubicBezTo>
                  <a:cubicBezTo>
                    <a:pt x="106" y="117"/>
                    <a:pt x="105" y="120"/>
                    <a:pt x="105" y="121"/>
                  </a:cubicBezTo>
                  <a:cubicBezTo>
                    <a:pt x="105" y="122"/>
                    <a:pt x="106" y="124"/>
                    <a:pt x="107" y="125"/>
                  </a:cubicBezTo>
                  <a:cubicBezTo>
                    <a:pt x="108" y="126"/>
                    <a:pt x="111" y="127"/>
                    <a:pt x="113" y="127"/>
                  </a:cubicBezTo>
                  <a:cubicBezTo>
                    <a:pt x="115" y="128"/>
                    <a:pt x="118" y="128"/>
                    <a:pt x="119" y="128"/>
                  </a:cubicBezTo>
                  <a:cubicBezTo>
                    <a:pt x="121" y="129"/>
                    <a:pt x="124" y="130"/>
                    <a:pt x="125" y="132"/>
                  </a:cubicBezTo>
                  <a:cubicBezTo>
                    <a:pt x="127" y="133"/>
                    <a:pt x="130" y="136"/>
                    <a:pt x="131" y="138"/>
                  </a:cubicBezTo>
                  <a:cubicBezTo>
                    <a:pt x="132" y="139"/>
                    <a:pt x="134" y="142"/>
                    <a:pt x="135" y="143"/>
                  </a:cubicBezTo>
                  <a:cubicBezTo>
                    <a:pt x="136" y="144"/>
                    <a:pt x="138" y="148"/>
                    <a:pt x="140" y="149"/>
                  </a:cubicBezTo>
                  <a:cubicBezTo>
                    <a:pt x="141" y="150"/>
                    <a:pt x="143" y="151"/>
                    <a:pt x="144" y="151"/>
                  </a:cubicBezTo>
                  <a:cubicBezTo>
                    <a:pt x="145" y="151"/>
                    <a:pt x="147" y="151"/>
                    <a:pt x="148" y="151"/>
                  </a:cubicBezTo>
                  <a:cubicBezTo>
                    <a:pt x="150" y="153"/>
                    <a:pt x="151" y="157"/>
                    <a:pt x="152" y="159"/>
                  </a:cubicBezTo>
                  <a:cubicBezTo>
                    <a:pt x="153" y="162"/>
                    <a:pt x="157" y="168"/>
                    <a:pt x="158" y="171"/>
                  </a:cubicBezTo>
                  <a:cubicBezTo>
                    <a:pt x="158" y="174"/>
                    <a:pt x="156" y="180"/>
                    <a:pt x="156" y="184"/>
                  </a:cubicBezTo>
                  <a:cubicBezTo>
                    <a:pt x="156" y="185"/>
                    <a:pt x="156" y="189"/>
                    <a:pt x="157" y="191"/>
                  </a:cubicBezTo>
                  <a:cubicBezTo>
                    <a:pt x="156" y="191"/>
                    <a:pt x="155" y="192"/>
                    <a:pt x="155" y="192"/>
                  </a:cubicBezTo>
                  <a:cubicBezTo>
                    <a:pt x="154" y="193"/>
                    <a:pt x="152" y="195"/>
                    <a:pt x="151" y="195"/>
                  </a:cubicBezTo>
                  <a:cubicBezTo>
                    <a:pt x="150" y="195"/>
                    <a:pt x="150" y="192"/>
                    <a:pt x="150" y="191"/>
                  </a:cubicBezTo>
                  <a:cubicBezTo>
                    <a:pt x="150" y="190"/>
                    <a:pt x="150" y="189"/>
                    <a:pt x="150" y="189"/>
                  </a:cubicBezTo>
                  <a:cubicBezTo>
                    <a:pt x="151" y="187"/>
                    <a:pt x="151" y="185"/>
                    <a:pt x="151" y="184"/>
                  </a:cubicBezTo>
                  <a:cubicBezTo>
                    <a:pt x="151" y="183"/>
                    <a:pt x="150" y="182"/>
                    <a:pt x="150" y="181"/>
                  </a:cubicBezTo>
                  <a:cubicBezTo>
                    <a:pt x="149" y="180"/>
                    <a:pt x="148" y="178"/>
                    <a:pt x="148" y="177"/>
                  </a:cubicBezTo>
                  <a:cubicBezTo>
                    <a:pt x="147" y="177"/>
                    <a:pt x="147" y="175"/>
                    <a:pt x="146" y="175"/>
                  </a:cubicBezTo>
                  <a:cubicBezTo>
                    <a:pt x="146" y="175"/>
                    <a:pt x="145" y="175"/>
                    <a:pt x="145" y="176"/>
                  </a:cubicBezTo>
                  <a:cubicBezTo>
                    <a:pt x="144" y="177"/>
                    <a:pt x="145" y="179"/>
                    <a:pt x="145" y="179"/>
                  </a:cubicBezTo>
                  <a:cubicBezTo>
                    <a:pt x="145" y="181"/>
                    <a:pt x="145" y="183"/>
                    <a:pt x="145" y="185"/>
                  </a:cubicBezTo>
                  <a:cubicBezTo>
                    <a:pt x="145" y="185"/>
                    <a:pt x="143" y="186"/>
                    <a:pt x="143" y="186"/>
                  </a:cubicBezTo>
                  <a:cubicBezTo>
                    <a:pt x="142" y="187"/>
                    <a:pt x="142" y="189"/>
                    <a:pt x="141" y="189"/>
                  </a:cubicBezTo>
                  <a:cubicBezTo>
                    <a:pt x="141" y="191"/>
                    <a:pt x="141" y="193"/>
                    <a:pt x="140" y="194"/>
                  </a:cubicBezTo>
                  <a:cubicBezTo>
                    <a:pt x="140" y="195"/>
                    <a:pt x="139" y="196"/>
                    <a:pt x="138" y="196"/>
                  </a:cubicBezTo>
                  <a:cubicBezTo>
                    <a:pt x="137" y="197"/>
                    <a:pt x="134" y="197"/>
                    <a:pt x="132" y="197"/>
                  </a:cubicBezTo>
                  <a:cubicBezTo>
                    <a:pt x="130" y="198"/>
                    <a:pt x="126" y="197"/>
                    <a:pt x="124" y="197"/>
                  </a:cubicBezTo>
                  <a:cubicBezTo>
                    <a:pt x="123" y="197"/>
                    <a:pt x="119" y="198"/>
                    <a:pt x="118" y="198"/>
                  </a:cubicBezTo>
                  <a:cubicBezTo>
                    <a:pt x="116" y="198"/>
                    <a:pt x="112" y="200"/>
                    <a:pt x="109" y="201"/>
                  </a:cubicBezTo>
                  <a:cubicBezTo>
                    <a:pt x="108" y="201"/>
                    <a:pt x="104" y="201"/>
                    <a:pt x="102" y="202"/>
                  </a:cubicBezTo>
                  <a:cubicBezTo>
                    <a:pt x="102" y="202"/>
                    <a:pt x="101" y="203"/>
                    <a:pt x="100" y="204"/>
                  </a:cubicBezTo>
                  <a:cubicBezTo>
                    <a:pt x="100" y="205"/>
                    <a:pt x="99" y="207"/>
                    <a:pt x="98" y="207"/>
                  </a:cubicBezTo>
                  <a:cubicBezTo>
                    <a:pt x="97" y="207"/>
                    <a:pt x="96" y="204"/>
                    <a:pt x="95" y="203"/>
                  </a:cubicBezTo>
                  <a:cubicBezTo>
                    <a:pt x="94" y="203"/>
                    <a:pt x="92" y="203"/>
                    <a:pt x="91" y="202"/>
                  </a:cubicBezTo>
                  <a:cubicBezTo>
                    <a:pt x="90" y="202"/>
                    <a:pt x="86" y="202"/>
                    <a:pt x="85" y="201"/>
                  </a:cubicBezTo>
                  <a:cubicBezTo>
                    <a:pt x="84" y="201"/>
                    <a:pt x="82" y="200"/>
                    <a:pt x="81" y="199"/>
                  </a:cubicBezTo>
                  <a:cubicBezTo>
                    <a:pt x="80" y="199"/>
                    <a:pt x="79" y="197"/>
                    <a:pt x="78" y="196"/>
                  </a:cubicBezTo>
                  <a:cubicBezTo>
                    <a:pt x="77" y="196"/>
                    <a:pt x="75" y="195"/>
                    <a:pt x="75" y="195"/>
                  </a:cubicBezTo>
                  <a:cubicBezTo>
                    <a:pt x="73" y="195"/>
                    <a:pt x="70" y="195"/>
                    <a:pt x="69" y="194"/>
                  </a:cubicBezTo>
                  <a:cubicBezTo>
                    <a:pt x="68" y="194"/>
                    <a:pt x="67" y="192"/>
                    <a:pt x="66" y="191"/>
                  </a:cubicBezTo>
                  <a:cubicBezTo>
                    <a:pt x="66" y="191"/>
                    <a:pt x="66" y="189"/>
                    <a:pt x="65" y="188"/>
                  </a:cubicBezTo>
                  <a:cubicBezTo>
                    <a:pt x="65" y="187"/>
                    <a:pt x="64" y="186"/>
                    <a:pt x="63" y="186"/>
                  </a:cubicBezTo>
                  <a:cubicBezTo>
                    <a:pt x="62" y="186"/>
                    <a:pt x="61" y="187"/>
                    <a:pt x="60" y="187"/>
                  </a:cubicBezTo>
                  <a:cubicBezTo>
                    <a:pt x="60" y="188"/>
                    <a:pt x="59" y="188"/>
                    <a:pt x="58" y="188"/>
                  </a:cubicBezTo>
                  <a:cubicBezTo>
                    <a:pt x="57" y="189"/>
                    <a:pt x="57" y="190"/>
                    <a:pt x="56" y="191"/>
                  </a:cubicBezTo>
                  <a:cubicBezTo>
                    <a:pt x="55" y="191"/>
                    <a:pt x="54" y="191"/>
                    <a:pt x="53" y="191"/>
                  </a:cubicBezTo>
                  <a:cubicBezTo>
                    <a:pt x="52" y="190"/>
                    <a:pt x="51" y="190"/>
                    <a:pt x="51" y="189"/>
                  </a:cubicBezTo>
                  <a:cubicBezTo>
                    <a:pt x="51" y="188"/>
                    <a:pt x="53" y="188"/>
                    <a:pt x="53" y="187"/>
                  </a:cubicBezTo>
                  <a:cubicBezTo>
                    <a:pt x="53" y="187"/>
                    <a:pt x="54" y="186"/>
                    <a:pt x="53" y="185"/>
                  </a:cubicBezTo>
                  <a:cubicBezTo>
                    <a:pt x="53" y="185"/>
                    <a:pt x="52" y="185"/>
                    <a:pt x="51" y="185"/>
                  </a:cubicBezTo>
                  <a:cubicBezTo>
                    <a:pt x="50" y="185"/>
                    <a:pt x="49" y="186"/>
                    <a:pt x="48" y="187"/>
                  </a:cubicBezTo>
                  <a:cubicBezTo>
                    <a:pt x="48" y="187"/>
                    <a:pt x="46" y="187"/>
                    <a:pt x="45" y="187"/>
                  </a:cubicBezTo>
                  <a:cubicBezTo>
                    <a:pt x="44" y="186"/>
                    <a:pt x="42" y="185"/>
                    <a:pt x="42" y="185"/>
                  </a:cubicBezTo>
                  <a:cubicBezTo>
                    <a:pt x="41" y="184"/>
                    <a:pt x="41" y="182"/>
                    <a:pt x="41" y="182"/>
                  </a:cubicBezTo>
                  <a:cubicBezTo>
                    <a:pt x="41" y="181"/>
                    <a:pt x="42" y="179"/>
                    <a:pt x="42" y="179"/>
                  </a:cubicBezTo>
                  <a:cubicBezTo>
                    <a:pt x="43" y="178"/>
                    <a:pt x="44" y="178"/>
                    <a:pt x="45" y="178"/>
                  </a:cubicBezTo>
                  <a:cubicBezTo>
                    <a:pt x="46" y="178"/>
                    <a:pt x="48" y="180"/>
                    <a:pt x="50" y="180"/>
                  </a:cubicBezTo>
                  <a:cubicBezTo>
                    <a:pt x="50" y="180"/>
                    <a:pt x="51" y="180"/>
                    <a:pt x="52" y="179"/>
                  </a:cubicBezTo>
                  <a:cubicBezTo>
                    <a:pt x="52" y="179"/>
                    <a:pt x="52" y="176"/>
                    <a:pt x="51" y="175"/>
                  </a:cubicBezTo>
                  <a:cubicBezTo>
                    <a:pt x="51" y="175"/>
                    <a:pt x="48" y="175"/>
                    <a:pt x="47" y="174"/>
                  </a:cubicBezTo>
                  <a:cubicBezTo>
                    <a:pt x="46" y="173"/>
                    <a:pt x="45" y="171"/>
                    <a:pt x="44" y="170"/>
                  </a:cubicBezTo>
                  <a:cubicBezTo>
                    <a:pt x="43" y="170"/>
                    <a:pt x="40" y="168"/>
                    <a:pt x="39" y="168"/>
                  </a:cubicBezTo>
                  <a:cubicBezTo>
                    <a:pt x="38" y="168"/>
                    <a:pt x="37" y="169"/>
                    <a:pt x="37" y="169"/>
                  </a:cubicBezTo>
                  <a:cubicBezTo>
                    <a:pt x="36" y="169"/>
                    <a:pt x="36" y="170"/>
                    <a:pt x="36" y="170"/>
                  </a:cubicBezTo>
                  <a:cubicBezTo>
                    <a:pt x="36" y="171"/>
                    <a:pt x="34" y="170"/>
                    <a:pt x="34" y="170"/>
                  </a:cubicBezTo>
                  <a:cubicBezTo>
                    <a:pt x="33" y="170"/>
                    <a:pt x="32" y="171"/>
                    <a:pt x="31" y="171"/>
                  </a:cubicBezTo>
                  <a:cubicBezTo>
                    <a:pt x="31" y="171"/>
                    <a:pt x="30" y="173"/>
                    <a:pt x="30" y="173"/>
                  </a:cubicBezTo>
                  <a:cubicBezTo>
                    <a:pt x="29" y="174"/>
                    <a:pt x="30" y="176"/>
                    <a:pt x="30" y="178"/>
                  </a:cubicBezTo>
                  <a:cubicBezTo>
                    <a:pt x="30" y="179"/>
                    <a:pt x="30" y="181"/>
                    <a:pt x="31" y="182"/>
                  </a:cubicBezTo>
                  <a:cubicBezTo>
                    <a:pt x="31" y="182"/>
                    <a:pt x="33" y="182"/>
                    <a:pt x="33" y="182"/>
                  </a:cubicBezTo>
                  <a:cubicBezTo>
                    <a:pt x="34" y="183"/>
                    <a:pt x="35" y="184"/>
                    <a:pt x="35" y="185"/>
                  </a:cubicBezTo>
                  <a:cubicBezTo>
                    <a:pt x="35" y="186"/>
                    <a:pt x="34" y="188"/>
                    <a:pt x="33" y="188"/>
                  </a:cubicBezTo>
                  <a:cubicBezTo>
                    <a:pt x="33" y="188"/>
                    <a:pt x="31" y="188"/>
                    <a:pt x="30" y="188"/>
                  </a:cubicBezTo>
                  <a:cubicBezTo>
                    <a:pt x="29" y="187"/>
                    <a:pt x="27" y="187"/>
                    <a:pt x="26" y="186"/>
                  </a:cubicBezTo>
                  <a:cubicBezTo>
                    <a:pt x="25" y="186"/>
                    <a:pt x="23" y="183"/>
                    <a:pt x="22" y="183"/>
                  </a:cubicBezTo>
                  <a:cubicBezTo>
                    <a:pt x="22" y="182"/>
                    <a:pt x="20" y="182"/>
                    <a:pt x="19" y="181"/>
                  </a:cubicBezTo>
                  <a:cubicBezTo>
                    <a:pt x="19" y="181"/>
                    <a:pt x="18" y="180"/>
                    <a:pt x="17" y="179"/>
                  </a:cubicBezTo>
                  <a:cubicBezTo>
                    <a:pt x="17" y="178"/>
                    <a:pt x="17" y="176"/>
                    <a:pt x="17" y="175"/>
                  </a:cubicBezTo>
                  <a:cubicBezTo>
                    <a:pt x="18" y="175"/>
                    <a:pt x="19" y="174"/>
                    <a:pt x="19" y="174"/>
                  </a:cubicBezTo>
                  <a:cubicBezTo>
                    <a:pt x="20" y="172"/>
                    <a:pt x="22" y="170"/>
                    <a:pt x="23" y="169"/>
                  </a:cubicBezTo>
                  <a:cubicBezTo>
                    <a:pt x="24" y="167"/>
                    <a:pt x="27" y="165"/>
                    <a:pt x="27" y="163"/>
                  </a:cubicBezTo>
                  <a:close/>
                </a:path>
              </a:pathLst>
            </a:custGeom>
            <a:grpFill/>
            <a:ln w="1" cap="flat">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489" name="Oval 488"/>
          <p:cNvSpPr/>
          <p:nvPr/>
        </p:nvSpPr>
        <p:spPr>
          <a:xfrm>
            <a:off x="5535892" y="2367065"/>
            <a:ext cx="261854" cy="261854"/>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Oval 489"/>
          <p:cNvSpPr/>
          <p:nvPr/>
        </p:nvSpPr>
        <p:spPr>
          <a:xfrm>
            <a:off x="4938823" y="2711614"/>
            <a:ext cx="261854" cy="261854"/>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Oval 490"/>
          <p:cNvSpPr/>
          <p:nvPr/>
        </p:nvSpPr>
        <p:spPr>
          <a:xfrm>
            <a:off x="3962104" y="4414158"/>
            <a:ext cx="261854" cy="261854"/>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2" name="Oval 491"/>
          <p:cNvSpPr/>
          <p:nvPr/>
        </p:nvSpPr>
        <p:spPr>
          <a:xfrm>
            <a:off x="3241272" y="4877904"/>
            <a:ext cx="261854" cy="261854"/>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3" name="Oval 492"/>
          <p:cNvSpPr/>
          <p:nvPr/>
        </p:nvSpPr>
        <p:spPr>
          <a:xfrm>
            <a:off x="3781004" y="5094374"/>
            <a:ext cx="261854" cy="261854"/>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4" name="Footer Text"/>
          <p:cNvSpPr txBox="1"/>
          <p:nvPr/>
        </p:nvSpPr>
        <p:spPr>
          <a:xfrm>
            <a:off x="762000" y="2429913"/>
            <a:ext cx="2232471" cy="1292662"/>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a:t>
            </a:r>
          </a:p>
          <a:p>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a:t>
            </a:r>
          </a:p>
        </p:txBody>
      </p:sp>
      <p:grpSp>
        <p:nvGrpSpPr>
          <p:cNvPr id="495" name="Group 90"/>
          <p:cNvGrpSpPr>
            <a:grpSpLocks noChangeAspect="1"/>
          </p:cNvGrpSpPr>
          <p:nvPr/>
        </p:nvGrpSpPr>
        <p:grpSpPr>
          <a:xfrm>
            <a:off x="830911" y="3986722"/>
            <a:ext cx="606930" cy="606928"/>
            <a:chOff x="4046972" y="1821242"/>
            <a:chExt cx="751216" cy="751214"/>
          </a:xfrm>
        </p:grpSpPr>
        <p:sp>
          <p:nvSpPr>
            <p:cNvPr id="496" name="Oval 495"/>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7" name="Group 179"/>
            <p:cNvGrpSpPr/>
            <p:nvPr/>
          </p:nvGrpSpPr>
          <p:grpSpPr>
            <a:xfrm>
              <a:off x="4321607" y="1938430"/>
              <a:ext cx="201944" cy="516839"/>
              <a:chOff x="5054600" y="1652588"/>
              <a:chExt cx="187325" cy="479424"/>
            </a:xfrm>
            <a:solidFill>
              <a:schemeClr val="bg1"/>
            </a:solidFill>
          </p:grpSpPr>
          <p:sp>
            <p:nvSpPr>
              <p:cNvPr id="498"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00" name="Group 91"/>
          <p:cNvGrpSpPr>
            <a:grpSpLocks noChangeAspect="1"/>
          </p:cNvGrpSpPr>
          <p:nvPr/>
        </p:nvGrpSpPr>
        <p:grpSpPr>
          <a:xfrm>
            <a:off x="830911" y="4851241"/>
            <a:ext cx="606930" cy="606928"/>
            <a:chOff x="5397701" y="1821242"/>
            <a:chExt cx="751216" cy="751214"/>
          </a:xfrm>
        </p:grpSpPr>
        <p:sp>
          <p:nvSpPr>
            <p:cNvPr id="501" name="Oval 500"/>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2" name="Group 184"/>
            <p:cNvGrpSpPr/>
            <p:nvPr/>
          </p:nvGrpSpPr>
          <p:grpSpPr>
            <a:xfrm>
              <a:off x="5653784" y="1940300"/>
              <a:ext cx="238994" cy="513083"/>
              <a:chOff x="6213475" y="1668463"/>
              <a:chExt cx="227013" cy="487362"/>
            </a:xfrm>
            <a:solidFill>
              <a:schemeClr val="bg1"/>
            </a:solidFill>
          </p:grpSpPr>
          <p:sp>
            <p:nvSpPr>
              <p:cNvPr id="503"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05" name="Group 80"/>
          <p:cNvGrpSpPr/>
          <p:nvPr/>
        </p:nvGrpSpPr>
        <p:grpSpPr>
          <a:xfrm>
            <a:off x="1524490" y="4848290"/>
            <a:ext cx="1317581" cy="612831"/>
            <a:chOff x="2913154" y="3468058"/>
            <a:chExt cx="1317581" cy="612831"/>
          </a:xfrm>
        </p:grpSpPr>
        <p:sp>
          <p:nvSpPr>
            <p:cNvPr id="506"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507"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508" name="Group 80"/>
          <p:cNvGrpSpPr/>
          <p:nvPr/>
        </p:nvGrpSpPr>
        <p:grpSpPr>
          <a:xfrm>
            <a:off x="1524490" y="3983771"/>
            <a:ext cx="1317581" cy="612831"/>
            <a:chOff x="2913154" y="3468058"/>
            <a:chExt cx="1317581" cy="612831"/>
          </a:xfrm>
        </p:grpSpPr>
        <p:sp>
          <p:nvSpPr>
            <p:cNvPr id="509"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sp>
          <p:nvSpPr>
            <p:cNvPr id="510"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511" name="Group 279"/>
          <p:cNvGrpSpPr/>
          <p:nvPr/>
        </p:nvGrpSpPr>
        <p:grpSpPr>
          <a:xfrm>
            <a:off x="4223240" y="3363964"/>
            <a:ext cx="501160" cy="501160"/>
            <a:chOff x="846989" y="1401020"/>
            <a:chExt cx="877416" cy="877416"/>
          </a:xfrm>
          <a:effectLst/>
        </p:grpSpPr>
        <p:sp>
          <p:nvSpPr>
            <p:cNvPr id="512" name="Teardrop 511"/>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513" name="Oval 51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aphicFrame>
        <p:nvGraphicFramePr>
          <p:cNvPr id="514" name="Chart 513"/>
          <p:cNvGraphicFramePr/>
          <p:nvPr/>
        </p:nvGraphicFramePr>
        <p:xfrm>
          <a:off x="4585933" y="3223839"/>
          <a:ext cx="4236215" cy="2679284"/>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46"/>
                                        </p:tgtEl>
                                        <p:attrNameLst>
                                          <p:attrName>style.visibility</p:attrName>
                                        </p:attrNameLst>
                                      </p:cBhvr>
                                      <p:to>
                                        <p:strVal val="visible"/>
                                      </p:to>
                                    </p:set>
                                    <p:anim calcmode="lin" valueType="num">
                                      <p:cBhvr>
                                        <p:cTn id="7" dur="500" fill="hold"/>
                                        <p:tgtEl>
                                          <p:spTgt spid="246"/>
                                        </p:tgtEl>
                                        <p:attrNameLst>
                                          <p:attrName>ppt_w</p:attrName>
                                        </p:attrNameLst>
                                      </p:cBhvr>
                                      <p:tavLst>
                                        <p:tav tm="0">
                                          <p:val>
                                            <p:fltVal val="0"/>
                                          </p:val>
                                        </p:tav>
                                        <p:tav tm="100000">
                                          <p:val>
                                            <p:strVal val="#ppt_w"/>
                                          </p:val>
                                        </p:tav>
                                      </p:tavLst>
                                    </p:anim>
                                    <p:anim calcmode="lin" valueType="num">
                                      <p:cBhvr>
                                        <p:cTn id="8" dur="500" fill="hold"/>
                                        <p:tgtEl>
                                          <p:spTgt spid="246"/>
                                        </p:tgtEl>
                                        <p:attrNameLst>
                                          <p:attrName>ppt_h</p:attrName>
                                        </p:attrNameLst>
                                      </p:cBhvr>
                                      <p:tavLst>
                                        <p:tav tm="0">
                                          <p:val>
                                            <p:fltVal val="0"/>
                                          </p:val>
                                        </p:tav>
                                        <p:tav tm="100000">
                                          <p:val>
                                            <p:strVal val="#ppt_h"/>
                                          </p:val>
                                        </p:tav>
                                      </p:tavLst>
                                    </p:anim>
                                    <p:animEffect transition="in" filter="fade">
                                      <p:cBhvr>
                                        <p:cTn id="9" dur="500"/>
                                        <p:tgtEl>
                                          <p:spTgt spid="246"/>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489"/>
                                        </p:tgtEl>
                                        <p:attrNameLst>
                                          <p:attrName>style.visibility</p:attrName>
                                        </p:attrNameLst>
                                      </p:cBhvr>
                                      <p:to>
                                        <p:strVal val="visible"/>
                                      </p:to>
                                    </p:set>
                                    <p:anim calcmode="lin" valueType="num">
                                      <p:cBhvr>
                                        <p:cTn id="13" dur="500" fill="hold"/>
                                        <p:tgtEl>
                                          <p:spTgt spid="489"/>
                                        </p:tgtEl>
                                        <p:attrNameLst>
                                          <p:attrName>ppt_w</p:attrName>
                                        </p:attrNameLst>
                                      </p:cBhvr>
                                      <p:tavLst>
                                        <p:tav tm="0">
                                          <p:val>
                                            <p:fltVal val="0"/>
                                          </p:val>
                                        </p:tav>
                                        <p:tav tm="100000">
                                          <p:val>
                                            <p:strVal val="#ppt_w"/>
                                          </p:val>
                                        </p:tav>
                                      </p:tavLst>
                                    </p:anim>
                                    <p:anim calcmode="lin" valueType="num">
                                      <p:cBhvr>
                                        <p:cTn id="14" dur="500" fill="hold"/>
                                        <p:tgtEl>
                                          <p:spTgt spid="489"/>
                                        </p:tgtEl>
                                        <p:attrNameLst>
                                          <p:attrName>ppt_h</p:attrName>
                                        </p:attrNameLst>
                                      </p:cBhvr>
                                      <p:tavLst>
                                        <p:tav tm="0">
                                          <p:val>
                                            <p:fltVal val="0"/>
                                          </p:val>
                                        </p:tav>
                                        <p:tav tm="100000">
                                          <p:val>
                                            <p:strVal val="#ppt_h"/>
                                          </p:val>
                                        </p:tav>
                                      </p:tavLst>
                                    </p:anim>
                                    <p:animEffect transition="in" filter="fade">
                                      <p:cBhvr>
                                        <p:cTn id="15" dur="500"/>
                                        <p:tgtEl>
                                          <p:spTgt spid="489"/>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490"/>
                                        </p:tgtEl>
                                        <p:attrNameLst>
                                          <p:attrName>style.visibility</p:attrName>
                                        </p:attrNameLst>
                                      </p:cBhvr>
                                      <p:to>
                                        <p:strVal val="visible"/>
                                      </p:to>
                                    </p:set>
                                    <p:anim calcmode="lin" valueType="num">
                                      <p:cBhvr>
                                        <p:cTn id="19" dur="500" fill="hold"/>
                                        <p:tgtEl>
                                          <p:spTgt spid="490"/>
                                        </p:tgtEl>
                                        <p:attrNameLst>
                                          <p:attrName>ppt_w</p:attrName>
                                        </p:attrNameLst>
                                      </p:cBhvr>
                                      <p:tavLst>
                                        <p:tav tm="0">
                                          <p:val>
                                            <p:fltVal val="0"/>
                                          </p:val>
                                        </p:tav>
                                        <p:tav tm="100000">
                                          <p:val>
                                            <p:strVal val="#ppt_w"/>
                                          </p:val>
                                        </p:tav>
                                      </p:tavLst>
                                    </p:anim>
                                    <p:anim calcmode="lin" valueType="num">
                                      <p:cBhvr>
                                        <p:cTn id="20" dur="500" fill="hold"/>
                                        <p:tgtEl>
                                          <p:spTgt spid="490"/>
                                        </p:tgtEl>
                                        <p:attrNameLst>
                                          <p:attrName>ppt_h</p:attrName>
                                        </p:attrNameLst>
                                      </p:cBhvr>
                                      <p:tavLst>
                                        <p:tav tm="0">
                                          <p:val>
                                            <p:fltVal val="0"/>
                                          </p:val>
                                        </p:tav>
                                        <p:tav tm="100000">
                                          <p:val>
                                            <p:strVal val="#ppt_h"/>
                                          </p:val>
                                        </p:tav>
                                      </p:tavLst>
                                    </p:anim>
                                    <p:animEffect transition="in" filter="fade">
                                      <p:cBhvr>
                                        <p:cTn id="21" dur="500"/>
                                        <p:tgtEl>
                                          <p:spTgt spid="490"/>
                                        </p:tgtEl>
                                      </p:cBhvr>
                                    </p:animEffect>
                                  </p:childTnLst>
                                </p:cTn>
                              </p:par>
                            </p:childTnLst>
                          </p:cTn>
                        </p:par>
                        <p:par>
                          <p:cTn id="22" fill="hold">
                            <p:stCondLst>
                              <p:cond delay="1500"/>
                            </p:stCondLst>
                            <p:childTnLst>
                              <p:par>
                                <p:cTn id="23" presetID="2" presetClass="entr" presetSubtype="1" accel="50000" decel="50000" fill="hold" nodeType="afterEffect">
                                  <p:stCondLst>
                                    <p:cond delay="0"/>
                                  </p:stCondLst>
                                  <p:childTnLst>
                                    <p:set>
                                      <p:cBhvr>
                                        <p:cTn id="24" dur="1" fill="hold">
                                          <p:stCondLst>
                                            <p:cond delay="0"/>
                                          </p:stCondLst>
                                        </p:cTn>
                                        <p:tgtEl>
                                          <p:spTgt spid="511"/>
                                        </p:tgtEl>
                                        <p:attrNameLst>
                                          <p:attrName>style.visibility</p:attrName>
                                        </p:attrNameLst>
                                      </p:cBhvr>
                                      <p:to>
                                        <p:strVal val="visible"/>
                                      </p:to>
                                    </p:set>
                                    <p:anim calcmode="lin" valueType="num">
                                      <p:cBhvr additive="base">
                                        <p:cTn id="25" dur="500" fill="hold"/>
                                        <p:tgtEl>
                                          <p:spTgt spid="511"/>
                                        </p:tgtEl>
                                        <p:attrNameLst>
                                          <p:attrName>ppt_x</p:attrName>
                                        </p:attrNameLst>
                                      </p:cBhvr>
                                      <p:tavLst>
                                        <p:tav tm="0">
                                          <p:val>
                                            <p:strVal val="#ppt_x"/>
                                          </p:val>
                                        </p:tav>
                                        <p:tav tm="100000">
                                          <p:val>
                                            <p:strVal val="#ppt_x"/>
                                          </p:val>
                                        </p:tav>
                                      </p:tavLst>
                                    </p:anim>
                                    <p:anim calcmode="lin" valueType="num">
                                      <p:cBhvr additive="base">
                                        <p:cTn id="26" dur="500" fill="hold"/>
                                        <p:tgtEl>
                                          <p:spTgt spid="511"/>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53" presetClass="entr" presetSubtype="0" fill="hold" grpId="0" nodeType="afterEffect">
                                  <p:stCondLst>
                                    <p:cond delay="0"/>
                                  </p:stCondLst>
                                  <p:childTnLst>
                                    <p:set>
                                      <p:cBhvr>
                                        <p:cTn id="29" dur="1" fill="hold">
                                          <p:stCondLst>
                                            <p:cond delay="0"/>
                                          </p:stCondLst>
                                        </p:cTn>
                                        <p:tgtEl>
                                          <p:spTgt spid="491"/>
                                        </p:tgtEl>
                                        <p:attrNameLst>
                                          <p:attrName>style.visibility</p:attrName>
                                        </p:attrNameLst>
                                      </p:cBhvr>
                                      <p:to>
                                        <p:strVal val="visible"/>
                                      </p:to>
                                    </p:set>
                                    <p:anim calcmode="lin" valueType="num">
                                      <p:cBhvr>
                                        <p:cTn id="30" dur="500" fill="hold"/>
                                        <p:tgtEl>
                                          <p:spTgt spid="491"/>
                                        </p:tgtEl>
                                        <p:attrNameLst>
                                          <p:attrName>ppt_w</p:attrName>
                                        </p:attrNameLst>
                                      </p:cBhvr>
                                      <p:tavLst>
                                        <p:tav tm="0">
                                          <p:val>
                                            <p:fltVal val="0"/>
                                          </p:val>
                                        </p:tav>
                                        <p:tav tm="100000">
                                          <p:val>
                                            <p:strVal val="#ppt_w"/>
                                          </p:val>
                                        </p:tav>
                                      </p:tavLst>
                                    </p:anim>
                                    <p:anim calcmode="lin" valueType="num">
                                      <p:cBhvr>
                                        <p:cTn id="31" dur="500" fill="hold"/>
                                        <p:tgtEl>
                                          <p:spTgt spid="491"/>
                                        </p:tgtEl>
                                        <p:attrNameLst>
                                          <p:attrName>ppt_h</p:attrName>
                                        </p:attrNameLst>
                                      </p:cBhvr>
                                      <p:tavLst>
                                        <p:tav tm="0">
                                          <p:val>
                                            <p:fltVal val="0"/>
                                          </p:val>
                                        </p:tav>
                                        <p:tav tm="100000">
                                          <p:val>
                                            <p:strVal val="#ppt_h"/>
                                          </p:val>
                                        </p:tav>
                                      </p:tavLst>
                                    </p:anim>
                                    <p:animEffect transition="in" filter="fade">
                                      <p:cBhvr>
                                        <p:cTn id="32" dur="500"/>
                                        <p:tgtEl>
                                          <p:spTgt spid="491"/>
                                        </p:tgtEl>
                                      </p:cBhvr>
                                    </p:animEffect>
                                  </p:childTnLst>
                                </p:cTn>
                              </p:par>
                            </p:childTnLst>
                          </p:cTn>
                        </p:par>
                        <p:par>
                          <p:cTn id="33" fill="hold">
                            <p:stCondLst>
                              <p:cond delay="2500"/>
                            </p:stCondLst>
                            <p:childTnLst>
                              <p:par>
                                <p:cTn id="34" presetID="53" presetClass="entr" presetSubtype="0" fill="hold" grpId="0" nodeType="afterEffect">
                                  <p:stCondLst>
                                    <p:cond delay="0"/>
                                  </p:stCondLst>
                                  <p:childTnLst>
                                    <p:set>
                                      <p:cBhvr>
                                        <p:cTn id="35" dur="1" fill="hold">
                                          <p:stCondLst>
                                            <p:cond delay="0"/>
                                          </p:stCondLst>
                                        </p:cTn>
                                        <p:tgtEl>
                                          <p:spTgt spid="492"/>
                                        </p:tgtEl>
                                        <p:attrNameLst>
                                          <p:attrName>style.visibility</p:attrName>
                                        </p:attrNameLst>
                                      </p:cBhvr>
                                      <p:to>
                                        <p:strVal val="visible"/>
                                      </p:to>
                                    </p:set>
                                    <p:anim calcmode="lin" valueType="num">
                                      <p:cBhvr>
                                        <p:cTn id="36" dur="500" fill="hold"/>
                                        <p:tgtEl>
                                          <p:spTgt spid="492"/>
                                        </p:tgtEl>
                                        <p:attrNameLst>
                                          <p:attrName>ppt_w</p:attrName>
                                        </p:attrNameLst>
                                      </p:cBhvr>
                                      <p:tavLst>
                                        <p:tav tm="0">
                                          <p:val>
                                            <p:fltVal val="0"/>
                                          </p:val>
                                        </p:tav>
                                        <p:tav tm="100000">
                                          <p:val>
                                            <p:strVal val="#ppt_w"/>
                                          </p:val>
                                        </p:tav>
                                      </p:tavLst>
                                    </p:anim>
                                    <p:anim calcmode="lin" valueType="num">
                                      <p:cBhvr>
                                        <p:cTn id="37" dur="500" fill="hold"/>
                                        <p:tgtEl>
                                          <p:spTgt spid="492"/>
                                        </p:tgtEl>
                                        <p:attrNameLst>
                                          <p:attrName>ppt_h</p:attrName>
                                        </p:attrNameLst>
                                      </p:cBhvr>
                                      <p:tavLst>
                                        <p:tav tm="0">
                                          <p:val>
                                            <p:fltVal val="0"/>
                                          </p:val>
                                        </p:tav>
                                        <p:tav tm="100000">
                                          <p:val>
                                            <p:strVal val="#ppt_h"/>
                                          </p:val>
                                        </p:tav>
                                      </p:tavLst>
                                    </p:anim>
                                    <p:animEffect transition="in" filter="fade">
                                      <p:cBhvr>
                                        <p:cTn id="38" dur="500"/>
                                        <p:tgtEl>
                                          <p:spTgt spid="492"/>
                                        </p:tgtEl>
                                      </p:cBhvr>
                                    </p:animEffect>
                                  </p:childTnLst>
                                </p:cTn>
                              </p:par>
                            </p:childTnLst>
                          </p:cTn>
                        </p:par>
                        <p:par>
                          <p:cTn id="39" fill="hold">
                            <p:stCondLst>
                              <p:cond delay="3000"/>
                            </p:stCondLst>
                            <p:childTnLst>
                              <p:par>
                                <p:cTn id="40" presetID="53" presetClass="entr" presetSubtype="0" fill="hold" grpId="0" nodeType="afterEffect">
                                  <p:stCondLst>
                                    <p:cond delay="0"/>
                                  </p:stCondLst>
                                  <p:childTnLst>
                                    <p:set>
                                      <p:cBhvr>
                                        <p:cTn id="41" dur="1" fill="hold">
                                          <p:stCondLst>
                                            <p:cond delay="0"/>
                                          </p:stCondLst>
                                        </p:cTn>
                                        <p:tgtEl>
                                          <p:spTgt spid="493"/>
                                        </p:tgtEl>
                                        <p:attrNameLst>
                                          <p:attrName>style.visibility</p:attrName>
                                        </p:attrNameLst>
                                      </p:cBhvr>
                                      <p:to>
                                        <p:strVal val="visible"/>
                                      </p:to>
                                    </p:set>
                                    <p:anim calcmode="lin" valueType="num">
                                      <p:cBhvr>
                                        <p:cTn id="42" dur="500" fill="hold"/>
                                        <p:tgtEl>
                                          <p:spTgt spid="493"/>
                                        </p:tgtEl>
                                        <p:attrNameLst>
                                          <p:attrName>ppt_w</p:attrName>
                                        </p:attrNameLst>
                                      </p:cBhvr>
                                      <p:tavLst>
                                        <p:tav tm="0">
                                          <p:val>
                                            <p:fltVal val="0"/>
                                          </p:val>
                                        </p:tav>
                                        <p:tav tm="100000">
                                          <p:val>
                                            <p:strVal val="#ppt_w"/>
                                          </p:val>
                                        </p:tav>
                                      </p:tavLst>
                                    </p:anim>
                                    <p:anim calcmode="lin" valueType="num">
                                      <p:cBhvr>
                                        <p:cTn id="43" dur="500" fill="hold"/>
                                        <p:tgtEl>
                                          <p:spTgt spid="493"/>
                                        </p:tgtEl>
                                        <p:attrNameLst>
                                          <p:attrName>ppt_h</p:attrName>
                                        </p:attrNameLst>
                                      </p:cBhvr>
                                      <p:tavLst>
                                        <p:tav tm="0">
                                          <p:val>
                                            <p:fltVal val="0"/>
                                          </p:val>
                                        </p:tav>
                                        <p:tav tm="100000">
                                          <p:val>
                                            <p:strVal val="#ppt_h"/>
                                          </p:val>
                                        </p:tav>
                                      </p:tavLst>
                                    </p:anim>
                                    <p:animEffect transition="in" filter="fade">
                                      <p:cBhvr>
                                        <p:cTn id="44" dur="500"/>
                                        <p:tgtEl>
                                          <p:spTgt spid="493"/>
                                        </p:tgtEl>
                                      </p:cBhvr>
                                    </p:animEffect>
                                  </p:childTnLst>
                                </p:cTn>
                              </p:par>
                            </p:childTnLst>
                          </p:cTn>
                        </p:par>
                        <p:par>
                          <p:cTn id="45" fill="hold">
                            <p:stCondLst>
                              <p:cond delay="3500"/>
                            </p:stCondLst>
                            <p:childTnLst>
                              <p:par>
                                <p:cTn id="46" presetID="22" presetClass="entr" presetSubtype="8" fill="hold" grpId="0" nodeType="afterEffect">
                                  <p:stCondLst>
                                    <p:cond delay="0"/>
                                  </p:stCondLst>
                                  <p:childTnLst>
                                    <p:set>
                                      <p:cBhvr>
                                        <p:cTn id="47" dur="1" fill="hold">
                                          <p:stCondLst>
                                            <p:cond delay="0"/>
                                          </p:stCondLst>
                                        </p:cTn>
                                        <p:tgtEl>
                                          <p:spTgt spid="494"/>
                                        </p:tgtEl>
                                        <p:attrNameLst>
                                          <p:attrName>style.visibility</p:attrName>
                                        </p:attrNameLst>
                                      </p:cBhvr>
                                      <p:to>
                                        <p:strVal val="visible"/>
                                      </p:to>
                                    </p:set>
                                    <p:animEffect transition="in" filter="wipe(left)">
                                      <p:cBhvr>
                                        <p:cTn id="48" dur="500"/>
                                        <p:tgtEl>
                                          <p:spTgt spid="494"/>
                                        </p:tgtEl>
                                      </p:cBhvr>
                                    </p:animEffect>
                                  </p:childTnLst>
                                </p:cTn>
                              </p:par>
                            </p:childTnLst>
                          </p:cTn>
                        </p:par>
                        <p:par>
                          <p:cTn id="49" fill="hold">
                            <p:stCondLst>
                              <p:cond delay="4000"/>
                            </p:stCondLst>
                            <p:childTnLst>
                              <p:par>
                                <p:cTn id="50" presetID="53" presetClass="entr" presetSubtype="0" fill="hold" nodeType="afterEffect">
                                  <p:stCondLst>
                                    <p:cond delay="0"/>
                                  </p:stCondLst>
                                  <p:childTnLst>
                                    <p:set>
                                      <p:cBhvr>
                                        <p:cTn id="51" dur="1" fill="hold">
                                          <p:stCondLst>
                                            <p:cond delay="0"/>
                                          </p:stCondLst>
                                        </p:cTn>
                                        <p:tgtEl>
                                          <p:spTgt spid="495"/>
                                        </p:tgtEl>
                                        <p:attrNameLst>
                                          <p:attrName>style.visibility</p:attrName>
                                        </p:attrNameLst>
                                      </p:cBhvr>
                                      <p:to>
                                        <p:strVal val="visible"/>
                                      </p:to>
                                    </p:set>
                                    <p:anim calcmode="lin" valueType="num">
                                      <p:cBhvr>
                                        <p:cTn id="52" dur="500" fill="hold"/>
                                        <p:tgtEl>
                                          <p:spTgt spid="495"/>
                                        </p:tgtEl>
                                        <p:attrNameLst>
                                          <p:attrName>ppt_w</p:attrName>
                                        </p:attrNameLst>
                                      </p:cBhvr>
                                      <p:tavLst>
                                        <p:tav tm="0">
                                          <p:val>
                                            <p:fltVal val="0"/>
                                          </p:val>
                                        </p:tav>
                                        <p:tav tm="100000">
                                          <p:val>
                                            <p:strVal val="#ppt_w"/>
                                          </p:val>
                                        </p:tav>
                                      </p:tavLst>
                                    </p:anim>
                                    <p:anim calcmode="lin" valueType="num">
                                      <p:cBhvr>
                                        <p:cTn id="53" dur="500" fill="hold"/>
                                        <p:tgtEl>
                                          <p:spTgt spid="495"/>
                                        </p:tgtEl>
                                        <p:attrNameLst>
                                          <p:attrName>ppt_h</p:attrName>
                                        </p:attrNameLst>
                                      </p:cBhvr>
                                      <p:tavLst>
                                        <p:tav tm="0">
                                          <p:val>
                                            <p:fltVal val="0"/>
                                          </p:val>
                                        </p:tav>
                                        <p:tav tm="100000">
                                          <p:val>
                                            <p:strVal val="#ppt_h"/>
                                          </p:val>
                                        </p:tav>
                                      </p:tavLst>
                                    </p:anim>
                                    <p:animEffect transition="in" filter="fade">
                                      <p:cBhvr>
                                        <p:cTn id="54" dur="500"/>
                                        <p:tgtEl>
                                          <p:spTgt spid="495"/>
                                        </p:tgtEl>
                                      </p:cBhvr>
                                    </p:animEffect>
                                  </p:childTnLst>
                                </p:cTn>
                              </p:par>
                            </p:childTnLst>
                          </p:cTn>
                        </p:par>
                        <p:par>
                          <p:cTn id="55" fill="hold">
                            <p:stCondLst>
                              <p:cond delay="4500"/>
                            </p:stCondLst>
                            <p:childTnLst>
                              <p:par>
                                <p:cTn id="56" presetID="12" presetClass="entr" presetSubtype="4" fill="hold" nodeType="afterEffect">
                                  <p:stCondLst>
                                    <p:cond delay="0"/>
                                  </p:stCondLst>
                                  <p:childTnLst>
                                    <p:set>
                                      <p:cBhvr>
                                        <p:cTn id="57" dur="1" fill="hold">
                                          <p:stCondLst>
                                            <p:cond delay="0"/>
                                          </p:stCondLst>
                                        </p:cTn>
                                        <p:tgtEl>
                                          <p:spTgt spid="508"/>
                                        </p:tgtEl>
                                        <p:attrNameLst>
                                          <p:attrName>style.visibility</p:attrName>
                                        </p:attrNameLst>
                                      </p:cBhvr>
                                      <p:to>
                                        <p:strVal val="visible"/>
                                      </p:to>
                                    </p:set>
                                    <p:animEffect transition="in" filter="slide(fromBottom)">
                                      <p:cBhvr>
                                        <p:cTn id="58" dur="500"/>
                                        <p:tgtEl>
                                          <p:spTgt spid="508"/>
                                        </p:tgtEl>
                                      </p:cBhvr>
                                    </p:animEffect>
                                  </p:childTnLst>
                                </p:cTn>
                              </p:par>
                            </p:childTnLst>
                          </p:cTn>
                        </p:par>
                        <p:par>
                          <p:cTn id="59" fill="hold">
                            <p:stCondLst>
                              <p:cond delay="5000"/>
                            </p:stCondLst>
                            <p:childTnLst>
                              <p:par>
                                <p:cTn id="60" presetID="53" presetClass="entr" presetSubtype="0" fill="hold" nodeType="afterEffect">
                                  <p:stCondLst>
                                    <p:cond delay="0"/>
                                  </p:stCondLst>
                                  <p:childTnLst>
                                    <p:set>
                                      <p:cBhvr>
                                        <p:cTn id="61" dur="1" fill="hold">
                                          <p:stCondLst>
                                            <p:cond delay="0"/>
                                          </p:stCondLst>
                                        </p:cTn>
                                        <p:tgtEl>
                                          <p:spTgt spid="500"/>
                                        </p:tgtEl>
                                        <p:attrNameLst>
                                          <p:attrName>style.visibility</p:attrName>
                                        </p:attrNameLst>
                                      </p:cBhvr>
                                      <p:to>
                                        <p:strVal val="visible"/>
                                      </p:to>
                                    </p:set>
                                    <p:anim calcmode="lin" valueType="num">
                                      <p:cBhvr>
                                        <p:cTn id="62" dur="500" fill="hold"/>
                                        <p:tgtEl>
                                          <p:spTgt spid="500"/>
                                        </p:tgtEl>
                                        <p:attrNameLst>
                                          <p:attrName>ppt_w</p:attrName>
                                        </p:attrNameLst>
                                      </p:cBhvr>
                                      <p:tavLst>
                                        <p:tav tm="0">
                                          <p:val>
                                            <p:fltVal val="0"/>
                                          </p:val>
                                        </p:tav>
                                        <p:tav tm="100000">
                                          <p:val>
                                            <p:strVal val="#ppt_w"/>
                                          </p:val>
                                        </p:tav>
                                      </p:tavLst>
                                    </p:anim>
                                    <p:anim calcmode="lin" valueType="num">
                                      <p:cBhvr>
                                        <p:cTn id="63" dur="500" fill="hold"/>
                                        <p:tgtEl>
                                          <p:spTgt spid="500"/>
                                        </p:tgtEl>
                                        <p:attrNameLst>
                                          <p:attrName>ppt_h</p:attrName>
                                        </p:attrNameLst>
                                      </p:cBhvr>
                                      <p:tavLst>
                                        <p:tav tm="0">
                                          <p:val>
                                            <p:fltVal val="0"/>
                                          </p:val>
                                        </p:tav>
                                        <p:tav tm="100000">
                                          <p:val>
                                            <p:strVal val="#ppt_h"/>
                                          </p:val>
                                        </p:tav>
                                      </p:tavLst>
                                    </p:anim>
                                    <p:animEffect transition="in" filter="fade">
                                      <p:cBhvr>
                                        <p:cTn id="64" dur="500"/>
                                        <p:tgtEl>
                                          <p:spTgt spid="500"/>
                                        </p:tgtEl>
                                      </p:cBhvr>
                                    </p:animEffect>
                                  </p:childTnLst>
                                </p:cTn>
                              </p:par>
                            </p:childTnLst>
                          </p:cTn>
                        </p:par>
                        <p:par>
                          <p:cTn id="65" fill="hold">
                            <p:stCondLst>
                              <p:cond delay="5500"/>
                            </p:stCondLst>
                            <p:childTnLst>
                              <p:par>
                                <p:cTn id="66" presetID="12" presetClass="entr" presetSubtype="4" fill="hold" nodeType="afterEffect">
                                  <p:stCondLst>
                                    <p:cond delay="0"/>
                                  </p:stCondLst>
                                  <p:childTnLst>
                                    <p:set>
                                      <p:cBhvr>
                                        <p:cTn id="67" dur="1" fill="hold">
                                          <p:stCondLst>
                                            <p:cond delay="0"/>
                                          </p:stCondLst>
                                        </p:cTn>
                                        <p:tgtEl>
                                          <p:spTgt spid="505"/>
                                        </p:tgtEl>
                                        <p:attrNameLst>
                                          <p:attrName>style.visibility</p:attrName>
                                        </p:attrNameLst>
                                      </p:cBhvr>
                                      <p:to>
                                        <p:strVal val="visible"/>
                                      </p:to>
                                    </p:set>
                                    <p:animEffect transition="in" filter="slide(fromBottom)">
                                      <p:cBhvr>
                                        <p:cTn id="68" dur="500"/>
                                        <p:tgtEl>
                                          <p:spTgt spid="505"/>
                                        </p:tgtEl>
                                      </p:cBhvr>
                                    </p:animEffect>
                                  </p:childTnLst>
                                </p:cTn>
                              </p:par>
                            </p:childTnLst>
                          </p:cTn>
                        </p:par>
                        <p:par>
                          <p:cTn id="69" fill="hold">
                            <p:stCondLst>
                              <p:cond delay="6000"/>
                            </p:stCondLst>
                            <p:childTnLst>
                              <p:par>
                                <p:cTn id="70" presetID="22" presetClass="entr" presetSubtype="4" fill="hold" grpId="0" nodeType="afterEffect">
                                  <p:stCondLst>
                                    <p:cond delay="0"/>
                                  </p:stCondLst>
                                  <p:childTnLst>
                                    <p:set>
                                      <p:cBhvr>
                                        <p:cTn id="71" dur="1" fill="hold">
                                          <p:stCondLst>
                                            <p:cond delay="0"/>
                                          </p:stCondLst>
                                        </p:cTn>
                                        <p:tgtEl>
                                          <p:spTgt spid="514">
                                            <p:graphicEl>
                                              <a:chart seriesIdx="-3" categoryIdx="-3" bldStep="gridLegend"/>
                                            </p:graphicEl>
                                          </p:spTgt>
                                        </p:tgtEl>
                                        <p:attrNameLst>
                                          <p:attrName>style.visibility</p:attrName>
                                        </p:attrNameLst>
                                      </p:cBhvr>
                                      <p:to>
                                        <p:strVal val="visible"/>
                                      </p:to>
                                    </p:set>
                                    <p:animEffect transition="in" filter="wipe(down)">
                                      <p:cBhvr>
                                        <p:cTn id="72" dur="500"/>
                                        <p:tgtEl>
                                          <p:spTgt spid="514">
                                            <p:graphicEl>
                                              <a:chart seriesIdx="-3" categoryIdx="-3" bldStep="gridLegend"/>
                                            </p:graphicEl>
                                          </p:spTgt>
                                        </p:tgtEl>
                                      </p:cBhvr>
                                    </p:animEffect>
                                  </p:childTnLst>
                                </p:cTn>
                              </p:par>
                            </p:childTnLst>
                          </p:cTn>
                        </p:par>
                        <p:par>
                          <p:cTn id="73" fill="hold">
                            <p:stCondLst>
                              <p:cond delay="6500"/>
                            </p:stCondLst>
                            <p:childTnLst>
                              <p:par>
                                <p:cTn id="74" presetID="22" presetClass="entr" presetSubtype="4" fill="hold" grpId="0" nodeType="afterEffect">
                                  <p:stCondLst>
                                    <p:cond delay="0"/>
                                  </p:stCondLst>
                                  <p:childTnLst>
                                    <p:set>
                                      <p:cBhvr>
                                        <p:cTn id="75" dur="1" fill="hold">
                                          <p:stCondLst>
                                            <p:cond delay="0"/>
                                          </p:stCondLst>
                                        </p:cTn>
                                        <p:tgtEl>
                                          <p:spTgt spid="514">
                                            <p:graphicEl>
                                              <a:chart seriesIdx="0" categoryIdx="-4" bldStep="series"/>
                                            </p:graphicEl>
                                          </p:spTgt>
                                        </p:tgtEl>
                                        <p:attrNameLst>
                                          <p:attrName>style.visibility</p:attrName>
                                        </p:attrNameLst>
                                      </p:cBhvr>
                                      <p:to>
                                        <p:strVal val="visible"/>
                                      </p:to>
                                    </p:set>
                                    <p:animEffect transition="in" filter="wipe(down)">
                                      <p:cBhvr>
                                        <p:cTn id="76" dur="500"/>
                                        <p:tgtEl>
                                          <p:spTgt spid="514">
                                            <p:graphicEl>
                                              <a:chart seriesIdx="0" categoryIdx="-4" bldStep="series"/>
                                            </p:graphicEl>
                                          </p:spTgt>
                                        </p:tgtEl>
                                      </p:cBhvr>
                                    </p:animEffect>
                                  </p:childTnLst>
                                </p:cTn>
                              </p:par>
                            </p:childTnLst>
                          </p:cTn>
                        </p:par>
                        <p:par>
                          <p:cTn id="77" fill="hold">
                            <p:stCondLst>
                              <p:cond delay="7000"/>
                            </p:stCondLst>
                            <p:childTnLst>
                              <p:par>
                                <p:cTn id="78" presetID="22" presetClass="entr" presetSubtype="4" fill="hold" grpId="0" nodeType="afterEffect">
                                  <p:stCondLst>
                                    <p:cond delay="0"/>
                                  </p:stCondLst>
                                  <p:childTnLst>
                                    <p:set>
                                      <p:cBhvr>
                                        <p:cTn id="79" dur="1" fill="hold">
                                          <p:stCondLst>
                                            <p:cond delay="0"/>
                                          </p:stCondLst>
                                        </p:cTn>
                                        <p:tgtEl>
                                          <p:spTgt spid="514">
                                            <p:graphicEl>
                                              <a:chart seriesIdx="1" categoryIdx="-4" bldStep="series"/>
                                            </p:graphicEl>
                                          </p:spTgt>
                                        </p:tgtEl>
                                        <p:attrNameLst>
                                          <p:attrName>style.visibility</p:attrName>
                                        </p:attrNameLst>
                                      </p:cBhvr>
                                      <p:to>
                                        <p:strVal val="visible"/>
                                      </p:to>
                                    </p:set>
                                    <p:animEffect transition="in" filter="wipe(down)">
                                      <p:cBhvr>
                                        <p:cTn id="80" dur="500"/>
                                        <p:tgtEl>
                                          <p:spTgt spid="514">
                                            <p:graphicEl>
                                              <a:chart seriesIdx="1" categoryIdx="-4" bldStep="series"/>
                                            </p:graphicEl>
                                          </p:spTgt>
                                        </p:tgtEl>
                                      </p:cBhvr>
                                    </p:animEffect>
                                  </p:childTnLst>
                                </p:cTn>
                              </p:par>
                            </p:childTnLst>
                          </p:cTn>
                        </p:par>
                        <p:par>
                          <p:cTn id="81" fill="hold">
                            <p:stCondLst>
                              <p:cond delay="7500"/>
                            </p:stCondLst>
                            <p:childTnLst>
                              <p:par>
                                <p:cTn id="82" presetID="22" presetClass="entr" presetSubtype="4" fill="hold" grpId="0" nodeType="afterEffect">
                                  <p:stCondLst>
                                    <p:cond delay="0"/>
                                  </p:stCondLst>
                                  <p:childTnLst>
                                    <p:set>
                                      <p:cBhvr>
                                        <p:cTn id="83" dur="1" fill="hold">
                                          <p:stCondLst>
                                            <p:cond delay="0"/>
                                          </p:stCondLst>
                                        </p:cTn>
                                        <p:tgtEl>
                                          <p:spTgt spid="514">
                                            <p:graphicEl>
                                              <a:chart seriesIdx="2" categoryIdx="-4" bldStep="series"/>
                                            </p:graphicEl>
                                          </p:spTgt>
                                        </p:tgtEl>
                                        <p:attrNameLst>
                                          <p:attrName>style.visibility</p:attrName>
                                        </p:attrNameLst>
                                      </p:cBhvr>
                                      <p:to>
                                        <p:strVal val="visible"/>
                                      </p:to>
                                    </p:set>
                                    <p:animEffect transition="in" filter="wipe(down)">
                                      <p:cBhvr>
                                        <p:cTn id="84" dur="500"/>
                                        <p:tgtEl>
                                          <p:spTgt spid="514">
                                            <p:graphicEl>
                                              <a:chart seriesIdx="2" categoryIdx="-4" bldStep="series"/>
                                            </p:graphicEl>
                                          </p:spTgt>
                                        </p:tgtEl>
                                      </p:cBhvr>
                                    </p:animEffect>
                                  </p:childTnLst>
                                </p:cTn>
                              </p:par>
                            </p:childTnLst>
                          </p:cTn>
                        </p:par>
                        <p:par>
                          <p:cTn id="85" fill="hold">
                            <p:stCondLst>
                              <p:cond delay="8000"/>
                            </p:stCondLst>
                            <p:childTnLst>
                              <p:par>
                                <p:cTn id="86" presetID="22" presetClass="entr" presetSubtype="4" fill="hold" grpId="0" nodeType="afterEffect">
                                  <p:stCondLst>
                                    <p:cond delay="0"/>
                                  </p:stCondLst>
                                  <p:childTnLst>
                                    <p:set>
                                      <p:cBhvr>
                                        <p:cTn id="87" dur="1" fill="hold">
                                          <p:stCondLst>
                                            <p:cond delay="0"/>
                                          </p:stCondLst>
                                        </p:cTn>
                                        <p:tgtEl>
                                          <p:spTgt spid="514">
                                            <p:graphicEl>
                                              <a:chart seriesIdx="3" categoryIdx="-4" bldStep="series"/>
                                            </p:graphicEl>
                                          </p:spTgt>
                                        </p:tgtEl>
                                        <p:attrNameLst>
                                          <p:attrName>style.visibility</p:attrName>
                                        </p:attrNameLst>
                                      </p:cBhvr>
                                      <p:to>
                                        <p:strVal val="visible"/>
                                      </p:to>
                                    </p:set>
                                    <p:animEffect transition="in" filter="wipe(down)">
                                      <p:cBhvr>
                                        <p:cTn id="88" dur="500"/>
                                        <p:tgtEl>
                                          <p:spTgt spid="514">
                                            <p:graphicEl>
                                              <a:chart seriesIdx="3"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9" grpId="0" animBg="1"/>
      <p:bldP spid="490" grpId="0" animBg="1"/>
      <p:bldP spid="491" grpId="0" animBg="1"/>
      <p:bldP spid="492" grpId="0" animBg="1"/>
      <p:bldP spid="493" grpId="0" animBg="1"/>
      <p:bldP spid="494" grpId="0"/>
      <p:bldGraphic spid="514" grpId="0">
        <p:bldSub>
          <a:bldChart bld="series"/>
        </p:bldSub>
      </p:bldGraphic>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Finland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Finland Map Slide</a:t>
            </a:r>
            <a:endParaRPr lang="en-US" dirty="0"/>
          </a:p>
        </p:txBody>
      </p:sp>
      <p:grpSp>
        <p:nvGrpSpPr>
          <p:cNvPr id="139" name="Group 138"/>
          <p:cNvGrpSpPr/>
          <p:nvPr/>
        </p:nvGrpSpPr>
        <p:grpSpPr>
          <a:xfrm>
            <a:off x="903766" y="1905000"/>
            <a:ext cx="2323894" cy="4246834"/>
            <a:chOff x="760413" y="719138"/>
            <a:chExt cx="2254250" cy="4119563"/>
          </a:xfrm>
          <a:solidFill>
            <a:schemeClr val="bg1">
              <a:lumMod val="85000"/>
            </a:schemeClr>
          </a:solidFill>
        </p:grpSpPr>
        <p:sp>
          <p:nvSpPr>
            <p:cNvPr id="140" name="Freeform 5"/>
            <p:cNvSpPr>
              <a:spLocks/>
            </p:cNvSpPr>
            <p:nvPr/>
          </p:nvSpPr>
          <p:spPr bwMode="auto">
            <a:xfrm>
              <a:off x="1150938" y="719138"/>
              <a:ext cx="1417638" cy="1831975"/>
            </a:xfrm>
            <a:custGeom>
              <a:avLst/>
              <a:gdLst/>
              <a:ahLst/>
              <a:cxnLst>
                <a:cxn ang="0">
                  <a:pos x="722" y="671"/>
                </a:cxn>
                <a:cxn ang="0">
                  <a:pos x="766" y="798"/>
                </a:cxn>
                <a:cxn ang="0">
                  <a:pos x="721" y="809"/>
                </a:cxn>
                <a:cxn ang="0">
                  <a:pos x="679" y="818"/>
                </a:cxn>
                <a:cxn ang="0">
                  <a:pos x="695" y="862"/>
                </a:cxn>
                <a:cxn ang="0">
                  <a:pos x="698" y="905"/>
                </a:cxn>
                <a:cxn ang="0">
                  <a:pos x="666" y="914"/>
                </a:cxn>
                <a:cxn ang="0">
                  <a:pos x="669" y="946"/>
                </a:cxn>
                <a:cxn ang="0">
                  <a:pos x="609" y="944"/>
                </a:cxn>
                <a:cxn ang="0">
                  <a:pos x="576" y="937"/>
                </a:cxn>
                <a:cxn ang="0">
                  <a:pos x="525" y="980"/>
                </a:cxn>
                <a:cxn ang="0">
                  <a:pos x="379" y="999"/>
                </a:cxn>
                <a:cxn ang="0">
                  <a:pos x="354" y="999"/>
                </a:cxn>
                <a:cxn ang="0">
                  <a:pos x="331" y="996"/>
                </a:cxn>
                <a:cxn ang="0">
                  <a:pos x="322" y="966"/>
                </a:cxn>
                <a:cxn ang="0">
                  <a:pos x="295" y="963"/>
                </a:cxn>
                <a:cxn ang="0">
                  <a:pos x="279" y="938"/>
                </a:cxn>
                <a:cxn ang="0">
                  <a:pos x="259" y="885"/>
                </a:cxn>
                <a:cxn ang="0">
                  <a:pos x="246" y="836"/>
                </a:cxn>
                <a:cxn ang="0">
                  <a:pos x="263" y="780"/>
                </a:cxn>
                <a:cxn ang="0">
                  <a:pos x="271" y="727"/>
                </a:cxn>
                <a:cxn ang="0">
                  <a:pos x="237" y="666"/>
                </a:cxn>
                <a:cxn ang="0">
                  <a:pos x="253" y="627"/>
                </a:cxn>
                <a:cxn ang="0">
                  <a:pos x="227" y="599"/>
                </a:cxn>
                <a:cxn ang="0">
                  <a:pos x="234" y="559"/>
                </a:cxn>
                <a:cxn ang="0">
                  <a:pos x="244" y="491"/>
                </a:cxn>
                <a:cxn ang="0">
                  <a:pos x="216" y="446"/>
                </a:cxn>
                <a:cxn ang="0">
                  <a:pos x="195" y="416"/>
                </a:cxn>
                <a:cxn ang="0">
                  <a:pos x="165" y="386"/>
                </a:cxn>
                <a:cxn ang="0">
                  <a:pos x="113" y="369"/>
                </a:cxn>
                <a:cxn ang="0">
                  <a:pos x="77" y="327"/>
                </a:cxn>
                <a:cxn ang="0">
                  <a:pos x="45" y="287"/>
                </a:cxn>
                <a:cxn ang="0">
                  <a:pos x="20" y="248"/>
                </a:cxn>
                <a:cxn ang="0">
                  <a:pos x="36" y="240"/>
                </a:cxn>
                <a:cxn ang="0">
                  <a:pos x="59" y="178"/>
                </a:cxn>
                <a:cxn ang="0">
                  <a:pos x="120" y="245"/>
                </a:cxn>
                <a:cxn ang="0">
                  <a:pos x="141" y="309"/>
                </a:cxn>
                <a:cxn ang="0">
                  <a:pos x="194" y="323"/>
                </a:cxn>
                <a:cxn ang="0">
                  <a:pos x="249" y="314"/>
                </a:cxn>
                <a:cxn ang="0">
                  <a:pos x="285" y="305"/>
                </a:cxn>
                <a:cxn ang="0">
                  <a:pos x="342" y="349"/>
                </a:cxn>
                <a:cxn ang="0">
                  <a:pos x="364" y="318"/>
                </a:cxn>
                <a:cxn ang="0">
                  <a:pos x="408" y="269"/>
                </a:cxn>
                <a:cxn ang="0">
                  <a:pos x="412" y="188"/>
                </a:cxn>
                <a:cxn ang="0">
                  <a:pos x="419" y="127"/>
                </a:cxn>
                <a:cxn ang="0">
                  <a:pos x="441" y="85"/>
                </a:cxn>
                <a:cxn ang="0">
                  <a:pos x="489" y="37"/>
                </a:cxn>
                <a:cxn ang="0">
                  <a:pos x="527" y="26"/>
                </a:cxn>
                <a:cxn ang="0">
                  <a:pos x="573" y="0"/>
                </a:cxn>
                <a:cxn ang="0">
                  <a:pos x="609" y="48"/>
                </a:cxn>
                <a:cxn ang="0">
                  <a:pos x="688" y="136"/>
                </a:cxn>
                <a:cxn ang="0">
                  <a:pos x="668" y="233"/>
                </a:cxn>
                <a:cxn ang="0">
                  <a:pos x="660" y="276"/>
                </a:cxn>
                <a:cxn ang="0">
                  <a:pos x="662" y="421"/>
                </a:cxn>
                <a:cxn ang="0">
                  <a:pos x="757" y="505"/>
                </a:cxn>
              </a:cxnLst>
              <a:rect l="0" t="0" r="r" b="b"/>
              <a:pathLst>
                <a:path w="780" h="1009">
                  <a:moveTo>
                    <a:pt x="779" y="525"/>
                  </a:moveTo>
                  <a:cubicBezTo>
                    <a:pt x="780" y="528"/>
                    <a:pt x="780" y="536"/>
                    <a:pt x="780" y="540"/>
                  </a:cubicBezTo>
                  <a:cubicBezTo>
                    <a:pt x="780" y="545"/>
                    <a:pt x="779" y="554"/>
                    <a:pt x="778" y="558"/>
                  </a:cubicBezTo>
                  <a:cubicBezTo>
                    <a:pt x="777" y="565"/>
                    <a:pt x="770" y="576"/>
                    <a:pt x="767" y="581"/>
                  </a:cubicBezTo>
                  <a:cubicBezTo>
                    <a:pt x="761" y="592"/>
                    <a:pt x="749" y="611"/>
                    <a:pt x="743" y="622"/>
                  </a:cubicBezTo>
                  <a:cubicBezTo>
                    <a:pt x="741" y="626"/>
                    <a:pt x="736" y="635"/>
                    <a:pt x="734" y="639"/>
                  </a:cubicBezTo>
                  <a:cubicBezTo>
                    <a:pt x="730" y="647"/>
                    <a:pt x="725" y="663"/>
                    <a:pt x="722" y="671"/>
                  </a:cubicBezTo>
                  <a:cubicBezTo>
                    <a:pt x="720" y="676"/>
                    <a:pt x="715" y="686"/>
                    <a:pt x="714" y="691"/>
                  </a:cubicBezTo>
                  <a:cubicBezTo>
                    <a:pt x="714" y="697"/>
                    <a:pt x="714" y="709"/>
                    <a:pt x="716" y="714"/>
                  </a:cubicBezTo>
                  <a:cubicBezTo>
                    <a:pt x="718" y="719"/>
                    <a:pt x="725" y="728"/>
                    <a:pt x="729" y="733"/>
                  </a:cubicBezTo>
                  <a:cubicBezTo>
                    <a:pt x="731" y="736"/>
                    <a:pt x="737" y="742"/>
                    <a:pt x="740" y="745"/>
                  </a:cubicBezTo>
                  <a:cubicBezTo>
                    <a:pt x="742" y="750"/>
                    <a:pt x="746" y="761"/>
                    <a:pt x="748" y="766"/>
                  </a:cubicBezTo>
                  <a:cubicBezTo>
                    <a:pt x="751" y="771"/>
                    <a:pt x="756" y="779"/>
                    <a:pt x="759" y="784"/>
                  </a:cubicBezTo>
                  <a:cubicBezTo>
                    <a:pt x="761" y="787"/>
                    <a:pt x="765" y="794"/>
                    <a:pt x="766" y="798"/>
                  </a:cubicBezTo>
                  <a:cubicBezTo>
                    <a:pt x="767" y="800"/>
                    <a:pt x="767" y="802"/>
                    <a:pt x="766" y="805"/>
                  </a:cubicBezTo>
                  <a:cubicBezTo>
                    <a:pt x="764" y="805"/>
                    <a:pt x="760" y="805"/>
                    <a:pt x="758" y="805"/>
                  </a:cubicBezTo>
                  <a:cubicBezTo>
                    <a:pt x="756" y="805"/>
                    <a:pt x="752" y="806"/>
                    <a:pt x="749" y="806"/>
                  </a:cubicBezTo>
                  <a:cubicBezTo>
                    <a:pt x="747" y="806"/>
                    <a:pt x="741" y="806"/>
                    <a:pt x="739" y="808"/>
                  </a:cubicBezTo>
                  <a:cubicBezTo>
                    <a:pt x="737" y="809"/>
                    <a:pt x="737" y="812"/>
                    <a:pt x="735" y="813"/>
                  </a:cubicBezTo>
                  <a:cubicBezTo>
                    <a:pt x="733" y="814"/>
                    <a:pt x="729" y="812"/>
                    <a:pt x="728" y="812"/>
                  </a:cubicBezTo>
                  <a:cubicBezTo>
                    <a:pt x="726" y="811"/>
                    <a:pt x="722" y="810"/>
                    <a:pt x="721" y="809"/>
                  </a:cubicBezTo>
                  <a:cubicBezTo>
                    <a:pt x="719" y="809"/>
                    <a:pt x="716" y="809"/>
                    <a:pt x="714" y="808"/>
                  </a:cubicBezTo>
                  <a:cubicBezTo>
                    <a:pt x="711" y="807"/>
                    <a:pt x="706" y="805"/>
                    <a:pt x="704" y="804"/>
                  </a:cubicBezTo>
                  <a:cubicBezTo>
                    <a:pt x="701" y="803"/>
                    <a:pt x="694" y="801"/>
                    <a:pt x="690" y="801"/>
                  </a:cubicBezTo>
                  <a:cubicBezTo>
                    <a:pt x="689" y="801"/>
                    <a:pt x="687" y="800"/>
                    <a:pt x="686" y="801"/>
                  </a:cubicBezTo>
                  <a:cubicBezTo>
                    <a:pt x="685" y="802"/>
                    <a:pt x="687" y="806"/>
                    <a:pt x="687" y="807"/>
                  </a:cubicBezTo>
                  <a:cubicBezTo>
                    <a:pt x="687" y="809"/>
                    <a:pt x="687" y="812"/>
                    <a:pt x="686" y="814"/>
                  </a:cubicBezTo>
                  <a:cubicBezTo>
                    <a:pt x="685" y="815"/>
                    <a:pt x="681" y="816"/>
                    <a:pt x="679" y="818"/>
                  </a:cubicBezTo>
                  <a:cubicBezTo>
                    <a:pt x="678" y="819"/>
                    <a:pt x="677" y="822"/>
                    <a:pt x="676" y="824"/>
                  </a:cubicBezTo>
                  <a:cubicBezTo>
                    <a:pt x="676" y="826"/>
                    <a:pt x="675" y="831"/>
                    <a:pt x="676" y="834"/>
                  </a:cubicBezTo>
                  <a:cubicBezTo>
                    <a:pt x="676" y="835"/>
                    <a:pt x="677" y="838"/>
                    <a:pt x="677" y="839"/>
                  </a:cubicBezTo>
                  <a:cubicBezTo>
                    <a:pt x="678" y="841"/>
                    <a:pt x="681" y="844"/>
                    <a:pt x="682" y="845"/>
                  </a:cubicBezTo>
                  <a:cubicBezTo>
                    <a:pt x="684" y="847"/>
                    <a:pt x="689" y="848"/>
                    <a:pt x="691" y="850"/>
                  </a:cubicBezTo>
                  <a:cubicBezTo>
                    <a:pt x="692" y="851"/>
                    <a:pt x="695" y="852"/>
                    <a:pt x="696" y="854"/>
                  </a:cubicBezTo>
                  <a:cubicBezTo>
                    <a:pt x="696" y="856"/>
                    <a:pt x="695" y="860"/>
                    <a:pt x="695" y="862"/>
                  </a:cubicBezTo>
                  <a:cubicBezTo>
                    <a:pt x="696" y="864"/>
                    <a:pt x="698" y="866"/>
                    <a:pt x="697" y="867"/>
                  </a:cubicBezTo>
                  <a:cubicBezTo>
                    <a:pt x="697" y="869"/>
                    <a:pt x="695" y="872"/>
                    <a:pt x="693" y="874"/>
                  </a:cubicBezTo>
                  <a:cubicBezTo>
                    <a:pt x="692" y="875"/>
                    <a:pt x="688" y="877"/>
                    <a:pt x="688" y="879"/>
                  </a:cubicBezTo>
                  <a:cubicBezTo>
                    <a:pt x="687" y="881"/>
                    <a:pt x="687" y="885"/>
                    <a:pt x="687" y="886"/>
                  </a:cubicBezTo>
                  <a:cubicBezTo>
                    <a:pt x="687" y="887"/>
                    <a:pt x="689" y="890"/>
                    <a:pt x="690" y="891"/>
                  </a:cubicBezTo>
                  <a:cubicBezTo>
                    <a:pt x="691" y="893"/>
                    <a:pt x="695" y="895"/>
                    <a:pt x="696" y="897"/>
                  </a:cubicBezTo>
                  <a:cubicBezTo>
                    <a:pt x="697" y="899"/>
                    <a:pt x="699" y="903"/>
                    <a:pt x="698" y="905"/>
                  </a:cubicBezTo>
                  <a:cubicBezTo>
                    <a:pt x="697" y="907"/>
                    <a:pt x="693" y="905"/>
                    <a:pt x="692" y="906"/>
                  </a:cubicBezTo>
                  <a:cubicBezTo>
                    <a:pt x="690" y="907"/>
                    <a:pt x="689" y="911"/>
                    <a:pt x="687" y="911"/>
                  </a:cubicBezTo>
                  <a:cubicBezTo>
                    <a:pt x="686" y="911"/>
                    <a:pt x="685" y="909"/>
                    <a:pt x="684" y="909"/>
                  </a:cubicBezTo>
                  <a:cubicBezTo>
                    <a:pt x="682" y="907"/>
                    <a:pt x="677" y="906"/>
                    <a:pt x="674" y="905"/>
                  </a:cubicBezTo>
                  <a:cubicBezTo>
                    <a:pt x="673" y="905"/>
                    <a:pt x="669" y="906"/>
                    <a:pt x="667" y="907"/>
                  </a:cubicBezTo>
                  <a:cubicBezTo>
                    <a:pt x="667" y="907"/>
                    <a:pt x="665" y="909"/>
                    <a:pt x="665" y="909"/>
                  </a:cubicBezTo>
                  <a:cubicBezTo>
                    <a:pt x="665" y="911"/>
                    <a:pt x="666" y="913"/>
                    <a:pt x="666" y="914"/>
                  </a:cubicBezTo>
                  <a:cubicBezTo>
                    <a:pt x="666" y="915"/>
                    <a:pt x="666" y="917"/>
                    <a:pt x="666" y="918"/>
                  </a:cubicBezTo>
                  <a:cubicBezTo>
                    <a:pt x="667" y="919"/>
                    <a:pt x="671" y="920"/>
                    <a:pt x="672" y="921"/>
                  </a:cubicBezTo>
                  <a:cubicBezTo>
                    <a:pt x="673" y="922"/>
                    <a:pt x="673" y="925"/>
                    <a:pt x="673" y="926"/>
                  </a:cubicBezTo>
                  <a:cubicBezTo>
                    <a:pt x="674" y="927"/>
                    <a:pt x="678" y="930"/>
                    <a:pt x="679" y="932"/>
                  </a:cubicBezTo>
                  <a:cubicBezTo>
                    <a:pt x="679" y="934"/>
                    <a:pt x="679" y="937"/>
                    <a:pt x="678" y="939"/>
                  </a:cubicBezTo>
                  <a:cubicBezTo>
                    <a:pt x="678" y="941"/>
                    <a:pt x="675" y="943"/>
                    <a:pt x="674" y="943"/>
                  </a:cubicBezTo>
                  <a:cubicBezTo>
                    <a:pt x="673" y="944"/>
                    <a:pt x="670" y="945"/>
                    <a:pt x="669" y="946"/>
                  </a:cubicBezTo>
                  <a:cubicBezTo>
                    <a:pt x="668" y="946"/>
                    <a:pt x="665" y="948"/>
                    <a:pt x="663" y="949"/>
                  </a:cubicBezTo>
                  <a:cubicBezTo>
                    <a:pt x="661" y="950"/>
                    <a:pt x="657" y="953"/>
                    <a:pt x="655" y="954"/>
                  </a:cubicBezTo>
                  <a:cubicBezTo>
                    <a:pt x="654" y="954"/>
                    <a:pt x="651" y="952"/>
                    <a:pt x="650" y="952"/>
                  </a:cubicBezTo>
                  <a:cubicBezTo>
                    <a:pt x="647" y="951"/>
                    <a:pt x="642" y="950"/>
                    <a:pt x="639" y="950"/>
                  </a:cubicBezTo>
                  <a:cubicBezTo>
                    <a:pt x="635" y="950"/>
                    <a:pt x="626" y="952"/>
                    <a:pt x="621" y="951"/>
                  </a:cubicBezTo>
                  <a:cubicBezTo>
                    <a:pt x="619" y="950"/>
                    <a:pt x="616" y="946"/>
                    <a:pt x="614" y="945"/>
                  </a:cubicBezTo>
                  <a:cubicBezTo>
                    <a:pt x="613" y="945"/>
                    <a:pt x="610" y="945"/>
                    <a:pt x="609" y="944"/>
                  </a:cubicBezTo>
                  <a:cubicBezTo>
                    <a:pt x="607" y="942"/>
                    <a:pt x="607" y="935"/>
                    <a:pt x="606" y="932"/>
                  </a:cubicBezTo>
                  <a:cubicBezTo>
                    <a:pt x="605" y="930"/>
                    <a:pt x="604" y="923"/>
                    <a:pt x="602" y="922"/>
                  </a:cubicBezTo>
                  <a:cubicBezTo>
                    <a:pt x="600" y="921"/>
                    <a:pt x="597" y="923"/>
                    <a:pt x="595" y="924"/>
                  </a:cubicBezTo>
                  <a:cubicBezTo>
                    <a:pt x="594" y="924"/>
                    <a:pt x="592" y="928"/>
                    <a:pt x="590" y="928"/>
                  </a:cubicBezTo>
                  <a:cubicBezTo>
                    <a:pt x="589" y="928"/>
                    <a:pt x="586" y="924"/>
                    <a:pt x="584" y="924"/>
                  </a:cubicBezTo>
                  <a:cubicBezTo>
                    <a:pt x="583" y="924"/>
                    <a:pt x="580" y="925"/>
                    <a:pt x="579" y="926"/>
                  </a:cubicBezTo>
                  <a:cubicBezTo>
                    <a:pt x="577" y="928"/>
                    <a:pt x="577" y="935"/>
                    <a:pt x="576" y="937"/>
                  </a:cubicBezTo>
                  <a:cubicBezTo>
                    <a:pt x="574" y="940"/>
                    <a:pt x="569" y="944"/>
                    <a:pt x="568" y="947"/>
                  </a:cubicBezTo>
                  <a:cubicBezTo>
                    <a:pt x="566" y="950"/>
                    <a:pt x="563" y="956"/>
                    <a:pt x="561" y="959"/>
                  </a:cubicBezTo>
                  <a:cubicBezTo>
                    <a:pt x="560" y="962"/>
                    <a:pt x="557" y="967"/>
                    <a:pt x="555" y="969"/>
                  </a:cubicBezTo>
                  <a:cubicBezTo>
                    <a:pt x="553" y="971"/>
                    <a:pt x="550" y="975"/>
                    <a:pt x="548" y="975"/>
                  </a:cubicBezTo>
                  <a:cubicBezTo>
                    <a:pt x="546" y="976"/>
                    <a:pt x="541" y="975"/>
                    <a:pt x="538" y="975"/>
                  </a:cubicBezTo>
                  <a:cubicBezTo>
                    <a:pt x="536" y="976"/>
                    <a:pt x="532" y="977"/>
                    <a:pt x="531" y="978"/>
                  </a:cubicBezTo>
                  <a:cubicBezTo>
                    <a:pt x="529" y="978"/>
                    <a:pt x="526" y="980"/>
                    <a:pt x="525" y="980"/>
                  </a:cubicBezTo>
                  <a:cubicBezTo>
                    <a:pt x="497" y="984"/>
                    <a:pt x="440" y="976"/>
                    <a:pt x="412" y="975"/>
                  </a:cubicBezTo>
                  <a:cubicBezTo>
                    <a:pt x="410" y="975"/>
                    <a:pt x="405" y="975"/>
                    <a:pt x="403" y="975"/>
                  </a:cubicBezTo>
                  <a:cubicBezTo>
                    <a:pt x="401" y="976"/>
                    <a:pt x="398" y="977"/>
                    <a:pt x="397" y="978"/>
                  </a:cubicBezTo>
                  <a:cubicBezTo>
                    <a:pt x="396" y="979"/>
                    <a:pt x="394" y="982"/>
                    <a:pt x="393" y="984"/>
                  </a:cubicBezTo>
                  <a:cubicBezTo>
                    <a:pt x="392" y="985"/>
                    <a:pt x="391" y="987"/>
                    <a:pt x="390" y="988"/>
                  </a:cubicBezTo>
                  <a:cubicBezTo>
                    <a:pt x="389" y="989"/>
                    <a:pt x="385" y="991"/>
                    <a:pt x="384" y="993"/>
                  </a:cubicBezTo>
                  <a:cubicBezTo>
                    <a:pt x="382" y="994"/>
                    <a:pt x="380" y="997"/>
                    <a:pt x="379" y="999"/>
                  </a:cubicBezTo>
                  <a:cubicBezTo>
                    <a:pt x="377" y="1001"/>
                    <a:pt x="376" y="1005"/>
                    <a:pt x="375" y="1007"/>
                  </a:cubicBezTo>
                  <a:cubicBezTo>
                    <a:pt x="374" y="1008"/>
                    <a:pt x="372" y="1008"/>
                    <a:pt x="371" y="1009"/>
                  </a:cubicBezTo>
                  <a:cubicBezTo>
                    <a:pt x="371" y="1009"/>
                    <a:pt x="370" y="1008"/>
                    <a:pt x="370" y="1008"/>
                  </a:cubicBezTo>
                  <a:cubicBezTo>
                    <a:pt x="370" y="1007"/>
                    <a:pt x="368" y="1004"/>
                    <a:pt x="367" y="1003"/>
                  </a:cubicBezTo>
                  <a:cubicBezTo>
                    <a:pt x="366" y="1003"/>
                    <a:pt x="364" y="1002"/>
                    <a:pt x="363" y="1002"/>
                  </a:cubicBezTo>
                  <a:cubicBezTo>
                    <a:pt x="361" y="1002"/>
                    <a:pt x="358" y="1002"/>
                    <a:pt x="357" y="1002"/>
                  </a:cubicBezTo>
                  <a:cubicBezTo>
                    <a:pt x="356" y="1002"/>
                    <a:pt x="354" y="1000"/>
                    <a:pt x="354" y="999"/>
                  </a:cubicBezTo>
                  <a:cubicBezTo>
                    <a:pt x="352" y="998"/>
                    <a:pt x="350" y="996"/>
                    <a:pt x="349" y="995"/>
                  </a:cubicBezTo>
                  <a:cubicBezTo>
                    <a:pt x="347" y="995"/>
                    <a:pt x="345" y="994"/>
                    <a:pt x="344" y="994"/>
                  </a:cubicBezTo>
                  <a:cubicBezTo>
                    <a:pt x="343" y="994"/>
                    <a:pt x="342" y="996"/>
                    <a:pt x="341" y="996"/>
                  </a:cubicBezTo>
                  <a:cubicBezTo>
                    <a:pt x="341" y="997"/>
                    <a:pt x="340" y="999"/>
                    <a:pt x="340" y="1000"/>
                  </a:cubicBezTo>
                  <a:cubicBezTo>
                    <a:pt x="339" y="1000"/>
                    <a:pt x="338" y="1001"/>
                    <a:pt x="337" y="1001"/>
                  </a:cubicBezTo>
                  <a:cubicBezTo>
                    <a:pt x="336" y="1001"/>
                    <a:pt x="334" y="1001"/>
                    <a:pt x="333" y="1000"/>
                  </a:cubicBezTo>
                  <a:cubicBezTo>
                    <a:pt x="333" y="999"/>
                    <a:pt x="331" y="997"/>
                    <a:pt x="331" y="996"/>
                  </a:cubicBezTo>
                  <a:cubicBezTo>
                    <a:pt x="331" y="995"/>
                    <a:pt x="333" y="993"/>
                    <a:pt x="333" y="992"/>
                  </a:cubicBezTo>
                  <a:cubicBezTo>
                    <a:pt x="333" y="991"/>
                    <a:pt x="332" y="988"/>
                    <a:pt x="331" y="987"/>
                  </a:cubicBezTo>
                  <a:cubicBezTo>
                    <a:pt x="330" y="986"/>
                    <a:pt x="327" y="985"/>
                    <a:pt x="326" y="984"/>
                  </a:cubicBezTo>
                  <a:cubicBezTo>
                    <a:pt x="325" y="983"/>
                    <a:pt x="323" y="981"/>
                    <a:pt x="322" y="980"/>
                  </a:cubicBezTo>
                  <a:cubicBezTo>
                    <a:pt x="322" y="979"/>
                    <a:pt x="321" y="978"/>
                    <a:pt x="321" y="977"/>
                  </a:cubicBezTo>
                  <a:cubicBezTo>
                    <a:pt x="321" y="975"/>
                    <a:pt x="323" y="972"/>
                    <a:pt x="323" y="970"/>
                  </a:cubicBezTo>
                  <a:cubicBezTo>
                    <a:pt x="323" y="969"/>
                    <a:pt x="323" y="967"/>
                    <a:pt x="322" y="966"/>
                  </a:cubicBezTo>
                  <a:cubicBezTo>
                    <a:pt x="321" y="965"/>
                    <a:pt x="318" y="964"/>
                    <a:pt x="316" y="965"/>
                  </a:cubicBezTo>
                  <a:cubicBezTo>
                    <a:pt x="316" y="965"/>
                    <a:pt x="314" y="966"/>
                    <a:pt x="314" y="966"/>
                  </a:cubicBezTo>
                  <a:cubicBezTo>
                    <a:pt x="313" y="967"/>
                    <a:pt x="311" y="970"/>
                    <a:pt x="310" y="970"/>
                  </a:cubicBezTo>
                  <a:cubicBezTo>
                    <a:pt x="308" y="971"/>
                    <a:pt x="304" y="971"/>
                    <a:pt x="303" y="970"/>
                  </a:cubicBezTo>
                  <a:cubicBezTo>
                    <a:pt x="302" y="969"/>
                    <a:pt x="302" y="966"/>
                    <a:pt x="302" y="965"/>
                  </a:cubicBezTo>
                  <a:cubicBezTo>
                    <a:pt x="301" y="964"/>
                    <a:pt x="299" y="963"/>
                    <a:pt x="298" y="963"/>
                  </a:cubicBezTo>
                  <a:cubicBezTo>
                    <a:pt x="297" y="963"/>
                    <a:pt x="295" y="963"/>
                    <a:pt x="295" y="963"/>
                  </a:cubicBezTo>
                  <a:cubicBezTo>
                    <a:pt x="294" y="964"/>
                    <a:pt x="294" y="966"/>
                    <a:pt x="294" y="967"/>
                  </a:cubicBezTo>
                  <a:cubicBezTo>
                    <a:pt x="293" y="968"/>
                    <a:pt x="292" y="968"/>
                    <a:pt x="291" y="968"/>
                  </a:cubicBezTo>
                  <a:cubicBezTo>
                    <a:pt x="290" y="968"/>
                    <a:pt x="288" y="967"/>
                    <a:pt x="288" y="966"/>
                  </a:cubicBezTo>
                  <a:cubicBezTo>
                    <a:pt x="287" y="964"/>
                    <a:pt x="288" y="960"/>
                    <a:pt x="287" y="958"/>
                  </a:cubicBezTo>
                  <a:cubicBezTo>
                    <a:pt x="287" y="956"/>
                    <a:pt x="285" y="953"/>
                    <a:pt x="284" y="951"/>
                  </a:cubicBezTo>
                  <a:cubicBezTo>
                    <a:pt x="284" y="949"/>
                    <a:pt x="284" y="945"/>
                    <a:pt x="284" y="944"/>
                  </a:cubicBezTo>
                  <a:cubicBezTo>
                    <a:pt x="283" y="942"/>
                    <a:pt x="280" y="939"/>
                    <a:pt x="279" y="938"/>
                  </a:cubicBezTo>
                  <a:cubicBezTo>
                    <a:pt x="278" y="934"/>
                    <a:pt x="279" y="925"/>
                    <a:pt x="277" y="922"/>
                  </a:cubicBezTo>
                  <a:cubicBezTo>
                    <a:pt x="277" y="920"/>
                    <a:pt x="275" y="919"/>
                    <a:pt x="274" y="917"/>
                  </a:cubicBezTo>
                  <a:cubicBezTo>
                    <a:pt x="274" y="915"/>
                    <a:pt x="273" y="911"/>
                    <a:pt x="273" y="909"/>
                  </a:cubicBezTo>
                  <a:cubicBezTo>
                    <a:pt x="272" y="907"/>
                    <a:pt x="271" y="905"/>
                    <a:pt x="270" y="904"/>
                  </a:cubicBezTo>
                  <a:cubicBezTo>
                    <a:pt x="270" y="902"/>
                    <a:pt x="270" y="898"/>
                    <a:pt x="269" y="896"/>
                  </a:cubicBezTo>
                  <a:cubicBezTo>
                    <a:pt x="268" y="895"/>
                    <a:pt x="267" y="892"/>
                    <a:pt x="266" y="891"/>
                  </a:cubicBezTo>
                  <a:cubicBezTo>
                    <a:pt x="264" y="889"/>
                    <a:pt x="261" y="887"/>
                    <a:pt x="259" y="885"/>
                  </a:cubicBezTo>
                  <a:cubicBezTo>
                    <a:pt x="258" y="884"/>
                    <a:pt x="255" y="883"/>
                    <a:pt x="254" y="882"/>
                  </a:cubicBezTo>
                  <a:cubicBezTo>
                    <a:pt x="253" y="881"/>
                    <a:pt x="250" y="879"/>
                    <a:pt x="249" y="877"/>
                  </a:cubicBezTo>
                  <a:cubicBezTo>
                    <a:pt x="248" y="875"/>
                    <a:pt x="246" y="870"/>
                    <a:pt x="246" y="867"/>
                  </a:cubicBezTo>
                  <a:cubicBezTo>
                    <a:pt x="245" y="865"/>
                    <a:pt x="245" y="860"/>
                    <a:pt x="245" y="858"/>
                  </a:cubicBezTo>
                  <a:cubicBezTo>
                    <a:pt x="244" y="856"/>
                    <a:pt x="243" y="853"/>
                    <a:pt x="242" y="852"/>
                  </a:cubicBezTo>
                  <a:cubicBezTo>
                    <a:pt x="242" y="850"/>
                    <a:pt x="242" y="847"/>
                    <a:pt x="243" y="845"/>
                  </a:cubicBezTo>
                  <a:cubicBezTo>
                    <a:pt x="243" y="843"/>
                    <a:pt x="246" y="838"/>
                    <a:pt x="246" y="836"/>
                  </a:cubicBezTo>
                  <a:cubicBezTo>
                    <a:pt x="245" y="834"/>
                    <a:pt x="242" y="832"/>
                    <a:pt x="242" y="830"/>
                  </a:cubicBezTo>
                  <a:cubicBezTo>
                    <a:pt x="241" y="827"/>
                    <a:pt x="241" y="822"/>
                    <a:pt x="242" y="819"/>
                  </a:cubicBezTo>
                  <a:cubicBezTo>
                    <a:pt x="243" y="817"/>
                    <a:pt x="248" y="815"/>
                    <a:pt x="249" y="813"/>
                  </a:cubicBezTo>
                  <a:cubicBezTo>
                    <a:pt x="251" y="811"/>
                    <a:pt x="252" y="805"/>
                    <a:pt x="254" y="804"/>
                  </a:cubicBezTo>
                  <a:cubicBezTo>
                    <a:pt x="256" y="802"/>
                    <a:pt x="260" y="802"/>
                    <a:pt x="261" y="800"/>
                  </a:cubicBezTo>
                  <a:cubicBezTo>
                    <a:pt x="263" y="798"/>
                    <a:pt x="265" y="794"/>
                    <a:pt x="265" y="791"/>
                  </a:cubicBezTo>
                  <a:cubicBezTo>
                    <a:pt x="265" y="788"/>
                    <a:pt x="263" y="783"/>
                    <a:pt x="263" y="780"/>
                  </a:cubicBezTo>
                  <a:cubicBezTo>
                    <a:pt x="263" y="777"/>
                    <a:pt x="265" y="772"/>
                    <a:pt x="265" y="769"/>
                  </a:cubicBezTo>
                  <a:cubicBezTo>
                    <a:pt x="265" y="767"/>
                    <a:pt x="263" y="763"/>
                    <a:pt x="263" y="760"/>
                  </a:cubicBezTo>
                  <a:cubicBezTo>
                    <a:pt x="263" y="759"/>
                    <a:pt x="263" y="755"/>
                    <a:pt x="264" y="754"/>
                  </a:cubicBezTo>
                  <a:cubicBezTo>
                    <a:pt x="264" y="752"/>
                    <a:pt x="267" y="749"/>
                    <a:pt x="269" y="748"/>
                  </a:cubicBezTo>
                  <a:cubicBezTo>
                    <a:pt x="270" y="747"/>
                    <a:pt x="272" y="745"/>
                    <a:pt x="273" y="744"/>
                  </a:cubicBezTo>
                  <a:cubicBezTo>
                    <a:pt x="274" y="742"/>
                    <a:pt x="274" y="738"/>
                    <a:pt x="274" y="736"/>
                  </a:cubicBezTo>
                  <a:cubicBezTo>
                    <a:pt x="273" y="734"/>
                    <a:pt x="272" y="729"/>
                    <a:pt x="271" y="727"/>
                  </a:cubicBezTo>
                  <a:cubicBezTo>
                    <a:pt x="269" y="723"/>
                    <a:pt x="263" y="717"/>
                    <a:pt x="261" y="714"/>
                  </a:cubicBezTo>
                  <a:cubicBezTo>
                    <a:pt x="260" y="712"/>
                    <a:pt x="259" y="707"/>
                    <a:pt x="258" y="705"/>
                  </a:cubicBezTo>
                  <a:cubicBezTo>
                    <a:pt x="257" y="704"/>
                    <a:pt x="254" y="702"/>
                    <a:pt x="253" y="701"/>
                  </a:cubicBezTo>
                  <a:cubicBezTo>
                    <a:pt x="251" y="699"/>
                    <a:pt x="249" y="694"/>
                    <a:pt x="248" y="692"/>
                  </a:cubicBezTo>
                  <a:cubicBezTo>
                    <a:pt x="247" y="689"/>
                    <a:pt x="247" y="683"/>
                    <a:pt x="246" y="680"/>
                  </a:cubicBezTo>
                  <a:cubicBezTo>
                    <a:pt x="245" y="678"/>
                    <a:pt x="241" y="674"/>
                    <a:pt x="240" y="672"/>
                  </a:cubicBezTo>
                  <a:cubicBezTo>
                    <a:pt x="239" y="671"/>
                    <a:pt x="237" y="668"/>
                    <a:pt x="237" y="666"/>
                  </a:cubicBezTo>
                  <a:cubicBezTo>
                    <a:pt x="237" y="664"/>
                    <a:pt x="238" y="661"/>
                    <a:pt x="238" y="660"/>
                  </a:cubicBezTo>
                  <a:cubicBezTo>
                    <a:pt x="239" y="658"/>
                    <a:pt x="240" y="655"/>
                    <a:pt x="240" y="653"/>
                  </a:cubicBezTo>
                  <a:cubicBezTo>
                    <a:pt x="240" y="651"/>
                    <a:pt x="238" y="648"/>
                    <a:pt x="238" y="647"/>
                  </a:cubicBezTo>
                  <a:cubicBezTo>
                    <a:pt x="238" y="645"/>
                    <a:pt x="239" y="642"/>
                    <a:pt x="240" y="641"/>
                  </a:cubicBezTo>
                  <a:cubicBezTo>
                    <a:pt x="240" y="640"/>
                    <a:pt x="243" y="639"/>
                    <a:pt x="244" y="638"/>
                  </a:cubicBezTo>
                  <a:cubicBezTo>
                    <a:pt x="246" y="637"/>
                    <a:pt x="248" y="636"/>
                    <a:pt x="249" y="635"/>
                  </a:cubicBezTo>
                  <a:cubicBezTo>
                    <a:pt x="251" y="634"/>
                    <a:pt x="253" y="629"/>
                    <a:pt x="253" y="627"/>
                  </a:cubicBezTo>
                  <a:cubicBezTo>
                    <a:pt x="253" y="625"/>
                    <a:pt x="250" y="621"/>
                    <a:pt x="250" y="619"/>
                  </a:cubicBezTo>
                  <a:cubicBezTo>
                    <a:pt x="250" y="617"/>
                    <a:pt x="252" y="613"/>
                    <a:pt x="252" y="611"/>
                  </a:cubicBezTo>
                  <a:cubicBezTo>
                    <a:pt x="252" y="610"/>
                    <a:pt x="252" y="608"/>
                    <a:pt x="252" y="607"/>
                  </a:cubicBezTo>
                  <a:cubicBezTo>
                    <a:pt x="251" y="605"/>
                    <a:pt x="247" y="605"/>
                    <a:pt x="245" y="604"/>
                  </a:cubicBezTo>
                  <a:cubicBezTo>
                    <a:pt x="243" y="603"/>
                    <a:pt x="238" y="600"/>
                    <a:pt x="235" y="600"/>
                  </a:cubicBezTo>
                  <a:cubicBezTo>
                    <a:pt x="234" y="600"/>
                    <a:pt x="233" y="601"/>
                    <a:pt x="232" y="601"/>
                  </a:cubicBezTo>
                  <a:cubicBezTo>
                    <a:pt x="230" y="601"/>
                    <a:pt x="227" y="600"/>
                    <a:pt x="227" y="599"/>
                  </a:cubicBezTo>
                  <a:cubicBezTo>
                    <a:pt x="226" y="598"/>
                    <a:pt x="225" y="594"/>
                    <a:pt x="225" y="593"/>
                  </a:cubicBezTo>
                  <a:cubicBezTo>
                    <a:pt x="225" y="591"/>
                    <a:pt x="227" y="588"/>
                    <a:pt x="228" y="586"/>
                  </a:cubicBezTo>
                  <a:cubicBezTo>
                    <a:pt x="228" y="584"/>
                    <a:pt x="229" y="581"/>
                    <a:pt x="229" y="579"/>
                  </a:cubicBezTo>
                  <a:cubicBezTo>
                    <a:pt x="229" y="578"/>
                    <a:pt x="228" y="576"/>
                    <a:pt x="229" y="575"/>
                  </a:cubicBezTo>
                  <a:cubicBezTo>
                    <a:pt x="229" y="574"/>
                    <a:pt x="232" y="573"/>
                    <a:pt x="233" y="572"/>
                  </a:cubicBezTo>
                  <a:cubicBezTo>
                    <a:pt x="233" y="571"/>
                    <a:pt x="234" y="569"/>
                    <a:pt x="234" y="567"/>
                  </a:cubicBezTo>
                  <a:cubicBezTo>
                    <a:pt x="235" y="565"/>
                    <a:pt x="235" y="561"/>
                    <a:pt x="234" y="559"/>
                  </a:cubicBezTo>
                  <a:cubicBezTo>
                    <a:pt x="234" y="558"/>
                    <a:pt x="232" y="555"/>
                    <a:pt x="232" y="553"/>
                  </a:cubicBezTo>
                  <a:cubicBezTo>
                    <a:pt x="231" y="550"/>
                    <a:pt x="231" y="545"/>
                    <a:pt x="230" y="542"/>
                  </a:cubicBezTo>
                  <a:cubicBezTo>
                    <a:pt x="230" y="538"/>
                    <a:pt x="230" y="530"/>
                    <a:pt x="230" y="527"/>
                  </a:cubicBezTo>
                  <a:cubicBezTo>
                    <a:pt x="230" y="524"/>
                    <a:pt x="230" y="518"/>
                    <a:pt x="230" y="515"/>
                  </a:cubicBezTo>
                  <a:cubicBezTo>
                    <a:pt x="231" y="512"/>
                    <a:pt x="232" y="506"/>
                    <a:pt x="234" y="504"/>
                  </a:cubicBezTo>
                  <a:cubicBezTo>
                    <a:pt x="235" y="502"/>
                    <a:pt x="240" y="500"/>
                    <a:pt x="241" y="498"/>
                  </a:cubicBezTo>
                  <a:cubicBezTo>
                    <a:pt x="242" y="496"/>
                    <a:pt x="244" y="493"/>
                    <a:pt x="244" y="491"/>
                  </a:cubicBezTo>
                  <a:cubicBezTo>
                    <a:pt x="244" y="489"/>
                    <a:pt x="240" y="485"/>
                    <a:pt x="238" y="484"/>
                  </a:cubicBezTo>
                  <a:cubicBezTo>
                    <a:pt x="237" y="483"/>
                    <a:pt x="235" y="482"/>
                    <a:pt x="234" y="481"/>
                  </a:cubicBezTo>
                  <a:cubicBezTo>
                    <a:pt x="233" y="480"/>
                    <a:pt x="233" y="476"/>
                    <a:pt x="232" y="475"/>
                  </a:cubicBezTo>
                  <a:cubicBezTo>
                    <a:pt x="230" y="474"/>
                    <a:pt x="227" y="472"/>
                    <a:pt x="225" y="470"/>
                  </a:cubicBezTo>
                  <a:cubicBezTo>
                    <a:pt x="224" y="468"/>
                    <a:pt x="220" y="464"/>
                    <a:pt x="220" y="462"/>
                  </a:cubicBezTo>
                  <a:cubicBezTo>
                    <a:pt x="219" y="460"/>
                    <a:pt x="220" y="455"/>
                    <a:pt x="220" y="453"/>
                  </a:cubicBezTo>
                  <a:cubicBezTo>
                    <a:pt x="219" y="451"/>
                    <a:pt x="217" y="447"/>
                    <a:pt x="216" y="446"/>
                  </a:cubicBezTo>
                  <a:cubicBezTo>
                    <a:pt x="214" y="446"/>
                    <a:pt x="212" y="446"/>
                    <a:pt x="211" y="446"/>
                  </a:cubicBezTo>
                  <a:cubicBezTo>
                    <a:pt x="210" y="447"/>
                    <a:pt x="210" y="450"/>
                    <a:pt x="209" y="450"/>
                  </a:cubicBezTo>
                  <a:cubicBezTo>
                    <a:pt x="208" y="451"/>
                    <a:pt x="205" y="450"/>
                    <a:pt x="204" y="449"/>
                  </a:cubicBezTo>
                  <a:cubicBezTo>
                    <a:pt x="203" y="448"/>
                    <a:pt x="202" y="443"/>
                    <a:pt x="202" y="441"/>
                  </a:cubicBezTo>
                  <a:cubicBezTo>
                    <a:pt x="202" y="439"/>
                    <a:pt x="205" y="435"/>
                    <a:pt x="205" y="433"/>
                  </a:cubicBezTo>
                  <a:cubicBezTo>
                    <a:pt x="205" y="430"/>
                    <a:pt x="201" y="425"/>
                    <a:pt x="200" y="423"/>
                  </a:cubicBezTo>
                  <a:cubicBezTo>
                    <a:pt x="199" y="421"/>
                    <a:pt x="196" y="418"/>
                    <a:pt x="195" y="416"/>
                  </a:cubicBezTo>
                  <a:cubicBezTo>
                    <a:pt x="194" y="415"/>
                    <a:pt x="194" y="411"/>
                    <a:pt x="193" y="410"/>
                  </a:cubicBezTo>
                  <a:cubicBezTo>
                    <a:pt x="191" y="408"/>
                    <a:pt x="187" y="407"/>
                    <a:pt x="185" y="406"/>
                  </a:cubicBezTo>
                  <a:cubicBezTo>
                    <a:pt x="184" y="405"/>
                    <a:pt x="183" y="403"/>
                    <a:pt x="182" y="402"/>
                  </a:cubicBezTo>
                  <a:cubicBezTo>
                    <a:pt x="181" y="401"/>
                    <a:pt x="180" y="396"/>
                    <a:pt x="179" y="395"/>
                  </a:cubicBezTo>
                  <a:cubicBezTo>
                    <a:pt x="178" y="393"/>
                    <a:pt x="175" y="391"/>
                    <a:pt x="174" y="390"/>
                  </a:cubicBezTo>
                  <a:cubicBezTo>
                    <a:pt x="173" y="390"/>
                    <a:pt x="170" y="391"/>
                    <a:pt x="169" y="390"/>
                  </a:cubicBezTo>
                  <a:cubicBezTo>
                    <a:pt x="168" y="390"/>
                    <a:pt x="166" y="387"/>
                    <a:pt x="165" y="386"/>
                  </a:cubicBezTo>
                  <a:cubicBezTo>
                    <a:pt x="164" y="385"/>
                    <a:pt x="162" y="384"/>
                    <a:pt x="160" y="383"/>
                  </a:cubicBezTo>
                  <a:cubicBezTo>
                    <a:pt x="158" y="382"/>
                    <a:pt x="153" y="377"/>
                    <a:pt x="151" y="376"/>
                  </a:cubicBezTo>
                  <a:cubicBezTo>
                    <a:pt x="148" y="375"/>
                    <a:pt x="143" y="376"/>
                    <a:pt x="140" y="375"/>
                  </a:cubicBezTo>
                  <a:cubicBezTo>
                    <a:pt x="139" y="374"/>
                    <a:pt x="138" y="371"/>
                    <a:pt x="136" y="370"/>
                  </a:cubicBezTo>
                  <a:cubicBezTo>
                    <a:pt x="134" y="370"/>
                    <a:pt x="131" y="373"/>
                    <a:pt x="129" y="373"/>
                  </a:cubicBezTo>
                  <a:cubicBezTo>
                    <a:pt x="127" y="373"/>
                    <a:pt x="123" y="371"/>
                    <a:pt x="121" y="370"/>
                  </a:cubicBezTo>
                  <a:cubicBezTo>
                    <a:pt x="119" y="370"/>
                    <a:pt x="115" y="370"/>
                    <a:pt x="113" y="369"/>
                  </a:cubicBezTo>
                  <a:cubicBezTo>
                    <a:pt x="112" y="368"/>
                    <a:pt x="112" y="365"/>
                    <a:pt x="112" y="364"/>
                  </a:cubicBezTo>
                  <a:cubicBezTo>
                    <a:pt x="111" y="360"/>
                    <a:pt x="108" y="354"/>
                    <a:pt x="106" y="351"/>
                  </a:cubicBezTo>
                  <a:cubicBezTo>
                    <a:pt x="105" y="350"/>
                    <a:pt x="102" y="348"/>
                    <a:pt x="101" y="347"/>
                  </a:cubicBezTo>
                  <a:cubicBezTo>
                    <a:pt x="98" y="346"/>
                    <a:pt x="92" y="347"/>
                    <a:pt x="90" y="346"/>
                  </a:cubicBezTo>
                  <a:cubicBezTo>
                    <a:pt x="88" y="344"/>
                    <a:pt x="88" y="340"/>
                    <a:pt x="87" y="338"/>
                  </a:cubicBezTo>
                  <a:cubicBezTo>
                    <a:pt x="86" y="337"/>
                    <a:pt x="84" y="333"/>
                    <a:pt x="83" y="332"/>
                  </a:cubicBezTo>
                  <a:cubicBezTo>
                    <a:pt x="81" y="330"/>
                    <a:pt x="78" y="328"/>
                    <a:pt x="77" y="327"/>
                  </a:cubicBezTo>
                  <a:cubicBezTo>
                    <a:pt x="75" y="326"/>
                    <a:pt x="71" y="325"/>
                    <a:pt x="69" y="324"/>
                  </a:cubicBezTo>
                  <a:cubicBezTo>
                    <a:pt x="68" y="323"/>
                    <a:pt x="66" y="320"/>
                    <a:pt x="66" y="319"/>
                  </a:cubicBezTo>
                  <a:cubicBezTo>
                    <a:pt x="65" y="317"/>
                    <a:pt x="66" y="312"/>
                    <a:pt x="65" y="310"/>
                  </a:cubicBezTo>
                  <a:cubicBezTo>
                    <a:pt x="64" y="309"/>
                    <a:pt x="62" y="307"/>
                    <a:pt x="61" y="306"/>
                  </a:cubicBezTo>
                  <a:cubicBezTo>
                    <a:pt x="59" y="305"/>
                    <a:pt x="55" y="305"/>
                    <a:pt x="54" y="304"/>
                  </a:cubicBezTo>
                  <a:cubicBezTo>
                    <a:pt x="52" y="302"/>
                    <a:pt x="51" y="298"/>
                    <a:pt x="50" y="296"/>
                  </a:cubicBezTo>
                  <a:cubicBezTo>
                    <a:pt x="49" y="293"/>
                    <a:pt x="47" y="289"/>
                    <a:pt x="45" y="287"/>
                  </a:cubicBezTo>
                  <a:cubicBezTo>
                    <a:pt x="44" y="285"/>
                    <a:pt x="40" y="281"/>
                    <a:pt x="37" y="279"/>
                  </a:cubicBezTo>
                  <a:cubicBezTo>
                    <a:pt x="36" y="278"/>
                    <a:pt x="34" y="276"/>
                    <a:pt x="33" y="275"/>
                  </a:cubicBezTo>
                  <a:cubicBezTo>
                    <a:pt x="31" y="275"/>
                    <a:pt x="26" y="276"/>
                    <a:pt x="24" y="275"/>
                  </a:cubicBezTo>
                  <a:cubicBezTo>
                    <a:pt x="23" y="274"/>
                    <a:pt x="22" y="270"/>
                    <a:pt x="22" y="269"/>
                  </a:cubicBezTo>
                  <a:cubicBezTo>
                    <a:pt x="22" y="267"/>
                    <a:pt x="24" y="265"/>
                    <a:pt x="24" y="264"/>
                  </a:cubicBezTo>
                  <a:cubicBezTo>
                    <a:pt x="24" y="262"/>
                    <a:pt x="24" y="259"/>
                    <a:pt x="24" y="257"/>
                  </a:cubicBezTo>
                  <a:cubicBezTo>
                    <a:pt x="23" y="255"/>
                    <a:pt x="22" y="250"/>
                    <a:pt x="20" y="248"/>
                  </a:cubicBezTo>
                  <a:cubicBezTo>
                    <a:pt x="19" y="246"/>
                    <a:pt x="14" y="242"/>
                    <a:pt x="11" y="241"/>
                  </a:cubicBezTo>
                  <a:cubicBezTo>
                    <a:pt x="9" y="239"/>
                    <a:pt x="1" y="239"/>
                    <a:pt x="1" y="236"/>
                  </a:cubicBezTo>
                  <a:cubicBezTo>
                    <a:pt x="0" y="235"/>
                    <a:pt x="3" y="232"/>
                    <a:pt x="4" y="231"/>
                  </a:cubicBezTo>
                  <a:cubicBezTo>
                    <a:pt x="6" y="230"/>
                    <a:pt x="10" y="228"/>
                    <a:pt x="12" y="228"/>
                  </a:cubicBezTo>
                  <a:cubicBezTo>
                    <a:pt x="15" y="227"/>
                    <a:pt x="20" y="227"/>
                    <a:pt x="22" y="228"/>
                  </a:cubicBezTo>
                  <a:cubicBezTo>
                    <a:pt x="24" y="229"/>
                    <a:pt x="26" y="235"/>
                    <a:pt x="28" y="236"/>
                  </a:cubicBezTo>
                  <a:cubicBezTo>
                    <a:pt x="30" y="238"/>
                    <a:pt x="33" y="241"/>
                    <a:pt x="36" y="240"/>
                  </a:cubicBezTo>
                  <a:cubicBezTo>
                    <a:pt x="38" y="240"/>
                    <a:pt x="40" y="234"/>
                    <a:pt x="42" y="231"/>
                  </a:cubicBezTo>
                  <a:cubicBezTo>
                    <a:pt x="42" y="230"/>
                    <a:pt x="44" y="226"/>
                    <a:pt x="44" y="225"/>
                  </a:cubicBezTo>
                  <a:cubicBezTo>
                    <a:pt x="43" y="223"/>
                    <a:pt x="39" y="220"/>
                    <a:pt x="39" y="218"/>
                  </a:cubicBezTo>
                  <a:cubicBezTo>
                    <a:pt x="37" y="216"/>
                    <a:pt x="37" y="210"/>
                    <a:pt x="37" y="207"/>
                  </a:cubicBezTo>
                  <a:cubicBezTo>
                    <a:pt x="37" y="204"/>
                    <a:pt x="38" y="199"/>
                    <a:pt x="39" y="196"/>
                  </a:cubicBezTo>
                  <a:cubicBezTo>
                    <a:pt x="41" y="194"/>
                    <a:pt x="46" y="191"/>
                    <a:pt x="48" y="190"/>
                  </a:cubicBezTo>
                  <a:cubicBezTo>
                    <a:pt x="51" y="187"/>
                    <a:pt x="56" y="180"/>
                    <a:pt x="59" y="178"/>
                  </a:cubicBezTo>
                  <a:cubicBezTo>
                    <a:pt x="61" y="178"/>
                    <a:pt x="64" y="179"/>
                    <a:pt x="66" y="179"/>
                  </a:cubicBezTo>
                  <a:cubicBezTo>
                    <a:pt x="68" y="179"/>
                    <a:pt x="73" y="181"/>
                    <a:pt x="75" y="182"/>
                  </a:cubicBezTo>
                  <a:cubicBezTo>
                    <a:pt x="78" y="183"/>
                    <a:pt x="84" y="185"/>
                    <a:pt x="86" y="186"/>
                  </a:cubicBezTo>
                  <a:cubicBezTo>
                    <a:pt x="88" y="187"/>
                    <a:pt x="92" y="190"/>
                    <a:pt x="93" y="191"/>
                  </a:cubicBezTo>
                  <a:cubicBezTo>
                    <a:pt x="95" y="194"/>
                    <a:pt x="97" y="202"/>
                    <a:pt x="98" y="205"/>
                  </a:cubicBezTo>
                  <a:cubicBezTo>
                    <a:pt x="100" y="208"/>
                    <a:pt x="104" y="215"/>
                    <a:pt x="105" y="218"/>
                  </a:cubicBezTo>
                  <a:cubicBezTo>
                    <a:pt x="109" y="225"/>
                    <a:pt x="117" y="238"/>
                    <a:pt x="120" y="245"/>
                  </a:cubicBezTo>
                  <a:cubicBezTo>
                    <a:pt x="122" y="249"/>
                    <a:pt x="126" y="256"/>
                    <a:pt x="128" y="260"/>
                  </a:cubicBezTo>
                  <a:cubicBezTo>
                    <a:pt x="128" y="262"/>
                    <a:pt x="129" y="266"/>
                    <a:pt x="130" y="268"/>
                  </a:cubicBezTo>
                  <a:cubicBezTo>
                    <a:pt x="131" y="271"/>
                    <a:pt x="134" y="275"/>
                    <a:pt x="136" y="277"/>
                  </a:cubicBezTo>
                  <a:cubicBezTo>
                    <a:pt x="137" y="279"/>
                    <a:pt x="139" y="283"/>
                    <a:pt x="139" y="285"/>
                  </a:cubicBezTo>
                  <a:cubicBezTo>
                    <a:pt x="140" y="287"/>
                    <a:pt x="140" y="292"/>
                    <a:pt x="140" y="294"/>
                  </a:cubicBezTo>
                  <a:cubicBezTo>
                    <a:pt x="141" y="297"/>
                    <a:pt x="141" y="301"/>
                    <a:pt x="141" y="304"/>
                  </a:cubicBezTo>
                  <a:cubicBezTo>
                    <a:pt x="141" y="305"/>
                    <a:pt x="141" y="308"/>
                    <a:pt x="141" y="309"/>
                  </a:cubicBezTo>
                  <a:cubicBezTo>
                    <a:pt x="142" y="310"/>
                    <a:pt x="143" y="313"/>
                    <a:pt x="145" y="313"/>
                  </a:cubicBezTo>
                  <a:cubicBezTo>
                    <a:pt x="146" y="314"/>
                    <a:pt x="148" y="312"/>
                    <a:pt x="150" y="312"/>
                  </a:cubicBezTo>
                  <a:cubicBezTo>
                    <a:pt x="151" y="312"/>
                    <a:pt x="154" y="311"/>
                    <a:pt x="155" y="312"/>
                  </a:cubicBezTo>
                  <a:cubicBezTo>
                    <a:pt x="159" y="312"/>
                    <a:pt x="163" y="318"/>
                    <a:pt x="166" y="319"/>
                  </a:cubicBezTo>
                  <a:cubicBezTo>
                    <a:pt x="169" y="320"/>
                    <a:pt x="174" y="321"/>
                    <a:pt x="177" y="322"/>
                  </a:cubicBezTo>
                  <a:cubicBezTo>
                    <a:pt x="179" y="322"/>
                    <a:pt x="185" y="322"/>
                    <a:pt x="187" y="322"/>
                  </a:cubicBezTo>
                  <a:cubicBezTo>
                    <a:pt x="189" y="322"/>
                    <a:pt x="193" y="322"/>
                    <a:pt x="194" y="323"/>
                  </a:cubicBezTo>
                  <a:cubicBezTo>
                    <a:pt x="196" y="324"/>
                    <a:pt x="200" y="325"/>
                    <a:pt x="201" y="327"/>
                  </a:cubicBezTo>
                  <a:cubicBezTo>
                    <a:pt x="203" y="329"/>
                    <a:pt x="204" y="334"/>
                    <a:pt x="206" y="335"/>
                  </a:cubicBezTo>
                  <a:cubicBezTo>
                    <a:pt x="207" y="336"/>
                    <a:pt x="209" y="336"/>
                    <a:pt x="211" y="336"/>
                  </a:cubicBezTo>
                  <a:cubicBezTo>
                    <a:pt x="213" y="335"/>
                    <a:pt x="217" y="331"/>
                    <a:pt x="220" y="330"/>
                  </a:cubicBezTo>
                  <a:cubicBezTo>
                    <a:pt x="222" y="328"/>
                    <a:pt x="227" y="323"/>
                    <a:pt x="230" y="322"/>
                  </a:cubicBezTo>
                  <a:cubicBezTo>
                    <a:pt x="233" y="320"/>
                    <a:pt x="239" y="321"/>
                    <a:pt x="242" y="319"/>
                  </a:cubicBezTo>
                  <a:cubicBezTo>
                    <a:pt x="244" y="319"/>
                    <a:pt x="247" y="316"/>
                    <a:pt x="249" y="314"/>
                  </a:cubicBezTo>
                  <a:cubicBezTo>
                    <a:pt x="250" y="313"/>
                    <a:pt x="252" y="309"/>
                    <a:pt x="253" y="307"/>
                  </a:cubicBezTo>
                  <a:cubicBezTo>
                    <a:pt x="255" y="305"/>
                    <a:pt x="256" y="299"/>
                    <a:pt x="258" y="296"/>
                  </a:cubicBezTo>
                  <a:cubicBezTo>
                    <a:pt x="258" y="295"/>
                    <a:pt x="260" y="293"/>
                    <a:pt x="261" y="292"/>
                  </a:cubicBezTo>
                  <a:cubicBezTo>
                    <a:pt x="262" y="292"/>
                    <a:pt x="264" y="292"/>
                    <a:pt x="265" y="292"/>
                  </a:cubicBezTo>
                  <a:cubicBezTo>
                    <a:pt x="267" y="293"/>
                    <a:pt x="272" y="293"/>
                    <a:pt x="275" y="294"/>
                  </a:cubicBezTo>
                  <a:cubicBezTo>
                    <a:pt x="276" y="295"/>
                    <a:pt x="278" y="296"/>
                    <a:pt x="279" y="297"/>
                  </a:cubicBezTo>
                  <a:cubicBezTo>
                    <a:pt x="281" y="299"/>
                    <a:pt x="283" y="303"/>
                    <a:pt x="285" y="305"/>
                  </a:cubicBezTo>
                  <a:cubicBezTo>
                    <a:pt x="287" y="308"/>
                    <a:pt x="294" y="313"/>
                    <a:pt x="297" y="316"/>
                  </a:cubicBezTo>
                  <a:cubicBezTo>
                    <a:pt x="300" y="317"/>
                    <a:pt x="305" y="321"/>
                    <a:pt x="308" y="322"/>
                  </a:cubicBezTo>
                  <a:cubicBezTo>
                    <a:pt x="311" y="323"/>
                    <a:pt x="317" y="323"/>
                    <a:pt x="320" y="324"/>
                  </a:cubicBezTo>
                  <a:cubicBezTo>
                    <a:pt x="324" y="325"/>
                    <a:pt x="332" y="327"/>
                    <a:pt x="335" y="330"/>
                  </a:cubicBezTo>
                  <a:cubicBezTo>
                    <a:pt x="337" y="331"/>
                    <a:pt x="339" y="335"/>
                    <a:pt x="340" y="337"/>
                  </a:cubicBezTo>
                  <a:cubicBezTo>
                    <a:pt x="340" y="338"/>
                    <a:pt x="340" y="341"/>
                    <a:pt x="341" y="343"/>
                  </a:cubicBezTo>
                  <a:cubicBezTo>
                    <a:pt x="341" y="345"/>
                    <a:pt x="342" y="348"/>
                    <a:pt x="342" y="349"/>
                  </a:cubicBezTo>
                  <a:cubicBezTo>
                    <a:pt x="343" y="351"/>
                    <a:pt x="346" y="354"/>
                    <a:pt x="348" y="353"/>
                  </a:cubicBezTo>
                  <a:cubicBezTo>
                    <a:pt x="350" y="353"/>
                    <a:pt x="350" y="348"/>
                    <a:pt x="351" y="346"/>
                  </a:cubicBezTo>
                  <a:cubicBezTo>
                    <a:pt x="351" y="345"/>
                    <a:pt x="353" y="343"/>
                    <a:pt x="354" y="342"/>
                  </a:cubicBezTo>
                  <a:cubicBezTo>
                    <a:pt x="355" y="341"/>
                    <a:pt x="357" y="340"/>
                    <a:pt x="357" y="340"/>
                  </a:cubicBezTo>
                  <a:cubicBezTo>
                    <a:pt x="359" y="339"/>
                    <a:pt x="362" y="337"/>
                    <a:pt x="362" y="335"/>
                  </a:cubicBezTo>
                  <a:cubicBezTo>
                    <a:pt x="363" y="333"/>
                    <a:pt x="361" y="330"/>
                    <a:pt x="361" y="328"/>
                  </a:cubicBezTo>
                  <a:cubicBezTo>
                    <a:pt x="361" y="326"/>
                    <a:pt x="364" y="321"/>
                    <a:pt x="364" y="318"/>
                  </a:cubicBezTo>
                  <a:cubicBezTo>
                    <a:pt x="365" y="315"/>
                    <a:pt x="365" y="307"/>
                    <a:pt x="366" y="303"/>
                  </a:cubicBezTo>
                  <a:cubicBezTo>
                    <a:pt x="367" y="300"/>
                    <a:pt x="371" y="295"/>
                    <a:pt x="374" y="292"/>
                  </a:cubicBezTo>
                  <a:cubicBezTo>
                    <a:pt x="375" y="289"/>
                    <a:pt x="379" y="285"/>
                    <a:pt x="381" y="283"/>
                  </a:cubicBezTo>
                  <a:cubicBezTo>
                    <a:pt x="383" y="282"/>
                    <a:pt x="386" y="279"/>
                    <a:pt x="388" y="279"/>
                  </a:cubicBezTo>
                  <a:cubicBezTo>
                    <a:pt x="391" y="278"/>
                    <a:pt x="396" y="281"/>
                    <a:pt x="398" y="281"/>
                  </a:cubicBezTo>
                  <a:cubicBezTo>
                    <a:pt x="400" y="281"/>
                    <a:pt x="403" y="279"/>
                    <a:pt x="404" y="278"/>
                  </a:cubicBezTo>
                  <a:cubicBezTo>
                    <a:pt x="406" y="276"/>
                    <a:pt x="408" y="271"/>
                    <a:pt x="408" y="269"/>
                  </a:cubicBezTo>
                  <a:cubicBezTo>
                    <a:pt x="409" y="266"/>
                    <a:pt x="408" y="262"/>
                    <a:pt x="409" y="260"/>
                  </a:cubicBezTo>
                  <a:cubicBezTo>
                    <a:pt x="410" y="258"/>
                    <a:pt x="413" y="256"/>
                    <a:pt x="414" y="255"/>
                  </a:cubicBezTo>
                  <a:cubicBezTo>
                    <a:pt x="415" y="254"/>
                    <a:pt x="418" y="251"/>
                    <a:pt x="418" y="249"/>
                  </a:cubicBezTo>
                  <a:cubicBezTo>
                    <a:pt x="418" y="246"/>
                    <a:pt x="416" y="240"/>
                    <a:pt x="415" y="237"/>
                  </a:cubicBezTo>
                  <a:cubicBezTo>
                    <a:pt x="414" y="234"/>
                    <a:pt x="411" y="229"/>
                    <a:pt x="411" y="226"/>
                  </a:cubicBezTo>
                  <a:cubicBezTo>
                    <a:pt x="410" y="221"/>
                    <a:pt x="410" y="213"/>
                    <a:pt x="410" y="208"/>
                  </a:cubicBezTo>
                  <a:cubicBezTo>
                    <a:pt x="410" y="203"/>
                    <a:pt x="413" y="193"/>
                    <a:pt x="412" y="188"/>
                  </a:cubicBezTo>
                  <a:cubicBezTo>
                    <a:pt x="412" y="186"/>
                    <a:pt x="409" y="182"/>
                    <a:pt x="409" y="180"/>
                  </a:cubicBezTo>
                  <a:cubicBezTo>
                    <a:pt x="409" y="179"/>
                    <a:pt x="410" y="175"/>
                    <a:pt x="411" y="174"/>
                  </a:cubicBezTo>
                  <a:cubicBezTo>
                    <a:pt x="412" y="171"/>
                    <a:pt x="417" y="168"/>
                    <a:pt x="418" y="165"/>
                  </a:cubicBezTo>
                  <a:cubicBezTo>
                    <a:pt x="419" y="162"/>
                    <a:pt x="418" y="154"/>
                    <a:pt x="418" y="151"/>
                  </a:cubicBezTo>
                  <a:cubicBezTo>
                    <a:pt x="418" y="149"/>
                    <a:pt x="420" y="145"/>
                    <a:pt x="420" y="143"/>
                  </a:cubicBezTo>
                  <a:cubicBezTo>
                    <a:pt x="420" y="140"/>
                    <a:pt x="419" y="136"/>
                    <a:pt x="419" y="133"/>
                  </a:cubicBezTo>
                  <a:cubicBezTo>
                    <a:pt x="418" y="132"/>
                    <a:pt x="418" y="128"/>
                    <a:pt x="419" y="127"/>
                  </a:cubicBezTo>
                  <a:cubicBezTo>
                    <a:pt x="420" y="126"/>
                    <a:pt x="423" y="125"/>
                    <a:pt x="424" y="124"/>
                  </a:cubicBezTo>
                  <a:cubicBezTo>
                    <a:pt x="425" y="123"/>
                    <a:pt x="426" y="119"/>
                    <a:pt x="426" y="118"/>
                  </a:cubicBezTo>
                  <a:cubicBezTo>
                    <a:pt x="427" y="115"/>
                    <a:pt x="428" y="109"/>
                    <a:pt x="427" y="106"/>
                  </a:cubicBezTo>
                  <a:cubicBezTo>
                    <a:pt x="426" y="105"/>
                    <a:pt x="424" y="103"/>
                    <a:pt x="424" y="102"/>
                  </a:cubicBezTo>
                  <a:cubicBezTo>
                    <a:pt x="424" y="100"/>
                    <a:pt x="425" y="96"/>
                    <a:pt x="427" y="94"/>
                  </a:cubicBezTo>
                  <a:cubicBezTo>
                    <a:pt x="428" y="93"/>
                    <a:pt x="432" y="91"/>
                    <a:pt x="434" y="90"/>
                  </a:cubicBezTo>
                  <a:cubicBezTo>
                    <a:pt x="436" y="89"/>
                    <a:pt x="439" y="86"/>
                    <a:pt x="441" y="85"/>
                  </a:cubicBezTo>
                  <a:cubicBezTo>
                    <a:pt x="442" y="82"/>
                    <a:pt x="444" y="77"/>
                    <a:pt x="446" y="75"/>
                  </a:cubicBezTo>
                  <a:cubicBezTo>
                    <a:pt x="448" y="72"/>
                    <a:pt x="453" y="66"/>
                    <a:pt x="455" y="62"/>
                  </a:cubicBezTo>
                  <a:cubicBezTo>
                    <a:pt x="457" y="60"/>
                    <a:pt x="458" y="54"/>
                    <a:pt x="459" y="52"/>
                  </a:cubicBezTo>
                  <a:cubicBezTo>
                    <a:pt x="460" y="49"/>
                    <a:pt x="460" y="43"/>
                    <a:pt x="462" y="41"/>
                  </a:cubicBezTo>
                  <a:cubicBezTo>
                    <a:pt x="464" y="40"/>
                    <a:pt x="470" y="39"/>
                    <a:pt x="472" y="39"/>
                  </a:cubicBezTo>
                  <a:cubicBezTo>
                    <a:pt x="475" y="38"/>
                    <a:pt x="480" y="41"/>
                    <a:pt x="482" y="40"/>
                  </a:cubicBezTo>
                  <a:cubicBezTo>
                    <a:pt x="484" y="40"/>
                    <a:pt x="487" y="36"/>
                    <a:pt x="489" y="37"/>
                  </a:cubicBezTo>
                  <a:cubicBezTo>
                    <a:pt x="491" y="37"/>
                    <a:pt x="492" y="40"/>
                    <a:pt x="493" y="40"/>
                  </a:cubicBezTo>
                  <a:cubicBezTo>
                    <a:pt x="495" y="41"/>
                    <a:pt x="498" y="40"/>
                    <a:pt x="500" y="41"/>
                  </a:cubicBezTo>
                  <a:cubicBezTo>
                    <a:pt x="501" y="41"/>
                    <a:pt x="503" y="43"/>
                    <a:pt x="504" y="43"/>
                  </a:cubicBezTo>
                  <a:cubicBezTo>
                    <a:pt x="506" y="44"/>
                    <a:pt x="509" y="47"/>
                    <a:pt x="511" y="46"/>
                  </a:cubicBezTo>
                  <a:cubicBezTo>
                    <a:pt x="513" y="46"/>
                    <a:pt x="515" y="42"/>
                    <a:pt x="516" y="40"/>
                  </a:cubicBezTo>
                  <a:cubicBezTo>
                    <a:pt x="519" y="38"/>
                    <a:pt x="526" y="38"/>
                    <a:pt x="528" y="35"/>
                  </a:cubicBezTo>
                  <a:cubicBezTo>
                    <a:pt x="529" y="33"/>
                    <a:pt x="526" y="28"/>
                    <a:pt x="527" y="26"/>
                  </a:cubicBezTo>
                  <a:cubicBezTo>
                    <a:pt x="528" y="25"/>
                    <a:pt x="530" y="24"/>
                    <a:pt x="531" y="24"/>
                  </a:cubicBezTo>
                  <a:cubicBezTo>
                    <a:pt x="533" y="22"/>
                    <a:pt x="539" y="20"/>
                    <a:pt x="542" y="18"/>
                  </a:cubicBezTo>
                  <a:cubicBezTo>
                    <a:pt x="543" y="16"/>
                    <a:pt x="545" y="12"/>
                    <a:pt x="546" y="10"/>
                  </a:cubicBezTo>
                  <a:cubicBezTo>
                    <a:pt x="548" y="9"/>
                    <a:pt x="550" y="6"/>
                    <a:pt x="552" y="6"/>
                  </a:cubicBezTo>
                  <a:cubicBezTo>
                    <a:pt x="554" y="5"/>
                    <a:pt x="557" y="7"/>
                    <a:pt x="558" y="7"/>
                  </a:cubicBezTo>
                  <a:cubicBezTo>
                    <a:pt x="560" y="7"/>
                    <a:pt x="563" y="4"/>
                    <a:pt x="565" y="3"/>
                  </a:cubicBezTo>
                  <a:cubicBezTo>
                    <a:pt x="567" y="2"/>
                    <a:pt x="571" y="0"/>
                    <a:pt x="573" y="0"/>
                  </a:cubicBezTo>
                  <a:cubicBezTo>
                    <a:pt x="574" y="0"/>
                    <a:pt x="576" y="2"/>
                    <a:pt x="577" y="3"/>
                  </a:cubicBezTo>
                  <a:cubicBezTo>
                    <a:pt x="578" y="4"/>
                    <a:pt x="579" y="6"/>
                    <a:pt x="579" y="7"/>
                  </a:cubicBezTo>
                  <a:cubicBezTo>
                    <a:pt x="579" y="9"/>
                    <a:pt x="578" y="13"/>
                    <a:pt x="579" y="15"/>
                  </a:cubicBezTo>
                  <a:cubicBezTo>
                    <a:pt x="579" y="17"/>
                    <a:pt x="580" y="21"/>
                    <a:pt x="581" y="23"/>
                  </a:cubicBezTo>
                  <a:cubicBezTo>
                    <a:pt x="583" y="26"/>
                    <a:pt x="587" y="31"/>
                    <a:pt x="589" y="34"/>
                  </a:cubicBezTo>
                  <a:cubicBezTo>
                    <a:pt x="592" y="36"/>
                    <a:pt x="598" y="40"/>
                    <a:pt x="601" y="42"/>
                  </a:cubicBezTo>
                  <a:cubicBezTo>
                    <a:pt x="603" y="44"/>
                    <a:pt x="608" y="46"/>
                    <a:pt x="609" y="48"/>
                  </a:cubicBezTo>
                  <a:cubicBezTo>
                    <a:pt x="612" y="51"/>
                    <a:pt x="613" y="59"/>
                    <a:pt x="616" y="61"/>
                  </a:cubicBezTo>
                  <a:cubicBezTo>
                    <a:pt x="620" y="66"/>
                    <a:pt x="633" y="68"/>
                    <a:pt x="639" y="71"/>
                  </a:cubicBezTo>
                  <a:cubicBezTo>
                    <a:pt x="646" y="73"/>
                    <a:pt x="661" y="77"/>
                    <a:pt x="668" y="81"/>
                  </a:cubicBezTo>
                  <a:cubicBezTo>
                    <a:pt x="670" y="82"/>
                    <a:pt x="674" y="86"/>
                    <a:pt x="675" y="88"/>
                  </a:cubicBezTo>
                  <a:cubicBezTo>
                    <a:pt x="678" y="93"/>
                    <a:pt x="681" y="106"/>
                    <a:pt x="683" y="112"/>
                  </a:cubicBezTo>
                  <a:cubicBezTo>
                    <a:pt x="685" y="116"/>
                    <a:pt x="690" y="123"/>
                    <a:pt x="690" y="127"/>
                  </a:cubicBezTo>
                  <a:cubicBezTo>
                    <a:pt x="690" y="130"/>
                    <a:pt x="689" y="134"/>
                    <a:pt x="688" y="136"/>
                  </a:cubicBezTo>
                  <a:cubicBezTo>
                    <a:pt x="686" y="141"/>
                    <a:pt x="681" y="153"/>
                    <a:pt x="677" y="158"/>
                  </a:cubicBezTo>
                  <a:cubicBezTo>
                    <a:pt x="674" y="163"/>
                    <a:pt x="667" y="170"/>
                    <a:pt x="664" y="175"/>
                  </a:cubicBezTo>
                  <a:cubicBezTo>
                    <a:pt x="661" y="179"/>
                    <a:pt x="656" y="187"/>
                    <a:pt x="655" y="192"/>
                  </a:cubicBezTo>
                  <a:cubicBezTo>
                    <a:pt x="654" y="196"/>
                    <a:pt x="654" y="206"/>
                    <a:pt x="656" y="211"/>
                  </a:cubicBezTo>
                  <a:cubicBezTo>
                    <a:pt x="657" y="214"/>
                    <a:pt x="660" y="220"/>
                    <a:pt x="662" y="222"/>
                  </a:cubicBezTo>
                  <a:cubicBezTo>
                    <a:pt x="663" y="224"/>
                    <a:pt x="668" y="224"/>
                    <a:pt x="669" y="226"/>
                  </a:cubicBezTo>
                  <a:cubicBezTo>
                    <a:pt x="669" y="227"/>
                    <a:pt x="669" y="231"/>
                    <a:pt x="668" y="233"/>
                  </a:cubicBezTo>
                  <a:cubicBezTo>
                    <a:pt x="667" y="235"/>
                    <a:pt x="660" y="238"/>
                    <a:pt x="658" y="240"/>
                  </a:cubicBezTo>
                  <a:cubicBezTo>
                    <a:pt x="655" y="241"/>
                    <a:pt x="652" y="245"/>
                    <a:pt x="650" y="247"/>
                  </a:cubicBezTo>
                  <a:cubicBezTo>
                    <a:pt x="646" y="250"/>
                    <a:pt x="637" y="254"/>
                    <a:pt x="635" y="258"/>
                  </a:cubicBezTo>
                  <a:cubicBezTo>
                    <a:pt x="633" y="260"/>
                    <a:pt x="631" y="265"/>
                    <a:pt x="632" y="267"/>
                  </a:cubicBezTo>
                  <a:cubicBezTo>
                    <a:pt x="633" y="269"/>
                    <a:pt x="638" y="270"/>
                    <a:pt x="640" y="271"/>
                  </a:cubicBezTo>
                  <a:cubicBezTo>
                    <a:pt x="643" y="271"/>
                    <a:pt x="650" y="269"/>
                    <a:pt x="653" y="270"/>
                  </a:cubicBezTo>
                  <a:cubicBezTo>
                    <a:pt x="655" y="271"/>
                    <a:pt x="659" y="273"/>
                    <a:pt x="660" y="276"/>
                  </a:cubicBezTo>
                  <a:cubicBezTo>
                    <a:pt x="663" y="281"/>
                    <a:pt x="660" y="294"/>
                    <a:pt x="658" y="300"/>
                  </a:cubicBezTo>
                  <a:cubicBezTo>
                    <a:pt x="657" y="306"/>
                    <a:pt x="650" y="316"/>
                    <a:pt x="648" y="322"/>
                  </a:cubicBezTo>
                  <a:cubicBezTo>
                    <a:pt x="646" y="326"/>
                    <a:pt x="642" y="336"/>
                    <a:pt x="641" y="341"/>
                  </a:cubicBezTo>
                  <a:cubicBezTo>
                    <a:pt x="640" y="344"/>
                    <a:pt x="640" y="350"/>
                    <a:pt x="641" y="353"/>
                  </a:cubicBezTo>
                  <a:cubicBezTo>
                    <a:pt x="642" y="359"/>
                    <a:pt x="645" y="372"/>
                    <a:pt x="647" y="378"/>
                  </a:cubicBezTo>
                  <a:cubicBezTo>
                    <a:pt x="649" y="386"/>
                    <a:pt x="654" y="399"/>
                    <a:pt x="657" y="406"/>
                  </a:cubicBezTo>
                  <a:cubicBezTo>
                    <a:pt x="658" y="410"/>
                    <a:pt x="660" y="418"/>
                    <a:pt x="662" y="421"/>
                  </a:cubicBezTo>
                  <a:cubicBezTo>
                    <a:pt x="664" y="423"/>
                    <a:pt x="667" y="425"/>
                    <a:pt x="669" y="425"/>
                  </a:cubicBezTo>
                  <a:cubicBezTo>
                    <a:pt x="674" y="428"/>
                    <a:pt x="686" y="431"/>
                    <a:pt x="691" y="433"/>
                  </a:cubicBezTo>
                  <a:cubicBezTo>
                    <a:pt x="697" y="435"/>
                    <a:pt x="709" y="439"/>
                    <a:pt x="714" y="442"/>
                  </a:cubicBezTo>
                  <a:cubicBezTo>
                    <a:pt x="717" y="444"/>
                    <a:pt x="721" y="449"/>
                    <a:pt x="723" y="451"/>
                  </a:cubicBezTo>
                  <a:cubicBezTo>
                    <a:pt x="727" y="456"/>
                    <a:pt x="733" y="468"/>
                    <a:pt x="736" y="474"/>
                  </a:cubicBezTo>
                  <a:cubicBezTo>
                    <a:pt x="739" y="479"/>
                    <a:pt x="744" y="489"/>
                    <a:pt x="748" y="494"/>
                  </a:cubicBezTo>
                  <a:cubicBezTo>
                    <a:pt x="750" y="497"/>
                    <a:pt x="754" y="502"/>
                    <a:pt x="757" y="505"/>
                  </a:cubicBezTo>
                  <a:cubicBezTo>
                    <a:pt x="758" y="506"/>
                    <a:pt x="761" y="509"/>
                    <a:pt x="763" y="510"/>
                  </a:cubicBezTo>
                  <a:cubicBezTo>
                    <a:pt x="766" y="512"/>
                    <a:pt x="773" y="515"/>
                    <a:pt x="775" y="517"/>
                  </a:cubicBezTo>
                  <a:cubicBezTo>
                    <a:pt x="776" y="519"/>
                    <a:pt x="778" y="523"/>
                    <a:pt x="779" y="52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6"/>
            <p:cNvSpPr>
              <a:spLocks/>
            </p:cNvSpPr>
            <p:nvPr/>
          </p:nvSpPr>
          <p:spPr bwMode="auto">
            <a:xfrm>
              <a:off x="2409825" y="3195638"/>
              <a:ext cx="604838" cy="839788"/>
            </a:xfrm>
            <a:custGeom>
              <a:avLst/>
              <a:gdLst/>
              <a:ahLst/>
              <a:cxnLst>
                <a:cxn ang="0">
                  <a:pos x="327" y="209"/>
                </a:cxn>
                <a:cxn ang="0">
                  <a:pos x="320" y="245"/>
                </a:cxn>
                <a:cxn ang="0">
                  <a:pos x="311" y="277"/>
                </a:cxn>
                <a:cxn ang="0">
                  <a:pos x="300" y="296"/>
                </a:cxn>
                <a:cxn ang="0">
                  <a:pos x="285" y="317"/>
                </a:cxn>
                <a:cxn ang="0">
                  <a:pos x="269" y="344"/>
                </a:cxn>
                <a:cxn ang="0">
                  <a:pos x="247" y="380"/>
                </a:cxn>
                <a:cxn ang="0">
                  <a:pos x="220" y="422"/>
                </a:cxn>
                <a:cxn ang="0">
                  <a:pos x="202" y="439"/>
                </a:cxn>
                <a:cxn ang="0">
                  <a:pos x="164" y="463"/>
                </a:cxn>
                <a:cxn ang="0">
                  <a:pos x="164" y="453"/>
                </a:cxn>
                <a:cxn ang="0">
                  <a:pos x="161" y="434"/>
                </a:cxn>
                <a:cxn ang="0">
                  <a:pos x="158" y="417"/>
                </a:cxn>
                <a:cxn ang="0">
                  <a:pos x="147" y="401"/>
                </a:cxn>
                <a:cxn ang="0">
                  <a:pos x="135" y="385"/>
                </a:cxn>
                <a:cxn ang="0">
                  <a:pos x="132" y="363"/>
                </a:cxn>
                <a:cxn ang="0">
                  <a:pos x="119" y="345"/>
                </a:cxn>
                <a:cxn ang="0">
                  <a:pos x="111" y="322"/>
                </a:cxn>
                <a:cxn ang="0">
                  <a:pos x="100" y="327"/>
                </a:cxn>
                <a:cxn ang="0">
                  <a:pos x="95" y="311"/>
                </a:cxn>
                <a:cxn ang="0">
                  <a:pos x="83" y="298"/>
                </a:cxn>
                <a:cxn ang="0">
                  <a:pos x="67" y="283"/>
                </a:cxn>
                <a:cxn ang="0">
                  <a:pos x="47" y="275"/>
                </a:cxn>
                <a:cxn ang="0">
                  <a:pos x="47" y="270"/>
                </a:cxn>
                <a:cxn ang="0">
                  <a:pos x="43" y="257"/>
                </a:cxn>
                <a:cxn ang="0">
                  <a:pos x="52" y="245"/>
                </a:cxn>
                <a:cxn ang="0">
                  <a:pos x="61" y="236"/>
                </a:cxn>
                <a:cxn ang="0">
                  <a:pos x="75" y="241"/>
                </a:cxn>
                <a:cxn ang="0">
                  <a:pos x="85" y="228"/>
                </a:cxn>
                <a:cxn ang="0">
                  <a:pos x="74" y="216"/>
                </a:cxn>
                <a:cxn ang="0">
                  <a:pos x="78" y="198"/>
                </a:cxn>
                <a:cxn ang="0">
                  <a:pos x="64" y="186"/>
                </a:cxn>
                <a:cxn ang="0">
                  <a:pos x="50" y="166"/>
                </a:cxn>
                <a:cxn ang="0">
                  <a:pos x="41" y="157"/>
                </a:cxn>
                <a:cxn ang="0">
                  <a:pos x="36" y="150"/>
                </a:cxn>
                <a:cxn ang="0">
                  <a:pos x="43" y="113"/>
                </a:cxn>
                <a:cxn ang="0">
                  <a:pos x="31" y="91"/>
                </a:cxn>
                <a:cxn ang="0">
                  <a:pos x="34" y="77"/>
                </a:cxn>
                <a:cxn ang="0">
                  <a:pos x="26" y="61"/>
                </a:cxn>
                <a:cxn ang="0">
                  <a:pos x="20" y="47"/>
                </a:cxn>
                <a:cxn ang="0">
                  <a:pos x="5" y="39"/>
                </a:cxn>
                <a:cxn ang="0">
                  <a:pos x="5" y="21"/>
                </a:cxn>
                <a:cxn ang="0">
                  <a:pos x="22" y="10"/>
                </a:cxn>
                <a:cxn ang="0">
                  <a:pos x="71" y="11"/>
                </a:cxn>
                <a:cxn ang="0">
                  <a:pos x="117" y="1"/>
                </a:cxn>
                <a:cxn ang="0">
                  <a:pos x="130" y="14"/>
                </a:cxn>
                <a:cxn ang="0">
                  <a:pos x="141" y="34"/>
                </a:cxn>
                <a:cxn ang="0">
                  <a:pos x="164" y="24"/>
                </a:cxn>
                <a:cxn ang="0">
                  <a:pos x="173" y="41"/>
                </a:cxn>
                <a:cxn ang="0">
                  <a:pos x="193" y="62"/>
                </a:cxn>
                <a:cxn ang="0">
                  <a:pos x="210" y="79"/>
                </a:cxn>
                <a:cxn ang="0">
                  <a:pos x="246" y="94"/>
                </a:cxn>
                <a:cxn ang="0">
                  <a:pos x="276" y="121"/>
                </a:cxn>
                <a:cxn ang="0">
                  <a:pos x="296" y="149"/>
                </a:cxn>
                <a:cxn ang="0">
                  <a:pos x="318" y="170"/>
                </a:cxn>
                <a:cxn ang="0">
                  <a:pos x="328" y="188"/>
                </a:cxn>
              </a:cxnLst>
              <a:rect l="0" t="0" r="r" b="b"/>
              <a:pathLst>
                <a:path w="333" h="463">
                  <a:moveTo>
                    <a:pt x="333" y="191"/>
                  </a:moveTo>
                  <a:cubicBezTo>
                    <a:pt x="333" y="193"/>
                    <a:pt x="331" y="198"/>
                    <a:pt x="331" y="200"/>
                  </a:cubicBezTo>
                  <a:cubicBezTo>
                    <a:pt x="330" y="202"/>
                    <a:pt x="328" y="206"/>
                    <a:pt x="327" y="209"/>
                  </a:cubicBezTo>
                  <a:cubicBezTo>
                    <a:pt x="326" y="210"/>
                    <a:pt x="324" y="214"/>
                    <a:pt x="323" y="216"/>
                  </a:cubicBezTo>
                  <a:cubicBezTo>
                    <a:pt x="322" y="218"/>
                    <a:pt x="322" y="223"/>
                    <a:pt x="321" y="226"/>
                  </a:cubicBezTo>
                  <a:cubicBezTo>
                    <a:pt x="321" y="231"/>
                    <a:pt x="321" y="240"/>
                    <a:pt x="320" y="245"/>
                  </a:cubicBezTo>
                  <a:cubicBezTo>
                    <a:pt x="320" y="247"/>
                    <a:pt x="318" y="252"/>
                    <a:pt x="317" y="254"/>
                  </a:cubicBezTo>
                  <a:cubicBezTo>
                    <a:pt x="316" y="256"/>
                    <a:pt x="315" y="259"/>
                    <a:pt x="314" y="261"/>
                  </a:cubicBezTo>
                  <a:cubicBezTo>
                    <a:pt x="313" y="265"/>
                    <a:pt x="311" y="273"/>
                    <a:pt x="311" y="277"/>
                  </a:cubicBezTo>
                  <a:cubicBezTo>
                    <a:pt x="310" y="279"/>
                    <a:pt x="310" y="283"/>
                    <a:pt x="310" y="284"/>
                  </a:cubicBezTo>
                  <a:cubicBezTo>
                    <a:pt x="309" y="286"/>
                    <a:pt x="304" y="288"/>
                    <a:pt x="303" y="290"/>
                  </a:cubicBezTo>
                  <a:cubicBezTo>
                    <a:pt x="302" y="291"/>
                    <a:pt x="301" y="295"/>
                    <a:pt x="300" y="296"/>
                  </a:cubicBezTo>
                  <a:cubicBezTo>
                    <a:pt x="299" y="299"/>
                    <a:pt x="296" y="303"/>
                    <a:pt x="294" y="305"/>
                  </a:cubicBezTo>
                  <a:cubicBezTo>
                    <a:pt x="293" y="307"/>
                    <a:pt x="291" y="310"/>
                    <a:pt x="290" y="312"/>
                  </a:cubicBezTo>
                  <a:cubicBezTo>
                    <a:pt x="289" y="313"/>
                    <a:pt x="286" y="315"/>
                    <a:pt x="285" y="317"/>
                  </a:cubicBezTo>
                  <a:cubicBezTo>
                    <a:pt x="285" y="319"/>
                    <a:pt x="285" y="323"/>
                    <a:pt x="285" y="325"/>
                  </a:cubicBezTo>
                  <a:cubicBezTo>
                    <a:pt x="284" y="327"/>
                    <a:pt x="282" y="330"/>
                    <a:pt x="281" y="331"/>
                  </a:cubicBezTo>
                  <a:cubicBezTo>
                    <a:pt x="278" y="334"/>
                    <a:pt x="272" y="341"/>
                    <a:pt x="269" y="344"/>
                  </a:cubicBezTo>
                  <a:cubicBezTo>
                    <a:pt x="266" y="347"/>
                    <a:pt x="260" y="353"/>
                    <a:pt x="258" y="356"/>
                  </a:cubicBezTo>
                  <a:cubicBezTo>
                    <a:pt x="256" y="359"/>
                    <a:pt x="254" y="364"/>
                    <a:pt x="253" y="367"/>
                  </a:cubicBezTo>
                  <a:cubicBezTo>
                    <a:pt x="252" y="370"/>
                    <a:pt x="249" y="377"/>
                    <a:pt x="247" y="380"/>
                  </a:cubicBezTo>
                  <a:cubicBezTo>
                    <a:pt x="244" y="385"/>
                    <a:pt x="236" y="394"/>
                    <a:pt x="232" y="399"/>
                  </a:cubicBezTo>
                  <a:cubicBezTo>
                    <a:pt x="230" y="402"/>
                    <a:pt x="226" y="407"/>
                    <a:pt x="224" y="410"/>
                  </a:cubicBezTo>
                  <a:cubicBezTo>
                    <a:pt x="223" y="413"/>
                    <a:pt x="221" y="419"/>
                    <a:pt x="220" y="422"/>
                  </a:cubicBezTo>
                  <a:cubicBezTo>
                    <a:pt x="219" y="424"/>
                    <a:pt x="215" y="429"/>
                    <a:pt x="213" y="431"/>
                  </a:cubicBezTo>
                  <a:cubicBezTo>
                    <a:pt x="213" y="433"/>
                    <a:pt x="212" y="435"/>
                    <a:pt x="211" y="438"/>
                  </a:cubicBezTo>
                  <a:cubicBezTo>
                    <a:pt x="208" y="438"/>
                    <a:pt x="204" y="438"/>
                    <a:pt x="202" y="439"/>
                  </a:cubicBezTo>
                  <a:cubicBezTo>
                    <a:pt x="198" y="440"/>
                    <a:pt x="192" y="444"/>
                    <a:pt x="189" y="447"/>
                  </a:cubicBezTo>
                  <a:cubicBezTo>
                    <a:pt x="185" y="450"/>
                    <a:pt x="178" y="457"/>
                    <a:pt x="174" y="459"/>
                  </a:cubicBezTo>
                  <a:cubicBezTo>
                    <a:pt x="171" y="461"/>
                    <a:pt x="166" y="463"/>
                    <a:pt x="164" y="463"/>
                  </a:cubicBezTo>
                  <a:cubicBezTo>
                    <a:pt x="163" y="463"/>
                    <a:pt x="162" y="463"/>
                    <a:pt x="161" y="462"/>
                  </a:cubicBezTo>
                  <a:cubicBezTo>
                    <a:pt x="161" y="461"/>
                    <a:pt x="161" y="460"/>
                    <a:pt x="161" y="459"/>
                  </a:cubicBezTo>
                  <a:cubicBezTo>
                    <a:pt x="161" y="457"/>
                    <a:pt x="164" y="454"/>
                    <a:pt x="164" y="453"/>
                  </a:cubicBezTo>
                  <a:cubicBezTo>
                    <a:pt x="164" y="451"/>
                    <a:pt x="162" y="447"/>
                    <a:pt x="162" y="445"/>
                  </a:cubicBezTo>
                  <a:cubicBezTo>
                    <a:pt x="162" y="444"/>
                    <a:pt x="163" y="441"/>
                    <a:pt x="163" y="440"/>
                  </a:cubicBezTo>
                  <a:cubicBezTo>
                    <a:pt x="163" y="438"/>
                    <a:pt x="162" y="435"/>
                    <a:pt x="161" y="434"/>
                  </a:cubicBezTo>
                  <a:cubicBezTo>
                    <a:pt x="160" y="433"/>
                    <a:pt x="158" y="431"/>
                    <a:pt x="157" y="430"/>
                  </a:cubicBezTo>
                  <a:cubicBezTo>
                    <a:pt x="156" y="429"/>
                    <a:pt x="156" y="426"/>
                    <a:pt x="156" y="424"/>
                  </a:cubicBezTo>
                  <a:cubicBezTo>
                    <a:pt x="156" y="422"/>
                    <a:pt x="158" y="419"/>
                    <a:pt x="158" y="417"/>
                  </a:cubicBezTo>
                  <a:cubicBezTo>
                    <a:pt x="158" y="416"/>
                    <a:pt x="159" y="414"/>
                    <a:pt x="158" y="413"/>
                  </a:cubicBezTo>
                  <a:cubicBezTo>
                    <a:pt x="157" y="411"/>
                    <a:pt x="154" y="409"/>
                    <a:pt x="152" y="408"/>
                  </a:cubicBezTo>
                  <a:cubicBezTo>
                    <a:pt x="151" y="406"/>
                    <a:pt x="149" y="402"/>
                    <a:pt x="147" y="401"/>
                  </a:cubicBezTo>
                  <a:cubicBezTo>
                    <a:pt x="145" y="400"/>
                    <a:pt x="141" y="399"/>
                    <a:pt x="140" y="398"/>
                  </a:cubicBezTo>
                  <a:cubicBezTo>
                    <a:pt x="138" y="396"/>
                    <a:pt x="136" y="393"/>
                    <a:pt x="135" y="392"/>
                  </a:cubicBezTo>
                  <a:cubicBezTo>
                    <a:pt x="135" y="390"/>
                    <a:pt x="135" y="387"/>
                    <a:pt x="135" y="385"/>
                  </a:cubicBezTo>
                  <a:cubicBezTo>
                    <a:pt x="134" y="383"/>
                    <a:pt x="133" y="377"/>
                    <a:pt x="132" y="374"/>
                  </a:cubicBezTo>
                  <a:cubicBezTo>
                    <a:pt x="131" y="373"/>
                    <a:pt x="130" y="370"/>
                    <a:pt x="130" y="369"/>
                  </a:cubicBezTo>
                  <a:cubicBezTo>
                    <a:pt x="130" y="367"/>
                    <a:pt x="132" y="364"/>
                    <a:pt x="132" y="363"/>
                  </a:cubicBezTo>
                  <a:cubicBezTo>
                    <a:pt x="132" y="361"/>
                    <a:pt x="130" y="358"/>
                    <a:pt x="129" y="357"/>
                  </a:cubicBezTo>
                  <a:cubicBezTo>
                    <a:pt x="128" y="356"/>
                    <a:pt x="125" y="354"/>
                    <a:pt x="124" y="353"/>
                  </a:cubicBezTo>
                  <a:cubicBezTo>
                    <a:pt x="123" y="351"/>
                    <a:pt x="120" y="347"/>
                    <a:pt x="119" y="345"/>
                  </a:cubicBezTo>
                  <a:cubicBezTo>
                    <a:pt x="118" y="343"/>
                    <a:pt x="116" y="339"/>
                    <a:pt x="115" y="336"/>
                  </a:cubicBezTo>
                  <a:cubicBezTo>
                    <a:pt x="115" y="334"/>
                    <a:pt x="116" y="329"/>
                    <a:pt x="115" y="327"/>
                  </a:cubicBezTo>
                  <a:cubicBezTo>
                    <a:pt x="114" y="326"/>
                    <a:pt x="112" y="323"/>
                    <a:pt x="111" y="322"/>
                  </a:cubicBezTo>
                  <a:cubicBezTo>
                    <a:pt x="110" y="322"/>
                    <a:pt x="108" y="322"/>
                    <a:pt x="106" y="322"/>
                  </a:cubicBezTo>
                  <a:cubicBezTo>
                    <a:pt x="105" y="322"/>
                    <a:pt x="103" y="324"/>
                    <a:pt x="102" y="325"/>
                  </a:cubicBezTo>
                  <a:cubicBezTo>
                    <a:pt x="102" y="325"/>
                    <a:pt x="101" y="327"/>
                    <a:pt x="100" y="327"/>
                  </a:cubicBezTo>
                  <a:cubicBezTo>
                    <a:pt x="99" y="328"/>
                    <a:pt x="95" y="326"/>
                    <a:pt x="94" y="325"/>
                  </a:cubicBezTo>
                  <a:cubicBezTo>
                    <a:pt x="93" y="324"/>
                    <a:pt x="93" y="321"/>
                    <a:pt x="93" y="320"/>
                  </a:cubicBezTo>
                  <a:cubicBezTo>
                    <a:pt x="93" y="318"/>
                    <a:pt x="95" y="313"/>
                    <a:pt x="95" y="311"/>
                  </a:cubicBezTo>
                  <a:cubicBezTo>
                    <a:pt x="95" y="309"/>
                    <a:pt x="93" y="307"/>
                    <a:pt x="92" y="306"/>
                  </a:cubicBezTo>
                  <a:cubicBezTo>
                    <a:pt x="91" y="305"/>
                    <a:pt x="88" y="304"/>
                    <a:pt x="87" y="303"/>
                  </a:cubicBezTo>
                  <a:cubicBezTo>
                    <a:pt x="86" y="302"/>
                    <a:pt x="84" y="299"/>
                    <a:pt x="83" y="298"/>
                  </a:cubicBezTo>
                  <a:cubicBezTo>
                    <a:pt x="82" y="296"/>
                    <a:pt x="80" y="292"/>
                    <a:pt x="78" y="291"/>
                  </a:cubicBezTo>
                  <a:cubicBezTo>
                    <a:pt x="77" y="289"/>
                    <a:pt x="73" y="288"/>
                    <a:pt x="71" y="286"/>
                  </a:cubicBezTo>
                  <a:cubicBezTo>
                    <a:pt x="70" y="286"/>
                    <a:pt x="68" y="284"/>
                    <a:pt x="67" y="283"/>
                  </a:cubicBezTo>
                  <a:cubicBezTo>
                    <a:pt x="65" y="282"/>
                    <a:pt x="62" y="278"/>
                    <a:pt x="60" y="276"/>
                  </a:cubicBezTo>
                  <a:cubicBezTo>
                    <a:pt x="58" y="276"/>
                    <a:pt x="55" y="275"/>
                    <a:pt x="53" y="275"/>
                  </a:cubicBezTo>
                  <a:cubicBezTo>
                    <a:pt x="52" y="275"/>
                    <a:pt x="49" y="275"/>
                    <a:pt x="47" y="275"/>
                  </a:cubicBezTo>
                  <a:cubicBezTo>
                    <a:pt x="47" y="275"/>
                    <a:pt x="46" y="274"/>
                    <a:pt x="46" y="274"/>
                  </a:cubicBezTo>
                  <a:cubicBezTo>
                    <a:pt x="46" y="274"/>
                    <a:pt x="46" y="274"/>
                    <a:pt x="46" y="274"/>
                  </a:cubicBezTo>
                  <a:cubicBezTo>
                    <a:pt x="46" y="273"/>
                    <a:pt x="46" y="271"/>
                    <a:pt x="47" y="270"/>
                  </a:cubicBezTo>
                  <a:cubicBezTo>
                    <a:pt x="47" y="268"/>
                    <a:pt x="50" y="267"/>
                    <a:pt x="50" y="266"/>
                  </a:cubicBezTo>
                  <a:cubicBezTo>
                    <a:pt x="50" y="264"/>
                    <a:pt x="48" y="262"/>
                    <a:pt x="47" y="261"/>
                  </a:cubicBezTo>
                  <a:cubicBezTo>
                    <a:pt x="46" y="260"/>
                    <a:pt x="44" y="259"/>
                    <a:pt x="43" y="257"/>
                  </a:cubicBezTo>
                  <a:cubicBezTo>
                    <a:pt x="43" y="256"/>
                    <a:pt x="43" y="254"/>
                    <a:pt x="43" y="253"/>
                  </a:cubicBezTo>
                  <a:cubicBezTo>
                    <a:pt x="43" y="252"/>
                    <a:pt x="46" y="249"/>
                    <a:pt x="47" y="248"/>
                  </a:cubicBezTo>
                  <a:cubicBezTo>
                    <a:pt x="48" y="247"/>
                    <a:pt x="51" y="246"/>
                    <a:pt x="52" y="245"/>
                  </a:cubicBezTo>
                  <a:cubicBezTo>
                    <a:pt x="53" y="244"/>
                    <a:pt x="52" y="241"/>
                    <a:pt x="52" y="240"/>
                  </a:cubicBezTo>
                  <a:cubicBezTo>
                    <a:pt x="53" y="239"/>
                    <a:pt x="54" y="237"/>
                    <a:pt x="55" y="237"/>
                  </a:cubicBezTo>
                  <a:cubicBezTo>
                    <a:pt x="56" y="236"/>
                    <a:pt x="60" y="236"/>
                    <a:pt x="61" y="236"/>
                  </a:cubicBezTo>
                  <a:cubicBezTo>
                    <a:pt x="63" y="236"/>
                    <a:pt x="65" y="237"/>
                    <a:pt x="66" y="237"/>
                  </a:cubicBezTo>
                  <a:cubicBezTo>
                    <a:pt x="67" y="238"/>
                    <a:pt x="69" y="240"/>
                    <a:pt x="70" y="241"/>
                  </a:cubicBezTo>
                  <a:cubicBezTo>
                    <a:pt x="71" y="241"/>
                    <a:pt x="74" y="242"/>
                    <a:pt x="75" y="241"/>
                  </a:cubicBezTo>
                  <a:cubicBezTo>
                    <a:pt x="77" y="241"/>
                    <a:pt x="78" y="237"/>
                    <a:pt x="79" y="235"/>
                  </a:cubicBezTo>
                  <a:cubicBezTo>
                    <a:pt x="80" y="234"/>
                    <a:pt x="83" y="233"/>
                    <a:pt x="84" y="232"/>
                  </a:cubicBezTo>
                  <a:cubicBezTo>
                    <a:pt x="84" y="231"/>
                    <a:pt x="85" y="229"/>
                    <a:pt x="85" y="228"/>
                  </a:cubicBezTo>
                  <a:cubicBezTo>
                    <a:pt x="85" y="227"/>
                    <a:pt x="83" y="226"/>
                    <a:pt x="82" y="225"/>
                  </a:cubicBezTo>
                  <a:cubicBezTo>
                    <a:pt x="81" y="224"/>
                    <a:pt x="79" y="222"/>
                    <a:pt x="78" y="221"/>
                  </a:cubicBezTo>
                  <a:cubicBezTo>
                    <a:pt x="77" y="220"/>
                    <a:pt x="75" y="217"/>
                    <a:pt x="74" y="216"/>
                  </a:cubicBezTo>
                  <a:cubicBezTo>
                    <a:pt x="74" y="215"/>
                    <a:pt x="72" y="213"/>
                    <a:pt x="72" y="212"/>
                  </a:cubicBezTo>
                  <a:cubicBezTo>
                    <a:pt x="72" y="210"/>
                    <a:pt x="75" y="207"/>
                    <a:pt x="75" y="205"/>
                  </a:cubicBezTo>
                  <a:cubicBezTo>
                    <a:pt x="76" y="203"/>
                    <a:pt x="78" y="200"/>
                    <a:pt x="78" y="198"/>
                  </a:cubicBezTo>
                  <a:cubicBezTo>
                    <a:pt x="78" y="197"/>
                    <a:pt x="77" y="195"/>
                    <a:pt x="77" y="194"/>
                  </a:cubicBezTo>
                  <a:cubicBezTo>
                    <a:pt x="75" y="192"/>
                    <a:pt x="72" y="191"/>
                    <a:pt x="71" y="190"/>
                  </a:cubicBezTo>
                  <a:cubicBezTo>
                    <a:pt x="69" y="189"/>
                    <a:pt x="65" y="187"/>
                    <a:pt x="64" y="186"/>
                  </a:cubicBezTo>
                  <a:cubicBezTo>
                    <a:pt x="63" y="185"/>
                    <a:pt x="61" y="183"/>
                    <a:pt x="60" y="181"/>
                  </a:cubicBezTo>
                  <a:cubicBezTo>
                    <a:pt x="58" y="179"/>
                    <a:pt x="55" y="174"/>
                    <a:pt x="54" y="172"/>
                  </a:cubicBezTo>
                  <a:cubicBezTo>
                    <a:pt x="53" y="170"/>
                    <a:pt x="51" y="168"/>
                    <a:pt x="50" y="166"/>
                  </a:cubicBezTo>
                  <a:cubicBezTo>
                    <a:pt x="50" y="166"/>
                    <a:pt x="48" y="165"/>
                    <a:pt x="47" y="164"/>
                  </a:cubicBezTo>
                  <a:cubicBezTo>
                    <a:pt x="46" y="163"/>
                    <a:pt x="45" y="161"/>
                    <a:pt x="44" y="160"/>
                  </a:cubicBezTo>
                  <a:cubicBezTo>
                    <a:pt x="43" y="159"/>
                    <a:pt x="42" y="158"/>
                    <a:pt x="41" y="157"/>
                  </a:cubicBezTo>
                  <a:cubicBezTo>
                    <a:pt x="40" y="157"/>
                    <a:pt x="36" y="156"/>
                    <a:pt x="35" y="155"/>
                  </a:cubicBezTo>
                  <a:cubicBezTo>
                    <a:pt x="35" y="155"/>
                    <a:pt x="34" y="154"/>
                    <a:pt x="34" y="153"/>
                  </a:cubicBezTo>
                  <a:cubicBezTo>
                    <a:pt x="34" y="152"/>
                    <a:pt x="35" y="150"/>
                    <a:pt x="36" y="150"/>
                  </a:cubicBezTo>
                  <a:cubicBezTo>
                    <a:pt x="37" y="146"/>
                    <a:pt x="41" y="140"/>
                    <a:pt x="42" y="136"/>
                  </a:cubicBezTo>
                  <a:cubicBezTo>
                    <a:pt x="43" y="133"/>
                    <a:pt x="44" y="124"/>
                    <a:pt x="44" y="120"/>
                  </a:cubicBezTo>
                  <a:cubicBezTo>
                    <a:pt x="44" y="118"/>
                    <a:pt x="43" y="115"/>
                    <a:pt x="43" y="113"/>
                  </a:cubicBezTo>
                  <a:cubicBezTo>
                    <a:pt x="42" y="111"/>
                    <a:pt x="39" y="109"/>
                    <a:pt x="38" y="107"/>
                  </a:cubicBezTo>
                  <a:cubicBezTo>
                    <a:pt x="37" y="105"/>
                    <a:pt x="35" y="101"/>
                    <a:pt x="35" y="99"/>
                  </a:cubicBezTo>
                  <a:cubicBezTo>
                    <a:pt x="34" y="97"/>
                    <a:pt x="32" y="93"/>
                    <a:pt x="31" y="91"/>
                  </a:cubicBezTo>
                  <a:cubicBezTo>
                    <a:pt x="31" y="89"/>
                    <a:pt x="28" y="86"/>
                    <a:pt x="28" y="84"/>
                  </a:cubicBezTo>
                  <a:cubicBezTo>
                    <a:pt x="28" y="83"/>
                    <a:pt x="30" y="82"/>
                    <a:pt x="31" y="81"/>
                  </a:cubicBezTo>
                  <a:cubicBezTo>
                    <a:pt x="32" y="80"/>
                    <a:pt x="35" y="78"/>
                    <a:pt x="34" y="77"/>
                  </a:cubicBezTo>
                  <a:cubicBezTo>
                    <a:pt x="34" y="76"/>
                    <a:pt x="30" y="75"/>
                    <a:pt x="29" y="74"/>
                  </a:cubicBezTo>
                  <a:cubicBezTo>
                    <a:pt x="28" y="73"/>
                    <a:pt x="27" y="70"/>
                    <a:pt x="27" y="69"/>
                  </a:cubicBezTo>
                  <a:cubicBezTo>
                    <a:pt x="26" y="67"/>
                    <a:pt x="26" y="63"/>
                    <a:pt x="26" y="61"/>
                  </a:cubicBezTo>
                  <a:cubicBezTo>
                    <a:pt x="25" y="60"/>
                    <a:pt x="26" y="56"/>
                    <a:pt x="26" y="54"/>
                  </a:cubicBezTo>
                  <a:cubicBezTo>
                    <a:pt x="25" y="53"/>
                    <a:pt x="24" y="50"/>
                    <a:pt x="23" y="49"/>
                  </a:cubicBezTo>
                  <a:cubicBezTo>
                    <a:pt x="22" y="48"/>
                    <a:pt x="21" y="48"/>
                    <a:pt x="20" y="47"/>
                  </a:cubicBezTo>
                  <a:cubicBezTo>
                    <a:pt x="18" y="47"/>
                    <a:pt x="13" y="48"/>
                    <a:pt x="12" y="46"/>
                  </a:cubicBezTo>
                  <a:cubicBezTo>
                    <a:pt x="10" y="46"/>
                    <a:pt x="9" y="42"/>
                    <a:pt x="8" y="41"/>
                  </a:cubicBezTo>
                  <a:cubicBezTo>
                    <a:pt x="7" y="40"/>
                    <a:pt x="6" y="39"/>
                    <a:pt x="5" y="39"/>
                  </a:cubicBezTo>
                  <a:cubicBezTo>
                    <a:pt x="4" y="38"/>
                    <a:pt x="2" y="37"/>
                    <a:pt x="0" y="36"/>
                  </a:cubicBezTo>
                  <a:cubicBezTo>
                    <a:pt x="1" y="34"/>
                    <a:pt x="2" y="32"/>
                    <a:pt x="3" y="31"/>
                  </a:cubicBezTo>
                  <a:cubicBezTo>
                    <a:pt x="3" y="29"/>
                    <a:pt x="4" y="24"/>
                    <a:pt x="5" y="21"/>
                  </a:cubicBezTo>
                  <a:cubicBezTo>
                    <a:pt x="6" y="19"/>
                    <a:pt x="8" y="15"/>
                    <a:pt x="10" y="13"/>
                  </a:cubicBezTo>
                  <a:cubicBezTo>
                    <a:pt x="10" y="12"/>
                    <a:pt x="13" y="10"/>
                    <a:pt x="14" y="10"/>
                  </a:cubicBezTo>
                  <a:cubicBezTo>
                    <a:pt x="16" y="9"/>
                    <a:pt x="20" y="9"/>
                    <a:pt x="22" y="10"/>
                  </a:cubicBezTo>
                  <a:cubicBezTo>
                    <a:pt x="26" y="10"/>
                    <a:pt x="36" y="12"/>
                    <a:pt x="40" y="13"/>
                  </a:cubicBezTo>
                  <a:cubicBezTo>
                    <a:pt x="44" y="13"/>
                    <a:pt x="51" y="15"/>
                    <a:pt x="55" y="15"/>
                  </a:cubicBezTo>
                  <a:cubicBezTo>
                    <a:pt x="59" y="14"/>
                    <a:pt x="67" y="12"/>
                    <a:pt x="71" y="11"/>
                  </a:cubicBezTo>
                  <a:cubicBezTo>
                    <a:pt x="75" y="11"/>
                    <a:pt x="82" y="10"/>
                    <a:pt x="85" y="10"/>
                  </a:cubicBezTo>
                  <a:cubicBezTo>
                    <a:pt x="90" y="9"/>
                    <a:pt x="100" y="6"/>
                    <a:pt x="105" y="4"/>
                  </a:cubicBezTo>
                  <a:cubicBezTo>
                    <a:pt x="108" y="3"/>
                    <a:pt x="114" y="1"/>
                    <a:pt x="117" y="1"/>
                  </a:cubicBezTo>
                  <a:cubicBezTo>
                    <a:pt x="119" y="0"/>
                    <a:pt x="123" y="0"/>
                    <a:pt x="124" y="1"/>
                  </a:cubicBezTo>
                  <a:cubicBezTo>
                    <a:pt x="126" y="1"/>
                    <a:pt x="127" y="4"/>
                    <a:pt x="127" y="5"/>
                  </a:cubicBezTo>
                  <a:cubicBezTo>
                    <a:pt x="128" y="7"/>
                    <a:pt x="129" y="12"/>
                    <a:pt x="130" y="14"/>
                  </a:cubicBezTo>
                  <a:cubicBezTo>
                    <a:pt x="130" y="17"/>
                    <a:pt x="131" y="22"/>
                    <a:pt x="132" y="25"/>
                  </a:cubicBezTo>
                  <a:cubicBezTo>
                    <a:pt x="132" y="27"/>
                    <a:pt x="134" y="31"/>
                    <a:pt x="135" y="32"/>
                  </a:cubicBezTo>
                  <a:cubicBezTo>
                    <a:pt x="137" y="33"/>
                    <a:pt x="139" y="34"/>
                    <a:pt x="141" y="34"/>
                  </a:cubicBezTo>
                  <a:cubicBezTo>
                    <a:pt x="142" y="34"/>
                    <a:pt x="144" y="30"/>
                    <a:pt x="145" y="29"/>
                  </a:cubicBezTo>
                  <a:cubicBezTo>
                    <a:pt x="147" y="27"/>
                    <a:pt x="152" y="24"/>
                    <a:pt x="154" y="24"/>
                  </a:cubicBezTo>
                  <a:cubicBezTo>
                    <a:pt x="156" y="23"/>
                    <a:pt x="161" y="24"/>
                    <a:pt x="164" y="24"/>
                  </a:cubicBezTo>
                  <a:cubicBezTo>
                    <a:pt x="163" y="26"/>
                    <a:pt x="163" y="28"/>
                    <a:pt x="163" y="29"/>
                  </a:cubicBezTo>
                  <a:cubicBezTo>
                    <a:pt x="164" y="30"/>
                    <a:pt x="164" y="33"/>
                    <a:pt x="165" y="34"/>
                  </a:cubicBezTo>
                  <a:cubicBezTo>
                    <a:pt x="166" y="36"/>
                    <a:pt x="171" y="40"/>
                    <a:pt x="173" y="41"/>
                  </a:cubicBezTo>
                  <a:cubicBezTo>
                    <a:pt x="175" y="44"/>
                    <a:pt x="181" y="48"/>
                    <a:pt x="183" y="51"/>
                  </a:cubicBezTo>
                  <a:cubicBezTo>
                    <a:pt x="184" y="52"/>
                    <a:pt x="186" y="56"/>
                    <a:pt x="187" y="58"/>
                  </a:cubicBezTo>
                  <a:cubicBezTo>
                    <a:pt x="189" y="59"/>
                    <a:pt x="192" y="61"/>
                    <a:pt x="193" y="62"/>
                  </a:cubicBezTo>
                  <a:cubicBezTo>
                    <a:pt x="195" y="63"/>
                    <a:pt x="199" y="65"/>
                    <a:pt x="201" y="66"/>
                  </a:cubicBezTo>
                  <a:cubicBezTo>
                    <a:pt x="202" y="67"/>
                    <a:pt x="204" y="70"/>
                    <a:pt x="206" y="72"/>
                  </a:cubicBezTo>
                  <a:cubicBezTo>
                    <a:pt x="207" y="74"/>
                    <a:pt x="209" y="78"/>
                    <a:pt x="210" y="79"/>
                  </a:cubicBezTo>
                  <a:cubicBezTo>
                    <a:pt x="212" y="80"/>
                    <a:pt x="215" y="82"/>
                    <a:pt x="217" y="83"/>
                  </a:cubicBezTo>
                  <a:cubicBezTo>
                    <a:pt x="220" y="85"/>
                    <a:pt x="228" y="88"/>
                    <a:pt x="232" y="89"/>
                  </a:cubicBezTo>
                  <a:cubicBezTo>
                    <a:pt x="236" y="91"/>
                    <a:pt x="243" y="92"/>
                    <a:pt x="246" y="94"/>
                  </a:cubicBezTo>
                  <a:cubicBezTo>
                    <a:pt x="249" y="96"/>
                    <a:pt x="252" y="102"/>
                    <a:pt x="254" y="104"/>
                  </a:cubicBezTo>
                  <a:cubicBezTo>
                    <a:pt x="256" y="106"/>
                    <a:pt x="259" y="110"/>
                    <a:pt x="261" y="111"/>
                  </a:cubicBezTo>
                  <a:cubicBezTo>
                    <a:pt x="264" y="114"/>
                    <a:pt x="272" y="118"/>
                    <a:pt x="276" y="121"/>
                  </a:cubicBezTo>
                  <a:cubicBezTo>
                    <a:pt x="279" y="123"/>
                    <a:pt x="285" y="126"/>
                    <a:pt x="287" y="129"/>
                  </a:cubicBezTo>
                  <a:cubicBezTo>
                    <a:pt x="289" y="130"/>
                    <a:pt x="293" y="133"/>
                    <a:pt x="294" y="135"/>
                  </a:cubicBezTo>
                  <a:cubicBezTo>
                    <a:pt x="295" y="138"/>
                    <a:pt x="295" y="145"/>
                    <a:pt x="296" y="149"/>
                  </a:cubicBezTo>
                  <a:cubicBezTo>
                    <a:pt x="297" y="151"/>
                    <a:pt x="298" y="155"/>
                    <a:pt x="300" y="156"/>
                  </a:cubicBezTo>
                  <a:cubicBezTo>
                    <a:pt x="302" y="159"/>
                    <a:pt x="308" y="160"/>
                    <a:pt x="310" y="162"/>
                  </a:cubicBezTo>
                  <a:cubicBezTo>
                    <a:pt x="312" y="164"/>
                    <a:pt x="316" y="168"/>
                    <a:pt x="318" y="170"/>
                  </a:cubicBezTo>
                  <a:cubicBezTo>
                    <a:pt x="319" y="172"/>
                    <a:pt x="322" y="174"/>
                    <a:pt x="323" y="176"/>
                  </a:cubicBezTo>
                  <a:cubicBezTo>
                    <a:pt x="324" y="177"/>
                    <a:pt x="327" y="180"/>
                    <a:pt x="327" y="182"/>
                  </a:cubicBezTo>
                  <a:cubicBezTo>
                    <a:pt x="328" y="183"/>
                    <a:pt x="327" y="187"/>
                    <a:pt x="328" y="188"/>
                  </a:cubicBezTo>
                  <a:cubicBezTo>
                    <a:pt x="329" y="189"/>
                    <a:pt x="332" y="190"/>
                    <a:pt x="333" y="19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7"/>
            <p:cNvSpPr>
              <a:spLocks/>
            </p:cNvSpPr>
            <p:nvPr/>
          </p:nvSpPr>
          <p:spPr bwMode="auto">
            <a:xfrm>
              <a:off x="2016125" y="3160713"/>
              <a:ext cx="547688" cy="685800"/>
            </a:xfrm>
            <a:custGeom>
              <a:avLst/>
              <a:gdLst/>
              <a:ahLst/>
              <a:cxnLst>
                <a:cxn ang="0">
                  <a:pos x="261" y="303"/>
                </a:cxn>
                <a:cxn ang="0">
                  <a:pos x="248" y="312"/>
                </a:cxn>
                <a:cxn ang="0">
                  <a:pos x="239" y="325"/>
                </a:cxn>
                <a:cxn ang="0">
                  <a:pos x="237" y="336"/>
                </a:cxn>
                <a:cxn ang="0">
                  <a:pos x="229" y="338"/>
                </a:cxn>
                <a:cxn ang="0">
                  <a:pos x="230" y="353"/>
                </a:cxn>
                <a:cxn ang="0">
                  <a:pos x="221" y="360"/>
                </a:cxn>
                <a:cxn ang="0">
                  <a:pos x="206" y="377"/>
                </a:cxn>
                <a:cxn ang="0">
                  <a:pos x="185" y="372"/>
                </a:cxn>
                <a:cxn ang="0">
                  <a:pos x="173" y="367"/>
                </a:cxn>
                <a:cxn ang="0">
                  <a:pos x="165" y="352"/>
                </a:cxn>
                <a:cxn ang="0">
                  <a:pos x="145" y="337"/>
                </a:cxn>
                <a:cxn ang="0">
                  <a:pos x="133" y="333"/>
                </a:cxn>
                <a:cxn ang="0">
                  <a:pos x="117" y="341"/>
                </a:cxn>
                <a:cxn ang="0">
                  <a:pos x="98" y="341"/>
                </a:cxn>
                <a:cxn ang="0">
                  <a:pos x="91" y="346"/>
                </a:cxn>
                <a:cxn ang="0">
                  <a:pos x="80" y="344"/>
                </a:cxn>
                <a:cxn ang="0">
                  <a:pos x="74" y="352"/>
                </a:cxn>
                <a:cxn ang="0">
                  <a:pos x="60" y="343"/>
                </a:cxn>
                <a:cxn ang="0">
                  <a:pos x="49" y="328"/>
                </a:cxn>
                <a:cxn ang="0">
                  <a:pos x="56" y="305"/>
                </a:cxn>
                <a:cxn ang="0">
                  <a:pos x="46" y="280"/>
                </a:cxn>
                <a:cxn ang="0">
                  <a:pos x="32" y="282"/>
                </a:cxn>
                <a:cxn ang="0">
                  <a:pos x="12" y="259"/>
                </a:cxn>
                <a:cxn ang="0">
                  <a:pos x="1" y="246"/>
                </a:cxn>
                <a:cxn ang="0">
                  <a:pos x="16" y="239"/>
                </a:cxn>
                <a:cxn ang="0">
                  <a:pos x="28" y="236"/>
                </a:cxn>
                <a:cxn ang="0">
                  <a:pos x="18" y="223"/>
                </a:cxn>
                <a:cxn ang="0">
                  <a:pos x="13" y="206"/>
                </a:cxn>
                <a:cxn ang="0">
                  <a:pos x="9" y="178"/>
                </a:cxn>
                <a:cxn ang="0">
                  <a:pos x="0" y="152"/>
                </a:cxn>
                <a:cxn ang="0">
                  <a:pos x="7" y="133"/>
                </a:cxn>
                <a:cxn ang="0">
                  <a:pos x="7" y="117"/>
                </a:cxn>
                <a:cxn ang="0">
                  <a:pos x="19" y="93"/>
                </a:cxn>
                <a:cxn ang="0">
                  <a:pos x="12" y="55"/>
                </a:cxn>
                <a:cxn ang="0">
                  <a:pos x="25" y="32"/>
                </a:cxn>
                <a:cxn ang="0">
                  <a:pos x="49" y="10"/>
                </a:cxn>
                <a:cxn ang="0">
                  <a:pos x="84" y="8"/>
                </a:cxn>
                <a:cxn ang="0">
                  <a:pos x="118" y="12"/>
                </a:cxn>
                <a:cxn ang="0">
                  <a:pos x="135" y="15"/>
                </a:cxn>
                <a:cxn ang="0">
                  <a:pos x="154" y="23"/>
                </a:cxn>
                <a:cxn ang="0">
                  <a:pos x="181" y="44"/>
                </a:cxn>
                <a:cxn ang="0">
                  <a:pos x="203" y="68"/>
                </a:cxn>
                <a:cxn ang="0">
                  <a:pos x="217" y="55"/>
                </a:cxn>
                <a:cxn ang="0">
                  <a:pos x="229" y="65"/>
                </a:cxn>
                <a:cxn ang="0">
                  <a:pos x="243" y="73"/>
                </a:cxn>
                <a:cxn ang="0">
                  <a:pos x="246" y="93"/>
                </a:cxn>
                <a:cxn ang="0">
                  <a:pos x="245" y="103"/>
                </a:cxn>
                <a:cxn ang="0">
                  <a:pos x="255" y="126"/>
                </a:cxn>
                <a:cxn ang="0">
                  <a:pos x="259" y="155"/>
                </a:cxn>
                <a:cxn ang="0">
                  <a:pos x="252" y="174"/>
                </a:cxn>
                <a:cxn ang="0">
                  <a:pos x="264" y="183"/>
                </a:cxn>
                <a:cxn ang="0">
                  <a:pos x="277" y="200"/>
                </a:cxn>
                <a:cxn ang="0">
                  <a:pos x="294" y="213"/>
                </a:cxn>
                <a:cxn ang="0">
                  <a:pos x="289" y="231"/>
                </a:cxn>
                <a:cxn ang="0">
                  <a:pos x="299" y="244"/>
                </a:cxn>
                <a:cxn ang="0">
                  <a:pos x="296" y="254"/>
                </a:cxn>
                <a:cxn ang="0">
                  <a:pos x="283" y="256"/>
                </a:cxn>
                <a:cxn ang="0">
                  <a:pos x="269" y="259"/>
                </a:cxn>
                <a:cxn ang="0">
                  <a:pos x="260" y="272"/>
                </a:cxn>
                <a:cxn ang="0">
                  <a:pos x="267" y="285"/>
                </a:cxn>
                <a:cxn ang="0">
                  <a:pos x="263" y="293"/>
                </a:cxn>
              </a:cxnLst>
              <a:rect l="0" t="0" r="r" b="b"/>
              <a:pathLst>
                <a:path w="302" h="378">
                  <a:moveTo>
                    <a:pt x="263" y="293"/>
                  </a:moveTo>
                  <a:cubicBezTo>
                    <a:pt x="262" y="295"/>
                    <a:pt x="261" y="297"/>
                    <a:pt x="261" y="298"/>
                  </a:cubicBezTo>
                  <a:cubicBezTo>
                    <a:pt x="261" y="299"/>
                    <a:pt x="261" y="302"/>
                    <a:pt x="261" y="303"/>
                  </a:cubicBezTo>
                  <a:cubicBezTo>
                    <a:pt x="260" y="304"/>
                    <a:pt x="260" y="307"/>
                    <a:pt x="259" y="307"/>
                  </a:cubicBezTo>
                  <a:cubicBezTo>
                    <a:pt x="257" y="309"/>
                    <a:pt x="253" y="308"/>
                    <a:pt x="252" y="309"/>
                  </a:cubicBezTo>
                  <a:cubicBezTo>
                    <a:pt x="250" y="310"/>
                    <a:pt x="249" y="311"/>
                    <a:pt x="248" y="312"/>
                  </a:cubicBezTo>
                  <a:cubicBezTo>
                    <a:pt x="246" y="313"/>
                    <a:pt x="243" y="314"/>
                    <a:pt x="242" y="315"/>
                  </a:cubicBezTo>
                  <a:cubicBezTo>
                    <a:pt x="241" y="316"/>
                    <a:pt x="240" y="319"/>
                    <a:pt x="239" y="320"/>
                  </a:cubicBezTo>
                  <a:cubicBezTo>
                    <a:pt x="239" y="321"/>
                    <a:pt x="239" y="324"/>
                    <a:pt x="239" y="325"/>
                  </a:cubicBezTo>
                  <a:cubicBezTo>
                    <a:pt x="238" y="326"/>
                    <a:pt x="237" y="328"/>
                    <a:pt x="237" y="329"/>
                  </a:cubicBezTo>
                  <a:cubicBezTo>
                    <a:pt x="237" y="330"/>
                    <a:pt x="237" y="332"/>
                    <a:pt x="237" y="333"/>
                  </a:cubicBezTo>
                  <a:cubicBezTo>
                    <a:pt x="237" y="334"/>
                    <a:pt x="237" y="335"/>
                    <a:pt x="237" y="336"/>
                  </a:cubicBezTo>
                  <a:cubicBezTo>
                    <a:pt x="236" y="337"/>
                    <a:pt x="234" y="336"/>
                    <a:pt x="233" y="336"/>
                  </a:cubicBezTo>
                  <a:cubicBezTo>
                    <a:pt x="232" y="336"/>
                    <a:pt x="230" y="334"/>
                    <a:pt x="230" y="335"/>
                  </a:cubicBezTo>
                  <a:cubicBezTo>
                    <a:pt x="229" y="335"/>
                    <a:pt x="229" y="337"/>
                    <a:pt x="229" y="338"/>
                  </a:cubicBezTo>
                  <a:cubicBezTo>
                    <a:pt x="229" y="339"/>
                    <a:pt x="228" y="341"/>
                    <a:pt x="227" y="342"/>
                  </a:cubicBezTo>
                  <a:cubicBezTo>
                    <a:pt x="227" y="343"/>
                    <a:pt x="227" y="345"/>
                    <a:pt x="227" y="346"/>
                  </a:cubicBezTo>
                  <a:cubicBezTo>
                    <a:pt x="228" y="348"/>
                    <a:pt x="230" y="351"/>
                    <a:pt x="230" y="353"/>
                  </a:cubicBezTo>
                  <a:cubicBezTo>
                    <a:pt x="230" y="354"/>
                    <a:pt x="232" y="357"/>
                    <a:pt x="231" y="358"/>
                  </a:cubicBezTo>
                  <a:cubicBezTo>
                    <a:pt x="230" y="359"/>
                    <a:pt x="227" y="359"/>
                    <a:pt x="225" y="360"/>
                  </a:cubicBezTo>
                  <a:cubicBezTo>
                    <a:pt x="224" y="360"/>
                    <a:pt x="222" y="360"/>
                    <a:pt x="221" y="360"/>
                  </a:cubicBezTo>
                  <a:cubicBezTo>
                    <a:pt x="219" y="361"/>
                    <a:pt x="217" y="367"/>
                    <a:pt x="215" y="368"/>
                  </a:cubicBezTo>
                  <a:cubicBezTo>
                    <a:pt x="214" y="369"/>
                    <a:pt x="211" y="370"/>
                    <a:pt x="210" y="371"/>
                  </a:cubicBezTo>
                  <a:cubicBezTo>
                    <a:pt x="209" y="372"/>
                    <a:pt x="207" y="376"/>
                    <a:pt x="206" y="377"/>
                  </a:cubicBezTo>
                  <a:cubicBezTo>
                    <a:pt x="204" y="378"/>
                    <a:pt x="199" y="378"/>
                    <a:pt x="197" y="378"/>
                  </a:cubicBezTo>
                  <a:cubicBezTo>
                    <a:pt x="195" y="378"/>
                    <a:pt x="192" y="376"/>
                    <a:pt x="190" y="375"/>
                  </a:cubicBezTo>
                  <a:cubicBezTo>
                    <a:pt x="189" y="374"/>
                    <a:pt x="186" y="372"/>
                    <a:pt x="185" y="372"/>
                  </a:cubicBezTo>
                  <a:cubicBezTo>
                    <a:pt x="183" y="371"/>
                    <a:pt x="180" y="374"/>
                    <a:pt x="178" y="373"/>
                  </a:cubicBezTo>
                  <a:cubicBezTo>
                    <a:pt x="177" y="373"/>
                    <a:pt x="176" y="372"/>
                    <a:pt x="176" y="371"/>
                  </a:cubicBezTo>
                  <a:cubicBezTo>
                    <a:pt x="175" y="370"/>
                    <a:pt x="173" y="368"/>
                    <a:pt x="173" y="367"/>
                  </a:cubicBezTo>
                  <a:cubicBezTo>
                    <a:pt x="173" y="365"/>
                    <a:pt x="175" y="362"/>
                    <a:pt x="174" y="361"/>
                  </a:cubicBezTo>
                  <a:cubicBezTo>
                    <a:pt x="174" y="359"/>
                    <a:pt x="170" y="359"/>
                    <a:pt x="169" y="358"/>
                  </a:cubicBezTo>
                  <a:cubicBezTo>
                    <a:pt x="168" y="356"/>
                    <a:pt x="166" y="353"/>
                    <a:pt x="165" y="352"/>
                  </a:cubicBezTo>
                  <a:cubicBezTo>
                    <a:pt x="163" y="350"/>
                    <a:pt x="159" y="346"/>
                    <a:pt x="157" y="344"/>
                  </a:cubicBezTo>
                  <a:cubicBezTo>
                    <a:pt x="156" y="343"/>
                    <a:pt x="152" y="342"/>
                    <a:pt x="150" y="341"/>
                  </a:cubicBezTo>
                  <a:cubicBezTo>
                    <a:pt x="149" y="340"/>
                    <a:pt x="146" y="338"/>
                    <a:pt x="145" y="337"/>
                  </a:cubicBezTo>
                  <a:cubicBezTo>
                    <a:pt x="144" y="336"/>
                    <a:pt x="142" y="334"/>
                    <a:pt x="141" y="333"/>
                  </a:cubicBezTo>
                  <a:cubicBezTo>
                    <a:pt x="140" y="332"/>
                    <a:pt x="137" y="331"/>
                    <a:pt x="135" y="331"/>
                  </a:cubicBezTo>
                  <a:cubicBezTo>
                    <a:pt x="134" y="331"/>
                    <a:pt x="133" y="332"/>
                    <a:pt x="133" y="333"/>
                  </a:cubicBezTo>
                  <a:cubicBezTo>
                    <a:pt x="132" y="334"/>
                    <a:pt x="130" y="337"/>
                    <a:pt x="129" y="338"/>
                  </a:cubicBezTo>
                  <a:cubicBezTo>
                    <a:pt x="129" y="339"/>
                    <a:pt x="128" y="341"/>
                    <a:pt x="127" y="342"/>
                  </a:cubicBezTo>
                  <a:cubicBezTo>
                    <a:pt x="125" y="343"/>
                    <a:pt x="119" y="342"/>
                    <a:pt x="117" y="341"/>
                  </a:cubicBezTo>
                  <a:cubicBezTo>
                    <a:pt x="116" y="341"/>
                    <a:pt x="115" y="340"/>
                    <a:pt x="115" y="339"/>
                  </a:cubicBezTo>
                  <a:cubicBezTo>
                    <a:pt x="112" y="339"/>
                    <a:pt x="107" y="339"/>
                    <a:pt x="105" y="339"/>
                  </a:cubicBezTo>
                  <a:cubicBezTo>
                    <a:pt x="103" y="340"/>
                    <a:pt x="100" y="341"/>
                    <a:pt x="98" y="341"/>
                  </a:cubicBezTo>
                  <a:cubicBezTo>
                    <a:pt x="98" y="342"/>
                    <a:pt x="96" y="342"/>
                    <a:pt x="95" y="343"/>
                  </a:cubicBezTo>
                  <a:cubicBezTo>
                    <a:pt x="95" y="343"/>
                    <a:pt x="95" y="346"/>
                    <a:pt x="94" y="346"/>
                  </a:cubicBezTo>
                  <a:cubicBezTo>
                    <a:pt x="93" y="346"/>
                    <a:pt x="92" y="346"/>
                    <a:pt x="91" y="346"/>
                  </a:cubicBezTo>
                  <a:cubicBezTo>
                    <a:pt x="90" y="345"/>
                    <a:pt x="90" y="343"/>
                    <a:pt x="89" y="342"/>
                  </a:cubicBezTo>
                  <a:cubicBezTo>
                    <a:pt x="88" y="342"/>
                    <a:pt x="85" y="341"/>
                    <a:pt x="83" y="342"/>
                  </a:cubicBezTo>
                  <a:cubicBezTo>
                    <a:pt x="82" y="342"/>
                    <a:pt x="80" y="343"/>
                    <a:pt x="80" y="344"/>
                  </a:cubicBezTo>
                  <a:cubicBezTo>
                    <a:pt x="79" y="345"/>
                    <a:pt x="79" y="348"/>
                    <a:pt x="79" y="349"/>
                  </a:cubicBezTo>
                  <a:cubicBezTo>
                    <a:pt x="78" y="350"/>
                    <a:pt x="75" y="350"/>
                    <a:pt x="74" y="351"/>
                  </a:cubicBezTo>
                  <a:cubicBezTo>
                    <a:pt x="74" y="351"/>
                    <a:pt x="74" y="351"/>
                    <a:pt x="74" y="352"/>
                  </a:cubicBezTo>
                  <a:cubicBezTo>
                    <a:pt x="73" y="350"/>
                    <a:pt x="72" y="349"/>
                    <a:pt x="71" y="349"/>
                  </a:cubicBezTo>
                  <a:cubicBezTo>
                    <a:pt x="70" y="348"/>
                    <a:pt x="67" y="346"/>
                    <a:pt x="65" y="345"/>
                  </a:cubicBezTo>
                  <a:cubicBezTo>
                    <a:pt x="64" y="344"/>
                    <a:pt x="61" y="344"/>
                    <a:pt x="60" y="343"/>
                  </a:cubicBezTo>
                  <a:cubicBezTo>
                    <a:pt x="58" y="343"/>
                    <a:pt x="56" y="341"/>
                    <a:pt x="54" y="340"/>
                  </a:cubicBezTo>
                  <a:cubicBezTo>
                    <a:pt x="52" y="339"/>
                    <a:pt x="47" y="336"/>
                    <a:pt x="46" y="333"/>
                  </a:cubicBezTo>
                  <a:cubicBezTo>
                    <a:pt x="46" y="332"/>
                    <a:pt x="48" y="329"/>
                    <a:pt x="49" y="328"/>
                  </a:cubicBezTo>
                  <a:cubicBezTo>
                    <a:pt x="50" y="326"/>
                    <a:pt x="53" y="323"/>
                    <a:pt x="54" y="321"/>
                  </a:cubicBezTo>
                  <a:cubicBezTo>
                    <a:pt x="54" y="320"/>
                    <a:pt x="56" y="317"/>
                    <a:pt x="56" y="316"/>
                  </a:cubicBezTo>
                  <a:cubicBezTo>
                    <a:pt x="56" y="313"/>
                    <a:pt x="56" y="308"/>
                    <a:pt x="56" y="305"/>
                  </a:cubicBezTo>
                  <a:cubicBezTo>
                    <a:pt x="55" y="302"/>
                    <a:pt x="52" y="297"/>
                    <a:pt x="51" y="295"/>
                  </a:cubicBezTo>
                  <a:cubicBezTo>
                    <a:pt x="50" y="293"/>
                    <a:pt x="48" y="289"/>
                    <a:pt x="48" y="286"/>
                  </a:cubicBezTo>
                  <a:cubicBezTo>
                    <a:pt x="47" y="285"/>
                    <a:pt x="46" y="281"/>
                    <a:pt x="46" y="280"/>
                  </a:cubicBezTo>
                  <a:cubicBezTo>
                    <a:pt x="45" y="278"/>
                    <a:pt x="42" y="274"/>
                    <a:pt x="40" y="274"/>
                  </a:cubicBezTo>
                  <a:cubicBezTo>
                    <a:pt x="39" y="274"/>
                    <a:pt x="37" y="277"/>
                    <a:pt x="36" y="278"/>
                  </a:cubicBezTo>
                  <a:cubicBezTo>
                    <a:pt x="35" y="279"/>
                    <a:pt x="34" y="282"/>
                    <a:pt x="32" y="282"/>
                  </a:cubicBezTo>
                  <a:cubicBezTo>
                    <a:pt x="31" y="282"/>
                    <a:pt x="28" y="280"/>
                    <a:pt x="27" y="279"/>
                  </a:cubicBezTo>
                  <a:cubicBezTo>
                    <a:pt x="24" y="277"/>
                    <a:pt x="22" y="271"/>
                    <a:pt x="20" y="268"/>
                  </a:cubicBezTo>
                  <a:cubicBezTo>
                    <a:pt x="18" y="266"/>
                    <a:pt x="15" y="261"/>
                    <a:pt x="12" y="259"/>
                  </a:cubicBezTo>
                  <a:cubicBezTo>
                    <a:pt x="11" y="258"/>
                    <a:pt x="8" y="258"/>
                    <a:pt x="7" y="257"/>
                  </a:cubicBezTo>
                  <a:cubicBezTo>
                    <a:pt x="6" y="256"/>
                    <a:pt x="4" y="255"/>
                    <a:pt x="3" y="253"/>
                  </a:cubicBezTo>
                  <a:cubicBezTo>
                    <a:pt x="2" y="252"/>
                    <a:pt x="1" y="248"/>
                    <a:pt x="1" y="246"/>
                  </a:cubicBezTo>
                  <a:cubicBezTo>
                    <a:pt x="1" y="245"/>
                    <a:pt x="3" y="243"/>
                    <a:pt x="4" y="242"/>
                  </a:cubicBezTo>
                  <a:cubicBezTo>
                    <a:pt x="5" y="241"/>
                    <a:pt x="7" y="240"/>
                    <a:pt x="8" y="240"/>
                  </a:cubicBezTo>
                  <a:cubicBezTo>
                    <a:pt x="10" y="239"/>
                    <a:pt x="14" y="238"/>
                    <a:pt x="16" y="239"/>
                  </a:cubicBezTo>
                  <a:cubicBezTo>
                    <a:pt x="17" y="239"/>
                    <a:pt x="18" y="241"/>
                    <a:pt x="19" y="242"/>
                  </a:cubicBezTo>
                  <a:cubicBezTo>
                    <a:pt x="20" y="243"/>
                    <a:pt x="22" y="244"/>
                    <a:pt x="23" y="244"/>
                  </a:cubicBezTo>
                  <a:cubicBezTo>
                    <a:pt x="25" y="243"/>
                    <a:pt x="28" y="239"/>
                    <a:pt x="28" y="236"/>
                  </a:cubicBezTo>
                  <a:cubicBezTo>
                    <a:pt x="28" y="235"/>
                    <a:pt x="27" y="231"/>
                    <a:pt x="25" y="230"/>
                  </a:cubicBezTo>
                  <a:cubicBezTo>
                    <a:pt x="24" y="229"/>
                    <a:pt x="21" y="230"/>
                    <a:pt x="20" y="229"/>
                  </a:cubicBezTo>
                  <a:cubicBezTo>
                    <a:pt x="19" y="228"/>
                    <a:pt x="18" y="224"/>
                    <a:pt x="18" y="223"/>
                  </a:cubicBezTo>
                  <a:cubicBezTo>
                    <a:pt x="18" y="221"/>
                    <a:pt x="20" y="219"/>
                    <a:pt x="20" y="218"/>
                  </a:cubicBezTo>
                  <a:cubicBezTo>
                    <a:pt x="19" y="216"/>
                    <a:pt x="17" y="214"/>
                    <a:pt x="17" y="213"/>
                  </a:cubicBezTo>
                  <a:cubicBezTo>
                    <a:pt x="16" y="211"/>
                    <a:pt x="14" y="208"/>
                    <a:pt x="13" y="206"/>
                  </a:cubicBezTo>
                  <a:cubicBezTo>
                    <a:pt x="12" y="203"/>
                    <a:pt x="10" y="198"/>
                    <a:pt x="9" y="195"/>
                  </a:cubicBezTo>
                  <a:cubicBezTo>
                    <a:pt x="9" y="194"/>
                    <a:pt x="7" y="191"/>
                    <a:pt x="7" y="189"/>
                  </a:cubicBezTo>
                  <a:cubicBezTo>
                    <a:pt x="7" y="186"/>
                    <a:pt x="9" y="181"/>
                    <a:pt x="9" y="178"/>
                  </a:cubicBezTo>
                  <a:cubicBezTo>
                    <a:pt x="9" y="175"/>
                    <a:pt x="7" y="171"/>
                    <a:pt x="6" y="169"/>
                  </a:cubicBezTo>
                  <a:cubicBezTo>
                    <a:pt x="5" y="166"/>
                    <a:pt x="4" y="159"/>
                    <a:pt x="3" y="156"/>
                  </a:cubicBezTo>
                  <a:cubicBezTo>
                    <a:pt x="2" y="155"/>
                    <a:pt x="0" y="153"/>
                    <a:pt x="0" y="152"/>
                  </a:cubicBezTo>
                  <a:cubicBezTo>
                    <a:pt x="0" y="150"/>
                    <a:pt x="2" y="146"/>
                    <a:pt x="2" y="144"/>
                  </a:cubicBezTo>
                  <a:cubicBezTo>
                    <a:pt x="3" y="143"/>
                    <a:pt x="6" y="140"/>
                    <a:pt x="6" y="138"/>
                  </a:cubicBezTo>
                  <a:cubicBezTo>
                    <a:pt x="7" y="137"/>
                    <a:pt x="7" y="133"/>
                    <a:pt x="7" y="133"/>
                  </a:cubicBezTo>
                  <a:cubicBezTo>
                    <a:pt x="4" y="129"/>
                    <a:pt x="4" y="129"/>
                    <a:pt x="4" y="129"/>
                  </a:cubicBezTo>
                  <a:cubicBezTo>
                    <a:pt x="6" y="127"/>
                    <a:pt x="7" y="124"/>
                    <a:pt x="8" y="123"/>
                  </a:cubicBezTo>
                  <a:cubicBezTo>
                    <a:pt x="8" y="121"/>
                    <a:pt x="7" y="119"/>
                    <a:pt x="7" y="117"/>
                  </a:cubicBezTo>
                  <a:cubicBezTo>
                    <a:pt x="7" y="114"/>
                    <a:pt x="7" y="107"/>
                    <a:pt x="9" y="105"/>
                  </a:cubicBezTo>
                  <a:cubicBezTo>
                    <a:pt x="10" y="103"/>
                    <a:pt x="15" y="102"/>
                    <a:pt x="16" y="101"/>
                  </a:cubicBezTo>
                  <a:cubicBezTo>
                    <a:pt x="17" y="99"/>
                    <a:pt x="19" y="95"/>
                    <a:pt x="19" y="93"/>
                  </a:cubicBezTo>
                  <a:cubicBezTo>
                    <a:pt x="19" y="90"/>
                    <a:pt x="16" y="84"/>
                    <a:pt x="16" y="80"/>
                  </a:cubicBezTo>
                  <a:cubicBezTo>
                    <a:pt x="15" y="78"/>
                    <a:pt x="15" y="72"/>
                    <a:pt x="15" y="70"/>
                  </a:cubicBezTo>
                  <a:cubicBezTo>
                    <a:pt x="14" y="66"/>
                    <a:pt x="13" y="59"/>
                    <a:pt x="12" y="55"/>
                  </a:cubicBezTo>
                  <a:cubicBezTo>
                    <a:pt x="12" y="54"/>
                    <a:pt x="11" y="50"/>
                    <a:pt x="12" y="48"/>
                  </a:cubicBezTo>
                  <a:cubicBezTo>
                    <a:pt x="13" y="45"/>
                    <a:pt x="16" y="41"/>
                    <a:pt x="18" y="39"/>
                  </a:cubicBezTo>
                  <a:cubicBezTo>
                    <a:pt x="20" y="37"/>
                    <a:pt x="23" y="33"/>
                    <a:pt x="25" y="32"/>
                  </a:cubicBezTo>
                  <a:cubicBezTo>
                    <a:pt x="27" y="30"/>
                    <a:pt x="31" y="29"/>
                    <a:pt x="33" y="27"/>
                  </a:cubicBezTo>
                  <a:cubicBezTo>
                    <a:pt x="34" y="26"/>
                    <a:pt x="37" y="21"/>
                    <a:pt x="38" y="19"/>
                  </a:cubicBezTo>
                  <a:cubicBezTo>
                    <a:pt x="41" y="17"/>
                    <a:pt x="46" y="12"/>
                    <a:pt x="49" y="10"/>
                  </a:cubicBezTo>
                  <a:cubicBezTo>
                    <a:pt x="53" y="8"/>
                    <a:pt x="61" y="3"/>
                    <a:pt x="66" y="2"/>
                  </a:cubicBezTo>
                  <a:cubicBezTo>
                    <a:pt x="69" y="1"/>
                    <a:pt x="75" y="0"/>
                    <a:pt x="77" y="1"/>
                  </a:cubicBezTo>
                  <a:cubicBezTo>
                    <a:pt x="79" y="2"/>
                    <a:pt x="82" y="7"/>
                    <a:pt x="84" y="8"/>
                  </a:cubicBezTo>
                  <a:cubicBezTo>
                    <a:pt x="86" y="9"/>
                    <a:pt x="92" y="8"/>
                    <a:pt x="94" y="9"/>
                  </a:cubicBezTo>
                  <a:cubicBezTo>
                    <a:pt x="97" y="9"/>
                    <a:pt x="103" y="10"/>
                    <a:pt x="106" y="10"/>
                  </a:cubicBezTo>
                  <a:cubicBezTo>
                    <a:pt x="109" y="11"/>
                    <a:pt x="115" y="11"/>
                    <a:pt x="118" y="12"/>
                  </a:cubicBezTo>
                  <a:cubicBezTo>
                    <a:pt x="120" y="12"/>
                    <a:pt x="124" y="13"/>
                    <a:pt x="125" y="14"/>
                  </a:cubicBezTo>
                  <a:cubicBezTo>
                    <a:pt x="126" y="15"/>
                    <a:pt x="127" y="16"/>
                    <a:pt x="128" y="17"/>
                  </a:cubicBezTo>
                  <a:cubicBezTo>
                    <a:pt x="130" y="17"/>
                    <a:pt x="134" y="15"/>
                    <a:pt x="135" y="15"/>
                  </a:cubicBezTo>
                  <a:cubicBezTo>
                    <a:pt x="137" y="16"/>
                    <a:pt x="139" y="17"/>
                    <a:pt x="141" y="18"/>
                  </a:cubicBezTo>
                  <a:cubicBezTo>
                    <a:pt x="142" y="19"/>
                    <a:pt x="145" y="22"/>
                    <a:pt x="147" y="22"/>
                  </a:cubicBezTo>
                  <a:cubicBezTo>
                    <a:pt x="149" y="23"/>
                    <a:pt x="152" y="23"/>
                    <a:pt x="154" y="23"/>
                  </a:cubicBezTo>
                  <a:cubicBezTo>
                    <a:pt x="156" y="24"/>
                    <a:pt x="158" y="26"/>
                    <a:pt x="160" y="27"/>
                  </a:cubicBezTo>
                  <a:cubicBezTo>
                    <a:pt x="162" y="29"/>
                    <a:pt x="167" y="34"/>
                    <a:pt x="169" y="35"/>
                  </a:cubicBezTo>
                  <a:cubicBezTo>
                    <a:pt x="172" y="38"/>
                    <a:pt x="179" y="41"/>
                    <a:pt x="181" y="44"/>
                  </a:cubicBezTo>
                  <a:cubicBezTo>
                    <a:pt x="184" y="46"/>
                    <a:pt x="189" y="51"/>
                    <a:pt x="191" y="54"/>
                  </a:cubicBezTo>
                  <a:cubicBezTo>
                    <a:pt x="192" y="55"/>
                    <a:pt x="194" y="59"/>
                    <a:pt x="195" y="60"/>
                  </a:cubicBezTo>
                  <a:cubicBezTo>
                    <a:pt x="197" y="63"/>
                    <a:pt x="200" y="68"/>
                    <a:pt x="203" y="68"/>
                  </a:cubicBezTo>
                  <a:cubicBezTo>
                    <a:pt x="206" y="69"/>
                    <a:pt x="210" y="65"/>
                    <a:pt x="212" y="63"/>
                  </a:cubicBezTo>
                  <a:cubicBezTo>
                    <a:pt x="213" y="62"/>
                    <a:pt x="215" y="60"/>
                    <a:pt x="216" y="59"/>
                  </a:cubicBezTo>
                  <a:cubicBezTo>
                    <a:pt x="216" y="58"/>
                    <a:pt x="217" y="57"/>
                    <a:pt x="217" y="55"/>
                  </a:cubicBezTo>
                  <a:cubicBezTo>
                    <a:pt x="219" y="56"/>
                    <a:pt x="221" y="57"/>
                    <a:pt x="222" y="58"/>
                  </a:cubicBezTo>
                  <a:cubicBezTo>
                    <a:pt x="223" y="58"/>
                    <a:pt x="224" y="59"/>
                    <a:pt x="225" y="60"/>
                  </a:cubicBezTo>
                  <a:cubicBezTo>
                    <a:pt x="226" y="61"/>
                    <a:pt x="227" y="65"/>
                    <a:pt x="229" y="65"/>
                  </a:cubicBezTo>
                  <a:cubicBezTo>
                    <a:pt x="230" y="67"/>
                    <a:pt x="235" y="66"/>
                    <a:pt x="237" y="66"/>
                  </a:cubicBezTo>
                  <a:cubicBezTo>
                    <a:pt x="238" y="67"/>
                    <a:pt x="239" y="67"/>
                    <a:pt x="240" y="68"/>
                  </a:cubicBezTo>
                  <a:cubicBezTo>
                    <a:pt x="241" y="69"/>
                    <a:pt x="242" y="72"/>
                    <a:pt x="243" y="73"/>
                  </a:cubicBezTo>
                  <a:cubicBezTo>
                    <a:pt x="243" y="75"/>
                    <a:pt x="242" y="79"/>
                    <a:pt x="243" y="80"/>
                  </a:cubicBezTo>
                  <a:cubicBezTo>
                    <a:pt x="243" y="82"/>
                    <a:pt x="243" y="86"/>
                    <a:pt x="244" y="88"/>
                  </a:cubicBezTo>
                  <a:cubicBezTo>
                    <a:pt x="244" y="89"/>
                    <a:pt x="245" y="92"/>
                    <a:pt x="246" y="93"/>
                  </a:cubicBezTo>
                  <a:cubicBezTo>
                    <a:pt x="247" y="94"/>
                    <a:pt x="251" y="95"/>
                    <a:pt x="251" y="96"/>
                  </a:cubicBezTo>
                  <a:cubicBezTo>
                    <a:pt x="252" y="97"/>
                    <a:pt x="249" y="99"/>
                    <a:pt x="248" y="100"/>
                  </a:cubicBezTo>
                  <a:cubicBezTo>
                    <a:pt x="247" y="101"/>
                    <a:pt x="245" y="102"/>
                    <a:pt x="245" y="103"/>
                  </a:cubicBezTo>
                  <a:cubicBezTo>
                    <a:pt x="245" y="105"/>
                    <a:pt x="248" y="108"/>
                    <a:pt x="248" y="110"/>
                  </a:cubicBezTo>
                  <a:cubicBezTo>
                    <a:pt x="249" y="112"/>
                    <a:pt x="251" y="116"/>
                    <a:pt x="252" y="118"/>
                  </a:cubicBezTo>
                  <a:cubicBezTo>
                    <a:pt x="252" y="120"/>
                    <a:pt x="254" y="124"/>
                    <a:pt x="255" y="126"/>
                  </a:cubicBezTo>
                  <a:cubicBezTo>
                    <a:pt x="256" y="128"/>
                    <a:pt x="259" y="130"/>
                    <a:pt x="260" y="132"/>
                  </a:cubicBezTo>
                  <a:cubicBezTo>
                    <a:pt x="260" y="134"/>
                    <a:pt x="261" y="137"/>
                    <a:pt x="261" y="139"/>
                  </a:cubicBezTo>
                  <a:cubicBezTo>
                    <a:pt x="261" y="143"/>
                    <a:pt x="260" y="152"/>
                    <a:pt x="259" y="155"/>
                  </a:cubicBezTo>
                  <a:cubicBezTo>
                    <a:pt x="258" y="159"/>
                    <a:pt x="254" y="165"/>
                    <a:pt x="253" y="169"/>
                  </a:cubicBezTo>
                  <a:cubicBezTo>
                    <a:pt x="252" y="169"/>
                    <a:pt x="251" y="171"/>
                    <a:pt x="251" y="172"/>
                  </a:cubicBezTo>
                  <a:cubicBezTo>
                    <a:pt x="251" y="173"/>
                    <a:pt x="252" y="174"/>
                    <a:pt x="252" y="174"/>
                  </a:cubicBezTo>
                  <a:cubicBezTo>
                    <a:pt x="253" y="175"/>
                    <a:pt x="257" y="176"/>
                    <a:pt x="258" y="176"/>
                  </a:cubicBezTo>
                  <a:cubicBezTo>
                    <a:pt x="259" y="177"/>
                    <a:pt x="260" y="178"/>
                    <a:pt x="261" y="179"/>
                  </a:cubicBezTo>
                  <a:cubicBezTo>
                    <a:pt x="262" y="180"/>
                    <a:pt x="263" y="182"/>
                    <a:pt x="264" y="183"/>
                  </a:cubicBezTo>
                  <a:cubicBezTo>
                    <a:pt x="265" y="184"/>
                    <a:pt x="267" y="185"/>
                    <a:pt x="267" y="185"/>
                  </a:cubicBezTo>
                  <a:cubicBezTo>
                    <a:pt x="268" y="187"/>
                    <a:pt x="270" y="189"/>
                    <a:pt x="271" y="191"/>
                  </a:cubicBezTo>
                  <a:cubicBezTo>
                    <a:pt x="272" y="193"/>
                    <a:pt x="275" y="198"/>
                    <a:pt x="277" y="200"/>
                  </a:cubicBezTo>
                  <a:cubicBezTo>
                    <a:pt x="278" y="202"/>
                    <a:pt x="280" y="204"/>
                    <a:pt x="281" y="205"/>
                  </a:cubicBezTo>
                  <a:cubicBezTo>
                    <a:pt x="282" y="206"/>
                    <a:pt x="286" y="208"/>
                    <a:pt x="288" y="209"/>
                  </a:cubicBezTo>
                  <a:cubicBezTo>
                    <a:pt x="289" y="210"/>
                    <a:pt x="292" y="211"/>
                    <a:pt x="294" y="213"/>
                  </a:cubicBezTo>
                  <a:cubicBezTo>
                    <a:pt x="294" y="214"/>
                    <a:pt x="295" y="216"/>
                    <a:pt x="295" y="217"/>
                  </a:cubicBezTo>
                  <a:cubicBezTo>
                    <a:pt x="295" y="219"/>
                    <a:pt x="293" y="222"/>
                    <a:pt x="292" y="224"/>
                  </a:cubicBezTo>
                  <a:cubicBezTo>
                    <a:pt x="292" y="226"/>
                    <a:pt x="289" y="229"/>
                    <a:pt x="289" y="231"/>
                  </a:cubicBezTo>
                  <a:cubicBezTo>
                    <a:pt x="289" y="232"/>
                    <a:pt x="291" y="234"/>
                    <a:pt x="291" y="235"/>
                  </a:cubicBezTo>
                  <a:cubicBezTo>
                    <a:pt x="292" y="236"/>
                    <a:pt x="294" y="239"/>
                    <a:pt x="295" y="240"/>
                  </a:cubicBezTo>
                  <a:cubicBezTo>
                    <a:pt x="296" y="241"/>
                    <a:pt x="298" y="243"/>
                    <a:pt x="299" y="244"/>
                  </a:cubicBezTo>
                  <a:cubicBezTo>
                    <a:pt x="300" y="245"/>
                    <a:pt x="302" y="246"/>
                    <a:pt x="302" y="247"/>
                  </a:cubicBezTo>
                  <a:cubicBezTo>
                    <a:pt x="302" y="248"/>
                    <a:pt x="301" y="250"/>
                    <a:pt x="301" y="251"/>
                  </a:cubicBezTo>
                  <a:cubicBezTo>
                    <a:pt x="300" y="252"/>
                    <a:pt x="297" y="253"/>
                    <a:pt x="296" y="254"/>
                  </a:cubicBezTo>
                  <a:cubicBezTo>
                    <a:pt x="295" y="256"/>
                    <a:pt x="294" y="260"/>
                    <a:pt x="292" y="260"/>
                  </a:cubicBezTo>
                  <a:cubicBezTo>
                    <a:pt x="291" y="261"/>
                    <a:pt x="288" y="260"/>
                    <a:pt x="287" y="260"/>
                  </a:cubicBezTo>
                  <a:cubicBezTo>
                    <a:pt x="286" y="259"/>
                    <a:pt x="284" y="257"/>
                    <a:pt x="283" y="256"/>
                  </a:cubicBezTo>
                  <a:cubicBezTo>
                    <a:pt x="282" y="256"/>
                    <a:pt x="280" y="255"/>
                    <a:pt x="278" y="255"/>
                  </a:cubicBezTo>
                  <a:cubicBezTo>
                    <a:pt x="277" y="255"/>
                    <a:pt x="273" y="255"/>
                    <a:pt x="272" y="256"/>
                  </a:cubicBezTo>
                  <a:cubicBezTo>
                    <a:pt x="271" y="256"/>
                    <a:pt x="270" y="258"/>
                    <a:pt x="269" y="259"/>
                  </a:cubicBezTo>
                  <a:cubicBezTo>
                    <a:pt x="269" y="260"/>
                    <a:pt x="270" y="263"/>
                    <a:pt x="269" y="264"/>
                  </a:cubicBezTo>
                  <a:cubicBezTo>
                    <a:pt x="268" y="265"/>
                    <a:pt x="265" y="266"/>
                    <a:pt x="264" y="267"/>
                  </a:cubicBezTo>
                  <a:cubicBezTo>
                    <a:pt x="263" y="268"/>
                    <a:pt x="260" y="271"/>
                    <a:pt x="260" y="272"/>
                  </a:cubicBezTo>
                  <a:cubicBezTo>
                    <a:pt x="260" y="273"/>
                    <a:pt x="260" y="275"/>
                    <a:pt x="260" y="276"/>
                  </a:cubicBezTo>
                  <a:cubicBezTo>
                    <a:pt x="261" y="278"/>
                    <a:pt x="263" y="279"/>
                    <a:pt x="264" y="280"/>
                  </a:cubicBezTo>
                  <a:cubicBezTo>
                    <a:pt x="265" y="281"/>
                    <a:pt x="267" y="283"/>
                    <a:pt x="267" y="285"/>
                  </a:cubicBezTo>
                  <a:cubicBezTo>
                    <a:pt x="267" y="286"/>
                    <a:pt x="264" y="287"/>
                    <a:pt x="264" y="289"/>
                  </a:cubicBezTo>
                  <a:cubicBezTo>
                    <a:pt x="263" y="290"/>
                    <a:pt x="263" y="292"/>
                    <a:pt x="263" y="293"/>
                  </a:cubicBezTo>
                  <a:cubicBezTo>
                    <a:pt x="263" y="293"/>
                    <a:pt x="263" y="293"/>
                    <a:pt x="263" y="29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8"/>
            <p:cNvSpPr>
              <a:spLocks/>
            </p:cNvSpPr>
            <p:nvPr/>
          </p:nvSpPr>
          <p:spPr bwMode="auto">
            <a:xfrm>
              <a:off x="1919288" y="3692526"/>
              <a:ext cx="788988" cy="644525"/>
            </a:xfrm>
            <a:custGeom>
              <a:avLst/>
              <a:gdLst/>
              <a:ahLst/>
              <a:cxnLst>
                <a:cxn ang="0">
                  <a:pos x="3" y="235"/>
                </a:cxn>
                <a:cxn ang="0">
                  <a:pos x="27" y="218"/>
                </a:cxn>
                <a:cxn ang="0">
                  <a:pos x="47" y="201"/>
                </a:cxn>
                <a:cxn ang="0">
                  <a:pos x="71" y="221"/>
                </a:cxn>
                <a:cxn ang="0">
                  <a:pos x="90" y="233"/>
                </a:cxn>
                <a:cxn ang="0">
                  <a:pos x="110" y="224"/>
                </a:cxn>
                <a:cxn ang="0">
                  <a:pos x="93" y="192"/>
                </a:cxn>
                <a:cxn ang="0">
                  <a:pos x="91" y="150"/>
                </a:cxn>
                <a:cxn ang="0">
                  <a:pos x="77" y="123"/>
                </a:cxn>
                <a:cxn ang="0">
                  <a:pos x="106" y="99"/>
                </a:cxn>
                <a:cxn ang="0">
                  <a:pos x="118" y="98"/>
                </a:cxn>
                <a:cxn ang="0">
                  <a:pos x="120" y="78"/>
                </a:cxn>
                <a:cxn ang="0">
                  <a:pos x="127" y="59"/>
                </a:cxn>
                <a:cxn ang="0">
                  <a:pos x="142" y="49"/>
                </a:cxn>
                <a:cxn ang="0">
                  <a:pos x="158" y="46"/>
                </a:cxn>
                <a:cxn ang="0">
                  <a:pos x="186" y="40"/>
                </a:cxn>
                <a:cxn ang="0">
                  <a:pos x="210" y="51"/>
                </a:cxn>
                <a:cxn ang="0">
                  <a:pos x="229" y="78"/>
                </a:cxn>
                <a:cxn ang="0">
                  <a:pos x="259" y="84"/>
                </a:cxn>
                <a:cxn ang="0">
                  <a:pos x="284" y="65"/>
                </a:cxn>
                <a:cxn ang="0">
                  <a:pos x="283" y="42"/>
                </a:cxn>
                <a:cxn ang="0">
                  <a:pos x="292" y="32"/>
                </a:cxn>
                <a:cxn ang="0">
                  <a:pos x="312" y="14"/>
                </a:cxn>
                <a:cxn ang="0">
                  <a:pos x="323" y="1"/>
                </a:cxn>
                <a:cxn ang="0">
                  <a:pos x="353" y="24"/>
                </a:cxn>
                <a:cxn ang="0">
                  <a:pos x="364" y="51"/>
                </a:cxn>
                <a:cxn ang="0">
                  <a:pos x="385" y="53"/>
                </a:cxn>
                <a:cxn ang="0">
                  <a:pos x="402" y="89"/>
                </a:cxn>
                <a:cxn ang="0">
                  <a:pos x="410" y="124"/>
                </a:cxn>
                <a:cxn ang="0">
                  <a:pos x="426" y="150"/>
                </a:cxn>
                <a:cxn ang="0">
                  <a:pos x="434" y="179"/>
                </a:cxn>
                <a:cxn ang="0">
                  <a:pos x="422" y="200"/>
                </a:cxn>
                <a:cxn ang="0">
                  <a:pos x="395" y="228"/>
                </a:cxn>
                <a:cxn ang="0">
                  <a:pos x="361" y="238"/>
                </a:cxn>
                <a:cxn ang="0">
                  <a:pos x="339" y="255"/>
                </a:cxn>
                <a:cxn ang="0">
                  <a:pos x="311" y="251"/>
                </a:cxn>
                <a:cxn ang="0">
                  <a:pos x="297" y="269"/>
                </a:cxn>
                <a:cxn ang="0">
                  <a:pos x="247" y="287"/>
                </a:cxn>
                <a:cxn ang="0">
                  <a:pos x="215" y="285"/>
                </a:cxn>
                <a:cxn ang="0">
                  <a:pos x="179" y="281"/>
                </a:cxn>
                <a:cxn ang="0">
                  <a:pos x="168" y="293"/>
                </a:cxn>
                <a:cxn ang="0">
                  <a:pos x="193" y="302"/>
                </a:cxn>
                <a:cxn ang="0">
                  <a:pos x="201" y="327"/>
                </a:cxn>
                <a:cxn ang="0">
                  <a:pos x="172" y="332"/>
                </a:cxn>
                <a:cxn ang="0">
                  <a:pos x="152" y="316"/>
                </a:cxn>
                <a:cxn ang="0">
                  <a:pos x="134" y="319"/>
                </a:cxn>
                <a:cxn ang="0">
                  <a:pos x="124" y="308"/>
                </a:cxn>
                <a:cxn ang="0">
                  <a:pos x="103" y="319"/>
                </a:cxn>
                <a:cxn ang="0">
                  <a:pos x="86" y="340"/>
                </a:cxn>
                <a:cxn ang="0">
                  <a:pos x="69" y="343"/>
                </a:cxn>
                <a:cxn ang="0">
                  <a:pos x="59" y="352"/>
                </a:cxn>
                <a:cxn ang="0">
                  <a:pos x="49" y="340"/>
                </a:cxn>
                <a:cxn ang="0">
                  <a:pos x="45" y="316"/>
                </a:cxn>
                <a:cxn ang="0">
                  <a:pos x="30" y="293"/>
                </a:cxn>
                <a:cxn ang="0">
                  <a:pos x="2" y="283"/>
                </a:cxn>
              </a:cxnLst>
              <a:rect l="0" t="0" r="r" b="b"/>
              <a:pathLst>
                <a:path w="434" h="355">
                  <a:moveTo>
                    <a:pt x="0" y="266"/>
                  </a:moveTo>
                  <a:cubicBezTo>
                    <a:pt x="0" y="265"/>
                    <a:pt x="0" y="264"/>
                    <a:pt x="0" y="263"/>
                  </a:cubicBezTo>
                  <a:cubicBezTo>
                    <a:pt x="0" y="261"/>
                    <a:pt x="1" y="257"/>
                    <a:pt x="1" y="255"/>
                  </a:cubicBezTo>
                  <a:cubicBezTo>
                    <a:pt x="2" y="252"/>
                    <a:pt x="2" y="245"/>
                    <a:pt x="2" y="241"/>
                  </a:cubicBezTo>
                  <a:cubicBezTo>
                    <a:pt x="3" y="240"/>
                    <a:pt x="3" y="236"/>
                    <a:pt x="3" y="235"/>
                  </a:cubicBezTo>
                  <a:cubicBezTo>
                    <a:pt x="3" y="233"/>
                    <a:pt x="2" y="228"/>
                    <a:pt x="4" y="226"/>
                  </a:cubicBezTo>
                  <a:cubicBezTo>
                    <a:pt x="4" y="226"/>
                    <a:pt x="5" y="225"/>
                    <a:pt x="5" y="225"/>
                  </a:cubicBezTo>
                  <a:cubicBezTo>
                    <a:pt x="7" y="224"/>
                    <a:pt x="11" y="224"/>
                    <a:pt x="13" y="223"/>
                  </a:cubicBezTo>
                  <a:cubicBezTo>
                    <a:pt x="16" y="222"/>
                    <a:pt x="19" y="219"/>
                    <a:pt x="22" y="218"/>
                  </a:cubicBezTo>
                  <a:cubicBezTo>
                    <a:pt x="23" y="218"/>
                    <a:pt x="26" y="218"/>
                    <a:pt x="27" y="218"/>
                  </a:cubicBezTo>
                  <a:cubicBezTo>
                    <a:pt x="28" y="218"/>
                    <a:pt x="29" y="220"/>
                    <a:pt x="29" y="220"/>
                  </a:cubicBezTo>
                  <a:cubicBezTo>
                    <a:pt x="31" y="220"/>
                    <a:pt x="32" y="216"/>
                    <a:pt x="33" y="214"/>
                  </a:cubicBezTo>
                  <a:cubicBezTo>
                    <a:pt x="35" y="212"/>
                    <a:pt x="38" y="208"/>
                    <a:pt x="39" y="205"/>
                  </a:cubicBezTo>
                  <a:cubicBezTo>
                    <a:pt x="39" y="204"/>
                    <a:pt x="38" y="198"/>
                    <a:pt x="40" y="197"/>
                  </a:cubicBezTo>
                  <a:cubicBezTo>
                    <a:pt x="42" y="197"/>
                    <a:pt x="46" y="200"/>
                    <a:pt x="47" y="201"/>
                  </a:cubicBezTo>
                  <a:cubicBezTo>
                    <a:pt x="48" y="202"/>
                    <a:pt x="50" y="205"/>
                    <a:pt x="50" y="206"/>
                  </a:cubicBezTo>
                  <a:cubicBezTo>
                    <a:pt x="51" y="208"/>
                    <a:pt x="52" y="211"/>
                    <a:pt x="53" y="212"/>
                  </a:cubicBezTo>
                  <a:cubicBezTo>
                    <a:pt x="55" y="213"/>
                    <a:pt x="58" y="212"/>
                    <a:pt x="60" y="213"/>
                  </a:cubicBezTo>
                  <a:cubicBezTo>
                    <a:pt x="62" y="214"/>
                    <a:pt x="63" y="219"/>
                    <a:pt x="65" y="220"/>
                  </a:cubicBezTo>
                  <a:cubicBezTo>
                    <a:pt x="66" y="221"/>
                    <a:pt x="70" y="221"/>
                    <a:pt x="71" y="221"/>
                  </a:cubicBezTo>
                  <a:cubicBezTo>
                    <a:pt x="72" y="221"/>
                    <a:pt x="74" y="220"/>
                    <a:pt x="74" y="221"/>
                  </a:cubicBezTo>
                  <a:cubicBezTo>
                    <a:pt x="75" y="222"/>
                    <a:pt x="74" y="225"/>
                    <a:pt x="74" y="226"/>
                  </a:cubicBezTo>
                  <a:cubicBezTo>
                    <a:pt x="75" y="228"/>
                    <a:pt x="77" y="230"/>
                    <a:pt x="79" y="231"/>
                  </a:cubicBezTo>
                  <a:cubicBezTo>
                    <a:pt x="80" y="231"/>
                    <a:pt x="82" y="231"/>
                    <a:pt x="83" y="231"/>
                  </a:cubicBezTo>
                  <a:cubicBezTo>
                    <a:pt x="85" y="232"/>
                    <a:pt x="88" y="233"/>
                    <a:pt x="90" y="233"/>
                  </a:cubicBezTo>
                  <a:cubicBezTo>
                    <a:pt x="91" y="233"/>
                    <a:pt x="93" y="233"/>
                    <a:pt x="94" y="233"/>
                  </a:cubicBezTo>
                  <a:cubicBezTo>
                    <a:pt x="95" y="232"/>
                    <a:pt x="94" y="228"/>
                    <a:pt x="95" y="227"/>
                  </a:cubicBezTo>
                  <a:cubicBezTo>
                    <a:pt x="97" y="226"/>
                    <a:pt x="99" y="229"/>
                    <a:pt x="101" y="230"/>
                  </a:cubicBezTo>
                  <a:cubicBezTo>
                    <a:pt x="103" y="231"/>
                    <a:pt x="107" y="234"/>
                    <a:pt x="108" y="233"/>
                  </a:cubicBezTo>
                  <a:cubicBezTo>
                    <a:pt x="110" y="232"/>
                    <a:pt x="110" y="226"/>
                    <a:pt x="110" y="224"/>
                  </a:cubicBezTo>
                  <a:cubicBezTo>
                    <a:pt x="110" y="221"/>
                    <a:pt x="109" y="216"/>
                    <a:pt x="108" y="213"/>
                  </a:cubicBezTo>
                  <a:cubicBezTo>
                    <a:pt x="107" y="211"/>
                    <a:pt x="104" y="209"/>
                    <a:pt x="103" y="207"/>
                  </a:cubicBezTo>
                  <a:cubicBezTo>
                    <a:pt x="102" y="206"/>
                    <a:pt x="101" y="203"/>
                    <a:pt x="101" y="201"/>
                  </a:cubicBezTo>
                  <a:cubicBezTo>
                    <a:pt x="100" y="200"/>
                    <a:pt x="97" y="197"/>
                    <a:pt x="96" y="196"/>
                  </a:cubicBezTo>
                  <a:cubicBezTo>
                    <a:pt x="96" y="195"/>
                    <a:pt x="94" y="193"/>
                    <a:pt x="93" y="192"/>
                  </a:cubicBezTo>
                  <a:cubicBezTo>
                    <a:pt x="92" y="189"/>
                    <a:pt x="93" y="183"/>
                    <a:pt x="92" y="181"/>
                  </a:cubicBezTo>
                  <a:cubicBezTo>
                    <a:pt x="91" y="180"/>
                    <a:pt x="89" y="178"/>
                    <a:pt x="89" y="177"/>
                  </a:cubicBezTo>
                  <a:cubicBezTo>
                    <a:pt x="88" y="174"/>
                    <a:pt x="88" y="168"/>
                    <a:pt x="88" y="165"/>
                  </a:cubicBezTo>
                  <a:cubicBezTo>
                    <a:pt x="89" y="163"/>
                    <a:pt x="93" y="161"/>
                    <a:pt x="93" y="159"/>
                  </a:cubicBezTo>
                  <a:cubicBezTo>
                    <a:pt x="94" y="156"/>
                    <a:pt x="92" y="152"/>
                    <a:pt x="91" y="150"/>
                  </a:cubicBezTo>
                  <a:cubicBezTo>
                    <a:pt x="90" y="148"/>
                    <a:pt x="87" y="144"/>
                    <a:pt x="85" y="142"/>
                  </a:cubicBezTo>
                  <a:cubicBezTo>
                    <a:pt x="84" y="141"/>
                    <a:pt x="82" y="138"/>
                    <a:pt x="81" y="136"/>
                  </a:cubicBezTo>
                  <a:cubicBezTo>
                    <a:pt x="80" y="135"/>
                    <a:pt x="76" y="133"/>
                    <a:pt x="76" y="131"/>
                  </a:cubicBezTo>
                  <a:cubicBezTo>
                    <a:pt x="75" y="130"/>
                    <a:pt x="76" y="128"/>
                    <a:pt x="76" y="127"/>
                  </a:cubicBezTo>
                  <a:cubicBezTo>
                    <a:pt x="76" y="126"/>
                    <a:pt x="76" y="124"/>
                    <a:pt x="77" y="123"/>
                  </a:cubicBezTo>
                  <a:cubicBezTo>
                    <a:pt x="78" y="121"/>
                    <a:pt x="80" y="119"/>
                    <a:pt x="81" y="118"/>
                  </a:cubicBezTo>
                  <a:cubicBezTo>
                    <a:pt x="83" y="117"/>
                    <a:pt x="88" y="116"/>
                    <a:pt x="89" y="115"/>
                  </a:cubicBezTo>
                  <a:cubicBezTo>
                    <a:pt x="91" y="113"/>
                    <a:pt x="93" y="109"/>
                    <a:pt x="95" y="107"/>
                  </a:cubicBezTo>
                  <a:cubicBezTo>
                    <a:pt x="96" y="106"/>
                    <a:pt x="98" y="103"/>
                    <a:pt x="100" y="102"/>
                  </a:cubicBezTo>
                  <a:cubicBezTo>
                    <a:pt x="101" y="101"/>
                    <a:pt x="104" y="99"/>
                    <a:pt x="106" y="99"/>
                  </a:cubicBezTo>
                  <a:cubicBezTo>
                    <a:pt x="106" y="99"/>
                    <a:pt x="108" y="98"/>
                    <a:pt x="109" y="99"/>
                  </a:cubicBezTo>
                  <a:cubicBezTo>
                    <a:pt x="110" y="100"/>
                    <a:pt x="110" y="102"/>
                    <a:pt x="111" y="103"/>
                  </a:cubicBezTo>
                  <a:cubicBezTo>
                    <a:pt x="111" y="103"/>
                    <a:pt x="114" y="104"/>
                    <a:pt x="115" y="104"/>
                  </a:cubicBezTo>
                  <a:cubicBezTo>
                    <a:pt x="116" y="104"/>
                    <a:pt x="118" y="104"/>
                    <a:pt x="118" y="103"/>
                  </a:cubicBezTo>
                  <a:cubicBezTo>
                    <a:pt x="119" y="102"/>
                    <a:pt x="118" y="99"/>
                    <a:pt x="118" y="98"/>
                  </a:cubicBezTo>
                  <a:cubicBezTo>
                    <a:pt x="117" y="97"/>
                    <a:pt x="115" y="96"/>
                    <a:pt x="115" y="95"/>
                  </a:cubicBezTo>
                  <a:cubicBezTo>
                    <a:pt x="114" y="93"/>
                    <a:pt x="114" y="91"/>
                    <a:pt x="115" y="90"/>
                  </a:cubicBezTo>
                  <a:cubicBezTo>
                    <a:pt x="115" y="89"/>
                    <a:pt x="117" y="87"/>
                    <a:pt x="118" y="86"/>
                  </a:cubicBezTo>
                  <a:cubicBezTo>
                    <a:pt x="118" y="85"/>
                    <a:pt x="119" y="82"/>
                    <a:pt x="119" y="81"/>
                  </a:cubicBezTo>
                  <a:cubicBezTo>
                    <a:pt x="119" y="80"/>
                    <a:pt x="119" y="78"/>
                    <a:pt x="120" y="78"/>
                  </a:cubicBezTo>
                  <a:cubicBezTo>
                    <a:pt x="120" y="77"/>
                    <a:pt x="123" y="76"/>
                    <a:pt x="124" y="75"/>
                  </a:cubicBezTo>
                  <a:cubicBezTo>
                    <a:pt x="125" y="75"/>
                    <a:pt x="128" y="74"/>
                    <a:pt x="128" y="73"/>
                  </a:cubicBezTo>
                  <a:cubicBezTo>
                    <a:pt x="128" y="72"/>
                    <a:pt x="126" y="71"/>
                    <a:pt x="125" y="70"/>
                  </a:cubicBezTo>
                  <a:cubicBezTo>
                    <a:pt x="125" y="69"/>
                    <a:pt x="125" y="65"/>
                    <a:pt x="125" y="64"/>
                  </a:cubicBezTo>
                  <a:cubicBezTo>
                    <a:pt x="126" y="62"/>
                    <a:pt x="126" y="60"/>
                    <a:pt x="127" y="59"/>
                  </a:cubicBezTo>
                  <a:cubicBezTo>
                    <a:pt x="127" y="58"/>
                    <a:pt x="127" y="58"/>
                    <a:pt x="127" y="58"/>
                  </a:cubicBezTo>
                  <a:cubicBezTo>
                    <a:pt x="128" y="57"/>
                    <a:pt x="131" y="57"/>
                    <a:pt x="132" y="56"/>
                  </a:cubicBezTo>
                  <a:cubicBezTo>
                    <a:pt x="132" y="55"/>
                    <a:pt x="132" y="52"/>
                    <a:pt x="133" y="51"/>
                  </a:cubicBezTo>
                  <a:cubicBezTo>
                    <a:pt x="133" y="50"/>
                    <a:pt x="135" y="49"/>
                    <a:pt x="136" y="49"/>
                  </a:cubicBezTo>
                  <a:cubicBezTo>
                    <a:pt x="138" y="48"/>
                    <a:pt x="141" y="49"/>
                    <a:pt x="142" y="49"/>
                  </a:cubicBezTo>
                  <a:cubicBezTo>
                    <a:pt x="143" y="50"/>
                    <a:pt x="143" y="52"/>
                    <a:pt x="144" y="53"/>
                  </a:cubicBezTo>
                  <a:cubicBezTo>
                    <a:pt x="145" y="53"/>
                    <a:pt x="146" y="53"/>
                    <a:pt x="147" y="53"/>
                  </a:cubicBezTo>
                  <a:cubicBezTo>
                    <a:pt x="148" y="53"/>
                    <a:pt x="148" y="50"/>
                    <a:pt x="148" y="50"/>
                  </a:cubicBezTo>
                  <a:cubicBezTo>
                    <a:pt x="149" y="49"/>
                    <a:pt x="151" y="49"/>
                    <a:pt x="151" y="48"/>
                  </a:cubicBezTo>
                  <a:cubicBezTo>
                    <a:pt x="153" y="48"/>
                    <a:pt x="156" y="47"/>
                    <a:pt x="158" y="46"/>
                  </a:cubicBezTo>
                  <a:cubicBezTo>
                    <a:pt x="160" y="46"/>
                    <a:pt x="165" y="46"/>
                    <a:pt x="168" y="46"/>
                  </a:cubicBezTo>
                  <a:cubicBezTo>
                    <a:pt x="168" y="47"/>
                    <a:pt x="169" y="48"/>
                    <a:pt x="170" y="48"/>
                  </a:cubicBezTo>
                  <a:cubicBezTo>
                    <a:pt x="172" y="49"/>
                    <a:pt x="178" y="50"/>
                    <a:pt x="180" y="49"/>
                  </a:cubicBezTo>
                  <a:cubicBezTo>
                    <a:pt x="181" y="48"/>
                    <a:pt x="182" y="46"/>
                    <a:pt x="182" y="45"/>
                  </a:cubicBezTo>
                  <a:cubicBezTo>
                    <a:pt x="183" y="44"/>
                    <a:pt x="185" y="41"/>
                    <a:pt x="186" y="40"/>
                  </a:cubicBezTo>
                  <a:cubicBezTo>
                    <a:pt x="186" y="39"/>
                    <a:pt x="187" y="38"/>
                    <a:pt x="188" y="38"/>
                  </a:cubicBezTo>
                  <a:cubicBezTo>
                    <a:pt x="190" y="38"/>
                    <a:pt x="193" y="39"/>
                    <a:pt x="194" y="40"/>
                  </a:cubicBezTo>
                  <a:cubicBezTo>
                    <a:pt x="195" y="41"/>
                    <a:pt x="197" y="43"/>
                    <a:pt x="198" y="44"/>
                  </a:cubicBezTo>
                  <a:cubicBezTo>
                    <a:pt x="199" y="45"/>
                    <a:pt x="202" y="47"/>
                    <a:pt x="203" y="48"/>
                  </a:cubicBezTo>
                  <a:cubicBezTo>
                    <a:pt x="205" y="49"/>
                    <a:pt x="209" y="50"/>
                    <a:pt x="210" y="51"/>
                  </a:cubicBezTo>
                  <a:cubicBezTo>
                    <a:pt x="212" y="53"/>
                    <a:pt x="216" y="57"/>
                    <a:pt x="218" y="59"/>
                  </a:cubicBezTo>
                  <a:cubicBezTo>
                    <a:pt x="219" y="60"/>
                    <a:pt x="221" y="63"/>
                    <a:pt x="222" y="65"/>
                  </a:cubicBezTo>
                  <a:cubicBezTo>
                    <a:pt x="223" y="66"/>
                    <a:pt x="227" y="66"/>
                    <a:pt x="227" y="68"/>
                  </a:cubicBezTo>
                  <a:cubicBezTo>
                    <a:pt x="228" y="69"/>
                    <a:pt x="226" y="72"/>
                    <a:pt x="226" y="74"/>
                  </a:cubicBezTo>
                  <a:cubicBezTo>
                    <a:pt x="226" y="75"/>
                    <a:pt x="228" y="77"/>
                    <a:pt x="229" y="78"/>
                  </a:cubicBezTo>
                  <a:cubicBezTo>
                    <a:pt x="229" y="79"/>
                    <a:pt x="230" y="80"/>
                    <a:pt x="231" y="80"/>
                  </a:cubicBezTo>
                  <a:cubicBezTo>
                    <a:pt x="233" y="81"/>
                    <a:pt x="236" y="78"/>
                    <a:pt x="238" y="79"/>
                  </a:cubicBezTo>
                  <a:cubicBezTo>
                    <a:pt x="239" y="79"/>
                    <a:pt x="242" y="81"/>
                    <a:pt x="243" y="82"/>
                  </a:cubicBezTo>
                  <a:cubicBezTo>
                    <a:pt x="245" y="83"/>
                    <a:pt x="248" y="85"/>
                    <a:pt x="250" y="85"/>
                  </a:cubicBezTo>
                  <a:cubicBezTo>
                    <a:pt x="252" y="85"/>
                    <a:pt x="257" y="85"/>
                    <a:pt x="259" y="84"/>
                  </a:cubicBezTo>
                  <a:cubicBezTo>
                    <a:pt x="260" y="83"/>
                    <a:pt x="262" y="79"/>
                    <a:pt x="263" y="78"/>
                  </a:cubicBezTo>
                  <a:cubicBezTo>
                    <a:pt x="264" y="77"/>
                    <a:pt x="267" y="76"/>
                    <a:pt x="268" y="75"/>
                  </a:cubicBezTo>
                  <a:cubicBezTo>
                    <a:pt x="270" y="74"/>
                    <a:pt x="272" y="68"/>
                    <a:pt x="274" y="67"/>
                  </a:cubicBezTo>
                  <a:cubicBezTo>
                    <a:pt x="275" y="67"/>
                    <a:pt x="277" y="67"/>
                    <a:pt x="278" y="67"/>
                  </a:cubicBezTo>
                  <a:cubicBezTo>
                    <a:pt x="280" y="66"/>
                    <a:pt x="283" y="66"/>
                    <a:pt x="284" y="65"/>
                  </a:cubicBezTo>
                  <a:cubicBezTo>
                    <a:pt x="285" y="64"/>
                    <a:pt x="283" y="61"/>
                    <a:pt x="283" y="60"/>
                  </a:cubicBezTo>
                  <a:cubicBezTo>
                    <a:pt x="283" y="58"/>
                    <a:pt x="281" y="55"/>
                    <a:pt x="280" y="53"/>
                  </a:cubicBezTo>
                  <a:cubicBezTo>
                    <a:pt x="280" y="52"/>
                    <a:pt x="280" y="50"/>
                    <a:pt x="280" y="49"/>
                  </a:cubicBezTo>
                  <a:cubicBezTo>
                    <a:pt x="281" y="48"/>
                    <a:pt x="282" y="46"/>
                    <a:pt x="282" y="45"/>
                  </a:cubicBezTo>
                  <a:cubicBezTo>
                    <a:pt x="282" y="44"/>
                    <a:pt x="282" y="42"/>
                    <a:pt x="283" y="42"/>
                  </a:cubicBezTo>
                  <a:cubicBezTo>
                    <a:pt x="283" y="41"/>
                    <a:pt x="285" y="43"/>
                    <a:pt x="286" y="43"/>
                  </a:cubicBezTo>
                  <a:cubicBezTo>
                    <a:pt x="287" y="43"/>
                    <a:pt x="289" y="44"/>
                    <a:pt x="290" y="43"/>
                  </a:cubicBezTo>
                  <a:cubicBezTo>
                    <a:pt x="290" y="42"/>
                    <a:pt x="290" y="41"/>
                    <a:pt x="290" y="40"/>
                  </a:cubicBezTo>
                  <a:cubicBezTo>
                    <a:pt x="290" y="39"/>
                    <a:pt x="290" y="37"/>
                    <a:pt x="290" y="36"/>
                  </a:cubicBezTo>
                  <a:cubicBezTo>
                    <a:pt x="290" y="35"/>
                    <a:pt x="291" y="33"/>
                    <a:pt x="292" y="32"/>
                  </a:cubicBezTo>
                  <a:cubicBezTo>
                    <a:pt x="292" y="31"/>
                    <a:pt x="292" y="28"/>
                    <a:pt x="292" y="27"/>
                  </a:cubicBezTo>
                  <a:cubicBezTo>
                    <a:pt x="293" y="26"/>
                    <a:pt x="294" y="23"/>
                    <a:pt x="295" y="22"/>
                  </a:cubicBezTo>
                  <a:cubicBezTo>
                    <a:pt x="296" y="21"/>
                    <a:pt x="299" y="20"/>
                    <a:pt x="301" y="19"/>
                  </a:cubicBezTo>
                  <a:cubicBezTo>
                    <a:pt x="302" y="18"/>
                    <a:pt x="303" y="17"/>
                    <a:pt x="305" y="16"/>
                  </a:cubicBezTo>
                  <a:cubicBezTo>
                    <a:pt x="306" y="15"/>
                    <a:pt x="310" y="16"/>
                    <a:pt x="312" y="14"/>
                  </a:cubicBezTo>
                  <a:cubicBezTo>
                    <a:pt x="313" y="14"/>
                    <a:pt x="313" y="11"/>
                    <a:pt x="314" y="10"/>
                  </a:cubicBezTo>
                  <a:cubicBezTo>
                    <a:pt x="314" y="9"/>
                    <a:pt x="314" y="6"/>
                    <a:pt x="314" y="5"/>
                  </a:cubicBezTo>
                  <a:cubicBezTo>
                    <a:pt x="314" y="4"/>
                    <a:pt x="315" y="2"/>
                    <a:pt x="316" y="0"/>
                  </a:cubicBezTo>
                  <a:cubicBezTo>
                    <a:pt x="316" y="0"/>
                    <a:pt x="317" y="1"/>
                    <a:pt x="317" y="1"/>
                  </a:cubicBezTo>
                  <a:cubicBezTo>
                    <a:pt x="319" y="1"/>
                    <a:pt x="322" y="1"/>
                    <a:pt x="323" y="1"/>
                  </a:cubicBezTo>
                  <a:cubicBezTo>
                    <a:pt x="325" y="1"/>
                    <a:pt x="328" y="2"/>
                    <a:pt x="330" y="2"/>
                  </a:cubicBezTo>
                  <a:cubicBezTo>
                    <a:pt x="332" y="4"/>
                    <a:pt x="335" y="8"/>
                    <a:pt x="337" y="9"/>
                  </a:cubicBezTo>
                  <a:cubicBezTo>
                    <a:pt x="338" y="10"/>
                    <a:pt x="340" y="12"/>
                    <a:pt x="341" y="12"/>
                  </a:cubicBezTo>
                  <a:cubicBezTo>
                    <a:pt x="343" y="14"/>
                    <a:pt x="347" y="15"/>
                    <a:pt x="348" y="17"/>
                  </a:cubicBezTo>
                  <a:cubicBezTo>
                    <a:pt x="350" y="18"/>
                    <a:pt x="352" y="22"/>
                    <a:pt x="353" y="24"/>
                  </a:cubicBezTo>
                  <a:cubicBezTo>
                    <a:pt x="354" y="25"/>
                    <a:pt x="356" y="28"/>
                    <a:pt x="357" y="29"/>
                  </a:cubicBezTo>
                  <a:cubicBezTo>
                    <a:pt x="358" y="30"/>
                    <a:pt x="361" y="31"/>
                    <a:pt x="362" y="32"/>
                  </a:cubicBezTo>
                  <a:cubicBezTo>
                    <a:pt x="363" y="33"/>
                    <a:pt x="365" y="35"/>
                    <a:pt x="365" y="37"/>
                  </a:cubicBezTo>
                  <a:cubicBezTo>
                    <a:pt x="365" y="39"/>
                    <a:pt x="363" y="44"/>
                    <a:pt x="363" y="46"/>
                  </a:cubicBezTo>
                  <a:cubicBezTo>
                    <a:pt x="363" y="47"/>
                    <a:pt x="363" y="50"/>
                    <a:pt x="364" y="51"/>
                  </a:cubicBezTo>
                  <a:cubicBezTo>
                    <a:pt x="365" y="52"/>
                    <a:pt x="369" y="54"/>
                    <a:pt x="370" y="53"/>
                  </a:cubicBezTo>
                  <a:cubicBezTo>
                    <a:pt x="371" y="53"/>
                    <a:pt x="372" y="51"/>
                    <a:pt x="372" y="51"/>
                  </a:cubicBezTo>
                  <a:cubicBezTo>
                    <a:pt x="373" y="50"/>
                    <a:pt x="375" y="48"/>
                    <a:pt x="376" y="48"/>
                  </a:cubicBezTo>
                  <a:cubicBezTo>
                    <a:pt x="378" y="48"/>
                    <a:pt x="380" y="48"/>
                    <a:pt x="381" y="48"/>
                  </a:cubicBezTo>
                  <a:cubicBezTo>
                    <a:pt x="382" y="49"/>
                    <a:pt x="384" y="52"/>
                    <a:pt x="385" y="53"/>
                  </a:cubicBezTo>
                  <a:cubicBezTo>
                    <a:pt x="386" y="55"/>
                    <a:pt x="385" y="60"/>
                    <a:pt x="385" y="62"/>
                  </a:cubicBezTo>
                  <a:cubicBezTo>
                    <a:pt x="386" y="65"/>
                    <a:pt x="388" y="69"/>
                    <a:pt x="389" y="71"/>
                  </a:cubicBezTo>
                  <a:cubicBezTo>
                    <a:pt x="390" y="73"/>
                    <a:pt x="393" y="77"/>
                    <a:pt x="394" y="79"/>
                  </a:cubicBezTo>
                  <a:cubicBezTo>
                    <a:pt x="395" y="80"/>
                    <a:pt x="398" y="82"/>
                    <a:pt x="399" y="83"/>
                  </a:cubicBezTo>
                  <a:cubicBezTo>
                    <a:pt x="400" y="84"/>
                    <a:pt x="402" y="87"/>
                    <a:pt x="402" y="89"/>
                  </a:cubicBezTo>
                  <a:cubicBezTo>
                    <a:pt x="402" y="90"/>
                    <a:pt x="400" y="93"/>
                    <a:pt x="400" y="95"/>
                  </a:cubicBezTo>
                  <a:cubicBezTo>
                    <a:pt x="400" y="96"/>
                    <a:pt x="401" y="99"/>
                    <a:pt x="402" y="100"/>
                  </a:cubicBezTo>
                  <a:cubicBezTo>
                    <a:pt x="403" y="103"/>
                    <a:pt x="404" y="109"/>
                    <a:pt x="405" y="111"/>
                  </a:cubicBezTo>
                  <a:cubicBezTo>
                    <a:pt x="405" y="113"/>
                    <a:pt x="405" y="116"/>
                    <a:pt x="405" y="118"/>
                  </a:cubicBezTo>
                  <a:cubicBezTo>
                    <a:pt x="406" y="119"/>
                    <a:pt x="408" y="122"/>
                    <a:pt x="410" y="124"/>
                  </a:cubicBezTo>
                  <a:cubicBezTo>
                    <a:pt x="411" y="125"/>
                    <a:pt x="415" y="126"/>
                    <a:pt x="417" y="127"/>
                  </a:cubicBezTo>
                  <a:cubicBezTo>
                    <a:pt x="419" y="128"/>
                    <a:pt x="421" y="132"/>
                    <a:pt x="422" y="134"/>
                  </a:cubicBezTo>
                  <a:cubicBezTo>
                    <a:pt x="424" y="135"/>
                    <a:pt x="427" y="137"/>
                    <a:pt x="428" y="139"/>
                  </a:cubicBezTo>
                  <a:cubicBezTo>
                    <a:pt x="429" y="140"/>
                    <a:pt x="428" y="142"/>
                    <a:pt x="428" y="143"/>
                  </a:cubicBezTo>
                  <a:cubicBezTo>
                    <a:pt x="428" y="145"/>
                    <a:pt x="426" y="148"/>
                    <a:pt x="426" y="150"/>
                  </a:cubicBezTo>
                  <a:cubicBezTo>
                    <a:pt x="426" y="152"/>
                    <a:pt x="426" y="155"/>
                    <a:pt x="427" y="156"/>
                  </a:cubicBezTo>
                  <a:cubicBezTo>
                    <a:pt x="428" y="157"/>
                    <a:pt x="430" y="159"/>
                    <a:pt x="431" y="160"/>
                  </a:cubicBezTo>
                  <a:cubicBezTo>
                    <a:pt x="432" y="161"/>
                    <a:pt x="433" y="164"/>
                    <a:pt x="433" y="166"/>
                  </a:cubicBezTo>
                  <a:cubicBezTo>
                    <a:pt x="433" y="167"/>
                    <a:pt x="432" y="170"/>
                    <a:pt x="432" y="171"/>
                  </a:cubicBezTo>
                  <a:cubicBezTo>
                    <a:pt x="432" y="173"/>
                    <a:pt x="434" y="177"/>
                    <a:pt x="434" y="179"/>
                  </a:cubicBezTo>
                  <a:cubicBezTo>
                    <a:pt x="434" y="180"/>
                    <a:pt x="431" y="183"/>
                    <a:pt x="431" y="185"/>
                  </a:cubicBezTo>
                  <a:cubicBezTo>
                    <a:pt x="431" y="186"/>
                    <a:pt x="431" y="187"/>
                    <a:pt x="431" y="188"/>
                  </a:cubicBezTo>
                  <a:cubicBezTo>
                    <a:pt x="430" y="188"/>
                    <a:pt x="430" y="188"/>
                    <a:pt x="430" y="188"/>
                  </a:cubicBezTo>
                  <a:cubicBezTo>
                    <a:pt x="428" y="189"/>
                    <a:pt x="425" y="192"/>
                    <a:pt x="424" y="194"/>
                  </a:cubicBezTo>
                  <a:cubicBezTo>
                    <a:pt x="423" y="195"/>
                    <a:pt x="423" y="198"/>
                    <a:pt x="422" y="200"/>
                  </a:cubicBezTo>
                  <a:cubicBezTo>
                    <a:pt x="422" y="201"/>
                    <a:pt x="422" y="204"/>
                    <a:pt x="421" y="205"/>
                  </a:cubicBezTo>
                  <a:cubicBezTo>
                    <a:pt x="420" y="206"/>
                    <a:pt x="416" y="206"/>
                    <a:pt x="414" y="207"/>
                  </a:cubicBezTo>
                  <a:cubicBezTo>
                    <a:pt x="412" y="207"/>
                    <a:pt x="409" y="209"/>
                    <a:pt x="408" y="210"/>
                  </a:cubicBezTo>
                  <a:cubicBezTo>
                    <a:pt x="405" y="213"/>
                    <a:pt x="402" y="218"/>
                    <a:pt x="400" y="221"/>
                  </a:cubicBezTo>
                  <a:cubicBezTo>
                    <a:pt x="399" y="223"/>
                    <a:pt x="396" y="227"/>
                    <a:pt x="395" y="228"/>
                  </a:cubicBezTo>
                  <a:cubicBezTo>
                    <a:pt x="394" y="230"/>
                    <a:pt x="392" y="233"/>
                    <a:pt x="391" y="233"/>
                  </a:cubicBezTo>
                  <a:cubicBezTo>
                    <a:pt x="389" y="235"/>
                    <a:pt x="383" y="236"/>
                    <a:pt x="380" y="237"/>
                  </a:cubicBezTo>
                  <a:cubicBezTo>
                    <a:pt x="379" y="238"/>
                    <a:pt x="376" y="240"/>
                    <a:pt x="374" y="240"/>
                  </a:cubicBezTo>
                  <a:cubicBezTo>
                    <a:pt x="372" y="240"/>
                    <a:pt x="369" y="240"/>
                    <a:pt x="367" y="240"/>
                  </a:cubicBezTo>
                  <a:cubicBezTo>
                    <a:pt x="365" y="240"/>
                    <a:pt x="363" y="238"/>
                    <a:pt x="361" y="238"/>
                  </a:cubicBezTo>
                  <a:cubicBezTo>
                    <a:pt x="360" y="238"/>
                    <a:pt x="357" y="241"/>
                    <a:pt x="356" y="242"/>
                  </a:cubicBezTo>
                  <a:cubicBezTo>
                    <a:pt x="354" y="243"/>
                    <a:pt x="350" y="242"/>
                    <a:pt x="349" y="243"/>
                  </a:cubicBezTo>
                  <a:cubicBezTo>
                    <a:pt x="348" y="244"/>
                    <a:pt x="349" y="248"/>
                    <a:pt x="349" y="249"/>
                  </a:cubicBezTo>
                  <a:cubicBezTo>
                    <a:pt x="348" y="251"/>
                    <a:pt x="347" y="254"/>
                    <a:pt x="345" y="255"/>
                  </a:cubicBezTo>
                  <a:cubicBezTo>
                    <a:pt x="344" y="255"/>
                    <a:pt x="340" y="254"/>
                    <a:pt x="339" y="255"/>
                  </a:cubicBezTo>
                  <a:cubicBezTo>
                    <a:pt x="338" y="255"/>
                    <a:pt x="336" y="257"/>
                    <a:pt x="335" y="258"/>
                  </a:cubicBezTo>
                  <a:cubicBezTo>
                    <a:pt x="333" y="258"/>
                    <a:pt x="328" y="258"/>
                    <a:pt x="326" y="257"/>
                  </a:cubicBezTo>
                  <a:cubicBezTo>
                    <a:pt x="325" y="256"/>
                    <a:pt x="323" y="253"/>
                    <a:pt x="322" y="252"/>
                  </a:cubicBezTo>
                  <a:cubicBezTo>
                    <a:pt x="320" y="251"/>
                    <a:pt x="317" y="249"/>
                    <a:pt x="315" y="249"/>
                  </a:cubicBezTo>
                  <a:cubicBezTo>
                    <a:pt x="314" y="249"/>
                    <a:pt x="312" y="251"/>
                    <a:pt x="311" y="251"/>
                  </a:cubicBezTo>
                  <a:cubicBezTo>
                    <a:pt x="310" y="251"/>
                    <a:pt x="309" y="249"/>
                    <a:pt x="308" y="250"/>
                  </a:cubicBezTo>
                  <a:cubicBezTo>
                    <a:pt x="307" y="251"/>
                    <a:pt x="308" y="255"/>
                    <a:pt x="308" y="256"/>
                  </a:cubicBezTo>
                  <a:cubicBezTo>
                    <a:pt x="308" y="258"/>
                    <a:pt x="308" y="261"/>
                    <a:pt x="307" y="262"/>
                  </a:cubicBezTo>
                  <a:cubicBezTo>
                    <a:pt x="306" y="263"/>
                    <a:pt x="303" y="265"/>
                    <a:pt x="302" y="266"/>
                  </a:cubicBezTo>
                  <a:cubicBezTo>
                    <a:pt x="301" y="267"/>
                    <a:pt x="298" y="268"/>
                    <a:pt x="297" y="269"/>
                  </a:cubicBezTo>
                  <a:cubicBezTo>
                    <a:pt x="296" y="271"/>
                    <a:pt x="297" y="274"/>
                    <a:pt x="296" y="275"/>
                  </a:cubicBezTo>
                  <a:cubicBezTo>
                    <a:pt x="294" y="277"/>
                    <a:pt x="290" y="279"/>
                    <a:pt x="288" y="280"/>
                  </a:cubicBezTo>
                  <a:cubicBezTo>
                    <a:pt x="284" y="282"/>
                    <a:pt x="275" y="284"/>
                    <a:pt x="271" y="285"/>
                  </a:cubicBezTo>
                  <a:cubicBezTo>
                    <a:pt x="268" y="286"/>
                    <a:pt x="261" y="288"/>
                    <a:pt x="257" y="288"/>
                  </a:cubicBezTo>
                  <a:cubicBezTo>
                    <a:pt x="255" y="288"/>
                    <a:pt x="249" y="288"/>
                    <a:pt x="247" y="287"/>
                  </a:cubicBezTo>
                  <a:cubicBezTo>
                    <a:pt x="245" y="287"/>
                    <a:pt x="242" y="285"/>
                    <a:pt x="240" y="285"/>
                  </a:cubicBezTo>
                  <a:cubicBezTo>
                    <a:pt x="238" y="285"/>
                    <a:pt x="235" y="284"/>
                    <a:pt x="233" y="284"/>
                  </a:cubicBezTo>
                  <a:cubicBezTo>
                    <a:pt x="231" y="284"/>
                    <a:pt x="227" y="286"/>
                    <a:pt x="225" y="287"/>
                  </a:cubicBezTo>
                  <a:cubicBezTo>
                    <a:pt x="223" y="287"/>
                    <a:pt x="220" y="286"/>
                    <a:pt x="219" y="286"/>
                  </a:cubicBezTo>
                  <a:cubicBezTo>
                    <a:pt x="218" y="286"/>
                    <a:pt x="215" y="286"/>
                    <a:pt x="215" y="285"/>
                  </a:cubicBezTo>
                  <a:cubicBezTo>
                    <a:pt x="214" y="285"/>
                    <a:pt x="213" y="283"/>
                    <a:pt x="212" y="282"/>
                  </a:cubicBezTo>
                  <a:cubicBezTo>
                    <a:pt x="211" y="282"/>
                    <a:pt x="208" y="283"/>
                    <a:pt x="206" y="282"/>
                  </a:cubicBezTo>
                  <a:cubicBezTo>
                    <a:pt x="205" y="282"/>
                    <a:pt x="203" y="280"/>
                    <a:pt x="201" y="280"/>
                  </a:cubicBezTo>
                  <a:cubicBezTo>
                    <a:pt x="199" y="279"/>
                    <a:pt x="195" y="279"/>
                    <a:pt x="193" y="279"/>
                  </a:cubicBezTo>
                  <a:cubicBezTo>
                    <a:pt x="190" y="279"/>
                    <a:pt x="182" y="279"/>
                    <a:pt x="179" y="281"/>
                  </a:cubicBezTo>
                  <a:cubicBezTo>
                    <a:pt x="178" y="282"/>
                    <a:pt x="177" y="286"/>
                    <a:pt x="175" y="286"/>
                  </a:cubicBezTo>
                  <a:cubicBezTo>
                    <a:pt x="173" y="287"/>
                    <a:pt x="170" y="284"/>
                    <a:pt x="168" y="284"/>
                  </a:cubicBezTo>
                  <a:cubicBezTo>
                    <a:pt x="167" y="284"/>
                    <a:pt x="164" y="285"/>
                    <a:pt x="163" y="286"/>
                  </a:cubicBezTo>
                  <a:cubicBezTo>
                    <a:pt x="162" y="287"/>
                    <a:pt x="162" y="290"/>
                    <a:pt x="162" y="291"/>
                  </a:cubicBezTo>
                  <a:cubicBezTo>
                    <a:pt x="163" y="292"/>
                    <a:pt x="167" y="293"/>
                    <a:pt x="168" y="293"/>
                  </a:cubicBezTo>
                  <a:cubicBezTo>
                    <a:pt x="170" y="294"/>
                    <a:pt x="172" y="296"/>
                    <a:pt x="174" y="297"/>
                  </a:cubicBezTo>
                  <a:cubicBezTo>
                    <a:pt x="176" y="297"/>
                    <a:pt x="180" y="298"/>
                    <a:pt x="181" y="297"/>
                  </a:cubicBezTo>
                  <a:cubicBezTo>
                    <a:pt x="182" y="297"/>
                    <a:pt x="184" y="296"/>
                    <a:pt x="185" y="296"/>
                  </a:cubicBezTo>
                  <a:cubicBezTo>
                    <a:pt x="186" y="296"/>
                    <a:pt x="188" y="297"/>
                    <a:pt x="190" y="298"/>
                  </a:cubicBezTo>
                  <a:cubicBezTo>
                    <a:pt x="191" y="299"/>
                    <a:pt x="192" y="301"/>
                    <a:pt x="193" y="302"/>
                  </a:cubicBezTo>
                  <a:cubicBezTo>
                    <a:pt x="194" y="302"/>
                    <a:pt x="195" y="304"/>
                    <a:pt x="195" y="305"/>
                  </a:cubicBezTo>
                  <a:cubicBezTo>
                    <a:pt x="196" y="307"/>
                    <a:pt x="197" y="309"/>
                    <a:pt x="198" y="310"/>
                  </a:cubicBezTo>
                  <a:cubicBezTo>
                    <a:pt x="198" y="312"/>
                    <a:pt x="198" y="316"/>
                    <a:pt x="198" y="318"/>
                  </a:cubicBezTo>
                  <a:cubicBezTo>
                    <a:pt x="199" y="319"/>
                    <a:pt x="201" y="320"/>
                    <a:pt x="201" y="321"/>
                  </a:cubicBezTo>
                  <a:cubicBezTo>
                    <a:pt x="202" y="322"/>
                    <a:pt x="201" y="325"/>
                    <a:pt x="201" y="327"/>
                  </a:cubicBezTo>
                  <a:cubicBezTo>
                    <a:pt x="201" y="328"/>
                    <a:pt x="201" y="330"/>
                    <a:pt x="200" y="331"/>
                  </a:cubicBezTo>
                  <a:cubicBezTo>
                    <a:pt x="199" y="331"/>
                    <a:pt x="196" y="329"/>
                    <a:pt x="195" y="328"/>
                  </a:cubicBezTo>
                  <a:cubicBezTo>
                    <a:pt x="194" y="328"/>
                    <a:pt x="191" y="328"/>
                    <a:pt x="190" y="328"/>
                  </a:cubicBezTo>
                  <a:cubicBezTo>
                    <a:pt x="188" y="328"/>
                    <a:pt x="185" y="331"/>
                    <a:pt x="183" y="331"/>
                  </a:cubicBezTo>
                  <a:cubicBezTo>
                    <a:pt x="181" y="332"/>
                    <a:pt x="175" y="331"/>
                    <a:pt x="172" y="332"/>
                  </a:cubicBezTo>
                  <a:cubicBezTo>
                    <a:pt x="170" y="332"/>
                    <a:pt x="165" y="333"/>
                    <a:pt x="163" y="332"/>
                  </a:cubicBezTo>
                  <a:cubicBezTo>
                    <a:pt x="161" y="332"/>
                    <a:pt x="159" y="331"/>
                    <a:pt x="158" y="330"/>
                  </a:cubicBezTo>
                  <a:cubicBezTo>
                    <a:pt x="157" y="329"/>
                    <a:pt x="156" y="327"/>
                    <a:pt x="156" y="326"/>
                  </a:cubicBezTo>
                  <a:cubicBezTo>
                    <a:pt x="155" y="325"/>
                    <a:pt x="156" y="322"/>
                    <a:pt x="156" y="321"/>
                  </a:cubicBezTo>
                  <a:cubicBezTo>
                    <a:pt x="155" y="320"/>
                    <a:pt x="153" y="318"/>
                    <a:pt x="152" y="316"/>
                  </a:cubicBezTo>
                  <a:cubicBezTo>
                    <a:pt x="152" y="315"/>
                    <a:pt x="152" y="313"/>
                    <a:pt x="151" y="312"/>
                  </a:cubicBezTo>
                  <a:cubicBezTo>
                    <a:pt x="151" y="311"/>
                    <a:pt x="150" y="309"/>
                    <a:pt x="149" y="309"/>
                  </a:cubicBezTo>
                  <a:cubicBezTo>
                    <a:pt x="147" y="308"/>
                    <a:pt x="143" y="308"/>
                    <a:pt x="141" y="309"/>
                  </a:cubicBezTo>
                  <a:cubicBezTo>
                    <a:pt x="140" y="310"/>
                    <a:pt x="139" y="313"/>
                    <a:pt x="138" y="315"/>
                  </a:cubicBezTo>
                  <a:cubicBezTo>
                    <a:pt x="137" y="316"/>
                    <a:pt x="136" y="318"/>
                    <a:pt x="134" y="319"/>
                  </a:cubicBezTo>
                  <a:cubicBezTo>
                    <a:pt x="133" y="320"/>
                    <a:pt x="130" y="320"/>
                    <a:pt x="129" y="321"/>
                  </a:cubicBezTo>
                  <a:cubicBezTo>
                    <a:pt x="128" y="321"/>
                    <a:pt x="128" y="322"/>
                    <a:pt x="128" y="322"/>
                  </a:cubicBezTo>
                  <a:cubicBezTo>
                    <a:pt x="127" y="322"/>
                    <a:pt x="126" y="320"/>
                    <a:pt x="126" y="319"/>
                  </a:cubicBezTo>
                  <a:cubicBezTo>
                    <a:pt x="125" y="318"/>
                    <a:pt x="125" y="314"/>
                    <a:pt x="125" y="312"/>
                  </a:cubicBezTo>
                  <a:cubicBezTo>
                    <a:pt x="125" y="311"/>
                    <a:pt x="125" y="308"/>
                    <a:pt x="124" y="308"/>
                  </a:cubicBezTo>
                  <a:cubicBezTo>
                    <a:pt x="123" y="307"/>
                    <a:pt x="119" y="309"/>
                    <a:pt x="118" y="309"/>
                  </a:cubicBezTo>
                  <a:cubicBezTo>
                    <a:pt x="116" y="310"/>
                    <a:pt x="113" y="310"/>
                    <a:pt x="112" y="310"/>
                  </a:cubicBezTo>
                  <a:cubicBezTo>
                    <a:pt x="111" y="311"/>
                    <a:pt x="109" y="311"/>
                    <a:pt x="108" y="312"/>
                  </a:cubicBezTo>
                  <a:cubicBezTo>
                    <a:pt x="106" y="312"/>
                    <a:pt x="104" y="313"/>
                    <a:pt x="103" y="314"/>
                  </a:cubicBezTo>
                  <a:cubicBezTo>
                    <a:pt x="103" y="315"/>
                    <a:pt x="103" y="318"/>
                    <a:pt x="103" y="319"/>
                  </a:cubicBezTo>
                  <a:cubicBezTo>
                    <a:pt x="103" y="320"/>
                    <a:pt x="101" y="321"/>
                    <a:pt x="101" y="322"/>
                  </a:cubicBezTo>
                  <a:cubicBezTo>
                    <a:pt x="100" y="324"/>
                    <a:pt x="99" y="329"/>
                    <a:pt x="98" y="330"/>
                  </a:cubicBezTo>
                  <a:cubicBezTo>
                    <a:pt x="97" y="331"/>
                    <a:pt x="94" y="332"/>
                    <a:pt x="92" y="333"/>
                  </a:cubicBezTo>
                  <a:cubicBezTo>
                    <a:pt x="91" y="333"/>
                    <a:pt x="89" y="336"/>
                    <a:pt x="88" y="337"/>
                  </a:cubicBezTo>
                  <a:cubicBezTo>
                    <a:pt x="87" y="337"/>
                    <a:pt x="86" y="340"/>
                    <a:pt x="86" y="340"/>
                  </a:cubicBezTo>
                  <a:cubicBezTo>
                    <a:pt x="84" y="341"/>
                    <a:pt x="81" y="342"/>
                    <a:pt x="80" y="342"/>
                  </a:cubicBezTo>
                  <a:cubicBezTo>
                    <a:pt x="79" y="342"/>
                    <a:pt x="77" y="341"/>
                    <a:pt x="76" y="340"/>
                  </a:cubicBezTo>
                  <a:cubicBezTo>
                    <a:pt x="75" y="340"/>
                    <a:pt x="74" y="338"/>
                    <a:pt x="73" y="338"/>
                  </a:cubicBezTo>
                  <a:cubicBezTo>
                    <a:pt x="73" y="338"/>
                    <a:pt x="71" y="339"/>
                    <a:pt x="71" y="339"/>
                  </a:cubicBezTo>
                  <a:cubicBezTo>
                    <a:pt x="70" y="340"/>
                    <a:pt x="69" y="342"/>
                    <a:pt x="69" y="343"/>
                  </a:cubicBezTo>
                  <a:cubicBezTo>
                    <a:pt x="68" y="343"/>
                    <a:pt x="66" y="344"/>
                    <a:pt x="66" y="344"/>
                  </a:cubicBezTo>
                  <a:cubicBezTo>
                    <a:pt x="65" y="345"/>
                    <a:pt x="64" y="347"/>
                    <a:pt x="64" y="348"/>
                  </a:cubicBezTo>
                  <a:cubicBezTo>
                    <a:pt x="64" y="348"/>
                    <a:pt x="64" y="349"/>
                    <a:pt x="64" y="350"/>
                  </a:cubicBezTo>
                  <a:cubicBezTo>
                    <a:pt x="64" y="350"/>
                    <a:pt x="63" y="350"/>
                    <a:pt x="63" y="350"/>
                  </a:cubicBezTo>
                  <a:cubicBezTo>
                    <a:pt x="62" y="350"/>
                    <a:pt x="60" y="352"/>
                    <a:pt x="59" y="352"/>
                  </a:cubicBezTo>
                  <a:cubicBezTo>
                    <a:pt x="58" y="353"/>
                    <a:pt x="56" y="355"/>
                    <a:pt x="54" y="355"/>
                  </a:cubicBezTo>
                  <a:cubicBezTo>
                    <a:pt x="53" y="355"/>
                    <a:pt x="51" y="354"/>
                    <a:pt x="50" y="353"/>
                  </a:cubicBezTo>
                  <a:cubicBezTo>
                    <a:pt x="49" y="352"/>
                    <a:pt x="47" y="351"/>
                    <a:pt x="47" y="350"/>
                  </a:cubicBezTo>
                  <a:cubicBezTo>
                    <a:pt x="46" y="348"/>
                    <a:pt x="47" y="345"/>
                    <a:pt x="47" y="344"/>
                  </a:cubicBezTo>
                  <a:cubicBezTo>
                    <a:pt x="48" y="343"/>
                    <a:pt x="49" y="341"/>
                    <a:pt x="49" y="340"/>
                  </a:cubicBezTo>
                  <a:cubicBezTo>
                    <a:pt x="49" y="338"/>
                    <a:pt x="48" y="335"/>
                    <a:pt x="48" y="334"/>
                  </a:cubicBezTo>
                  <a:cubicBezTo>
                    <a:pt x="48" y="333"/>
                    <a:pt x="48" y="330"/>
                    <a:pt x="48" y="329"/>
                  </a:cubicBezTo>
                  <a:cubicBezTo>
                    <a:pt x="48" y="328"/>
                    <a:pt x="48" y="325"/>
                    <a:pt x="48" y="324"/>
                  </a:cubicBezTo>
                  <a:cubicBezTo>
                    <a:pt x="48" y="323"/>
                    <a:pt x="48" y="321"/>
                    <a:pt x="48" y="320"/>
                  </a:cubicBezTo>
                  <a:cubicBezTo>
                    <a:pt x="47" y="319"/>
                    <a:pt x="46" y="317"/>
                    <a:pt x="45" y="316"/>
                  </a:cubicBezTo>
                  <a:cubicBezTo>
                    <a:pt x="44" y="315"/>
                    <a:pt x="42" y="314"/>
                    <a:pt x="41" y="313"/>
                  </a:cubicBezTo>
                  <a:cubicBezTo>
                    <a:pt x="40" y="312"/>
                    <a:pt x="39" y="309"/>
                    <a:pt x="39" y="308"/>
                  </a:cubicBezTo>
                  <a:cubicBezTo>
                    <a:pt x="38" y="306"/>
                    <a:pt x="38" y="302"/>
                    <a:pt x="37" y="300"/>
                  </a:cubicBezTo>
                  <a:cubicBezTo>
                    <a:pt x="36" y="299"/>
                    <a:pt x="35" y="296"/>
                    <a:pt x="33" y="295"/>
                  </a:cubicBezTo>
                  <a:cubicBezTo>
                    <a:pt x="33" y="295"/>
                    <a:pt x="31" y="293"/>
                    <a:pt x="30" y="293"/>
                  </a:cubicBezTo>
                  <a:cubicBezTo>
                    <a:pt x="29" y="293"/>
                    <a:pt x="28" y="297"/>
                    <a:pt x="26" y="297"/>
                  </a:cubicBezTo>
                  <a:cubicBezTo>
                    <a:pt x="25" y="298"/>
                    <a:pt x="22" y="298"/>
                    <a:pt x="21" y="298"/>
                  </a:cubicBezTo>
                  <a:cubicBezTo>
                    <a:pt x="19" y="298"/>
                    <a:pt x="14" y="297"/>
                    <a:pt x="11" y="297"/>
                  </a:cubicBezTo>
                  <a:cubicBezTo>
                    <a:pt x="10" y="296"/>
                    <a:pt x="7" y="295"/>
                    <a:pt x="6" y="293"/>
                  </a:cubicBezTo>
                  <a:cubicBezTo>
                    <a:pt x="4" y="291"/>
                    <a:pt x="3" y="286"/>
                    <a:pt x="2" y="283"/>
                  </a:cubicBezTo>
                  <a:cubicBezTo>
                    <a:pt x="2" y="281"/>
                    <a:pt x="4" y="277"/>
                    <a:pt x="4" y="275"/>
                  </a:cubicBezTo>
                  <a:cubicBezTo>
                    <a:pt x="3" y="273"/>
                    <a:pt x="1" y="271"/>
                    <a:pt x="0" y="270"/>
                  </a:cubicBezTo>
                  <a:cubicBezTo>
                    <a:pt x="0" y="269"/>
                    <a:pt x="0" y="268"/>
                    <a:pt x="0" y="2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9"/>
            <p:cNvSpPr>
              <a:spLocks/>
            </p:cNvSpPr>
            <p:nvPr/>
          </p:nvSpPr>
          <p:spPr bwMode="auto">
            <a:xfrm>
              <a:off x="1646238" y="3336926"/>
              <a:ext cx="504825" cy="852488"/>
            </a:xfrm>
            <a:custGeom>
              <a:avLst/>
              <a:gdLst/>
              <a:ahLst/>
              <a:cxnLst>
                <a:cxn ang="0">
                  <a:pos x="109" y="17"/>
                </a:cxn>
                <a:cxn ang="0">
                  <a:pos x="126" y="3"/>
                </a:cxn>
                <a:cxn ang="0">
                  <a:pos x="150" y="20"/>
                </a:cxn>
                <a:cxn ang="0">
                  <a:pos x="183" y="36"/>
                </a:cxn>
                <a:cxn ang="0">
                  <a:pos x="210" y="36"/>
                </a:cxn>
                <a:cxn ang="0">
                  <a:pos x="206" y="59"/>
                </a:cxn>
                <a:cxn ang="0">
                  <a:pos x="212" y="98"/>
                </a:cxn>
                <a:cxn ang="0">
                  <a:pos x="221" y="126"/>
                </a:cxn>
                <a:cxn ang="0">
                  <a:pos x="226" y="147"/>
                </a:cxn>
                <a:cxn ang="0">
                  <a:pos x="207" y="145"/>
                </a:cxn>
                <a:cxn ang="0">
                  <a:pos x="215" y="162"/>
                </a:cxn>
                <a:cxn ang="0">
                  <a:pos x="239" y="181"/>
                </a:cxn>
                <a:cxn ang="0">
                  <a:pos x="254" y="198"/>
                </a:cxn>
                <a:cxn ang="0">
                  <a:pos x="252" y="231"/>
                </a:cxn>
                <a:cxn ang="0">
                  <a:pos x="268" y="248"/>
                </a:cxn>
                <a:cxn ang="0">
                  <a:pos x="275" y="266"/>
                </a:cxn>
                <a:cxn ang="0">
                  <a:pos x="269" y="277"/>
                </a:cxn>
                <a:cxn ang="0">
                  <a:pos x="268" y="294"/>
                </a:cxn>
                <a:cxn ang="0">
                  <a:pos x="259" y="295"/>
                </a:cxn>
                <a:cxn ang="0">
                  <a:pos x="239" y="311"/>
                </a:cxn>
                <a:cxn ang="0">
                  <a:pos x="226" y="327"/>
                </a:cxn>
                <a:cxn ang="0">
                  <a:pos x="243" y="355"/>
                </a:cxn>
                <a:cxn ang="0">
                  <a:pos x="243" y="388"/>
                </a:cxn>
                <a:cxn ang="0">
                  <a:pos x="258" y="409"/>
                </a:cxn>
                <a:cxn ang="0">
                  <a:pos x="245" y="423"/>
                </a:cxn>
                <a:cxn ang="0">
                  <a:pos x="229" y="427"/>
                </a:cxn>
                <a:cxn ang="0">
                  <a:pos x="215" y="416"/>
                </a:cxn>
                <a:cxn ang="0">
                  <a:pos x="197" y="397"/>
                </a:cxn>
                <a:cxn ang="0">
                  <a:pos x="179" y="416"/>
                </a:cxn>
                <a:cxn ang="0">
                  <a:pos x="155" y="421"/>
                </a:cxn>
                <a:cxn ang="0">
                  <a:pos x="151" y="451"/>
                </a:cxn>
                <a:cxn ang="0">
                  <a:pos x="132" y="465"/>
                </a:cxn>
                <a:cxn ang="0">
                  <a:pos x="120" y="452"/>
                </a:cxn>
                <a:cxn ang="0">
                  <a:pos x="109" y="468"/>
                </a:cxn>
                <a:cxn ang="0">
                  <a:pos x="94" y="455"/>
                </a:cxn>
                <a:cxn ang="0">
                  <a:pos x="81" y="433"/>
                </a:cxn>
                <a:cxn ang="0">
                  <a:pos x="92" y="429"/>
                </a:cxn>
                <a:cxn ang="0">
                  <a:pos x="94" y="414"/>
                </a:cxn>
                <a:cxn ang="0">
                  <a:pos x="97" y="389"/>
                </a:cxn>
                <a:cxn ang="0">
                  <a:pos x="92" y="351"/>
                </a:cxn>
                <a:cxn ang="0">
                  <a:pos x="77" y="344"/>
                </a:cxn>
                <a:cxn ang="0">
                  <a:pos x="59" y="321"/>
                </a:cxn>
                <a:cxn ang="0">
                  <a:pos x="41" y="315"/>
                </a:cxn>
                <a:cxn ang="0">
                  <a:pos x="19" y="298"/>
                </a:cxn>
                <a:cxn ang="0">
                  <a:pos x="1" y="274"/>
                </a:cxn>
                <a:cxn ang="0">
                  <a:pos x="19" y="249"/>
                </a:cxn>
                <a:cxn ang="0">
                  <a:pos x="38" y="244"/>
                </a:cxn>
                <a:cxn ang="0">
                  <a:pos x="54" y="227"/>
                </a:cxn>
                <a:cxn ang="0">
                  <a:pos x="47" y="194"/>
                </a:cxn>
                <a:cxn ang="0">
                  <a:pos x="33" y="166"/>
                </a:cxn>
                <a:cxn ang="0">
                  <a:pos x="35" y="149"/>
                </a:cxn>
                <a:cxn ang="0">
                  <a:pos x="25" y="129"/>
                </a:cxn>
                <a:cxn ang="0">
                  <a:pos x="38" y="106"/>
                </a:cxn>
                <a:cxn ang="0">
                  <a:pos x="68" y="103"/>
                </a:cxn>
                <a:cxn ang="0">
                  <a:pos x="76" y="67"/>
                </a:cxn>
                <a:cxn ang="0">
                  <a:pos x="85" y="42"/>
                </a:cxn>
              </a:cxnLst>
              <a:rect l="0" t="0" r="r" b="b"/>
              <a:pathLst>
                <a:path w="278" h="470">
                  <a:moveTo>
                    <a:pt x="100" y="34"/>
                  </a:moveTo>
                  <a:cubicBezTo>
                    <a:pt x="100" y="34"/>
                    <a:pt x="100" y="34"/>
                    <a:pt x="100" y="34"/>
                  </a:cubicBezTo>
                  <a:cubicBezTo>
                    <a:pt x="101" y="33"/>
                    <a:pt x="103" y="30"/>
                    <a:pt x="104" y="28"/>
                  </a:cubicBezTo>
                  <a:cubicBezTo>
                    <a:pt x="105" y="26"/>
                    <a:pt x="108" y="20"/>
                    <a:pt x="109" y="17"/>
                  </a:cubicBezTo>
                  <a:cubicBezTo>
                    <a:pt x="109" y="15"/>
                    <a:pt x="109" y="11"/>
                    <a:pt x="109" y="10"/>
                  </a:cubicBezTo>
                  <a:cubicBezTo>
                    <a:pt x="110" y="8"/>
                    <a:pt x="113" y="6"/>
                    <a:pt x="114" y="5"/>
                  </a:cubicBezTo>
                  <a:cubicBezTo>
                    <a:pt x="115" y="4"/>
                    <a:pt x="118" y="1"/>
                    <a:pt x="119" y="1"/>
                  </a:cubicBezTo>
                  <a:cubicBezTo>
                    <a:pt x="121" y="0"/>
                    <a:pt x="124" y="2"/>
                    <a:pt x="126" y="3"/>
                  </a:cubicBezTo>
                  <a:cubicBezTo>
                    <a:pt x="127" y="4"/>
                    <a:pt x="130" y="7"/>
                    <a:pt x="131" y="8"/>
                  </a:cubicBezTo>
                  <a:cubicBezTo>
                    <a:pt x="133" y="9"/>
                    <a:pt x="136" y="13"/>
                    <a:pt x="138" y="14"/>
                  </a:cubicBezTo>
                  <a:cubicBezTo>
                    <a:pt x="139" y="15"/>
                    <a:pt x="142" y="16"/>
                    <a:pt x="144" y="17"/>
                  </a:cubicBezTo>
                  <a:cubicBezTo>
                    <a:pt x="145" y="18"/>
                    <a:pt x="148" y="20"/>
                    <a:pt x="150" y="20"/>
                  </a:cubicBezTo>
                  <a:cubicBezTo>
                    <a:pt x="154" y="21"/>
                    <a:pt x="160" y="20"/>
                    <a:pt x="163" y="20"/>
                  </a:cubicBezTo>
                  <a:cubicBezTo>
                    <a:pt x="166" y="20"/>
                    <a:pt x="171" y="20"/>
                    <a:pt x="173" y="21"/>
                  </a:cubicBezTo>
                  <a:cubicBezTo>
                    <a:pt x="175" y="22"/>
                    <a:pt x="177" y="26"/>
                    <a:pt x="178" y="28"/>
                  </a:cubicBezTo>
                  <a:cubicBezTo>
                    <a:pt x="179" y="30"/>
                    <a:pt x="181" y="35"/>
                    <a:pt x="183" y="36"/>
                  </a:cubicBezTo>
                  <a:cubicBezTo>
                    <a:pt x="186" y="38"/>
                    <a:pt x="193" y="38"/>
                    <a:pt x="197" y="37"/>
                  </a:cubicBezTo>
                  <a:cubicBezTo>
                    <a:pt x="199" y="37"/>
                    <a:pt x="204" y="35"/>
                    <a:pt x="206" y="33"/>
                  </a:cubicBezTo>
                  <a:cubicBezTo>
                    <a:pt x="206" y="33"/>
                    <a:pt x="207" y="32"/>
                    <a:pt x="207" y="32"/>
                  </a:cubicBezTo>
                  <a:cubicBezTo>
                    <a:pt x="210" y="36"/>
                    <a:pt x="210" y="36"/>
                    <a:pt x="210" y="36"/>
                  </a:cubicBezTo>
                  <a:cubicBezTo>
                    <a:pt x="210" y="36"/>
                    <a:pt x="210" y="40"/>
                    <a:pt x="209" y="41"/>
                  </a:cubicBezTo>
                  <a:cubicBezTo>
                    <a:pt x="209" y="43"/>
                    <a:pt x="206" y="46"/>
                    <a:pt x="205" y="47"/>
                  </a:cubicBezTo>
                  <a:cubicBezTo>
                    <a:pt x="205" y="49"/>
                    <a:pt x="203" y="53"/>
                    <a:pt x="203" y="55"/>
                  </a:cubicBezTo>
                  <a:cubicBezTo>
                    <a:pt x="203" y="56"/>
                    <a:pt x="205" y="58"/>
                    <a:pt x="206" y="59"/>
                  </a:cubicBezTo>
                  <a:cubicBezTo>
                    <a:pt x="207" y="62"/>
                    <a:pt x="208" y="69"/>
                    <a:pt x="209" y="72"/>
                  </a:cubicBezTo>
                  <a:cubicBezTo>
                    <a:pt x="210" y="74"/>
                    <a:pt x="212" y="78"/>
                    <a:pt x="212" y="81"/>
                  </a:cubicBezTo>
                  <a:cubicBezTo>
                    <a:pt x="212" y="84"/>
                    <a:pt x="210" y="89"/>
                    <a:pt x="210" y="92"/>
                  </a:cubicBezTo>
                  <a:cubicBezTo>
                    <a:pt x="210" y="94"/>
                    <a:pt x="212" y="97"/>
                    <a:pt x="212" y="98"/>
                  </a:cubicBezTo>
                  <a:cubicBezTo>
                    <a:pt x="213" y="101"/>
                    <a:pt x="215" y="106"/>
                    <a:pt x="216" y="109"/>
                  </a:cubicBezTo>
                  <a:cubicBezTo>
                    <a:pt x="217" y="111"/>
                    <a:pt x="219" y="114"/>
                    <a:pt x="220" y="116"/>
                  </a:cubicBezTo>
                  <a:cubicBezTo>
                    <a:pt x="220" y="117"/>
                    <a:pt x="222" y="119"/>
                    <a:pt x="223" y="121"/>
                  </a:cubicBezTo>
                  <a:cubicBezTo>
                    <a:pt x="223" y="122"/>
                    <a:pt x="221" y="124"/>
                    <a:pt x="221" y="126"/>
                  </a:cubicBezTo>
                  <a:cubicBezTo>
                    <a:pt x="221" y="127"/>
                    <a:pt x="222" y="131"/>
                    <a:pt x="223" y="132"/>
                  </a:cubicBezTo>
                  <a:cubicBezTo>
                    <a:pt x="224" y="133"/>
                    <a:pt x="227" y="132"/>
                    <a:pt x="228" y="133"/>
                  </a:cubicBezTo>
                  <a:cubicBezTo>
                    <a:pt x="230" y="134"/>
                    <a:pt x="231" y="138"/>
                    <a:pt x="231" y="139"/>
                  </a:cubicBezTo>
                  <a:cubicBezTo>
                    <a:pt x="231" y="142"/>
                    <a:pt x="228" y="146"/>
                    <a:pt x="226" y="147"/>
                  </a:cubicBezTo>
                  <a:cubicBezTo>
                    <a:pt x="225" y="147"/>
                    <a:pt x="223" y="146"/>
                    <a:pt x="222" y="145"/>
                  </a:cubicBezTo>
                  <a:cubicBezTo>
                    <a:pt x="221" y="144"/>
                    <a:pt x="220" y="142"/>
                    <a:pt x="219" y="142"/>
                  </a:cubicBezTo>
                  <a:cubicBezTo>
                    <a:pt x="217" y="141"/>
                    <a:pt x="213" y="142"/>
                    <a:pt x="211" y="143"/>
                  </a:cubicBezTo>
                  <a:cubicBezTo>
                    <a:pt x="210" y="143"/>
                    <a:pt x="208" y="144"/>
                    <a:pt x="207" y="145"/>
                  </a:cubicBezTo>
                  <a:cubicBezTo>
                    <a:pt x="206" y="146"/>
                    <a:pt x="204" y="148"/>
                    <a:pt x="204" y="149"/>
                  </a:cubicBezTo>
                  <a:cubicBezTo>
                    <a:pt x="204" y="151"/>
                    <a:pt x="205" y="155"/>
                    <a:pt x="206" y="156"/>
                  </a:cubicBezTo>
                  <a:cubicBezTo>
                    <a:pt x="207" y="158"/>
                    <a:pt x="209" y="159"/>
                    <a:pt x="210" y="160"/>
                  </a:cubicBezTo>
                  <a:cubicBezTo>
                    <a:pt x="211" y="161"/>
                    <a:pt x="214" y="161"/>
                    <a:pt x="215" y="162"/>
                  </a:cubicBezTo>
                  <a:cubicBezTo>
                    <a:pt x="218" y="164"/>
                    <a:pt x="221" y="169"/>
                    <a:pt x="223" y="171"/>
                  </a:cubicBezTo>
                  <a:cubicBezTo>
                    <a:pt x="225" y="174"/>
                    <a:pt x="227" y="180"/>
                    <a:pt x="230" y="182"/>
                  </a:cubicBezTo>
                  <a:cubicBezTo>
                    <a:pt x="231" y="183"/>
                    <a:pt x="234" y="185"/>
                    <a:pt x="235" y="185"/>
                  </a:cubicBezTo>
                  <a:cubicBezTo>
                    <a:pt x="237" y="185"/>
                    <a:pt x="238" y="182"/>
                    <a:pt x="239" y="181"/>
                  </a:cubicBezTo>
                  <a:cubicBezTo>
                    <a:pt x="240" y="180"/>
                    <a:pt x="242" y="177"/>
                    <a:pt x="243" y="177"/>
                  </a:cubicBezTo>
                  <a:cubicBezTo>
                    <a:pt x="245" y="177"/>
                    <a:pt x="248" y="181"/>
                    <a:pt x="249" y="183"/>
                  </a:cubicBezTo>
                  <a:cubicBezTo>
                    <a:pt x="249" y="184"/>
                    <a:pt x="250" y="188"/>
                    <a:pt x="251" y="189"/>
                  </a:cubicBezTo>
                  <a:cubicBezTo>
                    <a:pt x="251" y="192"/>
                    <a:pt x="253" y="196"/>
                    <a:pt x="254" y="198"/>
                  </a:cubicBezTo>
                  <a:cubicBezTo>
                    <a:pt x="255" y="200"/>
                    <a:pt x="258" y="205"/>
                    <a:pt x="259" y="208"/>
                  </a:cubicBezTo>
                  <a:cubicBezTo>
                    <a:pt x="259" y="211"/>
                    <a:pt x="259" y="216"/>
                    <a:pt x="259" y="219"/>
                  </a:cubicBezTo>
                  <a:cubicBezTo>
                    <a:pt x="259" y="220"/>
                    <a:pt x="257" y="223"/>
                    <a:pt x="257" y="224"/>
                  </a:cubicBezTo>
                  <a:cubicBezTo>
                    <a:pt x="256" y="226"/>
                    <a:pt x="253" y="229"/>
                    <a:pt x="252" y="231"/>
                  </a:cubicBezTo>
                  <a:cubicBezTo>
                    <a:pt x="251" y="232"/>
                    <a:pt x="249" y="235"/>
                    <a:pt x="249" y="236"/>
                  </a:cubicBezTo>
                  <a:cubicBezTo>
                    <a:pt x="250" y="239"/>
                    <a:pt x="255" y="242"/>
                    <a:pt x="257" y="243"/>
                  </a:cubicBezTo>
                  <a:cubicBezTo>
                    <a:pt x="259" y="244"/>
                    <a:pt x="261" y="246"/>
                    <a:pt x="263" y="246"/>
                  </a:cubicBezTo>
                  <a:cubicBezTo>
                    <a:pt x="264" y="247"/>
                    <a:pt x="267" y="247"/>
                    <a:pt x="268" y="248"/>
                  </a:cubicBezTo>
                  <a:cubicBezTo>
                    <a:pt x="270" y="249"/>
                    <a:pt x="273" y="251"/>
                    <a:pt x="274" y="252"/>
                  </a:cubicBezTo>
                  <a:cubicBezTo>
                    <a:pt x="275" y="252"/>
                    <a:pt x="276" y="253"/>
                    <a:pt x="277" y="255"/>
                  </a:cubicBezTo>
                  <a:cubicBezTo>
                    <a:pt x="276" y="256"/>
                    <a:pt x="276" y="258"/>
                    <a:pt x="275" y="260"/>
                  </a:cubicBezTo>
                  <a:cubicBezTo>
                    <a:pt x="275" y="261"/>
                    <a:pt x="275" y="265"/>
                    <a:pt x="275" y="266"/>
                  </a:cubicBezTo>
                  <a:cubicBezTo>
                    <a:pt x="276" y="267"/>
                    <a:pt x="278" y="268"/>
                    <a:pt x="278" y="269"/>
                  </a:cubicBezTo>
                  <a:cubicBezTo>
                    <a:pt x="278" y="270"/>
                    <a:pt x="275" y="271"/>
                    <a:pt x="274" y="271"/>
                  </a:cubicBezTo>
                  <a:cubicBezTo>
                    <a:pt x="273" y="272"/>
                    <a:pt x="270" y="273"/>
                    <a:pt x="270" y="274"/>
                  </a:cubicBezTo>
                  <a:cubicBezTo>
                    <a:pt x="269" y="274"/>
                    <a:pt x="269" y="276"/>
                    <a:pt x="269" y="277"/>
                  </a:cubicBezTo>
                  <a:cubicBezTo>
                    <a:pt x="269" y="278"/>
                    <a:pt x="268" y="281"/>
                    <a:pt x="268" y="282"/>
                  </a:cubicBezTo>
                  <a:cubicBezTo>
                    <a:pt x="267" y="283"/>
                    <a:pt x="265" y="285"/>
                    <a:pt x="265" y="286"/>
                  </a:cubicBezTo>
                  <a:cubicBezTo>
                    <a:pt x="264" y="287"/>
                    <a:pt x="264" y="289"/>
                    <a:pt x="265" y="291"/>
                  </a:cubicBezTo>
                  <a:cubicBezTo>
                    <a:pt x="265" y="292"/>
                    <a:pt x="267" y="293"/>
                    <a:pt x="268" y="294"/>
                  </a:cubicBezTo>
                  <a:cubicBezTo>
                    <a:pt x="268" y="295"/>
                    <a:pt x="269" y="298"/>
                    <a:pt x="268" y="299"/>
                  </a:cubicBezTo>
                  <a:cubicBezTo>
                    <a:pt x="268" y="300"/>
                    <a:pt x="266" y="300"/>
                    <a:pt x="265" y="300"/>
                  </a:cubicBezTo>
                  <a:cubicBezTo>
                    <a:pt x="264" y="300"/>
                    <a:pt x="261" y="299"/>
                    <a:pt x="261" y="299"/>
                  </a:cubicBezTo>
                  <a:cubicBezTo>
                    <a:pt x="260" y="298"/>
                    <a:pt x="260" y="296"/>
                    <a:pt x="259" y="295"/>
                  </a:cubicBezTo>
                  <a:cubicBezTo>
                    <a:pt x="258" y="294"/>
                    <a:pt x="256" y="295"/>
                    <a:pt x="256" y="295"/>
                  </a:cubicBezTo>
                  <a:cubicBezTo>
                    <a:pt x="254" y="295"/>
                    <a:pt x="251" y="297"/>
                    <a:pt x="250" y="298"/>
                  </a:cubicBezTo>
                  <a:cubicBezTo>
                    <a:pt x="248" y="299"/>
                    <a:pt x="246" y="302"/>
                    <a:pt x="245" y="303"/>
                  </a:cubicBezTo>
                  <a:cubicBezTo>
                    <a:pt x="243" y="305"/>
                    <a:pt x="241" y="309"/>
                    <a:pt x="239" y="311"/>
                  </a:cubicBezTo>
                  <a:cubicBezTo>
                    <a:pt x="238" y="312"/>
                    <a:pt x="233" y="313"/>
                    <a:pt x="231" y="314"/>
                  </a:cubicBezTo>
                  <a:cubicBezTo>
                    <a:pt x="230" y="315"/>
                    <a:pt x="228" y="317"/>
                    <a:pt x="227" y="319"/>
                  </a:cubicBezTo>
                  <a:cubicBezTo>
                    <a:pt x="226" y="320"/>
                    <a:pt x="226" y="322"/>
                    <a:pt x="226" y="323"/>
                  </a:cubicBezTo>
                  <a:cubicBezTo>
                    <a:pt x="226" y="324"/>
                    <a:pt x="225" y="326"/>
                    <a:pt x="226" y="327"/>
                  </a:cubicBezTo>
                  <a:cubicBezTo>
                    <a:pt x="226" y="329"/>
                    <a:pt x="230" y="331"/>
                    <a:pt x="231" y="332"/>
                  </a:cubicBezTo>
                  <a:cubicBezTo>
                    <a:pt x="232" y="334"/>
                    <a:pt x="234" y="337"/>
                    <a:pt x="235" y="338"/>
                  </a:cubicBezTo>
                  <a:cubicBezTo>
                    <a:pt x="237" y="340"/>
                    <a:pt x="240" y="344"/>
                    <a:pt x="241" y="346"/>
                  </a:cubicBezTo>
                  <a:cubicBezTo>
                    <a:pt x="242" y="348"/>
                    <a:pt x="244" y="352"/>
                    <a:pt x="243" y="355"/>
                  </a:cubicBezTo>
                  <a:cubicBezTo>
                    <a:pt x="243" y="357"/>
                    <a:pt x="239" y="359"/>
                    <a:pt x="238" y="361"/>
                  </a:cubicBezTo>
                  <a:cubicBezTo>
                    <a:pt x="238" y="364"/>
                    <a:pt x="238" y="370"/>
                    <a:pt x="239" y="373"/>
                  </a:cubicBezTo>
                  <a:cubicBezTo>
                    <a:pt x="239" y="374"/>
                    <a:pt x="241" y="376"/>
                    <a:pt x="242" y="377"/>
                  </a:cubicBezTo>
                  <a:cubicBezTo>
                    <a:pt x="243" y="379"/>
                    <a:pt x="242" y="385"/>
                    <a:pt x="243" y="388"/>
                  </a:cubicBezTo>
                  <a:cubicBezTo>
                    <a:pt x="244" y="389"/>
                    <a:pt x="246" y="391"/>
                    <a:pt x="246" y="392"/>
                  </a:cubicBezTo>
                  <a:cubicBezTo>
                    <a:pt x="247" y="393"/>
                    <a:pt x="250" y="396"/>
                    <a:pt x="251" y="397"/>
                  </a:cubicBezTo>
                  <a:cubicBezTo>
                    <a:pt x="251" y="399"/>
                    <a:pt x="252" y="402"/>
                    <a:pt x="253" y="403"/>
                  </a:cubicBezTo>
                  <a:cubicBezTo>
                    <a:pt x="254" y="405"/>
                    <a:pt x="257" y="407"/>
                    <a:pt x="258" y="409"/>
                  </a:cubicBezTo>
                  <a:cubicBezTo>
                    <a:pt x="259" y="412"/>
                    <a:pt x="260" y="417"/>
                    <a:pt x="260" y="420"/>
                  </a:cubicBezTo>
                  <a:cubicBezTo>
                    <a:pt x="260" y="422"/>
                    <a:pt x="260" y="428"/>
                    <a:pt x="258" y="429"/>
                  </a:cubicBezTo>
                  <a:cubicBezTo>
                    <a:pt x="257" y="430"/>
                    <a:pt x="253" y="427"/>
                    <a:pt x="251" y="426"/>
                  </a:cubicBezTo>
                  <a:cubicBezTo>
                    <a:pt x="249" y="425"/>
                    <a:pt x="247" y="422"/>
                    <a:pt x="245" y="423"/>
                  </a:cubicBezTo>
                  <a:cubicBezTo>
                    <a:pt x="244" y="424"/>
                    <a:pt x="245" y="428"/>
                    <a:pt x="244" y="429"/>
                  </a:cubicBezTo>
                  <a:cubicBezTo>
                    <a:pt x="243" y="429"/>
                    <a:pt x="241" y="429"/>
                    <a:pt x="240" y="429"/>
                  </a:cubicBezTo>
                  <a:cubicBezTo>
                    <a:pt x="238" y="429"/>
                    <a:pt x="235" y="428"/>
                    <a:pt x="233" y="427"/>
                  </a:cubicBezTo>
                  <a:cubicBezTo>
                    <a:pt x="232" y="427"/>
                    <a:pt x="230" y="427"/>
                    <a:pt x="229" y="427"/>
                  </a:cubicBezTo>
                  <a:cubicBezTo>
                    <a:pt x="227" y="426"/>
                    <a:pt x="225" y="424"/>
                    <a:pt x="224" y="422"/>
                  </a:cubicBezTo>
                  <a:cubicBezTo>
                    <a:pt x="224" y="421"/>
                    <a:pt x="225" y="418"/>
                    <a:pt x="224" y="417"/>
                  </a:cubicBezTo>
                  <a:cubicBezTo>
                    <a:pt x="224" y="416"/>
                    <a:pt x="222" y="417"/>
                    <a:pt x="221" y="417"/>
                  </a:cubicBezTo>
                  <a:cubicBezTo>
                    <a:pt x="220" y="417"/>
                    <a:pt x="216" y="417"/>
                    <a:pt x="215" y="416"/>
                  </a:cubicBezTo>
                  <a:cubicBezTo>
                    <a:pt x="213" y="415"/>
                    <a:pt x="212" y="410"/>
                    <a:pt x="210" y="409"/>
                  </a:cubicBezTo>
                  <a:cubicBezTo>
                    <a:pt x="208" y="408"/>
                    <a:pt x="205" y="409"/>
                    <a:pt x="203" y="408"/>
                  </a:cubicBezTo>
                  <a:cubicBezTo>
                    <a:pt x="202" y="407"/>
                    <a:pt x="201" y="404"/>
                    <a:pt x="200" y="402"/>
                  </a:cubicBezTo>
                  <a:cubicBezTo>
                    <a:pt x="200" y="401"/>
                    <a:pt x="198" y="398"/>
                    <a:pt x="197" y="397"/>
                  </a:cubicBezTo>
                  <a:cubicBezTo>
                    <a:pt x="196" y="396"/>
                    <a:pt x="192" y="393"/>
                    <a:pt x="190" y="393"/>
                  </a:cubicBezTo>
                  <a:cubicBezTo>
                    <a:pt x="188" y="394"/>
                    <a:pt x="189" y="400"/>
                    <a:pt x="189" y="401"/>
                  </a:cubicBezTo>
                  <a:cubicBezTo>
                    <a:pt x="188" y="404"/>
                    <a:pt x="185" y="408"/>
                    <a:pt x="183" y="410"/>
                  </a:cubicBezTo>
                  <a:cubicBezTo>
                    <a:pt x="182" y="412"/>
                    <a:pt x="181" y="416"/>
                    <a:pt x="179" y="416"/>
                  </a:cubicBezTo>
                  <a:cubicBezTo>
                    <a:pt x="179" y="416"/>
                    <a:pt x="178" y="414"/>
                    <a:pt x="177" y="414"/>
                  </a:cubicBezTo>
                  <a:cubicBezTo>
                    <a:pt x="176" y="414"/>
                    <a:pt x="173" y="414"/>
                    <a:pt x="172" y="414"/>
                  </a:cubicBezTo>
                  <a:cubicBezTo>
                    <a:pt x="169" y="415"/>
                    <a:pt x="166" y="418"/>
                    <a:pt x="163" y="419"/>
                  </a:cubicBezTo>
                  <a:cubicBezTo>
                    <a:pt x="161" y="420"/>
                    <a:pt x="157" y="420"/>
                    <a:pt x="155" y="421"/>
                  </a:cubicBezTo>
                  <a:cubicBezTo>
                    <a:pt x="155" y="421"/>
                    <a:pt x="154" y="422"/>
                    <a:pt x="154" y="422"/>
                  </a:cubicBezTo>
                  <a:cubicBezTo>
                    <a:pt x="152" y="424"/>
                    <a:pt x="153" y="429"/>
                    <a:pt x="153" y="431"/>
                  </a:cubicBezTo>
                  <a:cubicBezTo>
                    <a:pt x="153" y="432"/>
                    <a:pt x="153" y="436"/>
                    <a:pt x="152" y="437"/>
                  </a:cubicBezTo>
                  <a:cubicBezTo>
                    <a:pt x="152" y="441"/>
                    <a:pt x="152" y="448"/>
                    <a:pt x="151" y="451"/>
                  </a:cubicBezTo>
                  <a:cubicBezTo>
                    <a:pt x="151" y="453"/>
                    <a:pt x="150" y="457"/>
                    <a:pt x="150" y="459"/>
                  </a:cubicBezTo>
                  <a:cubicBezTo>
                    <a:pt x="150" y="460"/>
                    <a:pt x="150" y="461"/>
                    <a:pt x="150" y="462"/>
                  </a:cubicBezTo>
                  <a:cubicBezTo>
                    <a:pt x="148" y="463"/>
                    <a:pt x="145" y="463"/>
                    <a:pt x="144" y="463"/>
                  </a:cubicBezTo>
                  <a:cubicBezTo>
                    <a:pt x="141" y="464"/>
                    <a:pt x="135" y="465"/>
                    <a:pt x="132" y="465"/>
                  </a:cubicBezTo>
                  <a:cubicBezTo>
                    <a:pt x="130" y="465"/>
                    <a:pt x="125" y="466"/>
                    <a:pt x="124" y="465"/>
                  </a:cubicBezTo>
                  <a:cubicBezTo>
                    <a:pt x="123" y="464"/>
                    <a:pt x="125" y="461"/>
                    <a:pt x="125" y="460"/>
                  </a:cubicBezTo>
                  <a:cubicBezTo>
                    <a:pt x="125" y="458"/>
                    <a:pt x="126" y="453"/>
                    <a:pt x="124" y="452"/>
                  </a:cubicBezTo>
                  <a:cubicBezTo>
                    <a:pt x="124" y="451"/>
                    <a:pt x="121" y="451"/>
                    <a:pt x="120" y="452"/>
                  </a:cubicBezTo>
                  <a:cubicBezTo>
                    <a:pt x="119" y="452"/>
                    <a:pt x="118" y="455"/>
                    <a:pt x="118" y="456"/>
                  </a:cubicBezTo>
                  <a:cubicBezTo>
                    <a:pt x="117" y="457"/>
                    <a:pt x="118" y="462"/>
                    <a:pt x="116" y="463"/>
                  </a:cubicBezTo>
                  <a:cubicBezTo>
                    <a:pt x="116" y="464"/>
                    <a:pt x="113" y="463"/>
                    <a:pt x="112" y="463"/>
                  </a:cubicBezTo>
                  <a:cubicBezTo>
                    <a:pt x="111" y="464"/>
                    <a:pt x="110" y="467"/>
                    <a:pt x="109" y="468"/>
                  </a:cubicBezTo>
                  <a:cubicBezTo>
                    <a:pt x="108" y="468"/>
                    <a:pt x="106" y="470"/>
                    <a:pt x="105" y="470"/>
                  </a:cubicBezTo>
                  <a:cubicBezTo>
                    <a:pt x="103" y="470"/>
                    <a:pt x="99" y="468"/>
                    <a:pt x="98" y="466"/>
                  </a:cubicBezTo>
                  <a:cubicBezTo>
                    <a:pt x="97" y="465"/>
                    <a:pt x="95" y="462"/>
                    <a:pt x="95" y="461"/>
                  </a:cubicBezTo>
                  <a:cubicBezTo>
                    <a:pt x="94" y="459"/>
                    <a:pt x="95" y="456"/>
                    <a:pt x="94" y="455"/>
                  </a:cubicBezTo>
                  <a:cubicBezTo>
                    <a:pt x="94" y="453"/>
                    <a:pt x="92" y="452"/>
                    <a:pt x="91" y="451"/>
                  </a:cubicBezTo>
                  <a:cubicBezTo>
                    <a:pt x="89" y="449"/>
                    <a:pt x="86" y="447"/>
                    <a:pt x="85" y="446"/>
                  </a:cubicBezTo>
                  <a:cubicBezTo>
                    <a:pt x="84" y="444"/>
                    <a:pt x="82" y="441"/>
                    <a:pt x="81" y="440"/>
                  </a:cubicBezTo>
                  <a:cubicBezTo>
                    <a:pt x="81" y="438"/>
                    <a:pt x="81" y="435"/>
                    <a:pt x="81" y="433"/>
                  </a:cubicBezTo>
                  <a:cubicBezTo>
                    <a:pt x="81" y="433"/>
                    <a:pt x="81" y="431"/>
                    <a:pt x="81" y="430"/>
                  </a:cubicBezTo>
                  <a:cubicBezTo>
                    <a:pt x="82" y="429"/>
                    <a:pt x="83" y="428"/>
                    <a:pt x="84" y="427"/>
                  </a:cubicBezTo>
                  <a:cubicBezTo>
                    <a:pt x="85" y="427"/>
                    <a:pt x="87" y="427"/>
                    <a:pt x="88" y="427"/>
                  </a:cubicBezTo>
                  <a:cubicBezTo>
                    <a:pt x="89" y="428"/>
                    <a:pt x="91" y="429"/>
                    <a:pt x="92" y="429"/>
                  </a:cubicBezTo>
                  <a:cubicBezTo>
                    <a:pt x="94" y="430"/>
                    <a:pt x="96" y="435"/>
                    <a:pt x="98" y="435"/>
                  </a:cubicBezTo>
                  <a:cubicBezTo>
                    <a:pt x="100" y="434"/>
                    <a:pt x="100" y="430"/>
                    <a:pt x="100" y="428"/>
                  </a:cubicBezTo>
                  <a:cubicBezTo>
                    <a:pt x="100" y="426"/>
                    <a:pt x="99" y="424"/>
                    <a:pt x="98" y="422"/>
                  </a:cubicBezTo>
                  <a:cubicBezTo>
                    <a:pt x="97" y="420"/>
                    <a:pt x="94" y="416"/>
                    <a:pt x="94" y="414"/>
                  </a:cubicBezTo>
                  <a:cubicBezTo>
                    <a:pt x="94" y="412"/>
                    <a:pt x="98" y="409"/>
                    <a:pt x="99" y="407"/>
                  </a:cubicBezTo>
                  <a:cubicBezTo>
                    <a:pt x="100" y="406"/>
                    <a:pt x="102" y="403"/>
                    <a:pt x="102" y="401"/>
                  </a:cubicBezTo>
                  <a:cubicBezTo>
                    <a:pt x="102" y="399"/>
                    <a:pt x="100" y="395"/>
                    <a:pt x="99" y="393"/>
                  </a:cubicBezTo>
                  <a:cubicBezTo>
                    <a:pt x="99" y="392"/>
                    <a:pt x="97" y="390"/>
                    <a:pt x="97" y="389"/>
                  </a:cubicBezTo>
                  <a:cubicBezTo>
                    <a:pt x="96" y="387"/>
                    <a:pt x="97" y="383"/>
                    <a:pt x="97" y="381"/>
                  </a:cubicBezTo>
                  <a:cubicBezTo>
                    <a:pt x="97" y="379"/>
                    <a:pt x="98" y="373"/>
                    <a:pt x="97" y="370"/>
                  </a:cubicBezTo>
                  <a:cubicBezTo>
                    <a:pt x="96" y="367"/>
                    <a:pt x="93" y="362"/>
                    <a:pt x="92" y="359"/>
                  </a:cubicBezTo>
                  <a:cubicBezTo>
                    <a:pt x="92" y="357"/>
                    <a:pt x="92" y="353"/>
                    <a:pt x="92" y="351"/>
                  </a:cubicBezTo>
                  <a:cubicBezTo>
                    <a:pt x="91" y="349"/>
                    <a:pt x="92" y="344"/>
                    <a:pt x="91" y="343"/>
                  </a:cubicBezTo>
                  <a:cubicBezTo>
                    <a:pt x="90" y="342"/>
                    <a:pt x="88" y="341"/>
                    <a:pt x="87" y="341"/>
                  </a:cubicBezTo>
                  <a:cubicBezTo>
                    <a:pt x="86" y="341"/>
                    <a:pt x="85" y="343"/>
                    <a:pt x="84" y="344"/>
                  </a:cubicBezTo>
                  <a:cubicBezTo>
                    <a:pt x="82" y="344"/>
                    <a:pt x="79" y="344"/>
                    <a:pt x="77" y="344"/>
                  </a:cubicBezTo>
                  <a:cubicBezTo>
                    <a:pt x="74" y="344"/>
                    <a:pt x="68" y="343"/>
                    <a:pt x="66" y="341"/>
                  </a:cubicBezTo>
                  <a:cubicBezTo>
                    <a:pt x="65" y="340"/>
                    <a:pt x="66" y="336"/>
                    <a:pt x="66" y="335"/>
                  </a:cubicBezTo>
                  <a:cubicBezTo>
                    <a:pt x="66" y="333"/>
                    <a:pt x="66" y="329"/>
                    <a:pt x="65" y="327"/>
                  </a:cubicBezTo>
                  <a:cubicBezTo>
                    <a:pt x="64" y="325"/>
                    <a:pt x="60" y="323"/>
                    <a:pt x="59" y="321"/>
                  </a:cubicBezTo>
                  <a:cubicBezTo>
                    <a:pt x="58" y="320"/>
                    <a:pt x="57" y="316"/>
                    <a:pt x="55" y="314"/>
                  </a:cubicBezTo>
                  <a:cubicBezTo>
                    <a:pt x="54" y="313"/>
                    <a:pt x="52" y="309"/>
                    <a:pt x="51" y="309"/>
                  </a:cubicBezTo>
                  <a:cubicBezTo>
                    <a:pt x="49" y="309"/>
                    <a:pt x="48" y="312"/>
                    <a:pt x="47" y="313"/>
                  </a:cubicBezTo>
                  <a:cubicBezTo>
                    <a:pt x="46" y="314"/>
                    <a:pt x="43" y="315"/>
                    <a:pt x="41" y="315"/>
                  </a:cubicBezTo>
                  <a:cubicBezTo>
                    <a:pt x="39" y="315"/>
                    <a:pt x="35" y="314"/>
                    <a:pt x="34" y="313"/>
                  </a:cubicBezTo>
                  <a:cubicBezTo>
                    <a:pt x="32" y="312"/>
                    <a:pt x="29" y="310"/>
                    <a:pt x="28" y="309"/>
                  </a:cubicBezTo>
                  <a:cubicBezTo>
                    <a:pt x="27" y="306"/>
                    <a:pt x="28" y="299"/>
                    <a:pt x="26" y="297"/>
                  </a:cubicBezTo>
                  <a:cubicBezTo>
                    <a:pt x="25" y="296"/>
                    <a:pt x="21" y="298"/>
                    <a:pt x="19" y="298"/>
                  </a:cubicBezTo>
                  <a:cubicBezTo>
                    <a:pt x="17" y="297"/>
                    <a:pt x="14" y="295"/>
                    <a:pt x="12" y="294"/>
                  </a:cubicBezTo>
                  <a:cubicBezTo>
                    <a:pt x="11" y="293"/>
                    <a:pt x="8" y="291"/>
                    <a:pt x="7" y="290"/>
                  </a:cubicBezTo>
                  <a:cubicBezTo>
                    <a:pt x="6" y="289"/>
                    <a:pt x="4" y="285"/>
                    <a:pt x="3" y="283"/>
                  </a:cubicBezTo>
                  <a:cubicBezTo>
                    <a:pt x="2" y="281"/>
                    <a:pt x="2" y="276"/>
                    <a:pt x="1" y="274"/>
                  </a:cubicBezTo>
                  <a:cubicBezTo>
                    <a:pt x="1" y="274"/>
                    <a:pt x="0" y="274"/>
                    <a:pt x="0" y="274"/>
                  </a:cubicBezTo>
                  <a:cubicBezTo>
                    <a:pt x="3" y="271"/>
                    <a:pt x="8" y="266"/>
                    <a:pt x="10" y="264"/>
                  </a:cubicBezTo>
                  <a:cubicBezTo>
                    <a:pt x="11" y="262"/>
                    <a:pt x="13" y="257"/>
                    <a:pt x="14" y="255"/>
                  </a:cubicBezTo>
                  <a:cubicBezTo>
                    <a:pt x="15" y="253"/>
                    <a:pt x="17" y="249"/>
                    <a:pt x="19" y="249"/>
                  </a:cubicBezTo>
                  <a:cubicBezTo>
                    <a:pt x="20" y="248"/>
                    <a:pt x="23" y="251"/>
                    <a:pt x="25" y="252"/>
                  </a:cubicBezTo>
                  <a:cubicBezTo>
                    <a:pt x="27" y="253"/>
                    <a:pt x="32" y="255"/>
                    <a:pt x="33" y="253"/>
                  </a:cubicBezTo>
                  <a:cubicBezTo>
                    <a:pt x="34" y="252"/>
                    <a:pt x="32" y="248"/>
                    <a:pt x="33" y="247"/>
                  </a:cubicBezTo>
                  <a:cubicBezTo>
                    <a:pt x="34" y="246"/>
                    <a:pt x="37" y="244"/>
                    <a:pt x="38" y="244"/>
                  </a:cubicBezTo>
                  <a:cubicBezTo>
                    <a:pt x="40" y="244"/>
                    <a:pt x="42" y="247"/>
                    <a:pt x="44" y="247"/>
                  </a:cubicBezTo>
                  <a:cubicBezTo>
                    <a:pt x="46" y="247"/>
                    <a:pt x="49" y="244"/>
                    <a:pt x="51" y="243"/>
                  </a:cubicBezTo>
                  <a:cubicBezTo>
                    <a:pt x="52" y="240"/>
                    <a:pt x="52" y="235"/>
                    <a:pt x="52" y="232"/>
                  </a:cubicBezTo>
                  <a:cubicBezTo>
                    <a:pt x="53" y="231"/>
                    <a:pt x="54" y="228"/>
                    <a:pt x="54" y="227"/>
                  </a:cubicBezTo>
                  <a:cubicBezTo>
                    <a:pt x="54" y="225"/>
                    <a:pt x="53" y="222"/>
                    <a:pt x="53" y="220"/>
                  </a:cubicBezTo>
                  <a:cubicBezTo>
                    <a:pt x="53" y="218"/>
                    <a:pt x="54" y="212"/>
                    <a:pt x="53" y="209"/>
                  </a:cubicBezTo>
                  <a:cubicBezTo>
                    <a:pt x="53" y="207"/>
                    <a:pt x="51" y="203"/>
                    <a:pt x="51" y="201"/>
                  </a:cubicBezTo>
                  <a:cubicBezTo>
                    <a:pt x="50" y="200"/>
                    <a:pt x="48" y="196"/>
                    <a:pt x="47" y="194"/>
                  </a:cubicBezTo>
                  <a:cubicBezTo>
                    <a:pt x="46" y="191"/>
                    <a:pt x="45" y="186"/>
                    <a:pt x="44" y="184"/>
                  </a:cubicBezTo>
                  <a:cubicBezTo>
                    <a:pt x="44" y="182"/>
                    <a:pt x="42" y="177"/>
                    <a:pt x="40" y="175"/>
                  </a:cubicBezTo>
                  <a:cubicBezTo>
                    <a:pt x="39" y="173"/>
                    <a:pt x="35" y="172"/>
                    <a:pt x="34" y="170"/>
                  </a:cubicBezTo>
                  <a:cubicBezTo>
                    <a:pt x="34" y="169"/>
                    <a:pt x="33" y="167"/>
                    <a:pt x="33" y="166"/>
                  </a:cubicBezTo>
                  <a:cubicBezTo>
                    <a:pt x="34" y="165"/>
                    <a:pt x="37" y="166"/>
                    <a:pt x="38" y="165"/>
                  </a:cubicBezTo>
                  <a:cubicBezTo>
                    <a:pt x="39" y="164"/>
                    <a:pt x="41" y="163"/>
                    <a:pt x="41" y="161"/>
                  </a:cubicBezTo>
                  <a:cubicBezTo>
                    <a:pt x="42" y="159"/>
                    <a:pt x="40" y="155"/>
                    <a:pt x="39" y="153"/>
                  </a:cubicBezTo>
                  <a:cubicBezTo>
                    <a:pt x="39" y="152"/>
                    <a:pt x="36" y="150"/>
                    <a:pt x="35" y="149"/>
                  </a:cubicBezTo>
                  <a:cubicBezTo>
                    <a:pt x="34" y="147"/>
                    <a:pt x="34" y="144"/>
                    <a:pt x="34" y="143"/>
                  </a:cubicBezTo>
                  <a:cubicBezTo>
                    <a:pt x="33" y="141"/>
                    <a:pt x="31" y="139"/>
                    <a:pt x="30" y="138"/>
                  </a:cubicBezTo>
                  <a:cubicBezTo>
                    <a:pt x="29" y="137"/>
                    <a:pt x="28" y="133"/>
                    <a:pt x="28" y="132"/>
                  </a:cubicBezTo>
                  <a:cubicBezTo>
                    <a:pt x="27" y="131"/>
                    <a:pt x="26" y="130"/>
                    <a:pt x="25" y="129"/>
                  </a:cubicBezTo>
                  <a:cubicBezTo>
                    <a:pt x="25" y="127"/>
                    <a:pt x="25" y="124"/>
                    <a:pt x="25" y="122"/>
                  </a:cubicBezTo>
                  <a:cubicBezTo>
                    <a:pt x="26" y="121"/>
                    <a:pt x="28" y="119"/>
                    <a:pt x="28" y="118"/>
                  </a:cubicBezTo>
                  <a:cubicBezTo>
                    <a:pt x="30" y="116"/>
                    <a:pt x="32" y="112"/>
                    <a:pt x="33" y="110"/>
                  </a:cubicBezTo>
                  <a:cubicBezTo>
                    <a:pt x="34" y="109"/>
                    <a:pt x="36" y="107"/>
                    <a:pt x="38" y="106"/>
                  </a:cubicBezTo>
                  <a:cubicBezTo>
                    <a:pt x="39" y="105"/>
                    <a:pt x="43" y="103"/>
                    <a:pt x="44" y="103"/>
                  </a:cubicBezTo>
                  <a:cubicBezTo>
                    <a:pt x="46" y="102"/>
                    <a:pt x="51" y="100"/>
                    <a:pt x="53" y="100"/>
                  </a:cubicBezTo>
                  <a:cubicBezTo>
                    <a:pt x="54" y="100"/>
                    <a:pt x="57" y="102"/>
                    <a:pt x="59" y="103"/>
                  </a:cubicBezTo>
                  <a:cubicBezTo>
                    <a:pt x="61" y="103"/>
                    <a:pt x="66" y="104"/>
                    <a:pt x="68" y="103"/>
                  </a:cubicBezTo>
                  <a:cubicBezTo>
                    <a:pt x="69" y="103"/>
                    <a:pt x="72" y="100"/>
                    <a:pt x="72" y="99"/>
                  </a:cubicBezTo>
                  <a:cubicBezTo>
                    <a:pt x="73" y="96"/>
                    <a:pt x="72" y="90"/>
                    <a:pt x="72" y="87"/>
                  </a:cubicBezTo>
                  <a:cubicBezTo>
                    <a:pt x="72" y="85"/>
                    <a:pt x="73" y="80"/>
                    <a:pt x="74" y="77"/>
                  </a:cubicBezTo>
                  <a:cubicBezTo>
                    <a:pt x="74" y="75"/>
                    <a:pt x="76" y="70"/>
                    <a:pt x="76" y="67"/>
                  </a:cubicBezTo>
                  <a:cubicBezTo>
                    <a:pt x="76" y="65"/>
                    <a:pt x="74" y="62"/>
                    <a:pt x="74" y="60"/>
                  </a:cubicBezTo>
                  <a:cubicBezTo>
                    <a:pt x="74" y="59"/>
                    <a:pt x="75" y="55"/>
                    <a:pt x="75" y="53"/>
                  </a:cubicBezTo>
                  <a:cubicBezTo>
                    <a:pt x="76" y="52"/>
                    <a:pt x="78" y="51"/>
                    <a:pt x="79" y="50"/>
                  </a:cubicBezTo>
                  <a:cubicBezTo>
                    <a:pt x="80" y="48"/>
                    <a:pt x="83" y="43"/>
                    <a:pt x="85" y="42"/>
                  </a:cubicBezTo>
                  <a:cubicBezTo>
                    <a:pt x="86" y="41"/>
                    <a:pt x="90" y="39"/>
                    <a:pt x="91" y="38"/>
                  </a:cubicBezTo>
                  <a:cubicBezTo>
                    <a:pt x="93" y="37"/>
                    <a:pt x="98" y="36"/>
                    <a:pt x="100" y="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0"/>
            <p:cNvSpPr>
              <a:spLocks/>
            </p:cNvSpPr>
            <p:nvPr/>
          </p:nvSpPr>
          <p:spPr bwMode="auto">
            <a:xfrm>
              <a:off x="2035175" y="3989388"/>
              <a:ext cx="757238" cy="609600"/>
            </a:xfrm>
            <a:custGeom>
              <a:avLst/>
              <a:gdLst/>
              <a:ahLst/>
              <a:cxnLst>
                <a:cxn ang="0">
                  <a:pos x="397" y="31"/>
                </a:cxn>
                <a:cxn ang="0">
                  <a:pos x="365" y="79"/>
                </a:cxn>
                <a:cxn ang="0">
                  <a:pos x="331" y="133"/>
                </a:cxn>
                <a:cxn ang="0">
                  <a:pos x="278" y="201"/>
                </a:cxn>
                <a:cxn ang="0">
                  <a:pos x="237" y="241"/>
                </a:cxn>
                <a:cxn ang="0">
                  <a:pos x="204" y="282"/>
                </a:cxn>
                <a:cxn ang="0">
                  <a:pos x="188" y="293"/>
                </a:cxn>
                <a:cxn ang="0">
                  <a:pos x="186" y="310"/>
                </a:cxn>
                <a:cxn ang="0">
                  <a:pos x="175" y="304"/>
                </a:cxn>
                <a:cxn ang="0">
                  <a:pos x="169" y="314"/>
                </a:cxn>
                <a:cxn ang="0">
                  <a:pos x="155" y="319"/>
                </a:cxn>
                <a:cxn ang="0">
                  <a:pos x="130" y="308"/>
                </a:cxn>
                <a:cxn ang="0">
                  <a:pos x="134" y="301"/>
                </a:cxn>
                <a:cxn ang="0">
                  <a:pos x="123" y="297"/>
                </a:cxn>
                <a:cxn ang="0">
                  <a:pos x="118" y="306"/>
                </a:cxn>
                <a:cxn ang="0">
                  <a:pos x="104" y="317"/>
                </a:cxn>
                <a:cxn ang="0">
                  <a:pos x="96" y="328"/>
                </a:cxn>
                <a:cxn ang="0">
                  <a:pos x="100" y="312"/>
                </a:cxn>
                <a:cxn ang="0">
                  <a:pos x="93" y="317"/>
                </a:cxn>
                <a:cxn ang="0">
                  <a:pos x="82" y="318"/>
                </a:cxn>
                <a:cxn ang="0">
                  <a:pos x="71" y="330"/>
                </a:cxn>
                <a:cxn ang="0">
                  <a:pos x="62" y="329"/>
                </a:cxn>
                <a:cxn ang="0">
                  <a:pos x="63" y="324"/>
                </a:cxn>
                <a:cxn ang="0">
                  <a:pos x="51" y="320"/>
                </a:cxn>
                <a:cxn ang="0">
                  <a:pos x="59" y="299"/>
                </a:cxn>
                <a:cxn ang="0">
                  <a:pos x="76" y="303"/>
                </a:cxn>
                <a:cxn ang="0">
                  <a:pos x="75" y="282"/>
                </a:cxn>
                <a:cxn ang="0">
                  <a:pos x="57" y="290"/>
                </a:cxn>
                <a:cxn ang="0">
                  <a:pos x="32" y="267"/>
                </a:cxn>
                <a:cxn ang="0">
                  <a:pos x="17" y="247"/>
                </a:cxn>
                <a:cxn ang="0">
                  <a:pos x="9" y="226"/>
                </a:cxn>
                <a:cxn ang="0">
                  <a:pos x="8" y="209"/>
                </a:cxn>
                <a:cxn ang="0">
                  <a:pos x="0" y="186"/>
                </a:cxn>
                <a:cxn ang="0">
                  <a:pos x="9" y="174"/>
                </a:cxn>
                <a:cxn ang="0">
                  <a:pos x="28" y="169"/>
                </a:cxn>
                <a:cxn ang="0">
                  <a:pos x="44" y="148"/>
                </a:cxn>
                <a:cxn ang="0">
                  <a:pos x="62" y="155"/>
                </a:cxn>
                <a:cxn ang="0">
                  <a:pos x="77" y="145"/>
                </a:cxn>
                <a:cxn ang="0">
                  <a:pos x="92" y="162"/>
                </a:cxn>
                <a:cxn ang="0">
                  <a:pos x="126" y="164"/>
                </a:cxn>
                <a:cxn ang="0">
                  <a:pos x="134" y="154"/>
                </a:cxn>
                <a:cxn ang="0">
                  <a:pos x="121" y="132"/>
                </a:cxn>
                <a:cxn ang="0">
                  <a:pos x="99" y="122"/>
                </a:cxn>
                <a:cxn ang="0">
                  <a:pos x="137" y="116"/>
                </a:cxn>
                <a:cxn ang="0">
                  <a:pos x="161" y="123"/>
                </a:cxn>
                <a:cxn ang="0">
                  <a:pos x="207" y="121"/>
                </a:cxn>
                <a:cxn ang="0">
                  <a:pos x="243" y="98"/>
                </a:cxn>
                <a:cxn ang="0">
                  <a:pos x="258" y="88"/>
                </a:cxn>
                <a:cxn ang="0">
                  <a:pos x="285" y="85"/>
                </a:cxn>
                <a:cxn ang="0">
                  <a:pos x="310" y="76"/>
                </a:cxn>
                <a:cxn ang="0">
                  <a:pos x="344" y="46"/>
                </a:cxn>
                <a:cxn ang="0">
                  <a:pos x="366" y="24"/>
                </a:cxn>
                <a:cxn ang="0">
                  <a:pos x="408" y="1"/>
                </a:cxn>
              </a:cxnLst>
              <a:rect l="0" t="0" r="r" b="b"/>
              <a:pathLst>
                <a:path w="417" h="336">
                  <a:moveTo>
                    <a:pt x="417" y="0"/>
                  </a:moveTo>
                  <a:cubicBezTo>
                    <a:pt x="416" y="2"/>
                    <a:pt x="415" y="4"/>
                    <a:pt x="415" y="5"/>
                  </a:cubicBezTo>
                  <a:cubicBezTo>
                    <a:pt x="413" y="8"/>
                    <a:pt x="408" y="12"/>
                    <a:pt x="406" y="15"/>
                  </a:cubicBezTo>
                  <a:cubicBezTo>
                    <a:pt x="405" y="17"/>
                    <a:pt x="404" y="22"/>
                    <a:pt x="402" y="24"/>
                  </a:cubicBezTo>
                  <a:cubicBezTo>
                    <a:pt x="401" y="26"/>
                    <a:pt x="399" y="29"/>
                    <a:pt x="397" y="31"/>
                  </a:cubicBezTo>
                  <a:cubicBezTo>
                    <a:pt x="395" y="34"/>
                    <a:pt x="391" y="40"/>
                    <a:pt x="389" y="44"/>
                  </a:cubicBezTo>
                  <a:cubicBezTo>
                    <a:pt x="388" y="46"/>
                    <a:pt x="388" y="50"/>
                    <a:pt x="387" y="52"/>
                  </a:cubicBezTo>
                  <a:cubicBezTo>
                    <a:pt x="386" y="54"/>
                    <a:pt x="384" y="59"/>
                    <a:pt x="383" y="62"/>
                  </a:cubicBezTo>
                  <a:cubicBezTo>
                    <a:pt x="381" y="65"/>
                    <a:pt x="377" y="72"/>
                    <a:pt x="373" y="75"/>
                  </a:cubicBezTo>
                  <a:cubicBezTo>
                    <a:pt x="372" y="76"/>
                    <a:pt x="367" y="77"/>
                    <a:pt x="365" y="79"/>
                  </a:cubicBezTo>
                  <a:cubicBezTo>
                    <a:pt x="364" y="80"/>
                    <a:pt x="361" y="84"/>
                    <a:pt x="360" y="85"/>
                  </a:cubicBezTo>
                  <a:cubicBezTo>
                    <a:pt x="358" y="89"/>
                    <a:pt x="357" y="96"/>
                    <a:pt x="355" y="100"/>
                  </a:cubicBezTo>
                  <a:cubicBezTo>
                    <a:pt x="353" y="102"/>
                    <a:pt x="349" y="107"/>
                    <a:pt x="347" y="110"/>
                  </a:cubicBezTo>
                  <a:cubicBezTo>
                    <a:pt x="345" y="113"/>
                    <a:pt x="341" y="119"/>
                    <a:pt x="339" y="122"/>
                  </a:cubicBezTo>
                  <a:cubicBezTo>
                    <a:pt x="337" y="125"/>
                    <a:pt x="333" y="130"/>
                    <a:pt x="331" y="133"/>
                  </a:cubicBezTo>
                  <a:cubicBezTo>
                    <a:pt x="329" y="137"/>
                    <a:pt x="324" y="144"/>
                    <a:pt x="321" y="147"/>
                  </a:cubicBezTo>
                  <a:cubicBezTo>
                    <a:pt x="315" y="152"/>
                    <a:pt x="302" y="161"/>
                    <a:pt x="297" y="167"/>
                  </a:cubicBezTo>
                  <a:cubicBezTo>
                    <a:pt x="294" y="170"/>
                    <a:pt x="290" y="177"/>
                    <a:pt x="287" y="180"/>
                  </a:cubicBezTo>
                  <a:cubicBezTo>
                    <a:pt x="285" y="183"/>
                    <a:pt x="279" y="188"/>
                    <a:pt x="278" y="191"/>
                  </a:cubicBezTo>
                  <a:cubicBezTo>
                    <a:pt x="278" y="193"/>
                    <a:pt x="280" y="199"/>
                    <a:pt x="278" y="201"/>
                  </a:cubicBezTo>
                  <a:cubicBezTo>
                    <a:pt x="277" y="203"/>
                    <a:pt x="270" y="203"/>
                    <a:pt x="268" y="204"/>
                  </a:cubicBezTo>
                  <a:cubicBezTo>
                    <a:pt x="265" y="206"/>
                    <a:pt x="261" y="210"/>
                    <a:pt x="259" y="213"/>
                  </a:cubicBezTo>
                  <a:cubicBezTo>
                    <a:pt x="257" y="214"/>
                    <a:pt x="255" y="219"/>
                    <a:pt x="253" y="221"/>
                  </a:cubicBezTo>
                  <a:cubicBezTo>
                    <a:pt x="252" y="223"/>
                    <a:pt x="248" y="227"/>
                    <a:pt x="246" y="229"/>
                  </a:cubicBezTo>
                  <a:cubicBezTo>
                    <a:pt x="244" y="232"/>
                    <a:pt x="240" y="238"/>
                    <a:pt x="237" y="241"/>
                  </a:cubicBezTo>
                  <a:cubicBezTo>
                    <a:pt x="235" y="242"/>
                    <a:pt x="231" y="245"/>
                    <a:pt x="229" y="247"/>
                  </a:cubicBezTo>
                  <a:cubicBezTo>
                    <a:pt x="227" y="249"/>
                    <a:pt x="226" y="255"/>
                    <a:pt x="224" y="258"/>
                  </a:cubicBezTo>
                  <a:cubicBezTo>
                    <a:pt x="222" y="261"/>
                    <a:pt x="218" y="265"/>
                    <a:pt x="216" y="268"/>
                  </a:cubicBezTo>
                  <a:cubicBezTo>
                    <a:pt x="215" y="269"/>
                    <a:pt x="212" y="273"/>
                    <a:pt x="211" y="274"/>
                  </a:cubicBezTo>
                  <a:cubicBezTo>
                    <a:pt x="209" y="276"/>
                    <a:pt x="205" y="280"/>
                    <a:pt x="204" y="282"/>
                  </a:cubicBezTo>
                  <a:cubicBezTo>
                    <a:pt x="203" y="284"/>
                    <a:pt x="201" y="287"/>
                    <a:pt x="200" y="289"/>
                  </a:cubicBezTo>
                  <a:cubicBezTo>
                    <a:pt x="199" y="290"/>
                    <a:pt x="197" y="294"/>
                    <a:pt x="196" y="296"/>
                  </a:cubicBezTo>
                  <a:cubicBezTo>
                    <a:pt x="195" y="297"/>
                    <a:pt x="195" y="299"/>
                    <a:pt x="194" y="299"/>
                  </a:cubicBezTo>
                  <a:cubicBezTo>
                    <a:pt x="193" y="299"/>
                    <a:pt x="191" y="298"/>
                    <a:pt x="190" y="297"/>
                  </a:cubicBezTo>
                  <a:cubicBezTo>
                    <a:pt x="189" y="296"/>
                    <a:pt x="189" y="293"/>
                    <a:pt x="188" y="293"/>
                  </a:cubicBezTo>
                  <a:cubicBezTo>
                    <a:pt x="187" y="293"/>
                    <a:pt x="186" y="296"/>
                    <a:pt x="185" y="296"/>
                  </a:cubicBezTo>
                  <a:cubicBezTo>
                    <a:pt x="185" y="297"/>
                    <a:pt x="183" y="297"/>
                    <a:pt x="183" y="298"/>
                  </a:cubicBezTo>
                  <a:cubicBezTo>
                    <a:pt x="183" y="299"/>
                    <a:pt x="182" y="301"/>
                    <a:pt x="183" y="302"/>
                  </a:cubicBezTo>
                  <a:cubicBezTo>
                    <a:pt x="183" y="304"/>
                    <a:pt x="187" y="305"/>
                    <a:pt x="188" y="307"/>
                  </a:cubicBezTo>
                  <a:cubicBezTo>
                    <a:pt x="188" y="307"/>
                    <a:pt x="187" y="310"/>
                    <a:pt x="186" y="310"/>
                  </a:cubicBezTo>
                  <a:cubicBezTo>
                    <a:pt x="186" y="311"/>
                    <a:pt x="183" y="312"/>
                    <a:pt x="182" y="312"/>
                  </a:cubicBezTo>
                  <a:cubicBezTo>
                    <a:pt x="181" y="313"/>
                    <a:pt x="178" y="312"/>
                    <a:pt x="178" y="312"/>
                  </a:cubicBezTo>
                  <a:cubicBezTo>
                    <a:pt x="177" y="311"/>
                    <a:pt x="176" y="310"/>
                    <a:pt x="176" y="309"/>
                  </a:cubicBezTo>
                  <a:cubicBezTo>
                    <a:pt x="176" y="308"/>
                    <a:pt x="179" y="307"/>
                    <a:pt x="179" y="306"/>
                  </a:cubicBezTo>
                  <a:cubicBezTo>
                    <a:pt x="179" y="305"/>
                    <a:pt x="176" y="304"/>
                    <a:pt x="175" y="304"/>
                  </a:cubicBezTo>
                  <a:cubicBezTo>
                    <a:pt x="174" y="304"/>
                    <a:pt x="173" y="306"/>
                    <a:pt x="172" y="306"/>
                  </a:cubicBezTo>
                  <a:cubicBezTo>
                    <a:pt x="172" y="307"/>
                    <a:pt x="171" y="308"/>
                    <a:pt x="171" y="309"/>
                  </a:cubicBezTo>
                  <a:cubicBezTo>
                    <a:pt x="171" y="310"/>
                    <a:pt x="171" y="311"/>
                    <a:pt x="171" y="311"/>
                  </a:cubicBezTo>
                  <a:cubicBezTo>
                    <a:pt x="171" y="312"/>
                    <a:pt x="171" y="313"/>
                    <a:pt x="171" y="313"/>
                  </a:cubicBezTo>
                  <a:cubicBezTo>
                    <a:pt x="171" y="314"/>
                    <a:pt x="169" y="314"/>
                    <a:pt x="169" y="314"/>
                  </a:cubicBezTo>
                  <a:cubicBezTo>
                    <a:pt x="167" y="314"/>
                    <a:pt x="164" y="311"/>
                    <a:pt x="162" y="310"/>
                  </a:cubicBezTo>
                  <a:cubicBezTo>
                    <a:pt x="162" y="310"/>
                    <a:pt x="160" y="309"/>
                    <a:pt x="159" y="309"/>
                  </a:cubicBezTo>
                  <a:cubicBezTo>
                    <a:pt x="158" y="309"/>
                    <a:pt x="158" y="311"/>
                    <a:pt x="157" y="312"/>
                  </a:cubicBezTo>
                  <a:cubicBezTo>
                    <a:pt x="157" y="313"/>
                    <a:pt x="158" y="316"/>
                    <a:pt x="158" y="317"/>
                  </a:cubicBezTo>
                  <a:cubicBezTo>
                    <a:pt x="158" y="318"/>
                    <a:pt x="156" y="319"/>
                    <a:pt x="155" y="319"/>
                  </a:cubicBezTo>
                  <a:cubicBezTo>
                    <a:pt x="153" y="319"/>
                    <a:pt x="149" y="316"/>
                    <a:pt x="148" y="315"/>
                  </a:cubicBezTo>
                  <a:cubicBezTo>
                    <a:pt x="147" y="314"/>
                    <a:pt x="145" y="311"/>
                    <a:pt x="144" y="311"/>
                  </a:cubicBezTo>
                  <a:cubicBezTo>
                    <a:pt x="143" y="310"/>
                    <a:pt x="140" y="310"/>
                    <a:pt x="138" y="310"/>
                  </a:cubicBezTo>
                  <a:cubicBezTo>
                    <a:pt x="137" y="310"/>
                    <a:pt x="134" y="310"/>
                    <a:pt x="133" y="310"/>
                  </a:cubicBezTo>
                  <a:cubicBezTo>
                    <a:pt x="132" y="310"/>
                    <a:pt x="130" y="308"/>
                    <a:pt x="130" y="308"/>
                  </a:cubicBezTo>
                  <a:cubicBezTo>
                    <a:pt x="130" y="307"/>
                    <a:pt x="129" y="306"/>
                    <a:pt x="130" y="305"/>
                  </a:cubicBezTo>
                  <a:cubicBezTo>
                    <a:pt x="130" y="305"/>
                    <a:pt x="131" y="305"/>
                    <a:pt x="132" y="305"/>
                  </a:cubicBezTo>
                  <a:cubicBezTo>
                    <a:pt x="133" y="305"/>
                    <a:pt x="134" y="307"/>
                    <a:pt x="135" y="306"/>
                  </a:cubicBezTo>
                  <a:cubicBezTo>
                    <a:pt x="136" y="306"/>
                    <a:pt x="136" y="305"/>
                    <a:pt x="136" y="305"/>
                  </a:cubicBezTo>
                  <a:cubicBezTo>
                    <a:pt x="136" y="304"/>
                    <a:pt x="135" y="302"/>
                    <a:pt x="134" y="301"/>
                  </a:cubicBezTo>
                  <a:cubicBezTo>
                    <a:pt x="134" y="300"/>
                    <a:pt x="132" y="301"/>
                    <a:pt x="131" y="301"/>
                  </a:cubicBezTo>
                  <a:cubicBezTo>
                    <a:pt x="130" y="300"/>
                    <a:pt x="130" y="299"/>
                    <a:pt x="130" y="298"/>
                  </a:cubicBezTo>
                  <a:cubicBezTo>
                    <a:pt x="129" y="298"/>
                    <a:pt x="129" y="296"/>
                    <a:pt x="128" y="296"/>
                  </a:cubicBezTo>
                  <a:cubicBezTo>
                    <a:pt x="127" y="295"/>
                    <a:pt x="126" y="294"/>
                    <a:pt x="125" y="295"/>
                  </a:cubicBezTo>
                  <a:cubicBezTo>
                    <a:pt x="124" y="295"/>
                    <a:pt x="123" y="296"/>
                    <a:pt x="123" y="297"/>
                  </a:cubicBezTo>
                  <a:cubicBezTo>
                    <a:pt x="123" y="298"/>
                    <a:pt x="123" y="299"/>
                    <a:pt x="123" y="300"/>
                  </a:cubicBezTo>
                  <a:cubicBezTo>
                    <a:pt x="123" y="300"/>
                    <a:pt x="125" y="301"/>
                    <a:pt x="125" y="301"/>
                  </a:cubicBezTo>
                  <a:cubicBezTo>
                    <a:pt x="126" y="302"/>
                    <a:pt x="126" y="304"/>
                    <a:pt x="125" y="304"/>
                  </a:cubicBezTo>
                  <a:cubicBezTo>
                    <a:pt x="125" y="305"/>
                    <a:pt x="124" y="306"/>
                    <a:pt x="123" y="306"/>
                  </a:cubicBezTo>
                  <a:cubicBezTo>
                    <a:pt x="122" y="307"/>
                    <a:pt x="119" y="306"/>
                    <a:pt x="118" y="306"/>
                  </a:cubicBezTo>
                  <a:cubicBezTo>
                    <a:pt x="117" y="306"/>
                    <a:pt x="115" y="304"/>
                    <a:pt x="114" y="304"/>
                  </a:cubicBezTo>
                  <a:cubicBezTo>
                    <a:pt x="113" y="304"/>
                    <a:pt x="110" y="304"/>
                    <a:pt x="109" y="304"/>
                  </a:cubicBezTo>
                  <a:cubicBezTo>
                    <a:pt x="108" y="305"/>
                    <a:pt x="108" y="308"/>
                    <a:pt x="107" y="310"/>
                  </a:cubicBezTo>
                  <a:cubicBezTo>
                    <a:pt x="107" y="311"/>
                    <a:pt x="105" y="313"/>
                    <a:pt x="104" y="314"/>
                  </a:cubicBezTo>
                  <a:cubicBezTo>
                    <a:pt x="104" y="315"/>
                    <a:pt x="103" y="316"/>
                    <a:pt x="104" y="317"/>
                  </a:cubicBezTo>
                  <a:cubicBezTo>
                    <a:pt x="104" y="317"/>
                    <a:pt x="104" y="318"/>
                    <a:pt x="104" y="319"/>
                  </a:cubicBezTo>
                  <a:cubicBezTo>
                    <a:pt x="104" y="320"/>
                    <a:pt x="104" y="321"/>
                    <a:pt x="103" y="321"/>
                  </a:cubicBezTo>
                  <a:cubicBezTo>
                    <a:pt x="103" y="322"/>
                    <a:pt x="102" y="324"/>
                    <a:pt x="102" y="325"/>
                  </a:cubicBezTo>
                  <a:cubicBezTo>
                    <a:pt x="101" y="326"/>
                    <a:pt x="100" y="327"/>
                    <a:pt x="100" y="327"/>
                  </a:cubicBezTo>
                  <a:cubicBezTo>
                    <a:pt x="99" y="328"/>
                    <a:pt x="97" y="329"/>
                    <a:pt x="96" y="328"/>
                  </a:cubicBezTo>
                  <a:cubicBezTo>
                    <a:pt x="95" y="328"/>
                    <a:pt x="95" y="326"/>
                    <a:pt x="95" y="325"/>
                  </a:cubicBezTo>
                  <a:cubicBezTo>
                    <a:pt x="95" y="325"/>
                    <a:pt x="95" y="324"/>
                    <a:pt x="95" y="323"/>
                  </a:cubicBezTo>
                  <a:cubicBezTo>
                    <a:pt x="96" y="322"/>
                    <a:pt x="98" y="322"/>
                    <a:pt x="98" y="321"/>
                  </a:cubicBezTo>
                  <a:cubicBezTo>
                    <a:pt x="99" y="320"/>
                    <a:pt x="100" y="317"/>
                    <a:pt x="101" y="316"/>
                  </a:cubicBezTo>
                  <a:cubicBezTo>
                    <a:pt x="101" y="315"/>
                    <a:pt x="100" y="313"/>
                    <a:pt x="100" y="312"/>
                  </a:cubicBezTo>
                  <a:cubicBezTo>
                    <a:pt x="100" y="311"/>
                    <a:pt x="101" y="308"/>
                    <a:pt x="101" y="308"/>
                  </a:cubicBezTo>
                  <a:cubicBezTo>
                    <a:pt x="100" y="307"/>
                    <a:pt x="99" y="307"/>
                    <a:pt x="98" y="307"/>
                  </a:cubicBezTo>
                  <a:cubicBezTo>
                    <a:pt x="97" y="307"/>
                    <a:pt x="95" y="308"/>
                    <a:pt x="95" y="308"/>
                  </a:cubicBezTo>
                  <a:cubicBezTo>
                    <a:pt x="94" y="309"/>
                    <a:pt x="94" y="311"/>
                    <a:pt x="94" y="312"/>
                  </a:cubicBezTo>
                  <a:cubicBezTo>
                    <a:pt x="94" y="313"/>
                    <a:pt x="94" y="315"/>
                    <a:pt x="93" y="317"/>
                  </a:cubicBezTo>
                  <a:cubicBezTo>
                    <a:pt x="93" y="318"/>
                    <a:pt x="93" y="320"/>
                    <a:pt x="92" y="321"/>
                  </a:cubicBezTo>
                  <a:cubicBezTo>
                    <a:pt x="92" y="322"/>
                    <a:pt x="90" y="323"/>
                    <a:pt x="89" y="323"/>
                  </a:cubicBezTo>
                  <a:cubicBezTo>
                    <a:pt x="89" y="323"/>
                    <a:pt x="88" y="323"/>
                    <a:pt x="87" y="322"/>
                  </a:cubicBezTo>
                  <a:cubicBezTo>
                    <a:pt x="86" y="321"/>
                    <a:pt x="86" y="319"/>
                    <a:pt x="85" y="318"/>
                  </a:cubicBezTo>
                  <a:cubicBezTo>
                    <a:pt x="85" y="318"/>
                    <a:pt x="83" y="318"/>
                    <a:pt x="82" y="318"/>
                  </a:cubicBezTo>
                  <a:cubicBezTo>
                    <a:pt x="81" y="318"/>
                    <a:pt x="80" y="319"/>
                    <a:pt x="79" y="320"/>
                  </a:cubicBezTo>
                  <a:cubicBezTo>
                    <a:pt x="78" y="320"/>
                    <a:pt x="78" y="322"/>
                    <a:pt x="77" y="323"/>
                  </a:cubicBezTo>
                  <a:cubicBezTo>
                    <a:pt x="77" y="324"/>
                    <a:pt x="77" y="326"/>
                    <a:pt x="77" y="327"/>
                  </a:cubicBezTo>
                  <a:cubicBezTo>
                    <a:pt x="77" y="328"/>
                    <a:pt x="76" y="330"/>
                    <a:pt x="76" y="330"/>
                  </a:cubicBezTo>
                  <a:cubicBezTo>
                    <a:pt x="75" y="331"/>
                    <a:pt x="72" y="330"/>
                    <a:pt x="71" y="330"/>
                  </a:cubicBezTo>
                  <a:cubicBezTo>
                    <a:pt x="71" y="330"/>
                    <a:pt x="69" y="330"/>
                    <a:pt x="69" y="331"/>
                  </a:cubicBezTo>
                  <a:cubicBezTo>
                    <a:pt x="68" y="332"/>
                    <a:pt x="67" y="334"/>
                    <a:pt x="66" y="334"/>
                  </a:cubicBezTo>
                  <a:cubicBezTo>
                    <a:pt x="65" y="335"/>
                    <a:pt x="63" y="336"/>
                    <a:pt x="62" y="335"/>
                  </a:cubicBezTo>
                  <a:cubicBezTo>
                    <a:pt x="62" y="335"/>
                    <a:pt x="62" y="333"/>
                    <a:pt x="62" y="333"/>
                  </a:cubicBezTo>
                  <a:cubicBezTo>
                    <a:pt x="62" y="332"/>
                    <a:pt x="62" y="330"/>
                    <a:pt x="62" y="329"/>
                  </a:cubicBezTo>
                  <a:cubicBezTo>
                    <a:pt x="63" y="329"/>
                    <a:pt x="64" y="329"/>
                    <a:pt x="64" y="328"/>
                  </a:cubicBezTo>
                  <a:cubicBezTo>
                    <a:pt x="65" y="328"/>
                    <a:pt x="67" y="328"/>
                    <a:pt x="68" y="328"/>
                  </a:cubicBezTo>
                  <a:cubicBezTo>
                    <a:pt x="68" y="327"/>
                    <a:pt x="68" y="326"/>
                    <a:pt x="68" y="326"/>
                  </a:cubicBezTo>
                  <a:cubicBezTo>
                    <a:pt x="68" y="325"/>
                    <a:pt x="66" y="324"/>
                    <a:pt x="66" y="324"/>
                  </a:cubicBezTo>
                  <a:cubicBezTo>
                    <a:pt x="65" y="324"/>
                    <a:pt x="64" y="324"/>
                    <a:pt x="63" y="324"/>
                  </a:cubicBezTo>
                  <a:cubicBezTo>
                    <a:pt x="62" y="324"/>
                    <a:pt x="61" y="326"/>
                    <a:pt x="60" y="327"/>
                  </a:cubicBezTo>
                  <a:cubicBezTo>
                    <a:pt x="60" y="327"/>
                    <a:pt x="58" y="328"/>
                    <a:pt x="57" y="328"/>
                  </a:cubicBezTo>
                  <a:cubicBezTo>
                    <a:pt x="56" y="328"/>
                    <a:pt x="55" y="326"/>
                    <a:pt x="54" y="325"/>
                  </a:cubicBezTo>
                  <a:cubicBezTo>
                    <a:pt x="53" y="325"/>
                    <a:pt x="51" y="324"/>
                    <a:pt x="51" y="323"/>
                  </a:cubicBezTo>
                  <a:cubicBezTo>
                    <a:pt x="50" y="322"/>
                    <a:pt x="51" y="320"/>
                    <a:pt x="51" y="320"/>
                  </a:cubicBezTo>
                  <a:cubicBezTo>
                    <a:pt x="51" y="318"/>
                    <a:pt x="51" y="315"/>
                    <a:pt x="52" y="314"/>
                  </a:cubicBezTo>
                  <a:cubicBezTo>
                    <a:pt x="53" y="313"/>
                    <a:pt x="54" y="312"/>
                    <a:pt x="55" y="311"/>
                  </a:cubicBezTo>
                  <a:cubicBezTo>
                    <a:pt x="56" y="311"/>
                    <a:pt x="57" y="308"/>
                    <a:pt x="58" y="307"/>
                  </a:cubicBezTo>
                  <a:cubicBezTo>
                    <a:pt x="58" y="306"/>
                    <a:pt x="59" y="304"/>
                    <a:pt x="59" y="303"/>
                  </a:cubicBezTo>
                  <a:cubicBezTo>
                    <a:pt x="60" y="302"/>
                    <a:pt x="59" y="300"/>
                    <a:pt x="59" y="299"/>
                  </a:cubicBezTo>
                  <a:cubicBezTo>
                    <a:pt x="59" y="299"/>
                    <a:pt x="59" y="298"/>
                    <a:pt x="59" y="298"/>
                  </a:cubicBezTo>
                  <a:cubicBezTo>
                    <a:pt x="61" y="298"/>
                    <a:pt x="63" y="297"/>
                    <a:pt x="64" y="297"/>
                  </a:cubicBezTo>
                  <a:cubicBezTo>
                    <a:pt x="65" y="297"/>
                    <a:pt x="67" y="297"/>
                    <a:pt x="68" y="298"/>
                  </a:cubicBezTo>
                  <a:cubicBezTo>
                    <a:pt x="69" y="298"/>
                    <a:pt x="70" y="300"/>
                    <a:pt x="71" y="300"/>
                  </a:cubicBezTo>
                  <a:cubicBezTo>
                    <a:pt x="72" y="301"/>
                    <a:pt x="75" y="302"/>
                    <a:pt x="76" y="303"/>
                  </a:cubicBezTo>
                  <a:cubicBezTo>
                    <a:pt x="77" y="303"/>
                    <a:pt x="79" y="302"/>
                    <a:pt x="80" y="302"/>
                  </a:cubicBezTo>
                  <a:cubicBezTo>
                    <a:pt x="80" y="300"/>
                    <a:pt x="80" y="297"/>
                    <a:pt x="80" y="296"/>
                  </a:cubicBezTo>
                  <a:cubicBezTo>
                    <a:pt x="80" y="295"/>
                    <a:pt x="79" y="293"/>
                    <a:pt x="78" y="292"/>
                  </a:cubicBezTo>
                  <a:cubicBezTo>
                    <a:pt x="78" y="291"/>
                    <a:pt x="78" y="290"/>
                    <a:pt x="78" y="290"/>
                  </a:cubicBezTo>
                  <a:cubicBezTo>
                    <a:pt x="78" y="288"/>
                    <a:pt x="77" y="284"/>
                    <a:pt x="75" y="282"/>
                  </a:cubicBezTo>
                  <a:cubicBezTo>
                    <a:pt x="75" y="281"/>
                    <a:pt x="72" y="279"/>
                    <a:pt x="71" y="279"/>
                  </a:cubicBezTo>
                  <a:cubicBezTo>
                    <a:pt x="69" y="279"/>
                    <a:pt x="66" y="281"/>
                    <a:pt x="65" y="282"/>
                  </a:cubicBezTo>
                  <a:cubicBezTo>
                    <a:pt x="63" y="283"/>
                    <a:pt x="61" y="285"/>
                    <a:pt x="60" y="287"/>
                  </a:cubicBezTo>
                  <a:cubicBezTo>
                    <a:pt x="59" y="287"/>
                    <a:pt x="58" y="289"/>
                    <a:pt x="57" y="290"/>
                  </a:cubicBezTo>
                  <a:cubicBezTo>
                    <a:pt x="57" y="290"/>
                    <a:pt x="57" y="290"/>
                    <a:pt x="57" y="290"/>
                  </a:cubicBezTo>
                  <a:cubicBezTo>
                    <a:pt x="56" y="290"/>
                    <a:pt x="53" y="290"/>
                    <a:pt x="53" y="290"/>
                  </a:cubicBezTo>
                  <a:cubicBezTo>
                    <a:pt x="51" y="289"/>
                    <a:pt x="49" y="286"/>
                    <a:pt x="48" y="285"/>
                  </a:cubicBezTo>
                  <a:cubicBezTo>
                    <a:pt x="46" y="283"/>
                    <a:pt x="42" y="282"/>
                    <a:pt x="40" y="280"/>
                  </a:cubicBezTo>
                  <a:cubicBezTo>
                    <a:pt x="39" y="279"/>
                    <a:pt x="36" y="276"/>
                    <a:pt x="35" y="275"/>
                  </a:cubicBezTo>
                  <a:cubicBezTo>
                    <a:pt x="34" y="273"/>
                    <a:pt x="33" y="269"/>
                    <a:pt x="32" y="267"/>
                  </a:cubicBezTo>
                  <a:cubicBezTo>
                    <a:pt x="31" y="265"/>
                    <a:pt x="30" y="263"/>
                    <a:pt x="28" y="262"/>
                  </a:cubicBezTo>
                  <a:cubicBezTo>
                    <a:pt x="27" y="261"/>
                    <a:pt x="24" y="261"/>
                    <a:pt x="23" y="260"/>
                  </a:cubicBezTo>
                  <a:cubicBezTo>
                    <a:pt x="22" y="259"/>
                    <a:pt x="21" y="257"/>
                    <a:pt x="21" y="256"/>
                  </a:cubicBezTo>
                  <a:cubicBezTo>
                    <a:pt x="20" y="255"/>
                    <a:pt x="20" y="252"/>
                    <a:pt x="19" y="251"/>
                  </a:cubicBezTo>
                  <a:cubicBezTo>
                    <a:pt x="19" y="250"/>
                    <a:pt x="17" y="248"/>
                    <a:pt x="17" y="247"/>
                  </a:cubicBezTo>
                  <a:cubicBezTo>
                    <a:pt x="15" y="245"/>
                    <a:pt x="9" y="244"/>
                    <a:pt x="8" y="242"/>
                  </a:cubicBezTo>
                  <a:cubicBezTo>
                    <a:pt x="7" y="241"/>
                    <a:pt x="7" y="238"/>
                    <a:pt x="7" y="237"/>
                  </a:cubicBezTo>
                  <a:cubicBezTo>
                    <a:pt x="7" y="236"/>
                    <a:pt x="8" y="234"/>
                    <a:pt x="8" y="232"/>
                  </a:cubicBezTo>
                  <a:cubicBezTo>
                    <a:pt x="8" y="232"/>
                    <a:pt x="8" y="231"/>
                    <a:pt x="9" y="230"/>
                  </a:cubicBezTo>
                  <a:cubicBezTo>
                    <a:pt x="9" y="229"/>
                    <a:pt x="9" y="227"/>
                    <a:pt x="9" y="226"/>
                  </a:cubicBezTo>
                  <a:cubicBezTo>
                    <a:pt x="9" y="225"/>
                    <a:pt x="8" y="222"/>
                    <a:pt x="8" y="221"/>
                  </a:cubicBezTo>
                  <a:cubicBezTo>
                    <a:pt x="7" y="220"/>
                    <a:pt x="3" y="219"/>
                    <a:pt x="2" y="217"/>
                  </a:cubicBezTo>
                  <a:cubicBezTo>
                    <a:pt x="2" y="216"/>
                    <a:pt x="1" y="213"/>
                    <a:pt x="1" y="212"/>
                  </a:cubicBezTo>
                  <a:cubicBezTo>
                    <a:pt x="1" y="211"/>
                    <a:pt x="3" y="210"/>
                    <a:pt x="4" y="210"/>
                  </a:cubicBezTo>
                  <a:cubicBezTo>
                    <a:pt x="4" y="209"/>
                    <a:pt x="7" y="209"/>
                    <a:pt x="8" y="209"/>
                  </a:cubicBezTo>
                  <a:cubicBezTo>
                    <a:pt x="9" y="208"/>
                    <a:pt x="10" y="205"/>
                    <a:pt x="10" y="203"/>
                  </a:cubicBezTo>
                  <a:cubicBezTo>
                    <a:pt x="11" y="202"/>
                    <a:pt x="10" y="198"/>
                    <a:pt x="9" y="196"/>
                  </a:cubicBezTo>
                  <a:cubicBezTo>
                    <a:pt x="9" y="195"/>
                    <a:pt x="7" y="194"/>
                    <a:pt x="7" y="193"/>
                  </a:cubicBezTo>
                  <a:cubicBezTo>
                    <a:pt x="6" y="191"/>
                    <a:pt x="4" y="188"/>
                    <a:pt x="2" y="187"/>
                  </a:cubicBezTo>
                  <a:cubicBezTo>
                    <a:pt x="2" y="186"/>
                    <a:pt x="1" y="186"/>
                    <a:pt x="0" y="186"/>
                  </a:cubicBezTo>
                  <a:cubicBezTo>
                    <a:pt x="0" y="185"/>
                    <a:pt x="0" y="184"/>
                    <a:pt x="0" y="184"/>
                  </a:cubicBezTo>
                  <a:cubicBezTo>
                    <a:pt x="0" y="183"/>
                    <a:pt x="1" y="181"/>
                    <a:pt x="2" y="180"/>
                  </a:cubicBezTo>
                  <a:cubicBezTo>
                    <a:pt x="2" y="180"/>
                    <a:pt x="4" y="179"/>
                    <a:pt x="5" y="179"/>
                  </a:cubicBezTo>
                  <a:cubicBezTo>
                    <a:pt x="5" y="178"/>
                    <a:pt x="6" y="176"/>
                    <a:pt x="7" y="175"/>
                  </a:cubicBezTo>
                  <a:cubicBezTo>
                    <a:pt x="7" y="175"/>
                    <a:pt x="9" y="174"/>
                    <a:pt x="9" y="174"/>
                  </a:cubicBezTo>
                  <a:cubicBezTo>
                    <a:pt x="10" y="174"/>
                    <a:pt x="11" y="176"/>
                    <a:pt x="12" y="176"/>
                  </a:cubicBezTo>
                  <a:cubicBezTo>
                    <a:pt x="13" y="177"/>
                    <a:pt x="15" y="178"/>
                    <a:pt x="16" y="178"/>
                  </a:cubicBezTo>
                  <a:cubicBezTo>
                    <a:pt x="17" y="178"/>
                    <a:pt x="20" y="177"/>
                    <a:pt x="22" y="176"/>
                  </a:cubicBezTo>
                  <a:cubicBezTo>
                    <a:pt x="22" y="176"/>
                    <a:pt x="23" y="173"/>
                    <a:pt x="24" y="173"/>
                  </a:cubicBezTo>
                  <a:cubicBezTo>
                    <a:pt x="25" y="172"/>
                    <a:pt x="27" y="169"/>
                    <a:pt x="28" y="169"/>
                  </a:cubicBezTo>
                  <a:cubicBezTo>
                    <a:pt x="30" y="168"/>
                    <a:pt x="33" y="167"/>
                    <a:pt x="34" y="166"/>
                  </a:cubicBezTo>
                  <a:cubicBezTo>
                    <a:pt x="35" y="165"/>
                    <a:pt x="36" y="160"/>
                    <a:pt x="37" y="158"/>
                  </a:cubicBezTo>
                  <a:cubicBezTo>
                    <a:pt x="37" y="157"/>
                    <a:pt x="39" y="156"/>
                    <a:pt x="39" y="155"/>
                  </a:cubicBezTo>
                  <a:cubicBezTo>
                    <a:pt x="39" y="154"/>
                    <a:pt x="39" y="151"/>
                    <a:pt x="39" y="150"/>
                  </a:cubicBezTo>
                  <a:cubicBezTo>
                    <a:pt x="40" y="149"/>
                    <a:pt x="42" y="148"/>
                    <a:pt x="44" y="148"/>
                  </a:cubicBezTo>
                  <a:cubicBezTo>
                    <a:pt x="45" y="147"/>
                    <a:pt x="47" y="147"/>
                    <a:pt x="48" y="146"/>
                  </a:cubicBezTo>
                  <a:cubicBezTo>
                    <a:pt x="49" y="146"/>
                    <a:pt x="52" y="146"/>
                    <a:pt x="54" y="145"/>
                  </a:cubicBezTo>
                  <a:cubicBezTo>
                    <a:pt x="55" y="145"/>
                    <a:pt x="59" y="143"/>
                    <a:pt x="60" y="144"/>
                  </a:cubicBezTo>
                  <a:cubicBezTo>
                    <a:pt x="61" y="144"/>
                    <a:pt x="61" y="147"/>
                    <a:pt x="61" y="148"/>
                  </a:cubicBezTo>
                  <a:cubicBezTo>
                    <a:pt x="61" y="150"/>
                    <a:pt x="61" y="154"/>
                    <a:pt x="62" y="155"/>
                  </a:cubicBezTo>
                  <a:cubicBezTo>
                    <a:pt x="62" y="156"/>
                    <a:pt x="63" y="158"/>
                    <a:pt x="64" y="158"/>
                  </a:cubicBezTo>
                  <a:cubicBezTo>
                    <a:pt x="64" y="158"/>
                    <a:pt x="64" y="157"/>
                    <a:pt x="65" y="157"/>
                  </a:cubicBezTo>
                  <a:cubicBezTo>
                    <a:pt x="66" y="156"/>
                    <a:pt x="69" y="156"/>
                    <a:pt x="70" y="155"/>
                  </a:cubicBezTo>
                  <a:cubicBezTo>
                    <a:pt x="72" y="154"/>
                    <a:pt x="73" y="152"/>
                    <a:pt x="74" y="151"/>
                  </a:cubicBezTo>
                  <a:cubicBezTo>
                    <a:pt x="75" y="149"/>
                    <a:pt x="76" y="146"/>
                    <a:pt x="77" y="145"/>
                  </a:cubicBezTo>
                  <a:cubicBezTo>
                    <a:pt x="79" y="144"/>
                    <a:pt x="83" y="144"/>
                    <a:pt x="85" y="145"/>
                  </a:cubicBezTo>
                  <a:cubicBezTo>
                    <a:pt x="86" y="145"/>
                    <a:pt x="87" y="147"/>
                    <a:pt x="87" y="148"/>
                  </a:cubicBezTo>
                  <a:cubicBezTo>
                    <a:pt x="88" y="149"/>
                    <a:pt x="88" y="151"/>
                    <a:pt x="88" y="152"/>
                  </a:cubicBezTo>
                  <a:cubicBezTo>
                    <a:pt x="89" y="154"/>
                    <a:pt x="91" y="156"/>
                    <a:pt x="92" y="157"/>
                  </a:cubicBezTo>
                  <a:cubicBezTo>
                    <a:pt x="92" y="158"/>
                    <a:pt x="91" y="161"/>
                    <a:pt x="92" y="162"/>
                  </a:cubicBezTo>
                  <a:cubicBezTo>
                    <a:pt x="92" y="163"/>
                    <a:pt x="93" y="165"/>
                    <a:pt x="94" y="166"/>
                  </a:cubicBezTo>
                  <a:cubicBezTo>
                    <a:pt x="95" y="167"/>
                    <a:pt x="97" y="168"/>
                    <a:pt x="99" y="168"/>
                  </a:cubicBezTo>
                  <a:cubicBezTo>
                    <a:pt x="101" y="169"/>
                    <a:pt x="106" y="168"/>
                    <a:pt x="108" y="168"/>
                  </a:cubicBezTo>
                  <a:cubicBezTo>
                    <a:pt x="111" y="167"/>
                    <a:pt x="117" y="168"/>
                    <a:pt x="119" y="167"/>
                  </a:cubicBezTo>
                  <a:cubicBezTo>
                    <a:pt x="121" y="167"/>
                    <a:pt x="124" y="164"/>
                    <a:pt x="126" y="164"/>
                  </a:cubicBezTo>
                  <a:cubicBezTo>
                    <a:pt x="127" y="164"/>
                    <a:pt x="130" y="164"/>
                    <a:pt x="131" y="164"/>
                  </a:cubicBezTo>
                  <a:cubicBezTo>
                    <a:pt x="132" y="165"/>
                    <a:pt x="135" y="167"/>
                    <a:pt x="136" y="167"/>
                  </a:cubicBezTo>
                  <a:cubicBezTo>
                    <a:pt x="137" y="166"/>
                    <a:pt x="137" y="164"/>
                    <a:pt x="137" y="163"/>
                  </a:cubicBezTo>
                  <a:cubicBezTo>
                    <a:pt x="137" y="161"/>
                    <a:pt x="138" y="158"/>
                    <a:pt x="137" y="157"/>
                  </a:cubicBezTo>
                  <a:cubicBezTo>
                    <a:pt x="137" y="156"/>
                    <a:pt x="135" y="155"/>
                    <a:pt x="134" y="154"/>
                  </a:cubicBezTo>
                  <a:cubicBezTo>
                    <a:pt x="134" y="152"/>
                    <a:pt x="134" y="148"/>
                    <a:pt x="134" y="146"/>
                  </a:cubicBezTo>
                  <a:cubicBezTo>
                    <a:pt x="133" y="145"/>
                    <a:pt x="132" y="143"/>
                    <a:pt x="131" y="141"/>
                  </a:cubicBezTo>
                  <a:cubicBezTo>
                    <a:pt x="131" y="140"/>
                    <a:pt x="130" y="138"/>
                    <a:pt x="129" y="138"/>
                  </a:cubicBezTo>
                  <a:cubicBezTo>
                    <a:pt x="128" y="137"/>
                    <a:pt x="127" y="135"/>
                    <a:pt x="126" y="134"/>
                  </a:cubicBezTo>
                  <a:cubicBezTo>
                    <a:pt x="124" y="133"/>
                    <a:pt x="122" y="132"/>
                    <a:pt x="121" y="132"/>
                  </a:cubicBezTo>
                  <a:cubicBezTo>
                    <a:pt x="120" y="132"/>
                    <a:pt x="118" y="133"/>
                    <a:pt x="117" y="133"/>
                  </a:cubicBezTo>
                  <a:cubicBezTo>
                    <a:pt x="116" y="134"/>
                    <a:pt x="112" y="133"/>
                    <a:pt x="110" y="133"/>
                  </a:cubicBezTo>
                  <a:cubicBezTo>
                    <a:pt x="108" y="132"/>
                    <a:pt x="106" y="130"/>
                    <a:pt x="104" y="129"/>
                  </a:cubicBezTo>
                  <a:cubicBezTo>
                    <a:pt x="103" y="129"/>
                    <a:pt x="99" y="128"/>
                    <a:pt x="98" y="127"/>
                  </a:cubicBezTo>
                  <a:cubicBezTo>
                    <a:pt x="98" y="126"/>
                    <a:pt x="98" y="123"/>
                    <a:pt x="99" y="122"/>
                  </a:cubicBezTo>
                  <a:cubicBezTo>
                    <a:pt x="100" y="121"/>
                    <a:pt x="103" y="120"/>
                    <a:pt x="104" y="120"/>
                  </a:cubicBezTo>
                  <a:cubicBezTo>
                    <a:pt x="106" y="120"/>
                    <a:pt x="109" y="123"/>
                    <a:pt x="111" y="122"/>
                  </a:cubicBezTo>
                  <a:cubicBezTo>
                    <a:pt x="113" y="122"/>
                    <a:pt x="114" y="118"/>
                    <a:pt x="115" y="117"/>
                  </a:cubicBezTo>
                  <a:cubicBezTo>
                    <a:pt x="118" y="115"/>
                    <a:pt x="126" y="115"/>
                    <a:pt x="129" y="115"/>
                  </a:cubicBezTo>
                  <a:cubicBezTo>
                    <a:pt x="131" y="115"/>
                    <a:pt x="135" y="115"/>
                    <a:pt x="137" y="116"/>
                  </a:cubicBezTo>
                  <a:cubicBezTo>
                    <a:pt x="139" y="116"/>
                    <a:pt x="141" y="118"/>
                    <a:pt x="142" y="118"/>
                  </a:cubicBezTo>
                  <a:cubicBezTo>
                    <a:pt x="144" y="119"/>
                    <a:pt x="147" y="118"/>
                    <a:pt x="148" y="118"/>
                  </a:cubicBezTo>
                  <a:cubicBezTo>
                    <a:pt x="149" y="119"/>
                    <a:pt x="150" y="121"/>
                    <a:pt x="151" y="121"/>
                  </a:cubicBezTo>
                  <a:cubicBezTo>
                    <a:pt x="151" y="122"/>
                    <a:pt x="154" y="122"/>
                    <a:pt x="155" y="122"/>
                  </a:cubicBezTo>
                  <a:cubicBezTo>
                    <a:pt x="156" y="122"/>
                    <a:pt x="159" y="123"/>
                    <a:pt x="161" y="123"/>
                  </a:cubicBezTo>
                  <a:cubicBezTo>
                    <a:pt x="163" y="122"/>
                    <a:pt x="167" y="120"/>
                    <a:pt x="169" y="120"/>
                  </a:cubicBezTo>
                  <a:cubicBezTo>
                    <a:pt x="171" y="120"/>
                    <a:pt x="174" y="121"/>
                    <a:pt x="176" y="121"/>
                  </a:cubicBezTo>
                  <a:cubicBezTo>
                    <a:pt x="178" y="121"/>
                    <a:pt x="181" y="123"/>
                    <a:pt x="183" y="123"/>
                  </a:cubicBezTo>
                  <a:cubicBezTo>
                    <a:pt x="185" y="124"/>
                    <a:pt x="191" y="124"/>
                    <a:pt x="193" y="124"/>
                  </a:cubicBezTo>
                  <a:cubicBezTo>
                    <a:pt x="197" y="124"/>
                    <a:pt x="204" y="122"/>
                    <a:pt x="207" y="121"/>
                  </a:cubicBezTo>
                  <a:cubicBezTo>
                    <a:pt x="211" y="120"/>
                    <a:pt x="220" y="118"/>
                    <a:pt x="224" y="116"/>
                  </a:cubicBezTo>
                  <a:cubicBezTo>
                    <a:pt x="226" y="115"/>
                    <a:pt x="230" y="113"/>
                    <a:pt x="232" y="111"/>
                  </a:cubicBezTo>
                  <a:cubicBezTo>
                    <a:pt x="233" y="110"/>
                    <a:pt x="232" y="107"/>
                    <a:pt x="233" y="105"/>
                  </a:cubicBezTo>
                  <a:cubicBezTo>
                    <a:pt x="234" y="104"/>
                    <a:pt x="237" y="103"/>
                    <a:pt x="238" y="102"/>
                  </a:cubicBezTo>
                  <a:cubicBezTo>
                    <a:pt x="239" y="101"/>
                    <a:pt x="242" y="99"/>
                    <a:pt x="243" y="98"/>
                  </a:cubicBezTo>
                  <a:cubicBezTo>
                    <a:pt x="244" y="97"/>
                    <a:pt x="244" y="94"/>
                    <a:pt x="244" y="92"/>
                  </a:cubicBezTo>
                  <a:cubicBezTo>
                    <a:pt x="244" y="91"/>
                    <a:pt x="243" y="87"/>
                    <a:pt x="244" y="86"/>
                  </a:cubicBezTo>
                  <a:cubicBezTo>
                    <a:pt x="245" y="85"/>
                    <a:pt x="246" y="87"/>
                    <a:pt x="247" y="87"/>
                  </a:cubicBezTo>
                  <a:cubicBezTo>
                    <a:pt x="248" y="87"/>
                    <a:pt x="250" y="85"/>
                    <a:pt x="251" y="85"/>
                  </a:cubicBezTo>
                  <a:cubicBezTo>
                    <a:pt x="253" y="85"/>
                    <a:pt x="256" y="87"/>
                    <a:pt x="258" y="88"/>
                  </a:cubicBezTo>
                  <a:cubicBezTo>
                    <a:pt x="259" y="89"/>
                    <a:pt x="261" y="92"/>
                    <a:pt x="262" y="93"/>
                  </a:cubicBezTo>
                  <a:cubicBezTo>
                    <a:pt x="264" y="94"/>
                    <a:pt x="269" y="94"/>
                    <a:pt x="271" y="94"/>
                  </a:cubicBezTo>
                  <a:cubicBezTo>
                    <a:pt x="272" y="93"/>
                    <a:pt x="274" y="91"/>
                    <a:pt x="275" y="91"/>
                  </a:cubicBezTo>
                  <a:cubicBezTo>
                    <a:pt x="276" y="90"/>
                    <a:pt x="280" y="91"/>
                    <a:pt x="281" y="91"/>
                  </a:cubicBezTo>
                  <a:cubicBezTo>
                    <a:pt x="283" y="90"/>
                    <a:pt x="284" y="87"/>
                    <a:pt x="285" y="85"/>
                  </a:cubicBezTo>
                  <a:cubicBezTo>
                    <a:pt x="285" y="84"/>
                    <a:pt x="284" y="80"/>
                    <a:pt x="285" y="79"/>
                  </a:cubicBezTo>
                  <a:cubicBezTo>
                    <a:pt x="286" y="78"/>
                    <a:pt x="290" y="79"/>
                    <a:pt x="292" y="78"/>
                  </a:cubicBezTo>
                  <a:cubicBezTo>
                    <a:pt x="293" y="77"/>
                    <a:pt x="296" y="74"/>
                    <a:pt x="297" y="74"/>
                  </a:cubicBezTo>
                  <a:cubicBezTo>
                    <a:pt x="299" y="74"/>
                    <a:pt x="301" y="76"/>
                    <a:pt x="303" y="76"/>
                  </a:cubicBezTo>
                  <a:cubicBezTo>
                    <a:pt x="305" y="76"/>
                    <a:pt x="308" y="76"/>
                    <a:pt x="310" y="76"/>
                  </a:cubicBezTo>
                  <a:cubicBezTo>
                    <a:pt x="312" y="76"/>
                    <a:pt x="315" y="74"/>
                    <a:pt x="316" y="73"/>
                  </a:cubicBezTo>
                  <a:cubicBezTo>
                    <a:pt x="319" y="72"/>
                    <a:pt x="325" y="71"/>
                    <a:pt x="327" y="69"/>
                  </a:cubicBezTo>
                  <a:cubicBezTo>
                    <a:pt x="328" y="69"/>
                    <a:pt x="330" y="66"/>
                    <a:pt x="331" y="64"/>
                  </a:cubicBezTo>
                  <a:cubicBezTo>
                    <a:pt x="332" y="63"/>
                    <a:pt x="335" y="59"/>
                    <a:pt x="336" y="57"/>
                  </a:cubicBezTo>
                  <a:cubicBezTo>
                    <a:pt x="338" y="54"/>
                    <a:pt x="341" y="49"/>
                    <a:pt x="344" y="46"/>
                  </a:cubicBezTo>
                  <a:cubicBezTo>
                    <a:pt x="345" y="45"/>
                    <a:pt x="348" y="43"/>
                    <a:pt x="350" y="43"/>
                  </a:cubicBezTo>
                  <a:cubicBezTo>
                    <a:pt x="352" y="42"/>
                    <a:pt x="356" y="42"/>
                    <a:pt x="357" y="41"/>
                  </a:cubicBezTo>
                  <a:cubicBezTo>
                    <a:pt x="358" y="40"/>
                    <a:pt x="358" y="37"/>
                    <a:pt x="358" y="36"/>
                  </a:cubicBezTo>
                  <a:cubicBezTo>
                    <a:pt x="359" y="34"/>
                    <a:pt x="359" y="31"/>
                    <a:pt x="360" y="30"/>
                  </a:cubicBezTo>
                  <a:cubicBezTo>
                    <a:pt x="361" y="28"/>
                    <a:pt x="364" y="25"/>
                    <a:pt x="366" y="24"/>
                  </a:cubicBezTo>
                  <a:cubicBezTo>
                    <a:pt x="366" y="24"/>
                    <a:pt x="366" y="24"/>
                    <a:pt x="367" y="24"/>
                  </a:cubicBezTo>
                  <a:cubicBezTo>
                    <a:pt x="368" y="25"/>
                    <a:pt x="369" y="25"/>
                    <a:pt x="370" y="25"/>
                  </a:cubicBezTo>
                  <a:cubicBezTo>
                    <a:pt x="372" y="25"/>
                    <a:pt x="377" y="23"/>
                    <a:pt x="380" y="21"/>
                  </a:cubicBezTo>
                  <a:cubicBezTo>
                    <a:pt x="384" y="19"/>
                    <a:pt x="391" y="12"/>
                    <a:pt x="395" y="9"/>
                  </a:cubicBezTo>
                  <a:cubicBezTo>
                    <a:pt x="398" y="6"/>
                    <a:pt x="404" y="2"/>
                    <a:pt x="408" y="1"/>
                  </a:cubicBezTo>
                  <a:cubicBezTo>
                    <a:pt x="410" y="0"/>
                    <a:pt x="414" y="0"/>
                    <a:pt x="417"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1"/>
            <p:cNvSpPr>
              <a:spLocks/>
            </p:cNvSpPr>
            <p:nvPr/>
          </p:nvSpPr>
          <p:spPr bwMode="auto">
            <a:xfrm>
              <a:off x="1593850" y="2171701"/>
              <a:ext cx="1204913" cy="1233488"/>
            </a:xfrm>
            <a:custGeom>
              <a:avLst/>
              <a:gdLst/>
              <a:ahLst/>
              <a:cxnLst>
                <a:cxn ang="0">
                  <a:pos x="202" y="663"/>
                </a:cxn>
                <a:cxn ang="0">
                  <a:pos x="155" y="645"/>
                </a:cxn>
                <a:cxn ang="0">
                  <a:pos x="129" y="676"/>
                </a:cxn>
                <a:cxn ang="0">
                  <a:pos x="87" y="631"/>
                </a:cxn>
                <a:cxn ang="0">
                  <a:pos x="52" y="585"/>
                </a:cxn>
                <a:cxn ang="0">
                  <a:pos x="36" y="543"/>
                </a:cxn>
                <a:cxn ang="0">
                  <a:pos x="1" y="516"/>
                </a:cxn>
                <a:cxn ang="0">
                  <a:pos x="16" y="499"/>
                </a:cxn>
                <a:cxn ang="0">
                  <a:pos x="23" y="488"/>
                </a:cxn>
                <a:cxn ang="0">
                  <a:pos x="37" y="467"/>
                </a:cxn>
                <a:cxn ang="0">
                  <a:pos x="51" y="451"/>
                </a:cxn>
                <a:cxn ang="0">
                  <a:pos x="61" y="425"/>
                </a:cxn>
                <a:cxn ang="0">
                  <a:pos x="79" y="395"/>
                </a:cxn>
                <a:cxn ang="0">
                  <a:pos x="85" y="381"/>
                </a:cxn>
                <a:cxn ang="0">
                  <a:pos x="96" y="373"/>
                </a:cxn>
                <a:cxn ang="0">
                  <a:pos x="119" y="362"/>
                </a:cxn>
                <a:cxn ang="0">
                  <a:pos x="139" y="368"/>
                </a:cxn>
                <a:cxn ang="0">
                  <a:pos x="154" y="370"/>
                </a:cxn>
                <a:cxn ang="0">
                  <a:pos x="141" y="351"/>
                </a:cxn>
                <a:cxn ang="0">
                  <a:pos x="155" y="347"/>
                </a:cxn>
                <a:cxn ang="0">
                  <a:pos x="158" y="330"/>
                </a:cxn>
                <a:cxn ang="0">
                  <a:pos x="140" y="309"/>
                </a:cxn>
                <a:cxn ang="0">
                  <a:pos x="149" y="285"/>
                </a:cxn>
                <a:cxn ang="0">
                  <a:pos x="145" y="261"/>
                </a:cxn>
                <a:cxn ang="0">
                  <a:pos x="149" y="229"/>
                </a:cxn>
                <a:cxn ang="0">
                  <a:pos x="128" y="213"/>
                </a:cxn>
                <a:cxn ang="0">
                  <a:pos x="149" y="184"/>
                </a:cxn>
                <a:cxn ang="0">
                  <a:pos x="294" y="175"/>
                </a:cxn>
                <a:cxn ang="0">
                  <a:pos x="335" y="126"/>
                </a:cxn>
                <a:cxn ang="0">
                  <a:pos x="365" y="144"/>
                </a:cxn>
                <a:cxn ang="0">
                  <a:pos x="419" y="149"/>
                </a:cxn>
                <a:cxn ang="0">
                  <a:pos x="428" y="121"/>
                </a:cxn>
                <a:cxn ang="0">
                  <a:pos x="440" y="109"/>
                </a:cxn>
                <a:cxn ang="0">
                  <a:pos x="443" y="86"/>
                </a:cxn>
                <a:cxn ang="0">
                  <a:pos x="447" y="50"/>
                </a:cxn>
                <a:cxn ang="0">
                  <a:pos x="442" y="14"/>
                </a:cxn>
                <a:cxn ang="0">
                  <a:pos x="477" y="9"/>
                </a:cxn>
                <a:cxn ang="0">
                  <a:pos x="522" y="5"/>
                </a:cxn>
                <a:cxn ang="0">
                  <a:pos x="567" y="105"/>
                </a:cxn>
                <a:cxn ang="0">
                  <a:pos x="568" y="172"/>
                </a:cxn>
                <a:cxn ang="0">
                  <a:pos x="557" y="201"/>
                </a:cxn>
                <a:cxn ang="0">
                  <a:pos x="544" y="266"/>
                </a:cxn>
                <a:cxn ang="0">
                  <a:pos x="571" y="291"/>
                </a:cxn>
                <a:cxn ang="0">
                  <a:pos x="568" y="359"/>
                </a:cxn>
                <a:cxn ang="0">
                  <a:pos x="609" y="383"/>
                </a:cxn>
                <a:cxn ang="0">
                  <a:pos x="598" y="422"/>
                </a:cxn>
                <a:cxn ang="0">
                  <a:pos x="615" y="457"/>
                </a:cxn>
                <a:cxn ang="0">
                  <a:pos x="652" y="476"/>
                </a:cxn>
                <a:cxn ang="0">
                  <a:pos x="663" y="511"/>
                </a:cxn>
                <a:cxn ang="0">
                  <a:pos x="638" y="560"/>
                </a:cxn>
                <a:cxn ang="0">
                  <a:pos x="603" y="588"/>
                </a:cxn>
                <a:cxn ang="0">
                  <a:pos x="576" y="569"/>
                </a:cxn>
                <a:cxn ang="0">
                  <a:pos x="504" y="579"/>
                </a:cxn>
                <a:cxn ang="0">
                  <a:pos x="452" y="595"/>
                </a:cxn>
                <a:cxn ang="0">
                  <a:pos x="423" y="599"/>
                </a:cxn>
                <a:cxn ang="0">
                  <a:pos x="373" y="563"/>
                </a:cxn>
                <a:cxn ang="0">
                  <a:pos x="326" y="554"/>
                </a:cxn>
                <a:cxn ang="0">
                  <a:pos x="265" y="572"/>
                </a:cxn>
                <a:cxn ang="0">
                  <a:pos x="248" y="625"/>
                </a:cxn>
                <a:cxn ang="0">
                  <a:pos x="236" y="674"/>
                </a:cxn>
              </a:cxnLst>
              <a:rect l="0" t="0" r="r" b="b"/>
              <a:pathLst>
                <a:path w="663" h="680">
                  <a:moveTo>
                    <a:pt x="236" y="674"/>
                  </a:moveTo>
                  <a:cubicBezTo>
                    <a:pt x="236" y="674"/>
                    <a:pt x="235" y="675"/>
                    <a:pt x="235" y="675"/>
                  </a:cubicBezTo>
                  <a:cubicBezTo>
                    <a:pt x="233" y="677"/>
                    <a:pt x="228" y="679"/>
                    <a:pt x="226" y="679"/>
                  </a:cubicBezTo>
                  <a:cubicBezTo>
                    <a:pt x="222" y="680"/>
                    <a:pt x="215" y="680"/>
                    <a:pt x="212" y="678"/>
                  </a:cubicBezTo>
                  <a:cubicBezTo>
                    <a:pt x="210" y="677"/>
                    <a:pt x="208" y="672"/>
                    <a:pt x="207" y="670"/>
                  </a:cubicBezTo>
                  <a:cubicBezTo>
                    <a:pt x="206" y="668"/>
                    <a:pt x="204" y="664"/>
                    <a:pt x="202" y="663"/>
                  </a:cubicBezTo>
                  <a:cubicBezTo>
                    <a:pt x="200" y="662"/>
                    <a:pt x="195" y="662"/>
                    <a:pt x="192" y="662"/>
                  </a:cubicBezTo>
                  <a:cubicBezTo>
                    <a:pt x="189" y="662"/>
                    <a:pt x="183" y="663"/>
                    <a:pt x="179" y="662"/>
                  </a:cubicBezTo>
                  <a:cubicBezTo>
                    <a:pt x="177" y="662"/>
                    <a:pt x="174" y="660"/>
                    <a:pt x="173" y="659"/>
                  </a:cubicBezTo>
                  <a:cubicBezTo>
                    <a:pt x="171" y="658"/>
                    <a:pt x="168" y="657"/>
                    <a:pt x="167" y="656"/>
                  </a:cubicBezTo>
                  <a:cubicBezTo>
                    <a:pt x="165" y="655"/>
                    <a:pt x="162" y="651"/>
                    <a:pt x="160" y="650"/>
                  </a:cubicBezTo>
                  <a:cubicBezTo>
                    <a:pt x="159" y="649"/>
                    <a:pt x="156" y="646"/>
                    <a:pt x="155" y="645"/>
                  </a:cubicBezTo>
                  <a:cubicBezTo>
                    <a:pt x="153" y="644"/>
                    <a:pt x="150" y="642"/>
                    <a:pt x="148" y="643"/>
                  </a:cubicBezTo>
                  <a:cubicBezTo>
                    <a:pt x="147" y="643"/>
                    <a:pt x="144" y="646"/>
                    <a:pt x="143" y="647"/>
                  </a:cubicBezTo>
                  <a:cubicBezTo>
                    <a:pt x="142" y="648"/>
                    <a:pt x="139" y="650"/>
                    <a:pt x="138" y="652"/>
                  </a:cubicBezTo>
                  <a:cubicBezTo>
                    <a:pt x="138" y="653"/>
                    <a:pt x="138" y="657"/>
                    <a:pt x="138" y="659"/>
                  </a:cubicBezTo>
                  <a:cubicBezTo>
                    <a:pt x="137" y="662"/>
                    <a:pt x="134" y="668"/>
                    <a:pt x="133" y="670"/>
                  </a:cubicBezTo>
                  <a:cubicBezTo>
                    <a:pt x="132" y="672"/>
                    <a:pt x="130" y="675"/>
                    <a:pt x="129" y="676"/>
                  </a:cubicBezTo>
                  <a:cubicBezTo>
                    <a:pt x="129" y="676"/>
                    <a:pt x="129" y="676"/>
                    <a:pt x="129" y="676"/>
                  </a:cubicBezTo>
                  <a:cubicBezTo>
                    <a:pt x="127" y="674"/>
                    <a:pt x="123" y="670"/>
                    <a:pt x="122" y="668"/>
                  </a:cubicBezTo>
                  <a:cubicBezTo>
                    <a:pt x="120" y="665"/>
                    <a:pt x="116" y="658"/>
                    <a:pt x="114" y="654"/>
                  </a:cubicBezTo>
                  <a:cubicBezTo>
                    <a:pt x="112" y="651"/>
                    <a:pt x="107" y="645"/>
                    <a:pt x="104" y="643"/>
                  </a:cubicBezTo>
                  <a:cubicBezTo>
                    <a:pt x="102" y="641"/>
                    <a:pt x="98" y="639"/>
                    <a:pt x="96" y="638"/>
                  </a:cubicBezTo>
                  <a:cubicBezTo>
                    <a:pt x="93" y="636"/>
                    <a:pt x="89" y="633"/>
                    <a:pt x="87" y="631"/>
                  </a:cubicBezTo>
                  <a:cubicBezTo>
                    <a:pt x="86" y="629"/>
                    <a:pt x="84" y="627"/>
                    <a:pt x="83" y="625"/>
                  </a:cubicBezTo>
                  <a:cubicBezTo>
                    <a:pt x="81" y="622"/>
                    <a:pt x="78" y="615"/>
                    <a:pt x="77" y="612"/>
                  </a:cubicBezTo>
                  <a:cubicBezTo>
                    <a:pt x="75" y="608"/>
                    <a:pt x="74" y="599"/>
                    <a:pt x="71" y="596"/>
                  </a:cubicBezTo>
                  <a:cubicBezTo>
                    <a:pt x="70" y="594"/>
                    <a:pt x="67" y="592"/>
                    <a:pt x="65" y="591"/>
                  </a:cubicBezTo>
                  <a:cubicBezTo>
                    <a:pt x="63" y="590"/>
                    <a:pt x="59" y="589"/>
                    <a:pt x="57" y="589"/>
                  </a:cubicBezTo>
                  <a:cubicBezTo>
                    <a:pt x="56" y="588"/>
                    <a:pt x="53" y="586"/>
                    <a:pt x="52" y="585"/>
                  </a:cubicBezTo>
                  <a:cubicBezTo>
                    <a:pt x="51" y="584"/>
                    <a:pt x="50" y="580"/>
                    <a:pt x="50" y="579"/>
                  </a:cubicBezTo>
                  <a:cubicBezTo>
                    <a:pt x="49" y="577"/>
                    <a:pt x="48" y="573"/>
                    <a:pt x="47" y="572"/>
                  </a:cubicBezTo>
                  <a:cubicBezTo>
                    <a:pt x="46" y="570"/>
                    <a:pt x="43" y="566"/>
                    <a:pt x="42" y="564"/>
                  </a:cubicBezTo>
                  <a:cubicBezTo>
                    <a:pt x="41" y="562"/>
                    <a:pt x="39" y="559"/>
                    <a:pt x="39" y="558"/>
                  </a:cubicBezTo>
                  <a:cubicBezTo>
                    <a:pt x="38" y="556"/>
                    <a:pt x="39" y="551"/>
                    <a:pt x="39" y="549"/>
                  </a:cubicBezTo>
                  <a:cubicBezTo>
                    <a:pt x="38" y="547"/>
                    <a:pt x="37" y="544"/>
                    <a:pt x="36" y="543"/>
                  </a:cubicBezTo>
                  <a:cubicBezTo>
                    <a:pt x="34" y="542"/>
                    <a:pt x="32" y="539"/>
                    <a:pt x="30" y="538"/>
                  </a:cubicBezTo>
                  <a:cubicBezTo>
                    <a:pt x="29" y="537"/>
                    <a:pt x="25" y="535"/>
                    <a:pt x="24" y="534"/>
                  </a:cubicBezTo>
                  <a:cubicBezTo>
                    <a:pt x="20" y="532"/>
                    <a:pt x="14" y="530"/>
                    <a:pt x="11" y="528"/>
                  </a:cubicBezTo>
                  <a:cubicBezTo>
                    <a:pt x="9" y="527"/>
                    <a:pt x="6" y="523"/>
                    <a:pt x="4" y="522"/>
                  </a:cubicBezTo>
                  <a:cubicBezTo>
                    <a:pt x="3" y="522"/>
                    <a:pt x="1" y="521"/>
                    <a:pt x="0" y="521"/>
                  </a:cubicBezTo>
                  <a:cubicBezTo>
                    <a:pt x="0" y="520"/>
                    <a:pt x="0" y="517"/>
                    <a:pt x="1" y="516"/>
                  </a:cubicBezTo>
                  <a:cubicBezTo>
                    <a:pt x="1" y="515"/>
                    <a:pt x="3" y="513"/>
                    <a:pt x="4" y="512"/>
                  </a:cubicBezTo>
                  <a:cubicBezTo>
                    <a:pt x="5" y="512"/>
                    <a:pt x="7" y="512"/>
                    <a:pt x="8" y="512"/>
                  </a:cubicBezTo>
                  <a:cubicBezTo>
                    <a:pt x="10" y="511"/>
                    <a:pt x="11" y="509"/>
                    <a:pt x="12" y="508"/>
                  </a:cubicBezTo>
                  <a:cubicBezTo>
                    <a:pt x="13" y="507"/>
                    <a:pt x="14" y="505"/>
                    <a:pt x="14" y="504"/>
                  </a:cubicBezTo>
                  <a:cubicBezTo>
                    <a:pt x="14" y="503"/>
                    <a:pt x="14" y="501"/>
                    <a:pt x="14" y="501"/>
                  </a:cubicBezTo>
                  <a:cubicBezTo>
                    <a:pt x="14" y="500"/>
                    <a:pt x="15" y="499"/>
                    <a:pt x="16" y="499"/>
                  </a:cubicBezTo>
                  <a:cubicBezTo>
                    <a:pt x="17" y="499"/>
                    <a:pt x="18" y="500"/>
                    <a:pt x="19" y="501"/>
                  </a:cubicBezTo>
                  <a:cubicBezTo>
                    <a:pt x="19" y="502"/>
                    <a:pt x="21" y="503"/>
                    <a:pt x="21" y="503"/>
                  </a:cubicBezTo>
                  <a:cubicBezTo>
                    <a:pt x="22" y="503"/>
                    <a:pt x="23" y="501"/>
                    <a:pt x="23" y="500"/>
                  </a:cubicBezTo>
                  <a:cubicBezTo>
                    <a:pt x="23" y="499"/>
                    <a:pt x="21" y="498"/>
                    <a:pt x="21" y="497"/>
                  </a:cubicBezTo>
                  <a:cubicBezTo>
                    <a:pt x="20" y="496"/>
                    <a:pt x="20" y="494"/>
                    <a:pt x="20" y="493"/>
                  </a:cubicBezTo>
                  <a:cubicBezTo>
                    <a:pt x="20" y="492"/>
                    <a:pt x="22" y="489"/>
                    <a:pt x="23" y="488"/>
                  </a:cubicBezTo>
                  <a:cubicBezTo>
                    <a:pt x="23" y="487"/>
                    <a:pt x="26" y="486"/>
                    <a:pt x="26" y="485"/>
                  </a:cubicBezTo>
                  <a:cubicBezTo>
                    <a:pt x="27" y="484"/>
                    <a:pt x="26" y="482"/>
                    <a:pt x="26" y="481"/>
                  </a:cubicBezTo>
                  <a:cubicBezTo>
                    <a:pt x="26" y="480"/>
                    <a:pt x="26" y="478"/>
                    <a:pt x="26" y="477"/>
                  </a:cubicBezTo>
                  <a:cubicBezTo>
                    <a:pt x="27" y="476"/>
                    <a:pt x="28" y="474"/>
                    <a:pt x="28" y="473"/>
                  </a:cubicBezTo>
                  <a:cubicBezTo>
                    <a:pt x="30" y="472"/>
                    <a:pt x="33" y="471"/>
                    <a:pt x="34" y="470"/>
                  </a:cubicBezTo>
                  <a:cubicBezTo>
                    <a:pt x="35" y="469"/>
                    <a:pt x="36" y="468"/>
                    <a:pt x="37" y="467"/>
                  </a:cubicBezTo>
                  <a:cubicBezTo>
                    <a:pt x="37" y="466"/>
                    <a:pt x="36" y="464"/>
                    <a:pt x="37" y="464"/>
                  </a:cubicBezTo>
                  <a:cubicBezTo>
                    <a:pt x="37" y="463"/>
                    <a:pt x="39" y="462"/>
                    <a:pt x="40" y="462"/>
                  </a:cubicBezTo>
                  <a:cubicBezTo>
                    <a:pt x="41" y="461"/>
                    <a:pt x="43" y="461"/>
                    <a:pt x="44" y="461"/>
                  </a:cubicBezTo>
                  <a:cubicBezTo>
                    <a:pt x="45" y="460"/>
                    <a:pt x="46" y="459"/>
                    <a:pt x="47" y="458"/>
                  </a:cubicBezTo>
                  <a:cubicBezTo>
                    <a:pt x="47" y="457"/>
                    <a:pt x="48" y="455"/>
                    <a:pt x="48" y="454"/>
                  </a:cubicBezTo>
                  <a:cubicBezTo>
                    <a:pt x="49" y="453"/>
                    <a:pt x="50" y="452"/>
                    <a:pt x="51" y="451"/>
                  </a:cubicBezTo>
                  <a:cubicBezTo>
                    <a:pt x="52" y="450"/>
                    <a:pt x="53" y="447"/>
                    <a:pt x="55" y="446"/>
                  </a:cubicBezTo>
                  <a:cubicBezTo>
                    <a:pt x="56" y="445"/>
                    <a:pt x="58" y="445"/>
                    <a:pt x="58" y="444"/>
                  </a:cubicBezTo>
                  <a:cubicBezTo>
                    <a:pt x="59" y="444"/>
                    <a:pt x="60" y="442"/>
                    <a:pt x="60" y="441"/>
                  </a:cubicBezTo>
                  <a:cubicBezTo>
                    <a:pt x="61" y="439"/>
                    <a:pt x="61" y="437"/>
                    <a:pt x="61" y="436"/>
                  </a:cubicBezTo>
                  <a:cubicBezTo>
                    <a:pt x="62" y="434"/>
                    <a:pt x="64" y="432"/>
                    <a:pt x="64" y="431"/>
                  </a:cubicBezTo>
                  <a:cubicBezTo>
                    <a:pt x="64" y="429"/>
                    <a:pt x="61" y="427"/>
                    <a:pt x="61" y="425"/>
                  </a:cubicBezTo>
                  <a:cubicBezTo>
                    <a:pt x="61" y="424"/>
                    <a:pt x="62" y="421"/>
                    <a:pt x="63" y="419"/>
                  </a:cubicBezTo>
                  <a:cubicBezTo>
                    <a:pt x="64" y="418"/>
                    <a:pt x="66" y="417"/>
                    <a:pt x="67" y="415"/>
                  </a:cubicBezTo>
                  <a:cubicBezTo>
                    <a:pt x="67" y="414"/>
                    <a:pt x="68" y="411"/>
                    <a:pt x="68" y="410"/>
                  </a:cubicBezTo>
                  <a:cubicBezTo>
                    <a:pt x="69" y="408"/>
                    <a:pt x="71" y="406"/>
                    <a:pt x="72" y="404"/>
                  </a:cubicBezTo>
                  <a:cubicBezTo>
                    <a:pt x="73" y="403"/>
                    <a:pt x="75" y="402"/>
                    <a:pt x="76" y="401"/>
                  </a:cubicBezTo>
                  <a:cubicBezTo>
                    <a:pt x="77" y="400"/>
                    <a:pt x="78" y="397"/>
                    <a:pt x="79" y="395"/>
                  </a:cubicBezTo>
                  <a:cubicBezTo>
                    <a:pt x="79" y="394"/>
                    <a:pt x="79" y="392"/>
                    <a:pt x="79" y="391"/>
                  </a:cubicBezTo>
                  <a:cubicBezTo>
                    <a:pt x="79" y="390"/>
                    <a:pt x="81" y="390"/>
                    <a:pt x="82" y="389"/>
                  </a:cubicBezTo>
                  <a:cubicBezTo>
                    <a:pt x="82" y="389"/>
                    <a:pt x="81" y="387"/>
                    <a:pt x="81" y="387"/>
                  </a:cubicBezTo>
                  <a:cubicBezTo>
                    <a:pt x="81" y="386"/>
                    <a:pt x="79" y="386"/>
                    <a:pt x="79" y="386"/>
                  </a:cubicBezTo>
                  <a:cubicBezTo>
                    <a:pt x="79" y="385"/>
                    <a:pt x="79" y="383"/>
                    <a:pt x="80" y="383"/>
                  </a:cubicBezTo>
                  <a:cubicBezTo>
                    <a:pt x="81" y="382"/>
                    <a:pt x="84" y="381"/>
                    <a:pt x="85" y="381"/>
                  </a:cubicBezTo>
                  <a:cubicBezTo>
                    <a:pt x="86" y="382"/>
                    <a:pt x="85" y="384"/>
                    <a:pt x="86" y="384"/>
                  </a:cubicBezTo>
                  <a:cubicBezTo>
                    <a:pt x="86" y="385"/>
                    <a:pt x="88" y="386"/>
                    <a:pt x="89" y="386"/>
                  </a:cubicBezTo>
                  <a:cubicBezTo>
                    <a:pt x="90" y="385"/>
                    <a:pt x="90" y="384"/>
                    <a:pt x="91" y="383"/>
                  </a:cubicBezTo>
                  <a:cubicBezTo>
                    <a:pt x="91" y="382"/>
                    <a:pt x="90" y="380"/>
                    <a:pt x="90" y="378"/>
                  </a:cubicBezTo>
                  <a:cubicBezTo>
                    <a:pt x="90" y="378"/>
                    <a:pt x="91" y="376"/>
                    <a:pt x="92" y="375"/>
                  </a:cubicBezTo>
                  <a:cubicBezTo>
                    <a:pt x="93" y="374"/>
                    <a:pt x="95" y="374"/>
                    <a:pt x="96" y="373"/>
                  </a:cubicBezTo>
                  <a:cubicBezTo>
                    <a:pt x="97" y="372"/>
                    <a:pt x="98" y="370"/>
                    <a:pt x="98" y="369"/>
                  </a:cubicBezTo>
                  <a:cubicBezTo>
                    <a:pt x="99" y="369"/>
                    <a:pt x="100" y="369"/>
                    <a:pt x="101" y="369"/>
                  </a:cubicBezTo>
                  <a:cubicBezTo>
                    <a:pt x="102" y="368"/>
                    <a:pt x="105" y="368"/>
                    <a:pt x="106" y="368"/>
                  </a:cubicBezTo>
                  <a:cubicBezTo>
                    <a:pt x="107" y="368"/>
                    <a:pt x="110" y="369"/>
                    <a:pt x="111" y="368"/>
                  </a:cubicBezTo>
                  <a:cubicBezTo>
                    <a:pt x="112" y="368"/>
                    <a:pt x="114" y="368"/>
                    <a:pt x="115" y="367"/>
                  </a:cubicBezTo>
                  <a:cubicBezTo>
                    <a:pt x="116" y="366"/>
                    <a:pt x="118" y="363"/>
                    <a:pt x="119" y="362"/>
                  </a:cubicBezTo>
                  <a:cubicBezTo>
                    <a:pt x="120" y="362"/>
                    <a:pt x="123" y="360"/>
                    <a:pt x="124" y="360"/>
                  </a:cubicBezTo>
                  <a:cubicBezTo>
                    <a:pt x="125" y="359"/>
                    <a:pt x="127" y="358"/>
                    <a:pt x="129" y="358"/>
                  </a:cubicBezTo>
                  <a:cubicBezTo>
                    <a:pt x="130" y="358"/>
                    <a:pt x="131" y="359"/>
                    <a:pt x="131" y="360"/>
                  </a:cubicBezTo>
                  <a:cubicBezTo>
                    <a:pt x="132" y="360"/>
                    <a:pt x="133" y="363"/>
                    <a:pt x="134" y="363"/>
                  </a:cubicBezTo>
                  <a:cubicBezTo>
                    <a:pt x="135" y="364"/>
                    <a:pt x="137" y="364"/>
                    <a:pt x="138" y="364"/>
                  </a:cubicBezTo>
                  <a:cubicBezTo>
                    <a:pt x="139" y="365"/>
                    <a:pt x="139" y="367"/>
                    <a:pt x="139" y="368"/>
                  </a:cubicBezTo>
                  <a:cubicBezTo>
                    <a:pt x="140" y="369"/>
                    <a:pt x="140" y="371"/>
                    <a:pt x="140" y="372"/>
                  </a:cubicBezTo>
                  <a:cubicBezTo>
                    <a:pt x="140" y="373"/>
                    <a:pt x="141" y="374"/>
                    <a:pt x="142" y="375"/>
                  </a:cubicBezTo>
                  <a:cubicBezTo>
                    <a:pt x="143" y="376"/>
                    <a:pt x="145" y="378"/>
                    <a:pt x="146" y="378"/>
                  </a:cubicBezTo>
                  <a:cubicBezTo>
                    <a:pt x="147" y="379"/>
                    <a:pt x="149" y="379"/>
                    <a:pt x="150" y="378"/>
                  </a:cubicBezTo>
                  <a:cubicBezTo>
                    <a:pt x="151" y="378"/>
                    <a:pt x="153" y="377"/>
                    <a:pt x="154" y="376"/>
                  </a:cubicBezTo>
                  <a:cubicBezTo>
                    <a:pt x="154" y="375"/>
                    <a:pt x="154" y="372"/>
                    <a:pt x="154" y="370"/>
                  </a:cubicBezTo>
                  <a:cubicBezTo>
                    <a:pt x="154" y="369"/>
                    <a:pt x="153" y="368"/>
                    <a:pt x="153" y="367"/>
                  </a:cubicBezTo>
                  <a:cubicBezTo>
                    <a:pt x="153" y="366"/>
                    <a:pt x="156" y="364"/>
                    <a:pt x="156" y="363"/>
                  </a:cubicBezTo>
                  <a:cubicBezTo>
                    <a:pt x="156" y="362"/>
                    <a:pt x="154" y="360"/>
                    <a:pt x="154" y="359"/>
                  </a:cubicBezTo>
                  <a:cubicBezTo>
                    <a:pt x="152" y="359"/>
                    <a:pt x="149" y="359"/>
                    <a:pt x="148" y="358"/>
                  </a:cubicBezTo>
                  <a:cubicBezTo>
                    <a:pt x="147" y="357"/>
                    <a:pt x="144" y="356"/>
                    <a:pt x="143" y="354"/>
                  </a:cubicBezTo>
                  <a:cubicBezTo>
                    <a:pt x="142" y="354"/>
                    <a:pt x="142" y="352"/>
                    <a:pt x="141" y="351"/>
                  </a:cubicBezTo>
                  <a:cubicBezTo>
                    <a:pt x="141" y="350"/>
                    <a:pt x="140" y="349"/>
                    <a:pt x="140" y="348"/>
                  </a:cubicBezTo>
                  <a:cubicBezTo>
                    <a:pt x="140" y="347"/>
                    <a:pt x="140" y="344"/>
                    <a:pt x="141" y="343"/>
                  </a:cubicBezTo>
                  <a:cubicBezTo>
                    <a:pt x="141" y="343"/>
                    <a:pt x="142" y="342"/>
                    <a:pt x="142" y="342"/>
                  </a:cubicBezTo>
                  <a:cubicBezTo>
                    <a:pt x="144" y="342"/>
                    <a:pt x="146" y="342"/>
                    <a:pt x="148" y="343"/>
                  </a:cubicBezTo>
                  <a:cubicBezTo>
                    <a:pt x="149" y="343"/>
                    <a:pt x="152" y="344"/>
                    <a:pt x="153" y="344"/>
                  </a:cubicBezTo>
                  <a:cubicBezTo>
                    <a:pt x="153" y="345"/>
                    <a:pt x="154" y="347"/>
                    <a:pt x="155" y="347"/>
                  </a:cubicBezTo>
                  <a:cubicBezTo>
                    <a:pt x="155" y="348"/>
                    <a:pt x="157" y="349"/>
                    <a:pt x="158" y="349"/>
                  </a:cubicBezTo>
                  <a:cubicBezTo>
                    <a:pt x="158" y="349"/>
                    <a:pt x="160" y="349"/>
                    <a:pt x="161" y="349"/>
                  </a:cubicBezTo>
                  <a:cubicBezTo>
                    <a:pt x="162" y="348"/>
                    <a:pt x="162" y="345"/>
                    <a:pt x="162" y="344"/>
                  </a:cubicBezTo>
                  <a:cubicBezTo>
                    <a:pt x="162" y="342"/>
                    <a:pt x="160" y="340"/>
                    <a:pt x="160" y="339"/>
                  </a:cubicBezTo>
                  <a:cubicBezTo>
                    <a:pt x="159" y="338"/>
                    <a:pt x="160" y="335"/>
                    <a:pt x="160" y="334"/>
                  </a:cubicBezTo>
                  <a:cubicBezTo>
                    <a:pt x="159" y="333"/>
                    <a:pt x="158" y="331"/>
                    <a:pt x="158" y="330"/>
                  </a:cubicBezTo>
                  <a:cubicBezTo>
                    <a:pt x="157" y="328"/>
                    <a:pt x="156" y="326"/>
                    <a:pt x="155" y="325"/>
                  </a:cubicBezTo>
                  <a:cubicBezTo>
                    <a:pt x="154" y="323"/>
                    <a:pt x="154" y="321"/>
                    <a:pt x="153" y="319"/>
                  </a:cubicBezTo>
                  <a:cubicBezTo>
                    <a:pt x="153" y="318"/>
                    <a:pt x="152" y="317"/>
                    <a:pt x="151" y="316"/>
                  </a:cubicBezTo>
                  <a:cubicBezTo>
                    <a:pt x="150" y="316"/>
                    <a:pt x="147" y="316"/>
                    <a:pt x="146" y="315"/>
                  </a:cubicBezTo>
                  <a:cubicBezTo>
                    <a:pt x="145" y="315"/>
                    <a:pt x="143" y="314"/>
                    <a:pt x="142" y="313"/>
                  </a:cubicBezTo>
                  <a:cubicBezTo>
                    <a:pt x="142" y="312"/>
                    <a:pt x="140" y="310"/>
                    <a:pt x="140" y="309"/>
                  </a:cubicBezTo>
                  <a:cubicBezTo>
                    <a:pt x="139" y="308"/>
                    <a:pt x="140" y="306"/>
                    <a:pt x="140" y="304"/>
                  </a:cubicBezTo>
                  <a:cubicBezTo>
                    <a:pt x="140" y="303"/>
                    <a:pt x="142" y="302"/>
                    <a:pt x="142" y="301"/>
                  </a:cubicBezTo>
                  <a:cubicBezTo>
                    <a:pt x="143" y="300"/>
                    <a:pt x="144" y="299"/>
                    <a:pt x="145" y="298"/>
                  </a:cubicBezTo>
                  <a:cubicBezTo>
                    <a:pt x="145" y="297"/>
                    <a:pt x="145" y="294"/>
                    <a:pt x="146" y="293"/>
                  </a:cubicBezTo>
                  <a:cubicBezTo>
                    <a:pt x="147" y="292"/>
                    <a:pt x="149" y="291"/>
                    <a:pt x="149" y="290"/>
                  </a:cubicBezTo>
                  <a:cubicBezTo>
                    <a:pt x="150" y="289"/>
                    <a:pt x="150" y="286"/>
                    <a:pt x="149" y="285"/>
                  </a:cubicBezTo>
                  <a:cubicBezTo>
                    <a:pt x="149" y="283"/>
                    <a:pt x="147" y="282"/>
                    <a:pt x="147" y="280"/>
                  </a:cubicBezTo>
                  <a:cubicBezTo>
                    <a:pt x="147" y="279"/>
                    <a:pt x="147" y="276"/>
                    <a:pt x="147" y="275"/>
                  </a:cubicBezTo>
                  <a:cubicBezTo>
                    <a:pt x="147" y="274"/>
                    <a:pt x="148" y="272"/>
                    <a:pt x="148" y="271"/>
                  </a:cubicBezTo>
                  <a:cubicBezTo>
                    <a:pt x="149" y="270"/>
                    <a:pt x="149" y="267"/>
                    <a:pt x="149" y="266"/>
                  </a:cubicBezTo>
                  <a:cubicBezTo>
                    <a:pt x="149" y="265"/>
                    <a:pt x="149" y="263"/>
                    <a:pt x="148" y="262"/>
                  </a:cubicBezTo>
                  <a:cubicBezTo>
                    <a:pt x="148" y="262"/>
                    <a:pt x="146" y="262"/>
                    <a:pt x="145" y="261"/>
                  </a:cubicBezTo>
                  <a:cubicBezTo>
                    <a:pt x="145" y="260"/>
                    <a:pt x="145" y="258"/>
                    <a:pt x="145" y="257"/>
                  </a:cubicBezTo>
                  <a:cubicBezTo>
                    <a:pt x="145" y="256"/>
                    <a:pt x="146" y="255"/>
                    <a:pt x="147" y="255"/>
                  </a:cubicBezTo>
                  <a:cubicBezTo>
                    <a:pt x="148" y="254"/>
                    <a:pt x="150" y="253"/>
                    <a:pt x="151" y="252"/>
                  </a:cubicBezTo>
                  <a:cubicBezTo>
                    <a:pt x="151" y="251"/>
                    <a:pt x="152" y="247"/>
                    <a:pt x="152" y="245"/>
                  </a:cubicBezTo>
                  <a:cubicBezTo>
                    <a:pt x="153" y="243"/>
                    <a:pt x="153" y="238"/>
                    <a:pt x="152" y="236"/>
                  </a:cubicBezTo>
                  <a:cubicBezTo>
                    <a:pt x="152" y="234"/>
                    <a:pt x="150" y="231"/>
                    <a:pt x="149" y="229"/>
                  </a:cubicBezTo>
                  <a:cubicBezTo>
                    <a:pt x="148" y="227"/>
                    <a:pt x="146" y="224"/>
                    <a:pt x="144" y="222"/>
                  </a:cubicBezTo>
                  <a:cubicBezTo>
                    <a:pt x="143" y="220"/>
                    <a:pt x="141" y="218"/>
                    <a:pt x="140" y="217"/>
                  </a:cubicBezTo>
                  <a:cubicBezTo>
                    <a:pt x="139" y="216"/>
                    <a:pt x="138" y="215"/>
                    <a:pt x="137" y="215"/>
                  </a:cubicBezTo>
                  <a:cubicBezTo>
                    <a:pt x="137" y="216"/>
                    <a:pt x="136" y="217"/>
                    <a:pt x="135" y="217"/>
                  </a:cubicBezTo>
                  <a:cubicBezTo>
                    <a:pt x="134" y="218"/>
                    <a:pt x="131" y="218"/>
                    <a:pt x="130" y="217"/>
                  </a:cubicBezTo>
                  <a:cubicBezTo>
                    <a:pt x="129" y="217"/>
                    <a:pt x="128" y="214"/>
                    <a:pt x="128" y="213"/>
                  </a:cubicBezTo>
                  <a:cubicBezTo>
                    <a:pt x="127" y="212"/>
                    <a:pt x="127" y="210"/>
                    <a:pt x="127" y="209"/>
                  </a:cubicBezTo>
                  <a:cubicBezTo>
                    <a:pt x="128" y="208"/>
                    <a:pt x="130" y="208"/>
                    <a:pt x="131" y="207"/>
                  </a:cubicBezTo>
                  <a:cubicBezTo>
                    <a:pt x="132" y="205"/>
                    <a:pt x="133" y="201"/>
                    <a:pt x="135" y="199"/>
                  </a:cubicBezTo>
                  <a:cubicBezTo>
                    <a:pt x="136" y="197"/>
                    <a:pt x="138" y="194"/>
                    <a:pt x="140" y="193"/>
                  </a:cubicBezTo>
                  <a:cubicBezTo>
                    <a:pt x="141" y="191"/>
                    <a:pt x="145" y="189"/>
                    <a:pt x="146" y="188"/>
                  </a:cubicBezTo>
                  <a:cubicBezTo>
                    <a:pt x="147" y="187"/>
                    <a:pt x="148" y="185"/>
                    <a:pt x="149" y="184"/>
                  </a:cubicBezTo>
                  <a:cubicBezTo>
                    <a:pt x="150" y="182"/>
                    <a:pt x="152" y="179"/>
                    <a:pt x="153" y="178"/>
                  </a:cubicBezTo>
                  <a:cubicBezTo>
                    <a:pt x="154" y="177"/>
                    <a:pt x="157" y="176"/>
                    <a:pt x="159" y="175"/>
                  </a:cubicBezTo>
                  <a:cubicBezTo>
                    <a:pt x="161" y="175"/>
                    <a:pt x="166" y="175"/>
                    <a:pt x="168" y="175"/>
                  </a:cubicBezTo>
                  <a:cubicBezTo>
                    <a:pt x="196" y="176"/>
                    <a:pt x="253" y="184"/>
                    <a:pt x="281" y="180"/>
                  </a:cubicBezTo>
                  <a:cubicBezTo>
                    <a:pt x="282" y="180"/>
                    <a:pt x="285" y="178"/>
                    <a:pt x="287" y="178"/>
                  </a:cubicBezTo>
                  <a:cubicBezTo>
                    <a:pt x="288" y="177"/>
                    <a:pt x="292" y="176"/>
                    <a:pt x="294" y="175"/>
                  </a:cubicBezTo>
                  <a:cubicBezTo>
                    <a:pt x="297" y="175"/>
                    <a:pt x="302" y="176"/>
                    <a:pt x="304" y="175"/>
                  </a:cubicBezTo>
                  <a:cubicBezTo>
                    <a:pt x="306" y="175"/>
                    <a:pt x="309" y="171"/>
                    <a:pt x="311" y="169"/>
                  </a:cubicBezTo>
                  <a:cubicBezTo>
                    <a:pt x="313" y="167"/>
                    <a:pt x="316" y="162"/>
                    <a:pt x="317" y="159"/>
                  </a:cubicBezTo>
                  <a:cubicBezTo>
                    <a:pt x="319" y="156"/>
                    <a:pt x="322" y="150"/>
                    <a:pt x="324" y="147"/>
                  </a:cubicBezTo>
                  <a:cubicBezTo>
                    <a:pt x="325" y="144"/>
                    <a:pt x="330" y="140"/>
                    <a:pt x="332" y="137"/>
                  </a:cubicBezTo>
                  <a:cubicBezTo>
                    <a:pt x="333" y="135"/>
                    <a:pt x="333" y="128"/>
                    <a:pt x="335" y="126"/>
                  </a:cubicBezTo>
                  <a:cubicBezTo>
                    <a:pt x="336" y="125"/>
                    <a:pt x="339" y="124"/>
                    <a:pt x="340" y="124"/>
                  </a:cubicBezTo>
                  <a:cubicBezTo>
                    <a:pt x="342" y="124"/>
                    <a:pt x="345" y="128"/>
                    <a:pt x="346" y="128"/>
                  </a:cubicBezTo>
                  <a:cubicBezTo>
                    <a:pt x="348" y="128"/>
                    <a:pt x="350" y="124"/>
                    <a:pt x="351" y="124"/>
                  </a:cubicBezTo>
                  <a:cubicBezTo>
                    <a:pt x="353" y="123"/>
                    <a:pt x="356" y="121"/>
                    <a:pt x="358" y="122"/>
                  </a:cubicBezTo>
                  <a:cubicBezTo>
                    <a:pt x="360" y="123"/>
                    <a:pt x="361" y="130"/>
                    <a:pt x="362" y="132"/>
                  </a:cubicBezTo>
                  <a:cubicBezTo>
                    <a:pt x="363" y="135"/>
                    <a:pt x="363" y="142"/>
                    <a:pt x="365" y="144"/>
                  </a:cubicBezTo>
                  <a:cubicBezTo>
                    <a:pt x="366" y="145"/>
                    <a:pt x="369" y="145"/>
                    <a:pt x="370" y="145"/>
                  </a:cubicBezTo>
                  <a:cubicBezTo>
                    <a:pt x="372" y="146"/>
                    <a:pt x="375" y="150"/>
                    <a:pt x="377" y="151"/>
                  </a:cubicBezTo>
                  <a:cubicBezTo>
                    <a:pt x="382" y="152"/>
                    <a:pt x="391" y="150"/>
                    <a:pt x="395" y="150"/>
                  </a:cubicBezTo>
                  <a:cubicBezTo>
                    <a:pt x="398" y="150"/>
                    <a:pt x="403" y="151"/>
                    <a:pt x="406" y="152"/>
                  </a:cubicBezTo>
                  <a:cubicBezTo>
                    <a:pt x="407" y="152"/>
                    <a:pt x="410" y="154"/>
                    <a:pt x="411" y="154"/>
                  </a:cubicBezTo>
                  <a:cubicBezTo>
                    <a:pt x="413" y="153"/>
                    <a:pt x="417" y="150"/>
                    <a:pt x="419" y="149"/>
                  </a:cubicBezTo>
                  <a:cubicBezTo>
                    <a:pt x="421" y="148"/>
                    <a:pt x="424" y="146"/>
                    <a:pt x="425" y="146"/>
                  </a:cubicBezTo>
                  <a:cubicBezTo>
                    <a:pt x="426" y="145"/>
                    <a:pt x="429" y="144"/>
                    <a:pt x="430" y="143"/>
                  </a:cubicBezTo>
                  <a:cubicBezTo>
                    <a:pt x="431" y="143"/>
                    <a:pt x="434" y="141"/>
                    <a:pt x="434" y="139"/>
                  </a:cubicBezTo>
                  <a:cubicBezTo>
                    <a:pt x="435" y="137"/>
                    <a:pt x="435" y="134"/>
                    <a:pt x="435" y="132"/>
                  </a:cubicBezTo>
                  <a:cubicBezTo>
                    <a:pt x="434" y="130"/>
                    <a:pt x="430" y="127"/>
                    <a:pt x="429" y="126"/>
                  </a:cubicBezTo>
                  <a:cubicBezTo>
                    <a:pt x="429" y="125"/>
                    <a:pt x="429" y="122"/>
                    <a:pt x="428" y="121"/>
                  </a:cubicBezTo>
                  <a:cubicBezTo>
                    <a:pt x="427" y="120"/>
                    <a:pt x="423" y="119"/>
                    <a:pt x="422" y="118"/>
                  </a:cubicBezTo>
                  <a:cubicBezTo>
                    <a:pt x="422" y="117"/>
                    <a:pt x="422" y="115"/>
                    <a:pt x="422" y="114"/>
                  </a:cubicBezTo>
                  <a:cubicBezTo>
                    <a:pt x="422" y="113"/>
                    <a:pt x="421" y="111"/>
                    <a:pt x="421" y="109"/>
                  </a:cubicBezTo>
                  <a:cubicBezTo>
                    <a:pt x="421" y="109"/>
                    <a:pt x="423" y="107"/>
                    <a:pt x="423" y="107"/>
                  </a:cubicBezTo>
                  <a:cubicBezTo>
                    <a:pt x="425" y="106"/>
                    <a:pt x="429" y="105"/>
                    <a:pt x="430" y="105"/>
                  </a:cubicBezTo>
                  <a:cubicBezTo>
                    <a:pt x="433" y="106"/>
                    <a:pt x="438" y="107"/>
                    <a:pt x="440" y="109"/>
                  </a:cubicBezTo>
                  <a:cubicBezTo>
                    <a:pt x="441" y="109"/>
                    <a:pt x="442" y="111"/>
                    <a:pt x="443" y="111"/>
                  </a:cubicBezTo>
                  <a:cubicBezTo>
                    <a:pt x="445" y="111"/>
                    <a:pt x="446" y="107"/>
                    <a:pt x="448" y="106"/>
                  </a:cubicBezTo>
                  <a:cubicBezTo>
                    <a:pt x="449" y="105"/>
                    <a:pt x="453" y="107"/>
                    <a:pt x="454" y="105"/>
                  </a:cubicBezTo>
                  <a:cubicBezTo>
                    <a:pt x="455" y="103"/>
                    <a:pt x="453" y="99"/>
                    <a:pt x="452" y="97"/>
                  </a:cubicBezTo>
                  <a:cubicBezTo>
                    <a:pt x="451" y="95"/>
                    <a:pt x="447" y="93"/>
                    <a:pt x="446" y="91"/>
                  </a:cubicBezTo>
                  <a:cubicBezTo>
                    <a:pt x="445" y="90"/>
                    <a:pt x="443" y="87"/>
                    <a:pt x="443" y="86"/>
                  </a:cubicBezTo>
                  <a:cubicBezTo>
                    <a:pt x="443" y="85"/>
                    <a:pt x="443" y="81"/>
                    <a:pt x="444" y="79"/>
                  </a:cubicBezTo>
                  <a:cubicBezTo>
                    <a:pt x="444" y="77"/>
                    <a:pt x="448" y="75"/>
                    <a:pt x="449" y="74"/>
                  </a:cubicBezTo>
                  <a:cubicBezTo>
                    <a:pt x="451" y="72"/>
                    <a:pt x="453" y="69"/>
                    <a:pt x="453" y="67"/>
                  </a:cubicBezTo>
                  <a:cubicBezTo>
                    <a:pt x="454" y="66"/>
                    <a:pt x="452" y="64"/>
                    <a:pt x="451" y="62"/>
                  </a:cubicBezTo>
                  <a:cubicBezTo>
                    <a:pt x="451" y="60"/>
                    <a:pt x="452" y="56"/>
                    <a:pt x="452" y="54"/>
                  </a:cubicBezTo>
                  <a:cubicBezTo>
                    <a:pt x="451" y="52"/>
                    <a:pt x="448" y="51"/>
                    <a:pt x="447" y="50"/>
                  </a:cubicBezTo>
                  <a:cubicBezTo>
                    <a:pt x="445" y="48"/>
                    <a:pt x="440" y="47"/>
                    <a:pt x="438" y="45"/>
                  </a:cubicBezTo>
                  <a:cubicBezTo>
                    <a:pt x="437" y="44"/>
                    <a:pt x="434" y="41"/>
                    <a:pt x="433" y="39"/>
                  </a:cubicBezTo>
                  <a:cubicBezTo>
                    <a:pt x="433" y="38"/>
                    <a:pt x="432" y="35"/>
                    <a:pt x="432" y="34"/>
                  </a:cubicBezTo>
                  <a:cubicBezTo>
                    <a:pt x="431" y="31"/>
                    <a:pt x="432" y="26"/>
                    <a:pt x="432" y="24"/>
                  </a:cubicBezTo>
                  <a:cubicBezTo>
                    <a:pt x="433" y="22"/>
                    <a:pt x="434" y="19"/>
                    <a:pt x="435" y="18"/>
                  </a:cubicBezTo>
                  <a:cubicBezTo>
                    <a:pt x="437" y="16"/>
                    <a:pt x="441" y="15"/>
                    <a:pt x="442" y="14"/>
                  </a:cubicBezTo>
                  <a:cubicBezTo>
                    <a:pt x="443" y="12"/>
                    <a:pt x="443" y="9"/>
                    <a:pt x="443" y="7"/>
                  </a:cubicBezTo>
                  <a:cubicBezTo>
                    <a:pt x="443" y="6"/>
                    <a:pt x="441" y="2"/>
                    <a:pt x="442" y="1"/>
                  </a:cubicBezTo>
                  <a:cubicBezTo>
                    <a:pt x="443" y="0"/>
                    <a:pt x="445" y="1"/>
                    <a:pt x="446" y="1"/>
                  </a:cubicBezTo>
                  <a:cubicBezTo>
                    <a:pt x="450" y="1"/>
                    <a:pt x="457" y="3"/>
                    <a:pt x="460" y="4"/>
                  </a:cubicBezTo>
                  <a:cubicBezTo>
                    <a:pt x="462" y="5"/>
                    <a:pt x="467" y="7"/>
                    <a:pt x="470" y="8"/>
                  </a:cubicBezTo>
                  <a:cubicBezTo>
                    <a:pt x="472" y="9"/>
                    <a:pt x="475" y="9"/>
                    <a:pt x="477" y="9"/>
                  </a:cubicBezTo>
                  <a:cubicBezTo>
                    <a:pt x="478" y="10"/>
                    <a:pt x="482" y="11"/>
                    <a:pt x="484" y="12"/>
                  </a:cubicBezTo>
                  <a:cubicBezTo>
                    <a:pt x="485" y="12"/>
                    <a:pt x="489" y="14"/>
                    <a:pt x="491" y="13"/>
                  </a:cubicBezTo>
                  <a:cubicBezTo>
                    <a:pt x="493" y="12"/>
                    <a:pt x="493" y="9"/>
                    <a:pt x="495" y="8"/>
                  </a:cubicBezTo>
                  <a:cubicBezTo>
                    <a:pt x="497" y="6"/>
                    <a:pt x="503" y="6"/>
                    <a:pt x="505" y="6"/>
                  </a:cubicBezTo>
                  <a:cubicBezTo>
                    <a:pt x="508" y="6"/>
                    <a:pt x="512" y="5"/>
                    <a:pt x="514" y="5"/>
                  </a:cubicBezTo>
                  <a:cubicBezTo>
                    <a:pt x="516" y="5"/>
                    <a:pt x="520" y="5"/>
                    <a:pt x="522" y="5"/>
                  </a:cubicBezTo>
                  <a:cubicBezTo>
                    <a:pt x="522" y="7"/>
                    <a:pt x="522" y="9"/>
                    <a:pt x="523" y="10"/>
                  </a:cubicBezTo>
                  <a:cubicBezTo>
                    <a:pt x="524" y="17"/>
                    <a:pt x="531" y="29"/>
                    <a:pt x="534" y="35"/>
                  </a:cubicBezTo>
                  <a:cubicBezTo>
                    <a:pt x="537" y="40"/>
                    <a:pt x="542" y="51"/>
                    <a:pt x="546" y="55"/>
                  </a:cubicBezTo>
                  <a:cubicBezTo>
                    <a:pt x="548" y="58"/>
                    <a:pt x="555" y="63"/>
                    <a:pt x="557" y="66"/>
                  </a:cubicBezTo>
                  <a:cubicBezTo>
                    <a:pt x="559" y="69"/>
                    <a:pt x="559" y="78"/>
                    <a:pt x="560" y="82"/>
                  </a:cubicBezTo>
                  <a:cubicBezTo>
                    <a:pt x="561" y="88"/>
                    <a:pt x="565" y="100"/>
                    <a:pt x="567" y="105"/>
                  </a:cubicBezTo>
                  <a:cubicBezTo>
                    <a:pt x="570" y="112"/>
                    <a:pt x="578" y="124"/>
                    <a:pt x="580" y="130"/>
                  </a:cubicBezTo>
                  <a:cubicBezTo>
                    <a:pt x="582" y="135"/>
                    <a:pt x="582" y="144"/>
                    <a:pt x="583" y="149"/>
                  </a:cubicBezTo>
                  <a:cubicBezTo>
                    <a:pt x="584" y="152"/>
                    <a:pt x="586" y="159"/>
                    <a:pt x="586" y="162"/>
                  </a:cubicBezTo>
                  <a:cubicBezTo>
                    <a:pt x="586" y="164"/>
                    <a:pt x="586" y="168"/>
                    <a:pt x="585" y="169"/>
                  </a:cubicBezTo>
                  <a:cubicBezTo>
                    <a:pt x="583" y="171"/>
                    <a:pt x="578" y="167"/>
                    <a:pt x="576" y="167"/>
                  </a:cubicBezTo>
                  <a:cubicBezTo>
                    <a:pt x="574" y="168"/>
                    <a:pt x="570" y="171"/>
                    <a:pt x="568" y="172"/>
                  </a:cubicBezTo>
                  <a:cubicBezTo>
                    <a:pt x="565" y="173"/>
                    <a:pt x="560" y="176"/>
                    <a:pt x="557" y="177"/>
                  </a:cubicBezTo>
                  <a:cubicBezTo>
                    <a:pt x="556" y="178"/>
                    <a:pt x="552" y="178"/>
                    <a:pt x="551" y="180"/>
                  </a:cubicBezTo>
                  <a:cubicBezTo>
                    <a:pt x="551" y="181"/>
                    <a:pt x="553" y="185"/>
                    <a:pt x="554" y="186"/>
                  </a:cubicBezTo>
                  <a:cubicBezTo>
                    <a:pt x="556" y="188"/>
                    <a:pt x="562" y="186"/>
                    <a:pt x="563" y="188"/>
                  </a:cubicBezTo>
                  <a:cubicBezTo>
                    <a:pt x="565" y="190"/>
                    <a:pt x="564" y="194"/>
                    <a:pt x="563" y="196"/>
                  </a:cubicBezTo>
                  <a:cubicBezTo>
                    <a:pt x="562" y="198"/>
                    <a:pt x="558" y="200"/>
                    <a:pt x="557" y="201"/>
                  </a:cubicBezTo>
                  <a:cubicBezTo>
                    <a:pt x="556" y="203"/>
                    <a:pt x="554" y="207"/>
                    <a:pt x="554" y="209"/>
                  </a:cubicBezTo>
                  <a:cubicBezTo>
                    <a:pt x="553" y="213"/>
                    <a:pt x="555" y="220"/>
                    <a:pt x="555" y="223"/>
                  </a:cubicBezTo>
                  <a:cubicBezTo>
                    <a:pt x="555" y="226"/>
                    <a:pt x="556" y="233"/>
                    <a:pt x="556" y="236"/>
                  </a:cubicBezTo>
                  <a:cubicBezTo>
                    <a:pt x="556" y="239"/>
                    <a:pt x="556" y="246"/>
                    <a:pt x="555" y="248"/>
                  </a:cubicBezTo>
                  <a:cubicBezTo>
                    <a:pt x="554" y="251"/>
                    <a:pt x="549" y="255"/>
                    <a:pt x="547" y="258"/>
                  </a:cubicBezTo>
                  <a:cubicBezTo>
                    <a:pt x="546" y="260"/>
                    <a:pt x="544" y="264"/>
                    <a:pt x="544" y="266"/>
                  </a:cubicBezTo>
                  <a:cubicBezTo>
                    <a:pt x="545" y="268"/>
                    <a:pt x="550" y="270"/>
                    <a:pt x="553" y="271"/>
                  </a:cubicBezTo>
                  <a:cubicBezTo>
                    <a:pt x="556" y="271"/>
                    <a:pt x="562" y="267"/>
                    <a:pt x="565" y="268"/>
                  </a:cubicBezTo>
                  <a:cubicBezTo>
                    <a:pt x="566" y="268"/>
                    <a:pt x="569" y="271"/>
                    <a:pt x="570" y="273"/>
                  </a:cubicBezTo>
                  <a:cubicBezTo>
                    <a:pt x="571" y="274"/>
                    <a:pt x="571" y="278"/>
                    <a:pt x="570" y="280"/>
                  </a:cubicBezTo>
                  <a:cubicBezTo>
                    <a:pt x="570" y="281"/>
                    <a:pt x="567" y="283"/>
                    <a:pt x="567" y="285"/>
                  </a:cubicBezTo>
                  <a:cubicBezTo>
                    <a:pt x="567" y="287"/>
                    <a:pt x="571" y="289"/>
                    <a:pt x="571" y="291"/>
                  </a:cubicBezTo>
                  <a:cubicBezTo>
                    <a:pt x="571" y="293"/>
                    <a:pt x="569" y="296"/>
                    <a:pt x="567" y="297"/>
                  </a:cubicBezTo>
                  <a:cubicBezTo>
                    <a:pt x="565" y="299"/>
                    <a:pt x="559" y="299"/>
                    <a:pt x="557" y="301"/>
                  </a:cubicBezTo>
                  <a:cubicBezTo>
                    <a:pt x="555" y="302"/>
                    <a:pt x="552" y="307"/>
                    <a:pt x="551" y="309"/>
                  </a:cubicBezTo>
                  <a:cubicBezTo>
                    <a:pt x="549" y="313"/>
                    <a:pt x="549" y="320"/>
                    <a:pt x="550" y="324"/>
                  </a:cubicBezTo>
                  <a:cubicBezTo>
                    <a:pt x="551" y="330"/>
                    <a:pt x="557" y="341"/>
                    <a:pt x="560" y="347"/>
                  </a:cubicBezTo>
                  <a:cubicBezTo>
                    <a:pt x="562" y="350"/>
                    <a:pt x="565" y="356"/>
                    <a:pt x="568" y="359"/>
                  </a:cubicBezTo>
                  <a:cubicBezTo>
                    <a:pt x="570" y="360"/>
                    <a:pt x="573" y="362"/>
                    <a:pt x="575" y="362"/>
                  </a:cubicBezTo>
                  <a:cubicBezTo>
                    <a:pt x="577" y="363"/>
                    <a:pt x="581" y="361"/>
                    <a:pt x="583" y="361"/>
                  </a:cubicBezTo>
                  <a:cubicBezTo>
                    <a:pt x="587" y="361"/>
                    <a:pt x="594" y="361"/>
                    <a:pt x="597" y="361"/>
                  </a:cubicBezTo>
                  <a:cubicBezTo>
                    <a:pt x="599" y="362"/>
                    <a:pt x="603" y="363"/>
                    <a:pt x="604" y="365"/>
                  </a:cubicBezTo>
                  <a:cubicBezTo>
                    <a:pt x="606" y="367"/>
                    <a:pt x="603" y="372"/>
                    <a:pt x="604" y="375"/>
                  </a:cubicBezTo>
                  <a:cubicBezTo>
                    <a:pt x="605" y="377"/>
                    <a:pt x="608" y="381"/>
                    <a:pt x="609" y="383"/>
                  </a:cubicBezTo>
                  <a:cubicBezTo>
                    <a:pt x="610" y="385"/>
                    <a:pt x="613" y="388"/>
                    <a:pt x="613" y="390"/>
                  </a:cubicBezTo>
                  <a:cubicBezTo>
                    <a:pt x="614" y="392"/>
                    <a:pt x="612" y="395"/>
                    <a:pt x="611" y="397"/>
                  </a:cubicBezTo>
                  <a:cubicBezTo>
                    <a:pt x="609" y="399"/>
                    <a:pt x="605" y="401"/>
                    <a:pt x="603" y="402"/>
                  </a:cubicBezTo>
                  <a:cubicBezTo>
                    <a:pt x="601" y="403"/>
                    <a:pt x="597" y="405"/>
                    <a:pt x="596" y="407"/>
                  </a:cubicBezTo>
                  <a:cubicBezTo>
                    <a:pt x="594" y="408"/>
                    <a:pt x="594" y="412"/>
                    <a:pt x="594" y="414"/>
                  </a:cubicBezTo>
                  <a:cubicBezTo>
                    <a:pt x="594" y="416"/>
                    <a:pt x="596" y="421"/>
                    <a:pt x="598" y="422"/>
                  </a:cubicBezTo>
                  <a:cubicBezTo>
                    <a:pt x="599" y="424"/>
                    <a:pt x="602" y="426"/>
                    <a:pt x="603" y="428"/>
                  </a:cubicBezTo>
                  <a:cubicBezTo>
                    <a:pt x="604" y="429"/>
                    <a:pt x="606" y="432"/>
                    <a:pt x="606" y="434"/>
                  </a:cubicBezTo>
                  <a:cubicBezTo>
                    <a:pt x="607" y="436"/>
                    <a:pt x="604" y="438"/>
                    <a:pt x="604" y="439"/>
                  </a:cubicBezTo>
                  <a:cubicBezTo>
                    <a:pt x="604" y="441"/>
                    <a:pt x="603" y="445"/>
                    <a:pt x="604" y="447"/>
                  </a:cubicBezTo>
                  <a:cubicBezTo>
                    <a:pt x="605" y="449"/>
                    <a:pt x="608" y="452"/>
                    <a:pt x="609" y="453"/>
                  </a:cubicBezTo>
                  <a:cubicBezTo>
                    <a:pt x="610" y="455"/>
                    <a:pt x="614" y="456"/>
                    <a:pt x="615" y="457"/>
                  </a:cubicBezTo>
                  <a:cubicBezTo>
                    <a:pt x="617" y="458"/>
                    <a:pt x="621" y="458"/>
                    <a:pt x="623" y="459"/>
                  </a:cubicBezTo>
                  <a:cubicBezTo>
                    <a:pt x="625" y="460"/>
                    <a:pt x="630" y="461"/>
                    <a:pt x="632" y="462"/>
                  </a:cubicBezTo>
                  <a:cubicBezTo>
                    <a:pt x="633" y="463"/>
                    <a:pt x="636" y="465"/>
                    <a:pt x="636" y="466"/>
                  </a:cubicBezTo>
                  <a:cubicBezTo>
                    <a:pt x="638" y="468"/>
                    <a:pt x="639" y="472"/>
                    <a:pt x="641" y="473"/>
                  </a:cubicBezTo>
                  <a:cubicBezTo>
                    <a:pt x="642" y="475"/>
                    <a:pt x="644" y="476"/>
                    <a:pt x="646" y="477"/>
                  </a:cubicBezTo>
                  <a:cubicBezTo>
                    <a:pt x="647" y="477"/>
                    <a:pt x="650" y="475"/>
                    <a:pt x="652" y="476"/>
                  </a:cubicBezTo>
                  <a:cubicBezTo>
                    <a:pt x="653" y="476"/>
                    <a:pt x="655" y="478"/>
                    <a:pt x="655" y="479"/>
                  </a:cubicBezTo>
                  <a:cubicBezTo>
                    <a:pt x="655" y="480"/>
                    <a:pt x="655" y="482"/>
                    <a:pt x="655" y="483"/>
                  </a:cubicBezTo>
                  <a:cubicBezTo>
                    <a:pt x="655" y="485"/>
                    <a:pt x="654" y="487"/>
                    <a:pt x="654" y="489"/>
                  </a:cubicBezTo>
                  <a:cubicBezTo>
                    <a:pt x="653" y="490"/>
                    <a:pt x="654" y="493"/>
                    <a:pt x="654" y="494"/>
                  </a:cubicBezTo>
                  <a:cubicBezTo>
                    <a:pt x="655" y="496"/>
                    <a:pt x="657" y="499"/>
                    <a:pt x="658" y="501"/>
                  </a:cubicBezTo>
                  <a:cubicBezTo>
                    <a:pt x="660" y="504"/>
                    <a:pt x="663" y="508"/>
                    <a:pt x="663" y="511"/>
                  </a:cubicBezTo>
                  <a:cubicBezTo>
                    <a:pt x="663" y="514"/>
                    <a:pt x="662" y="518"/>
                    <a:pt x="661" y="521"/>
                  </a:cubicBezTo>
                  <a:cubicBezTo>
                    <a:pt x="660" y="524"/>
                    <a:pt x="658" y="530"/>
                    <a:pt x="657" y="532"/>
                  </a:cubicBezTo>
                  <a:cubicBezTo>
                    <a:pt x="655" y="534"/>
                    <a:pt x="652" y="538"/>
                    <a:pt x="651" y="540"/>
                  </a:cubicBezTo>
                  <a:cubicBezTo>
                    <a:pt x="650" y="542"/>
                    <a:pt x="646" y="545"/>
                    <a:pt x="645" y="547"/>
                  </a:cubicBezTo>
                  <a:cubicBezTo>
                    <a:pt x="644" y="548"/>
                    <a:pt x="641" y="550"/>
                    <a:pt x="640" y="552"/>
                  </a:cubicBezTo>
                  <a:cubicBezTo>
                    <a:pt x="639" y="554"/>
                    <a:pt x="639" y="558"/>
                    <a:pt x="638" y="560"/>
                  </a:cubicBezTo>
                  <a:cubicBezTo>
                    <a:pt x="638" y="563"/>
                    <a:pt x="636" y="569"/>
                    <a:pt x="634" y="572"/>
                  </a:cubicBezTo>
                  <a:cubicBezTo>
                    <a:pt x="633" y="574"/>
                    <a:pt x="631" y="577"/>
                    <a:pt x="629" y="578"/>
                  </a:cubicBezTo>
                  <a:cubicBezTo>
                    <a:pt x="626" y="581"/>
                    <a:pt x="619" y="582"/>
                    <a:pt x="616" y="584"/>
                  </a:cubicBezTo>
                  <a:cubicBezTo>
                    <a:pt x="615" y="585"/>
                    <a:pt x="613" y="587"/>
                    <a:pt x="613" y="588"/>
                  </a:cubicBezTo>
                  <a:cubicBezTo>
                    <a:pt x="613" y="588"/>
                    <a:pt x="613" y="588"/>
                    <a:pt x="613" y="588"/>
                  </a:cubicBezTo>
                  <a:cubicBezTo>
                    <a:pt x="610" y="588"/>
                    <a:pt x="605" y="587"/>
                    <a:pt x="603" y="588"/>
                  </a:cubicBezTo>
                  <a:cubicBezTo>
                    <a:pt x="601" y="588"/>
                    <a:pt x="596" y="591"/>
                    <a:pt x="594" y="593"/>
                  </a:cubicBezTo>
                  <a:cubicBezTo>
                    <a:pt x="593" y="594"/>
                    <a:pt x="591" y="598"/>
                    <a:pt x="590" y="598"/>
                  </a:cubicBezTo>
                  <a:cubicBezTo>
                    <a:pt x="588" y="598"/>
                    <a:pt x="586" y="597"/>
                    <a:pt x="584" y="596"/>
                  </a:cubicBezTo>
                  <a:cubicBezTo>
                    <a:pt x="583" y="595"/>
                    <a:pt x="581" y="591"/>
                    <a:pt x="581" y="589"/>
                  </a:cubicBezTo>
                  <a:cubicBezTo>
                    <a:pt x="580" y="586"/>
                    <a:pt x="579" y="581"/>
                    <a:pt x="579" y="578"/>
                  </a:cubicBezTo>
                  <a:cubicBezTo>
                    <a:pt x="578" y="576"/>
                    <a:pt x="577" y="571"/>
                    <a:pt x="576" y="569"/>
                  </a:cubicBezTo>
                  <a:cubicBezTo>
                    <a:pt x="576" y="568"/>
                    <a:pt x="575" y="565"/>
                    <a:pt x="573" y="565"/>
                  </a:cubicBezTo>
                  <a:cubicBezTo>
                    <a:pt x="572" y="564"/>
                    <a:pt x="568" y="564"/>
                    <a:pt x="566" y="565"/>
                  </a:cubicBezTo>
                  <a:cubicBezTo>
                    <a:pt x="563" y="565"/>
                    <a:pt x="557" y="567"/>
                    <a:pt x="554" y="568"/>
                  </a:cubicBezTo>
                  <a:cubicBezTo>
                    <a:pt x="549" y="570"/>
                    <a:pt x="539" y="573"/>
                    <a:pt x="534" y="574"/>
                  </a:cubicBezTo>
                  <a:cubicBezTo>
                    <a:pt x="531" y="574"/>
                    <a:pt x="524" y="575"/>
                    <a:pt x="520" y="575"/>
                  </a:cubicBezTo>
                  <a:cubicBezTo>
                    <a:pt x="516" y="576"/>
                    <a:pt x="508" y="578"/>
                    <a:pt x="504" y="579"/>
                  </a:cubicBezTo>
                  <a:cubicBezTo>
                    <a:pt x="500" y="579"/>
                    <a:pt x="493" y="577"/>
                    <a:pt x="489" y="577"/>
                  </a:cubicBezTo>
                  <a:cubicBezTo>
                    <a:pt x="485" y="576"/>
                    <a:pt x="475" y="574"/>
                    <a:pt x="471" y="574"/>
                  </a:cubicBezTo>
                  <a:cubicBezTo>
                    <a:pt x="469" y="573"/>
                    <a:pt x="465" y="573"/>
                    <a:pt x="463" y="574"/>
                  </a:cubicBezTo>
                  <a:cubicBezTo>
                    <a:pt x="462" y="574"/>
                    <a:pt x="459" y="576"/>
                    <a:pt x="459" y="577"/>
                  </a:cubicBezTo>
                  <a:cubicBezTo>
                    <a:pt x="457" y="579"/>
                    <a:pt x="455" y="583"/>
                    <a:pt x="454" y="585"/>
                  </a:cubicBezTo>
                  <a:cubicBezTo>
                    <a:pt x="453" y="588"/>
                    <a:pt x="452" y="593"/>
                    <a:pt x="452" y="595"/>
                  </a:cubicBezTo>
                  <a:cubicBezTo>
                    <a:pt x="451" y="596"/>
                    <a:pt x="450" y="598"/>
                    <a:pt x="449" y="600"/>
                  </a:cubicBezTo>
                  <a:cubicBezTo>
                    <a:pt x="449" y="602"/>
                    <a:pt x="448" y="603"/>
                    <a:pt x="448" y="604"/>
                  </a:cubicBezTo>
                  <a:cubicBezTo>
                    <a:pt x="447" y="605"/>
                    <a:pt x="445" y="607"/>
                    <a:pt x="444" y="608"/>
                  </a:cubicBezTo>
                  <a:cubicBezTo>
                    <a:pt x="442" y="610"/>
                    <a:pt x="438" y="614"/>
                    <a:pt x="435" y="613"/>
                  </a:cubicBezTo>
                  <a:cubicBezTo>
                    <a:pt x="432" y="613"/>
                    <a:pt x="429" y="608"/>
                    <a:pt x="427" y="605"/>
                  </a:cubicBezTo>
                  <a:cubicBezTo>
                    <a:pt x="426" y="604"/>
                    <a:pt x="424" y="600"/>
                    <a:pt x="423" y="599"/>
                  </a:cubicBezTo>
                  <a:cubicBezTo>
                    <a:pt x="421" y="596"/>
                    <a:pt x="416" y="591"/>
                    <a:pt x="413" y="589"/>
                  </a:cubicBezTo>
                  <a:cubicBezTo>
                    <a:pt x="411" y="586"/>
                    <a:pt x="404" y="583"/>
                    <a:pt x="401" y="580"/>
                  </a:cubicBezTo>
                  <a:cubicBezTo>
                    <a:pt x="399" y="579"/>
                    <a:pt x="394" y="574"/>
                    <a:pt x="392" y="572"/>
                  </a:cubicBezTo>
                  <a:cubicBezTo>
                    <a:pt x="390" y="571"/>
                    <a:pt x="388" y="569"/>
                    <a:pt x="386" y="568"/>
                  </a:cubicBezTo>
                  <a:cubicBezTo>
                    <a:pt x="384" y="568"/>
                    <a:pt x="381" y="568"/>
                    <a:pt x="379" y="567"/>
                  </a:cubicBezTo>
                  <a:cubicBezTo>
                    <a:pt x="377" y="567"/>
                    <a:pt x="374" y="564"/>
                    <a:pt x="373" y="563"/>
                  </a:cubicBezTo>
                  <a:cubicBezTo>
                    <a:pt x="371" y="562"/>
                    <a:pt x="369" y="561"/>
                    <a:pt x="367" y="560"/>
                  </a:cubicBezTo>
                  <a:cubicBezTo>
                    <a:pt x="366" y="560"/>
                    <a:pt x="362" y="562"/>
                    <a:pt x="360" y="562"/>
                  </a:cubicBezTo>
                  <a:cubicBezTo>
                    <a:pt x="359" y="561"/>
                    <a:pt x="358" y="560"/>
                    <a:pt x="357" y="559"/>
                  </a:cubicBezTo>
                  <a:cubicBezTo>
                    <a:pt x="356" y="558"/>
                    <a:pt x="352" y="557"/>
                    <a:pt x="350" y="557"/>
                  </a:cubicBezTo>
                  <a:cubicBezTo>
                    <a:pt x="347" y="556"/>
                    <a:pt x="341" y="556"/>
                    <a:pt x="338" y="555"/>
                  </a:cubicBezTo>
                  <a:cubicBezTo>
                    <a:pt x="335" y="555"/>
                    <a:pt x="329" y="554"/>
                    <a:pt x="326" y="554"/>
                  </a:cubicBezTo>
                  <a:cubicBezTo>
                    <a:pt x="324" y="553"/>
                    <a:pt x="318" y="554"/>
                    <a:pt x="316" y="553"/>
                  </a:cubicBezTo>
                  <a:cubicBezTo>
                    <a:pt x="314" y="552"/>
                    <a:pt x="311" y="547"/>
                    <a:pt x="309" y="546"/>
                  </a:cubicBezTo>
                  <a:cubicBezTo>
                    <a:pt x="307" y="545"/>
                    <a:pt x="301" y="546"/>
                    <a:pt x="298" y="547"/>
                  </a:cubicBezTo>
                  <a:cubicBezTo>
                    <a:pt x="293" y="548"/>
                    <a:pt x="285" y="553"/>
                    <a:pt x="281" y="555"/>
                  </a:cubicBezTo>
                  <a:cubicBezTo>
                    <a:pt x="278" y="557"/>
                    <a:pt x="273" y="562"/>
                    <a:pt x="270" y="564"/>
                  </a:cubicBezTo>
                  <a:cubicBezTo>
                    <a:pt x="269" y="566"/>
                    <a:pt x="266" y="571"/>
                    <a:pt x="265" y="572"/>
                  </a:cubicBezTo>
                  <a:cubicBezTo>
                    <a:pt x="263" y="574"/>
                    <a:pt x="259" y="575"/>
                    <a:pt x="257" y="577"/>
                  </a:cubicBezTo>
                  <a:cubicBezTo>
                    <a:pt x="255" y="578"/>
                    <a:pt x="252" y="582"/>
                    <a:pt x="250" y="584"/>
                  </a:cubicBezTo>
                  <a:cubicBezTo>
                    <a:pt x="248" y="586"/>
                    <a:pt x="245" y="590"/>
                    <a:pt x="244" y="593"/>
                  </a:cubicBezTo>
                  <a:cubicBezTo>
                    <a:pt x="243" y="595"/>
                    <a:pt x="244" y="599"/>
                    <a:pt x="244" y="600"/>
                  </a:cubicBezTo>
                  <a:cubicBezTo>
                    <a:pt x="245" y="604"/>
                    <a:pt x="246" y="611"/>
                    <a:pt x="247" y="615"/>
                  </a:cubicBezTo>
                  <a:cubicBezTo>
                    <a:pt x="247" y="617"/>
                    <a:pt x="247" y="623"/>
                    <a:pt x="248" y="625"/>
                  </a:cubicBezTo>
                  <a:cubicBezTo>
                    <a:pt x="248" y="629"/>
                    <a:pt x="251" y="635"/>
                    <a:pt x="251" y="638"/>
                  </a:cubicBezTo>
                  <a:cubicBezTo>
                    <a:pt x="251" y="640"/>
                    <a:pt x="249" y="644"/>
                    <a:pt x="248" y="646"/>
                  </a:cubicBezTo>
                  <a:cubicBezTo>
                    <a:pt x="247" y="647"/>
                    <a:pt x="242" y="648"/>
                    <a:pt x="241" y="650"/>
                  </a:cubicBezTo>
                  <a:cubicBezTo>
                    <a:pt x="239" y="652"/>
                    <a:pt x="239" y="659"/>
                    <a:pt x="239" y="662"/>
                  </a:cubicBezTo>
                  <a:cubicBezTo>
                    <a:pt x="239" y="664"/>
                    <a:pt x="240" y="666"/>
                    <a:pt x="240" y="668"/>
                  </a:cubicBezTo>
                  <a:cubicBezTo>
                    <a:pt x="239" y="669"/>
                    <a:pt x="238" y="672"/>
                    <a:pt x="236" y="67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2"/>
            <p:cNvSpPr>
              <a:spLocks/>
            </p:cNvSpPr>
            <p:nvPr/>
          </p:nvSpPr>
          <p:spPr bwMode="auto">
            <a:xfrm>
              <a:off x="1738313" y="2754313"/>
              <a:ext cx="82550" cy="53975"/>
            </a:xfrm>
            <a:custGeom>
              <a:avLst/>
              <a:gdLst/>
              <a:ahLst/>
              <a:cxnLst>
                <a:cxn ang="0">
                  <a:pos x="22" y="26"/>
                </a:cxn>
                <a:cxn ang="0">
                  <a:pos x="19" y="29"/>
                </a:cxn>
                <a:cxn ang="0">
                  <a:pos x="17" y="30"/>
                </a:cxn>
                <a:cxn ang="0">
                  <a:pos x="15" y="27"/>
                </a:cxn>
                <a:cxn ang="0">
                  <a:pos x="15" y="24"/>
                </a:cxn>
                <a:cxn ang="0">
                  <a:pos x="17" y="21"/>
                </a:cxn>
                <a:cxn ang="0">
                  <a:pos x="20" y="20"/>
                </a:cxn>
                <a:cxn ang="0">
                  <a:pos x="19" y="18"/>
                </a:cxn>
                <a:cxn ang="0">
                  <a:pos x="15" y="18"/>
                </a:cxn>
                <a:cxn ang="0">
                  <a:pos x="12" y="20"/>
                </a:cxn>
                <a:cxn ang="0">
                  <a:pos x="9" y="24"/>
                </a:cxn>
                <a:cxn ang="0">
                  <a:pos x="4" y="24"/>
                </a:cxn>
                <a:cxn ang="0">
                  <a:pos x="3" y="21"/>
                </a:cxn>
                <a:cxn ang="0">
                  <a:pos x="2" y="17"/>
                </a:cxn>
                <a:cxn ang="0">
                  <a:pos x="1" y="15"/>
                </a:cxn>
                <a:cxn ang="0">
                  <a:pos x="0" y="12"/>
                </a:cxn>
                <a:cxn ang="0">
                  <a:pos x="3" y="8"/>
                </a:cxn>
                <a:cxn ang="0">
                  <a:pos x="7" y="5"/>
                </a:cxn>
                <a:cxn ang="0">
                  <a:pos x="11" y="4"/>
                </a:cxn>
                <a:cxn ang="0">
                  <a:pos x="18" y="3"/>
                </a:cxn>
                <a:cxn ang="0">
                  <a:pos x="21" y="0"/>
                </a:cxn>
                <a:cxn ang="0">
                  <a:pos x="27" y="1"/>
                </a:cxn>
                <a:cxn ang="0">
                  <a:pos x="30" y="4"/>
                </a:cxn>
                <a:cxn ang="0">
                  <a:pos x="34" y="7"/>
                </a:cxn>
                <a:cxn ang="0">
                  <a:pos x="40" y="7"/>
                </a:cxn>
                <a:cxn ang="0">
                  <a:pos x="45" y="8"/>
                </a:cxn>
                <a:cxn ang="0">
                  <a:pos x="45" y="11"/>
                </a:cxn>
                <a:cxn ang="0">
                  <a:pos x="43" y="14"/>
                </a:cxn>
                <a:cxn ang="0">
                  <a:pos x="37" y="13"/>
                </a:cxn>
                <a:cxn ang="0">
                  <a:pos x="33" y="11"/>
                </a:cxn>
                <a:cxn ang="0">
                  <a:pos x="30" y="8"/>
                </a:cxn>
                <a:cxn ang="0">
                  <a:pos x="25" y="7"/>
                </a:cxn>
                <a:cxn ang="0">
                  <a:pos x="23" y="10"/>
                </a:cxn>
                <a:cxn ang="0">
                  <a:pos x="25" y="13"/>
                </a:cxn>
                <a:cxn ang="0">
                  <a:pos x="29" y="14"/>
                </a:cxn>
                <a:cxn ang="0">
                  <a:pos x="28" y="18"/>
                </a:cxn>
                <a:cxn ang="0">
                  <a:pos x="26" y="20"/>
                </a:cxn>
                <a:cxn ang="0">
                  <a:pos x="26" y="23"/>
                </a:cxn>
                <a:cxn ang="0">
                  <a:pos x="25" y="25"/>
                </a:cxn>
                <a:cxn ang="0">
                  <a:pos x="22" y="26"/>
                </a:cxn>
              </a:cxnLst>
              <a:rect l="0" t="0" r="r" b="b"/>
              <a:pathLst>
                <a:path w="46" h="30">
                  <a:moveTo>
                    <a:pt x="22" y="26"/>
                  </a:moveTo>
                  <a:cubicBezTo>
                    <a:pt x="21" y="27"/>
                    <a:pt x="20" y="29"/>
                    <a:pt x="19" y="29"/>
                  </a:cubicBezTo>
                  <a:cubicBezTo>
                    <a:pt x="19" y="30"/>
                    <a:pt x="18" y="30"/>
                    <a:pt x="17" y="30"/>
                  </a:cubicBezTo>
                  <a:cubicBezTo>
                    <a:pt x="16" y="30"/>
                    <a:pt x="15" y="28"/>
                    <a:pt x="15" y="27"/>
                  </a:cubicBezTo>
                  <a:cubicBezTo>
                    <a:pt x="15" y="26"/>
                    <a:pt x="15" y="24"/>
                    <a:pt x="15" y="24"/>
                  </a:cubicBezTo>
                  <a:cubicBezTo>
                    <a:pt x="16" y="23"/>
                    <a:pt x="16" y="22"/>
                    <a:pt x="17" y="21"/>
                  </a:cubicBezTo>
                  <a:cubicBezTo>
                    <a:pt x="18" y="21"/>
                    <a:pt x="20" y="21"/>
                    <a:pt x="20" y="20"/>
                  </a:cubicBezTo>
                  <a:cubicBezTo>
                    <a:pt x="20" y="19"/>
                    <a:pt x="20" y="18"/>
                    <a:pt x="19" y="18"/>
                  </a:cubicBezTo>
                  <a:cubicBezTo>
                    <a:pt x="18" y="17"/>
                    <a:pt x="16" y="17"/>
                    <a:pt x="15" y="18"/>
                  </a:cubicBezTo>
                  <a:cubicBezTo>
                    <a:pt x="14" y="18"/>
                    <a:pt x="13" y="19"/>
                    <a:pt x="12" y="20"/>
                  </a:cubicBezTo>
                  <a:cubicBezTo>
                    <a:pt x="12" y="21"/>
                    <a:pt x="10" y="23"/>
                    <a:pt x="9" y="24"/>
                  </a:cubicBezTo>
                  <a:cubicBezTo>
                    <a:pt x="8" y="24"/>
                    <a:pt x="5" y="25"/>
                    <a:pt x="4" y="24"/>
                  </a:cubicBezTo>
                  <a:cubicBezTo>
                    <a:pt x="3" y="24"/>
                    <a:pt x="3" y="22"/>
                    <a:pt x="3" y="21"/>
                  </a:cubicBezTo>
                  <a:cubicBezTo>
                    <a:pt x="2" y="20"/>
                    <a:pt x="2" y="18"/>
                    <a:pt x="2" y="17"/>
                  </a:cubicBezTo>
                  <a:cubicBezTo>
                    <a:pt x="2" y="17"/>
                    <a:pt x="1" y="16"/>
                    <a:pt x="1" y="15"/>
                  </a:cubicBezTo>
                  <a:cubicBezTo>
                    <a:pt x="0" y="14"/>
                    <a:pt x="0" y="12"/>
                    <a:pt x="0" y="12"/>
                  </a:cubicBezTo>
                  <a:cubicBezTo>
                    <a:pt x="1" y="10"/>
                    <a:pt x="2" y="8"/>
                    <a:pt x="3" y="8"/>
                  </a:cubicBezTo>
                  <a:cubicBezTo>
                    <a:pt x="4" y="7"/>
                    <a:pt x="6" y="6"/>
                    <a:pt x="7" y="5"/>
                  </a:cubicBezTo>
                  <a:cubicBezTo>
                    <a:pt x="8" y="5"/>
                    <a:pt x="10" y="4"/>
                    <a:pt x="11" y="4"/>
                  </a:cubicBezTo>
                  <a:cubicBezTo>
                    <a:pt x="13" y="4"/>
                    <a:pt x="16" y="4"/>
                    <a:pt x="18" y="3"/>
                  </a:cubicBezTo>
                  <a:cubicBezTo>
                    <a:pt x="19" y="3"/>
                    <a:pt x="20" y="0"/>
                    <a:pt x="21" y="0"/>
                  </a:cubicBezTo>
                  <a:cubicBezTo>
                    <a:pt x="23" y="0"/>
                    <a:pt x="26" y="0"/>
                    <a:pt x="27" y="1"/>
                  </a:cubicBezTo>
                  <a:cubicBezTo>
                    <a:pt x="28" y="1"/>
                    <a:pt x="29" y="3"/>
                    <a:pt x="30" y="4"/>
                  </a:cubicBezTo>
                  <a:cubicBezTo>
                    <a:pt x="31" y="5"/>
                    <a:pt x="33" y="7"/>
                    <a:pt x="34" y="7"/>
                  </a:cubicBezTo>
                  <a:cubicBezTo>
                    <a:pt x="35" y="8"/>
                    <a:pt x="38" y="7"/>
                    <a:pt x="40" y="7"/>
                  </a:cubicBezTo>
                  <a:cubicBezTo>
                    <a:pt x="41" y="7"/>
                    <a:pt x="44" y="7"/>
                    <a:pt x="45" y="8"/>
                  </a:cubicBezTo>
                  <a:cubicBezTo>
                    <a:pt x="46" y="8"/>
                    <a:pt x="46" y="10"/>
                    <a:pt x="45" y="11"/>
                  </a:cubicBezTo>
                  <a:cubicBezTo>
                    <a:pt x="45" y="12"/>
                    <a:pt x="44" y="13"/>
                    <a:pt x="43" y="14"/>
                  </a:cubicBezTo>
                  <a:cubicBezTo>
                    <a:pt x="41" y="14"/>
                    <a:pt x="38" y="13"/>
                    <a:pt x="37" y="13"/>
                  </a:cubicBezTo>
                  <a:cubicBezTo>
                    <a:pt x="36" y="13"/>
                    <a:pt x="34" y="12"/>
                    <a:pt x="33" y="11"/>
                  </a:cubicBezTo>
                  <a:cubicBezTo>
                    <a:pt x="32" y="11"/>
                    <a:pt x="31" y="9"/>
                    <a:pt x="30" y="8"/>
                  </a:cubicBezTo>
                  <a:cubicBezTo>
                    <a:pt x="29" y="8"/>
                    <a:pt x="26" y="7"/>
                    <a:pt x="25" y="7"/>
                  </a:cubicBezTo>
                  <a:cubicBezTo>
                    <a:pt x="24" y="8"/>
                    <a:pt x="23" y="9"/>
                    <a:pt x="23" y="10"/>
                  </a:cubicBezTo>
                  <a:cubicBezTo>
                    <a:pt x="23" y="11"/>
                    <a:pt x="24" y="12"/>
                    <a:pt x="25" y="13"/>
                  </a:cubicBezTo>
                  <a:cubicBezTo>
                    <a:pt x="26" y="13"/>
                    <a:pt x="28" y="13"/>
                    <a:pt x="29" y="14"/>
                  </a:cubicBezTo>
                  <a:cubicBezTo>
                    <a:pt x="29" y="15"/>
                    <a:pt x="28" y="17"/>
                    <a:pt x="28" y="18"/>
                  </a:cubicBezTo>
                  <a:cubicBezTo>
                    <a:pt x="28" y="18"/>
                    <a:pt x="26" y="19"/>
                    <a:pt x="26" y="20"/>
                  </a:cubicBezTo>
                  <a:cubicBezTo>
                    <a:pt x="26" y="20"/>
                    <a:pt x="26" y="22"/>
                    <a:pt x="26" y="23"/>
                  </a:cubicBezTo>
                  <a:cubicBezTo>
                    <a:pt x="26" y="24"/>
                    <a:pt x="25" y="25"/>
                    <a:pt x="25" y="25"/>
                  </a:cubicBezTo>
                  <a:cubicBezTo>
                    <a:pt x="24" y="26"/>
                    <a:pt x="22" y="26"/>
                    <a:pt x="22"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3"/>
            <p:cNvSpPr>
              <a:spLocks/>
            </p:cNvSpPr>
            <p:nvPr/>
          </p:nvSpPr>
          <p:spPr bwMode="auto">
            <a:xfrm>
              <a:off x="1479550" y="3783013"/>
              <a:ext cx="576263" cy="795338"/>
            </a:xfrm>
            <a:custGeom>
              <a:avLst/>
              <a:gdLst/>
              <a:ahLst/>
              <a:cxnLst>
                <a:cxn ang="0">
                  <a:pos x="99" y="44"/>
                </a:cxn>
                <a:cxn ang="0">
                  <a:pos x="126" y="67"/>
                </a:cxn>
                <a:cxn ang="0">
                  <a:pos x="151" y="75"/>
                </a:cxn>
                <a:cxn ang="0">
                  <a:pos x="176" y="98"/>
                </a:cxn>
                <a:cxn ang="0">
                  <a:pos x="189" y="124"/>
                </a:cxn>
                <a:cxn ang="0">
                  <a:pos x="191" y="161"/>
                </a:cxn>
                <a:cxn ang="0">
                  <a:pos x="184" y="183"/>
                </a:cxn>
                <a:cxn ang="0">
                  <a:pos x="173" y="194"/>
                </a:cxn>
                <a:cxn ang="0">
                  <a:pos x="190" y="220"/>
                </a:cxn>
                <a:cxn ang="0">
                  <a:pos x="210" y="210"/>
                </a:cxn>
                <a:cxn ang="0">
                  <a:pos x="224" y="219"/>
                </a:cxn>
                <a:cxn ang="0">
                  <a:pos x="244" y="233"/>
                </a:cxn>
                <a:cxn ang="0">
                  <a:pos x="272" y="243"/>
                </a:cxn>
                <a:cxn ang="0">
                  <a:pos x="287" y="266"/>
                </a:cxn>
                <a:cxn ang="0">
                  <a:pos x="291" y="290"/>
                </a:cxn>
                <a:cxn ang="0">
                  <a:pos x="301" y="302"/>
                </a:cxn>
                <a:cxn ang="0">
                  <a:pos x="315" y="310"/>
                </a:cxn>
                <a:cxn ang="0">
                  <a:pos x="308" y="331"/>
                </a:cxn>
                <a:cxn ang="0">
                  <a:pos x="303" y="338"/>
                </a:cxn>
                <a:cxn ang="0">
                  <a:pos x="278" y="340"/>
                </a:cxn>
                <a:cxn ang="0">
                  <a:pos x="247" y="351"/>
                </a:cxn>
                <a:cxn ang="0">
                  <a:pos x="240" y="375"/>
                </a:cxn>
                <a:cxn ang="0">
                  <a:pos x="213" y="362"/>
                </a:cxn>
                <a:cxn ang="0">
                  <a:pos x="211" y="382"/>
                </a:cxn>
                <a:cxn ang="0">
                  <a:pos x="209" y="397"/>
                </a:cxn>
                <a:cxn ang="0">
                  <a:pos x="180" y="400"/>
                </a:cxn>
                <a:cxn ang="0">
                  <a:pos x="152" y="401"/>
                </a:cxn>
                <a:cxn ang="0">
                  <a:pos x="136" y="416"/>
                </a:cxn>
                <a:cxn ang="0">
                  <a:pos x="117" y="413"/>
                </a:cxn>
                <a:cxn ang="0">
                  <a:pos x="86" y="403"/>
                </a:cxn>
                <a:cxn ang="0">
                  <a:pos x="78" y="415"/>
                </a:cxn>
                <a:cxn ang="0">
                  <a:pos x="63" y="438"/>
                </a:cxn>
                <a:cxn ang="0">
                  <a:pos x="38" y="427"/>
                </a:cxn>
                <a:cxn ang="0">
                  <a:pos x="31" y="416"/>
                </a:cxn>
                <a:cxn ang="0">
                  <a:pos x="8" y="412"/>
                </a:cxn>
                <a:cxn ang="0">
                  <a:pos x="9" y="392"/>
                </a:cxn>
                <a:cxn ang="0">
                  <a:pos x="5" y="367"/>
                </a:cxn>
                <a:cxn ang="0">
                  <a:pos x="7" y="345"/>
                </a:cxn>
                <a:cxn ang="0">
                  <a:pos x="10" y="327"/>
                </a:cxn>
                <a:cxn ang="0">
                  <a:pos x="14" y="307"/>
                </a:cxn>
                <a:cxn ang="0">
                  <a:pos x="27" y="298"/>
                </a:cxn>
                <a:cxn ang="0">
                  <a:pos x="15" y="276"/>
                </a:cxn>
                <a:cxn ang="0">
                  <a:pos x="8" y="239"/>
                </a:cxn>
                <a:cxn ang="0">
                  <a:pos x="21" y="210"/>
                </a:cxn>
                <a:cxn ang="0">
                  <a:pos x="40" y="168"/>
                </a:cxn>
                <a:cxn ang="0">
                  <a:pos x="50" y="144"/>
                </a:cxn>
                <a:cxn ang="0">
                  <a:pos x="32" y="123"/>
                </a:cxn>
                <a:cxn ang="0">
                  <a:pos x="25" y="90"/>
                </a:cxn>
                <a:cxn ang="0">
                  <a:pos x="30" y="63"/>
                </a:cxn>
                <a:cxn ang="0">
                  <a:pos x="12" y="33"/>
                </a:cxn>
                <a:cxn ang="0">
                  <a:pos x="27" y="16"/>
                </a:cxn>
                <a:cxn ang="0">
                  <a:pos x="59" y="15"/>
                </a:cxn>
                <a:cxn ang="0">
                  <a:pos x="83" y="15"/>
                </a:cxn>
              </a:cxnLst>
              <a:rect l="0" t="0" r="r" b="b"/>
              <a:pathLst>
                <a:path w="317" h="438">
                  <a:moveTo>
                    <a:pt x="87" y="22"/>
                  </a:moveTo>
                  <a:cubicBezTo>
                    <a:pt x="88" y="24"/>
                    <a:pt x="91" y="26"/>
                    <a:pt x="92" y="28"/>
                  </a:cubicBezTo>
                  <a:cubicBezTo>
                    <a:pt x="92" y="28"/>
                    <a:pt x="93" y="28"/>
                    <a:pt x="93" y="28"/>
                  </a:cubicBezTo>
                  <a:cubicBezTo>
                    <a:pt x="94" y="30"/>
                    <a:pt x="94" y="35"/>
                    <a:pt x="95" y="37"/>
                  </a:cubicBezTo>
                  <a:cubicBezTo>
                    <a:pt x="96" y="39"/>
                    <a:pt x="98" y="43"/>
                    <a:pt x="99" y="44"/>
                  </a:cubicBezTo>
                  <a:cubicBezTo>
                    <a:pt x="100" y="45"/>
                    <a:pt x="103" y="47"/>
                    <a:pt x="104" y="48"/>
                  </a:cubicBezTo>
                  <a:cubicBezTo>
                    <a:pt x="106" y="49"/>
                    <a:pt x="109" y="51"/>
                    <a:pt x="111" y="52"/>
                  </a:cubicBezTo>
                  <a:cubicBezTo>
                    <a:pt x="113" y="52"/>
                    <a:pt x="117" y="50"/>
                    <a:pt x="118" y="51"/>
                  </a:cubicBezTo>
                  <a:cubicBezTo>
                    <a:pt x="120" y="53"/>
                    <a:pt x="119" y="60"/>
                    <a:pt x="120" y="63"/>
                  </a:cubicBezTo>
                  <a:cubicBezTo>
                    <a:pt x="121" y="64"/>
                    <a:pt x="124" y="66"/>
                    <a:pt x="126" y="67"/>
                  </a:cubicBezTo>
                  <a:cubicBezTo>
                    <a:pt x="127" y="68"/>
                    <a:pt x="131" y="69"/>
                    <a:pt x="133" y="69"/>
                  </a:cubicBezTo>
                  <a:cubicBezTo>
                    <a:pt x="135" y="69"/>
                    <a:pt x="138" y="68"/>
                    <a:pt x="139" y="67"/>
                  </a:cubicBezTo>
                  <a:cubicBezTo>
                    <a:pt x="140" y="66"/>
                    <a:pt x="141" y="63"/>
                    <a:pt x="143" y="63"/>
                  </a:cubicBezTo>
                  <a:cubicBezTo>
                    <a:pt x="144" y="63"/>
                    <a:pt x="146" y="67"/>
                    <a:pt x="147" y="68"/>
                  </a:cubicBezTo>
                  <a:cubicBezTo>
                    <a:pt x="149" y="70"/>
                    <a:pt x="150" y="74"/>
                    <a:pt x="151" y="75"/>
                  </a:cubicBezTo>
                  <a:cubicBezTo>
                    <a:pt x="152" y="77"/>
                    <a:pt x="156" y="79"/>
                    <a:pt x="157" y="81"/>
                  </a:cubicBezTo>
                  <a:cubicBezTo>
                    <a:pt x="158" y="83"/>
                    <a:pt x="158" y="87"/>
                    <a:pt x="158" y="89"/>
                  </a:cubicBezTo>
                  <a:cubicBezTo>
                    <a:pt x="158" y="90"/>
                    <a:pt x="157" y="94"/>
                    <a:pt x="158" y="95"/>
                  </a:cubicBezTo>
                  <a:cubicBezTo>
                    <a:pt x="160" y="97"/>
                    <a:pt x="166" y="98"/>
                    <a:pt x="169" y="98"/>
                  </a:cubicBezTo>
                  <a:cubicBezTo>
                    <a:pt x="171" y="98"/>
                    <a:pt x="174" y="98"/>
                    <a:pt x="176" y="98"/>
                  </a:cubicBezTo>
                  <a:cubicBezTo>
                    <a:pt x="177" y="97"/>
                    <a:pt x="178" y="95"/>
                    <a:pt x="179" y="95"/>
                  </a:cubicBezTo>
                  <a:cubicBezTo>
                    <a:pt x="180" y="95"/>
                    <a:pt x="182" y="96"/>
                    <a:pt x="183" y="97"/>
                  </a:cubicBezTo>
                  <a:cubicBezTo>
                    <a:pt x="184" y="98"/>
                    <a:pt x="183" y="103"/>
                    <a:pt x="184" y="105"/>
                  </a:cubicBezTo>
                  <a:cubicBezTo>
                    <a:pt x="184" y="107"/>
                    <a:pt x="184" y="111"/>
                    <a:pt x="184" y="113"/>
                  </a:cubicBezTo>
                  <a:cubicBezTo>
                    <a:pt x="185" y="116"/>
                    <a:pt x="188" y="121"/>
                    <a:pt x="189" y="124"/>
                  </a:cubicBezTo>
                  <a:cubicBezTo>
                    <a:pt x="190" y="127"/>
                    <a:pt x="189" y="133"/>
                    <a:pt x="189" y="135"/>
                  </a:cubicBezTo>
                  <a:cubicBezTo>
                    <a:pt x="189" y="137"/>
                    <a:pt x="188" y="141"/>
                    <a:pt x="189" y="143"/>
                  </a:cubicBezTo>
                  <a:cubicBezTo>
                    <a:pt x="189" y="144"/>
                    <a:pt x="191" y="146"/>
                    <a:pt x="191" y="147"/>
                  </a:cubicBezTo>
                  <a:cubicBezTo>
                    <a:pt x="192" y="149"/>
                    <a:pt x="194" y="153"/>
                    <a:pt x="194" y="155"/>
                  </a:cubicBezTo>
                  <a:cubicBezTo>
                    <a:pt x="194" y="157"/>
                    <a:pt x="192" y="160"/>
                    <a:pt x="191" y="161"/>
                  </a:cubicBezTo>
                  <a:cubicBezTo>
                    <a:pt x="190" y="163"/>
                    <a:pt x="186" y="166"/>
                    <a:pt x="186" y="168"/>
                  </a:cubicBezTo>
                  <a:cubicBezTo>
                    <a:pt x="186" y="170"/>
                    <a:pt x="189" y="174"/>
                    <a:pt x="190" y="176"/>
                  </a:cubicBezTo>
                  <a:cubicBezTo>
                    <a:pt x="191" y="178"/>
                    <a:pt x="192" y="180"/>
                    <a:pt x="192" y="182"/>
                  </a:cubicBezTo>
                  <a:cubicBezTo>
                    <a:pt x="192" y="184"/>
                    <a:pt x="192" y="188"/>
                    <a:pt x="190" y="189"/>
                  </a:cubicBezTo>
                  <a:cubicBezTo>
                    <a:pt x="188" y="189"/>
                    <a:pt x="186" y="184"/>
                    <a:pt x="184" y="183"/>
                  </a:cubicBezTo>
                  <a:cubicBezTo>
                    <a:pt x="183" y="183"/>
                    <a:pt x="181" y="182"/>
                    <a:pt x="180" y="181"/>
                  </a:cubicBezTo>
                  <a:cubicBezTo>
                    <a:pt x="179" y="181"/>
                    <a:pt x="177" y="181"/>
                    <a:pt x="176" y="181"/>
                  </a:cubicBezTo>
                  <a:cubicBezTo>
                    <a:pt x="175" y="182"/>
                    <a:pt x="174" y="183"/>
                    <a:pt x="173" y="184"/>
                  </a:cubicBezTo>
                  <a:cubicBezTo>
                    <a:pt x="173" y="185"/>
                    <a:pt x="173" y="187"/>
                    <a:pt x="173" y="187"/>
                  </a:cubicBezTo>
                  <a:cubicBezTo>
                    <a:pt x="173" y="189"/>
                    <a:pt x="173" y="192"/>
                    <a:pt x="173" y="194"/>
                  </a:cubicBezTo>
                  <a:cubicBezTo>
                    <a:pt x="174" y="195"/>
                    <a:pt x="176" y="198"/>
                    <a:pt x="177" y="200"/>
                  </a:cubicBezTo>
                  <a:cubicBezTo>
                    <a:pt x="178" y="201"/>
                    <a:pt x="181" y="203"/>
                    <a:pt x="183" y="205"/>
                  </a:cubicBezTo>
                  <a:cubicBezTo>
                    <a:pt x="184" y="206"/>
                    <a:pt x="186" y="207"/>
                    <a:pt x="186" y="209"/>
                  </a:cubicBezTo>
                  <a:cubicBezTo>
                    <a:pt x="187" y="210"/>
                    <a:pt x="186" y="213"/>
                    <a:pt x="187" y="215"/>
                  </a:cubicBezTo>
                  <a:cubicBezTo>
                    <a:pt x="187" y="216"/>
                    <a:pt x="189" y="219"/>
                    <a:pt x="190" y="220"/>
                  </a:cubicBezTo>
                  <a:cubicBezTo>
                    <a:pt x="191" y="222"/>
                    <a:pt x="195" y="224"/>
                    <a:pt x="197" y="224"/>
                  </a:cubicBezTo>
                  <a:cubicBezTo>
                    <a:pt x="198" y="224"/>
                    <a:pt x="200" y="222"/>
                    <a:pt x="201" y="222"/>
                  </a:cubicBezTo>
                  <a:cubicBezTo>
                    <a:pt x="202" y="221"/>
                    <a:pt x="203" y="218"/>
                    <a:pt x="204" y="217"/>
                  </a:cubicBezTo>
                  <a:cubicBezTo>
                    <a:pt x="205" y="217"/>
                    <a:pt x="208" y="218"/>
                    <a:pt x="208" y="217"/>
                  </a:cubicBezTo>
                  <a:cubicBezTo>
                    <a:pt x="210" y="216"/>
                    <a:pt x="209" y="211"/>
                    <a:pt x="210" y="210"/>
                  </a:cubicBezTo>
                  <a:cubicBezTo>
                    <a:pt x="210" y="209"/>
                    <a:pt x="211" y="206"/>
                    <a:pt x="212" y="206"/>
                  </a:cubicBezTo>
                  <a:cubicBezTo>
                    <a:pt x="213" y="205"/>
                    <a:pt x="216" y="205"/>
                    <a:pt x="216" y="206"/>
                  </a:cubicBezTo>
                  <a:cubicBezTo>
                    <a:pt x="218" y="207"/>
                    <a:pt x="217" y="212"/>
                    <a:pt x="217" y="214"/>
                  </a:cubicBezTo>
                  <a:cubicBezTo>
                    <a:pt x="217" y="215"/>
                    <a:pt x="215" y="218"/>
                    <a:pt x="216" y="219"/>
                  </a:cubicBezTo>
                  <a:cubicBezTo>
                    <a:pt x="217" y="220"/>
                    <a:pt x="222" y="219"/>
                    <a:pt x="224" y="219"/>
                  </a:cubicBezTo>
                  <a:cubicBezTo>
                    <a:pt x="227" y="219"/>
                    <a:pt x="233" y="218"/>
                    <a:pt x="236" y="217"/>
                  </a:cubicBezTo>
                  <a:cubicBezTo>
                    <a:pt x="237" y="217"/>
                    <a:pt x="240" y="217"/>
                    <a:pt x="242" y="216"/>
                  </a:cubicBezTo>
                  <a:cubicBezTo>
                    <a:pt x="242" y="218"/>
                    <a:pt x="242" y="219"/>
                    <a:pt x="242" y="220"/>
                  </a:cubicBezTo>
                  <a:cubicBezTo>
                    <a:pt x="243" y="221"/>
                    <a:pt x="245" y="223"/>
                    <a:pt x="246" y="225"/>
                  </a:cubicBezTo>
                  <a:cubicBezTo>
                    <a:pt x="246" y="227"/>
                    <a:pt x="244" y="231"/>
                    <a:pt x="244" y="233"/>
                  </a:cubicBezTo>
                  <a:cubicBezTo>
                    <a:pt x="245" y="236"/>
                    <a:pt x="246" y="241"/>
                    <a:pt x="248" y="243"/>
                  </a:cubicBezTo>
                  <a:cubicBezTo>
                    <a:pt x="249" y="245"/>
                    <a:pt x="252" y="246"/>
                    <a:pt x="253" y="247"/>
                  </a:cubicBezTo>
                  <a:cubicBezTo>
                    <a:pt x="256" y="247"/>
                    <a:pt x="261" y="248"/>
                    <a:pt x="263" y="248"/>
                  </a:cubicBezTo>
                  <a:cubicBezTo>
                    <a:pt x="264" y="248"/>
                    <a:pt x="267" y="248"/>
                    <a:pt x="268" y="247"/>
                  </a:cubicBezTo>
                  <a:cubicBezTo>
                    <a:pt x="270" y="247"/>
                    <a:pt x="271" y="243"/>
                    <a:pt x="272" y="243"/>
                  </a:cubicBezTo>
                  <a:cubicBezTo>
                    <a:pt x="273" y="243"/>
                    <a:pt x="275" y="245"/>
                    <a:pt x="275" y="245"/>
                  </a:cubicBezTo>
                  <a:cubicBezTo>
                    <a:pt x="277" y="246"/>
                    <a:pt x="278" y="249"/>
                    <a:pt x="279" y="250"/>
                  </a:cubicBezTo>
                  <a:cubicBezTo>
                    <a:pt x="280" y="252"/>
                    <a:pt x="280" y="256"/>
                    <a:pt x="281" y="258"/>
                  </a:cubicBezTo>
                  <a:cubicBezTo>
                    <a:pt x="281" y="259"/>
                    <a:pt x="282" y="262"/>
                    <a:pt x="283" y="263"/>
                  </a:cubicBezTo>
                  <a:cubicBezTo>
                    <a:pt x="284" y="264"/>
                    <a:pt x="286" y="265"/>
                    <a:pt x="287" y="266"/>
                  </a:cubicBezTo>
                  <a:cubicBezTo>
                    <a:pt x="288" y="267"/>
                    <a:pt x="289" y="269"/>
                    <a:pt x="290" y="270"/>
                  </a:cubicBezTo>
                  <a:cubicBezTo>
                    <a:pt x="290" y="271"/>
                    <a:pt x="290" y="273"/>
                    <a:pt x="290" y="274"/>
                  </a:cubicBezTo>
                  <a:cubicBezTo>
                    <a:pt x="290" y="275"/>
                    <a:pt x="290" y="278"/>
                    <a:pt x="290" y="279"/>
                  </a:cubicBezTo>
                  <a:cubicBezTo>
                    <a:pt x="290" y="280"/>
                    <a:pt x="290" y="283"/>
                    <a:pt x="290" y="284"/>
                  </a:cubicBezTo>
                  <a:cubicBezTo>
                    <a:pt x="290" y="285"/>
                    <a:pt x="291" y="288"/>
                    <a:pt x="291" y="290"/>
                  </a:cubicBezTo>
                  <a:cubicBezTo>
                    <a:pt x="291" y="291"/>
                    <a:pt x="290" y="293"/>
                    <a:pt x="289" y="294"/>
                  </a:cubicBezTo>
                  <a:cubicBezTo>
                    <a:pt x="289" y="295"/>
                    <a:pt x="288" y="298"/>
                    <a:pt x="289" y="300"/>
                  </a:cubicBezTo>
                  <a:cubicBezTo>
                    <a:pt x="289" y="301"/>
                    <a:pt x="291" y="302"/>
                    <a:pt x="292" y="303"/>
                  </a:cubicBezTo>
                  <a:cubicBezTo>
                    <a:pt x="293" y="304"/>
                    <a:pt x="295" y="305"/>
                    <a:pt x="296" y="305"/>
                  </a:cubicBezTo>
                  <a:cubicBezTo>
                    <a:pt x="298" y="305"/>
                    <a:pt x="300" y="303"/>
                    <a:pt x="301" y="302"/>
                  </a:cubicBezTo>
                  <a:cubicBezTo>
                    <a:pt x="302" y="302"/>
                    <a:pt x="304" y="300"/>
                    <a:pt x="305" y="300"/>
                  </a:cubicBezTo>
                  <a:cubicBezTo>
                    <a:pt x="305" y="300"/>
                    <a:pt x="306" y="300"/>
                    <a:pt x="306" y="300"/>
                  </a:cubicBezTo>
                  <a:cubicBezTo>
                    <a:pt x="307" y="300"/>
                    <a:pt x="308" y="300"/>
                    <a:pt x="308" y="301"/>
                  </a:cubicBezTo>
                  <a:cubicBezTo>
                    <a:pt x="310" y="302"/>
                    <a:pt x="312" y="305"/>
                    <a:pt x="313" y="307"/>
                  </a:cubicBezTo>
                  <a:cubicBezTo>
                    <a:pt x="313" y="308"/>
                    <a:pt x="315" y="309"/>
                    <a:pt x="315" y="310"/>
                  </a:cubicBezTo>
                  <a:cubicBezTo>
                    <a:pt x="316" y="312"/>
                    <a:pt x="317" y="316"/>
                    <a:pt x="316" y="317"/>
                  </a:cubicBezTo>
                  <a:cubicBezTo>
                    <a:pt x="316" y="319"/>
                    <a:pt x="315" y="322"/>
                    <a:pt x="314" y="323"/>
                  </a:cubicBezTo>
                  <a:cubicBezTo>
                    <a:pt x="313" y="323"/>
                    <a:pt x="310" y="323"/>
                    <a:pt x="310" y="324"/>
                  </a:cubicBezTo>
                  <a:cubicBezTo>
                    <a:pt x="309" y="324"/>
                    <a:pt x="307" y="325"/>
                    <a:pt x="307" y="326"/>
                  </a:cubicBezTo>
                  <a:cubicBezTo>
                    <a:pt x="307" y="327"/>
                    <a:pt x="308" y="330"/>
                    <a:pt x="308" y="331"/>
                  </a:cubicBezTo>
                  <a:cubicBezTo>
                    <a:pt x="309" y="333"/>
                    <a:pt x="313" y="334"/>
                    <a:pt x="314" y="335"/>
                  </a:cubicBezTo>
                  <a:cubicBezTo>
                    <a:pt x="314" y="336"/>
                    <a:pt x="315" y="339"/>
                    <a:pt x="315" y="340"/>
                  </a:cubicBezTo>
                  <a:cubicBezTo>
                    <a:pt x="315" y="341"/>
                    <a:pt x="315" y="343"/>
                    <a:pt x="315" y="344"/>
                  </a:cubicBezTo>
                  <a:cubicBezTo>
                    <a:pt x="312" y="344"/>
                    <a:pt x="309" y="344"/>
                    <a:pt x="308" y="343"/>
                  </a:cubicBezTo>
                  <a:cubicBezTo>
                    <a:pt x="306" y="342"/>
                    <a:pt x="305" y="338"/>
                    <a:pt x="303" y="338"/>
                  </a:cubicBezTo>
                  <a:cubicBezTo>
                    <a:pt x="302" y="337"/>
                    <a:pt x="298" y="340"/>
                    <a:pt x="297" y="341"/>
                  </a:cubicBezTo>
                  <a:cubicBezTo>
                    <a:pt x="296" y="342"/>
                    <a:pt x="295" y="345"/>
                    <a:pt x="294" y="345"/>
                  </a:cubicBezTo>
                  <a:cubicBezTo>
                    <a:pt x="293" y="346"/>
                    <a:pt x="290" y="344"/>
                    <a:pt x="289" y="343"/>
                  </a:cubicBezTo>
                  <a:cubicBezTo>
                    <a:pt x="287" y="343"/>
                    <a:pt x="284" y="345"/>
                    <a:pt x="282" y="344"/>
                  </a:cubicBezTo>
                  <a:cubicBezTo>
                    <a:pt x="280" y="344"/>
                    <a:pt x="279" y="340"/>
                    <a:pt x="278" y="340"/>
                  </a:cubicBezTo>
                  <a:cubicBezTo>
                    <a:pt x="276" y="339"/>
                    <a:pt x="272" y="341"/>
                    <a:pt x="270" y="342"/>
                  </a:cubicBezTo>
                  <a:cubicBezTo>
                    <a:pt x="268" y="343"/>
                    <a:pt x="264" y="347"/>
                    <a:pt x="262" y="348"/>
                  </a:cubicBezTo>
                  <a:cubicBezTo>
                    <a:pt x="260" y="349"/>
                    <a:pt x="257" y="350"/>
                    <a:pt x="255" y="350"/>
                  </a:cubicBezTo>
                  <a:cubicBezTo>
                    <a:pt x="254" y="349"/>
                    <a:pt x="251" y="347"/>
                    <a:pt x="249" y="347"/>
                  </a:cubicBezTo>
                  <a:cubicBezTo>
                    <a:pt x="248" y="348"/>
                    <a:pt x="248" y="350"/>
                    <a:pt x="247" y="351"/>
                  </a:cubicBezTo>
                  <a:cubicBezTo>
                    <a:pt x="246" y="352"/>
                    <a:pt x="242" y="352"/>
                    <a:pt x="241" y="353"/>
                  </a:cubicBezTo>
                  <a:cubicBezTo>
                    <a:pt x="241" y="354"/>
                    <a:pt x="240" y="357"/>
                    <a:pt x="241" y="358"/>
                  </a:cubicBezTo>
                  <a:cubicBezTo>
                    <a:pt x="241" y="359"/>
                    <a:pt x="244" y="360"/>
                    <a:pt x="245" y="361"/>
                  </a:cubicBezTo>
                  <a:cubicBezTo>
                    <a:pt x="245" y="362"/>
                    <a:pt x="245" y="365"/>
                    <a:pt x="245" y="366"/>
                  </a:cubicBezTo>
                  <a:cubicBezTo>
                    <a:pt x="244" y="369"/>
                    <a:pt x="242" y="374"/>
                    <a:pt x="240" y="375"/>
                  </a:cubicBezTo>
                  <a:cubicBezTo>
                    <a:pt x="239" y="376"/>
                    <a:pt x="235" y="375"/>
                    <a:pt x="234" y="374"/>
                  </a:cubicBezTo>
                  <a:cubicBezTo>
                    <a:pt x="233" y="374"/>
                    <a:pt x="231" y="371"/>
                    <a:pt x="229" y="370"/>
                  </a:cubicBezTo>
                  <a:cubicBezTo>
                    <a:pt x="228" y="369"/>
                    <a:pt x="223" y="369"/>
                    <a:pt x="222" y="367"/>
                  </a:cubicBezTo>
                  <a:cubicBezTo>
                    <a:pt x="221" y="366"/>
                    <a:pt x="222" y="363"/>
                    <a:pt x="221" y="362"/>
                  </a:cubicBezTo>
                  <a:cubicBezTo>
                    <a:pt x="219" y="360"/>
                    <a:pt x="215" y="361"/>
                    <a:pt x="213" y="362"/>
                  </a:cubicBezTo>
                  <a:cubicBezTo>
                    <a:pt x="212" y="362"/>
                    <a:pt x="210" y="365"/>
                    <a:pt x="209" y="366"/>
                  </a:cubicBezTo>
                  <a:cubicBezTo>
                    <a:pt x="209" y="367"/>
                    <a:pt x="210" y="370"/>
                    <a:pt x="210" y="372"/>
                  </a:cubicBezTo>
                  <a:cubicBezTo>
                    <a:pt x="209" y="373"/>
                    <a:pt x="207" y="375"/>
                    <a:pt x="207" y="376"/>
                  </a:cubicBezTo>
                  <a:cubicBezTo>
                    <a:pt x="206" y="378"/>
                    <a:pt x="207" y="381"/>
                    <a:pt x="208" y="382"/>
                  </a:cubicBezTo>
                  <a:cubicBezTo>
                    <a:pt x="209" y="383"/>
                    <a:pt x="210" y="382"/>
                    <a:pt x="211" y="382"/>
                  </a:cubicBezTo>
                  <a:cubicBezTo>
                    <a:pt x="212" y="381"/>
                    <a:pt x="216" y="381"/>
                    <a:pt x="216" y="382"/>
                  </a:cubicBezTo>
                  <a:cubicBezTo>
                    <a:pt x="217" y="384"/>
                    <a:pt x="212" y="387"/>
                    <a:pt x="210" y="388"/>
                  </a:cubicBezTo>
                  <a:cubicBezTo>
                    <a:pt x="210" y="388"/>
                    <a:pt x="208" y="389"/>
                    <a:pt x="207" y="389"/>
                  </a:cubicBezTo>
                  <a:cubicBezTo>
                    <a:pt x="207" y="390"/>
                    <a:pt x="209" y="392"/>
                    <a:pt x="209" y="393"/>
                  </a:cubicBezTo>
                  <a:cubicBezTo>
                    <a:pt x="209" y="394"/>
                    <a:pt x="209" y="397"/>
                    <a:pt x="209" y="397"/>
                  </a:cubicBezTo>
                  <a:cubicBezTo>
                    <a:pt x="207" y="398"/>
                    <a:pt x="205" y="396"/>
                    <a:pt x="204" y="395"/>
                  </a:cubicBezTo>
                  <a:cubicBezTo>
                    <a:pt x="202" y="394"/>
                    <a:pt x="200" y="392"/>
                    <a:pt x="198" y="392"/>
                  </a:cubicBezTo>
                  <a:cubicBezTo>
                    <a:pt x="195" y="392"/>
                    <a:pt x="190" y="394"/>
                    <a:pt x="188" y="395"/>
                  </a:cubicBezTo>
                  <a:cubicBezTo>
                    <a:pt x="188" y="396"/>
                    <a:pt x="187" y="399"/>
                    <a:pt x="186" y="399"/>
                  </a:cubicBezTo>
                  <a:cubicBezTo>
                    <a:pt x="185" y="400"/>
                    <a:pt x="182" y="400"/>
                    <a:pt x="180" y="400"/>
                  </a:cubicBezTo>
                  <a:cubicBezTo>
                    <a:pt x="179" y="400"/>
                    <a:pt x="177" y="398"/>
                    <a:pt x="176" y="398"/>
                  </a:cubicBezTo>
                  <a:cubicBezTo>
                    <a:pt x="175" y="398"/>
                    <a:pt x="173" y="399"/>
                    <a:pt x="172" y="399"/>
                  </a:cubicBezTo>
                  <a:cubicBezTo>
                    <a:pt x="170" y="399"/>
                    <a:pt x="167" y="401"/>
                    <a:pt x="165" y="401"/>
                  </a:cubicBezTo>
                  <a:cubicBezTo>
                    <a:pt x="163" y="400"/>
                    <a:pt x="161" y="397"/>
                    <a:pt x="159" y="397"/>
                  </a:cubicBezTo>
                  <a:cubicBezTo>
                    <a:pt x="157" y="397"/>
                    <a:pt x="153" y="399"/>
                    <a:pt x="152" y="401"/>
                  </a:cubicBezTo>
                  <a:cubicBezTo>
                    <a:pt x="151" y="402"/>
                    <a:pt x="152" y="406"/>
                    <a:pt x="152" y="408"/>
                  </a:cubicBezTo>
                  <a:cubicBezTo>
                    <a:pt x="152" y="410"/>
                    <a:pt x="152" y="413"/>
                    <a:pt x="151" y="414"/>
                  </a:cubicBezTo>
                  <a:cubicBezTo>
                    <a:pt x="151" y="415"/>
                    <a:pt x="149" y="417"/>
                    <a:pt x="148" y="418"/>
                  </a:cubicBezTo>
                  <a:cubicBezTo>
                    <a:pt x="146" y="419"/>
                    <a:pt x="142" y="420"/>
                    <a:pt x="140" y="420"/>
                  </a:cubicBezTo>
                  <a:cubicBezTo>
                    <a:pt x="139" y="419"/>
                    <a:pt x="137" y="418"/>
                    <a:pt x="136" y="416"/>
                  </a:cubicBezTo>
                  <a:cubicBezTo>
                    <a:pt x="136" y="415"/>
                    <a:pt x="137" y="413"/>
                    <a:pt x="136" y="412"/>
                  </a:cubicBezTo>
                  <a:cubicBezTo>
                    <a:pt x="136" y="411"/>
                    <a:pt x="132" y="410"/>
                    <a:pt x="131" y="410"/>
                  </a:cubicBezTo>
                  <a:cubicBezTo>
                    <a:pt x="129" y="410"/>
                    <a:pt x="127" y="411"/>
                    <a:pt x="125" y="412"/>
                  </a:cubicBezTo>
                  <a:cubicBezTo>
                    <a:pt x="124" y="413"/>
                    <a:pt x="122" y="416"/>
                    <a:pt x="121" y="416"/>
                  </a:cubicBezTo>
                  <a:cubicBezTo>
                    <a:pt x="120" y="416"/>
                    <a:pt x="118" y="414"/>
                    <a:pt x="117" y="413"/>
                  </a:cubicBezTo>
                  <a:cubicBezTo>
                    <a:pt x="116" y="411"/>
                    <a:pt x="116" y="407"/>
                    <a:pt x="115" y="406"/>
                  </a:cubicBezTo>
                  <a:cubicBezTo>
                    <a:pt x="114" y="405"/>
                    <a:pt x="111" y="405"/>
                    <a:pt x="110" y="405"/>
                  </a:cubicBezTo>
                  <a:cubicBezTo>
                    <a:pt x="107" y="405"/>
                    <a:pt x="102" y="406"/>
                    <a:pt x="99" y="405"/>
                  </a:cubicBezTo>
                  <a:cubicBezTo>
                    <a:pt x="98" y="405"/>
                    <a:pt x="97" y="403"/>
                    <a:pt x="96" y="403"/>
                  </a:cubicBezTo>
                  <a:cubicBezTo>
                    <a:pt x="94" y="402"/>
                    <a:pt x="88" y="403"/>
                    <a:pt x="86" y="403"/>
                  </a:cubicBezTo>
                  <a:cubicBezTo>
                    <a:pt x="84" y="403"/>
                    <a:pt x="82" y="400"/>
                    <a:pt x="80" y="401"/>
                  </a:cubicBezTo>
                  <a:cubicBezTo>
                    <a:pt x="79" y="401"/>
                    <a:pt x="78" y="403"/>
                    <a:pt x="77" y="404"/>
                  </a:cubicBezTo>
                  <a:cubicBezTo>
                    <a:pt x="77" y="405"/>
                    <a:pt x="76" y="407"/>
                    <a:pt x="76" y="408"/>
                  </a:cubicBezTo>
                  <a:cubicBezTo>
                    <a:pt x="77" y="409"/>
                    <a:pt x="79" y="410"/>
                    <a:pt x="79" y="411"/>
                  </a:cubicBezTo>
                  <a:cubicBezTo>
                    <a:pt x="79" y="412"/>
                    <a:pt x="78" y="414"/>
                    <a:pt x="78" y="415"/>
                  </a:cubicBezTo>
                  <a:cubicBezTo>
                    <a:pt x="78" y="416"/>
                    <a:pt x="77" y="418"/>
                    <a:pt x="76" y="419"/>
                  </a:cubicBezTo>
                  <a:cubicBezTo>
                    <a:pt x="75" y="420"/>
                    <a:pt x="73" y="420"/>
                    <a:pt x="73" y="421"/>
                  </a:cubicBezTo>
                  <a:cubicBezTo>
                    <a:pt x="72" y="423"/>
                    <a:pt x="75" y="425"/>
                    <a:pt x="75" y="427"/>
                  </a:cubicBezTo>
                  <a:cubicBezTo>
                    <a:pt x="75" y="429"/>
                    <a:pt x="72" y="432"/>
                    <a:pt x="71" y="433"/>
                  </a:cubicBezTo>
                  <a:cubicBezTo>
                    <a:pt x="69" y="435"/>
                    <a:pt x="65" y="436"/>
                    <a:pt x="63" y="438"/>
                  </a:cubicBezTo>
                  <a:cubicBezTo>
                    <a:pt x="62" y="437"/>
                    <a:pt x="61" y="436"/>
                    <a:pt x="60" y="436"/>
                  </a:cubicBezTo>
                  <a:cubicBezTo>
                    <a:pt x="59" y="436"/>
                    <a:pt x="57" y="437"/>
                    <a:pt x="56" y="437"/>
                  </a:cubicBezTo>
                  <a:cubicBezTo>
                    <a:pt x="55" y="437"/>
                    <a:pt x="53" y="437"/>
                    <a:pt x="51" y="436"/>
                  </a:cubicBezTo>
                  <a:cubicBezTo>
                    <a:pt x="49" y="435"/>
                    <a:pt x="44" y="432"/>
                    <a:pt x="42" y="430"/>
                  </a:cubicBezTo>
                  <a:cubicBezTo>
                    <a:pt x="41" y="430"/>
                    <a:pt x="39" y="428"/>
                    <a:pt x="38" y="427"/>
                  </a:cubicBezTo>
                  <a:cubicBezTo>
                    <a:pt x="37" y="426"/>
                    <a:pt x="37" y="424"/>
                    <a:pt x="37" y="423"/>
                  </a:cubicBezTo>
                  <a:cubicBezTo>
                    <a:pt x="37" y="422"/>
                    <a:pt x="38" y="420"/>
                    <a:pt x="39" y="419"/>
                  </a:cubicBezTo>
                  <a:cubicBezTo>
                    <a:pt x="39" y="418"/>
                    <a:pt x="40" y="416"/>
                    <a:pt x="40" y="415"/>
                  </a:cubicBezTo>
                  <a:cubicBezTo>
                    <a:pt x="39" y="414"/>
                    <a:pt x="37" y="413"/>
                    <a:pt x="36" y="413"/>
                  </a:cubicBezTo>
                  <a:cubicBezTo>
                    <a:pt x="34" y="413"/>
                    <a:pt x="32" y="415"/>
                    <a:pt x="31" y="416"/>
                  </a:cubicBezTo>
                  <a:cubicBezTo>
                    <a:pt x="30" y="417"/>
                    <a:pt x="29" y="419"/>
                    <a:pt x="28" y="419"/>
                  </a:cubicBezTo>
                  <a:cubicBezTo>
                    <a:pt x="27" y="420"/>
                    <a:pt x="24" y="420"/>
                    <a:pt x="22" y="419"/>
                  </a:cubicBezTo>
                  <a:cubicBezTo>
                    <a:pt x="21" y="419"/>
                    <a:pt x="20" y="415"/>
                    <a:pt x="18" y="414"/>
                  </a:cubicBezTo>
                  <a:cubicBezTo>
                    <a:pt x="17" y="414"/>
                    <a:pt x="14" y="415"/>
                    <a:pt x="12" y="414"/>
                  </a:cubicBezTo>
                  <a:cubicBezTo>
                    <a:pt x="11" y="414"/>
                    <a:pt x="8" y="413"/>
                    <a:pt x="8" y="412"/>
                  </a:cubicBezTo>
                  <a:cubicBezTo>
                    <a:pt x="7" y="411"/>
                    <a:pt x="11" y="408"/>
                    <a:pt x="11" y="407"/>
                  </a:cubicBezTo>
                  <a:cubicBezTo>
                    <a:pt x="11" y="406"/>
                    <a:pt x="11" y="404"/>
                    <a:pt x="11" y="403"/>
                  </a:cubicBezTo>
                  <a:cubicBezTo>
                    <a:pt x="10" y="403"/>
                    <a:pt x="9" y="402"/>
                    <a:pt x="9" y="401"/>
                  </a:cubicBezTo>
                  <a:cubicBezTo>
                    <a:pt x="9" y="400"/>
                    <a:pt x="10" y="397"/>
                    <a:pt x="10" y="396"/>
                  </a:cubicBezTo>
                  <a:cubicBezTo>
                    <a:pt x="10" y="395"/>
                    <a:pt x="10" y="393"/>
                    <a:pt x="9" y="392"/>
                  </a:cubicBezTo>
                  <a:cubicBezTo>
                    <a:pt x="9" y="391"/>
                    <a:pt x="7" y="389"/>
                    <a:pt x="7" y="388"/>
                  </a:cubicBezTo>
                  <a:cubicBezTo>
                    <a:pt x="6" y="386"/>
                    <a:pt x="7" y="381"/>
                    <a:pt x="6" y="380"/>
                  </a:cubicBezTo>
                  <a:cubicBezTo>
                    <a:pt x="5" y="378"/>
                    <a:pt x="2" y="377"/>
                    <a:pt x="2" y="376"/>
                  </a:cubicBezTo>
                  <a:cubicBezTo>
                    <a:pt x="1" y="375"/>
                    <a:pt x="2" y="372"/>
                    <a:pt x="2" y="371"/>
                  </a:cubicBezTo>
                  <a:cubicBezTo>
                    <a:pt x="3" y="370"/>
                    <a:pt x="4" y="368"/>
                    <a:pt x="5" y="367"/>
                  </a:cubicBezTo>
                  <a:cubicBezTo>
                    <a:pt x="5" y="365"/>
                    <a:pt x="4" y="363"/>
                    <a:pt x="4" y="361"/>
                  </a:cubicBezTo>
                  <a:cubicBezTo>
                    <a:pt x="3" y="360"/>
                    <a:pt x="1" y="359"/>
                    <a:pt x="1" y="358"/>
                  </a:cubicBezTo>
                  <a:cubicBezTo>
                    <a:pt x="1" y="357"/>
                    <a:pt x="0" y="355"/>
                    <a:pt x="0" y="354"/>
                  </a:cubicBezTo>
                  <a:cubicBezTo>
                    <a:pt x="0" y="352"/>
                    <a:pt x="1" y="349"/>
                    <a:pt x="2" y="347"/>
                  </a:cubicBezTo>
                  <a:cubicBezTo>
                    <a:pt x="3" y="346"/>
                    <a:pt x="6" y="345"/>
                    <a:pt x="7" y="345"/>
                  </a:cubicBezTo>
                  <a:cubicBezTo>
                    <a:pt x="8" y="345"/>
                    <a:pt x="11" y="346"/>
                    <a:pt x="12" y="346"/>
                  </a:cubicBezTo>
                  <a:cubicBezTo>
                    <a:pt x="13" y="345"/>
                    <a:pt x="12" y="342"/>
                    <a:pt x="12" y="341"/>
                  </a:cubicBezTo>
                  <a:cubicBezTo>
                    <a:pt x="13" y="340"/>
                    <a:pt x="14" y="337"/>
                    <a:pt x="13" y="336"/>
                  </a:cubicBezTo>
                  <a:cubicBezTo>
                    <a:pt x="13" y="334"/>
                    <a:pt x="13" y="332"/>
                    <a:pt x="12" y="330"/>
                  </a:cubicBezTo>
                  <a:cubicBezTo>
                    <a:pt x="12" y="329"/>
                    <a:pt x="10" y="328"/>
                    <a:pt x="10" y="327"/>
                  </a:cubicBezTo>
                  <a:cubicBezTo>
                    <a:pt x="9" y="325"/>
                    <a:pt x="9" y="323"/>
                    <a:pt x="10" y="321"/>
                  </a:cubicBezTo>
                  <a:cubicBezTo>
                    <a:pt x="10" y="320"/>
                    <a:pt x="13" y="319"/>
                    <a:pt x="14" y="318"/>
                  </a:cubicBezTo>
                  <a:cubicBezTo>
                    <a:pt x="15" y="317"/>
                    <a:pt x="16" y="313"/>
                    <a:pt x="16" y="311"/>
                  </a:cubicBezTo>
                  <a:cubicBezTo>
                    <a:pt x="15" y="310"/>
                    <a:pt x="13" y="310"/>
                    <a:pt x="13" y="309"/>
                  </a:cubicBezTo>
                  <a:cubicBezTo>
                    <a:pt x="13" y="309"/>
                    <a:pt x="14" y="307"/>
                    <a:pt x="14" y="307"/>
                  </a:cubicBezTo>
                  <a:cubicBezTo>
                    <a:pt x="13" y="306"/>
                    <a:pt x="12" y="304"/>
                    <a:pt x="12" y="303"/>
                  </a:cubicBezTo>
                  <a:cubicBezTo>
                    <a:pt x="11" y="302"/>
                    <a:pt x="11" y="299"/>
                    <a:pt x="12" y="298"/>
                  </a:cubicBezTo>
                  <a:cubicBezTo>
                    <a:pt x="13" y="297"/>
                    <a:pt x="16" y="298"/>
                    <a:pt x="18" y="297"/>
                  </a:cubicBezTo>
                  <a:cubicBezTo>
                    <a:pt x="19" y="297"/>
                    <a:pt x="21" y="297"/>
                    <a:pt x="22" y="297"/>
                  </a:cubicBezTo>
                  <a:cubicBezTo>
                    <a:pt x="23" y="297"/>
                    <a:pt x="26" y="299"/>
                    <a:pt x="27" y="298"/>
                  </a:cubicBezTo>
                  <a:cubicBezTo>
                    <a:pt x="27" y="297"/>
                    <a:pt x="26" y="295"/>
                    <a:pt x="26" y="294"/>
                  </a:cubicBezTo>
                  <a:cubicBezTo>
                    <a:pt x="25" y="293"/>
                    <a:pt x="23" y="290"/>
                    <a:pt x="22" y="289"/>
                  </a:cubicBezTo>
                  <a:cubicBezTo>
                    <a:pt x="20" y="288"/>
                    <a:pt x="18" y="286"/>
                    <a:pt x="17" y="285"/>
                  </a:cubicBezTo>
                  <a:cubicBezTo>
                    <a:pt x="16" y="284"/>
                    <a:pt x="15" y="282"/>
                    <a:pt x="14" y="280"/>
                  </a:cubicBezTo>
                  <a:cubicBezTo>
                    <a:pt x="14" y="279"/>
                    <a:pt x="15" y="277"/>
                    <a:pt x="15" y="276"/>
                  </a:cubicBezTo>
                  <a:cubicBezTo>
                    <a:pt x="16" y="272"/>
                    <a:pt x="17" y="266"/>
                    <a:pt x="17" y="263"/>
                  </a:cubicBezTo>
                  <a:cubicBezTo>
                    <a:pt x="17" y="261"/>
                    <a:pt x="17" y="258"/>
                    <a:pt x="16" y="256"/>
                  </a:cubicBezTo>
                  <a:cubicBezTo>
                    <a:pt x="15" y="255"/>
                    <a:pt x="11" y="253"/>
                    <a:pt x="10" y="251"/>
                  </a:cubicBezTo>
                  <a:cubicBezTo>
                    <a:pt x="10" y="250"/>
                    <a:pt x="11" y="246"/>
                    <a:pt x="11" y="245"/>
                  </a:cubicBezTo>
                  <a:cubicBezTo>
                    <a:pt x="10" y="243"/>
                    <a:pt x="9" y="240"/>
                    <a:pt x="8" y="239"/>
                  </a:cubicBezTo>
                  <a:cubicBezTo>
                    <a:pt x="8" y="237"/>
                    <a:pt x="6" y="233"/>
                    <a:pt x="6" y="231"/>
                  </a:cubicBezTo>
                  <a:cubicBezTo>
                    <a:pt x="6" y="229"/>
                    <a:pt x="6" y="225"/>
                    <a:pt x="6" y="223"/>
                  </a:cubicBezTo>
                  <a:cubicBezTo>
                    <a:pt x="7" y="220"/>
                    <a:pt x="6" y="214"/>
                    <a:pt x="8" y="211"/>
                  </a:cubicBezTo>
                  <a:cubicBezTo>
                    <a:pt x="9" y="210"/>
                    <a:pt x="12" y="209"/>
                    <a:pt x="14" y="209"/>
                  </a:cubicBezTo>
                  <a:cubicBezTo>
                    <a:pt x="16" y="209"/>
                    <a:pt x="20" y="210"/>
                    <a:pt x="21" y="210"/>
                  </a:cubicBezTo>
                  <a:cubicBezTo>
                    <a:pt x="23" y="210"/>
                    <a:pt x="27" y="209"/>
                    <a:pt x="29" y="208"/>
                  </a:cubicBezTo>
                  <a:cubicBezTo>
                    <a:pt x="30" y="206"/>
                    <a:pt x="32" y="202"/>
                    <a:pt x="33" y="200"/>
                  </a:cubicBezTo>
                  <a:cubicBezTo>
                    <a:pt x="35" y="198"/>
                    <a:pt x="37" y="193"/>
                    <a:pt x="38" y="190"/>
                  </a:cubicBezTo>
                  <a:cubicBezTo>
                    <a:pt x="38" y="187"/>
                    <a:pt x="37" y="181"/>
                    <a:pt x="38" y="178"/>
                  </a:cubicBezTo>
                  <a:cubicBezTo>
                    <a:pt x="38" y="175"/>
                    <a:pt x="39" y="170"/>
                    <a:pt x="40" y="168"/>
                  </a:cubicBezTo>
                  <a:cubicBezTo>
                    <a:pt x="41" y="167"/>
                    <a:pt x="46" y="165"/>
                    <a:pt x="47" y="164"/>
                  </a:cubicBezTo>
                  <a:cubicBezTo>
                    <a:pt x="48" y="163"/>
                    <a:pt x="50" y="160"/>
                    <a:pt x="50" y="159"/>
                  </a:cubicBezTo>
                  <a:cubicBezTo>
                    <a:pt x="50" y="158"/>
                    <a:pt x="47" y="157"/>
                    <a:pt x="47" y="155"/>
                  </a:cubicBezTo>
                  <a:cubicBezTo>
                    <a:pt x="47" y="154"/>
                    <a:pt x="47" y="152"/>
                    <a:pt x="47" y="152"/>
                  </a:cubicBezTo>
                  <a:cubicBezTo>
                    <a:pt x="47" y="149"/>
                    <a:pt x="51" y="146"/>
                    <a:pt x="50" y="144"/>
                  </a:cubicBezTo>
                  <a:cubicBezTo>
                    <a:pt x="50" y="142"/>
                    <a:pt x="48" y="140"/>
                    <a:pt x="47" y="139"/>
                  </a:cubicBezTo>
                  <a:cubicBezTo>
                    <a:pt x="46" y="138"/>
                    <a:pt x="44" y="135"/>
                    <a:pt x="43" y="135"/>
                  </a:cubicBezTo>
                  <a:cubicBezTo>
                    <a:pt x="42" y="134"/>
                    <a:pt x="39" y="134"/>
                    <a:pt x="38" y="133"/>
                  </a:cubicBezTo>
                  <a:cubicBezTo>
                    <a:pt x="37" y="132"/>
                    <a:pt x="36" y="129"/>
                    <a:pt x="36" y="128"/>
                  </a:cubicBezTo>
                  <a:cubicBezTo>
                    <a:pt x="35" y="127"/>
                    <a:pt x="34" y="124"/>
                    <a:pt x="32" y="123"/>
                  </a:cubicBezTo>
                  <a:cubicBezTo>
                    <a:pt x="31" y="122"/>
                    <a:pt x="26" y="122"/>
                    <a:pt x="25" y="121"/>
                  </a:cubicBezTo>
                  <a:cubicBezTo>
                    <a:pt x="23" y="120"/>
                    <a:pt x="22" y="117"/>
                    <a:pt x="21" y="116"/>
                  </a:cubicBezTo>
                  <a:cubicBezTo>
                    <a:pt x="21" y="114"/>
                    <a:pt x="22" y="108"/>
                    <a:pt x="23" y="106"/>
                  </a:cubicBezTo>
                  <a:cubicBezTo>
                    <a:pt x="23" y="104"/>
                    <a:pt x="26" y="101"/>
                    <a:pt x="26" y="99"/>
                  </a:cubicBezTo>
                  <a:cubicBezTo>
                    <a:pt x="27" y="97"/>
                    <a:pt x="26" y="92"/>
                    <a:pt x="25" y="90"/>
                  </a:cubicBezTo>
                  <a:cubicBezTo>
                    <a:pt x="24" y="89"/>
                    <a:pt x="20" y="90"/>
                    <a:pt x="20" y="89"/>
                  </a:cubicBezTo>
                  <a:cubicBezTo>
                    <a:pt x="19" y="88"/>
                    <a:pt x="19" y="85"/>
                    <a:pt x="19" y="84"/>
                  </a:cubicBezTo>
                  <a:cubicBezTo>
                    <a:pt x="19" y="83"/>
                    <a:pt x="21" y="81"/>
                    <a:pt x="22" y="80"/>
                  </a:cubicBezTo>
                  <a:cubicBezTo>
                    <a:pt x="23" y="77"/>
                    <a:pt x="26" y="73"/>
                    <a:pt x="27" y="71"/>
                  </a:cubicBezTo>
                  <a:cubicBezTo>
                    <a:pt x="28" y="69"/>
                    <a:pt x="30" y="65"/>
                    <a:pt x="30" y="63"/>
                  </a:cubicBezTo>
                  <a:cubicBezTo>
                    <a:pt x="30" y="61"/>
                    <a:pt x="29" y="58"/>
                    <a:pt x="28" y="56"/>
                  </a:cubicBezTo>
                  <a:cubicBezTo>
                    <a:pt x="27" y="54"/>
                    <a:pt x="24" y="51"/>
                    <a:pt x="23" y="50"/>
                  </a:cubicBezTo>
                  <a:cubicBezTo>
                    <a:pt x="22" y="48"/>
                    <a:pt x="20" y="45"/>
                    <a:pt x="20" y="44"/>
                  </a:cubicBezTo>
                  <a:cubicBezTo>
                    <a:pt x="18" y="42"/>
                    <a:pt x="16" y="39"/>
                    <a:pt x="15" y="37"/>
                  </a:cubicBezTo>
                  <a:cubicBezTo>
                    <a:pt x="15" y="36"/>
                    <a:pt x="13" y="35"/>
                    <a:pt x="12" y="33"/>
                  </a:cubicBezTo>
                  <a:cubicBezTo>
                    <a:pt x="12" y="33"/>
                    <a:pt x="13" y="33"/>
                    <a:pt x="13" y="33"/>
                  </a:cubicBezTo>
                  <a:cubicBezTo>
                    <a:pt x="14" y="32"/>
                    <a:pt x="16" y="28"/>
                    <a:pt x="16" y="26"/>
                  </a:cubicBezTo>
                  <a:cubicBezTo>
                    <a:pt x="17" y="25"/>
                    <a:pt x="16" y="20"/>
                    <a:pt x="17" y="19"/>
                  </a:cubicBezTo>
                  <a:cubicBezTo>
                    <a:pt x="17" y="18"/>
                    <a:pt x="20" y="16"/>
                    <a:pt x="21" y="16"/>
                  </a:cubicBezTo>
                  <a:cubicBezTo>
                    <a:pt x="23" y="16"/>
                    <a:pt x="26" y="16"/>
                    <a:pt x="27" y="16"/>
                  </a:cubicBezTo>
                  <a:cubicBezTo>
                    <a:pt x="29" y="17"/>
                    <a:pt x="32" y="21"/>
                    <a:pt x="34" y="21"/>
                  </a:cubicBezTo>
                  <a:cubicBezTo>
                    <a:pt x="36" y="22"/>
                    <a:pt x="40" y="22"/>
                    <a:pt x="41" y="21"/>
                  </a:cubicBezTo>
                  <a:cubicBezTo>
                    <a:pt x="42" y="21"/>
                    <a:pt x="43" y="19"/>
                    <a:pt x="43" y="18"/>
                  </a:cubicBezTo>
                  <a:cubicBezTo>
                    <a:pt x="45" y="17"/>
                    <a:pt x="48" y="17"/>
                    <a:pt x="50" y="17"/>
                  </a:cubicBezTo>
                  <a:cubicBezTo>
                    <a:pt x="52" y="16"/>
                    <a:pt x="57" y="16"/>
                    <a:pt x="59" y="15"/>
                  </a:cubicBezTo>
                  <a:cubicBezTo>
                    <a:pt x="61" y="14"/>
                    <a:pt x="64" y="10"/>
                    <a:pt x="66" y="8"/>
                  </a:cubicBezTo>
                  <a:cubicBezTo>
                    <a:pt x="67" y="7"/>
                    <a:pt x="70" y="2"/>
                    <a:pt x="72" y="1"/>
                  </a:cubicBezTo>
                  <a:cubicBezTo>
                    <a:pt x="74" y="0"/>
                    <a:pt x="78" y="0"/>
                    <a:pt x="80" y="1"/>
                  </a:cubicBezTo>
                  <a:cubicBezTo>
                    <a:pt x="81" y="2"/>
                    <a:pt x="83" y="4"/>
                    <a:pt x="83" y="6"/>
                  </a:cubicBezTo>
                  <a:cubicBezTo>
                    <a:pt x="84" y="8"/>
                    <a:pt x="82" y="13"/>
                    <a:pt x="83" y="15"/>
                  </a:cubicBezTo>
                  <a:cubicBezTo>
                    <a:pt x="83" y="17"/>
                    <a:pt x="86" y="21"/>
                    <a:pt x="87"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4"/>
            <p:cNvSpPr>
              <a:spLocks/>
            </p:cNvSpPr>
            <p:nvPr/>
          </p:nvSpPr>
          <p:spPr bwMode="auto">
            <a:xfrm>
              <a:off x="2143125" y="4514851"/>
              <a:ext cx="38100" cy="25400"/>
            </a:xfrm>
            <a:custGeom>
              <a:avLst/>
              <a:gdLst/>
              <a:ahLst/>
              <a:cxnLst>
                <a:cxn ang="0">
                  <a:pos x="21" y="7"/>
                </a:cxn>
                <a:cxn ang="0">
                  <a:pos x="21" y="13"/>
                </a:cxn>
                <a:cxn ang="0">
                  <a:pos x="17" y="14"/>
                </a:cxn>
                <a:cxn ang="0">
                  <a:pos x="12" y="11"/>
                </a:cxn>
                <a:cxn ang="0">
                  <a:pos x="9" y="9"/>
                </a:cxn>
                <a:cxn ang="0">
                  <a:pos x="5" y="8"/>
                </a:cxn>
                <a:cxn ang="0">
                  <a:pos x="0" y="9"/>
                </a:cxn>
                <a:cxn ang="0">
                  <a:pos x="1" y="6"/>
                </a:cxn>
                <a:cxn ang="0">
                  <a:pos x="2" y="3"/>
                </a:cxn>
                <a:cxn ang="0">
                  <a:pos x="7" y="0"/>
                </a:cxn>
                <a:cxn ang="0">
                  <a:pos x="9" y="1"/>
                </a:cxn>
                <a:cxn ang="0">
                  <a:pos x="11" y="4"/>
                </a:cxn>
                <a:cxn ang="0">
                  <a:pos x="15" y="7"/>
                </a:cxn>
                <a:cxn ang="0">
                  <a:pos x="18" y="6"/>
                </a:cxn>
                <a:cxn ang="0">
                  <a:pos x="19" y="3"/>
                </a:cxn>
                <a:cxn ang="0">
                  <a:pos x="21" y="7"/>
                </a:cxn>
              </a:cxnLst>
              <a:rect l="0" t="0" r="r" b="b"/>
              <a:pathLst>
                <a:path w="21" h="14">
                  <a:moveTo>
                    <a:pt x="21" y="7"/>
                  </a:moveTo>
                  <a:cubicBezTo>
                    <a:pt x="21" y="8"/>
                    <a:pt x="21" y="11"/>
                    <a:pt x="21" y="13"/>
                  </a:cubicBezTo>
                  <a:cubicBezTo>
                    <a:pt x="20" y="13"/>
                    <a:pt x="18" y="14"/>
                    <a:pt x="17" y="14"/>
                  </a:cubicBezTo>
                  <a:cubicBezTo>
                    <a:pt x="16" y="13"/>
                    <a:pt x="13" y="12"/>
                    <a:pt x="12" y="11"/>
                  </a:cubicBezTo>
                  <a:cubicBezTo>
                    <a:pt x="11" y="11"/>
                    <a:pt x="10" y="9"/>
                    <a:pt x="9" y="9"/>
                  </a:cubicBezTo>
                  <a:cubicBezTo>
                    <a:pt x="8" y="8"/>
                    <a:pt x="6" y="8"/>
                    <a:pt x="5" y="8"/>
                  </a:cubicBezTo>
                  <a:cubicBezTo>
                    <a:pt x="4" y="8"/>
                    <a:pt x="2" y="9"/>
                    <a:pt x="0" y="9"/>
                  </a:cubicBezTo>
                  <a:cubicBezTo>
                    <a:pt x="1" y="8"/>
                    <a:pt x="1" y="7"/>
                    <a:pt x="1" y="6"/>
                  </a:cubicBezTo>
                  <a:cubicBezTo>
                    <a:pt x="1" y="5"/>
                    <a:pt x="2" y="3"/>
                    <a:pt x="2" y="3"/>
                  </a:cubicBezTo>
                  <a:cubicBezTo>
                    <a:pt x="3" y="2"/>
                    <a:pt x="5" y="0"/>
                    <a:pt x="7" y="0"/>
                  </a:cubicBezTo>
                  <a:cubicBezTo>
                    <a:pt x="7" y="0"/>
                    <a:pt x="9" y="0"/>
                    <a:pt x="9" y="1"/>
                  </a:cubicBezTo>
                  <a:cubicBezTo>
                    <a:pt x="10" y="1"/>
                    <a:pt x="11" y="3"/>
                    <a:pt x="11" y="4"/>
                  </a:cubicBezTo>
                  <a:cubicBezTo>
                    <a:pt x="12" y="5"/>
                    <a:pt x="13" y="7"/>
                    <a:pt x="15" y="7"/>
                  </a:cubicBezTo>
                  <a:cubicBezTo>
                    <a:pt x="16" y="7"/>
                    <a:pt x="18" y="7"/>
                    <a:pt x="18" y="6"/>
                  </a:cubicBezTo>
                  <a:cubicBezTo>
                    <a:pt x="19" y="5"/>
                    <a:pt x="19" y="4"/>
                    <a:pt x="19" y="3"/>
                  </a:cubicBezTo>
                  <a:cubicBezTo>
                    <a:pt x="20" y="4"/>
                    <a:pt x="21" y="6"/>
                    <a:pt x="21"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
            <p:cNvSpPr>
              <a:spLocks/>
            </p:cNvSpPr>
            <p:nvPr/>
          </p:nvSpPr>
          <p:spPr bwMode="auto">
            <a:xfrm>
              <a:off x="2068513" y="4619626"/>
              <a:ext cx="17463" cy="19050"/>
            </a:xfrm>
            <a:custGeom>
              <a:avLst/>
              <a:gdLst/>
              <a:ahLst/>
              <a:cxnLst>
                <a:cxn ang="0">
                  <a:pos x="8" y="5"/>
                </a:cxn>
                <a:cxn ang="0">
                  <a:pos x="9" y="8"/>
                </a:cxn>
                <a:cxn ang="0">
                  <a:pos x="8" y="10"/>
                </a:cxn>
                <a:cxn ang="0">
                  <a:pos x="5" y="10"/>
                </a:cxn>
                <a:cxn ang="0">
                  <a:pos x="3" y="7"/>
                </a:cxn>
                <a:cxn ang="0">
                  <a:pos x="1" y="5"/>
                </a:cxn>
                <a:cxn ang="0">
                  <a:pos x="1" y="2"/>
                </a:cxn>
                <a:cxn ang="0">
                  <a:pos x="3" y="0"/>
                </a:cxn>
                <a:cxn ang="0">
                  <a:pos x="5" y="4"/>
                </a:cxn>
                <a:cxn ang="0">
                  <a:pos x="8" y="5"/>
                </a:cxn>
              </a:cxnLst>
              <a:rect l="0" t="0" r="r" b="b"/>
              <a:pathLst>
                <a:path w="10" h="11">
                  <a:moveTo>
                    <a:pt x="8" y="5"/>
                  </a:moveTo>
                  <a:cubicBezTo>
                    <a:pt x="8" y="6"/>
                    <a:pt x="10" y="7"/>
                    <a:pt x="9" y="8"/>
                  </a:cubicBezTo>
                  <a:cubicBezTo>
                    <a:pt x="9" y="9"/>
                    <a:pt x="8" y="10"/>
                    <a:pt x="8" y="10"/>
                  </a:cubicBezTo>
                  <a:cubicBezTo>
                    <a:pt x="7" y="11"/>
                    <a:pt x="6" y="10"/>
                    <a:pt x="5" y="10"/>
                  </a:cubicBezTo>
                  <a:cubicBezTo>
                    <a:pt x="4" y="10"/>
                    <a:pt x="3" y="8"/>
                    <a:pt x="3" y="7"/>
                  </a:cubicBezTo>
                  <a:cubicBezTo>
                    <a:pt x="2" y="7"/>
                    <a:pt x="1" y="6"/>
                    <a:pt x="1" y="5"/>
                  </a:cubicBezTo>
                  <a:cubicBezTo>
                    <a:pt x="0" y="4"/>
                    <a:pt x="0" y="2"/>
                    <a:pt x="1" y="2"/>
                  </a:cubicBezTo>
                  <a:cubicBezTo>
                    <a:pt x="1" y="1"/>
                    <a:pt x="2" y="0"/>
                    <a:pt x="3" y="0"/>
                  </a:cubicBezTo>
                  <a:cubicBezTo>
                    <a:pt x="4" y="1"/>
                    <a:pt x="5" y="3"/>
                    <a:pt x="5" y="4"/>
                  </a:cubicBezTo>
                  <a:cubicBezTo>
                    <a:pt x="6" y="4"/>
                    <a:pt x="7" y="5"/>
                    <a:pt x="8"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6"/>
            <p:cNvSpPr>
              <a:spLocks/>
            </p:cNvSpPr>
            <p:nvPr/>
          </p:nvSpPr>
          <p:spPr bwMode="auto">
            <a:xfrm>
              <a:off x="2068513" y="4605338"/>
              <a:ext cx="9525" cy="7938"/>
            </a:xfrm>
            <a:custGeom>
              <a:avLst/>
              <a:gdLst/>
              <a:ahLst/>
              <a:cxnLst>
                <a:cxn ang="0">
                  <a:pos x="5" y="3"/>
                </a:cxn>
                <a:cxn ang="0">
                  <a:pos x="5" y="4"/>
                </a:cxn>
                <a:cxn ang="0">
                  <a:pos x="2" y="5"/>
                </a:cxn>
                <a:cxn ang="0">
                  <a:pos x="0" y="3"/>
                </a:cxn>
                <a:cxn ang="0">
                  <a:pos x="1" y="1"/>
                </a:cxn>
                <a:cxn ang="0">
                  <a:pos x="4" y="1"/>
                </a:cxn>
                <a:cxn ang="0">
                  <a:pos x="5" y="3"/>
                </a:cxn>
              </a:cxnLst>
              <a:rect l="0" t="0" r="r" b="b"/>
              <a:pathLst>
                <a:path w="5" h="5">
                  <a:moveTo>
                    <a:pt x="5" y="3"/>
                  </a:moveTo>
                  <a:cubicBezTo>
                    <a:pt x="5" y="3"/>
                    <a:pt x="5" y="4"/>
                    <a:pt x="5" y="4"/>
                  </a:cubicBezTo>
                  <a:cubicBezTo>
                    <a:pt x="4" y="5"/>
                    <a:pt x="3" y="5"/>
                    <a:pt x="2" y="5"/>
                  </a:cubicBezTo>
                  <a:cubicBezTo>
                    <a:pt x="1" y="5"/>
                    <a:pt x="0" y="4"/>
                    <a:pt x="0" y="3"/>
                  </a:cubicBezTo>
                  <a:cubicBezTo>
                    <a:pt x="0" y="3"/>
                    <a:pt x="0" y="1"/>
                    <a:pt x="1" y="1"/>
                  </a:cubicBezTo>
                  <a:cubicBezTo>
                    <a:pt x="1" y="0"/>
                    <a:pt x="3" y="0"/>
                    <a:pt x="4" y="1"/>
                  </a:cubicBezTo>
                  <a:cubicBezTo>
                    <a:pt x="4" y="1"/>
                    <a:pt x="5" y="2"/>
                    <a:pt x="5"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7"/>
            <p:cNvSpPr>
              <a:spLocks/>
            </p:cNvSpPr>
            <p:nvPr/>
          </p:nvSpPr>
          <p:spPr bwMode="auto">
            <a:xfrm>
              <a:off x="1997075" y="4672013"/>
              <a:ext cx="12700" cy="14288"/>
            </a:xfrm>
            <a:custGeom>
              <a:avLst/>
              <a:gdLst/>
              <a:ahLst/>
              <a:cxnLst>
                <a:cxn ang="0">
                  <a:pos x="7" y="4"/>
                </a:cxn>
                <a:cxn ang="0">
                  <a:pos x="7" y="6"/>
                </a:cxn>
                <a:cxn ang="0">
                  <a:pos x="5" y="8"/>
                </a:cxn>
                <a:cxn ang="0">
                  <a:pos x="2" y="8"/>
                </a:cxn>
                <a:cxn ang="0">
                  <a:pos x="0" y="5"/>
                </a:cxn>
                <a:cxn ang="0">
                  <a:pos x="0" y="3"/>
                </a:cxn>
                <a:cxn ang="0">
                  <a:pos x="3" y="2"/>
                </a:cxn>
                <a:cxn ang="0">
                  <a:pos x="4" y="0"/>
                </a:cxn>
                <a:cxn ang="0">
                  <a:pos x="6" y="1"/>
                </a:cxn>
                <a:cxn ang="0">
                  <a:pos x="7" y="4"/>
                </a:cxn>
              </a:cxnLst>
              <a:rect l="0" t="0" r="r" b="b"/>
              <a:pathLst>
                <a:path w="7" h="8">
                  <a:moveTo>
                    <a:pt x="7" y="4"/>
                  </a:moveTo>
                  <a:cubicBezTo>
                    <a:pt x="7" y="5"/>
                    <a:pt x="7" y="6"/>
                    <a:pt x="7" y="6"/>
                  </a:cubicBezTo>
                  <a:cubicBezTo>
                    <a:pt x="7" y="7"/>
                    <a:pt x="5" y="8"/>
                    <a:pt x="5" y="8"/>
                  </a:cubicBezTo>
                  <a:cubicBezTo>
                    <a:pt x="4" y="8"/>
                    <a:pt x="3" y="8"/>
                    <a:pt x="2" y="8"/>
                  </a:cubicBezTo>
                  <a:cubicBezTo>
                    <a:pt x="1" y="8"/>
                    <a:pt x="0" y="6"/>
                    <a:pt x="0" y="5"/>
                  </a:cubicBezTo>
                  <a:cubicBezTo>
                    <a:pt x="0" y="5"/>
                    <a:pt x="0" y="4"/>
                    <a:pt x="0" y="3"/>
                  </a:cubicBezTo>
                  <a:cubicBezTo>
                    <a:pt x="1" y="3"/>
                    <a:pt x="2" y="2"/>
                    <a:pt x="3" y="2"/>
                  </a:cubicBezTo>
                  <a:cubicBezTo>
                    <a:pt x="3" y="2"/>
                    <a:pt x="4" y="0"/>
                    <a:pt x="4" y="0"/>
                  </a:cubicBezTo>
                  <a:cubicBezTo>
                    <a:pt x="5" y="0"/>
                    <a:pt x="5" y="1"/>
                    <a:pt x="6" y="1"/>
                  </a:cubicBezTo>
                  <a:cubicBezTo>
                    <a:pt x="6" y="2"/>
                    <a:pt x="7" y="3"/>
                    <a:pt x="7"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8"/>
            <p:cNvSpPr>
              <a:spLocks/>
            </p:cNvSpPr>
            <p:nvPr/>
          </p:nvSpPr>
          <p:spPr bwMode="auto">
            <a:xfrm>
              <a:off x="1949450" y="4648201"/>
              <a:ext cx="23813" cy="34925"/>
            </a:xfrm>
            <a:custGeom>
              <a:avLst/>
              <a:gdLst/>
              <a:ahLst/>
              <a:cxnLst>
                <a:cxn ang="0">
                  <a:pos x="12" y="10"/>
                </a:cxn>
                <a:cxn ang="0">
                  <a:pos x="12" y="12"/>
                </a:cxn>
                <a:cxn ang="0">
                  <a:pos x="10" y="14"/>
                </a:cxn>
                <a:cxn ang="0">
                  <a:pos x="10" y="16"/>
                </a:cxn>
                <a:cxn ang="0">
                  <a:pos x="9" y="19"/>
                </a:cxn>
                <a:cxn ang="0">
                  <a:pos x="7" y="19"/>
                </a:cxn>
                <a:cxn ang="0">
                  <a:pos x="6" y="18"/>
                </a:cxn>
                <a:cxn ang="0">
                  <a:pos x="4" y="14"/>
                </a:cxn>
                <a:cxn ang="0">
                  <a:pos x="2" y="11"/>
                </a:cxn>
                <a:cxn ang="0">
                  <a:pos x="0" y="8"/>
                </a:cxn>
                <a:cxn ang="0">
                  <a:pos x="0" y="4"/>
                </a:cxn>
                <a:cxn ang="0">
                  <a:pos x="1" y="1"/>
                </a:cxn>
                <a:cxn ang="0">
                  <a:pos x="3" y="0"/>
                </a:cxn>
                <a:cxn ang="0">
                  <a:pos x="5" y="2"/>
                </a:cxn>
                <a:cxn ang="0">
                  <a:pos x="8" y="5"/>
                </a:cxn>
                <a:cxn ang="0">
                  <a:pos x="10" y="7"/>
                </a:cxn>
                <a:cxn ang="0">
                  <a:pos x="12" y="10"/>
                </a:cxn>
              </a:cxnLst>
              <a:rect l="0" t="0" r="r" b="b"/>
              <a:pathLst>
                <a:path w="13" h="19">
                  <a:moveTo>
                    <a:pt x="12" y="10"/>
                  </a:moveTo>
                  <a:cubicBezTo>
                    <a:pt x="13" y="10"/>
                    <a:pt x="13" y="12"/>
                    <a:pt x="12" y="12"/>
                  </a:cubicBezTo>
                  <a:cubicBezTo>
                    <a:pt x="12" y="13"/>
                    <a:pt x="11" y="14"/>
                    <a:pt x="10" y="14"/>
                  </a:cubicBezTo>
                  <a:cubicBezTo>
                    <a:pt x="10" y="15"/>
                    <a:pt x="10" y="16"/>
                    <a:pt x="10" y="16"/>
                  </a:cubicBezTo>
                  <a:cubicBezTo>
                    <a:pt x="9" y="17"/>
                    <a:pt x="9" y="18"/>
                    <a:pt x="9" y="19"/>
                  </a:cubicBezTo>
                  <a:cubicBezTo>
                    <a:pt x="8" y="19"/>
                    <a:pt x="8" y="19"/>
                    <a:pt x="7" y="19"/>
                  </a:cubicBezTo>
                  <a:cubicBezTo>
                    <a:pt x="7" y="19"/>
                    <a:pt x="6" y="18"/>
                    <a:pt x="6" y="18"/>
                  </a:cubicBezTo>
                  <a:cubicBezTo>
                    <a:pt x="5" y="17"/>
                    <a:pt x="5" y="15"/>
                    <a:pt x="4" y="14"/>
                  </a:cubicBezTo>
                  <a:cubicBezTo>
                    <a:pt x="4" y="13"/>
                    <a:pt x="2" y="12"/>
                    <a:pt x="2" y="11"/>
                  </a:cubicBezTo>
                  <a:cubicBezTo>
                    <a:pt x="1" y="10"/>
                    <a:pt x="0" y="9"/>
                    <a:pt x="0" y="8"/>
                  </a:cubicBezTo>
                  <a:cubicBezTo>
                    <a:pt x="0" y="7"/>
                    <a:pt x="0" y="5"/>
                    <a:pt x="0" y="4"/>
                  </a:cubicBezTo>
                  <a:cubicBezTo>
                    <a:pt x="0" y="3"/>
                    <a:pt x="0" y="1"/>
                    <a:pt x="1" y="1"/>
                  </a:cubicBezTo>
                  <a:cubicBezTo>
                    <a:pt x="2" y="0"/>
                    <a:pt x="3" y="0"/>
                    <a:pt x="3" y="0"/>
                  </a:cubicBezTo>
                  <a:cubicBezTo>
                    <a:pt x="4" y="0"/>
                    <a:pt x="5" y="1"/>
                    <a:pt x="5" y="2"/>
                  </a:cubicBezTo>
                  <a:cubicBezTo>
                    <a:pt x="6" y="2"/>
                    <a:pt x="7" y="4"/>
                    <a:pt x="8" y="5"/>
                  </a:cubicBezTo>
                  <a:cubicBezTo>
                    <a:pt x="8" y="5"/>
                    <a:pt x="9" y="6"/>
                    <a:pt x="10" y="7"/>
                  </a:cubicBezTo>
                  <a:cubicBezTo>
                    <a:pt x="11" y="7"/>
                    <a:pt x="12" y="9"/>
                    <a:pt x="12"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9"/>
            <p:cNvSpPr>
              <a:spLocks/>
            </p:cNvSpPr>
            <p:nvPr/>
          </p:nvSpPr>
          <p:spPr bwMode="auto">
            <a:xfrm>
              <a:off x="1628775" y="4772026"/>
              <a:ext cx="12700" cy="14288"/>
            </a:xfrm>
            <a:custGeom>
              <a:avLst/>
              <a:gdLst/>
              <a:ahLst/>
              <a:cxnLst>
                <a:cxn ang="0">
                  <a:pos x="6" y="5"/>
                </a:cxn>
                <a:cxn ang="0">
                  <a:pos x="6" y="7"/>
                </a:cxn>
                <a:cxn ang="0">
                  <a:pos x="3" y="8"/>
                </a:cxn>
                <a:cxn ang="0">
                  <a:pos x="1" y="5"/>
                </a:cxn>
                <a:cxn ang="0">
                  <a:pos x="0" y="2"/>
                </a:cxn>
                <a:cxn ang="0">
                  <a:pos x="1" y="0"/>
                </a:cxn>
                <a:cxn ang="0">
                  <a:pos x="5" y="3"/>
                </a:cxn>
                <a:cxn ang="0">
                  <a:pos x="6" y="5"/>
                </a:cxn>
              </a:cxnLst>
              <a:rect l="0" t="0" r="r" b="b"/>
              <a:pathLst>
                <a:path w="7" h="8">
                  <a:moveTo>
                    <a:pt x="6" y="5"/>
                  </a:moveTo>
                  <a:cubicBezTo>
                    <a:pt x="7" y="6"/>
                    <a:pt x="6" y="7"/>
                    <a:pt x="6" y="7"/>
                  </a:cubicBezTo>
                  <a:cubicBezTo>
                    <a:pt x="5" y="8"/>
                    <a:pt x="4" y="8"/>
                    <a:pt x="3" y="8"/>
                  </a:cubicBezTo>
                  <a:cubicBezTo>
                    <a:pt x="2" y="8"/>
                    <a:pt x="1" y="6"/>
                    <a:pt x="1" y="5"/>
                  </a:cubicBezTo>
                  <a:cubicBezTo>
                    <a:pt x="0" y="5"/>
                    <a:pt x="0" y="3"/>
                    <a:pt x="0" y="2"/>
                  </a:cubicBezTo>
                  <a:cubicBezTo>
                    <a:pt x="0" y="2"/>
                    <a:pt x="1" y="0"/>
                    <a:pt x="1" y="0"/>
                  </a:cubicBezTo>
                  <a:cubicBezTo>
                    <a:pt x="2" y="0"/>
                    <a:pt x="4" y="2"/>
                    <a:pt x="5" y="3"/>
                  </a:cubicBezTo>
                  <a:cubicBezTo>
                    <a:pt x="5" y="3"/>
                    <a:pt x="6" y="4"/>
                    <a:pt x="6"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20"/>
            <p:cNvSpPr>
              <a:spLocks/>
            </p:cNvSpPr>
            <p:nvPr/>
          </p:nvSpPr>
          <p:spPr bwMode="auto">
            <a:xfrm>
              <a:off x="1612900" y="4783138"/>
              <a:ext cx="14288" cy="14288"/>
            </a:xfrm>
            <a:custGeom>
              <a:avLst/>
              <a:gdLst/>
              <a:ahLst/>
              <a:cxnLst>
                <a:cxn ang="0">
                  <a:pos x="8" y="1"/>
                </a:cxn>
                <a:cxn ang="0">
                  <a:pos x="8" y="4"/>
                </a:cxn>
                <a:cxn ang="0">
                  <a:pos x="7" y="7"/>
                </a:cxn>
                <a:cxn ang="0">
                  <a:pos x="5" y="8"/>
                </a:cxn>
                <a:cxn ang="0">
                  <a:pos x="3" y="6"/>
                </a:cxn>
                <a:cxn ang="0">
                  <a:pos x="3" y="3"/>
                </a:cxn>
                <a:cxn ang="0">
                  <a:pos x="1" y="3"/>
                </a:cxn>
                <a:cxn ang="0">
                  <a:pos x="1" y="1"/>
                </a:cxn>
                <a:cxn ang="0">
                  <a:pos x="4" y="0"/>
                </a:cxn>
                <a:cxn ang="0">
                  <a:pos x="8" y="1"/>
                </a:cxn>
              </a:cxnLst>
              <a:rect l="0" t="0" r="r" b="b"/>
              <a:pathLst>
                <a:path w="8" h="8">
                  <a:moveTo>
                    <a:pt x="8" y="1"/>
                  </a:moveTo>
                  <a:cubicBezTo>
                    <a:pt x="8" y="2"/>
                    <a:pt x="8" y="4"/>
                    <a:pt x="8" y="4"/>
                  </a:cubicBezTo>
                  <a:cubicBezTo>
                    <a:pt x="8" y="5"/>
                    <a:pt x="8" y="7"/>
                    <a:pt x="7" y="7"/>
                  </a:cubicBezTo>
                  <a:cubicBezTo>
                    <a:pt x="7" y="7"/>
                    <a:pt x="6" y="8"/>
                    <a:pt x="5" y="8"/>
                  </a:cubicBezTo>
                  <a:cubicBezTo>
                    <a:pt x="5" y="7"/>
                    <a:pt x="4" y="7"/>
                    <a:pt x="3" y="6"/>
                  </a:cubicBezTo>
                  <a:cubicBezTo>
                    <a:pt x="3" y="5"/>
                    <a:pt x="3" y="4"/>
                    <a:pt x="3" y="3"/>
                  </a:cubicBezTo>
                  <a:cubicBezTo>
                    <a:pt x="3" y="3"/>
                    <a:pt x="1" y="3"/>
                    <a:pt x="1" y="3"/>
                  </a:cubicBezTo>
                  <a:cubicBezTo>
                    <a:pt x="0" y="2"/>
                    <a:pt x="0" y="1"/>
                    <a:pt x="1" y="1"/>
                  </a:cubicBezTo>
                  <a:cubicBezTo>
                    <a:pt x="1" y="0"/>
                    <a:pt x="3" y="0"/>
                    <a:pt x="4" y="0"/>
                  </a:cubicBezTo>
                  <a:cubicBezTo>
                    <a:pt x="5" y="0"/>
                    <a:pt x="7" y="1"/>
                    <a:pt x="8"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1"/>
            <p:cNvSpPr>
              <a:spLocks/>
            </p:cNvSpPr>
            <p:nvPr/>
          </p:nvSpPr>
          <p:spPr bwMode="auto">
            <a:xfrm>
              <a:off x="1427163" y="4394201"/>
              <a:ext cx="711200" cy="444500"/>
            </a:xfrm>
            <a:custGeom>
              <a:avLst/>
              <a:gdLst/>
              <a:ahLst/>
              <a:cxnLst>
                <a:cxn ang="0">
                  <a:pos x="146" y="76"/>
                </a:cxn>
                <a:cxn ang="0">
                  <a:pos x="169" y="83"/>
                </a:cxn>
                <a:cxn ang="0">
                  <a:pos x="194" y="64"/>
                </a:cxn>
                <a:cxn ang="0">
                  <a:pos x="227" y="55"/>
                </a:cxn>
                <a:cxn ang="0">
                  <a:pos x="245" y="45"/>
                </a:cxn>
                <a:cxn ang="0">
                  <a:pos x="242" y="25"/>
                </a:cxn>
                <a:cxn ang="0">
                  <a:pos x="274" y="29"/>
                </a:cxn>
                <a:cxn ang="0">
                  <a:pos x="284" y="13"/>
                </a:cxn>
                <a:cxn ang="0">
                  <a:pos x="323" y="8"/>
                </a:cxn>
                <a:cxn ang="0">
                  <a:pos x="342" y="14"/>
                </a:cxn>
                <a:cxn ang="0">
                  <a:pos x="363" y="39"/>
                </a:cxn>
                <a:cxn ang="0">
                  <a:pos x="392" y="67"/>
                </a:cxn>
                <a:cxn ang="0">
                  <a:pos x="383" y="97"/>
                </a:cxn>
                <a:cxn ang="0">
                  <a:pos x="369" y="116"/>
                </a:cxn>
                <a:cxn ang="0">
                  <a:pos x="360" y="109"/>
                </a:cxn>
                <a:cxn ang="0">
                  <a:pos x="352" y="112"/>
                </a:cxn>
                <a:cxn ang="0">
                  <a:pos x="329" y="97"/>
                </a:cxn>
                <a:cxn ang="0">
                  <a:pos x="336" y="115"/>
                </a:cxn>
                <a:cxn ang="0">
                  <a:pos x="344" y="135"/>
                </a:cxn>
                <a:cxn ang="0">
                  <a:pos x="329" y="124"/>
                </a:cxn>
                <a:cxn ang="0">
                  <a:pos x="323" y="123"/>
                </a:cxn>
                <a:cxn ang="0">
                  <a:pos x="328" y="144"/>
                </a:cxn>
                <a:cxn ang="0">
                  <a:pos x="317" y="139"/>
                </a:cxn>
                <a:cxn ang="0">
                  <a:pos x="307" y="140"/>
                </a:cxn>
                <a:cxn ang="0">
                  <a:pos x="311" y="150"/>
                </a:cxn>
                <a:cxn ang="0">
                  <a:pos x="300" y="129"/>
                </a:cxn>
                <a:cxn ang="0">
                  <a:pos x="292" y="130"/>
                </a:cxn>
                <a:cxn ang="0">
                  <a:pos x="282" y="144"/>
                </a:cxn>
                <a:cxn ang="0">
                  <a:pos x="268" y="149"/>
                </a:cxn>
                <a:cxn ang="0">
                  <a:pos x="250" y="151"/>
                </a:cxn>
                <a:cxn ang="0">
                  <a:pos x="247" y="163"/>
                </a:cxn>
                <a:cxn ang="0">
                  <a:pos x="235" y="169"/>
                </a:cxn>
                <a:cxn ang="0">
                  <a:pos x="224" y="171"/>
                </a:cxn>
                <a:cxn ang="0">
                  <a:pos x="211" y="162"/>
                </a:cxn>
                <a:cxn ang="0">
                  <a:pos x="194" y="177"/>
                </a:cxn>
                <a:cxn ang="0">
                  <a:pos x="181" y="177"/>
                </a:cxn>
                <a:cxn ang="0">
                  <a:pos x="174" y="202"/>
                </a:cxn>
                <a:cxn ang="0">
                  <a:pos x="170" y="192"/>
                </a:cxn>
                <a:cxn ang="0">
                  <a:pos x="156" y="200"/>
                </a:cxn>
                <a:cxn ang="0">
                  <a:pos x="152" y="193"/>
                </a:cxn>
                <a:cxn ang="0">
                  <a:pos x="131" y="196"/>
                </a:cxn>
                <a:cxn ang="0">
                  <a:pos x="115" y="202"/>
                </a:cxn>
                <a:cxn ang="0">
                  <a:pos x="95" y="213"/>
                </a:cxn>
                <a:cxn ang="0">
                  <a:pos x="69" y="208"/>
                </a:cxn>
                <a:cxn ang="0">
                  <a:pos x="71" y="195"/>
                </a:cxn>
                <a:cxn ang="0">
                  <a:pos x="58" y="203"/>
                </a:cxn>
                <a:cxn ang="0">
                  <a:pos x="39" y="227"/>
                </a:cxn>
                <a:cxn ang="0">
                  <a:pos x="26" y="241"/>
                </a:cxn>
                <a:cxn ang="0">
                  <a:pos x="0" y="241"/>
                </a:cxn>
                <a:cxn ang="0">
                  <a:pos x="26" y="226"/>
                </a:cxn>
                <a:cxn ang="0">
                  <a:pos x="45" y="212"/>
                </a:cxn>
                <a:cxn ang="0">
                  <a:pos x="41" y="205"/>
                </a:cxn>
                <a:cxn ang="0">
                  <a:pos x="27" y="217"/>
                </a:cxn>
                <a:cxn ang="0">
                  <a:pos x="36" y="197"/>
                </a:cxn>
                <a:cxn ang="0">
                  <a:pos x="16" y="193"/>
                </a:cxn>
                <a:cxn ang="0">
                  <a:pos x="13" y="180"/>
                </a:cxn>
                <a:cxn ang="0">
                  <a:pos x="44" y="163"/>
                </a:cxn>
                <a:cxn ang="0">
                  <a:pos x="79" y="153"/>
                </a:cxn>
                <a:cxn ang="0">
                  <a:pos x="94" y="123"/>
                </a:cxn>
                <a:cxn ang="0">
                  <a:pos x="100" y="96"/>
                </a:cxn>
                <a:cxn ang="0">
                  <a:pos x="105" y="71"/>
                </a:cxn>
              </a:cxnLst>
              <a:rect l="0" t="0" r="r" b="b"/>
              <a:pathLst>
                <a:path w="392" h="245">
                  <a:moveTo>
                    <a:pt x="115" y="66"/>
                  </a:moveTo>
                  <a:cubicBezTo>
                    <a:pt x="117" y="66"/>
                    <a:pt x="123" y="65"/>
                    <a:pt x="125" y="66"/>
                  </a:cubicBezTo>
                  <a:cubicBezTo>
                    <a:pt x="126" y="66"/>
                    <a:pt x="127" y="68"/>
                    <a:pt x="128" y="68"/>
                  </a:cubicBezTo>
                  <a:cubicBezTo>
                    <a:pt x="131" y="69"/>
                    <a:pt x="136" y="68"/>
                    <a:pt x="139" y="68"/>
                  </a:cubicBezTo>
                  <a:cubicBezTo>
                    <a:pt x="140" y="68"/>
                    <a:pt x="143" y="68"/>
                    <a:pt x="144" y="69"/>
                  </a:cubicBezTo>
                  <a:cubicBezTo>
                    <a:pt x="145" y="70"/>
                    <a:pt x="145" y="74"/>
                    <a:pt x="146" y="76"/>
                  </a:cubicBezTo>
                  <a:cubicBezTo>
                    <a:pt x="147" y="77"/>
                    <a:pt x="149" y="79"/>
                    <a:pt x="150" y="79"/>
                  </a:cubicBezTo>
                  <a:cubicBezTo>
                    <a:pt x="151" y="79"/>
                    <a:pt x="153" y="76"/>
                    <a:pt x="154" y="75"/>
                  </a:cubicBezTo>
                  <a:cubicBezTo>
                    <a:pt x="156" y="74"/>
                    <a:pt x="158" y="73"/>
                    <a:pt x="160" y="73"/>
                  </a:cubicBezTo>
                  <a:cubicBezTo>
                    <a:pt x="161" y="73"/>
                    <a:pt x="165" y="74"/>
                    <a:pt x="165" y="75"/>
                  </a:cubicBezTo>
                  <a:cubicBezTo>
                    <a:pt x="166" y="76"/>
                    <a:pt x="165" y="78"/>
                    <a:pt x="165" y="79"/>
                  </a:cubicBezTo>
                  <a:cubicBezTo>
                    <a:pt x="166" y="81"/>
                    <a:pt x="168" y="82"/>
                    <a:pt x="169" y="83"/>
                  </a:cubicBezTo>
                  <a:cubicBezTo>
                    <a:pt x="171" y="83"/>
                    <a:pt x="175" y="82"/>
                    <a:pt x="177" y="81"/>
                  </a:cubicBezTo>
                  <a:cubicBezTo>
                    <a:pt x="178" y="80"/>
                    <a:pt x="180" y="78"/>
                    <a:pt x="180" y="77"/>
                  </a:cubicBezTo>
                  <a:cubicBezTo>
                    <a:pt x="181" y="76"/>
                    <a:pt x="181" y="73"/>
                    <a:pt x="181" y="71"/>
                  </a:cubicBezTo>
                  <a:cubicBezTo>
                    <a:pt x="181" y="69"/>
                    <a:pt x="180" y="65"/>
                    <a:pt x="181" y="64"/>
                  </a:cubicBezTo>
                  <a:cubicBezTo>
                    <a:pt x="182" y="62"/>
                    <a:pt x="186" y="60"/>
                    <a:pt x="188" y="60"/>
                  </a:cubicBezTo>
                  <a:cubicBezTo>
                    <a:pt x="190" y="60"/>
                    <a:pt x="192" y="63"/>
                    <a:pt x="194" y="64"/>
                  </a:cubicBezTo>
                  <a:cubicBezTo>
                    <a:pt x="196" y="64"/>
                    <a:pt x="199" y="62"/>
                    <a:pt x="201" y="62"/>
                  </a:cubicBezTo>
                  <a:cubicBezTo>
                    <a:pt x="202" y="62"/>
                    <a:pt x="204" y="61"/>
                    <a:pt x="205" y="61"/>
                  </a:cubicBezTo>
                  <a:cubicBezTo>
                    <a:pt x="206" y="61"/>
                    <a:pt x="208" y="63"/>
                    <a:pt x="209" y="63"/>
                  </a:cubicBezTo>
                  <a:cubicBezTo>
                    <a:pt x="211" y="63"/>
                    <a:pt x="214" y="63"/>
                    <a:pt x="215" y="62"/>
                  </a:cubicBezTo>
                  <a:cubicBezTo>
                    <a:pt x="216" y="62"/>
                    <a:pt x="217" y="59"/>
                    <a:pt x="217" y="58"/>
                  </a:cubicBezTo>
                  <a:cubicBezTo>
                    <a:pt x="219" y="57"/>
                    <a:pt x="224" y="55"/>
                    <a:pt x="227" y="55"/>
                  </a:cubicBezTo>
                  <a:cubicBezTo>
                    <a:pt x="229" y="55"/>
                    <a:pt x="231" y="57"/>
                    <a:pt x="233" y="58"/>
                  </a:cubicBezTo>
                  <a:cubicBezTo>
                    <a:pt x="234" y="59"/>
                    <a:pt x="236" y="61"/>
                    <a:pt x="238" y="60"/>
                  </a:cubicBezTo>
                  <a:cubicBezTo>
                    <a:pt x="238" y="60"/>
                    <a:pt x="238" y="57"/>
                    <a:pt x="238" y="56"/>
                  </a:cubicBezTo>
                  <a:cubicBezTo>
                    <a:pt x="238" y="55"/>
                    <a:pt x="236" y="53"/>
                    <a:pt x="236" y="52"/>
                  </a:cubicBezTo>
                  <a:cubicBezTo>
                    <a:pt x="237" y="52"/>
                    <a:pt x="239" y="51"/>
                    <a:pt x="239" y="51"/>
                  </a:cubicBezTo>
                  <a:cubicBezTo>
                    <a:pt x="241" y="50"/>
                    <a:pt x="246" y="47"/>
                    <a:pt x="245" y="45"/>
                  </a:cubicBezTo>
                  <a:cubicBezTo>
                    <a:pt x="245" y="44"/>
                    <a:pt x="241" y="44"/>
                    <a:pt x="240" y="45"/>
                  </a:cubicBezTo>
                  <a:cubicBezTo>
                    <a:pt x="239" y="45"/>
                    <a:pt x="238" y="46"/>
                    <a:pt x="237" y="45"/>
                  </a:cubicBezTo>
                  <a:cubicBezTo>
                    <a:pt x="236" y="44"/>
                    <a:pt x="235" y="41"/>
                    <a:pt x="236" y="39"/>
                  </a:cubicBezTo>
                  <a:cubicBezTo>
                    <a:pt x="236" y="38"/>
                    <a:pt x="238" y="36"/>
                    <a:pt x="239" y="35"/>
                  </a:cubicBezTo>
                  <a:cubicBezTo>
                    <a:pt x="239" y="33"/>
                    <a:pt x="238" y="30"/>
                    <a:pt x="238" y="29"/>
                  </a:cubicBezTo>
                  <a:cubicBezTo>
                    <a:pt x="239" y="28"/>
                    <a:pt x="241" y="25"/>
                    <a:pt x="242" y="25"/>
                  </a:cubicBezTo>
                  <a:cubicBezTo>
                    <a:pt x="244" y="24"/>
                    <a:pt x="248" y="23"/>
                    <a:pt x="250" y="25"/>
                  </a:cubicBezTo>
                  <a:cubicBezTo>
                    <a:pt x="251" y="26"/>
                    <a:pt x="250" y="29"/>
                    <a:pt x="251" y="30"/>
                  </a:cubicBezTo>
                  <a:cubicBezTo>
                    <a:pt x="252" y="32"/>
                    <a:pt x="257" y="32"/>
                    <a:pt x="258" y="33"/>
                  </a:cubicBezTo>
                  <a:cubicBezTo>
                    <a:pt x="260" y="34"/>
                    <a:pt x="262" y="37"/>
                    <a:pt x="263" y="37"/>
                  </a:cubicBezTo>
                  <a:cubicBezTo>
                    <a:pt x="264" y="38"/>
                    <a:pt x="268" y="39"/>
                    <a:pt x="269" y="38"/>
                  </a:cubicBezTo>
                  <a:cubicBezTo>
                    <a:pt x="271" y="37"/>
                    <a:pt x="273" y="32"/>
                    <a:pt x="274" y="29"/>
                  </a:cubicBezTo>
                  <a:cubicBezTo>
                    <a:pt x="274" y="28"/>
                    <a:pt x="274" y="25"/>
                    <a:pt x="274" y="24"/>
                  </a:cubicBezTo>
                  <a:cubicBezTo>
                    <a:pt x="273" y="23"/>
                    <a:pt x="270" y="22"/>
                    <a:pt x="270" y="21"/>
                  </a:cubicBezTo>
                  <a:cubicBezTo>
                    <a:pt x="269" y="20"/>
                    <a:pt x="270" y="17"/>
                    <a:pt x="270" y="16"/>
                  </a:cubicBezTo>
                  <a:cubicBezTo>
                    <a:pt x="271" y="15"/>
                    <a:pt x="275" y="15"/>
                    <a:pt x="276" y="14"/>
                  </a:cubicBezTo>
                  <a:cubicBezTo>
                    <a:pt x="277" y="13"/>
                    <a:pt x="277" y="11"/>
                    <a:pt x="278" y="10"/>
                  </a:cubicBezTo>
                  <a:cubicBezTo>
                    <a:pt x="280" y="10"/>
                    <a:pt x="283" y="12"/>
                    <a:pt x="284" y="13"/>
                  </a:cubicBezTo>
                  <a:cubicBezTo>
                    <a:pt x="286" y="13"/>
                    <a:pt x="289" y="12"/>
                    <a:pt x="291" y="11"/>
                  </a:cubicBezTo>
                  <a:cubicBezTo>
                    <a:pt x="293" y="10"/>
                    <a:pt x="297" y="6"/>
                    <a:pt x="299" y="5"/>
                  </a:cubicBezTo>
                  <a:cubicBezTo>
                    <a:pt x="301" y="4"/>
                    <a:pt x="305" y="2"/>
                    <a:pt x="307" y="3"/>
                  </a:cubicBezTo>
                  <a:cubicBezTo>
                    <a:pt x="308" y="3"/>
                    <a:pt x="309" y="7"/>
                    <a:pt x="311" y="7"/>
                  </a:cubicBezTo>
                  <a:cubicBezTo>
                    <a:pt x="313" y="8"/>
                    <a:pt x="316" y="6"/>
                    <a:pt x="318" y="6"/>
                  </a:cubicBezTo>
                  <a:cubicBezTo>
                    <a:pt x="319" y="7"/>
                    <a:pt x="322" y="9"/>
                    <a:pt x="323" y="8"/>
                  </a:cubicBezTo>
                  <a:cubicBezTo>
                    <a:pt x="324" y="8"/>
                    <a:pt x="325" y="5"/>
                    <a:pt x="326" y="4"/>
                  </a:cubicBezTo>
                  <a:cubicBezTo>
                    <a:pt x="327" y="3"/>
                    <a:pt x="331" y="0"/>
                    <a:pt x="332" y="1"/>
                  </a:cubicBezTo>
                  <a:cubicBezTo>
                    <a:pt x="334" y="1"/>
                    <a:pt x="335" y="5"/>
                    <a:pt x="337" y="6"/>
                  </a:cubicBezTo>
                  <a:cubicBezTo>
                    <a:pt x="338" y="7"/>
                    <a:pt x="341" y="7"/>
                    <a:pt x="344" y="7"/>
                  </a:cubicBezTo>
                  <a:cubicBezTo>
                    <a:pt x="343" y="8"/>
                    <a:pt x="343" y="9"/>
                    <a:pt x="343" y="9"/>
                  </a:cubicBezTo>
                  <a:cubicBezTo>
                    <a:pt x="343" y="11"/>
                    <a:pt x="342" y="13"/>
                    <a:pt x="342" y="14"/>
                  </a:cubicBezTo>
                  <a:cubicBezTo>
                    <a:pt x="342" y="15"/>
                    <a:pt x="342" y="18"/>
                    <a:pt x="343" y="19"/>
                  </a:cubicBezTo>
                  <a:cubicBezTo>
                    <a:pt x="344" y="21"/>
                    <a:pt x="350" y="22"/>
                    <a:pt x="352" y="24"/>
                  </a:cubicBezTo>
                  <a:cubicBezTo>
                    <a:pt x="352" y="25"/>
                    <a:pt x="354" y="27"/>
                    <a:pt x="354" y="28"/>
                  </a:cubicBezTo>
                  <a:cubicBezTo>
                    <a:pt x="355" y="29"/>
                    <a:pt x="355" y="32"/>
                    <a:pt x="356" y="33"/>
                  </a:cubicBezTo>
                  <a:cubicBezTo>
                    <a:pt x="356" y="34"/>
                    <a:pt x="357" y="36"/>
                    <a:pt x="358" y="37"/>
                  </a:cubicBezTo>
                  <a:cubicBezTo>
                    <a:pt x="359" y="38"/>
                    <a:pt x="362" y="38"/>
                    <a:pt x="363" y="39"/>
                  </a:cubicBezTo>
                  <a:cubicBezTo>
                    <a:pt x="365" y="40"/>
                    <a:pt x="366" y="42"/>
                    <a:pt x="367" y="44"/>
                  </a:cubicBezTo>
                  <a:cubicBezTo>
                    <a:pt x="368" y="46"/>
                    <a:pt x="369" y="50"/>
                    <a:pt x="370" y="52"/>
                  </a:cubicBezTo>
                  <a:cubicBezTo>
                    <a:pt x="371" y="53"/>
                    <a:pt x="374" y="56"/>
                    <a:pt x="375" y="57"/>
                  </a:cubicBezTo>
                  <a:cubicBezTo>
                    <a:pt x="377" y="59"/>
                    <a:pt x="381" y="60"/>
                    <a:pt x="383" y="62"/>
                  </a:cubicBezTo>
                  <a:cubicBezTo>
                    <a:pt x="384" y="63"/>
                    <a:pt x="386" y="66"/>
                    <a:pt x="388" y="67"/>
                  </a:cubicBezTo>
                  <a:cubicBezTo>
                    <a:pt x="388" y="67"/>
                    <a:pt x="391" y="67"/>
                    <a:pt x="392" y="67"/>
                  </a:cubicBezTo>
                  <a:cubicBezTo>
                    <a:pt x="391" y="68"/>
                    <a:pt x="390" y="71"/>
                    <a:pt x="390" y="73"/>
                  </a:cubicBezTo>
                  <a:cubicBezTo>
                    <a:pt x="389" y="74"/>
                    <a:pt x="389" y="77"/>
                    <a:pt x="388" y="78"/>
                  </a:cubicBezTo>
                  <a:cubicBezTo>
                    <a:pt x="388" y="80"/>
                    <a:pt x="386" y="82"/>
                    <a:pt x="385" y="83"/>
                  </a:cubicBezTo>
                  <a:cubicBezTo>
                    <a:pt x="385" y="84"/>
                    <a:pt x="384" y="86"/>
                    <a:pt x="383" y="87"/>
                  </a:cubicBezTo>
                  <a:cubicBezTo>
                    <a:pt x="383" y="89"/>
                    <a:pt x="382" y="92"/>
                    <a:pt x="382" y="93"/>
                  </a:cubicBezTo>
                  <a:cubicBezTo>
                    <a:pt x="381" y="94"/>
                    <a:pt x="382" y="96"/>
                    <a:pt x="383" y="97"/>
                  </a:cubicBezTo>
                  <a:cubicBezTo>
                    <a:pt x="383" y="98"/>
                    <a:pt x="384" y="101"/>
                    <a:pt x="384" y="102"/>
                  </a:cubicBezTo>
                  <a:cubicBezTo>
                    <a:pt x="384" y="103"/>
                    <a:pt x="384" y="105"/>
                    <a:pt x="383" y="106"/>
                  </a:cubicBezTo>
                  <a:cubicBezTo>
                    <a:pt x="383" y="107"/>
                    <a:pt x="380" y="108"/>
                    <a:pt x="379" y="109"/>
                  </a:cubicBezTo>
                  <a:cubicBezTo>
                    <a:pt x="378" y="110"/>
                    <a:pt x="376" y="112"/>
                    <a:pt x="375" y="112"/>
                  </a:cubicBezTo>
                  <a:cubicBezTo>
                    <a:pt x="374" y="113"/>
                    <a:pt x="373" y="115"/>
                    <a:pt x="372" y="116"/>
                  </a:cubicBezTo>
                  <a:cubicBezTo>
                    <a:pt x="371" y="116"/>
                    <a:pt x="369" y="116"/>
                    <a:pt x="369" y="116"/>
                  </a:cubicBezTo>
                  <a:cubicBezTo>
                    <a:pt x="367" y="115"/>
                    <a:pt x="367" y="112"/>
                    <a:pt x="366" y="111"/>
                  </a:cubicBezTo>
                  <a:cubicBezTo>
                    <a:pt x="366" y="110"/>
                    <a:pt x="365" y="107"/>
                    <a:pt x="364" y="105"/>
                  </a:cubicBezTo>
                  <a:cubicBezTo>
                    <a:pt x="364" y="104"/>
                    <a:pt x="362" y="102"/>
                    <a:pt x="361" y="102"/>
                  </a:cubicBezTo>
                  <a:cubicBezTo>
                    <a:pt x="360" y="102"/>
                    <a:pt x="359" y="104"/>
                    <a:pt x="359" y="104"/>
                  </a:cubicBezTo>
                  <a:cubicBezTo>
                    <a:pt x="359" y="105"/>
                    <a:pt x="358" y="107"/>
                    <a:pt x="358" y="108"/>
                  </a:cubicBezTo>
                  <a:cubicBezTo>
                    <a:pt x="358" y="109"/>
                    <a:pt x="359" y="109"/>
                    <a:pt x="360" y="109"/>
                  </a:cubicBezTo>
                  <a:cubicBezTo>
                    <a:pt x="360" y="110"/>
                    <a:pt x="361" y="111"/>
                    <a:pt x="362" y="111"/>
                  </a:cubicBezTo>
                  <a:cubicBezTo>
                    <a:pt x="362" y="112"/>
                    <a:pt x="363" y="113"/>
                    <a:pt x="363" y="113"/>
                  </a:cubicBezTo>
                  <a:cubicBezTo>
                    <a:pt x="363" y="114"/>
                    <a:pt x="362" y="115"/>
                    <a:pt x="361" y="115"/>
                  </a:cubicBezTo>
                  <a:cubicBezTo>
                    <a:pt x="360" y="115"/>
                    <a:pt x="358" y="115"/>
                    <a:pt x="357" y="114"/>
                  </a:cubicBezTo>
                  <a:cubicBezTo>
                    <a:pt x="356" y="114"/>
                    <a:pt x="356" y="112"/>
                    <a:pt x="355" y="112"/>
                  </a:cubicBezTo>
                  <a:cubicBezTo>
                    <a:pt x="355" y="112"/>
                    <a:pt x="353" y="112"/>
                    <a:pt x="352" y="112"/>
                  </a:cubicBezTo>
                  <a:cubicBezTo>
                    <a:pt x="352" y="112"/>
                    <a:pt x="351" y="114"/>
                    <a:pt x="350" y="114"/>
                  </a:cubicBezTo>
                  <a:cubicBezTo>
                    <a:pt x="349" y="114"/>
                    <a:pt x="348" y="113"/>
                    <a:pt x="347" y="113"/>
                  </a:cubicBezTo>
                  <a:cubicBezTo>
                    <a:pt x="346" y="112"/>
                    <a:pt x="344" y="110"/>
                    <a:pt x="342" y="108"/>
                  </a:cubicBezTo>
                  <a:cubicBezTo>
                    <a:pt x="341" y="107"/>
                    <a:pt x="340" y="104"/>
                    <a:pt x="338" y="102"/>
                  </a:cubicBezTo>
                  <a:cubicBezTo>
                    <a:pt x="337" y="101"/>
                    <a:pt x="333" y="100"/>
                    <a:pt x="332" y="99"/>
                  </a:cubicBezTo>
                  <a:cubicBezTo>
                    <a:pt x="331" y="99"/>
                    <a:pt x="329" y="97"/>
                    <a:pt x="329" y="97"/>
                  </a:cubicBezTo>
                  <a:cubicBezTo>
                    <a:pt x="328" y="98"/>
                    <a:pt x="329" y="100"/>
                    <a:pt x="329" y="101"/>
                  </a:cubicBezTo>
                  <a:cubicBezTo>
                    <a:pt x="330" y="102"/>
                    <a:pt x="330" y="105"/>
                    <a:pt x="331" y="106"/>
                  </a:cubicBezTo>
                  <a:cubicBezTo>
                    <a:pt x="332" y="107"/>
                    <a:pt x="335" y="109"/>
                    <a:pt x="336" y="110"/>
                  </a:cubicBezTo>
                  <a:cubicBezTo>
                    <a:pt x="337" y="110"/>
                    <a:pt x="340" y="110"/>
                    <a:pt x="340" y="112"/>
                  </a:cubicBezTo>
                  <a:cubicBezTo>
                    <a:pt x="340" y="112"/>
                    <a:pt x="339" y="112"/>
                    <a:pt x="339" y="113"/>
                  </a:cubicBezTo>
                  <a:cubicBezTo>
                    <a:pt x="338" y="113"/>
                    <a:pt x="337" y="115"/>
                    <a:pt x="336" y="115"/>
                  </a:cubicBezTo>
                  <a:cubicBezTo>
                    <a:pt x="336" y="116"/>
                    <a:pt x="337" y="117"/>
                    <a:pt x="337" y="118"/>
                  </a:cubicBezTo>
                  <a:cubicBezTo>
                    <a:pt x="338" y="119"/>
                    <a:pt x="340" y="120"/>
                    <a:pt x="341" y="121"/>
                  </a:cubicBezTo>
                  <a:cubicBezTo>
                    <a:pt x="342" y="122"/>
                    <a:pt x="343" y="124"/>
                    <a:pt x="344" y="125"/>
                  </a:cubicBezTo>
                  <a:cubicBezTo>
                    <a:pt x="344" y="126"/>
                    <a:pt x="345" y="126"/>
                    <a:pt x="345" y="127"/>
                  </a:cubicBezTo>
                  <a:cubicBezTo>
                    <a:pt x="346" y="128"/>
                    <a:pt x="346" y="130"/>
                    <a:pt x="346" y="131"/>
                  </a:cubicBezTo>
                  <a:cubicBezTo>
                    <a:pt x="346" y="132"/>
                    <a:pt x="345" y="134"/>
                    <a:pt x="344" y="135"/>
                  </a:cubicBezTo>
                  <a:cubicBezTo>
                    <a:pt x="343" y="135"/>
                    <a:pt x="341" y="136"/>
                    <a:pt x="340" y="136"/>
                  </a:cubicBezTo>
                  <a:cubicBezTo>
                    <a:pt x="339" y="135"/>
                    <a:pt x="338" y="134"/>
                    <a:pt x="338" y="133"/>
                  </a:cubicBezTo>
                  <a:cubicBezTo>
                    <a:pt x="337" y="132"/>
                    <a:pt x="338" y="130"/>
                    <a:pt x="338" y="129"/>
                  </a:cubicBezTo>
                  <a:cubicBezTo>
                    <a:pt x="338" y="128"/>
                    <a:pt x="336" y="127"/>
                    <a:pt x="336" y="126"/>
                  </a:cubicBezTo>
                  <a:cubicBezTo>
                    <a:pt x="335" y="125"/>
                    <a:pt x="334" y="124"/>
                    <a:pt x="333" y="123"/>
                  </a:cubicBezTo>
                  <a:cubicBezTo>
                    <a:pt x="332" y="123"/>
                    <a:pt x="330" y="124"/>
                    <a:pt x="329" y="124"/>
                  </a:cubicBezTo>
                  <a:cubicBezTo>
                    <a:pt x="329" y="123"/>
                    <a:pt x="328" y="122"/>
                    <a:pt x="327" y="121"/>
                  </a:cubicBezTo>
                  <a:cubicBezTo>
                    <a:pt x="327" y="120"/>
                    <a:pt x="325" y="118"/>
                    <a:pt x="324" y="117"/>
                  </a:cubicBezTo>
                  <a:cubicBezTo>
                    <a:pt x="324" y="116"/>
                    <a:pt x="323" y="115"/>
                    <a:pt x="322" y="115"/>
                  </a:cubicBezTo>
                  <a:cubicBezTo>
                    <a:pt x="321" y="115"/>
                    <a:pt x="320" y="115"/>
                    <a:pt x="320" y="115"/>
                  </a:cubicBezTo>
                  <a:cubicBezTo>
                    <a:pt x="319" y="116"/>
                    <a:pt x="320" y="118"/>
                    <a:pt x="321" y="119"/>
                  </a:cubicBezTo>
                  <a:cubicBezTo>
                    <a:pt x="321" y="120"/>
                    <a:pt x="323" y="122"/>
                    <a:pt x="323" y="123"/>
                  </a:cubicBezTo>
                  <a:cubicBezTo>
                    <a:pt x="324" y="124"/>
                    <a:pt x="325" y="125"/>
                    <a:pt x="325" y="125"/>
                  </a:cubicBezTo>
                  <a:cubicBezTo>
                    <a:pt x="325" y="126"/>
                    <a:pt x="325" y="128"/>
                    <a:pt x="325" y="129"/>
                  </a:cubicBezTo>
                  <a:cubicBezTo>
                    <a:pt x="325" y="130"/>
                    <a:pt x="325" y="132"/>
                    <a:pt x="324" y="133"/>
                  </a:cubicBezTo>
                  <a:cubicBezTo>
                    <a:pt x="324" y="134"/>
                    <a:pt x="323" y="136"/>
                    <a:pt x="324" y="137"/>
                  </a:cubicBezTo>
                  <a:cubicBezTo>
                    <a:pt x="324" y="138"/>
                    <a:pt x="325" y="140"/>
                    <a:pt x="326" y="141"/>
                  </a:cubicBezTo>
                  <a:cubicBezTo>
                    <a:pt x="326" y="142"/>
                    <a:pt x="328" y="143"/>
                    <a:pt x="328" y="144"/>
                  </a:cubicBezTo>
                  <a:cubicBezTo>
                    <a:pt x="328" y="145"/>
                    <a:pt x="328" y="147"/>
                    <a:pt x="327" y="148"/>
                  </a:cubicBezTo>
                  <a:cubicBezTo>
                    <a:pt x="327" y="148"/>
                    <a:pt x="325" y="148"/>
                    <a:pt x="325" y="148"/>
                  </a:cubicBezTo>
                  <a:cubicBezTo>
                    <a:pt x="324" y="148"/>
                    <a:pt x="322" y="147"/>
                    <a:pt x="322" y="147"/>
                  </a:cubicBezTo>
                  <a:cubicBezTo>
                    <a:pt x="321" y="146"/>
                    <a:pt x="321" y="144"/>
                    <a:pt x="321" y="143"/>
                  </a:cubicBezTo>
                  <a:cubicBezTo>
                    <a:pt x="320" y="142"/>
                    <a:pt x="319" y="141"/>
                    <a:pt x="319" y="140"/>
                  </a:cubicBezTo>
                  <a:cubicBezTo>
                    <a:pt x="318" y="140"/>
                    <a:pt x="317" y="139"/>
                    <a:pt x="317" y="139"/>
                  </a:cubicBezTo>
                  <a:cubicBezTo>
                    <a:pt x="316" y="139"/>
                    <a:pt x="315" y="139"/>
                    <a:pt x="315" y="139"/>
                  </a:cubicBezTo>
                  <a:cubicBezTo>
                    <a:pt x="314" y="138"/>
                    <a:pt x="314" y="136"/>
                    <a:pt x="314" y="136"/>
                  </a:cubicBezTo>
                  <a:cubicBezTo>
                    <a:pt x="313" y="135"/>
                    <a:pt x="312" y="133"/>
                    <a:pt x="310" y="132"/>
                  </a:cubicBezTo>
                  <a:cubicBezTo>
                    <a:pt x="310" y="132"/>
                    <a:pt x="308" y="133"/>
                    <a:pt x="307" y="134"/>
                  </a:cubicBezTo>
                  <a:cubicBezTo>
                    <a:pt x="307" y="134"/>
                    <a:pt x="305" y="136"/>
                    <a:pt x="305" y="137"/>
                  </a:cubicBezTo>
                  <a:cubicBezTo>
                    <a:pt x="305" y="138"/>
                    <a:pt x="306" y="139"/>
                    <a:pt x="307" y="140"/>
                  </a:cubicBezTo>
                  <a:cubicBezTo>
                    <a:pt x="308" y="140"/>
                    <a:pt x="309" y="140"/>
                    <a:pt x="310" y="141"/>
                  </a:cubicBezTo>
                  <a:cubicBezTo>
                    <a:pt x="311" y="141"/>
                    <a:pt x="312" y="142"/>
                    <a:pt x="312" y="143"/>
                  </a:cubicBezTo>
                  <a:cubicBezTo>
                    <a:pt x="313" y="143"/>
                    <a:pt x="314" y="143"/>
                    <a:pt x="315" y="143"/>
                  </a:cubicBezTo>
                  <a:cubicBezTo>
                    <a:pt x="315" y="144"/>
                    <a:pt x="315" y="145"/>
                    <a:pt x="314" y="145"/>
                  </a:cubicBezTo>
                  <a:cubicBezTo>
                    <a:pt x="314" y="146"/>
                    <a:pt x="313" y="147"/>
                    <a:pt x="313" y="148"/>
                  </a:cubicBezTo>
                  <a:cubicBezTo>
                    <a:pt x="312" y="148"/>
                    <a:pt x="311" y="150"/>
                    <a:pt x="311" y="150"/>
                  </a:cubicBezTo>
                  <a:cubicBezTo>
                    <a:pt x="310" y="150"/>
                    <a:pt x="307" y="149"/>
                    <a:pt x="306" y="149"/>
                  </a:cubicBezTo>
                  <a:cubicBezTo>
                    <a:pt x="305" y="148"/>
                    <a:pt x="303" y="147"/>
                    <a:pt x="303" y="146"/>
                  </a:cubicBezTo>
                  <a:cubicBezTo>
                    <a:pt x="302" y="145"/>
                    <a:pt x="300" y="143"/>
                    <a:pt x="299" y="141"/>
                  </a:cubicBezTo>
                  <a:cubicBezTo>
                    <a:pt x="298" y="140"/>
                    <a:pt x="297" y="138"/>
                    <a:pt x="296" y="137"/>
                  </a:cubicBezTo>
                  <a:cubicBezTo>
                    <a:pt x="296" y="136"/>
                    <a:pt x="297" y="133"/>
                    <a:pt x="297" y="132"/>
                  </a:cubicBezTo>
                  <a:cubicBezTo>
                    <a:pt x="298" y="131"/>
                    <a:pt x="300" y="130"/>
                    <a:pt x="300" y="129"/>
                  </a:cubicBezTo>
                  <a:cubicBezTo>
                    <a:pt x="301" y="128"/>
                    <a:pt x="302" y="126"/>
                    <a:pt x="302" y="126"/>
                  </a:cubicBezTo>
                  <a:cubicBezTo>
                    <a:pt x="302" y="125"/>
                    <a:pt x="301" y="124"/>
                    <a:pt x="300" y="124"/>
                  </a:cubicBezTo>
                  <a:cubicBezTo>
                    <a:pt x="300" y="124"/>
                    <a:pt x="298" y="123"/>
                    <a:pt x="298" y="124"/>
                  </a:cubicBezTo>
                  <a:cubicBezTo>
                    <a:pt x="297" y="124"/>
                    <a:pt x="296" y="125"/>
                    <a:pt x="296" y="125"/>
                  </a:cubicBezTo>
                  <a:cubicBezTo>
                    <a:pt x="295" y="126"/>
                    <a:pt x="295" y="128"/>
                    <a:pt x="294" y="128"/>
                  </a:cubicBezTo>
                  <a:cubicBezTo>
                    <a:pt x="294" y="129"/>
                    <a:pt x="293" y="130"/>
                    <a:pt x="292" y="130"/>
                  </a:cubicBezTo>
                  <a:cubicBezTo>
                    <a:pt x="291" y="131"/>
                    <a:pt x="289" y="130"/>
                    <a:pt x="289" y="130"/>
                  </a:cubicBezTo>
                  <a:cubicBezTo>
                    <a:pt x="288" y="130"/>
                    <a:pt x="287" y="131"/>
                    <a:pt x="286" y="132"/>
                  </a:cubicBezTo>
                  <a:cubicBezTo>
                    <a:pt x="286" y="133"/>
                    <a:pt x="286" y="135"/>
                    <a:pt x="286" y="136"/>
                  </a:cubicBezTo>
                  <a:cubicBezTo>
                    <a:pt x="286" y="137"/>
                    <a:pt x="286" y="138"/>
                    <a:pt x="285" y="139"/>
                  </a:cubicBezTo>
                  <a:cubicBezTo>
                    <a:pt x="285" y="140"/>
                    <a:pt x="284" y="141"/>
                    <a:pt x="284" y="142"/>
                  </a:cubicBezTo>
                  <a:cubicBezTo>
                    <a:pt x="284" y="142"/>
                    <a:pt x="283" y="144"/>
                    <a:pt x="282" y="144"/>
                  </a:cubicBezTo>
                  <a:cubicBezTo>
                    <a:pt x="282" y="145"/>
                    <a:pt x="282" y="147"/>
                    <a:pt x="282" y="148"/>
                  </a:cubicBezTo>
                  <a:cubicBezTo>
                    <a:pt x="281" y="148"/>
                    <a:pt x="280" y="149"/>
                    <a:pt x="280" y="149"/>
                  </a:cubicBezTo>
                  <a:cubicBezTo>
                    <a:pt x="279" y="149"/>
                    <a:pt x="278" y="148"/>
                    <a:pt x="277" y="148"/>
                  </a:cubicBezTo>
                  <a:cubicBezTo>
                    <a:pt x="277" y="148"/>
                    <a:pt x="275" y="148"/>
                    <a:pt x="275" y="148"/>
                  </a:cubicBezTo>
                  <a:cubicBezTo>
                    <a:pt x="274" y="149"/>
                    <a:pt x="272" y="150"/>
                    <a:pt x="271" y="150"/>
                  </a:cubicBezTo>
                  <a:cubicBezTo>
                    <a:pt x="270" y="150"/>
                    <a:pt x="269" y="150"/>
                    <a:pt x="268" y="149"/>
                  </a:cubicBezTo>
                  <a:cubicBezTo>
                    <a:pt x="267" y="149"/>
                    <a:pt x="267" y="147"/>
                    <a:pt x="266" y="146"/>
                  </a:cubicBezTo>
                  <a:cubicBezTo>
                    <a:pt x="266" y="146"/>
                    <a:pt x="264" y="146"/>
                    <a:pt x="263" y="146"/>
                  </a:cubicBezTo>
                  <a:cubicBezTo>
                    <a:pt x="262" y="147"/>
                    <a:pt x="262" y="149"/>
                    <a:pt x="261" y="149"/>
                  </a:cubicBezTo>
                  <a:cubicBezTo>
                    <a:pt x="260" y="150"/>
                    <a:pt x="257" y="150"/>
                    <a:pt x="256" y="150"/>
                  </a:cubicBezTo>
                  <a:cubicBezTo>
                    <a:pt x="255" y="150"/>
                    <a:pt x="253" y="149"/>
                    <a:pt x="252" y="149"/>
                  </a:cubicBezTo>
                  <a:cubicBezTo>
                    <a:pt x="251" y="149"/>
                    <a:pt x="250" y="150"/>
                    <a:pt x="250" y="151"/>
                  </a:cubicBezTo>
                  <a:cubicBezTo>
                    <a:pt x="249" y="151"/>
                    <a:pt x="247" y="151"/>
                    <a:pt x="247" y="152"/>
                  </a:cubicBezTo>
                  <a:cubicBezTo>
                    <a:pt x="246" y="152"/>
                    <a:pt x="245" y="154"/>
                    <a:pt x="245" y="155"/>
                  </a:cubicBezTo>
                  <a:cubicBezTo>
                    <a:pt x="246" y="156"/>
                    <a:pt x="247" y="156"/>
                    <a:pt x="247" y="157"/>
                  </a:cubicBezTo>
                  <a:cubicBezTo>
                    <a:pt x="248" y="157"/>
                    <a:pt x="249" y="157"/>
                    <a:pt x="250" y="157"/>
                  </a:cubicBezTo>
                  <a:cubicBezTo>
                    <a:pt x="250" y="158"/>
                    <a:pt x="249" y="160"/>
                    <a:pt x="249" y="161"/>
                  </a:cubicBezTo>
                  <a:cubicBezTo>
                    <a:pt x="249" y="161"/>
                    <a:pt x="248" y="163"/>
                    <a:pt x="247" y="163"/>
                  </a:cubicBezTo>
                  <a:cubicBezTo>
                    <a:pt x="246" y="164"/>
                    <a:pt x="244" y="165"/>
                    <a:pt x="243" y="165"/>
                  </a:cubicBezTo>
                  <a:cubicBezTo>
                    <a:pt x="242" y="165"/>
                    <a:pt x="241" y="164"/>
                    <a:pt x="241" y="164"/>
                  </a:cubicBezTo>
                  <a:cubicBezTo>
                    <a:pt x="240" y="163"/>
                    <a:pt x="240" y="161"/>
                    <a:pt x="239" y="160"/>
                  </a:cubicBezTo>
                  <a:cubicBezTo>
                    <a:pt x="238" y="160"/>
                    <a:pt x="236" y="161"/>
                    <a:pt x="235" y="162"/>
                  </a:cubicBezTo>
                  <a:cubicBezTo>
                    <a:pt x="234" y="163"/>
                    <a:pt x="233" y="164"/>
                    <a:pt x="233" y="165"/>
                  </a:cubicBezTo>
                  <a:cubicBezTo>
                    <a:pt x="233" y="166"/>
                    <a:pt x="235" y="168"/>
                    <a:pt x="235" y="169"/>
                  </a:cubicBezTo>
                  <a:cubicBezTo>
                    <a:pt x="235" y="170"/>
                    <a:pt x="235" y="171"/>
                    <a:pt x="235" y="172"/>
                  </a:cubicBezTo>
                  <a:cubicBezTo>
                    <a:pt x="234" y="172"/>
                    <a:pt x="233" y="173"/>
                    <a:pt x="232" y="173"/>
                  </a:cubicBezTo>
                  <a:cubicBezTo>
                    <a:pt x="231" y="173"/>
                    <a:pt x="229" y="173"/>
                    <a:pt x="228" y="172"/>
                  </a:cubicBezTo>
                  <a:cubicBezTo>
                    <a:pt x="227" y="171"/>
                    <a:pt x="228" y="168"/>
                    <a:pt x="227" y="168"/>
                  </a:cubicBezTo>
                  <a:cubicBezTo>
                    <a:pt x="227" y="167"/>
                    <a:pt x="225" y="167"/>
                    <a:pt x="224" y="167"/>
                  </a:cubicBezTo>
                  <a:cubicBezTo>
                    <a:pt x="223" y="168"/>
                    <a:pt x="224" y="170"/>
                    <a:pt x="224" y="171"/>
                  </a:cubicBezTo>
                  <a:cubicBezTo>
                    <a:pt x="223" y="172"/>
                    <a:pt x="221" y="174"/>
                    <a:pt x="220" y="175"/>
                  </a:cubicBezTo>
                  <a:cubicBezTo>
                    <a:pt x="219" y="175"/>
                    <a:pt x="216" y="175"/>
                    <a:pt x="214" y="175"/>
                  </a:cubicBezTo>
                  <a:cubicBezTo>
                    <a:pt x="213" y="174"/>
                    <a:pt x="211" y="173"/>
                    <a:pt x="211" y="172"/>
                  </a:cubicBezTo>
                  <a:cubicBezTo>
                    <a:pt x="211" y="171"/>
                    <a:pt x="211" y="170"/>
                    <a:pt x="211" y="169"/>
                  </a:cubicBezTo>
                  <a:cubicBezTo>
                    <a:pt x="212" y="168"/>
                    <a:pt x="212" y="165"/>
                    <a:pt x="212" y="164"/>
                  </a:cubicBezTo>
                  <a:cubicBezTo>
                    <a:pt x="212" y="164"/>
                    <a:pt x="211" y="162"/>
                    <a:pt x="211" y="162"/>
                  </a:cubicBezTo>
                  <a:cubicBezTo>
                    <a:pt x="210" y="162"/>
                    <a:pt x="208" y="163"/>
                    <a:pt x="208" y="163"/>
                  </a:cubicBezTo>
                  <a:cubicBezTo>
                    <a:pt x="207" y="164"/>
                    <a:pt x="207" y="167"/>
                    <a:pt x="206" y="168"/>
                  </a:cubicBezTo>
                  <a:cubicBezTo>
                    <a:pt x="206" y="169"/>
                    <a:pt x="205" y="171"/>
                    <a:pt x="205" y="171"/>
                  </a:cubicBezTo>
                  <a:cubicBezTo>
                    <a:pt x="204" y="172"/>
                    <a:pt x="202" y="173"/>
                    <a:pt x="201" y="174"/>
                  </a:cubicBezTo>
                  <a:cubicBezTo>
                    <a:pt x="200" y="174"/>
                    <a:pt x="197" y="174"/>
                    <a:pt x="195" y="175"/>
                  </a:cubicBezTo>
                  <a:cubicBezTo>
                    <a:pt x="195" y="175"/>
                    <a:pt x="195" y="177"/>
                    <a:pt x="194" y="177"/>
                  </a:cubicBezTo>
                  <a:cubicBezTo>
                    <a:pt x="193" y="178"/>
                    <a:pt x="191" y="179"/>
                    <a:pt x="190" y="178"/>
                  </a:cubicBezTo>
                  <a:cubicBezTo>
                    <a:pt x="189" y="178"/>
                    <a:pt x="188" y="177"/>
                    <a:pt x="188" y="176"/>
                  </a:cubicBezTo>
                  <a:cubicBezTo>
                    <a:pt x="187" y="175"/>
                    <a:pt x="186" y="174"/>
                    <a:pt x="186" y="173"/>
                  </a:cubicBezTo>
                  <a:cubicBezTo>
                    <a:pt x="185" y="172"/>
                    <a:pt x="184" y="170"/>
                    <a:pt x="183" y="170"/>
                  </a:cubicBezTo>
                  <a:cubicBezTo>
                    <a:pt x="183" y="170"/>
                    <a:pt x="181" y="171"/>
                    <a:pt x="181" y="172"/>
                  </a:cubicBezTo>
                  <a:cubicBezTo>
                    <a:pt x="180" y="173"/>
                    <a:pt x="181" y="175"/>
                    <a:pt x="181" y="177"/>
                  </a:cubicBezTo>
                  <a:cubicBezTo>
                    <a:pt x="181" y="178"/>
                    <a:pt x="183" y="181"/>
                    <a:pt x="183" y="183"/>
                  </a:cubicBezTo>
                  <a:cubicBezTo>
                    <a:pt x="184" y="183"/>
                    <a:pt x="185" y="185"/>
                    <a:pt x="185" y="186"/>
                  </a:cubicBezTo>
                  <a:cubicBezTo>
                    <a:pt x="185" y="188"/>
                    <a:pt x="183" y="190"/>
                    <a:pt x="182" y="192"/>
                  </a:cubicBezTo>
                  <a:cubicBezTo>
                    <a:pt x="181" y="193"/>
                    <a:pt x="179" y="195"/>
                    <a:pt x="178" y="196"/>
                  </a:cubicBezTo>
                  <a:cubicBezTo>
                    <a:pt x="177" y="197"/>
                    <a:pt x="175" y="199"/>
                    <a:pt x="175" y="200"/>
                  </a:cubicBezTo>
                  <a:cubicBezTo>
                    <a:pt x="174" y="200"/>
                    <a:pt x="174" y="202"/>
                    <a:pt x="174" y="202"/>
                  </a:cubicBezTo>
                  <a:cubicBezTo>
                    <a:pt x="173" y="203"/>
                    <a:pt x="172" y="204"/>
                    <a:pt x="171" y="205"/>
                  </a:cubicBezTo>
                  <a:cubicBezTo>
                    <a:pt x="170" y="205"/>
                    <a:pt x="169" y="206"/>
                    <a:pt x="168" y="206"/>
                  </a:cubicBezTo>
                  <a:cubicBezTo>
                    <a:pt x="167" y="205"/>
                    <a:pt x="166" y="203"/>
                    <a:pt x="166" y="202"/>
                  </a:cubicBezTo>
                  <a:cubicBezTo>
                    <a:pt x="166" y="201"/>
                    <a:pt x="166" y="200"/>
                    <a:pt x="167" y="199"/>
                  </a:cubicBezTo>
                  <a:cubicBezTo>
                    <a:pt x="167" y="198"/>
                    <a:pt x="169" y="196"/>
                    <a:pt x="170" y="195"/>
                  </a:cubicBezTo>
                  <a:cubicBezTo>
                    <a:pt x="170" y="195"/>
                    <a:pt x="170" y="193"/>
                    <a:pt x="170" y="192"/>
                  </a:cubicBezTo>
                  <a:cubicBezTo>
                    <a:pt x="169" y="192"/>
                    <a:pt x="168" y="192"/>
                    <a:pt x="167" y="192"/>
                  </a:cubicBezTo>
                  <a:cubicBezTo>
                    <a:pt x="167" y="192"/>
                    <a:pt x="166" y="193"/>
                    <a:pt x="165" y="193"/>
                  </a:cubicBezTo>
                  <a:cubicBezTo>
                    <a:pt x="164" y="194"/>
                    <a:pt x="163" y="195"/>
                    <a:pt x="163" y="196"/>
                  </a:cubicBezTo>
                  <a:cubicBezTo>
                    <a:pt x="163" y="197"/>
                    <a:pt x="163" y="199"/>
                    <a:pt x="162" y="200"/>
                  </a:cubicBezTo>
                  <a:cubicBezTo>
                    <a:pt x="162" y="200"/>
                    <a:pt x="160" y="201"/>
                    <a:pt x="159" y="201"/>
                  </a:cubicBezTo>
                  <a:cubicBezTo>
                    <a:pt x="159" y="201"/>
                    <a:pt x="157" y="201"/>
                    <a:pt x="156" y="200"/>
                  </a:cubicBezTo>
                  <a:cubicBezTo>
                    <a:pt x="156" y="200"/>
                    <a:pt x="156" y="198"/>
                    <a:pt x="156" y="198"/>
                  </a:cubicBezTo>
                  <a:cubicBezTo>
                    <a:pt x="157" y="197"/>
                    <a:pt x="158" y="195"/>
                    <a:pt x="159" y="194"/>
                  </a:cubicBezTo>
                  <a:cubicBezTo>
                    <a:pt x="159" y="193"/>
                    <a:pt x="159" y="191"/>
                    <a:pt x="158" y="190"/>
                  </a:cubicBezTo>
                  <a:cubicBezTo>
                    <a:pt x="158" y="189"/>
                    <a:pt x="157" y="188"/>
                    <a:pt x="156" y="188"/>
                  </a:cubicBezTo>
                  <a:cubicBezTo>
                    <a:pt x="156" y="188"/>
                    <a:pt x="154" y="188"/>
                    <a:pt x="154" y="189"/>
                  </a:cubicBezTo>
                  <a:cubicBezTo>
                    <a:pt x="153" y="189"/>
                    <a:pt x="152" y="192"/>
                    <a:pt x="152" y="193"/>
                  </a:cubicBezTo>
                  <a:cubicBezTo>
                    <a:pt x="151" y="193"/>
                    <a:pt x="149" y="194"/>
                    <a:pt x="148" y="195"/>
                  </a:cubicBezTo>
                  <a:cubicBezTo>
                    <a:pt x="148" y="195"/>
                    <a:pt x="147" y="196"/>
                    <a:pt x="146" y="196"/>
                  </a:cubicBezTo>
                  <a:cubicBezTo>
                    <a:pt x="145" y="196"/>
                    <a:pt x="144" y="195"/>
                    <a:pt x="143" y="195"/>
                  </a:cubicBezTo>
                  <a:cubicBezTo>
                    <a:pt x="142" y="195"/>
                    <a:pt x="140" y="195"/>
                    <a:pt x="139" y="195"/>
                  </a:cubicBezTo>
                  <a:cubicBezTo>
                    <a:pt x="138" y="195"/>
                    <a:pt x="136" y="197"/>
                    <a:pt x="135" y="198"/>
                  </a:cubicBezTo>
                  <a:cubicBezTo>
                    <a:pt x="134" y="198"/>
                    <a:pt x="132" y="196"/>
                    <a:pt x="131" y="196"/>
                  </a:cubicBezTo>
                  <a:cubicBezTo>
                    <a:pt x="130" y="196"/>
                    <a:pt x="129" y="198"/>
                    <a:pt x="128" y="198"/>
                  </a:cubicBezTo>
                  <a:cubicBezTo>
                    <a:pt x="127" y="199"/>
                    <a:pt x="126" y="200"/>
                    <a:pt x="124" y="200"/>
                  </a:cubicBezTo>
                  <a:cubicBezTo>
                    <a:pt x="124" y="201"/>
                    <a:pt x="122" y="200"/>
                    <a:pt x="122" y="200"/>
                  </a:cubicBezTo>
                  <a:cubicBezTo>
                    <a:pt x="121" y="200"/>
                    <a:pt x="120" y="198"/>
                    <a:pt x="119" y="198"/>
                  </a:cubicBezTo>
                  <a:cubicBezTo>
                    <a:pt x="118" y="198"/>
                    <a:pt x="117" y="199"/>
                    <a:pt x="117" y="200"/>
                  </a:cubicBezTo>
                  <a:cubicBezTo>
                    <a:pt x="116" y="200"/>
                    <a:pt x="116" y="202"/>
                    <a:pt x="115" y="202"/>
                  </a:cubicBezTo>
                  <a:cubicBezTo>
                    <a:pt x="115" y="203"/>
                    <a:pt x="113" y="204"/>
                    <a:pt x="113" y="204"/>
                  </a:cubicBezTo>
                  <a:cubicBezTo>
                    <a:pt x="111" y="204"/>
                    <a:pt x="109" y="204"/>
                    <a:pt x="107" y="204"/>
                  </a:cubicBezTo>
                  <a:cubicBezTo>
                    <a:pt x="107" y="205"/>
                    <a:pt x="105" y="206"/>
                    <a:pt x="104" y="206"/>
                  </a:cubicBezTo>
                  <a:cubicBezTo>
                    <a:pt x="104" y="207"/>
                    <a:pt x="102" y="208"/>
                    <a:pt x="102" y="209"/>
                  </a:cubicBezTo>
                  <a:cubicBezTo>
                    <a:pt x="101" y="210"/>
                    <a:pt x="99" y="211"/>
                    <a:pt x="99" y="212"/>
                  </a:cubicBezTo>
                  <a:cubicBezTo>
                    <a:pt x="98" y="212"/>
                    <a:pt x="96" y="213"/>
                    <a:pt x="95" y="213"/>
                  </a:cubicBezTo>
                  <a:cubicBezTo>
                    <a:pt x="93" y="213"/>
                    <a:pt x="90" y="212"/>
                    <a:pt x="89" y="212"/>
                  </a:cubicBezTo>
                  <a:cubicBezTo>
                    <a:pt x="87" y="211"/>
                    <a:pt x="84" y="209"/>
                    <a:pt x="82" y="209"/>
                  </a:cubicBezTo>
                  <a:cubicBezTo>
                    <a:pt x="81" y="209"/>
                    <a:pt x="79" y="211"/>
                    <a:pt x="78" y="211"/>
                  </a:cubicBezTo>
                  <a:cubicBezTo>
                    <a:pt x="77" y="211"/>
                    <a:pt x="76" y="210"/>
                    <a:pt x="75" y="210"/>
                  </a:cubicBezTo>
                  <a:cubicBezTo>
                    <a:pt x="75" y="209"/>
                    <a:pt x="74" y="208"/>
                    <a:pt x="73" y="208"/>
                  </a:cubicBezTo>
                  <a:cubicBezTo>
                    <a:pt x="72" y="208"/>
                    <a:pt x="70" y="208"/>
                    <a:pt x="69" y="208"/>
                  </a:cubicBezTo>
                  <a:cubicBezTo>
                    <a:pt x="68" y="208"/>
                    <a:pt x="65" y="209"/>
                    <a:pt x="64" y="209"/>
                  </a:cubicBezTo>
                  <a:cubicBezTo>
                    <a:pt x="63" y="210"/>
                    <a:pt x="62" y="211"/>
                    <a:pt x="61" y="211"/>
                  </a:cubicBezTo>
                  <a:cubicBezTo>
                    <a:pt x="61" y="211"/>
                    <a:pt x="60" y="209"/>
                    <a:pt x="60" y="209"/>
                  </a:cubicBezTo>
                  <a:cubicBezTo>
                    <a:pt x="60" y="208"/>
                    <a:pt x="61" y="207"/>
                    <a:pt x="61" y="206"/>
                  </a:cubicBezTo>
                  <a:cubicBezTo>
                    <a:pt x="62" y="204"/>
                    <a:pt x="65" y="202"/>
                    <a:pt x="66" y="201"/>
                  </a:cubicBezTo>
                  <a:cubicBezTo>
                    <a:pt x="67" y="200"/>
                    <a:pt x="70" y="197"/>
                    <a:pt x="71" y="195"/>
                  </a:cubicBezTo>
                  <a:cubicBezTo>
                    <a:pt x="71" y="194"/>
                    <a:pt x="71" y="192"/>
                    <a:pt x="71" y="191"/>
                  </a:cubicBezTo>
                  <a:cubicBezTo>
                    <a:pt x="70" y="190"/>
                    <a:pt x="70" y="188"/>
                    <a:pt x="70" y="188"/>
                  </a:cubicBezTo>
                  <a:cubicBezTo>
                    <a:pt x="68" y="187"/>
                    <a:pt x="66" y="190"/>
                    <a:pt x="65" y="191"/>
                  </a:cubicBezTo>
                  <a:cubicBezTo>
                    <a:pt x="64" y="192"/>
                    <a:pt x="63" y="194"/>
                    <a:pt x="62" y="196"/>
                  </a:cubicBezTo>
                  <a:cubicBezTo>
                    <a:pt x="62" y="196"/>
                    <a:pt x="61" y="198"/>
                    <a:pt x="61" y="199"/>
                  </a:cubicBezTo>
                  <a:cubicBezTo>
                    <a:pt x="60" y="200"/>
                    <a:pt x="59" y="202"/>
                    <a:pt x="58" y="203"/>
                  </a:cubicBezTo>
                  <a:cubicBezTo>
                    <a:pt x="57" y="203"/>
                    <a:pt x="56" y="205"/>
                    <a:pt x="55" y="206"/>
                  </a:cubicBezTo>
                  <a:cubicBezTo>
                    <a:pt x="55" y="207"/>
                    <a:pt x="54" y="209"/>
                    <a:pt x="53" y="210"/>
                  </a:cubicBezTo>
                  <a:cubicBezTo>
                    <a:pt x="53" y="211"/>
                    <a:pt x="51" y="213"/>
                    <a:pt x="51" y="214"/>
                  </a:cubicBezTo>
                  <a:cubicBezTo>
                    <a:pt x="50" y="216"/>
                    <a:pt x="48" y="219"/>
                    <a:pt x="47" y="221"/>
                  </a:cubicBezTo>
                  <a:cubicBezTo>
                    <a:pt x="46" y="222"/>
                    <a:pt x="45" y="225"/>
                    <a:pt x="44" y="225"/>
                  </a:cubicBezTo>
                  <a:cubicBezTo>
                    <a:pt x="42" y="226"/>
                    <a:pt x="40" y="226"/>
                    <a:pt x="39" y="227"/>
                  </a:cubicBezTo>
                  <a:cubicBezTo>
                    <a:pt x="38" y="227"/>
                    <a:pt x="36" y="228"/>
                    <a:pt x="35" y="229"/>
                  </a:cubicBezTo>
                  <a:cubicBezTo>
                    <a:pt x="35" y="230"/>
                    <a:pt x="36" y="232"/>
                    <a:pt x="36" y="233"/>
                  </a:cubicBezTo>
                  <a:cubicBezTo>
                    <a:pt x="36" y="233"/>
                    <a:pt x="37" y="234"/>
                    <a:pt x="38" y="235"/>
                  </a:cubicBezTo>
                  <a:cubicBezTo>
                    <a:pt x="38" y="236"/>
                    <a:pt x="37" y="237"/>
                    <a:pt x="36" y="238"/>
                  </a:cubicBezTo>
                  <a:cubicBezTo>
                    <a:pt x="36" y="238"/>
                    <a:pt x="34" y="240"/>
                    <a:pt x="33" y="240"/>
                  </a:cubicBezTo>
                  <a:cubicBezTo>
                    <a:pt x="31" y="241"/>
                    <a:pt x="28" y="241"/>
                    <a:pt x="26" y="241"/>
                  </a:cubicBezTo>
                  <a:cubicBezTo>
                    <a:pt x="24" y="241"/>
                    <a:pt x="21" y="240"/>
                    <a:pt x="19" y="241"/>
                  </a:cubicBezTo>
                  <a:cubicBezTo>
                    <a:pt x="18" y="241"/>
                    <a:pt x="16" y="242"/>
                    <a:pt x="15" y="242"/>
                  </a:cubicBezTo>
                  <a:cubicBezTo>
                    <a:pt x="13" y="242"/>
                    <a:pt x="11" y="241"/>
                    <a:pt x="10" y="241"/>
                  </a:cubicBezTo>
                  <a:cubicBezTo>
                    <a:pt x="8" y="241"/>
                    <a:pt x="5" y="241"/>
                    <a:pt x="4" y="242"/>
                  </a:cubicBezTo>
                  <a:cubicBezTo>
                    <a:pt x="3" y="242"/>
                    <a:pt x="2" y="245"/>
                    <a:pt x="1" y="245"/>
                  </a:cubicBezTo>
                  <a:cubicBezTo>
                    <a:pt x="0" y="244"/>
                    <a:pt x="0" y="242"/>
                    <a:pt x="0" y="241"/>
                  </a:cubicBezTo>
                  <a:cubicBezTo>
                    <a:pt x="0" y="239"/>
                    <a:pt x="1" y="236"/>
                    <a:pt x="3" y="235"/>
                  </a:cubicBezTo>
                  <a:cubicBezTo>
                    <a:pt x="5" y="234"/>
                    <a:pt x="9" y="236"/>
                    <a:pt x="10" y="235"/>
                  </a:cubicBezTo>
                  <a:cubicBezTo>
                    <a:pt x="12" y="235"/>
                    <a:pt x="14" y="233"/>
                    <a:pt x="15" y="232"/>
                  </a:cubicBezTo>
                  <a:cubicBezTo>
                    <a:pt x="16" y="232"/>
                    <a:pt x="17" y="230"/>
                    <a:pt x="18" y="230"/>
                  </a:cubicBezTo>
                  <a:cubicBezTo>
                    <a:pt x="19" y="229"/>
                    <a:pt x="22" y="229"/>
                    <a:pt x="23" y="228"/>
                  </a:cubicBezTo>
                  <a:cubicBezTo>
                    <a:pt x="24" y="228"/>
                    <a:pt x="26" y="227"/>
                    <a:pt x="26" y="226"/>
                  </a:cubicBezTo>
                  <a:cubicBezTo>
                    <a:pt x="27" y="226"/>
                    <a:pt x="27" y="224"/>
                    <a:pt x="27" y="223"/>
                  </a:cubicBezTo>
                  <a:cubicBezTo>
                    <a:pt x="27" y="222"/>
                    <a:pt x="28" y="220"/>
                    <a:pt x="29" y="220"/>
                  </a:cubicBezTo>
                  <a:cubicBezTo>
                    <a:pt x="30" y="220"/>
                    <a:pt x="33" y="221"/>
                    <a:pt x="34" y="221"/>
                  </a:cubicBezTo>
                  <a:cubicBezTo>
                    <a:pt x="35" y="221"/>
                    <a:pt x="36" y="221"/>
                    <a:pt x="37" y="221"/>
                  </a:cubicBezTo>
                  <a:cubicBezTo>
                    <a:pt x="39" y="220"/>
                    <a:pt x="41" y="217"/>
                    <a:pt x="42" y="216"/>
                  </a:cubicBezTo>
                  <a:cubicBezTo>
                    <a:pt x="43" y="215"/>
                    <a:pt x="44" y="213"/>
                    <a:pt x="45" y="212"/>
                  </a:cubicBezTo>
                  <a:cubicBezTo>
                    <a:pt x="45" y="211"/>
                    <a:pt x="46" y="208"/>
                    <a:pt x="47" y="207"/>
                  </a:cubicBezTo>
                  <a:cubicBezTo>
                    <a:pt x="47" y="206"/>
                    <a:pt x="47" y="204"/>
                    <a:pt x="47" y="203"/>
                  </a:cubicBezTo>
                  <a:cubicBezTo>
                    <a:pt x="47" y="202"/>
                    <a:pt x="48" y="200"/>
                    <a:pt x="47" y="199"/>
                  </a:cubicBezTo>
                  <a:cubicBezTo>
                    <a:pt x="46" y="198"/>
                    <a:pt x="45" y="199"/>
                    <a:pt x="44" y="199"/>
                  </a:cubicBezTo>
                  <a:cubicBezTo>
                    <a:pt x="43" y="199"/>
                    <a:pt x="42" y="201"/>
                    <a:pt x="42" y="202"/>
                  </a:cubicBezTo>
                  <a:cubicBezTo>
                    <a:pt x="41" y="202"/>
                    <a:pt x="41" y="204"/>
                    <a:pt x="41" y="205"/>
                  </a:cubicBezTo>
                  <a:cubicBezTo>
                    <a:pt x="40" y="206"/>
                    <a:pt x="40" y="209"/>
                    <a:pt x="39" y="210"/>
                  </a:cubicBezTo>
                  <a:cubicBezTo>
                    <a:pt x="39" y="211"/>
                    <a:pt x="38" y="213"/>
                    <a:pt x="37" y="214"/>
                  </a:cubicBezTo>
                  <a:cubicBezTo>
                    <a:pt x="37" y="214"/>
                    <a:pt x="36" y="215"/>
                    <a:pt x="35" y="215"/>
                  </a:cubicBezTo>
                  <a:cubicBezTo>
                    <a:pt x="34" y="215"/>
                    <a:pt x="33" y="213"/>
                    <a:pt x="32" y="214"/>
                  </a:cubicBezTo>
                  <a:cubicBezTo>
                    <a:pt x="31" y="214"/>
                    <a:pt x="31" y="215"/>
                    <a:pt x="31" y="215"/>
                  </a:cubicBezTo>
                  <a:cubicBezTo>
                    <a:pt x="30" y="216"/>
                    <a:pt x="28" y="216"/>
                    <a:pt x="27" y="217"/>
                  </a:cubicBezTo>
                  <a:cubicBezTo>
                    <a:pt x="26" y="217"/>
                    <a:pt x="24" y="216"/>
                    <a:pt x="24" y="215"/>
                  </a:cubicBezTo>
                  <a:cubicBezTo>
                    <a:pt x="23" y="214"/>
                    <a:pt x="25" y="211"/>
                    <a:pt x="25" y="210"/>
                  </a:cubicBezTo>
                  <a:cubicBezTo>
                    <a:pt x="26" y="208"/>
                    <a:pt x="27" y="206"/>
                    <a:pt x="28" y="206"/>
                  </a:cubicBezTo>
                  <a:cubicBezTo>
                    <a:pt x="29" y="205"/>
                    <a:pt x="31" y="204"/>
                    <a:pt x="32" y="204"/>
                  </a:cubicBezTo>
                  <a:cubicBezTo>
                    <a:pt x="32" y="203"/>
                    <a:pt x="34" y="202"/>
                    <a:pt x="35" y="201"/>
                  </a:cubicBezTo>
                  <a:cubicBezTo>
                    <a:pt x="35" y="200"/>
                    <a:pt x="36" y="198"/>
                    <a:pt x="36" y="197"/>
                  </a:cubicBezTo>
                  <a:cubicBezTo>
                    <a:pt x="36" y="196"/>
                    <a:pt x="36" y="194"/>
                    <a:pt x="36" y="193"/>
                  </a:cubicBezTo>
                  <a:cubicBezTo>
                    <a:pt x="35" y="193"/>
                    <a:pt x="33" y="192"/>
                    <a:pt x="32" y="191"/>
                  </a:cubicBezTo>
                  <a:cubicBezTo>
                    <a:pt x="31" y="191"/>
                    <a:pt x="28" y="190"/>
                    <a:pt x="27" y="190"/>
                  </a:cubicBezTo>
                  <a:cubicBezTo>
                    <a:pt x="26" y="191"/>
                    <a:pt x="25" y="191"/>
                    <a:pt x="24" y="192"/>
                  </a:cubicBezTo>
                  <a:cubicBezTo>
                    <a:pt x="23" y="193"/>
                    <a:pt x="22" y="195"/>
                    <a:pt x="20" y="196"/>
                  </a:cubicBezTo>
                  <a:cubicBezTo>
                    <a:pt x="19" y="196"/>
                    <a:pt x="17" y="194"/>
                    <a:pt x="16" y="193"/>
                  </a:cubicBezTo>
                  <a:cubicBezTo>
                    <a:pt x="15" y="193"/>
                    <a:pt x="14" y="191"/>
                    <a:pt x="13" y="191"/>
                  </a:cubicBezTo>
                  <a:cubicBezTo>
                    <a:pt x="12" y="190"/>
                    <a:pt x="9" y="190"/>
                    <a:pt x="8" y="189"/>
                  </a:cubicBezTo>
                  <a:cubicBezTo>
                    <a:pt x="8" y="189"/>
                    <a:pt x="8" y="188"/>
                    <a:pt x="8" y="187"/>
                  </a:cubicBezTo>
                  <a:cubicBezTo>
                    <a:pt x="8" y="186"/>
                    <a:pt x="9" y="185"/>
                    <a:pt x="10" y="184"/>
                  </a:cubicBezTo>
                  <a:cubicBezTo>
                    <a:pt x="10" y="183"/>
                    <a:pt x="10" y="183"/>
                    <a:pt x="9" y="182"/>
                  </a:cubicBezTo>
                  <a:cubicBezTo>
                    <a:pt x="10" y="181"/>
                    <a:pt x="12" y="180"/>
                    <a:pt x="13" y="180"/>
                  </a:cubicBezTo>
                  <a:cubicBezTo>
                    <a:pt x="14" y="180"/>
                    <a:pt x="16" y="182"/>
                    <a:pt x="17" y="182"/>
                  </a:cubicBezTo>
                  <a:cubicBezTo>
                    <a:pt x="18" y="182"/>
                    <a:pt x="22" y="182"/>
                    <a:pt x="23" y="182"/>
                  </a:cubicBezTo>
                  <a:cubicBezTo>
                    <a:pt x="25" y="181"/>
                    <a:pt x="27" y="178"/>
                    <a:pt x="28" y="177"/>
                  </a:cubicBezTo>
                  <a:cubicBezTo>
                    <a:pt x="30" y="176"/>
                    <a:pt x="34" y="177"/>
                    <a:pt x="36" y="176"/>
                  </a:cubicBezTo>
                  <a:cubicBezTo>
                    <a:pt x="37" y="174"/>
                    <a:pt x="39" y="171"/>
                    <a:pt x="40" y="169"/>
                  </a:cubicBezTo>
                  <a:cubicBezTo>
                    <a:pt x="41" y="168"/>
                    <a:pt x="42" y="163"/>
                    <a:pt x="44" y="163"/>
                  </a:cubicBezTo>
                  <a:cubicBezTo>
                    <a:pt x="45" y="162"/>
                    <a:pt x="47" y="166"/>
                    <a:pt x="49" y="167"/>
                  </a:cubicBezTo>
                  <a:cubicBezTo>
                    <a:pt x="51" y="167"/>
                    <a:pt x="54" y="167"/>
                    <a:pt x="56" y="167"/>
                  </a:cubicBezTo>
                  <a:cubicBezTo>
                    <a:pt x="58" y="167"/>
                    <a:pt x="61" y="165"/>
                    <a:pt x="62" y="164"/>
                  </a:cubicBezTo>
                  <a:cubicBezTo>
                    <a:pt x="64" y="163"/>
                    <a:pt x="68" y="161"/>
                    <a:pt x="70" y="160"/>
                  </a:cubicBezTo>
                  <a:cubicBezTo>
                    <a:pt x="72" y="159"/>
                    <a:pt x="76" y="160"/>
                    <a:pt x="77" y="159"/>
                  </a:cubicBezTo>
                  <a:cubicBezTo>
                    <a:pt x="78" y="158"/>
                    <a:pt x="79" y="155"/>
                    <a:pt x="79" y="153"/>
                  </a:cubicBezTo>
                  <a:cubicBezTo>
                    <a:pt x="78" y="152"/>
                    <a:pt x="76" y="149"/>
                    <a:pt x="76" y="148"/>
                  </a:cubicBezTo>
                  <a:cubicBezTo>
                    <a:pt x="76" y="147"/>
                    <a:pt x="77" y="144"/>
                    <a:pt x="78" y="143"/>
                  </a:cubicBezTo>
                  <a:cubicBezTo>
                    <a:pt x="79" y="142"/>
                    <a:pt x="83" y="140"/>
                    <a:pt x="84" y="139"/>
                  </a:cubicBezTo>
                  <a:cubicBezTo>
                    <a:pt x="86" y="137"/>
                    <a:pt x="89" y="135"/>
                    <a:pt x="90" y="133"/>
                  </a:cubicBezTo>
                  <a:cubicBezTo>
                    <a:pt x="90" y="132"/>
                    <a:pt x="89" y="129"/>
                    <a:pt x="90" y="127"/>
                  </a:cubicBezTo>
                  <a:cubicBezTo>
                    <a:pt x="90" y="126"/>
                    <a:pt x="93" y="124"/>
                    <a:pt x="94" y="123"/>
                  </a:cubicBezTo>
                  <a:cubicBezTo>
                    <a:pt x="94" y="122"/>
                    <a:pt x="96" y="119"/>
                    <a:pt x="96" y="118"/>
                  </a:cubicBezTo>
                  <a:cubicBezTo>
                    <a:pt x="96" y="116"/>
                    <a:pt x="97" y="112"/>
                    <a:pt x="96" y="111"/>
                  </a:cubicBezTo>
                  <a:cubicBezTo>
                    <a:pt x="95" y="109"/>
                    <a:pt x="92" y="108"/>
                    <a:pt x="91" y="107"/>
                  </a:cubicBezTo>
                  <a:cubicBezTo>
                    <a:pt x="91" y="105"/>
                    <a:pt x="92" y="103"/>
                    <a:pt x="92" y="101"/>
                  </a:cubicBezTo>
                  <a:cubicBezTo>
                    <a:pt x="92" y="101"/>
                    <a:pt x="92" y="101"/>
                    <a:pt x="92" y="101"/>
                  </a:cubicBezTo>
                  <a:cubicBezTo>
                    <a:pt x="94" y="99"/>
                    <a:pt x="98" y="98"/>
                    <a:pt x="100" y="96"/>
                  </a:cubicBezTo>
                  <a:cubicBezTo>
                    <a:pt x="101" y="95"/>
                    <a:pt x="104" y="92"/>
                    <a:pt x="104" y="90"/>
                  </a:cubicBezTo>
                  <a:cubicBezTo>
                    <a:pt x="104" y="88"/>
                    <a:pt x="101" y="86"/>
                    <a:pt x="102" y="84"/>
                  </a:cubicBezTo>
                  <a:cubicBezTo>
                    <a:pt x="102" y="83"/>
                    <a:pt x="104" y="83"/>
                    <a:pt x="105" y="82"/>
                  </a:cubicBezTo>
                  <a:cubicBezTo>
                    <a:pt x="106" y="81"/>
                    <a:pt x="107" y="79"/>
                    <a:pt x="107" y="78"/>
                  </a:cubicBezTo>
                  <a:cubicBezTo>
                    <a:pt x="107" y="77"/>
                    <a:pt x="108" y="75"/>
                    <a:pt x="108" y="74"/>
                  </a:cubicBezTo>
                  <a:cubicBezTo>
                    <a:pt x="108" y="73"/>
                    <a:pt x="106" y="72"/>
                    <a:pt x="105" y="71"/>
                  </a:cubicBezTo>
                  <a:cubicBezTo>
                    <a:pt x="105" y="70"/>
                    <a:pt x="106" y="68"/>
                    <a:pt x="106" y="67"/>
                  </a:cubicBezTo>
                  <a:cubicBezTo>
                    <a:pt x="107" y="66"/>
                    <a:pt x="108" y="64"/>
                    <a:pt x="109" y="64"/>
                  </a:cubicBezTo>
                  <a:cubicBezTo>
                    <a:pt x="111" y="63"/>
                    <a:pt x="113" y="66"/>
                    <a:pt x="115" y="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22"/>
            <p:cNvSpPr>
              <a:spLocks/>
            </p:cNvSpPr>
            <p:nvPr/>
          </p:nvSpPr>
          <p:spPr bwMode="auto">
            <a:xfrm>
              <a:off x="1520825" y="4781551"/>
              <a:ext cx="63500" cy="20638"/>
            </a:xfrm>
            <a:custGeom>
              <a:avLst/>
              <a:gdLst/>
              <a:ahLst/>
              <a:cxnLst>
                <a:cxn ang="0">
                  <a:pos x="30" y="2"/>
                </a:cxn>
                <a:cxn ang="0">
                  <a:pos x="35" y="5"/>
                </a:cxn>
                <a:cxn ang="0">
                  <a:pos x="32" y="7"/>
                </a:cxn>
                <a:cxn ang="0">
                  <a:pos x="27" y="6"/>
                </a:cxn>
                <a:cxn ang="0">
                  <a:pos x="26" y="9"/>
                </a:cxn>
                <a:cxn ang="0">
                  <a:pos x="24" y="11"/>
                </a:cxn>
                <a:cxn ang="0">
                  <a:pos x="20" y="11"/>
                </a:cxn>
                <a:cxn ang="0">
                  <a:pos x="17" y="9"/>
                </a:cxn>
                <a:cxn ang="0">
                  <a:pos x="12" y="8"/>
                </a:cxn>
                <a:cxn ang="0">
                  <a:pos x="10" y="9"/>
                </a:cxn>
                <a:cxn ang="0">
                  <a:pos x="6" y="9"/>
                </a:cxn>
                <a:cxn ang="0">
                  <a:pos x="4" y="12"/>
                </a:cxn>
                <a:cxn ang="0">
                  <a:pos x="1" y="11"/>
                </a:cxn>
                <a:cxn ang="0">
                  <a:pos x="0" y="8"/>
                </a:cxn>
                <a:cxn ang="0">
                  <a:pos x="2" y="5"/>
                </a:cxn>
                <a:cxn ang="0">
                  <a:pos x="6" y="6"/>
                </a:cxn>
                <a:cxn ang="0">
                  <a:pos x="11" y="3"/>
                </a:cxn>
                <a:cxn ang="0">
                  <a:pos x="16" y="0"/>
                </a:cxn>
                <a:cxn ang="0">
                  <a:pos x="19" y="1"/>
                </a:cxn>
                <a:cxn ang="0">
                  <a:pos x="23" y="2"/>
                </a:cxn>
                <a:cxn ang="0">
                  <a:pos x="27" y="1"/>
                </a:cxn>
                <a:cxn ang="0">
                  <a:pos x="30" y="2"/>
                </a:cxn>
              </a:cxnLst>
              <a:rect l="0" t="0" r="r" b="b"/>
              <a:pathLst>
                <a:path w="35" h="12">
                  <a:moveTo>
                    <a:pt x="30" y="2"/>
                  </a:moveTo>
                  <a:cubicBezTo>
                    <a:pt x="32" y="3"/>
                    <a:pt x="35" y="4"/>
                    <a:pt x="35" y="5"/>
                  </a:cubicBezTo>
                  <a:cubicBezTo>
                    <a:pt x="35" y="6"/>
                    <a:pt x="33" y="6"/>
                    <a:pt x="32" y="7"/>
                  </a:cubicBezTo>
                  <a:cubicBezTo>
                    <a:pt x="31" y="7"/>
                    <a:pt x="28" y="5"/>
                    <a:pt x="27" y="6"/>
                  </a:cubicBezTo>
                  <a:cubicBezTo>
                    <a:pt x="26" y="6"/>
                    <a:pt x="26" y="8"/>
                    <a:pt x="26" y="9"/>
                  </a:cubicBezTo>
                  <a:cubicBezTo>
                    <a:pt x="25" y="9"/>
                    <a:pt x="24" y="10"/>
                    <a:pt x="24" y="11"/>
                  </a:cubicBezTo>
                  <a:cubicBezTo>
                    <a:pt x="23" y="11"/>
                    <a:pt x="21" y="11"/>
                    <a:pt x="20" y="11"/>
                  </a:cubicBezTo>
                  <a:cubicBezTo>
                    <a:pt x="19" y="11"/>
                    <a:pt x="18" y="9"/>
                    <a:pt x="17" y="9"/>
                  </a:cubicBezTo>
                  <a:cubicBezTo>
                    <a:pt x="16" y="9"/>
                    <a:pt x="13" y="8"/>
                    <a:pt x="12" y="8"/>
                  </a:cubicBezTo>
                  <a:cubicBezTo>
                    <a:pt x="12" y="8"/>
                    <a:pt x="11" y="9"/>
                    <a:pt x="10" y="9"/>
                  </a:cubicBezTo>
                  <a:cubicBezTo>
                    <a:pt x="9" y="10"/>
                    <a:pt x="7" y="9"/>
                    <a:pt x="6" y="9"/>
                  </a:cubicBezTo>
                  <a:cubicBezTo>
                    <a:pt x="6" y="10"/>
                    <a:pt x="5" y="11"/>
                    <a:pt x="4" y="12"/>
                  </a:cubicBezTo>
                  <a:cubicBezTo>
                    <a:pt x="3" y="12"/>
                    <a:pt x="1" y="11"/>
                    <a:pt x="1" y="11"/>
                  </a:cubicBezTo>
                  <a:cubicBezTo>
                    <a:pt x="0" y="10"/>
                    <a:pt x="0" y="8"/>
                    <a:pt x="0" y="8"/>
                  </a:cubicBezTo>
                  <a:cubicBezTo>
                    <a:pt x="0" y="7"/>
                    <a:pt x="1" y="6"/>
                    <a:pt x="2" y="5"/>
                  </a:cubicBezTo>
                  <a:cubicBezTo>
                    <a:pt x="3" y="5"/>
                    <a:pt x="5" y="6"/>
                    <a:pt x="6" y="6"/>
                  </a:cubicBezTo>
                  <a:cubicBezTo>
                    <a:pt x="7" y="5"/>
                    <a:pt x="10" y="4"/>
                    <a:pt x="11" y="3"/>
                  </a:cubicBezTo>
                  <a:cubicBezTo>
                    <a:pt x="12" y="3"/>
                    <a:pt x="14" y="0"/>
                    <a:pt x="16" y="0"/>
                  </a:cubicBezTo>
                  <a:cubicBezTo>
                    <a:pt x="17" y="0"/>
                    <a:pt x="18" y="1"/>
                    <a:pt x="19" y="1"/>
                  </a:cubicBezTo>
                  <a:cubicBezTo>
                    <a:pt x="20" y="1"/>
                    <a:pt x="22" y="2"/>
                    <a:pt x="23" y="2"/>
                  </a:cubicBezTo>
                  <a:cubicBezTo>
                    <a:pt x="24" y="2"/>
                    <a:pt x="26" y="1"/>
                    <a:pt x="27" y="1"/>
                  </a:cubicBezTo>
                  <a:cubicBezTo>
                    <a:pt x="28" y="1"/>
                    <a:pt x="30" y="2"/>
                    <a:pt x="30"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3"/>
            <p:cNvSpPr>
              <a:spLocks/>
            </p:cNvSpPr>
            <p:nvPr/>
          </p:nvSpPr>
          <p:spPr bwMode="auto">
            <a:xfrm>
              <a:off x="1528763" y="4802188"/>
              <a:ext cx="22225" cy="11113"/>
            </a:xfrm>
            <a:custGeom>
              <a:avLst/>
              <a:gdLst/>
              <a:ahLst/>
              <a:cxnLst>
                <a:cxn ang="0">
                  <a:pos x="11" y="1"/>
                </a:cxn>
                <a:cxn ang="0">
                  <a:pos x="12" y="3"/>
                </a:cxn>
                <a:cxn ang="0">
                  <a:pos x="11" y="4"/>
                </a:cxn>
                <a:cxn ang="0">
                  <a:pos x="8" y="5"/>
                </a:cxn>
                <a:cxn ang="0">
                  <a:pos x="3" y="5"/>
                </a:cxn>
                <a:cxn ang="0">
                  <a:pos x="0" y="5"/>
                </a:cxn>
                <a:cxn ang="0">
                  <a:pos x="1" y="3"/>
                </a:cxn>
                <a:cxn ang="0">
                  <a:pos x="3" y="2"/>
                </a:cxn>
                <a:cxn ang="0">
                  <a:pos x="4" y="1"/>
                </a:cxn>
                <a:cxn ang="0">
                  <a:pos x="8" y="0"/>
                </a:cxn>
                <a:cxn ang="0">
                  <a:pos x="11" y="1"/>
                </a:cxn>
              </a:cxnLst>
              <a:rect l="0" t="0" r="r" b="b"/>
              <a:pathLst>
                <a:path w="12" h="6">
                  <a:moveTo>
                    <a:pt x="11" y="1"/>
                  </a:moveTo>
                  <a:cubicBezTo>
                    <a:pt x="11" y="1"/>
                    <a:pt x="12" y="2"/>
                    <a:pt x="12" y="3"/>
                  </a:cubicBezTo>
                  <a:cubicBezTo>
                    <a:pt x="12" y="3"/>
                    <a:pt x="11" y="4"/>
                    <a:pt x="11" y="4"/>
                  </a:cubicBezTo>
                  <a:cubicBezTo>
                    <a:pt x="10" y="4"/>
                    <a:pt x="9" y="5"/>
                    <a:pt x="8" y="5"/>
                  </a:cubicBezTo>
                  <a:cubicBezTo>
                    <a:pt x="7" y="5"/>
                    <a:pt x="5" y="5"/>
                    <a:pt x="3" y="5"/>
                  </a:cubicBezTo>
                  <a:cubicBezTo>
                    <a:pt x="3" y="5"/>
                    <a:pt x="1" y="6"/>
                    <a:pt x="0" y="5"/>
                  </a:cubicBezTo>
                  <a:cubicBezTo>
                    <a:pt x="0" y="5"/>
                    <a:pt x="0" y="4"/>
                    <a:pt x="1" y="3"/>
                  </a:cubicBezTo>
                  <a:cubicBezTo>
                    <a:pt x="1" y="3"/>
                    <a:pt x="2" y="2"/>
                    <a:pt x="3" y="2"/>
                  </a:cubicBezTo>
                  <a:cubicBezTo>
                    <a:pt x="3" y="1"/>
                    <a:pt x="4" y="1"/>
                    <a:pt x="4" y="1"/>
                  </a:cubicBezTo>
                  <a:cubicBezTo>
                    <a:pt x="5" y="1"/>
                    <a:pt x="7" y="0"/>
                    <a:pt x="8" y="0"/>
                  </a:cubicBezTo>
                  <a:cubicBezTo>
                    <a:pt x="9" y="0"/>
                    <a:pt x="10" y="0"/>
                    <a:pt x="11"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4"/>
            <p:cNvSpPr>
              <a:spLocks/>
            </p:cNvSpPr>
            <p:nvPr/>
          </p:nvSpPr>
          <p:spPr bwMode="auto">
            <a:xfrm>
              <a:off x="1511300" y="4811713"/>
              <a:ext cx="14288" cy="14288"/>
            </a:xfrm>
            <a:custGeom>
              <a:avLst/>
              <a:gdLst/>
              <a:ahLst/>
              <a:cxnLst>
                <a:cxn ang="0">
                  <a:pos x="5" y="0"/>
                </a:cxn>
                <a:cxn ang="0">
                  <a:pos x="8" y="3"/>
                </a:cxn>
                <a:cxn ang="0">
                  <a:pos x="3" y="8"/>
                </a:cxn>
                <a:cxn ang="0">
                  <a:pos x="1" y="5"/>
                </a:cxn>
                <a:cxn ang="0">
                  <a:pos x="1" y="2"/>
                </a:cxn>
                <a:cxn ang="0">
                  <a:pos x="5" y="0"/>
                </a:cxn>
              </a:cxnLst>
              <a:rect l="0" t="0" r="r" b="b"/>
              <a:pathLst>
                <a:path w="8" h="8">
                  <a:moveTo>
                    <a:pt x="5" y="0"/>
                  </a:moveTo>
                  <a:cubicBezTo>
                    <a:pt x="6" y="0"/>
                    <a:pt x="8" y="2"/>
                    <a:pt x="8" y="3"/>
                  </a:cubicBezTo>
                  <a:cubicBezTo>
                    <a:pt x="8" y="5"/>
                    <a:pt x="5" y="8"/>
                    <a:pt x="3" y="8"/>
                  </a:cubicBezTo>
                  <a:cubicBezTo>
                    <a:pt x="2" y="8"/>
                    <a:pt x="1" y="6"/>
                    <a:pt x="1" y="5"/>
                  </a:cubicBezTo>
                  <a:cubicBezTo>
                    <a:pt x="1" y="4"/>
                    <a:pt x="0" y="2"/>
                    <a:pt x="1" y="2"/>
                  </a:cubicBezTo>
                  <a:cubicBezTo>
                    <a:pt x="1" y="1"/>
                    <a:pt x="4" y="0"/>
                    <a:pt x="5"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5"/>
            <p:cNvSpPr>
              <a:spLocks/>
            </p:cNvSpPr>
            <p:nvPr/>
          </p:nvSpPr>
          <p:spPr bwMode="auto">
            <a:xfrm>
              <a:off x="1470025" y="4746626"/>
              <a:ext cx="12700" cy="14288"/>
            </a:xfrm>
            <a:custGeom>
              <a:avLst/>
              <a:gdLst/>
              <a:ahLst/>
              <a:cxnLst>
                <a:cxn ang="0">
                  <a:pos x="7" y="1"/>
                </a:cxn>
                <a:cxn ang="0">
                  <a:pos x="7" y="4"/>
                </a:cxn>
                <a:cxn ang="0">
                  <a:pos x="5" y="7"/>
                </a:cxn>
                <a:cxn ang="0">
                  <a:pos x="2" y="8"/>
                </a:cxn>
                <a:cxn ang="0">
                  <a:pos x="0" y="6"/>
                </a:cxn>
                <a:cxn ang="0">
                  <a:pos x="1" y="3"/>
                </a:cxn>
                <a:cxn ang="0">
                  <a:pos x="4" y="1"/>
                </a:cxn>
                <a:cxn ang="0">
                  <a:pos x="7" y="1"/>
                </a:cxn>
              </a:cxnLst>
              <a:rect l="0" t="0" r="r" b="b"/>
              <a:pathLst>
                <a:path w="7" h="8">
                  <a:moveTo>
                    <a:pt x="7" y="1"/>
                  </a:moveTo>
                  <a:cubicBezTo>
                    <a:pt x="7" y="2"/>
                    <a:pt x="7" y="3"/>
                    <a:pt x="7" y="4"/>
                  </a:cubicBezTo>
                  <a:cubicBezTo>
                    <a:pt x="7" y="5"/>
                    <a:pt x="5" y="7"/>
                    <a:pt x="5" y="7"/>
                  </a:cubicBezTo>
                  <a:cubicBezTo>
                    <a:pt x="4" y="8"/>
                    <a:pt x="2" y="8"/>
                    <a:pt x="2" y="8"/>
                  </a:cubicBezTo>
                  <a:cubicBezTo>
                    <a:pt x="1" y="7"/>
                    <a:pt x="0" y="7"/>
                    <a:pt x="0" y="6"/>
                  </a:cubicBezTo>
                  <a:cubicBezTo>
                    <a:pt x="0" y="5"/>
                    <a:pt x="0" y="4"/>
                    <a:pt x="1" y="3"/>
                  </a:cubicBezTo>
                  <a:cubicBezTo>
                    <a:pt x="2" y="2"/>
                    <a:pt x="3" y="1"/>
                    <a:pt x="4" y="1"/>
                  </a:cubicBezTo>
                  <a:cubicBezTo>
                    <a:pt x="5" y="0"/>
                    <a:pt x="6" y="1"/>
                    <a:pt x="7"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6"/>
            <p:cNvSpPr>
              <a:spLocks/>
            </p:cNvSpPr>
            <p:nvPr/>
          </p:nvSpPr>
          <p:spPr bwMode="auto">
            <a:xfrm>
              <a:off x="1446213" y="4756151"/>
              <a:ext cx="12700" cy="14288"/>
            </a:xfrm>
            <a:custGeom>
              <a:avLst/>
              <a:gdLst/>
              <a:ahLst/>
              <a:cxnLst>
                <a:cxn ang="0">
                  <a:pos x="7" y="4"/>
                </a:cxn>
                <a:cxn ang="0">
                  <a:pos x="6" y="8"/>
                </a:cxn>
                <a:cxn ang="0">
                  <a:pos x="2" y="8"/>
                </a:cxn>
                <a:cxn ang="0">
                  <a:pos x="0" y="4"/>
                </a:cxn>
                <a:cxn ang="0">
                  <a:pos x="1" y="0"/>
                </a:cxn>
                <a:cxn ang="0">
                  <a:pos x="3" y="0"/>
                </a:cxn>
                <a:cxn ang="0">
                  <a:pos x="6" y="1"/>
                </a:cxn>
                <a:cxn ang="0">
                  <a:pos x="7" y="4"/>
                </a:cxn>
              </a:cxnLst>
              <a:rect l="0" t="0" r="r" b="b"/>
              <a:pathLst>
                <a:path w="7" h="8">
                  <a:moveTo>
                    <a:pt x="7" y="4"/>
                  </a:moveTo>
                  <a:cubicBezTo>
                    <a:pt x="7" y="5"/>
                    <a:pt x="7" y="7"/>
                    <a:pt x="6" y="8"/>
                  </a:cubicBezTo>
                  <a:cubicBezTo>
                    <a:pt x="5" y="8"/>
                    <a:pt x="3" y="8"/>
                    <a:pt x="2" y="8"/>
                  </a:cubicBezTo>
                  <a:cubicBezTo>
                    <a:pt x="1" y="7"/>
                    <a:pt x="0" y="5"/>
                    <a:pt x="0" y="4"/>
                  </a:cubicBezTo>
                  <a:cubicBezTo>
                    <a:pt x="0" y="3"/>
                    <a:pt x="0" y="1"/>
                    <a:pt x="1" y="0"/>
                  </a:cubicBezTo>
                  <a:cubicBezTo>
                    <a:pt x="1" y="0"/>
                    <a:pt x="2" y="0"/>
                    <a:pt x="3" y="0"/>
                  </a:cubicBezTo>
                  <a:cubicBezTo>
                    <a:pt x="4" y="0"/>
                    <a:pt x="5" y="0"/>
                    <a:pt x="6" y="1"/>
                  </a:cubicBezTo>
                  <a:cubicBezTo>
                    <a:pt x="7" y="1"/>
                    <a:pt x="7" y="3"/>
                    <a:pt x="7"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7"/>
            <p:cNvSpPr>
              <a:spLocks/>
            </p:cNvSpPr>
            <p:nvPr/>
          </p:nvSpPr>
          <p:spPr bwMode="auto">
            <a:xfrm>
              <a:off x="1408113" y="4773613"/>
              <a:ext cx="49213" cy="28575"/>
            </a:xfrm>
            <a:custGeom>
              <a:avLst/>
              <a:gdLst/>
              <a:ahLst/>
              <a:cxnLst>
                <a:cxn ang="0">
                  <a:pos x="27" y="4"/>
                </a:cxn>
                <a:cxn ang="0">
                  <a:pos x="26" y="7"/>
                </a:cxn>
                <a:cxn ang="0">
                  <a:pos x="27" y="11"/>
                </a:cxn>
                <a:cxn ang="0">
                  <a:pos x="26" y="14"/>
                </a:cxn>
                <a:cxn ang="0">
                  <a:pos x="24" y="14"/>
                </a:cxn>
                <a:cxn ang="0">
                  <a:pos x="20" y="13"/>
                </a:cxn>
                <a:cxn ang="0">
                  <a:pos x="19" y="10"/>
                </a:cxn>
                <a:cxn ang="0">
                  <a:pos x="17" y="8"/>
                </a:cxn>
                <a:cxn ang="0">
                  <a:pos x="15" y="9"/>
                </a:cxn>
                <a:cxn ang="0">
                  <a:pos x="15" y="12"/>
                </a:cxn>
                <a:cxn ang="0">
                  <a:pos x="13" y="15"/>
                </a:cxn>
                <a:cxn ang="0">
                  <a:pos x="9" y="15"/>
                </a:cxn>
                <a:cxn ang="0">
                  <a:pos x="6" y="13"/>
                </a:cxn>
                <a:cxn ang="0">
                  <a:pos x="4" y="8"/>
                </a:cxn>
                <a:cxn ang="0">
                  <a:pos x="3" y="7"/>
                </a:cxn>
                <a:cxn ang="0">
                  <a:pos x="1" y="4"/>
                </a:cxn>
                <a:cxn ang="0">
                  <a:pos x="1" y="1"/>
                </a:cxn>
                <a:cxn ang="0">
                  <a:pos x="6" y="1"/>
                </a:cxn>
                <a:cxn ang="0">
                  <a:pos x="7" y="2"/>
                </a:cxn>
                <a:cxn ang="0">
                  <a:pos x="9" y="0"/>
                </a:cxn>
                <a:cxn ang="0">
                  <a:pos x="12" y="1"/>
                </a:cxn>
                <a:cxn ang="0">
                  <a:pos x="15" y="3"/>
                </a:cxn>
                <a:cxn ang="0">
                  <a:pos x="20" y="3"/>
                </a:cxn>
                <a:cxn ang="0">
                  <a:pos x="25" y="2"/>
                </a:cxn>
                <a:cxn ang="0">
                  <a:pos x="27" y="4"/>
                </a:cxn>
              </a:cxnLst>
              <a:rect l="0" t="0" r="r" b="b"/>
              <a:pathLst>
                <a:path w="27" h="16">
                  <a:moveTo>
                    <a:pt x="27" y="4"/>
                  </a:moveTo>
                  <a:cubicBezTo>
                    <a:pt x="27" y="5"/>
                    <a:pt x="26" y="7"/>
                    <a:pt x="26" y="7"/>
                  </a:cubicBezTo>
                  <a:cubicBezTo>
                    <a:pt x="26" y="8"/>
                    <a:pt x="27" y="10"/>
                    <a:pt x="27" y="11"/>
                  </a:cubicBezTo>
                  <a:cubicBezTo>
                    <a:pt x="27" y="11"/>
                    <a:pt x="27" y="13"/>
                    <a:pt x="26" y="14"/>
                  </a:cubicBezTo>
                  <a:cubicBezTo>
                    <a:pt x="26" y="14"/>
                    <a:pt x="24" y="14"/>
                    <a:pt x="24" y="14"/>
                  </a:cubicBezTo>
                  <a:cubicBezTo>
                    <a:pt x="23" y="14"/>
                    <a:pt x="21" y="13"/>
                    <a:pt x="20" y="13"/>
                  </a:cubicBezTo>
                  <a:cubicBezTo>
                    <a:pt x="20" y="12"/>
                    <a:pt x="19" y="10"/>
                    <a:pt x="19" y="10"/>
                  </a:cubicBezTo>
                  <a:cubicBezTo>
                    <a:pt x="18" y="9"/>
                    <a:pt x="18" y="8"/>
                    <a:pt x="17" y="8"/>
                  </a:cubicBezTo>
                  <a:cubicBezTo>
                    <a:pt x="16" y="8"/>
                    <a:pt x="15" y="8"/>
                    <a:pt x="15" y="9"/>
                  </a:cubicBezTo>
                  <a:cubicBezTo>
                    <a:pt x="14" y="10"/>
                    <a:pt x="15" y="11"/>
                    <a:pt x="15" y="12"/>
                  </a:cubicBezTo>
                  <a:cubicBezTo>
                    <a:pt x="14" y="13"/>
                    <a:pt x="14" y="15"/>
                    <a:pt x="13" y="15"/>
                  </a:cubicBezTo>
                  <a:cubicBezTo>
                    <a:pt x="12" y="16"/>
                    <a:pt x="10" y="16"/>
                    <a:pt x="9" y="15"/>
                  </a:cubicBezTo>
                  <a:cubicBezTo>
                    <a:pt x="8" y="15"/>
                    <a:pt x="7" y="14"/>
                    <a:pt x="6" y="13"/>
                  </a:cubicBezTo>
                  <a:cubicBezTo>
                    <a:pt x="5" y="12"/>
                    <a:pt x="5" y="10"/>
                    <a:pt x="4" y="8"/>
                  </a:cubicBezTo>
                  <a:cubicBezTo>
                    <a:pt x="4" y="8"/>
                    <a:pt x="3" y="7"/>
                    <a:pt x="3" y="7"/>
                  </a:cubicBezTo>
                  <a:cubicBezTo>
                    <a:pt x="2" y="6"/>
                    <a:pt x="1" y="5"/>
                    <a:pt x="1" y="4"/>
                  </a:cubicBezTo>
                  <a:cubicBezTo>
                    <a:pt x="0" y="4"/>
                    <a:pt x="0" y="2"/>
                    <a:pt x="1" y="1"/>
                  </a:cubicBezTo>
                  <a:cubicBezTo>
                    <a:pt x="2" y="0"/>
                    <a:pt x="5" y="0"/>
                    <a:pt x="6" y="1"/>
                  </a:cubicBezTo>
                  <a:cubicBezTo>
                    <a:pt x="6" y="1"/>
                    <a:pt x="7" y="2"/>
                    <a:pt x="7" y="2"/>
                  </a:cubicBezTo>
                  <a:cubicBezTo>
                    <a:pt x="8" y="2"/>
                    <a:pt x="9" y="0"/>
                    <a:pt x="9" y="0"/>
                  </a:cubicBezTo>
                  <a:cubicBezTo>
                    <a:pt x="10" y="0"/>
                    <a:pt x="11" y="1"/>
                    <a:pt x="12" y="1"/>
                  </a:cubicBezTo>
                  <a:cubicBezTo>
                    <a:pt x="13" y="1"/>
                    <a:pt x="14" y="2"/>
                    <a:pt x="15" y="3"/>
                  </a:cubicBezTo>
                  <a:cubicBezTo>
                    <a:pt x="16" y="3"/>
                    <a:pt x="19" y="3"/>
                    <a:pt x="20" y="3"/>
                  </a:cubicBezTo>
                  <a:cubicBezTo>
                    <a:pt x="21" y="2"/>
                    <a:pt x="24" y="1"/>
                    <a:pt x="25" y="2"/>
                  </a:cubicBezTo>
                  <a:cubicBezTo>
                    <a:pt x="26" y="2"/>
                    <a:pt x="27" y="4"/>
                    <a:pt x="27"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8"/>
            <p:cNvSpPr>
              <a:spLocks/>
            </p:cNvSpPr>
            <p:nvPr/>
          </p:nvSpPr>
          <p:spPr bwMode="auto">
            <a:xfrm>
              <a:off x="1104900" y="3116263"/>
              <a:ext cx="723900" cy="868363"/>
            </a:xfrm>
            <a:custGeom>
              <a:avLst/>
              <a:gdLst/>
              <a:ahLst/>
              <a:cxnLst>
                <a:cxn ang="0">
                  <a:pos x="286" y="368"/>
                </a:cxn>
                <a:cxn ang="0">
                  <a:pos x="249" y="385"/>
                </a:cxn>
                <a:cxn ang="0">
                  <a:pos x="223" y="386"/>
                </a:cxn>
                <a:cxn ang="0">
                  <a:pos x="192" y="411"/>
                </a:cxn>
                <a:cxn ang="0">
                  <a:pos x="151" y="407"/>
                </a:cxn>
                <a:cxn ang="0">
                  <a:pos x="122" y="447"/>
                </a:cxn>
                <a:cxn ang="0">
                  <a:pos x="65" y="464"/>
                </a:cxn>
                <a:cxn ang="0">
                  <a:pos x="17" y="478"/>
                </a:cxn>
                <a:cxn ang="0">
                  <a:pos x="15" y="464"/>
                </a:cxn>
                <a:cxn ang="0">
                  <a:pos x="31" y="426"/>
                </a:cxn>
                <a:cxn ang="0">
                  <a:pos x="24" y="404"/>
                </a:cxn>
                <a:cxn ang="0">
                  <a:pos x="14" y="384"/>
                </a:cxn>
                <a:cxn ang="0">
                  <a:pos x="7" y="366"/>
                </a:cxn>
                <a:cxn ang="0">
                  <a:pos x="11" y="342"/>
                </a:cxn>
                <a:cxn ang="0">
                  <a:pos x="1" y="331"/>
                </a:cxn>
                <a:cxn ang="0">
                  <a:pos x="12" y="307"/>
                </a:cxn>
                <a:cxn ang="0">
                  <a:pos x="18" y="292"/>
                </a:cxn>
                <a:cxn ang="0">
                  <a:pos x="31" y="281"/>
                </a:cxn>
                <a:cxn ang="0">
                  <a:pos x="43" y="262"/>
                </a:cxn>
                <a:cxn ang="0">
                  <a:pos x="36" y="239"/>
                </a:cxn>
                <a:cxn ang="0">
                  <a:pos x="47" y="239"/>
                </a:cxn>
                <a:cxn ang="0">
                  <a:pos x="65" y="247"/>
                </a:cxn>
                <a:cxn ang="0">
                  <a:pos x="55" y="225"/>
                </a:cxn>
                <a:cxn ang="0">
                  <a:pos x="51" y="208"/>
                </a:cxn>
                <a:cxn ang="0">
                  <a:pos x="66" y="205"/>
                </a:cxn>
                <a:cxn ang="0">
                  <a:pos x="84" y="196"/>
                </a:cxn>
                <a:cxn ang="0">
                  <a:pos x="91" y="215"/>
                </a:cxn>
                <a:cxn ang="0">
                  <a:pos x="101" y="207"/>
                </a:cxn>
                <a:cxn ang="0">
                  <a:pos x="114" y="203"/>
                </a:cxn>
                <a:cxn ang="0">
                  <a:pos x="129" y="193"/>
                </a:cxn>
                <a:cxn ang="0">
                  <a:pos x="128" y="169"/>
                </a:cxn>
                <a:cxn ang="0">
                  <a:pos x="125" y="152"/>
                </a:cxn>
                <a:cxn ang="0">
                  <a:pos x="138" y="159"/>
                </a:cxn>
                <a:cxn ang="0">
                  <a:pos x="127" y="144"/>
                </a:cxn>
                <a:cxn ang="0">
                  <a:pos x="135" y="146"/>
                </a:cxn>
                <a:cxn ang="0">
                  <a:pos x="145" y="147"/>
                </a:cxn>
                <a:cxn ang="0">
                  <a:pos x="154" y="127"/>
                </a:cxn>
                <a:cxn ang="0">
                  <a:pos x="158" y="110"/>
                </a:cxn>
                <a:cxn ang="0">
                  <a:pos x="171" y="105"/>
                </a:cxn>
                <a:cxn ang="0">
                  <a:pos x="178" y="117"/>
                </a:cxn>
                <a:cxn ang="0">
                  <a:pos x="186" y="104"/>
                </a:cxn>
                <a:cxn ang="0">
                  <a:pos x="192" y="91"/>
                </a:cxn>
                <a:cxn ang="0">
                  <a:pos x="196" y="82"/>
                </a:cxn>
                <a:cxn ang="0">
                  <a:pos x="202" y="74"/>
                </a:cxn>
                <a:cxn ang="0">
                  <a:pos x="223" y="61"/>
                </a:cxn>
                <a:cxn ang="0">
                  <a:pos x="238" y="56"/>
                </a:cxn>
                <a:cxn ang="0">
                  <a:pos x="236" y="34"/>
                </a:cxn>
                <a:cxn ang="0">
                  <a:pos x="250" y="29"/>
                </a:cxn>
                <a:cxn ang="0">
                  <a:pos x="258" y="22"/>
                </a:cxn>
                <a:cxn ang="0">
                  <a:pos x="265" y="5"/>
                </a:cxn>
                <a:cxn ang="0">
                  <a:pos x="293" y="13"/>
                </a:cxn>
                <a:cxn ang="0">
                  <a:pos x="311" y="43"/>
                </a:cxn>
                <a:cxn ang="0">
                  <a:pos x="334" y="70"/>
                </a:cxn>
                <a:cxn ang="0">
                  <a:pos x="365" y="117"/>
                </a:cxn>
                <a:cxn ang="0">
                  <a:pos x="389" y="159"/>
                </a:cxn>
                <a:cxn ang="0">
                  <a:pos x="374" y="188"/>
                </a:cxn>
                <a:cxn ang="0">
                  <a:pos x="357" y="224"/>
                </a:cxn>
                <a:cxn ang="0">
                  <a:pos x="326" y="239"/>
                </a:cxn>
                <a:cxn ang="0">
                  <a:pos x="332" y="264"/>
                </a:cxn>
                <a:cxn ang="0">
                  <a:pos x="331" y="287"/>
                </a:cxn>
                <a:cxn ang="0">
                  <a:pos x="349" y="322"/>
                </a:cxn>
                <a:cxn ang="0">
                  <a:pos x="349" y="364"/>
                </a:cxn>
                <a:cxn ang="0">
                  <a:pos x="323" y="373"/>
                </a:cxn>
              </a:cxnLst>
              <a:rect l="0" t="0" r="r" b="b"/>
              <a:pathLst>
                <a:path w="398" h="478">
                  <a:moveTo>
                    <a:pt x="298" y="395"/>
                  </a:moveTo>
                  <a:cubicBezTo>
                    <a:pt x="297" y="393"/>
                    <a:pt x="294" y="391"/>
                    <a:pt x="293" y="389"/>
                  </a:cubicBezTo>
                  <a:cubicBezTo>
                    <a:pt x="292" y="388"/>
                    <a:pt x="289" y="384"/>
                    <a:pt x="289" y="382"/>
                  </a:cubicBezTo>
                  <a:cubicBezTo>
                    <a:pt x="288" y="380"/>
                    <a:pt x="290" y="375"/>
                    <a:pt x="289" y="373"/>
                  </a:cubicBezTo>
                  <a:cubicBezTo>
                    <a:pt x="289" y="371"/>
                    <a:pt x="287" y="369"/>
                    <a:pt x="286" y="368"/>
                  </a:cubicBezTo>
                  <a:cubicBezTo>
                    <a:pt x="284" y="367"/>
                    <a:pt x="280" y="367"/>
                    <a:pt x="278" y="368"/>
                  </a:cubicBezTo>
                  <a:cubicBezTo>
                    <a:pt x="276" y="369"/>
                    <a:pt x="273" y="374"/>
                    <a:pt x="272" y="375"/>
                  </a:cubicBezTo>
                  <a:cubicBezTo>
                    <a:pt x="270" y="377"/>
                    <a:pt x="267" y="381"/>
                    <a:pt x="265" y="382"/>
                  </a:cubicBezTo>
                  <a:cubicBezTo>
                    <a:pt x="263" y="383"/>
                    <a:pt x="258" y="383"/>
                    <a:pt x="256" y="384"/>
                  </a:cubicBezTo>
                  <a:cubicBezTo>
                    <a:pt x="254" y="384"/>
                    <a:pt x="251" y="384"/>
                    <a:pt x="249" y="385"/>
                  </a:cubicBezTo>
                  <a:cubicBezTo>
                    <a:pt x="249" y="386"/>
                    <a:pt x="248" y="388"/>
                    <a:pt x="247" y="388"/>
                  </a:cubicBezTo>
                  <a:cubicBezTo>
                    <a:pt x="246" y="389"/>
                    <a:pt x="242" y="389"/>
                    <a:pt x="240" y="388"/>
                  </a:cubicBezTo>
                  <a:cubicBezTo>
                    <a:pt x="238" y="388"/>
                    <a:pt x="235" y="384"/>
                    <a:pt x="233" y="383"/>
                  </a:cubicBezTo>
                  <a:cubicBezTo>
                    <a:pt x="232" y="383"/>
                    <a:pt x="229" y="383"/>
                    <a:pt x="227" y="383"/>
                  </a:cubicBezTo>
                  <a:cubicBezTo>
                    <a:pt x="226" y="383"/>
                    <a:pt x="223" y="385"/>
                    <a:pt x="223" y="386"/>
                  </a:cubicBezTo>
                  <a:cubicBezTo>
                    <a:pt x="222" y="387"/>
                    <a:pt x="223" y="392"/>
                    <a:pt x="222" y="393"/>
                  </a:cubicBezTo>
                  <a:cubicBezTo>
                    <a:pt x="222" y="395"/>
                    <a:pt x="220" y="399"/>
                    <a:pt x="219" y="400"/>
                  </a:cubicBezTo>
                  <a:cubicBezTo>
                    <a:pt x="219" y="400"/>
                    <a:pt x="218" y="400"/>
                    <a:pt x="218" y="400"/>
                  </a:cubicBezTo>
                  <a:cubicBezTo>
                    <a:pt x="214" y="402"/>
                    <a:pt x="208" y="403"/>
                    <a:pt x="205" y="404"/>
                  </a:cubicBezTo>
                  <a:cubicBezTo>
                    <a:pt x="202" y="405"/>
                    <a:pt x="196" y="410"/>
                    <a:pt x="192" y="411"/>
                  </a:cubicBezTo>
                  <a:cubicBezTo>
                    <a:pt x="190" y="412"/>
                    <a:pt x="186" y="414"/>
                    <a:pt x="183" y="414"/>
                  </a:cubicBezTo>
                  <a:cubicBezTo>
                    <a:pt x="180" y="414"/>
                    <a:pt x="172" y="413"/>
                    <a:pt x="168" y="411"/>
                  </a:cubicBezTo>
                  <a:cubicBezTo>
                    <a:pt x="166" y="411"/>
                    <a:pt x="164" y="408"/>
                    <a:pt x="162" y="407"/>
                  </a:cubicBezTo>
                  <a:cubicBezTo>
                    <a:pt x="161" y="406"/>
                    <a:pt x="158" y="404"/>
                    <a:pt x="157" y="404"/>
                  </a:cubicBezTo>
                  <a:cubicBezTo>
                    <a:pt x="155" y="404"/>
                    <a:pt x="152" y="406"/>
                    <a:pt x="151" y="407"/>
                  </a:cubicBezTo>
                  <a:cubicBezTo>
                    <a:pt x="150" y="410"/>
                    <a:pt x="150" y="415"/>
                    <a:pt x="149" y="418"/>
                  </a:cubicBezTo>
                  <a:cubicBezTo>
                    <a:pt x="148" y="420"/>
                    <a:pt x="144" y="422"/>
                    <a:pt x="143" y="424"/>
                  </a:cubicBezTo>
                  <a:cubicBezTo>
                    <a:pt x="141" y="425"/>
                    <a:pt x="138" y="428"/>
                    <a:pt x="137" y="430"/>
                  </a:cubicBezTo>
                  <a:cubicBezTo>
                    <a:pt x="136" y="431"/>
                    <a:pt x="134" y="435"/>
                    <a:pt x="132" y="437"/>
                  </a:cubicBezTo>
                  <a:cubicBezTo>
                    <a:pt x="130" y="440"/>
                    <a:pt x="125" y="445"/>
                    <a:pt x="122" y="447"/>
                  </a:cubicBezTo>
                  <a:cubicBezTo>
                    <a:pt x="119" y="449"/>
                    <a:pt x="113" y="453"/>
                    <a:pt x="110" y="456"/>
                  </a:cubicBezTo>
                  <a:cubicBezTo>
                    <a:pt x="108" y="458"/>
                    <a:pt x="104" y="463"/>
                    <a:pt x="101" y="465"/>
                  </a:cubicBezTo>
                  <a:cubicBezTo>
                    <a:pt x="99" y="468"/>
                    <a:pt x="93" y="473"/>
                    <a:pt x="90" y="473"/>
                  </a:cubicBezTo>
                  <a:cubicBezTo>
                    <a:pt x="87" y="473"/>
                    <a:pt x="83" y="470"/>
                    <a:pt x="80" y="469"/>
                  </a:cubicBezTo>
                  <a:cubicBezTo>
                    <a:pt x="76" y="468"/>
                    <a:pt x="69" y="464"/>
                    <a:pt x="65" y="464"/>
                  </a:cubicBezTo>
                  <a:cubicBezTo>
                    <a:pt x="62" y="463"/>
                    <a:pt x="56" y="464"/>
                    <a:pt x="53" y="464"/>
                  </a:cubicBezTo>
                  <a:cubicBezTo>
                    <a:pt x="50" y="464"/>
                    <a:pt x="45" y="462"/>
                    <a:pt x="43" y="462"/>
                  </a:cubicBezTo>
                  <a:cubicBezTo>
                    <a:pt x="40" y="462"/>
                    <a:pt x="34" y="466"/>
                    <a:pt x="32" y="468"/>
                  </a:cubicBezTo>
                  <a:cubicBezTo>
                    <a:pt x="30" y="470"/>
                    <a:pt x="28" y="475"/>
                    <a:pt x="25" y="476"/>
                  </a:cubicBezTo>
                  <a:cubicBezTo>
                    <a:pt x="24" y="477"/>
                    <a:pt x="20" y="478"/>
                    <a:pt x="17" y="478"/>
                  </a:cubicBezTo>
                  <a:cubicBezTo>
                    <a:pt x="17" y="477"/>
                    <a:pt x="19" y="476"/>
                    <a:pt x="19" y="475"/>
                  </a:cubicBezTo>
                  <a:cubicBezTo>
                    <a:pt x="19" y="475"/>
                    <a:pt x="18" y="473"/>
                    <a:pt x="18" y="472"/>
                  </a:cubicBezTo>
                  <a:cubicBezTo>
                    <a:pt x="17" y="471"/>
                    <a:pt x="16" y="471"/>
                    <a:pt x="16" y="470"/>
                  </a:cubicBezTo>
                  <a:cubicBezTo>
                    <a:pt x="15" y="470"/>
                    <a:pt x="14" y="469"/>
                    <a:pt x="14" y="468"/>
                  </a:cubicBezTo>
                  <a:cubicBezTo>
                    <a:pt x="13" y="467"/>
                    <a:pt x="14" y="465"/>
                    <a:pt x="15" y="464"/>
                  </a:cubicBezTo>
                  <a:cubicBezTo>
                    <a:pt x="15" y="461"/>
                    <a:pt x="17" y="457"/>
                    <a:pt x="18" y="455"/>
                  </a:cubicBezTo>
                  <a:cubicBezTo>
                    <a:pt x="19" y="453"/>
                    <a:pt x="19" y="448"/>
                    <a:pt x="20" y="446"/>
                  </a:cubicBezTo>
                  <a:cubicBezTo>
                    <a:pt x="20" y="445"/>
                    <a:pt x="21" y="442"/>
                    <a:pt x="21" y="441"/>
                  </a:cubicBezTo>
                  <a:cubicBezTo>
                    <a:pt x="22" y="438"/>
                    <a:pt x="23" y="430"/>
                    <a:pt x="25" y="428"/>
                  </a:cubicBezTo>
                  <a:cubicBezTo>
                    <a:pt x="26" y="426"/>
                    <a:pt x="30" y="427"/>
                    <a:pt x="31" y="426"/>
                  </a:cubicBezTo>
                  <a:cubicBezTo>
                    <a:pt x="32" y="425"/>
                    <a:pt x="31" y="422"/>
                    <a:pt x="31" y="421"/>
                  </a:cubicBezTo>
                  <a:cubicBezTo>
                    <a:pt x="31" y="420"/>
                    <a:pt x="28" y="419"/>
                    <a:pt x="28" y="418"/>
                  </a:cubicBezTo>
                  <a:cubicBezTo>
                    <a:pt x="27" y="417"/>
                    <a:pt x="28" y="415"/>
                    <a:pt x="27" y="414"/>
                  </a:cubicBezTo>
                  <a:cubicBezTo>
                    <a:pt x="27" y="413"/>
                    <a:pt x="24" y="412"/>
                    <a:pt x="24" y="411"/>
                  </a:cubicBezTo>
                  <a:cubicBezTo>
                    <a:pt x="23" y="409"/>
                    <a:pt x="24" y="405"/>
                    <a:pt x="24" y="404"/>
                  </a:cubicBezTo>
                  <a:cubicBezTo>
                    <a:pt x="25" y="402"/>
                    <a:pt x="27" y="398"/>
                    <a:pt x="27" y="396"/>
                  </a:cubicBezTo>
                  <a:cubicBezTo>
                    <a:pt x="27" y="395"/>
                    <a:pt x="26" y="392"/>
                    <a:pt x="25" y="392"/>
                  </a:cubicBezTo>
                  <a:cubicBezTo>
                    <a:pt x="24" y="391"/>
                    <a:pt x="21" y="390"/>
                    <a:pt x="20" y="389"/>
                  </a:cubicBezTo>
                  <a:cubicBezTo>
                    <a:pt x="19" y="389"/>
                    <a:pt x="19" y="387"/>
                    <a:pt x="19" y="386"/>
                  </a:cubicBezTo>
                  <a:cubicBezTo>
                    <a:pt x="18" y="385"/>
                    <a:pt x="15" y="385"/>
                    <a:pt x="14" y="384"/>
                  </a:cubicBezTo>
                  <a:cubicBezTo>
                    <a:pt x="13" y="383"/>
                    <a:pt x="15" y="380"/>
                    <a:pt x="14" y="379"/>
                  </a:cubicBezTo>
                  <a:cubicBezTo>
                    <a:pt x="14" y="378"/>
                    <a:pt x="12" y="377"/>
                    <a:pt x="11" y="376"/>
                  </a:cubicBezTo>
                  <a:cubicBezTo>
                    <a:pt x="10" y="376"/>
                    <a:pt x="8" y="378"/>
                    <a:pt x="7" y="377"/>
                  </a:cubicBezTo>
                  <a:cubicBezTo>
                    <a:pt x="6" y="376"/>
                    <a:pt x="6" y="373"/>
                    <a:pt x="6" y="371"/>
                  </a:cubicBezTo>
                  <a:cubicBezTo>
                    <a:pt x="6" y="370"/>
                    <a:pt x="7" y="367"/>
                    <a:pt x="7" y="366"/>
                  </a:cubicBezTo>
                  <a:cubicBezTo>
                    <a:pt x="7" y="364"/>
                    <a:pt x="5" y="361"/>
                    <a:pt x="5" y="360"/>
                  </a:cubicBezTo>
                  <a:cubicBezTo>
                    <a:pt x="5" y="358"/>
                    <a:pt x="5" y="356"/>
                    <a:pt x="5" y="354"/>
                  </a:cubicBezTo>
                  <a:cubicBezTo>
                    <a:pt x="5" y="354"/>
                    <a:pt x="4" y="353"/>
                    <a:pt x="4" y="352"/>
                  </a:cubicBezTo>
                  <a:cubicBezTo>
                    <a:pt x="4" y="350"/>
                    <a:pt x="6" y="348"/>
                    <a:pt x="7" y="346"/>
                  </a:cubicBezTo>
                  <a:cubicBezTo>
                    <a:pt x="7" y="345"/>
                    <a:pt x="10" y="343"/>
                    <a:pt x="11" y="342"/>
                  </a:cubicBezTo>
                  <a:cubicBezTo>
                    <a:pt x="12" y="341"/>
                    <a:pt x="15" y="340"/>
                    <a:pt x="15" y="338"/>
                  </a:cubicBezTo>
                  <a:cubicBezTo>
                    <a:pt x="15" y="337"/>
                    <a:pt x="13" y="336"/>
                    <a:pt x="12" y="335"/>
                  </a:cubicBezTo>
                  <a:cubicBezTo>
                    <a:pt x="10" y="335"/>
                    <a:pt x="8" y="334"/>
                    <a:pt x="6" y="334"/>
                  </a:cubicBezTo>
                  <a:cubicBezTo>
                    <a:pt x="6" y="334"/>
                    <a:pt x="4" y="336"/>
                    <a:pt x="3" y="336"/>
                  </a:cubicBezTo>
                  <a:cubicBezTo>
                    <a:pt x="2" y="335"/>
                    <a:pt x="1" y="332"/>
                    <a:pt x="1" y="331"/>
                  </a:cubicBezTo>
                  <a:cubicBezTo>
                    <a:pt x="0" y="329"/>
                    <a:pt x="0" y="325"/>
                    <a:pt x="1" y="323"/>
                  </a:cubicBezTo>
                  <a:cubicBezTo>
                    <a:pt x="1" y="322"/>
                    <a:pt x="2" y="320"/>
                    <a:pt x="3" y="319"/>
                  </a:cubicBezTo>
                  <a:cubicBezTo>
                    <a:pt x="4" y="319"/>
                    <a:pt x="6" y="318"/>
                    <a:pt x="7" y="317"/>
                  </a:cubicBezTo>
                  <a:cubicBezTo>
                    <a:pt x="9" y="316"/>
                    <a:pt x="12" y="313"/>
                    <a:pt x="12" y="311"/>
                  </a:cubicBezTo>
                  <a:cubicBezTo>
                    <a:pt x="12" y="310"/>
                    <a:pt x="12" y="308"/>
                    <a:pt x="12" y="307"/>
                  </a:cubicBezTo>
                  <a:cubicBezTo>
                    <a:pt x="11" y="306"/>
                    <a:pt x="8" y="307"/>
                    <a:pt x="7" y="306"/>
                  </a:cubicBezTo>
                  <a:cubicBezTo>
                    <a:pt x="7" y="305"/>
                    <a:pt x="7" y="302"/>
                    <a:pt x="7" y="301"/>
                  </a:cubicBezTo>
                  <a:cubicBezTo>
                    <a:pt x="8" y="299"/>
                    <a:pt x="9" y="296"/>
                    <a:pt x="10" y="295"/>
                  </a:cubicBezTo>
                  <a:cubicBezTo>
                    <a:pt x="11" y="295"/>
                    <a:pt x="13" y="296"/>
                    <a:pt x="14" y="295"/>
                  </a:cubicBezTo>
                  <a:cubicBezTo>
                    <a:pt x="15" y="295"/>
                    <a:pt x="17" y="293"/>
                    <a:pt x="18" y="292"/>
                  </a:cubicBezTo>
                  <a:cubicBezTo>
                    <a:pt x="19" y="291"/>
                    <a:pt x="20" y="288"/>
                    <a:pt x="20" y="286"/>
                  </a:cubicBezTo>
                  <a:cubicBezTo>
                    <a:pt x="20" y="285"/>
                    <a:pt x="19" y="282"/>
                    <a:pt x="19" y="281"/>
                  </a:cubicBezTo>
                  <a:cubicBezTo>
                    <a:pt x="19" y="280"/>
                    <a:pt x="21" y="278"/>
                    <a:pt x="22" y="278"/>
                  </a:cubicBezTo>
                  <a:cubicBezTo>
                    <a:pt x="23" y="278"/>
                    <a:pt x="25" y="278"/>
                    <a:pt x="26" y="279"/>
                  </a:cubicBezTo>
                  <a:cubicBezTo>
                    <a:pt x="28" y="279"/>
                    <a:pt x="30" y="281"/>
                    <a:pt x="31" y="281"/>
                  </a:cubicBezTo>
                  <a:cubicBezTo>
                    <a:pt x="32" y="282"/>
                    <a:pt x="34" y="281"/>
                    <a:pt x="34" y="280"/>
                  </a:cubicBezTo>
                  <a:cubicBezTo>
                    <a:pt x="35" y="279"/>
                    <a:pt x="36" y="277"/>
                    <a:pt x="36" y="275"/>
                  </a:cubicBezTo>
                  <a:cubicBezTo>
                    <a:pt x="36" y="273"/>
                    <a:pt x="36" y="269"/>
                    <a:pt x="36" y="267"/>
                  </a:cubicBezTo>
                  <a:cubicBezTo>
                    <a:pt x="37" y="266"/>
                    <a:pt x="38" y="265"/>
                    <a:pt x="39" y="264"/>
                  </a:cubicBezTo>
                  <a:cubicBezTo>
                    <a:pt x="40" y="263"/>
                    <a:pt x="42" y="263"/>
                    <a:pt x="43" y="262"/>
                  </a:cubicBezTo>
                  <a:cubicBezTo>
                    <a:pt x="44" y="261"/>
                    <a:pt x="44" y="258"/>
                    <a:pt x="44" y="257"/>
                  </a:cubicBezTo>
                  <a:cubicBezTo>
                    <a:pt x="44" y="256"/>
                    <a:pt x="43" y="254"/>
                    <a:pt x="42" y="253"/>
                  </a:cubicBezTo>
                  <a:cubicBezTo>
                    <a:pt x="42" y="251"/>
                    <a:pt x="43" y="247"/>
                    <a:pt x="42" y="245"/>
                  </a:cubicBezTo>
                  <a:cubicBezTo>
                    <a:pt x="41" y="244"/>
                    <a:pt x="38" y="245"/>
                    <a:pt x="37" y="244"/>
                  </a:cubicBezTo>
                  <a:cubicBezTo>
                    <a:pt x="36" y="243"/>
                    <a:pt x="36" y="240"/>
                    <a:pt x="36" y="239"/>
                  </a:cubicBezTo>
                  <a:cubicBezTo>
                    <a:pt x="36" y="238"/>
                    <a:pt x="38" y="236"/>
                    <a:pt x="39" y="235"/>
                  </a:cubicBezTo>
                  <a:cubicBezTo>
                    <a:pt x="40" y="235"/>
                    <a:pt x="40" y="236"/>
                    <a:pt x="41" y="237"/>
                  </a:cubicBezTo>
                  <a:cubicBezTo>
                    <a:pt x="41" y="237"/>
                    <a:pt x="41" y="239"/>
                    <a:pt x="41" y="239"/>
                  </a:cubicBezTo>
                  <a:cubicBezTo>
                    <a:pt x="41" y="240"/>
                    <a:pt x="42" y="240"/>
                    <a:pt x="43" y="240"/>
                  </a:cubicBezTo>
                  <a:cubicBezTo>
                    <a:pt x="44" y="240"/>
                    <a:pt x="46" y="240"/>
                    <a:pt x="47" y="239"/>
                  </a:cubicBezTo>
                  <a:cubicBezTo>
                    <a:pt x="48" y="239"/>
                    <a:pt x="49" y="236"/>
                    <a:pt x="50" y="235"/>
                  </a:cubicBezTo>
                  <a:cubicBezTo>
                    <a:pt x="50" y="235"/>
                    <a:pt x="52" y="236"/>
                    <a:pt x="52" y="236"/>
                  </a:cubicBezTo>
                  <a:cubicBezTo>
                    <a:pt x="53" y="237"/>
                    <a:pt x="54" y="241"/>
                    <a:pt x="55" y="242"/>
                  </a:cubicBezTo>
                  <a:cubicBezTo>
                    <a:pt x="56" y="243"/>
                    <a:pt x="57" y="245"/>
                    <a:pt x="58" y="246"/>
                  </a:cubicBezTo>
                  <a:cubicBezTo>
                    <a:pt x="60" y="247"/>
                    <a:pt x="63" y="248"/>
                    <a:pt x="65" y="247"/>
                  </a:cubicBezTo>
                  <a:cubicBezTo>
                    <a:pt x="66" y="246"/>
                    <a:pt x="67" y="244"/>
                    <a:pt x="67" y="243"/>
                  </a:cubicBezTo>
                  <a:cubicBezTo>
                    <a:pt x="67" y="241"/>
                    <a:pt x="66" y="239"/>
                    <a:pt x="65" y="238"/>
                  </a:cubicBezTo>
                  <a:cubicBezTo>
                    <a:pt x="64" y="237"/>
                    <a:pt x="62" y="236"/>
                    <a:pt x="61" y="235"/>
                  </a:cubicBezTo>
                  <a:cubicBezTo>
                    <a:pt x="60" y="234"/>
                    <a:pt x="59" y="232"/>
                    <a:pt x="58" y="231"/>
                  </a:cubicBezTo>
                  <a:cubicBezTo>
                    <a:pt x="57" y="230"/>
                    <a:pt x="56" y="227"/>
                    <a:pt x="55" y="225"/>
                  </a:cubicBezTo>
                  <a:cubicBezTo>
                    <a:pt x="54" y="224"/>
                    <a:pt x="53" y="223"/>
                    <a:pt x="52" y="222"/>
                  </a:cubicBezTo>
                  <a:cubicBezTo>
                    <a:pt x="52" y="221"/>
                    <a:pt x="51" y="220"/>
                    <a:pt x="51" y="219"/>
                  </a:cubicBezTo>
                  <a:cubicBezTo>
                    <a:pt x="50" y="218"/>
                    <a:pt x="49" y="216"/>
                    <a:pt x="49" y="215"/>
                  </a:cubicBezTo>
                  <a:cubicBezTo>
                    <a:pt x="49" y="214"/>
                    <a:pt x="52" y="213"/>
                    <a:pt x="52" y="212"/>
                  </a:cubicBezTo>
                  <a:cubicBezTo>
                    <a:pt x="52" y="211"/>
                    <a:pt x="51" y="209"/>
                    <a:pt x="51" y="208"/>
                  </a:cubicBezTo>
                  <a:cubicBezTo>
                    <a:pt x="50" y="207"/>
                    <a:pt x="50" y="205"/>
                    <a:pt x="51" y="204"/>
                  </a:cubicBezTo>
                  <a:cubicBezTo>
                    <a:pt x="51" y="203"/>
                    <a:pt x="54" y="201"/>
                    <a:pt x="55" y="201"/>
                  </a:cubicBezTo>
                  <a:cubicBezTo>
                    <a:pt x="57" y="201"/>
                    <a:pt x="59" y="204"/>
                    <a:pt x="61" y="205"/>
                  </a:cubicBezTo>
                  <a:cubicBezTo>
                    <a:pt x="61" y="206"/>
                    <a:pt x="62" y="207"/>
                    <a:pt x="63" y="207"/>
                  </a:cubicBezTo>
                  <a:cubicBezTo>
                    <a:pt x="64" y="207"/>
                    <a:pt x="65" y="205"/>
                    <a:pt x="66" y="205"/>
                  </a:cubicBezTo>
                  <a:cubicBezTo>
                    <a:pt x="67" y="205"/>
                    <a:pt x="70" y="207"/>
                    <a:pt x="71" y="206"/>
                  </a:cubicBezTo>
                  <a:cubicBezTo>
                    <a:pt x="72" y="205"/>
                    <a:pt x="71" y="202"/>
                    <a:pt x="72" y="200"/>
                  </a:cubicBezTo>
                  <a:cubicBezTo>
                    <a:pt x="73" y="199"/>
                    <a:pt x="76" y="198"/>
                    <a:pt x="77" y="198"/>
                  </a:cubicBezTo>
                  <a:cubicBezTo>
                    <a:pt x="78" y="198"/>
                    <a:pt x="81" y="199"/>
                    <a:pt x="82" y="199"/>
                  </a:cubicBezTo>
                  <a:cubicBezTo>
                    <a:pt x="83" y="198"/>
                    <a:pt x="84" y="196"/>
                    <a:pt x="84" y="196"/>
                  </a:cubicBezTo>
                  <a:cubicBezTo>
                    <a:pt x="85" y="196"/>
                    <a:pt x="88" y="196"/>
                    <a:pt x="88" y="197"/>
                  </a:cubicBezTo>
                  <a:cubicBezTo>
                    <a:pt x="90" y="198"/>
                    <a:pt x="89" y="202"/>
                    <a:pt x="89" y="204"/>
                  </a:cubicBezTo>
                  <a:cubicBezTo>
                    <a:pt x="88" y="205"/>
                    <a:pt x="87" y="208"/>
                    <a:pt x="87" y="209"/>
                  </a:cubicBezTo>
                  <a:cubicBezTo>
                    <a:pt x="87" y="210"/>
                    <a:pt x="88" y="212"/>
                    <a:pt x="89" y="213"/>
                  </a:cubicBezTo>
                  <a:cubicBezTo>
                    <a:pt x="89" y="214"/>
                    <a:pt x="90" y="214"/>
                    <a:pt x="91" y="215"/>
                  </a:cubicBezTo>
                  <a:cubicBezTo>
                    <a:pt x="92" y="216"/>
                    <a:pt x="93" y="218"/>
                    <a:pt x="94" y="219"/>
                  </a:cubicBezTo>
                  <a:cubicBezTo>
                    <a:pt x="95" y="220"/>
                    <a:pt x="96" y="222"/>
                    <a:pt x="97" y="221"/>
                  </a:cubicBezTo>
                  <a:cubicBezTo>
                    <a:pt x="99" y="220"/>
                    <a:pt x="98" y="216"/>
                    <a:pt x="98" y="215"/>
                  </a:cubicBezTo>
                  <a:cubicBezTo>
                    <a:pt x="98" y="214"/>
                    <a:pt x="97" y="212"/>
                    <a:pt x="97" y="211"/>
                  </a:cubicBezTo>
                  <a:cubicBezTo>
                    <a:pt x="98" y="210"/>
                    <a:pt x="100" y="208"/>
                    <a:pt x="101" y="207"/>
                  </a:cubicBezTo>
                  <a:cubicBezTo>
                    <a:pt x="101" y="206"/>
                    <a:pt x="101" y="203"/>
                    <a:pt x="102" y="202"/>
                  </a:cubicBezTo>
                  <a:cubicBezTo>
                    <a:pt x="103" y="201"/>
                    <a:pt x="105" y="200"/>
                    <a:pt x="106" y="201"/>
                  </a:cubicBezTo>
                  <a:cubicBezTo>
                    <a:pt x="107" y="201"/>
                    <a:pt x="107" y="203"/>
                    <a:pt x="108" y="203"/>
                  </a:cubicBezTo>
                  <a:cubicBezTo>
                    <a:pt x="109" y="203"/>
                    <a:pt x="110" y="201"/>
                    <a:pt x="111" y="201"/>
                  </a:cubicBezTo>
                  <a:cubicBezTo>
                    <a:pt x="112" y="201"/>
                    <a:pt x="113" y="203"/>
                    <a:pt x="114" y="203"/>
                  </a:cubicBezTo>
                  <a:cubicBezTo>
                    <a:pt x="116" y="203"/>
                    <a:pt x="119" y="203"/>
                    <a:pt x="120" y="202"/>
                  </a:cubicBezTo>
                  <a:cubicBezTo>
                    <a:pt x="121" y="202"/>
                    <a:pt x="122" y="199"/>
                    <a:pt x="122" y="198"/>
                  </a:cubicBezTo>
                  <a:cubicBezTo>
                    <a:pt x="122" y="197"/>
                    <a:pt x="123" y="195"/>
                    <a:pt x="123" y="193"/>
                  </a:cubicBezTo>
                  <a:cubicBezTo>
                    <a:pt x="124" y="192"/>
                    <a:pt x="126" y="190"/>
                    <a:pt x="127" y="190"/>
                  </a:cubicBezTo>
                  <a:cubicBezTo>
                    <a:pt x="128" y="190"/>
                    <a:pt x="128" y="192"/>
                    <a:pt x="129" y="193"/>
                  </a:cubicBezTo>
                  <a:cubicBezTo>
                    <a:pt x="130" y="193"/>
                    <a:pt x="133" y="195"/>
                    <a:pt x="134" y="194"/>
                  </a:cubicBezTo>
                  <a:cubicBezTo>
                    <a:pt x="135" y="193"/>
                    <a:pt x="136" y="189"/>
                    <a:pt x="136" y="187"/>
                  </a:cubicBezTo>
                  <a:cubicBezTo>
                    <a:pt x="136" y="185"/>
                    <a:pt x="137" y="181"/>
                    <a:pt x="136" y="179"/>
                  </a:cubicBezTo>
                  <a:cubicBezTo>
                    <a:pt x="136" y="177"/>
                    <a:pt x="134" y="175"/>
                    <a:pt x="133" y="174"/>
                  </a:cubicBezTo>
                  <a:cubicBezTo>
                    <a:pt x="132" y="173"/>
                    <a:pt x="129" y="170"/>
                    <a:pt x="128" y="169"/>
                  </a:cubicBezTo>
                  <a:cubicBezTo>
                    <a:pt x="126" y="168"/>
                    <a:pt x="123" y="165"/>
                    <a:pt x="122" y="164"/>
                  </a:cubicBezTo>
                  <a:cubicBezTo>
                    <a:pt x="121" y="163"/>
                    <a:pt x="120" y="161"/>
                    <a:pt x="120" y="160"/>
                  </a:cubicBezTo>
                  <a:cubicBezTo>
                    <a:pt x="120" y="159"/>
                    <a:pt x="119" y="158"/>
                    <a:pt x="119" y="157"/>
                  </a:cubicBezTo>
                  <a:cubicBezTo>
                    <a:pt x="119" y="156"/>
                    <a:pt x="119" y="153"/>
                    <a:pt x="120" y="152"/>
                  </a:cubicBezTo>
                  <a:cubicBezTo>
                    <a:pt x="121" y="151"/>
                    <a:pt x="124" y="152"/>
                    <a:pt x="125" y="152"/>
                  </a:cubicBezTo>
                  <a:cubicBezTo>
                    <a:pt x="126" y="152"/>
                    <a:pt x="128" y="153"/>
                    <a:pt x="129" y="154"/>
                  </a:cubicBezTo>
                  <a:cubicBezTo>
                    <a:pt x="129" y="155"/>
                    <a:pt x="130" y="157"/>
                    <a:pt x="130" y="158"/>
                  </a:cubicBezTo>
                  <a:cubicBezTo>
                    <a:pt x="131" y="159"/>
                    <a:pt x="132" y="161"/>
                    <a:pt x="133" y="162"/>
                  </a:cubicBezTo>
                  <a:cubicBezTo>
                    <a:pt x="134" y="162"/>
                    <a:pt x="136" y="162"/>
                    <a:pt x="136" y="162"/>
                  </a:cubicBezTo>
                  <a:cubicBezTo>
                    <a:pt x="137" y="162"/>
                    <a:pt x="138" y="160"/>
                    <a:pt x="138" y="159"/>
                  </a:cubicBezTo>
                  <a:cubicBezTo>
                    <a:pt x="139" y="158"/>
                    <a:pt x="137" y="156"/>
                    <a:pt x="136" y="155"/>
                  </a:cubicBezTo>
                  <a:cubicBezTo>
                    <a:pt x="136" y="154"/>
                    <a:pt x="134" y="154"/>
                    <a:pt x="133" y="153"/>
                  </a:cubicBezTo>
                  <a:cubicBezTo>
                    <a:pt x="132" y="152"/>
                    <a:pt x="132" y="150"/>
                    <a:pt x="131" y="150"/>
                  </a:cubicBezTo>
                  <a:cubicBezTo>
                    <a:pt x="130" y="149"/>
                    <a:pt x="129" y="148"/>
                    <a:pt x="128" y="147"/>
                  </a:cubicBezTo>
                  <a:cubicBezTo>
                    <a:pt x="128" y="146"/>
                    <a:pt x="127" y="145"/>
                    <a:pt x="127" y="144"/>
                  </a:cubicBezTo>
                  <a:cubicBezTo>
                    <a:pt x="127" y="144"/>
                    <a:pt x="128" y="142"/>
                    <a:pt x="128" y="141"/>
                  </a:cubicBezTo>
                  <a:cubicBezTo>
                    <a:pt x="129" y="140"/>
                    <a:pt x="130" y="140"/>
                    <a:pt x="130" y="140"/>
                  </a:cubicBezTo>
                  <a:cubicBezTo>
                    <a:pt x="131" y="139"/>
                    <a:pt x="133" y="140"/>
                    <a:pt x="133" y="140"/>
                  </a:cubicBezTo>
                  <a:cubicBezTo>
                    <a:pt x="134" y="140"/>
                    <a:pt x="134" y="142"/>
                    <a:pt x="135" y="142"/>
                  </a:cubicBezTo>
                  <a:cubicBezTo>
                    <a:pt x="135" y="143"/>
                    <a:pt x="135" y="145"/>
                    <a:pt x="135" y="146"/>
                  </a:cubicBezTo>
                  <a:cubicBezTo>
                    <a:pt x="136" y="146"/>
                    <a:pt x="138" y="147"/>
                    <a:pt x="138" y="147"/>
                  </a:cubicBezTo>
                  <a:cubicBezTo>
                    <a:pt x="139" y="148"/>
                    <a:pt x="139" y="149"/>
                    <a:pt x="139" y="149"/>
                  </a:cubicBezTo>
                  <a:cubicBezTo>
                    <a:pt x="140" y="150"/>
                    <a:pt x="140" y="151"/>
                    <a:pt x="141" y="152"/>
                  </a:cubicBezTo>
                  <a:cubicBezTo>
                    <a:pt x="141" y="152"/>
                    <a:pt x="142" y="152"/>
                    <a:pt x="143" y="152"/>
                  </a:cubicBezTo>
                  <a:cubicBezTo>
                    <a:pt x="144" y="151"/>
                    <a:pt x="144" y="148"/>
                    <a:pt x="145" y="147"/>
                  </a:cubicBezTo>
                  <a:cubicBezTo>
                    <a:pt x="145" y="146"/>
                    <a:pt x="144" y="143"/>
                    <a:pt x="144" y="142"/>
                  </a:cubicBezTo>
                  <a:cubicBezTo>
                    <a:pt x="144" y="141"/>
                    <a:pt x="144" y="138"/>
                    <a:pt x="145" y="137"/>
                  </a:cubicBezTo>
                  <a:cubicBezTo>
                    <a:pt x="145" y="136"/>
                    <a:pt x="146" y="133"/>
                    <a:pt x="147" y="132"/>
                  </a:cubicBezTo>
                  <a:cubicBezTo>
                    <a:pt x="148" y="131"/>
                    <a:pt x="149" y="129"/>
                    <a:pt x="150" y="128"/>
                  </a:cubicBezTo>
                  <a:cubicBezTo>
                    <a:pt x="151" y="127"/>
                    <a:pt x="153" y="128"/>
                    <a:pt x="154" y="127"/>
                  </a:cubicBezTo>
                  <a:cubicBezTo>
                    <a:pt x="154" y="126"/>
                    <a:pt x="154" y="124"/>
                    <a:pt x="153" y="123"/>
                  </a:cubicBezTo>
                  <a:cubicBezTo>
                    <a:pt x="153" y="122"/>
                    <a:pt x="152" y="120"/>
                    <a:pt x="152" y="120"/>
                  </a:cubicBezTo>
                  <a:cubicBezTo>
                    <a:pt x="152" y="119"/>
                    <a:pt x="152" y="116"/>
                    <a:pt x="152" y="115"/>
                  </a:cubicBezTo>
                  <a:cubicBezTo>
                    <a:pt x="153" y="114"/>
                    <a:pt x="153" y="112"/>
                    <a:pt x="154" y="111"/>
                  </a:cubicBezTo>
                  <a:cubicBezTo>
                    <a:pt x="155" y="111"/>
                    <a:pt x="157" y="111"/>
                    <a:pt x="158" y="110"/>
                  </a:cubicBezTo>
                  <a:cubicBezTo>
                    <a:pt x="159" y="110"/>
                    <a:pt x="160" y="108"/>
                    <a:pt x="160" y="107"/>
                  </a:cubicBezTo>
                  <a:cubicBezTo>
                    <a:pt x="160" y="106"/>
                    <a:pt x="159" y="104"/>
                    <a:pt x="159" y="103"/>
                  </a:cubicBezTo>
                  <a:cubicBezTo>
                    <a:pt x="160" y="103"/>
                    <a:pt x="162" y="102"/>
                    <a:pt x="163" y="102"/>
                  </a:cubicBezTo>
                  <a:cubicBezTo>
                    <a:pt x="164" y="102"/>
                    <a:pt x="167" y="102"/>
                    <a:pt x="168" y="102"/>
                  </a:cubicBezTo>
                  <a:cubicBezTo>
                    <a:pt x="169" y="102"/>
                    <a:pt x="171" y="104"/>
                    <a:pt x="171" y="105"/>
                  </a:cubicBezTo>
                  <a:cubicBezTo>
                    <a:pt x="172" y="106"/>
                    <a:pt x="172" y="108"/>
                    <a:pt x="172" y="109"/>
                  </a:cubicBezTo>
                  <a:cubicBezTo>
                    <a:pt x="172" y="110"/>
                    <a:pt x="171" y="111"/>
                    <a:pt x="171" y="112"/>
                  </a:cubicBezTo>
                  <a:cubicBezTo>
                    <a:pt x="171" y="113"/>
                    <a:pt x="173" y="114"/>
                    <a:pt x="173" y="115"/>
                  </a:cubicBezTo>
                  <a:cubicBezTo>
                    <a:pt x="173" y="116"/>
                    <a:pt x="172" y="118"/>
                    <a:pt x="173" y="119"/>
                  </a:cubicBezTo>
                  <a:cubicBezTo>
                    <a:pt x="174" y="120"/>
                    <a:pt x="177" y="118"/>
                    <a:pt x="178" y="117"/>
                  </a:cubicBezTo>
                  <a:cubicBezTo>
                    <a:pt x="179" y="117"/>
                    <a:pt x="179" y="115"/>
                    <a:pt x="180" y="114"/>
                  </a:cubicBezTo>
                  <a:cubicBezTo>
                    <a:pt x="180" y="113"/>
                    <a:pt x="181" y="113"/>
                    <a:pt x="181" y="112"/>
                  </a:cubicBezTo>
                  <a:cubicBezTo>
                    <a:pt x="182" y="111"/>
                    <a:pt x="183" y="109"/>
                    <a:pt x="183" y="108"/>
                  </a:cubicBezTo>
                  <a:cubicBezTo>
                    <a:pt x="184" y="107"/>
                    <a:pt x="184" y="105"/>
                    <a:pt x="184" y="104"/>
                  </a:cubicBezTo>
                  <a:cubicBezTo>
                    <a:pt x="185" y="104"/>
                    <a:pt x="186" y="104"/>
                    <a:pt x="186" y="104"/>
                  </a:cubicBezTo>
                  <a:cubicBezTo>
                    <a:pt x="187" y="103"/>
                    <a:pt x="190" y="103"/>
                    <a:pt x="190" y="102"/>
                  </a:cubicBezTo>
                  <a:cubicBezTo>
                    <a:pt x="190" y="102"/>
                    <a:pt x="189" y="100"/>
                    <a:pt x="189" y="100"/>
                  </a:cubicBezTo>
                  <a:cubicBezTo>
                    <a:pt x="188" y="99"/>
                    <a:pt x="186" y="97"/>
                    <a:pt x="186" y="96"/>
                  </a:cubicBezTo>
                  <a:cubicBezTo>
                    <a:pt x="186" y="95"/>
                    <a:pt x="188" y="94"/>
                    <a:pt x="189" y="93"/>
                  </a:cubicBezTo>
                  <a:cubicBezTo>
                    <a:pt x="190" y="93"/>
                    <a:pt x="192" y="92"/>
                    <a:pt x="192" y="91"/>
                  </a:cubicBezTo>
                  <a:cubicBezTo>
                    <a:pt x="193" y="91"/>
                    <a:pt x="194" y="89"/>
                    <a:pt x="194" y="88"/>
                  </a:cubicBezTo>
                  <a:cubicBezTo>
                    <a:pt x="194" y="87"/>
                    <a:pt x="191" y="86"/>
                    <a:pt x="190" y="84"/>
                  </a:cubicBezTo>
                  <a:cubicBezTo>
                    <a:pt x="190" y="84"/>
                    <a:pt x="190" y="81"/>
                    <a:pt x="190" y="81"/>
                  </a:cubicBezTo>
                  <a:cubicBezTo>
                    <a:pt x="191" y="80"/>
                    <a:pt x="193" y="80"/>
                    <a:pt x="194" y="80"/>
                  </a:cubicBezTo>
                  <a:cubicBezTo>
                    <a:pt x="194" y="80"/>
                    <a:pt x="196" y="82"/>
                    <a:pt x="196" y="82"/>
                  </a:cubicBezTo>
                  <a:cubicBezTo>
                    <a:pt x="197" y="83"/>
                    <a:pt x="196" y="85"/>
                    <a:pt x="197" y="86"/>
                  </a:cubicBezTo>
                  <a:cubicBezTo>
                    <a:pt x="197" y="86"/>
                    <a:pt x="199" y="87"/>
                    <a:pt x="199" y="87"/>
                  </a:cubicBezTo>
                  <a:cubicBezTo>
                    <a:pt x="200" y="86"/>
                    <a:pt x="201" y="84"/>
                    <a:pt x="201" y="83"/>
                  </a:cubicBezTo>
                  <a:cubicBezTo>
                    <a:pt x="201" y="82"/>
                    <a:pt x="200" y="80"/>
                    <a:pt x="200" y="80"/>
                  </a:cubicBezTo>
                  <a:cubicBezTo>
                    <a:pt x="200" y="78"/>
                    <a:pt x="201" y="75"/>
                    <a:pt x="202" y="74"/>
                  </a:cubicBezTo>
                  <a:cubicBezTo>
                    <a:pt x="203" y="72"/>
                    <a:pt x="206" y="71"/>
                    <a:pt x="208" y="70"/>
                  </a:cubicBezTo>
                  <a:cubicBezTo>
                    <a:pt x="209" y="69"/>
                    <a:pt x="212" y="69"/>
                    <a:pt x="213" y="68"/>
                  </a:cubicBezTo>
                  <a:cubicBezTo>
                    <a:pt x="213" y="67"/>
                    <a:pt x="214" y="65"/>
                    <a:pt x="214" y="64"/>
                  </a:cubicBezTo>
                  <a:cubicBezTo>
                    <a:pt x="215" y="63"/>
                    <a:pt x="217" y="61"/>
                    <a:pt x="218" y="61"/>
                  </a:cubicBezTo>
                  <a:cubicBezTo>
                    <a:pt x="219" y="60"/>
                    <a:pt x="222" y="61"/>
                    <a:pt x="223" y="61"/>
                  </a:cubicBezTo>
                  <a:cubicBezTo>
                    <a:pt x="224" y="61"/>
                    <a:pt x="226" y="61"/>
                    <a:pt x="227" y="61"/>
                  </a:cubicBezTo>
                  <a:cubicBezTo>
                    <a:pt x="228" y="60"/>
                    <a:pt x="229" y="57"/>
                    <a:pt x="230" y="56"/>
                  </a:cubicBezTo>
                  <a:cubicBezTo>
                    <a:pt x="231" y="56"/>
                    <a:pt x="233" y="56"/>
                    <a:pt x="234" y="56"/>
                  </a:cubicBezTo>
                  <a:cubicBezTo>
                    <a:pt x="234" y="57"/>
                    <a:pt x="234" y="58"/>
                    <a:pt x="235" y="58"/>
                  </a:cubicBezTo>
                  <a:cubicBezTo>
                    <a:pt x="236" y="59"/>
                    <a:pt x="237" y="57"/>
                    <a:pt x="238" y="56"/>
                  </a:cubicBezTo>
                  <a:cubicBezTo>
                    <a:pt x="239" y="55"/>
                    <a:pt x="241" y="53"/>
                    <a:pt x="241" y="52"/>
                  </a:cubicBezTo>
                  <a:cubicBezTo>
                    <a:pt x="240" y="50"/>
                    <a:pt x="236" y="50"/>
                    <a:pt x="236" y="49"/>
                  </a:cubicBezTo>
                  <a:cubicBezTo>
                    <a:pt x="235" y="48"/>
                    <a:pt x="237" y="45"/>
                    <a:pt x="237" y="44"/>
                  </a:cubicBezTo>
                  <a:cubicBezTo>
                    <a:pt x="237" y="43"/>
                    <a:pt x="236" y="40"/>
                    <a:pt x="236" y="39"/>
                  </a:cubicBezTo>
                  <a:cubicBezTo>
                    <a:pt x="236" y="38"/>
                    <a:pt x="236" y="35"/>
                    <a:pt x="236" y="34"/>
                  </a:cubicBezTo>
                  <a:cubicBezTo>
                    <a:pt x="236" y="33"/>
                    <a:pt x="236" y="29"/>
                    <a:pt x="237" y="28"/>
                  </a:cubicBezTo>
                  <a:cubicBezTo>
                    <a:pt x="238" y="27"/>
                    <a:pt x="239" y="26"/>
                    <a:pt x="240" y="26"/>
                  </a:cubicBezTo>
                  <a:cubicBezTo>
                    <a:pt x="241" y="26"/>
                    <a:pt x="242" y="26"/>
                    <a:pt x="243" y="27"/>
                  </a:cubicBezTo>
                  <a:cubicBezTo>
                    <a:pt x="244" y="27"/>
                    <a:pt x="244" y="29"/>
                    <a:pt x="245" y="29"/>
                  </a:cubicBezTo>
                  <a:cubicBezTo>
                    <a:pt x="246" y="29"/>
                    <a:pt x="249" y="29"/>
                    <a:pt x="250" y="29"/>
                  </a:cubicBezTo>
                  <a:cubicBezTo>
                    <a:pt x="251" y="29"/>
                    <a:pt x="252" y="31"/>
                    <a:pt x="253" y="31"/>
                  </a:cubicBezTo>
                  <a:cubicBezTo>
                    <a:pt x="254" y="31"/>
                    <a:pt x="256" y="32"/>
                    <a:pt x="257" y="31"/>
                  </a:cubicBezTo>
                  <a:cubicBezTo>
                    <a:pt x="258" y="31"/>
                    <a:pt x="260" y="30"/>
                    <a:pt x="260" y="29"/>
                  </a:cubicBezTo>
                  <a:cubicBezTo>
                    <a:pt x="261" y="28"/>
                    <a:pt x="261" y="26"/>
                    <a:pt x="260" y="24"/>
                  </a:cubicBezTo>
                  <a:cubicBezTo>
                    <a:pt x="260" y="24"/>
                    <a:pt x="259" y="22"/>
                    <a:pt x="258" y="22"/>
                  </a:cubicBezTo>
                  <a:cubicBezTo>
                    <a:pt x="258" y="21"/>
                    <a:pt x="256" y="20"/>
                    <a:pt x="256" y="19"/>
                  </a:cubicBezTo>
                  <a:cubicBezTo>
                    <a:pt x="256" y="18"/>
                    <a:pt x="256" y="16"/>
                    <a:pt x="257" y="15"/>
                  </a:cubicBezTo>
                  <a:cubicBezTo>
                    <a:pt x="257" y="15"/>
                    <a:pt x="259" y="14"/>
                    <a:pt x="260" y="13"/>
                  </a:cubicBezTo>
                  <a:cubicBezTo>
                    <a:pt x="261" y="13"/>
                    <a:pt x="262" y="11"/>
                    <a:pt x="263" y="10"/>
                  </a:cubicBezTo>
                  <a:cubicBezTo>
                    <a:pt x="264" y="9"/>
                    <a:pt x="264" y="6"/>
                    <a:pt x="265" y="5"/>
                  </a:cubicBezTo>
                  <a:cubicBezTo>
                    <a:pt x="265" y="4"/>
                    <a:pt x="268" y="2"/>
                    <a:pt x="269" y="0"/>
                  </a:cubicBezTo>
                  <a:cubicBezTo>
                    <a:pt x="269" y="0"/>
                    <a:pt x="269" y="0"/>
                    <a:pt x="269" y="0"/>
                  </a:cubicBezTo>
                  <a:cubicBezTo>
                    <a:pt x="270" y="0"/>
                    <a:pt x="272" y="1"/>
                    <a:pt x="273" y="1"/>
                  </a:cubicBezTo>
                  <a:cubicBezTo>
                    <a:pt x="275" y="2"/>
                    <a:pt x="278" y="6"/>
                    <a:pt x="280" y="7"/>
                  </a:cubicBezTo>
                  <a:cubicBezTo>
                    <a:pt x="283" y="9"/>
                    <a:pt x="289" y="11"/>
                    <a:pt x="293" y="13"/>
                  </a:cubicBezTo>
                  <a:cubicBezTo>
                    <a:pt x="294" y="14"/>
                    <a:pt x="298" y="16"/>
                    <a:pt x="299" y="17"/>
                  </a:cubicBezTo>
                  <a:cubicBezTo>
                    <a:pt x="301" y="18"/>
                    <a:pt x="303" y="21"/>
                    <a:pt x="305" y="22"/>
                  </a:cubicBezTo>
                  <a:cubicBezTo>
                    <a:pt x="306" y="23"/>
                    <a:pt x="307" y="26"/>
                    <a:pt x="308" y="28"/>
                  </a:cubicBezTo>
                  <a:cubicBezTo>
                    <a:pt x="308" y="30"/>
                    <a:pt x="307" y="35"/>
                    <a:pt x="308" y="37"/>
                  </a:cubicBezTo>
                  <a:cubicBezTo>
                    <a:pt x="308" y="38"/>
                    <a:pt x="310" y="41"/>
                    <a:pt x="311" y="43"/>
                  </a:cubicBezTo>
                  <a:cubicBezTo>
                    <a:pt x="312" y="45"/>
                    <a:pt x="315" y="49"/>
                    <a:pt x="316" y="51"/>
                  </a:cubicBezTo>
                  <a:cubicBezTo>
                    <a:pt x="317" y="52"/>
                    <a:pt x="318" y="56"/>
                    <a:pt x="319" y="58"/>
                  </a:cubicBezTo>
                  <a:cubicBezTo>
                    <a:pt x="319" y="59"/>
                    <a:pt x="320" y="63"/>
                    <a:pt x="321" y="64"/>
                  </a:cubicBezTo>
                  <a:cubicBezTo>
                    <a:pt x="322" y="65"/>
                    <a:pt x="325" y="67"/>
                    <a:pt x="326" y="68"/>
                  </a:cubicBezTo>
                  <a:cubicBezTo>
                    <a:pt x="328" y="68"/>
                    <a:pt x="332" y="69"/>
                    <a:pt x="334" y="70"/>
                  </a:cubicBezTo>
                  <a:cubicBezTo>
                    <a:pt x="336" y="71"/>
                    <a:pt x="339" y="73"/>
                    <a:pt x="340" y="75"/>
                  </a:cubicBezTo>
                  <a:cubicBezTo>
                    <a:pt x="343" y="78"/>
                    <a:pt x="344" y="87"/>
                    <a:pt x="346" y="91"/>
                  </a:cubicBezTo>
                  <a:cubicBezTo>
                    <a:pt x="347" y="94"/>
                    <a:pt x="350" y="101"/>
                    <a:pt x="352" y="104"/>
                  </a:cubicBezTo>
                  <a:cubicBezTo>
                    <a:pt x="353" y="106"/>
                    <a:pt x="355" y="108"/>
                    <a:pt x="356" y="110"/>
                  </a:cubicBezTo>
                  <a:cubicBezTo>
                    <a:pt x="358" y="112"/>
                    <a:pt x="362" y="115"/>
                    <a:pt x="365" y="117"/>
                  </a:cubicBezTo>
                  <a:cubicBezTo>
                    <a:pt x="367" y="118"/>
                    <a:pt x="371" y="120"/>
                    <a:pt x="373" y="122"/>
                  </a:cubicBezTo>
                  <a:cubicBezTo>
                    <a:pt x="376" y="124"/>
                    <a:pt x="381" y="130"/>
                    <a:pt x="383" y="133"/>
                  </a:cubicBezTo>
                  <a:cubicBezTo>
                    <a:pt x="385" y="137"/>
                    <a:pt x="389" y="144"/>
                    <a:pt x="391" y="147"/>
                  </a:cubicBezTo>
                  <a:cubicBezTo>
                    <a:pt x="392" y="149"/>
                    <a:pt x="396" y="153"/>
                    <a:pt x="398" y="155"/>
                  </a:cubicBezTo>
                  <a:cubicBezTo>
                    <a:pt x="396" y="157"/>
                    <a:pt x="391" y="158"/>
                    <a:pt x="389" y="159"/>
                  </a:cubicBezTo>
                  <a:cubicBezTo>
                    <a:pt x="388" y="160"/>
                    <a:pt x="384" y="162"/>
                    <a:pt x="383" y="163"/>
                  </a:cubicBezTo>
                  <a:cubicBezTo>
                    <a:pt x="381" y="164"/>
                    <a:pt x="378" y="169"/>
                    <a:pt x="377" y="171"/>
                  </a:cubicBezTo>
                  <a:cubicBezTo>
                    <a:pt x="376" y="172"/>
                    <a:pt x="374" y="173"/>
                    <a:pt x="373" y="174"/>
                  </a:cubicBezTo>
                  <a:cubicBezTo>
                    <a:pt x="373" y="176"/>
                    <a:pt x="372" y="180"/>
                    <a:pt x="372" y="181"/>
                  </a:cubicBezTo>
                  <a:cubicBezTo>
                    <a:pt x="372" y="183"/>
                    <a:pt x="374" y="186"/>
                    <a:pt x="374" y="188"/>
                  </a:cubicBezTo>
                  <a:cubicBezTo>
                    <a:pt x="374" y="191"/>
                    <a:pt x="372" y="196"/>
                    <a:pt x="372" y="198"/>
                  </a:cubicBezTo>
                  <a:cubicBezTo>
                    <a:pt x="371" y="201"/>
                    <a:pt x="370" y="206"/>
                    <a:pt x="370" y="208"/>
                  </a:cubicBezTo>
                  <a:cubicBezTo>
                    <a:pt x="370" y="211"/>
                    <a:pt x="371" y="217"/>
                    <a:pt x="370" y="220"/>
                  </a:cubicBezTo>
                  <a:cubicBezTo>
                    <a:pt x="370" y="221"/>
                    <a:pt x="367" y="224"/>
                    <a:pt x="366" y="224"/>
                  </a:cubicBezTo>
                  <a:cubicBezTo>
                    <a:pt x="364" y="225"/>
                    <a:pt x="359" y="224"/>
                    <a:pt x="357" y="224"/>
                  </a:cubicBezTo>
                  <a:cubicBezTo>
                    <a:pt x="355" y="223"/>
                    <a:pt x="352" y="221"/>
                    <a:pt x="351" y="221"/>
                  </a:cubicBezTo>
                  <a:cubicBezTo>
                    <a:pt x="349" y="221"/>
                    <a:pt x="344" y="223"/>
                    <a:pt x="342" y="224"/>
                  </a:cubicBezTo>
                  <a:cubicBezTo>
                    <a:pt x="341" y="224"/>
                    <a:pt x="337" y="226"/>
                    <a:pt x="336" y="227"/>
                  </a:cubicBezTo>
                  <a:cubicBezTo>
                    <a:pt x="334" y="228"/>
                    <a:pt x="332" y="230"/>
                    <a:pt x="331" y="231"/>
                  </a:cubicBezTo>
                  <a:cubicBezTo>
                    <a:pt x="330" y="233"/>
                    <a:pt x="328" y="237"/>
                    <a:pt x="326" y="239"/>
                  </a:cubicBezTo>
                  <a:cubicBezTo>
                    <a:pt x="326" y="240"/>
                    <a:pt x="324" y="242"/>
                    <a:pt x="323" y="243"/>
                  </a:cubicBezTo>
                  <a:cubicBezTo>
                    <a:pt x="323" y="245"/>
                    <a:pt x="323" y="248"/>
                    <a:pt x="323" y="250"/>
                  </a:cubicBezTo>
                  <a:cubicBezTo>
                    <a:pt x="324" y="251"/>
                    <a:pt x="325" y="252"/>
                    <a:pt x="326" y="253"/>
                  </a:cubicBezTo>
                  <a:cubicBezTo>
                    <a:pt x="326" y="254"/>
                    <a:pt x="327" y="258"/>
                    <a:pt x="328" y="259"/>
                  </a:cubicBezTo>
                  <a:cubicBezTo>
                    <a:pt x="329" y="260"/>
                    <a:pt x="331" y="262"/>
                    <a:pt x="332" y="264"/>
                  </a:cubicBezTo>
                  <a:cubicBezTo>
                    <a:pt x="332" y="265"/>
                    <a:pt x="332" y="268"/>
                    <a:pt x="333" y="270"/>
                  </a:cubicBezTo>
                  <a:cubicBezTo>
                    <a:pt x="334" y="271"/>
                    <a:pt x="337" y="273"/>
                    <a:pt x="337" y="274"/>
                  </a:cubicBezTo>
                  <a:cubicBezTo>
                    <a:pt x="338" y="276"/>
                    <a:pt x="340" y="280"/>
                    <a:pt x="339" y="282"/>
                  </a:cubicBezTo>
                  <a:cubicBezTo>
                    <a:pt x="339" y="284"/>
                    <a:pt x="337" y="285"/>
                    <a:pt x="336" y="286"/>
                  </a:cubicBezTo>
                  <a:cubicBezTo>
                    <a:pt x="335" y="287"/>
                    <a:pt x="332" y="286"/>
                    <a:pt x="331" y="287"/>
                  </a:cubicBezTo>
                  <a:cubicBezTo>
                    <a:pt x="331" y="288"/>
                    <a:pt x="332" y="290"/>
                    <a:pt x="332" y="291"/>
                  </a:cubicBezTo>
                  <a:cubicBezTo>
                    <a:pt x="333" y="293"/>
                    <a:pt x="337" y="294"/>
                    <a:pt x="338" y="296"/>
                  </a:cubicBezTo>
                  <a:cubicBezTo>
                    <a:pt x="340" y="298"/>
                    <a:pt x="342" y="303"/>
                    <a:pt x="342" y="305"/>
                  </a:cubicBezTo>
                  <a:cubicBezTo>
                    <a:pt x="343" y="307"/>
                    <a:pt x="344" y="312"/>
                    <a:pt x="345" y="315"/>
                  </a:cubicBezTo>
                  <a:cubicBezTo>
                    <a:pt x="346" y="317"/>
                    <a:pt x="348" y="321"/>
                    <a:pt x="349" y="322"/>
                  </a:cubicBezTo>
                  <a:cubicBezTo>
                    <a:pt x="349" y="324"/>
                    <a:pt x="351" y="328"/>
                    <a:pt x="351" y="330"/>
                  </a:cubicBezTo>
                  <a:cubicBezTo>
                    <a:pt x="352" y="333"/>
                    <a:pt x="351" y="339"/>
                    <a:pt x="351" y="341"/>
                  </a:cubicBezTo>
                  <a:cubicBezTo>
                    <a:pt x="351" y="343"/>
                    <a:pt x="352" y="346"/>
                    <a:pt x="352" y="348"/>
                  </a:cubicBezTo>
                  <a:cubicBezTo>
                    <a:pt x="352" y="349"/>
                    <a:pt x="351" y="352"/>
                    <a:pt x="350" y="353"/>
                  </a:cubicBezTo>
                  <a:cubicBezTo>
                    <a:pt x="350" y="356"/>
                    <a:pt x="350" y="361"/>
                    <a:pt x="349" y="364"/>
                  </a:cubicBezTo>
                  <a:cubicBezTo>
                    <a:pt x="347" y="365"/>
                    <a:pt x="344" y="368"/>
                    <a:pt x="342" y="368"/>
                  </a:cubicBezTo>
                  <a:cubicBezTo>
                    <a:pt x="340" y="368"/>
                    <a:pt x="338" y="365"/>
                    <a:pt x="336" y="365"/>
                  </a:cubicBezTo>
                  <a:cubicBezTo>
                    <a:pt x="335" y="365"/>
                    <a:pt x="332" y="367"/>
                    <a:pt x="331" y="368"/>
                  </a:cubicBezTo>
                  <a:cubicBezTo>
                    <a:pt x="330" y="369"/>
                    <a:pt x="332" y="373"/>
                    <a:pt x="331" y="374"/>
                  </a:cubicBezTo>
                  <a:cubicBezTo>
                    <a:pt x="330" y="376"/>
                    <a:pt x="325" y="374"/>
                    <a:pt x="323" y="373"/>
                  </a:cubicBezTo>
                  <a:cubicBezTo>
                    <a:pt x="321" y="372"/>
                    <a:pt x="318" y="369"/>
                    <a:pt x="317" y="370"/>
                  </a:cubicBezTo>
                  <a:cubicBezTo>
                    <a:pt x="315" y="370"/>
                    <a:pt x="313" y="374"/>
                    <a:pt x="312" y="376"/>
                  </a:cubicBezTo>
                  <a:cubicBezTo>
                    <a:pt x="311" y="378"/>
                    <a:pt x="309" y="383"/>
                    <a:pt x="308" y="385"/>
                  </a:cubicBezTo>
                  <a:cubicBezTo>
                    <a:pt x="306" y="387"/>
                    <a:pt x="301" y="392"/>
                    <a:pt x="298" y="39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9"/>
            <p:cNvSpPr>
              <a:spLocks/>
            </p:cNvSpPr>
            <p:nvPr/>
          </p:nvSpPr>
          <p:spPr bwMode="auto">
            <a:xfrm>
              <a:off x="1412875" y="3249613"/>
              <a:ext cx="31750" cy="19050"/>
            </a:xfrm>
            <a:custGeom>
              <a:avLst/>
              <a:gdLst/>
              <a:ahLst/>
              <a:cxnLst>
                <a:cxn ang="0">
                  <a:pos x="18" y="5"/>
                </a:cxn>
                <a:cxn ang="0">
                  <a:pos x="17" y="10"/>
                </a:cxn>
                <a:cxn ang="0">
                  <a:pos x="13" y="10"/>
                </a:cxn>
                <a:cxn ang="0">
                  <a:pos x="8" y="9"/>
                </a:cxn>
                <a:cxn ang="0">
                  <a:pos x="5" y="10"/>
                </a:cxn>
                <a:cxn ang="0">
                  <a:pos x="2" y="10"/>
                </a:cxn>
                <a:cxn ang="0">
                  <a:pos x="0" y="6"/>
                </a:cxn>
                <a:cxn ang="0">
                  <a:pos x="2" y="2"/>
                </a:cxn>
                <a:cxn ang="0">
                  <a:pos x="7" y="0"/>
                </a:cxn>
                <a:cxn ang="0">
                  <a:pos x="13" y="2"/>
                </a:cxn>
                <a:cxn ang="0">
                  <a:pos x="16" y="3"/>
                </a:cxn>
                <a:cxn ang="0">
                  <a:pos x="18" y="5"/>
                </a:cxn>
              </a:cxnLst>
              <a:rect l="0" t="0" r="r" b="b"/>
              <a:pathLst>
                <a:path w="18" h="11">
                  <a:moveTo>
                    <a:pt x="18" y="5"/>
                  </a:moveTo>
                  <a:cubicBezTo>
                    <a:pt x="18" y="7"/>
                    <a:pt x="17" y="9"/>
                    <a:pt x="17" y="10"/>
                  </a:cubicBezTo>
                  <a:cubicBezTo>
                    <a:pt x="16" y="10"/>
                    <a:pt x="14" y="10"/>
                    <a:pt x="13" y="10"/>
                  </a:cubicBezTo>
                  <a:cubicBezTo>
                    <a:pt x="12" y="10"/>
                    <a:pt x="10" y="9"/>
                    <a:pt x="8" y="9"/>
                  </a:cubicBezTo>
                  <a:cubicBezTo>
                    <a:pt x="7" y="9"/>
                    <a:pt x="6" y="10"/>
                    <a:pt x="5" y="10"/>
                  </a:cubicBezTo>
                  <a:cubicBezTo>
                    <a:pt x="4" y="11"/>
                    <a:pt x="2" y="11"/>
                    <a:pt x="2" y="10"/>
                  </a:cubicBezTo>
                  <a:cubicBezTo>
                    <a:pt x="1" y="10"/>
                    <a:pt x="0" y="7"/>
                    <a:pt x="0" y="6"/>
                  </a:cubicBezTo>
                  <a:cubicBezTo>
                    <a:pt x="0" y="5"/>
                    <a:pt x="1" y="3"/>
                    <a:pt x="2" y="2"/>
                  </a:cubicBezTo>
                  <a:cubicBezTo>
                    <a:pt x="3" y="1"/>
                    <a:pt x="6" y="0"/>
                    <a:pt x="7" y="0"/>
                  </a:cubicBezTo>
                  <a:cubicBezTo>
                    <a:pt x="9" y="0"/>
                    <a:pt x="11" y="1"/>
                    <a:pt x="13" y="2"/>
                  </a:cubicBezTo>
                  <a:cubicBezTo>
                    <a:pt x="14" y="2"/>
                    <a:pt x="15" y="2"/>
                    <a:pt x="16" y="3"/>
                  </a:cubicBezTo>
                  <a:cubicBezTo>
                    <a:pt x="17" y="3"/>
                    <a:pt x="18" y="5"/>
                    <a:pt x="18"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0"/>
            <p:cNvSpPr>
              <a:spLocks/>
            </p:cNvSpPr>
            <p:nvPr/>
          </p:nvSpPr>
          <p:spPr bwMode="auto">
            <a:xfrm>
              <a:off x="1408113" y="3275013"/>
              <a:ext cx="22225" cy="19050"/>
            </a:xfrm>
            <a:custGeom>
              <a:avLst/>
              <a:gdLst/>
              <a:ahLst/>
              <a:cxnLst>
                <a:cxn ang="0">
                  <a:pos x="11" y="3"/>
                </a:cxn>
                <a:cxn ang="0">
                  <a:pos x="12" y="6"/>
                </a:cxn>
                <a:cxn ang="0">
                  <a:pos x="8" y="7"/>
                </a:cxn>
                <a:cxn ang="0">
                  <a:pos x="8" y="11"/>
                </a:cxn>
                <a:cxn ang="0">
                  <a:pos x="4" y="10"/>
                </a:cxn>
                <a:cxn ang="0">
                  <a:pos x="2" y="7"/>
                </a:cxn>
                <a:cxn ang="0">
                  <a:pos x="0" y="4"/>
                </a:cxn>
                <a:cxn ang="0">
                  <a:pos x="2" y="1"/>
                </a:cxn>
                <a:cxn ang="0">
                  <a:pos x="5" y="0"/>
                </a:cxn>
                <a:cxn ang="0">
                  <a:pos x="8" y="1"/>
                </a:cxn>
                <a:cxn ang="0">
                  <a:pos x="11" y="3"/>
                </a:cxn>
              </a:cxnLst>
              <a:rect l="0" t="0" r="r" b="b"/>
              <a:pathLst>
                <a:path w="12" h="11">
                  <a:moveTo>
                    <a:pt x="11" y="3"/>
                  </a:moveTo>
                  <a:cubicBezTo>
                    <a:pt x="11" y="3"/>
                    <a:pt x="12" y="5"/>
                    <a:pt x="12" y="6"/>
                  </a:cubicBezTo>
                  <a:cubicBezTo>
                    <a:pt x="12" y="7"/>
                    <a:pt x="9" y="7"/>
                    <a:pt x="8" y="7"/>
                  </a:cubicBezTo>
                  <a:cubicBezTo>
                    <a:pt x="8" y="8"/>
                    <a:pt x="8" y="10"/>
                    <a:pt x="8" y="11"/>
                  </a:cubicBezTo>
                  <a:cubicBezTo>
                    <a:pt x="7" y="11"/>
                    <a:pt x="4" y="11"/>
                    <a:pt x="4" y="10"/>
                  </a:cubicBezTo>
                  <a:cubicBezTo>
                    <a:pt x="3" y="9"/>
                    <a:pt x="2" y="8"/>
                    <a:pt x="2" y="7"/>
                  </a:cubicBezTo>
                  <a:cubicBezTo>
                    <a:pt x="1" y="6"/>
                    <a:pt x="0" y="5"/>
                    <a:pt x="0" y="4"/>
                  </a:cubicBezTo>
                  <a:cubicBezTo>
                    <a:pt x="0" y="3"/>
                    <a:pt x="1" y="2"/>
                    <a:pt x="2" y="1"/>
                  </a:cubicBezTo>
                  <a:cubicBezTo>
                    <a:pt x="3" y="0"/>
                    <a:pt x="4" y="0"/>
                    <a:pt x="5" y="0"/>
                  </a:cubicBezTo>
                  <a:cubicBezTo>
                    <a:pt x="6" y="0"/>
                    <a:pt x="8" y="0"/>
                    <a:pt x="8" y="1"/>
                  </a:cubicBezTo>
                  <a:cubicBezTo>
                    <a:pt x="9" y="1"/>
                    <a:pt x="10" y="2"/>
                    <a:pt x="11"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1"/>
            <p:cNvSpPr>
              <a:spLocks/>
            </p:cNvSpPr>
            <p:nvPr/>
          </p:nvSpPr>
          <p:spPr bwMode="auto">
            <a:xfrm>
              <a:off x="1293813" y="3446463"/>
              <a:ext cx="31750" cy="28575"/>
            </a:xfrm>
            <a:custGeom>
              <a:avLst/>
              <a:gdLst/>
              <a:ahLst/>
              <a:cxnLst>
                <a:cxn ang="0">
                  <a:pos x="16" y="2"/>
                </a:cxn>
                <a:cxn ang="0">
                  <a:pos x="16" y="6"/>
                </a:cxn>
                <a:cxn ang="0">
                  <a:pos x="15" y="8"/>
                </a:cxn>
                <a:cxn ang="0">
                  <a:pos x="14" y="11"/>
                </a:cxn>
                <a:cxn ang="0">
                  <a:pos x="11" y="12"/>
                </a:cxn>
                <a:cxn ang="0">
                  <a:pos x="8" y="10"/>
                </a:cxn>
                <a:cxn ang="0">
                  <a:pos x="7" y="12"/>
                </a:cxn>
                <a:cxn ang="0">
                  <a:pos x="6" y="14"/>
                </a:cxn>
                <a:cxn ang="0">
                  <a:pos x="2" y="14"/>
                </a:cxn>
                <a:cxn ang="0">
                  <a:pos x="1" y="12"/>
                </a:cxn>
                <a:cxn ang="0">
                  <a:pos x="3" y="11"/>
                </a:cxn>
                <a:cxn ang="0">
                  <a:pos x="3" y="7"/>
                </a:cxn>
                <a:cxn ang="0">
                  <a:pos x="0" y="6"/>
                </a:cxn>
                <a:cxn ang="0">
                  <a:pos x="0" y="3"/>
                </a:cxn>
                <a:cxn ang="0">
                  <a:pos x="2" y="1"/>
                </a:cxn>
                <a:cxn ang="0">
                  <a:pos x="7" y="2"/>
                </a:cxn>
                <a:cxn ang="0">
                  <a:pos x="10" y="1"/>
                </a:cxn>
                <a:cxn ang="0">
                  <a:pos x="13" y="0"/>
                </a:cxn>
                <a:cxn ang="0">
                  <a:pos x="16" y="2"/>
                </a:cxn>
              </a:cxnLst>
              <a:rect l="0" t="0" r="r" b="b"/>
              <a:pathLst>
                <a:path w="17" h="15">
                  <a:moveTo>
                    <a:pt x="16" y="2"/>
                  </a:moveTo>
                  <a:cubicBezTo>
                    <a:pt x="17" y="3"/>
                    <a:pt x="16" y="5"/>
                    <a:pt x="16" y="6"/>
                  </a:cubicBezTo>
                  <a:cubicBezTo>
                    <a:pt x="16" y="6"/>
                    <a:pt x="15" y="8"/>
                    <a:pt x="15" y="8"/>
                  </a:cubicBezTo>
                  <a:cubicBezTo>
                    <a:pt x="14" y="9"/>
                    <a:pt x="14" y="10"/>
                    <a:pt x="14" y="11"/>
                  </a:cubicBezTo>
                  <a:cubicBezTo>
                    <a:pt x="13" y="11"/>
                    <a:pt x="12" y="12"/>
                    <a:pt x="11" y="12"/>
                  </a:cubicBezTo>
                  <a:cubicBezTo>
                    <a:pt x="10" y="11"/>
                    <a:pt x="9" y="10"/>
                    <a:pt x="8" y="10"/>
                  </a:cubicBezTo>
                  <a:cubicBezTo>
                    <a:pt x="7" y="10"/>
                    <a:pt x="7" y="12"/>
                    <a:pt x="7" y="12"/>
                  </a:cubicBezTo>
                  <a:cubicBezTo>
                    <a:pt x="7" y="13"/>
                    <a:pt x="6" y="14"/>
                    <a:pt x="6" y="14"/>
                  </a:cubicBezTo>
                  <a:cubicBezTo>
                    <a:pt x="5" y="15"/>
                    <a:pt x="3" y="15"/>
                    <a:pt x="2" y="14"/>
                  </a:cubicBezTo>
                  <a:cubicBezTo>
                    <a:pt x="2" y="14"/>
                    <a:pt x="1" y="12"/>
                    <a:pt x="1" y="12"/>
                  </a:cubicBezTo>
                  <a:cubicBezTo>
                    <a:pt x="1" y="11"/>
                    <a:pt x="3" y="11"/>
                    <a:pt x="3" y="11"/>
                  </a:cubicBezTo>
                  <a:cubicBezTo>
                    <a:pt x="4" y="10"/>
                    <a:pt x="3" y="8"/>
                    <a:pt x="3" y="7"/>
                  </a:cubicBezTo>
                  <a:cubicBezTo>
                    <a:pt x="2" y="7"/>
                    <a:pt x="1" y="6"/>
                    <a:pt x="0" y="6"/>
                  </a:cubicBezTo>
                  <a:cubicBezTo>
                    <a:pt x="0" y="5"/>
                    <a:pt x="0" y="4"/>
                    <a:pt x="0" y="3"/>
                  </a:cubicBezTo>
                  <a:cubicBezTo>
                    <a:pt x="0" y="2"/>
                    <a:pt x="2" y="1"/>
                    <a:pt x="2" y="1"/>
                  </a:cubicBezTo>
                  <a:cubicBezTo>
                    <a:pt x="3" y="1"/>
                    <a:pt x="6" y="2"/>
                    <a:pt x="7" y="2"/>
                  </a:cubicBezTo>
                  <a:cubicBezTo>
                    <a:pt x="8" y="2"/>
                    <a:pt x="9" y="2"/>
                    <a:pt x="10" y="1"/>
                  </a:cubicBezTo>
                  <a:cubicBezTo>
                    <a:pt x="11" y="1"/>
                    <a:pt x="12" y="0"/>
                    <a:pt x="13" y="0"/>
                  </a:cubicBezTo>
                  <a:cubicBezTo>
                    <a:pt x="14" y="0"/>
                    <a:pt x="16" y="1"/>
                    <a:pt x="1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2"/>
            <p:cNvSpPr>
              <a:spLocks/>
            </p:cNvSpPr>
            <p:nvPr/>
          </p:nvSpPr>
          <p:spPr bwMode="auto">
            <a:xfrm>
              <a:off x="1270000" y="3421063"/>
              <a:ext cx="30163" cy="22225"/>
            </a:xfrm>
            <a:custGeom>
              <a:avLst/>
              <a:gdLst/>
              <a:ahLst/>
              <a:cxnLst>
                <a:cxn ang="0">
                  <a:pos x="15" y="5"/>
                </a:cxn>
                <a:cxn ang="0">
                  <a:pos x="13" y="7"/>
                </a:cxn>
                <a:cxn ang="0">
                  <a:pos x="9" y="8"/>
                </a:cxn>
                <a:cxn ang="0">
                  <a:pos x="7" y="11"/>
                </a:cxn>
                <a:cxn ang="0">
                  <a:pos x="4" y="12"/>
                </a:cxn>
                <a:cxn ang="0">
                  <a:pos x="1" y="12"/>
                </a:cxn>
                <a:cxn ang="0">
                  <a:pos x="0" y="9"/>
                </a:cxn>
                <a:cxn ang="0">
                  <a:pos x="2" y="6"/>
                </a:cxn>
                <a:cxn ang="0">
                  <a:pos x="4" y="5"/>
                </a:cxn>
                <a:cxn ang="0">
                  <a:pos x="6" y="2"/>
                </a:cxn>
                <a:cxn ang="0">
                  <a:pos x="9" y="0"/>
                </a:cxn>
                <a:cxn ang="0">
                  <a:pos x="12" y="2"/>
                </a:cxn>
                <a:cxn ang="0">
                  <a:pos x="15" y="5"/>
                </a:cxn>
              </a:cxnLst>
              <a:rect l="0" t="0" r="r" b="b"/>
              <a:pathLst>
                <a:path w="16" h="12">
                  <a:moveTo>
                    <a:pt x="15" y="5"/>
                  </a:moveTo>
                  <a:cubicBezTo>
                    <a:pt x="16" y="6"/>
                    <a:pt x="14" y="7"/>
                    <a:pt x="13" y="7"/>
                  </a:cubicBezTo>
                  <a:cubicBezTo>
                    <a:pt x="12" y="7"/>
                    <a:pt x="10" y="8"/>
                    <a:pt x="9" y="8"/>
                  </a:cubicBezTo>
                  <a:cubicBezTo>
                    <a:pt x="9" y="9"/>
                    <a:pt x="8" y="10"/>
                    <a:pt x="7" y="11"/>
                  </a:cubicBezTo>
                  <a:cubicBezTo>
                    <a:pt x="6" y="11"/>
                    <a:pt x="5" y="12"/>
                    <a:pt x="4" y="12"/>
                  </a:cubicBezTo>
                  <a:cubicBezTo>
                    <a:pt x="3" y="12"/>
                    <a:pt x="2" y="12"/>
                    <a:pt x="1" y="12"/>
                  </a:cubicBezTo>
                  <a:cubicBezTo>
                    <a:pt x="1" y="11"/>
                    <a:pt x="0" y="10"/>
                    <a:pt x="0" y="9"/>
                  </a:cubicBezTo>
                  <a:cubicBezTo>
                    <a:pt x="0" y="8"/>
                    <a:pt x="1" y="7"/>
                    <a:pt x="2" y="6"/>
                  </a:cubicBezTo>
                  <a:cubicBezTo>
                    <a:pt x="2" y="6"/>
                    <a:pt x="4" y="5"/>
                    <a:pt x="4" y="5"/>
                  </a:cubicBezTo>
                  <a:cubicBezTo>
                    <a:pt x="5" y="4"/>
                    <a:pt x="6" y="3"/>
                    <a:pt x="6" y="2"/>
                  </a:cubicBezTo>
                  <a:cubicBezTo>
                    <a:pt x="7" y="2"/>
                    <a:pt x="8" y="0"/>
                    <a:pt x="9" y="0"/>
                  </a:cubicBezTo>
                  <a:cubicBezTo>
                    <a:pt x="10" y="0"/>
                    <a:pt x="11" y="1"/>
                    <a:pt x="12" y="2"/>
                  </a:cubicBezTo>
                  <a:cubicBezTo>
                    <a:pt x="13" y="2"/>
                    <a:pt x="15" y="3"/>
                    <a:pt x="15"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3"/>
            <p:cNvSpPr>
              <a:spLocks/>
            </p:cNvSpPr>
            <p:nvPr/>
          </p:nvSpPr>
          <p:spPr bwMode="auto">
            <a:xfrm>
              <a:off x="1212850" y="3452813"/>
              <a:ext cx="11113" cy="19050"/>
            </a:xfrm>
            <a:custGeom>
              <a:avLst/>
              <a:gdLst/>
              <a:ahLst/>
              <a:cxnLst>
                <a:cxn ang="0">
                  <a:pos x="6" y="3"/>
                </a:cxn>
                <a:cxn ang="0">
                  <a:pos x="5" y="7"/>
                </a:cxn>
                <a:cxn ang="0">
                  <a:pos x="4" y="11"/>
                </a:cxn>
                <a:cxn ang="0">
                  <a:pos x="2" y="10"/>
                </a:cxn>
                <a:cxn ang="0">
                  <a:pos x="0" y="7"/>
                </a:cxn>
                <a:cxn ang="0">
                  <a:pos x="0" y="4"/>
                </a:cxn>
                <a:cxn ang="0">
                  <a:pos x="2" y="1"/>
                </a:cxn>
                <a:cxn ang="0">
                  <a:pos x="4" y="0"/>
                </a:cxn>
                <a:cxn ang="0">
                  <a:pos x="6" y="3"/>
                </a:cxn>
              </a:cxnLst>
              <a:rect l="0" t="0" r="r" b="b"/>
              <a:pathLst>
                <a:path w="6" h="11">
                  <a:moveTo>
                    <a:pt x="6" y="3"/>
                  </a:moveTo>
                  <a:cubicBezTo>
                    <a:pt x="6" y="4"/>
                    <a:pt x="6" y="6"/>
                    <a:pt x="5" y="7"/>
                  </a:cubicBezTo>
                  <a:cubicBezTo>
                    <a:pt x="5" y="8"/>
                    <a:pt x="5" y="10"/>
                    <a:pt x="4" y="11"/>
                  </a:cubicBezTo>
                  <a:cubicBezTo>
                    <a:pt x="4" y="11"/>
                    <a:pt x="2" y="11"/>
                    <a:pt x="2" y="10"/>
                  </a:cubicBezTo>
                  <a:cubicBezTo>
                    <a:pt x="1" y="10"/>
                    <a:pt x="0" y="8"/>
                    <a:pt x="0" y="7"/>
                  </a:cubicBezTo>
                  <a:cubicBezTo>
                    <a:pt x="0" y="6"/>
                    <a:pt x="0" y="5"/>
                    <a:pt x="0" y="4"/>
                  </a:cubicBezTo>
                  <a:cubicBezTo>
                    <a:pt x="1" y="3"/>
                    <a:pt x="1" y="2"/>
                    <a:pt x="2" y="1"/>
                  </a:cubicBezTo>
                  <a:cubicBezTo>
                    <a:pt x="2" y="1"/>
                    <a:pt x="4" y="0"/>
                    <a:pt x="4" y="0"/>
                  </a:cubicBezTo>
                  <a:cubicBezTo>
                    <a:pt x="5" y="1"/>
                    <a:pt x="6" y="2"/>
                    <a:pt x="6"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4"/>
            <p:cNvSpPr>
              <a:spLocks/>
            </p:cNvSpPr>
            <p:nvPr/>
          </p:nvSpPr>
          <p:spPr bwMode="auto">
            <a:xfrm>
              <a:off x="1119188" y="3459163"/>
              <a:ext cx="65088" cy="53975"/>
            </a:xfrm>
            <a:custGeom>
              <a:avLst/>
              <a:gdLst/>
              <a:ahLst/>
              <a:cxnLst>
                <a:cxn ang="0">
                  <a:pos x="35" y="15"/>
                </a:cxn>
                <a:cxn ang="0">
                  <a:pos x="35" y="18"/>
                </a:cxn>
                <a:cxn ang="0">
                  <a:pos x="33" y="20"/>
                </a:cxn>
                <a:cxn ang="0">
                  <a:pos x="31" y="20"/>
                </a:cxn>
                <a:cxn ang="0">
                  <a:pos x="30" y="18"/>
                </a:cxn>
                <a:cxn ang="0">
                  <a:pos x="26" y="18"/>
                </a:cxn>
                <a:cxn ang="0">
                  <a:pos x="24" y="21"/>
                </a:cxn>
                <a:cxn ang="0">
                  <a:pos x="23" y="25"/>
                </a:cxn>
                <a:cxn ang="0">
                  <a:pos x="22" y="28"/>
                </a:cxn>
                <a:cxn ang="0">
                  <a:pos x="19" y="29"/>
                </a:cxn>
                <a:cxn ang="0">
                  <a:pos x="16" y="28"/>
                </a:cxn>
                <a:cxn ang="0">
                  <a:pos x="14" y="26"/>
                </a:cxn>
                <a:cxn ang="0">
                  <a:pos x="14" y="23"/>
                </a:cxn>
                <a:cxn ang="0">
                  <a:pos x="13" y="20"/>
                </a:cxn>
                <a:cxn ang="0">
                  <a:pos x="11" y="22"/>
                </a:cxn>
                <a:cxn ang="0">
                  <a:pos x="7" y="21"/>
                </a:cxn>
                <a:cxn ang="0">
                  <a:pos x="5" y="19"/>
                </a:cxn>
                <a:cxn ang="0">
                  <a:pos x="7" y="16"/>
                </a:cxn>
                <a:cxn ang="0">
                  <a:pos x="6" y="13"/>
                </a:cxn>
                <a:cxn ang="0">
                  <a:pos x="2" y="10"/>
                </a:cxn>
                <a:cxn ang="0">
                  <a:pos x="1" y="7"/>
                </a:cxn>
                <a:cxn ang="0">
                  <a:pos x="1" y="2"/>
                </a:cxn>
                <a:cxn ang="0">
                  <a:pos x="3" y="1"/>
                </a:cxn>
                <a:cxn ang="0">
                  <a:pos x="6" y="2"/>
                </a:cxn>
                <a:cxn ang="0">
                  <a:pos x="8" y="3"/>
                </a:cxn>
                <a:cxn ang="0">
                  <a:pos x="12" y="1"/>
                </a:cxn>
                <a:cxn ang="0">
                  <a:pos x="15" y="0"/>
                </a:cxn>
                <a:cxn ang="0">
                  <a:pos x="15" y="3"/>
                </a:cxn>
                <a:cxn ang="0">
                  <a:pos x="14" y="5"/>
                </a:cxn>
                <a:cxn ang="0">
                  <a:pos x="13" y="8"/>
                </a:cxn>
                <a:cxn ang="0">
                  <a:pos x="13" y="12"/>
                </a:cxn>
                <a:cxn ang="0">
                  <a:pos x="16" y="12"/>
                </a:cxn>
                <a:cxn ang="0">
                  <a:pos x="18" y="14"/>
                </a:cxn>
                <a:cxn ang="0">
                  <a:pos x="21" y="12"/>
                </a:cxn>
                <a:cxn ang="0">
                  <a:pos x="22" y="8"/>
                </a:cxn>
                <a:cxn ang="0">
                  <a:pos x="25" y="5"/>
                </a:cxn>
                <a:cxn ang="0">
                  <a:pos x="32" y="5"/>
                </a:cxn>
                <a:cxn ang="0">
                  <a:pos x="34" y="7"/>
                </a:cxn>
                <a:cxn ang="0">
                  <a:pos x="34" y="11"/>
                </a:cxn>
                <a:cxn ang="0">
                  <a:pos x="35" y="15"/>
                </a:cxn>
              </a:cxnLst>
              <a:rect l="0" t="0" r="r" b="b"/>
              <a:pathLst>
                <a:path w="35" h="29">
                  <a:moveTo>
                    <a:pt x="35" y="15"/>
                  </a:moveTo>
                  <a:cubicBezTo>
                    <a:pt x="35" y="15"/>
                    <a:pt x="35" y="17"/>
                    <a:pt x="35" y="18"/>
                  </a:cubicBezTo>
                  <a:cubicBezTo>
                    <a:pt x="35" y="19"/>
                    <a:pt x="34" y="20"/>
                    <a:pt x="33" y="20"/>
                  </a:cubicBezTo>
                  <a:cubicBezTo>
                    <a:pt x="33" y="20"/>
                    <a:pt x="31" y="20"/>
                    <a:pt x="31" y="20"/>
                  </a:cubicBezTo>
                  <a:cubicBezTo>
                    <a:pt x="30" y="19"/>
                    <a:pt x="30" y="18"/>
                    <a:pt x="30" y="18"/>
                  </a:cubicBezTo>
                  <a:cubicBezTo>
                    <a:pt x="29" y="17"/>
                    <a:pt x="27" y="18"/>
                    <a:pt x="26" y="18"/>
                  </a:cubicBezTo>
                  <a:cubicBezTo>
                    <a:pt x="26" y="19"/>
                    <a:pt x="25" y="20"/>
                    <a:pt x="24" y="21"/>
                  </a:cubicBezTo>
                  <a:cubicBezTo>
                    <a:pt x="24" y="22"/>
                    <a:pt x="23" y="24"/>
                    <a:pt x="23" y="25"/>
                  </a:cubicBezTo>
                  <a:cubicBezTo>
                    <a:pt x="23" y="26"/>
                    <a:pt x="22" y="27"/>
                    <a:pt x="22" y="28"/>
                  </a:cubicBezTo>
                  <a:cubicBezTo>
                    <a:pt x="21" y="28"/>
                    <a:pt x="20" y="28"/>
                    <a:pt x="19" y="29"/>
                  </a:cubicBezTo>
                  <a:cubicBezTo>
                    <a:pt x="18" y="29"/>
                    <a:pt x="17" y="29"/>
                    <a:pt x="16" y="28"/>
                  </a:cubicBezTo>
                  <a:cubicBezTo>
                    <a:pt x="15" y="28"/>
                    <a:pt x="14" y="26"/>
                    <a:pt x="14" y="26"/>
                  </a:cubicBezTo>
                  <a:cubicBezTo>
                    <a:pt x="14" y="25"/>
                    <a:pt x="14" y="23"/>
                    <a:pt x="14" y="23"/>
                  </a:cubicBezTo>
                  <a:cubicBezTo>
                    <a:pt x="14" y="22"/>
                    <a:pt x="14" y="20"/>
                    <a:pt x="13" y="20"/>
                  </a:cubicBezTo>
                  <a:cubicBezTo>
                    <a:pt x="12" y="20"/>
                    <a:pt x="11" y="22"/>
                    <a:pt x="11" y="22"/>
                  </a:cubicBezTo>
                  <a:cubicBezTo>
                    <a:pt x="10" y="22"/>
                    <a:pt x="8" y="22"/>
                    <a:pt x="7" y="21"/>
                  </a:cubicBezTo>
                  <a:cubicBezTo>
                    <a:pt x="6" y="21"/>
                    <a:pt x="5" y="20"/>
                    <a:pt x="5" y="19"/>
                  </a:cubicBezTo>
                  <a:cubicBezTo>
                    <a:pt x="5" y="18"/>
                    <a:pt x="7" y="17"/>
                    <a:pt x="7" y="16"/>
                  </a:cubicBezTo>
                  <a:cubicBezTo>
                    <a:pt x="7" y="15"/>
                    <a:pt x="6" y="13"/>
                    <a:pt x="6" y="13"/>
                  </a:cubicBezTo>
                  <a:cubicBezTo>
                    <a:pt x="5" y="12"/>
                    <a:pt x="3" y="11"/>
                    <a:pt x="2" y="10"/>
                  </a:cubicBezTo>
                  <a:cubicBezTo>
                    <a:pt x="2" y="10"/>
                    <a:pt x="1" y="8"/>
                    <a:pt x="1" y="7"/>
                  </a:cubicBezTo>
                  <a:cubicBezTo>
                    <a:pt x="1" y="6"/>
                    <a:pt x="0" y="3"/>
                    <a:pt x="1" y="2"/>
                  </a:cubicBezTo>
                  <a:cubicBezTo>
                    <a:pt x="1" y="2"/>
                    <a:pt x="3" y="1"/>
                    <a:pt x="3" y="1"/>
                  </a:cubicBezTo>
                  <a:cubicBezTo>
                    <a:pt x="4" y="1"/>
                    <a:pt x="5" y="2"/>
                    <a:pt x="6" y="2"/>
                  </a:cubicBezTo>
                  <a:cubicBezTo>
                    <a:pt x="6" y="3"/>
                    <a:pt x="8" y="3"/>
                    <a:pt x="8" y="3"/>
                  </a:cubicBezTo>
                  <a:cubicBezTo>
                    <a:pt x="9" y="3"/>
                    <a:pt x="11" y="1"/>
                    <a:pt x="12" y="1"/>
                  </a:cubicBezTo>
                  <a:cubicBezTo>
                    <a:pt x="13" y="0"/>
                    <a:pt x="15" y="0"/>
                    <a:pt x="15" y="0"/>
                  </a:cubicBezTo>
                  <a:cubicBezTo>
                    <a:pt x="16" y="0"/>
                    <a:pt x="16" y="2"/>
                    <a:pt x="15" y="3"/>
                  </a:cubicBezTo>
                  <a:cubicBezTo>
                    <a:pt x="15" y="3"/>
                    <a:pt x="14" y="4"/>
                    <a:pt x="14" y="5"/>
                  </a:cubicBezTo>
                  <a:cubicBezTo>
                    <a:pt x="13" y="6"/>
                    <a:pt x="13" y="7"/>
                    <a:pt x="13" y="8"/>
                  </a:cubicBezTo>
                  <a:cubicBezTo>
                    <a:pt x="13" y="9"/>
                    <a:pt x="13" y="11"/>
                    <a:pt x="13" y="12"/>
                  </a:cubicBezTo>
                  <a:cubicBezTo>
                    <a:pt x="14" y="12"/>
                    <a:pt x="15" y="12"/>
                    <a:pt x="16" y="12"/>
                  </a:cubicBezTo>
                  <a:cubicBezTo>
                    <a:pt x="17" y="13"/>
                    <a:pt x="18" y="14"/>
                    <a:pt x="18" y="14"/>
                  </a:cubicBezTo>
                  <a:cubicBezTo>
                    <a:pt x="19" y="14"/>
                    <a:pt x="21" y="13"/>
                    <a:pt x="21" y="12"/>
                  </a:cubicBezTo>
                  <a:cubicBezTo>
                    <a:pt x="22" y="11"/>
                    <a:pt x="22" y="9"/>
                    <a:pt x="22" y="8"/>
                  </a:cubicBezTo>
                  <a:cubicBezTo>
                    <a:pt x="23" y="7"/>
                    <a:pt x="24" y="5"/>
                    <a:pt x="25" y="5"/>
                  </a:cubicBezTo>
                  <a:cubicBezTo>
                    <a:pt x="27" y="4"/>
                    <a:pt x="30" y="4"/>
                    <a:pt x="32" y="5"/>
                  </a:cubicBezTo>
                  <a:cubicBezTo>
                    <a:pt x="32" y="5"/>
                    <a:pt x="33" y="7"/>
                    <a:pt x="34" y="7"/>
                  </a:cubicBezTo>
                  <a:cubicBezTo>
                    <a:pt x="34" y="8"/>
                    <a:pt x="34" y="10"/>
                    <a:pt x="34" y="11"/>
                  </a:cubicBezTo>
                  <a:cubicBezTo>
                    <a:pt x="34" y="12"/>
                    <a:pt x="34" y="14"/>
                    <a:pt x="35"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5"/>
            <p:cNvSpPr>
              <a:spLocks/>
            </p:cNvSpPr>
            <p:nvPr/>
          </p:nvSpPr>
          <p:spPr bwMode="auto">
            <a:xfrm>
              <a:off x="1150938" y="3429001"/>
              <a:ext cx="26988" cy="23813"/>
            </a:xfrm>
            <a:custGeom>
              <a:avLst/>
              <a:gdLst/>
              <a:ahLst/>
              <a:cxnLst>
                <a:cxn ang="0">
                  <a:pos x="14" y="2"/>
                </a:cxn>
                <a:cxn ang="0">
                  <a:pos x="15" y="5"/>
                </a:cxn>
                <a:cxn ang="0">
                  <a:pos x="13" y="8"/>
                </a:cxn>
                <a:cxn ang="0">
                  <a:pos x="12" y="11"/>
                </a:cxn>
                <a:cxn ang="0">
                  <a:pos x="9" y="13"/>
                </a:cxn>
                <a:cxn ang="0">
                  <a:pos x="6" y="11"/>
                </a:cxn>
                <a:cxn ang="0">
                  <a:pos x="2" y="10"/>
                </a:cxn>
                <a:cxn ang="0">
                  <a:pos x="0" y="7"/>
                </a:cxn>
                <a:cxn ang="0">
                  <a:pos x="2" y="3"/>
                </a:cxn>
                <a:cxn ang="0">
                  <a:pos x="7" y="0"/>
                </a:cxn>
                <a:cxn ang="0">
                  <a:pos x="10" y="0"/>
                </a:cxn>
                <a:cxn ang="0">
                  <a:pos x="14" y="2"/>
                </a:cxn>
              </a:cxnLst>
              <a:rect l="0" t="0" r="r" b="b"/>
              <a:pathLst>
                <a:path w="15" h="13">
                  <a:moveTo>
                    <a:pt x="14" y="2"/>
                  </a:moveTo>
                  <a:cubicBezTo>
                    <a:pt x="15" y="3"/>
                    <a:pt x="15" y="4"/>
                    <a:pt x="15" y="5"/>
                  </a:cubicBezTo>
                  <a:cubicBezTo>
                    <a:pt x="15" y="6"/>
                    <a:pt x="13" y="7"/>
                    <a:pt x="13" y="8"/>
                  </a:cubicBezTo>
                  <a:cubicBezTo>
                    <a:pt x="12" y="9"/>
                    <a:pt x="12" y="10"/>
                    <a:pt x="12" y="11"/>
                  </a:cubicBezTo>
                  <a:cubicBezTo>
                    <a:pt x="11" y="12"/>
                    <a:pt x="10" y="13"/>
                    <a:pt x="9" y="13"/>
                  </a:cubicBezTo>
                  <a:cubicBezTo>
                    <a:pt x="8" y="13"/>
                    <a:pt x="7" y="12"/>
                    <a:pt x="6" y="11"/>
                  </a:cubicBezTo>
                  <a:cubicBezTo>
                    <a:pt x="5" y="11"/>
                    <a:pt x="3" y="10"/>
                    <a:pt x="2" y="10"/>
                  </a:cubicBezTo>
                  <a:cubicBezTo>
                    <a:pt x="2" y="9"/>
                    <a:pt x="1" y="8"/>
                    <a:pt x="0" y="7"/>
                  </a:cubicBezTo>
                  <a:cubicBezTo>
                    <a:pt x="0" y="6"/>
                    <a:pt x="1" y="4"/>
                    <a:pt x="2" y="3"/>
                  </a:cubicBezTo>
                  <a:cubicBezTo>
                    <a:pt x="3" y="2"/>
                    <a:pt x="5" y="1"/>
                    <a:pt x="7" y="0"/>
                  </a:cubicBezTo>
                  <a:cubicBezTo>
                    <a:pt x="7" y="0"/>
                    <a:pt x="9" y="0"/>
                    <a:pt x="10" y="0"/>
                  </a:cubicBezTo>
                  <a:cubicBezTo>
                    <a:pt x="11" y="1"/>
                    <a:pt x="13" y="1"/>
                    <a:pt x="14"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6"/>
            <p:cNvSpPr>
              <a:spLocks/>
            </p:cNvSpPr>
            <p:nvPr/>
          </p:nvSpPr>
          <p:spPr bwMode="auto">
            <a:xfrm>
              <a:off x="1162050" y="3560763"/>
              <a:ext cx="11113" cy="9525"/>
            </a:xfrm>
            <a:custGeom>
              <a:avLst/>
              <a:gdLst/>
              <a:ahLst/>
              <a:cxnLst>
                <a:cxn ang="0">
                  <a:pos x="6" y="3"/>
                </a:cxn>
                <a:cxn ang="0">
                  <a:pos x="6" y="4"/>
                </a:cxn>
                <a:cxn ang="0">
                  <a:pos x="3" y="5"/>
                </a:cxn>
                <a:cxn ang="0">
                  <a:pos x="1" y="4"/>
                </a:cxn>
                <a:cxn ang="0">
                  <a:pos x="0" y="1"/>
                </a:cxn>
                <a:cxn ang="0">
                  <a:pos x="2" y="0"/>
                </a:cxn>
                <a:cxn ang="0">
                  <a:pos x="4" y="1"/>
                </a:cxn>
                <a:cxn ang="0">
                  <a:pos x="6" y="3"/>
                </a:cxn>
              </a:cxnLst>
              <a:rect l="0" t="0" r="r" b="b"/>
              <a:pathLst>
                <a:path w="6" h="5">
                  <a:moveTo>
                    <a:pt x="6" y="3"/>
                  </a:moveTo>
                  <a:cubicBezTo>
                    <a:pt x="6" y="3"/>
                    <a:pt x="6" y="4"/>
                    <a:pt x="6" y="4"/>
                  </a:cubicBezTo>
                  <a:cubicBezTo>
                    <a:pt x="6" y="5"/>
                    <a:pt x="4" y="5"/>
                    <a:pt x="3" y="5"/>
                  </a:cubicBezTo>
                  <a:cubicBezTo>
                    <a:pt x="3" y="5"/>
                    <a:pt x="2" y="4"/>
                    <a:pt x="1" y="4"/>
                  </a:cubicBezTo>
                  <a:cubicBezTo>
                    <a:pt x="1" y="3"/>
                    <a:pt x="0" y="2"/>
                    <a:pt x="0" y="1"/>
                  </a:cubicBezTo>
                  <a:cubicBezTo>
                    <a:pt x="0" y="1"/>
                    <a:pt x="1" y="0"/>
                    <a:pt x="2" y="0"/>
                  </a:cubicBezTo>
                  <a:cubicBezTo>
                    <a:pt x="2" y="0"/>
                    <a:pt x="4" y="0"/>
                    <a:pt x="4" y="1"/>
                  </a:cubicBezTo>
                  <a:cubicBezTo>
                    <a:pt x="5" y="1"/>
                    <a:pt x="6" y="2"/>
                    <a:pt x="6"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7"/>
            <p:cNvSpPr>
              <a:spLocks/>
            </p:cNvSpPr>
            <p:nvPr/>
          </p:nvSpPr>
          <p:spPr bwMode="auto">
            <a:xfrm>
              <a:off x="1138238" y="3419476"/>
              <a:ext cx="12700" cy="14288"/>
            </a:xfrm>
            <a:custGeom>
              <a:avLst/>
              <a:gdLst/>
              <a:ahLst/>
              <a:cxnLst>
                <a:cxn ang="0">
                  <a:pos x="7" y="3"/>
                </a:cxn>
                <a:cxn ang="0">
                  <a:pos x="5" y="7"/>
                </a:cxn>
                <a:cxn ang="0">
                  <a:pos x="2" y="8"/>
                </a:cxn>
                <a:cxn ang="0">
                  <a:pos x="0" y="5"/>
                </a:cxn>
                <a:cxn ang="0">
                  <a:pos x="1" y="1"/>
                </a:cxn>
                <a:cxn ang="0">
                  <a:pos x="5" y="0"/>
                </a:cxn>
                <a:cxn ang="0">
                  <a:pos x="7" y="3"/>
                </a:cxn>
              </a:cxnLst>
              <a:rect l="0" t="0" r="r" b="b"/>
              <a:pathLst>
                <a:path w="7" h="8">
                  <a:moveTo>
                    <a:pt x="7" y="3"/>
                  </a:moveTo>
                  <a:cubicBezTo>
                    <a:pt x="7" y="4"/>
                    <a:pt x="6" y="6"/>
                    <a:pt x="5" y="7"/>
                  </a:cubicBezTo>
                  <a:cubicBezTo>
                    <a:pt x="5" y="8"/>
                    <a:pt x="3" y="8"/>
                    <a:pt x="2" y="8"/>
                  </a:cubicBezTo>
                  <a:cubicBezTo>
                    <a:pt x="1" y="8"/>
                    <a:pt x="0" y="6"/>
                    <a:pt x="0" y="5"/>
                  </a:cubicBezTo>
                  <a:cubicBezTo>
                    <a:pt x="0" y="4"/>
                    <a:pt x="1" y="2"/>
                    <a:pt x="1" y="1"/>
                  </a:cubicBezTo>
                  <a:cubicBezTo>
                    <a:pt x="2" y="0"/>
                    <a:pt x="4" y="0"/>
                    <a:pt x="5" y="0"/>
                  </a:cubicBezTo>
                  <a:cubicBezTo>
                    <a:pt x="5" y="1"/>
                    <a:pt x="6" y="2"/>
                    <a:pt x="7"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8"/>
            <p:cNvSpPr>
              <a:spLocks/>
            </p:cNvSpPr>
            <p:nvPr/>
          </p:nvSpPr>
          <p:spPr bwMode="auto">
            <a:xfrm>
              <a:off x="1114425" y="3571876"/>
              <a:ext cx="23813" cy="26988"/>
            </a:xfrm>
            <a:custGeom>
              <a:avLst/>
              <a:gdLst/>
              <a:ahLst/>
              <a:cxnLst>
                <a:cxn ang="0">
                  <a:pos x="12" y="8"/>
                </a:cxn>
                <a:cxn ang="0">
                  <a:pos x="12" y="11"/>
                </a:cxn>
                <a:cxn ang="0">
                  <a:pos x="10" y="12"/>
                </a:cxn>
                <a:cxn ang="0">
                  <a:pos x="7" y="15"/>
                </a:cxn>
                <a:cxn ang="0">
                  <a:pos x="4" y="12"/>
                </a:cxn>
                <a:cxn ang="0">
                  <a:pos x="4" y="10"/>
                </a:cxn>
                <a:cxn ang="0">
                  <a:pos x="4" y="8"/>
                </a:cxn>
                <a:cxn ang="0">
                  <a:pos x="2" y="5"/>
                </a:cxn>
                <a:cxn ang="0">
                  <a:pos x="1" y="1"/>
                </a:cxn>
                <a:cxn ang="0">
                  <a:pos x="4" y="1"/>
                </a:cxn>
                <a:cxn ang="0">
                  <a:pos x="9" y="1"/>
                </a:cxn>
                <a:cxn ang="0">
                  <a:pos x="10" y="4"/>
                </a:cxn>
                <a:cxn ang="0">
                  <a:pos x="12" y="8"/>
                </a:cxn>
              </a:cxnLst>
              <a:rect l="0" t="0" r="r" b="b"/>
              <a:pathLst>
                <a:path w="13" h="15">
                  <a:moveTo>
                    <a:pt x="12" y="8"/>
                  </a:moveTo>
                  <a:cubicBezTo>
                    <a:pt x="12" y="8"/>
                    <a:pt x="13" y="10"/>
                    <a:pt x="12" y="11"/>
                  </a:cubicBezTo>
                  <a:cubicBezTo>
                    <a:pt x="12" y="11"/>
                    <a:pt x="10" y="12"/>
                    <a:pt x="10" y="12"/>
                  </a:cubicBezTo>
                  <a:cubicBezTo>
                    <a:pt x="9" y="13"/>
                    <a:pt x="8" y="15"/>
                    <a:pt x="7" y="15"/>
                  </a:cubicBezTo>
                  <a:cubicBezTo>
                    <a:pt x="6" y="15"/>
                    <a:pt x="4" y="13"/>
                    <a:pt x="4" y="12"/>
                  </a:cubicBezTo>
                  <a:cubicBezTo>
                    <a:pt x="4" y="12"/>
                    <a:pt x="4" y="11"/>
                    <a:pt x="4" y="10"/>
                  </a:cubicBezTo>
                  <a:cubicBezTo>
                    <a:pt x="4" y="9"/>
                    <a:pt x="4" y="8"/>
                    <a:pt x="4" y="8"/>
                  </a:cubicBezTo>
                  <a:cubicBezTo>
                    <a:pt x="4" y="7"/>
                    <a:pt x="2" y="6"/>
                    <a:pt x="2" y="5"/>
                  </a:cubicBezTo>
                  <a:cubicBezTo>
                    <a:pt x="1" y="5"/>
                    <a:pt x="0" y="2"/>
                    <a:pt x="1" y="1"/>
                  </a:cubicBezTo>
                  <a:cubicBezTo>
                    <a:pt x="1" y="1"/>
                    <a:pt x="3" y="1"/>
                    <a:pt x="4" y="1"/>
                  </a:cubicBezTo>
                  <a:cubicBezTo>
                    <a:pt x="5" y="1"/>
                    <a:pt x="8" y="0"/>
                    <a:pt x="9" y="1"/>
                  </a:cubicBezTo>
                  <a:cubicBezTo>
                    <a:pt x="9" y="2"/>
                    <a:pt x="9" y="4"/>
                    <a:pt x="10" y="4"/>
                  </a:cubicBezTo>
                  <a:cubicBezTo>
                    <a:pt x="10" y="5"/>
                    <a:pt x="12" y="7"/>
                    <a:pt x="12"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9"/>
            <p:cNvSpPr>
              <a:spLocks/>
            </p:cNvSpPr>
            <p:nvPr/>
          </p:nvSpPr>
          <p:spPr bwMode="auto">
            <a:xfrm>
              <a:off x="1122363" y="3629026"/>
              <a:ext cx="9525" cy="12700"/>
            </a:xfrm>
            <a:custGeom>
              <a:avLst/>
              <a:gdLst/>
              <a:ahLst/>
              <a:cxnLst>
                <a:cxn ang="0">
                  <a:pos x="6" y="2"/>
                </a:cxn>
                <a:cxn ang="0">
                  <a:pos x="5" y="6"/>
                </a:cxn>
                <a:cxn ang="0">
                  <a:pos x="2" y="6"/>
                </a:cxn>
                <a:cxn ang="0">
                  <a:pos x="0" y="2"/>
                </a:cxn>
                <a:cxn ang="0">
                  <a:pos x="2" y="0"/>
                </a:cxn>
                <a:cxn ang="0">
                  <a:pos x="5" y="0"/>
                </a:cxn>
                <a:cxn ang="0">
                  <a:pos x="6" y="2"/>
                </a:cxn>
              </a:cxnLst>
              <a:rect l="0" t="0" r="r" b="b"/>
              <a:pathLst>
                <a:path w="6" h="7">
                  <a:moveTo>
                    <a:pt x="6" y="2"/>
                  </a:moveTo>
                  <a:cubicBezTo>
                    <a:pt x="6" y="3"/>
                    <a:pt x="6" y="6"/>
                    <a:pt x="5" y="6"/>
                  </a:cubicBezTo>
                  <a:cubicBezTo>
                    <a:pt x="4" y="7"/>
                    <a:pt x="2" y="6"/>
                    <a:pt x="2" y="6"/>
                  </a:cubicBezTo>
                  <a:cubicBezTo>
                    <a:pt x="1" y="5"/>
                    <a:pt x="0" y="3"/>
                    <a:pt x="0" y="2"/>
                  </a:cubicBezTo>
                  <a:cubicBezTo>
                    <a:pt x="0" y="2"/>
                    <a:pt x="1" y="0"/>
                    <a:pt x="2" y="0"/>
                  </a:cubicBezTo>
                  <a:cubicBezTo>
                    <a:pt x="3" y="0"/>
                    <a:pt x="4" y="0"/>
                    <a:pt x="5" y="0"/>
                  </a:cubicBezTo>
                  <a:cubicBezTo>
                    <a:pt x="5" y="0"/>
                    <a:pt x="6" y="2"/>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0"/>
            <p:cNvSpPr>
              <a:spLocks/>
            </p:cNvSpPr>
            <p:nvPr/>
          </p:nvSpPr>
          <p:spPr bwMode="auto">
            <a:xfrm>
              <a:off x="1100138" y="3673476"/>
              <a:ext cx="14288" cy="11113"/>
            </a:xfrm>
            <a:custGeom>
              <a:avLst/>
              <a:gdLst/>
              <a:ahLst/>
              <a:cxnLst>
                <a:cxn ang="0">
                  <a:pos x="4" y="0"/>
                </a:cxn>
                <a:cxn ang="0">
                  <a:pos x="7" y="4"/>
                </a:cxn>
                <a:cxn ang="0">
                  <a:pos x="5" y="6"/>
                </a:cxn>
                <a:cxn ang="0">
                  <a:pos x="1" y="4"/>
                </a:cxn>
                <a:cxn ang="0">
                  <a:pos x="1" y="2"/>
                </a:cxn>
                <a:cxn ang="0">
                  <a:pos x="4" y="0"/>
                </a:cxn>
              </a:cxnLst>
              <a:rect l="0" t="0" r="r" b="b"/>
              <a:pathLst>
                <a:path w="8" h="6">
                  <a:moveTo>
                    <a:pt x="4" y="0"/>
                  </a:moveTo>
                  <a:cubicBezTo>
                    <a:pt x="5" y="0"/>
                    <a:pt x="8" y="3"/>
                    <a:pt x="7" y="4"/>
                  </a:cubicBezTo>
                  <a:cubicBezTo>
                    <a:pt x="7" y="5"/>
                    <a:pt x="5" y="6"/>
                    <a:pt x="5" y="6"/>
                  </a:cubicBezTo>
                  <a:cubicBezTo>
                    <a:pt x="4" y="6"/>
                    <a:pt x="1" y="5"/>
                    <a:pt x="1" y="4"/>
                  </a:cubicBezTo>
                  <a:cubicBezTo>
                    <a:pt x="0" y="4"/>
                    <a:pt x="0" y="2"/>
                    <a:pt x="1" y="2"/>
                  </a:cubicBezTo>
                  <a:cubicBezTo>
                    <a:pt x="1" y="1"/>
                    <a:pt x="3" y="0"/>
                    <a:pt x="4"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1"/>
            <p:cNvSpPr>
              <a:spLocks/>
            </p:cNvSpPr>
            <p:nvPr/>
          </p:nvSpPr>
          <p:spPr bwMode="auto">
            <a:xfrm>
              <a:off x="1009650" y="4633913"/>
              <a:ext cx="19050" cy="23813"/>
            </a:xfrm>
            <a:custGeom>
              <a:avLst/>
              <a:gdLst/>
              <a:ahLst/>
              <a:cxnLst>
                <a:cxn ang="0">
                  <a:pos x="9" y="8"/>
                </a:cxn>
                <a:cxn ang="0">
                  <a:pos x="7" y="10"/>
                </a:cxn>
                <a:cxn ang="0">
                  <a:pos x="1" y="12"/>
                </a:cxn>
                <a:cxn ang="0">
                  <a:pos x="0" y="8"/>
                </a:cxn>
                <a:cxn ang="0">
                  <a:pos x="1" y="4"/>
                </a:cxn>
                <a:cxn ang="0">
                  <a:pos x="3" y="0"/>
                </a:cxn>
                <a:cxn ang="0">
                  <a:pos x="8" y="2"/>
                </a:cxn>
                <a:cxn ang="0">
                  <a:pos x="11" y="6"/>
                </a:cxn>
                <a:cxn ang="0">
                  <a:pos x="9" y="8"/>
                </a:cxn>
              </a:cxnLst>
              <a:rect l="0" t="0" r="r" b="b"/>
              <a:pathLst>
                <a:path w="11" h="13">
                  <a:moveTo>
                    <a:pt x="9" y="8"/>
                  </a:moveTo>
                  <a:cubicBezTo>
                    <a:pt x="9" y="9"/>
                    <a:pt x="8" y="10"/>
                    <a:pt x="7" y="10"/>
                  </a:cubicBezTo>
                  <a:cubicBezTo>
                    <a:pt x="6" y="11"/>
                    <a:pt x="3" y="13"/>
                    <a:pt x="1" y="12"/>
                  </a:cubicBezTo>
                  <a:cubicBezTo>
                    <a:pt x="0" y="11"/>
                    <a:pt x="0" y="9"/>
                    <a:pt x="0" y="8"/>
                  </a:cubicBezTo>
                  <a:cubicBezTo>
                    <a:pt x="0" y="7"/>
                    <a:pt x="0" y="5"/>
                    <a:pt x="1" y="4"/>
                  </a:cubicBezTo>
                  <a:cubicBezTo>
                    <a:pt x="1" y="3"/>
                    <a:pt x="2" y="1"/>
                    <a:pt x="3" y="0"/>
                  </a:cubicBezTo>
                  <a:cubicBezTo>
                    <a:pt x="4" y="0"/>
                    <a:pt x="7" y="1"/>
                    <a:pt x="8" y="2"/>
                  </a:cubicBezTo>
                  <a:cubicBezTo>
                    <a:pt x="9" y="3"/>
                    <a:pt x="11" y="5"/>
                    <a:pt x="11" y="6"/>
                  </a:cubicBezTo>
                  <a:cubicBezTo>
                    <a:pt x="11" y="7"/>
                    <a:pt x="10" y="8"/>
                    <a:pt x="9"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42"/>
            <p:cNvSpPr>
              <a:spLocks/>
            </p:cNvSpPr>
            <p:nvPr/>
          </p:nvSpPr>
          <p:spPr bwMode="auto">
            <a:xfrm>
              <a:off x="1004888" y="4608513"/>
              <a:ext cx="15875" cy="14288"/>
            </a:xfrm>
            <a:custGeom>
              <a:avLst/>
              <a:gdLst/>
              <a:ahLst/>
              <a:cxnLst>
                <a:cxn ang="0">
                  <a:pos x="7" y="7"/>
                </a:cxn>
                <a:cxn ang="0">
                  <a:pos x="3" y="8"/>
                </a:cxn>
                <a:cxn ang="0">
                  <a:pos x="1" y="5"/>
                </a:cxn>
                <a:cxn ang="0">
                  <a:pos x="1" y="1"/>
                </a:cxn>
                <a:cxn ang="0">
                  <a:pos x="5" y="0"/>
                </a:cxn>
                <a:cxn ang="0">
                  <a:pos x="7" y="2"/>
                </a:cxn>
                <a:cxn ang="0">
                  <a:pos x="7" y="7"/>
                </a:cxn>
              </a:cxnLst>
              <a:rect l="0" t="0" r="r" b="b"/>
              <a:pathLst>
                <a:path w="8" h="8">
                  <a:moveTo>
                    <a:pt x="7" y="7"/>
                  </a:moveTo>
                  <a:cubicBezTo>
                    <a:pt x="7" y="7"/>
                    <a:pt x="4" y="8"/>
                    <a:pt x="3" y="8"/>
                  </a:cubicBezTo>
                  <a:cubicBezTo>
                    <a:pt x="3" y="8"/>
                    <a:pt x="1" y="6"/>
                    <a:pt x="1" y="5"/>
                  </a:cubicBezTo>
                  <a:cubicBezTo>
                    <a:pt x="1" y="4"/>
                    <a:pt x="0" y="2"/>
                    <a:pt x="1" y="1"/>
                  </a:cubicBezTo>
                  <a:cubicBezTo>
                    <a:pt x="2" y="0"/>
                    <a:pt x="4" y="0"/>
                    <a:pt x="5" y="0"/>
                  </a:cubicBezTo>
                  <a:cubicBezTo>
                    <a:pt x="6" y="0"/>
                    <a:pt x="7" y="2"/>
                    <a:pt x="7" y="2"/>
                  </a:cubicBezTo>
                  <a:cubicBezTo>
                    <a:pt x="7" y="3"/>
                    <a:pt x="8" y="6"/>
                    <a:pt x="7"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43"/>
            <p:cNvSpPr>
              <a:spLocks/>
            </p:cNvSpPr>
            <p:nvPr/>
          </p:nvSpPr>
          <p:spPr bwMode="auto">
            <a:xfrm>
              <a:off x="1038225" y="4625976"/>
              <a:ext cx="20638" cy="15875"/>
            </a:xfrm>
            <a:custGeom>
              <a:avLst/>
              <a:gdLst/>
              <a:ahLst/>
              <a:cxnLst>
                <a:cxn ang="0">
                  <a:pos x="7" y="7"/>
                </a:cxn>
                <a:cxn ang="0">
                  <a:pos x="3" y="6"/>
                </a:cxn>
                <a:cxn ang="0">
                  <a:pos x="3" y="4"/>
                </a:cxn>
                <a:cxn ang="0">
                  <a:pos x="1" y="3"/>
                </a:cxn>
                <a:cxn ang="0">
                  <a:pos x="0" y="0"/>
                </a:cxn>
                <a:cxn ang="0">
                  <a:pos x="2" y="0"/>
                </a:cxn>
                <a:cxn ang="0">
                  <a:pos x="5" y="1"/>
                </a:cxn>
                <a:cxn ang="0">
                  <a:pos x="8" y="1"/>
                </a:cxn>
                <a:cxn ang="0">
                  <a:pos x="9" y="4"/>
                </a:cxn>
                <a:cxn ang="0">
                  <a:pos x="10" y="7"/>
                </a:cxn>
                <a:cxn ang="0">
                  <a:pos x="7" y="7"/>
                </a:cxn>
              </a:cxnLst>
              <a:rect l="0" t="0" r="r" b="b"/>
              <a:pathLst>
                <a:path w="11" h="8">
                  <a:moveTo>
                    <a:pt x="7" y="7"/>
                  </a:moveTo>
                  <a:cubicBezTo>
                    <a:pt x="6" y="7"/>
                    <a:pt x="4" y="7"/>
                    <a:pt x="3" y="6"/>
                  </a:cubicBezTo>
                  <a:cubicBezTo>
                    <a:pt x="3" y="5"/>
                    <a:pt x="3" y="4"/>
                    <a:pt x="3" y="4"/>
                  </a:cubicBezTo>
                  <a:cubicBezTo>
                    <a:pt x="2" y="3"/>
                    <a:pt x="1" y="3"/>
                    <a:pt x="1" y="3"/>
                  </a:cubicBezTo>
                  <a:cubicBezTo>
                    <a:pt x="1" y="2"/>
                    <a:pt x="0" y="1"/>
                    <a:pt x="0" y="0"/>
                  </a:cubicBezTo>
                  <a:cubicBezTo>
                    <a:pt x="1" y="0"/>
                    <a:pt x="2" y="0"/>
                    <a:pt x="2" y="0"/>
                  </a:cubicBezTo>
                  <a:cubicBezTo>
                    <a:pt x="3" y="0"/>
                    <a:pt x="4" y="0"/>
                    <a:pt x="5" y="1"/>
                  </a:cubicBezTo>
                  <a:cubicBezTo>
                    <a:pt x="5" y="1"/>
                    <a:pt x="7" y="1"/>
                    <a:pt x="8" y="1"/>
                  </a:cubicBezTo>
                  <a:cubicBezTo>
                    <a:pt x="8" y="2"/>
                    <a:pt x="9" y="4"/>
                    <a:pt x="9" y="4"/>
                  </a:cubicBezTo>
                  <a:cubicBezTo>
                    <a:pt x="9" y="5"/>
                    <a:pt x="11" y="7"/>
                    <a:pt x="10" y="7"/>
                  </a:cubicBezTo>
                  <a:cubicBezTo>
                    <a:pt x="10" y="8"/>
                    <a:pt x="8" y="7"/>
                    <a:pt x="7"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4"/>
            <p:cNvSpPr>
              <a:spLocks/>
            </p:cNvSpPr>
            <p:nvPr/>
          </p:nvSpPr>
          <p:spPr bwMode="auto">
            <a:xfrm>
              <a:off x="1038225" y="4765676"/>
              <a:ext cx="17463" cy="19050"/>
            </a:xfrm>
            <a:custGeom>
              <a:avLst/>
              <a:gdLst/>
              <a:ahLst/>
              <a:cxnLst>
                <a:cxn ang="0">
                  <a:pos x="6" y="10"/>
                </a:cxn>
                <a:cxn ang="0">
                  <a:pos x="1" y="6"/>
                </a:cxn>
                <a:cxn ang="0">
                  <a:pos x="0" y="3"/>
                </a:cxn>
                <a:cxn ang="0">
                  <a:pos x="3" y="1"/>
                </a:cxn>
                <a:cxn ang="0">
                  <a:pos x="9" y="1"/>
                </a:cxn>
                <a:cxn ang="0">
                  <a:pos x="10" y="4"/>
                </a:cxn>
                <a:cxn ang="0">
                  <a:pos x="7" y="5"/>
                </a:cxn>
                <a:cxn ang="0">
                  <a:pos x="8" y="8"/>
                </a:cxn>
                <a:cxn ang="0">
                  <a:pos x="6" y="10"/>
                </a:cxn>
              </a:cxnLst>
              <a:rect l="0" t="0" r="r" b="b"/>
              <a:pathLst>
                <a:path w="10" h="10">
                  <a:moveTo>
                    <a:pt x="6" y="10"/>
                  </a:moveTo>
                  <a:cubicBezTo>
                    <a:pt x="5" y="10"/>
                    <a:pt x="2" y="8"/>
                    <a:pt x="1" y="6"/>
                  </a:cubicBezTo>
                  <a:cubicBezTo>
                    <a:pt x="1" y="6"/>
                    <a:pt x="0" y="4"/>
                    <a:pt x="0" y="3"/>
                  </a:cubicBezTo>
                  <a:cubicBezTo>
                    <a:pt x="1" y="2"/>
                    <a:pt x="2" y="1"/>
                    <a:pt x="3" y="1"/>
                  </a:cubicBezTo>
                  <a:cubicBezTo>
                    <a:pt x="5" y="1"/>
                    <a:pt x="8" y="0"/>
                    <a:pt x="9" y="1"/>
                  </a:cubicBezTo>
                  <a:cubicBezTo>
                    <a:pt x="10" y="1"/>
                    <a:pt x="10" y="3"/>
                    <a:pt x="10" y="4"/>
                  </a:cubicBezTo>
                  <a:cubicBezTo>
                    <a:pt x="9" y="4"/>
                    <a:pt x="7" y="4"/>
                    <a:pt x="7" y="5"/>
                  </a:cubicBezTo>
                  <a:cubicBezTo>
                    <a:pt x="7" y="6"/>
                    <a:pt x="8" y="7"/>
                    <a:pt x="8" y="8"/>
                  </a:cubicBezTo>
                  <a:cubicBezTo>
                    <a:pt x="8" y="9"/>
                    <a:pt x="7" y="10"/>
                    <a:pt x="6"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45"/>
            <p:cNvSpPr>
              <a:spLocks/>
            </p:cNvSpPr>
            <p:nvPr/>
          </p:nvSpPr>
          <p:spPr bwMode="auto">
            <a:xfrm>
              <a:off x="1027113" y="4776788"/>
              <a:ext cx="11113" cy="12700"/>
            </a:xfrm>
            <a:custGeom>
              <a:avLst/>
              <a:gdLst/>
              <a:ahLst/>
              <a:cxnLst>
                <a:cxn ang="0">
                  <a:pos x="5" y="6"/>
                </a:cxn>
                <a:cxn ang="0">
                  <a:pos x="1" y="4"/>
                </a:cxn>
                <a:cxn ang="0">
                  <a:pos x="0" y="1"/>
                </a:cxn>
                <a:cxn ang="0">
                  <a:pos x="3" y="0"/>
                </a:cxn>
                <a:cxn ang="0">
                  <a:pos x="6" y="2"/>
                </a:cxn>
                <a:cxn ang="0">
                  <a:pos x="5" y="6"/>
                </a:cxn>
              </a:cxnLst>
              <a:rect l="0" t="0" r="r" b="b"/>
              <a:pathLst>
                <a:path w="6" h="7">
                  <a:moveTo>
                    <a:pt x="5" y="6"/>
                  </a:moveTo>
                  <a:cubicBezTo>
                    <a:pt x="4" y="7"/>
                    <a:pt x="2" y="5"/>
                    <a:pt x="1" y="4"/>
                  </a:cubicBezTo>
                  <a:cubicBezTo>
                    <a:pt x="1" y="4"/>
                    <a:pt x="0" y="2"/>
                    <a:pt x="0" y="1"/>
                  </a:cubicBezTo>
                  <a:cubicBezTo>
                    <a:pt x="1" y="1"/>
                    <a:pt x="3" y="0"/>
                    <a:pt x="3" y="0"/>
                  </a:cubicBezTo>
                  <a:cubicBezTo>
                    <a:pt x="4" y="1"/>
                    <a:pt x="5" y="2"/>
                    <a:pt x="6" y="2"/>
                  </a:cubicBezTo>
                  <a:cubicBezTo>
                    <a:pt x="6" y="3"/>
                    <a:pt x="6" y="5"/>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46"/>
            <p:cNvSpPr>
              <a:spLocks/>
            </p:cNvSpPr>
            <p:nvPr/>
          </p:nvSpPr>
          <p:spPr bwMode="auto">
            <a:xfrm>
              <a:off x="954088" y="4724401"/>
              <a:ext cx="22225" cy="22225"/>
            </a:xfrm>
            <a:custGeom>
              <a:avLst/>
              <a:gdLst/>
              <a:ahLst/>
              <a:cxnLst>
                <a:cxn ang="0">
                  <a:pos x="10" y="10"/>
                </a:cxn>
                <a:cxn ang="0">
                  <a:pos x="3" y="11"/>
                </a:cxn>
                <a:cxn ang="0">
                  <a:pos x="1" y="8"/>
                </a:cxn>
                <a:cxn ang="0">
                  <a:pos x="1" y="4"/>
                </a:cxn>
                <a:cxn ang="0">
                  <a:pos x="7" y="0"/>
                </a:cxn>
                <a:cxn ang="0">
                  <a:pos x="11" y="2"/>
                </a:cxn>
                <a:cxn ang="0">
                  <a:pos x="12" y="6"/>
                </a:cxn>
                <a:cxn ang="0">
                  <a:pos x="10" y="10"/>
                </a:cxn>
              </a:cxnLst>
              <a:rect l="0" t="0" r="r" b="b"/>
              <a:pathLst>
                <a:path w="12" h="12">
                  <a:moveTo>
                    <a:pt x="10" y="10"/>
                  </a:moveTo>
                  <a:cubicBezTo>
                    <a:pt x="9" y="11"/>
                    <a:pt x="5" y="12"/>
                    <a:pt x="3" y="11"/>
                  </a:cubicBezTo>
                  <a:cubicBezTo>
                    <a:pt x="2" y="11"/>
                    <a:pt x="1" y="9"/>
                    <a:pt x="1" y="8"/>
                  </a:cubicBezTo>
                  <a:cubicBezTo>
                    <a:pt x="0" y="7"/>
                    <a:pt x="1" y="4"/>
                    <a:pt x="1" y="4"/>
                  </a:cubicBezTo>
                  <a:cubicBezTo>
                    <a:pt x="2" y="2"/>
                    <a:pt x="5" y="0"/>
                    <a:pt x="7" y="0"/>
                  </a:cubicBezTo>
                  <a:cubicBezTo>
                    <a:pt x="8" y="0"/>
                    <a:pt x="10" y="2"/>
                    <a:pt x="11" y="2"/>
                  </a:cubicBezTo>
                  <a:cubicBezTo>
                    <a:pt x="12" y="3"/>
                    <a:pt x="12" y="5"/>
                    <a:pt x="12" y="6"/>
                  </a:cubicBezTo>
                  <a:cubicBezTo>
                    <a:pt x="12" y="7"/>
                    <a:pt x="11" y="9"/>
                    <a:pt x="10"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47"/>
            <p:cNvSpPr>
              <a:spLocks/>
            </p:cNvSpPr>
            <p:nvPr/>
          </p:nvSpPr>
          <p:spPr bwMode="auto">
            <a:xfrm>
              <a:off x="981075" y="4692651"/>
              <a:ext cx="19050" cy="15875"/>
            </a:xfrm>
            <a:custGeom>
              <a:avLst/>
              <a:gdLst/>
              <a:ahLst/>
              <a:cxnLst>
                <a:cxn ang="0">
                  <a:pos x="7" y="9"/>
                </a:cxn>
                <a:cxn ang="0">
                  <a:pos x="4" y="8"/>
                </a:cxn>
                <a:cxn ang="0">
                  <a:pos x="0" y="3"/>
                </a:cxn>
                <a:cxn ang="0">
                  <a:pos x="1" y="0"/>
                </a:cxn>
                <a:cxn ang="0">
                  <a:pos x="4" y="1"/>
                </a:cxn>
                <a:cxn ang="0">
                  <a:pos x="8" y="3"/>
                </a:cxn>
                <a:cxn ang="0">
                  <a:pos x="10" y="7"/>
                </a:cxn>
                <a:cxn ang="0">
                  <a:pos x="7" y="9"/>
                </a:cxn>
              </a:cxnLst>
              <a:rect l="0" t="0" r="r" b="b"/>
              <a:pathLst>
                <a:path w="10" h="9">
                  <a:moveTo>
                    <a:pt x="7" y="9"/>
                  </a:moveTo>
                  <a:cubicBezTo>
                    <a:pt x="7" y="9"/>
                    <a:pt x="5" y="8"/>
                    <a:pt x="4" y="8"/>
                  </a:cubicBezTo>
                  <a:cubicBezTo>
                    <a:pt x="3" y="7"/>
                    <a:pt x="1" y="5"/>
                    <a:pt x="0" y="3"/>
                  </a:cubicBezTo>
                  <a:cubicBezTo>
                    <a:pt x="0" y="3"/>
                    <a:pt x="1" y="1"/>
                    <a:pt x="1" y="0"/>
                  </a:cubicBezTo>
                  <a:cubicBezTo>
                    <a:pt x="2" y="0"/>
                    <a:pt x="4" y="1"/>
                    <a:pt x="4" y="1"/>
                  </a:cubicBezTo>
                  <a:cubicBezTo>
                    <a:pt x="5" y="1"/>
                    <a:pt x="7" y="2"/>
                    <a:pt x="8" y="3"/>
                  </a:cubicBezTo>
                  <a:cubicBezTo>
                    <a:pt x="9" y="4"/>
                    <a:pt x="10" y="6"/>
                    <a:pt x="10" y="7"/>
                  </a:cubicBezTo>
                  <a:cubicBezTo>
                    <a:pt x="10" y="8"/>
                    <a:pt x="8" y="9"/>
                    <a:pt x="7"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48"/>
            <p:cNvSpPr>
              <a:spLocks/>
            </p:cNvSpPr>
            <p:nvPr/>
          </p:nvSpPr>
          <p:spPr bwMode="auto">
            <a:xfrm>
              <a:off x="898525" y="4687888"/>
              <a:ext cx="19050" cy="30163"/>
            </a:xfrm>
            <a:custGeom>
              <a:avLst/>
              <a:gdLst/>
              <a:ahLst/>
              <a:cxnLst>
                <a:cxn ang="0">
                  <a:pos x="6" y="15"/>
                </a:cxn>
                <a:cxn ang="0">
                  <a:pos x="6" y="12"/>
                </a:cxn>
                <a:cxn ang="0">
                  <a:pos x="11" y="7"/>
                </a:cxn>
                <a:cxn ang="0">
                  <a:pos x="9" y="3"/>
                </a:cxn>
                <a:cxn ang="0">
                  <a:pos x="6" y="0"/>
                </a:cxn>
                <a:cxn ang="0">
                  <a:pos x="1" y="1"/>
                </a:cxn>
                <a:cxn ang="0">
                  <a:pos x="0" y="5"/>
                </a:cxn>
                <a:cxn ang="0">
                  <a:pos x="0" y="9"/>
                </a:cxn>
                <a:cxn ang="0">
                  <a:pos x="2" y="13"/>
                </a:cxn>
                <a:cxn ang="0">
                  <a:pos x="6" y="15"/>
                </a:cxn>
              </a:cxnLst>
              <a:rect l="0" t="0" r="r" b="b"/>
              <a:pathLst>
                <a:path w="11" h="16">
                  <a:moveTo>
                    <a:pt x="6" y="15"/>
                  </a:moveTo>
                  <a:cubicBezTo>
                    <a:pt x="7" y="15"/>
                    <a:pt x="6" y="13"/>
                    <a:pt x="6" y="12"/>
                  </a:cubicBezTo>
                  <a:cubicBezTo>
                    <a:pt x="7" y="10"/>
                    <a:pt x="10" y="9"/>
                    <a:pt x="11" y="7"/>
                  </a:cubicBezTo>
                  <a:cubicBezTo>
                    <a:pt x="11" y="6"/>
                    <a:pt x="10" y="4"/>
                    <a:pt x="9" y="3"/>
                  </a:cubicBezTo>
                  <a:cubicBezTo>
                    <a:pt x="9" y="2"/>
                    <a:pt x="7" y="0"/>
                    <a:pt x="6" y="0"/>
                  </a:cubicBezTo>
                  <a:cubicBezTo>
                    <a:pt x="5" y="0"/>
                    <a:pt x="2" y="0"/>
                    <a:pt x="1" y="1"/>
                  </a:cubicBezTo>
                  <a:cubicBezTo>
                    <a:pt x="0" y="2"/>
                    <a:pt x="0" y="4"/>
                    <a:pt x="0" y="5"/>
                  </a:cubicBezTo>
                  <a:cubicBezTo>
                    <a:pt x="0" y="6"/>
                    <a:pt x="0" y="8"/>
                    <a:pt x="0" y="9"/>
                  </a:cubicBezTo>
                  <a:cubicBezTo>
                    <a:pt x="0" y="10"/>
                    <a:pt x="1" y="13"/>
                    <a:pt x="2" y="13"/>
                  </a:cubicBezTo>
                  <a:cubicBezTo>
                    <a:pt x="3" y="14"/>
                    <a:pt x="5" y="16"/>
                    <a:pt x="6"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49"/>
            <p:cNvSpPr>
              <a:spLocks/>
            </p:cNvSpPr>
            <p:nvPr/>
          </p:nvSpPr>
          <p:spPr bwMode="auto">
            <a:xfrm>
              <a:off x="914400" y="4740276"/>
              <a:ext cx="23813" cy="12700"/>
            </a:xfrm>
            <a:custGeom>
              <a:avLst/>
              <a:gdLst/>
              <a:ahLst/>
              <a:cxnLst>
                <a:cxn ang="0">
                  <a:pos x="12" y="6"/>
                </a:cxn>
                <a:cxn ang="0">
                  <a:pos x="7" y="7"/>
                </a:cxn>
                <a:cxn ang="0">
                  <a:pos x="1" y="6"/>
                </a:cxn>
                <a:cxn ang="0">
                  <a:pos x="2" y="3"/>
                </a:cxn>
                <a:cxn ang="0">
                  <a:pos x="8" y="0"/>
                </a:cxn>
                <a:cxn ang="0">
                  <a:pos x="11" y="2"/>
                </a:cxn>
                <a:cxn ang="0">
                  <a:pos x="12" y="6"/>
                </a:cxn>
              </a:cxnLst>
              <a:rect l="0" t="0" r="r" b="b"/>
              <a:pathLst>
                <a:path w="13" h="7">
                  <a:moveTo>
                    <a:pt x="12" y="6"/>
                  </a:moveTo>
                  <a:cubicBezTo>
                    <a:pt x="12" y="7"/>
                    <a:pt x="8" y="7"/>
                    <a:pt x="7" y="7"/>
                  </a:cubicBezTo>
                  <a:cubicBezTo>
                    <a:pt x="5" y="7"/>
                    <a:pt x="2" y="7"/>
                    <a:pt x="1" y="6"/>
                  </a:cubicBezTo>
                  <a:cubicBezTo>
                    <a:pt x="0" y="5"/>
                    <a:pt x="1" y="3"/>
                    <a:pt x="2" y="3"/>
                  </a:cubicBezTo>
                  <a:cubicBezTo>
                    <a:pt x="3" y="1"/>
                    <a:pt x="6" y="0"/>
                    <a:pt x="8" y="0"/>
                  </a:cubicBezTo>
                  <a:cubicBezTo>
                    <a:pt x="9" y="0"/>
                    <a:pt x="11" y="2"/>
                    <a:pt x="11" y="2"/>
                  </a:cubicBezTo>
                  <a:cubicBezTo>
                    <a:pt x="12" y="3"/>
                    <a:pt x="13" y="5"/>
                    <a:pt x="12"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50"/>
            <p:cNvSpPr>
              <a:spLocks/>
            </p:cNvSpPr>
            <p:nvPr/>
          </p:nvSpPr>
          <p:spPr bwMode="auto">
            <a:xfrm>
              <a:off x="935038" y="4718051"/>
              <a:ext cx="14288" cy="17463"/>
            </a:xfrm>
            <a:custGeom>
              <a:avLst/>
              <a:gdLst/>
              <a:ahLst/>
              <a:cxnLst>
                <a:cxn ang="0">
                  <a:pos x="5" y="6"/>
                </a:cxn>
                <a:cxn ang="0">
                  <a:pos x="4" y="10"/>
                </a:cxn>
                <a:cxn ang="0">
                  <a:pos x="1" y="8"/>
                </a:cxn>
                <a:cxn ang="0">
                  <a:pos x="1" y="4"/>
                </a:cxn>
                <a:cxn ang="0">
                  <a:pos x="3" y="1"/>
                </a:cxn>
                <a:cxn ang="0">
                  <a:pos x="7" y="1"/>
                </a:cxn>
                <a:cxn ang="0">
                  <a:pos x="5" y="6"/>
                </a:cxn>
              </a:cxnLst>
              <a:rect l="0" t="0" r="r" b="b"/>
              <a:pathLst>
                <a:path w="8" h="10">
                  <a:moveTo>
                    <a:pt x="5" y="6"/>
                  </a:moveTo>
                  <a:cubicBezTo>
                    <a:pt x="5" y="7"/>
                    <a:pt x="5" y="9"/>
                    <a:pt x="4" y="10"/>
                  </a:cubicBezTo>
                  <a:cubicBezTo>
                    <a:pt x="3" y="10"/>
                    <a:pt x="1" y="9"/>
                    <a:pt x="1" y="8"/>
                  </a:cubicBezTo>
                  <a:cubicBezTo>
                    <a:pt x="0" y="7"/>
                    <a:pt x="0" y="5"/>
                    <a:pt x="1" y="4"/>
                  </a:cubicBezTo>
                  <a:cubicBezTo>
                    <a:pt x="1" y="3"/>
                    <a:pt x="3" y="2"/>
                    <a:pt x="3" y="1"/>
                  </a:cubicBezTo>
                  <a:cubicBezTo>
                    <a:pt x="4" y="1"/>
                    <a:pt x="6" y="0"/>
                    <a:pt x="7" y="1"/>
                  </a:cubicBezTo>
                  <a:cubicBezTo>
                    <a:pt x="8" y="2"/>
                    <a:pt x="5" y="5"/>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51"/>
            <p:cNvSpPr>
              <a:spLocks/>
            </p:cNvSpPr>
            <p:nvPr/>
          </p:nvSpPr>
          <p:spPr bwMode="auto">
            <a:xfrm>
              <a:off x="925513" y="4637088"/>
              <a:ext cx="22225" cy="19050"/>
            </a:xfrm>
            <a:custGeom>
              <a:avLst/>
              <a:gdLst/>
              <a:ahLst/>
              <a:cxnLst>
                <a:cxn ang="0">
                  <a:pos x="11" y="8"/>
                </a:cxn>
                <a:cxn ang="0">
                  <a:pos x="8" y="10"/>
                </a:cxn>
                <a:cxn ang="0">
                  <a:pos x="4" y="9"/>
                </a:cxn>
                <a:cxn ang="0">
                  <a:pos x="0" y="5"/>
                </a:cxn>
                <a:cxn ang="0">
                  <a:pos x="2" y="1"/>
                </a:cxn>
                <a:cxn ang="0">
                  <a:pos x="5" y="0"/>
                </a:cxn>
                <a:cxn ang="0">
                  <a:pos x="10" y="2"/>
                </a:cxn>
                <a:cxn ang="0">
                  <a:pos x="11" y="8"/>
                </a:cxn>
              </a:cxnLst>
              <a:rect l="0" t="0" r="r" b="b"/>
              <a:pathLst>
                <a:path w="12" h="10">
                  <a:moveTo>
                    <a:pt x="11" y="8"/>
                  </a:moveTo>
                  <a:cubicBezTo>
                    <a:pt x="11" y="9"/>
                    <a:pt x="9" y="10"/>
                    <a:pt x="8" y="10"/>
                  </a:cubicBezTo>
                  <a:cubicBezTo>
                    <a:pt x="7" y="10"/>
                    <a:pt x="4" y="9"/>
                    <a:pt x="4" y="9"/>
                  </a:cubicBezTo>
                  <a:cubicBezTo>
                    <a:pt x="2" y="8"/>
                    <a:pt x="0" y="7"/>
                    <a:pt x="0" y="5"/>
                  </a:cubicBezTo>
                  <a:cubicBezTo>
                    <a:pt x="0" y="4"/>
                    <a:pt x="1" y="1"/>
                    <a:pt x="2" y="1"/>
                  </a:cubicBezTo>
                  <a:cubicBezTo>
                    <a:pt x="3" y="0"/>
                    <a:pt x="5" y="0"/>
                    <a:pt x="5" y="0"/>
                  </a:cubicBezTo>
                  <a:cubicBezTo>
                    <a:pt x="7" y="0"/>
                    <a:pt x="9" y="1"/>
                    <a:pt x="10" y="2"/>
                  </a:cubicBezTo>
                  <a:cubicBezTo>
                    <a:pt x="11" y="3"/>
                    <a:pt x="12" y="6"/>
                    <a:pt x="11"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52"/>
            <p:cNvSpPr>
              <a:spLocks/>
            </p:cNvSpPr>
            <p:nvPr/>
          </p:nvSpPr>
          <p:spPr bwMode="auto">
            <a:xfrm>
              <a:off x="939800" y="4670426"/>
              <a:ext cx="11113" cy="14288"/>
            </a:xfrm>
            <a:custGeom>
              <a:avLst/>
              <a:gdLst/>
              <a:ahLst/>
              <a:cxnLst>
                <a:cxn ang="0">
                  <a:pos x="6" y="4"/>
                </a:cxn>
                <a:cxn ang="0">
                  <a:pos x="4" y="8"/>
                </a:cxn>
                <a:cxn ang="0">
                  <a:pos x="2" y="7"/>
                </a:cxn>
                <a:cxn ang="0">
                  <a:pos x="0" y="3"/>
                </a:cxn>
                <a:cxn ang="0">
                  <a:pos x="3" y="0"/>
                </a:cxn>
                <a:cxn ang="0">
                  <a:pos x="6" y="4"/>
                </a:cxn>
              </a:cxnLst>
              <a:rect l="0" t="0" r="r" b="b"/>
              <a:pathLst>
                <a:path w="6" h="8">
                  <a:moveTo>
                    <a:pt x="6" y="4"/>
                  </a:moveTo>
                  <a:cubicBezTo>
                    <a:pt x="6" y="5"/>
                    <a:pt x="5" y="8"/>
                    <a:pt x="4" y="8"/>
                  </a:cubicBezTo>
                  <a:cubicBezTo>
                    <a:pt x="4" y="8"/>
                    <a:pt x="2" y="8"/>
                    <a:pt x="2" y="7"/>
                  </a:cubicBezTo>
                  <a:cubicBezTo>
                    <a:pt x="1" y="6"/>
                    <a:pt x="0" y="4"/>
                    <a:pt x="0" y="3"/>
                  </a:cubicBezTo>
                  <a:cubicBezTo>
                    <a:pt x="1" y="2"/>
                    <a:pt x="2" y="0"/>
                    <a:pt x="3" y="0"/>
                  </a:cubicBezTo>
                  <a:cubicBezTo>
                    <a:pt x="4" y="0"/>
                    <a:pt x="6" y="3"/>
                    <a:pt x="6"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53"/>
            <p:cNvSpPr>
              <a:spLocks/>
            </p:cNvSpPr>
            <p:nvPr/>
          </p:nvSpPr>
          <p:spPr bwMode="auto">
            <a:xfrm>
              <a:off x="954088" y="4705351"/>
              <a:ext cx="17463" cy="9525"/>
            </a:xfrm>
            <a:custGeom>
              <a:avLst/>
              <a:gdLst/>
              <a:ahLst/>
              <a:cxnLst>
                <a:cxn ang="0">
                  <a:pos x="8" y="5"/>
                </a:cxn>
                <a:cxn ang="0">
                  <a:pos x="3" y="5"/>
                </a:cxn>
                <a:cxn ang="0">
                  <a:pos x="0" y="2"/>
                </a:cxn>
                <a:cxn ang="0">
                  <a:pos x="1" y="0"/>
                </a:cxn>
                <a:cxn ang="0">
                  <a:pos x="7" y="0"/>
                </a:cxn>
                <a:cxn ang="0">
                  <a:pos x="8" y="5"/>
                </a:cxn>
              </a:cxnLst>
              <a:rect l="0" t="0" r="r" b="b"/>
              <a:pathLst>
                <a:path w="9" h="6">
                  <a:moveTo>
                    <a:pt x="8" y="5"/>
                  </a:moveTo>
                  <a:cubicBezTo>
                    <a:pt x="7" y="6"/>
                    <a:pt x="4" y="6"/>
                    <a:pt x="3" y="5"/>
                  </a:cubicBezTo>
                  <a:cubicBezTo>
                    <a:pt x="2" y="5"/>
                    <a:pt x="0" y="3"/>
                    <a:pt x="0" y="2"/>
                  </a:cubicBezTo>
                  <a:cubicBezTo>
                    <a:pt x="0" y="2"/>
                    <a:pt x="1" y="1"/>
                    <a:pt x="1" y="0"/>
                  </a:cubicBezTo>
                  <a:cubicBezTo>
                    <a:pt x="3" y="0"/>
                    <a:pt x="6" y="0"/>
                    <a:pt x="7" y="0"/>
                  </a:cubicBezTo>
                  <a:cubicBezTo>
                    <a:pt x="8" y="1"/>
                    <a:pt x="9" y="4"/>
                    <a:pt x="8"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54"/>
            <p:cNvSpPr>
              <a:spLocks/>
            </p:cNvSpPr>
            <p:nvPr/>
          </p:nvSpPr>
          <p:spPr bwMode="auto">
            <a:xfrm>
              <a:off x="854075" y="4705351"/>
              <a:ext cx="42863" cy="42863"/>
            </a:xfrm>
            <a:custGeom>
              <a:avLst/>
              <a:gdLst/>
              <a:ahLst/>
              <a:cxnLst>
                <a:cxn ang="0">
                  <a:pos x="22" y="24"/>
                </a:cxn>
                <a:cxn ang="0">
                  <a:pos x="19" y="21"/>
                </a:cxn>
                <a:cxn ang="0">
                  <a:pos x="15" y="21"/>
                </a:cxn>
                <a:cxn ang="0">
                  <a:pos x="12" y="20"/>
                </a:cxn>
                <a:cxn ang="0">
                  <a:pos x="11" y="16"/>
                </a:cxn>
                <a:cxn ang="0">
                  <a:pos x="9" y="13"/>
                </a:cxn>
                <a:cxn ang="0">
                  <a:pos x="5" y="11"/>
                </a:cxn>
                <a:cxn ang="0">
                  <a:pos x="2" y="9"/>
                </a:cxn>
                <a:cxn ang="0">
                  <a:pos x="1" y="5"/>
                </a:cxn>
                <a:cxn ang="0">
                  <a:pos x="3" y="4"/>
                </a:cxn>
                <a:cxn ang="0">
                  <a:pos x="6" y="6"/>
                </a:cxn>
                <a:cxn ang="0">
                  <a:pos x="9" y="4"/>
                </a:cxn>
                <a:cxn ang="0">
                  <a:pos x="12" y="0"/>
                </a:cxn>
                <a:cxn ang="0">
                  <a:pos x="15" y="2"/>
                </a:cxn>
                <a:cxn ang="0">
                  <a:pos x="18" y="5"/>
                </a:cxn>
                <a:cxn ang="0">
                  <a:pos x="21" y="6"/>
                </a:cxn>
                <a:cxn ang="0">
                  <a:pos x="23" y="8"/>
                </a:cxn>
                <a:cxn ang="0">
                  <a:pos x="22" y="13"/>
                </a:cxn>
                <a:cxn ang="0">
                  <a:pos x="23" y="16"/>
                </a:cxn>
                <a:cxn ang="0">
                  <a:pos x="23" y="18"/>
                </a:cxn>
                <a:cxn ang="0">
                  <a:pos x="23" y="21"/>
                </a:cxn>
                <a:cxn ang="0">
                  <a:pos x="22" y="24"/>
                </a:cxn>
              </a:cxnLst>
              <a:rect l="0" t="0" r="r" b="b"/>
              <a:pathLst>
                <a:path w="23" h="24">
                  <a:moveTo>
                    <a:pt x="22" y="24"/>
                  </a:moveTo>
                  <a:cubicBezTo>
                    <a:pt x="21" y="24"/>
                    <a:pt x="20" y="22"/>
                    <a:pt x="19" y="21"/>
                  </a:cubicBezTo>
                  <a:cubicBezTo>
                    <a:pt x="19" y="21"/>
                    <a:pt x="16" y="22"/>
                    <a:pt x="15" y="21"/>
                  </a:cubicBezTo>
                  <a:cubicBezTo>
                    <a:pt x="15" y="21"/>
                    <a:pt x="13" y="21"/>
                    <a:pt x="12" y="20"/>
                  </a:cubicBezTo>
                  <a:cubicBezTo>
                    <a:pt x="11" y="19"/>
                    <a:pt x="12" y="17"/>
                    <a:pt x="11" y="16"/>
                  </a:cubicBezTo>
                  <a:cubicBezTo>
                    <a:pt x="11" y="15"/>
                    <a:pt x="10" y="13"/>
                    <a:pt x="9" y="13"/>
                  </a:cubicBezTo>
                  <a:cubicBezTo>
                    <a:pt x="8" y="12"/>
                    <a:pt x="6" y="12"/>
                    <a:pt x="5" y="11"/>
                  </a:cubicBezTo>
                  <a:cubicBezTo>
                    <a:pt x="4" y="11"/>
                    <a:pt x="2" y="10"/>
                    <a:pt x="2" y="9"/>
                  </a:cubicBezTo>
                  <a:cubicBezTo>
                    <a:pt x="1" y="8"/>
                    <a:pt x="0" y="6"/>
                    <a:pt x="1" y="5"/>
                  </a:cubicBezTo>
                  <a:cubicBezTo>
                    <a:pt x="1" y="5"/>
                    <a:pt x="2" y="4"/>
                    <a:pt x="3" y="4"/>
                  </a:cubicBezTo>
                  <a:cubicBezTo>
                    <a:pt x="4" y="4"/>
                    <a:pt x="5" y="6"/>
                    <a:pt x="6" y="6"/>
                  </a:cubicBezTo>
                  <a:cubicBezTo>
                    <a:pt x="7" y="6"/>
                    <a:pt x="9" y="4"/>
                    <a:pt x="9" y="4"/>
                  </a:cubicBezTo>
                  <a:cubicBezTo>
                    <a:pt x="10" y="3"/>
                    <a:pt x="11" y="1"/>
                    <a:pt x="12" y="0"/>
                  </a:cubicBezTo>
                  <a:cubicBezTo>
                    <a:pt x="13" y="0"/>
                    <a:pt x="14" y="1"/>
                    <a:pt x="15" y="2"/>
                  </a:cubicBezTo>
                  <a:cubicBezTo>
                    <a:pt x="16" y="3"/>
                    <a:pt x="17" y="4"/>
                    <a:pt x="18" y="5"/>
                  </a:cubicBezTo>
                  <a:cubicBezTo>
                    <a:pt x="19" y="6"/>
                    <a:pt x="20" y="6"/>
                    <a:pt x="21" y="6"/>
                  </a:cubicBezTo>
                  <a:cubicBezTo>
                    <a:pt x="21" y="7"/>
                    <a:pt x="22" y="8"/>
                    <a:pt x="23" y="8"/>
                  </a:cubicBezTo>
                  <a:cubicBezTo>
                    <a:pt x="23" y="9"/>
                    <a:pt x="22" y="12"/>
                    <a:pt x="22" y="13"/>
                  </a:cubicBezTo>
                  <a:cubicBezTo>
                    <a:pt x="22" y="14"/>
                    <a:pt x="23" y="15"/>
                    <a:pt x="23" y="16"/>
                  </a:cubicBezTo>
                  <a:cubicBezTo>
                    <a:pt x="23" y="17"/>
                    <a:pt x="23" y="18"/>
                    <a:pt x="23" y="18"/>
                  </a:cubicBezTo>
                  <a:cubicBezTo>
                    <a:pt x="23" y="19"/>
                    <a:pt x="23" y="21"/>
                    <a:pt x="23" y="21"/>
                  </a:cubicBezTo>
                  <a:cubicBezTo>
                    <a:pt x="23" y="22"/>
                    <a:pt x="22" y="24"/>
                    <a:pt x="22" y="2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5"/>
            <p:cNvSpPr>
              <a:spLocks/>
            </p:cNvSpPr>
            <p:nvPr/>
          </p:nvSpPr>
          <p:spPr bwMode="auto">
            <a:xfrm>
              <a:off x="760413" y="4633913"/>
              <a:ext cx="31750" cy="52388"/>
            </a:xfrm>
            <a:custGeom>
              <a:avLst/>
              <a:gdLst/>
              <a:ahLst/>
              <a:cxnLst>
                <a:cxn ang="0">
                  <a:pos x="16" y="22"/>
                </a:cxn>
                <a:cxn ang="0">
                  <a:pos x="13" y="18"/>
                </a:cxn>
                <a:cxn ang="0">
                  <a:pos x="11" y="15"/>
                </a:cxn>
                <a:cxn ang="0">
                  <a:pos x="10" y="17"/>
                </a:cxn>
                <a:cxn ang="0">
                  <a:pos x="9" y="21"/>
                </a:cxn>
                <a:cxn ang="0">
                  <a:pos x="8" y="23"/>
                </a:cxn>
                <a:cxn ang="0">
                  <a:pos x="8" y="27"/>
                </a:cxn>
                <a:cxn ang="0">
                  <a:pos x="4" y="28"/>
                </a:cxn>
                <a:cxn ang="0">
                  <a:pos x="1" y="25"/>
                </a:cxn>
                <a:cxn ang="0">
                  <a:pos x="0" y="17"/>
                </a:cxn>
                <a:cxn ang="0">
                  <a:pos x="4" y="13"/>
                </a:cxn>
                <a:cxn ang="0">
                  <a:pos x="4" y="10"/>
                </a:cxn>
                <a:cxn ang="0">
                  <a:pos x="4" y="4"/>
                </a:cxn>
                <a:cxn ang="0">
                  <a:pos x="7" y="0"/>
                </a:cxn>
                <a:cxn ang="0">
                  <a:pos x="11" y="0"/>
                </a:cxn>
                <a:cxn ang="0">
                  <a:pos x="13" y="2"/>
                </a:cxn>
                <a:cxn ang="0">
                  <a:pos x="12" y="7"/>
                </a:cxn>
                <a:cxn ang="0">
                  <a:pos x="14" y="10"/>
                </a:cxn>
                <a:cxn ang="0">
                  <a:pos x="16" y="13"/>
                </a:cxn>
                <a:cxn ang="0">
                  <a:pos x="18" y="16"/>
                </a:cxn>
                <a:cxn ang="0">
                  <a:pos x="17" y="19"/>
                </a:cxn>
                <a:cxn ang="0">
                  <a:pos x="16" y="22"/>
                </a:cxn>
              </a:cxnLst>
              <a:rect l="0" t="0" r="r" b="b"/>
              <a:pathLst>
                <a:path w="18" h="29">
                  <a:moveTo>
                    <a:pt x="16" y="22"/>
                  </a:moveTo>
                  <a:cubicBezTo>
                    <a:pt x="15" y="22"/>
                    <a:pt x="14" y="19"/>
                    <a:pt x="13" y="18"/>
                  </a:cubicBezTo>
                  <a:cubicBezTo>
                    <a:pt x="13" y="17"/>
                    <a:pt x="12" y="15"/>
                    <a:pt x="11" y="15"/>
                  </a:cubicBezTo>
                  <a:cubicBezTo>
                    <a:pt x="10" y="15"/>
                    <a:pt x="10" y="17"/>
                    <a:pt x="10" y="17"/>
                  </a:cubicBezTo>
                  <a:cubicBezTo>
                    <a:pt x="10" y="18"/>
                    <a:pt x="10" y="20"/>
                    <a:pt x="9" y="21"/>
                  </a:cubicBezTo>
                  <a:cubicBezTo>
                    <a:pt x="9" y="22"/>
                    <a:pt x="9" y="23"/>
                    <a:pt x="8" y="23"/>
                  </a:cubicBezTo>
                  <a:cubicBezTo>
                    <a:pt x="8" y="24"/>
                    <a:pt x="9" y="26"/>
                    <a:pt x="8" y="27"/>
                  </a:cubicBezTo>
                  <a:cubicBezTo>
                    <a:pt x="7" y="28"/>
                    <a:pt x="5" y="29"/>
                    <a:pt x="4" y="28"/>
                  </a:cubicBezTo>
                  <a:cubicBezTo>
                    <a:pt x="3" y="28"/>
                    <a:pt x="2" y="26"/>
                    <a:pt x="1" y="25"/>
                  </a:cubicBezTo>
                  <a:cubicBezTo>
                    <a:pt x="1" y="23"/>
                    <a:pt x="0" y="19"/>
                    <a:pt x="0" y="17"/>
                  </a:cubicBezTo>
                  <a:cubicBezTo>
                    <a:pt x="1" y="16"/>
                    <a:pt x="3" y="15"/>
                    <a:pt x="4" y="13"/>
                  </a:cubicBezTo>
                  <a:cubicBezTo>
                    <a:pt x="4" y="13"/>
                    <a:pt x="4" y="11"/>
                    <a:pt x="4" y="10"/>
                  </a:cubicBezTo>
                  <a:cubicBezTo>
                    <a:pt x="4" y="8"/>
                    <a:pt x="4" y="5"/>
                    <a:pt x="4" y="4"/>
                  </a:cubicBezTo>
                  <a:cubicBezTo>
                    <a:pt x="5" y="3"/>
                    <a:pt x="6" y="1"/>
                    <a:pt x="7" y="0"/>
                  </a:cubicBezTo>
                  <a:cubicBezTo>
                    <a:pt x="8" y="0"/>
                    <a:pt x="10" y="0"/>
                    <a:pt x="11" y="0"/>
                  </a:cubicBezTo>
                  <a:cubicBezTo>
                    <a:pt x="11" y="1"/>
                    <a:pt x="13" y="1"/>
                    <a:pt x="13" y="2"/>
                  </a:cubicBezTo>
                  <a:cubicBezTo>
                    <a:pt x="14" y="3"/>
                    <a:pt x="12" y="6"/>
                    <a:pt x="12" y="7"/>
                  </a:cubicBezTo>
                  <a:cubicBezTo>
                    <a:pt x="13" y="8"/>
                    <a:pt x="14" y="9"/>
                    <a:pt x="14" y="10"/>
                  </a:cubicBezTo>
                  <a:cubicBezTo>
                    <a:pt x="15" y="11"/>
                    <a:pt x="16" y="12"/>
                    <a:pt x="16" y="13"/>
                  </a:cubicBezTo>
                  <a:cubicBezTo>
                    <a:pt x="17" y="14"/>
                    <a:pt x="17" y="15"/>
                    <a:pt x="18" y="16"/>
                  </a:cubicBezTo>
                  <a:cubicBezTo>
                    <a:pt x="18" y="17"/>
                    <a:pt x="17" y="19"/>
                    <a:pt x="17" y="19"/>
                  </a:cubicBezTo>
                  <a:cubicBezTo>
                    <a:pt x="17" y="20"/>
                    <a:pt x="17" y="22"/>
                    <a:pt x="16"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56"/>
            <p:cNvSpPr>
              <a:spLocks/>
            </p:cNvSpPr>
            <p:nvPr/>
          </p:nvSpPr>
          <p:spPr bwMode="auto">
            <a:xfrm>
              <a:off x="790575" y="4578351"/>
              <a:ext cx="123825" cy="131763"/>
            </a:xfrm>
            <a:custGeom>
              <a:avLst/>
              <a:gdLst/>
              <a:ahLst/>
              <a:cxnLst>
                <a:cxn ang="0">
                  <a:pos x="7" y="66"/>
                </a:cxn>
                <a:cxn ang="0">
                  <a:pos x="6" y="52"/>
                </a:cxn>
                <a:cxn ang="0">
                  <a:pos x="2" y="40"/>
                </a:cxn>
                <a:cxn ang="0">
                  <a:pos x="1" y="31"/>
                </a:cxn>
                <a:cxn ang="0">
                  <a:pos x="8" y="29"/>
                </a:cxn>
                <a:cxn ang="0">
                  <a:pos x="14" y="23"/>
                </a:cxn>
                <a:cxn ang="0">
                  <a:pos x="14" y="29"/>
                </a:cxn>
                <a:cxn ang="0">
                  <a:pos x="10" y="35"/>
                </a:cxn>
                <a:cxn ang="0">
                  <a:pos x="12" y="41"/>
                </a:cxn>
                <a:cxn ang="0">
                  <a:pos x="17" y="45"/>
                </a:cxn>
                <a:cxn ang="0">
                  <a:pos x="22" y="38"/>
                </a:cxn>
                <a:cxn ang="0">
                  <a:pos x="26" y="29"/>
                </a:cxn>
                <a:cxn ang="0">
                  <a:pos x="32" y="24"/>
                </a:cxn>
                <a:cxn ang="0">
                  <a:pos x="28" y="16"/>
                </a:cxn>
                <a:cxn ang="0">
                  <a:pos x="22" y="18"/>
                </a:cxn>
                <a:cxn ang="0">
                  <a:pos x="18" y="13"/>
                </a:cxn>
                <a:cxn ang="0">
                  <a:pos x="19" y="5"/>
                </a:cxn>
                <a:cxn ang="0">
                  <a:pos x="25" y="0"/>
                </a:cxn>
                <a:cxn ang="0">
                  <a:pos x="30" y="5"/>
                </a:cxn>
                <a:cxn ang="0">
                  <a:pos x="31" y="12"/>
                </a:cxn>
                <a:cxn ang="0">
                  <a:pos x="37" y="13"/>
                </a:cxn>
                <a:cxn ang="0">
                  <a:pos x="41" y="15"/>
                </a:cxn>
                <a:cxn ang="0">
                  <a:pos x="46" y="13"/>
                </a:cxn>
                <a:cxn ang="0">
                  <a:pos x="55" y="20"/>
                </a:cxn>
                <a:cxn ang="0">
                  <a:pos x="60" y="23"/>
                </a:cxn>
                <a:cxn ang="0">
                  <a:pos x="59" y="27"/>
                </a:cxn>
                <a:cxn ang="0">
                  <a:pos x="67" y="30"/>
                </a:cxn>
                <a:cxn ang="0">
                  <a:pos x="63" y="37"/>
                </a:cxn>
                <a:cxn ang="0">
                  <a:pos x="60" y="45"/>
                </a:cxn>
                <a:cxn ang="0">
                  <a:pos x="55" y="47"/>
                </a:cxn>
                <a:cxn ang="0">
                  <a:pos x="52" y="52"/>
                </a:cxn>
                <a:cxn ang="0">
                  <a:pos x="48" y="45"/>
                </a:cxn>
                <a:cxn ang="0">
                  <a:pos x="52" y="41"/>
                </a:cxn>
                <a:cxn ang="0">
                  <a:pos x="55" y="38"/>
                </a:cxn>
                <a:cxn ang="0">
                  <a:pos x="48" y="36"/>
                </a:cxn>
                <a:cxn ang="0">
                  <a:pos x="44" y="41"/>
                </a:cxn>
                <a:cxn ang="0">
                  <a:pos x="40" y="37"/>
                </a:cxn>
                <a:cxn ang="0">
                  <a:pos x="45" y="30"/>
                </a:cxn>
                <a:cxn ang="0">
                  <a:pos x="44" y="24"/>
                </a:cxn>
                <a:cxn ang="0">
                  <a:pos x="40" y="26"/>
                </a:cxn>
                <a:cxn ang="0">
                  <a:pos x="39" y="31"/>
                </a:cxn>
                <a:cxn ang="0">
                  <a:pos x="35" y="32"/>
                </a:cxn>
                <a:cxn ang="0">
                  <a:pos x="34" y="39"/>
                </a:cxn>
                <a:cxn ang="0">
                  <a:pos x="28" y="41"/>
                </a:cxn>
                <a:cxn ang="0">
                  <a:pos x="30" y="49"/>
                </a:cxn>
                <a:cxn ang="0">
                  <a:pos x="33" y="52"/>
                </a:cxn>
                <a:cxn ang="0">
                  <a:pos x="38" y="53"/>
                </a:cxn>
                <a:cxn ang="0">
                  <a:pos x="40" y="58"/>
                </a:cxn>
                <a:cxn ang="0">
                  <a:pos x="40" y="63"/>
                </a:cxn>
                <a:cxn ang="0">
                  <a:pos x="41" y="69"/>
                </a:cxn>
                <a:cxn ang="0">
                  <a:pos x="33" y="70"/>
                </a:cxn>
                <a:cxn ang="0">
                  <a:pos x="27" y="72"/>
                </a:cxn>
                <a:cxn ang="0">
                  <a:pos x="18" y="70"/>
                </a:cxn>
                <a:cxn ang="0">
                  <a:pos x="12" y="69"/>
                </a:cxn>
              </a:cxnLst>
              <a:rect l="0" t="0" r="r" b="b"/>
              <a:pathLst>
                <a:path w="68" h="73">
                  <a:moveTo>
                    <a:pt x="10" y="70"/>
                  </a:moveTo>
                  <a:cubicBezTo>
                    <a:pt x="9" y="70"/>
                    <a:pt x="8" y="67"/>
                    <a:pt x="7" y="66"/>
                  </a:cubicBezTo>
                  <a:cubicBezTo>
                    <a:pt x="7" y="64"/>
                    <a:pt x="7" y="61"/>
                    <a:pt x="7" y="59"/>
                  </a:cubicBezTo>
                  <a:cubicBezTo>
                    <a:pt x="6" y="57"/>
                    <a:pt x="6" y="54"/>
                    <a:pt x="6" y="52"/>
                  </a:cubicBezTo>
                  <a:cubicBezTo>
                    <a:pt x="5" y="50"/>
                    <a:pt x="5" y="46"/>
                    <a:pt x="4" y="44"/>
                  </a:cubicBezTo>
                  <a:cubicBezTo>
                    <a:pt x="4" y="43"/>
                    <a:pt x="3" y="41"/>
                    <a:pt x="2" y="40"/>
                  </a:cubicBezTo>
                  <a:cubicBezTo>
                    <a:pt x="2" y="39"/>
                    <a:pt x="1" y="37"/>
                    <a:pt x="1" y="36"/>
                  </a:cubicBezTo>
                  <a:cubicBezTo>
                    <a:pt x="1" y="35"/>
                    <a:pt x="0" y="32"/>
                    <a:pt x="1" y="31"/>
                  </a:cubicBezTo>
                  <a:cubicBezTo>
                    <a:pt x="2" y="31"/>
                    <a:pt x="3" y="32"/>
                    <a:pt x="3" y="32"/>
                  </a:cubicBezTo>
                  <a:cubicBezTo>
                    <a:pt x="5" y="31"/>
                    <a:pt x="7" y="30"/>
                    <a:pt x="8" y="29"/>
                  </a:cubicBezTo>
                  <a:cubicBezTo>
                    <a:pt x="9" y="28"/>
                    <a:pt x="9" y="25"/>
                    <a:pt x="10" y="24"/>
                  </a:cubicBezTo>
                  <a:cubicBezTo>
                    <a:pt x="11" y="24"/>
                    <a:pt x="13" y="23"/>
                    <a:pt x="14" y="23"/>
                  </a:cubicBezTo>
                  <a:cubicBezTo>
                    <a:pt x="15" y="23"/>
                    <a:pt x="15" y="24"/>
                    <a:pt x="16" y="25"/>
                  </a:cubicBezTo>
                  <a:cubicBezTo>
                    <a:pt x="16" y="26"/>
                    <a:pt x="15" y="28"/>
                    <a:pt x="14" y="29"/>
                  </a:cubicBezTo>
                  <a:cubicBezTo>
                    <a:pt x="14" y="29"/>
                    <a:pt x="13" y="31"/>
                    <a:pt x="12" y="32"/>
                  </a:cubicBezTo>
                  <a:cubicBezTo>
                    <a:pt x="12" y="33"/>
                    <a:pt x="10" y="34"/>
                    <a:pt x="10" y="35"/>
                  </a:cubicBezTo>
                  <a:cubicBezTo>
                    <a:pt x="10" y="36"/>
                    <a:pt x="11" y="37"/>
                    <a:pt x="12" y="38"/>
                  </a:cubicBezTo>
                  <a:cubicBezTo>
                    <a:pt x="12" y="39"/>
                    <a:pt x="12" y="40"/>
                    <a:pt x="12" y="41"/>
                  </a:cubicBezTo>
                  <a:cubicBezTo>
                    <a:pt x="12" y="42"/>
                    <a:pt x="13" y="44"/>
                    <a:pt x="13" y="45"/>
                  </a:cubicBezTo>
                  <a:cubicBezTo>
                    <a:pt x="14" y="45"/>
                    <a:pt x="16" y="45"/>
                    <a:pt x="17" y="45"/>
                  </a:cubicBezTo>
                  <a:cubicBezTo>
                    <a:pt x="18" y="44"/>
                    <a:pt x="18" y="42"/>
                    <a:pt x="19" y="41"/>
                  </a:cubicBezTo>
                  <a:cubicBezTo>
                    <a:pt x="20" y="40"/>
                    <a:pt x="21" y="39"/>
                    <a:pt x="22" y="38"/>
                  </a:cubicBezTo>
                  <a:cubicBezTo>
                    <a:pt x="22" y="37"/>
                    <a:pt x="23" y="34"/>
                    <a:pt x="23" y="33"/>
                  </a:cubicBezTo>
                  <a:cubicBezTo>
                    <a:pt x="24" y="32"/>
                    <a:pt x="25" y="30"/>
                    <a:pt x="26" y="29"/>
                  </a:cubicBezTo>
                  <a:cubicBezTo>
                    <a:pt x="27" y="29"/>
                    <a:pt x="30" y="29"/>
                    <a:pt x="31" y="28"/>
                  </a:cubicBezTo>
                  <a:cubicBezTo>
                    <a:pt x="31" y="27"/>
                    <a:pt x="32" y="25"/>
                    <a:pt x="32" y="24"/>
                  </a:cubicBezTo>
                  <a:cubicBezTo>
                    <a:pt x="32" y="23"/>
                    <a:pt x="30" y="21"/>
                    <a:pt x="30" y="20"/>
                  </a:cubicBezTo>
                  <a:cubicBezTo>
                    <a:pt x="29" y="19"/>
                    <a:pt x="29" y="17"/>
                    <a:pt x="28" y="16"/>
                  </a:cubicBezTo>
                  <a:cubicBezTo>
                    <a:pt x="28" y="16"/>
                    <a:pt x="26" y="18"/>
                    <a:pt x="26" y="18"/>
                  </a:cubicBezTo>
                  <a:cubicBezTo>
                    <a:pt x="25" y="18"/>
                    <a:pt x="22" y="19"/>
                    <a:pt x="22" y="18"/>
                  </a:cubicBezTo>
                  <a:cubicBezTo>
                    <a:pt x="21" y="17"/>
                    <a:pt x="21" y="15"/>
                    <a:pt x="21" y="15"/>
                  </a:cubicBezTo>
                  <a:cubicBezTo>
                    <a:pt x="20" y="14"/>
                    <a:pt x="19" y="13"/>
                    <a:pt x="18" y="13"/>
                  </a:cubicBezTo>
                  <a:cubicBezTo>
                    <a:pt x="18" y="12"/>
                    <a:pt x="16" y="11"/>
                    <a:pt x="16" y="10"/>
                  </a:cubicBezTo>
                  <a:cubicBezTo>
                    <a:pt x="16" y="8"/>
                    <a:pt x="18" y="6"/>
                    <a:pt x="19" y="5"/>
                  </a:cubicBezTo>
                  <a:cubicBezTo>
                    <a:pt x="19" y="4"/>
                    <a:pt x="21" y="3"/>
                    <a:pt x="22" y="3"/>
                  </a:cubicBezTo>
                  <a:cubicBezTo>
                    <a:pt x="23" y="2"/>
                    <a:pt x="24" y="1"/>
                    <a:pt x="25" y="0"/>
                  </a:cubicBezTo>
                  <a:cubicBezTo>
                    <a:pt x="26" y="0"/>
                    <a:pt x="29" y="0"/>
                    <a:pt x="29" y="1"/>
                  </a:cubicBezTo>
                  <a:cubicBezTo>
                    <a:pt x="30" y="2"/>
                    <a:pt x="30" y="4"/>
                    <a:pt x="30" y="5"/>
                  </a:cubicBezTo>
                  <a:cubicBezTo>
                    <a:pt x="29" y="6"/>
                    <a:pt x="29" y="8"/>
                    <a:pt x="29" y="9"/>
                  </a:cubicBezTo>
                  <a:cubicBezTo>
                    <a:pt x="29" y="10"/>
                    <a:pt x="30" y="11"/>
                    <a:pt x="31" y="12"/>
                  </a:cubicBezTo>
                  <a:cubicBezTo>
                    <a:pt x="31" y="12"/>
                    <a:pt x="33" y="11"/>
                    <a:pt x="34" y="11"/>
                  </a:cubicBezTo>
                  <a:cubicBezTo>
                    <a:pt x="35" y="12"/>
                    <a:pt x="36" y="12"/>
                    <a:pt x="37" y="13"/>
                  </a:cubicBezTo>
                  <a:cubicBezTo>
                    <a:pt x="37" y="13"/>
                    <a:pt x="38" y="14"/>
                    <a:pt x="38" y="14"/>
                  </a:cubicBezTo>
                  <a:cubicBezTo>
                    <a:pt x="39" y="15"/>
                    <a:pt x="40" y="15"/>
                    <a:pt x="41" y="15"/>
                  </a:cubicBezTo>
                  <a:cubicBezTo>
                    <a:pt x="41" y="14"/>
                    <a:pt x="41" y="13"/>
                    <a:pt x="42" y="13"/>
                  </a:cubicBezTo>
                  <a:cubicBezTo>
                    <a:pt x="43" y="12"/>
                    <a:pt x="45" y="13"/>
                    <a:pt x="46" y="13"/>
                  </a:cubicBezTo>
                  <a:cubicBezTo>
                    <a:pt x="46" y="13"/>
                    <a:pt x="47" y="14"/>
                    <a:pt x="48" y="15"/>
                  </a:cubicBezTo>
                  <a:cubicBezTo>
                    <a:pt x="50" y="16"/>
                    <a:pt x="53" y="19"/>
                    <a:pt x="55" y="20"/>
                  </a:cubicBezTo>
                  <a:cubicBezTo>
                    <a:pt x="56" y="20"/>
                    <a:pt x="58" y="19"/>
                    <a:pt x="59" y="20"/>
                  </a:cubicBezTo>
                  <a:cubicBezTo>
                    <a:pt x="60" y="20"/>
                    <a:pt x="60" y="22"/>
                    <a:pt x="60" y="23"/>
                  </a:cubicBezTo>
                  <a:cubicBezTo>
                    <a:pt x="59" y="23"/>
                    <a:pt x="58" y="24"/>
                    <a:pt x="58" y="25"/>
                  </a:cubicBezTo>
                  <a:cubicBezTo>
                    <a:pt x="58" y="26"/>
                    <a:pt x="58" y="27"/>
                    <a:pt x="59" y="27"/>
                  </a:cubicBezTo>
                  <a:cubicBezTo>
                    <a:pt x="60" y="28"/>
                    <a:pt x="62" y="28"/>
                    <a:pt x="63" y="28"/>
                  </a:cubicBezTo>
                  <a:cubicBezTo>
                    <a:pt x="64" y="28"/>
                    <a:pt x="67" y="29"/>
                    <a:pt x="67" y="30"/>
                  </a:cubicBezTo>
                  <a:cubicBezTo>
                    <a:pt x="68" y="31"/>
                    <a:pt x="66" y="33"/>
                    <a:pt x="66" y="34"/>
                  </a:cubicBezTo>
                  <a:cubicBezTo>
                    <a:pt x="65" y="35"/>
                    <a:pt x="64" y="36"/>
                    <a:pt x="63" y="37"/>
                  </a:cubicBezTo>
                  <a:cubicBezTo>
                    <a:pt x="63" y="38"/>
                    <a:pt x="62" y="40"/>
                    <a:pt x="62" y="41"/>
                  </a:cubicBezTo>
                  <a:cubicBezTo>
                    <a:pt x="62" y="42"/>
                    <a:pt x="61" y="44"/>
                    <a:pt x="60" y="45"/>
                  </a:cubicBezTo>
                  <a:cubicBezTo>
                    <a:pt x="60" y="45"/>
                    <a:pt x="58" y="45"/>
                    <a:pt x="57" y="46"/>
                  </a:cubicBezTo>
                  <a:cubicBezTo>
                    <a:pt x="57" y="46"/>
                    <a:pt x="55" y="47"/>
                    <a:pt x="55" y="47"/>
                  </a:cubicBezTo>
                  <a:cubicBezTo>
                    <a:pt x="54" y="48"/>
                    <a:pt x="55" y="50"/>
                    <a:pt x="54" y="51"/>
                  </a:cubicBezTo>
                  <a:cubicBezTo>
                    <a:pt x="54" y="52"/>
                    <a:pt x="52" y="52"/>
                    <a:pt x="52" y="52"/>
                  </a:cubicBezTo>
                  <a:cubicBezTo>
                    <a:pt x="51" y="52"/>
                    <a:pt x="49" y="51"/>
                    <a:pt x="49" y="50"/>
                  </a:cubicBezTo>
                  <a:cubicBezTo>
                    <a:pt x="48" y="49"/>
                    <a:pt x="48" y="46"/>
                    <a:pt x="48" y="45"/>
                  </a:cubicBezTo>
                  <a:cubicBezTo>
                    <a:pt x="48" y="44"/>
                    <a:pt x="48" y="42"/>
                    <a:pt x="49" y="41"/>
                  </a:cubicBezTo>
                  <a:cubicBezTo>
                    <a:pt x="49" y="41"/>
                    <a:pt x="51" y="41"/>
                    <a:pt x="52" y="41"/>
                  </a:cubicBezTo>
                  <a:cubicBezTo>
                    <a:pt x="53" y="40"/>
                    <a:pt x="55" y="41"/>
                    <a:pt x="56" y="41"/>
                  </a:cubicBezTo>
                  <a:cubicBezTo>
                    <a:pt x="56" y="40"/>
                    <a:pt x="55" y="38"/>
                    <a:pt x="55" y="38"/>
                  </a:cubicBezTo>
                  <a:cubicBezTo>
                    <a:pt x="54" y="37"/>
                    <a:pt x="52" y="37"/>
                    <a:pt x="51" y="37"/>
                  </a:cubicBezTo>
                  <a:cubicBezTo>
                    <a:pt x="50" y="36"/>
                    <a:pt x="49" y="36"/>
                    <a:pt x="48" y="36"/>
                  </a:cubicBezTo>
                  <a:cubicBezTo>
                    <a:pt x="48" y="36"/>
                    <a:pt x="47" y="38"/>
                    <a:pt x="47" y="38"/>
                  </a:cubicBezTo>
                  <a:cubicBezTo>
                    <a:pt x="46" y="39"/>
                    <a:pt x="45" y="40"/>
                    <a:pt x="44" y="41"/>
                  </a:cubicBezTo>
                  <a:cubicBezTo>
                    <a:pt x="43" y="41"/>
                    <a:pt x="42" y="40"/>
                    <a:pt x="41" y="40"/>
                  </a:cubicBezTo>
                  <a:cubicBezTo>
                    <a:pt x="40" y="39"/>
                    <a:pt x="40" y="38"/>
                    <a:pt x="40" y="37"/>
                  </a:cubicBezTo>
                  <a:cubicBezTo>
                    <a:pt x="40" y="36"/>
                    <a:pt x="40" y="34"/>
                    <a:pt x="41" y="33"/>
                  </a:cubicBezTo>
                  <a:cubicBezTo>
                    <a:pt x="42" y="32"/>
                    <a:pt x="44" y="31"/>
                    <a:pt x="45" y="30"/>
                  </a:cubicBezTo>
                  <a:cubicBezTo>
                    <a:pt x="45" y="29"/>
                    <a:pt x="45" y="27"/>
                    <a:pt x="45" y="26"/>
                  </a:cubicBezTo>
                  <a:cubicBezTo>
                    <a:pt x="45" y="26"/>
                    <a:pt x="44" y="24"/>
                    <a:pt x="44" y="24"/>
                  </a:cubicBezTo>
                  <a:cubicBezTo>
                    <a:pt x="44" y="23"/>
                    <a:pt x="42" y="23"/>
                    <a:pt x="41" y="23"/>
                  </a:cubicBezTo>
                  <a:cubicBezTo>
                    <a:pt x="41" y="23"/>
                    <a:pt x="40" y="25"/>
                    <a:pt x="40" y="26"/>
                  </a:cubicBezTo>
                  <a:cubicBezTo>
                    <a:pt x="40" y="26"/>
                    <a:pt x="41" y="28"/>
                    <a:pt x="40" y="29"/>
                  </a:cubicBezTo>
                  <a:cubicBezTo>
                    <a:pt x="40" y="29"/>
                    <a:pt x="40" y="30"/>
                    <a:pt x="39" y="31"/>
                  </a:cubicBezTo>
                  <a:cubicBezTo>
                    <a:pt x="39" y="31"/>
                    <a:pt x="37" y="31"/>
                    <a:pt x="37" y="31"/>
                  </a:cubicBezTo>
                  <a:cubicBezTo>
                    <a:pt x="36" y="31"/>
                    <a:pt x="35" y="32"/>
                    <a:pt x="35" y="32"/>
                  </a:cubicBezTo>
                  <a:cubicBezTo>
                    <a:pt x="34" y="33"/>
                    <a:pt x="35" y="35"/>
                    <a:pt x="35" y="36"/>
                  </a:cubicBezTo>
                  <a:cubicBezTo>
                    <a:pt x="35" y="36"/>
                    <a:pt x="35" y="38"/>
                    <a:pt x="34" y="39"/>
                  </a:cubicBezTo>
                  <a:cubicBezTo>
                    <a:pt x="34" y="39"/>
                    <a:pt x="33" y="40"/>
                    <a:pt x="32" y="41"/>
                  </a:cubicBezTo>
                  <a:cubicBezTo>
                    <a:pt x="31" y="41"/>
                    <a:pt x="29" y="41"/>
                    <a:pt x="28" y="41"/>
                  </a:cubicBezTo>
                  <a:cubicBezTo>
                    <a:pt x="28" y="42"/>
                    <a:pt x="27" y="44"/>
                    <a:pt x="28" y="45"/>
                  </a:cubicBezTo>
                  <a:cubicBezTo>
                    <a:pt x="28" y="46"/>
                    <a:pt x="29" y="48"/>
                    <a:pt x="30" y="49"/>
                  </a:cubicBezTo>
                  <a:cubicBezTo>
                    <a:pt x="30" y="49"/>
                    <a:pt x="31" y="49"/>
                    <a:pt x="32" y="49"/>
                  </a:cubicBezTo>
                  <a:cubicBezTo>
                    <a:pt x="32" y="49"/>
                    <a:pt x="32" y="51"/>
                    <a:pt x="33" y="52"/>
                  </a:cubicBezTo>
                  <a:cubicBezTo>
                    <a:pt x="33" y="52"/>
                    <a:pt x="35" y="53"/>
                    <a:pt x="35" y="53"/>
                  </a:cubicBezTo>
                  <a:cubicBezTo>
                    <a:pt x="36" y="53"/>
                    <a:pt x="38" y="53"/>
                    <a:pt x="38" y="53"/>
                  </a:cubicBezTo>
                  <a:cubicBezTo>
                    <a:pt x="39" y="53"/>
                    <a:pt x="40" y="54"/>
                    <a:pt x="40" y="55"/>
                  </a:cubicBezTo>
                  <a:cubicBezTo>
                    <a:pt x="40" y="56"/>
                    <a:pt x="40" y="57"/>
                    <a:pt x="40" y="58"/>
                  </a:cubicBezTo>
                  <a:cubicBezTo>
                    <a:pt x="40" y="59"/>
                    <a:pt x="38" y="60"/>
                    <a:pt x="39" y="61"/>
                  </a:cubicBezTo>
                  <a:cubicBezTo>
                    <a:pt x="39" y="62"/>
                    <a:pt x="40" y="62"/>
                    <a:pt x="40" y="63"/>
                  </a:cubicBezTo>
                  <a:cubicBezTo>
                    <a:pt x="41" y="64"/>
                    <a:pt x="42" y="65"/>
                    <a:pt x="42" y="65"/>
                  </a:cubicBezTo>
                  <a:cubicBezTo>
                    <a:pt x="42" y="66"/>
                    <a:pt x="41" y="68"/>
                    <a:pt x="41" y="69"/>
                  </a:cubicBezTo>
                  <a:cubicBezTo>
                    <a:pt x="40" y="70"/>
                    <a:pt x="39" y="71"/>
                    <a:pt x="38" y="71"/>
                  </a:cubicBezTo>
                  <a:cubicBezTo>
                    <a:pt x="37" y="71"/>
                    <a:pt x="34" y="71"/>
                    <a:pt x="33" y="70"/>
                  </a:cubicBezTo>
                  <a:cubicBezTo>
                    <a:pt x="32" y="70"/>
                    <a:pt x="31" y="70"/>
                    <a:pt x="31" y="70"/>
                  </a:cubicBezTo>
                  <a:cubicBezTo>
                    <a:pt x="30" y="71"/>
                    <a:pt x="28" y="72"/>
                    <a:pt x="27" y="72"/>
                  </a:cubicBezTo>
                  <a:cubicBezTo>
                    <a:pt x="26" y="73"/>
                    <a:pt x="23" y="72"/>
                    <a:pt x="22" y="72"/>
                  </a:cubicBezTo>
                  <a:cubicBezTo>
                    <a:pt x="21" y="71"/>
                    <a:pt x="19" y="70"/>
                    <a:pt x="18" y="70"/>
                  </a:cubicBezTo>
                  <a:cubicBezTo>
                    <a:pt x="17" y="69"/>
                    <a:pt x="17" y="68"/>
                    <a:pt x="16" y="68"/>
                  </a:cubicBezTo>
                  <a:cubicBezTo>
                    <a:pt x="15" y="68"/>
                    <a:pt x="13" y="69"/>
                    <a:pt x="12" y="69"/>
                  </a:cubicBezTo>
                  <a:cubicBezTo>
                    <a:pt x="12" y="69"/>
                    <a:pt x="10" y="70"/>
                    <a:pt x="10" y="7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57"/>
            <p:cNvSpPr>
              <a:spLocks/>
            </p:cNvSpPr>
            <p:nvPr/>
          </p:nvSpPr>
          <p:spPr bwMode="auto">
            <a:xfrm>
              <a:off x="915988" y="4605338"/>
              <a:ext cx="12700" cy="11113"/>
            </a:xfrm>
            <a:custGeom>
              <a:avLst/>
              <a:gdLst/>
              <a:ahLst/>
              <a:cxnLst>
                <a:cxn ang="0">
                  <a:pos x="7" y="4"/>
                </a:cxn>
                <a:cxn ang="0">
                  <a:pos x="5" y="6"/>
                </a:cxn>
                <a:cxn ang="0">
                  <a:pos x="2" y="4"/>
                </a:cxn>
                <a:cxn ang="0">
                  <a:pos x="1" y="1"/>
                </a:cxn>
                <a:cxn ang="0">
                  <a:pos x="3" y="0"/>
                </a:cxn>
                <a:cxn ang="0">
                  <a:pos x="5" y="1"/>
                </a:cxn>
                <a:cxn ang="0">
                  <a:pos x="7" y="4"/>
                </a:cxn>
              </a:cxnLst>
              <a:rect l="0" t="0" r="r" b="b"/>
              <a:pathLst>
                <a:path w="7" h="6">
                  <a:moveTo>
                    <a:pt x="7" y="4"/>
                  </a:moveTo>
                  <a:cubicBezTo>
                    <a:pt x="7" y="4"/>
                    <a:pt x="6" y="6"/>
                    <a:pt x="5" y="6"/>
                  </a:cubicBezTo>
                  <a:cubicBezTo>
                    <a:pt x="4" y="6"/>
                    <a:pt x="2" y="5"/>
                    <a:pt x="2" y="4"/>
                  </a:cubicBezTo>
                  <a:cubicBezTo>
                    <a:pt x="1" y="4"/>
                    <a:pt x="0" y="2"/>
                    <a:pt x="1" y="1"/>
                  </a:cubicBezTo>
                  <a:cubicBezTo>
                    <a:pt x="1" y="1"/>
                    <a:pt x="2" y="1"/>
                    <a:pt x="3" y="0"/>
                  </a:cubicBezTo>
                  <a:cubicBezTo>
                    <a:pt x="3" y="0"/>
                    <a:pt x="5" y="1"/>
                    <a:pt x="5" y="1"/>
                  </a:cubicBezTo>
                  <a:cubicBezTo>
                    <a:pt x="6" y="2"/>
                    <a:pt x="7" y="3"/>
                    <a:pt x="7"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58"/>
            <p:cNvSpPr>
              <a:spLocks/>
            </p:cNvSpPr>
            <p:nvPr/>
          </p:nvSpPr>
          <p:spPr bwMode="auto">
            <a:xfrm>
              <a:off x="933450" y="4605338"/>
              <a:ext cx="9525" cy="7938"/>
            </a:xfrm>
            <a:custGeom>
              <a:avLst/>
              <a:gdLst/>
              <a:ahLst/>
              <a:cxnLst>
                <a:cxn ang="0">
                  <a:pos x="5" y="2"/>
                </a:cxn>
                <a:cxn ang="0">
                  <a:pos x="1" y="0"/>
                </a:cxn>
                <a:cxn ang="0">
                  <a:pos x="2" y="4"/>
                </a:cxn>
                <a:cxn ang="0">
                  <a:pos x="5" y="5"/>
                </a:cxn>
                <a:cxn ang="0">
                  <a:pos x="5" y="2"/>
                </a:cxn>
              </a:cxnLst>
              <a:rect l="0" t="0" r="r" b="b"/>
              <a:pathLst>
                <a:path w="6" h="5">
                  <a:moveTo>
                    <a:pt x="5" y="2"/>
                  </a:moveTo>
                  <a:cubicBezTo>
                    <a:pt x="4" y="1"/>
                    <a:pt x="2" y="0"/>
                    <a:pt x="1" y="0"/>
                  </a:cubicBezTo>
                  <a:cubicBezTo>
                    <a:pt x="0" y="1"/>
                    <a:pt x="1" y="3"/>
                    <a:pt x="2" y="4"/>
                  </a:cubicBezTo>
                  <a:cubicBezTo>
                    <a:pt x="2" y="4"/>
                    <a:pt x="4" y="5"/>
                    <a:pt x="5" y="5"/>
                  </a:cubicBezTo>
                  <a:cubicBezTo>
                    <a:pt x="6" y="4"/>
                    <a:pt x="5" y="2"/>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59"/>
            <p:cNvSpPr>
              <a:spLocks/>
            </p:cNvSpPr>
            <p:nvPr/>
          </p:nvSpPr>
          <p:spPr bwMode="auto">
            <a:xfrm>
              <a:off x="876300" y="4583113"/>
              <a:ext cx="9525" cy="12700"/>
            </a:xfrm>
            <a:custGeom>
              <a:avLst/>
              <a:gdLst/>
              <a:ahLst/>
              <a:cxnLst>
                <a:cxn ang="0">
                  <a:pos x="5" y="5"/>
                </a:cxn>
                <a:cxn ang="0">
                  <a:pos x="2" y="6"/>
                </a:cxn>
                <a:cxn ang="0">
                  <a:pos x="0" y="4"/>
                </a:cxn>
                <a:cxn ang="0">
                  <a:pos x="0" y="1"/>
                </a:cxn>
                <a:cxn ang="0">
                  <a:pos x="3" y="0"/>
                </a:cxn>
                <a:cxn ang="0">
                  <a:pos x="4" y="2"/>
                </a:cxn>
                <a:cxn ang="0">
                  <a:pos x="5" y="5"/>
                </a:cxn>
              </a:cxnLst>
              <a:rect l="0" t="0" r="r" b="b"/>
              <a:pathLst>
                <a:path w="5" h="7">
                  <a:moveTo>
                    <a:pt x="5" y="5"/>
                  </a:moveTo>
                  <a:cubicBezTo>
                    <a:pt x="4" y="6"/>
                    <a:pt x="2" y="7"/>
                    <a:pt x="2" y="6"/>
                  </a:cubicBezTo>
                  <a:cubicBezTo>
                    <a:pt x="1" y="6"/>
                    <a:pt x="0" y="4"/>
                    <a:pt x="0" y="4"/>
                  </a:cubicBezTo>
                  <a:cubicBezTo>
                    <a:pt x="0" y="3"/>
                    <a:pt x="0" y="1"/>
                    <a:pt x="0" y="1"/>
                  </a:cubicBezTo>
                  <a:cubicBezTo>
                    <a:pt x="1" y="0"/>
                    <a:pt x="2" y="0"/>
                    <a:pt x="3" y="0"/>
                  </a:cubicBezTo>
                  <a:cubicBezTo>
                    <a:pt x="3" y="1"/>
                    <a:pt x="4" y="1"/>
                    <a:pt x="4" y="2"/>
                  </a:cubicBezTo>
                  <a:cubicBezTo>
                    <a:pt x="5" y="3"/>
                    <a:pt x="5" y="4"/>
                    <a:pt x="5"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60"/>
            <p:cNvSpPr>
              <a:spLocks/>
            </p:cNvSpPr>
            <p:nvPr/>
          </p:nvSpPr>
          <p:spPr bwMode="auto">
            <a:xfrm>
              <a:off x="773113" y="4598988"/>
              <a:ext cx="12700" cy="11113"/>
            </a:xfrm>
            <a:custGeom>
              <a:avLst/>
              <a:gdLst/>
              <a:ahLst/>
              <a:cxnLst>
                <a:cxn ang="0">
                  <a:pos x="7" y="3"/>
                </a:cxn>
                <a:cxn ang="0">
                  <a:pos x="5" y="6"/>
                </a:cxn>
                <a:cxn ang="0">
                  <a:pos x="1" y="5"/>
                </a:cxn>
                <a:cxn ang="0">
                  <a:pos x="1" y="1"/>
                </a:cxn>
                <a:cxn ang="0">
                  <a:pos x="5" y="0"/>
                </a:cxn>
                <a:cxn ang="0">
                  <a:pos x="7" y="3"/>
                </a:cxn>
              </a:cxnLst>
              <a:rect l="0" t="0" r="r" b="b"/>
              <a:pathLst>
                <a:path w="7" h="6">
                  <a:moveTo>
                    <a:pt x="7" y="3"/>
                  </a:moveTo>
                  <a:cubicBezTo>
                    <a:pt x="7" y="4"/>
                    <a:pt x="6" y="5"/>
                    <a:pt x="5" y="6"/>
                  </a:cubicBezTo>
                  <a:cubicBezTo>
                    <a:pt x="4" y="6"/>
                    <a:pt x="2" y="6"/>
                    <a:pt x="1" y="5"/>
                  </a:cubicBezTo>
                  <a:cubicBezTo>
                    <a:pt x="0" y="4"/>
                    <a:pt x="0" y="2"/>
                    <a:pt x="1" y="1"/>
                  </a:cubicBezTo>
                  <a:cubicBezTo>
                    <a:pt x="2" y="1"/>
                    <a:pt x="4" y="0"/>
                    <a:pt x="5" y="0"/>
                  </a:cubicBezTo>
                  <a:cubicBezTo>
                    <a:pt x="6" y="0"/>
                    <a:pt x="7" y="2"/>
                    <a:pt x="7"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61"/>
            <p:cNvSpPr>
              <a:spLocks/>
            </p:cNvSpPr>
            <p:nvPr/>
          </p:nvSpPr>
          <p:spPr bwMode="auto">
            <a:xfrm>
              <a:off x="1096963" y="3843338"/>
              <a:ext cx="506413" cy="881063"/>
            </a:xfrm>
            <a:custGeom>
              <a:avLst/>
              <a:gdLst/>
              <a:ahLst/>
              <a:cxnLst>
                <a:cxn ang="0">
                  <a:pos x="231" y="11"/>
                </a:cxn>
                <a:cxn ang="0">
                  <a:pos x="238" y="38"/>
                </a:cxn>
                <a:cxn ang="0">
                  <a:pos x="236" y="57"/>
                </a:cxn>
                <a:cxn ang="0">
                  <a:pos x="236" y="88"/>
                </a:cxn>
                <a:cxn ang="0">
                  <a:pos x="254" y="102"/>
                </a:cxn>
                <a:cxn ang="0">
                  <a:pos x="258" y="122"/>
                </a:cxn>
                <a:cxn ang="0">
                  <a:pos x="249" y="145"/>
                </a:cxn>
                <a:cxn ang="0">
                  <a:pos x="232" y="177"/>
                </a:cxn>
                <a:cxn ang="0">
                  <a:pos x="217" y="198"/>
                </a:cxn>
                <a:cxn ang="0">
                  <a:pos x="227" y="223"/>
                </a:cxn>
                <a:cxn ang="0">
                  <a:pos x="228" y="252"/>
                </a:cxn>
                <a:cxn ang="0">
                  <a:pos x="233" y="264"/>
                </a:cxn>
                <a:cxn ang="0">
                  <a:pos x="225" y="274"/>
                </a:cxn>
                <a:cxn ang="0">
                  <a:pos x="221" y="288"/>
                </a:cxn>
                <a:cxn ang="0">
                  <a:pos x="223" y="308"/>
                </a:cxn>
                <a:cxn ang="0">
                  <a:pos x="211" y="321"/>
                </a:cxn>
                <a:cxn ang="0">
                  <a:pos x="213" y="338"/>
                </a:cxn>
                <a:cxn ang="0">
                  <a:pos x="220" y="359"/>
                </a:cxn>
                <a:cxn ang="0">
                  <a:pos x="222" y="374"/>
                </a:cxn>
                <a:cxn ang="0">
                  <a:pos x="233" y="386"/>
                </a:cxn>
                <a:cxn ang="0">
                  <a:pos x="251" y="382"/>
                </a:cxn>
                <a:cxn ang="0">
                  <a:pos x="253" y="397"/>
                </a:cxn>
                <a:cxn ang="0">
                  <a:pos x="274" y="405"/>
                </a:cxn>
                <a:cxn ang="0">
                  <a:pos x="278" y="422"/>
                </a:cxn>
                <a:cxn ang="0">
                  <a:pos x="266" y="443"/>
                </a:cxn>
                <a:cxn ang="0">
                  <a:pos x="259" y="463"/>
                </a:cxn>
                <a:cxn ang="0">
                  <a:pos x="231" y="471"/>
                </a:cxn>
                <a:cxn ang="0">
                  <a:pos x="210" y="481"/>
                </a:cxn>
                <a:cxn ang="0">
                  <a:pos x="191" y="486"/>
                </a:cxn>
                <a:cxn ang="0">
                  <a:pos x="193" y="438"/>
                </a:cxn>
                <a:cxn ang="0">
                  <a:pos x="142" y="451"/>
                </a:cxn>
                <a:cxn ang="0">
                  <a:pos x="134" y="424"/>
                </a:cxn>
                <a:cxn ang="0">
                  <a:pos x="92" y="427"/>
                </a:cxn>
                <a:cxn ang="0">
                  <a:pos x="76" y="408"/>
                </a:cxn>
                <a:cxn ang="0">
                  <a:pos x="77" y="394"/>
                </a:cxn>
                <a:cxn ang="0">
                  <a:pos x="56" y="386"/>
                </a:cxn>
                <a:cxn ang="0">
                  <a:pos x="48" y="380"/>
                </a:cxn>
                <a:cxn ang="0">
                  <a:pos x="23" y="374"/>
                </a:cxn>
                <a:cxn ang="0">
                  <a:pos x="10" y="327"/>
                </a:cxn>
                <a:cxn ang="0">
                  <a:pos x="12" y="312"/>
                </a:cxn>
                <a:cxn ang="0">
                  <a:pos x="10" y="295"/>
                </a:cxn>
                <a:cxn ang="0">
                  <a:pos x="18" y="295"/>
                </a:cxn>
                <a:cxn ang="0">
                  <a:pos x="13" y="269"/>
                </a:cxn>
                <a:cxn ang="0">
                  <a:pos x="30" y="231"/>
                </a:cxn>
                <a:cxn ang="0">
                  <a:pos x="40" y="209"/>
                </a:cxn>
                <a:cxn ang="0">
                  <a:pos x="42" y="191"/>
                </a:cxn>
                <a:cxn ang="0">
                  <a:pos x="34" y="175"/>
                </a:cxn>
                <a:cxn ang="0">
                  <a:pos x="43" y="171"/>
                </a:cxn>
                <a:cxn ang="0">
                  <a:pos x="50" y="164"/>
                </a:cxn>
                <a:cxn ang="0">
                  <a:pos x="34" y="114"/>
                </a:cxn>
                <a:cxn ang="0">
                  <a:pos x="37" y="102"/>
                </a:cxn>
                <a:cxn ang="0">
                  <a:pos x="30" y="76"/>
                </a:cxn>
                <a:cxn ang="0">
                  <a:pos x="70" y="64"/>
                </a:cxn>
                <a:cxn ang="0">
                  <a:pos x="115" y="56"/>
                </a:cxn>
                <a:cxn ang="0">
                  <a:pos x="148" y="24"/>
                </a:cxn>
                <a:cxn ang="0">
                  <a:pos x="167" y="7"/>
                </a:cxn>
                <a:cxn ang="0">
                  <a:pos x="210" y="4"/>
                </a:cxn>
              </a:cxnLst>
              <a:rect l="0" t="0" r="r" b="b"/>
              <a:pathLst>
                <a:path w="279" h="486">
                  <a:moveTo>
                    <a:pt x="210" y="4"/>
                  </a:moveTo>
                  <a:cubicBezTo>
                    <a:pt x="213" y="3"/>
                    <a:pt x="219" y="2"/>
                    <a:pt x="223" y="0"/>
                  </a:cubicBezTo>
                  <a:cubicBezTo>
                    <a:pt x="224" y="2"/>
                    <a:pt x="226" y="3"/>
                    <a:pt x="226" y="4"/>
                  </a:cubicBezTo>
                  <a:cubicBezTo>
                    <a:pt x="227" y="6"/>
                    <a:pt x="229" y="9"/>
                    <a:pt x="231" y="11"/>
                  </a:cubicBezTo>
                  <a:cubicBezTo>
                    <a:pt x="231" y="12"/>
                    <a:pt x="233" y="15"/>
                    <a:pt x="234" y="17"/>
                  </a:cubicBezTo>
                  <a:cubicBezTo>
                    <a:pt x="235" y="18"/>
                    <a:pt x="238" y="21"/>
                    <a:pt x="239" y="23"/>
                  </a:cubicBezTo>
                  <a:cubicBezTo>
                    <a:pt x="240" y="25"/>
                    <a:pt x="241" y="28"/>
                    <a:pt x="241" y="30"/>
                  </a:cubicBezTo>
                  <a:cubicBezTo>
                    <a:pt x="241" y="32"/>
                    <a:pt x="239" y="36"/>
                    <a:pt x="238" y="38"/>
                  </a:cubicBezTo>
                  <a:cubicBezTo>
                    <a:pt x="237" y="40"/>
                    <a:pt x="234" y="44"/>
                    <a:pt x="233" y="47"/>
                  </a:cubicBezTo>
                  <a:cubicBezTo>
                    <a:pt x="232" y="48"/>
                    <a:pt x="230" y="50"/>
                    <a:pt x="230" y="51"/>
                  </a:cubicBezTo>
                  <a:cubicBezTo>
                    <a:pt x="230" y="52"/>
                    <a:pt x="230" y="55"/>
                    <a:pt x="231" y="56"/>
                  </a:cubicBezTo>
                  <a:cubicBezTo>
                    <a:pt x="231" y="57"/>
                    <a:pt x="235" y="56"/>
                    <a:pt x="236" y="57"/>
                  </a:cubicBezTo>
                  <a:cubicBezTo>
                    <a:pt x="237" y="59"/>
                    <a:pt x="238" y="64"/>
                    <a:pt x="237" y="66"/>
                  </a:cubicBezTo>
                  <a:cubicBezTo>
                    <a:pt x="237" y="68"/>
                    <a:pt x="234" y="71"/>
                    <a:pt x="234" y="73"/>
                  </a:cubicBezTo>
                  <a:cubicBezTo>
                    <a:pt x="233" y="75"/>
                    <a:pt x="232" y="81"/>
                    <a:pt x="232" y="83"/>
                  </a:cubicBezTo>
                  <a:cubicBezTo>
                    <a:pt x="233" y="84"/>
                    <a:pt x="234" y="87"/>
                    <a:pt x="236" y="88"/>
                  </a:cubicBezTo>
                  <a:cubicBezTo>
                    <a:pt x="237" y="89"/>
                    <a:pt x="242" y="89"/>
                    <a:pt x="243" y="90"/>
                  </a:cubicBezTo>
                  <a:cubicBezTo>
                    <a:pt x="245" y="91"/>
                    <a:pt x="246" y="94"/>
                    <a:pt x="247" y="95"/>
                  </a:cubicBezTo>
                  <a:cubicBezTo>
                    <a:pt x="247" y="96"/>
                    <a:pt x="248" y="99"/>
                    <a:pt x="249" y="100"/>
                  </a:cubicBezTo>
                  <a:cubicBezTo>
                    <a:pt x="250" y="101"/>
                    <a:pt x="253" y="101"/>
                    <a:pt x="254" y="102"/>
                  </a:cubicBezTo>
                  <a:cubicBezTo>
                    <a:pt x="255" y="102"/>
                    <a:pt x="257" y="105"/>
                    <a:pt x="258" y="106"/>
                  </a:cubicBezTo>
                  <a:cubicBezTo>
                    <a:pt x="259" y="107"/>
                    <a:pt x="261" y="109"/>
                    <a:pt x="261" y="111"/>
                  </a:cubicBezTo>
                  <a:cubicBezTo>
                    <a:pt x="262" y="113"/>
                    <a:pt x="258" y="116"/>
                    <a:pt x="258" y="119"/>
                  </a:cubicBezTo>
                  <a:cubicBezTo>
                    <a:pt x="258" y="119"/>
                    <a:pt x="258" y="121"/>
                    <a:pt x="258" y="122"/>
                  </a:cubicBezTo>
                  <a:cubicBezTo>
                    <a:pt x="258" y="124"/>
                    <a:pt x="261" y="125"/>
                    <a:pt x="261" y="126"/>
                  </a:cubicBezTo>
                  <a:cubicBezTo>
                    <a:pt x="261" y="127"/>
                    <a:pt x="259" y="130"/>
                    <a:pt x="258" y="131"/>
                  </a:cubicBezTo>
                  <a:cubicBezTo>
                    <a:pt x="257" y="132"/>
                    <a:pt x="252" y="134"/>
                    <a:pt x="251" y="135"/>
                  </a:cubicBezTo>
                  <a:cubicBezTo>
                    <a:pt x="250" y="137"/>
                    <a:pt x="249" y="142"/>
                    <a:pt x="249" y="145"/>
                  </a:cubicBezTo>
                  <a:cubicBezTo>
                    <a:pt x="248" y="148"/>
                    <a:pt x="249" y="154"/>
                    <a:pt x="249" y="157"/>
                  </a:cubicBezTo>
                  <a:cubicBezTo>
                    <a:pt x="248" y="160"/>
                    <a:pt x="246" y="165"/>
                    <a:pt x="244" y="167"/>
                  </a:cubicBezTo>
                  <a:cubicBezTo>
                    <a:pt x="243" y="169"/>
                    <a:pt x="241" y="173"/>
                    <a:pt x="240" y="175"/>
                  </a:cubicBezTo>
                  <a:cubicBezTo>
                    <a:pt x="238" y="176"/>
                    <a:pt x="234" y="177"/>
                    <a:pt x="232" y="177"/>
                  </a:cubicBezTo>
                  <a:cubicBezTo>
                    <a:pt x="231" y="177"/>
                    <a:pt x="227" y="176"/>
                    <a:pt x="225" y="176"/>
                  </a:cubicBezTo>
                  <a:cubicBezTo>
                    <a:pt x="223" y="176"/>
                    <a:pt x="220" y="177"/>
                    <a:pt x="219" y="178"/>
                  </a:cubicBezTo>
                  <a:cubicBezTo>
                    <a:pt x="217" y="181"/>
                    <a:pt x="218" y="187"/>
                    <a:pt x="217" y="190"/>
                  </a:cubicBezTo>
                  <a:cubicBezTo>
                    <a:pt x="217" y="192"/>
                    <a:pt x="217" y="196"/>
                    <a:pt x="217" y="198"/>
                  </a:cubicBezTo>
                  <a:cubicBezTo>
                    <a:pt x="217" y="200"/>
                    <a:pt x="219" y="204"/>
                    <a:pt x="219" y="206"/>
                  </a:cubicBezTo>
                  <a:cubicBezTo>
                    <a:pt x="220" y="207"/>
                    <a:pt x="221" y="210"/>
                    <a:pt x="222" y="212"/>
                  </a:cubicBezTo>
                  <a:cubicBezTo>
                    <a:pt x="222" y="213"/>
                    <a:pt x="221" y="217"/>
                    <a:pt x="221" y="218"/>
                  </a:cubicBezTo>
                  <a:cubicBezTo>
                    <a:pt x="222" y="220"/>
                    <a:pt x="226" y="222"/>
                    <a:pt x="227" y="223"/>
                  </a:cubicBezTo>
                  <a:cubicBezTo>
                    <a:pt x="228" y="225"/>
                    <a:pt x="228" y="228"/>
                    <a:pt x="228" y="230"/>
                  </a:cubicBezTo>
                  <a:cubicBezTo>
                    <a:pt x="228" y="233"/>
                    <a:pt x="227" y="239"/>
                    <a:pt x="226" y="243"/>
                  </a:cubicBezTo>
                  <a:cubicBezTo>
                    <a:pt x="226" y="244"/>
                    <a:pt x="225" y="246"/>
                    <a:pt x="225" y="247"/>
                  </a:cubicBezTo>
                  <a:cubicBezTo>
                    <a:pt x="226" y="249"/>
                    <a:pt x="227" y="251"/>
                    <a:pt x="228" y="252"/>
                  </a:cubicBezTo>
                  <a:cubicBezTo>
                    <a:pt x="229" y="253"/>
                    <a:pt x="231" y="255"/>
                    <a:pt x="233" y="256"/>
                  </a:cubicBezTo>
                  <a:cubicBezTo>
                    <a:pt x="234" y="257"/>
                    <a:pt x="236" y="260"/>
                    <a:pt x="237" y="261"/>
                  </a:cubicBezTo>
                  <a:cubicBezTo>
                    <a:pt x="237" y="262"/>
                    <a:pt x="238" y="264"/>
                    <a:pt x="238" y="265"/>
                  </a:cubicBezTo>
                  <a:cubicBezTo>
                    <a:pt x="237" y="266"/>
                    <a:pt x="234" y="264"/>
                    <a:pt x="233" y="264"/>
                  </a:cubicBezTo>
                  <a:cubicBezTo>
                    <a:pt x="232" y="264"/>
                    <a:pt x="230" y="264"/>
                    <a:pt x="229" y="264"/>
                  </a:cubicBezTo>
                  <a:cubicBezTo>
                    <a:pt x="227" y="265"/>
                    <a:pt x="224" y="264"/>
                    <a:pt x="223" y="265"/>
                  </a:cubicBezTo>
                  <a:cubicBezTo>
                    <a:pt x="222" y="266"/>
                    <a:pt x="222" y="269"/>
                    <a:pt x="223" y="270"/>
                  </a:cubicBezTo>
                  <a:cubicBezTo>
                    <a:pt x="223" y="271"/>
                    <a:pt x="224" y="273"/>
                    <a:pt x="225" y="274"/>
                  </a:cubicBezTo>
                  <a:cubicBezTo>
                    <a:pt x="225" y="274"/>
                    <a:pt x="224" y="276"/>
                    <a:pt x="224" y="276"/>
                  </a:cubicBezTo>
                  <a:cubicBezTo>
                    <a:pt x="224" y="277"/>
                    <a:pt x="226" y="277"/>
                    <a:pt x="227" y="278"/>
                  </a:cubicBezTo>
                  <a:cubicBezTo>
                    <a:pt x="227" y="280"/>
                    <a:pt x="226" y="284"/>
                    <a:pt x="225" y="285"/>
                  </a:cubicBezTo>
                  <a:cubicBezTo>
                    <a:pt x="224" y="286"/>
                    <a:pt x="221" y="287"/>
                    <a:pt x="221" y="288"/>
                  </a:cubicBezTo>
                  <a:cubicBezTo>
                    <a:pt x="220" y="290"/>
                    <a:pt x="220" y="292"/>
                    <a:pt x="221" y="294"/>
                  </a:cubicBezTo>
                  <a:cubicBezTo>
                    <a:pt x="221" y="295"/>
                    <a:pt x="223" y="296"/>
                    <a:pt x="223" y="297"/>
                  </a:cubicBezTo>
                  <a:cubicBezTo>
                    <a:pt x="224" y="299"/>
                    <a:pt x="224" y="301"/>
                    <a:pt x="224" y="303"/>
                  </a:cubicBezTo>
                  <a:cubicBezTo>
                    <a:pt x="225" y="304"/>
                    <a:pt x="224" y="307"/>
                    <a:pt x="223" y="308"/>
                  </a:cubicBezTo>
                  <a:cubicBezTo>
                    <a:pt x="223" y="309"/>
                    <a:pt x="224" y="312"/>
                    <a:pt x="223" y="313"/>
                  </a:cubicBezTo>
                  <a:cubicBezTo>
                    <a:pt x="222" y="313"/>
                    <a:pt x="219" y="312"/>
                    <a:pt x="218" y="312"/>
                  </a:cubicBezTo>
                  <a:cubicBezTo>
                    <a:pt x="217" y="312"/>
                    <a:pt x="214" y="313"/>
                    <a:pt x="213" y="314"/>
                  </a:cubicBezTo>
                  <a:cubicBezTo>
                    <a:pt x="212" y="316"/>
                    <a:pt x="211" y="319"/>
                    <a:pt x="211" y="321"/>
                  </a:cubicBezTo>
                  <a:cubicBezTo>
                    <a:pt x="211" y="322"/>
                    <a:pt x="212" y="324"/>
                    <a:pt x="212" y="325"/>
                  </a:cubicBezTo>
                  <a:cubicBezTo>
                    <a:pt x="212" y="326"/>
                    <a:pt x="214" y="327"/>
                    <a:pt x="215" y="328"/>
                  </a:cubicBezTo>
                  <a:cubicBezTo>
                    <a:pt x="215" y="330"/>
                    <a:pt x="216" y="332"/>
                    <a:pt x="216" y="334"/>
                  </a:cubicBezTo>
                  <a:cubicBezTo>
                    <a:pt x="215" y="335"/>
                    <a:pt x="214" y="337"/>
                    <a:pt x="213" y="338"/>
                  </a:cubicBezTo>
                  <a:cubicBezTo>
                    <a:pt x="213" y="339"/>
                    <a:pt x="212" y="342"/>
                    <a:pt x="213" y="343"/>
                  </a:cubicBezTo>
                  <a:cubicBezTo>
                    <a:pt x="213" y="344"/>
                    <a:pt x="216" y="345"/>
                    <a:pt x="217" y="347"/>
                  </a:cubicBezTo>
                  <a:cubicBezTo>
                    <a:pt x="218" y="348"/>
                    <a:pt x="217" y="353"/>
                    <a:pt x="218" y="355"/>
                  </a:cubicBezTo>
                  <a:cubicBezTo>
                    <a:pt x="218" y="356"/>
                    <a:pt x="220" y="358"/>
                    <a:pt x="220" y="359"/>
                  </a:cubicBezTo>
                  <a:cubicBezTo>
                    <a:pt x="221" y="360"/>
                    <a:pt x="221" y="362"/>
                    <a:pt x="221" y="363"/>
                  </a:cubicBezTo>
                  <a:cubicBezTo>
                    <a:pt x="221" y="364"/>
                    <a:pt x="220" y="367"/>
                    <a:pt x="220" y="368"/>
                  </a:cubicBezTo>
                  <a:cubicBezTo>
                    <a:pt x="220" y="369"/>
                    <a:pt x="221" y="370"/>
                    <a:pt x="222" y="370"/>
                  </a:cubicBezTo>
                  <a:cubicBezTo>
                    <a:pt x="222" y="371"/>
                    <a:pt x="222" y="373"/>
                    <a:pt x="222" y="374"/>
                  </a:cubicBezTo>
                  <a:cubicBezTo>
                    <a:pt x="222" y="375"/>
                    <a:pt x="218" y="378"/>
                    <a:pt x="219" y="379"/>
                  </a:cubicBezTo>
                  <a:cubicBezTo>
                    <a:pt x="219" y="380"/>
                    <a:pt x="222" y="381"/>
                    <a:pt x="223" y="381"/>
                  </a:cubicBezTo>
                  <a:cubicBezTo>
                    <a:pt x="225" y="382"/>
                    <a:pt x="228" y="381"/>
                    <a:pt x="229" y="381"/>
                  </a:cubicBezTo>
                  <a:cubicBezTo>
                    <a:pt x="231" y="382"/>
                    <a:pt x="232" y="386"/>
                    <a:pt x="233" y="386"/>
                  </a:cubicBezTo>
                  <a:cubicBezTo>
                    <a:pt x="235" y="387"/>
                    <a:pt x="238" y="387"/>
                    <a:pt x="239" y="386"/>
                  </a:cubicBezTo>
                  <a:cubicBezTo>
                    <a:pt x="240" y="386"/>
                    <a:pt x="241" y="384"/>
                    <a:pt x="242" y="383"/>
                  </a:cubicBezTo>
                  <a:cubicBezTo>
                    <a:pt x="243" y="382"/>
                    <a:pt x="245" y="380"/>
                    <a:pt x="247" y="380"/>
                  </a:cubicBezTo>
                  <a:cubicBezTo>
                    <a:pt x="248" y="380"/>
                    <a:pt x="250" y="381"/>
                    <a:pt x="251" y="382"/>
                  </a:cubicBezTo>
                  <a:cubicBezTo>
                    <a:pt x="251" y="383"/>
                    <a:pt x="250" y="385"/>
                    <a:pt x="250" y="386"/>
                  </a:cubicBezTo>
                  <a:cubicBezTo>
                    <a:pt x="249" y="387"/>
                    <a:pt x="248" y="389"/>
                    <a:pt x="248" y="390"/>
                  </a:cubicBezTo>
                  <a:cubicBezTo>
                    <a:pt x="248" y="391"/>
                    <a:pt x="248" y="393"/>
                    <a:pt x="249" y="394"/>
                  </a:cubicBezTo>
                  <a:cubicBezTo>
                    <a:pt x="250" y="395"/>
                    <a:pt x="252" y="397"/>
                    <a:pt x="253" y="397"/>
                  </a:cubicBezTo>
                  <a:cubicBezTo>
                    <a:pt x="255" y="399"/>
                    <a:pt x="260" y="402"/>
                    <a:pt x="262" y="403"/>
                  </a:cubicBezTo>
                  <a:cubicBezTo>
                    <a:pt x="264" y="404"/>
                    <a:pt x="266" y="404"/>
                    <a:pt x="267" y="404"/>
                  </a:cubicBezTo>
                  <a:cubicBezTo>
                    <a:pt x="268" y="404"/>
                    <a:pt x="270" y="403"/>
                    <a:pt x="271" y="403"/>
                  </a:cubicBezTo>
                  <a:cubicBezTo>
                    <a:pt x="272" y="403"/>
                    <a:pt x="273" y="404"/>
                    <a:pt x="274" y="405"/>
                  </a:cubicBezTo>
                  <a:cubicBezTo>
                    <a:pt x="274" y="405"/>
                    <a:pt x="274" y="405"/>
                    <a:pt x="274" y="405"/>
                  </a:cubicBezTo>
                  <a:cubicBezTo>
                    <a:pt x="274" y="407"/>
                    <a:pt x="273" y="409"/>
                    <a:pt x="273" y="411"/>
                  </a:cubicBezTo>
                  <a:cubicBezTo>
                    <a:pt x="274" y="412"/>
                    <a:pt x="277" y="413"/>
                    <a:pt x="278" y="415"/>
                  </a:cubicBezTo>
                  <a:cubicBezTo>
                    <a:pt x="279" y="416"/>
                    <a:pt x="278" y="420"/>
                    <a:pt x="278" y="422"/>
                  </a:cubicBezTo>
                  <a:cubicBezTo>
                    <a:pt x="278" y="423"/>
                    <a:pt x="276" y="426"/>
                    <a:pt x="276" y="427"/>
                  </a:cubicBezTo>
                  <a:cubicBezTo>
                    <a:pt x="275" y="428"/>
                    <a:pt x="272" y="430"/>
                    <a:pt x="272" y="431"/>
                  </a:cubicBezTo>
                  <a:cubicBezTo>
                    <a:pt x="271" y="433"/>
                    <a:pt x="272" y="436"/>
                    <a:pt x="272" y="437"/>
                  </a:cubicBezTo>
                  <a:cubicBezTo>
                    <a:pt x="271" y="439"/>
                    <a:pt x="268" y="441"/>
                    <a:pt x="266" y="443"/>
                  </a:cubicBezTo>
                  <a:cubicBezTo>
                    <a:pt x="265" y="444"/>
                    <a:pt x="261" y="446"/>
                    <a:pt x="260" y="447"/>
                  </a:cubicBezTo>
                  <a:cubicBezTo>
                    <a:pt x="259" y="448"/>
                    <a:pt x="258" y="451"/>
                    <a:pt x="258" y="452"/>
                  </a:cubicBezTo>
                  <a:cubicBezTo>
                    <a:pt x="258" y="453"/>
                    <a:pt x="260" y="456"/>
                    <a:pt x="261" y="457"/>
                  </a:cubicBezTo>
                  <a:cubicBezTo>
                    <a:pt x="261" y="459"/>
                    <a:pt x="260" y="462"/>
                    <a:pt x="259" y="463"/>
                  </a:cubicBezTo>
                  <a:cubicBezTo>
                    <a:pt x="258" y="464"/>
                    <a:pt x="254" y="463"/>
                    <a:pt x="252" y="464"/>
                  </a:cubicBezTo>
                  <a:cubicBezTo>
                    <a:pt x="250" y="465"/>
                    <a:pt x="246" y="467"/>
                    <a:pt x="244" y="468"/>
                  </a:cubicBezTo>
                  <a:cubicBezTo>
                    <a:pt x="243" y="469"/>
                    <a:pt x="240" y="471"/>
                    <a:pt x="238" y="471"/>
                  </a:cubicBezTo>
                  <a:cubicBezTo>
                    <a:pt x="236" y="471"/>
                    <a:pt x="233" y="471"/>
                    <a:pt x="231" y="471"/>
                  </a:cubicBezTo>
                  <a:cubicBezTo>
                    <a:pt x="229" y="470"/>
                    <a:pt x="227" y="466"/>
                    <a:pt x="226" y="467"/>
                  </a:cubicBezTo>
                  <a:cubicBezTo>
                    <a:pt x="224" y="467"/>
                    <a:pt x="223" y="472"/>
                    <a:pt x="222" y="473"/>
                  </a:cubicBezTo>
                  <a:cubicBezTo>
                    <a:pt x="221" y="475"/>
                    <a:pt x="219" y="478"/>
                    <a:pt x="218" y="480"/>
                  </a:cubicBezTo>
                  <a:cubicBezTo>
                    <a:pt x="216" y="481"/>
                    <a:pt x="212" y="480"/>
                    <a:pt x="210" y="481"/>
                  </a:cubicBezTo>
                  <a:cubicBezTo>
                    <a:pt x="209" y="482"/>
                    <a:pt x="207" y="485"/>
                    <a:pt x="205" y="486"/>
                  </a:cubicBezTo>
                  <a:cubicBezTo>
                    <a:pt x="204" y="486"/>
                    <a:pt x="200" y="486"/>
                    <a:pt x="199" y="486"/>
                  </a:cubicBezTo>
                  <a:cubicBezTo>
                    <a:pt x="198" y="486"/>
                    <a:pt x="196" y="484"/>
                    <a:pt x="195" y="484"/>
                  </a:cubicBezTo>
                  <a:cubicBezTo>
                    <a:pt x="194" y="484"/>
                    <a:pt x="192" y="485"/>
                    <a:pt x="191" y="486"/>
                  </a:cubicBezTo>
                  <a:cubicBezTo>
                    <a:pt x="191" y="486"/>
                    <a:pt x="189" y="485"/>
                    <a:pt x="188" y="485"/>
                  </a:cubicBezTo>
                  <a:cubicBezTo>
                    <a:pt x="185" y="483"/>
                    <a:pt x="179" y="481"/>
                    <a:pt x="177" y="478"/>
                  </a:cubicBezTo>
                  <a:cubicBezTo>
                    <a:pt x="175" y="475"/>
                    <a:pt x="173" y="468"/>
                    <a:pt x="174" y="464"/>
                  </a:cubicBezTo>
                  <a:cubicBezTo>
                    <a:pt x="175" y="456"/>
                    <a:pt x="193" y="446"/>
                    <a:pt x="193" y="438"/>
                  </a:cubicBezTo>
                  <a:cubicBezTo>
                    <a:pt x="193" y="436"/>
                    <a:pt x="191" y="432"/>
                    <a:pt x="189" y="432"/>
                  </a:cubicBezTo>
                  <a:cubicBezTo>
                    <a:pt x="181" y="431"/>
                    <a:pt x="172" y="448"/>
                    <a:pt x="165" y="452"/>
                  </a:cubicBezTo>
                  <a:cubicBezTo>
                    <a:pt x="161" y="454"/>
                    <a:pt x="153" y="458"/>
                    <a:pt x="149" y="457"/>
                  </a:cubicBezTo>
                  <a:cubicBezTo>
                    <a:pt x="147" y="457"/>
                    <a:pt x="144" y="452"/>
                    <a:pt x="142" y="451"/>
                  </a:cubicBezTo>
                  <a:cubicBezTo>
                    <a:pt x="140" y="450"/>
                    <a:pt x="133" y="454"/>
                    <a:pt x="131" y="452"/>
                  </a:cubicBezTo>
                  <a:cubicBezTo>
                    <a:pt x="130" y="451"/>
                    <a:pt x="130" y="447"/>
                    <a:pt x="131" y="445"/>
                  </a:cubicBezTo>
                  <a:cubicBezTo>
                    <a:pt x="132" y="440"/>
                    <a:pt x="142" y="433"/>
                    <a:pt x="141" y="428"/>
                  </a:cubicBezTo>
                  <a:cubicBezTo>
                    <a:pt x="140" y="426"/>
                    <a:pt x="136" y="424"/>
                    <a:pt x="134" y="424"/>
                  </a:cubicBezTo>
                  <a:cubicBezTo>
                    <a:pt x="133" y="424"/>
                    <a:pt x="131" y="427"/>
                    <a:pt x="130" y="427"/>
                  </a:cubicBezTo>
                  <a:cubicBezTo>
                    <a:pt x="124" y="430"/>
                    <a:pt x="111" y="435"/>
                    <a:pt x="104" y="433"/>
                  </a:cubicBezTo>
                  <a:cubicBezTo>
                    <a:pt x="102" y="433"/>
                    <a:pt x="99" y="428"/>
                    <a:pt x="97" y="427"/>
                  </a:cubicBezTo>
                  <a:cubicBezTo>
                    <a:pt x="96" y="427"/>
                    <a:pt x="92" y="428"/>
                    <a:pt x="92" y="427"/>
                  </a:cubicBezTo>
                  <a:cubicBezTo>
                    <a:pt x="89" y="424"/>
                    <a:pt x="94" y="416"/>
                    <a:pt x="92" y="412"/>
                  </a:cubicBezTo>
                  <a:cubicBezTo>
                    <a:pt x="92" y="412"/>
                    <a:pt x="90" y="410"/>
                    <a:pt x="90" y="410"/>
                  </a:cubicBezTo>
                  <a:cubicBezTo>
                    <a:pt x="88" y="410"/>
                    <a:pt x="85" y="415"/>
                    <a:pt x="84" y="415"/>
                  </a:cubicBezTo>
                  <a:cubicBezTo>
                    <a:pt x="81" y="414"/>
                    <a:pt x="76" y="410"/>
                    <a:pt x="76" y="408"/>
                  </a:cubicBezTo>
                  <a:cubicBezTo>
                    <a:pt x="76" y="407"/>
                    <a:pt x="77" y="405"/>
                    <a:pt x="78" y="405"/>
                  </a:cubicBezTo>
                  <a:cubicBezTo>
                    <a:pt x="79" y="404"/>
                    <a:pt x="82" y="406"/>
                    <a:pt x="83" y="405"/>
                  </a:cubicBezTo>
                  <a:cubicBezTo>
                    <a:pt x="84" y="404"/>
                    <a:pt x="84" y="401"/>
                    <a:pt x="83" y="400"/>
                  </a:cubicBezTo>
                  <a:cubicBezTo>
                    <a:pt x="82" y="398"/>
                    <a:pt x="79" y="395"/>
                    <a:pt x="77" y="394"/>
                  </a:cubicBezTo>
                  <a:cubicBezTo>
                    <a:pt x="74" y="393"/>
                    <a:pt x="66" y="395"/>
                    <a:pt x="63" y="395"/>
                  </a:cubicBezTo>
                  <a:cubicBezTo>
                    <a:pt x="60" y="396"/>
                    <a:pt x="53" y="401"/>
                    <a:pt x="51" y="399"/>
                  </a:cubicBezTo>
                  <a:cubicBezTo>
                    <a:pt x="50" y="398"/>
                    <a:pt x="51" y="394"/>
                    <a:pt x="51" y="393"/>
                  </a:cubicBezTo>
                  <a:cubicBezTo>
                    <a:pt x="52" y="391"/>
                    <a:pt x="54" y="387"/>
                    <a:pt x="56" y="386"/>
                  </a:cubicBezTo>
                  <a:cubicBezTo>
                    <a:pt x="57" y="385"/>
                    <a:pt x="61" y="387"/>
                    <a:pt x="62" y="386"/>
                  </a:cubicBezTo>
                  <a:cubicBezTo>
                    <a:pt x="65" y="384"/>
                    <a:pt x="67" y="377"/>
                    <a:pt x="66" y="374"/>
                  </a:cubicBezTo>
                  <a:cubicBezTo>
                    <a:pt x="66" y="372"/>
                    <a:pt x="63" y="371"/>
                    <a:pt x="61" y="372"/>
                  </a:cubicBezTo>
                  <a:cubicBezTo>
                    <a:pt x="57" y="372"/>
                    <a:pt x="50" y="376"/>
                    <a:pt x="48" y="380"/>
                  </a:cubicBezTo>
                  <a:cubicBezTo>
                    <a:pt x="45" y="383"/>
                    <a:pt x="47" y="392"/>
                    <a:pt x="45" y="395"/>
                  </a:cubicBezTo>
                  <a:cubicBezTo>
                    <a:pt x="43" y="396"/>
                    <a:pt x="39" y="397"/>
                    <a:pt x="37" y="396"/>
                  </a:cubicBezTo>
                  <a:cubicBezTo>
                    <a:pt x="34" y="394"/>
                    <a:pt x="35" y="386"/>
                    <a:pt x="33" y="383"/>
                  </a:cubicBezTo>
                  <a:cubicBezTo>
                    <a:pt x="32" y="380"/>
                    <a:pt x="25" y="377"/>
                    <a:pt x="23" y="374"/>
                  </a:cubicBezTo>
                  <a:cubicBezTo>
                    <a:pt x="20" y="370"/>
                    <a:pt x="16" y="360"/>
                    <a:pt x="15" y="355"/>
                  </a:cubicBezTo>
                  <a:cubicBezTo>
                    <a:pt x="14" y="352"/>
                    <a:pt x="15" y="345"/>
                    <a:pt x="14" y="342"/>
                  </a:cubicBezTo>
                  <a:cubicBezTo>
                    <a:pt x="14" y="341"/>
                    <a:pt x="11" y="338"/>
                    <a:pt x="11" y="337"/>
                  </a:cubicBezTo>
                  <a:cubicBezTo>
                    <a:pt x="10" y="334"/>
                    <a:pt x="10" y="330"/>
                    <a:pt x="10" y="327"/>
                  </a:cubicBezTo>
                  <a:cubicBezTo>
                    <a:pt x="10" y="326"/>
                    <a:pt x="8" y="323"/>
                    <a:pt x="8" y="321"/>
                  </a:cubicBezTo>
                  <a:cubicBezTo>
                    <a:pt x="8" y="320"/>
                    <a:pt x="9" y="318"/>
                    <a:pt x="9" y="317"/>
                  </a:cubicBezTo>
                  <a:cubicBezTo>
                    <a:pt x="10" y="317"/>
                    <a:pt x="11" y="316"/>
                    <a:pt x="11" y="316"/>
                  </a:cubicBezTo>
                  <a:cubicBezTo>
                    <a:pt x="12" y="315"/>
                    <a:pt x="13" y="313"/>
                    <a:pt x="12" y="312"/>
                  </a:cubicBezTo>
                  <a:cubicBezTo>
                    <a:pt x="11" y="309"/>
                    <a:pt x="3" y="309"/>
                    <a:pt x="2" y="306"/>
                  </a:cubicBezTo>
                  <a:cubicBezTo>
                    <a:pt x="1" y="305"/>
                    <a:pt x="0" y="303"/>
                    <a:pt x="1" y="302"/>
                  </a:cubicBezTo>
                  <a:cubicBezTo>
                    <a:pt x="2" y="300"/>
                    <a:pt x="9" y="302"/>
                    <a:pt x="10" y="300"/>
                  </a:cubicBezTo>
                  <a:cubicBezTo>
                    <a:pt x="11" y="299"/>
                    <a:pt x="11" y="296"/>
                    <a:pt x="10" y="295"/>
                  </a:cubicBezTo>
                  <a:cubicBezTo>
                    <a:pt x="10" y="293"/>
                    <a:pt x="6" y="292"/>
                    <a:pt x="5" y="290"/>
                  </a:cubicBezTo>
                  <a:cubicBezTo>
                    <a:pt x="5" y="289"/>
                    <a:pt x="7" y="287"/>
                    <a:pt x="8" y="287"/>
                  </a:cubicBezTo>
                  <a:cubicBezTo>
                    <a:pt x="9" y="286"/>
                    <a:pt x="12" y="286"/>
                    <a:pt x="13" y="286"/>
                  </a:cubicBezTo>
                  <a:cubicBezTo>
                    <a:pt x="15" y="288"/>
                    <a:pt x="16" y="293"/>
                    <a:pt x="18" y="295"/>
                  </a:cubicBezTo>
                  <a:cubicBezTo>
                    <a:pt x="19" y="296"/>
                    <a:pt x="21" y="299"/>
                    <a:pt x="23" y="299"/>
                  </a:cubicBezTo>
                  <a:cubicBezTo>
                    <a:pt x="24" y="298"/>
                    <a:pt x="25" y="295"/>
                    <a:pt x="24" y="293"/>
                  </a:cubicBezTo>
                  <a:cubicBezTo>
                    <a:pt x="23" y="291"/>
                    <a:pt x="18" y="288"/>
                    <a:pt x="16" y="286"/>
                  </a:cubicBezTo>
                  <a:cubicBezTo>
                    <a:pt x="14" y="282"/>
                    <a:pt x="11" y="273"/>
                    <a:pt x="13" y="269"/>
                  </a:cubicBezTo>
                  <a:cubicBezTo>
                    <a:pt x="13" y="268"/>
                    <a:pt x="17" y="266"/>
                    <a:pt x="18" y="266"/>
                  </a:cubicBezTo>
                  <a:cubicBezTo>
                    <a:pt x="20" y="266"/>
                    <a:pt x="20" y="271"/>
                    <a:pt x="22" y="271"/>
                  </a:cubicBezTo>
                  <a:cubicBezTo>
                    <a:pt x="24" y="270"/>
                    <a:pt x="25" y="263"/>
                    <a:pt x="26" y="261"/>
                  </a:cubicBezTo>
                  <a:cubicBezTo>
                    <a:pt x="28" y="254"/>
                    <a:pt x="23" y="235"/>
                    <a:pt x="30" y="231"/>
                  </a:cubicBezTo>
                  <a:cubicBezTo>
                    <a:pt x="32" y="231"/>
                    <a:pt x="34" y="235"/>
                    <a:pt x="36" y="235"/>
                  </a:cubicBezTo>
                  <a:cubicBezTo>
                    <a:pt x="37" y="234"/>
                    <a:pt x="38" y="232"/>
                    <a:pt x="38" y="231"/>
                  </a:cubicBezTo>
                  <a:cubicBezTo>
                    <a:pt x="38" y="230"/>
                    <a:pt x="37" y="228"/>
                    <a:pt x="37" y="227"/>
                  </a:cubicBezTo>
                  <a:cubicBezTo>
                    <a:pt x="37" y="222"/>
                    <a:pt x="41" y="214"/>
                    <a:pt x="40" y="209"/>
                  </a:cubicBezTo>
                  <a:cubicBezTo>
                    <a:pt x="39" y="205"/>
                    <a:pt x="32" y="198"/>
                    <a:pt x="32" y="193"/>
                  </a:cubicBezTo>
                  <a:cubicBezTo>
                    <a:pt x="32" y="192"/>
                    <a:pt x="33" y="191"/>
                    <a:pt x="34" y="191"/>
                  </a:cubicBezTo>
                  <a:cubicBezTo>
                    <a:pt x="34" y="190"/>
                    <a:pt x="36" y="190"/>
                    <a:pt x="37" y="190"/>
                  </a:cubicBezTo>
                  <a:cubicBezTo>
                    <a:pt x="38" y="190"/>
                    <a:pt x="40" y="191"/>
                    <a:pt x="42" y="191"/>
                  </a:cubicBezTo>
                  <a:cubicBezTo>
                    <a:pt x="43" y="191"/>
                    <a:pt x="45" y="191"/>
                    <a:pt x="45" y="191"/>
                  </a:cubicBezTo>
                  <a:cubicBezTo>
                    <a:pt x="46" y="189"/>
                    <a:pt x="44" y="186"/>
                    <a:pt x="43" y="184"/>
                  </a:cubicBezTo>
                  <a:cubicBezTo>
                    <a:pt x="41" y="183"/>
                    <a:pt x="36" y="182"/>
                    <a:pt x="35" y="181"/>
                  </a:cubicBezTo>
                  <a:cubicBezTo>
                    <a:pt x="34" y="179"/>
                    <a:pt x="33" y="176"/>
                    <a:pt x="34" y="175"/>
                  </a:cubicBezTo>
                  <a:cubicBezTo>
                    <a:pt x="35" y="174"/>
                    <a:pt x="38" y="175"/>
                    <a:pt x="39" y="175"/>
                  </a:cubicBezTo>
                  <a:cubicBezTo>
                    <a:pt x="41" y="175"/>
                    <a:pt x="46" y="179"/>
                    <a:pt x="48" y="177"/>
                  </a:cubicBezTo>
                  <a:cubicBezTo>
                    <a:pt x="48" y="177"/>
                    <a:pt x="48" y="175"/>
                    <a:pt x="47" y="174"/>
                  </a:cubicBezTo>
                  <a:cubicBezTo>
                    <a:pt x="47" y="173"/>
                    <a:pt x="43" y="172"/>
                    <a:pt x="43" y="171"/>
                  </a:cubicBezTo>
                  <a:cubicBezTo>
                    <a:pt x="41" y="168"/>
                    <a:pt x="37" y="164"/>
                    <a:pt x="37" y="161"/>
                  </a:cubicBezTo>
                  <a:cubicBezTo>
                    <a:pt x="37" y="160"/>
                    <a:pt x="38" y="157"/>
                    <a:pt x="39" y="157"/>
                  </a:cubicBezTo>
                  <a:cubicBezTo>
                    <a:pt x="40" y="156"/>
                    <a:pt x="42" y="156"/>
                    <a:pt x="43" y="157"/>
                  </a:cubicBezTo>
                  <a:cubicBezTo>
                    <a:pt x="45" y="158"/>
                    <a:pt x="47" y="163"/>
                    <a:pt x="50" y="164"/>
                  </a:cubicBezTo>
                  <a:cubicBezTo>
                    <a:pt x="51" y="164"/>
                    <a:pt x="54" y="165"/>
                    <a:pt x="54" y="164"/>
                  </a:cubicBezTo>
                  <a:cubicBezTo>
                    <a:pt x="57" y="159"/>
                    <a:pt x="46" y="149"/>
                    <a:pt x="44" y="144"/>
                  </a:cubicBezTo>
                  <a:cubicBezTo>
                    <a:pt x="43" y="139"/>
                    <a:pt x="45" y="130"/>
                    <a:pt x="44" y="125"/>
                  </a:cubicBezTo>
                  <a:cubicBezTo>
                    <a:pt x="42" y="122"/>
                    <a:pt x="35" y="118"/>
                    <a:pt x="34" y="114"/>
                  </a:cubicBezTo>
                  <a:cubicBezTo>
                    <a:pt x="34" y="113"/>
                    <a:pt x="35" y="110"/>
                    <a:pt x="36" y="110"/>
                  </a:cubicBezTo>
                  <a:cubicBezTo>
                    <a:pt x="37" y="109"/>
                    <a:pt x="40" y="110"/>
                    <a:pt x="41" y="109"/>
                  </a:cubicBezTo>
                  <a:cubicBezTo>
                    <a:pt x="42" y="108"/>
                    <a:pt x="42" y="106"/>
                    <a:pt x="41" y="105"/>
                  </a:cubicBezTo>
                  <a:cubicBezTo>
                    <a:pt x="41" y="104"/>
                    <a:pt x="38" y="103"/>
                    <a:pt x="37" y="102"/>
                  </a:cubicBezTo>
                  <a:cubicBezTo>
                    <a:pt x="35" y="99"/>
                    <a:pt x="36" y="89"/>
                    <a:pt x="34" y="86"/>
                  </a:cubicBezTo>
                  <a:cubicBezTo>
                    <a:pt x="33" y="85"/>
                    <a:pt x="29" y="83"/>
                    <a:pt x="28" y="82"/>
                  </a:cubicBezTo>
                  <a:cubicBezTo>
                    <a:pt x="26" y="81"/>
                    <a:pt x="22" y="78"/>
                    <a:pt x="22" y="78"/>
                  </a:cubicBezTo>
                  <a:cubicBezTo>
                    <a:pt x="25" y="78"/>
                    <a:pt x="29" y="77"/>
                    <a:pt x="30" y="76"/>
                  </a:cubicBezTo>
                  <a:cubicBezTo>
                    <a:pt x="33" y="75"/>
                    <a:pt x="35" y="70"/>
                    <a:pt x="37" y="68"/>
                  </a:cubicBezTo>
                  <a:cubicBezTo>
                    <a:pt x="39" y="66"/>
                    <a:pt x="45" y="62"/>
                    <a:pt x="48" y="62"/>
                  </a:cubicBezTo>
                  <a:cubicBezTo>
                    <a:pt x="50" y="62"/>
                    <a:pt x="55" y="64"/>
                    <a:pt x="58" y="64"/>
                  </a:cubicBezTo>
                  <a:cubicBezTo>
                    <a:pt x="61" y="64"/>
                    <a:pt x="67" y="63"/>
                    <a:pt x="70" y="64"/>
                  </a:cubicBezTo>
                  <a:cubicBezTo>
                    <a:pt x="74" y="64"/>
                    <a:pt x="81" y="68"/>
                    <a:pt x="85" y="69"/>
                  </a:cubicBezTo>
                  <a:cubicBezTo>
                    <a:pt x="88" y="70"/>
                    <a:pt x="92" y="73"/>
                    <a:pt x="95" y="73"/>
                  </a:cubicBezTo>
                  <a:cubicBezTo>
                    <a:pt x="98" y="73"/>
                    <a:pt x="104" y="68"/>
                    <a:pt x="106" y="65"/>
                  </a:cubicBezTo>
                  <a:cubicBezTo>
                    <a:pt x="109" y="63"/>
                    <a:pt x="113" y="58"/>
                    <a:pt x="115" y="56"/>
                  </a:cubicBezTo>
                  <a:cubicBezTo>
                    <a:pt x="118" y="53"/>
                    <a:pt x="124" y="49"/>
                    <a:pt x="127" y="47"/>
                  </a:cubicBezTo>
                  <a:cubicBezTo>
                    <a:pt x="130" y="45"/>
                    <a:pt x="135" y="40"/>
                    <a:pt x="137" y="37"/>
                  </a:cubicBezTo>
                  <a:cubicBezTo>
                    <a:pt x="139" y="35"/>
                    <a:pt x="141" y="31"/>
                    <a:pt x="142" y="30"/>
                  </a:cubicBezTo>
                  <a:cubicBezTo>
                    <a:pt x="143" y="28"/>
                    <a:pt x="146" y="25"/>
                    <a:pt x="148" y="24"/>
                  </a:cubicBezTo>
                  <a:cubicBezTo>
                    <a:pt x="149" y="22"/>
                    <a:pt x="153" y="20"/>
                    <a:pt x="154" y="18"/>
                  </a:cubicBezTo>
                  <a:cubicBezTo>
                    <a:pt x="155" y="15"/>
                    <a:pt x="155" y="10"/>
                    <a:pt x="156" y="7"/>
                  </a:cubicBezTo>
                  <a:cubicBezTo>
                    <a:pt x="157" y="6"/>
                    <a:pt x="160" y="4"/>
                    <a:pt x="162" y="4"/>
                  </a:cubicBezTo>
                  <a:cubicBezTo>
                    <a:pt x="163" y="4"/>
                    <a:pt x="166" y="6"/>
                    <a:pt x="167" y="7"/>
                  </a:cubicBezTo>
                  <a:cubicBezTo>
                    <a:pt x="169" y="8"/>
                    <a:pt x="171" y="11"/>
                    <a:pt x="173" y="11"/>
                  </a:cubicBezTo>
                  <a:cubicBezTo>
                    <a:pt x="177" y="13"/>
                    <a:pt x="185" y="14"/>
                    <a:pt x="188" y="14"/>
                  </a:cubicBezTo>
                  <a:cubicBezTo>
                    <a:pt x="191" y="14"/>
                    <a:pt x="195" y="12"/>
                    <a:pt x="197" y="11"/>
                  </a:cubicBezTo>
                  <a:cubicBezTo>
                    <a:pt x="201" y="10"/>
                    <a:pt x="207" y="5"/>
                    <a:pt x="2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62"/>
            <p:cNvSpPr>
              <a:spLocks/>
            </p:cNvSpPr>
            <p:nvPr/>
          </p:nvSpPr>
          <p:spPr bwMode="auto">
            <a:xfrm>
              <a:off x="1125538" y="4275138"/>
              <a:ext cx="15875" cy="20638"/>
            </a:xfrm>
            <a:custGeom>
              <a:avLst/>
              <a:gdLst/>
              <a:ahLst/>
              <a:cxnLst>
                <a:cxn ang="0">
                  <a:pos x="3" y="0"/>
                </a:cxn>
                <a:cxn ang="0">
                  <a:pos x="8" y="2"/>
                </a:cxn>
                <a:cxn ang="0">
                  <a:pos x="9" y="7"/>
                </a:cxn>
                <a:cxn ang="0">
                  <a:pos x="6" y="11"/>
                </a:cxn>
                <a:cxn ang="0">
                  <a:pos x="2" y="11"/>
                </a:cxn>
                <a:cxn ang="0">
                  <a:pos x="0" y="5"/>
                </a:cxn>
                <a:cxn ang="0">
                  <a:pos x="1" y="3"/>
                </a:cxn>
                <a:cxn ang="0">
                  <a:pos x="3" y="0"/>
                </a:cxn>
              </a:cxnLst>
              <a:rect l="0" t="0" r="r" b="b"/>
              <a:pathLst>
                <a:path w="9" h="12">
                  <a:moveTo>
                    <a:pt x="3" y="0"/>
                  </a:moveTo>
                  <a:cubicBezTo>
                    <a:pt x="5" y="0"/>
                    <a:pt x="7" y="1"/>
                    <a:pt x="8" y="2"/>
                  </a:cubicBezTo>
                  <a:cubicBezTo>
                    <a:pt x="8" y="3"/>
                    <a:pt x="9" y="6"/>
                    <a:pt x="9" y="7"/>
                  </a:cubicBezTo>
                  <a:cubicBezTo>
                    <a:pt x="9" y="8"/>
                    <a:pt x="7" y="10"/>
                    <a:pt x="6" y="11"/>
                  </a:cubicBezTo>
                  <a:cubicBezTo>
                    <a:pt x="5" y="11"/>
                    <a:pt x="3" y="12"/>
                    <a:pt x="2" y="11"/>
                  </a:cubicBezTo>
                  <a:cubicBezTo>
                    <a:pt x="1" y="10"/>
                    <a:pt x="0" y="6"/>
                    <a:pt x="0" y="5"/>
                  </a:cubicBezTo>
                  <a:cubicBezTo>
                    <a:pt x="0" y="4"/>
                    <a:pt x="1" y="3"/>
                    <a:pt x="1" y="3"/>
                  </a:cubicBezTo>
                  <a:cubicBezTo>
                    <a:pt x="2" y="2"/>
                    <a:pt x="3" y="0"/>
                    <a:pt x="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63"/>
            <p:cNvSpPr>
              <a:spLocks/>
            </p:cNvSpPr>
            <p:nvPr/>
          </p:nvSpPr>
          <p:spPr bwMode="auto">
            <a:xfrm>
              <a:off x="1049338" y="4533901"/>
              <a:ext cx="30163" cy="46038"/>
            </a:xfrm>
            <a:custGeom>
              <a:avLst/>
              <a:gdLst/>
              <a:ahLst/>
              <a:cxnLst>
                <a:cxn ang="0">
                  <a:pos x="8" y="1"/>
                </a:cxn>
                <a:cxn ang="0">
                  <a:pos x="16" y="11"/>
                </a:cxn>
                <a:cxn ang="0">
                  <a:pos x="12" y="24"/>
                </a:cxn>
                <a:cxn ang="0">
                  <a:pos x="6" y="23"/>
                </a:cxn>
                <a:cxn ang="0">
                  <a:pos x="4" y="1"/>
                </a:cxn>
                <a:cxn ang="0">
                  <a:pos x="8" y="1"/>
                </a:cxn>
              </a:cxnLst>
              <a:rect l="0" t="0" r="r" b="b"/>
              <a:pathLst>
                <a:path w="17" h="25">
                  <a:moveTo>
                    <a:pt x="8" y="1"/>
                  </a:moveTo>
                  <a:cubicBezTo>
                    <a:pt x="11" y="2"/>
                    <a:pt x="16" y="8"/>
                    <a:pt x="16" y="11"/>
                  </a:cubicBezTo>
                  <a:cubicBezTo>
                    <a:pt x="17" y="15"/>
                    <a:pt x="15" y="22"/>
                    <a:pt x="12" y="24"/>
                  </a:cubicBezTo>
                  <a:cubicBezTo>
                    <a:pt x="11" y="25"/>
                    <a:pt x="7" y="24"/>
                    <a:pt x="6" y="23"/>
                  </a:cubicBezTo>
                  <a:cubicBezTo>
                    <a:pt x="2" y="19"/>
                    <a:pt x="0" y="5"/>
                    <a:pt x="4" y="1"/>
                  </a:cubicBezTo>
                  <a:cubicBezTo>
                    <a:pt x="5" y="0"/>
                    <a:pt x="7" y="0"/>
                    <a:pt x="8"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64"/>
            <p:cNvSpPr>
              <a:spLocks/>
            </p:cNvSpPr>
            <p:nvPr/>
          </p:nvSpPr>
          <p:spPr bwMode="auto">
            <a:xfrm>
              <a:off x="1027113" y="4556126"/>
              <a:ext cx="22225" cy="36513"/>
            </a:xfrm>
            <a:custGeom>
              <a:avLst/>
              <a:gdLst/>
              <a:ahLst/>
              <a:cxnLst>
                <a:cxn ang="0">
                  <a:pos x="6" y="1"/>
                </a:cxn>
                <a:cxn ang="0">
                  <a:pos x="12" y="9"/>
                </a:cxn>
                <a:cxn ang="0">
                  <a:pos x="10" y="17"/>
                </a:cxn>
                <a:cxn ang="0">
                  <a:pos x="5" y="20"/>
                </a:cxn>
                <a:cxn ang="0">
                  <a:pos x="0" y="10"/>
                </a:cxn>
                <a:cxn ang="0">
                  <a:pos x="1" y="4"/>
                </a:cxn>
                <a:cxn ang="0">
                  <a:pos x="6" y="1"/>
                </a:cxn>
              </a:cxnLst>
              <a:rect l="0" t="0" r="r" b="b"/>
              <a:pathLst>
                <a:path w="12" h="20">
                  <a:moveTo>
                    <a:pt x="6" y="1"/>
                  </a:moveTo>
                  <a:cubicBezTo>
                    <a:pt x="8" y="1"/>
                    <a:pt x="11" y="6"/>
                    <a:pt x="12" y="9"/>
                  </a:cubicBezTo>
                  <a:cubicBezTo>
                    <a:pt x="12" y="11"/>
                    <a:pt x="11" y="15"/>
                    <a:pt x="10" y="17"/>
                  </a:cubicBezTo>
                  <a:cubicBezTo>
                    <a:pt x="9" y="18"/>
                    <a:pt x="6" y="20"/>
                    <a:pt x="5" y="20"/>
                  </a:cubicBezTo>
                  <a:cubicBezTo>
                    <a:pt x="2" y="19"/>
                    <a:pt x="0" y="13"/>
                    <a:pt x="0" y="10"/>
                  </a:cubicBezTo>
                  <a:cubicBezTo>
                    <a:pt x="0" y="9"/>
                    <a:pt x="0" y="6"/>
                    <a:pt x="1" y="4"/>
                  </a:cubicBezTo>
                  <a:cubicBezTo>
                    <a:pt x="1" y="3"/>
                    <a:pt x="4" y="0"/>
                    <a:pt x="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65"/>
            <p:cNvSpPr>
              <a:spLocks/>
            </p:cNvSpPr>
            <p:nvPr/>
          </p:nvSpPr>
          <p:spPr bwMode="auto">
            <a:xfrm>
              <a:off x="1046163" y="4583113"/>
              <a:ext cx="25400" cy="36513"/>
            </a:xfrm>
            <a:custGeom>
              <a:avLst/>
              <a:gdLst/>
              <a:ahLst/>
              <a:cxnLst>
                <a:cxn ang="0">
                  <a:pos x="8" y="0"/>
                </a:cxn>
                <a:cxn ang="0">
                  <a:pos x="13" y="6"/>
                </a:cxn>
                <a:cxn ang="0">
                  <a:pos x="12" y="16"/>
                </a:cxn>
                <a:cxn ang="0">
                  <a:pos x="8" y="20"/>
                </a:cxn>
                <a:cxn ang="0">
                  <a:pos x="4" y="17"/>
                </a:cxn>
                <a:cxn ang="0">
                  <a:pos x="1" y="7"/>
                </a:cxn>
                <a:cxn ang="0">
                  <a:pos x="8" y="0"/>
                </a:cxn>
              </a:cxnLst>
              <a:rect l="0" t="0" r="r" b="b"/>
              <a:pathLst>
                <a:path w="14" h="20">
                  <a:moveTo>
                    <a:pt x="8" y="0"/>
                  </a:moveTo>
                  <a:cubicBezTo>
                    <a:pt x="10" y="1"/>
                    <a:pt x="13" y="4"/>
                    <a:pt x="13" y="6"/>
                  </a:cubicBezTo>
                  <a:cubicBezTo>
                    <a:pt x="14" y="8"/>
                    <a:pt x="13" y="14"/>
                    <a:pt x="12" y="16"/>
                  </a:cubicBezTo>
                  <a:cubicBezTo>
                    <a:pt x="11" y="17"/>
                    <a:pt x="9" y="19"/>
                    <a:pt x="8" y="20"/>
                  </a:cubicBezTo>
                  <a:cubicBezTo>
                    <a:pt x="7" y="20"/>
                    <a:pt x="4" y="18"/>
                    <a:pt x="4" y="17"/>
                  </a:cubicBezTo>
                  <a:cubicBezTo>
                    <a:pt x="2" y="15"/>
                    <a:pt x="0" y="10"/>
                    <a:pt x="1" y="7"/>
                  </a:cubicBezTo>
                  <a:cubicBezTo>
                    <a:pt x="2" y="5"/>
                    <a:pt x="6" y="0"/>
                    <a:pt x="8"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66"/>
            <p:cNvSpPr>
              <a:spLocks/>
            </p:cNvSpPr>
            <p:nvPr/>
          </p:nvSpPr>
          <p:spPr bwMode="auto">
            <a:xfrm>
              <a:off x="973138" y="4654551"/>
              <a:ext cx="17463" cy="25400"/>
            </a:xfrm>
            <a:custGeom>
              <a:avLst/>
              <a:gdLst/>
              <a:ahLst/>
              <a:cxnLst>
                <a:cxn ang="0">
                  <a:pos x="2" y="1"/>
                </a:cxn>
                <a:cxn ang="0">
                  <a:pos x="7" y="1"/>
                </a:cxn>
                <a:cxn ang="0">
                  <a:pos x="8" y="5"/>
                </a:cxn>
                <a:cxn ang="0">
                  <a:pos x="8" y="8"/>
                </a:cxn>
                <a:cxn ang="0">
                  <a:pos x="9" y="12"/>
                </a:cxn>
                <a:cxn ang="0">
                  <a:pos x="2" y="13"/>
                </a:cxn>
                <a:cxn ang="0">
                  <a:pos x="0" y="4"/>
                </a:cxn>
                <a:cxn ang="0">
                  <a:pos x="2" y="1"/>
                </a:cxn>
              </a:cxnLst>
              <a:rect l="0" t="0" r="r" b="b"/>
              <a:pathLst>
                <a:path w="10" h="14">
                  <a:moveTo>
                    <a:pt x="2" y="1"/>
                  </a:moveTo>
                  <a:cubicBezTo>
                    <a:pt x="3" y="0"/>
                    <a:pt x="6" y="1"/>
                    <a:pt x="7" y="1"/>
                  </a:cubicBezTo>
                  <a:cubicBezTo>
                    <a:pt x="7" y="2"/>
                    <a:pt x="8" y="4"/>
                    <a:pt x="8" y="5"/>
                  </a:cubicBezTo>
                  <a:cubicBezTo>
                    <a:pt x="8" y="6"/>
                    <a:pt x="8" y="7"/>
                    <a:pt x="8" y="8"/>
                  </a:cubicBezTo>
                  <a:cubicBezTo>
                    <a:pt x="8" y="9"/>
                    <a:pt x="10" y="12"/>
                    <a:pt x="9" y="12"/>
                  </a:cubicBezTo>
                  <a:cubicBezTo>
                    <a:pt x="8" y="14"/>
                    <a:pt x="4" y="14"/>
                    <a:pt x="2" y="13"/>
                  </a:cubicBezTo>
                  <a:cubicBezTo>
                    <a:pt x="1" y="12"/>
                    <a:pt x="0" y="7"/>
                    <a:pt x="0" y="4"/>
                  </a:cubicBezTo>
                  <a:cubicBezTo>
                    <a:pt x="0" y="3"/>
                    <a:pt x="1" y="1"/>
                    <a:pt x="2"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67"/>
            <p:cNvSpPr>
              <a:spLocks/>
            </p:cNvSpPr>
            <p:nvPr/>
          </p:nvSpPr>
          <p:spPr bwMode="auto">
            <a:xfrm>
              <a:off x="1141413" y="4090988"/>
              <a:ext cx="30163" cy="34925"/>
            </a:xfrm>
            <a:custGeom>
              <a:avLst/>
              <a:gdLst/>
              <a:ahLst/>
              <a:cxnLst>
                <a:cxn ang="0">
                  <a:pos x="5" y="1"/>
                </a:cxn>
                <a:cxn ang="0">
                  <a:pos x="8" y="2"/>
                </a:cxn>
                <a:cxn ang="0">
                  <a:pos x="15" y="14"/>
                </a:cxn>
                <a:cxn ang="0">
                  <a:pos x="12" y="18"/>
                </a:cxn>
                <a:cxn ang="0">
                  <a:pos x="5" y="18"/>
                </a:cxn>
                <a:cxn ang="0">
                  <a:pos x="0" y="13"/>
                </a:cxn>
                <a:cxn ang="0">
                  <a:pos x="5" y="11"/>
                </a:cxn>
                <a:cxn ang="0">
                  <a:pos x="5" y="1"/>
                </a:cxn>
              </a:cxnLst>
              <a:rect l="0" t="0" r="r" b="b"/>
              <a:pathLst>
                <a:path w="16" h="19">
                  <a:moveTo>
                    <a:pt x="5" y="1"/>
                  </a:moveTo>
                  <a:cubicBezTo>
                    <a:pt x="5" y="0"/>
                    <a:pt x="7" y="1"/>
                    <a:pt x="8" y="2"/>
                  </a:cubicBezTo>
                  <a:cubicBezTo>
                    <a:pt x="11" y="4"/>
                    <a:pt x="16" y="11"/>
                    <a:pt x="15" y="14"/>
                  </a:cubicBezTo>
                  <a:cubicBezTo>
                    <a:pt x="15" y="15"/>
                    <a:pt x="13" y="17"/>
                    <a:pt x="12" y="18"/>
                  </a:cubicBezTo>
                  <a:cubicBezTo>
                    <a:pt x="11" y="19"/>
                    <a:pt x="7" y="19"/>
                    <a:pt x="5" y="18"/>
                  </a:cubicBezTo>
                  <a:cubicBezTo>
                    <a:pt x="4" y="18"/>
                    <a:pt x="0" y="15"/>
                    <a:pt x="0" y="13"/>
                  </a:cubicBezTo>
                  <a:cubicBezTo>
                    <a:pt x="1" y="12"/>
                    <a:pt x="4" y="12"/>
                    <a:pt x="5" y="11"/>
                  </a:cubicBezTo>
                  <a:cubicBezTo>
                    <a:pt x="6" y="8"/>
                    <a:pt x="3" y="2"/>
                    <a:pt x="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68"/>
            <p:cNvSpPr>
              <a:spLocks/>
            </p:cNvSpPr>
            <p:nvPr/>
          </p:nvSpPr>
          <p:spPr bwMode="auto">
            <a:xfrm>
              <a:off x="1090613" y="4524376"/>
              <a:ext cx="25400" cy="38100"/>
            </a:xfrm>
            <a:custGeom>
              <a:avLst/>
              <a:gdLst/>
              <a:ahLst/>
              <a:cxnLst>
                <a:cxn ang="0">
                  <a:pos x="4" y="0"/>
                </a:cxn>
                <a:cxn ang="0">
                  <a:pos x="13" y="13"/>
                </a:cxn>
                <a:cxn ang="0">
                  <a:pos x="13" y="20"/>
                </a:cxn>
                <a:cxn ang="0">
                  <a:pos x="7" y="21"/>
                </a:cxn>
                <a:cxn ang="0">
                  <a:pos x="3" y="16"/>
                </a:cxn>
                <a:cxn ang="0">
                  <a:pos x="1" y="3"/>
                </a:cxn>
                <a:cxn ang="0">
                  <a:pos x="4" y="0"/>
                </a:cxn>
              </a:cxnLst>
              <a:rect l="0" t="0" r="r" b="b"/>
              <a:pathLst>
                <a:path w="14" h="21">
                  <a:moveTo>
                    <a:pt x="4" y="0"/>
                  </a:moveTo>
                  <a:cubicBezTo>
                    <a:pt x="8" y="1"/>
                    <a:pt x="12" y="10"/>
                    <a:pt x="13" y="13"/>
                  </a:cubicBezTo>
                  <a:cubicBezTo>
                    <a:pt x="13" y="15"/>
                    <a:pt x="14" y="19"/>
                    <a:pt x="13" y="20"/>
                  </a:cubicBezTo>
                  <a:cubicBezTo>
                    <a:pt x="12" y="21"/>
                    <a:pt x="9" y="21"/>
                    <a:pt x="7" y="21"/>
                  </a:cubicBezTo>
                  <a:cubicBezTo>
                    <a:pt x="6" y="20"/>
                    <a:pt x="4" y="17"/>
                    <a:pt x="3" y="16"/>
                  </a:cubicBezTo>
                  <a:cubicBezTo>
                    <a:pt x="2" y="13"/>
                    <a:pt x="0" y="6"/>
                    <a:pt x="1" y="3"/>
                  </a:cubicBezTo>
                  <a:cubicBezTo>
                    <a:pt x="1" y="2"/>
                    <a:pt x="3" y="0"/>
                    <a:pt x="4"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69"/>
            <p:cNvSpPr>
              <a:spLocks/>
            </p:cNvSpPr>
            <p:nvPr/>
          </p:nvSpPr>
          <p:spPr bwMode="auto">
            <a:xfrm>
              <a:off x="1117600" y="4529138"/>
              <a:ext cx="33338" cy="41275"/>
            </a:xfrm>
            <a:custGeom>
              <a:avLst/>
              <a:gdLst/>
              <a:ahLst/>
              <a:cxnLst>
                <a:cxn ang="0">
                  <a:pos x="4" y="0"/>
                </a:cxn>
                <a:cxn ang="0">
                  <a:pos x="12" y="7"/>
                </a:cxn>
                <a:cxn ang="0">
                  <a:pos x="12" y="8"/>
                </a:cxn>
                <a:cxn ang="0">
                  <a:pos x="17" y="13"/>
                </a:cxn>
                <a:cxn ang="0">
                  <a:pos x="15" y="22"/>
                </a:cxn>
                <a:cxn ang="0">
                  <a:pos x="10" y="21"/>
                </a:cxn>
                <a:cxn ang="0">
                  <a:pos x="1" y="11"/>
                </a:cxn>
                <a:cxn ang="0">
                  <a:pos x="1" y="2"/>
                </a:cxn>
                <a:cxn ang="0">
                  <a:pos x="4" y="0"/>
                </a:cxn>
              </a:cxnLst>
              <a:rect l="0" t="0" r="r" b="b"/>
              <a:pathLst>
                <a:path w="18" h="23">
                  <a:moveTo>
                    <a:pt x="4" y="0"/>
                  </a:moveTo>
                  <a:cubicBezTo>
                    <a:pt x="7" y="0"/>
                    <a:pt x="10" y="5"/>
                    <a:pt x="12" y="7"/>
                  </a:cubicBezTo>
                  <a:cubicBezTo>
                    <a:pt x="12" y="8"/>
                    <a:pt x="12" y="8"/>
                    <a:pt x="12" y="8"/>
                  </a:cubicBezTo>
                  <a:cubicBezTo>
                    <a:pt x="13" y="10"/>
                    <a:pt x="17" y="11"/>
                    <a:pt x="17" y="13"/>
                  </a:cubicBezTo>
                  <a:cubicBezTo>
                    <a:pt x="18" y="15"/>
                    <a:pt x="17" y="21"/>
                    <a:pt x="15" y="22"/>
                  </a:cubicBezTo>
                  <a:cubicBezTo>
                    <a:pt x="14" y="23"/>
                    <a:pt x="11" y="22"/>
                    <a:pt x="10" y="21"/>
                  </a:cubicBezTo>
                  <a:cubicBezTo>
                    <a:pt x="7" y="19"/>
                    <a:pt x="2" y="14"/>
                    <a:pt x="1" y="11"/>
                  </a:cubicBezTo>
                  <a:cubicBezTo>
                    <a:pt x="0" y="9"/>
                    <a:pt x="0" y="4"/>
                    <a:pt x="1" y="2"/>
                  </a:cubicBezTo>
                  <a:cubicBezTo>
                    <a:pt x="1" y="1"/>
                    <a:pt x="3" y="0"/>
                    <a:pt x="4"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70"/>
            <p:cNvSpPr>
              <a:spLocks/>
            </p:cNvSpPr>
            <p:nvPr/>
          </p:nvSpPr>
          <p:spPr bwMode="auto">
            <a:xfrm>
              <a:off x="1092200" y="4494213"/>
              <a:ext cx="25400" cy="34925"/>
            </a:xfrm>
            <a:custGeom>
              <a:avLst/>
              <a:gdLst/>
              <a:ahLst/>
              <a:cxnLst>
                <a:cxn ang="0">
                  <a:pos x="7" y="0"/>
                </a:cxn>
                <a:cxn ang="0">
                  <a:pos x="12" y="3"/>
                </a:cxn>
                <a:cxn ang="0">
                  <a:pos x="13" y="13"/>
                </a:cxn>
                <a:cxn ang="0">
                  <a:pos x="8" y="18"/>
                </a:cxn>
                <a:cxn ang="0">
                  <a:pos x="2" y="12"/>
                </a:cxn>
                <a:cxn ang="0">
                  <a:pos x="1" y="5"/>
                </a:cxn>
                <a:cxn ang="0">
                  <a:pos x="7" y="0"/>
                </a:cxn>
              </a:cxnLst>
              <a:rect l="0" t="0" r="r" b="b"/>
              <a:pathLst>
                <a:path w="14" h="19">
                  <a:moveTo>
                    <a:pt x="7" y="0"/>
                  </a:moveTo>
                  <a:cubicBezTo>
                    <a:pt x="9" y="0"/>
                    <a:pt x="11" y="2"/>
                    <a:pt x="12" y="3"/>
                  </a:cubicBezTo>
                  <a:cubicBezTo>
                    <a:pt x="13" y="5"/>
                    <a:pt x="14" y="11"/>
                    <a:pt x="13" y="13"/>
                  </a:cubicBezTo>
                  <a:cubicBezTo>
                    <a:pt x="13" y="15"/>
                    <a:pt x="10" y="18"/>
                    <a:pt x="8" y="18"/>
                  </a:cubicBezTo>
                  <a:cubicBezTo>
                    <a:pt x="6" y="19"/>
                    <a:pt x="3" y="14"/>
                    <a:pt x="2" y="12"/>
                  </a:cubicBezTo>
                  <a:cubicBezTo>
                    <a:pt x="1" y="10"/>
                    <a:pt x="0" y="6"/>
                    <a:pt x="1" y="5"/>
                  </a:cubicBezTo>
                  <a:cubicBezTo>
                    <a:pt x="2" y="3"/>
                    <a:pt x="5" y="0"/>
                    <a:pt x="7"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71"/>
            <p:cNvSpPr>
              <a:spLocks/>
            </p:cNvSpPr>
            <p:nvPr/>
          </p:nvSpPr>
          <p:spPr bwMode="auto">
            <a:xfrm>
              <a:off x="1139825" y="4816476"/>
              <a:ext cx="28575" cy="20638"/>
            </a:xfrm>
            <a:custGeom>
              <a:avLst/>
              <a:gdLst/>
              <a:ahLst/>
              <a:cxnLst>
                <a:cxn ang="0">
                  <a:pos x="8" y="1"/>
                </a:cxn>
                <a:cxn ang="0">
                  <a:pos x="15" y="1"/>
                </a:cxn>
                <a:cxn ang="0">
                  <a:pos x="16" y="4"/>
                </a:cxn>
                <a:cxn ang="0">
                  <a:pos x="10" y="8"/>
                </a:cxn>
                <a:cxn ang="0">
                  <a:pos x="6" y="11"/>
                </a:cxn>
                <a:cxn ang="0">
                  <a:pos x="1" y="9"/>
                </a:cxn>
                <a:cxn ang="0">
                  <a:pos x="8" y="1"/>
                </a:cxn>
              </a:cxnLst>
              <a:rect l="0" t="0" r="r" b="b"/>
              <a:pathLst>
                <a:path w="16" h="11">
                  <a:moveTo>
                    <a:pt x="8" y="1"/>
                  </a:moveTo>
                  <a:cubicBezTo>
                    <a:pt x="9" y="0"/>
                    <a:pt x="13" y="0"/>
                    <a:pt x="15" y="1"/>
                  </a:cubicBezTo>
                  <a:cubicBezTo>
                    <a:pt x="15" y="1"/>
                    <a:pt x="16" y="3"/>
                    <a:pt x="16" y="4"/>
                  </a:cubicBezTo>
                  <a:cubicBezTo>
                    <a:pt x="15" y="6"/>
                    <a:pt x="12" y="7"/>
                    <a:pt x="10" y="8"/>
                  </a:cubicBezTo>
                  <a:cubicBezTo>
                    <a:pt x="9" y="9"/>
                    <a:pt x="8" y="11"/>
                    <a:pt x="6" y="11"/>
                  </a:cubicBezTo>
                  <a:cubicBezTo>
                    <a:pt x="5" y="11"/>
                    <a:pt x="1" y="10"/>
                    <a:pt x="1" y="9"/>
                  </a:cubicBezTo>
                  <a:cubicBezTo>
                    <a:pt x="0" y="6"/>
                    <a:pt x="5" y="2"/>
                    <a:pt x="8"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72"/>
            <p:cNvSpPr>
              <a:spLocks/>
            </p:cNvSpPr>
            <p:nvPr/>
          </p:nvSpPr>
          <p:spPr bwMode="auto">
            <a:xfrm>
              <a:off x="1179513" y="4768851"/>
              <a:ext cx="20638" cy="30163"/>
            </a:xfrm>
            <a:custGeom>
              <a:avLst/>
              <a:gdLst/>
              <a:ahLst/>
              <a:cxnLst>
                <a:cxn ang="0">
                  <a:pos x="6" y="1"/>
                </a:cxn>
                <a:cxn ang="0">
                  <a:pos x="10" y="4"/>
                </a:cxn>
                <a:cxn ang="0">
                  <a:pos x="11" y="14"/>
                </a:cxn>
                <a:cxn ang="0">
                  <a:pos x="9" y="17"/>
                </a:cxn>
                <a:cxn ang="0">
                  <a:pos x="3" y="16"/>
                </a:cxn>
                <a:cxn ang="0">
                  <a:pos x="0" y="10"/>
                </a:cxn>
                <a:cxn ang="0">
                  <a:pos x="3" y="6"/>
                </a:cxn>
                <a:cxn ang="0">
                  <a:pos x="6" y="1"/>
                </a:cxn>
              </a:cxnLst>
              <a:rect l="0" t="0" r="r" b="b"/>
              <a:pathLst>
                <a:path w="11" h="17">
                  <a:moveTo>
                    <a:pt x="6" y="1"/>
                  </a:moveTo>
                  <a:cubicBezTo>
                    <a:pt x="7" y="0"/>
                    <a:pt x="10" y="3"/>
                    <a:pt x="10" y="4"/>
                  </a:cubicBezTo>
                  <a:cubicBezTo>
                    <a:pt x="11" y="7"/>
                    <a:pt x="11" y="12"/>
                    <a:pt x="11" y="14"/>
                  </a:cubicBezTo>
                  <a:cubicBezTo>
                    <a:pt x="10" y="15"/>
                    <a:pt x="10" y="16"/>
                    <a:pt x="9" y="17"/>
                  </a:cubicBezTo>
                  <a:cubicBezTo>
                    <a:pt x="7" y="17"/>
                    <a:pt x="4" y="17"/>
                    <a:pt x="3" y="16"/>
                  </a:cubicBezTo>
                  <a:cubicBezTo>
                    <a:pt x="1" y="15"/>
                    <a:pt x="0" y="11"/>
                    <a:pt x="0" y="10"/>
                  </a:cubicBezTo>
                  <a:cubicBezTo>
                    <a:pt x="0" y="8"/>
                    <a:pt x="3" y="7"/>
                    <a:pt x="3" y="6"/>
                  </a:cubicBezTo>
                  <a:cubicBezTo>
                    <a:pt x="4" y="4"/>
                    <a:pt x="5" y="1"/>
                    <a:pt x="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73"/>
            <p:cNvSpPr>
              <a:spLocks/>
            </p:cNvSpPr>
            <p:nvPr/>
          </p:nvSpPr>
          <p:spPr bwMode="auto">
            <a:xfrm>
              <a:off x="1077913" y="4579938"/>
              <a:ext cx="15875" cy="25400"/>
            </a:xfrm>
            <a:custGeom>
              <a:avLst/>
              <a:gdLst/>
              <a:ahLst/>
              <a:cxnLst>
                <a:cxn ang="0">
                  <a:pos x="5" y="0"/>
                </a:cxn>
                <a:cxn ang="0">
                  <a:pos x="9" y="6"/>
                </a:cxn>
                <a:cxn ang="0">
                  <a:pos x="6" y="13"/>
                </a:cxn>
                <a:cxn ang="0">
                  <a:pos x="1" y="9"/>
                </a:cxn>
                <a:cxn ang="0">
                  <a:pos x="2" y="2"/>
                </a:cxn>
                <a:cxn ang="0">
                  <a:pos x="5" y="0"/>
                </a:cxn>
              </a:cxnLst>
              <a:rect l="0" t="0" r="r" b="b"/>
              <a:pathLst>
                <a:path w="9" h="14">
                  <a:moveTo>
                    <a:pt x="5" y="0"/>
                  </a:moveTo>
                  <a:cubicBezTo>
                    <a:pt x="7" y="0"/>
                    <a:pt x="9" y="5"/>
                    <a:pt x="9" y="6"/>
                  </a:cubicBezTo>
                  <a:cubicBezTo>
                    <a:pt x="9" y="8"/>
                    <a:pt x="8" y="13"/>
                    <a:pt x="6" y="13"/>
                  </a:cubicBezTo>
                  <a:cubicBezTo>
                    <a:pt x="5" y="14"/>
                    <a:pt x="2" y="11"/>
                    <a:pt x="1" y="9"/>
                  </a:cubicBezTo>
                  <a:cubicBezTo>
                    <a:pt x="0" y="8"/>
                    <a:pt x="1" y="4"/>
                    <a:pt x="2" y="2"/>
                  </a:cubicBezTo>
                  <a:cubicBezTo>
                    <a:pt x="2" y="1"/>
                    <a:pt x="4" y="0"/>
                    <a:pt x="5"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74"/>
            <p:cNvSpPr>
              <a:spLocks/>
            </p:cNvSpPr>
            <p:nvPr/>
          </p:nvSpPr>
          <p:spPr bwMode="auto">
            <a:xfrm>
              <a:off x="1096963" y="4603751"/>
              <a:ext cx="20638" cy="17463"/>
            </a:xfrm>
            <a:custGeom>
              <a:avLst/>
              <a:gdLst/>
              <a:ahLst/>
              <a:cxnLst>
                <a:cxn ang="0">
                  <a:pos x="7" y="0"/>
                </a:cxn>
                <a:cxn ang="0">
                  <a:pos x="11" y="6"/>
                </a:cxn>
                <a:cxn ang="0">
                  <a:pos x="10" y="9"/>
                </a:cxn>
                <a:cxn ang="0">
                  <a:pos x="4" y="10"/>
                </a:cxn>
                <a:cxn ang="0">
                  <a:pos x="1" y="6"/>
                </a:cxn>
                <a:cxn ang="0">
                  <a:pos x="2" y="1"/>
                </a:cxn>
                <a:cxn ang="0">
                  <a:pos x="7" y="0"/>
                </a:cxn>
              </a:cxnLst>
              <a:rect l="0" t="0" r="r" b="b"/>
              <a:pathLst>
                <a:path w="12" h="10">
                  <a:moveTo>
                    <a:pt x="7" y="0"/>
                  </a:moveTo>
                  <a:cubicBezTo>
                    <a:pt x="9" y="1"/>
                    <a:pt x="11" y="4"/>
                    <a:pt x="11" y="6"/>
                  </a:cubicBezTo>
                  <a:cubicBezTo>
                    <a:pt x="12" y="7"/>
                    <a:pt x="11" y="9"/>
                    <a:pt x="10" y="9"/>
                  </a:cubicBezTo>
                  <a:cubicBezTo>
                    <a:pt x="9" y="10"/>
                    <a:pt x="5" y="10"/>
                    <a:pt x="4" y="10"/>
                  </a:cubicBezTo>
                  <a:cubicBezTo>
                    <a:pt x="3" y="9"/>
                    <a:pt x="1" y="7"/>
                    <a:pt x="1" y="6"/>
                  </a:cubicBezTo>
                  <a:cubicBezTo>
                    <a:pt x="0" y="5"/>
                    <a:pt x="1" y="2"/>
                    <a:pt x="2" y="1"/>
                  </a:cubicBezTo>
                  <a:cubicBezTo>
                    <a:pt x="3" y="0"/>
                    <a:pt x="6" y="0"/>
                    <a:pt x="7"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75"/>
            <p:cNvSpPr>
              <a:spLocks/>
            </p:cNvSpPr>
            <p:nvPr/>
          </p:nvSpPr>
          <p:spPr bwMode="auto">
            <a:xfrm>
              <a:off x="1117600" y="4584701"/>
              <a:ext cx="17463" cy="25400"/>
            </a:xfrm>
            <a:custGeom>
              <a:avLst/>
              <a:gdLst/>
              <a:ahLst/>
              <a:cxnLst>
                <a:cxn ang="0">
                  <a:pos x="6" y="0"/>
                </a:cxn>
                <a:cxn ang="0">
                  <a:pos x="8" y="10"/>
                </a:cxn>
                <a:cxn ang="0">
                  <a:pos x="6" y="11"/>
                </a:cxn>
                <a:cxn ang="0">
                  <a:pos x="4" y="14"/>
                </a:cxn>
                <a:cxn ang="0">
                  <a:pos x="1" y="10"/>
                </a:cxn>
                <a:cxn ang="0">
                  <a:pos x="1" y="1"/>
                </a:cxn>
                <a:cxn ang="0">
                  <a:pos x="6" y="0"/>
                </a:cxn>
              </a:cxnLst>
              <a:rect l="0" t="0" r="r" b="b"/>
              <a:pathLst>
                <a:path w="9" h="14">
                  <a:moveTo>
                    <a:pt x="6" y="0"/>
                  </a:moveTo>
                  <a:cubicBezTo>
                    <a:pt x="8" y="2"/>
                    <a:pt x="9" y="8"/>
                    <a:pt x="8" y="10"/>
                  </a:cubicBezTo>
                  <a:cubicBezTo>
                    <a:pt x="8" y="11"/>
                    <a:pt x="6" y="11"/>
                    <a:pt x="6" y="11"/>
                  </a:cubicBezTo>
                  <a:cubicBezTo>
                    <a:pt x="5" y="12"/>
                    <a:pt x="5" y="14"/>
                    <a:pt x="4" y="14"/>
                  </a:cubicBezTo>
                  <a:cubicBezTo>
                    <a:pt x="3" y="14"/>
                    <a:pt x="1" y="11"/>
                    <a:pt x="1" y="10"/>
                  </a:cubicBezTo>
                  <a:cubicBezTo>
                    <a:pt x="0" y="8"/>
                    <a:pt x="0" y="3"/>
                    <a:pt x="1" y="1"/>
                  </a:cubicBezTo>
                  <a:cubicBezTo>
                    <a:pt x="2" y="0"/>
                    <a:pt x="5" y="0"/>
                    <a:pt x="6"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76"/>
            <p:cNvSpPr>
              <a:spLocks/>
            </p:cNvSpPr>
            <p:nvPr/>
          </p:nvSpPr>
          <p:spPr bwMode="auto">
            <a:xfrm>
              <a:off x="1154113" y="4573588"/>
              <a:ext cx="22225" cy="30163"/>
            </a:xfrm>
            <a:custGeom>
              <a:avLst/>
              <a:gdLst/>
              <a:ahLst/>
              <a:cxnLst>
                <a:cxn ang="0">
                  <a:pos x="11" y="1"/>
                </a:cxn>
                <a:cxn ang="0">
                  <a:pos x="12" y="6"/>
                </a:cxn>
                <a:cxn ang="0">
                  <a:pos x="8" y="12"/>
                </a:cxn>
                <a:cxn ang="0">
                  <a:pos x="7" y="15"/>
                </a:cxn>
                <a:cxn ang="0">
                  <a:pos x="2" y="15"/>
                </a:cxn>
                <a:cxn ang="0">
                  <a:pos x="0" y="14"/>
                </a:cxn>
                <a:cxn ang="0">
                  <a:pos x="0" y="8"/>
                </a:cxn>
                <a:cxn ang="0">
                  <a:pos x="11" y="1"/>
                </a:cxn>
              </a:cxnLst>
              <a:rect l="0" t="0" r="r" b="b"/>
              <a:pathLst>
                <a:path w="12" h="16">
                  <a:moveTo>
                    <a:pt x="11" y="1"/>
                  </a:moveTo>
                  <a:cubicBezTo>
                    <a:pt x="12" y="2"/>
                    <a:pt x="12" y="5"/>
                    <a:pt x="12" y="6"/>
                  </a:cubicBezTo>
                  <a:cubicBezTo>
                    <a:pt x="12" y="8"/>
                    <a:pt x="9" y="10"/>
                    <a:pt x="8" y="12"/>
                  </a:cubicBezTo>
                  <a:cubicBezTo>
                    <a:pt x="8" y="13"/>
                    <a:pt x="7" y="15"/>
                    <a:pt x="7" y="15"/>
                  </a:cubicBezTo>
                  <a:cubicBezTo>
                    <a:pt x="6" y="16"/>
                    <a:pt x="3" y="16"/>
                    <a:pt x="2" y="15"/>
                  </a:cubicBezTo>
                  <a:cubicBezTo>
                    <a:pt x="1" y="15"/>
                    <a:pt x="1" y="14"/>
                    <a:pt x="0" y="14"/>
                  </a:cubicBezTo>
                  <a:cubicBezTo>
                    <a:pt x="0" y="13"/>
                    <a:pt x="0" y="10"/>
                    <a:pt x="0" y="8"/>
                  </a:cubicBezTo>
                  <a:cubicBezTo>
                    <a:pt x="2" y="6"/>
                    <a:pt x="8" y="0"/>
                    <a:pt x="11"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77"/>
            <p:cNvSpPr>
              <a:spLocks/>
            </p:cNvSpPr>
            <p:nvPr/>
          </p:nvSpPr>
          <p:spPr bwMode="auto">
            <a:xfrm>
              <a:off x="1084263" y="4668838"/>
              <a:ext cx="46038" cy="31750"/>
            </a:xfrm>
            <a:custGeom>
              <a:avLst/>
              <a:gdLst/>
              <a:ahLst/>
              <a:cxnLst>
                <a:cxn ang="0">
                  <a:pos x="8" y="0"/>
                </a:cxn>
                <a:cxn ang="0">
                  <a:pos x="12" y="4"/>
                </a:cxn>
                <a:cxn ang="0">
                  <a:pos x="25" y="4"/>
                </a:cxn>
                <a:cxn ang="0">
                  <a:pos x="25" y="9"/>
                </a:cxn>
                <a:cxn ang="0">
                  <a:pos x="24" y="14"/>
                </a:cxn>
                <a:cxn ang="0">
                  <a:pos x="20" y="16"/>
                </a:cxn>
                <a:cxn ang="0">
                  <a:pos x="16" y="18"/>
                </a:cxn>
                <a:cxn ang="0">
                  <a:pos x="2" y="13"/>
                </a:cxn>
                <a:cxn ang="0">
                  <a:pos x="4" y="1"/>
                </a:cxn>
                <a:cxn ang="0">
                  <a:pos x="8" y="0"/>
                </a:cxn>
              </a:cxnLst>
              <a:rect l="0" t="0" r="r" b="b"/>
              <a:pathLst>
                <a:path w="26" h="18">
                  <a:moveTo>
                    <a:pt x="8" y="0"/>
                  </a:moveTo>
                  <a:cubicBezTo>
                    <a:pt x="10" y="0"/>
                    <a:pt x="11" y="4"/>
                    <a:pt x="12" y="4"/>
                  </a:cubicBezTo>
                  <a:cubicBezTo>
                    <a:pt x="15" y="6"/>
                    <a:pt x="22" y="2"/>
                    <a:pt x="25" y="4"/>
                  </a:cubicBezTo>
                  <a:cubicBezTo>
                    <a:pt x="26" y="5"/>
                    <a:pt x="25" y="7"/>
                    <a:pt x="25" y="9"/>
                  </a:cubicBezTo>
                  <a:cubicBezTo>
                    <a:pt x="25" y="10"/>
                    <a:pt x="25" y="13"/>
                    <a:pt x="24" y="14"/>
                  </a:cubicBezTo>
                  <a:cubicBezTo>
                    <a:pt x="23" y="15"/>
                    <a:pt x="21" y="15"/>
                    <a:pt x="20" y="16"/>
                  </a:cubicBezTo>
                  <a:cubicBezTo>
                    <a:pt x="19" y="16"/>
                    <a:pt x="17" y="17"/>
                    <a:pt x="16" y="18"/>
                  </a:cubicBezTo>
                  <a:cubicBezTo>
                    <a:pt x="12" y="18"/>
                    <a:pt x="4" y="16"/>
                    <a:pt x="2" y="13"/>
                  </a:cubicBezTo>
                  <a:cubicBezTo>
                    <a:pt x="0" y="11"/>
                    <a:pt x="1" y="3"/>
                    <a:pt x="4" y="1"/>
                  </a:cubicBezTo>
                  <a:cubicBezTo>
                    <a:pt x="4" y="0"/>
                    <a:pt x="7" y="0"/>
                    <a:pt x="8"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78"/>
            <p:cNvSpPr>
              <a:spLocks/>
            </p:cNvSpPr>
            <p:nvPr/>
          </p:nvSpPr>
          <p:spPr bwMode="auto">
            <a:xfrm>
              <a:off x="1138238" y="4676776"/>
              <a:ext cx="38100" cy="41275"/>
            </a:xfrm>
            <a:custGeom>
              <a:avLst/>
              <a:gdLst/>
              <a:ahLst/>
              <a:cxnLst>
                <a:cxn ang="0">
                  <a:pos x="20" y="1"/>
                </a:cxn>
                <a:cxn ang="0">
                  <a:pos x="20" y="6"/>
                </a:cxn>
                <a:cxn ang="0">
                  <a:pos x="19" y="11"/>
                </a:cxn>
                <a:cxn ang="0">
                  <a:pos x="19" y="16"/>
                </a:cxn>
                <a:cxn ang="0">
                  <a:pos x="17" y="18"/>
                </a:cxn>
                <a:cxn ang="0">
                  <a:pos x="13" y="22"/>
                </a:cxn>
                <a:cxn ang="0">
                  <a:pos x="4" y="22"/>
                </a:cxn>
                <a:cxn ang="0">
                  <a:pos x="0" y="17"/>
                </a:cxn>
                <a:cxn ang="0">
                  <a:pos x="5" y="12"/>
                </a:cxn>
                <a:cxn ang="0">
                  <a:pos x="6" y="10"/>
                </a:cxn>
                <a:cxn ang="0">
                  <a:pos x="13" y="2"/>
                </a:cxn>
                <a:cxn ang="0">
                  <a:pos x="20" y="1"/>
                </a:cxn>
              </a:cxnLst>
              <a:rect l="0" t="0" r="r" b="b"/>
              <a:pathLst>
                <a:path w="21" h="22">
                  <a:moveTo>
                    <a:pt x="20" y="1"/>
                  </a:moveTo>
                  <a:cubicBezTo>
                    <a:pt x="21" y="2"/>
                    <a:pt x="20" y="5"/>
                    <a:pt x="20" y="6"/>
                  </a:cubicBezTo>
                  <a:cubicBezTo>
                    <a:pt x="20" y="7"/>
                    <a:pt x="19" y="10"/>
                    <a:pt x="19" y="11"/>
                  </a:cubicBezTo>
                  <a:cubicBezTo>
                    <a:pt x="19" y="13"/>
                    <a:pt x="19" y="15"/>
                    <a:pt x="19" y="16"/>
                  </a:cubicBezTo>
                  <a:cubicBezTo>
                    <a:pt x="19" y="16"/>
                    <a:pt x="18" y="18"/>
                    <a:pt x="17" y="18"/>
                  </a:cubicBezTo>
                  <a:cubicBezTo>
                    <a:pt x="16" y="19"/>
                    <a:pt x="13" y="22"/>
                    <a:pt x="13" y="22"/>
                  </a:cubicBezTo>
                  <a:cubicBezTo>
                    <a:pt x="4" y="22"/>
                    <a:pt x="4" y="22"/>
                    <a:pt x="4" y="22"/>
                  </a:cubicBezTo>
                  <a:cubicBezTo>
                    <a:pt x="4" y="22"/>
                    <a:pt x="0" y="19"/>
                    <a:pt x="0" y="17"/>
                  </a:cubicBezTo>
                  <a:cubicBezTo>
                    <a:pt x="0" y="15"/>
                    <a:pt x="4" y="13"/>
                    <a:pt x="5" y="12"/>
                  </a:cubicBezTo>
                  <a:cubicBezTo>
                    <a:pt x="5" y="11"/>
                    <a:pt x="5" y="11"/>
                    <a:pt x="6" y="10"/>
                  </a:cubicBezTo>
                  <a:cubicBezTo>
                    <a:pt x="7" y="8"/>
                    <a:pt x="10" y="3"/>
                    <a:pt x="13" y="2"/>
                  </a:cubicBezTo>
                  <a:cubicBezTo>
                    <a:pt x="14" y="1"/>
                    <a:pt x="18" y="0"/>
                    <a:pt x="20"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79"/>
            <p:cNvSpPr>
              <a:spLocks/>
            </p:cNvSpPr>
            <p:nvPr/>
          </p:nvSpPr>
          <p:spPr bwMode="auto">
            <a:xfrm>
              <a:off x="1114425" y="4638676"/>
              <a:ext cx="23813" cy="25400"/>
            </a:xfrm>
            <a:custGeom>
              <a:avLst/>
              <a:gdLst/>
              <a:ahLst/>
              <a:cxnLst>
                <a:cxn ang="0">
                  <a:pos x="11" y="1"/>
                </a:cxn>
                <a:cxn ang="0">
                  <a:pos x="11" y="8"/>
                </a:cxn>
                <a:cxn ang="0">
                  <a:pos x="7" y="13"/>
                </a:cxn>
                <a:cxn ang="0">
                  <a:pos x="3" y="13"/>
                </a:cxn>
                <a:cxn ang="0">
                  <a:pos x="0" y="10"/>
                </a:cxn>
                <a:cxn ang="0">
                  <a:pos x="2" y="8"/>
                </a:cxn>
                <a:cxn ang="0">
                  <a:pos x="2" y="6"/>
                </a:cxn>
                <a:cxn ang="0">
                  <a:pos x="6" y="2"/>
                </a:cxn>
                <a:cxn ang="0">
                  <a:pos x="11" y="1"/>
                </a:cxn>
              </a:cxnLst>
              <a:rect l="0" t="0" r="r" b="b"/>
              <a:pathLst>
                <a:path w="13" h="14">
                  <a:moveTo>
                    <a:pt x="11" y="1"/>
                  </a:moveTo>
                  <a:cubicBezTo>
                    <a:pt x="13" y="2"/>
                    <a:pt x="11" y="7"/>
                    <a:pt x="11" y="8"/>
                  </a:cubicBezTo>
                  <a:cubicBezTo>
                    <a:pt x="10" y="10"/>
                    <a:pt x="8" y="13"/>
                    <a:pt x="7" y="13"/>
                  </a:cubicBezTo>
                  <a:cubicBezTo>
                    <a:pt x="6" y="14"/>
                    <a:pt x="4" y="13"/>
                    <a:pt x="3" y="13"/>
                  </a:cubicBezTo>
                  <a:cubicBezTo>
                    <a:pt x="2" y="12"/>
                    <a:pt x="0" y="11"/>
                    <a:pt x="0" y="10"/>
                  </a:cubicBezTo>
                  <a:cubicBezTo>
                    <a:pt x="0" y="10"/>
                    <a:pt x="2" y="9"/>
                    <a:pt x="2" y="8"/>
                  </a:cubicBezTo>
                  <a:cubicBezTo>
                    <a:pt x="2" y="8"/>
                    <a:pt x="2" y="7"/>
                    <a:pt x="2" y="6"/>
                  </a:cubicBezTo>
                  <a:cubicBezTo>
                    <a:pt x="3" y="5"/>
                    <a:pt x="5" y="3"/>
                    <a:pt x="6" y="2"/>
                  </a:cubicBezTo>
                  <a:cubicBezTo>
                    <a:pt x="7" y="2"/>
                    <a:pt x="10" y="0"/>
                    <a:pt x="11"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80"/>
            <p:cNvSpPr>
              <a:spLocks/>
            </p:cNvSpPr>
            <p:nvPr/>
          </p:nvSpPr>
          <p:spPr bwMode="auto">
            <a:xfrm>
              <a:off x="1147763" y="4641851"/>
              <a:ext cx="26988" cy="34925"/>
            </a:xfrm>
            <a:custGeom>
              <a:avLst/>
              <a:gdLst/>
              <a:ahLst/>
              <a:cxnLst>
                <a:cxn ang="0">
                  <a:pos x="5" y="0"/>
                </a:cxn>
                <a:cxn ang="0">
                  <a:pos x="13" y="16"/>
                </a:cxn>
                <a:cxn ang="0">
                  <a:pos x="6" y="20"/>
                </a:cxn>
                <a:cxn ang="0">
                  <a:pos x="2" y="17"/>
                </a:cxn>
                <a:cxn ang="0">
                  <a:pos x="1" y="3"/>
                </a:cxn>
                <a:cxn ang="0">
                  <a:pos x="5" y="0"/>
                </a:cxn>
              </a:cxnLst>
              <a:rect l="0" t="0" r="r" b="b"/>
              <a:pathLst>
                <a:path w="15" h="20">
                  <a:moveTo>
                    <a:pt x="5" y="0"/>
                  </a:moveTo>
                  <a:cubicBezTo>
                    <a:pt x="9" y="1"/>
                    <a:pt x="15" y="11"/>
                    <a:pt x="13" y="16"/>
                  </a:cubicBezTo>
                  <a:cubicBezTo>
                    <a:pt x="13" y="18"/>
                    <a:pt x="8" y="20"/>
                    <a:pt x="6" y="20"/>
                  </a:cubicBezTo>
                  <a:cubicBezTo>
                    <a:pt x="4" y="20"/>
                    <a:pt x="2" y="18"/>
                    <a:pt x="2" y="17"/>
                  </a:cubicBezTo>
                  <a:cubicBezTo>
                    <a:pt x="0" y="14"/>
                    <a:pt x="0" y="6"/>
                    <a:pt x="1" y="3"/>
                  </a:cubicBezTo>
                  <a:cubicBezTo>
                    <a:pt x="2" y="2"/>
                    <a:pt x="4" y="0"/>
                    <a:pt x="5"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81"/>
            <p:cNvSpPr>
              <a:spLocks/>
            </p:cNvSpPr>
            <p:nvPr/>
          </p:nvSpPr>
          <p:spPr bwMode="auto">
            <a:xfrm>
              <a:off x="1201738" y="4570413"/>
              <a:ext cx="46038" cy="77788"/>
            </a:xfrm>
            <a:custGeom>
              <a:avLst/>
              <a:gdLst/>
              <a:ahLst/>
              <a:cxnLst>
                <a:cxn ang="0">
                  <a:pos x="11" y="4"/>
                </a:cxn>
                <a:cxn ang="0">
                  <a:pos x="12" y="8"/>
                </a:cxn>
                <a:cxn ang="0">
                  <a:pos x="25" y="24"/>
                </a:cxn>
                <a:cxn ang="0">
                  <a:pos x="24" y="31"/>
                </a:cxn>
                <a:cxn ang="0">
                  <a:pos x="23" y="37"/>
                </a:cxn>
                <a:cxn ang="0">
                  <a:pos x="18" y="42"/>
                </a:cxn>
                <a:cxn ang="0">
                  <a:pos x="12" y="41"/>
                </a:cxn>
                <a:cxn ang="0">
                  <a:pos x="12" y="37"/>
                </a:cxn>
                <a:cxn ang="0">
                  <a:pos x="13" y="29"/>
                </a:cxn>
                <a:cxn ang="0">
                  <a:pos x="6" y="24"/>
                </a:cxn>
                <a:cxn ang="0">
                  <a:pos x="0" y="12"/>
                </a:cxn>
                <a:cxn ang="0">
                  <a:pos x="1" y="3"/>
                </a:cxn>
                <a:cxn ang="0">
                  <a:pos x="4" y="0"/>
                </a:cxn>
                <a:cxn ang="0">
                  <a:pos x="11" y="4"/>
                </a:cxn>
              </a:cxnLst>
              <a:rect l="0" t="0" r="r" b="b"/>
              <a:pathLst>
                <a:path w="25" h="43">
                  <a:moveTo>
                    <a:pt x="11" y="4"/>
                  </a:moveTo>
                  <a:cubicBezTo>
                    <a:pt x="12" y="5"/>
                    <a:pt x="12" y="7"/>
                    <a:pt x="12" y="8"/>
                  </a:cubicBezTo>
                  <a:cubicBezTo>
                    <a:pt x="15" y="13"/>
                    <a:pt x="24" y="19"/>
                    <a:pt x="25" y="24"/>
                  </a:cubicBezTo>
                  <a:cubicBezTo>
                    <a:pt x="25" y="26"/>
                    <a:pt x="24" y="29"/>
                    <a:pt x="24" y="31"/>
                  </a:cubicBezTo>
                  <a:cubicBezTo>
                    <a:pt x="23" y="32"/>
                    <a:pt x="24" y="35"/>
                    <a:pt x="23" y="37"/>
                  </a:cubicBezTo>
                  <a:cubicBezTo>
                    <a:pt x="23" y="38"/>
                    <a:pt x="20" y="41"/>
                    <a:pt x="18" y="42"/>
                  </a:cubicBezTo>
                  <a:cubicBezTo>
                    <a:pt x="17" y="43"/>
                    <a:pt x="13" y="42"/>
                    <a:pt x="12" y="41"/>
                  </a:cubicBezTo>
                  <a:cubicBezTo>
                    <a:pt x="11" y="40"/>
                    <a:pt x="12" y="38"/>
                    <a:pt x="12" y="37"/>
                  </a:cubicBezTo>
                  <a:cubicBezTo>
                    <a:pt x="12" y="35"/>
                    <a:pt x="14" y="31"/>
                    <a:pt x="13" y="29"/>
                  </a:cubicBezTo>
                  <a:cubicBezTo>
                    <a:pt x="12" y="27"/>
                    <a:pt x="8" y="26"/>
                    <a:pt x="6" y="24"/>
                  </a:cubicBezTo>
                  <a:cubicBezTo>
                    <a:pt x="4" y="21"/>
                    <a:pt x="1" y="15"/>
                    <a:pt x="0" y="12"/>
                  </a:cubicBezTo>
                  <a:cubicBezTo>
                    <a:pt x="0" y="10"/>
                    <a:pt x="0" y="5"/>
                    <a:pt x="1" y="3"/>
                  </a:cubicBezTo>
                  <a:cubicBezTo>
                    <a:pt x="2" y="2"/>
                    <a:pt x="3" y="0"/>
                    <a:pt x="4" y="0"/>
                  </a:cubicBezTo>
                  <a:cubicBezTo>
                    <a:pt x="6" y="0"/>
                    <a:pt x="10" y="3"/>
                    <a:pt x="11"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82"/>
            <p:cNvSpPr>
              <a:spLocks/>
            </p:cNvSpPr>
            <p:nvPr/>
          </p:nvSpPr>
          <p:spPr bwMode="auto">
            <a:xfrm>
              <a:off x="1185863" y="4673601"/>
              <a:ext cx="41275" cy="41275"/>
            </a:xfrm>
            <a:custGeom>
              <a:avLst/>
              <a:gdLst/>
              <a:ahLst/>
              <a:cxnLst>
                <a:cxn ang="0">
                  <a:pos x="15" y="1"/>
                </a:cxn>
                <a:cxn ang="0">
                  <a:pos x="23" y="6"/>
                </a:cxn>
                <a:cxn ang="0">
                  <a:pos x="20" y="11"/>
                </a:cxn>
                <a:cxn ang="0">
                  <a:pos x="12" y="13"/>
                </a:cxn>
                <a:cxn ang="0">
                  <a:pos x="6" y="23"/>
                </a:cxn>
                <a:cxn ang="0">
                  <a:pos x="0" y="21"/>
                </a:cxn>
                <a:cxn ang="0">
                  <a:pos x="1" y="9"/>
                </a:cxn>
                <a:cxn ang="0">
                  <a:pos x="3" y="2"/>
                </a:cxn>
                <a:cxn ang="0">
                  <a:pos x="15" y="1"/>
                </a:cxn>
              </a:cxnLst>
              <a:rect l="0" t="0" r="r" b="b"/>
              <a:pathLst>
                <a:path w="23" h="23">
                  <a:moveTo>
                    <a:pt x="15" y="1"/>
                  </a:moveTo>
                  <a:cubicBezTo>
                    <a:pt x="18" y="2"/>
                    <a:pt x="22" y="4"/>
                    <a:pt x="23" y="6"/>
                  </a:cubicBezTo>
                  <a:cubicBezTo>
                    <a:pt x="23" y="7"/>
                    <a:pt x="21" y="10"/>
                    <a:pt x="20" y="11"/>
                  </a:cubicBezTo>
                  <a:cubicBezTo>
                    <a:pt x="18" y="12"/>
                    <a:pt x="14" y="12"/>
                    <a:pt x="12" y="13"/>
                  </a:cubicBezTo>
                  <a:cubicBezTo>
                    <a:pt x="10" y="15"/>
                    <a:pt x="8" y="22"/>
                    <a:pt x="6" y="23"/>
                  </a:cubicBezTo>
                  <a:cubicBezTo>
                    <a:pt x="4" y="23"/>
                    <a:pt x="0" y="21"/>
                    <a:pt x="0" y="21"/>
                  </a:cubicBezTo>
                  <a:cubicBezTo>
                    <a:pt x="0" y="21"/>
                    <a:pt x="1" y="12"/>
                    <a:pt x="1" y="9"/>
                  </a:cubicBezTo>
                  <a:cubicBezTo>
                    <a:pt x="2" y="7"/>
                    <a:pt x="2" y="3"/>
                    <a:pt x="3" y="2"/>
                  </a:cubicBezTo>
                  <a:cubicBezTo>
                    <a:pt x="5" y="0"/>
                    <a:pt x="12" y="1"/>
                    <a:pt x="1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83"/>
            <p:cNvSpPr>
              <a:spLocks/>
            </p:cNvSpPr>
            <p:nvPr/>
          </p:nvSpPr>
          <p:spPr bwMode="auto">
            <a:xfrm>
              <a:off x="1174750" y="4606926"/>
              <a:ext cx="26988" cy="25400"/>
            </a:xfrm>
            <a:custGeom>
              <a:avLst/>
              <a:gdLst/>
              <a:ahLst/>
              <a:cxnLst>
                <a:cxn ang="0">
                  <a:pos x="13" y="4"/>
                </a:cxn>
                <a:cxn ang="0">
                  <a:pos x="14" y="8"/>
                </a:cxn>
                <a:cxn ang="0">
                  <a:pos x="14" y="12"/>
                </a:cxn>
                <a:cxn ang="0">
                  <a:pos x="7" y="14"/>
                </a:cxn>
                <a:cxn ang="0">
                  <a:pos x="1" y="9"/>
                </a:cxn>
                <a:cxn ang="0">
                  <a:pos x="1" y="4"/>
                </a:cxn>
                <a:cxn ang="0">
                  <a:pos x="3" y="1"/>
                </a:cxn>
                <a:cxn ang="0">
                  <a:pos x="13" y="4"/>
                </a:cxn>
              </a:cxnLst>
              <a:rect l="0" t="0" r="r" b="b"/>
              <a:pathLst>
                <a:path w="15" h="14">
                  <a:moveTo>
                    <a:pt x="13" y="4"/>
                  </a:moveTo>
                  <a:cubicBezTo>
                    <a:pt x="13" y="5"/>
                    <a:pt x="13" y="7"/>
                    <a:pt x="14" y="8"/>
                  </a:cubicBezTo>
                  <a:cubicBezTo>
                    <a:pt x="14" y="9"/>
                    <a:pt x="15" y="11"/>
                    <a:pt x="14" y="12"/>
                  </a:cubicBezTo>
                  <a:cubicBezTo>
                    <a:pt x="13" y="14"/>
                    <a:pt x="9" y="14"/>
                    <a:pt x="7" y="14"/>
                  </a:cubicBezTo>
                  <a:cubicBezTo>
                    <a:pt x="5" y="14"/>
                    <a:pt x="1" y="11"/>
                    <a:pt x="1" y="9"/>
                  </a:cubicBezTo>
                  <a:cubicBezTo>
                    <a:pt x="0" y="8"/>
                    <a:pt x="1" y="5"/>
                    <a:pt x="1" y="4"/>
                  </a:cubicBezTo>
                  <a:cubicBezTo>
                    <a:pt x="2" y="4"/>
                    <a:pt x="2" y="2"/>
                    <a:pt x="3" y="1"/>
                  </a:cubicBezTo>
                  <a:cubicBezTo>
                    <a:pt x="5" y="0"/>
                    <a:pt x="11" y="2"/>
                    <a:pt x="13"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84"/>
            <p:cNvSpPr>
              <a:spLocks/>
            </p:cNvSpPr>
            <p:nvPr/>
          </p:nvSpPr>
          <p:spPr bwMode="auto">
            <a:xfrm>
              <a:off x="1204913" y="4700588"/>
              <a:ext cx="36513" cy="23813"/>
            </a:xfrm>
            <a:custGeom>
              <a:avLst/>
              <a:gdLst/>
              <a:ahLst/>
              <a:cxnLst>
                <a:cxn ang="0">
                  <a:pos x="20" y="7"/>
                </a:cxn>
                <a:cxn ang="0">
                  <a:pos x="19" y="10"/>
                </a:cxn>
                <a:cxn ang="0">
                  <a:pos x="2" y="11"/>
                </a:cxn>
                <a:cxn ang="0">
                  <a:pos x="0" y="7"/>
                </a:cxn>
                <a:cxn ang="0">
                  <a:pos x="6" y="0"/>
                </a:cxn>
                <a:cxn ang="0">
                  <a:pos x="20" y="7"/>
                </a:cxn>
              </a:cxnLst>
              <a:rect l="0" t="0" r="r" b="b"/>
              <a:pathLst>
                <a:path w="20" h="13">
                  <a:moveTo>
                    <a:pt x="20" y="7"/>
                  </a:moveTo>
                  <a:cubicBezTo>
                    <a:pt x="20" y="7"/>
                    <a:pt x="20" y="10"/>
                    <a:pt x="19" y="10"/>
                  </a:cubicBezTo>
                  <a:cubicBezTo>
                    <a:pt x="16" y="13"/>
                    <a:pt x="6" y="13"/>
                    <a:pt x="2" y="11"/>
                  </a:cubicBezTo>
                  <a:cubicBezTo>
                    <a:pt x="1" y="10"/>
                    <a:pt x="0" y="8"/>
                    <a:pt x="0" y="7"/>
                  </a:cubicBezTo>
                  <a:cubicBezTo>
                    <a:pt x="0" y="5"/>
                    <a:pt x="4" y="1"/>
                    <a:pt x="6" y="0"/>
                  </a:cubicBezTo>
                  <a:cubicBezTo>
                    <a:pt x="10" y="0"/>
                    <a:pt x="19" y="3"/>
                    <a:pt x="20"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85"/>
            <p:cNvSpPr>
              <a:spLocks/>
            </p:cNvSpPr>
            <p:nvPr/>
          </p:nvSpPr>
          <p:spPr bwMode="auto">
            <a:xfrm>
              <a:off x="1231900" y="4676776"/>
              <a:ext cx="30163" cy="28575"/>
            </a:xfrm>
            <a:custGeom>
              <a:avLst/>
              <a:gdLst/>
              <a:ahLst/>
              <a:cxnLst>
                <a:cxn ang="0">
                  <a:pos x="16" y="2"/>
                </a:cxn>
                <a:cxn ang="0">
                  <a:pos x="12" y="11"/>
                </a:cxn>
                <a:cxn ang="0">
                  <a:pos x="2" y="13"/>
                </a:cxn>
                <a:cxn ang="0">
                  <a:pos x="1" y="6"/>
                </a:cxn>
                <a:cxn ang="0">
                  <a:pos x="12" y="0"/>
                </a:cxn>
                <a:cxn ang="0">
                  <a:pos x="16" y="2"/>
                </a:cxn>
              </a:cxnLst>
              <a:rect l="0" t="0" r="r" b="b"/>
              <a:pathLst>
                <a:path w="16" h="15">
                  <a:moveTo>
                    <a:pt x="16" y="2"/>
                  </a:moveTo>
                  <a:cubicBezTo>
                    <a:pt x="16" y="4"/>
                    <a:pt x="14" y="10"/>
                    <a:pt x="12" y="11"/>
                  </a:cubicBezTo>
                  <a:cubicBezTo>
                    <a:pt x="10" y="13"/>
                    <a:pt x="4" y="15"/>
                    <a:pt x="2" y="13"/>
                  </a:cubicBezTo>
                  <a:cubicBezTo>
                    <a:pt x="0" y="12"/>
                    <a:pt x="0" y="7"/>
                    <a:pt x="1" y="6"/>
                  </a:cubicBezTo>
                  <a:cubicBezTo>
                    <a:pt x="3" y="3"/>
                    <a:pt x="9" y="0"/>
                    <a:pt x="12" y="0"/>
                  </a:cubicBezTo>
                  <a:cubicBezTo>
                    <a:pt x="13" y="0"/>
                    <a:pt x="15" y="1"/>
                    <a:pt x="1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86"/>
            <p:cNvSpPr>
              <a:spLocks/>
            </p:cNvSpPr>
            <p:nvPr/>
          </p:nvSpPr>
          <p:spPr bwMode="auto">
            <a:xfrm>
              <a:off x="1260475" y="4624388"/>
              <a:ext cx="74613" cy="63500"/>
            </a:xfrm>
            <a:custGeom>
              <a:avLst/>
              <a:gdLst/>
              <a:ahLst/>
              <a:cxnLst>
                <a:cxn ang="0">
                  <a:pos x="40" y="1"/>
                </a:cxn>
                <a:cxn ang="0">
                  <a:pos x="40" y="5"/>
                </a:cxn>
                <a:cxn ang="0">
                  <a:pos x="23" y="22"/>
                </a:cxn>
                <a:cxn ang="0">
                  <a:pos x="14" y="35"/>
                </a:cxn>
                <a:cxn ang="0">
                  <a:pos x="9" y="30"/>
                </a:cxn>
                <a:cxn ang="0">
                  <a:pos x="10" y="23"/>
                </a:cxn>
                <a:cxn ang="0">
                  <a:pos x="2" y="21"/>
                </a:cxn>
                <a:cxn ang="0">
                  <a:pos x="0" y="15"/>
                </a:cxn>
                <a:cxn ang="0">
                  <a:pos x="5" y="5"/>
                </a:cxn>
                <a:cxn ang="0">
                  <a:pos x="14" y="7"/>
                </a:cxn>
                <a:cxn ang="0">
                  <a:pos x="21" y="8"/>
                </a:cxn>
                <a:cxn ang="0">
                  <a:pos x="40" y="1"/>
                </a:cxn>
              </a:cxnLst>
              <a:rect l="0" t="0" r="r" b="b"/>
              <a:pathLst>
                <a:path w="41" h="35">
                  <a:moveTo>
                    <a:pt x="40" y="1"/>
                  </a:moveTo>
                  <a:cubicBezTo>
                    <a:pt x="41" y="2"/>
                    <a:pt x="40" y="4"/>
                    <a:pt x="40" y="5"/>
                  </a:cubicBezTo>
                  <a:cubicBezTo>
                    <a:pt x="40" y="15"/>
                    <a:pt x="31" y="18"/>
                    <a:pt x="23" y="22"/>
                  </a:cubicBezTo>
                  <a:cubicBezTo>
                    <a:pt x="22" y="23"/>
                    <a:pt x="16" y="35"/>
                    <a:pt x="14" y="35"/>
                  </a:cubicBezTo>
                  <a:cubicBezTo>
                    <a:pt x="12" y="34"/>
                    <a:pt x="10" y="31"/>
                    <a:pt x="9" y="30"/>
                  </a:cubicBezTo>
                  <a:cubicBezTo>
                    <a:pt x="9" y="28"/>
                    <a:pt x="11" y="25"/>
                    <a:pt x="10" y="23"/>
                  </a:cubicBezTo>
                  <a:cubicBezTo>
                    <a:pt x="9" y="22"/>
                    <a:pt x="4" y="23"/>
                    <a:pt x="2" y="21"/>
                  </a:cubicBezTo>
                  <a:cubicBezTo>
                    <a:pt x="1" y="20"/>
                    <a:pt x="0" y="17"/>
                    <a:pt x="0" y="15"/>
                  </a:cubicBezTo>
                  <a:cubicBezTo>
                    <a:pt x="1" y="12"/>
                    <a:pt x="3" y="6"/>
                    <a:pt x="5" y="5"/>
                  </a:cubicBezTo>
                  <a:cubicBezTo>
                    <a:pt x="7" y="4"/>
                    <a:pt x="11" y="7"/>
                    <a:pt x="14" y="7"/>
                  </a:cubicBezTo>
                  <a:cubicBezTo>
                    <a:pt x="15" y="7"/>
                    <a:pt x="19" y="9"/>
                    <a:pt x="21" y="8"/>
                  </a:cubicBezTo>
                  <a:cubicBezTo>
                    <a:pt x="26" y="7"/>
                    <a:pt x="38" y="0"/>
                    <a:pt x="40"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87"/>
            <p:cNvSpPr>
              <a:spLocks/>
            </p:cNvSpPr>
            <p:nvPr/>
          </p:nvSpPr>
          <p:spPr bwMode="auto">
            <a:xfrm>
              <a:off x="1279525" y="4695826"/>
              <a:ext cx="36513" cy="28575"/>
            </a:xfrm>
            <a:custGeom>
              <a:avLst/>
              <a:gdLst/>
              <a:ahLst/>
              <a:cxnLst>
                <a:cxn ang="0">
                  <a:pos x="19" y="2"/>
                </a:cxn>
                <a:cxn ang="0">
                  <a:pos x="13" y="11"/>
                </a:cxn>
                <a:cxn ang="0">
                  <a:pos x="12" y="10"/>
                </a:cxn>
                <a:cxn ang="0">
                  <a:pos x="9" y="15"/>
                </a:cxn>
                <a:cxn ang="0">
                  <a:pos x="3" y="15"/>
                </a:cxn>
                <a:cxn ang="0">
                  <a:pos x="0" y="12"/>
                </a:cxn>
                <a:cxn ang="0">
                  <a:pos x="9" y="1"/>
                </a:cxn>
                <a:cxn ang="0">
                  <a:pos x="15" y="0"/>
                </a:cxn>
                <a:cxn ang="0">
                  <a:pos x="19" y="2"/>
                </a:cxn>
              </a:cxnLst>
              <a:rect l="0" t="0" r="r" b="b"/>
              <a:pathLst>
                <a:path w="20" h="16">
                  <a:moveTo>
                    <a:pt x="19" y="2"/>
                  </a:moveTo>
                  <a:cubicBezTo>
                    <a:pt x="20" y="5"/>
                    <a:pt x="16" y="10"/>
                    <a:pt x="13" y="11"/>
                  </a:cubicBezTo>
                  <a:cubicBezTo>
                    <a:pt x="13" y="11"/>
                    <a:pt x="13" y="10"/>
                    <a:pt x="12" y="10"/>
                  </a:cubicBezTo>
                  <a:cubicBezTo>
                    <a:pt x="11" y="11"/>
                    <a:pt x="10" y="14"/>
                    <a:pt x="9" y="15"/>
                  </a:cubicBezTo>
                  <a:cubicBezTo>
                    <a:pt x="7" y="16"/>
                    <a:pt x="5" y="16"/>
                    <a:pt x="3" y="15"/>
                  </a:cubicBezTo>
                  <a:cubicBezTo>
                    <a:pt x="2" y="15"/>
                    <a:pt x="0" y="13"/>
                    <a:pt x="0" y="12"/>
                  </a:cubicBezTo>
                  <a:cubicBezTo>
                    <a:pt x="0" y="8"/>
                    <a:pt x="6" y="2"/>
                    <a:pt x="9" y="1"/>
                  </a:cubicBezTo>
                  <a:cubicBezTo>
                    <a:pt x="10" y="0"/>
                    <a:pt x="13" y="0"/>
                    <a:pt x="15" y="0"/>
                  </a:cubicBezTo>
                  <a:cubicBezTo>
                    <a:pt x="16" y="0"/>
                    <a:pt x="19" y="1"/>
                    <a:pt x="19"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88"/>
            <p:cNvSpPr>
              <a:spLocks/>
            </p:cNvSpPr>
            <p:nvPr/>
          </p:nvSpPr>
          <p:spPr bwMode="auto">
            <a:xfrm>
              <a:off x="1306513" y="4664076"/>
              <a:ext cx="106363" cy="101600"/>
            </a:xfrm>
            <a:custGeom>
              <a:avLst/>
              <a:gdLst/>
              <a:ahLst/>
              <a:cxnLst>
                <a:cxn ang="0">
                  <a:pos x="52" y="4"/>
                </a:cxn>
                <a:cxn ang="0">
                  <a:pos x="51" y="15"/>
                </a:cxn>
                <a:cxn ang="0">
                  <a:pos x="58" y="28"/>
                </a:cxn>
                <a:cxn ang="0">
                  <a:pos x="48" y="40"/>
                </a:cxn>
                <a:cxn ang="0">
                  <a:pos x="48" y="47"/>
                </a:cxn>
                <a:cxn ang="0">
                  <a:pos x="44" y="53"/>
                </a:cxn>
                <a:cxn ang="0">
                  <a:pos x="35" y="55"/>
                </a:cxn>
                <a:cxn ang="0">
                  <a:pos x="24" y="51"/>
                </a:cxn>
                <a:cxn ang="0">
                  <a:pos x="18" y="55"/>
                </a:cxn>
                <a:cxn ang="0">
                  <a:pos x="7" y="55"/>
                </a:cxn>
                <a:cxn ang="0">
                  <a:pos x="1" y="47"/>
                </a:cxn>
                <a:cxn ang="0">
                  <a:pos x="3" y="37"/>
                </a:cxn>
                <a:cxn ang="0">
                  <a:pos x="14" y="27"/>
                </a:cxn>
                <a:cxn ang="0">
                  <a:pos x="13" y="23"/>
                </a:cxn>
                <a:cxn ang="0">
                  <a:pos x="9" y="18"/>
                </a:cxn>
                <a:cxn ang="0">
                  <a:pos x="13" y="14"/>
                </a:cxn>
                <a:cxn ang="0">
                  <a:pos x="13" y="10"/>
                </a:cxn>
                <a:cxn ang="0">
                  <a:pos x="16" y="7"/>
                </a:cxn>
                <a:cxn ang="0">
                  <a:pos x="22" y="11"/>
                </a:cxn>
                <a:cxn ang="0">
                  <a:pos x="52" y="4"/>
                </a:cxn>
              </a:cxnLst>
              <a:rect l="0" t="0" r="r" b="b"/>
              <a:pathLst>
                <a:path w="58" h="56">
                  <a:moveTo>
                    <a:pt x="52" y="4"/>
                  </a:moveTo>
                  <a:cubicBezTo>
                    <a:pt x="54" y="8"/>
                    <a:pt x="52" y="11"/>
                    <a:pt x="51" y="15"/>
                  </a:cubicBezTo>
                  <a:cubicBezTo>
                    <a:pt x="51" y="19"/>
                    <a:pt x="58" y="25"/>
                    <a:pt x="58" y="28"/>
                  </a:cubicBezTo>
                  <a:cubicBezTo>
                    <a:pt x="57" y="32"/>
                    <a:pt x="49" y="37"/>
                    <a:pt x="48" y="40"/>
                  </a:cubicBezTo>
                  <a:cubicBezTo>
                    <a:pt x="47" y="42"/>
                    <a:pt x="48" y="45"/>
                    <a:pt x="48" y="47"/>
                  </a:cubicBezTo>
                  <a:cubicBezTo>
                    <a:pt x="48" y="49"/>
                    <a:pt x="46" y="52"/>
                    <a:pt x="44" y="53"/>
                  </a:cubicBezTo>
                  <a:cubicBezTo>
                    <a:pt x="42" y="54"/>
                    <a:pt x="38" y="55"/>
                    <a:pt x="35" y="55"/>
                  </a:cubicBezTo>
                  <a:cubicBezTo>
                    <a:pt x="32" y="54"/>
                    <a:pt x="27" y="50"/>
                    <a:pt x="24" y="51"/>
                  </a:cubicBezTo>
                  <a:cubicBezTo>
                    <a:pt x="22" y="51"/>
                    <a:pt x="20" y="55"/>
                    <a:pt x="18" y="55"/>
                  </a:cubicBezTo>
                  <a:cubicBezTo>
                    <a:pt x="15" y="56"/>
                    <a:pt x="9" y="56"/>
                    <a:pt x="7" y="55"/>
                  </a:cubicBezTo>
                  <a:cubicBezTo>
                    <a:pt x="5" y="54"/>
                    <a:pt x="1" y="49"/>
                    <a:pt x="1" y="47"/>
                  </a:cubicBezTo>
                  <a:cubicBezTo>
                    <a:pt x="0" y="44"/>
                    <a:pt x="1" y="39"/>
                    <a:pt x="3" y="37"/>
                  </a:cubicBezTo>
                  <a:cubicBezTo>
                    <a:pt x="4" y="34"/>
                    <a:pt x="13" y="31"/>
                    <a:pt x="14" y="27"/>
                  </a:cubicBezTo>
                  <a:cubicBezTo>
                    <a:pt x="14" y="26"/>
                    <a:pt x="14" y="24"/>
                    <a:pt x="13" y="23"/>
                  </a:cubicBezTo>
                  <a:cubicBezTo>
                    <a:pt x="12" y="21"/>
                    <a:pt x="9" y="19"/>
                    <a:pt x="9" y="18"/>
                  </a:cubicBezTo>
                  <a:cubicBezTo>
                    <a:pt x="9" y="16"/>
                    <a:pt x="12" y="15"/>
                    <a:pt x="13" y="14"/>
                  </a:cubicBezTo>
                  <a:cubicBezTo>
                    <a:pt x="13" y="13"/>
                    <a:pt x="12" y="11"/>
                    <a:pt x="13" y="10"/>
                  </a:cubicBezTo>
                  <a:cubicBezTo>
                    <a:pt x="13" y="9"/>
                    <a:pt x="14" y="7"/>
                    <a:pt x="16" y="7"/>
                  </a:cubicBezTo>
                  <a:cubicBezTo>
                    <a:pt x="17" y="6"/>
                    <a:pt x="20" y="11"/>
                    <a:pt x="22" y="11"/>
                  </a:cubicBezTo>
                  <a:cubicBezTo>
                    <a:pt x="32" y="12"/>
                    <a:pt x="49" y="0"/>
                    <a:pt x="52"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89"/>
            <p:cNvSpPr>
              <a:spLocks/>
            </p:cNvSpPr>
            <p:nvPr/>
          </p:nvSpPr>
          <p:spPr bwMode="auto">
            <a:xfrm>
              <a:off x="1336675" y="4772026"/>
              <a:ext cx="28575" cy="23813"/>
            </a:xfrm>
            <a:custGeom>
              <a:avLst/>
              <a:gdLst/>
              <a:ahLst/>
              <a:cxnLst>
                <a:cxn ang="0">
                  <a:pos x="16" y="9"/>
                </a:cxn>
                <a:cxn ang="0">
                  <a:pos x="14" y="12"/>
                </a:cxn>
                <a:cxn ang="0">
                  <a:pos x="4" y="11"/>
                </a:cxn>
                <a:cxn ang="0">
                  <a:pos x="0" y="3"/>
                </a:cxn>
                <a:cxn ang="0">
                  <a:pos x="3" y="0"/>
                </a:cxn>
                <a:cxn ang="0">
                  <a:pos x="11" y="1"/>
                </a:cxn>
                <a:cxn ang="0">
                  <a:pos x="16" y="9"/>
                </a:cxn>
              </a:cxnLst>
              <a:rect l="0" t="0" r="r" b="b"/>
              <a:pathLst>
                <a:path w="16" h="13">
                  <a:moveTo>
                    <a:pt x="16" y="9"/>
                  </a:moveTo>
                  <a:cubicBezTo>
                    <a:pt x="16" y="10"/>
                    <a:pt x="15" y="12"/>
                    <a:pt x="14" y="12"/>
                  </a:cubicBezTo>
                  <a:cubicBezTo>
                    <a:pt x="12" y="13"/>
                    <a:pt x="6" y="12"/>
                    <a:pt x="4" y="11"/>
                  </a:cubicBezTo>
                  <a:cubicBezTo>
                    <a:pt x="2" y="9"/>
                    <a:pt x="0" y="5"/>
                    <a:pt x="0" y="3"/>
                  </a:cubicBezTo>
                  <a:cubicBezTo>
                    <a:pt x="0" y="2"/>
                    <a:pt x="2" y="1"/>
                    <a:pt x="3" y="0"/>
                  </a:cubicBezTo>
                  <a:cubicBezTo>
                    <a:pt x="5" y="0"/>
                    <a:pt x="9" y="0"/>
                    <a:pt x="11" y="1"/>
                  </a:cubicBezTo>
                  <a:cubicBezTo>
                    <a:pt x="13" y="2"/>
                    <a:pt x="16" y="6"/>
                    <a:pt x="16"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90"/>
            <p:cNvSpPr>
              <a:spLocks/>
            </p:cNvSpPr>
            <p:nvPr/>
          </p:nvSpPr>
          <p:spPr bwMode="auto">
            <a:xfrm>
              <a:off x="1301750" y="4768851"/>
              <a:ext cx="22225" cy="25400"/>
            </a:xfrm>
            <a:custGeom>
              <a:avLst/>
              <a:gdLst/>
              <a:ahLst/>
              <a:cxnLst>
                <a:cxn ang="0">
                  <a:pos x="11" y="8"/>
                </a:cxn>
                <a:cxn ang="0">
                  <a:pos x="10" y="13"/>
                </a:cxn>
                <a:cxn ang="0">
                  <a:pos x="2" y="13"/>
                </a:cxn>
                <a:cxn ang="0">
                  <a:pos x="1" y="5"/>
                </a:cxn>
                <a:cxn ang="0">
                  <a:pos x="3" y="3"/>
                </a:cxn>
                <a:cxn ang="0">
                  <a:pos x="4" y="2"/>
                </a:cxn>
                <a:cxn ang="0">
                  <a:pos x="6" y="0"/>
                </a:cxn>
                <a:cxn ang="0">
                  <a:pos x="11" y="3"/>
                </a:cxn>
                <a:cxn ang="0">
                  <a:pos x="11" y="8"/>
                </a:cxn>
              </a:cxnLst>
              <a:rect l="0" t="0" r="r" b="b"/>
              <a:pathLst>
                <a:path w="12" h="14">
                  <a:moveTo>
                    <a:pt x="11" y="8"/>
                  </a:moveTo>
                  <a:cubicBezTo>
                    <a:pt x="11" y="9"/>
                    <a:pt x="11" y="12"/>
                    <a:pt x="10" y="13"/>
                  </a:cubicBezTo>
                  <a:cubicBezTo>
                    <a:pt x="9" y="14"/>
                    <a:pt x="4" y="14"/>
                    <a:pt x="2" y="13"/>
                  </a:cubicBezTo>
                  <a:cubicBezTo>
                    <a:pt x="1" y="12"/>
                    <a:pt x="0" y="7"/>
                    <a:pt x="1" y="5"/>
                  </a:cubicBezTo>
                  <a:cubicBezTo>
                    <a:pt x="1" y="4"/>
                    <a:pt x="3" y="3"/>
                    <a:pt x="3" y="3"/>
                  </a:cubicBezTo>
                  <a:cubicBezTo>
                    <a:pt x="3" y="2"/>
                    <a:pt x="4" y="2"/>
                    <a:pt x="4" y="2"/>
                  </a:cubicBezTo>
                  <a:cubicBezTo>
                    <a:pt x="5" y="2"/>
                    <a:pt x="5" y="0"/>
                    <a:pt x="6" y="0"/>
                  </a:cubicBezTo>
                  <a:cubicBezTo>
                    <a:pt x="8" y="0"/>
                    <a:pt x="10" y="2"/>
                    <a:pt x="11" y="3"/>
                  </a:cubicBezTo>
                  <a:cubicBezTo>
                    <a:pt x="12" y="4"/>
                    <a:pt x="11" y="7"/>
                    <a:pt x="11"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91"/>
            <p:cNvSpPr>
              <a:spLocks/>
            </p:cNvSpPr>
            <p:nvPr/>
          </p:nvSpPr>
          <p:spPr bwMode="auto">
            <a:xfrm>
              <a:off x="1308100" y="4803776"/>
              <a:ext cx="34925" cy="25400"/>
            </a:xfrm>
            <a:custGeom>
              <a:avLst/>
              <a:gdLst/>
              <a:ahLst/>
              <a:cxnLst>
                <a:cxn ang="0">
                  <a:pos x="17" y="8"/>
                </a:cxn>
                <a:cxn ang="0">
                  <a:pos x="9" y="14"/>
                </a:cxn>
                <a:cxn ang="0">
                  <a:pos x="1" y="11"/>
                </a:cxn>
                <a:cxn ang="0">
                  <a:pos x="9" y="1"/>
                </a:cxn>
                <a:cxn ang="0">
                  <a:pos x="17" y="1"/>
                </a:cxn>
                <a:cxn ang="0">
                  <a:pos x="17" y="8"/>
                </a:cxn>
              </a:cxnLst>
              <a:rect l="0" t="0" r="r" b="b"/>
              <a:pathLst>
                <a:path w="19" h="14">
                  <a:moveTo>
                    <a:pt x="17" y="8"/>
                  </a:moveTo>
                  <a:cubicBezTo>
                    <a:pt x="16" y="10"/>
                    <a:pt x="12" y="14"/>
                    <a:pt x="9" y="14"/>
                  </a:cubicBezTo>
                  <a:cubicBezTo>
                    <a:pt x="7" y="14"/>
                    <a:pt x="1" y="13"/>
                    <a:pt x="1" y="11"/>
                  </a:cubicBezTo>
                  <a:cubicBezTo>
                    <a:pt x="0" y="8"/>
                    <a:pt x="6" y="3"/>
                    <a:pt x="9" y="1"/>
                  </a:cubicBezTo>
                  <a:cubicBezTo>
                    <a:pt x="11" y="0"/>
                    <a:pt x="16" y="0"/>
                    <a:pt x="17" y="1"/>
                  </a:cubicBezTo>
                  <a:cubicBezTo>
                    <a:pt x="19" y="3"/>
                    <a:pt x="18" y="6"/>
                    <a:pt x="17"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92"/>
            <p:cNvSpPr>
              <a:spLocks/>
            </p:cNvSpPr>
            <p:nvPr/>
          </p:nvSpPr>
          <p:spPr bwMode="auto">
            <a:xfrm>
              <a:off x="1412875" y="4721226"/>
              <a:ext cx="19050" cy="17463"/>
            </a:xfrm>
            <a:custGeom>
              <a:avLst/>
              <a:gdLst/>
              <a:ahLst/>
              <a:cxnLst>
                <a:cxn ang="0">
                  <a:pos x="8" y="8"/>
                </a:cxn>
                <a:cxn ang="0">
                  <a:pos x="2" y="9"/>
                </a:cxn>
                <a:cxn ang="0">
                  <a:pos x="0" y="6"/>
                </a:cxn>
                <a:cxn ang="0">
                  <a:pos x="5" y="0"/>
                </a:cxn>
                <a:cxn ang="0">
                  <a:pos x="10" y="2"/>
                </a:cxn>
                <a:cxn ang="0">
                  <a:pos x="8" y="8"/>
                </a:cxn>
              </a:cxnLst>
              <a:rect l="0" t="0" r="r" b="b"/>
              <a:pathLst>
                <a:path w="11" h="10">
                  <a:moveTo>
                    <a:pt x="8" y="8"/>
                  </a:moveTo>
                  <a:cubicBezTo>
                    <a:pt x="6" y="9"/>
                    <a:pt x="3" y="10"/>
                    <a:pt x="2" y="9"/>
                  </a:cubicBezTo>
                  <a:cubicBezTo>
                    <a:pt x="1" y="8"/>
                    <a:pt x="0" y="7"/>
                    <a:pt x="0" y="6"/>
                  </a:cubicBezTo>
                  <a:cubicBezTo>
                    <a:pt x="0" y="4"/>
                    <a:pt x="3" y="1"/>
                    <a:pt x="5" y="0"/>
                  </a:cubicBezTo>
                  <a:cubicBezTo>
                    <a:pt x="6" y="0"/>
                    <a:pt x="9" y="1"/>
                    <a:pt x="10" y="2"/>
                  </a:cubicBezTo>
                  <a:cubicBezTo>
                    <a:pt x="11" y="3"/>
                    <a:pt x="9" y="7"/>
                    <a:pt x="8"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93"/>
            <p:cNvSpPr>
              <a:spLocks/>
            </p:cNvSpPr>
            <p:nvPr/>
          </p:nvSpPr>
          <p:spPr bwMode="auto">
            <a:xfrm>
              <a:off x="1400175" y="4740276"/>
              <a:ext cx="25400" cy="28575"/>
            </a:xfrm>
            <a:custGeom>
              <a:avLst/>
              <a:gdLst/>
              <a:ahLst/>
              <a:cxnLst>
                <a:cxn ang="0">
                  <a:pos x="4" y="15"/>
                </a:cxn>
                <a:cxn ang="0">
                  <a:pos x="1" y="7"/>
                </a:cxn>
                <a:cxn ang="0">
                  <a:pos x="7" y="1"/>
                </a:cxn>
                <a:cxn ang="0">
                  <a:pos x="13" y="9"/>
                </a:cxn>
                <a:cxn ang="0">
                  <a:pos x="9" y="12"/>
                </a:cxn>
                <a:cxn ang="0">
                  <a:pos x="4" y="15"/>
                </a:cxn>
              </a:cxnLst>
              <a:rect l="0" t="0" r="r" b="b"/>
              <a:pathLst>
                <a:path w="14" h="15">
                  <a:moveTo>
                    <a:pt x="4" y="15"/>
                  </a:moveTo>
                  <a:cubicBezTo>
                    <a:pt x="2" y="14"/>
                    <a:pt x="0" y="9"/>
                    <a:pt x="1" y="7"/>
                  </a:cubicBezTo>
                  <a:cubicBezTo>
                    <a:pt x="1" y="4"/>
                    <a:pt x="5" y="0"/>
                    <a:pt x="7" y="1"/>
                  </a:cubicBezTo>
                  <a:cubicBezTo>
                    <a:pt x="10" y="1"/>
                    <a:pt x="14" y="7"/>
                    <a:pt x="13" y="9"/>
                  </a:cubicBezTo>
                  <a:cubicBezTo>
                    <a:pt x="13" y="10"/>
                    <a:pt x="10" y="11"/>
                    <a:pt x="9" y="12"/>
                  </a:cubicBezTo>
                  <a:cubicBezTo>
                    <a:pt x="8" y="13"/>
                    <a:pt x="5" y="15"/>
                    <a:pt x="4"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29" name="Oval 228"/>
          <p:cNvSpPr/>
          <p:nvPr/>
        </p:nvSpPr>
        <p:spPr>
          <a:xfrm>
            <a:off x="1549740" y="4422006"/>
            <a:ext cx="618935" cy="618935"/>
          </a:xfrm>
          <a:prstGeom prst="ellipse">
            <a:avLst/>
          </a:prstGeom>
          <a:solidFill>
            <a:schemeClr val="accent3">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Oval 229"/>
          <p:cNvSpPr/>
          <p:nvPr/>
        </p:nvSpPr>
        <p:spPr>
          <a:xfrm>
            <a:off x="2364187" y="5453539"/>
            <a:ext cx="342561" cy="342561"/>
          </a:xfrm>
          <a:prstGeom prst="ellipse">
            <a:avLst/>
          </a:prstGeom>
          <a:solidFill>
            <a:schemeClr val="accent5">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1" name="Oval 230"/>
          <p:cNvSpPr/>
          <p:nvPr/>
        </p:nvSpPr>
        <p:spPr>
          <a:xfrm flipH="1">
            <a:off x="2496533" y="3725682"/>
            <a:ext cx="231314" cy="231312"/>
          </a:xfrm>
          <a:prstGeom prst="ellipse">
            <a:avLst/>
          </a:prstGeom>
          <a:solidFill>
            <a:schemeClr val="accent2">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2" name="Oval 231"/>
          <p:cNvSpPr/>
          <p:nvPr/>
        </p:nvSpPr>
        <p:spPr>
          <a:xfrm>
            <a:off x="1971368" y="2731959"/>
            <a:ext cx="453809" cy="453809"/>
          </a:xfrm>
          <a:prstGeom prst="ellipse">
            <a:avLst/>
          </a:prstGeom>
          <a:solidFill>
            <a:schemeClr val="accent1">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3" name="Group 115"/>
          <p:cNvGrpSpPr/>
          <p:nvPr/>
        </p:nvGrpSpPr>
        <p:grpSpPr>
          <a:xfrm>
            <a:off x="762002" y="2962028"/>
            <a:ext cx="1433530" cy="730370"/>
            <a:chOff x="1418082" y="2037108"/>
            <a:chExt cx="1484636" cy="756408"/>
          </a:xfrm>
        </p:grpSpPr>
        <p:cxnSp>
          <p:nvCxnSpPr>
            <p:cNvPr id="234" name="Straight Connector 233"/>
            <p:cNvCxnSpPr/>
            <p:nvPr/>
          </p:nvCxnSpPr>
          <p:spPr>
            <a:xfrm flipH="1">
              <a:off x="2079660" y="2037108"/>
              <a:ext cx="823058" cy="534642"/>
            </a:xfrm>
            <a:prstGeom prst="line">
              <a:avLst/>
            </a:prstGeom>
            <a:ln w="19050">
              <a:solidFill>
                <a:schemeClr val="bg1">
                  <a:lumMod val="65000"/>
                </a:schemeClr>
              </a:solidFill>
              <a:prstDash val="sysDot"/>
              <a:headEnd type="ova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flipH="1">
              <a:off x="1450647" y="2571750"/>
              <a:ext cx="644254"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6" name="Text Placeholder 3"/>
            <p:cNvSpPr txBox="1">
              <a:spLocks/>
            </p:cNvSpPr>
            <p:nvPr/>
          </p:nvSpPr>
          <p:spPr>
            <a:xfrm>
              <a:off x="1418082" y="2626173"/>
              <a:ext cx="766989" cy="167343"/>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5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237" name="Text Placeholder 3"/>
            <p:cNvSpPr txBox="1">
              <a:spLocks/>
            </p:cNvSpPr>
            <p:nvPr/>
          </p:nvSpPr>
          <p:spPr>
            <a:xfrm>
              <a:off x="1662124" y="2347162"/>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60%</a:t>
              </a:r>
            </a:p>
          </p:txBody>
        </p:sp>
      </p:grpSp>
      <p:grpSp>
        <p:nvGrpSpPr>
          <p:cNvPr id="238" name="Group 120"/>
          <p:cNvGrpSpPr/>
          <p:nvPr/>
        </p:nvGrpSpPr>
        <p:grpSpPr>
          <a:xfrm>
            <a:off x="2613050" y="2722809"/>
            <a:ext cx="1196950" cy="1117007"/>
            <a:chOff x="969865" y="2347162"/>
            <a:chExt cx="1239621" cy="1156828"/>
          </a:xfrm>
        </p:grpSpPr>
        <p:cxnSp>
          <p:nvCxnSpPr>
            <p:cNvPr id="239" name="Straight Connector 238"/>
            <p:cNvCxnSpPr/>
            <p:nvPr/>
          </p:nvCxnSpPr>
          <p:spPr>
            <a:xfrm flipH="1">
              <a:off x="969865" y="2581226"/>
              <a:ext cx="480782" cy="922764"/>
            </a:xfrm>
            <a:prstGeom prst="line">
              <a:avLst/>
            </a:prstGeom>
            <a:ln w="19050">
              <a:solidFill>
                <a:schemeClr val="bg1">
                  <a:lumMod val="65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H="1">
              <a:off x="1450647" y="2571750"/>
              <a:ext cx="644254"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1" name="Text Placeholder 3"/>
            <p:cNvSpPr txBox="1">
              <a:spLocks/>
            </p:cNvSpPr>
            <p:nvPr/>
          </p:nvSpPr>
          <p:spPr>
            <a:xfrm>
              <a:off x="1479020" y="2630157"/>
              <a:ext cx="730466" cy="15937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242" name="Text Placeholder 3"/>
            <p:cNvSpPr txBox="1">
              <a:spLocks/>
            </p:cNvSpPr>
            <p:nvPr/>
          </p:nvSpPr>
          <p:spPr>
            <a:xfrm>
              <a:off x="1704800" y="2347162"/>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20%</a:t>
              </a:r>
            </a:p>
          </p:txBody>
        </p:sp>
      </p:grpSp>
      <p:grpSp>
        <p:nvGrpSpPr>
          <p:cNvPr id="243" name="Group 125"/>
          <p:cNvGrpSpPr/>
          <p:nvPr/>
        </p:nvGrpSpPr>
        <p:grpSpPr>
          <a:xfrm>
            <a:off x="427224" y="4738286"/>
            <a:ext cx="1430613" cy="726523"/>
            <a:chOff x="1483696" y="1981867"/>
            <a:chExt cx="1481614" cy="752424"/>
          </a:xfrm>
        </p:grpSpPr>
        <p:cxnSp>
          <p:nvCxnSpPr>
            <p:cNvPr id="244" name="Straight Connector 243"/>
            <p:cNvCxnSpPr/>
            <p:nvPr/>
          </p:nvCxnSpPr>
          <p:spPr>
            <a:xfrm flipH="1">
              <a:off x="1497999" y="2516509"/>
              <a:ext cx="644254"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5" name="Text Placeholder 3"/>
            <p:cNvSpPr txBox="1">
              <a:spLocks/>
            </p:cNvSpPr>
            <p:nvPr/>
          </p:nvSpPr>
          <p:spPr>
            <a:xfrm>
              <a:off x="1483696" y="2574917"/>
              <a:ext cx="730466" cy="15937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246" name="Text Placeholder 3"/>
            <p:cNvSpPr txBox="1">
              <a:spLocks/>
            </p:cNvSpPr>
            <p:nvPr/>
          </p:nvSpPr>
          <p:spPr>
            <a:xfrm>
              <a:off x="1714276" y="2295212"/>
              <a:ext cx="269304" cy="184666"/>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90%</a:t>
              </a:r>
            </a:p>
          </p:txBody>
        </p:sp>
        <p:cxnSp>
          <p:nvCxnSpPr>
            <p:cNvPr id="247" name="Straight Connector 246"/>
            <p:cNvCxnSpPr/>
            <p:nvPr/>
          </p:nvCxnSpPr>
          <p:spPr>
            <a:xfrm flipH="1">
              <a:off x="2142252" y="1981867"/>
              <a:ext cx="823058" cy="534642"/>
            </a:xfrm>
            <a:prstGeom prst="line">
              <a:avLst/>
            </a:prstGeom>
            <a:ln w="19050">
              <a:solidFill>
                <a:schemeClr val="bg1">
                  <a:lumMod val="65000"/>
                </a:schemeClr>
              </a:solidFill>
              <a:prstDash val="sysDot"/>
              <a:headEnd type="oval"/>
              <a:tailEnd type="none"/>
            </a:ln>
          </p:spPr>
          <p:style>
            <a:lnRef idx="1">
              <a:schemeClr val="accent1"/>
            </a:lnRef>
            <a:fillRef idx="0">
              <a:schemeClr val="accent1"/>
            </a:fillRef>
            <a:effectRef idx="0">
              <a:schemeClr val="accent1"/>
            </a:effectRef>
            <a:fontRef idx="minor">
              <a:schemeClr val="tx1"/>
            </a:fontRef>
          </p:style>
        </p:cxnSp>
      </p:grpSp>
      <p:grpSp>
        <p:nvGrpSpPr>
          <p:cNvPr id="248" name="Group 130"/>
          <p:cNvGrpSpPr/>
          <p:nvPr/>
        </p:nvGrpSpPr>
        <p:grpSpPr>
          <a:xfrm>
            <a:off x="2537932" y="5428446"/>
            <a:ext cx="1054060" cy="389533"/>
            <a:chOff x="972019" y="2384111"/>
            <a:chExt cx="1091637" cy="403420"/>
          </a:xfrm>
        </p:grpSpPr>
        <p:cxnSp>
          <p:nvCxnSpPr>
            <p:cNvPr id="249" name="Straight Connector 248"/>
            <p:cNvCxnSpPr/>
            <p:nvPr/>
          </p:nvCxnSpPr>
          <p:spPr>
            <a:xfrm flipH="1">
              <a:off x="972019" y="2592414"/>
              <a:ext cx="1062433" cy="0"/>
            </a:xfrm>
            <a:prstGeom prst="line">
              <a:avLst/>
            </a:prstGeom>
            <a:ln w="19050">
              <a:solidFill>
                <a:schemeClr val="bg1">
                  <a:lumMod val="65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250" name="Text Placeholder 3"/>
            <p:cNvSpPr txBox="1">
              <a:spLocks/>
            </p:cNvSpPr>
            <p:nvPr/>
          </p:nvSpPr>
          <p:spPr>
            <a:xfrm>
              <a:off x="1296667" y="2620188"/>
              <a:ext cx="766989" cy="167343"/>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05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251" name="Text Placeholder 3"/>
            <p:cNvSpPr txBox="1">
              <a:spLocks/>
            </p:cNvSpPr>
            <p:nvPr/>
          </p:nvSpPr>
          <p:spPr>
            <a:xfrm>
              <a:off x="1540709" y="2384111"/>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50%</a:t>
              </a:r>
            </a:p>
          </p:txBody>
        </p:sp>
      </p:grpSp>
      <p:sp>
        <p:nvSpPr>
          <p:cNvPr id="252" name="Oval 251"/>
          <p:cNvSpPr/>
          <p:nvPr/>
        </p:nvSpPr>
        <p:spPr>
          <a:xfrm>
            <a:off x="2589194" y="4362010"/>
            <a:ext cx="342561" cy="342561"/>
          </a:xfrm>
          <a:prstGeom prst="ellipse">
            <a:avLst/>
          </a:prstGeom>
          <a:solidFill>
            <a:schemeClr val="accent4">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3" name="Group 130"/>
          <p:cNvGrpSpPr/>
          <p:nvPr/>
        </p:nvGrpSpPr>
        <p:grpSpPr>
          <a:xfrm>
            <a:off x="2762939" y="4336917"/>
            <a:ext cx="1036427" cy="385691"/>
            <a:chOff x="972019" y="2384111"/>
            <a:chExt cx="1073376" cy="399441"/>
          </a:xfrm>
        </p:grpSpPr>
        <p:cxnSp>
          <p:nvCxnSpPr>
            <p:cNvPr id="254" name="Straight Connector 253"/>
            <p:cNvCxnSpPr/>
            <p:nvPr/>
          </p:nvCxnSpPr>
          <p:spPr>
            <a:xfrm flipH="1">
              <a:off x="972019" y="2592414"/>
              <a:ext cx="1062433" cy="0"/>
            </a:xfrm>
            <a:prstGeom prst="line">
              <a:avLst/>
            </a:prstGeom>
            <a:ln w="19050">
              <a:solidFill>
                <a:schemeClr val="bg1">
                  <a:lumMod val="65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255" name="Text Placeholder 3"/>
            <p:cNvSpPr txBox="1">
              <a:spLocks/>
            </p:cNvSpPr>
            <p:nvPr/>
          </p:nvSpPr>
          <p:spPr>
            <a:xfrm>
              <a:off x="1314929" y="2624178"/>
              <a:ext cx="730466" cy="159374"/>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000" b="1" i="0" u="none" strike="noStrike" kern="1200" cap="none" spc="0" normalizeH="0" baseline="0" noProof="0" dirty="0">
                  <a:ln>
                    <a:noFill/>
                  </a:ln>
                  <a:solidFill>
                    <a:schemeClr val="tx1">
                      <a:lumMod val="65000"/>
                      <a:lumOff val="35000"/>
                    </a:schemeClr>
                  </a:solidFill>
                  <a:effectLst/>
                  <a:uLnTx/>
                  <a:uFillTx/>
                  <a:latin typeface="+mn-lt"/>
                  <a:ea typeface="+mn-ea"/>
                  <a:cs typeface="+mn-cs"/>
                </a:rPr>
                <a:t>KEY WORD</a:t>
              </a:r>
            </a:p>
          </p:txBody>
        </p:sp>
        <p:sp>
          <p:nvSpPr>
            <p:cNvPr id="256" name="Text Placeholder 3"/>
            <p:cNvSpPr txBox="1">
              <a:spLocks/>
            </p:cNvSpPr>
            <p:nvPr/>
          </p:nvSpPr>
          <p:spPr>
            <a:xfrm>
              <a:off x="1540709" y="2384111"/>
              <a:ext cx="278905" cy="191249"/>
            </a:xfrm>
            <a:prstGeom prst="rect">
              <a:avLst/>
            </a:prstGeom>
          </p:spPr>
          <p:txBody>
            <a:bodyPr wrap="none" lIns="0" tIns="0" rIns="0" bIns="0" anchor="ctr"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200" b="1" i="0" u="none" strike="noStrike" kern="1200" cap="none" spc="0" normalizeH="0" baseline="0" noProof="0" dirty="0">
                  <a:ln>
                    <a:noFill/>
                  </a:ln>
                  <a:solidFill>
                    <a:schemeClr val="tx1">
                      <a:lumMod val="65000"/>
                      <a:lumOff val="35000"/>
                    </a:schemeClr>
                  </a:solidFill>
                  <a:effectLst/>
                  <a:uLnTx/>
                  <a:uFillTx/>
                  <a:latin typeface="+mn-lt"/>
                  <a:ea typeface="+mn-ea"/>
                  <a:cs typeface="+mn-cs"/>
                </a:rPr>
                <a:t>50%</a:t>
              </a:r>
            </a:p>
          </p:txBody>
        </p:sp>
      </p:grpSp>
      <p:sp>
        <p:nvSpPr>
          <p:cNvPr id="257" name="TextBox 256"/>
          <p:cNvSpPr txBox="1"/>
          <p:nvPr/>
        </p:nvSpPr>
        <p:spPr>
          <a:xfrm>
            <a:off x="4466725" y="2564982"/>
            <a:ext cx="3889748" cy="923330"/>
          </a:xfrm>
          <a:prstGeom prst="rect">
            <a:avLst/>
          </a:prstGeom>
          <a:noFill/>
        </p:spPr>
        <p:txBody>
          <a:bodyPr wrap="square" rtlCol="0">
            <a:spAutoFit/>
          </a:bodyPr>
          <a:lstStyle/>
          <a:p>
            <a:r>
              <a:rPr lang="en-US" sz="1400" b="1" dirty="0">
                <a:solidFill>
                  <a:schemeClr val="bg1">
                    <a:lumMod val="65000"/>
                  </a:schemeClr>
                </a:solidFill>
              </a:rPr>
              <a:t>Description</a:t>
            </a:r>
            <a:endParaRPr lang="en-US" sz="1400" dirty="0">
              <a:solidFill>
                <a:schemeClr val="bg1">
                  <a:lumMod val="65000"/>
                </a:schemeClr>
              </a:solidFill>
            </a:endParaRPr>
          </a:p>
          <a:p>
            <a:r>
              <a:rPr lang="en-US" sz="1000" dirty="0">
                <a:solidFill>
                  <a:schemeClr val="tx1">
                    <a:lumMod val="65000"/>
                    <a:lumOff val="35000"/>
                  </a:schemeClr>
                </a:solidFill>
              </a:rPr>
              <a:t>There are many variations of passages of Lorem Ipsum available, but the majority have suffered alteration in some form, by injected humour, or randomized words which don't look even</a:t>
            </a:r>
            <a:br>
              <a:rPr lang="en-US" sz="1000" dirty="0">
                <a:solidFill>
                  <a:schemeClr val="tx1">
                    <a:lumMod val="65000"/>
                    <a:lumOff val="35000"/>
                  </a:schemeClr>
                </a:solidFill>
              </a:rPr>
            </a:br>
            <a:r>
              <a:rPr lang="en-US" sz="1000" dirty="0">
                <a:solidFill>
                  <a:schemeClr val="tx1">
                    <a:lumMod val="65000"/>
                    <a:lumOff val="35000"/>
                  </a:schemeClr>
                </a:solidFill>
              </a:rPr>
              <a:t>slightly believable </a:t>
            </a:r>
          </a:p>
        </p:txBody>
      </p:sp>
      <p:sp>
        <p:nvSpPr>
          <p:cNvPr id="258" name="Teardrop 257"/>
          <p:cNvSpPr/>
          <p:nvPr/>
        </p:nvSpPr>
        <p:spPr>
          <a:xfrm>
            <a:off x="4456786" y="3674017"/>
            <a:ext cx="880762" cy="880762"/>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dirty="0"/>
              <a:t>30%</a:t>
            </a:r>
          </a:p>
        </p:txBody>
      </p:sp>
      <p:sp>
        <p:nvSpPr>
          <p:cNvPr id="259" name="Teardrop 258"/>
          <p:cNvSpPr/>
          <p:nvPr/>
        </p:nvSpPr>
        <p:spPr>
          <a:xfrm>
            <a:off x="5459781" y="3674017"/>
            <a:ext cx="880762" cy="880762"/>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dirty="0"/>
              <a:t>40%</a:t>
            </a:r>
          </a:p>
        </p:txBody>
      </p:sp>
      <p:sp>
        <p:nvSpPr>
          <p:cNvPr id="260" name="Teardrop 259"/>
          <p:cNvSpPr/>
          <p:nvPr/>
        </p:nvSpPr>
        <p:spPr>
          <a:xfrm>
            <a:off x="6462776" y="3674017"/>
            <a:ext cx="880762" cy="880762"/>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dirty="0"/>
              <a:t>55%</a:t>
            </a:r>
          </a:p>
        </p:txBody>
      </p:sp>
      <p:sp>
        <p:nvSpPr>
          <p:cNvPr id="261" name="Teardrop 260"/>
          <p:cNvSpPr/>
          <p:nvPr/>
        </p:nvSpPr>
        <p:spPr>
          <a:xfrm>
            <a:off x="7465772" y="3674017"/>
            <a:ext cx="880762" cy="880762"/>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dirty="0"/>
              <a:t>90%</a:t>
            </a:r>
          </a:p>
        </p:txBody>
      </p:sp>
      <p:grpSp>
        <p:nvGrpSpPr>
          <p:cNvPr id="262" name="Group 79"/>
          <p:cNvGrpSpPr/>
          <p:nvPr/>
        </p:nvGrpSpPr>
        <p:grpSpPr>
          <a:xfrm>
            <a:off x="4558982" y="4841918"/>
            <a:ext cx="1668218" cy="809161"/>
            <a:chOff x="659295" y="3271728"/>
            <a:chExt cx="1668218" cy="809161"/>
          </a:xfrm>
        </p:grpSpPr>
        <p:sp>
          <p:nvSpPr>
            <p:cNvPr id="263" name="Text Placeholder 3"/>
            <p:cNvSpPr txBox="1">
              <a:spLocks/>
            </p:cNvSpPr>
            <p:nvPr/>
          </p:nvSpPr>
          <p:spPr>
            <a:xfrm>
              <a:off x="1081865" y="3271728"/>
              <a:ext cx="764633" cy="553998"/>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grpSp>
          <p:nvGrpSpPr>
            <p:cNvPr id="264" name="Group 179"/>
            <p:cNvGrpSpPr/>
            <p:nvPr/>
          </p:nvGrpSpPr>
          <p:grpSpPr>
            <a:xfrm>
              <a:off x="659295" y="3281791"/>
              <a:ext cx="305892" cy="782868"/>
              <a:chOff x="5054600" y="1652588"/>
              <a:chExt cx="187325" cy="479424"/>
            </a:xfrm>
            <a:solidFill>
              <a:schemeClr val="tx1">
                <a:lumMod val="50000"/>
                <a:lumOff val="50000"/>
              </a:schemeClr>
            </a:solidFill>
          </p:grpSpPr>
          <p:sp>
            <p:nvSpPr>
              <p:cNvPr id="266"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267"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265" name="Text Placeholder 3"/>
            <p:cNvSpPr txBox="1">
              <a:spLocks/>
            </p:cNvSpPr>
            <p:nvPr/>
          </p:nvSpPr>
          <p:spPr>
            <a:xfrm>
              <a:off x="1009932"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268" name="Group 80"/>
          <p:cNvGrpSpPr/>
          <p:nvPr/>
        </p:nvGrpSpPr>
        <p:grpSpPr>
          <a:xfrm>
            <a:off x="6450731" y="4829474"/>
            <a:ext cx="1679691" cy="834049"/>
            <a:chOff x="2551044" y="3246840"/>
            <a:chExt cx="1679691" cy="834049"/>
          </a:xfrm>
        </p:grpSpPr>
        <p:grpSp>
          <p:nvGrpSpPr>
            <p:cNvPr id="269" name="Group 184"/>
            <p:cNvGrpSpPr/>
            <p:nvPr/>
          </p:nvGrpSpPr>
          <p:grpSpPr>
            <a:xfrm>
              <a:off x="2551072" y="3271738"/>
              <a:ext cx="362111" cy="777397"/>
              <a:chOff x="6213475" y="1668463"/>
              <a:chExt cx="227013" cy="487362"/>
            </a:xfrm>
            <a:solidFill>
              <a:schemeClr val="tx1">
                <a:lumMod val="50000"/>
                <a:lumOff val="50000"/>
              </a:schemeClr>
            </a:solidFill>
          </p:grpSpPr>
          <p:sp>
            <p:nvSpPr>
              <p:cNvPr id="272"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273"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270" name="Text Placeholder 3"/>
            <p:cNvSpPr txBox="1">
              <a:spLocks/>
            </p:cNvSpPr>
            <p:nvPr/>
          </p:nvSpPr>
          <p:spPr>
            <a:xfrm>
              <a:off x="2976782" y="3246840"/>
              <a:ext cx="764633" cy="553998"/>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36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271"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39"/>
                                        </p:tgtEl>
                                        <p:attrNameLst>
                                          <p:attrName>style.visibility</p:attrName>
                                        </p:attrNameLst>
                                      </p:cBhvr>
                                      <p:to>
                                        <p:strVal val="visible"/>
                                      </p:to>
                                    </p:set>
                                    <p:anim calcmode="lin" valueType="num">
                                      <p:cBhvr>
                                        <p:cTn id="7" dur="500" fill="hold"/>
                                        <p:tgtEl>
                                          <p:spTgt spid="139"/>
                                        </p:tgtEl>
                                        <p:attrNameLst>
                                          <p:attrName>ppt_w</p:attrName>
                                        </p:attrNameLst>
                                      </p:cBhvr>
                                      <p:tavLst>
                                        <p:tav tm="0">
                                          <p:val>
                                            <p:fltVal val="0"/>
                                          </p:val>
                                        </p:tav>
                                        <p:tav tm="100000">
                                          <p:val>
                                            <p:strVal val="#ppt_w"/>
                                          </p:val>
                                        </p:tav>
                                      </p:tavLst>
                                    </p:anim>
                                    <p:anim calcmode="lin" valueType="num">
                                      <p:cBhvr>
                                        <p:cTn id="8" dur="500" fill="hold"/>
                                        <p:tgtEl>
                                          <p:spTgt spid="139"/>
                                        </p:tgtEl>
                                        <p:attrNameLst>
                                          <p:attrName>ppt_h</p:attrName>
                                        </p:attrNameLst>
                                      </p:cBhvr>
                                      <p:tavLst>
                                        <p:tav tm="0">
                                          <p:val>
                                            <p:fltVal val="0"/>
                                          </p:val>
                                        </p:tav>
                                        <p:tav tm="100000">
                                          <p:val>
                                            <p:strVal val="#ppt_h"/>
                                          </p:val>
                                        </p:tav>
                                      </p:tavLst>
                                    </p:anim>
                                    <p:animEffect transition="in" filter="fade">
                                      <p:cBhvr>
                                        <p:cTn id="9" dur="500"/>
                                        <p:tgtEl>
                                          <p:spTgt spid="139"/>
                                        </p:tgtEl>
                                      </p:cBhvr>
                                    </p:animEffect>
                                  </p:childTnLst>
                                </p:cTn>
                              </p:par>
                            </p:childTnLst>
                          </p:cTn>
                        </p:par>
                        <p:par>
                          <p:cTn id="10" fill="hold">
                            <p:stCondLst>
                              <p:cond delay="500"/>
                            </p:stCondLst>
                            <p:childTnLst>
                              <p:par>
                                <p:cTn id="11" presetID="23" presetClass="entr" presetSubtype="16" fill="hold" grpId="0" nodeType="afterEffect">
                                  <p:stCondLst>
                                    <p:cond delay="0"/>
                                  </p:stCondLst>
                                  <p:childTnLst>
                                    <p:set>
                                      <p:cBhvr>
                                        <p:cTn id="12" dur="1" fill="hold">
                                          <p:stCondLst>
                                            <p:cond delay="0"/>
                                          </p:stCondLst>
                                        </p:cTn>
                                        <p:tgtEl>
                                          <p:spTgt spid="229"/>
                                        </p:tgtEl>
                                        <p:attrNameLst>
                                          <p:attrName>style.visibility</p:attrName>
                                        </p:attrNameLst>
                                      </p:cBhvr>
                                      <p:to>
                                        <p:strVal val="visible"/>
                                      </p:to>
                                    </p:set>
                                    <p:anim calcmode="lin" valueType="num">
                                      <p:cBhvr>
                                        <p:cTn id="13" dur="500" fill="hold"/>
                                        <p:tgtEl>
                                          <p:spTgt spid="229"/>
                                        </p:tgtEl>
                                        <p:attrNameLst>
                                          <p:attrName>ppt_w</p:attrName>
                                        </p:attrNameLst>
                                      </p:cBhvr>
                                      <p:tavLst>
                                        <p:tav tm="0">
                                          <p:val>
                                            <p:fltVal val="0"/>
                                          </p:val>
                                        </p:tav>
                                        <p:tav tm="100000">
                                          <p:val>
                                            <p:strVal val="#ppt_w"/>
                                          </p:val>
                                        </p:tav>
                                      </p:tavLst>
                                    </p:anim>
                                    <p:anim calcmode="lin" valueType="num">
                                      <p:cBhvr>
                                        <p:cTn id="14" dur="500" fill="hold"/>
                                        <p:tgtEl>
                                          <p:spTgt spid="229"/>
                                        </p:tgtEl>
                                        <p:attrNameLst>
                                          <p:attrName>ppt_h</p:attrName>
                                        </p:attrNameLst>
                                      </p:cBhvr>
                                      <p:tavLst>
                                        <p:tav tm="0">
                                          <p:val>
                                            <p:fltVal val="0"/>
                                          </p:val>
                                        </p:tav>
                                        <p:tav tm="100000">
                                          <p:val>
                                            <p:strVal val="#ppt_h"/>
                                          </p:val>
                                        </p:tav>
                                      </p:tavLst>
                                    </p:anim>
                                  </p:childTnLst>
                                </p:cTn>
                              </p:par>
                            </p:childTnLst>
                          </p:cTn>
                        </p:par>
                        <p:par>
                          <p:cTn id="15" fill="hold">
                            <p:stCondLst>
                              <p:cond delay="1000"/>
                            </p:stCondLst>
                            <p:childTnLst>
                              <p:par>
                                <p:cTn id="16" presetID="18" presetClass="entr" presetSubtype="12" fill="hold" nodeType="afterEffect">
                                  <p:stCondLst>
                                    <p:cond delay="0"/>
                                  </p:stCondLst>
                                  <p:childTnLst>
                                    <p:set>
                                      <p:cBhvr>
                                        <p:cTn id="17" dur="1" fill="hold">
                                          <p:stCondLst>
                                            <p:cond delay="0"/>
                                          </p:stCondLst>
                                        </p:cTn>
                                        <p:tgtEl>
                                          <p:spTgt spid="243"/>
                                        </p:tgtEl>
                                        <p:attrNameLst>
                                          <p:attrName>style.visibility</p:attrName>
                                        </p:attrNameLst>
                                      </p:cBhvr>
                                      <p:to>
                                        <p:strVal val="visible"/>
                                      </p:to>
                                    </p:set>
                                    <p:animEffect transition="in" filter="strips(downLeft)">
                                      <p:cBhvr>
                                        <p:cTn id="18" dur="500"/>
                                        <p:tgtEl>
                                          <p:spTgt spid="243"/>
                                        </p:tgtEl>
                                      </p:cBhvr>
                                    </p:animEffect>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232"/>
                                        </p:tgtEl>
                                        <p:attrNameLst>
                                          <p:attrName>style.visibility</p:attrName>
                                        </p:attrNameLst>
                                      </p:cBhvr>
                                      <p:to>
                                        <p:strVal val="visible"/>
                                      </p:to>
                                    </p:set>
                                    <p:anim calcmode="lin" valueType="num">
                                      <p:cBhvr>
                                        <p:cTn id="22" dur="500" fill="hold"/>
                                        <p:tgtEl>
                                          <p:spTgt spid="232"/>
                                        </p:tgtEl>
                                        <p:attrNameLst>
                                          <p:attrName>ppt_w</p:attrName>
                                        </p:attrNameLst>
                                      </p:cBhvr>
                                      <p:tavLst>
                                        <p:tav tm="0">
                                          <p:val>
                                            <p:fltVal val="0"/>
                                          </p:val>
                                        </p:tav>
                                        <p:tav tm="100000">
                                          <p:val>
                                            <p:strVal val="#ppt_w"/>
                                          </p:val>
                                        </p:tav>
                                      </p:tavLst>
                                    </p:anim>
                                    <p:anim calcmode="lin" valueType="num">
                                      <p:cBhvr>
                                        <p:cTn id="23" dur="500" fill="hold"/>
                                        <p:tgtEl>
                                          <p:spTgt spid="232"/>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18" presetClass="entr" presetSubtype="12" fill="hold"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strips(downLeft)">
                                      <p:cBhvr>
                                        <p:cTn id="27" dur="500"/>
                                        <p:tgtEl>
                                          <p:spTgt spid="233"/>
                                        </p:tgtEl>
                                      </p:cBhvr>
                                    </p:animEffect>
                                  </p:childTnLst>
                                </p:cTn>
                              </p:par>
                            </p:childTnLst>
                          </p:cTn>
                        </p:par>
                        <p:par>
                          <p:cTn id="28" fill="hold">
                            <p:stCondLst>
                              <p:cond delay="2500"/>
                            </p:stCondLst>
                            <p:childTnLst>
                              <p:par>
                                <p:cTn id="29" presetID="23" presetClass="entr" presetSubtype="16" fill="hold" grpId="0" nodeType="afterEffect">
                                  <p:stCondLst>
                                    <p:cond delay="0"/>
                                  </p:stCondLst>
                                  <p:childTnLst>
                                    <p:set>
                                      <p:cBhvr>
                                        <p:cTn id="30" dur="1" fill="hold">
                                          <p:stCondLst>
                                            <p:cond delay="0"/>
                                          </p:stCondLst>
                                        </p:cTn>
                                        <p:tgtEl>
                                          <p:spTgt spid="230"/>
                                        </p:tgtEl>
                                        <p:attrNameLst>
                                          <p:attrName>style.visibility</p:attrName>
                                        </p:attrNameLst>
                                      </p:cBhvr>
                                      <p:to>
                                        <p:strVal val="visible"/>
                                      </p:to>
                                    </p:set>
                                    <p:anim calcmode="lin" valueType="num">
                                      <p:cBhvr>
                                        <p:cTn id="31" dur="500" fill="hold"/>
                                        <p:tgtEl>
                                          <p:spTgt spid="230"/>
                                        </p:tgtEl>
                                        <p:attrNameLst>
                                          <p:attrName>ppt_w</p:attrName>
                                        </p:attrNameLst>
                                      </p:cBhvr>
                                      <p:tavLst>
                                        <p:tav tm="0">
                                          <p:val>
                                            <p:fltVal val="0"/>
                                          </p:val>
                                        </p:tav>
                                        <p:tav tm="100000">
                                          <p:val>
                                            <p:strVal val="#ppt_w"/>
                                          </p:val>
                                        </p:tav>
                                      </p:tavLst>
                                    </p:anim>
                                    <p:anim calcmode="lin" valueType="num">
                                      <p:cBhvr>
                                        <p:cTn id="32" dur="500" fill="hold"/>
                                        <p:tgtEl>
                                          <p:spTgt spid="230"/>
                                        </p:tgtEl>
                                        <p:attrNameLst>
                                          <p:attrName>ppt_h</p:attrName>
                                        </p:attrNameLst>
                                      </p:cBhvr>
                                      <p:tavLst>
                                        <p:tav tm="0">
                                          <p:val>
                                            <p:fltVal val="0"/>
                                          </p:val>
                                        </p:tav>
                                        <p:tav tm="100000">
                                          <p:val>
                                            <p:strVal val="#ppt_h"/>
                                          </p:val>
                                        </p:tav>
                                      </p:tavLst>
                                    </p:anim>
                                  </p:childTnLst>
                                </p:cTn>
                              </p:par>
                            </p:childTnLst>
                          </p:cTn>
                        </p:par>
                        <p:par>
                          <p:cTn id="33" fill="hold">
                            <p:stCondLst>
                              <p:cond delay="3000"/>
                            </p:stCondLst>
                            <p:childTnLst>
                              <p:par>
                                <p:cTn id="34" presetID="18" presetClass="entr" presetSubtype="3" fill="hold" nodeType="afterEffect">
                                  <p:stCondLst>
                                    <p:cond delay="0"/>
                                  </p:stCondLst>
                                  <p:childTnLst>
                                    <p:set>
                                      <p:cBhvr>
                                        <p:cTn id="35" dur="1" fill="hold">
                                          <p:stCondLst>
                                            <p:cond delay="0"/>
                                          </p:stCondLst>
                                        </p:cTn>
                                        <p:tgtEl>
                                          <p:spTgt spid="248"/>
                                        </p:tgtEl>
                                        <p:attrNameLst>
                                          <p:attrName>style.visibility</p:attrName>
                                        </p:attrNameLst>
                                      </p:cBhvr>
                                      <p:to>
                                        <p:strVal val="visible"/>
                                      </p:to>
                                    </p:set>
                                    <p:animEffect transition="in" filter="strips(upRight)">
                                      <p:cBhvr>
                                        <p:cTn id="36" dur="500"/>
                                        <p:tgtEl>
                                          <p:spTgt spid="248"/>
                                        </p:tgtEl>
                                      </p:cBhvr>
                                    </p:animEffect>
                                  </p:childTnLst>
                                </p:cTn>
                              </p:par>
                            </p:childTnLst>
                          </p:cTn>
                        </p:par>
                        <p:par>
                          <p:cTn id="37" fill="hold">
                            <p:stCondLst>
                              <p:cond delay="3500"/>
                            </p:stCondLst>
                            <p:childTnLst>
                              <p:par>
                                <p:cTn id="38" presetID="23" presetClass="entr" presetSubtype="16" fill="hold" grpId="0" nodeType="afterEffect">
                                  <p:stCondLst>
                                    <p:cond delay="0"/>
                                  </p:stCondLst>
                                  <p:childTnLst>
                                    <p:set>
                                      <p:cBhvr>
                                        <p:cTn id="39" dur="1" fill="hold">
                                          <p:stCondLst>
                                            <p:cond delay="0"/>
                                          </p:stCondLst>
                                        </p:cTn>
                                        <p:tgtEl>
                                          <p:spTgt spid="252"/>
                                        </p:tgtEl>
                                        <p:attrNameLst>
                                          <p:attrName>style.visibility</p:attrName>
                                        </p:attrNameLst>
                                      </p:cBhvr>
                                      <p:to>
                                        <p:strVal val="visible"/>
                                      </p:to>
                                    </p:set>
                                    <p:anim calcmode="lin" valueType="num">
                                      <p:cBhvr>
                                        <p:cTn id="40" dur="500" fill="hold"/>
                                        <p:tgtEl>
                                          <p:spTgt spid="252"/>
                                        </p:tgtEl>
                                        <p:attrNameLst>
                                          <p:attrName>ppt_w</p:attrName>
                                        </p:attrNameLst>
                                      </p:cBhvr>
                                      <p:tavLst>
                                        <p:tav tm="0">
                                          <p:val>
                                            <p:fltVal val="0"/>
                                          </p:val>
                                        </p:tav>
                                        <p:tav tm="100000">
                                          <p:val>
                                            <p:strVal val="#ppt_w"/>
                                          </p:val>
                                        </p:tav>
                                      </p:tavLst>
                                    </p:anim>
                                    <p:anim calcmode="lin" valueType="num">
                                      <p:cBhvr>
                                        <p:cTn id="41" dur="500" fill="hold"/>
                                        <p:tgtEl>
                                          <p:spTgt spid="252"/>
                                        </p:tgtEl>
                                        <p:attrNameLst>
                                          <p:attrName>ppt_h</p:attrName>
                                        </p:attrNameLst>
                                      </p:cBhvr>
                                      <p:tavLst>
                                        <p:tav tm="0">
                                          <p:val>
                                            <p:fltVal val="0"/>
                                          </p:val>
                                        </p:tav>
                                        <p:tav tm="100000">
                                          <p:val>
                                            <p:strVal val="#ppt_h"/>
                                          </p:val>
                                        </p:tav>
                                      </p:tavLst>
                                    </p:anim>
                                  </p:childTnLst>
                                </p:cTn>
                              </p:par>
                            </p:childTnLst>
                          </p:cTn>
                        </p:par>
                        <p:par>
                          <p:cTn id="42" fill="hold">
                            <p:stCondLst>
                              <p:cond delay="4000"/>
                            </p:stCondLst>
                            <p:childTnLst>
                              <p:par>
                                <p:cTn id="43" presetID="18" presetClass="entr" presetSubtype="3" fill="hold" nodeType="afterEffect">
                                  <p:stCondLst>
                                    <p:cond delay="0"/>
                                  </p:stCondLst>
                                  <p:childTnLst>
                                    <p:set>
                                      <p:cBhvr>
                                        <p:cTn id="44" dur="1" fill="hold">
                                          <p:stCondLst>
                                            <p:cond delay="0"/>
                                          </p:stCondLst>
                                        </p:cTn>
                                        <p:tgtEl>
                                          <p:spTgt spid="253"/>
                                        </p:tgtEl>
                                        <p:attrNameLst>
                                          <p:attrName>style.visibility</p:attrName>
                                        </p:attrNameLst>
                                      </p:cBhvr>
                                      <p:to>
                                        <p:strVal val="visible"/>
                                      </p:to>
                                    </p:set>
                                    <p:animEffect transition="in" filter="strips(upRight)">
                                      <p:cBhvr>
                                        <p:cTn id="45" dur="500"/>
                                        <p:tgtEl>
                                          <p:spTgt spid="253"/>
                                        </p:tgtEl>
                                      </p:cBhvr>
                                    </p:animEffect>
                                  </p:childTnLst>
                                </p:cTn>
                              </p:par>
                            </p:childTnLst>
                          </p:cTn>
                        </p:par>
                        <p:par>
                          <p:cTn id="46" fill="hold">
                            <p:stCondLst>
                              <p:cond delay="4500"/>
                            </p:stCondLst>
                            <p:childTnLst>
                              <p:par>
                                <p:cTn id="47" presetID="49" presetClass="entr" presetSubtype="0" decel="100000" fill="hold" grpId="0" nodeType="afterEffect">
                                  <p:stCondLst>
                                    <p:cond delay="0"/>
                                  </p:stCondLst>
                                  <p:childTnLst>
                                    <p:set>
                                      <p:cBhvr>
                                        <p:cTn id="48" dur="1" fill="hold">
                                          <p:stCondLst>
                                            <p:cond delay="0"/>
                                          </p:stCondLst>
                                        </p:cTn>
                                        <p:tgtEl>
                                          <p:spTgt spid="231"/>
                                        </p:tgtEl>
                                        <p:attrNameLst>
                                          <p:attrName>style.visibility</p:attrName>
                                        </p:attrNameLst>
                                      </p:cBhvr>
                                      <p:to>
                                        <p:strVal val="visible"/>
                                      </p:to>
                                    </p:set>
                                    <p:anim calcmode="lin" valueType="num">
                                      <p:cBhvr>
                                        <p:cTn id="49" dur="500" fill="hold"/>
                                        <p:tgtEl>
                                          <p:spTgt spid="231"/>
                                        </p:tgtEl>
                                        <p:attrNameLst>
                                          <p:attrName>ppt_w</p:attrName>
                                        </p:attrNameLst>
                                      </p:cBhvr>
                                      <p:tavLst>
                                        <p:tav tm="0">
                                          <p:val>
                                            <p:fltVal val="0"/>
                                          </p:val>
                                        </p:tav>
                                        <p:tav tm="100000">
                                          <p:val>
                                            <p:strVal val="#ppt_w"/>
                                          </p:val>
                                        </p:tav>
                                      </p:tavLst>
                                    </p:anim>
                                    <p:anim calcmode="lin" valueType="num">
                                      <p:cBhvr>
                                        <p:cTn id="50" dur="500" fill="hold"/>
                                        <p:tgtEl>
                                          <p:spTgt spid="231"/>
                                        </p:tgtEl>
                                        <p:attrNameLst>
                                          <p:attrName>ppt_h</p:attrName>
                                        </p:attrNameLst>
                                      </p:cBhvr>
                                      <p:tavLst>
                                        <p:tav tm="0">
                                          <p:val>
                                            <p:fltVal val="0"/>
                                          </p:val>
                                        </p:tav>
                                        <p:tav tm="100000">
                                          <p:val>
                                            <p:strVal val="#ppt_h"/>
                                          </p:val>
                                        </p:tav>
                                      </p:tavLst>
                                    </p:anim>
                                    <p:anim calcmode="lin" valueType="num">
                                      <p:cBhvr>
                                        <p:cTn id="51" dur="500" fill="hold"/>
                                        <p:tgtEl>
                                          <p:spTgt spid="231"/>
                                        </p:tgtEl>
                                        <p:attrNameLst>
                                          <p:attrName>style.rotation</p:attrName>
                                        </p:attrNameLst>
                                      </p:cBhvr>
                                      <p:tavLst>
                                        <p:tav tm="0">
                                          <p:val>
                                            <p:fltVal val="360"/>
                                          </p:val>
                                        </p:tav>
                                        <p:tav tm="100000">
                                          <p:val>
                                            <p:fltVal val="0"/>
                                          </p:val>
                                        </p:tav>
                                      </p:tavLst>
                                    </p:anim>
                                    <p:animEffect transition="in" filter="fade">
                                      <p:cBhvr>
                                        <p:cTn id="52" dur="500"/>
                                        <p:tgtEl>
                                          <p:spTgt spid="231"/>
                                        </p:tgtEl>
                                      </p:cBhvr>
                                    </p:animEffect>
                                  </p:childTnLst>
                                </p:cTn>
                              </p:par>
                            </p:childTnLst>
                          </p:cTn>
                        </p:par>
                        <p:par>
                          <p:cTn id="53" fill="hold">
                            <p:stCondLst>
                              <p:cond delay="5000"/>
                            </p:stCondLst>
                            <p:childTnLst>
                              <p:par>
                                <p:cTn id="54" presetID="18" presetClass="entr" presetSubtype="3" fill="hold" nodeType="afterEffect">
                                  <p:stCondLst>
                                    <p:cond delay="0"/>
                                  </p:stCondLst>
                                  <p:childTnLst>
                                    <p:set>
                                      <p:cBhvr>
                                        <p:cTn id="55" dur="1" fill="hold">
                                          <p:stCondLst>
                                            <p:cond delay="0"/>
                                          </p:stCondLst>
                                        </p:cTn>
                                        <p:tgtEl>
                                          <p:spTgt spid="238"/>
                                        </p:tgtEl>
                                        <p:attrNameLst>
                                          <p:attrName>style.visibility</p:attrName>
                                        </p:attrNameLst>
                                      </p:cBhvr>
                                      <p:to>
                                        <p:strVal val="visible"/>
                                      </p:to>
                                    </p:set>
                                    <p:animEffect transition="in" filter="strips(upRight)">
                                      <p:cBhvr>
                                        <p:cTn id="56" dur="500"/>
                                        <p:tgtEl>
                                          <p:spTgt spid="238"/>
                                        </p:tgtEl>
                                      </p:cBhvr>
                                    </p:animEffect>
                                  </p:childTnLst>
                                </p:cTn>
                              </p:par>
                            </p:childTnLst>
                          </p:cTn>
                        </p:par>
                        <p:par>
                          <p:cTn id="57" fill="hold">
                            <p:stCondLst>
                              <p:cond delay="5500"/>
                            </p:stCondLst>
                            <p:childTnLst>
                              <p:par>
                                <p:cTn id="58" presetID="12" presetClass="entr" presetSubtype="4" fill="hold" grpId="0" nodeType="afterEffect">
                                  <p:stCondLst>
                                    <p:cond delay="0"/>
                                  </p:stCondLst>
                                  <p:childTnLst>
                                    <p:set>
                                      <p:cBhvr>
                                        <p:cTn id="59" dur="1" fill="hold">
                                          <p:stCondLst>
                                            <p:cond delay="0"/>
                                          </p:stCondLst>
                                        </p:cTn>
                                        <p:tgtEl>
                                          <p:spTgt spid="257"/>
                                        </p:tgtEl>
                                        <p:attrNameLst>
                                          <p:attrName>style.visibility</p:attrName>
                                        </p:attrNameLst>
                                      </p:cBhvr>
                                      <p:to>
                                        <p:strVal val="visible"/>
                                      </p:to>
                                    </p:set>
                                    <p:animEffect transition="in" filter="slide(fromBottom)">
                                      <p:cBhvr>
                                        <p:cTn id="60" dur="500"/>
                                        <p:tgtEl>
                                          <p:spTgt spid="257"/>
                                        </p:tgtEl>
                                      </p:cBhvr>
                                    </p:animEffect>
                                  </p:childTnLst>
                                </p:cTn>
                              </p:par>
                            </p:childTnLst>
                          </p:cTn>
                        </p:par>
                        <p:par>
                          <p:cTn id="61" fill="hold">
                            <p:stCondLst>
                              <p:cond delay="6000"/>
                            </p:stCondLst>
                            <p:childTnLst>
                              <p:par>
                                <p:cTn id="62" presetID="53" presetClass="entr" presetSubtype="0" fill="hold" grpId="0" nodeType="afterEffect">
                                  <p:stCondLst>
                                    <p:cond delay="0"/>
                                  </p:stCondLst>
                                  <p:childTnLst>
                                    <p:set>
                                      <p:cBhvr>
                                        <p:cTn id="63" dur="1" fill="hold">
                                          <p:stCondLst>
                                            <p:cond delay="0"/>
                                          </p:stCondLst>
                                        </p:cTn>
                                        <p:tgtEl>
                                          <p:spTgt spid="258"/>
                                        </p:tgtEl>
                                        <p:attrNameLst>
                                          <p:attrName>style.visibility</p:attrName>
                                        </p:attrNameLst>
                                      </p:cBhvr>
                                      <p:to>
                                        <p:strVal val="visible"/>
                                      </p:to>
                                    </p:set>
                                    <p:anim calcmode="lin" valueType="num">
                                      <p:cBhvr>
                                        <p:cTn id="64" dur="500" fill="hold"/>
                                        <p:tgtEl>
                                          <p:spTgt spid="258"/>
                                        </p:tgtEl>
                                        <p:attrNameLst>
                                          <p:attrName>ppt_w</p:attrName>
                                        </p:attrNameLst>
                                      </p:cBhvr>
                                      <p:tavLst>
                                        <p:tav tm="0">
                                          <p:val>
                                            <p:fltVal val="0"/>
                                          </p:val>
                                        </p:tav>
                                        <p:tav tm="100000">
                                          <p:val>
                                            <p:strVal val="#ppt_w"/>
                                          </p:val>
                                        </p:tav>
                                      </p:tavLst>
                                    </p:anim>
                                    <p:anim calcmode="lin" valueType="num">
                                      <p:cBhvr>
                                        <p:cTn id="65" dur="500" fill="hold"/>
                                        <p:tgtEl>
                                          <p:spTgt spid="258"/>
                                        </p:tgtEl>
                                        <p:attrNameLst>
                                          <p:attrName>ppt_h</p:attrName>
                                        </p:attrNameLst>
                                      </p:cBhvr>
                                      <p:tavLst>
                                        <p:tav tm="0">
                                          <p:val>
                                            <p:fltVal val="0"/>
                                          </p:val>
                                        </p:tav>
                                        <p:tav tm="100000">
                                          <p:val>
                                            <p:strVal val="#ppt_h"/>
                                          </p:val>
                                        </p:tav>
                                      </p:tavLst>
                                    </p:anim>
                                    <p:animEffect transition="in" filter="fade">
                                      <p:cBhvr>
                                        <p:cTn id="66" dur="500"/>
                                        <p:tgtEl>
                                          <p:spTgt spid="258"/>
                                        </p:tgtEl>
                                      </p:cBhvr>
                                    </p:animEffect>
                                  </p:childTnLst>
                                </p:cTn>
                              </p:par>
                            </p:childTnLst>
                          </p:cTn>
                        </p:par>
                        <p:par>
                          <p:cTn id="67" fill="hold">
                            <p:stCondLst>
                              <p:cond delay="6500"/>
                            </p:stCondLst>
                            <p:childTnLst>
                              <p:par>
                                <p:cTn id="68" presetID="53" presetClass="entr" presetSubtype="0" fill="hold" grpId="0" nodeType="afterEffect">
                                  <p:stCondLst>
                                    <p:cond delay="0"/>
                                  </p:stCondLst>
                                  <p:childTnLst>
                                    <p:set>
                                      <p:cBhvr>
                                        <p:cTn id="69" dur="1" fill="hold">
                                          <p:stCondLst>
                                            <p:cond delay="0"/>
                                          </p:stCondLst>
                                        </p:cTn>
                                        <p:tgtEl>
                                          <p:spTgt spid="259"/>
                                        </p:tgtEl>
                                        <p:attrNameLst>
                                          <p:attrName>style.visibility</p:attrName>
                                        </p:attrNameLst>
                                      </p:cBhvr>
                                      <p:to>
                                        <p:strVal val="visible"/>
                                      </p:to>
                                    </p:set>
                                    <p:anim calcmode="lin" valueType="num">
                                      <p:cBhvr>
                                        <p:cTn id="70" dur="500" fill="hold"/>
                                        <p:tgtEl>
                                          <p:spTgt spid="259"/>
                                        </p:tgtEl>
                                        <p:attrNameLst>
                                          <p:attrName>ppt_w</p:attrName>
                                        </p:attrNameLst>
                                      </p:cBhvr>
                                      <p:tavLst>
                                        <p:tav tm="0">
                                          <p:val>
                                            <p:fltVal val="0"/>
                                          </p:val>
                                        </p:tav>
                                        <p:tav tm="100000">
                                          <p:val>
                                            <p:strVal val="#ppt_w"/>
                                          </p:val>
                                        </p:tav>
                                      </p:tavLst>
                                    </p:anim>
                                    <p:anim calcmode="lin" valueType="num">
                                      <p:cBhvr>
                                        <p:cTn id="71" dur="500" fill="hold"/>
                                        <p:tgtEl>
                                          <p:spTgt spid="259"/>
                                        </p:tgtEl>
                                        <p:attrNameLst>
                                          <p:attrName>ppt_h</p:attrName>
                                        </p:attrNameLst>
                                      </p:cBhvr>
                                      <p:tavLst>
                                        <p:tav tm="0">
                                          <p:val>
                                            <p:fltVal val="0"/>
                                          </p:val>
                                        </p:tav>
                                        <p:tav tm="100000">
                                          <p:val>
                                            <p:strVal val="#ppt_h"/>
                                          </p:val>
                                        </p:tav>
                                      </p:tavLst>
                                    </p:anim>
                                    <p:animEffect transition="in" filter="fade">
                                      <p:cBhvr>
                                        <p:cTn id="72" dur="500"/>
                                        <p:tgtEl>
                                          <p:spTgt spid="259"/>
                                        </p:tgtEl>
                                      </p:cBhvr>
                                    </p:animEffect>
                                  </p:childTnLst>
                                </p:cTn>
                              </p:par>
                            </p:childTnLst>
                          </p:cTn>
                        </p:par>
                        <p:par>
                          <p:cTn id="73" fill="hold">
                            <p:stCondLst>
                              <p:cond delay="7000"/>
                            </p:stCondLst>
                            <p:childTnLst>
                              <p:par>
                                <p:cTn id="74" presetID="53" presetClass="entr" presetSubtype="0" fill="hold" grpId="0" nodeType="afterEffect">
                                  <p:stCondLst>
                                    <p:cond delay="0"/>
                                  </p:stCondLst>
                                  <p:childTnLst>
                                    <p:set>
                                      <p:cBhvr>
                                        <p:cTn id="75" dur="1" fill="hold">
                                          <p:stCondLst>
                                            <p:cond delay="0"/>
                                          </p:stCondLst>
                                        </p:cTn>
                                        <p:tgtEl>
                                          <p:spTgt spid="260"/>
                                        </p:tgtEl>
                                        <p:attrNameLst>
                                          <p:attrName>style.visibility</p:attrName>
                                        </p:attrNameLst>
                                      </p:cBhvr>
                                      <p:to>
                                        <p:strVal val="visible"/>
                                      </p:to>
                                    </p:set>
                                    <p:anim calcmode="lin" valueType="num">
                                      <p:cBhvr>
                                        <p:cTn id="76" dur="500" fill="hold"/>
                                        <p:tgtEl>
                                          <p:spTgt spid="260"/>
                                        </p:tgtEl>
                                        <p:attrNameLst>
                                          <p:attrName>ppt_w</p:attrName>
                                        </p:attrNameLst>
                                      </p:cBhvr>
                                      <p:tavLst>
                                        <p:tav tm="0">
                                          <p:val>
                                            <p:fltVal val="0"/>
                                          </p:val>
                                        </p:tav>
                                        <p:tav tm="100000">
                                          <p:val>
                                            <p:strVal val="#ppt_w"/>
                                          </p:val>
                                        </p:tav>
                                      </p:tavLst>
                                    </p:anim>
                                    <p:anim calcmode="lin" valueType="num">
                                      <p:cBhvr>
                                        <p:cTn id="77" dur="500" fill="hold"/>
                                        <p:tgtEl>
                                          <p:spTgt spid="260"/>
                                        </p:tgtEl>
                                        <p:attrNameLst>
                                          <p:attrName>ppt_h</p:attrName>
                                        </p:attrNameLst>
                                      </p:cBhvr>
                                      <p:tavLst>
                                        <p:tav tm="0">
                                          <p:val>
                                            <p:fltVal val="0"/>
                                          </p:val>
                                        </p:tav>
                                        <p:tav tm="100000">
                                          <p:val>
                                            <p:strVal val="#ppt_h"/>
                                          </p:val>
                                        </p:tav>
                                      </p:tavLst>
                                    </p:anim>
                                    <p:animEffect transition="in" filter="fade">
                                      <p:cBhvr>
                                        <p:cTn id="78" dur="500"/>
                                        <p:tgtEl>
                                          <p:spTgt spid="260"/>
                                        </p:tgtEl>
                                      </p:cBhvr>
                                    </p:animEffect>
                                  </p:childTnLst>
                                </p:cTn>
                              </p:par>
                            </p:childTnLst>
                          </p:cTn>
                        </p:par>
                        <p:par>
                          <p:cTn id="79" fill="hold">
                            <p:stCondLst>
                              <p:cond delay="7500"/>
                            </p:stCondLst>
                            <p:childTnLst>
                              <p:par>
                                <p:cTn id="80" presetID="53" presetClass="entr" presetSubtype="0" fill="hold" grpId="0" nodeType="afterEffect">
                                  <p:stCondLst>
                                    <p:cond delay="0"/>
                                  </p:stCondLst>
                                  <p:childTnLst>
                                    <p:set>
                                      <p:cBhvr>
                                        <p:cTn id="81" dur="1" fill="hold">
                                          <p:stCondLst>
                                            <p:cond delay="0"/>
                                          </p:stCondLst>
                                        </p:cTn>
                                        <p:tgtEl>
                                          <p:spTgt spid="261"/>
                                        </p:tgtEl>
                                        <p:attrNameLst>
                                          <p:attrName>style.visibility</p:attrName>
                                        </p:attrNameLst>
                                      </p:cBhvr>
                                      <p:to>
                                        <p:strVal val="visible"/>
                                      </p:to>
                                    </p:set>
                                    <p:anim calcmode="lin" valueType="num">
                                      <p:cBhvr>
                                        <p:cTn id="82" dur="500" fill="hold"/>
                                        <p:tgtEl>
                                          <p:spTgt spid="261"/>
                                        </p:tgtEl>
                                        <p:attrNameLst>
                                          <p:attrName>ppt_w</p:attrName>
                                        </p:attrNameLst>
                                      </p:cBhvr>
                                      <p:tavLst>
                                        <p:tav tm="0">
                                          <p:val>
                                            <p:fltVal val="0"/>
                                          </p:val>
                                        </p:tav>
                                        <p:tav tm="100000">
                                          <p:val>
                                            <p:strVal val="#ppt_w"/>
                                          </p:val>
                                        </p:tav>
                                      </p:tavLst>
                                    </p:anim>
                                    <p:anim calcmode="lin" valueType="num">
                                      <p:cBhvr>
                                        <p:cTn id="83" dur="500" fill="hold"/>
                                        <p:tgtEl>
                                          <p:spTgt spid="261"/>
                                        </p:tgtEl>
                                        <p:attrNameLst>
                                          <p:attrName>ppt_h</p:attrName>
                                        </p:attrNameLst>
                                      </p:cBhvr>
                                      <p:tavLst>
                                        <p:tav tm="0">
                                          <p:val>
                                            <p:fltVal val="0"/>
                                          </p:val>
                                        </p:tav>
                                        <p:tav tm="100000">
                                          <p:val>
                                            <p:strVal val="#ppt_h"/>
                                          </p:val>
                                        </p:tav>
                                      </p:tavLst>
                                    </p:anim>
                                    <p:animEffect transition="in" filter="fade">
                                      <p:cBhvr>
                                        <p:cTn id="84" dur="500"/>
                                        <p:tgtEl>
                                          <p:spTgt spid="261"/>
                                        </p:tgtEl>
                                      </p:cBhvr>
                                    </p:animEffect>
                                  </p:childTnLst>
                                </p:cTn>
                              </p:par>
                            </p:childTnLst>
                          </p:cTn>
                        </p:par>
                        <p:par>
                          <p:cTn id="85" fill="hold">
                            <p:stCondLst>
                              <p:cond delay="8000"/>
                            </p:stCondLst>
                            <p:childTnLst>
                              <p:par>
                                <p:cTn id="86" presetID="12" presetClass="entr" presetSubtype="4" fill="hold" nodeType="afterEffect">
                                  <p:stCondLst>
                                    <p:cond delay="0"/>
                                  </p:stCondLst>
                                  <p:childTnLst>
                                    <p:set>
                                      <p:cBhvr>
                                        <p:cTn id="87" dur="1" fill="hold">
                                          <p:stCondLst>
                                            <p:cond delay="0"/>
                                          </p:stCondLst>
                                        </p:cTn>
                                        <p:tgtEl>
                                          <p:spTgt spid="262"/>
                                        </p:tgtEl>
                                        <p:attrNameLst>
                                          <p:attrName>style.visibility</p:attrName>
                                        </p:attrNameLst>
                                      </p:cBhvr>
                                      <p:to>
                                        <p:strVal val="visible"/>
                                      </p:to>
                                    </p:set>
                                    <p:animEffect transition="in" filter="slide(fromBottom)">
                                      <p:cBhvr>
                                        <p:cTn id="88" dur="500"/>
                                        <p:tgtEl>
                                          <p:spTgt spid="262"/>
                                        </p:tgtEl>
                                      </p:cBhvr>
                                    </p:animEffect>
                                  </p:childTnLst>
                                </p:cTn>
                              </p:par>
                            </p:childTnLst>
                          </p:cTn>
                        </p:par>
                        <p:par>
                          <p:cTn id="89" fill="hold">
                            <p:stCondLst>
                              <p:cond delay="8500"/>
                            </p:stCondLst>
                            <p:childTnLst>
                              <p:par>
                                <p:cTn id="90" presetID="12" presetClass="entr" presetSubtype="4" fill="hold" nodeType="afterEffect">
                                  <p:stCondLst>
                                    <p:cond delay="0"/>
                                  </p:stCondLst>
                                  <p:childTnLst>
                                    <p:set>
                                      <p:cBhvr>
                                        <p:cTn id="91" dur="1" fill="hold">
                                          <p:stCondLst>
                                            <p:cond delay="0"/>
                                          </p:stCondLst>
                                        </p:cTn>
                                        <p:tgtEl>
                                          <p:spTgt spid="268"/>
                                        </p:tgtEl>
                                        <p:attrNameLst>
                                          <p:attrName>style.visibility</p:attrName>
                                        </p:attrNameLst>
                                      </p:cBhvr>
                                      <p:to>
                                        <p:strVal val="visible"/>
                                      </p:to>
                                    </p:set>
                                    <p:animEffect transition="in" filter="slide(fromBottom)">
                                      <p:cBhvr>
                                        <p:cTn id="92" dur="500"/>
                                        <p:tgtEl>
                                          <p:spTgt spid="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30" grpId="0" animBg="1"/>
      <p:bldP spid="231" grpId="0" animBg="1"/>
      <p:bldP spid="232" grpId="0" animBg="1"/>
      <p:bldP spid="252" grpId="0" animBg="1"/>
      <p:bldP spid="257" grpId="0"/>
      <p:bldP spid="258" grpId="0" animBg="1"/>
      <p:bldP spid="259" grpId="0" animBg="1"/>
      <p:bldP spid="260" grpId="0" animBg="1"/>
      <p:bldP spid="26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Portugal Map Slide</a:t>
            </a:r>
            <a:endParaRPr lang="en-US" dirty="0"/>
          </a:p>
        </p:txBody>
      </p:sp>
      <p:sp>
        <p:nvSpPr>
          <p:cNvPr id="8" name="Text Placeholder 7"/>
          <p:cNvSpPr>
            <a:spLocks noGrp="1"/>
          </p:cNvSpPr>
          <p:nvPr>
            <p:ph type="body" sz="half" idx="2"/>
          </p:nvPr>
        </p:nvSpPr>
        <p:spPr>
          <a:xfrm>
            <a:off x="2514600" y="1247775"/>
            <a:ext cx="4114800" cy="200025"/>
          </a:xfrm>
        </p:spPr>
        <p:txBody>
          <a:bodyPr/>
          <a:lstStyle/>
          <a:p>
            <a:r>
              <a:rPr lang="en-US"/>
              <a:t>Portugal Map Slide</a:t>
            </a:r>
            <a:endParaRPr lang="en-US" dirty="0"/>
          </a:p>
        </p:txBody>
      </p:sp>
      <p:grpSp>
        <p:nvGrpSpPr>
          <p:cNvPr id="143" name="Group 142"/>
          <p:cNvGrpSpPr/>
          <p:nvPr/>
        </p:nvGrpSpPr>
        <p:grpSpPr>
          <a:xfrm>
            <a:off x="3648075" y="2198187"/>
            <a:ext cx="1847850" cy="3760787"/>
            <a:chOff x="3649663" y="1042988"/>
            <a:chExt cx="1847850" cy="3760787"/>
          </a:xfrm>
          <a:solidFill>
            <a:schemeClr val="bg1">
              <a:lumMod val="85000"/>
            </a:schemeClr>
          </a:solidFill>
        </p:grpSpPr>
        <p:sp>
          <p:nvSpPr>
            <p:cNvPr id="144" name="Freeform 5"/>
            <p:cNvSpPr>
              <a:spLocks/>
            </p:cNvSpPr>
            <p:nvPr/>
          </p:nvSpPr>
          <p:spPr bwMode="auto">
            <a:xfrm>
              <a:off x="4660900" y="4741863"/>
              <a:ext cx="36513" cy="22225"/>
            </a:xfrm>
            <a:custGeom>
              <a:avLst/>
              <a:gdLst/>
              <a:ahLst/>
              <a:cxnLst>
                <a:cxn ang="0">
                  <a:pos x="7" y="6"/>
                </a:cxn>
                <a:cxn ang="0">
                  <a:pos x="5" y="6"/>
                </a:cxn>
                <a:cxn ang="0">
                  <a:pos x="1" y="8"/>
                </a:cxn>
                <a:cxn ang="0">
                  <a:pos x="1" y="10"/>
                </a:cxn>
                <a:cxn ang="0">
                  <a:pos x="2" y="11"/>
                </a:cxn>
                <a:cxn ang="0">
                  <a:pos x="5" y="13"/>
                </a:cxn>
                <a:cxn ang="0">
                  <a:pos x="8" y="12"/>
                </a:cxn>
                <a:cxn ang="0">
                  <a:pos x="10" y="9"/>
                </a:cxn>
                <a:cxn ang="0">
                  <a:pos x="13" y="7"/>
                </a:cxn>
                <a:cxn ang="0">
                  <a:pos x="15" y="6"/>
                </a:cxn>
                <a:cxn ang="0">
                  <a:pos x="18" y="4"/>
                </a:cxn>
                <a:cxn ang="0">
                  <a:pos x="20" y="2"/>
                </a:cxn>
                <a:cxn ang="0">
                  <a:pos x="22" y="2"/>
                </a:cxn>
                <a:cxn ang="0">
                  <a:pos x="22" y="1"/>
                </a:cxn>
                <a:cxn ang="0">
                  <a:pos x="20" y="1"/>
                </a:cxn>
                <a:cxn ang="0">
                  <a:pos x="19" y="1"/>
                </a:cxn>
                <a:cxn ang="0">
                  <a:pos x="17" y="2"/>
                </a:cxn>
                <a:cxn ang="0">
                  <a:pos x="15" y="3"/>
                </a:cxn>
                <a:cxn ang="0">
                  <a:pos x="14" y="4"/>
                </a:cxn>
                <a:cxn ang="0">
                  <a:pos x="12" y="5"/>
                </a:cxn>
                <a:cxn ang="0">
                  <a:pos x="10" y="6"/>
                </a:cxn>
                <a:cxn ang="0">
                  <a:pos x="7" y="6"/>
                </a:cxn>
              </a:cxnLst>
              <a:rect l="0" t="0" r="r" b="b"/>
              <a:pathLst>
                <a:path w="22" h="13">
                  <a:moveTo>
                    <a:pt x="7" y="6"/>
                  </a:moveTo>
                  <a:cubicBezTo>
                    <a:pt x="7" y="6"/>
                    <a:pt x="6" y="6"/>
                    <a:pt x="5" y="6"/>
                  </a:cubicBezTo>
                  <a:cubicBezTo>
                    <a:pt x="4" y="7"/>
                    <a:pt x="2" y="7"/>
                    <a:pt x="1" y="8"/>
                  </a:cubicBezTo>
                  <a:cubicBezTo>
                    <a:pt x="1" y="8"/>
                    <a:pt x="0" y="9"/>
                    <a:pt x="1" y="10"/>
                  </a:cubicBezTo>
                  <a:cubicBezTo>
                    <a:pt x="1" y="10"/>
                    <a:pt x="2" y="11"/>
                    <a:pt x="2" y="11"/>
                  </a:cubicBezTo>
                  <a:cubicBezTo>
                    <a:pt x="3" y="12"/>
                    <a:pt x="4" y="13"/>
                    <a:pt x="5" y="13"/>
                  </a:cubicBezTo>
                  <a:cubicBezTo>
                    <a:pt x="6" y="13"/>
                    <a:pt x="8" y="12"/>
                    <a:pt x="8" y="12"/>
                  </a:cubicBezTo>
                  <a:cubicBezTo>
                    <a:pt x="9" y="11"/>
                    <a:pt x="10" y="10"/>
                    <a:pt x="10" y="9"/>
                  </a:cubicBezTo>
                  <a:cubicBezTo>
                    <a:pt x="11" y="9"/>
                    <a:pt x="13" y="8"/>
                    <a:pt x="13" y="7"/>
                  </a:cubicBezTo>
                  <a:cubicBezTo>
                    <a:pt x="14" y="7"/>
                    <a:pt x="15" y="7"/>
                    <a:pt x="15" y="6"/>
                  </a:cubicBezTo>
                  <a:cubicBezTo>
                    <a:pt x="16" y="6"/>
                    <a:pt x="17" y="5"/>
                    <a:pt x="18" y="4"/>
                  </a:cubicBezTo>
                  <a:cubicBezTo>
                    <a:pt x="19" y="4"/>
                    <a:pt x="20" y="3"/>
                    <a:pt x="20" y="2"/>
                  </a:cubicBezTo>
                  <a:cubicBezTo>
                    <a:pt x="21" y="2"/>
                    <a:pt x="22" y="2"/>
                    <a:pt x="22" y="2"/>
                  </a:cubicBezTo>
                  <a:cubicBezTo>
                    <a:pt x="22" y="1"/>
                    <a:pt x="22" y="1"/>
                    <a:pt x="22" y="1"/>
                  </a:cubicBezTo>
                  <a:cubicBezTo>
                    <a:pt x="22" y="0"/>
                    <a:pt x="21" y="1"/>
                    <a:pt x="20" y="1"/>
                  </a:cubicBezTo>
                  <a:cubicBezTo>
                    <a:pt x="20" y="1"/>
                    <a:pt x="19" y="1"/>
                    <a:pt x="19" y="1"/>
                  </a:cubicBezTo>
                  <a:cubicBezTo>
                    <a:pt x="18" y="1"/>
                    <a:pt x="17" y="2"/>
                    <a:pt x="17" y="2"/>
                  </a:cubicBezTo>
                  <a:cubicBezTo>
                    <a:pt x="16" y="2"/>
                    <a:pt x="15" y="2"/>
                    <a:pt x="15" y="3"/>
                  </a:cubicBezTo>
                  <a:cubicBezTo>
                    <a:pt x="14" y="3"/>
                    <a:pt x="14" y="4"/>
                    <a:pt x="14" y="4"/>
                  </a:cubicBezTo>
                  <a:cubicBezTo>
                    <a:pt x="14" y="5"/>
                    <a:pt x="13" y="5"/>
                    <a:pt x="12" y="5"/>
                  </a:cubicBezTo>
                  <a:cubicBezTo>
                    <a:pt x="12" y="6"/>
                    <a:pt x="10" y="6"/>
                    <a:pt x="10" y="6"/>
                  </a:cubicBezTo>
                  <a:cubicBezTo>
                    <a:pt x="9" y="6"/>
                    <a:pt x="8" y="6"/>
                    <a:pt x="7"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6"/>
            <p:cNvSpPr>
              <a:spLocks/>
            </p:cNvSpPr>
            <p:nvPr/>
          </p:nvSpPr>
          <p:spPr bwMode="auto">
            <a:xfrm>
              <a:off x="4699000" y="4733925"/>
              <a:ext cx="9525" cy="6350"/>
            </a:xfrm>
            <a:custGeom>
              <a:avLst/>
              <a:gdLst/>
              <a:ahLst/>
              <a:cxnLst>
                <a:cxn ang="0">
                  <a:pos x="5" y="1"/>
                </a:cxn>
                <a:cxn ang="0">
                  <a:pos x="4" y="1"/>
                </a:cxn>
                <a:cxn ang="0">
                  <a:pos x="1" y="2"/>
                </a:cxn>
                <a:cxn ang="0">
                  <a:pos x="1" y="2"/>
                </a:cxn>
                <a:cxn ang="0">
                  <a:pos x="0" y="4"/>
                </a:cxn>
                <a:cxn ang="0">
                  <a:pos x="1" y="4"/>
                </a:cxn>
                <a:cxn ang="0">
                  <a:pos x="3" y="4"/>
                </a:cxn>
                <a:cxn ang="0">
                  <a:pos x="4" y="3"/>
                </a:cxn>
                <a:cxn ang="0">
                  <a:pos x="6" y="2"/>
                </a:cxn>
                <a:cxn ang="0">
                  <a:pos x="5" y="1"/>
                </a:cxn>
              </a:cxnLst>
              <a:rect l="0" t="0" r="r" b="b"/>
              <a:pathLst>
                <a:path w="6" h="4">
                  <a:moveTo>
                    <a:pt x="5" y="1"/>
                  </a:moveTo>
                  <a:cubicBezTo>
                    <a:pt x="5" y="0"/>
                    <a:pt x="4" y="1"/>
                    <a:pt x="4" y="1"/>
                  </a:cubicBezTo>
                  <a:cubicBezTo>
                    <a:pt x="3" y="2"/>
                    <a:pt x="2" y="1"/>
                    <a:pt x="1" y="2"/>
                  </a:cubicBezTo>
                  <a:cubicBezTo>
                    <a:pt x="1" y="2"/>
                    <a:pt x="1" y="2"/>
                    <a:pt x="1" y="2"/>
                  </a:cubicBezTo>
                  <a:cubicBezTo>
                    <a:pt x="0" y="3"/>
                    <a:pt x="0" y="4"/>
                    <a:pt x="0" y="4"/>
                  </a:cubicBezTo>
                  <a:cubicBezTo>
                    <a:pt x="0" y="4"/>
                    <a:pt x="1" y="4"/>
                    <a:pt x="1" y="4"/>
                  </a:cubicBezTo>
                  <a:cubicBezTo>
                    <a:pt x="2" y="4"/>
                    <a:pt x="3" y="4"/>
                    <a:pt x="3" y="4"/>
                  </a:cubicBezTo>
                  <a:cubicBezTo>
                    <a:pt x="4" y="4"/>
                    <a:pt x="4" y="3"/>
                    <a:pt x="4" y="3"/>
                  </a:cubicBezTo>
                  <a:cubicBezTo>
                    <a:pt x="5" y="3"/>
                    <a:pt x="6" y="3"/>
                    <a:pt x="6" y="2"/>
                  </a:cubicBezTo>
                  <a:cubicBezTo>
                    <a:pt x="6" y="2"/>
                    <a:pt x="6" y="1"/>
                    <a:pt x="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7"/>
            <p:cNvSpPr>
              <a:spLocks/>
            </p:cNvSpPr>
            <p:nvPr/>
          </p:nvSpPr>
          <p:spPr bwMode="auto">
            <a:xfrm>
              <a:off x="4778375" y="4657725"/>
              <a:ext cx="42863" cy="23813"/>
            </a:xfrm>
            <a:custGeom>
              <a:avLst/>
              <a:gdLst/>
              <a:ahLst/>
              <a:cxnLst>
                <a:cxn ang="0">
                  <a:pos x="26" y="1"/>
                </a:cxn>
                <a:cxn ang="0">
                  <a:pos x="22" y="4"/>
                </a:cxn>
                <a:cxn ang="0">
                  <a:pos x="16" y="7"/>
                </a:cxn>
                <a:cxn ang="0">
                  <a:pos x="10" y="10"/>
                </a:cxn>
                <a:cxn ang="0">
                  <a:pos x="6" y="12"/>
                </a:cxn>
                <a:cxn ang="0">
                  <a:pos x="3" y="14"/>
                </a:cxn>
                <a:cxn ang="0">
                  <a:pos x="1" y="14"/>
                </a:cxn>
                <a:cxn ang="0">
                  <a:pos x="1" y="13"/>
                </a:cxn>
                <a:cxn ang="0">
                  <a:pos x="3" y="11"/>
                </a:cxn>
                <a:cxn ang="0">
                  <a:pos x="6" y="9"/>
                </a:cxn>
                <a:cxn ang="0">
                  <a:pos x="10" y="8"/>
                </a:cxn>
                <a:cxn ang="0">
                  <a:pos x="13" y="6"/>
                </a:cxn>
                <a:cxn ang="0">
                  <a:pos x="16" y="4"/>
                </a:cxn>
                <a:cxn ang="0">
                  <a:pos x="19" y="3"/>
                </a:cxn>
                <a:cxn ang="0">
                  <a:pos x="22" y="2"/>
                </a:cxn>
                <a:cxn ang="0">
                  <a:pos x="24" y="0"/>
                </a:cxn>
                <a:cxn ang="0">
                  <a:pos x="25" y="0"/>
                </a:cxn>
                <a:cxn ang="0">
                  <a:pos x="26" y="1"/>
                </a:cxn>
              </a:cxnLst>
              <a:rect l="0" t="0" r="r" b="b"/>
              <a:pathLst>
                <a:path w="26" h="14">
                  <a:moveTo>
                    <a:pt x="26" y="1"/>
                  </a:moveTo>
                  <a:cubicBezTo>
                    <a:pt x="26" y="2"/>
                    <a:pt x="23" y="3"/>
                    <a:pt x="22" y="4"/>
                  </a:cubicBezTo>
                  <a:cubicBezTo>
                    <a:pt x="20" y="5"/>
                    <a:pt x="17" y="7"/>
                    <a:pt x="16" y="7"/>
                  </a:cubicBezTo>
                  <a:cubicBezTo>
                    <a:pt x="14" y="8"/>
                    <a:pt x="11" y="9"/>
                    <a:pt x="10" y="10"/>
                  </a:cubicBezTo>
                  <a:cubicBezTo>
                    <a:pt x="9" y="11"/>
                    <a:pt x="7" y="12"/>
                    <a:pt x="6" y="12"/>
                  </a:cubicBezTo>
                  <a:cubicBezTo>
                    <a:pt x="5" y="13"/>
                    <a:pt x="4" y="14"/>
                    <a:pt x="3" y="14"/>
                  </a:cubicBezTo>
                  <a:cubicBezTo>
                    <a:pt x="2" y="14"/>
                    <a:pt x="1" y="14"/>
                    <a:pt x="1" y="14"/>
                  </a:cubicBezTo>
                  <a:cubicBezTo>
                    <a:pt x="0" y="14"/>
                    <a:pt x="0" y="13"/>
                    <a:pt x="1" y="13"/>
                  </a:cubicBezTo>
                  <a:cubicBezTo>
                    <a:pt x="1" y="12"/>
                    <a:pt x="2" y="12"/>
                    <a:pt x="3" y="11"/>
                  </a:cubicBezTo>
                  <a:cubicBezTo>
                    <a:pt x="4" y="11"/>
                    <a:pt x="5" y="10"/>
                    <a:pt x="6" y="9"/>
                  </a:cubicBezTo>
                  <a:cubicBezTo>
                    <a:pt x="7" y="9"/>
                    <a:pt x="9" y="8"/>
                    <a:pt x="10" y="8"/>
                  </a:cubicBezTo>
                  <a:cubicBezTo>
                    <a:pt x="11" y="8"/>
                    <a:pt x="12" y="7"/>
                    <a:pt x="13" y="6"/>
                  </a:cubicBezTo>
                  <a:cubicBezTo>
                    <a:pt x="14" y="6"/>
                    <a:pt x="16" y="5"/>
                    <a:pt x="16" y="4"/>
                  </a:cubicBezTo>
                  <a:cubicBezTo>
                    <a:pt x="17" y="4"/>
                    <a:pt x="18" y="3"/>
                    <a:pt x="19" y="3"/>
                  </a:cubicBezTo>
                  <a:cubicBezTo>
                    <a:pt x="20" y="2"/>
                    <a:pt x="21" y="2"/>
                    <a:pt x="22" y="2"/>
                  </a:cubicBezTo>
                  <a:cubicBezTo>
                    <a:pt x="23" y="1"/>
                    <a:pt x="23" y="1"/>
                    <a:pt x="24" y="0"/>
                  </a:cubicBezTo>
                  <a:cubicBezTo>
                    <a:pt x="24" y="0"/>
                    <a:pt x="25" y="0"/>
                    <a:pt x="25" y="0"/>
                  </a:cubicBezTo>
                  <a:cubicBezTo>
                    <a:pt x="26" y="0"/>
                    <a:pt x="26" y="1"/>
                    <a:pt x="2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8"/>
            <p:cNvSpPr>
              <a:spLocks/>
            </p:cNvSpPr>
            <p:nvPr/>
          </p:nvSpPr>
          <p:spPr bwMode="auto">
            <a:xfrm>
              <a:off x="4765675" y="4681538"/>
              <a:ext cx="9525" cy="6350"/>
            </a:xfrm>
            <a:custGeom>
              <a:avLst/>
              <a:gdLst/>
              <a:ahLst/>
              <a:cxnLst>
                <a:cxn ang="0">
                  <a:pos x="5" y="2"/>
                </a:cxn>
                <a:cxn ang="0">
                  <a:pos x="4" y="3"/>
                </a:cxn>
                <a:cxn ang="0">
                  <a:pos x="2" y="4"/>
                </a:cxn>
                <a:cxn ang="0">
                  <a:pos x="0" y="3"/>
                </a:cxn>
                <a:cxn ang="0">
                  <a:pos x="1" y="2"/>
                </a:cxn>
                <a:cxn ang="0">
                  <a:pos x="3" y="1"/>
                </a:cxn>
                <a:cxn ang="0">
                  <a:pos x="4" y="0"/>
                </a:cxn>
                <a:cxn ang="0">
                  <a:pos x="5" y="0"/>
                </a:cxn>
                <a:cxn ang="0">
                  <a:pos x="5" y="2"/>
                </a:cxn>
              </a:cxnLst>
              <a:rect l="0" t="0" r="r" b="b"/>
              <a:pathLst>
                <a:path w="6" h="4">
                  <a:moveTo>
                    <a:pt x="5" y="2"/>
                  </a:moveTo>
                  <a:cubicBezTo>
                    <a:pt x="5" y="2"/>
                    <a:pt x="5" y="2"/>
                    <a:pt x="4" y="3"/>
                  </a:cubicBezTo>
                  <a:cubicBezTo>
                    <a:pt x="4" y="3"/>
                    <a:pt x="3" y="4"/>
                    <a:pt x="2" y="4"/>
                  </a:cubicBezTo>
                  <a:cubicBezTo>
                    <a:pt x="2" y="4"/>
                    <a:pt x="0" y="4"/>
                    <a:pt x="0" y="3"/>
                  </a:cubicBezTo>
                  <a:cubicBezTo>
                    <a:pt x="0" y="3"/>
                    <a:pt x="1" y="2"/>
                    <a:pt x="1" y="2"/>
                  </a:cubicBezTo>
                  <a:cubicBezTo>
                    <a:pt x="1" y="2"/>
                    <a:pt x="2" y="1"/>
                    <a:pt x="3" y="1"/>
                  </a:cubicBezTo>
                  <a:cubicBezTo>
                    <a:pt x="3" y="1"/>
                    <a:pt x="4" y="0"/>
                    <a:pt x="4" y="0"/>
                  </a:cubicBezTo>
                  <a:cubicBezTo>
                    <a:pt x="5" y="0"/>
                    <a:pt x="5" y="0"/>
                    <a:pt x="5" y="0"/>
                  </a:cubicBezTo>
                  <a:cubicBezTo>
                    <a:pt x="6" y="1"/>
                    <a:pt x="5" y="1"/>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9"/>
            <p:cNvSpPr>
              <a:spLocks/>
            </p:cNvSpPr>
            <p:nvPr/>
          </p:nvSpPr>
          <p:spPr bwMode="auto">
            <a:xfrm>
              <a:off x="4710113" y="4689475"/>
              <a:ext cx="63500" cy="44450"/>
            </a:xfrm>
            <a:custGeom>
              <a:avLst/>
              <a:gdLst/>
              <a:ahLst/>
              <a:cxnLst>
                <a:cxn ang="0">
                  <a:pos x="38" y="1"/>
                </a:cxn>
                <a:cxn ang="0">
                  <a:pos x="35" y="1"/>
                </a:cxn>
                <a:cxn ang="0">
                  <a:pos x="33" y="1"/>
                </a:cxn>
                <a:cxn ang="0">
                  <a:pos x="32" y="3"/>
                </a:cxn>
                <a:cxn ang="0">
                  <a:pos x="29" y="5"/>
                </a:cxn>
                <a:cxn ang="0">
                  <a:pos x="27" y="7"/>
                </a:cxn>
                <a:cxn ang="0">
                  <a:pos x="25" y="7"/>
                </a:cxn>
                <a:cxn ang="0">
                  <a:pos x="23" y="8"/>
                </a:cxn>
                <a:cxn ang="0">
                  <a:pos x="21" y="10"/>
                </a:cxn>
                <a:cxn ang="0">
                  <a:pos x="19" y="11"/>
                </a:cxn>
                <a:cxn ang="0">
                  <a:pos x="16" y="12"/>
                </a:cxn>
                <a:cxn ang="0">
                  <a:pos x="14" y="14"/>
                </a:cxn>
                <a:cxn ang="0">
                  <a:pos x="12" y="15"/>
                </a:cxn>
                <a:cxn ang="0">
                  <a:pos x="10" y="16"/>
                </a:cxn>
                <a:cxn ang="0">
                  <a:pos x="9" y="18"/>
                </a:cxn>
                <a:cxn ang="0">
                  <a:pos x="8" y="18"/>
                </a:cxn>
                <a:cxn ang="0">
                  <a:pos x="6" y="19"/>
                </a:cxn>
                <a:cxn ang="0">
                  <a:pos x="5" y="21"/>
                </a:cxn>
                <a:cxn ang="0">
                  <a:pos x="3" y="23"/>
                </a:cxn>
                <a:cxn ang="0">
                  <a:pos x="2" y="25"/>
                </a:cxn>
                <a:cxn ang="0">
                  <a:pos x="0" y="26"/>
                </a:cxn>
                <a:cxn ang="0">
                  <a:pos x="0" y="27"/>
                </a:cxn>
                <a:cxn ang="0">
                  <a:pos x="2" y="27"/>
                </a:cxn>
                <a:cxn ang="0">
                  <a:pos x="5" y="25"/>
                </a:cxn>
                <a:cxn ang="0">
                  <a:pos x="7" y="23"/>
                </a:cxn>
                <a:cxn ang="0">
                  <a:pos x="10" y="20"/>
                </a:cxn>
                <a:cxn ang="0">
                  <a:pos x="13" y="19"/>
                </a:cxn>
                <a:cxn ang="0">
                  <a:pos x="16" y="17"/>
                </a:cxn>
                <a:cxn ang="0">
                  <a:pos x="20" y="14"/>
                </a:cxn>
                <a:cxn ang="0">
                  <a:pos x="22" y="13"/>
                </a:cxn>
                <a:cxn ang="0">
                  <a:pos x="23" y="11"/>
                </a:cxn>
                <a:cxn ang="0">
                  <a:pos x="26" y="9"/>
                </a:cxn>
                <a:cxn ang="0">
                  <a:pos x="27" y="9"/>
                </a:cxn>
                <a:cxn ang="0">
                  <a:pos x="29" y="8"/>
                </a:cxn>
                <a:cxn ang="0">
                  <a:pos x="32" y="6"/>
                </a:cxn>
                <a:cxn ang="0">
                  <a:pos x="34" y="4"/>
                </a:cxn>
                <a:cxn ang="0">
                  <a:pos x="35" y="2"/>
                </a:cxn>
                <a:cxn ang="0">
                  <a:pos x="36" y="2"/>
                </a:cxn>
                <a:cxn ang="0">
                  <a:pos x="38" y="1"/>
                </a:cxn>
              </a:cxnLst>
              <a:rect l="0" t="0" r="r" b="b"/>
              <a:pathLst>
                <a:path w="38" h="27">
                  <a:moveTo>
                    <a:pt x="38" y="1"/>
                  </a:moveTo>
                  <a:cubicBezTo>
                    <a:pt x="37" y="0"/>
                    <a:pt x="36" y="1"/>
                    <a:pt x="35" y="1"/>
                  </a:cubicBezTo>
                  <a:cubicBezTo>
                    <a:pt x="35" y="1"/>
                    <a:pt x="33" y="1"/>
                    <a:pt x="33" y="1"/>
                  </a:cubicBezTo>
                  <a:cubicBezTo>
                    <a:pt x="33" y="1"/>
                    <a:pt x="32" y="2"/>
                    <a:pt x="32" y="3"/>
                  </a:cubicBezTo>
                  <a:cubicBezTo>
                    <a:pt x="31" y="3"/>
                    <a:pt x="30" y="5"/>
                    <a:pt x="29" y="5"/>
                  </a:cubicBezTo>
                  <a:cubicBezTo>
                    <a:pt x="29" y="6"/>
                    <a:pt x="28" y="7"/>
                    <a:pt x="27" y="7"/>
                  </a:cubicBezTo>
                  <a:cubicBezTo>
                    <a:pt x="27" y="7"/>
                    <a:pt x="25" y="7"/>
                    <a:pt x="25" y="7"/>
                  </a:cubicBezTo>
                  <a:cubicBezTo>
                    <a:pt x="24" y="7"/>
                    <a:pt x="24" y="8"/>
                    <a:pt x="23" y="8"/>
                  </a:cubicBezTo>
                  <a:cubicBezTo>
                    <a:pt x="23" y="9"/>
                    <a:pt x="21" y="9"/>
                    <a:pt x="21" y="10"/>
                  </a:cubicBezTo>
                  <a:cubicBezTo>
                    <a:pt x="20" y="10"/>
                    <a:pt x="20" y="11"/>
                    <a:pt x="19" y="11"/>
                  </a:cubicBezTo>
                  <a:cubicBezTo>
                    <a:pt x="18" y="12"/>
                    <a:pt x="17" y="12"/>
                    <a:pt x="16" y="12"/>
                  </a:cubicBezTo>
                  <a:cubicBezTo>
                    <a:pt x="15" y="12"/>
                    <a:pt x="14" y="13"/>
                    <a:pt x="14" y="14"/>
                  </a:cubicBezTo>
                  <a:cubicBezTo>
                    <a:pt x="13" y="14"/>
                    <a:pt x="12" y="15"/>
                    <a:pt x="12" y="15"/>
                  </a:cubicBezTo>
                  <a:cubicBezTo>
                    <a:pt x="11" y="15"/>
                    <a:pt x="11" y="16"/>
                    <a:pt x="10" y="16"/>
                  </a:cubicBezTo>
                  <a:cubicBezTo>
                    <a:pt x="10" y="16"/>
                    <a:pt x="10" y="18"/>
                    <a:pt x="9" y="18"/>
                  </a:cubicBezTo>
                  <a:cubicBezTo>
                    <a:pt x="9" y="18"/>
                    <a:pt x="8" y="18"/>
                    <a:pt x="8" y="18"/>
                  </a:cubicBezTo>
                  <a:cubicBezTo>
                    <a:pt x="7" y="19"/>
                    <a:pt x="6" y="19"/>
                    <a:pt x="6" y="19"/>
                  </a:cubicBezTo>
                  <a:cubicBezTo>
                    <a:pt x="6" y="20"/>
                    <a:pt x="5" y="21"/>
                    <a:pt x="5" y="21"/>
                  </a:cubicBezTo>
                  <a:cubicBezTo>
                    <a:pt x="5" y="22"/>
                    <a:pt x="4" y="23"/>
                    <a:pt x="3" y="23"/>
                  </a:cubicBezTo>
                  <a:cubicBezTo>
                    <a:pt x="3" y="23"/>
                    <a:pt x="2" y="24"/>
                    <a:pt x="2" y="25"/>
                  </a:cubicBezTo>
                  <a:cubicBezTo>
                    <a:pt x="1" y="25"/>
                    <a:pt x="1" y="25"/>
                    <a:pt x="0" y="26"/>
                  </a:cubicBezTo>
                  <a:cubicBezTo>
                    <a:pt x="0" y="26"/>
                    <a:pt x="0" y="27"/>
                    <a:pt x="0" y="27"/>
                  </a:cubicBezTo>
                  <a:cubicBezTo>
                    <a:pt x="1" y="27"/>
                    <a:pt x="2" y="27"/>
                    <a:pt x="2" y="27"/>
                  </a:cubicBezTo>
                  <a:cubicBezTo>
                    <a:pt x="3" y="26"/>
                    <a:pt x="4" y="25"/>
                    <a:pt x="5" y="25"/>
                  </a:cubicBezTo>
                  <a:cubicBezTo>
                    <a:pt x="5" y="24"/>
                    <a:pt x="6" y="23"/>
                    <a:pt x="7" y="23"/>
                  </a:cubicBezTo>
                  <a:cubicBezTo>
                    <a:pt x="7" y="22"/>
                    <a:pt x="9" y="21"/>
                    <a:pt x="10" y="20"/>
                  </a:cubicBezTo>
                  <a:cubicBezTo>
                    <a:pt x="11" y="20"/>
                    <a:pt x="12" y="19"/>
                    <a:pt x="13" y="19"/>
                  </a:cubicBezTo>
                  <a:cubicBezTo>
                    <a:pt x="14" y="18"/>
                    <a:pt x="16" y="18"/>
                    <a:pt x="16" y="17"/>
                  </a:cubicBezTo>
                  <a:cubicBezTo>
                    <a:pt x="17" y="17"/>
                    <a:pt x="19" y="15"/>
                    <a:pt x="20" y="14"/>
                  </a:cubicBezTo>
                  <a:cubicBezTo>
                    <a:pt x="20" y="14"/>
                    <a:pt x="21" y="14"/>
                    <a:pt x="22" y="13"/>
                  </a:cubicBezTo>
                  <a:cubicBezTo>
                    <a:pt x="22" y="13"/>
                    <a:pt x="23" y="12"/>
                    <a:pt x="23" y="11"/>
                  </a:cubicBezTo>
                  <a:cubicBezTo>
                    <a:pt x="24" y="11"/>
                    <a:pt x="25" y="9"/>
                    <a:pt x="26" y="9"/>
                  </a:cubicBezTo>
                  <a:cubicBezTo>
                    <a:pt x="26" y="9"/>
                    <a:pt x="27" y="9"/>
                    <a:pt x="27" y="9"/>
                  </a:cubicBezTo>
                  <a:cubicBezTo>
                    <a:pt x="28" y="9"/>
                    <a:pt x="29" y="8"/>
                    <a:pt x="29" y="8"/>
                  </a:cubicBezTo>
                  <a:cubicBezTo>
                    <a:pt x="30" y="7"/>
                    <a:pt x="31" y="7"/>
                    <a:pt x="32" y="6"/>
                  </a:cubicBezTo>
                  <a:cubicBezTo>
                    <a:pt x="32" y="6"/>
                    <a:pt x="33" y="5"/>
                    <a:pt x="34" y="4"/>
                  </a:cubicBezTo>
                  <a:cubicBezTo>
                    <a:pt x="34" y="4"/>
                    <a:pt x="34" y="3"/>
                    <a:pt x="35" y="2"/>
                  </a:cubicBezTo>
                  <a:cubicBezTo>
                    <a:pt x="35" y="2"/>
                    <a:pt x="36" y="2"/>
                    <a:pt x="36" y="2"/>
                  </a:cubicBezTo>
                  <a:cubicBezTo>
                    <a:pt x="37" y="1"/>
                    <a:pt x="38" y="1"/>
                    <a:pt x="38"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0"/>
            <p:cNvSpPr>
              <a:spLocks/>
            </p:cNvSpPr>
            <p:nvPr/>
          </p:nvSpPr>
          <p:spPr bwMode="auto">
            <a:xfrm>
              <a:off x="4548188" y="4757738"/>
              <a:ext cx="6350" cy="7938"/>
            </a:xfrm>
            <a:custGeom>
              <a:avLst/>
              <a:gdLst/>
              <a:ahLst/>
              <a:cxnLst>
                <a:cxn ang="0">
                  <a:pos x="3" y="5"/>
                </a:cxn>
                <a:cxn ang="0">
                  <a:pos x="4" y="3"/>
                </a:cxn>
                <a:cxn ang="0">
                  <a:pos x="4" y="1"/>
                </a:cxn>
                <a:cxn ang="0">
                  <a:pos x="2" y="0"/>
                </a:cxn>
                <a:cxn ang="0">
                  <a:pos x="1" y="1"/>
                </a:cxn>
                <a:cxn ang="0">
                  <a:pos x="0" y="3"/>
                </a:cxn>
                <a:cxn ang="0">
                  <a:pos x="1" y="4"/>
                </a:cxn>
                <a:cxn ang="0">
                  <a:pos x="2" y="4"/>
                </a:cxn>
                <a:cxn ang="0">
                  <a:pos x="3" y="5"/>
                </a:cxn>
              </a:cxnLst>
              <a:rect l="0" t="0" r="r" b="b"/>
              <a:pathLst>
                <a:path w="4" h="5">
                  <a:moveTo>
                    <a:pt x="3" y="5"/>
                  </a:moveTo>
                  <a:cubicBezTo>
                    <a:pt x="4" y="5"/>
                    <a:pt x="4" y="4"/>
                    <a:pt x="4" y="3"/>
                  </a:cubicBezTo>
                  <a:cubicBezTo>
                    <a:pt x="4" y="3"/>
                    <a:pt x="4" y="2"/>
                    <a:pt x="4" y="1"/>
                  </a:cubicBezTo>
                  <a:cubicBezTo>
                    <a:pt x="4" y="1"/>
                    <a:pt x="3" y="0"/>
                    <a:pt x="2" y="0"/>
                  </a:cubicBezTo>
                  <a:cubicBezTo>
                    <a:pt x="2" y="0"/>
                    <a:pt x="1" y="1"/>
                    <a:pt x="1" y="1"/>
                  </a:cubicBezTo>
                  <a:cubicBezTo>
                    <a:pt x="1" y="1"/>
                    <a:pt x="0" y="2"/>
                    <a:pt x="0" y="3"/>
                  </a:cubicBezTo>
                  <a:cubicBezTo>
                    <a:pt x="0" y="3"/>
                    <a:pt x="0" y="3"/>
                    <a:pt x="1" y="4"/>
                  </a:cubicBezTo>
                  <a:cubicBezTo>
                    <a:pt x="1" y="4"/>
                    <a:pt x="2" y="4"/>
                    <a:pt x="2" y="4"/>
                  </a:cubicBezTo>
                  <a:cubicBezTo>
                    <a:pt x="2" y="5"/>
                    <a:pt x="3" y="5"/>
                    <a:pt x="3"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1"/>
            <p:cNvSpPr>
              <a:spLocks/>
            </p:cNvSpPr>
            <p:nvPr/>
          </p:nvSpPr>
          <p:spPr bwMode="auto">
            <a:xfrm>
              <a:off x="4572000" y="4772025"/>
              <a:ext cx="6350" cy="9525"/>
            </a:xfrm>
            <a:custGeom>
              <a:avLst/>
              <a:gdLst/>
              <a:ahLst/>
              <a:cxnLst>
                <a:cxn ang="0">
                  <a:pos x="3" y="4"/>
                </a:cxn>
                <a:cxn ang="0">
                  <a:pos x="4" y="3"/>
                </a:cxn>
                <a:cxn ang="0">
                  <a:pos x="4" y="2"/>
                </a:cxn>
                <a:cxn ang="0">
                  <a:pos x="4" y="0"/>
                </a:cxn>
                <a:cxn ang="0">
                  <a:pos x="2" y="0"/>
                </a:cxn>
                <a:cxn ang="0">
                  <a:pos x="1" y="1"/>
                </a:cxn>
                <a:cxn ang="0">
                  <a:pos x="0" y="2"/>
                </a:cxn>
                <a:cxn ang="0">
                  <a:pos x="0" y="3"/>
                </a:cxn>
                <a:cxn ang="0">
                  <a:pos x="0" y="4"/>
                </a:cxn>
                <a:cxn ang="0">
                  <a:pos x="1" y="5"/>
                </a:cxn>
                <a:cxn ang="0">
                  <a:pos x="2" y="6"/>
                </a:cxn>
                <a:cxn ang="0">
                  <a:pos x="3" y="6"/>
                </a:cxn>
                <a:cxn ang="0">
                  <a:pos x="3" y="4"/>
                </a:cxn>
              </a:cxnLst>
              <a:rect l="0" t="0" r="r" b="b"/>
              <a:pathLst>
                <a:path w="4" h="6">
                  <a:moveTo>
                    <a:pt x="3" y="4"/>
                  </a:moveTo>
                  <a:cubicBezTo>
                    <a:pt x="3" y="3"/>
                    <a:pt x="4" y="3"/>
                    <a:pt x="4" y="3"/>
                  </a:cubicBezTo>
                  <a:cubicBezTo>
                    <a:pt x="4" y="3"/>
                    <a:pt x="4" y="2"/>
                    <a:pt x="4" y="2"/>
                  </a:cubicBezTo>
                  <a:cubicBezTo>
                    <a:pt x="4" y="1"/>
                    <a:pt x="4" y="0"/>
                    <a:pt x="4" y="0"/>
                  </a:cubicBezTo>
                  <a:cubicBezTo>
                    <a:pt x="3" y="0"/>
                    <a:pt x="2" y="0"/>
                    <a:pt x="2" y="0"/>
                  </a:cubicBezTo>
                  <a:cubicBezTo>
                    <a:pt x="2" y="0"/>
                    <a:pt x="1" y="1"/>
                    <a:pt x="1" y="1"/>
                  </a:cubicBezTo>
                  <a:cubicBezTo>
                    <a:pt x="1" y="1"/>
                    <a:pt x="0" y="2"/>
                    <a:pt x="0" y="2"/>
                  </a:cubicBezTo>
                  <a:cubicBezTo>
                    <a:pt x="0" y="2"/>
                    <a:pt x="0" y="3"/>
                    <a:pt x="0" y="3"/>
                  </a:cubicBezTo>
                  <a:cubicBezTo>
                    <a:pt x="0" y="3"/>
                    <a:pt x="0" y="4"/>
                    <a:pt x="0" y="4"/>
                  </a:cubicBezTo>
                  <a:cubicBezTo>
                    <a:pt x="0" y="5"/>
                    <a:pt x="0" y="5"/>
                    <a:pt x="1" y="5"/>
                  </a:cubicBezTo>
                  <a:cubicBezTo>
                    <a:pt x="1" y="6"/>
                    <a:pt x="2" y="6"/>
                    <a:pt x="2" y="6"/>
                  </a:cubicBezTo>
                  <a:cubicBezTo>
                    <a:pt x="3" y="6"/>
                    <a:pt x="3" y="6"/>
                    <a:pt x="3" y="6"/>
                  </a:cubicBezTo>
                  <a:cubicBezTo>
                    <a:pt x="4" y="5"/>
                    <a:pt x="3" y="4"/>
                    <a:pt x="3"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2"/>
            <p:cNvSpPr>
              <a:spLocks/>
            </p:cNvSpPr>
            <p:nvPr/>
          </p:nvSpPr>
          <p:spPr bwMode="auto">
            <a:xfrm>
              <a:off x="4627563" y="4775200"/>
              <a:ext cx="23813" cy="20638"/>
            </a:xfrm>
            <a:custGeom>
              <a:avLst/>
              <a:gdLst/>
              <a:ahLst/>
              <a:cxnLst>
                <a:cxn ang="0">
                  <a:pos x="2" y="12"/>
                </a:cxn>
                <a:cxn ang="0">
                  <a:pos x="3" y="11"/>
                </a:cxn>
                <a:cxn ang="0">
                  <a:pos x="5" y="10"/>
                </a:cxn>
                <a:cxn ang="0">
                  <a:pos x="7" y="8"/>
                </a:cxn>
                <a:cxn ang="0">
                  <a:pos x="9" y="7"/>
                </a:cxn>
                <a:cxn ang="0">
                  <a:pos x="11" y="5"/>
                </a:cxn>
                <a:cxn ang="0">
                  <a:pos x="12" y="4"/>
                </a:cxn>
                <a:cxn ang="0">
                  <a:pos x="14" y="2"/>
                </a:cxn>
                <a:cxn ang="0">
                  <a:pos x="14" y="1"/>
                </a:cxn>
                <a:cxn ang="0">
                  <a:pos x="12" y="1"/>
                </a:cxn>
                <a:cxn ang="0">
                  <a:pos x="11" y="2"/>
                </a:cxn>
                <a:cxn ang="0">
                  <a:pos x="9" y="2"/>
                </a:cxn>
                <a:cxn ang="0">
                  <a:pos x="8" y="2"/>
                </a:cxn>
                <a:cxn ang="0">
                  <a:pos x="8" y="3"/>
                </a:cxn>
                <a:cxn ang="0">
                  <a:pos x="7" y="4"/>
                </a:cxn>
                <a:cxn ang="0">
                  <a:pos x="6" y="5"/>
                </a:cxn>
                <a:cxn ang="0">
                  <a:pos x="5" y="4"/>
                </a:cxn>
                <a:cxn ang="0">
                  <a:pos x="4" y="5"/>
                </a:cxn>
                <a:cxn ang="0">
                  <a:pos x="3" y="6"/>
                </a:cxn>
                <a:cxn ang="0">
                  <a:pos x="2" y="8"/>
                </a:cxn>
                <a:cxn ang="0">
                  <a:pos x="1" y="9"/>
                </a:cxn>
                <a:cxn ang="0">
                  <a:pos x="0" y="10"/>
                </a:cxn>
                <a:cxn ang="0">
                  <a:pos x="0" y="11"/>
                </a:cxn>
                <a:cxn ang="0">
                  <a:pos x="2" y="12"/>
                </a:cxn>
              </a:cxnLst>
              <a:rect l="0" t="0" r="r" b="b"/>
              <a:pathLst>
                <a:path w="14" h="12">
                  <a:moveTo>
                    <a:pt x="2" y="12"/>
                  </a:moveTo>
                  <a:cubicBezTo>
                    <a:pt x="2" y="12"/>
                    <a:pt x="3" y="11"/>
                    <a:pt x="3" y="11"/>
                  </a:cubicBezTo>
                  <a:cubicBezTo>
                    <a:pt x="3" y="11"/>
                    <a:pt x="5" y="10"/>
                    <a:pt x="5" y="10"/>
                  </a:cubicBezTo>
                  <a:cubicBezTo>
                    <a:pt x="6" y="9"/>
                    <a:pt x="7" y="8"/>
                    <a:pt x="7" y="8"/>
                  </a:cubicBezTo>
                  <a:cubicBezTo>
                    <a:pt x="8" y="8"/>
                    <a:pt x="9" y="7"/>
                    <a:pt x="9" y="7"/>
                  </a:cubicBezTo>
                  <a:cubicBezTo>
                    <a:pt x="10" y="6"/>
                    <a:pt x="10" y="5"/>
                    <a:pt x="11" y="5"/>
                  </a:cubicBezTo>
                  <a:cubicBezTo>
                    <a:pt x="11" y="4"/>
                    <a:pt x="12" y="4"/>
                    <a:pt x="12" y="4"/>
                  </a:cubicBezTo>
                  <a:cubicBezTo>
                    <a:pt x="13" y="4"/>
                    <a:pt x="14" y="3"/>
                    <a:pt x="14" y="2"/>
                  </a:cubicBezTo>
                  <a:cubicBezTo>
                    <a:pt x="14" y="2"/>
                    <a:pt x="14" y="1"/>
                    <a:pt x="14" y="1"/>
                  </a:cubicBezTo>
                  <a:cubicBezTo>
                    <a:pt x="13" y="0"/>
                    <a:pt x="12" y="0"/>
                    <a:pt x="12" y="1"/>
                  </a:cubicBezTo>
                  <a:cubicBezTo>
                    <a:pt x="12" y="1"/>
                    <a:pt x="12" y="2"/>
                    <a:pt x="11" y="2"/>
                  </a:cubicBezTo>
                  <a:cubicBezTo>
                    <a:pt x="11" y="2"/>
                    <a:pt x="10" y="2"/>
                    <a:pt x="9" y="2"/>
                  </a:cubicBezTo>
                  <a:cubicBezTo>
                    <a:pt x="9" y="2"/>
                    <a:pt x="9" y="2"/>
                    <a:pt x="8" y="2"/>
                  </a:cubicBezTo>
                  <a:cubicBezTo>
                    <a:pt x="8" y="2"/>
                    <a:pt x="8" y="2"/>
                    <a:pt x="8" y="3"/>
                  </a:cubicBezTo>
                  <a:cubicBezTo>
                    <a:pt x="7" y="3"/>
                    <a:pt x="7" y="4"/>
                    <a:pt x="7" y="4"/>
                  </a:cubicBezTo>
                  <a:cubicBezTo>
                    <a:pt x="7" y="4"/>
                    <a:pt x="6" y="5"/>
                    <a:pt x="6" y="5"/>
                  </a:cubicBezTo>
                  <a:cubicBezTo>
                    <a:pt x="6" y="5"/>
                    <a:pt x="5" y="4"/>
                    <a:pt x="5" y="4"/>
                  </a:cubicBezTo>
                  <a:cubicBezTo>
                    <a:pt x="5" y="4"/>
                    <a:pt x="4" y="5"/>
                    <a:pt x="4" y="5"/>
                  </a:cubicBezTo>
                  <a:cubicBezTo>
                    <a:pt x="4" y="5"/>
                    <a:pt x="3" y="6"/>
                    <a:pt x="3" y="6"/>
                  </a:cubicBezTo>
                  <a:cubicBezTo>
                    <a:pt x="3" y="7"/>
                    <a:pt x="3" y="7"/>
                    <a:pt x="2" y="8"/>
                  </a:cubicBezTo>
                  <a:cubicBezTo>
                    <a:pt x="2" y="8"/>
                    <a:pt x="1" y="8"/>
                    <a:pt x="1" y="9"/>
                  </a:cubicBezTo>
                  <a:cubicBezTo>
                    <a:pt x="0" y="9"/>
                    <a:pt x="0" y="9"/>
                    <a:pt x="0" y="10"/>
                  </a:cubicBezTo>
                  <a:cubicBezTo>
                    <a:pt x="0" y="10"/>
                    <a:pt x="0" y="11"/>
                    <a:pt x="0" y="11"/>
                  </a:cubicBezTo>
                  <a:cubicBezTo>
                    <a:pt x="0" y="12"/>
                    <a:pt x="1" y="12"/>
                    <a:pt x="2"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3"/>
            <p:cNvSpPr>
              <a:spLocks/>
            </p:cNvSpPr>
            <p:nvPr/>
          </p:nvSpPr>
          <p:spPr bwMode="auto">
            <a:xfrm>
              <a:off x="4595813" y="4794250"/>
              <a:ext cx="30163" cy="9525"/>
            </a:xfrm>
            <a:custGeom>
              <a:avLst/>
              <a:gdLst/>
              <a:ahLst/>
              <a:cxnLst>
                <a:cxn ang="0">
                  <a:pos x="17" y="2"/>
                </a:cxn>
                <a:cxn ang="0">
                  <a:pos x="17" y="0"/>
                </a:cxn>
                <a:cxn ang="0">
                  <a:pos x="16" y="0"/>
                </a:cxn>
                <a:cxn ang="0">
                  <a:pos x="15" y="2"/>
                </a:cxn>
                <a:cxn ang="0">
                  <a:pos x="14" y="3"/>
                </a:cxn>
                <a:cxn ang="0">
                  <a:pos x="11" y="4"/>
                </a:cxn>
                <a:cxn ang="0">
                  <a:pos x="8" y="4"/>
                </a:cxn>
                <a:cxn ang="0">
                  <a:pos x="5" y="4"/>
                </a:cxn>
                <a:cxn ang="0">
                  <a:pos x="4" y="3"/>
                </a:cxn>
                <a:cxn ang="0">
                  <a:pos x="1" y="3"/>
                </a:cxn>
                <a:cxn ang="0">
                  <a:pos x="0" y="3"/>
                </a:cxn>
                <a:cxn ang="0">
                  <a:pos x="1" y="5"/>
                </a:cxn>
                <a:cxn ang="0">
                  <a:pos x="3" y="5"/>
                </a:cxn>
                <a:cxn ang="0">
                  <a:pos x="5" y="5"/>
                </a:cxn>
                <a:cxn ang="0">
                  <a:pos x="6" y="6"/>
                </a:cxn>
                <a:cxn ang="0">
                  <a:pos x="9" y="6"/>
                </a:cxn>
                <a:cxn ang="0">
                  <a:pos x="13" y="6"/>
                </a:cxn>
                <a:cxn ang="0">
                  <a:pos x="16" y="5"/>
                </a:cxn>
                <a:cxn ang="0">
                  <a:pos x="17" y="4"/>
                </a:cxn>
                <a:cxn ang="0">
                  <a:pos x="17" y="2"/>
                </a:cxn>
              </a:cxnLst>
              <a:rect l="0" t="0" r="r" b="b"/>
              <a:pathLst>
                <a:path w="18" h="6">
                  <a:moveTo>
                    <a:pt x="17" y="2"/>
                  </a:moveTo>
                  <a:cubicBezTo>
                    <a:pt x="17" y="2"/>
                    <a:pt x="18" y="1"/>
                    <a:pt x="17" y="0"/>
                  </a:cubicBezTo>
                  <a:cubicBezTo>
                    <a:pt x="17" y="0"/>
                    <a:pt x="16" y="0"/>
                    <a:pt x="16" y="0"/>
                  </a:cubicBezTo>
                  <a:cubicBezTo>
                    <a:pt x="15" y="1"/>
                    <a:pt x="15" y="2"/>
                    <a:pt x="15" y="2"/>
                  </a:cubicBezTo>
                  <a:cubicBezTo>
                    <a:pt x="14" y="2"/>
                    <a:pt x="14" y="3"/>
                    <a:pt x="14" y="3"/>
                  </a:cubicBezTo>
                  <a:cubicBezTo>
                    <a:pt x="13" y="3"/>
                    <a:pt x="12" y="3"/>
                    <a:pt x="11" y="4"/>
                  </a:cubicBezTo>
                  <a:cubicBezTo>
                    <a:pt x="10" y="4"/>
                    <a:pt x="9" y="4"/>
                    <a:pt x="8" y="4"/>
                  </a:cubicBezTo>
                  <a:cubicBezTo>
                    <a:pt x="7" y="4"/>
                    <a:pt x="6" y="4"/>
                    <a:pt x="5" y="4"/>
                  </a:cubicBezTo>
                  <a:cubicBezTo>
                    <a:pt x="5" y="3"/>
                    <a:pt x="4" y="3"/>
                    <a:pt x="4" y="3"/>
                  </a:cubicBezTo>
                  <a:cubicBezTo>
                    <a:pt x="3" y="3"/>
                    <a:pt x="2" y="3"/>
                    <a:pt x="1" y="3"/>
                  </a:cubicBezTo>
                  <a:cubicBezTo>
                    <a:pt x="1" y="3"/>
                    <a:pt x="0" y="3"/>
                    <a:pt x="0" y="3"/>
                  </a:cubicBezTo>
                  <a:cubicBezTo>
                    <a:pt x="0" y="4"/>
                    <a:pt x="1" y="5"/>
                    <a:pt x="1" y="5"/>
                  </a:cubicBezTo>
                  <a:cubicBezTo>
                    <a:pt x="1" y="5"/>
                    <a:pt x="2" y="5"/>
                    <a:pt x="3" y="5"/>
                  </a:cubicBezTo>
                  <a:cubicBezTo>
                    <a:pt x="3" y="5"/>
                    <a:pt x="4" y="5"/>
                    <a:pt x="5" y="5"/>
                  </a:cubicBezTo>
                  <a:cubicBezTo>
                    <a:pt x="5" y="5"/>
                    <a:pt x="6" y="6"/>
                    <a:pt x="6" y="6"/>
                  </a:cubicBezTo>
                  <a:cubicBezTo>
                    <a:pt x="7" y="6"/>
                    <a:pt x="8" y="6"/>
                    <a:pt x="9" y="6"/>
                  </a:cubicBezTo>
                  <a:cubicBezTo>
                    <a:pt x="10" y="6"/>
                    <a:pt x="12" y="6"/>
                    <a:pt x="13" y="6"/>
                  </a:cubicBezTo>
                  <a:cubicBezTo>
                    <a:pt x="13" y="6"/>
                    <a:pt x="15" y="5"/>
                    <a:pt x="16" y="5"/>
                  </a:cubicBezTo>
                  <a:cubicBezTo>
                    <a:pt x="16" y="5"/>
                    <a:pt x="17" y="4"/>
                    <a:pt x="17" y="4"/>
                  </a:cubicBezTo>
                  <a:cubicBezTo>
                    <a:pt x="17" y="3"/>
                    <a:pt x="17" y="3"/>
                    <a:pt x="17"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4"/>
            <p:cNvSpPr>
              <a:spLocks/>
            </p:cNvSpPr>
            <p:nvPr/>
          </p:nvSpPr>
          <p:spPr bwMode="auto">
            <a:xfrm>
              <a:off x="4579938" y="4791075"/>
              <a:ext cx="15875" cy="7938"/>
            </a:xfrm>
            <a:custGeom>
              <a:avLst/>
              <a:gdLst/>
              <a:ahLst/>
              <a:cxnLst>
                <a:cxn ang="0">
                  <a:pos x="10" y="4"/>
                </a:cxn>
                <a:cxn ang="0">
                  <a:pos x="9" y="5"/>
                </a:cxn>
                <a:cxn ang="0">
                  <a:pos x="7" y="4"/>
                </a:cxn>
                <a:cxn ang="0">
                  <a:pos x="6" y="4"/>
                </a:cxn>
                <a:cxn ang="0">
                  <a:pos x="4" y="3"/>
                </a:cxn>
                <a:cxn ang="0">
                  <a:pos x="2" y="2"/>
                </a:cxn>
                <a:cxn ang="0">
                  <a:pos x="0" y="1"/>
                </a:cxn>
                <a:cxn ang="0">
                  <a:pos x="1" y="0"/>
                </a:cxn>
                <a:cxn ang="0">
                  <a:pos x="2" y="0"/>
                </a:cxn>
                <a:cxn ang="0">
                  <a:pos x="2" y="0"/>
                </a:cxn>
                <a:cxn ang="0">
                  <a:pos x="4" y="1"/>
                </a:cxn>
                <a:cxn ang="0">
                  <a:pos x="6" y="2"/>
                </a:cxn>
                <a:cxn ang="0">
                  <a:pos x="7" y="2"/>
                </a:cxn>
                <a:cxn ang="0">
                  <a:pos x="9" y="3"/>
                </a:cxn>
                <a:cxn ang="0">
                  <a:pos x="10" y="4"/>
                </a:cxn>
              </a:cxnLst>
              <a:rect l="0" t="0" r="r" b="b"/>
              <a:pathLst>
                <a:path w="10" h="5">
                  <a:moveTo>
                    <a:pt x="10" y="4"/>
                  </a:moveTo>
                  <a:cubicBezTo>
                    <a:pt x="10" y="4"/>
                    <a:pt x="9" y="5"/>
                    <a:pt x="9" y="5"/>
                  </a:cubicBezTo>
                  <a:cubicBezTo>
                    <a:pt x="8" y="5"/>
                    <a:pt x="7" y="4"/>
                    <a:pt x="7" y="4"/>
                  </a:cubicBezTo>
                  <a:cubicBezTo>
                    <a:pt x="7" y="4"/>
                    <a:pt x="6" y="4"/>
                    <a:pt x="6" y="4"/>
                  </a:cubicBezTo>
                  <a:cubicBezTo>
                    <a:pt x="5" y="4"/>
                    <a:pt x="4" y="3"/>
                    <a:pt x="4" y="3"/>
                  </a:cubicBezTo>
                  <a:cubicBezTo>
                    <a:pt x="3" y="3"/>
                    <a:pt x="2" y="2"/>
                    <a:pt x="2" y="2"/>
                  </a:cubicBezTo>
                  <a:cubicBezTo>
                    <a:pt x="1" y="2"/>
                    <a:pt x="0" y="2"/>
                    <a:pt x="0" y="1"/>
                  </a:cubicBezTo>
                  <a:cubicBezTo>
                    <a:pt x="0" y="1"/>
                    <a:pt x="0" y="0"/>
                    <a:pt x="1" y="0"/>
                  </a:cubicBezTo>
                  <a:cubicBezTo>
                    <a:pt x="1" y="0"/>
                    <a:pt x="1" y="0"/>
                    <a:pt x="2" y="0"/>
                  </a:cubicBezTo>
                  <a:cubicBezTo>
                    <a:pt x="2" y="0"/>
                    <a:pt x="2" y="0"/>
                    <a:pt x="2" y="0"/>
                  </a:cubicBezTo>
                  <a:cubicBezTo>
                    <a:pt x="3" y="1"/>
                    <a:pt x="4" y="1"/>
                    <a:pt x="4" y="1"/>
                  </a:cubicBezTo>
                  <a:cubicBezTo>
                    <a:pt x="5" y="1"/>
                    <a:pt x="6" y="2"/>
                    <a:pt x="6" y="2"/>
                  </a:cubicBezTo>
                  <a:cubicBezTo>
                    <a:pt x="6" y="2"/>
                    <a:pt x="7" y="2"/>
                    <a:pt x="7" y="2"/>
                  </a:cubicBezTo>
                  <a:cubicBezTo>
                    <a:pt x="8" y="2"/>
                    <a:pt x="8" y="3"/>
                    <a:pt x="9" y="3"/>
                  </a:cubicBezTo>
                  <a:cubicBezTo>
                    <a:pt x="9" y="3"/>
                    <a:pt x="10" y="3"/>
                    <a:pt x="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5"/>
            <p:cNvSpPr>
              <a:spLocks/>
            </p:cNvSpPr>
            <p:nvPr/>
          </p:nvSpPr>
          <p:spPr bwMode="auto">
            <a:xfrm>
              <a:off x="4613275" y="4781550"/>
              <a:ext cx="12700" cy="9525"/>
            </a:xfrm>
            <a:custGeom>
              <a:avLst/>
              <a:gdLst/>
              <a:ahLst/>
              <a:cxnLst>
                <a:cxn ang="0">
                  <a:pos x="8" y="4"/>
                </a:cxn>
                <a:cxn ang="0">
                  <a:pos x="7" y="4"/>
                </a:cxn>
                <a:cxn ang="0">
                  <a:pos x="5" y="5"/>
                </a:cxn>
                <a:cxn ang="0">
                  <a:pos x="3" y="5"/>
                </a:cxn>
                <a:cxn ang="0">
                  <a:pos x="1" y="4"/>
                </a:cxn>
                <a:cxn ang="0">
                  <a:pos x="0" y="2"/>
                </a:cxn>
                <a:cxn ang="0">
                  <a:pos x="1" y="1"/>
                </a:cxn>
                <a:cxn ang="0">
                  <a:pos x="3" y="1"/>
                </a:cxn>
                <a:cxn ang="0">
                  <a:pos x="4" y="1"/>
                </a:cxn>
                <a:cxn ang="0">
                  <a:pos x="6" y="2"/>
                </a:cxn>
                <a:cxn ang="0">
                  <a:pos x="7" y="2"/>
                </a:cxn>
                <a:cxn ang="0">
                  <a:pos x="8" y="4"/>
                </a:cxn>
              </a:cxnLst>
              <a:rect l="0" t="0" r="r" b="b"/>
              <a:pathLst>
                <a:path w="8" h="5">
                  <a:moveTo>
                    <a:pt x="8" y="4"/>
                  </a:moveTo>
                  <a:cubicBezTo>
                    <a:pt x="8" y="4"/>
                    <a:pt x="7" y="4"/>
                    <a:pt x="7" y="4"/>
                  </a:cubicBezTo>
                  <a:cubicBezTo>
                    <a:pt x="6" y="4"/>
                    <a:pt x="6" y="5"/>
                    <a:pt x="5" y="5"/>
                  </a:cubicBezTo>
                  <a:cubicBezTo>
                    <a:pt x="5" y="5"/>
                    <a:pt x="4" y="5"/>
                    <a:pt x="3" y="5"/>
                  </a:cubicBezTo>
                  <a:cubicBezTo>
                    <a:pt x="3" y="5"/>
                    <a:pt x="1" y="4"/>
                    <a:pt x="1" y="4"/>
                  </a:cubicBezTo>
                  <a:cubicBezTo>
                    <a:pt x="1" y="4"/>
                    <a:pt x="0" y="3"/>
                    <a:pt x="0" y="2"/>
                  </a:cubicBezTo>
                  <a:cubicBezTo>
                    <a:pt x="0" y="2"/>
                    <a:pt x="1" y="1"/>
                    <a:pt x="1" y="1"/>
                  </a:cubicBezTo>
                  <a:cubicBezTo>
                    <a:pt x="1" y="1"/>
                    <a:pt x="2" y="1"/>
                    <a:pt x="3" y="1"/>
                  </a:cubicBezTo>
                  <a:cubicBezTo>
                    <a:pt x="3" y="0"/>
                    <a:pt x="4" y="0"/>
                    <a:pt x="4" y="1"/>
                  </a:cubicBezTo>
                  <a:cubicBezTo>
                    <a:pt x="5" y="1"/>
                    <a:pt x="5" y="2"/>
                    <a:pt x="6" y="2"/>
                  </a:cubicBezTo>
                  <a:cubicBezTo>
                    <a:pt x="6" y="2"/>
                    <a:pt x="7" y="2"/>
                    <a:pt x="7" y="2"/>
                  </a:cubicBezTo>
                  <a:cubicBezTo>
                    <a:pt x="7" y="2"/>
                    <a:pt x="8" y="3"/>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6"/>
            <p:cNvSpPr>
              <a:spLocks/>
            </p:cNvSpPr>
            <p:nvPr/>
          </p:nvSpPr>
          <p:spPr bwMode="auto">
            <a:xfrm>
              <a:off x="4621213" y="4772025"/>
              <a:ext cx="11113" cy="14288"/>
            </a:xfrm>
            <a:custGeom>
              <a:avLst/>
              <a:gdLst/>
              <a:ahLst/>
              <a:cxnLst>
                <a:cxn ang="0">
                  <a:pos x="4" y="8"/>
                </a:cxn>
                <a:cxn ang="0">
                  <a:pos x="3" y="7"/>
                </a:cxn>
                <a:cxn ang="0">
                  <a:pos x="1" y="6"/>
                </a:cxn>
                <a:cxn ang="0">
                  <a:pos x="1" y="4"/>
                </a:cxn>
                <a:cxn ang="0">
                  <a:pos x="2" y="3"/>
                </a:cxn>
                <a:cxn ang="0">
                  <a:pos x="3" y="1"/>
                </a:cxn>
                <a:cxn ang="0">
                  <a:pos x="5" y="1"/>
                </a:cxn>
                <a:cxn ang="0">
                  <a:pos x="6" y="2"/>
                </a:cxn>
                <a:cxn ang="0">
                  <a:pos x="7" y="3"/>
                </a:cxn>
                <a:cxn ang="0">
                  <a:pos x="7" y="4"/>
                </a:cxn>
                <a:cxn ang="0">
                  <a:pos x="7" y="6"/>
                </a:cxn>
                <a:cxn ang="0">
                  <a:pos x="6" y="7"/>
                </a:cxn>
                <a:cxn ang="0">
                  <a:pos x="5" y="8"/>
                </a:cxn>
                <a:cxn ang="0">
                  <a:pos x="4" y="8"/>
                </a:cxn>
              </a:cxnLst>
              <a:rect l="0" t="0" r="r" b="b"/>
              <a:pathLst>
                <a:path w="7" h="8">
                  <a:moveTo>
                    <a:pt x="4" y="8"/>
                  </a:moveTo>
                  <a:cubicBezTo>
                    <a:pt x="3" y="8"/>
                    <a:pt x="3" y="7"/>
                    <a:pt x="3" y="7"/>
                  </a:cubicBezTo>
                  <a:cubicBezTo>
                    <a:pt x="3" y="6"/>
                    <a:pt x="2" y="6"/>
                    <a:pt x="1" y="6"/>
                  </a:cubicBezTo>
                  <a:cubicBezTo>
                    <a:pt x="1" y="5"/>
                    <a:pt x="0" y="5"/>
                    <a:pt x="1" y="4"/>
                  </a:cubicBezTo>
                  <a:cubicBezTo>
                    <a:pt x="1" y="4"/>
                    <a:pt x="1" y="3"/>
                    <a:pt x="2" y="3"/>
                  </a:cubicBezTo>
                  <a:cubicBezTo>
                    <a:pt x="2" y="3"/>
                    <a:pt x="2" y="1"/>
                    <a:pt x="3" y="1"/>
                  </a:cubicBezTo>
                  <a:cubicBezTo>
                    <a:pt x="3" y="1"/>
                    <a:pt x="4" y="0"/>
                    <a:pt x="5" y="1"/>
                  </a:cubicBezTo>
                  <a:cubicBezTo>
                    <a:pt x="5" y="1"/>
                    <a:pt x="5" y="2"/>
                    <a:pt x="6" y="2"/>
                  </a:cubicBezTo>
                  <a:cubicBezTo>
                    <a:pt x="6" y="2"/>
                    <a:pt x="7" y="2"/>
                    <a:pt x="7" y="3"/>
                  </a:cubicBezTo>
                  <a:cubicBezTo>
                    <a:pt x="7" y="3"/>
                    <a:pt x="7" y="4"/>
                    <a:pt x="7" y="4"/>
                  </a:cubicBezTo>
                  <a:cubicBezTo>
                    <a:pt x="7" y="5"/>
                    <a:pt x="7" y="5"/>
                    <a:pt x="7" y="6"/>
                  </a:cubicBezTo>
                  <a:cubicBezTo>
                    <a:pt x="7" y="6"/>
                    <a:pt x="6" y="6"/>
                    <a:pt x="6" y="7"/>
                  </a:cubicBezTo>
                  <a:cubicBezTo>
                    <a:pt x="6" y="7"/>
                    <a:pt x="5" y="7"/>
                    <a:pt x="5" y="8"/>
                  </a:cubicBezTo>
                  <a:cubicBezTo>
                    <a:pt x="5" y="8"/>
                    <a:pt x="4" y="8"/>
                    <a:pt x="4"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7"/>
            <p:cNvSpPr>
              <a:spLocks/>
            </p:cNvSpPr>
            <p:nvPr/>
          </p:nvSpPr>
          <p:spPr bwMode="auto">
            <a:xfrm>
              <a:off x="4632325" y="4759325"/>
              <a:ext cx="19050" cy="15875"/>
            </a:xfrm>
            <a:custGeom>
              <a:avLst/>
              <a:gdLst/>
              <a:ahLst/>
              <a:cxnLst>
                <a:cxn ang="0">
                  <a:pos x="3" y="10"/>
                </a:cxn>
                <a:cxn ang="0">
                  <a:pos x="4" y="9"/>
                </a:cxn>
                <a:cxn ang="0">
                  <a:pos x="6" y="7"/>
                </a:cxn>
                <a:cxn ang="0">
                  <a:pos x="7" y="7"/>
                </a:cxn>
                <a:cxn ang="0">
                  <a:pos x="8" y="6"/>
                </a:cxn>
                <a:cxn ang="0">
                  <a:pos x="9" y="4"/>
                </a:cxn>
                <a:cxn ang="0">
                  <a:pos x="10" y="3"/>
                </a:cxn>
                <a:cxn ang="0">
                  <a:pos x="10" y="1"/>
                </a:cxn>
                <a:cxn ang="0">
                  <a:pos x="8" y="1"/>
                </a:cxn>
                <a:cxn ang="0">
                  <a:pos x="6" y="2"/>
                </a:cxn>
                <a:cxn ang="0">
                  <a:pos x="4" y="3"/>
                </a:cxn>
                <a:cxn ang="0">
                  <a:pos x="2" y="4"/>
                </a:cxn>
                <a:cxn ang="0">
                  <a:pos x="1" y="5"/>
                </a:cxn>
                <a:cxn ang="0">
                  <a:pos x="0" y="6"/>
                </a:cxn>
                <a:cxn ang="0">
                  <a:pos x="0" y="7"/>
                </a:cxn>
                <a:cxn ang="0">
                  <a:pos x="0" y="8"/>
                </a:cxn>
                <a:cxn ang="0">
                  <a:pos x="1" y="9"/>
                </a:cxn>
                <a:cxn ang="0">
                  <a:pos x="3" y="10"/>
                </a:cxn>
              </a:cxnLst>
              <a:rect l="0" t="0" r="r" b="b"/>
              <a:pathLst>
                <a:path w="11" h="10">
                  <a:moveTo>
                    <a:pt x="3" y="10"/>
                  </a:moveTo>
                  <a:cubicBezTo>
                    <a:pt x="3" y="10"/>
                    <a:pt x="4" y="9"/>
                    <a:pt x="4" y="9"/>
                  </a:cubicBezTo>
                  <a:cubicBezTo>
                    <a:pt x="5" y="9"/>
                    <a:pt x="5" y="8"/>
                    <a:pt x="6" y="7"/>
                  </a:cubicBezTo>
                  <a:cubicBezTo>
                    <a:pt x="6" y="7"/>
                    <a:pt x="7" y="7"/>
                    <a:pt x="7" y="7"/>
                  </a:cubicBezTo>
                  <a:cubicBezTo>
                    <a:pt x="7" y="7"/>
                    <a:pt x="8" y="6"/>
                    <a:pt x="8" y="6"/>
                  </a:cubicBezTo>
                  <a:cubicBezTo>
                    <a:pt x="8" y="5"/>
                    <a:pt x="9" y="4"/>
                    <a:pt x="9" y="4"/>
                  </a:cubicBezTo>
                  <a:cubicBezTo>
                    <a:pt x="9" y="3"/>
                    <a:pt x="10" y="3"/>
                    <a:pt x="10" y="3"/>
                  </a:cubicBezTo>
                  <a:cubicBezTo>
                    <a:pt x="11" y="2"/>
                    <a:pt x="11" y="1"/>
                    <a:pt x="10" y="1"/>
                  </a:cubicBezTo>
                  <a:cubicBezTo>
                    <a:pt x="10" y="0"/>
                    <a:pt x="8" y="0"/>
                    <a:pt x="8" y="1"/>
                  </a:cubicBezTo>
                  <a:cubicBezTo>
                    <a:pt x="7" y="1"/>
                    <a:pt x="7" y="2"/>
                    <a:pt x="6" y="2"/>
                  </a:cubicBezTo>
                  <a:cubicBezTo>
                    <a:pt x="6" y="2"/>
                    <a:pt x="5" y="3"/>
                    <a:pt x="4" y="3"/>
                  </a:cubicBezTo>
                  <a:cubicBezTo>
                    <a:pt x="3" y="3"/>
                    <a:pt x="2" y="3"/>
                    <a:pt x="2" y="4"/>
                  </a:cubicBezTo>
                  <a:cubicBezTo>
                    <a:pt x="1" y="4"/>
                    <a:pt x="1" y="4"/>
                    <a:pt x="1" y="5"/>
                  </a:cubicBezTo>
                  <a:cubicBezTo>
                    <a:pt x="1" y="5"/>
                    <a:pt x="0" y="5"/>
                    <a:pt x="0" y="6"/>
                  </a:cubicBezTo>
                  <a:cubicBezTo>
                    <a:pt x="0" y="6"/>
                    <a:pt x="0" y="7"/>
                    <a:pt x="0" y="7"/>
                  </a:cubicBezTo>
                  <a:cubicBezTo>
                    <a:pt x="0" y="7"/>
                    <a:pt x="0" y="8"/>
                    <a:pt x="0" y="8"/>
                  </a:cubicBezTo>
                  <a:cubicBezTo>
                    <a:pt x="1" y="8"/>
                    <a:pt x="1" y="9"/>
                    <a:pt x="1" y="9"/>
                  </a:cubicBezTo>
                  <a:cubicBezTo>
                    <a:pt x="1" y="10"/>
                    <a:pt x="2" y="10"/>
                    <a:pt x="3"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8"/>
            <p:cNvSpPr>
              <a:spLocks/>
            </p:cNvSpPr>
            <p:nvPr/>
          </p:nvSpPr>
          <p:spPr bwMode="auto">
            <a:xfrm>
              <a:off x="4611688" y="4767263"/>
              <a:ext cx="11113" cy="7938"/>
            </a:xfrm>
            <a:custGeom>
              <a:avLst/>
              <a:gdLst/>
              <a:ahLst/>
              <a:cxnLst>
                <a:cxn ang="0">
                  <a:pos x="6" y="5"/>
                </a:cxn>
                <a:cxn ang="0">
                  <a:pos x="4" y="4"/>
                </a:cxn>
                <a:cxn ang="0">
                  <a:pos x="3" y="4"/>
                </a:cxn>
                <a:cxn ang="0">
                  <a:pos x="2" y="4"/>
                </a:cxn>
                <a:cxn ang="0">
                  <a:pos x="0" y="4"/>
                </a:cxn>
                <a:cxn ang="0">
                  <a:pos x="1" y="3"/>
                </a:cxn>
                <a:cxn ang="0">
                  <a:pos x="3" y="1"/>
                </a:cxn>
                <a:cxn ang="0">
                  <a:pos x="4" y="0"/>
                </a:cxn>
                <a:cxn ang="0">
                  <a:pos x="5" y="1"/>
                </a:cxn>
                <a:cxn ang="0">
                  <a:pos x="7" y="1"/>
                </a:cxn>
                <a:cxn ang="0">
                  <a:pos x="7" y="2"/>
                </a:cxn>
                <a:cxn ang="0">
                  <a:pos x="7" y="3"/>
                </a:cxn>
                <a:cxn ang="0">
                  <a:pos x="6" y="5"/>
                </a:cxn>
              </a:cxnLst>
              <a:rect l="0" t="0" r="r" b="b"/>
              <a:pathLst>
                <a:path w="7" h="5">
                  <a:moveTo>
                    <a:pt x="6" y="5"/>
                  </a:moveTo>
                  <a:cubicBezTo>
                    <a:pt x="6" y="5"/>
                    <a:pt x="5" y="4"/>
                    <a:pt x="4" y="4"/>
                  </a:cubicBezTo>
                  <a:cubicBezTo>
                    <a:pt x="4" y="4"/>
                    <a:pt x="3" y="4"/>
                    <a:pt x="3" y="4"/>
                  </a:cubicBezTo>
                  <a:cubicBezTo>
                    <a:pt x="3" y="4"/>
                    <a:pt x="2" y="4"/>
                    <a:pt x="2" y="4"/>
                  </a:cubicBezTo>
                  <a:cubicBezTo>
                    <a:pt x="2" y="4"/>
                    <a:pt x="1" y="5"/>
                    <a:pt x="0" y="4"/>
                  </a:cubicBezTo>
                  <a:cubicBezTo>
                    <a:pt x="0" y="4"/>
                    <a:pt x="1" y="3"/>
                    <a:pt x="1" y="3"/>
                  </a:cubicBezTo>
                  <a:cubicBezTo>
                    <a:pt x="2" y="2"/>
                    <a:pt x="2" y="2"/>
                    <a:pt x="3" y="1"/>
                  </a:cubicBezTo>
                  <a:cubicBezTo>
                    <a:pt x="3" y="1"/>
                    <a:pt x="4" y="0"/>
                    <a:pt x="4" y="0"/>
                  </a:cubicBezTo>
                  <a:cubicBezTo>
                    <a:pt x="4" y="0"/>
                    <a:pt x="5" y="1"/>
                    <a:pt x="5" y="1"/>
                  </a:cubicBezTo>
                  <a:cubicBezTo>
                    <a:pt x="5" y="1"/>
                    <a:pt x="6" y="1"/>
                    <a:pt x="7" y="1"/>
                  </a:cubicBezTo>
                  <a:cubicBezTo>
                    <a:pt x="7" y="1"/>
                    <a:pt x="7" y="2"/>
                    <a:pt x="7" y="2"/>
                  </a:cubicBezTo>
                  <a:cubicBezTo>
                    <a:pt x="7" y="2"/>
                    <a:pt x="7" y="3"/>
                    <a:pt x="7" y="3"/>
                  </a:cubicBezTo>
                  <a:cubicBezTo>
                    <a:pt x="7" y="4"/>
                    <a:pt x="7" y="5"/>
                    <a:pt x="6"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9"/>
            <p:cNvSpPr>
              <a:spLocks/>
            </p:cNvSpPr>
            <p:nvPr/>
          </p:nvSpPr>
          <p:spPr bwMode="auto">
            <a:xfrm>
              <a:off x="4618038" y="4762500"/>
              <a:ext cx="11113" cy="6350"/>
            </a:xfrm>
            <a:custGeom>
              <a:avLst/>
              <a:gdLst/>
              <a:ahLst/>
              <a:cxnLst>
                <a:cxn ang="0">
                  <a:pos x="6" y="4"/>
                </a:cxn>
                <a:cxn ang="0">
                  <a:pos x="5" y="3"/>
                </a:cxn>
                <a:cxn ang="0">
                  <a:pos x="3" y="2"/>
                </a:cxn>
                <a:cxn ang="0">
                  <a:pos x="1" y="2"/>
                </a:cxn>
                <a:cxn ang="0">
                  <a:pos x="0" y="1"/>
                </a:cxn>
                <a:cxn ang="0">
                  <a:pos x="1" y="0"/>
                </a:cxn>
                <a:cxn ang="0">
                  <a:pos x="3" y="0"/>
                </a:cxn>
                <a:cxn ang="0">
                  <a:pos x="4" y="1"/>
                </a:cxn>
                <a:cxn ang="0">
                  <a:pos x="5" y="1"/>
                </a:cxn>
                <a:cxn ang="0">
                  <a:pos x="6" y="1"/>
                </a:cxn>
                <a:cxn ang="0">
                  <a:pos x="6" y="2"/>
                </a:cxn>
                <a:cxn ang="0">
                  <a:pos x="6" y="4"/>
                </a:cxn>
              </a:cxnLst>
              <a:rect l="0" t="0" r="r" b="b"/>
              <a:pathLst>
                <a:path w="7" h="4">
                  <a:moveTo>
                    <a:pt x="6" y="4"/>
                  </a:moveTo>
                  <a:cubicBezTo>
                    <a:pt x="5" y="4"/>
                    <a:pt x="5" y="3"/>
                    <a:pt x="5" y="3"/>
                  </a:cubicBezTo>
                  <a:cubicBezTo>
                    <a:pt x="4" y="3"/>
                    <a:pt x="4" y="3"/>
                    <a:pt x="3" y="2"/>
                  </a:cubicBezTo>
                  <a:cubicBezTo>
                    <a:pt x="3" y="2"/>
                    <a:pt x="2" y="2"/>
                    <a:pt x="1" y="2"/>
                  </a:cubicBezTo>
                  <a:cubicBezTo>
                    <a:pt x="1" y="2"/>
                    <a:pt x="1" y="2"/>
                    <a:pt x="0" y="1"/>
                  </a:cubicBezTo>
                  <a:cubicBezTo>
                    <a:pt x="0" y="1"/>
                    <a:pt x="1" y="0"/>
                    <a:pt x="1" y="0"/>
                  </a:cubicBezTo>
                  <a:cubicBezTo>
                    <a:pt x="2" y="0"/>
                    <a:pt x="3" y="0"/>
                    <a:pt x="3" y="0"/>
                  </a:cubicBezTo>
                  <a:cubicBezTo>
                    <a:pt x="3" y="0"/>
                    <a:pt x="4" y="0"/>
                    <a:pt x="4" y="1"/>
                  </a:cubicBezTo>
                  <a:cubicBezTo>
                    <a:pt x="4" y="1"/>
                    <a:pt x="5" y="0"/>
                    <a:pt x="5" y="1"/>
                  </a:cubicBezTo>
                  <a:cubicBezTo>
                    <a:pt x="6" y="1"/>
                    <a:pt x="6" y="1"/>
                    <a:pt x="6" y="1"/>
                  </a:cubicBezTo>
                  <a:cubicBezTo>
                    <a:pt x="7" y="2"/>
                    <a:pt x="6" y="2"/>
                    <a:pt x="6" y="2"/>
                  </a:cubicBezTo>
                  <a:cubicBezTo>
                    <a:pt x="6" y="3"/>
                    <a:pt x="6" y="4"/>
                    <a:pt x="6"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0"/>
            <p:cNvSpPr>
              <a:spLocks/>
            </p:cNvSpPr>
            <p:nvPr/>
          </p:nvSpPr>
          <p:spPr bwMode="auto">
            <a:xfrm>
              <a:off x="4597400" y="4768850"/>
              <a:ext cx="12700" cy="6350"/>
            </a:xfrm>
            <a:custGeom>
              <a:avLst/>
              <a:gdLst/>
              <a:ahLst/>
              <a:cxnLst>
                <a:cxn ang="0">
                  <a:pos x="5" y="4"/>
                </a:cxn>
                <a:cxn ang="0">
                  <a:pos x="7" y="3"/>
                </a:cxn>
                <a:cxn ang="0">
                  <a:pos x="5" y="2"/>
                </a:cxn>
                <a:cxn ang="0">
                  <a:pos x="4" y="0"/>
                </a:cxn>
                <a:cxn ang="0">
                  <a:pos x="2" y="0"/>
                </a:cxn>
                <a:cxn ang="0">
                  <a:pos x="2" y="1"/>
                </a:cxn>
                <a:cxn ang="0">
                  <a:pos x="0" y="2"/>
                </a:cxn>
                <a:cxn ang="0">
                  <a:pos x="0" y="3"/>
                </a:cxn>
                <a:cxn ang="0">
                  <a:pos x="2" y="4"/>
                </a:cxn>
                <a:cxn ang="0">
                  <a:pos x="3" y="3"/>
                </a:cxn>
                <a:cxn ang="0">
                  <a:pos x="4" y="4"/>
                </a:cxn>
                <a:cxn ang="0">
                  <a:pos x="5" y="4"/>
                </a:cxn>
              </a:cxnLst>
              <a:rect l="0" t="0" r="r" b="b"/>
              <a:pathLst>
                <a:path w="7" h="4">
                  <a:moveTo>
                    <a:pt x="5" y="4"/>
                  </a:moveTo>
                  <a:cubicBezTo>
                    <a:pt x="6" y="4"/>
                    <a:pt x="7" y="3"/>
                    <a:pt x="7" y="3"/>
                  </a:cubicBezTo>
                  <a:cubicBezTo>
                    <a:pt x="7" y="2"/>
                    <a:pt x="6" y="2"/>
                    <a:pt x="5" y="2"/>
                  </a:cubicBezTo>
                  <a:cubicBezTo>
                    <a:pt x="5" y="1"/>
                    <a:pt x="4" y="0"/>
                    <a:pt x="4" y="0"/>
                  </a:cubicBezTo>
                  <a:cubicBezTo>
                    <a:pt x="3" y="0"/>
                    <a:pt x="3" y="0"/>
                    <a:pt x="2" y="0"/>
                  </a:cubicBezTo>
                  <a:cubicBezTo>
                    <a:pt x="2" y="0"/>
                    <a:pt x="2" y="1"/>
                    <a:pt x="2" y="1"/>
                  </a:cubicBezTo>
                  <a:cubicBezTo>
                    <a:pt x="2" y="1"/>
                    <a:pt x="1" y="1"/>
                    <a:pt x="0" y="2"/>
                  </a:cubicBezTo>
                  <a:cubicBezTo>
                    <a:pt x="0" y="2"/>
                    <a:pt x="0" y="3"/>
                    <a:pt x="0" y="3"/>
                  </a:cubicBezTo>
                  <a:cubicBezTo>
                    <a:pt x="0" y="3"/>
                    <a:pt x="1" y="4"/>
                    <a:pt x="2" y="4"/>
                  </a:cubicBezTo>
                  <a:cubicBezTo>
                    <a:pt x="2" y="4"/>
                    <a:pt x="3" y="3"/>
                    <a:pt x="3" y="3"/>
                  </a:cubicBezTo>
                  <a:cubicBezTo>
                    <a:pt x="4" y="3"/>
                    <a:pt x="4" y="4"/>
                    <a:pt x="4" y="4"/>
                  </a:cubicBezTo>
                  <a:cubicBezTo>
                    <a:pt x="4" y="4"/>
                    <a:pt x="5" y="4"/>
                    <a:pt x="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1"/>
            <p:cNvSpPr>
              <a:spLocks/>
            </p:cNvSpPr>
            <p:nvPr/>
          </p:nvSpPr>
          <p:spPr bwMode="auto">
            <a:xfrm>
              <a:off x="4602163" y="4775200"/>
              <a:ext cx="11113" cy="6350"/>
            </a:xfrm>
            <a:custGeom>
              <a:avLst/>
              <a:gdLst/>
              <a:ahLst/>
              <a:cxnLst>
                <a:cxn ang="0">
                  <a:pos x="5" y="4"/>
                </a:cxn>
                <a:cxn ang="0">
                  <a:pos x="6" y="4"/>
                </a:cxn>
                <a:cxn ang="0">
                  <a:pos x="6" y="3"/>
                </a:cxn>
                <a:cxn ang="0">
                  <a:pos x="6" y="1"/>
                </a:cxn>
                <a:cxn ang="0">
                  <a:pos x="5" y="1"/>
                </a:cxn>
                <a:cxn ang="0">
                  <a:pos x="3" y="1"/>
                </a:cxn>
                <a:cxn ang="0">
                  <a:pos x="1" y="1"/>
                </a:cxn>
                <a:cxn ang="0">
                  <a:pos x="0" y="1"/>
                </a:cxn>
                <a:cxn ang="0">
                  <a:pos x="0" y="2"/>
                </a:cxn>
                <a:cxn ang="0">
                  <a:pos x="2" y="3"/>
                </a:cxn>
                <a:cxn ang="0">
                  <a:pos x="3" y="3"/>
                </a:cxn>
                <a:cxn ang="0">
                  <a:pos x="4" y="4"/>
                </a:cxn>
                <a:cxn ang="0">
                  <a:pos x="5" y="4"/>
                </a:cxn>
              </a:cxnLst>
              <a:rect l="0" t="0" r="r" b="b"/>
              <a:pathLst>
                <a:path w="6" h="4">
                  <a:moveTo>
                    <a:pt x="5" y="4"/>
                  </a:moveTo>
                  <a:cubicBezTo>
                    <a:pt x="5" y="4"/>
                    <a:pt x="6" y="4"/>
                    <a:pt x="6" y="4"/>
                  </a:cubicBezTo>
                  <a:cubicBezTo>
                    <a:pt x="6" y="4"/>
                    <a:pt x="6" y="3"/>
                    <a:pt x="6" y="3"/>
                  </a:cubicBezTo>
                  <a:cubicBezTo>
                    <a:pt x="6" y="2"/>
                    <a:pt x="6" y="1"/>
                    <a:pt x="6" y="1"/>
                  </a:cubicBezTo>
                  <a:cubicBezTo>
                    <a:pt x="6" y="1"/>
                    <a:pt x="5" y="1"/>
                    <a:pt x="5" y="1"/>
                  </a:cubicBezTo>
                  <a:cubicBezTo>
                    <a:pt x="4" y="0"/>
                    <a:pt x="4" y="1"/>
                    <a:pt x="3" y="1"/>
                  </a:cubicBezTo>
                  <a:cubicBezTo>
                    <a:pt x="3" y="1"/>
                    <a:pt x="2" y="1"/>
                    <a:pt x="1" y="1"/>
                  </a:cubicBezTo>
                  <a:cubicBezTo>
                    <a:pt x="1" y="1"/>
                    <a:pt x="0" y="1"/>
                    <a:pt x="0" y="1"/>
                  </a:cubicBezTo>
                  <a:cubicBezTo>
                    <a:pt x="0" y="1"/>
                    <a:pt x="0" y="2"/>
                    <a:pt x="0" y="2"/>
                  </a:cubicBezTo>
                  <a:cubicBezTo>
                    <a:pt x="0" y="3"/>
                    <a:pt x="1" y="3"/>
                    <a:pt x="2" y="3"/>
                  </a:cubicBezTo>
                  <a:cubicBezTo>
                    <a:pt x="2" y="3"/>
                    <a:pt x="3" y="3"/>
                    <a:pt x="3" y="3"/>
                  </a:cubicBezTo>
                  <a:cubicBezTo>
                    <a:pt x="3" y="3"/>
                    <a:pt x="3" y="4"/>
                    <a:pt x="4" y="4"/>
                  </a:cubicBezTo>
                  <a:cubicBezTo>
                    <a:pt x="4" y="4"/>
                    <a:pt x="5" y="4"/>
                    <a:pt x="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2"/>
            <p:cNvSpPr>
              <a:spLocks/>
            </p:cNvSpPr>
            <p:nvPr/>
          </p:nvSpPr>
          <p:spPr bwMode="auto">
            <a:xfrm>
              <a:off x="4603750" y="4791075"/>
              <a:ext cx="11113" cy="7938"/>
            </a:xfrm>
            <a:custGeom>
              <a:avLst/>
              <a:gdLst/>
              <a:ahLst/>
              <a:cxnLst>
                <a:cxn ang="0">
                  <a:pos x="2" y="5"/>
                </a:cxn>
                <a:cxn ang="0">
                  <a:pos x="3" y="4"/>
                </a:cxn>
                <a:cxn ang="0">
                  <a:pos x="4" y="4"/>
                </a:cxn>
                <a:cxn ang="0">
                  <a:pos x="6" y="4"/>
                </a:cxn>
                <a:cxn ang="0">
                  <a:pos x="6" y="2"/>
                </a:cxn>
                <a:cxn ang="0">
                  <a:pos x="5" y="1"/>
                </a:cxn>
                <a:cxn ang="0">
                  <a:pos x="2" y="1"/>
                </a:cxn>
                <a:cxn ang="0">
                  <a:pos x="2" y="1"/>
                </a:cxn>
                <a:cxn ang="0">
                  <a:pos x="0" y="2"/>
                </a:cxn>
                <a:cxn ang="0">
                  <a:pos x="0" y="3"/>
                </a:cxn>
                <a:cxn ang="0">
                  <a:pos x="0" y="4"/>
                </a:cxn>
                <a:cxn ang="0">
                  <a:pos x="2" y="5"/>
                </a:cxn>
              </a:cxnLst>
              <a:rect l="0" t="0" r="r" b="b"/>
              <a:pathLst>
                <a:path w="6" h="5">
                  <a:moveTo>
                    <a:pt x="2" y="5"/>
                  </a:moveTo>
                  <a:cubicBezTo>
                    <a:pt x="3" y="5"/>
                    <a:pt x="3" y="4"/>
                    <a:pt x="3" y="4"/>
                  </a:cubicBezTo>
                  <a:cubicBezTo>
                    <a:pt x="4" y="4"/>
                    <a:pt x="4" y="4"/>
                    <a:pt x="4" y="4"/>
                  </a:cubicBezTo>
                  <a:cubicBezTo>
                    <a:pt x="5" y="4"/>
                    <a:pt x="6" y="4"/>
                    <a:pt x="6" y="4"/>
                  </a:cubicBezTo>
                  <a:cubicBezTo>
                    <a:pt x="6" y="4"/>
                    <a:pt x="6" y="2"/>
                    <a:pt x="6" y="2"/>
                  </a:cubicBezTo>
                  <a:cubicBezTo>
                    <a:pt x="6" y="2"/>
                    <a:pt x="5" y="1"/>
                    <a:pt x="5" y="1"/>
                  </a:cubicBezTo>
                  <a:cubicBezTo>
                    <a:pt x="4" y="1"/>
                    <a:pt x="3" y="0"/>
                    <a:pt x="2" y="1"/>
                  </a:cubicBezTo>
                  <a:cubicBezTo>
                    <a:pt x="2" y="1"/>
                    <a:pt x="2" y="1"/>
                    <a:pt x="2" y="1"/>
                  </a:cubicBezTo>
                  <a:cubicBezTo>
                    <a:pt x="2" y="2"/>
                    <a:pt x="1" y="1"/>
                    <a:pt x="0" y="2"/>
                  </a:cubicBezTo>
                  <a:cubicBezTo>
                    <a:pt x="0" y="2"/>
                    <a:pt x="0" y="2"/>
                    <a:pt x="0" y="3"/>
                  </a:cubicBezTo>
                  <a:cubicBezTo>
                    <a:pt x="0" y="3"/>
                    <a:pt x="0" y="4"/>
                    <a:pt x="0" y="4"/>
                  </a:cubicBezTo>
                  <a:cubicBezTo>
                    <a:pt x="1" y="4"/>
                    <a:pt x="2" y="5"/>
                    <a:pt x="2"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3"/>
            <p:cNvSpPr>
              <a:spLocks/>
            </p:cNvSpPr>
            <p:nvPr/>
          </p:nvSpPr>
          <p:spPr bwMode="auto">
            <a:xfrm>
              <a:off x="4587875" y="4779963"/>
              <a:ext cx="12700" cy="11113"/>
            </a:xfrm>
            <a:custGeom>
              <a:avLst/>
              <a:gdLst/>
              <a:ahLst/>
              <a:cxnLst>
                <a:cxn ang="0">
                  <a:pos x="5" y="6"/>
                </a:cxn>
                <a:cxn ang="0">
                  <a:pos x="6" y="5"/>
                </a:cxn>
                <a:cxn ang="0">
                  <a:pos x="6" y="4"/>
                </a:cxn>
                <a:cxn ang="0">
                  <a:pos x="8" y="2"/>
                </a:cxn>
                <a:cxn ang="0">
                  <a:pos x="7" y="0"/>
                </a:cxn>
                <a:cxn ang="0">
                  <a:pos x="6" y="0"/>
                </a:cxn>
                <a:cxn ang="0">
                  <a:pos x="5" y="1"/>
                </a:cxn>
                <a:cxn ang="0">
                  <a:pos x="3" y="1"/>
                </a:cxn>
                <a:cxn ang="0">
                  <a:pos x="2" y="2"/>
                </a:cxn>
                <a:cxn ang="0">
                  <a:pos x="1" y="3"/>
                </a:cxn>
                <a:cxn ang="0">
                  <a:pos x="0" y="4"/>
                </a:cxn>
                <a:cxn ang="0">
                  <a:pos x="1" y="5"/>
                </a:cxn>
                <a:cxn ang="0">
                  <a:pos x="3" y="4"/>
                </a:cxn>
                <a:cxn ang="0">
                  <a:pos x="3" y="6"/>
                </a:cxn>
                <a:cxn ang="0">
                  <a:pos x="5" y="6"/>
                </a:cxn>
              </a:cxnLst>
              <a:rect l="0" t="0" r="r" b="b"/>
              <a:pathLst>
                <a:path w="8" h="6">
                  <a:moveTo>
                    <a:pt x="5" y="6"/>
                  </a:moveTo>
                  <a:cubicBezTo>
                    <a:pt x="5" y="6"/>
                    <a:pt x="6" y="6"/>
                    <a:pt x="6" y="5"/>
                  </a:cubicBezTo>
                  <a:cubicBezTo>
                    <a:pt x="6" y="5"/>
                    <a:pt x="6" y="4"/>
                    <a:pt x="6" y="4"/>
                  </a:cubicBezTo>
                  <a:cubicBezTo>
                    <a:pt x="7" y="3"/>
                    <a:pt x="8" y="3"/>
                    <a:pt x="8" y="2"/>
                  </a:cubicBezTo>
                  <a:cubicBezTo>
                    <a:pt x="8" y="2"/>
                    <a:pt x="8" y="1"/>
                    <a:pt x="7" y="0"/>
                  </a:cubicBezTo>
                  <a:cubicBezTo>
                    <a:pt x="7" y="0"/>
                    <a:pt x="7" y="0"/>
                    <a:pt x="6" y="0"/>
                  </a:cubicBezTo>
                  <a:cubicBezTo>
                    <a:pt x="6" y="0"/>
                    <a:pt x="5" y="1"/>
                    <a:pt x="5" y="1"/>
                  </a:cubicBezTo>
                  <a:cubicBezTo>
                    <a:pt x="4" y="1"/>
                    <a:pt x="3" y="1"/>
                    <a:pt x="3" y="1"/>
                  </a:cubicBezTo>
                  <a:cubicBezTo>
                    <a:pt x="3" y="1"/>
                    <a:pt x="3" y="2"/>
                    <a:pt x="2" y="2"/>
                  </a:cubicBezTo>
                  <a:cubicBezTo>
                    <a:pt x="2" y="3"/>
                    <a:pt x="1" y="2"/>
                    <a:pt x="1" y="3"/>
                  </a:cubicBezTo>
                  <a:cubicBezTo>
                    <a:pt x="1" y="3"/>
                    <a:pt x="0" y="4"/>
                    <a:pt x="0" y="4"/>
                  </a:cubicBezTo>
                  <a:cubicBezTo>
                    <a:pt x="0" y="4"/>
                    <a:pt x="1" y="5"/>
                    <a:pt x="1" y="5"/>
                  </a:cubicBezTo>
                  <a:cubicBezTo>
                    <a:pt x="2" y="5"/>
                    <a:pt x="3" y="4"/>
                    <a:pt x="3" y="4"/>
                  </a:cubicBezTo>
                  <a:cubicBezTo>
                    <a:pt x="3" y="5"/>
                    <a:pt x="3" y="6"/>
                    <a:pt x="3" y="6"/>
                  </a:cubicBezTo>
                  <a:cubicBezTo>
                    <a:pt x="4" y="6"/>
                    <a:pt x="5" y="6"/>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4"/>
            <p:cNvSpPr>
              <a:spLocks/>
            </p:cNvSpPr>
            <p:nvPr/>
          </p:nvSpPr>
          <p:spPr bwMode="auto">
            <a:xfrm>
              <a:off x="4598988" y="4786313"/>
              <a:ext cx="9525" cy="7938"/>
            </a:xfrm>
            <a:custGeom>
              <a:avLst/>
              <a:gdLst/>
              <a:ahLst/>
              <a:cxnLst>
                <a:cxn ang="0">
                  <a:pos x="5" y="2"/>
                </a:cxn>
                <a:cxn ang="0">
                  <a:pos x="4" y="0"/>
                </a:cxn>
                <a:cxn ang="0">
                  <a:pos x="3" y="0"/>
                </a:cxn>
                <a:cxn ang="0">
                  <a:pos x="2" y="1"/>
                </a:cxn>
                <a:cxn ang="0">
                  <a:pos x="0" y="2"/>
                </a:cxn>
                <a:cxn ang="0">
                  <a:pos x="0" y="3"/>
                </a:cxn>
                <a:cxn ang="0">
                  <a:pos x="0" y="4"/>
                </a:cxn>
                <a:cxn ang="0">
                  <a:pos x="0" y="5"/>
                </a:cxn>
                <a:cxn ang="0">
                  <a:pos x="1" y="5"/>
                </a:cxn>
                <a:cxn ang="0">
                  <a:pos x="2" y="4"/>
                </a:cxn>
                <a:cxn ang="0">
                  <a:pos x="3" y="4"/>
                </a:cxn>
                <a:cxn ang="0">
                  <a:pos x="4" y="3"/>
                </a:cxn>
                <a:cxn ang="0">
                  <a:pos x="5" y="2"/>
                </a:cxn>
              </a:cxnLst>
              <a:rect l="0" t="0" r="r" b="b"/>
              <a:pathLst>
                <a:path w="5" h="5">
                  <a:moveTo>
                    <a:pt x="5" y="2"/>
                  </a:moveTo>
                  <a:cubicBezTo>
                    <a:pt x="5" y="1"/>
                    <a:pt x="4" y="1"/>
                    <a:pt x="4" y="0"/>
                  </a:cubicBezTo>
                  <a:cubicBezTo>
                    <a:pt x="4" y="0"/>
                    <a:pt x="3" y="0"/>
                    <a:pt x="3" y="0"/>
                  </a:cubicBezTo>
                  <a:cubicBezTo>
                    <a:pt x="2" y="0"/>
                    <a:pt x="2" y="1"/>
                    <a:pt x="2" y="1"/>
                  </a:cubicBezTo>
                  <a:cubicBezTo>
                    <a:pt x="2" y="1"/>
                    <a:pt x="1" y="1"/>
                    <a:pt x="0" y="2"/>
                  </a:cubicBezTo>
                  <a:cubicBezTo>
                    <a:pt x="0" y="2"/>
                    <a:pt x="0" y="3"/>
                    <a:pt x="0" y="3"/>
                  </a:cubicBezTo>
                  <a:cubicBezTo>
                    <a:pt x="0" y="3"/>
                    <a:pt x="0" y="4"/>
                    <a:pt x="0" y="4"/>
                  </a:cubicBezTo>
                  <a:cubicBezTo>
                    <a:pt x="0" y="4"/>
                    <a:pt x="0" y="5"/>
                    <a:pt x="0" y="5"/>
                  </a:cubicBezTo>
                  <a:cubicBezTo>
                    <a:pt x="1" y="5"/>
                    <a:pt x="1" y="5"/>
                    <a:pt x="1" y="5"/>
                  </a:cubicBezTo>
                  <a:cubicBezTo>
                    <a:pt x="2" y="5"/>
                    <a:pt x="1" y="4"/>
                    <a:pt x="2" y="4"/>
                  </a:cubicBezTo>
                  <a:cubicBezTo>
                    <a:pt x="2" y="4"/>
                    <a:pt x="3" y="4"/>
                    <a:pt x="3" y="4"/>
                  </a:cubicBezTo>
                  <a:cubicBezTo>
                    <a:pt x="4" y="3"/>
                    <a:pt x="4" y="3"/>
                    <a:pt x="4" y="3"/>
                  </a:cubicBezTo>
                  <a:cubicBezTo>
                    <a:pt x="5" y="2"/>
                    <a:pt x="5" y="2"/>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5"/>
            <p:cNvSpPr>
              <a:spLocks/>
            </p:cNvSpPr>
            <p:nvPr/>
          </p:nvSpPr>
          <p:spPr bwMode="auto">
            <a:xfrm>
              <a:off x="4584700" y="4770438"/>
              <a:ext cx="9525" cy="6350"/>
            </a:xfrm>
            <a:custGeom>
              <a:avLst/>
              <a:gdLst/>
              <a:ahLst/>
              <a:cxnLst>
                <a:cxn ang="0">
                  <a:pos x="6" y="3"/>
                </a:cxn>
                <a:cxn ang="0">
                  <a:pos x="4" y="3"/>
                </a:cxn>
                <a:cxn ang="0">
                  <a:pos x="3" y="4"/>
                </a:cxn>
                <a:cxn ang="0">
                  <a:pos x="2" y="4"/>
                </a:cxn>
                <a:cxn ang="0">
                  <a:pos x="2" y="3"/>
                </a:cxn>
                <a:cxn ang="0">
                  <a:pos x="0" y="2"/>
                </a:cxn>
                <a:cxn ang="0">
                  <a:pos x="0" y="1"/>
                </a:cxn>
                <a:cxn ang="0">
                  <a:pos x="1" y="0"/>
                </a:cxn>
                <a:cxn ang="0">
                  <a:pos x="2" y="0"/>
                </a:cxn>
                <a:cxn ang="0">
                  <a:pos x="4" y="1"/>
                </a:cxn>
                <a:cxn ang="0">
                  <a:pos x="5" y="1"/>
                </a:cxn>
                <a:cxn ang="0">
                  <a:pos x="6" y="3"/>
                </a:cxn>
              </a:cxnLst>
              <a:rect l="0" t="0" r="r" b="b"/>
              <a:pathLst>
                <a:path w="6" h="4">
                  <a:moveTo>
                    <a:pt x="6" y="3"/>
                  </a:moveTo>
                  <a:cubicBezTo>
                    <a:pt x="5" y="3"/>
                    <a:pt x="4" y="3"/>
                    <a:pt x="4" y="3"/>
                  </a:cubicBezTo>
                  <a:cubicBezTo>
                    <a:pt x="4" y="3"/>
                    <a:pt x="4" y="4"/>
                    <a:pt x="3" y="4"/>
                  </a:cubicBezTo>
                  <a:cubicBezTo>
                    <a:pt x="3" y="4"/>
                    <a:pt x="2" y="4"/>
                    <a:pt x="2" y="4"/>
                  </a:cubicBezTo>
                  <a:cubicBezTo>
                    <a:pt x="2" y="3"/>
                    <a:pt x="2" y="3"/>
                    <a:pt x="2" y="3"/>
                  </a:cubicBezTo>
                  <a:cubicBezTo>
                    <a:pt x="2" y="2"/>
                    <a:pt x="1" y="2"/>
                    <a:pt x="0" y="2"/>
                  </a:cubicBezTo>
                  <a:cubicBezTo>
                    <a:pt x="0" y="1"/>
                    <a:pt x="0" y="1"/>
                    <a:pt x="0" y="1"/>
                  </a:cubicBezTo>
                  <a:cubicBezTo>
                    <a:pt x="0" y="0"/>
                    <a:pt x="1" y="0"/>
                    <a:pt x="1" y="0"/>
                  </a:cubicBezTo>
                  <a:cubicBezTo>
                    <a:pt x="1" y="0"/>
                    <a:pt x="2" y="0"/>
                    <a:pt x="2" y="0"/>
                  </a:cubicBezTo>
                  <a:cubicBezTo>
                    <a:pt x="3" y="0"/>
                    <a:pt x="3" y="1"/>
                    <a:pt x="4" y="1"/>
                  </a:cubicBezTo>
                  <a:cubicBezTo>
                    <a:pt x="4" y="2"/>
                    <a:pt x="5" y="1"/>
                    <a:pt x="5" y="1"/>
                  </a:cubicBezTo>
                  <a:cubicBezTo>
                    <a:pt x="5" y="2"/>
                    <a:pt x="6" y="3"/>
                    <a:pt x="6"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26"/>
            <p:cNvSpPr>
              <a:spLocks/>
            </p:cNvSpPr>
            <p:nvPr/>
          </p:nvSpPr>
          <p:spPr bwMode="auto">
            <a:xfrm>
              <a:off x="4578350" y="4765675"/>
              <a:ext cx="4763" cy="4763"/>
            </a:xfrm>
            <a:custGeom>
              <a:avLst/>
              <a:gdLst/>
              <a:ahLst/>
              <a:cxnLst>
                <a:cxn ang="0">
                  <a:pos x="2" y="0"/>
                </a:cxn>
                <a:cxn ang="0">
                  <a:pos x="1" y="1"/>
                </a:cxn>
                <a:cxn ang="0">
                  <a:pos x="0" y="1"/>
                </a:cxn>
                <a:cxn ang="0">
                  <a:pos x="0" y="2"/>
                </a:cxn>
                <a:cxn ang="0">
                  <a:pos x="2" y="3"/>
                </a:cxn>
                <a:cxn ang="0">
                  <a:pos x="3" y="3"/>
                </a:cxn>
                <a:cxn ang="0">
                  <a:pos x="3" y="1"/>
                </a:cxn>
                <a:cxn ang="0">
                  <a:pos x="2" y="0"/>
                </a:cxn>
              </a:cxnLst>
              <a:rect l="0" t="0" r="r" b="b"/>
              <a:pathLst>
                <a:path w="3" h="3">
                  <a:moveTo>
                    <a:pt x="2" y="0"/>
                  </a:moveTo>
                  <a:cubicBezTo>
                    <a:pt x="2" y="0"/>
                    <a:pt x="1" y="1"/>
                    <a:pt x="1" y="1"/>
                  </a:cubicBezTo>
                  <a:cubicBezTo>
                    <a:pt x="1" y="1"/>
                    <a:pt x="0" y="1"/>
                    <a:pt x="0" y="1"/>
                  </a:cubicBezTo>
                  <a:cubicBezTo>
                    <a:pt x="0" y="1"/>
                    <a:pt x="0" y="2"/>
                    <a:pt x="0" y="2"/>
                  </a:cubicBezTo>
                  <a:cubicBezTo>
                    <a:pt x="0" y="3"/>
                    <a:pt x="1" y="3"/>
                    <a:pt x="2" y="3"/>
                  </a:cubicBezTo>
                  <a:cubicBezTo>
                    <a:pt x="2" y="3"/>
                    <a:pt x="3" y="3"/>
                    <a:pt x="3" y="3"/>
                  </a:cubicBezTo>
                  <a:cubicBezTo>
                    <a:pt x="3" y="2"/>
                    <a:pt x="3" y="2"/>
                    <a:pt x="3" y="1"/>
                  </a:cubicBezTo>
                  <a:cubicBezTo>
                    <a:pt x="3" y="1"/>
                    <a:pt x="2" y="0"/>
                    <a:pt x="2"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27"/>
            <p:cNvSpPr>
              <a:spLocks/>
            </p:cNvSpPr>
            <p:nvPr/>
          </p:nvSpPr>
          <p:spPr bwMode="auto">
            <a:xfrm>
              <a:off x="4578350" y="4776788"/>
              <a:ext cx="9525" cy="11113"/>
            </a:xfrm>
            <a:custGeom>
              <a:avLst/>
              <a:gdLst/>
              <a:ahLst/>
              <a:cxnLst>
                <a:cxn ang="0">
                  <a:pos x="6" y="2"/>
                </a:cxn>
                <a:cxn ang="0">
                  <a:pos x="5" y="1"/>
                </a:cxn>
                <a:cxn ang="0">
                  <a:pos x="4" y="0"/>
                </a:cxn>
                <a:cxn ang="0">
                  <a:pos x="2" y="0"/>
                </a:cxn>
                <a:cxn ang="0">
                  <a:pos x="2" y="1"/>
                </a:cxn>
                <a:cxn ang="0">
                  <a:pos x="1" y="2"/>
                </a:cxn>
                <a:cxn ang="0">
                  <a:pos x="1" y="4"/>
                </a:cxn>
                <a:cxn ang="0">
                  <a:pos x="0" y="5"/>
                </a:cxn>
                <a:cxn ang="0">
                  <a:pos x="1" y="6"/>
                </a:cxn>
                <a:cxn ang="0">
                  <a:pos x="2" y="6"/>
                </a:cxn>
                <a:cxn ang="0">
                  <a:pos x="3" y="5"/>
                </a:cxn>
                <a:cxn ang="0">
                  <a:pos x="4" y="5"/>
                </a:cxn>
                <a:cxn ang="0">
                  <a:pos x="5" y="4"/>
                </a:cxn>
                <a:cxn ang="0">
                  <a:pos x="6" y="2"/>
                </a:cxn>
              </a:cxnLst>
              <a:rect l="0" t="0" r="r" b="b"/>
              <a:pathLst>
                <a:path w="6" h="6">
                  <a:moveTo>
                    <a:pt x="6" y="2"/>
                  </a:moveTo>
                  <a:cubicBezTo>
                    <a:pt x="6" y="2"/>
                    <a:pt x="5" y="2"/>
                    <a:pt x="5" y="1"/>
                  </a:cubicBezTo>
                  <a:cubicBezTo>
                    <a:pt x="4" y="1"/>
                    <a:pt x="4" y="0"/>
                    <a:pt x="4" y="0"/>
                  </a:cubicBezTo>
                  <a:cubicBezTo>
                    <a:pt x="3" y="0"/>
                    <a:pt x="2" y="0"/>
                    <a:pt x="2" y="0"/>
                  </a:cubicBezTo>
                  <a:cubicBezTo>
                    <a:pt x="2" y="0"/>
                    <a:pt x="2" y="0"/>
                    <a:pt x="2" y="1"/>
                  </a:cubicBezTo>
                  <a:cubicBezTo>
                    <a:pt x="2" y="1"/>
                    <a:pt x="1" y="2"/>
                    <a:pt x="1" y="2"/>
                  </a:cubicBezTo>
                  <a:cubicBezTo>
                    <a:pt x="1" y="3"/>
                    <a:pt x="1" y="3"/>
                    <a:pt x="1" y="4"/>
                  </a:cubicBezTo>
                  <a:cubicBezTo>
                    <a:pt x="1" y="4"/>
                    <a:pt x="0" y="5"/>
                    <a:pt x="0" y="5"/>
                  </a:cubicBezTo>
                  <a:cubicBezTo>
                    <a:pt x="0" y="5"/>
                    <a:pt x="0" y="6"/>
                    <a:pt x="1" y="6"/>
                  </a:cubicBezTo>
                  <a:cubicBezTo>
                    <a:pt x="1" y="6"/>
                    <a:pt x="2" y="6"/>
                    <a:pt x="2" y="6"/>
                  </a:cubicBezTo>
                  <a:cubicBezTo>
                    <a:pt x="2" y="6"/>
                    <a:pt x="2" y="5"/>
                    <a:pt x="3" y="5"/>
                  </a:cubicBezTo>
                  <a:cubicBezTo>
                    <a:pt x="3" y="5"/>
                    <a:pt x="4" y="5"/>
                    <a:pt x="4" y="5"/>
                  </a:cubicBezTo>
                  <a:cubicBezTo>
                    <a:pt x="5" y="5"/>
                    <a:pt x="5" y="4"/>
                    <a:pt x="5" y="4"/>
                  </a:cubicBezTo>
                  <a:cubicBezTo>
                    <a:pt x="6" y="3"/>
                    <a:pt x="6" y="3"/>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28"/>
            <p:cNvSpPr>
              <a:spLocks/>
            </p:cNvSpPr>
            <p:nvPr/>
          </p:nvSpPr>
          <p:spPr bwMode="auto">
            <a:xfrm>
              <a:off x="3968750" y="4392613"/>
              <a:ext cx="931863" cy="400050"/>
            </a:xfrm>
            <a:custGeom>
              <a:avLst/>
              <a:gdLst/>
              <a:ahLst/>
              <a:cxnLst>
                <a:cxn ang="0">
                  <a:pos x="547" y="151"/>
                </a:cxn>
                <a:cxn ang="0">
                  <a:pos x="512" y="158"/>
                </a:cxn>
                <a:cxn ang="0">
                  <a:pos x="487" y="171"/>
                </a:cxn>
                <a:cxn ang="0">
                  <a:pos x="475" y="174"/>
                </a:cxn>
                <a:cxn ang="0">
                  <a:pos x="468" y="185"/>
                </a:cxn>
                <a:cxn ang="0">
                  <a:pos x="453" y="196"/>
                </a:cxn>
                <a:cxn ang="0">
                  <a:pos x="445" y="201"/>
                </a:cxn>
                <a:cxn ang="0">
                  <a:pos x="439" y="207"/>
                </a:cxn>
                <a:cxn ang="0">
                  <a:pos x="420" y="215"/>
                </a:cxn>
                <a:cxn ang="0">
                  <a:pos x="400" y="220"/>
                </a:cxn>
                <a:cxn ang="0">
                  <a:pos x="389" y="222"/>
                </a:cxn>
                <a:cxn ang="0">
                  <a:pos x="376" y="228"/>
                </a:cxn>
                <a:cxn ang="0">
                  <a:pos x="366" y="224"/>
                </a:cxn>
                <a:cxn ang="0">
                  <a:pos x="356" y="229"/>
                </a:cxn>
                <a:cxn ang="0">
                  <a:pos x="353" y="217"/>
                </a:cxn>
                <a:cxn ang="0">
                  <a:pos x="347" y="221"/>
                </a:cxn>
                <a:cxn ang="0">
                  <a:pos x="340" y="219"/>
                </a:cxn>
                <a:cxn ang="0">
                  <a:pos x="357" y="231"/>
                </a:cxn>
                <a:cxn ang="0">
                  <a:pos x="362" y="239"/>
                </a:cxn>
                <a:cxn ang="0">
                  <a:pos x="324" y="207"/>
                </a:cxn>
                <a:cxn ang="0">
                  <a:pos x="286" y="191"/>
                </a:cxn>
                <a:cxn ang="0">
                  <a:pos x="252" y="198"/>
                </a:cxn>
                <a:cxn ang="0">
                  <a:pos x="223" y="188"/>
                </a:cxn>
                <a:cxn ang="0">
                  <a:pos x="194" y="194"/>
                </a:cxn>
                <a:cxn ang="0">
                  <a:pos x="167" y="185"/>
                </a:cxn>
                <a:cxn ang="0">
                  <a:pos x="167" y="171"/>
                </a:cxn>
                <a:cxn ang="0">
                  <a:pos x="161" y="175"/>
                </a:cxn>
                <a:cxn ang="0">
                  <a:pos x="145" y="179"/>
                </a:cxn>
                <a:cxn ang="0">
                  <a:pos x="140" y="174"/>
                </a:cxn>
                <a:cxn ang="0">
                  <a:pos x="135" y="175"/>
                </a:cxn>
                <a:cxn ang="0">
                  <a:pos x="125" y="181"/>
                </a:cxn>
                <a:cxn ang="0">
                  <a:pos x="112" y="197"/>
                </a:cxn>
                <a:cxn ang="0">
                  <a:pos x="74" y="203"/>
                </a:cxn>
                <a:cxn ang="0">
                  <a:pos x="50" y="208"/>
                </a:cxn>
                <a:cxn ang="0">
                  <a:pos x="34" y="215"/>
                </a:cxn>
                <a:cxn ang="0">
                  <a:pos x="24" y="229"/>
                </a:cxn>
                <a:cxn ang="0">
                  <a:pos x="11" y="224"/>
                </a:cxn>
                <a:cxn ang="0">
                  <a:pos x="3" y="217"/>
                </a:cxn>
                <a:cxn ang="0">
                  <a:pos x="12" y="200"/>
                </a:cxn>
                <a:cxn ang="0">
                  <a:pos x="23" y="179"/>
                </a:cxn>
                <a:cxn ang="0">
                  <a:pos x="29" y="150"/>
                </a:cxn>
                <a:cxn ang="0">
                  <a:pos x="41" y="133"/>
                </a:cxn>
                <a:cxn ang="0">
                  <a:pos x="46" y="106"/>
                </a:cxn>
                <a:cxn ang="0">
                  <a:pos x="44" y="90"/>
                </a:cxn>
                <a:cxn ang="0">
                  <a:pos x="59" y="63"/>
                </a:cxn>
                <a:cxn ang="0">
                  <a:pos x="78" y="43"/>
                </a:cxn>
                <a:cxn ang="0">
                  <a:pos x="112" y="58"/>
                </a:cxn>
                <a:cxn ang="0">
                  <a:pos x="146" y="54"/>
                </a:cxn>
                <a:cxn ang="0">
                  <a:pos x="185" y="67"/>
                </a:cxn>
                <a:cxn ang="0">
                  <a:pos x="208" y="50"/>
                </a:cxn>
                <a:cxn ang="0">
                  <a:pos x="251" y="45"/>
                </a:cxn>
                <a:cxn ang="0">
                  <a:pos x="281" y="79"/>
                </a:cxn>
                <a:cxn ang="0">
                  <a:pos x="333" y="84"/>
                </a:cxn>
                <a:cxn ang="0">
                  <a:pos x="355" y="59"/>
                </a:cxn>
                <a:cxn ang="0">
                  <a:pos x="390" y="46"/>
                </a:cxn>
                <a:cxn ang="0">
                  <a:pos x="425" y="22"/>
                </a:cxn>
                <a:cxn ang="0">
                  <a:pos x="482" y="14"/>
                </a:cxn>
                <a:cxn ang="0">
                  <a:pos x="517" y="0"/>
                </a:cxn>
                <a:cxn ang="0">
                  <a:pos x="532" y="27"/>
                </a:cxn>
                <a:cxn ang="0">
                  <a:pos x="541" y="66"/>
                </a:cxn>
                <a:cxn ang="0">
                  <a:pos x="545" y="104"/>
                </a:cxn>
                <a:cxn ang="0">
                  <a:pos x="552" y="134"/>
                </a:cxn>
                <a:cxn ang="0">
                  <a:pos x="558" y="150"/>
                </a:cxn>
              </a:cxnLst>
              <a:rect l="0" t="0" r="r" b="b"/>
              <a:pathLst>
                <a:path w="561" h="241">
                  <a:moveTo>
                    <a:pt x="560" y="152"/>
                  </a:moveTo>
                  <a:cubicBezTo>
                    <a:pt x="560" y="153"/>
                    <a:pt x="561" y="154"/>
                    <a:pt x="561" y="154"/>
                  </a:cubicBezTo>
                  <a:cubicBezTo>
                    <a:pt x="561" y="155"/>
                    <a:pt x="560" y="156"/>
                    <a:pt x="560" y="156"/>
                  </a:cubicBezTo>
                  <a:cubicBezTo>
                    <a:pt x="560" y="156"/>
                    <a:pt x="560" y="155"/>
                    <a:pt x="559" y="155"/>
                  </a:cubicBezTo>
                  <a:cubicBezTo>
                    <a:pt x="559" y="155"/>
                    <a:pt x="558" y="154"/>
                    <a:pt x="557" y="154"/>
                  </a:cubicBezTo>
                  <a:cubicBezTo>
                    <a:pt x="556" y="154"/>
                    <a:pt x="555" y="153"/>
                    <a:pt x="554" y="152"/>
                  </a:cubicBezTo>
                  <a:cubicBezTo>
                    <a:pt x="553" y="152"/>
                    <a:pt x="552" y="151"/>
                    <a:pt x="551" y="151"/>
                  </a:cubicBezTo>
                  <a:cubicBezTo>
                    <a:pt x="550" y="151"/>
                    <a:pt x="548" y="151"/>
                    <a:pt x="547" y="151"/>
                  </a:cubicBezTo>
                  <a:cubicBezTo>
                    <a:pt x="545" y="151"/>
                    <a:pt x="541" y="151"/>
                    <a:pt x="539" y="151"/>
                  </a:cubicBezTo>
                  <a:cubicBezTo>
                    <a:pt x="538" y="151"/>
                    <a:pt x="535" y="152"/>
                    <a:pt x="533" y="152"/>
                  </a:cubicBezTo>
                  <a:cubicBezTo>
                    <a:pt x="531" y="153"/>
                    <a:pt x="527" y="154"/>
                    <a:pt x="525" y="154"/>
                  </a:cubicBezTo>
                  <a:cubicBezTo>
                    <a:pt x="524" y="154"/>
                    <a:pt x="523" y="155"/>
                    <a:pt x="522" y="155"/>
                  </a:cubicBezTo>
                  <a:cubicBezTo>
                    <a:pt x="521" y="156"/>
                    <a:pt x="519" y="157"/>
                    <a:pt x="517" y="157"/>
                  </a:cubicBezTo>
                  <a:cubicBezTo>
                    <a:pt x="517" y="158"/>
                    <a:pt x="516" y="158"/>
                    <a:pt x="515" y="158"/>
                  </a:cubicBezTo>
                  <a:cubicBezTo>
                    <a:pt x="515" y="158"/>
                    <a:pt x="514" y="158"/>
                    <a:pt x="514" y="158"/>
                  </a:cubicBezTo>
                  <a:cubicBezTo>
                    <a:pt x="513" y="158"/>
                    <a:pt x="513" y="158"/>
                    <a:pt x="512" y="158"/>
                  </a:cubicBezTo>
                  <a:cubicBezTo>
                    <a:pt x="512" y="159"/>
                    <a:pt x="511" y="159"/>
                    <a:pt x="510" y="160"/>
                  </a:cubicBezTo>
                  <a:cubicBezTo>
                    <a:pt x="510" y="160"/>
                    <a:pt x="509" y="160"/>
                    <a:pt x="508" y="160"/>
                  </a:cubicBezTo>
                  <a:cubicBezTo>
                    <a:pt x="508" y="161"/>
                    <a:pt x="507" y="161"/>
                    <a:pt x="506" y="162"/>
                  </a:cubicBezTo>
                  <a:cubicBezTo>
                    <a:pt x="505" y="162"/>
                    <a:pt x="504" y="163"/>
                    <a:pt x="503" y="163"/>
                  </a:cubicBezTo>
                  <a:cubicBezTo>
                    <a:pt x="502" y="164"/>
                    <a:pt x="501" y="165"/>
                    <a:pt x="500" y="165"/>
                  </a:cubicBezTo>
                  <a:cubicBezTo>
                    <a:pt x="499" y="166"/>
                    <a:pt x="496" y="167"/>
                    <a:pt x="494" y="167"/>
                  </a:cubicBezTo>
                  <a:cubicBezTo>
                    <a:pt x="493" y="168"/>
                    <a:pt x="491" y="169"/>
                    <a:pt x="490" y="170"/>
                  </a:cubicBezTo>
                  <a:cubicBezTo>
                    <a:pt x="489" y="170"/>
                    <a:pt x="488" y="170"/>
                    <a:pt x="487" y="171"/>
                  </a:cubicBezTo>
                  <a:cubicBezTo>
                    <a:pt x="487" y="171"/>
                    <a:pt x="486" y="171"/>
                    <a:pt x="485" y="172"/>
                  </a:cubicBezTo>
                  <a:cubicBezTo>
                    <a:pt x="484" y="172"/>
                    <a:pt x="483" y="173"/>
                    <a:pt x="483" y="174"/>
                  </a:cubicBezTo>
                  <a:cubicBezTo>
                    <a:pt x="482" y="174"/>
                    <a:pt x="481" y="174"/>
                    <a:pt x="480" y="174"/>
                  </a:cubicBezTo>
                  <a:cubicBezTo>
                    <a:pt x="480" y="174"/>
                    <a:pt x="479" y="174"/>
                    <a:pt x="479" y="174"/>
                  </a:cubicBezTo>
                  <a:cubicBezTo>
                    <a:pt x="479" y="174"/>
                    <a:pt x="479" y="173"/>
                    <a:pt x="478" y="173"/>
                  </a:cubicBezTo>
                  <a:cubicBezTo>
                    <a:pt x="478" y="173"/>
                    <a:pt x="477" y="173"/>
                    <a:pt x="477" y="173"/>
                  </a:cubicBezTo>
                  <a:cubicBezTo>
                    <a:pt x="476" y="173"/>
                    <a:pt x="476" y="173"/>
                    <a:pt x="475" y="173"/>
                  </a:cubicBezTo>
                  <a:cubicBezTo>
                    <a:pt x="475" y="174"/>
                    <a:pt x="475" y="174"/>
                    <a:pt x="475" y="174"/>
                  </a:cubicBezTo>
                  <a:cubicBezTo>
                    <a:pt x="475" y="175"/>
                    <a:pt x="475" y="175"/>
                    <a:pt x="476" y="176"/>
                  </a:cubicBezTo>
                  <a:cubicBezTo>
                    <a:pt x="476" y="176"/>
                    <a:pt x="477" y="175"/>
                    <a:pt x="477" y="175"/>
                  </a:cubicBezTo>
                  <a:cubicBezTo>
                    <a:pt x="477" y="176"/>
                    <a:pt x="478" y="176"/>
                    <a:pt x="478" y="176"/>
                  </a:cubicBezTo>
                  <a:cubicBezTo>
                    <a:pt x="478" y="177"/>
                    <a:pt x="478" y="179"/>
                    <a:pt x="478" y="179"/>
                  </a:cubicBezTo>
                  <a:cubicBezTo>
                    <a:pt x="477" y="180"/>
                    <a:pt x="476" y="181"/>
                    <a:pt x="476" y="182"/>
                  </a:cubicBezTo>
                  <a:cubicBezTo>
                    <a:pt x="476" y="182"/>
                    <a:pt x="475" y="184"/>
                    <a:pt x="474" y="184"/>
                  </a:cubicBezTo>
                  <a:cubicBezTo>
                    <a:pt x="473" y="185"/>
                    <a:pt x="472" y="185"/>
                    <a:pt x="471" y="185"/>
                  </a:cubicBezTo>
                  <a:cubicBezTo>
                    <a:pt x="470" y="185"/>
                    <a:pt x="468" y="184"/>
                    <a:pt x="468" y="185"/>
                  </a:cubicBezTo>
                  <a:cubicBezTo>
                    <a:pt x="467" y="185"/>
                    <a:pt x="467" y="186"/>
                    <a:pt x="467" y="187"/>
                  </a:cubicBezTo>
                  <a:cubicBezTo>
                    <a:pt x="466" y="187"/>
                    <a:pt x="465" y="188"/>
                    <a:pt x="464" y="189"/>
                  </a:cubicBezTo>
                  <a:cubicBezTo>
                    <a:pt x="464" y="189"/>
                    <a:pt x="463" y="189"/>
                    <a:pt x="462" y="189"/>
                  </a:cubicBezTo>
                  <a:cubicBezTo>
                    <a:pt x="462" y="190"/>
                    <a:pt x="460" y="191"/>
                    <a:pt x="460" y="191"/>
                  </a:cubicBezTo>
                  <a:cubicBezTo>
                    <a:pt x="459" y="192"/>
                    <a:pt x="458" y="193"/>
                    <a:pt x="458" y="193"/>
                  </a:cubicBezTo>
                  <a:cubicBezTo>
                    <a:pt x="457" y="193"/>
                    <a:pt x="456" y="193"/>
                    <a:pt x="455" y="194"/>
                  </a:cubicBezTo>
                  <a:cubicBezTo>
                    <a:pt x="455" y="194"/>
                    <a:pt x="455" y="195"/>
                    <a:pt x="454" y="195"/>
                  </a:cubicBezTo>
                  <a:cubicBezTo>
                    <a:pt x="454" y="196"/>
                    <a:pt x="453" y="196"/>
                    <a:pt x="453" y="196"/>
                  </a:cubicBezTo>
                  <a:cubicBezTo>
                    <a:pt x="452" y="197"/>
                    <a:pt x="451" y="197"/>
                    <a:pt x="451" y="197"/>
                  </a:cubicBezTo>
                  <a:cubicBezTo>
                    <a:pt x="450" y="198"/>
                    <a:pt x="450" y="199"/>
                    <a:pt x="450" y="200"/>
                  </a:cubicBezTo>
                  <a:cubicBezTo>
                    <a:pt x="450" y="201"/>
                    <a:pt x="449" y="202"/>
                    <a:pt x="449" y="202"/>
                  </a:cubicBezTo>
                  <a:cubicBezTo>
                    <a:pt x="448" y="203"/>
                    <a:pt x="447" y="204"/>
                    <a:pt x="446" y="203"/>
                  </a:cubicBezTo>
                  <a:cubicBezTo>
                    <a:pt x="446" y="203"/>
                    <a:pt x="446" y="203"/>
                    <a:pt x="446" y="202"/>
                  </a:cubicBezTo>
                  <a:cubicBezTo>
                    <a:pt x="446" y="202"/>
                    <a:pt x="446" y="202"/>
                    <a:pt x="446" y="201"/>
                  </a:cubicBezTo>
                  <a:cubicBezTo>
                    <a:pt x="446" y="201"/>
                    <a:pt x="446" y="201"/>
                    <a:pt x="446" y="201"/>
                  </a:cubicBezTo>
                  <a:cubicBezTo>
                    <a:pt x="446" y="200"/>
                    <a:pt x="445" y="201"/>
                    <a:pt x="445" y="201"/>
                  </a:cubicBezTo>
                  <a:cubicBezTo>
                    <a:pt x="445" y="201"/>
                    <a:pt x="444" y="202"/>
                    <a:pt x="444" y="203"/>
                  </a:cubicBezTo>
                  <a:cubicBezTo>
                    <a:pt x="444" y="203"/>
                    <a:pt x="445" y="204"/>
                    <a:pt x="444" y="204"/>
                  </a:cubicBezTo>
                  <a:cubicBezTo>
                    <a:pt x="444" y="205"/>
                    <a:pt x="443" y="206"/>
                    <a:pt x="443" y="206"/>
                  </a:cubicBezTo>
                  <a:cubicBezTo>
                    <a:pt x="442" y="206"/>
                    <a:pt x="442" y="206"/>
                    <a:pt x="441" y="205"/>
                  </a:cubicBezTo>
                  <a:cubicBezTo>
                    <a:pt x="441" y="205"/>
                    <a:pt x="440" y="205"/>
                    <a:pt x="440" y="204"/>
                  </a:cubicBezTo>
                  <a:cubicBezTo>
                    <a:pt x="440" y="204"/>
                    <a:pt x="439" y="205"/>
                    <a:pt x="439" y="205"/>
                  </a:cubicBezTo>
                  <a:cubicBezTo>
                    <a:pt x="439" y="205"/>
                    <a:pt x="440" y="206"/>
                    <a:pt x="440" y="206"/>
                  </a:cubicBezTo>
                  <a:cubicBezTo>
                    <a:pt x="440" y="207"/>
                    <a:pt x="439" y="207"/>
                    <a:pt x="439" y="207"/>
                  </a:cubicBezTo>
                  <a:cubicBezTo>
                    <a:pt x="439" y="208"/>
                    <a:pt x="439" y="209"/>
                    <a:pt x="438" y="209"/>
                  </a:cubicBezTo>
                  <a:cubicBezTo>
                    <a:pt x="438" y="209"/>
                    <a:pt x="437" y="209"/>
                    <a:pt x="437" y="209"/>
                  </a:cubicBezTo>
                  <a:cubicBezTo>
                    <a:pt x="436" y="209"/>
                    <a:pt x="435" y="210"/>
                    <a:pt x="435" y="211"/>
                  </a:cubicBezTo>
                  <a:cubicBezTo>
                    <a:pt x="435" y="211"/>
                    <a:pt x="433" y="211"/>
                    <a:pt x="433" y="211"/>
                  </a:cubicBezTo>
                  <a:cubicBezTo>
                    <a:pt x="432" y="212"/>
                    <a:pt x="430" y="213"/>
                    <a:pt x="429" y="213"/>
                  </a:cubicBezTo>
                  <a:cubicBezTo>
                    <a:pt x="428" y="213"/>
                    <a:pt x="426" y="213"/>
                    <a:pt x="426" y="213"/>
                  </a:cubicBezTo>
                  <a:cubicBezTo>
                    <a:pt x="425" y="213"/>
                    <a:pt x="423" y="213"/>
                    <a:pt x="422" y="214"/>
                  </a:cubicBezTo>
                  <a:cubicBezTo>
                    <a:pt x="422" y="214"/>
                    <a:pt x="420" y="214"/>
                    <a:pt x="420" y="215"/>
                  </a:cubicBezTo>
                  <a:cubicBezTo>
                    <a:pt x="419" y="215"/>
                    <a:pt x="419" y="216"/>
                    <a:pt x="418" y="217"/>
                  </a:cubicBezTo>
                  <a:cubicBezTo>
                    <a:pt x="417" y="217"/>
                    <a:pt x="416" y="218"/>
                    <a:pt x="415" y="218"/>
                  </a:cubicBezTo>
                  <a:cubicBezTo>
                    <a:pt x="415" y="218"/>
                    <a:pt x="413" y="217"/>
                    <a:pt x="413" y="218"/>
                  </a:cubicBezTo>
                  <a:cubicBezTo>
                    <a:pt x="412" y="218"/>
                    <a:pt x="411" y="218"/>
                    <a:pt x="411" y="218"/>
                  </a:cubicBezTo>
                  <a:cubicBezTo>
                    <a:pt x="410" y="218"/>
                    <a:pt x="409" y="218"/>
                    <a:pt x="408" y="219"/>
                  </a:cubicBezTo>
                  <a:cubicBezTo>
                    <a:pt x="408" y="219"/>
                    <a:pt x="407" y="220"/>
                    <a:pt x="407" y="220"/>
                  </a:cubicBezTo>
                  <a:cubicBezTo>
                    <a:pt x="406" y="220"/>
                    <a:pt x="405" y="220"/>
                    <a:pt x="405" y="220"/>
                  </a:cubicBezTo>
                  <a:cubicBezTo>
                    <a:pt x="404" y="220"/>
                    <a:pt x="401" y="220"/>
                    <a:pt x="400" y="220"/>
                  </a:cubicBezTo>
                  <a:cubicBezTo>
                    <a:pt x="400" y="220"/>
                    <a:pt x="400" y="222"/>
                    <a:pt x="400" y="222"/>
                  </a:cubicBezTo>
                  <a:cubicBezTo>
                    <a:pt x="399" y="222"/>
                    <a:pt x="399" y="222"/>
                    <a:pt x="398" y="222"/>
                  </a:cubicBezTo>
                  <a:cubicBezTo>
                    <a:pt x="398" y="222"/>
                    <a:pt x="397" y="221"/>
                    <a:pt x="397" y="220"/>
                  </a:cubicBezTo>
                  <a:cubicBezTo>
                    <a:pt x="396" y="220"/>
                    <a:pt x="396" y="221"/>
                    <a:pt x="395" y="221"/>
                  </a:cubicBezTo>
                  <a:cubicBezTo>
                    <a:pt x="395" y="221"/>
                    <a:pt x="395" y="221"/>
                    <a:pt x="394" y="221"/>
                  </a:cubicBezTo>
                  <a:cubicBezTo>
                    <a:pt x="394" y="221"/>
                    <a:pt x="393" y="221"/>
                    <a:pt x="392" y="221"/>
                  </a:cubicBezTo>
                  <a:cubicBezTo>
                    <a:pt x="392" y="221"/>
                    <a:pt x="392" y="222"/>
                    <a:pt x="392" y="222"/>
                  </a:cubicBezTo>
                  <a:cubicBezTo>
                    <a:pt x="391" y="223"/>
                    <a:pt x="390" y="222"/>
                    <a:pt x="389" y="222"/>
                  </a:cubicBezTo>
                  <a:cubicBezTo>
                    <a:pt x="389" y="223"/>
                    <a:pt x="388" y="224"/>
                    <a:pt x="388" y="225"/>
                  </a:cubicBezTo>
                  <a:cubicBezTo>
                    <a:pt x="388" y="225"/>
                    <a:pt x="387" y="226"/>
                    <a:pt x="387" y="226"/>
                  </a:cubicBezTo>
                  <a:cubicBezTo>
                    <a:pt x="386" y="226"/>
                    <a:pt x="385" y="226"/>
                    <a:pt x="384" y="226"/>
                  </a:cubicBezTo>
                  <a:cubicBezTo>
                    <a:pt x="384" y="226"/>
                    <a:pt x="383" y="225"/>
                    <a:pt x="382" y="225"/>
                  </a:cubicBezTo>
                  <a:cubicBezTo>
                    <a:pt x="381" y="225"/>
                    <a:pt x="380" y="225"/>
                    <a:pt x="380" y="225"/>
                  </a:cubicBezTo>
                  <a:cubicBezTo>
                    <a:pt x="379" y="226"/>
                    <a:pt x="379" y="227"/>
                    <a:pt x="379" y="227"/>
                  </a:cubicBezTo>
                  <a:cubicBezTo>
                    <a:pt x="379" y="227"/>
                    <a:pt x="378" y="228"/>
                    <a:pt x="378" y="228"/>
                  </a:cubicBezTo>
                  <a:cubicBezTo>
                    <a:pt x="377" y="228"/>
                    <a:pt x="376" y="228"/>
                    <a:pt x="376" y="228"/>
                  </a:cubicBezTo>
                  <a:cubicBezTo>
                    <a:pt x="375" y="228"/>
                    <a:pt x="375" y="227"/>
                    <a:pt x="375" y="227"/>
                  </a:cubicBezTo>
                  <a:cubicBezTo>
                    <a:pt x="374" y="226"/>
                    <a:pt x="373" y="226"/>
                    <a:pt x="372" y="226"/>
                  </a:cubicBezTo>
                  <a:cubicBezTo>
                    <a:pt x="371" y="225"/>
                    <a:pt x="370" y="225"/>
                    <a:pt x="370" y="224"/>
                  </a:cubicBezTo>
                  <a:cubicBezTo>
                    <a:pt x="369" y="224"/>
                    <a:pt x="368" y="222"/>
                    <a:pt x="368" y="222"/>
                  </a:cubicBezTo>
                  <a:cubicBezTo>
                    <a:pt x="368" y="221"/>
                    <a:pt x="367" y="221"/>
                    <a:pt x="367" y="221"/>
                  </a:cubicBezTo>
                  <a:cubicBezTo>
                    <a:pt x="367" y="221"/>
                    <a:pt x="366" y="221"/>
                    <a:pt x="366" y="221"/>
                  </a:cubicBezTo>
                  <a:cubicBezTo>
                    <a:pt x="366" y="221"/>
                    <a:pt x="366" y="222"/>
                    <a:pt x="366" y="223"/>
                  </a:cubicBezTo>
                  <a:cubicBezTo>
                    <a:pt x="366" y="223"/>
                    <a:pt x="366" y="224"/>
                    <a:pt x="366" y="224"/>
                  </a:cubicBezTo>
                  <a:cubicBezTo>
                    <a:pt x="366" y="225"/>
                    <a:pt x="366" y="225"/>
                    <a:pt x="366" y="225"/>
                  </a:cubicBezTo>
                  <a:cubicBezTo>
                    <a:pt x="365" y="226"/>
                    <a:pt x="364" y="227"/>
                    <a:pt x="364" y="227"/>
                  </a:cubicBezTo>
                  <a:cubicBezTo>
                    <a:pt x="363" y="227"/>
                    <a:pt x="363" y="228"/>
                    <a:pt x="363" y="228"/>
                  </a:cubicBezTo>
                  <a:cubicBezTo>
                    <a:pt x="362" y="228"/>
                    <a:pt x="361" y="228"/>
                    <a:pt x="361" y="228"/>
                  </a:cubicBezTo>
                  <a:cubicBezTo>
                    <a:pt x="361" y="228"/>
                    <a:pt x="360" y="228"/>
                    <a:pt x="360" y="228"/>
                  </a:cubicBezTo>
                  <a:cubicBezTo>
                    <a:pt x="360" y="228"/>
                    <a:pt x="359" y="228"/>
                    <a:pt x="359" y="228"/>
                  </a:cubicBezTo>
                  <a:cubicBezTo>
                    <a:pt x="359" y="228"/>
                    <a:pt x="358" y="227"/>
                    <a:pt x="357" y="227"/>
                  </a:cubicBezTo>
                  <a:cubicBezTo>
                    <a:pt x="357" y="227"/>
                    <a:pt x="356" y="229"/>
                    <a:pt x="356" y="229"/>
                  </a:cubicBezTo>
                  <a:cubicBezTo>
                    <a:pt x="356" y="229"/>
                    <a:pt x="355" y="228"/>
                    <a:pt x="355" y="228"/>
                  </a:cubicBezTo>
                  <a:cubicBezTo>
                    <a:pt x="355" y="227"/>
                    <a:pt x="354" y="226"/>
                    <a:pt x="354" y="226"/>
                  </a:cubicBezTo>
                  <a:cubicBezTo>
                    <a:pt x="354" y="225"/>
                    <a:pt x="354" y="224"/>
                    <a:pt x="355" y="224"/>
                  </a:cubicBezTo>
                  <a:cubicBezTo>
                    <a:pt x="355" y="223"/>
                    <a:pt x="355" y="223"/>
                    <a:pt x="355" y="222"/>
                  </a:cubicBezTo>
                  <a:cubicBezTo>
                    <a:pt x="355" y="222"/>
                    <a:pt x="355" y="221"/>
                    <a:pt x="355" y="221"/>
                  </a:cubicBezTo>
                  <a:cubicBezTo>
                    <a:pt x="355" y="220"/>
                    <a:pt x="355" y="219"/>
                    <a:pt x="355" y="219"/>
                  </a:cubicBezTo>
                  <a:cubicBezTo>
                    <a:pt x="355" y="218"/>
                    <a:pt x="355" y="217"/>
                    <a:pt x="354" y="217"/>
                  </a:cubicBezTo>
                  <a:cubicBezTo>
                    <a:pt x="354" y="217"/>
                    <a:pt x="353" y="217"/>
                    <a:pt x="353" y="217"/>
                  </a:cubicBezTo>
                  <a:cubicBezTo>
                    <a:pt x="353" y="218"/>
                    <a:pt x="352" y="217"/>
                    <a:pt x="352" y="217"/>
                  </a:cubicBezTo>
                  <a:cubicBezTo>
                    <a:pt x="351" y="217"/>
                    <a:pt x="352" y="216"/>
                    <a:pt x="351" y="216"/>
                  </a:cubicBezTo>
                  <a:cubicBezTo>
                    <a:pt x="351" y="215"/>
                    <a:pt x="350" y="215"/>
                    <a:pt x="350" y="215"/>
                  </a:cubicBezTo>
                  <a:cubicBezTo>
                    <a:pt x="350" y="216"/>
                    <a:pt x="350" y="217"/>
                    <a:pt x="350" y="218"/>
                  </a:cubicBezTo>
                  <a:cubicBezTo>
                    <a:pt x="350" y="218"/>
                    <a:pt x="350" y="219"/>
                    <a:pt x="350" y="219"/>
                  </a:cubicBezTo>
                  <a:cubicBezTo>
                    <a:pt x="350" y="219"/>
                    <a:pt x="349" y="220"/>
                    <a:pt x="349" y="220"/>
                  </a:cubicBezTo>
                  <a:cubicBezTo>
                    <a:pt x="348" y="220"/>
                    <a:pt x="348" y="219"/>
                    <a:pt x="348" y="219"/>
                  </a:cubicBezTo>
                  <a:cubicBezTo>
                    <a:pt x="347" y="220"/>
                    <a:pt x="347" y="221"/>
                    <a:pt x="347" y="221"/>
                  </a:cubicBezTo>
                  <a:cubicBezTo>
                    <a:pt x="347" y="221"/>
                    <a:pt x="346" y="222"/>
                    <a:pt x="346" y="222"/>
                  </a:cubicBezTo>
                  <a:cubicBezTo>
                    <a:pt x="346" y="222"/>
                    <a:pt x="345" y="221"/>
                    <a:pt x="345" y="220"/>
                  </a:cubicBezTo>
                  <a:cubicBezTo>
                    <a:pt x="344" y="220"/>
                    <a:pt x="343" y="219"/>
                    <a:pt x="342" y="219"/>
                  </a:cubicBezTo>
                  <a:cubicBezTo>
                    <a:pt x="342" y="219"/>
                    <a:pt x="341" y="218"/>
                    <a:pt x="341" y="217"/>
                  </a:cubicBezTo>
                  <a:cubicBezTo>
                    <a:pt x="341" y="217"/>
                    <a:pt x="340" y="217"/>
                    <a:pt x="340" y="217"/>
                  </a:cubicBezTo>
                  <a:cubicBezTo>
                    <a:pt x="339" y="216"/>
                    <a:pt x="339" y="216"/>
                    <a:pt x="338" y="216"/>
                  </a:cubicBezTo>
                  <a:cubicBezTo>
                    <a:pt x="338" y="216"/>
                    <a:pt x="338" y="217"/>
                    <a:pt x="338" y="217"/>
                  </a:cubicBezTo>
                  <a:cubicBezTo>
                    <a:pt x="339" y="218"/>
                    <a:pt x="339" y="218"/>
                    <a:pt x="340" y="219"/>
                  </a:cubicBezTo>
                  <a:cubicBezTo>
                    <a:pt x="340" y="219"/>
                    <a:pt x="341" y="220"/>
                    <a:pt x="341" y="220"/>
                  </a:cubicBezTo>
                  <a:cubicBezTo>
                    <a:pt x="342" y="221"/>
                    <a:pt x="342" y="221"/>
                    <a:pt x="343" y="222"/>
                  </a:cubicBezTo>
                  <a:cubicBezTo>
                    <a:pt x="344" y="222"/>
                    <a:pt x="345" y="223"/>
                    <a:pt x="346" y="223"/>
                  </a:cubicBezTo>
                  <a:cubicBezTo>
                    <a:pt x="346" y="224"/>
                    <a:pt x="347" y="225"/>
                    <a:pt x="348" y="225"/>
                  </a:cubicBezTo>
                  <a:cubicBezTo>
                    <a:pt x="348" y="225"/>
                    <a:pt x="349" y="226"/>
                    <a:pt x="350" y="226"/>
                  </a:cubicBezTo>
                  <a:cubicBezTo>
                    <a:pt x="350" y="227"/>
                    <a:pt x="352" y="228"/>
                    <a:pt x="353" y="229"/>
                  </a:cubicBezTo>
                  <a:cubicBezTo>
                    <a:pt x="353" y="229"/>
                    <a:pt x="354" y="230"/>
                    <a:pt x="355" y="230"/>
                  </a:cubicBezTo>
                  <a:cubicBezTo>
                    <a:pt x="355" y="230"/>
                    <a:pt x="356" y="231"/>
                    <a:pt x="357" y="231"/>
                  </a:cubicBezTo>
                  <a:cubicBezTo>
                    <a:pt x="358" y="232"/>
                    <a:pt x="359" y="232"/>
                    <a:pt x="359" y="233"/>
                  </a:cubicBezTo>
                  <a:cubicBezTo>
                    <a:pt x="360" y="233"/>
                    <a:pt x="360" y="234"/>
                    <a:pt x="361" y="234"/>
                  </a:cubicBezTo>
                  <a:cubicBezTo>
                    <a:pt x="361" y="235"/>
                    <a:pt x="362" y="235"/>
                    <a:pt x="362" y="236"/>
                  </a:cubicBezTo>
                  <a:cubicBezTo>
                    <a:pt x="363" y="236"/>
                    <a:pt x="364" y="236"/>
                    <a:pt x="364" y="237"/>
                  </a:cubicBezTo>
                  <a:cubicBezTo>
                    <a:pt x="365" y="237"/>
                    <a:pt x="366" y="238"/>
                    <a:pt x="366" y="239"/>
                  </a:cubicBezTo>
                  <a:cubicBezTo>
                    <a:pt x="366" y="239"/>
                    <a:pt x="366" y="240"/>
                    <a:pt x="366" y="240"/>
                  </a:cubicBezTo>
                  <a:cubicBezTo>
                    <a:pt x="366" y="241"/>
                    <a:pt x="365" y="240"/>
                    <a:pt x="365" y="240"/>
                  </a:cubicBezTo>
                  <a:cubicBezTo>
                    <a:pt x="364" y="240"/>
                    <a:pt x="363" y="239"/>
                    <a:pt x="362" y="239"/>
                  </a:cubicBezTo>
                  <a:cubicBezTo>
                    <a:pt x="362" y="238"/>
                    <a:pt x="361" y="237"/>
                    <a:pt x="361" y="237"/>
                  </a:cubicBezTo>
                  <a:cubicBezTo>
                    <a:pt x="360" y="236"/>
                    <a:pt x="359" y="236"/>
                    <a:pt x="358" y="235"/>
                  </a:cubicBezTo>
                  <a:cubicBezTo>
                    <a:pt x="357" y="234"/>
                    <a:pt x="356" y="233"/>
                    <a:pt x="355" y="232"/>
                  </a:cubicBezTo>
                  <a:cubicBezTo>
                    <a:pt x="354" y="231"/>
                    <a:pt x="350" y="229"/>
                    <a:pt x="349" y="228"/>
                  </a:cubicBezTo>
                  <a:cubicBezTo>
                    <a:pt x="347" y="227"/>
                    <a:pt x="344" y="225"/>
                    <a:pt x="342" y="224"/>
                  </a:cubicBezTo>
                  <a:cubicBezTo>
                    <a:pt x="341" y="223"/>
                    <a:pt x="339" y="221"/>
                    <a:pt x="338" y="221"/>
                  </a:cubicBezTo>
                  <a:cubicBezTo>
                    <a:pt x="337" y="219"/>
                    <a:pt x="333" y="215"/>
                    <a:pt x="331" y="213"/>
                  </a:cubicBezTo>
                  <a:cubicBezTo>
                    <a:pt x="330" y="212"/>
                    <a:pt x="326" y="208"/>
                    <a:pt x="324" y="207"/>
                  </a:cubicBezTo>
                  <a:cubicBezTo>
                    <a:pt x="322" y="206"/>
                    <a:pt x="318" y="204"/>
                    <a:pt x="317" y="203"/>
                  </a:cubicBezTo>
                  <a:cubicBezTo>
                    <a:pt x="316" y="202"/>
                    <a:pt x="314" y="201"/>
                    <a:pt x="313" y="201"/>
                  </a:cubicBezTo>
                  <a:cubicBezTo>
                    <a:pt x="312" y="201"/>
                    <a:pt x="310" y="200"/>
                    <a:pt x="309" y="200"/>
                  </a:cubicBezTo>
                  <a:cubicBezTo>
                    <a:pt x="308" y="200"/>
                    <a:pt x="306" y="199"/>
                    <a:pt x="305" y="199"/>
                  </a:cubicBezTo>
                  <a:cubicBezTo>
                    <a:pt x="303" y="198"/>
                    <a:pt x="300" y="197"/>
                    <a:pt x="299" y="197"/>
                  </a:cubicBezTo>
                  <a:cubicBezTo>
                    <a:pt x="297" y="196"/>
                    <a:pt x="295" y="196"/>
                    <a:pt x="293" y="195"/>
                  </a:cubicBezTo>
                  <a:cubicBezTo>
                    <a:pt x="292" y="194"/>
                    <a:pt x="289" y="192"/>
                    <a:pt x="288" y="192"/>
                  </a:cubicBezTo>
                  <a:cubicBezTo>
                    <a:pt x="287" y="192"/>
                    <a:pt x="286" y="191"/>
                    <a:pt x="286" y="191"/>
                  </a:cubicBezTo>
                  <a:cubicBezTo>
                    <a:pt x="285" y="191"/>
                    <a:pt x="283" y="192"/>
                    <a:pt x="282" y="193"/>
                  </a:cubicBezTo>
                  <a:cubicBezTo>
                    <a:pt x="280" y="193"/>
                    <a:pt x="278" y="193"/>
                    <a:pt x="277" y="193"/>
                  </a:cubicBezTo>
                  <a:cubicBezTo>
                    <a:pt x="276" y="193"/>
                    <a:pt x="274" y="194"/>
                    <a:pt x="274" y="194"/>
                  </a:cubicBezTo>
                  <a:cubicBezTo>
                    <a:pt x="272" y="195"/>
                    <a:pt x="269" y="194"/>
                    <a:pt x="268" y="194"/>
                  </a:cubicBezTo>
                  <a:cubicBezTo>
                    <a:pt x="266" y="194"/>
                    <a:pt x="263" y="193"/>
                    <a:pt x="262" y="194"/>
                  </a:cubicBezTo>
                  <a:cubicBezTo>
                    <a:pt x="261" y="194"/>
                    <a:pt x="259" y="195"/>
                    <a:pt x="258" y="195"/>
                  </a:cubicBezTo>
                  <a:cubicBezTo>
                    <a:pt x="258" y="196"/>
                    <a:pt x="256" y="197"/>
                    <a:pt x="256" y="197"/>
                  </a:cubicBezTo>
                  <a:cubicBezTo>
                    <a:pt x="255" y="197"/>
                    <a:pt x="253" y="198"/>
                    <a:pt x="252" y="198"/>
                  </a:cubicBezTo>
                  <a:cubicBezTo>
                    <a:pt x="252" y="199"/>
                    <a:pt x="250" y="200"/>
                    <a:pt x="249" y="200"/>
                  </a:cubicBezTo>
                  <a:cubicBezTo>
                    <a:pt x="248" y="200"/>
                    <a:pt x="246" y="200"/>
                    <a:pt x="245" y="200"/>
                  </a:cubicBezTo>
                  <a:cubicBezTo>
                    <a:pt x="244" y="199"/>
                    <a:pt x="242" y="198"/>
                    <a:pt x="241" y="198"/>
                  </a:cubicBezTo>
                  <a:cubicBezTo>
                    <a:pt x="240" y="198"/>
                    <a:pt x="239" y="197"/>
                    <a:pt x="238" y="197"/>
                  </a:cubicBezTo>
                  <a:cubicBezTo>
                    <a:pt x="238" y="197"/>
                    <a:pt x="237" y="196"/>
                    <a:pt x="237" y="195"/>
                  </a:cubicBezTo>
                  <a:cubicBezTo>
                    <a:pt x="236" y="195"/>
                    <a:pt x="236" y="194"/>
                    <a:pt x="235" y="193"/>
                  </a:cubicBezTo>
                  <a:cubicBezTo>
                    <a:pt x="234" y="192"/>
                    <a:pt x="231" y="191"/>
                    <a:pt x="229" y="190"/>
                  </a:cubicBezTo>
                  <a:cubicBezTo>
                    <a:pt x="228" y="189"/>
                    <a:pt x="225" y="188"/>
                    <a:pt x="223" y="188"/>
                  </a:cubicBezTo>
                  <a:cubicBezTo>
                    <a:pt x="222" y="188"/>
                    <a:pt x="220" y="188"/>
                    <a:pt x="219" y="188"/>
                  </a:cubicBezTo>
                  <a:cubicBezTo>
                    <a:pt x="218" y="188"/>
                    <a:pt x="216" y="189"/>
                    <a:pt x="215" y="190"/>
                  </a:cubicBezTo>
                  <a:cubicBezTo>
                    <a:pt x="214" y="190"/>
                    <a:pt x="211" y="191"/>
                    <a:pt x="210" y="192"/>
                  </a:cubicBezTo>
                  <a:cubicBezTo>
                    <a:pt x="209" y="192"/>
                    <a:pt x="208" y="193"/>
                    <a:pt x="207" y="193"/>
                  </a:cubicBezTo>
                  <a:cubicBezTo>
                    <a:pt x="205" y="193"/>
                    <a:pt x="202" y="194"/>
                    <a:pt x="200" y="194"/>
                  </a:cubicBezTo>
                  <a:cubicBezTo>
                    <a:pt x="200" y="195"/>
                    <a:pt x="198" y="194"/>
                    <a:pt x="197" y="194"/>
                  </a:cubicBezTo>
                  <a:cubicBezTo>
                    <a:pt x="197" y="195"/>
                    <a:pt x="196" y="195"/>
                    <a:pt x="195" y="195"/>
                  </a:cubicBezTo>
                  <a:cubicBezTo>
                    <a:pt x="195" y="195"/>
                    <a:pt x="194" y="194"/>
                    <a:pt x="194" y="194"/>
                  </a:cubicBezTo>
                  <a:cubicBezTo>
                    <a:pt x="193" y="194"/>
                    <a:pt x="191" y="193"/>
                    <a:pt x="191" y="193"/>
                  </a:cubicBezTo>
                  <a:cubicBezTo>
                    <a:pt x="190" y="193"/>
                    <a:pt x="188" y="192"/>
                    <a:pt x="187" y="192"/>
                  </a:cubicBezTo>
                  <a:cubicBezTo>
                    <a:pt x="186" y="191"/>
                    <a:pt x="184" y="192"/>
                    <a:pt x="183" y="191"/>
                  </a:cubicBezTo>
                  <a:cubicBezTo>
                    <a:pt x="182" y="191"/>
                    <a:pt x="181" y="190"/>
                    <a:pt x="181" y="190"/>
                  </a:cubicBezTo>
                  <a:cubicBezTo>
                    <a:pt x="180" y="189"/>
                    <a:pt x="178" y="189"/>
                    <a:pt x="177" y="189"/>
                  </a:cubicBezTo>
                  <a:cubicBezTo>
                    <a:pt x="176" y="188"/>
                    <a:pt x="173" y="188"/>
                    <a:pt x="172" y="188"/>
                  </a:cubicBezTo>
                  <a:cubicBezTo>
                    <a:pt x="171" y="187"/>
                    <a:pt x="169" y="187"/>
                    <a:pt x="168" y="186"/>
                  </a:cubicBezTo>
                  <a:cubicBezTo>
                    <a:pt x="168" y="186"/>
                    <a:pt x="167" y="185"/>
                    <a:pt x="167" y="185"/>
                  </a:cubicBezTo>
                  <a:cubicBezTo>
                    <a:pt x="167" y="184"/>
                    <a:pt x="167" y="182"/>
                    <a:pt x="167" y="181"/>
                  </a:cubicBezTo>
                  <a:cubicBezTo>
                    <a:pt x="167" y="181"/>
                    <a:pt x="167" y="179"/>
                    <a:pt x="167" y="178"/>
                  </a:cubicBezTo>
                  <a:cubicBezTo>
                    <a:pt x="167" y="177"/>
                    <a:pt x="166" y="176"/>
                    <a:pt x="166" y="175"/>
                  </a:cubicBezTo>
                  <a:cubicBezTo>
                    <a:pt x="166" y="175"/>
                    <a:pt x="164" y="174"/>
                    <a:pt x="164" y="174"/>
                  </a:cubicBezTo>
                  <a:cubicBezTo>
                    <a:pt x="164" y="174"/>
                    <a:pt x="164" y="173"/>
                    <a:pt x="164" y="173"/>
                  </a:cubicBezTo>
                  <a:cubicBezTo>
                    <a:pt x="164" y="173"/>
                    <a:pt x="164" y="172"/>
                    <a:pt x="164" y="172"/>
                  </a:cubicBezTo>
                  <a:cubicBezTo>
                    <a:pt x="165" y="171"/>
                    <a:pt x="166" y="172"/>
                    <a:pt x="166" y="172"/>
                  </a:cubicBezTo>
                  <a:cubicBezTo>
                    <a:pt x="167" y="172"/>
                    <a:pt x="167" y="171"/>
                    <a:pt x="167" y="171"/>
                  </a:cubicBezTo>
                  <a:cubicBezTo>
                    <a:pt x="168" y="170"/>
                    <a:pt x="168" y="169"/>
                    <a:pt x="168" y="168"/>
                  </a:cubicBezTo>
                  <a:cubicBezTo>
                    <a:pt x="168" y="168"/>
                    <a:pt x="168" y="167"/>
                    <a:pt x="168" y="166"/>
                  </a:cubicBezTo>
                  <a:cubicBezTo>
                    <a:pt x="167" y="166"/>
                    <a:pt x="167" y="165"/>
                    <a:pt x="166" y="165"/>
                  </a:cubicBezTo>
                  <a:cubicBezTo>
                    <a:pt x="166" y="165"/>
                    <a:pt x="165" y="166"/>
                    <a:pt x="165" y="166"/>
                  </a:cubicBezTo>
                  <a:cubicBezTo>
                    <a:pt x="165" y="166"/>
                    <a:pt x="165" y="167"/>
                    <a:pt x="165" y="168"/>
                  </a:cubicBezTo>
                  <a:cubicBezTo>
                    <a:pt x="164" y="168"/>
                    <a:pt x="163" y="169"/>
                    <a:pt x="163" y="169"/>
                  </a:cubicBezTo>
                  <a:cubicBezTo>
                    <a:pt x="162" y="170"/>
                    <a:pt x="161" y="171"/>
                    <a:pt x="161" y="171"/>
                  </a:cubicBezTo>
                  <a:cubicBezTo>
                    <a:pt x="161" y="172"/>
                    <a:pt x="161" y="174"/>
                    <a:pt x="161" y="175"/>
                  </a:cubicBezTo>
                  <a:cubicBezTo>
                    <a:pt x="161" y="175"/>
                    <a:pt x="162" y="176"/>
                    <a:pt x="163" y="176"/>
                  </a:cubicBezTo>
                  <a:cubicBezTo>
                    <a:pt x="163" y="177"/>
                    <a:pt x="163" y="178"/>
                    <a:pt x="163" y="179"/>
                  </a:cubicBezTo>
                  <a:cubicBezTo>
                    <a:pt x="163" y="179"/>
                    <a:pt x="162" y="181"/>
                    <a:pt x="162" y="181"/>
                  </a:cubicBezTo>
                  <a:cubicBezTo>
                    <a:pt x="161" y="182"/>
                    <a:pt x="158" y="182"/>
                    <a:pt x="157" y="182"/>
                  </a:cubicBezTo>
                  <a:cubicBezTo>
                    <a:pt x="156" y="182"/>
                    <a:pt x="153" y="182"/>
                    <a:pt x="152" y="182"/>
                  </a:cubicBezTo>
                  <a:cubicBezTo>
                    <a:pt x="151" y="182"/>
                    <a:pt x="149" y="182"/>
                    <a:pt x="148" y="181"/>
                  </a:cubicBezTo>
                  <a:cubicBezTo>
                    <a:pt x="147" y="181"/>
                    <a:pt x="146" y="181"/>
                    <a:pt x="146" y="180"/>
                  </a:cubicBezTo>
                  <a:cubicBezTo>
                    <a:pt x="145" y="180"/>
                    <a:pt x="145" y="180"/>
                    <a:pt x="145" y="179"/>
                  </a:cubicBezTo>
                  <a:cubicBezTo>
                    <a:pt x="144" y="179"/>
                    <a:pt x="143" y="179"/>
                    <a:pt x="143" y="179"/>
                  </a:cubicBezTo>
                  <a:cubicBezTo>
                    <a:pt x="142" y="179"/>
                    <a:pt x="140" y="179"/>
                    <a:pt x="139" y="179"/>
                  </a:cubicBezTo>
                  <a:cubicBezTo>
                    <a:pt x="138" y="179"/>
                    <a:pt x="137" y="180"/>
                    <a:pt x="137" y="179"/>
                  </a:cubicBezTo>
                  <a:cubicBezTo>
                    <a:pt x="136" y="179"/>
                    <a:pt x="135" y="178"/>
                    <a:pt x="135" y="178"/>
                  </a:cubicBezTo>
                  <a:cubicBezTo>
                    <a:pt x="135" y="177"/>
                    <a:pt x="137" y="178"/>
                    <a:pt x="137" y="178"/>
                  </a:cubicBezTo>
                  <a:cubicBezTo>
                    <a:pt x="138" y="178"/>
                    <a:pt x="138" y="178"/>
                    <a:pt x="139" y="177"/>
                  </a:cubicBezTo>
                  <a:cubicBezTo>
                    <a:pt x="139" y="177"/>
                    <a:pt x="140" y="177"/>
                    <a:pt x="140" y="176"/>
                  </a:cubicBezTo>
                  <a:cubicBezTo>
                    <a:pt x="140" y="175"/>
                    <a:pt x="140" y="174"/>
                    <a:pt x="140" y="174"/>
                  </a:cubicBezTo>
                  <a:cubicBezTo>
                    <a:pt x="140" y="173"/>
                    <a:pt x="141" y="173"/>
                    <a:pt x="141" y="173"/>
                  </a:cubicBezTo>
                  <a:cubicBezTo>
                    <a:pt x="142" y="173"/>
                    <a:pt x="142" y="172"/>
                    <a:pt x="141" y="171"/>
                  </a:cubicBezTo>
                  <a:cubicBezTo>
                    <a:pt x="141" y="171"/>
                    <a:pt x="141" y="170"/>
                    <a:pt x="140" y="169"/>
                  </a:cubicBezTo>
                  <a:cubicBezTo>
                    <a:pt x="140" y="169"/>
                    <a:pt x="138" y="169"/>
                    <a:pt x="138" y="170"/>
                  </a:cubicBezTo>
                  <a:cubicBezTo>
                    <a:pt x="138" y="170"/>
                    <a:pt x="138" y="171"/>
                    <a:pt x="138" y="172"/>
                  </a:cubicBezTo>
                  <a:cubicBezTo>
                    <a:pt x="138" y="172"/>
                    <a:pt x="138" y="173"/>
                    <a:pt x="138" y="174"/>
                  </a:cubicBezTo>
                  <a:cubicBezTo>
                    <a:pt x="137" y="175"/>
                    <a:pt x="136" y="176"/>
                    <a:pt x="136" y="176"/>
                  </a:cubicBezTo>
                  <a:cubicBezTo>
                    <a:pt x="135" y="176"/>
                    <a:pt x="135" y="175"/>
                    <a:pt x="135" y="175"/>
                  </a:cubicBezTo>
                  <a:cubicBezTo>
                    <a:pt x="134" y="175"/>
                    <a:pt x="134" y="174"/>
                    <a:pt x="133" y="173"/>
                  </a:cubicBezTo>
                  <a:cubicBezTo>
                    <a:pt x="133" y="173"/>
                    <a:pt x="133" y="172"/>
                    <a:pt x="133" y="171"/>
                  </a:cubicBezTo>
                  <a:cubicBezTo>
                    <a:pt x="133" y="171"/>
                    <a:pt x="132" y="170"/>
                    <a:pt x="132" y="170"/>
                  </a:cubicBezTo>
                  <a:cubicBezTo>
                    <a:pt x="132" y="170"/>
                    <a:pt x="131" y="170"/>
                    <a:pt x="130" y="170"/>
                  </a:cubicBezTo>
                  <a:cubicBezTo>
                    <a:pt x="130" y="171"/>
                    <a:pt x="129" y="173"/>
                    <a:pt x="129" y="173"/>
                  </a:cubicBezTo>
                  <a:cubicBezTo>
                    <a:pt x="129" y="174"/>
                    <a:pt x="129" y="175"/>
                    <a:pt x="129" y="176"/>
                  </a:cubicBezTo>
                  <a:cubicBezTo>
                    <a:pt x="128" y="176"/>
                    <a:pt x="128" y="178"/>
                    <a:pt x="127" y="178"/>
                  </a:cubicBezTo>
                  <a:cubicBezTo>
                    <a:pt x="127" y="179"/>
                    <a:pt x="126" y="180"/>
                    <a:pt x="125" y="181"/>
                  </a:cubicBezTo>
                  <a:cubicBezTo>
                    <a:pt x="125" y="181"/>
                    <a:pt x="123" y="181"/>
                    <a:pt x="122" y="182"/>
                  </a:cubicBezTo>
                  <a:cubicBezTo>
                    <a:pt x="122" y="182"/>
                    <a:pt x="120" y="182"/>
                    <a:pt x="120" y="182"/>
                  </a:cubicBezTo>
                  <a:cubicBezTo>
                    <a:pt x="119" y="183"/>
                    <a:pt x="118" y="185"/>
                    <a:pt x="118" y="185"/>
                  </a:cubicBezTo>
                  <a:cubicBezTo>
                    <a:pt x="117" y="186"/>
                    <a:pt x="115" y="186"/>
                    <a:pt x="115" y="187"/>
                  </a:cubicBezTo>
                  <a:cubicBezTo>
                    <a:pt x="114" y="188"/>
                    <a:pt x="114" y="190"/>
                    <a:pt x="115" y="191"/>
                  </a:cubicBezTo>
                  <a:cubicBezTo>
                    <a:pt x="115" y="192"/>
                    <a:pt x="115" y="194"/>
                    <a:pt x="115" y="195"/>
                  </a:cubicBezTo>
                  <a:cubicBezTo>
                    <a:pt x="115" y="195"/>
                    <a:pt x="115" y="197"/>
                    <a:pt x="114" y="198"/>
                  </a:cubicBezTo>
                  <a:cubicBezTo>
                    <a:pt x="114" y="198"/>
                    <a:pt x="112" y="197"/>
                    <a:pt x="112" y="197"/>
                  </a:cubicBezTo>
                  <a:cubicBezTo>
                    <a:pt x="111" y="196"/>
                    <a:pt x="110" y="195"/>
                    <a:pt x="109" y="195"/>
                  </a:cubicBezTo>
                  <a:cubicBezTo>
                    <a:pt x="108" y="195"/>
                    <a:pt x="105" y="195"/>
                    <a:pt x="104" y="195"/>
                  </a:cubicBezTo>
                  <a:cubicBezTo>
                    <a:pt x="102" y="195"/>
                    <a:pt x="98" y="195"/>
                    <a:pt x="96" y="195"/>
                  </a:cubicBezTo>
                  <a:cubicBezTo>
                    <a:pt x="94" y="196"/>
                    <a:pt x="92" y="197"/>
                    <a:pt x="90" y="197"/>
                  </a:cubicBezTo>
                  <a:cubicBezTo>
                    <a:pt x="89" y="198"/>
                    <a:pt x="86" y="199"/>
                    <a:pt x="85" y="200"/>
                  </a:cubicBezTo>
                  <a:cubicBezTo>
                    <a:pt x="84" y="201"/>
                    <a:pt x="82" y="202"/>
                    <a:pt x="80" y="202"/>
                  </a:cubicBezTo>
                  <a:cubicBezTo>
                    <a:pt x="80" y="202"/>
                    <a:pt x="78" y="202"/>
                    <a:pt x="77" y="203"/>
                  </a:cubicBezTo>
                  <a:cubicBezTo>
                    <a:pt x="77" y="203"/>
                    <a:pt x="75" y="203"/>
                    <a:pt x="74" y="203"/>
                  </a:cubicBezTo>
                  <a:cubicBezTo>
                    <a:pt x="74" y="203"/>
                    <a:pt x="73" y="205"/>
                    <a:pt x="72" y="205"/>
                  </a:cubicBezTo>
                  <a:cubicBezTo>
                    <a:pt x="72" y="206"/>
                    <a:pt x="70" y="205"/>
                    <a:pt x="69" y="205"/>
                  </a:cubicBezTo>
                  <a:cubicBezTo>
                    <a:pt x="69" y="205"/>
                    <a:pt x="68" y="204"/>
                    <a:pt x="68" y="204"/>
                  </a:cubicBezTo>
                  <a:cubicBezTo>
                    <a:pt x="67" y="203"/>
                    <a:pt x="65" y="203"/>
                    <a:pt x="64" y="204"/>
                  </a:cubicBezTo>
                  <a:cubicBezTo>
                    <a:pt x="63" y="204"/>
                    <a:pt x="61" y="205"/>
                    <a:pt x="60" y="205"/>
                  </a:cubicBezTo>
                  <a:cubicBezTo>
                    <a:pt x="59" y="205"/>
                    <a:pt x="57" y="205"/>
                    <a:pt x="56" y="205"/>
                  </a:cubicBezTo>
                  <a:cubicBezTo>
                    <a:pt x="55" y="206"/>
                    <a:pt x="53" y="207"/>
                    <a:pt x="52" y="208"/>
                  </a:cubicBezTo>
                  <a:cubicBezTo>
                    <a:pt x="51" y="208"/>
                    <a:pt x="50" y="208"/>
                    <a:pt x="50" y="208"/>
                  </a:cubicBezTo>
                  <a:cubicBezTo>
                    <a:pt x="49" y="208"/>
                    <a:pt x="48" y="210"/>
                    <a:pt x="47" y="210"/>
                  </a:cubicBezTo>
                  <a:cubicBezTo>
                    <a:pt x="47" y="211"/>
                    <a:pt x="46" y="213"/>
                    <a:pt x="45" y="213"/>
                  </a:cubicBezTo>
                  <a:cubicBezTo>
                    <a:pt x="45" y="214"/>
                    <a:pt x="44" y="214"/>
                    <a:pt x="43" y="214"/>
                  </a:cubicBezTo>
                  <a:cubicBezTo>
                    <a:pt x="43" y="214"/>
                    <a:pt x="42" y="213"/>
                    <a:pt x="42" y="213"/>
                  </a:cubicBezTo>
                  <a:cubicBezTo>
                    <a:pt x="42" y="212"/>
                    <a:pt x="40" y="213"/>
                    <a:pt x="40" y="213"/>
                  </a:cubicBezTo>
                  <a:cubicBezTo>
                    <a:pt x="39" y="213"/>
                    <a:pt x="39" y="214"/>
                    <a:pt x="38" y="214"/>
                  </a:cubicBezTo>
                  <a:cubicBezTo>
                    <a:pt x="38" y="215"/>
                    <a:pt x="37" y="214"/>
                    <a:pt x="36" y="214"/>
                  </a:cubicBezTo>
                  <a:cubicBezTo>
                    <a:pt x="36" y="215"/>
                    <a:pt x="35" y="215"/>
                    <a:pt x="34" y="215"/>
                  </a:cubicBezTo>
                  <a:cubicBezTo>
                    <a:pt x="34" y="216"/>
                    <a:pt x="34" y="218"/>
                    <a:pt x="33" y="218"/>
                  </a:cubicBezTo>
                  <a:cubicBezTo>
                    <a:pt x="33" y="219"/>
                    <a:pt x="31" y="220"/>
                    <a:pt x="31" y="220"/>
                  </a:cubicBezTo>
                  <a:cubicBezTo>
                    <a:pt x="30" y="221"/>
                    <a:pt x="30" y="223"/>
                    <a:pt x="30" y="223"/>
                  </a:cubicBezTo>
                  <a:cubicBezTo>
                    <a:pt x="29" y="224"/>
                    <a:pt x="27" y="223"/>
                    <a:pt x="27" y="224"/>
                  </a:cubicBezTo>
                  <a:cubicBezTo>
                    <a:pt x="26" y="224"/>
                    <a:pt x="25" y="224"/>
                    <a:pt x="24" y="225"/>
                  </a:cubicBezTo>
                  <a:cubicBezTo>
                    <a:pt x="24" y="225"/>
                    <a:pt x="22" y="226"/>
                    <a:pt x="22" y="227"/>
                  </a:cubicBezTo>
                  <a:cubicBezTo>
                    <a:pt x="22" y="227"/>
                    <a:pt x="21" y="229"/>
                    <a:pt x="22" y="229"/>
                  </a:cubicBezTo>
                  <a:cubicBezTo>
                    <a:pt x="22" y="229"/>
                    <a:pt x="23" y="229"/>
                    <a:pt x="24" y="229"/>
                  </a:cubicBezTo>
                  <a:cubicBezTo>
                    <a:pt x="24" y="230"/>
                    <a:pt x="23" y="231"/>
                    <a:pt x="23" y="231"/>
                  </a:cubicBezTo>
                  <a:cubicBezTo>
                    <a:pt x="22" y="231"/>
                    <a:pt x="21" y="231"/>
                    <a:pt x="21" y="231"/>
                  </a:cubicBezTo>
                  <a:cubicBezTo>
                    <a:pt x="20" y="231"/>
                    <a:pt x="18" y="232"/>
                    <a:pt x="17" y="232"/>
                  </a:cubicBezTo>
                  <a:cubicBezTo>
                    <a:pt x="17" y="231"/>
                    <a:pt x="16" y="230"/>
                    <a:pt x="15" y="230"/>
                  </a:cubicBezTo>
                  <a:cubicBezTo>
                    <a:pt x="15" y="229"/>
                    <a:pt x="15" y="228"/>
                    <a:pt x="15" y="228"/>
                  </a:cubicBezTo>
                  <a:cubicBezTo>
                    <a:pt x="15" y="227"/>
                    <a:pt x="14" y="227"/>
                    <a:pt x="14" y="226"/>
                  </a:cubicBezTo>
                  <a:cubicBezTo>
                    <a:pt x="14" y="226"/>
                    <a:pt x="14" y="225"/>
                    <a:pt x="13" y="225"/>
                  </a:cubicBezTo>
                  <a:cubicBezTo>
                    <a:pt x="13" y="224"/>
                    <a:pt x="11" y="224"/>
                    <a:pt x="11" y="224"/>
                  </a:cubicBezTo>
                  <a:cubicBezTo>
                    <a:pt x="10" y="223"/>
                    <a:pt x="10" y="222"/>
                    <a:pt x="10" y="222"/>
                  </a:cubicBezTo>
                  <a:cubicBezTo>
                    <a:pt x="9" y="221"/>
                    <a:pt x="8" y="221"/>
                    <a:pt x="7" y="221"/>
                  </a:cubicBezTo>
                  <a:cubicBezTo>
                    <a:pt x="6" y="221"/>
                    <a:pt x="5" y="221"/>
                    <a:pt x="4" y="222"/>
                  </a:cubicBezTo>
                  <a:cubicBezTo>
                    <a:pt x="4" y="222"/>
                    <a:pt x="3" y="223"/>
                    <a:pt x="2" y="223"/>
                  </a:cubicBezTo>
                  <a:cubicBezTo>
                    <a:pt x="2" y="223"/>
                    <a:pt x="1" y="224"/>
                    <a:pt x="0" y="223"/>
                  </a:cubicBezTo>
                  <a:cubicBezTo>
                    <a:pt x="0" y="223"/>
                    <a:pt x="0" y="222"/>
                    <a:pt x="0" y="222"/>
                  </a:cubicBezTo>
                  <a:cubicBezTo>
                    <a:pt x="0" y="221"/>
                    <a:pt x="1" y="220"/>
                    <a:pt x="1" y="220"/>
                  </a:cubicBezTo>
                  <a:cubicBezTo>
                    <a:pt x="2" y="219"/>
                    <a:pt x="2" y="218"/>
                    <a:pt x="3" y="217"/>
                  </a:cubicBezTo>
                  <a:cubicBezTo>
                    <a:pt x="3" y="216"/>
                    <a:pt x="4" y="215"/>
                    <a:pt x="5" y="215"/>
                  </a:cubicBezTo>
                  <a:cubicBezTo>
                    <a:pt x="5" y="214"/>
                    <a:pt x="6" y="213"/>
                    <a:pt x="5" y="213"/>
                  </a:cubicBezTo>
                  <a:cubicBezTo>
                    <a:pt x="5" y="212"/>
                    <a:pt x="4" y="212"/>
                    <a:pt x="4" y="212"/>
                  </a:cubicBezTo>
                  <a:cubicBezTo>
                    <a:pt x="4" y="211"/>
                    <a:pt x="5" y="210"/>
                    <a:pt x="5" y="209"/>
                  </a:cubicBezTo>
                  <a:cubicBezTo>
                    <a:pt x="6" y="209"/>
                    <a:pt x="7" y="208"/>
                    <a:pt x="7" y="208"/>
                  </a:cubicBezTo>
                  <a:cubicBezTo>
                    <a:pt x="8" y="207"/>
                    <a:pt x="8" y="205"/>
                    <a:pt x="9" y="205"/>
                  </a:cubicBezTo>
                  <a:cubicBezTo>
                    <a:pt x="9" y="204"/>
                    <a:pt x="11" y="204"/>
                    <a:pt x="11" y="203"/>
                  </a:cubicBezTo>
                  <a:cubicBezTo>
                    <a:pt x="12" y="202"/>
                    <a:pt x="12" y="201"/>
                    <a:pt x="12" y="200"/>
                  </a:cubicBezTo>
                  <a:cubicBezTo>
                    <a:pt x="12" y="199"/>
                    <a:pt x="11" y="197"/>
                    <a:pt x="12" y="196"/>
                  </a:cubicBezTo>
                  <a:cubicBezTo>
                    <a:pt x="12" y="196"/>
                    <a:pt x="12" y="194"/>
                    <a:pt x="13" y="193"/>
                  </a:cubicBezTo>
                  <a:cubicBezTo>
                    <a:pt x="13" y="193"/>
                    <a:pt x="13" y="192"/>
                    <a:pt x="14" y="191"/>
                  </a:cubicBezTo>
                  <a:cubicBezTo>
                    <a:pt x="15" y="191"/>
                    <a:pt x="16" y="190"/>
                    <a:pt x="17" y="190"/>
                  </a:cubicBezTo>
                  <a:cubicBezTo>
                    <a:pt x="17" y="189"/>
                    <a:pt x="18" y="188"/>
                    <a:pt x="18" y="187"/>
                  </a:cubicBezTo>
                  <a:cubicBezTo>
                    <a:pt x="18" y="187"/>
                    <a:pt x="18" y="185"/>
                    <a:pt x="19" y="185"/>
                  </a:cubicBezTo>
                  <a:cubicBezTo>
                    <a:pt x="19" y="184"/>
                    <a:pt x="20" y="183"/>
                    <a:pt x="21" y="182"/>
                  </a:cubicBezTo>
                  <a:cubicBezTo>
                    <a:pt x="22" y="181"/>
                    <a:pt x="23" y="180"/>
                    <a:pt x="23" y="179"/>
                  </a:cubicBezTo>
                  <a:cubicBezTo>
                    <a:pt x="24" y="178"/>
                    <a:pt x="24" y="177"/>
                    <a:pt x="25" y="176"/>
                  </a:cubicBezTo>
                  <a:cubicBezTo>
                    <a:pt x="25" y="175"/>
                    <a:pt x="26" y="172"/>
                    <a:pt x="26" y="171"/>
                  </a:cubicBezTo>
                  <a:cubicBezTo>
                    <a:pt x="27" y="170"/>
                    <a:pt x="28" y="168"/>
                    <a:pt x="29" y="167"/>
                  </a:cubicBezTo>
                  <a:cubicBezTo>
                    <a:pt x="30" y="166"/>
                    <a:pt x="31" y="164"/>
                    <a:pt x="32" y="163"/>
                  </a:cubicBezTo>
                  <a:cubicBezTo>
                    <a:pt x="32" y="162"/>
                    <a:pt x="32" y="160"/>
                    <a:pt x="32" y="159"/>
                  </a:cubicBezTo>
                  <a:cubicBezTo>
                    <a:pt x="32" y="158"/>
                    <a:pt x="30" y="157"/>
                    <a:pt x="30" y="156"/>
                  </a:cubicBezTo>
                  <a:cubicBezTo>
                    <a:pt x="30" y="155"/>
                    <a:pt x="29" y="154"/>
                    <a:pt x="29" y="153"/>
                  </a:cubicBezTo>
                  <a:cubicBezTo>
                    <a:pt x="29" y="152"/>
                    <a:pt x="29" y="150"/>
                    <a:pt x="29" y="150"/>
                  </a:cubicBezTo>
                  <a:cubicBezTo>
                    <a:pt x="29" y="149"/>
                    <a:pt x="27" y="150"/>
                    <a:pt x="26" y="149"/>
                  </a:cubicBezTo>
                  <a:cubicBezTo>
                    <a:pt x="26" y="149"/>
                    <a:pt x="25" y="147"/>
                    <a:pt x="25" y="146"/>
                  </a:cubicBezTo>
                  <a:cubicBezTo>
                    <a:pt x="26" y="146"/>
                    <a:pt x="27" y="146"/>
                    <a:pt x="27" y="146"/>
                  </a:cubicBezTo>
                  <a:cubicBezTo>
                    <a:pt x="28" y="146"/>
                    <a:pt x="29" y="145"/>
                    <a:pt x="30" y="145"/>
                  </a:cubicBezTo>
                  <a:cubicBezTo>
                    <a:pt x="30" y="145"/>
                    <a:pt x="32" y="145"/>
                    <a:pt x="32" y="145"/>
                  </a:cubicBezTo>
                  <a:cubicBezTo>
                    <a:pt x="33" y="144"/>
                    <a:pt x="35" y="143"/>
                    <a:pt x="35" y="142"/>
                  </a:cubicBezTo>
                  <a:cubicBezTo>
                    <a:pt x="36" y="140"/>
                    <a:pt x="38" y="137"/>
                    <a:pt x="39" y="135"/>
                  </a:cubicBezTo>
                  <a:cubicBezTo>
                    <a:pt x="39" y="135"/>
                    <a:pt x="40" y="133"/>
                    <a:pt x="41" y="133"/>
                  </a:cubicBezTo>
                  <a:cubicBezTo>
                    <a:pt x="41" y="132"/>
                    <a:pt x="41" y="130"/>
                    <a:pt x="41" y="129"/>
                  </a:cubicBezTo>
                  <a:cubicBezTo>
                    <a:pt x="42" y="128"/>
                    <a:pt x="43" y="126"/>
                    <a:pt x="44" y="125"/>
                  </a:cubicBezTo>
                  <a:cubicBezTo>
                    <a:pt x="44" y="125"/>
                    <a:pt x="45" y="123"/>
                    <a:pt x="45" y="122"/>
                  </a:cubicBezTo>
                  <a:cubicBezTo>
                    <a:pt x="45" y="121"/>
                    <a:pt x="45" y="119"/>
                    <a:pt x="46" y="117"/>
                  </a:cubicBezTo>
                  <a:cubicBezTo>
                    <a:pt x="46" y="117"/>
                    <a:pt x="46" y="115"/>
                    <a:pt x="46" y="114"/>
                  </a:cubicBezTo>
                  <a:cubicBezTo>
                    <a:pt x="46" y="114"/>
                    <a:pt x="47" y="113"/>
                    <a:pt x="47" y="113"/>
                  </a:cubicBezTo>
                  <a:cubicBezTo>
                    <a:pt x="47" y="112"/>
                    <a:pt x="46" y="111"/>
                    <a:pt x="45" y="111"/>
                  </a:cubicBezTo>
                  <a:cubicBezTo>
                    <a:pt x="45" y="110"/>
                    <a:pt x="46" y="107"/>
                    <a:pt x="46" y="106"/>
                  </a:cubicBezTo>
                  <a:cubicBezTo>
                    <a:pt x="46" y="105"/>
                    <a:pt x="45" y="103"/>
                    <a:pt x="45" y="103"/>
                  </a:cubicBezTo>
                  <a:cubicBezTo>
                    <a:pt x="44" y="102"/>
                    <a:pt x="42" y="102"/>
                    <a:pt x="42" y="101"/>
                  </a:cubicBezTo>
                  <a:cubicBezTo>
                    <a:pt x="41" y="100"/>
                    <a:pt x="42" y="99"/>
                    <a:pt x="42" y="98"/>
                  </a:cubicBezTo>
                  <a:cubicBezTo>
                    <a:pt x="42" y="98"/>
                    <a:pt x="42" y="97"/>
                    <a:pt x="43" y="97"/>
                  </a:cubicBezTo>
                  <a:cubicBezTo>
                    <a:pt x="43" y="97"/>
                    <a:pt x="43" y="96"/>
                    <a:pt x="42" y="95"/>
                  </a:cubicBezTo>
                  <a:cubicBezTo>
                    <a:pt x="42" y="95"/>
                    <a:pt x="41" y="95"/>
                    <a:pt x="41" y="94"/>
                  </a:cubicBezTo>
                  <a:cubicBezTo>
                    <a:pt x="41" y="94"/>
                    <a:pt x="42" y="92"/>
                    <a:pt x="42" y="91"/>
                  </a:cubicBezTo>
                  <a:cubicBezTo>
                    <a:pt x="43" y="91"/>
                    <a:pt x="44" y="90"/>
                    <a:pt x="44" y="90"/>
                  </a:cubicBezTo>
                  <a:cubicBezTo>
                    <a:pt x="45" y="89"/>
                    <a:pt x="46" y="88"/>
                    <a:pt x="47" y="87"/>
                  </a:cubicBezTo>
                  <a:cubicBezTo>
                    <a:pt x="47" y="86"/>
                    <a:pt x="49" y="84"/>
                    <a:pt x="49" y="84"/>
                  </a:cubicBezTo>
                  <a:cubicBezTo>
                    <a:pt x="49" y="83"/>
                    <a:pt x="50" y="82"/>
                    <a:pt x="50" y="81"/>
                  </a:cubicBezTo>
                  <a:cubicBezTo>
                    <a:pt x="50" y="80"/>
                    <a:pt x="51" y="78"/>
                    <a:pt x="52" y="78"/>
                  </a:cubicBezTo>
                  <a:cubicBezTo>
                    <a:pt x="52" y="77"/>
                    <a:pt x="53" y="76"/>
                    <a:pt x="54" y="75"/>
                  </a:cubicBezTo>
                  <a:cubicBezTo>
                    <a:pt x="54" y="74"/>
                    <a:pt x="54" y="72"/>
                    <a:pt x="54" y="71"/>
                  </a:cubicBezTo>
                  <a:cubicBezTo>
                    <a:pt x="55" y="70"/>
                    <a:pt x="56" y="68"/>
                    <a:pt x="56" y="68"/>
                  </a:cubicBezTo>
                  <a:cubicBezTo>
                    <a:pt x="57" y="66"/>
                    <a:pt x="59" y="64"/>
                    <a:pt x="59" y="63"/>
                  </a:cubicBezTo>
                  <a:cubicBezTo>
                    <a:pt x="60" y="62"/>
                    <a:pt x="61" y="60"/>
                    <a:pt x="61" y="59"/>
                  </a:cubicBezTo>
                  <a:cubicBezTo>
                    <a:pt x="62" y="58"/>
                    <a:pt x="63" y="56"/>
                    <a:pt x="64" y="55"/>
                  </a:cubicBezTo>
                  <a:cubicBezTo>
                    <a:pt x="64" y="54"/>
                    <a:pt x="64" y="52"/>
                    <a:pt x="65" y="51"/>
                  </a:cubicBezTo>
                  <a:cubicBezTo>
                    <a:pt x="65" y="51"/>
                    <a:pt x="66" y="50"/>
                    <a:pt x="66" y="49"/>
                  </a:cubicBezTo>
                  <a:cubicBezTo>
                    <a:pt x="66" y="49"/>
                    <a:pt x="66" y="49"/>
                    <a:pt x="66" y="49"/>
                  </a:cubicBezTo>
                  <a:cubicBezTo>
                    <a:pt x="68" y="48"/>
                    <a:pt x="69" y="48"/>
                    <a:pt x="70" y="47"/>
                  </a:cubicBezTo>
                  <a:cubicBezTo>
                    <a:pt x="71" y="46"/>
                    <a:pt x="72" y="45"/>
                    <a:pt x="73" y="44"/>
                  </a:cubicBezTo>
                  <a:cubicBezTo>
                    <a:pt x="74" y="44"/>
                    <a:pt x="77" y="43"/>
                    <a:pt x="78" y="43"/>
                  </a:cubicBezTo>
                  <a:cubicBezTo>
                    <a:pt x="79" y="43"/>
                    <a:pt x="80" y="44"/>
                    <a:pt x="81" y="44"/>
                  </a:cubicBezTo>
                  <a:cubicBezTo>
                    <a:pt x="83" y="44"/>
                    <a:pt x="86" y="45"/>
                    <a:pt x="88" y="46"/>
                  </a:cubicBezTo>
                  <a:cubicBezTo>
                    <a:pt x="89" y="46"/>
                    <a:pt x="90" y="48"/>
                    <a:pt x="91" y="49"/>
                  </a:cubicBezTo>
                  <a:cubicBezTo>
                    <a:pt x="91" y="50"/>
                    <a:pt x="91" y="52"/>
                    <a:pt x="92" y="53"/>
                  </a:cubicBezTo>
                  <a:cubicBezTo>
                    <a:pt x="92" y="55"/>
                    <a:pt x="95" y="57"/>
                    <a:pt x="97" y="58"/>
                  </a:cubicBezTo>
                  <a:cubicBezTo>
                    <a:pt x="98" y="58"/>
                    <a:pt x="100" y="59"/>
                    <a:pt x="101" y="60"/>
                  </a:cubicBezTo>
                  <a:cubicBezTo>
                    <a:pt x="102" y="60"/>
                    <a:pt x="104" y="60"/>
                    <a:pt x="105" y="60"/>
                  </a:cubicBezTo>
                  <a:cubicBezTo>
                    <a:pt x="107" y="60"/>
                    <a:pt x="110" y="58"/>
                    <a:pt x="112" y="58"/>
                  </a:cubicBezTo>
                  <a:cubicBezTo>
                    <a:pt x="113" y="58"/>
                    <a:pt x="115" y="58"/>
                    <a:pt x="117" y="58"/>
                  </a:cubicBezTo>
                  <a:cubicBezTo>
                    <a:pt x="118" y="59"/>
                    <a:pt x="120" y="60"/>
                    <a:pt x="121" y="60"/>
                  </a:cubicBezTo>
                  <a:cubicBezTo>
                    <a:pt x="122" y="61"/>
                    <a:pt x="124" y="62"/>
                    <a:pt x="126" y="63"/>
                  </a:cubicBezTo>
                  <a:cubicBezTo>
                    <a:pt x="126" y="63"/>
                    <a:pt x="128" y="65"/>
                    <a:pt x="129" y="66"/>
                  </a:cubicBezTo>
                  <a:cubicBezTo>
                    <a:pt x="129" y="66"/>
                    <a:pt x="131" y="66"/>
                    <a:pt x="131" y="66"/>
                  </a:cubicBezTo>
                  <a:cubicBezTo>
                    <a:pt x="133" y="65"/>
                    <a:pt x="133" y="62"/>
                    <a:pt x="134" y="61"/>
                  </a:cubicBezTo>
                  <a:cubicBezTo>
                    <a:pt x="135" y="60"/>
                    <a:pt x="137" y="58"/>
                    <a:pt x="138" y="57"/>
                  </a:cubicBezTo>
                  <a:cubicBezTo>
                    <a:pt x="139" y="56"/>
                    <a:pt x="144" y="55"/>
                    <a:pt x="146" y="54"/>
                  </a:cubicBezTo>
                  <a:cubicBezTo>
                    <a:pt x="147" y="54"/>
                    <a:pt x="150" y="54"/>
                    <a:pt x="151" y="55"/>
                  </a:cubicBezTo>
                  <a:cubicBezTo>
                    <a:pt x="152" y="55"/>
                    <a:pt x="154" y="56"/>
                    <a:pt x="155" y="56"/>
                  </a:cubicBezTo>
                  <a:cubicBezTo>
                    <a:pt x="156" y="57"/>
                    <a:pt x="159" y="58"/>
                    <a:pt x="160" y="59"/>
                  </a:cubicBezTo>
                  <a:cubicBezTo>
                    <a:pt x="161" y="60"/>
                    <a:pt x="163" y="64"/>
                    <a:pt x="165" y="65"/>
                  </a:cubicBezTo>
                  <a:cubicBezTo>
                    <a:pt x="166" y="65"/>
                    <a:pt x="168" y="66"/>
                    <a:pt x="169" y="66"/>
                  </a:cubicBezTo>
                  <a:cubicBezTo>
                    <a:pt x="171" y="67"/>
                    <a:pt x="174" y="66"/>
                    <a:pt x="175" y="66"/>
                  </a:cubicBezTo>
                  <a:cubicBezTo>
                    <a:pt x="176" y="66"/>
                    <a:pt x="179" y="66"/>
                    <a:pt x="180" y="66"/>
                  </a:cubicBezTo>
                  <a:cubicBezTo>
                    <a:pt x="181" y="66"/>
                    <a:pt x="183" y="66"/>
                    <a:pt x="185" y="67"/>
                  </a:cubicBezTo>
                  <a:cubicBezTo>
                    <a:pt x="186" y="67"/>
                    <a:pt x="188" y="69"/>
                    <a:pt x="189" y="69"/>
                  </a:cubicBezTo>
                  <a:cubicBezTo>
                    <a:pt x="190" y="69"/>
                    <a:pt x="192" y="68"/>
                    <a:pt x="193" y="68"/>
                  </a:cubicBezTo>
                  <a:cubicBezTo>
                    <a:pt x="194" y="67"/>
                    <a:pt x="195" y="65"/>
                    <a:pt x="196" y="65"/>
                  </a:cubicBezTo>
                  <a:cubicBezTo>
                    <a:pt x="197" y="64"/>
                    <a:pt x="201" y="65"/>
                    <a:pt x="202" y="65"/>
                  </a:cubicBezTo>
                  <a:cubicBezTo>
                    <a:pt x="203" y="65"/>
                    <a:pt x="204" y="64"/>
                    <a:pt x="204" y="63"/>
                  </a:cubicBezTo>
                  <a:cubicBezTo>
                    <a:pt x="205" y="62"/>
                    <a:pt x="206" y="60"/>
                    <a:pt x="207" y="59"/>
                  </a:cubicBezTo>
                  <a:cubicBezTo>
                    <a:pt x="207" y="57"/>
                    <a:pt x="206" y="54"/>
                    <a:pt x="207" y="53"/>
                  </a:cubicBezTo>
                  <a:cubicBezTo>
                    <a:pt x="207" y="52"/>
                    <a:pt x="208" y="50"/>
                    <a:pt x="208" y="50"/>
                  </a:cubicBezTo>
                  <a:cubicBezTo>
                    <a:pt x="209" y="49"/>
                    <a:pt x="211" y="46"/>
                    <a:pt x="212" y="46"/>
                  </a:cubicBezTo>
                  <a:cubicBezTo>
                    <a:pt x="214" y="45"/>
                    <a:pt x="217" y="45"/>
                    <a:pt x="219" y="45"/>
                  </a:cubicBezTo>
                  <a:cubicBezTo>
                    <a:pt x="221" y="45"/>
                    <a:pt x="224" y="45"/>
                    <a:pt x="225" y="45"/>
                  </a:cubicBezTo>
                  <a:cubicBezTo>
                    <a:pt x="227" y="45"/>
                    <a:pt x="231" y="47"/>
                    <a:pt x="234" y="47"/>
                  </a:cubicBezTo>
                  <a:cubicBezTo>
                    <a:pt x="235" y="47"/>
                    <a:pt x="238" y="47"/>
                    <a:pt x="239" y="46"/>
                  </a:cubicBezTo>
                  <a:cubicBezTo>
                    <a:pt x="240" y="46"/>
                    <a:pt x="241" y="44"/>
                    <a:pt x="242" y="43"/>
                  </a:cubicBezTo>
                  <a:cubicBezTo>
                    <a:pt x="243" y="43"/>
                    <a:pt x="244" y="42"/>
                    <a:pt x="245" y="42"/>
                  </a:cubicBezTo>
                  <a:cubicBezTo>
                    <a:pt x="247" y="42"/>
                    <a:pt x="250" y="44"/>
                    <a:pt x="251" y="45"/>
                  </a:cubicBezTo>
                  <a:cubicBezTo>
                    <a:pt x="252" y="47"/>
                    <a:pt x="252" y="51"/>
                    <a:pt x="252" y="53"/>
                  </a:cubicBezTo>
                  <a:cubicBezTo>
                    <a:pt x="252" y="54"/>
                    <a:pt x="252" y="56"/>
                    <a:pt x="252" y="58"/>
                  </a:cubicBezTo>
                  <a:cubicBezTo>
                    <a:pt x="252" y="59"/>
                    <a:pt x="253" y="60"/>
                    <a:pt x="254" y="61"/>
                  </a:cubicBezTo>
                  <a:cubicBezTo>
                    <a:pt x="255" y="62"/>
                    <a:pt x="258" y="63"/>
                    <a:pt x="259" y="63"/>
                  </a:cubicBezTo>
                  <a:cubicBezTo>
                    <a:pt x="261" y="64"/>
                    <a:pt x="264" y="65"/>
                    <a:pt x="266" y="66"/>
                  </a:cubicBezTo>
                  <a:cubicBezTo>
                    <a:pt x="267" y="67"/>
                    <a:pt x="268" y="70"/>
                    <a:pt x="269" y="71"/>
                  </a:cubicBezTo>
                  <a:cubicBezTo>
                    <a:pt x="270" y="72"/>
                    <a:pt x="274" y="74"/>
                    <a:pt x="276" y="75"/>
                  </a:cubicBezTo>
                  <a:cubicBezTo>
                    <a:pt x="277" y="76"/>
                    <a:pt x="280" y="78"/>
                    <a:pt x="281" y="79"/>
                  </a:cubicBezTo>
                  <a:cubicBezTo>
                    <a:pt x="283" y="80"/>
                    <a:pt x="287" y="82"/>
                    <a:pt x="289" y="83"/>
                  </a:cubicBezTo>
                  <a:cubicBezTo>
                    <a:pt x="290" y="84"/>
                    <a:pt x="292" y="85"/>
                    <a:pt x="294" y="85"/>
                  </a:cubicBezTo>
                  <a:cubicBezTo>
                    <a:pt x="296" y="86"/>
                    <a:pt x="301" y="86"/>
                    <a:pt x="304" y="87"/>
                  </a:cubicBezTo>
                  <a:cubicBezTo>
                    <a:pt x="305" y="87"/>
                    <a:pt x="307" y="87"/>
                    <a:pt x="308" y="87"/>
                  </a:cubicBezTo>
                  <a:cubicBezTo>
                    <a:pt x="310" y="87"/>
                    <a:pt x="314" y="87"/>
                    <a:pt x="316" y="87"/>
                  </a:cubicBezTo>
                  <a:cubicBezTo>
                    <a:pt x="318" y="88"/>
                    <a:pt x="321" y="88"/>
                    <a:pt x="323" y="88"/>
                  </a:cubicBezTo>
                  <a:cubicBezTo>
                    <a:pt x="325" y="88"/>
                    <a:pt x="328" y="89"/>
                    <a:pt x="330" y="88"/>
                  </a:cubicBezTo>
                  <a:cubicBezTo>
                    <a:pt x="331" y="88"/>
                    <a:pt x="332" y="85"/>
                    <a:pt x="333" y="84"/>
                  </a:cubicBezTo>
                  <a:cubicBezTo>
                    <a:pt x="334" y="84"/>
                    <a:pt x="336" y="82"/>
                    <a:pt x="337" y="81"/>
                  </a:cubicBezTo>
                  <a:cubicBezTo>
                    <a:pt x="337" y="80"/>
                    <a:pt x="339" y="78"/>
                    <a:pt x="340" y="77"/>
                  </a:cubicBezTo>
                  <a:cubicBezTo>
                    <a:pt x="341" y="77"/>
                    <a:pt x="343" y="76"/>
                    <a:pt x="344" y="76"/>
                  </a:cubicBezTo>
                  <a:cubicBezTo>
                    <a:pt x="345" y="75"/>
                    <a:pt x="346" y="74"/>
                    <a:pt x="347" y="74"/>
                  </a:cubicBezTo>
                  <a:cubicBezTo>
                    <a:pt x="348" y="73"/>
                    <a:pt x="351" y="72"/>
                    <a:pt x="352" y="71"/>
                  </a:cubicBezTo>
                  <a:cubicBezTo>
                    <a:pt x="353" y="70"/>
                    <a:pt x="354" y="68"/>
                    <a:pt x="355" y="67"/>
                  </a:cubicBezTo>
                  <a:cubicBezTo>
                    <a:pt x="355" y="66"/>
                    <a:pt x="356" y="65"/>
                    <a:pt x="356" y="64"/>
                  </a:cubicBezTo>
                  <a:cubicBezTo>
                    <a:pt x="356" y="63"/>
                    <a:pt x="355" y="60"/>
                    <a:pt x="355" y="59"/>
                  </a:cubicBezTo>
                  <a:cubicBezTo>
                    <a:pt x="355" y="58"/>
                    <a:pt x="356" y="57"/>
                    <a:pt x="356" y="56"/>
                  </a:cubicBezTo>
                  <a:cubicBezTo>
                    <a:pt x="357" y="56"/>
                    <a:pt x="358" y="55"/>
                    <a:pt x="359" y="54"/>
                  </a:cubicBezTo>
                  <a:cubicBezTo>
                    <a:pt x="360" y="54"/>
                    <a:pt x="364" y="53"/>
                    <a:pt x="365" y="53"/>
                  </a:cubicBezTo>
                  <a:cubicBezTo>
                    <a:pt x="367" y="53"/>
                    <a:pt x="371" y="52"/>
                    <a:pt x="373" y="52"/>
                  </a:cubicBezTo>
                  <a:cubicBezTo>
                    <a:pt x="374" y="52"/>
                    <a:pt x="378" y="53"/>
                    <a:pt x="379" y="52"/>
                  </a:cubicBezTo>
                  <a:cubicBezTo>
                    <a:pt x="380" y="52"/>
                    <a:pt x="382" y="51"/>
                    <a:pt x="383" y="51"/>
                  </a:cubicBezTo>
                  <a:cubicBezTo>
                    <a:pt x="384" y="51"/>
                    <a:pt x="387" y="50"/>
                    <a:pt x="388" y="49"/>
                  </a:cubicBezTo>
                  <a:cubicBezTo>
                    <a:pt x="389" y="48"/>
                    <a:pt x="390" y="46"/>
                    <a:pt x="390" y="46"/>
                  </a:cubicBezTo>
                  <a:cubicBezTo>
                    <a:pt x="391" y="45"/>
                    <a:pt x="391" y="42"/>
                    <a:pt x="392" y="41"/>
                  </a:cubicBezTo>
                  <a:cubicBezTo>
                    <a:pt x="392" y="41"/>
                    <a:pt x="393" y="39"/>
                    <a:pt x="393" y="39"/>
                  </a:cubicBezTo>
                  <a:cubicBezTo>
                    <a:pt x="394" y="38"/>
                    <a:pt x="397" y="37"/>
                    <a:pt x="398" y="37"/>
                  </a:cubicBezTo>
                  <a:cubicBezTo>
                    <a:pt x="399" y="37"/>
                    <a:pt x="401" y="37"/>
                    <a:pt x="402" y="37"/>
                  </a:cubicBezTo>
                  <a:cubicBezTo>
                    <a:pt x="404" y="37"/>
                    <a:pt x="406" y="35"/>
                    <a:pt x="408" y="34"/>
                  </a:cubicBezTo>
                  <a:cubicBezTo>
                    <a:pt x="410" y="33"/>
                    <a:pt x="413" y="30"/>
                    <a:pt x="415" y="28"/>
                  </a:cubicBezTo>
                  <a:cubicBezTo>
                    <a:pt x="416" y="28"/>
                    <a:pt x="418" y="27"/>
                    <a:pt x="419" y="26"/>
                  </a:cubicBezTo>
                  <a:cubicBezTo>
                    <a:pt x="421" y="25"/>
                    <a:pt x="423" y="23"/>
                    <a:pt x="425" y="22"/>
                  </a:cubicBezTo>
                  <a:cubicBezTo>
                    <a:pt x="427" y="21"/>
                    <a:pt x="430" y="20"/>
                    <a:pt x="432" y="20"/>
                  </a:cubicBezTo>
                  <a:cubicBezTo>
                    <a:pt x="434" y="19"/>
                    <a:pt x="439" y="17"/>
                    <a:pt x="442" y="16"/>
                  </a:cubicBezTo>
                  <a:cubicBezTo>
                    <a:pt x="444" y="15"/>
                    <a:pt x="447" y="12"/>
                    <a:pt x="450" y="11"/>
                  </a:cubicBezTo>
                  <a:cubicBezTo>
                    <a:pt x="451" y="11"/>
                    <a:pt x="453" y="11"/>
                    <a:pt x="455" y="11"/>
                  </a:cubicBezTo>
                  <a:cubicBezTo>
                    <a:pt x="457" y="10"/>
                    <a:pt x="460" y="10"/>
                    <a:pt x="462" y="11"/>
                  </a:cubicBezTo>
                  <a:cubicBezTo>
                    <a:pt x="463" y="11"/>
                    <a:pt x="466" y="11"/>
                    <a:pt x="468" y="12"/>
                  </a:cubicBezTo>
                  <a:cubicBezTo>
                    <a:pt x="470" y="12"/>
                    <a:pt x="474" y="14"/>
                    <a:pt x="476" y="14"/>
                  </a:cubicBezTo>
                  <a:cubicBezTo>
                    <a:pt x="478" y="14"/>
                    <a:pt x="481" y="14"/>
                    <a:pt x="482" y="14"/>
                  </a:cubicBezTo>
                  <a:cubicBezTo>
                    <a:pt x="483" y="14"/>
                    <a:pt x="485" y="13"/>
                    <a:pt x="486" y="12"/>
                  </a:cubicBezTo>
                  <a:cubicBezTo>
                    <a:pt x="487" y="11"/>
                    <a:pt x="488" y="9"/>
                    <a:pt x="489" y="8"/>
                  </a:cubicBezTo>
                  <a:cubicBezTo>
                    <a:pt x="489" y="7"/>
                    <a:pt x="490" y="5"/>
                    <a:pt x="490" y="4"/>
                  </a:cubicBezTo>
                  <a:cubicBezTo>
                    <a:pt x="491" y="4"/>
                    <a:pt x="494" y="3"/>
                    <a:pt x="495" y="3"/>
                  </a:cubicBezTo>
                  <a:cubicBezTo>
                    <a:pt x="496" y="2"/>
                    <a:pt x="499" y="2"/>
                    <a:pt x="501" y="2"/>
                  </a:cubicBezTo>
                  <a:cubicBezTo>
                    <a:pt x="503" y="1"/>
                    <a:pt x="506" y="0"/>
                    <a:pt x="508" y="0"/>
                  </a:cubicBezTo>
                  <a:cubicBezTo>
                    <a:pt x="509" y="0"/>
                    <a:pt x="512" y="2"/>
                    <a:pt x="513" y="2"/>
                  </a:cubicBezTo>
                  <a:cubicBezTo>
                    <a:pt x="514" y="1"/>
                    <a:pt x="515" y="1"/>
                    <a:pt x="517" y="0"/>
                  </a:cubicBezTo>
                  <a:cubicBezTo>
                    <a:pt x="517" y="0"/>
                    <a:pt x="517" y="1"/>
                    <a:pt x="517" y="1"/>
                  </a:cubicBezTo>
                  <a:cubicBezTo>
                    <a:pt x="518" y="2"/>
                    <a:pt x="521" y="2"/>
                    <a:pt x="522" y="3"/>
                  </a:cubicBezTo>
                  <a:cubicBezTo>
                    <a:pt x="522" y="4"/>
                    <a:pt x="523" y="6"/>
                    <a:pt x="523" y="7"/>
                  </a:cubicBezTo>
                  <a:cubicBezTo>
                    <a:pt x="524" y="8"/>
                    <a:pt x="525" y="9"/>
                    <a:pt x="525" y="10"/>
                  </a:cubicBezTo>
                  <a:cubicBezTo>
                    <a:pt x="526" y="11"/>
                    <a:pt x="525" y="14"/>
                    <a:pt x="525" y="16"/>
                  </a:cubicBezTo>
                  <a:cubicBezTo>
                    <a:pt x="526" y="17"/>
                    <a:pt x="526" y="19"/>
                    <a:pt x="527" y="20"/>
                  </a:cubicBezTo>
                  <a:cubicBezTo>
                    <a:pt x="527" y="21"/>
                    <a:pt x="529" y="22"/>
                    <a:pt x="530" y="23"/>
                  </a:cubicBezTo>
                  <a:cubicBezTo>
                    <a:pt x="530" y="24"/>
                    <a:pt x="531" y="26"/>
                    <a:pt x="532" y="27"/>
                  </a:cubicBezTo>
                  <a:cubicBezTo>
                    <a:pt x="532" y="29"/>
                    <a:pt x="533" y="32"/>
                    <a:pt x="533" y="33"/>
                  </a:cubicBezTo>
                  <a:cubicBezTo>
                    <a:pt x="533" y="35"/>
                    <a:pt x="533" y="38"/>
                    <a:pt x="533" y="40"/>
                  </a:cubicBezTo>
                  <a:cubicBezTo>
                    <a:pt x="533" y="42"/>
                    <a:pt x="533" y="45"/>
                    <a:pt x="533" y="47"/>
                  </a:cubicBezTo>
                  <a:cubicBezTo>
                    <a:pt x="533" y="48"/>
                    <a:pt x="534" y="51"/>
                    <a:pt x="534" y="52"/>
                  </a:cubicBezTo>
                  <a:cubicBezTo>
                    <a:pt x="535" y="53"/>
                    <a:pt x="536" y="55"/>
                    <a:pt x="537" y="56"/>
                  </a:cubicBezTo>
                  <a:cubicBezTo>
                    <a:pt x="537" y="56"/>
                    <a:pt x="539" y="58"/>
                    <a:pt x="539" y="59"/>
                  </a:cubicBezTo>
                  <a:cubicBezTo>
                    <a:pt x="540" y="59"/>
                    <a:pt x="541" y="61"/>
                    <a:pt x="541" y="62"/>
                  </a:cubicBezTo>
                  <a:cubicBezTo>
                    <a:pt x="541" y="63"/>
                    <a:pt x="541" y="65"/>
                    <a:pt x="541" y="66"/>
                  </a:cubicBezTo>
                  <a:cubicBezTo>
                    <a:pt x="541" y="67"/>
                    <a:pt x="541" y="68"/>
                    <a:pt x="541" y="69"/>
                  </a:cubicBezTo>
                  <a:cubicBezTo>
                    <a:pt x="541" y="70"/>
                    <a:pt x="539" y="72"/>
                    <a:pt x="539" y="73"/>
                  </a:cubicBezTo>
                  <a:cubicBezTo>
                    <a:pt x="539" y="74"/>
                    <a:pt x="539" y="75"/>
                    <a:pt x="539" y="76"/>
                  </a:cubicBezTo>
                  <a:cubicBezTo>
                    <a:pt x="539" y="77"/>
                    <a:pt x="540" y="79"/>
                    <a:pt x="541" y="79"/>
                  </a:cubicBezTo>
                  <a:cubicBezTo>
                    <a:pt x="541" y="81"/>
                    <a:pt x="541" y="83"/>
                    <a:pt x="541" y="84"/>
                  </a:cubicBezTo>
                  <a:cubicBezTo>
                    <a:pt x="541" y="86"/>
                    <a:pt x="541" y="88"/>
                    <a:pt x="541" y="90"/>
                  </a:cubicBezTo>
                  <a:cubicBezTo>
                    <a:pt x="541" y="91"/>
                    <a:pt x="542" y="94"/>
                    <a:pt x="543" y="96"/>
                  </a:cubicBezTo>
                  <a:cubicBezTo>
                    <a:pt x="543" y="98"/>
                    <a:pt x="544" y="102"/>
                    <a:pt x="545" y="104"/>
                  </a:cubicBezTo>
                  <a:cubicBezTo>
                    <a:pt x="545" y="105"/>
                    <a:pt x="547" y="108"/>
                    <a:pt x="547" y="110"/>
                  </a:cubicBezTo>
                  <a:cubicBezTo>
                    <a:pt x="548" y="112"/>
                    <a:pt x="550" y="116"/>
                    <a:pt x="551" y="118"/>
                  </a:cubicBezTo>
                  <a:cubicBezTo>
                    <a:pt x="552" y="119"/>
                    <a:pt x="552" y="122"/>
                    <a:pt x="553" y="124"/>
                  </a:cubicBezTo>
                  <a:cubicBezTo>
                    <a:pt x="553" y="125"/>
                    <a:pt x="554" y="126"/>
                    <a:pt x="554" y="127"/>
                  </a:cubicBezTo>
                  <a:cubicBezTo>
                    <a:pt x="554" y="127"/>
                    <a:pt x="554" y="128"/>
                    <a:pt x="554" y="129"/>
                  </a:cubicBezTo>
                  <a:cubicBezTo>
                    <a:pt x="554" y="130"/>
                    <a:pt x="554" y="131"/>
                    <a:pt x="554" y="131"/>
                  </a:cubicBezTo>
                  <a:cubicBezTo>
                    <a:pt x="554" y="132"/>
                    <a:pt x="554" y="133"/>
                    <a:pt x="553" y="133"/>
                  </a:cubicBezTo>
                  <a:cubicBezTo>
                    <a:pt x="553" y="134"/>
                    <a:pt x="552" y="133"/>
                    <a:pt x="552" y="134"/>
                  </a:cubicBezTo>
                  <a:cubicBezTo>
                    <a:pt x="551" y="134"/>
                    <a:pt x="551" y="135"/>
                    <a:pt x="551" y="136"/>
                  </a:cubicBezTo>
                  <a:cubicBezTo>
                    <a:pt x="551" y="136"/>
                    <a:pt x="552" y="137"/>
                    <a:pt x="552" y="137"/>
                  </a:cubicBezTo>
                  <a:cubicBezTo>
                    <a:pt x="553" y="137"/>
                    <a:pt x="554" y="137"/>
                    <a:pt x="554" y="137"/>
                  </a:cubicBezTo>
                  <a:cubicBezTo>
                    <a:pt x="555" y="137"/>
                    <a:pt x="555" y="138"/>
                    <a:pt x="555" y="138"/>
                  </a:cubicBezTo>
                  <a:cubicBezTo>
                    <a:pt x="556" y="139"/>
                    <a:pt x="555" y="141"/>
                    <a:pt x="555" y="142"/>
                  </a:cubicBezTo>
                  <a:cubicBezTo>
                    <a:pt x="555" y="142"/>
                    <a:pt x="556" y="143"/>
                    <a:pt x="556" y="143"/>
                  </a:cubicBezTo>
                  <a:cubicBezTo>
                    <a:pt x="556" y="144"/>
                    <a:pt x="556" y="146"/>
                    <a:pt x="557" y="147"/>
                  </a:cubicBezTo>
                  <a:cubicBezTo>
                    <a:pt x="557" y="148"/>
                    <a:pt x="557" y="150"/>
                    <a:pt x="558" y="150"/>
                  </a:cubicBezTo>
                  <a:cubicBezTo>
                    <a:pt x="558" y="151"/>
                    <a:pt x="559" y="152"/>
                    <a:pt x="560" y="1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29"/>
            <p:cNvSpPr>
              <a:spLocks/>
            </p:cNvSpPr>
            <p:nvPr/>
          </p:nvSpPr>
          <p:spPr bwMode="auto">
            <a:xfrm>
              <a:off x="4156075" y="3295650"/>
              <a:ext cx="906463" cy="628650"/>
            </a:xfrm>
            <a:custGeom>
              <a:avLst/>
              <a:gdLst/>
              <a:ahLst/>
              <a:cxnLst>
                <a:cxn ang="0">
                  <a:pos x="531" y="379"/>
                </a:cxn>
                <a:cxn ang="0">
                  <a:pos x="511" y="357"/>
                </a:cxn>
                <a:cxn ang="0">
                  <a:pos x="490" y="333"/>
                </a:cxn>
                <a:cxn ang="0">
                  <a:pos x="466" y="311"/>
                </a:cxn>
                <a:cxn ang="0">
                  <a:pos x="423" y="326"/>
                </a:cxn>
                <a:cxn ang="0">
                  <a:pos x="409" y="354"/>
                </a:cxn>
                <a:cxn ang="0">
                  <a:pos x="388" y="370"/>
                </a:cxn>
                <a:cxn ang="0">
                  <a:pos x="354" y="365"/>
                </a:cxn>
                <a:cxn ang="0">
                  <a:pos x="310" y="348"/>
                </a:cxn>
                <a:cxn ang="0">
                  <a:pos x="273" y="337"/>
                </a:cxn>
                <a:cxn ang="0">
                  <a:pos x="237" y="320"/>
                </a:cxn>
                <a:cxn ang="0">
                  <a:pos x="212" y="314"/>
                </a:cxn>
                <a:cxn ang="0">
                  <a:pos x="182" y="324"/>
                </a:cxn>
                <a:cxn ang="0">
                  <a:pos x="155" y="306"/>
                </a:cxn>
                <a:cxn ang="0">
                  <a:pos x="122" y="291"/>
                </a:cxn>
                <a:cxn ang="0">
                  <a:pos x="127" y="268"/>
                </a:cxn>
                <a:cxn ang="0">
                  <a:pos x="111" y="236"/>
                </a:cxn>
                <a:cxn ang="0">
                  <a:pos x="91" y="227"/>
                </a:cxn>
                <a:cxn ang="0">
                  <a:pos x="60" y="227"/>
                </a:cxn>
                <a:cxn ang="0">
                  <a:pos x="37" y="227"/>
                </a:cxn>
                <a:cxn ang="0">
                  <a:pos x="9" y="215"/>
                </a:cxn>
                <a:cxn ang="0">
                  <a:pos x="7" y="178"/>
                </a:cxn>
                <a:cxn ang="0">
                  <a:pos x="36" y="155"/>
                </a:cxn>
                <a:cxn ang="0">
                  <a:pos x="52" y="134"/>
                </a:cxn>
                <a:cxn ang="0">
                  <a:pos x="38" y="117"/>
                </a:cxn>
                <a:cxn ang="0">
                  <a:pos x="68" y="101"/>
                </a:cxn>
                <a:cxn ang="0">
                  <a:pos x="91" y="88"/>
                </a:cxn>
                <a:cxn ang="0">
                  <a:pos x="112" y="80"/>
                </a:cxn>
                <a:cxn ang="0">
                  <a:pos x="139" y="80"/>
                </a:cxn>
                <a:cxn ang="0">
                  <a:pos x="161" y="91"/>
                </a:cxn>
                <a:cxn ang="0">
                  <a:pos x="181" y="112"/>
                </a:cxn>
                <a:cxn ang="0">
                  <a:pos x="175" y="97"/>
                </a:cxn>
                <a:cxn ang="0">
                  <a:pos x="168" y="76"/>
                </a:cxn>
                <a:cxn ang="0">
                  <a:pos x="143" y="63"/>
                </a:cxn>
                <a:cxn ang="0">
                  <a:pos x="145" y="37"/>
                </a:cxn>
                <a:cxn ang="0">
                  <a:pos x="154" y="14"/>
                </a:cxn>
                <a:cxn ang="0">
                  <a:pos x="166" y="4"/>
                </a:cxn>
                <a:cxn ang="0">
                  <a:pos x="201" y="6"/>
                </a:cxn>
                <a:cxn ang="0">
                  <a:pos x="221" y="16"/>
                </a:cxn>
                <a:cxn ang="0">
                  <a:pos x="237" y="36"/>
                </a:cxn>
                <a:cxn ang="0">
                  <a:pos x="262" y="24"/>
                </a:cxn>
                <a:cxn ang="0">
                  <a:pos x="286" y="54"/>
                </a:cxn>
                <a:cxn ang="0">
                  <a:pos x="323" y="38"/>
                </a:cxn>
                <a:cxn ang="0">
                  <a:pos x="358" y="43"/>
                </a:cxn>
                <a:cxn ang="0">
                  <a:pos x="380" y="28"/>
                </a:cxn>
                <a:cxn ang="0">
                  <a:pos x="386" y="10"/>
                </a:cxn>
                <a:cxn ang="0">
                  <a:pos x="412" y="18"/>
                </a:cxn>
                <a:cxn ang="0">
                  <a:pos x="421" y="39"/>
                </a:cxn>
                <a:cxn ang="0">
                  <a:pos x="431" y="64"/>
                </a:cxn>
                <a:cxn ang="0">
                  <a:pos x="443" y="89"/>
                </a:cxn>
                <a:cxn ang="0">
                  <a:pos x="463" y="87"/>
                </a:cxn>
                <a:cxn ang="0">
                  <a:pos x="482" y="79"/>
                </a:cxn>
                <a:cxn ang="0">
                  <a:pos x="502" y="82"/>
                </a:cxn>
                <a:cxn ang="0">
                  <a:pos x="500" y="106"/>
                </a:cxn>
                <a:cxn ang="0">
                  <a:pos x="482" y="144"/>
                </a:cxn>
                <a:cxn ang="0">
                  <a:pos x="484" y="186"/>
                </a:cxn>
                <a:cxn ang="0">
                  <a:pos x="469" y="237"/>
                </a:cxn>
                <a:cxn ang="0">
                  <a:pos x="485" y="266"/>
                </a:cxn>
                <a:cxn ang="0">
                  <a:pos x="502" y="292"/>
                </a:cxn>
                <a:cxn ang="0">
                  <a:pos x="523" y="323"/>
                </a:cxn>
                <a:cxn ang="0">
                  <a:pos x="540" y="356"/>
                </a:cxn>
              </a:cxnLst>
              <a:rect l="0" t="0" r="r" b="b"/>
              <a:pathLst>
                <a:path w="546" h="379">
                  <a:moveTo>
                    <a:pt x="545" y="366"/>
                  </a:moveTo>
                  <a:cubicBezTo>
                    <a:pt x="545" y="366"/>
                    <a:pt x="546" y="367"/>
                    <a:pt x="546" y="368"/>
                  </a:cubicBezTo>
                  <a:cubicBezTo>
                    <a:pt x="545" y="368"/>
                    <a:pt x="545" y="368"/>
                    <a:pt x="545" y="368"/>
                  </a:cubicBezTo>
                  <a:cubicBezTo>
                    <a:pt x="544" y="368"/>
                    <a:pt x="542" y="369"/>
                    <a:pt x="541" y="370"/>
                  </a:cubicBezTo>
                  <a:cubicBezTo>
                    <a:pt x="540" y="370"/>
                    <a:pt x="540" y="373"/>
                    <a:pt x="539" y="374"/>
                  </a:cubicBezTo>
                  <a:cubicBezTo>
                    <a:pt x="539" y="375"/>
                    <a:pt x="537" y="377"/>
                    <a:pt x="536" y="377"/>
                  </a:cubicBezTo>
                  <a:cubicBezTo>
                    <a:pt x="535" y="378"/>
                    <a:pt x="532" y="379"/>
                    <a:pt x="531" y="379"/>
                  </a:cubicBezTo>
                  <a:cubicBezTo>
                    <a:pt x="530" y="379"/>
                    <a:pt x="528" y="379"/>
                    <a:pt x="527" y="379"/>
                  </a:cubicBezTo>
                  <a:cubicBezTo>
                    <a:pt x="526" y="378"/>
                    <a:pt x="524" y="377"/>
                    <a:pt x="523" y="376"/>
                  </a:cubicBezTo>
                  <a:cubicBezTo>
                    <a:pt x="522" y="376"/>
                    <a:pt x="520" y="375"/>
                    <a:pt x="520" y="374"/>
                  </a:cubicBezTo>
                  <a:cubicBezTo>
                    <a:pt x="519" y="373"/>
                    <a:pt x="517" y="371"/>
                    <a:pt x="517" y="369"/>
                  </a:cubicBezTo>
                  <a:cubicBezTo>
                    <a:pt x="516" y="368"/>
                    <a:pt x="516" y="365"/>
                    <a:pt x="515" y="364"/>
                  </a:cubicBezTo>
                  <a:cubicBezTo>
                    <a:pt x="515" y="363"/>
                    <a:pt x="515" y="361"/>
                    <a:pt x="514" y="360"/>
                  </a:cubicBezTo>
                  <a:cubicBezTo>
                    <a:pt x="514" y="359"/>
                    <a:pt x="512" y="358"/>
                    <a:pt x="511" y="357"/>
                  </a:cubicBezTo>
                  <a:cubicBezTo>
                    <a:pt x="511" y="356"/>
                    <a:pt x="511" y="355"/>
                    <a:pt x="511" y="354"/>
                  </a:cubicBezTo>
                  <a:cubicBezTo>
                    <a:pt x="510" y="353"/>
                    <a:pt x="510" y="350"/>
                    <a:pt x="509" y="349"/>
                  </a:cubicBezTo>
                  <a:cubicBezTo>
                    <a:pt x="509" y="348"/>
                    <a:pt x="508" y="346"/>
                    <a:pt x="507" y="345"/>
                  </a:cubicBezTo>
                  <a:cubicBezTo>
                    <a:pt x="506" y="344"/>
                    <a:pt x="504" y="343"/>
                    <a:pt x="503" y="343"/>
                  </a:cubicBezTo>
                  <a:cubicBezTo>
                    <a:pt x="502" y="342"/>
                    <a:pt x="500" y="341"/>
                    <a:pt x="499" y="340"/>
                  </a:cubicBezTo>
                  <a:cubicBezTo>
                    <a:pt x="498" y="340"/>
                    <a:pt x="496" y="339"/>
                    <a:pt x="495" y="338"/>
                  </a:cubicBezTo>
                  <a:cubicBezTo>
                    <a:pt x="493" y="337"/>
                    <a:pt x="491" y="334"/>
                    <a:pt x="490" y="333"/>
                  </a:cubicBezTo>
                  <a:cubicBezTo>
                    <a:pt x="489" y="332"/>
                    <a:pt x="488" y="329"/>
                    <a:pt x="487" y="327"/>
                  </a:cubicBezTo>
                  <a:cubicBezTo>
                    <a:pt x="487" y="326"/>
                    <a:pt x="486" y="323"/>
                    <a:pt x="486" y="322"/>
                  </a:cubicBezTo>
                  <a:cubicBezTo>
                    <a:pt x="485" y="320"/>
                    <a:pt x="485" y="317"/>
                    <a:pt x="484" y="315"/>
                  </a:cubicBezTo>
                  <a:cubicBezTo>
                    <a:pt x="483" y="314"/>
                    <a:pt x="482" y="311"/>
                    <a:pt x="481" y="310"/>
                  </a:cubicBezTo>
                  <a:cubicBezTo>
                    <a:pt x="480" y="309"/>
                    <a:pt x="478" y="307"/>
                    <a:pt x="476" y="307"/>
                  </a:cubicBezTo>
                  <a:cubicBezTo>
                    <a:pt x="475" y="307"/>
                    <a:pt x="471" y="308"/>
                    <a:pt x="470" y="308"/>
                  </a:cubicBezTo>
                  <a:cubicBezTo>
                    <a:pt x="469" y="309"/>
                    <a:pt x="467" y="310"/>
                    <a:pt x="466" y="311"/>
                  </a:cubicBezTo>
                  <a:cubicBezTo>
                    <a:pt x="465" y="312"/>
                    <a:pt x="462" y="313"/>
                    <a:pt x="461" y="313"/>
                  </a:cubicBezTo>
                  <a:cubicBezTo>
                    <a:pt x="459" y="314"/>
                    <a:pt x="456" y="313"/>
                    <a:pt x="454" y="313"/>
                  </a:cubicBezTo>
                  <a:cubicBezTo>
                    <a:pt x="452" y="313"/>
                    <a:pt x="449" y="314"/>
                    <a:pt x="447" y="314"/>
                  </a:cubicBezTo>
                  <a:cubicBezTo>
                    <a:pt x="445" y="315"/>
                    <a:pt x="443" y="316"/>
                    <a:pt x="442" y="317"/>
                  </a:cubicBezTo>
                  <a:cubicBezTo>
                    <a:pt x="441" y="317"/>
                    <a:pt x="439" y="319"/>
                    <a:pt x="438" y="319"/>
                  </a:cubicBezTo>
                  <a:cubicBezTo>
                    <a:pt x="436" y="320"/>
                    <a:pt x="432" y="323"/>
                    <a:pt x="430" y="324"/>
                  </a:cubicBezTo>
                  <a:cubicBezTo>
                    <a:pt x="429" y="325"/>
                    <a:pt x="425" y="325"/>
                    <a:pt x="423" y="326"/>
                  </a:cubicBezTo>
                  <a:cubicBezTo>
                    <a:pt x="422" y="327"/>
                    <a:pt x="421" y="329"/>
                    <a:pt x="421" y="330"/>
                  </a:cubicBezTo>
                  <a:cubicBezTo>
                    <a:pt x="420" y="331"/>
                    <a:pt x="420" y="334"/>
                    <a:pt x="419" y="335"/>
                  </a:cubicBezTo>
                  <a:cubicBezTo>
                    <a:pt x="419" y="336"/>
                    <a:pt x="419" y="339"/>
                    <a:pt x="418" y="340"/>
                  </a:cubicBezTo>
                  <a:cubicBezTo>
                    <a:pt x="418" y="341"/>
                    <a:pt x="415" y="343"/>
                    <a:pt x="413" y="344"/>
                  </a:cubicBezTo>
                  <a:cubicBezTo>
                    <a:pt x="412" y="344"/>
                    <a:pt x="411" y="345"/>
                    <a:pt x="410" y="346"/>
                  </a:cubicBezTo>
                  <a:cubicBezTo>
                    <a:pt x="410" y="347"/>
                    <a:pt x="409" y="349"/>
                    <a:pt x="409" y="350"/>
                  </a:cubicBezTo>
                  <a:cubicBezTo>
                    <a:pt x="408" y="351"/>
                    <a:pt x="408" y="353"/>
                    <a:pt x="409" y="354"/>
                  </a:cubicBezTo>
                  <a:cubicBezTo>
                    <a:pt x="409" y="356"/>
                    <a:pt x="409" y="358"/>
                    <a:pt x="410" y="359"/>
                  </a:cubicBezTo>
                  <a:cubicBezTo>
                    <a:pt x="410" y="360"/>
                    <a:pt x="410" y="362"/>
                    <a:pt x="410" y="363"/>
                  </a:cubicBezTo>
                  <a:cubicBezTo>
                    <a:pt x="409" y="364"/>
                    <a:pt x="409" y="365"/>
                    <a:pt x="409" y="366"/>
                  </a:cubicBezTo>
                  <a:cubicBezTo>
                    <a:pt x="408" y="367"/>
                    <a:pt x="405" y="368"/>
                    <a:pt x="403" y="368"/>
                  </a:cubicBezTo>
                  <a:cubicBezTo>
                    <a:pt x="402" y="368"/>
                    <a:pt x="399" y="368"/>
                    <a:pt x="398" y="368"/>
                  </a:cubicBezTo>
                  <a:cubicBezTo>
                    <a:pt x="397" y="368"/>
                    <a:pt x="394" y="367"/>
                    <a:pt x="393" y="368"/>
                  </a:cubicBezTo>
                  <a:cubicBezTo>
                    <a:pt x="391" y="368"/>
                    <a:pt x="389" y="369"/>
                    <a:pt x="388" y="370"/>
                  </a:cubicBezTo>
                  <a:cubicBezTo>
                    <a:pt x="387" y="370"/>
                    <a:pt x="384" y="371"/>
                    <a:pt x="383" y="371"/>
                  </a:cubicBezTo>
                  <a:cubicBezTo>
                    <a:pt x="382" y="371"/>
                    <a:pt x="381" y="370"/>
                    <a:pt x="380" y="369"/>
                  </a:cubicBezTo>
                  <a:cubicBezTo>
                    <a:pt x="379" y="369"/>
                    <a:pt x="376" y="367"/>
                    <a:pt x="375" y="366"/>
                  </a:cubicBezTo>
                  <a:cubicBezTo>
                    <a:pt x="373" y="366"/>
                    <a:pt x="371" y="365"/>
                    <a:pt x="370" y="365"/>
                  </a:cubicBezTo>
                  <a:cubicBezTo>
                    <a:pt x="368" y="364"/>
                    <a:pt x="365" y="364"/>
                    <a:pt x="363" y="364"/>
                  </a:cubicBezTo>
                  <a:cubicBezTo>
                    <a:pt x="362" y="364"/>
                    <a:pt x="361" y="364"/>
                    <a:pt x="360" y="364"/>
                  </a:cubicBezTo>
                  <a:cubicBezTo>
                    <a:pt x="358" y="365"/>
                    <a:pt x="355" y="365"/>
                    <a:pt x="354" y="365"/>
                  </a:cubicBezTo>
                  <a:cubicBezTo>
                    <a:pt x="351" y="365"/>
                    <a:pt x="347" y="365"/>
                    <a:pt x="345" y="365"/>
                  </a:cubicBezTo>
                  <a:cubicBezTo>
                    <a:pt x="344" y="364"/>
                    <a:pt x="341" y="364"/>
                    <a:pt x="340" y="363"/>
                  </a:cubicBezTo>
                  <a:cubicBezTo>
                    <a:pt x="338" y="363"/>
                    <a:pt x="335" y="362"/>
                    <a:pt x="333" y="361"/>
                  </a:cubicBezTo>
                  <a:cubicBezTo>
                    <a:pt x="332" y="360"/>
                    <a:pt x="328" y="358"/>
                    <a:pt x="327" y="357"/>
                  </a:cubicBezTo>
                  <a:cubicBezTo>
                    <a:pt x="325" y="356"/>
                    <a:pt x="322" y="354"/>
                    <a:pt x="320" y="353"/>
                  </a:cubicBezTo>
                  <a:cubicBezTo>
                    <a:pt x="319" y="352"/>
                    <a:pt x="317" y="351"/>
                    <a:pt x="316" y="350"/>
                  </a:cubicBezTo>
                  <a:cubicBezTo>
                    <a:pt x="314" y="350"/>
                    <a:pt x="312" y="348"/>
                    <a:pt x="310" y="348"/>
                  </a:cubicBezTo>
                  <a:cubicBezTo>
                    <a:pt x="309" y="348"/>
                    <a:pt x="307" y="347"/>
                    <a:pt x="306" y="347"/>
                  </a:cubicBezTo>
                  <a:cubicBezTo>
                    <a:pt x="304" y="348"/>
                    <a:pt x="302" y="349"/>
                    <a:pt x="301" y="349"/>
                  </a:cubicBezTo>
                  <a:cubicBezTo>
                    <a:pt x="300" y="349"/>
                    <a:pt x="297" y="349"/>
                    <a:pt x="296" y="348"/>
                  </a:cubicBezTo>
                  <a:cubicBezTo>
                    <a:pt x="294" y="348"/>
                    <a:pt x="291" y="347"/>
                    <a:pt x="290" y="346"/>
                  </a:cubicBezTo>
                  <a:cubicBezTo>
                    <a:pt x="288" y="345"/>
                    <a:pt x="283" y="343"/>
                    <a:pt x="282" y="342"/>
                  </a:cubicBezTo>
                  <a:cubicBezTo>
                    <a:pt x="281" y="341"/>
                    <a:pt x="280" y="340"/>
                    <a:pt x="279" y="339"/>
                  </a:cubicBezTo>
                  <a:cubicBezTo>
                    <a:pt x="277" y="338"/>
                    <a:pt x="274" y="338"/>
                    <a:pt x="273" y="337"/>
                  </a:cubicBezTo>
                  <a:cubicBezTo>
                    <a:pt x="272" y="337"/>
                    <a:pt x="271" y="335"/>
                    <a:pt x="270" y="335"/>
                  </a:cubicBezTo>
                  <a:cubicBezTo>
                    <a:pt x="269" y="334"/>
                    <a:pt x="266" y="333"/>
                    <a:pt x="265" y="333"/>
                  </a:cubicBezTo>
                  <a:cubicBezTo>
                    <a:pt x="263" y="332"/>
                    <a:pt x="261" y="331"/>
                    <a:pt x="259" y="330"/>
                  </a:cubicBezTo>
                  <a:cubicBezTo>
                    <a:pt x="258" y="329"/>
                    <a:pt x="256" y="325"/>
                    <a:pt x="255" y="324"/>
                  </a:cubicBezTo>
                  <a:cubicBezTo>
                    <a:pt x="253" y="323"/>
                    <a:pt x="250" y="321"/>
                    <a:pt x="249" y="320"/>
                  </a:cubicBezTo>
                  <a:cubicBezTo>
                    <a:pt x="247" y="319"/>
                    <a:pt x="244" y="319"/>
                    <a:pt x="242" y="319"/>
                  </a:cubicBezTo>
                  <a:cubicBezTo>
                    <a:pt x="241" y="319"/>
                    <a:pt x="238" y="320"/>
                    <a:pt x="237" y="320"/>
                  </a:cubicBezTo>
                  <a:cubicBezTo>
                    <a:pt x="237" y="320"/>
                    <a:pt x="235" y="322"/>
                    <a:pt x="235" y="322"/>
                  </a:cubicBezTo>
                  <a:cubicBezTo>
                    <a:pt x="234" y="323"/>
                    <a:pt x="232" y="324"/>
                    <a:pt x="231" y="324"/>
                  </a:cubicBezTo>
                  <a:cubicBezTo>
                    <a:pt x="230" y="324"/>
                    <a:pt x="229" y="324"/>
                    <a:pt x="228" y="324"/>
                  </a:cubicBezTo>
                  <a:cubicBezTo>
                    <a:pt x="227" y="324"/>
                    <a:pt x="225" y="323"/>
                    <a:pt x="224" y="323"/>
                  </a:cubicBezTo>
                  <a:cubicBezTo>
                    <a:pt x="223" y="322"/>
                    <a:pt x="221" y="319"/>
                    <a:pt x="220" y="318"/>
                  </a:cubicBezTo>
                  <a:cubicBezTo>
                    <a:pt x="219" y="317"/>
                    <a:pt x="217" y="315"/>
                    <a:pt x="215" y="314"/>
                  </a:cubicBezTo>
                  <a:cubicBezTo>
                    <a:pt x="214" y="314"/>
                    <a:pt x="213" y="314"/>
                    <a:pt x="212" y="314"/>
                  </a:cubicBezTo>
                  <a:cubicBezTo>
                    <a:pt x="211" y="314"/>
                    <a:pt x="208" y="315"/>
                    <a:pt x="207" y="315"/>
                  </a:cubicBezTo>
                  <a:cubicBezTo>
                    <a:pt x="205" y="315"/>
                    <a:pt x="201" y="315"/>
                    <a:pt x="199" y="315"/>
                  </a:cubicBezTo>
                  <a:cubicBezTo>
                    <a:pt x="198" y="315"/>
                    <a:pt x="195" y="315"/>
                    <a:pt x="194" y="315"/>
                  </a:cubicBezTo>
                  <a:cubicBezTo>
                    <a:pt x="193" y="315"/>
                    <a:pt x="191" y="316"/>
                    <a:pt x="190" y="317"/>
                  </a:cubicBezTo>
                  <a:cubicBezTo>
                    <a:pt x="189" y="317"/>
                    <a:pt x="187" y="318"/>
                    <a:pt x="187" y="318"/>
                  </a:cubicBezTo>
                  <a:cubicBezTo>
                    <a:pt x="186" y="319"/>
                    <a:pt x="185" y="321"/>
                    <a:pt x="184" y="322"/>
                  </a:cubicBezTo>
                  <a:cubicBezTo>
                    <a:pt x="184" y="322"/>
                    <a:pt x="183" y="324"/>
                    <a:pt x="182" y="324"/>
                  </a:cubicBezTo>
                  <a:cubicBezTo>
                    <a:pt x="182" y="325"/>
                    <a:pt x="181" y="326"/>
                    <a:pt x="180" y="327"/>
                  </a:cubicBezTo>
                  <a:cubicBezTo>
                    <a:pt x="179" y="325"/>
                    <a:pt x="178" y="324"/>
                    <a:pt x="178" y="323"/>
                  </a:cubicBezTo>
                  <a:cubicBezTo>
                    <a:pt x="177" y="322"/>
                    <a:pt x="175" y="318"/>
                    <a:pt x="174" y="317"/>
                  </a:cubicBezTo>
                  <a:cubicBezTo>
                    <a:pt x="173" y="315"/>
                    <a:pt x="171" y="313"/>
                    <a:pt x="170" y="312"/>
                  </a:cubicBezTo>
                  <a:cubicBezTo>
                    <a:pt x="169" y="311"/>
                    <a:pt x="165" y="309"/>
                    <a:pt x="163" y="309"/>
                  </a:cubicBezTo>
                  <a:cubicBezTo>
                    <a:pt x="162" y="308"/>
                    <a:pt x="161" y="307"/>
                    <a:pt x="160" y="307"/>
                  </a:cubicBezTo>
                  <a:cubicBezTo>
                    <a:pt x="159" y="306"/>
                    <a:pt x="156" y="306"/>
                    <a:pt x="155" y="306"/>
                  </a:cubicBezTo>
                  <a:cubicBezTo>
                    <a:pt x="154" y="306"/>
                    <a:pt x="150" y="305"/>
                    <a:pt x="149" y="305"/>
                  </a:cubicBezTo>
                  <a:cubicBezTo>
                    <a:pt x="147" y="305"/>
                    <a:pt x="144" y="304"/>
                    <a:pt x="143" y="304"/>
                  </a:cubicBezTo>
                  <a:cubicBezTo>
                    <a:pt x="142" y="303"/>
                    <a:pt x="141" y="300"/>
                    <a:pt x="140" y="299"/>
                  </a:cubicBezTo>
                  <a:cubicBezTo>
                    <a:pt x="139" y="298"/>
                    <a:pt x="137" y="297"/>
                    <a:pt x="136" y="296"/>
                  </a:cubicBezTo>
                  <a:cubicBezTo>
                    <a:pt x="135" y="296"/>
                    <a:pt x="132" y="295"/>
                    <a:pt x="130" y="295"/>
                  </a:cubicBezTo>
                  <a:cubicBezTo>
                    <a:pt x="129" y="295"/>
                    <a:pt x="126" y="295"/>
                    <a:pt x="125" y="294"/>
                  </a:cubicBezTo>
                  <a:cubicBezTo>
                    <a:pt x="124" y="294"/>
                    <a:pt x="123" y="292"/>
                    <a:pt x="122" y="291"/>
                  </a:cubicBezTo>
                  <a:cubicBezTo>
                    <a:pt x="122" y="291"/>
                    <a:pt x="121" y="289"/>
                    <a:pt x="121" y="288"/>
                  </a:cubicBezTo>
                  <a:cubicBezTo>
                    <a:pt x="121" y="287"/>
                    <a:pt x="121" y="285"/>
                    <a:pt x="121" y="284"/>
                  </a:cubicBezTo>
                  <a:cubicBezTo>
                    <a:pt x="122" y="283"/>
                    <a:pt x="123" y="281"/>
                    <a:pt x="124" y="281"/>
                  </a:cubicBezTo>
                  <a:cubicBezTo>
                    <a:pt x="124" y="280"/>
                    <a:pt x="126" y="279"/>
                    <a:pt x="126" y="278"/>
                  </a:cubicBezTo>
                  <a:cubicBezTo>
                    <a:pt x="127" y="277"/>
                    <a:pt x="128" y="276"/>
                    <a:pt x="128" y="275"/>
                  </a:cubicBezTo>
                  <a:cubicBezTo>
                    <a:pt x="128" y="274"/>
                    <a:pt x="128" y="272"/>
                    <a:pt x="128" y="272"/>
                  </a:cubicBezTo>
                  <a:cubicBezTo>
                    <a:pt x="128" y="271"/>
                    <a:pt x="128" y="269"/>
                    <a:pt x="127" y="268"/>
                  </a:cubicBezTo>
                  <a:cubicBezTo>
                    <a:pt x="126" y="267"/>
                    <a:pt x="124" y="266"/>
                    <a:pt x="123" y="265"/>
                  </a:cubicBezTo>
                  <a:cubicBezTo>
                    <a:pt x="122" y="264"/>
                    <a:pt x="120" y="263"/>
                    <a:pt x="120" y="262"/>
                  </a:cubicBezTo>
                  <a:cubicBezTo>
                    <a:pt x="119" y="261"/>
                    <a:pt x="118" y="258"/>
                    <a:pt x="118" y="257"/>
                  </a:cubicBezTo>
                  <a:cubicBezTo>
                    <a:pt x="117" y="255"/>
                    <a:pt x="117" y="253"/>
                    <a:pt x="117" y="251"/>
                  </a:cubicBezTo>
                  <a:cubicBezTo>
                    <a:pt x="117" y="250"/>
                    <a:pt x="117" y="248"/>
                    <a:pt x="117" y="247"/>
                  </a:cubicBezTo>
                  <a:cubicBezTo>
                    <a:pt x="116" y="245"/>
                    <a:pt x="116" y="243"/>
                    <a:pt x="116" y="242"/>
                  </a:cubicBezTo>
                  <a:cubicBezTo>
                    <a:pt x="115" y="240"/>
                    <a:pt x="112" y="237"/>
                    <a:pt x="111" y="236"/>
                  </a:cubicBezTo>
                  <a:cubicBezTo>
                    <a:pt x="111" y="234"/>
                    <a:pt x="110" y="232"/>
                    <a:pt x="109" y="230"/>
                  </a:cubicBezTo>
                  <a:cubicBezTo>
                    <a:pt x="108" y="229"/>
                    <a:pt x="106" y="226"/>
                    <a:pt x="105" y="225"/>
                  </a:cubicBezTo>
                  <a:cubicBezTo>
                    <a:pt x="104" y="224"/>
                    <a:pt x="102" y="222"/>
                    <a:pt x="101" y="222"/>
                  </a:cubicBezTo>
                  <a:cubicBezTo>
                    <a:pt x="100" y="221"/>
                    <a:pt x="99" y="220"/>
                    <a:pt x="99" y="219"/>
                  </a:cubicBezTo>
                  <a:cubicBezTo>
                    <a:pt x="98" y="219"/>
                    <a:pt x="95" y="219"/>
                    <a:pt x="94" y="220"/>
                  </a:cubicBezTo>
                  <a:cubicBezTo>
                    <a:pt x="94" y="220"/>
                    <a:pt x="93" y="222"/>
                    <a:pt x="93" y="223"/>
                  </a:cubicBezTo>
                  <a:cubicBezTo>
                    <a:pt x="92" y="224"/>
                    <a:pt x="91" y="226"/>
                    <a:pt x="91" y="227"/>
                  </a:cubicBezTo>
                  <a:cubicBezTo>
                    <a:pt x="90" y="228"/>
                    <a:pt x="88" y="229"/>
                    <a:pt x="86" y="230"/>
                  </a:cubicBezTo>
                  <a:cubicBezTo>
                    <a:pt x="85" y="230"/>
                    <a:pt x="82" y="231"/>
                    <a:pt x="81" y="231"/>
                  </a:cubicBezTo>
                  <a:cubicBezTo>
                    <a:pt x="79" y="231"/>
                    <a:pt x="77" y="231"/>
                    <a:pt x="76" y="231"/>
                  </a:cubicBezTo>
                  <a:cubicBezTo>
                    <a:pt x="74" y="231"/>
                    <a:pt x="72" y="231"/>
                    <a:pt x="71" y="231"/>
                  </a:cubicBezTo>
                  <a:cubicBezTo>
                    <a:pt x="70" y="231"/>
                    <a:pt x="66" y="232"/>
                    <a:pt x="65" y="231"/>
                  </a:cubicBezTo>
                  <a:cubicBezTo>
                    <a:pt x="64" y="231"/>
                    <a:pt x="64" y="230"/>
                    <a:pt x="63" y="229"/>
                  </a:cubicBezTo>
                  <a:cubicBezTo>
                    <a:pt x="63" y="229"/>
                    <a:pt x="61" y="228"/>
                    <a:pt x="60" y="227"/>
                  </a:cubicBezTo>
                  <a:cubicBezTo>
                    <a:pt x="59" y="227"/>
                    <a:pt x="58" y="228"/>
                    <a:pt x="57" y="228"/>
                  </a:cubicBezTo>
                  <a:cubicBezTo>
                    <a:pt x="56" y="229"/>
                    <a:pt x="55" y="231"/>
                    <a:pt x="54" y="232"/>
                  </a:cubicBezTo>
                  <a:cubicBezTo>
                    <a:pt x="54" y="232"/>
                    <a:pt x="52" y="233"/>
                    <a:pt x="52" y="233"/>
                  </a:cubicBezTo>
                  <a:cubicBezTo>
                    <a:pt x="51" y="233"/>
                    <a:pt x="49" y="232"/>
                    <a:pt x="48" y="232"/>
                  </a:cubicBezTo>
                  <a:cubicBezTo>
                    <a:pt x="47" y="231"/>
                    <a:pt x="47" y="230"/>
                    <a:pt x="46" y="230"/>
                  </a:cubicBezTo>
                  <a:cubicBezTo>
                    <a:pt x="45" y="229"/>
                    <a:pt x="43" y="228"/>
                    <a:pt x="42" y="228"/>
                  </a:cubicBezTo>
                  <a:cubicBezTo>
                    <a:pt x="40" y="227"/>
                    <a:pt x="38" y="227"/>
                    <a:pt x="37" y="227"/>
                  </a:cubicBezTo>
                  <a:cubicBezTo>
                    <a:pt x="36" y="227"/>
                    <a:pt x="34" y="227"/>
                    <a:pt x="33" y="227"/>
                  </a:cubicBezTo>
                  <a:cubicBezTo>
                    <a:pt x="32" y="227"/>
                    <a:pt x="31" y="225"/>
                    <a:pt x="30" y="224"/>
                  </a:cubicBezTo>
                  <a:cubicBezTo>
                    <a:pt x="29" y="223"/>
                    <a:pt x="27" y="222"/>
                    <a:pt x="26" y="221"/>
                  </a:cubicBezTo>
                  <a:cubicBezTo>
                    <a:pt x="25" y="221"/>
                    <a:pt x="23" y="220"/>
                    <a:pt x="22" y="220"/>
                  </a:cubicBezTo>
                  <a:cubicBezTo>
                    <a:pt x="21" y="219"/>
                    <a:pt x="19" y="219"/>
                    <a:pt x="18" y="218"/>
                  </a:cubicBezTo>
                  <a:cubicBezTo>
                    <a:pt x="17" y="218"/>
                    <a:pt x="14" y="218"/>
                    <a:pt x="13" y="217"/>
                  </a:cubicBezTo>
                  <a:cubicBezTo>
                    <a:pt x="12" y="217"/>
                    <a:pt x="10" y="216"/>
                    <a:pt x="9" y="215"/>
                  </a:cubicBezTo>
                  <a:cubicBezTo>
                    <a:pt x="8" y="213"/>
                    <a:pt x="6" y="210"/>
                    <a:pt x="5" y="208"/>
                  </a:cubicBezTo>
                  <a:cubicBezTo>
                    <a:pt x="4" y="207"/>
                    <a:pt x="4" y="205"/>
                    <a:pt x="4" y="204"/>
                  </a:cubicBezTo>
                  <a:cubicBezTo>
                    <a:pt x="3" y="203"/>
                    <a:pt x="4" y="200"/>
                    <a:pt x="4" y="199"/>
                  </a:cubicBezTo>
                  <a:cubicBezTo>
                    <a:pt x="3" y="198"/>
                    <a:pt x="0" y="197"/>
                    <a:pt x="0" y="195"/>
                  </a:cubicBezTo>
                  <a:cubicBezTo>
                    <a:pt x="0" y="193"/>
                    <a:pt x="1" y="190"/>
                    <a:pt x="2" y="188"/>
                  </a:cubicBezTo>
                  <a:cubicBezTo>
                    <a:pt x="2" y="186"/>
                    <a:pt x="4" y="184"/>
                    <a:pt x="5" y="183"/>
                  </a:cubicBezTo>
                  <a:cubicBezTo>
                    <a:pt x="5" y="182"/>
                    <a:pt x="7" y="179"/>
                    <a:pt x="7" y="178"/>
                  </a:cubicBezTo>
                  <a:cubicBezTo>
                    <a:pt x="9" y="177"/>
                    <a:pt x="11" y="175"/>
                    <a:pt x="12" y="174"/>
                  </a:cubicBezTo>
                  <a:cubicBezTo>
                    <a:pt x="14" y="173"/>
                    <a:pt x="16" y="172"/>
                    <a:pt x="17" y="171"/>
                  </a:cubicBezTo>
                  <a:cubicBezTo>
                    <a:pt x="18" y="171"/>
                    <a:pt x="19" y="170"/>
                    <a:pt x="20" y="170"/>
                  </a:cubicBezTo>
                  <a:cubicBezTo>
                    <a:pt x="22" y="169"/>
                    <a:pt x="25" y="166"/>
                    <a:pt x="26" y="164"/>
                  </a:cubicBezTo>
                  <a:cubicBezTo>
                    <a:pt x="26" y="164"/>
                    <a:pt x="26" y="161"/>
                    <a:pt x="27" y="160"/>
                  </a:cubicBezTo>
                  <a:cubicBezTo>
                    <a:pt x="28" y="159"/>
                    <a:pt x="30" y="158"/>
                    <a:pt x="31" y="158"/>
                  </a:cubicBezTo>
                  <a:cubicBezTo>
                    <a:pt x="32" y="157"/>
                    <a:pt x="35" y="156"/>
                    <a:pt x="36" y="155"/>
                  </a:cubicBezTo>
                  <a:cubicBezTo>
                    <a:pt x="37" y="155"/>
                    <a:pt x="39" y="154"/>
                    <a:pt x="40" y="154"/>
                  </a:cubicBezTo>
                  <a:cubicBezTo>
                    <a:pt x="41" y="153"/>
                    <a:pt x="43" y="152"/>
                    <a:pt x="44" y="151"/>
                  </a:cubicBezTo>
                  <a:cubicBezTo>
                    <a:pt x="45" y="151"/>
                    <a:pt x="47" y="149"/>
                    <a:pt x="48" y="148"/>
                  </a:cubicBezTo>
                  <a:cubicBezTo>
                    <a:pt x="49" y="148"/>
                    <a:pt x="50" y="146"/>
                    <a:pt x="50" y="145"/>
                  </a:cubicBezTo>
                  <a:cubicBezTo>
                    <a:pt x="50" y="144"/>
                    <a:pt x="51" y="143"/>
                    <a:pt x="51" y="142"/>
                  </a:cubicBezTo>
                  <a:cubicBezTo>
                    <a:pt x="51" y="141"/>
                    <a:pt x="51" y="139"/>
                    <a:pt x="51" y="138"/>
                  </a:cubicBezTo>
                  <a:cubicBezTo>
                    <a:pt x="51" y="137"/>
                    <a:pt x="51" y="135"/>
                    <a:pt x="52" y="134"/>
                  </a:cubicBezTo>
                  <a:cubicBezTo>
                    <a:pt x="52" y="134"/>
                    <a:pt x="53" y="132"/>
                    <a:pt x="53" y="131"/>
                  </a:cubicBezTo>
                  <a:cubicBezTo>
                    <a:pt x="53" y="130"/>
                    <a:pt x="54" y="129"/>
                    <a:pt x="53" y="128"/>
                  </a:cubicBezTo>
                  <a:cubicBezTo>
                    <a:pt x="53" y="127"/>
                    <a:pt x="51" y="126"/>
                    <a:pt x="50" y="125"/>
                  </a:cubicBezTo>
                  <a:cubicBezTo>
                    <a:pt x="49" y="125"/>
                    <a:pt x="46" y="124"/>
                    <a:pt x="45" y="124"/>
                  </a:cubicBezTo>
                  <a:cubicBezTo>
                    <a:pt x="44" y="124"/>
                    <a:pt x="42" y="123"/>
                    <a:pt x="41" y="123"/>
                  </a:cubicBezTo>
                  <a:cubicBezTo>
                    <a:pt x="40" y="122"/>
                    <a:pt x="38" y="121"/>
                    <a:pt x="37" y="121"/>
                  </a:cubicBezTo>
                  <a:cubicBezTo>
                    <a:pt x="37" y="120"/>
                    <a:pt x="38" y="118"/>
                    <a:pt x="38" y="117"/>
                  </a:cubicBezTo>
                  <a:cubicBezTo>
                    <a:pt x="39" y="116"/>
                    <a:pt x="41" y="113"/>
                    <a:pt x="42" y="112"/>
                  </a:cubicBezTo>
                  <a:cubicBezTo>
                    <a:pt x="43" y="112"/>
                    <a:pt x="45" y="111"/>
                    <a:pt x="46" y="111"/>
                  </a:cubicBezTo>
                  <a:cubicBezTo>
                    <a:pt x="47" y="110"/>
                    <a:pt x="47" y="108"/>
                    <a:pt x="48" y="107"/>
                  </a:cubicBezTo>
                  <a:cubicBezTo>
                    <a:pt x="49" y="106"/>
                    <a:pt x="51" y="104"/>
                    <a:pt x="52" y="103"/>
                  </a:cubicBezTo>
                  <a:cubicBezTo>
                    <a:pt x="54" y="102"/>
                    <a:pt x="56" y="100"/>
                    <a:pt x="57" y="100"/>
                  </a:cubicBezTo>
                  <a:cubicBezTo>
                    <a:pt x="59" y="99"/>
                    <a:pt x="61" y="100"/>
                    <a:pt x="62" y="100"/>
                  </a:cubicBezTo>
                  <a:cubicBezTo>
                    <a:pt x="64" y="100"/>
                    <a:pt x="67" y="101"/>
                    <a:pt x="68" y="101"/>
                  </a:cubicBezTo>
                  <a:cubicBezTo>
                    <a:pt x="69" y="101"/>
                    <a:pt x="71" y="100"/>
                    <a:pt x="72" y="99"/>
                  </a:cubicBezTo>
                  <a:cubicBezTo>
                    <a:pt x="73" y="99"/>
                    <a:pt x="75" y="96"/>
                    <a:pt x="76" y="95"/>
                  </a:cubicBezTo>
                  <a:cubicBezTo>
                    <a:pt x="77" y="94"/>
                    <a:pt x="77" y="91"/>
                    <a:pt x="77" y="90"/>
                  </a:cubicBezTo>
                  <a:cubicBezTo>
                    <a:pt x="78" y="89"/>
                    <a:pt x="79" y="88"/>
                    <a:pt x="79" y="87"/>
                  </a:cubicBezTo>
                  <a:cubicBezTo>
                    <a:pt x="80" y="87"/>
                    <a:pt x="82" y="86"/>
                    <a:pt x="83" y="86"/>
                  </a:cubicBezTo>
                  <a:cubicBezTo>
                    <a:pt x="84" y="86"/>
                    <a:pt x="86" y="88"/>
                    <a:pt x="87" y="88"/>
                  </a:cubicBezTo>
                  <a:cubicBezTo>
                    <a:pt x="88" y="88"/>
                    <a:pt x="90" y="88"/>
                    <a:pt x="91" y="88"/>
                  </a:cubicBezTo>
                  <a:cubicBezTo>
                    <a:pt x="92" y="87"/>
                    <a:pt x="94" y="86"/>
                    <a:pt x="95" y="85"/>
                  </a:cubicBezTo>
                  <a:cubicBezTo>
                    <a:pt x="96" y="84"/>
                    <a:pt x="96" y="82"/>
                    <a:pt x="97" y="81"/>
                  </a:cubicBezTo>
                  <a:cubicBezTo>
                    <a:pt x="97" y="80"/>
                    <a:pt x="98" y="79"/>
                    <a:pt x="98" y="78"/>
                  </a:cubicBezTo>
                  <a:cubicBezTo>
                    <a:pt x="99" y="78"/>
                    <a:pt x="100" y="77"/>
                    <a:pt x="101" y="77"/>
                  </a:cubicBezTo>
                  <a:cubicBezTo>
                    <a:pt x="102" y="77"/>
                    <a:pt x="104" y="77"/>
                    <a:pt x="105" y="77"/>
                  </a:cubicBezTo>
                  <a:cubicBezTo>
                    <a:pt x="106" y="77"/>
                    <a:pt x="108" y="79"/>
                    <a:pt x="109" y="79"/>
                  </a:cubicBezTo>
                  <a:cubicBezTo>
                    <a:pt x="110" y="79"/>
                    <a:pt x="111" y="80"/>
                    <a:pt x="112" y="80"/>
                  </a:cubicBezTo>
                  <a:cubicBezTo>
                    <a:pt x="113" y="80"/>
                    <a:pt x="113" y="78"/>
                    <a:pt x="114" y="78"/>
                  </a:cubicBezTo>
                  <a:cubicBezTo>
                    <a:pt x="115" y="77"/>
                    <a:pt x="117" y="77"/>
                    <a:pt x="118" y="76"/>
                  </a:cubicBezTo>
                  <a:cubicBezTo>
                    <a:pt x="119" y="76"/>
                    <a:pt x="120" y="74"/>
                    <a:pt x="121" y="74"/>
                  </a:cubicBezTo>
                  <a:cubicBezTo>
                    <a:pt x="123" y="73"/>
                    <a:pt x="126" y="73"/>
                    <a:pt x="127" y="73"/>
                  </a:cubicBezTo>
                  <a:cubicBezTo>
                    <a:pt x="128" y="73"/>
                    <a:pt x="129" y="73"/>
                    <a:pt x="129" y="74"/>
                  </a:cubicBezTo>
                  <a:cubicBezTo>
                    <a:pt x="131" y="74"/>
                    <a:pt x="133" y="77"/>
                    <a:pt x="135" y="78"/>
                  </a:cubicBezTo>
                  <a:cubicBezTo>
                    <a:pt x="136" y="78"/>
                    <a:pt x="138" y="79"/>
                    <a:pt x="139" y="80"/>
                  </a:cubicBezTo>
                  <a:cubicBezTo>
                    <a:pt x="140" y="81"/>
                    <a:pt x="142" y="83"/>
                    <a:pt x="143" y="84"/>
                  </a:cubicBezTo>
                  <a:cubicBezTo>
                    <a:pt x="144" y="86"/>
                    <a:pt x="144" y="88"/>
                    <a:pt x="145" y="89"/>
                  </a:cubicBezTo>
                  <a:cubicBezTo>
                    <a:pt x="146" y="90"/>
                    <a:pt x="148" y="92"/>
                    <a:pt x="149" y="92"/>
                  </a:cubicBezTo>
                  <a:cubicBezTo>
                    <a:pt x="150" y="92"/>
                    <a:pt x="152" y="92"/>
                    <a:pt x="153" y="92"/>
                  </a:cubicBezTo>
                  <a:cubicBezTo>
                    <a:pt x="153" y="91"/>
                    <a:pt x="153" y="89"/>
                    <a:pt x="153" y="89"/>
                  </a:cubicBezTo>
                  <a:cubicBezTo>
                    <a:pt x="154" y="88"/>
                    <a:pt x="156" y="88"/>
                    <a:pt x="157" y="89"/>
                  </a:cubicBezTo>
                  <a:cubicBezTo>
                    <a:pt x="158" y="89"/>
                    <a:pt x="160" y="90"/>
                    <a:pt x="161" y="91"/>
                  </a:cubicBezTo>
                  <a:cubicBezTo>
                    <a:pt x="162" y="91"/>
                    <a:pt x="163" y="93"/>
                    <a:pt x="163" y="94"/>
                  </a:cubicBezTo>
                  <a:cubicBezTo>
                    <a:pt x="164" y="95"/>
                    <a:pt x="164" y="97"/>
                    <a:pt x="165" y="98"/>
                  </a:cubicBezTo>
                  <a:cubicBezTo>
                    <a:pt x="166" y="99"/>
                    <a:pt x="168" y="99"/>
                    <a:pt x="169" y="100"/>
                  </a:cubicBezTo>
                  <a:cubicBezTo>
                    <a:pt x="169" y="100"/>
                    <a:pt x="170" y="101"/>
                    <a:pt x="170" y="102"/>
                  </a:cubicBezTo>
                  <a:cubicBezTo>
                    <a:pt x="170" y="103"/>
                    <a:pt x="171" y="104"/>
                    <a:pt x="172" y="105"/>
                  </a:cubicBezTo>
                  <a:cubicBezTo>
                    <a:pt x="173" y="106"/>
                    <a:pt x="174" y="109"/>
                    <a:pt x="175" y="110"/>
                  </a:cubicBezTo>
                  <a:cubicBezTo>
                    <a:pt x="176" y="111"/>
                    <a:pt x="179" y="112"/>
                    <a:pt x="181" y="112"/>
                  </a:cubicBezTo>
                  <a:cubicBezTo>
                    <a:pt x="181" y="111"/>
                    <a:pt x="182" y="110"/>
                    <a:pt x="183" y="109"/>
                  </a:cubicBezTo>
                  <a:cubicBezTo>
                    <a:pt x="183" y="109"/>
                    <a:pt x="183" y="107"/>
                    <a:pt x="183" y="106"/>
                  </a:cubicBezTo>
                  <a:cubicBezTo>
                    <a:pt x="183" y="105"/>
                    <a:pt x="182" y="104"/>
                    <a:pt x="182" y="103"/>
                  </a:cubicBezTo>
                  <a:cubicBezTo>
                    <a:pt x="182" y="102"/>
                    <a:pt x="182" y="101"/>
                    <a:pt x="182" y="101"/>
                  </a:cubicBezTo>
                  <a:cubicBezTo>
                    <a:pt x="182" y="100"/>
                    <a:pt x="182" y="98"/>
                    <a:pt x="181" y="98"/>
                  </a:cubicBezTo>
                  <a:cubicBezTo>
                    <a:pt x="181" y="97"/>
                    <a:pt x="179" y="98"/>
                    <a:pt x="178" y="97"/>
                  </a:cubicBezTo>
                  <a:cubicBezTo>
                    <a:pt x="177" y="97"/>
                    <a:pt x="176" y="97"/>
                    <a:pt x="175" y="97"/>
                  </a:cubicBezTo>
                  <a:cubicBezTo>
                    <a:pt x="175" y="96"/>
                    <a:pt x="174" y="95"/>
                    <a:pt x="174" y="95"/>
                  </a:cubicBezTo>
                  <a:cubicBezTo>
                    <a:pt x="173" y="94"/>
                    <a:pt x="173" y="92"/>
                    <a:pt x="172" y="92"/>
                  </a:cubicBezTo>
                  <a:cubicBezTo>
                    <a:pt x="172" y="91"/>
                    <a:pt x="170" y="91"/>
                    <a:pt x="170" y="90"/>
                  </a:cubicBezTo>
                  <a:cubicBezTo>
                    <a:pt x="169" y="90"/>
                    <a:pt x="169" y="89"/>
                    <a:pt x="168" y="88"/>
                  </a:cubicBezTo>
                  <a:cubicBezTo>
                    <a:pt x="168" y="87"/>
                    <a:pt x="167" y="85"/>
                    <a:pt x="167" y="84"/>
                  </a:cubicBezTo>
                  <a:cubicBezTo>
                    <a:pt x="167" y="83"/>
                    <a:pt x="168" y="81"/>
                    <a:pt x="168" y="80"/>
                  </a:cubicBezTo>
                  <a:cubicBezTo>
                    <a:pt x="168" y="79"/>
                    <a:pt x="168" y="77"/>
                    <a:pt x="168" y="76"/>
                  </a:cubicBezTo>
                  <a:cubicBezTo>
                    <a:pt x="168" y="75"/>
                    <a:pt x="168" y="74"/>
                    <a:pt x="168" y="73"/>
                  </a:cubicBezTo>
                  <a:cubicBezTo>
                    <a:pt x="168" y="72"/>
                    <a:pt x="167" y="70"/>
                    <a:pt x="166" y="69"/>
                  </a:cubicBezTo>
                  <a:cubicBezTo>
                    <a:pt x="165" y="69"/>
                    <a:pt x="163" y="70"/>
                    <a:pt x="162" y="69"/>
                  </a:cubicBezTo>
                  <a:cubicBezTo>
                    <a:pt x="160" y="69"/>
                    <a:pt x="158" y="69"/>
                    <a:pt x="157" y="68"/>
                  </a:cubicBezTo>
                  <a:cubicBezTo>
                    <a:pt x="156" y="68"/>
                    <a:pt x="153" y="67"/>
                    <a:pt x="152" y="66"/>
                  </a:cubicBezTo>
                  <a:cubicBezTo>
                    <a:pt x="151" y="65"/>
                    <a:pt x="149" y="64"/>
                    <a:pt x="148" y="64"/>
                  </a:cubicBezTo>
                  <a:cubicBezTo>
                    <a:pt x="147" y="63"/>
                    <a:pt x="144" y="63"/>
                    <a:pt x="143" y="63"/>
                  </a:cubicBezTo>
                  <a:cubicBezTo>
                    <a:pt x="142" y="62"/>
                    <a:pt x="140" y="61"/>
                    <a:pt x="139" y="60"/>
                  </a:cubicBezTo>
                  <a:cubicBezTo>
                    <a:pt x="139" y="60"/>
                    <a:pt x="137" y="58"/>
                    <a:pt x="137" y="57"/>
                  </a:cubicBezTo>
                  <a:cubicBezTo>
                    <a:pt x="136" y="56"/>
                    <a:pt x="136" y="54"/>
                    <a:pt x="136" y="53"/>
                  </a:cubicBezTo>
                  <a:cubicBezTo>
                    <a:pt x="136" y="51"/>
                    <a:pt x="137" y="49"/>
                    <a:pt x="138" y="49"/>
                  </a:cubicBezTo>
                  <a:cubicBezTo>
                    <a:pt x="138" y="48"/>
                    <a:pt x="141" y="47"/>
                    <a:pt x="141" y="47"/>
                  </a:cubicBezTo>
                  <a:cubicBezTo>
                    <a:pt x="142" y="46"/>
                    <a:pt x="144" y="44"/>
                    <a:pt x="145" y="42"/>
                  </a:cubicBezTo>
                  <a:cubicBezTo>
                    <a:pt x="145" y="41"/>
                    <a:pt x="145" y="38"/>
                    <a:pt x="145" y="37"/>
                  </a:cubicBezTo>
                  <a:cubicBezTo>
                    <a:pt x="145" y="36"/>
                    <a:pt x="145" y="33"/>
                    <a:pt x="146" y="32"/>
                  </a:cubicBezTo>
                  <a:cubicBezTo>
                    <a:pt x="146" y="31"/>
                    <a:pt x="145" y="28"/>
                    <a:pt x="146" y="26"/>
                  </a:cubicBezTo>
                  <a:cubicBezTo>
                    <a:pt x="146" y="25"/>
                    <a:pt x="146" y="23"/>
                    <a:pt x="147" y="22"/>
                  </a:cubicBezTo>
                  <a:cubicBezTo>
                    <a:pt x="147" y="22"/>
                    <a:pt x="149" y="21"/>
                    <a:pt x="150" y="21"/>
                  </a:cubicBezTo>
                  <a:cubicBezTo>
                    <a:pt x="151" y="20"/>
                    <a:pt x="153" y="20"/>
                    <a:pt x="153" y="20"/>
                  </a:cubicBezTo>
                  <a:cubicBezTo>
                    <a:pt x="154" y="19"/>
                    <a:pt x="155" y="18"/>
                    <a:pt x="155" y="17"/>
                  </a:cubicBezTo>
                  <a:cubicBezTo>
                    <a:pt x="155" y="17"/>
                    <a:pt x="155" y="15"/>
                    <a:pt x="154" y="14"/>
                  </a:cubicBezTo>
                  <a:cubicBezTo>
                    <a:pt x="153" y="13"/>
                    <a:pt x="150" y="13"/>
                    <a:pt x="149" y="13"/>
                  </a:cubicBezTo>
                  <a:cubicBezTo>
                    <a:pt x="149" y="12"/>
                    <a:pt x="149" y="11"/>
                    <a:pt x="149" y="11"/>
                  </a:cubicBezTo>
                  <a:cubicBezTo>
                    <a:pt x="149" y="11"/>
                    <a:pt x="150" y="10"/>
                    <a:pt x="150" y="10"/>
                  </a:cubicBezTo>
                  <a:cubicBezTo>
                    <a:pt x="151" y="10"/>
                    <a:pt x="153" y="9"/>
                    <a:pt x="154" y="9"/>
                  </a:cubicBezTo>
                  <a:cubicBezTo>
                    <a:pt x="155" y="9"/>
                    <a:pt x="157" y="10"/>
                    <a:pt x="158" y="9"/>
                  </a:cubicBezTo>
                  <a:cubicBezTo>
                    <a:pt x="159" y="9"/>
                    <a:pt x="160" y="7"/>
                    <a:pt x="160" y="7"/>
                  </a:cubicBezTo>
                  <a:cubicBezTo>
                    <a:pt x="161" y="6"/>
                    <a:pt x="164" y="5"/>
                    <a:pt x="166" y="4"/>
                  </a:cubicBezTo>
                  <a:cubicBezTo>
                    <a:pt x="167" y="3"/>
                    <a:pt x="171" y="3"/>
                    <a:pt x="173" y="2"/>
                  </a:cubicBezTo>
                  <a:cubicBezTo>
                    <a:pt x="174" y="2"/>
                    <a:pt x="176" y="1"/>
                    <a:pt x="178" y="1"/>
                  </a:cubicBezTo>
                  <a:cubicBezTo>
                    <a:pt x="180" y="0"/>
                    <a:pt x="186" y="1"/>
                    <a:pt x="188" y="1"/>
                  </a:cubicBezTo>
                  <a:cubicBezTo>
                    <a:pt x="190" y="1"/>
                    <a:pt x="193" y="1"/>
                    <a:pt x="194" y="1"/>
                  </a:cubicBezTo>
                  <a:cubicBezTo>
                    <a:pt x="195" y="1"/>
                    <a:pt x="196" y="2"/>
                    <a:pt x="197" y="2"/>
                  </a:cubicBezTo>
                  <a:cubicBezTo>
                    <a:pt x="197" y="3"/>
                    <a:pt x="198" y="4"/>
                    <a:pt x="199" y="5"/>
                  </a:cubicBezTo>
                  <a:cubicBezTo>
                    <a:pt x="199" y="5"/>
                    <a:pt x="200" y="6"/>
                    <a:pt x="201" y="6"/>
                  </a:cubicBezTo>
                  <a:cubicBezTo>
                    <a:pt x="201" y="6"/>
                    <a:pt x="202" y="4"/>
                    <a:pt x="203" y="4"/>
                  </a:cubicBezTo>
                  <a:cubicBezTo>
                    <a:pt x="203" y="3"/>
                    <a:pt x="204" y="4"/>
                    <a:pt x="205" y="4"/>
                  </a:cubicBezTo>
                  <a:cubicBezTo>
                    <a:pt x="206" y="4"/>
                    <a:pt x="208" y="5"/>
                    <a:pt x="209" y="5"/>
                  </a:cubicBezTo>
                  <a:cubicBezTo>
                    <a:pt x="210" y="5"/>
                    <a:pt x="212" y="6"/>
                    <a:pt x="213" y="7"/>
                  </a:cubicBezTo>
                  <a:cubicBezTo>
                    <a:pt x="214" y="7"/>
                    <a:pt x="215" y="9"/>
                    <a:pt x="216" y="10"/>
                  </a:cubicBezTo>
                  <a:cubicBezTo>
                    <a:pt x="216" y="11"/>
                    <a:pt x="218" y="13"/>
                    <a:pt x="219" y="14"/>
                  </a:cubicBezTo>
                  <a:cubicBezTo>
                    <a:pt x="219" y="14"/>
                    <a:pt x="220" y="16"/>
                    <a:pt x="221" y="16"/>
                  </a:cubicBezTo>
                  <a:cubicBezTo>
                    <a:pt x="222" y="17"/>
                    <a:pt x="224" y="17"/>
                    <a:pt x="225" y="18"/>
                  </a:cubicBezTo>
                  <a:cubicBezTo>
                    <a:pt x="226" y="18"/>
                    <a:pt x="227" y="20"/>
                    <a:pt x="227" y="21"/>
                  </a:cubicBezTo>
                  <a:cubicBezTo>
                    <a:pt x="228" y="22"/>
                    <a:pt x="228" y="25"/>
                    <a:pt x="228" y="26"/>
                  </a:cubicBezTo>
                  <a:cubicBezTo>
                    <a:pt x="228" y="28"/>
                    <a:pt x="228" y="30"/>
                    <a:pt x="228" y="32"/>
                  </a:cubicBezTo>
                  <a:cubicBezTo>
                    <a:pt x="228" y="33"/>
                    <a:pt x="229" y="35"/>
                    <a:pt x="229" y="36"/>
                  </a:cubicBezTo>
                  <a:cubicBezTo>
                    <a:pt x="230" y="37"/>
                    <a:pt x="233" y="38"/>
                    <a:pt x="234" y="38"/>
                  </a:cubicBezTo>
                  <a:cubicBezTo>
                    <a:pt x="235" y="37"/>
                    <a:pt x="236" y="36"/>
                    <a:pt x="237" y="36"/>
                  </a:cubicBezTo>
                  <a:cubicBezTo>
                    <a:pt x="237" y="35"/>
                    <a:pt x="238" y="33"/>
                    <a:pt x="238" y="33"/>
                  </a:cubicBezTo>
                  <a:cubicBezTo>
                    <a:pt x="239" y="32"/>
                    <a:pt x="241" y="31"/>
                    <a:pt x="241" y="31"/>
                  </a:cubicBezTo>
                  <a:cubicBezTo>
                    <a:pt x="242" y="30"/>
                    <a:pt x="244" y="28"/>
                    <a:pt x="245" y="28"/>
                  </a:cubicBezTo>
                  <a:cubicBezTo>
                    <a:pt x="246" y="27"/>
                    <a:pt x="248" y="27"/>
                    <a:pt x="249" y="27"/>
                  </a:cubicBezTo>
                  <a:cubicBezTo>
                    <a:pt x="250" y="26"/>
                    <a:pt x="251" y="24"/>
                    <a:pt x="252" y="24"/>
                  </a:cubicBezTo>
                  <a:cubicBezTo>
                    <a:pt x="253" y="23"/>
                    <a:pt x="254" y="22"/>
                    <a:pt x="255" y="22"/>
                  </a:cubicBezTo>
                  <a:cubicBezTo>
                    <a:pt x="257" y="22"/>
                    <a:pt x="261" y="23"/>
                    <a:pt x="262" y="24"/>
                  </a:cubicBezTo>
                  <a:cubicBezTo>
                    <a:pt x="263" y="25"/>
                    <a:pt x="264" y="27"/>
                    <a:pt x="264" y="29"/>
                  </a:cubicBezTo>
                  <a:cubicBezTo>
                    <a:pt x="265" y="29"/>
                    <a:pt x="267" y="31"/>
                    <a:pt x="268" y="32"/>
                  </a:cubicBezTo>
                  <a:cubicBezTo>
                    <a:pt x="269" y="33"/>
                    <a:pt x="270" y="36"/>
                    <a:pt x="270" y="38"/>
                  </a:cubicBezTo>
                  <a:cubicBezTo>
                    <a:pt x="271" y="39"/>
                    <a:pt x="272" y="41"/>
                    <a:pt x="272" y="42"/>
                  </a:cubicBezTo>
                  <a:cubicBezTo>
                    <a:pt x="273" y="44"/>
                    <a:pt x="276" y="46"/>
                    <a:pt x="277" y="48"/>
                  </a:cubicBezTo>
                  <a:cubicBezTo>
                    <a:pt x="278" y="49"/>
                    <a:pt x="280" y="52"/>
                    <a:pt x="281" y="52"/>
                  </a:cubicBezTo>
                  <a:cubicBezTo>
                    <a:pt x="282" y="53"/>
                    <a:pt x="285" y="54"/>
                    <a:pt x="286" y="54"/>
                  </a:cubicBezTo>
                  <a:cubicBezTo>
                    <a:pt x="289" y="55"/>
                    <a:pt x="295" y="54"/>
                    <a:pt x="298" y="54"/>
                  </a:cubicBezTo>
                  <a:cubicBezTo>
                    <a:pt x="299" y="54"/>
                    <a:pt x="303" y="54"/>
                    <a:pt x="305" y="54"/>
                  </a:cubicBezTo>
                  <a:cubicBezTo>
                    <a:pt x="307" y="53"/>
                    <a:pt x="311" y="53"/>
                    <a:pt x="313" y="52"/>
                  </a:cubicBezTo>
                  <a:cubicBezTo>
                    <a:pt x="314" y="52"/>
                    <a:pt x="316" y="50"/>
                    <a:pt x="317" y="48"/>
                  </a:cubicBezTo>
                  <a:cubicBezTo>
                    <a:pt x="318" y="48"/>
                    <a:pt x="319" y="46"/>
                    <a:pt x="319" y="45"/>
                  </a:cubicBezTo>
                  <a:cubicBezTo>
                    <a:pt x="320" y="44"/>
                    <a:pt x="321" y="42"/>
                    <a:pt x="321" y="41"/>
                  </a:cubicBezTo>
                  <a:cubicBezTo>
                    <a:pt x="322" y="40"/>
                    <a:pt x="322" y="38"/>
                    <a:pt x="323" y="38"/>
                  </a:cubicBezTo>
                  <a:cubicBezTo>
                    <a:pt x="324" y="37"/>
                    <a:pt x="327" y="39"/>
                    <a:pt x="328" y="40"/>
                  </a:cubicBezTo>
                  <a:cubicBezTo>
                    <a:pt x="329" y="40"/>
                    <a:pt x="331" y="42"/>
                    <a:pt x="333" y="42"/>
                  </a:cubicBezTo>
                  <a:cubicBezTo>
                    <a:pt x="334" y="43"/>
                    <a:pt x="336" y="43"/>
                    <a:pt x="338" y="43"/>
                  </a:cubicBezTo>
                  <a:cubicBezTo>
                    <a:pt x="339" y="43"/>
                    <a:pt x="342" y="43"/>
                    <a:pt x="343" y="43"/>
                  </a:cubicBezTo>
                  <a:cubicBezTo>
                    <a:pt x="345" y="43"/>
                    <a:pt x="348" y="45"/>
                    <a:pt x="350" y="45"/>
                  </a:cubicBezTo>
                  <a:cubicBezTo>
                    <a:pt x="351" y="45"/>
                    <a:pt x="354" y="45"/>
                    <a:pt x="355" y="45"/>
                  </a:cubicBezTo>
                  <a:cubicBezTo>
                    <a:pt x="356" y="44"/>
                    <a:pt x="357" y="43"/>
                    <a:pt x="358" y="43"/>
                  </a:cubicBezTo>
                  <a:cubicBezTo>
                    <a:pt x="358" y="42"/>
                    <a:pt x="358" y="40"/>
                    <a:pt x="358" y="39"/>
                  </a:cubicBezTo>
                  <a:cubicBezTo>
                    <a:pt x="359" y="39"/>
                    <a:pt x="359" y="37"/>
                    <a:pt x="360" y="36"/>
                  </a:cubicBezTo>
                  <a:cubicBezTo>
                    <a:pt x="360" y="35"/>
                    <a:pt x="361" y="34"/>
                    <a:pt x="362" y="33"/>
                  </a:cubicBezTo>
                  <a:cubicBezTo>
                    <a:pt x="363" y="32"/>
                    <a:pt x="364" y="32"/>
                    <a:pt x="365" y="31"/>
                  </a:cubicBezTo>
                  <a:cubicBezTo>
                    <a:pt x="366" y="31"/>
                    <a:pt x="368" y="30"/>
                    <a:pt x="369" y="30"/>
                  </a:cubicBezTo>
                  <a:cubicBezTo>
                    <a:pt x="370" y="30"/>
                    <a:pt x="372" y="30"/>
                    <a:pt x="373" y="30"/>
                  </a:cubicBezTo>
                  <a:cubicBezTo>
                    <a:pt x="375" y="30"/>
                    <a:pt x="378" y="29"/>
                    <a:pt x="380" y="28"/>
                  </a:cubicBezTo>
                  <a:cubicBezTo>
                    <a:pt x="381" y="28"/>
                    <a:pt x="382" y="27"/>
                    <a:pt x="383" y="27"/>
                  </a:cubicBezTo>
                  <a:cubicBezTo>
                    <a:pt x="384" y="27"/>
                    <a:pt x="386" y="26"/>
                    <a:pt x="386" y="25"/>
                  </a:cubicBezTo>
                  <a:cubicBezTo>
                    <a:pt x="387" y="25"/>
                    <a:pt x="387" y="23"/>
                    <a:pt x="387" y="23"/>
                  </a:cubicBezTo>
                  <a:cubicBezTo>
                    <a:pt x="387" y="22"/>
                    <a:pt x="387" y="20"/>
                    <a:pt x="386" y="19"/>
                  </a:cubicBezTo>
                  <a:cubicBezTo>
                    <a:pt x="386" y="18"/>
                    <a:pt x="384" y="17"/>
                    <a:pt x="384" y="16"/>
                  </a:cubicBezTo>
                  <a:cubicBezTo>
                    <a:pt x="384" y="15"/>
                    <a:pt x="384" y="14"/>
                    <a:pt x="384" y="13"/>
                  </a:cubicBezTo>
                  <a:cubicBezTo>
                    <a:pt x="384" y="12"/>
                    <a:pt x="385" y="11"/>
                    <a:pt x="386" y="10"/>
                  </a:cubicBezTo>
                  <a:cubicBezTo>
                    <a:pt x="387" y="10"/>
                    <a:pt x="389" y="9"/>
                    <a:pt x="391" y="9"/>
                  </a:cubicBezTo>
                  <a:cubicBezTo>
                    <a:pt x="391" y="9"/>
                    <a:pt x="393" y="10"/>
                    <a:pt x="394" y="10"/>
                  </a:cubicBezTo>
                  <a:cubicBezTo>
                    <a:pt x="395" y="10"/>
                    <a:pt x="397" y="11"/>
                    <a:pt x="398" y="12"/>
                  </a:cubicBezTo>
                  <a:cubicBezTo>
                    <a:pt x="399" y="13"/>
                    <a:pt x="400" y="15"/>
                    <a:pt x="400" y="15"/>
                  </a:cubicBezTo>
                  <a:cubicBezTo>
                    <a:pt x="401" y="16"/>
                    <a:pt x="403" y="16"/>
                    <a:pt x="404" y="17"/>
                  </a:cubicBezTo>
                  <a:cubicBezTo>
                    <a:pt x="405" y="17"/>
                    <a:pt x="407" y="16"/>
                    <a:pt x="408" y="17"/>
                  </a:cubicBezTo>
                  <a:cubicBezTo>
                    <a:pt x="409" y="17"/>
                    <a:pt x="411" y="17"/>
                    <a:pt x="412" y="18"/>
                  </a:cubicBezTo>
                  <a:cubicBezTo>
                    <a:pt x="412" y="19"/>
                    <a:pt x="411" y="20"/>
                    <a:pt x="412" y="21"/>
                  </a:cubicBezTo>
                  <a:cubicBezTo>
                    <a:pt x="412" y="22"/>
                    <a:pt x="415" y="23"/>
                    <a:pt x="416" y="23"/>
                  </a:cubicBezTo>
                  <a:cubicBezTo>
                    <a:pt x="416" y="24"/>
                    <a:pt x="418" y="24"/>
                    <a:pt x="419" y="24"/>
                  </a:cubicBezTo>
                  <a:cubicBezTo>
                    <a:pt x="420" y="25"/>
                    <a:pt x="421" y="27"/>
                    <a:pt x="421" y="28"/>
                  </a:cubicBezTo>
                  <a:cubicBezTo>
                    <a:pt x="421" y="29"/>
                    <a:pt x="422" y="31"/>
                    <a:pt x="421" y="33"/>
                  </a:cubicBezTo>
                  <a:cubicBezTo>
                    <a:pt x="421" y="33"/>
                    <a:pt x="419" y="34"/>
                    <a:pt x="419" y="35"/>
                  </a:cubicBezTo>
                  <a:cubicBezTo>
                    <a:pt x="419" y="36"/>
                    <a:pt x="421" y="38"/>
                    <a:pt x="421" y="39"/>
                  </a:cubicBezTo>
                  <a:cubicBezTo>
                    <a:pt x="421" y="40"/>
                    <a:pt x="422" y="41"/>
                    <a:pt x="422" y="42"/>
                  </a:cubicBezTo>
                  <a:cubicBezTo>
                    <a:pt x="423" y="43"/>
                    <a:pt x="423" y="45"/>
                    <a:pt x="424" y="46"/>
                  </a:cubicBezTo>
                  <a:cubicBezTo>
                    <a:pt x="425" y="47"/>
                    <a:pt x="428" y="48"/>
                    <a:pt x="429" y="49"/>
                  </a:cubicBezTo>
                  <a:cubicBezTo>
                    <a:pt x="429" y="49"/>
                    <a:pt x="430" y="51"/>
                    <a:pt x="431" y="52"/>
                  </a:cubicBezTo>
                  <a:cubicBezTo>
                    <a:pt x="431" y="52"/>
                    <a:pt x="432" y="54"/>
                    <a:pt x="432" y="55"/>
                  </a:cubicBezTo>
                  <a:cubicBezTo>
                    <a:pt x="432" y="56"/>
                    <a:pt x="431" y="59"/>
                    <a:pt x="431" y="60"/>
                  </a:cubicBezTo>
                  <a:cubicBezTo>
                    <a:pt x="431" y="61"/>
                    <a:pt x="431" y="63"/>
                    <a:pt x="431" y="64"/>
                  </a:cubicBezTo>
                  <a:cubicBezTo>
                    <a:pt x="432" y="65"/>
                    <a:pt x="434" y="67"/>
                    <a:pt x="434" y="68"/>
                  </a:cubicBezTo>
                  <a:cubicBezTo>
                    <a:pt x="435" y="69"/>
                    <a:pt x="436" y="70"/>
                    <a:pt x="436" y="71"/>
                  </a:cubicBezTo>
                  <a:cubicBezTo>
                    <a:pt x="437" y="72"/>
                    <a:pt x="438" y="75"/>
                    <a:pt x="438" y="76"/>
                  </a:cubicBezTo>
                  <a:cubicBezTo>
                    <a:pt x="438" y="77"/>
                    <a:pt x="438" y="79"/>
                    <a:pt x="438" y="80"/>
                  </a:cubicBezTo>
                  <a:cubicBezTo>
                    <a:pt x="439" y="81"/>
                    <a:pt x="439" y="82"/>
                    <a:pt x="439" y="83"/>
                  </a:cubicBezTo>
                  <a:cubicBezTo>
                    <a:pt x="440" y="84"/>
                    <a:pt x="441" y="85"/>
                    <a:pt x="442" y="86"/>
                  </a:cubicBezTo>
                  <a:cubicBezTo>
                    <a:pt x="442" y="86"/>
                    <a:pt x="442" y="89"/>
                    <a:pt x="443" y="89"/>
                  </a:cubicBezTo>
                  <a:cubicBezTo>
                    <a:pt x="444" y="90"/>
                    <a:pt x="445" y="92"/>
                    <a:pt x="446" y="92"/>
                  </a:cubicBezTo>
                  <a:cubicBezTo>
                    <a:pt x="447" y="93"/>
                    <a:pt x="449" y="94"/>
                    <a:pt x="450" y="94"/>
                  </a:cubicBezTo>
                  <a:cubicBezTo>
                    <a:pt x="452" y="94"/>
                    <a:pt x="455" y="95"/>
                    <a:pt x="457" y="95"/>
                  </a:cubicBezTo>
                  <a:cubicBezTo>
                    <a:pt x="458" y="95"/>
                    <a:pt x="459" y="95"/>
                    <a:pt x="460" y="95"/>
                  </a:cubicBezTo>
                  <a:cubicBezTo>
                    <a:pt x="461" y="95"/>
                    <a:pt x="462" y="94"/>
                    <a:pt x="462" y="93"/>
                  </a:cubicBezTo>
                  <a:cubicBezTo>
                    <a:pt x="462" y="92"/>
                    <a:pt x="463" y="91"/>
                    <a:pt x="463" y="90"/>
                  </a:cubicBezTo>
                  <a:cubicBezTo>
                    <a:pt x="463" y="89"/>
                    <a:pt x="463" y="88"/>
                    <a:pt x="463" y="87"/>
                  </a:cubicBezTo>
                  <a:cubicBezTo>
                    <a:pt x="464" y="86"/>
                    <a:pt x="465" y="85"/>
                    <a:pt x="466" y="85"/>
                  </a:cubicBezTo>
                  <a:cubicBezTo>
                    <a:pt x="467" y="84"/>
                    <a:pt x="468" y="83"/>
                    <a:pt x="469" y="82"/>
                  </a:cubicBezTo>
                  <a:cubicBezTo>
                    <a:pt x="469" y="82"/>
                    <a:pt x="470" y="81"/>
                    <a:pt x="470" y="80"/>
                  </a:cubicBezTo>
                  <a:cubicBezTo>
                    <a:pt x="471" y="80"/>
                    <a:pt x="473" y="79"/>
                    <a:pt x="474" y="79"/>
                  </a:cubicBezTo>
                  <a:cubicBezTo>
                    <a:pt x="475" y="79"/>
                    <a:pt x="477" y="80"/>
                    <a:pt x="478" y="80"/>
                  </a:cubicBezTo>
                  <a:cubicBezTo>
                    <a:pt x="478" y="80"/>
                    <a:pt x="480" y="81"/>
                    <a:pt x="480" y="80"/>
                  </a:cubicBezTo>
                  <a:cubicBezTo>
                    <a:pt x="481" y="80"/>
                    <a:pt x="481" y="79"/>
                    <a:pt x="482" y="79"/>
                  </a:cubicBezTo>
                  <a:cubicBezTo>
                    <a:pt x="483" y="79"/>
                    <a:pt x="484" y="80"/>
                    <a:pt x="485" y="79"/>
                  </a:cubicBezTo>
                  <a:cubicBezTo>
                    <a:pt x="486" y="79"/>
                    <a:pt x="487" y="78"/>
                    <a:pt x="488" y="77"/>
                  </a:cubicBezTo>
                  <a:cubicBezTo>
                    <a:pt x="488" y="77"/>
                    <a:pt x="489" y="76"/>
                    <a:pt x="490" y="76"/>
                  </a:cubicBezTo>
                  <a:cubicBezTo>
                    <a:pt x="490" y="75"/>
                    <a:pt x="492" y="75"/>
                    <a:pt x="493" y="76"/>
                  </a:cubicBezTo>
                  <a:cubicBezTo>
                    <a:pt x="494" y="76"/>
                    <a:pt x="495" y="77"/>
                    <a:pt x="496" y="77"/>
                  </a:cubicBezTo>
                  <a:cubicBezTo>
                    <a:pt x="497" y="78"/>
                    <a:pt x="498" y="80"/>
                    <a:pt x="498" y="80"/>
                  </a:cubicBezTo>
                  <a:cubicBezTo>
                    <a:pt x="499" y="81"/>
                    <a:pt x="501" y="82"/>
                    <a:pt x="502" y="82"/>
                  </a:cubicBezTo>
                  <a:cubicBezTo>
                    <a:pt x="503" y="82"/>
                    <a:pt x="505" y="82"/>
                    <a:pt x="506" y="83"/>
                  </a:cubicBezTo>
                  <a:cubicBezTo>
                    <a:pt x="507" y="83"/>
                    <a:pt x="508" y="85"/>
                    <a:pt x="508" y="86"/>
                  </a:cubicBezTo>
                  <a:cubicBezTo>
                    <a:pt x="508" y="87"/>
                    <a:pt x="508" y="89"/>
                    <a:pt x="508" y="91"/>
                  </a:cubicBezTo>
                  <a:cubicBezTo>
                    <a:pt x="508" y="92"/>
                    <a:pt x="507" y="94"/>
                    <a:pt x="507" y="95"/>
                  </a:cubicBezTo>
                  <a:cubicBezTo>
                    <a:pt x="506" y="96"/>
                    <a:pt x="505" y="98"/>
                    <a:pt x="505" y="99"/>
                  </a:cubicBezTo>
                  <a:cubicBezTo>
                    <a:pt x="504" y="100"/>
                    <a:pt x="503" y="102"/>
                    <a:pt x="503" y="103"/>
                  </a:cubicBezTo>
                  <a:cubicBezTo>
                    <a:pt x="502" y="103"/>
                    <a:pt x="501" y="105"/>
                    <a:pt x="500" y="106"/>
                  </a:cubicBezTo>
                  <a:cubicBezTo>
                    <a:pt x="500" y="108"/>
                    <a:pt x="500" y="111"/>
                    <a:pt x="500" y="112"/>
                  </a:cubicBezTo>
                  <a:cubicBezTo>
                    <a:pt x="501" y="113"/>
                    <a:pt x="502" y="115"/>
                    <a:pt x="503" y="116"/>
                  </a:cubicBezTo>
                  <a:cubicBezTo>
                    <a:pt x="502" y="117"/>
                    <a:pt x="501" y="117"/>
                    <a:pt x="501" y="117"/>
                  </a:cubicBezTo>
                  <a:cubicBezTo>
                    <a:pt x="499" y="119"/>
                    <a:pt x="497" y="122"/>
                    <a:pt x="496" y="123"/>
                  </a:cubicBezTo>
                  <a:cubicBezTo>
                    <a:pt x="494" y="124"/>
                    <a:pt x="491" y="127"/>
                    <a:pt x="489" y="128"/>
                  </a:cubicBezTo>
                  <a:cubicBezTo>
                    <a:pt x="488" y="130"/>
                    <a:pt x="487" y="132"/>
                    <a:pt x="486" y="133"/>
                  </a:cubicBezTo>
                  <a:cubicBezTo>
                    <a:pt x="485" y="136"/>
                    <a:pt x="483" y="141"/>
                    <a:pt x="482" y="144"/>
                  </a:cubicBezTo>
                  <a:cubicBezTo>
                    <a:pt x="482" y="146"/>
                    <a:pt x="481" y="151"/>
                    <a:pt x="481" y="154"/>
                  </a:cubicBezTo>
                  <a:cubicBezTo>
                    <a:pt x="481" y="156"/>
                    <a:pt x="481" y="161"/>
                    <a:pt x="481" y="164"/>
                  </a:cubicBezTo>
                  <a:cubicBezTo>
                    <a:pt x="481" y="166"/>
                    <a:pt x="482" y="170"/>
                    <a:pt x="483" y="172"/>
                  </a:cubicBezTo>
                  <a:cubicBezTo>
                    <a:pt x="483" y="173"/>
                    <a:pt x="485" y="174"/>
                    <a:pt x="486" y="175"/>
                  </a:cubicBezTo>
                  <a:cubicBezTo>
                    <a:pt x="487" y="176"/>
                    <a:pt x="489" y="177"/>
                    <a:pt x="489" y="178"/>
                  </a:cubicBezTo>
                  <a:cubicBezTo>
                    <a:pt x="489" y="179"/>
                    <a:pt x="488" y="181"/>
                    <a:pt x="487" y="182"/>
                  </a:cubicBezTo>
                  <a:cubicBezTo>
                    <a:pt x="487" y="183"/>
                    <a:pt x="485" y="185"/>
                    <a:pt x="484" y="186"/>
                  </a:cubicBezTo>
                  <a:cubicBezTo>
                    <a:pt x="483" y="188"/>
                    <a:pt x="481" y="192"/>
                    <a:pt x="480" y="194"/>
                  </a:cubicBezTo>
                  <a:cubicBezTo>
                    <a:pt x="479" y="196"/>
                    <a:pt x="478" y="200"/>
                    <a:pt x="478" y="202"/>
                  </a:cubicBezTo>
                  <a:cubicBezTo>
                    <a:pt x="477" y="204"/>
                    <a:pt x="474" y="209"/>
                    <a:pt x="473" y="211"/>
                  </a:cubicBezTo>
                  <a:cubicBezTo>
                    <a:pt x="473" y="213"/>
                    <a:pt x="471" y="215"/>
                    <a:pt x="470" y="217"/>
                  </a:cubicBezTo>
                  <a:cubicBezTo>
                    <a:pt x="470" y="218"/>
                    <a:pt x="468" y="222"/>
                    <a:pt x="468" y="224"/>
                  </a:cubicBezTo>
                  <a:cubicBezTo>
                    <a:pt x="468" y="225"/>
                    <a:pt x="468" y="229"/>
                    <a:pt x="468" y="230"/>
                  </a:cubicBezTo>
                  <a:cubicBezTo>
                    <a:pt x="468" y="232"/>
                    <a:pt x="468" y="236"/>
                    <a:pt x="469" y="237"/>
                  </a:cubicBezTo>
                  <a:cubicBezTo>
                    <a:pt x="470" y="238"/>
                    <a:pt x="472" y="239"/>
                    <a:pt x="473" y="240"/>
                  </a:cubicBezTo>
                  <a:cubicBezTo>
                    <a:pt x="473" y="241"/>
                    <a:pt x="474" y="243"/>
                    <a:pt x="475" y="244"/>
                  </a:cubicBezTo>
                  <a:cubicBezTo>
                    <a:pt x="475" y="246"/>
                    <a:pt x="476" y="248"/>
                    <a:pt x="476" y="249"/>
                  </a:cubicBezTo>
                  <a:cubicBezTo>
                    <a:pt x="476" y="251"/>
                    <a:pt x="475" y="254"/>
                    <a:pt x="475" y="255"/>
                  </a:cubicBezTo>
                  <a:cubicBezTo>
                    <a:pt x="475" y="256"/>
                    <a:pt x="475" y="259"/>
                    <a:pt x="476" y="259"/>
                  </a:cubicBezTo>
                  <a:cubicBezTo>
                    <a:pt x="476" y="261"/>
                    <a:pt x="479" y="261"/>
                    <a:pt x="480" y="262"/>
                  </a:cubicBezTo>
                  <a:cubicBezTo>
                    <a:pt x="482" y="263"/>
                    <a:pt x="484" y="265"/>
                    <a:pt x="485" y="266"/>
                  </a:cubicBezTo>
                  <a:cubicBezTo>
                    <a:pt x="486" y="267"/>
                    <a:pt x="487" y="269"/>
                    <a:pt x="488" y="270"/>
                  </a:cubicBezTo>
                  <a:cubicBezTo>
                    <a:pt x="488" y="271"/>
                    <a:pt x="488" y="274"/>
                    <a:pt x="488" y="276"/>
                  </a:cubicBezTo>
                  <a:cubicBezTo>
                    <a:pt x="489" y="277"/>
                    <a:pt x="491" y="279"/>
                    <a:pt x="492" y="280"/>
                  </a:cubicBezTo>
                  <a:cubicBezTo>
                    <a:pt x="492" y="280"/>
                    <a:pt x="493" y="282"/>
                    <a:pt x="494" y="283"/>
                  </a:cubicBezTo>
                  <a:cubicBezTo>
                    <a:pt x="495" y="283"/>
                    <a:pt x="495" y="286"/>
                    <a:pt x="496" y="287"/>
                  </a:cubicBezTo>
                  <a:cubicBezTo>
                    <a:pt x="497" y="288"/>
                    <a:pt x="498" y="289"/>
                    <a:pt x="499" y="290"/>
                  </a:cubicBezTo>
                  <a:cubicBezTo>
                    <a:pt x="500" y="290"/>
                    <a:pt x="501" y="291"/>
                    <a:pt x="502" y="292"/>
                  </a:cubicBezTo>
                  <a:cubicBezTo>
                    <a:pt x="503" y="293"/>
                    <a:pt x="503" y="295"/>
                    <a:pt x="504" y="295"/>
                  </a:cubicBezTo>
                  <a:cubicBezTo>
                    <a:pt x="505" y="296"/>
                    <a:pt x="507" y="297"/>
                    <a:pt x="508" y="298"/>
                  </a:cubicBezTo>
                  <a:cubicBezTo>
                    <a:pt x="509" y="299"/>
                    <a:pt x="510" y="300"/>
                    <a:pt x="510" y="301"/>
                  </a:cubicBezTo>
                  <a:cubicBezTo>
                    <a:pt x="512" y="303"/>
                    <a:pt x="514" y="307"/>
                    <a:pt x="515" y="309"/>
                  </a:cubicBezTo>
                  <a:cubicBezTo>
                    <a:pt x="516" y="310"/>
                    <a:pt x="517" y="314"/>
                    <a:pt x="517" y="316"/>
                  </a:cubicBezTo>
                  <a:cubicBezTo>
                    <a:pt x="518" y="317"/>
                    <a:pt x="520" y="320"/>
                    <a:pt x="520" y="321"/>
                  </a:cubicBezTo>
                  <a:cubicBezTo>
                    <a:pt x="521" y="321"/>
                    <a:pt x="522" y="323"/>
                    <a:pt x="523" y="323"/>
                  </a:cubicBezTo>
                  <a:cubicBezTo>
                    <a:pt x="524" y="324"/>
                    <a:pt x="526" y="324"/>
                    <a:pt x="527" y="325"/>
                  </a:cubicBezTo>
                  <a:cubicBezTo>
                    <a:pt x="527" y="325"/>
                    <a:pt x="528" y="327"/>
                    <a:pt x="529" y="328"/>
                  </a:cubicBezTo>
                  <a:cubicBezTo>
                    <a:pt x="529" y="329"/>
                    <a:pt x="532" y="331"/>
                    <a:pt x="533" y="332"/>
                  </a:cubicBezTo>
                  <a:cubicBezTo>
                    <a:pt x="533" y="334"/>
                    <a:pt x="535" y="336"/>
                    <a:pt x="535" y="337"/>
                  </a:cubicBezTo>
                  <a:cubicBezTo>
                    <a:pt x="536" y="338"/>
                    <a:pt x="536" y="341"/>
                    <a:pt x="536" y="342"/>
                  </a:cubicBezTo>
                  <a:cubicBezTo>
                    <a:pt x="536" y="344"/>
                    <a:pt x="538" y="348"/>
                    <a:pt x="538" y="350"/>
                  </a:cubicBezTo>
                  <a:cubicBezTo>
                    <a:pt x="539" y="351"/>
                    <a:pt x="539" y="354"/>
                    <a:pt x="540" y="356"/>
                  </a:cubicBezTo>
                  <a:cubicBezTo>
                    <a:pt x="541" y="357"/>
                    <a:pt x="544" y="358"/>
                    <a:pt x="545" y="360"/>
                  </a:cubicBezTo>
                  <a:cubicBezTo>
                    <a:pt x="545" y="361"/>
                    <a:pt x="545" y="364"/>
                    <a:pt x="545" y="3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0"/>
            <p:cNvSpPr>
              <a:spLocks/>
            </p:cNvSpPr>
            <p:nvPr/>
          </p:nvSpPr>
          <p:spPr bwMode="auto">
            <a:xfrm>
              <a:off x="4818063" y="1136650"/>
              <a:ext cx="679450" cy="708025"/>
            </a:xfrm>
            <a:custGeom>
              <a:avLst/>
              <a:gdLst/>
              <a:ahLst/>
              <a:cxnLst>
                <a:cxn ang="0">
                  <a:pos x="34" y="375"/>
                </a:cxn>
                <a:cxn ang="0">
                  <a:pos x="18" y="359"/>
                </a:cxn>
                <a:cxn ang="0">
                  <a:pos x="1" y="344"/>
                </a:cxn>
                <a:cxn ang="0">
                  <a:pos x="12" y="325"/>
                </a:cxn>
                <a:cxn ang="0">
                  <a:pos x="20" y="303"/>
                </a:cxn>
                <a:cxn ang="0">
                  <a:pos x="29" y="286"/>
                </a:cxn>
                <a:cxn ang="0">
                  <a:pos x="26" y="268"/>
                </a:cxn>
                <a:cxn ang="0">
                  <a:pos x="26" y="240"/>
                </a:cxn>
                <a:cxn ang="0">
                  <a:pos x="44" y="226"/>
                </a:cxn>
                <a:cxn ang="0">
                  <a:pos x="58" y="207"/>
                </a:cxn>
                <a:cxn ang="0">
                  <a:pos x="58" y="191"/>
                </a:cxn>
                <a:cxn ang="0">
                  <a:pos x="69" y="144"/>
                </a:cxn>
                <a:cxn ang="0">
                  <a:pos x="76" y="118"/>
                </a:cxn>
                <a:cxn ang="0">
                  <a:pos x="78" y="97"/>
                </a:cxn>
                <a:cxn ang="0">
                  <a:pos x="73" y="73"/>
                </a:cxn>
                <a:cxn ang="0">
                  <a:pos x="83" y="46"/>
                </a:cxn>
                <a:cxn ang="0">
                  <a:pos x="83" y="13"/>
                </a:cxn>
                <a:cxn ang="0">
                  <a:pos x="110" y="8"/>
                </a:cxn>
                <a:cxn ang="0">
                  <a:pos x="141" y="22"/>
                </a:cxn>
                <a:cxn ang="0">
                  <a:pos x="163" y="17"/>
                </a:cxn>
                <a:cxn ang="0">
                  <a:pos x="200" y="15"/>
                </a:cxn>
                <a:cxn ang="0">
                  <a:pos x="220" y="3"/>
                </a:cxn>
                <a:cxn ang="0">
                  <a:pos x="248" y="23"/>
                </a:cxn>
                <a:cxn ang="0">
                  <a:pos x="272" y="13"/>
                </a:cxn>
                <a:cxn ang="0">
                  <a:pos x="294" y="26"/>
                </a:cxn>
                <a:cxn ang="0">
                  <a:pos x="305" y="55"/>
                </a:cxn>
                <a:cxn ang="0">
                  <a:pos x="298" y="82"/>
                </a:cxn>
                <a:cxn ang="0">
                  <a:pos x="291" y="112"/>
                </a:cxn>
                <a:cxn ang="0">
                  <a:pos x="295" y="134"/>
                </a:cxn>
                <a:cxn ang="0">
                  <a:pos x="318" y="139"/>
                </a:cxn>
                <a:cxn ang="0">
                  <a:pos x="342" y="136"/>
                </a:cxn>
                <a:cxn ang="0">
                  <a:pos x="374" y="144"/>
                </a:cxn>
                <a:cxn ang="0">
                  <a:pos x="396" y="164"/>
                </a:cxn>
                <a:cxn ang="0">
                  <a:pos x="405" y="179"/>
                </a:cxn>
                <a:cxn ang="0">
                  <a:pos x="394" y="198"/>
                </a:cxn>
                <a:cxn ang="0">
                  <a:pos x="392" y="206"/>
                </a:cxn>
                <a:cxn ang="0">
                  <a:pos x="387" y="213"/>
                </a:cxn>
                <a:cxn ang="0">
                  <a:pos x="375" y="229"/>
                </a:cxn>
                <a:cxn ang="0">
                  <a:pos x="370" y="242"/>
                </a:cxn>
                <a:cxn ang="0">
                  <a:pos x="373" y="252"/>
                </a:cxn>
                <a:cxn ang="0">
                  <a:pos x="356" y="255"/>
                </a:cxn>
                <a:cxn ang="0">
                  <a:pos x="352" y="265"/>
                </a:cxn>
                <a:cxn ang="0">
                  <a:pos x="341" y="273"/>
                </a:cxn>
                <a:cxn ang="0">
                  <a:pos x="332" y="288"/>
                </a:cxn>
                <a:cxn ang="0">
                  <a:pos x="316" y="299"/>
                </a:cxn>
                <a:cxn ang="0">
                  <a:pos x="309" y="310"/>
                </a:cxn>
                <a:cxn ang="0">
                  <a:pos x="291" y="323"/>
                </a:cxn>
                <a:cxn ang="0">
                  <a:pos x="274" y="320"/>
                </a:cxn>
                <a:cxn ang="0">
                  <a:pos x="252" y="333"/>
                </a:cxn>
                <a:cxn ang="0">
                  <a:pos x="236" y="361"/>
                </a:cxn>
                <a:cxn ang="0">
                  <a:pos x="227" y="392"/>
                </a:cxn>
                <a:cxn ang="0">
                  <a:pos x="208" y="417"/>
                </a:cxn>
                <a:cxn ang="0">
                  <a:pos x="173" y="414"/>
                </a:cxn>
                <a:cxn ang="0">
                  <a:pos x="163" y="421"/>
                </a:cxn>
                <a:cxn ang="0">
                  <a:pos x="146" y="427"/>
                </a:cxn>
                <a:cxn ang="0">
                  <a:pos x="130" y="414"/>
                </a:cxn>
                <a:cxn ang="0">
                  <a:pos x="112" y="401"/>
                </a:cxn>
                <a:cxn ang="0">
                  <a:pos x="108" y="381"/>
                </a:cxn>
                <a:cxn ang="0">
                  <a:pos x="96" y="382"/>
                </a:cxn>
                <a:cxn ang="0">
                  <a:pos x="68" y="379"/>
                </a:cxn>
                <a:cxn ang="0">
                  <a:pos x="52" y="381"/>
                </a:cxn>
              </a:cxnLst>
              <a:rect l="0" t="0" r="r" b="b"/>
              <a:pathLst>
                <a:path w="409" h="428">
                  <a:moveTo>
                    <a:pt x="48" y="381"/>
                  </a:moveTo>
                  <a:cubicBezTo>
                    <a:pt x="47" y="381"/>
                    <a:pt x="47" y="381"/>
                    <a:pt x="47" y="381"/>
                  </a:cubicBezTo>
                  <a:cubicBezTo>
                    <a:pt x="46" y="381"/>
                    <a:pt x="43" y="381"/>
                    <a:pt x="42" y="381"/>
                  </a:cubicBezTo>
                  <a:cubicBezTo>
                    <a:pt x="41" y="381"/>
                    <a:pt x="41" y="379"/>
                    <a:pt x="40" y="379"/>
                  </a:cubicBezTo>
                  <a:cubicBezTo>
                    <a:pt x="40" y="378"/>
                    <a:pt x="39" y="376"/>
                    <a:pt x="38" y="376"/>
                  </a:cubicBezTo>
                  <a:cubicBezTo>
                    <a:pt x="37" y="375"/>
                    <a:pt x="35" y="375"/>
                    <a:pt x="34" y="375"/>
                  </a:cubicBezTo>
                  <a:cubicBezTo>
                    <a:pt x="33" y="375"/>
                    <a:pt x="30" y="374"/>
                    <a:pt x="29" y="374"/>
                  </a:cubicBezTo>
                  <a:cubicBezTo>
                    <a:pt x="28" y="373"/>
                    <a:pt x="26" y="372"/>
                    <a:pt x="25" y="371"/>
                  </a:cubicBezTo>
                  <a:cubicBezTo>
                    <a:pt x="24" y="371"/>
                    <a:pt x="22" y="370"/>
                    <a:pt x="22" y="370"/>
                  </a:cubicBezTo>
                  <a:cubicBezTo>
                    <a:pt x="21" y="369"/>
                    <a:pt x="20" y="367"/>
                    <a:pt x="20" y="366"/>
                  </a:cubicBezTo>
                  <a:cubicBezTo>
                    <a:pt x="19" y="365"/>
                    <a:pt x="19" y="364"/>
                    <a:pt x="19" y="363"/>
                  </a:cubicBezTo>
                  <a:cubicBezTo>
                    <a:pt x="19" y="362"/>
                    <a:pt x="18" y="360"/>
                    <a:pt x="18" y="359"/>
                  </a:cubicBezTo>
                  <a:cubicBezTo>
                    <a:pt x="17" y="357"/>
                    <a:pt x="16" y="355"/>
                    <a:pt x="15" y="354"/>
                  </a:cubicBezTo>
                  <a:cubicBezTo>
                    <a:pt x="14" y="353"/>
                    <a:pt x="12" y="352"/>
                    <a:pt x="11" y="352"/>
                  </a:cubicBezTo>
                  <a:cubicBezTo>
                    <a:pt x="10" y="351"/>
                    <a:pt x="9" y="349"/>
                    <a:pt x="8" y="349"/>
                  </a:cubicBezTo>
                  <a:cubicBezTo>
                    <a:pt x="7" y="348"/>
                    <a:pt x="4" y="347"/>
                    <a:pt x="3" y="347"/>
                  </a:cubicBezTo>
                  <a:cubicBezTo>
                    <a:pt x="3" y="347"/>
                    <a:pt x="2" y="347"/>
                    <a:pt x="2" y="347"/>
                  </a:cubicBezTo>
                  <a:cubicBezTo>
                    <a:pt x="2" y="346"/>
                    <a:pt x="2" y="344"/>
                    <a:pt x="1" y="344"/>
                  </a:cubicBezTo>
                  <a:cubicBezTo>
                    <a:pt x="1" y="343"/>
                    <a:pt x="0" y="340"/>
                    <a:pt x="0" y="339"/>
                  </a:cubicBezTo>
                  <a:cubicBezTo>
                    <a:pt x="0" y="338"/>
                    <a:pt x="3" y="337"/>
                    <a:pt x="3" y="336"/>
                  </a:cubicBezTo>
                  <a:cubicBezTo>
                    <a:pt x="4" y="335"/>
                    <a:pt x="3" y="332"/>
                    <a:pt x="3" y="331"/>
                  </a:cubicBezTo>
                  <a:cubicBezTo>
                    <a:pt x="4" y="330"/>
                    <a:pt x="5" y="328"/>
                    <a:pt x="6" y="328"/>
                  </a:cubicBezTo>
                  <a:cubicBezTo>
                    <a:pt x="7" y="327"/>
                    <a:pt x="9" y="328"/>
                    <a:pt x="10" y="328"/>
                  </a:cubicBezTo>
                  <a:cubicBezTo>
                    <a:pt x="11" y="327"/>
                    <a:pt x="12" y="325"/>
                    <a:pt x="12" y="325"/>
                  </a:cubicBezTo>
                  <a:cubicBezTo>
                    <a:pt x="13" y="324"/>
                    <a:pt x="14" y="322"/>
                    <a:pt x="14" y="321"/>
                  </a:cubicBezTo>
                  <a:cubicBezTo>
                    <a:pt x="14" y="320"/>
                    <a:pt x="11" y="319"/>
                    <a:pt x="11" y="318"/>
                  </a:cubicBezTo>
                  <a:cubicBezTo>
                    <a:pt x="11" y="317"/>
                    <a:pt x="12" y="315"/>
                    <a:pt x="12" y="315"/>
                  </a:cubicBezTo>
                  <a:cubicBezTo>
                    <a:pt x="13" y="314"/>
                    <a:pt x="15" y="313"/>
                    <a:pt x="16" y="312"/>
                  </a:cubicBezTo>
                  <a:cubicBezTo>
                    <a:pt x="17" y="311"/>
                    <a:pt x="19" y="308"/>
                    <a:pt x="19" y="307"/>
                  </a:cubicBezTo>
                  <a:cubicBezTo>
                    <a:pt x="19" y="306"/>
                    <a:pt x="19" y="304"/>
                    <a:pt x="20" y="303"/>
                  </a:cubicBezTo>
                  <a:cubicBezTo>
                    <a:pt x="20" y="301"/>
                    <a:pt x="21" y="300"/>
                    <a:pt x="22" y="299"/>
                  </a:cubicBezTo>
                  <a:cubicBezTo>
                    <a:pt x="23" y="298"/>
                    <a:pt x="23" y="295"/>
                    <a:pt x="24" y="294"/>
                  </a:cubicBezTo>
                  <a:cubicBezTo>
                    <a:pt x="25" y="293"/>
                    <a:pt x="26" y="293"/>
                    <a:pt x="27" y="292"/>
                  </a:cubicBezTo>
                  <a:cubicBezTo>
                    <a:pt x="28" y="292"/>
                    <a:pt x="29" y="291"/>
                    <a:pt x="29" y="290"/>
                  </a:cubicBezTo>
                  <a:cubicBezTo>
                    <a:pt x="30" y="290"/>
                    <a:pt x="31" y="288"/>
                    <a:pt x="31" y="287"/>
                  </a:cubicBezTo>
                  <a:cubicBezTo>
                    <a:pt x="30" y="287"/>
                    <a:pt x="29" y="286"/>
                    <a:pt x="29" y="286"/>
                  </a:cubicBezTo>
                  <a:cubicBezTo>
                    <a:pt x="28" y="285"/>
                    <a:pt x="29" y="283"/>
                    <a:pt x="28" y="282"/>
                  </a:cubicBezTo>
                  <a:cubicBezTo>
                    <a:pt x="28" y="281"/>
                    <a:pt x="26" y="280"/>
                    <a:pt x="25" y="280"/>
                  </a:cubicBezTo>
                  <a:cubicBezTo>
                    <a:pt x="25" y="279"/>
                    <a:pt x="24" y="278"/>
                    <a:pt x="24" y="277"/>
                  </a:cubicBezTo>
                  <a:cubicBezTo>
                    <a:pt x="24" y="277"/>
                    <a:pt x="25" y="275"/>
                    <a:pt x="26" y="275"/>
                  </a:cubicBezTo>
                  <a:cubicBezTo>
                    <a:pt x="26" y="274"/>
                    <a:pt x="26" y="272"/>
                    <a:pt x="27" y="272"/>
                  </a:cubicBezTo>
                  <a:cubicBezTo>
                    <a:pt x="27" y="271"/>
                    <a:pt x="27" y="269"/>
                    <a:pt x="26" y="268"/>
                  </a:cubicBezTo>
                  <a:cubicBezTo>
                    <a:pt x="26" y="267"/>
                    <a:pt x="25" y="266"/>
                    <a:pt x="25" y="265"/>
                  </a:cubicBezTo>
                  <a:cubicBezTo>
                    <a:pt x="24" y="265"/>
                    <a:pt x="24" y="263"/>
                    <a:pt x="23" y="262"/>
                  </a:cubicBezTo>
                  <a:cubicBezTo>
                    <a:pt x="23" y="261"/>
                    <a:pt x="22" y="258"/>
                    <a:pt x="22" y="257"/>
                  </a:cubicBezTo>
                  <a:cubicBezTo>
                    <a:pt x="21" y="256"/>
                    <a:pt x="22" y="253"/>
                    <a:pt x="21" y="252"/>
                  </a:cubicBezTo>
                  <a:cubicBezTo>
                    <a:pt x="21" y="250"/>
                    <a:pt x="21" y="246"/>
                    <a:pt x="21" y="244"/>
                  </a:cubicBezTo>
                  <a:cubicBezTo>
                    <a:pt x="22" y="243"/>
                    <a:pt x="25" y="241"/>
                    <a:pt x="26" y="240"/>
                  </a:cubicBezTo>
                  <a:cubicBezTo>
                    <a:pt x="27" y="239"/>
                    <a:pt x="29" y="238"/>
                    <a:pt x="29" y="238"/>
                  </a:cubicBezTo>
                  <a:cubicBezTo>
                    <a:pt x="30" y="237"/>
                    <a:pt x="31" y="236"/>
                    <a:pt x="32" y="235"/>
                  </a:cubicBezTo>
                  <a:cubicBezTo>
                    <a:pt x="32" y="234"/>
                    <a:pt x="34" y="232"/>
                    <a:pt x="35" y="232"/>
                  </a:cubicBezTo>
                  <a:cubicBezTo>
                    <a:pt x="36" y="231"/>
                    <a:pt x="38" y="231"/>
                    <a:pt x="39" y="231"/>
                  </a:cubicBezTo>
                  <a:cubicBezTo>
                    <a:pt x="40" y="230"/>
                    <a:pt x="41" y="229"/>
                    <a:pt x="42" y="228"/>
                  </a:cubicBezTo>
                  <a:cubicBezTo>
                    <a:pt x="43" y="228"/>
                    <a:pt x="43" y="227"/>
                    <a:pt x="44" y="226"/>
                  </a:cubicBezTo>
                  <a:cubicBezTo>
                    <a:pt x="44" y="225"/>
                    <a:pt x="46" y="223"/>
                    <a:pt x="46" y="221"/>
                  </a:cubicBezTo>
                  <a:cubicBezTo>
                    <a:pt x="46" y="220"/>
                    <a:pt x="45" y="217"/>
                    <a:pt x="45" y="216"/>
                  </a:cubicBezTo>
                  <a:cubicBezTo>
                    <a:pt x="45" y="215"/>
                    <a:pt x="46" y="212"/>
                    <a:pt x="46" y="211"/>
                  </a:cubicBezTo>
                  <a:cubicBezTo>
                    <a:pt x="47" y="210"/>
                    <a:pt x="48" y="209"/>
                    <a:pt x="49" y="208"/>
                  </a:cubicBezTo>
                  <a:cubicBezTo>
                    <a:pt x="50" y="207"/>
                    <a:pt x="53" y="206"/>
                    <a:pt x="55" y="206"/>
                  </a:cubicBezTo>
                  <a:cubicBezTo>
                    <a:pt x="56" y="206"/>
                    <a:pt x="57" y="207"/>
                    <a:pt x="58" y="207"/>
                  </a:cubicBezTo>
                  <a:cubicBezTo>
                    <a:pt x="59" y="207"/>
                    <a:pt x="61" y="207"/>
                    <a:pt x="61" y="207"/>
                  </a:cubicBezTo>
                  <a:cubicBezTo>
                    <a:pt x="62" y="207"/>
                    <a:pt x="63" y="205"/>
                    <a:pt x="64" y="205"/>
                  </a:cubicBezTo>
                  <a:cubicBezTo>
                    <a:pt x="64" y="204"/>
                    <a:pt x="64" y="203"/>
                    <a:pt x="64" y="202"/>
                  </a:cubicBezTo>
                  <a:cubicBezTo>
                    <a:pt x="63" y="201"/>
                    <a:pt x="61" y="200"/>
                    <a:pt x="60" y="200"/>
                  </a:cubicBezTo>
                  <a:cubicBezTo>
                    <a:pt x="60" y="199"/>
                    <a:pt x="59" y="196"/>
                    <a:pt x="58" y="195"/>
                  </a:cubicBezTo>
                  <a:cubicBezTo>
                    <a:pt x="58" y="194"/>
                    <a:pt x="58" y="192"/>
                    <a:pt x="58" y="191"/>
                  </a:cubicBezTo>
                  <a:cubicBezTo>
                    <a:pt x="57" y="189"/>
                    <a:pt x="58" y="184"/>
                    <a:pt x="58" y="182"/>
                  </a:cubicBezTo>
                  <a:cubicBezTo>
                    <a:pt x="58" y="179"/>
                    <a:pt x="58" y="173"/>
                    <a:pt x="59" y="171"/>
                  </a:cubicBezTo>
                  <a:cubicBezTo>
                    <a:pt x="59" y="168"/>
                    <a:pt x="61" y="164"/>
                    <a:pt x="61" y="161"/>
                  </a:cubicBezTo>
                  <a:cubicBezTo>
                    <a:pt x="62" y="160"/>
                    <a:pt x="62" y="156"/>
                    <a:pt x="63" y="154"/>
                  </a:cubicBezTo>
                  <a:cubicBezTo>
                    <a:pt x="63" y="152"/>
                    <a:pt x="66" y="150"/>
                    <a:pt x="67" y="148"/>
                  </a:cubicBezTo>
                  <a:cubicBezTo>
                    <a:pt x="68" y="147"/>
                    <a:pt x="68" y="145"/>
                    <a:pt x="69" y="144"/>
                  </a:cubicBezTo>
                  <a:cubicBezTo>
                    <a:pt x="69" y="143"/>
                    <a:pt x="68" y="140"/>
                    <a:pt x="69" y="139"/>
                  </a:cubicBezTo>
                  <a:cubicBezTo>
                    <a:pt x="69" y="138"/>
                    <a:pt x="69" y="136"/>
                    <a:pt x="70" y="135"/>
                  </a:cubicBezTo>
                  <a:cubicBezTo>
                    <a:pt x="70" y="134"/>
                    <a:pt x="71" y="131"/>
                    <a:pt x="72" y="130"/>
                  </a:cubicBezTo>
                  <a:cubicBezTo>
                    <a:pt x="72" y="129"/>
                    <a:pt x="72" y="128"/>
                    <a:pt x="72" y="127"/>
                  </a:cubicBezTo>
                  <a:cubicBezTo>
                    <a:pt x="72" y="126"/>
                    <a:pt x="73" y="124"/>
                    <a:pt x="73" y="123"/>
                  </a:cubicBezTo>
                  <a:cubicBezTo>
                    <a:pt x="74" y="122"/>
                    <a:pt x="75" y="119"/>
                    <a:pt x="76" y="118"/>
                  </a:cubicBezTo>
                  <a:cubicBezTo>
                    <a:pt x="77" y="117"/>
                    <a:pt x="78" y="116"/>
                    <a:pt x="79" y="116"/>
                  </a:cubicBezTo>
                  <a:cubicBezTo>
                    <a:pt x="80" y="115"/>
                    <a:pt x="82" y="112"/>
                    <a:pt x="82" y="111"/>
                  </a:cubicBezTo>
                  <a:cubicBezTo>
                    <a:pt x="83" y="109"/>
                    <a:pt x="84" y="106"/>
                    <a:pt x="84" y="104"/>
                  </a:cubicBezTo>
                  <a:cubicBezTo>
                    <a:pt x="84" y="103"/>
                    <a:pt x="84" y="101"/>
                    <a:pt x="83" y="100"/>
                  </a:cubicBezTo>
                  <a:cubicBezTo>
                    <a:pt x="83" y="99"/>
                    <a:pt x="81" y="99"/>
                    <a:pt x="81" y="98"/>
                  </a:cubicBezTo>
                  <a:cubicBezTo>
                    <a:pt x="80" y="98"/>
                    <a:pt x="78" y="98"/>
                    <a:pt x="78" y="97"/>
                  </a:cubicBezTo>
                  <a:cubicBezTo>
                    <a:pt x="77" y="96"/>
                    <a:pt x="77" y="95"/>
                    <a:pt x="77" y="94"/>
                  </a:cubicBezTo>
                  <a:cubicBezTo>
                    <a:pt x="77" y="93"/>
                    <a:pt x="76" y="90"/>
                    <a:pt x="76" y="89"/>
                  </a:cubicBezTo>
                  <a:cubicBezTo>
                    <a:pt x="76" y="88"/>
                    <a:pt x="77" y="86"/>
                    <a:pt x="77" y="84"/>
                  </a:cubicBezTo>
                  <a:cubicBezTo>
                    <a:pt x="77" y="83"/>
                    <a:pt x="77" y="81"/>
                    <a:pt x="77" y="80"/>
                  </a:cubicBezTo>
                  <a:cubicBezTo>
                    <a:pt x="76" y="79"/>
                    <a:pt x="74" y="77"/>
                    <a:pt x="74" y="76"/>
                  </a:cubicBezTo>
                  <a:cubicBezTo>
                    <a:pt x="73" y="76"/>
                    <a:pt x="73" y="74"/>
                    <a:pt x="73" y="73"/>
                  </a:cubicBezTo>
                  <a:cubicBezTo>
                    <a:pt x="73" y="72"/>
                    <a:pt x="72" y="70"/>
                    <a:pt x="72" y="69"/>
                  </a:cubicBezTo>
                  <a:cubicBezTo>
                    <a:pt x="72" y="68"/>
                    <a:pt x="73" y="66"/>
                    <a:pt x="73" y="66"/>
                  </a:cubicBezTo>
                  <a:cubicBezTo>
                    <a:pt x="73" y="65"/>
                    <a:pt x="74" y="63"/>
                    <a:pt x="74" y="62"/>
                  </a:cubicBezTo>
                  <a:cubicBezTo>
                    <a:pt x="74" y="61"/>
                    <a:pt x="73" y="59"/>
                    <a:pt x="72" y="58"/>
                  </a:cubicBezTo>
                  <a:cubicBezTo>
                    <a:pt x="74" y="56"/>
                    <a:pt x="77" y="55"/>
                    <a:pt x="78" y="53"/>
                  </a:cubicBezTo>
                  <a:cubicBezTo>
                    <a:pt x="79" y="52"/>
                    <a:pt x="81" y="48"/>
                    <a:pt x="83" y="46"/>
                  </a:cubicBezTo>
                  <a:cubicBezTo>
                    <a:pt x="83" y="45"/>
                    <a:pt x="84" y="45"/>
                    <a:pt x="85" y="44"/>
                  </a:cubicBezTo>
                  <a:cubicBezTo>
                    <a:pt x="85" y="43"/>
                    <a:pt x="86" y="41"/>
                    <a:pt x="86" y="40"/>
                  </a:cubicBezTo>
                  <a:cubicBezTo>
                    <a:pt x="86" y="38"/>
                    <a:pt x="86" y="36"/>
                    <a:pt x="86" y="35"/>
                  </a:cubicBezTo>
                  <a:cubicBezTo>
                    <a:pt x="85" y="32"/>
                    <a:pt x="84" y="27"/>
                    <a:pt x="83" y="25"/>
                  </a:cubicBezTo>
                  <a:cubicBezTo>
                    <a:pt x="83" y="23"/>
                    <a:pt x="83" y="20"/>
                    <a:pt x="83" y="19"/>
                  </a:cubicBezTo>
                  <a:cubicBezTo>
                    <a:pt x="83" y="17"/>
                    <a:pt x="83" y="15"/>
                    <a:pt x="83" y="13"/>
                  </a:cubicBezTo>
                  <a:cubicBezTo>
                    <a:pt x="83" y="12"/>
                    <a:pt x="84" y="11"/>
                    <a:pt x="85" y="10"/>
                  </a:cubicBezTo>
                  <a:cubicBezTo>
                    <a:pt x="85" y="9"/>
                    <a:pt x="85" y="8"/>
                    <a:pt x="85" y="7"/>
                  </a:cubicBezTo>
                  <a:cubicBezTo>
                    <a:pt x="86" y="6"/>
                    <a:pt x="89" y="5"/>
                    <a:pt x="90" y="5"/>
                  </a:cubicBezTo>
                  <a:cubicBezTo>
                    <a:pt x="92" y="5"/>
                    <a:pt x="96" y="5"/>
                    <a:pt x="98" y="5"/>
                  </a:cubicBezTo>
                  <a:cubicBezTo>
                    <a:pt x="100" y="5"/>
                    <a:pt x="103" y="6"/>
                    <a:pt x="105" y="6"/>
                  </a:cubicBezTo>
                  <a:cubicBezTo>
                    <a:pt x="106" y="6"/>
                    <a:pt x="109" y="7"/>
                    <a:pt x="110" y="8"/>
                  </a:cubicBezTo>
                  <a:cubicBezTo>
                    <a:pt x="111" y="9"/>
                    <a:pt x="113" y="12"/>
                    <a:pt x="114" y="13"/>
                  </a:cubicBezTo>
                  <a:cubicBezTo>
                    <a:pt x="116" y="14"/>
                    <a:pt x="118" y="16"/>
                    <a:pt x="119" y="17"/>
                  </a:cubicBezTo>
                  <a:cubicBezTo>
                    <a:pt x="120" y="18"/>
                    <a:pt x="122" y="20"/>
                    <a:pt x="123" y="20"/>
                  </a:cubicBezTo>
                  <a:cubicBezTo>
                    <a:pt x="124" y="21"/>
                    <a:pt x="127" y="20"/>
                    <a:pt x="128" y="21"/>
                  </a:cubicBezTo>
                  <a:cubicBezTo>
                    <a:pt x="130" y="21"/>
                    <a:pt x="133" y="21"/>
                    <a:pt x="135" y="21"/>
                  </a:cubicBezTo>
                  <a:cubicBezTo>
                    <a:pt x="136" y="21"/>
                    <a:pt x="140" y="22"/>
                    <a:pt x="141" y="22"/>
                  </a:cubicBezTo>
                  <a:cubicBezTo>
                    <a:pt x="142" y="22"/>
                    <a:pt x="144" y="21"/>
                    <a:pt x="145" y="21"/>
                  </a:cubicBezTo>
                  <a:cubicBezTo>
                    <a:pt x="146" y="20"/>
                    <a:pt x="147" y="18"/>
                    <a:pt x="148" y="17"/>
                  </a:cubicBezTo>
                  <a:cubicBezTo>
                    <a:pt x="150" y="17"/>
                    <a:pt x="153" y="16"/>
                    <a:pt x="154" y="15"/>
                  </a:cubicBezTo>
                  <a:cubicBezTo>
                    <a:pt x="155" y="14"/>
                    <a:pt x="156" y="13"/>
                    <a:pt x="156" y="13"/>
                  </a:cubicBezTo>
                  <a:cubicBezTo>
                    <a:pt x="157" y="13"/>
                    <a:pt x="159" y="14"/>
                    <a:pt x="160" y="14"/>
                  </a:cubicBezTo>
                  <a:cubicBezTo>
                    <a:pt x="161" y="15"/>
                    <a:pt x="162" y="17"/>
                    <a:pt x="163" y="17"/>
                  </a:cubicBezTo>
                  <a:cubicBezTo>
                    <a:pt x="165" y="18"/>
                    <a:pt x="167" y="19"/>
                    <a:pt x="169" y="19"/>
                  </a:cubicBezTo>
                  <a:cubicBezTo>
                    <a:pt x="171" y="20"/>
                    <a:pt x="175" y="19"/>
                    <a:pt x="177" y="19"/>
                  </a:cubicBezTo>
                  <a:cubicBezTo>
                    <a:pt x="179" y="19"/>
                    <a:pt x="182" y="19"/>
                    <a:pt x="184" y="19"/>
                  </a:cubicBezTo>
                  <a:cubicBezTo>
                    <a:pt x="186" y="19"/>
                    <a:pt x="190" y="19"/>
                    <a:pt x="192" y="19"/>
                  </a:cubicBezTo>
                  <a:cubicBezTo>
                    <a:pt x="194" y="19"/>
                    <a:pt x="197" y="19"/>
                    <a:pt x="198" y="19"/>
                  </a:cubicBezTo>
                  <a:cubicBezTo>
                    <a:pt x="199" y="18"/>
                    <a:pt x="200" y="16"/>
                    <a:pt x="200" y="15"/>
                  </a:cubicBezTo>
                  <a:cubicBezTo>
                    <a:pt x="201" y="14"/>
                    <a:pt x="201" y="12"/>
                    <a:pt x="201" y="11"/>
                  </a:cubicBezTo>
                  <a:cubicBezTo>
                    <a:pt x="202" y="10"/>
                    <a:pt x="203" y="9"/>
                    <a:pt x="204" y="8"/>
                  </a:cubicBezTo>
                  <a:cubicBezTo>
                    <a:pt x="204" y="7"/>
                    <a:pt x="205" y="4"/>
                    <a:pt x="205" y="3"/>
                  </a:cubicBezTo>
                  <a:cubicBezTo>
                    <a:pt x="206" y="2"/>
                    <a:pt x="208" y="1"/>
                    <a:pt x="209" y="1"/>
                  </a:cubicBezTo>
                  <a:cubicBezTo>
                    <a:pt x="210" y="0"/>
                    <a:pt x="213" y="0"/>
                    <a:pt x="214" y="1"/>
                  </a:cubicBezTo>
                  <a:cubicBezTo>
                    <a:pt x="215" y="1"/>
                    <a:pt x="219" y="2"/>
                    <a:pt x="220" y="3"/>
                  </a:cubicBezTo>
                  <a:cubicBezTo>
                    <a:pt x="221" y="4"/>
                    <a:pt x="222" y="6"/>
                    <a:pt x="223" y="8"/>
                  </a:cubicBezTo>
                  <a:cubicBezTo>
                    <a:pt x="223" y="9"/>
                    <a:pt x="224" y="12"/>
                    <a:pt x="225" y="13"/>
                  </a:cubicBezTo>
                  <a:cubicBezTo>
                    <a:pt x="225" y="14"/>
                    <a:pt x="227" y="16"/>
                    <a:pt x="227" y="17"/>
                  </a:cubicBezTo>
                  <a:cubicBezTo>
                    <a:pt x="228" y="18"/>
                    <a:pt x="230" y="20"/>
                    <a:pt x="231" y="21"/>
                  </a:cubicBezTo>
                  <a:cubicBezTo>
                    <a:pt x="233" y="22"/>
                    <a:pt x="236" y="23"/>
                    <a:pt x="237" y="23"/>
                  </a:cubicBezTo>
                  <a:cubicBezTo>
                    <a:pt x="240" y="23"/>
                    <a:pt x="245" y="23"/>
                    <a:pt x="248" y="23"/>
                  </a:cubicBezTo>
                  <a:cubicBezTo>
                    <a:pt x="250" y="23"/>
                    <a:pt x="254" y="23"/>
                    <a:pt x="256" y="23"/>
                  </a:cubicBezTo>
                  <a:cubicBezTo>
                    <a:pt x="258" y="22"/>
                    <a:pt x="262" y="23"/>
                    <a:pt x="264" y="23"/>
                  </a:cubicBezTo>
                  <a:cubicBezTo>
                    <a:pt x="264" y="22"/>
                    <a:pt x="265" y="20"/>
                    <a:pt x="266" y="20"/>
                  </a:cubicBezTo>
                  <a:cubicBezTo>
                    <a:pt x="266" y="20"/>
                    <a:pt x="269" y="20"/>
                    <a:pt x="270" y="20"/>
                  </a:cubicBezTo>
                  <a:cubicBezTo>
                    <a:pt x="271" y="19"/>
                    <a:pt x="272" y="18"/>
                    <a:pt x="273" y="18"/>
                  </a:cubicBezTo>
                  <a:cubicBezTo>
                    <a:pt x="273" y="17"/>
                    <a:pt x="272" y="14"/>
                    <a:pt x="272" y="13"/>
                  </a:cubicBezTo>
                  <a:cubicBezTo>
                    <a:pt x="273" y="12"/>
                    <a:pt x="274" y="11"/>
                    <a:pt x="275" y="10"/>
                  </a:cubicBezTo>
                  <a:cubicBezTo>
                    <a:pt x="275" y="10"/>
                    <a:pt x="277" y="9"/>
                    <a:pt x="278" y="9"/>
                  </a:cubicBezTo>
                  <a:cubicBezTo>
                    <a:pt x="280" y="9"/>
                    <a:pt x="283" y="10"/>
                    <a:pt x="285" y="11"/>
                  </a:cubicBezTo>
                  <a:cubicBezTo>
                    <a:pt x="286" y="12"/>
                    <a:pt x="289" y="14"/>
                    <a:pt x="290" y="16"/>
                  </a:cubicBezTo>
                  <a:cubicBezTo>
                    <a:pt x="291" y="17"/>
                    <a:pt x="293" y="19"/>
                    <a:pt x="293" y="21"/>
                  </a:cubicBezTo>
                  <a:cubicBezTo>
                    <a:pt x="294" y="22"/>
                    <a:pt x="294" y="25"/>
                    <a:pt x="294" y="26"/>
                  </a:cubicBezTo>
                  <a:cubicBezTo>
                    <a:pt x="295" y="29"/>
                    <a:pt x="294" y="33"/>
                    <a:pt x="295" y="36"/>
                  </a:cubicBezTo>
                  <a:cubicBezTo>
                    <a:pt x="295" y="38"/>
                    <a:pt x="294" y="42"/>
                    <a:pt x="295" y="44"/>
                  </a:cubicBezTo>
                  <a:cubicBezTo>
                    <a:pt x="295" y="45"/>
                    <a:pt x="297" y="47"/>
                    <a:pt x="298" y="48"/>
                  </a:cubicBezTo>
                  <a:cubicBezTo>
                    <a:pt x="299" y="48"/>
                    <a:pt x="301" y="49"/>
                    <a:pt x="302" y="49"/>
                  </a:cubicBezTo>
                  <a:cubicBezTo>
                    <a:pt x="302" y="50"/>
                    <a:pt x="303" y="51"/>
                    <a:pt x="304" y="51"/>
                  </a:cubicBezTo>
                  <a:cubicBezTo>
                    <a:pt x="304" y="52"/>
                    <a:pt x="305" y="54"/>
                    <a:pt x="305" y="55"/>
                  </a:cubicBezTo>
                  <a:cubicBezTo>
                    <a:pt x="306" y="56"/>
                    <a:pt x="306" y="58"/>
                    <a:pt x="306" y="59"/>
                  </a:cubicBezTo>
                  <a:cubicBezTo>
                    <a:pt x="305" y="60"/>
                    <a:pt x="303" y="61"/>
                    <a:pt x="303" y="62"/>
                  </a:cubicBezTo>
                  <a:cubicBezTo>
                    <a:pt x="302" y="64"/>
                    <a:pt x="302" y="67"/>
                    <a:pt x="302" y="69"/>
                  </a:cubicBezTo>
                  <a:cubicBezTo>
                    <a:pt x="302" y="71"/>
                    <a:pt x="302" y="74"/>
                    <a:pt x="302" y="75"/>
                  </a:cubicBezTo>
                  <a:cubicBezTo>
                    <a:pt x="302" y="76"/>
                    <a:pt x="301" y="78"/>
                    <a:pt x="301" y="79"/>
                  </a:cubicBezTo>
                  <a:cubicBezTo>
                    <a:pt x="300" y="80"/>
                    <a:pt x="298" y="81"/>
                    <a:pt x="298" y="82"/>
                  </a:cubicBezTo>
                  <a:cubicBezTo>
                    <a:pt x="297" y="83"/>
                    <a:pt x="298" y="85"/>
                    <a:pt x="298" y="86"/>
                  </a:cubicBezTo>
                  <a:cubicBezTo>
                    <a:pt x="298" y="87"/>
                    <a:pt x="298" y="90"/>
                    <a:pt x="298" y="91"/>
                  </a:cubicBezTo>
                  <a:cubicBezTo>
                    <a:pt x="298" y="92"/>
                    <a:pt x="297" y="96"/>
                    <a:pt x="297" y="97"/>
                  </a:cubicBezTo>
                  <a:cubicBezTo>
                    <a:pt x="297" y="98"/>
                    <a:pt x="296" y="101"/>
                    <a:pt x="295" y="102"/>
                  </a:cubicBezTo>
                  <a:cubicBezTo>
                    <a:pt x="294" y="104"/>
                    <a:pt x="292" y="105"/>
                    <a:pt x="291" y="107"/>
                  </a:cubicBezTo>
                  <a:cubicBezTo>
                    <a:pt x="291" y="108"/>
                    <a:pt x="291" y="111"/>
                    <a:pt x="291" y="112"/>
                  </a:cubicBezTo>
                  <a:cubicBezTo>
                    <a:pt x="291" y="113"/>
                    <a:pt x="293" y="115"/>
                    <a:pt x="293" y="116"/>
                  </a:cubicBezTo>
                  <a:cubicBezTo>
                    <a:pt x="293" y="116"/>
                    <a:pt x="294" y="118"/>
                    <a:pt x="294" y="118"/>
                  </a:cubicBezTo>
                  <a:cubicBezTo>
                    <a:pt x="294" y="119"/>
                    <a:pt x="293" y="122"/>
                    <a:pt x="293" y="122"/>
                  </a:cubicBezTo>
                  <a:cubicBezTo>
                    <a:pt x="294" y="124"/>
                    <a:pt x="297" y="125"/>
                    <a:pt x="297" y="126"/>
                  </a:cubicBezTo>
                  <a:cubicBezTo>
                    <a:pt x="297" y="127"/>
                    <a:pt x="296" y="129"/>
                    <a:pt x="296" y="130"/>
                  </a:cubicBezTo>
                  <a:cubicBezTo>
                    <a:pt x="296" y="131"/>
                    <a:pt x="295" y="133"/>
                    <a:pt x="295" y="134"/>
                  </a:cubicBezTo>
                  <a:cubicBezTo>
                    <a:pt x="295" y="135"/>
                    <a:pt x="296" y="137"/>
                    <a:pt x="296" y="138"/>
                  </a:cubicBezTo>
                  <a:cubicBezTo>
                    <a:pt x="297" y="139"/>
                    <a:pt x="300" y="140"/>
                    <a:pt x="301" y="140"/>
                  </a:cubicBezTo>
                  <a:cubicBezTo>
                    <a:pt x="302" y="141"/>
                    <a:pt x="304" y="142"/>
                    <a:pt x="306" y="143"/>
                  </a:cubicBezTo>
                  <a:cubicBezTo>
                    <a:pt x="307" y="143"/>
                    <a:pt x="310" y="143"/>
                    <a:pt x="312" y="143"/>
                  </a:cubicBezTo>
                  <a:cubicBezTo>
                    <a:pt x="313" y="142"/>
                    <a:pt x="315" y="142"/>
                    <a:pt x="316" y="141"/>
                  </a:cubicBezTo>
                  <a:cubicBezTo>
                    <a:pt x="317" y="140"/>
                    <a:pt x="318" y="139"/>
                    <a:pt x="318" y="139"/>
                  </a:cubicBezTo>
                  <a:cubicBezTo>
                    <a:pt x="319" y="138"/>
                    <a:pt x="320" y="137"/>
                    <a:pt x="321" y="136"/>
                  </a:cubicBezTo>
                  <a:cubicBezTo>
                    <a:pt x="322" y="136"/>
                    <a:pt x="324" y="135"/>
                    <a:pt x="325" y="134"/>
                  </a:cubicBezTo>
                  <a:cubicBezTo>
                    <a:pt x="325" y="134"/>
                    <a:pt x="325" y="131"/>
                    <a:pt x="326" y="131"/>
                  </a:cubicBezTo>
                  <a:cubicBezTo>
                    <a:pt x="327" y="130"/>
                    <a:pt x="329" y="134"/>
                    <a:pt x="330" y="134"/>
                  </a:cubicBezTo>
                  <a:cubicBezTo>
                    <a:pt x="331" y="135"/>
                    <a:pt x="334" y="135"/>
                    <a:pt x="336" y="135"/>
                  </a:cubicBezTo>
                  <a:cubicBezTo>
                    <a:pt x="337" y="135"/>
                    <a:pt x="341" y="136"/>
                    <a:pt x="342" y="136"/>
                  </a:cubicBezTo>
                  <a:cubicBezTo>
                    <a:pt x="344" y="136"/>
                    <a:pt x="348" y="135"/>
                    <a:pt x="349" y="136"/>
                  </a:cubicBezTo>
                  <a:cubicBezTo>
                    <a:pt x="351" y="136"/>
                    <a:pt x="355" y="138"/>
                    <a:pt x="357" y="139"/>
                  </a:cubicBezTo>
                  <a:cubicBezTo>
                    <a:pt x="358" y="139"/>
                    <a:pt x="361" y="140"/>
                    <a:pt x="362" y="141"/>
                  </a:cubicBezTo>
                  <a:cubicBezTo>
                    <a:pt x="363" y="141"/>
                    <a:pt x="364" y="142"/>
                    <a:pt x="365" y="143"/>
                  </a:cubicBezTo>
                  <a:cubicBezTo>
                    <a:pt x="367" y="143"/>
                    <a:pt x="369" y="143"/>
                    <a:pt x="370" y="143"/>
                  </a:cubicBezTo>
                  <a:cubicBezTo>
                    <a:pt x="371" y="143"/>
                    <a:pt x="373" y="143"/>
                    <a:pt x="374" y="144"/>
                  </a:cubicBezTo>
                  <a:cubicBezTo>
                    <a:pt x="376" y="145"/>
                    <a:pt x="378" y="147"/>
                    <a:pt x="379" y="148"/>
                  </a:cubicBezTo>
                  <a:cubicBezTo>
                    <a:pt x="380" y="148"/>
                    <a:pt x="382" y="150"/>
                    <a:pt x="383" y="151"/>
                  </a:cubicBezTo>
                  <a:cubicBezTo>
                    <a:pt x="384" y="151"/>
                    <a:pt x="386" y="152"/>
                    <a:pt x="387" y="152"/>
                  </a:cubicBezTo>
                  <a:cubicBezTo>
                    <a:pt x="388" y="153"/>
                    <a:pt x="390" y="154"/>
                    <a:pt x="391" y="155"/>
                  </a:cubicBezTo>
                  <a:cubicBezTo>
                    <a:pt x="392" y="156"/>
                    <a:pt x="393" y="157"/>
                    <a:pt x="394" y="158"/>
                  </a:cubicBezTo>
                  <a:cubicBezTo>
                    <a:pt x="395" y="159"/>
                    <a:pt x="395" y="162"/>
                    <a:pt x="396" y="164"/>
                  </a:cubicBezTo>
                  <a:cubicBezTo>
                    <a:pt x="397" y="165"/>
                    <a:pt x="398" y="167"/>
                    <a:pt x="398" y="168"/>
                  </a:cubicBezTo>
                  <a:cubicBezTo>
                    <a:pt x="399" y="169"/>
                    <a:pt x="402" y="169"/>
                    <a:pt x="402" y="170"/>
                  </a:cubicBezTo>
                  <a:cubicBezTo>
                    <a:pt x="403" y="170"/>
                    <a:pt x="405" y="171"/>
                    <a:pt x="406" y="172"/>
                  </a:cubicBezTo>
                  <a:cubicBezTo>
                    <a:pt x="406" y="173"/>
                    <a:pt x="408" y="174"/>
                    <a:pt x="408" y="175"/>
                  </a:cubicBezTo>
                  <a:cubicBezTo>
                    <a:pt x="409" y="176"/>
                    <a:pt x="408" y="177"/>
                    <a:pt x="407" y="177"/>
                  </a:cubicBezTo>
                  <a:cubicBezTo>
                    <a:pt x="407" y="178"/>
                    <a:pt x="405" y="178"/>
                    <a:pt x="405" y="179"/>
                  </a:cubicBezTo>
                  <a:cubicBezTo>
                    <a:pt x="404" y="180"/>
                    <a:pt x="403" y="182"/>
                    <a:pt x="403" y="184"/>
                  </a:cubicBezTo>
                  <a:cubicBezTo>
                    <a:pt x="403" y="185"/>
                    <a:pt x="403" y="187"/>
                    <a:pt x="403" y="187"/>
                  </a:cubicBezTo>
                  <a:cubicBezTo>
                    <a:pt x="403" y="188"/>
                    <a:pt x="401" y="189"/>
                    <a:pt x="401" y="190"/>
                  </a:cubicBezTo>
                  <a:cubicBezTo>
                    <a:pt x="400" y="190"/>
                    <a:pt x="399" y="192"/>
                    <a:pt x="399" y="193"/>
                  </a:cubicBezTo>
                  <a:cubicBezTo>
                    <a:pt x="398" y="194"/>
                    <a:pt x="397" y="196"/>
                    <a:pt x="396" y="196"/>
                  </a:cubicBezTo>
                  <a:cubicBezTo>
                    <a:pt x="396" y="197"/>
                    <a:pt x="395" y="198"/>
                    <a:pt x="394" y="198"/>
                  </a:cubicBezTo>
                  <a:cubicBezTo>
                    <a:pt x="393" y="198"/>
                    <a:pt x="392" y="198"/>
                    <a:pt x="391" y="199"/>
                  </a:cubicBezTo>
                  <a:cubicBezTo>
                    <a:pt x="391" y="199"/>
                    <a:pt x="391" y="199"/>
                    <a:pt x="391" y="200"/>
                  </a:cubicBezTo>
                  <a:cubicBezTo>
                    <a:pt x="391" y="200"/>
                    <a:pt x="392" y="201"/>
                    <a:pt x="393" y="201"/>
                  </a:cubicBezTo>
                  <a:cubicBezTo>
                    <a:pt x="393" y="202"/>
                    <a:pt x="394" y="203"/>
                    <a:pt x="394" y="203"/>
                  </a:cubicBezTo>
                  <a:cubicBezTo>
                    <a:pt x="395" y="204"/>
                    <a:pt x="396" y="206"/>
                    <a:pt x="395" y="207"/>
                  </a:cubicBezTo>
                  <a:cubicBezTo>
                    <a:pt x="394" y="208"/>
                    <a:pt x="392" y="207"/>
                    <a:pt x="392" y="206"/>
                  </a:cubicBezTo>
                  <a:cubicBezTo>
                    <a:pt x="391" y="206"/>
                    <a:pt x="390" y="205"/>
                    <a:pt x="389" y="204"/>
                  </a:cubicBezTo>
                  <a:cubicBezTo>
                    <a:pt x="389" y="204"/>
                    <a:pt x="388" y="204"/>
                    <a:pt x="387" y="204"/>
                  </a:cubicBezTo>
                  <a:cubicBezTo>
                    <a:pt x="387" y="204"/>
                    <a:pt x="386" y="205"/>
                    <a:pt x="387" y="206"/>
                  </a:cubicBezTo>
                  <a:cubicBezTo>
                    <a:pt x="387" y="207"/>
                    <a:pt x="388" y="208"/>
                    <a:pt x="388" y="209"/>
                  </a:cubicBezTo>
                  <a:cubicBezTo>
                    <a:pt x="388" y="209"/>
                    <a:pt x="388" y="211"/>
                    <a:pt x="388" y="212"/>
                  </a:cubicBezTo>
                  <a:cubicBezTo>
                    <a:pt x="387" y="212"/>
                    <a:pt x="387" y="213"/>
                    <a:pt x="387" y="213"/>
                  </a:cubicBezTo>
                  <a:cubicBezTo>
                    <a:pt x="386" y="213"/>
                    <a:pt x="385" y="213"/>
                    <a:pt x="385" y="213"/>
                  </a:cubicBezTo>
                  <a:cubicBezTo>
                    <a:pt x="384" y="213"/>
                    <a:pt x="383" y="215"/>
                    <a:pt x="382" y="215"/>
                  </a:cubicBezTo>
                  <a:cubicBezTo>
                    <a:pt x="382" y="216"/>
                    <a:pt x="381" y="218"/>
                    <a:pt x="381" y="219"/>
                  </a:cubicBezTo>
                  <a:cubicBezTo>
                    <a:pt x="381" y="220"/>
                    <a:pt x="381" y="222"/>
                    <a:pt x="380" y="223"/>
                  </a:cubicBezTo>
                  <a:cubicBezTo>
                    <a:pt x="380" y="224"/>
                    <a:pt x="378" y="225"/>
                    <a:pt x="377" y="226"/>
                  </a:cubicBezTo>
                  <a:cubicBezTo>
                    <a:pt x="377" y="227"/>
                    <a:pt x="375" y="228"/>
                    <a:pt x="375" y="229"/>
                  </a:cubicBezTo>
                  <a:cubicBezTo>
                    <a:pt x="375" y="230"/>
                    <a:pt x="377" y="230"/>
                    <a:pt x="378" y="231"/>
                  </a:cubicBezTo>
                  <a:cubicBezTo>
                    <a:pt x="378" y="231"/>
                    <a:pt x="379" y="232"/>
                    <a:pt x="379" y="233"/>
                  </a:cubicBezTo>
                  <a:cubicBezTo>
                    <a:pt x="379" y="234"/>
                    <a:pt x="378" y="235"/>
                    <a:pt x="378" y="236"/>
                  </a:cubicBezTo>
                  <a:cubicBezTo>
                    <a:pt x="377" y="237"/>
                    <a:pt x="377" y="239"/>
                    <a:pt x="376" y="240"/>
                  </a:cubicBezTo>
                  <a:cubicBezTo>
                    <a:pt x="375" y="240"/>
                    <a:pt x="374" y="242"/>
                    <a:pt x="373" y="242"/>
                  </a:cubicBezTo>
                  <a:cubicBezTo>
                    <a:pt x="372" y="242"/>
                    <a:pt x="371" y="242"/>
                    <a:pt x="370" y="242"/>
                  </a:cubicBezTo>
                  <a:cubicBezTo>
                    <a:pt x="370" y="242"/>
                    <a:pt x="368" y="242"/>
                    <a:pt x="368" y="242"/>
                  </a:cubicBezTo>
                  <a:cubicBezTo>
                    <a:pt x="367" y="243"/>
                    <a:pt x="367" y="245"/>
                    <a:pt x="367" y="245"/>
                  </a:cubicBezTo>
                  <a:cubicBezTo>
                    <a:pt x="367" y="246"/>
                    <a:pt x="367" y="248"/>
                    <a:pt x="367" y="248"/>
                  </a:cubicBezTo>
                  <a:cubicBezTo>
                    <a:pt x="368" y="248"/>
                    <a:pt x="369" y="248"/>
                    <a:pt x="370" y="249"/>
                  </a:cubicBezTo>
                  <a:cubicBezTo>
                    <a:pt x="370" y="249"/>
                    <a:pt x="371" y="249"/>
                    <a:pt x="372" y="250"/>
                  </a:cubicBezTo>
                  <a:cubicBezTo>
                    <a:pt x="372" y="250"/>
                    <a:pt x="372" y="252"/>
                    <a:pt x="373" y="252"/>
                  </a:cubicBezTo>
                  <a:cubicBezTo>
                    <a:pt x="373" y="253"/>
                    <a:pt x="372" y="254"/>
                    <a:pt x="372" y="255"/>
                  </a:cubicBezTo>
                  <a:cubicBezTo>
                    <a:pt x="372" y="255"/>
                    <a:pt x="370" y="256"/>
                    <a:pt x="369" y="257"/>
                  </a:cubicBezTo>
                  <a:cubicBezTo>
                    <a:pt x="368" y="257"/>
                    <a:pt x="366" y="258"/>
                    <a:pt x="365" y="259"/>
                  </a:cubicBezTo>
                  <a:cubicBezTo>
                    <a:pt x="364" y="259"/>
                    <a:pt x="362" y="260"/>
                    <a:pt x="360" y="260"/>
                  </a:cubicBezTo>
                  <a:cubicBezTo>
                    <a:pt x="360" y="260"/>
                    <a:pt x="358" y="259"/>
                    <a:pt x="358" y="258"/>
                  </a:cubicBezTo>
                  <a:cubicBezTo>
                    <a:pt x="357" y="258"/>
                    <a:pt x="357" y="256"/>
                    <a:pt x="356" y="255"/>
                  </a:cubicBezTo>
                  <a:cubicBezTo>
                    <a:pt x="356" y="255"/>
                    <a:pt x="355" y="254"/>
                    <a:pt x="354" y="254"/>
                  </a:cubicBezTo>
                  <a:cubicBezTo>
                    <a:pt x="354" y="254"/>
                    <a:pt x="352" y="255"/>
                    <a:pt x="352" y="256"/>
                  </a:cubicBezTo>
                  <a:cubicBezTo>
                    <a:pt x="351" y="256"/>
                    <a:pt x="350" y="258"/>
                    <a:pt x="349" y="259"/>
                  </a:cubicBezTo>
                  <a:cubicBezTo>
                    <a:pt x="349" y="260"/>
                    <a:pt x="348" y="262"/>
                    <a:pt x="348" y="263"/>
                  </a:cubicBezTo>
                  <a:cubicBezTo>
                    <a:pt x="348" y="263"/>
                    <a:pt x="349" y="265"/>
                    <a:pt x="350" y="265"/>
                  </a:cubicBezTo>
                  <a:cubicBezTo>
                    <a:pt x="350" y="265"/>
                    <a:pt x="351" y="265"/>
                    <a:pt x="352" y="265"/>
                  </a:cubicBezTo>
                  <a:cubicBezTo>
                    <a:pt x="353" y="265"/>
                    <a:pt x="354" y="265"/>
                    <a:pt x="354" y="265"/>
                  </a:cubicBezTo>
                  <a:cubicBezTo>
                    <a:pt x="355" y="265"/>
                    <a:pt x="355" y="267"/>
                    <a:pt x="355" y="267"/>
                  </a:cubicBezTo>
                  <a:cubicBezTo>
                    <a:pt x="355" y="268"/>
                    <a:pt x="353" y="269"/>
                    <a:pt x="352" y="270"/>
                  </a:cubicBezTo>
                  <a:cubicBezTo>
                    <a:pt x="350" y="271"/>
                    <a:pt x="348" y="272"/>
                    <a:pt x="347" y="273"/>
                  </a:cubicBezTo>
                  <a:cubicBezTo>
                    <a:pt x="346" y="273"/>
                    <a:pt x="344" y="273"/>
                    <a:pt x="344" y="273"/>
                  </a:cubicBezTo>
                  <a:cubicBezTo>
                    <a:pt x="343" y="274"/>
                    <a:pt x="341" y="273"/>
                    <a:pt x="341" y="273"/>
                  </a:cubicBezTo>
                  <a:cubicBezTo>
                    <a:pt x="340" y="274"/>
                    <a:pt x="339" y="275"/>
                    <a:pt x="338" y="276"/>
                  </a:cubicBezTo>
                  <a:cubicBezTo>
                    <a:pt x="338" y="276"/>
                    <a:pt x="337" y="278"/>
                    <a:pt x="337" y="279"/>
                  </a:cubicBezTo>
                  <a:cubicBezTo>
                    <a:pt x="337" y="279"/>
                    <a:pt x="338" y="281"/>
                    <a:pt x="338" y="281"/>
                  </a:cubicBezTo>
                  <a:cubicBezTo>
                    <a:pt x="338" y="282"/>
                    <a:pt x="338" y="283"/>
                    <a:pt x="338" y="284"/>
                  </a:cubicBezTo>
                  <a:cubicBezTo>
                    <a:pt x="338" y="285"/>
                    <a:pt x="336" y="286"/>
                    <a:pt x="335" y="286"/>
                  </a:cubicBezTo>
                  <a:cubicBezTo>
                    <a:pt x="335" y="287"/>
                    <a:pt x="333" y="287"/>
                    <a:pt x="332" y="288"/>
                  </a:cubicBezTo>
                  <a:cubicBezTo>
                    <a:pt x="332" y="289"/>
                    <a:pt x="333" y="291"/>
                    <a:pt x="332" y="292"/>
                  </a:cubicBezTo>
                  <a:cubicBezTo>
                    <a:pt x="332" y="293"/>
                    <a:pt x="331" y="294"/>
                    <a:pt x="330" y="294"/>
                  </a:cubicBezTo>
                  <a:cubicBezTo>
                    <a:pt x="329" y="295"/>
                    <a:pt x="326" y="295"/>
                    <a:pt x="324" y="295"/>
                  </a:cubicBezTo>
                  <a:cubicBezTo>
                    <a:pt x="324" y="295"/>
                    <a:pt x="322" y="295"/>
                    <a:pt x="322" y="296"/>
                  </a:cubicBezTo>
                  <a:cubicBezTo>
                    <a:pt x="321" y="296"/>
                    <a:pt x="319" y="296"/>
                    <a:pt x="318" y="297"/>
                  </a:cubicBezTo>
                  <a:cubicBezTo>
                    <a:pt x="317" y="297"/>
                    <a:pt x="316" y="299"/>
                    <a:pt x="316" y="299"/>
                  </a:cubicBezTo>
                  <a:cubicBezTo>
                    <a:pt x="316" y="300"/>
                    <a:pt x="316" y="301"/>
                    <a:pt x="317" y="302"/>
                  </a:cubicBezTo>
                  <a:cubicBezTo>
                    <a:pt x="317" y="303"/>
                    <a:pt x="319" y="303"/>
                    <a:pt x="319" y="304"/>
                  </a:cubicBezTo>
                  <a:cubicBezTo>
                    <a:pt x="320" y="304"/>
                    <a:pt x="321" y="306"/>
                    <a:pt x="321" y="307"/>
                  </a:cubicBezTo>
                  <a:cubicBezTo>
                    <a:pt x="320" y="308"/>
                    <a:pt x="318" y="308"/>
                    <a:pt x="317" y="308"/>
                  </a:cubicBezTo>
                  <a:cubicBezTo>
                    <a:pt x="316" y="308"/>
                    <a:pt x="314" y="310"/>
                    <a:pt x="313" y="310"/>
                  </a:cubicBezTo>
                  <a:cubicBezTo>
                    <a:pt x="312" y="310"/>
                    <a:pt x="310" y="310"/>
                    <a:pt x="309" y="310"/>
                  </a:cubicBezTo>
                  <a:cubicBezTo>
                    <a:pt x="308" y="310"/>
                    <a:pt x="308" y="309"/>
                    <a:pt x="307" y="308"/>
                  </a:cubicBezTo>
                  <a:cubicBezTo>
                    <a:pt x="307" y="308"/>
                    <a:pt x="305" y="308"/>
                    <a:pt x="305" y="308"/>
                  </a:cubicBezTo>
                  <a:cubicBezTo>
                    <a:pt x="304" y="308"/>
                    <a:pt x="302" y="310"/>
                    <a:pt x="301" y="311"/>
                  </a:cubicBezTo>
                  <a:cubicBezTo>
                    <a:pt x="300" y="312"/>
                    <a:pt x="298" y="315"/>
                    <a:pt x="297" y="316"/>
                  </a:cubicBezTo>
                  <a:cubicBezTo>
                    <a:pt x="296" y="317"/>
                    <a:pt x="294" y="319"/>
                    <a:pt x="293" y="320"/>
                  </a:cubicBezTo>
                  <a:cubicBezTo>
                    <a:pt x="293" y="321"/>
                    <a:pt x="292" y="322"/>
                    <a:pt x="291" y="323"/>
                  </a:cubicBezTo>
                  <a:cubicBezTo>
                    <a:pt x="290" y="323"/>
                    <a:pt x="288" y="323"/>
                    <a:pt x="288" y="323"/>
                  </a:cubicBezTo>
                  <a:cubicBezTo>
                    <a:pt x="287" y="322"/>
                    <a:pt x="286" y="320"/>
                    <a:pt x="286" y="320"/>
                  </a:cubicBezTo>
                  <a:cubicBezTo>
                    <a:pt x="285" y="319"/>
                    <a:pt x="284" y="318"/>
                    <a:pt x="283" y="318"/>
                  </a:cubicBezTo>
                  <a:cubicBezTo>
                    <a:pt x="282" y="318"/>
                    <a:pt x="280" y="321"/>
                    <a:pt x="279" y="321"/>
                  </a:cubicBezTo>
                  <a:cubicBezTo>
                    <a:pt x="279" y="321"/>
                    <a:pt x="279" y="318"/>
                    <a:pt x="279" y="318"/>
                  </a:cubicBezTo>
                  <a:cubicBezTo>
                    <a:pt x="278" y="318"/>
                    <a:pt x="275" y="320"/>
                    <a:pt x="274" y="320"/>
                  </a:cubicBezTo>
                  <a:cubicBezTo>
                    <a:pt x="273" y="320"/>
                    <a:pt x="270" y="321"/>
                    <a:pt x="268" y="321"/>
                  </a:cubicBezTo>
                  <a:cubicBezTo>
                    <a:pt x="267" y="321"/>
                    <a:pt x="265" y="320"/>
                    <a:pt x="264" y="320"/>
                  </a:cubicBezTo>
                  <a:cubicBezTo>
                    <a:pt x="263" y="320"/>
                    <a:pt x="261" y="321"/>
                    <a:pt x="261" y="322"/>
                  </a:cubicBezTo>
                  <a:cubicBezTo>
                    <a:pt x="260" y="323"/>
                    <a:pt x="259" y="324"/>
                    <a:pt x="258" y="325"/>
                  </a:cubicBezTo>
                  <a:cubicBezTo>
                    <a:pt x="257" y="326"/>
                    <a:pt x="256" y="328"/>
                    <a:pt x="255" y="329"/>
                  </a:cubicBezTo>
                  <a:cubicBezTo>
                    <a:pt x="254" y="330"/>
                    <a:pt x="252" y="332"/>
                    <a:pt x="252" y="333"/>
                  </a:cubicBezTo>
                  <a:cubicBezTo>
                    <a:pt x="251" y="334"/>
                    <a:pt x="250" y="336"/>
                    <a:pt x="249" y="338"/>
                  </a:cubicBezTo>
                  <a:cubicBezTo>
                    <a:pt x="249" y="339"/>
                    <a:pt x="249" y="341"/>
                    <a:pt x="249" y="343"/>
                  </a:cubicBezTo>
                  <a:cubicBezTo>
                    <a:pt x="249" y="344"/>
                    <a:pt x="248" y="346"/>
                    <a:pt x="248" y="348"/>
                  </a:cubicBezTo>
                  <a:cubicBezTo>
                    <a:pt x="248" y="348"/>
                    <a:pt x="247" y="350"/>
                    <a:pt x="246" y="351"/>
                  </a:cubicBezTo>
                  <a:cubicBezTo>
                    <a:pt x="245" y="353"/>
                    <a:pt x="243" y="355"/>
                    <a:pt x="242" y="356"/>
                  </a:cubicBezTo>
                  <a:cubicBezTo>
                    <a:pt x="240" y="358"/>
                    <a:pt x="237" y="360"/>
                    <a:pt x="236" y="361"/>
                  </a:cubicBezTo>
                  <a:cubicBezTo>
                    <a:pt x="235" y="363"/>
                    <a:pt x="233" y="365"/>
                    <a:pt x="232" y="367"/>
                  </a:cubicBezTo>
                  <a:cubicBezTo>
                    <a:pt x="230" y="368"/>
                    <a:pt x="227" y="372"/>
                    <a:pt x="226" y="374"/>
                  </a:cubicBezTo>
                  <a:cubicBezTo>
                    <a:pt x="226" y="374"/>
                    <a:pt x="225" y="376"/>
                    <a:pt x="225" y="377"/>
                  </a:cubicBezTo>
                  <a:cubicBezTo>
                    <a:pt x="225" y="379"/>
                    <a:pt x="226" y="382"/>
                    <a:pt x="227" y="384"/>
                  </a:cubicBezTo>
                  <a:cubicBezTo>
                    <a:pt x="227" y="385"/>
                    <a:pt x="228" y="387"/>
                    <a:pt x="228" y="388"/>
                  </a:cubicBezTo>
                  <a:cubicBezTo>
                    <a:pt x="229" y="389"/>
                    <a:pt x="228" y="391"/>
                    <a:pt x="227" y="392"/>
                  </a:cubicBezTo>
                  <a:cubicBezTo>
                    <a:pt x="227" y="393"/>
                    <a:pt x="226" y="395"/>
                    <a:pt x="226" y="395"/>
                  </a:cubicBezTo>
                  <a:cubicBezTo>
                    <a:pt x="225" y="397"/>
                    <a:pt x="224" y="399"/>
                    <a:pt x="223" y="400"/>
                  </a:cubicBezTo>
                  <a:cubicBezTo>
                    <a:pt x="222" y="401"/>
                    <a:pt x="221" y="403"/>
                    <a:pt x="221" y="404"/>
                  </a:cubicBezTo>
                  <a:cubicBezTo>
                    <a:pt x="220" y="405"/>
                    <a:pt x="219" y="408"/>
                    <a:pt x="218" y="409"/>
                  </a:cubicBezTo>
                  <a:cubicBezTo>
                    <a:pt x="217" y="410"/>
                    <a:pt x="215" y="411"/>
                    <a:pt x="213" y="412"/>
                  </a:cubicBezTo>
                  <a:cubicBezTo>
                    <a:pt x="212" y="413"/>
                    <a:pt x="209" y="416"/>
                    <a:pt x="208" y="417"/>
                  </a:cubicBezTo>
                  <a:cubicBezTo>
                    <a:pt x="206" y="418"/>
                    <a:pt x="203" y="419"/>
                    <a:pt x="201" y="419"/>
                  </a:cubicBezTo>
                  <a:cubicBezTo>
                    <a:pt x="199" y="420"/>
                    <a:pt x="194" y="420"/>
                    <a:pt x="192" y="419"/>
                  </a:cubicBezTo>
                  <a:cubicBezTo>
                    <a:pt x="190" y="419"/>
                    <a:pt x="188" y="418"/>
                    <a:pt x="187" y="418"/>
                  </a:cubicBezTo>
                  <a:cubicBezTo>
                    <a:pt x="186" y="417"/>
                    <a:pt x="183" y="415"/>
                    <a:pt x="182" y="415"/>
                  </a:cubicBezTo>
                  <a:cubicBezTo>
                    <a:pt x="180" y="415"/>
                    <a:pt x="178" y="414"/>
                    <a:pt x="177" y="414"/>
                  </a:cubicBezTo>
                  <a:cubicBezTo>
                    <a:pt x="176" y="414"/>
                    <a:pt x="174" y="414"/>
                    <a:pt x="173" y="414"/>
                  </a:cubicBezTo>
                  <a:cubicBezTo>
                    <a:pt x="173" y="415"/>
                    <a:pt x="172" y="416"/>
                    <a:pt x="172" y="416"/>
                  </a:cubicBezTo>
                  <a:cubicBezTo>
                    <a:pt x="171" y="417"/>
                    <a:pt x="170" y="417"/>
                    <a:pt x="170" y="417"/>
                  </a:cubicBezTo>
                  <a:cubicBezTo>
                    <a:pt x="169" y="418"/>
                    <a:pt x="169" y="419"/>
                    <a:pt x="169" y="420"/>
                  </a:cubicBezTo>
                  <a:cubicBezTo>
                    <a:pt x="169" y="420"/>
                    <a:pt x="169" y="420"/>
                    <a:pt x="169" y="421"/>
                  </a:cubicBezTo>
                  <a:cubicBezTo>
                    <a:pt x="169" y="421"/>
                    <a:pt x="168" y="421"/>
                    <a:pt x="168" y="421"/>
                  </a:cubicBezTo>
                  <a:cubicBezTo>
                    <a:pt x="166" y="421"/>
                    <a:pt x="164" y="421"/>
                    <a:pt x="163" y="421"/>
                  </a:cubicBezTo>
                  <a:cubicBezTo>
                    <a:pt x="163" y="422"/>
                    <a:pt x="163" y="423"/>
                    <a:pt x="162" y="423"/>
                  </a:cubicBezTo>
                  <a:cubicBezTo>
                    <a:pt x="162" y="424"/>
                    <a:pt x="161" y="425"/>
                    <a:pt x="161" y="426"/>
                  </a:cubicBezTo>
                  <a:cubicBezTo>
                    <a:pt x="160" y="426"/>
                    <a:pt x="158" y="427"/>
                    <a:pt x="157" y="427"/>
                  </a:cubicBezTo>
                  <a:cubicBezTo>
                    <a:pt x="156" y="428"/>
                    <a:pt x="154" y="427"/>
                    <a:pt x="153" y="427"/>
                  </a:cubicBezTo>
                  <a:cubicBezTo>
                    <a:pt x="152" y="428"/>
                    <a:pt x="151" y="428"/>
                    <a:pt x="150" y="428"/>
                  </a:cubicBezTo>
                  <a:cubicBezTo>
                    <a:pt x="149" y="428"/>
                    <a:pt x="147" y="427"/>
                    <a:pt x="146" y="427"/>
                  </a:cubicBezTo>
                  <a:cubicBezTo>
                    <a:pt x="145" y="426"/>
                    <a:pt x="143" y="425"/>
                    <a:pt x="142" y="424"/>
                  </a:cubicBezTo>
                  <a:cubicBezTo>
                    <a:pt x="141" y="424"/>
                    <a:pt x="140" y="423"/>
                    <a:pt x="139" y="423"/>
                  </a:cubicBezTo>
                  <a:cubicBezTo>
                    <a:pt x="139" y="422"/>
                    <a:pt x="137" y="422"/>
                    <a:pt x="136" y="422"/>
                  </a:cubicBezTo>
                  <a:cubicBezTo>
                    <a:pt x="136" y="421"/>
                    <a:pt x="134" y="421"/>
                    <a:pt x="134" y="421"/>
                  </a:cubicBezTo>
                  <a:cubicBezTo>
                    <a:pt x="133" y="420"/>
                    <a:pt x="133" y="418"/>
                    <a:pt x="132" y="418"/>
                  </a:cubicBezTo>
                  <a:cubicBezTo>
                    <a:pt x="132" y="417"/>
                    <a:pt x="131" y="415"/>
                    <a:pt x="130" y="414"/>
                  </a:cubicBezTo>
                  <a:cubicBezTo>
                    <a:pt x="130" y="414"/>
                    <a:pt x="129" y="412"/>
                    <a:pt x="128" y="411"/>
                  </a:cubicBezTo>
                  <a:cubicBezTo>
                    <a:pt x="127" y="410"/>
                    <a:pt x="126" y="409"/>
                    <a:pt x="125" y="409"/>
                  </a:cubicBezTo>
                  <a:cubicBezTo>
                    <a:pt x="124" y="408"/>
                    <a:pt x="123" y="408"/>
                    <a:pt x="122" y="407"/>
                  </a:cubicBezTo>
                  <a:cubicBezTo>
                    <a:pt x="121" y="407"/>
                    <a:pt x="118" y="406"/>
                    <a:pt x="117" y="406"/>
                  </a:cubicBezTo>
                  <a:cubicBezTo>
                    <a:pt x="117" y="405"/>
                    <a:pt x="115" y="405"/>
                    <a:pt x="115" y="404"/>
                  </a:cubicBezTo>
                  <a:cubicBezTo>
                    <a:pt x="114" y="403"/>
                    <a:pt x="113" y="402"/>
                    <a:pt x="112" y="401"/>
                  </a:cubicBezTo>
                  <a:cubicBezTo>
                    <a:pt x="111" y="400"/>
                    <a:pt x="110" y="398"/>
                    <a:pt x="109" y="396"/>
                  </a:cubicBezTo>
                  <a:cubicBezTo>
                    <a:pt x="109" y="395"/>
                    <a:pt x="109" y="393"/>
                    <a:pt x="110" y="392"/>
                  </a:cubicBezTo>
                  <a:cubicBezTo>
                    <a:pt x="110" y="391"/>
                    <a:pt x="111" y="390"/>
                    <a:pt x="112" y="389"/>
                  </a:cubicBezTo>
                  <a:cubicBezTo>
                    <a:pt x="112" y="388"/>
                    <a:pt x="112" y="387"/>
                    <a:pt x="112" y="386"/>
                  </a:cubicBezTo>
                  <a:cubicBezTo>
                    <a:pt x="112" y="386"/>
                    <a:pt x="112" y="384"/>
                    <a:pt x="111" y="384"/>
                  </a:cubicBezTo>
                  <a:cubicBezTo>
                    <a:pt x="111" y="383"/>
                    <a:pt x="109" y="382"/>
                    <a:pt x="108" y="381"/>
                  </a:cubicBezTo>
                  <a:cubicBezTo>
                    <a:pt x="108" y="381"/>
                    <a:pt x="106" y="381"/>
                    <a:pt x="106" y="381"/>
                  </a:cubicBezTo>
                  <a:cubicBezTo>
                    <a:pt x="105" y="381"/>
                    <a:pt x="104" y="379"/>
                    <a:pt x="104" y="379"/>
                  </a:cubicBezTo>
                  <a:cubicBezTo>
                    <a:pt x="103" y="378"/>
                    <a:pt x="102" y="377"/>
                    <a:pt x="101" y="377"/>
                  </a:cubicBezTo>
                  <a:cubicBezTo>
                    <a:pt x="100" y="377"/>
                    <a:pt x="99" y="377"/>
                    <a:pt x="98" y="378"/>
                  </a:cubicBezTo>
                  <a:cubicBezTo>
                    <a:pt x="98" y="378"/>
                    <a:pt x="97" y="379"/>
                    <a:pt x="97" y="380"/>
                  </a:cubicBezTo>
                  <a:cubicBezTo>
                    <a:pt x="97" y="381"/>
                    <a:pt x="96" y="382"/>
                    <a:pt x="96" y="382"/>
                  </a:cubicBezTo>
                  <a:cubicBezTo>
                    <a:pt x="95" y="383"/>
                    <a:pt x="94" y="383"/>
                    <a:pt x="93" y="383"/>
                  </a:cubicBezTo>
                  <a:cubicBezTo>
                    <a:pt x="92" y="383"/>
                    <a:pt x="89" y="383"/>
                    <a:pt x="88" y="383"/>
                  </a:cubicBezTo>
                  <a:cubicBezTo>
                    <a:pt x="86" y="383"/>
                    <a:pt x="83" y="383"/>
                    <a:pt x="81" y="383"/>
                  </a:cubicBezTo>
                  <a:cubicBezTo>
                    <a:pt x="80" y="383"/>
                    <a:pt x="77" y="383"/>
                    <a:pt x="75" y="383"/>
                  </a:cubicBezTo>
                  <a:cubicBezTo>
                    <a:pt x="75" y="383"/>
                    <a:pt x="73" y="382"/>
                    <a:pt x="72" y="382"/>
                  </a:cubicBezTo>
                  <a:cubicBezTo>
                    <a:pt x="71" y="381"/>
                    <a:pt x="69" y="379"/>
                    <a:pt x="68" y="379"/>
                  </a:cubicBezTo>
                  <a:cubicBezTo>
                    <a:pt x="67" y="378"/>
                    <a:pt x="66" y="378"/>
                    <a:pt x="65" y="377"/>
                  </a:cubicBezTo>
                  <a:cubicBezTo>
                    <a:pt x="64" y="377"/>
                    <a:pt x="62" y="377"/>
                    <a:pt x="61" y="377"/>
                  </a:cubicBezTo>
                  <a:cubicBezTo>
                    <a:pt x="61" y="377"/>
                    <a:pt x="60" y="378"/>
                    <a:pt x="59" y="378"/>
                  </a:cubicBezTo>
                  <a:cubicBezTo>
                    <a:pt x="59" y="378"/>
                    <a:pt x="58" y="380"/>
                    <a:pt x="58" y="380"/>
                  </a:cubicBezTo>
                  <a:cubicBezTo>
                    <a:pt x="57" y="380"/>
                    <a:pt x="56" y="380"/>
                    <a:pt x="55" y="381"/>
                  </a:cubicBezTo>
                  <a:cubicBezTo>
                    <a:pt x="55" y="381"/>
                    <a:pt x="53" y="381"/>
                    <a:pt x="52" y="381"/>
                  </a:cubicBezTo>
                  <a:cubicBezTo>
                    <a:pt x="51" y="381"/>
                    <a:pt x="49" y="381"/>
                    <a:pt x="48" y="38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1"/>
            <p:cNvSpPr>
              <a:spLocks/>
            </p:cNvSpPr>
            <p:nvPr/>
          </p:nvSpPr>
          <p:spPr bwMode="auto">
            <a:xfrm>
              <a:off x="4613275" y="1760538"/>
              <a:ext cx="565150" cy="644525"/>
            </a:xfrm>
            <a:custGeom>
              <a:avLst/>
              <a:gdLst/>
              <a:ahLst/>
              <a:cxnLst>
                <a:cxn ang="0">
                  <a:pos x="8" y="376"/>
                </a:cxn>
                <a:cxn ang="0">
                  <a:pos x="24" y="354"/>
                </a:cxn>
                <a:cxn ang="0">
                  <a:pos x="15" y="332"/>
                </a:cxn>
                <a:cxn ang="0">
                  <a:pos x="7" y="315"/>
                </a:cxn>
                <a:cxn ang="0">
                  <a:pos x="2" y="309"/>
                </a:cxn>
                <a:cxn ang="0">
                  <a:pos x="12" y="289"/>
                </a:cxn>
                <a:cxn ang="0">
                  <a:pos x="18" y="275"/>
                </a:cxn>
                <a:cxn ang="0">
                  <a:pos x="44" y="261"/>
                </a:cxn>
                <a:cxn ang="0">
                  <a:pos x="78" y="249"/>
                </a:cxn>
                <a:cxn ang="0">
                  <a:pos x="90" y="221"/>
                </a:cxn>
                <a:cxn ang="0">
                  <a:pos x="91" y="187"/>
                </a:cxn>
                <a:cxn ang="0">
                  <a:pos x="85" y="172"/>
                </a:cxn>
                <a:cxn ang="0">
                  <a:pos x="76" y="155"/>
                </a:cxn>
                <a:cxn ang="0">
                  <a:pos x="79" y="131"/>
                </a:cxn>
                <a:cxn ang="0">
                  <a:pos x="97" y="122"/>
                </a:cxn>
                <a:cxn ang="0">
                  <a:pos x="119" y="142"/>
                </a:cxn>
                <a:cxn ang="0">
                  <a:pos x="139" y="120"/>
                </a:cxn>
                <a:cxn ang="0">
                  <a:pos x="135" y="100"/>
                </a:cxn>
                <a:cxn ang="0">
                  <a:pos x="151" y="99"/>
                </a:cxn>
                <a:cxn ang="0">
                  <a:pos x="164" y="76"/>
                </a:cxn>
                <a:cxn ang="0">
                  <a:pos x="153" y="62"/>
                </a:cxn>
                <a:cxn ang="0">
                  <a:pos x="162" y="55"/>
                </a:cxn>
                <a:cxn ang="0">
                  <a:pos x="162" y="33"/>
                </a:cxn>
                <a:cxn ang="0">
                  <a:pos x="176" y="4"/>
                </a:cxn>
                <a:cxn ang="0">
                  <a:pos x="189" y="0"/>
                </a:cxn>
                <a:cxn ang="0">
                  <a:pos x="212" y="6"/>
                </a:cxn>
                <a:cxn ang="0">
                  <a:pos x="225" y="0"/>
                </a:cxn>
                <a:cxn ang="0">
                  <a:pos x="236" y="9"/>
                </a:cxn>
                <a:cxn ang="0">
                  <a:pos x="239" y="27"/>
                </a:cxn>
                <a:cxn ang="0">
                  <a:pos x="254" y="37"/>
                </a:cxn>
                <a:cxn ang="0">
                  <a:pos x="266" y="47"/>
                </a:cxn>
                <a:cxn ang="0">
                  <a:pos x="285" y="49"/>
                </a:cxn>
                <a:cxn ang="0">
                  <a:pos x="295" y="46"/>
                </a:cxn>
                <a:cxn ang="0">
                  <a:pos x="313" y="66"/>
                </a:cxn>
                <a:cxn ang="0">
                  <a:pos x="328" y="101"/>
                </a:cxn>
                <a:cxn ang="0">
                  <a:pos x="340" y="118"/>
                </a:cxn>
                <a:cxn ang="0">
                  <a:pos x="324" y="147"/>
                </a:cxn>
                <a:cxn ang="0">
                  <a:pos x="327" y="181"/>
                </a:cxn>
                <a:cxn ang="0">
                  <a:pos x="331" y="215"/>
                </a:cxn>
                <a:cxn ang="0">
                  <a:pos x="323" y="240"/>
                </a:cxn>
                <a:cxn ang="0">
                  <a:pos x="334" y="262"/>
                </a:cxn>
                <a:cxn ang="0">
                  <a:pos x="322" y="286"/>
                </a:cxn>
                <a:cxn ang="0">
                  <a:pos x="323" y="312"/>
                </a:cxn>
                <a:cxn ang="0">
                  <a:pos x="339" y="335"/>
                </a:cxn>
                <a:cxn ang="0">
                  <a:pos x="328" y="348"/>
                </a:cxn>
                <a:cxn ang="0">
                  <a:pos x="317" y="363"/>
                </a:cxn>
                <a:cxn ang="0">
                  <a:pos x="297" y="374"/>
                </a:cxn>
                <a:cxn ang="0">
                  <a:pos x="284" y="368"/>
                </a:cxn>
                <a:cxn ang="0">
                  <a:pos x="251" y="364"/>
                </a:cxn>
                <a:cxn ang="0">
                  <a:pos x="232" y="351"/>
                </a:cxn>
                <a:cxn ang="0">
                  <a:pos x="220" y="367"/>
                </a:cxn>
                <a:cxn ang="0">
                  <a:pos x="190" y="373"/>
                </a:cxn>
                <a:cxn ang="0">
                  <a:pos x="172" y="362"/>
                </a:cxn>
                <a:cxn ang="0">
                  <a:pos x="187" y="332"/>
                </a:cxn>
                <a:cxn ang="0">
                  <a:pos x="174" y="312"/>
                </a:cxn>
                <a:cxn ang="0">
                  <a:pos x="150" y="321"/>
                </a:cxn>
                <a:cxn ang="0">
                  <a:pos x="128" y="310"/>
                </a:cxn>
                <a:cxn ang="0">
                  <a:pos x="103" y="326"/>
                </a:cxn>
                <a:cxn ang="0">
                  <a:pos x="92" y="350"/>
                </a:cxn>
                <a:cxn ang="0">
                  <a:pos x="64" y="358"/>
                </a:cxn>
                <a:cxn ang="0">
                  <a:pos x="41" y="374"/>
                </a:cxn>
                <a:cxn ang="0">
                  <a:pos x="19" y="388"/>
                </a:cxn>
              </a:cxnLst>
              <a:rect l="0" t="0" r="r" b="b"/>
              <a:pathLst>
                <a:path w="341" h="389">
                  <a:moveTo>
                    <a:pt x="17" y="387"/>
                  </a:moveTo>
                  <a:cubicBezTo>
                    <a:pt x="16" y="387"/>
                    <a:pt x="16" y="386"/>
                    <a:pt x="15" y="386"/>
                  </a:cubicBezTo>
                  <a:cubicBezTo>
                    <a:pt x="14" y="385"/>
                    <a:pt x="14" y="383"/>
                    <a:pt x="13" y="382"/>
                  </a:cubicBezTo>
                  <a:cubicBezTo>
                    <a:pt x="13" y="381"/>
                    <a:pt x="11" y="381"/>
                    <a:pt x="11" y="380"/>
                  </a:cubicBezTo>
                  <a:cubicBezTo>
                    <a:pt x="10" y="379"/>
                    <a:pt x="8" y="377"/>
                    <a:pt x="8" y="376"/>
                  </a:cubicBezTo>
                  <a:cubicBezTo>
                    <a:pt x="7" y="374"/>
                    <a:pt x="8" y="371"/>
                    <a:pt x="8" y="370"/>
                  </a:cubicBezTo>
                  <a:cubicBezTo>
                    <a:pt x="9" y="368"/>
                    <a:pt x="10" y="366"/>
                    <a:pt x="11" y="365"/>
                  </a:cubicBezTo>
                  <a:cubicBezTo>
                    <a:pt x="12" y="363"/>
                    <a:pt x="14" y="360"/>
                    <a:pt x="15" y="359"/>
                  </a:cubicBezTo>
                  <a:cubicBezTo>
                    <a:pt x="16" y="358"/>
                    <a:pt x="18" y="357"/>
                    <a:pt x="19" y="356"/>
                  </a:cubicBezTo>
                  <a:cubicBezTo>
                    <a:pt x="20" y="355"/>
                    <a:pt x="23" y="355"/>
                    <a:pt x="24" y="354"/>
                  </a:cubicBezTo>
                  <a:cubicBezTo>
                    <a:pt x="25" y="353"/>
                    <a:pt x="26" y="350"/>
                    <a:pt x="26" y="349"/>
                  </a:cubicBezTo>
                  <a:cubicBezTo>
                    <a:pt x="26" y="348"/>
                    <a:pt x="26" y="346"/>
                    <a:pt x="25" y="345"/>
                  </a:cubicBezTo>
                  <a:cubicBezTo>
                    <a:pt x="24" y="343"/>
                    <a:pt x="21" y="342"/>
                    <a:pt x="20" y="341"/>
                  </a:cubicBezTo>
                  <a:cubicBezTo>
                    <a:pt x="19" y="340"/>
                    <a:pt x="19" y="338"/>
                    <a:pt x="19" y="337"/>
                  </a:cubicBezTo>
                  <a:cubicBezTo>
                    <a:pt x="18" y="336"/>
                    <a:pt x="16" y="333"/>
                    <a:pt x="15" y="332"/>
                  </a:cubicBezTo>
                  <a:cubicBezTo>
                    <a:pt x="15" y="330"/>
                    <a:pt x="14" y="327"/>
                    <a:pt x="14" y="326"/>
                  </a:cubicBezTo>
                  <a:cubicBezTo>
                    <a:pt x="14" y="324"/>
                    <a:pt x="15" y="321"/>
                    <a:pt x="15" y="320"/>
                  </a:cubicBezTo>
                  <a:cubicBezTo>
                    <a:pt x="15" y="319"/>
                    <a:pt x="15" y="317"/>
                    <a:pt x="14" y="317"/>
                  </a:cubicBezTo>
                  <a:cubicBezTo>
                    <a:pt x="14" y="316"/>
                    <a:pt x="13" y="315"/>
                    <a:pt x="13" y="315"/>
                  </a:cubicBezTo>
                  <a:cubicBezTo>
                    <a:pt x="11" y="315"/>
                    <a:pt x="9" y="315"/>
                    <a:pt x="7" y="315"/>
                  </a:cubicBezTo>
                  <a:cubicBezTo>
                    <a:pt x="6" y="315"/>
                    <a:pt x="4" y="316"/>
                    <a:pt x="3" y="316"/>
                  </a:cubicBezTo>
                  <a:cubicBezTo>
                    <a:pt x="3" y="315"/>
                    <a:pt x="2" y="315"/>
                    <a:pt x="1" y="315"/>
                  </a:cubicBezTo>
                  <a:cubicBezTo>
                    <a:pt x="1" y="315"/>
                    <a:pt x="0" y="314"/>
                    <a:pt x="0" y="313"/>
                  </a:cubicBezTo>
                  <a:cubicBezTo>
                    <a:pt x="0" y="313"/>
                    <a:pt x="0" y="311"/>
                    <a:pt x="0" y="311"/>
                  </a:cubicBezTo>
                  <a:cubicBezTo>
                    <a:pt x="0" y="310"/>
                    <a:pt x="2" y="309"/>
                    <a:pt x="2" y="309"/>
                  </a:cubicBezTo>
                  <a:cubicBezTo>
                    <a:pt x="3" y="308"/>
                    <a:pt x="5" y="307"/>
                    <a:pt x="6" y="306"/>
                  </a:cubicBezTo>
                  <a:cubicBezTo>
                    <a:pt x="7" y="306"/>
                    <a:pt x="8" y="304"/>
                    <a:pt x="9" y="303"/>
                  </a:cubicBezTo>
                  <a:cubicBezTo>
                    <a:pt x="9" y="302"/>
                    <a:pt x="10" y="300"/>
                    <a:pt x="11" y="299"/>
                  </a:cubicBezTo>
                  <a:cubicBezTo>
                    <a:pt x="11" y="298"/>
                    <a:pt x="12" y="295"/>
                    <a:pt x="12" y="294"/>
                  </a:cubicBezTo>
                  <a:cubicBezTo>
                    <a:pt x="12" y="293"/>
                    <a:pt x="12" y="291"/>
                    <a:pt x="12" y="289"/>
                  </a:cubicBezTo>
                  <a:cubicBezTo>
                    <a:pt x="11" y="288"/>
                    <a:pt x="8" y="286"/>
                    <a:pt x="7" y="285"/>
                  </a:cubicBezTo>
                  <a:cubicBezTo>
                    <a:pt x="7" y="284"/>
                    <a:pt x="7" y="282"/>
                    <a:pt x="6" y="281"/>
                  </a:cubicBezTo>
                  <a:cubicBezTo>
                    <a:pt x="7" y="280"/>
                    <a:pt x="8" y="279"/>
                    <a:pt x="9" y="279"/>
                  </a:cubicBezTo>
                  <a:cubicBezTo>
                    <a:pt x="10" y="278"/>
                    <a:pt x="13" y="277"/>
                    <a:pt x="14" y="277"/>
                  </a:cubicBezTo>
                  <a:cubicBezTo>
                    <a:pt x="15" y="276"/>
                    <a:pt x="17" y="276"/>
                    <a:pt x="18" y="275"/>
                  </a:cubicBezTo>
                  <a:cubicBezTo>
                    <a:pt x="20" y="275"/>
                    <a:pt x="22" y="274"/>
                    <a:pt x="24" y="273"/>
                  </a:cubicBezTo>
                  <a:cubicBezTo>
                    <a:pt x="25" y="272"/>
                    <a:pt x="28" y="270"/>
                    <a:pt x="29" y="270"/>
                  </a:cubicBezTo>
                  <a:cubicBezTo>
                    <a:pt x="30" y="269"/>
                    <a:pt x="33" y="267"/>
                    <a:pt x="34" y="266"/>
                  </a:cubicBezTo>
                  <a:cubicBezTo>
                    <a:pt x="35" y="265"/>
                    <a:pt x="37" y="264"/>
                    <a:pt x="38" y="264"/>
                  </a:cubicBezTo>
                  <a:cubicBezTo>
                    <a:pt x="40" y="263"/>
                    <a:pt x="42" y="262"/>
                    <a:pt x="44" y="261"/>
                  </a:cubicBezTo>
                  <a:cubicBezTo>
                    <a:pt x="46" y="260"/>
                    <a:pt x="51" y="258"/>
                    <a:pt x="53" y="257"/>
                  </a:cubicBezTo>
                  <a:cubicBezTo>
                    <a:pt x="55" y="256"/>
                    <a:pt x="60" y="253"/>
                    <a:pt x="63" y="252"/>
                  </a:cubicBezTo>
                  <a:cubicBezTo>
                    <a:pt x="64" y="251"/>
                    <a:pt x="67" y="249"/>
                    <a:pt x="68" y="249"/>
                  </a:cubicBezTo>
                  <a:cubicBezTo>
                    <a:pt x="70" y="249"/>
                    <a:pt x="72" y="249"/>
                    <a:pt x="74" y="249"/>
                  </a:cubicBezTo>
                  <a:cubicBezTo>
                    <a:pt x="75" y="249"/>
                    <a:pt x="77" y="249"/>
                    <a:pt x="78" y="249"/>
                  </a:cubicBezTo>
                  <a:cubicBezTo>
                    <a:pt x="79" y="249"/>
                    <a:pt x="81" y="248"/>
                    <a:pt x="82" y="247"/>
                  </a:cubicBezTo>
                  <a:cubicBezTo>
                    <a:pt x="83" y="246"/>
                    <a:pt x="84" y="243"/>
                    <a:pt x="85" y="242"/>
                  </a:cubicBezTo>
                  <a:cubicBezTo>
                    <a:pt x="85" y="241"/>
                    <a:pt x="84" y="238"/>
                    <a:pt x="85" y="237"/>
                  </a:cubicBezTo>
                  <a:cubicBezTo>
                    <a:pt x="85" y="235"/>
                    <a:pt x="87" y="231"/>
                    <a:pt x="88" y="229"/>
                  </a:cubicBezTo>
                  <a:cubicBezTo>
                    <a:pt x="88" y="227"/>
                    <a:pt x="90" y="223"/>
                    <a:pt x="90" y="221"/>
                  </a:cubicBezTo>
                  <a:cubicBezTo>
                    <a:pt x="91" y="218"/>
                    <a:pt x="94" y="214"/>
                    <a:pt x="94" y="211"/>
                  </a:cubicBezTo>
                  <a:cubicBezTo>
                    <a:pt x="95" y="209"/>
                    <a:pt x="94" y="204"/>
                    <a:pt x="94" y="202"/>
                  </a:cubicBezTo>
                  <a:cubicBezTo>
                    <a:pt x="94" y="200"/>
                    <a:pt x="96" y="196"/>
                    <a:pt x="95" y="194"/>
                  </a:cubicBezTo>
                  <a:cubicBezTo>
                    <a:pt x="95" y="193"/>
                    <a:pt x="94" y="190"/>
                    <a:pt x="94" y="189"/>
                  </a:cubicBezTo>
                  <a:cubicBezTo>
                    <a:pt x="93" y="188"/>
                    <a:pt x="91" y="187"/>
                    <a:pt x="91" y="187"/>
                  </a:cubicBezTo>
                  <a:cubicBezTo>
                    <a:pt x="90" y="186"/>
                    <a:pt x="88" y="184"/>
                    <a:pt x="86" y="184"/>
                  </a:cubicBezTo>
                  <a:cubicBezTo>
                    <a:pt x="86" y="184"/>
                    <a:pt x="84" y="185"/>
                    <a:pt x="83" y="184"/>
                  </a:cubicBezTo>
                  <a:cubicBezTo>
                    <a:pt x="83" y="184"/>
                    <a:pt x="83" y="182"/>
                    <a:pt x="83" y="181"/>
                  </a:cubicBezTo>
                  <a:cubicBezTo>
                    <a:pt x="82" y="180"/>
                    <a:pt x="83" y="177"/>
                    <a:pt x="84" y="176"/>
                  </a:cubicBezTo>
                  <a:cubicBezTo>
                    <a:pt x="84" y="175"/>
                    <a:pt x="85" y="173"/>
                    <a:pt x="85" y="172"/>
                  </a:cubicBezTo>
                  <a:cubicBezTo>
                    <a:pt x="86" y="171"/>
                    <a:pt x="86" y="168"/>
                    <a:pt x="86" y="167"/>
                  </a:cubicBezTo>
                  <a:cubicBezTo>
                    <a:pt x="86" y="166"/>
                    <a:pt x="85" y="164"/>
                    <a:pt x="84" y="163"/>
                  </a:cubicBezTo>
                  <a:cubicBezTo>
                    <a:pt x="84" y="163"/>
                    <a:pt x="82" y="162"/>
                    <a:pt x="81" y="161"/>
                  </a:cubicBezTo>
                  <a:cubicBezTo>
                    <a:pt x="81" y="160"/>
                    <a:pt x="79" y="159"/>
                    <a:pt x="78" y="158"/>
                  </a:cubicBezTo>
                  <a:cubicBezTo>
                    <a:pt x="77" y="158"/>
                    <a:pt x="77" y="156"/>
                    <a:pt x="76" y="155"/>
                  </a:cubicBezTo>
                  <a:cubicBezTo>
                    <a:pt x="76" y="154"/>
                    <a:pt x="74" y="152"/>
                    <a:pt x="74" y="151"/>
                  </a:cubicBezTo>
                  <a:cubicBezTo>
                    <a:pt x="73" y="149"/>
                    <a:pt x="74" y="145"/>
                    <a:pt x="75" y="144"/>
                  </a:cubicBezTo>
                  <a:cubicBezTo>
                    <a:pt x="75" y="143"/>
                    <a:pt x="76" y="141"/>
                    <a:pt x="77" y="139"/>
                  </a:cubicBezTo>
                  <a:cubicBezTo>
                    <a:pt x="77" y="138"/>
                    <a:pt x="79" y="136"/>
                    <a:pt x="79" y="135"/>
                  </a:cubicBezTo>
                  <a:cubicBezTo>
                    <a:pt x="79" y="134"/>
                    <a:pt x="79" y="132"/>
                    <a:pt x="79" y="131"/>
                  </a:cubicBezTo>
                  <a:cubicBezTo>
                    <a:pt x="79" y="129"/>
                    <a:pt x="80" y="127"/>
                    <a:pt x="80" y="126"/>
                  </a:cubicBezTo>
                  <a:cubicBezTo>
                    <a:pt x="81" y="125"/>
                    <a:pt x="82" y="124"/>
                    <a:pt x="82" y="123"/>
                  </a:cubicBezTo>
                  <a:cubicBezTo>
                    <a:pt x="83" y="122"/>
                    <a:pt x="85" y="121"/>
                    <a:pt x="86" y="121"/>
                  </a:cubicBezTo>
                  <a:cubicBezTo>
                    <a:pt x="87" y="121"/>
                    <a:pt x="89" y="120"/>
                    <a:pt x="90" y="120"/>
                  </a:cubicBezTo>
                  <a:cubicBezTo>
                    <a:pt x="92" y="121"/>
                    <a:pt x="96" y="121"/>
                    <a:pt x="97" y="122"/>
                  </a:cubicBezTo>
                  <a:cubicBezTo>
                    <a:pt x="99" y="122"/>
                    <a:pt x="102" y="123"/>
                    <a:pt x="103" y="124"/>
                  </a:cubicBezTo>
                  <a:cubicBezTo>
                    <a:pt x="104" y="125"/>
                    <a:pt x="107" y="127"/>
                    <a:pt x="108" y="129"/>
                  </a:cubicBezTo>
                  <a:cubicBezTo>
                    <a:pt x="109" y="130"/>
                    <a:pt x="110" y="133"/>
                    <a:pt x="111" y="135"/>
                  </a:cubicBezTo>
                  <a:cubicBezTo>
                    <a:pt x="111" y="136"/>
                    <a:pt x="113" y="138"/>
                    <a:pt x="114" y="139"/>
                  </a:cubicBezTo>
                  <a:cubicBezTo>
                    <a:pt x="115" y="140"/>
                    <a:pt x="118" y="142"/>
                    <a:pt x="119" y="142"/>
                  </a:cubicBezTo>
                  <a:cubicBezTo>
                    <a:pt x="120" y="142"/>
                    <a:pt x="123" y="142"/>
                    <a:pt x="124" y="142"/>
                  </a:cubicBezTo>
                  <a:cubicBezTo>
                    <a:pt x="125" y="141"/>
                    <a:pt x="128" y="139"/>
                    <a:pt x="129" y="138"/>
                  </a:cubicBezTo>
                  <a:cubicBezTo>
                    <a:pt x="130" y="136"/>
                    <a:pt x="132" y="133"/>
                    <a:pt x="133" y="132"/>
                  </a:cubicBezTo>
                  <a:cubicBezTo>
                    <a:pt x="134" y="130"/>
                    <a:pt x="136" y="126"/>
                    <a:pt x="137" y="124"/>
                  </a:cubicBezTo>
                  <a:cubicBezTo>
                    <a:pt x="138" y="123"/>
                    <a:pt x="139" y="122"/>
                    <a:pt x="139" y="120"/>
                  </a:cubicBezTo>
                  <a:cubicBezTo>
                    <a:pt x="140" y="119"/>
                    <a:pt x="141" y="117"/>
                    <a:pt x="141" y="115"/>
                  </a:cubicBezTo>
                  <a:cubicBezTo>
                    <a:pt x="141" y="114"/>
                    <a:pt x="141" y="112"/>
                    <a:pt x="140" y="111"/>
                  </a:cubicBezTo>
                  <a:cubicBezTo>
                    <a:pt x="140" y="110"/>
                    <a:pt x="138" y="109"/>
                    <a:pt x="137" y="108"/>
                  </a:cubicBezTo>
                  <a:cubicBezTo>
                    <a:pt x="137" y="107"/>
                    <a:pt x="136" y="104"/>
                    <a:pt x="136" y="103"/>
                  </a:cubicBezTo>
                  <a:cubicBezTo>
                    <a:pt x="135" y="103"/>
                    <a:pt x="135" y="101"/>
                    <a:pt x="135" y="100"/>
                  </a:cubicBezTo>
                  <a:cubicBezTo>
                    <a:pt x="135" y="100"/>
                    <a:pt x="136" y="99"/>
                    <a:pt x="136" y="98"/>
                  </a:cubicBezTo>
                  <a:cubicBezTo>
                    <a:pt x="137" y="98"/>
                    <a:pt x="138" y="98"/>
                    <a:pt x="139" y="98"/>
                  </a:cubicBezTo>
                  <a:cubicBezTo>
                    <a:pt x="140" y="99"/>
                    <a:pt x="140" y="100"/>
                    <a:pt x="141" y="100"/>
                  </a:cubicBezTo>
                  <a:cubicBezTo>
                    <a:pt x="142" y="101"/>
                    <a:pt x="144" y="100"/>
                    <a:pt x="145" y="100"/>
                  </a:cubicBezTo>
                  <a:cubicBezTo>
                    <a:pt x="147" y="100"/>
                    <a:pt x="149" y="100"/>
                    <a:pt x="151" y="99"/>
                  </a:cubicBezTo>
                  <a:cubicBezTo>
                    <a:pt x="152" y="99"/>
                    <a:pt x="153" y="98"/>
                    <a:pt x="154" y="97"/>
                  </a:cubicBezTo>
                  <a:cubicBezTo>
                    <a:pt x="156" y="96"/>
                    <a:pt x="158" y="94"/>
                    <a:pt x="159" y="93"/>
                  </a:cubicBezTo>
                  <a:cubicBezTo>
                    <a:pt x="159" y="92"/>
                    <a:pt x="161" y="90"/>
                    <a:pt x="162" y="89"/>
                  </a:cubicBezTo>
                  <a:cubicBezTo>
                    <a:pt x="162" y="87"/>
                    <a:pt x="164" y="84"/>
                    <a:pt x="164" y="82"/>
                  </a:cubicBezTo>
                  <a:cubicBezTo>
                    <a:pt x="164" y="81"/>
                    <a:pt x="164" y="78"/>
                    <a:pt x="164" y="76"/>
                  </a:cubicBezTo>
                  <a:cubicBezTo>
                    <a:pt x="164" y="75"/>
                    <a:pt x="163" y="73"/>
                    <a:pt x="163" y="71"/>
                  </a:cubicBezTo>
                  <a:cubicBezTo>
                    <a:pt x="163" y="71"/>
                    <a:pt x="161" y="69"/>
                    <a:pt x="161" y="68"/>
                  </a:cubicBezTo>
                  <a:cubicBezTo>
                    <a:pt x="160" y="68"/>
                    <a:pt x="158" y="67"/>
                    <a:pt x="157" y="66"/>
                  </a:cubicBezTo>
                  <a:cubicBezTo>
                    <a:pt x="156" y="66"/>
                    <a:pt x="155" y="65"/>
                    <a:pt x="154" y="64"/>
                  </a:cubicBezTo>
                  <a:cubicBezTo>
                    <a:pt x="154" y="64"/>
                    <a:pt x="153" y="62"/>
                    <a:pt x="153" y="62"/>
                  </a:cubicBezTo>
                  <a:cubicBezTo>
                    <a:pt x="152" y="61"/>
                    <a:pt x="152" y="59"/>
                    <a:pt x="152" y="58"/>
                  </a:cubicBezTo>
                  <a:cubicBezTo>
                    <a:pt x="152" y="58"/>
                    <a:pt x="153" y="57"/>
                    <a:pt x="154" y="57"/>
                  </a:cubicBezTo>
                  <a:cubicBezTo>
                    <a:pt x="155" y="57"/>
                    <a:pt x="155" y="58"/>
                    <a:pt x="156" y="58"/>
                  </a:cubicBezTo>
                  <a:cubicBezTo>
                    <a:pt x="157" y="58"/>
                    <a:pt x="159" y="58"/>
                    <a:pt x="160" y="57"/>
                  </a:cubicBezTo>
                  <a:cubicBezTo>
                    <a:pt x="161" y="57"/>
                    <a:pt x="162" y="55"/>
                    <a:pt x="162" y="55"/>
                  </a:cubicBezTo>
                  <a:cubicBezTo>
                    <a:pt x="162" y="54"/>
                    <a:pt x="163" y="52"/>
                    <a:pt x="163" y="51"/>
                  </a:cubicBezTo>
                  <a:cubicBezTo>
                    <a:pt x="163" y="50"/>
                    <a:pt x="162" y="49"/>
                    <a:pt x="161" y="48"/>
                  </a:cubicBezTo>
                  <a:cubicBezTo>
                    <a:pt x="161" y="47"/>
                    <a:pt x="161" y="45"/>
                    <a:pt x="161" y="44"/>
                  </a:cubicBezTo>
                  <a:cubicBezTo>
                    <a:pt x="161" y="43"/>
                    <a:pt x="161" y="40"/>
                    <a:pt x="162" y="38"/>
                  </a:cubicBezTo>
                  <a:cubicBezTo>
                    <a:pt x="162" y="37"/>
                    <a:pt x="162" y="34"/>
                    <a:pt x="162" y="33"/>
                  </a:cubicBezTo>
                  <a:cubicBezTo>
                    <a:pt x="163" y="30"/>
                    <a:pt x="164" y="25"/>
                    <a:pt x="165" y="22"/>
                  </a:cubicBezTo>
                  <a:cubicBezTo>
                    <a:pt x="166" y="21"/>
                    <a:pt x="168" y="17"/>
                    <a:pt x="168" y="16"/>
                  </a:cubicBezTo>
                  <a:cubicBezTo>
                    <a:pt x="169" y="14"/>
                    <a:pt x="171" y="11"/>
                    <a:pt x="171" y="9"/>
                  </a:cubicBezTo>
                  <a:cubicBezTo>
                    <a:pt x="172" y="8"/>
                    <a:pt x="172" y="6"/>
                    <a:pt x="172" y="4"/>
                  </a:cubicBezTo>
                  <a:cubicBezTo>
                    <a:pt x="173" y="4"/>
                    <a:pt x="175" y="4"/>
                    <a:pt x="176" y="4"/>
                  </a:cubicBezTo>
                  <a:cubicBezTo>
                    <a:pt x="177" y="4"/>
                    <a:pt x="179" y="4"/>
                    <a:pt x="179" y="4"/>
                  </a:cubicBezTo>
                  <a:cubicBezTo>
                    <a:pt x="180" y="3"/>
                    <a:pt x="181" y="3"/>
                    <a:pt x="182" y="3"/>
                  </a:cubicBezTo>
                  <a:cubicBezTo>
                    <a:pt x="182" y="3"/>
                    <a:pt x="183" y="1"/>
                    <a:pt x="183" y="1"/>
                  </a:cubicBezTo>
                  <a:cubicBezTo>
                    <a:pt x="184" y="1"/>
                    <a:pt x="185" y="0"/>
                    <a:pt x="185" y="0"/>
                  </a:cubicBezTo>
                  <a:cubicBezTo>
                    <a:pt x="186" y="0"/>
                    <a:pt x="188" y="0"/>
                    <a:pt x="189" y="0"/>
                  </a:cubicBezTo>
                  <a:cubicBezTo>
                    <a:pt x="190" y="1"/>
                    <a:pt x="191" y="1"/>
                    <a:pt x="192" y="2"/>
                  </a:cubicBezTo>
                  <a:cubicBezTo>
                    <a:pt x="193" y="2"/>
                    <a:pt x="195" y="4"/>
                    <a:pt x="196" y="5"/>
                  </a:cubicBezTo>
                  <a:cubicBezTo>
                    <a:pt x="197" y="5"/>
                    <a:pt x="199" y="6"/>
                    <a:pt x="199" y="6"/>
                  </a:cubicBezTo>
                  <a:cubicBezTo>
                    <a:pt x="201" y="6"/>
                    <a:pt x="204" y="6"/>
                    <a:pt x="205" y="6"/>
                  </a:cubicBezTo>
                  <a:cubicBezTo>
                    <a:pt x="207" y="6"/>
                    <a:pt x="210" y="6"/>
                    <a:pt x="212" y="6"/>
                  </a:cubicBezTo>
                  <a:cubicBezTo>
                    <a:pt x="213" y="6"/>
                    <a:pt x="216" y="6"/>
                    <a:pt x="217" y="6"/>
                  </a:cubicBezTo>
                  <a:cubicBezTo>
                    <a:pt x="218" y="6"/>
                    <a:pt x="219" y="6"/>
                    <a:pt x="220" y="5"/>
                  </a:cubicBezTo>
                  <a:cubicBezTo>
                    <a:pt x="220" y="5"/>
                    <a:pt x="221" y="4"/>
                    <a:pt x="221" y="3"/>
                  </a:cubicBezTo>
                  <a:cubicBezTo>
                    <a:pt x="221" y="2"/>
                    <a:pt x="222" y="1"/>
                    <a:pt x="222" y="1"/>
                  </a:cubicBezTo>
                  <a:cubicBezTo>
                    <a:pt x="223" y="0"/>
                    <a:pt x="224" y="0"/>
                    <a:pt x="225" y="0"/>
                  </a:cubicBezTo>
                  <a:cubicBezTo>
                    <a:pt x="226" y="0"/>
                    <a:pt x="227" y="1"/>
                    <a:pt x="228" y="2"/>
                  </a:cubicBezTo>
                  <a:cubicBezTo>
                    <a:pt x="228" y="2"/>
                    <a:pt x="229" y="4"/>
                    <a:pt x="230" y="4"/>
                  </a:cubicBezTo>
                  <a:cubicBezTo>
                    <a:pt x="230" y="4"/>
                    <a:pt x="232" y="4"/>
                    <a:pt x="232" y="4"/>
                  </a:cubicBezTo>
                  <a:cubicBezTo>
                    <a:pt x="233" y="5"/>
                    <a:pt x="235" y="6"/>
                    <a:pt x="235" y="7"/>
                  </a:cubicBezTo>
                  <a:cubicBezTo>
                    <a:pt x="236" y="7"/>
                    <a:pt x="236" y="9"/>
                    <a:pt x="236" y="9"/>
                  </a:cubicBezTo>
                  <a:cubicBezTo>
                    <a:pt x="236" y="10"/>
                    <a:pt x="236" y="11"/>
                    <a:pt x="236" y="12"/>
                  </a:cubicBezTo>
                  <a:cubicBezTo>
                    <a:pt x="235" y="13"/>
                    <a:pt x="234" y="14"/>
                    <a:pt x="234" y="15"/>
                  </a:cubicBezTo>
                  <a:cubicBezTo>
                    <a:pt x="233" y="16"/>
                    <a:pt x="233" y="18"/>
                    <a:pt x="233" y="19"/>
                  </a:cubicBezTo>
                  <a:cubicBezTo>
                    <a:pt x="234" y="21"/>
                    <a:pt x="235" y="23"/>
                    <a:pt x="236" y="24"/>
                  </a:cubicBezTo>
                  <a:cubicBezTo>
                    <a:pt x="237" y="25"/>
                    <a:pt x="238" y="26"/>
                    <a:pt x="239" y="27"/>
                  </a:cubicBezTo>
                  <a:cubicBezTo>
                    <a:pt x="239" y="28"/>
                    <a:pt x="241" y="28"/>
                    <a:pt x="241" y="29"/>
                  </a:cubicBezTo>
                  <a:cubicBezTo>
                    <a:pt x="242" y="29"/>
                    <a:pt x="245" y="30"/>
                    <a:pt x="246" y="30"/>
                  </a:cubicBezTo>
                  <a:cubicBezTo>
                    <a:pt x="247" y="31"/>
                    <a:pt x="248" y="31"/>
                    <a:pt x="249" y="32"/>
                  </a:cubicBezTo>
                  <a:cubicBezTo>
                    <a:pt x="250" y="32"/>
                    <a:pt x="251" y="33"/>
                    <a:pt x="252" y="34"/>
                  </a:cubicBezTo>
                  <a:cubicBezTo>
                    <a:pt x="253" y="35"/>
                    <a:pt x="254" y="37"/>
                    <a:pt x="254" y="37"/>
                  </a:cubicBezTo>
                  <a:cubicBezTo>
                    <a:pt x="255" y="38"/>
                    <a:pt x="256" y="40"/>
                    <a:pt x="256" y="41"/>
                  </a:cubicBezTo>
                  <a:cubicBezTo>
                    <a:pt x="257" y="41"/>
                    <a:pt x="257" y="43"/>
                    <a:pt x="258" y="44"/>
                  </a:cubicBezTo>
                  <a:cubicBezTo>
                    <a:pt x="258" y="44"/>
                    <a:pt x="260" y="44"/>
                    <a:pt x="260" y="45"/>
                  </a:cubicBezTo>
                  <a:cubicBezTo>
                    <a:pt x="261" y="45"/>
                    <a:pt x="263" y="45"/>
                    <a:pt x="263" y="46"/>
                  </a:cubicBezTo>
                  <a:cubicBezTo>
                    <a:pt x="264" y="46"/>
                    <a:pt x="265" y="47"/>
                    <a:pt x="266" y="47"/>
                  </a:cubicBezTo>
                  <a:cubicBezTo>
                    <a:pt x="267" y="48"/>
                    <a:pt x="269" y="49"/>
                    <a:pt x="270" y="50"/>
                  </a:cubicBezTo>
                  <a:cubicBezTo>
                    <a:pt x="271" y="50"/>
                    <a:pt x="273" y="51"/>
                    <a:pt x="274" y="51"/>
                  </a:cubicBezTo>
                  <a:cubicBezTo>
                    <a:pt x="275" y="51"/>
                    <a:pt x="276" y="51"/>
                    <a:pt x="277" y="50"/>
                  </a:cubicBezTo>
                  <a:cubicBezTo>
                    <a:pt x="278" y="50"/>
                    <a:pt x="280" y="51"/>
                    <a:pt x="281" y="50"/>
                  </a:cubicBezTo>
                  <a:cubicBezTo>
                    <a:pt x="282" y="50"/>
                    <a:pt x="284" y="49"/>
                    <a:pt x="285" y="49"/>
                  </a:cubicBezTo>
                  <a:cubicBezTo>
                    <a:pt x="285" y="48"/>
                    <a:pt x="286" y="47"/>
                    <a:pt x="286" y="46"/>
                  </a:cubicBezTo>
                  <a:cubicBezTo>
                    <a:pt x="287" y="46"/>
                    <a:pt x="287" y="45"/>
                    <a:pt x="287" y="44"/>
                  </a:cubicBezTo>
                  <a:cubicBezTo>
                    <a:pt x="288" y="44"/>
                    <a:pt x="290" y="44"/>
                    <a:pt x="292" y="44"/>
                  </a:cubicBezTo>
                  <a:cubicBezTo>
                    <a:pt x="292" y="44"/>
                    <a:pt x="293" y="44"/>
                    <a:pt x="293" y="44"/>
                  </a:cubicBezTo>
                  <a:cubicBezTo>
                    <a:pt x="294" y="44"/>
                    <a:pt x="295" y="45"/>
                    <a:pt x="295" y="46"/>
                  </a:cubicBezTo>
                  <a:cubicBezTo>
                    <a:pt x="295" y="47"/>
                    <a:pt x="295" y="48"/>
                    <a:pt x="295" y="49"/>
                  </a:cubicBezTo>
                  <a:cubicBezTo>
                    <a:pt x="296" y="50"/>
                    <a:pt x="297" y="51"/>
                    <a:pt x="298" y="52"/>
                  </a:cubicBezTo>
                  <a:cubicBezTo>
                    <a:pt x="299" y="53"/>
                    <a:pt x="302" y="54"/>
                    <a:pt x="303" y="55"/>
                  </a:cubicBezTo>
                  <a:cubicBezTo>
                    <a:pt x="305" y="56"/>
                    <a:pt x="307" y="59"/>
                    <a:pt x="309" y="60"/>
                  </a:cubicBezTo>
                  <a:cubicBezTo>
                    <a:pt x="310" y="62"/>
                    <a:pt x="312" y="65"/>
                    <a:pt x="313" y="66"/>
                  </a:cubicBezTo>
                  <a:cubicBezTo>
                    <a:pt x="315" y="69"/>
                    <a:pt x="318" y="73"/>
                    <a:pt x="319" y="75"/>
                  </a:cubicBezTo>
                  <a:cubicBezTo>
                    <a:pt x="320" y="76"/>
                    <a:pt x="322" y="79"/>
                    <a:pt x="323" y="81"/>
                  </a:cubicBezTo>
                  <a:cubicBezTo>
                    <a:pt x="324" y="83"/>
                    <a:pt x="325" y="87"/>
                    <a:pt x="325" y="88"/>
                  </a:cubicBezTo>
                  <a:cubicBezTo>
                    <a:pt x="325" y="90"/>
                    <a:pt x="325" y="94"/>
                    <a:pt x="325" y="96"/>
                  </a:cubicBezTo>
                  <a:cubicBezTo>
                    <a:pt x="326" y="97"/>
                    <a:pt x="327" y="100"/>
                    <a:pt x="328" y="101"/>
                  </a:cubicBezTo>
                  <a:cubicBezTo>
                    <a:pt x="328" y="103"/>
                    <a:pt x="331" y="105"/>
                    <a:pt x="332" y="105"/>
                  </a:cubicBezTo>
                  <a:cubicBezTo>
                    <a:pt x="333" y="106"/>
                    <a:pt x="336" y="105"/>
                    <a:pt x="337" y="105"/>
                  </a:cubicBezTo>
                  <a:cubicBezTo>
                    <a:pt x="338" y="106"/>
                    <a:pt x="339" y="107"/>
                    <a:pt x="340" y="108"/>
                  </a:cubicBezTo>
                  <a:cubicBezTo>
                    <a:pt x="340" y="109"/>
                    <a:pt x="341" y="112"/>
                    <a:pt x="341" y="113"/>
                  </a:cubicBezTo>
                  <a:cubicBezTo>
                    <a:pt x="341" y="114"/>
                    <a:pt x="340" y="117"/>
                    <a:pt x="340" y="118"/>
                  </a:cubicBezTo>
                  <a:cubicBezTo>
                    <a:pt x="339" y="119"/>
                    <a:pt x="337" y="121"/>
                    <a:pt x="336" y="122"/>
                  </a:cubicBezTo>
                  <a:cubicBezTo>
                    <a:pt x="335" y="123"/>
                    <a:pt x="333" y="125"/>
                    <a:pt x="332" y="126"/>
                  </a:cubicBezTo>
                  <a:cubicBezTo>
                    <a:pt x="331" y="127"/>
                    <a:pt x="330" y="131"/>
                    <a:pt x="329" y="133"/>
                  </a:cubicBezTo>
                  <a:cubicBezTo>
                    <a:pt x="328" y="134"/>
                    <a:pt x="328" y="138"/>
                    <a:pt x="327" y="139"/>
                  </a:cubicBezTo>
                  <a:cubicBezTo>
                    <a:pt x="326" y="141"/>
                    <a:pt x="325" y="145"/>
                    <a:pt x="324" y="147"/>
                  </a:cubicBezTo>
                  <a:cubicBezTo>
                    <a:pt x="324" y="149"/>
                    <a:pt x="324" y="153"/>
                    <a:pt x="324" y="156"/>
                  </a:cubicBezTo>
                  <a:cubicBezTo>
                    <a:pt x="324" y="158"/>
                    <a:pt x="323" y="162"/>
                    <a:pt x="323" y="164"/>
                  </a:cubicBezTo>
                  <a:cubicBezTo>
                    <a:pt x="323" y="166"/>
                    <a:pt x="323" y="169"/>
                    <a:pt x="323" y="170"/>
                  </a:cubicBezTo>
                  <a:cubicBezTo>
                    <a:pt x="324" y="172"/>
                    <a:pt x="324" y="175"/>
                    <a:pt x="325" y="177"/>
                  </a:cubicBezTo>
                  <a:cubicBezTo>
                    <a:pt x="325" y="178"/>
                    <a:pt x="326" y="180"/>
                    <a:pt x="327" y="181"/>
                  </a:cubicBezTo>
                  <a:cubicBezTo>
                    <a:pt x="327" y="183"/>
                    <a:pt x="327" y="186"/>
                    <a:pt x="328" y="187"/>
                  </a:cubicBezTo>
                  <a:cubicBezTo>
                    <a:pt x="328" y="189"/>
                    <a:pt x="331" y="191"/>
                    <a:pt x="331" y="192"/>
                  </a:cubicBezTo>
                  <a:cubicBezTo>
                    <a:pt x="332" y="194"/>
                    <a:pt x="332" y="197"/>
                    <a:pt x="332" y="199"/>
                  </a:cubicBezTo>
                  <a:cubicBezTo>
                    <a:pt x="332" y="201"/>
                    <a:pt x="331" y="205"/>
                    <a:pt x="331" y="207"/>
                  </a:cubicBezTo>
                  <a:cubicBezTo>
                    <a:pt x="331" y="209"/>
                    <a:pt x="331" y="213"/>
                    <a:pt x="331" y="215"/>
                  </a:cubicBezTo>
                  <a:cubicBezTo>
                    <a:pt x="331" y="216"/>
                    <a:pt x="330" y="219"/>
                    <a:pt x="330" y="220"/>
                  </a:cubicBezTo>
                  <a:cubicBezTo>
                    <a:pt x="329" y="221"/>
                    <a:pt x="328" y="223"/>
                    <a:pt x="328" y="225"/>
                  </a:cubicBezTo>
                  <a:cubicBezTo>
                    <a:pt x="327" y="226"/>
                    <a:pt x="327" y="228"/>
                    <a:pt x="327" y="229"/>
                  </a:cubicBezTo>
                  <a:cubicBezTo>
                    <a:pt x="326" y="230"/>
                    <a:pt x="325" y="232"/>
                    <a:pt x="324" y="233"/>
                  </a:cubicBezTo>
                  <a:cubicBezTo>
                    <a:pt x="323" y="234"/>
                    <a:pt x="323" y="238"/>
                    <a:pt x="323" y="240"/>
                  </a:cubicBezTo>
                  <a:cubicBezTo>
                    <a:pt x="323" y="241"/>
                    <a:pt x="323" y="244"/>
                    <a:pt x="323" y="245"/>
                  </a:cubicBezTo>
                  <a:cubicBezTo>
                    <a:pt x="324" y="246"/>
                    <a:pt x="324" y="249"/>
                    <a:pt x="325" y="250"/>
                  </a:cubicBezTo>
                  <a:cubicBezTo>
                    <a:pt x="325" y="251"/>
                    <a:pt x="328" y="252"/>
                    <a:pt x="329" y="253"/>
                  </a:cubicBezTo>
                  <a:cubicBezTo>
                    <a:pt x="330" y="255"/>
                    <a:pt x="332" y="257"/>
                    <a:pt x="333" y="259"/>
                  </a:cubicBezTo>
                  <a:cubicBezTo>
                    <a:pt x="334" y="259"/>
                    <a:pt x="334" y="261"/>
                    <a:pt x="334" y="262"/>
                  </a:cubicBezTo>
                  <a:cubicBezTo>
                    <a:pt x="335" y="263"/>
                    <a:pt x="335" y="266"/>
                    <a:pt x="334" y="267"/>
                  </a:cubicBezTo>
                  <a:cubicBezTo>
                    <a:pt x="334" y="268"/>
                    <a:pt x="332" y="270"/>
                    <a:pt x="331" y="272"/>
                  </a:cubicBezTo>
                  <a:cubicBezTo>
                    <a:pt x="330" y="273"/>
                    <a:pt x="328" y="276"/>
                    <a:pt x="327" y="278"/>
                  </a:cubicBezTo>
                  <a:cubicBezTo>
                    <a:pt x="327" y="279"/>
                    <a:pt x="326" y="281"/>
                    <a:pt x="325" y="282"/>
                  </a:cubicBezTo>
                  <a:cubicBezTo>
                    <a:pt x="325" y="283"/>
                    <a:pt x="323" y="285"/>
                    <a:pt x="322" y="286"/>
                  </a:cubicBezTo>
                  <a:cubicBezTo>
                    <a:pt x="322" y="287"/>
                    <a:pt x="320" y="289"/>
                    <a:pt x="320" y="290"/>
                  </a:cubicBezTo>
                  <a:cubicBezTo>
                    <a:pt x="320" y="291"/>
                    <a:pt x="320" y="294"/>
                    <a:pt x="320" y="296"/>
                  </a:cubicBezTo>
                  <a:cubicBezTo>
                    <a:pt x="320" y="298"/>
                    <a:pt x="320" y="301"/>
                    <a:pt x="320" y="302"/>
                  </a:cubicBezTo>
                  <a:cubicBezTo>
                    <a:pt x="320" y="303"/>
                    <a:pt x="321" y="306"/>
                    <a:pt x="321" y="308"/>
                  </a:cubicBezTo>
                  <a:cubicBezTo>
                    <a:pt x="322" y="309"/>
                    <a:pt x="322" y="311"/>
                    <a:pt x="323" y="312"/>
                  </a:cubicBezTo>
                  <a:cubicBezTo>
                    <a:pt x="323" y="313"/>
                    <a:pt x="324" y="316"/>
                    <a:pt x="325" y="317"/>
                  </a:cubicBezTo>
                  <a:cubicBezTo>
                    <a:pt x="326" y="319"/>
                    <a:pt x="328" y="321"/>
                    <a:pt x="328" y="323"/>
                  </a:cubicBezTo>
                  <a:cubicBezTo>
                    <a:pt x="329" y="324"/>
                    <a:pt x="331" y="327"/>
                    <a:pt x="332" y="328"/>
                  </a:cubicBezTo>
                  <a:cubicBezTo>
                    <a:pt x="333" y="329"/>
                    <a:pt x="334" y="332"/>
                    <a:pt x="335" y="332"/>
                  </a:cubicBezTo>
                  <a:cubicBezTo>
                    <a:pt x="336" y="333"/>
                    <a:pt x="338" y="334"/>
                    <a:pt x="339" y="335"/>
                  </a:cubicBezTo>
                  <a:cubicBezTo>
                    <a:pt x="339" y="336"/>
                    <a:pt x="340" y="338"/>
                    <a:pt x="340" y="339"/>
                  </a:cubicBezTo>
                  <a:cubicBezTo>
                    <a:pt x="340" y="340"/>
                    <a:pt x="340" y="342"/>
                    <a:pt x="340" y="343"/>
                  </a:cubicBezTo>
                  <a:cubicBezTo>
                    <a:pt x="339" y="344"/>
                    <a:pt x="338" y="346"/>
                    <a:pt x="338" y="346"/>
                  </a:cubicBezTo>
                  <a:cubicBezTo>
                    <a:pt x="337" y="347"/>
                    <a:pt x="334" y="348"/>
                    <a:pt x="333" y="348"/>
                  </a:cubicBezTo>
                  <a:cubicBezTo>
                    <a:pt x="332" y="348"/>
                    <a:pt x="330" y="348"/>
                    <a:pt x="328" y="348"/>
                  </a:cubicBezTo>
                  <a:cubicBezTo>
                    <a:pt x="328" y="348"/>
                    <a:pt x="326" y="349"/>
                    <a:pt x="326" y="350"/>
                  </a:cubicBezTo>
                  <a:cubicBezTo>
                    <a:pt x="325" y="350"/>
                    <a:pt x="324" y="353"/>
                    <a:pt x="323" y="353"/>
                  </a:cubicBezTo>
                  <a:cubicBezTo>
                    <a:pt x="322" y="354"/>
                    <a:pt x="319" y="354"/>
                    <a:pt x="318" y="355"/>
                  </a:cubicBezTo>
                  <a:cubicBezTo>
                    <a:pt x="317" y="356"/>
                    <a:pt x="317" y="357"/>
                    <a:pt x="317" y="358"/>
                  </a:cubicBezTo>
                  <a:cubicBezTo>
                    <a:pt x="316" y="359"/>
                    <a:pt x="317" y="362"/>
                    <a:pt x="317" y="363"/>
                  </a:cubicBezTo>
                  <a:cubicBezTo>
                    <a:pt x="317" y="364"/>
                    <a:pt x="317" y="367"/>
                    <a:pt x="316" y="368"/>
                  </a:cubicBezTo>
                  <a:cubicBezTo>
                    <a:pt x="316" y="369"/>
                    <a:pt x="315" y="370"/>
                    <a:pt x="314" y="371"/>
                  </a:cubicBezTo>
                  <a:cubicBezTo>
                    <a:pt x="313" y="372"/>
                    <a:pt x="310" y="373"/>
                    <a:pt x="308" y="374"/>
                  </a:cubicBezTo>
                  <a:cubicBezTo>
                    <a:pt x="306" y="374"/>
                    <a:pt x="303" y="374"/>
                    <a:pt x="301" y="374"/>
                  </a:cubicBezTo>
                  <a:cubicBezTo>
                    <a:pt x="300" y="374"/>
                    <a:pt x="298" y="374"/>
                    <a:pt x="297" y="374"/>
                  </a:cubicBezTo>
                  <a:cubicBezTo>
                    <a:pt x="295" y="374"/>
                    <a:pt x="293" y="373"/>
                    <a:pt x="292" y="374"/>
                  </a:cubicBezTo>
                  <a:cubicBezTo>
                    <a:pt x="291" y="374"/>
                    <a:pt x="290" y="374"/>
                    <a:pt x="290" y="374"/>
                  </a:cubicBezTo>
                  <a:cubicBezTo>
                    <a:pt x="289" y="375"/>
                    <a:pt x="289" y="375"/>
                    <a:pt x="289" y="375"/>
                  </a:cubicBezTo>
                  <a:cubicBezTo>
                    <a:pt x="288" y="374"/>
                    <a:pt x="287" y="373"/>
                    <a:pt x="286" y="373"/>
                  </a:cubicBezTo>
                  <a:cubicBezTo>
                    <a:pt x="285" y="372"/>
                    <a:pt x="284" y="369"/>
                    <a:pt x="284" y="368"/>
                  </a:cubicBezTo>
                  <a:cubicBezTo>
                    <a:pt x="282" y="366"/>
                    <a:pt x="278" y="363"/>
                    <a:pt x="276" y="363"/>
                  </a:cubicBezTo>
                  <a:cubicBezTo>
                    <a:pt x="274" y="362"/>
                    <a:pt x="268" y="363"/>
                    <a:pt x="266" y="364"/>
                  </a:cubicBezTo>
                  <a:cubicBezTo>
                    <a:pt x="264" y="364"/>
                    <a:pt x="262" y="365"/>
                    <a:pt x="261" y="365"/>
                  </a:cubicBezTo>
                  <a:cubicBezTo>
                    <a:pt x="259" y="365"/>
                    <a:pt x="256" y="365"/>
                    <a:pt x="254" y="365"/>
                  </a:cubicBezTo>
                  <a:cubicBezTo>
                    <a:pt x="254" y="365"/>
                    <a:pt x="252" y="365"/>
                    <a:pt x="251" y="364"/>
                  </a:cubicBezTo>
                  <a:cubicBezTo>
                    <a:pt x="250" y="364"/>
                    <a:pt x="249" y="362"/>
                    <a:pt x="248" y="361"/>
                  </a:cubicBezTo>
                  <a:cubicBezTo>
                    <a:pt x="247" y="360"/>
                    <a:pt x="246" y="357"/>
                    <a:pt x="245" y="355"/>
                  </a:cubicBezTo>
                  <a:cubicBezTo>
                    <a:pt x="245" y="354"/>
                    <a:pt x="243" y="352"/>
                    <a:pt x="241" y="351"/>
                  </a:cubicBezTo>
                  <a:cubicBezTo>
                    <a:pt x="240" y="351"/>
                    <a:pt x="238" y="350"/>
                    <a:pt x="237" y="350"/>
                  </a:cubicBezTo>
                  <a:cubicBezTo>
                    <a:pt x="236" y="350"/>
                    <a:pt x="233" y="350"/>
                    <a:pt x="232" y="351"/>
                  </a:cubicBezTo>
                  <a:cubicBezTo>
                    <a:pt x="231" y="351"/>
                    <a:pt x="228" y="353"/>
                    <a:pt x="228" y="354"/>
                  </a:cubicBezTo>
                  <a:cubicBezTo>
                    <a:pt x="227" y="355"/>
                    <a:pt x="227" y="357"/>
                    <a:pt x="227" y="358"/>
                  </a:cubicBezTo>
                  <a:cubicBezTo>
                    <a:pt x="227" y="359"/>
                    <a:pt x="227" y="362"/>
                    <a:pt x="226" y="363"/>
                  </a:cubicBezTo>
                  <a:cubicBezTo>
                    <a:pt x="226" y="363"/>
                    <a:pt x="225" y="365"/>
                    <a:pt x="224" y="366"/>
                  </a:cubicBezTo>
                  <a:cubicBezTo>
                    <a:pt x="223" y="366"/>
                    <a:pt x="221" y="367"/>
                    <a:pt x="220" y="367"/>
                  </a:cubicBezTo>
                  <a:cubicBezTo>
                    <a:pt x="217" y="368"/>
                    <a:pt x="212" y="367"/>
                    <a:pt x="210" y="367"/>
                  </a:cubicBezTo>
                  <a:cubicBezTo>
                    <a:pt x="208" y="366"/>
                    <a:pt x="205" y="365"/>
                    <a:pt x="203" y="365"/>
                  </a:cubicBezTo>
                  <a:cubicBezTo>
                    <a:pt x="202" y="365"/>
                    <a:pt x="199" y="365"/>
                    <a:pt x="198" y="365"/>
                  </a:cubicBezTo>
                  <a:cubicBezTo>
                    <a:pt x="197" y="366"/>
                    <a:pt x="195" y="368"/>
                    <a:pt x="194" y="369"/>
                  </a:cubicBezTo>
                  <a:cubicBezTo>
                    <a:pt x="193" y="370"/>
                    <a:pt x="191" y="372"/>
                    <a:pt x="190" y="373"/>
                  </a:cubicBezTo>
                  <a:cubicBezTo>
                    <a:pt x="189" y="373"/>
                    <a:pt x="187" y="373"/>
                    <a:pt x="186" y="373"/>
                  </a:cubicBezTo>
                  <a:cubicBezTo>
                    <a:pt x="184" y="373"/>
                    <a:pt x="181" y="372"/>
                    <a:pt x="180" y="372"/>
                  </a:cubicBezTo>
                  <a:cubicBezTo>
                    <a:pt x="178" y="371"/>
                    <a:pt x="176" y="370"/>
                    <a:pt x="175" y="369"/>
                  </a:cubicBezTo>
                  <a:cubicBezTo>
                    <a:pt x="174" y="369"/>
                    <a:pt x="172" y="367"/>
                    <a:pt x="171" y="366"/>
                  </a:cubicBezTo>
                  <a:cubicBezTo>
                    <a:pt x="171" y="365"/>
                    <a:pt x="171" y="363"/>
                    <a:pt x="172" y="362"/>
                  </a:cubicBezTo>
                  <a:cubicBezTo>
                    <a:pt x="172" y="361"/>
                    <a:pt x="173" y="359"/>
                    <a:pt x="174" y="359"/>
                  </a:cubicBezTo>
                  <a:cubicBezTo>
                    <a:pt x="175" y="358"/>
                    <a:pt x="178" y="356"/>
                    <a:pt x="179" y="355"/>
                  </a:cubicBezTo>
                  <a:cubicBezTo>
                    <a:pt x="180" y="353"/>
                    <a:pt x="183" y="351"/>
                    <a:pt x="184" y="349"/>
                  </a:cubicBezTo>
                  <a:cubicBezTo>
                    <a:pt x="184" y="347"/>
                    <a:pt x="185" y="343"/>
                    <a:pt x="185" y="341"/>
                  </a:cubicBezTo>
                  <a:cubicBezTo>
                    <a:pt x="186" y="339"/>
                    <a:pt x="187" y="334"/>
                    <a:pt x="187" y="332"/>
                  </a:cubicBezTo>
                  <a:cubicBezTo>
                    <a:pt x="187" y="330"/>
                    <a:pt x="187" y="327"/>
                    <a:pt x="187" y="325"/>
                  </a:cubicBezTo>
                  <a:cubicBezTo>
                    <a:pt x="186" y="323"/>
                    <a:pt x="186" y="319"/>
                    <a:pt x="185" y="317"/>
                  </a:cubicBezTo>
                  <a:cubicBezTo>
                    <a:pt x="184" y="315"/>
                    <a:pt x="182" y="313"/>
                    <a:pt x="181" y="312"/>
                  </a:cubicBezTo>
                  <a:cubicBezTo>
                    <a:pt x="180" y="311"/>
                    <a:pt x="178" y="310"/>
                    <a:pt x="177" y="311"/>
                  </a:cubicBezTo>
                  <a:cubicBezTo>
                    <a:pt x="176" y="311"/>
                    <a:pt x="175" y="312"/>
                    <a:pt x="174" y="312"/>
                  </a:cubicBezTo>
                  <a:cubicBezTo>
                    <a:pt x="172" y="313"/>
                    <a:pt x="169" y="312"/>
                    <a:pt x="168" y="312"/>
                  </a:cubicBezTo>
                  <a:cubicBezTo>
                    <a:pt x="166" y="312"/>
                    <a:pt x="162" y="312"/>
                    <a:pt x="160" y="313"/>
                  </a:cubicBezTo>
                  <a:cubicBezTo>
                    <a:pt x="159" y="313"/>
                    <a:pt x="158" y="315"/>
                    <a:pt x="157" y="316"/>
                  </a:cubicBezTo>
                  <a:cubicBezTo>
                    <a:pt x="156" y="316"/>
                    <a:pt x="156" y="318"/>
                    <a:pt x="155" y="319"/>
                  </a:cubicBezTo>
                  <a:cubicBezTo>
                    <a:pt x="154" y="320"/>
                    <a:pt x="151" y="321"/>
                    <a:pt x="150" y="321"/>
                  </a:cubicBezTo>
                  <a:cubicBezTo>
                    <a:pt x="149" y="322"/>
                    <a:pt x="146" y="323"/>
                    <a:pt x="145" y="323"/>
                  </a:cubicBezTo>
                  <a:cubicBezTo>
                    <a:pt x="143" y="323"/>
                    <a:pt x="140" y="322"/>
                    <a:pt x="139" y="321"/>
                  </a:cubicBezTo>
                  <a:cubicBezTo>
                    <a:pt x="137" y="320"/>
                    <a:pt x="135" y="319"/>
                    <a:pt x="134" y="318"/>
                  </a:cubicBezTo>
                  <a:cubicBezTo>
                    <a:pt x="133" y="317"/>
                    <a:pt x="131" y="315"/>
                    <a:pt x="131" y="314"/>
                  </a:cubicBezTo>
                  <a:cubicBezTo>
                    <a:pt x="130" y="313"/>
                    <a:pt x="129" y="311"/>
                    <a:pt x="128" y="310"/>
                  </a:cubicBezTo>
                  <a:cubicBezTo>
                    <a:pt x="127" y="310"/>
                    <a:pt x="125" y="310"/>
                    <a:pt x="124" y="310"/>
                  </a:cubicBezTo>
                  <a:cubicBezTo>
                    <a:pt x="123" y="310"/>
                    <a:pt x="120" y="312"/>
                    <a:pt x="118" y="313"/>
                  </a:cubicBezTo>
                  <a:cubicBezTo>
                    <a:pt x="117" y="313"/>
                    <a:pt x="115" y="314"/>
                    <a:pt x="114" y="315"/>
                  </a:cubicBezTo>
                  <a:cubicBezTo>
                    <a:pt x="113" y="316"/>
                    <a:pt x="110" y="319"/>
                    <a:pt x="109" y="320"/>
                  </a:cubicBezTo>
                  <a:cubicBezTo>
                    <a:pt x="108" y="322"/>
                    <a:pt x="104" y="324"/>
                    <a:pt x="103" y="326"/>
                  </a:cubicBezTo>
                  <a:cubicBezTo>
                    <a:pt x="102" y="327"/>
                    <a:pt x="101" y="332"/>
                    <a:pt x="100" y="334"/>
                  </a:cubicBezTo>
                  <a:cubicBezTo>
                    <a:pt x="100" y="335"/>
                    <a:pt x="100" y="337"/>
                    <a:pt x="100" y="338"/>
                  </a:cubicBezTo>
                  <a:cubicBezTo>
                    <a:pt x="99" y="340"/>
                    <a:pt x="99" y="343"/>
                    <a:pt x="98" y="344"/>
                  </a:cubicBezTo>
                  <a:cubicBezTo>
                    <a:pt x="98" y="345"/>
                    <a:pt x="96" y="347"/>
                    <a:pt x="95" y="348"/>
                  </a:cubicBezTo>
                  <a:cubicBezTo>
                    <a:pt x="94" y="348"/>
                    <a:pt x="93" y="350"/>
                    <a:pt x="92" y="350"/>
                  </a:cubicBezTo>
                  <a:cubicBezTo>
                    <a:pt x="91" y="351"/>
                    <a:pt x="88" y="351"/>
                    <a:pt x="87" y="351"/>
                  </a:cubicBezTo>
                  <a:cubicBezTo>
                    <a:pt x="85" y="352"/>
                    <a:pt x="81" y="351"/>
                    <a:pt x="79" y="351"/>
                  </a:cubicBezTo>
                  <a:cubicBezTo>
                    <a:pt x="77" y="351"/>
                    <a:pt x="73" y="351"/>
                    <a:pt x="72" y="351"/>
                  </a:cubicBezTo>
                  <a:cubicBezTo>
                    <a:pt x="70" y="352"/>
                    <a:pt x="68" y="354"/>
                    <a:pt x="67" y="355"/>
                  </a:cubicBezTo>
                  <a:cubicBezTo>
                    <a:pt x="66" y="356"/>
                    <a:pt x="65" y="358"/>
                    <a:pt x="64" y="358"/>
                  </a:cubicBezTo>
                  <a:cubicBezTo>
                    <a:pt x="64" y="360"/>
                    <a:pt x="63" y="362"/>
                    <a:pt x="62" y="363"/>
                  </a:cubicBezTo>
                  <a:cubicBezTo>
                    <a:pt x="61" y="364"/>
                    <a:pt x="58" y="367"/>
                    <a:pt x="57" y="368"/>
                  </a:cubicBezTo>
                  <a:cubicBezTo>
                    <a:pt x="56" y="369"/>
                    <a:pt x="53" y="370"/>
                    <a:pt x="52" y="370"/>
                  </a:cubicBezTo>
                  <a:cubicBezTo>
                    <a:pt x="50" y="371"/>
                    <a:pt x="47" y="372"/>
                    <a:pt x="46" y="372"/>
                  </a:cubicBezTo>
                  <a:cubicBezTo>
                    <a:pt x="44" y="373"/>
                    <a:pt x="42" y="373"/>
                    <a:pt x="41" y="374"/>
                  </a:cubicBezTo>
                  <a:cubicBezTo>
                    <a:pt x="39" y="375"/>
                    <a:pt x="37" y="377"/>
                    <a:pt x="36" y="379"/>
                  </a:cubicBezTo>
                  <a:cubicBezTo>
                    <a:pt x="35" y="380"/>
                    <a:pt x="34" y="382"/>
                    <a:pt x="33" y="383"/>
                  </a:cubicBezTo>
                  <a:cubicBezTo>
                    <a:pt x="32" y="384"/>
                    <a:pt x="30" y="386"/>
                    <a:pt x="28" y="387"/>
                  </a:cubicBezTo>
                  <a:cubicBezTo>
                    <a:pt x="27" y="387"/>
                    <a:pt x="25" y="388"/>
                    <a:pt x="24" y="388"/>
                  </a:cubicBezTo>
                  <a:cubicBezTo>
                    <a:pt x="22" y="389"/>
                    <a:pt x="20" y="389"/>
                    <a:pt x="19" y="388"/>
                  </a:cubicBezTo>
                  <a:cubicBezTo>
                    <a:pt x="18" y="388"/>
                    <a:pt x="17" y="388"/>
                    <a:pt x="17" y="38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2"/>
            <p:cNvSpPr>
              <a:spLocks/>
            </p:cNvSpPr>
            <p:nvPr/>
          </p:nvSpPr>
          <p:spPr bwMode="auto">
            <a:xfrm>
              <a:off x="4360863" y="2273300"/>
              <a:ext cx="812800" cy="666750"/>
            </a:xfrm>
            <a:custGeom>
              <a:avLst/>
              <a:gdLst/>
              <a:ahLst/>
              <a:cxnLst>
                <a:cxn ang="0">
                  <a:pos x="484" y="219"/>
                </a:cxn>
                <a:cxn ang="0">
                  <a:pos x="476" y="258"/>
                </a:cxn>
                <a:cxn ang="0">
                  <a:pos x="458" y="280"/>
                </a:cxn>
                <a:cxn ang="0">
                  <a:pos x="454" y="314"/>
                </a:cxn>
                <a:cxn ang="0">
                  <a:pos x="422" y="329"/>
                </a:cxn>
                <a:cxn ang="0">
                  <a:pos x="383" y="333"/>
                </a:cxn>
                <a:cxn ang="0">
                  <a:pos x="334" y="342"/>
                </a:cxn>
                <a:cxn ang="0">
                  <a:pos x="291" y="337"/>
                </a:cxn>
                <a:cxn ang="0">
                  <a:pos x="262" y="338"/>
                </a:cxn>
                <a:cxn ang="0">
                  <a:pos x="228" y="355"/>
                </a:cxn>
                <a:cxn ang="0">
                  <a:pos x="208" y="356"/>
                </a:cxn>
                <a:cxn ang="0">
                  <a:pos x="178" y="388"/>
                </a:cxn>
                <a:cxn ang="0">
                  <a:pos x="159" y="396"/>
                </a:cxn>
                <a:cxn ang="0">
                  <a:pos x="164" y="371"/>
                </a:cxn>
                <a:cxn ang="0">
                  <a:pos x="147" y="349"/>
                </a:cxn>
                <a:cxn ang="0">
                  <a:pos x="129" y="338"/>
                </a:cxn>
                <a:cxn ang="0">
                  <a:pos x="117" y="311"/>
                </a:cxn>
                <a:cxn ang="0">
                  <a:pos x="98" y="304"/>
                </a:cxn>
                <a:cxn ang="0">
                  <a:pos x="87" y="325"/>
                </a:cxn>
                <a:cxn ang="0">
                  <a:pos x="88" y="350"/>
                </a:cxn>
                <a:cxn ang="0">
                  <a:pos x="70" y="359"/>
                </a:cxn>
                <a:cxn ang="0">
                  <a:pos x="38" y="351"/>
                </a:cxn>
                <a:cxn ang="0">
                  <a:pos x="23" y="320"/>
                </a:cxn>
                <a:cxn ang="0">
                  <a:pos x="14" y="289"/>
                </a:cxn>
                <a:cxn ang="0">
                  <a:pos x="4" y="280"/>
                </a:cxn>
                <a:cxn ang="0">
                  <a:pos x="12" y="258"/>
                </a:cxn>
                <a:cxn ang="0">
                  <a:pos x="37" y="245"/>
                </a:cxn>
                <a:cxn ang="0">
                  <a:pos x="52" y="230"/>
                </a:cxn>
                <a:cxn ang="0">
                  <a:pos x="67" y="207"/>
                </a:cxn>
                <a:cxn ang="0">
                  <a:pos x="96" y="196"/>
                </a:cxn>
                <a:cxn ang="0">
                  <a:pos x="122" y="181"/>
                </a:cxn>
                <a:cxn ang="0">
                  <a:pos x="130" y="164"/>
                </a:cxn>
                <a:cxn ang="0">
                  <a:pos x="151" y="157"/>
                </a:cxn>
                <a:cxn ang="0">
                  <a:pos x="163" y="151"/>
                </a:cxn>
                <a:cxn ang="0">
                  <a:pos x="175" y="149"/>
                </a:cxn>
                <a:cxn ang="0">
                  <a:pos x="186" y="127"/>
                </a:cxn>
                <a:cxn ang="0">
                  <a:pos x="170" y="112"/>
                </a:cxn>
                <a:cxn ang="0">
                  <a:pos x="163" y="89"/>
                </a:cxn>
                <a:cxn ang="0">
                  <a:pos x="176" y="78"/>
                </a:cxn>
                <a:cxn ang="0">
                  <a:pos x="204" y="60"/>
                </a:cxn>
                <a:cxn ang="0">
                  <a:pos x="231" y="41"/>
                </a:cxn>
                <a:cxn ang="0">
                  <a:pos x="252" y="24"/>
                </a:cxn>
                <a:cxn ang="0">
                  <a:pos x="280" y="0"/>
                </a:cxn>
                <a:cxn ang="0">
                  <a:pos x="307" y="9"/>
                </a:cxn>
                <a:cxn ang="0">
                  <a:pos x="333" y="2"/>
                </a:cxn>
                <a:cxn ang="0">
                  <a:pos x="331" y="45"/>
                </a:cxn>
                <a:cxn ang="0">
                  <a:pos x="338" y="63"/>
                </a:cxn>
                <a:cxn ang="0">
                  <a:pos x="372" y="57"/>
                </a:cxn>
                <a:cxn ang="0">
                  <a:pos x="389" y="40"/>
                </a:cxn>
                <a:cxn ang="0">
                  <a:pos x="413" y="55"/>
                </a:cxn>
                <a:cxn ang="0">
                  <a:pos x="440" y="68"/>
                </a:cxn>
                <a:cxn ang="0">
                  <a:pos x="424" y="75"/>
                </a:cxn>
                <a:cxn ang="0">
                  <a:pos x="419" y="112"/>
                </a:cxn>
                <a:cxn ang="0">
                  <a:pos x="449" y="136"/>
                </a:cxn>
                <a:cxn ang="0">
                  <a:pos x="478" y="168"/>
                </a:cxn>
              </a:cxnLst>
              <a:rect l="0" t="0" r="r" b="b"/>
              <a:pathLst>
                <a:path w="490" h="402">
                  <a:moveTo>
                    <a:pt x="490" y="193"/>
                  </a:moveTo>
                  <a:cubicBezTo>
                    <a:pt x="490" y="195"/>
                    <a:pt x="490" y="198"/>
                    <a:pt x="490" y="199"/>
                  </a:cubicBezTo>
                  <a:cubicBezTo>
                    <a:pt x="490" y="200"/>
                    <a:pt x="489" y="203"/>
                    <a:pt x="489" y="204"/>
                  </a:cubicBezTo>
                  <a:cubicBezTo>
                    <a:pt x="488" y="205"/>
                    <a:pt x="486" y="208"/>
                    <a:pt x="486" y="209"/>
                  </a:cubicBezTo>
                  <a:cubicBezTo>
                    <a:pt x="485" y="210"/>
                    <a:pt x="484" y="213"/>
                    <a:pt x="484" y="214"/>
                  </a:cubicBezTo>
                  <a:cubicBezTo>
                    <a:pt x="483" y="215"/>
                    <a:pt x="484" y="218"/>
                    <a:pt x="484" y="219"/>
                  </a:cubicBezTo>
                  <a:cubicBezTo>
                    <a:pt x="484" y="221"/>
                    <a:pt x="485" y="225"/>
                    <a:pt x="485" y="227"/>
                  </a:cubicBezTo>
                  <a:cubicBezTo>
                    <a:pt x="485" y="229"/>
                    <a:pt x="485" y="235"/>
                    <a:pt x="485" y="238"/>
                  </a:cubicBezTo>
                  <a:cubicBezTo>
                    <a:pt x="485" y="239"/>
                    <a:pt x="484" y="243"/>
                    <a:pt x="484" y="244"/>
                  </a:cubicBezTo>
                  <a:cubicBezTo>
                    <a:pt x="484" y="246"/>
                    <a:pt x="484" y="250"/>
                    <a:pt x="483" y="252"/>
                  </a:cubicBezTo>
                  <a:cubicBezTo>
                    <a:pt x="482" y="253"/>
                    <a:pt x="481" y="254"/>
                    <a:pt x="480" y="255"/>
                  </a:cubicBezTo>
                  <a:cubicBezTo>
                    <a:pt x="479" y="256"/>
                    <a:pt x="477" y="257"/>
                    <a:pt x="476" y="258"/>
                  </a:cubicBezTo>
                  <a:cubicBezTo>
                    <a:pt x="474" y="258"/>
                    <a:pt x="471" y="259"/>
                    <a:pt x="469" y="260"/>
                  </a:cubicBezTo>
                  <a:cubicBezTo>
                    <a:pt x="468" y="261"/>
                    <a:pt x="465" y="262"/>
                    <a:pt x="464" y="263"/>
                  </a:cubicBezTo>
                  <a:cubicBezTo>
                    <a:pt x="463" y="263"/>
                    <a:pt x="460" y="264"/>
                    <a:pt x="460" y="265"/>
                  </a:cubicBezTo>
                  <a:cubicBezTo>
                    <a:pt x="459" y="266"/>
                    <a:pt x="459" y="268"/>
                    <a:pt x="459" y="269"/>
                  </a:cubicBezTo>
                  <a:cubicBezTo>
                    <a:pt x="459" y="270"/>
                    <a:pt x="459" y="272"/>
                    <a:pt x="459" y="273"/>
                  </a:cubicBezTo>
                  <a:cubicBezTo>
                    <a:pt x="459" y="275"/>
                    <a:pt x="459" y="278"/>
                    <a:pt x="458" y="280"/>
                  </a:cubicBezTo>
                  <a:cubicBezTo>
                    <a:pt x="458" y="281"/>
                    <a:pt x="458" y="283"/>
                    <a:pt x="458" y="284"/>
                  </a:cubicBezTo>
                  <a:cubicBezTo>
                    <a:pt x="457" y="286"/>
                    <a:pt x="457" y="289"/>
                    <a:pt x="457" y="291"/>
                  </a:cubicBezTo>
                  <a:cubicBezTo>
                    <a:pt x="457" y="293"/>
                    <a:pt x="458" y="296"/>
                    <a:pt x="458" y="298"/>
                  </a:cubicBezTo>
                  <a:cubicBezTo>
                    <a:pt x="458" y="299"/>
                    <a:pt x="458" y="303"/>
                    <a:pt x="458" y="304"/>
                  </a:cubicBezTo>
                  <a:cubicBezTo>
                    <a:pt x="458" y="306"/>
                    <a:pt x="456" y="308"/>
                    <a:pt x="456" y="309"/>
                  </a:cubicBezTo>
                  <a:cubicBezTo>
                    <a:pt x="456" y="311"/>
                    <a:pt x="455" y="313"/>
                    <a:pt x="454" y="314"/>
                  </a:cubicBezTo>
                  <a:cubicBezTo>
                    <a:pt x="453" y="316"/>
                    <a:pt x="452" y="320"/>
                    <a:pt x="451" y="321"/>
                  </a:cubicBezTo>
                  <a:cubicBezTo>
                    <a:pt x="450" y="323"/>
                    <a:pt x="448" y="325"/>
                    <a:pt x="447" y="326"/>
                  </a:cubicBezTo>
                  <a:cubicBezTo>
                    <a:pt x="446" y="327"/>
                    <a:pt x="444" y="328"/>
                    <a:pt x="443" y="328"/>
                  </a:cubicBezTo>
                  <a:cubicBezTo>
                    <a:pt x="441" y="329"/>
                    <a:pt x="437" y="328"/>
                    <a:pt x="435" y="328"/>
                  </a:cubicBezTo>
                  <a:cubicBezTo>
                    <a:pt x="433" y="328"/>
                    <a:pt x="429" y="328"/>
                    <a:pt x="427" y="328"/>
                  </a:cubicBezTo>
                  <a:cubicBezTo>
                    <a:pt x="426" y="328"/>
                    <a:pt x="423" y="329"/>
                    <a:pt x="422" y="329"/>
                  </a:cubicBezTo>
                  <a:cubicBezTo>
                    <a:pt x="420" y="329"/>
                    <a:pt x="417" y="329"/>
                    <a:pt x="415" y="329"/>
                  </a:cubicBezTo>
                  <a:cubicBezTo>
                    <a:pt x="414" y="329"/>
                    <a:pt x="411" y="329"/>
                    <a:pt x="410" y="329"/>
                  </a:cubicBezTo>
                  <a:cubicBezTo>
                    <a:pt x="408" y="330"/>
                    <a:pt x="407" y="332"/>
                    <a:pt x="406" y="332"/>
                  </a:cubicBezTo>
                  <a:cubicBezTo>
                    <a:pt x="405" y="333"/>
                    <a:pt x="404" y="333"/>
                    <a:pt x="403" y="333"/>
                  </a:cubicBezTo>
                  <a:cubicBezTo>
                    <a:pt x="401" y="334"/>
                    <a:pt x="397" y="334"/>
                    <a:pt x="395" y="334"/>
                  </a:cubicBezTo>
                  <a:cubicBezTo>
                    <a:pt x="392" y="334"/>
                    <a:pt x="386" y="333"/>
                    <a:pt x="383" y="333"/>
                  </a:cubicBezTo>
                  <a:cubicBezTo>
                    <a:pt x="380" y="333"/>
                    <a:pt x="374" y="333"/>
                    <a:pt x="370" y="333"/>
                  </a:cubicBezTo>
                  <a:cubicBezTo>
                    <a:pt x="369" y="333"/>
                    <a:pt x="365" y="332"/>
                    <a:pt x="363" y="333"/>
                  </a:cubicBezTo>
                  <a:cubicBezTo>
                    <a:pt x="361" y="333"/>
                    <a:pt x="357" y="334"/>
                    <a:pt x="355" y="335"/>
                  </a:cubicBezTo>
                  <a:cubicBezTo>
                    <a:pt x="353" y="335"/>
                    <a:pt x="349" y="336"/>
                    <a:pt x="347" y="336"/>
                  </a:cubicBezTo>
                  <a:cubicBezTo>
                    <a:pt x="345" y="337"/>
                    <a:pt x="342" y="339"/>
                    <a:pt x="341" y="339"/>
                  </a:cubicBezTo>
                  <a:cubicBezTo>
                    <a:pt x="339" y="340"/>
                    <a:pt x="336" y="342"/>
                    <a:pt x="334" y="342"/>
                  </a:cubicBezTo>
                  <a:cubicBezTo>
                    <a:pt x="332" y="343"/>
                    <a:pt x="329" y="344"/>
                    <a:pt x="328" y="344"/>
                  </a:cubicBezTo>
                  <a:cubicBezTo>
                    <a:pt x="326" y="345"/>
                    <a:pt x="321" y="344"/>
                    <a:pt x="319" y="344"/>
                  </a:cubicBezTo>
                  <a:cubicBezTo>
                    <a:pt x="317" y="344"/>
                    <a:pt x="313" y="343"/>
                    <a:pt x="311" y="343"/>
                  </a:cubicBezTo>
                  <a:cubicBezTo>
                    <a:pt x="310" y="343"/>
                    <a:pt x="308" y="342"/>
                    <a:pt x="306" y="342"/>
                  </a:cubicBezTo>
                  <a:cubicBezTo>
                    <a:pt x="304" y="341"/>
                    <a:pt x="300" y="341"/>
                    <a:pt x="298" y="340"/>
                  </a:cubicBezTo>
                  <a:cubicBezTo>
                    <a:pt x="296" y="340"/>
                    <a:pt x="293" y="337"/>
                    <a:pt x="291" y="337"/>
                  </a:cubicBezTo>
                  <a:cubicBezTo>
                    <a:pt x="290" y="336"/>
                    <a:pt x="287" y="336"/>
                    <a:pt x="286" y="336"/>
                  </a:cubicBezTo>
                  <a:cubicBezTo>
                    <a:pt x="284" y="335"/>
                    <a:pt x="281" y="336"/>
                    <a:pt x="279" y="336"/>
                  </a:cubicBezTo>
                  <a:cubicBezTo>
                    <a:pt x="277" y="336"/>
                    <a:pt x="274" y="335"/>
                    <a:pt x="273" y="336"/>
                  </a:cubicBezTo>
                  <a:cubicBezTo>
                    <a:pt x="272" y="336"/>
                    <a:pt x="270" y="336"/>
                    <a:pt x="269" y="336"/>
                  </a:cubicBezTo>
                  <a:cubicBezTo>
                    <a:pt x="269" y="337"/>
                    <a:pt x="268" y="338"/>
                    <a:pt x="267" y="339"/>
                  </a:cubicBezTo>
                  <a:cubicBezTo>
                    <a:pt x="265" y="338"/>
                    <a:pt x="264" y="338"/>
                    <a:pt x="262" y="338"/>
                  </a:cubicBezTo>
                  <a:cubicBezTo>
                    <a:pt x="260" y="337"/>
                    <a:pt x="256" y="338"/>
                    <a:pt x="255" y="338"/>
                  </a:cubicBezTo>
                  <a:cubicBezTo>
                    <a:pt x="253" y="339"/>
                    <a:pt x="249" y="342"/>
                    <a:pt x="248" y="343"/>
                  </a:cubicBezTo>
                  <a:cubicBezTo>
                    <a:pt x="247" y="344"/>
                    <a:pt x="245" y="346"/>
                    <a:pt x="244" y="347"/>
                  </a:cubicBezTo>
                  <a:cubicBezTo>
                    <a:pt x="243" y="348"/>
                    <a:pt x="240" y="350"/>
                    <a:pt x="238" y="351"/>
                  </a:cubicBezTo>
                  <a:cubicBezTo>
                    <a:pt x="237" y="351"/>
                    <a:pt x="235" y="352"/>
                    <a:pt x="234" y="353"/>
                  </a:cubicBezTo>
                  <a:cubicBezTo>
                    <a:pt x="232" y="353"/>
                    <a:pt x="229" y="355"/>
                    <a:pt x="228" y="355"/>
                  </a:cubicBezTo>
                  <a:cubicBezTo>
                    <a:pt x="226" y="354"/>
                    <a:pt x="224" y="351"/>
                    <a:pt x="223" y="351"/>
                  </a:cubicBezTo>
                  <a:cubicBezTo>
                    <a:pt x="221" y="350"/>
                    <a:pt x="219" y="348"/>
                    <a:pt x="217" y="348"/>
                  </a:cubicBezTo>
                  <a:cubicBezTo>
                    <a:pt x="217" y="348"/>
                    <a:pt x="215" y="347"/>
                    <a:pt x="215" y="347"/>
                  </a:cubicBezTo>
                  <a:cubicBezTo>
                    <a:pt x="214" y="347"/>
                    <a:pt x="212" y="348"/>
                    <a:pt x="211" y="349"/>
                  </a:cubicBezTo>
                  <a:cubicBezTo>
                    <a:pt x="211" y="349"/>
                    <a:pt x="210" y="351"/>
                    <a:pt x="209" y="352"/>
                  </a:cubicBezTo>
                  <a:cubicBezTo>
                    <a:pt x="209" y="353"/>
                    <a:pt x="208" y="355"/>
                    <a:pt x="208" y="356"/>
                  </a:cubicBezTo>
                  <a:cubicBezTo>
                    <a:pt x="207" y="358"/>
                    <a:pt x="206" y="361"/>
                    <a:pt x="205" y="362"/>
                  </a:cubicBezTo>
                  <a:cubicBezTo>
                    <a:pt x="204" y="364"/>
                    <a:pt x="202" y="367"/>
                    <a:pt x="201" y="368"/>
                  </a:cubicBezTo>
                  <a:cubicBezTo>
                    <a:pt x="199" y="370"/>
                    <a:pt x="196" y="372"/>
                    <a:pt x="194" y="373"/>
                  </a:cubicBezTo>
                  <a:cubicBezTo>
                    <a:pt x="193" y="374"/>
                    <a:pt x="191" y="377"/>
                    <a:pt x="190" y="378"/>
                  </a:cubicBezTo>
                  <a:cubicBezTo>
                    <a:pt x="189" y="379"/>
                    <a:pt x="186" y="382"/>
                    <a:pt x="184" y="384"/>
                  </a:cubicBezTo>
                  <a:cubicBezTo>
                    <a:pt x="183" y="385"/>
                    <a:pt x="179" y="387"/>
                    <a:pt x="178" y="388"/>
                  </a:cubicBezTo>
                  <a:cubicBezTo>
                    <a:pt x="177" y="389"/>
                    <a:pt x="174" y="392"/>
                    <a:pt x="173" y="392"/>
                  </a:cubicBezTo>
                  <a:cubicBezTo>
                    <a:pt x="172" y="393"/>
                    <a:pt x="168" y="393"/>
                    <a:pt x="167" y="394"/>
                  </a:cubicBezTo>
                  <a:cubicBezTo>
                    <a:pt x="165" y="396"/>
                    <a:pt x="164" y="400"/>
                    <a:pt x="163" y="401"/>
                  </a:cubicBezTo>
                  <a:cubicBezTo>
                    <a:pt x="163" y="401"/>
                    <a:pt x="162" y="402"/>
                    <a:pt x="162" y="402"/>
                  </a:cubicBezTo>
                  <a:cubicBezTo>
                    <a:pt x="161" y="401"/>
                    <a:pt x="160" y="400"/>
                    <a:pt x="160" y="400"/>
                  </a:cubicBezTo>
                  <a:cubicBezTo>
                    <a:pt x="159" y="399"/>
                    <a:pt x="159" y="397"/>
                    <a:pt x="159" y="396"/>
                  </a:cubicBezTo>
                  <a:cubicBezTo>
                    <a:pt x="159" y="395"/>
                    <a:pt x="159" y="394"/>
                    <a:pt x="159" y="393"/>
                  </a:cubicBezTo>
                  <a:cubicBezTo>
                    <a:pt x="159" y="392"/>
                    <a:pt x="161" y="390"/>
                    <a:pt x="161" y="389"/>
                  </a:cubicBezTo>
                  <a:cubicBezTo>
                    <a:pt x="162" y="388"/>
                    <a:pt x="163" y="386"/>
                    <a:pt x="163" y="385"/>
                  </a:cubicBezTo>
                  <a:cubicBezTo>
                    <a:pt x="163" y="384"/>
                    <a:pt x="164" y="382"/>
                    <a:pt x="165" y="381"/>
                  </a:cubicBezTo>
                  <a:cubicBezTo>
                    <a:pt x="165" y="380"/>
                    <a:pt x="165" y="377"/>
                    <a:pt x="165" y="376"/>
                  </a:cubicBezTo>
                  <a:cubicBezTo>
                    <a:pt x="165" y="375"/>
                    <a:pt x="165" y="372"/>
                    <a:pt x="164" y="371"/>
                  </a:cubicBezTo>
                  <a:cubicBezTo>
                    <a:pt x="163" y="370"/>
                    <a:pt x="162" y="367"/>
                    <a:pt x="161" y="366"/>
                  </a:cubicBezTo>
                  <a:cubicBezTo>
                    <a:pt x="160" y="365"/>
                    <a:pt x="159" y="364"/>
                    <a:pt x="158" y="363"/>
                  </a:cubicBezTo>
                  <a:cubicBezTo>
                    <a:pt x="158" y="362"/>
                    <a:pt x="156" y="360"/>
                    <a:pt x="156" y="358"/>
                  </a:cubicBezTo>
                  <a:cubicBezTo>
                    <a:pt x="155" y="357"/>
                    <a:pt x="153" y="355"/>
                    <a:pt x="152" y="353"/>
                  </a:cubicBezTo>
                  <a:cubicBezTo>
                    <a:pt x="152" y="353"/>
                    <a:pt x="151" y="351"/>
                    <a:pt x="151" y="351"/>
                  </a:cubicBezTo>
                  <a:cubicBezTo>
                    <a:pt x="150" y="350"/>
                    <a:pt x="148" y="349"/>
                    <a:pt x="147" y="349"/>
                  </a:cubicBezTo>
                  <a:cubicBezTo>
                    <a:pt x="147" y="348"/>
                    <a:pt x="145" y="347"/>
                    <a:pt x="144" y="346"/>
                  </a:cubicBezTo>
                  <a:cubicBezTo>
                    <a:pt x="143" y="346"/>
                    <a:pt x="141" y="345"/>
                    <a:pt x="140" y="344"/>
                  </a:cubicBezTo>
                  <a:cubicBezTo>
                    <a:pt x="140" y="343"/>
                    <a:pt x="139" y="342"/>
                    <a:pt x="139" y="341"/>
                  </a:cubicBezTo>
                  <a:cubicBezTo>
                    <a:pt x="138" y="341"/>
                    <a:pt x="137" y="339"/>
                    <a:pt x="136" y="339"/>
                  </a:cubicBezTo>
                  <a:cubicBezTo>
                    <a:pt x="135" y="338"/>
                    <a:pt x="134" y="338"/>
                    <a:pt x="133" y="338"/>
                  </a:cubicBezTo>
                  <a:cubicBezTo>
                    <a:pt x="132" y="338"/>
                    <a:pt x="130" y="338"/>
                    <a:pt x="129" y="338"/>
                  </a:cubicBezTo>
                  <a:cubicBezTo>
                    <a:pt x="127" y="338"/>
                    <a:pt x="125" y="338"/>
                    <a:pt x="123" y="338"/>
                  </a:cubicBezTo>
                  <a:cubicBezTo>
                    <a:pt x="122" y="338"/>
                    <a:pt x="120" y="337"/>
                    <a:pt x="120" y="337"/>
                  </a:cubicBezTo>
                  <a:cubicBezTo>
                    <a:pt x="119" y="336"/>
                    <a:pt x="119" y="333"/>
                    <a:pt x="118" y="332"/>
                  </a:cubicBezTo>
                  <a:cubicBezTo>
                    <a:pt x="118" y="330"/>
                    <a:pt x="119" y="326"/>
                    <a:pt x="118" y="324"/>
                  </a:cubicBezTo>
                  <a:cubicBezTo>
                    <a:pt x="118" y="323"/>
                    <a:pt x="118" y="320"/>
                    <a:pt x="117" y="319"/>
                  </a:cubicBezTo>
                  <a:cubicBezTo>
                    <a:pt x="117" y="317"/>
                    <a:pt x="118" y="313"/>
                    <a:pt x="117" y="311"/>
                  </a:cubicBezTo>
                  <a:cubicBezTo>
                    <a:pt x="117" y="309"/>
                    <a:pt x="117" y="306"/>
                    <a:pt x="116" y="305"/>
                  </a:cubicBezTo>
                  <a:cubicBezTo>
                    <a:pt x="115" y="305"/>
                    <a:pt x="113" y="304"/>
                    <a:pt x="113" y="305"/>
                  </a:cubicBezTo>
                  <a:cubicBezTo>
                    <a:pt x="112" y="305"/>
                    <a:pt x="111" y="307"/>
                    <a:pt x="111" y="307"/>
                  </a:cubicBezTo>
                  <a:cubicBezTo>
                    <a:pt x="110" y="308"/>
                    <a:pt x="107" y="308"/>
                    <a:pt x="106" y="307"/>
                  </a:cubicBezTo>
                  <a:cubicBezTo>
                    <a:pt x="106" y="307"/>
                    <a:pt x="105" y="306"/>
                    <a:pt x="104" y="305"/>
                  </a:cubicBezTo>
                  <a:cubicBezTo>
                    <a:pt x="103" y="305"/>
                    <a:pt x="100" y="304"/>
                    <a:pt x="98" y="304"/>
                  </a:cubicBezTo>
                  <a:cubicBezTo>
                    <a:pt x="97" y="304"/>
                    <a:pt x="95" y="303"/>
                    <a:pt x="94" y="304"/>
                  </a:cubicBezTo>
                  <a:cubicBezTo>
                    <a:pt x="93" y="304"/>
                    <a:pt x="92" y="305"/>
                    <a:pt x="92" y="305"/>
                  </a:cubicBezTo>
                  <a:cubicBezTo>
                    <a:pt x="91" y="306"/>
                    <a:pt x="90" y="309"/>
                    <a:pt x="90" y="311"/>
                  </a:cubicBezTo>
                  <a:cubicBezTo>
                    <a:pt x="89" y="312"/>
                    <a:pt x="89" y="314"/>
                    <a:pt x="89" y="316"/>
                  </a:cubicBezTo>
                  <a:cubicBezTo>
                    <a:pt x="89" y="317"/>
                    <a:pt x="89" y="319"/>
                    <a:pt x="89" y="320"/>
                  </a:cubicBezTo>
                  <a:cubicBezTo>
                    <a:pt x="89" y="322"/>
                    <a:pt x="88" y="324"/>
                    <a:pt x="87" y="325"/>
                  </a:cubicBezTo>
                  <a:cubicBezTo>
                    <a:pt x="87" y="326"/>
                    <a:pt x="85" y="328"/>
                    <a:pt x="85" y="329"/>
                  </a:cubicBezTo>
                  <a:cubicBezTo>
                    <a:pt x="84" y="330"/>
                    <a:pt x="84" y="332"/>
                    <a:pt x="84" y="333"/>
                  </a:cubicBezTo>
                  <a:cubicBezTo>
                    <a:pt x="84" y="334"/>
                    <a:pt x="84" y="336"/>
                    <a:pt x="84" y="337"/>
                  </a:cubicBezTo>
                  <a:cubicBezTo>
                    <a:pt x="84" y="338"/>
                    <a:pt x="85" y="341"/>
                    <a:pt x="86" y="342"/>
                  </a:cubicBezTo>
                  <a:cubicBezTo>
                    <a:pt x="86" y="343"/>
                    <a:pt x="86" y="345"/>
                    <a:pt x="86" y="346"/>
                  </a:cubicBezTo>
                  <a:cubicBezTo>
                    <a:pt x="86" y="347"/>
                    <a:pt x="88" y="349"/>
                    <a:pt x="88" y="350"/>
                  </a:cubicBezTo>
                  <a:cubicBezTo>
                    <a:pt x="88" y="351"/>
                    <a:pt x="88" y="352"/>
                    <a:pt x="88" y="353"/>
                  </a:cubicBezTo>
                  <a:cubicBezTo>
                    <a:pt x="88" y="354"/>
                    <a:pt x="87" y="355"/>
                    <a:pt x="87" y="356"/>
                  </a:cubicBezTo>
                  <a:cubicBezTo>
                    <a:pt x="86" y="356"/>
                    <a:pt x="85" y="357"/>
                    <a:pt x="85" y="357"/>
                  </a:cubicBezTo>
                  <a:cubicBezTo>
                    <a:pt x="84" y="358"/>
                    <a:pt x="82" y="358"/>
                    <a:pt x="80" y="358"/>
                  </a:cubicBezTo>
                  <a:cubicBezTo>
                    <a:pt x="79" y="358"/>
                    <a:pt x="76" y="358"/>
                    <a:pt x="75" y="359"/>
                  </a:cubicBezTo>
                  <a:cubicBezTo>
                    <a:pt x="74" y="359"/>
                    <a:pt x="71" y="359"/>
                    <a:pt x="70" y="359"/>
                  </a:cubicBezTo>
                  <a:cubicBezTo>
                    <a:pt x="68" y="360"/>
                    <a:pt x="64" y="359"/>
                    <a:pt x="63" y="359"/>
                  </a:cubicBezTo>
                  <a:cubicBezTo>
                    <a:pt x="63" y="359"/>
                    <a:pt x="59" y="359"/>
                    <a:pt x="58" y="359"/>
                  </a:cubicBezTo>
                  <a:cubicBezTo>
                    <a:pt x="57" y="359"/>
                    <a:pt x="55" y="359"/>
                    <a:pt x="53" y="359"/>
                  </a:cubicBezTo>
                  <a:cubicBezTo>
                    <a:pt x="52" y="358"/>
                    <a:pt x="50" y="356"/>
                    <a:pt x="49" y="355"/>
                  </a:cubicBezTo>
                  <a:cubicBezTo>
                    <a:pt x="47" y="354"/>
                    <a:pt x="45" y="353"/>
                    <a:pt x="43" y="352"/>
                  </a:cubicBezTo>
                  <a:cubicBezTo>
                    <a:pt x="42" y="352"/>
                    <a:pt x="40" y="351"/>
                    <a:pt x="38" y="351"/>
                  </a:cubicBezTo>
                  <a:cubicBezTo>
                    <a:pt x="37" y="350"/>
                    <a:pt x="34" y="350"/>
                    <a:pt x="32" y="349"/>
                  </a:cubicBezTo>
                  <a:cubicBezTo>
                    <a:pt x="31" y="349"/>
                    <a:pt x="29" y="348"/>
                    <a:pt x="28" y="347"/>
                  </a:cubicBezTo>
                  <a:cubicBezTo>
                    <a:pt x="27" y="347"/>
                    <a:pt x="26" y="344"/>
                    <a:pt x="25" y="343"/>
                  </a:cubicBezTo>
                  <a:cubicBezTo>
                    <a:pt x="25" y="342"/>
                    <a:pt x="24" y="340"/>
                    <a:pt x="24" y="338"/>
                  </a:cubicBezTo>
                  <a:cubicBezTo>
                    <a:pt x="23" y="336"/>
                    <a:pt x="23" y="332"/>
                    <a:pt x="23" y="330"/>
                  </a:cubicBezTo>
                  <a:cubicBezTo>
                    <a:pt x="22" y="328"/>
                    <a:pt x="22" y="323"/>
                    <a:pt x="23" y="320"/>
                  </a:cubicBezTo>
                  <a:cubicBezTo>
                    <a:pt x="23" y="318"/>
                    <a:pt x="24" y="313"/>
                    <a:pt x="24" y="310"/>
                  </a:cubicBezTo>
                  <a:cubicBezTo>
                    <a:pt x="24" y="308"/>
                    <a:pt x="24" y="305"/>
                    <a:pt x="24" y="303"/>
                  </a:cubicBezTo>
                  <a:cubicBezTo>
                    <a:pt x="23" y="301"/>
                    <a:pt x="23" y="298"/>
                    <a:pt x="23" y="296"/>
                  </a:cubicBezTo>
                  <a:cubicBezTo>
                    <a:pt x="22" y="295"/>
                    <a:pt x="22" y="293"/>
                    <a:pt x="21" y="292"/>
                  </a:cubicBezTo>
                  <a:cubicBezTo>
                    <a:pt x="21" y="291"/>
                    <a:pt x="19" y="290"/>
                    <a:pt x="18" y="290"/>
                  </a:cubicBezTo>
                  <a:cubicBezTo>
                    <a:pt x="17" y="289"/>
                    <a:pt x="15" y="289"/>
                    <a:pt x="14" y="289"/>
                  </a:cubicBezTo>
                  <a:cubicBezTo>
                    <a:pt x="13" y="289"/>
                    <a:pt x="11" y="288"/>
                    <a:pt x="10" y="288"/>
                  </a:cubicBezTo>
                  <a:cubicBezTo>
                    <a:pt x="9" y="287"/>
                    <a:pt x="7" y="285"/>
                    <a:pt x="6" y="284"/>
                  </a:cubicBezTo>
                  <a:cubicBezTo>
                    <a:pt x="5" y="284"/>
                    <a:pt x="3" y="284"/>
                    <a:pt x="2" y="283"/>
                  </a:cubicBezTo>
                  <a:cubicBezTo>
                    <a:pt x="1" y="283"/>
                    <a:pt x="1" y="282"/>
                    <a:pt x="0" y="280"/>
                  </a:cubicBezTo>
                  <a:cubicBezTo>
                    <a:pt x="0" y="280"/>
                    <a:pt x="1" y="280"/>
                    <a:pt x="1" y="280"/>
                  </a:cubicBezTo>
                  <a:cubicBezTo>
                    <a:pt x="2" y="280"/>
                    <a:pt x="3" y="281"/>
                    <a:pt x="4" y="280"/>
                  </a:cubicBezTo>
                  <a:cubicBezTo>
                    <a:pt x="4" y="280"/>
                    <a:pt x="4" y="278"/>
                    <a:pt x="4" y="277"/>
                  </a:cubicBezTo>
                  <a:cubicBezTo>
                    <a:pt x="4" y="277"/>
                    <a:pt x="4" y="275"/>
                    <a:pt x="4" y="274"/>
                  </a:cubicBezTo>
                  <a:cubicBezTo>
                    <a:pt x="4" y="272"/>
                    <a:pt x="5" y="269"/>
                    <a:pt x="6" y="267"/>
                  </a:cubicBezTo>
                  <a:cubicBezTo>
                    <a:pt x="6" y="267"/>
                    <a:pt x="8" y="265"/>
                    <a:pt x="9" y="265"/>
                  </a:cubicBezTo>
                  <a:cubicBezTo>
                    <a:pt x="10" y="264"/>
                    <a:pt x="11" y="264"/>
                    <a:pt x="11" y="263"/>
                  </a:cubicBezTo>
                  <a:cubicBezTo>
                    <a:pt x="12" y="262"/>
                    <a:pt x="11" y="260"/>
                    <a:pt x="12" y="258"/>
                  </a:cubicBezTo>
                  <a:cubicBezTo>
                    <a:pt x="12" y="257"/>
                    <a:pt x="11" y="255"/>
                    <a:pt x="12" y="254"/>
                  </a:cubicBezTo>
                  <a:cubicBezTo>
                    <a:pt x="13" y="253"/>
                    <a:pt x="16" y="253"/>
                    <a:pt x="17" y="252"/>
                  </a:cubicBezTo>
                  <a:cubicBezTo>
                    <a:pt x="18" y="252"/>
                    <a:pt x="21" y="252"/>
                    <a:pt x="22" y="251"/>
                  </a:cubicBezTo>
                  <a:cubicBezTo>
                    <a:pt x="24" y="251"/>
                    <a:pt x="27" y="252"/>
                    <a:pt x="29" y="251"/>
                  </a:cubicBezTo>
                  <a:cubicBezTo>
                    <a:pt x="30" y="251"/>
                    <a:pt x="33" y="250"/>
                    <a:pt x="35" y="249"/>
                  </a:cubicBezTo>
                  <a:cubicBezTo>
                    <a:pt x="35" y="249"/>
                    <a:pt x="37" y="246"/>
                    <a:pt x="37" y="245"/>
                  </a:cubicBezTo>
                  <a:cubicBezTo>
                    <a:pt x="37" y="244"/>
                    <a:pt x="38" y="242"/>
                    <a:pt x="38" y="242"/>
                  </a:cubicBezTo>
                  <a:cubicBezTo>
                    <a:pt x="39" y="241"/>
                    <a:pt x="41" y="240"/>
                    <a:pt x="42" y="240"/>
                  </a:cubicBezTo>
                  <a:cubicBezTo>
                    <a:pt x="43" y="240"/>
                    <a:pt x="45" y="239"/>
                    <a:pt x="46" y="239"/>
                  </a:cubicBezTo>
                  <a:cubicBezTo>
                    <a:pt x="47" y="239"/>
                    <a:pt x="49" y="239"/>
                    <a:pt x="51" y="238"/>
                  </a:cubicBezTo>
                  <a:cubicBezTo>
                    <a:pt x="51" y="238"/>
                    <a:pt x="52" y="236"/>
                    <a:pt x="53" y="235"/>
                  </a:cubicBezTo>
                  <a:cubicBezTo>
                    <a:pt x="53" y="234"/>
                    <a:pt x="52" y="231"/>
                    <a:pt x="52" y="230"/>
                  </a:cubicBezTo>
                  <a:cubicBezTo>
                    <a:pt x="52" y="229"/>
                    <a:pt x="53" y="226"/>
                    <a:pt x="53" y="225"/>
                  </a:cubicBezTo>
                  <a:cubicBezTo>
                    <a:pt x="54" y="225"/>
                    <a:pt x="56" y="223"/>
                    <a:pt x="57" y="223"/>
                  </a:cubicBezTo>
                  <a:cubicBezTo>
                    <a:pt x="58" y="222"/>
                    <a:pt x="60" y="220"/>
                    <a:pt x="61" y="219"/>
                  </a:cubicBezTo>
                  <a:cubicBezTo>
                    <a:pt x="62" y="218"/>
                    <a:pt x="64" y="217"/>
                    <a:pt x="65" y="216"/>
                  </a:cubicBezTo>
                  <a:cubicBezTo>
                    <a:pt x="66" y="215"/>
                    <a:pt x="67" y="212"/>
                    <a:pt x="67" y="211"/>
                  </a:cubicBezTo>
                  <a:cubicBezTo>
                    <a:pt x="67" y="210"/>
                    <a:pt x="67" y="209"/>
                    <a:pt x="67" y="207"/>
                  </a:cubicBezTo>
                  <a:cubicBezTo>
                    <a:pt x="68" y="207"/>
                    <a:pt x="69" y="207"/>
                    <a:pt x="70" y="207"/>
                  </a:cubicBezTo>
                  <a:cubicBezTo>
                    <a:pt x="72" y="207"/>
                    <a:pt x="75" y="206"/>
                    <a:pt x="76" y="206"/>
                  </a:cubicBezTo>
                  <a:cubicBezTo>
                    <a:pt x="79" y="206"/>
                    <a:pt x="84" y="207"/>
                    <a:pt x="86" y="206"/>
                  </a:cubicBezTo>
                  <a:cubicBezTo>
                    <a:pt x="87" y="206"/>
                    <a:pt x="90" y="205"/>
                    <a:pt x="91" y="204"/>
                  </a:cubicBezTo>
                  <a:cubicBezTo>
                    <a:pt x="92" y="204"/>
                    <a:pt x="93" y="201"/>
                    <a:pt x="93" y="200"/>
                  </a:cubicBezTo>
                  <a:cubicBezTo>
                    <a:pt x="94" y="199"/>
                    <a:pt x="95" y="197"/>
                    <a:pt x="96" y="196"/>
                  </a:cubicBezTo>
                  <a:cubicBezTo>
                    <a:pt x="97" y="194"/>
                    <a:pt x="101" y="193"/>
                    <a:pt x="103" y="193"/>
                  </a:cubicBezTo>
                  <a:cubicBezTo>
                    <a:pt x="105" y="192"/>
                    <a:pt x="108" y="193"/>
                    <a:pt x="109" y="193"/>
                  </a:cubicBezTo>
                  <a:cubicBezTo>
                    <a:pt x="111" y="192"/>
                    <a:pt x="114" y="191"/>
                    <a:pt x="115" y="190"/>
                  </a:cubicBezTo>
                  <a:cubicBezTo>
                    <a:pt x="116" y="190"/>
                    <a:pt x="118" y="188"/>
                    <a:pt x="118" y="187"/>
                  </a:cubicBezTo>
                  <a:cubicBezTo>
                    <a:pt x="119" y="186"/>
                    <a:pt x="120" y="185"/>
                    <a:pt x="121" y="184"/>
                  </a:cubicBezTo>
                  <a:cubicBezTo>
                    <a:pt x="121" y="183"/>
                    <a:pt x="121" y="181"/>
                    <a:pt x="122" y="181"/>
                  </a:cubicBezTo>
                  <a:cubicBezTo>
                    <a:pt x="122" y="180"/>
                    <a:pt x="124" y="179"/>
                    <a:pt x="125" y="179"/>
                  </a:cubicBezTo>
                  <a:cubicBezTo>
                    <a:pt x="126" y="179"/>
                    <a:pt x="128" y="179"/>
                    <a:pt x="128" y="179"/>
                  </a:cubicBezTo>
                  <a:cubicBezTo>
                    <a:pt x="129" y="179"/>
                    <a:pt x="131" y="179"/>
                    <a:pt x="131" y="178"/>
                  </a:cubicBezTo>
                  <a:cubicBezTo>
                    <a:pt x="132" y="178"/>
                    <a:pt x="132" y="175"/>
                    <a:pt x="132" y="175"/>
                  </a:cubicBezTo>
                  <a:cubicBezTo>
                    <a:pt x="132" y="173"/>
                    <a:pt x="132" y="171"/>
                    <a:pt x="132" y="170"/>
                  </a:cubicBezTo>
                  <a:cubicBezTo>
                    <a:pt x="132" y="169"/>
                    <a:pt x="130" y="166"/>
                    <a:pt x="130" y="164"/>
                  </a:cubicBezTo>
                  <a:cubicBezTo>
                    <a:pt x="130" y="163"/>
                    <a:pt x="130" y="162"/>
                    <a:pt x="130" y="161"/>
                  </a:cubicBezTo>
                  <a:cubicBezTo>
                    <a:pt x="130" y="160"/>
                    <a:pt x="131" y="158"/>
                    <a:pt x="132" y="157"/>
                  </a:cubicBezTo>
                  <a:cubicBezTo>
                    <a:pt x="132" y="156"/>
                    <a:pt x="135" y="155"/>
                    <a:pt x="136" y="155"/>
                  </a:cubicBezTo>
                  <a:cubicBezTo>
                    <a:pt x="137" y="155"/>
                    <a:pt x="139" y="155"/>
                    <a:pt x="140" y="155"/>
                  </a:cubicBezTo>
                  <a:cubicBezTo>
                    <a:pt x="141" y="155"/>
                    <a:pt x="144" y="157"/>
                    <a:pt x="146" y="157"/>
                  </a:cubicBezTo>
                  <a:cubicBezTo>
                    <a:pt x="147" y="157"/>
                    <a:pt x="149" y="157"/>
                    <a:pt x="151" y="157"/>
                  </a:cubicBezTo>
                  <a:cubicBezTo>
                    <a:pt x="152" y="157"/>
                    <a:pt x="153" y="159"/>
                    <a:pt x="154" y="159"/>
                  </a:cubicBezTo>
                  <a:cubicBezTo>
                    <a:pt x="155" y="160"/>
                    <a:pt x="157" y="161"/>
                    <a:pt x="159" y="162"/>
                  </a:cubicBezTo>
                  <a:cubicBezTo>
                    <a:pt x="159" y="162"/>
                    <a:pt x="160" y="162"/>
                    <a:pt x="160" y="162"/>
                  </a:cubicBezTo>
                  <a:cubicBezTo>
                    <a:pt x="161" y="161"/>
                    <a:pt x="163" y="161"/>
                    <a:pt x="164" y="160"/>
                  </a:cubicBezTo>
                  <a:cubicBezTo>
                    <a:pt x="165" y="159"/>
                    <a:pt x="164" y="155"/>
                    <a:pt x="164" y="153"/>
                  </a:cubicBezTo>
                  <a:cubicBezTo>
                    <a:pt x="164" y="153"/>
                    <a:pt x="164" y="151"/>
                    <a:pt x="163" y="151"/>
                  </a:cubicBezTo>
                  <a:cubicBezTo>
                    <a:pt x="163" y="150"/>
                    <a:pt x="162" y="148"/>
                    <a:pt x="162" y="147"/>
                  </a:cubicBezTo>
                  <a:cubicBezTo>
                    <a:pt x="162" y="146"/>
                    <a:pt x="163" y="145"/>
                    <a:pt x="163" y="145"/>
                  </a:cubicBezTo>
                  <a:cubicBezTo>
                    <a:pt x="164" y="144"/>
                    <a:pt x="165" y="144"/>
                    <a:pt x="166" y="144"/>
                  </a:cubicBezTo>
                  <a:cubicBezTo>
                    <a:pt x="166" y="145"/>
                    <a:pt x="168" y="145"/>
                    <a:pt x="168" y="146"/>
                  </a:cubicBezTo>
                  <a:cubicBezTo>
                    <a:pt x="169" y="146"/>
                    <a:pt x="171" y="149"/>
                    <a:pt x="172" y="149"/>
                  </a:cubicBezTo>
                  <a:cubicBezTo>
                    <a:pt x="173" y="149"/>
                    <a:pt x="174" y="149"/>
                    <a:pt x="175" y="149"/>
                  </a:cubicBezTo>
                  <a:cubicBezTo>
                    <a:pt x="176" y="149"/>
                    <a:pt x="177" y="148"/>
                    <a:pt x="178" y="148"/>
                  </a:cubicBezTo>
                  <a:cubicBezTo>
                    <a:pt x="179" y="148"/>
                    <a:pt x="181" y="147"/>
                    <a:pt x="182" y="146"/>
                  </a:cubicBezTo>
                  <a:cubicBezTo>
                    <a:pt x="183" y="145"/>
                    <a:pt x="184" y="143"/>
                    <a:pt x="185" y="143"/>
                  </a:cubicBezTo>
                  <a:cubicBezTo>
                    <a:pt x="186" y="141"/>
                    <a:pt x="187" y="139"/>
                    <a:pt x="188" y="137"/>
                  </a:cubicBezTo>
                  <a:cubicBezTo>
                    <a:pt x="188" y="136"/>
                    <a:pt x="188" y="133"/>
                    <a:pt x="188" y="132"/>
                  </a:cubicBezTo>
                  <a:cubicBezTo>
                    <a:pt x="187" y="131"/>
                    <a:pt x="186" y="128"/>
                    <a:pt x="186" y="127"/>
                  </a:cubicBezTo>
                  <a:cubicBezTo>
                    <a:pt x="185" y="126"/>
                    <a:pt x="184" y="124"/>
                    <a:pt x="183" y="124"/>
                  </a:cubicBezTo>
                  <a:cubicBezTo>
                    <a:pt x="182" y="123"/>
                    <a:pt x="180" y="122"/>
                    <a:pt x="180" y="122"/>
                  </a:cubicBezTo>
                  <a:cubicBezTo>
                    <a:pt x="179" y="122"/>
                    <a:pt x="177" y="121"/>
                    <a:pt x="176" y="121"/>
                  </a:cubicBezTo>
                  <a:cubicBezTo>
                    <a:pt x="175" y="121"/>
                    <a:pt x="173" y="121"/>
                    <a:pt x="173" y="120"/>
                  </a:cubicBezTo>
                  <a:cubicBezTo>
                    <a:pt x="172" y="119"/>
                    <a:pt x="171" y="117"/>
                    <a:pt x="171" y="116"/>
                  </a:cubicBezTo>
                  <a:cubicBezTo>
                    <a:pt x="171" y="115"/>
                    <a:pt x="171" y="113"/>
                    <a:pt x="170" y="112"/>
                  </a:cubicBezTo>
                  <a:cubicBezTo>
                    <a:pt x="170" y="111"/>
                    <a:pt x="168" y="110"/>
                    <a:pt x="167" y="110"/>
                  </a:cubicBezTo>
                  <a:cubicBezTo>
                    <a:pt x="166" y="109"/>
                    <a:pt x="163" y="108"/>
                    <a:pt x="162" y="107"/>
                  </a:cubicBezTo>
                  <a:cubicBezTo>
                    <a:pt x="162" y="107"/>
                    <a:pt x="161" y="104"/>
                    <a:pt x="160" y="103"/>
                  </a:cubicBezTo>
                  <a:cubicBezTo>
                    <a:pt x="160" y="102"/>
                    <a:pt x="160" y="100"/>
                    <a:pt x="160" y="98"/>
                  </a:cubicBezTo>
                  <a:cubicBezTo>
                    <a:pt x="160" y="97"/>
                    <a:pt x="161" y="95"/>
                    <a:pt x="161" y="94"/>
                  </a:cubicBezTo>
                  <a:cubicBezTo>
                    <a:pt x="161" y="93"/>
                    <a:pt x="163" y="90"/>
                    <a:pt x="163" y="89"/>
                  </a:cubicBezTo>
                  <a:cubicBezTo>
                    <a:pt x="164" y="88"/>
                    <a:pt x="165" y="87"/>
                    <a:pt x="166" y="87"/>
                  </a:cubicBezTo>
                  <a:cubicBezTo>
                    <a:pt x="167" y="86"/>
                    <a:pt x="168" y="85"/>
                    <a:pt x="169" y="85"/>
                  </a:cubicBezTo>
                  <a:cubicBezTo>
                    <a:pt x="169" y="84"/>
                    <a:pt x="169" y="81"/>
                    <a:pt x="169" y="80"/>
                  </a:cubicBezTo>
                  <a:cubicBezTo>
                    <a:pt x="169" y="79"/>
                    <a:pt x="169" y="78"/>
                    <a:pt x="169" y="77"/>
                  </a:cubicBezTo>
                  <a:cubicBezTo>
                    <a:pt x="169" y="78"/>
                    <a:pt x="170" y="78"/>
                    <a:pt x="171" y="78"/>
                  </a:cubicBezTo>
                  <a:cubicBezTo>
                    <a:pt x="172" y="79"/>
                    <a:pt x="174" y="79"/>
                    <a:pt x="176" y="78"/>
                  </a:cubicBezTo>
                  <a:cubicBezTo>
                    <a:pt x="177" y="78"/>
                    <a:pt x="179" y="77"/>
                    <a:pt x="180" y="77"/>
                  </a:cubicBezTo>
                  <a:cubicBezTo>
                    <a:pt x="182" y="76"/>
                    <a:pt x="184" y="74"/>
                    <a:pt x="185" y="73"/>
                  </a:cubicBezTo>
                  <a:cubicBezTo>
                    <a:pt x="186" y="72"/>
                    <a:pt x="187" y="70"/>
                    <a:pt x="188" y="69"/>
                  </a:cubicBezTo>
                  <a:cubicBezTo>
                    <a:pt x="189" y="67"/>
                    <a:pt x="191" y="65"/>
                    <a:pt x="193" y="64"/>
                  </a:cubicBezTo>
                  <a:cubicBezTo>
                    <a:pt x="194" y="63"/>
                    <a:pt x="196" y="63"/>
                    <a:pt x="198" y="62"/>
                  </a:cubicBezTo>
                  <a:cubicBezTo>
                    <a:pt x="199" y="62"/>
                    <a:pt x="202" y="61"/>
                    <a:pt x="204" y="60"/>
                  </a:cubicBezTo>
                  <a:cubicBezTo>
                    <a:pt x="205" y="60"/>
                    <a:pt x="208" y="59"/>
                    <a:pt x="209" y="58"/>
                  </a:cubicBezTo>
                  <a:cubicBezTo>
                    <a:pt x="210" y="57"/>
                    <a:pt x="213" y="54"/>
                    <a:pt x="214" y="53"/>
                  </a:cubicBezTo>
                  <a:cubicBezTo>
                    <a:pt x="215" y="52"/>
                    <a:pt x="216" y="50"/>
                    <a:pt x="216" y="48"/>
                  </a:cubicBezTo>
                  <a:cubicBezTo>
                    <a:pt x="217" y="48"/>
                    <a:pt x="218" y="46"/>
                    <a:pt x="219" y="45"/>
                  </a:cubicBezTo>
                  <a:cubicBezTo>
                    <a:pt x="220" y="44"/>
                    <a:pt x="222" y="42"/>
                    <a:pt x="224" y="41"/>
                  </a:cubicBezTo>
                  <a:cubicBezTo>
                    <a:pt x="225" y="41"/>
                    <a:pt x="229" y="41"/>
                    <a:pt x="231" y="41"/>
                  </a:cubicBezTo>
                  <a:cubicBezTo>
                    <a:pt x="233" y="41"/>
                    <a:pt x="237" y="42"/>
                    <a:pt x="239" y="41"/>
                  </a:cubicBezTo>
                  <a:cubicBezTo>
                    <a:pt x="240" y="41"/>
                    <a:pt x="243" y="41"/>
                    <a:pt x="244" y="40"/>
                  </a:cubicBezTo>
                  <a:cubicBezTo>
                    <a:pt x="245" y="40"/>
                    <a:pt x="246" y="38"/>
                    <a:pt x="247" y="38"/>
                  </a:cubicBezTo>
                  <a:cubicBezTo>
                    <a:pt x="248" y="37"/>
                    <a:pt x="250" y="35"/>
                    <a:pt x="250" y="34"/>
                  </a:cubicBezTo>
                  <a:cubicBezTo>
                    <a:pt x="251" y="33"/>
                    <a:pt x="251" y="30"/>
                    <a:pt x="252" y="28"/>
                  </a:cubicBezTo>
                  <a:cubicBezTo>
                    <a:pt x="252" y="27"/>
                    <a:pt x="252" y="25"/>
                    <a:pt x="252" y="24"/>
                  </a:cubicBezTo>
                  <a:cubicBezTo>
                    <a:pt x="253" y="22"/>
                    <a:pt x="254" y="17"/>
                    <a:pt x="255" y="16"/>
                  </a:cubicBezTo>
                  <a:cubicBezTo>
                    <a:pt x="256" y="14"/>
                    <a:pt x="260" y="12"/>
                    <a:pt x="261" y="10"/>
                  </a:cubicBezTo>
                  <a:cubicBezTo>
                    <a:pt x="262" y="9"/>
                    <a:pt x="265" y="6"/>
                    <a:pt x="266" y="5"/>
                  </a:cubicBezTo>
                  <a:cubicBezTo>
                    <a:pt x="267" y="4"/>
                    <a:pt x="269" y="3"/>
                    <a:pt x="270" y="3"/>
                  </a:cubicBezTo>
                  <a:cubicBezTo>
                    <a:pt x="272" y="2"/>
                    <a:pt x="275" y="0"/>
                    <a:pt x="276" y="0"/>
                  </a:cubicBezTo>
                  <a:cubicBezTo>
                    <a:pt x="277" y="0"/>
                    <a:pt x="279" y="0"/>
                    <a:pt x="280" y="0"/>
                  </a:cubicBezTo>
                  <a:cubicBezTo>
                    <a:pt x="281" y="1"/>
                    <a:pt x="282" y="3"/>
                    <a:pt x="283" y="4"/>
                  </a:cubicBezTo>
                  <a:cubicBezTo>
                    <a:pt x="283" y="5"/>
                    <a:pt x="285" y="7"/>
                    <a:pt x="286" y="8"/>
                  </a:cubicBezTo>
                  <a:cubicBezTo>
                    <a:pt x="287" y="9"/>
                    <a:pt x="289" y="10"/>
                    <a:pt x="291" y="11"/>
                  </a:cubicBezTo>
                  <a:cubicBezTo>
                    <a:pt x="292" y="12"/>
                    <a:pt x="295" y="13"/>
                    <a:pt x="297" y="13"/>
                  </a:cubicBezTo>
                  <a:cubicBezTo>
                    <a:pt x="298" y="13"/>
                    <a:pt x="301" y="12"/>
                    <a:pt x="302" y="11"/>
                  </a:cubicBezTo>
                  <a:cubicBezTo>
                    <a:pt x="303" y="11"/>
                    <a:pt x="306" y="10"/>
                    <a:pt x="307" y="9"/>
                  </a:cubicBezTo>
                  <a:cubicBezTo>
                    <a:pt x="308" y="8"/>
                    <a:pt x="308" y="6"/>
                    <a:pt x="309" y="6"/>
                  </a:cubicBezTo>
                  <a:cubicBezTo>
                    <a:pt x="310" y="5"/>
                    <a:pt x="311" y="3"/>
                    <a:pt x="312" y="3"/>
                  </a:cubicBezTo>
                  <a:cubicBezTo>
                    <a:pt x="314" y="2"/>
                    <a:pt x="318" y="2"/>
                    <a:pt x="320" y="2"/>
                  </a:cubicBezTo>
                  <a:cubicBezTo>
                    <a:pt x="321" y="2"/>
                    <a:pt x="324" y="3"/>
                    <a:pt x="326" y="2"/>
                  </a:cubicBezTo>
                  <a:cubicBezTo>
                    <a:pt x="327" y="2"/>
                    <a:pt x="328" y="1"/>
                    <a:pt x="329" y="1"/>
                  </a:cubicBezTo>
                  <a:cubicBezTo>
                    <a:pt x="330" y="0"/>
                    <a:pt x="332" y="1"/>
                    <a:pt x="333" y="2"/>
                  </a:cubicBezTo>
                  <a:cubicBezTo>
                    <a:pt x="334" y="3"/>
                    <a:pt x="336" y="5"/>
                    <a:pt x="337" y="7"/>
                  </a:cubicBezTo>
                  <a:cubicBezTo>
                    <a:pt x="338" y="9"/>
                    <a:pt x="338" y="13"/>
                    <a:pt x="339" y="15"/>
                  </a:cubicBezTo>
                  <a:cubicBezTo>
                    <a:pt x="339" y="17"/>
                    <a:pt x="339" y="20"/>
                    <a:pt x="339" y="22"/>
                  </a:cubicBezTo>
                  <a:cubicBezTo>
                    <a:pt x="339" y="24"/>
                    <a:pt x="338" y="29"/>
                    <a:pt x="337" y="31"/>
                  </a:cubicBezTo>
                  <a:cubicBezTo>
                    <a:pt x="337" y="33"/>
                    <a:pt x="336" y="37"/>
                    <a:pt x="336" y="39"/>
                  </a:cubicBezTo>
                  <a:cubicBezTo>
                    <a:pt x="335" y="41"/>
                    <a:pt x="332" y="43"/>
                    <a:pt x="331" y="45"/>
                  </a:cubicBezTo>
                  <a:cubicBezTo>
                    <a:pt x="330" y="46"/>
                    <a:pt x="327" y="48"/>
                    <a:pt x="326" y="49"/>
                  </a:cubicBezTo>
                  <a:cubicBezTo>
                    <a:pt x="325" y="49"/>
                    <a:pt x="324" y="51"/>
                    <a:pt x="324" y="52"/>
                  </a:cubicBezTo>
                  <a:cubicBezTo>
                    <a:pt x="323" y="53"/>
                    <a:pt x="323" y="55"/>
                    <a:pt x="323" y="56"/>
                  </a:cubicBezTo>
                  <a:cubicBezTo>
                    <a:pt x="324" y="57"/>
                    <a:pt x="326" y="59"/>
                    <a:pt x="327" y="59"/>
                  </a:cubicBezTo>
                  <a:cubicBezTo>
                    <a:pt x="328" y="60"/>
                    <a:pt x="330" y="61"/>
                    <a:pt x="332" y="62"/>
                  </a:cubicBezTo>
                  <a:cubicBezTo>
                    <a:pt x="333" y="62"/>
                    <a:pt x="336" y="63"/>
                    <a:pt x="338" y="63"/>
                  </a:cubicBezTo>
                  <a:cubicBezTo>
                    <a:pt x="339" y="63"/>
                    <a:pt x="341" y="63"/>
                    <a:pt x="342" y="63"/>
                  </a:cubicBezTo>
                  <a:cubicBezTo>
                    <a:pt x="343" y="62"/>
                    <a:pt x="345" y="60"/>
                    <a:pt x="346" y="59"/>
                  </a:cubicBezTo>
                  <a:cubicBezTo>
                    <a:pt x="347" y="58"/>
                    <a:pt x="349" y="56"/>
                    <a:pt x="350" y="55"/>
                  </a:cubicBezTo>
                  <a:cubicBezTo>
                    <a:pt x="351" y="55"/>
                    <a:pt x="354" y="55"/>
                    <a:pt x="355" y="55"/>
                  </a:cubicBezTo>
                  <a:cubicBezTo>
                    <a:pt x="357" y="55"/>
                    <a:pt x="360" y="56"/>
                    <a:pt x="362" y="57"/>
                  </a:cubicBezTo>
                  <a:cubicBezTo>
                    <a:pt x="364" y="57"/>
                    <a:pt x="369" y="58"/>
                    <a:pt x="372" y="57"/>
                  </a:cubicBezTo>
                  <a:cubicBezTo>
                    <a:pt x="373" y="57"/>
                    <a:pt x="375" y="56"/>
                    <a:pt x="376" y="56"/>
                  </a:cubicBezTo>
                  <a:cubicBezTo>
                    <a:pt x="377" y="55"/>
                    <a:pt x="378" y="53"/>
                    <a:pt x="378" y="53"/>
                  </a:cubicBezTo>
                  <a:cubicBezTo>
                    <a:pt x="379" y="52"/>
                    <a:pt x="379" y="49"/>
                    <a:pt x="379" y="48"/>
                  </a:cubicBezTo>
                  <a:cubicBezTo>
                    <a:pt x="379" y="47"/>
                    <a:pt x="379" y="45"/>
                    <a:pt x="380" y="44"/>
                  </a:cubicBezTo>
                  <a:cubicBezTo>
                    <a:pt x="380" y="43"/>
                    <a:pt x="383" y="41"/>
                    <a:pt x="384" y="41"/>
                  </a:cubicBezTo>
                  <a:cubicBezTo>
                    <a:pt x="385" y="40"/>
                    <a:pt x="388" y="40"/>
                    <a:pt x="389" y="40"/>
                  </a:cubicBezTo>
                  <a:cubicBezTo>
                    <a:pt x="390" y="40"/>
                    <a:pt x="392" y="41"/>
                    <a:pt x="393" y="41"/>
                  </a:cubicBezTo>
                  <a:cubicBezTo>
                    <a:pt x="395" y="42"/>
                    <a:pt x="397" y="44"/>
                    <a:pt x="397" y="45"/>
                  </a:cubicBezTo>
                  <a:cubicBezTo>
                    <a:pt x="398" y="47"/>
                    <a:pt x="399" y="50"/>
                    <a:pt x="400" y="51"/>
                  </a:cubicBezTo>
                  <a:cubicBezTo>
                    <a:pt x="401" y="52"/>
                    <a:pt x="402" y="54"/>
                    <a:pt x="403" y="54"/>
                  </a:cubicBezTo>
                  <a:cubicBezTo>
                    <a:pt x="404" y="55"/>
                    <a:pt x="406" y="55"/>
                    <a:pt x="406" y="55"/>
                  </a:cubicBezTo>
                  <a:cubicBezTo>
                    <a:pt x="408" y="55"/>
                    <a:pt x="411" y="55"/>
                    <a:pt x="413" y="55"/>
                  </a:cubicBezTo>
                  <a:cubicBezTo>
                    <a:pt x="414" y="55"/>
                    <a:pt x="416" y="54"/>
                    <a:pt x="418" y="54"/>
                  </a:cubicBezTo>
                  <a:cubicBezTo>
                    <a:pt x="420" y="53"/>
                    <a:pt x="426" y="52"/>
                    <a:pt x="428" y="53"/>
                  </a:cubicBezTo>
                  <a:cubicBezTo>
                    <a:pt x="430" y="53"/>
                    <a:pt x="434" y="56"/>
                    <a:pt x="436" y="58"/>
                  </a:cubicBezTo>
                  <a:cubicBezTo>
                    <a:pt x="436" y="59"/>
                    <a:pt x="437" y="62"/>
                    <a:pt x="438" y="63"/>
                  </a:cubicBezTo>
                  <a:cubicBezTo>
                    <a:pt x="439" y="63"/>
                    <a:pt x="440" y="64"/>
                    <a:pt x="441" y="65"/>
                  </a:cubicBezTo>
                  <a:cubicBezTo>
                    <a:pt x="441" y="66"/>
                    <a:pt x="441" y="68"/>
                    <a:pt x="440" y="68"/>
                  </a:cubicBezTo>
                  <a:cubicBezTo>
                    <a:pt x="440" y="69"/>
                    <a:pt x="439" y="70"/>
                    <a:pt x="439" y="71"/>
                  </a:cubicBezTo>
                  <a:cubicBezTo>
                    <a:pt x="438" y="71"/>
                    <a:pt x="437" y="72"/>
                    <a:pt x="436" y="72"/>
                  </a:cubicBezTo>
                  <a:cubicBezTo>
                    <a:pt x="435" y="72"/>
                    <a:pt x="433" y="72"/>
                    <a:pt x="432" y="72"/>
                  </a:cubicBezTo>
                  <a:cubicBezTo>
                    <a:pt x="432" y="72"/>
                    <a:pt x="430" y="72"/>
                    <a:pt x="429" y="72"/>
                  </a:cubicBezTo>
                  <a:cubicBezTo>
                    <a:pt x="428" y="72"/>
                    <a:pt x="427" y="72"/>
                    <a:pt x="427" y="73"/>
                  </a:cubicBezTo>
                  <a:cubicBezTo>
                    <a:pt x="426" y="73"/>
                    <a:pt x="425" y="74"/>
                    <a:pt x="424" y="75"/>
                  </a:cubicBezTo>
                  <a:cubicBezTo>
                    <a:pt x="423" y="75"/>
                    <a:pt x="422" y="76"/>
                    <a:pt x="422" y="77"/>
                  </a:cubicBezTo>
                  <a:cubicBezTo>
                    <a:pt x="421" y="78"/>
                    <a:pt x="420" y="80"/>
                    <a:pt x="420" y="81"/>
                  </a:cubicBezTo>
                  <a:cubicBezTo>
                    <a:pt x="419" y="83"/>
                    <a:pt x="419" y="85"/>
                    <a:pt x="419" y="87"/>
                  </a:cubicBezTo>
                  <a:cubicBezTo>
                    <a:pt x="419" y="89"/>
                    <a:pt x="420" y="94"/>
                    <a:pt x="420" y="97"/>
                  </a:cubicBezTo>
                  <a:cubicBezTo>
                    <a:pt x="420" y="99"/>
                    <a:pt x="419" y="105"/>
                    <a:pt x="419" y="107"/>
                  </a:cubicBezTo>
                  <a:cubicBezTo>
                    <a:pt x="419" y="108"/>
                    <a:pt x="419" y="110"/>
                    <a:pt x="419" y="112"/>
                  </a:cubicBezTo>
                  <a:cubicBezTo>
                    <a:pt x="420" y="113"/>
                    <a:pt x="420" y="117"/>
                    <a:pt x="421" y="118"/>
                  </a:cubicBezTo>
                  <a:cubicBezTo>
                    <a:pt x="421" y="120"/>
                    <a:pt x="424" y="122"/>
                    <a:pt x="425" y="123"/>
                  </a:cubicBezTo>
                  <a:cubicBezTo>
                    <a:pt x="426" y="124"/>
                    <a:pt x="428" y="126"/>
                    <a:pt x="430" y="126"/>
                  </a:cubicBezTo>
                  <a:cubicBezTo>
                    <a:pt x="431" y="127"/>
                    <a:pt x="434" y="127"/>
                    <a:pt x="436" y="127"/>
                  </a:cubicBezTo>
                  <a:cubicBezTo>
                    <a:pt x="438" y="128"/>
                    <a:pt x="440" y="129"/>
                    <a:pt x="442" y="130"/>
                  </a:cubicBezTo>
                  <a:cubicBezTo>
                    <a:pt x="444" y="131"/>
                    <a:pt x="447" y="134"/>
                    <a:pt x="449" y="136"/>
                  </a:cubicBezTo>
                  <a:cubicBezTo>
                    <a:pt x="451" y="137"/>
                    <a:pt x="455" y="140"/>
                    <a:pt x="457" y="142"/>
                  </a:cubicBezTo>
                  <a:cubicBezTo>
                    <a:pt x="458" y="143"/>
                    <a:pt x="460" y="145"/>
                    <a:pt x="461" y="147"/>
                  </a:cubicBezTo>
                  <a:cubicBezTo>
                    <a:pt x="462" y="148"/>
                    <a:pt x="465" y="151"/>
                    <a:pt x="466" y="153"/>
                  </a:cubicBezTo>
                  <a:cubicBezTo>
                    <a:pt x="468" y="154"/>
                    <a:pt x="470" y="157"/>
                    <a:pt x="471" y="158"/>
                  </a:cubicBezTo>
                  <a:cubicBezTo>
                    <a:pt x="472" y="160"/>
                    <a:pt x="475" y="162"/>
                    <a:pt x="476" y="164"/>
                  </a:cubicBezTo>
                  <a:cubicBezTo>
                    <a:pt x="476" y="165"/>
                    <a:pt x="477" y="167"/>
                    <a:pt x="478" y="168"/>
                  </a:cubicBezTo>
                  <a:cubicBezTo>
                    <a:pt x="479" y="170"/>
                    <a:pt x="482" y="173"/>
                    <a:pt x="483" y="174"/>
                  </a:cubicBezTo>
                  <a:cubicBezTo>
                    <a:pt x="484" y="176"/>
                    <a:pt x="485" y="179"/>
                    <a:pt x="486" y="181"/>
                  </a:cubicBezTo>
                  <a:cubicBezTo>
                    <a:pt x="486" y="182"/>
                    <a:pt x="488" y="185"/>
                    <a:pt x="488" y="186"/>
                  </a:cubicBezTo>
                  <a:cubicBezTo>
                    <a:pt x="489" y="188"/>
                    <a:pt x="489" y="192"/>
                    <a:pt x="490" y="19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3"/>
            <p:cNvSpPr>
              <a:spLocks/>
            </p:cNvSpPr>
            <p:nvPr/>
          </p:nvSpPr>
          <p:spPr bwMode="auto">
            <a:xfrm>
              <a:off x="4348163" y="2832100"/>
              <a:ext cx="792163" cy="655638"/>
            </a:xfrm>
            <a:custGeom>
              <a:avLst/>
              <a:gdLst/>
              <a:ahLst/>
              <a:cxnLst>
                <a:cxn ang="0">
                  <a:pos x="185" y="51"/>
                </a:cxn>
                <a:cxn ang="0">
                  <a:pos x="212" y="25"/>
                </a:cxn>
                <a:cxn ang="0">
                  <a:pos x="224" y="11"/>
                </a:cxn>
                <a:cxn ang="0">
                  <a:pos x="251" y="10"/>
                </a:cxn>
                <a:cxn ang="0">
                  <a:pos x="273" y="4"/>
                </a:cxn>
                <a:cxn ang="0">
                  <a:pos x="287" y="34"/>
                </a:cxn>
                <a:cxn ang="0">
                  <a:pos x="310" y="60"/>
                </a:cxn>
                <a:cxn ang="0">
                  <a:pos x="334" y="83"/>
                </a:cxn>
                <a:cxn ang="0">
                  <a:pos x="350" y="107"/>
                </a:cxn>
                <a:cxn ang="0">
                  <a:pos x="348" y="139"/>
                </a:cxn>
                <a:cxn ang="0">
                  <a:pos x="376" y="168"/>
                </a:cxn>
                <a:cxn ang="0">
                  <a:pos x="381" y="197"/>
                </a:cxn>
                <a:cxn ang="0">
                  <a:pos x="411" y="210"/>
                </a:cxn>
                <a:cxn ang="0">
                  <a:pos x="414" y="235"/>
                </a:cxn>
                <a:cxn ang="0">
                  <a:pos x="438" y="234"/>
                </a:cxn>
                <a:cxn ang="0">
                  <a:pos x="469" y="250"/>
                </a:cxn>
                <a:cxn ang="0">
                  <a:pos x="475" y="292"/>
                </a:cxn>
                <a:cxn ang="0">
                  <a:pos x="452" y="339"/>
                </a:cxn>
                <a:cxn ang="0">
                  <a:pos x="437" y="367"/>
                </a:cxn>
                <a:cxn ang="0">
                  <a:pos x="407" y="377"/>
                </a:cxn>
                <a:cxn ang="0">
                  <a:pos x="387" y="396"/>
                </a:cxn>
                <a:cxn ang="0">
                  <a:pos x="391" y="375"/>
                </a:cxn>
                <a:cxn ang="0">
                  <a:pos x="382" y="360"/>
                </a:cxn>
                <a:cxn ang="0">
                  <a:pos x="369" y="359"/>
                </a:cxn>
                <a:cxn ang="0">
                  <a:pos x="354" y="360"/>
                </a:cxn>
                <a:cxn ang="0">
                  <a:pos x="346" y="373"/>
                </a:cxn>
                <a:cxn ang="0">
                  <a:pos x="327" y="369"/>
                </a:cxn>
                <a:cxn ang="0">
                  <a:pos x="320" y="351"/>
                </a:cxn>
                <a:cxn ang="0">
                  <a:pos x="315" y="332"/>
                </a:cxn>
                <a:cxn ang="0">
                  <a:pos x="303" y="315"/>
                </a:cxn>
                <a:cxn ang="0">
                  <a:pos x="296" y="301"/>
                </a:cxn>
                <a:cxn ang="0">
                  <a:pos x="282" y="292"/>
                </a:cxn>
                <a:cxn ang="0">
                  <a:pos x="268" y="296"/>
                </a:cxn>
                <a:cxn ang="0">
                  <a:pos x="264" y="308"/>
                </a:cxn>
                <a:cxn ang="0">
                  <a:pos x="244" y="316"/>
                </a:cxn>
                <a:cxn ang="0">
                  <a:pos x="227" y="323"/>
                </a:cxn>
                <a:cxn ang="0">
                  <a:pos x="205" y="321"/>
                </a:cxn>
                <a:cxn ang="0">
                  <a:pos x="182" y="334"/>
                </a:cxn>
                <a:cxn ang="0">
                  <a:pos x="154" y="318"/>
                </a:cxn>
                <a:cxn ang="0">
                  <a:pos x="136" y="304"/>
                </a:cxn>
                <a:cxn ang="0">
                  <a:pos x="121" y="316"/>
                </a:cxn>
                <a:cxn ang="0">
                  <a:pos x="111" y="301"/>
                </a:cxn>
                <a:cxn ang="0">
                  <a:pos x="97" y="287"/>
                </a:cxn>
                <a:cxn ang="0">
                  <a:pos x="83" y="285"/>
                </a:cxn>
                <a:cxn ang="0">
                  <a:pos x="57" y="282"/>
                </a:cxn>
                <a:cxn ang="0">
                  <a:pos x="34" y="290"/>
                </a:cxn>
                <a:cxn ang="0">
                  <a:pos x="27" y="276"/>
                </a:cxn>
                <a:cxn ang="0">
                  <a:pos x="17" y="258"/>
                </a:cxn>
                <a:cxn ang="0">
                  <a:pos x="0" y="246"/>
                </a:cxn>
                <a:cxn ang="0">
                  <a:pos x="15" y="223"/>
                </a:cxn>
                <a:cxn ang="0">
                  <a:pos x="38" y="213"/>
                </a:cxn>
                <a:cxn ang="0">
                  <a:pos x="55" y="192"/>
                </a:cxn>
                <a:cxn ang="0">
                  <a:pos x="66" y="174"/>
                </a:cxn>
                <a:cxn ang="0">
                  <a:pos x="82" y="174"/>
                </a:cxn>
                <a:cxn ang="0">
                  <a:pos x="103" y="146"/>
                </a:cxn>
                <a:cxn ang="0">
                  <a:pos x="126" y="120"/>
                </a:cxn>
                <a:cxn ang="0">
                  <a:pos x="128" y="100"/>
                </a:cxn>
                <a:cxn ang="0">
                  <a:pos x="115" y="79"/>
                </a:cxn>
                <a:cxn ang="0">
                  <a:pos x="127" y="54"/>
                </a:cxn>
                <a:cxn ang="0">
                  <a:pos x="153" y="61"/>
                </a:cxn>
              </a:cxnLst>
              <a:rect l="0" t="0" r="r" b="b"/>
              <a:pathLst>
                <a:path w="477" h="396">
                  <a:moveTo>
                    <a:pt x="169" y="65"/>
                  </a:moveTo>
                  <a:cubicBezTo>
                    <a:pt x="169" y="65"/>
                    <a:pt x="170" y="64"/>
                    <a:pt x="170" y="64"/>
                  </a:cubicBezTo>
                  <a:cubicBezTo>
                    <a:pt x="171" y="63"/>
                    <a:pt x="172" y="59"/>
                    <a:pt x="174" y="57"/>
                  </a:cubicBezTo>
                  <a:cubicBezTo>
                    <a:pt x="175" y="56"/>
                    <a:pt x="179" y="56"/>
                    <a:pt x="180" y="55"/>
                  </a:cubicBezTo>
                  <a:cubicBezTo>
                    <a:pt x="181" y="55"/>
                    <a:pt x="184" y="52"/>
                    <a:pt x="185" y="51"/>
                  </a:cubicBezTo>
                  <a:cubicBezTo>
                    <a:pt x="186" y="50"/>
                    <a:pt x="190" y="48"/>
                    <a:pt x="191" y="47"/>
                  </a:cubicBezTo>
                  <a:cubicBezTo>
                    <a:pt x="193" y="45"/>
                    <a:pt x="196" y="42"/>
                    <a:pt x="197" y="41"/>
                  </a:cubicBezTo>
                  <a:cubicBezTo>
                    <a:pt x="198" y="40"/>
                    <a:pt x="200" y="37"/>
                    <a:pt x="201" y="36"/>
                  </a:cubicBezTo>
                  <a:cubicBezTo>
                    <a:pt x="203" y="35"/>
                    <a:pt x="206" y="33"/>
                    <a:pt x="208" y="31"/>
                  </a:cubicBezTo>
                  <a:cubicBezTo>
                    <a:pt x="209" y="30"/>
                    <a:pt x="211" y="27"/>
                    <a:pt x="212" y="25"/>
                  </a:cubicBezTo>
                  <a:cubicBezTo>
                    <a:pt x="213" y="24"/>
                    <a:pt x="214" y="21"/>
                    <a:pt x="215" y="19"/>
                  </a:cubicBezTo>
                  <a:cubicBezTo>
                    <a:pt x="215" y="18"/>
                    <a:pt x="216" y="16"/>
                    <a:pt x="216" y="15"/>
                  </a:cubicBezTo>
                  <a:cubicBezTo>
                    <a:pt x="217" y="14"/>
                    <a:pt x="218" y="12"/>
                    <a:pt x="218" y="12"/>
                  </a:cubicBezTo>
                  <a:cubicBezTo>
                    <a:pt x="219" y="11"/>
                    <a:pt x="221" y="10"/>
                    <a:pt x="222" y="10"/>
                  </a:cubicBezTo>
                  <a:cubicBezTo>
                    <a:pt x="222" y="10"/>
                    <a:pt x="224" y="11"/>
                    <a:pt x="224" y="11"/>
                  </a:cubicBezTo>
                  <a:cubicBezTo>
                    <a:pt x="226" y="11"/>
                    <a:pt x="228" y="13"/>
                    <a:pt x="230" y="14"/>
                  </a:cubicBezTo>
                  <a:cubicBezTo>
                    <a:pt x="231" y="14"/>
                    <a:pt x="233" y="17"/>
                    <a:pt x="235" y="18"/>
                  </a:cubicBezTo>
                  <a:cubicBezTo>
                    <a:pt x="236" y="18"/>
                    <a:pt x="239" y="16"/>
                    <a:pt x="241" y="16"/>
                  </a:cubicBezTo>
                  <a:cubicBezTo>
                    <a:pt x="242" y="15"/>
                    <a:pt x="244" y="14"/>
                    <a:pt x="245" y="14"/>
                  </a:cubicBezTo>
                  <a:cubicBezTo>
                    <a:pt x="247" y="13"/>
                    <a:pt x="250" y="11"/>
                    <a:pt x="251" y="10"/>
                  </a:cubicBezTo>
                  <a:cubicBezTo>
                    <a:pt x="252" y="9"/>
                    <a:pt x="254" y="7"/>
                    <a:pt x="255" y="6"/>
                  </a:cubicBezTo>
                  <a:cubicBezTo>
                    <a:pt x="256" y="5"/>
                    <a:pt x="260" y="2"/>
                    <a:pt x="262" y="1"/>
                  </a:cubicBezTo>
                  <a:cubicBezTo>
                    <a:pt x="263" y="1"/>
                    <a:pt x="267" y="0"/>
                    <a:pt x="269" y="1"/>
                  </a:cubicBezTo>
                  <a:cubicBezTo>
                    <a:pt x="271" y="1"/>
                    <a:pt x="272" y="1"/>
                    <a:pt x="274" y="2"/>
                  </a:cubicBezTo>
                  <a:cubicBezTo>
                    <a:pt x="274" y="3"/>
                    <a:pt x="273" y="3"/>
                    <a:pt x="273" y="4"/>
                  </a:cubicBezTo>
                  <a:cubicBezTo>
                    <a:pt x="273" y="5"/>
                    <a:pt x="273" y="8"/>
                    <a:pt x="273" y="10"/>
                  </a:cubicBezTo>
                  <a:cubicBezTo>
                    <a:pt x="274" y="12"/>
                    <a:pt x="275" y="15"/>
                    <a:pt x="276" y="16"/>
                  </a:cubicBezTo>
                  <a:cubicBezTo>
                    <a:pt x="277" y="17"/>
                    <a:pt x="279" y="20"/>
                    <a:pt x="280" y="21"/>
                  </a:cubicBezTo>
                  <a:cubicBezTo>
                    <a:pt x="281" y="23"/>
                    <a:pt x="282" y="26"/>
                    <a:pt x="283" y="28"/>
                  </a:cubicBezTo>
                  <a:cubicBezTo>
                    <a:pt x="284" y="29"/>
                    <a:pt x="286" y="32"/>
                    <a:pt x="287" y="34"/>
                  </a:cubicBezTo>
                  <a:cubicBezTo>
                    <a:pt x="289" y="36"/>
                    <a:pt x="291" y="39"/>
                    <a:pt x="292" y="41"/>
                  </a:cubicBezTo>
                  <a:cubicBezTo>
                    <a:pt x="294" y="42"/>
                    <a:pt x="297" y="43"/>
                    <a:pt x="298" y="44"/>
                  </a:cubicBezTo>
                  <a:cubicBezTo>
                    <a:pt x="299" y="45"/>
                    <a:pt x="302" y="48"/>
                    <a:pt x="303" y="49"/>
                  </a:cubicBezTo>
                  <a:cubicBezTo>
                    <a:pt x="304" y="51"/>
                    <a:pt x="305" y="55"/>
                    <a:pt x="306" y="57"/>
                  </a:cubicBezTo>
                  <a:cubicBezTo>
                    <a:pt x="307" y="57"/>
                    <a:pt x="309" y="59"/>
                    <a:pt x="310" y="60"/>
                  </a:cubicBezTo>
                  <a:cubicBezTo>
                    <a:pt x="311" y="61"/>
                    <a:pt x="315" y="62"/>
                    <a:pt x="317" y="63"/>
                  </a:cubicBezTo>
                  <a:cubicBezTo>
                    <a:pt x="318" y="63"/>
                    <a:pt x="320" y="66"/>
                    <a:pt x="321" y="67"/>
                  </a:cubicBezTo>
                  <a:cubicBezTo>
                    <a:pt x="322" y="68"/>
                    <a:pt x="323" y="71"/>
                    <a:pt x="324" y="72"/>
                  </a:cubicBezTo>
                  <a:cubicBezTo>
                    <a:pt x="325" y="73"/>
                    <a:pt x="327" y="77"/>
                    <a:pt x="328" y="78"/>
                  </a:cubicBezTo>
                  <a:cubicBezTo>
                    <a:pt x="329" y="80"/>
                    <a:pt x="332" y="82"/>
                    <a:pt x="334" y="83"/>
                  </a:cubicBezTo>
                  <a:cubicBezTo>
                    <a:pt x="336" y="84"/>
                    <a:pt x="341" y="84"/>
                    <a:pt x="343" y="85"/>
                  </a:cubicBezTo>
                  <a:cubicBezTo>
                    <a:pt x="345" y="86"/>
                    <a:pt x="348" y="86"/>
                    <a:pt x="349" y="87"/>
                  </a:cubicBezTo>
                  <a:cubicBezTo>
                    <a:pt x="350" y="89"/>
                    <a:pt x="351" y="92"/>
                    <a:pt x="351" y="94"/>
                  </a:cubicBezTo>
                  <a:cubicBezTo>
                    <a:pt x="352" y="96"/>
                    <a:pt x="352" y="100"/>
                    <a:pt x="352" y="102"/>
                  </a:cubicBezTo>
                  <a:cubicBezTo>
                    <a:pt x="352" y="103"/>
                    <a:pt x="351" y="106"/>
                    <a:pt x="350" y="107"/>
                  </a:cubicBezTo>
                  <a:cubicBezTo>
                    <a:pt x="349" y="109"/>
                    <a:pt x="348" y="111"/>
                    <a:pt x="347" y="113"/>
                  </a:cubicBezTo>
                  <a:cubicBezTo>
                    <a:pt x="346" y="114"/>
                    <a:pt x="345" y="116"/>
                    <a:pt x="344" y="118"/>
                  </a:cubicBezTo>
                  <a:cubicBezTo>
                    <a:pt x="344" y="120"/>
                    <a:pt x="344" y="123"/>
                    <a:pt x="344" y="125"/>
                  </a:cubicBezTo>
                  <a:cubicBezTo>
                    <a:pt x="344" y="127"/>
                    <a:pt x="345" y="130"/>
                    <a:pt x="346" y="131"/>
                  </a:cubicBezTo>
                  <a:cubicBezTo>
                    <a:pt x="346" y="133"/>
                    <a:pt x="347" y="137"/>
                    <a:pt x="348" y="139"/>
                  </a:cubicBezTo>
                  <a:cubicBezTo>
                    <a:pt x="348" y="141"/>
                    <a:pt x="350" y="144"/>
                    <a:pt x="351" y="145"/>
                  </a:cubicBezTo>
                  <a:cubicBezTo>
                    <a:pt x="352" y="147"/>
                    <a:pt x="355" y="150"/>
                    <a:pt x="356" y="152"/>
                  </a:cubicBezTo>
                  <a:cubicBezTo>
                    <a:pt x="358" y="153"/>
                    <a:pt x="361" y="156"/>
                    <a:pt x="363" y="158"/>
                  </a:cubicBezTo>
                  <a:cubicBezTo>
                    <a:pt x="365" y="159"/>
                    <a:pt x="368" y="161"/>
                    <a:pt x="370" y="163"/>
                  </a:cubicBezTo>
                  <a:cubicBezTo>
                    <a:pt x="372" y="164"/>
                    <a:pt x="375" y="167"/>
                    <a:pt x="376" y="168"/>
                  </a:cubicBezTo>
                  <a:cubicBezTo>
                    <a:pt x="377" y="169"/>
                    <a:pt x="378" y="171"/>
                    <a:pt x="378" y="171"/>
                  </a:cubicBezTo>
                  <a:cubicBezTo>
                    <a:pt x="378" y="172"/>
                    <a:pt x="380" y="174"/>
                    <a:pt x="380" y="175"/>
                  </a:cubicBezTo>
                  <a:cubicBezTo>
                    <a:pt x="381" y="177"/>
                    <a:pt x="380" y="181"/>
                    <a:pt x="381" y="183"/>
                  </a:cubicBezTo>
                  <a:cubicBezTo>
                    <a:pt x="381" y="185"/>
                    <a:pt x="380" y="189"/>
                    <a:pt x="381" y="190"/>
                  </a:cubicBezTo>
                  <a:cubicBezTo>
                    <a:pt x="381" y="192"/>
                    <a:pt x="381" y="196"/>
                    <a:pt x="381" y="197"/>
                  </a:cubicBezTo>
                  <a:cubicBezTo>
                    <a:pt x="382" y="198"/>
                    <a:pt x="383" y="200"/>
                    <a:pt x="384" y="200"/>
                  </a:cubicBezTo>
                  <a:cubicBezTo>
                    <a:pt x="385" y="201"/>
                    <a:pt x="387" y="202"/>
                    <a:pt x="388" y="202"/>
                  </a:cubicBezTo>
                  <a:cubicBezTo>
                    <a:pt x="391" y="203"/>
                    <a:pt x="396" y="205"/>
                    <a:pt x="398" y="206"/>
                  </a:cubicBezTo>
                  <a:cubicBezTo>
                    <a:pt x="400" y="207"/>
                    <a:pt x="403" y="207"/>
                    <a:pt x="405" y="208"/>
                  </a:cubicBezTo>
                  <a:cubicBezTo>
                    <a:pt x="406" y="208"/>
                    <a:pt x="409" y="209"/>
                    <a:pt x="411" y="210"/>
                  </a:cubicBezTo>
                  <a:cubicBezTo>
                    <a:pt x="412" y="210"/>
                    <a:pt x="413" y="212"/>
                    <a:pt x="414" y="213"/>
                  </a:cubicBezTo>
                  <a:cubicBezTo>
                    <a:pt x="415" y="214"/>
                    <a:pt x="416" y="217"/>
                    <a:pt x="416" y="218"/>
                  </a:cubicBezTo>
                  <a:cubicBezTo>
                    <a:pt x="417" y="219"/>
                    <a:pt x="418" y="222"/>
                    <a:pt x="418" y="224"/>
                  </a:cubicBezTo>
                  <a:cubicBezTo>
                    <a:pt x="418" y="226"/>
                    <a:pt x="417" y="229"/>
                    <a:pt x="416" y="230"/>
                  </a:cubicBezTo>
                  <a:cubicBezTo>
                    <a:pt x="416" y="231"/>
                    <a:pt x="414" y="234"/>
                    <a:pt x="414" y="235"/>
                  </a:cubicBezTo>
                  <a:cubicBezTo>
                    <a:pt x="414" y="236"/>
                    <a:pt x="415" y="239"/>
                    <a:pt x="416" y="240"/>
                  </a:cubicBezTo>
                  <a:cubicBezTo>
                    <a:pt x="417" y="240"/>
                    <a:pt x="419" y="242"/>
                    <a:pt x="420" y="242"/>
                  </a:cubicBezTo>
                  <a:cubicBezTo>
                    <a:pt x="422" y="242"/>
                    <a:pt x="425" y="241"/>
                    <a:pt x="426" y="240"/>
                  </a:cubicBezTo>
                  <a:cubicBezTo>
                    <a:pt x="427" y="239"/>
                    <a:pt x="429" y="238"/>
                    <a:pt x="430" y="237"/>
                  </a:cubicBezTo>
                  <a:cubicBezTo>
                    <a:pt x="432" y="236"/>
                    <a:pt x="436" y="235"/>
                    <a:pt x="438" y="234"/>
                  </a:cubicBezTo>
                  <a:cubicBezTo>
                    <a:pt x="440" y="234"/>
                    <a:pt x="443" y="233"/>
                    <a:pt x="445" y="234"/>
                  </a:cubicBezTo>
                  <a:cubicBezTo>
                    <a:pt x="447" y="234"/>
                    <a:pt x="450" y="235"/>
                    <a:pt x="451" y="236"/>
                  </a:cubicBezTo>
                  <a:cubicBezTo>
                    <a:pt x="453" y="236"/>
                    <a:pt x="457" y="238"/>
                    <a:pt x="459" y="240"/>
                  </a:cubicBezTo>
                  <a:cubicBezTo>
                    <a:pt x="460" y="241"/>
                    <a:pt x="463" y="243"/>
                    <a:pt x="464" y="244"/>
                  </a:cubicBezTo>
                  <a:cubicBezTo>
                    <a:pt x="465" y="246"/>
                    <a:pt x="468" y="248"/>
                    <a:pt x="469" y="250"/>
                  </a:cubicBezTo>
                  <a:cubicBezTo>
                    <a:pt x="470" y="251"/>
                    <a:pt x="473" y="255"/>
                    <a:pt x="474" y="257"/>
                  </a:cubicBezTo>
                  <a:cubicBezTo>
                    <a:pt x="475" y="259"/>
                    <a:pt x="475" y="263"/>
                    <a:pt x="476" y="265"/>
                  </a:cubicBezTo>
                  <a:cubicBezTo>
                    <a:pt x="476" y="268"/>
                    <a:pt x="476" y="273"/>
                    <a:pt x="477" y="275"/>
                  </a:cubicBezTo>
                  <a:cubicBezTo>
                    <a:pt x="477" y="277"/>
                    <a:pt x="477" y="281"/>
                    <a:pt x="477" y="283"/>
                  </a:cubicBezTo>
                  <a:cubicBezTo>
                    <a:pt x="477" y="285"/>
                    <a:pt x="476" y="290"/>
                    <a:pt x="475" y="292"/>
                  </a:cubicBezTo>
                  <a:cubicBezTo>
                    <a:pt x="474" y="295"/>
                    <a:pt x="471" y="300"/>
                    <a:pt x="470" y="303"/>
                  </a:cubicBezTo>
                  <a:cubicBezTo>
                    <a:pt x="468" y="305"/>
                    <a:pt x="466" y="311"/>
                    <a:pt x="464" y="314"/>
                  </a:cubicBezTo>
                  <a:cubicBezTo>
                    <a:pt x="462" y="317"/>
                    <a:pt x="458" y="323"/>
                    <a:pt x="456" y="326"/>
                  </a:cubicBezTo>
                  <a:cubicBezTo>
                    <a:pt x="455" y="328"/>
                    <a:pt x="454" y="331"/>
                    <a:pt x="453" y="333"/>
                  </a:cubicBezTo>
                  <a:cubicBezTo>
                    <a:pt x="453" y="334"/>
                    <a:pt x="452" y="338"/>
                    <a:pt x="452" y="339"/>
                  </a:cubicBezTo>
                  <a:cubicBezTo>
                    <a:pt x="452" y="341"/>
                    <a:pt x="452" y="345"/>
                    <a:pt x="452" y="347"/>
                  </a:cubicBezTo>
                  <a:cubicBezTo>
                    <a:pt x="452" y="348"/>
                    <a:pt x="452" y="352"/>
                    <a:pt x="451" y="353"/>
                  </a:cubicBezTo>
                  <a:cubicBezTo>
                    <a:pt x="451" y="355"/>
                    <a:pt x="448" y="357"/>
                    <a:pt x="447" y="358"/>
                  </a:cubicBezTo>
                  <a:cubicBezTo>
                    <a:pt x="446" y="359"/>
                    <a:pt x="442" y="360"/>
                    <a:pt x="441" y="361"/>
                  </a:cubicBezTo>
                  <a:cubicBezTo>
                    <a:pt x="439" y="363"/>
                    <a:pt x="438" y="366"/>
                    <a:pt x="437" y="367"/>
                  </a:cubicBezTo>
                  <a:cubicBezTo>
                    <a:pt x="435" y="369"/>
                    <a:pt x="433" y="373"/>
                    <a:pt x="431" y="374"/>
                  </a:cubicBezTo>
                  <a:cubicBezTo>
                    <a:pt x="430" y="375"/>
                    <a:pt x="428" y="377"/>
                    <a:pt x="426" y="377"/>
                  </a:cubicBezTo>
                  <a:cubicBezTo>
                    <a:pt x="424" y="378"/>
                    <a:pt x="420" y="378"/>
                    <a:pt x="418" y="377"/>
                  </a:cubicBezTo>
                  <a:cubicBezTo>
                    <a:pt x="417" y="377"/>
                    <a:pt x="415" y="377"/>
                    <a:pt x="413" y="377"/>
                  </a:cubicBezTo>
                  <a:cubicBezTo>
                    <a:pt x="412" y="377"/>
                    <a:pt x="408" y="377"/>
                    <a:pt x="407" y="377"/>
                  </a:cubicBezTo>
                  <a:cubicBezTo>
                    <a:pt x="406" y="378"/>
                    <a:pt x="405" y="379"/>
                    <a:pt x="404" y="379"/>
                  </a:cubicBezTo>
                  <a:cubicBezTo>
                    <a:pt x="403" y="380"/>
                    <a:pt x="400" y="382"/>
                    <a:pt x="399" y="383"/>
                  </a:cubicBezTo>
                  <a:cubicBezTo>
                    <a:pt x="398" y="385"/>
                    <a:pt x="397" y="388"/>
                    <a:pt x="396" y="389"/>
                  </a:cubicBezTo>
                  <a:cubicBezTo>
                    <a:pt x="394" y="390"/>
                    <a:pt x="392" y="393"/>
                    <a:pt x="390" y="394"/>
                  </a:cubicBezTo>
                  <a:cubicBezTo>
                    <a:pt x="389" y="395"/>
                    <a:pt x="388" y="395"/>
                    <a:pt x="387" y="396"/>
                  </a:cubicBezTo>
                  <a:cubicBezTo>
                    <a:pt x="386" y="395"/>
                    <a:pt x="385" y="393"/>
                    <a:pt x="384" y="392"/>
                  </a:cubicBezTo>
                  <a:cubicBezTo>
                    <a:pt x="384" y="391"/>
                    <a:pt x="384" y="388"/>
                    <a:pt x="384" y="386"/>
                  </a:cubicBezTo>
                  <a:cubicBezTo>
                    <a:pt x="385" y="385"/>
                    <a:pt x="386" y="383"/>
                    <a:pt x="387" y="383"/>
                  </a:cubicBezTo>
                  <a:cubicBezTo>
                    <a:pt x="387" y="382"/>
                    <a:pt x="388" y="380"/>
                    <a:pt x="389" y="379"/>
                  </a:cubicBezTo>
                  <a:cubicBezTo>
                    <a:pt x="389" y="378"/>
                    <a:pt x="390" y="376"/>
                    <a:pt x="391" y="375"/>
                  </a:cubicBezTo>
                  <a:cubicBezTo>
                    <a:pt x="391" y="374"/>
                    <a:pt x="392" y="372"/>
                    <a:pt x="392" y="371"/>
                  </a:cubicBezTo>
                  <a:cubicBezTo>
                    <a:pt x="392" y="369"/>
                    <a:pt x="392" y="367"/>
                    <a:pt x="392" y="366"/>
                  </a:cubicBezTo>
                  <a:cubicBezTo>
                    <a:pt x="392" y="365"/>
                    <a:pt x="391" y="363"/>
                    <a:pt x="390" y="363"/>
                  </a:cubicBezTo>
                  <a:cubicBezTo>
                    <a:pt x="389" y="362"/>
                    <a:pt x="387" y="362"/>
                    <a:pt x="386" y="362"/>
                  </a:cubicBezTo>
                  <a:cubicBezTo>
                    <a:pt x="385" y="362"/>
                    <a:pt x="383" y="361"/>
                    <a:pt x="382" y="360"/>
                  </a:cubicBezTo>
                  <a:cubicBezTo>
                    <a:pt x="382" y="360"/>
                    <a:pt x="381" y="358"/>
                    <a:pt x="380" y="357"/>
                  </a:cubicBezTo>
                  <a:cubicBezTo>
                    <a:pt x="379" y="357"/>
                    <a:pt x="378" y="356"/>
                    <a:pt x="377" y="356"/>
                  </a:cubicBezTo>
                  <a:cubicBezTo>
                    <a:pt x="376" y="355"/>
                    <a:pt x="374" y="355"/>
                    <a:pt x="374" y="356"/>
                  </a:cubicBezTo>
                  <a:cubicBezTo>
                    <a:pt x="373" y="356"/>
                    <a:pt x="372" y="357"/>
                    <a:pt x="372" y="357"/>
                  </a:cubicBezTo>
                  <a:cubicBezTo>
                    <a:pt x="371" y="358"/>
                    <a:pt x="370" y="359"/>
                    <a:pt x="369" y="359"/>
                  </a:cubicBezTo>
                  <a:cubicBezTo>
                    <a:pt x="368" y="360"/>
                    <a:pt x="367" y="359"/>
                    <a:pt x="366" y="359"/>
                  </a:cubicBezTo>
                  <a:cubicBezTo>
                    <a:pt x="365" y="359"/>
                    <a:pt x="365" y="360"/>
                    <a:pt x="364" y="360"/>
                  </a:cubicBezTo>
                  <a:cubicBezTo>
                    <a:pt x="364" y="361"/>
                    <a:pt x="362" y="360"/>
                    <a:pt x="362" y="360"/>
                  </a:cubicBezTo>
                  <a:cubicBezTo>
                    <a:pt x="361" y="360"/>
                    <a:pt x="359" y="359"/>
                    <a:pt x="358" y="359"/>
                  </a:cubicBezTo>
                  <a:cubicBezTo>
                    <a:pt x="357" y="359"/>
                    <a:pt x="355" y="360"/>
                    <a:pt x="354" y="360"/>
                  </a:cubicBezTo>
                  <a:cubicBezTo>
                    <a:pt x="354" y="361"/>
                    <a:pt x="353" y="362"/>
                    <a:pt x="353" y="362"/>
                  </a:cubicBezTo>
                  <a:cubicBezTo>
                    <a:pt x="352" y="363"/>
                    <a:pt x="351" y="364"/>
                    <a:pt x="350" y="365"/>
                  </a:cubicBezTo>
                  <a:cubicBezTo>
                    <a:pt x="349" y="365"/>
                    <a:pt x="348" y="366"/>
                    <a:pt x="347" y="367"/>
                  </a:cubicBezTo>
                  <a:cubicBezTo>
                    <a:pt x="347" y="368"/>
                    <a:pt x="347" y="369"/>
                    <a:pt x="347" y="370"/>
                  </a:cubicBezTo>
                  <a:cubicBezTo>
                    <a:pt x="347" y="371"/>
                    <a:pt x="346" y="372"/>
                    <a:pt x="346" y="373"/>
                  </a:cubicBezTo>
                  <a:cubicBezTo>
                    <a:pt x="346" y="374"/>
                    <a:pt x="345" y="375"/>
                    <a:pt x="344" y="375"/>
                  </a:cubicBezTo>
                  <a:cubicBezTo>
                    <a:pt x="343" y="375"/>
                    <a:pt x="342" y="375"/>
                    <a:pt x="341" y="375"/>
                  </a:cubicBezTo>
                  <a:cubicBezTo>
                    <a:pt x="339" y="375"/>
                    <a:pt x="336" y="374"/>
                    <a:pt x="334" y="374"/>
                  </a:cubicBezTo>
                  <a:cubicBezTo>
                    <a:pt x="333" y="374"/>
                    <a:pt x="331" y="373"/>
                    <a:pt x="330" y="372"/>
                  </a:cubicBezTo>
                  <a:cubicBezTo>
                    <a:pt x="329" y="372"/>
                    <a:pt x="328" y="370"/>
                    <a:pt x="327" y="369"/>
                  </a:cubicBezTo>
                  <a:cubicBezTo>
                    <a:pt x="326" y="369"/>
                    <a:pt x="326" y="366"/>
                    <a:pt x="326" y="366"/>
                  </a:cubicBezTo>
                  <a:cubicBezTo>
                    <a:pt x="325" y="365"/>
                    <a:pt x="324" y="364"/>
                    <a:pt x="323" y="363"/>
                  </a:cubicBezTo>
                  <a:cubicBezTo>
                    <a:pt x="323" y="362"/>
                    <a:pt x="323" y="361"/>
                    <a:pt x="322" y="360"/>
                  </a:cubicBezTo>
                  <a:cubicBezTo>
                    <a:pt x="322" y="359"/>
                    <a:pt x="322" y="357"/>
                    <a:pt x="322" y="356"/>
                  </a:cubicBezTo>
                  <a:cubicBezTo>
                    <a:pt x="322" y="355"/>
                    <a:pt x="321" y="352"/>
                    <a:pt x="320" y="351"/>
                  </a:cubicBezTo>
                  <a:cubicBezTo>
                    <a:pt x="320" y="350"/>
                    <a:pt x="319" y="349"/>
                    <a:pt x="318" y="348"/>
                  </a:cubicBezTo>
                  <a:cubicBezTo>
                    <a:pt x="318" y="347"/>
                    <a:pt x="316" y="345"/>
                    <a:pt x="315" y="344"/>
                  </a:cubicBezTo>
                  <a:cubicBezTo>
                    <a:pt x="315" y="343"/>
                    <a:pt x="315" y="341"/>
                    <a:pt x="315" y="340"/>
                  </a:cubicBezTo>
                  <a:cubicBezTo>
                    <a:pt x="315" y="339"/>
                    <a:pt x="316" y="336"/>
                    <a:pt x="316" y="335"/>
                  </a:cubicBezTo>
                  <a:cubicBezTo>
                    <a:pt x="316" y="334"/>
                    <a:pt x="315" y="332"/>
                    <a:pt x="315" y="332"/>
                  </a:cubicBezTo>
                  <a:cubicBezTo>
                    <a:pt x="314" y="331"/>
                    <a:pt x="313" y="329"/>
                    <a:pt x="313" y="329"/>
                  </a:cubicBezTo>
                  <a:cubicBezTo>
                    <a:pt x="312" y="328"/>
                    <a:pt x="309" y="327"/>
                    <a:pt x="308" y="326"/>
                  </a:cubicBezTo>
                  <a:cubicBezTo>
                    <a:pt x="307" y="325"/>
                    <a:pt x="307" y="323"/>
                    <a:pt x="306" y="322"/>
                  </a:cubicBezTo>
                  <a:cubicBezTo>
                    <a:pt x="306" y="321"/>
                    <a:pt x="305" y="320"/>
                    <a:pt x="305" y="319"/>
                  </a:cubicBezTo>
                  <a:cubicBezTo>
                    <a:pt x="305" y="318"/>
                    <a:pt x="303" y="316"/>
                    <a:pt x="303" y="315"/>
                  </a:cubicBezTo>
                  <a:cubicBezTo>
                    <a:pt x="303" y="314"/>
                    <a:pt x="305" y="313"/>
                    <a:pt x="305" y="313"/>
                  </a:cubicBezTo>
                  <a:cubicBezTo>
                    <a:pt x="306" y="311"/>
                    <a:pt x="305" y="309"/>
                    <a:pt x="305" y="308"/>
                  </a:cubicBezTo>
                  <a:cubicBezTo>
                    <a:pt x="305" y="307"/>
                    <a:pt x="304" y="305"/>
                    <a:pt x="303" y="304"/>
                  </a:cubicBezTo>
                  <a:cubicBezTo>
                    <a:pt x="302" y="304"/>
                    <a:pt x="300" y="304"/>
                    <a:pt x="300" y="303"/>
                  </a:cubicBezTo>
                  <a:cubicBezTo>
                    <a:pt x="299" y="303"/>
                    <a:pt x="296" y="302"/>
                    <a:pt x="296" y="301"/>
                  </a:cubicBezTo>
                  <a:cubicBezTo>
                    <a:pt x="295" y="300"/>
                    <a:pt x="296" y="299"/>
                    <a:pt x="296" y="298"/>
                  </a:cubicBezTo>
                  <a:cubicBezTo>
                    <a:pt x="295" y="297"/>
                    <a:pt x="293" y="297"/>
                    <a:pt x="292" y="297"/>
                  </a:cubicBezTo>
                  <a:cubicBezTo>
                    <a:pt x="291" y="296"/>
                    <a:pt x="289" y="297"/>
                    <a:pt x="288" y="297"/>
                  </a:cubicBezTo>
                  <a:cubicBezTo>
                    <a:pt x="287" y="296"/>
                    <a:pt x="285" y="296"/>
                    <a:pt x="284" y="295"/>
                  </a:cubicBezTo>
                  <a:cubicBezTo>
                    <a:pt x="284" y="295"/>
                    <a:pt x="283" y="293"/>
                    <a:pt x="282" y="292"/>
                  </a:cubicBezTo>
                  <a:cubicBezTo>
                    <a:pt x="281" y="291"/>
                    <a:pt x="279" y="290"/>
                    <a:pt x="278" y="290"/>
                  </a:cubicBezTo>
                  <a:cubicBezTo>
                    <a:pt x="277" y="290"/>
                    <a:pt x="275" y="289"/>
                    <a:pt x="275" y="289"/>
                  </a:cubicBezTo>
                  <a:cubicBezTo>
                    <a:pt x="273" y="289"/>
                    <a:pt x="271" y="290"/>
                    <a:pt x="270" y="290"/>
                  </a:cubicBezTo>
                  <a:cubicBezTo>
                    <a:pt x="269" y="291"/>
                    <a:pt x="268" y="292"/>
                    <a:pt x="268" y="293"/>
                  </a:cubicBezTo>
                  <a:cubicBezTo>
                    <a:pt x="268" y="294"/>
                    <a:pt x="268" y="295"/>
                    <a:pt x="268" y="296"/>
                  </a:cubicBezTo>
                  <a:cubicBezTo>
                    <a:pt x="268" y="297"/>
                    <a:pt x="270" y="298"/>
                    <a:pt x="270" y="299"/>
                  </a:cubicBezTo>
                  <a:cubicBezTo>
                    <a:pt x="271" y="300"/>
                    <a:pt x="271" y="302"/>
                    <a:pt x="271" y="303"/>
                  </a:cubicBezTo>
                  <a:cubicBezTo>
                    <a:pt x="271" y="303"/>
                    <a:pt x="271" y="305"/>
                    <a:pt x="270" y="305"/>
                  </a:cubicBezTo>
                  <a:cubicBezTo>
                    <a:pt x="270" y="306"/>
                    <a:pt x="268" y="307"/>
                    <a:pt x="267" y="307"/>
                  </a:cubicBezTo>
                  <a:cubicBezTo>
                    <a:pt x="266" y="307"/>
                    <a:pt x="265" y="308"/>
                    <a:pt x="264" y="308"/>
                  </a:cubicBezTo>
                  <a:cubicBezTo>
                    <a:pt x="262" y="309"/>
                    <a:pt x="259" y="310"/>
                    <a:pt x="257" y="310"/>
                  </a:cubicBezTo>
                  <a:cubicBezTo>
                    <a:pt x="256" y="310"/>
                    <a:pt x="254" y="310"/>
                    <a:pt x="253" y="310"/>
                  </a:cubicBezTo>
                  <a:cubicBezTo>
                    <a:pt x="252" y="310"/>
                    <a:pt x="250" y="311"/>
                    <a:pt x="249" y="311"/>
                  </a:cubicBezTo>
                  <a:cubicBezTo>
                    <a:pt x="248" y="312"/>
                    <a:pt x="247" y="312"/>
                    <a:pt x="246" y="313"/>
                  </a:cubicBezTo>
                  <a:cubicBezTo>
                    <a:pt x="245" y="314"/>
                    <a:pt x="244" y="315"/>
                    <a:pt x="244" y="316"/>
                  </a:cubicBezTo>
                  <a:cubicBezTo>
                    <a:pt x="243" y="317"/>
                    <a:pt x="243" y="319"/>
                    <a:pt x="242" y="319"/>
                  </a:cubicBezTo>
                  <a:cubicBezTo>
                    <a:pt x="242" y="320"/>
                    <a:pt x="242" y="322"/>
                    <a:pt x="242" y="323"/>
                  </a:cubicBezTo>
                  <a:cubicBezTo>
                    <a:pt x="241" y="323"/>
                    <a:pt x="240" y="324"/>
                    <a:pt x="239" y="325"/>
                  </a:cubicBezTo>
                  <a:cubicBezTo>
                    <a:pt x="238" y="325"/>
                    <a:pt x="235" y="325"/>
                    <a:pt x="234" y="325"/>
                  </a:cubicBezTo>
                  <a:cubicBezTo>
                    <a:pt x="232" y="325"/>
                    <a:pt x="229" y="323"/>
                    <a:pt x="227" y="323"/>
                  </a:cubicBezTo>
                  <a:cubicBezTo>
                    <a:pt x="226" y="323"/>
                    <a:pt x="223" y="323"/>
                    <a:pt x="222" y="323"/>
                  </a:cubicBezTo>
                  <a:cubicBezTo>
                    <a:pt x="220" y="323"/>
                    <a:pt x="218" y="323"/>
                    <a:pt x="217" y="322"/>
                  </a:cubicBezTo>
                  <a:cubicBezTo>
                    <a:pt x="215" y="322"/>
                    <a:pt x="213" y="320"/>
                    <a:pt x="212" y="320"/>
                  </a:cubicBezTo>
                  <a:cubicBezTo>
                    <a:pt x="211" y="319"/>
                    <a:pt x="208" y="317"/>
                    <a:pt x="207" y="318"/>
                  </a:cubicBezTo>
                  <a:cubicBezTo>
                    <a:pt x="206" y="318"/>
                    <a:pt x="206" y="320"/>
                    <a:pt x="205" y="321"/>
                  </a:cubicBezTo>
                  <a:cubicBezTo>
                    <a:pt x="205" y="322"/>
                    <a:pt x="204" y="324"/>
                    <a:pt x="203" y="325"/>
                  </a:cubicBezTo>
                  <a:cubicBezTo>
                    <a:pt x="203" y="326"/>
                    <a:pt x="202" y="328"/>
                    <a:pt x="201" y="328"/>
                  </a:cubicBezTo>
                  <a:cubicBezTo>
                    <a:pt x="200" y="330"/>
                    <a:pt x="198" y="332"/>
                    <a:pt x="197" y="332"/>
                  </a:cubicBezTo>
                  <a:cubicBezTo>
                    <a:pt x="195" y="333"/>
                    <a:pt x="191" y="333"/>
                    <a:pt x="189" y="334"/>
                  </a:cubicBezTo>
                  <a:cubicBezTo>
                    <a:pt x="187" y="334"/>
                    <a:pt x="183" y="334"/>
                    <a:pt x="182" y="334"/>
                  </a:cubicBezTo>
                  <a:cubicBezTo>
                    <a:pt x="179" y="334"/>
                    <a:pt x="173" y="335"/>
                    <a:pt x="170" y="334"/>
                  </a:cubicBezTo>
                  <a:cubicBezTo>
                    <a:pt x="169" y="334"/>
                    <a:pt x="166" y="333"/>
                    <a:pt x="165" y="332"/>
                  </a:cubicBezTo>
                  <a:cubicBezTo>
                    <a:pt x="164" y="332"/>
                    <a:pt x="162" y="329"/>
                    <a:pt x="161" y="328"/>
                  </a:cubicBezTo>
                  <a:cubicBezTo>
                    <a:pt x="160" y="326"/>
                    <a:pt x="157" y="324"/>
                    <a:pt x="156" y="322"/>
                  </a:cubicBezTo>
                  <a:cubicBezTo>
                    <a:pt x="156" y="321"/>
                    <a:pt x="155" y="319"/>
                    <a:pt x="154" y="318"/>
                  </a:cubicBezTo>
                  <a:cubicBezTo>
                    <a:pt x="154" y="316"/>
                    <a:pt x="153" y="313"/>
                    <a:pt x="152" y="312"/>
                  </a:cubicBezTo>
                  <a:cubicBezTo>
                    <a:pt x="151" y="311"/>
                    <a:pt x="149" y="309"/>
                    <a:pt x="148" y="309"/>
                  </a:cubicBezTo>
                  <a:cubicBezTo>
                    <a:pt x="148" y="307"/>
                    <a:pt x="147" y="305"/>
                    <a:pt x="146" y="304"/>
                  </a:cubicBezTo>
                  <a:cubicBezTo>
                    <a:pt x="145" y="303"/>
                    <a:pt x="141" y="302"/>
                    <a:pt x="139" y="302"/>
                  </a:cubicBezTo>
                  <a:cubicBezTo>
                    <a:pt x="138" y="302"/>
                    <a:pt x="137" y="303"/>
                    <a:pt x="136" y="304"/>
                  </a:cubicBezTo>
                  <a:cubicBezTo>
                    <a:pt x="135" y="304"/>
                    <a:pt x="134" y="306"/>
                    <a:pt x="133" y="307"/>
                  </a:cubicBezTo>
                  <a:cubicBezTo>
                    <a:pt x="132" y="307"/>
                    <a:pt x="130" y="307"/>
                    <a:pt x="129" y="308"/>
                  </a:cubicBezTo>
                  <a:cubicBezTo>
                    <a:pt x="128" y="308"/>
                    <a:pt x="126" y="310"/>
                    <a:pt x="125" y="311"/>
                  </a:cubicBezTo>
                  <a:cubicBezTo>
                    <a:pt x="125" y="311"/>
                    <a:pt x="123" y="312"/>
                    <a:pt x="122" y="313"/>
                  </a:cubicBezTo>
                  <a:cubicBezTo>
                    <a:pt x="122" y="313"/>
                    <a:pt x="121" y="315"/>
                    <a:pt x="121" y="316"/>
                  </a:cubicBezTo>
                  <a:cubicBezTo>
                    <a:pt x="120" y="316"/>
                    <a:pt x="119" y="317"/>
                    <a:pt x="118" y="318"/>
                  </a:cubicBezTo>
                  <a:cubicBezTo>
                    <a:pt x="117" y="318"/>
                    <a:pt x="114" y="317"/>
                    <a:pt x="113" y="316"/>
                  </a:cubicBezTo>
                  <a:cubicBezTo>
                    <a:pt x="113" y="315"/>
                    <a:pt x="112" y="313"/>
                    <a:pt x="112" y="312"/>
                  </a:cubicBezTo>
                  <a:cubicBezTo>
                    <a:pt x="112" y="310"/>
                    <a:pt x="112" y="308"/>
                    <a:pt x="112" y="306"/>
                  </a:cubicBezTo>
                  <a:cubicBezTo>
                    <a:pt x="112" y="305"/>
                    <a:pt x="112" y="302"/>
                    <a:pt x="111" y="301"/>
                  </a:cubicBezTo>
                  <a:cubicBezTo>
                    <a:pt x="111" y="300"/>
                    <a:pt x="110" y="298"/>
                    <a:pt x="109" y="298"/>
                  </a:cubicBezTo>
                  <a:cubicBezTo>
                    <a:pt x="108" y="297"/>
                    <a:pt x="106" y="297"/>
                    <a:pt x="105" y="296"/>
                  </a:cubicBezTo>
                  <a:cubicBezTo>
                    <a:pt x="104" y="296"/>
                    <a:pt x="103" y="294"/>
                    <a:pt x="103" y="294"/>
                  </a:cubicBezTo>
                  <a:cubicBezTo>
                    <a:pt x="102" y="293"/>
                    <a:pt x="100" y="291"/>
                    <a:pt x="100" y="290"/>
                  </a:cubicBezTo>
                  <a:cubicBezTo>
                    <a:pt x="99" y="289"/>
                    <a:pt x="98" y="287"/>
                    <a:pt x="97" y="287"/>
                  </a:cubicBezTo>
                  <a:cubicBezTo>
                    <a:pt x="96" y="286"/>
                    <a:pt x="94" y="285"/>
                    <a:pt x="93" y="285"/>
                  </a:cubicBezTo>
                  <a:cubicBezTo>
                    <a:pt x="92" y="285"/>
                    <a:pt x="90" y="284"/>
                    <a:pt x="89" y="284"/>
                  </a:cubicBezTo>
                  <a:cubicBezTo>
                    <a:pt x="88" y="284"/>
                    <a:pt x="87" y="283"/>
                    <a:pt x="87" y="284"/>
                  </a:cubicBezTo>
                  <a:cubicBezTo>
                    <a:pt x="86" y="284"/>
                    <a:pt x="85" y="286"/>
                    <a:pt x="85" y="286"/>
                  </a:cubicBezTo>
                  <a:cubicBezTo>
                    <a:pt x="84" y="286"/>
                    <a:pt x="83" y="285"/>
                    <a:pt x="83" y="285"/>
                  </a:cubicBezTo>
                  <a:cubicBezTo>
                    <a:pt x="82" y="284"/>
                    <a:pt x="81" y="283"/>
                    <a:pt x="81" y="282"/>
                  </a:cubicBezTo>
                  <a:cubicBezTo>
                    <a:pt x="80" y="282"/>
                    <a:pt x="79" y="281"/>
                    <a:pt x="78" y="281"/>
                  </a:cubicBezTo>
                  <a:cubicBezTo>
                    <a:pt x="77" y="281"/>
                    <a:pt x="74" y="281"/>
                    <a:pt x="72" y="281"/>
                  </a:cubicBezTo>
                  <a:cubicBezTo>
                    <a:pt x="70" y="281"/>
                    <a:pt x="64" y="280"/>
                    <a:pt x="62" y="281"/>
                  </a:cubicBezTo>
                  <a:cubicBezTo>
                    <a:pt x="60" y="281"/>
                    <a:pt x="58" y="282"/>
                    <a:pt x="57" y="282"/>
                  </a:cubicBezTo>
                  <a:cubicBezTo>
                    <a:pt x="55" y="283"/>
                    <a:pt x="51" y="283"/>
                    <a:pt x="50" y="284"/>
                  </a:cubicBezTo>
                  <a:cubicBezTo>
                    <a:pt x="48" y="285"/>
                    <a:pt x="45" y="286"/>
                    <a:pt x="44" y="287"/>
                  </a:cubicBezTo>
                  <a:cubicBezTo>
                    <a:pt x="44" y="287"/>
                    <a:pt x="43" y="289"/>
                    <a:pt x="42" y="289"/>
                  </a:cubicBezTo>
                  <a:cubicBezTo>
                    <a:pt x="41" y="290"/>
                    <a:pt x="39" y="289"/>
                    <a:pt x="38" y="289"/>
                  </a:cubicBezTo>
                  <a:cubicBezTo>
                    <a:pt x="37" y="289"/>
                    <a:pt x="35" y="290"/>
                    <a:pt x="34" y="290"/>
                  </a:cubicBezTo>
                  <a:cubicBezTo>
                    <a:pt x="34" y="290"/>
                    <a:pt x="33" y="291"/>
                    <a:pt x="33" y="291"/>
                  </a:cubicBezTo>
                  <a:cubicBezTo>
                    <a:pt x="32" y="290"/>
                    <a:pt x="32" y="289"/>
                    <a:pt x="32" y="289"/>
                  </a:cubicBezTo>
                  <a:cubicBezTo>
                    <a:pt x="31" y="288"/>
                    <a:pt x="29" y="286"/>
                    <a:pt x="29" y="285"/>
                  </a:cubicBezTo>
                  <a:cubicBezTo>
                    <a:pt x="29" y="285"/>
                    <a:pt x="28" y="283"/>
                    <a:pt x="28" y="282"/>
                  </a:cubicBezTo>
                  <a:cubicBezTo>
                    <a:pt x="28" y="281"/>
                    <a:pt x="27" y="278"/>
                    <a:pt x="27" y="276"/>
                  </a:cubicBezTo>
                  <a:cubicBezTo>
                    <a:pt x="27" y="276"/>
                    <a:pt x="26" y="274"/>
                    <a:pt x="26" y="273"/>
                  </a:cubicBezTo>
                  <a:cubicBezTo>
                    <a:pt x="25" y="272"/>
                    <a:pt x="24" y="270"/>
                    <a:pt x="23" y="269"/>
                  </a:cubicBezTo>
                  <a:cubicBezTo>
                    <a:pt x="22" y="268"/>
                    <a:pt x="21" y="268"/>
                    <a:pt x="20" y="267"/>
                  </a:cubicBezTo>
                  <a:cubicBezTo>
                    <a:pt x="20" y="266"/>
                    <a:pt x="20" y="263"/>
                    <a:pt x="19" y="262"/>
                  </a:cubicBezTo>
                  <a:cubicBezTo>
                    <a:pt x="19" y="261"/>
                    <a:pt x="17" y="259"/>
                    <a:pt x="17" y="258"/>
                  </a:cubicBezTo>
                  <a:cubicBezTo>
                    <a:pt x="16" y="257"/>
                    <a:pt x="14" y="256"/>
                    <a:pt x="14" y="255"/>
                  </a:cubicBezTo>
                  <a:cubicBezTo>
                    <a:pt x="13" y="255"/>
                    <a:pt x="11" y="254"/>
                    <a:pt x="10" y="253"/>
                  </a:cubicBezTo>
                  <a:cubicBezTo>
                    <a:pt x="9" y="253"/>
                    <a:pt x="7" y="252"/>
                    <a:pt x="6" y="251"/>
                  </a:cubicBezTo>
                  <a:cubicBezTo>
                    <a:pt x="5" y="251"/>
                    <a:pt x="2" y="250"/>
                    <a:pt x="1" y="249"/>
                  </a:cubicBezTo>
                  <a:cubicBezTo>
                    <a:pt x="1" y="248"/>
                    <a:pt x="0" y="247"/>
                    <a:pt x="0" y="246"/>
                  </a:cubicBezTo>
                  <a:cubicBezTo>
                    <a:pt x="0" y="245"/>
                    <a:pt x="1" y="243"/>
                    <a:pt x="2" y="242"/>
                  </a:cubicBezTo>
                  <a:cubicBezTo>
                    <a:pt x="3" y="241"/>
                    <a:pt x="4" y="240"/>
                    <a:pt x="5" y="239"/>
                  </a:cubicBezTo>
                  <a:cubicBezTo>
                    <a:pt x="5" y="238"/>
                    <a:pt x="7" y="236"/>
                    <a:pt x="7" y="235"/>
                  </a:cubicBezTo>
                  <a:cubicBezTo>
                    <a:pt x="8" y="234"/>
                    <a:pt x="9" y="232"/>
                    <a:pt x="9" y="231"/>
                  </a:cubicBezTo>
                  <a:cubicBezTo>
                    <a:pt x="11" y="229"/>
                    <a:pt x="13" y="225"/>
                    <a:pt x="15" y="223"/>
                  </a:cubicBezTo>
                  <a:cubicBezTo>
                    <a:pt x="15" y="222"/>
                    <a:pt x="17" y="221"/>
                    <a:pt x="18" y="221"/>
                  </a:cubicBezTo>
                  <a:cubicBezTo>
                    <a:pt x="19" y="220"/>
                    <a:pt x="21" y="219"/>
                    <a:pt x="22" y="218"/>
                  </a:cubicBezTo>
                  <a:cubicBezTo>
                    <a:pt x="23" y="218"/>
                    <a:pt x="27" y="217"/>
                    <a:pt x="28" y="216"/>
                  </a:cubicBezTo>
                  <a:cubicBezTo>
                    <a:pt x="30" y="216"/>
                    <a:pt x="33" y="216"/>
                    <a:pt x="34" y="216"/>
                  </a:cubicBezTo>
                  <a:cubicBezTo>
                    <a:pt x="35" y="216"/>
                    <a:pt x="37" y="214"/>
                    <a:pt x="38" y="213"/>
                  </a:cubicBezTo>
                  <a:cubicBezTo>
                    <a:pt x="39" y="212"/>
                    <a:pt x="40" y="210"/>
                    <a:pt x="40" y="209"/>
                  </a:cubicBezTo>
                  <a:cubicBezTo>
                    <a:pt x="41" y="208"/>
                    <a:pt x="42" y="206"/>
                    <a:pt x="43" y="205"/>
                  </a:cubicBezTo>
                  <a:cubicBezTo>
                    <a:pt x="43" y="204"/>
                    <a:pt x="45" y="203"/>
                    <a:pt x="46" y="203"/>
                  </a:cubicBezTo>
                  <a:cubicBezTo>
                    <a:pt x="47" y="201"/>
                    <a:pt x="48" y="199"/>
                    <a:pt x="49" y="198"/>
                  </a:cubicBezTo>
                  <a:cubicBezTo>
                    <a:pt x="50" y="196"/>
                    <a:pt x="53" y="193"/>
                    <a:pt x="55" y="192"/>
                  </a:cubicBezTo>
                  <a:cubicBezTo>
                    <a:pt x="56" y="191"/>
                    <a:pt x="59" y="190"/>
                    <a:pt x="60" y="189"/>
                  </a:cubicBezTo>
                  <a:cubicBezTo>
                    <a:pt x="61" y="188"/>
                    <a:pt x="62" y="187"/>
                    <a:pt x="63" y="186"/>
                  </a:cubicBezTo>
                  <a:cubicBezTo>
                    <a:pt x="64" y="185"/>
                    <a:pt x="64" y="182"/>
                    <a:pt x="64" y="181"/>
                  </a:cubicBezTo>
                  <a:cubicBezTo>
                    <a:pt x="65" y="180"/>
                    <a:pt x="64" y="178"/>
                    <a:pt x="65" y="177"/>
                  </a:cubicBezTo>
                  <a:cubicBezTo>
                    <a:pt x="65" y="176"/>
                    <a:pt x="65" y="174"/>
                    <a:pt x="66" y="174"/>
                  </a:cubicBezTo>
                  <a:cubicBezTo>
                    <a:pt x="66" y="173"/>
                    <a:pt x="68" y="172"/>
                    <a:pt x="69" y="172"/>
                  </a:cubicBezTo>
                  <a:cubicBezTo>
                    <a:pt x="69" y="172"/>
                    <a:pt x="71" y="172"/>
                    <a:pt x="71" y="172"/>
                  </a:cubicBezTo>
                  <a:cubicBezTo>
                    <a:pt x="72" y="172"/>
                    <a:pt x="74" y="173"/>
                    <a:pt x="74" y="173"/>
                  </a:cubicBezTo>
                  <a:cubicBezTo>
                    <a:pt x="75" y="173"/>
                    <a:pt x="77" y="174"/>
                    <a:pt x="77" y="174"/>
                  </a:cubicBezTo>
                  <a:cubicBezTo>
                    <a:pt x="78" y="175"/>
                    <a:pt x="81" y="175"/>
                    <a:pt x="82" y="174"/>
                  </a:cubicBezTo>
                  <a:cubicBezTo>
                    <a:pt x="83" y="174"/>
                    <a:pt x="85" y="171"/>
                    <a:pt x="86" y="170"/>
                  </a:cubicBezTo>
                  <a:cubicBezTo>
                    <a:pt x="87" y="168"/>
                    <a:pt x="90" y="165"/>
                    <a:pt x="91" y="164"/>
                  </a:cubicBezTo>
                  <a:cubicBezTo>
                    <a:pt x="92" y="163"/>
                    <a:pt x="94" y="160"/>
                    <a:pt x="95" y="159"/>
                  </a:cubicBezTo>
                  <a:cubicBezTo>
                    <a:pt x="96" y="157"/>
                    <a:pt x="98" y="154"/>
                    <a:pt x="99" y="153"/>
                  </a:cubicBezTo>
                  <a:cubicBezTo>
                    <a:pt x="100" y="151"/>
                    <a:pt x="102" y="147"/>
                    <a:pt x="103" y="146"/>
                  </a:cubicBezTo>
                  <a:cubicBezTo>
                    <a:pt x="105" y="144"/>
                    <a:pt x="106" y="140"/>
                    <a:pt x="107" y="138"/>
                  </a:cubicBezTo>
                  <a:cubicBezTo>
                    <a:pt x="108" y="137"/>
                    <a:pt x="109" y="136"/>
                    <a:pt x="110" y="135"/>
                  </a:cubicBezTo>
                  <a:cubicBezTo>
                    <a:pt x="111" y="134"/>
                    <a:pt x="113" y="133"/>
                    <a:pt x="114" y="132"/>
                  </a:cubicBezTo>
                  <a:cubicBezTo>
                    <a:pt x="116" y="130"/>
                    <a:pt x="119" y="127"/>
                    <a:pt x="121" y="125"/>
                  </a:cubicBezTo>
                  <a:cubicBezTo>
                    <a:pt x="122" y="124"/>
                    <a:pt x="125" y="121"/>
                    <a:pt x="126" y="120"/>
                  </a:cubicBezTo>
                  <a:cubicBezTo>
                    <a:pt x="127" y="119"/>
                    <a:pt x="130" y="116"/>
                    <a:pt x="131" y="115"/>
                  </a:cubicBezTo>
                  <a:cubicBezTo>
                    <a:pt x="132" y="114"/>
                    <a:pt x="132" y="112"/>
                    <a:pt x="132" y="111"/>
                  </a:cubicBezTo>
                  <a:cubicBezTo>
                    <a:pt x="133" y="110"/>
                    <a:pt x="133" y="107"/>
                    <a:pt x="132" y="106"/>
                  </a:cubicBezTo>
                  <a:cubicBezTo>
                    <a:pt x="132" y="105"/>
                    <a:pt x="132" y="103"/>
                    <a:pt x="132" y="102"/>
                  </a:cubicBezTo>
                  <a:cubicBezTo>
                    <a:pt x="131" y="101"/>
                    <a:pt x="129" y="100"/>
                    <a:pt x="128" y="100"/>
                  </a:cubicBezTo>
                  <a:cubicBezTo>
                    <a:pt x="127" y="99"/>
                    <a:pt x="125" y="98"/>
                    <a:pt x="124" y="97"/>
                  </a:cubicBezTo>
                  <a:cubicBezTo>
                    <a:pt x="123" y="97"/>
                    <a:pt x="121" y="95"/>
                    <a:pt x="120" y="94"/>
                  </a:cubicBezTo>
                  <a:cubicBezTo>
                    <a:pt x="119" y="93"/>
                    <a:pt x="118" y="91"/>
                    <a:pt x="117" y="90"/>
                  </a:cubicBezTo>
                  <a:cubicBezTo>
                    <a:pt x="116" y="89"/>
                    <a:pt x="115" y="86"/>
                    <a:pt x="115" y="84"/>
                  </a:cubicBezTo>
                  <a:cubicBezTo>
                    <a:pt x="115" y="83"/>
                    <a:pt x="114" y="80"/>
                    <a:pt x="115" y="79"/>
                  </a:cubicBezTo>
                  <a:cubicBezTo>
                    <a:pt x="115" y="77"/>
                    <a:pt x="115" y="74"/>
                    <a:pt x="116" y="72"/>
                  </a:cubicBezTo>
                  <a:cubicBezTo>
                    <a:pt x="116" y="71"/>
                    <a:pt x="118" y="69"/>
                    <a:pt x="119" y="68"/>
                  </a:cubicBezTo>
                  <a:cubicBezTo>
                    <a:pt x="120" y="66"/>
                    <a:pt x="122" y="64"/>
                    <a:pt x="123" y="63"/>
                  </a:cubicBezTo>
                  <a:cubicBezTo>
                    <a:pt x="124" y="62"/>
                    <a:pt x="124" y="59"/>
                    <a:pt x="125" y="57"/>
                  </a:cubicBezTo>
                  <a:cubicBezTo>
                    <a:pt x="125" y="56"/>
                    <a:pt x="126" y="54"/>
                    <a:pt x="127" y="54"/>
                  </a:cubicBezTo>
                  <a:cubicBezTo>
                    <a:pt x="127" y="53"/>
                    <a:pt x="129" y="52"/>
                    <a:pt x="130" y="52"/>
                  </a:cubicBezTo>
                  <a:cubicBezTo>
                    <a:pt x="131" y="51"/>
                    <a:pt x="134" y="51"/>
                    <a:pt x="135" y="51"/>
                  </a:cubicBezTo>
                  <a:cubicBezTo>
                    <a:pt x="136" y="51"/>
                    <a:pt x="138" y="52"/>
                    <a:pt x="139" y="52"/>
                  </a:cubicBezTo>
                  <a:cubicBezTo>
                    <a:pt x="140" y="53"/>
                    <a:pt x="143" y="54"/>
                    <a:pt x="144" y="55"/>
                  </a:cubicBezTo>
                  <a:cubicBezTo>
                    <a:pt x="147" y="56"/>
                    <a:pt x="151" y="59"/>
                    <a:pt x="153" y="61"/>
                  </a:cubicBezTo>
                  <a:cubicBezTo>
                    <a:pt x="154" y="62"/>
                    <a:pt x="157" y="66"/>
                    <a:pt x="158" y="67"/>
                  </a:cubicBezTo>
                  <a:cubicBezTo>
                    <a:pt x="159" y="68"/>
                    <a:pt x="162" y="69"/>
                    <a:pt x="163" y="69"/>
                  </a:cubicBezTo>
                  <a:cubicBezTo>
                    <a:pt x="163" y="69"/>
                    <a:pt x="165" y="69"/>
                    <a:pt x="165" y="68"/>
                  </a:cubicBezTo>
                  <a:cubicBezTo>
                    <a:pt x="166" y="68"/>
                    <a:pt x="168" y="66"/>
                    <a:pt x="169" y="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4"/>
            <p:cNvSpPr>
              <a:spLocks/>
            </p:cNvSpPr>
            <p:nvPr/>
          </p:nvSpPr>
          <p:spPr bwMode="auto">
            <a:xfrm>
              <a:off x="4448175" y="1204913"/>
              <a:ext cx="509588" cy="557213"/>
            </a:xfrm>
            <a:custGeom>
              <a:avLst/>
              <a:gdLst/>
              <a:ahLst/>
              <a:cxnLst>
                <a:cxn ang="0">
                  <a:pos x="299" y="76"/>
                </a:cxn>
                <a:cxn ang="0">
                  <a:pos x="292" y="97"/>
                </a:cxn>
                <a:cxn ang="0">
                  <a:pos x="282" y="129"/>
                </a:cxn>
                <a:cxn ang="0">
                  <a:pos x="287" y="160"/>
                </a:cxn>
                <a:cxn ang="0">
                  <a:pos x="272" y="166"/>
                </a:cxn>
                <a:cxn ang="0">
                  <a:pos x="265" y="186"/>
                </a:cxn>
                <a:cxn ang="0">
                  <a:pos x="249" y="198"/>
                </a:cxn>
                <a:cxn ang="0">
                  <a:pos x="248" y="223"/>
                </a:cxn>
                <a:cxn ang="0">
                  <a:pos x="248" y="238"/>
                </a:cxn>
                <a:cxn ang="0">
                  <a:pos x="250" y="250"/>
                </a:cxn>
                <a:cxn ang="0">
                  <a:pos x="239" y="270"/>
                </a:cxn>
                <a:cxn ang="0">
                  <a:pos x="233" y="286"/>
                </a:cxn>
                <a:cxn ang="0">
                  <a:pos x="224" y="302"/>
                </a:cxn>
                <a:cxn ang="0">
                  <a:pos x="213" y="310"/>
                </a:cxn>
                <a:cxn ang="0">
                  <a:pos x="196" y="318"/>
                </a:cxn>
                <a:cxn ang="0">
                  <a:pos x="175" y="325"/>
                </a:cxn>
                <a:cxn ang="0">
                  <a:pos x="152" y="328"/>
                </a:cxn>
                <a:cxn ang="0">
                  <a:pos x="133" y="335"/>
                </a:cxn>
                <a:cxn ang="0">
                  <a:pos x="109" y="331"/>
                </a:cxn>
                <a:cxn ang="0">
                  <a:pos x="85" y="332"/>
                </a:cxn>
                <a:cxn ang="0">
                  <a:pos x="80" y="300"/>
                </a:cxn>
                <a:cxn ang="0">
                  <a:pos x="72" y="272"/>
                </a:cxn>
                <a:cxn ang="0">
                  <a:pos x="63" y="254"/>
                </a:cxn>
                <a:cxn ang="0">
                  <a:pos x="58" y="240"/>
                </a:cxn>
                <a:cxn ang="0">
                  <a:pos x="45" y="226"/>
                </a:cxn>
                <a:cxn ang="0">
                  <a:pos x="56" y="203"/>
                </a:cxn>
                <a:cxn ang="0">
                  <a:pos x="63" y="183"/>
                </a:cxn>
                <a:cxn ang="0">
                  <a:pos x="78" y="169"/>
                </a:cxn>
                <a:cxn ang="0">
                  <a:pos x="97" y="146"/>
                </a:cxn>
                <a:cxn ang="0">
                  <a:pos x="85" y="139"/>
                </a:cxn>
                <a:cxn ang="0">
                  <a:pos x="50" y="137"/>
                </a:cxn>
                <a:cxn ang="0">
                  <a:pos x="36" y="117"/>
                </a:cxn>
                <a:cxn ang="0">
                  <a:pos x="30" y="94"/>
                </a:cxn>
                <a:cxn ang="0">
                  <a:pos x="17" y="95"/>
                </a:cxn>
                <a:cxn ang="0">
                  <a:pos x="0" y="95"/>
                </a:cxn>
                <a:cxn ang="0">
                  <a:pos x="7" y="74"/>
                </a:cxn>
                <a:cxn ang="0">
                  <a:pos x="16" y="52"/>
                </a:cxn>
                <a:cxn ang="0">
                  <a:pos x="26" y="47"/>
                </a:cxn>
                <a:cxn ang="0">
                  <a:pos x="40" y="34"/>
                </a:cxn>
                <a:cxn ang="0">
                  <a:pos x="62" y="19"/>
                </a:cxn>
                <a:cxn ang="0">
                  <a:pos x="70" y="1"/>
                </a:cxn>
                <a:cxn ang="0">
                  <a:pos x="74" y="19"/>
                </a:cxn>
                <a:cxn ang="0">
                  <a:pos x="85" y="27"/>
                </a:cxn>
                <a:cxn ang="0">
                  <a:pos x="107" y="17"/>
                </a:cxn>
                <a:cxn ang="0">
                  <a:pos x="128" y="8"/>
                </a:cxn>
                <a:cxn ang="0">
                  <a:pos x="151" y="14"/>
                </a:cxn>
                <a:cxn ang="0">
                  <a:pos x="168" y="18"/>
                </a:cxn>
                <a:cxn ang="0">
                  <a:pos x="163" y="34"/>
                </a:cxn>
                <a:cxn ang="0">
                  <a:pos x="188" y="36"/>
                </a:cxn>
                <a:cxn ang="0">
                  <a:pos x="205" y="24"/>
                </a:cxn>
                <a:cxn ang="0">
                  <a:pos x="221" y="40"/>
                </a:cxn>
                <a:cxn ang="0">
                  <a:pos x="237" y="39"/>
                </a:cxn>
                <a:cxn ang="0">
                  <a:pos x="256" y="31"/>
                </a:cxn>
                <a:cxn ang="0">
                  <a:pos x="274" y="29"/>
                </a:cxn>
                <a:cxn ang="0">
                  <a:pos x="294" y="17"/>
                </a:cxn>
                <a:cxn ang="0">
                  <a:pos x="296" y="31"/>
                </a:cxn>
                <a:cxn ang="0">
                  <a:pos x="300" y="52"/>
                </a:cxn>
              </a:cxnLst>
              <a:rect l="0" t="0" r="r" b="b"/>
              <a:pathLst>
                <a:path w="307" h="336">
                  <a:moveTo>
                    <a:pt x="306" y="58"/>
                  </a:moveTo>
                  <a:cubicBezTo>
                    <a:pt x="307" y="59"/>
                    <a:pt x="307" y="61"/>
                    <a:pt x="307" y="62"/>
                  </a:cubicBezTo>
                  <a:cubicBezTo>
                    <a:pt x="307" y="64"/>
                    <a:pt x="306" y="67"/>
                    <a:pt x="305" y="69"/>
                  </a:cubicBezTo>
                  <a:cubicBezTo>
                    <a:pt x="305" y="70"/>
                    <a:pt x="303" y="73"/>
                    <a:pt x="302" y="74"/>
                  </a:cubicBezTo>
                  <a:cubicBezTo>
                    <a:pt x="301" y="74"/>
                    <a:pt x="300" y="75"/>
                    <a:pt x="299" y="76"/>
                  </a:cubicBezTo>
                  <a:cubicBezTo>
                    <a:pt x="298" y="77"/>
                    <a:pt x="297" y="80"/>
                    <a:pt x="296" y="81"/>
                  </a:cubicBezTo>
                  <a:cubicBezTo>
                    <a:pt x="296" y="82"/>
                    <a:pt x="295" y="84"/>
                    <a:pt x="295" y="85"/>
                  </a:cubicBezTo>
                  <a:cubicBezTo>
                    <a:pt x="295" y="86"/>
                    <a:pt x="295" y="87"/>
                    <a:pt x="295" y="88"/>
                  </a:cubicBezTo>
                  <a:cubicBezTo>
                    <a:pt x="294" y="89"/>
                    <a:pt x="293" y="92"/>
                    <a:pt x="293" y="93"/>
                  </a:cubicBezTo>
                  <a:cubicBezTo>
                    <a:pt x="292" y="94"/>
                    <a:pt x="292" y="96"/>
                    <a:pt x="292" y="97"/>
                  </a:cubicBezTo>
                  <a:cubicBezTo>
                    <a:pt x="291" y="98"/>
                    <a:pt x="292" y="101"/>
                    <a:pt x="292" y="102"/>
                  </a:cubicBezTo>
                  <a:cubicBezTo>
                    <a:pt x="291" y="103"/>
                    <a:pt x="291" y="105"/>
                    <a:pt x="290" y="106"/>
                  </a:cubicBezTo>
                  <a:cubicBezTo>
                    <a:pt x="289" y="108"/>
                    <a:pt x="286" y="110"/>
                    <a:pt x="286" y="112"/>
                  </a:cubicBezTo>
                  <a:cubicBezTo>
                    <a:pt x="285" y="114"/>
                    <a:pt x="285" y="118"/>
                    <a:pt x="284" y="119"/>
                  </a:cubicBezTo>
                  <a:cubicBezTo>
                    <a:pt x="284" y="122"/>
                    <a:pt x="282" y="126"/>
                    <a:pt x="282" y="129"/>
                  </a:cubicBezTo>
                  <a:cubicBezTo>
                    <a:pt x="281" y="131"/>
                    <a:pt x="281" y="137"/>
                    <a:pt x="281" y="140"/>
                  </a:cubicBezTo>
                  <a:cubicBezTo>
                    <a:pt x="281" y="142"/>
                    <a:pt x="280" y="147"/>
                    <a:pt x="281" y="149"/>
                  </a:cubicBezTo>
                  <a:cubicBezTo>
                    <a:pt x="281" y="150"/>
                    <a:pt x="281" y="152"/>
                    <a:pt x="281" y="153"/>
                  </a:cubicBezTo>
                  <a:cubicBezTo>
                    <a:pt x="282" y="154"/>
                    <a:pt x="283" y="157"/>
                    <a:pt x="283" y="158"/>
                  </a:cubicBezTo>
                  <a:cubicBezTo>
                    <a:pt x="284" y="158"/>
                    <a:pt x="286" y="159"/>
                    <a:pt x="287" y="160"/>
                  </a:cubicBezTo>
                  <a:cubicBezTo>
                    <a:pt x="287" y="161"/>
                    <a:pt x="287" y="162"/>
                    <a:pt x="287" y="163"/>
                  </a:cubicBezTo>
                  <a:cubicBezTo>
                    <a:pt x="286" y="163"/>
                    <a:pt x="285" y="165"/>
                    <a:pt x="284" y="165"/>
                  </a:cubicBezTo>
                  <a:cubicBezTo>
                    <a:pt x="284" y="165"/>
                    <a:pt x="282" y="165"/>
                    <a:pt x="281" y="165"/>
                  </a:cubicBezTo>
                  <a:cubicBezTo>
                    <a:pt x="280" y="165"/>
                    <a:pt x="279" y="164"/>
                    <a:pt x="278" y="164"/>
                  </a:cubicBezTo>
                  <a:cubicBezTo>
                    <a:pt x="276" y="164"/>
                    <a:pt x="273" y="165"/>
                    <a:pt x="272" y="166"/>
                  </a:cubicBezTo>
                  <a:cubicBezTo>
                    <a:pt x="271" y="167"/>
                    <a:pt x="270" y="168"/>
                    <a:pt x="269" y="169"/>
                  </a:cubicBezTo>
                  <a:cubicBezTo>
                    <a:pt x="269" y="170"/>
                    <a:pt x="268" y="173"/>
                    <a:pt x="268" y="174"/>
                  </a:cubicBezTo>
                  <a:cubicBezTo>
                    <a:pt x="268" y="175"/>
                    <a:pt x="269" y="178"/>
                    <a:pt x="269" y="179"/>
                  </a:cubicBezTo>
                  <a:cubicBezTo>
                    <a:pt x="269" y="181"/>
                    <a:pt x="267" y="183"/>
                    <a:pt x="267" y="184"/>
                  </a:cubicBezTo>
                  <a:cubicBezTo>
                    <a:pt x="266" y="185"/>
                    <a:pt x="266" y="186"/>
                    <a:pt x="265" y="186"/>
                  </a:cubicBezTo>
                  <a:cubicBezTo>
                    <a:pt x="264" y="187"/>
                    <a:pt x="263" y="188"/>
                    <a:pt x="262" y="189"/>
                  </a:cubicBezTo>
                  <a:cubicBezTo>
                    <a:pt x="261" y="189"/>
                    <a:pt x="259" y="189"/>
                    <a:pt x="258" y="190"/>
                  </a:cubicBezTo>
                  <a:cubicBezTo>
                    <a:pt x="257" y="190"/>
                    <a:pt x="255" y="192"/>
                    <a:pt x="255" y="193"/>
                  </a:cubicBezTo>
                  <a:cubicBezTo>
                    <a:pt x="254" y="194"/>
                    <a:pt x="253" y="195"/>
                    <a:pt x="252" y="196"/>
                  </a:cubicBezTo>
                  <a:cubicBezTo>
                    <a:pt x="252" y="196"/>
                    <a:pt x="250" y="197"/>
                    <a:pt x="249" y="198"/>
                  </a:cubicBezTo>
                  <a:cubicBezTo>
                    <a:pt x="248" y="199"/>
                    <a:pt x="245" y="201"/>
                    <a:pt x="244" y="202"/>
                  </a:cubicBezTo>
                  <a:cubicBezTo>
                    <a:pt x="244" y="204"/>
                    <a:pt x="244" y="208"/>
                    <a:pt x="244" y="210"/>
                  </a:cubicBezTo>
                  <a:cubicBezTo>
                    <a:pt x="245" y="211"/>
                    <a:pt x="244" y="214"/>
                    <a:pt x="245" y="215"/>
                  </a:cubicBezTo>
                  <a:cubicBezTo>
                    <a:pt x="245" y="216"/>
                    <a:pt x="246" y="219"/>
                    <a:pt x="246" y="220"/>
                  </a:cubicBezTo>
                  <a:cubicBezTo>
                    <a:pt x="247" y="221"/>
                    <a:pt x="247" y="223"/>
                    <a:pt x="248" y="223"/>
                  </a:cubicBezTo>
                  <a:cubicBezTo>
                    <a:pt x="248" y="224"/>
                    <a:pt x="249" y="225"/>
                    <a:pt x="249" y="226"/>
                  </a:cubicBezTo>
                  <a:cubicBezTo>
                    <a:pt x="250" y="227"/>
                    <a:pt x="250" y="229"/>
                    <a:pt x="250" y="230"/>
                  </a:cubicBezTo>
                  <a:cubicBezTo>
                    <a:pt x="249" y="230"/>
                    <a:pt x="249" y="232"/>
                    <a:pt x="249" y="233"/>
                  </a:cubicBezTo>
                  <a:cubicBezTo>
                    <a:pt x="248" y="233"/>
                    <a:pt x="247" y="235"/>
                    <a:pt x="247" y="235"/>
                  </a:cubicBezTo>
                  <a:cubicBezTo>
                    <a:pt x="247" y="236"/>
                    <a:pt x="248" y="237"/>
                    <a:pt x="248" y="238"/>
                  </a:cubicBezTo>
                  <a:cubicBezTo>
                    <a:pt x="249" y="238"/>
                    <a:pt x="251" y="239"/>
                    <a:pt x="251" y="240"/>
                  </a:cubicBezTo>
                  <a:cubicBezTo>
                    <a:pt x="252" y="241"/>
                    <a:pt x="251" y="243"/>
                    <a:pt x="252" y="244"/>
                  </a:cubicBezTo>
                  <a:cubicBezTo>
                    <a:pt x="252" y="244"/>
                    <a:pt x="253" y="245"/>
                    <a:pt x="254" y="245"/>
                  </a:cubicBezTo>
                  <a:cubicBezTo>
                    <a:pt x="254" y="246"/>
                    <a:pt x="253" y="248"/>
                    <a:pt x="252" y="248"/>
                  </a:cubicBezTo>
                  <a:cubicBezTo>
                    <a:pt x="252" y="249"/>
                    <a:pt x="251" y="250"/>
                    <a:pt x="250" y="250"/>
                  </a:cubicBezTo>
                  <a:cubicBezTo>
                    <a:pt x="249" y="251"/>
                    <a:pt x="248" y="251"/>
                    <a:pt x="247" y="252"/>
                  </a:cubicBezTo>
                  <a:cubicBezTo>
                    <a:pt x="246" y="253"/>
                    <a:pt x="246" y="256"/>
                    <a:pt x="245" y="257"/>
                  </a:cubicBezTo>
                  <a:cubicBezTo>
                    <a:pt x="244" y="258"/>
                    <a:pt x="243" y="259"/>
                    <a:pt x="243" y="261"/>
                  </a:cubicBezTo>
                  <a:cubicBezTo>
                    <a:pt x="242" y="262"/>
                    <a:pt x="242" y="264"/>
                    <a:pt x="242" y="265"/>
                  </a:cubicBezTo>
                  <a:cubicBezTo>
                    <a:pt x="242" y="266"/>
                    <a:pt x="240" y="269"/>
                    <a:pt x="239" y="270"/>
                  </a:cubicBezTo>
                  <a:cubicBezTo>
                    <a:pt x="238" y="271"/>
                    <a:pt x="236" y="272"/>
                    <a:pt x="235" y="273"/>
                  </a:cubicBezTo>
                  <a:cubicBezTo>
                    <a:pt x="235" y="273"/>
                    <a:pt x="234" y="275"/>
                    <a:pt x="234" y="276"/>
                  </a:cubicBezTo>
                  <a:cubicBezTo>
                    <a:pt x="234" y="277"/>
                    <a:pt x="237" y="278"/>
                    <a:pt x="237" y="279"/>
                  </a:cubicBezTo>
                  <a:cubicBezTo>
                    <a:pt x="237" y="280"/>
                    <a:pt x="236" y="282"/>
                    <a:pt x="235" y="283"/>
                  </a:cubicBezTo>
                  <a:cubicBezTo>
                    <a:pt x="235" y="283"/>
                    <a:pt x="234" y="285"/>
                    <a:pt x="233" y="286"/>
                  </a:cubicBezTo>
                  <a:cubicBezTo>
                    <a:pt x="232" y="286"/>
                    <a:pt x="230" y="285"/>
                    <a:pt x="229" y="286"/>
                  </a:cubicBezTo>
                  <a:cubicBezTo>
                    <a:pt x="228" y="286"/>
                    <a:pt x="227" y="288"/>
                    <a:pt x="226" y="289"/>
                  </a:cubicBezTo>
                  <a:cubicBezTo>
                    <a:pt x="226" y="290"/>
                    <a:pt x="227" y="293"/>
                    <a:pt x="226" y="294"/>
                  </a:cubicBezTo>
                  <a:cubicBezTo>
                    <a:pt x="226" y="295"/>
                    <a:pt x="223" y="296"/>
                    <a:pt x="223" y="297"/>
                  </a:cubicBezTo>
                  <a:cubicBezTo>
                    <a:pt x="223" y="298"/>
                    <a:pt x="224" y="301"/>
                    <a:pt x="224" y="302"/>
                  </a:cubicBezTo>
                  <a:cubicBezTo>
                    <a:pt x="225" y="302"/>
                    <a:pt x="225" y="304"/>
                    <a:pt x="225" y="305"/>
                  </a:cubicBezTo>
                  <a:cubicBezTo>
                    <a:pt x="224" y="305"/>
                    <a:pt x="222" y="305"/>
                    <a:pt x="222" y="305"/>
                  </a:cubicBezTo>
                  <a:cubicBezTo>
                    <a:pt x="221" y="305"/>
                    <a:pt x="219" y="305"/>
                    <a:pt x="219" y="305"/>
                  </a:cubicBezTo>
                  <a:cubicBezTo>
                    <a:pt x="218" y="306"/>
                    <a:pt x="216" y="308"/>
                    <a:pt x="215" y="309"/>
                  </a:cubicBezTo>
                  <a:cubicBezTo>
                    <a:pt x="214" y="309"/>
                    <a:pt x="213" y="309"/>
                    <a:pt x="213" y="310"/>
                  </a:cubicBezTo>
                  <a:cubicBezTo>
                    <a:pt x="212" y="310"/>
                    <a:pt x="209" y="309"/>
                    <a:pt x="208" y="310"/>
                  </a:cubicBezTo>
                  <a:cubicBezTo>
                    <a:pt x="208" y="310"/>
                    <a:pt x="206" y="311"/>
                    <a:pt x="205" y="311"/>
                  </a:cubicBezTo>
                  <a:cubicBezTo>
                    <a:pt x="205" y="311"/>
                    <a:pt x="203" y="312"/>
                    <a:pt x="203" y="313"/>
                  </a:cubicBezTo>
                  <a:cubicBezTo>
                    <a:pt x="202" y="313"/>
                    <a:pt x="200" y="315"/>
                    <a:pt x="200" y="316"/>
                  </a:cubicBezTo>
                  <a:cubicBezTo>
                    <a:pt x="199" y="317"/>
                    <a:pt x="197" y="318"/>
                    <a:pt x="196" y="318"/>
                  </a:cubicBezTo>
                  <a:cubicBezTo>
                    <a:pt x="195" y="319"/>
                    <a:pt x="193" y="320"/>
                    <a:pt x="191" y="321"/>
                  </a:cubicBezTo>
                  <a:cubicBezTo>
                    <a:pt x="190" y="321"/>
                    <a:pt x="188" y="322"/>
                    <a:pt x="187" y="323"/>
                  </a:cubicBezTo>
                  <a:cubicBezTo>
                    <a:pt x="186" y="323"/>
                    <a:pt x="183" y="324"/>
                    <a:pt x="182" y="324"/>
                  </a:cubicBezTo>
                  <a:cubicBezTo>
                    <a:pt x="181" y="324"/>
                    <a:pt x="180" y="324"/>
                    <a:pt x="179" y="325"/>
                  </a:cubicBezTo>
                  <a:cubicBezTo>
                    <a:pt x="178" y="325"/>
                    <a:pt x="176" y="325"/>
                    <a:pt x="175" y="325"/>
                  </a:cubicBezTo>
                  <a:cubicBezTo>
                    <a:pt x="174" y="325"/>
                    <a:pt x="171" y="326"/>
                    <a:pt x="170" y="326"/>
                  </a:cubicBezTo>
                  <a:cubicBezTo>
                    <a:pt x="169" y="326"/>
                    <a:pt x="167" y="325"/>
                    <a:pt x="166" y="326"/>
                  </a:cubicBezTo>
                  <a:cubicBezTo>
                    <a:pt x="165" y="326"/>
                    <a:pt x="163" y="326"/>
                    <a:pt x="162" y="326"/>
                  </a:cubicBezTo>
                  <a:cubicBezTo>
                    <a:pt x="161" y="326"/>
                    <a:pt x="158" y="326"/>
                    <a:pt x="157" y="326"/>
                  </a:cubicBezTo>
                  <a:cubicBezTo>
                    <a:pt x="156" y="327"/>
                    <a:pt x="154" y="327"/>
                    <a:pt x="152" y="328"/>
                  </a:cubicBezTo>
                  <a:cubicBezTo>
                    <a:pt x="151" y="328"/>
                    <a:pt x="149" y="330"/>
                    <a:pt x="149" y="330"/>
                  </a:cubicBezTo>
                  <a:cubicBezTo>
                    <a:pt x="148" y="331"/>
                    <a:pt x="147" y="332"/>
                    <a:pt x="146" y="333"/>
                  </a:cubicBezTo>
                  <a:cubicBezTo>
                    <a:pt x="146" y="334"/>
                    <a:pt x="144" y="335"/>
                    <a:pt x="143" y="335"/>
                  </a:cubicBezTo>
                  <a:cubicBezTo>
                    <a:pt x="142" y="336"/>
                    <a:pt x="140" y="336"/>
                    <a:pt x="139" y="336"/>
                  </a:cubicBezTo>
                  <a:cubicBezTo>
                    <a:pt x="137" y="336"/>
                    <a:pt x="135" y="336"/>
                    <a:pt x="133" y="335"/>
                  </a:cubicBezTo>
                  <a:cubicBezTo>
                    <a:pt x="132" y="335"/>
                    <a:pt x="131" y="334"/>
                    <a:pt x="130" y="334"/>
                  </a:cubicBezTo>
                  <a:cubicBezTo>
                    <a:pt x="128" y="334"/>
                    <a:pt x="126" y="334"/>
                    <a:pt x="125" y="334"/>
                  </a:cubicBezTo>
                  <a:cubicBezTo>
                    <a:pt x="124" y="334"/>
                    <a:pt x="122" y="333"/>
                    <a:pt x="121" y="332"/>
                  </a:cubicBezTo>
                  <a:cubicBezTo>
                    <a:pt x="120" y="332"/>
                    <a:pt x="117" y="331"/>
                    <a:pt x="116" y="331"/>
                  </a:cubicBezTo>
                  <a:cubicBezTo>
                    <a:pt x="114" y="331"/>
                    <a:pt x="111" y="331"/>
                    <a:pt x="109" y="331"/>
                  </a:cubicBezTo>
                  <a:cubicBezTo>
                    <a:pt x="108" y="331"/>
                    <a:pt x="105" y="331"/>
                    <a:pt x="103" y="332"/>
                  </a:cubicBezTo>
                  <a:cubicBezTo>
                    <a:pt x="102" y="332"/>
                    <a:pt x="101" y="333"/>
                    <a:pt x="100" y="334"/>
                  </a:cubicBezTo>
                  <a:cubicBezTo>
                    <a:pt x="99" y="334"/>
                    <a:pt x="97" y="333"/>
                    <a:pt x="96" y="333"/>
                  </a:cubicBezTo>
                  <a:cubicBezTo>
                    <a:pt x="94" y="333"/>
                    <a:pt x="91" y="332"/>
                    <a:pt x="89" y="332"/>
                  </a:cubicBezTo>
                  <a:cubicBezTo>
                    <a:pt x="88" y="332"/>
                    <a:pt x="86" y="332"/>
                    <a:pt x="85" y="332"/>
                  </a:cubicBezTo>
                  <a:cubicBezTo>
                    <a:pt x="85" y="333"/>
                    <a:pt x="85" y="333"/>
                    <a:pt x="84" y="333"/>
                  </a:cubicBezTo>
                  <a:cubicBezTo>
                    <a:pt x="83" y="331"/>
                    <a:pt x="81" y="328"/>
                    <a:pt x="81" y="326"/>
                  </a:cubicBezTo>
                  <a:cubicBezTo>
                    <a:pt x="80" y="324"/>
                    <a:pt x="81" y="319"/>
                    <a:pt x="81" y="316"/>
                  </a:cubicBezTo>
                  <a:cubicBezTo>
                    <a:pt x="81" y="315"/>
                    <a:pt x="80" y="311"/>
                    <a:pt x="80" y="310"/>
                  </a:cubicBezTo>
                  <a:cubicBezTo>
                    <a:pt x="80" y="307"/>
                    <a:pt x="80" y="302"/>
                    <a:pt x="80" y="300"/>
                  </a:cubicBezTo>
                  <a:cubicBezTo>
                    <a:pt x="80" y="299"/>
                    <a:pt x="82" y="297"/>
                    <a:pt x="82" y="296"/>
                  </a:cubicBezTo>
                  <a:cubicBezTo>
                    <a:pt x="82" y="295"/>
                    <a:pt x="82" y="291"/>
                    <a:pt x="82" y="290"/>
                  </a:cubicBezTo>
                  <a:cubicBezTo>
                    <a:pt x="82" y="288"/>
                    <a:pt x="80" y="285"/>
                    <a:pt x="80" y="283"/>
                  </a:cubicBezTo>
                  <a:cubicBezTo>
                    <a:pt x="79" y="282"/>
                    <a:pt x="77" y="280"/>
                    <a:pt x="76" y="278"/>
                  </a:cubicBezTo>
                  <a:cubicBezTo>
                    <a:pt x="75" y="277"/>
                    <a:pt x="73" y="274"/>
                    <a:pt x="72" y="272"/>
                  </a:cubicBezTo>
                  <a:cubicBezTo>
                    <a:pt x="71" y="270"/>
                    <a:pt x="72" y="266"/>
                    <a:pt x="72" y="264"/>
                  </a:cubicBezTo>
                  <a:cubicBezTo>
                    <a:pt x="72" y="263"/>
                    <a:pt x="72" y="260"/>
                    <a:pt x="71" y="259"/>
                  </a:cubicBezTo>
                  <a:cubicBezTo>
                    <a:pt x="71" y="258"/>
                    <a:pt x="69" y="257"/>
                    <a:pt x="69" y="256"/>
                  </a:cubicBezTo>
                  <a:cubicBezTo>
                    <a:pt x="68" y="256"/>
                    <a:pt x="67" y="257"/>
                    <a:pt x="66" y="256"/>
                  </a:cubicBezTo>
                  <a:cubicBezTo>
                    <a:pt x="66" y="256"/>
                    <a:pt x="64" y="255"/>
                    <a:pt x="63" y="254"/>
                  </a:cubicBezTo>
                  <a:cubicBezTo>
                    <a:pt x="63" y="254"/>
                    <a:pt x="61" y="253"/>
                    <a:pt x="60" y="253"/>
                  </a:cubicBezTo>
                  <a:cubicBezTo>
                    <a:pt x="60" y="252"/>
                    <a:pt x="58" y="251"/>
                    <a:pt x="58" y="250"/>
                  </a:cubicBezTo>
                  <a:cubicBezTo>
                    <a:pt x="57" y="249"/>
                    <a:pt x="57" y="247"/>
                    <a:pt x="58" y="247"/>
                  </a:cubicBezTo>
                  <a:cubicBezTo>
                    <a:pt x="58" y="246"/>
                    <a:pt x="58" y="244"/>
                    <a:pt x="58" y="244"/>
                  </a:cubicBezTo>
                  <a:cubicBezTo>
                    <a:pt x="58" y="243"/>
                    <a:pt x="58" y="241"/>
                    <a:pt x="58" y="240"/>
                  </a:cubicBezTo>
                  <a:cubicBezTo>
                    <a:pt x="57" y="240"/>
                    <a:pt x="56" y="238"/>
                    <a:pt x="56" y="238"/>
                  </a:cubicBezTo>
                  <a:cubicBezTo>
                    <a:pt x="54" y="236"/>
                    <a:pt x="50" y="234"/>
                    <a:pt x="48" y="233"/>
                  </a:cubicBezTo>
                  <a:cubicBezTo>
                    <a:pt x="48" y="233"/>
                    <a:pt x="47" y="233"/>
                    <a:pt x="47" y="233"/>
                  </a:cubicBezTo>
                  <a:cubicBezTo>
                    <a:pt x="47" y="232"/>
                    <a:pt x="47" y="231"/>
                    <a:pt x="47" y="231"/>
                  </a:cubicBezTo>
                  <a:cubicBezTo>
                    <a:pt x="47" y="229"/>
                    <a:pt x="45" y="228"/>
                    <a:pt x="45" y="226"/>
                  </a:cubicBezTo>
                  <a:cubicBezTo>
                    <a:pt x="45" y="225"/>
                    <a:pt x="46" y="221"/>
                    <a:pt x="46" y="220"/>
                  </a:cubicBezTo>
                  <a:cubicBezTo>
                    <a:pt x="47" y="219"/>
                    <a:pt x="49" y="217"/>
                    <a:pt x="50" y="216"/>
                  </a:cubicBezTo>
                  <a:cubicBezTo>
                    <a:pt x="51" y="215"/>
                    <a:pt x="53" y="213"/>
                    <a:pt x="53" y="212"/>
                  </a:cubicBezTo>
                  <a:cubicBezTo>
                    <a:pt x="54" y="211"/>
                    <a:pt x="55" y="208"/>
                    <a:pt x="55" y="207"/>
                  </a:cubicBezTo>
                  <a:cubicBezTo>
                    <a:pt x="55" y="206"/>
                    <a:pt x="56" y="204"/>
                    <a:pt x="56" y="203"/>
                  </a:cubicBezTo>
                  <a:cubicBezTo>
                    <a:pt x="56" y="202"/>
                    <a:pt x="54" y="199"/>
                    <a:pt x="55" y="197"/>
                  </a:cubicBezTo>
                  <a:cubicBezTo>
                    <a:pt x="55" y="196"/>
                    <a:pt x="57" y="195"/>
                    <a:pt x="57" y="194"/>
                  </a:cubicBezTo>
                  <a:cubicBezTo>
                    <a:pt x="58" y="193"/>
                    <a:pt x="58" y="191"/>
                    <a:pt x="59" y="190"/>
                  </a:cubicBezTo>
                  <a:cubicBezTo>
                    <a:pt x="59" y="188"/>
                    <a:pt x="59" y="186"/>
                    <a:pt x="60" y="184"/>
                  </a:cubicBezTo>
                  <a:cubicBezTo>
                    <a:pt x="60" y="184"/>
                    <a:pt x="62" y="183"/>
                    <a:pt x="63" y="183"/>
                  </a:cubicBezTo>
                  <a:cubicBezTo>
                    <a:pt x="64" y="182"/>
                    <a:pt x="66" y="180"/>
                    <a:pt x="67" y="180"/>
                  </a:cubicBezTo>
                  <a:cubicBezTo>
                    <a:pt x="68" y="180"/>
                    <a:pt x="70" y="180"/>
                    <a:pt x="71" y="180"/>
                  </a:cubicBezTo>
                  <a:cubicBezTo>
                    <a:pt x="72" y="179"/>
                    <a:pt x="74" y="177"/>
                    <a:pt x="74" y="176"/>
                  </a:cubicBezTo>
                  <a:cubicBezTo>
                    <a:pt x="74" y="175"/>
                    <a:pt x="74" y="173"/>
                    <a:pt x="74" y="172"/>
                  </a:cubicBezTo>
                  <a:cubicBezTo>
                    <a:pt x="75" y="171"/>
                    <a:pt x="77" y="170"/>
                    <a:pt x="78" y="169"/>
                  </a:cubicBezTo>
                  <a:cubicBezTo>
                    <a:pt x="79" y="169"/>
                    <a:pt x="82" y="167"/>
                    <a:pt x="83" y="166"/>
                  </a:cubicBezTo>
                  <a:cubicBezTo>
                    <a:pt x="84" y="165"/>
                    <a:pt x="87" y="162"/>
                    <a:pt x="88" y="160"/>
                  </a:cubicBezTo>
                  <a:cubicBezTo>
                    <a:pt x="89" y="159"/>
                    <a:pt x="90" y="156"/>
                    <a:pt x="91" y="154"/>
                  </a:cubicBezTo>
                  <a:cubicBezTo>
                    <a:pt x="92" y="153"/>
                    <a:pt x="93" y="151"/>
                    <a:pt x="94" y="150"/>
                  </a:cubicBezTo>
                  <a:cubicBezTo>
                    <a:pt x="95" y="149"/>
                    <a:pt x="97" y="148"/>
                    <a:pt x="97" y="146"/>
                  </a:cubicBezTo>
                  <a:cubicBezTo>
                    <a:pt x="98" y="145"/>
                    <a:pt x="98" y="141"/>
                    <a:pt x="97" y="139"/>
                  </a:cubicBezTo>
                  <a:cubicBezTo>
                    <a:pt x="97" y="137"/>
                    <a:pt x="95" y="134"/>
                    <a:pt x="93" y="133"/>
                  </a:cubicBezTo>
                  <a:cubicBezTo>
                    <a:pt x="92" y="132"/>
                    <a:pt x="90" y="132"/>
                    <a:pt x="89" y="133"/>
                  </a:cubicBezTo>
                  <a:cubicBezTo>
                    <a:pt x="88" y="133"/>
                    <a:pt x="87" y="134"/>
                    <a:pt x="87" y="135"/>
                  </a:cubicBezTo>
                  <a:cubicBezTo>
                    <a:pt x="86" y="136"/>
                    <a:pt x="86" y="139"/>
                    <a:pt x="85" y="139"/>
                  </a:cubicBezTo>
                  <a:cubicBezTo>
                    <a:pt x="84" y="140"/>
                    <a:pt x="82" y="140"/>
                    <a:pt x="81" y="140"/>
                  </a:cubicBezTo>
                  <a:cubicBezTo>
                    <a:pt x="79" y="140"/>
                    <a:pt x="74" y="140"/>
                    <a:pt x="72" y="140"/>
                  </a:cubicBezTo>
                  <a:cubicBezTo>
                    <a:pt x="70" y="140"/>
                    <a:pt x="64" y="141"/>
                    <a:pt x="62" y="140"/>
                  </a:cubicBezTo>
                  <a:cubicBezTo>
                    <a:pt x="60" y="140"/>
                    <a:pt x="57" y="139"/>
                    <a:pt x="56" y="139"/>
                  </a:cubicBezTo>
                  <a:cubicBezTo>
                    <a:pt x="54" y="138"/>
                    <a:pt x="51" y="138"/>
                    <a:pt x="50" y="137"/>
                  </a:cubicBezTo>
                  <a:cubicBezTo>
                    <a:pt x="49" y="137"/>
                    <a:pt x="47" y="136"/>
                    <a:pt x="46" y="135"/>
                  </a:cubicBezTo>
                  <a:cubicBezTo>
                    <a:pt x="44" y="134"/>
                    <a:pt x="40" y="133"/>
                    <a:pt x="38" y="131"/>
                  </a:cubicBezTo>
                  <a:cubicBezTo>
                    <a:pt x="37" y="130"/>
                    <a:pt x="36" y="128"/>
                    <a:pt x="35" y="127"/>
                  </a:cubicBezTo>
                  <a:cubicBezTo>
                    <a:pt x="35" y="125"/>
                    <a:pt x="35" y="122"/>
                    <a:pt x="35" y="120"/>
                  </a:cubicBezTo>
                  <a:cubicBezTo>
                    <a:pt x="35" y="120"/>
                    <a:pt x="36" y="118"/>
                    <a:pt x="36" y="117"/>
                  </a:cubicBezTo>
                  <a:cubicBezTo>
                    <a:pt x="37" y="116"/>
                    <a:pt x="36" y="113"/>
                    <a:pt x="36" y="112"/>
                  </a:cubicBezTo>
                  <a:cubicBezTo>
                    <a:pt x="36" y="110"/>
                    <a:pt x="37" y="106"/>
                    <a:pt x="37" y="104"/>
                  </a:cubicBezTo>
                  <a:cubicBezTo>
                    <a:pt x="37" y="103"/>
                    <a:pt x="38" y="101"/>
                    <a:pt x="37" y="100"/>
                  </a:cubicBezTo>
                  <a:cubicBezTo>
                    <a:pt x="36" y="99"/>
                    <a:pt x="34" y="99"/>
                    <a:pt x="33" y="98"/>
                  </a:cubicBezTo>
                  <a:cubicBezTo>
                    <a:pt x="32" y="97"/>
                    <a:pt x="31" y="94"/>
                    <a:pt x="30" y="94"/>
                  </a:cubicBezTo>
                  <a:cubicBezTo>
                    <a:pt x="30" y="94"/>
                    <a:pt x="28" y="94"/>
                    <a:pt x="28" y="94"/>
                  </a:cubicBezTo>
                  <a:cubicBezTo>
                    <a:pt x="27" y="94"/>
                    <a:pt x="25" y="95"/>
                    <a:pt x="24" y="96"/>
                  </a:cubicBezTo>
                  <a:cubicBezTo>
                    <a:pt x="23" y="96"/>
                    <a:pt x="21" y="98"/>
                    <a:pt x="20" y="98"/>
                  </a:cubicBezTo>
                  <a:cubicBezTo>
                    <a:pt x="20" y="98"/>
                    <a:pt x="19" y="99"/>
                    <a:pt x="18" y="98"/>
                  </a:cubicBezTo>
                  <a:cubicBezTo>
                    <a:pt x="17" y="98"/>
                    <a:pt x="18" y="95"/>
                    <a:pt x="17" y="95"/>
                  </a:cubicBezTo>
                  <a:cubicBezTo>
                    <a:pt x="16" y="95"/>
                    <a:pt x="15" y="94"/>
                    <a:pt x="14" y="94"/>
                  </a:cubicBezTo>
                  <a:cubicBezTo>
                    <a:pt x="13" y="95"/>
                    <a:pt x="13" y="97"/>
                    <a:pt x="12" y="97"/>
                  </a:cubicBezTo>
                  <a:cubicBezTo>
                    <a:pt x="11" y="98"/>
                    <a:pt x="8" y="99"/>
                    <a:pt x="7" y="99"/>
                  </a:cubicBezTo>
                  <a:cubicBezTo>
                    <a:pt x="6" y="99"/>
                    <a:pt x="3" y="100"/>
                    <a:pt x="2" y="99"/>
                  </a:cubicBezTo>
                  <a:cubicBezTo>
                    <a:pt x="1" y="98"/>
                    <a:pt x="0" y="96"/>
                    <a:pt x="0" y="95"/>
                  </a:cubicBezTo>
                  <a:cubicBezTo>
                    <a:pt x="0" y="94"/>
                    <a:pt x="1" y="92"/>
                    <a:pt x="1" y="91"/>
                  </a:cubicBezTo>
                  <a:cubicBezTo>
                    <a:pt x="2" y="90"/>
                    <a:pt x="4" y="88"/>
                    <a:pt x="5" y="87"/>
                  </a:cubicBezTo>
                  <a:cubicBezTo>
                    <a:pt x="6" y="87"/>
                    <a:pt x="7" y="85"/>
                    <a:pt x="7" y="84"/>
                  </a:cubicBezTo>
                  <a:cubicBezTo>
                    <a:pt x="7" y="82"/>
                    <a:pt x="7" y="79"/>
                    <a:pt x="7" y="78"/>
                  </a:cubicBezTo>
                  <a:cubicBezTo>
                    <a:pt x="7" y="77"/>
                    <a:pt x="7" y="75"/>
                    <a:pt x="7" y="74"/>
                  </a:cubicBezTo>
                  <a:cubicBezTo>
                    <a:pt x="8" y="72"/>
                    <a:pt x="10" y="71"/>
                    <a:pt x="10" y="70"/>
                  </a:cubicBezTo>
                  <a:cubicBezTo>
                    <a:pt x="11" y="68"/>
                    <a:pt x="14" y="66"/>
                    <a:pt x="14" y="65"/>
                  </a:cubicBezTo>
                  <a:cubicBezTo>
                    <a:pt x="15" y="64"/>
                    <a:pt x="15" y="63"/>
                    <a:pt x="16" y="62"/>
                  </a:cubicBezTo>
                  <a:cubicBezTo>
                    <a:pt x="16" y="61"/>
                    <a:pt x="17" y="58"/>
                    <a:pt x="17" y="57"/>
                  </a:cubicBezTo>
                  <a:cubicBezTo>
                    <a:pt x="17" y="56"/>
                    <a:pt x="16" y="53"/>
                    <a:pt x="16" y="52"/>
                  </a:cubicBezTo>
                  <a:cubicBezTo>
                    <a:pt x="16" y="52"/>
                    <a:pt x="16" y="51"/>
                    <a:pt x="16" y="50"/>
                  </a:cubicBezTo>
                  <a:cubicBezTo>
                    <a:pt x="16" y="50"/>
                    <a:pt x="16" y="51"/>
                    <a:pt x="16" y="51"/>
                  </a:cubicBezTo>
                  <a:cubicBezTo>
                    <a:pt x="17" y="51"/>
                    <a:pt x="20" y="52"/>
                    <a:pt x="21" y="52"/>
                  </a:cubicBezTo>
                  <a:cubicBezTo>
                    <a:pt x="22" y="52"/>
                    <a:pt x="24" y="52"/>
                    <a:pt x="25" y="51"/>
                  </a:cubicBezTo>
                  <a:cubicBezTo>
                    <a:pt x="25" y="50"/>
                    <a:pt x="26" y="48"/>
                    <a:pt x="26" y="47"/>
                  </a:cubicBezTo>
                  <a:cubicBezTo>
                    <a:pt x="26" y="46"/>
                    <a:pt x="26" y="44"/>
                    <a:pt x="26" y="43"/>
                  </a:cubicBezTo>
                  <a:cubicBezTo>
                    <a:pt x="27" y="42"/>
                    <a:pt x="28" y="40"/>
                    <a:pt x="29" y="39"/>
                  </a:cubicBezTo>
                  <a:cubicBezTo>
                    <a:pt x="30" y="39"/>
                    <a:pt x="32" y="39"/>
                    <a:pt x="33" y="38"/>
                  </a:cubicBezTo>
                  <a:cubicBezTo>
                    <a:pt x="34" y="38"/>
                    <a:pt x="36" y="37"/>
                    <a:pt x="37" y="36"/>
                  </a:cubicBezTo>
                  <a:cubicBezTo>
                    <a:pt x="38" y="36"/>
                    <a:pt x="40" y="34"/>
                    <a:pt x="40" y="34"/>
                  </a:cubicBezTo>
                  <a:cubicBezTo>
                    <a:pt x="42" y="33"/>
                    <a:pt x="43" y="30"/>
                    <a:pt x="44" y="29"/>
                  </a:cubicBezTo>
                  <a:cubicBezTo>
                    <a:pt x="45" y="28"/>
                    <a:pt x="47" y="25"/>
                    <a:pt x="48" y="25"/>
                  </a:cubicBezTo>
                  <a:cubicBezTo>
                    <a:pt x="49" y="24"/>
                    <a:pt x="50" y="23"/>
                    <a:pt x="51" y="22"/>
                  </a:cubicBezTo>
                  <a:cubicBezTo>
                    <a:pt x="52" y="22"/>
                    <a:pt x="55" y="21"/>
                    <a:pt x="56" y="20"/>
                  </a:cubicBezTo>
                  <a:cubicBezTo>
                    <a:pt x="58" y="20"/>
                    <a:pt x="61" y="20"/>
                    <a:pt x="62" y="19"/>
                  </a:cubicBezTo>
                  <a:cubicBezTo>
                    <a:pt x="63" y="19"/>
                    <a:pt x="65" y="18"/>
                    <a:pt x="66" y="17"/>
                  </a:cubicBezTo>
                  <a:cubicBezTo>
                    <a:pt x="66" y="16"/>
                    <a:pt x="67" y="14"/>
                    <a:pt x="68" y="13"/>
                  </a:cubicBezTo>
                  <a:cubicBezTo>
                    <a:pt x="68" y="12"/>
                    <a:pt x="69" y="10"/>
                    <a:pt x="69" y="9"/>
                  </a:cubicBezTo>
                  <a:cubicBezTo>
                    <a:pt x="69" y="8"/>
                    <a:pt x="70" y="6"/>
                    <a:pt x="70" y="5"/>
                  </a:cubicBezTo>
                  <a:cubicBezTo>
                    <a:pt x="70" y="4"/>
                    <a:pt x="70" y="2"/>
                    <a:pt x="70" y="1"/>
                  </a:cubicBezTo>
                  <a:cubicBezTo>
                    <a:pt x="71" y="1"/>
                    <a:pt x="72" y="0"/>
                    <a:pt x="73" y="1"/>
                  </a:cubicBezTo>
                  <a:cubicBezTo>
                    <a:pt x="73" y="2"/>
                    <a:pt x="72" y="4"/>
                    <a:pt x="73" y="6"/>
                  </a:cubicBezTo>
                  <a:cubicBezTo>
                    <a:pt x="73" y="6"/>
                    <a:pt x="73" y="8"/>
                    <a:pt x="74" y="9"/>
                  </a:cubicBezTo>
                  <a:cubicBezTo>
                    <a:pt x="74" y="10"/>
                    <a:pt x="74" y="13"/>
                    <a:pt x="74" y="14"/>
                  </a:cubicBezTo>
                  <a:cubicBezTo>
                    <a:pt x="74" y="15"/>
                    <a:pt x="74" y="18"/>
                    <a:pt x="74" y="19"/>
                  </a:cubicBezTo>
                  <a:cubicBezTo>
                    <a:pt x="74" y="20"/>
                    <a:pt x="73" y="22"/>
                    <a:pt x="73" y="23"/>
                  </a:cubicBezTo>
                  <a:cubicBezTo>
                    <a:pt x="73" y="24"/>
                    <a:pt x="73" y="26"/>
                    <a:pt x="73" y="27"/>
                  </a:cubicBezTo>
                  <a:cubicBezTo>
                    <a:pt x="74" y="28"/>
                    <a:pt x="76" y="28"/>
                    <a:pt x="76" y="28"/>
                  </a:cubicBezTo>
                  <a:cubicBezTo>
                    <a:pt x="77" y="28"/>
                    <a:pt x="79" y="28"/>
                    <a:pt x="80" y="28"/>
                  </a:cubicBezTo>
                  <a:cubicBezTo>
                    <a:pt x="81" y="27"/>
                    <a:pt x="84" y="27"/>
                    <a:pt x="85" y="27"/>
                  </a:cubicBezTo>
                  <a:cubicBezTo>
                    <a:pt x="86" y="27"/>
                    <a:pt x="88" y="26"/>
                    <a:pt x="89" y="26"/>
                  </a:cubicBezTo>
                  <a:cubicBezTo>
                    <a:pt x="90" y="25"/>
                    <a:pt x="90" y="23"/>
                    <a:pt x="91" y="23"/>
                  </a:cubicBezTo>
                  <a:cubicBezTo>
                    <a:pt x="91" y="22"/>
                    <a:pt x="93" y="20"/>
                    <a:pt x="94" y="20"/>
                  </a:cubicBezTo>
                  <a:cubicBezTo>
                    <a:pt x="95" y="19"/>
                    <a:pt x="98" y="18"/>
                    <a:pt x="99" y="18"/>
                  </a:cubicBezTo>
                  <a:cubicBezTo>
                    <a:pt x="101" y="17"/>
                    <a:pt x="105" y="17"/>
                    <a:pt x="107" y="17"/>
                  </a:cubicBezTo>
                  <a:cubicBezTo>
                    <a:pt x="108" y="16"/>
                    <a:pt x="111" y="15"/>
                    <a:pt x="112" y="14"/>
                  </a:cubicBezTo>
                  <a:cubicBezTo>
                    <a:pt x="112" y="14"/>
                    <a:pt x="114" y="12"/>
                    <a:pt x="115" y="12"/>
                  </a:cubicBezTo>
                  <a:cubicBezTo>
                    <a:pt x="116" y="11"/>
                    <a:pt x="117" y="11"/>
                    <a:pt x="118" y="11"/>
                  </a:cubicBezTo>
                  <a:cubicBezTo>
                    <a:pt x="120" y="10"/>
                    <a:pt x="122" y="11"/>
                    <a:pt x="124" y="10"/>
                  </a:cubicBezTo>
                  <a:cubicBezTo>
                    <a:pt x="125" y="10"/>
                    <a:pt x="127" y="9"/>
                    <a:pt x="128" y="8"/>
                  </a:cubicBezTo>
                  <a:cubicBezTo>
                    <a:pt x="129" y="8"/>
                    <a:pt x="132" y="7"/>
                    <a:pt x="133" y="7"/>
                  </a:cubicBezTo>
                  <a:cubicBezTo>
                    <a:pt x="134" y="7"/>
                    <a:pt x="137" y="8"/>
                    <a:pt x="138" y="8"/>
                  </a:cubicBezTo>
                  <a:cubicBezTo>
                    <a:pt x="139" y="8"/>
                    <a:pt x="142" y="9"/>
                    <a:pt x="143" y="10"/>
                  </a:cubicBezTo>
                  <a:cubicBezTo>
                    <a:pt x="144" y="10"/>
                    <a:pt x="145" y="12"/>
                    <a:pt x="146" y="13"/>
                  </a:cubicBezTo>
                  <a:cubicBezTo>
                    <a:pt x="147" y="13"/>
                    <a:pt x="150" y="14"/>
                    <a:pt x="151" y="14"/>
                  </a:cubicBezTo>
                  <a:cubicBezTo>
                    <a:pt x="153" y="14"/>
                    <a:pt x="157" y="14"/>
                    <a:pt x="159" y="14"/>
                  </a:cubicBezTo>
                  <a:cubicBezTo>
                    <a:pt x="160" y="14"/>
                    <a:pt x="162" y="14"/>
                    <a:pt x="163" y="14"/>
                  </a:cubicBezTo>
                  <a:cubicBezTo>
                    <a:pt x="164" y="14"/>
                    <a:pt x="166" y="15"/>
                    <a:pt x="167" y="15"/>
                  </a:cubicBezTo>
                  <a:cubicBezTo>
                    <a:pt x="167" y="15"/>
                    <a:pt x="168" y="15"/>
                    <a:pt x="169" y="15"/>
                  </a:cubicBezTo>
                  <a:cubicBezTo>
                    <a:pt x="169" y="16"/>
                    <a:pt x="168" y="17"/>
                    <a:pt x="168" y="18"/>
                  </a:cubicBezTo>
                  <a:cubicBezTo>
                    <a:pt x="168" y="18"/>
                    <a:pt x="167" y="19"/>
                    <a:pt x="166" y="20"/>
                  </a:cubicBezTo>
                  <a:cubicBezTo>
                    <a:pt x="166" y="20"/>
                    <a:pt x="164" y="21"/>
                    <a:pt x="164" y="22"/>
                  </a:cubicBezTo>
                  <a:cubicBezTo>
                    <a:pt x="163" y="23"/>
                    <a:pt x="163" y="25"/>
                    <a:pt x="162" y="25"/>
                  </a:cubicBezTo>
                  <a:cubicBezTo>
                    <a:pt x="162" y="27"/>
                    <a:pt x="162" y="29"/>
                    <a:pt x="162" y="30"/>
                  </a:cubicBezTo>
                  <a:cubicBezTo>
                    <a:pt x="162" y="31"/>
                    <a:pt x="163" y="33"/>
                    <a:pt x="163" y="34"/>
                  </a:cubicBezTo>
                  <a:cubicBezTo>
                    <a:pt x="164" y="35"/>
                    <a:pt x="166" y="35"/>
                    <a:pt x="167" y="35"/>
                  </a:cubicBezTo>
                  <a:cubicBezTo>
                    <a:pt x="169" y="36"/>
                    <a:pt x="172" y="36"/>
                    <a:pt x="174" y="36"/>
                  </a:cubicBezTo>
                  <a:cubicBezTo>
                    <a:pt x="175" y="36"/>
                    <a:pt x="177" y="36"/>
                    <a:pt x="178" y="36"/>
                  </a:cubicBezTo>
                  <a:cubicBezTo>
                    <a:pt x="179" y="36"/>
                    <a:pt x="181" y="36"/>
                    <a:pt x="183" y="36"/>
                  </a:cubicBezTo>
                  <a:cubicBezTo>
                    <a:pt x="184" y="36"/>
                    <a:pt x="187" y="36"/>
                    <a:pt x="188" y="36"/>
                  </a:cubicBezTo>
                  <a:cubicBezTo>
                    <a:pt x="189" y="36"/>
                    <a:pt x="191" y="35"/>
                    <a:pt x="192" y="34"/>
                  </a:cubicBezTo>
                  <a:cubicBezTo>
                    <a:pt x="193" y="34"/>
                    <a:pt x="194" y="31"/>
                    <a:pt x="195" y="31"/>
                  </a:cubicBezTo>
                  <a:cubicBezTo>
                    <a:pt x="196" y="30"/>
                    <a:pt x="198" y="29"/>
                    <a:pt x="198" y="29"/>
                  </a:cubicBezTo>
                  <a:cubicBezTo>
                    <a:pt x="199" y="28"/>
                    <a:pt x="201" y="28"/>
                    <a:pt x="202" y="28"/>
                  </a:cubicBezTo>
                  <a:cubicBezTo>
                    <a:pt x="203" y="27"/>
                    <a:pt x="204" y="25"/>
                    <a:pt x="205" y="24"/>
                  </a:cubicBezTo>
                  <a:cubicBezTo>
                    <a:pt x="206" y="23"/>
                    <a:pt x="208" y="22"/>
                    <a:pt x="209" y="21"/>
                  </a:cubicBezTo>
                  <a:cubicBezTo>
                    <a:pt x="211" y="21"/>
                    <a:pt x="214" y="22"/>
                    <a:pt x="215" y="22"/>
                  </a:cubicBezTo>
                  <a:cubicBezTo>
                    <a:pt x="216" y="23"/>
                    <a:pt x="217" y="26"/>
                    <a:pt x="218" y="28"/>
                  </a:cubicBezTo>
                  <a:cubicBezTo>
                    <a:pt x="219" y="29"/>
                    <a:pt x="220" y="33"/>
                    <a:pt x="221" y="35"/>
                  </a:cubicBezTo>
                  <a:cubicBezTo>
                    <a:pt x="221" y="36"/>
                    <a:pt x="221" y="39"/>
                    <a:pt x="221" y="40"/>
                  </a:cubicBezTo>
                  <a:cubicBezTo>
                    <a:pt x="222" y="41"/>
                    <a:pt x="224" y="42"/>
                    <a:pt x="224" y="42"/>
                  </a:cubicBezTo>
                  <a:cubicBezTo>
                    <a:pt x="225" y="43"/>
                    <a:pt x="228" y="44"/>
                    <a:pt x="229" y="44"/>
                  </a:cubicBezTo>
                  <a:cubicBezTo>
                    <a:pt x="230" y="44"/>
                    <a:pt x="232" y="44"/>
                    <a:pt x="233" y="44"/>
                  </a:cubicBezTo>
                  <a:cubicBezTo>
                    <a:pt x="234" y="44"/>
                    <a:pt x="235" y="43"/>
                    <a:pt x="236" y="42"/>
                  </a:cubicBezTo>
                  <a:cubicBezTo>
                    <a:pt x="237" y="42"/>
                    <a:pt x="237" y="40"/>
                    <a:pt x="237" y="39"/>
                  </a:cubicBezTo>
                  <a:cubicBezTo>
                    <a:pt x="238" y="38"/>
                    <a:pt x="239" y="36"/>
                    <a:pt x="240" y="35"/>
                  </a:cubicBezTo>
                  <a:cubicBezTo>
                    <a:pt x="241" y="35"/>
                    <a:pt x="243" y="33"/>
                    <a:pt x="244" y="32"/>
                  </a:cubicBezTo>
                  <a:cubicBezTo>
                    <a:pt x="245" y="32"/>
                    <a:pt x="246" y="31"/>
                    <a:pt x="247" y="30"/>
                  </a:cubicBezTo>
                  <a:cubicBezTo>
                    <a:pt x="248" y="30"/>
                    <a:pt x="250" y="29"/>
                    <a:pt x="252" y="29"/>
                  </a:cubicBezTo>
                  <a:cubicBezTo>
                    <a:pt x="253" y="29"/>
                    <a:pt x="255" y="30"/>
                    <a:pt x="256" y="31"/>
                  </a:cubicBezTo>
                  <a:cubicBezTo>
                    <a:pt x="257" y="31"/>
                    <a:pt x="258" y="32"/>
                    <a:pt x="259" y="32"/>
                  </a:cubicBezTo>
                  <a:cubicBezTo>
                    <a:pt x="260" y="33"/>
                    <a:pt x="262" y="33"/>
                    <a:pt x="263" y="32"/>
                  </a:cubicBezTo>
                  <a:cubicBezTo>
                    <a:pt x="263" y="32"/>
                    <a:pt x="264" y="31"/>
                    <a:pt x="265" y="30"/>
                  </a:cubicBezTo>
                  <a:cubicBezTo>
                    <a:pt x="266" y="30"/>
                    <a:pt x="268" y="30"/>
                    <a:pt x="270" y="30"/>
                  </a:cubicBezTo>
                  <a:cubicBezTo>
                    <a:pt x="271" y="30"/>
                    <a:pt x="273" y="29"/>
                    <a:pt x="274" y="29"/>
                  </a:cubicBezTo>
                  <a:cubicBezTo>
                    <a:pt x="275" y="28"/>
                    <a:pt x="277" y="27"/>
                    <a:pt x="278" y="26"/>
                  </a:cubicBezTo>
                  <a:cubicBezTo>
                    <a:pt x="279" y="25"/>
                    <a:pt x="281" y="24"/>
                    <a:pt x="282" y="23"/>
                  </a:cubicBezTo>
                  <a:cubicBezTo>
                    <a:pt x="283" y="23"/>
                    <a:pt x="285" y="22"/>
                    <a:pt x="286" y="22"/>
                  </a:cubicBezTo>
                  <a:cubicBezTo>
                    <a:pt x="288" y="21"/>
                    <a:pt x="290" y="21"/>
                    <a:pt x="291" y="21"/>
                  </a:cubicBezTo>
                  <a:cubicBezTo>
                    <a:pt x="292" y="20"/>
                    <a:pt x="293" y="18"/>
                    <a:pt x="294" y="17"/>
                  </a:cubicBezTo>
                  <a:cubicBezTo>
                    <a:pt x="294" y="16"/>
                    <a:pt x="295" y="16"/>
                    <a:pt x="295" y="16"/>
                  </a:cubicBezTo>
                  <a:cubicBezTo>
                    <a:pt x="296" y="17"/>
                    <a:pt x="297" y="19"/>
                    <a:pt x="297" y="20"/>
                  </a:cubicBezTo>
                  <a:cubicBezTo>
                    <a:pt x="297" y="21"/>
                    <a:pt x="296" y="23"/>
                    <a:pt x="296" y="24"/>
                  </a:cubicBezTo>
                  <a:cubicBezTo>
                    <a:pt x="296" y="24"/>
                    <a:pt x="295" y="26"/>
                    <a:pt x="295" y="27"/>
                  </a:cubicBezTo>
                  <a:cubicBezTo>
                    <a:pt x="295" y="28"/>
                    <a:pt x="296" y="30"/>
                    <a:pt x="296" y="31"/>
                  </a:cubicBezTo>
                  <a:cubicBezTo>
                    <a:pt x="296" y="32"/>
                    <a:pt x="296" y="34"/>
                    <a:pt x="297" y="34"/>
                  </a:cubicBezTo>
                  <a:cubicBezTo>
                    <a:pt x="297" y="35"/>
                    <a:pt x="299" y="37"/>
                    <a:pt x="300" y="38"/>
                  </a:cubicBezTo>
                  <a:cubicBezTo>
                    <a:pt x="300" y="39"/>
                    <a:pt x="300" y="41"/>
                    <a:pt x="300" y="42"/>
                  </a:cubicBezTo>
                  <a:cubicBezTo>
                    <a:pt x="300" y="44"/>
                    <a:pt x="299" y="46"/>
                    <a:pt x="299" y="47"/>
                  </a:cubicBezTo>
                  <a:cubicBezTo>
                    <a:pt x="299" y="48"/>
                    <a:pt x="300" y="51"/>
                    <a:pt x="300" y="52"/>
                  </a:cubicBezTo>
                  <a:cubicBezTo>
                    <a:pt x="300" y="53"/>
                    <a:pt x="300" y="54"/>
                    <a:pt x="301" y="55"/>
                  </a:cubicBezTo>
                  <a:cubicBezTo>
                    <a:pt x="301" y="56"/>
                    <a:pt x="303" y="56"/>
                    <a:pt x="304" y="56"/>
                  </a:cubicBezTo>
                  <a:cubicBezTo>
                    <a:pt x="304" y="57"/>
                    <a:pt x="306" y="57"/>
                    <a:pt x="306" y="5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5"/>
            <p:cNvSpPr>
              <a:spLocks/>
            </p:cNvSpPr>
            <p:nvPr/>
          </p:nvSpPr>
          <p:spPr bwMode="auto">
            <a:xfrm>
              <a:off x="4332288" y="1711325"/>
              <a:ext cx="566738" cy="628650"/>
            </a:xfrm>
            <a:custGeom>
              <a:avLst/>
              <a:gdLst/>
              <a:ahLst/>
              <a:cxnLst>
                <a:cxn ang="0">
                  <a:pos x="170" y="29"/>
                </a:cxn>
                <a:cxn ang="0">
                  <a:pos x="195" y="29"/>
                </a:cxn>
                <a:cxn ang="0">
                  <a:pos x="216" y="28"/>
                </a:cxn>
                <a:cxn ang="0">
                  <a:pos x="236" y="21"/>
                </a:cxn>
                <a:cxn ang="0">
                  <a:pos x="257" y="18"/>
                </a:cxn>
                <a:cxn ang="0">
                  <a:pos x="275" y="6"/>
                </a:cxn>
                <a:cxn ang="0">
                  <a:pos x="292" y="0"/>
                </a:cxn>
                <a:cxn ang="0">
                  <a:pos x="308" y="7"/>
                </a:cxn>
                <a:cxn ang="0">
                  <a:pos x="318" y="24"/>
                </a:cxn>
                <a:cxn ang="0">
                  <a:pos x="335" y="34"/>
                </a:cxn>
                <a:cxn ang="0">
                  <a:pos x="334" y="52"/>
                </a:cxn>
                <a:cxn ang="0">
                  <a:pos x="332" y="81"/>
                </a:cxn>
                <a:cxn ang="0">
                  <a:pos x="321" y="88"/>
                </a:cxn>
                <a:cxn ang="0">
                  <a:pos x="332" y="101"/>
                </a:cxn>
                <a:cxn ang="0">
                  <a:pos x="323" y="127"/>
                </a:cxn>
                <a:cxn ang="0">
                  <a:pos x="305" y="128"/>
                </a:cxn>
                <a:cxn ang="0">
                  <a:pos x="310" y="145"/>
                </a:cxn>
                <a:cxn ang="0">
                  <a:pos x="293" y="172"/>
                </a:cxn>
                <a:cxn ang="0">
                  <a:pos x="272" y="154"/>
                </a:cxn>
                <a:cxn ang="0">
                  <a:pos x="249" y="156"/>
                </a:cxn>
                <a:cxn ang="0">
                  <a:pos x="243" y="181"/>
                </a:cxn>
                <a:cxn ang="0">
                  <a:pos x="255" y="197"/>
                </a:cxn>
                <a:cxn ang="0">
                  <a:pos x="255" y="214"/>
                </a:cxn>
                <a:cxn ang="0">
                  <a:pos x="263" y="241"/>
                </a:cxn>
                <a:cxn ang="0">
                  <a:pos x="251" y="277"/>
                </a:cxn>
                <a:cxn ang="0">
                  <a:pos x="222" y="287"/>
                </a:cxn>
                <a:cxn ang="0">
                  <a:pos x="193" y="303"/>
                </a:cxn>
                <a:cxn ang="0">
                  <a:pos x="174" y="308"/>
                </a:cxn>
                <a:cxn ang="0">
                  <a:pos x="145" y="323"/>
                </a:cxn>
                <a:cxn ang="0">
                  <a:pos x="124" y="343"/>
                </a:cxn>
                <a:cxn ang="0">
                  <a:pos x="91" y="362"/>
                </a:cxn>
                <a:cxn ang="0">
                  <a:pos x="58" y="373"/>
                </a:cxn>
                <a:cxn ang="0">
                  <a:pos x="33" y="379"/>
                </a:cxn>
                <a:cxn ang="0">
                  <a:pos x="15" y="368"/>
                </a:cxn>
                <a:cxn ang="0">
                  <a:pos x="0" y="353"/>
                </a:cxn>
                <a:cxn ang="0">
                  <a:pos x="10" y="335"/>
                </a:cxn>
                <a:cxn ang="0">
                  <a:pos x="10" y="316"/>
                </a:cxn>
                <a:cxn ang="0">
                  <a:pos x="29" y="304"/>
                </a:cxn>
                <a:cxn ang="0">
                  <a:pos x="24" y="287"/>
                </a:cxn>
                <a:cxn ang="0">
                  <a:pos x="18" y="265"/>
                </a:cxn>
                <a:cxn ang="0">
                  <a:pos x="33" y="260"/>
                </a:cxn>
                <a:cxn ang="0">
                  <a:pos x="22" y="244"/>
                </a:cxn>
                <a:cxn ang="0">
                  <a:pos x="14" y="224"/>
                </a:cxn>
                <a:cxn ang="0">
                  <a:pos x="16" y="203"/>
                </a:cxn>
                <a:cxn ang="0">
                  <a:pos x="30" y="186"/>
                </a:cxn>
                <a:cxn ang="0">
                  <a:pos x="38" y="166"/>
                </a:cxn>
                <a:cxn ang="0">
                  <a:pos x="45" y="160"/>
                </a:cxn>
                <a:cxn ang="0">
                  <a:pos x="61" y="154"/>
                </a:cxn>
                <a:cxn ang="0">
                  <a:pos x="78" y="154"/>
                </a:cxn>
                <a:cxn ang="0">
                  <a:pos x="72" y="128"/>
                </a:cxn>
                <a:cxn ang="0">
                  <a:pos x="81" y="102"/>
                </a:cxn>
                <a:cxn ang="0">
                  <a:pos x="83" y="84"/>
                </a:cxn>
                <a:cxn ang="0">
                  <a:pos x="68" y="97"/>
                </a:cxn>
                <a:cxn ang="0">
                  <a:pos x="44" y="87"/>
                </a:cxn>
                <a:cxn ang="0">
                  <a:pos x="41" y="69"/>
                </a:cxn>
                <a:cxn ang="0">
                  <a:pos x="53" y="56"/>
                </a:cxn>
                <a:cxn ang="0">
                  <a:pos x="75" y="53"/>
                </a:cxn>
                <a:cxn ang="0">
                  <a:pos x="104" y="53"/>
                </a:cxn>
                <a:cxn ang="0">
                  <a:pos x="131" y="43"/>
                </a:cxn>
                <a:cxn ang="0">
                  <a:pos x="150" y="35"/>
                </a:cxn>
              </a:cxnLst>
              <a:rect l="0" t="0" r="r" b="b"/>
              <a:pathLst>
                <a:path w="341" h="380">
                  <a:moveTo>
                    <a:pt x="154" y="28"/>
                  </a:moveTo>
                  <a:cubicBezTo>
                    <a:pt x="155" y="28"/>
                    <a:pt x="155" y="28"/>
                    <a:pt x="155" y="27"/>
                  </a:cubicBezTo>
                  <a:cubicBezTo>
                    <a:pt x="156" y="27"/>
                    <a:pt x="158" y="27"/>
                    <a:pt x="159" y="27"/>
                  </a:cubicBezTo>
                  <a:cubicBezTo>
                    <a:pt x="161" y="27"/>
                    <a:pt x="164" y="28"/>
                    <a:pt x="166" y="28"/>
                  </a:cubicBezTo>
                  <a:cubicBezTo>
                    <a:pt x="167" y="28"/>
                    <a:pt x="169" y="29"/>
                    <a:pt x="170" y="29"/>
                  </a:cubicBezTo>
                  <a:cubicBezTo>
                    <a:pt x="171" y="28"/>
                    <a:pt x="172" y="27"/>
                    <a:pt x="173" y="27"/>
                  </a:cubicBezTo>
                  <a:cubicBezTo>
                    <a:pt x="175" y="26"/>
                    <a:pt x="178" y="26"/>
                    <a:pt x="179" y="26"/>
                  </a:cubicBezTo>
                  <a:cubicBezTo>
                    <a:pt x="181" y="26"/>
                    <a:pt x="184" y="26"/>
                    <a:pt x="186" y="26"/>
                  </a:cubicBezTo>
                  <a:cubicBezTo>
                    <a:pt x="187" y="26"/>
                    <a:pt x="190" y="27"/>
                    <a:pt x="191" y="27"/>
                  </a:cubicBezTo>
                  <a:cubicBezTo>
                    <a:pt x="192" y="28"/>
                    <a:pt x="194" y="29"/>
                    <a:pt x="195" y="29"/>
                  </a:cubicBezTo>
                  <a:cubicBezTo>
                    <a:pt x="196" y="29"/>
                    <a:pt x="198" y="29"/>
                    <a:pt x="200" y="29"/>
                  </a:cubicBezTo>
                  <a:cubicBezTo>
                    <a:pt x="201" y="29"/>
                    <a:pt x="202" y="30"/>
                    <a:pt x="203" y="30"/>
                  </a:cubicBezTo>
                  <a:cubicBezTo>
                    <a:pt x="205" y="31"/>
                    <a:pt x="207" y="31"/>
                    <a:pt x="209" y="31"/>
                  </a:cubicBezTo>
                  <a:cubicBezTo>
                    <a:pt x="210" y="31"/>
                    <a:pt x="212" y="31"/>
                    <a:pt x="213" y="30"/>
                  </a:cubicBezTo>
                  <a:cubicBezTo>
                    <a:pt x="214" y="30"/>
                    <a:pt x="216" y="29"/>
                    <a:pt x="216" y="28"/>
                  </a:cubicBezTo>
                  <a:cubicBezTo>
                    <a:pt x="217" y="27"/>
                    <a:pt x="218" y="26"/>
                    <a:pt x="219" y="25"/>
                  </a:cubicBezTo>
                  <a:cubicBezTo>
                    <a:pt x="219" y="25"/>
                    <a:pt x="221" y="23"/>
                    <a:pt x="222" y="23"/>
                  </a:cubicBezTo>
                  <a:cubicBezTo>
                    <a:pt x="224" y="22"/>
                    <a:pt x="226" y="22"/>
                    <a:pt x="227" y="21"/>
                  </a:cubicBezTo>
                  <a:cubicBezTo>
                    <a:pt x="228" y="21"/>
                    <a:pt x="231" y="21"/>
                    <a:pt x="232" y="21"/>
                  </a:cubicBezTo>
                  <a:cubicBezTo>
                    <a:pt x="233" y="21"/>
                    <a:pt x="235" y="21"/>
                    <a:pt x="236" y="21"/>
                  </a:cubicBezTo>
                  <a:cubicBezTo>
                    <a:pt x="237" y="20"/>
                    <a:pt x="239" y="21"/>
                    <a:pt x="240" y="21"/>
                  </a:cubicBezTo>
                  <a:cubicBezTo>
                    <a:pt x="241" y="21"/>
                    <a:pt x="244" y="20"/>
                    <a:pt x="245" y="20"/>
                  </a:cubicBezTo>
                  <a:cubicBezTo>
                    <a:pt x="246" y="20"/>
                    <a:pt x="248" y="20"/>
                    <a:pt x="249" y="20"/>
                  </a:cubicBezTo>
                  <a:cubicBezTo>
                    <a:pt x="250" y="19"/>
                    <a:pt x="251" y="19"/>
                    <a:pt x="252" y="19"/>
                  </a:cubicBezTo>
                  <a:cubicBezTo>
                    <a:pt x="253" y="19"/>
                    <a:pt x="256" y="18"/>
                    <a:pt x="257" y="18"/>
                  </a:cubicBezTo>
                  <a:cubicBezTo>
                    <a:pt x="258" y="17"/>
                    <a:pt x="260" y="16"/>
                    <a:pt x="261" y="16"/>
                  </a:cubicBezTo>
                  <a:cubicBezTo>
                    <a:pt x="263" y="15"/>
                    <a:pt x="265" y="14"/>
                    <a:pt x="266" y="13"/>
                  </a:cubicBezTo>
                  <a:cubicBezTo>
                    <a:pt x="267" y="13"/>
                    <a:pt x="269" y="12"/>
                    <a:pt x="270" y="11"/>
                  </a:cubicBezTo>
                  <a:cubicBezTo>
                    <a:pt x="270" y="10"/>
                    <a:pt x="272" y="8"/>
                    <a:pt x="273" y="8"/>
                  </a:cubicBezTo>
                  <a:cubicBezTo>
                    <a:pt x="273" y="7"/>
                    <a:pt x="275" y="6"/>
                    <a:pt x="275" y="6"/>
                  </a:cubicBezTo>
                  <a:cubicBezTo>
                    <a:pt x="276" y="6"/>
                    <a:pt x="278" y="5"/>
                    <a:pt x="278" y="5"/>
                  </a:cubicBezTo>
                  <a:cubicBezTo>
                    <a:pt x="279" y="4"/>
                    <a:pt x="282" y="5"/>
                    <a:pt x="283" y="5"/>
                  </a:cubicBezTo>
                  <a:cubicBezTo>
                    <a:pt x="283" y="4"/>
                    <a:pt x="284" y="4"/>
                    <a:pt x="285" y="4"/>
                  </a:cubicBezTo>
                  <a:cubicBezTo>
                    <a:pt x="286" y="3"/>
                    <a:pt x="288" y="1"/>
                    <a:pt x="289" y="0"/>
                  </a:cubicBezTo>
                  <a:cubicBezTo>
                    <a:pt x="289" y="0"/>
                    <a:pt x="291" y="0"/>
                    <a:pt x="292" y="0"/>
                  </a:cubicBezTo>
                  <a:cubicBezTo>
                    <a:pt x="292" y="0"/>
                    <a:pt x="294" y="0"/>
                    <a:pt x="295" y="0"/>
                  </a:cubicBezTo>
                  <a:cubicBezTo>
                    <a:pt x="295" y="0"/>
                    <a:pt x="296" y="0"/>
                    <a:pt x="296" y="0"/>
                  </a:cubicBezTo>
                  <a:cubicBezTo>
                    <a:pt x="297" y="0"/>
                    <a:pt x="300" y="1"/>
                    <a:pt x="301" y="2"/>
                  </a:cubicBezTo>
                  <a:cubicBezTo>
                    <a:pt x="302" y="2"/>
                    <a:pt x="303" y="4"/>
                    <a:pt x="304" y="5"/>
                  </a:cubicBezTo>
                  <a:cubicBezTo>
                    <a:pt x="305" y="5"/>
                    <a:pt x="307" y="6"/>
                    <a:pt x="308" y="7"/>
                  </a:cubicBezTo>
                  <a:cubicBezTo>
                    <a:pt x="309" y="8"/>
                    <a:pt x="310" y="10"/>
                    <a:pt x="311" y="12"/>
                  </a:cubicBezTo>
                  <a:cubicBezTo>
                    <a:pt x="311" y="13"/>
                    <a:pt x="312" y="15"/>
                    <a:pt x="312" y="16"/>
                  </a:cubicBezTo>
                  <a:cubicBezTo>
                    <a:pt x="312" y="17"/>
                    <a:pt x="312" y="18"/>
                    <a:pt x="313" y="19"/>
                  </a:cubicBezTo>
                  <a:cubicBezTo>
                    <a:pt x="313" y="20"/>
                    <a:pt x="314" y="22"/>
                    <a:pt x="315" y="23"/>
                  </a:cubicBezTo>
                  <a:cubicBezTo>
                    <a:pt x="315" y="23"/>
                    <a:pt x="317" y="24"/>
                    <a:pt x="318" y="24"/>
                  </a:cubicBezTo>
                  <a:cubicBezTo>
                    <a:pt x="319" y="25"/>
                    <a:pt x="321" y="26"/>
                    <a:pt x="322" y="27"/>
                  </a:cubicBezTo>
                  <a:cubicBezTo>
                    <a:pt x="323" y="27"/>
                    <a:pt x="326" y="28"/>
                    <a:pt x="327" y="28"/>
                  </a:cubicBezTo>
                  <a:cubicBezTo>
                    <a:pt x="328" y="28"/>
                    <a:pt x="330" y="28"/>
                    <a:pt x="331" y="29"/>
                  </a:cubicBezTo>
                  <a:cubicBezTo>
                    <a:pt x="332" y="29"/>
                    <a:pt x="333" y="31"/>
                    <a:pt x="333" y="32"/>
                  </a:cubicBezTo>
                  <a:cubicBezTo>
                    <a:pt x="334" y="32"/>
                    <a:pt x="334" y="34"/>
                    <a:pt x="335" y="34"/>
                  </a:cubicBezTo>
                  <a:cubicBezTo>
                    <a:pt x="336" y="34"/>
                    <a:pt x="339" y="34"/>
                    <a:pt x="340" y="34"/>
                  </a:cubicBezTo>
                  <a:cubicBezTo>
                    <a:pt x="340" y="34"/>
                    <a:pt x="340" y="34"/>
                    <a:pt x="341" y="34"/>
                  </a:cubicBezTo>
                  <a:cubicBezTo>
                    <a:pt x="341" y="36"/>
                    <a:pt x="341" y="38"/>
                    <a:pt x="340" y="39"/>
                  </a:cubicBezTo>
                  <a:cubicBezTo>
                    <a:pt x="340" y="41"/>
                    <a:pt x="338" y="44"/>
                    <a:pt x="337" y="46"/>
                  </a:cubicBezTo>
                  <a:cubicBezTo>
                    <a:pt x="337" y="47"/>
                    <a:pt x="335" y="51"/>
                    <a:pt x="334" y="52"/>
                  </a:cubicBezTo>
                  <a:cubicBezTo>
                    <a:pt x="333" y="55"/>
                    <a:pt x="332" y="60"/>
                    <a:pt x="331" y="63"/>
                  </a:cubicBezTo>
                  <a:cubicBezTo>
                    <a:pt x="331" y="64"/>
                    <a:pt x="331" y="67"/>
                    <a:pt x="331" y="68"/>
                  </a:cubicBezTo>
                  <a:cubicBezTo>
                    <a:pt x="330" y="70"/>
                    <a:pt x="330" y="73"/>
                    <a:pt x="330" y="74"/>
                  </a:cubicBezTo>
                  <a:cubicBezTo>
                    <a:pt x="330" y="75"/>
                    <a:pt x="330" y="77"/>
                    <a:pt x="330" y="78"/>
                  </a:cubicBezTo>
                  <a:cubicBezTo>
                    <a:pt x="331" y="79"/>
                    <a:pt x="332" y="80"/>
                    <a:pt x="332" y="81"/>
                  </a:cubicBezTo>
                  <a:cubicBezTo>
                    <a:pt x="332" y="82"/>
                    <a:pt x="331" y="84"/>
                    <a:pt x="331" y="85"/>
                  </a:cubicBezTo>
                  <a:cubicBezTo>
                    <a:pt x="331" y="85"/>
                    <a:pt x="330" y="87"/>
                    <a:pt x="329" y="87"/>
                  </a:cubicBezTo>
                  <a:cubicBezTo>
                    <a:pt x="328" y="88"/>
                    <a:pt x="326" y="88"/>
                    <a:pt x="325" y="88"/>
                  </a:cubicBezTo>
                  <a:cubicBezTo>
                    <a:pt x="324" y="88"/>
                    <a:pt x="324" y="87"/>
                    <a:pt x="323" y="87"/>
                  </a:cubicBezTo>
                  <a:cubicBezTo>
                    <a:pt x="322" y="87"/>
                    <a:pt x="321" y="88"/>
                    <a:pt x="321" y="88"/>
                  </a:cubicBezTo>
                  <a:cubicBezTo>
                    <a:pt x="321" y="89"/>
                    <a:pt x="321" y="91"/>
                    <a:pt x="322" y="92"/>
                  </a:cubicBezTo>
                  <a:cubicBezTo>
                    <a:pt x="322" y="92"/>
                    <a:pt x="323" y="94"/>
                    <a:pt x="323" y="94"/>
                  </a:cubicBezTo>
                  <a:cubicBezTo>
                    <a:pt x="324" y="95"/>
                    <a:pt x="325" y="96"/>
                    <a:pt x="326" y="96"/>
                  </a:cubicBezTo>
                  <a:cubicBezTo>
                    <a:pt x="327" y="97"/>
                    <a:pt x="329" y="98"/>
                    <a:pt x="330" y="98"/>
                  </a:cubicBezTo>
                  <a:cubicBezTo>
                    <a:pt x="330" y="99"/>
                    <a:pt x="332" y="101"/>
                    <a:pt x="332" y="101"/>
                  </a:cubicBezTo>
                  <a:cubicBezTo>
                    <a:pt x="332" y="103"/>
                    <a:pt x="333" y="105"/>
                    <a:pt x="333" y="106"/>
                  </a:cubicBezTo>
                  <a:cubicBezTo>
                    <a:pt x="333" y="108"/>
                    <a:pt x="333" y="111"/>
                    <a:pt x="333" y="112"/>
                  </a:cubicBezTo>
                  <a:cubicBezTo>
                    <a:pt x="333" y="114"/>
                    <a:pt x="331" y="117"/>
                    <a:pt x="331" y="119"/>
                  </a:cubicBezTo>
                  <a:cubicBezTo>
                    <a:pt x="330" y="120"/>
                    <a:pt x="328" y="122"/>
                    <a:pt x="328" y="123"/>
                  </a:cubicBezTo>
                  <a:cubicBezTo>
                    <a:pt x="327" y="124"/>
                    <a:pt x="325" y="126"/>
                    <a:pt x="323" y="127"/>
                  </a:cubicBezTo>
                  <a:cubicBezTo>
                    <a:pt x="322" y="128"/>
                    <a:pt x="321" y="129"/>
                    <a:pt x="320" y="129"/>
                  </a:cubicBezTo>
                  <a:cubicBezTo>
                    <a:pt x="318" y="130"/>
                    <a:pt x="316" y="130"/>
                    <a:pt x="314" y="130"/>
                  </a:cubicBezTo>
                  <a:cubicBezTo>
                    <a:pt x="313" y="130"/>
                    <a:pt x="311" y="131"/>
                    <a:pt x="310" y="130"/>
                  </a:cubicBezTo>
                  <a:cubicBezTo>
                    <a:pt x="309" y="130"/>
                    <a:pt x="309" y="129"/>
                    <a:pt x="308" y="128"/>
                  </a:cubicBezTo>
                  <a:cubicBezTo>
                    <a:pt x="307" y="128"/>
                    <a:pt x="306" y="128"/>
                    <a:pt x="305" y="128"/>
                  </a:cubicBezTo>
                  <a:cubicBezTo>
                    <a:pt x="305" y="129"/>
                    <a:pt x="304" y="130"/>
                    <a:pt x="304" y="130"/>
                  </a:cubicBezTo>
                  <a:cubicBezTo>
                    <a:pt x="304" y="131"/>
                    <a:pt x="304" y="133"/>
                    <a:pt x="305" y="133"/>
                  </a:cubicBezTo>
                  <a:cubicBezTo>
                    <a:pt x="305" y="134"/>
                    <a:pt x="306" y="137"/>
                    <a:pt x="306" y="138"/>
                  </a:cubicBezTo>
                  <a:cubicBezTo>
                    <a:pt x="307" y="139"/>
                    <a:pt x="309" y="140"/>
                    <a:pt x="309" y="141"/>
                  </a:cubicBezTo>
                  <a:cubicBezTo>
                    <a:pt x="310" y="142"/>
                    <a:pt x="310" y="144"/>
                    <a:pt x="310" y="145"/>
                  </a:cubicBezTo>
                  <a:cubicBezTo>
                    <a:pt x="310" y="147"/>
                    <a:pt x="309" y="149"/>
                    <a:pt x="308" y="150"/>
                  </a:cubicBezTo>
                  <a:cubicBezTo>
                    <a:pt x="308" y="152"/>
                    <a:pt x="307" y="153"/>
                    <a:pt x="306" y="154"/>
                  </a:cubicBezTo>
                  <a:cubicBezTo>
                    <a:pt x="305" y="156"/>
                    <a:pt x="303" y="160"/>
                    <a:pt x="302" y="162"/>
                  </a:cubicBezTo>
                  <a:cubicBezTo>
                    <a:pt x="301" y="163"/>
                    <a:pt x="299" y="166"/>
                    <a:pt x="298" y="168"/>
                  </a:cubicBezTo>
                  <a:cubicBezTo>
                    <a:pt x="297" y="169"/>
                    <a:pt x="294" y="171"/>
                    <a:pt x="293" y="172"/>
                  </a:cubicBezTo>
                  <a:cubicBezTo>
                    <a:pt x="292" y="172"/>
                    <a:pt x="289" y="172"/>
                    <a:pt x="288" y="172"/>
                  </a:cubicBezTo>
                  <a:cubicBezTo>
                    <a:pt x="287" y="172"/>
                    <a:pt x="284" y="170"/>
                    <a:pt x="283" y="169"/>
                  </a:cubicBezTo>
                  <a:cubicBezTo>
                    <a:pt x="282" y="168"/>
                    <a:pt x="280" y="166"/>
                    <a:pt x="280" y="165"/>
                  </a:cubicBezTo>
                  <a:cubicBezTo>
                    <a:pt x="279" y="163"/>
                    <a:pt x="278" y="160"/>
                    <a:pt x="277" y="159"/>
                  </a:cubicBezTo>
                  <a:cubicBezTo>
                    <a:pt x="276" y="157"/>
                    <a:pt x="273" y="155"/>
                    <a:pt x="272" y="154"/>
                  </a:cubicBezTo>
                  <a:cubicBezTo>
                    <a:pt x="271" y="153"/>
                    <a:pt x="268" y="152"/>
                    <a:pt x="266" y="152"/>
                  </a:cubicBezTo>
                  <a:cubicBezTo>
                    <a:pt x="265" y="151"/>
                    <a:pt x="261" y="151"/>
                    <a:pt x="259" y="150"/>
                  </a:cubicBezTo>
                  <a:cubicBezTo>
                    <a:pt x="258" y="150"/>
                    <a:pt x="256" y="151"/>
                    <a:pt x="255" y="151"/>
                  </a:cubicBezTo>
                  <a:cubicBezTo>
                    <a:pt x="254" y="151"/>
                    <a:pt x="252" y="152"/>
                    <a:pt x="251" y="153"/>
                  </a:cubicBezTo>
                  <a:cubicBezTo>
                    <a:pt x="251" y="154"/>
                    <a:pt x="250" y="155"/>
                    <a:pt x="249" y="156"/>
                  </a:cubicBezTo>
                  <a:cubicBezTo>
                    <a:pt x="249" y="157"/>
                    <a:pt x="248" y="159"/>
                    <a:pt x="248" y="161"/>
                  </a:cubicBezTo>
                  <a:cubicBezTo>
                    <a:pt x="248" y="162"/>
                    <a:pt x="248" y="164"/>
                    <a:pt x="248" y="165"/>
                  </a:cubicBezTo>
                  <a:cubicBezTo>
                    <a:pt x="248" y="166"/>
                    <a:pt x="246" y="168"/>
                    <a:pt x="246" y="169"/>
                  </a:cubicBezTo>
                  <a:cubicBezTo>
                    <a:pt x="245" y="171"/>
                    <a:pt x="244" y="173"/>
                    <a:pt x="244" y="174"/>
                  </a:cubicBezTo>
                  <a:cubicBezTo>
                    <a:pt x="243" y="175"/>
                    <a:pt x="242" y="179"/>
                    <a:pt x="243" y="181"/>
                  </a:cubicBezTo>
                  <a:cubicBezTo>
                    <a:pt x="243" y="182"/>
                    <a:pt x="245" y="184"/>
                    <a:pt x="245" y="185"/>
                  </a:cubicBezTo>
                  <a:cubicBezTo>
                    <a:pt x="246" y="186"/>
                    <a:pt x="246" y="188"/>
                    <a:pt x="247" y="188"/>
                  </a:cubicBezTo>
                  <a:cubicBezTo>
                    <a:pt x="248" y="189"/>
                    <a:pt x="250" y="190"/>
                    <a:pt x="250" y="191"/>
                  </a:cubicBezTo>
                  <a:cubicBezTo>
                    <a:pt x="251" y="192"/>
                    <a:pt x="253" y="193"/>
                    <a:pt x="253" y="193"/>
                  </a:cubicBezTo>
                  <a:cubicBezTo>
                    <a:pt x="254" y="194"/>
                    <a:pt x="255" y="196"/>
                    <a:pt x="255" y="197"/>
                  </a:cubicBezTo>
                  <a:cubicBezTo>
                    <a:pt x="255" y="198"/>
                    <a:pt x="255" y="201"/>
                    <a:pt x="254" y="202"/>
                  </a:cubicBezTo>
                  <a:cubicBezTo>
                    <a:pt x="254" y="203"/>
                    <a:pt x="253" y="205"/>
                    <a:pt x="253" y="206"/>
                  </a:cubicBezTo>
                  <a:cubicBezTo>
                    <a:pt x="252" y="207"/>
                    <a:pt x="251" y="210"/>
                    <a:pt x="252" y="211"/>
                  </a:cubicBezTo>
                  <a:cubicBezTo>
                    <a:pt x="252" y="212"/>
                    <a:pt x="252" y="214"/>
                    <a:pt x="252" y="214"/>
                  </a:cubicBezTo>
                  <a:cubicBezTo>
                    <a:pt x="253" y="215"/>
                    <a:pt x="255" y="214"/>
                    <a:pt x="255" y="214"/>
                  </a:cubicBezTo>
                  <a:cubicBezTo>
                    <a:pt x="257" y="214"/>
                    <a:pt x="259" y="216"/>
                    <a:pt x="260" y="217"/>
                  </a:cubicBezTo>
                  <a:cubicBezTo>
                    <a:pt x="260" y="217"/>
                    <a:pt x="262" y="218"/>
                    <a:pt x="263" y="219"/>
                  </a:cubicBezTo>
                  <a:cubicBezTo>
                    <a:pt x="263" y="220"/>
                    <a:pt x="264" y="223"/>
                    <a:pt x="264" y="224"/>
                  </a:cubicBezTo>
                  <a:cubicBezTo>
                    <a:pt x="265" y="226"/>
                    <a:pt x="263" y="230"/>
                    <a:pt x="263" y="232"/>
                  </a:cubicBezTo>
                  <a:cubicBezTo>
                    <a:pt x="263" y="234"/>
                    <a:pt x="264" y="239"/>
                    <a:pt x="263" y="241"/>
                  </a:cubicBezTo>
                  <a:cubicBezTo>
                    <a:pt x="263" y="244"/>
                    <a:pt x="260" y="248"/>
                    <a:pt x="259" y="251"/>
                  </a:cubicBezTo>
                  <a:cubicBezTo>
                    <a:pt x="259" y="253"/>
                    <a:pt x="257" y="257"/>
                    <a:pt x="257" y="259"/>
                  </a:cubicBezTo>
                  <a:cubicBezTo>
                    <a:pt x="256" y="261"/>
                    <a:pt x="254" y="265"/>
                    <a:pt x="254" y="267"/>
                  </a:cubicBezTo>
                  <a:cubicBezTo>
                    <a:pt x="253" y="268"/>
                    <a:pt x="254" y="271"/>
                    <a:pt x="254" y="272"/>
                  </a:cubicBezTo>
                  <a:cubicBezTo>
                    <a:pt x="253" y="273"/>
                    <a:pt x="252" y="276"/>
                    <a:pt x="251" y="277"/>
                  </a:cubicBezTo>
                  <a:cubicBezTo>
                    <a:pt x="250" y="278"/>
                    <a:pt x="248" y="279"/>
                    <a:pt x="247" y="279"/>
                  </a:cubicBezTo>
                  <a:cubicBezTo>
                    <a:pt x="246" y="279"/>
                    <a:pt x="244" y="279"/>
                    <a:pt x="243" y="279"/>
                  </a:cubicBezTo>
                  <a:cubicBezTo>
                    <a:pt x="241" y="279"/>
                    <a:pt x="239" y="279"/>
                    <a:pt x="237" y="279"/>
                  </a:cubicBezTo>
                  <a:cubicBezTo>
                    <a:pt x="236" y="279"/>
                    <a:pt x="233" y="281"/>
                    <a:pt x="232" y="282"/>
                  </a:cubicBezTo>
                  <a:cubicBezTo>
                    <a:pt x="229" y="283"/>
                    <a:pt x="224" y="286"/>
                    <a:pt x="222" y="287"/>
                  </a:cubicBezTo>
                  <a:cubicBezTo>
                    <a:pt x="220" y="288"/>
                    <a:pt x="215" y="290"/>
                    <a:pt x="213" y="291"/>
                  </a:cubicBezTo>
                  <a:cubicBezTo>
                    <a:pt x="211" y="292"/>
                    <a:pt x="209" y="293"/>
                    <a:pt x="207" y="294"/>
                  </a:cubicBezTo>
                  <a:cubicBezTo>
                    <a:pt x="206" y="294"/>
                    <a:pt x="204" y="295"/>
                    <a:pt x="203" y="296"/>
                  </a:cubicBezTo>
                  <a:cubicBezTo>
                    <a:pt x="202" y="297"/>
                    <a:pt x="199" y="299"/>
                    <a:pt x="198" y="300"/>
                  </a:cubicBezTo>
                  <a:cubicBezTo>
                    <a:pt x="197" y="300"/>
                    <a:pt x="194" y="302"/>
                    <a:pt x="193" y="303"/>
                  </a:cubicBezTo>
                  <a:cubicBezTo>
                    <a:pt x="191" y="304"/>
                    <a:pt x="189" y="305"/>
                    <a:pt x="187" y="305"/>
                  </a:cubicBezTo>
                  <a:cubicBezTo>
                    <a:pt x="186" y="306"/>
                    <a:pt x="184" y="306"/>
                    <a:pt x="183" y="307"/>
                  </a:cubicBezTo>
                  <a:cubicBezTo>
                    <a:pt x="182" y="307"/>
                    <a:pt x="179" y="308"/>
                    <a:pt x="178" y="309"/>
                  </a:cubicBezTo>
                  <a:cubicBezTo>
                    <a:pt x="177" y="309"/>
                    <a:pt x="176" y="310"/>
                    <a:pt x="175" y="311"/>
                  </a:cubicBezTo>
                  <a:cubicBezTo>
                    <a:pt x="175" y="310"/>
                    <a:pt x="175" y="308"/>
                    <a:pt x="174" y="308"/>
                  </a:cubicBezTo>
                  <a:cubicBezTo>
                    <a:pt x="173" y="307"/>
                    <a:pt x="171" y="305"/>
                    <a:pt x="169" y="305"/>
                  </a:cubicBezTo>
                  <a:cubicBezTo>
                    <a:pt x="168" y="305"/>
                    <a:pt x="166" y="305"/>
                    <a:pt x="165" y="306"/>
                  </a:cubicBezTo>
                  <a:cubicBezTo>
                    <a:pt x="163" y="306"/>
                    <a:pt x="159" y="309"/>
                    <a:pt x="158" y="311"/>
                  </a:cubicBezTo>
                  <a:cubicBezTo>
                    <a:pt x="156" y="312"/>
                    <a:pt x="152" y="315"/>
                    <a:pt x="150" y="316"/>
                  </a:cubicBezTo>
                  <a:cubicBezTo>
                    <a:pt x="149" y="318"/>
                    <a:pt x="147" y="321"/>
                    <a:pt x="145" y="323"/>
                  </a:cubicBezTo>
                  <a:cubicBezTo>
                    <a:pt x="144" y="324"/>
                    <a:pt x="141" y="327"/>
                    <a:pt x="140" y="329"/>
                  </a:cubicBezTo>
                  <a:cubicBezTo>
                    <a:pt x="139" y="330"/>
                    <a:pt x="138" y="332"/>
                    <a:pt x="138" y="333"/>
                  </a:cubicBezTo>
                  <a:cubicBezTo>
                    <a:pt x="137" y="334"/>
                    <a:pt x="135" y="336"/>
                    <a:pt x="133" y="337"/>
                  </a:cubicBezTo>
                  <a:cubicBezTo>
                    <a:pt x="132" y="338"/>
                    <a:pt x="130" y="339"/>
                    <a:pt x="129" y="340"/>
                  </a:cubicBezTo>
                  <a:cubicBezTo>
                    <a:pt x="127" y="341"/>
                    <a:pt x="125" y="342"/>
                    <a:pt x="124" y="343"/>
                  </a:cubicBezTo>
                  <a:cubicBezTo>
                    <a:pt x="122" y="344"/>
                    <a:pt x="118" y="346"/>
                    <a:pt x="117" y="347"/>
                  </a:cubicBezTo>
                  <a:cubicBezTo>
                    <a:pt x="114" y="348"/>
                    <a:pt x="109" y="351"/>
                    <a:pt x="107" y="353"/>
                  </a:cubicBezTo>
                  <a:cubicBezTo>
                    <a:pt x="105" y="354"/>
                    <a:pt x="102" y="356"/>
                    <a:pt x="100" y="356"/>
                  </a:cubicBezTo>
                  <a:cubicBezTo>
                    <a:pt x="99" y="357"/>
                    <a:pt x="95" y="357"/>
                    <a:pt x="94" y="358"/>
                  </a:cubicBezTo>
                  <a:cubicBezTo>
                    <a:pt x="93" y="359"/>
                    <a:pt x="91" y="361"/>
                    <a:pt x="91" y="362"/>
                  </a:cubicBezTo>
                  <a:cubicBezTo>
                    <a:pt x="89" y="364"/>
                    <a:pt x="87" y="366"/>
                    <a:pt x="86" y="367"/>
                  </a:cubicBezTo>
                  <a:cubicBezTo>
                    <a:pt x="85" y="368"/>
                    <a:pt x="83" y="370"/>
                    <a:pt x="82" y="370"/>
                  </a:cubicBezTo>
                  <a:cubicBezTo>
                    <a:pt x="81" y="371"/>
                    <a:pt x="78" y="372"/>
                    <a:pt x="76" y="372"/>
                  </a:cubicBezTo>
                  <a:cubicBezTo>
                    <a:pt x="74" y="372"/>
                    <a:pt x="70" y="373"/>
                    <a:pt x="68" y="373"/>
                  </a:cubicBezTo>
                  <a:cubicBezTo>
                    <a:pt x="65" y="373"/>
                    <a:pt x="60" y="373"/>
                    <a:pt x="58" y="373"/>
                  </a:cubicBezTo>
                  <a:cubicBezTo>
                    <a:pt x="57" y="373"/>
                    <a:pt x="54" y="373"/>
                    <a:pt x="53" y="373"/>
                  </a:cubicBezTo>
                  <a:cubicBezTo>
                    <a:pt x="52" y="373"/>
                    <a:pt x="50" y="373"/>
                    <a:pt x="48" y="373"/>
                  </a:cubicBezTo>
                  <a:cubicBezTo>
                    <a:pt x="47" y="374"/>
                    <a:pt x="44" y="374"/>
                    <a:pt x="43" y="375"/>
                  </a:cubicBezTo>
                  <a:cubicBezTo>
                    <a:pt x="42" y="375"/>
                    <a:pt x="40" y="377"/>
                    <a:pt x="39" y="378"/>
                  </a:cubicBezTo>
                  <a:cubicBezTo>
                    <a:pt x="37" y="378"/>
                    <a:pt x="35" y="379"/>
                    <a:pt x="33" y="379"/>
                  </a:cubicBezTo>
                  <a:cubicBezTo>
                    <a:pt x="32" y="379"/>
                    <a:pt x="30" y="380"/>
                    <a:pt x="30" y="379"/>
                  </a:cubicBezTo>
                  <a:cubicBezTo>
                    <a:pt x="29" y="378"/>
                    <a:pt x="28" y="376"/>
                    <a:pt x="27" y="375"/>
                  </a:cubicBezTo>
                  <a:cubicBezTo>
                    <a:pt x="26" y="374"/>
                    <a:pt x="24" y="372"/>
                    <a:pt x="23" y="371"/>
                  </a:cubicBezTo>
                  <a:cubicBezTo>
                    <a:pt x="22" y="371"/>
                    <a:pt x="20" y="370"/>
                    <a:pt x="19" y="370"/>
                  </a:cubicBezTo>
                  <a:cubicBezTo>
                    <a:pt x="18" y="369"/>
                    <a:pt x="16" y="369"/>
                    <a:pt x="15" y="368"/>
                  </a:cubicBezTo>
                  <a:cubicBezTo>
                    <a:pt x="13" y="368"/>
                    <a:pt x="10" y="367"/>
                    <a:pt x="9" y="366"/>
                  </a:cubicBezTo>
                  <a:cubicBezTo>
                    <a:pt x="8" y="366"/>
                    <a:pt x="6" y="363"/>
                    <a:pt x="5" y="362"/>
                  </a:cubicBezTo>
                  <a:cubicBezTo>
                    <a:pt x="4" y="362"/>
                    <a:pt x="3" y="361"/>
                    <a:pt x="2" y="360"/>
                  </a:cubicBezTo>
                  <a:cubicBezTo>
                    <a:pt x="2" y="360"/>
                    <a:pt x="2" y="360"/>
                    <a:pt x="2" y="360"/>
                  </a:cubicBezTo>
                  <a:cubicBezTo>
                    <a:pt x="1" y="358"/>
                    <a:pt x="0" y="355"/>
                    <a:pt x="0" y="353"/>
                  </a:cubicBezTo>
                  <a:cubicBezTo>
                    <a:pt x="0" y="352"/>
                    <a:pt x="0" y="350"/>
                    <a:pt x="0" y="349"/>
                  </a:cubicBezTo>
                  <a:cubicBezTo>
                    <a:pt x="0" y="348"/>
                    <a:pt x="2" y="347"/>
                    <a:pt x="2" y="346"/>
                  </a:cubicBezTo>
                  <a:cubicBezTo>
                    <a:pt x="3" y="345"/>
                    <a:pt x="4" y="344"/>
                    <a:pt x="5" y="343"/>
                  </a:cubicBezTo>
                  <a:cubicBezTo>
                    <a:pt x="5" y="342"/>
                    <a:pt x="7" y="341"/>
                    <a:pt x="7" y="340"/>
                  </a:cubicBezTo>
                  <a:cubicBezTo>
                    <a:pt x="8" y="339"/>
                    <a:pt x="9" y="336"/>
                    <a:pt x="10" y="335"/>
                  </a:cubicBezTo>
                  <a:cubicBezTo>
                    <a:pt x="10" y="334"/>
                    <a:pt x="10" y="332"/>
                    <a:pt x="11" y="331"/>
                  </a:cubicBezTo>
                  <a:cubicBezTo>
                    <a:pt x="11" y="330"/>
                    <a:pt x="11" y="328"/>
                    <a:pt x="11" y="327"/>
                  </a:cubicBezTo>
                  <a:cubicBezTo>
                    <a:pt x="11" y="326"/>
                    <a:pt x="11" y="324"/>
                    <a:pt x="11" y="323"/>
                  </a:cubicBezTo>
                  <a:cubicBezTo>
                    <a:pt x="11" y="322"/>
                    <a:pt x="10" y="321"/>
                    <a:pt x="10" y="320"/>
                  </a:cubicBezTo>
                  <a:cubicBezTo>
                    <a:pt x="9" y="319"/>
                    <a:pt x="9" y="317"/>
                    <a:pt x="10" y="316"/>
                  </a:cubicBezTo>
                  <a:cubicBezTo>
                    <a:pt x="10" y="315"/>
                    <a:pt x="13" y="314"/>
                    <a:pt x="14" y="313"/>
                  </a:cubicBezTo>
                  <a:cubicBezTo>
                    <a:pt x="15" y="312"/>
                    <a:pt x="16" y="311"/>
                    <a:pt x="17" y="311"/>
                  </a:cubicBezTo>
                  <a:cubicBezTo>
                    <a:pt x="18" y="310"/>
                    <a:pt x="21" y="309"/>
                    <a:pt x="22" y="308"/>
                  </a:cubicBezTo>
                  <a:cubicBezTo>
                    <a:pt x="23" y="308"/>
                    <a:pt x="25" y="307"/>
                    <a:pt x="26" y="306"/>
                  </a:cubicBezTo>
                  <a:cubicBezTo>
                    <a:pt x="27" y="306"/>
                    <a:pt x="28" y="305"/>
                    <a:pt x="29" y="304"/>
                  </a:cubicBezTo>
                  <a:cubicBezTo>
                    <a:pt x="30" y="304"/>
                    <a:pt x="31" y="302"/>
                    <a:pt x="32" y="301"/>
                  </a:cubicBezTo>
                  <a:cubicBezTo>
                    <a:pt x="32" y="300"/>
                    <a:pt x="32" y="298"/>
                    <a:pt x="32" y="297"/>
                  </a:cubicBezTo>
                  <a:cubicBezTo>
                    <a:pt x="31" y="296"/>
                    <a:pt x="29" y="294"/>
                    <a:pt x="28" y="293"/>
                  </a:cubicBezTo>
                  <a:cubicBezTo>
                    <a:pt x="27" y="293"/>
                    <a:pt x="25" y="292"/>
                    <a:pt x="24" y="291"/>
                  </a:cubicBezTo>
                  <a:cubicBezTo>
                    <a:pt x="24" y="290"/>
                    <a:pt x="25" y="288"/>
                    <a:pt x="24" y="287"/>
                  </a:cubicBezTo>
                  <a:cubicBezTo>
                    <a:pt x="24" y="286"/>
                    <a:pt x="23" y="284"/>
                    <a:pt x="23" y="283"/>
                  </a:cubicBezTo>
                  <a:cubicBezTo>
                    <a:pt x="22" y="282"/>
                    <a:pt x="21" y="280"/>
                    <a:pt x="21" y="279"/>
                  </a:cubicBezTo>
                  <a:cubicBezTo>
                    <a:pt x="20" y="277"/>
                    <a:pt x="18" y="274"/>
                    <a:pt x="18" y="273"/>
                  </a:cubicBezTo>
                  <a:cubicBezTo>
                    <a:pt x="17" y="272"/>
                    <a:pt x="17" y="270"/>
                    <a:pt x="17" y="268"/>
                  </a:cubicBezTo>
                  <a:cubicBezTo>
                    <a:pt x="17" y="268"/>
                    <a:pt x="18" y="266"/>
                    <a:pt x="18" y="265"/>
                  </a:cubicBezTo>
                  <a:cubicBezTo>
                    <a:pt x="19" y="265"/>
                    <a:pt x="21" y="264"/>
                    <a:pt x="22" y="264"/>
                  </a:cubicBezTo>
                  <a:cubicBezTo>
                    <a:pt x="22" y="264"/>
                    <a:pt x="24" y="263"/>
                    <a:pt x="24" y="263"/>
                  </a:cubicBezTo>
                  <a:cubicBezTo>
                    <a:pt x="25" y="263"/>
                    <a:pt x="27" y="264"/>
                    <a:pt x="28" y="263"/>
                  </a:cubicBezTo>
                  <a:cubicBezTo>
                    <a:pt x="29" y="263"/>
                    <a:pt x="30" y="263"/>
                    <a:pt x="31" y="262"/>
                  </a:cubicBezTo>
                  <a:cubicBezTo>
                    <a:pt x="32" y="262"/>
                    <a:pt x="33" y="260"/>
                    <a:pt x="33" y="260"/>
                  </a:cubicBezTo>
                  <a:cubicBezTo>
                    <a:pt x="33" y="259"/>
                    <a:pt x="33" y="257"/>
                    <a:pt x="33" y="257"/>
                  </a:cubicBezTo>
                  <a:cubicBezTo>
                    <a:pt x="33" y="256"/>
                    <a:pt x="33" y="254"/>
                    <a:pt x="32" y="254"/>
                  </a:cubicBezTo>
                  <a:cubicBezTo>
                    <a:pt x="32" y="253"/>
                    <a:pt x="31" y="253"/>
                    <a:pt x="30" y="252"/>
                  </a:cubicBezTo>
                  <a:cubicBezTo>
                    <a:pt x="29" y="251"/>
                    <a:pt x="26" y="249"/>
                    <a:pt x="24" y="248"/>
                  </a:cubicBezTo>
                  <a:cubicBezTo>
                    <a:pt x="24" y="247"/>
                    <a:pt x="22" y="245"/>
                    <a:pt x="22" y="244"/>
                  </a:cubicBezTo>
                  <a:cubicBezTo>
                    <a:pt x="21" y="243"/>
                    <a:pt x="20" y="241"/>
                    <a:pt x="20" y="240"/>
                  </a:cubicBezTo>
                  <a:cubicBezTo>
                    <a:pt x="20" y="240"/>
                    <a:pt x="20" y="238"/>
                    <a:pt x="20" y="237"/>
                  </a:cubicBezTo>
                  <a:cubicBezTo>
                    <a:pt x="20" y="236"/>
                    <a:pt x="19" y="234"/>
                    <a:pt x="19" y="232"/>
                  </a:cubicBezTo>
                  <a:cubicBezTo>
                    <a:pt x="18" y="231"/>
                    <a:pt x="18" y="229"/>
                    <a:pt x="17" y="228"/>
                  </a:cubicBezTo>
                  <a:cubicBezTo>
                    <a:pt x="17" y="227"/>
                    <a:pt x="15" y="225"/>
                    <a:pt x="14" y="224"/>
                  </a:cubicBezTo>
                  <a:cubicBezTo>
                    <a:pt x="14" y="223"/>
                    <a:pt x="12" y="221"/>
                    <a:pt x="12" y="220"/>
                  </a:cubicBezTo>
                  <a:cubicBezTo>
                    <a:pt x="11" y="218"/>
                    <a:pt x="10" y="215"/>
                    <a:pt x="10" y="213"/>
                  </a:cubicBezTo>
                  <a:cubicBezTo>
                    <a:pt x="10" y="212"/>
                    <a:pt x="10" y="211"/>
                    <a:pt x="10" y="210"/>
                  </a:cubicBezTo>
                  <a:cubicBezTo>
                    <a:pt x="10" y="209"/>
                    <a:pt x="10" y="208"/>
                    <a:pt x="11" y="207"/>
                  </a:cubicBezTo>
                  <a:cubicBezTo>
                    <a:pt x="12" y="206"/>
                    <a:pt x="15" y="204"/>
                    <a:pt x="16" y="203"/>
                  </a:cubicBezTo>
                  <a:cubicBezTo>
                    <a:pt x="17" y="203"/>
                    <a:pt x="19" y="201"/>
                    <a:pt x="20" y="201"/>
                  </a:cubicBezTo>
                  <a:cubicBezTo>
                    <a:pt x="21" y="200"/>
                    <a:pt x="23" y="198"/>
                    <a:pt x="23" y="197"/>
                  </a:cubicBezTo>
                  <a:cubicBezTo>
                    <a:pt x="24" y="197"/>
                    <a:pt x="25" y="195"/>
                    <a:pt x="25" y="194"/>
                  </a:cubicBezTo>
                  <a:cubicBezTo>
                    <a:pt x="26" y="193"/>
                    <a:pt x="27" y="191"/>
                    <a:pt x="28" y="190"/>
                  </a:cubicBezTo>
                  <a:cubicBezTo>
                    <a:pt x="28" y="189"/>
                    <a:pt x="29" y="187"/>
                    <a:pt x="30" y="186"/>
                  </a:cubicBezTo>
                  <a:cubicBezTo>
                    <a:pt x="30" y="185"/>
                    <a:pt x="31" y="183"/>
                    <a:pt x="32" y="182"/>
                  </a:cubicBezTo>
                  <a:cubicBezTo>
                    <a:pt x="32" y="181"/>
                    <a:pt x="33" y="180"/>
                    <a:pt x="33" y="179"/>
                  </a:cubicBezTo>
                  <a:cubicBezTo>
                    <a:pt x="34" y="178"/>
                    <a:pt x="36" y="177"/>
                    <a:pt x="37" y="176"/>
                  </a:cubicBezTo>
                  <a:cubicBezTo>
                    <a:pt x="37" y="174"/>
                    <a:pt x="38" y="172"/>
                    <a:pt x="38" y="171"/>
                  </a:cubicBezTo>
                  <a:cubicBezTo>
                    <a:pt x="38" y="169"/>
                    <a:pt x="38" y="167"/>
                    <a:pt x="38" y="166"/>
                  </a:cubicBezTo>
                  <a:cubicBezTo>
                    <a:pt x="38" y="165"/>
                    <a:pt x="37" y="162"/>
                    <a:pt x="37" y="161"/>
                  </a:cubicBezTo>
                  <a:cubicBezTo>
                    <a:pt x="37" y="160"/>
                    <a:pt x="36" y="158"/>
                    <a:pt x="37" y="157"/>
                  </a:cubicBezTo>
                  <a:cubicBezTo>
                    <a:pt x="37" y="156"/>
                    <a:pt x="39" y="154"/>
                    <a:pt x="40" y="155"/>
                  </a:cubicBezTo>
                  <a:cubicBezTo>
                    <a:pt x="41" y="155"/>
                    <a:pt x="42" y="156"/>
                    <a:pt x="43" y="157"/>
                  </a:cubicBezTo>
                  <a:cubicBezTo>
                    <a:pt x="44" y="158"/>
                    <a:pt x="44" y="160"/>
                    <a:pt x="45" y="160"/>
                  </a:cubicBezTo>
                  <a:cubicBezTo>
                    <a:pt x="46" y="160"/>
                    <a:pt x="48" y="160"/>
                    <a:pt x="49" y="159"/>
                  </a:cubicBezTo>
                  <a:cubicBezTo>
                    <a:pt x="50" y="159"/>
                    <a:pt x="51" y="158"/>
                    <a:pt x="52" y="158"/>
                  </a:cubicBezTo>
                  <a:cubicBezTo>
                    <a:pt x="52" y="157"/>
                    <a:pt x="53" y="155"/>
                    <a:pt x="54" y="154"/>
                  </a:cubicBezTo>
                  <a:cubicBezTo>
                    <a:pt x="54" y="154"/>
                    <a:pt x="57" y="153"/>
                    <a:pt x="58" y="153"/>
                  </a:cubicBezTo>
                  <a:cubicBezTo>
                    <a:pt x="59" y="153"/>
                    <a:pt x="60" y="154"/>
                    <a:pt x="61" y="154"/>
                  </a:cubicBezTo>
                  <a:cubicBezTo>
                    <a:pt x="62" y="155"/>
                    <a:pt x="63" y="156"/>
                    <a:pt x="64" y="157"/>
                  </a:cubicBezTo>
                  <a:cubicBezTo>
                    <a:pt x="64" y="158"/>
                    <a:pt x="65" y="159"/>
                    <a:pt x="66" y="159"/>
                  </a:cubicBezTo>
                  <a:cubicBezTo>
                    <a:pt x="67" y="160"/>
                    <a:pt x="70" y="159"/>
                    <a:pt x="71" y="159"/>
                  </a:cubicBezTo>
                  <a:cubicBezTo>
                    <a:pt x="72" y="159"/>
                    <a:pt x="74" y="158"/>
                    <a:pt x="75" y="158"/>
                  </a:cubicBezTo>
                  <a:cubicBezTo>
                    <a:pt x="76" y="157"/>
                    <a:pt x="78" y="155"/>
                    <a:pt x="78" y="154"/>
                  </a:cubicBezTo>
                  <a:cubicBezTo>
                    <a:pt x="79" y="153"/>
                    <a:pt x="80" y="151"/>
                    <a:pt x="80" y="150"/>
                  </a:cubicBezTo>
                  <a:cubicBezTo>
                    <a:pt x="81" y="148"/>
                    <a:pt x="81" y="145"/>
                    <a:pt x="80" y="144"/>
                  </a:cubicBezTo>
                  <a:cubicBezTo>
                    <a:pt x="80" y="142"/>
                    <a:pt x="79" y="141"/>
                    <a:pt x="79" y="140"/>
                  </a:cubicBezTo>
                  <a:cubicBezTo>
                    <a:pt x="78" y="138"/>
                    <a:pt x="77" y="136"/>
                    <a:pt x="76" y="135"/>
                  </a:cubicBezTo>
                  <a:cubicBezTo>
                    <a:pt x="75" y="133"/>
                    <a:pt x="73" y="130"/>
                    <a:pt x="72" y="128"/>
                  </a:cubicBezTo>
                  <a:cubicBezTo>
                    <a:pt x="72" y="127"/>
                    <a:pt x="72" y="124"/>
                    <a:pt x="72" y="123"/>
                  </a:cubicBezTo>
                  <a:cubicBezTo>
                    <a:pt x="73" y="122"/>
                    <a:pt x="73" y="119"/>
                    <a:pt x="73" y="118"/>
                  </a:cubicBezTo>
                  <a:cubicBezTo>
                    <a:pt x="74" y="116"/>
                    <a:pt x="75" y="113"/>
                    <a:pt x="76" y="112"/>
                  </a:cubicBezTo>
                  <a:cubicBezTo>
                    <a:pt x="77" y="110"/>
                    <a:pt x="80" y="106"/>
                    <a:pt x="81" y="104"/>
                  </a:cubicBezTo>
                  <a:cubicBezTo>
                    <a:pt x="81" y="104"/>
                    <a:pt x="81" y="103"/>
                    <a:pt x="81" y="102"/>
                  </a:cubicBezTo>
                  <a:cubicBezTo>
                    <a:pt x="82" y="101"/>
                    <a:pt x="82" y="99"/>
                    <a:pt x="82" y="98"/>
                  </a:cubicBezTo>
                  <a:cubicBezTo>
                    <a:pt x="82" y="98"/>
                    <a:pt x="84" y="97"/>
                    <a:pt x="84" y="96"/>
                  </a:cubicBezTo>
                  <a:cubicBezTo>
                    <a:pt x="84" y="95"/>
                    <a:pt x="84" y="93"/>
                    <a:pt x="85" y="91"/>
                  </a:cubicBezTo>
                  <a:cubicBezTo>
                    <a:pt x="85" y="90"/>
                    <a:pt x="85" y="88"/>
                    <a:pt x="85" y="87"/>
                  </a:cubicBezTo>
                  <a:cubicBezTo>
                    <a:pt x="85" y="86"/>
                    <a:pt x="84" y="84"/>
                    <a:pt x="83" y="84"/>
                  </a:cubicBezTo>
                  <a:cubicBezTo>
                    <a:pt x="82" y="83"/>
                    <a:pt x="81" y="82"/>
                    <a:pt x="80" y="82"/>
                  </a:cubicBezTo>
                  <a:cubicBezTo>
                    <a:pt x="79" y="82"/>
                    <a:pt x="77" y="83"/>
                    <a:pt x="76" y="83"/>
                  </a:cubicBezTo>
                  <a:cubicBezTo>
                    <a:pt x="75" y="84"/>
                    <a:pt x="73" y="87"/>
                    <a:pt x="72" y="88"/>
                  </a:cubicBezTo>
                  <a:cubicBezTo>
                    <a:pt x="71" y="89"/>
                    <a:pt x="71" y="92"/>
                    <a:pt x="70" y="94"/>
                  </a:cubicBezTo>
                  <a:cubicBezTo>
                    <a:pt x="70" y="95"/>
                    <a:pt x="69" y="96"/>
                    <a:pt x="68" y="97"/>
                  </a:cubicBezTo>
                  <a:cubicBezTo>
                    <a:pt x="67" y="98"/>
                    <a:pt x="65" y="99"/>
                    <a:pt x="64" y="99"/>
                  </a:cubicBezTo>
                  <a:cubicBezTo>
                    <a:pt x="63" y="99"/>
                    <a:pt x="60" y="97"/>
                    <a:pt x="59" y="96"/>
                  </a:cubicBezTo>
                  <a:cubicBezTo>
                    <a:pt x="57" y="96"/>
                    <a:pt x="55" y="95"/>
                    <a:pt x="54" y="94"/>
                  </a:cubicBezTo>
                  <a:cubicBezTo>
                    <a:pt x="52" y="94"/>
                    <a:pt x="49" y="92"/>
                    <a:pt x="48" y="91"/>
                  </a:cubicBezTo>
                  <a:cubicBezTo>
                    <a:pt x="47" y="90"/>
                    <a:pt x="45" y="88"/>
                    <a:pt x="44" y="87"/>
                  </a:cubicBezTo>
                  <a:cubicBezTo>
                    <a:pt x="43" y="86"/>
                    <a:pt x="41" y="84"/>
                    <a:pt x="41" y="83"/>
                  </a:cubicBezTo>
                  <a:cubicBezTo>
                    <a:pt x="40" y="81"/>
                    <a:pt x="39" y="78"/>
                    <a:pt x="39" y="77"/>
                  </a:cubicBezTo>
                  <a:cubicBezTo>
                    <a:pt x="39" y="76"/>
                    <a:pt x="39" y="76"/>
                    <a:pt x="39" y="75"/>
                  </a:cubicBezTo>
                  <a:cubicBezTo>
                    <a:pt x="40" y="75"/>
                    <a:pt x="40" y="74"/>
                    <a:pt x="40" y="74"/>
                  </a:cubicBezTo>
                  <a:cubicBezTo>
                    <a:pt x="40" y="72"/>
                    <a:pt x="41" y="70"/>
                    <a:pt x="41" y="69"/>
                  </a:cubicBezTo>
                  <a:cubicBezTo>
                    <a:pt x="41" y="68"/>
                    <a:pt x="41" y="65"/>
                    <a:pt x="41" y="64"/>
                  </a:cubicBezTo>
                  <a:cubicBezTo>
                    <a:pt x="41" y="64"/>
                    <a:pt x="40" y="62"/>
                    <a:pt x="41" y="61"/>
                  </a:cubicBezTo>
                  <a:cubicBezTo>
                    <a:pt x="41" y="60"/>
                    <a:pt x="42" y="58"/>
                    <a:pt x="43" y="58"/>
                  </a:cubicBezTo>
                  <a:cubicBezTo>
                    <a:pt x="44" y="57"/>
                    <a:pt x="47" y="57"/>
                    <a:pt x="48" y="56"/>
                  </a:cubicBezTo>
                  <a:cubicBezTo>
                    <a:pt x="49" y="56"/>
                    <a:pt x="52" y="56"/>
                    <a:pt x="53" y="56"/>
                  </a:cubicBezTo>
                  <a:cubicBezTo>
                    <a:pt x="54" y="56"/>
                    <a:pt x="57" y="56"/>
                    <a:pt x="58" y="56"/>
                  </a:cubicBezTo>
                  <a:cubicBezTo>
                    <a:pt x="60" y="56"/>
                    <a:pt x="62" y="57"/>
                    <a:pt x="63" y="57"/>
                  </a:cubicBezTo>
                  <a:cubicBezTo>
                    <a:pt x="64" y="57"/>
                    <a:pt x="66" y="57"/>
                    <a:pt x="67" y="57"/>
                  </a:cubicBezTo>
                  <a:cubicBezTo>
                    <a:pt x="68" y="56"/>
                    <a:pt x="70" y="55"/>
                    <a:pt x="72" y="55"/>
                  </a:cubicBezTo>
                  <a:cubicBezTo>
                    <a:pt x="73" y="55"/>
                    <a:pt x="74" y="53"/>
                    <a:pt x="75" y="53"/>
                  </a:cubicBezTo>
                  <a:cubicBezTo>
                    <a:pt x="76" y="53"/>
                    <a:pt x="78" y="53"/>
                    <a:pt x="79" y="53"/>
                  </a:cubicBezTo>
                  <a:cubicBezTo>
                    <a:pt x="81" y="53"/>
                    <a:pt x="84" y="53"/>
                    <a:pt x="86" y="53"/>
                  </a:cubicBezTo>
                  <a:cubicBezTo>
                    <a:pt x="88" y="54"/>
                    <a:pt x="91" y="55"/>
                    <a:pt x="93" y="55"/>
                  </a:cubicBezTo>
                  <a:cubicBezTo>
                    <a:pt x="95" y="55"/>
                    <a:pt x="98" y="55"/>
                    <a:pt x="99" y="55"/>
                  </a:cubicBezTo>
                  <a:cubicBezTo>
                    <a:pt x="100" y="54"/>
                    <a:pt x="103" y="54"/>
                    <a:pt x="104" y="53"/>
                  </a:cubicBezTo>
                  <a:cubicBezTo>
                    <a:pt x="105" y="53"/>
                    <a:pt x="106" y="52"/>
                    <a:pt x="107" y="52"/>
                  </a:cubicBezTo>
                  <a:cubicBezTo>
                    <a:pt x="108" y="51"/>
                    <a:pt x="110" y="49"/>
                    <a:pt x="111" y="49"/>
                  </a:cubicBezTo>
                  <a:cubicBezTo>
                    <a:pt x="112" y="48"/>
                    <a:pt x="115" y="46"/>
                    <a:pt x="116" y="46"/>
                  </a:cubicBezTo>
                  <a:cubicBezTo>
                    <a:pt x="118" y="45"/>
                    <a:pt x="121" y="44"/>
                    <a:pt x="123" y="44"/>
                  </a:cubicBezTo>
                  <a:cubicBezTo>
                    <a:pt x="125" y="43"/>
                    <a:pt x="129" y="43"/>
                    <a:pt x="131" y="43"/>
                  </a:cubicBezTo>
                  <a:cubicBezTo>
                    <a:pt x="133" y="42"/>
                    <a:pt x="136" y="42"/>
                    <a:pt x="138" y="42"/>
                  </a:cubicBezTo>
                  <a:cubicBezTo>
                    <a:pt x="139" y="42"/>
                    <a:pt x="140" y="42"/>
                    <a:pt x="141" y="41"/>
                  </a:cubicBezTo>
                  <a:cubicBezTo>
                    <a:pt x="142" y="41"/>
                    <a:pt x="144" y="41"/>
                    <a:pt x="145" y="41"/>
                  </a:cubicBezTo>
                  <a:cubicBezTo>
                    <a:pt x="146" y="40"/>
                    <a:pt x="148" y="39"/>
                    <a:pt x="148" y="38"/>
                  </a:cubicBezTo>
                  <a:cubicBezTo>
                    <a:pt x="149" y="38"/>
                    <a:pt x="149" y="36"/>
                    <a:pt x="150" y="35"/>
                  </a:cubicBezTo>
                  <a:cubicBezTo>
                    <a:pt x="150" y="35"/>
                    <a:pt x="151" y="33"/>
                    <a:pt x="151" y="33"/>
                  </a:cubicBezTo>
                  <a:cubicBezTo>
                    <a:pt x="152" y="32"/>
                    <a:pt x="151" y="30"/>
                    <a:pt x="152" y="29"/>
                  </a:cubicBezTo>
                  <a:cubicBezTo>
                    <a:pt x="152" y="29"/>
                    <a:pt x="153" y="28"/>
                    <a:pt x="154" y="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36"/>
            <p:cNvSpPr>
              <a:spLocks/>
            </p:cNvSpPr>
            <p:nvPr/>
          </p:nvSpPr>
          <p:spPr bwMode="auto">
            <a:xfrm>
              <a:off x="4016375" y="2209800"/>
              <a:ext cx="655638" cy="425450"/>
            </a:xfrm>
            <a:custGeom>
              <a:avLst/>
              <a:gdLst/>
              <a:ahLst/>
              <a:cxnLst>
                <a:cxn ang="0">
                  <a:pos x="368" y="32"/>
                </a:cxn>
                <a:cxn ang="0">
                  <a:pos x="362" y="45"/>
                </a:cxn>
                <a:cxn ang="0">
                  <a:pos x="374" y="61"/>
                </a:cxn>
                <a:cxn ang="0">
                  <a:pos x="378" y="85"/>
                </a:cxn>
                <a:cxn ang="0">
                  <a:pos x="372" y="111"/>
                </a:cxn>
                <a:cxn ang="0">
                  <a:pos x="370" y="128"/>
                </a:cxn>
                <a:cxn ang="0">
                  <a:pos x="377" y="151"/>
                </a:cxn>
                <a:cxn ang="0">
                  <a:pos x="393" y="166"/>
                </a:cxn>
                <a:cxn ang="0">
                  <a:pos x="382" y="188"/>
                </a:cxn>
                <a:cxn ang="0">
                  <a:pos x="370" y="190"/>
                </a:cxn>
                <a:cxn ang="0">
                  <a:pos x="358" y="196"/>
                </a:cxn>
                <a:cxn ang="0">
                  <a:pos x="337" y="203"/>
                </a:cxn>
                <a:cxn ang="0">
                  <a:pos x="329" y="220"/>
                </a:cxn>
                <a:cxn ang="0">
                  <a:pos x="303" y="235"/>
                </a:cxn>
                <a:cxn ang="0">
                  <a:pos x="274" y="246"/>
                </a:cxn>
                <a:cxn ang="0">
                  <a:pos x="260" y="216"/>
                </a:cxn>
                <a:cxn ang="0">
                  <a:pos x="257" y="186"/>
                </a:cxn>
                <a:cxn ang="0">
                  <a:pos x="242" y="190"/>
                </a:cxn>
                <a:cxn ang="0">
                  <a:pos x="220" y="196"/>
                </a:cxn>
                <a:cxn ang="0">
                  <a:pos x="216" y="226"/>
                </a:cxn>
                <a:cxn ang="0">
                  <a:pos x="209" y="238"/>
                </a:cxn>
                <a:cxn ang="0">
                  <a:pos x="195" y="247"/>
                </a:cxn>
                <a:cxn ang="0">
                  <a:pos x="172" y="250"/>
                </a:cxn>
                <a:cxn ang="0">
                  <a:pos x="166" y="217"/>
                </a:cxn>
                <a:cxn ang="0">
                  <a:pos x="132" y="234"/>
                </a:cxn>
                <a:cxn ang="0">
                  <a:pos x="122" y="234"/>
                </a:cxn>
                <a:cxn ang="0">
                  <a:pos x="114" y="210"/>
                </a:cxn>
                <a:cxn ang="0">
                  <a:pos x="106" y="228"/>
                </a:cxn>
                <a:cxn ang="0">
                  <a:pos x="89" y="215"/>
                </a:cxn>
                <a:cxn ang="0">
                  <a:pos x="60" y="202"/>
                </a:cxn>
                <a:cxn ang="0">
                  <a:pos x="34" y="215"/>
                </a:cxn>
                <a:cxn ang="0">
                  <a:pos x="13" y="186"/>
                </a:cxn>
                <a:cxn ang="0">
                  <a:pos x="22" y="178"/>
                </a:cxn>
                <a:cxn ang="0">
                  <a:pos x="39" y="179"/>
                </a:cxn>
                <a:cxn ang="0">
                  <a:pos x="17" y="164"/>
                </a:cxn>
                <a:cxn ang="0">
                  <a:pos x="1" y="146"/>
                </a:cxn>
                <a:cxn ang="0">
                  <a:pos x="24" y="78"/>
                </a:cxn>
                <a:cxn ang="0">
                  <a:pos x="55" y="5"/>
                </a:cxn>
                <a:cxn ang="0">
                  <a:pos x="83" y="34"/>
                </a:cxn>
                <a:cxn ang="0">
                  <a:pos x="96" y="15"/>
                </a:cxn>
                <a:cxn ang="0">
                  <a:pos x="122" y="25"/>
                </a:cxn>
                <a:cxn ang="0">
                  <a:pos x="123" y="47"/>
                </a:cxn>
                <a:cxn ang="0">
                  <a:pos x="140" y="41"/>
                </a:cxn>
                <a:cxn ang="0">
                  <a:pos x="149" y="62"/>
                </a:cxn>
                <a:cxn ang="0">
                  <a:pos x="136" y="81"/>
                </a:cxn>
                <a:cxn ang="0">
                  <a:pos x="150" y="97"/>
                </a:cxn>
                <a:cxn ang="0">
                  <a:pos x="164" y="80"/>
                </a:cxn>
                <a:cxn ang="0">
                  <a:pos x="182" y="73"/>
                </a:cxn>
                <a:cxn ang="0">
                  <a:pos x="195" y="61"/>
                </a:cxn>
                <a:cxn ang="0">
                  <a:pos x="220" y="78"/>
                </a:cxn>
                <a:cxn ang="0">
                  <a:pos x="248" y="72"/>
                </a:cxn>
                <a:cxn ang="0">
                  <a:pos x="284" y="57"/>
                </a:cxn>
                <a:cxn ang="0">
                  <a:pos x="323" y="36"/>
                </a:cxn>
                <a:cxn ang="0">
                  <a:pos x="355" y="5"/>
                </a:cxn>
              </a:cxnLst>
              <a:rect l="0" t="0" r="r" b="b"/>
              <a:pathLst>
                <a:path w="395" h="257">
                  <a:moveTo>
                    <a:pt x="365" y="10"/>
                  </a:moveTo>
                  <a:cubicBezTo>
                    <a:pt x="366" y="11"/>
                    <a:pt x="366" y="13"/>
                    <a:pt x="366" y="14"/>
                  </a:cubicBezTo>
                  <a:cubicBezTo>
                    <a:pt x="367" y="15"/>
                    <a:pt x="370" y="17"/>
                    <a:pt x="371" y="18"/>
                  </a:cubicBezTo>
                  <a:cubicBezTo>
                    <a:pt x="371" y="20"/>
                    <a:pt x="371" y="22"/>
                    <a:pt x="371" y="23"/>
                  </a:cubicBezTo>
                  <a:cubicBezTo>
                    <a:pt x="371" y="24"/>
                    <a:pt x="370" y="27"/>
                    <a:pt x="370" y="28"/>
                  </a:cubicBezTo>
                  <a:cubicBezTo>
                    <a:pt x="369" y="29"/>
                    <a:pt x="368" y="31"/>
                    <a:pt x="368" y="32"/>
                  </a:cubicBezTo>
                  <a:cubicBezTo>
                    <a:pt x="367" y="33"/>
                    <a:pt x="366" y="35"/>
                    <a:pt x="365" y="35"/>
                  </a:cubicBezTo>
                  <a:cubicBezTo>
                    <a:pt x="364" y="36"/>
                    <a:pt x="362" y="37"/>
                    <a:pt x="361" y="38"/>
                  </a:cubicBezTo>
                  <a:cubicBezTo>
                    <a:pt x="361" y="38"/>
                    <a:pt x="359" y="39"/>
                    <a:pt x="359" y="40"/>
                  </a:cubicBezTo>
                  <a:cubicBezTo>
                    <a:pt x="359" y="40"/>
                    <a:pt x="359" y="42"/>
                    <a:pt x="359" y="42"/>
                  </a:cubicBezTo>
                  <a:cubicBezTo>
                    <a:pt x="359" y="43"/>
                    <a:pt x="360" y="44"/>
                    <a:pt x="360" y="44"/>
                  </a:cubicBezTo>
                  <a:cubicBezTo>
                    <a:pt x="361" y="44"/>
                    <a:pt x="362" y="44"/>
                    <a:pt x="362" y="45"/>
                  </a:cubicBezTo>
                  <a:cubicBezTo>
                    <a:pt x="363" y="45"/>
                    <a:pt x="365" y="44"/>
                    <a:pt x="366" y="44"/>
                  </a:cubicBezTo>
                  <a:cubicBezTo>
                    <a:pt x="368" y="44"/>
                    <a:pt x="370" y="44"/>
                    <a:pt x="372" y="44"/>
                  </a:cubicBezTo>
                  <a:cubicBezTo>
                    <a:pt x="372" y="44"/>
                    <a:pt x="373" y="45"/>
                    <a:pt x="373" y="46"/>
                  </a:cubicBezTo>
                  <a:cubicBezTo>
                    <a:pt x="374" y="46"/>
                    <a:pt x="374" y="48"/>
                    <a:pt x="374" y="49"/>
                  </a:cubicBezTo>
                  <a:cubicBezTo>
                    <a:pt x="374" y="50"/>
                    <a:pt x="373" y="53"/>
                    <a:pt x="373" y="55"/>
                  </a:cubicBezTo>
                  <a:cubicBezTo>
                    <a:pt x="373" y="56"/>
                    <a:pt x="374" y="59"/>
                    <a:pt x="374" y="61"/>
                  </a:cubicBezTo>
                  <a:cubicBezTo>
                    <a:pt x="375" y="62"/>
                    <a:pt x="377" y="65"/>
                    <a:pt x="378" y="66"/>
                  </a:cubicBezTo>
                  <a:cubicBezTo>
                    <a:pt x="378" y="67"/>
                    <a:pt x="378" y="69"/>
                    <a:pt x="379" y="70"/>
                  </a:cubicBezTo>
                  <a:cubicBezTo>
                    <a:pt x="380" y="71"/>
                    <a:pt x="383" y="72"/>
                    <a:pt x="384" y="74"/>
                  </a:cubicBezTo>
                  <a:cubicBezTo>
                    <a:pt x="385" y="75"/>
                    <a:pt x="385" y="77"/>
                    <a:pt x="385" y="78"/>
                  </a:cubicBezTo>
                  <a:cubicBezTo>
                    <a:pt x="385" y="79"/>
                    <a:pt x="384" y="82"/>
                    <a:pt x="383" y="83"/>
                  </a:cubicBezTo>
                  <a:cubicBezTo>
                    <a:pt x="382" y="84"/>
                    <a:pt x="379" y="84"/>
                    <a:pt x="378" y="85"/>
                  </a:cubicBezTo>
                  <a:cubicBezTo>
                    <a:pt x="377" y="86"/>
                    <a:pt x="375" y="87"/>
                    <a:pt x="374" y="88"/>
                  </a:cubicBezTo>
                  <a:cubicBezTo>
                    <a:pt x="373" y="89"/>
                    <a:pt x="371" y="92"/>
                    <a:pt x="370" y="94"/>
                  </a:cubicBezTo>
                  <a:cubicBezTo>
                    <a:pt x="369" y="95"/>
                    <a:pt x="368" y="97"/>
                    <a:pt x="367" y="99"/>
                  </a:cubicBezTo>
                  <a:cubicBezTo>
                    <a:pt x="367" y="100"/>
                    <a:pt x="366" y="103"/>
                    <a:pt x="367" y="105"/>
                  </a:cubicBezTo>
                  <a:cubicBezTo>
                    <a:pt x="367" y="106"/>
                    <a:pt x="369" y="108"/>
                    <a:pt x="370" y="109"/>
                  </a:cubicBezTo>
                  <a:cubicBezTo>
                    <a:pt x="370" y="110"/>
                    <a:pt x="372" y="110"/>
                    <a:pt x="372" y="111"/>
                  </a:cubicBezTo>
                  <a:cubicBezTo>
                    <a:pt x="373" y="112"/>
                    <a:pt x="373" y="114"/>
                    <a:pt x="374" y="115"/>
                  </a:cubicBezTo>
                  <a:cubicBezTo>
                    <a:pt x="375" y="115"/>
                    <a:pt x="375" y="116"/>
                    <a:pt x="376" y="116"/>
                  </a:cubicBezTo>
                  <a:cubicBezTo>
                    <a:pt x="376" y="117"/>
                    <a:pt x="376" y="118"/>
                    <a:pt x="376" y="119"/>
                  </a:cubicBezTo>
                  <a:cubicBezTo>
                    <a:pt x="376" y="120"/>
                    <a:pt x="376" y="123"/>
                    <a:pt x="376" y="124"/>
                  </a:cubicBezTo>
                  <a:cubicBezTo>
                    <a:pt x="375" y="124"/>
                    <a:pt x="374" y="125"/>
                    <a:pt x="373" y="126"/>
                  </a:cubicBezTo>
                  <a:cubicBezTo>
                    <a:pt x="372" y="126"/>
                    <a:pt x="371" y="127"/>
                    <a:pt x="370" y="128"/>
                  </a:cubicBezTo>
                  <a:cubicBezTo>
                    <a:pt x="370" y="129"/>
                    <a:pt x="368" y="132"/>
                    <a:pt x="368" y="133"/>
                  </a:cubicBezTo>
                  <a:cubicBezTo>
                    <a:pt x="368" y="134"/>
                    <a:pt x="367" y="136"/>
                    <a:pt x="367" y="137"/>
                  </a:cubicBezTo>
                  <a:cubicBezTo>
                    <a:pt x="367" y="139"/>
                    <a:pt x="367" y="141"/>
                    <a:pt x="367" y="142"/>
                  </a:cubicBezTo>
                  <a:cubicBezTo>
                    <a:pt x="368" y="143"/>
                    <a:pt x="369" y="146"/>
                    <a:pt x="369" y="146"/>
                  </a:cubicBezTo>
                  <a:cubicBezTo>
                    <a:pt x="370" y="147"/>
                    <a:pt x="373" y="148"/>
                    <a:pt x="374" y="149"/>
                  </a:cubicBezTo>
                  <a:cubicBezTo>
                    <a:pt x="375" y="149"/>
                    <a:pt x="377" y="150"/>
                    <a:pt x="377" y="151"/>
                  </a:cubicBezTo>
                  <a:cubicBezTo>
                    <a:pt x="378" y="152"/>
                    <a:pt x="378" y="154"/>
                    <a:pt x="378" y="155"/>
                  </a:cubicBezTo>
                  <a:cubicBezTo>
                    <a:pt x="378" y="156"/>
                    <a:pt x="379" y="158"/>
                    <a:pt x="380" y="159"/>
                  </a:cubicBezTo>
                  <a:cubicBezTo>
                    <a:pt x="380" y="160"/>
                    <a:pt x="382" y="160"/>
                    <a:pt x="383" y="160"/>
                  </a:cubicBezTo>
                  <a:cubicBezTo>
                    <a:pt x="384" y="160"/>
                    <a:pt x="386" y="161"/>
                    <a:pt x="387" y="161"/>
                  </a:cubicBezTo>
                  <a:cubicBezTo>
                    <a:pt x="387" y="161"/>
                    <a:pt x="389" y="162"/>
                    <a:pt x="390" y="163"/>
                  </a:cubicBezTo>
                  <a:cubicBezTo>
                    <a:pt x="391" y="163"/>
                    <a:pt x="392" y="165"/>
                    <a:pt x="393" y="166"/>
                  </a:cubicBezTo>
                  <a:cubicBezTo>
                    <a:pt x="393" y="167"/>
                    <a:pt x="394" y="170"/>
                    <a:pt x="395" y="171"/>
                  </a:cubicBezTo>
                  <a:cubicBezTo>
                    <a:pt x="395" y="172"/>
                    <a:pt x="395" y="175"/>
                    <a:pt x="395" y="176"/>
                  </a:cubicBezTo>
                  <a:cubicBezTo>
                    <a:pt x="394" y="178"/>
                    <a:pt x="393" y="180"/>
                    <a:pt x="392" y="182"/>
                  </a:cubicBezTo>
                  <a:cubicBezTo>
                    <a:pt x="391" y="182"/>
                    <a:pt x="390" y="184"/>
                    <a:pt x="389" y="185"/>
                  </a:cubicBezTo>
                  <a:cubicBezTo>
                    <a:pt x="388" y="186"/>
                    <a:pt x="386" y="187"/>
                    <a:pt x="385" y="187"/>
                  </a:cubicBezTo>
                  <a:cubicBezTo>
                    <a:pt x="384" y="187"/>
                    <a:pt x="383" y="188"/>
                    <a:pt x="382" y="188"/>
                  </a:cubicBezTo>
                  <a:cubicBezTo>
                    <a:pt x="381" y="188"/>
                    <a:pt x="380" y="188"/>
                    <a:pt x="379" y="188"/>
                  </a:cubicBezTo>
                  <a:cubicBezTo>
                    <a:pt x="378" y="188"/>
                    <a:pt x="376" y="185"/>
                    <a:pt x="375" y="185"/>
                  </a:cubicBezTo>
                  <a:cubicBezTo>
                    <a:pt x="375" y="184"/>
                    <a:pt x="373" y="184"/>
                    <a:pt x="373" y="183"/>
                  </a:cubicBezTo>
                  <a:cubicBezTo>
                    <a:pt x="372" y="183"/>
                    <a:pt x="371" y="183"/>
                    <a:pt x="370" y="184"/>
                  </a:cubicBezTo>
                  <a:cubicBezTo>
                    <a:pt x="370" y="184"/>
                    <a:pt x="369" y="185"/>
                    <a:pt x="369" y="186"/>
                  </a:cubicBezTo>
                  <a:cubicBezTo>
                    <a:pt x="369" y="187"/>
                    <a:pt x="370" y="189"/>
                    <a:pt x="370" y="190"/>
                  </a:cubicBezTo>
                  <a:cubicBezTo>
                    <a:pt x="371" y="190"/>
                    <a:pt x="371" y="192"/>
                    <a:pt x="371" y="192"/>
                  </a:cubicBezTo>
                  <a:cubicBezTo>
                    <a:pt x="371" y="194"/>
                    <a:pt x="372" y="198"/>
                    <a:pt x="371" y="199"/>
                  </a:cubicBezTo>
                  <a:cubicBezTo>
                    <a:pt x="370" y="200"/>
                    <a:pt x="368" y="200"/>
                    <a:pt x="367" y="201"/>
                  </a:cubicBezTo>
                  <a:cubicBezTo>
                    <a:pt x="367" y="201"/>
                    <a:pt x="366" y="201"/>
                    <a:pt x="366" y="201"/>
                  </a:cubicBezTo>
                  <a:cubicBezTo>
                    <a:pt x="364" y="200"/>
                    <a:pt x="362" y="199"/>
                    <a:pt x="361" y="198"/>
                  </a:cubicBezTo>
                  <a:cubicBezTo>
                    <a:pt x="360" y="198"/>
                    <a:pt x="359" y="196"/>
                    <a:pt x="358" y="196"/>
                  </a:cubicBezTo>
                  <a:cubicBezTo>
                    <a:pt x="356" y="196"/>
                    <a:pt x="354" y="196"/>
                    <a:pt x="353" y="196"/>
                  </a:cubicBezTo>
                  <a:cubicBezTo>
                    <a:pt x="351" y="196"/>
                    <a:pt x="348" y="194"/>
                    <a:pt x="347" y="194"/>
                  </a:cubicBezTo>
                  <a:cubicBezTo>
                    <a:pt x="346" y="194"/>
                    <a:pt x="344" y="194"/>
                    <a:pt x="343" y="194"/>
                  </a:cubicBezTo>
                  <a:cubicBezTo>
                    <a:pt x="342" y="194"/>
                    <a:pt x="339" y="195"/>
                    <a:pt x="339" y="196"/>
                  </a:cubicBezTo>
                  <a:cubicBezTo>
                    <a:pt x="338" y="197"/>
                    <a:pt x="337" y="199"/>
                    <a:pt x="337" y="200"/>
                  </a:cubicBezTo>
                  <a:cubicBezTo>
                    <a:pt x="337" y="201"/>
                    <a:pt x="337" y="202"/>
                    <a:pt x="337" y="203"/>
                  </a:cubicBezTo>
                  <a:cubicBezTo>
                    <a:pt x="337" y="205"/>
                    <a:pt x="339" y="208"/>
                    <a:pt x="339" y="209"/>
                  </a:cubicBezTo>
                  <a:cubicBezTo>
                    <a:pt x="339" y="210"/>
                    <a:pt x="339" y="212"/>
                    <a:pt x="339" y="214"/>
                  </a:cubicBezTo>
                  <a:cubicBezTo>
                    <a:pt x="339" y="214"/>
                    <a:pt x="339" y="217"/>
                    <a:pt x="338" y="217"/>
                  </a:cubicBezTo>
                  <a:cubicBezTo>
                    <a:pt x="338" y="218"/>
                    <a:pt x="336" y="218"/>
                    <a:pt x="335" y="218"/>
                  </a:cubicBezTo>
                  <a:cubicBezTo>
                    <a:pt x="335" y="218"/>
                    <a:pt x="333" y="218"/>
                    <a:pt x="332" y="218"/>
                  </a:cubicBezTo>
                  <a:cubicBezTo>
                    <a:pt x="331" y="218"/>
                    <a:pt x="329" y="219"/>
                    <a:pt x="329" y="220"/>
                  </a:cubicBezTo>
                  <a:cubicBezTo>
                    <a:pt x="328" y="220"/>
                    <a:pt x="328" y="222"/>
                    <a:pt x="328" y="223"/>
                  </a:cubicBezTo>
                  <a:cubicBezTo>
                    <a:pt x="327" y="224"/>
                    <a:pt x="326" y="225"/>
                    <a:pt x="325" y="226"/>
                  </a:cubicBezTo>
                  <a:cubicBezTo>
                    <a:pt x="325" y="227"/>
                    <a:pt x="323" y="229"/>
                    <a:pt x="322" y="229"/>
                  </a:cubicBezTo>
                  <a:cubicBezTo>
                    <a:pt x="321" y="230"/>
                    <a:pt x="318" y="231"/>
                    <a:pt x="316" y="232"/>
                  </a:cubicBezTo>
                  <a:cubicBezTo>
                    <a:pt x="315" y="232"/>
                    <a:pt x="312" y="231"/>
                    <a:pt x="310" y="232"/>
                  </a:cubicBezTo>
                  <a:cubicBezTo>
                    <a:pt x="308" y="232"/>
                    <a:pt x="304" y="233"/>
                    <a:pt x="303" y="235"/>
                  </a:cubicBezTo>
                  <a:cubicBezTo>
                    <a:pt x="302" y="236"/>
                    <a:pt x="301" y="238"/>
                    <a:pt x="300" y="239"/>
                  </a:cubicBezTo>
                  <a:cubicBezTo>
                    <a:pt x="300" y="240"/>
                    <a:pt x="299" y="243"/>
                    <a:pt x="298" y="243"/>
                  </a:cubicBezTo>
                  <a:cubicBezTo>
                    <a:pt x="297" y="244"/>
                    <a:pt x="294" y="245"/>
                    <a:pt x="293" y="245"/>
                  </a:cubicBezTo>
                  <a:cubicBezTo>
                    <a:pt x="291" y="246"/>
                    <a:pt x="286" y="245"/>
                    <a:pt x="283" y="245"/>
                  </a:cubicBezTo>
                  <a:cubicBezTo>
                    <a:pt x="282" y="245"/>
                    <a:pt x="279" y="246"/>
                    <a:pt x="277" y="246"/>
                  </a:cubicBezTo>
                  <a:cubicBezTo>
                    <a:pt x="276" y="246"/>
                    <a:pt x="275" y="246"/>
                    <a:pt x="274" y="246"/>
                  </a:cubicBezTo>
                  <a:cubicBezTo>
                    <a:pt x="274" y="245"/>
                    <a:pt x="273" y="244"/>
                    <a:pt x="273" y="243"/>
                  </a:cubicBezTo>
                  <a:cubicBezTo>
                    <a:pt x="274" y="242"/>
                    <a:pt x="274" y="239"/>
                    <a:pt x="274" y="237"/>
                  </a:cubicBezTo>
                  <a:cubicBezTo>
                    <a:pt x="274" y="236"/>
                    <a:pt x="275" y="232"/>
                    <a:pt x="275" y="231"/>
                  </a:cubicBezTo>
                  <a:cubicBezTo>
                    <a:pt x="274" y="229"/>
                    <a:pt x="272" y="227"/>
                    <a:pt x="270" y="225"/>
                  </a:cubicBezTo>
                  <a:cubicBezTo>
                    <a:pt x="269" y="224"/>
                    <a:pt x="267" y="223"/>
                    <a:pt x="265" y="222"/>
                  </a:cubicBezTo>
                  <a:cubicBezTo>
                    <a:pt x="264" y="221"/>
                    <a:pt x="261" y="218"/>
                    <a:pt x="260" y="216"/>
                  </a:cubicBezTo>
                  <a:cubicBezTo>
                    <a:pt x="259" y="215"/>
                    <a:pt x="257" y="212"/>
                    <a:pt x="257" y="211"/>
                  </a:cubicBezTo>
                  <a:cubicBezTo>
                    <a:pt x="256" y="209"/>
                    <a:pt x="257" y="206"/>
                    <a:pt x="257" y="205"/>
                  </a:cubicBezTo>
                  <a:cubicBezTo>
                    <a:pt x="258" y="204"/>
                    <a:pt x="258" y="201"/>
                    <a:pt x="258" y="200"/>
                  </a:cubicBezTo>
                  <a:cubicBezTo>
                    <a:pt x="258" y="198"/>
                    <a:pt x="258" y="195"/>
                    <a:pt x="259" y="193"/>
                  </a:cubicBezTo>
                  <a:cubicBezTo>
                    <a:pt x="259" y="192"/>
                    <a:pt x="259" y="189"/>
                    <a:pt x="259" y="188"/>
                  </a:cubicBezTo>
                  <a:cubicBezTo>
                    <a:pt x="258" y="187"/>
                    <a:pt x="257" y="186"/>
                    <a:pt x="257" y="186"/>
                  </a:cubicBezTo>
                  <a:cubicBezTo>
                    <a:pt x="256" y="185"/>
                    <a:pt x="255" y="185"/>
                    <a:pt x="254" y="185"/>
                  </a:cubicBezTo>
                  <a:cubicBezTo>
                    <a:pt x="253" y="184"/>
                    <a:pt x="250" y="185"/>
                    <a:pt x="249" y="184"/>
                  </a:cubicBezTo>
                  <a:cubicBezTo>
                    <a:pt x="248" y="184"/>
                    <a:pt x="247" y="182"/>
                    <a:pt x="246" y="182"/>
                  </a:cubicBezTo>
                  <a:cubicBezTo>
                    <a:pt x="245" y="182"/>
                    <a:pt x="243" y="182"/>
                    <a:pt x="242" y="182"/>
                  </a:cubicBezTo>
                  <a:cubicBezTo>
                    <a:pt x="241" y="183"/>
                    <a:pt x="241" y="185"/>
                    <a:pt x="241" y="186"/>
                  </a:cubicBezTo>
                  <a:cubicBezTo>
                    <a:pt x="241" y="187"/>
                    <a:pt x="242" y="189"/>
                    <a:pt x="242" y="190"/>
                  </a:cubicBezTo>
                  <a:cubicBezTo>
                    <a:pt x="242" y="191"/>
                    <a:pt x="241" y="193"/>
                    <a:pt x="240" y="194"/>
                  </a:cubicBezTo>
                  <a:cubicBezTo>
                    <a:pt x="240" y="195"/>
                    <a:pt x="239" y="197"/>
                    <a:pt x="238" y="197"/>
                  </a:cubicBezTo>
                  <a:cubicBezTo>
                    <a:pt x="238" y="197"/>
                    <a:pt x="236" y="197"/>
                    <a:pt x="235" y="197"/>
                  </a:cubicBezTo>
                  <a:cubicBezTo>
                    <a:pt x="234" y="196"/>
                    <a:pt x="232" y="195"/>
                    <a:pt x="231" y="194"/>
                  </a:cubicBezTo>
                  <a:cubicBezTo>
                    <a:pt x="230" y="194"/>
                    <a:pt x="227" y="194"/>
                    <a:pt x="226" y="194"/>
                  </a:cubicBezTo>
                  <a:cubicBezTo>
                    <a:pt x="225" y="194"/>
                    <a:pt x="221" y="195"/>
                    <a:pt x="220" y="196"/>
                  </a:cubicBezTo>
                  <a:cubicBezTo>
                    <a:pt x="219" y="197"/>
                    <a:pt x="216" y="199"/>
                    <a:pt x="215" y="200"/>
                  </a:cubicBezTo>
                  <a:cubicBezTo>
                    <a:pt x="214" y="201"/>
                    <a:pt x="212" y="203"/>
                    <a:pt x="211" y="204"/>
                  </a:cubicBezTo>
                  <a:cubicBezTo>
                    <a:pt x="211" y="205"/>
                    <a:pt x="210" y="207"/>
                    <a:pt x="210" y="208"/>
                  </a:cubicBezTo>
                  <a:cubicBezTo>
                    <a:pt x="210" y="210"/>
                    <a:pt x="210" y="213"/>
                    <a:pt x="210" y="215"/>
                  </a:cubicBezTo>
                  <a:cubicBezTo>
                    <a:pt x="210" y="216"/>
                    <a:pt x="212" y="218"/>
                    <a:pt x="213" y="219"/>
                  </a:cubicBezTo>
                  <a:cubicBezTo>
                    <a:pt x="214" y="221"/>
                    <a:pt x="216" y="224"/>
                    <a:pt x="216" y="226"/>
                  </a:cubicBezTo>
                  <a:cubicBezTo>
                    <a:pt x="217" y="227"/>
                    <a:pt x="217" y="230"/>
                    <a:pt x="217" y="232"/>
                  </a:cubicBezTo>
                  <a:cubicBezTo>
                    <a:pt x="217" y="233"/>
                    <a:pt x="217" y="235"/>
                    <a:pt x="217" y="236"/>
                  </a:cubicBezTo>
                  <a:cubicBezTo>
                    <a:pt x="217" y="237"/>
                    <a:pt x="216" y="239"/>
                    <a:pt x="215" y="240"/>
                  </a:cubicBezTo>
                  <a:cubicBezTo>
                    <a:pt x="215" y="241"/>
                    <a:pt x="215" y="243"/>
                    <a:pt x="214" y="244"/>
                  </a:cubicBezTo>
                  <a:cubicBezTo>
                    <a:pt x="213" y="244"/>
                    <a:pt x="211" y="243"/>
                    <a:pt x="211" y="243"/>
                  </a:cubicBezTo>
                  <a:cubicBezTo>
                    <a:pt x="210" y="242"/>
                    <a:pt x="210" y="239"/>
                    <a:pt x="209" y="238"/>
                  </a:cubicBezTo>
                  <a:cubicBezTo>
                    <a:pt x="208" y="237"/>
                    <a:pt x="206" y="235"/>
                    <a:pt x="205" y="234"/>
                  </a:cubicBezTo>
                  <a:cubicBezTo>
                    <a:pt x="204" y="233"/>
                    <a:pt x="203" y="232"/>
                    <a:pt x="202" y="232"/>
                  </a:cubicBezTo>
                  <a:cubicBezTo>
                    <a:pt x="201" y="232"/>
                    <a:pt x="200" y="234"/>
                    <a:pt x="199" y="234"/>
                  </a:cubicBezTo>
                  <a:cubicBezTo>
                    <a:pt x="198" y="235"/>
                    <a:pt x="197" y="237"/>
                    <a:pt x="197" y="238"/>
                  </a:cubicBezTo>
                  <a:cubicBezTo>
                    <a:pt x="197" y="239"/>
                    <a:pt x="197" y="241"/>
                    <a:pt x="196" y="243"/>
                  </a:cubicBezTo>
                  <a:cubicBezTo>
                    <a:pt x="196" y="244"/>
                    <a:pt x="196" y="246"/>
                    <a:pt x="195" y="247"/>
                  </a:cubicBezTo>
                  <a:cubicBezTo>
                    <a:pt x="194" y="249"/>
                    <a:pt x="192" y="252"/>
                    <a:pt x="191" y="253"/>
                  </a:cubicBezTo>
                  <a:cubicBezTo>
                    <a:pt x="190" y="253"/>
                    <a:pt x="187" y="254"/>
                    <a:pt x="185" y="255"/>
                  </a:cubicBezTo>
                  <a:cubicBezTo>
                    <a:pt x="184" y="255"/>
                    <a:pt x="181" y="256"/>
                    <a:pt x="180" y="257"/>
                  </a:cubicBezTo>
                  <a:cubicBezTo>
                    <a:pt x="179" y="257"/>
                    <a:pt x="176" y="257"/>
                    <a:pt x="175" y="257"/>
                  </a:cubicBezTo>
                  <a:cubicBezTo>
                    <a:pt x="174" y="256"/>
                    <a:pt x="172" y="254"/>
                    <a:pt x="172" y="253"/>
                  </a:cubicBezTo>
                  <a:cubicBezTo>
                    <a:pt x="171" y="253"/>
                    <a:pt x="172" y="251"/>
                    <a:pt x="172" y="250"/>
                  </a:cubicBezTo>
                  <a:cubicBezTo>
                    <a:pt x="172" y="249"/>
                    <a:pt x="173" y="247"/>
                    <a:pt x="174" y="246"/>
                  </a:cubicBezTo>
                  <a:cubicBezTo>
                    <a:pt x="174" y="245"/>
                    <a:pt x="175" y="242"/>
                    <a:pt x="175" y="241"/>
                  </a:cubicBezTo>
                  <a:cubicBezTo>
                    <a:pt x="176" y="239"/>
                    <a:pt x="176" y="236"/>
                    <a:pt x="176" y="234"/>
                  </a:cubicBezTo>
                  <a:cubicBezTo>
                    <a:pt x="176" y="232"/>
                    <a:pt x="175" y="229"/>
                    <a:pt x="174" y="227"/>
                  </a:cubicBezTo>
                  <a:cubicBezTo>
                    <a:pt x="173" y="225"/>
                    <a:pt x="173" y="222"/>
                    <a:pt x="172" y="220"/>
                  </a:cubicBezTo>
                  <a:cubicBezTo>
                    <a:pt x="171" y="219"/>
                    <a:pt x="168" y="217"/>
                    <a:pt x="166" y="217"/>
                  </a:cubicBezTo>
                  <a:cubicBezTo>
                    <a:pt x="164" y="216"/>
                    <a:pt x="160" y="216"/>
                    <a:pt x="158" y="217"/>
                  </a:cubicBezTo>
                  <a:cubicBezTo>
                    <a:pt x="156" y="217"/>
                    <a:pt x="152" y="220"/>
                    <a:pt x="150" y="221"/>
                  </a:cubicBezTo>
                  <a:cubicBezTo>
                    <a:pt x="149" y="221"/>
                    <a:pt x="147" y="223"/>
                    <a:pt x="145" y="224"/>
                  </a:cubicBezTo>
                  <a:cubicBezTo>
                    <a:pt x="144" y="224"/>
                    <a:pt x="140" y="225"/>
                    <a:pt x="139" y="226"/>
                  </a:cubicBezTo>
                  <a:cubicBezTo>
                    <a:pt x="138" y="227"/>
                    <a:pt x="136" y="229"/>
                    <a:pt x="135" y="231"/>
                  </a:cubicBezTo>
                  <a:cubicBezTo>
                    <a:pt x="134" y="231"/>
                    <a:pt x="133" y="233"/>
                    <a:pt x="132" y="234"/>
                  </a:cubicBezTo>
                  <a:cubicBezTo>
                    <a:pt x="132" y="235"/>
                    <a:pt x="131" y="238"/>
                    <a:pt x="130" y="239"/>
                  </a:cubicBezTo>
                  <a:cubicBezTo>
                    <a:pt x="130" y="240"/>
                    <a:pt x="129" y="242"/>
                    <a:pt x="128" y="243"/>
                  </a:cubicBezTo>
                  <a:cubicBezTo>
                    <a:pt x="127" y="244"/>
                    <a:pt x="126" y="245"/>
                    <a:pt x="125" y="245"/>
                  </a:cubicBezTo>
                  <a:cubicBezTo>
                    <a:pt x="124" y="245"/>
                    <a:pt x="123" y="244"/>
                    <a:pt x="123" y="243"/>
                  </a:cubicBezTo>
                  <a:cubicBezTo>
                    <a:pt x="123" y="243"/>
                    <a:pt x="122" y="240"/>
                    <a:pt x="122" y="239"/>
                  </a:cubicBezTo>
                  <a:cubicBezTo>
                    <a:pt x="122" y="238"/>
                    <a:pt x="122" y="236"/>
                    <a:pt x="122" y="234"/>
                  </a:cubicBezTo>
                  <a:cubicBezTo>
                    <a:pt x="122" y="233"/>
                    <a:pt x="123" y="230"/>
                    <a:pt x="124" y="229"/>
                  </a:cubicBezTo>
                  <a:cubicBezTo>
                    <a:pt x="124" y="227"/>
                    <a:pt x="125" y="224"/>
                    <a:pt x="126" y="222"/>
                  </a:cubicBezTo>
                  <a:cubicBezTo>
                    <a:pt x="126" y="221"/>
                    <a:pt x="126" y="218"/>
                    <a:pt x="126" y="217"/>
                  </a:cubicBezTo>
                  <a:cubicBezTo>
                    <a:pt x="126" y="216"/>
                    <a:pt x="126" y="213"/>
                    <a:pt x="125" y="212"/>
                  </a:cubicBezTo>
                  <a:cubicBezTo>
                    <a:pt x="124" y="211"/>
                    <a:pt x="121" y="209"/>
                    <a:pt x="119" y="209"/>
                  </a:cubicBezTo>
                  <a:cubicBezTo>
                    <a:pt x="118" y="209"/>
                    <a:pt x="115" y="210"/>
                    <a:pt x="114" y="210"/>
                  </a:cubicBezTo>
                  <a:cubicBezTo>
                    <a:pt x="114" y="210"/>
                    <a:pt x="112" y="211"/>
                    <a:pt x="112" y="211"/>
                  </a:cubicBezTo>
                  <a:cubicBezTo>
                    <a:pt x="111" y="212"/>
                    <a:pt x="110" y="214"/>
                    <a:pt x="110" y="214"/>
                  </a:cubicBezTo>
                  <a:cubicBezTo>
                    <a:pt x="109" y="215"/>
                    <a:pt x="108" y="215"/>
                    <a:pt x="108" y="216"/>
                  </a:cubicBezTo>
                  <a:cubicBezTo>
                    <a:pt x="107" y="217"/>
                    <a:pt x="108" y="220"/>
                    <a:pt x="108" y="221"/>
                  </a:cubicBezTo>
                  <a:cubicBezTo>
                    <a:pt x="108" y="222"/>
                    <a:pt x="107" y="224"/>
                    <a:pt x="107" y="225"/>
                  </a:cubicBezTo>
                  <a:cubicBezTo>
                    <a:pt x="107" y="226"/>
                    <a:pt x="107" y="228"/>
                    <a:pt x="106" y="228"/>
                  </a:cubicBezTo>
                  <a:cubicBezTo>
                    <a:pt x="105" y="229"/>
                    <a:pt x="103" y="230"/>
                    <a:pt x="102" y="231"/>
                  </a:cubicBezTo>
                  <a:cubicBezTo>
                    <a:pt x="101" y="231"/>
                    <a:pt x="99" y="231"/>
                    <a:pt x="98" y="231"/>
                  </a:cubicBezTo>
                  <a:cubicBezTo>
                    <a:pt x="97" y="230"/>
                    <a:pt x="96" y="229"/>
                    <a:pt x="95" y="228"/>
                  </a:cubicBezTo>
                  <a:cubicBezTo>
                    <a:pt x="94" y="227"/>
                    <a:pt x="93" y="226"/>
                    <a:pt x="93" y="225"/>
                  </a:cubicBezTo>
                  <a:cubicBezTo>
                    <a:pt x="92" y="223"/>
                    <a:pt x="91" y="221"/>
                    <a:pt x="91" y="220"/>
                  </a:cubicBezTo>
                  <a:cubicBezTo>
                    <a:pt x="90" y="219"/>
                    <a:pt x="90" y="216"/>
                    <a:pt x="89" y="215"/>
                  </a:cubicBezTo>
                  <a:cubicBezTo>
                    <a:pt x="89" y="214"/>
                    <a:pt x="87" y="213"/>
                    <a:pt x="86" y="213"/>
                  </a:cubicBezTo>
                  <a:cubicBezTo>
                    <a:pt x="86" y="212"/>
                    <a:pt x="86" y="210"/>
                    <a:pt x="85" y="209"/>
                  </a:cubicBezTo>
                  <a:cubicBezTo>
                    <a:pt x="84" y="208"/>
                    <a:pt x="81" y="207"/>
                    <a:pt x="80" y="206"/>
                  </a:cubicBezTo>
                  <a:cubicBezTo>
                    <a:pt x="79" y="206"/>
                    <a:pt x="76" y="205"/>
                    <a:pt x="75" y="205"/>
                  </a:cubicBezTo>
                  <a:cubicBezTo>
                    <a:pt x="73" y="204"/>
                    <a:pt x="70" y="203"/>
                    <a:pt x="69" y="203"/>
                  </a:cubicBezTo>
                  <a:cubicBezTo>
                    <a:pt x="67" y="202"/>
                    <a:pt x="62" y="202"/>
                    <a:pt x="60" y="202"/>
                  </a:cubicBezTo>
                  <a:cubicBezTo>
                    <a:pt x="58" y="202"/>
                    <a:pt x="55" y="202"/>
                    <a:pt x="53" y="203"/>
                  </a:cubicBezTo>
                  <a:cubicBezTo>
                    <a:pt x="52" y="203"/>
                    <a:pt x="50" y="202"/>
                    <a:pt x="49" y="203"/>
                  </a:cubicBezTo>
                  <a:cubicBezTo>
                    <a:pt x="48" y="203"/>
                    <a:pt x="47" y="206"/>
                    <a:pt x="46" y="207"/>
                  </a:cubicBezTo>
                  <a:cubicBezTo>
                    <a:pt x="45" y="208"/>
                    <a:pt x="44" y="211"/>
                    <a:pt x="43" y="212"/>
                  </a:cubicBezTo>
                  <a:cubicBezTo>
                    <a:pt x="42" y="213"/>
                    <a:pt x="40" y="214"/>
                    <a:pt x="39" y="214"/>
                  </a:cubicBezTo>
                  <a:cubicBezTo>
                    <a:pt x="38" y="214"/>
                    <a:pt x="35" y="215"/>
                    <a:pt x="34" y="215"/>
                  </a:cubicBezTo>
                  <a:cubicBezTo>
                    <a:pt x="33" y="215"/>
                    <a:pt x="30" y="213"/>
                    <a:pt x="29" y="213"/>
                  </a:cubicBezTo>
                  <a:cubicBezTo>
                    <a:pt x="27" y="212"/>
                    <a:pt x="24" y="211"/>
                    <a:pt x="23" y="211"/>
                  </a:cubicBezTo>
                  <a:cubicBezTo>
                    <a:pt x="22" y="210"/>
                    <a:pt x="19" y="208"/>
                    <a:pt x="18" y="208"/>
                  </a:cubicBezTo>
                  <a:cubicBezTo>
                    <a:pt x="16" y="207"/>
                    <a:pt x="13" y="205"/>
                    <a:pt x="12" y="204"/>
                  </a:cubicBezTo>
                  <a:cubicBezTo>
                    <a:pt x="11" y="203"/>
                    <a:pt x="9" y="202"/>
                    <a:pt x="8" y="201"/>
                  </a:cubicBezTo>
                  <a:cubicBezTo>
                    <a:pt x="10" y="196"/>
                    <a:pt x="12" y="189"/>
                    <a:pt x="13" y="186"/>
                  </a:cubicBezTo>
                  <a:cubicBezTo>
                    <a:pt x="13" y="183"/>
                    <a:pt x="14" y="178"/>
                    <a:pt x="14" y="176"/>
                  </a:cubicBezTo>
                  <a:cubicBezTo>
                    <a:pt x="14" y="174"/>
                    <a:pt x="14" y="171"/>
                    <a:pt x="15" y="169"/>
                  </a:cubicBezTo>
                  <a:cubicBezTo>
                    <a:pt x="15" y="169"/>
                    <a:pt x="16" y="167"/>
                    <a:pt x="16" y="167"/>
                  </a:cubicBezTo>
                  <a:cubicBezTo>
                    <a:pt x="17" y="167"/>
                    <a:pt x="18" y="170"/>
                    <a:pt x="18" y="170"/>
                  </a:cubicBezTo>
                  <a:cubicBezTo>
                    <a:pt x="18" y="171"/>
                    <a:pt x="19" y="174"/>
                    <a:pt x="19" y="175"/>
                  </a:cubicBezTo>
                  <a:cubicBezTo>
                    <a:pt x="20" y="176"/>
                    <a:pt x="21" y="177"/>
                    <a:pt x="22" y="178"/>
                  </a:cubicBezTo>
                  <a:cubicBezTo>
                    <a:pt x="23" y="178"/>
                    <a:pt x="25" y="178"/>
                    <a:pt x="26" y="178"/>
                  </a:cubicBezTo>
                  <a:cubicBezTo>
                    <a:pt x="27" y="178"/>
                    <a:pt x="29" y="178"/>
                    <a:pt x="31" y="178"/>
                  </a:cubicBezTo>
                  <a:cubicBezTo>
                    <a:pt x="31" y="178"/>
                    <a:pt x="33" y="177"/>
                    <a:pt x="33" y="177"/>
                  </a:cubicBezTo>
                  <a:cubicBezTo>
                    <a:pt x="34" y="177"/>
                    <a:pt x="36" y="177"/>
                    <a:pt x="37" y="178"/>
                  </a:cubicBezTo>
                  <a:cubicBezTo>
                    <a:pt x="37" y="178"/>
                    <a:pt x="37" y="179"/>
                    <a:pt x="38" y="180"/>
                  </a:cubicBezTo>
                  <a:cubicBezTo>
                    <a:pt x="38" y="180"/>
                    <a:pt x="39" y="179"/>
                    <a:pt x="39" y="179"/>
                  </a:cubicBezTo>
                  <a:cubicBezTo>
                    <a:pt x="40" y="178"/>
                    <a:pt x="39" y="176"/>
                    <a:pt x="38" y="175"/>
                  </a:cubicBezTo>
                  <a:cubicBezTo>
                    <a:pt x="38" y="174"/>
                    <a:pt x="37" y="173"/>
                    <a:pt x="36" y="172"/>
                  </a:cubicBezTo>
                  <a:cubicBezTo>
                    <a:pt x="36" y="171"/>
                    <a:pt x="33" y="169"/>
                    <a:pt x="32" y="168"/>
                  </a:cubicBezTo>
                  <a:cubicBezTo>
                    <a:pt x="31" y="168"/>
                    <a:pt x="29" y="166"/>
                    <a:pt x="28" y="166"/>
                  </a:cubicBezTo>
                  <a:cubicBezTo>
                    <a:pt x="26" y="165"/>
                    <a:pt x="23" y="165"/>
                    <a:pt x="22" y="164"/>
                  </a:cubicBezTo>
                  <a:cubicBezTo>
                    <a:pt x="21" y="164"/>
                    <a:pt x="18" y="165"/>
                    <a:pt x="17" y="164"/>
                  </a:cubicBezTo>
                  <a:cubicBezTo>
                    <a:pt x="16" y="164"/>
                    <a:pt x="14" y="163"/>
                    <a:pt x="13" y="163"/>
                  </a:cubicBezTo>
                  <a:cubicBezTo>
                    <a:pt x="13" y="162"/>
                    <a:pt x="12" y="160"/>
                    <a:pt x="11" y="159"/>
                  </a:cubicBezTo>
                  <a:cubicBezTo>
                    <a:pt x="11" y="158"/>
                    <a:pt x="9" y="157"/>
                    <a:pt x="8" y="157"/>
                  </a:cubicBezTo>
                  <a:cubicBezTo>
                    <a:pt x="7" y="156"/>
                    <a:pt x="5" y="155"/>
                    <a:pt x="4" y="154"/>
                  </a:cubicBezTo>
                  <a:cubicBezTo>
                    <a:pt x="3" y="153"/>
                    <a:pt x="1" y="151"/>
                    <a:pt x="1" y="150"/>
                  </a:cubicBezTo>
                  <a:cubicBezTo>
                    <a:pt x="1" y="149"/>
                    <a:pt x="0" y="147"/>
                    <a:pt x="1" y="146"/>
                  </a:cubicBezTo>
                  <a:cubicBezTo>
                    <a:pt x="1" y="145"/>
                    <a:pt x="1" y="143"/>
                    <a:pt x="1" y="142"/>
                  </a:cubicBezTo>
                  <a:cubicBezTo>
                    <a:pt x="2" y="140"/>
                    <a:pt x="4" y="138"/>
                    <a:pt x="4" y="137"/>
                  </a:cubicBezTo>
                  <a:cubicBezTo>
                    <a:pt x="5" y="134"/>
                    <a:pt x="8" y="129"/>
                    <a:pt x="9" y="126"/>
                  </a:cubicBezTo>
                  <a:cubicBezTo>
                    <a:pt x="10" y="123"/>
                    <a:pt x="12" y="116"/>
                    <a:pt x="13" y="112"/>
                  </a:cubicBezTo>
                  <a:cubicBezTo>
                    <a:pt x="14" y="110"/>
                    <a:pt x="15" y="105"/>
                    <a:pt x="16" y="102"/>
                  </a:cubicBezTo>
                  <a:cubicBezTo>
                    <a:pt x="18" y="96"/>
                    <a:pt x="22" y="84"/>
                    <a:pt x="24" y="78"/>
                  </a:cubicBezTo>
                  <a:cubicBezTo>
                    <a:pt x="27" y="67"/>
                    <a:pt x="32" y="46"/>
                    <a:pt x="34" y="35"/>
                  </a:cubicBezTo>
                  <a:cubicBezTo>
                    <a:pt x="35" y="31"/>
                    <a:pt x="37" y="23"/>
                    <a:pt x="38" y="19"/>
                  </a:cubicBezTo>
                  <a:cubicBezTo>
                    <a:pt x="39" y="14"/>
                    <a:pt x="41" y="5"/>
                    <a:pt x="42" y="0"/>
                  </a:cubicBezTo>
                  <a:cubicBezTo>
                    <a:pt x="42" y="0"/>
                    <a:pt x="42" y="0"/>
                    <a:pt x="43" y="0"/>
                  </a:cubicBezTo>
                  <a:cubicBezTo>
                    <a:pt x="48" y="2"/>
                    <a:pt x="48" y="2"/>
                    <a:pt x="48" y="2"/>
                  </a:cubicBezTo>
                  <a:cubicBezTo>
                    <a:pt x="55" y="5"/>
                    <a:pt x="55" y="5"/>
                    <a:pt x="55" y="5"/>
                  </a:cubicBezTo>
                  <a:cubicBezTo>
                    <a:pt x="62" y="10"/>
                    <a:pt x="62" y="10"/>
                    <a:pt x="62" y="10"/>
                  </a:cubicBezTo>
                  <a:cubicBezTo>
                    <a:pt x="67" y="15"/>
                    <a:pt x="67" y="15"/>
                    <a:pt x="67" y="15"/>
                  </a:cubicBezTo>
                  <a:cubicBezTo>
                    <a:pt x="73" y="20"/>
                    <a:pt x="73" y="20"/>
                    <a:pt x="73" y="20"/>
                  </a:cubicBezTo>
                  <a:cubicBezTo>
                    <a:pt x="77" y="24"/>
                    <a:pt x="77" y="24"/>
                    <a:pt x="77" y="24"/>
                  </a:cubicBezTo>
                  <a:cubicBezTo>
                    <a:pt x="81" y="29"/>
                    <a:pt x="81" y="29"/>
                    <a:pt x="81" y="29"/>
                  </a:cubicBezTo>
                  <a:cubicBezTo>
                    <a:pt x="83" y="34"/>
                    <a:pt x="83" y="34"/>
                    <a:pt x="83" y="34"/>
                  </a:cubicBezTo>
                  <a:cubicBezTo>
                    <a:pt x="88" y="35"/>
                    <a:pt x="88" y="35"/>
                    <a:pt x="88" y="35"/>
                  </a:cubicBezTo>
                  <a:cubicBezTo>
                    <a:pt x="91" y="35"/>
                    <a:pt x="91" y="35"/>
                    <a:pt x="91" y="35"/>
                  </a:cubicBezTo>
                  <a:cubicBezTo>
                    <a:pt x="94" y="30"/>
                    <a:pt x="94" y="30"/>
                    <a:pt x="94" y="30"/>
                  </a:cubicBezTo>
                  <a:cubicBezTo>
                    <a:pt x="94" y="25"/>
                    <a:pt x="94" y="25"/>
                    <a:pt x="94" y="25"/>
                  </a:cubicBezTo>
                  <a:cubicBezTo>
                    <a:pt x="94" y="20"/>
                    <a:pt x="94" y="20"/>
                    <a:pt x="94" y="20"/>
                  </a:cubicBezTo>
                  <a:cubicBezTo>
                    <a:pt x="96" y="15"/>
                    <a:pt x="96" y="15"/>
                    <a:pt x="96" y="15"/>
                  </a:cubicBezTo>
                  <a:cubicBezTo>
                    <a:pt x="102" y="14"/>
                    <a:pt x="102" y="14"/>
                    <a:pt x="102" y="14"/>
                  </a:cubicBezTo>
                  <a:cubicBezTo>
                    <a:pt x="108" y="14"/>
                    <a:pt x="108" y="14"/>
                    <a:pt x="108" y="14"/>
                  </a:cubicBezTo>
                  <a:cubicBezTo>
                    <a:pt x="114" y="16"/>
                    <a:pt x="114" y="16"/>
                    <a:pt x="114" y="16"/>
                  </a:cubicBezTo>
                  <a:cubicBezTo>
                    <a:pt x="118" y="22"/>
                    <a:pt x="118" y="22"/>
                    <a:pt x="118" y="22"/>
                  </a:cubicBezTo>
                  <a:cubicBezTo>
                    <a:pt x="121" y="22"/>
                    <a:pt x="121" y="22"/>
                    <a:pt x="121" y="22"/>
                  </a:cubicBezTo>
                  <a:cubicBezTo>
                    <a:pt x="122" y="25"/>
                    <a:pt x="122" y="25"/>
                    <a:pt x="122" y="25"/>
                  </a:cubicBezTo>
                  <a:cubicBezTo>
                    <a:pt x="121" y="27"/>
                    <a:pt x="121" y="27"/>
                    <a:pt x="121" y="27"/>
                  </a:cubicBezTo>
                  <a:cubicBezTo>
                    <a:pt x="119" y="31"/>
                    <a:pt x="119" y="31"/>
                    <a:pt x="119" y="31"/>
                  </a:cubicBezTo>
                  <a:cubicBezTo>
                    <a:pt x="118" y="34"/>
                    <a:pt x="118" y="34"/>
                    <a:pt x="118" y="34"/>
                  </a:cubicBezTo>
                  <a:cubicBezTo>
                    <a:pt x="118" y="42"/>
                    <a:pt x="118" y="42"/>
                    <a:pt x="118" y="42"/>
                  </a:cubicBezTo>
                  <a:cubicBezTo>
                    <a:pt x="119" y="46"/>
                    <a:pt x="119" y="46"/>
                    <a:pt x="119" y="46"/>
                  </a:cubicBezTo>
                  <a:cubicBezTo>
                    <a:pt x="123" y="47"/>
                    <a:pt x="123" y="47"/>
                    <a:pt x="123" y="47"/>
                  </a:cubicBezTo>
                  <a:cubicBezTo>
                    <a:pt x="125" y="46"/>
                    <a:pt x="125" y="46"/>
                    <a:pt x="125" y="46"/>
                  </a:cubicBezTo>
                  <a:cubicBezTo>
                    <a:pt x="126" y="43"/>
                    <a:pt x="126" y="43"/>
                    <a:pt x="126" y="43"/>
                  </a:cubicBezTo>
                  <a:cubicBezTo>
                    <a:pt x="130" y="42"/>
                    <a:pt x="130" y="42"/>
                    <a:pt x="130" y="42"/>
                  </a:cubicBezTo>
                  <a:cubicBezTo>
                    <a:pt x="132" y="39"/>
                    <a:pt x="132" y="39"/>
                    <a:pt x="132" y="39"/>
                  </a:cubicBezTo>
                  <a:cubicBezTo>
                    <a:pt x="136" y="39"/>
                    <a:pt x="136" y="39"/>
                    <a:pt x="136" y="39"/>
                  </a:cubicBezTo>
                  <a:cubicBezTo>
                    <a:pt x="140" y="41"/>
                    <a:pt x="140" y="41"/>
                    <a:pt x="140" y="41"/>
                  </a:cubicBezTo>
                  <a:cubicBezTo>
                    <a:pt x="141" y="46"/>
                    <a:pt x="141" y="46"/>
                    <a:pt x="141" y="46"/>
                  </a:cubicBezTo>
                  <a:cubicBezTo>
                    <a:pt x="142" y="50"/>
                    <a:pt x="142" y="50"/>
                    <a:pt x="142" y="50"/>
                  </a:cubicBezTo>
                  <a:cubicBezTo>
                    <a:pt x="145" y="52"/>
                    <a:pt x="145" y="52"/>
                    <a:pt x="145" y="52"/>
                  </a:cubicBezTo>
                  <a:cubicBezTo>
                    <a:pt x="148" y="54"/>
                    <a:pt x="148" y="54"/>
                    <a:pt x="148" y="54"/>
                  </a:cubicBezTo>
                  <a:cubicBezTo>
                    <a:pt x="149" y="58"/>
                    <a:pt x="149" y="58"/>
                    <a:pt x="149" y="58"/>
                  </a:cubicBezTo>
                  <a:cubicBezTo>
                    <a:pt x="149" y="62"/>
                    <a:pt x="149" y="62"/>
                    <a:pt x="149" y="62"/>
                  </a:cubicBezTo>
                  <a:cubicBezTo>
                    <a:pt x="148" y="65"/>
                    <a:pt x="148" y="65"/>
                    <a:pt x="148" y="65"/>
                  </a:cubicBezTo>
                  <a:cubicBezTo>
                    <a:pt x="147" y="67"/>
                    <a:pt x="147" y="67"/>
                    <a:pt x="147" y="67"/>
                  </a:cubicBezTo>
                  <a:cubicBezTo>
                    <a:pt x="147" y="71"/>
                    <a:pt x="147" y="71"/>
                    <a:pt x="147" y="71"/>
                  </a:cubicBezTo>
                  <a:cubicBezTo>
                    <a:pt x="144" y="75"/>
                    <a:pt x="144" y="75"/>
                    <a:pt x="144" y="75"/>
                  </a:cubicBezTo>
                  <a:cubicBezTo>
                    <a:pt x="139" y="79"/>
                    <a:pt x="139" y="79"/>
                    <a:pt x="139" y="79"/>
                  </a:cubicBezTo>
                  <a:cubicBezTo>
                    <a:pt x="136" y="81"/>
                    <a:pt x="136" y="81"/>
                    <a:pt x="136" y="81"/>
                  </a:cubicBezTo>
                  <a:cubicBezTo>
                    <a:pt x="133" y="84"/>
                    <a:pt x="133" y="84"/>
                    <a:pt x="133" y="84"/>
                  </a:cubicBezTo>
                  <a:cubicBezTo>
                    <a:pt x="133" y="90"/>
                    <a:pt x="133" y="90"/>
                    <a:pt x="133" y="90"/>
                  </a:cubicBezTo>
                  <a:cubicBezTo>
                    <a:pt x="135" y="95"/>
                    <a:pt x="135" y="95"/>
                    <a:pt x="135" y="95"/>
                  </a:cubicBezTo>
                  <a:cubicBezTo>
                    <a:pt x="139" y="97"/>
                    <a:pt x="139" y="97"/>
                    <a:pt x="139" y="97"/>
                  </a:cubicBezTo>
                  <a:cubicBezTo>
                    <a:pt x="144" y="98"/>
                    <a:pt x="144" y="98"/>
                    <a:pt x="144" y="98"/>
                  </a:cubicBezTo>
                  <a:cubicBezTo>
                    <a:pt x="150" y="97"/>
                    <a:pt x="150" y="97"/>
                    <a:pt x="150" y="97"/>
                  </a:cubicBezTo>
                  <a:cubicBezTo>
                    <a:pt x="154" y="94"/>
                    <a:pt x="154" y="94"/>
                    <a:pt x="154" y="94"/>
                  </a:cubicBezTo>
                  <a:cubicBezTo>
                    <a:pt x="155" y="88"/>
                    <a:pt x="155" y="88"/>
                    <a:pt x="155" y="88"/>
                  </a:cubicBezTo>
                  <a:cubicBezTo>
                    <a:pt x="155" y="85"/>
                    <a:pt x="155" y="85"/>
                    <a:pt x="155" y="85"/>
                  </a:cubicBezTo>
                  <a:cubicBezTo>
                    <a:pt x="157" y="83"/>
                    <a:pt x="157" y="83"/>
                    <a:pt x="157" y="83"/>
                  </a:cubicBezTo>
                  <a:cubicBezTo>
                    <a:pt x="161" y="81"/>
                    <a:pt x="161" y="81"/>
                    <a:pt x="161" y="81"/>
                  </a:cubicBezTo>
                  <a:cubicBezTo>
                    <a:pt x="164" y="80"/>
                    <a:pt x="164" y="80"/>
                    <a:pt x="164" y="80"/>
                  </a:cubicBezTo>
                  <a:cubicBezTo>
                    <a:pt x="166" y="80"/>
                    <a:pt x="166" y="80"/>
                    <a:pt x="166" y="80"/>
                  </a:cubicBezTo>
                  <a:cubicBezTo>
                    <a:pt x="167" y="77"/>
                    <a:pt x="167" y="77"/>
                    <a:pt x="167" y="77"/>
                  </a:cubicBezTo>
                  <a:cubicBezTo>
                    <a:pt x="169" y="73"/>
                    <a:pt x="169" y="73"/>
                    <a:pt x="169" y="73"/>
                  </a:cubicBezTo>
                  <a:cubicBezTo>
                    <a:pt x="175" y="70"/>
                    <a:pt x="175" y="70"/>
                    <a:pt x="175" y="70"/>
                  </a:cubicBezTo>
                  <a:cubicBezTo>
                    <a:pt x="179" y="71"/>
                    <a:pt x="179" y="71"/>
                    <a:pt x="179" y="71"/>
                  </a:cubicBezTo>
                  <a:cubicBezTo>
                    <a:pt x="182" y="73"/>
                    <a:pt x="182" y="73"/>
                    <a:pt x="182" y="73"/>
                  </a:cubicBezTo>
                  <a:cubicBezTo>
                    <a:pt x="184" y="72"/>
                    <a:pt x="184" y="72"/>
                    <a:pt x="184" y="72"/>
                  </a:cubicBezTo>
                  <a:cubicBezTo>
                    <a:pt x="187" y="68"/>
                    <a:pt x="187" y="68"/>
                    <a:pt x="187" y="68"/>
                  </a:cubicBezTo>
                  <a:cubicBezTo>
                    <a:pt x="188" y="63"/>
                    <a:pt x="188" y="63"/>
                    <a:pt x="188" y="63"/>
                  </a:cubicBezTo>
                  <a:cubicBezTo>
                    <a:pt x="190" y="59"/>
                    <a:pt x="190" y="59"/>
                    <a:pt x="190" y="59"/>
                  </a:cubicBezTo>
                  <a:cubicBezTo>
                    <a:pt x="192" y="59"/>
                    <a:pt x="192" y="59"/>
                    <a:pt x="192" y="59"/>
                  </a:cubicBezTo>
                  <a:cubicBezTo>
                    <a:pt x="193" y="60"/>
                    <a:pt x="194" y="61"/>
                    <a:pt x="195" y="61"/>
                  </a:cubicBezTo>
                  <a:cubicBezTo>
                    <a:pt x="196" y="62"/>
                    <a:pt x="198" y="65"/>
                    <a:pt x="199" y="65"/>
                  </a:cubicBezTo>
                  <a:cubicBezTo>
                    <a:pt x="200" y="66"/>
                    <a:pt x="203" y="67"/>
                    <a:pt x="205" y="67"/>
                  </a:cubicBezTo>
                  <a:cubicBezTo>
                    <a:pt x="206" y="68"/>
                    <a:pt x="208" y="68"/>
                    <a:pt x="209" y="69"/>
                  </a:cubicBezTo>
                  <a:cubicBezTo>
                    <a:pt x="210" y="69"/>
                    <a:pt x="212" y="70"/>
                    <a:pt x="213" y="70"/>
                  </a:cubicBezTo>
                  <a:cubicBezTo>
                    <a:pt x="214" y="71"/>
                    <a:pt x="216" y="73"/>
                    <a:pt x="217" y="74"/>
                  </a:cubicBezTo>
                  <a:cubicBezTo>
                    <a:pt x="218" y="75"/>
                    <a:pt x="219" y="77"/>
                    <a:pt x="220" y="78"/>
                  </a:cubicBezTo>
                  <a:cubicBezTo>
                    <a:pt x="220" y="79"/>
                    <a:pt x="222" y="78"/>
                    <a:pt x="223" y="78"/>
                  </a:cubicBezTo>
                  <a:cubicBezTo>
                    <a:pt x="225" y="78"/>
                    <a:pt x="227" y="77"/>
                    <a:pt x="229" y="77"/>
                  </a:cubicBezTo>
                  <a:cubicBezTo>
                    <a:pt x="230" y="76"/>
                    <a:pt x="232" y="74"/>
                    <a:pt x="233" y="74"/>
                  </a:cubicBezTo>
                  <a:cubicBezTo>
                    <a:pt x="234" y="73"/>
                    <a:pt x="237" y="73"/>
                    <a:pt x="238" y="72"/>
                  </a:cubicBezTo>
                  <a:cubicBezTo>
                    <a:pt x="240" y="72"/>
                    <a:pt x="242" y="72"/>
                    <a:pt x="243" y="72"/>
                  </a:cubicBezTo>
                  <a:cubicBezTo>
                    <a:pt x="244" y="72"/>
                    <a:pt x="247" y="72"/>
                    <a:pt x="248" y="72"/>
                  </a:cubicBezTo>
                  <a:cubicBezTo>
                    <a:pt x="250" y="72"/>
                    <a:pt x="255" y="72"/>
                    <a:pt x="258" y="72"/>
                  </a:cubicBezTo>
                  <a:cubicBezTo>
                    <a:pt x="260" y="72"/>
                    <a:pt x="264" y="71"/>
                    <a:pt x="266" y="71"/>
                  </a:cubicBezTo>
                  <a:cubicBezTo>
                    <a:pt x="268" y="71"/>
                    <a:pt x="271" y="70"/>
                    <a:pt x="272" y="69"/>
                  </a:cubicBezTo>
                  <a:cubicBezTo>
                    <a:pt x="273" y="69"/>
                    <a:pt x="275" y="67"/>
                    <a:pt x="276" y="66"/>
                  </a:cubicBezTo>
                  <a:cubicBezTo>
                    <a:pt x="277" y="65"/>
                    <a:pt x="279" y="63"/>
                    <a:pt x="281" y="61"/>
                  </a:cubicBezTo>
                  <a:cubicBezTo>
                    <a:pt x="281" y="60"/>
                    <a:pt x="283" y="58"/>
                    <a:pt x="284" y="57"/>
                  </a:cubicBezTo>
                  <a:cubicBezTo>
                    <a:pt x="285" y="56"/>
                    <a:pt x="289" y="56"/>
                    <a:pt x="290" y="55"/>
                  </a:cubicBezTo>
                  <a:cubicBezTo>
                    <a:pt x="292" y="55"/>
                    <a:pt x="295" y="53"/>
                    <a:pt x="297" y="52"/>
                  </a:cubicBezTo>
                  <a:cubicBezTo>
                    <a:pt x="299" y="50"/>
                    <a:pt x="304" y="47"/>
                    <a:pt x="307" y="46"/>
                  </a:cubicBezTo>
                  <a:cubicBezTo>
                    <a:pt x="308" y="45"/>
                    <a:pt x="312" y="43"/>
                    <a:pt x="314" y="42"/>
                  </a:cubicBezTo>
                  <a:cubicBezTo>
                    <a:pt x="315" y="41"/>
                    <a:pt x="317" y="40"/>
                    <a:pt x="319" y="39"/>
                  </a:cubicBezTo>
                  <a:cubicBezTo>
                    <a:pt x="320" y="38"/>
                    <a:pt x="322" y="37"/>
                    <a:pt x="323" y="36"/>
                  </a:cubicBezTo>
                  <a:cubicBezTo>
                    <a:pt x="325" y="35"/>
                    <a:pt x="327" y="33"/>
                    <a:pt x="328" y="32"/>
                  </a:cubicBezTo>
                  <a:cubicBezTo>
                    <a:pt x="328" y="31"/>
                    <a:pt x="329" y="29"/>
                    <a:pt x="330" y="28"/>
                  </a:cubicBezTo>
                  <a:cubicBezTo>
                    <a:pt x="331" y="26"/>
                    <a:pt x="334" y="23"/>
                    <a:pt x="335" y="22"/>
                  </a:cubicBezTo>
                  <a:cubicBezTo>
                    <a:pt x="337" y="20"/>
                    <a:pt x="339" y="17"/>
                    <a:pt x="340" y="15"/>
                  </a:cubicBezTo>
                  <a:cubicBezTo>
                    <a:pt x="342" y="14"/>
                    <a:pt x="346" y="11"/>
                    <a:pt x="348" y="10"/>
                  </a:cubicBezTo>
                  <a:cubicBezTo>
                    <a:pt x="349" y="8"/>
                    <a:pt x="353" y="5"/>
                    <a:pt x="355" y="5"/>
                  </a:cubicBezTo>
                  <a:cubicBezTo>
                    <a:pt x="356" y="4"/>
                    <a:pt x="358" y="4"/>
                    <a:pt x="359" y="4"/>
                  </a:cubicBezTo>
                  <a:cubicBezTo>
                    <a:pt x="361" y="4"/>
                    <a:pt x="363" y="6"/>
                    <a:pt x="364" y="7"/>
                  </a:cubicBezTo>
                  <a:cubicBezTo>
                    <a:pt x="365" y="7"/>
                    <a:pt x="365" y="9"/>
                    <a:pt x="365"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37"/>
            <p:cNvSpPr>
              <a:spLocks/>
            </p:cNvSpPr>
            <p:nvPr/>
          </p:nvSpPr>
          <p:spPr bwMode="auto">
            <a:xfrm>
              <a:off x="3963988" y="2713038"/>
              <a:ext cx="669925" cy="809625"/>
            </a:xfrm>
            <a:custGeom>
              <a:avLst/>
              <a:gdLst/>
              <a:ahLst/>
              <a:cxnLst>
                <a:cxn ang="0">
                  <a:pos x="263" y="374"/>
                </a:cxn>
                <a:cxn ang="0">
                  <a:pos x="252" y="405"/>
                </a:cxn>
                <a:cxn ang="0">
                  <a:pos x="278" y="421"/>
                </a:cxn>
                <a:cxn ang="0">
                  <a:pos x="286" y="442"/>
                </a:cxn>
                <a:cxn ang="0">
                  <a:pos x="298" y="455"/>
                </a:cxn>
                <a:cxn ang="0">
                  <a:pos x="285" y="452"/>
                </a:cxn>
                <a:cxn ang="0">
                  <a:pos x="265" y="444"/>
                </a:cxn>
                <a:cxn ang="0">
                  <a:pos x="237" y="426"/>
                </a:cxn>
                <a:cxn ang="0">
                  <a:pos x="214" y="430"/>
                </a:cxn>
                <a:cxn ang="0">
                  <a:pos x="193" y="442"/>
                </a:cxn>
                <a:cxn ang="0">
                  <a:pos x="164" y="459"/>
                </a:cxn>
                <a:cxn ang="0">
                  <a:pos x="139" y="473"/>
                </a:cxn>
                <a:cxn ang="0">
                  <a:pos x="131" y="447"/>
                </a:cxn>
                <a:cxn ang="0">
                  <a:pos x="105" y="445"/>
                </a:cxn>
                <a:cxn ang="0">
                  <a:pos x="87" y="484"/>
                </a:cxn>
                <a:cxn ang="0">
                  <a:pos x="52" y="480"/>
                </a:cxn>
                <a:cxn ang="0">
                  <a:pos x="26" y="479"/>
                </a:cxn>
                <a:cxn ang="0">
                  <a:pos x="26" y="467"/>
                </a:cxn>
                <a:cxn ang="0">
                  <a:pos x="18" y="441"/>
                </a:cxn>
                <a:cxn ang="0">
                  <a:pos x="36" y="410"/>
                </a:cxn>
                <a:cxn ang="0">
                  <a:pos x="51" y="370"/>
                </a:cxn>
                <a:cxn ang="0">
                  <a:pos x="77" y="341"/>
                </a:cxn>
                <a:cxn ang="0">
                  <a:pos x="87" y="323"/>
                </a:cxn>
                <a:cxn ang="0">
                  <a:pos x="69" y="321"/>
                </a:cxn>
                <a:cxn ang="0">
                  <a:pos x="36" y="295"/>
                </a:cxn>
                <a:cxn ang="0">
                  <a:pos x="63" y="282"/>
                </a:cxn>
                <a:cxn ang="0">
                  <a:pos x="35" y="255"/>
                </a:cxn>
                <a:cxn ang="0">
                  <a:pos x="5" y="238"/>
                </a:cxn>
                <a:cxn ang="0">
                  <a:pos x="10" y="197"/>
                </a:cxn>
                <a:cxn ang="0">
                  <a:pos x="31" y="168"/>
                </a:cxn>
                <a:cxn ang="0">
                  <a:pos x="61" y="159"/>
                </a:cxn>
                <a:cxn ang="0">
                  <a:pos x="89" y="156"/>
                </a:cxn>
                <a:cxn ang="0">
                  <a:pos x="99" y="136"/>
                </a:cxn>
                <a:cxn ang="0">
                  <a:pos x="109" y="94"/>
                </a:cxn>
                <a:cxn ang="0">
                  <a:pos x="127" y="60"/>
                </a:cxn>
                <a:cxn ang="0">
                  <a:pos x="111" y="33"/>
                </a:cxn>
                <a:cxn ang="0">
                  <a:pos x="151" y="16"/>
                </a:cxn>
                <a:cxn ang="0">
                  <a:pos x="178" y="1"/>
                </a:cxn>
                <a:cxn ang="0">
                  <a:pos x="186" y="33"/>
                </a:cxn>
                <a:cxn ang="0">
                  <a:pos x="206" y="32"/>
                </a:cxn>
                <a:cxn ang="0">
                  <a:pos x="234" y="18"/>
                </a:cxn>
                <a:cxn ang="0">
                  <a:pos x="257" y="25"/>
                </a:cxn>
                <a:cxn ang="0">
                  <a:pos x="263" y="73"/>
                </a:cxn>
                <a:cxn ang="0">
                  <a:pos x="292" y="94"/>
                </a:cxn>
                <a:cxn ang="0">
                  <a:pos x="326" y="91"/>
                </a:cxn>
                <a:cxn ang="0">
                  <a:pos x="324" y="64"/>
                </a:cxn>
                <a:cxn ang="0">
                  <a:pos x="337" y="39"/>
                </a:cxn>
                <a:cxn ang="0">
                  <a:pos x="356" y="54"/>
                </a:cxn>
                <a:cxn ang="0">
                  <a:pos x="375" y="74"/>
                </a:cxn>
                <a:cxn ang="0">
                  <a:pos x="395" y="93"/>
                </a:cxn>
                <a:cxn ang="0">
                  <a:pos x="400" y="124"/>
                </a:cxn>
                <a:cxn ang="0">
                  <a:pos x="390" y="139"/>
                </a:cxn>
                <a:cxn ang="0">
                  <a:pos x="357" y="129"/>
                </a:cxn>
                <a:cxn ang="0">
                  <a:pos x="352" y="166"/>
                </a:cxn>
                <a:cxn ang="0">
                  <a:pos x="358" y="192"/>
                </a:cxn>
                <a:cxn ang="0">
                  <a:pos x="327" y="231"/>
                </a:cxn>
                <a:cxn ang="0">
                  <a:pos x="301" y="244"/>
                </a:cxn>
                <a:cxn ang="0">
                  <a:pos x="281" y="270"/>
                </a:cxn>
                <a:cxn ang="0">
                  <a:pos x="254" y="290"/>
                </a:cxn>
                <a:cxn ang="0">
                  <a:pos x="232" y="318"/>
                </a:cxn>
                <a:cxn ang="0">
                  <a:pos x="252" y="339"/>
                </a:cxn>
                <a:cxn ang="0">
                  <a:pos x="265" y="363"/>
                </a:cxn>
              </a:cxnLst>
              <a:rect l="0" t="0" r="r" b="b"/>
              <a:pathLst>
                <a:path w="404" h="489">
                  <a:moveTo>
                    <a:pt x="265" y="363"/>
                  </a:moveTo>
                  <a:cubicBezTo>
                    <a:pt x="265" y="363"/>
                    <a:pt x="265" y="364"/>
                    <a:pt x="265" y="365"/>
                  </a:cubicBezTo>
                  <a:cubicBezTo>
                    <a:pt x="266" y="365"/>
                    <a:pt x="269" y="365"/>
                    <a:pt x="270" y="366"/>
                  </a:cubicBezTo>
                  <a:cubicBezTo>
                    <a:pt x="271" y="367"/>
                    <a:pt x="271" y="369"/>
                    <a:pt x="271" y="369"/>
                  </a:cubicBezTo>
                  <a:cubicBezTo>
                    <a:pt x="271" y="370"/>
                    <a:pt x="270" y="371"/>
                    <a:pt x="269" y="372"/>
                  </a:cubicBezTo>
                  <a:cubicBezTo>
                    <a:pt x="269" y="372"/>
                    <a:pt x="267" y="372"/>
                    <a:pt x="266" y="373"/>
                  </a:cubicBezTo>
                  <a:cubicBezTo>
                    <a:pt x="265" y="373"/>
                    <a:pt x="263" y="374"/>
                    <a:pt x="263" y="374"/>
                  </a:cubicBezTo>
                  <a:cubicBezTo>
                    <a:pt x="262" y="375"/>
                    <a:pt x="262" y="377"/>
                    <a:pt x="262" y="378"/>
                  </a:cubicBezTo>
                  <a:cubicBezTo>
                    <a:pt x="261" y="380"/>
                    <a:pt x="262" y="383"/>
                    <a:pt x="262" y="384"/>
                  </a:cubicBezTo>
                  <a:cubicBezTo>
                    <a:pt x="261" y="385"/>
                    <a:pt x="261" y="388"/>
                    <a:pt x="261" y="389"/>
                  </a:cubicBezTo>
                  <a:cubicBezTo>
                    <a:pt x="261" y="390"/>
                    <a:pt x="261" y="393"/>
                    <a:pt x="261" y="394"/>
                  </a:cubicBezTo>
                  <a:cubicBezTo>
                    <a:pt x="260" y="396"/>
                    <a:pt x="258" y="398"/>
                    <a:pt x="257" y="399"/>
                  </a:cubicBezTo>
                  <a:cubicBezTo>
                    <a:pt x="257" y="399"/>
                    <a:pt x="254" y="400"/>
                    <a:pt x="254" y="401"/>
                  </a:cubicBezTo>
                  <a:cubicBezTo>
                    <a:pt x="253" y="401"/>
                    <a:pt x="252" y="403"/>
                    <a:pt x="252" y="405"/>
                  </a:cubicBezTo>
                  <a:cubicBezTo>
                    <a:pt x="252" y="406"/>
                    <a:pt x="252" y="408"/>
                    <a:pt x="253" y="409"/>
                  </a:cubicBezTo>
                  <a:cubicBezTo>
                    <a:pt x="253" y="410"/>
                    <a:pt x="255" y="412"/>
                    <a:pt x="255" y="412"/>
                  </a:cubicBezTo>
                  <a:cubicBezTo>
                    <a:pt x="256" y="413"/>
                    <a:pt x="258" y="414"/>
                    <a:pt x="259" y="415"/>
                  </a:cubicBezTo>
                  <a:cubicBezTo>
                    <a:pt x="260" y="415"/>
                    <a:pt x="263" y="415"/>
                    <a:pt x="264" y="416"/>
                  </a:cubicBezTo>
                  <a:cubicBezTo>
                    <a:pt x="265" y="416"/>
                    <a:pt x="267" y="417"/>
                    <a:pt x="268" y="418"/>
                  </a:cubicBezTo>
                  <a:cubicBezTo>
                    <a:pt x="269" y="419"/>
                    <a:pt x="272" y="420"/>
                    <a:pt x="273" y="420"/>
                  </a:cubicBezTo>
                  <a:cubicBezTo>
                    <a:pt x="274" y="421"/>
                    <a:pt x="276" y="421"/>
                    <a:pt x="278" y="421"/>
                  </a:cubicBezTo>
                  <a:cubicBezTo>
                    <a:pt x="279" y="422"/>
                    <a:pt x="281" y="421"/>
                    <a:pt x="282" y="421"/>
                  </a:cubicBezTo>
                  <a:cubicBezTo>
                    <a:pt x="283" y="422"/>
                    <a:pt x="284" y="424"/>
                    <a:pt x="284" y="425"/>
                  </a:cubicBezTo>
                  <a:cubicBezTo>
                    <a:pt x="284" y="426"/>
                    <a:pt x="284" y="427"/>
                    <a:pt x="284" y="428"/>
                  </a:cubicBezTo>
                  <a:cubicBezTo>
                    <a:pt x="284" y="429"/>
                    <a:pt x="284" y="431"/>
                    <a:pt x="284" y="432"/>
                  </a:cubicBezTo>
                  <a:cubicBezTo>
                    <a:pt x="284" y="433"/>
                    <a:pt x="283" y="435"/>
                    <a:pt x="283" y="436"/>
                  </a:cubicBezTo>
                  <a:cubicBezTo>
                    <a:pt x="283" y="437"/>
                    <a:pt x="284" y="439"/>
                    <a:pt x="284" y="440"/>
                  </a:cubicBezTo>
                  <a:cubicBezTo>
                    <a:pt x="285" y="441"/>
                    <a:pt x="285" y="442"/>
                    <a:pt x="286" y="442"/>
                  </a:cubicBezTo>
                  <a:cubicBezTo>
                    <a:pt x="286" y="443"/>
                    <a:pt x="288" y="443"/>
                    <a:pt x="288" y="444"/>
                  </a:cubicBezTo>
                  <a:cubicBezTo>
                    <a:pt x="289" y="444"/>
                    <a:pt x="289" y="446"/>
                    <a:pt x="290" y="447"/>
                  </a:cubicBezTo>
                  <a:cubicBezTo>
                    <a:pt x="290" y="447"/>
                    <a:pt x="291" y="448"/>
                    <a:pt x="291" y="449"/>
                  </a:cubicBezTo>
                  <a:cubicBezTo>
                    <a:pt x="292" y="449"/>
                    <a:pt x="293" y="449"/>
                    <a:pt x="294" y="449"/>
                  </a:cubicBezTo>
                  <a:cubicBezTo>
                    <a:pt x="295" y="450"/>
                    <a:pt x="297" y="449"/>
                    <a:pt x="297" y="450"/>
                  </a:cubicBezTo>
                  <a:cubicBezTo>
                    <a:pt x="298" y="450"/>
                    <a:pt x="298" y="452"/>
                    <a:pt x="298" y="453"/>
                  </a:cubicBezTo>
                  <a:cubicBezTo>
                    <a:pt x="298" y="453"/>
                    <a:pt x="298" y="454"/>
                    <a:pt x="298" y="455"/>
                  </a:cubicBezTo>
                  <a:cubicBezTo>
                    <a:pt x="298" y="456"/>
                    <a:pt x="299" y="457"/>
                    <a:pt x="299" y="458"/>
                  </a:cubicBezTo>
                  <a:cubicBezTo>
                    <a:pt x="299" y="459"/>
                    <a:pt x="299" y="461"/>
                    <a:pt x="299" y="461"/>
                  </a:cubicBezTo>
                  <a:cubicBezTo>
                    <a:pt x="298" y="462"/>
                    <a:pt x="297" y="463"/>
                    <a:pt x="297" y="464"/>
                  </a:cubicBezTo>
                  <a:cubicBezTo>
                    <a:pt x="295" y="464"/>
                    <a:pt x="292" y="463"/>
                    <a:pt x="291" y="462"/>
                  </a:cubicBezTo>
                  <a:cubicBezTo>
                    <a:pt x="290" y="461"/>
                    <a:pt x="289" y="458"/>
                    <a:pt x="288" y="457"/>
                  </a:cubicBezTo>
                  <a:cubicBezTo>
                    <a:pt x="287" y="456"/>
                    <a:pt x="286" y="455"/>
                    <a:pt x="286" y="454"/>
                  </a:cubicBezTo>
                  <a:cubicBezTo>
                    <a:pt x="286" y="453"/>
                    <a:pt x="285" y="452"/>
                    <a:pt x="285" y="452"/>
                  </a:cubicBezTo>
                  <a:cubicBezTo>
                    <a:pt x="284" y="451"/>
                    <a:pt x="282" y="451"/>
                    <a:pt x="281" y="450"/>
                  </a:cubicBezTo>
                  <a:cubicBezTo>
                    <a:pt x="280" y="449"/>
                    <a:pt x="280" y="447"/>
                    <a:pt x="279" y="446"/>
                  </a:cubicBezTo>
                  <a:cubicBezTo>
                    <a:pt x="279" y="445"/>
                    <a:pt x="278" y="443"/>
                    <a:pt x="277" y="443"/>
                  </a:cubicBezTo>
                  <a:cubicBezTo>
                    <a:pt x="276" y="442"/>
                    <a:pt x="274" y="441"/>
                    <a:pt x="273" y="441"/>
                  </a:cubicBezTo>
                  <a:cubicBezTo>
                    <a:pt x="272" y="440"/>
                    <a:pt x="270" y="440"/>
                    <a:pt x="269" y="441"/>
                  </a:cubicBezTo>
                  <a:cubicBezTo>
                    <a:pt x="269" y="441"/>
                    <a:pt x="269" y="443"/>
                    <a:pt x="269" y="444"/>
                  </a:cubicBezTo>
                  <a:cubicBezTo>
                    <a:pt x="268" y="444"/>
                    <a:pt x="266" y="444"/>
                    <a:pt x="265" y="444"/>
                  </a:cubicBezTo>
                  <a:cubicBezTo>
                    <a:pt x="264" y="444"/>
                    <a:pt x="262" y="442"/>
                    <a:pt x="261" y="441"/>
                  </a:cubicBezTo>
                  <a:cubicBezTo>
                    <a:pt x="260" y="440"/>
                    <a:pt x="260" y="438"/>
                    <a:pt x="259" y="436"/>
                  </a:cubicBezTo>
                  <a:cubicBezTo>
                    <a:pt x="258" y="435"/>
                    <a:pt x="256" y="433"/>
                    <a:pt x="255" y="432"/>
                  </a:cubicBezTo>
                  <a:cubicBezTo>
                    <a:pt x="254" y="431"/>
                    <a:pt x="252" y="430"/>
                    <a:pt x="251" y="430"/>
                  </a:cubicBezTo>
                  <a:cubicBezTo>
                    <a:pt x="249" y="429"/>
                    <a:pt x="247" y="426"/>
                    <a:pt x="245" y="426"/>
                  </a:cubicBezTo>
                  <a:cubicBezTo>
                    <a:pt x="245" y="425"/>
                    <a:pt x="244" y="425"/>
                    <a:pt x="243" y="425"/>
                  </a:cubicBezTo>
                  <a:cubicBezTo>
                    <a:pt x="242" y="425"/>
                    <a:pt x="239" y="425"/>
                    <a:pt x="237" y="426"/>
                  </a:cubicBezTo>
                  <a:cubicBezTo>
                    <a:pt x="236" y="426"/>
                    <a:pt x="235" y="428"/>
                    <a:pt x="234" y="428"/>
                  </a:cubicBezTo>
                  <a:cubicBezTo>
                    <a:pt x="233" y="429"/>
                    <a:pt x="231" y="429"/>
                    <a:pt x="230" y="430"/>
                  </a:cubicBezTo>
                  <a:cubicBezTo>
                    <a:pt x="229" y="430"/>
                    <a:pt x="229" y="432"/>
                    <a:pt x="228" y="432"/>
                  </a:cubicBezTo>
                  <a:cubicBezTo>
                    <a:pt x="227" y="432"/>
                    <a:pt x="226" y="431"/>
                    <a:pt x="225" y="431"/>
                  </a:cubicBezTo>
                  <a:cubicBezTo>
                    <a:pt x="224" y="431"/>
                    <a:pt x="222" y="429"/>
                    <a:pt x="221" y="429"/>
                  </a:cubicBezTo>
                  <a:cubicBezTo>
                    <a:pt x="220" y="429"/>
                    <a:pt x="218" y="429"/>
                    <a:pt x="217" y="429"/>
                  </a:cubicBezTo>
                  <a:cubicBezTo>
                    <a:pt x="216" y="429"/>
                    <a:pt x="215" y="430"/>
                    <a:pt x="214" y="430"/>
                  </a:cubicBezTo>
                  <a:cubicBezTo>
                    <a:pt x="214" y="431"/>
                    <a:pt x="213" y="432"/>
                    <a:pt x="213" y="433"/>
                  </a:cubicBezTo>
                  <a:cubicBezTo>
                    <a:pt x="212" y="434"/>
                    <a:pt x="212" y="436"/>
                    <a:pt x="211" y="437"/>
                  </a:cubicBezTo>
                  <a:cubicBezTo>
                    <a:pt x="210" y="438"/>
                    <a:pt x="208" y="439"/>
                    <a:pt x="207" y="440"/>
                  </a:cubicBezTo>
                  <a:cubicBezTo>
                    <a:pt x="206" y="440"/>
                    <a:pt x="204" y="440"/>
                    <a:pt x="203" y="440"/>
                  </a:cubicBezTo>
                  <a:cubicBezTo>
                    <a:pt x="202" y="440"/>
                    <a:pt x="200" y="438"/>
                    <a:pt x="199" y="438"/>
                  </a:cubicBezTo>
                  <a:cubicBezTo>
                    <a:pt x="198" y="438"/>
                    <a:pt x="196" y="439"/>
                    <a:pt x="195" y="439"/>
                  </a:cubicBezTo>
                  <a:cubicBezTo>
                    <a:pt x="195" y="440"/>
                    <a:pt x="194" y="441"/>
                    <a:pt x="193" y="442"/>
                  </a:cubicBezTo>
                  <a:cubicBezTo>
                    <a:pt x="193" y="443"/>
                    <a:pt x="193" y="446"/>
                    <a:pt x="192" y="447"/>
                  </a:cubicBezTo>
                  <a:cubicBezTo>
                    <a:pt x="191" y="448"/>
                    <a:pt x="189" y="451"/>
                    <a:pt x="188" y="451"/>
                  </a:cubicBezTo>
                  <a:cubicBezTo>
                    <a:pt x="187" y="452"/>
                    <a:pt x="185" y="453"/>
                    <a:pt x="184" y="453"/>
                  </a:cubicBezTo>
                  <a:cubicBezTo>
                    <a:pt x="183" y="453"/>
                    <a:pt x="180" y="452"/>
                    <a:pt x="178" y="452"/>
                  </a:cubicBezTo>
                  <a:cubicBezTo>
                    <a:pt x="177" y="452"/>
                    <a:pt x="175" y="451"/>
                    <a:pt x="173" y="452"/>
                  </a:cubicBezTo>
                  <a:cubicBezTo>
                    <a:pt x="172" y="452"/>
                    <a:pt x="170" y="454"/>
                    <a:pt x="168" y="455"/>
                  </a:cubicBezTo>
                  <a:cubicBezTo>
                    <a:pt x="167" y="456"/>
                    <a:pt x="165" y="458"/>
                    <a:pt x="164" y="459"/>
                  </a:cubicBezTo>
                  <a:cubicBezTo>
                    <a:pt x="163" y="460"/>
                    <a:pt x="163" y="462"/>
                    <a:pt x="162" y="463"/>
                  </a:cubicBezTo>
                  <a:cubicBezTo>
                    <a:pt x="161" y="463"/>
                    <a:pt x="159" y="464"/>
                    <a:pt x="158" y="464"/>
                  </a:cubicBezTo>
                  <a:cubicBezTo>
                    <a:pt x="157" y="465"/>
                    <a:pt x="155" y="468"/>
                    <a:pt x="154" y="469"/>
                  </a:cubicBezTo>
                  <a:cubicBezTo>
                    <a:pt x="154" y="470"/>
                    <a:pt x="153" y="472"/>
                    <a:pt x="153" y="473"/>
                  </a:cubicBezTo>
                  <a:cubicBezTo>
                    <a:pt x="152" y="473"/>
                    <a:pt x="152" y="473"/>
                    <a:pt x="152" y="473"/>
                  </a:cubicBezTo>
                  <a:cubicBezTo>
                    <a:pt x="150" y="473"/>
                    <a:pt x="147" y="474"/>
                    <a:pt x="145" y="474"/>
                  </a:cubicBezTo>
                  <a:cubicBezTo>
                    <a:pt x="143" y="474"/>
                    <a:pt x="141" y="474"/>
                    <a:pt x="139" y="473"/>
                  </a:cubicBezTo>
                  <a:cubicBezTo>
                    <a:pt x="138" y="473"/>
                    <a:pt x="136" y="471"/>
                    <a:pt x="135" y="470"/>
                  </a:cubicBezTo>
                  <a:cubicBezTo>
                    <a:pt x="134" y="469"/>
                    <a:pt x="132" y="466"/>
                    <a:pt x="132" y="464"/>
                  </a:cubicBezTo>
                  <a:cubicBezTo>
                    <a:pt x="131" y="463"/>
                    <a:pt x="132" y="461"/>
                    <a:pt x="133" y="460"/>
                  </a:cubicBezTo>
                  <a:cubicBezTo>
                    <a:pt x="133" y="459"/>
                    <a:pt x="134" y="457"/>
                    <a:pt x="135" y="456"/>
                  </a:cubicBezTo>
                  <a:cubicBezTo>
                    <a:pt x="135" y="454"/>
                    <a:pt x="135" y="451"/>
                    <a:pt x="135" y="450"/>
                  </a:cubicBezTo>
                  <a:cubicBezTo>
                    <a:pt x="134" y="449"/>
                    <a:pt x="134" y="448"/>
                    <a:pt x="134" y="447"/>
                  </a:cubicBezTo>
                  <a:cubicBezTo>
                    <a:pt x="133" y="447"/>
                    <a:pt x="131" y="447"/>
                    <a:pt x="131" y="447"/>
                  </a:cubicBezTo>
                  <a:cubicBezTo>
                    <a:pt x="130" y="448"/>
                    <a:pt x="129" y="450"/>
                    <a:pt x="128" y="451"/>
                  </a:cubicBezTo>
                  <a:cubicBezTo>
                    <a:pt x="128" y="451"/>
                    <a:pt x="127" y="453"/>
                    <a:pt x="126" y="454"/>
                  </a:cubicBezTo>
                  <a:cubicBezTo>
                    <a:pt x="125" y="454"/>
                    <a:pt x="122" y="454"/>
                    <a:pt x="121" y="454"/>
                  </a:cubicBezTo>
                  <a:cubicBezTo>
                    <a:pt x="120" y="454"/>
                    <a:pt x="118" y="453"/>
                    <a:pt x="117" y="452"/>
                  </a:cubicBezTo>
                  <a:cubicBezTo>
                    <a:pt x="115" y="451"/>
                    <a:pt x="112" y="449"/>
                    <a:pt x="111" y="448"/>
                  </a:cubicBezTo>
                  <a:cubicBezTo>
                    <a:pt x="111" y="447"/>
                    <a:pt x="110" y="444"/>
                    <a:pt x="109" y="444"/>
                  </a:cubicBezTo>
                  <a:cubicBezTo>
                    <a:pt x="108" y="444"/>
                    <a:pt x="106" y="444"/>
                    <a:pt x="105" y="445"/>
                  </a:cubicBezTo>
                  <a:cubicBezTo>
                    <a:pt x="104" y="445"/>
                    <a:pt x="103" y="447"/>
                    <a:pt x="102" y="448"/>
                  </a:cubicBezTo>
                  <a:cubicBezTo>
                    <a:pt x="101" y="449"/>
                    <a:pt x="101" y="452"/>
                    <a:pt x="100" y="453"/>
                  </a:cubicBezTo>
                  <a:cubicBezTo>
                    <a:pt x="100" y="454"/>
                    <a:pt x="98" y="457"/>
                    <a:pt x="98" y="458"/>
                  </a:cubicBezTo>
                  <a:cubicBezTo>
                    <a:pt x="97" y="460"/>
                    <a:pt x="95" y="462"/>
                    <a:pt x="94" y="463"/>
                  </a:cubicBezTo>
                  <a:cubicBezTo>
                    <a:pt x="93" y="466"/>
                    <a:pt x="93" y="471"/>
                    <a:pt x="92" y="473"/>
                  </a:cubicBezTo>
                  <a:cubicBezTo>
                    <a:pt x="91" y="475"/>
                    <a:pt x="90" y="478"/>
                    <a:pt x="89" y="479"/>
                  </a:cubicBezTo>
                  <a:cubicBezTo>
                    <a:pt x="89" y="480"/>
                    <a:pt x="88" y="483"/>
                    <a:pt x="87" y="484"/>
                  </a:cubicBezTo>
                  <a:cubicBezTo>
                    <a:pt x="86" y="485"/>
                    <a:pt x="84" y="487"/>
                    <a:pt x="83" y="488"/>
                  </a:cubicBezTo>
                  <a:cubicBezTo>
                    <a:pt x="82" y="488"/>
                    <a:pt x="79" y="489"/>
                    <a:pt x="77" y="489"/>
                  </a:cubicBezTo>
                  <a:cubicBezTo>
                    <a:pt x="76" y="489"/>
                    <a:pt x="72" y="489"/>
                    <a:pt x="71" y="489"/>
                  </a:cubicBezTo>
                  <a:cubicBezTo>
                    <a:pt x="69" y="488"/>
                    <a:pt x="65" y="487"/>
                    <a:pt x="64" y="485"/>
                  </a:cubicBezTo>
                  <a:cubicBezTo>
                    <a:pt x="63" y="485"/>
                    <a:pt x="62" y="482"/>
                    <a:pt x="60" y="481"/>
                  </a:cubicBezTo>
                  <a:cubicBezTo>
                    <a:pt x="60" y="481"/>
                    <a:pt x="58" y="480"/>
                    <a:pt x="57" y="480"/>
                  </a:cubicBezTo>
                  <a:cubicBezTo>
                    <a:pt x="56" y="479"/>
                    <a:pt x="53" y="479"/>
                    <a:pt x="52" y="480"/>
                  </a:cubicBezTo>
                  <a:cubicBezTo>
                    <a:pt x="51" y="480"/>
                    <a:pt x="49" y="481"/>
                    <a:pt x="48" y="482"/>
                  </a:cubicBezTo>
                  <a:cubicBezTo>
                    <a:pt x="46" y="482"/>
                    <a:pt x="44" y="484"/>
                    <a:pt x="42" y="485"/>
                  </a:cubicBezTo>
                  <a:cubicBezTo>
                    <a:pt x="41" y="486"/>
                    <a:pt x="39" y="487"/>
                    <a:pt x="37" y="487"/>
                  </a:cubicBezTo>
                  <a:cubicBezTo>
                    <a:pt x="36" y="487"/>
                    <a:pt x="33" y="487"/>
                    <a:pt x="32" y="486"/>
                  </a:cubicBezTo>
                  <a:cubicBezTo>
                    <a:pt x="31" y="486"/>
                    <a:pt x="28" y="485"/>
                    <a:pt x="27" y="484"/>
                  </a:cubicBezTo>
                  <a:cubicBezTo>
                    <a:pt x="27" y="483"/>
                    <a:pt x="26" y="481"/>
                    <a:pt x="26" y="481"/>
                  </a:cubicBezTo>
                  <a:cubicBezTo>
                    <a:pt x="26" y="480"/>
                    <a:pt x="26" y="479"/>
                    <a:pt x="26" y="479"/>
                  </a:cubicBezTo>
                  <a:cubicBezTo>
                    <a:pt x="27" y="478"/>
                    <a:pt x="29" y="479"/>
                    <a:pt x="30" y="479"/>
                  </a:cubicBezTo>
                  <a:cubicBezTo>
                    <a:pt x="30" y="479"/>
                    <a:pt x="31" y="479"/>
                    <a:pt x="32" y="478"/>
                  </a:cubicBezTo>
                  <a:cubicBezTo>
                    <a:pt x="32" y="478"/>
                    <a:pt x="32" y="477"/>
                    <a:pt x="32" y="476"/>
                  </a:cubicBezTo>
                  <a:cubicBezTo>
                    <a:pt x="31" y="475"/>
                    <a:pt x="30" y="472"/>
                    <a:pt x="29" y="471"/>
                  </a:cubicBezTo>
                  <a:cubicBezTo>
                    <a:pt x="28" y="471"/>
                    <a:pt x="28" y="471"/>
                    <a:pt x="27" y="471"/>
                  </a:cubicBezTo>
                  <a:cubicBezTo>
                    <a:pt x="27" y="471"/>
                    <a:pt x="27" y="470"/>
                    <a:pt x="27" y="470"/>
                  </a:cubicBezTo>
                  <a:cubicBezTo>
                    <a:pt x="27" y="469"/>
                    <a:pt x="26" y="468"/>
                    <a:pt x="26" y="467"/>
                  </a:cubicBezTo>
                  <a:cubicBezTo>
                    <a:pt x="26" y="466"/>
                    <a:pt x="25" y="464"/>
                    <a:pt x="24" y="463"/>
                  </a:cubicBezTo>
                  <a:cubicBezTo>
                    <a:pt x="24" y="462"/>
                    <a:pt x="24" y="460"/>
                    <a:pt x="24" y="459"/>
                  </a:cubicBezTo>
                  <a:cubicBezTo>
                    <a:pt x="24" y="458"/>
                    <a:pt x="24" y="456"/>
                    <a:pt x="24" y="454"/>
                  </a:cubicBezTo>
                  <a:cubicBezTo>
                    <a:pt x="24" y="453"/>
                    <a:pt x="21" y="450"/>
                    <a:pt x="20" y="449"/>
                  </a:cubicBezTo>
                  <a:cubicBezTo>
                    <a:pt x="19" y="448"/>
                    <a:pt x="18" y="446"/>
                    <a:pt x="17" y="445"/>
                  </a:cubicBezTo>
                  <a:cubicBezTo>
                    <a:pt x="16" y="445"/>
                    <a:pt x="16" y="445"/>
                    <a:pt x="15" y="445"/>
                  </a:cubicBezTo>
                  <a:cubicBezTo>
                    <a:pt x="16" y="444"/>
                    <a:pt x="18" y="442"/>
                    <a:pt x="18" y="441"/>
                  </a:cubicBezTo>
                  <a:cubicBezTo>
                    <a:pt x="19" y="441"/>
                    <a:pt x="21" y="439"/>
                    <a:pt x="22" y="438"/>
                  </a:cubicBezTo>
                  <a:cubicBezTo>
                    <a:pt x="23" y="438"/>
                    <a:pt x="24" y="436"/>
                    <a:pt x="24" y="435"/>
                  </a:cubicBezTo>
                  <a:cubicBezTo>
                    <a:pt x="25" y="434"/>
                    <a:pt x="26" y="431"/>
                    <a:pt x="26" y="430"/>
                  </a:cubicBezTo>
                  <a:cubicBezTo>
                    <a:pt x="27" y="428"/>
                    <a:pt x="28" y="426"/>
                    <a:pt x="29" y="424"/>
                  </a:cubicBezTo>
                  <a:cubicBezTo>
                    <a:pt x="30" y="423"/>
                    <a:pt x="31" y="421"/>
                    <a:pt x="32" y="420"/>
                  </a:cubicBezTo>
                  <a:cubicBezTo>
                    <a:pt x="32" y="419"/>
                    <a:pt x="33" y="416"/>
                    <a:pt x="33" y="415"/>
                  </a:cubicBezTo>
                  <a:cubicBezTo>
                    <a:pt x="34" y="414"/>
                    <a:pt x="36" y="411"/>
                    <a:pt x="36" y="410"/>
                  </a:cubicBezTo>
                  <a:cubicBezTo>
                    <a:pt x="37" y="408"/>
                    <a:pt x="38" y="405"/>
                    <a:pt x="39" y="404"/>
                  </a:cubicBezTo>
                  <a:cubicBezTo>
                    <a:pt x="39" y="402"/>
                    <a:pt x="39" y="398"/>
                    <a:pt x="40" y="396"/>
                  </a:cubicBezTo>
                  <a:cubicBezTo>
                    <a:pt x="40" y="394"/>
                    <a:pt x="41" y="392"/>
                    <a:pt x="42" y="391"/>
                  </a:cubicBezTo>
                  <a:cubicBezTo>
                    <a:pt x="43" y="389"/>
                    <a:pt x="44" y="387"/>
                    <a:pt x="45" y="386"/>
                  </a:cubicBezTo>
                  <a:cubicBezTo>
                    <a:pt x="45" y="384"/>
                    <a:pt x="47" y="382"/>
                    <a:pt x="47" y="381"/>
                  </a:cubicBezTo>
                  <a:cubicBezTo>
                    <a:pt x="48" y="380"/>
                    <a:pt x="48" y="377"/>
                    <a:pt x="49" y="376"/>
                  </a:cubicBezTo>
                  <a:cubicBezTo>
                    <a:pt x="49" y="374"/>
                    <a:pt x="50" y="371"/>
                    <a:pt x="51" y="370"/>
                  </a:cubicBezTo>
                  <a:cubicBezTo>
                    <a:pt x="52" y="368"/>
                    <a:pt x="55" y="367"/>
                    <a:pt x="56" y="365"/>
                  </a:cubicBezTo>
                  <a:cubicBezTo>
                    <a:pt x="57" y="364"/>
                    <a:pt x="58" y="361"/>
                    <a:pt x="59" y="359"/>
                  </a:cubicBezTo>
                  <a:cubicBezTo>
                    <a:pt x="60" y="357"/>
                    <a:pt x="62" y="354"/>
                    <a:pt x="64" y="353"/>
                  </a:cubicBezTo>
                  <a:cubicBezTo>
                    <a:pt x="65" y="352"/>
                    <a:pt x="67" y="350"/>
                    <a:pt x="68" y="349"/>
                  </a:cubicBezTo>
                  <a:cubicBezTo>
                    <a:pt x="69" y="348"/>
                    <a:pt x="71" y="348"/>
                    <a:pt x="72" y="347"/>
                  </a:cubicBezTo>
                  <a:cubicBezTo>
                    <a:pt x="73" y="347"/>
                    <a:pt x="75" y="346"/>
                    <a:pt x="75" y="345"/>
                  </a:cubicBezTo>
                  <a:cubicBezTo>
                    <a:pt x="76" y="344"/>
                    <a:pt x="77" y="342"/>
                    <a:pt x="77" y="341"/>
                  </a:cubicBezTo>
                  <a:cubicBezTo>
                    <a:pt x="77" y="340"/>
                    <a:pt x="77" y="340"/>
                    <a:pt x="77" y="340"/>
                  </a:cubicBezTo>
                  <a:cubicBezTo>
                    <a:pt x="78" y="339"/>
                    <a:pt x="79" y="338"/>
                    <a:pt x="80" y="337"/>
                  </a:cubicBezTo>
                  <a:cubicBezTo>
                    <a:pt x="80" y="337"/>
                    <a:pt x="82" y="336"/>
                    <a:pt x="82" y="335"/>
                  </a:cubicBezTo>
                  <a:cubicBezTo>
                    <a:pt x="83" y="334"/>
                    <a:pt x="84" y="332"/>
                    <a:pt x="84" y="331"/>
                  </a:cubicBezTo>
                  <a:cubicBezTo>
                    <a:pt x="85" y="330"/>
                    <a:pt x="86" y="329"/>
                    <a:pt x="86" y="328"/>
                  </a:cubicBezTo>
                  <a:cubicBezTo>
                    <a:pt x="87" y="328"/>
                    <a:pt x="88" y="326"/>
                    <a:pt x="88" y="326"/>
                  </a:cubicBezTo>
                  <a:cubicBezTo>
                    <a:pt x="88" y="325"/>
                    <a:pt x="88" y="323"/>
                    <a:pt x="87" y="323"/>
                  </a:cubicBezTo>
                  <a:cubicBezTo>
                    <a:pt x="86" y="323"/>
                    <a:pt x="85" y="326"/>
                    <a:pt x="84" y="327"/>
                  </a:cubicBezTo>
                  <a:cubicBezTo>
                    <a:pt x="84" y="328"/>
                    <a:pt x="82" y="330"/>
                    <a:pt x="81" y="330"/>
                  </a:cubicBezTo>
                  <a:cubicBezTo>
                    <a:pt x="80" y="331"/>
                    <a:pt x="79" y="333"/>
                    <a:pt x="78" y="334"/>
                  </a:cubicBezTo>
                  <a:cubicBezTo>
                    <a:pt x="77" y="335"/>
                    <a:pt x="76" y="336"/>
                    <a:pt x="75" y="336"/>
                  </a:cubicBezTo>
                  <a:cubicBezTo>
                    <a:pt x="74" y="334"/>
                    <a:pt x="73" y="333"/>
                    <a:pt x="72" y="331"/>
                  </a:cubicBezTo>
                  <a:cubicBezTo>
                    <a:pt x="72" y="330"/>
                    <a:pt x="71" y="328"/>
                    <a:pt x="71" y="327"/>
                  </a:cubicBezTo>
                  <a:cubicBezTo>
                    <a:pt x="70" y="325"/>
                    <a:pt x="70" y="322"/>
                    <a:pt x="69" y="321"/>
                  </a:cubicBezTo>
                  <a:cubicBezTo>
                    <a:pt x="68" y="320"/>
                    <a:pt x="66" y="318"/>
                    <a:pt x="65" y="317"/>
                  </a:cubicBezTo>
                  <a:cubicBezTo>
                    <a:pt x="64" y="317"/>
                    <a:pt x="61" y="316"/>
                    <a:pt x="59" y="315"/>
                  </a:cubicBezTo>
                  <a:cubicBezTo>
                    <a:pt x="58" y="314"/>
                    <a:pt x="57" y="312"/>
                    <a:pt x="56" y="311"/>
                  </a:cubicBezTo>
                  <a:cubicBezTo>
                    <a:pt x="55" y="310"/>
                    <a:pt x="52" y="310"/>
                    <a:pt x="51" y="309"/>
                  </a:cubicBezTo>
                  <a:cubicBezTo>
                    <a:pt x="50" y="308"/>
                    <a:pt x="46" y="306"/>
                    <a:pt x="45" y="304"/>
                  </a:cubicBezTo>
                  <a:cubicBezTo>
                    <a:pt x="44" y="303"/>
                    <a:pt x="44" y="299"/>
                    <a:pt x="43" y="298"/>
                  </a:cubicBezTo>
                  <a:cubicBezTo>
                    <a:pt x="41" y="297"/>
                    <a:pt x="36" y="297"/>
                    <a:pt x="36" y="295"/>
                  </a:cubicBezTo>
                  <a:cubicBezTo>
                    <a:pt x="35" y="294"/>
                    <a:pt x="36" y="292"/>
                    <a:pt x="36" y="291"/>
                  </a:cubicBezTo>
                  <a:cubicBezTo>
                    <a:pt x="37" y="290"/>
                    <a:pt x="39" y="288"/>
                    <a:pt x="40" y="288"/>
                  </a:cubicBezTo>
                  <a:cubicBezTo>
                    <a:pt x="41" y="287"/>
                    <a:pt x="42" y="287"/>
                    <a:pt x="43" y="287"/>
                  </a:cubicBezTo>
                  <a:cubicBezTo>
                    <a:pt x="44" y="288"/>
                    <a:pt x="47" y="289"/>
                    <a:pt x="48" y="290"/>
                  </a:cubicBezTo>
                  <a:cubicBezTo>
                    <a:pt x="50" y="290"/>
                    <a:pt x="53" y="289"/>
                    <a:pt x="54" y="289"/>
                  </a:cubicBezTo>
                  <a:cubicBezTo>
                    <a:pt x="56" y="289"/>
                    <a:pt x="59" y="287"/>
                    <a:pt x="60" y="286"/>
                  </a:cubicBezTo>
                  <a:cubicBezTo>
                    <a:pt x="61" y="285"/>
                    <a:pt x="63" y="283"/>
                    <a:pt x="63" y="282"/>
                  </a:cubicBezTo>
                  <a:cubicBezTo>
                    <a:pt x="64" y="280"/>
                    <a:pt x="63" y="277"/>
                    <a:pt x="63" y="275"/>
                  </a:cubicBezTo>
                  <a:cubicBezTo>
                    <a:pt x="62" y="273"/>
                    <a:pt x="60" y="271"/>
                    <a:pt x="60" y="270"/>
                  </a:cubicBezTo>
                  <a:cubicBezTo>
                    <a:pt x="59" y="269"/>
                    <a:pt x="57" y="267"/>
                    <a:pt x="56" y="266"/>
                  </a:cubicBezTo>
                  <a:cubicBezTo>
                    <a:pt x="55" y="265"/>
                    <a:pt x="52" y="262"/>
                    <a:pt x="51" y="261"/>
                  </a:cubicBezTo>
                  <a:cubicBezTo>
                    <a:pt x="50" y="260"/>
                    <a:pt x="48" y="258"/>
                    <a:pt x="47" y="257"/>
                  </a:cubicBezTo>
                  <a:cubicBezTo>
                    <a:pt x="46" y="256"/>
                    <a:pt x="42" y="255"/>
                    <a:pt x="40" y="254"/>
                  </a:cubicBezTo>
                  <a:cubicBezTo>
                    <a:pt x="39" y="254"/>
                    <a:pt x="36" y="254"/>
                    <a:pt x="35" y="255"/>
                  </a:cubicBezTo>
                  <a:cubicBezTo>
                    <a:pt x="33" y="255"/>
                    <a:pt x="31" y="256"/>
                    <a:pt x="29" y="256"/>
                  </a:cubicBezTo>
                  <a:cubicBezTo>
                    <a:pt x="27" y="257"/>
                    <a:pt x="23" y="256"/>
                    <a:pt x="21" y="255"/>
                  </a:cubicBezTo>
                  <a:cubicBezTo>
                    <a:pt x="20" y="255"/>
                    <a:pt x="16" y="254"/>
                    <a:pt x="14" y="253"/>
                  </a:cubicBezTo>
                  <a:cubicBezTo>
                    <a:pt x="13" y="253"/>
                    <a:pt x="11" y="252"/>
                    <a:pt x="10" y="252"/>
                  </a:cubicBezTo>
                  <a:cubicBezTo>
                    <a:pt x="9" y="251"/>
                    <a:pt x="9" y="250"/>
                    <a:pt x="9" y="248"/>
                  </a:cubicBezTo>
                  <a:cubicBezTo>
                    <a:pt x="8" y="247"/>
                    <a:pt x="8" y="245"/>
                    <a:pt x="8" y="244"/>
                  </a:cubicBezTo>
                  <a:cubicBezTo>
                    <a:pt x="7" y="243"/>
                    <a:pt x="5" y="240"/>
                    <a:pt x="5" y="238"/>
                  </a:cubicBezTo>
                  <a:cubicBezTo>
                    <a:pt x="5" y="236"/>
                    <a:pt x="5" y="233"/>
                    <a:pt x="5" y="232"/>
                  </a:cubicBezTo>
                  <a:cubicBezTo>
                    <a:pt x="5" y="230"/>
                    <a:pt x="5" y="227"/>
                    <a:pt x="5" y="226"/>
                  </a:cubicBezTo>
                  <a:cubicBezTo>
                    <a:pt x="4" y="224"/>
                    <a:pt x="2" y="220"/>
                    <a:pt x="2" y="219"/>
                  </a:cubicBezTo>
                  <a:cubicBezTo>
                    <a:pt x="1" y="217"/>
                    <a:pt x="0" y="215"/>
                    <a:pt x="0" y="213"/>
                  </a:cubicBezTo>
                  <a:cubicBezTo>
                    <a:pt x="1" y="212"/>
                    <a:pt x="2" y="209"/>
                    <a:pt x="2" y="208"/>
                  </a:cubicBezTo>
                  <a:cubicBezTo>
                    <a:pt x="3" y="206"/>
                    <a:pt x="4" y="204"/>
                    <a:pt x="5" y="202"/>
                  </a:cubicBezTo>
                  <a:cubicBezTo>
                    <a:pt x="6" y="201"/>
                    <a:pt x="9" y="198"/>
                    <a:pt x="10" y="197"/>
                  </a:cubicBezTo>
                  <a:cubicBezTo>
                    <a:pt x="12" y="196"/>
                    <a:pt x="15" y="195"/>
                    <a:pt x="17" y="194"/>
                  </a:cubicBezTo>
                  <a:cubicBezTo>
                    <a:pt x="18" y="193"/>
                    <a:pt x="19" y="192"/>
                    <a:pt x="20" y="191"/>
                  </a:cubicBezTo>
                  <a:cubicBezTo>
                    <a:pt x="21" y="189"/>
                    <a:pt x="22" y="187"/>
                    <a:pt x="23" y="185"/>
                  </a:cubicBezTo>
                  <a:cubicBezTo>
                    <a:pt x="23" y="184"/>
                    <a:pt x="24" y="182"/>
                    <a:pt x="25" y="181"/>
                  </a:cubicBezTo>
                  <a:cubicBezTo>
                    <a:pt x="25" y="180"/>
                    <a:pt x="26" y="179"/>
                    <a:pt x="27" y="179"/>
                  </a:cubicBezTo>
                  <a:cubicBezTo>
                    <a:pt x="28" y="178"/>
                    <a:pt x="29" y="175"/>
                    <a:pt x="30" y="173"/>
                  </a:cubicBezTo>
                  <a:cubicBezTo>
                    <a:pt x="30" y="172"/>
                    <a:pt x="31" y="169"/>
                    <a:pt x="31" y="168"/>
                  </a:cubicBezTo>
                  <a:cubicBezTo>
                    <a:pt x="32" y="167"/>
                    <a:pt x="33" y="165"/>
                    <a:pt x="34" y="165"/>
                  </a:cubicBezTo>
                  <a:cubicBezTo>
                    <a:pt x="34" y="164"/>
                    <a:pt x="36" y="161"/>
                    <a:pt x="37" y="160"/>
                  </a:cubicBezTo>
                  <a:cubicBezTo>
                    <a:pt x="38" y="159"/>
                    <a:pt x="40" y="158"/>
                    <a:pt x="42" y="158"/>
                  </a:cubicBezTo>
                  <a:cubicBezTo>
                    <a:pt x="43" y="158"/>
                    <a:pt x="45" y="158"/>
                    <a:pt x="46" y="158"/>
                  </a:cubicBezTo>
                  <a:cubicBezTo>
                    <a:pt x="47" y="158"/>
                    <a:pt x="49" y="159"/>
                    <a:pt x="51" y="160"/>
                  </a:cubicBezTo>
                  <a:cubicBezTo>
                    <a:pt x="52" y="160"/>
                    <a:pt x="55" y="160"/>
                    <a:pt x="57" y="160"/>
                  </a:cubicBezTo>
                  <a:cubicBezTo>
                    <a:pt x="58" y="160"/>
                    <a:pt x="60" y="160"/>
                    <a:pt x="61" y="159"/>
                  </a:cubicBezTo>
                  <a:cubicBezTo>
                    <a:pt x="62" y="159"/>
                    <a:pt x="63" y="157"/>
                    <a:pt x="64" y="157"/>
                  </a:cubicBezTo>
                  <a:cubicBezTo>
                    <a:pt x="66" y="156"/>
                    <a:pt x="68" y="156"/>
                    <a:pt x="70" y="156"/>
                  </a:cubicBezTo>
                  <a:cubicBezTo>
                    <a:pt x="71" y="156"/>
                    <a:pt x="74" y="156"/>
                    <a:pt x="76" y="156"/>
                  </a:cubicBezTo>
                  <a:cubicBezTo>
                    <a:pt x="77" y="156"/>
                    <a:pt x="79" y="157"/>
                    <a:pt x="80" y="157"/>
                  </a:cubicBezTo>
                  <a:cubicBezTo>
                    <a:pt x="81" y="157"/>
                    <a:pt x="82" y="158"/>
                    <a:pt x="83" y="158"/>
                  </a:cubicBezTo>
                  <a:cubicBezTo>
                    <a:pt x="84" y="158"/>
                    <a:pt x="85" y="158"/>
                    <a:pt x="86" y="158"/>
                  </a:cubicBezTo>
                  <a:cubicBezTo>
                    <a:pt x="87" y="158"/>
                    <a:pt x="88" y="156"/>
                    <a:pt x="89" y="156"/>
                  </a:cubicBezTo>
                  <a:cubicBezTo>
                    <a:pt x="90" y="155"/>
                    <a:pt x="92" y="154"/>
                    <a:pt x="92" y="153"/>
                  </a:cubicBezTo>
                  <a:cubicBezTo>
                    <a:pt x="93" y="152"/>
                    <a:pt x="93" y="149"/>
                    <a:pt x="93" y="148"/>
                  </a:cubicBezTo>
                  <a:cubicBezTo>
                    <a:pt x="93" y="147"/>
                    <a:pt x="93" y="145"/>
                    <a:pt x="93" y="144"/>
                  </a:cubicBezTo>
                  <a:cubicBezTo>
                    <a:pt x="92" y="143"/>
                    <a:pt x="90" y="142"/>
                    <a:pt x="90" y="141"/>
                  </a:cubicBezTo>
                  <a:cubicBezTo>
                    <a:pt x="89" y="140"/>
                    <a:pt x="89" y="137"/>
                    <a:pt x="90" y="137"/>
                  </a:cubicBezTo>
                  <a:cubicBezTo>
                    <a:pt x="91" y="136"/>
                    <a:pt x="92" y="136"/>
                    <a:pt x="93" y="136"/>
                  </a:cubicBezTo>
                  <a:cubicBezTo>
                    <a:pt x="95" y="136"/>
                    <a:pt x="97" y="137"/>
                    <a:pt x="99" y="136"/>
                  </a:cubicBezTo>
                  <a:cubicBezTo>
                    <a:pt x="100" y="136"/>
                    <a:pt x="102" y="134"/>
                    <a:pt x="103" y="134"/>
                  </a:cubicBezTo>
                  <a:cubicBezTo>
                    <a:pt x="104" y="133"/>
                    <a:pt x="106" y="131"/>
                    <a:pt x="107" y="130"/>
                  </a:cubicBezTo>
                  <a:cubicBezTo>
                    <a:pt x="108" y="129"/>
                    <a:pt x="109" y="126"/>
                    <a:pt x="110" y="125"/>
                  </a:cubicBezTo>
                  <a:cubicBezTo>
                    <a:pt x="110" y="123"/>
                    <a:pt x="112" y="120"/>
                    <a:pt x="113" y="118"/>
                  </a:cubicBezTo>
                  <a:cubicBezTo>
                    <a:pt x="113" y="117"/>
                    <a:pt x="113" y="114"/>
                    <a:pt x="113" y="113"/>
                  </a:cubicBezTo>
                  <a:cubicBezTo>
                    <a:pt x="113" y="110"/>
                    <a:pt x="111" y="106"/>
                    <a:pt x="110" y="104"/>
                  </a:cubicBezTo>
                  <a:cubicBezTo>
                    <a:pt x="110" y="102"/>
                    <a:pt x="109" y="97"/>
                    <a:pt x="109" y="94"/>
                  </a:cubicBezTo>
                  <a:cubicBezTo>
                    <a:pt x="108" y="92"/>
                    <a:pt x="108" y="89"/>
                    <a:pt x="108" y="87"/>
                  </a:cubicBezTo>
                  <a:cubicBezTo>
                    <a:pt x="108" y="85"/>
                    <a:pt x="108" y="82"/>
                    <a:pt x="109" y="81"/>
                  </a:cubicBezTo>
                  <a:cubicBezTo>
                    <a:pt x="110" y="80"/>
                    <a:pt x="113" y="78"/>
                    <a:pt x="115" y="78"/>
                  </a:cubicBezTo>
                  <a:cubicBezTo>
                    <a:pt x="116" y="77"/>
                    <a:pt x="118" y="77"/>
                    <a:pt x="119" y="76"/>
                  </a:cubicBezTo>
                  <a:cubicBezTo>
                    <a:pt x="120" y="75"/>
                    <a:pt x="123" y="73"/>
                    <a:pt x="124" y="72"/>
                  </a:cubicBezTo>
                  <a:cubicBezTo>
                    <a:pt x="124" y="70"/>
                    <a:pt x="125" y="66"/>
                    <a:pt x="126" y="65"/>
                  </a:cubicBezTo>
                  <a:cubicBezTo>
                    <a:pt x="126" y="63"/>
                    <a:pt x="127" y="61"/>
                    <a:pt x="127" y="60"/>
                  </a:cubicBezTo>
                  <a:cubicBezTo>
                    <a:pt x="127" y="58"/>
                    <a:pt x="125" y="55"/>
                    <a:pt x="125" y="54"/>
                  </a:cubicBezTo>
                  <a:cubicBezTo>
                    <a:pt x="124" y="53"/>
                    <a:pt x="123" y="52"/>
                    <a:pt x="122" y="51"/>
                  </a:cubicBezTo>
                  <a:cubicBezTo>
                    <a:pt x="121" y="51"/>
                    <a:pt x="118" y="52"/>
                    <a:pt x="117" y="52"/>
                  </a:cubicBezTo>
                  <a:cubicBezTo>
                    <a:pt x="116" y="51"/>
                    <a:pt x="115" y="49"/>
                    <a:pt x="114" y="48"/>
                  </a:cubicBezTo>
                  <a:cubicBezTo>
                    <a:pt x="114" y="47"/>
                    <a:pt x="115" y="44"/>
                    <a:pt x="115" y="43"/>
                  </a:cubicBezTo>
                  <a:cubicBezTo>
                    <a:pt x="115" y="42"/>
                    <a:pt x="113" y="40"/>
                    <a:pt x="113" y="39"/>
                  </a:cubicBezTo>
                  <a:cubicBezTo>
                    <a:pt x="112" y="37"/>
                    <a:pt x="111" y="35"/>
                    <a:pt x="111" y="33"/>
                  </a:cubicBezTo>
                  <a:cubicBezTo>
                    <a:pt x="111" y="32"/>
                    <a:pt x="111" y="29"/>
                    <a:pt x="111" y="28"/>
                  </a:cubicBezTo>
                  <a:cubicBezTo>
                    <a:pt x="112" y="27"/>
                    <a:pt x="114" y="24"/>
                    <a:pt x="115" y="24"/>
                  </a:cubicBezTo>
                  <a:cubicBezTo>
                    <a:pt x="117" y="22"/>
                    <a:pt x="121" y="20"/>
                    <a:pt x="124" y="20"/>
                  </a:cubicBezTo>
                  <a:cubicBezTo>
                    <a:pt x="126" y="20"/>
                    <a:pt x="130" y="20"/>
                    <a:pt x="132" y="20"/>
                  </a:cubicBezTo>
                  <a:cubicBezTo>
                    <a:pt x="134" y="20"/>
                    <a:pt x="138" y="20"/>
                    <a:pt x="140" y="20"/>
                  </a:cubicBezTo>
                  <a:cubicBezTo>
                    <a:pt x="142" y="20"/>
                    <a:pt x="146" y="19"/>
                    <a:pt x="148" y="19"/>
                  </a:cubicBezTo>
                  <a:cubicBezTo>
                    <a:pt x="149" y="18"/>
                    <a:pt x="150" y="17"/>
                    <a:pt x="151" y="16"/>
                  </a:cubicBezTo>
                  <a:cubicBezTo>
                    <a:pt x="152" y="15"/>
                    <a:pt x="154" y="14"/>
                    <a:pt x="155" y="13"/>
                  </a:cubicBezTo>
                  <a:cubicBezTo>
                    <a:pt x="156" y="12"/>
                    <a:pt x="158" y="10"/>
                    <a:pt x="159" y="9"/>
                  </a:cubicBezTo>
                  <a:cubicBezTo>
                    <a:pt x="160" y="8"/>
                    <a:pt x="162" y="7"/>
                    <a:pt x="163" y="7"/>
                  </a:cubicBezTo>
                  <a:cubicBezTo>
                    <a:pt x="164" y="6"/>
                    <a:pt x="166" y="6"/>
                    <a:pt x="167" y="6"/>
                  </a:cubicBezTo>
                  <a:cubicBezTo>
                    <a:pt x="168" y="6"/>
                    <a:pt x="171" y="4"/>
                    <a:pt x="172" y="3"/>
                  </a:cubicBezTo>
                  <a:cubicBezTo>
                    <a:pt x="172" y="3"/>
                    <a:pt x="174" y="1"/>
                    <a:pt x="174" y="1"/>
                  </a:cubicBezTo>
                  <a:cubicBezTo>
                    <a:pt x="175" y="1"/>
                    <a:pt x="177" y="0"/>
                    <a:pt x="178" y="1"/>
                  </a:cubicBezTo>
                  <a:cubicBezTo>
                    <a:pt x="178" y="1"/>
                    <a:pt x="179" y="2"/>
                    <a:pt x="180" y="3"/>
                  </a:cubicBezTo>
                  <a:cubicBezTo>
                    <a:pt x="180" y="3"/>
                    <a:pt x="180" y="5"/>
                    <a:pt x="180" y="6"/>
                  </a:cubicBezTo>
                  <a:cubicBezTo>
                    <a:pt x="181" y="7"/>
                    <a:pt x="182" y="11"/>
                    <a:pt x="182" y="12"/>
                  </a:cubicBezTo>
                  <a:cubicBezTo>
                    <a:pt x="183" y="14"/>
                    <a:pt x="183" y="17"/>
                    <a:pt x="183" y="18"/>
                  </a:cubicBezTo>
                  <a:cubicBezTo>
                    <a:pt x="183" y="19"/>
                    <a:pt x="183" y="22"/>
                    <a:pt x="183" y="23"/>
                  </a:cubicBezTo>
                  <a:cubicBezTo>
                    <a:pt x="184" y="24"/>
                    <a:pt x="186" y="26"/>
                    <a:pt x="186" y="27"/>
                  </a:cubicBezTo>
                  <a:cubicBezTo>
                    <a:pt x="186" y="28"/>
                    <a:pt x="186" y="32"/>
                    <a:pt x="186" y="33"/>
                  </a:cubicBezTo>
                  <a:cubicBezTo>
                    <a:pt x="187" y="34"/>
                    <a:pt x="186" y="37"/>
                    <a:pt x="186" y="38"/>
                  </a:cubicBezTo>
                  <a:cubicBezTo>
                    <a:pt x="186" y="39"/>
                    <a:pt x="188" y="42"/>
                    <a:pt x="189" y="42"/>
                  </a:cubicBezTo>
                  <a:cubicBezTo>
                    <a:pt x="189" y="43"/>
                    <a:pt x="192" y="43"/>
                    <a:pt x="193" y="43"/>
                  </a:cubicBezTo>
                  <a:cubicBezTo>
                    <a:pt x="194" y="42"/>
                    <a:pt x="195" y="40"/>
                    <a:pt x="196" y="39"/>
                  </a:cubicBezTo>
                  <a:cubicBezTo>
                    <a:pt x="196" y="38"/>
                    <a:pt x="198" y="36"/>
                    <a:pt x="199" y="36"/>
                  </a:cubicBezTo>
                  <a:cubicBezTo>
                    <a:pt x="199" y="35"/>
                    <a:pt x="200" y="33"/>
                    <a:pt x="201" y="32"/>
                  </a:cubicBezTo>
                  <a:cubicBezTo>
                    <a:pt x="202" y="31"/>
                    <a:pt x="205" y="32"/>
                    <a:pt x="206" y="32"/>
                  </a:cubicBezTo>
                  <a:cubicBezTo>
                    <a:pt x="208" y="32"/>
                    <a:pt x="212" y="30"/>
                    <a:pt x="214" y="30"/>
                  </a:cubicBezTo>
                  <a:cubicBezTo>
                    <a:pt x="215" y="29"/>
                    <a:pt x="218" y="29"/>
                    <a:pt x="220" y="29"/>
                  </a:cubicBezTo>
                  <a:cubicBezTo>
                    <a:pt x="222" y="29"/>
                    <a:pt x="225" y="29"/>
                    <a:pt x="227" y="29"/>
                  </a:cubicBezTo>
                  <a:cubicBezTo>
                    <a:pt x="228" y="29"/>
                    <a:pt x="230" y="30"/>
                    <a:pt x="231" y="30"/>
                  </a:cubicBezTo>
                  <a:cubicBezTo>
                    <a:pt x="232" y="30"/>
                    <a:pt x="234" y="29"/>
                    <a:pt x="235" y="28"/>
                  </a:cubicBezTo>
                  <a:cubicBezTo>
                    <a:pt x="235" y="27"/>
                    <a:pt x="234" y="25"/>
                    <a:pt x="234" y="24"/>
                  </a:cubicBezTo>
                  <a:cubicBezTo>
                    <a:pt x="234" y="23"/>
                    <a:pt x="233" y="20"/>
                    <a:pt x="234" y="18"/>
                  </a:cubicBezTo>
                  <a:cubicBezTo>
                    <a:pt x="234" y="18"/>
                    <a:pt x="236" y="17"/>
                    <a:pt x="237" y="17"/>
                  </a:cubicBezTo>
                  <a:cubicBezTo>
                    <a:pt x="237" y="16"/>
                    <a:pt x="238" y="16"/>
                    <a:pt x="239" y="15"/>
                  </a:cubicBezTo>
                  <a:cubicBezTo>
                    <a:pt x="240" y="17"/>
                    <a:pt x="240" y="18"/>
                    <a:pt x="241" y="18"/>
                  </a:cubicBezTo>
                  <a:cubicBezTo>
                    <a:pt x="242" y="19"/>
                    <a:pt x="244" y="19"/>
                    <a:pt x="245" y="19"/>
                  </a:cubicBezTo>
                  <a:cubicBezTo>
                    <a:pt x="246" y="20"/>
                    <a:pt x="248" y="22"/>
                    <a:pt x="249" y="23"/>
                  </a:cubicBezTo>
                  <a:cubicBezTo>
                    <a:pt x="250" y="23"/>
                    <a:pt x="252" y="24"/>
                    <a:pt x="253" y="24"/>
                  </a:cubicBezTo>
                  <a:cubicBezTo>
                    <a:pt x="254" y="24"/>
                    <a:pt x="256" y="24"/>
                    <a:pt x="257" y="25"/>
                  </a:cubicBezTo>
                  <a:cubicBezTo>
                    <a:pt x="258" y="25"/>
                    <a:pt x="260" y="26"/>
                    <a:pt x="260" y="27"/>
                  </a:cubicBezTo>
                  <a:cubicBezTo>
                    <a:pt x="261" y="28"/>
                    <a:pt x="261" y="30"/>
                    <a:pt x="262" y="31"/>
                  </a:cubicBezTo>
                  <a:cubicBezTo>
                    <a:pt x="262" y="33"/>
                    <a:pt x="262" y="36"/>
                    <a:pt x="263" y="38"/>
                  </a:cubicBezTo>
                  <a:cubicBezTo>
                    <a:pt x="263" y="40"/>
                    <a:pt x="263" y="43"/>
                    <a:pt x="263" y="45"/>
                  </a:cubicBezTo>
                  <a:cubicBezTo>
                    <a:pt x="263" y="48"/>
                    <a:pt x="262" y="53"/>
                    <a:pt x="262" y="55"/>
                  </a:cubicBezTo>
                  <a:cubicBezTo>
                    <a:pt x="261" y="58"/>
                    <a:pt x="261" y="63"/>
                    <a:pt x="262" y="65"/>
                  </a:cubicBezTo>
                  <a:cubicBezTo>
                    <a:pt x="262" y="67"/>
                    <a:pt x="262" y="71"/>
                    <a:pt x="263" y="73"/>
                  </a:cubicBezTo>
                  <a:cubicBezTo>
                    <a:pt x="263" y="75"/>
                    <a:pt x="264" y="77"/>
                    <a:pt x="264" y="78"/>
                  </a:cubicBezTo>
                  <a:cubicBezTo>
                    <a:pt x="265" y="79"/>
                    <a:pt x="266" y="82"/>
                    <a:pt x="267" y="82"/>
                  </a:cubicBezTo>
                  <a:cubicBezTo>
                    <a:pt x="268" y="83"/>
                    <a:pt x="270" y="84"/>
                    <a:pt x="271" y="84"/>
                  </a:cubicBezTo>
                  <a:cubicBezTo>
                    <a:pt x="273" y="85"/>
                    <a:pt x="276" y="85"/>
                    <a:pt x="277" y="86"/>
                  </a:cubicBezTo>
                  <a:cubicBezTo>
                    <a:pt x="279" y="86"/>
                    <a:pt x="281" y="87"/>
                    <a:pt x="282" y="87"/>
                  </a:cubicBezTo>
                  <a:cubicBezTo>
                    <a:pt x="284" y="88"/>
                    <a:pt x="286" y="89"/>
                    <a:pt x="288" y="90"/>
                  </a:cubicBezTo>
                  <a:cubicBezTo>
                    <a:pt x="289" y="91"/>
                    <a:pt x="291" y="93"/>
                    <a:pt x="292" y="94"/>
                  </a:cubicBezTo>
                  <a:cubicBezTo>
                    <a:pt x="294" y="94"/>
                    <a:pt x="296" y="94"/>
                    <a:pt x="297" y="94"/>
                  </a:cubicBezTo>
                  <a:cubicBezTo>
                    <a:pt x="298" y="94"/>
                    <a:pt x="302" y="94"/>
                    <a:pt x="302" y="94"/>
                  </a:cubicBezTo>
                  <a:cubicBezTo>
                    <a:pt x="303" y="94"/>
                    <a:pt x="307" y="95"/>
                    <a:pt x="309" y="94"/>
                  </a:cubicBezTo>
                  <a:cubicBezTo>
                    <a:pt x="310" y="94"/>
                    <a:pt x="313" y="94"/>
                    <a:pt x="314" y="94"/>
                  </a:cubicBezTo>
                  <a:cubicBezTo>
                    <a:pt x="315" y="93"/>
                    <a:pt x="318" y="93"/>
                    <a:pt x="319" y="93"/>
                  </a:cubicBezTo>
                  <a:cubicBezTo>
                    <a:pt x="321" y="93"/>
                    <a:pt x="323" y="93"/>
                    <a:pt x="324" y="92"/>
                  </a:cubicBezTo>
                  <a:cubicBezTo>
                    <a:pt x="324" y="92"/>
                    <a:pt x="325" y="91"/>
                    <a:pt x="326" y="91"/>
                  </a:cubicBezTo>
                  <a:cubicBezTo>
                    <a:pt x="326" y="90"/>
                    <a:pt x="327" y="89"/>
                    <a:pt x="327" y="88"/>
                  </a:cubicBezTo>
                  <a:cubicBezTo>
                    <a:pt x="327" y="87"/>
                    <a:pt x="327" y="86"/>
                    <a:pt x="327" y="85"/>
                  </a:cubicBezTo>
                  <a:cubicBezTo>
                    <a:pt x="327" y="84"/>
                    <a:pt x="325" y="82"/>
                    <a:pt x="325" y="81"/>
                  </a:cubicBezTo>
                  <a:cubicBezTo>
                    <a:pt x="325" y="80"/>
                    <a:pt x="325" y="78"/>
                    <a:pt x="325" y="77"/>
                  </a:cubicBezTo>
                  <a:cubicBezTo>
                    <a:pt x="324" y="76"/>
                    <a:pt x="323" y="73"/>
                    <a:pt x="323" y="72"/>
                  </a:cubicBezTo>
                  <a:cubicBezTo>
                    <a:pt x="323" y="71"/>
                    <a:pt x="323" y="69"/>
                    <a:pt x="323" y="68"/>
                  </a:cubicBezTo>
                  <a:cubicBezTo>
                    <a:pt x="323" y="67"/>
                    <a:pt x="323" y="65"/>
                    <a:pt x="324" y="64"/>
                  </a:cubicBezTo>
                  <a:cubicBezTo>
                    <a:pt x="324" y="63"/>
                    <a:pt x="326" y="61"/>
                    <a:pt x="326" y="60"/>
                  </a:cubicBezTo>
                  <a:cubicBezTo>
                    <a:pt x="327" y="59"/>
                    <a:pt x="328" y="57"/>
                    <a:pt x="328" y="55"/>
                  </a:cubicBezTo>
                  <a:cubicBezTo>
                    <a:pt x="328" y="54"/>
                    <a:pt x="328" y="52"/>
                    <a:pt x="328" y="51"/>
                  </a:cubicBezTo>
                  <a:cubicBezTo>
                    <a:pt x="328" y="49"/>
                    <a:pt x="328" y="47"/>
                    <a:pt x="329" y="46"/>
                  </a:cubicBezTo>
                  <a:cubicBezTo>
                    <a:pt x="329" y="44"/>
                    <a:pt x="330" y="41"/>
                    <a:pt x="331" y="40"/>
                  </a:cubicBezTo>
                  <a:cubicBezTo>
                    <a:pt x="331" y="40"/>
                    <a:pt x="332" y="39"/>
                    <a:pt x="333" y="39"/>
                  </a:cubicBezTo>
                  <a:cubicBezTo>
                    <a:pt x="334" y="38"/>
                    <a:pt x="336" y="39"/>
                    <a:pt x="337" y="39"/>
                  </a:cubicBezTo>
                  <a:cubicBezTo>
                    <a:pt x="339" y="39"/>
                    <a:pt x="342" y="40"/>
                    <a:pt x="343" y="40"/>
                  </a:cubicBezTo>
                  <a:cubicBezTo>
                    <a:pt x="344" y="41"/>
                    <a:pt x="345" y="42"/>
                    <a:pt x="345" y="42"/>
                  </a:cubicBezTo>
                  <a:cubicBezTo>
                    <a:pt x="346" y="43"/>
                    <a:pt x="349" y="43"/>
                    <a:pt x="350" y="42"/>
                  </a:cubicBezTo>
                  <a:cubicBezTo>
                    <a:pt x="350" y="42"/>
                    <a:pt x="351" y="40"/>
                    <a:pt x="352" y="40"/>
                  </a:cubicBezTo>
                  <a:cubicBezTo>
                    <a:pt x="352" y="39"/>
                    <a:pt x="354" y="40"/>
                    <a:pt x="355" y="40"/>
                  </a:cubicBezTo>
                  <a:cubicBezTo>
                    <a:pt x="356" y="41"/>
                    <a:pt x="356" y="44"/>
                    <a:pt x="356" y="46"/>
                  </a:cubicBezTo>
                  <a:cubicBezTo>
                    <a:pt x="357" y="48"/>
                    <a:pt x="356" y="52"/>
                    <a:pt x="356" y="54"/>
                  </a:cubicBezTo>
                  <a:cubicBezTo>
                    <a:pt x="357" y="55"/>
                    <a:pt x="357" y="58"/>
                    <a:pt x="357" y="59"/>
                  </a:cubicBezTo>
                  <a:cubicBezTo>
                    <a:pt x="358" y="61"/>
                    <a:pt x="357" y="65"/>
                    <a:pt x="357" y="67"/>
                  </a:cubicBezTo>
                  <a:cubicBezTo>
                    <a:pt x="358" y="68"/>
                    <a:pt x="358" y="71"/>
                    <a:pt x="359" y="72"/>
                  </a:cubicBezTo>
                  <a:cubicBezTo>
                    <a:pt x="359" y="72"/>
                    <a:pt x="361" y="73"/>
                    <a:pt x="362" y="73"/>
                  </a:cubicBezTo>
                  <a:cubicBezTo>
                    <a:pt x="364" y="73"/>
                    <a:pt x="366" y="73"/>
                    <a:pt x="368" y="73"/>
                  </a:cubicBezTo>
                  <a:cubicBezTo>
                    <a:pt x="369" y="73"/>
                    <a:pt x="371" y="73"/>
                    <a:pt x="372" y="73"/>
                  </a:cubicBezTo>
                  <a:cubicBezTo>
                    <a:pt x="373" y="73"/>
                    <a:pt x="374" y="73"/>
                    <a:pt x="375" y="74"/>
                  </a:cubicBezTo>
                  <a:cubicBezTo>
                    <a:pt x="376" y="74"/>
                    <a:pt x="377" y="76"/>
                    <a:pt x="378" y="76"/>
                  </a:cubicBezTo>
                  <a:cubicBezTo>
                    <a:pt x="378" y="77"/>
                    <a:pt x="379" y="78"/>
                    <a:pt x="379" y="79"/>
                  </a:cubicBezTo>
                  <a:cubicBezTo>
                    <a:pt x="380" y="80"/>
                    <a:pt x="382" y="81"/>
                    <a:pt x="383" y="81"/>
                  </a:cubicBezTo>
                  <a:cubicBezTo>
                    <a:pt x="384" y="82"/>
                    <a:pt x="386" y="83"/>
                    <a:pt x="386" y="84"/>
                  </a:cubicBezTo>
                  <a:cubicBezTo>
                    <a:pt x="387" y="84"/>
                    <a:pt x="389" y="85"/>
                    <a:pt x="390" y="86"/>
                  </a:cubicBezTo>
                  <a:cubicBezTo>
                    <a:pt x="390" y="86"/>
                    <a:pt x="391" y="88"/>
                    <a:pt x="391" y="88"/>
                  </a:cubicBezTo>
                  <a:cubicBezTo>
                    <a:pt x="392" y="90"/>
                    <a:pt x="394" y="92"/>
                    <a:pt x="395" y="93"/>
                  </a:cubicBezTo>
                  <a:cubicBezTo>
                    <a:pt x="395" y="95"/>
                    <a:pt x="397" y="97"/>
                    <a:pt x="397" y="98"/>
                  </a:cubicBezTo>
                  <a:cubicBezTo>
                    <a:pt x="398" y="99"/>
                    <a:pt x="399" y="100"/>
                    <a:pt x="400" y="101"/>
                  </a:cubicBezTo>
                  <a:cubicBezTo>
                    <a:pt x="401" y="102"/>
                    <a:pt x="402" y="105"/>
                    <a:pt x="403" y="106"/>
                  </a:cubicBezTo>
                  <a:cubicBezTo>
                    <a:pt x="404" y="107"/>
                    <a:pt x="404" y="110"/>
                    <a:pt x="404" y="111"/>
                  </a:cubicBezTo>
                  <a:cubicBezTo>
                    <a:pt x="404" y="112"/>
                    <a:pt x="404" y="115"/>
                    <a:pt x="404" y="116"/>
                  </a:cubicBezTo>
                  <a:cubicBezTo>
                    <a:pt x="403" y="117"/>
                    <a:pt x="402" y="119"/>
                    <a:pt x="402" y="120"/>
                  </a:cubicBezTo>
                  <a:cubicBezTo>
                    <a:pt x="402" y="121"/>
                    <a:pt x="401" y="123"/>
                    <a:pt x="400" y="124"/>
                  </a:cubicBezTo>
                  <a:cubicBezTo>
                    <a:pt x="400" y="125"/>
                    <a:pt x="398" y="127"/>
                    <a:pt x="398" y="128"/>
                  </a:cubicBezTo>
                  <a:cubicBezTo>
                    <a:pt x="398" y="129"/>
                    <a:pt x="398" y="130"/>
                    <a:pt x="398" y="131"/>
                  </a:cubicBezTo>
                  <a:cubicBezTo>
                    <a:pt x="398" y="132"/>
                    <a:pt x="398" y="134"/>
                    <a:pt x="399" y="135"/>
                  </a:cubicBezTo>
                  <a:cubicBezTo>
                    <a:pt x="399" y="135"/>
                    <a:pt x="400" y="136"/>
                    <a:pt x="401" y="137"/>
                  </a:cubicBezTo>
                  <a:cubicBezTo>
                    <a:pt x="400" y="138"/>
                    <a:pt x="398" y="140"/>
                    <a:pt x="397" y="140"/>
                  </a:cubicBezTo>
                  <a:cubicBezTo>
                    <a:pt x="397" y="141"/>
                    <a:pt x="395" y="141"/>
                    <a:pt x="395" y="141"/>
                  </a:cubicBezTo>
                  <a:cubicBezTo>
                    <a:pt x="394" y="141"/>
                    <a:pt x="391" y="140"/>
                    <a:pt x="390" y="139"/>
                  </a:cubicBezTo>
                  <a:cubicBezTo>
                    <a:pt x="389" y="138"/>
                    <a:pt x="386" y="134"/>
                    <a:pt x="385" y="133"/>
                  </a:cubicBezTo>
                  <a:cubicBezTo>
                    <a:pt x="383" y="131"/>
                    <a:pt x="379" y="128"/>
                    <a:pt x="376" y="127"/>
                  </a:cubicBezTo>
                  <a:cubicBezTo>
                    <a:pt x="375" y="126"/>
                    <a:pt x="372" y="125"/>
                    <a:pt x="371" y="124"/>
                  </a:cubicBezTo>
                  <a:cubicBezTo>
                    <a:pt x="370" y="124"/>
                    <a:pt x="368" y="123"/>
                    <a:pt x="367" y="123"/>
                  </a:cubicBezTo>
                  <a:cubicBezTo>
                    <a:pt x="366" y="123"/>
                    <a:pt x="363" y="123"/>
                    <a:pt x="362" y="124"/>
                  </a:cubicBezTo>
                  <a:cubicBezTo>
                    <a:pt x="361" y="124"/>
                    <a:pt x="359" y="125"/>
                    <a:pt x="359" y="126"/>
                  </a:cubicBezTo>
                  <a:cubicBezTo>
                    <a:pt x="358" y="126"/>
                    <a:pt x="357" y="128"/>
                    <a:pt x="357" y="129"/>
                  </a:cubicBezTo>
                  <a:cubicBezTo>
                    <a:pt x="356" y="131"/>
                    <a:pt x="356" y="134"/>
                    <a:pt x="355" y="135"/>
                  </a:cubicBezTo>
                  <a:cubicBezTo>
                    <a:pt x="354" y="136"/>
                    <a:pt x="352" y="138"/>
                    <a:pt x="351" y="140"/>
                  </a:cubicBezTo>
                  <a:cubicBezTo>
                    <a:pt x="350" y="141"/>
                    <a:pt x="348" y="143"/>
                    <a:pt x="348" y="144"/>
                  </a:cubicBezTo>
                  <a:cubicBezTo>
                    <a:pt x="347" y="146"/>
                    <a:pt x="347" y="149"/>
                    <a:pt x="347" y="151"/>
                  </a:cubicBezTo>
                  <a:cubicBezTo>
                    <a:pt x="346" y="152"/>
                    <a:pt x="347" y="155"/>
                    <a:pt x="347" y="156"/>
                  </a:cubicBezTo>
                  <a:cubicBezTo>
                    <a:pt x="347" y="158"/>
                    <a:pt x="348" y="161"/>
                    <a:pt x="349" y="162"/>
                  </a:cubicBezTo>
                  <a:cubicBezTo>
                    <a:pt x="350" y="163"/>
                    <a:pt x="351" y="165"/>
                    <a:pt x="352" y="166"/>
                  </a:cubicBezTo>
                  <a:cubicBezTo>
                    <a:pt x="353" y="167"/>
                    <a:pt x="355" y="169"/>
                    <a:pt x="356" y="169"/>
                  </a:cubicBezTo>
                  <a:cubicBezTo>
                    <a:pt x="357" y="170"/>
                    <a:pt x="359" y="171"/>
                    <a:pt x="360" y="172"/>
                  </a:cubicBezTo>
                  <a:cubicBezTo>
                    <a:pt x="361" y="172"/>
                    <a:pt x="363" y="173"/>
                    <a:pt x="364" y="174"/>
                  </a:cubicBezTo>
                  <a:cubicBezTo>
                    <a:pt x="364" y="175"/>
                    <a:pt x="364" y="177"/>
                    <a:pt x="364" y="178"/>
                  </a:cubicBezTo>
                  <a:cubicBezTo>
                    <a:pt x="365" y="179"/>
                    <a:pt x="365" y="182"/>
                    <a:pt x="364" y="183"/>
                  </a:cubicBezTo>
                  <a:cubicBezTo>
                    <a:pt x="364" y="184"/>
                    <a:pt x="364" y="186"/>
                    <a:pt x="363" y="187"/>
                  </a:cubicBezTo>
                  <a:cubicBezTo>
                    <a:pt x="362" y="188"/>
                    <a:pt x="359" y="191"/>
                    <a:pt x="358" y="192"/>
                  </a:cubicBezTo>
                  <a:cubicBezTo>
                    <a:pt x="357" y="193"/>
                    <a:pt x="354" y="196"/>
                    <a:pt x="353" y="197"/>
                  </a:cubicBezTo>
                  <a:cubicBezTo>
                    <a:pt x="351" y="199"/>
                    <a:pt x="348" y="202"/>
                    <a:pt x="346" y="204"/>
                  </a:cubicBezTo>
                  <a:cubicBezTo>
                    <a:pt x="345" y="205"/>
                    <a:pt x="343" y="206"/>
                    <a:pt x="342" y="207"/>
                  </a:cubicBezTo>
                  <a:cubicBezTo>
                    <a:pt x="341" y="208"/>
                    <a:pt x="340" y="209"/>
                    <a:pt x="339" y="210"/>
                  </a:cubicBezTo>
                  <a:cubicBezTo>
                    <a:pt x="338" y="212"/>
                    <a:pt x="337" y="216"/>
                    <a:pt x="335" y="218"/>
                  </a:cubicBezTo>
                  <a:cubicBezTo>
                    <a:pt x="334" y="219"/>
                    <a:pt x="332" y="223"/>
                    <a:pt x="331" y="225"/>
                  </a:cubicBezTo>
                  <a:cubicBezTo>
                    <a:pt x="330" y="226"/>
                    <a:pt x="328" y="229"/>
                    <a:pt x="327" y="231"/>
                  </a:cubicBezTo>
                  <a:cubicBezTo>
                    <a:pt x="326" y="232"/>
                    <a:pt x="324" y="235"/>
                    <a:pt x="323" y="236"/>
                  </a:cubicBezTo>
                  <a:cubicBezTo>
                    <a:pt x="322" y="237"/>
                    <a:pt x="319" y="240"/>
                    <a:pt x="318" y="242"/>
                  </a:cubicBezTo>
                  <a:cubicBezTo>
                    <a:pt x="317" y="243"/>
                    <a:pt x="315" y="246"/>
                    <a:pt x="314" y="246"/>
                  </a:cubicBezTo>
                  <a:cubicBezTo>
                    <a:pt x="313" y="247"/>
                    <a:pt x="310" y="247"/>
                    <a:pt x="309" y="246"/>
                  </a:cubicBezTo>
                  <a:cubicBezTo>
                    <a:pt x="309" y="246"/>
                    <a:pt x="307" y="245"/>
                    <a:pt x="306" y="245"/>
                  </a:cubicBezTo>
                  <a:cubicBezTo>
                    <a:pt x="306" y="245"/>
                    <a:pt x="304" y="244"/>
                    <a:pt x="303" y="244"/>
                  </a:cubicBezTo>
                  <a:cubicBezTo>
                    <a:pt x="303" y="244"/>
                    <a:pt x="301" y="244"/>
                    <a:pt x="301" y="244"/>
                  </a:cubicBezTo>
                  <a:cubicBezTo>
                    <a:pt x="300" y="244"/>
                    <a:pt x="298" y="245"/>
                    <a:pt x="298" y="246"/>
                  </a:cubicBezTo>
                  <a:cubicBezTo>
                    <a:pt x="297" y="246"/>
                    <a:pt x="297" y="248"/>
                    <a:pt x="297" y="249"/>
                  </a:cubicBezTo>
                  <a:cubicBezTo>
                    <a:pt x="296" y="250"/>
                    <a:pt x="297" y="252"/>
                    <a:pt x="296" y="253"/>
                  </a:cubicBezTo>
                  <a:cubicBezTo>
                    <a:pt x="296" y="254"/>
                    <a:pt x="296" y="257"/>
                    <a:pt x="295" y="258"/>
                  </a:cubicBezTo>
                  <a:cubicBezTo>
                    <a:pt x="294" y="259"/>
                    <a:pt x="293" y="260"/>
                    <a:pt x="292" y="261"/>
                  </a:cubicBezTo>
                  <a:cubicBezTo>
                    <a:pt x="291" y="262"/>
                    <a:pt x="288" y="263"/>
                    <a:pt x="287" y="264"/>
                  </a:cubicBezTo>
                  <a:cubicBezTo>
                    <a:pt x="285" y="265"/>
                    <a:pt x="282" y="268"/>
                    <a:pt x="281" y="270"/>
                  </a:cubicBezTo>
                  <a:cubicBezTo>
                    <a:pt x="280" y="271"/>
                    <a:pt x="279" y="273"/>
                    <a:pt x="278" y="275"/>
                  </a:cubicBezTo>
                  <a:cubicBezTo>
                    <a:pt x="277" y="275"/>
                    <a:pt x="275" y="276"/>
                    <a:pt x="275" y="277"/>
                  </a:cubicBezTo>
                  <a:cubicBezTo>
                    <a:pt x="274" y="278"/>
                    <a:pt x="273" y="280"/>
                    <a:pt x="272" y="281"/>
                  </a:cubicBezTo>
                  <a:cubicBezTo>
                    <a:pt x="272" y="282"/>
                    <a:pt x="271" y="284"/>
                    <a:pt x="270" y="285"/>
                  </a:cubicBezTo>
                  <a:cubicBezTo>
                    <a:pt x="269" y="286"/>
                    <a:pt x="267" y="288"/>
                    <a:pt x="266" y="288"/>
                  </a:cubicBezTo>
                  <a:cubicBezTo>
                    <a:pt x="265" y="288"/>
                    <a:pt x="262" y="288"/>
                    <a:pt x="260" y="288"/>
                  </a:cubicBezTo>
                  <a:cubicBezTo>
                    <a:pt x="259" y="289"/>
                    <a:pt x="255" y="290"/>
                    <a:pt x="254" y="290"/>
                  </a:cubicBezTo>
                  <a:cubicBezTo>
                    <a:pt x="253" y="291"/>
                    <a:pt x="251" y="292"/>
                    <a:pt x="250" y="293"/>
                  </a:cubicBezTo>
                  <a:cubicBezTo>
                    <a:pt x="249" y="293"/>
                    <a:pt x="247" y="294"/>
                    <a:pt x="247" y="295"/>
                  </a:cubicBezTo>
                  <a:cubicBezTo>
                    <a:pt x="245" y="297"/>
                    <a:pt x="243" y="301"/>
                    <a:pt x="241" y="303"/>
                  </a:cubicBezTo>
                  <a:cubicBezTo>
                    <a:pt x="241" y="304"/>
                    <a:pt x="240" y="306"/>
                    <a:pt x="239" y="307"/>
                  </a:cubicBezTo>
                  <a:cubicBezTo>
                    <a:pt x="239" y="308"/>
                    <a:pt x="237" y="310"/>
                    <a:pt x="237" y="311"/>
                  </a:cubicBezTo>
                  <a:cubicBezTo>
                    <a:pt x="236" y="312"/>
                    <a:pt x="235" y="313"/>
                    <a:pt x="234" y="314"/>
                  </a:cubicBezTo>
                  <a:cubicBezTo>
                    <a:pt x="233" y="315"/>
                    <a:pt x="232" y="317"/>
                    <a:pt x="232" y="318"/>
                  </a:cubicBezTo>
                  <a:cubicBezTo>
                    <a:pt x="232" y="319"/>
                    <a:pt x="233" y="320"/>
                    <a:pt x="233" y="321"/>
                  </a:cubicBezTo>
                  <a:cubicBezTo>
                    <a:pt x="234" y="322"/>
                    <a:pt x="237" y="323"/>
                    <a:pt x="238" y="323"/>
                  </a:cubicBezTo>
                  <a:cubicBezTo>
                    <a:pt x="239" y="324"/>
                    <a:pt x="241" y="325"/>
                    <a:pt x="242" y="325"/>
                  </a:cubicBezTo>
                  <a:cubicBezTo>
                    <a:pt x="243" y="326"/>
                    <a:pt x="245" y="327"/>
                    <a:pt x="246" y="327"/>
                  </a:cubicBezTo>
                  <a:cubicBezTo>
                    <a:pt x="246" y="328"/>
                    <a:pt x="248" y="329"/>
                    <a:pt x="249" y="330"/>
                  </a:cubicBezTo>
                  <a:cubicBezTo>
                    <a:pt x="249" y="331"/>
                    <a:pt x="251" y="333"/>
                    <a:pt x="251" y="334"/>
                  </a:cubicBezTo>
                  <a:cubicBezTo>
                    <a:pt x="252" y="335"/>
                    <a:pt x="252" y="338"/>
                    <a:pt x="252" y="339"/>
                  </a:cubicBezTo>
                  <a:cubicBezTo>
                    <a:pt x="253" y="340"/>
                    <a:pt x="254" y="340"/>
                    <a:pt x="255" y="341"/>
                  </a:cubicBezTo>
                  <a:cubicBezTo>
                    <a:pt x="256" y="342"/>
                    <a:pt x="257" y="344"/>
                    <a:pt x="258" y="345"/>
                  </a:cubicBezTo>
                  <a:cubicBezTo>
                    <a:pt x="258" y="346"/>
                    <a:pt x="259" y="348"/>
                    <a:pt x="259" y="348"/>
                  </a:cubicBezTo>
                  <a:cubicBezTo>
                    <a:pt x="259" y="350"/>
                    <a:pt x="260" y="353"/>
                    <a:pt x="260" y="354"/>
                  </a:cubicBezTo>
                  <a:cubicBezTo>
                    <a:pt x="260" y="355"/>
                    <a:pt x="261" y="357"/>
                    <a:pt x="261" y="357"/>
                  </a:cubicBezTo>
                  <a:cubicBezTo>
                    <a:pt x="261" y="358"/>
                    <a:pt x="263" y="360"/>
                    <a:pt x="264" y="361"/>
                  </a:cubicBezTo>
                  <a:cubicBezTo>
                    <a:pt x="264" y="361"/>
                    <a:pt x="264" y="362"/>
                    <a:pt x="265" y="36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38"/>
            <p:cNvSpPr>
              <a:spLocks/>
            </p:cNvSpPr>
            <p:nvPr/>
          </p:nvSpPr>
          <p:spPr bwMode="auto">
            <a:xfrm>
              <a:off x="4071938" y="1273175"/>
              <a:ext cx="539750" cy="349250"/>
            </a:xfrm>
            <a:custGeom>
              <a:avLst/>
              <a:gdLst/>
              <a:ahLst/>
              <a:cxnLst>
                <a:cxn ang="0">
                  <a:pos x="261" y="208"/>
                </a:cxn>
                <a:cxn ang="0">
                  <a:pos x="246" y="205"/>
                </a:cxn>
                <a:cxn ang="0">
                  <a:pos x="225" y="197"/>
                </a:cxn>
                <a:cxn ang="0">
                  <a:pos x="218" y="182"/>
                </a:cxn>
                <a:cxn ang="0">
                  <a:pos x="201" y="175"/>
                </a:cxn>
                <a:cxn ang="0">
                  <a:pos x="181" y="185"/>
                </a:cxn>
                <a:cxn ang="0">
                  <a:pos x="158" y="190"/>
                </a:cxn>
                <a:cxn ang="0">
                  <a:pos x="129" y="192"/>
                </a:cxn>
                <a:cxn ang="0">
                  <a:pos x="105" y="191"/>
                </a:cxn>
                <a:cxn ang="0">
                  <a:pos x="89" y="202"/>
                </a:cxn>
                <a:cxn ang="0">
                  <a:pos x="65" y="198"/>
                </a:cxn>
                <a:cxn ang="0">
                  <a:pos x="75" y="187"/>
                </a:cxn>
                <a:cxn ang="0">
                  <a:pos x="66" y="174"/>
                </a:cxn>
                <a:cxn ang="0">
                  <a:pos x="46" y="160"/>
                </a:cxn>
                <a:cxn ang="0">
                  <a:pos x="27" y="154"/>
                </a:cxn>
                <a:cxn ang="0">
                  <a:pos x="13" y="147"/>
                </a:cxn>
                <a:cxn ang="0">
                  <a:pos x="6" y="137"/>
                </a:cxn>
                <a:cxn ang="0">
                  <a:pos x="6" y="126"/>
                </a:cxn>
                <a:cxn ang="0">
                  <a:pos x="18" y="130"/>
                </a:cxn>
                <a:cxn ang="0">
                  <a:pos x="7" y="120"/>
                </a:cxn>
                <a:cxn ang="0">
                  <a:pos x="0" y="96"/>
                </a:cxn>
                <a:cxn ang="0">
                  <a:pos x="17" y="91"/>
                </a:cxn>
                <a:cxn ang="0">
                  <a:pos x="32" y="83"/>
                </a:cxn>
                <a:cxn ang="0">
                  <a:pos x="51" y="82"/>
                </a:cxn>
                <a:cxn ang="0">
                  <a:pos x="68" y="82"/>
                </a:cxn>
                <a:cxn ang="0">
                  <a:pos x="82" y="86"/>
                </a:cxn>
                <a:cxn ang="0">
                  <a:pos x="94" y="78"/>
                </a:cxn>
                <a:cxn ang="0">
                  <a:pos x="95" y="63"/>
                </a:cxn>
                <a:cxn ang="0">
                  <a:pos x="99" y="47"/>
                </a:cxn>
                <a:cxn ang="0">
                  <a:pos x="110" y="40"/>
                </a:cxn>
                <a:cxn ang="0">
                  <a:pos x="127" y="30"/>
                </a:cxn>
                <a:cxn ang="0">
                  <a:pos x="150" y="26"/>
                </a:cxn>
                <a:cxn ang="0">
                  <a:pos x="168" y="24"/>
                </a:cxn>
                <a:cxn ang="0">
                  <a:pos x="191" y="12"/>
                </a:cxn>
                <a:cxn ang="0">
                  <a:pos x="207" y="6"/>
                </a:cxn>
                <a:cxn ang="0">
                  <a:pos x="226" y="2"/>
                </a:cxn>
                <a:cxn ang="0">
                  <a:pos x="243" y="11"/>
                </a:cxn>
                <a:cxn ang="0">
                  <a:pos x="237" y="29"/>
                </a:cxn>
                <a:cxn ang="0">
                  <a:pos x="232" y="46"/>
                </a:cxn>
                <a:cxn ang="0">
                  <a:pos x="234" y="58"/>
                </a:cxn>
                <a:cxn ang="0">
                  <a:pos x="245" y="57"/>
                </a:cxn>
                <a:cxn ang="0">
                  <a:pos x="257" y="53"/>
                </a:cxn>
                <a:cxn ang="0">
                  <a:pos x="263" y="71"/>
                </a:cxn>
                <a:cxn ang="0">
                  <a:pos x="265" y="90"/>
                </a:cxn>
                <a:cxn ang="0">
                  <a:pos x="289" y="99"/>
                </a:cxn>
                <a:cxn ang="0">
                  <a:pos x="314" y="94"/>
                </a:cxn>
                <a:cxn ang="0">
                  <a:pos x="324" y="105"/>
                </a:cxn>
                <a:cxn ang="0">
                  <a:pos x="310" y="125"/>
                </a:cxn>
                <a:cxn ang="0">
                  <a:pos x="298" y="139"/>
                </a:cxn>
                <a:cxn ang="0">
                  <a:pos x="286" y="149"/>
                </a:cxn>
                <a:cxn ang="0">
                  <a:pos x="282" y="166"/>
                </a:cxn>
                <a:cxn ang="0">
                  <a:pos x="272" y="185"/>
                </a:cxn>
              </a:cxnLst>
              <a:rect l="0" t="0" r="r" b="b"/>
              <a:pathLst>
                <a:path w="325" h="211">
                  <a:moveTo>
                    <a:pt x="274" y="192"/>
                  </a:moveTo>
                  <a:cubicBezTo>
                    <a:pt x="273" y="193"/>
                    <a:pt x="272" y="195"/>
                    <a:pt x="271" y="196"/>
                  </a:cubicBezTo>
                  <a:cubicBezTo>
                    <a:pt x="270" y="198"/>
                    <a:pt x="269" y="202"/>
                    <a:pt x="268" y="203"/>
                  </a:cubicBezTo>
                  <a:cubicBezTo>
                    <a:pt x="267" y="205"/>
                    <a:pt x="263" y="207"/>
                    <a:pt x="261" y="208"/>
                  </a:cubicBezTo>
                  <a:cubicBezTo>
                    <a:pt x="260" y="208"/>
                    <a:pt x="258" y="210"/>
                    <a:pt x="256" y="211"/>
                  </a:cubicBezTo>
                  <a:cubicBezTo>
                    <a:pt x="255" y="211"/>
                    <a:pt x="254" y="211"/>
                    <a:pt x="253" y="211"/>
                  </a:cubicBezTo>
                  <a:cubicBezTo>
                    <a:pt x="252" y="210"/>
                    <a:pt x="250" y="209"/>
                    <a:pt x="249" y="208"/>
                  </a:cubicBezTo>
                  <a:cubicBezTo>
                    <a:pt x="248" y="207"/>
                    <a:pt x="247" y="205"/>
                    <a:pt x="246" y="205"/>
                  </a:cubicBezTo>
                  <a:cubicBezTo>
                    <a:pt x="244" y="204"/>
                    <a:pt x="242" y="204"/>
                    <a:pt x="241" y="204"/>
                  </a:cubicBezTo>
                  <a:cubicBezTo>
                    <a:pt x="240" y="204"/>
                    <a:pt x="238" y="204"/>
                    <a:pt x="237" y="204"/>
                  </a:cubicBezTo>
                  <a:cubicBezTo>
                    <a:pt x="235" y="204"/>
                    <a:pt x="232" y="202"/>
                    <a:pt x="230" y="201"/>
                  </a:cubicBezTo>
                  <a:cubicBezTo>
                    <a:pt x="229" y="200"/>
                    <a:pt x="226" y="198"/>
                    <a:pt x="225" y="197"/>
                  </a:cubicBezTo>
                  <a:cubicBezTo>
                    <a:pt x="225" y="196"/>
                    <a:pt x="225" y="194"/>
                    <a:pt x="225" y="192"/>
                  </a:cubicBezTo>
                  <a:cubicBezTo>
                    <a:pt x="225" y="192"/>
                    <a:pt x="224" y="190"/>
                    <a:pt x="224" y="190"/>
                  </a:cubicBezTo>
                  <a:cubicBezTo>
                    <a:pt x="223" y="189"/>
                    <a:pt x="220" y="187"/>
                    <a:pt x="219" y="185"/>
                  </a:cubicBezTo>
                  <a:cubicBezTo>
                    <a:pt x="219" y="185"/>
                    <a:pt x="219" y="183"/>
                    <a:pt x="218" y="182"/>
                  </a:cubicBezTo>
                  <a:cubicBezTo>
                    <a:pt x="218" y="181"/>
                    <a:pt x="217" y="179"/>
                    <a:pt x="216" y="179"/>
                  </a:cubicBezTo>
                  <a:cubicBezTo>
                    <a:pt x="215" y="178"/>
                    <a:pt x="211" y="178"/>
                    <a:pt x="209" y="177"/>
                  </a:cubicBezTo>
                  <a:cubicBezTo>
                    <a:pt x="208" y="177"/>
                    <a:pt x="208" y="175"/>
                    <a:pt x="207" y="175"/>
                  </a:cubicBezTo>
                  <a:cubicBezTo>
                    <a:pt x="206" y="174"/>
                    <a:pt x="203" y="175"/>
                    <a:pt x="201" y="175"/>
                  </a:cubicBezTo>
                  <a:cubicBezTo>
                    <a:pt x="200" y="175"/>
                    <a:pt x="196" y="174"/>
                    <a:pt x="195" y="175"/>
                  </a:cubicBezTo>
                  <a:cubicBezTo>
                    <a:pt x="194" y="175"/>
                    <a:pt x="191" y="177"/>
                    <a:pt x="190" y="178"/>
                  </a:cubicBezTo>
                  <a:cubicBezTo>
                    <a:pt x="189" y="179"/>
                    <a:pt x="188" y="181"/>
                    <a:pt x="187" y="182"/>
                  </a:cubicBezTo>
                  <a:cubicBezTo>
                    <a:pt x="185" y="183"/>
                    <a:pt x="182" y="184"/>
                    <a:pt x="181" y="185"/>
                  </a:cubicBezTo>
                  <a:cubicBezTo>
                    <a:pt x="180" y="185"/>
                    <a:pt x="179" y="188"/>
                    <a:pt x="178" y="188"/>
                  </a:cubicBezTo>
                  <a:cubicBezTo>
                    <a:pt x="176" y="190"/>
                    <a:pt x="171" y="191"/>
                    <a:pt x="169" y="191"/>
                  </a:cubicBezTo>
                  <a:cubicBezTo>
                    <a:pt x="167" y="192"/>
                    <a:pt x="164" y="192"/>
                    <a:pt x="162" y="192"/>
                  </a:cubicBezTo>
                  <a:cubicBezTo>
                    <a:pt x="161" y="191"/>
                    <a:pt x="159" y="190"/>
                    <a:pt x="158" y="190"/>
                  </a:cubicBezTo>
                  <a:cubicBezTo>
                    <a:pt x="157" y="190"/>
                    <a:pt x="156" y="189"/>
                    <a:pt x="155" y="190"/>
                  </a:cubicBezTo>
                  <a:cubicBezTo>
                    <a:pt x="153" y="190"/>
                    <a:pt x="150" y="191"/>
                    <a:pt x="149" y="192"/>
                  </a:cubicBezTo>
                  <a:cubicBezTo>
                    <a:pt x="146" y="192"/>
                    <a:pt x="142" y="193"/>
                    <a:pt x="140" y="193"/>
                  </a:cubicBezTo>
                  <a:cubicBezTo>
                    <a:pt x="137" y="193"/>
                    <a:pt x="131" y="192"/>
                    <a:pt x="129" y="192"/>
                  </a:cubicBezTo>
                  <a:cubicBezTo>
                    <a:pt x="126" y="192"/>
                    <a:pt x="122" y="191"/>
                    <a:pt x="120" y="190"/>
                  </a:cubicBezTo>
                  <a:cubicBezTo>
                    <a:pt x="119" y="190"/>
                    <a:pt x="116" y="189"/>
                    <a:pt x="115" y="189"/>
                  </a:cubicBezTo>
                  <a:cubicBezTo>
                    <a:pt x="114" y="189"/>
                    <a:pt x="111" y="189"/>
                    <a:pt x="110" y="189"/>
                  </a:cubicBezTo>
                  <a:cubicBezTo>
                    <a:pt x="109" y="189"/>
                    <a:pt x="106" y="191"/>
                    <a:pt x="105" y="191"/>
                  </a:cubicBezTo>
                  <a:cubicBezTo>
                    <a:pt x="104" y="192"/>
                    <a:pt x="102" y="193"/>
                    <a:pt x="101" y="194"/>
                  </a:cubicBezTo>
                  <a:cubicBezTo>
                    <a:pt x="100" y="195"/>
                    <a:pt x="99" y="197"/>
                    <a:pt x="99" y="198"/>
                  </a:cubicBezTo>
                  <a:cubicBezTo>
                    <a:pt x="98" y="198"/>
                    <a:pt x="96" y="200"/>
                    <a:pt x="95" y="200"/>
                  </a:cubicBezTo>
                  <a:cubicBezTo>
                    <a:pt x="94" y="201"/>
                    <a:pt x="90" y="202"/>
                    <a:pt x="89" y="202"/>
                  </a:cubicBezTo>
                  <a:cubicBezTo>
                    <a:pt x="87" y="203"/>
                    <a:pt x="84" y="203"/>
                    <a:pt x="82" y="203"/>
                  </a:cubicBezTo>
                  <a:cubicBezTo>
                    <a:pt x="80" y="203"/>
                    <a:pt x="76" y="204"/>
                    <a:pt x="74" y="204"/>
                  </a:cubicBezTo>
                  <a:cubicBezTo>
                    <a:pt x="72" y="203"/>
                    <a:pt x="68" y="203"/>
                    <a:pt x="66" y="202"/>
                  </a:cubicBezTo>
                  <a:cubicBezTo>
                    <a:pt x="66" y="201"/>
                    <a:pt x="65" y="199"/>
                    <a:pt x="65" y="198"/>
                  </a:cubicBezTo>
                  <a:cubicBezTo>
                    <a:pt x="65" y="196"/>
                    <a:pt x="65" y="194"/>
                    <a:pt x="66" y="193"/>
                  </a:cubicBezTo>
                  <a:cubicBezTo>
                    <a:pt x="66" y="192"/>
                    <a:pt x="68" y="191"/>
                    <a:pt x="69" y="191"/>
                  </a:cubicBezTo>
                  <a:cubicBezTo>
                    <a:pt x="70" y="190"/>
                    <a:pt x="72" y="191"/>
                    <a:pt x="73" y="190"/>
                  </a:cubicBezTo>
                  <a:cubicBezTo>
                    <a:pt x="74" y="189"/>
                    <a:pt x="75" y="188"/>
                    <a:pt x="75" y="187"/>
                  </a:cubicBezTo>
                  <a:cubicBezTo>
                    <a:pt x="76" y="186"/>
                    <a:pt x="76" y="184"/>
                    <a:pt x="76" y="183"/>
                  </a:cubicBezTo>
                  <a:cubicBezTo>
                    <a:pt x="76" y="181"/>
                    <a:pt x="73" y="180"/>
                    <a:pt x="73" y="178"/>
                  </a:cubicBezTo>
                  <a:cubicBezTo>
                    <a:pt x="72" y="177"/>
                    <a:pt x="71" y="175"/>
                    <a:pt x="70" y="174"/>
                  </a:cubicBezTo>
                  <a:cubicBezTo>
                    <a:pt x="69" y="174"/>
                    <a:pt x="67" y="175"/>
                    <a:pt x="66" y="174"/>
                  </a:cubicBezTo>
                  <a:cubicBezTo>
                    <a:pt x="65" y="174"/>
                    <a:pt x="62" y="173"/>
                    <a:pt x="61" y="172"/>
                  </a:cubicBezTo>
                  <a:cubicBezTo>
                    <a:pt x="60" y="171"/>
                    <a:pt x="56" y="168"/>
                    <a:pt x="55" y="167"/>
                  </a:cubicBezTo>
                  <a:cubicBezTo>
                    <a:pt x="54" y="166"/>
                    <a:pt x="52" y="163"/>
                    <a:pt x="51" y="162"/>
                  </a:cubicBezTo>
                  <a:cubicBezTo>
                    <a:pt x="50" y="161"/>
                    <a:pt x="48" y="160"/>
                    <a:pt x="46" y="160"/>
                  </a:cubicBezTo>
                  <a:cubicBezTo>
                    <a:pt x="45" y="159"/>
                    <a:pt x="42" y="159"/>
                    <a:pt x="41" y="159"/>
                  </a:cubicBezTo>
                  <a:cubicBezTo>
                    <a:pt x="40" y="159"/>
                    <a:pt x="36" y="159"/>
                    <a:pt x="35" y="158"/>
                  </a:cubicBezTo>
                  <a:cubicBezTo>
                    <a:pt x="34" y="158"/>
                    <a:pt x="32" y="157"/>
                    <a:pt x="31" y="156"/>
                  </a:cubicBezTo>
                  <a:cubicBezTo>
                    <a:pt x="30" y="155"/>
                    <a:pt x="28" y="155"/>
                    <a:pt x="27" y="154"/>
                  </a:cubicBezTo>
                  <a:cubicBezTo>
                    <a:pt x="26" y="154"/>
                    <a:pt x="24" y="152"/>
                    <a:pt x="23" y="152"/>
                  </a:cubicBezTo>
                  <a:cubicBezTo>
                    <a:pt x="22" y="152"/>
                    <a:pt x="20" y="152"/>
                    <a:pt x="19" y="152"/>
                  </a:cubicBezTo>
                  <a:cubicBezTo>
                    <a:pt x="19" y="152"/>
                    <a:pt x="17" y="152"/>
                    <a:pt x="16" y="151"/>
                  </a:cubicBezTo>
                  <a:cubicBezTo>
                    <a:pt x="15" y="150"/>
                    <a:pt x="14" y="148"/>
                    <a:pt x="13" y="147"/>
                  </a:cubicBezTo>
                  <a:cubicBezTo>
                    <a:pt x="12" y="146"/>
                    <a:pt x="11" y="145"/>
                    <a:pt x="9" y="144"/>
                  </a:cubicBezTo>
                  <a:cubicBezTo>
                    <a:pt x="9" y="144"/>
                    <a:pt x="8" y="144"/>
                    <a:pt x="8" y="144"/>
                  </a:cubicBezTo>
                  <a:cubicBezTo>
                    <a:pt x="8" y="143"/>
                    <a:pt x="8" y="143"/>
                    <a:pt x="8" y="142"/>
                  </a:cubicBezTo>
                  <a:cubicBezTo>
                    <a:pt x="7" y="141"/>
                    <a:pt x="7" y="138"/>
                    <a:pt x="6" y="137"/>
                  </a:cubicBezTo>
                  <a:cubicBezTo>
                    <a:pt x="6" y="136"/>
                    <a:pt x="5" y="134"/>
                    <a:pt x="5" y="133"/>
                  </a:cubicBezTo>
                  <a:cubicBezTo>
                    <a:pt x="5" y="132"/>
                    <a:pt x="5" y="130"/>
                    <a:pt x="5" y="128"/>
                  </a:cubicBezTo>
                  <a:cubicBezTo>
                    <a:pt x="5" y="128"/>
                    <a:pt x="4" y="126"/>
                    <a:pt x="5" y="126"/>
                  </a:cubicBezTo>
                  <a:cubicBezTo>
                    <a:pt x="5" y="126"/>
                    <a:pt x="6" y="126"/>
                    <a:pt x="6" y="126"/>
                  </a:cubicBezTo>
                  <a:cubicBezTo>
                    <a:pt x="7" y="127"/>
                    <a:pt x="9" y="128"/>
                    <a:pt x="10" y="129"/>
                  </a:cubicBezTo>
                  <a:cubicBezTo>
                    <a:pt x="10" y="129"/>
                    <a:pt x="11" y="130"/>
                    <a:pt x="12" y="131"/>
                  </a:cubicBezTo>
                  <a:cubicBezTo>
                    <a:pt x="13" y="131"/>
                    <a:pt x="15" y="132"/>
                    <a:pt x="16" y="132"/>
                  </a:cubicBezTo>
                  <a:cubicBezTo>
                    <a:pt x="16" y="131"/>
                    <a:pt x="18" y="131"/>
                    <a:pt x="18" y="130"/>
                  </a:cubicBezTo>
                  <a:cubicBezTo>
                    <a:pt x="18" y="130"/>
                    <a:pt x="18" y="129"/>
                    <a:pt x="18" y="128"/>
                  </a:cubicBezTo>
                  <a:cubicBezTo>
                    <a:pt x="17" y="127"/>
                    <a:pt x="14" y="128"/>
                    <a:pt x="12" y="127"/>
                  </a:cubicBezTo>
                  <a:cubicBezTo>
                    <a:pt x="11" y="127"/>
                    <a:pt x="9" y="125"/>
                    <a:pt x="8" y="124"/>
                  </a:cubicBezTo>
                  <a:cubicBezTo>
                    <a:pt x="8" y="123"/>
                    <a:pt x="8" y="121"/>
                    <a:pt x="7" y="120"/>
                  </a:cubicBezTo>
                  <a:cubicBezTo>
                    <a:pt x="7" y="118"/>
                    <a:pt x="5" y="116"/>
                    <a:pt x="4" y="115"/>
                  </a:cubicBezTo>
                  <a:cubicBezTo>
                    <a:pt x="4" y="113"/>
                    <a:pt x="3" y="111"/>
                    <a:pt x="2" y="109"/>
                  </a:cubicBezTo>
                  <a:cubicBezTo>
                    <a:pt x="2" y="108"/>
                    <a:pt x="2" y="105"/>
                    <a:pt x="2" y="104"/>
                  </a:cubicBezTo>
                  <a:cubicBezTo>
                    <a:pt x="1" y="102"/>
                    <a:pt x="1" y="98"/>
                    <a:pt x="0" y="96"/>
                  </a:cubicBezTo>
                  <a:cubicBezTo>
                    <a:pt x="2" y="96"/>
                    <a:pt x="4" y="95"/>
                    <a:pt x="4" y="95"/>
                  </a:cubicBezTo>
                  <a:cubicBezTo>
                    <a:pt x="5" y="95"/>
                    <a:pt x="7" y="94"/>
                    <a:pt x="8" y="94"/>
                  </a:cubicBezTo>
                  <a:cubicBezTo>
                    <a:pt x="9" y="94"/>
                    <a:pt x="11" y="93"/>
                    <a:pt x="12" y="93"/>
                  </a:cubicBezTo>
                  <a:cubicBezTo>
                    <a:pt x="13" y="93"/>
                    <a:pt x="16" y="92"/>
                    <a:pt x="17" y="91"/>
                  </a:cubicBezTo>
                  <a:cubicBezTo>
                    <a:pt x="18" y="91"/>
                    <a:pt x="21" y="90"/>
                    <a:pt x="22" y="89"/>
                  </a:cubicBezTo>
                  <a:cubicBezTo>
                    <a:pt x="22" y="89"/>
                    <a:pt x="23" y="86"/>
                    <a:pt x="24" y="86"/>
                  </a:cubicBezTo>
                  <a:cubicBezTo>
                    <a:pt x="25" y="85"/>
                    <a:pt x="28" y="85"/>
                    <a:pt x="30" y="85"/>
                  </a:cubicBezTo>
                  <a:cubicBezTo>
                    <a:pt x="30" y="85"/>
                    <a:pt x="31" y="84"/>
                    <a:pt x="32" y="83"/>
                  </a:cubicBezTo>
                  <a:cubicBezTo>
                    <a:pt x="34" y="83"/>
                    <a:pt x="38" y="83"/>
                    <a:pt x="40" y="83"/>
                  </a:cubicBezTo>
                  <a:cubicBezTo>
                    <a:pt x="40" y="82"/>
                    <a:pt x="42" y="81"/>
                    <a:pt x="43" y="81"/>
                  </a:cubicBezTo>
                  <a:cubicBezTo>
                    <a:pt x="44" y="80"/>
                    <a:pt x="46" y="79"/>
                    <a:pt x="47" y="79"/>
                  </a:cubicBezTo>
                  <a:cubicBezTo>
                    <a:pt x="48" y="79"/>
                    <a:pt x="50" y="82"/>
                    <a:pt x="51" y="82"/>
                  </a:cubicBezTo>
                  <a:cubicBezTo>
                    <a:pt x="52" y="82"/>
                    <a:pt x="55" y="82"/>
                    <a:pt x="56" y="81"/>
                  </a:cubicBezTo>
                  <a:cubicBezTo>
                    <a:pt x="57" y="81"/>
                    <a:pt x="58" y="79"/>
                    <a:pt x="59" y="79"/>
                  </a:cubicBezTo>
                  <a:cubicBezTo>
                    <a:pt x="60" y="79"/>
                    <a:pt x="62" y="80"/>
                    <a:pt x="63" y="80"/>
                  </a:cubicBezTo>
                  <a:cubicBezTo>
                    <a:pt x="65" y="80"/>
                    <a:pt x="67" y="81"/>
                    <a:pt x="68" y="82"/>
                  </a:cubicBezTo>
                  <a:cubicBezTo>
                    <a:pt x="69" y="82"/>
                    <a:pt x="71" y="81"/>
                    <a:pt x="72" y="81"/>
                  </a:cubicBezTo>
                  <a:cubicBezTo>
                    <a:pt x="73" y="81"/>
                    <a:pt x="75" y="81"/>
                    <a:pt x="75" y="81"/>
                  </a:cubicBezTo>
                  <a:cubicBezTo>
                    <a:pt x="77" y="81"/>
                    <a:pt x="78" y="83"/>
                    <a:pt x="79" y="84"/>
                  </a:cubicBezTo>
                  <a:cubicBezTo>
                    <a:pt x="80" y="84"/>
                    <a:pt x="81" y="85"/>
                    <a:pt x="82" y="86"/>
                  </a:cubicBezTo>
                  <a:cubicBezTo>
                    <a:pt x="83" y="86"/>
                    <a:pt x="85" y="87"/>
                    <a:pt x="86" y="87"/>
                  </a:cubicBezTo>
                  <a:cubicBezTo>
                    <a:pt x="87" y="87"/>
                    <a:pt x="89" y="87"/>
                    <a:pt x="89" y="86"/>
                  </a:cubicBezTo>
                  <a:cubicBezTo>
                    <a:pt x="90" y="86"/>
                    <a:pt x="91" y="84"/>
                    <a:pt x="92" y="83"/>
                  </a:cubicBezTo>
                  <a:cubicBezTo>
                    <a:pt x="93" y="82"/>
                    <a:pt x="94" y="79"/>
                    <a:pt x="94" y="78"/>
                  </a:cubicBezTo>
                  <a:cubicBezTo>
                    <a:pt x="95" y="77"/>
                    <a:pt x="95" y="75"/>
                    <a:pt x="95" y="74"/>
                  </a:cubicBezTo>
                  <a:cubicBezTo>
                    <a:pt x="95" y="73"/>
                    <a:pt x="94" y="71"/>
                    <a:pt x="94" y="70"/>
                  </a:cubicBezTo>
                  <a:cubicBezTo>
                    <a:pt x="94" y="69"/>
                    <a:pt x="93" y="66"/>
                    <a:pt x="93" y="65"/>
                  </a:cubicBezTo>
                  <a:cubicBezTo>
                    <a:pt x="93" y="64"/>
                    <a:pt x="95" y="63"/>
                    <a:pt x="95" y="63"/>
                  </a:cubicBezTo>
                  <a:cubicBezTo>
                    <a:pt x="96" y="62"/>
                    <a:pt x="98" y="61"/>
                    <a:pt x="98" y="60"/>
                  </a:cubicBezTo>
                  <a:cubicBezTo>
                    <a:pt x="99" y="59"/>
                    <a:pt x="99" y="57"/>
                    <a:pt x="100" y="56"/>
                  </a:cubicBezTo>
                  <a:cubicBezTo>
                    <a:pt x="100" y="55"/>
                    <a:pt x="100" y="52"/>
                    <a:pt x="100" y="51"/>
                  </a:cubicBezTo>
                  <a:cubicBezTo>
                    <a:pt x="100" y="50"/>
                    <a:pt x="99" y="48"/>
                    <a:pt x="99" y="47"/>
                  </a:cubicBezTo>
                  <a:cubicBezTo>
                    <a:pt x="99" y="46"/>
                    <a:pt x="100" y="44"/>
                    <a:pt x="100" y="43"/>
                  </a:cubicBezTo>
                  <a:cubicBezTo>
                    <a:pt x="100" y="42"/>
                    <a:pt x="100" y="41"/>
                    <a:pt x="101" y="41"/>
                  </a:cubicBezTo>
                  <a:cubicBezTo>
                    <a:pt x="102" y="40"/>
                    <a:pt x="103" y="41"/>
                    <a:pt x="104" y="41"/>
                  </a:cubicBezTo>
                  <a:cubicBezTo>
                    <a:pt x="105" y="40"/>
                    <a:pt x="108" y="40"/>
                    <a:pt x="110" y="40"/>
                  </a:cubicBezTo>
                  <a:cubicBezTo>
                    <a:pt x="111" y="39"/>
                    <a:pt x="114" y="39"/>
                    <a:pt x="115" y="38"/>
                  </a:cubicBezTo>
                  <a:cubicBezTo>
                    <a:pt x="116" y="38"/>
                    <a:pt x="118" y="36"/>
                    <a:pt x="119" y="35"/>
                  </a:cubicBezTo>
                  <a:cubicBezTo>
                    <a:pt x="120" y="35"/>
                    <a:pt x="122" y="34"/>
                    <a:pt x="123" y="33"/>
                  </a:cubicBezTo>
                  <a:cubicBezTo>
                    <a:pt x="124" y="32"/>
                    <a:pt x="126" y="30"/>
                    <a:pt x="127" y="30"/>
                  </a:cubicBezTo>
                  <a:cubicBezTo>
                    <a:pt x="129" y="29"/>
                    <a:pt x="132" y="29"/>
                    <a:pt x="133" y="29"/>
                  </a:cubicBezTo>
                  <a:cubicBezTo>
                    <a:pt x="134" y="28"/>
                    <a:pt x="137" y="27"/>
                    <a:pt x="139" y="27"/>
                  </a:cubicBezTo>
                  <a:cubicBezTo>
                    <a:pt x="140" y="27"/>
                    <a:pt x="142" y="27"/>
                    <a:pt x="143" y="27"/>
                  </a:cubicBezTo>
                  <a:cubicBezTo>
                    <a:pt x="145" y="27"/>
                    <a:pt x="148" y="26"/>
                    <a:pt x="150" y="26"/>
                  </a:cubicBezTo>
                  <a:cubicBezTo>
                    <a:pt x="151" y="26"/>
                    <a:pt x="153" y="26"/>
                    <a:pt x="154" y="26"/>
                  </a:cubicBezTo>
                  <a:cubicBezTo>
                    <a:pt x="155" y="26"/>
                    <a:pt x="158" y="26"/>
                    <a:pt x="160" y="26"/>
                  </a:cubicBezTo>
                  <a:cubicBezTo>
                    <a:pt x="161" y="26"/>
                    <a:pt x="162" y="25"/>
                    <a:pt x="163" y="25"/>
                  </a:cubicBezTo>
                  <a:cubicBezTo>
                    <a:pt x="164" y="25"/>
                    <a:pt x="167" y="24"/>
                    <a:pt x="168" y="24"/>
                  </a:cubicBezTo>
                  <a:cubicBezTo>
                    <a:pt x="169" y="24"/>
                    <a:pt x="172" y="23"/>
                    <a:pt x="173" y="22"/>
                  </a:cubicBezTo>
                  <a:cubicBezTo>
                    <a:pt x="175" y="21"/>
                    <a:pt x="179" y="19"/>
                    <a:pt x="181" y="18"/>
                  </a:cubicBezTo>
                  <a:cubicBezTo>
                    <a:pt x="182" y="18"/>
                    <a:pt x="184" y="16"/>
                    <a:pt x="185" y="15"/>
                  </a:cubicBezTo>
                  <a:cubicBezTo>
                    <a:pt x="187" y="14"/>
                    <a:pt x="190" y="13"/>
                    <a:pt x="191" y="12"/>
                  </a:cubicBezTo>
                  <a:cubicBezTo>
                    <a:pt x="192" y="12"/>
                    <a:pt x="194" y="10"/>
                    <a:pt x="195" y="9"/>
                  </a:cubicBezTo>
                  <a:cubicBezTo>
                    <a:pt x="196" y="9"/>
                    <a:pt x="198" y="8"/>
                    <a:pt x="198" y="7"/>
                  </a:cubicBezTo>
                  <a:cubicBezTo>
                    <a:pt x="199" y="7"/>
                    <a:pt x="202" y="7"/>
                    <a:pt x="203" y="6"/>
                  </a:cubicBezTo>
                  <a:cubicBezTo>
                    <a:pt x="204" y="6"/>
                    <a:pt x="206" y="7"/>
                    <a:pt x="207" y="6"/>
                  </a:cubicBezTo>
                  <a:cubicBezTo>
                    <a:pt x="208" y="6"/>
                    <a:pt x="211" y="5"/>
                    <a:pt x="212" y="5"/>
                  </a:cubicBezTo>
                  <a:cubicBezTo>
                    <a:pt x="214" y="4"/>
                    <a:pt x="217" y="3"/>
                    <a:pt x="218" y="3"/>
                  </a:cubicBezTo>
                  <a:cubicBezTo>
                    <a:pt x="219" y="2"/>
                    <a:pt x="220" y="1"/>
                    <a:pt x="220" y="0"/>
                  </a:cubicBezTo>
                  <a:cubicBezTo>
                    <a:pt x="223" y="1"/>
                    <a:pt x="225" y="1"/>
                    <a:pt x="226" y="2"/>
                  </a:cubicBezTo>
                  <a:cubicBezTo>
                    <a:pt x="227" y="3"/>
                    <a:pt x="230" y="4"/>
                    <a:pt x="231" y="5"/>
                  </a:cubicBezTo>
                  <a:cubicBezTo>
                    <a:pt x="233" y="6"/>
                    <a:pt x="237" y="6"/>
                    <a:pt x="239" y="7"/>
                  </a:cubicBezTo>
                  <a:cubicBezTo>
                    <a:pt x="240" y="8"/>
                    <a:pt x="242" y="9"/>
                    <a:pt x="243" y="9"/>
                  </a:cubicBezTo>
                  <a:cubicBezTo>
                    <a:pt x="243" y="10"/>
                    <a:pt x="243" y="11"/>
                    <a:pt x="243" y="11"/>
                  </a:cubicBezTo>
                  <a:cubicBezTo>
                    <a:pt x="243" y="12"/>
                    <a:pt x="244" y="15"/>
                    <a:pt x="244" y="16"/>
                  </a:cubicBezTo>
                  <a:cubicBezTo>
                    <a:pt x="244" y="17"/>
                    <a:pt x="243" y="20"/>
                    <a:pt x="243" y="21"/>
                  </a:cubicBezTo>
                  <a:cubicBezTo>
                    <a:pt x="242" y="22"/>
                    <a:pt x="242" y="23"/>
                    <a:pt x="241" y="24"/>
                  </a:cubicBezTo>
                  <a:cubicBezTo>
                    <a:pt x="241" y="25"/>
                    <a:pt x="238" y="27"/>
                    <a:pt x="237" y="29"/>
                  </a:cubicBezTo>
                  <a:cubicBezTo>
                    <a:pt x="237" y="30"/>
                    <a:pt x="235" y="31"/>
                    <a:pt x="234" y="33"/>
                  </a:cubicBezTo>
                  <a:cubicBezTo>
                    <a:pt x="234" y="34"/>
                    <a:pt x="234" y="36"/>
                    <a:pt x="234" y="37"/>
                  </a:cubicBezTo>
                  <a:cubicBezTo>
                    <a:pt x="234" y="38"/>
                    <a:pt x="234" y="41"/>
                    <a:pt x="234" y="43"/>
                  </a:cubicBezTo>
                  <a:cubicBezTo>
                    <a:pt x="234" y="44"/>
                    <a:pt x="233" y="46"/>
                    <a:pt x="232" y="46"/>
                  </a:cubicBezTo>
                  <a:cubicBezTo>
                    <a:pt x="231" y="47"/>
                    <a:pt x="229" y="49"/>
                    <a:pt x="228" y="50"/>
                  </a:cubicBezTo>
                  <a:cubicBezTo>
                    <a:pt x="228" y="51"/>
                    <a:pt x="227" y="53"/>
                    <a:pt x="227" y="54"/>
                  </a:cubicBezTo>
                  <a:cubicBezTo>
                    <a:pt x="227" y="55"/>
                    <a:pt x="228" y="57"/>
                    <a:pt x="229" y="58"/>
                  </a:cubicBezTo>
                  <a:cubicBezTo>
                    <a:pt x="230" y="59"/>
                    <a:pt x="233" y="58"/>
                    <a:pt x="234" y="58"/>
                  </a:cubicBezTo>
                  <a:cubicBezTo>
                    <a:pt x="235" y="58"/>
                    <a:pt x="238" y="57"/>
                    <a:pt x="239" y="56"/>
                  </a:cubicBezTo>
                  <a:cubicBezTo>
                    <a:pt x="240" y="56"/>
                    <a:pt x="240" y="54"/>
                    <a:pt x="241" y="53"/>
                  </a:cubicBezTo>
                  <a:cubicBezTo>
                    <a:pt x="242" y="53"/>
                    <a:pt x="243" y="54"/>
                    <a:pt x="244" y="54"/>
                  </a:cubicBezTo>
                  <a:cubicBezTo>
                    <a:pt x="245" y="54"/>
                    <a:pt x="244" y="57"/>
                    <a:pt x="245" y="57"/>
                  </a:cubicBezTo>
                  <a:cubicBezTo>
                    <a:pt x="246" y="58"/>
                    <a:pt x="247" y="57"/>
                    <a:pt x="247" y="57"/>
                  </a:cubicBezTo>
                  <a:cubicBezTo>
                    <a:pt x="248" y="57"/>
                    <a:pt x="250" y="55"/>
                    <a:pt x="251" y="55"/>
                  </a:cubicBezTo>
                  <a:cubicBezTo>
                    <a:pt x="252" y="54"/>
                    <a:pt x="254" y="53"/>
                    <a:pt x="255" y="53"/>
                  </a:cubicBezTo>
                  <a:cubicBezTo>
                    <a:pt x="255" y="53"/>
                    <a:pt x="257" y="53"/>
                    <a:pt x="257" y="53"/>
                  </a:cubicBezTo>
                  <a:cubicBezTo>
                    <a:pt x="258" y="53"/>
                    <a:pt x="259" y="56"/>
                    <a:pt x="260" y="57"/>
                  </a:cubicBezTo>
                  <a:cubicBezTo>
                    <a:pt x="261" y="58"/>
                    <a:pt x="263" y="58"/>
                    <a:pt x="264" y="59"/>
                  </a:cubicBezTo>
                  <a:cubicBezTo>
                    <a:pt x="265" y="60"/>
                    <a:pt x="264" y="62"/>
                    <a:pt x="264" y="63"/>
                  </a:cubicBezTo>
                  <a:cubicBezTo>
                    <a:pt x="264" y="65"/>
                    <a:pt x="263" y="69"/>
                    <a:pt x="263" y="71"/>
                  </a:cubicBezTo>
                  <a:cubicBezTo>
                    <a:pt x="263" y="72"/>
                    <a:pt x="264" y="75"/>
                    <a:pt x="263" y="76"/>
                  </a:cubicBezTo>
                  <a:cubicBezTo>
                    <a:pt x="263" y="77"/>
                    <a:pt x="262" y="79"/>
                    <a:pt x="262" y="79"/>
                  </a:cubicBezTo>
                  <a:cubicBezTo>
                    <a:pt x="262" y="81"/>
                    <a:pt x="262" y="84"/>
                    <a:pt x="262" y="86"/>
                  </a:cubicBezTo>
                  <a:cubicBezTo>
                    <a:pt x="263" y="87"/>
                    <a:pt x="264" y="89"/>
                    <a:pt x="265" y="90"/>
                  </a:cubicBezTo>
                  <a:cubicBezTo>
                    <a:pt x="267" y="92"/>
                    <a:pt x="271" y="93"/>
                    <a:pt x="273" y="94"/>
                  </a:cubicBezTo>
                  <a:cubicBezTo>
                    <a:pt x="274" y="95"/>
                    <a:pt x="276" y="96"/>
                    <a:pt x="277" y="96"/>
                  </a:cubicBezTo>
                  <a:cubicBezTo>
                    <a:pt x="278" y="97"/>
                    <a:pt x="281" y="97"/>
                    <a:pt x="283" y="98"/>
                  </a:cubicBezTo>
                  <a:cubicBezTo>
                    <a:pt x="284" y="98"/>
                    <a:pt x="287" y="99"/>
                    <a:pt x="289" y="99"/>
                  </a:cubicBezTo>
                  <a:cubicBezTo>
                    <a:pt x="291" y="100"/>
                    <a:pt x="297" y="99"/>
                    <a:pt x="299" y="99"/>
                  </a:cubicBezTo>
                  <a:cubicBezTo>
                    <a:pt x="301" y="99"/>
                    <a:pt x="306" y="99"/>
                    <a:pt x="308" y="99"/>
                  </a:cubicBezTo>
                  <a:cubicBezTo>
                    <a:pt x="309" y="99"/>
                    <a:pt x="311" y="99"/>
                    <a:pt x="312" y="98"/>
                  </a:cubicBezTo>
                  <a:cubicBezTo>
                    <a:pt x="313" y="98"/>
                    <a:pt x="313" y="95"/>
                    <a:pt x="314" y="94"/>
                  </a:cubicBezTo>
                  <a:cubicBezTo>
                    <a:pt x="314" y="93"/>
                    <a:pt x="315" y="92"/>
                    <a:pt x="316" y="92"/>
                  </a:cubicBezTo>
                  <a:cubicBezTo>
                    <a:pt x="317" y="91"/>
                    <a:pt x="319" y="91"/>
                    <a:pt x="320" y="92"/>
                  </a:cubicBezTo>
                  <a:cubicBezTo>
                    <a:pt x="322" y="93"/>
                    <a:pt x="324" y="96"/>
                    <a:pt x="324" y="98"/>
                  </a:cubicBezTo>
                  <a:cubicBezTo>
                    <a:pt x="325" y="100"/>
                    <a:pt x="325" y="104"/>
                    <a:pt x="324" y="105"/>
                  </a:cubicBezTo>
                  <a:cubicBezTo>
                    <a:pt x="324" y="107"/>
                    <a:pt x="322" y="108"/>
                    <a:pt x="321" y="109"/>
                  </a:cubicBezTo>
                  <a:cubicBezTo>
                    <a:pt x="320" y="110"/>
                    <a:pt x="319" y="112"/>
                    <a:pt x="318" y="113"/>
                  </a:cubicBezTo>
                  <a:cubicBezTo>
                    <a:pt x="317" y="115"/>
                    <a:pt x="316" y="118"/>
                    <a:pt x="315" y="119"/>
                  </a:cubicBezTo>
                  <a:cubicBezTo>
                    <a:pt x="314" y="121"/>
                    <a:pt x="311" y="124"/>
                    <a:pt x="310" y="125"/>
                  </a:cubicBezTo>
                  <a:cubicBezTo>
                    <a:pt x="309" y="126"/>
                    <a:pt x="306" y="128"/>
                    <a:pt x="305" y="128"/>
                  </a:cubicBezTo>
                  <a:cubicBezTo>
                    <a:pt x="304" y="129"/>
                    <a:pt x="302" y="130"/>
                    <a:pt x="301" y="131"/>
                  </a:cubicBezTo>
                  <a:cubicBezTo>
                    <a:pt x="301" y="132"/>
                    <a:pt x="301" y="134"/>
                    <a:pt x="301" y="135"/>
                  </a:cubicBezTo>
                  <a:cubicBezTo>
                    <a:pt x="301" y="136"/>
                    <a:pt x="299" y="138"/>
                    <a:pt x="298" y="139"/>
                  </a:cubicBezTo>
                  <a:cubicBezTo>
                    <a:pt x="297" y="139"/>
                    <a:pt x="295" y="139"/>
                    <a:pt x="294" y="139"/>
                  </a:cubicBezTo>
                  <a:cubicBezTo>
                    <a:pt x="293" y="139"/>
                    <a:pt x="291" y="141"/>
                    <a:pt x="290" y="142"/>
                  </a:cubicBezTo>
                  <a:cubicBezTo>
                    <a:pt x="289" y="142"/>
                    <a:pt x="287" y="143"/>
                    <a:pt x="287" y="143"/>
                  </a:cubicBezTo>
                  <a:cubicBezTo>
                    <a:pt x="286" y="145"/>
                    <a:pt x="286" y="147"/>
                    <a:pt x="286" y="149"/>
                  </a:cubicBezTo>
                  <a:cubicBezTo>
                    <a:pt x="285" y="150"/>
                    <a:pt x="285" y="152"/>
                    <a:pt x="284" y="153"/>
                  </a:cubicBezTo>
                  <a:cubicBezTo>
                    <a:pt x="284" y="154"/>
                    <a:pt x="282" y="155"/>
                    <a:pt x="282" y="156"/>
                  </a:cubicBezTo>
                  <a:cubicBezTo>
                    <a:pt x="281" y="158"/>
                    <a:pt x="283" y="161"/>
                    <a:pt x="283" y="162"/>
                  </a:cubicBezTo>
                  <a:cubicBezTo>
                    <a:pt x="283" y="163"/>
                    <a:pt x="282" y="165"/>
                    <a:pt x="282" y="166"/>
                  </a:cubicBezTo>
                  <a:cubicBezTo>
                    <a:pt x="282" y="167"/>
                    <a:pt x="281" y="170"/>
                    <a:pt x="280" y="171"/>
                  </a:cubicBezTo>
                  <a:cubicBezTo>
                    <a:pt x="280" y="172"/>
                    <a:pt x="278" y="174"/>
                    <a:pt x="277" y="175"/>
                  </a:cubicBezTo>
                  <a:cubicBezTo>
                    <a:pt x="276" y="176"/>
                    <a:pt x="274" y="178"/>
                    <a:pt x="273" y="179"/>
                  </a:cubicBezTo>
                  <a:cubicBezTo>
                    <a:pt x="273" y="180"/>
                    <a:pt x="272" y="184"/>
                    <a:pt x="272" y="185"/>
                  </a:cubicBezTo>
                  <a:cubicBezTo>
                    <a:pt x="272" y="187"/>
                    <a:pt x="274" y="188"/>
                    <a:pt x="274" y="190"/>
                  </a:cubicBezTo>
                  <a:cubicBezTo>
                    <a:pt x="274" y="190"/>
                    <a:pt x="274" y="191"/>
                    <a:pt x="274" y="19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39"/>
            <p:cNvSpPr>
              <a:spLocks/>
            </p:cNvSpPr>
            <p:nvPr/>
          </p:nvSpPr>
          <p:spPr bwMode="auto">
            <a:xfrm>
              <a:off x="4081463" y="1511300"/>
              <a:ext cx="506413" cy="355600"/>
            </a:xfrm>
            <a:custGeom>
              <a:avLst/>
              <a:gdLst/>
              <a:ahLst/>
              <a:cxnLst>
                <a:cxn ang="0">
                  <a:pos x="301" y="155"/>
                </a:cxn>
                <a:cxn ang="0">
                  <a:pos x="289" y="162"/>
                </a:cxn>
                <a:cxn ang="0">
                  <a:pos x="262" y="169"/>
                </a:cxn>
                <a:cxn ang="0">
                  <a:pos x="244" y="175"/>
                </a:cxn>
                <a:cxn ang="0">
                  <a:pos x="223" y="175"/>
                </a:cxn>
                <a:cxn ang="0">
                  <a:pos x="204" y="176"/>
                </a:cxn>
                <a:cxn ang="0">
                  <a:pos x="192" y="184"/>
                </a:cxn>
                <a:cxn ang="0">
                  <a:pos x="188" y="192"/>
                </a:cxn>
                <a:cxn ang="0">
                  <a:pos x="167" y="183"/>
                </a:cxn>
                <a:cxn ang="0">
                  <a:pos x="155" y="190"/>
                </a:cxn>
                <a:cxn ang="0">
                  <a:pos x="148" y="200"/>
                </a:cxn>
                <a:cxn ang="0">
                  <a:pos x="136" y="199"/>
                </a:cxn>
                <a:cxn ang="0">
                  <a:pos x="137" y="213"/>
                </a:cxn>
                <a:cxn ang="0">
                  <a:pos x="121" y="204"/>
                </a:cxn>
                <a:cxn ang="0">
                  <a:pos x="110" y="197"/>
                </a:cxn>
                <a:cxn ang="0">
                  <a:pos x="99" y="210"/>
                </a:cxn>
                <a:cxn ang="0">
                  <a:pos x="86" y="200"/>
                </a:cxn>
                <a:cxn ang="0">
                  <a:pos x="78" y="208"/>
                </a:cxn>
                <a:cxn ang="0">
                  <a:pos x="63" y="207"/>
                </a:cxn>
                <a:cxn ang="0">
                  <a:pos x="47" y="202"/>
                </a:cxn>
                <a:cxn ang="0">
                  <a:pos x="43" y="171"/>
                </a:cxn>
                <a:cxn ang="0">
                  <a:pos x="40" y="149"/>
                </a:cxn>
                <a:cxn ang="0">
                  <a:pos x="32" y="138"/>
                </a:cxn>
                <a:cxn ang="0">
                  <a:pos x="27" y="127"/>
                </a:cxn>
                <a:cxn ang="0">
                  <a:pos x="23" y="115"/>
                </a:cxn>
                <a:cxn ang="0">
                  <a:pos x="18" y="87"/>
                </a:cxn>
                <a:cxn ang="0">
                  <a:pos x="15" y="63"/>
                </a:cxn>
                <a:cxn ang="0">
                  <a:pos x="9" y="51"/>
                </a:cxn>
                <a:cxn ang="0">
                  <a:pos x="2" y="33"/>
                </a:cxn>
                <a:cxn ang="0">
                  <a:pos x="3" y="11"/>
                </a:cxn>
                <a:cxn ang="0">
                  <a:pos x="7" y="3"/>
                </a:cxn>
                <a:cxn ang="0">
                  <a:pos x="21" y="10"/>
                </a:cxn>
                <a:cxn ang="0">
                  <a:pos x="40" y="16"/>
                </a:cxn>
                <a:cxn ang="0">
                  <a:pos x="60" y="30"/>
                </a:cxn>
                <a:cxn ang="0">
                  <a:pos x="69" y="43"/>
                </a:cxn>
                <a:cxn ang="0">
                  <a:pos x="59" y="54"/>
                </a:cxn>
                <a:cxn ang="0">
                  <a:pos x="83" y="58"/>
                </a:cxn>
                <a:cxn ang="0">
                  <a:pos x="99" y="47"/>
                </a:cxn>
                <a:cxn ang="0">
                  <a:pos x="123" y="48"/>
                </a:cxn>
                <a:cxn ang="0">
                  <a:pos x="152" y="46"/>
                </a:cxn>
                <a:cxn ang="0">
                  <a:pos x="175" y="41"/>
                </a:cxn>
                <a:cxn ang="0">
                  <a:pos x="195" y="31"/>
                </a:cxn>
                <a:cxn ang="0">
                  <a:pos x="212" y="38"/>
                </a:cxn>
                <a:cxn ang="0">
                  <a:pos x="219" y="53"/>
                </a:cxn>
                <a:cxn ang="0">
                  <a:pos x="240" y="61"/>
                </a:cxn>
                <a:cxn ang="0">
                  <a:pos x="255" y="64"/>
                </a:cxn>
                <a:cxn ang="0">
                  <a:pos x="269" y="48"/>
                </a:cxn>
                <a:cxn ang="0">
                  <a:pos x="279" y="62"/>
                </a:cxn>
                <a:cxn ang="0">
                  <a:pos x="287" y="71"/>
                </a:cxn>
                <a:cxn ang="0">
                  <a:pos x="293" y="87"/>
                </a:cxn>
                <a:cxn ang="0">
                  <a:pos x="303" y="111"/>
                </a:cxn>
                <a:cxn ang="0">
                  <a:pos x="302" y="141"/>
                </a:cxn>
              </a:cxnLst>
              <a:rect l="0" t="0" r="r" b="b"/>
              <a:pathLst>
                <a:path w="305" h="214">
                  <a:moveTo>
                    <a:pt x="305" y="148"/>
                  </a:moveTo>
                  <a:cubicBezTo>
                    <a:pt x="304" y="148"/>
                    <a:pt x="303" y="149"/>
                    <a:pt x="303" y="149"/>
                  </a:cubicBezTo>
                  <a:cubicBezTo>
                    <a:pt x="302" y="150"/>
                    <a:pt x="303" y="152"/>
                    <a:pt x="302" y="153"/>
                  </a:cubicBezTo>
                  <a:cubicBezTo>
                    <a:pt x="302" y="153"/>
                    <a:pt x="301" y="155"/>
                    <a:pt x="301" y="155"/>
                  </a:cubicBezTo>
                  <a:cubicBezTo>
                    <a:pt x="300" y="156"/>
                    <a:pt x="300" y="158"/>
                    <a:pt x="299" y="158"/>
                  </a:cubicBezTo>
                  <a:cubicBezTo>
                    <a:pt x="299" y="159"/>
                    <a:pt x="297" y="160"/>
                    <a:pt x="296" y="161"/>
                  </a:cubicBezTo>
                  <a:cubicBezTo>
                    <a:pt x="295" y="161"/>
                    <a:pt x="293" y="161"/>
                    <a:pt x="292" y="161"/>
                  </a:cubicBezTo>
                  <a:cubicBezTo>
                    <a:pt x="291" y="162"/>
                    <a:pt x="290" y="162"/>
                    <a:pt x="289" y="162"/>
                  </a:cubicBezTo>
                  <a:cubicBezTo>
                    <a:pt x="287" y="162"/>
                    <a:pt x="284" y="162"/>
                    <a:pt x="282" y="163"/>
                  </a:cubicBezTo>
                  <a:cubicBezTo>
                    <a:pt x="280" y="163"/>
                    <a:pt x="276" y="163"/>
                    <a:pt x="274" y="164"/>
                  </a:cubicBezTo>
                  <a:cubicBezTo>
                    <a:pt x="272" y="164"/>
                    <a:pt x="269" y="165"/>
                    <a:pt x="267" y="166"/>
                  </a:cubicBezTo>
                  <a:cubicBezTo>
                    <a:pt x="266" y="166"/>
                    <a:pt x="263" y="168"/>
                    <a:pt x="262" y="169"/>
                  </a:cubicBezTo>
                  <a:cubicBezTo>
                    <a:pt x="261" y="169"/>
                    <a:pt x="259" y="171"/>
                    <a:pt x="258" y="172"/>
                  </a:cubicBezTo>
                  <a:cubicBezTo>
                    <a:pt x="257" y="172"/>
                    <a:pt x="256" y="173"/>
                    <a:pt x="255" y="173"/>
                  </a:cubicBezTo>
                  <a:cubicBezTo>
                    <a:pt x="254" y="174"/>
                    <a:pt x="251" y="174"/>
                    <a:pt x="250" y="175"/>
                  </a:cubicBezTo>
                  <a:cubicBezTo>
                    <a:pt x="249" y="175"/>
                    <a:pt x="246" y="175"/>
                    <a:pt x="244" y="175"/>
                  </a:cubicBezTo>
                  <a:cubicBezTo>
                    <a:pt x="242" y="175"/>
                    <a:pt x="239" y="174"/>
                    <a:pt x="237" y="173"/>
                  </a:cubicBezTo>
                  <a:cubicBezTo>
                    <a:pt x="235" y="173"/>
                    <a:pt x="232" y="173"/>
                    <a:pt x="230" y="173"/>
                  </a:cubicBezTo>
                  <a:cubicBezTo>
                    <a:pt x="229" y="173"/>
                    <a:pt x="227" y="173"/>
                    <a:pt x="226" y="173"/>
                  </a:cubicBezTo>
                  <a:cubicBezTo>
                    <a:pt x="225" y="173"/>
                    <a:pt x="224" y="175"/>
                    <a:pt x="223" y="175"/>
                  </a:cubicBezTo>
                  <a:cubicBezTo>
                    <a:pt x="221" y="175"/>
                    <a:pt x="219" y="176"/>
                    <a:pt x="218" y="177"/>
                  </a:cubicBezTo>
                  <a:cubicBezTo>
                    <a:pt x="217" y="177"/>
                    <a:pt x="215" y="177"/>
                    <a:pt x="214" y="177"/>
                  </a:cubicBezTo>
                  <a:cubicBezTo>
                    <a:pt x="213" y="177"/>
                    <a:pt x="211" y="176"/>
                    <a:pt x="209" y="176"/>
                  </a:cubicBezTo>
                  <a:cubicBezTo>
                    <a:pt x="208" y="176"/>
                    <a:pt x="205" y="176"/>
                    <a:pt x="204" y="176"/>
                  </a:cubicBezTo>
                  <a:cubicBezTo>
                    <a:pt x="203" y="176"/>
                    <a:pt x="200" y="176"/>
                    <a:pt x="199" y="176"/>
                  </a:cubicBezTo>
                  <a:cubicBezTo>
                    <a:pt x="198" y="177"/>
                    <a:pt x="195" y="177"/>
                    <a:pt x="194" y="178"/>
                  </a:cubicBezTo>
                  <a:cubicBezTo>
                    <a:pt x="193" y="178"/>
                    <a:pt x="192" y="180"/>
                    <a:pt x="192" y="181"/>
                  </a:cubicBezTo>
                  <a:cubicBezTo>
                    <a:pt x="191" y="182"/>
                    <a:pt x="192" y="184"/>
                    <a:pt x="192" y="184"/>
                  </a:cubicBezTo>
                  <a:cubicBezTo>
                    <a:pt x="192" y="185"/>
                    <a:pt x="192" y="188"/>
                    <a:pt x="192" y="189"/>
                  </a:cubicBezTo>
                  <a:cubicBezTo>
                    <a:pt x="192" y="190"/>
                    <a:pt x="191" y="192"/>
                    <a:pt x="191" y="194"/>
                  </a:cubicBezTo>
                  <a:cubicBezTo>
                    <a:pt x="191" y="194"/>
                    <a:pt x="191" y="195"/>
                    <a:pt x="190" y="195"/>
                  </a:cubicBezTo>
                  <a:cubicBezTo>
                    <a:pt x="190" y="194"/>
                    <a:pt x="189" y="193"/>
                    <a:pt x="188" y="192"/>
                  </a:cubicBezTo>
                  <a:cubicBezTo>
                    <a:pt x="187" y="191"/>
                    <a:pt x="184" y="189"/>
                    <a:pt x="183" y="188"/>
                  </a:cubicBezTo>
                  <a:cubicBezTo>
                    <a:pt x="181" y="188"/>
                    <a:pt x="177" y="187"/>
                    <a:pt x="175" y="186"/>
                  </a:cubicBezTo>
                  <a:cubicBezTo>
                    <a:pt x="174" y="185"/>
                    <a:pt x="173" y="183"/>
                    <a:pt x="171" y="183"/>
                  </a:cubicBezTo>
                  <a:cubicBezTo>
                    <a:pt x="170" y="182"/>
                    <a:pt x="168" y="182"/>
                    <a:pt x="167" y="183"/>
                  </a:cubicBezTo>
                  <a:cubicBezTo>
                    <a:pt x="167" y="183"/>
                    <a:pt x="166" y="184"/>
                    <a:pt x="166" y="185"/>
                  </a:cubicBezTo>
                  <a:cubicBezTo>
                    <a:pt x="165" y="186"/>
                    <a:pt x="163" y="187"/>
                    <a:pt x="162" y="187"/>
                  </a:cubicBezTo>
                  <a:cubicBezTo>
                    <a:pt x="161" y="188"/>
                    <a:pt x="159" y="189"/>
                    <a:pt x="158" y="189"/>
                  </a:cubicBezTo>
                  <a:cubicBezTo>
                    <a:pt x="158" y="190"/>
                    <a:pt x="156" y="190"/>
                    <a:pt x="155" y="190"/>
                  </a:cubicBezTo>
                  <a:cubicBezTo>
                    <a:pt x="155" y="191"/>
                    <a:pt x="154" y="192"/>
                    <a:pt x="154" y="193"/>
                  </a:cubicBezTo>
                  <a:cubicBezTo>
                    <a:pt x="154" y="194"/>
                    <a:pt x="154" y="195"/>
                    <a:pt x="154" y="196"/>
                  </a:cubicBezTo>
                  <a:cubicBezTo>
                    <a:pt x="154" y="197"/>
                    <a:pt x="153" y="198"/>
                    <a:pt x="152" y="199"/>
                  </a:cubicBezTo>
                  <a:cubicBezTo>
                    <a:pt x="151" y="199"/>
                    <a:pt x="149" y="200"/>
                    <a:pt x="148" y="200"/>
                  </a:cubicBezTo>
                  <a:cubicBezTo>
                    <a:pt x="147" y="199"/>
                    <a:pt x="145" y="198"/>
                    <a:pt x="143" y="197"/>
                  </a:cubicBezTo>
                  <a:cubicBezTo>
                    <a:pt x="142" y="197"/>
                    <a:pt x="140" y="196"/>
                    <a:pt x="139" y="196"/>
                  </a:cubicBezTo>
                  <a:cubicBezTo>
                    <a:pt x="138" y="196"/>
                    <a:pt x="137" y="196"/>
                    <a:pt x="136" y="197"/>
                  </a:cubicBezTo>
                  <a:cubicBezTo>
                    <a:pt x="136" y="197"/>
                    <a:pt x="136" y="199"/>
                    <a:pt x="136" y="199"/>
                  </a:cubicBezTo>
                  <a:cubicBezTo>
                    <a:pt x="136" y="200"/>
                    <a:pt x="138" y="202"/>
                    <a:pt x="139" y="203"/>
                  </a:cubicBezTo>
                  <a:cubicBezTo>
                    <a:pt x="139" y="204"/>
                    <a:pt x="139" y="205"/>
                    <a:pt x="139" y="206"/>
                  </a:cubicBezTo>
                  <a:cubicBezTo>
                    <a:pt x="139" y="207"/>
                    <a:pt x="139" y="209"/>
                    <a:pt x="139" y="210"/>
                  </a:cubicBezTo>
                  <a:cubicBezTo>
                    <a:pt x="138" y="211"/>
                    <a:pt x="137" y="212"/>
                    <a:pt x="137" y="213"/>
                  </a:cubicBezTo>
                  <a:cubicBezTo>
                    <a:pt x="136" y="213"/>
                    <a:pt x="134" y="214"/>
                    <a:pt x="132" y="214"/>
                  </a:cubicBezTo>
                  <a:cubicBezTo>
                    <a:pt x="131" y="213"/>
                    <a:pt x="129" y="213"/>
                    <a:pt x="129" y="212"/>
                  </a:cubicBezTo>
                  <a:cubicBezTo>
                    <a:pt x="128" y="211"/>
                    <a:pt x="126" y="209"/>
                    <a:pt x="125" y="208"/>
                  </a:cubicBezTo>
                  <a:cubicBezTo>
                    <a:pt x="124" y="207"/>
                    <a:pt x="122" y="205"/>
                    <a:pt x="121" y="204"/>
                  </a:cubicBezTo>
                  <a:cubicBezTo>
                    <a:pt x="121" y="204"/>
                    <a:pt x="120" y="202"/>
                    <a:pt x="119" y="201"/>
                  </a:cubicBezTo>
                  <a:cubicBezTo>
                    <a:pt x="119" y="201"/>
                    <a:pt x="118" y="198"/>
                    <a:pt x="118" y="198"/>
                  </a:cubicBezTo>
                  <a:cubicBezTo>
                    <a:pt x="117" y="197"/>
                    <a:pt x="116" y="196"/>
                    <a:pt x="115" y="195"/>
                  </a:cubicBezTo>
                  <a:cubicBezTo>
                    <a:pt x="114" y="195"/>
                    <a:pt x="111" y="196"/>
                    <a:pt x="110" y="197"/>
                  </a:cubicBezTo>
                  <a:cubicBezTo>
                    <a:pt x="109" y="198"/>
                    <a:pt x="108" y="200"/>
                    <a:pt x="107" y="201"/>
                  </a:cubicBezTo>
                  <a:cubicBezTo>
                    <a:pt x="107" y="202"/>
                    <a:pt x="106" y="206"/>
                    <a:pt x="106" y="207"/>
                  </a:cubicBezTo>
                  <a:cubicBezTo>
                    <a:pt x="105" y="208"/>
                    <a:pt x="104" y="209"/>
                    <a:pt x="103" y="210"/>
                  </a:cubicBezTo>
                  <a:cubicBezTo>
                    <a:pt x="102" y="210"/>
                    <a:pt x="100" y="210"/>
                    <a:pt x="99" y="210"/>
                  </a:cubicBezTo>
                  <a:cubicBezTo>
                    <a:pt x="97" y="210"/>
                    <a:pt x="95" y="209"/>
                    <a:pt x="94" y="208"/>
                  </a:cubicBezTo>
                  <a:cubicBezTo>
                    <a:pt x="93" y="208"/>
                    <a:pt x="93" y="205"/>
                    <a:pt x="93" y="205"/>
                  </a:cubicBezTo>
                  <a:cubicBezTo>
                    <a:pt x="92" y="203"/>
                    <a:pt x="90" y="202"/>
                    <a:pt x="89" y="201"/>
                  </a:cubicBezTo>
                  <a:cubicBezTo>
                    <a:pt x="89" y="200"/>
                    <a:pt x="87" y="200"/>
                    <a:pt x="86" y="200"/>
                  </a:cubicBezTo>
                  <a:cubicBezTo>
                    <a:pt x="86" y="200"/>
                    <a:pt x="85" y="201"/>
                    <a:pt x="85" y="201"/>
                  </a:cubicBezTo>
                  <a:cubicBezTo>
                    <a:pt x="84" y="202"/>
                    <a:pt x="84" y="204"/>
                    <a:pt x="84" y="205"/>
                  </a:cubicBezTo>
                  <a:cubicBezTo>
                    <a:pt x="83" y="206"/>
                    <a:pt x="82" y="207"/>
                    <a:pt x="82" y="207"/>
                  </a:cubicBezTo>
                  <a:cubicBezTo>
                    <a:pt x="81" y="208"/>
                    <a:pt x="79" y="208"/>
                    <a:pt x="78" y="208"/>
                  </a:cubicBezTo>
                  <a:cubicBezTo>
                    <a:pt x="77" y="209"/>
                    <a:pt x="75" y="211"/>
                    <a:pt x="74" y="211"/>
                  </a:cubicBezTo>
                  <a:cubicBezTo>
                    <a:pt x="73" y="212"/>
                    <a:pt x="72" y="212"/>
                    <a:pt x="71" y="211"/>
                  </a:cubicBezTo>
                  <a:cubicBezTo>
                    <a:pt x="70" y="211"/>
                    <a:pt x="68" y="209"/>
                    <a:pt x="67" y="208"/>
                  </a:cubicBezTo>
                  <a:cubicBezTo>
                    <a:pt x="66" y="208"/>
                    <a:pt x="64" y="207"/>
                    <a:pt x="63" y="207"/>
                  </a:cubicBezTo>
                  <a:cubicBezTo>
                    <a:pt x="61" y="206"/>
                    <a:pt x="57" y="206"/>
                    <a:pt x="55" y="206"/>
                  </a:cubicBezTo>
                  <a:cubicBezTo>
                    <a:pt x="54" y="206"/>
                    <a:pt x="51" y="207"/>
                    <a:pt x="50" y="207"/>
                  </a:cubicBezTo>
                  <a:cubicBezTo>
                    <a:pt x="49" y="207"/>
                    <a:pt x="48" y="207"/>
                    <a:pt x="47" y="206"/>
                  </a:cubicBezTo>
                  <a:cubicBezTo>
                    <a:pt x="47" y="205"/>
                    <a:pt x="47" y="203"/>
                    <a:pt x="47" y="202"/>
                  </a:cubicBezTo>
                  <a:cubicBezTo>
                    <a:pt x="47" y="200"/>
                    <a:pt x="46" y="196"/>
                    <a:pt x="46" y="194"/>
                  </a:cubicBezTo>
                  <a:cubicBezTo>
                    <a:pt x="46" y="193"/>
                    <a:pt x="44" y="189"/>
                    <a:pt x="44" y="187"/>
                  </a:cubicBezTo>
                  <a:cubicBezTo>
                    <a:pt x="43" y="185"/>
                    <a:pt x="43" y="180"/>
                    <a:pt x="43" y="178"/>
                  </a:cubicBezTo>
                  <a:cubicBezTo>
                    <a:pt x="43" y="176"/>
                    <a:pt x="43" y="173"/>
                    <a:pt x="43" y="171"/>
                  </a:cubicBezTo>
                  <a:cubicBezTo>
                    <a:pt x="43" y="169"/>
                    <a:pt x="42" y="166"/>
                    <a:pt x="42" y="165"/>
                  </a:cubicBezTo>
                  <a:cubicBezTo>
                    <a:pt x="41" y="163"/>
                    <a:pt x="40" y="160"/>
                    <a:pt x="39" y="158"/>
                  </a:cubicBezTo>
                  <a:cubicBezTo>
                    <a:pt x="39" y="157"/>
                    <a:pt x="39" y="154"/>
                    <a:pt x="39" y="153"/>
                  </a:cubicBezTo>
                  <a:cubicBezTo>
                    <a:pt x="39" y="152"/>
                    <a:pt x="40" y="150"/>
                    <a:pt x="40" y="149"/>
                  </a:cubicBezTo>
                  <a:cubicBezTo>
                    <a:pt x="40" y="148"/>
                    <a:pt x="41" y="145"/>
                    <a:pt x="40" y="144"/>
                  </a:cubicBezTo>
                  <a:cubicBezTo>
                    <a:pt x="39" y="144"/>
                    <a:pt x="37" y="144"/>
                    <a:pt x="37" y="144"/>
                  </a:cubicBezTo>
                  <a:cubicBezTo>
                    <a:pt x="36" y="143"/>
                    <a:pt x="34" y="142"/>
                    <a:pt x="34" y="141"/>
                  </a:cubicBezTo>
                  <a:cubicBezTo>
                    <a:pt x="33" y="140"/>
                    <a:pt x="33" y="139"/>
                    <a:pt x="32" y="138"/>
                  </a:cubicBezTo>
                  <a:cubicBezTo>
                    <a:pt x="32" y="138"/>
                    <a:pt x="31" y="136"/>
                    <a:pt x="31" y="135"/>
                  </a:cubicBezTo>
                  <a:cubicBezTo>
                    <a:pt x="31" y="134"/>
                    <a:pt x="31" y="132"/>
                    <a:pt x="31" y="132"/>
                  </a:cubicBezTo>
                  <a:cubicBezTo>
                    <a:pt x="31" y="131"/>
                    <a:pt x="30" y="129"/>
                    <a:pt x="29" y="129"/>
                  </a:cubicBezTo>
                  <a:cubicBezTo>
                    <a:pt x="29" y="128"/>
                    <a:pt x="28" y="128"/>
                    <a:pt x="27" y="127"/>
                  </a:cubicBezTo>
                  <a:cubicBezTo>
                    <a:pt x="26" y="127"/>
                    <a:pt x="25" y="126"/>
                    <a:pt x="25" y="126"/>
                  </a:cubicBezTo>
                  <a:cubicBezTo>
                    <a:pt x="24" y="125"/>
                    <a:pt x="24" y="123"/>
                    <a:pt x="24" y="122"/>
                  </a:cubicBezTo>
                  <a:cubicBezTo>
                    <a:pt x="24" y="121"/>
                    <a:pt x="23" y="120"/>
                    <a:pt x="23" y="119"/>
                  </a:cubicBezTo>
                  <a:cubicBezTo>
                    <a:pt x="23" y="118"/>
                    <a:pt x="23" y="116"/>
                    <a:pt x="23" y="115"/>
                  </a:cubicBezTo>
                  <a:cubicBezTo>
                    <a:pt x="23" y="113"/>
                    <a:pt x="22" y="110"/>
                    <a:pt x="21" y="109"/>
                  </a:cubicBezTo>
                  <a:cubicBezTo>
                    <a:pt x="21" y="107"/>
                    <a:pt x="19" y="104"/>
                    <a:pt x="19" y="103"/>
                  </a:cubicBezTo>
                  <a:cubicBezTo>
                    <a:pt x="19" y="100"/>
                    <a:pt x="19" y="96"/>
                    <a:pt x="19" y="94"/>
                  </a:cubicBezTo>
                  <a:cubicBezTo>
                    <a:pt x="19" y="92"/>
                    <a:pt x="19" y="89"/>
                    <a:pt x="18" y="87"/>
                  </a:cubicBezTo>
                  <a:cubicBezTo>
                    <a:pt x="18" y="85"/>
                    <a:pt x="16" y="82"/>
                    <a:pt x="16" y="81"/>
                  </a:cubicBezTo>
                  <a:cubicBezTo>
                    <a:pt x="15" y="79"/>
                    <a:pt x="15" y="76"/>
                    <a:pt x="15" y="75"/>
                  </a:cubicBezTo>
                  <a:cubicBezTo>
                    <a:pt x="15" y="73"/>
                    <a:pt x="15" y="70"/>
                    <a:pt x="15" y="69"/>
                  </a:cubicBezTo>
                  <a:cubicBezTo>
                    <a:pt x="15" y="67"/>
                    <a:pt x="15" y="65"/>
                    <a:pt x="15" y="63"/>
                  </a:cubicBezTo>
                  <a:cubicBezTo>
                    <a:pt x="15" y="62"/>
                    <a:pt x="13" y="61"/>
                    <a:pt x="13" y="60"/>
                  </a:cubicBezTo>
                  <a:cubicBezTo>
                    <a:pt x="12" y="59"/>
                    <a:pt x="11" y="59"/>
                    <a:pt x="11" y="58"/>
                  </a:cubicBezTo>
                  <a:cubicBezTo>
                    <a:pt x="10" y="57"/>
                    <a:pt x="10" y="55"/>
                    <a:pt x="9" y="54"/>
                  </a:cubicBezTo>
                  <a:cubicBezTo>
                    <a:pt x="9" y="53"/>
                    <a:pt x="9" y="52"/>
                    <a:pt x="9" y="51"/>
                  </a:cubicBezTo>
                  <a:cubicBezTo>
                    <a:pt x="8" y="50"/>
                    <a:pt x="7" y="49"/>
                    <a:pt x="7" y="49"/>
                  </a:cubicBezTo>
                  <a:cubicBezTo>
                    <a:pt x="6" y="48"/>
                    <a:pt x="6" y="45"/>
                    <a:pt x="6" y="43"/>
                  </a:cubicBezTo>
                  <a:cubicBezTo>
                    <a:pt x="5" y="42"/>
                    <a:pt x="4" y="39"/>
                    <a:pt x="4" y="37"/>
                  </a:cubicBezTo>
                  <a:cubicBezTo>
                    <a:pt x="3" y="36"/>
                    <a:pt x="3" y="34"/>
                    <a:pt x="2" y="33"/>
                  </a:cubicBezTo>
                  <a:cubicBezTo>
                    <a:pt x="2" y="32"/>
                    <a:pt x="1" y="30"/>
                    <a:pt x="1" y="29"/>
                  </a:cubicBezTo>
                  <a:cubicBezTo>
                    <a:pt x="0" y="28"/>
                    <a:pt x="0" y="26"/>
                    <a:pt x="0" y="24"/>
                  </a:cubicBezTo>
                  <a:cubicBezTo>
                    <a:pt x="0" y="22"/>
                    <a:pt x="1" y="19"/>
                    <a:pt x="1" y="17"/>
                  </a:cubicBezTo>
                  <a:cubicBezTo>
                    <a:pt x="2" y="16"/>
                    <a:pt x="2" y="12"/>
                    <a:pt x="3" y="11"/>
                  </a:cubicBezTo>
                  <a:cubicBezTo>
                    <a:pt x="3" y="9"/>
                    <a:pt x="3" y="6"/>
                    <a:pt x="3" y="4"/>
                  </a:cubicBezTo>
                  <a:cubicBezTo>
                    <a:pt x="2" y="3"/>
                    <a:pt x="2" y="1"/>
                    <a:pt x="2" y="0"/>
                  </a:cubicBezTo>
                  <a:cubicBezTo>
                    <a:pt x="2" y="0"/>
                    <a:pt x="3" y="0"/>
                    <a:pt x="3" y="0"/>
                  </a:cubicBezTo>
                  <a:cubicBezTo>
                    <a:pt x="5" y="1"/>
                    <a:pt x="6" y="2"/>
                    <a:pt x="7" y="3"/>
                  </a:cubicBezTo>
                  <a:cubicBezTo>
                    <a:pt x="8" y="4"/>
                    <a:pt x="9" y="6"/>
                    <a:pt x="10" y="7"/>
                  </a:cubicBezTo>
                  <a:cubicBezTo>
                    <a:pt x="11" y="8"/>
                    <a:pt x="13" y="8"/>
                    <a:pt x="13" y="8"/>
                  </a:cubicBezTo>
                  <a:cubicBezTo>
                    <a:pt x="14" y="8"/>
                    <a:pt x="16" y="8"/>
                    <a:pt x="17" y="8"/>
                  </a:cubicBezTo>
                  <a:cubicBezTo>
                    <a:pt x="18" y="8"/>
                    <a:pt x="20" y="10"/>
                    <a:pt x="21" y="10"/>
                  </a:cubicBezTo>
                  <a:cubicBezTo>
                    <a:pt x="22" y="11"/>
                    <a:pt x="24" y="11"/>
                    <a:pt x="25" y="12"/>
                  </a:cubicBezTo>
                  <a:cubicBezTo>
                    <a:pt x="26" y="13"/>
                    <a:pt x="28" y="14"/>
                    <a:pt x="29" y="14"/>
                  </a:cubicBezTo>
                  <a:cubicBezTo>
                    <a:pt x="30" y="15"/>
                    <a:pt x="34" y="15"/>
                    <a:pt x="35" y="15"/>
                  </a:cubicBezTo>
                  <a:cubicBezTo>
                    <a:pt x="36" y="15"/>
                    <a:pt x="39" y="15"/>
                    <a:pt x="40" y="16"/>
                  </a:cubicBezTo>
                  <a:cubicBezTo>
                    <a:pt x="42" y="16"/>
                    <a:pt x="44" y="17"/>
                    <a:pt x="45" y="18"/>
                  </a:cubicBezTo>
                  <a:cubicBezTo>
                    <a:pt x="46" y="19"/>
                    <a:pt x="48" y="22"/>
                    <a:pt x="49" y="23"/>
                  </a:cubicBezTo>
                  <a:cubicBezTo>
                    <a:pt x="50" y="24"/>
                    <a:pt x="54" y="27"/>
                    <a:pt x="55" y="28"/>
                  </a:cubicBezTo>
                  <a:cubicBezTo>
                    <a:pt x="56" y="29"/>
                    <a:pt x="59" y="30"/>
                    <a:pt x="60" y="30"/>
                  </a:cubicBezTo>
                  <a:cubicBezTo>
                    <a:pt x="61" y="31"/>
                    <a:pt x="63" y="30"/>
                    <a:pt x="64" y="30"/>
                  </a:cubicBezTo>
                  <a:cubicBezTo>
                    <a:pt x="65" y="31"/>
                    <a:pt x="66" y="33"/>
                    <a:pt x="67" y="34"/>
                  </a:cubicBezTo>
                  <a:cubicBezTo>
                    <a:pt x="67" y="36"/>
                    <a:pt x="70" y="37"/>
                    <a:pt x="70" y="39"/>
                  </a:cubicBezTo>
                  <a:cubicBezTo>
                    <a:pt x="70" y="40"/>
                    <a:pt x="70" y="42"/>
                    <a:pt x="69" y="43"/>
                  </a:cubicBezTo>
                  <a:cubicBezTo>
                    <a:pt x="69" y="44"/>
                    <a:pt x="68" y="45"/>
                    <a:pt x="67" y="46"/>
                  </a:cubicBezTo>
                  <a:cubicBezTo>
                    <a:pt x="66" y="47"/>
                    <a:pt x="64" y="46"/>
                    <a:pt x="63" y="47"/>
                  </a:cubicBezTo>
                  <a:cubicBezTo>
                    <a:pt x="62" y="47"/>
                    <a:pt x="60" y="48"/>
                    <a:pt x="60" y="49"/>
                  </a:cubicBezTo>
                  <a:cubicBezTo>
                    <a:pt x="59" y="50"/>
                    <a:pt x="59" y="52"/>
                    <a:pt x="59" y="54"/>
                  </a:cubicBezTo>
                  <a:cubicBezTo>
                    <a:pt x="59" y="55"/>
                    <a:pt x="60" y="57"/>
                    <a:pt x="60" y="58"/>
                  </a:cubicBezTo>
                  <a:cubicBezTo>
                    <a:pt x="62" y="59"/>
                    <a:pt x="66" y="59"/>
                    <a:pt x="68" y="60"/>
                  </a:cubicBezTo>
                  <a:cubicBezTo>
                    <a:pt x="70" y="60"/>
                    <a:pt x="74" y="59"/>
                    <a:pt x="76" y="59"/>
                  </a:cubicBezTo>
                  <a:cubicBezTo>
                    <a:pt x="78" y="59"/>
                    <a:pt x="81" y="59"/>
                    <a:pt x="83" y="58"/>
                  </a:cubicBezTo>
                  <a:cubicBezTo>
                    <a:pt x="84" y="58"/>
                    <a:pt x="88" y="57"/>
                    <a:pt x="89" y="56"/>
                  </a:cubicBezTo>
                  <a:cubicBezTo>
                    <a:pt x="90" y="56"/>
                    <a:pt x="92" y="54"/>
                    <a:pt x="93" y="54"/>
                  </a:cubicBezTo>
                  <a:cubicBezTo>
                    <a:pt x="93" y="53"/>
                    <a:pt x="94" y="51"/>
                    <a:pt x="95" y="50"/>
                  </a:cubicBezTo>
                  <a:cubicBezTo>
                    <a:pt x="96" y="49"/>
                    <a:pt x="98" y="48"/>
                    <a:pt x="99" y="47"/>
                  </a:cubicBezTo>
                  <a:cubicBezTo>
                    <a:pt x="100" y="47"/>
                    <a:pt x="103" y="45"/>
                    <a:pt x="104" y="45"/>
                  </a:cubicBezTo>
                  <a:cubicBezTo>
                    <a:pt x="105" y="45"/>
                    <a:pt x="108" y="45"/>
                    <a:pt x="109" y="45"/>
                  </a:cubicBezTo>
                  <a:cubicBezTo>
                    <a:pt x="110" y="45"/>
                    <a:pt x="113" y="46"/>
                    <a:pt x="114" y="46"/>
                  </a:cubicBezTo>
                  <a:cubicBezTo>
                    <a:pt x="116" y="47"/>
                    <a:pt x="120" y="48"/>
                    <a:pt x="123" y="48"/>
                  </a:cubicBezTo>
                  <a:cubicBezTo>
                    <a:pt x="125" y="48"/>
                    <a:pt x="131" y="49"/>
                    <a:pt x="134" y="49"/>
                  </a:cubicBezTo>
                  <a:cubicBezTo>
                    <a:pt x="136" y="49"/>
                    <a:pt x="140" y="48"/>
                    <a:pt x="143" y="48"/>
                  </a:cubicBezTo>
                  <a:cubicBezTo>
                    <a:pt x="144" y="47"/>
                    <a:pt x="147" y="46"/>
                    <a:pt x="149" y="46"/>
                  </a:cubicBezTo>
                  <a:cubicBezTo>
                    <a:pt x="150" y="45"/>
                    <a:pt x="151" y="46"/>
                    <a:pt x="152" y="46"/>
                  </a:cubicBezTo>
                  <a:cubicBezTo>
                    <a:pt x="153" y="46"/>
                    <a:pt x="155" y="47"/>
                    <a:pt x="156" y="48"/>
                  </a:cubicBezTo>
                  <a:cubicBezTo>
                    <a:pt x="158" y="48"/>
                    <a:pt x="161" y="48"/>
                    <a:pt x="163" y="47"/>
                  </a:cubicBezTo>
                  <a:cubicBezTo>
                    <a:pt x="165" y="47"/>
                    <a:pt x="170" y="46"/>
                    <a:pt x="172" y="44"/>
                  </a:cubicBezTo>
                  <a:cubicBezTo>
                    <a:pt x="173" y="44"/>
                    <a:pt x="174" y="41"/>
                    <a:pt x="175" y="41"/>
                  </a:cubicBezTo>
                  <a:cubicBezTo>
                    <a:pt x="176" y="40"/>
                    <a:pt x="179" y="39"/>
                    <a:pt x="181" y="38"/>
                  </a:cubicBezTo>
                  <a:cubicBezTo>
                    <a:pt x="182" y="37"/>
                    <a:pt x="183" y="35"/>
                    <a:pt x="184" y="34"/>
                  </a:cubicBezTo>
                  <a:cubicBezTo>
                    <a:pt x="185" y="33"/>
                    <a:pt x="188" y="31"/>
                    <a:pt x="189" y="31"/>
                  </a:cubicBezTo>
                  <a:cubicBezTo>
                    <a:pt x="190" y="30"/>
                    <a:pt x="194" y="31"/>
                    <a:pt x="195" y="31"/>
                  </a:cubicBezTo>
                  <a:cubicBezTo>
                    <a:pt x="197" y="31"/>
                    <a:pt x="200" y="30"/>
                    <a:pt x="201" y="31"/>
                  </a:cubicBezTo>
                  <a:cubicBezTo>
                    <a:pt x="202" y="31"/>
                    <a:pt x="202" y="33"/>
                    <a:pt x="203" y="33"/>
                  </a:cubicBezTo>
                  <a:cubicBezTo>
                    <a:pt x="205" y="34"/>
                    <a:pt x="209" y="34"/>
                    <a:pt x="210" y="35"/>
                  </a:cubicBezTo>
                  <a:cubicBezTo>
                    <a:pt x="211" y="35"/>
                    <a:pt x="212" y="37"/>
                    <a:pt x="212" y="38"/>
                  </a:cubicBezTo>
                  <a:cubicBezTo>
                    <a:pt x="213" y="39"/>
                    <a:pt x="213" y="41"/>
                    <a:pt x="213" y="41"/>
                  </a:cubicBezTo>
                  <a:cubicBezTo>
                    <a:pt x="214" y="43"/>
                    <a:pt x="217" y="45"/>
                    <a:pt x="218" y="46"/>
                  </a:cubicBezTo>
                  <a:cubicBezTo>
                    <a:pt x="218" y="46"/>
                    <a:pt x="219" y="48"/>
                    <a:pt x="219" y="48"/>
                  </a:cubicBezTo>
                  <a:cubicBezTo>
                    <a:pt x="219" y="50"/>
                    <a:pt x="219" y="52"/>
                    <a:pt x="219" y="53"/>
                  </a:cubicBezTo>
                  <a:cubicBezTo>
                    <a:pt x="220" y="54"/>
                    <a:pt x="223" y="56"/>
                    <a:pt x="224" y="57"/>
                  </a:cubicBezTo>
                  <a:cubicBezTo>
                    <a:pt x="226" y="58"/>
                    <a:pt x="229" y="60"/>
                    <a:pt x="231" y="60"/>
                  </a:cubicBezTo>
                  <a:cubicBezTo>
                    <a:pt x="232" y="60"/>
                    <a:pt x="234" y="60"/>
                    <a:pt x="235" y="60"/>
                  </a:cubicBezTo>
                  <a:cubicBezTo>
                    <a:pt x="236" y="60"/>
                    <a:pt x="238" y="60"/>
                    <a:pt x="240" y="61"/>
                  </a:cubicBezTo>
                  <a:cubicBezTo>
                    <a:pt x="241" y="61"/>
                    <a:pt x="242" y="63"/>
                    <a:pt x="243" y="64"/>
                  </a:cubicBezTo>
                  <a:cubicBezTo>
                    <a:pt x="244" y="65"/>
                    <a:pt x="246" y="66"/>
                    <a:pt x="247" y="67"/>
                  </a:cubicBezTo>
                  <a:cubicBezTo>
                    <a:pt x="248" y="67"/>
                    <a:pt x="249" y="67"/>
                    <a:pt x="250" y="67"/>
                  </a:cubicBezTo>
                  <a:cubicBezTo>
                    <a:pt x="252" y="66"/>
                    <a:pt x="254" y="64"/>
                    <a:pt x="255" y="64"/>
                  </a:cubicBezTo>
                  <a:cubicBezTo>
                    <a:pt x="257" y="63"/>
                    <a:pt x="261" y="61"/>
                    <a:pt x="262" y="59"/>
                  </a:cubicBezTo>
                  <a:cubicBezTo>
                    <a:pt x="263" y="58"/>
                    <a:pt x="264" y="54"/>
                    <a:pt x="265" y="52"/>
                  </a:cubicBezTo>
                  <a:cubicBezTo>
                    <a:pt x="266" y="51"/>
                    <a:pt x="267" y="49"/>
                    <a:pt x="268" y="48"/>
                  </a:cubicBezTo>
                  <a:cubicBezTo>
                    <a:pt x="268" y="48"/>
                    <a:pt x="269" y="48"/>
                    <a:pt x="269" y="48"/>
                  </a:cubicBezTo>
                  <a:cubicBezTo>
                    <a:pt x="271" y="49"/>
                    <a:pt x="275" y="51"/>
                    <a:pt x="277" y="53"/>
                  </a:cubicBezTo>
                  <a:cubicBezTo>
                    <a:pt x="277" y="53"/>
                    <a:pt x="278" y="55"/>
                    <a:pt x="279" y="55"/>
                  </a:cubicBezTo>
                  <a:cubicBezTo>
                    <a:pt x="279" y="56"/>
                    <a:pt x="279" y="58"/>
                    <a:pt x="279" y="59"/>
                  </a:cubicBezTo>
                  <a:cubicBezTo>
                    <a:pt x="279" y="59"/>
                    <a:pt x="279" y="61"/>
                    <a:pt x="279" y="62"/>
                  </a:cubicBezTo>
                  <a:cubicBezTo>
                    <a:pt x="278" y="62"/>
                    <a:pt x="278" y="64"/>
                    <a:pt x="279" y="65"/>
                  </a:cubicBezTo>
                  <a:cubicBezTo>
                    <a:pt x="279" y="66"/>
                    <a:pt x="281" y="67"/>
                    <a:pt x="281" y="68"/>
                  </a:cubicBezTo>
                  <a:cubicBezTo>
                    <a:pt x="282" y="68"/>
                    <a:pt x="284" y="69"/>
                    <a:pt x="284" y="69"/>
                  </a:cubicBezTo>
                  <a:cubicBezTo>
                    <a:pt x="285" y="70"/>
                    <a:pt x="287" y="71"/>
                    <a:pt x="287" y="71"/>
                  </a:cubicBezTo>
                  <a:cubicBezTo>
                    <a:pt x="288" y="72"/>
                    <a:pt x="289" y="71"/>
                    <a:pt x="290" y="71"/>
                  </a:cubicBezTo>
                  <a:cubicBezTo>
                    <a:pt x="290" y="72"/>
                    <a:pt x="292" y="73"/>
                    <a:pt x="292" y="74"/>
                  </a:cubicBezTo>
                  <a:cubicBezTo>
                    <a:pt x="293" y="75"/>
                    <a:pt x="293" y="78"/>
                    <a:pt x="293" y="79"/>
                  </a:cubicBezTo>
                  <a:cubicBezTo>
                    <a:pt x="293" y="81"/>
                    <a:pt x="292" y="85"/>
                    <a:pt x="293" y="87"/>
                  </a:cubicBezTo>
                  <a:cubicBezTo>
                    <a:pt x="294" y="89"/>
                    <a:pt x="296" y="92"/>
                    <a:pt x="297" y="93"/>
                  </a:cubicBezTo>
                  <a:cubicBezTo>
                    <a:pt x="298" y="95"/>
                    <a:pt x="300" y="97"/>
                    <a:pt x="301" y="98"/>
                  </a:cubicBezTo>
                  <a:cubicBezTo>
                    <a:pt x="301" y="100"/>
                    <a:pt x="303" y="103"/>
                    <a:pt x="303" y="105"/>
                  </a:cubicBezTo>
                  <a:cubicBezTo>
                    <a:pt x="303" y="106"/>
                    <a:pt x="303" y="110"/>
                    <a:pt x="303" y="111"/>
                  </a:cubicBezTo>
                  <a:cubicBezTo>
                    <a:pt x="303" y="112"/>
                    <a:pt x="301" y="114"/>
                    <a:pt x="301" y="115"/>
                  </a:cubicBezTo>
                  <a:cubicBezTo>
                    <a:pt x="301" y="117"/>
                    <a:pt x="301" y="122"/>
                    <a:pt x="301" y="125"/>
                  </a:cubicBezTo>
                  <a:cubicBezTo>
                    <a:pt x="301" y="126"/>
                    <a:pt x="302" y="130"/>
                    <a:pt x="302" y="131"/>
                  </a:cubicBezTo>
                  <a:cubicBezTo>
                    <a:pt x="302" y="134"/>
                    <a:pt x="301" y="139"/>
                    <a:pt x="302" y="141"/>
                  </a:cubicBezTo>
                  <a:cubicBezTo>
                    <a:pt x="302" y="143"/>
                    <a:pt x="304" y="146"/>
                    <a:pt x="305" y="14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0"/>
            <p:cNvSpPr>
              <a:spLocks/>
            </p:cNvSpPr>
            <p:nvPr/>
          </p:nvSpPr>
          <p:spPr bwMode="auto">
            <a:xfrm>
              <a:off x="4087813" y="1812925"/>
              <a:ext cx="385763" cy="558800"/>
            </a:xfrm>
            <a:custGeom>
              <a:avLst/>
              <a:gdLst/>
              <a:ahLst/>
              <a:cxnLst>
                <a:cxn ang="0">
                  <a:pos x="229" y="36"/>
                </a:cxn>
                <a:cxn ang="0">
                  <a:pos x="220" y="56"/>
                </a:cxn>
                <a:cxn ang="0">
                  <a:pos x="226" y="78"/>
                </a:cxn>
                <a:cxn ang="0">
                  <a:pos x="222" y="96"/>
                </a:cxn>
                <a:cxn ang="0">
                  <a:pos x="208" y="92"/>
                </a:cxn>
                <a:cxn ang="0">
                  <a:pos x="196" y="97"/>
                </a:cxn>
                <a:cxn ang="0">
                  <a:pos x="184" y="95"/>
                </a:cxn>
                <a:cxn ang="0">
                  <a:pos x="184" y="114"/>
                </a:cxn>
                <a:cxn ang="0">
                  <a:pos x="175" y="128"/>
                </a:cxn>
                <a:cxn ang="0">
                  <a:pos x="163" y="141"/>
                </a:cxn>
                <a:cxn ang="0">
                  <a:pos x="159" y="158"/>
                </a:cxn>
                <a:cxn ang="0">
                  <a:pos x="167" y="175"/>
                </a:cxn>
                <a:cxn ang="0">
                  <a:pos x="177" y="190"/>
                </a:cxn>
                <a:cxn ang="0">
                  <a:pos x="178" y="200"/>
                </a:cxn>
                <a:cxn ang="0">
                  <a:pos x="165" y="203"/>
                </a:cxn>
                <a:cxn ang="0">
                  <a:pos x="170" y="221"/>
                </a:cxn>
                <a:cxn ang="0">
                  <a:pos x="179" y="235"/>
                </a:cxn>
                <a:cxn ang="0">
                  <a:pos x="169" y="246"/>
                </a:cxn>
                <a:cxn ang="0">
                  <a:pos x="157" y="258"/>
                </a:cxn>
                <a:cxn ang="0">
                  <a:pos x="157" y="273"/>
                </a:cxn>
                <a:cxn ang="0">
                  <a:pos x="147" y="287"/>
                </a:cxn>
                <a:cxn ang="0">
                  <a:pos x="147" y="298"/>
                </a:cxn>
                <a:cxn ang="0">
                  <a:pos x="139" y="312"/>
                </a:cxn>
                <a:cxn ang="0">
                  <a:pos x="124" y="316"/>
                </a:cxn>
                <a:cxn ang="0">
                  <a:pos x="114" y="322"/>
                </a:cxn>
                <a:cxn ang="0">
                  <a:pos x="107" y="336"/>
                </a:cxn>
                <a:cxn ang="0">
                  <a:pos x="90" y="329"/>
                </a:cxn>
                <a:cxn ang="0">
                  <a:pos x="101" y="314"/>
                </a:cxn>
                <a:cxn ang="0">
                  <a:pos x="106" y="301"/>
                </a:cxn>
                <a:cxn ang="0">
                  <a:pos x="99" y="289"/>
                </a:cxn>
                <a:cxn ang="0">
                  <a:pos x="89" y="278"/>
                </a:cxn>
                <a:cxn ang="0">
                  <a:pos x="80" y="286"/>
                </a:cxn>
                <a:cxn ang="0">
                  <a:pos x="76" y="270"/>
                </a:cxn>
                <a:cxn ang="0">
                  <a:pos x="75" y="261"/>
                </a:cxn>
                <a:cxn ang="0">
                  <a:pos x="53" y="254"/>
                </a:cxn>
                <a:cxn ang="0">
                  <a:pos x="48" y="274"/>
                </a:cxn>
                <a:cxn ang="0">
                  <a:pos x="34" y="263"/>
                </a:cxn>
                <a:cxn ang="0">
                  <a:pos x="12" y="244"/>
                </a:cxn>
                <a:cxn ang="0">
                  <a:pos x="8" y="192"/>
                </a:cxn>
                <a:cxn ang="0">
                  <a:pos x="18" y="182"/>
                </a:cxn>
                <a:cxn ang="0">
                  <a:pos x="30" y="177"/>
                </a:cxn>
                <a:cxn ang="0">
                  <a:pos x="22" y="172"/>
                </a:cxn>
                <a:cxn ang="0">
                  <a:pos x="13" y="179"/>
                </a:cxn>
                <a:cxn ang="0">
                  <a:pos x="14" y="161"/>
                </a:cxn>
                <a:cxn ang="0">
                  <a:pos x="36" y="73"/>
                </a:cxn>
                <a:cxn ang="0">
                  <a:pos x="43" y="24"/>
                </a:cxn>
                <a:cxn ang="0">
                  <a:pos x="63" y="26"/>
                </a:cxn>
                <a:cxn ang="0">
                  <a:pos x="78" y="25"/>
                </a:cxn>
                <a:cxn ang="0">
                  <a:pos x="85" y="19"/>
                </a:cxn>
                <a:cxn ang="0">
                  <a:pos x="99" y="28"/>
                </a:cxn>
                <a:cxn ang="0">
                  <a:pos x="111" y="13"/>
                </a:cxn>
                <a:cxn ang="0">
                  <a:pos x="121" y="26"/>
                </a:cxn>
                <a:cxn ang="0">
                  <a:pos x="135" y="28"/>
                </a:cxn>
                <a:cxn ang="0">
                  <a:pos x="132" y="15"/>
                </a:cxn>
                <a:cxn ang="0">
                  <a:pos x="148" y="17"/>
                </a:cxn>
                <a:cxn ang="0">
                  <a:pos x="154" y="7"/>
                </a:cxn>
                <a:cxn ang="0">
                  <a:pos x="167" y="1"/>
                </a:cxn>
                <a:cxn ang="0">
                  <a:pos x="186" y="13"/>
                </a:cxn>
                <a:cxn ang="0">
                  <a:pos x="195" y="29"/>
                </a:cxn>
                <a:cxn ang="0">
                  <a:pos x="215" y="35"/>
                </a:cxn>
                <a:cxn ang="0">
                  <a:pos x="227" y="20"/>
                </a:cxn>
              </a:cxnLst>
              <a:rect l="0" t="0" r="r" b="b"/>
              <a:pathLst>
                <a:path w="232" h="337">
                  <a:moveTo>
                    <a:pt x="232" y="25"/>
                  </a:moveTo>
                  <a:cubicBezTo>
                    <a:pt x="232" y="26"/>
                    <a:pt x="232" y="28"/>
                    <a:pt x="232" y="29"/>
                  </a:cubicBezTo>
                  <a:cubicBezTo>
                    <a:pt x="231" y="31"/>
                    <a:pt x="231" y="33"/>
                    <a:pt x="231" y="34"/>
                  </a:cubicBezTo>
                  <a:cubicBezTo>
                    <a:pt x="231" y="35"/>
                    <a:pt x="229" y="36"/>
                    <a:pt x="229" y="36"/>
                  </a:cubicBezTo>
                  <a:cubicBezTo>
                    <a:pt x="229" y="37"/>
                    <a:pt x="229" y="39"/>
                    <a:pt x="228" y="40"/>
                  </a:cubicBezTo>
                  <a:cubicBezTo>
                    <a:pt x="228" y="41"/>
                    <a:pt x="228" y="42"/>
                    <a:pt x="228" y="42"/>
                  </a:cubicBezTo>
                  <a:cubicBezTo>
                    <a:pt x="227" y="44"/>
                    <a:pt x="224" y="48"/>
                    <a:pt x="223" y="50"/>
                  </a:cubicBezTo>
                  <a:cubicBezTo>
                    <a:pt x="222" y="51"/>
                    <a:pt x="221" y="54"/>
                    <a:pt x="220" y="56"/>
                  </a:cubicBezTo>
                  <a:cubicBezTo>
                    <a:pt x="220" y="57"/>
                    <a:pt x="220" y="60"/>
                    <a:pt x="219" y="61"/>
                  </a:cubicBezTo>
                  <a:cubicBezTo>
                    <a:pt x="219" y="62"/>
                    <a:pt x="219" y="65"/>
                    <a:pt x="219" y="66"/>
                  </a:cubicBezTo>
                  <a:cubicBezTo>
                    <a:pt x="220" y="68"/>
                    <a:pt x="222" y="71"/>
                    <a:pt x="223" y="73"/>
                  </a:cubicBezTo>
                  <a:cubicBezTo>
                    <a:pt x="224" y="74"/>
                    <a:pt x="225" y="76"/>
                    <a:pt x="226" y="78"/>
                  </a:cubicBezTo>
                  <a:cubicBezTo>
                    <a:pt x="226" y="79"/>
                    <a:pt x="227" y="80"/>
                    <a:pt x="227" y="82"/>
                  </a:cubicBezTo>
                  <a:cubicBezTo>
                    <a:pt x="228" y="83"/>
                    <a:pt x="228" y="86"/>
                    <a:pt x="227" y="88"/>
                  </a:cubicBezTo>
                  <a:cubicBezTo>
                    <a:pt x="227" y="89"/>
                    <a:pt x="226" y="91"/>
                    <a:pt x="225" y="92"/>
                  </a:cubicBezTo>
                  <a:cubicBezTo>
                    <a:pt x="225" y="93"/>
                    <a:pt x="223" y="95"/>
                    <a:pt x="222" y="96"/>
                  </a:cubicBezTo>
                  <a:cubicBezTo>
                    <a:pt x="221" y="96"/>
                    <a:pt x="219" y="97"/>
                    <a:pt x="218" y="97"/>
                  </a:cubicBezTo>
                  <a:cubicBezTo>
                    <a:pt x="217" y="97"/>
                    <a:pt x="214" y="98"/>
                    <a:pt x="213" y="97"/>
                  </a:cubicBezTo>
                  <a:cubicBezTo>
                    <a:pt x="212" y="97"/>
                    <a:pt x="211" y="96"/>
                    <a:pt x="211" y="95"/>
                  </a:cubicBezTo>
                  <a:cubicBezTo>
                    <a:pt x="210" y="94"/>
                    <a:pt x="209" y="93"/>
                    <a:pt x="208" y="92"/>
                  </a:cubicBezTo>
                  <a:cubicBezTo>
                    <a:pt x="207" y="92"/>
                    <a:pt x="206" y="91"/>
                    <a:pt x="205" y="91"/>
                  </a:cubicBezTo>
                  <a:cubicBezTo>
                    <a:pt x="204" y="91"/>
                    <a:pt x="201" y="92"/>
                    <a:pt x="201" y="92"/>
                  </a:cubicBezTo>
                  <a:cubicBezTo>
                    <a:pt x="200" y="93"/>
                    <a:pt x="199" y="95"/>
                    <a:pt x="199" y="96"/>
                  </a:cubicBezTo>
                  <a:cubicBezTo>
                    <a:pt x="198" y="96"/>
                    <a:pt x="197" y="97"/>
                    <a:pt x="196" y="97"/>
                  </a:cubicBezTo>
                  <a:cubicBezTo>
                    <a:pt x="195" y="98"/>
                    <a:pt x="193" y="98"/>
                    <a:pt x="192" y="98"/>
                  </a:cubicBezTo>
                  <a:cubicBezTo>
                    <a:pt x="191" y="98"/>
                    <a:pt x="191" y="96"/>
                    <a:pt x="190" y="95"/>
                  </a:cubicBezTo>
                  <a:cubicBezTo>
                    <a:pt x="189" y="94"/>
                    <a:pt x="188" y="93"/>
                    <a:pt x="187" y="93"/>
                  </a:cubicBezTo>
                  <a:cubicBezTo>
                    <a:pt x="186" y="92"/>
                    <a:pt x="184" y="94"/>
                    <a:pt x="184" y="95"/>
                  </a:cubicBezTo>
                  <a:cubicBezTo>
                    <a:pt x="183" y="96"/>
                    <a:pt x="184" y="98"/>
                    <a:pt x="184" y="99"/>
                  </a:cubicBezTo>
                  <a:cubicBezTo>
                    <a:pt x="184" y="100"/>
                    <a:pt x="185" y="103"/>
                    <a:pt x="185" y="104"/>
                  </a:cubicBezTo>
                  <a:cubicBezTo>
                    <a:pt x="185" y="105"/>
                    <a:pt x="185" y="107"/>
                    <a:pt x="185" y="109"/>
                  </a:cubicBezTo>
                  <a:cubicBezTo>
                    <a:pt x="185" y="110"/>
                    <a:pt x="184" y="112"/>
                    <a:pt x="184" y="114"/>
                  </a:cubicBezTo>
                  <a:cubicBezTo>
                    <a:pt x="183" y="115"/>
                    <a:pt x="181" y="116"/>
                    <a:pt x="180" y="117"/>
                  </a:cubicBezTo>
                  <a:cubicBezTo>
                    <a:pt x="180" y="118"/>
                    <a:pt x="179" y="119"/>
                    <a:pt x="179" y="120"/>
                  </a:cubicBezTo>
                  <a:cubicBezTo>
                    <a:pt x="178" y="121"/>
                    <a:pt x="177" y="123"/>
                    <a:pt x="177" y="124"/>
                  </a:cubicBezTo>
                  <a:cubicBezTo>
                    <a:pt x="176" y="125"/>
                    <a:pt x="175" y="127"/>
                    <a:pt x="175" y="128"/>
                  </a:cubicBezTo>
                  <a:cubicBezTo>
                    <a:pt x="174" y="129"/>
                    <a:pt x="173" y="131"/>
                    <a:pt x="172" y="132"/>
                  </a:cubicBezTo>
                  <a:cubicBezTo>
                    <a:pt x="172" y="133"/>
                    <a:pt x="171" y="135"/>
                    <a:pt x="170" y="135"/>
                  </a:cubicBezTo>
                  <a:cubicBezTo>
                    <a:pt x="170" y="136"/>
                    <a:pt x="168" y="138"/>
                    <a:pt x="167" y="139"/>
                  </a:cubicBezTo>
                  <a:cubicBezTo>
                    <a:pt x="166" y="139"/>
                    <a:pt x="164" y="141"/>
                    <a:pt x="163" y="141"/>
                  </a:cubicBezTo>
                  <a:cubicBezTo>
                    <a:pt x="162" y="142"/>
                    <a:pt x="159" y="144"/>
                    <a:pt x="158" y="145"/>
                  </a:cubicBezTo>
                  <a:cubicBezTo>
                    <a:pt x="157" y="146"/>
                    <a:pt x="157" y="147"/>
                    <a:pt x="157" y="148"/>
                  </a:cubicBezTo>
                  <a:cubicBezTo>
                    <a:pt x="157" y="149"/>
                    <a:pt x="157" y="150"/>
                    <a:pt x="157" y="151"/>
                  </a:cubicBezTo>
                  <a:cubicBezTo>
                    <a:pt x="157" y="153"/>
                    <a:pt x="158" y="156"/>
                    <a:pt x="159" y="158"/>
                  </a:cubicBezTo>
                  <a:cubicBezTo>
                    <a:pt x="159" y="159"/>
                    <a:pt x="161" y="161"/>
                    <a:pt x="161" y="162"/>
                  </a:cubicBezTo>
                  <a:cubicBezTo>
                    <a:pt x="162" y="163"/>
                    <a:pt x="164" y="165"/>
                    <a:pt x="164" y="166"/>
                  </a:cubicBezTo>
                  <a:cubicBezTo>
                    <a:pt x="165" y="167"/>
                    <a:pt x="165" y="169"/>
                    <a:pt x="166" y="170"/>
                  </a:cubicBezTo>
                  <a:cubicBezTo>
                    <a:pt x="166" y="172"/>
                    <a:pt x="167" y="174"/>
                    <a:pt x="167" y="175"/>
                  </a:cubicBezTo>
                  <a:cubicBezTo>
                    <a:pt x="167" y="176"/>
                    <a:pt x="167" y="178"/>
                    <a:pt x="167" y="178"/>
                  </a:cubicBezTo>
                  <a:cubicBezTo>
                    <a:pt x="167" y="179"/>
                    <a:pt x="168" y="181"/>
                    <a:pt x="169" y="182"/>
                  </a:cubicBezTo>
                  <a:cubicBezTo>
                    <a:pt x="169" y="183"/>
                    <a:pt x="171" y="185"/>
                    <a:pt x="171" y="186"/>
                  </a:cubicBezTo>
                  <a:cubicBezTo>
                    <a:pt x="173" y="187"/>
                    <a:pt x="176" y="189"/>
                    <a:pt x="177" y="190"/>
                  </a:cubicBezTo>
                  <a:cubicBezTo>
                    <a:pt x="178" y="191"/>
                    <a:pt x="179" y="191"/>
                    <a:pt x="179" y="192"/>
                  </a:cubicBezTo>
                  <a:cubicBezTo>
                    <a:pt x="180" y="192"/>
                    <a:pt x="180" y="194"/>
                    <a:pt x="180" y="195"/>
                  </a:cubicBezTo>
                  <a:cubicBezTo>
                    <a:pt x="180" y="195"/>
                    <a:pt x="180" y="197"/>
                    <a:pt x="180" y="198"/>
                  </a:cubicBezTo>
                  <a:cubicBezTo>
                    <a:pt x="180" y="198"/>
                    <a:pt x="179" y="200"/>
                    <a:pt x="178" y="200"/>
                  </a:cubicBezTo>
                  <a:cubicBezTo>
                    <a:pt x="177" y="201"/>
                    <a:pt x="176" y="201"/>
                    <a:pt x="175" y="201"/>
                  </a:cubicBezTo>
                  <a:cubicBezTo>
                    <a:pt x="174" y="202"/>
                    <a:pt x="172" y="201"/>
                    <a:pt x="171" y="201"/>
                  </a:cubicBezTo>
                  <a:cubicBezTo>
                    <a:pt x="171" y="201"/>
                    <a:pt x="169" y="202"/>
                    <a:pt x="169" y="202"/>
                  </a:cubicBezTo>
                  <a:cubicBezTo>
                    <a:pt x="168" y="202"/>
                    <a:pt x="166" y="203"/>
                    <a:pt x="165" y="203"/>
                  </a:cubicBezTo>
                  <a:cubicBezTo>
                    <a:pt x="165" y="204"/>
                    <a:pt x="164" y="206"/>
                    <a:pt x="164" y="206"/>
                  </a:cubicBezTo>
                  <a:cubicBezTo>
                    <a:pt x="164" y="208"/>
                    <a:pt x="164" y="210"/>
                    <a:pt x="165" y="211"/>
                  </a:cubicBezTo>
                  <a:cubicBezTo>
                    <a:pt x="165" y="212"/>
                    <a:pt x="167" y="215"/>
                    <a:pt x="168" y="217"/>
                  </a:cubicBezTo>
                  <a:cubicBezTo>
                    <a:pt x="168" y="218"/>
                    <a:pt x="169" y="220"/>
                    <a:pt x="170" y="221"/>
                  </a:cubicBezTo>
                  <a:cubicBezTo>
                    <a:pt x="170" y="222"/>
                    <a:pt x="171" y="224"/>
                    <a:pt x="171" y="225"/>
                  </a:cubicBezTo>
                  <a:cubicBezTo>
                    <a:pt x="172" y="226"/>
                    <a:pt x="171" y="228"/>
                    <a:pt x="171" y="229"/>
                  </a:cubicBezTo>
                  <a:cubicBezTo>
                    <a:pt x="172" y="230"/>
                    <a:pt x="174" y="231"/>
                    <a:pt x="175" y="231"/>
                  </a:cubicBezTo>
                  <a:cubicBezTo>
                    <a:pt x="176" y="232"/>
                    <a:pt x="178" y="234"/>
                    <a:pt x="179" y="235"/>
                  </a:cubicBezTo>
                  <a:cubicBezTo>
                    <a:pt x="179" y="236"/>
                    <a:pt x="179" y="238"/>
                    <a:pt x="179" y="239"/>
                  </a:cubicBezTo>
                  <a:cubicBezTo>
                    <a:pt x="178" y="240"/>
                    <a:pt x="177" y="242"/>
                    <a:pt x="176" y="242"/>
                  </a:cubicBezTo>
                  <a:cubicBezTo>
                    <a:pt x="175" y="243"/>
                    <a:pt x="174" y="244"/>
                    <a:pt x="173" y="244"/>
                  </a:cubicBezTo>
                  <a:cubicBezTo>
                    <a:pt x="172" y="245"/>
                    <a:pt x="170" y="246"/>
                    <a:pt x="169" y="246"/>
                  </a:cubicBezTo>
                  <a:cubicBezTo>
                    <a:pt x="168" y="247"/>
                    <a:pt x="165" y="248"/>
                    <a:pt x="164" y="249"/>
                  </a:cubicBezTo>
                  <a:cubicBezTo>
                    <a:pt x="163" y="249"/>
                    <a:pt x="162" y="250"/>
                    <a:pt x="161" y="251"/>
                  </a:cubicBezTo>
                  <a:cubicBezTo>
                    <a:pt x="160" y="252"/>
                    <a:pt x="157" y="253"/>
                    <a:pt x="157" y="254"/>
                  </a:cubicBezTo>
                  <a:cubicBezTo>
                    <a:pt x="156" y="255"/>
                    <a:pt x="156" y="257"/>
                    <a:pt x="157" y="258"/>
                  </a:cubicBezTo>
                  <a:cubicBezTo>
                    <a:pt x="157" y="259"/>
                    <a:pt x="158" y="260"/>
                    <a:pt x="158" y="261"/>
                  </a:cubicBezTo>
                  <a:cubicBezTo>
                    <a:pt x="158" y="262"/>
                    <a:pt x="158" y="264"/>
                    <a:pt x="158" y="265"/>
                  </a:cubicBezTo>
                  <a:cubicBezTo>
                    <a:pt x="158" y="266"/>
                    <a:pt x="158" y="268"/>
                    <a:pt x="158" y="269"/>
                  </a:cubicBezTo>
                  <a:cubicBezTo>
                    <a:pt x="157" y="270"/>
                    <a:pt x="157" y="272"/>
                    <a:pt x="157" y="273"/>
                  </a:cubicBezTo>
                  <a:cubicBezTo>
                    <a:pt x="156" y="274"/>
                    <a:pt x="155" y="277"/>
                    <a:pt x="154" y="278"/>
                  </a:cubicBezTo>
                  <a:cubicBezTo>
                    <a:pt x="154" y="279"/>
                    <a:pt x="152" y="280"/>
                    <a:pt x="152" y="281"/>
                  </a:cubicBezTo>
                  <a:cubicBezTo>
                    <a:pt x="151" y="282"/>
                    <a:pt x="150" y="283"/>
                    <a:pt x="149" y="284"/>
                  </a:cubicBezTo>
                  <a:cubicBezTo>
                    <a:pt x="149" y="285"/>
                    <a:pt x="147" y="286"/>
                    <a:pt x="147" y="287"/>
                  </a:cubicBezTo>
                  <a:cubicBezTo>
                    <a:pt x="147" y="288"/>
                    <a:pt x="147" y="290"/>
                    <a:pt x="147" y="291"/>
                  </a:cubicBezTo>
                  <a:cubicBezTo>
                    <a:pt x="147" y="293"/>
                    <a:pt x="148" y="296"/>
                    <a:pt x="149" y="298"/>
                  </a:cubicBezTo>
                  <a:cubicBezTo>
                    <a:pt x="149" y="298"/>
                    <a:pt x="149" y="298"/>
                    <a:pt x="149" y="298"/>
                  </a:cubicBezTo>
                  <a:cubicBezTo>
                    <a:pt x="147" y="298"/>
                    <a:pt x="147" y="298"/>
                    <a:pt x="147" y="298"/>
                  </a:cubicBezTo>
                  <a:cubicBezTo>
                    <a:pt x="145" y="302"/>
                    <a:pt x="145" y="302"/>
                    <a:pt x="145" y="302"/>
                  </a:cubicBezTo>
                  <a:cubicBezTo>
                    <a:pt x="144" y="307"/>
                    <a:pt x="144" y="307"/>
                    <a:pt x="144" y="307"/>
                  </a:cubicBezTo>
                  <a:cubicBezTo>
                    <a:pt x="141" y="311"/>
                    <a:pt x="141" y="311"/>
                    <a:pt x="141" y="311"/>
                  </a:cubicBezTo>
                  <a:cubicBezTo>
                    <a:pt x="139" y="312"/>
                    <a:pt x="139" y="312"/>
                    <a:pt x="139" y="312"/>
                  </a:cubicBezTo>
                  <a:cubicBezTo>
                    <a:pt x="136" y="310"/>
                    <a:pt x="136" y="310"/>
                    <a:pt x="136" y="310"/>
                  </a:cubicBezTo>
                  <a:cubicBezTo>
                    <a:pt x="132" y="309"/>
                    <a:pt x="132" y="309"/>
                    <a:pt x="132" y="309"/>
                  </a:cubicBezTo>
                  <a:cubicBezTo>
                    <a:pt x="126" y="312"/>
                    <a:pt x="126" y="312"/>
                    <a:pt x="126" y="312"/>
                  </a:cubicBezTo>
                  <a:cubicBezTo>
                    <a:pt x="124" y="316"/>
                    <a:pt x="124" y="316"/>
                    <a:pt x="124" y="316"/>
                  </a:cubicBezTo>
                  <a:cubicBezTo>
                    <a:pt x="123" y="319"/>
                    <a:pt x="123" y="319"/>
                    <a:pt x="123" y="319"/>
                  </a:cubicBezTo>
                  <a:cubicBezTo>
                    <a:pt x="121" y="319"/>
                    <a:pt x="121" y="319"/>
                    <a:pt x="121" y="319"/>
                  </a:cubicBezTo>
                  <a:cubicBezTo>
                    <a:pt x="118" y="320"/>
                    <a:pt x="118" y="320"/>
                    <a:pt x="118" y="320"/>
                  </a:cubicBezTo>
                  <a:cubicBezTo>
                    <a:pt x="114" y="322"/>
                    <a:pt x="114" y="322"/>
                    <a:pt x="114" y="322"/>
                  </a:cubicBezTo>
                  <a:cubicBezTo>
                    <a:pt x="112" y="324"/>
                    <a:pt x="112" y="324"/>
                    <a:pt x="112" y="324"/>
                  </a:cubicBezTo>
                  <a:cubicBezTo>
                    <a:pt x="112" y="327"/>
                    <a:pt x="112" y="327"/>
                    <a:pt x="112" y="327"/>
                  </a:cubicBezTo>
                  <a:cubicBezTo>
                    <a:pt x="111" y="333"/>
                    <a:pt x="111" y="333"/>
                    <a:pt x="111" y="333"/>
                  </a:cubicBezTo>
                  <a:cubicBezTo>
                    <a:pt x="107" y="336"/>
                    <a:pt x="107" y="336"/>
                    <a:pt x="107" y="336"/>
                  </a:cubicBezTo>
                  <a:cubicBezTo>
                    <a:pt x="101" y="337"/>
                    <a:pt x="101" y="337"/>
                    <a:pt x="101" y="337"/>
                  </a:cubicBezTo>
                  <a:cubicBezTo>
                    <a:pt x="96" y="336"/>
                    <a:pt x="96" y="336"/>
                    <a:pt x="96" y="336"/>
                  </a:cubicBezTo>
                  <a:cubicBezTo>
                    <a:pt x="92" y="334"/>
                    <a:pt x="92" y="334"/>
                    <a:pt x="92" y="334"/>
                  </a:cubicBezTo>
                  <a:cubicBezTo>
                    <a:pt x="90" y="329"/>
                    <a:pt x="90" y="329"/>
                    <a:pt x="90" y="329"/>
                  </a:cubicBezTo>
                  <a:cubicBezTo>
                    <a:pt x="90" y="323"/>
                    <a:pt x="90" y="323"/>
                    <a:pt x="90" y="323"/>
                  </a:cubicBezTo>
                  <a:cubicBezTo>
                    <a:pt x="93" y="320"/>
                    <a:pt x="93" y="320"/>
                    <a:pt x="93" y="320"/>
                  </a:cubicBezTo>
                  <a:cubicBezTo>
                    <a:pt x="96" y="318"/>
                    <a:pt x="96" y="318"/>
                    <a:pt x="96" y="318"/>
                  </a:cubicBezTo>
                  <a:cubicBezTo>
                    <a:pt x="101" y="314"/>
                    <a:pt x="101" y="314"/>
                    <a:pt x="101" y="314"/>
                  </a:cubicBezTo>
                  <a:cubicBezTo>
                    <a:pt x="104" y="310"/>
                    <a:pt x="104" y="310"/>
                    <a:pt x="104" y="310"/>
                  </a:cubicBezTo>
                  <a:cubicBezTo>
                    <a:pt x="104" y="306"/>
                    <a:pt x="104" y="306"/>
                    <a:pt x="104" y="306"/>
                  </a:cubicBezTo>
                  <a:cubicBezTo>
                    <a:pt x="105" y="304"/>
                    <a:pt x="105" y="304"/>
                    <a:pt x="105" y="304"/>
                  </a:cubicBezTo>
                  <a:cubicBezTo>
                    <a:pt x="106" y="301"/>
                    <a:pt x="106" y="301"/>
                    <a:pt x="106" y="301"/>
                  </a:cubicBezTo>
                  <a:cubicBezTo>
                    <a:pt x="106" y="297"/>
                    <a:pt x="106" y="297"/>
                    <a:pt x="106" y="297"/>
                  </a:cubicBezTo>
                  <a:cubicBezTo>
                    <a:pt x="105" y="293"/>
                    <a:pt x="105" y="293"/>
                    <a:pt x="105" y="293"/>
                  </a:cubicBezTo>
                  <a:cubicBezTo>
                    <a:pt x="102" y="291"/>
                    <a:pt x="102" y="291"/>
                    <a:pt x="102" y="291"/>
                  </a:cubicBezTo>
                  <a:cubicBezTo>
                    <a:pt x="99" y="289"/>
                    <a:pt x="99" y="289"/>
                    <a:pt x="99" y="289"/>
                  </a:cubicBezTo>
                  <a:cubicBezTo>
                    <a:pt x="98" y="285"/>
                    <a:pt x="98" y="285"/>
                    <a:pt x="98" y="285"/>
                  </a:cubicBezTo>
                  <a:cubicBezTo>
                    <a:pt x="97" y="280"/>
                    <a:pt x="97" y="280"/>
                    <a:pt x="97" y="280"/>
                  </a:cubicBezTo>
                  <a:cubicBezTo>
                    <a:pt x="93" y="278"/>
                    <a:pt x="93" y="278"/>
                    <a:pt x="93" y="278"/>
                  </a:cubicBezTo>
                  <a:cubicBezTo>
                    <a:pt x="89" y="278"/>
                    <a:pt x="89" y="278"/>
                    <a:pt x="89" y="278"/>
                  </a:cubicBezTo>
                  <a:cubicBezTo>
                    <a:pt x="87" y="281"/>
                    <a:pt x="87" y="281"/>
                    <a:pt x="87" y="281"/>
                  </a:cubicBezTo>
                  <a:cubicBezTo>
                    <a:pt x="83" y="282"/>
                    <a:pt x="83" y="282"/>
                    <a:pt x="83" y="282"/>
                  </a:cubicBezTo>
                  <a:cubicBezTo>
                    <a:pt x="82" y="285"/>
                    <a:pt x="82" y="285"/>
                    <a:pt x="82" y="285"/>
                  </a:cubicBezTo>
                  <a:cubicBezTo>
                    <a:pt x="80" y="286"/>
                    <a:pt x="80" y="286"/>
                    <a:pt x="80" y="286"/>
                  </a:cubicBezTo>
                  <a:cubicBezTo>
                    <a:pt x="76" y="285"/>
                    <a:pt x="76" y="285"/>
                    <a:pt x="76" y="285"/>
                  </a:cubicBezTo>
                  <a:cubicBezTo>
                    <a:pt x="75" y="281"/>
                    <a:pt x="75" y="281"/>
                    <a:pt x="75" y="281"/>
                  </a:cubicBezTo>
                  <a:cubicBezTo>
                    <a:pt x="75" y="273"/>
                    <a:pt x="75" y="273"/>
                    <a:pt x="75" y="273"/>
                  </a:cubicBezTo>
                  <a:cubicBezTo>
                    <a:pt x="76" y="270"/>
                    <a:pt x="76" y="270"/>
                    <a:pt x="76" y="270"/>
                  </a:cubicBezTo>
                  <a:cubicBezTo>
                    <a:pt x="78" y="266"/>
                    <a:pt x="78" y="266"/>
                    <a:pt x="78" y="266"/>
                  </a:cubicBezTo>
                  <a:cubicBezTo>
                    <a:pt x="79" y="264"/>
                    <a:pt x="79" y="264"/>
                    <a:pt x="79" y="264"/>
                  </a:cubicBezTo>
                  <a:cubicBezTo>
                    <a:pt x="78" y="261"/>
                    <a:pt x="78" y="261"/>
                    <a:pt x="78" y="261"/>
                  </a:cubicBezTo>
                  <a:cubicBezTo>
                    <a:pt x="75" y="261"/>
                    <a:pt x="75" y="261"/>
                    <a:pt x="75" y="261"/>
                  </a:cubicBezTo>
                  <a:cubicBezTo>
                    <a:pt x="71" y="255"/>
                    <a:pt x="71" y="255"/>
                    <a:pt x="71" y="255"/>
                  </a:cubicBezTo>
                  <a:cubicBezTo>
                    <a:pt x="65" y="253"/>
                    <a:pt x="65" y="253"/>
                    <a:pt x="65" y="253"/>
                  </a:cubicBezTo>
                  <a:cubicBezTo>
                    <a:pt x="59" y="253"/>
                    <a:pt x="59" y="253"/>
                    <a:pt x="59" y="253"/>
                  </a:cubicBezTo>
                  <a:cubicBezTo>
                    <a:pt x="53" y="254"/>
                    <a:pt x="53" y="254"/>
                    <a:pt x="53" y="254"/>
                  </a:cubicBezTo>
                  <a:cubicBezTo>
                    <a:pt x="51" y="259"/>
                    <a:pt x="51" y="259"/>
                    <a:pt x="51" y="259"/>
                  </a:cubicBezTo>
                  <a:cubicBezTo>
                    <a:pt x="51" y="264"/>
                    <a:pt x="51" y="264"/>
                    <a:pt x="51" y="264"/>
                  </a:cubicBezTo>
                  <a:cubicBezTo>
                    <a:pt x="51" y="269"/>
                    <a:pt x="51" y="269"/>
                    <a:pt x="51" y="269"/>
                  </a:cubicBezTo>
                  <a:cubicBezTo>
                    <a:pt x="48" y="274"/>
                    <a:pt x="48" y="274"/>
                    <a:pt x="48" y="274"/>
                  </a:cubicBezTo>
                  <a:cubicBezTo>
                    <a:pt x="45" y="274"/>
                    <a:pt x="45" y="274"/>
                    <a:pt x="45" y="274"/>
                  </a:cubicBezTo>
                  <a:cubicBezTo>
                    <a:pt x="40" y="273"/>
                    <a:pt x="40" y="273"/>
                    <a:pt x="40" y="273"/>
                  </a:cubicBezTo>
                  <a:cubicBezTo>
                    <a:pt x="38" y="268"/>
                    <a:pt x="38" y="268"/>
                    <a:pt x="38" y="268"/>
                  </a:cubicBezTo>
                  <a:cubicBezTo>
                    <a:pt x="34" y="263"/>
                    <a:pt x="34" y="263"/>
                    <a:pt x="34" y="263"/>
                  </a:cubicBezTo>
                  <a:cubicBezTo>
                    <a:pt x="30" y="259"/>
                    <a:pt x="30" y="259"/>
                    <a:pt x="30" y="259"/>
                  </a:cubicBezTo>
                  <a:cubicBezTo>
                    <a:pt x="24" y="254"/>
                    <a:pt x="24" y="254"/>
                    <a:pt x="24" y="254"/>
                  </a:cubicBezTo>
                  <a:cubicBezTo>
                    <a:pt x="19" y="249"/>
                    <a:pt x="19" y="249"/>
                    <a:pt x="19" y="249"/>
                  </a:cubicBezTo>
                  <a:cubicBezTo>
                    <a:pt x="12" y="244"/>
                    <a:pt x="12" y="244"/>
                    <a:pt x="12" y="244"/>
                  </a:cubicBezTo>
                  <a:cubicBezTo>
                    <a:pt x="5" y="241"/>
                    <a:pt x="5" y="241"/>
                    <a:pt x="5" y="241"/>
                  </a:cubicBezTo>
                  <a:cubicBezTo>
                    <a:pt x="0" y="239"/>
                    <a:pt x="0" y="239"/>
                    <a:pt x="0" y="239"/>
                  </a:cubicBezTo>
                  <a:cubicBezTo>
                    <a:pt x="1" y="232"/>
                    <a:pt x="3" y="219"/>
                    <a:pt x="4" y="213"/>
                  </a:cubicBezTo>
                  <a:cubicBezTo>
                    <a:pt x="5" y="208"/>
                    <a:pt x="7" y="197"/>
                    <a:pt x="8" y="192"/>
                  </a:cubicBezTo>
                  <a:cubicBezTo>
                    <a:pt x="8" y="191"/>
                    <a:pt x="8" y="188"/>
                    <a:pt x="9" y="187"/>
                  </a:cubicBezTo>
                  <a:cubicBezTo>
                    <a:pt x="10" y="186"/>
                    <a:pt x="12" y="186"/>
                    <a:pt x="13" y="185"/>
                  </a:cubicBezTo>
                  <a:cubicBezTo>
                    <a:pt x="14" y="185"/>
                    <a:pt x="15" y="185"/>
                    <a:pt x="15" y="184"/>
                  </a:cubicBezTo>
                  <a:cubicBezTo>
                    <a:pt x="16" y="184"/>
                    <a:pt x="17" y="182"/>
                    <a:pt x="18" y="182"/>
                  </a:cubicBezTo>
                  <a:cubicBezTo>
                    <a:pt x="19" y="181"/>
                    <a:pt x="21" y="181"/>
                    <a:pt x="23" y="181"/>
                  </a:cubicBezTo>
                  <a:cubicBezTo>
                    <a:pt x="23" y="180"/>
                    <a:pt x="25" y="181"/>
                    <a:pt x="26" y="181"/>
                  </a:cubicBezTo>
                  <a:cubicBezTo>
                    <a:pt x="27" y="181"/>
                    <a:pt x="28" y="180"/>
                    <a:pt x="28" y="179"/>
                  </a:cubicBezTo>
                  <a:cubicBezTo>
                    <a:pt x="29" y="179"/>
                    <a:pt x="30" y="178"/>
                    <a:pt x="30" y="177"/>
                  </a:cubicBezTo>
                  <a:cubicBezTo>
                    <a:pt x="30" y="177"/>
                    <a:pt x="30" y="176"/>
                    <a:pt x="30" y="176"/>
                  </a:cubicBezTo>
                  <a:cubicBezTo>
                    <a:pt x="30" y="175"/>
                    <a:pt x="28" y="175"/>
                    <a:pt x="27" y="175"/>
                  </a:cubicBezTo>
                  <a:cubicBezTo>
                    <a:pt x="27" y="175"/>
                    <a:pt x="25" y="176"/>
                    <a:pt x="24" y="175"/>
                  </a:cubicBezTo>
                  <a:cubicBezTo>
                    <a:pt x="23" y="175"/>
                    <a:pt x="22" y="173"/>
                    <a:pt x="22" y="172"/>
                  </a:cubicBezTo>
                  <a:cubicBezTo>
                    <a:pt x="22" y="172"/>
                    <a:pt x="22" y="171"/>
                    <a:pt x="21" y="170"/>
                  </a:cubicBezTo>
                  <a:cubicBezTo>
                    <a:pt x="20" y="170"/>
                    <a:pt x="19" y="171"/>
                    <a:pt x="18" y="171"/>
                  </a:cubicBezTo>
                  <a:cubicBezTo>
                    <a:pt x="18" y="172"/>
                    <a:pt x="17" y="174"/>
                    <a:pt x="16" y="175"/>
                  </a:cubicBezTo>
                  <a:cubicBezTo>
                    <a:pt x="15" y="176"/>
                    <a:pt x="14" y="178"/>
                    <a:pt x="13" y="179"/>
                  </a:cubicBezTo>
                  <a:cubicBezTo>
                    <a:pt x="13" y="180"/>
                    <a:pt x="12" y="182"/>
                    <a:pt x="11" y="182"/>
                  </a:cubicBezTo>
                  <a:cubicBezTo>
                    <a:pt x="10" y="182"/>
                    <a:pt x="11" y="178"/>
                    <a:pt x="11" y="177"/>
                  </a:cubicBezTo>
                  <a:cubicBezTo>
                    <a:pt x="11" y="176"/>
                    <a:pt x="12" y="174"/>
                    <a:pt x="12" y="173"/>
                  </a:cubicBezTo>
                  <a:cubicBezTo>
                    <a:pt x="12" y="170"/>
                    <a:pt x="14" y="164"/>
                    <a:pt x="14" y="161"/>
                  </a:cubicBezTo>
                  <a:cubicBezTo>
                    <a:pt x="16" y="155"/>
                    <a:pt x="19" y="143"/>
                    <a:pt x="21" y="138"/>
                  </a:cubicBezTo>
                  <a:cubicBezTo>
                    <a:pt x="22" y="131"/>
                    <a:pt x="25" y="119"/>
                    <a:pt x="27" y="113"/>
                  </a:cubicBezTo>
                  <a:cubicBezTo>
                    <a:pt x="29" y="106"/>
                    <a:pt x="33" y="91"/>
                    <a:pt x="34" y="84"/>
                  </a:cubicBezTo>
                  <a:cubicBezTo>
                    <a:pt x="35" y="81"/>
                    <a:pt x="36" y="76"/>
                    <a:pt x="36" y="73"/>
                  </a:cubicBezTo>
                  <a:cubicBezTo>
                    <a:pt x="37" y="68"/>
                    <a:pt x="39" y="58"/>
                    <a:pt x="40" y="52"/>
                  </a:cubicBezTo>
                  <a:cubicBezTo>
                    <a:pt x="41" y="49"/>
                    <a:pt x="41" y="42"/>
                    <a:pt x="42" y="38"/>
                  </a:cubicBezTo>
                  <a:cubicBezTo>
                    <a:pt x="42" y="36"/>
                    <a:pt x="43" y="31"/>
                    <a:pt x="43" y="29"/>
                  </a:cubicBezTo>
                  <a:cubicBezTo>
                    <a:pt x="43" y="28"/>
                    <a:pt x="43" y="26"/>
                    <a:pt x="43" y="24"/>
                  </a:cubicBezTo>
                  <a:cubicBezTo>
                    <a:pt x="44" y="25"/>
                    <a:pt x="45" y="25"/>
                    <a:pt x="46" y="25"/>
                  </a:cubicBezTo>
                  <a:cubicBezTo>
                    <a:pt x="47" y="25"/>
                    <a:pt x="50" y="24"/>
                    <a:pt x="51" y="24"/>
                  </a:cubicBezTo>
                  <a:cubicBezTo>
                    <a:pt x="53" y="24"/>
                    <a:pt x="57" y="24"/>
                    <a:pt x="59" y="25"/>
                  </a:cubicBezTo>
                  <a:cubicBezTo>
                    <a:pt x="60" y="25"/>
                    <a:pt x="62" y="26"/>
                    <a:pt x="63" y="26"/>
                  </a:cubicBezTo>
                  <a:cubicBezTo>
                    <a:pt x="64" y="27"/>
                    <a:pt x="66" y="29"/>
                    <a:pt x="67" y="29"/>
                  </a:cubicBezTo>
                  <a:cubicBezTo>
                    <a:pt x="68" y="30"/>
                    <a:pt x="69" y="30"/>
                    <a:pt x="70" y="29"/>
                  </a:cubicBezTo>
                  <a:cubicBezTo>
                    <a:pt x="71" y="29"/>
                    <a:pt x="73" y="27"/>
                    <a:pt x="74" y="26"/>
                  </a:cubicBezTo>
                  <a:cubicBezTo>
                    <a:pt x="75" y="26"/>
                    <a:pt x="77" y="26"/>
                    <a:pt x="78" y="25"/>
                  </a:cubicBezTo>
                  <a:cubicBezTo>
                    <a:pt x="78" y="25"/>
                    <a:pt x="79" y="24"/>
                    <a:pt x="80" y="23"/>
                  </a:cubicBezTo>
                  <a:cubicBezTo>
                    <a:pt x="80" y="22"/>
                    <a:pt x="80" y="20"/>
                    <a:pt x="81" y="19"/>
                  </a:cubicBezTo>
                  <a:cubicBezTo>
                    <a:pt x="81" y="19"/>
                    <a:pt x="82" y="18"/>
                    <a:pt x="82" y="18"/>
                  </a:cubicBezTo>
                  <a:cubicBezTo>
                    <a:pt x="83" y="18"/>
                    <a:pt x="85" y="18"/>
                    <a:pt x="85" y="19"/>
                  </a:cubicBezTo>
                  <a:cubicBezTo>
                    <a:pt x="86" y="20"/>
                    <a:pt x="88" y="21"/>
                    <a:pt x="89" y="23"/>
                  </a:cubicBezTo>
                  <a:cubicBezTo>
                    <a:pt x="89" y="23"/>
                    <a:pt x="89" y="26"/>
                    <a:pt x="90" y="26"/>
                  </a:cubicBezTo>
                  <a:cubicBezTo>
                    <a:pt x="91" y="27"/>
                    <a:pt x="93" y="28"/>
                    <a:pt x="95" y="28"/>
                  </a:cubicBezTo>
                  <a:cubicBezTo>
                    <a:pt x="96" y="28"/>
                    <a:pt x="98" y="28"/>
                    <a:pt x="99" y="28"/>
                  </a:cubicBezTo>
                  <a:cubicBezTo>
                    <a:pt x="100" y="27"/>
                    <a:pt x="101" y="26"/>
                    <a:pt x="102" y="25"/>
                  </a:cubicBezTo>
                  <a:cubicBezTo>
                    <a:pt x="102" y="24"/>
                    <a:pt x="103" y="20"/>
                    <a:pt x="103" y="19"/>
                  </a:cubicBezTo>
                  <a:cubicBezTo>
                    <a:pt x="104" y="18"/>
                    <a:pt x="105" y="16"/>
                    <a:pt x="106" y="15"/>
                  </a:cubicBezTo>
                  <a:cubicBezTo>
                    <a:pt x="107" y="14"/>
                    <a:pt x="110" y="13"/>
                    <a:pt x="111" y="13"/>
                  </a:cubicBezTo>
                  <a:cubicBezTo>
                    <a:pt x="112" y="14"/>
                    <a:pt x="113" y="15"/>
                    <a:pt x="114" y="16"/>
                  </a:cubicBezTo>
                  <a:cubicBezTo>
                    <a:pt x="114" y="16"/>
                    <a:pt x="115" y="19"/>
                    <a:pt x="115" y="19"/>
                  </a:cubicBezTo>
                  <a:cubicBezTo>
                    <a:pt x="116" y="20"/>
                    <a:pt x="117" y="22"/>
                    <a:pt x="117" y="22"/>
                  </a:cubicBezTo>
                  <a:cubicBezTo>
                    <a:pt x="118" y="23"/>
                    <a:pt x="120" y="25"/>
                    <a:pt x="121" y="26"/>
                  </a:cubicBezTo>
                  <a:cubicBezTo>
                    <a:pt x="122" y="27"/>
                    <a:pt x="124" y="29"/>
                    <a:pt x="125" y="30"/>
                  </a:cubicBezTo>
                  <a:cubicBezTo>
                    <a:pt x="125" y="31"/>
                    <a:pt x="127" y="31"/>
                    <a:pt x="128" y="32"/>
                  </a:cubicBezTo>
                  <a:cubicBezTo>
                    <a:pt x="130" y="32"/>
                    <a:pt x="132" y="31"/>
                    <a:pt x="133" y="31"/>
                  </a:cubicBezTo>
                  <a:cubicBezTo>
                    <a:pt x="133" y="30"/>
                    <a:pt x="134" y="29"/>
                    <a:pt x="135" y="28"/>
                  </a:cubicBezTo>
                  <a:cubicBezTo>
                    <a:pt x="135" y="27"/>
                    <a:pt x="135" y="25"/>
                    <a:pt x="135" y="24"/>
                  </a:cubicBezTo>
                  <a:cubicBezTo>
                    <a:pt x="135" y="23"/>
                    <a:pt x="135" y="22"/>
                    <a:pt x="135" y="21"/>
                  </a:cubicBezTo>
                  <a:cubicBezTo>
                    <a:pt x="134" y="20"/>
                    <a:pt x="132" y="18"/>
                    <a:pt x="132" y="17"/>
                  </a:cubicBezTo>
                  <a:cubicBezTo>
                    <a:pt x="132" y="17"/>
                    <a:pt x="132" y="15"/>
                    <a:pt x="132" y="15"/>
                  </a:cubicBezTo>
                  <a:cubicBezTo>
                    <a:pt x="133" y="14"/>
                    <a:pt x="134" y="14"/>
                    <a:pt x="135" y="14"/>
                  </a:cubicBezTo>
                  <a:cubicBezTo>
                    <a:pt x="136" y="14"/>
                    <a:pt x="138" y="15"/>
                    <a:pt x="139" y="15"/>
                  </a:cubicBezTo>
                  <a:cubicBezTo>
                    <a:pt x="141" y="16"/>
                    <a:pt x="143" y="17"/>
                    <a:pt x="144" y="18"/>
                  </a:cubicBezTo>
                  <a:cubicBezTo>
                    <a:pt x="145" y="18"/>
                    <a:pt x="147" y="17"/>
                    <a:pt x="148" y="17"/>
                  </a:cubicBezTo>
                  <a:cubicBezTo>
                    <a:pt x="149" y="16"/>
                    <a:pt x="150" y="15"/>
                    <a:pt x="150" y="14"/>
                  </a:cubicBezTo>
                  <a:cubicBezTo>
                    <a:pt x="150" y="13"/>
                    <a:pt x="150" y="12"/>
                    <a:pt x="150" y="11"/>
                  </a:cubicBezTo>
                  <a:cubicBezTo>
                    <a:pt x="150" y="10"/>
                    <a:pt x="151" y="9"/>
                    <a:pt x="151" y="8"/>
                  </a:cubicBezTo>
                  <a:cubicBezTo>
                    <a:pt x="152" y="8"/>
                    <a:pt x="154" y="8"/>
                    <a:pt x="154" y="7"/>
                  </a:cubicBezTo>
                  <a:cubicBezTo>
                    <a:pt x="155" y="7"/>
                    <a:pt x="157" y="6"/>
                    <a:pt x="158" y="5"/>
                  </a:cubicBezTo>
                  <a:cubicBezTo>
                    <a:pt x="159" y="5"/>
                    <a:pt x="161" y="4"/>
                    <a:pt x="162" y="3"/>
                  </a:cubicBezTo>
                  <a:cubicBezTo>
                    <a:pt x="162" y="2"/>
                    <a:pt x="163" y="1"/>
                    <a:pt x="163" y="1"/>
                  </a:cubicBezTo>
                  <a:cubicBezTo>
                    <a:pt x="164" y="0"/>
                    <a:pt x="166" y="0"/>
                    <a:pt x="167" y="1"/>
                  </a:cubicBezTo>
                  <a:cubicBezTo>
                    <a:pt x="169" y="1"/>
                    <a:pt x="170" y="3"/>
                    <a:pt x="171" y="4"/>
                  </a:cubicBezTo>
                  <a:cubicBezTo>
                    <a:pt x="173" y="5"/>
                    <a:pt x="177" y="6"/>
                    <a:pt x="179" y="6"/>
                  </a:cubicBezTo>
                  <a:cubicBezTo>
                    <a:pt x="180" y="7"/>
                    <a:pt x="183" y="9"/>
                    <a:pt x="184" y="10"/>
                  </a:cubicBezTo>
                  <a:cubicBezTo>
                    <a:pt x="185" y="11"/>
                    <a:pt x="186" y="12"/>
                    <a:pt x="186" y="13"/>
                  </a:cubicBezTo>
                  <a:cubicBezTo>
                    <a:pt x="186" y="14"/>
                    <a:pt x="186" y="14"/>
                    <a:pt x="186" y="15"/>
                  </a:cubicBezTo>
                  <a:cubicBezTo>
                    <a:pt x="186" y="16"/>
                    <a:pt x="187" y="19"/>
                    <a:pt x="188" y="21"/>
                  </a:cubicBezTo>
                  <a:cubicBezTo>
                    <a:pt x="188" y="22"/>
                    <a:pt x="190" y="24"/>
                    <a:pt x="191" y="25"/>
                  </a:cubicBezTo>
                  <a:cubicBezTo>
                    <a:pt x="192" y="26"/>
                    <a:pt x="194" y="28"/>
                    <a:pt x="195" y="29"/>
                  </a:cubicBezTo>
                  <a:cubicBezTo>
                    <a:pt x="196" y="30"/>
                    <a:pt x="199" y="32"/>
                    <a:pt x="201" y="32"/>
                  </a:cubicBezTo>
                  <a:cubicBezTo>
                    <a:pt x="202" y="33"/>
                    <a:pt x="204" y="34"/>
                    <a:pt x="206" y="34"/>
                  </a:cubicBezTo>
                  <a:cubicBezTo>
                    <a:pt x="207" y="35"/>
                    <a:pt x="210" y="37"/>
                    <a:pt x="211" y="37"/>
                  </a:cubicBezTo>
                  <a:cubicBezTo>
                    <a:pt x="212" y="37"/>
                    <a:pt x="214" y="36"/>
                    <a:pt x="215" y="35"/>
                  </a:cubicBezTo>
                  <a:cubicBezTo>
                    <a:pt x="216" y="34"/>
                    <a:pt x="217" y="33"/>
                    <a:pt x="217" y="32"/>
                  </a:cubicBezTo>
                  <a:cubicBezTo>
                    <a:pt x="218" y="30"/>
                    <a:pt x="218" y="27"/>
                    <a:pt x="219" y="26"/>
                  </a:cubicBezTo>
                  <a:cubicBezTo>
                    <a:pt x="220" y="25"/>
                    <a:pt x="222" y="22"/>
                    <a:pt x="223" y="21"/>
                  </a:cubicBezTo>
                  <a:cubicBezTo>
                    <a:pt x="224" y="21"/>
                    <a:pt x="226" y="20"/>
                    <a:pt x="227" y="20"/>
                  </a:cubicBezTo>
                  <a:cubicBezTo>
                    <a:pt x="228" y="20"/>
                    <a:pt x="229" y="21"/>
                    <a:pt x="230" y="22"/>
                  </a:cubicBezTo>
                  <a:cubicBezTo>
                    <a:pt x="231" y="22"/>
                    <a:pt x="232" y="24"/>
                    <a:pt x="232" y="2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41"/>
            <p:cNvSpPr>
              <a:spLocks/>
            </p:cNvSpPr>
            <p:nvPr/>
          </p:nvSpPr>
          <p:spPr bwMode="auto">
            <a:xfrm>
              <a:off x="4030663" y="1042988"/>
              <a:ext cx="428625" cy="388938"/>
            </a:xfrm>
            <a:custGeom>
              <a:avLst/>
              <a:gdLst/>
              <a:ahLst/>
              <a:cxnLst>
                <a:cxn ang="0">
                  <a:pos x="253" y="50"/>
                </a:cxn>
                <a:cxn ang="0">
                  <a:pos x="243" y="61"/>
                </a:cxn>
                <a:cxn ang="0">
                  <a:pos x="234" y="66"/>
                </a:cxn>
                <a:cxn ang="0">
                  <a:pos x="225" y="79"/>
                </a:cxn>
                <a:cxn ang="0">
                  <a:pos x="218" y="92"/>
                </a:cxn>
                <a:cxn ang="0">
                  <a:pos x="216" y="103"/>
                </a:cxn>
                <a:cxn ang="0">
                  <a:pos x="220" y="114"/>
                </a:cxn>
                <a:cxn ang="0">
                  <a:pos x="230" y="120"/>
                </a:cxn>
                <a:cxn ang="0">
                  <a:pos x="236" y="132"/>
                </a:cxn>
                <a:cxn ang="0">
                  <a:pos x="242" y="138"/>
                </a:cxn>
                <a:cxn ang="0">
                  <a:pos x="237" y="144"/>
                </a:cxn>
                <a:cxn ang="0">
                  <a:pos x="223" y="146"/>
                </a:cxn>
                <a:cxn ang="0">
                  <a:pos x="210" y="154"/>
                </a:cxn>
                <a:cxn ang="0">
                  <a:pos x="193" y="163"/>
                </a:cxn>
                <a:cxn ang="0">
                  <a:pos x="179" y="165"/>
                </a:cxn>
                <a:cxn ang="0">
                  <a:pos x="164" y="166"/>
                </a:cxn>
                <a:cxn ang="0">
                  <a:pos x="148" y="172"/>
                </a:cxn>
                <a:cxn ang="0">
                  <a:pos x="135" y="179"/>
                </a:cxn>
                <a:cxn ang="0">
                  <a:pos x="125" y="182"/>
                </a:cxn>
                <a:cxn ang="0">
                  <a:pos x="125" y="195"/>
                </a:cxn>
                <a:cxn ang="0">
                  <a:pos x="118" y="204"/>
                </a:cxn>
                <a:cxn ang="0">
                  <a:pos x="119" y="217"/>
                </a:cxn>
                <a:cxn ang="0">
                  <a:pos x="111" y="226"/>
                </a:cxn>
                <a:cxn ang="0">
                  <a:pos x="100" y="220"/>
                </a:cxn>
                <a:cxn ang="0">
                  <a:pos x="88" y="219"/>
                </a:cxn>
                <a:cxn ang="0">
                  <a:pos x="76" y="221"/>
                </a:cxn>
                <a:cxn ang="0">
                  <a:pos x="65" y="222"/>
                </a:cxn>
                <a:cxn ang="0">
                  <a:pos x="49" y="225"/>
                </a:cxn>
                <a:cxn ang="0">
                  <a:pos x="37" y="232"/>
                </a:cxn>
                <a:cxn ang="0">
                  <a:pos x="25" y="235"/>
                </a:cxn>
                <a:cxn ang="0">
                  <a:pos x="20" y="216"/>
                </a:cxn>
                <a:cxn ang="0">
                  <a:pos x="17" y="196"/>
                </a:cxn>
                <a:cxn ang="0">
                  <a:pos x="23" y="190"/>
                </a:cxn>
                <a:cxn ang="0">
                  <a:pos x="19" y="187"/>
                </a:cxn>
                <a:cxn ang="0">
                  <a:pos x="8" y="183"/>
                </a:cxn>
                <a:cxn ang="0">
                  <a:pos x="1" y="167"/>
                </a:cxn>
                <a:cxn ang="0">
                  <a:pos x="2" y="154"/>
                </a:cxn>
                <a:cxn ang="0">
                  <a:pos x="3" y="140"/>
                </a:cxn>
                <a:cxn ang="0">
                  <a:pos x="2" y="130"/>
                </a:cxn>
                <a:cxn ang="0">
                  <a:pos x="2" y="123"/>
                </a:cxn>
                <a:cxn ang="0">
                  <a:pos x="4" y="115"/>
                </a:cxn>
                <a:cxn ang="0">
                  <a:pos x="10" y="111"/>
                </a:cxn>
                <a:cxn ang="0">
                  <a:pos x="15" y="102"/>
                </a:cxn>
                <a:cxn ang="0">
                  <a:pos x="33" y="84"/>
                </a:cxn>
                <a:cxn ang="0">
                  <a:pos x="57" y="69"/>
                </a:cxn>
                <a:cxn ang="0">
                  <a:pos x="74" y="61"/>
                </a:cxn>
                <a:cxn ang="0">
                  <a:pos x="75" y="47"/>
                </a:cxn>
                <a:cxn ang="0">
                  <a:pos x="81" y="35"/>
                </a:cxn>
                <a:cxn ang="0">
                  <a:pos x="108" y="35"/>
                </a:cxn>
                <a:cxn ang="0">
                  <a:pos x="126" y="27"/>
                </a:cxn>
                <a:cxn ang="0">
                  <a:pos x="147" y="17"/>
                </a:cxn>
                <a:cxn ang="0">
                  <a:pos x="176" y="17"/>
                </a:cxn>
                <a:cxn ang="0">
                  <a:pos x="198" y="4"/>
                </a:cxn>
                <a:cxn ang="0">
                  <a:pos x="208" y="1"/>
                </a:cxn>
                <a:cxn ang="0">
                  <a:pos x="222" y="3"/>
                </a:cxn>
                <a:cxn ang="0">
                  <a:pos x="225" y="14"/>
                </a:cxn>
                <a:cxn ang="0">
                  <a:pos x="225" y="27"/>
                </a:cxn>
                <a:cxn ang="0">
                  <a:pos x="236" y="33"/>
                </a:cxn>
                <a:cxn ang="0">
                  <a:pos x="248" y="28"/>
                </a:cxn>
                <a:cxn ang="0">
                  <a:pos x="259" y="40"/>
                </a:cxn>
              </a:cxnLst>
              <a:rect l="0" t="0" r="r" b="b"/>
              <a:pathLst>
                <a:path w="259" h="235">
                  <a:moveTo>
                    <a:pt x="259" y="40"/>
                  </a:moveTo>
                  <a:cubicBezTo>
                    <a:pt x="259" y="42"/>
                    <a:pt x="259" y="45"/>
                    <a:pt x="258" y="46"/>
                  </a:cubicBezTo>
                  <a:cubicBezTo>
                    <a:pt x="257" y="48"/>
                    <a:pt x="254" y="49"/>
                    <a:pt x="253" y="50"/>
                  </a:cubicBezTo>
                  <a:cubicBezTo>
                    <a:pt x="251" y="51"/>
                    <a:pt x="247" y="53"/>
                    <a:pt x="245" y="54"/>
                  </a:cubicBezTo>
                  <a:cubicBezTo>
                    <a:pt x="245" y="55"/>
                    <a:pt x="243" y="56"/>
                    <a:pt x="243" y="57"/>
                  </a:cubicBezTo>
                  <a:cubicBezTo>
                    <a:pt x="242" y="58"/>
                    <a:pt x="243" y="60"/>
                    <a:pt x="243" y="61"/>
                  </a:cubicBezTo>
                  <a:cubicBezTo>
                    <a:pt x="242" y="62"/>
                    <a:pt x="241" y="63"/>
                    <a:pt x="240" y="63"/>
                  </a:cubicBezTo>
                  <a:cubicBezTo>
                    <a:pt x="239" y="63"/>
                    <a:pt x="238" y="64"/>
                    <a:pt x="237" y="64"/>
                  </a:cubicBezTo>
                  <a:cubicBezTo>
                    <a:pt x="236" y="65"/>
                    <a:pt x="235" y="66"/>
                    <a:pt x="234" y="66"/>
                  </a:cubicBezTo>
                  <a:cubicBezTo>
                    <a:pt x="233" y="67"/>
                    <a:pt x="231" y="70"/>
                    <a:pt x="230" y="71"/>
                  </a:cubicBezTo>
                  <a:cubicBezTo>
                    <a:pt x="230" y="72"/>
                    <a:pt x="229" y="74"/>
                    <a:pt x="229" y="75"/>
                  </a:cubicBezTo>
                  <a:cubicBezTo>
                    <a:pt x="228" y="76"/>
                    <a:pt x="226" y="78"/>
                    <a:pt x="225" y="79"/>
                  </a:cubicBezTo>
                  <a:cubicBezTo>
                    <a:pt x="224" y="80"/>
                    <a:pt x="222" y="82"/>
                    <a:pt x="221" y="83"/>
                  </a:cubicBezTo>
                  <a:cubicBezTo>
                    <a:pt x="221" y="84"/>
                    <a:pt x="221" y="87"/>
                    <a:pt x="220" y="87"/>
                  </a:cubicBezTo>
                  <a:cubicBezTo>
                    <a:pt x="220" y="89"/>
                    <a:pt x="219" y="91"/>
                    <a:pt x="218" y="92"/>
                  </a:cubicBezTo>
                  <a:cubicBezTo>
                    <a:pt x="218" y="92"/>
                    <a:pt x="218" y="94"/>
                    <a:pt x="218" y="95"/>
                  </a:cubicBezTo>
                  <a:cubicBezTo>
                    <a:pt x="218" y="96"/>
                    <a:pt x="217" y="98"/>
                    <a:pt x="216" y="99"/>
                  </a:cubicBezTo>
                  <a:cubicBezTo>
                    <a:pt x="216" y="100"/>
                    <a:pt x="216" y="102"/>
                    <a:pt x="216" y="103"/>
                  </a:cubicBezTo>
                  <a:cubicBezTo>
                    <a:pt x="217" y="104"/>
                    <a:pt x="218" y="104"/>
                    <a:pt x="219" y="105"/>
                  </a:cubicBezTo>
                  <a:cubicBezTo>
                    <a:pt x="219" y="106"/>
                    <a:pt x="220" y="108"/>
                    <a:pt x="220" y="109"/>
                  </a:cubicBezTo>
                  <a:cubicBezTo>
                    <a:pt x="220" y="110"/>
                    <a:pt x="220" y="113"/>
                    <a:pt x="220" y="114"/>
                  </a:cubicBezTo>
                  <a:cubicBezTo>
                    <a:pt x="220" y="115"/>
                    <a:pt x="221" y="117"/>
                    <a:pt x="222" y="117"/>
                  </a:cubicBezTo>
                  <a:cubicBezTo>
                    <a:pt x="223" y="118"/>
                    <a:pt x="226" y="118"/>
                    <a:pt x="227" y="118"/>
                  </a:cubicBezTo>
                  <a:cubicBezTo>
                    <a:pt x="228" y="119"/>
                    <a:pt x="230" y="119"/>
                    <a:pt x="230" y="120"/>
                  </a:cubicBezTo>
                  <a:cubicBezTo>
                    <a:pt x="231" y="120"/>
                    <a:pt x="234" y="121"/>
                    <a:pt x="234" y="122"/>
                  </a:cubicBezTo>
                  <a:cubicBezTo>
                    <a:pt x="235" y="123"/>
                    <a:pt x="235" y="126"/>
                    <a:pt x="236" y="127"/>
                  </a:cubicBezTo>
                  <a:cubicBezTo>
                    <a:pt x="236" y="128"/>
                    <a:pt x="236" y="130"/>
                    <a:pt x="236" y="132"/>
                  </a:cubicBezTo>
                  <a:cubicBezTo>
                    <a:pt x="236" y="133"/>
                    <a:pt x="235" y="135"/>
                    <a:pt x="236" y="136"/>
                  </a:cubicBezTo>
                  <a:cubicBezTo>
                    <a:pt x="236" y="136"/>
                    <a:pt x="237" y="137"/>
                    <a:pt x="237" y="138"/>
                  </a:cubicBezTo>
                  <a:cubicBezTo>
                    <a:pt x="238" y="138"/>
                    <a:pt x="241" y="138"/>
                    <a:pt x="242" y="138"/>
                  </a:cubicBezTo>
                  <a:cubicBezTo>
                    <a:pt x="243" y="139"/>
                    <a:pt x="244" y="139"/>
                    <a:pt x="245" y="139"/>
                  </a:cubicBezTo>
                  <a:cubicBezTo>
                    <a:pt x="245" y="140"/>
                    <a:pt x="244" y="141"/>
                    <a:pt x="243" y="142"/>
                  </a:cubicBezTo>
                  <a:cubicBezTo>
                    <a:pt x="242" y="142"/>
                    <a:pt x="239" y="143"/>
                    <a:pt x="237" y="144"/>
                  </a:cubicBezTo>
                  <a:cubicBezTo>
                    <a:pt x="236" y="144"/>
                    <a:pt x="233" y="145"/>
                    <a:pt x="232" y="145"/>
                  </a:cubicBezTo>
                  <a:cubicBezTo>
                    <a:pt x="231" y="146"/>
                    <a:pt x="229" y="145"/>
                    <a:pt x="228" y="145"/>
                  </a:cubicBezTo>
                  <a:cubicBezTo>
                    <a:pt x="227" y="146"/>
                    <a:pt x="224" y="146"/>
                    <a:pt x="223" y="146"/>
                  </a:cubicBezTo>
                  <a:cubicBezTo>
                    <a:pt x="223" y="147"/>
                    <a:pt x="221" y="148"/>
                    <a:pt x="220" y="148"/>
                  </a:cubicBezTo>
                  <a:cubicBezTo>
                    <a:pt x="219" y="149"/>
                    <a:pt x="217" y="151"/>
                    <a:pt x="216" y="151"/>
                  </a:cubicBezTo>
                  <a:cubicBezTo>
                    <a:pt x="215" y="152"/>
                    <a:pt x="212" y="153"/>
                    <a:pt x="210" y="154"/>
                  </a:cubicBezTo>
                  <a:cubicBezTo>
                    <a:pt x="209" y="155"/>
                    <a:pt x="207" y="157"/>
                    <a:pt x="206" y="157"/>
                  </a:cubicBezTo>
                  <a:cubicBezTo>
                    <a:pt x="204" y="158"/>
                    <a:pt x="200" y="160"/>
                    <a:pt x="198" y="161"/>
                  </a:cubicBezTo>
                  <a:cubicBezTo>
                    <a:pt x="197" y="162"/>
                    <a:pt x="194" y="163"/>
                    <a:pt x="193" y="163"/>
                  </a:cubicBezTo>
                  <a:cubicBezTo>
                    <a:pt x="192" y="163"/>
                    <a:pt x="189" y="164"/>
                    <a:pt x="188" y="164"/>
                  </a:cubicBezTo>
                  <a:cubicBezTo>
                    <a:pt x="187" y="164"/>
                    <a:pt x="186" y="165"/>
                    <a:pt x="185" y="165"/>
                  </a:cubicBezTo>
                  <a:cubicBezTo>
                    <a:pt x="183" y="165"/>
                    <a:pt x="180" y="165"/>
                    <a:pt x="179" y="165"/>
                  </a:cubicBezTo>
                  <a:cubicBezTo>
                    <a:pt x="178" y="165"/>
                    <a:pt x="176" y="165"/>
                    <a:pt x="175" y="165"/>
                  </a:cubicBezTo>
                  <a:cubicBezTo>
                    <a:pt x="173" y="165"/>
                    <a:pt x="170" y="166"/>
                    <a:pt x="168" y="166"/>
                  </a:cubicBezTo>
                  <a:cubicBezTo>
                    <a:pt x="167" y="166"/>
                    <a:pt x="165" y="166"/>
                    <a:pt x="164" y="166"/>
                  </a:cubicBezTo>
                  <a:cubicBezTo>
                    <a:pt x="162" y="166"/>
                    <a:pt x="159" y="167"/>
                    <a:pt x="158" y="168"/>
                  </a:cubicBezTo>
                  <a:cubicBezTo>
                    <a:pt x="157" y="168"/>
                    <a:pt x="154" y="168"/>
                    <a:pt x="152" y="169"/>
                  </a:cubicBezTo>
                  <a:cubicBezTo>
                    <a:pt x="151" y="169"/>
                    <a:pt x="149" y="171"/>
                    <a:pt x="148" y="172"/>
                  </a:cubicBezTo>
                  <a:cubicBezTo>
                    <a:pt x="147" y="173"/>
                    <a:pt x="145" y="174"/>
                    <a:pt x="144" y="174"/>
                  </a:cubicBezTo>
                  <a:cubicBezTo>
                    <a:pt x="143" y="175"/>
                    <a:pt x="141" y="177"/>
                    <a:pt x="140" y="177"/>
                  </a:cubicBezTo>
                  <a:cubicBezTo>
                    <a:pt x="139" y="178"/>
                    <a:pt x="136" y="178"/>
                    <a:pt x="135" y="179"/>
                  </a:cubicBezTo>
                  <a:cubicBezTo>
                    <a:pt x="133" y="179"/>
                    <a:pt x="130" y="179"/>
                    <a:pt x="129" y="180"/>
                  </a:cubicBezTo>
                  <a:cubicBezTo>
                    <a:pt x="128" y="180"/>
                    <a:pt x="127" y="179"/>
                    <a:pt x="126" y="180"/>
                  </a:cubicBezTo>
                  <a:cubicBezTo>
                    <a:pt x="125" y="180"/>
                    <a:pt x="125" y="181"/>
                    <a:pt x="125" y="182"/>
                  </a:cubicBezTo>
                  <a:cubicBezTo>
                    <a:pt x="125" y="183"/>
                    <a:pt x="124" y="185"/>
                    <a:pt x="124" y="186"/>
                  </a:cubicBezTo>
                  <a:cubicBezTo>
                    <a:pt x="124" y="187"/>
                    <a:pt x="125" y="189"/>
                    <a:pt x="125" y="190"/>
                  </a:cubicBezTo>
                  <a:cubicBezTo>
                    <a:pt x="125" y="191"/>
                    <a:pt x="125" y="194"/>
                    <a:pt x="125" y="195"/>
                  </a:cubicBezTo>
                  <a:cubicBezTo>
                    <a:pt x="124" y="196"/>
                    <a:pt x="124" y="198"/>
                    <a:pt x="123" y="199"/>
                  </a:cubicBezTo>
                  <a:cubicBezTo>
                    <a:pt x="123" y="200"/>
                    <a:pt x="121" y="201"/>
                    <a:pt x="120" y="202"/>
                  </a:cubicBezTo>
                  <a:cubicBezTo>
                    <a:pt x="120" y="202"/>
                    <a:pt x="118" y="203"/>
                    <a:pt x="118" y="204"/>
                  </a:cubicBezTo>
                  <a:cubicBezTo>
                    <a:pt x="118" y="205"/>
                    <a:pt x="119" y="208"/>
                    <a:pt x="119" y="209"/>
                  </a:cubicBezTo>
                  <a:cubicBezTo>
                    <a:pt x="119" y="210"/>
                    <a:pt x="120" y="212"/>
                    <a:pt x="120" y="213"/>
                  </a:cubicBezTo>
                  <a:cubicBezTo>
                    <a:pt x="120" y="214"/>
                    <a:pt x="120" y="216"/>
                    <a:pt x="119" y="217"/>
                  </a:cubicBezTo>
                  <a:cubicBezTo>
                    <a:pt x="119" y="218"/>
                    <a:pt x="118" y="221"/>
                    <a:pt x="117" y="222"/>
                  </a:cubicBezTo>
                  <a:cubicBezTo>
                    <a:pt x="116" y="223"/>
                    <a:pt x="115" y="225"/>
                    <a:pt x="114" y="225"/>
                  </a:cubicBezTo>
                  <a:cubicBezTo>
                    <a:pt x="114" y="226"/>
                    <a:pt x="112" y="226"/>
                    <a:pt x="111" y="226"/>
                  </a:cubicBezTo>
                  <a:cubicBezTo>
                    <a:pt x="110" y="226"/>
                    <a:pt x="108" y="225"/>
                    <a:pt x="107" y="225"/>
                  </a:cubicBezTo>
                  <a:cubicBezTo>
                    <a:pt x="106" y="224"/>
                    <a:pt x="105" y="223"/>
                    <a:pt x="104" y="223"/>
                  </a:cubicBezTo>
                  <a:cubicBezTo>
                    <a:pt x="103" y="222"/>
                    <a:pt x="102" y="220"/>
                    <a:pt x="100" y="220"/>
                  </a:cubicBezTo>
                  <a:cubicBezTo>
                    <a:pt x="100" y="220"/>
                    <a:pt x="98" y="220"/>
                    <a:pt x="97" y="220"/>
                  </a:cubicBezTo>
                  <a:cubicBezTo>
                    <a:pt x="96" y="220"/>
                    <a:pt x="94" y="221"/>
                    <a:pt x="93" y="221"/>
                  </a:cubicBezTo>
                  <a:cubicBezTo>
                    <a:pt x="92" y="220"/>
                    <a:pt x="90" y="219"/>
                    <a:pt x="88" y="219"/>
                  </a:cubicBezTo>
                  <a:cubicBezTo>
                    <a:pt x="87" y="219"/>
                    <a:pt x="85" y="218"/>
                    <a:pt x="84" y="218"/>
                  </a:cubicBezTo>
                  <a:cubicBezTo>
                    <a:pt x="83" y="218"/>
                    <a:pt x="82" y="220"/>
                    <a:pt x="81" y="220"/>
                  </a:cubicBezTo>
                  <a:cubicBezTo>
                    <a:pt x="80" y="221"/>
                    <a:pt x="77" y="221"/>
                    <a:pt x="76" y="221"/>
                  </a:cubicBezTo>
                  <a:cubicBezTo>
                    <a:pt x="75" y="221"/>
                    <a:pt x="73" y="218"/>
                    <a:pt x="72" y="218"/>
                  </a:cubicBezTo>
                  <a:cubicBezTo>
                    <a:pt x="71" y="218"/>
                    <a:pt x="69" y="219"/>
                    <a:pt x="68" y="220"/>
                  </a:cubicBezTo>
                  <a:cubicBezTo>
                    <a:pt x="67" y="220"/>
                    <a:pt x="65" y="221"/>
                    <a:pt x="65" y="222"/>
                  </a:cubicBezTo>
                  <a:cubicBezTo>
                    <a:pt x="63" y="222"/>
                    <a:pt x="59" y="222"/>
                    <a:pt x="57" y="222"/>
                  </a:cubicBezTo>
                  <a:cubicBezTo>
                    <a:pt x="56" y="223"/>
                    <a:pt x="55" y="224"/>
                    <a:pt x="55" y="224"/>
                  </a:cubicBezTo>
                  <a:cubicBezTo>
                    <a:pt x="53" y="224"/>
                    <a:pt x="50" y="224"/>
                    <a:pt x="49" y="225"/>
                  </a:cubicBezTo>
                  <a:cubicBezTo>
                    <a:pt x="48" y="225"/>
                    <a:pt x="47" y="228"/>
                    <a:pt x="47" y="228"/>
                  </a:cubicBezTo>
                  <a:cubicBezTo>
                    <a:pt x="46" y="229"/>
                    <a:pt x="43" y="230"/>
                    <a:pt x="42" y="230"/>
                  </a:cubicBezTo>
                  <a:cubicBezTo>
                    <a:pt x="41" y="231"/>
                    <a:pt x="38" y="232"/>
                    <a:pt x="37" y="232"/>
                  </a:cubicBezTo>
                  <a:cubicBezTo>
                    <a:pt x="36" y="232"/>
                    <a:pt x="34" y="233"/>
                    <a:pt x="33" y="233"/>
                  </a:cubicBezTo>
                  <a:cubicBezTo>
                    <a:pt x="32" y="233"/>
                    <a:pt x="30" y="234"/>
                    <a:pt x="29" y="234"/>
                  </a:cubicBezTo>
                  <a:cubicBezTo>
                    <a:pt x="29" y="234"/>
                    <a:pt x="27" y="235"/>
                    <a:pt x="25" y="235"/>
                  </a:cubicBezTo>
                  <a:cubicBezTo>
                    <a:pt x="25" y="235"/>
                    <a:pt x="25" y="234"/>
                    <a:pt x="25" y="234"/>
                  </a:cubicBezTo>
                  <a:cubicBezTo>
                    <a:pt x="25" y="232"/>
                    <a:pt x="24" y="227"/>
                    <a:pt x="23" y="225"/>
                  </a:cubicBezTo>
                  <a:cubicBezTo>
                    <a:pt x="23" y="223"/>
                    <a:pt x="21" y="219"/>
                    <a:pt x="20" y="216"/>
                  </a:cubicBezTo>
                  <a:cubicBezTo>
                    <a:pt x="19" y="215"/>
                    <a:pt x="19" y="211"/>
                    <a:pt x="18" y="209"/>
                  </a:cubicBezTo>
                  <a:cubicBezTo>
                    <a:pt x="18" y="207"/>
                    <a:pt x="17" y="203"/>
                    <a:pt x="17" y="201"/>
                  </a:cubicBezTo>
                  <a:cubicBezTo>
                    <a:pt x="17" y="199"/>
                    <a:pt x="17" y="197"/>
                    <a:pt x="17" y="196"/>
                  </a:cubicBezTo>
                  <a:cubicBezTo>
                    <a:pt x="17" y="195"/>
                    <a:pt x="18" y="194"/>
                    <a:pt x="18" y="193"/>
                  </a:cubicBezTo>
                  <a:cubicBezTo>
                    <a:pt x="19" y="193"/>
                    <a:pt x="19" y="192"/>
                    <a:pt x="20" y="192"/>
                  </a:cubicBezTo>
                  <a:cubicBezTo>
                    <a:pt x="21" y="191"/>
                    <a:pt x="22" y="191"/>
                    <a:pt x="23" y="190"/>
                  </a:cubicBezTo>
                  <a:cubicBezTo>
                    <a:pt x="23" y="190"/>
                    <a:pt x="24" y="189"/>
                    <a:pt x="24" y="188"/>
                  </a:cubicBezTo>
                  <a:cubicBezTo>
                    <a:pt x="24" y="188"/>
                    <a:pt x="24" y="186"/>
                    <a:pt x="24" y="186"/>
                  </a:cubicBezTo>
                  <a:cubicBezTo>
                    <a:pt x="23" y="185"/>
                    <a:pt x="20" y="186"/>
                    <a:pt x="19" y="187"/>
                  </a:cubicBezTo>
                  <a:cubicBezTo>
                    <a:pt x="18" y="187"/>
                    <a:pt x="16" y="189"/>
                    <a:pt x="15" y="189"/>
                  </a:cubicBezTo>
                  <a:cubicBezTo>
                    <a:pt x="14" y="189"/>
                    <a:pt x="12" y="189"/>
                    <a:pt x="11" y="188"/>
                  </a:cubicBezTo>
                  <a:cubicBezTo>
                    <a:pt x="10" y="187"/>
                    <a:pt x="9" y="184"/>
                    <a:pt x="8" y="183"/>
                  </a:cubicBezTo>
                  <a:cubicBezTo>
                    <a:pt x="7" y="182"/>
                    <a:pt x="6" y="180"/>
                    <a:pt x="5" y="178"/>
                  </a:cubicBezTo>
                  <a:cubicBezTo>
                    <a:pt x="4" y="177"/>
                    <a:pt x="3" y="174"/>
                    <a:pt x="2" y="172"/>
                  </a:cubicBezTo>
                  <a:cubicBezTo>
                    <a:pt x="2" y="171"/>
                    <a:pt x="1" y="168"/>
                    <a:pt x="1" y="167"/>
                  </a:cubicBezTo>
                  <a:cubicBezTo>
                    <a:pt x="0" y="165"/>
                    <a:pt x="0" y="162"/>
                    <a:pt x="0" y="161"/>
                  </a:cubicBezTo>
                  <a:cubicBezTo>
                    <a:pt x="0" y="160"/>
                    <a:pt x="0" y="158"/>
                    <a:pt x="1" y="157"/>
                  </a:cubicBezTo>
                  <a:cubicBezTo>
                    <a:pt x="1" y="156"/>
                    <a:pt x="2" y="155"/>
                    <a:pt x="2" y="154"/>
                  </a:cubicBezTo>
                  <a:cubicBezTo>
                    <a:pt x="3" y="153"/>
                    <a:pt x="3" y="150"/>
                    <a:pt x="3" y="149"/>
                  </a:cubicBezTo>
                  <a:cubicBezTo>
                    <a:pt x="3" y="147"/>
                    <a:pt x="3" y="144"/>
                    <a:pt x="3" y="143"/>
                  </a:cubicBezTo>
                  <a:cubicBezTo>
                    <a:pt x="3" y="142"/>
                    <a:pt x="3" y="141"/>
                    <a:pt x="3" y="140"/>
                  </a:cubicBezTo>
                  <a:cubicBezTo>
                    <a:pt x="3" y="139"/>
                    <a:pt x="3" y="137"/>
                    <a:pt x="3" y="136"/>
                  </a:cubicBezTo>
                  <a:cubicBezTo>
                    <a:pt x="3" y="136"/>
                    <a:pt x="4" y="134"/>
                    <a:pt x="4" y="133"/>
                  </a:cubicBezTo>
                  <a:cubicBezTo>
                    <a:pt x="3" y="132"/>
                    <a:pt x="2" y="131"/>
                    <a:pt x="2" y="130"/>
                  </a:cubicBezTo>
                  <a:cubicBezTo>
                    <a:pt x="2" y="129"/>
                    <a:pt x="1" y="128"/>
                    <a:pt x="1" y="128"/>
                  </a:cubicBezTo>
                  <a:cubicBezTo>
                    <a:pt x="1" y="127"/>
                    <a:pt x="1" y="126"/>
                    <a:pt x="1" y="125"/>
                  </a:cubicBezTo>
                  <a:cubicBezTo>
                    <a:pt x="1" y="125"/>
                    <a:pt x="2" y="124"/>
                    <a:pt x="2" y="123"/>
                  </a:cubicBezTo>
                  <a:cubicBezTo>
                    <a:pt x="3" y="122"/>
                    <a:pt x="3" y="121"/>
                    <a:pt x="3" y="121"/>
                  </a:cubicBezTo>
                  <a:cubicBezTo>
                    <a:pt x="4" y="120"/>
                    <a:pt x="4" y="119"/>
                    <a:pt x="4" y="118"/>
                  </a:cubicBezTo>
                  <a:cubicBezTo>
                    <a:pt x="4" y="117"/>
                    <a:pt x="4" y="116"/>
                    <a:pt x="4" y="115"/>
                  </a:cubicBezTo>
                  <a:cubicBezTo>
                    <a:pt x="4" y="114"/>
                    <a:pt x="5" y="114"/>
                    <a:pt x="5" y="113"/>
                  </a:cubicBezTo>
                  <a:cubicBezTo>
                    <a:pt x="6" y="113"/>
                    <a:pt x="7" y="113"/>
                    <a:pt x="8" y="112"/>
                  </a:cubicBezTo>
                  <a:cubicBezTo>
                    <a:pt x="8" y="112"/>
                    <a:pt x="9" y="111"/>
                    <a:pt x="10" y="111"/>
                  </a:cubicBezTo>
                  <a:cubicBezTo>
                    <a:pt x="10" y="110"/>
                    <a:pt x="11" y="109"/>
                    <a:pt x="11" y="108"/>
                  </a:cubicBezTo>
                  <a:cubicBezTo>
                    <a:pt x="12" y="107"/>
                    <a:pt x="12" y="105"/>
                    <a:pt x="12" y="105"/>
                  </a:cubicBezTo>
                  <a:cubicBezTo>
                    <a:pt x="13" y="104"/>
                    <a:pt x="14" y="102"/>
                    <a:pt x="15" y="102"/>
                  </a:cubicBezTo>
                  <a:cubicBezTo>
                    <a:pt x="16" y="100"/>
                    <a:pt x="18" y="97"/>
                    <a:pt x="19" y="96"/>
                  </a:cubicBezTo>
                  <a:cubicBezTo>
                    <a:pt x="21" y="94"/>
                    <a:pt x="25" y="91"/>
                    <a:pt x="27" y="89"/>
                  </a:cubicBezTo>
                  <a:cubicBezTo>
                    <a:pt x="29" y="88"/>
                    <a:pt x="31" y="85"/>
                    <a:pt x="33" y="84"/>
                  </a:cubicBezTo>
                  <a:cubicBezTo>
                    <a:pt x="35" y="82"/>
                    <a:pt x="38" y="80"/>
                    <a:pt x="40" y="79"/>
                  </a:cubicBezTo>
                  <a:cubicBezTo>
                    <a:pt x="41" y="77"/>
                    <a:pt x="45" y="74"/>
                    <a:pt x="46" y="73"/>
                  </a:cubicBezTo>
                  <a:cubicBezTo>
                    <a:pt x="49" y="72"/>
                    <a:pt x="54" y="70"/>
                    <a:pt x="57" y="69"/>
                  </a:cubicBezTo>
                  <a:cubicBezTo>
                    <a:pt x="59" y="68"/>
                    <a:pt x="63" y="67"/>
                    <a:pt x="64" y="66"/>
                  </a:cubicBezTo>
                  <a:cubicBezTo>
                    <a:pt x="66" y="66"/>
                    <a:pt x="69" y="65"/>
                    <a:pt x="70" y="64"/>
                  </a:cubicBezTo>
                  <a:cubicBezTo>
                    <a:pt x="71" y="63"/>
                    <a:pt x="73" y="62"/>
                    <a:pt x="74" y="61"/>
                  </a:cubicBezTo>
                  <a:cubicBezTo>
                    <a:pt x="74" y="60"/>
                    <a:pt x="75" y="59"/>
                    <a:pt x="75" y="58"/>
                  </a:cubicBezTo>
                  <a:cubicBezTo>
                    <a:pt x="75" y="56"/>
                    <a:pt x="75" y="53"/>
                    <a:pt x="75" y="52"/>
                  </a:cubicBezTo>
                  <a:cubicBezTo>
                    <a:pt x="75" y="51"/>
                    <a:pt x="75" y="48"/>
                    <a:pt x="75" y="47"/>
                  </a:cubicBezTo>
                  <a:cubicBezTo>
                    <a:pt x="75" y="46"/>
                    <a:pt x="75" y="43"/>
                    <a:pt x="75" y="42"/>
                  </a:cubicBezTo>
                  <a:cubicBezTo>
                    <a:pt x="76" y="41"/>
                    <a:pt x="78" y="39"/>
                    <a:pt x="78" y="38"/>
                  </a:cubicBezTo>
                  <a:cubicBezTo>
                    <a:pt x="79" y="37"/>
                    <a:pt x="80" y="35"/>
                    <a:pt x="81" y="35"/>
                  </a:cubicBezTo>
                  <a:cubicBezTo>
                    <a:pt x="83" y="34"/>
                    <a:pt x="87" y="34"/>
                    <a:pt x="89" y="34"/>
                  </a:cubicBezTo>
                  <a:cubicBezTo>
                    <a:pt x="91" y="34"/>
                    <a:pt x="96" y="34"/>
                    <a:pt x="98" y="34"/>
                  </a:cubicBezTo>
                  <a:cubicBezTo>
                    <a:pt x="101" y="34"/>
                    <a:pt x="106" y="35"/>
                    <a:pt x="108" y="35"/>
                  </a:cubicBezTo>
                  <a:cubicBezTo>
                    <a:pt x="110" y="35"/>
                    <a:pt x="115" y="35"/>
                    <a:pt x="117" y="35"/>
                  </a:cubicBezTo>
                  <a:cubicBezTo>
                    <a:pt x="118" y="34"/>
                    <a:pt x="120" y="33"/>
                    <a:pt x="121" y="32"/>
                  </a:cubicBezTo>
                  <a:cubicBezTo>
                    <a:pt x="123" y="31"/>
                    <a:pt x="125" y="29"/>
                    <a:pt x="126" y="27"/>
                  </a:cubicBezTo>
                  <a:cubicBezTo>
                    <a:pt x="127" y="26"/>
                    <a:pt x="129" y="23"/>
                    <a:pt x="131" y="22"/>
                  </a:cubicBezTo>
                  <a:cubicBezTo>
                    <a:pt x="132" y="21"/>
                    <a:pt x="135" y="19"/>
                    <a:pt x="137" y="19"/>
                  </a:cubicBezTo>
                  <a:cubicBezTo>
                    <a:pt x="139" y="18"/>
                    <a:pt x="144" y="17"/>
                    <a:pt x="147" y="17"/>
                  </a:cubicBezTo>
                  <a:cubicBezTo>
                    <a:pt x="150" y="17"/>
                    <a:pt x="156" y="17"/>
                    <a:pt x="158" y="17"/>
                  </a:cubicBezTo>
                  <a:cubicBezTo>
                    <a:pt x="161" y="17"/>
                    <a:pt x="165" y="17"/>
                    <a:pt x="168" y="17"/>
                  </a:cubicBezTo>
                  <a:cubicBezTo>
                    <a:pt x="170" y="17"/>
                    <a:pt x="174" y="17"/>
                    <a:pt x="176" y="17"/>
                  </a:cubicBezTo>
                  <a:cubicBezTo>
                    <a:pt x="178" y="16"/>
                    <a:pt x="182" y="16"/>
                    <a:pt x="184" y="15"/>
                  </a:cubicBezTo>
                  <a:cubicBezTo>
                    <a:pt x="186" y="14"/>
                    <a:pt x="189" y="12"/>
                    <a:pt x="190" y="11"/>
                  </a:cubicBezTo>
                  <a:cubicBezTo>
                    <a:pt x="193" y="9"/>
                    <a:pt x="196" y="6"/>
                    <a:pt x="198" y="4"/>
                  </a:cubicBezTo>
                  <a:cubicBezTo>
                    <a:pt x="199" y="3"/>
                    <a:pt x="200" y="2"/>
                    <a:pt x="201" y="1"/>
                  </a:cubicBezTo>
                  <a:cubicBezTo>
                    <a:pt x="202" y="1"/>
                    <a:pt x="204" y="0"/>
                    <a:pt x="205" y="0"/>
                  </a:cubicBezTo>
                  <a:cubicBezTo>
                    <a:pt x="206" y="0"/>
                    <a:pt x="207" y="1"/>
                    <a:pt x="208" y="1"/>
                  </a:cubicBezTo>
                  <a:cubicBezTo>
                    <a:pt x="209" y="1"/>
                    <a:pt x="210" y="1"/>
                    <a:pt x="211" y="1"/>
                  </a:cubicBezTo>
                  <a:cubicBezTo>
                    <a:pt x="213" y="1"/>
                    <a:pt x="216" y="1"/>
                    <a:pt x="218" y="2"/>
                  </a:cubicBezTo>
                  <a:cubicBezTo>
                    <a:pt x="219" y="2"/>
                    <a:pt x="221" y="2"/>
                    <a:pt x="222" y="3"/>
                  </a:cubicBezTo>
                  <a:cubicBezTo>
                    <a:pt x="223" y="4"/>
                    <a:pt x="223" y="7"/>
                    <a:pt x="223" y="8"/>
                  </a:cubicBezTo>
                  <a:cubicBezTo>
                    <a:pt x="224" y="9"/>
                    <a:pt x="223" y="10"/>
                    <a:pt x="223" y="11"/>
                  </a:cubicBezTo>
                  <a:cubicBezTo>
                    <a:pt x="224" y="12"/>
                    <a:pt x="225" y="13"/>
                    <a:pt x="225" y="14"/>
                  </a:cubicBezTo>
                  <a:cubicBezTo>
                    <a:pt x="225" y="15"/>
                    <a:pt x="226" y="17"/>
                    <a:pt x="226" y="18"/>
                  </a:cubicBezTo>
                  <a:cubicBezTo>
                    <a:pt x="226" y="19"/>
                    <a:pt x="226" y="21"/>
                    <a:pt x="226" y="22"/>
                  </a:cubicBezTo>
                  <a:cubicBezTo>
                    <a:pt x="226" y="24"/>
                    <a:pt x="225" y="26"/>
                    <a:pt x="225" y="27"/>
                  </a:cubicBezTo>
                  <a:cubicBezTo>
                    <a:pt x="225" y="29"/>
                    <a:pt x="226" y="32"/>
                    <a:pt x="227" y="32"/>
                  </a:cubicBezTo>
                  <a:cubicBezTo>
                    <a:pt x="228" y="33"/>
                    <a:pt x="230" y="34"/>
                    <a:pt x="231" y="34"/>
                  </a:cubicBezTo>
                  <a:cubicBezTo>
                    <a:pt x="232" y="34"/>
                    <a:pt x="235" y="33"/>
                    <a:pt x="236" y="33"/>
                  </a:cubicBezTo>
                  <a:cubicBezTo>
                    <a:pt x="237" y="33"/>
                    <a:pt x="239" y="31"/>
                    <a:pt x="239" y="31"/>
                  </a:cubicBezTo>
                  <a:cubicBezTo>
                    <a:pt x="240" y="30"/>
                    <a:pt x="242" y="28"/>
                    <a:pt x="243" y="28"/>
                  </a:cubicBezTo>
                  <a:cubicBezTo>
                    <a:pt x="244" y="28"/>
                    <a:pt x="247" y="28"/>
                    <a:pt x="248" y="28"/>
                  </a:cubicBezTo>
                  <a:cubicBezTo>
                    <a:pt x="249" y="28"/>
                    <a:pt x="253" y="29"/>
                    <a:pt x="254" y="29"/>
                  </a:cubicBezTo>
                  <a:cubicBezTo>
                    <a:pt x="255" y="30"/>
                    <a:pt x="256" y="32"/>
                    <a:pt x="257" y="34"/>
                  </a:cubicBezTo>
                  <a:cubicBezTo>
                    <a:pt x="258" y="35"/>
                    <a:pt x="259" y="38"/>
                    <a:pt x="259" y="4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42"/>
            <p:cNvSpPr>
              <a:spLocks/>
            </p:cNvSpPr>
            <p:nvPr/>
          </p:nvSpPr>
          <p:spPr bwMode="auto">
            <a:xfrm>
              <a:off x="4070350" y="3805238"/>
              <a:ext cx="1065213" cy="735013"/>
            </a:xfrm>
            <a:custGeom>
              <a:avLst/>
              <a:gdLst/>
              <a:ahLst/>
              <a:cxnLst>
                <a:cxn ang="0">
                  <a:pos x="631" y="109"/>
                </a:cxn>
                <a:cxn ang="0">
                  <a:pos x="614" y="129"/>
                </a:cxn>
                <a:cxn ang="0">
                  <a:pos x="589" y="126"/>
                </a:cxn>
                <a:cxn ang="0">
                  <a:pos x="564" y="137"/>
                </a:cxn>
                <a:cxn ang="0">
                  <a:pos x="540" y="150"/>
                </a:cxn>
                <a:cxn ang="0">
                  <a:pos x="532" y="190"/>
                </a:cxn>
                <a:cxn ang="0">
                  <a:pos x="520" y="220"/>
                </a:cxn>
                <a:cxn ang="0">
                  <a:pos x="494" y="243"/>
                </a:cxn>
                <a:cxn ang="0">
                  <a:pos x="477" y="272"/>
                </a:cxn>
                <a:cxn ang="0">
                  <a:pos x="463" y="309"/>
                </a:cxn>
                <a:cxn ang="0">
                  <a:pos x="453" y="330"/>
                </a:cxn>
                <a:cxn ang="0">
                  <a:pos x="450" y="350"/>
                </a:cxn>
                <a:cxn ang="0">
                  <a:pos x="434" y="358"/>
                </a:cxn>
                <a:cxn ang="0">
                  <a:pos x="394" y="366"/>
                </a:cxn>
                <a:cxn ang="0">
                  <a:pos x="341" y="392"/>
                </a:cxn>
                <a:cxn ang="0">
                  <a:pos x="312" y="407"/>
                </a:cxn>
                <a:cxn ang="0">
                  <a:pos x="286" y="429"/>
                </a:cxn>
                <a:cxn ang="0">
                  <a:pos x="247" y="442"/>
                </a:cxn>
                <a:cxn ang="0">
                  <a:pos x="198" y="418"/>
                </a:cxn>
                <a:cxn ang="0">
                  <a:pos x="173" y="402"/>
                </a:cxn>
                <a:cxn ang="0">
                  <a:pos x="141" y="420"/>
                </a:cxn>
                <a:cxn ang="0">
                  <a:pos x="104" y="420"/>
                </a:cxn>
                <a:cxn ang="0">
                  <a:pos x="68" y="421"/>
                </a:cxn>
                <a:cxn ang="0">
                  <a:pos x="31" y="408"/>
                </a:cxn>
                <a:cxn ang="0">
                  <a:pos x="4" y="402"/>
                </a:cxn>
                <a:cxn ang="0">
                  <a:pos x="11" y="356"/>
                </a:cxn>
                <a:cxn ang="0">
                  <a:pos x="5" y="335"/>
                </a:cxn>
                <a:cxn ang="0">
                  <a:pos x="3" y="313"/>
                </a:cxn>
                <a:cxn ang="0">
                  <a:pos x="9" y="278"/>
                </a:cxn>
                <a:cxn ang="0">
                  <a:pos x="22" y="267"/>
                </a:cxn>
                <a:cxn ang="0">
                  <a:pos x="7" y="268"/>
                </a:cxn>
                <a:cxn ang="0">
                  <a:pos x="5" y="249"/>
                </a:cxn>
                <a:cxn ang="0">
                  <a:pos x="8" y="224"/>
                </a:cxn>
                <a:cxn ang="0">
                  <a:pos x="42" y="239"/>
                </a:cxn>
                <a:cxn ang="0">
                  <a:pos x="78" y="250"/>
                </a:cxn>
                <a:cxn ang="0">
                  <a:pos x="91" y="220"/>
                </a:cxn>
                <a:cxn ang="0">
                  <a:pos x="131" y="203"/>
                </a:cxn>
                <a:cxn ang="0">
                  <a:pos x="177" y="195"/>
                </a:cxn>
                <a:cxn ang="0">
                  <a:pos x="180" y="152"/>
                </a:cxn>
                <a:cxn ang="0">
                  <a:pos x="145" y="122"/>
                </a:cxn>
                <a:cxn ang="0">
                  <a:pos x="157" y="95"/>
                </a:cxn>
                <a:cxn ang="0">
                  <a:pos x="180" y="80"/>
                </a:cxn>
                <a:cxn ang="0">
                  <a:pos x="202" y="66"/>
                </a:cxn>
                <a:cxn ang="0">
                  <a:pos x="231" y="49"/>
                </a:cxn>
                <a:cxn ang="0">
                  <a:pos x="236" y="15"/>
                </a:cxn>
                <a:cxn ang="0">
                  <a:pos x="272" y="11"/>
                </a:cxn>
                <a:cxn ang="0">
                  <a:pos x="307" y="17"/>
                </a:cxn>
                <a:cxn ang="0">
                  <a:pos x="348" y="41"/>
                </a:cxn>
                <a:cxn ang="0">
                  <a:pos x="392" y="56"/>
                </a:cxn>
                <a:cxn ang="0">
                  <a:pos x="435" y="64"/>
                </a:cxn>
                <a:cxn ang="0">
                  <a:pos x="461" y="47"/>
                </a:cxn>
                <a:cxn ang="0">
                  <a:pos x="482" y="17"/>
                </a:cxn>
                <a:cxn ang="0">
                  <a:pos x="528" y="0"/>
                </a:cxn>
                <a:cxn ang="0">
                  <a:pos x="555" y="36"/>
                </a:cxn>
                <a:cxn ang="0">
                  <a:pos x="572" y="67"/>
                </a:cxn>
                <a:cxn ang="0">
                  <a:pos x="598" y="61"/>
                </a:cxn>
                <a:cxn ang="0">
                  <a:pos x="641" y="83"/>
                </a:cxn>
              </a:cxnLst>
              <a:rect l="0" t="0" r="r" b="b"/>
              <a:pathLst>
                <a:path w="642" h="444">
                  <a:moveTo>
                    <a:pt x="641" y="83"/>
                  </a:moveTo>
                  <a:cubicBezTo>
                    <a:pt x="641" y="84"/>
                    <a:pt x="642" y="85"/>
                    <a:pt x="642" y="86"/>
                  </a:cubicBezTo>
                  <a:cubicBezTo>
                    <a:pt x="642" y="87"/>
                    <a:pt x="640" y="88"/>
                    <a:pt x="640" y="89"/>
                  </a:cubicBezTo>
                  <a:cubicBezTo>
                    <a:pt x="639" y="90"/>
                    <a:pt x="638" y="93"/>
                    <a:pt x="638" y="94"/>
                  </a:cubicBezTo>
                  <a:cubicBezTo>
                    <a:pt x="637" y="95"/>
                    <a:pt x="635" y="95"/>
                    <a:pt x="635" y="96"/>
                  </a:cubicBezTo>
                  <a:cubicBezTo>
                    <a:pt x="634" y="97"/>
                    <a:pt x="634" y="99"/>
                    <a:pt x="633" y="100"/>
                  </a:cubicBezTo>
                  <a:cubicBezTo>
                    <a:pt x="633" y="101"/>
                    <a:pt x="632" y="103"/>
                    <a:pt x="631" y="103"/>
                  </a:cubicBezTo>
                  <a:cubicBezTo>
                    <a:pt x="631" y="105"/>
                    <a:pt x="631" y="107"/>
                    <a:pt x="631" y="109"/>
                  </a:cubicBezTo>
                  <a:cubicBezTo>
                    <a:pt x="631" y="110"/>
                    <a:pt x="632" y="112"/>
                    <a:pt x="632" y="113"/>
                  </a:cubicBezTo>
                  <a:cubicBezTo>
                    <a:pt x="632" y="114"/>
                    <a:pt x="630" y="116"/>
                    <a:pt x="630" y="117"/>
                  </a:cubicBezTo>
                  <a:cubicBezTo>
                    <a:pt x="630" y="119"/>
                    <a:pt x="630" y="121"/>
                    <a:pt x="630" y="123"/>
                  </a:cubicBezTo>
                  <a:cubicBezTo>
                    <a:pt x="630" y="124"/>
                    <a:pt x="630" y="128"/>
                    <a:pt x="629" y="129"/>
                  </a:cubicBezTo>
                  <a:cubicBezTo>
                    <a:pt x="629" y="130"/>
                    <a:pt x="627" y="131"/>
                    <a:pt x="626" y="131"/>
                  </a:cubicBezTo>
                  <a:cubicBezTo>
                    <a:pt x="625" y="131"/>
                    <a:pt x="622" y="130"/>
                    <a:pt x="621" y="130"/>
                  </a:cubicBezTo>
                  <a:cubicBezTo>
                    <a:pt x="620" y="130"/>
                    <a:pt x="618" y="132"/>
                    <a:pt x="617" y="132"/>
                  </a:cubicBezTo>
                  <a:cubicBezTo>
                    <a:pt x="616" y="132"/>
                    <a:pt x="615" y="130"/>
                    <a:pt x="614" y="129"/>
                  </a:cubicBezTo>
                  <a:cubicBezTo>
                    <a:pt x="613" y="129"/>
                    <a:pt x="611" y="128"/>
                    <a:pt x="611" y="128"/>
                  </a:cubicBezTo>
                  <a:cubicBezTo>
                    <a:pt x="610" y="127"/>
                    <a:pt x="609" y="126"/>
                    <a:pt x="609" y="125"/>
                  </a:cubicBezTo>
                  <a:cubicBezTo>
                    <a:pt x="608" y="125"/>
                    <a:pt x="607" y="123"/>
                    <a:pt x="606" y="122"/>
                  </a:cubicBezTo>
                  <a:cubicBezTo>
                    <a:pt x="605" y="122"/>
                    <a:pt x="603" y="121"/>
                    <a:pt x="602" y="121"/>
                  </a:cubicBezTo>
                  <a:cubicBezTo>
                    <a:pt x="601" y="120"/>
                    <a:pt x="599" y="120"/>
                    <a:pt x="598" y="120"/>
                  </a:cubicBezTo>
                  <a:cubicBezTo>
                    <a:pt x="597" y="120"/>
                    <a:pt x="595" y="122"/>
                    <a:pt x="594" y="122"/>
                  </a:cubicBezTo>
                  <a:cubicBezTo>
                    <a:pt x="593" y="122"/>
                    <a:pt x="591" y="123"/>
                    <a:pt x="590" y="123"/>
                  </a:cubicBezTo>
                  <a:cubicBezTo>
                    <a:pt x="590" y="124"/>
                    <a:pt x="589" y="125"/>
                    <a:pt x="589" y="126"/>
                  </a:cubicBezTo>
                  <a:cubicBezTo>
                    <a:pt x="588" y="127"/>
                    <a:pt x="588" y="129"/>
                    <a:pt x="587" y="130"/>
                  </a:cubicBezTo>
                  <a:cubicBezTo>
                    <a:pt x="587" y="131"/>
                    <a:pt x="585" y="132"/>
                    <a:pt x="585" y="133"/>
                  </a:cubicBezTo>
                  <a:cubicBezTo>
                    <a:pt x="586" y="134"/>
                    <a:pt x="587" y="135"/>
                    <a:pt x="587" y="136"/>
                  </a:cubicBezTo>
                  <a:cubicBezTo>
                    <a:pt x="587" y="137"/>
                    <a:pt x="587" y="139"/>
                    <a:pt x="586" y="139"/>
                  </a:cubicBezTo>
                  <a:cubicBezTo>
                    <a:pt x="585" y="140"/>
                    <a:pt x="582" y="140"/>
                    <a:pt x="581" y="140"/>
                  </a:cubicBezTo>
                  <a:cubicBezTo>
                    <a:pt x="579" y="141"/>
                    <a:pt x="576" y="141"/>
                    <a:pt x="575" y="140"/>
                  </a:cubicBezTo>
                  <a:cubicBezTo>
                    <a:pt x="574" y="140"/>
                    <a:pt x="571" y="140"/>
                    <a:pt x="570" y="139"/>
                  </a:cubicBezTo>
                  <a:cubicBezTo>
                    <a:pt x="569" y="139"/>
                    <a:pt x="566" y="137"/>
                    <a:pt x="564" y="137"/>
                  </a:cubicBezTo>
                  <a:cubicBezTo>
                    <a:pt x="563" y="137"/>
                    <a:pt x="561" y="138"/>
                    <a:pt x="560" y="139"/>
                  </a:cubicBezTo>
                  <a:cubicBezTo>
                    <a:pt x="559" y="139"/>
                    <a:pt x="558" y="141"/>
                    <a:pt x="558" y="142"/>
                  </a:cubicBezTo>
                  <a:cubicBezTo>
                    <a:pt x="557" y="143"/>
                    <a:pt x="555" y="144"/>
                    <a:pt x="554" y="144"/>
                  </a:cubicBezTo>
                  <a:cubicBezTo>
                    <a:pt x="553" y="145"/>
                    <a:pt x="551" y="144"/>
                    <a:pt x="550" y="144"/>
                  </a:cubicBezTo>
                  <a:cubicBezTo>
                    <a:pt x="549" y="144"/>
                    <a:pt x="548" y="144"/>
                    <a:pt x="548" y="144"/>
                  </a:cubicBezTo>
                  <a:cubicBezTo>
                    <a:pt x="547" y="144"/>
                    <a:pt x="546" y="145"/>
                    <a:pt x="545" y="145"/>
                  </a:cubicBezTo>
                  <a:cubicBezTo>
                    <a:pt x="545" y="146"/>
                    <a:pt x="543" y="146"/>
                    <a:pt x="542" y="147"/>
                  </a:cubicBezTo>
                  <a:cubicBezTo>
                    <a:pt x="541" y="148"/>
                    <a:pt x="540" y="150"/>
                    <a:pt x="540" y="150"/>
                  </a:cubicBezTo>
                  <a:cubicBezTo>
                    <a:pt x="540" y="152"/>
                    <a:pt x="540" y="154"/>
                    <a:pt x="540" y="156"/>
                  </a:cubicBezTo>
                  <a:cubicBezTo>
                    <a:pt x="540" y="158"/>
                    <a:pt x="540" y="162"/>
                    <a:pt x="540" y="164"/>
                  </a:cubicBezTo>
                  <a:cubicBezTo>
                    <a:pt x="540" y="166"/>
                    <a:pt x="541" y="169"/>
                    <a:pt x="540" y="171"/>
                  </a:cubicBezTo>
                  <a:cubicBezTo>
                    <a:pt x="540" y="172"/>
                    <a:pt x="540" y="175"/>
                    <a:pt x="539" y="177"/>
                  </a:cubicBezTo>
                  <a:cubicBezTo>
                    <a:pt x="539" y="177"/>
                    <a:pt x="538" y="179"/>
                    <a:pt x="538" y="179"/>
                  </a:cubicBezTo>
                  <a:cubicBezTo>
                    <a:pt x="537" y="180"/>
                    <a:pt x="537" y="182"/>
                    <a:pt x="536" y="183"/>
                  </a:cubicBezTo>
                  <a:cubicBezTo>
                    <a:pt x="536" y="184"/>
                    <a:pt x="535" y="186"/>
                    <a:pt x="535" y="186"/>
                  </a:cubicBezTo>
                  <a:cubicBezTo>
                    <a:pt x="534" y="187"/>
                    <a:pt x="533" y="189"/>
                    <a:pt x="532" y="190"/>
                  </a:cubicBezTo>
                  <a:cubicBezTo>
                    <a:pt x="532" y="192"/>
                    <a:pt x="532" y="194"/>
                    <a:pt x="532" y="196"/>
                  </a:cubicBezTo>
                  <a:cubicBezTo>
                    <a:pt x="532" y="197"/>
                    <a:pt x="533" y="200"/>
                    <a:pt x="532" y="201"/>
                  </a:cubicBezTo>
                  <a:cubicBezTo>
                    <a:pt x="532" y="202"/>
                    <a:pt x="531" y="204"/>
                    <a:pt x="530" y="205"/>
                  </a:cubicBezTo>
                  <a:cubicBezTo>
                    <a:pt x="530" y="207"/>
                    <a:pt x="529" y="210"/>
                    <a:pt x="528" y="211"/>
                  </a:cubicBezTo>
                  <a:cubicBezTo>
                    <a:pt x="528" y="211"/>
                    <a:pt x="526" y="212"/>
                    <a:pt x="525" y="213"/>
                  </a:cubicBezTo>
                  <a:cubicBezTo>
                    <a:pt x="525" y="213"/>
                    <a:pt x="524" y="214"/>
                    <a:pt x="523" y="215"/>
                  </a:cubicBezTo>
                  <a:cubicBezTo>
                    <a:pt x="523" y="215"/>
                    <a:pt x="522" y="216"/>
                    <a:pt x="521" y="217"/>
                  </a:cubicBezTo>
                  <a:cubicBezTo>
                    <a:pt x="521" y="218"/>
                    <a:pt x="521" y="219"/>
                    <a:pt x="520" y="220"/>
                  </a:cubicBezTo>
                  <a:cubicBezTo>
                    <a:pt x="520" y="221"/>
                    <a:pt x="518" y="222"/>
                    <a:pt x="517" y="223"/>
                  </a:cubicBezTo>
                  <a:cubicBezTo>
                    <a:pt x="517" y="224"/>
                    <a:pt x="514" y="225"/>
                    <a:pt x="513" y="225"/>
                  </a:cubicBezTo>
                  <a:cubicBezTo>
                    <a:pt x="512" y="226"/>
                    <a:pt x="510" y="229"/>
                    <a:pt x="509" y="231"/>
                  </a:cubicBezTo>
                  <a:cubicBezTo>
                    <a:pt x="508" y="232"/>
                    <a:pt x="505" y="233"/>
                    <a:pt x="505" y="234"/>
                  </a:cubicBezTo>
                  <a:cubicBezTo>
                    <a:pt x="504" y="235"/>
                    <a:pt x="505" y="236"/>
                    <a:pt x="504" y="237"/>
                  </a:cubicBezTo>
                  <a:cubicBezTo>
                    <a:pt x="504" y="238"/>
                    <a:pt x="502" y="239"/>
                    <a:pt x="501" y="239"/>
                  </a:cubicBezTo>
                  <a:cubicBezTo>
                    <a:pt x="500" y="240"/>
                    <a:pt x="498" y="241"/>
                    <a:pt x="497" y="242"/>
                  </a:cubicBezTo>
                  <a:cubicBezTo>
                    <a:pt x="496" y="242"/>
                    <a:pt x="495" y="243"/>
                    <a:pt x="494" y="243"/>
                  </a:cubicBezTo>
                  <a:cubicBezTo>
                    <a:pt x="493" y="244"/>
                    <a:pt x="491" y="243"/>
                    <a:pt x="491" y="244"/>
                  </a:cubicBezTo>
                  <a:cubicBezTo>
                    <a:pt x="490" y="244"/>
                    <a:pt x="488" y="245"/>
                    <a:pt x="487" y="246"/>
                  </a:cubicBezTo>
                  <a:cubicBezTo>
                    <a:pt x="486" y="247"/>
                    <a:pt x="485" y="249"/>
                    <a:pt x="485" y="251"/>
                  </a:cubicBezTo>
                  <a:cubicBezTo>
                    <a:pt x="485" y="252"/>
                    <a:pt x="485" y="255"/>
                    <a:pt x="484" y="256"/>
                  </a:cubicBezTo>
                  <a:cubicBezTo>
                    <a:pt x="484" y="258"/>
                    <a:pt x="483" y="260"/>
                    <a:pt x="483" y="261"/>
                  </a:cubicBezTo>
                  <a:cubicBezTo>
                    <a:pt x="482" y="262"/>
                    <a:pt x="481" y="264"/>
                    <a:pt x="481" y="265"/>
                  </a:cubicBezTo>
                  <a:cubicBezTo>
                    <a:pt x="480" y="266"/>
                    <a:pt x="479" y="269"/>
                    <a:pt x="479" y="270"/>
                  </a:cubicBezTo>
                  <a:cubicBezTo>
                    <a:pt x="478" y="270"/>
                    <a:pt x="477" y="271"/>
                    <a:pt x="477" y="272"/>
                  </a:cubicBezTo>
                  <a:cubicBezTo>
                    <a:pt x="476" y="273"/>
                    <a:pt x="476" y="274"/>
                    <a:pt x="475" y="275"/>
                  </a:cubicBezTo>
                  <a:cubicBezTo>
                    <a:pt x="475" y="276"/>
                    <a:pt x="474" y="278"/>
                    <a:pt x="474" y="279"/>
                  </a:cubicBezTo>
                  <a:cubicBezTo>
                    <a:pt x="473" y="281"/>
                    <a:pt x="474" y="284"/>
                    <a:pt x="474" y="286"/>
                  </a:cubicBezTo>
                  <a:cubicBezTo>
                    <a:pt x="474" y="287"/>
                    <a:pt x="473" y="289"/>
                    <a:pt x="473" y="291"/>
                  </a:cubicBezTo>
                  <a:cubicBezTo>
                    <a:pt x="473" y="292"/>
                    <a:pt x="472" y="296"/>
                    <a:pt x="472" y="297"/>
                  </a:cubicBezTo>
                  <a:cubicBezTo>
                    <a:pt x="471" y="299"/>
                    <a:pt x="469" y="301"/>
                    <a:pt x="468" y="302"/>
                  </a:cubicBezTo>
                  <a:cubicBezTo>
                    <a:pt x="467" y="303"/>
                    <a:pt x="465" y="304"/>
                    <a:pt x="465" y="305"/>
                  </a:cubicBezTo>
                  <a:cubicBezTo>
                    <a:pt x="464" y="306"/>
                    <a:pt x="464" y="308"/>
                    <a:pt x="463" y="309"/>
                  </a:cubicBezTo>
                  <a:cubicBezTo>
                    <a:pt x="463" y="310"/>
                    <a:pt x="463" y="313"/>
                    <a:pt x="462" y="313"/>
                  </a:cubicBezTo>
                  <a:cubicBezTo>
                    <a:pt x="461" y="313"/>
                    <a:pt x="461" y="313"/>
                    <a:pt x="460" y="312"/>
                  </a:cubicBezTo>
                  <a:cubicBezTo>
                    <a:pt x="460" y="312"/>
                    <a:pt x="459" y="313"/>
                    <a:pt x="458" y="313"/>
                  </a:cubicBezTo>
                  <a:cubicBezTo>
                    <a:pt x="457" y="314"/>
                    <a:pt x="457" y="316"/>
                    <a:pt x="457" y="317"/>
                  </a:cubicBezTo>
                  <a:cubicBezTo>
                    <a:pt x="457" y="318"/>
                    <a:pt x="458" y="320"/>
                    <a:pt x="458" y="321"/>
                  </a:cubicBezTo>
                  <a:cubicBezTo>
                    <a:pt x="458" y="322"/>
                    <a:pt x="457" y="324"/>
                    <a:pt x="457" y="325"/>
                  </a:cubicBezTo>
                  <a:cubicBezTo>
                    <a:pt x="456" y="326"/>
                    <a:pt x="455" y="327"/>
                    <a:pt x="455" y="328"/>
                  </a:cubicBezTo>
                  <a:cubicBezTo>
                    <a:pt x="454" y="328"/>
                    <a:pt x="453" y="329"/>
                    <a:pt x="453" y="330"/>
                  </a:cubicBezTo>
                  <a:cubicBezTo>
                    <a:pt x="453" y="331"/>
                    <a:pt x="454" y="332"/>
                    <a:pt x="454" y="333"/>
                  </a:cubicBezTo>
                  <a:cubicBezTo>
                    <a:pt x="454" y="333"/>
                    <a:pt x="454" y="335"/>
                    <a:pt x="453" y="336"/>
                  </a:cubicBezTo>
                  <a:cubicBezTo>
                    <a:pt x="453" y="336"/>
                    <a:pt x="451" y="336"/>
                    <a:pt x="451" y="336"/>
                  </a:cubicBezTo>
                  <a:cubicBezTo>
                    <a:pt x="450" y="337"/>
                    <a:pt x="449" y="338"/>
                    <a:pt x="449" y="339"/>
                  </a:cubicBezTo>
                  <a:cubicBezTo>
                    <a:pt x="449" y="340"/>
                    <a:pt x="449" y="341"/>
                    <a:pt x="450" y="342"/>
                  </a:cubicBezTo>
                  <a:cubicBezTo>
                    <a:pt x="450" y="343"/>
                    <a:pt x="451" y="344"/>
                    <a:pt x="451" y="344"/>
                  </a:cubicBezTo>
                  <a:cubicBezTo>
                    <a:pt x="451" y="345"/>
                    <a:pt x="451" y="346"/>
                    <a:pt x="451" y="346"/>
                  </a:cubicBezTo>
                  <a:cubicBezTo>
                    <a:pt x="451" y="347"/>
                    <a:pt x="450" y="349"/>
                    <a:pt x="450" y="350"/>
                  </a:cubicBezTo>
                  <a:cubicBezTo>
                    <a:pt x="450" y="350"/>
                    <a:pt x="449" y="351"/>
                    <a:pt x="449" y="352"/>
                  </a:cubicBezTo>
                  <a:cubicBezTo>
                    <a:pt x="449" y="352"/>
                    <a:pt x="450" y="353"/>
                    <a:pt x="451" y="353"/>
                  </a:cubicBezTo>
                  <a:cubicBezTo>
                    <a:pt x="451" y="354"/>
                    <a:pt x="454" y="354"/>
                    <a:pt x="455" y="354"/>
                  </a:cubicBezTo>
                  <a:cubicBezTo>
                    <a:pt x="455" y="354"/>
                    <a:pt x="455" y="355"/>
                    <a:pt x="456" y="355"/>
                  </a:cubicBezTo>
                  <a:cubicBezTo>
                    <a:pt x="454" y="356"/>
                    <a:pt x="453" y="356"/>
                    <a:pt x="452" y="357"/>
                  </a:cubicBezTo>
                  <a:cubicBezTo>
                    <a:pt x="451" y="357"/>
                    <a:pt x="448" y="355"/>
                    <a:pt x="447" y="355"/>
                  </a:cubicBezTo>
                  <a:cubicBezTo>
                    <a:pt x="445" y="355"/>
                    <a:pt x="442" y="356"/>
                    <a:pt x="440" y="357"/>
                  </a:cubicBezTo>
                  <a:cubicBezTo>
                    <a:pt x="438" y="357"/>
                    <a:pt x="435" y="357"/>
                    <a:pt x="434" y="358"/>
                  </a:cubicBezTo>
                  <a:cubicBezTo>
                    <a:pt x="433" y="358"/>
                    <a:pt x="430" y="359"/>
                    <a:pt x="429" y="359"/>
                  </a:cubicBezTo>
                  <a:cubicBezTo>
                    <a:pt x="429" y="360"/>
                    <a:pt x="428" y="362"/>
                    <a:pt x="428" y="363"/>
                  </a:cubicBezTo>
                  <a:cubicBezTo>
                    <a:pt x="427" y="364"/>
                    <a:pt x="426" y="366"/>
                    <a:pt x="425" y="367"/>
                  </a:cubicBezTo>
                  <a:cubicBezTo>
                    <a:pt x="424" y="368"/>
                    <a:pt x="422" y="369"/>
                    <a:pt x="421" y="369"/>
                  </a:cubicBezTo>
                  <a:cubicBezTo>
                    <a:pt x="420" y="369"/>
                    <a:pt x="417" y="369"/>
                    <a:pt x="415" y="369"/>
                  </a:cubicBezTo>
                  <a:cubicBezTo>
                    <a:pt x="413" y="369"/>
                    <a:pt x="409" y="367"/>
                    <a:pt x="407" y="367"/>
                  </a:cubicBezTo>
                  <a:cubicBezTo>
                    <a:pt x="405" y="366"/>
                    <a:pt x="402" y="366"/>
                    <a:pt x="401" y="366"/>
                  </a:cubicBezTo>
                  <a:cubicBezTo>
                    <a:pt x="399" y="365"/>
                    <a:pt x="396" y="365"/>
                    <a:pt x="394" y="366"/>
                  </a:cubicBezTo>
                  <a:cubicBezTo>
                    <a:pt x="392" y="366"/>
                    <a:pt x="390" y="366"/>
                    <a:pt x="389" y="366"/>
                  </a:cubicBezTo>
                  <a:cubicBezTo>
                    <a:pt x="386" y="367"/>
                    <a:pt x="383" y="370"/>
                    <a:pt x="381" y="371"/>
                  </a:cubicBezTo>
                  <a:cubicBezTo>
                    <a:pt x="378" y="372"/>
                    <a:pt x="373" y="374"/>
                    <a:pt x="371" y="375"/>
                  </a:cubicBezTo>
                  <a:cubicBezTo>
                    <a:pt x="369" y="375"/>
                    <a:pt x="366" y="376"/>
                    <a:pt x="364" y="377"/>
                  </a:cubicBezTo>
                  <a:cubicBezTo>
                    <a:pt x="362" y="378"/>
                    <a:pt x="360" y="380"/>
                    <a:pt x="358" y="381"/>
                  </a:cubicBezTo>
                  <a:cubicBezTo>
                    <a:pt x="357" y="382"/>
                    <a:pt x="355" y="383"/>
                    <a:pt x="354" y="383"/>
                  </a:cubicBezTo>
                  <a:cubicBezTo>
                    <a:pt x="352" y="385"/>
                    <a:pt x="349" y="388"/>
                    <a:pt x="347" y="389"/>
                  </a:cubicBezTo>
                  <a:cubicBezTo>
                    <a:pt x="345" y="390"/>
                    <a:pt x="343" y="392"/>
                    <a:pt x="341" y="392"/>
                  </a:cubicBezTo>
                  <a:cubicBezTo>
                    <a:pt x="340" y="392"/>
                    <a:pt x="338" y="392"/>
                    <a:pt x="337" y="392"/>
                  </a:cubicBezTo>
                  <a:cubicBezTo>
                    <a:pt x="336" y="392"/>
                    <a:pt x="333" y="393"/>
                    <a:pt x="332" y="394"/>
                  </a:cubicBezTo>
                  <a:cubicBezTo>
                    <a:pt x="332" y="394"/>
                    <a:pt x="331" y="396"/>
                    <a:pt x="331" y="396"/>
                  </a:cubicBezTo>
                  <a:cubicBezTo>
                    <a:pt x="330" y="397"/>
                    <a:pt x="330" y="400"/>
                    <a:pt x="329" y="401"/>
                  </a:cubicBezTo>
                  <a:cubicBezTo>
                    <a:pt x="329" y="401"/>
                    <a:pt x="328" y="403"/>
                    <a:pt x="327" y="404"/>
                  </a:cubicBezTo>
                  <a:cubicBezTo>
                    <a:pt x="326" y="405"/>
                    <a:pt x="323" y="406"/>
                    <a:pt x="322" y="406"/>
                  </a:cubicBezTo>
                  <a:cubicBezTo>
                    <a:pt x="321" y="406"/>
                    <a:pt x="319" y="407"/>
                    <a:pt x="318" y="407"/>
                  </a:cubicBezTo>
                  <a:cubicBezTo>
                    <a:pt x="317" y="408"/>
                    <a:pt x="313" y="407"/>
                    <a:pt x="312" y="407"/>
                  </a:cubicBezTo>
                  <a:cubicBezTo>
                    <a:pt x="310" y="407"/>
                    <a:pt x="306" y="408"/>
                    <a:pt x="304" y="408"/>
                  </a:cubicBezTo>
                  <a:cubicBezTo>
                    <a:pt x="303" y="408"/>
                    <a:pt x="299" y="409"/>
                    <a:pt x="298" y="409"/>
                  </a:cubicBezTo>
                  <a:cubicBezTo>
                    <a:pt x="297" y="410"/>
                    <a:pt x="296" y="411"/>
                    <a:pt x="295" y="411"/>
                  </a:cubicBezTo>
                  <a:cubicBezTo>
                    <a:pt x="295" y="412"/>
                    <a:pt x="294" y="413"/>
                    <a:pt x="294" y="414"/>
                  </a:cubicBezTo>
                  <a:cubicBezTo>
                    <a:pt x="294" y="415"/>
                    <a:pt x="295" y="418"/>
                    <a:pt x="295" y="419"/>
                  </a:cubicBezTo>
                  <a:cubicBezTo>
                    <a:pt x="295" y="420"/>
                    <a:pt x="294" y="421"/>
                    <a:pt x="294" y="422"/>
                  </a:cubicBezTo>
                  <a:cubicBezTo>
                    <a:pt x="293" y="423"/>
                    <a:pt x="292" y="425"/>
                    <a:pt x="291" y="426"/>
                  </a:cubicBezTo>
                  <a:cubicBezTo>
                    <a:pt x="290" y="427"/>
                    <a:pt x="287" y="428"/>
                    <a:pt x="286" y="429"/>
                  </a:cubicBezTo>
                  <a:cubicBezTo>
                    <a:pt x="285" y="429"/>
                    <a:pt x="284" y="430"/>
                    <a:pt x="283" y="431"/>
                  </a:cubicBezTo>
                  <a:cubicBezTo>
                    <a:pt x="282" y="431"/>
                    <a:pt x="280" y="432"/>
                    <a:pt x="279" y="432"/>
                  </a:cubicBezTo>
                  <a:cubicBezTo>
                    <a:pt x="278" y="433"/>
                    <a:pt x="276" y="435"/>
                    <a:pt x="276" y="436"/>
                  </a:cubicBezTo>
                  <a:cubicBezTo>
                    <a:pt x="275" y="437"/>
                    <a:pt x="273" y="439"/>
                    <a:pt x="272" y="439"/>
                  </a:cubicBezTo>
                  <a:cubicBezTo>
                    <a:pt x="271" y="440"/>
                    <a:pt x="270" y="443"/>
                    <a:pt x="269" y="443"/>
                  </a:cubicBezTo>
                  <a:cubicBezTo>
                    <a:pt x="267" y="444"/>
                    <a:pt x="264" y="443"/>
                    <a:pt x="262" y="443"/>
                  </a:cubicBezTo>
                  <a:cubicBezTo>
                    <a:pt x="260" y="443"/>
                    <a:pt x="257" y="443"/>
                    <a:pt x="255" y="442"/>
                  </a:cubicBezTo>
                  <a:cubicBezTo>
                    <a:pt x="253" y="442"/>
                    <a:pt x="249" y="442"/>
                    <a:pt x="247" y="442"/>
                  </a:cubicBezTo>
                  <a:cubicBezTo>
                    <a:pt x="246" y="442"/>
                    <a:pt x="244" y="442"/>
                    <a:pt x="243" y="442"/>
                  </a:cubicBezTo>
                  <a:cubicBezTo>
                    <a:pt x="240" y="441"/>
                    <a:pt x="235" y="441"/>
                    <a:pt x="233" y="440"/>
                  </a:cubicBezTo>
                  <a:cubicBezTo>
                    <a:pt x="231" y="440"/>
                    <a:pt x="229" y="439"/>
                    <a:pt x="228" y="438"/>
                  </a:cubicBezTo>
                  <a:cubicBezTo>
                    <a:pt x="226" y="437"/>
                    <a:pt x="222" y="435"/>
                    <a:pt x="220" y="434"/>
                  </a:cubicBezTo>
                  <a:cubicBezTo>
                    <a:pt x="219" y="433"/>
                    <a:pt x="216" y="431"/>
                    <a:pt x="215" y="430"/>
                  </a:cubicBezTo>
                  <a:cubicBezTo>
                    <a:pt x="213" y="429"/>
                    <a:pt x="209" y="427"/>
                    <a:pt x="208" y="426"/>
                  </a:cubicBezTo>
                  <a:cubicBezTo>
                    <a:pt x="207" y="425"/>
                    <a:pt x="206" y="422"/>
                    <a:pt x="205" y="421"/>
                  </a:cubicBezTo>
                  <a:cubicBezTo>
                    <a:pt x="203" y="420"/>
                    <a:pt x="200" y="419"/>
                    <a:pt x="198" y="418"/>
                  </a:cubicBezTo>
                  <a:cubicBezTo>
                    <a:pt x="197" y="418"/>
                    <a:pt x="194" y="417"/>
                    <a:pt x="193" y="416"/>
                  </a:cubicBezTo>
                  <a:cubicBezTo>
                    <a:pt x="192" y="415"/>
                    <a:pt x="191" y="414"/>
                    <a:pt x="191" y="413"/>
                  </a:cubicBezTo>
                  <a:cubicBezTo>
                    <a:pt x="191" y="411"/>
                    <a:pt x="191" y="409"/>
                    <a:pt x="191" y="408"/>
                  </a:cubicBezTo>
                  <a:cubicBezTo>
                    <a:pt x="191" y="406"/>
                    <a:pt x="191" y="402"/>
                    <a:pt x="190" y="400"/>
                  </a:cubicBezTo>
                  <a:cubicBezTo>
                    <a:pt x="189" y="399"/>
                    <a:pt x="186" y="397"/>
                    <a:pt x="184" y="397"/>
                  </a:cubicBezTo>
                  <a:cubicBezTo>
                    <a:pt x="183" y="397"/>
                    <a:pt x="182" y="398"/>
                    <a:pt x="181" y="398"/>
                  </a:cubicBezTo>
                  <a:cubicBezTo>
                    <a:pt x="180" y="399"/>
                    <a:pt x="179" y="401"/>
                    <a:pt x="178" y="401"/>
                  </a:cubicBezTo>
                  <a:cubicBezTo>
                    <a:pt x="177" y="402"/>
                    <a:pt x="174" y="402"/>
                    <a:pt x="173" y="402"/>
                  </a:cubicBezTo>
                  <a:cubicBezTo>
                    <a:pt x="170" y="402"/>
                    <a:pt x="166" y="400"/>
                    <a:pt x="164" y="400"/>
                  </a:cubicBezTo>
                  <a:cubicBezTo>
                    <a:pt x="163" y="400"/>
                    <a:pt x="160" y="400"/>
                    <a:pt x="158" y="400"/>
                  </a:cubicBezTo>
                  <a:cubicBezTo>
                    <a:pt x="156" y="400"/>
                    <a:pt x="153" y="400"/>
                    <a:pt x="151" y="401"/>
                  </a:cubicBezTo>
                  <a:cubicBezTo>
                    <a:pt x="150" y="401"/>
                    <a:pt x="148" y="404"/>
                    <a:pt x="147" y="405"/>
                  </a:cubicBezTo>
                  <a:cubicBezTo>
                    <a:pt x="147" y="405"/>
                    <a:pt x="146" y="407"/>
                    <a:pt x="146" y="408"/>
                  </a:cubicBezTo>
                  <a:cubicBezTo>
                    <a:pt x="145" y="409"/>
                    <a:pt x="146" y="412"/>
                    <a:pt x="146" y="414"/>
                  </a:cubicBezTo>
                  <a:cubicBezTo>
                    <a:pt x="145" y="415"/>
                    <a:pt x="144" y="417"/>
                    <a:pt x="143" y="418"/>
                  </a:cubicBezTo>
                  <a:cubicBezTo>
                    <a:pt x="143" y="419"/>
                    <a:pt x="142" y="420"/>
                    <a:pt x="141" y="420"/>
                  </a:cubicBezTo>
                  <a:cubicBezTo>
                    <a:pt x="140" y="420"/>
                    <a:pt x="136" y="419"/>
                    <a:pt x="135" y="420"/>
                  </a:cubicBezTo>
                  <a:cubicBezTo>
                    <a:pt x="134" y="420"/>
                    <a:pt x="133" y="422"/>
                    <a:pt x="132" y="423"/>
                  </a:cubicBezTo>
                  <a:cubicBezTo>
                    <a:pt x="131" y="423"/>
                    <a:pt x="129" y="424"/>
                    <a:pt x="128" y="424"/>
                  </a:cubicBezTo>
                  <a:cubicBezTo>
                    <a:pt x="127" y="424"/>
                    <a:pt x="125" y="422"/>
                    <a:pt x="124" y="422"/>
                  </a:cubicBezTo>
                  <a:cubicBezTo>
                    <a:pt x="122" y="421"/>
                    <a:pt x="120" y="421"/>
                    <a:pt x="119" y="421"/>
                  </a:cubicBezTo>
                  <a:cubicBezTo>
                    <a:pt x="118" y="421"/>
                    <a:pt x="115" y="421"/>
                    <a:pt x="114" y="421"/>
                  </a:cubicBezTo>
                  <a:cubicBezTo>
                    <a:pt x="113" y="421"/>
                    <a:pt x="110" y="422"/>
                    <a:pt x="108" y="421"/>
                  </a:cubicBezTo>
                  <a:cubicBezTo>
                    <a:pt x="107" y="421"/>
                    <a:pt x="105" y="420"/>
                    <a:pt x="104" y="420"/>
                  </a:cubicBezTo>
                  <a:cubicBezTo>
                    <a:pt x="102" y="419"/>
                    <a:pt x="100" y="415"/>
                    <a:pt x="99" y="414"/>
                  </a:cubicBezTo>
                  <a:cubicBezTo>
                    <a:pt x="98" y="413"/>
                    <a:pt x="95" y="412"/>
                    <a:pt x="94" y="411"/>
                  </a:cubicBezTo>
                  <a:cubicBezTo>
                    <a:pt x="93" y="411"/>
                    <a:pt x="91" y="410"/>
                    <a:pt x="90" y="410"/>
                  </a:cubicBezTo>
                  <a:cubicBezTo>
                    <a:pt x="89" y="409"/>
                    <a:pt x="86" y="409"/>
                    <a:pt x="85" y="409"/>
                  </a:cubicBezTo>
                  <a:cubicBezTo>
                    <a:pt x="83" y="410"/>
                    <a:pt x="78" y="411"/>
                    <a:pt x="77" y="412"/>
                  </a:cubicBezTo>
                  <a:cubicBezTo>
                    <a:pt x="76" y="413"/>
                    <a:pt x="74" y="415"/>
                    <a:pt x="73" y="416"/>
                  </a:cubicBezTo>
                  <a:cubicBezTo>
                    <a:pt x="72" y="417"/>
                    <a:pt x="72" y="420"/>
                    <a:pt x="70" y="421"/>
                  </a:cubicBezTo>
                  <a:cubicBezTo>
                    <a:pt x="70" y="421"/>
                    <a:pt x="68" y="421"/>
                    <a:pt x="68" y="421"/>
                  </a:cubicBezTo>
                  <a:cubicBezTo>
                    <a:pt x="67" y="420"/>
                    <a:pt x="65" y="418"/>
                    <a:pt x="65" y="418"/>
                  </a:cubicBezTo>
                  <a:cubicBezTo>
                    <a:pt x="63" y="417"/>
                    <a:pt x="61" y="416"/>
                    <a:pt x="60" y="415"/>
                  </a:cubicBezTo>
                  <a:cubicBezTo>
                    <a:pt x="59" y="415"/>
                    <a:pt x="57" y="414"/>
                    <a:pt x="56" y="413"/>
                  </a:cubicBezTo>
                  <a:cubicBezTo>
                    <a:pt x="54" y="413"/>
                    <a:pt x="52" y="413"/>
                    <a:pt x="51" y="413"/>
                  </a:cubicBezTo>
                  <a:cubicBezTo>
                    <a:pt x="49" y="413"/>
                    <a:pt x="46" y="415"/>
                    <a:pt x="44" y="415"/>
                  </a:cubicBezTo>
                  <a:cubicBezTo>
                    <a:pt x="43" y="415"/>
                    <a:pt x="41" y="415"/>
                    <a:pt x="40" y="415"/>
                  </a:cubicBezTo>
                  <a:cubicBezTo>
                    <a:pt x="39" y="414"/>
                    <a:pt x="37" y="413"/>
                    <a:pt x="36" y="413"/>
                  </a:cubicBezTo>
                  <a:cubicBezTo>
                    <a:pt x="34" y="412"/>
                    <a:pt x="31" y="410"/>
                    <a:pt x="31" y="408"/>
                  </a:cubicBezTo>
                  <a:cubicBezTo>
                    <a:pt x="30" y="407"/>
                    <a:pt x="30" y="405"/>
                    <a:pt x="30" y="404"/>
                  </a:cubicBezTo>
                  <a:cubicBezTo>
                    <a:pt x="29" y="403"/>
                    <a:pt x="28" y="401"/>
                    <a:pt x="27" y="401"/>
                  </a:cubicBezTo>
                  <a:cubicBezTo>
                    <a:pt x="25" y="400"/>
                    <a:pt x="22" y="399"/>
                    <a:pt x="20" y="399"/>
                  </a:cubicBezTo>
                  <a:cubicBezTo>
                    <a:pt x="19" y="399"/>
                    <a:pt x="18" y="398"/>
                    <a:pt x="17" y="398"/>
                  </a:cubicBezTo>
                  <a:cubicBezTo>
                    <a:pt x="16" y="398"/>
                    <a:pt x="13" y="399"/>
                    <a:pt x="12" y="399"/>
                  </a:cubicBezTo>
                  <a:cubicBezTo>
                    <a:pt x="11" y="400"/>
                    <a:pt x="10" y="401"/>
                    <a:pt x="9" y="402"/>
                  </a:cubicBezTo>
                  <a:cubicBezTo>
                    <a:pt x="8" y="403"/>
                    <a:pt x="7" y="403"/>
                    <a:pt x="5" y="404"/>
                  </a:cubicBezTo>
                  <a:cubicBezTo>
                    <a:pt x="5" y="403"/>
                    <a:pt x="4" y="402"/>
                    <a:pt x="4" y="402"/>
                  </a:cubicBezTo>
                  <a:cubicBezTo>
                    <a:pt x="4" y="402"/>
                    <a:pt x="4" y="401"/>
                    <a:pt x="4" y="400"/>
                  </a:cubicBezTo>
                  <a:cubicBezTo>
                    <a:pt x="4" y="399"/>
                    <a:pt x="5" y="398"/>
                    <a:pt x="6" y="397"/>
                  </a:cubicBezTo>
                  <a:cubicBezTo>
                    <a:pt x="6" y="396"/>
                    <a:pt x="6" y="394"/>
                    <a:pt x="7" y="393"/>
                  </a:cubicBezTo>
                  <a:cubicBezTo>
                    <a:pt x="7" y="391"/>
                    <a:pt x="7" y="387"/>
                    <a:pt x="7" y="385"/>
                  </a:cubicBezTo>
                  <a:cubicBezTo>
                    <a:pt x="7" y="383"/>
                    <a:pt x="7" y="380"/>
                    <a:pt x="7" y="378"/>
                  </a:cubicBezTo>
                  <a:cubicBezTo>
                    <a:pt x="7" y="377"/>
                    <a:pt x="7" y="374"/>
                    <a:pt x="7" y="373"/>
                  </a:cubicBezTo>
                  <a:cubicBezTo>
                    <a:pt x="8" y="371"/>
                    <a:pt x="8" y="366"/>
                    <a:pt x="9" y="364"/>
                  </a:cubicBezTo>
                  <a:cubicBezTo>
                    <a:pt x="9" y="362"/>
                    <a:pt x="11" y="358"/>
                    <a:pt x="11" y="356"/>
                  </a:cubicBezTo>
                  <a:cubicBezTo>
                    <a:pt x="11" y="355"/>
                    <a:pt x="11" y="354"/>
                    <a:pt x="11" y="353"/>
                  </a:cubicBezTo>
                  <a:cubicBezTo>
                    <a:pt x="11" y="353"/>
                    <a:pt x="11" y="352"/>
                    <a:pt x="11" y="351"/>
                  </a:cubicBezTo>
                  <a:cubicBezTo>
                    <a:pt x="10" y="351"/>
                    <a:pt x="10" y="349"/>
                    <a:pt x="10" y="349"/>
                  </a:cubicBezTo>
                  <a:cubicBezTo>
                    <a:pt x="10" y="348"/>
                    <a:pt x="9" y="347"/>
                    <a:pt x="8" y="346"/>
                  </a:cubicBezTo>
                  <a:cubicBezTo>
                    <a:pt x="8" y="345"/>
                    <a:pt x="8" y="342"/>
                    <a:pt x="8" y="341"/>
                  </a:cubicBezTo>
                  <a:cubicBezTo>
                    <a:pt x="8" y="340"/>
                    <a:pt x="8" y="339"/>
                    <a:pt x="8" y="338"/>
                  </a:cubicBezTo>
                  <a:cubicBezTo>
                    <a:pt x="8" y="337"/>
                    <a:pt x="6" y="337"/>
                    <a:pt x="6" y="337"/>
                  </a:cubicBezTo>
                  <a:cubicBezTo>
                    <a:pt x="5" y="337"/>
                    <a:pt x="6" y="335"/>
                    <a:pt x="5" y="335"/>
                  </a:cubicBezTo>
                  <a:cubicBezTo>
                    <a:pt x="5" y="334"/>
                    <a:pt x="3" y="334"/>
                    <a:pt x="3" y="334"/>
                  </a:cubicBezTo>
                  <a:cubicBezTo>
                    <a:pt x="3" y="333"/>
                    <a:pt x="4" y="331"/>
                    <a:pt x="3" y="330"/>
                  </a:cubicBezTo>
                  <a:cubicBezTo>
                    <a:pt x="3" y="329"/>
                    <a:pt x="2" y="328"/>
                    <a:pt x="2" y="328"/>
                  </a:cubicBezTo>
                  <a:cubicBezTo>
                    <a:pt x="1" y="327"/>
                    <a:pt x="1" y="325"/>
                    <a:pt x="0" y="324"/>
                  </a:cubicBezTo>
                  <a:cubicBezTo>
                    <a:pt x="0" y="323"/>
                    <a:pt x="0" y="321"/>
                    <a:pt x="1" y="320"/>
                  </a:cubicBezTo>
                  <a:cubicBezTo>
                    <a:pt x="1" y="319"/>
                    <a:pt x="3" y="319"/>
                    <a:pt x="3" y="318"/>
                  </a:cubicBezTo>
                  <a:cubicBezTo>
                    <a:pt x="3" y="318"/>
                    <a:pt x="3" y="317"/>
                    <a:pt x="3" y="316"/>
                  </a:cubicBezTo>
                  <a:cubicBezTo>
                    <a:pt x="3" y="315"/>
                    <a:pt x="3" y="314"/>
                    <a:pt x="3" y="313"/>
                  </a:cubicBezTo>
                  <a:cubicBezTo>
                    <a:pt x="3" y="311"/>
                    <a:pt x="3" y="307"/>
                    <a:pt x="4" y="306"/>
                  </a:cubicBezTo>
                  <a:cubicBezTo>
                    <a:pt x="4" y="305"/>
                    <a:pt x="5" y="303"/>
                    <a:pt x="5" y="303"/>
                  </a:cubicBezTo>
                  <a:cubicBezTo>
                    <a:pt x="5" y="302"/>
                    <a:pt x="6" y="299"/>
                    <a:pt x="6" y="298"/>
                  </a:cubicBezTo>
                  <a:cubicBezTo>
                    <a:pt x="6" y="297"/>
                    <a:pt x="7" y="296"/>
                    <a:pt x="7" y="295"/>
                  </a:cubicBezTo>
                  <a:cubicBezTo>
                    <a:pt x="8" y="294"/>
                    <a:pt x="8" y="292"/>
                    <a:pt x="8" y="290"/>
                  </a:cubicBezTo>
                  <a:cubicBezTo>
                    <a:pt x="8" y="289"/>
                    <a:pt x="8" y="286"/>
                    <a:pt x="8" y="285"/>
                  </a:cubicBezTo>
                  <a:cubicBezTo>
                    <a:pt x="8" y="284"/>
                    <a:pt x="8" y="282"/>
                    <a:pt x="8" y="281"/>
                  </a:cubicBezTo>
                  <a:cubicBezTo>
                    <a:pt x="8" y="280"/>
                    <a:pt x="8" y="279"/>
                    <a:pt x="9" y="278"/>
                  </a:cubicBezTo>
                  <a:cubicBezTo>
                    <a:pt x="9" y="277"/>
                    <a:pt x="10" y="276"/>
                    <a:pt x="11" y="276"/>
                  </a:cubicBezTo>
                  <a:cubicBezTo>
                    <a:pt x="11" y="275"/>
                    <a:pt x="12" y="275"/>
                    <a:pt x="12" y="275"/>
                  </a:cubicBezTo>
                  <a:cubicBezTo>
                    <a:pt x="12" y="274"/>
                    <a:pt x="12" y="273"/>
                    <a:pt x="13" y="272"/>
                  </a:cubicBezTo>
                  <a:cubicBezTo>
                    <a:pt x="13" y="272"/>
                    <a:pt x="15" y="272"/>
                    <a:pt x="16" y="272"/>
                  </a:cubicBezTo>
                  <a:cubicBezTo>
                    <a:pt x="16" y="271"/>
                    <a:pt x="16" y="270"/>
                    <a:pt x="17" y="270"/>
                  </a:cubicBezTo>
                  <a:cubicBezTo>
                    <a:pt x="17" y="269"/>
                    <a:pt x="19" y="269"/>
                    <a:pt x="20" y="269"/>
                  </a:cubicBezTo>
                  <a:cubicBezTo>
                    <a:pt x="21" y="269"/>
                    <a:pt x="22" y="269"/>
                    <a:pt x="22" y="268"/>
                  </a:cubicBezTo>
                  <a:cubicBezTo>
                    <a:pt x="23" y="268"/>
                    <a:pt x="22" y="267"/>
                    <a:pt x="22" y="267"/>
                  </a:cubicBezTo>
                  <a:cubicBezTo>
                    <a:pt x="22" y="266"/>
                    <a:pt x="21" y="266"/>
                    <a:pt x="20" y="266"/>
                  </a:cubicBezTo>
                  <a:cubicBezTo>
                    <a:pt x="20" y="266"/>
                    <a:pt x="19" y="266"/>
                    <a:pt x="18" y="266"/>
                  </a:cubicBezTo>
                  <a:cubicBezTo>
                    <a:pt x="18" y="267"/>
                    <a:pt x="18" y="267"/>
                    <a:pt x="18" y="268"/>
                  </a:cubicBezTo>
                  <a:cubicBezTo>
                    <a:pt x="17" y="268"/>
                    <a:pt x="16" y="268"/>
                    <a:pt x="15" y="268"/>
                  </a:cubicBezTo>
                  <a:cubicBezTo>
                    <a:pt x="14" y="268"/>
                    <a:pt x="13" y="268"/>
                    <a:pt x="12" y="269"/>
                  </a:cubicBezTo>
                  <a:cubicBezTo>
                    <a:pt x="12" y="269"/>
                    <a:pt x="11" y="270"/>
                    <a:pt x="10" y="271"/>
                  </a:cubicBezTo>
                  <a:cubicBezTo>
                    <a:pt x="10" y="271"/>
                    <a:pt x="9" y="271"/>
                    <a:pt x="9" y="271"/>
                  </a:cubicBezTo>
                  <a:cubicBezTo>
                    <a:pt x="8" y="270"/>
                    <a:pt x="7" y="268"/>
                    <a:pt x="7" y="268"/>
                  </a:cubicBezTo>
                  <a:cubicBezTo>
                    <a:pt x="7" y="267"/>
                    <a:pt x="7" y="266"/>
                    <a:pt x="7" y="266"/>
                  </a:cubicBezTo>
                  <a:cubicBezTo>
                    <a:pt x="7" y="265"/>
                    <a:pt x="6" y="264"/>
                    <a:pt x="6" y="264"/>
                  </a:cubicBezTo>
                  <a:cubicBezTo>
                    <a:pt x="6" y="263"/>
                    <a:pt x="5" y="263"/>
                    <a:pt x="5" y="263"/>
                  </a:cubicBezTo>
                  <a:cubicBezTo>
                    <a:pt x="5" y="263"/>
                    <a:pt x="4" y="262"/>
                    <a:pt x="3" y="262"/>
                  </a:cubicBezTo>
                  <a:cubicBezTo>
                    <a:pt x="3" y="261"/>
                    <a:pt x="2" y="259"/>
                    <a:pt x="2" y="258"/>
                  </a:cubicBezTo>
                  <a:cubicBezTo>
                    <a:pt x="2" y="257"/>
                    <a:pt x="3" y="255"/>
                    <a:pt x="3" y="254"/>
                  </a:cubicBezTo>
                  <a:cubicBezTo>
                    <a:pt x="4" y="253"/>
                    <a:pt x="5" y="252"/>
                    <a:pt x="5" y="251"/>
                  </a:cubicBezTo>
                  <a:cubicBezTo>
                    <a:pt x="5" y="251"/>
                    <a:pt x="5" y="250"/>
                    <a:pt x="5" y="249"/>
                  </a:cubicBezTo>
                  <a:cubicBezTo>
                    <a:pt x="5" y="249"/>
                    <a:pt x="4" y="248"/>
                    <a:pt x="4" y="248"/>
                  </a:cubicBezTo>
                  <a:cubicBezTo>
                    <a:pt x="4" y="247"/>
                    <a:pt x="4" y="246"/>
                    <a:pt x="5" y="246"/>
                  </a:cubicBezTo>
                  <a:cubicBezTo>
                    <a:pt x="5" y="245"/>
                    <a:pt x="5" y="244"/>
                    <a:pt x="6" y="243"/>
                  </a:cubicBezTo>
                  <a:cubicBezTo>
                    <a:pt x="6" y="242"/>
                    <a:pt x="5" y="240"/>
                    <a:pt x="6" y="239"/>
                  </a:cubicBezTo>
                  <a:cubicBezTo>
                    <a:pt x="6" y="238"/>
                    <a:pt x="6" y="236"/>
                    <a:pt x="6" y="234"/>
                  </a:cubicBezTo>
                  <a:cubicBezTo>
                    <a:pt x="7" y="233"/>
                    <a:pt x="8" y="232"/>
                    <a:pt x="8" y="231"/>
                  </a:cubicBezTo>
                  <a:cubicBezTo>
                    <a:pt x="8" y="230"/>
                    <a:pt x="7" y="228"/>
                    <a:pt x="7" y="227"/>
                  </a:cubicBezTo>
                  <a:cubicBezTo>
                    <a:pt x="7" y="226"/>
                    <a:pt x="8" y="225"/>
                    <a:pt x="8" y="224"/>
                  </a:cubicBezTo>
                  <a:cubicBezTo>
                    <a:pt x="9" y="224"/>
                    <a:pt x="9" y="225"/>
                    <a:pt x="10" y="225"/>
                  </a:cubicBezTo>
                  <a:cubicBezTo>
                    <a:pt x="10" y="225"/>
                    <a:pt x="12" y="225"/>
                    <a:pt x="13" y="225"/>
                  </a:cubicBezTo>
                  <a:cubicBezTo>
                    <a:pt x="14" y="226"/>
                    <a:pt x="16" y="227"/>
                    <a:pt x="18" y="227"/>
                  </a:cubicBezTo>
                  <a:cubicBezTo>
                    <a:pt x="19" y="227"/>
                    <a:pt x="22" y="226"/>
                    <a:pt x="24" y="226"/>
                  </a:cubicBezTo>
                  <a:cubicBezTo>
                    <a:pt x="26" y="226"/>
                    <a:pt x="30" y="226"/>
                    <a:pt x="32" y="226"/>
                  </a:cubicBezTo>
                  <a:cubicBezTo>
                    <a:pt x="32" y="226"/>
                    <a:pt x="34" y="227"/>
                    <a:pt x="35" y="228"/>
                  </a:cubicBezTo>
                  <a:cubicBezTo>
                    <a:pt x="36" y="229"/>
                    <a:pt x="38" y="232"/>
                    <a:pt x="39" y="234"/>
                  </a:cubicBezTo>
                  <a:cubicBezTo>
                    <a:pt x="40" y="235"/>
                    <a:pt x="41" y="238"/>
                    <a:pt x="42" y="239"/>
                  </a:cubicBezTo>
                  <a:cubicBezTo>
                    <a:pt x="43" y="241"/>
                    <a:pt x="45" y="244"/>
                    <a:pt x="47" y="245"/>
                  </a:cubicBezTo>
                  <a:cubicBezTo>
                    <a:pt x="48" y="246"/>
                    <a:pt x="50" y="248"/>
                    <a:pt x="51" y="248"/>
                  </a:cubicBezTo>
                  <a:cubicBezTo>
                    <a:pt x="52" y="248"/>
                    <a:pt x="53" y="246"/>
                    <a:pt x="53" y="245"/>
                  </a:cubicBezTo>
                  <a:cubicBezTo>
                    <a:pt x="54" y="245"/>
                    <a:pt x="57" y="246"/>
                    <a:pt x="58" y="246"/>
                  </a:cubicBezTo>
                  <a:cubicBezTo>
                    <a:pt x="59" y="246"/>
                    <a:pt x="61" y="248"/>
                    <a:pt x="62" y="249"/>
                  </a:cubicBezTo>
                  <a:cubicBezTo>
                    <a:pt x="64" y="250"/>
                    <a:pt x="69" y="251"/>
                    <a:pt x="71" y="251"/>
                  </a:cubicBezTo>
                  <a:cubicBezTo>
                    <a:pt x="72" y="251"/>
                    <a:pt x="73" y="251"/>
                    <a:pt x="74" y="251"/>
                  </a:cubicBezTo>
                  <a:cubicBezTo>
                    <a:pt x="75" y="251"/>
                    <a:pt x="77" y="251"/>
                    <a:pt x="78" y="250"/>
                  </a:cubicBezTo>
                  <a:cubicBezTo>
                    <a:pt x="78" y="250"/>
                    <a:pt x="79" y="248"/>
                    <a:pt x="79" y="247"/>
                  </a:cubicBezTo>
                  <a:cubicBezTo>
                    <a:pt x="80" y="246"/>
                    <a:pt x="81" y="243"/>
                    <a:pt x="81" y="242"/>
                  </a:cubicBezTo>
                  <a:cubicBezTo>
                    <a:pt x="81" y="241"/>
                    <a:pt x="81" y="239"/>
                    <a:pt x="81" y="238"/>
                  </a:cubicBezTo>
                  <a:cubicBezTo>
                    <a:pt x="81" y="237"/>
                    <a:pt x="81" y="234"/>
                    <a:pt x="82" y="233"/>
                  </a:cubicBezTo>
                  <a:cubicBezTo>
                    <a:pt x="82" y="232"/>
                    <a:pt x="83" y="230"/>
                    <a:pt x="84" y="230"/>
                  </a:cubicBezTo>
                  <a:cubicBezTo>
                    <a:pt x="85" y="229"/>
                    <a:pt x="86" y="227"/>
                    <a:pt x="86" y="226"/>
                  </a:cubicBezTo>
                  <a:cubicBezTo>
                    <a:pt x="87" y="226"/>
                    <a:pt x="88" y="225"/>
                    <a:pt x="89" y="224"/>
                  </a:cubicBezTo>
                  <a:cubicBezTo>
                    <a:pt x="90" y="223"/>
                    <a:pt x="90" y="221"/>
                    <a:pt x="91" y="220"/>
                  </a:cubicBezTo>
                  <a:cubicBezTo>
                    <a:pt x="92" y="219"/>
                    <a:pt x="93" y="217"/>
                    <a:pt x="94" y="216"/>
                  </a:cubicBezTo>
                  <a:cubicBezTo>
                    <a:pt x="95" y="214"/>
                    <a:pt x="96" y="212"/>
                    <a:pt x="97" y="211"/>
                  </a:cubicBezTo>
                  <a:cubicBezTo>
                    <a:pt x="98" y="210"/>
                    <a:pt x="100" y="209"/>
                    <a:pt x="101" y="209"/>
                  </a:cubicBezTo>
                  <a:cubicBezTo>
                    <a:pt x="102" y="208"/>
                    <a:pt x="106" y="208"/>
                    <a:pt x="107" y="208"/>
                  </a:cubicBezTo>
                  <a:cubicBezTo>
                    <a:pt x="109" y="208"/>
                    <a:pt x="111" y="209"/>
                    <a:pt x="113" y="209"/>
                  </a:cubicBezTo>
                  <a:cubicBezTo>
                    <a:pt x="114" y="208"/>
                    <a:pt x="117" y="208"/>
                    <a:pt x="119" y="207"/>
                  </a:cubicBezTo>
                  <a:cubicBezTo>
                    <a:pt x="121" y="207"/>
                    <a:pt x="125" y="205"/>
                    <a:pt x="127" y="204"/>
                  </a:cubicBezTo>
                  <a:cubicBezTo>
                    <a:pt x="128" y="204"/>
                    <a:pt x="130" y="203"/>
                    <a:pt x="131" y="203"/>
                  </a:cubicBezTo>
                  <a:cubicBezTo>
                    <a:pt x="133" y="203"/>
                    <a:pt x="138" y="203"/>
                    <a:pt x="140" y="203"/>
                  </a:cubicBezTo>
                  <a:cubicBezTo>
                    <a:pt x="142" y="204"/>
                    <a:pt x="146" y="205"/>
                    <a:pt x="149" y="205"/>
                  </a:cubicBezTo>
                  <a:cubicBezTo>
                    <a:pt x="150" y="205"/>
                    <a:pt x="153" y="205"/>
                    <a:pt x="154" y="205"/>
                  </a:cubicBezTo>
                  <a:cubicBezTo>
                    <a:pt x="156" y="205"/>
                    <a:pt x="159" y="207"/>
                    <a:pt x="160" y="207"/>
                  </a:cubicBezTo>
                  <a:cubicBezTo>
                    <a:pt x="161" y="207"/>
                    <a:pt x="164" y="206"/>
                    <a:pt x="165" y="206"/>
                  </a:cubicBezTo>
                  <a:cubicBezTo>
                    <a:pt x="166" y="206"/>
                    <a:pt x="169" y="204"/>
                    <a:pt x="170" y="203"/>
                  </a:cubicBezTo>
                  <a:cubicBezTo>
                    <a:pt x="171" y="202"/>
                    <a:pt x="172" y="200"/>
                    <a:pt x="173" y="200"/>
                  </a:cubicBezTo>
                  <a:cubicBezTo>
                    <a:pt x="174" y="199"/>
                    <a:pt x="176" y="197"/>
                    <a:pt x="177" y="195"/>
                  </a:cubicBezTo>
                  <a:cubicBezTo>
                    <a:pt x="178" y="194"/>
                    <a:pt x="177" y="191"/>
                    <a:pt x="178" y="190"/>
                  </a:cubicBezTo>
                  <a:cubicBezTo>
                    <a:pt x="178" y="188"/>
                    <a:pt x="178" y="185"/>
                    <a:pt x="178" y="183"/>
                  </a:cubicBezTo>
                  <a:cubicBezTo>
                    <a:pt x="178" y="182"/>
                    <a:pt x="178" y="179"/>
                    <a:pt x="178" y="178"/>
                  </a:cubicBezTo>
                  <a:cubicBezTo>
                    <a:pt x="178" y="177"/>
                    <a:pt x="180" y="174"/>
                    <a:pt x="180" y="173"/>
                  </a:cubicBezTo>
                  <a:cubicBezTo>
                    <a:pt x="181" y="171"/>
                    <a:pt x="181" y="168"/>
                    <a:pt x="181" y="167"/>
                  </a:cubicBezTo>
                  <a:cubicBezTo>
                    <a:pt x="181" y="165"/>
                    <a:pt x="181" y="162"/>
                    <a:pt x="181" y="160"/>
                  </a:cubicBezTo>
                  <a:cubicBezTo>
                    <a:pt x="181" y="159"/>
                    <a:pt x="181" y="158"/>
                    <a:pt x="181" y="157"/>
                  </a:cubicBezTo>
                  <a:cubicBezTo>
                    <a:pt x="180" y="155"/>
                    <a:pt x="180" y="153"/>
                    <a:pt x="180" y="152"/>
                  </a:cubicBezTo>
                  <a:cubicBezTo>
                    <a:pt x="179" y="150"/>
                    <a:pt x="178" y="148"/>
                    <a:pt x="177" y="147"/>
                  </a:cubicBezTo>
                  <a:cubicBezTo>
                    <a:pt x="177" y="146"/>
                    <a:pt x="176" y="144"/>
                    <a:pt x="175" y="143"/>
                  </a:cubicBezTo>
                  <a:cubicBezTo>
                    <a:pt x="174" y="143"/>
                    <a:pt x="172" y="142"/>
                    <a:pt x="172" y="142"/>
                  </a:cubicBezTo>
                  <a:cubicBezTo>
                    <a:pt x="170" y="141"/>
                    <a:pt x="167" y="140"/>
                    <a:pt x="166" y="140"/>
                  </a:cubicBezTo>
                  <a:cubicBezTo>
                    <a:pt x="164" y="140"/>
                    <a:pt x="161" y="139"/>
                    <a:pt x="160" y="139"/>
                  </a:cubicBezTo>
                  <a:cubicBezTo>
                    <a:pt x="158" y="138"/>
                    <a:pt x="155" y="136"/>
                    <a:pt x="154" y="135"/>
                  </a:cubicBezTo>
                  <a:cubicBezTo>
                    <a:pt x="153" y="134"/>
                    <a:pt x="152" y="132"/>
                    <a:pt x="151" y="131"/>
                  </a:cubicBezTo>
                  <a:cubicBezTo>
                    <a:pt x="149" y="129"/>
                    <a:pt x="146" y="125"/>
                    <a:pt x="145" y="122"/>
                  </a:cubicBezTo>
                  <a:cubicBezTo>
                    <a:pt x="145" y="120"/>
                    <a:pt x="144" y="117"/>
                    <a:pt x="144" y="115"/>
                  </a:cubicBezTo>
                  <a:cubicBezTo>
                    <a:pt x="144" y="114"/>
                    <a:pt x="143" y="112"/>
                    <a:pt x="143" y="111"/>
                  </a:cubicBezTo>
                  <a:cubicBezTo>
                    <a:pt x="144" y="110"/>
                    <a:pt x="144" y="108"/>
                    <a:pt x="144" y="107"/>
                  </a:cubicBezTo>
                  <a:cubicBezTo>
                    <a:pt x="145" y="106"/>
                    <a:pt x="146" y="104"/>
                    <a:pt x="147" y="103"/>
                  </a:cubicBezTo>
                  <a:cubicBezTo>
                    <a:pt x="147" y="102"/>
                    <a:pt x="149" y="100"/>
                    <a:pt x="149" y="99"/>
                  </a:cubicBezTo>
                  <a:cubicBezTo>
                    <a:pt x="150" y="98"/>
                    <a:pt x="150" y="97"/>
                    <a:pt x="151" y="97"/>
                  </a:cubicBezTo>
                  <a:cubicBezTo>
                    <a:pt x="151" y="96"/>
                    <a:pt x="153" y="97"/>
                    <a:pt x="154" y="97"/>
                  </a:cubicBezTo>
                  <a:cubicBezTo>
                    <a:pt x="155" y="96"/>
                    <a:pt x="156" y="96"/>
                    <a:pt x="157" y="95"/>
                  </a:cubicBezTo>
                  <a:cubicBezTo>
                    <a:pt x="158" y="94"/>
                    <a:pt x="160" y="91"/>
                    <a:pt x="160" y="90"/>
                  </a:cubicBezTo>
                  <a:cubicBezTo>
                    <a:pt x="161" y="89"/>
                    <a:pt x="161" y="86"/>
                    <a:pt x="162" y="85"/>
                  </a:cubicBezTo>
                  <a:cubicBezTo>
                    <a:pt x="162" y="84"/>
                    <a:pt x="163" y="82"/>
                    <a:pt x="164" y="81"/>
                  </a:cubicBezTo>
                  <a:cubicBezTo>
                    <a:pt x="164" y="81"/>
                    <a:pt x="165" y="79"/>
                    <a:pt x="166" y="79"/>
                  </a:cubicBezTo>
                  <a:cubicBezTo>
                    <a:pt x="167" y="78"/>
                    <a:pt x="169" y="77"/>
                    <a:pt x="170" y="77"/>
                  </a:cubicBezTo>
                  <a:cubicBezTo>
                    <a:pt x="171" y="77"/>
                    <a:pt x="172" y="78"/>
                    <a:pt x="173" y="78"/>
                  </a:cubicBezTo>
                  <a:cubicBezTo>
                    <a:pt x="174" y="79"/>
                    <a:pt x="175" y="80"/>
                    <a:pt x="176" y="81"/>
                  </a:cubicBezTo>
                  <a:cubicBezTo>
                    <a:pt x="177" y="81"/>
                    <a:pt x="179" y="80"/>
                    <a:pt x="180" y="80"/>
                  </a:cubicBezTo>
                  <a:cubicBezTo>
                    <a:pt x="180" y="79"/>
                    <a:pt x="182" y="77"/>
                    <a:pt x="182" y="76"/>
                  </a:cubicBezTo>
                  <a:cubicBezTo>
                    <a:pt x="183" y="75"/>
                    <a:pt x="182" y="72"/>
                    <a:pt x="182" y="70"/>
                  </a:cubicBezTo>
                  <a:cubicBezTo>
                    <a:pt x="182" y="69"/>
                    <a:pt x="182" y="67"/>
                    <a:pt x="182" y="66"/>
                  </a:cubicBezTo>
                  <a:cubicBezTo>
                    <a:pt x="182" y="65"/>
                    <a:pt x="184" y="64"/>
                    <a:pt x="185" y="64"/>
                  </a:cubicBezTo>
                  <a:cubicBezTo>
                    <a:pt x="186" y="63"/>
                    <a:pt x="188" y="64"/>
                    <a:pt x="190" y="64"/>
                  </a:cubicBezTo>
                  <a:cubicBezTo>
                    <a:pt x="191" y="64"/>
                    <a:pt x="193" y="65"/>
                    <a:pt x="194" y="66"/>
                  </a:cubicBezTo>
                  <a:cubicBezTo>
                    <a:pt x="195" y="66"/>
                    <a:pt x="197" y="67"/>
                    <a:pt x="198" y="67"/>
                  </a:cubicBezTo>
                  <a:cubicBezTo>
                    <a:pt x="199" y="67"/>
                    <a:pt x="201" y="67"/>
                    <a:pt x="202" y="66"/>
                  </a:cubicBezTo>
                  <a:cubicBezTo>
                    <a:pt x="203" y="65"/>
                    <a:pt x="202" y="62"/>
                    <a:pt x="202" y="60"/>
                  </a:cubicBezTo>
                  <a:cubicBezTo>
                    <a:pt x="202" y="59"/>
                    <a:pt x="204" y="57"/>
                    <a:pt x="205" y="56"/>
                  </a:cubicBezTo>
                  <a:cubicBezTo>
                    <a:pt x="205" y="55"/>
                    <a:pt x="207" y="55"/>
                    <a:pt x="208" y="55"/>
                  </a:cubicBezTo>
                  <a:cubicBezTo>
                    <a:pt x="209" y="54"/>
                    <a:pt x="212" y="55"/>
                    <a:pt x="213" y="55"/>
                  </a:cubicBezTo>
                  <a:cubicBezTo>
                    <a:pt x="213" y="55"/>
                    <a:pt x="215" y="53"/>
                    <a:pt x="216" y="53"/>
                  </a:cubicBezTo>
                  <a:cubicBezTo>
                    <a:pt x="217" y="52"/>
                    <a:pt x="218" y="51"/>
                    <a:pt x="219" y="51"/>
                  </a:cubicBezTo>
                  <a:cubicBezTo>
                    <a:pt x="221" y="50"/>
                    <a:pt x="224" y="49"/>
                    <a:pt x="226" y="49"/>
                  </a:cubicBezTo>
                  <a:cubicBezTo>
                    <a:pt x="227" y="48"/>
                    <a:pt x="230" y="49"/>
                    <a:pt x="231" y="49"/>
                  </a:cubicBezTo>
                  <a:cubicBezTo>
                    <a:pt x="232" y="48"/>
                    <a:pt x="234" y="48"/>
                    <a:pt x="235" y="47"/>
                  </a:cubicBezTo>
                  <a:cubicBezTo>
                    <a:pt x="236" y="47"/>
                    <a:pt x="237" y="44"/>
                    <a:pt x="237" y="43"/>
                  </a:cubicBezTo>
                  <a:cubicBezTo>
                    <a:pt x="237" y="42"/>
                    <a:pt x="236" y="39"/>
                    <a:pt x="235" y="38"/>
                  </a:cubicBezTo>
                  <a:cubicBezTo>
                    <a:pt x="235" y="36"/>
                    <a:pt x="234" y="33"/>
                    <a:pt x="234" y="31"/>
                  </a:cubicBezTo>
                  <a:cubicBezTo>
                    <a:pt x="234" y="29"/>
                    <a:pt x="235" y="26"/>
                    <a:pt x="234" y="25"/>
                  </a:cubicBezTo>
                  <a:cubicBezTo>
                    <a:pt x="234" y="23"/>
                    <a:pt x="233" y="21"/>
                    <a:pt x="232" y="20"/>
                  </a:cubicBezTo>
                  <a:cubicBezTo>
                    <a:pt x="233" y="19"/>
                    <a:pt x="234" y="18"/>
                    <a:pt x="234" y="17"/>
                  </a:cubicBezTo>
                  <a:cubicBezTo>
                    <a:pt x="235" y="17"/>
                    <a:pt x="236" y="15"/>
                    <a:pt x="236" y="15"/>
                  </a:cubicBezTo>
                  <a:cubicBezTo>
                    <a:pt x="237" y="14"/>
                    <a:pt x="238" y="12"/>
                    <a:pt x="239" y="11"/>
                  </a:cubicBezTo>
                  <a:cubicBezTo>
                    <a:pt x="239" y="11"/>
                    <a:pt x="241" y="10"/>
                    <a:pt x="242" y="10"/>
                  </a:cubicBezTo>
                  <a:cubicBezTo>
                    <a:pt x="243" y="9"/>
                    <a:pt x="245" y="8"/>
                    <a:pt x="246" y="8"/>
                  </a:cubicBezTo>
                  <a:cubicBezTo>
                    <a:pt x="247" y="8"/>
                    <a:pt x="250" y="8"/>
                    <a:pt x="251" y="8"/>
                  </a:cubicBezTo>
                  <a:cubicBezTo>
                    <a:pt x="253" y="8"/>
                    <a:pt x="257" y="8"/>
                    <a:pt x="259" y="8"/>
                  </a:cubicBezTo>
                  <a:cubicBezTo>
                    <a:pt x="260" y="8"/>
                    <a:pt x="263" y="7"/>
                    <a:pt x="264" y="7"/>
                  </a:cubicBezTo>
                  <a:cubicBezTo>
                    <a:pt x="265" y="7"/>
                    <a:pt x="266" y="7"/>
                    <a:pt x="267" y="7"/>
                  </a:cubicBezTo>
                  <a:cubicBezTo>
                    <a:pt x="269" y="8"/>
                    <a:pt x="271" y="10"/>
                    <a:pt x="272" y="11"/>
                  </a:cubicBezTo>
                  <a:cubicBezTo>
                    <a:pt x="273" y="12"/>
                    <a:pt x="275" y="15"/>
                    <a:pt x="276" y="16"/>
                  </a:cubicBezTo>
                  <a:cubicBezTo>
                    <a:pt x="277" y="16"/>
                    <a:pt x="279" y="17"/>
                    <a:pt x="280" y="17"/>
                  </a:cubicBezTo>
                  <a:cubicBezTo>
                    <a:pt x="281" y="17"/>
                    <a:pt x="282" y="17"/>
                    <a:pt x="283" y="17"/>
                  </a:cubicBezTo>
                  <a:cubicBezTo>
                    <a:pt x="284" y="17"/>
                    <a:pt x="286" y="16"/>
                    <a:pt x="287" y="15"/>
                  </a:cubicBezTo>
                  <a:cubicBezTo>
                    <a:pt x="287" y="15"/>
                    <a:pt x="289" y="13"/>
                    <a:pt x="289" y="13"/>
                  </a:cubicBezTo>
                  <a:cubicBezTo>
                    <a:pt x="290" y="13"/>
                    <a:pt x="293" y="12"/>
                    <a:pt x="294" y="12"/>
                  </a:cubicBezTo>
                  <a:cubicBezTo>
                    <a:pt x="296" y="12"/>
                    <a:pt x="299" y="12"/>
                    <a:pt x="301" y="13"/>
                  </a:cubicBezTo>
                  <a:cubicBezTo>
                    <a:pt x="302" y="14"/>
                    <a:pt x="305" y="16"/>
                    <a:pt x="307" y="17"/>
                  </a:cubicBezTo>
                  <a:cubicBezTo>
                    <a:pt x="308" y="18"/>
                    <a:pt x="310" y="22"/>
                    <a:pt x="311" y="23"/>
                  </a:cubicBezTo>
                  <a:cubicBezTo>
                    <a:pt x="313" y="24"/>
                    <a:pt x="315" y="25"/>
                    <a:pt x="317" y="26"/>
                  </a:cubicBezTo>
                  <a:cubicBezTo>
                    <a:pt x="318" y="26"/>
                    <a:pt x="321" y="27"/>
                    <a:pt x="322" y="28"/>
                  </a:cubicBezTo>
                  <a:cubicBezTo>
                    <a:pt x="323" y="28"/>
                    <a:pt x="324" y="30"/>
                    <a:pt x="325" y="30"/>
                  </a:cubicBezTo>
                  <a:cubicBezTo>
                    <a:pt x="326" y="31"/>
                    <a:pt x="329" y="31"/>
                    <a:pt x="331" y="32"/>
                  </a:cubicBezTo>
                  <a:cubicBezTo>
                    <a:pt x="332" y="33"/>
                    <a:pt x="333" y="34"/>
                    <a:pt x="334" y="35"/>
                  </a:cubicBezTo>
                  <a:cubicBezTo>
                    <a:pt x="335" y="36"/>
                    <a:pt x="340" y="38"/>
                    <a:pt x="342" y="39"/>
                  </a:cubicBezTo>
                  <a:cubicBezTo>
                    <a:pt x="343" y="40"/>
                    <a:pt x="346" y="41"/>
                    <a:pt x="348" y="41"/>
                  </a:cubicBezTo>
                  <a:cubicBezTo>
                    <a:pt x="349" y="42"/>
                    <a:pt x="352" y="42"/>
                    <a:pt x="353" y="42"/>
                  </a:cubicBezTo>
                  <a:cubicBezTo>
                    <a:pt x="354" y="42"/>
                    <a:pt x="356" y="41"/>
                    <a:pt x="358" y="40"/>
                  </a:cubicBezTo>
                  <a:cubicBezTo>
                    <a:pt x="359" y="40"/>
                    <a:pt x="361" y="41"/>
                    <a:pt x="362" y="41"/>
                  </a:cubicBezTo>
                  <a:cubicBezTo>
                    <a:pt x="364" y="41"/>
                    <a:pt x="366" y="43"/>
                    <a:pt x="368" y="43"/>
                  </a:cubicBezTo>
                  <a:cubicBezTo>
                    <a:pt x="369" y="44"/>
                    <a:pt x="371" y="45"/>
                    <a:pt x="372" y="46"/>
                  </a:cubicBezTo>
                  <a:cubicBezTo>
                    <a:pt x="374" y="47"/>
                    <a:pt x="377" y="49"/>
                    <a:pt x="379" y="50"/>
                  </a:cubicBezTo>
                  <a:cubicBezTo>
                    <a:pt x="380" y="51"/>
                    <a:pt x="384" y="53"/>
                    <a:pt x="385" y="54"/>
                  </a:cubicBezTo>
                  <a:cubicBezTo>
                    <a:pt x="387" y="55"/>
                    <a:pt x="390" y="56"/>
                    <a:pt x="392" y="56"/>
                  </a:cubicBezTo>
                  <a:cubicBezTo>
                    <a:pt x="393" y="57"/>
                    <a:pt x="396" y="57"/>
                    <a:pt x="397" y="58"/>
                  </a:cubicBezTo>
                  <a:cubicBezTo>
                    <a:pt x="399" y="58"/>
                    <a:pt x="403" y="58"/>
                    <a:pt x="406" y="58"/>
                  </a:cubicBezTo>
                  <a:cubicBezTo>
                    <a:pt x="407" y="58"/>
                    <a:pt x="410" y="58"/>
                    <a:pt x="412" y="57"/>
                  </a:cubicBezTo>
                  <a:cubicBezTo>
                    <a:pt x="413" y="57"/>
                    <a:pt x="414" y="57"/>
                    <a:pt x="415" y="57"/>
                  </a:cubicBezTo>
                  <a:cubicBezTo>
                    <a:pt x="417" y="57"/>
                    <a:pt x="420" y="57"/>
                    <a:pt x="422" y="58"/>
                  </a:cubicBezTo>
                  <a:cubicBezTo>
                    <a:pt x="423" y="58"/>
                    <a:pt x="425" y="59"/>
                    <a:pt x="427" y="59"/>
                  </a:cubicBezTo>
                  <a:cubicBezTo>
                    <a:pt x="428" y="60"/>
                    <a:pt x="431" y="62"/>
                    <a:pt x="432" y="62"/>
                  </a:cubicBezTo>
                  <a:cubicBezTo>
                    <a:pt x="433" y="63"/>
                    <a:pt x="434" y="64"/>
                    <a:pt x="435" y="64"/>
                  </a:cubicBezTo>
                  <a:cubicBezTo>
                    <a:pt x="436" y="64"/>
                    <a:pt x="439" y="63"/>
                    <a:pt x="440" y="63"/>
                  </a:cubicBezTo>
                  <a:cubicBezTo>
                    <a:pt x="441" y="62"/>
                    <a:pt x="443" y="61"/>
                    <a:pt x="445" y="61"/>
                  </a:cubicBezTo>
                  <a:cubicBezTo>
                    <a:pt x="446" y="60"/>
                    <a:pt x="449" y="61"/>
                    <a:pt x="450" y="61"/>
                  </a:cubicBezTo>
                  <a:cubicBezTo>
                    <a:pt x="451" y="61"/>
                    <a:pt x="454" y="61"/>
                    <a:pt x="455" y="61"/>
                  </a:cubicBezTo>
                  <a:cubicBezTo>
                    <a:pt x="457" y="61"/>
                    <a:pt x="460" y="60"/>
                    <a:pt x="461" y="59"/>
                  </a:cubicBezTo>
                  <a:cubicBezTo>
                    <a:pt x="461" y="58"/>
                    <a:pt x="461" y="57"/>
                    <a:pt x="462" y="56"/>
                  </a:cubicBezTo>
                  <a:cubicBezTo>
                    <a:pt x="462" y="55"/>
                    <a:pt x="462" y="53"/>
                    <a:pt x="462" y="52"/>
                  </a:cubicBezTo>
                  <a:cubicBezTo>
                    <a:pt x="461" y="51"/>
                    <a:pt x="461" y="49"/>
                    <a:pt x="461" y="47"/>
                  </a:cubicBezTo>
                  <a:cubicBezTo>
                    <a:pt x="460" y="46"/>
                    <a:pt x="460" y="44"/>
                    <a:pt x="461" y="43"/>
                  </a:cubicBezTo>
                  <a:cubicBezTo>
                    <a:pt x="461" y="42"/>
                    <a:pt x="462" y="40"/>
                    <a:pt x="462" y="39"/>
                  </a:cubicBezTo>
                  <a:cubicBezTo>
                    <a:pt x="463" y="38"/>
                    <a:pt x="464" y="37"/>
                    <a:pt x="465" y="37"/>
                  </a:cubicBezTo>
                  <a:cubicBezTo>
                    <a:pt x="467" y="36"/>
                    <a:pt x="470" y="34"/>
                    <a:pt x="470" y="33"/>
                  </a:cubicBezTo>
                  <a:cubicBezTo>
                    <a:pt x="471" y="32"/>
                    <a:pt x="471" y="29"/>
                    <a:pt x="471" y="28"/>
                  </a:cubicBezTo>
                  <a:cubicBezTo>
                    <a:pt x="472" y="27"/>
                    <a:pt x="472" y="24"/>
                    <a:pt x="473" y="23"/>
                  </a:cubicBezTo>
                  <a:cubicBezTo>
                    <a:pt x="473" y="22"/>
                    <a:pt x="474" y="20"/>
                    <a:pt x="475" y="19"/>
                  </a:cubicBezTo>
                  <a:cubicBezTo>
                    <a:pt x="477" y="18"/>
                    <a:pt x="481" y="18"/>
                    <a:pt x="482" y="17"/>
                  </a:cubicBezTo>
                  <a:cubicBezTo>
                    <a:pt x="484" y="16"/>
                    <a:pt x="488" y="13"/>
                    <a:pt x="490" y="12"/>
                  </a:cubicBezTo>
                  <a:cubicBezTo>
                    <a:pt x="491" y="12"/>
                    <a:pt x="493" y="10"/>
                    <a:pt x="494" y="10"/>
                  </a:cubicBezTo>
                  <a:cubicBezTo>
                    <a:pt x="495" y="9"/>
                    <a:pt x="497" y="8"/>
                    <a:pt x="499" y="7"/>
                  </a:cubicBezTo>
                  <a:cubicBezTo>
                    <a:pt x="501" y="7"/>
                    <a:pt x="504" y="6"/>
                    <a:pt x="506" y="6"/>
                  </a:cubicBezTo>
                  <a:cubicBezTo>
                    <a:pt x="508" y="6"/>
                    <a:pt x="511" y="7"/>
                    <a:pt x="513" y="6"/>
                  </a:cubicBezTo>
                  <a:cubicBezTo>
                    <a:pt x="514" y="6"/>
                    <a:pt x="517" y="5"/>
                    <a:pt x="518" y="4"/>
                  </a:cubicBezTo>
                  <a:cubicBezTo>
                    <a:pt x="519" y="3"/>
                    <a:pt x="521" y="2"/>
                    <a:pt x="522" y="1"/>
                  </a:cubicBezTo>
                  <a:cubicBezTo>
                    <a:pt x="523" y="1"/>
                    <a:pt x="527" y="0"/>
                    <a:pt x="528" y="0"/>
                  </a:cubicBezTo>
                  <a:cubicBezTo>
                    <a:pt x="530" y="0"/>
                    <a:pt x="532" y="2"/>
                    <a:pt x="533" y="3"/>
                  </a:cubicBezTo>
                  <a:cubicBezTo>
                    <a:pt x="534" y="4"/>
                    <a:pt x="535" y="7"/>
                    <a:pt x="536" y="8"/>
                  </a:cubicBezTo>
                  <a:cubicBezTo>
                    <a:pt x="537" y="10"/>
                    <a:pt x="537" y="13"/>
                    <a:pt x="538" y="15"/>
                  </a:cubicBezTo>
                  <a:cubicBezTo>
                    <a:pt x="538" y="16"/>
                    <a:pt x="539" y="19"/>
                    <a:pt x="539" y="20"/>
                  </a:cubicBezTo>
                  <a:cubicBezTo>
                    <a:pt x="540" y="22"/>
                    <a:pt x="541" y="25"/>
                    <a:pt x="542" y="26"/>
                  </a:cubicBezTo>
                  <a:cubicBezTo>
                    <a:pt x="543" y="27"/>
                    <a:pt x="545" y="30"/>
                    <a:pt x="547" y="31"/>
                  </a:cubicBezTo>
                  <a:cubicBezTo>
                    <a:pt x="548" y="32"/>
                    <a:pt x="550" y="33"/>
                    <a:pt x="551" y="33"/>
                  </a:cubicBezTo>
                  <a:cubicBezTo>
                    <a:pt x="552" y="34"/>
                    <a:pt x="554" y="35"/>
                    <a:pt x="555" y="36"/>
                  </a:cubicBezTo>
                  <a:cubicBezTo>
                    <a:pt x="556" y="36"/>
                    <a:pt x="558" y="37"/>
                    <a:pt x="559" y="38"/>
                  </a:cubicBezTo>
                  <a:cubicBezTo>
                    <a:pt x="560" y="39"/>
                    <a:pt x="561" y="41"/>
                    <a:pt x="561" y="42"/>
                  </a:cubicBezTo>
                  <a:cubicBezTo>
                    <a:pt x="562" y="43"/>
                    <a:pt x="562" y="46"/>
                    <a:pt x="563" y="47"/>
                  </a:cubicBezTo>
                  <a:cubicBezTo>
                    <a:pt x="563" y="48"/>
                    <a:pt x="563" y="49"/>
                    <a:pt x="563" y="50"/>
                  </a:cubicBezTo>
                  <a:cubicBezTo>
                    <a:pt x="564" y="51"/>
                    <a:pt x="566" y="52"/>
                    <a:pt x="566" y="53"/>
                  </a:cubicBezTo>
                  <a:cubicBezTo>
                    <a:pt x="567" y="54"/>
                    <a:pt x="567" y="56"/>
                    <a:pt x="567" y="57"/>
                  </a:cubicBezTo>
                  <a:cubicBezTo>
                    <a:pt x="568" y="58"/>
                    <a:pt x="568" y="61"/>
                    <a:pt x="569" y="62"/>
                  </a:cubicBezTo>
                  <a:cubicBezTo>
                    <a:pt x="569" y="64"/>
                    <a:pt x="571" y="66"/>
                    <a:pt x="572" y="67"/>
                  </a:cubicBezTo>
                  <a:cubicBezTo>
                    <a:pt x="572" y="68"/>
                    <a:pt x="574" y="69"/>
                    <a:pt x="575" y="69"/>
                  </a:cubicBezTo>
                  <a:cubicBezTo>
                    <a:pt x="576" y="70"/>
                    <a:pt x="578" y="71"/>
                    <a:pt x="579" y="72"/>
                  </a:cubicBezTo>
                  <a:cubicBezTo>
                    <a:pt x="580" y="72"/>
                    <a:pt x="582" y="72"/>
                    <a:pt x="583" y="72"/>
                  </a:cubicBezTo>
                  <a:cubicBezTo>
                    <a:pt x="584" y="72"/>
                    <a:pt x="587" y="71"/>
                    <a:pt x="588" y="70"/>
                  </a:cubicBezTo>
                  <a:cubicBezTo>
                    <a:pt x="589" y="70"/>
                    <a:pt x="591" y="68"/>
                    <a:pt x="591" y="67"/>
                  </a:cubicBezTo>
                  <a:cubicBezTo>
                    <a:pt x="592" y="66"/>
                    <a:pt x="592" y="63"/>
                    <a:pt x="593" y="63"/>
                  </a:cubicBezTo>
                  <a:cubicBezTo>
                    <a:pt x="594" y="62"/>
                    <a:pt x="596" y="61"/>
                    <a:pt x="597" y="61"/>
                  </a:cubicBezTo>
                  <a:cubicBezTo>
                    <a:pt x="597" y="61"/>
                    <a:pt x="597" y="61"/>
                    <a:pt x="598" y="61"/>
                  </a:cubicBezTo>
                  <a:cubicBezTo>
                    <a:pt x="599" y="62"/>
                    <a:pt x="600" y="64"/>
                    <a:pt x="601" y="65"/>
                  </a:cubicBezTo>
                  <a:cubicBezTo>
                    <a:pt x="603" y="67"/>
                    <a:pt x="607" y="69"/>
                    <a:pt x="610" y="70"/>
                  </a:cubicBezTo>
                  <a:cubicBezTo>
                    <a:pt x="612" y="71"/>
                    <a:pt x="616" y="73"/>
                    <a:pt x="618" y="74"/>
                  </a:cubicBezTo>
                  <a:cubicBezTo>
                    <a:pt x="620" y="74"/>
                    <a:pt x="624" y="76"/>
                    <a:pt x="626" y="77"/>
                  </a:cubicBezTo>
                  <a:cubicBezTo>
                    <a:pt x="627" y="77"/>
                    <a:pt x="629" y="79"/>
                    <a:pt x="631" y="79"/>
                  </a:cubicBezTo>
                  <a:cubicBezTo>
                    <a:pt x="632" y="79"/>
                    <a:pt x="634" y="80"/>
                    <a:pt x="635" y="80"/>
                  </a:cubicBezTo>
                  <a:cubicBezTo>
                    <a:pt x="636" y="80"/>
                    <a:pt x="637" y="81"/>
                    <a:pt x="638" y="81"/>
                  </a:cubicBezTo>
                  <a:cubicBezTo>
                    <a:pt x="639" y="82"/>
                    <a:pt x="640" y="82"/>
                    <a:pt x="641" y="8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43"/>
            <p:cNvSpPr>
              <a:spLocks/>
            </p:cNvSpPr>
            <p:nvPr/>
          </p:nvSpPr>
          <p:spPr bwMode="auto">
            <a:xfrm>
              <a:off x="3948113" y="3394075"/>
              <a:ext cx="14288" cy="17463"/>
            </a:xfrm>
            <a:custGeom>
              <a:avLst/>
              <a:gdLst/>
              <a:ahLst/>
              <a:cxnLst>
                <a:cxn ang="0">
                  <a:pos x="8" y="11"/>
                </a:cxn>
                <a:cxn ang="0">
                  <a:pos x="6" y="11"/>
                </a:cxn>
                <a:cxn ang="0">
                  <a:pos x="3" y="11"/>
                </a:cxn>
                <a:cxn ang="0">
                  <a:pos x="1" y="10"/>
                </a:cxn>
                <a:cxn ang="0">
                  <a:pos x="1" y="8"/>
                </a:cxn>
                <a:cxn ang="0">
                  <a:pos x="2" y="6"/>
                </a:cxn>
                <a:cxn ang="0">
                  <a:pos x="3" y="4"/>
                </a:cxn>
                <a:cxn ang="0">
                  <a:pos x="3" y="1"/>
                </a:cxn>
                <a:cxn ang="0">
                  <a:pos x="4" y="0"/>
                </a:cxn>
                <a:cxn ang="0">
                  <a:pos x="5" y="1"/>
                </a:cxn>
                <a:cxn ang="0">
                  <a:pos x="5" y="4"/>
                </a:cxn>
                <a:cxn ang="0">
                  <a:pos x="7" y="7"/>
                </a:cxn>
                <a:cxn ang="0">
                  <a:pos x="8" y="8"/>
                </a:cxn>
                <a:cxn ang="0">
                  <a:pos x="8" y="10"/>
                </a:cxn>
                <a:cxn ang="0">
                  <a:pos x="8" y="11"/>
                </a:cxn>
              </a:cxnLst>
              <a:rect l="0" t="0" r="r" b="b"/>
              <a:pathLst>
                <a:path w="8" h="11">
                  <a:moveTo>
                    <a:pt x="8" y="11"/>
                  </a:moveTo>
                  <a:cubicBezTo>
                    <a:pt x="7" y="11"/>
                    <a:pt x="6" y="11"/>
                    <a:pt x="6" y="11"/>
                  </a:cubicBezTo>
                  <a:cubicBezTo>
                    <a:pt x="5" y="11"/>
                    <a:pt x="4" y="11"/>
                    <a:pt x="3" y="11"/>
                  </a:cubicBezTo>
                  <a:cubicBezTo>
                    <a:pt x="2" y="11"/>
                    <a:pt x="1" y="11"/>
                    <a:pt x="1" y="10"/>
                  </a:cubicBezTo>
                  <a:cubicBezTo>
                    <a:pt x="0" y="10"/>
                    <a:pt x="0" y="8"/>
                    <a:pt x="1" y="8"/>
                  </a:cubicBezTo>
                  <a:cubicBezTo>
                    <a:pt x="1" y="7"/>
                    <a:pt x="2" y="7"/>
                    <a:pt x="2" y="6"/>
                  </a:cubicBezTo>
                  <a:cubicBezTo>
                    <a:pt x="2" y="6"/>
                    <a:pt x="3" y="4"/>
                    <a:pt x="3" y="4"/>
                  </a:cubicBezTo>
                  <a:cubicBezTo>
                    <a:pt x="3" y="3"/>
                    <a:pt x="3" y="1"/>
                    <a:pt x="3" y="1"/>
                  </a:cubicBezTo>
                  <a:cubicBezTo>
                    <a:pt x="3" y="0"/>
                    <a:pt x="3" y="0"/>
                    <a:pt x="4" y="0"/>
                  </a:cubicBezTo>
                  <a:cubicBezTo>
                    <a:pt x="4" y="0"/>
                    <a:pt x="5" y="1"/>
                    <a:pt x="5" y="1"/>
                  </a:cubicBezTo>
                  <a:cubicBezTo>
                    <a:pt x="5" y="2"/>
                    <a:pt x="5" y="3"/>
                    <a:pt x="5" y="4"/>
                  </a:cubicBezTo>
                  <a:cubicBezTo>
                    <a:pt x="6" y="5"/>
                    <a:pt x="6" y="6"/>
                    <a:pt x="7" y="7"/>
                  </a:cubicBezTo>
                  <a:cubicBezTo>
                    <a:pt x="7" y="7"/>
                    <a:pt x="8" y="8"/>
                    <a:pt x="8" y="8"/>
                  </a:cubicBezTo>
                  <a:cubicBezTo>
                    <a:pt x="8" y="9"/>
                    <a:pt x="8" y="10"/>
                    <a:pt x="8" y="10"/>
                  </a:cubicBezTo>
                  <a:cubicBezTo>
                    <a:pt x="8" y="10"/>
                    <a:pt x="8" y="11"/>
                    <a:pt x="8"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44"/>
            <p:cNvSpPr>
              <a:spLocks/>
            </p:cNvSpPr>
            <p:nvPr/>
          </p:nvSpPr>
          <p:spPr bwMode="auto">
            <a:xfrm>
              <a:off x="3919538" y="3416300"/>
              <a:ext cx="22225" cy="33338"/>
            </a:xfrm>
            <a:custGeom>
              <a:avLst/>
              <a:gdLst/>
              <a:ahLst/>
              <a:cxnLst>
                <a:cxn ang="0">
                  <a:pos x="1" y="19"/>
                </a:cxn>
                <a:cxn ang="0">
                  <a:pos x="3" y="16"/>
                </a:cxn>
                <a:cxn ang="0">
                  <a:pos x="7" y="10"/>
                </a:cxn>
                <a:cxn ang="0">
                  <a:pos x="10" y="5"/>
                </a:cxn>
                <a:cxn ang="0">
                  <a:pos x="13" y="2"/>
                </a:cxn>
                <a:cxn ang="0">
                  <a:pos x="14" y="0"/>
                </a:cxn>
                <a:cxn ang="0">
                  <a:pos x="12" y="0"/>
                </a:cxn>
                <a:cxn ang="0">
                  <a:pos x="9" y="2"/>
                </a:cxn>
                <a:cxn ang="0">
                  <a:pos x="7" y="3"/>
                </a:cxn>
                <a:cxn ang="0">
                  <a:pos x="5" y="6"/>
                </a:cxn>
                <a:cxn ang="0">
                  <a:pos x="4" y="9"/>
                </a:cxn>
                <a:cxn ang="0">
                  <a:pos x="2" y="12"/>
                </a:cxn>
                <a:cxn ang="0">
                  <a:pos x="1" y="15"/>
                </a:cxn>
                <a:cxn ang="0">
                  <a:pos x="0" y="17"/>
                </a:cxn>
                <a:cxn ang="0">
                  <a:pos x="1" y="19"/>
                </a:cxn>
              </a:cxnLst>
              <a:rect l="0" t="0" r="r" b="b"/>
              <a:pathLst>
                <a:path w="14" h="20">
                  <a:moveTo>
                    <a:pt x="1" y="19"/>
                  </a:moveTo>
                  <a:cubicBezTo>
                    <a:pt x="2" y="20"/>
                    <a:pt x="3" y="17"/>
                    <a:pt x="3" y="16"/>
                  </a:cubicBezTo>
                  <a:cubicBezTo>
                    <a:pt x="4" y="15"/>
                    <a:pt x="6" y="12"/>
                    <a:pt x="7" y="10"/>
                  </a:cubicBezTo>
                  <a:cubicBezTo>
                    <a:pt x="7" y="9"/>
                    <a:pt x="9" y="6"/>
                    <a:pt x="10" y="5"/>
                  </a:cubicBezTo>
                  <a:cubicBezTo>
                    <a:pt x="11" y="4"/>
                    <a:pt x="12" y="3"/>
                    <a:pt x="13" y="2"/>
                  </a:cubicBezTo>
                  <a:cubicBezTo>
                    <a:pt x="13" y="2"/>
                    <a:pt x="14" y="1"/>
                    <a:pt x="14" y="0"/>
                  </a:cubicBezTo>
                  <a:cubicBezTo>
                    <a:pt x="14" y="0"/>
                    <a:pt x="12" y="0"/>
                    <a:pt x="12" y="0"/>
                  </a:cubicBezTo>
                  <a:cubicBezTo>
                    <a:pt x="11" y="0"/>
                    <a:pt x="10" y="1"/>
                    <a:pt x="9" y="2"/>
                  </a:cubicBezTo>
                  <a:cubicBezTo>
                    <a:pt x="9" y="2"/>
                    <a:pt x="8" y="3"/>
                    <a:pt x="7" y="3"/>
                  </a:cubicBezTo>
                  <a:cubicBezTo>
                    <a:pt x="7" y="4"/>
                    <a:pt x="5" y="5"/>
                    <a:pt x="5" y="6"/>
                  </a:cubicBezTo>
                  <a:cubicBezTo>
                    <a:pt x="4" y="7"/>
                    <a:pt x="4" y="8"/>
                    <a:pt x="4" y="9"/>
                  </a:cubicBezTo>
                  <a:cubicBezTo>
                    <a:pt x="3" y="10"/>
                    <a:pt x="3" y="11"/>
                    <a:pt x="2" y="12"/>
                  </a:cubicBezTo>
                  <a:cubicBezTo>
                    <a:pt x="2" y="13"/>
                    <a:pt x="1" y="14"/>
                    <a:pt x="1" y="15"/>
                  </a:cubicBezTo>
                  <a:cubicBezTo>
                    <a:pt x="1" y="15"/>
                    <a:pt x="0" y="16"/>
                    <a:pt x="0" y="17"/>
                  </a:cubicBezTo>
                  <a:cubicBezTo>
                    <a:pt x="0" y="17"/>
                    <a:pt x="0" y="19"/>
                    <a:pt x="1"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45"/>
            <p:cNvSpPr>
              <a:spLocks/>
            </p:cNvSpPr>
            <p:nvPr/>
          </p:nvSpPr>
          <p:spPr bwMode="auto">
            <a:xfrm>
              <a:off x="3678238" y="3097213"/>
              <a:ext cx="409575" cy="460375"/>
            </a:xfrm>
            <a:custGeom>
              <a:avLst/>
              <a:gdLst/>
              <a:ahLst/>
              <a:cxnLst>
                <a:cxn ang="0">
                  <a:pos x="241" y="109"/>
                </a:cxn>
                <a:cxn ang="0">
                  <a:pos x="225" y="116"/>
                </a:cxn>
                <a:cxn ang="0">
                  <a:pos x="202" y="116"/>
                </a:cxn>
                <a:cxn ang="0">
                  <a:pos x="194" y="124"/>
                </a:cxn>
                <a:cxn ang="0">
                  <a:pos x="190" y="136"/>
                </a:cxn>
                <a:cxn ang="0">
                  <a:pos x="184" y="146"/>
                </a:cxn>
                <a:cxn ang="0">
                  <a:pos x="174" y="158"/>
                </a:cxn>
                <a:cxn ang="0">
                  <a:pos x="170" y="165"/>
                </a:cxn>
                <a:cxn ang="0">
                  <a:pos x="165" y="173"/>
                </a:cxn>
                <a:cxn ang="0">
                  <a:pos x="161" y="186"/>
                </a:cxn>
                <a:cxn ang="0">
                  <a:pos x="154" y="193"/>
                </a:cxn>
                <a:cxn ang="0">
                  <a:pos x="146" y="203"/>
                </a:cxn>
                <a:cxn ang="0">
                  <a:pos x="141" y="217"/>
                </a:cxn>
                <a:cxn ang="0">
                  <a:pos x="138" y="248"/>
                </a:cxn>
                <a:cxn ang="0">
                  <a:pos x="128" y="262"/>
                </a:cxn>
                <a:cxn ang="0">
                  <a:pos x="104" y="269"/>
                </a:cxn>
                <a:cxn ang="0">
                  <a:pos x="93" y="270"/>
                </a:cxn>
                <a:cxn ang="0">
                  <a:pos x="74" y="269"/>
                </a:cxn>
                <a:cxn ang="0">
                  <a:pos x="59" y="278"/>
                </a:cxn>
                <a:cxn ang="0">
                  <a:pos x="42" y="269"/>
                </a:cxn>
                <a:cxn ang="0">
                  <a:pos x="28" y="268"/>
                </a:cxn>
                <a:cxn ang="0">
                  <a:pos x="21" y="269"/>
                </a:cxn>
                <a:cxn ang="0">
                  <a:pos x="6" y="265"/>
                </a:cxn>
                <a:cxn ang="0">
                  <a:pos x="7" y="256"/>
                </a:cxn>
                <a:cxn ang="0">
                  <a:pos x="5" y="240"/>
                </a:cxn>
                <a:cxn ang="0">
                  <a:pos x="1" y="227"/>
                </a:cxn>
                <a:cxn ang="0">
                  <a:pos x="9" y="212"/>
                </a:cxn>
                <a:cxn ang="0">
                  <a:pos x="14" y="201"/>
                </a:cxn>
                <a:cxn ang="0">
                  <a:pos x="20" y="188"/>
                </a:cxn>
                <a:cxn ang="0">
                  <a:pos x="28" y="153"/>
                </a:cxn>
                <a:cxn ang="0">
                  <a:pos x="27" y="128"/>
                </a:cxn>
                <a:cxn ang="0">
                  <a:pos x="28" y="106"/>
                </a:cxn>
                <a:cxn ang="0">
                  <a:pos x="32" y="94"/>
                </a:cxn>
                <a:cxn ang="0">
                  <a:pos x="38" y="79"/>
                </a:cxn>
                <a:cxn ang="0">
                  <a:pos x="47" y="63"/>
                </a:cxn>
                <a:cxn ang="0">
                  <a:pos x="51" y="53"/>
                </a:cxn>
                <a:cxn ang="0">
                  <a:pos x="55" y="44"/>
                </a:cxn>
                <a:cxn ang="0">
                  <a:pos x="57" y="10"/>
                </a:cxn>
                <a:cxn ang="0">
                  <a:pos x="69" y="8"/>
                </a:cxn>
                <a:cxn ang="0">
                  <a:pos x="88" y="3"/>
                </a:cxn>
                <a:cxn ang="0">
                  <a:pos x="99" y="11"/>
                </a:cxn>
                <a:cxn ang="0">
                  <a:pos x="102" y="32"/>
                </a:cxn>
                <a:cxn ang="0">
                  <a:pos x="115" y="41"/>
                </a:cxn>
                <a:cxn ang="0">
                  <a:pos x="129" y="27"/>
                </a:cxn>
                <a:cxn ang="0">
                  <a:pos x="138" y="12"/>
                </a:cxn>
                <a:cxn ang="0">
                  <a:pos x="151" y="0"/>
                </a:cxn>
                <a:cxn ang="0">
                  <a:pos x="160" y="4"/>
                </a:cxn>
                <a:cxn ang="0">
                  <a:pos x="170" y="8"/>
                </a:cxn>
                <a:cxn ang="0">
                  <a:pos x="178" y="16"/>
                </a:cxn>
                <a:cxn ang="0">
                  <a:pos x="186" y="21"/>
                </a:cxn>
                <a:cxn ang="0">
                  <a:pos x="207" y="23"/>
                </a:cxn>
                <a:cxn ang="0">
                  <a:pos x="223" y="29"/>
                </a:cxn>
                <a:cxn ang="0">
                  <a:pos x="235" y="43"/>
                </a:cxn>
                <a:cxn ang="0">
                  <a:pos x="226" y="57"/>
                </a:cxn>
                <a:cxn ang="0">
                  <a:pos x="212" y="56"/>
                </a:cxn>
                <a:cxn ang="0">
                  <a:pos x="215" y="66"/>
                </a:cxn>
                <a:cxn ang="0">
                  <a:pos x="228" y="79"/>
                </a:cxn>
                <a:cxn ang="0">
                  <a:pos x="241" y="89"/>
                </a:cxn>
                <a:cxn ang="0">
                  <a:pos x="247" y="104"/>
                </a:cxn>
              </a:cxnLst>
              <a:rect l="0" t="0" r="r" b="b"/>
              <a:pathLst>
                <a:path w="247" h="278">
                  <a:moveTo>
                    <a:pt x="247" y="104"/>
                  </a:moveTo>
                  <a:cubicBezTo>
                    <a:pt x="246" y="105"/>
                    <a:pt x="245" y="106"/>
                    <a:pt x="245" y="106"/>
                  </a:cubicBezTo>
                  <a:cubicBezTo>
                    <a:pt x="244" y="107"/>
                    <a:pt x="242" y="109"/>
                    <a:pt x="241" y="109"/>
                  </a:cubicBezTo>
                  <a:cubicBezTo>
                    <a:pt x="240" y="110"/>
                    <a:pt x="238" y="112"/>
                    <a:pt x="237" y="113"/>
                  </a:cubicBezTo>
                  <a:cubicBezTo>
                    <a:pt x="236" y="114"/>
                    <a:pt x="234" y="115"/>
                    <a:pt x="233" y="115"/>
                  </a:cubicBezTo>
                  <a:cubicBezTo>
                    <a:pt x="231" y="116"/>
                    <a:pt x="227" y="116"/>
                    <a:pt x="225" y="116"/>
                  </a:cubicBezTo>
                  <a:cubicBezTo>
                    <a:pt x="223" y="116"/>
                    <a:pt x="221" y="116"/>
                    <a:pt x="219" y="116"/>
                  </a:cubicBezTo>
                  <a:cubicBezTo>
                    <a:pt x="217" y="116"/>
                    <a:pt x="213" y="116"/>
                    <a:pt x="211" y="116"/>
                  </a:cubicBezTo>
                  <a:cubicBezTo>
                    <a:pt x="209" y="116"/>
                    <a:pt x="204" y="116"/>
                    <a:pt x="202" y="116"/>
                  </a:cubicBezTo>
                  <a:cubicBezTo>
                    <a:pt x="201" y="116"/>
                    <a:pt x="199" y="117"/>
                    <a:pt x="198" y="117"/>
                  </a:cubicBezTo>
                  <a:cubicBezTo>
                    <a:pt x="197" y="118"/>
                    <a:pt x="197" y="119"/>
                    <a:pt x="196" y="120"/>
                  </a:cubicBezTo>
                  <a:cubicBezTo>
                    <a:pt x="196" y="121"/>
                    <a:pt x="195" y="123"/>
                    <a:pt x="194" y="124"/>
                  </a:cubicBezTo>
                  <a:cubicBezTo>
                    <a:pt x="194" y="125"/>
                    <a:pt x="193" y="127"/>
                    <a:pt x="193" y="128"/>
                  </a:cubicBezTo>
                  <a:cubicBezTo>
                    <a:pt x="192" y="129"/>
                    <a:pt x="191" y="131"/>
                    <a:pt x="191" y="132"/>
                  </a:cubicBezTo>
                  <a:cubicBezTo>
                    <a:pt x="190" y="133"/>
                    <a:pt x="190" y="135"/>
                    <a:pt x="190" y="136"/>
                  </a:cubicBezTo>
                  <a:cubicBezTo>
                    <a:pt x="189" y="136"/>
                    <a:pt x="189" y="138"/>
                    <a:pt x="188" y="139"/>
                  </a:cubicBezTo>
                  <a:cubicBezTo>
                    <a:pt x="188" y="140"/>
                    <a:pt x="187" y="142"/>
                    <a:pt x="187" y="142"/>
                  </a:cubicBezTo>
                  <a:cubicBezTo>
                    <a:pt x="186" y="143"/>
                    <a:pt x="185" y="145"/>
                    <a:pt x="184" y="146"/>
                  </a:cubicBezTo>
                  <a:cubicBezTo>
                    <a:pt x="184" y="147"/>
                    <a:pt x="182" y="148"/>
                    <a:pt x="181" y="149"/>
                  </a:cubicBezTo>
                  <a:cubicBezTo>
                    <a:pt x="180" y="150"/>
                    <a:pt x="178" y="152"/>
                    <a:pt x="177" y="154"/>
                  </a:cubicBezTo>
                  <a:cubicBezTo>
                    <a:pt x="176" y="155"/>
                    <a:pt x="174" y="157"/>
                    <a:pt x="174" y="158"/>
                  </a:cubicBezTo>
                  <a:cubicBezTo>
                    <a:pt x="173" y="159"/>
                    <a:pt x="173" y="160"/>
                    <a:pt x="173" y="161"/>
                  </a:cubicBezTo>
                  <a:cubicBezTo>
                    <a:pt x="172" y="162"/>
                    <a:pt x="172" y="162"/>
                    <a:pt x="171" y="163"/>
                  </a:cubicBezTo>
                  <a:cubicBezTo>
                    <a:pt x="171" y="163"/>
                    <a:pt x="170" y="165"/>
                    <a:pt x="170" y="165"/>
                  </a:cubicBezTo>
                  <a:cubicBezTo>
                    <a:pt x="169" y="166"/>
                    <a:pt x="169" y="168"/>
                    <a:pt x="169" y="168"/>
                  </a:cubicBezTo>
                  <a:cubicBezTo>
                    <a:pt x="168" y="169"/>
                    <a:pt x="167" y="170"/>
                    <a:pt x="166" y="171"/>
                  </a:cubicBezTo>
                  <a:cubicBezTo>
                    <a:pt x="166" y="172"/>
                    <a:pt x="165" y="173"/>
                    <a:pt x="165" y="173"/>
                  </a:cubicBezTo>
                  <a:cubicBezTo>
                    <a:pt x="164" y="174"/>
                    <a:pt x="164" y="176"/>
                    <a:pt x="164" y="177"/>
                  </a:cubicBezTo>
                  <a:cubicBezTo>
                    <a:pt x="163" y="178"/>
                    <a:pt x="164" y="180"/>
                    <a:pt x="164" y="181"/>
                  </a:cubicBezTo>
                  <a:cubicBezTo>
                    <a:pt x="163" y="182"/>
                    <a:pt x="162" y="185"/>
                    <a:pt x="161" y="186"/>
                  </a:cubicBezTo>
                  <a:cubicBezTo>
                    <a:pt x="161" y="187"/>
                    <a:pt x="159" y="188"/>
                    <a:pt x="159" y="188"/>
                  </a:cubicBezTo>
                  <a:cubicBezTo>
                    <a:pt x="158" y="189"/>
                    <a:pt x="157" y="191"/>
                    <a:pt x="156" y="191"/>
                  </a:cubicBezTo>
                  <a:cubicBezTo>
                    <a:pt x="156" y="192"/>
                    <a:pt x="154" y="193"/>
                    <a:pt x="154" y="193"/>
                  </a:cubicBezTo>
                  <a:cubicBezTo>
                    <a:pt x="153" y="194"/>
                    <a:pt x="151" y="195"/>
                    <a:pt x="151" y="196"/>
                  </a:cubicBezTo>
                  <a:cubicBezTo>
                    <a:pt x="150" y="196"/>
                    <a:pt x="148" y="198"/>
                    <a:pt x="147" y="198"/>
                  </a:cubicBezTo>
                  <a:cubicBezTo>
                    <a:pt x="147" y="199"/>
                    <a:pt x="146" y="202"/>
                    <a:pt x="146" y="203"/>
                  </a:cubicBezTo>
                  <a:cubicBezTo>
                    <a:pt x="146" y="204"/>
                    <a:pt x="145" y="206"/>
                    <a:pt x="144" y="207"/>
                  </a:cubicBezTo>
                  <a:cubicBezTo>
                    <a:pt x="144" y="208"/>
                    <a:pt x="143" y="210"/>
                    <a:pt x="143" y="211"/>
                  </a:cubicBezTo>
                  <a:cubicBezTo>
                    <a:pt x="142" y="212"/>
                    <a:pt x="141" y="215"/>
                    <a:pt x="141" y="217"/>
                  </a:cubicBezTo>
                  <a:cubicBezTo>
                    <a:pt x="141" y="219"/>
                    <a:pt x="140" y="223"/>
                    <a:pt x="140" y="225"/>
                  </a:cubicBezTo>
                  <a:cubicBezTo>
                    <a:pt x="140" y="228"/>
                    <a:pt x="140" y="234"/>
                    <a:pt x="139" y="237"/>
                  </a:cubicBezTo>
                  <a:cubicBezTo>
                    <a:pt x="139" y="240"/>
                    <a:pt x="139" y="245"/>
                    <a:pt x="138" y="248"/>
                  </a:cubicBezTo>
                  <a:cubicBezTo>
                    <a:pt x="137" y="249"/>
                    <a:pt x="136" y="253"/>
                    <a:pt x="135" y="255"/>
                  </a:cubicBezTo>
                  <a:cubicBezTo>
                    <a:pt x="134" y="256"/>
                    <a:pt x="132" y="258"/>
                    <a:pt x="131" y="259"/>
                  </a:cubicBezTo>
                  <a:cubicBezTo>
                    <a:pt x="130" y="260"/>
                    <a:pt x="129" y="261"/>
                    <a:pt x="128" y="262"/>
                  </a:cubicBezTo>
                  <a:cubicBezTo>
                    <a:pt x="126" y="263"/>
                    <a:pt x="123" y="264"/>
                    <a:pt x="121" y="265"/>
                  </a:cubicBezTo>
                  <a:cubicBezTo>
                    <a:pt x="119" y="266"/>
                    <a:pt x="114" y="266"/>
                    <a:pt x="112" y="267"/>
                  </a:cubicBezTo>
                  <a:cubicBezTo>
                    <a:pt x="110" y="267"/>
                    <a:pt x="106" y="269"/>
                    <a:pt x="104" y="269"/>
                  </a:cubicBezTo>
                  <a:cubicBezTo>
                    <a:pt x="103" y="270"/>
                    <a:pt x="101" y="271"/>
                    <a:pt x="99" y="271"/>
                  </a:cubicBezTo>
                  <a:cubicBezTo>
                    <a:pt x="98" y="271"/>
                    <a:pt x="97" y="271"/>
                    <a:pt x="96" y="271"/>
                  </a:cubicBezTo>
                  <a:cubicBezTo>
                    <a:pt x="95" y="270"/>
                    <a:pt x="94" y="270"/>
                    <a:pt x="93" y="270"/>
                  </a:cubicBezTo>
                  <a:cubicBezTo>
                    <a:pt x="92" y="270"/>
                    <a:pt x="89" y="269"/>
                    <a:pt x="88" y="269"/>
                  </a:cubicBezTo>
                  <a:cubicBezTo>
                    <a:pt x="86" y="268"/>
                    <a:pt x="82" y="269"/>
                    <a:pt x="80" y="269"/>
                  </a:cubicBezTo>
                  <a:cubicBezTo>
                    <a:pt x="79" y="269"/>
                    <a:pt x="75" y="269"/>
                    <a:pt x="74" y="269"/>
                  </a:cubicBezTo>
                  <a:cubicBezTo>
                    <a:pt x="72" y="270"/>
                    <a:pt x="69" y="272"/>
                    <a:pt x="67" y="273"/>
                  </a:cubicBezTo>
                  <a:cubicBezTo>
                    <a:pt x="66" y="274"/>
                    <a:pt x="64" y="276"/>
                    <a:pt x="62" y="277"/>
                  </a:cubicBezTo>
                  <a:cubicBezTo>
                    <a:pt x="62" y="277"/>
                    <a:pt x="60" y="278"/>
                    <a:pt x="59" y="278"/>
                  </a:cubicBezTo>
                  <a:cubicBezTo>
                    <a:pt x="59" y="278"/>
                    <a:pt x="57" y="277"/>
                    <a:pt x="56" y="277"/>
                  </a:cubicBezTo>
                  <a:cubicBezTo>
                    <a:pt x="55" y="277"/>
                    <a:pt x="52" y="275"/>
                    <a:pt x="51" y="274"/>
                  </a:cubicBezTo>
                  <a:cubicBezTo>
                    <a:pt x="49" y="272"/>
                    <a:pt x="44" y="270"/>
                    <a:pt x="42" y="269"/>
                  </a:cubicBezTo>
                  <a:cubicBezTo>
                    <a:pt x="40" y="268"/>
                    <a:pt x="37" y="267"/>
                    <a:pt x="35" y="267"/>
                  </a:cubicBezTo>
                  <a:cubicBezTo>
                    <a:pt x="34" y="267"/>
                    <a:pt x="32" y="267"/>
                    <a:pt x="31" y="267"/>
                  </a:cubicBezTo>
                  <a:cubicBezTo>
                    <a:pt x="30" y="267"/>
                    <a:pt x="29" y="268"/>
                    <a:pt x="28" y="268"/>
                  </a:cubicBezTo>
                  <a:cubicBezTo>
                    <a:pt x="27" y="269"/>
                    <a:pt x="27" y="270"/>
                    <a:pt x="26" y="271"/>
                  </a:cubicBezTo>
                  <a:cubicBezTo>
                    <a:pt x="25" y="271"/>
                    <a:pt x="24" y="271"/>
                    <a:pt x="23" y="271"/>
                  </a:cubicBezTo>
                  <a:cubicBezTo>
                    <a:pt x="23" y="270"/>
                    <a:pt x="21" y="269"/>
                    <a:pt x="21" y="269"/>
                  </a:cubicBezTo>
                  <a:cubicBezTo>
                    <a:pt x="19" y="269"/>
                    <a:pt x="17" y="268"/>
                    <a:pt x="16" y="268"/>
                  </a:cubicBezTo>
                  <a:cubicBezTo>
                    <a:pt x="15" y="268"/>
                    <a:pt x="12" y="267"/>
                    <a:pt x="11" y="267"/>
                  </a:cubicBezTo>
                  <a:cubicBezTo>
                    <a:pt x="10" y="266"/>
                    <a:pt x="7" y="265"/>
                    <a:pt x="6" y="265"/>
                  </a:cubicBezTo>
                  <a:cubicBezTo>
                    <a:pt x="6" y="264"/>
                    <a:pt x="5" y="262"/>
                    <a:pt x="5" y="262"/>
                  </a:cubicBezTo>
                  <a:cubicBezTo>
                    <a:pt x="5" y="261"/>
                    <a:pt x="5" y="260"/>
                    <a:pt x="5" y="259"/>
                  </a:cubicBezTo>
                  <a:cubicBezTo>
                    <a:pt x="5" y="258"/>
                    <a:pt x="6" y="257"/>
                    <a:pt x="7" y="256"/>
                  </a:cubicBezTo>
                  <a:cubicBezTo>
                    <a:pt x="7" y="255"/>
                    <a:pt x="8" y="253"/>
                    <a:pt x="8" y="251"/>
                  </a:cubicBezTo>
                  <a:cubicBezTo>
                    <a:pt x="9" y="250"/>
                    <a:pt x="9" y="247"/>
                    <a:pt x="9" y="246"/>
                  </a:cubicBezTo>
                  <a:cubicBezTo>
                    <a:pt x="8" y="244"/>
                    <a:pt x="6" y="241"/>
                    <a:pt x="5" y="240"/>
                  </a:cubicBezTo>
                  <a:cubicBezTo>
                    <a:pt x="4" y="239"/>
                    <a:pt x="3" y="238"/>
                    <a:pt x="2" y="237"/>
                  </a:cubicBezTo>
                  <a:cubicBezTo>
                    <a:pt x="2" y="236"/>
                    <a:pt x="1" y="233"/>
                    <a:pt x="1" y="232"/>
                  </a:cubicBezTo>
                  <a:cubicBezTo>
                    <a:pt x="1" y="231"/>
                    <a:pt x="0" y="228"/>
                    <a:pt x="1" y="227"/>
                  </a:cubicBezTo>
                  <a:cubicBezTo>
                    <a:pt x="1" y="226"/>
                    <a:pt x="3" y="225"/>
                    <a:pt x="3" y="224"/>
                  </a:cubicBezTo>
                  <a:cubicBezTo>
                    <a:pt x="4" y="223"/>
                    <a:pt x="5" y="221"/>
                    <a:pt x="6" y="220"/>
                  </a:cubicBezTo>
                  <a:cubicBezTo>
                    <a:pt x="7" y="218"/>
                    <a:pt x="8" y="214"/>
                    <a:pt x="9" y="212"/>
                  </a:cubicBezTo>
                  <a:cubicBezTo>
                    <a:pt x="9" y="211"/>
                    <a:pt x="10" y="209"/>
                    <a:pt x="10" y="208"/>
                  </a:cubicBezTo>
                  <a:cubicBezTo>
                    <a:pt x="11" y="207"/>
                    <a:pt x="12" y="206"/>
                    <a:pt x="12" y="205"/>
                  </a:cubicBezTo>
                  <a:cubicBezTo>
                    <a:pt x="13" y="204"/>
                    <a:pt x="13" y="202"/>
                    <a:pt x="14" y="201"/>
                  </a:cubicBezTo>
                  <a:cubicBezTo>
                    <a:pt x="14" y="200"/>
                    <a:pt x="15" y="198"/>
                    <a:pt x="15" y="197"/>
                  </a:cubicBezTo>
                  <a:cubicBezTo>
                    <a:pt x="16" y="196"/>
                    <a:pt x="17" y="194"/>
                    <a:pt x="17" y="193"/>
                  </a:cubicBezTo>
                  <a:cubicBezTo>
                    <a:pt x="18" y="192"/>
                    <a:pt x="19" y="189"/>
                    <a:pt x="20" y="188"/>
                  </a:cubicBezTo>
                  <a:cubicBezTo>
                    <a:pt x="21" y="184"/>
                    <a:pt x="23" y="177"/>
                    <a:pt x="24" y="174"/>
                  </a:cubicBezTo>
                  <a:cubicBezTo>
                    <a:pt x="25" y="171"/>
                    <a:pt x="27" y="165"/>
                    <a:pt x="27" y="163"/>
                  </a:cubicBezTo>
                  <a:cubicBezTo>
                    <a:pt x="28" y="160"/>
                    <a:pt x="28" y="156"/>
                    <a:pt x="28" y="153"/>
                  </a:cubicBezTo>
                  <a:cubicBezTo>
                    <a:pt x="28" y="151"/>
                    <a:pt x="28" y="145"/>
                    <a:pt x="28" y="143"/>
                  </a:cubicBezTo>
                  <a:cubicBezTo>
                    <a:pt x="27" y="141"/>
                    <a:pt x="27" y="137"/>
                    <a:pt x="27" y="135"/>
                  </a:cubicBezTo>
                  <a:cubicBezTo>
                    <a:pt x="26" y="133"/>
                    <a:pt x="26" y="130"/>
                    <a:pt x="27" y="128"/>
                  </a:cubicBezTo>
                  <a:cubicBezTo>
                    <a:pt x="27" y="126"/>
                    <a:pt x="28" y="122"/>
                    <a:pt x="28" y="120"/>
                  </a:cubicBezTo>
                  <a:cubicBezTo>
                    <a:pt x="29" y="118"/>
                    <a:pt x="29" y="115"/>
                    <a:pt x="29" y="113"/>
                  </a:cubicBezTo>
                  <a:cubicBezTo>
                    <a:pt x="29" y="111"/>
                    <a:pt x="28" y="108"/>
                    <a:pt x="28" y="106"/>
                  </a:cubicBezTo>
                  <a:cubicBezTo>
                    <a:pt x="28" y="105"/>
                    <a:pt x="29" y="101"/>
                    <a:pt x="29" y="100"/>
                  </a:cubicBezTo>
                  <a:cubicBezTo>
                    <a:pt x="29" y="99"/>
                    <a:pt x="30" y="97"/>
                    <a:pt x="30" y="97"/>
                  </a:cubicBezTo>
                  <a:cubicBezTo>
                    <a:pt x="31" y="96"/>
                    <a:pt x="32" y="95"/>
                    <a:pt x="32" y="94"/>
                  </a:cubicBezTo>
                  <a:cubicBezTo>
                    <a:pt x="33" y="93"/>
                    <a:pt x="34" y="91"/>
                    <a:pt x="34" y="90"/>
                  </a:cubicBezTo>
                  <a:cubicBezTo>
                    <a:pt x="35" y="89"/>
                    <a:pt x="35" y="86"/>
                    <a:pt x="36" y="85"/>
                  </a:cubicBezTo>
                  <a:cubicBezTo>
                    <a:pt x="36" y="83"/>
                    <a:pt x="37" y="80"/>
                    <a:pt x="38" y="79"/>
                  </a:cubicBezTo>
                  <a:cubicBezTo>
                    <a:pt x="38" y="77"/>
                    <a:pt x="40" y="75"/>
                    <a:pt x="41" y="73"/>
                  </a:cubicBezTo>
                  <a:cubicBezTo>
                    <a:pt x="42" y="72"/>
                    <a:pt x="44" y="69"/>
                    <a:pt x="45" y="67"/>
                  </a:cubicBezTo>
                  <a:cubicBezTo>
                    <a:pt x="45" y="66"/>
                    <a:pt x="47" y="64"/>
                    <a:pt x="47" y="63"/>
                  </a:cubicBezTo>
                  <a:cubicBezTo>
                    <a:pt x="48" y="62"/>
                    <a:pt x="48" y="60"/>
                    <a:pt x="48" y="59"/>
                  </a:cubicBezTo>
                  <a:cubicBezTo>
                    <a:pt x="48" y="58"/>
                    <a:pt x="50" y="57"/>
                    <a:pt x="50" y="56"/>
                  </a:cubicBezTo>
                  <a:cubicBezTo>
                    <a:pt x="50" y="55"/>
                    <a:pt x="51" y="53"/>
                    <a:pt x="51" y="53"/>
                  </a:cubicBezTo>
                  <a:cubicBezTo>
                    <a:pt x="51" y="52"/>
                    <a:pt x="51" y="50"/>
                    <a:pt x="52" y="50"/>
                  </a:cubicBezTo>
                  <a:cubicBezTo>
                    <a:pt x="52" y="49"/>
                    <a:pt x="53" y="48"/>
                    <a:pt x="53" y="48"/>
                  </a:cubicBezTo>
                  <a:cubicBezTo>
                    <a:pt x="53" y="47"/>
                    <a:pt x="54" y="45"/>
                    <a:pt x="55" y="44"/>
                  </a:cubicBezTo>
                  <a:cubicBezTo>
                    <a:pt x="56" y="40"/>
                    <a:pt x="56" y="32"/>
                    <a:pt x="57" y="28"/>
                  </a:cubicBezTo>
                  <a:cubicBezTo>
                    <a:pt x="57" y="24"/>
                    <a:pt x="57" y="16"/>
                    <a:pt x="57" y="12"/>
                  </a:cubicBezTo>
                  <a:cubicBezTo>
                    <a:pt x="57" y="11"/>
                    <a:pt x="57" y="11"/>
                    <a:pt x="57" y="10"/>
                  </a:cubicBezTo>
                  <a:cubicBezTo>
                    <a:pt x="58" y="10"/>
                    <a:pt x="58" y="10"/>
                    <a:pt x="58" y="10"/>
                  </a:cubicBezTo>
                  <a:cubicBezTo>
                    <a:pt x="59" y="10"/>
                    <a:pt x="61" y="10"/>
                    <a:pt x="62" y="10"/>
                  </a:cubicBezTo>
                  <a:cubicBezTo>
                    <a:pt x="64" y="9"/>
                    <a:pt x="68" y="9"/>
                    <a:pt x="69" y="8"/>
                  </a:cubicBezTo>
                  <a:cubicBezTo>
                    <a:pt x="71" y="7"/>
                    <a:pt x="73" y="5"/>
                    <a:pt x="74" y="5"/>
                  </a:cubicBezTo>
                  <a:cubicBezTo>
                    <a:pt x="76" y="4"/>
                    <a:pt x="79" y="3"/>
                    <a:pt x="81" y="3"/>
                  </a:cubicBezTo>
                  <a:cubicBezTo>
                    <a:pt x="83" y="3"/>
                    <a:pt x="86" y="3"/>
                    <a:pt x="88" y="3"/>
                  </a:cubicBezTo>
                  <a:cubicBezTo>
                    <a:pt x="89" y="3"/>
                    <a:pt x="92" y="4"/>
                    <a:pt x="93" y="4"/>
                  </a:cubicBezTo>
                  <a:cubicBezTo>
                    <a:pt x="94" y="5"/>
                    <a:pt x="96" y="6"/>
                    <a:pt x="97" y="7"/>
                  </a:cubicBezTo>
                  <a:cubicBezTo>
                    <a:pt x="97" y="8"/>
                    <a:pt x="99" y="10"/>
                    <a:pt x="99" y="11"/>
                  </a:cubicBezTo>
                  <a:cubicBezTo>
                    <a:pt x="100" y="13"/>
                    <a:pt x="100" y="18"/>
                    <a:pt x="100" y="20"/>
                  </a:cubicBezTo>
                  <a:cubicBezTo>
                    <a:pt x="101" y="21"/>
                    <a:pt x="100" y="24"/>
                    <a:pt x="100" y="26"/>
                  </a:cubicBezTo>
                  <a:cubicBezTo>
                    <a:pt x="101" y="27"/>
                    <a:pt x="102" y="31"/>
                    <a:pt x="102" y="32"/>
                  </a:cubicBezTo>
                  <a:cubicBezTo>
                    <a:pt x="103" y="34"/>
                    <a:pt x="103" y="36"/>
                    <a:pt x="104" y="37"/>
                  </a:cubicBezTo>
                  <a:cubicBezTo>
                    <a:pt x="105" y="39"/>
                    <a:pt x="108" y="40"/>
                    <a:pt x="109" y="41"/>
                  </a:cubicBezTo>
                  <a:cubicBezTo>
                    <a:pt x="110" y="41"/>
                    <a:pt x="113" y="41"/>
                    <a:pt x="115" y="41"/>
                  </a:cubicBezTo>
                  <a:cubicBezTo>
                    <a:pt x="116" y="40"/>
                    <a:pt x="118" y="38"/>
                    <a:pt x="120" y="37"/>
                  </a:cubicBezTo>
                  <a:cubicBezTo>
                    <a:pt x="121" y="36"/>
                    <a:pt x="124" y="33"/>
                    <a:pt x="126" y="31"/>
                  </a:cubicBezTo>
                  <a:cubicBezTo>
                    <a:pt x="127" y="30"/>
                    <a:pt x="128" y="28"/>
                    <a:pt x="129" y="27"/>
                  </a:cubicBezTo>
                  <a:cubicBezTo>
                    <a:pt x="130" y="25"/>
                    <a:pt x="132" y="21"/>
                    <a:pt x="133" y="19"/>
                  </a:cubicBezTo>
                  <a:cubicBezTo>
                    <a:pt x="133" y="18"/>
                    <a:pt x="134" y="16"/>
                    <a:pt x="135" y="15"/>
                  </a:cubicBezTo>
                  <a:cubicBezTo>
                    <a:pt x="135" y="14"/>
                    <a:pt x="137" y="13"/>
                    <a:pt x="138" y="12"/>
                  </a:cubicBezTo>
                  <a:cubicBezTo>
                    <a:pt x="139" y="11"/>
                    <a:pt x="140" y="9"/>
                    <a:pt x="141" y="8"/>
                  </a:cubicBezTo>
                  <a:cubicBezTo>
                    <a:pt x="141" y="7"/>
                    <a:pt x="144" y="5"/>
                    <a:pt x="145" y="5"/>
                  </a:cubicBezTo>
                  <a:cubicBezTo>
                    <a:pt x="146" y="3"/>
                    <a:pt x="149" y="1"/>
                    <a:pt x="151" y="0"/>
                  </a:cubicBezTo>
                  <a:cubicBezTo>
                    <a:pt x="152" y="0"/>
                    <a:pt x="153" y="0"/>
                    <a:pt x="154" y="0"/>
                  </a:cubicBezTo>
                  <a:cubicBezTo>
                    <a:pt x="155" y="0"/>
                    <a:pt x="156" y="1"/>
                    <a:pt x="157" y="1"/>
                  </a:cubicBezTo>
                  <a:cubicBezTo>
                    <a:pt x="158" y="2"/>
                    <a:pt x="159" y="3"/>
                    <a:pt x="160" y="4"/>
                  </a:cubicBezTo>
                  <a:cubicBezTo>
                    <a:pt x="161" y="5"/>
                    <a:pt x="164" y="5"/>
                    <a:pt x="165" y="6"/>
                  </a:cubicBezTo>
                  <a:cubicBezTo>
                    <a:pt x="165" y="6"/>
                    <a:pt x="166" y="7"/>
                    <a:pt x="167" y="7"/>
                  </a:cubicBezTo>
                  <a:cubicBezTo>
                    <a:pt x="168" y="7"/>
                    <a:pt x="170" y="7"/>
                    <a:pt x="170" y="8"/>
                  </a:cubicBezTo>
                  <a:cubicBezTo>
                    <a:pt x="171" y="9"/>
                    <a:pt x="172" y="11"/>
                    <a:pt x="172" y="12"/>
                  </a:cubicBezTo>
                  <a:cubicBezTo>
                    <a:pt x="172" y="13"/>
                    <a:pt x="172" y="15"/>
                    <a:pt x="173" y="15"/>
                  </a:cubicBezTo>
                  <a:cubicBezTo>
                    <a:pt x="174" y="16"/>
                    <a:pt x="177" y="16"/>
                    <a:pt x="178" y="16"/>
                  </a:cubicBezTo>
                  <a:cubicBezTo>
                    <a:pt x="179" y="16"/>
                    <a:pt x="180" y="16"/>
                    <a:pt x="181" y="16"/>
                  </a:cubicBezTo>
                  <a:cubicBezTo>
                    <a:pt x="181" y="18"/>
                    <a:pt x="181" y="19"/>
                    <a:pt x="182" y="20"/>
                  </a:cubicBezTo>
                  <a:cubicBezTo>
                    <a:pt x="183" y="20"/>
                    <a:pt x="185" y="21"/>
                    <a:pt x="186" y="21"/>
                  </a:cubicBezTo>
                  <a:cubicBezTo>
                    <a:pt x="188" y="22"/>
                    <a:pt x="192" y="23"/>
                    <a:pt x="193" y="23"/>
                  </a:cubicBezTo>
                  <a:cubicBezTo>
                    <a:pt x="195" y="24"/>
                    <a:pt x="199" y="25"/>
                    <a:pt x="201" y="24"/>
                  </a:cubicBezTo>
                  <a:cubicBezTo>
                    <a:pt x="203" y="24"/>
                    <a:pt x="205" y="23"/>
                    <a:pt x="207" y="23"/>
                  </a:cubicBezTo>
                  <a:cubicBezTo>
                    <a:pt x="208" y="22"/>
                    <a:pt x="211" y="22"/>
                    <a:pt x="212" y="22"/>
                  </a:cubicBezTo>
                  <a:cubicBezTo>
                    <a:pt x="214" y="23"/>
                    <a:pt x="218" y="24"/>
                    <a:pt x="219" y="25"/>
                  </a:cubicBezTo>
                  <a:cubicBezTo>
                    <a:pt x="220" y="26"/>
                    <a:pt x="222" y="28"/>
                    <a:pt x="223" y="29"/>
                  </a:cubicBezTo>
                  <a:cubicBezTo>
                    <a:pt x="224" y="30"/>
                    <a:pt x="227" y="33"/>
                    <a:pt x="228" y="34"/>
                  </a:cubicBezTo>
                  <a:cubicBezTo>
                    <a:pt x="229" y="35"/>
                    <a:pt x="231" y="37"/>
                    <a:pt x="232" y="38"/>
                  </a:cubicBezTo>
                  <a:cubicBezTo>
                    <a:pt x="232" y="39"/>
                    <a:pt x="234" y="41"/>
                    <a:pt x="235" y="43"/>
                  </a:cubicBezTo>
                  <a:cubicBezTo>
                    <a:pt x="235" y="45"/>
                    <a:pt x="236" y="48"/>
                    <a:pt x="235" y="50"/>
                  </a:cubicBezTo>
                  <a:cubicBezTo>
                    <a:pt x="235" y="51"/>
                    <a:pt x="233" y="53"/>
                    <a:pt x="232" y="54"/>
                  </a:cubicBezTo>
                  <a:cubicBezTo>
                    <a:pt x="231" y="55"/>
                    <a:pt x="228" y="57"/>
                    <a:pt x="226" y="57"/>
                  </a:cubicBezTo>
                  <a:cubicBezTo>
                    <a:pt x="225" y="57"/>
                    <a:pt x="222" y="58"/>
                    <a:pt x="220" y="58"/>
                  </a:cubicBezTo>
                  <a:cubicBezTo>
                    <a:pt x="219" y="57"/>
                    <a:pt x="216" y="56"/>
                    <a:pt x="215" y="55"/>
                  </a:cubicBezTo>
                  <a:cubicBezTo>
                    <a:pt x="214" y="55"/>
                    <a:pt x="213" y="55"/>
                    <a:pt x="212" y="56"/>
                  </a:cubicBezTo>
                  <a:cubicBezTo>
                    <a:pt x="211" y="56"/>
                    <a:pt x="209" y="58"/>
                    <a:pt x="208" y="59"/>
                  </a:cubicBezTo>
                  <a:cubicBezTo>
                    <a:pt x="208" y="60"/>
                    <a:pt x="207" y="62"/>
                    <a:pt x="208" y="63"/>
                  </a:cubicBezTo>
                  <a:cubicBezTo>
                    <a:pt x="208" y="65"/>
                    <a:pt x="213" y="65"/>
                    <a:pt x="215" y="66"/>
                  </a:cubicBezTo>
                  <a:cubicBezTo>
                    <a:pt x="216" y="67"/>
                    <a:pt x="216" y="71"/>
                    <a:pt x="217" y="72"/>
                  </a:cubicBezTo>
                  <a:cubicBezTo>
                    <a:pt x="218" y="74"/>
                    <a:pt x="222" y="76"/>
                    <a:pt x="223" y="77"/>
                  </a:cubicBezTo>
                  <a:cubicBezTo>
                    <a:pt x="224" y="78"/>
                    <a:pt x="227" y="78"/>
                    <a:pt x="228" y="79"/>
                  </a:cubicBezTo>
                  <a:cubicBezTo>
                    <a:pt x="229" y="80"/>
                    <a:pt x="230" y="82"/>
                    <a:pt x="231" y="83"/>
                  </a:cubicBezTo>
                  <a:cubicBezTo>
                    <a:pt x="233" y="84"/>
                    <a:pt x="236" y="85"/>
                    <a:pt x="237" y="85"/>
                  </a:cubicBezTo>
                  <a:cubicBezTo>
                    <a:pt x="238" y="86"/>
                    <a:pt x="240" y="88"/>
                    <a:pt x="241" y="89"/>
                  </a:cubicBezTo>
                  <a:cubicBezTo>
                    <a:pt x="242" y="90"/>
                    <a:pt x="242" y="93"/>
                    <a:pt x="243" y="95"/>
                  </a:cubicBezTo>
                  <a:cubicBezTo>
                    <a:pt x="243" y="96"/>
                    <a:pt x="244" y="98"/>
                    <a:pt x="244" y="99"/>
                  </a:cubicBezTo>
                  <a:cubicBezTo>
                    <a:pt x="245" y="101"/>
                    <a:pt x="246" y="102"/>
                    <a:pt x="247" y="10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46"/>
            <p:cNvSpPr>
              <a:spLocks/>
            </p:cNvSpPr>
            <p:nvPr/>
          </p:nvSpPr>
          <p:spPr bwMode="auto">
            <a:xfrm>
              <a:off x="3967163" y="3276600"/>
              <a:ext cx="123825" cy="173038"/>
            </a:xfrm>
            <a:custGeom>
              <a:avLst/>
              <a:gdLst/>
              <a:ahLst/>
              <a:cxnLst>
                <a:cxn ang="0">
                  <a:pos x="73" y="5"/>
                </a:cxn>
                <a:cxn ang="0">
                  <a:pos x="66" y="9"/>
                </a:cxn>
                <a:cxn ang="0">
                  <a:pos x="57" y="19"/>
                </a:cxn>
                <a:cxn ang="0">
                  <a:pos x="49" y="30"/>
                </a:cxn>
                <a:cxn ang="0">
                  <a:pos x="45" y="41"/>
                </a:cxn>
                <a:cxn ang="0">
                  <a:pos x="40" y="51"/>
                </a:cxn>
                <a:cxn ang="0">
                  <a:pos x="37" y="64"/>
                </a:cxn>
                <a:cxn ang="0">
                  <a:pos x="31" y="75"/>
                </a:cxn>
                <a:cxn ang="0">
                  <a:pos x="27" y="84"/>
                </a:cxn>
                <a:cxn ang="0">
                  <a:pos x="22" y="95"/>
                </a:cxn>
                <a:cxn ang="0">
                  <a:pos x="16" y="101"/>
                </a:cxn>
                <a:cxn ang="0">
                  <a:pos x="11" y="104"/>
                </a:cxn>
                <a:cxn ang="0">
                  <a:pos x="10" y="100"/>
                </a:cxn>
                <a:cxn ang="0">
                  <a:pos x="13" y="97"/>
                </a:cxn>
                <a:cxn ang="0">
                  <a:pos x="16" y="95"/>
                </a:cxn>
                <a:cxn ang="0">
                  <a:pos x="14" y="93"/>
                </a:cxn>
                <a:cxn ang="0">
                  <a:pos x="11" y="96"/>
                </a:cxn>
                <a:cxn ang="0">
                  <a:pos x="6" y="99"/>
                </a:cxn>
                <a:cxn ang="0">
                  <a:pos x="3" y="94"/>
                </a:cxn>
                <a:cxn ang="0">
                  <a:pos x="4" y="87"/>
                </a:cxn>
                <a:cxn ang="0">
                  <a:pos x="5" y="79"/>
                </a:cxn>
                <a:cxn ang="0">
                  <a:pos x="1" y="74"/>
                </a:cxn>
                <a:cxn ang="0">
                  <a:pos x="1" y="67"/>
                </a:cxn>
                <a:cxn ang="0">
                  <a:pos x="1" y="58"/>
                </a:cxn>
                <a:cxn ang="0">
                  <a:pos x="2" y="53"/>
                </a:cxn>
                <a:cxn ang="0">
                  <a:pos x="5" y="48"/>
                </a:cxn>
                <a:cxn ang="0">
                  <a:pos x="11" y="44"/>
                </a:cxn>
                <a:cxn ang="0">
                  <a:pos x="17" y="36"/>
                </a:cxn>
                <a:cxn ang="0">
                  <a:pos x="18" y="29"/>
                </a:cxn>
                <a:cxn ang="0">
                  <a:pos x="19" y="23"/>
                </a:cxn>
                <a:cxn ang="0">
                  <a:pos x="21" y="18"/>
                </a:cxn>
                <a:cxn ang="0">
                  <a:pos x="29" y="15"/>
                </a:cxn>
                <a:cxn ang="0">
                  <a:pos x="39" y="13"/>
                </a:cxn>
                <a:cxn ang="0">
                  <a:pos x="57" y="10"/>
                </a:cxn>
                <a:cxn ang="0">
                  <a:pos x="66" y="7"/>
                </a:cxn>
                <a:cxn ang="0">
                  <a:pos x="71" y="2"/>
                </a:cxn>
                <a:cxn ang="0">
                  <a:pos x="75" y="0"/>
                </a:cxn>
              </a:cxnLst>
              <a:rect l="0" t="0" r="r" b="b"/>
              <a:pathLst>
                <a:path w="75" h="105">
                  <a:moveTo>
                    <a:pt x="75" y="1"/>
                  </a:moveTo>
                  <a:cubicBezTo>
                    <a:pt x="75" y="2"/>
                    <a:pt x="74" y="4"/>
                    <a:pt x="73" y="5"/>
                  </a:cubicBezTo>
                  <a:cubicBezTo>
                    <a:pt x="73" y="6"/>
                    <a:pt x="71" y="7"/>
                    <a:pt x="70" y="7"/>
                  </a:cubicBezTo>
                  <a:cubicBezTo>
                    <a:pt x="69" y="8"/>
                    <a:pt x="67" y="8"/>
                    <a:pt x="66" y="9"/>
                  </a:cubicBezTo>
                  <a:cubicBezTo>
                    <a:pt x="65" y="10"/>
                    <a:pt x="63" y="12"/>
                    <a:pt x="62" y="13"/>
                  </a:cubicBezTo>
                  <a:cubicBezTo>
                    <a:pt x="60" y="14"/>
                    <a:pt x="58" y="17"/>
                    <a:pt x="57" y="19"/>
                  </a:cubicBezTo>
                  <a:cubicBezTo>
                    <a:pt x="56" y="21"/>
                    <a:pt x="55" y="24"/>
                    <a:pt x="54" y="25"/>
                  </a:cubicBezTo>
                  <a:cubicBezTo>
                    <a:pt x="53" y="27"/>
                    <a:pt x="50" y="28"/>
                    <a:pt x="49" y="30"/>
                  </a:cubicBezTo>
                  <a:cubicBezTo>
                    <a:pt x="48" y="31"/>
                    <a:pt x="47" y="34"/>
                    <a:pt x="47" y="36"/>
                  </a:cubicBezTo>
                  <a:cubicBezTo>
                    <a:pt x="46" y="37"/>
                    <a:pt x="46" y="40"/>
                    <a:pt x="45" y="41"/>
                  </a:cubicBezTo>
                  <a:cubicBezTo>
                    <a:pt x="45" y="42"/>
                    <a:pt x="43" y="44"/>
                    <a:pt x="43" y="46"/>
                  </a:cubicBezTo>
                  <a:cubicBezTo>
                    <a:pt x="42" y="47"/>
                    <a:pt x="41" y="49"/>
                    <a:pt x="40" y="51"/>
                  </a:cubicBezTo>
                  <a:cubicBezTo>
                    <a:pt x="39" y="52"/>
                    <a:pt x="38" y="54"/>
                    <a:pt x="38" y="56"/>
                  </a:cubicBezTo>
                  <a:cubicBezTo>
                    <a:pt x="37" y="58"/>
                    <a:pt x="37" y="62"/>
                    <a:pt x="37" y="64"/>
                  </a:cubicBezTo>
                  <a:cubicBezTo>
                    <a:pt x="36" y="65"/>
                    <a:pt x="35" y="68"/>
                    <a:pt x="34" y="70"/>
                  </a:cubicBezTo>
                  <a:cubicBezTo>
                    <a:pt x="34" y="71"/>
                    <a:pt x="32" y="74"/>
                    <a:pt x="31" y="75"/>
                  </a:cubicBezTo>
                  <a:cubicBezTo>
                    <a:pt x="31" y="76"/>
                    <a:pt x="30" y="79"/>
                    <a:pt x="30" y="80"/>
                  </a:cubicBezTo>
                  <a:cubicBezTo>
                    <a:pt x="29" y="81"/>
                    <a:pt x="28" y="83"/>
                    <a:pt x="27" y="84"/>
                  </a:cubicBezTo>
                  <a:cubicBezTo>
                    <a:pt x="26" y="86"/>
                    <a:pt x="25" y="88"/>
                    <a:pt x="24" y="90"/>
                  </a:cubicBezTo>
                  <a:cubicBezTo>
                    <a:pt x="24" y="91"/>
                    <a:pt x="23" y="94"/>
                    <a:pt x="22" y="95"/>
                  </a:cubicBezTo>
                  <a:cubicBezTo>
                    <a:pt x="22" y="96"/>
                    <a:pt x="21" y="98"/>
                    <a:pt x="20" y="98"/>
                  </a:cubicBezTo>
                  <a:cubicBezTo>
                    <a:pt x="19" y="99"/>
                    <a:pt x="17" y="101"/>
                    <a:pt x="16" y="101"/>
                  </a:cubicBezTo>
                  <a:cubicBezTo>
                    <a:pt x="16" y="102"/>
                    <a:pt x="14" y="104"/>
                    <a:pt x="13" y="105"/>
                  </a:cubicBezTo>
                  <a:cubicBezTo>
                    <a:pt x="12" y="105"/>
                    <a:pt x="11" y="104"/>
                    <a:pt x="11" y="104"/>
                  </a:cubicBezTo>
                  <a:cubicBezTo>
                    <a:pt x="11" y="103"/>
                    <a:pt x="10" y="102"/>
                    <a:pt x="10" y="102"/>
                  </a:cubicBezTo>
                  <a:cubicBezTo>
                    <a:pt x="10" y="101"/>
                    <a:pt x="10" y="100"/>
                    <a:pt x="10" y="100"/>
                  </a:cubicBezTo>
                  <a:cubicBezTo>
                    <a:pt x="11" y="100"/>
                    <a:pt x="12" y="99"/>
                    <a:pt x="12" y="99"/>
                  </a:cubicBezTo>
                  <a:cubicBezTo>
                    <a:pt x="12" y="98"/>
                    <a:pt x="12" y="97"/>
                    <a:pt x="13" y="97"/>
                  </a:cubicBezTo>
                  <a:cubicBezTo>
                    <a:pt x="13" y="97"/>
                    <a:pt x="14" y="97"/>
                    <a:pt x="15" y="96"/>
                  </a:cubicBezTo>
                  <a:cubicBezTo>
                    <a:pt x="15" y="96"/>
                    <a:pt x="16" y="95"/>
                    <a:pt x="16" y="95"/>
                  </a:cubicBezTo>
                  <a:cubicBezTo>
                    <a:pt x="16" y="94"/>
                    <a:pt x="16" y="93"/>
                    <a:pt x="16" y="93"/>
                  </a:cubicBezTo>
                  <a:cubicBezTo>
                    <a:pt x="16" y="93"/>
                    <a:pt x="15" y="93"/>
                    <a:pt x="14" y="93"/>
                  </a:cubicBezTo>
                  <a:cubicBezTo>
                    <a:pt x="14" y="93"/>
                    <a:pt x="13" y="94"/>
                    <a:pt x="12" y="94"/>
                  </a:cubicBezTo>
                  <a:cubicBezTo>
                    <a:pt x="12" y="95"/>
                    <a:pt x="11" y="96"/>
                    <a:pt x="11" y="96"/>
                  </a:cubicBezTo>
                  <a:cubicBezTo>
                    <a:pt x="10" y="97"/>
                    <a:pt x="9" y="99"/>
                    <a:pt x="8" y="99"/>
                  </a:cubicBezTo>
                  <a:cubicBezTo>
                    <a:pt x="8" y="99"/>
                    <a:pt x="6" y="99"/>
                    <a:pt x="6" y="99"/>
                  </a:cubicBezTo>
                  <a:cubicBezTo>
                    <a:pt x="5" y="99"/>
                    <a:pt x="5" y="98"/>
                    <a:pt x="5" y="97"/>
                  </a:cubicBezTo>
                  <a:cubicBezTo>
                    <a:pt x="4" y="96"/>
                    <a:pt x="4" y="95"/>
                    <a:pt x="3" y="94"/>
                  </a:cubicBezTo>
                  <a:cubicBezTo>
                    <a:pt x="3" y="93"/>
                    <a:pt x="3" y="91"/>
                    <a:pt x="3" y="90"/>
                  </a:cubicBezTo>
                  <a:cubicBezTo>
                    <a:pt x="3" y="89"/>
                    <a:pt x="3" y="88"/>
                    <a:pt x="4" y="87"/>
                  </a:cubicBezTo>
                  <a:cubicBezTo>
                    <a:pt x="4" y="86"/>
                    <a:pt x="5" y="85"/>
                    <a:pt x="5" y="84"/>
                  </a:cubicBezTo>
                  <a:cubicBezTo>
                    <a:pt x="5" y="83"/>
                    <a:pt x="5" y="81"/>
                    <a:pt x="5" y="79"/>
                  </a:cubicBezTo>
                  <a:cubicBezTo>
                    <a:pt x="5" y="79"/>
                    <a:pt x="4" y="77"/>
                    <a:pt x="3" y="77"/>
                  </a:cubicBezTo>
                  <a:cubicBezTo>
                    <a:pt x="3" y="76"/>
                    <a:pt x="1" y="75"/>
                    <a:pt x="1" y="74"/>
                  </a:cubicBezTo>
                  <a:cubicBezTo>
                    <a:pt x="0" y="74"/>
                    <a:pt x="1" y="72"/>
                    <a:pt x="1" y="71"/>
                  </a:cubicBezTo>
                  <a:cubicBezTo>
                    <a:pt x="1" y="70"/>
                    <a:pt x="1" y="68"/>
                    <a:pt x="1" y="67"/>
                  </a:cubicBezTo>
                  <a:cubicBezTo>
                    <a:pt x="1" y="66"/>
                    <a:pt x="1" y="63"/>
                    <a:pt x="1" y="62"/>
                  </a:cubicBezTo>
                  <a:cubicBezTo>
                    <a:pt x="1" y="61"/>
                    <a:pt x="1" y="59"/>
                    <a:pt x="1" y="58"/>
                  </a:cubicBezTo>
                  <a:cubicBezTo>
                    <a:pt x="1" y="57"/>
                    <a:pt x="0" y="56"/>
                    <a:pt x="1" y="55"/>
                  </a:cubicBezTo>
                  <a:cubicBezTo>
                    <a:pt x="1" y="54"/>
                    <a:pt x="2" y="53"/>
                    <a:pt x="2" y="53"/>
                  </a:cubicBezTo>
                  <a:cubicBezTo>
                    <a:pt x="2" y="52"/>
                    <a:pt x="3" y="51"/>
                    <a:pt x="4" y="50"/>
                  </a:cubicBezTo>
                  <a:cubicBezTo>
                    <a:pt x="4" y="50"/>
                    <a:pt x="4" y="48"/>
                    <a:pt x="5" y="48"/>
                  </a:cubicBezTo>
                  <a:cubicBezTo>
                    <a:pt x="5" y="47"/>
                    <a:pt x="6" y="46"/>
                    <a:pt x="7" y="46"/>
                  </a:cubicBezTo>
                  <a:cubicBezTo>
                    <a:pt x="8" y="45"/>
                    <a:pt x="10" y="44"/>
                    <a:pt x="11" y="44"/>
                  </a:cubicBezTo>
                  <a:cubicBezTo>
                    <a:pt x="12" y="43"/>
                    <a:pt x="13" y="41"/>
                    <a:pt x="14" y="40"/>
                  </a:cubicBezTo>
                  <a:cubicBezTo>
                    <a:pt x="15" y="39"/>
                    <a:pt x="17" y="37"/>
                    <a:pt x="17" y="36"/>
                  </a:cubicBezTo>
                  <a:cubicBezTo>
                    <a:pt x="18" y="36"/>
                    <a:pt x="18" y="34"/>
                    <a:pt x="18" y="33"/>
                  </a:cubicBezTo>
                  <a:cubicBezTo>
                    <a:pt x="18" y="32"/>
                    <a:pt x="18" y="30"/>
                    <a:pt x="18" y="29"/>
                  </a:cubicBezTo>
                  <a:cubicBezTo>
                    <a:pt x="18" y="28"/>
                    <a:pt x="18" y="26"/>
                    <a:pt x="18" y="25"/>
                  </a:cubicBezTo>
                  <a:cubicBezTo>
                    <a:pt x="18" y="25"/>
                    <a:pt x="19" y="23"/>
                    <a:pt x="19" y="23"/>
                  </a:cubicBezTo>
                  <a:cubicBezTo>
                    <a:pt x="19" y="22"/>
                    <a:pt x="20" y="21"/>
                    <a:pt x="20" y="20"/>
                  </a:cubicBezTo>
                  <a:cubicBezTo>
                    <a:pt x="21" y="20"/>
                    <a:pt x="21" y="18"/>
                    <a:pt x="21" y="18"/>
                  </a:cubicBezTo>
                  <a:cubicBezTo>
                    <a:pt x="22" y="17"/>
                    <a:pt x="23" y="16"/>
                    <a:pt x="24" y="15"/>
                  </a:cubicBezTo>
                  <a:cubicBezTo>
                    <a:pt x="25" y="15"/>
                    <a:pt x="28" y="15"/>
                    <a:pt x="29" y="15"/>
                  </a:cubicBezTo>
                  <a:cubicBezTo>
                    <a:pt x="30" y="15"/>
                    <a:pt x="31" y="14"/>
                    <a:pt x="32" y="14"/>
                  </a:cubicBezTo>
                  <a:cubicBezTo>
                    <a:pt x="34" y="14"/>
                    <a:pt x="37" y="13"/>
                    <a:pt x="39" y="13"/>
                  </a:cubicBezTo>
                  <a:cubicBezTo>
                    <a:pt x="41" y="13"/>
                    <a:pt x="46" y="12"/>
                    <a:pt x="48" y="12"/>
                  </a:cubicBezTo>
                  <a:cubicBezTo>
                    <a:pt x="50" y="11"/>
                    <a:pt x="55" y="11"/>
                    <a:pt x="57" y="10"/>
                  </a:cubicBezTo>
                  <a:cubicBezTo>
                    <a:pt x="58" y="10"/>
                    <a:pt x="61" y="10"/>
                    <a:pt x="62" y="9"/>
                  </a:cubicBezTo>
                  <a:cubicBezTo>
                    <a:pt x="63" y="9"/>
                    <a:pt x="65" y="7"/>
                    <a:pt x="66" y="7"/>
                  </a:cubicBezTo>
                  <a:cubicBezTo>
                    <a:pt x="66" y="6"/>
                    <a:pt x="67" y="5"/>
                    <a:pt x="68" y="4"/>
                  </a:cubicBezTo>
                  <a:cubicBezTo>
                    <a:pt x="69" y="4"/>
                    <a:pt x="70" y="3"/>
                    <a:pt x="71" y="2"/>
                  </a:cubicBezTo>
                  <a:cubicBezTo>
                    <a:pt x="72" y="2"/>
                    <a:pt x="73" y="1"/>
                    <a:pt x="74" y="0"/>
                  </a:cubicBezTo>
                  <a:cubicBezTo>
                    <a:pt x="74" y="0"/>
                    <a:pt x="74" y="0"/>
                    <a:pt x="75" y="0"/>
                  </a:cubicBezTo>
                  <a:cubicBezTo>
                    <a:pt x="75" y="0"/>
                    <a:pt x="75" y="0"/>
                    <a:pt x="7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47"/>
            <p:cNvSpPr>
              <a:spLocks/>
            </p:cNvSpPr>
            <p:nvPr/>
          </p:nvSpPr>
          <p:spPr bwMode="auto">
            <a:xfrm>
              <a:off x="3732213" y="2511425"/>
              <a:ext cx="741363" cy="654050"/>
            </a:xfrm>
            <a:custGeom>
              <a:avLst/>
              <a:gdLst/>
              <a:ahLst/>
              <a:cxnLst>
                <a:cxn ang="0">
                  <a:pos x="431" y="82"/>
                </a:cxn>
                <a:cxn ang="0">
                  <a:pos x="416" y="99"/>
                </a:cxn>
                <a:cxn ang="0">
                  <a:pos x="390" y="111"/>
                </a:cxn>
                <a:cxn ang="0">
                  <a:pos x="382" y="134"/>
                </a:cxn>
                <a:cxn ang="0">
                  <a:pos x="373" y="146"/>
                </a:cxn>
                <a:cxn ang="0">
                  <a:pos x="345" y="154"/>
                </a:cxn>
                <a:cxn ang="0">
                  <a:pos x="325" y="160"/>
                </a:cxn>
                <a:cxn ang="0">
                  <a:pos x="319" y="128"/>
                </a:cxn>
                <a:cxn ang="0">
                  <a:pos x="302" y="129"/>
                </a:cxn>
                <a:cxn ang="0">
                  <a:pos x="271" y="142"/>
                </a:cxn>
                <a:cxn ang="0">
                  <a:pos x="254" y="165"/>
                </a:cxn>
                <a:cxn ang="0">
                  <a:pos x="265" y="187"/>
                </a:cxn>
                <a:cxn ang="0">
                  <a:pos x="248" y="216"/>
                </a:cxn>
                <a:cxn ang="0">
                  <a:pos x="242" y="256"/>
                </a:cxn>
                <a:cxn ang="0">
                  <a:pos x="232" y="270"/>
                </a:cxn>
                <a:cxn ang="0">
                  <a:pos x="215" y="278"/>
                </a:cxn>
                <a:cxn ang="0">
                  <a:pos x="185" y="280"/>
                </a:cxn>
                <a:cxn ang="0">
                  <a:pos x="166" y="301"/>
                </a:cxn>
                <a:cxn ang="0">
                  <a:pos x="144" y="324"/>
                </a:cxn>
                <a:cxn ang="0">
                  <a:pos x="144" y="360"/>
                </a:cxn>
                <a:cxn ang="0">
                  <a:pos x="137" y="362"/>
                </a:cxn>
                <a:cxn ang="0">
                  <a:pos x="118" y="354"/>
                </a:cxn>
                <a:cxn ang="0">
                  <a:pos x="96" y="381"/>
                </a:cxn>
                <a:cxn ang="0">
                  <a:pos x="69" y="386"/>
                </a:cxn>
                <a:cxn ang="0">
                  <a:pos x="55" y="357"/>
                </a:cxn>
                <a:cxn ang="0">
                  <a:pos x="24" y="364"/>
                </a:cxn>
                <a:cxn ang="0">
                  <a:pos x="18" y="346"/>
                </a:cxn>
                <a:cxn ang="0">
                  <a:pos x="5" y="331"/>
                </a:cxn>
                <a:cxn ang="0">
                  <a:pos x="11" y="326"/>
                </a:cxn>
                <a:cxn ang="0">
                  <a:pos x="30" y="323"/>
                </a:cxn>
                <a:cxn ang="0">
                  <a:pos x="61" y="301"/>
                </a:cxn>
                <a:cxn ang="0">
                  <a:pos x="63" y="309"/>
                </a:cxn>
                <a:cxn ang="0">
                  <a:pos x="69" y="315"/>
                </a:cxn>
                <a:cxn ang="0">
                  <a:pos x="76" y="311"/>
                </a:cxn>
                <a:cxn ang="0">
                  <a:pos x="70" y="305"/>
                </a:cxn>
                <a:cxn ang="0">
                  <a:pos x="62" y="296"/>
                </a:cxn>
                <a:cxn ang="0">
                  <a:pos x="83" y="267"/>
                </a:cxn>
                <a:cxn ang="0">
                  <a:pos x="93" y="261"/>
                </a:cxn>
                <a:cxn ang="0">
                  <a:pos x="112" y="232"/>
                </a:cxn>
                <a:cxn ang="0">
                  <a:pos x="116" y="203"/>
                </a:cxn>
                <a:cxn ang="0">
                  <a:pos x="129" y="151"/>
                </a:cxn>
                <a:cxn ang="0">
                  <a:pos x="155" y="91"/>
                </a:cxn>
                <a:cxn ang="0">
                  <a:pos x="179" y="19"/>
                </a:cxn>
                <a:cxn ang="0">
                  <a:pos x="210" y="32"/>
                </a:cxn>
                <a:cxn ang="0">
                  <a:pos x="240" y="21"/>
                </a:cxn>
                <a:cxn ang="0">
                  <a:pos x="262" y="38"/>
                </a:cxn>
                <a:cxn ang="0">
                  <a:pos x="278" y="43"/>
                </a:cxn>
                <a:cxn ang="0">
                  <a:pos x="290" y="27"/>
                </a:cxn>
                <a:cxn ang="0">
                  <a:pos x="293" y="57"/>
                </a:cxn>
                <a:cxn ang="0">
                  <a:pos x="306" y="49"/>
                </a:cxn>
                <a:cxn ang="0">
                  <a:pos x="343" y="38"/>
                </a:cxn>
                <a:cxn ang="0">
                  <a:pos x="343" y="71"/>
                </a:cxn>
                <a:cxn ang="0">
                  <a:pos x="367" y="61"/>
                </a:cxn>
                <a:cxn ang="0">
                  <a:pos x="382" y="61"/>
                </a:cxn>
                <a:cxn ang="0">
                  <a:pos x="384" y="37"/>
                </a:cxn>
                <a:cxn ang="0">
                  <a:pos x="397" y="12"/>
                </a:cxn>
                <a:cxn ang="0">
                  <a:pos x="412" y="4"/>
                </a:cxn>
                <a:cxn ang="0">
                  <a:pos x="430" y="6"/>
                </a:cxn>
                <a:cxn ang="0">
                  <a:pos x="436" y="40"/>
                </a:cxn>
              </a:cxnLst>
              <a:rect l="0" t="0" r="r" b="b"/>
              <a:pathLst>
                <a:path w="446" h="395">
                  <a:moveTo>
                    <a:pt x="445" y="64"/>
                  </a:moveTo>
                  <a:cubicBezTo>
                    <a:pt x="445" y="66"/>
                    <a:pt x="445" y="67"/>
                    <a:pt x="445" y="68"/>
                  </a:cubicBezTo>
                  <a:cubicBezTo>
                    <a:pt x="445" y="69"/>
                    <a:pt x="444" y="72"/>
                    <a:pt x="443" y="73"/>
                  </a:cubicBezTo>
                  <a:cubicBezTo>
                    <a:pt x="442" y="74"/>
                    <a:pt x="440" y="75"/>
                    <a:pt x="439" y="76"/>
                  </a:cubicBezTo>
                  <a:cubicBezTo>
                    <a:pt x="438" y="77"/>
                    <a:pt x="436" y="79"/>
                    <a:pt x="435" y="80"/>
                  </a:cubicBezTo>
                  <a:cubicBezTo>
                    <a:pt x="434" y="80"/>
                    <a:pt x="432" y="82"/>
                    <a:pt x="431" y="82"/>
                  </a:cubicBezTo>
                  <a:cubicBezTo>
                    <a:pt x="431" y="83"/>
                    <a:pt x="430" y="86"/>
                    <a:pt x="430" y="87"/>
                  </a:cubicBezTo>
                  <a:cubicBezTo>
                    <a:pt x="430" y="88"/>
                    <a:pt x="431" y="91"/>
                    <a:pt x="431" y="92"/>
                  </a:cubicBezTo>
                  <a:cubicBezTo>
                    <a:pt x="430" y="93"/>
                    <a:pt x="429" y="95"/>
                    <a:pt x="429" y="95"/>
                  </a:cubicBezTo>
                  <a:cubicBezTo>
                    <a:pt x="427" y="96"/>
                    <a:pt x="425" y="96"/>
                    <a:pt x="424" y="96"/>
                  </a:cubicBezTo>
                  <a:cubicBezTo>
                    <a:pt x="423" y="96"/>
                    <a:pt x="421" y="97"/>
                    <a:pt x="420" y="97"/>
                  </a:cubicBezTo>
                  <a:cubicBezTo>
                    <a:pt x="419" y="97"/>
                    <a:pt x="417" y="98"/>
                    <a:pt x="416" y="99"/>
                  </a:cubicBezTo>
                  <a:cubicBezTo>
                    <a:pt x="416" y="99"/>
                    <a:pt x="415" y="101"/>
                    <a:pt x="415" y="102"/>
                  </a:cubicBezTo>
                  <a:cubicBezTo>
                    <a:pt x="415" y="103"/>
                    <a:pt x="413" y="106"/>
                    <a:pt x="413" y="106"/>
                  </a:cubicBezTo>
                  <a:cubicBezTo>
                    <a:pt x="411" y="107"/>
                    <a:pt x="408" y="108"/>
                    <a:pt x="407" y="108"/>
                  </a:cubicBezTo>
                  <a:cubicBezTo>
                    <a:pt x="405" y="109"/>
                    <a:pt x="402" y="108"/>
                    <a:pt x="400" y="108"/>
                  </a:cubicBezTo>
                  <a:cubicBezTo>
                    <a:pt x="399" y="109"/>
                    <a:pt x="396" y="109"/>
                    <a:pt x="395" y="109"/>
                  </a:cubicBezTo>
                  <a:cubicBezTo>
                    <a:pt x="394" y="110"/>
                    <a:pt x="391" y="110"/>
                    <a:pt x="390" y="111"/>
                  </a:cubicBezTo>
                  <a:cubicBezTo>
                    <a:pt x="389" y="112"/>
                    <a:pt x="390" y="114"/>
                    <a:pt x="390" y="115"/>
                  </a:cubicBezTo>
                  <a:cubicBezTo>
                    <a:pt x="389" y="117"/>
                    <a:pt x="390" y="119"/>
                    <a:pt x="389" y="120"/>
                  </a:cubicBezTo>
                  <a:cubicBezTo>
                    <a:pt x="389" y="121"/>
                    <a:pt x="388" y="121"/>
                    <a:pt x="387" y="122"/>
                  </a:cubicBezTo>
                  <a:cubicBezTo>
                    <a:pt x="386" y="122"/>
                    <a:pt x="384" y="124"/>
                    <a:pt x="384" y="124"/>
                  </a:cubicBezTo>
                  <a:cubicBezTo>
                    <a:pt x="383" y="126"/>
                    <a:pt x="382" y="129"/>
                    <a:pt x="382" y="131"/>
                  </a:cubicBezTo>
                  <a:cubicBezTo>
                    <a:pt x="382" y="132"/>
                    <a:pt x="382" y="134"/>
                    <a:pt x="382" y="134"/>
                  </a:cubicBezTo>
                  <a:cubicBezTo>
                    <a:pt x="382" y="135"/>
                    <a:pt x="382" y="137"/>
                    <a:pt x="382" y="137"/>
                  </a:cubicBezTo>
                  <a:cubicBezTo>
                    <a:pt x="381" y="138"/>
                    <a:pt x="380" y="137"/>
                    <a:pt x="379" y="137"/>
                  </a:cubicBezTo>
                  <a:cubicBezTo>
                    <a:pt x="379" y="137"/>
                    <a:pt x="378" y="137"/>
                    <a:pt x="378" y="137"/>
                  </a:cubicBezTo>
                  <a:cubicBezTo>
                    <a:pt x="377" y="138"/>
                    <a:pt x="376" y="138"/>
                    <a:pt x="376" y="139"/>
                  </a:cubicBezTo>
                  <a:cubicBezTo>
                    <a:pt x="375" y="139"/>
                    <a:pt x="373" y="140"/>
                    <a:pt x="373" y="140"/>
                  </a:cubicBezTo>
                  <a:cubicBezTo>
                    <a:pt x="372" y="142"/>
                    <a:pt x="373" y="145"/>
                    <a:pt x="373" y="146"/>
                  </a:cubicBezTo>
                  <a:cubicBezTo>
                    <a:pt x="373" y="147"/>
                    <a:pt x="374" y="149"/>
                    <a:pt x="374" y="150"/>
                  </a:cubicBezTo>
                  <a:cubicBezTo>
                    <a:pt x="373" y="151"/>
                    <a:pt x="371" y="152"/>
                    <a:pt x="370" y="152"/>
                  </a:cubicBezTo>
                  <a:cubicBezTo>
                    <a:pt x="369" y="152"/>
                    <a:pt x="367" y="151"/>
                    <a:pt x="366" y="151"/>
                  </a:cubicBezTo>
                  <a:cubicBezTo>
                    <a:pt x="364" y="151"/>
                    <a:pt x="361" y="151"/>
                    <a:pt x="359" y="151"/>
                  </a:cubicBezTo>
                  <a:cubicBezTo>
                    <a:pt x="357" y="151"/>
                    <a:pt x="354" y="151"/>
                    <a:pt x="353" y="152"/>
                  </a:cubicBezTo>
                  <a:cubicBezTo>
                    <a:pt x="351" y="152"/>
                    <a:pt x="347" y="154"/>
                    <a:pt x="345" y="154"/>
                  </a:cubicBezTo>
                  <a:cubicBezTo>
                    <a:pt x="344" y="154"/>
                    <a:pt x="341" y="153"/>
                    <a:pt x="340" y="154"/>
                  </a:cubicBezTo>
                  <a:cubicBezTo>
                    <a:pt x="339" y="155"/>
                    <a:pt x="338" y="157"/>
                    <a:pt x="338" y="158"/>
                  </a:cubicBezTo>
                  <a:cubicBezTo>
                    <a:pt x="337" y="158"/>
                    <a:pt x="335" y="160"/>
                    <a:pt x="335" y="161"/>
                  </a:cubicBezTo>
                  <a:cubicBezTo>
                    <a:pt x="334" y="162"/>
                    <a:pt x="333" y="164"/>
                    <a:pt x="332" y="165"/>
                  </a:cubicBezTo>
                  <a:cubicBezTo>
                    <a:pt x="331" y="165"/>
                    <a:pt x="328" y="165"/>
                    <a:pt x="328" y="164"/>
                  </a:cubicBezTo>
                  <a:cubicBezTo>
                    <a:pt x="327" y="164"/>
                    <a:pt x="325" y="161"/>
                    <a:pt x="325" y="160"/>
                  </a:cubicBezTo>
                  <a:cubicBezTo>
                    <a:pt x="325" y="159"/>
                    <a:pt x="326" y="156"/>
                    <a:pt x="325" y="155"/>
                  </a:cubicBezTo>
                  <a:cubicBezTo>
                    <a:pt x="325" y="154"/>
                    <a:pt x="325" y="150"/>
                    <a:pt x="325" y="149"/>
                  </a:cubicBezTo>
                  <a:cubicBezTo>
                    <a:pt x="325" y="148"/>
                    <a:pt x="323" y="146"/>
                    <a:pt x="322" y="145"/>
                  </a:cubicBezTo>
                  <a:cubicBezTo>
                    <a:pt x="322" y="144"/>
                    <a:pt x="322" y="141"/>
                    <a:pt x="322" y="140"/>
                  </a:cubicBezTo>
                  <a:cubicBezTo>
                    <a:pt x="322" y="139"/>
                    <a:pt x="322" y="136"/>
                    <a:pt x="321" y="134"/>
                  </a:cubicBezTo>
                  <a:cubicBezTo>
                    <a:pt x="321" y="133"/>
                    <a:pt x="320" y="129"/>
                    <a:pt x="319" y="128"/>
                  </a:cubicBezTo>
                  <a:cubicBezTo>
                    <a:pt x="319" y="127"/>
                    <a:pt x="319" y="125"/>
                    <a:pt x="319" y="125"/>
                  </a:cubicBezTo>
                  <a:cubicBezTo>
                    <a:pt x="318" y="124"/>
                    <a:pt x="317" y="123"/>
                    <a:pt x="317" y="123"/>
                  </a:cubicBezTo>
                  <a:cubicBezTo>
                    <a:pt x="316" y="122"/>
                    <a:pt x="314" y="123"/>
                    <a:pt x="313" y="123"/>
                  </a:cubicBezTo>
                  <a:cubicBezTo>
                    <a:pt x="313" y="123"/>
                    <a:pt x="311" y="125"/>
                    <a:pt x="311" y="125"/>
                  </a:cubicBezTo>
                  <a:cubicBezTo>
                    <a:pt x="310" y="126"/>
                    <a:pt x="307" y="128"/>
                    <a:pt x="306" y="128"/>
                  </a:cubicBezTo>
                  <a:cubicBezTo>
                    <a:pt x="305" y="128"/>
                    <a:pt x="303" y="128"/>
                    <a:pt x="302" y="129"/>
                  </a:cubicBezTo>
                  <a:cubicBezTo>
                    <a:pt x="301" y="129"/>
                    <a:pt x="299" y="130"/>
                    <a:pt x="298" y="131"/>
                  </a:cubicBezTo>
                  <a:cubicBezTo>
                    <a:pt x="297" y="132"/>
                    <a:pt x="295" y="134"/>
                    <a:pt x="294" y="135"/>
                  </a:cubicBezTo>
                  <a:cubicBezTo>
                    <a:pt x="293" y="136"/>
                    <a:pt x="291" y="137"/>
                    <a:pt x="290" y="138"/>
                  </a:cubicBezTo>
                  <a:cubicBezTo>
                    <a:pt x="289" y="139"/>
                    <a:pt x="288" y="140"/>
                    <a:pt x="287" y="141"/>
                  </a:cubicBezTo>
                  <a:cubicBezTo>
                    <a:pt x="285" y="141"/>
                    <a:pt x="281" y="142"/>
                    <a:pt x="279" y="142"/>
                  </a:cubicBezTo>
                  <a:cubicBezTo>
                    <a:pt x="277" y="142"/>
                    <a:pt x="273" y="142"/>
                    <a:pt x="271" y="142"/>
                  </a:cubicBezTo>
                  <a:cubicBezTo>
                    <a:pt x="269" y="142"/>
                    <a:pt x="265" y="142"/>
                    <a:pt x="263" y="142"/>
                  </a:cubicBezTo>
                  <a:cubicBezTo>
                    <a:pt x="260" y="142"/>
                    <a:pt x="256" y="144"/>
                    <a:pt x="254" y="146"/>
                  </a:cubicBezTo>
                  <a:cubicBezTo>
                    <a:pt x="253" y="146"/>
                    <a:pt x="251" y="149"/>
                    <a:pt x="250" y="150"/>
                  </a:cubicBezTo>
                  <a:cubicBezTo>
                    <a:pt x="250" y="151"/>
                    <a:pt x="250" y="154"/>
                    <a:pt x="250" y="155"/>
                  </a:cubicBezTo>
                  <a:cubicBezTo>
                    <a:pt x="250" y="157"/>
                    <a:pt x="251" y="159"/>
                    <a:pt x="252" y="161"/>
                  </a:cubicBezTo>
                  <a:cubicBezTo>
                    <a:pt x="252" y="162"/>
                    <a:pt x="254" y="164"/>
                    <a:pt x="254" y="165"/>
                  </a:cubicBezTo>
                  <a:cubicBezTo>
                    <a:pt x="254" y="166"/>
                    <a:pt x="253" y="169"/>
                    <a:pt x="253" y="170"/>
                  </a:cubicBezTo>
                  <a:cubicBezTo>
                    <a:pt x="254" y="171"/>
                    <a:pt x="255" y="173"/>
                    <a:pt x="256" y="174"/>
                  </a:cubicBezTo>
                  <a:cubicBezTo>
                    <a:pt x="257" y="174"/>
                    <a:pt x="260" y="173"/>
                    <a:pt x="261" y="173"/>
                  </a:cubicBezTo>
                  <a:cubicBezTo>
                    <a:pt x="262" y="174"/>
                    <a:pt x="263" y="175"/>
                    <a:pt x="264" y="176"/>
                  </a:cubicBezTo>
                  <a:cubicBezTo>
                    <a:pt x="264" y="177"/>
                    <a:pt x="266" y="180"/>
                    <a:pt x="266" y="182"/>
                  </a:cubicBezTo>
                  <a:cubicBezTo>
                    <a:pt x="266" y="183"/>
                    <a:pt x="265" y="185"/>
                    <a:pt x="265" y="187"/>
                  </a:cubicBezTo>
                  <a:cubicBezTo>
                    <a:pt x="264" y="188"/>
                    <a:pt x="263" y="192"/>
                    <a:pt x="263" y="194"/>
                  </a:cubicBezTo>
                  <a:cubicBezTo>
                    <a:pt x="262" y="195"/>
                    <a:pt x="259" y="197"/>
                    <a:pt x="258" y="198"/>
                  </a:cubicBezTo>
                  <a:cubicBezTo>
                    <a:pt x="257" y="199"/>
                    <a:pt x="255" y="199"/>
                    <a:pt x="254" y="200"/>
                  </a:cubicBezTo>
                  <a:cubicBezTo>
                    <a:pt x="252" y="200"/>
                    <a:pt x="249" y="202"/>
                    <a:pt x="248" y="203"/>
                  </a:cubicBezTo>
                  <a:cubicBezTo>
                    <a:pt x="247" y="204"/>
                    <a:pt x="247" y="207"/>
                    <a:pt x="247" y="209"/>
                  </a:cubicBezTo>
                  <a:cubicBezTo>
                    <a:pt x="247" y="211"/>
                    <a:pt x="247" y="214"/>
                    <a:pt x="248" y="216"/>
                  </a:cubicBezTo>
                  <a:cubicBezTo>
                    <a:pt x="248" y="219"/>
                    <a:pt x="249" y="224"/>
                    <a:pt x="249" y="226"/>
                  </a:cubicBezTo>
                  <a:cubicBezTo>
                    <a:pt x="250" y="228"/>
                    <a:pt x="252" y="232"/>
                    <a:pt x="252" y="235"/>
                  </a:cubicBezTo>
                  <a:cubicBezTo>
                    <a:pt x="252" y="236"/>
                    <a:pt x="252" y="239"/>
                    <a:pt x="252" y="240"/>
                  </a:cubicBezTo>
                  <a:cubicBezTo>
                    <a:pt x="251" y="242"/>
                    <a:pt x="249" y="245"/>
                    <a:pt x="249" y="247"/>
                  </a:cubicBezTo>
                  <a:cubicBezTo>
                    <a:pt x="248" y="248"/>
                    <a:pt x="247" y="251"/>
                    <a:pt x="246" y="252"/>
                  </a:cubicBezTo>
                  <a:cubicBezTo>
                    <a:pt x="245" y="253"/>
                    <a:pt x="243" y="255"/>
                    <a:pt x="242" y="256"/>
                  </a:cubicBezTo>
                  <a:cubicBezTo>
                    <a:pt x="241" y="256"/>
                    <a:pt x="239" y="258"/>
                    <a:pt x="238" y="258"/>
                  </a:cubicBezTo>
                  <a:cubicBezTo>
                    <a:pt x="236" y="259"/>
                    <a:pt x="234" y="258"/>
                    <a:pt x="232" y="258"/>
                  </a:cubicBezTo>
                  <a:cubicBezTo>
                    <a:pt x="231" y="258"/>
                    <a:pt x="230" y="258"/>
                    <a:pt x="229" y="259"/>
                  </a:cubicBezTo>
                  <a:cubicBezTo>
                    <a:pt x="228" y="259"/>
                    <a:pt x="228" y="262"/>
                    <a:pt x="229" y="263"/>
                  </a:cubicBezTo>
                  <a:cubicBezTo>
                    <a:pt x="229" y="264"/>
                    <a:pt x="231" y="265"/>
                    <a:pt x="232" y="266"/>
                  </a:cubicBezTo>
                  <a:cubicBezTo>
                    <a:pt x="232" y="267"/>
                    <a:pt x="232" y="269"/>
                    <a:pt x="232" y="270"/>
                  </a:cubicBezTo>
                  <a:cubicBezTo>
                    <a:pt x="232" y="271"/>
                    <a:pt x="232" y="274"/>
                    <a:pt x="231" y="275"/>
                  </a:cubicBezTo>
                  <a:cubicBezTo>
                    <a:pt x="231" y="276"/>
                    <a:pt x="229" y="277"/>
                    <a:pt x="228" y="278"/>
                  </a:cubicBezTo>
                  <a:cubicBezTo>
                    <a:pt x="227" y="278"/>
                    <a:pt x="226" y="280"/>
                    <a:pt x="225" y="280"/>
                  </a:cubicBezTo>
                  <a:cubicBezTo>
                    <a:pt x="224" y="280"/>
                    <a:pt x="223" y="280"/>
                    <a:pt x="222" y="280"/>
                  </a:cubicBezTo>
                  <a:cubicBezTo>
                    <a:pt x="221" y="280"/>
                    <a:pt x="220" y="279"/>
                    <a:pt x="219" y="279"/>
                  </a:cubicBezTo>
                  <a:cubicBezTo>
                    <a:pt x="218" y="279"/>
                    <a:pt x="216" y="278"/>
                    <a:pt x="215" y="278"/>
                  </a:cubicBezTo>
                  <a:cubicBezTo>
                    <a:pt x="213" y="278"/>
                    <a:pt x="210" y="278"/>
                    <a:pt x="209" y="278"/>
                  </a:cubicBezTo>
                  <a:cubicBezTo>
                    <a:pt x="207" y="278"/>
                    <a:pt x="205" y="278"/>
                    <a:pt x="203" y="279"/>
                  </a:cubicBezTo>
                  <a:cubicBezTo>
                    <a:pt x="202" y="279"/>
                    <a:pt x="201" y="281"/>
                    <a:pt x="200" y="281"/>
                  </a:cubicBezTo>
                  <a:cubicBezTo>
                    <a:pt x="199" y="282"/>
                    <a:pt x="197" y="282"/>
                    <a:pt x="196" y="282"/>
                  </a:cubicBezTo>
                  <a:cubicBezTo>
                    <a:pt x="194" y="282"/>
                    <a:pt x="191" y="282"/>
                    <a:pt x="190" y="282"/>
                  </a:cubicBezTo>
                  <a:cubicBezTo>
                    <a:pt x="188" y="281"/>
                    <a:pt x="186" y="280"/>
                    <a:pt x="185" y="280"/>
                  </a:cubicBezTo>
                  <a:cubicBezTo>
                    <a:pt x="184" y="280"/>
                    <a:pt x="182" y="280"/>
                    <a:pt x="181" y="280"/>
                  </a:cubicBezTo>
                  <a:cubicBezTo>
                    <a:pt x="179" y="280"/>
                    <a:pt x="177" y="281"/>
                    <a:pt x="176" y="282"/>
                  </a:cubicBezTo>
                  <a:cubicBezTo>
                    <a:pt x="175" y="283"/>
                    <a:pt x="173" y="286"/>
                    <a:pt x="173" y="287"/>
                  </a:cubicBezTo>
                  <a:cubicBezTo>
                    <a:pt x="172" y="287"/>
                    <a:pt x="171" y="289"/>
                    <a:pt x="170" y="290"/>
                  </a:cubicBezTo>
                  <a:cubicBezTo>
                    <a:pt x="170" y="291"/>
                    <a:pt x="169" y="294"/>
                    <a:pt x="169" y="295"/>
                  </a:cubicBezTo>
                  <a:cubicBezTo>
                    <a:pt x="168" y="297"/>
                    <a:pt x="167" y="300"/>
                    <a:pt x="166" y="301"/>
                  </a:cubicBezTo>
                  <a:cubicBezTo>
                    <a:pt x="165" y="301"/>
                    <a:pt x="164" y="302"/>
                    <a:pt x="164" y="303"/>
                  </a:cubicBezTo>
                  <a:cubicBezTo>
                    <a:pt x="163" y="304"/>
                    <a:pt x="162" y="306"/>
                    <a:pt x="162" y="307"/>
                  </a:cubicBezTo>
                  <a:cubicBezTo>
                    <a:pt x="161" y="309"/>
                    <a:pt x="160" y="311"/>
                    <a:pt x="159" y="313"/>
                  </a:cubicBezTo>
                  <a:cubicBezTo>
                    <a:pt x="158" y="314"/>
                    <a:pt x="157" y="315"/>
                    <a:pt x="156" y="316"/>
                  </a:cubicBezTo>
                  <a:cubicBezTo>
                    <a:pt x="154" y="317"/>
                    <a:pt x="151" y="318"/>
                    <a:pt x="149" y="319"/>
                  </a:cubicBezTo>
                  <a:cubicBezTo>
                    <a:pt x="148" y="320"/>
                    <a:pt x="145" y="323"/>
                    <a:pt x="144" y="324"/>
                  </a:cubicBezTo>
                  <a:cubicBezTo>
                    <a:pt x="143" y="326"/>
                    <a:pt x="142" y="328"/>
                    <a:pt x="141" y="330"/>
                  </a:cubicBezTo>
                  <a:cubicBezTo>
                    <a:pt x="141" y="331"/>
                    <a:pt x="140" y="334"/>
                    <a:pt x="139" y="335"/>
                  </a:cubicBezTo>
                  <a:cubicBezTo>
                    <a:pt x="139" y="337"/>
                    <a:pt x="140" y="339"/>
                    <a:pt x="141" y="341"/>
                  </a:cubicBezTo>
                  <a:cubicBezTo>
                    <a:pt x="141" y="342"/>
                    <a:pt x="143" y="346"/>
                    <a:pt x="144" y="348"/>
                  </a:cubicBezTo>
                  <a:cubicBezTo>
                    <a:pt x="144" y="349"/>
                    <a:pt x="144" y="352"/>
                    <a:pt x="144" y="354"/>
                  </a:cubicBezTo>
                  <a:cubicBezTo>
                    <a:pt x="144" y="355"/>
                    <a:pt x="144" y="358"/>
                    <a:pt x="144" y="360"/>
                  </a:cubicBezTo>
                  <a:cubicBezTo>
                    <a:pt x="144" y="362"/>
                    <a:pt x="146" y="365"/>
                    <a:pt x="147" y="366"/>
                  </a:cubicBezTo>
                  <a:cubicBezTo>
                    <a:pt x="147" y="367"/>
                    <a:pt x="147" y="369"/>
                    <a:pt x="148" y="370"/>
                  </a:cubicBezTo>
                  <a:cubicBezTo>
                    <a:pt x="147" y="370"/>
                    <a:pt x="146" y="370"/>
                    <a:pt x="145" y="370"/>
                  </a:cubicBezTo>
                  <a:cubicBezTo>
                    <a:pt x="144" y="370"/>
                    <a:pt x="141" y="370"/>
                    <a:pt x="140" y="369"/>
                  </a:cubicBezTo>
                  <a:cubicBezTo>
                    <a:pt x="139" y="369"/>
                    <a:pt x="139" y="367"/>
                    <a:pt x="139" y="366"/>
                  </a:cubicBezTo>
                  <a:cubicBezTo>
                    <a:pt x="139" y="365"/>
                    <a:pt x="138" y="363"/>
                    <a:pt x="137" y="362"/>
                  </a:cubicBezTo>
                  <a:cubicBezTo>
                    <a:pt x="137" y="361"/>
                    <a:pt x="135" y="361"/>
                    <a:pt x="134" y="361"/>
                  </a:cubicBezTo>
                  <a:cubicBezTo>
                    <a:pt x="133" y="361"/>
                    <a:pt x="132" y="360"/>
                    <a:pt x="132" y="360"/>
                  </a:cubicBezTo>
                  <a:cubicBezTo>
                    <a:pt x="131" y="359"/>
                    <a:pt x="128" y="359"/>
                    <a:pt x="127" y="358"/>
                  </a:cubicBezTo>
                  <a:cubicBezTo>
                    <a:pt x="126" y="357"/>
                    <a:pt x="125" y="356"/>
                    <a:pt x="124" y="355"/>
                  </a:cubicBezTo>
                  <a:cubicBezTo>
                    <a:pt x="123" y="355"/>
                    <a:pt x="122" y="354"/>
                    <a:pt x="121" y="354"/>
                  </a:cubicBezTo>
                  <a:cubicBezTo>
                    <a:pt x="120" y="354"/>
                    <a:pt x="119" y="354"/>
                    <a:pt x="118" y="354"/>
                  </a:cubicBezTo>
                  <a:cubicBezTo>
                    <a:pt x="116" y="355"/>
                    <a:pt x="113" y="357"/>
                    <a:pt x="112" y="359"/>
                  </a:cubicBezTo>
                  <a:cubicBezTo>
                    <a:pt x="111" y="359"/>
                    <a:pt x="108" y="361"/>
                    <a:pt x="108" y="362"/>
                  </a:cubicBezTo>
                  <a:cubicBezTo>
                    <a:pt x="107" y="363"/>
                    <a:pt x="106" y="365"/>
                    <a:pt x="105" y="366"/>
                  </a:cubicBezTo>
                  <a:cubicBezTo>
                    <a:pt x="104" y="367"/>
                    <a:pt x="102" y="368"/>
                    <a:pt x="102" y="369"/>
                  </a:cubicBezTo>
                  <a:cubicBezTo>
                    <a:pt x="101" y="370"/>
                    <a:pt x="100" y="372"/>
                    <a:pt x="100" y="373"/>
                  </a:cubicBezTo>
                  <a:cubicBezTo>
                    <a:pt x="99" y="375"/>
                    <a:pt x="97" y="379"/>
                    <a:pt x="96" y="381"/>
                  </a:cubicBezTo>
                  <a:cubicBezTo>
                    <a:pt x="95" y="382"/>
                    <a:pt x="94" y="384"/>
                    <a:pt x="93" y="385"/>
                  </a:cubicBezTo>
                  <a:cubicBezTo>
                    <a:pt x="91" y="387"/>
                    <a:pt x="88" y="390"/>
                    <a:pt x="87" y="391"/>
                  </a:cubicBezTo>
                  <a:cubicBezTo>
                    <a:pt x="85" y="392"/>
                    <a:pt x="83" y="394"/>
                    <a:pt x="82" y="395"/>
                  </a:cubicBezTo>
                  <a:cubicBezTo>
                    <a:pt x="80" y="395"/>
                    <a:pt x="77" y="395"/>
                    <a:pt x="76" y="395"/>
                  </a:cubicBezTo>
                  <a:cubicBezTo>
                    <a:pt x="75" y="394"/>
                    <a:pt x="72" y="393"/>
                    <a:pt x="71" y="391"/>
                  </a:cubicBezTo>
                  <a:cubicBezTo>
                    <a:pt x="70" y="390"/>
                    <a:pt x="70" y="388"/>
                    <a:pt x="69" y="386"/>
                  </a:cubicBezTo>
                  <a:cubicBezTo>
                    <a:pt x="69" y="385"/>
                    <a:pt x="68" y="381"/>
                    <a:pt x="67" y="380"/>
                  </a:cubicBezTo>
                  <a:cubicBezTo>
                    <a:pt x="67" y="378"/>
                    <a:pt x="68" y="375"/>
                    <a:pt x="67" y="374"/>
                  </a:cubicBezTo>
                  <a:cubicBezTo>
                    <a:pt x="67" y="372"/>
                    <a:pt x="67" y="367"/>
                    <a:pt x="66" y="365"/>
                  </a:cubicBezTo>
                  <a:cubicBezTo>
                    <a:pt x="66" y="364"/>
                    <a:pt x="64" y="362"/>
                    <a:pt x="64" y="361"/>
                  </a:cubicBezTo>
                  <a:cubicBezTo>
                    <a:pt x="63" y="360"/>
                    <a:pt x="61" y="359"/>
                    <a:pt x="60" y="358"/>
                  </a:cubicBezTo>
                  <a:cubicBezTo>
                    <a:pt x="59" y="358"/>
                    <a:pt x="56" y="357"/>
                    <a:pt x="55" y="357"/>
                  </a:cubicBezTo>
                  <a:cubicBezTo>
                    <a:pt x="53" y="357"/>
                    <a:pt x="50" y="357"/>
                    <a:pt x="48" y="357"/>
                  </a:cubicBezTo>
                  <a:cubicBezTo>
                    <a:pt x="46" y="357"/>
                    <a:pt x="43" y="358"/>
                    <a:pt x="41" y="359"/>
                  </a:cubicBezTo>
                  <a:cubicBezTo>
                    <a:pt x="40" y="359"/>
                    <a:pt x="38" y="361"/>
                    <a:pt x="36" y="362"/>
                  </a:cubicBezTo>
                  <a:cubicBezTo>
                    <a:pt x="35" y="363"/>
                    <a:pt x="31" y="363"/>
                    <a:pt x="29" y="364"/>
                  </a:cubicBezTo>
                  <a:cubicBezTo>
                    <a:pt x="28" y="364"/>
                    <a:pt x="26" y="364"/>
                    <a:pt x="25" y="364"/>
                  </a:cubicBezTo>
                  <a:cubicBezTo>
                    <a:pt x="25" y="364"/>
                    <a:pt x="25" y="364"/>
                    <a:pt x="24" y="364"/>
                  </a:cubicBezTo>
                  <a:cubicBezTo>
                    <a:pt x="24" y="362"/>
                    <a:pt x="24" y="359"/>
                    <a:pt x="24" y="358"/>
                  </a:cubicBezTo>
                  <a:cubicBezTo>
                    <a:pt x="24" y="357"/>
                    <a:pt x="23" y="356"/>
                    <a:pt x="22" y="356"/>
                  </a:cubicBezTo>
                  <a:cubicBezTo>
                    <a:pt x="22" y="355"/>
                    <a:pt x="21" y="353"/>
                    <a:pt x="21" y="353"/>
                  </a:cubicBezTo>
                  <a:cubicBezTo>
                    <a:pt x="21" y="352"/>
                    <a:pt x="21" y="351"/>
                    <a:pt x="21" y="350"/>
                  </a:cubicBezTo>
                  <a:cubicBezTo>
                    <a:pt x="21" y="349"/>
                    <a:pt x="20" y="348"/>
                    <a:pt x="20" y="348"/>
                  </a:cubicBezTo>
                  <a:cubicBezTo>
                    <a:pt x="20" y="347"/>
                    <a:pt x="19" y="346"/>
                    <a:pt x="18" y="346"/>
                  </a:cubicBezTo>
                  <a:cubicBezTo>
                    <a:pt x="18" y="345"/>
                    <a:pt x="17" y="344"/>
                    <a:pt x="17" y="343"/>
                  </a:cubicBezTo>
                  <a:cubicBezTo>
                    <a:pt x="17" y="342"/>
                    <a:pt x="17" y="340"/>
                    <a:pt x="17" y="339"/>
                  </a:cubicBezTo>
                  <a:cubicBezTo>
                    <a:pt x="17" y="338"/>
                    <a:pt x="16" y="335"/>
                    <a:pt x="15" y="334"/>
                  </a:cubicBezTo>
                  <a:cubicBezTo>
                    <a:pt x="15" y="333"/>
                    <a:pt x="13" y="331"/>
                    <a:pt x="12" y="331"/>
                  </a:cubicBezTo>
                  <a:cubicBezTo>
                    <a:pt x="11" y="330"/>
                    <a:pt x="9" y="331"/>
                    <a:pt x="8" y="331"/>
                  </a:cubicBezTo>
                  <a:cubicBezTo>
                    <a:pt x="8" y="331"/>
                    <a:pt x="6" y="331"/>
                    <a:pt x="5" y="331"/>
                  </a:cubicBezTo>
                  <a:cubicBezTo>
                    <a:pt x="4" y="331"/>
                    <a:pt x="2" y="330"/>
                    <a:pt x="2" y="329"/>
                  </a:cubicBezTo>
                  <a:cubicBezTo>
                    <a:pt x="1" y="329"/>
                    <a:pt x="0" y="328"/>
                    <a:pt x="0" y="327"/>
                  </a:cubicBezTo>
                  <a:cubicBezTo>
                    <a:pt x="0" y="326"/>
                    <a:pt x="1" y="325"/>
                    <a:pt x="2" y="325"/>
                  </a:cubicBezTo>
                  <a:cubicBezTo>
                    <a:pt x="2" y="324"/>
                    <a:pt x="4" y="325"/>
                    <a:pt x="4" y="325"/>
                  </a:cubicBezTo>
                  <a:cubicBezTo>
                    <a:pt x="5" y="325"/>
                    <a:pt x="7" y="325"/>
                    <a:pt x="7" y="325"/>
                  </a:cubicBezTo>
                  <a:cubicBezTo>
                    <a:pt x="8" y="325"/>
                    <a:pt x="10" y="326"/>
                    <a:pt x="11" y="326"/>
                  </a:cubicBezTo>
                  <a:cubicBezTo>
                    <a:pt x="12" y="326"/>
                    <a:pt x="13" y="328"/>
                    <a:pt x="14" y="328"/>
                  </a:cubicBezTo>
                  <a:cubicBezTo>
                    <a:pt x="15" y="328"/>
                    <a:pt x="16" y="329"/>
                    <a:pt x="16" y="329"/>
                  </a:cubicBezTo>
                  <a:cubicBezTo>
                    <a:pt x="17" y="329"/>
                    <a:pt x="19" y="329"/>
                    <a:pt x="20" y="329"/>
                  </a:cubicBezTo>
                  <a:cubicBezTo>
                    <a:pt x="21" y="328"/>
                    <a:pt x="23" y="326"/>
                    <a:pt x="24" y="326"/>
                  </a:cubicBezTo>
                  <a:cubicBezTo>
                    <a:pt x="24" y="325"/>
                    <a:pt x="26" y="325"/>
                    <a:pt x="26" y="324"/>
                  </a:cubicBezTo>
                  <a:cubicBezTo>
                    <a:pt x="27" y="324"/>
                    <a:pt x="29" y="324"/>
                    <a:pt x="30" y="323"/>
                  </a:cubicBezTo>
                  <a:cubicBezTo>
                    <a:pt x="30" y="323"/>
                    <a:pt x="32" y="322"/>
                    <a:pt x="32" y="322"/>
                  </a:cubicBezTo>
                  <a:cubicBezTo>
                    <a:pt x="34" y="321"/>
                    <a:pt x="37" y="318"/>
                    <a:pt x="39" y="317"/>
                  </a:cubicBezTo>
                  <a:cubicBezTo>
                    <a:pt x="41" y="315"/>
                    <a:pt x="46" y="311"/>
                    <a:pt x="48" y="309"/>
                  </a:cubicBezTo>
                  <a:cubicBezTo>
                    <a:pt x="50" y="308"/>
                    <a:pt x="53" y="304"/>
                    <a:pt x="54" y="303"/>
                  </a:cubicBezTo>
                  <a:cubicBezTo>
                    <a:pt x="55" y="302"/>
                    <a:pt x="57" y="301"/>
                    <a:pt x="58" y="301"/>
                  </a:cubicBezTo>
                  <a:cubicBezTo>
                    <a:pt x="58" y="301"/>
                    <a:pt x="60" y="301"/>
                    <a:pt x="61" y="301"/>
                  </a:cubicBezTo>
                  <a:cubicBezTo>
                    <a:pt x="61" y="301"/>
                    <a:pt x="62" y="302"/>
                    <a:pt x="63" y="302"/>
                  </a:cubicBezTo>
                  <a:cubicBezTo>
                    <a:pt x="63" y="303"/>
                    <a:pt x="63" y="305"/>
                    <a:pt x="64" y="306"/>
                  </a:cubicBezTo>
                  <a:cubicBezTo>
                    <a:pt x="64" y="306"/>
                    <a:pt x="65" y="307"/>
                    <a:pt x="66" y="307"/>
                  </a:cubicBezTo>
                  <a:cubicBezTo>
                    <a:pt x="66" y="308"/>
                    <a:pt x="67" y="308"/>
                    <a:pt x="67" y="309"/>
                  </a:cubicBezTo>
                  <a:cubicBezTo>
                    <a:pt x="67" y="309"/>
                    <a:pt x="65" y="309"/>
                    <a:pt x="64" y="309"/>
                  </a:cubicBezTo>
                  <a:cubicBezTo>
                    <a:pt x="64" y="309"/>
                    <a:pt x="63" y="309"/>
                    <a:pt x="63" y="309"/>
                  </a:cubicBezTo>
                  <a:cubicBezTo>
                    <a:pt x="62" y="310"/>
                    <a:pt x="62" y="312"/>
                    <a:pt x="62" y="312"/>
                  </a:cubicBezTo>
                  <a:cubicBezTo>
                    <a:pt x="62" y="313"/>
                    <a:pt x="62" y="315"/>
                    <a:pt x="62" y="315"/>
                  </a:cubicBezTo>
                  <a:cubicBezTo>
                    <a:pt x="62" y="316"/>
                    <a:pt x="63" y="317"/>
                    <a:pt x="64" y="317"/>
                  </a:cubicBezTo>
                  <a:cubicBezTo>
                    <a:pt x="65" y="317"/>
                    <a:pt x="65" y="316"/>
                    <a:pt x="65" y="315"/>
                  </a:cubicBezTo>
                  <a:cubicBezTo>
                    <a:pt x="66" y="315"/>
                    <a:pt x="66" y="314"/>
                    <a:pt x="67" y="314"/>
                  </a:cubicBezTo>
                  <a:cubicBezTo>
                    <a:pt x="67" y="314"/>
                    <a:pt x="68" y="315"/>
                    <a:pt x="69" y="315"/>
                  </a:cubicBezTo>
                  <a:cubicBezTo>
                    <a:pt x="69" y="316"/>
                    <a:pt x="70" y="317"/>
                    <a:pt x="70" y="317"/>
                  </a:cubicBezTo>
                  <a:cubicBezTo>
                    <a:pt x="71" y="317"/>
                    <a:pt x="72" y="317"/>
                    <a:pt x="72" y="317"/>
                  </a:cubicBezTo>
                  <a:cubicBezTo>
                    <a:pt x="73" y="317"/>
                    <a:pt x="73" y="315"/>
                    <a:pt x="73" y="314"/>
                  </a:cubicBezTo>
                  <a:cubicBezTo>
                    <a:pt x="73" y="314"/>
                    <a:pt x="73" y="313"/>
                    <a:pt x="73" y="312"/>
                  </a:cubicBezTo>
                  <a:cubicBezTo>
                    <a:pt x="73" y="312"/>
                    <a:pt x="74" y="311"/>
                    <a:pt x="74" y="311"/>
                  </a:cubicBezTo>
                  <a:cubicBezTo>
                    <a:pt x="75" y="311"/>
                    <a:pt x="76" y="312"/>
                    <a:pt x="76" y="311"/>
                  </a:cubicBezTo>
                  <a:cubicBezTo>
                    <a:pt x="77" y="311"/>
                    <a:pt x="77" y="311"/>
                    <a:pt x="77" y="310"/>
                  </a:cubicBezTo>
                  <a:cubicBezTo>
                    <a:pt x="77" y="310"/>
                    <a:pt x="77" y="308"/>
                    <a:pt x="77" y="308"/>
                  </a:cubicBezTo>
                  <a:cubicBezTo>
                    <a:pt x="77" y="308"/>
                    <a:pt x="76" y="307"/>
                    <a:pt x="76" y="307"/>
                  </a:cubicBezTo>
                  <a:cubicBezTo>
                    <a:pt x="75" y="307"/>
                    <a:pt x="74" y="306"/>
                    <a:pt x="73" y="307"/>
                  </a:cubicBezTo>
                  <a:cubicBezTo>
                    <a:pt x="73" y="307"/>
                    <a:pt x="72" y="308"/>
                    <a:pt x="71" y="308"/>
                  </a:cubicBezTo>
                  <a:cubicBezTo>
                    <a:pt x="71" y="308"/>
                    <a:pt x="70" y="306"/>
                    <a:pt x="70" y="305"/>
                  </a:cubicBezTo>
                  <a:cubicBezTo>
                    <a:pt x="70" y="305"/>
                    <a:pt x="71" y="304"/>
                    <a:pt x="70" y="303"/>
                  </a:cubicBezTo>
                  <a:cubicBezTo>
                    <a:pt x="70" y="303"/>
                    <a:pt x="70" y="302"/>
                    <a:pt x="69" y="302"/>
                  </a:cubicBezTo>
                  <a:cubicBezTo>
                    <a:pt x="69" y="301"/>
                    <a:pt x="68" y="300"/>
                    <a:pt x="67" y="299"/>
                  </a:cubicBezTo>
                  <a:cubicBezTo>
                    <a:pt x="66" y="299"/>
                    <a:pt x="65" y="299"/>
                    <a:pt x="64" y="299"/>
                  </a:cubicBezTo>
                  <a:cubicBezTo>
                    <a:pt x="64" y="299"/>
                    <a:pt x="62" y="298"/>
                    <a:pt x="62" y="298"/>
                  </a:cubicBezTo>
                  <a:cubicBezTo>
                    <a:pt x="62" y="297"/>
                    <a:pt x="61" y="296"/>
                    <a:pt x="62" y="296"/>
                  </a:cubicBezTo>
                  <a:cubicBezTo>
                    <a:pt x="62" y="295"/>
                    <a:pt x="62" y="294"/>
                    <a:pt x="63" y="293"/>
                  </a:cubicBezTo>
                  <a:cubicBezTo>
                    <a:pt x="63" y="293"/>
                    <a:pt x="64" y="292"/>
                    <a:pt x="64" y="291"/>
                  </a:cubicBezTo>
                  <a:cubicBezTo>
                    <a:pt x="65" y="291"/>
                    <a:pt x="67" y="289"/>
                    <a:pt x="67" y="288"/>
                  </a:cubicBezTo>
                  <a:cubicBezTo>
                    <a:pt x="68" y="287"/>
                    <a:pt x="68" y="284"/>
                    <a:pt x="69" y="283"/>
                  </a:cubicBezTo>
                  <a:cubicBezTo>
                    <a:pt x="70" y="282"/>
                    <a:pt x="72" y="280"/>
                    <a:pt x="73" y="278"/>
                  </a:cubicBezTo>
                  <a:cubicBezTo>
                    <a:pt x="75" y="276"/>
                    <a:pt x="80" y="270"/>
                    <a:pt x="83" y="267"/>
                  </a:cubicBezTo>
                  <a:cubicBezTo>
                    <a:pt x="84" y="266"/>
                    <a:pt x="86" y="263"/>
                    <a:pt x="87" y="264"/>
                  </a:cubicBezTo>
                  <a:cubicBezTo>
                    <a:pt x="88" y="264"/>
                    <a:pt x="88" y="266"/>
                    <a:pt x="89" y="266"/>
                  </a:cubicBezTo>
                  <a:cubicBezTo>
                    <a:pt x="89" y="266"/>
                    <a:pt x="90" y="267"/>
                    <a:pt x="90" y="267"/>
                  </a:cubicBezTo>
                  <a:cubicBezTo>
                    <a:pt x="91" y="267"/>
                    <a:pt x="92" y="266"/>
                    <a:pt x="92" y="265"/>
                  </a:cubicBezTo>
                  <a:cubicBezTo>
                    <a:pt x="92" y="264"/>
                    <a:pt x="93" y="263"/>
                    <a:pt x="93" y="263"/>
                  </a:cubicBezTo>
                  <a:cubicBezTo>
                    <a:pt x="93" y="262"/>
                    <a:pt x="93" y="261"/>
                    <a:pt x="93" y="261"/>
                  </a:cubicBezTo>
                  <a:cubicBezTo>
                    <a:pt x="93" y="260"/>
                    <a:pt x="92" y="258"/>
                    <a:pt x="92" y="258"/>
                  </a:cubicBezTo>
                  <a:cubicBezTo>
                    <a:pt x="92" y="257"/>
                    <a:pt x="94" y="256"/>
                    <a:pt x="94" y="256"/>
                  </a:cubicBezTo>
                  <a:cubicBezTo>
                    <a:pt x="95" y="255"/>
                    <a:pt x="96" y="253"/>
                    <a:pt x="96" y="252"/>
                  </a:cubicBezTo>
                  <a:cubicBezTo>
                    <a:pt x="97" y="251"/>
                    <a:pt x="99" y="249"/>
                    <a:pt x="100" y="248"/>
                  </a:cubicBezTo>
                  <a:cubicBezTo>
                    <a:pt x="102" y="247"/>
                    <a:pt x="103" y="243"/>
                    <a:pt x="105" y="241"/>
                  </a:cubicBezTo>
                  <a:cubicBezTo>
                    <a:pt x="106" y="239"/>
                    <a:pt x="110" y="234"/>
                    <a:pt x="112" y="232"/>
                  </a:cubicBezTo>
                  <a:cubicBezTo>
                    <a:pt x="112" y="231"/>
                    <a:pt x="114" y="229"/>
                    <a:pt x="115" y="227"/>
                  </a:cubicBezTo>
                  <a:cubicBezTo>
                    <a:pt x="115" y="226"/>
                    <a:pt x="116" y="223"/>
                    <a:pt x="115" y="222"/>
                  </a:cubicBezTo>
                  <a:cubicBezTo>
                    <a:pt x="114" y="222"/>
                    <a:pt x="112" y="222"/>
                    <a:pt x="112" y="221"/>
                  </a:cubicBezTo>
                  <a:cubicBezTo>
                    <a:pt x="111" y="220"/>
                    <a:pt x="112" y="218"/>
                    <a:pt x="112" y="217"/>
                  </a:cubicBezTo>
                  <a:cubicBezTo>
                    <a:pt x="112" y="215"/>
                    <a:pt x="112" y="213"/>
                    <a:pt x="113" y="212"/>
                  </a:cubicBezTo>
                  <a:cubicBezTo>
                    <a:pt x="113" y="209"/>
                    <a:pt x="115" y="205"/>
                    <a:pt x="116" y="203"/>
                  </a:cubicBezTo>
                  <a:cubicBezTo>
                    <a:pt x="117" y="199"/>
                    <a:pt x="119" y="193"/>
                    <a:pt x="120" y="189"/>
                  </a:cubicBezTo>
                  <a:cubicBezTo>
                    <a:pt x="121" y="186"/>
                    <a:pt x="122" y="178"/>
                    <a:pt x="123" y="175"/>
                  </a:cubicBezTo>
                  <a:cubicBezTo>
                    <a:pt x="123" y="173"/>
                    <a:pt x="124" y="168"/>
                    <a:pt x="125" y="166"/>
                  </a:cubicBezTo>
                  <a:cubicBezTo>
                    <a:pt x="125" y="165"/>
                    <a:pt x="126" y="164"/>
                    <a:pt x="126" y="163"/>
                  </a:cubicBezTo>
                  <a:cubicBezTo>
                    <a:pt x="127" y="161"/>
                    <a:pt x="128" y="158"/>
                    <a:pt x="128" y="156"/>
                  </a:cubicBezTo>
                  <a:cubicBezTo>
                    <a:pt x="128" y="154"/>
                    <a:pt x="129" y="152"/>
                    <a:pt x="129" y="151"/>
                  </a:cubicBezTo>
                  <a:cubicBezTo>
                    <a:pt x="130" y="148"/>
                    <a:pt x="133" y="144"/>
                    <a:pt x="134" y="142"/>
                  </a:cubicBezTo>
                  <a:cubicBezTo>
                    <a:pt x="135" y="140"/>
                    <a:pt x="138" y="134"/>
                    <a:pt x="139" y="131"/>
                  </a:cubicBezTo>
                  <a:cubicBezTo>
                    <a:pt x="139" y="129"/>
                    <a:pt x="140" y="125"/>
                    <a:pt x="141" y="123"/>
                  </a:cubicBezTo>
                  <a:cubicBezTo>
                    <a:pt x="141" y="122"/>
                    <a:pt x="144" y="119"/>
                    <a:pt x="144" y="117"/>
                  </a:cubicBezTo>
                  <a:cubicBezTo>
                    <a:pt x="147" y="112"/>
                    <a:pt x="150" y="103"/>
                    <a:pt x="152" y="98"/>
                  </a:cubicBezTo>
                  <a:cubicBezTo>
                    <a:pt x="152" y="96"/>
                    <a:pt x="154" y="93"/>
                    <a:pt x="155" y="91"/>
                  </a:cubicBezTo>
                  <a:cubicBezTo>
                    <a:pt x="155" y="90"/>
                    <a:pt x="155" y="87"/>
                    <a:pt x="155" y="85"/>
                  </a:cubicBezTo>
                  <a:cubicBezTo>
                    <a:pt x="156" y="85"/>
                    <a:pt x="157" y="84"/>
                    <a:pt x="157" y="83"/>
                  </a:cubicBezTo>
                  <a:cubicBezTo>
                    <a:pt x="158" y="81"/>
                    <a:pt x="159" y="78"/>
                    <a:pt x="159" y="77"/>
                  </a:cubicBezTo>
                  <a:cubicBezTo>
                    <a:pt x="161" y="73"/>
                    <a:pt x="164" y="64"/>
                    <a:pt x="165" y="60"/>
                  </a:cubicBezTo>
                  <a:cubicBezTo>
                    <a:pt x="168" y="52"/>
                    <a:pt x="173" y="36"/>
                    <a:pt x="176" y="28"/>
                  </a:cubicBezTo>
                  <a:cubicBezTo>
                    <a:pt x="177" y="26"/>
                    <a:pt x="178" y="22"/>
                    <a:pt x="179" y="19"/>
                  </a:cubicBezTo>
                  <a:cubicBezTo>
                    <a:pt x="180" y="20"/>
                    <a:pt x="182" y="21"/>
                    <a:pt x="183" y="22"/>
                  </a:cubicBezTo>
                  <a:cubicBezTo>
                    <a:pt x="184" y="23"/>
                    <a:pt x="187" y="25"/>
                    <a:pt x="189" y="26"/>
                  </a:cubicBezTo>
                  <a:cubicBezTo>
                    <a:pt x="190" y="26"/>
                    <a:pt x="193" y="28"/>
                    <a:pt x="194" y="29"/>
                  </a:cubicBezTo>
                  <a:cubicBezTo>
                    <a:pt x="195" y="29"/>
                    <a:pt x="198" y="30"/>
                    <a:pt x="200" y="31"/>
                  </a:cubicBezTo>
                  <a:cubicBezTo>
                    <a:pt x="201" y="31"/>
                    <a:pt x="204" y="33"/>
                    <a:pt x="205" y="33"/>
                  </a:cubicBezTo>
                  <a:cubicBezTo>
                    <a:pt x="206" y="33"/>
                    <a:pt x="209" y="32"/>
                    <a:pt x="210" y="32"/>
                  </a:cubicBezTo>
                  <a:cubicBezTo>
                    <a:pt x="211" y="32"/>
                    <a:pt x="213" y="31"/>
                    <a:pt x="214" y="30"/>
                  </a:cubicBezTo>
                  <a:cubicBezTo>
                    <a:pt x="215" y="29"/>
                    <a:pt x="216" y="26"/>
                    <a:pt x="217" y="25"/>
                  </a:cubicBezTo>
                  <a:cubicBezTo>
                    <a:pt x="218" y="24"/>
                    <a:pt x="219" y="21"/>
                    <a:pt x="220" y="21"/>
                  </a:cubicBezTo>
                  <a:cubicBezTo>
                    <a:pt x="221" y="20"/>
                    <a:pt x="223" y="21"/>
                    <a:pt x="224" y="21"/>
                  </a:cubicBezTo>
                  <a:cubicBezTo>
                    <a:pt x="226" y="20"/>
                    <a:pt x="229" y="20"/>
                    <a:pt x="231" y="20"/>
                  </a:cubicBezTo>
                  <a:cubicBezTo>
                    <a:pt x="233" y="20"/>
                    <a:pt x="238" y="20"/>
                    <a:pt x="240" y="21"/>
                  </a:cubicBezTo>
                  <a:cubicBezTo>
                    <a:pt x="241" y="21"/>
                    <a:pt x="244" y="22"/>
                    <a:pt x="246" y="23"/>
                  </a:cubicBezTo>
                  <a:cubicBezTo>
                    <a:pt x="247" y="23"/>
                    <a:pt x="250" y="24"/>
                    <a:pt x="251" y="24"/>
                  </a:cubicBezTo>
                  <a:cubicBezTo>
                    <a:pt x="252" y="25"/>
                    <a:pt x="255" y="26"/>
                    <a:pt x="256" y="27"/>
                  </a:cubicBezTo>
                  <a:cubicBezTo>
                    <a:pt x="257" y="28"/>
                    <a:pt x="257" y="30"/>
                    <a:pt x="257" y="31"/>
                  </a:cubicBezTo>
                  <a:cubicBezTo>
                    <a:pt x="258" y="31"/>
                    <a:pt x="260" y="32"/>
                    <a:pt x="260" y="33"/>
                  </a:cubicBezTo>
                  <a:cubicBezTo>
                    <a:pt x="261" y="34"/>
                    <a:pt x="261" y="37"/>
                    <a:pt x="262" y="38"/>
                  </a:cubicBezTo>
                  <a:cubicBezTo>
                    <a:pt x="262" y="39"/>
                    <a:pt x="263" y="41"/>
                    <a:pt x="264" y="43"/>
                  </a:cubicBezTo>
                  <a:cubicBezTo>
                    <a:pt x="264" y="44"/>
                    <a:pt x="265" y="45"/>
                    <a:pt x="266" y="46"/>
                  </a:cubicBezTo>
                  <a:cubicBezTo>
                    <a:pt x="267" y="47"/>
                    <a:pt x="268" y="48"/>
                    <a:pt x="269" y="49"/>
                  </a:cubicBezTo>
                  <a:cubicBezTo>
                    <a:pt x="270" y="49"/>
                    <a:pt x="272" y="49"/>
                    <a:pt x="273" y="49"/>
                  </a:cubicBezTo>
                  <a:cubicBezTo>
                    <a:pt x="274" y="48"/>
                    <a:pt x="276" y="47"/>
                    <a:pt x="277" y="46"/>
                  </a:cubicBezTo>
                  <a:cubicBezTo>
                    <a:pt x="278" y="46"/>
                    <a:pt x="278" y="44"/>
                    <a:pt x="278" y="43"/>
                  </a:cubicBezTo>
                  <a:cubicBezTo>
                    <a:pt x="278" y="42"/>
                    <a:pt x="279" y="40"/>
                    <a:pt x="279" y="39"/>
                  </a:cubicBezTo>
                  <a:cubicBezTo>
                    <a:pt x="279" y="38"/>
                    <a:pt x="278" y="35"/>
                    <a:pt x="279" y="34"/>
                  </a:cubicBezTo>
                  <a:cubicBezTo>
                    <a:pt x="279" y="33"/>
                    <a:pt x="280" y="33"/>
                    <a:pt x="281" y="32"/>
                  </a:cubicBezTo>
                  <a:cubicBezTo>
                    <a:pt x="281" y="32"/>
                    <a:pt x="282" y="30"/>
                    <a:pt x="283" y="29"/>
                  </a:cubicBezTo>
                  <a:cubicBezTo>
                    <a:pt x="283" y="29"/>
                    <a:pt x="285" y="28"/>
                    <a:pt x="285" y="28"/>
                  </a:cubicBezTo>
                  <a:cubicBezTo>
                    <a:pt x="286" y="28"/>
                    <a:pt x="289" y="27"/>
                    <a:pt x="290" y="27"/>
                  </a:cubicBezTo>
                  <a:cubicBezTo>
                    <a:pt x="292" y="27"/>
                    <a:pt x="295" y="29"/>
                    <a:pt x="296" y="30"/>
                  </a:cubicBezTo>
                  <a:cubicBezTo>
                    <a:pt x="297" y="31"/>
                    <a:pt x="297" y="34"/>
                    <a:pt x="297" y="35"/>
                  </a:cubicBezTo>
                  <a:cubicBezTo>
                    <a:pt x="297" y="36"/>
                    <a:pt x="297" y="39"/>
                    <a:pt x="297" y="40"/>
                  </a:cubicBezTo>
                  <a:cubicBezTo>
                    <a:pt x="296" y="42"/>
                    <a:pt x="295" y="45"/>
                    <a:pt x="295" y="47"/>
                  </a:cubicBezTo>
                  <a:cubicBezTo>
                    <a:pt x="294" y="48"/>
                    <a:pt x="293" y="51"/>
                    <a:pt x="293" y="52"/>
                  </a:cubicBezTo>
                  <a:cubicBezTo>
                    <a:pt x="293" y="54"/>
                    <a:pt x="293" y="56"/>
                    <a:pt x="293" y="57"/>
                  </a:cubicBezTo>
                  <a:cubicBezTo>
                    <a:pt x="293" y="58"/>
                    <a:pt x="294" y="61"/>
                    <a:pt x="294" y="61"/>
                  </a:cubicBezTo>
                  <a:cubicBezTo>
                    <a:pt x="294" y="62"/>
                    <a:pt x="295" y="63"/>
                    <a:pt x="296" y="63"/>
                  </a:cubicBezTo>
                  <a:cubicBezTo>
                    <a:pt x="297" y="63"/>
                    <a:pt x="298" y="62"/>
                    <a:pt x="299" y="61"/>
                  </a:cubicBezTo>
                  <a:cubicBezTo>
                    <a:pt x="300" y="60"/>
                    <a:pt x="301" y="58"/>
                    <a:pt x="301" y="57"/>
                  </a:cubicBezTo>
                  <a:cubicBezTo>
                    <a:pt x="302" y="56"/>
                    <a:pt x="303" y="53"/>
                    <a:pt x="303" y="52"/>
                  </a:cubicBezTo>
                  <a:cubicBezTo>
                    <a:pt x="304" y="51"/>
                    <a:pt x="305" y="49"/>
                    <a:pt x="306" y="49"/>
                  </a:cubicBezTo>
                  <a:cubicBezTo>
                    <a:pt x="307" y="47"/>
                    <a:pt x="309" y="45"/>
                    <a:pt x="310" y="44"/>
                  </a:cubicBezTo>
                  <a:cubicBezTo>
                    <a:pt x="311" y="43"/>
                    <a:pt x="315" y="42"/>
                    <a:pt x="316" y="42"/>
                  </a:cubicBezTo>
                  <a:cubicBezTo>
                    <a:pt x="318" y="41"/>
                    <a:pt x="320" y="39"/>
                    <a:pt x="321" y="39"/>
                  </a:cubicBezTo>
                  <a:cubicBezTo>
                    <a:pt x="323" y="38"/>
                    <a:pt x="327" y="35"/>
                    <a:pt x="329" y="35"/>
                  </a:cubicBezTo>
                  <a:cubicBezTo>
                    <a:pt x="331" y="34"/>
                    <a:pt x="335" y="34"/>
                    <a:pt x="337" y="35"/>
                  </a:cubicBezTo>
                  <a:cubicBezTo>
                    <a:pt x="339" y="35"/>
                    <a:pt x="342" y="37"/>
                    <a:pt x="343" y="38"/>
                  </a:cubicBezTo>
                  <a:cubicBezTo>
                    <a:pt x="344" y="40"/>
                    <a:pt x="344" y="43"/>
                    <a:pt x="345" y="45"/>
                  </a:cubicBezTo>
                  <a:cubicBezTo>
                    <a:pt x="346" y="47"/>
                    <a:pt x="347" y="50"/>
                    <a:pt x="347" y="52"/>
                  </a:cubicBezTo>
                  <a:cubicBezTo>
                    <a:pt x="347" y="54"/>
                    <a:pt x="347" y="57"/>
                    <a:pt x="346" y="59"/>
                  </a:cubicBezTo>
                  <a:cubicBezTo>
                    <a:pt x="346" y="60"/>
                    <a:pt x="345" y="63"/>
                    <a:pt x="345" y="64"/>
                  </a:cubicBezTo>
                  <a:cubicBezTo>
                    <a:pt x="344" y="65"/>
                    <a:pt x="343" y="67"/>
                    <a:pt x="343" y="68"/>
                  </a:cubicBezTo>
                  <a:cubicBezTo>
                    <a:pt x="343" y="69"/>
                    <a:pt x="342" y="71"/>
                    <a:pt x="343" y="71"/>
                  </a:cubicBezTo>
                  <a:cubicBezTo>
                    <a:pt x="343" y="72"/>
                    <a:pt x="345" y="74"/>
                    <a:pt x="346" y="75"/>
                  </a:cubicBezTo>
                  <a:cubicBezTo>
                    <a:pt x="347" y="75"/>
                    <a:pt x="350" y="75"/>
                    <a:pt x="351" y="75"/>
                  </a:cubicBezTo>
                  <a:cubicBezTo>
                    <a:pt x="352" y="74"/>
                    <a:pt x="355" y="73"/>
                    <a:pt x="356" y="73"/>
                  </a:cubicBezTo>
                  <a:cubicBezTo>
                    <a:pt x="358" y="72"/>
                    <a:pt x="361" y="71"/>
                    <a:pt x="362" y="71"/>
                  </a:cubicBezTo>
                  <a:cubicBezTo>
                    <a:pt x="363" y="70"/>
                    <a:pt x="365" y="67"/>
                    <a:pt x="366" y="65"/>
                  </a:cubicBezTo>
                  <a:cubicBezTo>
                    <a:pt x="367" y="64"/>
                    <a:pt x="367" y="62"/>
                    <a:pt x="367" y="61"/>
                  </a:cubicBezTo>
                  <a:cubicBezTo>
                    <a:pt x="368" y="59"/>
                    <a:pt x="368" y="57"/>
                    <a:pt x="368" y="56"/>
                  </a:cubicBezTo>
                  <a:cubicBezTo>
                    <a:pt x="368" y="55"/>
                    <a:pt x="369" y="53"/>
                    <a:pt x="370" y="52"/>
                  </a:cubicBezTo>
                  <a:cubicBezTo>
                    <a:pt x="371" y="52"/>
                    <a:pt x="372" y="50"/>
                    <a:pt x="373" y="50"/>
                  </a:cubicBezTo>
                  <a:cubicBezTo>
                    <a:pt x="374" y="50"/>
                    <a:pt x="375" y="51"/>
                    <a:pt x="376" y="52"/>
                  </a:cubicBezTo>
                  <a:cubicBezTo>
                    <a:pt x="377" y="53"/>
                    <a:pt x="379" y="55"/>
                    <a:pt x="380" y="56"/>
                  </a:cubicBezTo>
                  <a:cubicBezTo>
                    <a:pt x="381" y="57"/>
                    <a:pt x="381" y="60"/>
                    <a:pt x="382" y="61"/>
                  </a:cubicBezTo>
                  <a:cubicBezTo>
                    <a:pt x="382" y="61"/>
                    <a:pt x="384" y="62"/>
                    <a:pt x="385" y="62"/>
                  </a:cubicBezTo>
                  <a:cubicBezTo>
                    <a:pt x="386" y="61"/>
                    <a:pt x="386" y="59"/>
                    <a:pt x="386" y="58"/>
                  </a:cubicBezTo>
                  <a:cubicBezTo>
                    <a:pt x="387" y="57"/>
                    <a:pt x="388" y="55"/>
                    <a:pt x="388" y="54"/>
                  </a:cubicBezTo>
                  <a:cubicBezTo>
                    <a:pt x="388" y="53"/>
                    <a:pt x="388" y="51"/>
                    <a:pt x="388" y="50"/>
                  </a:cubicBezTo>
                  <a:cubicBezTo>
                    <a:pt x="388" y="48"/>
                    <a:pt x="388" y="45"/>
                    <a:pt x="387" y="44"/>
                  </a:cubicBezTo>
                  <a:cubicBezTo>
                    <a:pt x="387" y="42"/>
                    <a:pt x="385" y="39"/>
                    <a:pt x="384" y="37"/>
                  </a:cubicBezTo>
                  <a:cubicBezTo>
                    <a:pt x="383" y="36"/>
                    <a:pt x="381" y="34"/>
                    <a:pt x="381" y="33"/>
                  </a:cubicBezTo>
                  <a:cubicBezTo>
                    <a:pt x="381" y="31"/>
                    <a:pt x="381" y="28"/>
                    <a:pt x="381" y="26"/>
                  </a:cubicBezTo>
                  <a:cubicBezTo>
                    <a:pt x="381" y="25"/>
                    <a:pt x="382" y="23"/>
                    <a:pt x="382" y="22"/>
                  </a:cubicBezTo>
                  <a:cubicBezTo>
                    <a:pt x="383" y="21"/>
                    <a:pt x="385" y="19"/>
                    <a:pt x="386" y="18"/>
                  </a:cubicBezTo>
                  <a:cubicBezTo>
                    <a:pt x="387" y="17"/>
                    <a:pt x="390" y="15"/>
                    <a:pt x="391" y="14"/>
                  </a:cubicBezTo>
                  <a:cubicBezTo>
                    <a:pt x="392" y="13"/>
                    <a:pt x="396" y="12"/>
                    <a:pt x="397" y="12"/>
                  </a:cubicBezTo>
                  <a:cubicBezTo>
                    <a:pt x="398" y="12"/>
                    <a:pt x="401" y="12"/>
                    <a:pt x="402" y="12"/>
                  </a:cubicBezTo>
                  <a:cubicBezTo>
                    <a:pt x="403" y="13"/>
                    <a:pt x="405" y="14"/>
                    <a:pt x="406" y="15"/>
                  </a:cubicBezTo>
                  <a:cubicBezTo>
                    <a:pt x="407" y="15"/>
                    <a:pt x="409" y="15"/>
                    <a:pt x="409" y="15"/>
                  </a:cubicBezTo>
                  <a:cubicBezTo>
                    <a:pt x="410" y="15"/>
                    <a:pt x="411" y="13"/>
                    <a:pt x="411" y="12"/>
                  </a:cubicBezTo>
                  <a:cubicBezTo>
                    <a:pt x="412" y="11"/>
                    <a:pt x="413" y="9"/>
                    <a:pt x="413" y="8"/>
                  </a:cubicBezTo>
                  <a:cubicBezTo>
                    <a:pt x="413" y="7"/>
                    <a:pt x="412" y="5"/>
                    <a:pt x="412" y="4"/>
                  </a:cubicBezTo>
                  <a:cubicBezTo>
                    <a:pt x="412" y="3"/>
                    <a:pt x="412" y="1"/>
                    <a:pt x="413" y="0"/>
                  </a:cubicBezTo>
                  <a:cubicBezTo>
                    <a:pt x="414" y="0"/>
                    <a:pt x="416" y="0"/>
                    <a:pt x="417" y="0"/>
                  </a:cubicBezTo>
                  <a:cubicBezTo>
                    <a:pt x="418" y="0"/>
                    <a:pt x="419" y="2"/>
                    <a:pt x="420" y="2"/>
                  </a:cubicBezTo>
                  <a:cubicBezTo>
                    <a:pt x="421" y="3"/>
                    <a:pt x="424" y="2"/>
                    <a:pt x="425" y="3"/>
                  </a:cubicBezTo>
                  <a:cubicBezTo>
                    <a:pt x="426" y="3"/>
                    <a:pt x="427" y="3"/>
                    <a:pt x="428" y="4"/>
                  </a:cubicBezTo>
                  <a:cubicBezTo>
                    <a:pt x="428" y="4"/>
                    <a:pt x="429" y="5"/>
                    <a:pt x="430" y="6"/>
                  </a:cubicBezTo>
                  <a:cubicBezTo>
                    <a:pt x="430" y="7"/>
                    <a:pt x="430" y="10"/>
                    <a:pt x="430" y="11"/>
                  </a:cubicBezTo>
                  <a:cubicBezTo>
                    <a:pt x="429" y="13"/>
                    <a:pt x="429" y="16"/>
                    <a:pt x="429" y="18"/>
                  </a:cubicBezTo>
                  <a:cubicBezTo>
                    <a:pt x="429" y="19"/>
                    <a:pt x="429" y="22"/>
                    <a:pt x="428" y="23"/>
                  </a:cubicBezTo>
                  <a:cubicBezTo>
                    <a:pt x="428" y="24"/>
                    <a:pt x="427" y="27"/>
                    <a:pt x="428" y="29"/>
                  </a:cubicBezTo>
                  <a:cubicBezTo>
                    <a:pt x="428" y="30"/>
                    <a:pt x="430" y="33"/>
                    <a:pt x="431" y="34"/>
                  </a:cubicBezTo>
                  <a:cubicBezTo>
                    <a:pt x="432" y="36"/>
                    <a:pt x="435" y="39"/>
                    <a:pt x="436" y="40"/>
                  </a:cubicBezTo>
                  <a:cubicBezTo>
                    <a:pt x="438" y="41"/>
                    <a:pt x="440" y="42"/>
                    <a:pt x="441" y="43"/>
                  </a:cubicBezTo>
                  <a:cubicBezTo>
                    <a:pt x="443" y="45"/>
                    <a:pt x="445" y="47"/>
                    <a:pt x="446" y="49"/>
                  </a:cubicBezTo>
                  <a:cubicBezTo>
                    <a:pt x="446" y="50"/>
                    <a:pt x="445" y="54"/>
                    <a:pt x="445" y="55"/>
                  </a:cubicBezTo>
                  <a:cubicBezTo>
                    <a:pt x="445" y="57"/>
                    <a:pt x="445" y="60"/>
                    <a:pt x="444" y="61"/>
                  </a:cubicBezTo>
                  <a:cubicBezTo>
                    <a:pt x="444" y="62"/>
                    <a:pt x="445" y="63"/>
                    <a:pt x="445" y="6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48"/>
            <p:cNvSpPr>
              <a:spLocks/>
            </p:cNvSpPr>
            <p:nvPr/>
          </p:nvSpPr>
          <p:spPr bwMode="auto">
            <a:xfrm>
              <a:off x="3668713" y="3005138"/>
              <a:ext cx="14288" cy="15875"/>
            </a:xfrm>
            <a:custGeom>
              <a:avLst/>
              <a:gdLst/>
              <a:ahLst/>
              <a:cxnLst>
                <a:cxn ang="0">
                  <a:pos x="6" y="7"/>
                </a:cxn>
                <a:cxn ang="0">
                  <a:pos x="4" y="9"/>
                </a:cxn>
                <a:cxn ang="0">
                  <a:pos x="2" y="10"/>
                </a:cxn>
                <a:cxn ang="0">
                  <a:pos x="1" y="9"/>
                </a:cxn>
                <a:cxn ang="0">
                  <a:pos x="2" y="6"/>
                </a:cxn>
                <a:cxn ang="0">
                  <a:pos x="2" y="4"/>
                </a:cxn>
                <a:cxn ang="0">
                  <a:pos x="3" y="2"/>
                </a:cxn>
                <a:cxn ang="0">
                  <a:pos x="5" y="1"/>
                </a:cxn>
                <a:cxn ang="0">
                  <a:pos x="8" y="1"/>
                </a:cxn>
                <a:cxn ang="0">
                  <a:pos x="9" y="2"/>
                </a:cxn>
                <a:cxn ang="0">
                  <a:pos x="8" y="4"/>
                </a:cxn>
                <a:cxn ang="0">
                  <a:pos x="7" y="5"/>
                </a:cxn>
                <a:cxn ang="0">
                  <a:pos x="6" y="7"/>
                </a:cxn>
              </a:cxnLst>
              <a:rect l="0" t="0" r="r" b="b"/>
              <a:pathLst>
                <a:path w="9" h="10">
                  <a:moveTo>
                    <a:pt x="6" y="7"/>
                  </a:moveTo>
                  <a:cubicBezTo>
                    <a:pt x="6" y="8"/>
                    <a:pt x="4" y="8"/>
                    <a:pt x="4" y="9"/>
                  </a:cubicBezTo>
                  <a:cubicBezTo>
                    <a:pt x="3" y="9"/>
                    <a:pt x="3" y="10"/>
                    <a:pt x="2" y="10"/>
                  </a:cubicBezTo>
                  <a:cubicBezTo>
                    <a:pt x="2" y="10"/>
                    <a:pt x="1" y="9"/>
                    <a:pt x="1" y="9"/>
                  </a:cubicBezTo>
                  <a:cubicBezTo>
                    <a:pt x="0" y="8"/>
                    <a:pt x="1" y="7"/>
                    <a:pt x="2" y="6"/>
                  </a:cubicBezTo>
                  <a:cubicBezTo>
                    <a:pt x="2" y="6"/>
                    <a:pt x="2" y="4"/>
                    <a:pt x="2" y="4"/>
                  </a:cubicBezTo>
                  <a:cubicBezTo>
                    <a:pt x="2" y="3"/>
                    <a:pt x="2" y="2"/>
                    <a:pt x="3" y="2"/>
                  </a:cubicBezTo>
                  <a:cubicBezTo>
                    <a:pt x="3" y="1"/>
                    <a:pt x="4" y="1"/>
                    <a:pt x="5" y="1"/>
                  </a:cubicBezTo>
                  <a:cubicBezTo>
                    <a:pt x="6" y="0"/>
                    <a:pt x="7" y="0"/>
                    <a:pt x="8" y="1"/>
                  </a:cubicBezTo>
                  <a:cubicBezTo>
                    <a:pt x="8" y="1"/>
                    <a:pt x="9" y="2"/>
                    <a:pt x="9" y="2"/>
                  </a:cubicBezTo>
                  <a:cubicBezTo>
                    <a:pt x="9" y="3"/>
                    <a:pt x="9" y="4"/>
                    <a:pt x="8" y="4"/>
                  </a:cubicBezTo>
                  <a:cubicBezTo>
                    <a:pt x="8" y="4"/>
                    <a:pt x="7" y="5"/>
                    <a:pt x="7" y="5"/>
                  </a:cubicBezTo>
                  <a:cubicBezTo>
                    <a:pt x="7" y="5"/>
                    <a:pt x="6" y="7"/>
                    <a:pt x="6"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49"/>
            <p:cNvSpPr>
              <a:spLocks/>
            </p:cNvSpPr>
            <p:nvPr/>
          </p:nvSpPr>
          <p:spPr bwMode="auto">
            <a:xfrm>
              <a:off x="3657600" y="2997200"/>
              <a:ext cx="11113" cy="12700"/>
            </a:xfrm>
            <a:custGeom>
              <a:avLst/>
              <a:gdLst/>
              <a:ahLst/>
              <a:cxnLst>
                <a:cxn ang="0">
                  <a:pos x="4" y="7"/>
                </a:cxn>
                <a:cxn ang="0">
                  <a:pos x="2" y="6"/>
                </a:cxn>
                <a:cxn ang="0">
                  <a:pos x="0" y="6"/>
                </a:cxn>
                <a:cxn ang="0">
                  <a:pos x="0" y="3"/>
                </a:cxn>
                <a:cxn ang="0">
                  <a:pos x="2" y="2"/>
                </a:cxn>
                <a:cxn ang="0">
                  <a:pos x="3" y="0"/>
                </a:cxn>
                <a:cxn ang="0">
                  <a:pos x="5" y="0"/>
                </a:cxn>
                <a:cxn ang="0">
                  <a:pos x="6" y="2"/>
                </a:cxn>
                <a:cxn ang="0">
                  <a:pos x="5" y="3"/>
                </a:cxn>
                <a:cxn ang="0">
                  <a:pos x="5" y="5"/>
                </a:cxn>
                <a:cxn ang="0">
                  <a:pos x="4" y="7"/>
                </a:cxn>
              </a:cxnLst>
              <a:rect l="0" t="0" r="r" b="b"/>
              <a:pathLst>
                <a:path w="6" h="7">
                  <a:moveTo>
                    <a:pt x="4" y="7"/>
                  </a:moveTo>
                  <a:cubicBezTo>
                    <a:pt x="3" y="7"/>
                    <a:pt x="2" y="6"/>
                    <a:pt x="2" y="6"/>
                  </a:cubicBezTo>
                  <a:cubicBezTo>
                    <a:pt x="2" y="6"/>
                    <a:pt x="1" y="6"/>
                    <a:pt x="0" y="6"/>
                  </a:cubicBezTo>
                  <a:cubicBezTo>
                    <a:pt x="0" y="5"/>
                    <a:pt x="0" y="4"/>
                    <a:pt x="0" y="3"/>
                  </a:cubicBezTo>
                  <a:cubicBezTo>
                    <a:pt x="1" y="3"/>
                    <a:pt x="2" y="3"/>
                    <a:pt x="2" y="2"/>
                  </a:cubicBezTo>
                  <a:cubicBezTo>
                    <a:pt x="2" y="2"/>
                    <a:pt x="2" y="0"/>
                    <a:pt x="3" y="0"/>
                  </a:cubicBezTo>
                  <a:cubicBezTo>
                    <a:pt x="3" y="0"/>
                    <a:pt x="5" y="0"/>
                    <a:pt x="5" y="0"/>
                  </a:cubicBezTo>
                  <a:cubicBezTo>
                    <a:pt x="5" y="0"/>
                    <a:pt x="6" y="1"/>
                    <a:pt x="6" y="2"/>
                  </a:cubicBezTo>
                  <a:cubicBezTo>
                    <a:pt x="6" y="2"/>
                    <a:pt x="5" y="3"/>
                    <a:pt x="5" y="3"/>
                  </a:cubicBezTo>
                  <a:cubicBezTo>
                    <a:pt x="5" y="4"/>
                    <a:pt x="5" y="5"/>
                    <a:pt x="5" y="5"/>
                  </a:cubicBezTo>
                  <a:cubicBezTo>
                    <a:pt x="5" y="6"/>
                    <a:pt x="4" y="7"/>
                    <a:pt x="4"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50"/>
            <p:cNvSpPr>
              <a:spLocks/>
            </p:cNvSpPr>
            <p:nvPr/>
          </p:nvSpPr>
          <p:spPr bwMode="auto">
            <a:xfrm>
              <a:off x="3649663" y="2963863"/>
              <a:ext cx="15875" cy="14288"/>
            </a:xfrm>
            <a:custGeom>
              <a:avLst/>
              <a:gdLst/>
              <a:ahLst/>
              <a:cxnLst>
                <a:cxn ang="0">
                  <a:pos x="7" y="9"/>
                </a:cxn>
                <a:cxn ang="0">
                  <a:pos x="4" y="8"/>
                </a:cxn>
                <a:cxn ang="0">
                  <a:pos x="2" y="8"/>
                </a:cxn>
                <a:cxn ang="0">
                  <a:pos x="0" y="7"/>
                </a:cxn>
                <a:cxn ang="0">
                  <a:pos x="0" y="5"/>
                </a:cxn>
                <a:cxn ang="0">
                  <a:pos x="1" y="2"/>
                </a:cxn>
                <a:cxn ang="0">
                  <a:pos x="1" y="0"/>
                </a:cxn>
                <a:cxn ang="0">
                  <a:pos x="3" y="0"/>
                </a:cxn>
                <a:cxn ang="0">
                  <a:pos x="4" y="2"/>
                </a:cxn>
                <a:cxn ang="0">
                  <a:pos x="6" y="5"/>
                </a:cxn>
                <a:cxn ang="0">
                  <a:pos x="8" y="5"/>
                </a:cxn>
                <a:cxn ang="0">
                  <a:pos x="9" y="7"/>
                </a:cxn>
                <a:cxn ang="0">
                  <a:pos x="9" y="9"/>
                </a:cxn>
                <a:cxn ang="0">
                  <a:pos x="7" y="9"/>
                </a:cxn>
              </a:cxnLst>
              <a:rect l="0" t="0" r="r" b="b"/>
              <a:pathLst>
                <a:path w="9" h="9">
                  <a:moveTo>
                    <a:pt x="7" y="9"/>
                  </a:moveTo>
                  <a:cubicBezTo>
                    <a:pt x="6" y="9"/>
                    <a:pt x="5" y="8"/>
                    <a:pt x="4" y="8"/>
                  </a:cubicBezTo>
                  <a:cubicBezTo>
                    <a:pt x="4" y="7"/>
                    <a:pt x="3" y="8"/>
                    <a:pt x="2" y="8"/>
                  </a:cubicBezTo>
                  <a:cubicBezTo>
                    <a:pt x="1" y="8"/>
                    <a:pt x="0" y="8"/>
                    <a:pt x="0" y="7"/>
                  </a:cubicBezTo>
                  <a:cubicBezTo>
                    <a:pt x="0" y="7"/>
                    <a:pt x="0" y="5"/>
                    <a:pt x="0" y="5"/>
                  </a:cubicBezTo>
                  <a:cubicBezTo>
                    <a:pt x="0" y="4"/>
                    <a:pt x="1" y="3"/>
                    <a:pt x="1" y="2"/>
                  </a:cubicBezTo>
                  <a:cubicBezTo>
                    <a:pt x="1" y="2"/>
                    <a:pt x="1" y="1"/>
                    <a:pt x="1" y="0"/>
                  </a:cubicBezTo>
                  <a:cubicBezTo>
                    <a:pt x="2" y="0"/>
                    <a:pt x="3" y="0"/>
                    <a:pt x="3" y="0"/>
                  </a:cubicBezTo>
                  <a:cubicBezTo>
                    <a:pt x="4" y="1"/>
                    <a:pt x="4" y="1"/>
                    <a:pt x="4" y="2"/>
                  </a:cubicBezTo>
                  <a:cubicBezTo>
                    <a:pt x="5" y="2"/>
                    <a:pt x="5" y="4"/>
                    <a:pt x="6" y="5"/>
                  </a:cubicBezTo>
                  <a:cubicBezTo>
                    <a:pt x="6" y="5"/>
                    <a:pt x="7" y="5"/>
                    <a:pt x="8" y="5"/>
                  </a:cubicBezTo>
                  <a:cubicBezTo>
                    <a:pt x="8" y="6"/>
                    <a:pt x="8" y="7"/>
                    <a:pt x="9" y="7"/>
                  </a:cubicBezTo>
                  <a:cubicBezTo>
                    <a:pt x="9" y="7"/>
                    <a:pt x="9" y="8"/>
                    <a:pt x="9" y="9"/>
                  </a:cubicBezTo>
                  <a:cubicBezTo>
                    <a:pt x="8" y="9"/>
                    <a:pt x="7" y="9"/>
                    <a:pt x="7"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1"/>
            <p:cNvSpPr>
              <a:spLocks/>
            </p:cNvSpPr>
            <p:nvPr/>
          </p:nvSpPr>
          <p:spPr bwMode="auto">
            <a:xfrm>
              <a:off x="3800475" y="3448050"/>
              <a:ext cx="663575" cy="773113"/>
            </a:xfrm>
            <a:custGeom>
              <a:avLst/>
              <a:gdLst/>
              <a:ahLst/>
              <a:cxnLst>
                <a:cxn ang="0">
                  <a:pos x="370" y="270"/>
                </a:cxn>
                <a:cxn ang="0">
                  <a:pos x="338" y="296"/>
                </a:cxn>
                <a:cxn ang="0">
                  <a:pos x="306" y="322"/>
                </a:cxn>
                <a:cxn ang="0">
                  <a:pos x="343" y="372"/>
                </a:cxn>
                <a:cxn ang="0">
                  <a:pos x="316" y="420"/>
                </a:cxn>
                <a:cxn ang="0">
                  <a:pos x="251" y="439"/>
                </a:cxn>
                <a:cxn ang="0">
                  <a:pos x="215" y="460"/>
                </a:cxn>
                <a:cxn ang="0">
                  <a:pos x="171" y="438"/>
                </a:cxn>
                <a:cxn ang="0">
                  <a:pos x="150" y="387"/>
                </a:cxn>
                <a:cxn ang="0">
                  <a:pos x="154" y="354"/>
                </a:cxn>
                <a:cxn ang="0">
                  <a:pos x="172" y="220"/>
                </a:cxn>
                <a:cxn ang="0">
                  <a:pos x="151" y="173"/>
                </a:cxn>
                <a:cxn ang="0">
                  <a:pos x="129" y="147"/>
                </a:cxn>
                <a:cxn ang="0">
                  <a:pos x="138" y="152"/>
                </a:cxn>
                <a:cxn ang="0">
                  <a:pos x="158" y="171"/>
                </a:cxn>
                <a:cxn ang="0">
                  <a:pos x="169" y="192"/>
                </a:cxn>
                <a:cxn ang="0">
                  <a:pos x="166" y="177"/>
                </a:cxn>
                <a:cxn ang="0">
                  <a:pos x="171" y="172"/>
                </a:cxn>
                <a:cxn ang="0">
                  <a:pos x="178" y="171"/>
                </a:cxn>
                <a:cxn ang="0">
                  <a:pos x="184" y="172"/>
                </a:cxn>
                <a:cxn ang="0">
                  <a:pos x="215" y="186"/>
                </a:cxn>
                <a:cxn ang="0">
                  <a:pos x="200" y="170"/>
                </a:cxn>
                <a:cxn ang="0">
                  <a:pos x="194" y="156"/>
                </a:cxn>
                <a:cxn ang="0">
                  <a:pos x="198" y="136"/>
                </a:cxn>
                <a:cxn ang="0">
                  <a:pos x="187" y="126"/>
                </a:cxn>
                <a:cxn ang="0">
                  <a:pos x="188" y="111"/>
                </a:cxn>
                <a:cxn ang="0">
                  <a:pos x="173" y="131"/>
                </a:cxn>
                <a:cxn ang="0">
                  <a:pos x="173" y="135"/>
                </a:cxn>
                <a:cxn ang="0">
                  <a:pos x="178" y="135"/>
                </a:cxn>
                <a:cxn ang="0">
                  <a:pos x="178" y="151"/>
                </a:cxn>
                <a:cxn ang="0">
                  <a:pos x="166" y="154"/>
                </a:cxn>
                <a:cxn ang="0">
                  <a:pos x="127" y="136"/>
                </a:cxn>
                <a:cxn ang="0">
                  <a:pos x="90" y="164"/>
                </a:cxn>
                <a:cxn ang="0">
                  <a:pos x="43" y="173"/>
                </a:cxn>
                <a:cxn ang="0">
                  <a:pos x="24" y="171"/>
                </a:cxn>
                <a:cxn ang="0">
                  <a:pos x="26" y="100"/>
                </a:cxn>
                <a:cxn ang="0">
                  <a:pos x="5" y="69"/>
                </a:cxn>
                <a:cxn ang="0">
                  <a:pos x="42" y="61"/>
                </a:cxn>
                <a:cxn ang="0">
                  <a:pos x="47" y="78"/>
                </a:cxn>
                <a:cxn ang="0">
                  <a:pos x="61" y="88"/>
                </a:cxn>
                <a:cxn ang="0">
                  <a:pos x="69" y="80"/>
                </a:cxn>
                <a:cxn ang="0">
                  <a:pos x="72" y="90"/>
                </a:cxn>
                <a:cxn ang="0">
                  <a:pos x="79" y="92"/>
                </a:cxn>
                <a:cxn ang="0">
                  <a:pos x="67" y="73"/>
                </a:cxn>
                <a:cxn ang="0">
                  <a:pos x="84" y="73"/>
                </a:cxn>
                <a:cxn ang="0">
                  <a:pos x="95" y="68"/>
                </a:cxn>
                <a:cxn ang="0">
                  <a:pos x="99" y="60"/>
                </a:cxn>
                <a:cxn ang="0">
                  <a:pos x="108" y="57"/>
                </a:cxn>
                <a:cxn ang="0">
                  <a:pos x="101" y="53"/>
                </a:cxn>
                <a:cxn ang="0">
                  <a:pos x="79" y="54"/>
                </a:cxn>
                <a:cxn ang="0">
                  <a:pos x="95" y="37"/>
                </a:cxn>
                <a:cxn ang="0">
                  <a:pos x="125" y="27"/>
                </a:cxn>
                <a:cxn ang="0">
                  <a:pos x="150" y="36"/>
                </a:cxn>
                <a:cxn ang="0">
                  <a:pos x="198" y="9"/>
                </a:cxn>
                <a:cxn ang="0">
                  <a:pos x="233" y="12"/>
                </a:cxn>
                <a:cxn ang="0">
                  <a:pos x="267" y="39"/>
                </a:cxn>
                <a:cxn ang="0">
                  <a:pos x="234" y="78"/>
                </a:cxn>
                <a:cxn ang="0">
                  <a:pos x="232" y="126"/>
                </a:cxn>
                <a:cxn ang="0">
                  <a:pos x="274" y="135"/>
                </a:cxn>
                <a:cxn ang="0">
                  <a:pos x="319" y="133"/>
                </a:cxn>
                <a:cxn ang="0">
                  <a:pos x="340" y="186"/>
                </a:cxn>
                <a:cxn ang="0">
                  <a:pos x="374" y="215"/>
                </a:cxn>
              </a:cxnLst>
              <a:rect l="0" t="0" r="r" b="b"/>
              <a:pathLst>
                <a:path w="399" h="466">
                  <a:moveTo>
                    <a:pt x="394" y="235"/>
                  </a:moveTo>
                  <a:cubicBezTo>
                    <a:pt x="395" y="236"/>
                    <a:pt x="396" y="238"/>
                    <a:pt x="396" y="240"/>
                  </a:cubicBezTo>
                  <a:cubicBezTo>
                    <a:pt x="397" y="241"/>
                    <a:pt x="396" y="244"/>
                    <a:pt x="396" y="246"/>
                  </a:cubicBezTo>
                  <a:cubicBezTo>
                    <a:pt x="396" y="248"/>
                    <a:pt x="397" y="251"/>
                    <a:pt x="397" y="253"/>
                  </a:cubicBezTo>
                  <a:cubicBezTo>
                    <a:pt x="398" y="254"/>
                    <a:pt x="399" y="257"/>
                    <a:pt x="399" y="258"/>
                  </a:cubicBezTo>
                  <a:cubicBezTo>
                    <a:pt x="399" y="259"/>
                    <a:pt x="398" y="262"/>
                    <a:pt x="397" y="262"/>
                  </a:cubicBezTo>
                  <a:cubicBezTo>
                    <a:pt x="396" y="263"/>
                    <a:pt x="394" y="263"/>
                    <a:pt x="393" y="264"/>
                  </a:cubicBezTo>
                  <a:cubicBezTo>
                    <a:pt x="392" y="264"/>
                    <a:pt x="389" y="263"/>
                    <a:pt x="388" y="264"/>
                  </a:cubicBezTo>
                  <a:cubicBezTo>
                    <a:pt x="386" y="264"/>
                    <a:pt x="383" y="265"/>
                    <a:pt x="381" y="266"/>
                  </a:cubicBezTo>
                  <a:cubicBezTo>
                    <a:pt x="380" y="266"/>
                    <a:pt x="379" y="267"/>
                    <a:pt x="378" y="268"/>
                  </a:cubicBezTo>
                  <a:cubicBezTo>
                    <a:pt x="377" y="268"/>
                    <a:pt x="375" y="270"/>
                    <a:pt x="375" y="270"/>
                  </a:cubicBezTo>
                  <a:cubicBezTo>
                    <a:pt x="374" y="270"/>
                    <a:pt x="371" y="269"/>
                    <a:pt x="370" y="270"/>
                  </a:cubicBezTo>
                  <a:cubicBezTo>
                    <a:pt x="369" y="270"/>
                    <a:pt x="367" y="270"/>
                    <a:pt x="367" y="271"/>
                  </a:cubicBezTo>
                  <a:cubicBezTo>
                    <a:pt x="366" y="272"/>
                    <a:pt x="364" y="274"/>
                    <a:pt x="364" y="275"/>
                  </a:cubicBezTo>
                  <a:cubicBezTo>
                    <a:pt x="364" y="277"/>
                    <a:pt x="365" y="280"/>
                    <a:pt x="364" y="281"/>
                  </a:cubicBezTo>
                  <a:cubicBezTo>
                    <a:pt x="363" y="282"/>
                    <a:pt x="361" y="282"/>
                    <a:pt x="360" y="282"/>
                  </a:cubicBezTo>
                  <a:cubicBezTo>
                    <a:pt x="359" y="282"/>
                    <a:pt x="357" y="281"/>
                    <a:pt x="356" y="281"/>
                  </a:cubicBezTo>
                  <a:cubicBezTo>
                    <a:pt x="355" y="280"/>
                    <a:pt x="353" y="279"/>
                    <a:pt x="352" y="279"/>
                  </a:cubicBezTo>
                  <a:cubicBezTo>
                    <a:pt x="350" y="279"/>
                    <a:pt x="348" y="278"/>
                    <a:pt x="347" y="279"/>
                  </a:cubicBezTo>
                  <a:cubicBezTo>
                    <a:pt x="346" y="279"/>
                    <a:pt x="344" y="280"/>
                    <a:pt x="344" y="281"/>
                  </a:cubicBezTo>
                  <a:cubicBezTo>
                    <a:pt x="344" y="282"/>
                    <a:pt x="344" y="284"/>
                    <a:pt x="344" y="285"/>
                  </a:cubicBezTo>
                  <a:cubicBezTo>
                    <a:pt x="344" y="287"/>
                    <a:pt x="345" y="290"/>
                    <a:pt x="344" y="291"/>
                  </a:cubicBezTo>
                  <a:cubicBezTo>
                    <a:pt x="344" y="292"/>
                    <a:pt x="342" y="294"/>
                    <a:pt x="342" y="295"/>
                  </a:cubicBezTo>
                  <a:cubicBezTo>
                    <a:pt x="341" y="295"/>
                    <a:pt x="339" y="296"/>
                    <a:pt x="338" y="296"/>
                  </a:cubicBezTo>
                  <a:cubicBezTo>
                    <a:pt x="337" y="295"/>
                    <a:pt x="336" y="294"/>
                    <a:pt x="335" y="293"/>
                  </a:cubicBezTo>
                  <a:cubicBezTo>
                    <a:pt x="334" y="293"/>
                    <a:pt x="333" y="292"/>
                    <a:pt x="332" y="292"/>
                  </a:cubicBezTo>
                  <a:cubicBezTo>
                    <a:pt x="331" y="292"/>
                    <a:pt x="329" y="293"/>
                    <a:pt x="328" y="294"/>
                  </a:cubicBezTo>
                  <a:cubicBezTo>
                    <a:pt x="327" y="294"/>
                    <a:pt x="326" y="296"/>
                    <a:pt x="326" y="296"/>
                  </a:cubicBezTo>
                  <a:cubicBezTo>
                    <a:pt x="325" y="297"/>
                    <a:pt x="324" y="299"/>
                    <a:pt x="324" y="300"/>
                  </a:cubicBezTo>
                  <a:cubicBezTo>
                    <a:pt x="323" y="301"/>
                    <a:pt x="323" y="304"/>
                    <a:pt x="322" y="305"/>
                  </a:cubicBezTo>
                  <a:cubicBezTo>
                    <a:pt x="322" y="306"/>
                    <a:pt x="320" y="309"/>
                    <a:pt x="319" y="310"/>
                  </a:cubicBezTo>
                  <a:cubicBezTo>
                    <a:pt x="318" y="311"/>
                    <a:pt x="317" y="311"/>
                    <a:pt x="316" y="312"/>
                  </a:cubicBezTo>
                  <a:cubicBezTo>
                    <a:pt x="315" y="312"/>
                    <a:pt x="313" y="311"/>
                    <a:pt x="313" y="312"/>
                  </a:cubicBezTo>
                  <a:cubicBezTo>
                    <a:pt x="312" y="312"/>
                    <a:pt x="312" y="313"/>
                    <a:pt x="311" y="314"/>
                  </a:cubicBezTo>
                  <a:cubicBezTo>
                    <a:pt x="311" y="315"/>
                    <a:pt x="309" y="317"/>
                    <a:pt x="309" y="318"/>
                  </a:cubicBezTo>
                  <a:cubicBezTo>
                    <a:pt x="308" y="319"/>
                    <a:pt x="307" y="321"/>
                    <a:pt x="306" y="322"/>
                  </a:cubicBezTo>
                  <a:cubicBezTo>
                    <a:pt x="306" y="323"/>
                    <a:pt x="306" y="325"/>
                    <a:pt x="305" y="326"/>
                  </a:cubicBezTo>
                  <a:cubicBezTo>
                    <a:pt x="305" y="327"/>
                    <a:pt x="306" y="329"/>
                    <a:pt x="306" y="330"/>
                  </a:cubicBezTo>
                  <a:cubicBezTo>
                    <a:pt x="306" y="332"/>
                    <a:pt x="307" y="335"/>
                    <a:pt x="307" y="337"/>
                  </a:cubicBezTo>
                  <a:cubicBezTo>
                    <a:pt x="308" y="340"/>
                    <a:pt x="311" y="344"/>
                    <a:pt x="313" y="346"/>
                  </a:cubicBezTo>
                  <a:cubicBezTo>
                    <a:pt x="314" y="347"/>
                    <a:pt x="315" y="349"/>
                    <a:pt x="316" y="350"/>
                  </a:cubicBezTo>
                  <a:cubicBezTo>
                    <a:pt x="317" y="351"/>
                    <a:pt x="320" y="353"/>
                    <a:pt x="322" y="354"/>
                  </a:cubicBezTo>
                  <a:cubicBezTo>
                    <a:pt x="323" y="354"/>
                    <a:pt x="326" y="355"/>
                    <a:pt x="328" y="355"/>
                  </a:cubicBezTo>
                  <a:cubicBezTo>
                    <a:pt x="329" y="355"/>
                    <a:pt x="332" y="356"/>
                    <a:pt x="334" y="357"/>
                  </a:cubicBezTo>
                  <a:cubicBezTo>
                    <a:pt x="334" y="357"/>
                    <a:pt x="336" y="358"/>
                    <a:pt x="337" y="358"/>
                  </a:cubicBezTo>
                  <a:cubicBezTo>
                    <a:pt x="338" y="359"/>
                    <a:pt x="339" y="361"/>
                    <a:pt x="339" y="362"/>
                  </a:cubicBezTo>
                  <a:cubicBezTo>
                    <a:pt x="340" y="363"/>
                    <a:pt x="341" y="365"/>
                    <a:pt x="342" y="367"/>
                  </a:cubicBezTo>
                  <a:cubicBezTo>
                    <a:pt x="342" y="368"/>
                    <a:pt x="342" y="370"/>
                    <a:pt x="343" y="372"/>
                  </a:cubicBezTo>
                  <a:cubicBezTo>
                    <a:pt x="343" y="373"/>
                    <a:pt x="343" y="374"/>
                    <a:pt x="343" y="375"/>
                  </a:cubicBezTo>
                  <a:cubicBezTo>
                    <a:pt x="343" y="377"/>
                    <a:pt x="343" y="380"/>
                    <a:pt x="343" y="382"/>
                  </a:cubicBezTo>
                  <a:cubicBezTo>
                    <a:pt x="343" y="383"/>
                    <a:pt x="343" y="386"/>
                    <a:pt x="342" y="388"/>
                  </a:cubicBezTo>
                  <a:cubicBezTo>
                    <a:pt x="342" y="389"/>
                    <a:pt x="340" y="392"/>
                    <a:pt x="340" y="393"/>
                  </a:cubicBezTo>
                  <a:cubicBezTo>
                    <a:pt x="340" y="394"/>
                    <a:pt x="340" y="397"/>
                    <a:pt x="340" y="398"/>
                  </a:cubicBezTo>
                  <a:cubicBezTo>
                    <a:pt x="340" y="400"/>
                    <a:pt x="340" y="403"/>
                    <a:pt x="340" y="405"/>
                  </a:cubicBezTo>
                  <a:cubicBezTo>
                    <a:pt x="339" y="406"/>
                    <a:pt x="340" y="409"/>
                    <a:pt x="339" y="410"/>
                  </a:cubicBezTo>
                  <a:cubicBezTo>
                    <a:pt x="338" y="412"/>
                    <a:pt x="336" y="414"/>
                    <a:pt x="335" y="415"/>
                  </a:cubicBezTo>
                  <a:cubicBezTo>
                    <a:pt x="334" y="415"/>
                    <a:pt x="333" y="417"/>
                    <a:pt x="332" y="418"/>
                  </a:cubicBezTo>
                  <a:cubicBezTo>
                    <a:pt x="331" y="419"/>
                    <a:pt x="328" y="421"/>
                    <a:pt x="327" y="421"/>
                  </a:cubicBezTo>
                  <a:cubicBezTo>
                    <a:pt x="326" y="421"/>
                    <a:pt x="323" y="422"/>
                    <a:pt x="322" y="422"/>
                  </a:cubicBezTo>
                  <a:cubicBezTo>
                    <a:pt x="321" y="422"/>
                    <a:pt x="318" y="420"/>
                    <a:pt x="316" y="420"/>
                  </a:cubicBezTo>
                  <a:cubicBezTo>
                    <a:pt x="315" y="420"/>
                    <a:pt x="312" y="420"/>
                    <a:pt x="311" y="420"/>
                  </a:cubicBezTo>
                  <a:cubicBezTo>
                    <a:pt x="308" y="420"/>
                    <a:pt x="304" y="419"/>
                    <a:pt x="302" y="418"/>
                  </a:cubicBezTo>
                  <a:cubicBezTo>
                    <a:pt x="300" y="418"/>
                    <a:pt x="295" y="418"/>
                    <a:pt x="293" y="418"/>
                  </a:cubicBezTo>
                  <a:cubicBezTo>
                    <a:pt x="292" y="418"/>
                    <a:pt x="290" y="419"/>
                    <a:pt x="289" y="419"/>
                  </a:cubicBezTo>
                  <a:cubicBezTo>
                    <a:pt x="287" y="420"/>
                    <a:pt x="283" y="422"/>
                    <a:pt x="281" y="422"/>
                  </a:cubicBezTo>
                  <a:cubicBezTo>
                    <a:pt x="279" y="423"/>
                    <a:pt x="276" y="423"/>
                    <a:pt x="275" y="424"/>
                  </a:cubicBezTo>
                  <a:cubicBezTo>
                    <a:pt x="273" y="424"/>
                    <a:pt x="271" y="423"/>
                    <a:pt x="269" y="423"/>
                  </a:cubicBezTo>
                  <a:cubicBezTo>
                    <a:pt x="268" y="423"/>
                    <a:pt x="264" y="423"/>
                    <a:pt x="263" y="424"/>
                  </a:cubicBezTo>
                  <a:cubicBezTo>
                    <a:pt x="262" y="424"/>
                    <a:pt x="260" y="425"/>
                    <a:pt x="259" y="426"/>
                  </a:cubicBezTo>
                  <a:cubicBezTo>
                    <a:pt x="258" y="427"/>
                    <a:pt x="257" y="429"/>
                    <a:pt x="256" y="431"/>
                  </a:cubicBezTo>
                  <a:cubicBezTo>
                    <a:pt x="255" y="432"/>
                    <a:pt x="254" y="434"/>
                    <a:pt x="253" y="435"/>
                  </a:cubicBezTo>
                  <a:cubicBezTo>
                    <a:pt x="252" y="436"/>
                    <a:pt x="252" y="438"/>
                    <a:pt x="251" y="439"/>
                  </a:cubicBezTo>
                  <a:cubicBezTo>
                    <a:pt x="250" y="440"/>
                    <a:pt x="249" y="441"/>
                    <a:pt x="248" y="441"/>
                  </a:cubicBezTo>
                  <a:cubicBezTo>
                    <a:pt x="248" y="442"/>
                    <a:pt x="247" y="444"/>
                    <a:pt x="246" y="445"/>
                  </a:cubicBezTo>
                  <a:cubicBezTo>
                    <a:pt x="245" y="445"/>
                    <a:pt x="244" y="447"/>
                    <a:pt x="244" y="448"/>
                  </a:cubicBezTo>
                  <a:cubicBezTo>
                    <a:pt x="243" y="449"/>
                    <a:pt x="243" y="452"/>
                    <a:pt x="243" y="453"/>
                  </a:cubicBezTo>
                  <a:cubicBezTo>
                    <a:pt x="243" y="454"/>
                    <a:pt x="243" y="456"/>
                    <a:pt x="243" y="457"/>
                  </a:cubicBezTo>
                  <a:cubicBezTo>
                    <a:pt x="243" y="458"/>
                    <a:pt x="242" y="461"/>
                    <a:pt x="241" y="462"/>
                  </a:cubicBezTo>
                  <a:cubicBezTo>
                    <a:pt x="241" y="463"/>
                    <a:pt x="240" y="465"/>
                    <a:pt x="240" y="465"/>
                  </a:cubicBezTo>
                  <a:cubicBezTo>
                    <a:pt x="239" y="466"/>
                    <a:pt x="237" y="466"/>
                    <a:pt x="236" y="466"/>
                  </a:cubicBezTo>
                  <a:cubicBezTo>
                    <a:pt x="235" y="466"/>
                    <a:pt x="234" y="466"/>
                    <a:pt x="233" y="466"/>
                  </a:cubicBezTo>
                  <a:cubicBezTo>
                    <a:pt x="231" y="466"/>
                    <a:pt x="226" y="465"/>
                    <a:pt x="224" y="464"/>
                  </a:cubicBezTo>
                  <a:cubicBezTo>
                    <a:pt x="223" y="463"/>
                    <a:pt x="221" y="461"/>
                    <a:pt x="220" y="461"/>
                  </a:cubicBezTo>
                  <a:cubicBezTo>
                    <a:pt x="219" y="461"/>
                    <a:pt x="216" y="460"/>
                    <a:pt x="215" y="460"/>
                  </a:cubicBezTo>
                  <a:cubicBezTo>
                    <a:pt x="215" y="461"/>
                    <a:pt x="214" y="463"/>
                    <a:pt x="213" y="463"/>
                  </a:cubicBezTo>
                  <a:cubicBezTo>
                    <a:pt x="212" y="463"/>
                    <a:pt x="210" y="461"/>
                    <a:pt x="209" y="460"/>
                  </a:cubicBezTo>
                  <a:cubicBezTo>
                    <a:pt x="207" y="459"/>
                    <a:pt x="205" y="456"/>
                    <a:pt x="204" y="454"/>
                  </a:cubicBezTo>
                  <a:cubicBezTo>
                    <a:pt x="203" y="453"/>
                    <a:pt x="202" y="450"/>
                    <a:pt x="201" y="449"/>
                  </a:cubicBezTo>
                  <a:cubicBezTo>
                    <a:pt x="200" y="447"/>
                    <a:pt x="198" y="444"/>
                    <a:pt x="197" y="443"/>
                  </a:cubicBezTo>
                  <a:cubicBezTo>
                    <a:pt x="196" y="442"/>
                    <a:pt x="194" y="441"/>
                    <a:pt x="194" y="441"/>
                  </a:cubicBezTo>
                  <a:cubicBezTo>
                    <a:pt x="192" y="441"/>
                    <a:pt x="188" y="441"/>
                    <a:pt x="186" y="441"/>
                  </a:cubicBezTo>
                  <a:cubicBezTo>
                    <a:pt x="184" y="441"/>
                    <a:pt x="181" y="442"/>
                    <a:pt x="180" y="442"/>
                  </a:cubicBezTo>
                  <a:cubicBezTo>
                    <a:pt x="178" y="442"/>
                    <a:pt x="176" y="441"/>
                    <a:pt x="175" y="440"/>
                  </a:cubicBezTo>
                  <a:cubicBezTo>
                    <a:pt x="174" y="440"/>
                    <a:pt x="172" y="440"/>
                    <a:pt x="172" y="440"/>
                  </a:cubicBezTo>
                  <a:cubicBezTo>
                    <a:pt x="171" y="440"/>
                    <a:pt x="171" y="439"/>
                    <a:pt x="170" y="439"/>
                  </a:cubicBezTo>
                  <a:cubicBezTo>
                    <a:pt x="170" y="439"/>
                    <a:pt x="170" y="438"/>
                    <a:pt x="171" y="438"/>
                  </a:cubicBezTo>
                  <a:cubicBezTo>
                    <a:pt x="171" y="437"/>
                    <a:pt x="172" y="436"/>
                    <a:pt x="172" y="435"/>
                  </a:cubicBezTo>
                  <a:cubicBezTo>
                    <a:pt x="172" y="434"/>
                    <a:pt x="171" y="433"/>
                    <a:pt x="171" y="432"/>
                  </a:cubicBezTo>
                  <a:cubicBezTo>
                    <a:pt x="171" y="432"/>
                    <a:pt x="170" y="431"/>
                    <a:pt x="169" y="430"/>
                  </a:cubicBezTo>
                  <a:cubicBezTo>
                    <a:pt x="169" y="429"/>
                    <a:pt x="169" y="426"/>
                    <a:pt x="169" y="425"/>
                  </a:cubicBezTo>
                  <a:cubicBezTo>
                    <a:pt x="170" y="423"/>
                    <a:pt x="170" y="421"/>
                    <a:pt x="170" y="419"/>
                  </a:cubicBezTo>
                  <a:cubicBezTo>
                    <a:pt x="170" y="417"/>
                    <a:pt x="170" y="414"/>
                    <a:pt x="170" y="412"/>
                  </a:cubicBezTo>
                  <a:cubicBezTo>
                    <a:pt x="170" y="411"/>
                    <a:pt x="169" y="409"/>
                    <a:pt x="169" y="408"/>
                  </a:cubicBezTo>
                  <a:cubicBezTo>
                    <a:pt x="169" y="406"/>
                    <a:pt x="168" y="402"/>
                    <a:pt x="168" y="401"/>
                  </a:cubicBezTo>
                  <a:cubicBezTo>
                    <a:pt x="167" y="399"/>
                    <a:pt x="166" y="396"/>
                    <a:pt x="164" y="395"/>
                  </a:cubicBezTo>
                  <a:cubicBezTo>
                    <a:pt x="163" y="393"/>
                    <a:pt x="160" y="392"/>
                    <a:pt x="158" y="391"/>
                  </a:cubicBezTo>
                  <a:cubicBezTo>
                    <a:pt x="157" y="391"/>
                    <a:pt x="155" y="390"/>
                    <a:pt x="153" y="390"/>
                  </a:cubicBezTo>
                  <a:cubicBezTo>
                    <a:pt x="152" y="389"/>
                    <a:pt x="151" y="388"/>
                    <a:pt x="150" y="387"/>
                  </a:cubicBezTo>
                  <a:cubicBezTo>
                    <a:pt x="149" y="387"/>
                    <a:pt x="148" y="386"/>
                    <a:pt x="147" y="385"/>
                  </a:cubicBezTo>
                  <a:cubicBezTo>
                    <a:pt x="146" y="385"/>
                    <a:pt x="144" y="384"/>
                    <a:pt x="144" y="384"/>
                  </a:cubicBezTo>
                  <a:cubicBezTo>
                    <a:pt x="143" y="384"/>
                    <a:pt x="142" y="385"/>
                    <a:pt x="142" y="385"/>
                  </a:cubicBezTo>
                  <a:cubicBezTo>
                    <a:pt x="141" y="385"/>
                    <a:pt x="140" y="385"/>
                    <a:pt x="139" y="385"/>
                  </a:cubicBezTo>
                  <a:cubicBezTo>
                    <a:pt x="139" y="384"/>
                    <a:pt x="138" y="384"/>
                    <a:pt x="138" y="384"/>
                  </a:cubicBezTo>
                  <a:cubicBezTo>
                    <a:pt x="138" y="383"/>
                    <a:pt x="138" y="382"/>
                    <a:pt x="138" y="381"/>
                  </a:cubicBezTo>
                  <a:cubicBezTo>
                    <a:pt x="138" y="381"/>
                    <a:pt x="138" y="380"/>
                    <a:pt x="138" y="380"/>
                  </a:cubicBezTo>
                  <a:cubicBezTo>
                    <a:pt x="139" y="379"/>
                    <a:pt x="140" y="378"/>
                    <a:pt x="141" y="378"/>
                  </a:cubicBezTo>
                  <a:cubicBezTo>
                    <a:pt x="142" y="378"/>
                    <a:pt x="143" y="377"/>
                    <a:pt x="143" y="377"/>
                  </a:cubicBezTo>
                  <a:cubicBezTo>
                    <a:pt x="144" y="376"/>
                    <a:pt x="145" y="373"/>
                    <a:pt x="146" y="372"/>
                  </a:cubicBezTo>
                  <a:cubicBezTo>
                    <a:pt x="147" y="371"/>
                    <a:pt x="148" y="368"/>
                    <a:pt x="149" y="367"/>
                  </a:cubicBezTo>
                  <a:cubicBezTo>
                    <a:pt x="150" y="364"/>
                    <a:pt x="153" y="357"/>
                    <a:pt x="154" y="354"/>
                  </a:cubicBezTo>
                  <a:cubicBezTo>
                    <a:pt x="156" y="350"/>
                    <a:pt x="159" y="342"/>
                    <a:pt x="160" y="338"/>
                  </a:cubicBezTo>
                  <a:cubicBezTo>
                    <a:pt x="161" y="335"/>
                    <a:pt x="163" y="330"/>
                    <a:pt x="164" y="328"/>
                  </a:cubicBezTo>
                  <a:cubicBezTo>
                    <a:pt x="164" y="325"/>
                    <a:pt x="166" y="321"/>
                    <a:pt x="166" y="318"/>
                  </a:cubicBezTo>
                  <a:cubicBezTo>
                    <a:pt x="167" y="315"/>
                    <a:pt x="169" y="308"/>
                    <a:pt x="170" y="304"/>
                  </a:cubicBezTo>
                  <a:cubicBezTo>
                    <a:pt x="171" y="303"/>
                    <a:pt x="172" y="299"/>
                    <a:pt x="172" y="298"/>
                  </a:cubicBezTo>
                  <a:cubicBezTo>
                    <a:pt x="172" y="296"/>
                    <a:pt x="173" y="293"/>
                    <a:pt x="173" y="291"/>
                  </a:cubicBezTo>
                  <a:cubicBezTo>
                    <a:pt x="173" y="290"/>
                    <a:pt x="174" y="288"/>
                    <a:pt x="174" y="287"/>
                  </a:cubicBezTo>
                  <a:cubicBezTo>
                    <a:pt x="175" y="284"/>
                    <a:pt x="175" y="279"/>
                    <a:pt x="176" y="276"/>
                  </a:cubicBezTo>
                  <a:cubicBezTo>
                    <a:pt x="176" y="273"/>
                    <a:pt x="176" y="267"/>
                    <a:pt x="176" y="264"/>
                  </a:cubicBezTo>
                  <a:cubicBezTo>
                    <a:pt x="176" y="259"/>
                    <a:pt x="175" y="249"/>
                    <a:pt x="175" y="244"/>
                  </a:cubicBezTo>
                  <a:cubicBezTo>
                    <a:pt x="174" y="241"/>
                    <a:pt x="174" y="234"/>
                    <a:pt x="173" y="230"/>
                  </a:cubicBezTo>
                  <a:cubicBezTo>
                    <a:pt x="173" y="228"/>
                    <a:pt x="173" y="222"/>
                    <a:pt x="172" y="220"/>
                  </a:cubicBezTo>
                  <a:cubicBezTo>
                    <a:pt x="172" y="217"/>
                    <a:pt x="170" y="212"/>
                    <a:pt x="169" y="210"/>
                  </a:cubicBezTo>
                  <a:cubicBezTo>
                    <a:pt x="169" y="208"/>
                    <a:pt x="168" y="204"/>
                    <a:pt x="167" y="203"/>
                  </a:cubicBezTo>
                  <a:cubicBezTo>
                    <a:pt x="166" y="201"/>
                    <a:pt x="165" y="199"/>
                    <a:pt x="165" y="198"/>
                  </a:cubicBezTo>
                  <a:cubicBezTo>
                    <a:pt x="165" y="197"/>
                    <a:pt x="164" y="195"/>
                    <a:pt x="164" y="195"/>
                  </a:cubicBezTo>
                  <a:cubicBezTo>
                    <a:pt x="164" y="194"/>
                    <a:pt x="163" y="192"/>
                    <a:pt x="162" y="191"/>
                  </a:cubicBezTo>
                  <a:cubicBezTo>
                    <a:pt x="162" y="191"/>
                    <a:pt x="162" y="189"/>
                    <a:pt x="162" y="188"/>
                  </a:cubicBezTo>
                  <a:cubicBezTo>
                    <a:pt x="162" y="187"/>
                    <a:pt x="161" y="184"/>
                    <a:pt x="160" y="183"/>
                  </a:cubicBezTo>
                  <a:cubicBezTo>
                    <a:pt x="160" y="182"/>
                    <a:pt x="159" y="181"/>
                    <a:pt x="159" y="181"/>
                  </a:cubicBezTo>
                  <a:cubicBezTo>
                    <a:pt x="158" y="180"/>
                    <a:pt x="158" y="179"/>
                    <a:pt x="157" y="179"/>
                  </a:cubicBezTo>
                  <a:cubicBezTo>
                    <a:pt x="157" y="178"/>
                    <a:pt x="156" y="178"/>
                    <a:pt x="156" y="177"/>
                  </a:cubicBezTo>
                  <a:cubicBezTo>
                    <a:pt x="155" y="177"/>
                    <a:pt x="155" y="176"/>
                    <a:pt x="154" y="175"/>
                  </a:cubicBezTo>
                  <a:cubicBezTo>
                    <a:pt x="154" y="174"/>
                    <a:pt x="152" y="174"/>
                    <a:pt x="151" y="173"/>
                  </a:cubicBezTo>
                  <a:cubicBezTo>
                    <a:pt x="151" y="172"/>
                    <a:pt x="150" y="170"/>
                    <a:pt x="149" y="169"/>
                  </a:cubicBezTo>
                  <a:cubicBezTo>
                    <a:pt x="148" y="168"/>
                    <a:pt x="146" y="166"/>
                    <a:pt x="145" y="165"/>
                  </a:cubicBezTo>
                  <a:cubicBezTo>
                    <a:pt x="145" y="164"/>
                    <a:pt x="143" y="163"/>
                    <a:pt x="142" y="162"/>
                  </a:cubicBezTo>
                  <a:cubicBezTo>
                    <a:pt x="141" y="162"/>
                    <a:pt x="141" y="161"/>
                    <a:pt x="140" y="160"/>
                  </a:cubicBezTo>
                  <a:cubicBezTo>
                    <a:pt x="140" y="160"/>
                    <a:pt x="138" y="159"/>
                    <a:pt x="138" y="158"/>
                  </a:cubicBezTo>
                  <a:cubicBezTo>
                    <a:pt x="137" y="158"/>
                    <a:pt x="136" y="157"/>
                    <a:pt x="136" y="157"/>
                  </a:cubicBezTo>
                  <a:cubicBezTo>
                    <a:pt x="136" y="157"/>
                    <a:pt x="135" y="156"/>
                    <a:pt x="135" y="156"/>
                  </a:cubicBezTo>
                  <a:cubicBezTo>
                    <a:pt x="134" y="155"/>
                    <a:pt x="134" y="153"/>
                    <a:pt x="134" y="152"/>
                  </a:cubicBezTo>
                  <a:cubicBezTo>
                    <a:pt x="134" y="152"/>
                    <a:pt x="133" y="151"/>
                    <a:pt x="133" y="151"/>
                  </a:cubicBezTo>
                  <a:cubicBezTo>
                    <a:pt x="133" y="150"/>
                    <a:pt x="132" y="150"/>
                    <a:pt x="132" y="150"/>
                  </a:cubicBezTo>
                  <a:cubicBezTo>
                    <a:pt x="131" y="149"/>
                    <a:pt x="130" y="149"/>
                    <a:pt x="130" y="149"/>
                  </a:cubicBezTo>
                  <a:cubicBezTo>
                    <a:pt x="130" y="148"/>
                    <a:pt x="129" y="147"/>
                    <a:pt x="129" y="147"/>
                  </a:cubicBezTo>
                  <a:cubicBezTo>
                    <a:pt x="129" y="146"/>
                    <a:pt x="130" y="146"/>
                    <a:pt x="130" y="146"/>
                  </a:cubicBezTo>
                  <a:cubicBezTo>
                    <a:pt x="131" y="146"/>
                    <a:pt x="132" y="146"/>
                    <a:pt x="132" y="146"/>
                  </a:cubicBezTo>
                  <a:cubicBezTo>
                    <a:pt x="133" y="146"/>
                    <a:pt x="134" y="145"/>
                    <a:pt x="134" y="145"/>
                  </a:cubicBezTo>
                  <a:cubicBezTo>
                    <a:pt x="134" y="146"/>
                    <a:pt x="135" y="147"/>
                    <a:pt x="135" y="147"/>
                  </a:cubicBezTo>
                  <a:cubicBezTo>
                    <a:pt x="134" y="148"/>
                    <a:pt x="133" y="148"/>
                    <a:pt x="133" y="148"/>
                  </a:cubicBezTo>
                  <a:cubicBezTo>
                    <a:pt x="133" y="148"/>
                    <a:pt x="134" y="149"/>
                    <a:pt x="134" y="150"/>
                  </a:cubicBezTo>
                  <a:cubicBezTo>
                    <a:pt x="135" y="150"/>
                    <a:pt x="136" y="151"/>
                    <a:pt x="136" y="151"/>
                  </a:cubicBezTo>
                  <a:cubicBezTo>
                    <a:pt x="136" y="152"/>
                    <a:pt x="136" y="152"/>
                    <a:pt x="136" y="153"/>
                  </a:cubicBezTo>
                  <a:cubicBezTo>
                    <a:pt x="137" y="153"/>
                    <a:pt x="137" y="154"/>
                    <a:pt x="137" y="154"/>
                  </a:cubicBezTo>
                  <a:cubicBezTo>
                    <a:pt x="137" y="154"/>
                    <a:pt x="138" y="155"/>
                    <a:pt x="138" y="154"/>
                  </a:cubicBezTo>
                  <a:cubicBezTo>
                    <a:pt x="139" y="154"/>
                    <a:pt x="139" y="153"/>
                    <a:pt x="139" y="153"/>
                  </a:cubicBezTo>
                  <a:cubicBezTo>
                    <a:pt x="139" y="152"/>
                    <a:pt x="138" y="152"/>
                    <a:pt x="138" y="152"/>
                  </a:cubicBezTo>
                  <a:cubicBezTo>
                    <a:pt x="138" y="151"/>
                    <a:pt x="138" y="151"/>
                    <a:pt x="138" y="150"/>
                  </a:cubicBezTo>
                  <a:cubicBezTo>
                    <a:pt x="139" y="150"/>
                    <a:pt x="139" y="149"/>
                    <a:pt x="139" y="149"/>
                  </a:cubicBezTo>
                  <a:cubicBezTo>
                    <a:pt x="140" y="149"/>
                    <a:pt x="140" y="150"/>
                    <a:pt x="140" y="151"/>
                  </a:cubicBezTo>
                  <a:cubicBezTo>
                    <a:pt x="141" y="151"/>
                    <a:pt x="141" y="152"/>
                    <a:pt x="141" y="153"/>
                  </a:cubicBezTo>
                  <a:cubicBezTo>
                    <a:pt x="142" y="154"/>
                    <a:pt x="143" y="155"/>
                    <a:pt x="143" y="156"/>
                  </a:cubicBezTo>
                  <a:cubicBezTo>
                    <a:pt x="144" y="156"/>
                    <a:pt x="144" y="158"/>
                    <a:pt x="145" y="159"/>
                  </a:cubicBezTo>
                  <a:cubicBezTo>
                    <a:pt x="145" y="160"/>
                    <a:pt x="147" y="161"/>
                    <a:pt x="148" y="162"/>
                  </a:cubicBezTo>
                  <a:cubicBezTo>
                    <a:pt x="148" y="163"/>
                    <a:pt x="149" y="164"/>
                    <a:pt x="150" y="164"/>
                  </a:cubicBezTo>
                  <a:cubicBezTo>
                    <a:pt x="150" y="165"/>
                    <a:pt x="152" y="165"/>
                    <a:pt x="152" y="166"/>
                  </a:cubicBezTo>
                  <a:cubicBezTo>
                    <a:pt x="153" y="166"/>
                    <a:pt x="154" y="166"/>
                    <a:pt x="155" y="167"/>
                  </a:cubicBezTo>
                  <a:cubicBezTo>
                    <a:pt x="155" y="167"/>
                    <a:pt x="157" y="167"/>
                    <a:pt x="157" y="168"/>
                  </a:cubicBezTo>
                  <a:cubicBezTo>
                    <a:pt x="157" y="168"/>
                    <a:pt x="158" y="170"/>
                    <a:pt x="158" y="171"/>
                  </a:cubicBezTo>
                  <a:cubicBezTo>
                    <a:pt x="158" y="171"/>
                    <a:pt x="157" y="173"/>
                    <a:pt x="158" y="173"/>
                  </a:cubicBezTo>
                  <a:cubicBezTo>
                    <a:pt x="158" y="174"/>
                    <a:pt x="158" y="176"/>
                    <a:pt x="159" y="177"/>
                  </a:cubicBezTo>
                  <a:cubicBezTo>
                    <a:pt x="160" y="177"/>
                    <a:pt x="161" y="178"/>
                    <a:pt x="162" y="179"/>
                  </a:cubicBezTo>
                  <a:cubicBezTo>
                    <a:pt x="162" y="180"/>
                    <a:pt x="163" y="181"/>
                    <a:pt x="163" y="182"/>
                  </a:cubicBezTo>
                  <a:cubicBezTo>
                    <a:pt x="163" y="183"/>
                    <a:pt x="164" y="185"/>
                    <a:pt x="164" y="186"/>
                  </a:cubicBezTo>
                  <a:cubicBezTo>
                    <a:pt x="165" y="186"/>
                    <a:pt x="165" y="188"/>
                    <a:pt x="165" y="188"/>
                  </a:cubicBezTo>
                  <a:cubicBezTo>
                    <a:pt x="165" y="189"/>
                    <a:pt x="165" y="190"/>
                    <a:pt x="166" y="191"/>
                  </a:cubicBezTo>
                  <a:cubicBezTo>
                    <a:pt x="166" y="191"/>
                    <a:pt x="166" y="192"/>
                    <a:pt x="166" y="193"/>
                  </a:cubicBezTo>
                  <a:cubicBezTo>
                    <a:pt x="167" y="193"/>
                    <a:pt x="167" y="195"/>
                    <a:pt x="168" y="195"/>
                  </a:cubicBezTo>
                  <a:cubicBezTo>
                    <a:pt x="168" y="195"/>
                    <a:pt x="169" y="196"/>
                    <a:pt x="169" y="196"/>
                  </a:cubicBezTo>
                  <a:cubicBezTo>
                    <a:pt x="169" y="195"/>
                    <a:pt x="170" y="195"/>
                    <a:pt x="170" y="194"/>
                  </a:cubicBezTo>
                  <a:cubicBezTo>
                    <a:pt x="171" y="194"/>
                    <a:pt x="170" y="193"/>
                    <a:pt x="169" y="192"/>
                  </a:cubicBezTo>
                  <a:cubicBezTo>
                    <a:pt x="169" y="192"/>
                    <a:pt x="168" y="191"/>
                    <a:pt x="167" y="191"/>
                  </a:cubicBezTo>
                  <a:cubicBezTo>
                    <a:pt x="167" y="190"/>
                    <a:pt x="167" y="189"/>
                    <a:pt x="167" y="188"/>
                  </a:cubicBezTo>
                  <a:cubicBezTo>
                    <a:pt x="167" y="188"/>
                    <a:pt x="168" y="186"/>
                    <a:pt x="168" y="186"/>
                  </a:cubicBezTo>
                  <a:cubicBezTo>
                    <a:pt x="168" y="185"/>
                    <a:pt x="167" y="184"/>
                    <a:pt x="167" y="183"/>
                  </a:cubicBezTo>
                  <a:cubicBezTo>
                    <a:pt x="166" y="183"/>
                    <a:pt x="166" y="182"/>
                    <a:pt x="166" y="182"/>
                  </a:cubicBezTo>
                  <a:cubicBezTo>
                    <a:pt x="165" y="181"/>
                    <a:pt x="165" y="181"/>
                    <a:pt x="165" y="180"/>
                  </a:cubicBezTo>
                  <a:cubicBezTo>
                    <a:pt x="165" y="180"/>
                    <a:pt x="166" y="180"/>
                    <a:pt x="166" y="180"/>
                  </a:cubicBezTo>
                  <a:cubicBezTo>
                    <a:pt x="167" y="181"/>
                    <a:pt x="167" y="181"/>
                    <a:pt x="167" y="181"/>
                  </a:cubicBezTo>
                  <a:cubicBezTo>
                    <a:pt x="168" y="181"/>
                    <a:pt x="168" y="181"/>
                    <a:pt x="168" y="181"/>
                  </a:cubicBezTo>
                  <a:cubicBezTo>
                    <a:pt x="168" y="180"/>
                    <a:pt x="168" y="179"/>
                    <a:pt x="168" y="179"/>
                  </a:cubicBezTo>
                  <a:cubicBezTo>
                    <a:pt x="167" y="178"/>
                    <a:pt x="166" y="179"/>
                    <a:pt x="166" y="178"/>
                  </a:cubicBezTo>
                  <a:cubicBezTo>
                    <a:pt x="166" y="178"/>
                    <a:pt x="166" y="178"/>
                    <a:pt x="166" y="177"/>
                  </a:cubicBezTo>
                  <a:cubicBezTo>
                    <a:pt x="166" y="177"/>
                    <a:pt x="167" y="177"/>
                    <a:pt x="167" y="177"/>
                  </a:cubicBezTo>
                  <a:cubicBezTo>
                    <a:pt x="167" y="176"/>
                    <a:pt x="166" y="175"/>
                    <a:pt x="166" y="175"/>
                  </a:cubicBezTo>
                  <a:cubicBezTo>
                    <a:pt x="166" y="175"/>
                    <a:pt x="164" y="175"/>
                    <a:pt x="164" y="175"/>
                  </a:cubicBezTo>
                  <a:cubicBezTo>
                    <a:pt x="164" y="175"/>
                    <a:pt x="164" y="174"/>
                    <a:pt x="164" y="173"/>
                  </a:cubicBezTo>
                  <a:cubicBezTo>
                    <a:pt x="163" y="173"/>
                    <a:pt x="162" y="172"/>
                    <a:pt x="162" y="172"/>
                  </a:cubicBezTo>
                  <a:cubicBezTo>
                    <a:pt x="162" y="171"/>
                    <a:pt x="162" y="170"/>
                    <a:pt x="162" y="169"/>
                  </a:cubicBezTo>
                  <a:cubicBezTo>
                    <a:pt x="162" y="169"/>
                    <a:pt x="163" y="168"/>
                    <a:pt x="163" y="168"/>
                  </a:cubicBezTo>
                  <a:cubicBezTo>
                    <a:pt x="164" y="168"/>
                    <a:pt x="164" y="167"/>
                    <a:pt x="165" y="167"/>
                  </a:cubicBezTo>
                  <a:cubicBezTo>
                    <a:pt x="165" y="167"/>
                    <a:pt x="166" y="167"/>
                    <a:pt x="167" y="167"/>
                  </a:cubicBezTo>
                  <a:cubicBezTo>
                    <a:pt x="168" y="167"/>
                    <a:pt x="169" y="167"/>
                    <a:pt x="169" y="168"/>
                  </a:cubicBezTo>
                  <a:cubicBezTo>
                    <a:pt x="170" y="168"/>
                    <a:pt x="171" y="170"/>
                    <a:pt x="171" y="170"/>
                  </a:cubicBezTo>
                  <a:cubicBezTo>
                    <a:pt x="171" y="171"/>
                    <a:pt x="172" y="171"/>
                    <a:pt x="171" y="172"/>
                  </a:cubicBezTo>
                  <a:cubicBezTo>
                    <a:pt x="171" y="172"/>
                    <a:pt x="170" y="172"/>
                    <a:pt x="170" y="173"/>
                  </a:cubicBezTo>
                  <a:cubicBezTo>
                    <a:pt x="170" y="173"/>
                    <a:pt x="170" y="174"/>
                    <a:pt x="170" y="174"/>
                  </a:cubicBezTo>
                  <a:cubicBezTo>
                    <a:pt x="170" y="175"/>
                    <a:pt x="170" y="175"/>
                    <a:pt x="171" y="176"/>
                  </a:cubicBezTo>
                  <a:cubicBezTo>
                    <a:pt x="171" y="176"/>
                    <a:pt x="172" y="177"/>
                    <a:pt x="172" y="177"/>
                  </a:cubicBezTo>
                  <a:cubicBezTo>
                    <a:pt x="172" y="176"/>
                    <a:pt x="172" y="175"/>
                    <a:pt x="172" y="175"/>
                  </a:cubicBezTo>
                  <a:cubicBezTo>
                    <a:pt x="173" y="175"/>
                    <a:pt x="173" y="174"/>
                    <a:pt x="173" y="174"/>
                  </a:cubicBezTo>
                  <a:cubicBezTo>
                    <a:pt x="173" y="174"/>
                    <a:pt x="173" y="173"/>
                    <a:pt x="173" y="173"/>
                  </a:cubicBezTo>
                  <a:cubicBezTo>
                    <a:pt x="173" y="172"/>
                    <a:pt x="173" y="171"/>
                    <a:pt x="173" y="171"/>
                  </a:cubicBezTo>
                  <a:cubicBezTo>
                    <a:pt x="173" y="171"/>
                    <a:pt x="173" y="170"/>
                    <a:pt x="174" y="169"/>
                  </a:cubicBezTo>
                  <a:cubicBezTo>
                    <a:pt x="174" y="169"/>
                    <a:pt x="175" y="169"/>
                    <a:pt x="176" y="170"/>
                  </a:cubicBezTo>
                  <a:cubicBezTo>
                    <a:pt x="176" y="170"/>
                    <a:pt x="176" y="170"/>
                    <a:pt x="177" y="171"/>
                  </a:cubicBezTo>
                  <a:cubicBezTo>
                    <a:pt x="177" y="171"/>
                    <a:pt x="178" y="170"/>
                    <a:pt x="178" y="171"/>
                  </a:cubicBezTo>
                  <a:cubicBezTo>
                    <a:pt x="179" y="171"/>
                    <a:pt x="180" y="171"/>
                    <a:pt x="180" y="172"/>
                  </a:cubicBezTo>
                  <a:cubicBezTo>
                    <a:pt x="179" y="172"/>
                    <a:pt x="178" y="173"/>
                    <a:pt x="178" y="173"/>
                  </a:cubicBezTo>
                  <a:cubicBezTo>
                    <a:pt x="177" y="173"/>
                    <a:pt x="176" y="174"/>
                    <a:pt x="175" y="174"/>
                  </a:cubicBezTo>
                  <a:cubicBezTo>
                    <a:pt x="175" y="174"/>
                    <a:pt x="175" y="175"/>
                    <a:pt x="175" y="176"/>
                  </a:cubicBezTo>
                  <a:cubicBezTo>
                    <a:pt x="174" y="177"/>
                    <a:pt x="174" y="178"/>
                    <a:pt x="175" y="178"/>
                  </a:cubicBezTo>
                  <a:cubicBezTo>
                    <a:pt x="175" y="179"/>
                    <a:pt x="176" y="179"/>
                    <a:pt x="176" y="179"/>
                  </a:cubicBezTo>
                  <a:cubicBezTo>
                    <a:pt x="177" y="179"/>
                    <a:pt x="177" y="178"/>
                    <a:pt x="178" y="177"/>
                  </a:cubicBezTo>
                  <a:cubicBezTo>
                    <a:pt x="178" y="177"/>
                    <a:pt x="178" y="176"/>
                    <a:pt x="178" y="176"/>
                  </a:cubicBezTo>
                  <a:cubicBezTo>
                    <a:pt x="179" y="175"/>
                    <a:pt x="179" y="175"/>
                    <a:pt x="180" y="175"/>
                  </a:cubicBezTo>
                  <a:cubicBezTo>
                    <a:pt x="180" y="174"/>
                    <a:pt x="180" y="173"/>
                    <a:pt x="181" y="173"/>
                  </a:cubicBezTo>
                  <a:cubicBezTo>
                    <a:pt x="181" y="173"/>
                    <a:pt x="181" y="172"/>
                    <a:pt x="182" y="172"/>
                  </a:cubicBezTo>
                  <a:cubicBezTo>
                    <a:pt x="182" y="172"/>
                    <a:pt x="183" y="172"/>
                    <a:pt x="184" y="172"/>
                  </a:cubicBezTo>
                  <a:cubicBezTo>
                    <a:pt x="184" y="172"/>
                    <a:pt x="185" y="173"/>
                    <a:pt x="185" y="174"/>
                  </a:cubicBezTo>
                  <a:cubicBezTo>
                    <a:pt x="186" y="175"/>
                    <a:pt x="187" y="177"/>
                    <a:pt x="187" y="177"/>
                  </a:cubicBezTo>
                  <a:cubicBezTo>
                    <a:pt x="188" y="178"/>
                    <a:pt x="190" y="178"/>
                    <a:pt x="191" y="178"/>
                  </a:cubicBezTo>
                  <a:cubicBezTo>
                    <a:pt x="191" y="179"/>
                    <a:pt x="193" y="179"/>
                    <a:pt x="194" y="180"/>
                  </a:cubicBezTo>
                  <a:cubicBezTo>
                    <a:pt x="195" y="180"/>
                    <a:pt x="196" y="180"/>
                    <a:pt x="197" y="180"/>
                  </a:cubicBezTo>
                  <a:cubicBezTo>
                    <a:pt x="198" y="179"/>
                    <a:pt x="199" y="179"/>
                    <a:pt x="200" y="179"/>
                  </a:cubicBezTo>
                  <a:cubicBezTo>
                    <a:pt x="200" y="178"/>
                    <a:pt x="201" y="178"/>
                    <a:pt x="202" y="178"/>
                  </a:cubicBezTo>
                  <a:cubicBezTo>
                    <a:pt x="203" y="178"/>
                    <a:pt x="204" y="179"/>
                    <a:pt x="205" y="179"/>
                  </a:cubicBezTo>
                  <a:cubicBezTo>
                    <a:pt x="206" y="180"/>
                    <a:pt x="207" y="180"/>
                    <a:pt x="207" y="180"/>
                  </a:cubicBezTo>
                  <a:cubicBezTo>
                    <a:pt x="208" y="181"/>
                    <a:pt x="209" y="182"/>
                    <a:pt x="209" y="183"/>
                  </a:cubicBezTo>
                  <a:cubicBezTo>
                    <a:pt x="210" y="183"/>
                    <a:pt x="211" y="183"/>
                    <a:pt x="212" y="184"/>
                  </a:cubicBezTo>
                  <a:cubicBezTo>
                    <a:pt x="212" y="184"/>
                    <a:pt x="214" y="186"/>
                    <a:pt x="215" y="186"/>
                  </a:cubicBezTo>
                  <a:cubicBezTo>
                    <a:pt x="215" y="186"/>
                    <a:pt x="217" y="186"/>
                    <a:pt x="218" y="186"/>
                  </a:cubicBezTo>
                  <a:cubicBezTo>
                    <a:pt x="219" y="186"/>
                    <a:pt x="221" y="186"/>
                    <a:pt x="221" y="186"/>
                  </a:cubicBezTo>
                  <a:cubicBezTo>
                    <a:pt x="222" y="186"/>
                    <a:pt x="223" y="185"/>
                    <a:pt x="224" y="185"/>
                  </a:cubicBezTo>
                  <a:cubicBezTo>
                    <a:pt x="224" y="185"/>
                    <a:pt x="225" y="184"/>
                    <a:pt x="225" y="184"/>
                  </a:cubicBezTo>
                  <a:cubicBezTo>
                    <a:pt x="226" y="184"/>
                    <a:pt x="226" y="183"/>
                    <a:pt x="226" y="183"/>
                  </a:cubicBezTo>
                  <a:cubicBezTo>
                    <a:pt x="225" y="182"/>
                    <a:pt x="224" y="183"/>
                    <a:pt x="223" y="183"/>
                  </a:cubicBezTo>
                  <a:cubicBezTo>
                    <a:pt x="222" y="183"/>
                    <a:pt x="220" y="183"/>
                    <a:pt x="219" y="183"/>
                  </a:cubicBezTo>
                  <a:cubicBezTo>
                    <a:pt x="218" y="183"/>
                    <a:pt x="216" y="183"/>
                    <a:pt x="216" y="182"/>
                  </a:cubicBezTo>
                  <a:cubicBezTo>
                    <a:pt x="215" y="182"/>
                    <a:pt x="214" y="182"/>
                    <a:pt x="213" y="181"/>
                  </a:cubicBezTo>
                  <a:cubicBezTo>
                    <a:pt x="212" y="181"/>
                    <a:pt x="211" y="179"/>
                    <a:pt x="210" y="178"/>
                  </a:cubicBezTo>
                  <a:cubicBezTo>
                    <a:pt x="208" y="177"/>
                    <a:pt x="206" y="175"/>
                    <a:pt x="205" y="173"/>
                  </a:cubicBezTo>
                  <a:cubicBezTo>
                    <a:pt x="203" y="173"/>
                    <a:pt x="201" y="171"/>
                    <a:pt x="200" y="170"/>
                  </a:cubicBezTo>
                  <a:cubicBezTo>
                    <a:pt x="199" y="170"/>
                    <a:pt x="198" y="169"/>
                    <a:pt x="198" y="168"/>
                  </a:cubicBezTo>
                  <a:cubicBezTo>
                    <a:pt x="197" y="168"/>
                    <a:pt x="197" y="168"/>
                    <a:pt x="196" y="168"/>
                  </a:cubicBezTo>
                  <a:cubicBezTo>
                    <a:pt x="196" y="168"/>
                    <a:pt x="195" y="169"/>
                    <a:pt x="195" y="169"/>
                  </a:cubicBezTo>
                  <a:cubicBezTo>
                    <a:pt x="195" y="169"/>
                    <a:pt x="194" y="169"/>
                    <a:pt x="194" y="169"/>
                  </a:cubicBezTo>
                  <a:cubicBezTo>
                    <a:pt x="193" y="169"/>
                    <a:pt x="193" y="168"/>
                    <a:pt x="193" y="168"/>
                  </a:cubicBezTo>
                  <a:cubicBezTo>
                    <a:pt x="193" y="168"/>
                    <a:pt x="193" y="167"/>
                    <a:pt x="193" y="167"/>
                  </a:cubicBezTo>
                  <a:cubicBezTo>
                    <a:pt x="193" y="166"/>
                    <a:pt x="194" y="166"/>
                    <a:pt x="194" y="165"/>
                  </a:cubicBezTo>
                  <a:cubicBezTo>
                    <a:pt x="194" y="165"/>
                    <a:pt x="194" y="164"/>
                    <a:pt x="194" y="163"/>
                  </a:cubicBezTo>
                  <a:cubicBezTo>
                    <a:pt x="194" y="163"/>
                    <a:pt x="193" y="163"/>
                    <a:pt x="193" y="162"/>
                  </a:cubicBezTo>
                  <a:cubicBezTo>
                    <a:pt x="193" y="161"/>
                    <a:pt x="193" y="160"/>
                    <a:pt x="193" y="159"/>
                  </a:cubicBezTo>
                  <a:cubicBezTo>
                    <a:pt x="193" y="159"/>
                    <a:pt x="192" y="158"/>
                    <a:pt x="193" y="157"/>
                  </a:cubicBezTo>
                  <a:cubicBezTo>
                    <a:pt x="193" y="157"/>
                    <a:pt x="194" y="156"/>
                    <a:pt x="194" y="156"/>
                  </a:cubicBezTo>
                  <a:cubicBezTo>
                    <a:pt x="194" y="155"/>
                    <a:pt x="193" y="154"/>
                    <a:pt x="193" y="153"/>
                  </a:cubicBezTo>
                  <a:cubicBezTo>
                    <a:pt x="193" y="153"/>
                    <a:pt x="194" y="152"/>
                    <a:pt x="194" y="151"/>
                  </a:cubicBezTo>
                  <a:cubicBezTo>
                    <a:pt x="194" y="151"/>
                    <a:pt x="194" y="149"/>
                    <a:pt x="194" y="149"/>
                  </a:cubicBezTo>
                  <a:cubicBezTo>
                    <a:pt x="193" y="148"/>
                    <a:pt x="192" y="148"/>
                    <a:pt x="192" y="148"/>
                  </a:cubicBezTo>
                  <a:cubicBezTo>
                    <a:pt x="192" y="148"/>
                    <a:pt x="192" y="147"/>
                    <a:pt x="192" y="146"/>
                  </a:cubicBezTo>
                  <a:cubicBezTo>
                    <a:pt x="193" y="145"/>
                    <a:pt x="193" y="143"/>
                    <a:pt x="193" y="143"/>
                  </a:cubicBezTo>
                  <a:cubicBezTo>
                    <a:pt x="193" y="142"/>
                    <a:pt x="192" y="140"/>
                    <a:pt x="192" y="140"/>
                  </a:cubicBezTo>
                  <a:cubicBezTo>
                    <a:pt x="192" y="139"/>
                    <a:pt x="191" y="138"/>
                    <a:pt x="192" y="138"/>
                  </a:cubicBezTo>
                  <a:cubicBezTo>
                    <a:pt x="192" y="138"/>
                    <a:pt x="192" y="137"/>
                    <a:pt x="192" y="137"/>
                  </a:cubicBezTo>
                  <a:cubicBezTo>
                    <a:pt x="193" y="137"/>
                    <a:pt x="194" y="138"/>
                    <a:pt x="195" y="138"/>
                  </a:cubicBezTo>
                  <a:cubicBezTo>
                    <a:pt x="195" y="138"/>
                    <a:pt x="196" y="137"/>
                    <a:pt x="196" y="136"/>
                  </a:cubicBezTo>
                  <a:cubicBezTo>
                    <a:pt x="197" y="136"/>
                    <a:pt x="198" y="137"/>
                    <a:pt x="198" y="136"/>
                  </a:cubicBezTo>
                  <a:cubicBezTo>
                    <a:pt x="198" y="136"/>
                    <a:pt x="199" y="136"/>
                    <a:pt x="199" y="135"/>
                  </a:cubicBezTo>
                  <a:cubicBezTo>
                    <a:pt x="199" y="135"/>
                    <a:pt x="199" y="134"/>
                    <a:pt x="199" y="134"/>
                  </a:cubicBezTo>
                  <a:cubicBezTo>
                    <a:pt x="199" y="133"/>
                    <a:pt x="198" y="133"/>
                    <a:pt x="198" y="133"/>
                  </a:cubicBezTo>
                  <a:cubicBezTo>
                    <a:pt x="197" y="133"/>
                    <a:pt x="197" y="133"/>
                    <a:pt x="197" y="133"/>
                  </a:cubicBezTo>
                  <a:cubicBezTo>
                    <a:pt x="196" y="133"/>
                    <a:pt x="195" y="134"/>
                    <a:pt x="195" y="134"/>
                  </a:cubicBezTo>
                  <a:cubicBezTo>
                    <a:pt x="195" y="134"/>
                    <a:pt x="194" y="133"/>
                    <a:pt x="194" y="133"/>
                  </a:cubicBezTo>
                  <a:cubicBezTo>
                    <a:pt x="193" y="133"/>
                    <a:pt x="192" y="133"/>
                    <a:pt x="192" y="133"/>
                  </a:cubicBezTo>
                  <a:cubicBezTo>
                    <a:pt x="192" y="133"/>
                    <a:pt x="191" y="133"/>
                    <a:pt x="190" y="133"/>
                  </a:cubicBezTo>
                  <a:cubicBezTo>
                    <a:pt x="190" y="133"/>
                    <a:pt x="189" y="133"/>
                    <a:pt x="189" y="133"/>
                  </a:cubicBezTo>
                  <a:cubicBezTo>
                    <a:pt x="188" y="133"/>
                    <a:pt x="188" y="131"/>
                    <a:pt x="188" y="131"/>
                  </a:cubicBezTo>
                  <a:cubicBezTo>
                    <a:pt x="188" y="130"/>
                    <a:pt x="187" y="129"/>
                    <a:pt x="187" y="128"/>
                  </a:cubicBezTo>
                  <a:cubicBezTo>
                    <a:pt x="187" y="127"/>
                    <a:pt x="187" y="126"/>
                    <a:pt x="187" y="126"/>
                  </a:cubicBezTo>
                  <a:cubicBezTo>
                    <a:pt x="187" y="125"/>
                    <a:pt x="187" y="124"/>
                    <a:pt x="187" y="124"/>
                  </a:cubicBezTo>
                  <a:cubicBezTo>
                    <a:pt x="187" y="123"/>
                    <a:pt x="187" y="122"/>
                    <a:pt x="187" y="121"/>
                  </a:cubicBezTo>
                  <a:cubicBezTo>
                    <a:pt x="187" y="121"/>
                    <a:pt x="187" y="120"/>
                    <a:pt x="187" y="119"/>
                  </a:cubicBezTo>
                  <a:cubicBezTo>
                    <a:pt x="187" y="118"/>
                    <a:pt x="186" y="117"/>
                    <a:pt x="187" y="116"/>
                  </a:cubicBezTo>
                  <a:cubicBezTo>
                    <a:pt x="187" y="116"/>
                    <a:pt x="187" y="115"/>
                    <a:pt x="188" y="114"/>
                  </a:cubicBezTo>
                  <a:cubicBezTo>
                    <a:pt x="188" y="114"/>
                    <a:pt x="189" y="113"/>
                    <a:pt x="190" y="113"/>
                  </a:cubicBezTo>
                  <a:cubicBezTo>
                    <a:pt x="191" y="113"/>
                    <a:pt x="192" y="113"/>
                    <a:pt x="193" y="113"/>
                  </a:cubicBezTo>
                  <a:cubicBezTo>
                    <a:pt x="193" y="113"/>
                    <a:pt x="193" y="112"/>
                    <a:pt x="193" y="112"/>
                  </a:cubicBezTo>
                  <a:cubicBezTo>
                    <a:pt x="193" y="111"/>
                    <a:pt x="193" y="110"/>
                    <a:pt x="193" y="110"/>
                  </a:cubicBezTo>
                  <a:cubicBezTo>
                    <a:pt x="193" y="110"/>
                    <a:pt x="192" y="109"/>
                    <a:pt x="192" y="109"/>
                  </a:cubicBezTo>
                  <a:cubicBezTo>
                    <a:pt x="192" y="109"/>
                    <a:pt x="191" y="110"/>
                    <a:pt x="190" y="110"/>
                  </a:cubicBezTo>
                  <a:cubicBezTo>
                    <a:pt x="190" y="110"/>
                    <a:pt x="189" y="111"/>
                    <a:pt x="188" y="111"/>
                  </a:cubicBezTo>
                  <a:cubicBezTo>
                    <a:pt x="188" y="111"/>
                    <a:pt x="187" y="111"/>
                    <a:pt x="186" y="111"/>
                  </a:cubicBezTo>
                  <a:cubicBezTo>
                    <a:pt x="185" y="112"/>
                    <a:pt x="185" y="113"/>
                    <a:pt x="184" y="114"/>
                  </a:cubicBezTo>
                  <a:cubicBezTo>
                    <a:pt x="184" y="114"/>
                    <a:pt x="184" y="115"/>
                    <a:pt x="184" y="116"/>
                  </a:cubicBezTo>
                  <a:cubicBezTo>
                    <a:pt x="184" y="116"/>
                    <a:pt x="184" y="117"/>
                    <a:pt x="184" y="118"/>
                  </a:cubicBezTo>
                  <a:cubicBezTo>
                    <a:pt x="184" y="119"/>
                    <a:pt x="183" y="120"/>
                    <a:pt x="183" y="120"/>
                  </a:cubicBezTo>
                  <a:cubicBezTo>
                    <a:pt x="183" y="121"/>
                    <a:pt x="183" y="123"/>
                    <a:pt x="183" y="124"/>
                  </a:cubicBezTo>
                  <a:cubicBezTo>
                    <a:pt x="183" y="125"/>
                    <a:pt x="183" y="126"/>
                    <a:pt x="182" y="127"/>
                  </a:cubicBezTo>
                  <a:cubicBezTo>
                    <a:pt x="182" y="127"/>
                    <a:pt x="181" y="128"/>
                    <a:pt x="180" y="128"/>
                  </a:cubicBezTo>
                  <a:cubicBezTo>
                    <a:pt x="180" y="129"/>
                    <a:pt x="179" y="130"/>
                    <a:pt x="178" y="130"/>
                  </a:cubicBezTo>
                  <a:cubicBezTo>
                    <a:pt x="178" y="131"/>
                    <a:pt x="177" y="131"/>
                    <a:pt x="176" y="132"/>
                  </a:cubicBezTo>
                  <a:cubicBezTo>
                    <a:pt x="176" y="132"/>
                    <a:pt x="175" y="131"/>
                    <a:pt x="174" y="131"/>
                  </a:cubicBezTo>
                  <a:cubicBezTo>
                    <a:pt x="174" y="131"/>
                    <a:pt x="173" y="131"/>
                    <a:pt x="173" y="131"/>
                  </a:cubicBezTo>
                  <a:cubicBezTo>
                    <a:pt x="172" y="131"/>
                    <a:pt x="172" y="132"/>
                    <a:pt x="172" y="133"/>
                  </a:cubicBezTo>
                  <a:cubicBezTo>
                    <a:pt x="171" y="133"/>
                    <a:pt x="171" y="134"/>
                    <a:pt x="171" y="135"/>
                  </a:cubicBezTo>
                  <a:cubicBezTo>
                    <a:pt x="171" y="135"/>
                    <a:pt x="170" y="136"/>
                    <a:pt x="170" y="136"/>
                  </a:cubicBezTo>
                  <a:cubicBezTo>
                    <a:pt x="169" y="136"/>
                    <a:pt x="168" y="137"/>
                    <a:pt x="168" y="137"/>
                  </a:cubicBezTo>
                  <a:cubicBezTo>
                    <a:pt x="167" y="138"/>
                    <a:pt x="166" y="138"/>
                    <a:pt x="165" y="138"/>
                  </a:cubicBezTo>
                  <a:cubicBezTo>
                    <a:pt x="165" y="138"/>
                    <a:pt x="164" y="139"/>
                    <a:pt x="164" y="139"/>
                  </a:cubicBezTo>
                  <a:cubicBezTo>
                    <a:pt x="164" y="139"/>
                    <a:pt x="164" y="140"/>
                    <a:pt x="164" y="141"/>
                  </a:cubicBezTo>
                  <a:cubicBezTo>
                    <a:pt x="165" y="141"/>
                    <a:pt x="166" y="141"/>
                    <a:pt x="167" y="141"/>
                  </a:cubicBezTo>
                  <a:cubicBezTo>
                    <a:pt x="167" y="141"/>
                    <a:pt x="169" y="140"/>
                    <a:pt x="169" y="139"/>
                  </a:cubicBezTo>
                  <a:cubicBezTo>
                    <a:pt x="170" y="139"/>
                    <a:pt x="171" y="139"/>
                    <a:pt x="171" y="138"/>
                  </a:cubicBezTo>
                  <a:cubicBezTo>
                    <a:pt x="172" y="138"/>
                    <a:pt x="172" y="137"/>
                    <a:pt x="172" y="136"/>
                  </a:cubicBezTo>
                  <a:cubicBezTo>
                    <a:pt x="172" y="136"/>
                    <a:pt x="173" y="135"/>
                    <a:pt x="173" y="135"/>
                  </a:cubicBezTo>
                  <a:cubicBezTo>
                    <a:pt x="173" y="134"/>
                    <a:pt x="174" y="134"/>
                    <a:pt x="174" y="134"/>
                  </a:cubicBezTo>
                  <a:cubicBezTo>
                    <a:pt x="175" y="134"/>
                    <a:pt x="175" y="134"/>
                    <a:pt x="176" y="134"/>
                  </a:cubicBezTo>
                  <a:cubicBezTo>
                    <a:pt x="176" y="134"/>
                    <a:pt x="177" y="134"/>
                    <a:pt x="177" y="134"/>
                  </a:cubicBezTo>
                  <a:cubicBezTo>
                    <a:pt x="177" y="134"/>
                    <a:pt x="176" y="135"/>
                    <a:pt x="176" y="135"/>
                  </a:cubicBezTo>
                  <a:cubicBezTo>
                    <a:pt x="176" y="135"/>
                    <a:pt x="175" y="136"/>
                    <a:pt x="175" y="136"/>
                  </a:cubicBezTo>
                  <a:cubicBezTo>
                    <a:pt x="174" y="136"/>
                    <a:pt x="174" y="136"/>
                    <a:pt x="173" y="137"/>
                  </a:cubicBezTo>
                  <a:cubicBezTo>
                    <a:pt x="173" y="137"/>
                    <a:pt x="173" y="138"/>
                    <a:pt x="173" y="139"/>
                  </a:cubicBezTo>
                  <a:cubicBezTo>
                    <a:pt x="174" y="139"/>
                    <a:pt x="174" y="140"/>
                    <a:pt x="175" y="140"/>
                  </a:cubicBezTo>
                  <a:cubicBezTo>
                    <a:pt x="175" y="141"/>
                    <a:pt x="176" y="141"/>
                    <a:pt x="176" y="141"/>
                  </a:cubicBezTo>
                  <a:cubicBezTo>
                    <a:pt x="177" y="140"/>
                    <a:pt x="176" y="138"/>
                    <a:pt x="176" y="138"/>
                  </a:cubicBezTo>
                  <a:cubicBezTo>
                    <a:pt x="176" y="137"/>
                    <a:pt x="177" y="137"/>
                    <a:pt x="177" y="136"/>
                  </a:cubicBezTo>
                  <a:cubicBezTo>
                    <a:pt x="177" y="136"/>
                    <a:pt x="178" y="135"/>
                    <a:pt x="178" y="135"/>
                  </a:cubicBezTo>
                  <a:cubicBezTo>
                    <a:pt x="179" y="135"/>
                    <a:pt x="179" y="135"/>
                    <a:pt x="179" y="135"/>
                  </a:cubicBezTo>
                  <a:cubicBezTo>
                    <a:pt x="180" y="136"/>
                    <a:pt x="180" y="137"/>
                    <a:pt x="180" y="138"/>
                  </a:cubicBezTo>
                  <a:cubicBezTo>
                    <a:pt x="180" y="139"/>
                    <a:pt x="181" y="140"/>
                    <a:pt x="181" y="141"/>
                  </a:cubicBezTo>
                  <a:cubicBezTo>
                    <a:pt x="181" y="141"/>
                    <a:pt x="181" y="142"/>
                    <a:pt x="180" y="143"/>
                  </a:cubicBezTo>
                  <a:cubicBezTo>
                    <a:pt x="180" y="143"/>
                    <a:pt x="179" y="144"/>
                    <a:pt x="179" y="144"/>
                  </a:cubicBezTo>
                  <a:cubicBezTo>
                    <a:pt x="179" y="145"/>
                    <a:pt x="179" y="146"/>
                    <a:pt x="180" y="146"/>
                  </a:cubicBezTo>
                  <a:cubicBezTo>
                    <a:pt x="180" y="146"/>
                    <a:pt x="181" y="144"/>
                    <a:pt x="181" y="144"/>
                  </a:cubicBezTo>
                  <a:cubicBezTo>
                    <a:pt x="181" y="144"/>
                    <a:pt x="182" y="144"/>
                    <a:pt x="182" y="145"/>
                  </a:cubicBezTo>
                  <a:cubicBezTo>
                    <a:pt x="182" y="145"/>
                    <a:pt x="182" y="146"/>
                    <a:pt x="182" y="147"/>
                  </a:cubicBezTo>
                  <a:cubicBezTo>
                    <a:pt x="182" y="147"/>
                    <a:pt x="182" y="148"/>
                    <a:pt x="182" y="148"/>
                  </a:cubicBezTo>
                  <a:cubicBezTo>
                    <a:pt x="181" y="149"/>
                    <a:pt x="180" y="150"/>
                    <a:pt x="180" y="150"/>
                  </a:cubicBezTo>
                  <a:cubicBezTo>
                    <a:pt x="180" y="151"/>
                    <a:pt x="179" y="151"/>
                    <a:pt x="178" y="151"/>
                  </a:cubicBezTo>
                  <a:cubicBezTo>
                    <a:pt x="178" y="151"/>
                    <a:pt x="177" y="151"/>
                    <a:pt x="177" y="151"/>
                  </a:cubicBezTo>
                  <a:cubicBezTo>
                    <a:pt x="176" y="150"/>
                    <a:pt x="177" y="149"/>
                    <a:pt x="176" y="148"/>
                  </a:cubicBezTo>
                  <a:cubicBezTo>
                    <a:pt x="176" y="148"/>
                    <a:pt x="176" y="147"/>
                    <a:pt x="176" y="147"/>
                  </a:cubicBezTo>
                  <a:cubicBezTo>
                    <a:pt x="175" y="147"/>
                    <a:pt x="175" y="147"/>
                    <a:pt x="174" y="147"/>
                  </a:cubicBezTo>
                  <a:cubicBezTo>
                    <a:pt x="174" y="147"/>
                    <a:pt x="174" y="149"/>
                    <a:pt x="174" y="149"/>
                  </a:cubicBezTo>
                  <a:cubicBezTo>
                    <a:pt x="174" y="150"/>
                    <a:pt x="174" y="151"/>
                    <a:pt x="175" y="151"/>
                  </a:cubicBezTo>
                  <a:cubicBezTo>
                    <a:pt x="175" y="151"/>
                    <a:pt x="176" y="152"/>
                    <a:pt x="176" y="153"/>
                  </a:cubicBezTo>
                  <a:cubicBezTo>
                    <a:pt x="176" y="153"/>
                    <a:pt x="175" y="154"/>
                    <a:pt x="175" y="154"/>
                  </a:cubicBezTo>
                  <a:cubicBezTo>
                    <a:pt x="174" y="155"/>
                    <a:pt x="173" y="156"/>
                    <a:pt x="173" y="156"/>
                  </a:cubicBezTo>
                  <a:cubicBezTo>
                    <a:pt x="172" y="156"/>
                    <a:pt x="171" y="156"/>
                    <a:pt x="170" y="156"/>
                  </a:cubicBezTo>
                  <a:cubicBezTo>
                    <a:pt x="170" y="156"/>
                    <a:pt x="169" y="155"/>
                    <a:pt x="168" y="155"/>
                  </a:cubicBezTo>
                  <a:cubicBezTo>
                    <a:pt x="168" y="154"/>
                    <a:pt x="167" y="154"/>
                    <a:pt x="166" y="154"/>
                  </a:cubicBezTo>
                  <a:cubicBezTo>
                    <a:pt x="166" y="153"/>
                    <a:pt x="165" y="152"/>
                    <a:pt x="165" y="152"/>
                  </a:cubicBezTo>
                  <a:cubicBezTo>
                    <a:pt x="165" y="151"/>
                    <a:pt x="164" y="150"/>
                    <a:pt x="164" y="150"/>
                  </a:cubicBezTo>
                  <a:cubicBezTo>
                    <a:pt x="163" y="150"/>
                    <a:pt x="162" y="150"/>
                    <a:pt x="162" y="150"/>
                  </a:cubicBezTo>
                  <a:cubicBezTo>
                    <a:pt x="161" y="150"/>
                    <a:pt x="160" y="149"/>
                    <a:pt x="159" y="149"/>
                  </a:cubicBezTo>
                  <a:cubicBezTo>
                    <a:pt x="158" y="148"/>
                    <a:pt x="156" y="147"/>
                    <a:pt x="155" y="146"/>
                  </a:cubicBezTo>
                  <a:cubicBezTo>
                    <a:pt x="154" y="145"/>
                    <a:pt x="153" y="144"/>
                    <a:pt x="152" y="144"/>
                  </a:cubicBezTo>
                  <a:cubicBezTo>
                    <a:pt x="151" y="143"/>
                    <a:pt x="151" y="142"/>
                    <a:pt x="150" y="141"/>
                  </a:cubicBezTo>
                  <a:cubicBezTo>
                    <a:pt x="149" y="140"/>
                    <a:pt x="147" y="138"/>
                    <a:pt x="146" y="137"/>
                  </a:cubicBezTo>
                  <a:cubicBezTo>
                    <a:pt x="145" y="137"/>
                    <a:pt x="143" y="135"/>
                    <a:pt x="142" y="134"/>
                  </a:cubicBezTo>
                  <a:cubicBezTo>
                    <a:pt x="141" y="134"/>
                    <a:pt x="138" y="134"/>
                    <a:pt x="137" y="134"/>
                  </a:cubicBezTo>
                  <a:cubicBezTo>
                    <a:pt x="135" y="134"/>
                    <a:pt x="132" y="134"/>
                    <a:pt x="131" y="134"/>
                  </a:cubicBezTo>
                  <a:cubicBezTo>
                    <a:pt x="130" y="134"/>
                    <a:pt x="128" y="135"/>
                    <a:pt x="127" y="136"/>
                  </a:cubicBezTo>
                  <a:cubicBezTo>
                    <a:pt x="126" y="136"/>
                    <a:pt x="124" y="139"/>
                    <a:pt x="123" y="140"/>
                  </a:cubicBezTo>
                  <a:cubicBezTo>
                    <a:pt x="122" y="141"/>
                    <a:pt x="121" y="142"/>
                    <a:pt x="121" y="143"/>
                  </a:cubicBezTo>
                  <a:cubicBezTo>
                    <a:pt x="120" y="144"/>
                    <a:pt x="120" y="146"/>
                    <a:pt x="120" y="146"/>
                  </a:cubicBezTo>
                  <a:cubicBezTo>
                    <a:pt x="120" y="147"/>
                    <a:pt x="119" y="148"/>
                    <a:pt x="119" y="149"/>
                  </a:cubicBezTo>
                  <a:cubicBezTo>
                    <a:pt x="117" y="149"/>
                    <a:pt x="114" y="149"/>
                    <a:pt x="113" y="150"/>
                  </a:cubicBezTo>
                  <a:cubicBezTo>
                    <a:pt x="112" y="150"/>
                    <a:pt x="109" y="151"/>
                    <a:pt x="107" y="151"/>
                  </a:cubicBezTo>
                  <a:cubicBezTo>
                    <a:pt x="106" y="151"/>
                    <a:pt x="105" y="151"/>
                    <a:pt x="104" y="152"/>
                  </a:cubicBezTo>
                  <a:cubicBezTo>
                    <a:pt x="103" y="152"/>
                    <a:pt x="102" y="154"/>
                    <a:pt x="101" y="155"/>
                  </a:cubicBezTo>
                  <a:cubicBezTo>
                    <a:pt x="101" y="156"/>
                    <a:pt x="99" y="157"/>
                    <a:pt x="98" y="158"/>
                  </a:cubicBezTo>
                  <a:cubicBezTo>
                    <a:pt x="98" y="159"/>
                    <a:pt x="97" y="161"/>
                    <a:pt x="96" y="161"/>
                  </a:cubicBezTo>
                  <a:cubicBezTo>
                    <a:pt x="95" y="161"/>
                    <a:pt x="93" y="161"/>
                    <a:pt x="92" y="161"/>
                  </a:cubicBezTo>
                  <a:cubicBezTo>
                    <a:pt x="91" y="162"/>
                    <a:pt x="90" y="164"/>
                    <a:pt x="90" y="164"/>
                  </a:cubicBezTo>
                  <a:cubicBezTo>
                    <a:pt x="89" y="165"/>
                    <a:pt x="86" y="166"/>
                    <a:pt x="85" y="166"/>
                  </a:cubicBezTo>
                  <a:cubicBezTo>
                    <a:pt x="84" y="166"/>
                    <a:pt x="82" y="167"/>
                    <a:pt x="81" y="167"/>
                  </a:cubicBezTo>
                  <a:cubicBezTo>
                    <a:pt x="80" y="167"/>
                    <a:pt x="78" y="168"/>
                    <a:pt x="77" y="168"/>
                  </a:cubicBezTo>
                  <a:cubicBezTo>
                    <a:pt x="76" y="168"/>
                    <a:pt x="74" y="170"/>
                    <a:pt x="73" y="170"/>
                  </a:cubicBezTo>
                  <a:cubicBezTo>
                    <a:pt x="72" y="170"/>
                    <a:pt x="70" y="171"/>
                    <a:pt x="69" y="170"/>
                  </a:cubicBezTo>
                  <a:cubicBezTo>
                    <a:pt x="67" y="170"/>
                    <a:pt x="64" y="169"/>
                    <a:pt x="63" y="169"/>
                  </a:cubicBezTo>
                  <a:cubicBezTo>
                    <a:pt x="62" y="168"/>
                    <a:pt x="61" y="168"/>
                    <a:pt x="60" y="168"/>
                  </a:cubicBezTo>
                  <a:cubicBezTo>
                    <a:pt x="59" y="168"/>
                    <a:pt x="57" y="169"/>
                    <a:pt x="57" y="169"/>
                  </a:cubicBezTo>
                  <a:cubicBezTo>
                    <a:pt x="56" y="170"/>
                    <a:pt x="57" y="172"/>
                    <a:pt x="57" y="172"/>
                  </a:cubicBezTo>
                  <a:cubicBezTo>
                    <a:pt x="56" y="173"/>
                    <a:pt x="54" y="173"/>
                    <a:pt x="52" y="174"/>
                  </a:cubicBezTo>
                  <a:cubicBezTo>
                    <a:pt x="52" y="174"/>
                    <a:pt x="50" y="175"/>
                    <a:pt x="49" y="174"/>
                  </a:cubicBezTo>
                  <a:cubicBezTo>
                    <a:pt x="47" y="174"/>
                    <a:pt x="45" y="173"/>
                    <a:pt x="43" y="173"/>
                  </a:cubicBezTo>
                  <a:cubicBezTo>
                    <a:pt x="42" y="173"/>
                    <a:pt x="40" y="173"/>
                    <a:pt x="39" y="173"/>
                  </a:cubicBezTo>
                  <a:cubicBezTo>
                    <a:pt x="38" y="173"/>
                    <a:pt x="37" y="174"/>
                    <a:pt x="36" y="174"/>
                  </a:cubicBezTo>
                  <a:cubicBezTo>
                    <a:pt x="36" y="175"/>
                    <a:pt x="36" y="177"/>
                    <a:pt x="35" y="177"/>
                  </a:cubicBezTo>
                  <a:cubicBezTo>
                    <a:pt x="35" y="178"/>
                    <a:pt x="33" y="177"/>
                    <a:pt x="33" y="178"/>
                  </a:cubicBezTo>
                  <a:cubicBezTo>
                    <a:pt x="32" y="178"/>
                    <a:pt x="31" y="181"/>
                    <a:pt x="31" y="181"/>
                  </a:cubicBezTo>
                  <a:cubicBezTo>
                    <a:pt x="30" y="182"/>
                    <a:pt x="28" y="182"/>
                    <a:pt x="27" y="182"/>
                  </a:cubicBezTo>
                  <a:cubicBezTo>
                    <a:pt x="26" y="182"/>
                    <a:pt x="24" y="183"/>
                    <a:pt x="23" y="182"/>
                  </a:cubicBezTo>
                  <a:cubicBezTo>
                    <a:pt x="22" y="182"/>
                    <a:pt x="21" y="181"/>
                    <a:pt x="21" y="180"/>
                  </a:cubicBezTo>
                  <a:cubicBezTo>
                    <a:pt x="20" y="180"/>
                    <a:pt x="21" y="178"/>
                    <a:pt x="21" y="178"/>
                  </a:cubicBezTo>
                  <a:cubicBezTo>
                    <a:pt x="22" y="177"/>
                    <a:pt x="22" y="176"/>
                    <a:pt x="22" y="176"/>
                  </a:cubicBezTo>
                  <a:cubicBezTo>
                    <a:pt x="22" y="175"/>
                    <a:pt x="22" y="174"/>
                    <a:pt x="22" y="174"/>
                  </a:cubicBezTo>
                  <a:cubicBezTo>
                    <a:pt x="22" y="173"/>
                    <a:pt x="23" y="172"/>
                    <a:pt x="24" y="171"/>
                  </a:cubicBezTo>
                  <a:cubicBezTo>
                    <a:pt x="24" y="170"/>
                    <a:pt x="25" y="169"/>
                    <a:pt x="26" y="168"/>
                  </a:cubicBezTo>
                  <a:cubicBezTo>
                    <a:pt x="26" y="167"/>
                    <a:pt x="27" y="166"/>
                    <a:pt x="27" y="165"/>
                  </a:cubicBezTo>
                  <a:cubicBezTo>
                    <a:pt x="28" y="164"/>
                    <a:pt x="28" y="163"/>
                    <a:pt x="29" y="162"/>
                  </a:cubicBezTo>
                  <a:cubicBezTo>
                    <a:pt x="29" y="162"/>
                    <a:pt x="30" y="161"/>
                    <a:pt x="30" y="160"/>
                  </a:cubicBezTo>
                  <a:cubicBezTo>
                    <a:pt x="31" y="159"/>
                    <a:pt x="31" y="156"/>
                    <a:pt x="32" y="155"/>
                  </a:cubicBezTo>
                  <a:cubicBezTo>
                    <a:pt x="32" y="153"/>
                    <a:pt x="33" y="150"/>
                    <a:pt x="33" y="149"/>
                  </a:cubicBezTo>
                  <a:cubicBezTo>
                    <a:pt x="33" y="147"/>
                    <a:pt x="33" y="145"/>
                    <a:pt x="33" y="143"/>
                  </a:cubicBezTo>
                  <a:cubicBezTo>
                    <a:pt x="33" y="141"/>
                    <a:pt x="33" y="137"/>
                    <a:pt x="33" y="134"/>
                  </a:cubicBezTo>
                  <a:cubicBezTo>
                    <a:pt x="33" y="132"/>
                    <a:pt x="33" y="129"/>
                    <a:pt x="33" y="127"/>
                  </a:cubicBezTo>
                  <a:cubicBezTo>
                    <a:pt x="33" y="125"/>
                    <a:pt x="32" y="122"/>
                    <a:pt x="32" y="120"/>
                  </a:cubicBezTo>
                  <a:cubicBezTo>
                    <a:pt x="31" y="118"/>
                    <a:pt x="30" y="113"/>
                    <a:pt x="29" y="111"/>
                  </a:cubicBezTo>
                  <a:cubicBezTo>
                    <a:pt x="28" y="108"/>
                    <a:pt x="27" y="103"/>
                    <a:pt x="26" y="100"/>
                  </a:cubicBezTo>
                  <a:cubicBezTo>
                    <a:pt x="25" y="98"/>
                    <a:pt x="23" y="93"/>
                    <a:pt x="22" y="91"/>
                  </a:cubicBezTo>
                  <a:cubicBezTo>
                    <a:pt x="21" y="90"/>
                    <a:pt x="19" y="87"/>
                    <a:pt x="18" y="86"/>
                  </a:cubicBezTo>
                  <a:cubicBezTo>
                    <a:pt x="18" y="85"/>
                    <a:pt x="16" y="83"/>
                    <a:pt x="15" y="82"/>
                  </a:cubicBezTo>
                  <a:cubicBezTo>
                    <a:pt x="14" y="81"/>
                    <a:pt x="14" y="79"/>
                    <a:pt x="13" y="78"/>
                  </a:cubicBezTo>
                  <a:cubicBezTo>
                    <a:pt x="12" y="77"/>
                    <a:pt x="10" y="75"/>
                    <a:pt x="8" y="74"/>
                  </a:cubicBezTo>
                  <a:cubicBezTo>
                    <a:pt x="7" y="73"/>
                    <a:pt x="6" y="72"/>
                    <a:pt x="5" y="72"/>
                  </a:cubicBezTo>
                  <a:cubicBezTo>
                    <a:pt x="4" y="71"/>
                    <a:pt x="2" y="70"/>
                    <a:pt x="2" y="70"/>
                  </a:cubicBezTo>
                  <a:cubicBezTo>
                    <a:pt x="1" y="69"/>
                    <a:pt x="0" y="68"/>
                    <a:pt x="1" y="68"/>
                  </a:cubicBezTo>
                  <a:cubicBezTo>
                    <a:pt x="1" y="67"/>
                    <a:pt x="2" y="67"/>
                    <a:pt x="2" y="67"/>
                  </a:cubicBezTo>
                  <a:cubicBezTo>
                    <a:pt x="2" y="67"/>
                    <a:pt x="3" y="68"/>
                    <a:pt x="4" y="68"/>
                  </a:cubicBezTo>
                  <a:cubicBezTo>
                    <a:pt x="4" y="68"/>
                    <a:pt x="5" y="67"/>
                    <a:pt x="5" y="67"/>
                  </a:cubicBezTo>
                  <a:cubicBezTo>
                    <a:pt x="5" y="67"/>
                    <a:pt x="5" y="68"/>
                    <a:pt x="5" y="69"/>
                  </a:cubicBezTo>
                  <a:cubicBezTo>
                    <a:pt x="6" y="69"/>
                    <a:pt x="6" y="70"/>
                    <a:pt x="6" y="70"/>
                  </a:cubicBezTo>
                  <a:cubicBezTo>
                    <a:pt x="6" y="70"/>
                    <a:pt x="7" y="70"/>
                    <a:pt x="8" y="70"/>
                  </a:cubicBezTo>
                  <a:cubicBezTo>
                    <a:pt x="9" y="70"/>
                    <a:pt x="11" y="69"/>
                    <a:pt x="12" y="69"/>
                  </a:cubicBezTo>
                  <a:cubicBezTo>
                    <a:pt x="12" y="69"/>
                    <a:pt x="14" y="68"/>
                    <a:pt x="14" y="68"/>
                  </a:cubicBezTo>
                  <a:cubicBezTo>
                    <a:pt x="15" y="68"/>
                    <a:pt x="16" y="67"/>
                    <a:pt x="17" y="66"/>
                  </a:cubicBezTo>
                  <a:cubicBezTo>
                    <a:pt x="17" y="66"/>
                    <a:pt x="18" y="65"/>
                    <a:pt x="19" y="65"/>
                  </a:cubicBezTo>
                  <a:cubicBezTo>
                    <a:pt x="20" y="65"/>
                    <a:pt x="22" y="66"/>
                    <a:pt x="23" y="65"/>
                  </a:cubicBezTo>
                  <a:cubicBezTo>
                    <a:pt x="24" y="65"/>
                    <a:pt x="26" y="65"/>
                    <a:pt x="27" y="65"/>
                  </a:cubicBezTo>
                  <a:cubicBezTo>
                    <a:pt x="28" y="64"/>
                    <a:pt x="31" y="64"/>
                    <a:pt x="32" y="64"/>
                  </a:cubicBezTo>
                  <a:cubicBezTo>
                    <a:pt x="33" y="64"/>
                    <a:pt x="35" y="64"/>
                    <a:pt x="36" y="64"/>
                  </a:cubicBezTo>
                  <a:cubicBezTo>
                    <a:pt x="37" y="64"/>
                    <a:pt x="39" y="63"/>
                    <a:pt x="40" y="62"/>
                  </a:cubicBezTo>
                  <a:cubicBezTo>
                    <a:pt x="40" y="62"/>
                    <a:pt x="41" y="61"/>
                    <a:pt x="42" y="61"/>
                  </a:cubicBezTo>
                  <a:cubicBezTo>
                    <a:pt x="42" y="60"/>
                    <a:pt x="44" y="60"/>
                    <a:pt x="44" y="60"/>
                  </a:cubicBezTo>
                  <a:cubicBezTo>
                    <a:pt x="45" y="60"/>
                    <a:pt x="46" y="60"/>
                    <a:pt x="47" y="61"/>
                  </a:cubicBezTo>
                  <a:cubicBezTo>
                    <a:pt x="47" y="61"/>
                    <a:pt x="46" y="62"/>
                    <a:pt x="46" y="62"/>
                  </a:cubicBezTo>
                  <a:cubicBezTo>
                    <a:pt x="46" y="63"/>
                    <a:pt x="45" y="63"/>
                    <a:pt x="45" y="64"/>
                  </a:cubicBezTo>
                  <a:cubicBezTo>
                    <a:pt x="45" y="64"/>
                    <a:pt x="45" y="66"/>
                    <a:pt x="45" y="66"/>
                  </a:cubicBezTo>
                  <a:cubicBezTo>
                    <a:pt x="45" y="67"/>
                    <a:pt x="46" y="67"/>
                    <a:pt x="46" y="68"/>
                  </a:cubicBezTo>
                  <a:cubicBezTo>
                    <a:pt x="46" y="68"/>
                    <a:pt x="47" y="69"/>
                    <a:pt x="48" y="69"/>
                  </a:cubicBezTo>
                  <a:cubicBezTo>
                    <a:pt x="48" y="70"/>
                    <a:pt x="50" y="70"/>
                    <a:pt x="51" y="71"/>
                  </a:cubicBezTo>
                  <a:cubicBezTo>
                    <a:pt x="51" y="71"/>
                    <a:pt x="51" y="73"/>
                    <a:pt x="51" y="73"/>
                  </a:cubicBezTo>
                  <a:cubicBezTo>
                    <a:pt x="51" y="74"/>
                    <a:pt x="51" y="75"/>
                    <a:pt x="51" y="75"/>
                  </a:cubicBezTo>
                  <a:cubicBezTo>
                    <a:pt x="51" y="76"/>
                    <a:pt x="50" y="77"/>
                    <a:pt x="49" y="77"/>
                  </a:cubicBezTo>
                  <a:cubicBezTo>
                    <a:pt x="49" y="77"/>
                    <a:pt x="48" y="78"/>
                    <a:pt x="47" y="78"/>
                  </a:cubicBezTo>
                  <a:cubicBezTo>
                    <a:pt x="47" y="79"/>
                    <a:pt x="47" y="80"/>
                    <a:pt x="47" y="81"/>
                  </a:cubicBezTo>
                  <a:cubicBezTo>
                    <a:pt x="47" y="81"/>
                    <a:pt x="48" y="81"/>
                    <a:pt x="48" y="81"/>
                  </a:cubicBezTo>
                  <a:cubicBezTo>
                    <a:pt x="48" y="81"/>
                    <a:pt x="48" y="82"/>
                    <a:pt x="48" y="82"/>
                  </a:cubicBezTo>
                  <a:cubicBezTo>
                    <a:pt x="49" y="82"/>
                    <a:pt x="50" y="82"/>
                    <a:pt x="50" y="81"/>
                  </a:cubicBezTo>
                  <a:cubicBezTo>
                    <a:pt x="50" y="81"/>
                    <a:pt x="51" y="81"/>
                    <a:pt x="51" y="80"/>
                  </a:cubicBezTo>
                  <a:cubicBezTo>
                    <a:pt x="51" y="80"/>
                    <a:pt x="52" y="80"/>
                    <a:pt x="52" y="80"/>
                  </a:cubicBezTo>
                  <a:cubicBezTo>
                    <a:pt x="53" y="80"/>
                    <a:pt x="54" y="81"/>
                    <a:pt x="55" y="81"/>
                  </a:cubicBezTo>
                  <a:cubicBezTo>
                    <a:pt x="55" y="81"/>
                    <a:pt x="57" y="82"/>
                    <a:pt x="57" y="83"/>
                  </a:cubicBezTo>
                  <a:cubicBezTo>
                    <a:pt x="58" y="84"/>
                    <a:pt x="58" y="85"/>
                    <a:pt x="58" y="85"/>
                  </a:cubicBezTo>
                  <a:cubicBezTo>
                    <a:pt x="59" y="86"/>
                    <a:pt x="58" y="88"/>
                    <a:pt x="58" y="88"/>
                  </a:cubicBezTo>
                  <a:cubicBezTo>
                    <a:pt x="59" y="89"/>
                    <a:pt x="60" y="89"/>
                    <a:pt x="60" y="89"/>
                  </a:cubicBezTo>
                  <a:cubicBezTo>
                    <a:pt x="61" y="89"/>
                    <a:pt x="61" y="88"/>
                    <a:pt x="61" y="88"/>
                  </a:cubicBezTo>
                  <a:cubicBezTo>
                    <a:pt x="61" y="87"/>
                    <a:pt x="61" y="86"/>
                    <a:pt x="61" y="85"/>
                  </a:cubicBezTo>
                  <a:cubicBezTo>
                    <a:pt x="61" y="84"/>
                    <a:pt x="61" y="83"/>
                    <a:pt x="61" y="83"/>
                  </a:cubicBezTo>
                  <a:cubicBezTo>
                    <a:pt x="61" y="82"/>
                    <a:pt x="60" y="81"/>
                    <a:pt x="60" y="81"/>
                  </a:cubicBezTo>
                  <a:cubicBezTo>
                    <a:pt x="60" y="80"/>
                    <a:pt x="61" y="79"/>
                    <a:pt x="62" y="79"/>
                  </a:cubicBezTo>
                  <a:cubicBezTo>
                    <a:pt x="62" y="79"/>
                    <a:pt x="62" y="78"/>
                    <a:pt x="62" y="78"/>
                  </a:cubicBezTo>
                  <a:cubicBezTo>
                    <a:pt x="62" y="77"/>
                    <a:pt x="63" y="77"/>
                    <a:pt x="64" y="77"/>
                  </a:cubicBezTo>
                  <a:cubicBezTo>
                    <a:pt x="64" y="77"/>
                    <a:pt x="65" y="77"/>
                    <a:pt x="65" y="78"/>
                  </a:cubicBezTo>
                  <a:cubicBezTo>
                    <a:pt x="66" y="78"/>
                    <a:pt x="67" y="77"/>
                    <a:pt x="67" y="77"/>
                  </a:cubicBezTo>
                  <a:cubicBezTo>
                    <a:pt x="68" y="77"/>
                    <a:pt x="69" y="77"/>
                    <a:pt x="70" y="77"/>
                  </a:cubicBezTo>
                  <a:cubicBezTo>
                    <a:pt x="70" y="78"/>
                    <a:pt x="71" y="79"/>
                    <a:pt x="71" y="79"/>
                  </a:cubicBezTo>
                  <a:cubicBezTo>
                    <a:pt x="71" y="80"/>
                    <a:pt x="70" y="80"/>
                    <a:pt x="70" y="80"/>
                  </a:cubicBezTo>
                  <a:cubicBezTo>
                    <a:pt x="70" y="81"/>
                    <a:pt x="69" y="81"/>
                    <a:pt x="69" y="80"/>
                  </a:cubicBezTo>
                  <a:cubicBezTo>
                    <a:pt x="68" y="80"/>
                    <a:pt x="68" y="79"/>
                    <a:pt x="68" y="79"/>
                  </a:cubicBezTo>
                  <a:cubicBezTo>
                    <a:pt x="68" y="79"/>
                    <a:pt x="67" y="79"/>
                    <a:pt x="67" y="79"/>
                  </a:cubicBezTo>
                  <a:cubicBezTo>
                    <a:pt x="66" y="80"/>
                    <a:pt x="66" y="81"/>
                    <a:pt x="66" y="81"/>
                  </a:cubicBezTo>
                  <a:cubicBezTo>
                    <a:pt x="65" y="82"/>
                    <a:pt x="65" y="83"/>
                    <a:pt x="66" y="84"/>
                  </a:cubicBezTo>
                  <a:cubicBezTo>
                    <a:pt x="66" y="84"/>
                    <a:pt x="67" y="84"/>
                    <a:pt x="68" y="84"/>
                  </a:cubicBezTo>
                  <a:cubicBezTo>
                    <a:pt x="68" y="84"/>
                    <a:pt x="69" y="83"/>
                    <a:pt x="69" y="84"/>
                  </a:cubicBezTo>
                  <a:cubicBezTo>
                    <a:pt x="69" y="84"/>
                    <a:pt x="70" y="85"/>
                    <a:pt x="70" y="85"/>
                  </a:cubicBezTo>
                  <a:cubicBezTo>
                    <a:pt x="70" y="85"/>
                    <a:pt x="71" y="86"/>
                    <a:pt x="72" y="86"/>
                  </a:cubicBezTo>
                  <a:cubicBezTo>
                    <a:pt x="72" y="86"/>
                    <a:pt x="73" y="86"/>
                    <a:pt x="74" y="86"/>
                  </a:cubicBezTo>
                  <a:cubicBezTo>
                    <a:pt x="74" y="86"/>
                    <a:pt x="74" y="87"/>
                    <a:pt x="74" y="87"/>
                  </a:cubicBezTo>
                  <a:cubicBezTo>
                    <a:pt x="74" y="88"/>
                    <a:pt x="74" y="89"/>
                    <a:pt x="74" y="89"/>
                  </a:cubicBezTo>
                  <a:cubicBezTo>
                    <a:pt x="73" y="90"/>
                    <a:pt x="72" y="90"/>
                    <a:pt x="72" y="90"/>
                  </a:cubicBezTo>
                  <a:cubicBezTo>
                    <a:pt x="71" y="91"/>
                    <a:pt x="72" y="92"/>
                    <a:pt x="72" y="92"/>
                  </a:cubicBezTo>
                  <a:cubicBezTo>
                    <a:pt x="72" y="93"/>
                    <a:pt x="72" y="94"/>
                    <a:pt x="73" y="94"/>
                  </a:cubicBezTo>
                  <a:cubicBezTo>
                    <a:pt x="73" y="94"/>
                    <a:pt x="74" y="93"/>
                    <a:pt x="74" y="93"/>
                  </a:cubicBezTo>
                  <a:cubicBezTo>
                    <a:pt x="74" y="93"/>
                    <a:pt x="74" y="92"/>
                    <a:pt x="74" y="92"/>
                  </a:cubicBezTo>
                  <a:cubicBezTo>
                    <a:pt x="74" y="91"/>
                    <a:pt x="75" y="91"/>
                    <a:pt x="75" y="91"/>
                  </a:cubicBezTo>
                  <a:cubicBezTo>
                    <a:pt x="76" y="91"/>
                    <a:pt x="75" y="93"/>
                    <a:pt x="76" y="93"/>
                  </a:cubicBezTo>
                  <a:cubicBezTo>
                    <a:pt x="76" y="93"/>
                    <a:pt x="77" y="94"/>
                    <a:pt x="77" y="95"/>
                  </a:cubicBezTo>
                  <a:cubicBezTo>
                    <a:pt x="77" y="95"/>
                    <a:pt x="77" y="97"/>
                    <a:pt x="77" y="97"/>
                  </a:cubicBezTo>
                  <a:cubicBezTo>
                    <a:pt x="78" y="98"/>
                    <a:pt x="78" y="99"/>
                    <a:pt x="79" y="99"/>
                  </a:cubicBezTo>
                  <a:cubicBezTo>
                    <a:pt x="79" y="99"/>
                    <a:pt x="80" y="98"/>
                    <a:pt x="80" y="98"/>
                  </a:cubicBezTo>
                  <a:cubicBezTo>
                    <a:pt x="80" y="97"/>
                    <a:pt x="80" y="95"/>
                    <a:pt x="80" y="94"/>
                  </a:cubicBezTo>
                  <a:cubicBezTo>
                    <a:pt x="80" y="94"/>
                    <a:pt x="79" y="92"/>
                    <a:pt x="79" y="92"/>
                  </a:cubicBezTo>
                  <a:cubicBezTo>
                    <a:pt x="79" y="91"/>
                    <a:pt x="79" y="90"/>
                    <a:pt x="79" y="89"/>
                  </a:cubicBezTo>
                  <a:cubicBezTo>
                    <a:pt x="79" y="88"/>
                    <a:pt x="79" y="87"/>
                    <a:pt x="79" y="86"/>
                  </a:cubicBezTo>
                  <a:cubicBezTo>
                    <a:pt x="79" y="85"/>
                    <a:pt x="78" y="84"/>
                    <a:pt x="78" y="84"/>
                  </a:cubicBezTo>
                  <a:cubicBezTo>
                    <a:pt x="77" y="83"/>
                    <a:pt x="77" y="82"/>
                    <a:pt x="76" y="82"/>
                  </a:cubicBezTo>
                  <a:cubicBezTo>
                    <a:pt x="76" y="82"/>
                    <a:pt x="76" y="81"/>
                    <a:pt x="76" y="80"/>
                  </a:cubicBezTo>
                  <a:cubicBezTo>
                    <a:pt x="76" y="80"/>
                    <a:pt x="76" y="78"/>
                    <a:pt x="76" y="77"/>
                  </a:cubicBezTo>
                  <a:cubicBezTo>
                    <a:pt x="76" y="77"/>
                    <a:pt x="76" y="76"/>
                    <a:pt x="76" y="75"/>
                  </a:cubicBezTo>
                  <a:cubicBezTo>
                    <a:pt x="75" y="75"/>
                    <a:pt x="75" y="75"/>
                    <a:pt x="74" y="75"/>
                  </a:cubicBezTo>
                  <a:cubicBezTo>
                    <a:pt x="74" y="75"/>
                    <a:pt x="72" y="75"/>
                    <a:pt x="72" y="75"/>
                  </a:cubicBezTo>
                  <a:cubicBezTo>
                    <a:pt x="71" y="75"/>
                    <a:pt x="70" y="75"/>
                    <a:pt x="69" y="75"/>
                  </a:cubicBezTo>
                  <a:cubicBezTo>
                    <a:pt x="69" y="75"/>
                    <a:pt x="69" y="74"/>
                    <a:pt x="68" y="73"/>
                  </a:cubicBezTo>
                  <a:cubicBezTo>
                    <a:pt x="68" y="73"/>
                    <a:pt x="67" y="73"/>
                    <a:pt x="67" y="73"/>
                  </a:cubicBezTo>
                  <a:cubicBezTo>
                    <a:pt x="67" y="73"/>
                    <a:pt x="65" y="72"/>
                    <a:pt x="66" y="72"/>
                  </a:cubicBezTo>
                  <a:cubicBezTo>
                    <a:pt x="66" y="71"/>
                    <a:pt x="67" y="71"/>
                    <a:pt x="67" y="71"/>
                  </a:cubicBezTo>
                  <a:cubicBezTo>
                    <a:pt x="68" y="71"/>
                    <a:pt x="69" y="71"/>
                    <a:pt x="69" y="71"/>
                  </a:cubicBezTo>
                  <a:cubicBezTo>
                    <a:pt x="70" y="70"/>
                    <a:pt x="71" y="70"/>
                    <a:pt x="72" y="69"/>
                  </a:cubicBezTo>
                  <a:cubicBezTo>
                    <a:pt x="72" y="69"/>
                    <a:pt x="73" y="68"/>
                    <a:pt x="74" y="68"/>
                  </a:cubicBezTo>
                  <a:cubicBezTo>
                    <a:pt x="74" y="68"/>
                    <a:pt x="76" y="67"/>
                    <a:pt x="77" y="67"/>
                  </a:cubicBezTo>
                  <a:cubicBezTo>
                    <a:pt x="77" y="67"/>
                    <a:pt x="79" y="66"/>
                    <a:pt x="80" y="66"/>
                  </a:cubicBezTo>
                  <a:cubicBezTo>
                    <a:pt x="80" y="66"/>
                    <a:pt x="80" y="65"/>
                    <a:pt x="81" y="65"/>
                  </a:cubicBezTo>
                  <a:cubicBezTo>
                    <a:pt x="81" y="65"/>
                    <a:pt x="82" y="66"/>
                    <a:pt x="82" y="67"/>
                  </a:cubicBezTo>
                  <a:cubicBezTo>
                    <a:pt x="82" y="68"/>
                    <a:pt x="82" y="69"/>
                    <a:pt x="82" y="70"/>
                  </a:cubicBezTo>
                  <a:cubicBezTo>
                    <a:pt x="82" y="70"/>
                    <a:pt x="82" y="71"/>
                    <a:pt x="82" y="72"/>
                  </a:cubicBezTo>
                  <a:cubicBezTo>
                    <a:pt x="83" y="72"/>
                    <a:pt x="84" y="73"/>
                    <a:pt x="84" y="73"/>
                  </a:cubicBezTo>
                  <a:cubicBezTo>
                    <a:pt x="85" y="73"/>
                    <a:pt x="85" y="71"/>
                    <a:pt x="86" y="71"/>
                  </a:cubicBezTo>
                  <a:cubicBezTo>
                    <a:pt x="86" y="70"/>
                    <a:pt x="86" y="69"/>
                    <a:pt x="87" y="69"/>
                  </a:cubicBezTo>
                  <a:cubicBezTo>
                    <a:pt x="87" y="69"/>
                    <a:pt x="88" y="70"/>
                    <a:pt x="89" y="70"/>
                  </a:cubicBezTo>
                  <a:cubicBezTo>
                    <a:pt x="89" y="70"/>
                    <a:pt x="90" y="71"/>
                    <a:pt x="90" y="71"/>
                  </a:cubicBezTo>
                  <a:cubicBezTo>
                    <a:pt x="91" y="71"/>
                    <a:pt x="92" y="72"/>
                    <a:pt x="92" y="72"/>
                  </a:cubicBezTo>
                  <a:cubicBezTo>
                    <a:pt x="93" y="72"/>
                    <a:pt x="94" y="72"/>
                    <a:pt x="94" y="72"/>
                  </a:cubicBezTo>
                  <a:cubicBezTo>
                    <a:pt x="94" y="73"/>
                    <a:pt x="94" y="74"/>
                    <a:pt x="95" y="74"/>
                  </a:cubicBezTo>
                  <a:cubicBezTo>
                    <a:pt x="95" y="75"/>
                    <a:pt x="97" y="75"/>
                    <a:pt x="97" y="75"/>
                  </a:cubicBezTo>
                  <a:cubicBezTo>
                    <a:pt x="98" y="74"/>
                    <a:pt x="98" y="73"/>
                    <a:pt x="98" y="72"/>
                  </a:cubicBezTo>
                  <a:cubicBezTo>
                    <a:pt x="98" y="72"/>
                    <a:pt x="97" y="72"/>
                    <a:pt x="97" y="71"/>
                  </a:cubicBezTo>
                  <a:cubicBezTo>
                    <a:pt x="97" y="71"/>
                    <a:pt x="97" y="70"/>
                    <a:pt x="97" y="69"/>
                  </a:cubicBezTo>
                  <a:cubicBezTo>
                    <a:pt x="97" y="68"/>
                    <a:pt x="95" y="68"/>
                    <a:pt x="95" y="68"/>
                  </a:cubicBezTo>
                  <a:cubicBezTo>
                    <a:pt x="94" y="67"/>
                    <a:pt x="93" y="67"/>
                    <a:pt x="93" y="66"/>
                  </a:cubicBezTo>
                  <a:cubicBezTo>
                    <a:pt x="93" y="66"/>
                    <a:pt x="93" y="65"/>
                    <a:pt x="93" y="65"/>
                  </a:cubicBezTo>
                  <a:cubicBezTo>
                    <a:pt x="93" y="64"/>
                    <a:pt x="93" y="64"/>
                    <a:pt x="93" y="63"/>
                  </a:cubicBezTo>
                  <a:cubicBezTo>
                    <a:pt x="94" y="63"/>
                    <a:pt x="94" y="62"/>
                    <a:pt x="94" y="62"/>
                  </a:cubicBezTo>
                  <a:cubicBezTo>
                    <a:pt x="94" y="61"/>
                    <a:pt x="94" y="61"/>
                    <a:pt x="95" y="60"/>
                  </a:cubicBezTo>
                  <a:cubicBezTo>
                    <a:pt x="95" y="60"/>
                    <a:pt x="96" y="60"/>
                    <a:pt x="97" y="60"/>
                  </a:cubicBezTo>
                  <a:cubicBezTo>
                    <a:pt x="97" y="60"/>
                    <a:pt x="97" y="61"/>
                    <a:pt x="97" y="61"/>
                  </a:cubicBezTo>
                  <a:cubicBezTo>
                    <a:pt x="98" y="62"/>
                    <a:pt x="97" y="63"/>
                    <a:pt x="97" y="63"/>
                  </a:cubicBezTo>
                  <a:cubicBezTo>
                    <a:pt x="98" y="63"/>
                    <a:pt x="98" y="64"/>
                    <a:pt x="99" y="64"/>
                  </a:cubicBezTo>
                  <a:cubicBezTo>
                    <a:pt x="99" y="64"/>
                    <a:pt x="100" y="64"/>
                    <a:pt x="100" y="63"/>
                  </a:cubicBezTo>
                  <a:cubicBezTo>
                    <a:pt x="100" y="63"/>
                    <a:pt x="100" y="62"/>
                    <a:pt x="100" y="62"/>
                  </a:cubicBezTo>
                  <a:cubicBezTo>
                    <a:pt x="100" y="61"/>
                    <a:pt x="99" y="60"/>
                    <a:pt x="99" y="60"/>
                  </a:cubicBezTo>
                  <a:cubicBezTo>
                    <a:pt x="99" y="60"/>
                    <a:pt x="100" y="59"/>
                    <a:pt x="100" y="59"/>
                  </a:cubicBezTo>
                  <a:cubicBezTo>
                    <a:pt x="101" y="59"/>
                    <a:pt x="102" y="60"/>
                    <a:pt x="102" y="60"/>
                  </a:cubicBezTo>
                  <a:cubicBezTo>
                    <a:pt x="103" y="60"/>
                    <a:pt x="103" y="61"/>
                    <a:pt x="103" y="61"/>
                  </a:cubicBezTo>
                  <a:cubicBezTo>
                    <a:pt x="103" y="62"/>
                    <a:pt x="103" y="63"/>
                    <a:pt x="103" y="63"/>
                  </a:cubicBezTo>
                  <a:cubicBezTo>
                    <a:pt x="103" y="64"/>
                    <a:pt x="103" y="65"/>
                    <a:pt x="104" y="65"/>
                  </a:cubicBezTo>
                  <a:cubicBezTo>
                    <a:pt x="104" y="65"/>
                    <a:pt x="106" y="65"/>
                    <a:pt x="106" y="64"/>
                  </a:cubicBezTo>
                  <a:cubicBezTo>
                    <a:pt x="107" y="64"/>
                    <a:pt x="106" y="63"/>
                    <a:pt x="106" y="62"/>
                  </a:cubicBezTo>
                  <a:cubicBezTo>
                    <a:pt x="106" y="62"/>
                    <a:pt x="106" y="61"/>
                    <a:pt x="106" y="60"/>
                  </a:cubicBezTo>
                  <a:cubicBezTo>
                    <a:pt x="106" y="60"/>
                    <a:pt x="105" y="59"/>
                    <a:pt x="105" y="59"/>
                  </a:cubicBezTo>
                  <a:cubicBezTo>
                    <a:pt x="105" y="58"/>
                    <a:pt x="106" y="57"/>
                    <a:pt x="106" y="57"/>
                  </a:cubicBezTo>
                  <a:cubicBezTo>
                    <a:pt x="106" y="57"/>
                    <a:pt x="107" y="56"/>
                    <a:pt x="107" y="56"/>
                  </a:cubicBezTo>
                  <a:cubicBezTo>
                    <a:pt x="108" y="56"/>
                    <a:pt x="108" y="57"/>
                    <a:pt x="108" y="57"/>
                  </a:cubicBezTo>
                  <a:cubicBezTo>
                    <a:pt x="109" y="57"/>
                    <a:pt x="110" y="58"/>
                    <a:pt x="110" y="58"/>
                  </a:cubicBezTo>
                  <a:cubicBezTo>
                    <a:pt x="110" y="58"/>
                    <a:pt x="111" y="59"/>
                    <a:pt x="111" y="60"/>
                  </a:cubicBezTo>
                  <a:cubicBezTo>
                    <a:pt x="111" y="60"/>
                    <a:pt x="112" y="61"/>
                    <a:pt x="112" y="61"/>
                  </a:cubicBezTo>
                  <a:cubicBezTo>
                    <a:pt x="113" y="61"/>
                    <a:pt x="113" y="60"/>
                    <a:pt x="113" y="59"/>
                  </a:cubicBezTo>
                  <a:cubicBezTo>
                    <a:pt x="113" y="59"/>
                    <a:pt x="113" y="58"/>
                    <a:pt x="113" y="57"/>
                  </a:cubicBezTo>
                  <a:cubicBezTo>
                    <a:pt x="113" y="57"/>
                    <a:pt x="113" y="56"/>
                    <a:pt x="113" y="56"/>
                  </a:cubicBezTo>
                  <a:cubicBezTo>
                    <a:pt x="112" y="56"/>
                    <a:pt x="112" y="55"/>
                    <a:pt x="111" y="55"/>
                  </a:cubicBezTo>
                  <a:cubicBezTo>
                    <a:pt x="111" y="55"/>
                    <a:pt x="111" y="54"/>
                    <a:pt x="110" y="54"/>
                  </a:cubicBezTo>
                  <a:cubicBezTo>
                    <a:pt x="110" y="54"/>
                    <a:pt x="109" y="54"/>
                    <a:pt x="108" y="54"/>
                  </a:cubicBezTo>
                  <a:cubicBezTo>
                    <a:pt x="108" y="54"/>
                    <a:pt x="107" y="54"/>
                    <a:pt x="106" y="54"/>
                  </a:cubicBezTo>
                  <a:cubicBezTo>
                    <a:pt x="106" y="54"/>
                    <a:pt x="105" y="53"/>
                    <a:pt x="105" y="53"/>
                  </a:cubicBezTo>
                  <a:cubicBezTo>
                    <a:pt x="104" y="53"/>
                    <a:pt x="102" y="53"/>
                    <a:pt x="101" y="53"/>
                  </a:cubicBezTo>
                  <a:cubicBezTo>
                    <a:pt x="100" y="53"/>
                    <a:pt x="99" y="53"/>
                    <a:pt x="98" y="53"/>
                  </a:cubicBezTo>
                  <a:cubicBezTo>
                    <a:pt x="97" y="53"/>
                    <a:pt x="96" y="53"/>
                    <a:pt x="95" y="53"/>
                  </a:cubicBezTo>
                  <a:cubicBezTo>
                    <a:pt x="94" y="53"/>
                    <a:pt x="92" y="54"/>
                    <a:pt x="92" y="54"/>
                  </a:cubicBezTo>
                  <a:cubicBezTo>
                    <a:pt x="91" y="54"/>
                    <a:pt x="90" y="54"/>
                    <a:pt x="90" y="54"/>
                  </a:cubicBezTo>
                  <a:cubicBezTo>
                    <a:pt x="89" y="54"/>
                    <a:pt x="88" y="54"/>
                    <a:pt x="88" y="54"/>
                  </a:cubicBezTo>
                  <a:cubicBezTo>
                    <a:pt x="87" y="54"/>
                    <a:pt x="86" y="54"/>
                    <a:pt x="86" y="54"/>
                  </a:cubicBezTo>
                  <a:cubicBezTo>
                    <a:pt x="85" y="54"/>
                    <a:pt x="84" y="54"/>
                    <a:pt x="83" y="54"/>
                  </a:cubicBezTo>
                  <a:cubicBezTo>
                    <a:pt x="83" y="55"/>
                    <a:pt x="82" y="56"/>
                    <a:pt x="82" y="56"/>
                  </a:cubicBezTo>
                  <a:cubicBezTo>
                    <a:pt x="82" y="57"/>
                    <a:pt x="81" y="58"/>
                    <a:pt x="81" y="58"/>
                  </a:cubicBezTo>
                  <a:cubicBezTo>
                    <a:pt x="81" y="59"/>
                    <a:pt x="80" y="59"/>
                    <a:pt x="80" y="59"/>
                  </a:cubicBezTo>
                  <a:cubicBezTo>
                    <a:pt x="79" y="58"/>
                    <a:pt x="79" y="57"/>
                    <a:pt x="79" y="56"/>
                  </a:cubicBezTo>
                  <a:cubicBezTo>
                    <a:pt x="79" y="56"/>
                    <a:pt x="79" y="55"/>
                    <a:pt x="79" y="54"/>
                  </a:cubicBezTo>
                  <a:cubicBezTo>
                    <a:pt x="79" y="53"/>
                    <a:pt x="79" y="51"/>
                    <a:pt x="80" y="51"/>
                  </a:cubicBezTo>
                  <a:cubicBezTo>
                    <a:pt x="80" y="50"/>
                    <a:pt x="81" y="48"/>
                    <a:pt x="81" y="47"/>
                  </a:cubicBezTo>
                  <a:cubicBezTo>
                    <a:pt x="82" y="47"/>
                    <a:pt x="82" y="46"/>
                    <a:pt x="82" y="46"/>
                  </a:cubicBezTo>
                  <a:cubicBezTo>
                    <a:pt x="83" y="45"/>
                    <a:pt x="85" y="45"/>
                    <a:pt x="86" y="45"/>
                  </a:cubicBezTo>
                  <a:cubicBezTo>
                    <a:pt x="87" y="44"/>
                    <a:pt x="89" y="44"/>
                    <a:pt x="90" y="43"/>
                  </a:cubicBezTo>
                  <a:cubicBezTo>
                    <a:pt x="91" y="43"/>
                    <a:pt x="92" y="42"/>
                    <a:pt x="93" y="42"/>
                  </a:cubicBezTo>
                  <a:cubicBezTo>
                    <a:pt x="94" y="42"/>
                    <a:pt x="95" y="41"/>
                    <a:pt x="95" y="41"/>
                  </a:cubicBezTo>
                  <a:cubicBezTo>
                    <a:pt x="96" y="40"/>
                    <a:pt x="96" y="40"/>
                    <a:pt x="96" y="39"/>
                  </a:cubicBezTo>
                  <a:cubicBezTo>
                    <a:pt x="96" y="39"/>
                    <a:pt x="94" y="39"/>
                    <a:pt x="94" y="39"/>
                  </a:cubicBezTo>
                  <a:cubicBezTo>
                    <a:pt x="94" y="39"/>
                    <a:pt x="93" y="39"/>
                    <a:pt x="93" y="39"/>
                  </a:cubicBezTo>
                  <a:cubicBezTo>
                    <a:pt x="92" y="39"/>
                    <a:pt x="93" y="38"/>
                    <a:pt x="94" y="38"/>
                  </a:cubicBezTo>
                  <a:cubicBezTo>
                    <a:pt x="94" y="37"/>
                    <a:pt x="94" y="37"/>
                    <a:pt x="95" y="37"/>
                  </a:cubicBezTo>
                  <a:cubicBezTo>
                    <a:pt x="95" y="37"/>
                    <a:pt x="97" y="36"/>
                    <a:pt x="97" y="36"/>
                  </a:cubicBezTo>
                  <a:cubicBezTo>
                    <a:pt x="98" y="36"/>
                    <a:pt x="99" y="36"/>
                    <a:pt x="100" y="36"/>
                  </a:cubicBezTo>
                  <a:cubicBezTo>
                    <a:pt x="101" y="36"/>
                    <a:pt x="102" y="35"/>
                    <a:pt x="103" y="35"/>
                  </a:cubicBezTo>
                  <a:cubicBezTo>
                    <a:pt x="104" y="34"/>
                    <a:pt x="105" y="33"/>
                    <a:pt x="106" y="33"/>
                  </a:cubicBezTo>
                  <a:cubicBezTo>
                    <a:pt x="107" y="32"/>
                    <a:pt x="108" y="31"/>
                    <a:pt x="109" y="30"/>
                  </a:cubicBezTo>
                  <a:cubicBezTo>
                    <a:pt x="109" y="30"/>
                    <a:pt x="110" y="29"/>
                    <a:pt x="110" y="28"/>
                  </a:cubicBezTo>
                  <a:cubicBezTo>
                    <a:pt x="111" y="28"/>
                    <a:pt x="113" y="28"/>
                    <a:pt x="114" y="28"/>
                  </a:cubicBezTo>
                  <a:cubicBezTo>
                    <a:pt x="115" y="28"/>
                    <a:pt x="116" y="28"/>
                    <a:pt x="117" y="28"/>
                  </a:cubicBezTo>
                  <a:cubicBezTo>
                    <a:pt x="118" y="28"/>
                    <a:pt x="119" y="29"/>
                    <a:pt x="120" y="29"/>
                  </a:cubicBezTo>
                  <a:cubicBezTo>
                    <a:pt x="121" y="29"/>
                    <a:pt x="122" y="29"/>
                    <a:pt x="123" y="29"/>
                  </a:cubicBezTo>
                  <a:cubicBezTo>
                    <a:pt x="123" y="29"/>
                    <a:pt x="124" y="29"/>
                    <a:pt x="125" y="28"/>
                  </a:cubicBezTo>
                  <a:cubicBezTo>
                    <a:pt x="125" y="28"/>
                    <a:pt x="125" y="27"/>
                    <a:pt x="125" y="27"/>
                  </a:cubicBezTo>
                  <a:cubicBezTo>
                    <a:pt x="126" y="27"/>
                    <a:pt x="126" y="27"/>
                    <a:pt x="127" y="27"/>
                  </a:cubicBezTo>
                  <a:cubicBezTo>
                    <a:pt x="128" y="28"/>
                    <a:pt x="129" y="31"/>
                    <a:pt x="130" y="32"/>
                  </a:cubicBezTo>
                  <a:cubicBezTo>
                    <a:pt x="130" y="33"/>
                    <a:pt x="130" y="34"/>
                    <a:pt x="130" y="34"/>
                  </a:cubicBezTo>
                  <a:cubicBezTo>
                    <a:pt x="129" y="35"/>
                    <a:pt x="128" y="35"/>
                    <a:pt x="128" y="35"/>
                  </a:cubicBezTo>
                  <a:cubicBezTo>
                    <a:pt x="127" y="35"/>
                    <a:pt x="125" y="34"/>
                    <a:pt x="124" y="35"/>
                  </a:cubicBezTo>
                  <a:cubicBezTo>
                    <a:pt x="124" y="35"/>
                    <a:pt x="124" y="36"/>
                    <a:pt x="124" y="37"/>
                  </a:cubicBezTo>
                  <a:cubicBezTo>
                    <a:pt x="124" y="37"/>
                    <a:pt x="125" y="39"/>
                    <a:pt x="125" y="40"/>
                  </a:cubicBezTo>
                  <a:cubicBezTo>
                    <a:pt x="126" y="41"/>
                    <a:pt x="129" y="42"/>
                    <a:pt x="130" y="42"/>
                  </a:cubicBezTo>
                  <a:cubicBezTo>
                    <a:pt x="131" y="43"/>
                    <a:pt x="134" y="43"/>
                    <a:pt x="135" y="43"/>
                  </a:cubicBezTo>
                  <a:cubicBezTo>
                    <a:pt x="137" y="43"/>
                    <a:pt x="139" y="42"/>
                    <a:pt x="140" y="41"/>
                  </a:cubicBezTo>
                  <a:cubicBezTo>
                    <a:pt x="142" y="40"/>
                    <a:pt x="144" y="38"/>
                    <a:pt x="146" y="38"/>
                  </a:cubicBezTo>
                  <a:cubicBezTo>
                    <a:pt x="147" y="37"/>
                    <a:pt x="149" y="36"/>
                    <a:pt x="150" y="36"/>
                  </a:cubicBezTo>
                  <a:cubicBezTo>
                    <a:pt x="151" y="35"/>
                    <a:pt x="154" y="35"/>
                    <a:pt x="155" y="36"/>
                  </a:cubicBezTo>
                  <a:cubicBezTo>
                    <a:pt x="156" y="36"/>
                    <a:pt x="158" y="37"/>
                    <a:pt x="158" y="37"/>
                  </a:cubicBezTo>
                  <a:cubicBezTo>
                    <a:pt x="160" y="38"/>
                    <a:pt x="161" y="41"/>
                    <a:pt x="162" y="41"/>
                  </a:cubicBezTo>
                  <a:cubicBezTo>
                    <a:pt x="163" y="43"/>
                    <a:pt x="167" y="44"/>
                    <a:pt x="169" y="45"/>
                  </a:cubicBezTo>
                  <a:cubicBezTo>
                    <a:pt x="170" y="45"/>
                    <a:pt x="174" y="45"/>
                    <a:pt x="175" y="45"/>
                  </a:cubicBezTo>
                  <a:cubicBezTo>
                    <a:pt x="177" y="45"/>
                    <a:pt x="180" y="44"/>
                    <a:pt x="181" y="44"/>
                  </a:cubicBezTo>
                  <a:cubicBezTo>
                    <a:pt x="182" y="43"/>
                    <a:pt x="184" y="41"/>
                    <a:pt x="185" y="40"/>
                  </a:cubicBezTo>
                  <a:cubicBezTo>
                    <a:pt x="186" y="39"/>
                    <a:pt x="187" y="36"/>
                    <a:pt x="187" y="35"/>
                  </a:cubicBezTo>
                  <a:cubicBezTo>
                    <a:pt x="188" y="34"/>
                    <a:pt x="189" y="31"/>
                    <a:pt x="190" y="29"/>
                  </a:cubicBezTo>
                  <a:cubicBezTo>
                    <a:pt x="191" y="27"/>
                    <a:pt x="191" y="22"/>
                    <a:pt x="192" y="19"/>
                  </a:cubicBezTo>
                  <a:cubicBezTo>
                    <a:pt x="193" y="18"/>
                    <a:pt x="195" y="16"/>
                    <a:pt x="196" y="14"/>
                  </a:cubicBezTo>
                  <a:cubicBezTo>
                    <a:pt x="196" y="13"/>
                    <a:pt x="198" y="10"/>
                    <a:pt x="198" y="9"/>
                  </a:cubicBezTo>
                  <a:cubicBezTo>
                    <a:pt x="199" y="8"/>
                    <a:pt x="199" y="5"/>
                    <a:pt x="200" y="4"/>
                  </a:cubicBezTo>
                  <a:cubicBezTo>
                    <a:pt x="201" y="3"/>
                    <a:pt x="202" y="1"/>
                    <a:pt x="203" y="1"/>
                  </a:cubicBezTo>
                  <a:cubicBezTo>
                    <a:pt x="204" y="0"/>
                    <a:pt x="206" y="0"/>
                    <a:pt x="207" y="0"/>
                  </a:cubicBezTo>
                  <a:cubicBezTo>
                    <a:pt x="208" y="0"/>
                    <a:pt x="209" y="3"/>
                    <a:pt x="209" y="4"/>
                  </a:cubicBezTo>
                  <a:cubicBezTo>
                    <a:pt x="210" y="5"/>
                    <a:pt x="213" y="7"/>
                    <a:pt x="215" y="8"/>
                  </a:cubicBezTo>
                  <a:cubicBezTo>
                    <a:pt x="216" y="9"/>
                    <a:pt x="218" y="10"/>
                    <a:pt x="219" y="10"/>
                  </a:cubicBezTo>
                  <a:cubicBezTo>
                    <a:pt x="220" y="10"/>
                    <a:pt x="223" y="10"/>
                    <a:pt x="224" y="10"/>
                  </a:cubicBezTo>
                  <a:cubicBezTo>
                    <a:pt x="225" y="9"/>
                    <a:pt x="226" y="7"/>
                    <a:pt x="226" y="7"/>
                  </a:cubicBezTo>
                  <a:cubicBezTo>
                    <a:pt x="227" y="6"/>
                    <a:pt x="228" y="4"/>
                    <a:pt x="229" y="3"/>
                  </a:cubicBezTo>
                  <a:cubicBezTo>
                    <a:pt x="229" y="3"/>
                    <a:pt x="231" y="3"/>
                    <a:pt x="232" y="3"/>
                  </a:cubicBezTo>
                  <a:cubicBezTo>
                    <a:pt x="232" y="4"/>
                    <a:pt x="232" y="5"/>
                    <a:pt x="233" y="6"/>
                  </a:cubicBezTo>
                  <a:cubicBezTo>
                    <a:pt x="233" y="7"/>
                    <a:pt x="233" y="10"/>
                    <a:pt x="233" y="12"/>
                  </a:cubicBezTo>
                  <a:cubicBezTo>
                    <a:pt x="232" y="13"/>
                    <a:pt x="231" y="15"/>
                    <a:pt x="231" y="16"/>
                  </a:cubicBezTo>
                  <a:cubicBezTo>
                    <a:pt x="230" y="17"/>
                    <a:pt x="229" y="19"/>
                    <a:pt x="230" y="20"/>
                  </a:cubicBezTo>
                  <a:cubicBezTo>
                    <a:pt x="230" y="22"/>
                    <a:pt x="232" y="25"/>
                    <a:pt x="233" y="26"/>
                  </a:cubicBezTo>
                  <a:cubicBezTo>
                    <a:pt x="234" y="27"/>
                    <a:pt x="236" y="29"/>
                    <a:pt x="237" y="29"/>
                  </a:cubicBezTo>
                  <a:cubicBezTo>
                    <a:pt x="239" y="30"/>
                    <a:pt x="241" y="30"/>
                    <a:pt x="243" y="30"/>
                  </a:cubicBezTo>
                  <a:cubicBezTo>
                    <a:pt x="245" y="30"/>
                    <a:pt x="248" y="29"/>
                    <a:pt x="250" y="29"/>
                  </a:cubicBezTo>
                  <a:cubicBezTo>
                    <a:pt x="250" y="29"/>
                    <a:pt x="250" y="29"/>
                    <a:pt x="251" y="29"/>
                  </a:cubicBezTo>
                  <a:cubicBezTo>
                    <a:pt x="252" y="29"/>
                    <a:pt x="254" y="30"/>
                    <a:pt x="255" y="31"/>
                  </a:cubicBezTo>
                  <a:cubicBezTo>
                    <a:pt x="256" y="31"/>
                    <a:pt x="258" y="32"/>
                    <a:pt x="259" y="32"/>
                  </a:cubicBezTo>
                  <a:cubicBezTo>
                    <a:pt x="260" y="32"/>
                    <a:pt x="263" y="33"/>
                    <a:pt x="264" y="33"/>
                  </a:cubicBezTo>
                  <a:cubicBezTo>
                    <a:pt x="265" y="34"/>
                    <a:pt x="267" y="35"/>
                    <a:pt x="267" y="36"/>
                  </a:cubicBezTo>
                  <a:cubicBezTo>
                    <a:pt x="268" y="37"/>
                    <a:pt x="267" y="38"/>
                    <a:pt x="267" y="39"/>
                  </a:cubicBezTo>
                  <a:cubicBezTo>
                    <a:pt x="267" y="40"/>
                    <a:pt x="266" y="42"/>
                    <a:pt x="266" y="42"/>
                  </a:cubicBezTo>
                  <a:cubicBezTo>
                    <a:pt x="265" y="43"/>
                    <a:pt x="265" y="45"/>
                    <a:pt x="265" y="46"/>
                  </a:cubicBezTo>
                  <a:cubicBezTo>
                    <a:pt x="265" y="47"/>
                    <a:pt x="265" y="49"/>
                    <a:pt x="265" y="50"/>
                  </a:cubicBezTo>
                  <a:cubicBezTo>
                    <a:pt x="265" y="51"/>
                    <a:pt x="264" y="52"/>
                    <a:pt x="264" y="53"/>
                  </a:cubicBezTo>
                  <a:cubicBezTo>
                    <a:pt x="264" y="54"/>
                    <a:pt x="263" y="56"/>
                    <a:pt x="262" y="56"/>
                  </a:cubicBezTo>
                  <a:cubicBezTo>
                    <a:pt x="261" y="57"/>
                    <a:pt x="259" y="59"/>
                    <a:pt x="258" y="59"/>
                  </a:cubicBezTo>
                  <a:cubicBezTo>
                    <a:pt x="257" y="60"/>
                    <a:pt x="255" y="61"/>
                    <a:pt x="254" y="62"/>
                  </a:cubicBezTo>
                  <a:cubicBezTo>
                    <a:pt x="253" y="62"/>
                    <a:pt x="251" y="63"/>
                    <a:pt x="250" y="63"/>
                  </a:cubicBezTo>
                  <a:cubicBezTo>
                    <a:pt x="249" y="64"/>
                    <a:pt x="246" y="65"/>
                    <a:pt x="245" y="66"/>
                  </a:cubicBezTo>
                  <a:cubicBezTo>
                    <a:pt x="244" y="66"/>
                    <a:pt x="242" y="67"/>
                    <a:pt x="241" y="68"/>
                  </a:cubicBezTo>
                  <a:cubicBezTo>
                    <a:pt x="240" y="69"/>
                    <a:pt x="240" y="72"/>
                    <a:pt x="240" y="72"/>
                  </a:cubicBezTo>
                  <a:cubicBezTo>
                    <a:pt x="239" y="74"/>
                    <a:pt x="236" y="77"/>
                    <a:pt x="234" y="78"/>
                  </a:cubicBezTo>
                  <a:cubicBezTo>
                    <a:pt x="233" y="78"/>
                    <a:pt x="232" y="79"/>
                    <a:pt x="231" y="79"/>
                  </a:cubicBezTo>
                  <a:cubicBezTo>
                    <a:pt x="230" y="80"/>
                    <a:pt x="228" y="81"/>
                    <a:pt x="226" y="82"/>
                  </a:cubicBezTo>
                  <a:cubicBezTo>
                    <a:pt x="225" y="83"/>
                    <a:pt x="223" y="85"/>
                    <a:pt x="221" y="86"/>
                  </a:cubicBezTo>
                  <a:cubicBezTo>
                    <a:pt x="221" y="87"/>
                    <a:pt x="219" y="90"/>
                    <a:pt x="219" y="91"/>
                  </a:cubicBezTo>
                  <a:cubicBezTo>
                    <a:pt x="218" y="92"/>
                    <a:pt x="216" y="94"/>
                    <a:pt x="216" y="96"/>
                  </a:cubicBezTo>
                  <a:cubicBezTo>
                    <a:pt x="215" y="98"/>
                    <a:pt x="214" y="101"/>
                    <a:pt x="214" y="103"/>
                  </a:cubicBezTo>
                  <a:cubicBezTo>
                    <a:pt x="214" y="105"/>
                    <a:pt x="217" y="106"/>
                    <a:pt x="218" y="107"/>
                  </a:cubicBezTo>
                  <a:cubicBezTo>
                    <a:pt x="218" y="108"/>
                    <a:pt x="217" y="111"/>
                    <a:pt x="218" y="112"/>
                  </a:cubicBezTo>
                  <a:cubicBezTo>
                    <a:pt x="218" y="113"/>
                    <a:pt x="218" y="115"/>
                    <a:pt x="219" y="116"/>
                  </a:cubicBezTo>
                  <a:cubicBezTo>
                    <a:pt x="220" y="118"/>
                    <a:pt x="222" y="121"/>
                    <a:pt x="223" y="123"/>
                  </a:cubicBezTo>
                  <a:cubicBezTo>
                    <a:pt x="224" y="124"/>
                    <a:pt x="226" y="125"/>
                    <a:pt x="227" y="125"/>
                  </a:cubicBezTo>
                  <a:cubicBezTo>
                    <a:pt x="228" y="126"/>
                    <a:pt x="231" y="126"/>
                    <a:pt x="232" y="126"/>
                  </a:cubicBezTo>
                  <a:cubicBezTo>
                    <a:pt x="233" y="127"/>
                    <a:pt x="235" y="127"/>
                    <a:pt x="236" y="128"/>
                  </a:cubicBezTo>
                  <a:cubicBezTo>
                    <a:pt x="237" y="128"/>
                    <a:pt x="239" y="129"/>
                    <a:pt x="240" y="129"/>
                  </a:cubicBezTo>
                  <a:cubicBezTo>
                    <a:pt x="241" y="130"/>
                    <a:pt x="243" y="131"/>
                    <a:pt x="244" y="132"/>
                  </a:cubicBezTo>
                  <a:cubicBezTo>
                    <a:pt x="245" y="133"/>
                    <a:pt x="246" y="135"/>
                    <a:pt x="247" y="135"/>
                  </a:cubicBezTo>
                  <a:cubicBezTo>
                    <a:pt x="248" y="135"/>
                    <a:pt x="250" y="135"/>
                    <a:pt x="251" y="135"/>
                  </a:cubicBezTo>
                  <a:cubicBezTo>
                    <a:pt x="252" y="135"/>
                    <a:pt x="254" y="135"/>
                    <a:pt x="256" y="136"/>
                  </a:cubicBezTo>
                  <a:cubicBezTo>
                    <a:pt x="257" y="136"/>
                    <a:pt x="259" y="137"/>
                    <a:pt x="260" y="138"/>
                  </a:cubicBezTo>
                  <a:cubicBezTo>
                    <a:pt x="261" y="138"/>
                    <a:pt x="261" y="139"/>
                    <a:pt x="262" y="140"/>
                  </a:cubicBezTo>
                  <a:cubicBezTo>
                    <a:pt x="263" y="140"/>
                    <a:pt x="265" y="141"/>
                    <a:pt x="266" y="141"/>
                  </a:cubicBezTo>
                  <a:cubicBezTo>
                    <a:pt x="266" y="141"/>
                    <a:pt x="268" y="140"/>
                    <a:pt x="268" y="140"/>
                  </a:cubicBezTo>
                  <a:cubicBezTo>
                    <a:pt x="269" y="139"/>
                    <a:pt x="270" y="137"/>
                    <a:pt x="271" y="136"/>
                  </a:cubicBezTo>
                  <a:cubicBezTo>
                    <a:pt x="272" y="136"/>
                    <a:pt x="273" y="135"/>
                    <a:pt x="274" y="135"/>
                  </a:cubicBezTo>
                  <a:cubicBezTo>
                    <a:pt x="275" y="136"/>
                    <a:pt x="277" y="137"/>
                    <a:pt x="277" y="137"/>
                  </a:cubicBezTo>
                  <a:cubicBezTo>
                    <a:pt x="278" y="138"/>
                    <a:pt x="278" y="139"/>
                    <a:pt x="279" y="139"/>
                  </a:cubicBezTo>
                  <a:cubicBezTo>
                    <a:pt x="280" y="140"/>
                    <a:pt x="284" y="139"/>
                    <a:pt x="285" y="139"/>
                  </a:cubicBezTo>
                  <a:cubicBezTo>
                    <a:pt x="286" y="139"/>
                    <a:pt x="288" y="139"/>
                    <a:pt x="290" y="139"/>
                  </a:cubicBezTo>
                  <a:cubicBezTo>
                    <a:pt x="291" y="139"/>
                    <a:pt x="293" y="139"/>
                    <a:pt x="295" y="139"/>
                  </a:cubicBezTo>
                  <a:cubicBezTo>
                    <a:pt x="296" y="139"/>
                    <a:pt x="299" y="138"/>
                    <a:pt x="300" y="138"/>
                  </a:cubicBezTo>
                  <a:cubicBezTo>
                    <a:pt x="302" y="137"/>
                    <a:pt x="304" y="136"/>
                    <a:pt x="305" y="135"/>
                  </a:cubicBezTo>
                  <a:cubicBezTo>
                    <a:pt x="305" y="134"/>
                    <a:pt x="306" y="132"/>
                    <a:pt x="307" y="131"/>
                  </a:cubicBezTo>
                  <a:cubicBezTo>
                    <a:pt x="307" y="130"/>
                    <a:pt x="308" y="128"/>
                    <a:pt x="308" y="128"/>
                  </a:cubicBezTo>
                  <a:cubicBezTo>
                    <a:pt x="309" y="127"/>
                    <a:pt x="312" y="127"/>
                    <a:pt x="313" y="127"/>
                  </a:cubicBezTo>
                  <a:cubicBezTo>
                    <a:pt x="313" y="128"/>
                    <a:pt x="314" y="129"/>
                    <a:pt x="315" y="130"/>
                  </a:cubicBezTo>
                  <a:cubicBezTo>
                    <a:pt x="316" y="130"/>
                    <a:pt x="318" y="132"/>
                    <a:pt x="319" y="133"/>
                  </a:cubicBezTo>
                  <a:cubicBezTo>
                    <a:pt x="320" y="134"/>
                    <a:pt x="322" y="137"/>
                    <a:pt x="323" y="138"/>
                  </a:cubicBezTo>
                  <a:cubicBezTo>
                    <a:pt x="324" y="140"/>
                    <a:pt x="325" y="142"/>
                    <a:pt x="325" y="144"/>
                  </a:cubicBezTo>
                  <a:cubicBezTo>
                    <a:pt x="326" y="145"/>
                    <a:pt x="329" y="148"/>
                    <a:pt x="330" y="150"/>
                  </a:cubicBezTo>
                  <a:cubicBezTo>
                    <a:pt x="330" y="151"/>
                    <a:pt x="330" y="153"/>
                    <a:pt x="331" y="155"/>
                  </a:cubicBezTo>
                  <a:cubicBezTo>
                    <a:pt x="331" y="156"/>
                    <a:pt x="331" y="158"/>
                    <a:pt x="331" y="159"/>
                  </a:cubicBezTo>
                  <a:cubicBezTo>
                    <a:pt x="331" y="161"/>
                    <a:pt x="331" y="163"/>
                    <a:pt x="332" y="165"/>
                  </a:cubicBezTo>
                  <a:cubicBezTo>
                    <a:pt x="332" y="166"/>
                    <a:pt x="333" y="169"/>
                    <a:pt x="334" y="170"/>
                  </a:cubicBezTo>
                  <a:cubicBezTo>
                    <a:pt x="334" y="171"/>
                    <a:pt x="336" y="172"/>
                    <a:pt x="337" y="173"/>
                  </a:cubicBezTo>
                  <a:cubicBezTo>
                    <a:pt x="338" y="174"/>
                    <a:pt x="340" y="175"/>
                    <a:pt x="341" y="176"/>
                  </a:cubicBezTo>
                  <a:cubicBezTo>
                    <a:pt x="342" y="177"/>
                    <a:pt x="342" y="179"/>
                    <a:pt x="342" y="180"/>
                  </a:cubicBezTo>
                  <a:cubicBezTo>
                    <a:pt x="342" y="180"/>
                    <a:pt x="342" y="182"/>
                    <a:pt x="342" y="183"/>
                  </a:cubicBezTo>
                  <a:cubicBezTo>
                    <a:pt x="342" y="184"/>
                    <a:pt x="341" y="185"/>
                    <a:pt x="340" y="186"/>
                  </a:cubicBezTo>
                  <a:cubicBezTo>
                    <a:pt x="340" y="187"/>
                    <a:pt x="338" y="188"/>
                    <a:pt x="338" y="189"/>
                  </a:cubicBezTo>
                  <a:cubicBezTo>
                    <a:pt x="337" y="189"/>
                    <a:pt x="336" y="191"/>
                    <a:pt x="335" y="192"/>
                  </a:cubicBezTo>
                  <a:cubicBezTo>
                    <a:pt x="335" y="193"/>
                    <a:pt x="335" y="195"/>
                    <a:pt x="335" y="196"/>
                  </a:cubicBezTo>
                  <a:cubicBezTo>
                    <a:pt x="335" y="197"/>
                    <a:pt x="336" y="199"/>
                    <a:pt x="336" y="199"/>
                  </a:cubicBezTo>
                  <a:cubicBezTo>
                    <a:pt x="337" y="200"/>
                    <a:pt x="338" y="202"/>
                    <a:pt x="339" y="202"/>
                  </a:cubicBezTo>
                  <a:cubicBezTo>
                    <a:pt x="340" y="203"/>
                    <a:pt x="343" y="203"/>
                    <a:pt x="344" y="203"/>
                  </a:cubicBezTo>
                  <a:cubicBezTo>
                    <a:pt x="346" y="203"/>
                    <a:pt x="349" y="204"/>
                    <a:pt x="350" y="204"/>
                  </a:cubicBezTo>
                  <a:cubicBezTo>
                    <a:pt x="351" y="205"/>
                    <a:pt x="353" y="206"/>
                    <a:pt x="354" y="207"/>
                  </a:cubicBezTo>
                  <a:cubicBezTo>
                    <a:pt x="355" y="208"/>
                    <a:pt x="356" y="211"/>
                    <a:pt x="357" y="212"/>
                  </a:cubicBezTo>
                  <a:cubicBezTo>
                    <a:pt x="358" y="212"/>
                    <a:pt x="361" y="213"/>
                    <a:pt x="363" y="213"/>
                  </a:cubicBezTo>
                  <a:cubicBezTo>
                    <a:pt x="364" y="213"/>
                    <a:pt x="368" y="214"/>
                    <a:pt x="369" y="214"/>
                  </a:cubicBezTo>
                  <a:cubicBezTo>
                    <a:pt x="370" y="214"/>
                    <a:pt x="373" y="214"/>
                    <a:pt x="374" y="215"/>
                  </a:cubicBezTo>
                  <a:cubicBezTo>
                    <a:pt x="375" y="215"/>
                    <a:pt x="376" y="216"/>
                    <a:pt x="377" y="217"/>
                  </a:cubicBezTo>
                  <a:cubicBezTo>
                    <a:pt x="379" y="217"/>
                    <a:pt x="383" y="219"/>
                    <a:pt x="384" y="220"/>
                  </a:cubicBezTo>
                  <a:cubicBezTo>
                    <a:pt x="385" y="221"/>
                    <a:pt x="387" y="223"/>
                    <a:pt x="388" y="225"/>
                  </a:cubicBezTo>
                  <a:cubicBezTo>
                    <a:pt x="389" y="226"/>
                    <a:pt x="391" y="230"/>
                    <a:pt x="392" y="231"/>
                  </a:cubicBezTo>
                  <a:cubicBezTo>
                    <a:pt x="392" y="232"/>
                    <a:pt x="393" y="233"/>
                    <a:pt x="394" y="23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52"/>
            <p:cNvSpPr>
              <a:spLocks/>
            </p:cNvSpPr>
            <p:nvPr/>
          </p:nvSpPr>
          <p:spPr bwMode="auto">
            <a:xfrm>
              <a:off x="3781425" y="3562350"/>
              <a:ext cx="15875" cy="12700"/>
            </a:xfrm>
            <a:custGeom>
              <a:avLst/>
              <a:gdLst/>
              <a:ahLst/>
              <a:cxnLst>
                <a:cxn ang="0">
                  <a:pos x="10" y="4"/>
                </a:cxn>
                <a:cxn ang="0">
                  <a:pos x="7" y="3"/>
                </a:cxn>
                <a:cxn ang="0">
                  <a:pos x="5" y="1"/>
                </a:cxn>
                <a:cxn ang="0">
                  <a:pos x="2" y="0"/>
                </a:cxn>
                <a:cxn ang="0">
                  <a:pos x="0" y="1"/>
                </a:cxn>
                <a:cxn ang="0">
                  <a:pos x="0" y="3"/>
                </a:cxn>
                <a:cxn ang="0">
                  <a:pos x="1" y="6"/>
                </a:cxn>
                <a:cxn ang="0">
                  <a:pos x="3" y="7"/>
                </a:cxn>
                <a:cxn ang="0">
                  <a:pos x="6" y="5"/>
                </a:cxn>
                <a:cxn ang="0">
                  <a:pos x="8" y="5"/>
                </a:cxn>
                <a:cxn ang="0">
                  <a:pos x="9" y="5"/>
                </a:cxn>
                <a:cxn ang="0">
                  <a:pos x="10" y="4"/>
                </a:cxn>
              </a:cxnLst>
              <a:rect l="0" t="0" r="r" b="b"/>
              <a:pathLst>
                <a:path w="10" h="7">
                  <a:moveTo>
                    <a:pt x="10" y="4"/>
                  </a:moveTo>
                  <a:cubicBezTo>
                    <a:pt x="10" y="3"/>
                    <a:pt x="8" y="3"/>
                    <a:pt x="7" y="3"/>
                  </a:cubicBezTo>
                  <a:cubicBezTo>
                    <a:pt x="6" y="3"/>
                    <a:pt x="6" y="1"/>
                    <a:pt x="5" y="1"/>
                  </a:cubicBezTo>
                  <a:cubicBezTo>
                    <a:pt x="5" y="1"/>
                    <a:pt x="3" y="0"/>
                    <a:pt x="2" y="0"/>
                  </a:cubicBezTo>
                  <a:cubicBezTo>
                    <a:pt x="1" y="0"/>
                    <a:pt x="0" y="0"/>
                    <a:pt x="0" y="1"/>
                  </a:cubicBezTo>
                  <a:cubicBezTo>
                    <a:pt x="0" y="1"/>
                    <a:pt x="0" y="2"/>
                    <a:pt x="0" y="3"/>
                  </a:cubicBezTo>
                  <a:cubicBezTo>
                    <a:pt x="0" y="4"/>
                    <a:pt x="0" y="5"/>
                    <a:pt x="1" y="6"/>
                  </a:cubicBezTo>
                  <a:cubicBezTo>
                    <a:pt x="1" y="6"/>
                    <a:pt x="2" y="7"/>
                    <a:pt x="3" y="7"/>
                  </a:cubicBezTo>
                  <a:cubicBezTo>
                    <a:pt x="4" y="7"/>
                    <a:pt x="5" y="5"/>
                    <a:pt x="6" y="5"/>
                  </a:cubicBezTo>
                  <a:cubicBezTo>
                    <a:pt x="6" y="5"/>
                    <a:pt x="7" y="5"/>
                    <a:pt x="8" y="5"/>
                  </a:cubicBezTo>
                  <a:cubicBezTo>
                    <a:pt x="8" y="5"/>
                    <a:pt x="9" y="5"/>
                    <a:pt x="9" y="5"/>
                  </a:cubicBezTo>
                  <a:cubicBezTo>
                    <a:pt x="10" y="5"/>
                    <a:pt x="10" y="4"/>
                    <a:pt x="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53"/>
            <p:cNvSpPr>
              <a:spLocks/>
            </p:cNvSpPr>
            <p:nvPr/>
          </p:nvSpPr>
          <p:spPr bwMode="auto">
            <a:xfrm>
              <a:off x="4660900" y="4741863"/>
              <a:ext cx="36513" cy="22225"/>
            </a:xfrm>
            <a:custGeom>
              <a:avLst/>
              <a:gdLst/>
              <a:ahLst/>
              <a:cxnLst>
                <a:cxn ang="0">
                  <a:pos x="7" y="6"/>
                </a:cxn>
                <a:cxn ang="0">
                  <a:pos x="5" y="6"/>
                </a:cxn>
                <a:cxn ang="0">
                  <a:pos x="1" y="8"/>
                </a:cxn>
                <a:cxn ang="0">
                  <a:pos x="1" y="10"/>
                </a:cxn>
                <a:cxn ang="0">
                  <a:pos x="2" y="11"/>
                </a:cxn>
                <a:cxn ang="0">
                  <a:pos x="5" y="13"/>
                </a:cxn>
                <a:cxn ang="0">
                  <a:pos x="8" y="12"/>
                </a:cxn>
                <a:cxn ang="0">
                  <a:pos x="10" y="9"/>
                </a:cxn>
                <a:cxn ang="0">
                  <a:pos x="13" y="7"/>
                </a:cxn>
                <a:cxn ang="0">
                  <a:pos x="15" y="6"/>
                </a:cxn>
                <a:cxn ang="0">
                  <a:pos x="18" y="4"/>
                </a:cxn>
                <a:cxn ang="0">
                  <a:pos x="20" y="2"/>
                </a:cxn>
                <a:cxn ang="0">
                  <a:pos x="22" y="2"/>
                </a:cxn>
                <a:cxn ang="0">
                  <a:pos x="22" y="1"/>
                </a:cxn>
                <a:cxn ang="0">
                  <a:pos x="20" y="1"/>
                </a:cxn>
                <a:cxn ang="0">
                  <a:pos x="19" y="1"/>
                </a:cxn>
                <a:cxn ang="0">
                  <a:pos x="17" y="2"/>
                </a:cxn>
                <a:cxn ang="0">
                  <a:pos x="15" y="3"/>
                </a:cxn>
                <a:cxn ang="0">
                  <a:pos x="14" y="4"/>
                </a:cxn>
                <a:cxn ang="0">
                  <a:pos x="12" y="5"/>
                </a:cxn>
                <a:cxn ang="0">
                  <a:pos x="10" y="6"/>
                </a:cxn>
                <a:cxn ang="0">
                  <a:pos x="7" y="6"/>
                </a:cxn>
              </a:cxnLst>
              <a:rect l="0" t="0" r="r" b="b"/>
              <a:pathLst>
                <a:path w="22" h="13">
                  <a:moveTo>
                    <a:pt x="7" y="6"/>
                  </a:moveTo>
                  <a:cubicBezTo>
                    <a:pt x="7" y="6"/>
                    <a:pt x="6" y="6"/>
                    <a:pt x="5" y="6"/>
                  </a:cubicBezTo>
                  <a:cubicBezTo>
                    <a:pt x="4" y="7"/>
                    <a:pt x="2" y="7"/>
                    <a:pt x="1" y="8"/>
                  </a:cubicBezTo>
                  <a:cubicBezTo>
                    <a:pt x="1" y="8"/>
                    <a:pt x="0" y="9"/>
                    <a:pt x="1" y="10"/>
                  </a:cubicBezTo>
                  <a:cubicBezTo>
                    <a:pt x="1" y="10"/>
                    <a:pt x="2" y="11"/>
                    <a:pt x="2" y="11"/>
                  </a:cubicBezTo>
                  <a:cubicBezTo>
                    <a:pt x="3" y="12"/>
                    <a:pt x="4" y="13"/>
                    <a:pt x="5" y="13"/>
                  </a:cubicBezTo>
                  <a:cubicBezTo>
                    <a:pt x="6" y="13"/>
                    <a:pt x="8" y="12"/>
                    <a:pt x="8" y="12"/>
                  </a:cubicBezTo>
                  <a:cubicBezTo>
                    <a:pt x="9" y="11"/>
                    <a:pt x="10" y="10"/>
                    <a:pt x="10" y="9"/>
                  </a:cubicBezTo>
                  <a:cubicBezTo>
                    <a:pt x="11" y="9"/>
                    <a:pt x="13" y="8"/>
                    <a:pt x="13" y="7"/>
                  </a:cubicBezTo>
                  <a:cubicBezTo>
                    <a:pt x="14" y="7"/>
                    <a:pt x="15" y="7"/>
                    <a:pt x="15" y="6"/>
                  </a:cubicBezTo>
                  <a:cubicBezTo>
                    <a:pt x="16" y="6"/>
                    <a:pt x="17" y="5"/>
                    <a:pt x="18" y="4"/>
                  </a:cubicBezTo>
                  <a:cubicBezTo>
                    <a:pt x="19" y="4"/>
                    <a:pt x="20" y="3"/>
                    <a:pt x="20" y="2"/>
                  </a:cubicBezTo>
                  <a:cubicBezTo>
                    <a:pt x="21" y="2"/>
                    <a:pt x="22" y="2"/>
                    <a:pt x="22" y="2"/>
                  </a:cubicBezTo>
                  <a:cubicBezTo>
                    <a:pt x="22" y="1"/>
                    <a:pt x="22" y="1"/>
                    <a:pt x="22" y="1"/>
                  </a:cubicBezTo>
                  <a:cubicBezTo>
                    <a:pt x="22" y="0"/>
                    <a:pt x="21" y="1"/>
                    <a:pt x="20" y="1"/>
                  </a:cubicBezTo>
                  <a:cubicBezTo>
                    <a:pt x="20" y="1"/>
                    <a:pt x="19" y="1"/>
                    <a:pt x="19" y="1"/>
                  </a:cubicBezTo>
                  <a:cubicBezTo>
                    <a:pt x="18" y="1"/>
                    <a:pt x="17" y="2"/>
                    <a:pt x="17" y="2"/>
                  </a:cubicBezTo>
                  <a:cubicBezTo>
                    <a:pt x="16" y="2"/>
                    <a:pt x="15" y="2"/>
                    <a:pt x="15" y="3"/>
                  </a:cubicBezTo>
                  <a:cubicBezTo>
                    <a:pt x="14" y="3"/>
                    <a:pt x="14" y="4"/>
                    <a:pt x="14" y="4"/>
                  </a:cubicBezTo>
                  <a:cubicBezTo>
                    <a:pt x="14" y="5"/>
                    <a:pt x="13" y="5"/>
                    <a:pt x="12" y="5"/>
                  </a:cubicBezTo>
                  <a:cubicBezTo>
                    <a:pt x="12" y="6"/>
                    <a:pt x="10" y="6"/>
                    <a:pt x="10" y="6"/>
                  </a:cubicBezTo>
                  <a:cubicBezTo>
                    <a:pt x="9" y="6"/>
                    <a:pt x="8" y="6"/>
                    <a:pt x="7"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54"/>
            <p:cNvSpPr>
              <a:spLocks/>
            </p:cNvSpPr>
            <p:nvPr/>
          </p:nvSpPr>
          <p:spPr bwMode="auto">
            <a:xfrm>
              <a:off x="4699000" y="4733925"/>
              <a:ext cx="9525" cy="6350"/>
            </a:xfrm>
            <a:custGeom>
              <a:avLst/>
              <a:gdLst/>
              <a:ahLst/>
              <a:cxnLst>
                <a:cxn ang="0">
                  <a:pos x="5" y="1"/>
                </a:cxn>
                <a:cxn ang="0">
                  <a:pos x="4" y="1"/>
                </a:cxn>
                <a:cxn ang="0">
                  <a:pos x="1" y="2"/>
                </a:cxn>
                <a:cxn ang="0">
                  <a:pos x="1" y="2"/>
                </a:cxn>
                <a:cxn ang="0">
                  <a:pos x="0" y="4"/>
                </a:cxn>
                <a:cxn ang="0">
                  <a:pos x="1" y="4"/>
                </a:cxn>
                <a:cxn ang="0">
                  <a:pos x="3" y="4"/>
                </a:cxn>
                <a:cxn ang="0">
                  <a:pos x="4" y="3"/>
                </a:cxn>
                <a:cxn ang="0">
                  <a:pos x="6" y="2"/>
                </a:cxn>
                <a:cxn ang="0">
                  <a:pos x="5" y="1"/>
                </a:cxn>
              </a:cxnLst>
              <a:rect l="0" t="0" r="r" b="b"/>
              <a:pathLst>
                <a:path w="6" h="4">
                  <a:moveTo>
                    <a:pt x="5" y="1"/>
                  </a:moveTo>
                  <a:cubicBezTo>
                    <a:pt x="5" y="0"/>
                    <a:pt x="4" y="1"/>
                    <a:pt x="4" y="1"/>
                  </a:cubicBezTo>
                  <a:cubicBezTo>
                    <a:pt x="3" y="2"/>
                    <a:pt x="2" y="1"/>
                    <a:pt x="1" y="2"/>
                  </a:cubicBezTo>
                  <a:cubicBezTo>
                    <a:pt x="1" y="2"/>
                    <a:pt x="1" y="2"/>
                    <a:pt x="1" y="2"/>
                  </a:cubicBezTo>
                  <a:cubicBezTo>
                    <a:pt x="0" y="3"/>
                    <a:pt x="0" y="4"/>
                    <a:pt x="0" y="4"/>
                  </a:cubicBezTo>
                  <a:cubicBezTo>
                    <a:pt x="0" y="4"/>
                    <a:pt x="1" y="4"/>
                    <a:pt x="1" y="4"/>
                  </a:cubicBezTo>
                  <a:cubicBezTo>
                    <a:pt x="2" y="4"/>
                    <a:pt x="3" y="4"/>
                    <a:pt x="3" y="4"/>
                  </a:cubicBezTo>
                  <a:cubicBezTo>
                    <a:pt x="4" y="4"/>
                    <a:pt x="4" y="3"/>
                    <a:pt x="4" y="3"/>
                  </a:cubicBezTo>
                  <a:cubicBezTo>
                    <a:pt x="5" y="3"/>
                    <a:pt x="6" y="3"/>
                    <a:pt x="6" y="2"/>
                  </a:cubicBezTo>
                  <a:cubicBezTo>
                    <a:pt x="6" y="2"/>
                    <a:pt x="6" y="1"/>
                    <a:pt x="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55"/>
            <p:cNvSpPr>
              <a:spLocks/>
            </p:cNvSpPr>
            <p:nvPr/>
          </p:nvSpPr>
          <p:spPr bwMode="auto">
            <a:xfrm>
              <a:off x="4778375" y="4657725"/>
              <a:ext cx="42863" cy="23813"/>
            </a:xfrm>
            <a:custGeom>
              <a:avLst/>
              <a:gdLst/>
              <a:ahLst/>
              <a:cxnLst>
                <a:cxn ang="0">
                  <a:pos x="26" y="1"/>
                </a:cxn>
                <a:cxn ang="0">
                  <a:pos x="22" y="4"/>
                </a:cxn>
                <a:cxn ang="0">
                  <a:pos x="16" y="7"/>
                </a:cxn>
                <a:cxn ang="0">
                  <a:pos x="10" y="10"/>
                </a:cxn>
                <a:cxn ang="0">
                  <a:pos x="6" y="12"/>
                </a:cxn>
                <a:cxn ang="0">
                  <a:pos x="3" y="14"/>
                </a:cxn>
                <a:cxn ang="0">
                  <a:pos x="1" y="14"/>
                </a:cxn>
                <a:cxn ang="0">
                  <a:pos x="1" y="13"/>
                </a:cxn>
                <a:cxn ang="0">
                  <a:pos x="3" y="11"/>
                </a:cxn>
                <a:cxn ang="0">
                  <a:pos x="6" y="9"/>
                </a:cxn>
                <a:cxn ang="0">
                  <a:pos x="10" y="8"/>
                </a:cxn>
                <a:cxn ang="0">
                  <a:pos x="13" y="6"/>
                </a:cxn>
                <a:cxn ang="0">
                  <a:pos x="16" y="4"/>
                </a:cxn>
                <a:cxn ang="0">
                  <a:pos x="19" y="3"/>
                </a:cxn>
                <a:cxn ang="0">
                  <a:pos x="22" y="2"/>
                </a:cxn>
                <a:cxn ang="0">
                  <a:pos x="24" y="0"/>
                </a:cxn>
                <a:cxn ang="0">
                  <a:pos x="25" y="0"/>
                </a:cxn>
                <a:cxn ang="0">
                  <a:pos x="26" y="1"/>
                </a:cxn>
              </a:cxnLst>
              <a:rect l="0" t="0" r="r" b="b"/>
              <a:pathLst>
                <a:path w="26" h="14">
                  <a:moveTo>
                    <a:pt x="26" y="1"/>
                  </a:moveTo>
                  <a:cubicBezTo>
                    <a:pt x="26" y="2"/>
                    <a:pt x="23" y="3"/>
                    <a:pt x="22" y="4"/>
                  </a:cubicBezTo>
                  <a:cubicBezTo>
                    <a:pt x="20" y="5"/>
                    <a:pt x="17" y="7"/>
                    <a:pt x="16" y="7"/>
                  </a:cubicBezTo>
                  <a:cubicBezTo>
                    <a:pt x="14" y="8"/>
                    <a:pt x="11" y="9"/>
                    <a:pt x="10" y="10"/>
                  </a:cubicBezTo>
                  <a:cubicBezTo>
                    <a:pt x="9" y="11"/>
                    <a:pt x="7" y="12"/>
                    <a:pt x="6" y="12"/>
                  </a:cubicBezTo>
                  <a:cubicBezTo>
                    <a:pt x="5" y="13"/>
                    <a:pt x="4" y="14"/>
                    <a:pt x="3" y="14"/>
                  </a:cubicBezTo>
                  <a:cubicBezTo>
                    <a:pt x="2" y="14"/>
                    <a:pt x="1" y="14"/>
                    <a:pt x="1" y="14"/>
                  </a:cubicBezTo>
                  <a:cubicBezTo>
                    <a:pt x="0" y="14"/>
                    <a:pt x="0" y="13"/>
                    <a:pt x="1" y="13"/>
                  </a:cubicBezTo>
                  <a:cubicBezTo>
                    <a:pt x="1" y="12"/>
                    <a:pt x="2" y="12"/>
                    <a:pt x="3" y="11"/>
                  </a:cubicBezTo>
                  <a:cubicBezTo>
                    <a:pt x="4" y="11"/>
                    <a:pt x="5" y="10"/>
                    <a:pt x="6" y="9"/>
                  </a:cubicBezTo>
                  <a:cubicBezTo>
                    <a:pt x="7" y="9"/>
                    <a:pt x="9" y="8"/>
                    <a:pt x="10" y="8"/>
                  </a:cubicBezTo>
                  <a:cubicBezTo>
                    <a:pt x="11" y="8"/>
                    <a:pt x="12" y="7"/>
                    <a:pt x="13" y="6"/>
                  </a:cubicBezTo>
                  <a:cubicBezTo>
                    <a:pt x="14" y="6"/>
                    <a:pt x="16" y="5"/>
                    <a:pt x="16" y="4"/>
                  </a:cubicBezTo>
                  <a:cubicBezTo>
                    <a:pt x="17" y="4"/>
                    <a:pt x="18" y="3"/>
                    <a:pt x="19" y="3"/>
                  </a:cubicBezTo>
                  <a:cubicBezTo>
                    <a:pt x="20" y="2"/>
                    <a:pt x="21" y="2"/>
                    <a:pt x="22" y="2"/>
                  </a:cubicBezTo>
                  <a:cubicBezTo>
                    <a:pt x="23" y="1"/>
                    <a:pt x="23" y="1"/>
                    <a:pt x="24" y="0"/>
                  </a:cubicBezTo>
                  <a:cubicBezTo>
                    <a:pt x="24" y="0"/>
                    <a:pt x="25" y="0"/>
                    <a:pt x="25" y="0"/>
                  </a:cubicBezTo>
                  <a:cubicBezTo>
                    <a:pt x="26" y="0"/>
                    <a:pt x="26" y="1"/>
                    <a:pt x="2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56"/>
            <p:cNvSpPr>
              <a:spLocks/>
            </p:cNvSpPr>
            <p:nvPr/>
          </p:nvSpPr>
          <p:spPr bwMode="auto">
            <a:xfrm>
              <a:off x="4765675" y="4681538"/>
              <a:ext cx="9525" cy="6350"/>
            </a:xfrm>
            <a:custGeom>
              <a:avLst/>
              <a:gdLst/>
              <a:ahLst/>
              <a:cxnLst>
                <a:cxn ang="0">
                  <a:pos x="5" y="2"/>
                </a:cxn>
                <a:cxn ang="0">
                  <a:pos x="4" y="3"/>
                </a:cxn>
                <a:cxn ang="0">
                  <a:pos x="2" y="4"/>
                </a:cxn>
                <a:cxn ang="0">
                  <a:pos x="0" y="3"/>
                </a:cxn>
                <a:cxn ang="0">
                  <a:pos x="1" y="2"/>
                </a:cxn>
                <a:cxn ang="0">
                  <a:pos x="3" y="1"/>
                </a:cxn>
                <a:cxn ang="0">
                  <a:pos x="4" y="0"/>
                </a:cxn>
                <a:cxn ang="0">
                  <a:pos x="5" y="0"/>
                </a:cxn>
                <a:cxn ang="0">
                  <a:pos x="5" y="2"/>
                </a:cxn>
              </a:cxnLst>
              <a:rect l="0" t="0" r="r" b="b"/>
              <a:pathLst>
                <a:path w="6" h="4">
                  <a:moveTo>
                    <a:pt x="5" y="2"/>
                  </a:moveTo>
                  <a:cubicBezTo>
                    <a:pt x="5" y="2"/>
                    <a:pt x="5" y="2"/>
                    <a:pt x="4" y="3"/>
                  </a:cubicBezTo>
                  <a:cubicBezTo>
                    <a:pt x="4" y="3"/>
                    <a:pt x="3" y="4"/>
                    <a:pt x="2" y="4"/>
                  </a:cubicBezTo>
                  <a:cubicBezTo>
                    <a:pt x="2" y="4"/>
                    <a:pt x="0" y="4"/>
                    <a:pt x="0" y="3"/>
                  </a:cubicBezTo>
                  <a:cubicBezTo>
                    <a:pt x="0" y="3"/>
                    <a:pt x="1" y="2"/>
                    <a:pt x="1" y="2"/>
                  </a:cubicBezTo>
                  <a:cubicBezTo>
                    <a:pt x="1" y="2"/>
                    <a:pt x="2" y="1"/>
                    <a:pt x="3" y="1"/>
                  </a:cubicBezTo>
                  <a:cubicBezTo>
                    <a:pt x="3" y="1"/>
                    <a:pt x="4" y="0"/>
                    <a:pt x="4" y="0"/>
                  </a:cubicBezTo>
                  <a:cubicBezTo>
                    <a:pt x="5" y="0"/>
                    <a:pt x="5" y="0"/>
                    <a:pt x="5" y="0"/>
                  </a:cubicBezTo>
                  <a:cubicBezTo>
                    <a:pt x="6" y="1"/>
                    <a:pt x="5" y="1"/>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57"/>
            <p:cNvSpPr>
              <a:spLocks/>
            </p:cNvSpPr>
            <p:nvPr/>
          </p:nvSpPr>
          <p:spPr bwMode="auto">
            <a:xfrm>
              <a:off x="4710113" y="4689475"/>
              <a:ext cx="63500" cy="44450"/>
            </a:xfrm>
            <a:custGeom>
              <a:avLst/>
              <a:gdLst/>
              <a:ahLst/>
              <a:cxnLst>
                <a:cxn ang="0">
                  <a:pos x="38" y="1"/>
                </a:cxn>
                <a:cxn ang="0">
                  <a:pos x="35" y="1"/>
                </a:cxn>
                <a:cxn ang="0">
                  <a:pos x="33" y="1"/>
                </a:cxn>
                <a:cxn ang="0">
                  <a:pos x="32" y="3"/>
                </a:cxn>
                <a:cxn ang="0">
                  <a:pos x="29" y="5"/>
                </a:cxn>
                <a:cxn ang="0">
                  <a:pos x="27" y="7"/>
                </a:cxn>
                <a:cxn ang="0">
                  <a:pos x="25" y="7"/>
                </a:cxn>
                <a:cxn ang="0">
                  <a:pos x="23" y="8"/>
                </a:cxn>
                <a:cxn ang="0">
                  <a:pos x="21" y="10"/>
                </a:cxn>
                <a:cxn ang="0">
                  <a:pos x="19" y="11"/>
                </a:cxn>
                <a:cxn ang="0">
                  <a:pos x="16" y="12"/>
                </a:cxn>
                <a:cxn ang="0">
                  <a:pos x="14" y="14"/>
                </a:cxn>
                <a:cxn ang="0">
                  <a:pos x="12" y="15"/>
                </a:cxn>
                <a:cxn ang="0">
                  <a:pos x="10" y="16"/>
                </a:cxn>
                <a:cxn ang="0">
                  <a:pos x="9" y="18"/>
                </a:cxn>
                <a:cxn ang="0">
                  <a:pos x="8" y="18"/>
                </a:cxn>
                <a:cxn ang="0">
                  <a:pos x="6" y="19"/>
                </a:cxn>
                <a:cxn ang="0">
                  <a:pos x="5" y="21"/>
                </a:cxn>
                <a:cxn ang="0">
                  <a:pos x="3" y="23"/>
                </a:cxn>
                <a:cxn ang="0">
                  <a:pos x="2" y="25"/>
                </a:cxn>
                <a:cxn ang="0">
                  <a:pos x="0" y="26"/>
                </a:cxn>
                <a:cxn ang="0">
                  <a:pos x="0" y="27"/>
                </a:cxn>
                <a:cxn ang="0">
                  <a:pos x="2" y="27"/>
                </a:cxn>
                <a:cxn ang="0">
                  <a:pos x="5" y="25"/>
                </a:cxn>
                <a:cxn ang="0">
                  <a:pos x="7" y="23"/>
                </a:cxn>
                <a:cxn ang="0">
                  <a:pos x="10" y="20"/>
                </a:cxn>
                <a:cxn ang="0">
                  <a:pos x="13" y="19"/>
                </a:cxn>
                <a:cxn ang="0">
                  <a:pos x="16" y="17"/>
                </a:cxn>
                <a:cxn ang="0">
                  <a:pos x="20" y="14"/>
                </a:cxn>
                <a:cxn ang="0">
                  <a:pos x="22" y="13"/>
                </a:cxn>
                <a:cxn ang="0">
                  <a:pos x="23" y="11"/>
                </a:cxn>
                <a:cxn ang="0">
                  <a:pos x="26" y="9"/>
                </a:cxn>
                <a:cxn ang="0">
                  <a:pos x="27" y="9"/>
                </a:cxn>
                <a:cxn ang="0">
                  <a:pos x="29" y="8"/>
                </a:cxn>
                <a:cxn ang="0">
                  <a:pos x="32" y="6"/>
                </a:cxn>
                <a:cxn ang="0">
                  <a:pos x="34" y="4"/>
                </a:cxn>
                <a:cxn ang="0">
                  <a:pos x="35" y="2"/>
                </a:cxn>
                <a:cxn ang="0">
                  <a:pos x="36" y="2"/>
                </a:cxn>
                <a:cxn ang="0">
                  <a:pos x="38" y="1"/>
                </a:cxn>
              </a:cxnLst>
              <a:rect l="0" t="0" r="r" b="b"/>
              <a:pathLst>
                <a:path w="38" h="27">
                  <a:moveTo>
                    <a:pt x="38" y="1"/>
                  </a:moveTo>
                  <a:cubicBezTo>
                    <a:pt x="37" y="0"/>
                    <a:pt x="36" y="1"/>
                    <a:pt x="35" y="1"/>
                  </a:cubicBezTo>
                  <a:cubicBezTo>
                    <a:pt x="35" y="1"/>
                    <a:pt x="33" y="1"/>
                    <a:pt x="33" y="1"/>
                  </a:cubicBezTo>
                  <a:cubicBezTo>
                    <a:pt x="33" y="1"/>
                    <a:pt x="32" y="2"/>
                    <a:pt x="32" y="3"/>
                  </a:cubicBezTo>
                  <a:cubicBezTo>
                    <a:pt x="31" y="3"/>
                    <a:pt x="30" y="5"/>
                    <a:pt x="29" y="5"/>
                  </a:cubicBezTo>
                  <a:cubicBezTo>
                    <a:pt x="29" y="6"/>
                    <a:pt x="28" y="7"/>
                    <a:pt x="27" y="7"/>
                  </a:cubicBezTo>
                  <a:cubicBezTo>
                    <a:pt x="27" y="7"/>
                    <a:pt x="25" y="7"/>
                    <a:pt x="25" y="7"/>
                  </a:cubicBezTo>
                  <a:cubicBezTo>
                    <a:pt x="24" y="7"/>
                    <a:pt x="24" y="8"/>
                    <a:pt x="23" y="8"/>
                  </a:cubicBezTo>
                  <a:cubicBezTo>
                    <a:pt x="23" y="9"/>
                    <a:pt x="21" y="9"/>
                    <a:pt x="21" y="10"/>
                  </a:cubicBezTo>
                  <a:cubicBezTo>
                    <a:pt x="20" y="10"/>
                    <a:pt x="20" y="11"/>
                    <a:pt x="19" y="11"/>
                  </a:cubicBezTo>
                  <a:cubicBezTo>
                    <a:pt x="18" y="12"/>
                    <a:pt x="17" y="12"/>
                    <a:pt x="16" y="12"/>
                  </a:cubicBezTo>
                  <a:cubicBezTo>
                    <a:pt x="15" y="12"/>
                    <a:pt x="14" y="13"/>
                    <a:pt x="14" y="14"/>
                  </a:cubicBezTo>
                  <a:cubicBezTo>
                    <a:pt x="13" y="14"/>
                    <a:pt x="12" y="15"/>
                    <a:pt x="12" y="15"/>
                  </a:cubicBezTo>
                  <a:cubicBezTo>
                    <a:pt x="11" y="15"/>
                    <a:pt x="11" y="16"/>
                    <a:pt x="10" y="16"/>
                  </a:cubicBezTo>
                  <a:cubicBezTo>
                    <a:pt x="10" y="16"/>
                    <a:pt x="10" y="18"/>
                    <a:pt x="9" y="18"/>
                  </a:cubicBezTo>
                  <a:cubicBezTo>
                    <a:pt x="9" y="18"/>
                    <a:pt x="8" y="18"/>
                    <a:pt x="8" y="18"/>
                  </a:cubicBezTo>
                  <a:cubicBezTo>
                    <a:pt x="7" y="19"/>
                    <a:pt x="6" y="19"/>
                    <a:pt x="6" y="19"/>
                  </a:cubicBezTo>
                  <a:cubicBezTo>
                    <a:pt x="6" y="20"/>
                    <a:pt x="5" y="21"/>
                    <a:pt x="5" y="21"/>
                  </a:cubicBezTo>
                  <a:cubicBezTo>
                    <a:pt x="5" y="22"/>
                    <a:pt x="4" y="23"/>
                    <a:pt x="3" y="23"/>
                  </a:cubicBezTo>
                  <a:cubicBezTo>
                    <a:pt x="3" y="23"/>
                    <a:pt x="2" y="24"/>
                    <a:pt x="2" y="25"/>
                  </a:cubicBezTo>
                  <a:cubicBezTo>
                    <a:pt x="1" y="25"/>
                    <a:pt x="1" y="25"/>
                    <a:pt x="0" y="26"/>
                  </a:cubicBezTo>
                  <a:cubicBezTo>
                    <a:pt x="0" y="26"/>
                    <a:pt x="0" y="27"/>
                    <a:pt x="0" y="27"/>
                  </a:cubicBezTo>
                  <a:cubicBezTo>
                    <a:pt x="1" y="27"/>
                    <a:pt x="2" y="27"/>
                    <a:pt x="2" y="27"/>
                  </a:cubicBezTo>
                  <a:cubicBezTo>
                    <a:pt x="3" y="26"/>
                    <a:pt x="4" y="25"/>
                    <a:pt x="5" y="25"/>
                  </a:cubicBezTo>
                  <a:cubicBezTo>
                    <a:pt x="5" y="24"/>
                    <a:pt x="6" y="23"/>
                    <a:pt x="7" y="23"/>
                  </a:cubicBezTo>
                  <a:cubicBezTo>
                    <a:pt x="7" y="22"/>
                    <a:pt x="9" y="21"/>
                    <a:pt x="10" y="20"/>
                  </a:cubicBezTo>
                  <a:cubicBezTo>
                    <a:pt x="11" y="20"/>
                    <a:pt x="12" y="19"/>
                    <a:pt x="13" y="19"/>
                  </a:cubicBezTo>
                  <a:cubicBezTo>
                    <a:pt x="14" y="18"/>
                    <a:pt x="16" y="18"/>
                    <a:pt x="16" y="17"/>
                  </a:cubicBezTo>
                  <a:cubicBezTo>
                    <a:pt x="17" y="17"/>
                    <a:pt x="19" y="15"/>
                    <a:pt x="20" y="14"/>
                  </a:cubicBezTo>
                  <a:cubicBezTo>
                    <a:pt x="20" y="14"/>
                    <a:pt x="21" y="14"/>
                    <a:pt x="22" y="13"/>
                  </a:cubicBezTo>
                  <a:cubicBezTo>
                    <a:pt x="22" y="13"/>
                    <a:pt x="23" y="12"/>
                    <a:pt x="23" y="11"/>
                  </a:cubicBezTo>
                  <a:cubicBezTo>
                    <a:pt x="24" y="11"/>
                    <a:pt x="25" y="9"/>
                    <a:pt x="26" y="9"/>
                  </a:cubicBezTo>
                  <a:cubicBezTo>
                    <a:pt x="26" y="9"/>
                    <a:pt x="27" y="9"/>
                    <a:pt x="27" y="9"/>
                  </a:cubicBezTo>
                  <a:cubicBezTo>
                    <a:pt x="28" y="9"/>
                    <a:pt x="29" y="8"/>
                    <a:pt x="29" y="8"/>
                  </a:cubicBezTo>
                  <a:cubicBezTo>
                    <a:pt x="30" y="7"/>
                    <a:pt x="31" y="7"/>
                    <a:pt x="32" y="6"/>
                  </a:cubicBezTo>
                  <a:cubicBezTo>
                    <a:pt x="32" y="6"/>
                    <a:pt x="33" y="5"/>
                    <a:pt x="34" y="4"/>
                  </a:cubicBezTo>
                  <a:cubicBezTo>
                    <a:pt x="34" y="4"/>
                    <a:pt x="34" y="3"/>
                    <a:pt x="35" y="2"/>
                  </a:cubicBezTo>
                  <a:cubicBezTo>
                    <a:pt x="35" y="2"/>
                    <a:pt x="36" y="2"/>
                    <a:pt x="36" y="2"/>
                  </a:cubicBezTo>
                  <a:cubicBezTo>
                    <a:pt x="37" y="1"/>
                    <a:pt x="38" y="1"/>
                    <a:pt x="38"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58"/>
            <p:cNvSpPr>
              <a:spLocks/>
            </p:cNvSpPr>
            <p:nvPr/>
          </p:nvSpPr>
          <p:spPr bwMode="auto">
            <a:xfrm>
              <a:off x="4548188" y="4757738"/>
              <a:ext cx="6350" cy="7938"/>
            </a:xfrm>
            <a:custGeom>
              <a:avLst/>
              <a:gdLst/>
              <a:ahLst/>
              <a:cxnLst>
                <a:cxn ang="0">
                  <a:pos x="3" y="5"/>
                </a:cxn>
                <a:cxn ang="0">
                  <a:pos x="4" y="3"/>
                </a:cxn>
                <a:cxn ang="0">
                  <a:pos x="4" y="1"/>
                </a:cxn>
                <a:cxn ang="0">
                  <a:pos x="2" y="0"/>
                </a:cxn>
                <a:cxn ang="0">
                  <a:pos x="1" y="1"/>
                </a:cxn>
                <a:cxn ang="0">
                  <a:pos x="0" y="3"/>
                </a:cxn>
                <a:cxn ang="0">
                  <a:pos x="1" y="4"/>
                </a:cxn>
                <a:cxn ang="0">
                  <a:pos x="2" y="4"/>
                </a:cxn>
                <a:cxn ang="0">
                  <a:pos x="3" y="5"/>
                </a:cxn>
              </a:cxnLst>
              <a:rect l="0" t="0" r="r" b="b"/>
              <a:pathLst>
                <a:path w="4" h="5">
                  <a:moveTo>
                    <a:pt x="3" y="5"/>
                  </a:moveTo>
                  <a:cubicBezTo>
                    <a:pt x="4" y="5"/>
                    <a:pt x="4" y="4"/>
                    <a:pt x="4" y="3"/>
                  </a:cubicBezTo>
                  <a:cubicBezTo>
                    <a:pt x="4" y="3"/>
                    <a:pt x="4" y="2"/>
                    <a:pt x="4" y="1"/>
                  </a:cubicBezTo>
                  <a:cubicBezTo>
                    <a:pt x="4" y="1"/>
                    <a:pt x="3" y="0"/>
                    <a:pt x="2" y="0"/>
                  </a:cubicBezTo>
                  <a:cubicBezTo>
                    <a:pt x="2" y="0"/>
                    <a:pt x="1" y="1"/>
                    <a:pt x="1" y="1"/>
                  </a:cubicBezTo>
                  <a:cubicBezTo>
                    <a:pt x="1" y="1"/>
                    <a:pt x="0" y="2"/>
                    <a:pt x="0" y="3"/>
                  </a:cubicBezTo>
                  <a:cubicBezTo>
                    <a:pt x="0" y="3"/>
                    <a:pt x="0" y="3"/>
                    <a:pt x="1" y="4"/>
                  </a:cubicBezTo>
                  <a:cubicBezTo>
                    <a:pt x="1" y="4"/>
                    <a:pt x="2" y="4"/>
                    <a:pt x="2" y="4"/>
                  </a:cubicBezTo>
                  <a:cubicBezTo>
                    <a:pt x="2" y="5"/>
                    <a:pt x="3" y="5"/>
                    <a:pt x="3"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59"/>
            <p:cNvSpPr>
              <a:spLocks/>
            </p:cNvSpPr>
            <p:nvPr/>
          </p:nvSpPr>
          <p:spPr bwMode="auto">
            <a:xfrm>
              <a:off x="4572000" y="4772025"/>
              <a:ext cx="6350" cy="9525"/>
            </a:xfrm>
            <a:custGeom>
              <a:avLst/>
              <a:gdLst/>
              <a:ahLst/>
              <a:cxnLst>
                <a:cxn ang="0">
                  <a:pos x="3" y="4"/>
                </a:cxn>
                <a:cxn ang="0">
                  <a:pos x="4" y="3"/>
                </a:cxn>
                <a:cxn ang="0">
                  <a:pos x="4" y="2"/>
                </a:cxn>
                <a:cxn ang="0">
                  <a:pos x="4" y="0"/>
                </a:cxn>
                <a:cxn ang="0">
                  <a:pos x="2" y="0"/>
                </a:cxn>
                <a:cxn ang="0">
                  <a:pos x="1" y="1"/>
                </a:cxn>
                <a:cxn ang="0">
                  <a:pos x="0" y="2"/>
                </a:cxn>
                <a:cxn ang="0">
                  <a:pos x="0" y="3"/>
                </a:cxn>
                <a:cxn ang="0">
                  <a:pos x="0" y="4"/>
                </a:cxn>
                <a:cxn ang="0">
                  <a:pos x="1" y="5"/>
                </a:cxn>
                <a:cxn ang="0">
                  <a:pos x="2" y="6"/>
                </a:cxn>
                <a:cxn ang="0">
                  <a:pos x="3" y="6"/>
                </a:cxn>
                <a:cxn ang="0">
                  <a:pos x="3" y="4"/>
                </a:cxn>
              </a:cxnLst>
              <a:rect l="0" t="0" r="r" b="b"/>
              <a:pathLst>
                <a:path w="4" h="6">
                  <a:moveTo>
                    <a:pt x="3" y="4"/>
                  </a:moveTo>
                  <a:cubicBezTo>
                    <a:pt x="3" y="3"/>
                    <a:pt x="4" y="3"/>
                    <a:pt x="4" y="3"/>
                  </a:cubicBezTo>
                  <a:cubicBezTo>
                    <a:pt x="4" y="3"/>
                    <a:pt x="4" y="2"/>
                    <a:pt x="4" y="2"/>
                  </a:cubicBezTo>
                  <a:cubicBezTo>
                    <a:pt x="4" y="1"/>
                    <a:pt x="4" y="0"/>
                    <a:pt x="4" y="0"/>
                  </a:cubicBezTo>
                  <a:cubicBezTo>
                    <a:pt x="3" y="0"/>
                    <a:pt x="2" y="0"/>
                    <a:pt x="2" y="0"/>
                  </a:cubicBezTo>
                  <a:cubicBezTo>
                    <a:pt x="2" y="0"/>
                    <a:pt x="1" y="1"/>
                    <a:pt x="1" y="1"/>
                  </a:cubicBezTo>
                  <a:cubicBezTo>
                    <a:pt x="1" y="1"/>
                    <a:pt x="0" y="2"/>
                    <a:pt x="0" y="2"/>
                  </a:cubicBezTo>
                  <a:cubicBezTo>
                    <a:pt x="0" y="2"/>
                    <a:pt x="0" y="3"/>
                    <a:pt x="0" y="3"/>
                  </a:cubicBezTo>
                  <a:cubicBezTo>
                    <a:pt x="0" y="3"/>
                    <a:pt x="0" y="4"/>
                    <a:pt x="0" y="4"/>
                  </a:cubicBezTo>
                  <a:cubicBezTo>
                    <a:pt x="0" y="5"/>
                    <a:pt x="0" y="5"/>
                    <a:pt x="1" y="5"/>
                  </a:cubicBezTo>
                  <a:cubicBezTo>
                    <a:pt x="1" y="6"/>
                    <a:pt x="2" y="6"/>
                    <a:pt x="2" y="6"/>
                  </a:cubicBezTo>
                  <a:cubicBezTo>
                    <a:pt x="3" y="6"/>
                    <a:pt x="3" y="6"/>
                    <a:pt x="3" y="6"/>
                  </a:cubicBezTo>
                  <a:cubicBezTo>
                    <a:pt x="4" y="5"/>
                    <a:pt x="3" y="4"/>
                    <a:pt x="3"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60"/>
            <p:cNvSpPr>
              <a:spLocks/>
            </p:cNvSpPr>
            <p:nvPr/>
          </p:nvSpPr>
          <p:spPr bwMode="auto">
            <a:xfrm>
              <a:off x="4627563" y="4775200"/>
              <a:ext cx="23813" cy="20638"/>
            </a:xfrm>
            <a:custGeom>
              <a:avLst/>
              <a:gdLst/>
              <a:ahLst/>
              <a:cxnLst>
                <a:cxn ang="0">
                  <a:pos x="2" y="12"/>
                </a:cxn>
                <a:cxn ang="0">
                  <a:pos x="3" y="11"/>
                </a:cxn>
                <a:cxn ang="0">
                  <a:pos x="5" y="10"/>
                </a:cxn>
                <a:cxn ang="0">
                  <a:pos x="7" y="8"/>
                </a:cxn>
                <a:cxn ang="0">
                  <a:pos x="9" y="7"/>
                </a:cxn>
                <a:cxn ang="0">
                  <a:pos x="11" y="5"/>
                </a:cxn>
                <a:cxn ang="0">
                  <a:pos x="12" y="4"/>
                </a:cxn>
                <a:cxn ang="0">
                  <a:pos x="14" y="2"/>
                </a:cxn>
                <a:cxn ang="0">
                  <a:pos x="14" y="1"/>
                </a:cxn>
                <a:cxn ang="0">
                  <a:pos x="12" y="1"/>
                </a:cxn>
                <a:cxn ang="0">
                  <a:pos x="11" y="2"/>
                </a:cxn>
                <a:cxn ang="0">
                  <a:pos x="9" y="2"/>
                </a:cxn>
                <a:cxn ang="0">
                  <a:pos x="8" y="2"/>
                </a:cxn>
                <a:cxn ang="0">
                  <a:pos x="8" y="3"/>
                </a:cxn>
                <a:cxn ang="0">
                  <a:pos x="7" y="4"/>
                </a:cxn>
                <a:cxn ang="0">
                  <a:pos x="6" y="5"/>
                </a:cxn>
                <a:cxn ang="0">
                  <a:pos x="5" y="4"/>
                </a:cxn>
                <a:cxn ang="0">
                  <a:pos x="4" y="5"/>
                </a:cxn>
                <a:cxn ang="0">
                  <a:pos x="3" y="6"/>
                </a:cxn>
                <a:cxn ang="0">
                  <a:pos x="2" y="8"/>
                </a:cxn>
                <a:cxn ang="0">
                  <a:pos x="1" y="9"/>
                </a:cxn>
                <a:cxn ang="0">
                  <a:pos x="0" y="10"/>
                </a:cxn>
                <a:cxn ang="0">
                  <a:pos x="0" y="11"/>
                </a:cxn>
                <a:cxn ang="0">
                  <a:pos x="2" y="12"/>
                </a:cxn>
              </a:cxnLst>
              <a:rect l="0" t="0" r="r" b="b"/>
              <a:pathLst>
                <a:path w="14" h="12">
                  <a:moveTo>
                    <a:pt x="2" y="12"/>
                  </a:moveTo>
                  <a:cubicBezTo>
                    <a:pt x="2" y="12"/>
                    <a:pt x="3" y="11"/>
                    <a:pt x="3" y="11"/>
                  </a:cubicBezTo>
                  <a:cubicBezTo>
                    <a:pt x="3" y="11"/>
                    <a:pt x="5" y="10"/>
                    <a:pt x="5" y="10"/>
                  </a:cubicBezTo>
                  <a:cubicBezTo>
                    <a:pt x="6" y="9"/>
                    <a:pt x="7" y="8"/>
                    <a:pt x="7" y="8"/>
                  </a:cubicBezTo>
                  <a:cubicBezTo>
                    <a:pt x="8" y="8"/>
                    <a:pt x="9" y="7"/>
                    <a:pt x="9" y="7"/>
                  </a:cubicBezTo>
                  <a:cubicBezTo>
                    <a:pt x="10" y="6"/>
                    <a:pt x="10" y="5"/>
                    <a:pt x="11" y="5"/>
                  </a:cubicBezTo>
                  <a:cubicBezTo>
                    <a:pt x="11" y="4"/>
                    <a:pt x="12" y="4"/>
                    <a:pt x="12" y="4"/>
                  </a:cubicBezTo>
                  <a:cubicBezTo>
                    <a:pt x="13" y="4"/>
                    <a:pt x="14" y="3"/>
                    <a:pt x="14" y="2"/>
                  </a:cubicBezTo>
                  <a:cubicBezTo>
                    <a:pt x="14" y="2"/>
                    <a:pt x="14" y="1"/>
                    <a:pt x="14" y="1"/>
                  </a:cubicBezTo>
                  <a:cubicBezTo>
                    <a:pt x="13" y="0"/>
                    <a:pt x="12" y="0"/>
                    <a:pt x="12" y="1"/>
                  </a:cubicBezTo>
                  <a:cubicBezTo>
                    <a:pt x="12" y="1"/>
                    <a:pt x="12" y="2"/>
                    <a:pt x="11" y="2"/>
                  </a:cubicBezTo>
                  <a:cubicBezTo>
                    <a:pt x="11" y="2"/>
                    <a:pt x="10" y="2"/>
                    <a:pt x="9" y="2"/>
                  </a:cubicBezTo>
                  <a:cubicBezTo>
                    <a:pt x="9" y="2"/>
                    <a:pt x="9" y="2"/>
                    <a:pt x="8" y="2"/>
                  </a:cubicBezTo>
                  <a:cubicBezTo>
                    <a:pt x="8" y="2"/>
                    <a:pt x="8" y="2"/>
                    <a:pt x="8" y="3"/>
                  </a:cubicBezTo>
                  <a:cubicBezTo>
                    <a:pt x="7" y="3"/>
                    <a:pt x="7" y="4"/>
                    <a:pt x="7" y="4"/>
                  </a:cubicBezTo>
                  <a:cubicBezTo>
                    <a:pt x="7" y="4"/>
                    <a:pt x="6" y="5"/>
                    <a:pt x="6" y="5"/>
                  </a:cubicBezTo>
                  <a:cubicBezTo>
                    <a:pt x="6" y="5"/>
                    <a:pt x="5" y="4"/>
                    <a:pt x="5" y="4"/>
                  </a:cubicBezTo>
                  <a:cubicBezTo>
                    <a:pt x="5" y="4"/>
                    <a:pt x="4" y="5"/>
                    <a:pt x="4" y="5"/>
                  </a:cubicBezTo>
                  <a:cubicBezTo>
                    <a:pt x="4" y="5"/>
                    <a:pt x="3" y="6"/>
                    <a:pt x="3" y="6"/>
                  </a:cubicBezTo>
                  <a:cubicBezTo>
                    <a:pt x="3" y="7"/>
                    <a:pt x="3" y="7"/>
                    <a:pt x="2" y="8"/>
                  </a:cubicBezTo>
                  <a:cubicBezTo>
                    <a:pt x="2" y="8"/>
                    <a:pt x="1" y="8"/>
                    <a:pt x="1" y="9"/>
                  </a:cubicBezTo>
                  <a:cubicBezTo>
                    <a:pt x="0" y="9"/>
                    <a:pt x="0" y="9"/>
                    <a:pt x="0" y="10"/>
                  </a:cubicBezTo>
                  <a:cubicBezTo>
                    <a:pt x="0" y="10"/>
                    <a:pt x="0" y="11"/>
                    <a:pt x="0" y="11"/>
                  </a:cubicBezTo>
                  <a:cubicBezTo>
                    <a:pt x="0" y="12"/>
                    <a:pt x="1" y="12"/>
                    <a:pt x="2"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61"/>
            <p:cNvSpPr>
              <a:spLocks/>
            </p:cNvSpPr>
            <p:nvPr/>
          </p:nvSpPr>
          <p:spPr bwMode="auto">
            <a:xfrm>
              <a:off x="4595813" y="4794250"/>
              <a:ext cx="30163" cy="9525"/>
            </a:xfrm>
            <a:custGeom>
              <a:avLst/>
              <a:gdLst/>
              <a:ahLst/>
              <a:cxnLst>
                <a:cxn ang="0">
                  <a:pos x="17" y="2"/>
                </a:cxn>
                <a:cxn ang="0">
                  <a:pos x="17" y="0"/>
                </a:cxn>
                <a:cxn ang="0">
                  <a:pos x="16" y="0"/>
                </a:cxn>
                <a:cxn ang="0">
                  <a:pos x="15" y="2"/>
                </a:cxn>
                <a:cxn ang="0">
                  <a:pos x="14" y="3"/>
                </a:cxn>
                <a:cxn ang="0">
                  <a:pos x="11" y="4"/>
                </a:cxn>
                <a:cxn ang="0">
                  <a:pos x="8" y="4"/>
                </a:cxn>
                <a:cxn ang="0">
                  <a:pos x="5" y="4"/>
                </a:cxn>
                <a:cxn ang="0">
                  <a:pos x="4" y="3"/>
                </a:cxn>
                <a:cxn ang="0">
                  <a:pos x="1" y="3"/>
                </a:cxn>
                <a:cxn ang="0">
                  <a:pos x="0" y="3"/>
                </a:cxn>
                <a:cxn ang="0">
                  <a:pos x="1" y="5"/>
                </a:cxn>
                <a:cxn ang="0">
                  <a:pos x="3" y="5"/>
                </a:cxn>
                <a:cxn ang="0">
                  <a:pos x="5" y="5"/>
                </a:cxn>
                <a:cxn ang="0">
                  <a:pos x="6" y="6"/>
                </a:cxn>
                <a:cxn ang="0">
                  <a:pos x="9" y="6"/>
                </a:cxn>
                <a:cxn ang="0">
                  <a:pos x="13" y="6"/>
                </a:cxn>
                <a:cxn ang="0">
                  <a:pos x="16" y="5"/>
                </a:cxn>
                <a:cxn ang="0">
                  <a:pos x="17" y="4"/>
                </a:cxn>
                <a:cxn ang="0">
                  <a:pos x="17" y="2"/>
                </a:cxn>
              </a:cxnLst>
              <a:rect l="0" t="0" r="r" b="b"/>
              <a:pathLst>
                <a:path w="18" h="6">
                  <a:moveTo>
                    <a:pt x="17" y="2"/>
                  </a:moveTo>
                  <a:cubicBezTo>
                    <a:pt x="17" y="2"/>
                    <a:pt x="18" y="1"/>
                    <a:pt x="17" y="0"/>
                  </a:cubicBezTo>
                  <a:cubicBezTo>
                    <a:pt x="17" y="0"/>
                    <a:pt x="16" y="0"/>
                    <a:pt x="16" y="0"/>
                  </a:cubicBezTo>
                  <a:cubicBezTo>
                    <a:pt x="15" y="1"/>
                    <a:pt x="15" y="2"/>
                    <a:pt x="15" y="2"/>
                  </a:cubicBezTo>
                  <a:cubicBezTo>
                    <a:pt x="14" y="2"/>
                    <a:pt x="14" y="3"/>
                    <a:pt x="14" y="3"/>
                  </a:cubicBezTo>
                  <a:cubicBezTo>
                    <a:pt x="13" y="3"/>
                    <a:pt x="12" y="3"/>
                    <a:pt x="11" y="4"/>
                  </a:cubicBezTo>
                  <a:cubicBezTo>
                    <a:pt x="10" y="4"/>
                    <a:pt x="9" y="4"/>
                    <a:pt x="8" y="4"/>
                  </a:cubicBezTo>
                  <a:cubicBezTo>
                    <a:pt x="7" y="4"/>
                    <a:pt x="6" y="4"/>
                    <a:pt x="5" y="4"/>
                  </a:cubicBezTo>
                  <a:cubicBezTo>
                    <a:pt x="5" y="3"/>
                    <a:pt x="4" y="3"/>
                    <a:pt x="4" y="3"/>
                  </a:cubicBezTo>
                  <a:cubicBezTo>
                    <a:pt x="3" y="3"/>
                    <a:pt x="2" y="3"/>
                    <a:pt x="1" y="3"/>
                  </a:cubicBezTo>
                  <a:cubicBezTo>
                    <a:pt x="1" y="3"/>
                    <a:pt x="0" y="3"/>
                    <a:pt x="0" y="3"/>
                  </a:cubicBezTo>
                  <a:cubicBezTo>
                    <a:pt x="0" y="4"/>
                    <a:pt x="1" y="5"/>
                    <a:pt x="1" y="5"/>
                  </a:cubicBezTo>
                  <a:cubicBezTo>
                    <a:pt x="1" y="5"/>
                    <a:pt x="2" y="5"/>
                    <a:pt x="3" y="5"/>
                  </a:cubicBezTo>
                  <a:cubicBezTo>
                    <a:pt x="3" y="5"/>
                    <a:pt x="4" y="5"/>
                    <a:pt x="5" y="5"/>
                  </a:cubicBezTo>
                  <a:cubicBezTo>
                    <a:pt x="5" y="5"/>
                    <a:pt x="6" y="6"/>
                    <a:pt x="6" y="6"/>
                  </a:cubicBezTo>
                  <a:cubicBezTo>
                    <a:pt x="7" y="6"/>
                    <a:pt x="8" y="6"/>
                    <a:pt x="9" y="6"/>
                  </a:cubicBezTo>
                  <a:cubicBezTo>
                    <a:pt x="10" y="6"/>
                    <a:pt x="12" y="6"/>
                    <a:pt x="13" y="6"/>
                  </a:cubicBezTo>
                  <a:cubicBezTo>
                    <a:pt x="13" y="6"/>
                    <a:pt x="15" y="5"/>
                    <a:pt x="16" y="5"/>
                  </a:cubicBezTo>
                  <a:cubicBezTo>
                    <a:pt x="16" y="5"/>
                    <a:pt x="17" y="4"/>
                    <a:pt x="17" y="4"/>
                  </a:cubicBezTo>
                  <a:cubicBezTo>
                    <a:pt x="17" y="3"/>
                    <a:pt x="17" y="3"/>
                    <a:pt x="17"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62"/>
            <p:cNvSpPr>
              <a:spLocks/>
            </p:cNvSpPr>
            <p:nvPr/>
          </p:nvSpPr>
          <p:spPr bwMode="auto">
            <a:xfrm>
              <a:off x="4579938" y="4791075"/>
              <a:ext cx="15875" cy="7938"/>
            </a:xfrm>
            <a:custGeom>
              <a:avLst/>
              <a:gdLst/>
              <a:ahLst/>
              <a:cxnLst>
                <a:cxn ang="0">
                  <a:pos x="10" y="4"/>
                </a:cxn>
                <a:cxn ang="0">
                  <a:pos x="9" y="5"/>
                </a:cxn>
                <a:cxn ang="0">
                  <a:pos x="7" y="4"/>
                </a:cxn>
                <a:cxn ang="0">
                  <a:pos x="6" y="4"/>
                </a:cxn>
                <a:cxn ang="0">
                  <a:pos x="4" y="3"/>
                </a:cxn>
                <a:cxn ang="0">
                  <a:pos x="2" y="2"/>
                </a:cxn>
                <a:cxn ang="0">
                  <a:pos x="0" y="1"/>
                </a:cxn>
                <a:cxn ang="0">
                  <a:pos x="1" y="0"/>
                </a:cxn>
                <a:cxn ang="0">
                  <a:pos x="2" y="0"/>
                </a:cxn>
                <a:cxn ang="0">
                  <a:pos x="2" y="0"/>
                </a:cxn>
                <a:cxn ang="0">
                  <a:pos x="4" y="1"/>
                </a:cxn>
                <a:cxn ang="0">
                  <a:pos x="6" y="2"/>
                </a:cxn>
                <a:cxn ang="0">
                  <a:pos x="7" y="2"/>
                </a:cxn>
                <a:cxn ang="0">
                  <a:pos x="9" y="3"/>
                </a:cxn>
                <a:cxn ang="0">
                  <a:pos x="10" y="4"/>
                </a:cxn>
              </a:cxnLst>
              <a:rect l="0" t="0" r="r" b="b"/>
              <a:pathLst>
                <a:path w="10" h="5">
                  <a:moveTo>
                    <a:pt x="10" y="4"/>
                  </a:moveTo>
                  <a:cubicBezTo>
                    <a:pt x="10" y="4"/>
                    <a:pt x="9" y="5"/>
                    <a:pt x="9" y="5"/>
                  </a:cubicBezTo>
                  <a:cubicBezTo>
                    <a:pt x="8" y="5"/>
                    <a:pt x="7" y="4"/>
                    <a:pt x="7" y="4"/>
                  </a:cubicBezTo>
                  <a:cubicBezTo>
                    <a:pt x="7" y="4"/>
                    <a:pt x="6" y="4"/>
                    <a:pt x="6" y="4"/>
                  </a:cubicBezTo>
                  <a:cubicBezTo>
                    <a:pt x="5" y="4"/>
                    <a:pt x="4" y="3"/>
                    <a:pt x="4" y="3"/>
                  </a:cubicBezTo>
                  <a:cubicBezTo>
                    <a:pt x="3" y="3"/>
                    <a:pt x="2" y="2"/>
                    <a:pt x="2" y="2"/>
                  </a:cubicBezTo>
                  <a:cubicBezTo>
                    <a:pt x="1" y="2"/>
                    <a:pt x="0" y="2"/>
                    <a:pt x="0" y="1"/>
                  </a:cubicBezTo>
                  <a:cubicBezTo>
                    <a:pt x="0" y="1"/>
                    <a:pt x="0" y="0"/>
                    <a:pt x="1" y="0"/>
                  </a:cubicBezTo>
                  <a:cubicBezTo>
                    <a:pt x="1" y="0"/>
                    <a:pt x="1" y="0"/>
                    <a:pt x="2" y="0"/>
                  </a:cubicBezTo>
                  <a:cubicBezTo>
                    <a:pt x="2" y="0"/>
                    <a:pt x="2" y="0"/>
                    <a:pt x="2" y="0"/>
                  </a:cubicBezTo>
                  <a:cubicBezTo>
                    <a:pt x="3" y="1"/>
                    <a:pt x="4" y="1"/>
                    <a:pt x="4" y="1"/>
                  </a:cubicBezTo>
                  <a:cubicBezTo>
                    <a:pt x="5" y="1"/>
                    <a:pt x="6" y="2"/>
                    <a:pt x="6" y="2"/>
                  </a:cubicBezTo>
                  <a:cubicBezTo>
                    <a:pt x="6" y="2"/>
                    <a:pt x="7" y="2"/>
                    <a:pt x="7" y="2"/>
                  </a:cubicBezTo>
                  <a:cubicBezTo>
                    <a:pt x="8" y="2"/>
                    <a:pt x="8" y="3"/>
                    <a:pt x="9" y="3"/>
                  </a:cubicBezTo>
                  <a:cubicBezTo>
                    <a:pt x="9" y="3"/>
                    <a:pt x="10" y="3"/>
                    <a:pt x="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63"/>
            <p:cNvSpPr>
              <a:spLocks/>
            </p:cNvSpPr>
            <p:nvPr/>
          </p:nvSpPr>
          <p:spPr bwMode="auto">
            <a:xfrm>
              <a:off x="4613275" y="4781550"/>
              <a:ext cx="12700" cy="9525"/>
            </a:xfrm>
            <a:custGeom>
              <a:avLst/>
              <a:gdLst/>
              <a:ahLst/>
              <a:cxnLst>
                <a:cxn ang="0">
                  <a:pos x="8" y="4"/>
                </a:cxn>
                <a:cxn ang="0">
                  <a:pos x="7" y="4"/>
                </a:cxn>
                <a:cxn ang="0">
                  <a:pos x="5" y="5"/>
                </a:cxn>
                <a:cxn ang="0">
                  <a:pos x="3" y="5"/>
                </a:cxn>
                <a:cxn ang="0">
                  <a:pos x="1" y="4"/>
                </a:cxn>
                <a:cxn ang="0">
                  <a:pos x="0" y="2"/>
                </a:cxn>
                <a:cxn ang="0">
                  <a:pos x="1" y="1"/>
                </a:cxn>
                <a:cxn ang="0">
                  <a:pos x="3" y="1"/>
                </a:cxn>
                <a:cxn ang="0">
                  <a:pos x="4" y="1"/>
                </a:cxn>
                <a:cxn ang="0">
                  <a:pos x="6" y="2"/>
                </a:cxn>
                <a:cxn ang="0">
                  <a:pos x="7" y="2"/>
                </a:cxn>
                <a:cxn ang="0">
                  <a:pos x="8" y="4"/>
                </a:cxn>
              </a:cxnLst>
              <a:rect l="0" t="0" r="r" b="b"/>
              <a:pathLst>
                <a:path w="8" h="5">
                  <a:moveTo>
                    <a:pt x="8" y="4"/>
                  </a:moveTo>
                  <a:cubicBezTo>
                    <a:pt x="8" y="4"/>
                    <a:pt x="7" y="4"/>
                    <a:pt x="7" y="4"/>
                  </a:cubicBezTo>
                  <a:cubicBezTo>
                    <a:pt x="6" y="4"/>
                    <a:pt x="6" y="5"/>
                    <a:pt x="5" y="5"/>
                  </a:cubicBezTo>
                  <a:cubicBezTo>
                    <a:pt x="5" y="5"/>
                    <a:pt x="4" y="5"/>
                    <a:pt x="3" y="5"/>
                  </a:cubicBezTo>
                  <a:cubicBezTo>
                    <a:pt x="3" y="5"/>
                    <a:pt x="1" y="4"/>
                    <a:pt x="1" y="4"/>
                  </a:cubicBezTo>
                  <a:cubicBezTo>
                    <a:pt x="1" y="4"/>
                    <a:pt x="0" y="3"/>
                    <a:pt x="0" y="2"/>
                  </a:cubicBezTo>
                  <a:cubicBezTo>
                    <a:pt x="0" y="2"/>
                    <a:pt x="1" y="1"/>
                    <a:pt x="1" y="1"/>
                  </a:cubicBezTo>
                  <a:cubicBezTo>
                    <a:pt x="1" y="1"/>
                    <a:pt x="2" y="1"/>
                    <a:pt x="3" y="1"/>
                  </a:cubicBezTo>
                  <a:cubicBezTo>
                    <a:pt x="3" y="0"/>
                    <a:pt x="4" y="0"/>
                    <a:pt x="4" y="1"/>
                  </a:cubicBezTo>
                  <a:cubicBezTo>
                    <a:pt x="5" y="1"/>
                    <a:pt x="5" y="2"/>
                    <a:pt x="6" y="2"/>
                  </a:cubicBezTo>
                  <a:cubicBezTo>
                    <a:pt x="6" y="2"/>
                    <a:pt x="7" y="2"/>
                    <a:pt x="7" y="2"/>
                  </a:cubicBezTo>
                  <a:cubicBezTo>
                    <a:pt x="7" y="2"/>
                    <a:pt x="8" y="3"/>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64"/>
            <p:cNvSpPr>
              <a:spLocks/>
            </p:cNvSpPr>
            <p:nvPr/>
          </p:nvSpPr>
          <p:spPr bwMode="auto">
            <a:xfrm>
              <a:off x="4621213" y="4772025"/>
              <a:ext cx="11113" cy="14288"/>
            </a:xfrm>
            <a:custGeom>
              <a:avLst/>
              <a:gdLst/>
              <a:ahLst/>
              <a:cxnLst>
                <a:cxn ang="0">
                  <a:pos x="4" y="8"/>
                </a:cxn>
                <a:cxn ang="0">
                  <a:pos x="3" y="7"/>
                </a:cxn>
                <a:cxn ang="0">
                  <a:pos x="1" y="6"/>
                </a:cxn>
                <a:cxn ang="0">
                  <a:pos x="1" y="4"/>
                </a:cxn>
                <a:cxn ang="0">
                  <a:pos x="2" y="3"/>
                </a:cxn>
                <a:cxn ang="0">
                  <a:pos x="3" y="1"/>
                </a:cxn>
                <a:cxn ang="0">
                  <a:pos x="5" y="1"/>
                </a:cxn>
                <a:cxn ang="0">
                  <a:pos x="6" y="2"/>
                </a:cxn>
                <a:cxn ang="0">
                  <a:pos x="7" y="3"/>
                </a:cxn>
                <a:cxn ang="0">
                  <a:pos x="7" y="4"/>
                </a:cxn>
                <a:cxn ang="0">
                  <a:pos x="7" y="6"/>
                </a:cxn>
                <a:cxn ang="0">
                  <a:pos x="6" y="7"/>
                </a:cxn>
                <a:cxn ang="0">
                  <a:pos x="5" y="8"/>
                </a:cxn>
                <a:cxn ang="0">
                  <a:pos x="4" y="8"/>
                </a:cxn>
              </a:cxnLst>
              <a:rect l="0" t="0" r="r" b="b"/>
              <a:pathLst>
                <a:path w="7" h="8">
                  <a:moveTo>
                    <a:pt x="4" y="8"/>
                  </a:moveTo>
                  <a:cubicBezTo>
                    <a:pt x="3" y="8"/>
                    <a:pt x="3" y="7"/>
                    <a:pt x="3" y="7"/>
                  </a:cubicBezTo>
                  <a:cubicBezTo>
                    <a:pt x="3" y="6"/>
                    <a:pt x="2" y="6"/>
                    <a:pt x="1" y="6"/>
                  </a:cubicBezTo>
                  <a:cubicBezTo>
                    <a:pt x="1" y="5"/>
                    <a:pt x="0" y="5"/>
                    <a:pt x="1" y="4"/>
                  </a:cubicBezTo>
                  <a:cubicBezTo>
                    <a:pt x="1" y="4"/>
                    <a:pt x="1" y="3"/>
                    <a:pt x="2" y="3"/>
                  </a:cubicBezTo>
                  <a:cubicBezTo>
                    <a:pt x="2" y="3"/>
                    <a:pt x="2" y="1"/>
                    <a:pt x="3" y="1"/>
                  </a:cubicBezTo>
                  <a:cubicBezTo>
                    <a:pt x="3" y="1"/>
                    <a:pt x="4" y="0"/>
                    <a:pt x="5" y="1"/>
                  </a:cubicBezTo>
                  <a:cubicBezTo>
                    <a:pt x="5" y="1"/>
                    <a:pt x="5" y="2"/>
                    <a:pt x="6" y="2"/>
                  </a:cubicBezTo>
                  <a:cubicBezTo>
                    <a:pt x="6" y="2"/>
                    <a:pt x="7" y="2"/>
                    <a:pt x="7" y="3"/>
                  </a:cubicBezTo>
                  <a:cubicBezTo>
                    <a:pt x="7" y="3"/>
                    <a:pt x="7" y="4"/>
                    <a:pt x="7" y="4"/>
                  </a:cubicBezTo>
                  <a:cubicBezTo>
                    <a:pt x="7" y="5"/>
                    <a:pt x="7" y="5"/>
                    <a:pt x="7" y="6"/>
                  </a:cubicBezTo>
                  <a:cubicBezTo>
                    <a:pt x="7" y="6"/>
                    <a:pt x="6" y="6"/>
                    <a:pt x="6" y="7"/>
                  </a:cubicBezTo>
                  <a:cubicBezTo>
                    <a:pt x="6" y="7"/>
                    <a:pt x="5" y="7"/>
                    <a:pt x="5" y="8"/>
                  </a:cubicBezTo>
                  <a:cubicBezTo>
                    <a:pt x="5" y="8"/>
                    <a:pt x="4" y="8"/>
                    <a:pt x="4"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65"/>
            <p:cNvSpPr>
              <a:spLocks/>
            </p:cNvSpPr>
            <p:nvPr/>
          </p:nvSpPr>
          <p:spPr bwMode="auto">
            <a:xfrm>
              <a:off x="4632325" y="4759325"/>
              <a:ext cx="19050" cy="15875"/>
            </a:xfrm>
            <a:custGeom>
              <a:avLst/>
              <a:gdLst/>
              <a:ahLst/>
              <a:cxnLst>
                <a:cxn ang="0">
                  <a:pos x="3" y="10"/>
                </a:cxn>
                <a:cxn ang="0">
                  <a:pos x="4" y="9"/>
                </a:cxn>
                <a:cxn ang="0">
                  <a:pos x="6" y="7"/>
                </a:cxn>
                <a:cxn ang="0">
                  <a:pos x="7" y="7"/>
                </a:cxn>
                <a:cxn ang="0">
                  <a:pos x="8" y="6"/>
                </a:cxn>
                <a:cxn ang="0">
                  <a:pos x="9" y="4"/>
                </a:cxn>
                <a:cxn ang="0">
                  <a:pos x="10" y="3"/>
                </a:cxn>
                <a:cxn ang="0">
                  <a:pos x="10" y="1"/>
                </a:cxn>
                <a:cxn ang="0">
                  <a:pos x="8" y="1"/>
                </a:cxn>
                <a:cxn ang="0">
                  <a:pos x="6" y="2"/>
                </a:cxn>
                <a:cxn ang="0">
                  <a:pos x="4" y="3"/>
                </a:cxn>
                <a:cxn ang="0">
                  <a:pos x="2" y="4"/>
                </a:cxn>
                <a:cxn ang="0">
                  <a:pos x="1" y="5"/>
                </a:cxn>
                <a:cxn ang="0">
                  <a:pos x="0" y="6"/>
                </a:cxn>
                <a:cxn ang="0">
                  <a:pos x="0" y="7"/>
                </a:cxn>
                <a:cxn ang="0">
                  <a:pos x="0" y="8"/>
                </a:cxn>
                <a:cxn ang="0">
                  <a:pos x="1" y="9"/>
                </a:cxn>
                <a:cxn ang="0">
                  <a:pos x="3" y="10"/>
                </a:cxn>
              </a:cxnLst>
              <a:rect l="0" t="0" r="r" b="b"/>
              <a:pathLst>
                <a:path w="11" h="10">
                  <a:moveTo>
                    <a:pt x="3" y="10"/>
                  </a:moveTo>
                  <a:cubicBezTo>
                    <a:pt x="3" y="10"/>
                    <a:pt x="4" y="9"/>
                    <a:pt x="4" y="9"/>
                  </a:cubicBezTo>
                  <a:cubicBezTo>
                    <a:pt x="5" y="9"/>
                    <a:pt x="5" y="8"/>
                    <a:pt x="6" y="7"/>
                  </a:cubicBezTo>
                  <a:cubicBezTo>
                    <a:pt x="6" y="7"/>
                    <a:pt x="7" y="7"/>
                    <a:pt x="7" y="7"/>
                  </a:cubicBezTo>
                  <a:cubicBezTo>
                    <a:pt x="7" y="7"/>
                    <a:pt x="8" y="6"/>
                    <a:pt x="8" y="6"/>
                  </a:cubicBezTo>
                  <a:cubicBezTo>
                    <a:pt x="8" y="5"/>
                    <a:pt x="9" y="4"/>
                    <a:pt x="9" y="4"/>
                  </a:cubicBezTo>
                  <a:cubicBezTo>
                    <a:pt x="9" y="3"/>
                    <a:pt x="10" y="3"/>
                    <a:pt x="10" y="3"/>
                  </a:cubicBezTo>
                  <a:cubicBezTo>
                    <a:pt x="11" y="2"/>
                    <a:pt x="11" y="1"/>
                    <a:pt x="10" y="1"/>
                  </a:cubicBezTo>
                  <a:cubicBezTo>
                    <a:pt x="10" y="0"/>
                    <a:pt x="8" y="0"/>
                    <a:pt x="8" y="1"/>
                  </a:cubicBezTo>
                  <a:cubicBezTo>
                    <a:pt x="7" y="1"/>
                    <a:pt x="7" y="2"/>
                    <a:pt x="6" y="2"/>
                  </a:cubicBezTo>
                  <a:cubicBezTo>
                    <a:pt x="6" y="2"/>
                    <a:pt x="5" y="3"/>
                    <a:pt x="4" y="3"/>
                  </a:cubicBezTo>
                  <a:cubicBezTo>
                    <a:pt x="3" y="3"/>
                    <a:pt x="2" y="3"/>
                    <a:pt x="2" y="4"/>
                  </a:cubicBezTo>
                  <a:cubicBezTo>
                    <a:pt x="1" y="4"/>
                    <a:pt x="1" y="4"/>
                    <a:pt x="1" y="5"/>
                  </a:cubicBezTo>
                  <a:cubicBezTo>
                    <a:pt x="1" y="5"/>
                    <a:pt x="0" y="5"/>
                    <a:pt x="0" y="6"/>
                  </a:cubicBezTo>
                  <a:cubicBezTo>
                    <a:pt x="0" y="6"/>
                    <a:pt x="0" y="7"/>
                    <a:pt x="0" y="7"/>
                  </a:cubicBezTo>
                  <a:cubicBezTo>
                    <a:pt x="0" y="7"/>
                    <a:pt x="0" y="8"/>
                    <a:pt x="0" y="8"/>
                  </a:cubicBezTo>
                  <a:cubicBezTo>
                    <a:pt x="1" y="8"/>
                    <a:pt x="1" y="9"/>
                    <a:pt x="1" y="9"/>
                  </a:cubicBezTo>
                  <a:cubicBezTo>
                    <a:pt x="1" y="10"/>
                    <a:pt x="2" y="10"/>
                    <a:pt x="3"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66"/>
            <p:cNvSpPr>
              <a:spLocks/>
            </p:cNvSpPr>
            <p:nvPr/>
          </p:nvSpPr>
          <p:spPr bwMode="auto">
            <a:xfrm>
              <a:off x="4611688" y="4767263"/>
              <a:ext cx="11113" cy="7938"/>
            </a:xfrm>
            <a:custGeom>
              <a:avLst/>
              <a:gdLst/>
              <a:ahLst/>
              <a:cxnLst>
                <a:cxn ang="0">
                  <a:pos x="6" y="5"/>
                </a:cxn>
                <a:cxn ang="0">
                  <a:pos x="4" y="4"/>
                </a:cxn>
                <a:cxn ang="0">
                  <a:pos x="3" y="4"/>
                </a:cxn>
                <a:cxn ang="0">
                  <a:pos x="2" y="4"/>
                </a:cxn>
                <a:cxn ang="0">
                  <a:pos x="0" y="4"/>
                </a:cxn>
                <a:cxn ang="0">
                  <a:pos x="1" y="3"/>
                </a:cxn>
                <a:cxn ang="0">
                  <a:pos x="3" y="1"/>
                </a:cxn>
                <a:cxn ang="0">
                  <a:pos x="4" y="0"/>
                </a:cxn>
                <a:cxn ang="0">
                  <a:pos x="5" y="1"/>
                </a:cxn>
                <a:cxn ang="0">
                  <a:pos x="7" y="1"/>
                </a:cxn>
                <a:cxn ang="0">
                  <a:pos x="7" y="2"/>
                </a:cxn>
                <a:cxn ang="0">
                  <a:pos x="7" y="3"/>
                </a:cxn>
                <a:cxn ang="0">
                  <a:pos x="6" y="5"/>
                </a:cxn>
              </a:cxnLst>
              <a:rect l="0" t="0" r="r" b="b"/>
              <a:pathLst>
                <a:path w="7" h="5">
                  <a:moveTo>
                    <a:pt x="6" y="5"/>
                  </a:moveTo>
                  <a:cubicBezTo>
                    <a:pt x="6" y="5"/>
                    <a:pt x="5" y="4"/>
                    <a:pt x="4" y="4"/>
                  </a:cubicBezTo>
                  <a:cubicBezTo>
                    <a:pt x="4" y="4"/>
                    <a:pt x="3" y="4"/>
                    <a:pt x="3" y="4"/>
                  </a:cubicBezTo>
                  <a:cubicBezTo>
                    <a:pt x="3" y="4"/>
                    <a:pt x="2" y="4"/>
                    <a:pt x="2" y="4"/>
                  </a:cubicBezTo>
                  <a:cubicBezTo>
                    <a:pt x="2" y="4"/>
                    <a:pt x="1" y="5"/>
                    <a:pt x="0" y="4"/>
                  </a:cubicBezTo>
                  <a:cubicBezTo>
                    <a:pt x="0" y="4"/>
                    <a:pt x="1" y="3"/>
                    <a:pt x="1" y="3"/>
                  </a:cubicBezTo>
                  <a:cubicBezTo>
                    <a:pt x="2" y="2"/>
                    <a:pt x="2" y="2"/>
                    <a:pt x="3" y="1"/>
                  </a:cubicBezTo>
                  <a:cubicBezTo>
                    <a:pt x="3" y="1"/>
                    <a:pt x="4" y="0"/>
                    <a:pt x="4" y="0"/>
                  </a:cubicBezTo>
                  <a:cubicBezTo>
                    <a:pt x="4" y="0"/>
                    <a:pt x="5" y="1"/>
                    <a:pt x="5" y="1"/>
                  </a:cubicBezTo>
                  <a:cubicBezTo>
                    <a:pt x="5" y="1"/>
                    <a:pt x="6" y="1"/>
                    <a:pt x="7" y="1"/>
                  </a:cubicBezTo>
                  <a:cubicBezTo>
                    <a:pt x="7" y="1"/>
                    <a:pt x="7" y="2"/>
                    <a:pt x="7" y="2"/>
                  </a:cubicBezTo>
                  <a:cubicBezTo>
                    <a:pt x="7" y="2"/>
                    <a:pt x="7" y="3"/>
                    <a:pt x="7" y="3"/>
                  </a:cubicBezTo>
                  <a:cubicBezTo>
                    <a:pt x="7" y="4"/>
                    <a:pt x="7" y="5"/>
                    <a:pt x="6"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67"/>
            <p:cNvSpPr>
              <a:spLocks/>
            </p:cNvSpPr>
            <p:nvPr/>
          </p:nvSpPr>
          <p:spPr bwMode="auto">
            <a:xfrm>
              <a:off x="4618038" y="4762500"/>
              <a:ext cx="11113" cy="6350"/>
            </a:xfrm>
            <a:custGeom>
              <a:avLst/>
              <a:gdLst/>
              <a:ahLst/>
              <a:cxnLst>
                <a:cxn ang="0">
                  <a:pos x="6" y="4"/>
                </a:cxn>
                <a:cxn ang="0">
                  <a:pos x="5" y="3"/>
                </a:cxn>
                <a:cxn ang="0">
                  <a:pos x="3" y="2"/>
                </a:cxn>
                <a:cxn ang="0">
                  <a:pos x="1" y="2"/>
                </a:cxn>
                <a:cxn ang="0">
                  <a:pos x="0" y="1"/>
                </a:cxn>
                <a:cxn ang="0">
                  <a:pos x="1" y="0"/>
                </a:cxn>
                <a:cxn ang="0">
                  <a:pos x="3" y="0"/>
                </a:cxn>
                <a:cxn ang="0">
                  <a:pos x="4" y="1"/>
                </a:cxn>
                <a:cxn ang="0">
                  <a:pos x="5" y="1"/>
                </a:cxn>
                <a:cxn ang="0">
                  <a:pos x="6" y="1"/>
                </a:cxn>
                <a:cxn ang="0">
                  <a:pos x="6" y="2"/>
                </a:cxn>
                <a:cxn ang="0">
                  <a:pos x="6" y="4"/>
                </a:cxn>
              </a:cxnLst>
              <a:rect l="0" t="0" r="r" b="b"/>
              <a:pathLst>
                <a:path w="7" h="4">
                  <a:moveTo>
                    <a:pt x="6" y="4"/>
                  </a:moveTo>
                  <a:cubicBezTo>
                    <a:pt x="5" y="4"/>
                    <a:pt x="5" y="3"/>
                    <a:pt x="5" y="3"/>
                  </a:cubicBezTo>
                  <a:cubicBezTo>
                    <a:pt x="4" y="3"/>
                    <a:pt x="4" y="3"/>
                    <a:pt x="3" y="2"/>
                  </a:cubicBezTo>
                  <a:cubicBezTo>
                    <a:pt x="3" y="2"/>
                    <a:pt x="2" y="2"/>
                    <a:pt x="1" y="2"/>
                  </a:cubicBezTo>
                  <a:cubicBezTo>
                    <a:pt x="1" y="2"/>
                    <a:pt x="1" y="2"/>
                    <a:pt x="0" y="1"/>
                  </a:cubicBezTo>
                  <a:cubicBezTo>
                    <a:pt x="0" y="1"/>
                    <a:pt x="1" y="0"/>
                    <a:pt x="1" y="0"/>
                  </a:cubicBezTo>
                  <a:cubicBezTo>
                    <a:pt x="2" y="0"/>
                    <a:pt x="3" y="0"/>
                    <a:pt x="3" y="0"/>
                  </a:cubicBezTo>
                  <a:cubicBezTo>
                    <a:pt x="3" y="0"/>
                    <a:pt x="4" y="0"/>
                    <a:pt x="4" y="1"/>
                  </a:cubicBezTo>
                  <a:cubicBezTo>
                    <a:pt x="4" y="1"/>
                    <a:pt x="5" y="0"/>
                    <a:pt x="5" y="1"/>
                  </a:cubicBezTo>
                  <a:cubicBezTo>
                    <a:pt x="6" y="1"/>
                    <a:pt x="6" y="1"/>
                    <a:pt x="6" y="1"/>
                  </a:cubicBezTo>
                  <a:cubicBezTo>
                    <a:pt x="7" y="2"/>
                    <a:pt x="6" y="2"/>
                    <a:pt x="6" y="2"/>
                  </a:cubicBezTo>
                  <a:cubicBezTo>
                    <a:pt x="6" y="3"/>
                    <a:pt x="6" y="4"/>
                    <a:pt x="6"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68"/>
            <p:cNvSpPr>
              <a:spLocks/>
            </p:cNvSpPr>
            <p:nvPr/>
          </p:nvSpPr>
          <p:spPr bwMode="auto">
            <a:xfrm>
              <a:off x="4597400" y="4768850"/>
              <a:ext cx="12700" cy="6350"/>
            </a:xfrm>
            <a:custGeom>
              <a:avLst/>
              <a:gdLst/>
              <a:ahLst/>
              <a:cxnLst>
                <a:cxn ang="0">
                  <a:pos x="5" y="4"/>
                </a:cxn>
                <a:cxn ang="0">
                  <a:pos x="7" y="3"/>
                </a:cxn>
                <a:cxn ang="0">
                  <a:pos x="5" y="2"/>
                </a:cxn>
                <a:cxn ang="0">
                  <a:pos x="4" y="0"/>
                </a:cxn>
                <a:cxn ang="0">
                  <a:pos x="2" y="0"/>
                </a:cxn>
                <a:cxn ang="0">
                  <a:pos x="2" y="1"/>
                </a:cxn>
                <a:cxn ang="0">
                  <a:pos x="0" y="2"/>
                </a:cxn>
                <a:cxn ang="0">
                  <a:pos x="0" y="3"/>
                </a:cxn>
                <a:cxn ang="0">
                  <a:pos x="2" y="4"/>
                </a:cxn>
                <a:cxn ang="0">
                  <a:pos x="3" y="3"/>
                </a:cxn>
                <a:cxn ang="0">
                  <a:pos x="4" y="4"/>
                </a:cxn>
                <a:cxn ang="0">
                  <a:pos x="5" y="4"/>
                </a:cxn>
              </a:cxnLst>
              <a:rect l="0" t="0" r="r" b="b"/>
              <a:pathLst>
                <a:path w="7" h="4">
                  <a:moveTo>
                    <a:pt x="5" y="4"/>
                  </a:moveTo>
                  <a:cubicBezTo>
                    <a:pt x="6" y="4"/>
                    <a:pt x="7" y="3"/>
                    <a:pt x="7" y="3"/>
                  </a:cubicBezTo>
                  <a:cubicBezTo>
                    <a:pt x="7" y="2"/>
                    <a:pt x="6" y="2"/>
                    <a:pt x="5" y="2"/>
                  </a:cubicBezTo>
                  <a:cubicBezTo>
                    <a:pt x="5" y="1"/>
                    <a:pt x="4" y="0"/>
                    <a:pt x="4" y="0"/>
                  </a:cubicBezTo>
                  <a:cubicBezTo>
                    <a:pt x="3" y="0"/>
                    <a:pt x="3" y="0"/>
                    <a:pt x="2" y="0"/>
                  </a:cubicBezTo>
                  <a:cubicBezTo>
                    <a:pt x="2" y="0"/>
                    <a:pt x="2" y="1"/>
                    <a:pt x="2" y="1"/>
                  </a:cubicBezTo>
                  <a:cubicBezTo>
                    <a:pt x="2" y="1"/>
                    <a:pt x="1" y="1"/>
                    <a:pt x="0" y="2"/>
                  </a:cubicBezTo>
                  <a:cubicBezTo>
                    <a:pt x="0" y="2"/>
                    <a:pt x="0" y="3"/>
                    <a:pt x="0" y="3"/>
                  </a:cubicBezTo>
                  <a:cubicBezTo>
                    <a:pt x="0" y="3"/>
                    <a:pt x="1" y="4"/>
                    <a:pt x="2" y="4"/>
                  </a:cubicBezTo>
                  <a:cubicBezTo>
                    <a:pt x="2" y="4"/>
                    <a:pt x="3" y="3"/>
                    <a:pt x="3" y="3"/>
                  </a:cubicBezTo>
                  <a:cubicBezTo>
                    <a:pt x="4" y="3"/>
                    <a:pt x="4" y="4"/>
                    <a:pt x="4" y="4"/>
                  </a:cubicBezTo>
                  <a:cubicBezTo>
                    <a:pt x="4" y="4"/>
                    <a:pt x="5" y="4"/>
                    <a:pt x="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69"/>
            <p:cNvSpPr>
              <a:spLocks/>
            </p:cNvSpPr>
            <p:nvPr/>
          </p:nvSpPr>
          <p:spPr bwMode="auto">
            <a:xfrm>
              <a:off x="4602163" y="4775200"/>
              <a:ext cx="11113" cy="6350"/>
            </a:xfrm>
            <a:custGeom>
              <a:avLst/>
              <a:gdLst/>
              <a:ahLst/>
              <a:cxnLst>
                <a:cxn ang="0">
                  <a:pos x="5" y="4"/>
                </a:cxn>
                <a:cxn ang="0">
                  <a:pos x="6" y="4"/>
                </a:cxn>
                <a:cxn ang="0">
                  <a:pos x="6" y="3"/>
                </a:cxn>
                <a:cxn ang="0">
                  <a:pos x="6" y="1"/>
                </a:cxn>
                <a:cxn ang="0">
                  <a:pos x="5" y="1"/>
                </a:cxn>
                <a:cxn ang="0">
                  <a:pos x="3" y="1"/>
                </a:cxn>
                <a:cxn ang="0">
                  <a:pos x="1" y="1"/>
                </a:cxn>
                <a:cxn ang="0">
                  <a:pos x="0" y="1"/>
                </a:cxn>
                <a:cxn ang="0">
                  <a:pos x="0" y="2"/>
                </a:cxn>
                <a:cxn ang="0">
                  <a:pos x="2" y="3"/>
                </a:cxn>
                <a:cxn ang="0">
                  <a:pos x="3" y="3"/>
                </a:cxn>
                <a:cxn ang="0">
                  <a:pos x="4" y="4"/>
                </a:cxn>
                <a:cxn ang="0">
                  <a:pos x="5" y="4"/>
                </a:cxn>
              </a:cxnLst>
              <a:rect l="0" t="0" r="r" b="b"/>
              <a:pathLst>
                <a:path w="6" h="4">
                  <a:moveTo>
                    <a:pt x="5" y="4"/>
                  </a:moveTo>
                  <a:cubicBezTo>
                    <a:pt x="5" y="4"/>
                    <a:pt x="6" y="4"/>
                    <a:pt x="6" y="4"/>
                  </a:cubicBezTo>
                  <a:cubicBezTo>
                    <a:pt x="6" y="4"/>
                    <a:pt x="6" y="3"/>
                    <a:pt x="6" y="3"/>
                  </a:cubicBezTo>
                  <a:cubicBezTo>
                    <a:pt x="6" y="2"/>
                    <a:pt x="6" y="1"/>
                    <a:pt x="6" y="1"/>
                  </a:cubicBezTo>
                  <a:cubicBezTo>
                    <a:pt x="6" y="1"/>
                    <a:pt x="5" y="1"/>
                    <a:pt x="5" y="1"/>
                  </a:cubicBezTo>
                  <a:cubicBezTo>
                    <a:pt x="4" y="0"/>
                    <a:pt x="4" y="1"/>
                    <a:pt x="3" y="1"/>
                  </a:cubicBezTo>
                  <a:cubicBezTo>
                    <a:pt x="3" y="1"/>
                    <a:pt x="2" y="1"/>
                    <a:pt x="1" y="1"/>
                  </a:cubicBezTo>
                  <a:cubicBezTo>
                    <a:pt x="1" y="1"/>
                    <a:pt x="0" y="1"/>
                    <a:pt x="0" y="1"/>
                  </a:cubicBezTo>
                  <a:cubicBezTo>
                    <a:pt x="0" y="1"/>
                    <a:pt x="0" y="2"/>
                    <a:pt x="0" y="2"/>
                  </a:cubicBezTo>
                  <a:cubicBezTo>
                    <a:pt x="0" y="3"/>
                    <a:pt x="1" y="3"/>
                    <a:pt x="2" y="3"/>
                  </a:cubicBezTo>
                  <a:cubicBezTo>
                    <a:pt x="2" y="3"/>
                    <a:pt x="3" y="3"/>
                    <a:pt x="3" y="3"/>
                  </a:cubicBezTo>
                  <a:cubicBezTo>
                    <a:pt x="3" y="3"/>
                    <a:pt x="3" y="4"/>
                    <a:pt x="4" y="4"/>
                  </a:cubicBezTo>
                  <a:cubicBezTo>
                    <a:pt x="4" y="4"/>
                    <a:pt x="5" y="4"/>
                    <a:pt x="5"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70"/>
            <p:cNvSpPr>
              <a:spLocks/>
            </p:cNvSpPr>
            <p:nvPr/>
          </p:nvSpPr>
          <p:spPr bwMode="auto">
            <a:xfrm>
              <a:off x="4603750" y="4791075"/>
              <a:ext cx="11113" cy="7938"/>
            </a:xfrm>
            <a:custGeom>
              <a:avLst/>
              <a:gdLst/>
              <a:ahLst/>
              <a:cxnLst>
                <a:cxn ang="0">
                  <a:pos x="2" y="5"/>
                </a:cxn>
                <a:cxn ang="0">
                  <a:pos x="3" y="4"/>
                </a:cxn>
                <a:cxn ang="0">
                  <a:pos x="4" y="4"/>
                </a:cxn>
                <a:cxn ang="0">
                  <a:pos x="6" y="4"/>
                </a:cxn>
                <a:cxn ang="0">
                  <a:pos x="6" y="2"/>
                </a:cxn>
                <a:cxn ang="0">
                  <a:pos x="5" y="1"/>
                </a:cxn>
                <a:cxn ang="0">
                  <a:pos x="2" y="1"/>
                </a:cxn>
                <a:cxn ang="0">
                  <a:pos x="2" y="1"/>
                </a:cxn>
                <a:cxn ang="0">
                  <a:pos x="0" y="2"/>
                </a:cxn>
                <a:cxn ang="0">
                  <a:pos x="0" y="3"/>
                </a:cxn>
                <a:cxn ang="0">
                  <a:pos x="0" y="4"/>
                </a:cxn>
                <a:cxn ang="0">
                  <a:pos x="2" y="5"/>
                </a:cxn>
              </a:cxnLst>
              <a:rect l="0" t="0" r="r" b="b"/>
              <a:pathLst>
                <a:path w="6" h="5">
                  <a:moveTo>
                    <a:pt x="2" y="5"/>
                  </a:moveTo>
                  <a:cubicBezTo>
                    <a:pt x="3" y="5"/>
                    <a:pt x="3" y="4"/>
                    <a:pt x="3" y="4"/>
                  </a:cubicBezTo>
                  <a:cubicBezTo>
                    <a:pt x="4" y="4"/>
                    <a:pt x="4" y="4"/>
                    <a:pt x="4" y="4"/>
                  </a:cubicBezTo>
                  <a:cubicBezTo>
                    <a:pt x="5" y="4"/>
                    <a:pt x="6" y="4"/>
                    <a:pt x="6" y="4"/>
                  </a:cubicBezTo>
                  <a:cubicBezTo>
                    <a:pt x="6" y="4"/>
                    <a:pt x="6" y="2"/>
                    <a:pt x="6" y="2"/>
                  </a:cubicBezTo>
                  <a:cubicBezTo>
                    <a:pt x="6" y="2"/>
                    <a:pt x="5" y="1"/>
                    <a:pt x="5" y="1"/>
                  </a:cubicBezTo>
                  <a:cubicBezTo>
                    <a:pt x="4" y="1"/>
                    <a:pt x="3" y="0"/>
                    <a:pt x="2" y="1"/>
                  </a:cubicBezTo>
                  <a:cubicBezTo>
                    <a:pt x="2" y="1"/>
                    <a:pt x="2" y="1"/>
                    <a:pt x="2" y="1"/>
                  </a:cubicBezTo>
                  <a:cubicBezTo>
                    <a:pt x="2" y="2"/>
                    <a:pt x="1" y="1"/>
                    <a:pt x="0" y="2"/>
                  </a:cubicBezTo>
                  <a:cubicBezTo>
                    <a:pt x="0" y="2"/>
                    <a:pt x="0" y="2"/>
                    <a:pt x="0" y="3"/>
                  </a:cubicBezTo>
                  <a:cubicBezTo>
                    <a:pt x="0" y="3"/>
                    <a:pt x="0" y="4"/>
                    <a:pt x="0" y="4"/>
                  </a:cubicBezTo>
                  <a:cubicBezTo>
                    <a:pt x="1" y="4"/>
                    <a:pt x="2" y="5"/>
                    <a:pt x="2"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71"/>
            <p:cNvSpPr>
              <a:spLocks/>
            </p:cNvSpPr>
            <p:nvPr/>
          </p:nvSpPr>
          <p:spPr bwMode="auto">
            <a:xfrm>
              <a:off x="4587875" y="4779963"/>
              <a:ext cx="12700" cy="11113"/>
            </a:xfrm>
            <a:custGeom>
              <a:avLst/>
              <a:gdLst/>
              <a:ahLst/>
              <a:cxnLst>
                <a:cxn ang="0">
                  <a:pos x="5" y="6"/>
                </a:cxn>
                <a:cxn ang="0">
                  <a:pos x="6" y="5"/>
                </a:cxn>
                <a:cxn ang="0">
                  <a:pos x="6" y="4"/>
                </a:cxn>
                <a:cxn ang="0">
                  <a:pos x="8" y="2"/>
                </a:cxn>
                <a:cxn ang="0">
                  <a:pos x="7" y="0"/>
                </a:cxn>
                <a:cxn ang="0">
                  <a:pos x="6" y="0"/>
                </a:cxn>
                <a:cxn ang="0">
                  <a:pos x="5" y="1"/>
                </a:cxn>
                <a:cxn ang="0">
                  <a:pos x="3" y="1"/>
                </a:cxn>
                <a:cxn ang="0">
                  <a:pos x="2" y="2"/>
                </a:cxn>
                <a:cxn ang="0">
                  <a:pos x="1" y="3"/>
                </a:cxn>
                <a:cxn ang="0">
                  <a:pos x="0" y="4"/>
                </a:cxn>
                <a:cxn ang="0">
                  <a:pos x="1" y="5"/>
                </a:cxn>
                <a:cxn ang="0">
                  <a:pos x="3" y="4"/>
                </a:cxn>
                <a:cxn ang="0">
                  <a:pos x="3" y="6"/>
                </a:cxn>
                <a:cxn ang="0">
                  <a:pos x="5" y="6"/>
                </a:cxn>
              </a:cxnLst>
              <a:rect l="0" t="0" r="r" b="b"/>
              <a:pathLst>
                <a:path w="8" h="6">
                  <a:moveTo>
                    <a:pt x="5" y="6"/>
                  </a:moveTo>
                  <a:cubicBezTo>
                    <a:pt x="5" y="6"/>
                    <a:pt x="6" y="6"/>
                    <a:pt x="6" y="5"/>
                  </a:cubicBezTo>
                  <a:cubicBezTo>
                    <a:pt x="6" y="5"/>
                    <a:pt x="6" y="4"/>
                    <a:pt x="6" y="4"/>
                  </a:cubicBezTo>
                  <a:cubicBezTo>
                    <a:pt x="7" y="3"/>
                    <a:pt x="8" y="3"/>
                    <a:pt x="8" y="2"/>
                  </a:cubicBezTo>
                  <a:cubicBezTo>
                    <a:pt x="8" y="2"/>
                    <a:pt x="8" y="1"/>
                    <a:pt x="7" y="0"/>
                  </a:cubicBezTo>
                  <a:cubicBezTo>
                    <a:pt x="7" y="0"/>
                    <a:pt x="7" y="0"/>
                    <a:pt x="6" y="0"/>
                  </a:cubicBezTo>
                  <a:cubicBezTo>
                    <a:pt x="6" y="0"/>
                    <a:pt x="5" y="1"/>
                    <a:pt x="5" y="1"/>
                  </a:cubicBezTo>
                  <a:cubicBezTo>
                    <a:pt x="4" y="1"/>
                    <a:pt x="3" y="1"/>
                    <a:pt x="3" y="1"/>
                  </a:cubicBezTo>
                  <a:cubicBezTo>
                    <a:pt x="3" y="1"/>
                    <a:pt x="3" y="2"/>
                    <a:pt x="2" y="2"/>
                  </a:cubicBezTo>
                  <a:cubicBezTo>
                    <a:pt x="2" y="3"/>
                    <a:pt x="1" y="2"/>
                    <a:pt x="1" y="3"/>
                  </a:cubicBezTo>
                  <a:cubicBezTo>
                    <a:pt x="1" y="3"/>
                    <a:pt x="0" y="4"/>
                    <a:pt x="0" y="4"/>
                  </a:cubicBezTo>
                  <a:cubicBezTo>
                    <a:pt x="0" y="4"/>
                    <a:pt x="1" y="5"/>
                    <a:pt x="1" y="5"/>
                  </a:cubicBezTo>
                  <a:cubicBezTo>
                    <a:pt x="2" y="5"/>
                    <a:pt x="3" y="4"/>
                    <a:pt x="3" y="4"/>
                  </a:cubicBezTo>
                  <a:cubicBezTo>
                    <a:pt x="3" y="5"/>
                    <a:pt x="3" y="6"/>
                    <a:pt x="3" y="6"/>
                  </a:cubicBezTo>
                  <a:cubicBezTo>
                    <a:pt x="4" y="6"/>
                    <a:pt x="5" y="6"/>
                    <a:pt x="5"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72"/>
            <p:cNvSpPr>
              <a:spLocks/>
            </p:cNvSpPr>
            <p:nvPr/>
          </p:nvSpPr>
          <p:spPr bwMode="auto">
            <a:xfrm>
              <a:off x="4598988" y="4786313"/>
              <a:ext cx="9525" cy="7938"/>
            </a:xfrm>
            <a:custGeom>
              <a:avLst/>
              <a:gdLst/>
              <a:ahLst/>
              <a:cxnLst>
                <a:cxn ang="0">
                  <a:pos x="5" y="2"/>
                </a:cxn>
                <a:cxn ang="0">
                  <a:pos x="4" y="0"/>
                </a:cxn>
                <a:cxn ang="0">
                  <a:pos x="3" y="0"/>
                </a:cxn>
                <a:cxn ang="0">
                  <a:pos x="2" y="1"/>
                </a:cxn>
                <a:cxn ang="0">
                  <a:pos x="0" y="2"/>
                </a:cxn>
                <a:cxn ang="0">
                  <a:pos x="0" y="3"/>
                </a:cxn>
                <a:cxn ang="0">
                  <a:pos x="0" y="4"/>
                </a:cxn>
                <a:cxn ang="0">
                  <a:pos x="0" y="5"/>
                </a:cxn>
                <a:cxn ang="0">
                  <a:pos x="1" y="5"/>
                </a:cxn>
                <a:cxn ang="0">
                  <a:pos x="2" y="4"/>
                </a:cxn>
                <a:cxn ang="0">
                  <a:pos x="3" y="4"/>
                </a:cxn>
                <a:cxn ang="0">
                  <a:pos x="4" y="3"/>
                </a:cxn>
                <a:cxn ang="0">
                  <a:pos x="5" y="2"/>
                </a:cxn>
              </a:cxnLst>
              <a:rect l="0" t="0" r="r" b="b"/>
              <a:pathLst>
                <a:path w="5" h="5">
                  <a:moveTo>
                    <a:pt x="5" y="2"/>
                  </a:moveTo>
                  <a:cubicBezTo>
                    <a:pt x="5" y="1"/>
                    <a:pt x="4" y="1"/>
                    <a:pt x="4" y="0"/>
                  </a:cubicBezTo>
                  <a:cubicBezTo>
                    <a:pt x="4" y="0"/>
                    <a:pt x="3" y="0"/>
                    <a:pt x="3" y="0"/>
                  </a:cubicBezTo>
                  <a:cubicBezTo>
                    <a:pt x="2" y="0"/>
                    <a:pt x="2" y="1"/>
                    <a:pt x="2" y="1"/>
                  </a:cubicBezTo>
                  <a:cubicBezTo>
                    <a:pt x="2" y="1"/>
                    <a:pt x="1" y="1"/>
                    <a:pt x="0" y="2"/>
                  </a:cubicBezTo>
                  <a:cubicBezTo>
                    <a:pt x="0" y="2"/>
                    <a:pt x="0" y="3"/>
                    <a:pt x="0" y="3"/>
                  </a:cubicBezTo>
                  <a:cubicBezTo>
                    <a:pt x="0" y="3"/>
                    <a:pt x="0" y="4"/>
                    <a:pt x="0" y="4"/>
                  </a:cubicBezTo>
                  <a:cubicBezTo>
                    <a:pt x="0" y="4"/>
                    <a:pt x="0" y="5"/>
                    <a:pt x="0" y="5"/>
                  </a:cubicBezTo>
                  <a:cubicBezTo>
                    <a:pt x="1" y="5"/>
                    <a:pt x="1" y="5"/>
                    <a:pt x="1" y="5"/>
                  </a:cubicBezTo>
                  <a:cubicBezTo>
                    <a:pt x="2" y="5"/>
                    <a:pt x="1" y="4"/>
                    <a:pt x="2" y="4"/>
                  </a:cubicBezTo>
                  <a:cubicBezTo>
                    <a:pt x="2" y="4"/>
                    <a:pt x="3" y="4"/>
                    <a:pt x="3" y="4"/>
                  </a:cubicBezTo>
                  <a:cubicBezTo>
                    <a:pt x="4" y="3"/>
                    <a:pt x="4" y="3"/>
                    <a:pt x="4" y="3"/>
                  </a:cubicBezTo>
                  <a:cubicBezTo>
                    <a:pt x="5" y="2"/>
                    <a:pt x="5" y="2"/>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73"/>
            <p:cNvSpPr>
              <a:spLocks/>
            </p:cNvSpPr>
            <p:nvPr/>
          </p:nvSpPr>
          <p:spPr bwMode="auto">
            <a:xfrm>
              <a:off x="4584700" y="4770438"/>
              <a:ext cx="9525" cy="6350"/>
            </a:xfrm>
            <a:custGeom>
              <a:avLst/>
              <a:gdLst/>
              <a:ahLst/>
              <a:cxnLst>
                <a:cxn ang="0">
                  <a:pos x="6" y="3"/>
                </a:cxn>
                <a:cxn ang="0">
                  <a:pos x="4" y="3"/>
                </a:cxn>
                <a:cxn ang="0">
                  <a:pos x="3" y="4"/>
                </a:cxn>
                <a:cxn ang="0">
                  <a:pos x="2" y="4"/>
                </a:cxn>
                <a:cxn ang="0">
                  <a:pos x="2" y="3"/>
                </a:cxn>
                <a:cxn ang="0">
                  <a:pos x="0" y="2"/>
                </a:cxn>
                <a:cxn ang="0">
                  <a:pos x="0" y="1"/>
                </a:cxn>
                <a:cxn ang="0">
                  <a:pos x="1" y="0"/>
                </a:cxn>
                <a:cxn ang="0">
                  <a:pos x="2" y="0"/>
                </a:cxn>
                <a:cxn ang="0">
                  <a:pos x="4" y="1"/>
                </a:cxn>
                <a:cxn ang="0">
                  <a:pos x="5" y="1"/>
                </a:cxn>
                <a:cxn ang="0">
                  <a:pos x="6" y="3"/>
                </a:cxn>
              </a:cxnLst>
              <a:rect l="0" t="0" r="r" b="b"/>
              <a:pathLst>
                <a:path w="6" h="4">
                  <a:moveTo>
                    <a:pt x="6" y="3"/>
                  </a:moveTo>
                  <a:cubicBezTo>
                    <a:pt x="5" y="3"/>
                    <a:pt x="4" y="3"/>
                    <a:pt x="4" y="3"/>
                  </a:cubicBezTo>
                  <a:cubicBezTo>
                    <a:pt x="4" y="3"/>
                    <a:pt x="4" y="4"/>
                    <a:pt x="3" y="4"/>
                  </a:cubicBezTo>
                  <a:cubicBezTo>
                    <a:pt x="3" y="4"/>
                    <a:pt x="2" y="4"/>
                    <a:pt x="2" y="4"/>
                  </a:cubicBezTo>
                  <a:cubicBezTo>
                    <a:pt x="2" y="3"/>
                    <a:pt x="2" y="3"/>
                    <a:pt x="2" y="3"/>
                  </a:cubicBezTo>
                  <a:cubicBezTo>
                    <a:pt x="2" y="2"/>
                    <a:pt x="1" y="2"/>
                    <a:pt x="0" y="2"/>
                  </a:cubicBezTo>
                  <a:cubicBezTo>
                    <a:pt x="0" y="1"/>
                    <a:pt x="0" y="1"/>
                    <a:pt x="0" y="1"/>
                  </a:cubicBezTo>
                  <a:cubicBezTo>
                    <a:pt x="0" y="0"/>
                    <a:pt x="1" y="0"/>
                    <a:pt x="1" y="0"/>
                  </a:cubicBezTo>
                  <a:cubicBezTo>
                    <a:pt x="1" y="0"/>
                    <a:pt x="2" y="0"/>
                    <a:pt x="2" y="0"/>
                  </a:cubicBezTo>
                  <a:cubicBezTo>
                    <a:pt x="3" y="0"/>
                    <a:pt x="3" y="1"/>
                    <a:pt x="4" y="1"/>
                  </a:cubicBezTo>
                  <a:cubicBezTo>
                    <a:pt x="4" y="2"/>
                    <a:pt x="5" y="1"/>
                    <a:pt x="5" y="1"/>
                  </a:cubicBezTo>
                  <a:cubicBezTo>
                    <a:pt x="5" y="2"/>
                    <a:pt x="6" y="3"/>
                    <a:pt x="6"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74"/>
            <p:cNvSpPr>
              <a:spLocks/>
            </p:cNvSpPr>
            <p:nvPr/>
          </p:nvSpPr>
          <p:spPr bwMode="auto">
            <a:xfrm>
              <a:off x="4578350" y="4765675"/>
              <a:ext cx="4763" cy="4763"/>
            </a:xfrm>
            <a:custGeom>
              <a:avLst/>
              <a:gdLst/>
              <a:ahLst/>
              <a:cxnLst>
                <a:cxn ang="0">
                  <a:pos x="2" y="0"/>
                </a:cxn>
                <a:cxn ang="0">
                  <a:pos x="1" y="1"/>
                </a:cxn>
                <a:cxn ang="0">
                  <a:pos x="0" y="1"/>
                </a:cxn>
                <a:cxn ang="0">
                  <a:pos x="0" y="2"/>
                </a:cxn>
                <a:cxn ang="0">
                  <a:pos x="2" y="3"/>
                </a:cxn>
                <a:cxn ang="0">
                  <a:pos x="3" y="3"/>
                </a:cxn>
                <a:cxn ang="0">
                  <a:pos x="3" y="1"/>
                </a:cxn>
                <a:cxn ang="0">
                  <a:pos x="2" y="0"/>
                </a:cxn>
              </a:cxnLst>
              <a:rect l="0" t="0" r="r" b="b"/>
              <a:pathLst>
                <a:path w="3" h="3">
                  <a:moveTo>
                    <a:pt x="2" y="0"/>
                  </a:moveTo>
                  <a:cubicBezTo>
                    <a:pt x="2" y="0"/>
                    <a:pt x="1" y="1"/>
                    <a:pt x="1" y="1"/>
                  </a:cubicBezTo>
                  <a:cubicBezTo>
                    <a:pt x="1" y="1"/>
                    <a:pt x="0" y="1"/>
                    <a:pt x="0" y="1"/>
                  </a:cubicBezTo>
                  <a:cubicBezTo>
                    <a:pt x="0" y="1"/>
                    <a:pt x="0" y="2"/>
                    <a:pt x="0" y="2"/>
                  </a:cubicBezTo>
                  <a:cubicBezTo>
                    <a:pt x="0" y="3"/>
                    <a:pt x="1" y="3"/>
                    <a:pt x="2" y="3"/>
                  </a:cubicBezTo>
                  <a:cubicBezTo>
                    <a:pt x="2" y="3"/>
                    <a:pt x="3" y="3"/>
                    <a:pt x="3" y="3"/>
                  </a:cubicBezTo>
                  <a:cubicBezTo>
                    <a:pt x="3" y="2"/>
                    <a:pt x="3" y="2"/>
                    <a:pt x="3" y="1"/>
                  </a:cubicBezTo>
                  <a:cubicBezTo>
                    <a:pt x="3" y="1"/>
                    <a:pt x="2" y="0"/>
                    <a:pt x="2"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75"/>
            <p:cNvSpPr>
              <a:spLocks/>
            </p:cNvSpPr>
            <p:nvPr/>
          </p:nvSpPr>
          <p:spPr bwMode="auto">
            <a:xfrm>
              <a:off x="4578350" y="4776788"/>
              <a:ext cx="9525" cy="11113"/>
            </a:xfrm>
            <a:custGeom>
              <a:avLst/>
              <a:gdLst/>
              <a:ahLst/>
              <a:cxnLst>
                <a:cxn ang="0">
                  <a:pos x="6" y="2"/>
                </a:cxn>
                <a:cxn ang="0">
                  <a:pos x="5" y="1"/>
                </a:cxn>
                <a:cxn ang="0">
                  <a:pos x="4" y="0"/>
                </a:cxn>
                <a:cxn ang="0">
                  <a:pos x="2" y="0"/>
                </a:cxn>
                <a:cxn ang="0">
                  <a:pos x="2" y="1"/>
                </a:cxn>
                <a:cxn ang="0">
                  <a:pos x="1" y="2"/>
                </a:cxn>
                <a:cxn ang="0">
                  <a:pos x="1" y="4"/>
                </a:cxn>
                <a:cxn ang="0">
                  <a:pos x="0" y="5"/>
                </a:cxn>
                <a:cxn ang="0">
                  <a:pos x="1" y="6"/>
                </a:cxn>
                <a:cxn ang="0">
                  <a:pos x="2" y="6"/>
                </a:cxn>
                <a:cxn ang="0">
                  <a:pos x="3" y="5"/>
                </a:cxn>
                <a:cxn ang="0">
                  <a:pos x="4" y="5"/>
                </a:cxn>
                <a:cxn ang="0">
                  <a:pos x="5" y="4"/>
                </a:cxn>
                <a:cxn ang="0">
                  <a:pos x="6" y="2"/>
                </a:cxn>
              </a:cxnLst>
              <a:rect l="0" t="0" r="r" b="b"/>
              <a:pathLst>
                <a:path w="6" h="6">
                  <a:moveTo>
                    <a:pt x="6" y="2"/>
                  </a:moveTo>
                  <a:cubicBezTo>
                    <a:pt x="6" y="2"/>
                    <a:pt x="5" y="2"/>
                    <a:pt x="5" y="1"/>
                  </a:cubicBezTo>
                  <a:cubicBezTo>
                    <a:pt x="4" y="1"/>
                    <a:pt x="4" y="0"/>
                    <a:pt x="4" y="0"/>
                  </a:cubicBezTo>
                  <a:cubicBezTo>
                    <a:pt x="3" y="0"/>
                    <a:pt x="2" y="0"/>
                    <a:pt x="2" y="0"/>
                  </a:cubicBezTo>
                  <a:cubicBezTo>
                    <a:pt x="2" y="0"/>
                    <a:pt x="2" y="0"/>
                    <a:pt x="2" y="1"/>
                  </a:cubicBezTo>
                  <a:cubicBezTo>
                    <a:pt x="2" y="1"/>
                    <a:pt x="1" y="2"/>
                    <a:pt x="1" y="2"/>
                  </a:cubicBezTo>
                  <a:cubicBezTo>
                    <a:pt x="1" y="3"/>
                    <a:pt x="1" y="3"/>
                    <a:pt x="1" y="4"/>
                  </a:cubicBezTo>
                  <a:cubicBezTo>
                    <a:pt x="1" y="4"/>
                    <a:pt x="0" y="5"/>
                    <a:pt x="0" y="5"/>
                  </a:cubicBezTo>
                  <a:cubicBezTo>
                    <a:pt x="0" y="5"/>
                    <a:pt x="0" y="6"/>
                    <a:pt x="1" y="6"/>
                  </a:cubicBezTo>
                  <a:cubicBezTo>
                    <a:pt x="1" y="6"/>
                    <a:pt x="2" y="6"/>
                    <a:pt x="2" y="6"/>
                  </a:cubicBezTo>
                  <a:cubicBezTo>
                    <a:pt x="2" y="6"/>
                    <a:pt x="2" y="5"/>
                    <a:pt x="3" y="5"/>
                  </a:cubicBezTo>
                  <a:cubicBezTo>
                    <a:pt x="3" y="5"/>
                    <a:pt x="4" y="5"/>
                    <a:pt x="4" y="5"/>
                  </a:cubicBezTo>
                  <a:cubicBezTo>
                    <a:pt x="5" y="5"/>
                    <a:pt x="5" y="4"/>
                    <a:pt x="5" y="4"/>
                  </a:cubicBezTo>
                  <a:cubicBezTo>
                    <a:pt x="6" y="3"/>
                    <a:pt x="6" y="3"/>
                    <a:pt x="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76"/>
            <p:cNvSpPr>
              <a:spLocks/>
            </p:cNvSpPr>
            <p:nvPr/>
          </p:nvSpPr>
          <p:spPr bwMode="auto">
            <a:xfrm>
              <a:off x="3968750" y="4392613"/>
              <a:ext cx="931863" cy="400050"/>
            </a:xfrm>
            <a:custGeom>
              <a:avLst/>
              <a:gdLst/>
              <a:ahLst/>
              <a:cxnLst>
                <a:cxn ang="0">
                  <a:pos x="547" y="151"/>
                </a:cxn>
                <a:cxn ang="0">
                  <a:pos x="512" y="158"/>
                </a:cxn>
                <a:cxn ang="0">
                  <a:pos x="487" y="171"/>
                </a:cxn>
                <a:cxn ang="0">
                  <a:pos x="475" y="174"/>
                </a:cxn>
                <a:cxn ang="0">
                  <a:pos x="468" y="185"/>
                </a:cxn>
                <a:cxn ang="0">
                  <a:pos x="453" y="196"/>
                </a:cxn>
                <a:cxn ang="0">
                  <a:pos x="445" y="201"/>
                </a:cxn>
                <a:cxn ang="0">
                  <a:pos x="439" y="207"/>
                </a:cxn>
                <a:cxn ang="0">
                  <a:pos x="420" y="215"/>
                </a:cxn>
                <a:cxn ang="0">
                  <a:pos x="400" y="220"/>
                </a:cxn>
                <a:cxn ang="0">
                  <a:pos x="389" y="222"/>
                </a:cxn>
                <a:cxn ang="0">
                  <a:pos x="376" y="228"/>
                </a:cxn>
                <a:cxn ang="0">
                  <a:pos x="366" y="224"/>
                </a:cxn>
                <a:cxn ang="0">
                  <a:pos x="356" y="229"/>
                </a:cxn>
                <a:cxn ang="0">
                  <a:pos x="353" y="217"/>
                </a:cxn>
                <a:cxn ang="0">
                  <a:pos x="347" y="221"/>
                </a:cxn>
                <a:cxn ang="0">
                  <a:pos x="340" y="219"/>
                </a:cxn>
                <a:cxn ang="0">
                  <a:pos x="357" y="231"/>
                </a:cxn>
                <a:cxn ang="0">
                  <a:pos x="362" y="239"/>
                </a:cxn>
                <a:cxn ang="0">
                  <a:pos x="324" y="207"/>
                </a:cxn>
                <a:cxn ang="0">
                  <a:pos x="286" y="191"/>
                </a:cxn>
                <a:cxn ang="0">
                  <a:pos x="252" y="198"/>
                </a:cxn>
                <a:cxn ang="0">
                  <a:pos x="223" y="188"/>
                </a:cxn>
                <a:cxn ang="0">
                  <a:pos x="194" y="194"/>
                </a:cxn>
                <a:cxn ang="0">
                  <a:pos x="167" y="185"/>
                </a:cxn>
                <a:cxn ang="0">
                  <a:pos x="167" y="171"/>
                </a:cxn>
                <a:cxn ang="0">
                  <a:pos x="161" y="175"/>
                </a:cxn>
                <a:cxn ang="0">
                  <a:pos x="145" y="179"/>
                </a:cxn>
                <a:cxn ang="0">
                  <a:pos x="140" y="174"/>
                </a:cxn>
                <a:cxn ang="0">
                  <a:pos x="135" y="175"/>
                </a:cxn>
                <a:cxn ang="0">
                  <a:pos x="125" y="181"/>
                </a:cxn>
                <a:cxn ang="0">
                  <a:pos x="112" y="197"/>
                </a:cxn>
                <a:cxn ang="0">
                  <a:pos x="74" y="203"/>
                </a:cxn>
                <a:cxn ang="0">
                  <a:pos x="50" y="208"/>
                </a:cxn>
                <a:cxn ang="0">
                  <a:pos x="34" y="215"/>
                </a:cxn>
                <a:cxn ang="0">
                  <a:pos x="24" y="229"/>
                </a:cxn>
                <a:cxn ang="0">
                  <a:pos x="11" y="224"/>
                </a:cxn>
                <a:cxn ang="0">
                  <a:pos x="3" y="217"/>
                </a:cxn>
                <a:cxn ang="0">
                  <a:pos x="12" y="200"/>
                </a:cxn>
                <a:cxn ang="0">
                  <a:pos x="23" y="179"/>
                </a:cxn>
                <a:cxn ang="0">
                  <a:pos x="29" y="150"/>
                </a:cxn>
                <a:cxn ang="0">
                  <a:pos x="41" y="133"/>
                </a:cxn>
                <a:cxn ang="0">
                  <a:pos x="46" y="106"/>
                </a:cxn>
                <a:cxn ang="0">
                  <a:pos x="44" y="90"/>
                </a:cxn>
                <a:cxn ang="0">
                  <a:pos x="59" y="63"/>
                </a:cxn>
                <a:cxn ang="0">
                  <a:pos x="78" y="43"/>
                </a:cxn>
                <a:cxn ang="0">
                  <a:pos x="112" y="58"/>
                </a:cxn>
                <a:cxn ang="0">
                  <a:pos x="146" y="54"/>
                </a:cxn>
                <a:cxn ang="0">
                  <a:pos x="185" y="67"/>
                </a:cxn>
                <a:cxn ang="0">
                  <a:pos x="208" y="50"/>
                </a:cxn>
                <a:cxn ang="0">
                  <a:pos x="251" y="45"/>
                </a:cxn>
                <a:cxn ang="0">
                  <a:pos x="281" y="79"/>
                </a:cxn>
                <a:cxn ang="0">
                  <a:pos x="333" y="84"/>
                </a:cxn>
                <a:cxn ang="0">
                  <a:pos x="355" y="59"/>
                </a:cxn>
                <a:cxn ang="0">
                  <a:pos x="390" y="46"/>
                </a:cxn>
                <a:cxn ang="0">
                  <a:pos x="425" y="22"/>
                </a:cxn>
                <a:cxn ang="0">
                  <a:pos x="482" y="14"/>
                </a:cxn>
                <a:cxn ang="0">
                  <a:pos x="517" y="0"/>
                </a:cxn>
                <a:cxn ang="0">
                  <a:pos x="532" y="27"/>
                </a:cxn>
                <a:cxn ang="0">
                  <a:pos x="541" y="66"/>
                </a:cxn>
                <a:cxn ang="0">
                  <a:pos x="545" y="104"/>
                </a:cxn>
                <a:cxn ang="0">
                  <a:pos x="552" y="134"/>
                </a:cxn>
                <a:cxn ang="0">
                  <a:pos x="558" y="150"/>
                </a:cxn>
              </a:cxnLst>
              <a:rect l="0" t="0" r="r" b="b"/>
              <a:pathLst>
                <a:path w="561" h="241">
                  <a:moveTo>
                    <a:pt x="560" y="152"/>
                  </a:moveTo>
                  <a:cubicBezTo>
                    <a:pt x="560" y="153"/>
                    <a:pt x="561" y="154"/>
                    <a:pt x="561" y="154"/>
                  </a:cubicBezTo>
                  <a:cubicBezTo>
                    <a:pt x="561" y="155"/>
                    <a:pt x="560" y="156"/>
                    <a:pt x="560" y="156"/>
                  </a:cubicBezTo>
                  <a:cubicBezTo>
                    <a:pt x="560" y="156"/>
                    <a:pt x="560" y="155"/>
                    <a:pt x="559" y="155"/>
                  </a:cubicBezTo>
                  <a:cubicBezTo>
                    <a:pt x="559" y="155"/>
                    <a:pt x="558" y="154"/>
                    <a:pt x="557" y="154"/>
                  </a:cubicBezTo>
                  <a:cubicBezTo>
                    <a:pt x="556" y="154"/>
                    <a:pt x="555" y="153"/>
                    <a:pt x="554" y="152"/>
                  </a:cubicBezTo>
                  <a:cubicBezTo>
                    <a:pt x="553" y="152"/>
                    <a:pt x="552" y="151"/>
                    <a:pt x="551" y="151"/>
                  </a:cubicBezTo>
                  <a:cubicBezTo>
                    <a:pt x="550" y="151"/>
                    <a:pt x="548" y="151"/>
                    <a:pt x="547" y="151"/>
                  </a:cubicBezTo>
                  <a:cubicBezTo>
                    <a:pt x="545" y="151"/>
                    <a:pt x="541" y="151"/>
                    <a:pt x="539" y="151"/>
                  </a:cubicBezTo>
                  <a:cubicBezTo>
                    <a:pt x="538" y="151"/>
                    <a:pt x="535" y="152"/>
                    <a:pt x="533" y="152"/>
                  </a:cubicBezTo>
                  <a:cubicBezTo>
                    <a:pt x="531" y="153"/>
                    <a:pt x="527" y="154"/>
                    <a:pt x="525" y="154"/>
                  </a:cubicBezTo>
                  <a:cubicBezTo>
                    <a:pt x="524" y="154"/>
                    <a:pt x="523" y="155"/>
                    <a:pt x="522" y="155"/>
                  </a:cubicBezTo>
                  <a:cubicBezTo>
                    <a:pt x="521" y="156"/>
                    <a:pt x="519" y="157"/>
                    <a:pt x="517" y="157"/>
                  </a:cubicBezTo>
                  <a:cubicBezTo>
                    <a:pt x="517" y="158"/>
                    <a:pt x="516" y="158"/>
                    <a:pt x="515" y="158"/>
                  </a:cubicBezTo>
                  <a:cubicBezTo>
                    <a:pt x="515" y="158"/>
                    <a:pt x="514" y="158"/>
                    <a:pt x="514" y="158"/>
                  </a:cubicBezTo>
                  <a:cubicBezTo>
                    <a:pt x="513" y="158"/>
                    <a:pt x="513" y="158"/>
                    <a:pt x="512" y="158"/>
                  </a:cubicBezTo>
                  <a:cubicBezTo>
                    <a:pt x="512" y="159"/>
                    <a:pt x="511" y="159"/>
                    <a:pt x="510" y="160"/>
                  </a:cubicBezTo>
                  <a:cubicBezTo>
                    <a:pt x="510" y="160"/>
                    <a:pt x="509" y="160"/>
                    <a:pt x="508" y="160"/>
                  </a:cubicBezTo>
                  <a:cubicBezTo>
                    <a:pt x="508" y="161"/>
                    <a:pt x="507" y="161"/>
                    <a:pt x="506" y="162"/>
                  </a:cubicBezTo>
                  <a:cubicBezTo>
                    <a:pt x="505" y="162"/>
                    <a:pt x="504" y="163"/>
                    <a:pt x="503" y="163"/>
                  </a:cubicBezTo>
                  <a:cubicBezTo>
                    <a:pt x="502" y="164"/>
                    <a:pt x="501" y="165"/>
                    <a:pt x="500" y="165"/>
                  </a:cubicBezTo>
                  <a:cubicBezTo>
                    <a:pt x="499" y="166"/>
                    <a:pt x="496" y="167"/>
                    <a:pt x="494" y="167"/>
                  </a:cubicBezTo>
                  <a:cubicBezTo>
                    <a:pt x="493" y="168"/>
                    <a:pt x="491" y="169"/>
                    <a:pt x="490" y="170"/>
                  </a:cubicBezTo>
                  <a:cubicBezTo>
                    <a:pt x="489" y="170"/>
                    <a:pt x="488" y="170"/>
                    <a:pt x="487" y="171"/>
                  </a:cubicBezTo>
                  <a:cubicBezTo>
                    <a:pt x="487" y="171"/>
                    <a:pt x="486" y="171"/>
                    <a:pt x="485" y="172"/>
                  </a:cubicBezTo>
                  <a:cubicBezTo>
                    <a:pt x="484" y="172"/>
                    <a:pt x="483" y="173"/>
                    <a:pt x="483" y="174"/>
                  </a:cubicBezTo>
                  <a:cubicBezTo>
                    <a:pt x="482" y="174"/>
                    <a:pt x="481" y="174"/>
                    <a:pt x="480" y="174"/>
                  </a:cubicBezTo>
                  <a:cubicBezTo>
                    <a:pt x="480" y="174"/>
                    <a:pt x="479" y="174"/>
                    <a:pt x="479" y="174"/>
                  </a:cubicBezTo>
                  <a:cubicBezTo>
                    <a:pt x="479" y="174"/>
                    <a:pt x="479" y="173"/>
                    <a:pt x="478" y="173"/>
                  </a:cubicBezTo>
                  <a:cubicBezTo>
                    <a:pt x="478" y="173"/>
                    <a:pt x="477" y="173"/>
                    <a:pt x="477" y="173"/>
                  </a:cubicBezTo>
                  <a:cubicBezTo>
                    <a:pt x="476" y="173"/>
                    <a:pt x="476" y="173"/>
                    <a:pt x="475" y="173"/>
                  </a:cubicBezTo>
                  <a:cubicBezTo>
                    <a:pt x="475" y="174"/>
                    <a:pt x="475" y="174"/>
                    <a:pt x="475" y="174"/>
                  </a:cubicBezTo>
                  <a:cubicBezTo>
                    <a:pt x="475" y="175"/>
                    <a:pt x="475" y="175"/>
                    <a:pt x="476" y="176"/>
                  </a:cubicBezTo>
                  <a:cubicBezTo>
                    <a:pt x="476" y="176"/>
                    <a:pt x="477" y="175"/>
                    <a:pt x="477" y="175"/>
                  </a:cubicBezTo>
                  <a:cubicBezTo>
                    <a:pt x="477" y="176"/>
                    <a:pt x="478" y="176"/>
                    <a:pt x="478" y="176"/>
                  </a:cubicBezTo>
                  <a:cubicBezTo>
                    <a:pt x="478" y="177"/>
                    <a:pt x="478" y="179"/>
                    <a:pt x="478" y="179"/>
                  </a:cubicBezTo>
                  <a:cubicBezTo>
                    <a:pt x="477" y="180"/>
                    <a:pt x="476" y="181"/>
                    <a:pt x="476" y="182"/>
                  </a:cubicBezTo>
                  <a:cubicBezTo>
                    <a:pt x="476" y="182"/>
                    <a:pt x="475" y="184"/>
                    <a:pt x="474" y="184"/>
                  </a:cubicBezTo>
                  <a:cubicBezTo>
                    <a:pt x="473" y="185"/>
                    <a:pt x="472" y="185"/>
                    <a:pt x="471" y="185"/>
                  </a:cubicBezTo>
                  <a:cubicBezTo>
                    <a:pt x="470" y="185"/>
                    <a:pt x="468" y="184"/>
                    <a:pt x="468" y="185"/>
                  </a:cubicBezTo>
                  <a:cubicBezTo>
                    <a:pt x="467" y="185"/>
                    <a:pt x="467" y="186"/>
                    <a:pt x="467" y="187"/>
                  </a:cubicBezTo>
                  <a:cubicBezTo>
                    <a:pt x="466" y="187"/>
                    <a:pt x="465" y="188"/>
                    <a:pt x="464" y="189"/>
                  </a:cubicBezTo>
                  <a:cubicBezTo>
                    <a:pt x="464" y="189"/>
                    <a:pt x="463" y="189"/>
                    <a:pt x="462" y="189"/>
                  </a:cubicBezTo>
                  <a:cubicBezTo>
                    <a:pt x="462" y="190"/>
                    <a:pt x="460" y="191"/>
                    <a:pt x="460" y="191"/>
                  </a:cubicBezTo>
                  <a:cubicBezTo>
                    <a:pt x="459" y="192"/>
                    <a:pt x="458" y="193"/>
                    <a:pt x="458" y="193"/>
                  </a:cubicBezTo>
                  <a:cubicBezTo>
                    <a:pt x="457" y="193"/>
                    <a:pt x="456" y="193"/>
                    <a:pt x="455" y="194"/>
                  </a:cubicBezTo>
                  <a:cubicBezTo>
                    <a:pt x="455" y="194"/>
                    <a:pt x="455" y="195"/>
                    <a:pt x="454" y="195"/>
                  </a:cubicBezTo>
                  <a:cubicBezTo>
                    <a:pt x="454" y="196"/>
                    <a:pt x="453" y="196"/>
                    <a:pt x="453" y="196"/>
                  </a:cubicBezTo>
                  <a:cubicBezTo>
                    <a:pt x="452" y="197"/>
                    <a:pt x="451" y="197"/>
                    <a:pt x="451" y="197"/>
                  </a:cubicBezTo>
                  <a:cubicBezTo>
                    <a:pt x="450" y="198"/>
                    <a:pt x="450" y="199"/>
                    <a:pt x="450" y="200"/>
                  </a:cubicBezTo>
                  <a:cubicBezTo>
                    <a:pt x="450" y="201"/>
                    <a:pt x="449" y="202"/>
                    <a:pt x="449" y="202"/>
                  </a:cubicBezTo>
                  <a:cubicBezTo>
                    <a:pt x="448" y="203"/>
                    <a:pt x="447" y="204"/>
                    <a:pt x="446" y="203"/>
                  </a:cubicBezTo>
                  <a:cubicBezTo>
                    <a:pt x="446" y="203"/>
                    <a:pt x="446" y="203"/>
                    <a:pt x="446" y="202"/>
                  </a:cubicBezTo>
                  <a:cubicBezTo>
                    <a:pt x="446" y="202"/>
                    <a:pt x="446" y="202"/>
                    <a:pt x="446" y="201"/>
                  </a:cubicBezTo>
                  <a:cubicBezTo>
                    <a:pt x="446" y="201"/>
                    <a:pt x="446" y="201"/>
                    <a:pt x="446" y="201"/>
                  </a:cubicBezTo>
                  <a:cubicBezTo>
                    <a:pt x="446" y="200"/>
                    <a:pt x="445" y="201"/>
                    <a:pt x="445" y="201"/>
                  </a:cubicBezTo>
                  <a:cubicBezTo>
                    <a:pt x="445" y="201"/>
                    <a:pt x="444" y="202"/>
                    <a:pt x="444" y="203"/>
                  </a:cubicBezTo>
                  <a:cubicBezTo>
                    <a:pt x="444" y="203"/>
                    <a:pt x="445" y="204"/>
                    <a:pt x="444" y="204"/>
                  </a:cubicBezTo>
                  <a:cubicBezTo>
                    <a:pt x="444" y="205"/>
                    <a:pt x="443" y="206"/>
                    <a:pt x="443" y="206"/>
                  </a:cubicBezTo>
                  <a:cubicBezTo>
                    <a:pt x="442" y="206"/>
                    <a:pt x="442" y="206"/>
                    <a:pt x="441" y="205"/>
                  </a:cubicBezTo>
                  <a:cubicBezTo>
                    <a:pt x="441" y="205"/>
                    <a:pt x="440" y="205"/>
                    <a:pt x="440" y="204"/>
                  </a:cubicBezTo>
                  <a:cubicBezTo>
                    <a:pt x="440" y="204"/>
                    <a:pt x="439" y="205"/>
                    <a:pt x="439" y="205"/>
                  </a:cubicBezTo>
                  <a:cubicBezTo>
                    <a:pt x="439" y="205"/>
                    <a:pt x="440" y="206"/>
                    <a:pt x="440" y="206"/>
                  </a:cubicBezTo>
                  <a:cubicBezTo>
                    <a:pt x="440" y="207"/>
                    <a:pt x="439" y="207"/>
                    <a:pt x="439" y="207"/>
                  </a:cubicBezTo>
                  <a:cubicBezTo>
                    <a:pt x="439" y="208"/>
                    <a:pt x="439" y="209"/>
                    <a:pt x="438" y="209"/>
                  </a:cubicBezTo>
                  <a:cubicBezTo>
                    <a:pt x="438" y="209"/>
                    <a:pt x="437" y="209"/>
                    <a:pt x="437" y="209"/>
                  </a:cubicBezTo>
                  <a:cubicBezTo>
                    <a:pt x="436" y="209"/>
                    <a:pt x="435" y="210"/>
                    <a:pt x="435" y="211"/>
                  </a:cubicBezTo>
                  <a:cubicBezTo>
                    <a:pt x="435" y="211"/>
                    <a:pt x="433" y="211"/>
                    <a:pt x="433" y="211"/>
                  </a:cubicBezTo>
                  <a:cubicBezTo>
                    <a:pt x="432" y="212"/>
                    <a:pt x="430" y="213"/>
                    <a:pt x="429" y="213"/>
                  </a:cubicBezTo>
                  <a:cubicBezTo>
                    <a:pt x="428" y="213"/>
                    <a:pt x="426" y="213"/>
                    <a:pt x="426" y="213"/>
                  </a:cubicBezTo>
                  <a:cubicBezTo>
                    <a:pt x="425" y="213"/>
                    <a:pt x="423" y="213"/>
                    <a:pt x="422" y="214"/>
                  </a:cubicBezTo>
                  <a:cubicBezTo>
                    <a:pt x="422" y="214"/>
                    <a:pt x="420" y="214"/>
                    <a:pt x="420" y="215"/>
                  </a:cubicBezTo>
                  <a:cubicBezTo>
                    <a:pt x="419" y="215"/>
                    <a:pt x="419" y="216"/>
                    <a:pt x="418" y="217"/>
                  </a:cubicBezTo>
                  <a:cubicBezTo>
                    <a:pt x="417" y="217"/>
                    <a:pt x="416" y="218"/>
                    <a:pt x="415" y="218"/>
                  </a:cubicBezTo>
                  <a:cubicBezTo>
                    <a:pt x="415" y="218"/>
                    <a:pt x="413" y="217"/>
                    <a:pt x="413" y="218"/>
                  </a:cubicBezTo>
                  <a:cubicBezTo>
                    <a:pt x="412" y="218"/>
                    <a:pt x="411" y="218"/>
                    <a:pt x="411" y="218"/>
                  </a:cubicBezTo>
                  <a:cubicBezTo>
                    <a:pt x="410" y="218"/>
                    <a:pt x="409" y="218"/>
                    <a:pt x="408" y="219"/>
                  </a:cubicBezTo>
                  <a:cubicBezTo>
                    <a:pt x="408" y="219"/>
                    <a:pt x="407" y="220"/>
                    <a:pt x="407" y="220"/>
                  </a:cubicBezTo>
                  <a:cubicBezTo>
                    <a:pt x="406" y="220"/>
                    <a:pt x="405" y="220"/>
                    <a:pt x="405" y="220"/>
                  </a:cubicBezTo>
                  <a:cubicBezTo>
                    <a:pt x="404" y="220"/>
                    <a:pt x="401" y="220"/>
                    <a:pt x="400" y="220"/>
                  </a:cubicBezTo>
                  <a:cubicBezTo>
                    <a:pt x="400" y="220"/>
                    <a:pt x="400" y="222"/>
                    <a:pt x="400" y="222"/>
                  </a:cubicBezTo>
                  <a:cubicBezTo>
                    <a:pt x="399" y="222"/>
                    <a:pt x="399" y="222"/>
                    <a:pt x="398" y="222"/>
                  </a:cubicBezTo>
                  <a:cubicBezTo>
                    <a:pt x="398" y="222"/>
                    <a:pt x="397" y="221"/>
                    <a:pt x="397" y="220"/>
                  </a:cubicBezTo>
                  <a:cubicBezTo>
                    <a:pt x="396" y="220"/>
                    <a:pt x="396" y="221"/>
                    <a:pt x="395" y="221"/>
                  </a:cubicBezTo>
                  <a:cubicBezTo>
                    <a:pt x="395" y="221"/>
                    <a:pt x="395" y="221"/>
                    <a:pt x="394" y="221"/>
                  </a:cubicBezTo>
                  <a:cubicBezTo>
                    <a:pt x="394" y="221"/>
                    <a:pt x="393" y="221"/>
                    <a:pt x="392" y="221"/>
                  </a:cubicBezTo>
                  <a:cubicBezTo>
                    <a:pt x="392" y="221"/>
                    <a:pt x="392" y="222"/>
                    <a:pt x="392" y="222"/>
                  </a:cubicBezTo>
                  <a:cubicBezTo>
                    <a:pt x="391" y="223"/>
                    <a:pt x="390" y="222"/>
                    <a:pt x="389" y="222"/>
                  </a:cubicBezTo>
                  <a:cubicBezTo>
                    <a:pt x="389" y="223"/>
                    <a:pt x="388" y="224"/>
                    <a:pt x="388" y="225"/>
                  </a:cubicBezTo>
                  <a:cubicBezTo>
                    <a:pt x="388" y="225"/>
                    <a:pt x="387" y="226"/>
                    <a:pt x="387" y="226"/>
                  </a:cubicBezTo>
                  <a:cubicBezTo>
                    <a:pt x="386" y="226"/>
                    <a:pt x="385" y="226"/>
                    <a:pt x="384" y="226"/>
                  </a:cubicBezTo>
                  <a:cubicBezTo>
                    <a:pt x="384" y="226"/>
                    <a:pt x="383" y="225"/>
                    <a:pt x="382" y="225"/>
                  </a:cubicBezTo>
                  <a:cubicBezTo>
                    <a:pt x="381" y="225"/>
                    <a:pt x="380" y="225"/>
                    <a:pt x="380" y="225"/>
                  </a:cubicBezTo>
                  <a:cubicBezTo>
                    <a:pt x="379" y="226"/>
                    <a:pt x="379" y="227"/>
                    <a:pt x="379" y="227"/>
                  </a:cubicBezTo>
                  <a:cubicBezTo>
                    <a:pt x="379" y="227"/>
                    <a:pt x="378" y="228"/>
                    <a:pt x="378" y="228"/>
                  </a:cubicBezTo>
                  <a:cubicBezTo>
                    <a:pt x="377" y="228"/>
                    <a:pt x="376" y="228"/>
                    <a:pt x="376" y="228"/>
                  </a:cubicBezTo>
                  <a:cubicBezTo>
                    <a:pt x="375" y="228"/>
                    <a:pt x="375" y="227"/>
                    <a:pt x="375" y="227"/>
                  </a:cubicBezTo>
                  <a:cubicBezTo>
                    <a:pt x="374" y="226"/>
                    <a:pt x="373" y="226"/>
                    <a:pt x="372" y="226"/>
                  </a:cubicBezTo>
                  <a:cubicBezTo>
                    <a:pt x="371" y="225"/>
                    <a:pt x="370" y="225"/>
                    <a:pt x="370" y="224"/>
                  </a:cubicBezTo>
                  <a:cubicBezTo>
                    <a:pt x="369" y="224"/>
                    <a:pt x="368" y="222"/>
                    <a:pt x="368" y="222"/>
                  </a:cubicBezTo>
                  <a:cubicBezTo>
                    <a:pt x="368" y="221"/>
                    <a:pt x="367" y="221"/>
                    <a:pt x="367" y="221"/>
                  </a:cubicBezTo>
                  <a:cubicBezTo>
                    <a:pt x="367" y="221"/>
                    <a:pt x="366" y="221"/>
                    <a:pt x="366" y="221"/>
                  </a:cubicBezTo>
                  <a:cubicBezTo>
                    <a:pt x="366" y="221"/>
                    <a:pt x="366" y="222"/>
                    <a:pt x="366" y="223"/>
                  </a:cubicBezTo>
                  <a:cubicBezTo>
                    <a:pt x="366" y="223"/>
                    <a:pt x="366" y="224"/>
                    <a:pt x="366" y="224"/>
                  </a:cubicBezTo>
                  <a:cubicBezTo>
                    <a:pt x="366" y="225"/>
                    <a:pt x="366" y="225"/>
                    <a:pt x="366" y="225"/>
                  </a:cubicBezTo>
                  <a:cubicBezTo>
                    <a:pt x="365" y="226"/>
                    <a:pt x="364" y="227"/>
                    <a:pt x="364" y="227"/>
                  </a:cubicBezTo>
                  <a:cubicBezTo>
                    <a:pt x="363" y="227"/>
                    <a:pt x="363" y="228"/>
                    <a:pt x="363" y="228"/>
                  </a:cubicBezTo>
                  <a:cubicBezTo>
                    <a:pt x="362" y="228"/>
                    <a:pt x="361" y="228"/>
                    <a:pt x="361" y="228"/>
                  </a:cubicBezTo>
                  <a:cubicBezTo>
                    <a:pt x="361" y="228"/>
                    <a:pt x="360" y="228"/>
                    <a:pt x="360" y="228"/>
                  </a:cubicBezTo>
                  <a:cubicBezTo>
                    <a:pt x="360" y="228"/>
                    <a:pt x="359" y="228"/>
                    <a:pt x="359" y="228"/>
                  </a:cubicBezTo>
                  <a:cubicBezTo>
                    <a:pt x="359" y="228"/>
                    <a:pt x="358" y="227"/>
                    <a:pt x="357" y="227"/>
                  </a:cubicBezTo>
                  <a:cubicBezTo>
                    <a:pt x="357" y="227"/>
                    <a:pt x="356" y="229"/>
                    <a:pt x="356" y="229"/>
                  </a:cubicBezTo>
                  <a:cubicBezTo>
                    <a:pt x="356" y="229"/>
                    <a:pt x="355" y="228"/>
                    <a:pt x="355" y="228"/>
                  </a:cubicBezTo>
                  <a:cubicBezTo>
                    <a:pt x="355" y="227"/>
                    <a:pt x="354" y="226"/>
                    <a:pt x="354" y="226"/>
                  </a:cubicBezTo>
                  <a:cubicBezTo>
                    <a:pt x="354" y="225"/>
                    <a:pt x="354" y="224"/>
                    <a:pt x="355" y="224"/>
                  </a:cubicBezTo>
                  <a:cubicBezTo>
                    <a:pt x="355" y="223"/>
                    <a:pt x="355" y="223"/>
                    <a:pt x="355" y="222"/>
                  </a:cubicBezTo>
                  <a:cubicBezTo>
                    <a:pt x="355" y="222"/>
                    <a:pt x="355" y="221"/>
                    <a:pt x="355" y="221"/>
                  </a:cubicBezTo>
                  <a:cubicBezTo>
                    <a:pt x="355" y="220"/>
                    <a:pt x="355" y="219"/>
                    <a:pt x="355" y="219"/>
                  </a:cubicBezTo>
                  <a:cubicBezTo>
                    <a:pt x="355" y="218"/>
                    <a:pt x="355" y="217"/>
                    <a:pt x="354" y="217"/>
                  </a:cubicBezTo>
                  <a:cubicBezTo>
                    <a:pt x="354" y="217"/>
                    <a:pt x="353" y="217"/>
                    <a:pt x="353" y="217"/>
                  </a:cubicBezTo>
                  <a:cubicBezTo>
                    <a:pt x="353" y="218"/>
                    <a:pt x="352" y="217"/>
                    <a:pt x="352" y="217"/>
                  </a:cubicBezTo>
                  <a:cubicBezTo>
                    <a:pt x="351" y="217"/>
                    <a:pt x="352" y="216"/>
                    <a:pt x="351" y="216"/>
                  </a:cubicBezTo>
                  <a:cubicBezTo>
                    <a:pt x="351" y="215"/>
                    <a:pt x="350" y="215"/>
                    <a:pt x="350" y="215"/>
                  </a:cubicBezTo>
                  <a:cubicBezTo>
                    <a:pt x="350" y="216"/>
                    <a:pt x="350" y="217"/>
                    <a:pt x="350" y="218"/>
                  </a:cubicBezTo>
                  <a:cubicBezTo>
                    <a:pt x="350" y="218"/>
                    <a:pt x="350" y="219"/>
                    <a:pt x="350" y="219"/>
                  </a:cubicBezTo>
                  <a:cubicBezTo>
                    <a:pt x="350" y="219"/>
                    <a:pt x="349" y="220"/>
                    <a:pt x="349" y="220"/>
                  </a:cubicBezTo>
                  <a:cubicBezTo>
                    <a:pt x="348" y="220"/>
                    <a:pt x="348" y="219"/>
                    <a:pt x="348" y="219"/>
                  </a:cubicBezTo>
                  <a:cubicBezTo>
                    <a:pt x="347" y="220"/>
                    <a:pt x="347" y="221"/>
                    <a:pt x="347" y="221"/>
                  </a:cubicBezTo>
                  <a:cubicBezTo>
                    <a:pt x="347" y="221"/>
                    <a:pt x="346" y="222"/>
                    <a:pt x="346" y="222"/>
                  </a:cubicBezTo>
                  <a:cubicBezTo>
                    <a:pt x="346" y="222"/>
                    <a:pt x="345" y="221"/>
                    <a:pt x="345" y="220"/>
                  </a:cubicBezTo>
                  <a:cubicBezTo>
                    <a:pt x="344" y="220"/>
                    <a:pt x="343" y="219"/>
                    <a:pt x="342" y="219"/>
                  </a:cubicBezTo>
                  <a:cubicBezTo>
                    <a:pt x="342" y="219"/>
                    <a:pt x="341" y="218"/>
                    <a:pt x="341" y="217"/>
                  </a:cubicBezTo>
                  <a:cubicBezTo>
                    <a:pt x="341" y="217"/>
                    <a:pt x="340" y="217"/>
                    <a:pt x="340" y="217"/>
                  </a:cubicBezTo>
                  <a:cubicBezTo>
                    <a:pt x="339" y="216"/>
                    <a:pt x="339" y="216"/>
                    <a:pt x="338" y="216"/>
                  </a:cubicBezTo>
                  <a:cubicBezTo>
                    <a:pt x="338" y="216"/>
                    <a:pt x="338" y="217"/>
                    <a:pt x="338" y="217"/>
                  </a:cubicBezTo>
                  <a:cubicBezTo>
                    <a:pt x="339" y="218"/>
                    <a:pt x="339" y="218"/>
                    <a:pt x="340" y="219"/>
                  </a:cubicBezTo>
                  <a:cubicBezTo>
                    <a:pt x="340" y="219"/>
                    <a:pt x="341" y="220"/>
                    <a:pt x="341" y="220"/>
                  </a:cubicBezTo>
                  <a:cubicBezTo>
                    <a:pt x="342" y="221"/>
                    <a:pt x="342" y="221"/>
                    <a:pt x="343" y="222"/>
                  </a:cubicBezTo>
                  <a:cubicBezTo>
                    <a:pt x="344" y="222"/>
                    <a:pt x="345" y="223"/>
                    <a:pt x="346" y="223"/>
                  </a:cubicBezTo>
                  <a:cubicBezTo>
                    <a:pt x="346" y="224"/>
                    <a:pt x="347" y="225"/>
                    <a:pt x="348" y="225"/>
                  </a:cubicBezTo>
                  <a:cubicBezTo>
                    <a:pt x="348" y="225"/>
                    <a:pt x="349" y="226"/>
                    <a:pt x="350" y="226"/>
                  </a:cubicBezTo>
                  <a:cubicBezTo>
                    <a:pt x="350" y="227"/>
                    <a:pt x="352" y="228"/>
                    <a:pt x="353" y="229"/>
                  </a:cubicBezTo>
                  <a:cubicBezTo>
                    <a:pt x="353" y="229"/>
                    <a:pt x="354" y="230"/>
                    <a:pt x="355" y="230"/>
                  </a:cubicBezTo>
                  <a:cubicBezTo>
                    <a:pt x="355" y="230"/>
                    <a:pt x="356" y="231"/>
                    <a:pt x="357" y="231"/>
                  </a:cubicBezTo>
                  <a:cubicBezTo>
                    <a:pt x="358" y="232"/>
                    <a:pt x="359" y="232"/>
                    <a:pt x="359" y="233"/>
                  </a:cubicBezTo>
                  <a:cubicBezTo>
                    <a:pt x="360" y="233"/>
                    <a:pt x="360" y="234"/>
                    <a:pt x="361" y="234"/>
                  </a:cubicBezTo>
                  <a:cubicBezTo>
                    <a:pt x="361" y="235"/>
                    <a:pt x="362" y="235"/>
                    <a:pt x="362" y="236"/>
                  </a:cubicBezTo>
                  <a:cubicBezTo>
                    <a:pt x="363" y="236"/>
                    <a:pt x="364" y="236"/>
                    <a:pt x="364" y="237"/>
                  </a:cubicBezTo>
                  <a:cubicBezTo>
                    <a:pt x="365" y="237"/>
                    <a:pt x="366" y="238"/>
                    <a:pt x="366" y="239"/>
                  </a:cubicBezTo>
                  <a:cubicBezTo>
                    <a:pt x="366" y="239"/>
                    <a:pt x="366" y="240"/>
                    <a:pt x="366" y="240"/>
                  </a:cubicBezTo>
                  <a:cubicBezTo>
                    <a:pt x="366" y="241"/>
                    <a:pt x="365" y="240"/>
                    <a:pt x="365" y="240"/>
                  </a:cubicBezTo>
                  <a:cubicBezTo>
                    <a:pt x="364" y="240"/>
                    <a:pt x="363" y="239"/>
                    <a:pt x="362" y="239"/>
                  </a:cubicBezTo>
                  <a:cubicBezTo>
                    <a:pt x="362" y="238"/>
                    <a:pt x="361" y="237"/>
                    <a:pt x="361" y="237"/>
                  </a:cubicBezTo>
                  <a:cubicBezTo>
                    <a:pt x="360" y="236"/>
                    <a:pt x="359" y="236"/>
                    <a:pt x="358" y="235"/>
                  </a:cubicBezTo>
                  <a:cubicBezTo>
                    <a:pt x="357" y="234"/>
                    <a:pt x="356" y="233"/>
                    <a:pt x="355" y="232"/>
                  </a:cubicBezTo>
                  <a:cubicBezTo>
                    <a:pt x="354" y="231"/>
                    <a:pt x="350" y="229"/>
                    <a:pt x="349" y="228"/>
                  </a:cubicBezTo>
                  <a:cubicBezTo>
                    <a:pt x="347" y="227"/>
                    <a:pt x="344" y="225"/>
                    <a:pt x="342" y="224"/>
                  </a:cubicBezTo>
                  <a:cubicBezTo>
                    <a:pt x="341" y="223"/>
                    <a:pt x="339" y="221"/>
                    <a:pt x="338" y="221"/>
                  </a:cubicBezTo>
                  <a:cubicBezTo>
                    <a:pt x="337" y="219"/>
                    <a:pt x="333" y="215"/>
                    <a:pt x="331" y="213"/>
                  </a:cubicBezTo>
                  <a:cubicBezTo>
                    <a:pt x="330" y="212"/>
                    <a:pt x="326" y="208"/>
                    <a:pt x="324" y="207"/>
                  </a:cubicBezTo>
                  <a:cubicBezTo>
                    <a:pt x="322" y="206"/>
                    <a:pt x="318" y="204"/>
                    <a:pt x="317" y="203"/>
                  </a:cubicBezTo>
                  <a:cubicBezTo>
                    <a:pt x="316" y="202"/>
                    <a:pt x="314" y="201"/>
                    <a:pt x="313" y="201"/>
                  </a:cubicBezTo>
                  <a:cubicBezTo>
                    <a:pt x="312" y="201"/>
                    <a:pt x="310" y="200"/>
                    <a:pt x="309" y="200"/>
                  </a:cubicBezTo>
                  <a:cubicBezTo>
                    <a:pt x="308" y="200"/>
                    <a:pt x="306" y="199"/>
                    <a:pt x="305" y="199"/>
                  </a:cubicBezTo>
                  <a:cubicBezTo>
                    <a:pt x="303" y="198"/>
                    <a:pt x="300" y="197"/>
                    <a:pt x="299" y="197"/>
                  </a:cubicBezTo>
                  <a:cubicBezTo>
                    <a:pt x="297" y="196"/>
                    <a:pt x="295" y="196"/>
                    <a:pt x="293" y="195"/>
                  </a:cubicBezTo>
                  <a:cubicBezTo>
                    <a:pt x="292" y="194"/>
                    <a:pt x="289" y="192"/>
                    <a:pt x="288" y="192"/>
                  </a:cubicBezTo>
                  <a:cubicBezTo>
                    <a:pt x="287" y="192"/>
                    <a:pt x="286" y="191"/>
                    <a:pt x="286" y="191"/>
                  </a:cubicBezTo>
                  <a:cubicBezTo>
                    <a:pt x="285" y="191"/>
                    <a:pt x="283" y="192"/>
                    <a:pt x="282" y="193"/>
                  </a:cubicBezTo>
                  <a:cubicBezTo>
                    <a:pt x="280" y="193"/>
                    <a:pt x="278" y="193"/>
                    <a:pt x="277" y="193"/>
                  </a:cubicBezTo>
                  <a:cubicBezTo>
                    <a:pt x="276" y="193"/>
                    <a:pt x="274" y="194"/>
                    <a:pt x="274" y="194"/>
                  </a:cubicBezTo>
                  <a:cubicBezTo>
                    <a:pt x="272" y="195"/>
                    <a:pt x="269" y="194"/>
                    <a:pt x="268" y="194"/>
                  </a:cubicBezTo>
                  <a:cubicBezTo>
                    <a:pt x="266" y="194"/>
                    <a:pt x="263" y="193"/>
                    <a:pt x="262" y="194"/>
                  </a:cubicBezTo>
                  <a:cubicBezTo>
                    <a:pt x="261" y="194"/>
                    <a:pt x="259" y="195"/>
                    <a:pt x="258" y="195"/>
                  </a:cubicBezTo>
                  <a:cubicBezTo>
                    <a:pt x="258" y="196"/>
                    <a:pt x="256" y="197"/>
                    <a:pt x="256" y="197"/>
                  </a:cubicBezTo>
                  <a:cubicBezTo>
                    <a:pt x="255" y="197"/>
                    <a:pt x="253" y="198"/>
                    <a:pt x="252" y="198"/>
                  </a:cubicBezTo>
                  <a:cubicBezTo>
                    <a:pt x="252" y="199"/>
                    <a:pt x="250" y="200"/>
                    <a:pt x="249" y="200"/>
                  </a:cubicBezTo>
                  <a:cubicBezTo>
                    <a:pt x="248" y="200"/>
                    <a:pt x="246" y="200"/>
                    <a:pt x="245" y="200"/>
                  </a:cubicBezTo>
                  <a:cubicBezTo>
                    <a:pt x="244" y="199"/>
                    <a:pt x="242" y="198"/>
                    <a:pt x="241" y="198"/>
                  </a:cubicBezTo>
                  <a:cubicBezTo>
                    <a:pt x="240" y="198"/>
                    <a:pt x="239" y="197"/>
                    <a:pt x="238" y="197"/>
                  </a:cubicBezTo>
                  <a:cubicBezTo>
                    <a:pt x="238" y="197"/>
                    <a:pt x="237" y="196"/>
                    <a:pt x="237" y="195"/>
                  </a:cubicBezTo>
                  <a:cubicBezTo>
                    <a:pt x="236" y="195"/>
                    <a:pt x="236" y="194"/>
                    <a:pt x="235" y="193"/>
                  </a:cubicBezTo>
                  <a:cubicBezTo>
                    <a:pt x="234" y="192"/>
                    <a:pt x="231" y="191"/>
                    <a:pt x="229" y="190"/>
                  </a:cubicBezTo>
                  <a:cubicBezTo>
                    <a:pt x="228" y="189"/>
                    <a:pt x="225" y="188"/>
                    <a:pt x="223" y="188"/>
                  </a:cubicBezTo>
                  <a:cubicBezTo>
                    <a:pt x="222" y="188"/>
                    <a:pt x="220" y="188"/>
                    <a:pt x="219" y="188"/>
                  </a:cubicBezTo>
                  <a:cubicBezTo>
                    <a:pt x="218" y="188"/>
                    <a:pt x="216" y="189"/>
                    <a:pt x="215" y="190"/>
                  </a:cubicBezTo>
                  <a:cubicBezTo>
                    <a:pt x="214" y="190"/>
                    <a:pt x="211" y="191"/>
                    <a:pt x="210" y="192"/>
                  </a:cubicBezTo>
                  <a:cubicBezTo>
                    <a:pt x="209" y="192"/>
                    <a:pt x="208" y="193"/>
                    <a:pt x="207" y="193"/>
                  </a:cubicBezTo>
                  <a:cubicBezTo>
                    <a:pt x="205" y="193"/>
                    <a:pt x="202" y="194"/>
                    <a:pt x="200" y="194"/>
                  </a:cubicBezTo>
                  <a:cubicBezTo>
                    <a:pt x="200" y="195"/>
                    <a:pt x="198" y="194"/>
                    <a:pt x="197" y="194"/>
                  </a:cubicBezTo>
                  <a:cubicBezTo>
                    <a:pt x="197" y="195"/>
                    <a:pt x="196" y="195"/>
                    <a:pt x="195" y="195"/>
                  </a:cubicBezTo>
                  <a:cubicBezTo>
                    <a:pt x="195" y="195"/>
                    <a:pt x="194" y="194"/>
                    <a:pt x="194" y="194"/>
                  </a:cubicBezTo>
                  <a:cubicBezTo>
                    <a:pt x="193" y="194"/>
                    <a:pt x="191" y="193"/>
                    <a:pt x="191" y="193"/>
                  </a:cubicBezTo>
                  <a:cubicBezTo>
                    <a:pt x="190" y="193"/>
                    <a:pt x="188" y="192"/>
                    <a:pt x="187" y="192"/>
                  </a:cubicBezTo>
                  <a:cubicBezTo>
                    <a:pt x="186" y="191"/>
                    <a:pt x="184" y="192"/>
                    <a:pt x="183" y="191"/>
                  </a:cubicBezTo>
                  <a:cubicBezTo>
                    <a:pt x="182" y="191"/>
                    <a:pt x="181" y="190"/>
                    <a:pt x="181" y="190"/>
                  </a:cubicBezTo>
                  <a:cubicBezTo>
                    <a:pt x="180" y="189"/>
                    <a:pt x="178" y="189"/>
                    <a:pt x="177" y="189"/>
                  </a:cubicBezTo>
                  <a:cubicBezTo>
                    <a:pt x="176" y="188"/>
                    <a:pt x="173" y="188"/>
                    <a:pt x="172" y="188"/>
                  </a:cubicBezTo>
                  <a:cubicBezTo>
                    <a:pt x="171" y="187"/>
                    <a:pt x="169" y="187"/>
                    <a:pt x="168" y="186"/>
                  </a:cubicBezTo>
                  <a:cubicBezTo>
                    <a:pt x="168" y="186"/>
                    <a:pt x="167" y="185"/>
                    <a:pt x="167" y="185"/>
                  </a:cubicBezTo>
                  <a:cubicBezTo>
                    <a:pt x="167" y="184"/>
                    <a:pt x="167" y="182"/>
                    <a:pt x="167" y="181"/>
                  </a:cubicBezTo>
                  <a:cubicBezTo>
                    <a:pt x="167" y="181"/>
                    <a:pt x="167" y="179"/>
                    <a:pt x="167" y="178"/>
                  </a:cubicBezTo>
                  <a:cubicBezTo>
                    <a:pt x="167" y="177"/>
                    <a:pt x="166" y="176"/>
                    <a:pt x="166" y="175"/>
                  </a:cubicBezTo>
                  <a:cubicBezTo>
                    <a:pt x="166" y="175"/>
                    <a:pt x="164" y="174"/>
                    <a:pt x="164" y="174"/>
                  </a:cubicBezTo>
                  <a:cubicBezTo>
                    <a:pt x="164" y="174"/>
                    <a:pt x="164" y="173"/>
                    <a:pt x="164" y="173"/>
                  </a:cubicBezTo>
                  <a:cubicBezTo>
                    <a:pt x="164" y="173"/>
                    <a:pt x="164" y="172"/>
                    <a:pt x="164" y="172"/>
                  </a:cubicBezTo>
                  <a:cubicBezTo>
                    <a:pt x="165" y="171"/>
                    <a:pt x="166" y="172"/>
                    <a:pt x="166" y="172"/>
                  </a:cubicBezTo>
                  <a:cubicBezTo>
                    <a:pt x="167" y="172"/>
                    <a:pt x="167" y="171"/>
                    <a:pt x="167" y="171"/>
                  </a:cubicBezTo>
                  <a:cubicBezTo>
                    <a:pt x="168" y="170"/>
                    <a:pt x="168" y="169"/>
                    <a:pt x="168" y="168"/>
                  </a:cubicBezTo>
                  <a:cubicBezTo>
                    <a:pt x="168" y="168"/>
                    <a:pt x="168" y="167"/>
                    <a:pt x="168" y="166"/>
                  </a:cubicBezTo>
                  <a:cubicBezTo>
                    <a:pt x="167" y="166"/>
                    <a:pt x="167" y="165"/>
                    <a:pt x="166" y="165"/>
                  </a:cubicBezTo>
                  <a:cubicBezTo>
                    <a:pt x="166" y="165"/>
                    <a:pt x="165" y="166"/>
                    <a:pt x="165" y="166"/>
                  </a:cubicBezTo>
                  <a:cubicBezTo>
                    <a:pt x="165" y="166"/>
                    <a:pt x="165" y="167"/>
                    <a:pt x="165" y="168"/>
                  </a:cubicBezTo>
                  <a:cubicBezTo>
                    <a:pt x="164" y="168"/>
                    <a:pt x="163" y="169"/>
                    <a:pt x="163" y="169"/>
                  </a:cubicBezTo>
                  <a:cubicBezTo>
                    <a:pt x="162" y="170"/>
                    <a:pt x="161" y="171"/>
                    <a:pt x="161" y="171"/>
                  </a:cubicBezTo>
                  <a:cubicBezTo>
                    <a:pt x="161" y="172"/>
                    <a:pt x="161" y="174"/>
                    <a:pt x="161" y="175"/>
                  </a:cubicBezTo>
                  <a:cubicBezTo>
                    <a:pt x="161" y="175"/>
                    <a:pt x="162" y="176"/>
                    <a:pt x="163" y="176"/>
                  </a:cubicBezTo>
                  <a:cubicBezTo>
                    <a:pt x="163" y="177"/>
                    <a:pt x="163" y="178"/>
                    <a:pt x="163" y="179"/>
                  </a:cubicBezTo>
                  <a:cubicBezTo>
                    <a:pt x="163" y="179"/>
                    <a:pt x="162" y="181"/>
                    <a:pt x="162" y="181"/>
                  </a:cubicBezTo>
                  <a:cubicBezTo>
                    <a:pt x="161" y="182"/>
                    <a:pt x="158" y="182"/>
                    <a:pt x="157" y="182"/>
                  </a:cubicBezTo>
                  <a:cubicBezTo>
                    <a:pt x="156" y="182"/>
                    <a:pt x="153" y="182"/>
                    <a:pt x="152" y="182"/>
                  </a:cubicBezTo>
                  <a:cubicBezTo>
                    <a:pt x="151" y="182"/>
                    <a:pt x="149" y="182"/>
                    <a:pt x="148" y="181"/>
                  </a:cubicBezTo>
                  <a:cubicBezTo>
                    <a:pt x="147" y="181"/>
                    <a:pt x="146" y="181"/>
                    <a:pt x="146" y="180"/>
                  </a:cubicBezTo>
                  <a:cubicBezTo>
                    <a:pt x="145" y="180"/>
                    <a:pt x="145" y="180"/>
                    <a:pt x="145" y="179"/>
                  </a:cubicBezTo>
                  <a:cubicBezTo>
                    <a:pt x="144" y="179"/>
                    <a:pt x="143" y="179"/>
                    <a:pt x="143" y="179"/>
                  </a:cubicBezTo>
                  <a:cubicBezTo>
                    <a:pt x="142" y="179"/>
                    <a:pt x="140" y="179"/>
                    <a:pt x="139" y="179"/>
                  </a:cubicBezTo>
                  <a:cubicBezTo>
                    <a:pt x="138" y="179"/>
                    <a:pt x="137" y="180"/>
                    <a:pt x="137" y="179"/>
                  </a:cubicBezTo>
                  <a:cubicBezTo>
                    <a:pt x="136" y="179"/>
                    <a:pt x="135" y="178"/>
                    <a:pt x="135" y="178"/>
                  </a:cubicBezTo>
                  <a:cubicBezTo>
                    <a:pt x="135" y="177"/>
                    <a:pt x="137" y="178"/>
                    <a:pt x="137" y="178"/>
                  </a:cubicBezTo>
                  <a:cubicBezTo>
                    <a:pt x="138" y="178"/>
                    <a:pt x="138" y="178"/>
                    <a:pt x="139" y="177"/>
                  </a:cubicBezTo>
                  <a:cubicBezTo>
                    <a:pt x="139" y="177"/>
                    <a:pt x="140" y="177"/>
                    <a:pt x="140" y="176"/>
                  </a:cubicBezTo>
                  <a:cubicBezTo>
                    <a:pt x="140" y="175"/>
                    <a:pt x="140" y="174"/>
                    <a:pt x="140" y="174"/>
                  </a:cubicBezTo>
                  <a:cubicBezTo>
                    <a:pt x="140" y="173"/>
                    <a:pt x="141" y="173"/>
                    <a:pt x="141" y="173"/>
                  </a:cubicBezTo>
                  <a:cubicBezTo>
                    <a:pt x="142" y="173"/>
                    <a:pt x="142" y="172"/>
                    <a:pt x="141" y="171"/>
                  </a:cubicBezTo>
                  <a:cubicBezTo>
                    <a:pt x="141" y="171"/>
                    <a:pt x="141" y="170"/>
                    <a:pt x="140" y="169"/>
                  </a:cubicBezTo>
                  <a:cubicBezTo>
                    <a:pt x="140" y="169"/>
                    <a:pt x="138" y="169"/>
                    <a:pt x="138" y="170"/>
                  </a:cubicBezTo>
                  <a:cubicBezTo>
                    <a:pt x="138" y="170"/>
                    <a:pt x="138" y="171"/>
                    <a:pt x="138" y="172"/>
                  </a:cubicBezTo>
                  <a:cubicBezTo>
                    <a:pt x="138" y="172"/>
                    <a:pt x="138" y="173"/>
                    <a:pt x="138" y="174"/>
                  </a:cubicBezTo>
                  <a:cubicBezTo>
                    <a:pt x="137" y="175"/>
                    <a:pt x="136" y="176"/>
                    <a:pt x="136" y="176"/>
                  </a:cubicBezTo>
                  <a:cubicBezTo>
                    <a:pt x="135" y="176"/>
                    <a:pt x="135" y="175"/>
                    <a:pt x="135" y="175"/>
                  </a:cubicBezTo>
                  <a:cubicBezTo>
                    <a:pt x="134" y="175"/>
                    <a:pt x="134" y="174"/>
                    <a:pt x="133" y="173"/>
                  </a:cubicBezTo>
                  <a:cubicBezTo>
                    <a:pt x="133" y="173"/>
                    <a:pt x="133" y="172"/>
                    <a:pt x="133" y="171"/>
                  </a:cubicBezTo>
                  <a:cubicBezTo>
                    <a:pt x="133" y="171"/>
                    <a:pt x="132" y="170"/>
                    <a:pt x="132" y="170"/>
                  </a:cubicBezTo>
                  <a:cubicBezTo>
                    <a:pt x="132" y="170"/>
                    <a:pt x="131" y="170"/>
                    <a:pt x="130" y="170"/>
                  </a:cubicBezTo>
                  <a:cubicBezTo>
                    <a:pt x="130" y="171"/>
                    <a:pt x="129" y="173"/>
                    <a:pt x="129" y="173"/>
                  </a:cubicBezTo>
                  <a:cubicBezTo>
                    <a:pt x="129" y="174"/>
                    <a:pt x="129" y="175"/>
                    <a:pt x="129" y="176"/>
                  </a:cubicBezTo>
                  <a:cubicBezTo>
                    <a:pt x="128" y="176"/>
                    <a:pt x="128" y="178"/>
                    <a:pt x="127" y="178"/>
                  </a:cubicBezTo>
                  <a:cubicBezTo>
                    <a:pt x="127" y="179"/>
                    <a:pt x="126" y="180"/>
                    <a:pt x="125" y="181"/>
                  </a:cubicBezTo>
                  <a:cubicBezTo>
                    <a:pt x="125" y="181"/>
                    <a:pt x="123" y="181"/>
                    <a:pt x="122" y="182"/>
                  </a:cubicBezTo>
                  <a:cubicBezTo>
                    <a:pt x="122" y="182"/>
                    <a:pt x="120" y="182"/>
                    <a:pt x="120" y="182"/>
                  </a:cubicBezTo>
                  <a:cubicBezTo>
                    <a:pt x="119" y="183"/>
                    <a:pt x="118" y="185"/>
                    <a:pt x="118" y="185"/>
                  </a:cubicBezTo>
                  <a:cubicBezTo>
                    <a:pt x="117" y="186"/>
                    <a:pt x="115" y="186"/>
                    <a:pt x="115" y="187"/>
                  </a:cubicBezTo>
                  <a:cubicBezTo>
                    <a:pt x="114" y="188"/>
                    <a:pt x="114" y="190"/>
                    <a:pt x="115" y="191"/>
                  </a:cubicBezTo>
                  <a:cubicBezTo>
                    <a:pt x="115" y="192"/>
                    <a:pt x="115" y="194"/>
                    <a:pt x="115" y="195"/>
                  </a:cubicBezTo>
                  <a:cubicBezTo>
                    <a:pt x="115" y="195"/>
                    <a:pt x="115" y="197"/>
                    <a:pt x="114" y="198"/>
                  </a:cubicBezTo>
                  <a:cubicBezTo>
                    <a:pt x="114" y="198"/>
                    <a:pt x="112" y="197"/>
                    <a:pt x="112" y="197"/>
                  </a:cubicBezTo>
                  <a:cubicBezTo>
                    <a:pt x="111" y="196"/>
                    <a:pt x="110" y="195"/>
                    <a:pt x="109" y="195"/>
                  </a:cubicBezTo>
                  <a:cubicBezTo>
                    <a:pt x="108" y="195"/>
                    <a:pt x="105" y="195"/>
                    <a:pt x="104" y="195"/>
                  </a:cubicBezTo>
                  <a:cubicBezTo>
                    <a:pt x="102" y="195"/>
                    <a:pt x="98" y="195"/>
                    <a:pt x="96" y="195"/>
                  </a:cubicBezTo>
                  <a:cubicBezTo>
                    <a:pt x="94" y="196"/>
                    <a:pt x="92" y="197"/>
                    <a:pt x="90" y="197"/>
                  </a:cubicBezTo>
                  <a:cubicBezTo>
                    <a:pt x="89" y="198"/>
                    <a:pt x="86" y="199"/>
                    <a:pt x="85" y="200"/>
                  </a:cubicBezTo>
                  <a:cubicBezTo>
                    <a:pt x="84" y="201"/>
                    <a:pt x="82" y="202"/>
                    <a:pt x="80" y="202"/>
                  </a:cubicBezTo>
                  <a:cubicBezTo>
                    <a:pt x="80" y="202"/>
                    <a:pt x="78" y="202"/>
                    <a:pt x="77" y="203"/>
                  </a:cubicBezTo>
                  <a:cubicBezTo>
                    <a:pt x="77" y="203"/>
                    <a:pt x="75" y="203"/>
                    <a:pt x="74" y="203"/>
                  </a:cubicBezTo>
                  <a:cubicBezTo>
                    <a:pt x="74" y="203"/>
                    <a:pt x="73" y="205"/>
                    <a:pt x="72" y="205"/>
                  </a:cubicBezTo>
                  <a:cubicBezTo>
                    <a:pt x="72" y="206"/>
                    <a:pt x="70" y="205"/>
                    <a:pt x="69" y="205"/>
                  </a:cubicBezTo>
                  <a:cubicBezTo>
                    <a:pt x="69" y="205"/>
                    <a:pt x="68" y="204"/>
                    <a:pt x="68" y="204"/>
                  </a:cubicBezTo>
                  <a:cubicBezTo>
                    <a:pt x="67" y="203"/>
                    <a:pt x="65" y="203"/>
                    <a:pt x="64" y="204"/>
                  </a:cubicBezTo>
                  <a:cubicBezTo>
                    <a:pt x="63" y="204"/>
                    <a:pt x="61" y="205"/>
                    <a:pt x="60" y="205"/>
                  </a:cubicBezTo>
                  <a:cubicBezTo>
                    <a:pt x="59" y="205"/>
                    <a:pt x="57" y="205"/>
                    <a:pt x="56" y="205"/>
                  </a:cubicBezTo>
                  <a:cubicBezTo>
                    <a:pt x="55" y="206"/>
                    <a:pt x="53" y="207"/>
                    <a:pt x="52" y="208"/>
                  </a:cubicBezTo>
                  <a:cubicBezTo>
                    <a:pt x="51" y="208"/>
                    <a:pt x="50" y="208"/>
                    <a:pt x="50" y="208"/>
                  </a:cubicBezTo>
                  <a:cubicBezTo>
                    <a:pt x="49" y="208"/>
                    <a:pt x="48" y="210"/>
                    <a:pt x="47" y="210"/>
                  </a:cubicBezTo>
                  <a:cubicBezTo>
                    <a:pt x="47" y="211"/>
                    <a:pt x="46" y="213"/>
                    <a:pt x="45" y="213"/>
                  </a:cubicBezTo>
                  <a:cubicBezTo>
                    <a:pt x="45" y="214"/>
                    <a:pt x="44" y="214"/>
                    <a:pt x="43" y="214"/>
                  </a:cubicBezTo>
                  <a:cubicBezTo>
                    <a:pt x="43" y="214"/>
                    <a:pt x="42" y="213"/>
                    <a:pt x="42" y="213"/>
                  </a:cubicBezTo>
                  <a:cubicBezTo>
                    <a:pt x="42" y="212"/>
                    <a:pt x="40" y="213"/>
                    <a:pt x="40" y="213"/>
                  </a:cubicBezTo>
                  <a:cubicBezTo>
                    <a:pt x="39" y="213"/>
                    <a:pt x="39" y="214"/>
                    <a:pt x="38" y="214"/>
                  </a:cubicBezTo>
                  <a:cubicBezTo>
                    <a:pt x="38" y="215"/>
                    <a:pt x="37" y="214"/>
                    <a:pt x="36" y="214"/>
                  </a:cubicBezTo>
                  <a:cubicBezTo>
                    <a:pt x="36" y="215"/>
                    <a:pt x="35" y="215"/>
                    <a:pt x="34" y="215"/>
                  </a:cubicBezTo>
                  <a:cubicBezTo>
                    <a:pt x="34" y="216"/>
                    <a:pt x="34" y="218"/>
                    <a:pt x="33" y="218"/>
                  </a:cubicBezTo>
                  <a:cubicBezTo>
                    <a:pt x="33" y="219"/>
                    <a:pt x="31" y="220"/>
                    <a:pt x="31" y="220"/>
                  </a:cubicBezTo>
                  <a:cubicBezTo>
                    <a:pt x="30" y="221"/>
                    <a:pt x="30" y="223"/>
                    <a:pt x="30" y="223"/>
                  </a:cubicBezTo>
                  <a:cubicBezTo>
                    <a:pt x="29" y="224"/>
                    <a:pt x="27" y="223"/>
                    <a:pt x="27" y="224"/>
                  </a:cubicBezTo>
                  <a:cubicBezTo>
                    <a:pt x="26" y="224"/>
                    <a:pt x="25" y="224"/>
                    <a:pt x="24" y="225"/>
                  </a:cubicBezTo>
                  <a:cubicBezTo>
                    <a:pt x="24" y="225"/>
                    <a:pt x="22" y="226"/>
                    <a:pt x="22" y="227"/>
                  </a:cubicBezTo>
                  <a:cubicBezTo>
                    <a:pt x="22" y="227"/>
                    <a:pt x="21" y="229"/>
                    <a:pt x="22" y="229"/>
                  </a:cubicBezTo>
                  <a:cubicBezTo>
                    <a:pt x="22" y="229"/>
                    <a:pt x="23" y="229"/>
                    <a:pt x="24" y="229"/>
                  </a:cubicBezTo>
                  <a:cubicBezTo>
                    <a:pt x="24" y="230"/>
                    <a:pt x="23" y="231"/>
                    <a:pt x="23" y="231"/>
                  </a:cubicBezTo>
                  <a:cubicBezTo>
                    <a:pt x="22" y="231"/>
                    <a:pt x="21" y="231"/>
                    <a:pt x="21" y="231"/>
                  </a:cubicBezTo>
                  <a:cubicBezTo>
                    <a:pt x="20" y="231"/>
                    <a:pt x="18" y="232"/>
                    <a:pt x="17" y="232"/>
                  </a:cubicBezTo>
                  <a:cubicBezTo>
                    <a:pt x="17" y="231"/>
                    <a:pt x="16" y="230"/>
                    <a:pt x="15" y="230"/>
                  </a:cubicBezTo>
                  <a:cubicBezTo>
                    <a:pt x="15" y="229"/>
                    <a:pt x="15" y="228"/>
                    <a:pt x="15" y="228"/>
                  </a:cubicBezTo>
                  <a:cubicBezTo>
                    <a:pt x="15" y="227"/>
                    <a:pt x="14" y="227"/>
                    <a:pt x="14" y="226"/>
                  </a:cubicBezTo>
                  <a:cubicBezTo>
                    <a:pt x="14" y="226"/>
                    <a:pt x="14" y="225"/>
                    <a:pt x="13" y="225"/>
                  </a:cubicBezTo>
                  <a:cubicBezTo>
                    <a:pt x="13" y="224"/>
                    <a:pt x="11" y="224"/>
                    <a:pt x="11" y="224"/>
                  </a:cubicBezTo>
                  <a:cubicBezTo>
                    <a:pt x="10" y="223"/>
                    <a:pt x="10" y="222"/>
                    <a:pt x="10" y="222"/>
                  </a:cubicBezTo>
                  <a:cubicBezTo>
                    <a:pt x="9" y="221"/>
                    <a:pt x="8" y="221"/>
                    <a:pt x="7" y="221"/>
                  </a:cubicBezTo>
                  <a:cubicBezTo>
                    <a:pt x="6" y="221"/>
                    <a:pt x="5" y="221"/>
                    <a:pt x="4" y="222"/>
                  </a:cubicBezTo>
                  <a:cubicBezTo>
                    <a:pt x="4" y="222"/>
                    <a:pt x="3" y="223"/>
                    <a:pt x="2" y="223"/>
                  </a:cubicBezTo>
                  <a:cubicBezTo>
                    <a:pt x="2" y="223"/>
                    <a:pt x="1" y="224"/>
                    <a:pt x="0" y="223"/>
                  </a:cubicBezTo>
                  <a:cubicBezTo>
                    <a:pt x="0" y="223"/>
                    <a:pt x="0" y="222"/>
                    <a:pt x="0" y="222"/>
                  </a:cubicBezTo>
                  <a:cubicBezTo>
                    <a:pt x="0" y="221"/>
                    <a:pt x="1" y="220"/>
                    <a:pt x="1" y="220"/>
                  </a:cubicBezTo>
                  <a:cubicBezTo>
                    <a:pt x="2" y="219"/>
                    <a:pt x="2" y="218"/>
                    <a:pt x="3" y="217"/>
                  </a:cubicBezTo>
                  <a:cubicBezTo>
                    <a:pt x="3" y="216"/>
                    <a:pt x="4" y="215"/>
                    <a:pt x="5" y="215"/>
                  </a:cubicBezTo>
                  <a:cubicBezTo>
                    <a:pt x="5" y="214"/>
                    <a:pt x="6" y="213"/>
                    <a:pt x="5" y="213"/>
                  </a:cubicBezTo>
                  <a:cubicBezTo>
                    <a:pt x="5" y="212"/>
                    <a:pt x="4" y="212"/>
                    <a:pt x="4" y="212"/>
                  </a:cubicBezTo>
                  <a:cubicBezTo>
                    <a:pt x="4" y="211"/>
                    <a:pt x="5" y="210"/>
                    <a:pt x="5" y="209"/>
                  </a:cubicBezTo>
                  <a:cubicBezTo>
                    <a:pt x="6" y="209"/>
                    <a:pt x="7" y="208"/>
                    <a:pt x="7" y="208"/>
                  </a:cubicBezTo>
                  <a:cubicBezTo>
                    <a:pt x="8" y="207"/>
                    <a:pt x="8" y="205"/>
                    <a:pt x="9" y="205"/>
                  </a:cubicBezTo>
                  <a:cubicBezTo>
                    <a:pt x="9" y="204"/>
                    <a:pt x="11" y="204"/>
                    <a:pt x="11" y="203"/>
                  </a:cubicBezTo>
                  <a:cubicBezTo>
                    <a:pt x="12" y="202"/>
                    <a:pt x="12" y="201"/>
                    <a:pt x="12" y="200"/>
                  </a:cubicBezTo>
                  <a:cubicBezTo>
                    <a:pt x="12" y="199"/>
                    <a:pt x="11" y="197"/>
                    <a:pt x="12" y="196"/>
                  </a:cubicBezTo>
                  <a:cubicBezTo>
                    <a:pt x="12" y="196"/>
                    <a:pt x="12" y="194"/>
                    <a:pt x="13" y="193"/>
                  </a:cubicBezTo>
                  <a:cubicBezTo>
                    <a:pt x="13" y="193"/>
                    <a:pt x="13" y="192"/>
                    <a:pt x="14" y="191"/>
                  </a:cubicBezTo>
                  <a:cubicBezTo>
                    <a:pt x="15" y="191"/>
                    <a:pt x="16" y="190"/>
                    <a:pt x="17" y="190"/>
                  </a:cubicBezTo>
                  <a:cubicBezTo>
                    <a:pt x="17" y="189"/>
                    <a:pt x="18" y="188"/>
                    <a:pt x="18" y="187"/>
                  </a:cubicBezTo>
                  <a:cubicBezTo>
                    <a:pt x="18" y="187"/>
                    <a:pt x="18" y="185"/>
                    <a:pt x="19" y="185"/>
                  </a:cubicBezTo>
                  <a:cubicBezTo>
                    <a:pt x="19" y="184"/>
                    <a:pt x="20" y="183"/>
                    <a:pt x="21" y="182"/>
                  </a:cubicBezTo>
                  <a:cubicBezTo>
                    <a:pt x="22" y="181"/>
                    <a:pt x="23" y="180"/>
                    <a:pt x="23" y="179"/>
                  </a:cubicBezTo>
                  <a:cubicBezTo>
                    <a:pt x="24" y="178"/>
                    <a:pt x="24" y="177"/>
                    <a:pt x="25" y="176"/>
                  </a:cubicBezTo>
                  <a:cubicBezTo>
                    <a:pt x="25" y="175"/>
                    <a:pt x="26" y="172"/>
                    <a:pt x="26" y="171"/>
                  </a:cubicBezTo>
                  <a:cubicBezTo>
                    <a:pt x="27" y="170"/>
                    <a:pt x="28" y="168"/>
                    <a:pt x="29" y="167"/>
                  </a:cubicBezTo>
                  <a:cubicBezTo>
                    <a:pt x="30" y="166"/>
                    <a:pt x="31" y="164"/>
                    <a:pt x="32" y="163"/>
                  </a:cubicBezTo>
                  <a:cubicBezTo>
                    <a:pt x="32" y="162"/>
                    <a:pt x="32" y="160"/>
                    <a:pt x="32" y="159"/>
                  </a:cubicBezTo>
                  <a:cubicBezTo>
                    <a:pt x="32" y="158"/>
                    <a:pt x="30" y="157"/>
                    <a:pt x="30" y="156"/>
                  </a:cubicBezTo>
                  <a:cubicBezTo>
                    <a:pt x="30" y="155"/>
                    <a:pt x="29" y="154"/>
                    <a:pt x="29" y="153"/>
                  </a:cubicBezTo>
                  <a:cubicBezTo>
                    <a:pt x="29" y="152"/>
                    <a:pt x="29" y="150"/>
                    <a:pt x="29" y="150"/>
                  </a:cubicBezTo>
                  <a:cubicBezTo>
                    <a:pt x="29" y="149"/>
                    <a:pt x="27" y="150"/>
                    <a:pt x="26" y="149"/>
                  </a:cubicBezTo>
                  <a:cubicBezTo>
                    <a:pt x="26" y="149"/>
                    <a:pt x="25" y="147"/>
                    <a:pt x="25" y="146"/>
                  </a:cubicBezTo>
                  <a:cubicBezTo>
                    <a:pt x="26" y="146"/>
                    <a:pt x="27" y="146"/>
                    <a:pt x="27" y="146"/>
                  </a:cubicBezTo>
                  <a:cubicBezTo>
                    <a:pt x="28" y="146"/>
                    <a:pt x="29" y="145"/>
                    <a:pt x="30" y="145"/>
                  </a:cubicBezTo>
                  <a:cubicBezTo>
                    <a:pt x="30" y="145"/>
                    <a:pt x="32" y="145"/>
                    <a:pt x="32" y="145"/>
                  </a:cubicBezTo>
                  <a:cubicBezTo>
                    <a:pt x="33" y="144"/>
                    <a:pt x="35" y="143"/>
                    <a:pt x="35" y="142"/>
                  </a:cubicBezTo>
                  <a:cubicBezTo>
                    <a:pt x="36" y="140"/>
                    <a:pt x="38" y="137"/>
                    <a:pt x="39" y="135"/>
                  </a:cubicBezTo>
                  <a:cubicBezTo>
                    <a:pt x="39" y="135"/>
                    <a:pt x="40" y="133"/>
                    <a:pt x="41" y="133"/>
                  </a:cubicBezTo>
                  <a:cubicBezTo>
                    <a:pt x="41" y="132"/>
                    <a:pt x="41" y="130"/>
                    <a:pt x="41" y="129"/>
                  </a:cubicBezTo>
                  <a:cubicBezTo>
                    <a:pt x="42" y="128"/>
                    <a:pt x="43" y="126"/>
                    <a:pt x="44" y="125"/>
                  </a:cubicBezTo>
                  <a:cubicBezTo>
                    <a:pt x="44" y="125"/>
                    <a:pt x="45" y="123"/>
                    <a:pt x="45" y="122"/>
                  </a:cubicBezTo>
                  <a:cubicBezTo>
                    <a:pt x="45" y="121"/>
                    <a:pt x="45" y="119"/>
                    <a:pt x="46" y="117"/>
                  </a:cubicBezTo>
                  <a:cubicBezTo>
                    <a:pt x="46" y="117"/>
                    <a:pt x="46" y="115"/>
                    <a:pt x="46" y="114"/>
                  </a:cubicBezTo>
                  <a:cubicBezTo>
                    <a:pt x="46" y="114"/>
                    <a:pt x="47" y="113"/>
                    <a:pt x="47" y="113"/>
                  </a:cubicBezTo>
                  <a:cubicBezTo>
                    <a:pt x="47" y="112"/>
                    <a:pt x="46" y="111"/>
                    <a:pt x="45" y="111"/>
                  </a:cubicBezTo>
                  <a:cubicBezTo>
                    <a:pt x="45" y="110"/>
                    <a:pt x="46" y="107"/>
                    <a:pt x="46" y="106"/>
                  </a:cubicBezTo>
                  <a:cubicBezTo>
                    <a:pt x="46" y="105"/>
                    <a:pt x="45" y="103"/>
                    <a:pt x="45" y="103"/>
                  </a:cubicBezTo>
                  <a:cubicBezTo>
                    <a:pt x="44" y="102"/>
                    <a:pt x="42" y="102"/>
                    <a:pt x="42" y="101"/>
                  </a:cubicBezTo>
                  <a:cubicBezTo>
                    <a:pt x="41" y="100"/>
                    <a:pt x="42" y="99"/>
                    <a:pt x="42" y="98"/>
                  </a:cubicBezTo>
                  <a:cubicBezTo>
                    <a:pt x="42" y="98"/>
                    <a:pt x="42" y="97"/>
                    <a:pt x="43" y="97"/>
                  </a:cubicBezTo>
                  <a:cubicBezTo>
                    <a:pt x="43" y="97"/>
                    <a:pt x="43" y="96"/>
                    <a:pt x="42" y="95"/>
                  </a:cubicBezTo>
                  <a:cubicBezTo>
                    <a:pt x="42" y="95"/>
                    <a:pt x="41" y="95"/>
                    <a:pt x="41" y="94"/>
                  </a:cubicBezTo>
                  <a:cubicBezTo>
                    <a:pt x="41" y="94"/>
                    <a:pt x="42" y="92"/>
                    <a:pt x="42" y="91"/>
                  </a:cubicBezTo>
                  <a:cubicBezTo>
                    <a:pt x="43" y="91"/>
                    <a:pt x="44" y="90"/>
                    <a:pt x="44" y="90"/>
                  </a:cubicBezTo>
                  <a:cubicBezTo>
                    <a:pt x="45" y="89"/>
                    <a:pt x="46" y="88"/>
                    <a:pt x="47" y="87"/>
                  </a:cubicBezTo>
                  <a:cubicBezTo>
                    <a:pt x="47" y="86"/>
                    <a:pt x="49" y="84"/>
                    <a:pt x="49" y="84"/>
                  </a:cubicBezTo>
                  <a:cubicBezTo>
                    <a:pt x="49" y="83"/>
                    <a:pt x="50" y="82"/>
                    <a:pt x="50" y="81"/>
                  </a:cubicBezTo>
                  <a:cubicBezTo>
                    <a:pt x="50" y="80"/>
                    <a:pt x="51" y="78"/>
                    <a:pt x="52" y="78"/>
                  </a:cubicBezTo>
                  <a:cubicBezTo>
                    <a:pt x="52" y="77"/>
                    <a:pt x="53" y="76"/>
                    <a:pt x="54" y="75"/>
                  </a:cubicBezTo>
                  <a:cubicBezTo>
                    <a:pt x="54" y="74"/>
                    <a:pt x="54" y="72"/>
                    <a:pt x="54" y="71"/>
                  </a:cubicBezTo>
                  <a:cubicBezTo>
                    <a:pt x="55" y="70"/>
                    <a:pt x="56" y="68"/>
                    <a:pt x="56" y="68"/>
                  </a:cubicBezTo>
                  <a:cubicBezTo>
                    <a:pt x="57" y="66"/>
                    <a:pt x="59" y="64"/>
                    <a:pt x="59" y="63"/>
                  </a:cubicBezTo>
                  <a:cubicBezTo>
                    <a:pt x="60" y="62"/>
                    <a:pt x="61" y="60"/>
                    <a:pt x="61" y="59"/>
                  </a:cubicBezTo>
                  <a:cubicBezTo>
                    <a:pt x="62" y="58"/>
                    <a:pt x="63" y="56"/>
                    <a:pt x="64" y="55"/>
                  </a:cubicBezTo>
                  <a:cubicBezTo>
                    <a:pt x="64" y="54"/>
                    <a:pt x="64" y="52"/>
                    <a:pt x="65" y="51"/>
                  </a:cubicBezTo>
                  <a:cubicBezTo>
                    <a:pt x="65" y="51"/>
                    <a:pt x="66" y="50"/>
                    <a:pt x="66" y="49"/>
                  </a:cubicBezTo>
                  <a:cubicBezTo>
                    <a:pt x="66" y="49"/>
                    <a:pt x="66" y="49"/>
                    <a:pt x="66" y="49"/>
                  </a:cubicBezTo>
                  <a:cubicBezTo>
                    <a:pt x="68" y="48"/>
                    <a:pt x="69" y="48"/>
                    <a:pt x="70" y="47"/>
                  </a:cubicBezTo>
                  <a:cubicBezTo>
                    <a:pt x="71" y="46"/>
                    <a:pt x="72" y="45"/>
                    <a:pt x="73" y="44"/>
                  </a:cubicBezTo>
                  <a:cubicBezTo>
                    <a:pt x="74" y="44"/>
                    <a:pt x="77" y="43"/>
                    <a:pt x="78" y="43"/>
                  </a:cubicBezTo>
                  <a:cubicBezTo>
                    <a:pt x="79" y="43"/>
                    <a:pt x="80" y="44"/>
                    <a:pt x="81" y="44"/>
                  </a:cubicBezTo>
                  <a:cubicBezTo>
                    <a:pt x="83" y="44"/>
                    <a:pt x="86" y="45"/>
                    <a:pt x="88" y="46"/>
                  </a:cubicBezTo>
                  <a:cubicBezTo>
                    <a:pt x="89" y="46"/>
                    <a:pt x="90" y="48"/>
                    <a:pt x="91" y="49"/>
                  </a:cubicBezTo>
                  <a:cubicBezTo>
                    <a:pt x="91" y="50"/>
                    <a:pt x="91" y="52"/>
                    <a:pt x="92" y="53"/>
                  </a:cubicBezTo>
                  <a:cubicBezTo>
                    <a:pt x="92" y="55"/>
                    <a:pt x="95" y="57"/>
                    <a:pt x="97" y="58"/>
                  </a:cubicBezTo>
                  <a:cubicBezTo>
                    <a:pt x="98" y="58"/>
                    <a:pt x="100" y="59"/>
                    <a:pt x="101" y="60"/>
                  </a:cubicBezTo>
                  <a:cubicBezTo>
                    <a:pt x="102" y="60"/>
                    <a:pt x="104" y="60"/>
                    <a:pt x="105" y="60"/>
                  </a:cubicBezTo>
                  <a:cubicBezTo>
                    <a:pt x="107" y="60"/>
                    <a:pt x="110" y="58"/>
                    <a:pt x="112" y="58"/>
                  </a:cubicBezTo>
                  <a:cubicBezTo>
                    <a:pt x="113" y="58"/>
                    <a:pt x="115" y="58"/>
                    <a:pt x="117" y="58"/>
                  </a:cubicBezTo>
                  <a:cubicBezTo>
                    <a:pt x="118" y="59"/>
                    <a:pt x="120" y="60"/>
                    <a:pt x="121" y="60"/>
                  </a:cubicBezTo>
                  <a:cubicBezTo>
                    <a:pt x="122" y="61"/>
                    <a:pt x="124" y="62"/>
                    <a:pt x="126" y="63"/>
                  </a:cubicBezTo>
                  <a:cubicBezTo>
                    <a:pt x="126" y="63"/>
                    <a:pt x="128" y="65"/>
                    <a:pt x="129" y="66"/>
                  </a:cubicBezTo>
                  <a:cubicBezTo>
                    <a:pt x="129" y="66"/>
                    <a:pt x="131" y="66"/>
                    <a:pt x="131" y="66"/>
                  </a:cubicBezTo>
                  <a:cubicBezTo>
                    <a:pt x="133" y="65"/>
                    <a:pt x="133" y="62"/>
                    <a:pt x="134" y="61"/>
                  </a:cubicBezTo>
                  <a:cubicBezTo>
                    <a:pt x="135" y="60"/>
                    <a:pt x="137" y="58"/>
                    <a:pt x="138" y="57"/>
                  </a:cubicBezTo>
                  <a:cubicBezTo>
                    <a:pt x="139" y="56"/>
                    <a:pt x="144" y="55"/>
                    <a:pt x="146" y="54"/>
                  </a:cubicBezTo>
                  <a:cubicBezTo>
                    <a:pt x="147" y="54"/>
                    <a:pt x="150" y="54"/>
                    <a:pt x="151" y="55"/>
                  </a:cubicBezTo>
                  <a:cubicBezTo>
                    <a:pt x="152" y="55"/>
                    <a:pt x="154" y="56"/>
                    <a:pt x="155" y="56"/>
                  </a:cubicBezTo>
                  <a:cubicBezTo>
                    <a:pt x="156" y="57"/>
                    <a:pt x="159" y="58"/>
                    <a:pt x="160" y="59"/>
                  </a:cubicBezTo>
                  <a:cubicBezTo>
                    <a:pt x="161" y="60"/>
                    <a:pt x="163" y="64"/>
                    <a:pt x="165" y="65"/>
                  </a:cubicBezTo>
                  <a:cubicBezTo>
                    <a:pt x="166" y="65"/>
                    <a:pt x="168" y="66"/>
                    <a:pt x="169" y="66"/>
                  </a:cubicBezTo>
                  <a:cubicBezTo>
                    <a:pt x="171" y="67"/>
                    <a:pt x="174" y="66"/>
                    <a:pt x="175" y="66"/>
                  </a:cubicBezTo>
                  <a:cubicBezTo>
                    <a:pt x="176" y="66"/>
                    <a:pt x="179" y="66"/>
                    <a:pt x="180" y="66"/>
                  </a:cubicBezTo>
                  <a:cubicBezTo>
                    <a:pt x="181" y="66"/>
                    <a:pt x="183" y="66"/>
                    <a:pt x="185" y="67"/>
                  </a:cubicBezTo>
                  <a:cubicBezTo>
                    <a:pt x="186" y="67"/>
                    <a:pt x="188" y="69"/>
                    <a:pt x="189" y="69"/>
                  </a:cubicBezTo>
                  <a:cubicBezTo>
                    <a:pt x="190" y="69"/>
                    <a:pt x="192" y="68"/>
                    <a:pt x="193" y="68"/>
                  </a:cubicBezTo>
                  <a:cubicBezTo>
                    <a:pt x="194" y="67"/>
                    <a:pt x="195" y="65"/>
                    <a:pt x="196" y="65"/>
                  </a:cubicBezTo>
                  <a:cubicBezTo>
                    <a:pt x="197" y="64"/>
                    <a:pt x="201" y="65"/>
                    <a:pt x="202" y="65"/>
                  </a:cubicBezTo>
                  <a:cubicBezTo>
                    <a:pt x="203" y="65"/>
                    <a:pt x="204" y="64"/>
                    <a:pt x="204" y="63"/>
                  </a:cubicBezTo>
                  <a:cubicBezTo>
                    <a:pt x="205" y="62"/>
                    <a:pt x="206" y="60"/>
                    <a:pt x="207" y="59"/>
                  </a:cubicBezTo>
                  <a:cubicBezTo>
                    <a:pt x="207" y="57"/>
                    <a:pt x="206" y="54"/>
                    <a:pt x="207" y="53"/>
                  </a:cubicBezTo>
                  <a:cubicBezTo>
                    <a:pt x="207" y="52"/>
                    <a:pt x="208" y="50"/>
                    <a:pt x="208" y="50"/>
                  </a:cubicBezTo>
                  <a:cubicBezTo>
                    <a:pt x="209" y="49"/>
                    <a:pt x="211" y="46"/>
                    <a:pt x="212" y="46"/>
                  </a:cubicBezTo>
                  <a:cubicBezTo>
                    <a:pt x="214" y="45"/>
                    <a:pt x="217" y="45"/>
                    <a:pt x="219" y="45"/>
                  </a:cubicBezTo>
                  <a:cubicBezTo>
                    <a:pt x="221" y="45"/>
                    <a:pt x="224" y="45"/>
                    <a:pt x="225" y="45"/>
                  </a:cubicBezTo>
                  <a:cubicBezTo>
                    <a:pt x="227" y="45"/>
                    <a:pt x="231" y="47"/>
                    <a:pt x="234" y="47"/>
                  </a:cubicBezTo>
                  <a:cubicBezTo>
                    <a:pt x="235" y="47"/>
                    <a:pt x="238" y="47"/>
                    <a:pt x="239" y="46"/>
                  </a:cubicBezTo>
                  <a:cubicBezTo>
                    <a:pt x="240" y="46"/>
                    <a:pt x="241" y="44"/>
                    <a:pt x="242" y="43"/>
                  </a:cubicBezTo>
                  <a:cubicBezTo>
                    <a:pt x="243" y="43"/>
                    <a:pt x="244" y="42"/>
                    <a:pt x="245" y="42"/>
                  </a:cubicBezTo>
                  <a:cubicBezTo>
                    <a:pt x="247" y="42"/>
                    <a:pt x="250" y="44"/>
                    <a:pt x="251" y="45"/>
                  </a:cubicBezTo>
                  <a:cubicBezTo>
                    <a:pt x="252" y="47"/>
                    <a:pt x="252" y="51"/>
                    <a:pt x="252" y="53"/>
                  </a:cubicBezTo>
                  <a:cubicBezTo>
                    <a:pt x="252" y="54"/>
                    <a:pt x="252" y="56"/>
                    <a:pt x="252" y="58"/>
                  </a:cubicBezTo>
                  <a:cubicBezTo>
                    <a:pt x="252" y="59"/>
                    <a:pt x="253" y="60"/>
                    <a:pt x="254" y="61"/>
                  </a:cubicBezTo>
                  <a:cubicBezTo>
                    <a:pt x="255" y="62"/>
                    <a:pt x="258" y="63"/>
                    <a:pt x="259" y="63"/>
                  </a:cubicBezTo>
                  <a:cubicBezTo>
                    <a:pt x="261" y="64"/>
                    <a:pt x="264" y="65"/>
                    <a:pt x="266" y="66"/>
                  </a:cubicBezTo>
                  <a:cubicBezTo>
                    <a:pt x="267" y="67"/>
                    <a:pt x="268" y="70"/>
                    <a:pt x="269" y="71"/>
                  </a:cubicBezTo>
                  <a:cubicBezTo>
                    <a:pt x="270" y="72"/>
                    <a:pt x="274" y="74"/>
                    <a:pt x="276" y="75"/>
                  </a:cubicBezTo>
                  <a:cubicBezTo>
                    <a:pt x="277" y="76"/>
                    <a:pt x="280" y="78"/>
                    <a:pt x="281" y="79"/>
                  </a:cubicBezTo>
                  <a:cubicBezTo>
                    <a:pt x="283" y="80"/>
                    <a:pt x="287" y="82"/>
                    <a:pt x="289" y="83"/>
                  </a:cubicBezTo>
                  <a:cubicBezTo>
                    <a:pt x="290" y="84"/>
                    <a:pt x="292" y="85"/>
                    <a:pt x="294" y="85"/>
                  </a:cubicBezTo>
                  <a:cubicBezTo>
                    <a:pt x="296" y="86"/>
                    <a:pt x="301" y="86"/>
                    <a:pt x="304" y="87"/>
                  </a:cubicBezTo>
                  <a:cubicBezTo>
                    <a:pt x="305" y="87"/>
                    <a:pt x="307" y="87"/>
                    <a:pt x="308" y="87"/>
                  </a:cubicBezTo>
                  <a:cubicBezTo>
                    <a:pt x="310" y="87"/>
                    <a:pt x="314" y="87"/>
                    <a:pt x="316" y="87"/>
                  </a:cubicBezTo>
                  <a:cubicBezTo>
                    <a:pt x="318" y="88"/>
                    <a:pt x="321" y="88"/>
                    <a:pt x="323" y="88"/>
                  </a:cubicBezTo>
                  <a:cubicBezTo>
                    <a:pt x="325" y="88"/>
                    <a:pt x="328" y="89"/>
                    <a:pt x="330" y="88"/>
                  </a:cubicBezTo>
                  <a:cubicBezTo>
                    <a:pt x="331" y="88"/>
                    <a:pt x="332" y="85"/>
                    <a:pt x="333" y="84"/>
                  </a:cubicBezTo>
                  <a:cubicBezTo>
                    <a:pt x="334" y="84"/>
                    <a:pt x="336" y="82"/>
                    <a:pt x="337" y="81"/>
                  </a:cubicBezTo>
                  <a:cubicBezTo>
                    <a:pt x="337" y="80"/>
                    <a:pt x="339" y="78"/>
                    <a:pt x="340" y="77"/>
                  </a:cubicBezTo>
                  <a:cubicBezTo>
                    <a:pt x="341" y="77"/>
                    <a:pt x="343" y="76"/>
                    <a:pt x="344" y="76"/>
                  </a:cubicBezTo>
                  <a:cubicBezTo>
                    <a:pt x="345" y="75"/>
                    <a:pt x="346" y="74"/>
                    <a:pt x="347" y="74"/>
                  </a:cubicBezTo>
                  <a:cubicBezTo>
                    <a:pt x="348" y="73"/>
                    <a:pt x="351" y="72"/>
                    <a:pt x="352" y="71"/>
                  </a:cubicBezTo>
                  <a:cubicBezTo>
                    <a:pt x="353" y="70"/>
                    <a:pt x="354" y="68"/>
                    <a:pt x="355" y="67"/>
                  </a:cubicBezTo>
                  <a:cubicBezTo>
                    <a:pt x="355" y="66"/>
                    <a:pt x="356" y="65"/>
                    <a:pt x="356" y="64"/>
                  </a:cubicBezTo>
                  <a:cubicBezTo>
                    <a:pt x="356" y="63"/>
                    <a:pt x="355" y="60"/>
                    <a:pt x="355" y="59"/>
                  </a:cubicBezTo>
                  <a:cubicBezTo>
                    <a:pt x="355" y="58"/>
                    <a:pt x="356" y="57"/>
                    <a:pt x="356" y="56"/>
                  </a:cubicBezTo>
                  <a:cubicBezTo>
                    <a:pt x="357" y="56"/>
                    <a:pt x="358" y="55"/>
                    <a:pt x="359" y="54"/>
                  </a:cubicBezTo>
                  <a:cubicBezTo>
                    <a:pt x="360" y="54"/>
                    <a:pt x="364" y="53"/>
                    <a:pt x="365" y="53"/>
                  </a:cubicBezTo>
                  <a:cubicBezTo>
                    <a:pt x="367" y="53"/>
                    <a:pt x="371" y="52"/>
                    <a:pt x="373" y="52"/>
                  </a:cubicBezTo>
                  <a:cubicBezTo>
                    <a:pt x="374" y="52"/>
                    <a:pt x="378" y="53"/>
                    <a:pt x="379" y="52"/>
                  </a:cubicBezTo>
                  <a:cubicBezTo>
                    <a:pt x="380" y="52"/>
                    <a:pt x="382" y="51"/>
                    <a:pt x="383" y="51"/>
                  </a:cubicBezTo>
                  <a:cubicBezTo>
                    <a:pt x="384" y="51"/>
                    <a:pt x="387" y="50"/>
                    <a:pt x="388" y="49"/>
                  </a:cubicBezTo>
                  <a:cubicBezTo>
                    <a:pt x="389" y="48"/>
                    <a:pt x="390" y="46"/>
                    <a:pt x="390" y="46"/>
                  </a:cubicBezTo>
                  <a:cubicBezTo>
                    <a:pt x="391" y="45"/>
                    <a:pt x="391" y="42"/>
                    <a:pt x="392" y="41"/>
                  </a:cubicBezTo>
                  <a:cubicBezTo>
                    <a:pt x="392" y="41"/>
                    <a:pt x="393" y="39"/>
                    <a:pt x="393" y="39"/>
                  </a:cubicBezTo>
                  <a:cubicBezTo>
                    <a:pt x="394" y="38"/>
                    <a:pt x="397" y="37"/>
                    <a:pt x="398" y="37"/>
                  </a:cubicBezTo>
                  <a:cubicBezTo>
                    <a:pt x="399" y="37"/>
                    <a:pt x="401" y="37"/>
                    <a:pt x="402" y="37"/>
                  </a:cubicBezTo>
                  <a:cubicBezTo>
                    <a:pt x="404" y="37"/>
                    <a:pt x="406" y="35"/>
                    <a:pt x="408" y="34"/>
                  </a:cubicBezTo>
                  <a:cubicBezTo>
                    <a:pt x="410" y="33"/>
                    <a:pt x="413" y="30"/>
                    <a:pt x="415" y="28"/>
                  </a:cubicBezTo>
                  <a:cubicBezTo>
                    <a:pt x="416" y="28"/>
                    <a:pt x="418" y="27"/>
                    <a:pt x="419" y="26"/>
                  </a:cubicBezTo>
                  <a:cubicBezTo>
                    <a:pt x="421" y="25"/>
                    <a:pt x="423" y="23"/>
                    <a:pt x="425" y="22"/>
                  </a:cubicBezTo>
                  <a:cubicBezTo>
                    <a:pt x="427" y="21"/>
                    <a:pt x="430" y="20"/>
                    <a:pt x="432" y="20"/>
                  </a:cubicBezTo>
                  <a:cubicBezTo>
                    <a:pt x="434" y="19"/>
                    <a:pt x="439" y="17"/>
                    <a:pt x="442" y="16"/>
                  </a:cubicBezTo>
                  <a:cubicBezTo>
                    <a:pt x="444" y="15"/>
                    <a:pt x="447" y="12"/>
                    <a:pt x="450" y="11"/>
                  </a:cubicBezTo>
                  <a:cubicBezTo>
                    <a:pt x="451" y="11"/>
                    <a:pt x="453" y="11"/>
                    <a:pt x="455" y="11"/>
                  </a:cubicBezTo>
                  <a:cubicBezTo>
                    <a:pt x="457" y="10"/>
                    <a:pt x="460" y="10"/>
                    <a:pt x="462" y="11"/>
                  </a:cubicBezTo>
                  <a:cubicBezTo>
                    <a:pt x="463" y="11"/>
                    <a:pt x="466" y="11"/>
                    <a:pt x="468" y="12"/>
                  </a:cubicBezTo>
                  <a:cubicBezTo>
                    <a:pt x="470" y="12"/>
                    <a:pt x="474" y="14"/>
                    <a:pt x="476" y="14"/>
                  </a:cubicBezTo>
                  <a:cubicBezTo>
                    <a:pt x="478" y="14"/>
                    <a:pt x="481" y="14"/>
                    <a:pt x="482" y="14"/>
                  </a:cubicBezTo>
                  <a:cubicBezTo>
                    <a:pt x="483" y="14"/>
                    <a:pt x="485" y="13"/>
                    <a:pt x="486" y="12"/>
                  </a:cubicBezTo>
                  <a:cubicBezTo>
                    <a:pt x="487" y="11"/>
                    <a:pt x="488" y="9"/>
                    <a:pt x="489" y="8"/>
                  </a:cubicBezTo>
                  <a:cubicBezTo>
                    <a:pt x="489" y="7"/>
                    <a:pt x="490" y="5"/>
                    <a:pt x="490" y="4"/>
                  </a:cubicBezTo>
                  <a:cubicBezTo>
                    <a:pt x="491" y="4"/>
                    <a:pt x="494" y="3"/>
                    <a:pt x="495" y="3"/>
                  </a:cubicBezTo>
                  <a:cubicBezTo>
                    <a:pt x="496" y="2"/>
                    <a:pt x="499" y="2"/>
                    <a:pt x="501" y="2"/>
                  </a:cubicBezTo>
                  <a:cubicBezTo>
                    <a:pt x="503" y="1"/>
                    <a:pt x="506" y="0"/>
                    <a:pt x="508" y="0"/>
                  </a:cubicBezTo>
                  <a:cubicBezTo>
                    <a:pt x="509" y="0"/>
                    <a:pt x="512" y="2"/>
                    <a:pt x="513" y="2"/>
                  </a:cubicBezTo>
                  <a:cubicBezTo>
                    <a:pt x="514" y="1"/>
                    <a:pt x="515" y="1"/>
                    <a:pt x="517" y="0"/>
                  </a:cubicBezTo>
                  <a:cubicBezTo>
                    <a:pt x="517" y="0"/>
                    <a:pt x="517" y="1"/>
                    <a:pt x="517" y="1"/>
                  </a:cubicBezTo>
                  <a:cubicBezTo>
                    <a:pt x="518" y="2"/>
                    <a:pt x="521" y="2"/>
                    <a:pt x="522" y="3"/>
                  </a:cubicBezTo>
                  <a:cubicBezTo>
                    <a:pt x="522" y="4"/>
                    <a:pt x="523" y="6"/>
                    <a:pt x="523" y="7"/>
                  </a:cubicBezTo>
                  <a:cubicBezTo>
                    <a:pt x="524" y="8"/>
                    <a:pt x="525" y="9"/>
                    <a:pt x="525" y="10"/>
                  </a:cubicBezTo>
                  <a:cubicBezTo>
                    <a:pt x="526" y="11"/>
                    <a:pt x="525" y="14"/>
                    <a:pt x="525" y="16"/>
                  </a:cubicBezTo>
                  <a:cubicBezTo>
                    <a:pt x="526" y="17"/>
                    <a:pt x="526" y="19"/>
                    <a:pt x="527" y="20"/>
                  </a:cubicBezTo>
                  <a:cubicBezTo>
                    <a:pt x="527" y="21"/>
                    <a:pt x="529" y="22"/>
                    <a:pt x="530" y="23"/>
                  </a:cubicBezTo>
                  <a:cubicBezTo>
                    <a:pt x="530" y="24"/>
                    <a:pt x="531" y="26"/>
                    <a:pt x="532" y="27"/>
                  </a:cubicBezTo>
                  <a:cubicBezTo>
                    <a:pt x="532" y="29"/>
                    <a:pt x="533" y="32"/>
                    <a:pt x="533" y="33"/>
                  </a:cubicBezTo>
                  <a:cubicBezTo>
                    <a:pt x="533" y="35"/>
                    <a:pt x="533" y="38"/>
                    <a:pt x="533" y="40"/>
                  </a:cubicBezTo>
                  <a:cubicBezTo>
                    <a:pt x="533" y="42"/>
                    <a:pt x="533" y="45"/>
                    <a:pt x="533" y="47"/>
                  </a:cubicBezTo>
                  <a:cubicBezTo>
                    <a:pt x="533" y="48"/>
                    <a:pt x="534" y="51"/>
                    <a:pt x="534" y="52"/>
                  </a:cubicBezTo>
                  <a:cubicBezTo>
                    <a:pt x="535" y="53"/>
                    <a:pt x="536" y="55"/>
                    <a:pt x="537" y="56"/>
                  </a:cubicBezTo>
                  <a:cubicBezTo>
                    <a:pt x="537" y="56"/>
                    <a:pt x="539" y="58"/>
                    <a:pt x="539" y="59"/>
                  </a:cubicBezTo>
                  <a:cubicBezTo>
                    <a:pt x="540" y="59"/>
                    <a:pt x="541" y="61"/>
                    <a:pt x="541" y="62"/>
                  </a:cubicBezTo>
                  <a:cubicBezTo>
                    <a:pt x="541" y="63"/>
                    <a:pt x="541" y="65"/>
                    <a:pt x="541" y="66"/>
                  </a:cubicBezTo>
                  <a:cubicBezTo>
                    <a:pt x="541" y="67"/>
                    <a:pt x="541" y="68"/>
                    <a:pt x="541" y="69"/>
                  </a:cubicBezTo>
                  <a:cubicBezTo>
                    <a:pt x="541" y="70"/>
                    <a:pt x="539" y="72"/>
                    <a:pt x="539" y="73"/>
                  </a:cubicBezTo>
                  <a:cubicBezTo>
                    <a:pt x="539" y="74"/>
                    <a:pt x="539" y="75"/>
                    <a:pt x="539" y="76"/>
                  </a:cubicBezTo>
                  <a:cubicBezTo>
                    <a:pt x="539" y="77"/>
                    <a:pt x="540" y="79"/>
                    <a:pt x="541" y="79"/>
                  </a:cubicBezTo>
                  <a:cubicBezTo>
                    <a:pt x="541" y="81"/>
                    <a:pt x="541" y="83"/>
                    <a:pt x="541" y="84"/>
                  </a:cubicBezTo>
                  <a:cubicBezTo>
                    <a:pt x="541" y="86"/>
                    <a:pt x="541" y="88"/>
                    <a:pt x="541" y="90"/>
                  </a:cubicBezTo>
                  <a:cubicBezTo>
                    <a:pt x="541" y="91"/>
                    <a:pt x="542" y="94"/>
                    <a:pt x="543" y="96"/>
                  </a:cubicBezTo>
                  <a:cubicBezTo>
                    <a:pt x="543" y="98"/>
                    <a:pt x="544" y="102"/>
                    <a:pt x="545" y="104"/>
                  </a:cubicBezTo>
                  <a:cubicBezTo>
                    <a:pt x="545" y="105"/>
                    <a:pt x="547" y="108"/>
                    <a:pt x="547" y="110"/>
                  </a:cubicBezTo>
                  <a:cubicBezTo>
                    <a:pt x="548" y="112"/>
                    <a:pt x="550" y="116"/>
                    <a:pt x="551" y="118"/>
                  </a:cubicBezTo>
                  <a:cubicBezTo>
                    <a:pt x="552" y="119"/>
                    <a:pt x="552" y="122"/>
                    <a:pt x="553" y="124"/>
                  </a:cubicBezTo>
                  <a:cubicBezTo>
                    <a:pt x="553" y="125"/>
                    <a:pt x="554" y="126"/>
                    <a:pt x="554" y="127"/>
                  </a:cubicBezTo>
                  <a:cubicBezTo>
                    <a:pt x="554" y="127"/>
                    <a:pt x="554" y="128"/>
                    <a:pt x="554" y="129"/>
                  </a:cubicBezTo>
                  <a:cubicBezTo>
                    <a:pt x="554" y="130"/>
                    <a:pt x="554" y="131"/>
                    <a:pt x="554" y="131"/>
                  </a:cubicBezTo>
                  <a:cubicBezTo>
                    <a:pt x="554" y="132"/>
                    <a:pt x="554" y="133"/>
                    <a:pt x="553" y="133"/>
                  </a:cubicBezTo>
                  <a:cubicBezTo>
                    <a:pt x="553" y="134"/>
                    <a:pt x="552" y="133"/>
                    <a:pt x="552" y="134"/>
                  </a:cubicBezTo>
                  <a:cubicBezTo>
                    <a:pt x="551" y="134"/>
                    <a:pt x="551" y="135"/>
                    <a:pt x="551" y="136"/>
                  </a:cubicBezTo>
                  <a:cubicBezTo>
                    <a:pt x="551" y="136"/>
                    <a:pt x="552" y="137"/>
                    <a:pt x="552" y="137"/>
                  </a:cubicBezTo>
                  <a:cubicBezTo>
                    <a:pt x="553" y="137"/>
                    <a:pt x="554" y="137"/>
                    <a:pt x="554" y="137"/>
                  </a:cubicBezTo>
                  <a:cubicBezTo>
                    <a:pt x="555" y="137"/>
                    <a:pt x="555" y="138"/>
                    <a:pt x="555" y="138"/>
                  </a:cubicBezTo>
                  <a:cubicBezTo>
                    <a:pt x="556" y="139"/>
                    <a:pt x="555" y="141"/>
                    <a:pt x="555" y="142"/>
                  </a:cubicBezTo>
                  <a:cubicBezTo>
                    <a:pt x="555" y="142"/>
                    <a:pt x="556" y="143"/>
                    <a:pt x="556" y="143"/>
                  </a:cubicBezTo>
                  <a:cubicBezTo>
                    <a:pt x="556" y="144"/>
                    <a:pt x="556" y="146"/>
                    <a:pt x="557" y="147"/>
                  </a:cubicBezTo>
                  <a:cubicBezTo>
                    <a:pt x="557" y="148"/>
                    <a:pt x="557" y="150"/>
                    <a:pt x="558" y="150"/>
                  </a:cubicBezTo>
                  <a:cubicBezTo>
                    <a:pt x="558" y="151"/>
                    <a:pt x="559" y="152"/>
                    <a:pt x="560" y="15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77"/>
            <p:cNvSpPr>
              <a:spLocks/>
            </p:cNvSpPr>
            <p:nvPr/>
          </p:nvSpPr>
          <p:spPr bwMode="auto">
            <a:xfrm>
              <a:off x="4156075" y="3295650"/>
              <a:ext cx="906463" cy="628650"/>
            </a:xfrm>
            <a:custGeom>
              <a:avLst/>
              <a:gdLst/>
              <a:ahLst/>
              <a:cxnLst>
                <a:cxn ang="0">
                  <a:pos x="531" y="379"/>
                </a:cxn>
                <a:cxn ang="0">
                  <a:pos x="511" y="357"/>
                </a:cxn>
                <a:cxn ang="0">
                  <a:pos x="490" y="333"/>
                </a:cxn>
                <a:cxn ang="0">
                  <a:pos x="466" y="311"/>
                </a:cxn>
                <a:cxn ang="0">
                  <a:pos x="423" y="326"/>
                </a:cxn>
                <a:cxn ang="0">
                  <a:pos x="409" y="354"/>
                </a:cxn>
                <a:cxn ang="0">
                  <a:pos x="388" y="370"/>
                </a:cxn>
                <a:cxn ang="0">
                  <a:pos x="354" y="365"/>
                </a:cxn>
                <a:cxn ang="0">
                  <a:pos x="310" y="348"/>
                </a:cxn>
                <a:cxn ang="0">
                  <a:pos x="273" y="337"/>
                </a:cxn>
                <a:cxn ang="0">
                  <a:pos x="237" y="320"/>
                </a:cxn>
                <a:cxn ang="0">
                  <a:pos x="212" y="314"/>
                </a:cxn>
                <a:cxn ang="0">
                  <a:pos x="182" y="324"/>
                </a:cxn>
                <a:cxn ang="0">
                  <a:pos x="155" y="306"/>
                </a:cxn>
                <a:cxn ang="0">
                  <a:pos x="122" y="291"/>
                </a:cxn>
                <a:cxn ang="0">
                  <a:pos x="127" y="268"/>
                </a:cxn>
                <a:cxn ang="0">
                  <a:pos x="111" y="236"/>
                </a:cxn>
                <a:cxn ang="0">
                  <a:pos x="91" y="227"/>
                </a:cxn>
                <a:cxn ang="0">
                  <a:pos x="60" y="227"/>
                </a:cxn>
                <a:cxn ang="0">
                  <a:pos x="37" y="227"/>
                </a:cxn>
                <a:cxn ang="0">
                  <a:pos x="9" y="215"/>
                </a:cxn>
                <a:cxn ang="0">
                  <a:pos x="7" y="178"/>
                </a:cxn>
                <a:cxn ang="0">
                  <a:pos x="36" y="155"/>
                </a:cxn>
                <a:cxn ang="0">
                  <a:pos x="52" y="134"/>
                </a:cxn>
                <a:cxn ang="0">
                  <a:pos x="38" y="117"/>
                </a:cxn>
                <a:cxn ang="0">
                  <a:pos x="68" y="101"/>
                </a:cxn>
                <a:cxn ang="0">
                  <a:pos x="91" y="88"/>
                </a:cxn>
                <a:cxn ang="0">
                  <a:pos x="112" y="80"/>
                </a:cxn>
                <a:cxn ang="0">
                  <a:pos x="139" y="80"/>
                </a:cxn>
                <a:cxn ang="0">
                  <a:pos x="161" y="91"/>
                </a:cxn>
                <a:cxn ang="0">
                  <a:pos x="181" y="112"/>
                </a:cxn>
                <a:cxn ang="0">
                  <a:pos x="175" y="97"/>
                </a:cxn>
                <a:cxn ang="0">
                  <a:pos x="168" y="76"/>
                </a:cxn>
                <a:cxn ang="0">
                  <a:pos x="143" y="63"/>
                </a:cxn>
                <a:cxn ang="0">
                  <a:pos x="145" y="37"/>
                </a:cxn>
                <a:cxn ang="0">
                  <a:pos x="154" y="14"/>
                </a:cxn>
                <a:cxn ang="0">
                  <a:pos x="166" y="4"/>
                </a:cxn>
                <a:cxn ang="0">
                  <a:pos x="201" y="6"/>
                </a:cxn>
                <a:cxn ang="0">
                  <a:pos x="221" y="16"/>
                </a:cxn>
                <a:cxn ang="0">
                  <a:pos x="237" y="36"/>
                </a:cxn>
                <a:cxn ang="0">
                  <a:pos x="262" y="24"/>
                </a:cxn>
                <a:cxn ang="0">
                  <a:pos x="286" y="54"/>
                </a:cxn>
                <a:cxn ang="0">
                  <a:pos x="323" y="38"/>
                </a:cxn>
                <a:cxn ang="0">
                  <a:pos x="358" y="43"/>
                </a:cxn>
                <a:cxn ang="0">
                  <a:pos x="380" y="28"/>
                </a:cxn>
                <a:cxn ang="0">
                  <a:pos x="386" y="10"/>
                </a:cxn>
                <a:cxn ang="0">
                  <a:pos x="412" y="18"/>
                </a:cxn>
                <a:cxn ang="0">
                  <a:pos x="421" y="39"/>
                </a:cxn>
                <a:cxn ang="0">
                  <a:pos x="431" y="64"/>
                </a:cxn>
                <a:cxn ang="0">
                  <a:pos x="443" y="89"/>
                </a:cxn>
                <a:cxn ang="0">
                  <a:pos x="463" y="87"/>
                </a:cxn>
                <a:cxn ang="0">
                  <a:pos x="482" y="79"/>
                </a:cxn>
                <a:cxn ang="0">
                  <a:pos x="502" y="82"/>
                </a:cxn>
                <a:cxn ang="0">
                  <a:pos x="500" y="106"/>
                </a:cxn>
                <a:cxn ang="0">
                  <a:pos x="482" y="144"/>
                </a:cxn>
                <a:cxn ang="0">
                  <a:pos x="484" y="186"/>
                </a:cxn>
                <a:cxn ang="0">
                  <a:pos x="469" y="237"/>
                </a:cxn>
                <a:cxn ang="0">
                  <a:pos x="485" y="266"/>
                </a:cxn>
                <a:cxn ang="0">
                  <a:pos x="502" y="292"/>
                </a:cxn>
                <a:cxn ang="0">
                  <a:pos x="523" y="323"/>
                </a:cxn>
                <a:cxn ang="0">
                  <a:pos x="540" y="356"/>
                </a:cxn>
              </a:cxnLst>
              <a:rect l="0" t="0" r="r" b="b"/>
              <a:pathLst>
                <a:path w="546" h="379">
                  <a:moveTo>
                    <a:pt x="545" y="366"/>
                  </a:moveTo>
                  <a:cubicBezTo>
                    <a:pt x="545" y="366"/>
                    <a:pt x="546" y="367"/>
                    <a:pt x="546" y="368"/>
                  </a:cubicBezTo>
                  <a:cubicBezTo>
                    <a:pt x="545" y="368"/>
                    <a:pt x="545" y="368"/>
                    <a:pt x="545" y="368"/>
                  </a:cubicBezTo>
                  <a:cubicBezTo>
                    <a:pt x="544" y="368"/>
                    <a:pt x="542" y="369"/>
                    <a:pt x="541" y="370"/>
                  </a:cubicBezTo>
                  <a:cubicBezTo>
                    <a:pt x="540" y="370"/>
                    <a:pt x="540" y="373"/>
                    <a:pt x="539" y="374"/>
                  </a:cubicBezTo>
                  <a:cubicBezTo>
                    <a:pt x="539" y="375"/>
                    <a:pt x="537" y="377"/>
                    <a:pt x="536" y="377"/>
                  </a:cubicBezTo>
                  <a:cubicBezTo>
                    <a:pt x="535" y="378"/>
                    <a:pt x="532" y="379"/>
                    <a:pt x="531" y="379"/>
                  </a:cubicBezTo>
                  <a:cubicBezTo>
                    <a:pt x="530" y="379"/>
                    <a:pt x="528" y="379"/>
                    <a:pt x="527" y="379"/>
                  </a:cubicBezTo>
                  <a:cubicBezTo>
                    <a:pt x="526" y="378"/>
                    <a:pt x="524" y="377"/>
                    <a:pt x="523" y="376"/>
                  </a:cubicBezTo>
                  <a:cubicBezTo>
                    <a:pt x="522" y="376"/>
                    <a:pt x="520" y="375"/>
                    <a:pt x="520" y="374"/>
                  </a:cubicBezTo>
                  <a:cubicBezTo>
                    <a:pt x="519" y="373"/>
                    <a:pt x="517" y="371"/>
                    <a:pt x="517" y="369"/>
                  </a:cubicBezTo>
                  <a:cubicBezTo>
                    <a:pt x="516" y="368"/>
                    <a:pt x="516" y="365"/>
                    <a:pt x="515" y="364"/>
                  </a:cubicBezTo>
                  <a:cubicBezTo>
                    <a:pt x="515" y="363"/>
                    <a:pt x="515" y="361"/>
                    <a:pt x="514" y="360"/>
                  </a:cubicBezTo>
                  <a:cubicBezTo>
                    <a:pt x="514" y="359"/>
                    <a:pt x="512" y="358"/>
                    <a:pt x="511" y="357"/>
                  </a:cubicBezTo>
                  <a:cubicBezTo>
                    <a:pt x="511" y="356"/>
                    <a:pt x="511" y="355"/>
                    <a:pt x="511" y="354"/>
                  </a:cubicBezTo>
                  <a:cubicBezTo>
                    <a:pt x="510" y="353"/>
                    <a:pt x="510" y="350"/>
                    <a:pt x="509" y="349"/>
                  </a:cubicBezTo>
                  <a:cubicBezTo>
                    <a:pt x="509" y="348"/>
                    <a:pt x="508" y="346"/>
                    <a:pt x="507" y="345"/>
                  </a:cubicBezTo>
                  <a:cubicBezTo>
                    <a:pt x="506" y="344"/>
                    <a:pt x="504" y="343"/>
                    <a:pt x="503" y="343"/>
                  </a:cubicBezTo>
                  <a:cubicBezTo>
                    <a:pt x="502" y="342"/>
                    <a:pt x="500" y="341"/>
                    <a:pt x="499" y="340"/>
                  </a:cubicBezTo>
                  <a:cubicBezTo>
                    <a:pt x="498" y="340"/>
                    <a:pt x="496" y="339"/>
                    <a:pt x="495" y="338"/>
                  </a:cubicBezTo>
                  <a:cubicBezTo>
                    <a:pt x="493" y="337"/>
                    <a:pt x="491" y="334"/>
                    <a:pt x="490" y="333"/>
                  </a:cubicBezTo>
                  <a:cubicBezTo>
                    <a:pt x="489" y="332"/>
                    <a:pt x="488" y="329"/>
                    <a:pt x="487" y="327"/>
                  </a:cubicBezTo>
                  <a:cubicBezTo>
                    <a:pt x="487" y="326"/>
                    <a:pt x="486" y="323"/>
                    <a:pt x="486" y="322"/>
                  </a:cubicBezTo>
                  <a:cubicBezTo>
                    <a:pt x="485" y="320"/>
                    <a:pt x="485" y="317"/>
                    <a:pt x="484" y="315"/>
                  </a:cubicBezTo>
                  <a:cubicBezTo>
                    <a:pt x="483" y="314"/>
                    <a:pt x="482" y="311"/>
                    <a:pt x="481" y="310"/>
                  </a:cubicBezTo>
                  <a:cubicBezTo>
                    <a:pt x="480" y="309"/>
                    <a:pt x="478" y="307"/>
                    <a:pt x="476" y="307"/>
                  </a:cubicBezTo>
                  <a:cubicBezTo>
                    <a:pt x="475" y="307"/>
                    <a:pt x="471" y="308"/>
                    <a:pt x="470" y="308"/>
                  </a:cubicBezTo>
                  <a:cubicBezTo>
                    <a:pt x="469" y="309"/>
                    <a:pt x="467" y="310"/>
                    <a:pt x="466" y="311"/>
                  </a:cubicBezTo>
                  <a:cubicBezTo>
                    <a:pt x="465" y="312"/>
                    <a:pt x="462" y="313"/>
                    <a:pt x="461" y="313"/>
                  </a:cubicBezTo>
                  <a:cubicBezTo>
                    <a:pt x="459" y="314"/>
                    <a:pt x="456" y="313"/>
                    <a:pt x="454" y="313"/>
                  </a:cubicBezTo>
                  <a:cubicBezTo>
                    <a:pt x="452" y="313"/>
                    <a:pt x="449" y="314"/>
                    <a:pt x="447" y="314"/>
                  </a:cubicBezTo>
                  <a:cubicBezTo>
                    <a:pt x="445" y="315"/>
                    <a:pt x="443" y="316"/>
                    <a:pt x="442" y="317"/>
                  </a:cubicBezTo>
                  <a:cubicBezTo>
                    <a:pt x="441" y="317"/>
                    <a:pt x="439" y="319"/>
                    <a:pt x="438" y="319"/>
                  </a:cubicBezTo>
                  <a:cubicBezTo>
                    <a:pt x="436" y="320"/>
                    <a:pt x="432" y="323"/>
                    <a:pt x="430" y="324"/>
                  </a:cubicBezTo>
                  <a:cubicBezTo>
                    <a:pt x="429" y="325"/>
                    <a:pt x="425" y="325"/>
                    <a:pt x="423" y="326"/>
                  </a:cubicBezTo>
                  <a:cubicBezTo>
                    <a:pt x="422" y="327"/>
                    <a:pt x="421" y="329"/>
                    <a:pt x="421" y="330"/>
                  </a:cubicBezTo>
                  <a:cubicBezTo>
                    <a:pt x="420" y="331"/>
                    <a:pt x="420" y="334"/>
                    <a:pt x="419" y="335"/>
                  </a:cubicBezTo>
                  <a:cubicBezTo>
                    <a:pt x="419" y="336"/>
                    <a:pt x="419" y="339"/>
                    <a:pt x="418" y="340"/>
                  </a:cubicBezTo>
                  <a:cubicBezTo>
                    <a:pt x="418" y="341"/>
                    <a:pt x="415" y="343"/>
                    <a:pt x="413" y="344"/>
                  </a:cubicBezTo>
                  <a:cubicBezTo>
                    <a:pt x="412" y="344"/>
                    <a:pt x="411" y="345"/>
                    <a:pt x="410" y="346"/>
                  </a:cubicBezTo>
                  <a:cubicBezTo>
                    <a:pt x="410" y="347"/>
                    <a:pt x="409" y="349"/>
                    <a:pt x="409" y="350"/>
                  </a:cubicBezTo>
                  <a:cubicBezTo>
                    <a:pt x="408" y="351"/>
                    <a:pt x="408" y="353"/>
                    <a:pt x="409" y="354"/>
                  </a:cubicBezTo>
                  <a:cubicBezTo>
                    <a:pt x="409" y="356"/>
                    <a:pt x="409" y="358"/>
                    <a:pt x="410" y="359"/>
                  </a:cubicBezTo>
                  <a:cubicBezTo>
                    <a:pt x="410" y="360"/>
                    <a:pt x="410" y="362"/>
                    <a:pt x="410" y="363"/>
                  </a:cubicBezTo>
                  <a:cubicBezTo>
                    <a:pt x="409" y="364"/>
                    <a:pt x="409" y="365"/>
                    <a:pt x="409" y="366"/>
                  </a:cubicBezTo>
                  <a:cubicBezTo>
                    <a:pt x="408" y="367"/>
                    <a:pt x="405" y="368"/>
                    <a:pt x="403" y="368"/>
                  </a:cubicBezTo>
                  <a:cubicBezTo>
                    <a:pt x="402" y="368"/>
                    <a:pt x="399" y="368"/>
                    <a:pt x="398" y="368"/>
                  </a:cubicBezTo>
                  <a:cubicBezTo>
                    <a:pt x="397" y="368"/>
                    <a:pt x="394" y="367"/>
                    <a:pt x="393" y="368"/>
                  </a:cubicBezTo>
                  <a:cubicBezTo>
                    <a:pt x="391" y="368"/>
                    <a:pt x="389" y="369"/>
                    <a:pt x="388" y="370"/>
                  </a:cubicBezTo>
                  <a:cubicBezTo>
                    <a:pt x="387" y="370"/>
                    <a:pt x="384" y="371"/>
                    <a:pt x="383" y="371"/>
                  </a:cubicBezTo>
                  <a:cubicBezTo>
                    <a:pt x="382" y="371"/>
                    <a:pt x="381" y="370"/>
                    <a:pt x="380" y="369"/>
                  </a:cubicBezTo>
                  <a:cubicBezTo>
                    <a:pt x="379" y="369"/>
                    <a:pt x="376" y="367"/>
                    <a:pt x="375" y="366"/>
                  </a:cubicBezTo>
                  <a:cubicBezTo>
                    <a:pt x="373" y="366"/>
                    <a:pt x="371" y="365"/>
                    <a:pt x="370" y="365"/>
                  </a:cubicBezTo>
                  <a:cubicBezTo>
                    <a:pt x="368" y="364"/>
                    <a:pt x="365" y="364"/>
                    <a:pt x="363" y="364"/>
                  </a:cubicBezTo>
                  <a:cubicBezTo>
                    <a:pt x="362" y="364"/>
                    <a:pt x="361" y="364"/>
                    <a:pt x="360" y="364"/>
                  </a:cubicBezTo>
                  <a:cubicBezTo>
                    <a:pt x="358" y="365"/>
                    <a:pt x="355" y="365"/>
                    <a:pt x="354" y="365"/>
                  </a:cubicBezTo>
                  <a:cubicBezTo>
                    <a:pt x="351" y="365"/>
                    <a:pt x="347" y="365"/>
                    <a:pt x="345" y="365"/>
                  </a:cubicBezTo>
                  <a:cubicBezTo>
                    <a:pt x="344" y="364"/>
                    <a:pt x="341" y="364"/>
                    <a:pt x="340" y="363"/>
                  </a:cubicBezTo>
                  <a:cubicBezTo>
                    <a:pt x="338" y="363"/>
                    <a:pt x="335" y="362"/>
                    <a:pt x="333" y="361"/>
                  </a:cubicBezTo>
                  <a:cubicBezTo>
                    <a:pt x="332" y="360"/>
                    <a:pt x="328" y="358"/>
                    <a:pt x="327" y="357"/>
                  </a:cubicBezTo>
                  <a:cubicBezTo>
                    <a:pt x="325" y="356"/>
                    <a:pt x="322" y="354"/>
                    <a:pt x="320" y="353"/>
                  </a:cubicBezTo>
                  <a:cubicBezTo>
                    <a:pt x="319" y="352"/>
                    <a:pt x="317" y="351"/>
                    <a:pt x="316" y="350"/>
                  </a:cubicBezTo>
                  <a:cubicBezTo>
                    <a:pt x="314" y="350"/>
                    <a:pt x="312" y="348"/>
                    <a:pt x="310" y="348"/>
                  </a:cubicBezTo>
                  <a:cubicBezTo>
                    <a:pt x="309" y="348"/>
                    <a:pt x="307" y="347"/>
                    <a:pt x="306" y="347"/>
                  </a:cubicBezTo>
                  <a:cubicBezTo>
                    <a:pt x="304" y="348"/>
                    <a:pt x="302" y="349"/>
                    <a:pt x="301" y="349"/>
                  </a:cubicBezTo>
                  <a:cubicBezTo>
                    <a:pt x="300" y="349"/>
                    <a:pt x="297" y="349"/>
                    <a:pt x="296" y="348"/>
                  </a:cubicBezTo>
                  <a:cubicBezTo>
                    <a:pt x="294" y="348"/>
                    <a:pt x="291" y="347"/>
                    <a:pt x="290" y="346"/>
                  </a:cubicBezTo>
                  <a:cubicBezTo>
                    <a:pt x="288" y="345"/>
                    <a:pt x="283" y="343"/>
                    <a:pt x="282" y="342"/>
                  </a:cubicBezTo>
                  <a:cubicBezTo>
                    <a:pt x="281" y="341"/>
                    <a:pt x="280" y="340"/>
                    <a:pt x="279" y="339"/>
                  </a:cubicBezTo>
                  <a:cubicBezTo>
                    <a:pt x="277" y="338"/>
                    <a:pt x="274" y="338"/>
                    <a:pt x="273" y="337"/>
                  </a:cubicBezTo>
                  <a:cubicBezTo>
                    <a:pt x="272" y="337"/>
                    <a:pt x="271" y="335"/>
                    <a:pt x="270" y="335"/>
                  </a:cubicBezTo>
                  <a:cubicBezTo>
                    <a:pt x="269" y="334"/>
                    <a:pt x="266" y="333"/>
                    <a:pt x="265" y="333"/>
                  </a:cubicBezTo>
                  <a:cubicBezTo>
                    <a:pt x="263" y="332"/>
                    <a:pt x="261" y="331"/>
                    <a:pt x="259" y="330"/>
                  </a:cubicBezTo>
                  <a:cubicBezTo>
                    <a:pt x="258" y="329"/>
                    <a:pt x="256" y="325"/>
                    <a:pt x="255" y="324"/>
                  </a:cubicBezTo>
                  <a:cubicBezTo>
                    <a:pt x="253" y="323"/>
                    <a:pt x="250" y="321"/>
                    <a:pt x="249" y="320"/>
                  </a:cubicBezTo>
                  <a:cubicBezTo>
                    <a:pt x="247" y="319"/>
                    <a:pt x="244" y="319"/>
                    <a:pt x="242" y="319"/>
                  </a:cubicBezTo>
                  <a:cubicBezTo>
                    <a:pt x="241" y="319"/>
                    <a:pt x="238" y="320"/>
                    <a:pt x="237" y="320"/>
                  </a:cubicBezTo>
                  <a:cubicBezTo>
                    <a:pt x="237" y="320"/>
                    <a:pt x="235" y="322"/>
                    <a:pt x="235" y="322"/>
                  </a:cubicBezTo>
                  <a:cubicBezTo>
                    <a:pt x="234" y="323"/>
                    <a:pt x="232" y="324"/>
                    <a:pt x="231" y="324"/>
                  </a:cubicBezTo>
                  <a:cubicBezTo>
                    <a:pt x="230" y="324"/>
                    <a:pt x="229" y="324"/>
                    <a:pt x="228" y="324"/>
                  </a:cubicBezTo>
                  <a:cubicBezTo>
                    <a:pt x="227" y="324"/>
                    <a:pt x="225" y="323"/>
                    <a:pt x="224" y="323"/>
                  </a:cubicBezTo>
                  <a:cubicBezTo>
                    <a:pt x="223" y="322"/>
                    <a:pt x="221" y="319"/>
                    <a:pt x="220" y="318"/>
                  </a:cubicBezTo>
                  <a:cubicBezTo>
                    <a:pt x="219" y="317"/>
                    <a:pt x="217" y="315"/>
                    <a:pt x="215" y="314"/>
                  </a:cubicBezTo>
                  <a:cubicBezTo>
                    <a:pt x="214" y="314"/>
                    <a:pt x="213" y="314"/>
                    <a:pt x="212" y="314"/>
                  </a:cubicBezTo>
                  <a:cubicBezTo>
                    <a:pt x="211" y="314"/>
                    <a:pt x="208" y="315"/>
                    <a:pt x="207" y="315"/>
                  </a:cubicBezTo>
                  <a:cubicBezTo>
                    <a:pt x="205" y="315"/>
                    <a:pt x="201" y="315"/>
                    <a:pt x="199" y="315"/>
                  </a:cubicBezTo>
                  <a:cubicBezTo>
                    <a:pt x="198" y="315"/>
                    <a:pt x="195" y="315"/>
                    <a:pt x="194" y="315"/>
                  </a:cubicBezTo>
                  <a:cubicBezTo>
                    <a:pt x="193" y="315"/>
                    <a:pt x="191" y="316"/>
                    <a:pt x="190" y="317"/>
                  </a:cubicBezTo>
                  <a:cubicBezTo>
                    <a:pt x="189" y="317"/>
                    <a:pt x="187" y="318"/>
                    <a:pt x="187" y="318"/>
                  </a:cubicBezTo>
                  <a:cubicBezTo>
                    <a:pt x="186" y="319"/>
                    <a:pt x="185" y="321"/>
                    <a:pt x="184" y="322"/>
                  </a:cubicBezTo>
                  <a:cubicBezTo>
                    <a:pt x="184" y="322"/>
                    <a:pt x="183" y="324"/>
                    <a:pt x="182" y="324"/>
                  </a:cubicBezTo>
                  <a:cubicBezTo>
                    <a:pt x="182" y="325"/>
                    <a:pt x="181" y="326"/>
                    <a:pt x="180" y="327"/>
                  </a:cubicBezTo>
                  <a:cubicBezTo>
                    <a:pt x="179" y="325"/>
                    <a:pt x="178" y="324"/>
                    <a:pt x="178" y="323"/>
                  </a:cubicBezTo>
                  <a:cubicBezTo>
                    <a:pt x="177" y="322"/>
                    <a:pt x="175" y="318"/>
                    <a:pt x="174" y="317"/>
                  </a:cubicBezTo>
                  <a:cubicBezTo>
                    <a:pt x="173" y="315"/>
                    <a:pt x="171" y="313"/>
                    <a:pt x="170" y="312"/>
                  </a:cubicBezTo>
                  <a:cubicBezTo>
                    <a:pt x="169" y="311"/>
                    <a:pt x="165" y="309"/>
                    <a:pt x="163" y="309"/>
                  </a:cubicBezTo>
                  <a:cubicBezTo>
                    <a:pt x="162" y="308"/>
                    <a:pt x="161" y="307"/>
                    <a:pt x="160" y="307"/>
                  </a:cubicBezTo>
                  <a:cubicBezTo>
                    <a:pt x="159" y="306"/>
                    <a:pt x="156" y="306"/>
                    <a:pt x="155" y="306"/>
                  </a:cubicBezTo>
                  <a:cubicBezTo>
                    <a:pt x="154" y="306"/>
                    <a:pt x="150" y="305"/>
                    <a:pt x="149" y="305"/>
                  </a:cubicBezTo>
                  <a:cubicBezTo>
                    <a:pt x="147" y="305"/>
                    <a:pt x="144" y="304"/>
                    <a:pt x="143" y="304"/>
                  </a:cubicBezTo>
                  <a:cubicBezTo>
                    <a:pt x="142" y="303"/>
                    <a:pt x="141" y="300"/>
                    <a:pt x="140" y="299"/>
                  </a:cubicBezTo>
                  <a:cubicBezTo>
                    <a:pt x="139" y="298"/>
                    <a:pt x="137" y="297"/>
                    <a:pt x="136" y="296"/>
                  </a:cubicBezTo>
                  <a:cubicBezTo>
                    <a:pt x="135" y="296"/>
                    <a:pt x="132" y="295"/>
                    <a:pt x="130" y="295"/>
                  </a:cubicBezTo>
                  <a:cubicBezTo>
                    <a:pt x="129" y="295"/>
                    <a:pt x="126" y="295"/>
                    <a:pt x="125" y="294"/>
                  </a:cubicBezTo>
                  <a:cubicBezTo>
                    <a:pt x="124" y="294"/>
                    <a:pt x="123" y="292"/>
                    <a:pt x="122" y="291"/>
                  </a:cubicBezTo>
                  <a:cubicBezTo>
                    <a:pt x="122" y="291"/>
                    <a:pt x="121" y="289"/>
                    <a:pt x="121" y="288"/>
                  </a:cubicBezTo>
                  <a:cubicBezTo>
                    <a:pt x="121" y="287"/>
                    <a:pt x="121" y="285"/>
                    <a:pt x="121" y="284"/>
                  </a:cubicBezTo>
                  <a:cubicBezTo>
                    <a:pt x="122" y="283"/>
                    <a:pt x="123" y="281"/>
                    <a:pt x="124" y="281"/>
                  </a:cubicBezTo>
                  <a:cubicBezTo>
                    <a:pt x="124" y="280"/>
                    <a:pt x="126" y="279"/>
                    <a:pt x="126" y="278"/>
                  </a:cubicBezTo>
                  <a:cubicBezTo>
                    <a:pt x="127" y="277"/>
                    <a:pt x="128" y="276"/>
                    <a:pt x="128" y="275"/>
                  </a:cubicBezTo>
                  <a:cubicBezTo>
                    <a:pt x="128" y="274"/>
                    <a:pt x="128" y="272"/>
                    <a:pt x="128" y="272"/>
                  </a:cubicBezTo>
                  <a:cubicBezTo>
                    <a:pt x="128" y="271"/>
                    <a:pt x="128" y="269"/>
                    <a:pt x="127" y="268"/>
                  </a:cubicBezTo>
                  <a:cubicBezTo>
                    <a:pt x="126" y="267"/>
                    <a:pt x="124" y="266"/>
                    <a:pt x="123" y="265"/>
                  </a:cubicBezTo>
                  <a:cubicBezTo>
                    <a:pt x="122" y="264"/>
                    <a:pt x="120" y="263"/>
                    <a:pt x="120" y="262"/>
                  </a:cubicBezTo>
                  <a:cubicBezTo>
                    <a:pt x="119" y="261"/>
                    <a:pt x="118" y="258"/>
                    <a:pt x="118" y="257"/>
                  </a:cubicBezTo>
                  <a:cubicBezTo>
                    <a:pt x="117" y="255"/>
                    <a:pt x="117" y="253"/>
                    <a:pt x="117" y="251"/>
                  </a:cubicBezTo>
                  <a:cubicBezTo>
                    <a:pt x="117" y="250"/>
                    <a:pt x="117" y="248"/>
                    <a:pt x="117" y="247"/>
                  </a:cubicBezTo>
                  <a:cubicBezTo>
                    <a:pt x="116" y="245"/>
                    <a:pt x="116" y="243"/>
                    <a:pt x="116" y="242"/>
                  </a:cubicBezTo>
                  <a:cubicBezTo>
                    <a:pt x="115" y="240"/>
                    <a:pt x="112" y="237"/>
                    <a:pt x="111" y="236"/>
                  </a:cubicBezTo>
                  <a:cubicBezTo>
                    <a:pt x="111" y="234"/>
                    <a:pt x="110" y="232"/>
                    <a:pt x="109" y="230"/>
                  </a:cubicBezTo>
                  <a:cubicBezTo>
                    <a:pt x="108" y="229"/>
                    <a:pt x="106" y="226"/>
                    <a:pt x="105" y="225"/>
                  </a:cubicBezTo>
                  <a:cubicBezTo>
                    <a:pt x="104" y="224"/>
                    <a:pt x="102" y="222"/>
                    <a:pt x="101" y="222"/>
                  </a:cubicBezTo>
                  <a:cubicBezTo>
                    <a:pt x="100" y="221"/>
                    <a:pt x="99" y="220"/>
                    <a:pt x="99" y="219"/>
                  </a:cubicBezTo>
                  <a:cubicBezTo>
                    <a:pt x="98" y="219"/>
                    <a:pt x="95" y="219"/>
                    <a:pt x="94" y="220"/>
                  </a:cubicBezTo>
                  <a:cubicBezTo>
                    <a:pt x="94" y="220"/>
                    <a:pt x="93" y="222"/>
                    <a:pt x="93" y="223"/>
                  </a:cubicBezTo>
                  <a:cubicBezTo>
                    <a:pt x="92" y="224"/>
                    <a:pt x="91" y="226"/>
                    <a:pt x="91" y="227"/>
                  </a:cubicBezTo>
                  <a:cubicBezTo>
                    <a:pt x="90" y="228"/>
                    <a:pt x="88" y="229"/>
                    <a:pt x="86" y="230"/>
                  </a:cubicBezTo>
                  <a:cubicBezTo>
                    <a:pt x="85" y="230"/>
                    <a:pt x="82" y="231"/>
                    <a:pt x="81" y="231"/>
                  </a:cubicBezTo>
                  <a:cubicBezTo>
                    <a:pt x="79" y="231"/>
                    <a:pt x="77" y="231"/>
                    <a:pt x="76" y="231"/>
                  </a:cubicBezTo>
                  <a:cubicBezTo>
                    <a:pt x="74" y="231"/>
                    <a:pt x="72" y="231"/>
                    <a:pt x="71" y="231"/>
                  </a:cubicBezTo>
                  <a:cubicBezTo>
                    <a:pt x="70" y="231"/>
                    <a:pt x="66" y="232"/>
                    <a:pt x="65" y="231"/>
                  </a:cubicBezTo>
                  <a:cubicBezTo>
                    <a:pt x="64" y="231"/>
                    <a:pt x="64" y="230"/>
                    <a:pt x="63" y="229"/>
                  </a:cubicBezTo>
                  <a:cubicBezTo>
                    <a:pt x="63" y="229"/>
                    <a:pt x="61" y="228"/>
                    <a:pt x="60" y="227"/>
                  </a:cubicBezTo>
                  <a:cubicBezTo>
                    <a:pt x="59" y="227"/>
                    <a:pt x="58" y="228"/>
                    <a:pt x="57" y="228"/>
                  </a:cubicBezTo>
                  <a:cubicBezTo>
                    <a:pt x="56" y="229"/>
                    <a:pt x="55" y="231"/>
                    <a:pt x="54" y="232"/>
                  </a:cubicBezTo>
                  <a:cubicBezTo>
                    <a:pt x="54" y="232"/>
                    <a:pt x="52" y="233"/>
                    <a:pt x="52" y="233"/>
                  </a:cubicBezTo>
                  <a:cubicBezTo>
                    <a:pt x="51" y="233"/>
                    <a:pt x="49" y="232"/>
                    <a:pt x="48" y="232"/>
                  </a:cubicBezTo>
                  <a:cubicBezTo>
                    <a:pt x="47" y="231"/>
                    <a:pt x="47" y="230"/>
                    <a:pt x="46" y="230"/>
                  </a:cubicBezTo>
                  <a:cubicBezTo>
                    <a:pt x="45" y="229"/>
                    <a:pt x="43" y="228"/>
                    <a:pt x="42" y="228"/>
                  </a:cubicBezTo>
                  <a:cubicBezTo>
                    <a:pt x="40" y="227"/>
                    <a:pt x="38" y="227"/>
                    <a:pt x="37" y="227"/>
                  </a:cubicBezTo>
                  <a:cubicBezTo>
                    <a:pt x="36" y="227"/>
                    <a:pt x="34" y="227"/>
                    <a:pt x="33" y="227"/>
                  </a:cubicBezTo>
                  <a:cubicBezTo>
                    <a:pt x="32" y="227"/>
                    <a:pt x="31" y="225"/>
                    <a:pt x="30" y="224"/>
                  </a:cubicBezTo>
                  <a:cubicBezTo>
                    <a:pt x="29" y="223"/>
                    <a:pt x="27" y="222"/>
                    <a:pt x="26" y="221"/>
                  </a:cubicBezTo>
                  <a:cubicBezTo>
                    <a:pt x="25" y="221"/>
                    <a:pt x="23" y="220"/>
                    <a:pt x="22" y="220"/>
                  </a:cubicBezTo>
                  <a:cubicBezTo>
                    <a:pt x="21" y="219"/>
                    <a:pt x="19" y="219"/>
                    <a:pt x="18" y="218"/>
                  </a:cubicBezTo>
                  <a:cubicBezTo>
                    <a:pt x="17" y="218"/>
                    <a:pt x="14" y="218"/>
                    <a:pt x="13" y="217"/>
                  </a:cubicBezTo>
                  <a:cubicBezTo>
                    <a:pt x="12" y="217"/>
                    <a:pt x="10" y="216"/>
                    <a:pt x="9" y="215"/>
                  </a:cubicBezTo>
                  <a:cubicBezTo>
                    <a:pt x="8" y="213"/>
                    <a:pt x="6" y="210"/>
                    <a:pt x="5" y="208"/>
                  </a:cubicBezTo>
                  <a:cubicBezTo>
                    <a:pt x="4" y="207"/>
                    <a:pt x="4" y="205"/>
                    <a:pt x="4" y="204"/>
                  </a:cubicBezTo>
                  <a:cubicBezTo>
                    <a:pt x="3" y="203"/>
                    <a:pt x="4" y="200"/>
                    <a:pt x="4" y="199"/>
                  </a:cubicBezTo>
                  <a:cubicBezTo>
                    <a:pt x="3" y="198"/>
                    <a:pt x="0" y="197"/>
                    <a:pt x="0" y="195"/>
                  </a:cubicBezTo>
                  <a:cubicBezTo>
                    <a:pt x="0" y="193"/>
                    <a:pt x="1" y="190"/>
                    <a:pt x="2" y="188"/>
                  </a:cubicBezTo>
                  <a:cubicBezTo>
                    <a:pt x="2" y="186"/>
                    <a:pt x="4" y="184"/>
                    <a:pt x="5" y="183"/>
                  </a:cubicBezTo>
                  <a:cubicBezTo>
                    <a:pt x="5" y="182"/>
                    <a:pt x="7" y="179"/>
                    <a:pt x="7" y="178"/>
                  </a:cubicBezTo>
                  <a:cubicBezTo>
                    <a:pt x="9" y="177"/>
                    <a:pt x="11" y="175"/>
                    <a:pt x="12" y="174"/>
                  </a:cubicBezTo>
                  <a:cubicBezTo>
                    <a:pt x="14" y="173"/>
                    <a:pt x="16" y="172"/>
                    <a:pt x="17" y="171"/>
                  </a:cubicBezTo>
                  <a:cubicBezTo>
                    <a:pt x="18" y="171"/>
                    <a:pt x="19" y="170"/>
                    <a:pt x="20" y="170"/>
                  </a:cubicBezTo>
                  <a:cubicBezTo>
                    <a:pt x="22" y="169"/>
                    <a:pt x="25" y="166"/>
                    <a:pt x="26" y="164"/>
                  </a:cubicBezTo>
                  <a:cubicBezTo>
                    <a:pt x="26" y="164"/>
                    <a:pt x="26" y="161"/>
                    <a:pt x="27" y="160"/>
                  </a:cubicBezTo>
                  <a:cubicBezTo>
                    <a:pt x="28" y="159"/>
                    <a:pt x="30" y="158"/>
                    <a:pt x="31" y="158"/>
                  </a:cubicBezTo>
                  <a:cubicBezTo>
                    <a:pt x="32" y="157"/>
                    <a:pt x="35" y="156"/>
                    <a:pt x="36" y="155"/>
                  </a:cubicBezTo>
                  <a:cubicBezTo>
                    <a:pt x="37" y="155"/>
                    <a:pt x="39" y="154"/>
                    <a:pt x="40" y="154"/>
                  </a:cubicBezTo>
                  <a:cubicBezTo>
                    <a:pt x="41" y="153"/>
                    <a:pt x="43" y="152"/>
                    <a:pt x="44" y="151"/>
                  </a:cubicBezTo>
                  <a:cubicBezTo>
                    <a:pt x="45" y="151"/>
                    <a:pt x="47" y="149"/>
                    <a:pt x="48" y="148"/>
                  </a:cubicBezTo>
                  <a:cubicBezTo>
                    <a:pt x="49" y="148"/>
                    <a:pt x="50" y="146"/>
                    <a:pt x="50" y="145"/>
                  </a:cubicBezTo>
                  <a:cubicBezTo>
                    <a:pt x="50" y="144"/>
                    <a:pt x="51" y="143"/>
                    <a:pt x="51" y="142"/>
                  </a:cubicBezTo>
                  <a:cubicBezTo>
                    <a:pt x="51" y="141"/>
                    <a:pt x="51" y="139"/>
                    <a:pt x="51" y="138"/>
                  </a:cubicBezTo>
                  <a:cubicBezTo>
                    <a:pt x="51" y="137"/>
                    <a:pt x="51" y="135"/>
                    <a:pt x="52" y="134"/>
                  </a:cubicBezTo>
                  <a:cubicBezTo>
                    <a:pt x="52" y="134"/>
                    <a:pt x="53" y="132"/>
                    <a:pt x="53" y="131"/>
                  </a:cubicBezTo>
                  <a:cubicBezTo>
                    <a:pt x="53" y="130"/>
                    <a:pt x="54" y="129"/>
                    <a:pt x="53" y="128"/>
                  </a:cubicBezTo>
                  <a:cubicBezTo>
                    <a:pt x="53" y="127"/>
                    <a:pt x="51" y="126"/>
                    <a:pt x="50" y="125"/>
                  </a:cubicBezTo>
                  <a:cubicBezTo>
                    <a:pt x="49" y="125"/>
                    <a:pt x="46" y="124"/>
                    <a:pt x="45" y="124"/>
                  </a:cubicBezTo>
                  <a:cubicBezTo>
                    <a:pt x="44" y="124"/>
                    <a:pt x="42" y="123"/>
                    <a:pt x="41" y="123"/>
                  </a:cubicBezTo>
                  <a:cubicBezTo>
                    <a:pt x="40" y="122"/>
                    <a:pt x="38" y="121"/>
                    <a:pt x="37" y="121"/>
                  </a:cubicBezTo>
                  <a:cubicBezTo>
                    <a:pt x="37" y="120"/>
                    <a:pt x="38" y="118"/>
                    <a:pt x="38" y="117"/>
                  </a:cubicBezTo>
                  <a:cubicBezTo>
                    <a:pt x="39" y="116"/>
                    <a:pt x="41" y="113"/>
                    <a:pt x="42" y="112"/>
                  </a:cubicBezTo>
                  <a:cubicBezTo>
                    <a:pt x="43" y="112"/>
                    <a:pt x="45" y="111"/>
                    <a:pt x="46" y="111"/>
                  </a:cubicBezTo>
                  <a:cubicBezTo>
                    <a:pt x="47" y="110"/>
                    <a:pt x="47" y="108"/>
                    <a:pt x="48" y="107"/>
                  </a:cubicBezTo>
                  <a:cubicBezTo>
                    <a:pt x="49" y="106"/>
                    <a:pt x="51" y="104"/>
                    <a:pt x="52" y="103"/>
                  </a:cubicBezTo>
                  <a:cubicBezTo>
                    <a:pt x="54" y="102"/>
                    <a:pt x="56" y="100"/>
                    <a:pt x="57" y="100"/>
                  </a:cubicBezTo>
                  <a:cubicBezTo>
                    <a:pt x="59" y="99"/>
                    <a:pt x="61" y="100"/>
                    <a:pt x="62" y="100"/>
                  </a:cubicBezTo>
                  <a:cubicBezTo>
                    <a:pt x="64" y="100"/>
                    <a:pt x="67" y="101"/>
                    <a:pt x="68" y="101"/>
                  </a:cubicBezTo>
                  <a:cubicBezTo>
                    <a:pt x="69" y="101"/>
                    <a:pt x="71" y="100"/>
                    <a:pt x="72" y="99"/>
                  </a:cubicBezTo>
                  <a:cubicBezTo>
                    <a:pt x="73" y="99"/>
                    <a:pt x="75" y="96"/>
                    <a:pt x="76" y="95"/>
                  </a:cubicBezTo>
                  <a:cubicBezTo>
                    <a:pt x="77" y="94"/>
                    <a:pt x="77" y="91"/>
                    <a:pt x="77" y="90"/>
                  </a:cubicBezTo>
                  <a:cubicBezTo>
                    <a:pt x="78" y="89"/>
                    <a:pt x="79" y="88"/>
                    <a:pt x="79" y="87"/>
                  </a:cubicBezTo>
                  <a:cubicBezTo>
                    <a:pt x="80" y="87"/>
                    <a:pt x="82" y="86"/>
                    <a:pt x="83" y="86"/>
                  </a:cubicBezTo>
                  <a:cubicBezTo>
                    <a:pt x="84" y="86"/>
                    <a:pt x="86" y="88"/>
                    <a:pt x="87" y="88"/>
                  </a:cubicBezTo>
                  <a:cubicBezTo>
                    <a:pt x="88" y="88"/>
                    <a:pt x="90" y="88"/>
                    <a:pt x="91" y="88"/>
                  </a:cubicBezTo>
                  <a:cubicBezTo>
                    <a:pt x="92" y="87"/>
                    <a:pt x="94" y="86"/>
                    <a:pt x="95" y="85"/>
                  </a:cubicBezTo>
                  <a:cubicBezTo>
                    <a:pt x="96" y="84"/>
                    <a:pt x="96" y="82"/>
                    <a:pt x="97" y="81"/>
                  </a:cubicBezTo>
                  <a:cubicBezTo>
                    <a:pt x="97" y="80"/>
                    <a:pt x="98" y="79"/>
                    <a:pt x="98" y="78"/>
                  </a:cubicBezTo>
                  <a:cubicBezTo>
                    <a:pt x="99" y="78"/>
                    <a:pt x="100" y="77"/>
                    <a:pt x="101" y="77"/>
                  </a:cubicBezTo>
                  <a:cubicBezTo>
                    <a:pt x="102" y="77"/>
                    <a:pt x="104" y="77"/>
                    <a:pt x="105" y="77"/>
                  </a:cubicBezTo>
                  <a:cubicBezTo>
                    <a:pt x="106" y="77"/>
                    <a:pt x="108" y="79"/>
                    <a:pt x="109" y="79"/>
                  </a:cubicBezTo>
                  <a:cubicBezTo>
                    <a:pt x="110" y="79"/>
                    <a:pt x="111" y="80"/>
                    <a:pt x="112" y="80"/>
                  </a:cubicBezTo>
                  <a:cubicBezTo>
                    <a:pt x="113" y="80"/>
                    <a:pt x="113" y="78"/>
                    <a:pt x="114" y="78"/>
                  </a:cubicBezTo>
                  <a:cubicBezTo>
                    <a:pt x="115" y="77"/>
                    <a:pt x="117" y="77"/>
                    <a:pt x="118" y="76"/>
                  </a:cubicBezTo>
                  <a:cubicBezTo>
                    <a:pt x="119" y="76"/>
                    <a:pt x="120" y="74"/>
                    <a:pt x="121" y="74"/>
                  </a:cubicBezTo>
                  <a:cubicBezTo>
                    <a:pt x="123" y="73"/>
                    <a:pt x="126" y="73"/>
                    <a:pt x="127" y="73"/>
                  </a:cubicBezTo>
                  <a:cubicBezTo>
                    <a:pt x="128" y="73"/>
                    <a:pt x="129" y="73"/>
                    <a:pt x="129" y="74"/>
                  </a:cubicBezTo>
                  <a:cubicBezTo>
                    <a:pt x="131" y="74"/>
                    <a:pt x="133" y="77"/>
                    <a:pt x="135" y="78"/>
                  </a:cubicBezTo>
                  <a:cubicBezTo>
                    <a:pt x="136" y="78"/>
                    <a:pt x="138" y="79"/>
                    <a:pt x="139" y="80"/>
                  </a:cubicBezTo>
                  <a:cubicBezTo>
                    <a:pt x="140" y="81"/>
                    <a:pt x="142" y="83"/>
                    <a:pt x="143" y="84"/>
                  </a:cubicBezTo>
                  <a:cubicBezTo>
                    <a:pt x="144" y="86"/>
                    <a:pt x="144" y="88"/>
                    <a:pt x="145" y="89"/>
                  </a:cubicBezTo>
                  <a:cubicBezTo>
                    <a:pt x="146" y="90"/>
                    <a:pt x="148" y="92"/>
                    <a:pt x="149" y="92"/>
                  </a:cubicBezTo>
                  <a:cubicBezTo>
                    <a:pt x="150" y="92"/>
                    <a:pt x="152" y="92"/>
                    <a:pt x="153" y="92"/>
                  </a:cubicBezTo>
                  <a:cubicBezTo>
                    <a:pt x="153" y="91"/>
                    <a:pt x="153" y="89"/>
                    <a:pt x="153" y="89"/>
                  </a:cubicBezTo>
                  <a:cubicBezTo>
                    <a:pt x="154" y="88"/>
                    <a:pt x="156" y="88"/>
                    <a:pt x="157" y="89"/>
                  </a:cubicBezTo>
                  <a:cubicBezTo>
                    <a:pt x="158" y="89"/>
                    <a:pt x="160" y="90"/>
                    <a:pt x="161" y="91"/>
                  </a:cubicBezTo>
                  <a:cubicBezTo>
                    <a:pt x="162" y="91"/>
                    <a:pt x="163" y="93"/>
                    <a:pt x="163" y="94"/>
                  </a:cubicBezTo>
                  <a:cubicBezTo>
                    <a:pt x="164" y="95"/>
                    <a:pt x="164" y="97"/>
                    <a:pt x="165" y="98"/>
                  </a:cubicBezTo>
                  <a:cubicBezTo>
                    <a:pt x="166" y="99"/>
                    <a:pt x="168" y="99"/>
                    <a:pt x="169" y="100"/>
                  </a:cubicBezTo>
                  <a:cubicBezTo>
                    <a:pt x="169" y="100"/>
                    <a:pt x="170" y="101"/>
                    <a:pt x="170" y="102"/>
                  </a:cubicBezTo>
                  <a:cubicBezTo>
                    <a:pt x="170" y="103"/>
                    <a:pt x="171" y="104"/>
                    <a:pt x="172" y="105"/>
                  </a:cubicBezTo>
                  <a:cubicBezTo>
                    <a:pt x="173" y="106"/>
                    <a:pt x="174" y="109"/>
                    <a:pt x="175" y="110"/>
                  </a:cubicBezTo>
                  <a:cubicBezTo>
                    <a:pt x="176" y="111"/>
                    <a:pt x="179" y="112"/>
                    <a:pt x="181" y="112"/>
                  </a:cubicBezTo>
                  <a:cubicBezTo>
                    <a:pt x="181" y="111"/>
                    <a:pt x="182" y="110"/>
                    <a:pt x="183" y="109"/>
                  </a:cubicBezTo>
                  <a:cubicBezTo>
                    <a:pt x="183" y="109"/>
                    <a:pt x="183" y="107"/>
                    <a:pt x="183" y="106"/>
                  </a:cubicBezTo>
                  <a:cubicBezTo>
                    <a:pt x="183" y="105"/>
                    <a:pt x="182" y="104"/>
                    <a:pt x="182" y="103"/>
                  </a:cubicBezTo>
                  <a:cubicBezTo>
                    <a:pt x="182" y="102"/>
                    <a:pt x="182" y="101"/>
                    <a:pt x="182" y="101"/>
                  </a:cubicBezTo>
                  <a:cubicBezTo>
                    <a:pt x="182" y="100"/>
                    <a:pt x="182" y="98"/>
                    <a:pt x="181" y="98"/>
                  </a:cubicBezTo>
                  <a:cubicBezTo>
                    <a:pt x="181" y="97"/>
                    <a:pt x="179" y="98"/>
                    <a:pt x="178" y="97"/>
                  </a:cubicBezTo>
                  <a:cubicBezTo>
                    <a:pt x="177" y="97"/>
                    <a:pt x="176" y="97"/>
                    <a:pt x="175" y="97"/>
                  </a:cubicBezTo>
                  <a:cubicBezTo>
                    <a:pt x="175" y="96"/>
                    <a:pt x="174" y="95"/>
                    <a:pt x="174" y="95"/>
                  </a:cubicBezTo>
                  <a:cubicBezTo>
                    <a:pt x="173" y="94"/>
                    <a:pt x="173" y="92"/>
                    <a:pt x="172" y="92"/>
                  </a:cubicBezTo>
                  <a:cubicBezTo>
                    <a:pt x="172" y="91"/>
                    <a:pt x="170" y="91"/>
                    <a:pt x="170" y="90"/>
                  </a:cubicBezTo>
                  <a:cubicBezTo>
                    <a:pt x="169" y="90"/>
                    <a:pt x="169" y="89"/>
                    <a:pt x="168" y="88"/>
                  </a:cubicBezTo>
                  <a:cubicBezTo>
                    <a:pt x="168" y="87"/>
                    <a:pt x="167" y="85"/>
                    <a:pt x="167" y="84"/>
                  </a:cubicBezTo>
                  <a:cubicBezTo>
                    <a:pt x="167" y="83"/>
                    <a:pt x="168" y="81"/>
                    <a:pt x="168" y="80"/>
                  </a:cubicBezTo>
                  <a:cubicBezTo>
                    <a:pt x="168" y="79"/>
                    <a:pt x="168" y="77"/>
                    <a:pt x="168" y="76"/>
                  </a:cubicBezTo>
                  <a:cubicBezTo>
                    <a:pt x="168" y="75"/>
                    <a:pt x="168" y="74"/>
                    <a:pt x="168" y="73"/>
                  </a:cubicBezTo>
                  <a:cubicBezTo>
                    <a:pt x="168" y="72"/>
                    <a:pt x="167" y="70"/>
                    <a:pt x="166" y="69"/>
                  </a:cubicBezTo>
                  <a:cubicBezTo>
                    <a:pt x="165" y="69"/>
                    <a:pt x="163" y="70"/>
                    <a:pt x="162" y="69"/>
                  </a:cubicBezTo>
                  <a:cubicBezTo>
                    <a:pt x="160" y="69"/>
                    <a:pt x="158" y="69"/>
                    <a:pt x="157" y="68"/>
                  </a:cubicBezTo>
                  <a:cubicBezTo>
                    <a:pt x="156" y="68"/>
                    <a:pt x="153" y="67"/>
                    <a:pt x="152" y="66"/>
                  </a:cubicBezTo>
                  <a:cubicBezTo>
                    <a:pt x="151" y="65"/>
                    <a:pt x="149" y="64"/>
                    <a:pt x="148" y="64"/>
                  </a:cubicBezTo>
                  <a:cubicBezTo>
                    <a:pt x="147" y="63"/>
                    <a:pt x="144" y="63"/>
                    <a:pt x="143" y="63"/>
                  </a:cubicBezTo>
                  <a:cubicBezTo>
                    <a:pt x="142" y="62"/>
                    <a:pt x="140" y="61"/>
                    <a:pt x="139" y="60"/>
                  </a:cubicBezTo>
                  <a:cubicBezTo>
                    <a:pt x="139" y="60"/>
                    <a:pt x="137" y="58"/>
                    <a:pt x="137" y="57"/>
                  </a:cubicBezTo>
                  <a:cubicBezTo>
                    <a:pt x="136" y="56"/>
                    <a:pt x="136" y="54"/>
                    <a:pt x="136" y="53"/>
                  </a:cubicBezTo>
                  <a:cubicBezTo>
                    <a:pt x="136" y="51"/>
                    <a:pt x="137" y="49"/>
                    <a:pt x="138" y="49"/>
                  </a:cubicBezTo>
                  <a:cubicBezTo>
                    <a:pt x="138" y="48"/>
                    <a:pt x="141" y="47"/>
                    <a:pt x="141" y="47"/>
                  </a:cubicBezTo>
                  <a:cubicBezTo>
                    <a:pt x="142" y="46"/>
                    <a:pt x="144" y="44"/>
                    <a:pt x="145" y="42"/>
                  </a:cubicBezTo>
                  <a:cubicBezTo>
                    <a:pt x="145" y="41"/>
                    <a:pt x="145" y="38"/>
                    <a:pt x="145" y="37"/>
                  </a:cubicBezTo>
                  <a:cubicBezTo>
                    <a:pt x="145" y="36"/>
                    <a:pt x="145" y="33"/>
                    <a:pt x="146" y="32"/>
                  </a:cubicBezTo>
                  <a:cubicBezTo>
                    <a:pt x="146" y="31"/>
                    <a:pt x="145" y="28"/>
                    <a:pt x="146" y="26"/>
                  </a:cubicBezTo>
                  <a:cubicBezTo>
                    <a:pt x="146" y="25"/>
                    <a:pt x="146" y="23"/>
                    <a:pt x="147" y="22"/>
                  </a:cubicBezTo>
                  <a:cubicBezTo>
                    <a:pt x="147" y="22"/>
                    <a:pt x="149" y="21"/>
                    <a:pt x="150" y="21"/>
                  </a:cubicBezTo>
                  <a:cubicBezTo>
                    <a:pt x="151" y="20"/>
                    <a:pt x="153" y="20"/>
                    <a:pt x="153" y="20"/>
                  </a:cubicBezTo>
                  <a:cubicBezTo>
                    <a:pt x="154" y="19"/>
                    <a:pt x="155" y="18"/>
                    <a:pt x="155" y="17"/>
                  </a:cubicBezTo>
                  <a:cubicBezTo>
                    <a:pt x="155" y="17"/>
                    <a:pt x="155" y="15"/>
                    <a:pt x="154" y="14"/>
                  </a:cubicBezTo>
                  <a:cubicBezTo>
                    <a:pt x="153" y="13"/>
                    <a:pt x="150" y="13"/>
                    <a:pt x="149" y="13"/>
                  </a:cubicBezTo>
                  <a:cubicBezTo>
                    <a:pt x="149" y="12"/>
                    <a:pt x="149" y="11"/>
                    <a:pt x="149" y="11"/>
                  </a:cubicBezTo>
                  <a:cubicBezTo>
                    <a:pt x="149" y="11"/>
                    <a:pt x="150" y="10"/>
                    <a:pt x="150" y="10"/>
                  </a:cubicBezTo>
                  <a:cubicBezTo>
                    <a:pt x="151" y="10"/>
                    <a:pt x="153" y="9"/>
                    <a:pt x="154" y="9"/>
                  </a:cubicBezTo>
                  <a:cubicBezTo>
                    <a:pt x="155" y="9"/>
                    <a:pt x="157" y="10"/>
                    <a:pt x="158" y="9"/>
                  </a:cubicBezTo>
                  <a:cubicBezTo>
                    <a:pt x="159" y="9"/>
                    <a:pt x="160" y="7"/>
                    <a:pt x="160" y="7"/>
                  </a:cubicBezTo>
                  <a:cubicBezTo>
                    <a:pt x="161" y="6"/>
                    <a:pt x="164" y="5"/>
                    <a:pt x="166" y="4"/>
                  </a:cubicBezTo>
                  <a:cubicBezTo>
                    <a:pt x="167" y="3"/>
                    <a:pt x="171" y="3"/>
                    <a:pt x="173" y="2"/>
                  </a:cubicBezTo>
                  <a:cubicBezTo>
                    <a:pt x="174" y="2"/>
                    <a:pt x="176" y="1"/>
                    <a:pt x="178" y="1"/>
                  </a:cubicBezTo>
                  <a:cubicBezTo>
                    <a:pt x="180" y="0"/>
                    <a:pt x="186" y="1"/>
                    <a:pt x="188" y="1"/>
                  </a:cubicBezTo>
                  <a:cubicBezTo>
                    <a:pt x="190" y="1"/>
                    <a:pt x="193" y="1"/>
                    <a:pt x="194" y="1"/>
                  </a:cubicBezTo>
                  <a:cubicBezTo>
                    <a:pt x="195" y="1"/>
                    <a:pt x="196" y="2"/>
                    <a:pt x="197" y="2"/>
                  </a:cubicBezTo>
                  <a:cubicBezTo>
                    <a:pt x="197" y="3"/>
                    <a:pt x="198" y="4"/>
                    <a:pt x="199" y="5"/>
                  </a:cubicBezTo>
                  <a:cubicBezTo>
                    <a:pt x="199" y="5"/>
                    <a:pt x="200" y="6"/>
                    <a:pt x="201" y="6"/>
                  </a:cubicBezTo>
                  <a:cubicBezTo>
                    <a:pt x="201" y="6"/>
                    <a:pt x="202" y="4"/>
                    <a:pt x="203" y="4"/>
                  </a:cubicBezTo>
                  <a:cubicBezTo>
                    <a:pt x="203" y="3"/>
                    <a:pt x="204" y="4"/>
                    <a:pt x="205" y="4"/>
                  </a:cubicBezTo>
                  <a:cubicBezTo>
                    <a:pt x="206" y="4"/>
                    <a:pt x="208" y="5"/>
                    <a:pt x="209" y="5"/>
                  </a:cubicBezTo>
                  <a:cubicBezTo>
                    <a:pt x="210" y="5"/>
                    <a:pt x="212" y="6"/>
                    <a:pt x="213" y="7"/>
                  </a:cubicBezTo>
                  <a:cubicBezTo>
                    <a:pt x="214" y="7"/>
                    <a:pt x="215" y="9"/>
                    <a:pt x="216" y="10"/>
                  </a:cubicBezTo>
                  <a:cubicBezTo>
                    <a:pt x="216" y="11"/>
                    <a:pt x="218" y="13"/>
                    <a:pt x="219" y="14"/>
                  </a:cubicBezTo>
                  <a:cubicBezTo>
                    <a:pt x="219" y="14"/>
                    <a:pt x="220" y="16"/>
                    <a:pt x="221" y="16"/>
                  </a:cubicBezTo>
                  <a:cubicBezTo>
                    <a:pt x="222" y="17"/>
                    <a:pt x="224" y="17"/>
                    <a:pt x="225" y="18"/>
                  </a:cubicBezTo>
                  <a:cubicBezTo>
                    <a:pt x="226" y="18"/>
                    <a:pt x="227" y="20"/>
                    <a:pt x="227" y="21"/>
                  </a:cubicBezTo>
                  <a:cubicBezTo>
                    <a:pt x="228" y="22"/>
                    <a:pt x="228" y="25"/>
                    <a:pt x="228" y="26"/>
                  </a:cubicBezTo>
                  <a:cubicBezTo>
                    <a:pt x="228" y="28"/>
                    <a:pt x="228" y="30"/>
                    <a:pt x="228" y="32"/>
                  </a:cubicBezTo>
                  <a:cubicBezTo>
                    <a:pt x="228" y="33"/>
                    <a:pt x="229" y="35"/>
                    <a:pt x="229" y="36"/>
                  </a:cubicBezTo>
                  <a:cubicBezTo>
                    <a:pt x="230" y="37"/>
                    <a:pt x="233" y="38"/>
                    <a:pt x="234" y="38"/>
                  </a:cubicBezTo>
                  <a:cubicBezTo>
                    <a:pt x="235" y="37"/>
                    <a:pt x="236" y="36"/>
                    <a:pt x="237" y="36"/>
                  </a:cubicBezTo>
                  <a:cubicBezTo>
                    <a:pt x="237" y="35"/>
                    <a:pt x="238" y="33"/>
                    <a:pt x="238" y="33"/>
                  </a:cubicBezTo>
                  <a:cubicBezTo>
                    <a:pt x="239" y="32"/>
                    <a:pt x="241" y="31"/>
                    <a:pt x="241" y="31"/>
                  </a:cubicBezTo>
                  <a:cubicBezTo>
                    <a:pt x="242" y="30"/>
                    <a:pt x="244" y="28"/>
                    <a:pt x="245" y="28"/>
                  </a:cubicBezTo>
                  <a:cubicBezTo>
                    <a:pt x="246" y="27"/>
                    <a:pt x="248" y="27"/>
                    <a:pt x="249" y="27"/>
                  </a:cubicBezTo>
                  <a:cubicBezTo>
                    <a:pt x="250" y="26"/>
                    <a:pt x="251" y="24"/>
                    <a:pt x="252" y="24"/>
                  </a:cubicBezTo>
                  <a:cubicBezTo>
                    <a:pt x="253" y="23"/>
                    <a:pt x="254" y="22"/>
                    <a:pt x="255" y="22"/>
                  </a:cubicBezTo>
                  <a:cubicBezTo>
                    <a:pt x="257" y="22"/>
                    <a:pt x="261" y="23"/>
                    <a:pt x="262" y="24"/>
                  </a:cubicBezTo>
                  <a:cubicBezTo>
                    <a:pt x="263" y="25"/>
                    <a:pt x="264" y="27"/>
                    <a:pt x="264" y="29"/>
                  </a:cubicBezTo>
                  <a:cubicBezTo>
                    <a:pt x="265" y="29"/>
                    <a:pt x="267" y="31"/>
                    <a:pt x="268" y="32"/>
                  </a:cubicBezTo>
                  <a:cubicBezTo>
                    <a:pt x="269" y="33"/>
                    <a:pt x="270" y="36"/>
                    <a:pt x="270" y="38"/>
                  </a:cubicBezTo>
                  <a:cubicBezTo>
                    <a:pt x="271" y="39"/>
                    <a:pt x="272" y="41"/>
                    <a:pt x="272" y="42"/>
                  </a:cubicBezTo>
                  <a:cubicBezTo>
                    <a:pt x="273" y="44"/>
                    <a:pt x="276" y="46"/>
                    <a:pt x="277" y="48"/>
                  </a:cubicBezTo>
                  <a:cubicBezTo>
                    <a:pt x="278" y="49"/>
                    <a:pt x="280" y="52"/>
                    <a:pt x="281" y="52"/>
                  </a:cubicBezTo>
                  <a:cubicBezTo>
                    <a:pt x="282" y="53"/>
                    <a:pt x="285" y="54"/>
                    <a:pt x="286" y="54"/>
                  </a:cubicBezTo>
                  <a:cubicBezTo>
                    <a:pt x="289" y="55"/>
                    <a:pt x="295" y="54"/>
                    <a:pt x="298" y="54"/>
                  </a:cubicBezTo>
                  <a:cubicBezTo>
                    <a:pt x="299" y="54"/>
                    <a:pt x="303" y="54"/>
                    <a:pt x="305" y="54"/>
                  </a:cubicBezTo>
                  <a:cubicBezTo>
                    <a:pt x="307" y="53"/>
                    <a:pt x="311" y="53"/>
                    <a:pt x="313" y="52"/>
                  </a:cubicBezTo>
                  <a:cubicBezTo>
                    <a:pt x="314" y="52"/>
                    <a:pt x="316" y="50"/>
                    <a:pt x="317" y="48"/>
                  </a:cubicBezTo>
                  <a:cubicBezTo>
                    <a:pt x="318" y="48"/>
                    <a:pt x="319" y="46"/>
                    <a:pt x="319" y="45"/>
                  </a:cubicBezTo>
                  <a:cubicBezTo>
                    <a:pt x="320" y="44"/>
                    <a:pt x="321" y="42"/>
                    <a:pt x="321" y="41"/>
                  </a:cubicBezTo>
                  <a:cubicBezTo>
                    <a:pt x="322" y="40"/>
                    <a:pt x="322" y="38"/>
                    <a:pt x="323" y="38"/>
                  </a:cubicBezTo>
                  <a:cubicBezTo>
                    <a:pt x="324" y="37"/>
                    <a:pt x="327" y="39"/>
                    <a:pt x="328" y="40"/>
                  </a:cubicBezTo>
                  <a:cubicBezTo>
                    <a:pt x="329" y="40"/>
                    <a:pt x="331" y="42"/>
                    <a:pt x="333" y="42"/>
                  </a:cubicBezTo>
                  <a:cubicBezTo>
                    <a:pt x="334" y="43"/>
                    <a:pt x="336" y="43"/>
                    <a:pt x="338" y="43"/>
                  </a:cubicBezTo>
                  <a:cubicBezTo>
                    <a:pt x="339" y="43"/>
                    <a:pt x="342" y="43"/>
                    <a:pt x="343" y="43"/>
                  </a:cubicBezTo>
                  <a:cubicBezTo>
                    <a:pt x="345" y="43"/>
                    <a:pt x="348" y="45"/>
                    <a:pt x="350" y="45"/>
                  </a:cubicBezTo>
                  <a:cubicBezTo>
                    <a:pt x="351" y="45"/>
                    <a:pt x="354" y="45"/>
                    <a:pt x="355" y="45"/>
                  </a:cubicBezTo>
                  <a:cubicBezTo>
                    <a:pt x="356" y="44"/>
                    <a:pt x="357" y="43"/>
                    <a:pt x="358" y="43"/>
                  </a:cubicBezTo>
                  <a:cubicBezTo>
                    <a:pt x="358" y="42"/>
                    <a:pt x="358" y="40"/>
                    <a:pt x="358" y="39"/>
                  </a:cubicBezTo>
                  <a:cubicBezTo>
                    <a:pt x="359" y="39"/>
                    <a:pt x="359" y="37"/>
                    <a:pt x="360" y="36"/>
                  </a:cubicBezTo>
                  <a:cubicBezTo>
                    <a:pt x="360" y="35"/>
                    <a:pt x="361" y="34"/>
                    <a:pt x="362" y="33"/>
                  </a:cubicBezTo>
                  <a:cubicBezTo>
                    <a:pt x="363" y="32"/>
                    <a:pt x="364" y="32"/>
                    <a:pt x="365" y="31"/>
                  </a:cubicBezTo>
                  <a:cubicBezTo>
                    <a:pt x="366" y="31"/>
                    <a:pt x="368" y="30"/>
                    <a:pt x="369" y="30"/>
                  </a:cubicBezTo>
                  <a:cubicBezTo>
                    <a:pt x="370" y="30"/>
                    <a:pt x="372" y="30"/>
                    <a:pt x="373" y="30"/>
                  </a:cubicBezTo>
                  <a:cubicBezTo>
                    <a:pt x="375" y="30"/>
                    <a:pt x="378" y="29"/>
                    <a:pt x="380" y="28"/>
                  </a:cubicBezTo>
                  <a:cubicBezTo>
                    <a:pt x="381" y="28"/>
                    <a:pt x="382" y="27"/>
                    <a:pt x="383" y="27"/>
                  </a:cubicBezTo>
                  <a:cubicBezTo>
                    <a:pt x="384" y="27"/>
                    <a:pt x="386" y="26"/>
                    <a:pt x="386" y="25"/>
                  </a:cubicBezTo>
                  <a:cubicBezTo>
                    <a:pt x="387" y="25"/>
                    <a:pt x="387" y="23"/>
                    <a:pt x="387" y="23"/>
                  </a:cubicBezTo>
                  <a:cubicBezTo>
                    <a:pt x="387" y="22"/>
                    <a:pt x="387" y="20"/>
                    <a:pt x="386" y="19"/>
                  </a:cubicBezTo>
                  <a:cubicBezTo>
                    <a:pt x="386" y="18"/>
                    <a:pt x="384" y="17"/>
                    <a:pt x="384" y="16"/>
                  </a:cubicBezTo>
                  <a:cubicBezTo>
                    <a:pt x="384" y="15"/>
                    <a:pt x="384" y="14"/>
                    <a:pt x="384" y="13"/>
                  </a:cubicBezTo>
                  <a:cubicBezTo>
                    <a:pt x="384" y="12"/>
                    <a:pt x="385" y="11"/>
                    <a:pt x="386" y="10"/>
                  </a:cubicBezTo>
                  <a:cubicBezTo>
                    <a:pt x="387" y="10"/>
                    <a:pt x="389" y="9"/>
                    <a:pt x="391" y="9"/>
                  </a:cubicBezTo>
                  <a:cubicBezTo>
                    <a:pt x="391" y="9"/>
                    <a:pt x="393" y="10"/>
                    <a:pt x="394" y="10"/>
                  </a:cubicBezTo>
                  <a:cubicBezTo>
                    <a:pt x="395" y="10"/>
                    <a:pt x="397" y="11"/>
                    <a:pt x="398" y="12"/>
                  </a:cubicBezTo>
                  <a:cubicBezTo>
                    <a:pt x="399" y="13"/>
                    <a:pt x="400" y="15"/>
                    <a:pt x="400" y="15"/>
                  </a:cubicBezTo>
                  <a:cubicBezTo>
                    <a:pt x="401" y="16"/>
                    <a:pt x="403" y="16"/>
                    <a:pt x="404" y="17"/>
                  </a:cubicBezTo>
                  <a:cubicBezTo>
                    <a:pt x="405" y="17"/>
                    <a:pt x="407" y="16"/>
                    <a:pt x="408" y="17"/>
                  </a:cubicBezTo>
                  <a:cubicBezTo>
                    <a:pt x="409" y="17"/>
                    <a:pt x="411" y="17"/>
                    <a:pt x="412" y="18"/>
                  </a:cubicBezTo>
                  <a:cubicBezTo>
                    <a:pt x="412" y="19"/>
                    <a:pt x="411" y="20"/>
                    <a:pt x="412" y="21"/>
                  </a:cubicBezTo>
                  <a:cubicBezTo>
                    <a:pt x="412" y="22"/>
                    <a:pt x="415" y="23"/>
                    <a:pt x="416" y="23"/>
                  </a:cubicBezTo>
                  <a:cubicBezTo>
                    <a:pt x="416" y="24"/>
                    <a:pt x="418" y="24"/>
                    <a:pt x="419" y="24"/>
                  </a:cubicBezTo>
                  <a:cubicBezTo>
                    <a:pt x="420" y="25"/>
                    <a:pt x="421" y="27"/>
                    <a:pt x="421" y="28"/>
                  </a:cubicBezTo>
                  <a:cubicBezTo>
                    <a:pt x="421" y="29"/>
                    <a:pt x="422" y="31"/>
                    <a:pt x="421" y="33"/>
                  </a:cubicBezTo>
                  <a:cubicBezTo>
                    <a:pt x="421" y="33"/>
                    <a:pt x="419" y="34"/>
                    <a:pt x="419" y="35"/>
                  </a:cubicBezTo>
                  <a:cubicBezTo>
                    <a:pt x="419" y="36"/>
                    <a:pt x="421" y="38"/>
                    <a:pt x="421" y="39"/>
                  </a:cubicBezTo>
                  <a:cubicBezTo>
                    <a:pt x="421" y="40"/>
                    <a:pt x="422" y="41"/>
                    <a:pt x="422" y="42"/>
                  </a:cubicBezTo>
                  <a:cubicBezTo>
                    <a:pt x="423" y="43"/>
                    <a:pt x="423" y="45"/>
                    <a:pt x="424" y="46"/>
                  </a:cubicBezTo>
                  <a:cubicBezTo>
                    <a:pt x="425" y="47"/>
                    <a:pt x="428" y="48"/>
                    <a:pt x="429" y="49"/>
                  </a:cubicBezTo>
                  <a:cubicBezTo>
                    <a:pt x="429" y="49"/>
                    <a:pt x="430" y="51"/>
                    <a:pt x="431" y="52"/>
                  </a:cubicBezTo>
                  <a:cubicBezTo>
                    <a:pt x="431" y="52"/>
                    <a:pt x="432" y="54"/>
                    <a:pt x="432" y="55"/>
                  </a:cubicBezTo>
                  <a:cubicBezTo>
                    <a:pt x="432" y="56"/>
                    <a:pt x="431" y="59"/>
                    <a:pt x="431" y="60"/>
                  </a:cubicBezTo>
                  <a:cubicBezTo>
                    <a:pt x="431" y="61"/>
                    <a:pt x="431" y="63"/>
                    <a:pt x="431" y="64"/>
                  </a:cubicBezTo>
                  <a:cubicBezTo>
                    <a:pt x="432" y="65"/>
                    <a:pt x="434" y="67"/>
                    <a:pt x="434" y="68"/>
                  </a:cubicBezTo>
                  <a:cubicBezTo>
                    <a:pt x="435" y="69"/>
                    <a:pt x="436" y="70"/>
                    <a:pt x="436" y="71"/>
                  </a:cubicBezTo>
                  <a:cubicBezTo>
                    <a:pt x="437" y="72"/>
                    <a:pt x="438" y="75"/>
                    <a:pt x="438" y="76"/>
                  </a:cubicBezTo>
                  <a:cubicBezTo>
                    <a:pt x="438" y="77"/>
                    <a:pt x="438" y="79"/>
                    <a:pt x="438" y="80"/>
                  </a:cubicBezTo>
                  <a:cubicBezTo>
                    <a:pt x="439" y="81"/>
                    <a:pt x="439" y="82"/>
                    <a:pt x="439" y="83"/>
                  </a:cubicBezTo>
                  <a:cubicBezTo>
                    <a:pt x="440" y="84"/>
                    <a:pt x="441" y="85"/>
                    <a:pt x="442" y="86"/>
                  </a:cubicBezTo>
                  <a:cubicBezTo>
                    <a:pt x="442" y="86"/>
                    <a:pt x="442" y="89"/>
                    <a:pt x="443" y="89"/>
                  </a:cubicBezTo>
                  <a:cubicBezTo>
                    <a:pt x="444" y="90"/>
                    <a:pt x="445" y="92"/>
                    <a:pt x="446" y="92"/>
                  </a:cubicBezTo>
                  <a:cubicBezTo>
                    <a:pt x="447" y="93"/>
                    <a:pt x="449" y="94"/>
                    <a:pt x="450" y="94"/>
                  </a:cubicBezTo>
                  <a:cubicBezTo>
                    <a:pt x="452" y="94"/>
                    <a:pt x="455" y="95"/>
                    <a:pt x="457" y="95"/>
                  </a:cubicBezTo>
                  <a:cubicBezTo>
                    <a:pt x="458" y="95"/>
                    <a:pt x="459" y="95"/>
                    <a:pt x="460" y="95"/>
                  </a:cubicBezTo>
                  <a:cubicBezTo>
                    <a:pt x="461" y="95"/>
                    <a:pt x="462" y="94"/>
                    <a:pt x="462" y="93"/>
                  </a:cubicBezTo>
                  <a:cubicBezTo>
                    <a:pt x="462" y="92"/>
                    <a:pt x="463" y="91"/>
                    <a:pt x="463" y="90"/>
                  </a:cubicBezTo>
                  <a:cubicBezTo>
                    <a:pt x="463" y="89"/>
                    <a:pt x="463" y="88"/>
                    <a:pt x="463" y="87"/>
                  </a:cubicBezTo>
                  <a:cubicBezTo>
                    <a:pt x="464" y="86"/>
                    <a:pt x="465" y="85"/>
                    <a:pt x="466" y="85"/>
                  </a:cubicBezTo>
                  <a:cubicBezTo>
                    <a:pt x="467" y="84"/>
                    <a:pt x="468" y="83"/>
                    <a:pt x="469" y="82"/>
                  </a:cubicBezTo>
                  <a:cubicBezTo>
                    <a:pt x="469" y="82"/>
                    <a:pt x="470" y="81"/>
                    <a:pt x="470" y="80"/>
                  </a:cubicBezTo>
                  <a:cubicBezTo>
                    <a:pt x="471" y="80"/>
                    <a:pt x="473" y="79"/>
                    <a:pt x="474" y="79"/>
                  </a:cubicBezTo>
                  <a:cubicBezTo>
                    <a:pt x="475" y="79"/>
                    <a:pt x="477" y="80"/>
                    <a:pt x="478" y="80"/>
                  </a:cubicBezTo>
                  <a:cubicBezTo>
                    <a:pt x="478" y="80"/>
                    <a:pt x="480" y="81"/>
                    <a:pt x="480" y="80"/>
                  </a:cubicBezTo>
                  <a:cubicBezTo>
                    <a:pt x="481" y="80"/>
                    <a:pt x="481" y="79"/>
                    <a:pt x="482" y="79"/>
                  </a:cubicBezTo>
                  <a:cubicBezTo>
                    <a:pt x="483" y="79"/>
                    <a:pt x="484" y="80"/>
                    <a:pt x="485" y="79"/>
                  </a:cubicBezTo>
                  <a:cubicBezTo>
                    <a:pt x="486" y="79"/>
                    <a:pt x="487" y="78"/>
                    <a:pt x="488" y="77"/>
                  </a:cubicBezTo>
                  <a:cubicBezTo>
                    <a:pt x="488" y="77"/>
                    <a:pt x="489" y="76"/>
                    <a:pt x="490" y="76"/>
                  </a:cubicBezTo>
                  <a:cubicBezTo>
                    <a:pt x="490" y="75"/>
                    <a:pt x="492" y="75"/>
                    <a:pt x="493" y="76"/>
                  </a:cubicBezTo>
                  <a:cubicBezTo>
                    <a:pt x="494" y="76"/>
                    <a:pt x="495" y="77"/>
                    <a:pt x="496" y="77"/>
                  </a:cubicBezTo>
                  <a:cubicBezTo>
                    <a:pt x="497" y="78"/>
                    <a:pt x="498" y="80"/>
                    <a:pt x="498" y="80"/>
                  </a:cubicBezTo>
                  <a:cubicBezTo>
                    <a:pt x="499" y="81"/>
                    <a:pt x="501" y="82"/>
                    <a:pt x="502" y="82"/>
                  </a:cubicBezTo>
                  <a:cubicBezTo>
                    <a:pt x="503" y="82"/>
                    <a:pt x="505" y="82"/>
                    <a:pt x="506" y="83"/>
                  </a:cubicBezTo>
                  <a:cubicBezTo>
                    <a:pt x="507" y="83"/>
                    <a:pt x="508" y="85"/>
                    <a:pt x="508" y="86"/>
                  </a:cubicBezTo>
                  <a:cubicBezTo>
                    <a:pt x="508" y="87"/>
                    <a:pt x="508" y="89"/>
                    <a:pt x="508" y="91"/>
                  </a:cubicBezTo>
                  <a:cubicBezTo>
                    <a:pt x="508" y="92"/>
                    <a:pt x="507" y="94"/>
                    <a:pt x="507" y="95"/>
                  </a:cubicBezTo>
                  <a:cubicBezTo>
                    <a:pt x="506" y="96"/>
                    <a:pt x="505" y="98"/>
                    <a:pt x="505" y="99"/>
                  </a:cubicBezTo>
                  <a:cubicBezTo>
                    <a:pt x="504" y="100"/>
                    <a:pt x="503" y="102"/>
                    <a:pt x="503" y="103"/>
                  </a:cubicBezTo>
                  <a:cubicBezTo>
                    <a:pt x="502" y="103"/>
                    <a:pt x="501" y="105"/>
                    <a:pt x="500" y="106"/>
                  </a:cubicBezTo>
                  <a:cubicBezTo>
                    <a:pt x="500" y="108"/>
                    <a:pt x="500" y="111"/>
                    <a:pt x="500" y="112"/>
                  </a:cubicBezTo>
                  <a:cubicBezTo>
                    <a:pt x="501" y="113"/>
                    <a:pt x="502" y="115"/>
                    <a:pt x="503" y="116"/>
                  </a:cubicBezTo>
                  <a:cubicBezTo>
                    <a:pt x="502" y="117"/>
                    <a:pt x="501" y="117"/>
                    <a:pt x="501" y="117"/>
                  </a:cubicBezTo>
                  <a:cubicBezTo>
                    <a:pt x="499" y="119"/>
                    <a:pt x="497" y="122"/>
                    <a:pt x="496" y="123"/>
                  </a:cubicBezTo>
                  <a:cubicBezTo>
                    <a:pt x="494" y="124"/>
                    <a:pt x="491" y="127"/>
                    <a:pt x="489" y="128"/>
                  </a:cubicBezTo>
                  <a:cubicBezTo>
                    <a:pt x="488" y="130"/>
                    <a:pt x="487" y="132"/>
                    <a:pt x="486" y="133"/>
                  </a:cubicBezTo>
                  <a:cubicBezTo>
                    <a:pt x="485" y="136"/>
                    <a:pt x="483" y="141"/>
                    <a:pt x="482" y="144"/>
                  </a:cubicBezTo>
                  <a:cubicBezTo>
                    <a:pt x="482" y="146"/>
                    <a:pt x="481" y="151"/>
                    <a:pt x="481" y="154"/>
                  </a:cubicBezTo>
                  <a:cubicBezTo>
                    <a:pt x="481" y="156"/>
                    <a:pt x="481" y="161"/>
                    <a:pt x="481" y="164"/>
                  </a:cubicBezTo>
                  <a:cubicBezTo>
                    <a:pt x="481" y="166"/>
                    <a:pt x="482" y="170"/>
                    <a:pt x="483" y="172"/>
                  </a:cubicBezTo>
                  <a:cubicBezTo>
                    <a:pt x="483" y="173"/>
                    <a:pt x="485" y="174"/>
                    <a:pt x="486" y="175"/>
                  </a:cubicBezTo>
                  <a:cubicBezTo>
                    <a:pt x="487" y="176"/>
                    <a:pt x="489" y="177"/>
                    <a:pt x="489" y="178"/>
                  </a:cubicBezTo>
                  <a:cubicBezTo>
                    <a:pt x="489" y="179"/>
                    <a:pt x="488" y="181"/>
                    <a:pt x="487" y="182"/>
                  </a:cubicBezTo>
                  <a:cubicBezTo>
                    <a:pt x="487" y="183"/>
                    <a:pt x="485" y="185"/>
                    <a:pt x="484" y="186"/>
                  </a:cubicBezTo>
                  <a:cubicBezTo>
                    <a:pt x="483" y="188"/>
                    <a:pt x="481" y="192"/>
                    <a:pt x="480" y="194"/>
                  </a:cubicBezTo>
                  <a:cubicBezTo>
                    <a:pt x="479" y="196"/>
                    <a:pt x="478" y="200"/>
                    <a:pt x="478" y="202"/>
                  </a:cubicBezTo>
                  <a:cubicBezTo>
                    <a:pt x="477" y="204"/>
                    <a:pt x="474" y="209"/>
                    <a:pt x="473" y="211"/>
                  </a:cubicBezTo>
                  <a:cubicBezTo>
                    <a:pt x="473" y="213"/>
                    <a:pt x="471" y="215"/>
                    <a:pt x="470" y="217"/>
                  </a:cubicBezTo>
                  <a:cubicBezTo>
                    <a:pt x="470" y="218"/>
                    <a:pt x="468" y="222"/>
                    <a:pt x="468" y="224"/>
                  </a:cubicBezTo>
                  <a:cubicBezTo>
                    <a:pt x="468" y="225"/>
                    <a:pt x="468" y="229"/>
                    <a:pt x="468" y="230"/>
                  </a:cubicBezTo>
                  <a:cubicBezTo>
                    <a:pt x="468" y="232"/>
                    <a:pt x="468" y="236"/>
                    <a:pt x="469" y="237"/>
                  </a:cubicBezTo>
                  <a:cubicBezTo>
                    <a:pt x="470" y="238"/>
                    <a:pt x="472" y="239"/>
                    <a:pt x="473" y="240"/>
                  </a:cubicBezTo>
                  <a:cubicBezTo>
                    <a:pt x="473" y="241"/>
                    <a:pt x="474" y="243"/>
                    <a:pt x="475" y="244"/>
                  </a:cubicBezTo>
                  <a:cubicBezTo>
                    <a:pt x="475" y="246"/>
                    <a:pt x="476" y="248"/>
                    <a:pt x="476" y="249"/>
                  </a:cubicBezTo>
                  <a:cubicBezTo>
                    <a:pt x="476" y="251"/>
                    <a:pt x="475" y="254"/>
                    <a:pt x="475" y="255"/>
                  </a:cubicBezTo>
                  <a:cubicBezTo>
                    <a:pt x="475" y="256"/>
                    <a:pt x="475" y="259"/>
                    <a:pt x="476" y="259"/>
                  </a:cubicBezTo>
                  <a:cubicBezTo>
                    <a:pt x="476" y="261"/>
                    <a:pt x="479" y="261"/>
                    <a:pt x="480" y="262"/>
                  </a:cubicBezTo>
                  <a:cubicBezTo>
                    <a:pt x="482" y="263"/>
                    <a:pt x="484" y="265"/>
                    <a:pt x="485" y="266"/>
                  </a:cubicBezTo>
                  <a:cubicBezTo>
                    <a:pt x="486" y="267"/>
                    <a:pt x="487" y="269"/>
                    <a:pt x="488" y="270"/>
                  </a:cubicBezTo>
                  <a:cubicBezTo>
                    <a:pt x="488" y="271"/>
                    <a:pt x="488" y="274"/>
                    <a:pt x="488" y="276"/>
                  </a:cubicBezTo>
                  <a:cubicBezTo>
                    <a:pt x="489" y="277"/>
                    <a:pt x="491" y="279"/>
                    <a:pt x="492" y="280"/>
                  </a:cubicBezTo>
                  <a:cubicBezTo>
                    <a:pt x="492" y="280"/>
                    <a:pt x="493" y="282"/>
                    <a:pt x="494" y="283"/>
                  </a:cubicBezTo>
                  <a:cubicBezTo>
                    <a:pt x="495" y="283"/>
                    <a:pt x="495" y="286"/>
                    <a:pt x="496" y="287"/>
                  </a:cubicBezTo>
                  <a:cubicBezTo>
                    <a:pt x="497" y="288"/>
                    <a:pt x="498" y="289"/>
                    <a:pt x="499" y="290"/>
                  </a:cubicBezTo>
                  <a:cubicBezTo>
                    <a:pt x="500" y="290"/>
                    <a:pt x="501" y="291"/>
                    <a:pt x="502" y="292"/>
                  </a:cubicBezTo>
                  <a:cubicBezTo>
                    <a:pt x="503" y="293"/>
                    <a:pt x="503" y="295"/>
                    <a:pt x="504" y="295"/>
                  </a:cubicBezTo>
                  <a:cubicBezTo>
                    <a:pt x="505" y="296"/>
                    <a:pt x="507" y="297"/>
                    <a:pt x="508" y="298"/>
                  </a:cubicBezTo>
                  <a:cubicBezTo>
                    <a:pt x="509" y="299"/>
                    <a:pt x="510" y="300"/>
                    <a:pt x="510" y="301"/>
                  </a:cubicBezTo>
                  <a:cubicBezTo>
                    <a:pt x="512" y="303"/>
                    <a:pt x="514" y="307"/>
                    <a:pt x="515" y="309"/>
                  </a:cubicBezTo>
                  <a:cubicBezTo>
                    <a:pt x="516" y="310"/>
                    <a:pt x="517" y="314"/>
                    <a:pt x="517" y="316"/>
                  </a:cubicBezTo>
                  <a:cubicBezTo>
                    <a:pt x="518" y="317"/>
                    <a:pt x="520" y="320"/>
                    <a:pt x="520" y="321"/>
                  </a:cubicBezTo>
                  <a:cubicBezTo>
                    <a:pt x="521" y="321"/>
                    <a:pt x="522" y="323"/>
                    <a:pt x="523" y="323"/>
                  </a:cubicBezTo>
                  <a:cubicBezTo>
                    <a:pt x="524" y="324"/>
                    <a:pt x="526" y="324"/>
                    <a:pt x="527" y="325"/>
                  </a:cubicBezTo>
                  <a:cubicBezTo>
                    <a:pt x="527" y="325"/>
                    <a:pt x="528" y="327"/>
                    <a:pt x="529" y="328"/>
                  </a:cubicBezTo>
                  <a:cubicBezTo>
                    <a:pt x="529" y="329"/>
                    <a:pt x="532" y="331"/>
                    <a:pt x="533" y="332"/>
                  </a:cubicBezTo>
                  <a:cubicBezTo>
                    <a:pt x="533" y="334"/>
                    <a:pt x="535" y="336"/>
                    <a:pt x="535" y="337"/>
                  </a:cubicBezTo>
                  <a:cubicBezTo>
                    <a:pt x="536" y="338"/>
                    <a:pt x="536" y="341"/>
                    <a:pt x="536" y="342"/>
                  </a:cubicBezTo>
                  <a:cubicBezTo>
                    <a:pt x="536" y="344"/>
                    <a:pt x="538" y="348"/>
                    <a:pt x="538" y="350"/>
                  </a:cubicBezTo>
                  <a:cubicBezTo>
                    <a:pt x="539" y="351"/>
                    <a:pt x="539" y="354"/>
                    <a:pt x="540" y="356"/>
                  </a:cubicBezTo>
                  <a:cubicBezTo>
                    <a:pt x="541" y="357"/>
                    <a:pt x="544" y="358"/>
                    <a:pt x="545" y="360"/>
                  </a:cubicBezTo>
                  <a:cubicBezTo>
                    <a:pt x="545" y="361"/>
                    <a:pt x="545" y="364"/>
                    <a:pt x="545" y="3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78"/>
            <p:cNvSpPr>
              <a:spLocks/>
            </p:cNvSpPr>
            <p:nvPr/>
          </p:nvSpPr>
          <p:spPr bwMode="auto">
            <a:xfrm>
              <a:off x="4818063" y="1136650"/>
              <a:ext cx="679450" cy="708025"/>
            </a:xfrm>
            <a:custGeom>
              <a:avLst/>
              <a:gdLst/>
              <a:ahLst/>
              <a:cxnLst>
                <a:cxn ang="0">
                  <a:pos x="34" y="375"/>
                </a:cxn>
                <a:cxn ang="0">
                  <a:pos x="18" y="359"/>
                </a:cxn>
                <a:cxn ang="0">
                  <a:pos x="1" y="344"/>
                </a:cxn>
                <a:cxn ang="0">
                  <a:pos x="12" y="325"/>
                </a:cxn>
                <a:cxn ang="0">
                  <a:pos x="20" y="303"/>
                </a:cxn>
                <a:cxn ang="0">
                  <a:pos x="29" y="286"/>
                </a:cxn>
                <a:cxn ang="0">
                  <a:pos x="26" y="268"/>
                </a:cxn>
                <a:cxn ang="0">
                  <a:pos x="26" y="240"/>
                </a:cxn>
                <a:cxn ang="0">
                  <a:pos x="44" y="226"/>
                </a:cxn>
                <a:cxn ang="0">
                  <a:pos x="58" y="207"/>
                </a:cxn>
                <a:cxn ang="0">
                  <a:pos x="58" y="191"/>
                </a:cxn>
                <a:cxn ang="0">
                  <a:pos x="69" y="144"/>
                </a:cxn>
                <a:cxn ang="0">
                  <a:pos x="76" y="118"/>
                </a:cxn>
                <a:cxn ang="0">
                  <a:pos x="78" y="97"/>
                </a:cxn>
                <a:cxn ang="0">
                  <a:pos x="73" y="73"/>
                </a:cxn>
                <a:cxn ang="0">
                  <a:pos x="83" y="46"/>
                </a:cxn>
                <a:cxn ang="0">
                  <a:pos x="83" y="13"/>
                </a:cxn>
                <a:cxn ang="0">
                  <a:pos x="110" y="8"/>
                </a:cxn>
                <a:cxn ang="0">
                  <a:pos x="141" y="22"/>
                </a:cxn>
                <a:cxn ang="0">
                  <a:pos x="163" y="17"/>
                </a:cxn>
                <a:cxn ang="0">
                  <a:pos x="200" y="15"/>
                </a:cxn>
                <a:cxn ang="0">
                  <a:pos x="220" y="3"/>
                </a:cxn>
                <a:cxn ang="0">
                  <a:pos x="248" y="23"/>
                </a:cxn>
                <a:cxn ang="0">
                  <a:pos x="272" y="13"/>
                </a:cxn>
                <a:cxn ang="0">
                  <a:pos x="294" y="26"/>
                </a:cxn>
                <a:cxn ang="0">
                  <a:pos x="305" y="55"/>
                </a:cxn>
                <a:cxn ang="0">
                  <a:pos x="298" y="82"/>
                </a:cxn>
                <a:cxn ang="0">
                  <a:pos x="291" y="112"/>
                </a:cxn>
                <a:cxn ang="0">
                  <a:pos x="295" y="134"/>
                </a:cxn>
                <a:cxn ang="0">
                  <a:pos x="318" y="139"/>
                </a:cxn>
                <a:cxn ang="0">
                  <a:pos x="342" y="136"/>
                </a:cxn>
                <a:cxn ang="0">
                  <a:pos x="374" y="144"/>
                </a:cxn>
                <a:cxn ang="0">
                  <a:pos x="396" y="164"/>
                </a:cxn>
                <a:cxn ang="0">
                  <a:pos x="405" y="179"/>
                </a:cxn>
                <a:cxn ang="0">
                  <a:pos x="394" y="198"/>
                </a:cxn>
                <a:cxn ang="0">
                  <a:pos x="392" y="206"/>
                </a:cxn>
                <a:cxn ang="0">
                  <a:pos x="387" y="213"/>
                </a:cxn>
                <a:cxn ang="0">
                  <a:pos x="375" y="229"/>
                </a:cxn>
                <a:cxn ang="0">
                  <a:pos x="370" y="242"/>
                </a:cxn>
                <a:cxn ang="0">
                  <a:pos x="373" y="252"/>
                </a:cxn>
                <a:cxn ang="0">
                  <a:pos x="356" y="255"/>
                </a:cxn>
                <a:cxn ang="0">
                  <a:pos x="352" y="265"/>
                </a:cxn>
                <a:cxn ang="0">
                  <a:pos x="341" y="273"/>
                </a:cxn>
                <a:cxn ang="0">
                  <a:pos x="332" y="288"/>
                </a:cxn>
                <a:cxn ang="0">
                  <a:pos x="316" y="299"/>
                </a:cxn>
                <a:cxn ang="0">
                  <a:pos x="309" y="310"/>
                </a:cxn>
                <a:cxn ang="0">
                  <a:pos x="291" y="323"/>
                </a:cxn>
                <a:cxn ang="0">
                  <a:pos x="274" y="320"/>
                </a:cxn>
                <a:cxn ang="0">
                  <a:pos x="252" y="333"/>
                </a:cxn>
                <a:cxn ang="0">
                  <a:pos x="236" y="361"/>
                </a:cxn>
                <a:cxn ang="0">
                  <a:pos x="227" y="392"/>
                </a:cxn>
                <a:cxn ang="0">
                  <a:pos x="208" y="417"/>
                </a:cxn>
                <a:cxn ang="0">
                  <a:pos x="173" y="414"/>
                </a:cxn>
                <a:cxn ang="0">
                  <a:pos x="163" y="421"/>
                </a:cxn>
                <a:cxn ang="0">
                  <a:pos x="146" y="427"/>
                </a:cxn>
                <a:cxn ang="0">
                  <a:pos x="130" y="414"/>
                </a:cxn>
                <a:cxn ang="0">
                  <a:pos x="112" y="401"/>
                </a:cxn>
                <a:cxn ang="0">
                  <a:pos x="108" y="381"/>
                </a:cxn>
                <a:cxn ang="0">
                  <a:pos x="96" y="382"/>
                </a:cxn>
                <a:cxn ang="0">
                  <a:pos x="68" y="379"/>
                </a:cxn>
                <a:cxn ang="0">
                  <a:pos x="52" y="381"/>
                </a:cxn>
              </a:cxnLst>
              <a:rect l="0" t="0" r="r" b="b"/>
              <a:pathLst>
                <a:path w="409" h="428">
                  <a:moveTo>
                    <a:pt x="48" y="381"/>
                  </a:moveTo>
                  <a:cubicBezTo>
                    <a:pt x="47" y="381"/>
                    <a:pt x="47" y="381"/>
                    <a:pt x="47" y="381"/>
                  </a:cubicBezTo>
                  <a:cubicBezTo>
                    <a:pt x="46" y="381"/>
                    <a:pt x="43" y="381"/>
                    <a:pt x="42" y="381"/>
                  </a:cubicBezTo>
                  <a:cubicBezTo>
                    <a:pt x="41" y="381"/>
                    <a:pt x="41" y="379"/>
                    <a:pt x="40" y="379"/>
                  </a:cubicBezTo>
                  <a:cubicBezTo>
                    <a:pt x="40" y="378"/>
                    <a:pt x="39" y="376"/>
                    <a:pt x="38" y="376"/>
                  </a:cubicBezTo>
                  <a:cubicBezTo>
                    <a:pt x="37" y="375"/>
                    <a:pt x="35" y="375"/>
                    <a:pt x="34" y="375"/>
                  </a:cubicBezTo>
                  <a:cubicBezTo>
                    <a:pt x="33" y="375"/>
                    <a:pt x="30" y="374"/>
                    <a:pt x="29" y="374"/>
                  </a:cubicBezTo>
                  <a:cubicBezTo>
                    <a:pt x="28" y="373"/>
                    <a:pt x="26" y="372"/>
                    <a:pt x="25" y="371"/>
                  </a:cubicBezTo>
                  <a:cubicBezTo>
                    <a:pt x="24" y="371"/>
                    <a:pt x="22" y="370"/>
                    <a:pt x="22" y="370"/>
                  </a:cubicBezTo>
                  <a:cubicBezTo>
                    <a:pt x="21" y="369"/>
                    <a:pt x="20" y="367"/>
                    <a:pt x="20" y="366"/>
                  </a:cubicBezTo>
                  <a:cubicBezTo>
                    <a:pt x="19" y="365"/>
                    <a:pt x="19" y="364"/>
                    <a:pt x="19" y="363"/>
                  </a:cubicBezTo>
                  <a:cubicBezTo>
                    <a:pt x="19" y="362"/>
                    <a:pt x="18" y="360"/>
                    <a:pt x="18" y="359"/>
                  </a:cubicBezTo>
                  <a:cubicBezTo>
                    <a:pt x="17" y="357"/>
                    <a:pt x="16" y="355"/>
                    <a:pt x="15" y="354"/>
                  </a:cubicBezTo>
                  <a:cubicBezTo>
                    <a:pt x="14" y="353"/>
                    <a:pt x="12" y="352"/>
                    <a:pt x="11" y="352"/>
                  </a:cubicBezTo>
                  <a:cubicBezTo>
                    <a:pt x="10" y="351"/>
                    <a:pt x="9" y="349"/>
                    <a:pt x="8" y="349"/>
                  </a:cubicBezTo>
                  <a:cubicBezTo>
                    <a:pt x="7" y="348"/>
                    <a:pt x="4" y="347"/>
                    <a:pt x="3" y="347"/>
                  </a:cubicBezTo>
                  <a:cubicBezTo>
                    <a:pt x="3" y="347"/>
                    <a:pt x="2" y="347"/>
                    <a:pt x="2" y="347"/>
                  </a:cubicBezTo>
                  <a:cubicBezTo>
                    <a:pt x="2" y="346"/>
                    <a:pt x="2" y="344"/>
                    <a:pt x="1" y="344"/>
                  </a:cubicBezTo>
                  <a:cubicBezTo>
                    <a:pt x="1" y="343"/>
                    <a:pt x="0" y="340"/>
                    <a:pt x="0" y="339"/>
                  </a:cubicBezTo>
                  <a:cubicBezTo>
                    <a:pt x="0" y="338"/>
                    <a:pt x="3" y="337"/>
                    <a:pt x="3" y="336"/>
                  </a:cubicBezTo>
                  <a:cubicBezTo>
                    <a:pt x="4" y="335"/>
                    <a:pt x="3" y="332"/>
                    <a:pt x="3" y="331"/>
                  </a:cubicBezTo>
                  <a:cubicBezTo>
                    <a:pt x="4" y="330"/>
                    <a:pt x="5" y="328"/>
                    <a:pt x="6" y="328"/>
                  </a:cubicBezTo>
                  <a:cubicBezTo>
                    <a:pt x="7" y="327"/>
                    <a:pt x="9" y="328"/>
                    <a:pt x="10" y="328"/>
                  </a:cubicBezTo>
                  <a:cubicBezTo>
                    <a:pt x="11" y="327"/>
                    <a:pt x="12" y="325"/>
                    <a:pt x="12" y="325"/>
                  </a:cubicBezTo>
                  <a:cubicBezTo>
                    <a:pt x="13" y="324"/>
                    <a:pt x="14" y="322"/>
                    <a:pt x="14" y="321"/>
                  </a:cubicBezTo>
                  <a:cubicBezTo>
                    <a:pt x="14" y="320"/>
                    <a:pt x="11" y="319"/>
                    <a:pt x="11" y="318"/>
                  </a:cubicBezTo>
                  <a:cubicBezTo>
                    <a:pt x="11" y="317"/>
                    <a:pt x="12" y="315"/>
                    <a:pt x="12" y="315"/>
                  </a:cubicBezTo>
                  <a:cubicBezTo>
                    <a:pt x="13" y="314"/>
                    <a:pt x="15" y="313"/>
                    <a:pt x="16" y="312"/>
                  </a:cubicBezTo>
                  <a:cubicBezTo>
                    <a:pt x="17" y="311"/>
                    <a:pt x="19" y="308"/>
                    <a:pt x="19" y="307"/>
                  </a:cubicBezTo>
                  <a:cubicBezTo>
                    <a:pt x="19" y="306"/>
                    <a:pt x="19" y="304"/>
                    <a:pt x="20" y="303"/>
                  </a:cubicBezTo>
                  <a:cubicBezTo>
                    <a:pt x="20" y="301"/>
                    <a:pt x="21" y="300"/>
                    <a:pt x="22" y="299"/>
                  </a:cubicBezTo>
                  <a:cubicBezTo>
                    <a:pt x="23" y="298"/>
                    <a:pt x="23" y="295"/>
                    <a:pt x="24" y="294"/>
                  </a:cubicBezTo>
                  <a:cubicBezTo>
                    <a:pt x="25" y="293"/>
                    <a:pt x="26" y="293"/>
                    <a:pt x="27" y="292"/>
                  </a:cubicBezTo>
                  <a:cubicBezTo>
                    <a:pt x="28" y="292"/>
                    <a:pt x="29" y="291"/>
                    <a:pt x="29" y="290"/>
                  </a:cubicBezTo>
                  <a:cubicBezTo>
                    <a:pt x="30" y="290"/>
                    <a:pt x="31" y="288"/>
                    <a:pt x="31" y="287"/>
                  </a:cubicBezTo>
                  <a:cubicBezTo>
                    <a:pt x="30" y="287"/>
                    <a:pt x="29" y="286"/>
                    <a:pt x="29" y="286"/>
                  </a:cubicBezTo>
                  <a:cubicBezTo>
                    <a:pt x="28" y="285"/>
                    <a:pt x="29" y="283"/>
                    <a:pt x="28" y="282"/>
                  </a:cubicBezTo>
                  <a:cubicBezTo>
                    <a:pt x="28" y="281"/>
                    <a:pt x="26" y="280"/>
                    <a:pt x="25" y="280"/>
                  </a:cubicBezTo>
                  <a:cubicBezTo>
                    <a:pt x="25" y="279"/>
                    <a:pt x="24" y="278"/>
                    <a:pt x="24" y="277"/>
                  </a:cubicBezTo>
                  <a:cubicBezTo>
                    <a:pt x="24" y="277"/>
                    <a:pt x="25" y="275"/>
                    <a:pt x="26" y="275"/>
                  </a:cubicBezTo>
                  <a:cubicBezTo>
                    <a:pt x="26" y="274"/>
                    <a:pt x="26" y="272"/>
                    <a:pt x="27" y="272"/>
                  </a:cubicBezTo>
                  <a:cubicBezTo>
                    <a:pt x="27" y="271"/>
                    <a:pt x="27" y="269"/>
                    <a:pt x="26" y="268"/>
                  </a:cubicBezTo>
                  <a:cubicBezTo>
                    <a:pt x="26" y="267"/>
                    <a:pt x="25" y="266"/>
                    <a:pt x="25" y="265"/>
                  </a:cubicBezTo>
                  <a:cubicBezTo>
                    <a:pt x="24" y="265"/>
                    <a:pt x="24" y="263"/>
                    <a:pt x="23" y="262"/>
                  </a:cubicBezTo>
                  <a:cubicBezTo>
                    <a:pt x="23" y="261"/>
                    <a:pt x="22" y="258"/>
                    <a:pt x="22" y="257"/>
                  </a:cubicBezTo>
                  <a:cubicBezTo>
                    <a:pt x="21" y="256"/>
                    <a:pt x="22" y="253"/>
                    <a:pt x="21" y="252"/>
                  </a:cubicBezTo>
                  <a:cubicBezTo>
                    <a:pt x="21" y="250"/>
                    <a:pt x="21" y="246"/>
                    <a:pt x="21" y="244"/>
                  </a:cubicBezTo>
                  <a:cubicBezTo>
                    <a:pt x="22" y="243"/>
                    <a:pt x="25" y="241"/>
                    <a:pt x="26" y="240"/>
                  </a:cubicBezTo>
                  <a:cubicBezTo>
                    <a:pt x="27" y="239"/>
                    <a:pt x="29" y="238"/>
                    <a:pt x="29" y="238"/>
                  </a:cubicBezTo>
                  <a:cubicBezTo>
                    <a:pt x="30" y="237"/>
                    <a:pt x="31" y="236"/>
                    <a:pt x="32" y="235"/>
                  </a:cubicBezTo>
                  <a:cubicBezTo>
                    <a:pt x="32" y="234"/>
                    <a:pt x="34" y="232"/>
                    <a:pt x="35" y="232"/>
                  </a:cubicBezTo>
                  <a:cubicBezTo>
                    <a:pt x="36" y="231"/>
                    <a:pt x="38" y="231"/>
                    <a:pt x="39" y="231"/>
                  </a:cubicBezTo>
                  <a:cubicBezTo>
                    <a:pt x="40" y="230"/>
                    <a:pt x="41" y="229"/>
                    <a:pt x="42" y="228"/>
                  </a:cubicBezTo>
                  <a:cubicBezTo>
                    <a:pt x="43" y="228"/>
                    <a:pt x="43" y="227"/>
                    <a:pt x="44" y="226"/>
                  </a:cubicBezTo>
                  <a:cubicBezTo>
                    <a:pt x="44" y="225"/>
                    <a:pt x="46" y="223"/>
                    <a:pt x="46" y="221"/>
                  </a:cubicBezTo>
                  <a:cubicBezTo>
                    <a:pt x="46" y="220"/>
                    <a:pt x="45" y="217"/>
                    <a:pt x="45" y="216"/>
                  </a:cubicBezTo>
                  <a:cubicBezTo>
                    <a:pt x="45" y="215"/>
                    <a:pt x="46" y="212"/>
                    <a:pt x="46" y="211"/>
                  </a:cubicBezTo>
                  <a:cubicBezTo>
                    <a:pt x="47" y="210"/>
                    <a:pt x="48" y="209"/>
                    <a:pt x="49" y="208"/>
                  </a:cubicBezTo>
                  <a:cubicBezTo>
                    <a:pt x="50" y="207"/>
                    <a:pt x="53" y="206"/>
                    <a:pt x="55" y="206"/>
                  </a:cubicBezTo>
                  <a:cubicBezTo>
                    <a:pt x="56" y="206"/>
                    <a:pt x="57" y="207"/>
                    <a:pt x="58" y="207"/>
                  </a:cubicBezTo>
                  <a:cubicBezTo>
                    <a:pt x="59" y="207"/>
                    <a:pt x="61" y="207"/>
                    <a:pt x="61" y="207"/>
                  </a:cubicBezTo>
                  <a:cubicBezTo>
                    <a:pt x="62" y="207"/>
                    <a:pt x="63" y="205"/>
                    <a:pt x="64" y="205"/>
                  </a:cubicBezTo>
                  <a:cubicBezTo>
                    <a:pt x="64" y="204"/>
                    <a:pt x="64" y="203"/>
                    <a:pt x="64" y="202"/>
                  </a:cubicBezTo>
                  <a:cubicBezTo>
                    <a:pt x="63" y="201"/>
                    <a:pt x="61" y="200"/>
                    <a:pt x="60" y="200"/>
                  </a:cubicBezTo>
                  <a:cubicBezTo>
                    <a:pt x="60" y="199"/>
                    <a:pt x="59" y="196"/>
                    <a:pt x="58" y="195"/>
                  </a:cubicBezTo>
                  <a:cubicBezTo>
                    <a:pt x="58" y="194"/>
                    <a:pt x="58" y="192"/>
                    <a:pt x="58" y="191"/>
                  </a:cubicBezTo>
                  <a:cubicBezTo>
                    <a:pt x="57" y="189"/>
                    <a:pt x="58" y="184"/>
                    <a:pt x="58" y="182"/>
                  </a:cubicBezTo>
                  <a:cubicBezTo>
                    <a:pt x="58" y="179"/>
                    <a:pt x="58" y="173"/>
                    <a:pt x="59" y="171"/>
                  </a:cubicBezTo>
                  <a:cubicBezTo>
                    <a:pt x="59" y="168"/>
                    <a:pt x="61" y="164"/>
                    <a:pt x="61" y="161"/>
                  </a:cubicBezTo>
                  <a:cubicBezTo>
                    <a:pt x="62" y="160"/>
                    <a:pt x="62" y="156"/>
                    <a:pt x="63" y="154"/>
                  </a:cubicBezTo>
                  <a:cubicBezTo>
                    <a:pt x="63" y="152"/>
                    <a:pt x="66" y="150"/>
                    <a:pt x="67" y="148"/>
                  </a:cubicBezTo>
                  <a:cubicBezTo>
                    <a:pt x="68" y="147"/>
                    <a:pt x="68" y="145"/>
                    <a:pt x="69" y="144"/>
                  </a:cubicBezTo>
                  <a:cubicBezTo>
                    <a:pt x="69" y="143"/>
                    <a:pt x="68" y="140"/>
                    <a:pt x="69" y="139"/>
                  </a:cubicBezTo>
                  <a:cubicBezTo>
                    <a:pt x="69" y="138"/>
                    <a:pt x="69" y="136"/>
                    <a:pt x="70" y="135"/>
                  </a:cubicBezTo>
                  <a:cubicBezTo>
                    <a:pt x="70" y="134"/>
                    <a:pt x="71" y="131"/>
                    <a:pt x="72" y="130"/>
                  </a:cubicBezTo>
                  <a:cubicBezTo>
                    <a:pt x="72" y="129"/>
                    <a:pt x="72" y="128"/>
                    <a:pt x="72" y="127"/>
                  </a:cubicBezTo>
                  <a:cubicBezTo>
                    <a:pt x="72" y="126"/>
                    <a:pt x="73" y="124"/>
                    <a:pt x="73" y="123"/>
                  </a:cubicBezTo>
                  <a:cubicBezTo>
                    <a:pt x="74" y="122"/>
                    <a:pt x="75" y="119"/>
                    <a:pt x="76" y="118"/>
                  </a:cubicBezTo>
                  <a:cubicBezTo>
                    <a:pt x="77" y="117"/>
                    <a:pt x="78" y="116"/>
                    <a:pt x="79" y="116"/>
                  </a:cubicBezTo>
                  <a:cubicBezTo>
                    <a:pt x="80" y="115"/>
                    <a:pt x="82" y="112"/>
                    <a:pt x="82" y="111"/>
                  </a:cubicBezTo>
                  <a:cubicBezTo>
                    <a:pt x="83" y="109"/>
                    <a:pt x="84" y="106"/>
                    <a:pt x="84" y="104"/>
                  </a:cubicBezTo>
                  <a:cubicBezTo>
                    <a:pt x="84" y="103"/>
                    <a:pt x="84" y="101"/>
                    <a:pt x="83" y="100"/>
                  </a:cubicBezTo>
                  <a:cubicBezTo>
                    <a:pt x="83" y="99"/>
                    <a:pt x="81" y="99"/>
                    <a:pt x="81" y="98"/>
                  </a:cubicBezTo>
                  <a:cubicBezTo>
                    <a:pt x="80" y="98"/>
                    <a:pt x="78" y="98"/>
                    <a:pt x="78" y="97"/>
                  </a:cubicBezTo>
                  <a:cubicBezTo>
                    <a:pt x="77" y="96"/>
                    <a:pt x="77" y="95"/>
                    <a:pt x="77" y="94"/>
                  </a:cubicBezTo>
                  <a:cubicBezTo>
                    <a:pt x="77" y="93"/>
                    <a:pt x="76" y="90"/>
                    <a:pt x="76" y="89"/>
                  </a:cubicBezTo>
                  <a:cubicBezTo>
                    <a:pt x="76" y="88"/>
                    <a:pt x="77" y="86"/>
                    <a:pt x="77" y="84"/>
                  </a:cubicBezTo>
                  <a:cubicBezTo>
                    <a:pt x="77" y="83"/>
                    <a:pt x="77" y="81"/>
                    <a:pt x="77" y="80"/>
                  </a:cubicBezTo>
                  <a:cubicBezTo>
                    <a:pt x="76" y="79"/>
                    <a:pt x="74" y="77"/>
                    <a:pt x="74" y="76"/>
                  </a:cubicBezTo>
                  <a:cubicBezTo>
                    <a:pt x="73" y="76"/>
                    <a:pt x="73" y="74"/>
                    <a:pt x="73" y="73"/>
                  </a:cubicBezTo>
                  <a:cubicBezTo>
                    <a:pt x="73" y="72"/>
                    <a:pt x="72" y="70"/>
                    <a:pt x="72" y="69"/>
                  </a:cubicBezTo>
                  <a:cubicBezTo>
                    <a:pt x="72" y="68"/>
                    <a:pt x="73" y="66"/>
                    <a:pt x="73" y="66"/>
                  </a:cubicBezTo>
                  <a:cubicBezTo>
                    <a:pt x="73" y="65"/>
                    <a:pt x="74" y="63"/>
                    <a:pt x="74" y="62"/>
                  </a:cubicBezTo>
                  <a:cubicBezTo>
                    <a:pt x="74" y="61"/>
                    <a:pt x="73" y="59"/>
                    <a:pt x="72" y="58"/>
                  </a:cubicBezTo>
                  <a:cubicBezTo>
                    <a:pt x="74" y="56"/>
                    <a:pt x="77" y="55"/>
                    <a:pt x="78" y="53"/>
                  </a:cubicBezTo>
                  <a:cubicBezTo>
                    <a:pt x="79" y="52"/>
                    <a:pt x="81" y="48"/>
                    <a:pt x="83" y="46"/>
                  </a:cubicBezTo>
                  <a:cubicBezTo>
                    <a:pt x="83" y="45"/>
                    <a:pt x="84" y="45"/>
                    <a:pt x="85" y="44"/>
                  </a:cubicBezTo>
                  <a:cubicBezTo>
                    <a:pt x="85" y="43"/>
                    <a:pt x="86" y="41"/>
                    <a:pt x="86" y="40"/>
                  </a:cubicBezTo>
                  <a:cubicBezTo>
                    <a:pt x="86" y="38"/>
                    <a:pt x="86" y="36"/>
                    <a:pt x="86" y="35"/>
                  </a:cubicBezTo>
                  <a:cubicBezTo>
                    <a:pt x="85" y="32"/>
                    <a:pt x="84" y="27"/>
                    <a:pt x="83" y="25"/>
                  </a:cubicBezTo>
                  <a:cubicBezTo>
                    <a:pt x="83" y="23"/>
                    <a:pt x="83" y="20"/>
                    <a:pt x="83" y="19"/>
                  </a:cubicBezTo>
                  <a:cubicBezTo>
                    <a:pt x="83" y="17"/>
                    <a:pt x="83" y="15"/>
                    <a:pt x="83" y="13"/>
                  </a:cubicBezTo>
                  <a:cubicBezTo>
                    <a:pt x="83" y="12"/>
                    <a:pt x="84" y="11"/>
                    <a:pt x="85" y="10"/>
                  </a:cubicBezTo>
                  <a:cubicBezTo>
                    <a:pt x="85" y="9"/>
                    <a:pt x="85" y="8"/>
                    <a:pt x="85" y="7"/>
                  </a:cubicBezTo>
                  <a:cubicBezTo>
                    <a:pt x="86" y="6"/>
                    <a:pt x="89" y="5"/>
                    <a:pt x="90" y="5"/>
                  </a:cubicBezTo>
                  <a:cubicBezTo>
                    <a:pt x="92" y="5"/>
                    <a:pt x="96" y="5"/>
                    <a:pt x="98" y="5"/>
                  </a:cubicBezTo>
                  <a:cubicBezTo>
                    <a:pt x="100" y="5"/>
                    <a:pt x="103" y="6"/>
                    <a:pt x="105" y="6"/>
                  </a:cubicBezTo>
                  <a:cubicBezTo>
                    <a:pt x="106" y="6"/>
                    <a:pt x="109" y="7"/>
                    <a:pt x="110" y="8"/>
                  </a:cubicBezTo>
                  <a:cubicBezTo>
                    <a:pt x="111" y="9"/>
                    <a:pt x="113" y="12"/>
                    <a:pt x="114" y="13"/>
                  </a:cubicBezTo>
                  <a:cubicBezTo>
                    <a:pt x="116" y="14"/>
                    <a:pt x="118" y="16"/>
                    <a:pt x="119" y="17"/>
                  </a:cubicBezTo>
                  <a:cubicBezTo>
                    <a:pt x="120" y="18"/>
                    <a:pt x="122" y="20"/>
                    <a:pt x="123" y="20"/>
                  </a:cubicBezTo>
                  <a:cubicBezTo>
                    <a:pt x="124" y="21"/>
                    <a:pt x="127" y="20"/>
                    <a:pt x="128" y="21"/>
                  </a:cubicBezTo>
                  <a:cubicBezTo>
                    <a:pt x="130" y="21"/>
                    <a:pt x="133" y="21"/>
                    <a:pt x="135" y="21"/>
                  </a:cubicBezTo>
                  <a:cubicBezTo>
                    <a:pt x="136" y="21"/>
                    <a:pt x="140" y="22"/>
                    <a:pt x="141" y="22"/>
                  </a:cubicBezTo>
                  <a:cubicBezTo>
                    <a:pt x="142" y="22"/>
                    <a:pt x="144" y="21"/>
                    <a:pt x="145" y="21"/>
                  </a:cubicBezTo>
                  <a:cubicBezTo>
                    <a:pt x="146" y="20"/>
                    <a:pt x="147" y="18"/>
                    <a:pt x="148" y="17"/>
                  </a:cubicBezTo>
                  <a:cubicBezTo>
                    <a:pt x="150" y="17"/>
                    <a:pt x="153" y="16"/>
                    <a:pt x="154" y="15"/>
                  </a:cubicBezTo>
                  <a:cubicBezTo>
                    <a:pt x="155" y="14"/>
                    <a:pt x="156" y="13"/>
                    <a:pt x="156" y="13"/>
                  </a:cubicBezTo>
                  <a:cubicBezTo>
                    <a:pt x="157" y="13"/>
                    <a:pt x="159" y="14"/>
                    <a:pt x="160" y="14"/>
                  </a:cubicBezTo>
                  <a:cubicBezTo>
                    <a:pt x="161" y="15"/>
                    <a:pt x="162" y="17"/>
                    <a:pt x="163" y="17"/>
                  </a:cubicBezTo>
                  <a:cubicBezTo>
                    <a:pt x="165" y="18"/>
                    <a:pt x="167" y="19"/>
                    <a:pt x="169" y="19"/>
                  </a:cubicBezTo>
                  <a:cubicBezTo>
                    <a:pt x="171" y="20"/>
                    <a:pt x="175" y="19"/>
                    <a:pt x="177" y="19"/>
                  </a:cubicBezTo>
                  <a:cubicBezTo>
                    <a:pt x="179" y="19"/>
                    <a:pt x="182" y="19"/>
                    <a:pt x="184" y="19"/>
                  </a:cubicBezTo>
                  <a:cubicBezTo>
                    <a:pt x="186" y="19"/>
                    <a:pt x="190" y="19"/>
                    <a:pt x="192" y="19"/>
                  </a:cubicBezTo>
                  <a:cubicBezTo>
                    <a:pt x="194" y="19"/>
                    <a:pt x="197" y="19"/>
                    <a:pt x="198" y="19"/>
                  </a:cubicBezTo>
                  <a:cubicBezTo>
                    <a:pt x="199" y="18"/>
                    <a:pt x="200" y="16"/>
                    <a:pt x="200" y="15"/>
                  </a:cubicBezTo>
                  <a:cubicBezTo>
                    <a:pt x="201" y="14"/>
                    <a:pt x="201" y="12"/>
                    <a:pt x="201" y="11"/>
                  </a:cubicBezTo>
                  <a:cubicBezTo>
                    <a:pt x="202" y="10"/>
                    <a:pt x="203" y="9"/>
                    <a:pt x="204" y="8"/>
                  </a:cubicBezTo>
                  <a:cubicBezTo>
                    <a:pt x="204" y="7"/>
                    <a:pt x="205" y="4"/>
                    <a:pt x="205" y="3"/>
                  </a:cubicBezTo>
                  <a:cubicBezTo>
                    <a:pt x="206" y="2"/>
                    <a:pt x="208" y="1"/>
                    <a:pt x="209" y="1"/>
                  </a:cubicBezTo>
                  <a:cubicBezTo>
                    <a:pt x="210" y="0"/>
                    <a:pt x="213" y="0"/>
                    <a:pt x="214" y="1"/>
                  </a:cubicBezTo>
                  <a:cubicBezTo>
                    <a:pt x="215" y="1"/>
                    <a:pt x="219" y="2"/>
                    <a:pt x="220" y="3"/>
                  </a:cubicBezTo>
                  <a:cubicBezTo>
                    <a:pt x="221" y="4"/>
                    <a:pt x="222" y="6"/>
                    <a:pt x="223" y="8"/>
                  </a:cubicBezTo>
                  <a:cubicBezTo>
                    <a:pt x="223" y="9"/>
                    <a:pt x="224" y="12"/>
                    <a:pt x="225" y="13"/>
                  </a:cubicBezTo>
                  <a:cubicBezTo>
                    <a:pt x="225" y="14"/>
                    <a:pt x="227" y="16"/>
                    <a:pt x="227" y="17"/>
                  </a:cubicBezTo>
                  <a:cubicBezTo>
                    <a:pt x="228" y="18"/>
                    <a:pt x="230" y="20"/>
                    <a:pt x="231" y="21"/>
                  </a:cubicBezTo>
                  <a:cubicBezTo>
                    <a:pt x="233" y="22"/>
                    <a:pt x="236" y="23"/>
                    <a:pt x="237" y="23"/>
                  </a:cubicBezTo>
                  <a:cubicBezTo>
                    <a:pt x="240" y="23"/>
                    <a:pt x="245" y="23"/>
                    <a:pt x="248" y="23"/>
                  </a:cubicBezTo>
                  <a:cubicBezTo>
                    <a:pt x="250" y="23"/>
                    <a:pt x="254" y="23"/>
                    <a:pt x="256" y="23"/>
                  </a:cubicBezTo>
                  <a:cubicBezTo>
                    <a:pt x="258" y="22"/>
                    <a:pt x="262" y="23"/>
                    <a:pt x="264" y="23"/>
                  </a:cubicBezTo>
                  <a:cubicBezTo>
                    <a:pt x="264" y="22"/>
                    <a:pt x="265" y="20"/>
                    <a:pt x="266" y="20"/>
                  </a:cubicBezTo>
                  <a:cubicBezTo>
                    <a:pt x="266" y="20"/>
                    <a:pt x="269" y="20"/>
                    <a:pt x="270" y="20"/>
                  </a:cubicBezTo>
                  <a:cubicBezTo>
                    <a:pt x="271" y="19"/>
                    <a:pt x="272" y="18"/>
                    <a:pt x="273" y="18"/>
                  </a:cubicBezTo>
                  <a:cubicBezTo>
                    <a:pt x="273" y="17"/>
                    <a:pt x="272" y="14"/>
                    <a:pt x="272" y="13"/>
                  </a:cubicBezTo>
                  <a:cubicBezTo>
                    <a:pt x="273" y="12"/>
                    <a:pt x="274" y="11"/>
                    <a:pt x="275" y="10"/>
                  </a:cubicBezTo>
                  <a:cubicBezTo>
                    <a:pt x="275" y="10"/>
                    <a:pt x="277" y="9"/>
                    <a:pt x="278" y="9"/>
                  </a:cubicBezTo>
                  <a:cubicBezTo>
                    <a:pt x="280" y="9"/>
                    <a:pt x="283" y="10"/>
                    <a:pt x="285" y="11"/>
                  </a:cubicBezTo>
                  <a:cubicBezTo>
                    <a:pt x="286" y="12"/>
                    <a:pt x="289" y="14"/>
                    <a:pt x="290" y="16"/>
                  </a:cubicBezTo>
                  <a:cubicBezTo>
                    <a:pt x="291" y="17"/>
                    <a:pt x="293" y="19"/>
                    <a:pt x="293" y="21"/>
                  </a:cubicBezTo>
                  <a:cubicBezTo>
                    <a:pt x="294" y="22"/>
                    <a:pt x="294" y="25"/>
                    <a:pt x="294" y="26"/>
                  </a:cubicBezTo>
                  <a:cubicBezTo>
                    <a:pt x="295" y="29"/>
                    <a:pt x="294" y="33"/>
                    <a:pt x="295" y="36"/>
                  </a:cubicBezTo>
                  <a:cubicBezTo>
                    <a:pt x="295" y="38"/>
                    <a:pt x="294" y="42"/>
                    <a:pt x="295" y="44"/>
                  </a:cubicBezTo>
                  <a:cubicBezTo>
                    <a:pt x="295" y="45"/>
                    <a:pt x="297" y="47"/>
                    <a:pt x="298" y="48"/>
                  </a:cubicBezTo>
                  <a:cubicBezTo>
                    <a:pt x="299" y="48"/>
                    <a:pt x="301" y="49"/>
                    <a:pt x="302" y="49"/>
                  </a:cubicBezTo>
                  <a:cubicBezTo>
                    <a:pt x="302" y="50"/>
                    <a:pt x="303" y="51"/>
                    <a:pt x="304" y="51"/>
                  </a:cubicBezTo>
                  <a:cubicBezTo>
                    <a:pt x="304" y="52"/>
                    <a:pt x="305" y="54"/>
                    <a:pt x="305" y="55"/>
                  </a:cubicBezTo>
                  <a:cubicBezTo>
                    <a:pt x="306" y="56"/>
                    <a:pt x="306" y="58"/>
                    <a:pt x="306" y="59"/>
                  </a:cubicBezTo>
                  <a:cubicBezTo>
                    <a:pt x="305" y="60"/>
                    <a:pt x="303" y="61"/>
                    <a:pt x="303" y="62"/>
                  </a:cubicBezTo>
                  <a:cubicBezTo>
                    <a:pt x="302" y="64"/>
                    <a:pt x="302" y="67"/>
                    <a:pt x="302" y="69"/>
                  </a:cubicBezTo>
                  <a:cubicBezTo>
                    <a:pt x="302" y="71"/>
                    <a:pt x="302" y="74"/>
                    <a:pt x="302" y="75"/>
                  </a:cubicBezTo>
                  <a:cubicBezTo>
                    <a:pt x="302" y="76"/>
                    <a:pt x="301" y="78"/>
                    <a:pt x="301" y="79"/>
                  </a:cubicBezTo>
                  <a:cubicBezTo>
                    <a:pt x="300" y="80"/>
                    <a:pt x="298" y="81"/>
                    <a:pt x="298" y="82"/>
                  </a:cubicBezTo>
                  <a:cubicBezTo>
                    <a:pt x="297" y="83"/>
                    <a:pt x="298" y="85"/>
                    <a:pt x="298" y="86"/>
                  </a:cubicBezTo>
                  <a:cubicBezTo>
                    <a:pt x="298" y="87"/>
                    <a:pt x="298" y="90"/>
                    <a:pt x="298" y="91"/>
                  </a:cubicBezTo>
                  <a:cubicBezTo>
                    <a:pt x="298" y="92"/>
                    <a:pt x="297" y="96"/>
                    <a:pt x="297" y="97"/>
                  </a:cubicBezTo>
                  <a:cubicBezTo>
                    <a:pt x="297" y="98"/>
                    <a:pt x="296" y="101"/>
                    <a:pt x="295" y="102"/>
                  </a:cubicBezTo>
                  <a:cubicBezTo>
                    <a:pt x="294" y="104"/>
                    <a:pt x="292" y="105"/>
                    <a:pt x="291" y="107"/>
                  </a:cubicBezTo>
                  <a:cubicBezTo>
                    <a:pt x="291" y="108"/>
                    <a:pt x="291" y="111"/>
                    <a:pt x="291" y="112"/>
                  </a:cubicBezTo>
                  <a:cubicBezTo>
                    <a:pt x="291" y="113"/>
                    <a:pt x="293" y="115"/>
                    <a:pt x="293" y="116"/>
                  </a:cubicBezTo>
                  <a:cubicBezTo>
                    <a:pt x="293" y="116"/>
                    <a:pt x="294" y="118"/>
                    <a:pt x="294" y="118"/>
                  </a:cubicBezTo>
                  <a:cubicBezTo>
                    <a:pt x="294" y="119"/>
                    <a:pt x="293" y="122"/>
                    <a:pt x="293" y="122"/>
                  </a:cubicBezTo>
                  <a:cubicBezTo>
                    <a:pt x="294" y="124"/>
                    <a:pt x="297" y="125"/>
                    <a:pt x="297" y="126"/>
                  </a:cubicBezTo>
                  <a:cubicBezTo>
                    <a:pt x="297" y="127"/>
                    <a:pt x="296" y="129"/>
                    <a:pt x="296" y="130"/>
                  </a:cubicBezTo>
                  <a:cubicBezTo>
                    <a:pt x="296" y="131"/>
                    <a:pt x="295" y="133"/>
                    <a:pt x="295" y="134"/>
                  </a:cubicBezTo>
                  <a:cubicBezTo>
                    <a:pt x="295" y="135"/>
                    <a:pt x="296" y="137"/>
                    <a:pt x="296" y="138"/>
                  </a:cubicBezTo>
                  <a:cubicBezTo>
                    <a:pt x="297" y="139"/>
                    <a:pt x="300" y="140"/>
                    <a:pt x="301" y="140"/>
                  </a:cubicBezTo>
                  <a:cubicBezTo>
                    <a:pt x="302" y="141"/>
                    <a:pt x="304" y="142"/>
                    <a:pt x="306" y="143"/>
                  </a:cubicBezTo>
                  <a:cubicBezTo>
                    <a:pt x="307" y="143"/>
                    <a:pt x="310" y="143"/>
                    <a:pt x="312" y="143"/>
                  </a:cubicBezTo>
                  <a:cubicBezTo>
                    <a:pt x="313" y="142"/>
                    <a:pt x="315" y="142"/>
                    <a:pt x="316" y="141"/>
                  </a:cubicBezTo>
                  <a:cubicBezTo>
                    <a:pt x="317" y="140"/>
                    <a:pt x="318" y="139"/>
                    <a:pt x="318" y="139"/>
                  </a:cubicBezTo>
                  <a:cubicBezTo>
                    <a:pt x="319" y="138"/>
                    <a:pt x="320" y="137"/>
                    <a:pt x="321" y="136"/>
                  </a:cubicBezTo>
                  <a:cubicBezTo>
                    <a:pt x="322" y="136"/>
                    <a:pt x="324" y="135"/>
                    <a:pt x="325" y="134"/>
                  </a:cubicBezTo>
                  <a:cubicBezTo>
                    <a:pt x="325" y="134"/>
                    <a:pt x="325" y="131"/>
                    <a:pt x="326" y="131"/>
                  </a:cubicBezTo>
                  <a:cubicBezTo>
                    <a:pt x="327" y="130"/>
                    <a:pt x="329" y="134"/>
                    <a:pt x="330" y="134"/>
                  </a:cubicBezTo>
                  <a:cubicBezTo>
                    <a:pt x="331" y="135"/>
                    <a:pt x="334" y="135"/>
                    <a:pt x="336" y="135"/>
                  </a:cubicBezTo>
                  <a:cubicBezTo>
                    <a:pt x="337" y="135"/>
                    <a:pt x="341" y="136"/>
                    <a:pt x="342" y="136"/>
                  </a:cubicBezTo>
                  <a:cubicBezTo>
                    <a:pt x="344" y="136"/>
                    <a:pt x="348" y="135"/>
                    <a:pt x="349" y="136"/>
                  </a:cubicBezTo>
                  <a:cubicBezTo>
                    <a:pt x="351" y="136"/>
                    <a:pt x="355" y="138"/>
                    <a:pt x="357" y="139"/>
                  </a:cubicBezTo>
                  <a:cubicBezTo>
                    <a:pt x="358" y="139"/>
                    <a:pt x="361" y="140"/>
                    <a:pt x="362" y="141"/>
                  </a:cubicBezTo>
                  <a:cubicBezTo>
                    <a:pt x="363" y="141"/>
                    <a:pt x="364" y="142"/>
                    <a:pt x="365" y="143"/>
                  </a:cubicBezTo>
                  <a:cubicBezTo>
                    <a:pt x="367" y="143"/>
                    <a:pt x="369" y="143"/>
                    <a:pt x="370" y="143"/>
                  </a:cubicBezTo>
                  <a:cubicBezTo>
                    <a:pt x="371" y="143"/>
                    <a:pt x="373" y="143"/>
                    <a:pt x="374" y="144"/>
                  </a:cubicBezTo>
                  <a:cubicBezTo>
                    <a:pt x="376" y="145"/>
                    <a:pt x="378" y="147"/>
                    <a:pt x="379" y="148"/>
                  </a:cubicBezTo>
                  <a:cubicBezTo>
                    <a:pt x="380" y="148"/>
                    <a:pt x="382" y="150"/>
                    <a:pt x="383" y="151"/>
                  </a:cubicBezTo>
                  <a:cubicBezTo>
                    <a:pt x="384" y="151"/>
                    <a:pt x="386" y="152"/>
                    <a:pt x="387" y="152"/>
                  </a:cubicBezTo>
                  <a:cubicBezTo>
                    <a:pt x="388" y="153"/>
                    <a:pt x="390" y="154"/>
                    <a:pt x="391" y="155"/>
                  </a:cubicBezTo>
                  <a:cubicBezTo>
                    <a:pt x="392" y="156"/>
                    <a:pt x="393" y="157"/>
                    <a:pt x="394" y="158"/>
                  </a:cubicBezTo>
                  <a:cubicBezTo>
                    <a:pt x="395" y="159"/>
                    <a:pt x="395" y="162"/>
                    <a:pt x="396" y="164"/>
                  </a:cubicBezTo>
                  <a:cubicBezTo>
                    <a:pt x="397" y="165"/>
                    <a:pt x="398" y="167"/>
                    <a:pt x="398" y="168"/>
                  </a:cubicBezTo>
                  <a:cubicBezTo>
                    <a:pt x="399" y="169"/>
                    <a:pt x="402" y="169"/>
                    <a:pt x="402" y="170"/>
                  </a:cubicBezTo>
                  <a:cubicBezTo>
                    <a:pt x="403" y="170"/>
                    <a:pt x="405" y="171"/>
                    <a:pt x="406" y="172"/>
                  </a:cubicBezTo>
                  <a:cubicBezTo>
                    <a:pt x="406" y="173"/>
                    <a:pt x="408" y="174"/>
                    <a:pt x="408" y="175"/>
                  </a:cubicBezTo>
                  <a:cubicBezTo>
                    <a:pt x="409" y="176"/>
                    <a:pt x="408" y="177"/>
                    <a:pt x="407" y="177"/>
                  </a:cubicBezTo>
                  <a:cubicBezTo>
                    <a:pt x="407" y="178"/>
                    <a:pt x="405" y="178"/>
                    <a:pt x="405" y="179"/>
                  </a:cubicBezTo>
                  <a:cubicBezTo>
                    <a:pt x="404" y="180"/>
                    <a:pt x="403" y="182"/>
                    <a:pt x="403" y="184"/>
                  </a:cubicBezTo>
                  <a:cubicBezTo>
                    <a:pt x="403" y="185"/>
                    <a:pt x="403" y="187"/>
                    <a:pt x="403" y="187"/>
                  </a:cubicBezTo>
                  <a:cubicBezTo>
                    <a:pt x="403" y="188"/>
                    <a:pt x="401" y="189"/>
                    <a:pt x="401" y="190"/>
                  </a:cubicBezTo>
                  <a:cubicBezTo>
                    <a:pt x="400" y="190"/>
                    <a:pt x="399" y="192"/>
                    <a:pt x="399" y="193"/>
                  </a:cubicBezTo>
                  <a:cubicBezTo>
                    <a:pt x="398" y="194"/>
                    <a:pt x="397" y="196"/>
                    <a:pt x="396" y="196"/>
                  </a:cubicBezTo>
                  <a:cubicBezTo>
                    <a:pt x="396" y="197"/>
                    <a:pt x="395" y="198"/>
                    <a:pt x="394" y="198"/>
                  </a:cubicBezTo>
                  <a:cubicBezTo>
                    <a:pt x="393" y="198"/>
                    <a:pt x="392" y="198"/>
                    <a:pt x="391" y="199"/>
                  </a:cubicBezTo>
                  <a:cubicBezTo>
                    <a:pt x="391" y="199"/>
                    <a:pt x="391" y="199"/>
                    <a:pt x="391" y="200"/>
                  </a:cubicBezTo>
                  <a:cubicBezTo>
                    <a:pt x="391" y="200"/>
                    <a:pt x="392" y="201"/>
                    <a:pt x="393" y="201"/>
                  </a:cubicBezTo>
                  <a:cubicBezTo>
                    <a:pt x="393" y="202"/>
                    <a:pt x="394" y="203"/>
                    <a:pt x="394" y="203"/>
                  </a:cubicBezTo>
                  <a:cubicBezTo>
                    <a:pt x="395" y="204"/>
                    <a:pt x="396" y="206"/>
                    <a:pt x="395" y="207"/>
                  </a:cubicBezTo>
                  <a:cubicBezTo>
                    <a:pt x="394" y="208"/>
                    <a:pt x="392" y="207"/>
                    <a:pt x="392" y="206"/>
                  </a:cubicBezTo>
                  <a:cubicBezTo>
                    <a:pt x="391" y="206"/>
                    <a:pt x="390" y="205"/>
                    <a:pt x="389" y="204"/>
                  </a:cubicBezTo>
                  <a:cubicBezTo>
                    <a:pt x="389" y="204"/>
                    <a:pt x="388" y="204"/>
                    <a:pt x="387" y="204"/>
                  </a:cubicBezTo>
                  <a:cubicBezTo>
                    <a:pt x="387" y="204"/>
                    <a:pt x="386" y="205"/>
                    <a:pt x="387" y="206"/>
                  </a:cubicBezTo>
                  <a:cubicBezTo>
                    <a:pt x="387" y="207"/>
                    <a:pt x="388" y="208"/>
                    <a:pt x="388" y="209"/>
                  </a:cubicBezTo>
                  <a:cubicBezTo>
                    <a:pt x="388" y="209"/>
                    <a:pt x="388" y="211"/>
                    <a:pt x="388" y="212"/>
                  </a:cubicBezTo>
                  <a:cubicBezTo>
                    <a:pt x="387" y="212"/>
                    <a:pt x="387" y="213"/>
                    <a:pt x="387" y="213"/>
                  </a:cubicBezTo>
                  <a:cubicBezTo>
                    <a:pt x="386" y="213"/>
                    <a:pt x="385" y="213"/>
                    <a:pt x="385" y="213"/>
                  </a:cubicBezTo>
                  <a:cubicBezTo>
                    <a:pt x="384" y="213"/>
                    <a:pt x="383" y="215"/>
                    <a:pt x="382" y="215"/>
                  </a:cubicBezTo>
                  <a:cubicBezTo>
                    <a:pt x="382" y="216"/>
                    <a:pt x="381" y="218"/>
                    <a:pt x="381" y="219"/>
                  </a:cubicBezTo>
                  <a:cubicBezTo>
                    <a:pt x="381" y="220"/>
                    <a:pt x="381" y="222"/>
                    <a:pt x="380" y="223"/>
                  </a:cubicBezTo>
                  <a:cubicBezTo>
                    <a:pt x="380" y="224"/>
                    <a:pt x="378" y="225"/>
                    <a:pt x="377" y="226"/>
                  </a:cubicBezTo>
                  <a:cubicBezTo>
                    <a:pt x="377" y="227"/>
                    <a:pt x="375" y="228"/>
                    <a:pt x="375" y="229"/>
                  </a:cubicBezTo>
                  <a:cubicBezTo>
                    <a:pt x="375" y="230"/>
                    <a:pt x="377" y="230"/>
                    <a:pt x="378" y="231"/>
                  </a:cubicBezTo>
                  <a:cubicBezTo>
                    <a:pt x="378" y="231"/>
                    <a:pt x="379" y="232"/>
                    <a:pt x="379" y="233"/>
                  </a:cubicBezTo>
                  <a:cubicBezTo>
                    <a:pt x="379" y="234"/>
                    <a:pt x="378" y="235"/>
                    <a:pt x="378" y="236"/>
                  </a:cubicBezTo>
                  <a:cubicBezTo>
                    <a:pt x="377" y="237"/>
                    <a:pt x="377" y="239"/>
                    <a:pt x="376" y="240"/>
                  </a:cubicBezTo>
                  <a:cubicBezTo>
                    <a:pt x="375" y="240"/>
                    <a:pt x="374" y="242"/>
                    <a:pt x="373" y="242"/>
                  </a:cubicBezTo>
                  <a:cubicBezTo>
                    <a:pt x="372" y="242"/>
                    <a:pt x="371" y="242"/>
                    <a:pt x="370" y="242"/>
                  </a:cubicBezTo>
                  <a:cubicBezTo>
                    <a:pt x="370" y="242"/>
                    <a:pt x="368" y="242"/>
                    <a:pt x="368" y="242"/>
                  </a:cubicBezTo>
                  <a:cubicBezTo>
                    <a:pt x="367" y="243"/>
                    <a:pt x="367" y="245"/>
                    <a:pt x="367" y="245"/>
                  </a:cubicBezTo>
                  <a:cubicBezTo>
                    <a:pt x="367" y="246"/>
                    <a:pt x="367" y="248"/>
                    <a:pt x="367" y="248"/>
                  </a:cubicBezTo>
                  <a:cubicBezTo>
                    <a:pt x="368" y="248"/>
                    <a:pt x="369" y="248"/>
                    <a:pt x="370" y="249"/>
                  </a:cubicBezTo>
                  <a:cubicBezTo>
                    <a:pt x="370" y="249"/>
                    <a:pt x="371" y="249"/>
                    <a:pt x="372" y="250"/>
                  </a:cubicBezTo>
                  <a:cubicBezTo>
                    <a:pt x="372" y="250"/>
                    <a:pt x="372" y="252"/>
                    <a:pt x="373" y="252"/>
                  </a:cubicBezTo>
                  <a:cubicBezTo>
                    <a:pt x="373" y="253"/>
                    <a:pt x="372" y="254"/>
                    <a:pt x="372" y="255"/>
                  </a:cubicBezTo>
                  <a:cubicBezTo>
                    <a:pt x="372" y="255"/>
                    <a:pt x="370" y="256"/>
                    <a:pt x="369" y="257"/>
                  </a:cubicBezTo>
                  <a:cubicBezTo>
                    <a:pt x="368" y="257"/>
                    <a:pt x="366" y="258"/>
                    <a:pt x="365" y="259"/>
                  </a:cubicBezTo>
                  <a:cubicBezTo>
                    <a:pt x="364" y="259"/>
                    <a:pt x="362" y="260"/>
                    <a:pt x="360" y="260"/>
                  </a:cubicBezTo>
                  <a:cubicBezTo>
                    <a:pt x="360" y="260"/>
                    <a:pt x="358" y="259"/>
                    <a:pt x="358" y="258"/>
                  </a:cubicBezTo>
                  <a:cubicBezTo>
                    <a:pt x="357" y="258"/>
                    <a:pt x="357" y="256"/>
                    <a:pt x="356" y="255"/>
                  </a:cubicBezTo>
                  <a:cubicBezTo>
                    <a:pt x="356" y="255"/>
                    <a:pt x="355" y="254"/>
                    <a:pt x="354" y="254"/>
                  </a:cubicBezTo>
                  <a:cubicBezTo>
                    <a:pt x="354" y="254"/>
                    <a:pt x="352" y="255"/>
                    <a:pt x="352" y="256"/>
                  </a:cubicBezTo>
                  <a:cubicBezTo>
                    <a:pt x="351" y="256"/>
                    <a:pt x="350" y="258"/>
                    <a:pt x="349" y="259"/>
                  </a:cubicBezTo>
                  <a:cubicBezTo>
                    <a:pt x="349" y="260"/>
                    <a:pt x="348" y="262"/>
                    <a:pt x="348" y="263"/>
                  </a:cubicBezTo>
                  <a:cubicBezTo>
                    <a:pt x="348" y="263"/>
                    <a:pt x="349" y="265"/>
                    <a:pt x="350" y="265"/>
                  </a:cubicBezTo>
                  <a:cubicBezTo>
                    <a:pt x="350" y="265"/>
                    <a:pt x="351" y="265"/>
                    <a:pt x="352" y="265"/>
                  </a:cubicBezTo>
                  <a:cubicBezTo>
                    <a:pt x="353" y="265"/>
                    <a:pt x="354" y="265"/>
                    <a:pt x="354" y="265"/>
                  </a:cubicBezTo>
                  <a:cubicBezTo>
                    <a:pt x="355" y="265"/>
                    <a:pt x="355" y="267"/>
                    <a:pt x="355" y="267"/>
                  </a:cubicBezTo>
                  <a:cubicBezTo>
                    <a:pt x="355" y="268"/>
                    <a:pt x="353" y="269"/>
                    <a:pt x="352" y="270"/>
                  </a:cubicBezTo>
                  <a:cubicBezTo>
                    <a:pt x="350" y="271"/>
                    <a:pt x="348" y="272"/>
                    <a:pt x="347" y="273"/>
                  </a:cubicBezTo>
                  <a:cubicBezTo>
                    <a:pt x="346" y="273"/>
                    <a:pt x="344" y="273"/>
                    <a:pt x="344" y="273"/>
                  </a:cubicBezTo>
                  <a:cubicBezTo>
                    <a:pt x="343" y="274"/>
                    <a:pt x="341" y="273"/>
                    <a:pt x="341" y="273"/>
                  </a:cubicBezTo>
                  <a:cubicBezTo>
                    <a:pt x="340" y="274"/>
                    <a:pt x="339" y="275"/>
                    <a:pt x="338" y="276"/>
                  </a:cubicBezTo>
                  <a:cubicBezTo>
                    <a:pt x="338" y="276"/>
                    <a:pt x="337" y="278"/>
                    <a:pt x="337" y="279"/>
                  </a:cubicBezTo>
                  <a:cubicBezTo>
                    <a:pt x="337" y="279"/>
                    <a:pt x="338" y="281"/>
                    <a:pt x="338" y="281"/>
                  </a:cubicBezTo>
                  <a:cubicBezTo>
                    <a:pt x="338" y="282"/>
                    <a:pt x="338" y="283"/>
                    <a:pt x="338" y="284"/>
                  </a:cubicBezTo>
                  <a:cubicBezTo>
                    <a:pt x="338" y="285"/>
                    <a:pt x="336" y="286"/>
                    <a:pt x="335" y="286"/>
                  </a:cubicBezTo>
                  <a:cubicBezTo>
                    <a:pt x="335" y="287"/>
                    <a:pt x="333" y="287"/>
                    <a:pt x="332" y="288"/>
                  </a:cubicBezTo>
                  <a:cubicBezTo>
                    <a:pt x="332" y="289"/>
                    <a:pt x="333" y="291"/>
                    <a:pt x="332" y="292"/>
                  </a:cubicBezTo>
                  <a:cubicBezTo>
                    <a:pt x="332" y="293"/>
                    <a:pt x="331" y="294"/>
                    <a:pt x="330" y="294"/>
                  </a:cubicBezTo>
                  <a:cubicBezTo>
                    <a:pt x="329" y="295"/>
                    <a:pt x="326" y="295"/>
                    <a:pt x="324" y="295"/>
                  </a:cubicBezTo>
                  <a:cubicBezTo>
                    <a:pt x="324" y="295"/>
                    <a:pt x="322" y="295"/>
                    <a:pt x="322" y="296"/>
                  </a:cubicBezTo>
                  <a:cubicBezTo>
                    <a:pt x="321" y="296"/>
                    <a:pt x="319" y="296"/>
                    <a:pt x="318" y="297"/>
                  </a:cubicBezTo>
                  <a:cubicBezTo>
                    <a:pt x="317" y="297"/>
                    <a:pt x="316" y="299"/>
                    <a:pt x="316" y="299"/>
                  </a:cubicBezTo>
                  <a:cubicBezTo>
                    <a:pt x="316" y="300"/>
                    <a:pt x="316" y="301"/>
                    <a:pt x="317" y="302"/>
                  </a:cubicBezTo>
                  <a:cubicBezTo>
                    <a:pt x="317" y="303"/>
                    <a:pt x="319" y="303"/>
                    <a:pt x="319" y="304"/>
                  </a:cubicBezTo>
                  <a:cubicBezTo>
                    <a:pt x="320" y="304"/>
                    <a:pt x="321" y="306"/>
                    <a:pt x="321" y="307"/>
                  </a:cubicBezTo>
                  <a:cubicBezTo>
                    <a:pt x="320" y="308"/>
                    <a:pt x="318" y="308"/>
                    <a:pt x="317" y="308"/>
                  </a:cubicBezTo>
                  <a:cubicBezTo>
                    <a:pt x="316" y="308"/>
                    <a:pt x="314" y="310"/>
                    <a:pt x="313" y="310"/>
                  </a:cubicBezTo>
                  <a:cubicBezTo>
                    <a:pt x="312" y="310"/>
                    <a:pt x="310" y="310"/>
                    <a:pt x="309" y="310"/>
                  </a:cubicBezTo>
                  <a:cubicBezTo>
                    <a:pt x="308" y="310"/>
                    <a:pt x="308" y="309"/>
                    <a:pt x="307" y="308"/>
                  </a:cubicBezTo>
                  <a:cubicBezTo>
                    <a:pt x="307" y="308"/>
                    <a:pt x="305" y="308"/>
                    <a:pt x="305" y="308"/>
                  </a:cubicBezTo>
                  <a:cubicBezTo>
                    <a:pt x="304" y="308"/>
                    <a:pt x="302" y="310"/>
                    <a:pt x="301" y="311"/>
                  </a:cubicBezTo>
                  <a:cubicBezTo>
                    <a:pt x="300" y="312"/>
                    <a:pt x="298" y="315"/>
                    <a:pt x="297" y="316"/>
                  </a:cubicBezTo>
                  <a:cubicBezTo>
                    <a:pt x="296" y="317"/>
                    <a:pt x="294" y="319"/>
                    <a:pt x="293" y="320"/>
                  </a:cubicBezTo>
                  <a:cubicBezTo>
                    <a:pt x="293" y="321"/>
                    <a:pt x="292" y="322"/>
                    <a:pt x="291" y="323"/>
                  </a:cubicBezTo>
                  <a:cubicBezTo>
                    <a:pt x="290" y="323"/>
                    <a:pt x="288" y="323"/>
                    <a:pt x="288" y="323"/>
                  </a:cubicBezTo>
                  <a:cubicBezTo>
                    <a:pt x="287" y="322"/>
                    <a:pt x="286" y="320"/>
                    <a:pt x="286" y="320"/>
                  </a:cubicBezTo>
                  <a:cubicBezTo>
                    <a:pt x="285" y="319"/>
                    <a:pt x="284" y="318"/>
                    <a:pt x="283" y="318"/>
                  </a:cubicBezTo>
                  <a:cubicBezTo>
                    <a:pt x="282" y="318"/>
                    <a:pt x="280" y="321"/>
                    <a:pt x="279" y="321"/>
                  </a:cubicBezTo>
                  <a:cubicBezTo>
                    <a:pt x="279" y="321"/>
                    <a:pt x="279" y="318"/>
                    <a:pt x="279" y="318"/>
                  </a:cubicBezTo>
                  <a:cubicBezTo>
                    <a:pt x="278" y="318"/>
                    <a:pt x="275" y="320"/>
                    <a:pt x="274" y="320"/>
                  </a:cubicBezTo>
                  <a:cubicBezTo>
                    <a:pt x="273" y="320"/>
                    <a:pt x="270" y="321"/>
                    <a:pt x="268" y="321"/>
                  </a:cubicBezTo>
                  <a:cubicBezTo>
                    <a:pt x="267" y="321"/>
                    <a:pt x="265" y="320"/>
                    <a:pt x="264" y="320"/>
                  </a:cubicBezTo>
                  <a:cubicBezTo>
                    <a:pt x="263" y="320"/>
                    <a:pt x="261" y="321"/>
                    <a:pt x="261" y="322"/>
                  </a:cubicBezTo>
                  <a:cubicBezTo>
                    <a:pt x="260" y="323"/>
                    <a:pt x="259" y="324"/>
                    <a:pt x="258" y="325"/>
                  </a:cubicBezTo>
                  <a:cubicBezTo>
                    <a:pt x="257" y="326"/>
                    <a:pt x="256" y="328"/>
                    <a:pt x="255" y="329"/>
                  </a:cubicBezTo>
                  <a:cubicBezTo>
                    <a:pt x="254" y="330"/>
                    <a:pt x="252" y="332"/>
                    <a:pt x="252" y="333"/>
                  </a:cubicBezTo>
                  <a:cubicBezTo>
                    <a:pt x="251" y="334"/>
                    <a:pt x="250" y="336"/>
                    <a:pt x="249" y="338"/>
                  </a:cubicBezTo>
                  <a:cubicBezTo>
                    <a:pt x="249" y="339"/>
                    <a:pt x="249" y="341"/>
                    <a:pt x="249" y="343"/>
                  </a:cubicBezTo>
                  <a:cubicBezTo>
                    <a:pt x="249" y="344"/>
                    <a:pt x="248" y="346"/>
                    <a:pt x="248" y="348"/>
                  </a:cubicBezTo>
                  <a:cubicBezTo>
                    <a:pt x="248" y="348"/>
                    <a:pt x="247" y="350"/>
                    <a:pt x="246" y="351"/>
                  </a:cubicBezTo>
                  <a:cubicBezTo>
                    <a:pt x="245" y="353"/>
                    <a:pt x="243" y="355"/>
                    <a:pt x="242" y="356"/>
                  </a:cubicBezTo>
                  <a:cubicBezTo>
                    <a:pt x="240" y="358"/>
                    <a:pt x="237" y="360"/>
                    <a:pt x="236" y="361"/>
                  </a:cubicBezTo>
                  <a:cubicBezTo>
                    <a:pt x="235" y="363"/>
                    <a:pt x="233" y="365"/>
                    <a:pt x="232" y="367"/>
                  </a:cubicBezTo>
                  <a:cubicBezTo>
                    <a:pt x="230" y="368"/>
                    <a:pt x="227" y="372"/>
                    <a:pt x="226" y="374"/>
                  </a:cubicBezTo>
                  <a:cubicBezTo>
                    <a:pt x="226" y="374"/>
                    <a:pt x="225" y="376"/>
                    <a:pt x="225" y="377"/>
                  </a:cubicBezTo>
                  <a:cubicBezTo>
                    <a:pt x="225" y="379"/>
                    <a:pt x="226" y="382"/>
                    <a:pt x="227" y="384"/>
                  </a:cubicBezTo>
                  <a:cubicBezTo>
                    <a:pt x="227" y="385"/>
                    <a:pt x="228" y="387"/>
                    <a:pt x="228" y="388"/>
                  </a:cubicBezTo>
                  <a:cubicBezTo>
                    <a:pt x="229" y="389"/>
                    <a:pt x="228" y="391"/>
                    <a:pt x="227" y="392"/>
                  </a:cubicBezTo>
                  <a:cubicBezTo>
                    <a:pt x="227" y="393"/>
                    <a:pt x="226" y="395"/>
                    <a:pt x="226" y="395"/>
                  </a:cubicBezTo>
                  <a:cubicBezTo>
                    <a:pt x="225" y="397"/>
                    <a:pt x="224" y="399"/>
                    <a:pt x="223" y="400"/>
                  </a:cubicBezTo>
                  <a:cubicBezTo>
                    <a:pt x="222" y="401"/>
                    <a:pt x="221" y="403"/>
                    <a:pt x="221" y="404"/>
                  </a:cubicBezTo>
                  <a:cubicBezTo>
                    <a:pt x="220" y="405"/>
                    <a:pt x="219" y="408"/>
                    <a:pt x="218" y="409"/>
                  </a:cubicBezTo>
                  <a:cubicBezTo>
                    <a:pt x="217" y="410"/>
                    <a:pt x="215" y="411"/>
                    <a:pt x="213" y="412"/>
                  </a:cubicBezTo>
                  <a:cubicBezTo>
                    <a:pt x="212" y="413"/>
                    <a:pt x="209" y="416"/>
                    <a:pt x="208" y="417"/>
                  </a:cubicBezTo>
                  <a:cubicBezTo>
                    <a:pt x="206" y="418"/>
                    <a:pt x="203" y="419"/>
                    <a:pt x="201" y="419"/>
                  </a:cubicBezTo>
                  <a:cubicBezTo>
                    <a:pt x="199" y="420"/>
                    <a:pt x="194" y="420"/>
                    <a:pt x="192" y="419"/>
                  </a:cubicBezTo>
                  <a:cubicBezTo>
                    <a:pt x="190" y="419"/>
                    <a:pt x="188" y="418"/>
                    <a:pt x="187" y="418"/>
                  </a:cubicBezTo>
                  <a:cubicBezTo>
                    <a:pt x="186" y="417"/>
                    <a:pt x="183" y="415"/>
                    <a:pt x="182" y="415"/>
                  </a:cubicBezTo>
                  <a:cubicBezTo>
                    <a:pt x="180" y="415"/>
                    <a:pt x="178" y="414"/>
                    <a:pt x="177" y="414"/>
                  </a:cubicBezTo>
                  <a:cubicBezTo>
                    <a:pt x="176" y="414"/>
                    <a:pt x="174" y="414"/>
                    <a:pt x="173" y="414"/>
                  </a:cubicBezTo>
                  <a:cubicBezTo>
                    <a:pt x="173" y="415"/>
                    <a:pt x="172" y="416"/>
                    <a:pt x="172" y="416"/>
                  </a:cubicBezTo>
                  <a:cubicBezTo>
                    <a:pt x="171" y="417"/>
                    <a:pt x="170" y="417"/>
                    <a:pt x="170" y="417"/>
                  </a:cubicBezTo>
                  <a:cubicBezTo>
                    <a:pt x="169" y="418"/>
                    <a:pt x="169" y="419"/>
                    <a:pt x="169" y="420"/>
                  </a:cubicBezTo>
                  <a:cubicBezTo>
                    <a:pt x="169" y="420"/>
                    <a:pt x="169" y="420"/>
                    <a:pt x="169" y="421"/>
                  </a:cubicBezTo>
                  <a:cubicBezTo>
                    <a:pt x="169" y="421"/>
                    <a:pt x="168" y="421"/>
                    <a:pt x="168" y="421"/>
                  </a:cubicBezTo>
                  <a:cubicBezTo>
                    <a:pt x="166" y="421"/>
                    <a:pt x="164" y="421"/>
                    <a:pt x="163" y="421"/>
                  </a:cubicBezTo>
                  <a:cubicBezTo>
                    <a:pt x="163" y="422"/>
                    <a:pt x="163" y="423"/>
                    <a:pt x="162" y="423"/>
                  </a:cubicBezTo>
                  <a:cubicBezTo>
                    <a:pt x="162" y="424"/>
                    <a:pt x="161" y="425"/>
                    <a:pt x="161" y="426"/>
                  </a:cubicBezTo>
                  <a:cubicBezTo>
                    <a:pt x="160" y="426"/>
                    <a:pt x="158" y="427"/>
                    <a:pt x="157" y="427"/>
                  </a:cubicBezTo>
                  <a:cubicBezTo>
                    <a:pt x="156" y="428"/>
                    <a:pt x="154" y="427"/>
                    <a:pt x="153" y="427"/>
                  </a:cubicBezTo>
                  <a:cubicBezTo>
                    <a:pt x="152" y="428"/>
                    <a:pt x="151" y="428"/>
                    <a:pt x="150" y="428"/>
                  </a:cubicBezTo>
                  <a:cubicBezTo>
                    <a:pt x="149" y="428"/>
                    <a:pt x="147" y="427"/>
                    <a:pt x="146" y="427"/>
                  </a:cubicBezTo>
                  <a:cubicBezTo>
                    <a:pt x="145" y="426"/>
                    <a:pt x="143" y="425"/>
                    <a:pt x="142" y="424"/>
                  </a:cubicBezTo>
                  <a:cubicBezTo>
                    <a:pt x="141" y="424"/>
                    <a:pt x="140" y="423"/>
                    <a:pt x="139" y="423"/>
                  </a:cubicBezTo>
                  <a:cubicBezTo>
                    <a:pt x="139" y="422"/>
                    <a:pt x="137" y="422"/>
                    <a:pt x="136" y="422"/>
                  </a:cubicBezTo>
                  <a:cubicBezTo>
                    <a:pt x="136" y="421"/>
                    <a:pt x="134" y="421"/>
                    <a:pt x="134" y="421"/>
                  </a:cubicBezTo>
                  <a:cubicBezTo>
                    <a:pt x="133" y="420"/>
                    <a:pt x="133" y="418"/>
                    <a:pt x="132" y="418"/>
                  </a:cubicBezTo>
                  <a:cubicBezTo>
                    <a:pt x="132" y="417"/>
                    <a:pt x="131" y="415"/>
                    <a:pt x="130" y="414"/>
                  </a:cubicBezTo>
                  <a:cubicBezTo>
                    <a:pt x="130" y="414"/>
                    <a:pt x="129" y="412"/>
                    <a:pt x="128" y="411"/>
                  </a:cubicBezTo>
                  <a:cubicBezTo>
                    <a:pt x="127" y="410"/>
                    <a:pt x="126" y="409"/>
                    <a:pt x="125" y="409"/>
                  </a:cubicBezTo>
                  <a:cubicBezTo>
                    <a:pt x="124" y="408"/>
                    <a:pt x="123" y="408"/>
                    <a:pt x="122" y="407"/>
                  </a:cubicBezTo>
                  <a:cubicBezTo>
                    <a:pt x="121" y="407"/>
                    <a:pt x="118" y="406"/>
                    <a:pt x="117" y="406"/>
                  </a:cubicBezTo>
                  <a:cubicBezTo>
                    <a:pt x="117" y="405"/>
                    <a:pt x="115" y="405"/>
                    <a:pt x="115" y="404"/>
                  </a:cubicBezTo>
                  <a:cubicBezTo>
                    <a:pt x="114" y="403"/>
                    <a:pt x="113" y="402"/>
                    <a:pt x="112" y="401"/>
                  </a:cubicBezTo>
                  <a:cubicBezTo>
                    <a:pt x="111" y="400"/>
                    <a:pt x="110" y="398"/>
                    <a:pt x="109" y="396"/>
                  </a:cubicBezTo>
                  <a:cubicBezTo>
                    <a:pt x="109" y="395"/>
                    <a:pt x="109" y="393"/>
                    <a:pt x="110" y="392"/>
                  </a:cubicBezTo>
                  <a:cubicBezTo>
                    <a:pt x="110" y="391"/>
                    <a:pt x="111" y="390"/>
                    <a:pt x="112" y="389"/>
                  </a:cubicBezTo>
                  <a:cubicBezTo>
                    <a:pt x="112" y="388"/>
                    <a:pt x="112" y="387"/>
                    <a:pt x="112" y="386"/>
                  </a:cubicBezTo>
                  <a:cubicBezTo>
                    <a:pt x="112" y="386"/>
                    <a:pt x="112" y="384"/>
                    <a:pt x="111" y="384"/>
                  </a:cubicBezTo>
                  <a:cubicBezTo>
                    <a:pt x="111" y="383"/>
                    <a:pt x="109" y="382"/>
                    <a:pt x="108" y="381"/>
                  </a:cubicBezTo>
                  <a:cubicBezTo>
                    <a:pt x="108" y="381"/>
                    <a:pt x="106" y="381"/>
                    <a:pt x="106" y="381"/>
                  </a:cubicBezTo>
                  <a:cubicBezTo>
                    <a:pt x="105" y="381"/>
                    <a:pt x="104" y="379"/>
                    <a:pt x="104" y="379"/>
                  </a:cubicBezTo>
                  <a:cubicBezTo>
                    <a:pt x="103" y="378"/>
                    <a:pt x="102" y="377"/>
                    <a:pt x="101" y="377"/>
                  </a:cubicBezTo>
                  <a:cubicBezTo>
                    <a:pt x="100" y="377"/>
                    <a:pt x="99" y="377"/>
                    <a:pt x="98" y="378"/>
                  </a:cubicBezTo>
                  <a:cubicBezTo>
                    <a:pt x="98" y="378"/>
                    <a:pt x="97" y="379"/>
                    <a:pt x="97" y="380"/>
                  </a:cubicBezTo>
                  <a:cubicBezTo>
                    <a:pt x="97" y="381"/>
                    <a:pt x="96" y="382"/>
                    <a:pt x="96" y="382"/>
                  </a:cubicBezTo>
                  <a:cubicBezTo>
                    <a:pt x="95" y="383"/>
                    <a:pt x="94" y="383"/>
                    <a:pt x="93" y="383"/>
                  </a:cubicBezTo>
                  <a:cubicBezTo>
                    <a:pt x="92" y="383"/>
                    <a:pt x="89" y="383"/>
                    <a:pt x="88" y="383"/>
                  </a:cubicBezTo>
                  <a:cubicBezTo>
                    <a:pt x="86" y="383"/>
                    <a:pt x="83" y="383"/>
                    <a:pt x="81" y="383"/>
                  </a:cubicBezTo>
                  <a:cubicBezTo>
                    <a:pt x="80" y="383"/>
                    <a:pt x="77" y="383"/>
                    <a:pt x="75" y="383"/>
                  </a:cubicBezTo>
                  <a:cubicBezTo>
                    <a:pt x="75" y="383"/>
                    <a:pt x="73" y="382"/>
                    <a:pt x="72" y="382"/>
                  </a:cubicBezTo>
                  <a:cubicBezTo>
                    <a:pt x="71" y="381"/>
                    <a:pt x="69" y="379"/>
                    <a:pt x="68" y="379"/>
                  </a:cubicBezTo>
                  <a:cubicBezTo>
                    <a:pt x="67" y="378"/>
                    <a:pt x="66" y="378"/>
                    <a:pt x="65" y="377"/>
                  </a:cubicBezTo>
                  <a:cubicBezTo>
                    <a:pt x="64" y="377"/>
                    <a:pt x="62" y="377"/>
                    <a:pt x="61" y="377"/>
                  </a:cubicBezTo>
                  <a:cubicBezTo>
                    <a:pt x="61" y="377"/>
                    <a:pt x="60" y="378"/>
                    <a:pt x="59" y="378"/>
                  </a:cubicBezTo>
                  <a:cubicBezTo>
                    <a:pt x="59" y="378"/>
                    <a:pt x="58" y="380"/>
                    <a:pt x="58" y="380"/>
                  </a:cubicBezTo>
                  <a:cubicBezTo>
                    <a:pt x="57" y="380"/>
                    <a:pt x="56" y="380"/>
                    <a:pt x="55" y="381"/>
                  </a:cubicBezTo>
                  <a:cubicBezTo>
                    <a:pt x="55" y="381"/>
                    <a:pt x="53" y="381"/>
                    <a:pt x="52" y="381"/>
                  </a:cubicBezTo>
                  <a:cubicBezTo>
                    <a:pt x="51" y="381"/>
                    <a:pt x="49" y="381"/>
                    <a:pt x="48" y="38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79"/>
            <p:cNvSpPr>
              <a:spLocks/>
            </p:cNvSpPr>
            <p:nvPr/>
          </p:nvSpPr>
          <p:spPr bwMode="auto">
            <a:xfrm>
              <a:off x="4613275" y="1760538"/>
              <a:ext cx="565150" cy="644525"/>
            </a:xfrm>
            <a:custGeom>
              <a:avLst/>
              <a:gdLst/>
              <a:ahLst/>
              <a:cxnLst>
                <a:cxn ang="0">
                  <a:pos x="8" y="376"/>
                </a:cxn>
                <a:cxn ang="0">
                  <a:pos x="24" y="354"/>
                </a:cxn>
                <a:cxn ang="0">
                  <a:pos x="15" y="332"/>
                </a:cxn>
                <a:cxn ang="0">
                  <a:pos x="7" y="315"/>
                </a:cxn>
                <a:cxn ang="0">
                  <a:pos x="2" y="309"/>
                </a:cxn>
                <a:cxn ang="0">
                  <a:pos x="12" y="289"/>
                </a:cxn>
                <a:cxn ang="0">
                  <a:pos x="18" y="275"/>
                </a:cxn>
                <a:cxn ang="0">
                  <a:pos x="44" y="261"/>
                </a:cxn>
                <a:cxn ang="0">
                  <a:pos x="78" y="249"/>
                </a:cxn>
                <a:cxn ang="0">
                  <a:pos x="90" y="221"/>
                </a:cxn>
                <a:cxn ang="0">
                  <a:pos x="91" y="187"/>
                </a:cxn>
                <a:cxn ang="0">
                  <a:pos x="85" y="172"/>
                </a:cxn>
                <a:cxn ang="0">
                  <a:pos x="76" y="155"/>
                </a:cxn>
                <a:cxn ang="0">
                  <a:pos x="79" y="131"/>
                </a:cxn>
                <a:cxn ang="0">
                  <a:pos x="97" y="122"/>
                </a:cxn>
                <a:cxn ang="0">
                  <a:pos x="119" y="142"/>
                </a:cxn>
                <a:cxn ang="0">
                  <a:pos x="139" y="120"/>
                </a:cxn>
                <a:cxn ang="0">
                  <a:pos x="135" y="100"/>
                </a:cxn>
                <a:cxn ang="0">
                  <a:pos x="151" y="99"/>
                </a:cxn>
                <a:cxn ang="0">
                  <a:pos x="164" y="76"/>
                </a:cxn>
                <a:cxn ang="0">
                  <a:pos x="153" y="62"/>
                </a:cxn>
                <a:cxn ang="0">
                  <a:pos x="162" y="55"/>
                </a:cxn>
                <a:cxn ang="0">
                  <a:pos x="162" y="33"/>
                </a:cxn>
                <a:cxn ang="0">
                  <a:pos x="176" y="4"/>
                </a:cxn>
                <a:cxn ang="0">
                  <a:pos x="189" y="0"/>
                </a:cxn>
                <a:cxn ang="0">
                  <a:pos x="212" y="6"/>
                </a:cxn>
                <a:cxn ang="0">
                  <a:pos x="225" y="0"/>
                </a:cxn>
                <a:cxn ang="0">
                  <a:pos x="236" y="9"/>
                </a:cxn>
                <a:cxn ang="0">
                  <a:pos x="239" y="27"/>
                </a:cxn>
                <a:cxn ang="0">
                  <a:pos x="254" y="37"/>
                </a:cxn>
                <a:cxn ang="0">
                  <a:pos x="266" y="47"/>
                </a:cxn>
                <a:cxn ang="0">
                  <a:pos x="285" y="49"/>
                </a:cxn>
                <a:cxn ang="0">
                  <a:pos x="295" y="46"/>
                </a:cxn>
                <a:cxn ang="0">
                  <a:pos x="313" y="66"/>
                </a:cxn>
                <a:cxn ang="0">
                  <a:pos x="328" y="101"/>
                </a:cxn>
                <a:cxn ang="0">
                  <a:pos x="340" y="118"/>
                </a:cxn>
                <a:cxn ang="0">
                  <a:pos x="324" y="147"/>
                </a:cxn>
                <a:cxn ang="0">
                  <a:pos x="327" y="181"/>
                </a:cxn>
                <a:cxn ang="0">
                  <a:pos x="331" y="215"/>
                </a:cxn>
                <a:cxn ang="0">
                  <a:pos x="323" y="240"/>
                </a:cxn>
                <a:cxn ang="0">
                  <a:pos x="334" y="262"/>
                </a:cxn>
                <a:cxn ang="0">
                  <a:pos x="322" y="286"/>
                </a:cxn>
                <a:cxn ang="0">
                  <a:pos x="323" y="312"/>
                </a:cxn>
                <a:cxn ang="0">
                  <a:pos x="339" y="335"/>
                </a:cxn>
                <a:cxn ang="0">
                  <a:pos x="328" y="348"/>
                </a:cxn>
                <a:cxn ang="0">
                  <a:pos x="317" y="363"/>
                </a:cxn>
                <a:cxn ang="0">
                  <a:pos x="297" y="374"/>
                </a:cxn>
                <a:cxn ang="0">
                  <a:pos x="284" y="368"/>
                </a:cxn>
                <a:cxn ang="0">
                  <a:pos x="251" y="364"/>
                </a:cxn>
                <a:cxn ang="0">
                  <a:pos x="232" y="351"/>
                </a:cxn>
                <a:cxn ang="0">
                  <a:pos x="220" y="367"/>
                </a:cxn>
                <a:cxn ang="0">
                  <a:pos x="190" y="373"/>
                </a:cxn>
                <a:cxn ang="0">
                  <a:pos x="172" y="362"/>
                </a:cxn>
                <a:cxn ang="0">
                  <a:pos x="187" y="332"/>
                </a:cxn>
                <a:cxn ang="0">
                  <a:pos x="174" y="312"/>
                </a:cxn>
                <a:cxn ang="0">
                  <a:pos x="150" y="321"/>
                </a:cxn>
                <a:cxn ang="0">
                  <a:pos x="128" y="310"/>
                </a:cxn>
                <a:cxn ang="0">
                  <a:pos x="103" y="326"/>
                </a:cxn>
                <a:cxn ang="0">
                  <a:pos x="92" y="350"/>
                </a:cxn>
                <a:cxn ang="0">
                  <a:pos x="64" y="358"/>
                </a:cxn>
                <a:cxn ang="0">
                  <a:pos x="41" y="374"/>
                </a:cxn>
                <a:cxn ang="0">
                  <a:pos x="19" y="388"/>
                </a:cxn>
              </a:cxnLst>
              <a:rect l="0" t="0" r="r" b="b"/>
              <a:pathLst>
                <a:path w="341" h="389">
                  <a:moveTo>
                    <a:pt x="17" y="387"/>
                  </a:moveTo>
                  <a:cubicBezTo>
                    <a:pt x="16" y="387"/>
                    <a:pt x="16" y="386"/>
                    <a:pt x="15" y="386"/>
                  </a:cubicBezTo>
                  <a:cubicBezTo>
                    <a:pt x="14" y="385"/>
                    <a:pt x="14" y="383"/>
                    <a:pt x="13" y="382"/>
                  </a:cubicBezTo>
                  <a:cubicBezTo>
                    <a:pt x="13" y="381"/>
                    <a:pt x="11" y="381"/>
                    <a:pt x="11" y="380"/>
                  </a:cubicBezTo>
                  <a:cubicBezTo>
                    <a:pt x="10" y="379"/>
                    <a:pt x="8" y="377"/>
                    <a:pt x="8" y="376"/>
                  </a:cubicBezTo>
                  <a:cubicBezTo>
                    <a:pt x="7" y="374"/>
                    <a:pt x="8" y="371"/>
                    <a:pt x="8" y="370"/>
                  </a:cubicBezTo>
                  <a:cubicBezTo>
                    <a:pt x="9" y="368"/>
                    <a:pt x="10" y="366"/>
                    <a:pt x="11" y="365"/>
                  </a:cubicBezTo>
                  <a:cubicBezTo>
                    <a:pt x="12" y="363"/>
                    <a:pt x="14" y="360"/>
                    <a:pt x="15" y="359"/>
                  </a:cubicBezTo>
                  <a:cubicBezTo>
                    <a:pt x="16" y="358"/>
                    <a:pt x="18" y="357"/>
                    <a:pt x="19" y="356"/>
                  </a:cubicBezTo>
                  <a:cubicBezTo>
                    <a:pt x="20" y="355"/>
                    <a:pt x="23" y="355"/>
                    <a:pt x="24" y="354"/>
                  </a:cubicBezTo>
                  <a:cubicBezTo>
                    <a:pt x="25" y="353"/>
                    <a:pt x="26" y="350"/>
                    <a:pt x="26" y="349"/>
                  </a:cubicBezTo>
                  <a:cubicBezTo>
                    <a:pt x="26" y="348"/>
                    <a:pt x="26" y="346"/>
                    <a:pt x="25" y="345"/>
                  </a:cubicBezTo>
                  <a:cubicBezTo>
                    <a:pt x="24" y="343"/>
                    <a:pt x="21" y="342"/>
                    <a:pt x="20" y="341"/>
                  </a:cubicBezTo>
                  <a:cubicBezTo>
                    <a:pt x="19" y="340"/>
                    <a:pt x="19" y="338"/>
                    <a:pt x="19" y="337"/>
                  </a:cubicBezTo>
                  <a:cubicBezTo>
                    <a:pt x="18" y="336"/>
                    <a:pt x="16" y="333"/>
                    <a:pt x="15" y="332"/>
                  </a:cubicBezTo>
                  <a:cubicBezTo>
                    <a:pt x="15" y="330"/>
                    <a:pt x="14" y="327"/>
                    <a:pt x="14" y="326"/>
                  </a:cubicBezTo>
                  <a:cubicBezTo>
                    <a:pt x="14" y="324"/>
                    <a:pt x="15" y="321"/>
                    <a:pt x="15" y="320"/>
                  </a:cubicBezTo>
                  <a:cubicBezTo>
                    <a:pt x="15" y="319"/>
                    <a:pt x="15" y="317"/>
                    <a:pt x="14" y="317"/>
                  </a:cubicBezTo>
                  <a:cubicBezTo>
                    <a:pt x="14" y="316"/>
                    <a:pt x="13" y="315"/>
                    <a:pt x="13" y="315"/>
                  </a:cubicBezTo>
                  <a:cubicBezTo>
                    <a:pt x="11" y="315"/>
                    <a:pt x="9" y="315"/>
                    <a:pt x="7" y="315"/>
                  </a:cubicBezTo>
                  <a:cubicBezTo>
                    <a:pt x="6" y="315"/>
                    <a:pt x="4" y="316"/>
                    <a:pt x="3" y="316"/>
                  </a:cubicBezTo>
                  <a:cubicBezTo>
                    <a:pt x="3" y="315"/>
                    <a:pt x="2" y="315"/>
                    <a:pt x="1" y="315"/>
                  </a:cubicBezTo>
                  <a:cubicBezTo>
                    <a:pt x="1" y="315"/>
                    <a:pt x="0" y="314"/>
                    <a:pt x="0" y="313"/>
                  </a:cubicBezTo>
                  <a:cubicBezTo>
                    <a:pt x="0" y="313"/>
                    <a:pt x="0" y="311"/>
                    <a:pt x="0" y="311"/>
                  </a:cubicBezTo>
                  <a:cubicBezTo>
                    <a:pt x="0" y="310"/>
                    <a:pt x="2" y="309"/>
                    <a:pt x="2" y="309"/>
                  </a:cubicBezTo>
                  <a:cubicBezTo>
                    <a:pt x="3" y="308"/>
                    <a:pt x="5" y="307"/>
                    <a:pt x="6" y="306"/>
                  </a:cubicBezTo>
                  <a:cubicBezTo>
                    <a:pt x="7" y="306"/>
                    <a:pt x="8" y="304"/>
                    <a:pt x="9" y="303"/>
                  </a:cubicBezTo>
                  <a:cubicBezTo>
                    <a:pt x="9" y="302"/>
                    <a:pt x="10" y="300"/>
                    <a:pt x="11" y="299"/>
                  </a:cubicBezTo>
                  <a:cubicBezTo>
                    <a:pt x="11" y="298"/>
                    <a:pt x="12" y="295"/>
                    <a:pt x="12" y="294"/>
                  </a:cubicBezTo>
                  <a:cubicBezTo>
                    <a:pt x="12" y="293"/>
                    <a:pt x="12" y="291"/>
                    <a:pt x="12" y="289"/>
                  </a:cubicBezTo>
                  <a:cubicBezTo>
                    <a:pt x="11" y="288"/>
                    <a:pt x="8" y="286"/>
                    <a:pt x="7" y="285"/>
                  </a:cubicBezTo>
                  <a:cubicBezTo>
                    <a:pt x="7" y="284"/>
                    <a:pt x="7" y="282"/>
                    <a:pt x="6" y="281"/>
                  </a:cubicBezTo>
                  <a:cubicBezTo>
                    <a:pt x="7" y="280"/>
                    <a:pt x="8" y="279"/>
                    <a:pt x="9" y="279"/>
                  </a:cubicBezTo>
                  <a:cubicBezTo>
                    <a:pt x="10" y="278"/>
                    <a:pt x="13" y="277"/>
                    <a:pt x="14" y="277"/>
                  </a:cubicBezTo>
                  <a:cubicBezTo>
                    <a:pt x="15" y="276"/>
                    <a:pt x="17" y="276"/>
                    <a:pt x="18" y="275"/>
                  </a:cubicBezTo>
                  <a:cubicBezTo>
                    <a:pt x="20" y="275"/>
                    <a:pt x="22" y="274"/>
                    <a:pt x="24" y="273"/>
                  </a:cubicBezTo>
                  <a:cubicBezTo>
                    <a:pt x="25" y="272"/>
                    <a:pt x="28" y="270"/>
                    <a:pt x="29" y="270"/>
                  </a:cubicBezTo>
                  <a:cubicBezTo>
                    <a:pt x="30" y="269"/>
                    <a:pt x="33" y="267"/>
                    <a:pt x="34" y="266"/>
                  </a:cubicBezTo>
                  <a:cubicBezTo>
                    <a:pt x="35" y="265"/>
                    <a:pt x="37" y="264"/>
                    <a:pt x="38" y="264"/>
                  </a:cubicBezTo>
                  <a:cubicBezTo>
                    <a:pt x="40" y="263"/>
                    <a:pt x="42" y="262"/>
                    <a:pt x="44" y="261"/>
                  </a:cubicBezTo>
                  <a:cubicBezTo>
                    <a:pt x="46" y="260"/>
                    <a:pt x="51" y="258"/>
                    <a:pt x="53" y="257"/>
                  </a:cubicBezTo>
                  <a:cubicBezTo>
                    <a:pt x="55" y="256"/>
                    <a:pt x="60" y="253"/>
                    <a:pt x="63" y="252"/>
                  </a:cubicBezTo>
                  <a:cubicBezTo>
                    <a:pt x="64" y="251"/>
                    <a:pt x="67" y="249"/>
                    <a:pt x="68" y="249"/>
                  </a:cubicBezTo>
                  <a:cubicBezTo>
                    <a:pt x="70" y="249"/>
                    <a:pt x="72" y="249"/>
                    <a:pt x="74" y="249"/>
                  </a:cubicBezTo>
                  <a:cubicBezTo>
                    <a:pt x="75" y="249"/>
                    <a:pt x="77" y="249"/>
                    <a:pt x="78" y="249"/>
                  </a:cubicBezTo>
                  <a:cubicBezTo>
                    <a:pt x="79" y="249"/>
                    <a:pt x="81" y="248"/>
                    <a:pt x="82" y="247"/>
                  </a:cubicBezTo>
                  <a:cubicBezTo>
                    <a:pt x="83" y="246"/>
                    <a:pt x="84" y="243"/>
                    <a:pt x="85" y="242"/>
                  </a:cubicBezTo>
                  <a:cubicBezTo>
                    <a:pt x="85" y="241"/>
                    <a:pt x="84" y="238"/>
                    <a:pt x="85" y="237"/>
                  </a:cubicBezTo>
                  <a:cubicBezTo>
                    <a:pt x="85" y="235"/>
                    <a:pt x="87" y="231"/>
                    <a:pt x="88" y="229"/>
                  </a:cubicBezTo>
                  <a:cubicBezTo>
                    <a:pt x="88" y="227"/>
                    <a:pt x="90" y="223"/>
                    <a:pt x="90" y="221"/>
                  </a:cubicBezTo>
                  <a:cubicBezTo>
                    <a:pt x="91" y="218"/>
                    <a:pt x="94" y="214"/>
                    <a:pt x="94" y="211"/>
                  </a:cubicBezTo>
                  <a:cubicBezTo>
                    <a:pt x="95" y="209"/>
                    <a:pt x="94" y="204"/>
                    <a:pt x="94" y="202"/>
                  </a:cubicBezTo>
                  <a:cubicBezTo>
                    <a:pt x="94" y="200"/>
                    <a:pt x="96" y="196"/>
                    <a:pt x="95" y="194"/>
                  </a:cubicBezTo>
                  <a:cubicBezTo>
                    <a:pt x="95" y="193"/>
                    <a:pt x="94" y="190"/>
                    <a:pt x="94" y="189"/>
                  </a:cubicBezTo>
                  <a:cubicBezTo>
                    <a:pt x="93" y="188"/>
                    <a:pt x="91" y="187"/>
                    <a:pt x="91" y="187"/>
                  </a:cubicBezTo>
                  <a:cubicBezTo>
                    <a:pt x="90" y="186"/>
                    <a:pt x="88" y="184"/>
                    <a:pt x="86" y="184"/>
                  </a:cubicBezTo>
                  <a:cubicBezTo>
                    <a:pt x="86" y="184"/>
                    <a:pt x="84" y="185"/>
                    <a:pt x="83" y="184"/>
                  </a:cubicBezTo>
                  <a:cubicBezTo>
                    <a:pt x="83" y="184"/>
                    <a:pt x="83" y="182"/>
                    <a:pt x="83" y="181"/>
                  </a:cubicBezTo>
                  <a:cubicBezTo>
                    <a:pt x="82" y="180"/>
                    <a:pt x="83" y="177"/>
                    <a:pt x="84" y="176"/>
                  </a:cubicBezTo>
                  <a:cubicBezTo>
                    <a:pt x="84" y="175"/>
                    <a:pt x="85" y="173"/>
                    <a:pt x="85" y="172"/>
                  </a:cubicBezTo>
                  <a:cubicBezTo>
                    <a:pt x="86" y="171"/>
                    <a:pt x="86" y="168"/>
                    <a:pt x="86" y="167"/>
                  </a:cubicBezTo>
                  <a:cubicBezTo>
                    <a:pt x="86" y="166"/>
                    <a:pt x="85" y="164"/>
                    <a:pt x="84" y="163"/>
                  </a:cubicBezTo>
                  <a:cubicBezTo>
                    <a:pt x="84" y="163"/>
                    <a:pt x="82" y="162"/>
                    <a:pt x="81" y="161"/>
                  </a:cubicBezTo>
                  <a:cubicBezTo>
                    <a:pt x="81" y="160"/>
                    <a:pt x="79" y="159"/>
                    <a:pt x="78" y="158"/>
                  </a:cubicBezTo>
                  <a:cubicBezTo>
                    <a:pt x="77" y="158"/>
                    <a:pt x="77" y="156"/>
                    <a:pt x="76" y="155"/>
                  </a:cubicBezTo>
                  <a:cubicBezTo>
                    <a:pt x="76" y="154"/>
                    <a:pt x="74" y="152"/>
                    <a:pt x="74" y="151"/>
                  </a:cubicBezTo>
                  <a:cubicBezTo>
                    <a:pt x="73" y="149"/>
                    <a:pt x="74" y="145"/>
                    <a:pt x="75" y="144"/>
                  </a:cubicBezTo>
                  <a:cubicBezTo>
                    <a:pt x="75" y="143"/>
                    <a:pt x="76" y="141"/>
                    <a:pt x="77" y="139"/>
                  </a:cubicBezTo>
                  <a:cubicBezTo>
                    <a:pt x="77" y="138"/>
                    <a:pt x="79" y="136"/>
                    <a:pt x="79" y="135"/>
                  </a:cubicBezTo>
                  <a:cubicBezTo>
                    <a:pt x="79" y="134"/>
                    <a:pt x="79" y="132"/>
                    <a:pt x="79" y="131"/>
                  </a:cubicBezTo>
                  <a:cubicBezTo>
                    <a:pt x="79" y="129"/>
                    <a:pt x="80" y="127"/>
                    <a:pt x="80" y="126"/>
                  </a:cubicBezTo>
                  <a:cubicBezTo>
                    <a:pt x="81" y="125"/>
                    <a:pt x="82" y="124"/>
                    <a:pt x="82" y="123"/>
                  </a:cubicBezTo>
                  <a:cubicBezTo>
                    <a:pt x="83" y="122"/>
                    <a:pt x="85" y="121"/>
                    <a:pt x="86" y="121"/>
                  </a:cubicBezTo>
                  <a:cubicBezTo>
                    <a:pt x="87" y="121"/>
                    <a:pt x="89" y="120"/>
                    <a:pt x="90" y="120"/>
                  </a:cubicBezTo>
                  <a:cubicBezTo>
                    <a:pt x="92" y="121"/>
                    <a:pt x="96" y="121"/>
                    <a:pt x="97" y="122"/>
                  </a:cubicBezTo>
                  <a:cubicBezTo>
                    <a:pt x="99" y="122"/>
                    <a:pt x="102" y="123"/>
                    <a:pt x="103" y="124"/>
                  </a:cubicBezTo>
                  <a:cubicBezTo>
                    <a:pt x="104" y="125"/>
                    <a:pt x="107" y="127"/>
                    <a:pt x="108" y="129"/>
                  </a:cubicBezTo>
                  <a:cubicBezTo>
                    <a:pt x="109" y="130"/>
                    <a:pt x="110" y="133"/>
                    <a:pt x="111" y="135"/>
                  </a:cubicBezTo>
                  <a:cubicBezTo>
                    <a:pt x="111" y="136"/>
                    <a:pt x="113" y="138"/>
                    <a:pt x="114" y="139"/>
                  </a:cubicBezTo>
                  <a:cubicBezTo>
                    <a:pt x="115" y="140"/>
                    <a:pt x="118" y="142"/>
                    <a:pt x="119" y="142"/>
                  </a:cubicBezTo>
                  <a:cubicBezTo>
                    <a:pt x="120" y="142"/>
                    <a:pt x="123" y="142"/>
                    <a:pt x="124" y="142"/>
                  </a:cubicBezTo>
                  <a:cubicBezTo>
                    <a:pt x="125" y="141"/>
                    <a:pt x="128" y="139"/>
                    <a:pt x="129" y="138"/>
                  </a:cubicBezTo>
                  <a:cubicBezTo>
                    <a:pt x="130" y="136"/>
                    <a:pt x="132" y="133"/>
                    <a:pt x="133" y="132"/>
                  </a:cubicBezTo>
                  <a:cubicBezTo>
                    <a:pt x="134" y="130"/>
                    <a:pt x="136" y="126"/>
                    <a:pt x="137" y="124"/>
                  </a:cubicBezTo>
                  <a:cubicBezTo>
                    <a:pt x="138" y="123"/>
                    <a:pt x="139" y="122"/>
                    <a:pt x="139" y="120"/>
                  </a:cubicBezTo>
                  <a:cubicBezTo>
                    <a:pt x="140" y="119"/>
                    <a:pt x="141" y="117"/>
                    <a:pt x="141" y="115"/>
                  </a:cubicBezTo>
                  <a:cubicBezTo>
                    <a:pt x="141" y="114"/>
                    <a:pt x="141" y="112"/>
                    <a:pt x="140" y="111"/>
                  </a:cubicBezTo>
                  <a:cubicBezTo>
                    <a:pt x="140" y="110"/>
                    <a:pt x="138" y="109"/>
                    <a:pt x="137" y="108"/>
                  </a:cubicBezTo>
                  <a:cubicBezTo>
                    <a:pt x="137" y="107"/>
                    <a:pt x="136" y="104"/>
                    <a:pt x="136" y="103"/>
                  </a:cubicBezTo>
                  <a:cubicBezTo>
                    <a:pt x="135" y="103"/>
                    <a:pt x="135" y="101"/>
                    <a:pt x="135" y="100"/>
                  </a:cubicBezTo>
                  <a:cubicBezTo>
                    <a:pt x="135" y="100"/>
                    <a:pt x="136" y="99"/>
                    <a:pt x="136" y="98"/>
                  </a:cubicBezTo>
                  <a:cubicBezTo>
                    <a:pt x="137" y="98"/>
                    <a:pt x="138" y="98"/>
                    <a:pt x="139" y="98"/>
                  </a:cubicBezTo>
                  <a:cubicBezTo>
                    <a:pt x="140" y="99"/>
                    <a:pt x="140" y="100"/>
                    <a:pt x="141" y="100"/>
                  </a:cubicBezTo>
                  <a:cubicBezTo>
                    <a:pt x="142" y="101"/>
                    <a:pt x="144" y="100"/>
                    <a:pt x="145" y="100"/>
                  </a:cubicBezTo>
                  <a:cubicBezTo>
                    <a:pt x="147" y="100"/>
                    <a:pt x="149" y="100"/>
                    <a:pt x="151" y="99"/>
                  </a:cubicBezTo>
                  <a:cubicBezTo>
                    <a:pt x="152" y="99"/>
                    <a:pt x="153" y="98"/>
                    <a:pt x="154" y="97"/>
                  </a:cubicBezTo>
                  <a:cubicBezTo>
                    <a:pt x="156" y="96"/>
                    <a:pt x="158" y="94"/>
                    <a:pt x="159" y="93"/>
                  </a:cubicBezTo>
                  <a:cubicBezTo>
                    <a:pt x="159" y="92"/>
                    <a:pt x="161" y="90"/>
                    <a:pt x="162" y="89"/>
                  </a:cubicBezTo>
                  <a:cubicBezTo>
                    <a:pt x="162" y="87"/>
                    <a:pt x="164" y="84"/>
                    <a:pt x="164" y="82"/>
                  </a:cubicBezTo>
                  <a:cubicBezTo>
                    <a:pt x="164" y="81"/>
                    <a:pt x="164" y="78"/>
                    <a:pt x="164" y="76"/>
                  </a:cubicBezTo>
                  <a:cubicBezTo>
                    <a:pt x="164" y="75"/>
                    <a:pt x="163" y="73"/>
                    <a:pt x="163" y="71"/>
                  </a:cubicBezTo>
                  <a:cubicBezTo>
                    <a:pt x="163" y="71"/>
                    <a:pt x="161" y="69"/>
                    <a:pt x="161" y="68"/>
                  </a:cubicBezTo>
                  <a:cubicBezTo>
                    <a:pt x="160" y="68"/>
                    <a:pt x="158" y="67"/>
                    <a:pt x="157" y="66"/>
                  </a:cubicBezTo>
                  <a:cubicBezTo>
                    <a:pt x="156" y="66"/>
                    <a:pt x="155" y="65"/>
                    <a:pt x="154" y="64"/>
                  </a:cubicBezTo>
                  <a:cubicBezTo>
                    <a:pt x="154" y="64"/>
                    <a:pt x="153" y="62"/>
                    <a:pt x="153" y="62"/>
                  </a:cubicBezTo>
                  <a:cubicBezTo>
                    <a:pt x="152" y="61"/>
                    <a:pt x="152" y="59"/>
                    <a:pt x="152" y="58"/>
                  </a:cubicBezTo>
                  <a:cubicBezTo>
                    <a:pt x="152" y="58"/>
                    <a:pt x="153" y="57"/>
                    <a:pt x="154" y="57"/>
                  </a:cubicBezTo>
                  <a:cubicBezTo>
                    <a:pt x="155" y="57"/>
                    <a:pt x="155" y="58"/>
                    <a:pt x="156" y="58"/>
                  </a:cubicBezTo>
                  <a:cubicBezTo>
                    <a:pt x="157" y="58"/>
                    <a:pt x="159" y="58"/>
                    <a:pt x="160" y="57"/>
                  </a:cubicBezTo>
                  <a:cubicBezTo>
                    <a:pt x="161" y="57"/>
                    <a:pt x="162" y="55"/>
                    <a:pt x="162" y="55"/>
                  </a:cubicBezTo>
                  <a:cubicBezTo>
                    <a:pt x="162" y="54"/>
                    <a:pt x="163" y="52"/>
                    <a:pt x="163" y="51"/>
                  </a:cubicBezTo>
                  <a:cubicBezTo>
                    <a:pt x="163" y="50"/>
                    <a:pt x="162" y="49"/>
                    <a:pt x="161" y="48"/>
                  </a:cubicBezTo>
                  <a:cubicBezTo>
                    <a:pt x="161" y="47"/>
                    <a:pt x="161" y="45"/>
                    <a:pt x="161" y="44"/>
                  </a:cubicBezTo>
                  <a:cubicBezTo>
                    <a:pt x="161" y="43"/>
                    <a:pt x="161" y="40"/>
                    <a:pt x="162" y="38"/>
                  </a:cubicBezTo>
                  <a:cubicBezTo>
                    <a:pt x="162" y="37"/>
                    <a:pt x="162" y="34"/>
                    <a:pt x="162" y="33"/>
                  </a:cubicBezTo>
                  <a:cubicBezTo>
                    <a:pt x="163" y="30"/>
                    <a:pt x="164" y="25"/>
                    <a:pt x="165" y="22"/>
                  </a:cubicBezTo>
                  <a:cubicBezTo>
                    <a:pt x="166" y="21"/>
                    <a:pt x="168" y="17"/>
                    <a:pt x="168" y="16"/>
                  </a:cubicBezTo>
                  <a:cubicBezTo>
                    <a:pt x="169" y="14"/>
                    <a:pt x="171" y="11"/>
                    <a:pt x="171" y="9"/>
                  </a:cubicBezTo>
                  <a:cubicBezTo>
                    <a:pt x="172" y="8"/>
                    <a:pt x="172" y="6"/>
                    <a:pt x="172" y="4"/>
                  </a:cubicBezTo>
                  <a:cubicBezTo>
                    <a:pt x="173" y="4"/>
                    <a:pt x="175" y="4"/>
                    <a:pt x="176" y="4"/>
                  </a:cubicBezTo>
                  <a:cubicBezTo>
                    <a:pt x="177" y="4"/>
                    <a:pt x="179" y="4"/>
                    <a:pt x="179" y="4"/>
                  </a:cubicBezTo>
                  <a:cubicBezTo>
                    <a:pt x="180" y="3"/>
                    <a:pt x="181" y="3"/>
                    <a:pt x="182" y="3"/>
                  </a:cubicBezTo>
                  <a:cubicBezTo>
                    <a:pt x="182" y="3"/>
                    <a:pt x="183" y="1"/>
                    <a:pt x="183" y="1"/>
                  </a:cubicBezTo>
                  <a:cubicBezTo>
                    <a:pt x="184" y="1"/>
                    <a:pt x="185" y="0"/>
                    <a:pt x="185" y="0"/>
                  </a:cubicBezTo>
                  <a:cubicBezTo>
                    <a:pt x="186" y="0"/>
                    <a:pt x="188" y="0"/>
                    <a:pt x="189" y="0"/>
                  </a:cubicBezTo>
                  <a:cubicBezTo>
                    <a:pt x="190" y="1"/>
                    <a:pt x="191" y="1"/>
                    <a:pt x="192" y="2"/>
                  </a:cubicBezTo>
                  <a:cubicBezTo>
                    <a:pt x="193" y="2"/>
                    <a:pt x="195" y="4"/>
                    <a:pt x="196" y="5"/>
                  </a:cubicBezTo>
                  <a:cubicBezTo>
                    <a:pt x="197" y="5"/>
                    <a:pt x="199" y="6"/>
                    <a:pt x="199" y="6"/>
                  </a:cubicBezTo>
                  <a:cubicBezTo>
                    <a:pt x="201" y="6"/>
                    <a:pt x="204" y="6"/>
                    <a:pt x="205" y="6"/>
                  </a:cubicBezTo>
                  <a:cubicBezTo>
                    <a:pt x="207" y="6"/>
                    <a:pt x="210" y="6"/>
                    <a:pt x="212" y="6"/>
                  </a:cubicBezTo>
                  <a:cubicBezTo>
                    <a:pt x="213" y="6"/>
                    <a:pt x="216" y="6"/>
                    <a:pt x="217" y="6"/>
                  </a:cubicBezTo>
                  <a:cubicBezTo>
                    <a:pt x="218" y="6"/>
                    <a:pt x="219" y="6"/>
                    <a:pt x="220" y="5"/>
                  </a:cubicBezTo>
                  <a:cubicBezTo>
                    <a:pt x="220" y="5"/>
                    <a:pt x="221" y="4"/>
                    <a:pt x="221" y="3"/>
                  </a:cubicBezTo>
                  <a:cubicBezTo>
                    <a:pt x="221" y="2"/>
                    <a:pt x="222" y="1"/>
                    <a:pt x="222" y="1"/>
                  </a:cubicBezTo>
                  <a:cubicBezTo>
                    <a:pt x="223" y="0"/>
                    <a:pt x="224" y="0"/>
                    <a:pt x="225" y="0"/>
                  </a:cubicBezTo>
                  <a:cubicBezTo>
                    <a:pt x="226" y="0"/>
                    <a:pt x="227" y="1"/>
                    <a:pt x="228" y="2"/>
                  </a:cubicBezTo>
                  <a:cubicBezTo>
                    <a:pt x="228" y="2"/>
                    <a:pt x="229" y="4"/>
                    <a:pt x="230" y="4"/>
                  </a:cubicBezTo>
                  <a:cubicBezTo>
                    <a:pt x="230" y="4"/>
                    <a:pt x="232" y="4"/>
                    <a:pt x="232" y="4"/>
                  </a:cubicBezTo>
                  <a:cubicBezTo>
                    <a:pt x="233" y="5"/>
                    <a:pt x="235" y="6"/>
                    <a:pt x="235" y="7"/>
                  </a:cubicBezTo>
                  <a:cubicBezTo>
                    <a:pt x="236" y="7"/>
                    <a:pt x="236" y="9"/>
                    <a:pt x="236" y="9"/>
                  </a:cubicBezTo>
                  <a:cubicBezTo>
                    <a:pt x="236" y="10"/>
                    <a:pt x="236" y="11"/>
                    <a:pt x="236" y="12"/>
                  </a:cubicBezTo>
                  <a:cubicBezTo>
                    <a:pt x="235" y="13"/>
                    <a:pt x="234" y="14"/>
                    <a:pt x="234" y="15"/>
                  </a:cubicBezTo>
                  <a:cubicBezTo>
                    <a:pt x="233" y="16"/>
                    <a:pt x="233" y="18"/>
                    <a:pt x="233" y="19"/>
                  </a:cubicBezTo>
                  <a:cubicBezTo>
                    <a:pt x="234" y="21"/>
                    <a:pt x="235" y="23"/>
                    <a:pt x="236" y="24"/>
                  </a:cubicBezTo>
                  <a:cubicBezTo>
                    <a:pt x="237" y="25"/>
                    <a:pt x="238" y="26"/>
                    <a:pt x="239" y="27"/>
                  </a:cubicBezTo>
                  <a:cubicBezTo>
                    <a:pt x="239" y="28"/>
                    <a:pt x="241" y="28"/>
                    <a:pt x="241" y="29"/>
                  </a:cubicBezTo>
                  <a:cubicBezTo>
                    <a:pt x="242" y="29"/>
                    <a:pt x="245" y="30"/>
                    <a:pt x="246" y="30"/>
                  </a:cubicBezTo>
                  <a:cubicBezTo>
                    <a:pt x="247" y="31"/>
                    <a:pt x="248" y="31"/>
                    <a:pt x="249" y="32"/>
                  </a:cubicBezTo>
                  <a:cubicBezTo>
                    <a:pt x="250" y="32"/>
                    <a:pt x="251" y="33"/>
                    <a:pt x="252" y="34"/>
                  </a:cubicBezTo>
                  <a:cubicBezTo>
                    <a:pt x="253" y="35"/>
                    <a:pt x="254" y="37"/>
                    <a:pt x="254" y="37"/>
                  </a:cubicBezTo>
                  <a:cubicBezTo>
                    <a:pt x="255" y="38"/>
                    <a:pt x="256" y="40"/>
                    <a:pt x="256" y="41"/>
                  </a:cubicBezTo>
                  <a:cubicBezTo>
                    <a:pt x="257" y="41"/>
                    <a:pt x="257" y="43"/>
                    <a:pt x="258" y="44"/>
                  </a:cubicBezTo>
                  <a:cubicBezTo>
                    <a:pt x="258" y="44"/>
                    <a:pt x="260" y="44"/>
                    <a:pt x="260" y="45"/>
                  </a:cubicBezTo>
                  <a:cubicBezTo>
                    <a:pt x="261" y="45"/>
                    <a:pt x="263" y="45"/>
                    <a:pt x="263" y="46"/>
                  </a:cubicBezTo>
                  <a:cubicBezTo>
                    <a:pt x="264" y="46"/>
                    <a:pt x="265" y="47"/>
                    <a:pt x="266" y="47"/>
                  </a:cubicBezTo>
                  <a:cubicBezTo>
                    <a:pt x="267" y="48"/>
                    <a:pt x="269" y="49"/>
                    <a:pt x="270" y="50"/>
                  </a:cubicBezTo>
                  <a:cubicBezTo>
                    <a:pt x="271" y="50"/>
                    <a:pt x="273" y="51"/>
                    <a:pt x="274" y="51"/>
                  </a:cubicBezTo>
                  <a:cubicBezTo>
                    <a:pt x="275" y="51"/>
                    <a:pt x="276" y="51"/>
                    <a:pt x="277" y="50"/>
                  </a:cubicBezTo>
                  <a:cubicBezTo>
                    <a:pt x="278" y="50"/>
                    <a:pt x="280" y="51"/>
                    <a:pt x="281" y="50"/>
                  </a:cubicBezTo>
                  <a:cubicBezTo>
                    <a:pt x="282" y="50"/>
                    <a:pt x="284" y="49"/>
                    <a:pt x="285" y="49"/>
                  </a:cubicBezTo>
                  <a:cubicBezTo>
                    <a:pt x="285" y="48"/>
                    <a:pt x="286" y="47"/>
                    <a:pt x="286" y="46"/>
                  </a:cubicBezTo>
                  <a:cubicBezTo>
                    <a:pt x="287" y="46"/>
                    <a:pt x="287" y="45"/>
                    <a:pt x="287" y="44"/>
                  </a:cubicBezTo>
                  <a:cubicBezTo>
                    <a:pt x="288" y="44"/>
                    <a:pt x="290" y="44"/>
                    <a:pt x="292" y="44"/>
                  </a:cubicBezTo>
                  <a:cubicBezTo>
                    <a:pt x="292" y="44"/>
                    <a:pt x="293" y="44"/>
                    <a:pt x="293" y="44"/>
                  </a:cubicBezTo>
                  <a:cubicBezTo>
                    <a:pt x="294" y="44"/>
                    <a:pt x="295" y="45"/>
                    <a:pt x="295" y="46"/>
                  </a:cubicBezTo>
                  <a:cubicBezTo>
                    <a:pt x="295" y="47"/>
                    <a:pt x="295" y="48"/>
                    <a:pt x="295" y="49"/>
                  </a:cubicBezTo>
                  <a:cubicBezTo>
                    <a:pt x="296" y="50"/>
                    <a:pt x="297" y="51"/>
                    <a:pt x="298" y="52"/>
                  </a:cubicBezTo>
                  <a:cubicBezTo>
                    <a:pt x="299" y="53"/>
                    <a:pt x="302" y="54"/>
                    <a:pt x="303" y="55"/>
                  </a:cubicBezTo>
                  <a:cubicBezTo>
                    <a:pt x="305" y="56"/>
                    <a:pt x="307" y="59"/>
                    <a:pt x="309" y="60"/>
                  </a:cubicBezTo>
                  <a:cubicBezTo>
                    <a:pt x="310" y="62"/>
                    <a:pt x="312" y="65"/>
                    <a:pt x="313" y="66"/>
                  </a:cubicBezTo>
                  <a:cubicBezTo>
                    <a:pt x="315" y="69"/>
                    <a:pt x="318" y="73"/>
                    <a:pt x="319" y="75"/>
                  </a:cubicBezTo>
                  <a:cubicBezTo>
                    <a:pt x="320" y="76"/>
                    <a:pt x="322" y="79"/>
                    <a:pt x="323" y="81"/>
                  </a:cubicBezTo>
                  <a:cubicBezTo>
                    <a:pt x="324" y="83"/>
                    <a:pt x="325" y="87"/>
                    <a:pt x="325" y="88"/>
                  </a:cubicBezTo>
                  <a:cubicBezTo>
                    <a:pt x="325" y="90"/>
                    <a:pt x="325" y="94"/>
                    <a:pt x="325" y="96"/>
                  </a:cubicBezTo>
                  <a:cubicBezTo>
                    <a:pt x="326" y="97"/>
                    <a:pt x="327" y="100"/>
                    <a:pt x="328" y="101"/>
                  </a:cubicBezTo>
                  <a:cubicBezTo>
                    <a:pt x="328" y="103"/>
                    <a:pt x="331" y="105"/>
                    <a:pt x="332" y="105"/>
                  </a:cubicBezTo>
                  <a:cubicBezTo>
                    <a:pt x="333" y="106"/>
                    <a:pt x="336" y="105"/>
                    <a:pt x="337" y="105"/>
                  </a:cubicBezTo>
                  <a:cubicBezTo>
                    <a:pt x="338" y="106"/>
                    <a:pt x="339" y="107"/>
                    <a:pt x="340" y="108"/>
                  </a:cubicBezTo>
                  <a:cubicBezTo>
                    <a:pt x="340" y="109"/>
                    <a:pt x="341" y="112"/>
                    <a:pt x="341" y="113"/>
                  </a:cubicBezTo>
                  <a:cubicBezTo>
                    <a:pt x="341" y="114"/>
                    <a:pt x="340" y="117"/>
                    <a:pt x="340" y="118"/>
                  </a:cubicBezTo>
                  <a:cubicBezTo>
                    <a:pt x="339" y="119"/>
                    <a:pt x="337" y="121"/>
                    <a:pt x="336" y="122"/>
                  </a:cubicBezTo>
                  <a:cubicBezTo>
                    <a:pt x="335" y="123"/>
                    <a:pt x="333" y="125"/>
                    <a:pt x="332" y="126"/>
                  </a:cubicBezTo>
                  <a:cubicBezTo>
                    <a:pt x="331" y="127"/>
                    <a:pt x="330" y="131"/>
                    <a:pt x="329" y="133"/>
                  </a:cubicBezTo>
                  <a:cubicBezTo>
                    <a:pt x="328" y="134"/>
                    <a:pt x="328" y="138"/>
                    <a:pt x="327" y="139"/>
                  </a:cubicBezTo>
                  <a:cubicBezTo>
                    <a:pt x="326" y="141"/>
                    <a:pt x="325" y="145"/>
                    <a:pt x="324" y="147"/>
                  </a:cubicBezTo>
                  <a:cubicBezTo>
                    <a:pt x="324" y="149"/>
                    <a:pt x="324" y="153"/>
                    <a:pt x="324" y="156"/>
                  </a:cubicBezTo>
                  <a:cubicBezTo>
                    <a:pt x="324" y="158"/>
                    <a:pt x="323" y="162"/>
                    <a:pt x="323" y="164"/>
                  </a:cubicBezTo>
                  <a:cubicBezTo>
                    <a:pt x="323" y="166"/>
                    <a:pt x="323" y="169"/>
                    <a:pt x="323" y="170"/>
                  </a:cubicBezTo>
                  <a:cubicBezTo>
                    <a:pt x="324" y="172"/>
                    <a:pt x="324" y="175"/>
                    <a:pt x="325" y="177"/>
                  </a:cubicBezTo>
                  <a:cubicBezTo>
                    <a:pt x="325" y="178"/>
                    <a:pt x="326" y="180"/>
                    <a:pt x="327" y="181"/>
                  </a:cubicBezTo>
                  <a:cubicBezTo>
                    <a:pt x="327" y="183"/>
                    <a:pt x="327" y="186"/>
                    <a:pt x="328" y="187"/>
                  </a:cubicBezTo>
                  <a:cubicBezTo>
                    <a:pt x="328" y="189"/>
                    <a:pt x="331" y="191"/>
                    <a:pt x="331" y="192"/>
                  </a:cubicBezTo>
                  <a:cubicBezTo>
                    <a:pt x="332" y="194"/>
                    <a:pt x="332" y="197"/>
                    <a:pt x="332" y="199"/>
                  </a:cubicBezTo>
                  <a:cubicBezTo>
                    <a:pt x="332" y="201"/>
                    <a:pt x="331" y="205"/>
                    <a:pt x="331" y="207"/>
                  </a:cubicBezTo>
                  <a:cubicBezTo>
                    <a:pt x="331" y="209"/>
                    <a:pt x="331" y="213"/>
                    <a:pt x="331" y="215"/>
                  </a:cubicBezTo>
                  <a:cubicBezTo>
                    <a:pt x="331" y="216"/>
                    <a:pt x="330" y="219"/>
                    <a:pt x="330" y="220"/>
                  </a:cubicBezTo>
                  <a:cubicBezTo>
                    <a:pt x="329" y="221"/>
                    <a:pt x="328" y="223"/>
                    <a:pt x="328" y="225"/>
                  </a:cubicBezTo>
                  <a:cubicBezTo>
                    <a:pt x="327" y="226"/>
                    <a:pt x="327" y="228"/>
                    <a:pt x="327" y="229"/>
                  </a:cubicBezTo>
                  <a:cubicBezTo>
                    <a:pt x="326" y="230"/>
                    <a:pt x="325" y="232"/>
                    <a:pt x="324" y="233"/>
                  </a:cubicBezTo>
                  <a:cubicBezTo>
                    <a:pt x="323" y="234"/>
                    <a:pt x="323" y="238"/>
                    <a:pt x="323" y="240"/>
                  </a:cubicBezTo>
                  <a:cubicBezTo>
                    <a:pt x="323" y="241"/>
                    <a:pt x="323" y="244"/>
                    <a:pt x="323" y="245"/>
                  </a:cubicBezTo>
                  <a:cubicBezTo>
                    <a:pt x="324" y="246"/>
                    <a:pt x="324" y="249"/>
                    <a:pt x="325" y="250"/>
                  </a:cubicBezTo>
                  <a:cubicBezTo>
                    <a:pt x="325" y="251"/>
                    <a:pt x="328" y="252"/>
                    <a:pt x="329" y="253"/>
                  </a:cubicBezTo>
                  <a:cubicBezTo>
                    <a:pt x="330" y="255"/>
                    <a:pt x="332" y="257"/>
                    <a:pt x="333" y="259"/>
                  </a:cubicBezTo>
                  <a:cubicBezTo>
                    <a:pt x="334" y="259"/>
                    <a:pt x="334" y="261"/>
                    <a:pt x="334" y="262"/>
                  </a:cubicBezTo>
                  <a:cubicBezTo>
                    <a:pt x="335" y="263"/>
                    <a:pt x="335" y="266"/>
                    <a:pt x="334" y="267"/>
                  </a:cubicBezTo>
                  <a:cubicBezTo>
                    <a:pt x="334" y="268"/>
                    <a:pt x="332" y="270"/>
                    <a:pt x="331" y="272"/>
                  </a:cubicBezTo>
                  <a:cubicBezTo>
                    <a:pt x="330" y="273"/>
                    <a:pt x="328" y="276"/>
                    <a:pt x="327" y="278"/>
                  </a:cubicBezTo>
                  <a:cubicBezTo>
                    <a:pt x="327" y="279"/>
                    <a:pt x="326" y="281"/>
                    <a:pt x="325" y="282"/>
                  </a:cubicBezTo>
                  <a:cubicBezTo>
                    <a:pt x="325" y="283"/>
                    <a:pt x="323" y="285"/>
                    <a:pt x="322" y="286"/>
                  </a:cubicBezTo>
                  <a:cubicBezTo>
                    <a:pt x="322" y="287"/>
                    <a:pt x="320" y="289"/>
                    <a:pt x="320" y="290"/>
                  </a:cubicBezTo>
                  <a:cubicBezTo>
                    <a:pt x="320" y="291"/>
                    <a:pt x="320" y="294"/>
                    <a:pt x="320" y="296"/>
                  </a:cubicBezTo>
                  <a:cubicBezTo>
                    <a:pt x="320" y="298"/>
                    <a:pt x="320" y="301"/>
                    <a:pt x="320" y="302"/>
                  </a:cubicBezTo>
                  <a:cubicBezTo>
                    <a:pt x="320" y="303"/>
                    <a:pt x="321" y="306"/>
                    <a:pt x="321" y="308"/>
                  </a:cubicBezTo>
                  <a:cubicBezTo>
                    <a:pt x="322" y="309"/>
                    <a:pt x="322" y="311"/>
                    <a:pt x="323" y="312"/>
                  </a:cubicBezTo>
                  <a:cubicBezTo>
                    <a:pt x="323" y="313"/>
                    <a:pt x="324" y="316"/>
                    <a:pt x="325" y="317"/>
                  </a:cubicBezTo>
                  <a:cubicBezTo>
                    <a:pt x="326" y="319"/>
                    <a:pt x="328" y="321"/>
                    <a:pt x="328" y="323"/>
                  </a:cubicBezTo>
                  <a:cubicBezTo>
                    <a:pt x="329" y="324"/>
                    <a:pt x="331" y="327"/>
                    <a:pt x="332" y="328"/>
                  </a:cubicBezTo>
                  <a:cubicBezTo>
                    <a:pt x="333" y="329"/>
                    <a:pt x="334" y="332"/>
                    <a:pt x="335" y="332"/>
                  </a:cubicBezTo>
                  <a:cubicBezTo>
                    <a:pt x="336" y="333"/>
                    <a:pt x="338" y="334"/>
                    <a:pt x="339" y="335"/>
                  </a:cubicBezTo>
                  <a:cubicBezTo>
                    <a:pt x="339" y="336"/>
                    <a:pt x="340" y="338"/>
                    <a:pt x="340" y="339"/>
                  </a:cubicBezTo>
                  <a:cubicBezTo>
                    <a:pt x="340" y="340"/>
                    <a:pt x="340" y="342"/>
                    <a:pt x="340" y="343"/>
                  </a:cubicBezTo>
                  <a:cubicBezTo>
                    <a:pt x="339" y="344"/>
                    <a:pt x="338" y="346"/>
                    <a:pt x="338" y="346"/>
                  </a:cubicBezTo>
                  <a:cubicBezTo>
                    <a:pt x="337" y="347"/>
                    <a:pt x="334" y="348"/>
                    <a:pt x="333" y="348"/>
                  </a:cubicBezTo>
                  <a:cubicBezTo>
                    <a:pt x="332" y="348"/>
                    <a:pt x="330" y="348"/>
                    <a:pt x="328" y="348"/>
                  </a:cubicBezTo>
                  <a:cubicBezTo>
                    <a:pt x="328" y="348"/>
                    <a:pt x="326" y="349"/>
                    <a:pt x="326" y="350"/>
                  </a:cubicBezTo>
                  <a:cubicBezTo>
                    <a:pt x="325" y="350"/>
                    <a:pt x="324" y="353"/>
                    <a:pt x="323" y="353"/>
                  </a:cubicBezTo>
                  <a:cubicBezTo>
                    <a:pt x="322" y="354"/>
                    <a:pt x="319" y="354"/>
                    <a:pt x="318" y="355"/>
                  </a:cubicBezTo>
                  <a:cubicBezTo>
                    <a:pt x="317" y="356"/>
                    <a:pt x="317" y="357"/>
                    <a:pt x="317" y="358"/>
                  </a:cubicBezTo>
                  <a:cubicBezTo>
                    <a:pt x="316" y="359"/>
                    <a:pt x="317" y="362"/>
                    <a:pt x="317" y="363"/>
                  </a:cubicBezTo>
                  <a:cubicBezTo>
                    <a:pt x="317" y="364"/>
                    <a:pt x="317" y="367"/>
                    <a:pt x="316" y="368"/>
                  </a:cubicBezTo>
                  <a:cubicBezTo>
                    <a:pt x="316" y="369"/>
                    <a:pt x="315" y="370"/>
                    <a:pt x="314" y="371"/>
                  </a:cubicBezTo>
                  <a:cubicBezTo>
                    <a:pt x="313" y="372"/>
                    <a:pt x="310" y="373"/>
                    <a:pt x="308" y="374"/>
                  </a:cubicBezTo>
                  <a:cubicBezTo>
                    <a:pt x="306" y="374"/>
                    <a:pt x="303" y="374"/>
                    <a:pt x="301" y="374"/>
                  </a:cubicBezTo>
                  <a:cubicBezTo>
                    <a:pt x="300" y="374"/>
                    <a:pt x="298" y="374"/>
                    <a:pt x="297" y="374"/>
                  </a:cubicBezTo>
                  <a:cubicBezTo>
                    <a:pt x="295" y="374"/>
                    <a:pt x="293" y="373"/>
                    <a:pt x="292" y="374"/>
                  </a:cubicBezTo>
                  <a:cubicBezTo>
                    <a:pt x="291" y="374"/>
                    <a:pt x="290" y="374"/>
                    <a:pt x="290" y="374"/>
                  </a:cubicBezTo>
                  <a:cubicBezTo>
                    <a:pt x="289" y="375"/>
                    <a:pt x="289" y="375"/>
                    <a:pt x="289" y="375"/>
                  </a:cubicBezTo>
                  <a:cubicBezTo>
                    <a:pt x="288" y="374"/>
                    <a:pt x="287" y="373"/>
                    <a:pt x="286" y="373"/>
                  </a:cubicBezTo>
                  <a:cubicBezTo>
                    <a:pt x="285" y="372"/>
                    <a:pt x="284" y="369"/>
                    <a:pt x="284" y="368"/>
                  </a:cubicBezTo>
                  <a:cubicBezTo>
                    <a:pt x="282" y="366"/>
                    <a:pt x="278" y="363"/>
                    <a:pt x="276" y="363"/>
                  </a:cubicBezTo>
                  <a:cubicBezTo>
                    <a:pt x="274" y="362"/>
                    <a:pt x="268" y="363"/>
                    <a:pt x="266" y="364"/>
                  </a:cubicBezTo>
                  <a:cubicBezTo>
                    <a:pt x="264" y="364"/>
                    <a:pt x="262" y="365"/>
                    <a:pt x="261" y="365"/>
                  </a:cubicBezTo>
                  <a:cubicBezTo>
                    <a:pt x="259" y="365"/>
                    <a:pt x="256" y="365"/>
                    <a:pt x="254" y="365"/>
                  </a:cubicBezTo>
                  <a:cubicBezTo>
                    <a:pt x="254" y="365"/>
                    <a:pt x="252" y="365"/>
                    <a:pt x="251" y="364"/>
                  </a:cubicBezTo>
                  <a:cubicBezTo>
                    <a:pt x="250" y="364"/>
                    <a:pt x="249" y="362"/>
                    <a:pt x="248" y="361"/>
                  </a:cubicBezTo>
                  <a:cubicBezTo>
                    <a:pt x="247" y="360"/>
                    <a:pt x="246" y="357"/>
                    <a:pt x="245" y="355"/>
                  </a:cubicBezTo>
                  <a:cubicBezTo>
                    <a:pt x="245" y="354"/>
                    <a:pt x="243" y="352"/>
                    <a:pt x="241" y="351"/>
                  </a:cubicBezTo>
                  <a:cubicBezTo>
                    <a:pt x="240" y="351"/>
                    <a:pt x="238" y="350"/>
                    <a:pt x="237" y="350"/>
                  </a:cubicBezTo>
                  <a:cubicBezTo>
                    <a:pt x="236" y="350"/>
                    <a:pt x="233" y="350"/>
                    <a:pt x="232" y="351"/>
                  </a:cubicBezTo>
                  <a:cubicBezTo>
                    <a:pt x="231" y="351"/>
                    <a:pt x="228" y="353"/>
                    <a:pt x="228" y="354"/>
                  </a:cubicBezTo>
                  <a:cubicBezTo>
                    <a:pt x="227" y="355"/>
                    <a:pt x="227" y="357"/>
                    <a:pt x="227" y="358"/>
                  </a:cubicBezTo>
                  <a:cubicBezTo>
                    <a:pt x="227" y="359"/>
                    <a:pt x="227" y="362"/>
                    <a:pt x="226" y="363"/>
                  </a:cubicBezTo>
                  <a:cubicBezTo>
                    <a:pt x="226" y="363"/>
                    <a:pt x="225" y="365"/>
                    <a:pt x="224" y="366"/>
                  </a:cubicBezTo>
                  <a:cubicBezTo>
                    <a:pt x="223" y="366"/>
                    <a:pt x="221" y="367"/>
                    <a:pt x="220" y="367"/>
                  </a:cubicBezTo>
                  <a:cubicBezTo>
                    <a:pt x="217" y="368"/>
                    <a:pt x="212" y="367"/>
                    <a:pt x="210" y="367"/>
                  </a:cubicBezTo>
                  <a:cubicBezTo>
                    <a:pt x="208" y="366"/>
                    <a:pt x="205" y="365"/>
                    <a:pt x="203" y="365"/>
                  </a:cubicBezTo>
                  <a:cubicBezTo>
                    <a:pt x="202" y="365"/>
                    <a:pt x="199" y="365"/>
                    <a:pt x="198" y="365"/>
                  </a:cubicBezTo>
                  <a:cubicBezTo>
                    <a:pt x="197" y="366"/>
                    <a:pt x="195" y="368"/>
                    <a:pt x="194" y="369"/>
                  </a:cubicBezTo>
                  <a:cubicBezTo>
                    <a:pt x="193" y="370"/>
                    <a:pt x="191" y="372"/>
                    <a:pt x="190" y="373"/>
                  </a:cubicBezTo>
                  <a:cubicBezTo>
                    <a:pt x="189" y="373"/>
                    <a:pt x="187" y="373"/>
                    <a:pt x="186" y="373"/>
                  </a:cubicBezTo>
                  <a:cubicBezTo>
                    <a:pt x="184" y="373"/>
                    <a:pt x="181" y="372"/>
                    <a:pt x="180" y="372"/>
                  </a:cubicBezTo>
                  <a:cubicBezTo>
                    <a:pt x="178" y="371"/>
                    <a:pt x="176" y="370"/>
                    <a:pt x="175" y="369"/>
                  </a:cubicBezTo>
                  <a:cubicBezTo>
                    <a:pt x="174" y="369"/>
                    <a:pt x="172" y="367"/>
                    <a:pt x="171" y="366"/>
                  </a:cubicBezTo>
                  <a:cubicBezTo>
                    <a:pt x="171" y="365"/>
                    <a:pt x="171" y="363"/>
                    <a:pt x="172" y="362"/>
                  </a:cubicBezTo>
                  <a:cubicBezTo>
                    <a:pt x="172" y="361"/>
                    <a:pt x="173" y="359"/>
                    <a:pt x="174" y="359"/>
                  </a:cubicBezTo>
                  <a:cubicBezTo>
                    <a:pt x="175" y="358"/>
                    <a:pt x="178" y="356"/>
                    <a:pt x="179" y="355"/>
                  </a:cubicBezTo>
                  <a:cubicBezTo>
                    <a:pt x="180" y="353"/>
                    <a:pt x="183" y="351"/>
                    <a:pt x="184" y="349"/>
                  </a:cubicBezTo>
                  <a:cubicBezTo>
                    <a:pt x="184" y="347"/>
                    <a:pt x="185" y="343"/>
                    <a:pt x="185" y="341"/>
                  </a:cubicBezTo>
                  <a:cubicBezTo>
                    <a:pt x="186" y="339"/>
                    <a:pt x="187" y="334"/>
                    <a:pt x="187" y="332"/>
                  </a:cubicBezTo>
                  <a:cubicBezTo>
                    <a:pt x="187" y="330"/>
                    <a:pt x="187" y="327"/>
                    <a:pt x="187" y="325"/>
                  </a:cubicBezTo>
                  <a:cubicBezTo>
                    <a:pt x="186" y="323"/>
                    <a:pt x="186" y="319"/>
                    <a:pt x="185" y="317"/>
                  </a:cubicBezTo>
                  <a:cubicBezTo>
                    <a:pt x="184" y="315"/>
                    <a:pt x="182" y="313"/>
                    <a:pt x="181" y="312"/>
                  </a:cubicBezTo>
                  <a:cubicBezTo>
                    <a:pt x="180" y="311"/>
                    <a:pt x="178" y="310"/>
                    <a:pt x="177" y="311"/>
                  </a:cubicBezTo>
                  <a:cubicBezTo>
                    <a:pt x="176" y="311"/>
                    <a:pt x="175" y="312"/>
                    <a:pt x="174" y="312"/>
                  </a:cubicBezTo>
                  <a:cubicBezTo>
                    <a:pt x="172" y="313"/>
                    <a:pt x="169" y="312"/>
                    <a:pt x="168" y="312"/>
                  </a:cubicBezTo>
                  <a:cubicBezTo>
                    <a:pt x="166" y="312"/>
                    <a:pt x="162" y="312"/>
                    <a:pt x="160" y="313"/>
                  </a:cubicBezTo>
                  <a:cubicBezTo>
                    <a:pt x="159" y="313"/>
                    <a:pt x="158" y="315"/>
                    <a:pt x="157" y="316"/>
                  </a:cubicBezTo>
                  <a:cubicBezTo>
                    <a:pt x="156" y="316"/>
                    <a:pt x="156" y="318"/>
                    <a:pt x="155" y="319"/>
                  </a:cubicBezTo>
                  <a:cubicBezTo>
                    <a:pt x="154" y="320"/>
                    <a:pt x="151" y="321"/>
                    <a:pt x="150" y="321"/>
                  </a:cubicBezTo>
                  <a:cubicBezTo>
                    <a:pt x="149" y="322"/>
                    <a:pt x="146" y="323"/>
                    <a:pt x="145" y="323"/>
                  </a:cubicBezTo>
                  <a:cubicBezTo>
                    <a:pt x="143" y="323"/>
                    <a:pt x="140" y="322"/>
                    <a:pt x="139" y="321"/>
                  </a:cubicBezTo>
                  <a:cubicBezTo>
                    <a:pt x="137" y="320"/>
                    <a:pt x="135" y="319"/>
                    <a:pt x="134" y="318"/>
                  </a:cubicBezTo>
                  <a:cubicBezTo>
                    <a:pt x="133" y="317"/>
                    <a:pt x="131" y="315"/>
                    <a:pt x="131" y="314"/>
                  </a:cubicBezTo>
                  <a:cubicBezTo>
                    <a:pt x="130" y="313"/>
                    <a:pt x="129" y="311"/>
                    <a:pt x="128" y="310"/>
                  </a:cubicBezTo>
                  <a:cubicBezTo>
                    <a:pt x="127" y="310"/>
                    <a:pt x="125" y="310"/>
                    <a:pt x="124" y="310"/>
                  </a:cubicBezTo>
                  <a:cubicBezTo>
                    <a:pt x="123" y="310"/>
                    <a:pt x="120" y="312"/>
                    <a:pt x="118" y="313"/>
                  </a:cubicBezTo>
                  <a:cubicBezTo>
                    <a:pt x="117" y="313"/>
                    <a:pt x="115" y="314"/>
                    <a:pt x="114" y="315"/>
                  </a:cubicBezTo>
                  <a:cubicBezTo>
                    <a:pt x="113" y="316"/>
                    <a:pt x="110" y="319"/>
                    <a:pt x="109" y="320"/>
                  </a:cubicBezTo>
                  <a:cubicBezTo>
                    <a:pt x="108" y="322"/>
                    <a:pt x="104" y="324"/>
                    <a:pt x="103" y="326"/>
                  </a:cubicBezTo>
                  <a:cubicBezTo>
                    <a:pt x="102" y="327"/>
                    <a:pt x="101" y="332"/>
                    <a:pt x="100" y="334"/>
                  </a:cubicBezTo>
                  <a:cubicBezTo>
                    <a:pt x="100" y="335"/>
                    <a:pt x="100" y="337"/>
                    <a:pt x="100" y="338"/>
                  </a:cubicBezTo>
                  <a:cubicBezTo>
                    <a:pt x="99" y="340"/>
                    <a:pt x="99" y="343"/>
                    <a:pt x="98" y="344"/>
                  </a:cubicBezTo>
                  <a:cubicBezTo>
                    <a:pt x="98" y="345"/>
                    <a:pt x="96" y="347"/>
                    <a:pt x="95" y="348"/>
                  </a:cubicBezTo>
                  <a:cubicBezTo>
                    <a:pt x="94" y="348"/>
                    <a:pt x="93" y="350"/>
                    <a:pt x="92" y="350"/>
                  </a:cubicBezTo>
                  <a:cubicBezTo>
                    <a:pt x="91" y="351"/>
                    <a:pt x="88" y="351"/>
                    <a:pt x="87" y="351"/>
                  </a:cubicBezTo>
                  <a:cubicBezTo>
                    <a:pt x="85" y="352"/>
                    <a:pt x="81" y="351"/>
                    <a:pt x="79" y="351"/>
                  </a:cubicBezTo>
                  <a:cubicBezTo>
                    <a:pt x="77" y="351"/>
                    <a:pt x="73" y="351"/>
                    <a:pt x="72" y="351"/>
                  </a:cubicBezTo>
                  <a:cubicBezTo>
                    <a:pt x="70" y="352"/>
                    <a:pt x="68" y="354"/>
                    <a:pt x="67" y="355"/>
                  </a:cubicBezTo>
                  <a:cubicBezTo>
                    <a:pt x="66" y="356"/>
                    <a:pt x="65" y="358"/>
                    <a:pt x="64" y="358"/>
                  </a:cubicBezTo>
                  <a:cubicBezTo>
                    <a:pt x="64" y="360"/>
                    <a:pt x="63" y="362"/>
                    <a:pt x="62" y="363"/>
                  </a:cubicBezTo>
                  <a:cubicBezTo>
                    <a:pt x="61" y="364"/>
                    <a:pt x="58" y="367"/>
                    <a:pt x="57" y="368"/>
                  </a:cubicBezTo>
                  <a:cubicBezTo>
                    <a:pt x="56" y="369"/>
                    <a:pt x="53" y="370"/>
                    <a:pt x="52" y="370"/>
                  </a:cubicBezTo>
                  <a:cubicBezTo>
                    <a:pt x="50" y="371"/>
                    <a:pt x="47" y="372"/>
                    <a:pt x="46" y="372"/>
                  </a:cubicBezTo>
                  <a:cubicBezTo>
                    <a:pt x="44" y="373"/>
                    <a:pt x="42" y="373"/>
                    <a:pt x="41" y="374"/>
                  </a:cubicBezTo>
                  <a:cubicBezTo>
                    <a:pt x="39" y="375"/>
                    <a:pt x="37" y="377"/>
                    <a:pt x="36" y="379"/>
                  </a:cubicBezTo>
                  <a:cubicBezTo>
                    <a:pt x="35" y="380"/>
                    <a:pt x="34" y="382"/>
                    <a:pt x="33" y="383"/>
                  </a:cubicBezTo>
                  <a:cubicBezTo>
                    <a:pt x="32" y="384"/>
                    <a:pt x="30" y="386"/>
                    <a:pt x="28" y="387"/>
                  </a:cubicBezTo>
                  <a:cubicBezTo>
                    <a:pt x="27" y="387"/>
                    <a:pt x="25" y="388"/>
                    <a:pt x="24" y="388"/>
                  </a:cubicBezTo>
                  <a:cubicBezTo>
                    <a:pt x="22" y="389"/>
                    <a:pt x="20" y="389"/>
                    <a:pt x="19" y="388"/>
                  </a:cubicBezTo>
                  <a:cubicBezTo>
                    <a:pt x="18" y="388"/>
                    <a:pt x="17" y="388"/>
                    <a:pt x="17" y="38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80"/>
            <p:cNvSpPr>
              <a:spLocks/>
            </p:cNvSpPr>
            <p:nvPr/>
          </p:nvSpPr>
          <p:spPr bwMode="auto">
            <a:xfrm>
              <a:off x="4360863" y="2273300"/>
              <a:ext cx="812800" cy="666750"/>
            </a:xfrm>
            <a:custGeom>
              <a:avLst/>
              <a:gdLst/>
              <a:ahLst/>
              <a:cxnLst>
                <a:cxn ang="0">
                  <a:pos x="484" y="219"/>
                </a:cxn>
                <a:cxn ang="0">
                  <a:pos x="476" y="258"/>
                </a:cxn>
                <a:cxn ang="0">
                  <a:pos x="458" y="280"/>
                </a:cxn>
                <a:cxn ang="0">
                  <a:pos x="454" y="314"/>
                </a:cxn>
                <a:cxn ang="0">
                  <a:pos x="422" y="329"/>
                </a:cxn>
                <a:cxn ang="0">
                  <a:pos x="383" y="333"/>
                </a:cxn>
                <a:cxn ang="0">
                  <a:pos x="334" y="342"/>
                </a:cxn>
                <a:cxn ang="0">
                  <a:pos x="291" y="337"/>
                </a:cxn>
                <a:cxn ang="0">
                  <a:pos x="262" y="338"/>
                </a:cxn>
                <a:cxn ang="0">
                  <a:pos x="228" y="355"/>
                </a:cxn>
                <a:cxn ang="0">
                  <a:pos x="208" y="356"/>
                </a:cxn>
                <a:cxn ang="0">
                  <a:pos x="178" y="388"/>
                </a:cxn>
                <a:cxn ang="0">
                  <a:pos x="159" y="396"/>
                </a:cxn>
                <a:cxn ang="0">
                  <a:pos x="164" y="371"/>
                </a:cxn>
                <a:cxn ang="0">
                  <a:pos x="147" y="349"/>
                </a:cxn>
                <a:cxn ang="0">
                  <a:pos x="129" y="338"/>
                </a:cxn>
                <a:cxn ang="0">
                  <a:pos x="117" y="311"/>
                </a:cxn>
                <a:cxn ang="0">
                  <a:pos x="98" y="304"/>
                </a:cxn>
                <a:cxn ang="0">
                  <a:pos x="87" y="325"/>
                </a:cxn>
                <a:cxn ang="0">
                  <a:pos x="88" y="350"/>
                </a:cxn>
                <a:cxn ang="0">
                  <a:pos x="70" y="359"/>
                </a:cxn>
                <a:cxn ang="0">
                  <a:pos x="38" y="351"/>
                </a:cxn>
                <a:cxn ang="0">
                  <a:pos x="23" y="320"/>
                </a:cxn>
                <a:cxn ang="0">
                  <a:pos x="14" y="289"/>
                </a:cxn>
                <a:cxn ang="0">
                  <a:pos x="4" y="280"/>
                </a:cxn>
                <a:cxn ang="0">
                  <a:pos x="12" y="258"/>
                </a:cxn>
                <a:cxn ang="0">
                  <a:pos x="37" y="245"/>
                </a:cxn>
                <a:cxn ang="0">
                  <a:pos x="52" y="230"/>
                </a:cxn>
                <a:cxn ang="0">
                  <a:pos x="67" y="207"/>
                </a:cxn>
                <a:cxn ang="0">
                  <a:pos x="96" y="196"/>
                </a:cxn>
                <a:cxn ang="0">
                  <a:pos x="122" y="181"/>
                </a:cxn>
                <a:cxn ang="0">
                  <a:pos x="130" y="164"/>
                </a:cxn>
                <a:cxn ang="0">
                  <a:pos x="151" y="157"/>
                </a:cxn>
                <a:cxn ang="0">
                  <a:pos x="163" y="151"/>
                </a:cxn>
                <a:cxn ang="0">
                  <a:pos x="175" y="149"/>
                </a:cxn>
                <a:cxn ang="0">
                  <a:pos x="186" y="127"/>
                </a:cxn>
                <a:cxn ang="0">
                  <a:pos x="170" y="112"/>
                </a:cxn>
                <a:cxn ang="0">
                  <a:pos x="163" y="89"/>
                </a:cxn>
                <a:cxn ang="0">
                  <a:pos x="176" y="78"/>
                </a:cxn>
                <a:cxn ang="0">
                  <a:pos x="204" y="60"/>
                </a:cxn>
                <a:cxn ang="0">
                  <a:pos x="231" y="41"/>
                </a:cxn>
                <a:cxn ang="0">
                  <a:pos x="252" y="24"/>
                </a:cxn>
                <a:cxn ang="0">
                  <a:pos x="280" y="0"/>
                </a:cxn>
                <a:cxn ang="0">
                  <a:pos x="307" y="9"/>
                </a:cxn>
                <a:cxn ang="0">
                  <a:pos x="333" y="2"/>
                </a:cxn>
                <a:cxn ang="0">
                  <a:pos x="331" y="45"/>
                </a:cxn>
                <a:cxn ang="0">
                  <a:pos x="338" y="63"/>
                </a:cxn>
                <a:cxn ang="0">
                  <a:pos x="372" y="57"/>
                </a:cxn>
                <a:cxn ang="0">
                  <a:pos x="389" y="40"/>
                </a:cxn>
                <a:cxn ang="0">
                  <a:pos x="413" y="55"/>
                </a:cxn>
                <a:cxn ang="0">
                  <a:pos x="440" y="68"/>
                </a:cxn>
                <a:cxn ang="0">
                  <a:pos x="424" y="75"/>
                </a:cxn>
                <a:cxn ang="0">
                  <a:pos x="419" y="112"/>
                </a:cxn>
                <a:cxn ang="0">
                  <a:pos x="449" y="136"/>
                </a:cxn>
                <a:cxn ang="0">
                  <a:pos x="478" y="168"/>
                </a:cxn>
              </a:cxnLst>
              <a:rect l="0" t="0" r="r" b="b"/>
              <a:pathLst>
                <a:path w="490" h="402">
                  <a:moveTo>
                    <a:pt x="490" y="193"/>
                  </a:moveTo>
                  <a:cubicBezTo>
                    <a:pt x="490" y="195"/>
                    <a:pt x="490" y="198"/>
                    <a:pt x="490" y="199"/>
                  </a:cubicBezTo>
                  <a:cubicBezTo>
                    <a:pt x="490" y="200"/>
                    <a:pt x="489" y="203"/>
                    <a:pt x="489" y="204"/>
                  </a:cubicBezTo>
                  <a:cubicBezTo>
                    <a:pt x="488" y="205"/>
                    <a:pt x="486" y="208"/>
                    <a:pt x="486" y="209"/>
                  </a:cubicBezTo>
                  <a:cubicBezTo>
                    <a:pt x="485" y="210"/>
                    <a:pt x="484" y="213"/>
                    <a:pt x="484" y="214"/>
                  </a:cubicBezTo>
                  <a:cubicBezTo>
                    <a:pt x="483" y="215"/>
                    <a:pt x="484" y="218"/>
                    <a:pt x="484" y="219"/>
                  </a:cubicBezTo>
                  <a:cubicBezTo>
                    <a:pt x="484" y="221"/>
                    <a:pt x="485" y="225"/>
                    <a:pt x="485" y="227"/>
                  </a:cubicBezTo>
                  <a:cubicBezTo>
                    <a:pt x="485" y="229"/>
                    <a:pt x="485" y="235"/>
                    <a:pt x="485" y="238"/>
                  </a:cubicBezTo>
                  <a:cubicBezTo>
                    <a:pt x="485" y="239"/>
                    <a:pt x="484" y="243"/>
                    <a:pt x="484" y="244"/>
                  </a:cubicBezTo>
                  <a:cubicBezTo>
                    <a:pt x="484" y="246"/>
                    <a:pt x="484" y="250"/>
                    <a:pt x="483" y="252"/>
                  </a:cubicBezTo>
                  <a:cubicBezTo>
                    <a:pt x="482" y="253"/>
                    <a:pt x="481" y="254"/>
                    <a:pt x="480" y="255"/>
                  </a:cubicBezTo>
                  <a:cubicBezTo>
                    <a:pt x="479" y="256"/>
                    <a:pt x="477" y="257"/>
                    <a:pt x="476" y="258"/>
                  </a:cubicBezTo>
                  <a:cubicBezTo>
                    <a:pt x="474" y="258"/>
                    <a:pt x="471" y="259"/>
                    <a:pt x="469" y="260"/>
                  </a:cubicBezTo>
                  <a:cubicBezTo>
                    <a:pt x="468" y="261"/>
                    <a:pt x="465" y="262"/>
                    <a:pt x="464" y="263"/>
                  </a:cubicBezTo>
                  <a:cubicBezTo>
                    <a:pt x="463" y="263"/>
                    <a:pt x="460" y="264"/>
                    <a:pt x="460" y="265"/>
                  </a:cubicBezTo>
                  <a:cubicBezTo>
                    <a:pt x="459" y="266"/>
                    <a:pt x="459" y="268"/>
                    <a:pt x="459" y="269"/>
                  </a:cubicBezTo>
                  <a:cubicBezTo>
                    <a:pt x="459" y="270"/>
                    <a:pt x="459" y="272"/>
                    <a:pt x="459" y="273"/>
                  </a:cubicBezTo>
                  <a:cubicBezTo>
                    <a:pt x="459" y="275"/>
                    <a:pt x="459" y="278"/>
                    <a:pt x="458" y="280"/>
                  </a:cubicBezTo>
                  <a:cubicBezTo>
                    <a:pt x="458" y="281"/>
                    <a:pt x="458" y="283"/>
                    <a:pt x="458" y="284"/>
                  </a:cubicBezTo>
                  <a:cubicBezTo>
                    <a:pt x="457" y="286"/>
                    <a:pt x="457" y="289"/>
                    <a:pt x="457" y="291"/>
                  </a:cubicBezTo>
                  <a:cubicBezTo>
                    <a:pt x="457" y="293"/>
                    <a:pt x="458" y="296"/>
                    <a:pt x="458" y="298"/>
                  </a:cubicBezTo>
                  <a:cubicBezTo>
                    <a:pt x="458" y="299"/>
                    <a:pt x="458" y="303"/>
                    <a:pt x="458" y="304"/>
                  </a:cubicBezTo>
                  <a:cubicBezTo>
                    <a:pt x="458" y="306"/>
                    <a:pt x="456" y="308"/>
                    <a:pt x="456" y="309"/>
                  </a:cubicBezTo>
                  <a:cubicBezTo>
                    <a:pt x="456" y="311"/>
                    <a:pt x="455" y="313"/>
                    <a:pt x="454" y="314"/>
                  </a:cubicBezTo>
                  <a:cubicBezTo>
                    <a:pt x="453" y="316"/>
                    <a:pt x="452" y="320"/>
                    <a:pt x="451" y="321"/>
                  </a:cubicBezTo>
                  <a:cubicBezTo>
                    <a:pt x="450" y="323"/>
                    <a:pt x="448" y="325"/>
                    <a:pt x="447" y="326"/>
                  </a:cubicBezTo>
                  <a:cubicBezTo>
                    <a:pt x="446" y="327"/>
                    <a:pt x="444" y="328"/>
                    <a:pt x="443" y="328"/>
                  </a:cubicBezTo>
                  <a:cubicBezTo>
                    <a:pt x="441" y="329"/>
                    <a:pt x="437" y="328"/>
                    <a:pt x="435" y="328"/>
                  </a:cubicBezTo>
                  <a:cubicBezTo>
                    <a:pt x="433" y="328"/>
                    <a:pt x="429" y="328"/>
                    <a:pt x="427" y="328"/>
                  </a:cubicBezTo>
                  <a:cubicBezTo>
                    <a:pt x="426" y="328"/>
                    <a:pt x="423" y="329"/>
                    <a:pt x="422" y="329"/>
                  </a:cubicBezTo>
                  <a:cubicBezTo>
                    <a:pt x="420" y="329"/>
                    <a:pt x="417" y="329"/>
                    <a:pt x="415" y="329"/>
                  </a:cubicBezTo>
                  <a:cubicBezTo>
                    <a:pt x="414" y="329"/>
                    <a:pt x="411" y="329"/>
                    <a:pt x="410" y="329"/>
                  </a:cubicBezTo>
                  <a:cubicBezTo>
                    <a:pt x="408" y="330"/>
                    <a:pt x="407" y="332"/>
                    <a:pt x="406" y="332"/>
                  </a:cubicBezTo>
                  <a:cubicBezTo>
                    <a:pt x="405" y="333"/>
                    <a:pt x="404" y="333"/>
                    <a:pt x="403" y="333"/>
                  </a:cubicBezTo>
                  <a:cubicBezTo>
                    <a:pt x="401" y="334"/>
                    <a:pt x="397" y="334"/>
                    <a:pt x="395" y="334"/>
                  </a:cubicBezTo>
                  <a:cubicBezTo>
                    <a:pt x="392" y="334"/>
                    <a:pt x="386" y="333"/>
                    <a:pt x="383" y="333"/>
                  </a:cubicBezTo>
                  <a:cubicBezTo>
                    <a:pt x="380" y="333"/>
                    <a:pt x="374" y="333"/>
                    <a:pt x="370" y="333"/>
                  </a:cubicBezTo>
                  <a:cubicBezTo>
                    <a:pt x="369" y="333"/>
                    <a:pt x="365" y="332"/>
                    <a:pt x="363" y="333"/>
                  </a:cubicBezTo>
                  <a:cubicBezTo>
                    <a:pt x="361" y="333"/>
                    <a:pt x="357" y="334"/>
                    <a:pt x="355" y="335"/>
                  </a:cubicBezTo>
                  <a:cubicBezTo>
                    <a:pt x="353" y="335"/>
                    <a:pt x="349" y="336"/>
                    <a:pt x="347" y="336"/>
                  </a:cubicBezTo>
                  <a:cubicBezTo>
                    <a:pt x="345" y="337"/>
                    <a:pt x="342" y="339"/>
                    <a:pt x="341" y="339"/>
                  </a:cubicBezTo>
                  <a:cubicBezTo>
                    <a:pt x="339" y="340"/>
                    <a:pt x="336" y="342"/>
                    <a:pt x="334" y="342"/>
                  </a:cubicBezTo>
                  <a:cubicBezTo>
                    <a:pt x="332" y="343"/>
                    <a:pt x="329" y="344"/>
                    <a:pt x="328" y="344"/>
                  </a:cubicBezTo>
                  <a:cubicBezTo>
                    <a:pt x="326" y="345"/>
                    <a:pt x="321" y="344"/>
                    <a:pt x="319" y="344"/>
                  </a:cubicBezTo>
                  <a:cubicBezTo>
                    <a:pt x="317" y="344"/>
                    <a:pt x="313" y="343"/>
                    <a:pt x="311" y="343"/>
                  </a:cubicBezTo>
                  <a:cubicBezTo>
                    <a:pt x="310" y="343"/>
                    <a:pt x="308" y="342"/>
                    <a:pt x="306" y="342"/>
                  </a:cubicBezTo>
                  <a:cubicBezTo>
                    <a:pt x="304" y="341"/>
                    <a:pt x="300" y="341"/>
                    <a:pt x="298" y="340"/>
                  </a:cubicBezTo>
                  <a:cubicBezTo>
                    <a:pt x="296" y="340"/>
                    <a:pt x="293" y="337"/>
                    <a:pt x="291" y="337"/>
                  </a:cubicBezTo>
                  <a:cubicBezTo>
                    <a:pt x="290" y="336"/>
                    <a:pt x="287" y="336"/>
                    <a:pt x="286" y="336"/>
                  </a:cubicBezTo>
                  <a:cubicBezTo>
                    <a:pt x="284" y="335"/>
                    <a:pt x="281" y="336"/>
                    <a:pt x="279" y="336"/>
                  </a:cubicBezTo>
                  <a:cubicBezTo>
                    <a:pt x="277" y="336"/>
                    <a:pt x="274" y="335"/>
                    <a:pt x="273" y="336"/>
                  </a:cubicBezTo>
                  <a:cubicBezTo>
                    <a:pt x="272" y="336"/>
                    <a:pt x="270" y="336"/>
                    <a:pt x="269" y="336"/>
                  </a:cubicBezTo>
                  <a:cubicBezTo>
                    <a:pt x="269" y="337"/>
                    <a:pt x="268" y="338"/>
                    <a:pt x="267" y="339"/>
                  </a:cubicBezTo>
                  <a:cubicBezTo>
                    <a:pt x="265" y="338"/>
                    <a:pt x="264" y="338"/>
                    <a:pt x="262" y="338"/>
                  </a:cubicBezTo>
                  <a:cubicBezTo>
                    <a:pt x="260" y="337"/>
                    <a:pt x="256" y="338"/>
                    <a:pt x="255" y="338"/>
                  </a:cubicBezTo>
                  <a:cubicBezTo>
                    <a:pt x="253" y="339"/>
                    <a:pt x="249" y="342"/>
                    <a:pt x="248" y="343"/>
                  </a:cubicBezTo>
                  <a:cubicBezTo>
                    <a:pt x="247" y="344"/>
                    <a:pt x="245" y="346"/>
                    <a:pt x="244" y="347"/>
                  </a:cubicBezTo>
                  <a:cubicBezTo>
                    <a:pt x="243" y="348"/>
                    <a:pt x="240" y="350"/>
                    <a:pt x="238" y="351"/>
                  </a:cubicBezTo>
                  <a:cubicBezTo>
                    <a:pt x="237" y="351"/>
                    <a:pt x="235" y="352"/>
                    <a:pt x="234" y="353"/>
                  </a:cubicBezTo>
                  <a:cubicBezTo>
                    <a:pt x="232" y="353"/>
                    <a:pt x="229" y="355"/>
                    <a:pt x="228" y="355"/>
                  </a:cubicBezTo>
                  <a:cubicBezTo>
                    <a:pt x="226" y="354"/>
                    <a:pt x="224" y="351"/>
                    <a:pt x="223" y="351"/>
                  </a:cubicBezTo>
                  <a:cubicBezTo>
                    <a:pt x="221" y="350"/>
                    <a:pt x="219" y="348"/>
                    <a:pt x="217" y="348"/>
                  </a:cubicBezTo>
                  <a:cubicBezTo>
                    <a:pt x="217" y="348"/>
                    <a:pt x="215" y="347"/>
                    <a:pt x="215" y="347"/>
                  </a:cubicBezTo>
                  <a:cubicBezTo>
                    <a:pt x="214" y="347"/>
                    <a:pt x="212" y="348"/>
                    <a:pt x="211" y="349"/>
                  </a:cubicBezTo>
                  <a:cubicBezTo>
                    <a:pt x="211" y="349"/>
                    <a:pt x="210" y="351"/>
                    <a:pt x="209" y="352"/>
                  </a:cubicBezTo>
                  <a:cubicBezTo>
                    <a:pt x="209" y="353"/>
                    <a:pt x="208" y="355"/>
                    <a:pt x="208" y="356"/>
                  </a:cubicBezTo>
                  <a:cubicBezTo>
                    <a:pt x="207" y="358"/>
                    <a:pt x="206" y="361"/>
                    <a:pt x="205" y="362"/>
                  </a:cubicBezTo>
                  <a:cubicBezTo>
                    <a:pt x="204" y="364"/>
                    <a:pt x="202" y="367"/>
                    <a:pt x="201" y="368"/>
                  </a:cubicBezTo>
                  <a:cubicBezTo>
                    <a:pt x="199" y="370"/>
                    <a:pt x="196" y="372"/>
                    <a:pt x="194" y="373"/>
                  </a:cubicBezTo>
                  <a:cubicBezTo>
                    <a:pt x="193" y="374"/>
                    <a:pt x="191" y="377"/>
                    <a:pt x="190" y="378"/>
                  </a:cubicBezTo>
                  <a:cubicBezTo>
                    <a:pt x="189" y="379"/>
                    <a:pt x="186" y="382"/>
                    <a:pt x="184" y="384"/>
                  </a:cubicBezTo>
                  <a:cubicBezTo>
                    <a:pt x="183" y="385"/>
                    <a:pt x="179" y="387"/>
                    <a:pt x="178" y="388"/>
                  </a:cubicBezTo>
                  <a:cubicBezTo>
                    <a:pt x="177" y="389"/>
                    <a:pt x="174" y="392"/>
                    <a:pt x="173" y="392"/>
                  </a:cubicBezTo>
                  <a:cubicBezTo>
                    <a:pt x="172" y="393"/>
                    <a:pt x="168" y="393"/>
                    <a:pt x="167" y="394"/>
                  </a:cubicBezTo>
                  <a:cubicBezTo>
                    <a:pt x="165" y="396"/>
                    <a:pt x="164" y="400"/>
                    <a:pt x="163" y="401"/>
                  </a:cubicBezTo>
                  <a:cubicBezTo>
                    <a:pt x="163" y="401"/>
                    <a:pt x="162" y="402"/>
                    <a:pt x="162" y="402"/>
                  </a:cubicBezTo>
                  <a:cubicBezTo>
                    <a:pt x="161" y="401"/>
                    <a:pt x="160" y="400"/>
                    <a:pt x="160" y="400"/>
                  </a:cubicBezTo>
                  <a:cubicBezTo>
                    <a:pt x="159" y="399"/>
                    <a:pt x="159" y="397"/>
                    <a:pt x="159" y="396"/>
                  </a:cubicBezTo>
                  <a:cubicBezTo>
                    <a:pt x="159" y="395"/>
                    <a:pt x="159" y="394"/>
                    <a:pt x="159" y="393"/>
                  </a:cubicBezTo>
                  <a:cubicBezTo>
                    <a:pt x="159" y="392"/>
                    <a:pt x="161" y="390"/>
                    <a:pt x="161" y="389"/>
                  </a:cubicBezTo>
                  <a:cubicBezTo>
                    <a:pt x="162" y="388"/>
                    <a:pt x="163" y="386"/>
                    <a:pt x="163" y="385"/>
                  </a:cubicBezTo>
                  <a:cubicBezTo>
                    <a:pt x="163" y="384"/>
                    <a:pt x="164" y="382"/>
                    <a:pt x="165" y="381"/>
                  </a:cubicBezTo>
                  <a:cubicBezTo>
                    <a:pt x="165" y="380"/>
                    <a:pt x="165" y="377"/>
                    <a:pt x="165" y="376"/>
                  </a:cubicBezTo>
                  <a:cubicBezTo>
                    <a:pt x="165" y="375"/>
                    <a:pt x="165" y="372"/>
                    <a:pt x="164" y="371"/>
                  </a:cubicBezTo>
                  <a:cubicBezTo>
                    <a:pt x="163" y="370"/>
                    <a:pt x="162" y="367"/>
                    <a:pt x="161" y="366"/>
                  </a:cubicBezTo>
                  <a:cubicBezTo>
                    <a:pt x="160" y="365"/>
                    <a:pt x="159" y="364"/>
                    <a:pt x="158" y="363"/>
                  </a:cubicBezTo>
                  <a:cubicBezTo>
                    <a:pt x="158" y="362"/>
                    <a:pt x="156" y="360"/>
                    <a:pt x="156" y="358"/>
                  </a:cubicBezTo>
                  <a:cubicBezTo>
                    <a:pt x="155" y="357"/>
                    <a:pt x="153" y="355"/>
                    <a:pt x="152" y="353"/>
                  </a:cubicBezTo>
                  <a:cubicBezTo>
                    <a:pt x="152" y="353"/>
                    <a:pt x="151" y="351"/>
                    <a:pt x="151" y="351"/>
                  </a:cubicBezTo>
                  <a:cubicBezTo>
                    <a:pt x="150" y="350"/>
                    <a:pt x="148" y="349"/>
                    <a:pt x="147" y="349"/>
                  </a:cubicBezTo>
                  <a:cubicBezTo>
                    <a:pt x="147" y="348"/>
                    <a:pt x="145" y="347"/>
                    <a:pt x="144" y="346"/>
                  </a:cubicBezTo>
                  <a:cubicBezTo>
                    <a:pt x="143" y="346"/>
                    <a:pt x="141" y="345"/>
                    <a:pt x="140" y="344"/>
                  </a:cubicBezTo>
                  <a:cubicBezTo>
                    <a:pt x="140" y="343"/>
                    <a:pt x="139" y="342"/>
                    <a:pt x="139" y="341"/>
                  </a:cubicBezTo>
                  <a:cubicBezTo>
                    <a:pt x="138" y="341"/>
                    <a:pt x="137" y="339"/>
                    <a:pt x="136" y="339"/>
                  </a:cubicBezTo>
                  <a:cubicBezTo>
                    <a:pt x="135" y="338"/>
                    <a:pt x="134" y="338"/>
                    <a:pt x="133" y="338"/>
                  </a:cubicBezTo>
                  <a:cubicBezTo>
                    <a:pt x="132" y="338"/>
                    <a:pt x="130" y="338"/>
                    <a:pt x="129" y="338"/>
                  </a:cubicBezTo>
                  <a:cubicBezTo>
                    <a:pt x="127" y="338"/>
                    <a:pt x="125" y="338"/>
                    <a:pt x="123" y="338"/>
                  </a:cubicBezTo>
                  <a:cubicBezTo>
                    <a:pt x="122" y="338"/>
                    <a:pt x="120" y="337"/>
                    <a:pt x="120" y="337"/>
                  </a:cubicBezTo>
                  <a:cubicBezTo>
                    <a:pt x="119" y="336"/>
                    <a:pt x="119" y="333"/>
                    <a:pt x="118" y="332"/>
                  </a:cubicBezTo>
                  <a:cubicBezTo>
                    <a:pt x="118" y="330"/>
                    <a:pt x="119" y="326"/>
                    <a:pt x="118" y="324"/>
                  </a:cubicBezTo>
                  <a:cubicBezTo>
                    <a:pt x="118" y="323"/>
                    <a:pt x="118" y="320"/>
                    <a:pt x="117" y="319"/>
                  </a:cubicBezTo>
                  <a:cubicBezTo>
                    <a:pt x="117" y="317"/>
                    <a:pt x="118" y="313"/>
                    <a:pt x="117" y="311"/>
                  </a:cubicBezTo>
                  <a:cubicBezTo>
                    <a:pt x="117" y="309"/>
                    <a:pt x="117" y="306"/>
                    <a:pt x="116" y="305"/>
                  </a:cubicBezTo>
                  <a:cubicBezTo>
                    <a:pt x="115" y="305"/>
                    <a:pt x="113" y="304"/>
                    <a:pt x="113" y="305"/>
                  </a:cubicBezTo>
                  <a:cubicBezTo>
                    <a:pt x="112" y="305"/>
                    <a:pt x="111" y="307"/>
                    <a:pt x="111" y="307"/>
                  </a:cubicBezTo>
                  <a:cubicBezTo>
                    <a:pt x="110" y="308"/>
                    <a:pt x="107" y="308"/>
                    <a:pt x="106" y="307"/>
                  </a:cubicBezTo>
                  <a:cubicBezTo>
                    <a:pt x="106" y="307"/>
                    <a:pt x="105" y="306"/>
                    <a:pt x="104" y="305"/>
                  </a:cubicBezTo>
                  <a:cubicBezTo>
                    <a:pt x="103" y="305"/>
                    <a:pt x="100" y="304"/>
                    <a:pt x="98" y="304"/>
                  </a:cubicBezTo>
                  <a:cubicBezTo>
                    <a:pt x="97" y="304"/>
                    <a:pt x="95" y="303"/>
                    <a:pt x="94" y="304"/>
                  </a:cubicBezTo>
                  <a:cubicBezTo>
                    <a:pt x="93" y="304"/>
                    <a:pt x="92" y="305"/>
                    <a:pt x="92" y="305"/>
                  </a:cubicBezTo>
                  <a:cubicBezTo>
                    <a:pt x="91" y="306"/>
                    <a:pt x="90" y="309"/>
                    <a:pt x="90" y="311"/>
                  </a:cubicBezTo>
                  <a:cubicBezTo>
                    <a:pt x="89" y="312"/>
                    <a:pt x="89" y="314"/>
                    <a:pt x="89" y="316"/>
                  </a:cubicBezTo>
                  <a:cubicBezTo>
                    <a:pt x="89" y="317"/>
                    <a:pt x="89" y="319"/>
                    <a:pt x="89" y="320"/>
                  </a:cubicBezTo>
                  <a:cubicBezTo>
                    <a:pt x="89" y="322"/>
                    <a:pt x="88" y="324"/>
                    <a:pt x="87" y="325"/>
                  </a:cubicBezTo>
                  <a:cubicBezTo>
                    <a:pt x="87" y="326"/>
                    <a:pt x="85" y="328"/>
                    <a:pt x="85" y="329"/>
                  </a:cubicBezTo>
                  <a:cubicBezTo>
                    <a:pt x="84" y="330"/>
                    <a:pt x="84" y="332"/>
                    <a:pt x="84" y="333"/>
                  </a:cubicBezTo>
                  <a:cubicBezTo>
                    <a:pt x="84" y="334"/>
                    <a:pt x="84" y="336"/>
                    <a:pt x="84" y="337"/>
                  </a:cubicBezTo>
                  <a:cubicBezTo>
                    <a:pt x="84" y="338"/>
                    <a:pt x="85" y="341"/>
                    <a:pt x="86" y="342"/>
                  </a:cubicBezTo>
                  <a:cubicBezTo>
                    <a:pt x="86" y="343"/>
                    <a:pt x="86" y="345"/>
                    <a:pt x="86" y="346"/>
                  </a:cubicBezTo>
                  <a:cubicBezTo>
                    <a:pt x="86" y="347"/>
                    <a:pt x="88" y="349"/>
                    <a:pt x="88" y="350"/>
                  </a:cubicBezTo>
                  <a:cubicBezTo>
                    <a:pt x="88" y="351"/>
                    <a:pt x="88" y="352"/>
                    <a:pt x="88" y="353"/>
                  </a:cubicBezTo>
                  <a:cubicBezTo>
                    <a:pt x="88" y="354"/>
                    <a:pt x="87" y="355"/>
                    <a:pt x="87" y="356"/>
                  </a:cubicBezTo>
                  <a:cubicBezTo>
                    <a:pt x="86" y="356"/>
                    <a:pt x="85" y="357"/>
                    <a:pt x="85" y="357"/>
                  </a:cubicBezTo>
                  <a:cubicBezTo>
                    <a:pt x="84" y="358"/>
                    <a:pt x="82" y="358"/>
                    <a:pt x="80" y="358"/>
                  </a:cubicBezTo>
                  <a:cubicBezTo>
                    <a:pt x="79" y="358"/>
                    <a:pt x="76" y="358"/>
                    <a:pt x="75" y="359"/>
                  </a:cubicBezTo>
                  <a:cubicBezTo>
                    <a:pt x="74" y="359"/>
                    <a:pt x="71" y="359"/>
                    <a:pt x="70" y="359"/>
                  </a:cubicBezTo>
                  <a:cubicBezTo>
                    <a:pt x="68" y="360"/>
                    <a:pt x="64" y="359"/>
                    <a:pt x="63" y="359"/>
                  </a:cubicBezTo>
                  <a:cubicBezTo>
                    <a:pt x="63" y="359"/>
                    <a:pt x="59" y="359"/>
                    <a:pt x="58" y="359"/>
                  </a:cubicBezTo>
                  <a:cubicBezTo>
                    <a:pt x="57" y="359"/>
                    <a:pt x="55" y="359"/>
                    <a:pt x="53" y="359"/>
                  </a:cubicBezTo>
                  <a:cubicBezTo>
                    <a:pt x="52" y="358"/>
                    <a:pt x="50" y="356"/>
                    <a:pt x="49" y="355"/>
                  </a:cubicBezTo>
                  <a:cubicBezTo>
                    <a:pt x="47" y="354"/>
                    <a:pt x="45" y="353"/>
                    <a:pt x="43" y="352"/>
                  </a:cubicBezTo>
                  <a:cubicBezTo>
                    <a:pt x="42" y="352"/>
                    <a:pt x="40" y="351"/>
                    <a:pt x="38" y="351"/>
                  </a:cubicBezTo>
                  <a:cubicBezTo>
                    <a:pt x="37" y="350"/>
                    <a:pt x="34" y="350"/>
                    <a:pt x="32" y="349"/>
                  </a:cubicBezTo>
                  <a:cubicBezTo>
                    <a:pt x="31" y="349"/>
                    <a:pt x="29" y="348"/>
                    <a:pt x="28" y="347"/>
                  </a:cubicBezTo>
                  <a:cubicBezTo>
                    <a:pt x="27" y="347"/>
                    <a:pt x="26" y="344"/>
                    <a:pt x="25" y="343"/>
                  </a:cubicBezTo>
                  <a:cubicBezTo>
                    <a:pt x="25" y="342"/>
                    <a:pt x="24" y="340"/>
                    <a:pt x="24" y="338"/>
                  </a:cubicBezTo>
                  <a:cubicBezTo>
                    <a:pt x="23" y="336"/>
                    <a:pt x="23" y="332"/>
                    <a:pt x="23" y="330"/>
                  </a:cubicBezTo>
                  <a:cubicBezTo>
                    <a:pt x="22" y="328"/>
                    <a:pt x="22" y="323"/>
                    <a:pt x="23" y="320"/>
                  </a:cubicBezTo>
                  <a:cubicBezTo>
                    <a:pt x="23" y="318"/>
                    <a:pt x="24" y="313"/>
                    <a:pt x="24" y="310"/>
                  </a:cubicBezTo>
                  <a:cubicBezTo>
                    <a:pt x="24" y="308"/>
                    <a:pt x="24" y="305"/>
                    <a:pt x="24" y="303"/>
                  </a:cubicBezTo>
                  <a:cubicBezTo>
                    <a:pt x="23" y="301"/>
                    <a:pt x="23" y="298"/>
                    <a:pt x="23" y="296"/>
                  </a:cubicBezTo>
                  <a:cubicBezTo>
                    <a:pt x="22" y="295"/>
                    <a:pt x="22" y="293"/>
                    <a:pt x="21" y="292"/>
                  </a:cubicBezTo>
                  <a:cubicBezTo>
                    <a:pt x="21" y="291"/>
                    <a:pt x="19" y="290"/>
                    <a:pt x="18" y="290"/>
                  </a:cubicBezTo>
                  <a:cubicBezTo>
                    <a:pt x="17" y="289"/>
                    <a:pt x="15" y="289"/>
                    <a:pt x="14" y="289"/>
                  </a:cubicBezTo>
                  <a:cubicBezTo>
                    <a:pt x="13" y="289"/>
                    <a:pt x="11" y="288"/>
                    <a:pt x="10" y="288"/>
                  </a:cubicBezTo>
                  <a:cubicBezTo>
                    <a:pt x="9" y="287"/>
                    <a:pt x="7" y="285"/>
                    <a:pt x="6" y="284"/>
                  </a:cubicBezTo>
                  <a:cubicBezTo>
                    <a:pt x="5" y="284"/>
                    <a:pt x="3" y="284"/>
                    <a:pt x="2" y="283"/>
                  </a:cubicBezTo>
                  <a:cubicBezTo>
                    <a:pt x="1" y="283"/>
                    <a:pt x="1" y="282"/>
                    <a:pt x="0" y="280"/>
                  </a:cubicBezTo>
                  <a:cubicBezTo>
                    <a:pt x="0" y="280"/>
                    <a:pt x="1" y="280"/>
                    <a:pt x="1" y="280"/>
                  </a:cubicBezTo>
                  <a:cubicBezTo>
                    <a:pt x="2" y="280"/>
                    <a:pt x="3" y="281"/>
                    <a:pt x="4" y="280"/>
                  </a:cubicBezTo>
                  <a:cubicBezTo>
                    <a:pt x="4" y="280"/>
                    <a:pt x="4" y="278"/>
                    <a:pt x="4" y="277"/>
                  </a:cubicBezTo>
                  <a:cubicBezTo>
                    <a:pt x="4" y="277"/>
                    <a:pt x="4" y="275"/>
                    <a:pt x="4" y="274"/>
                  </a:cubicBezTo>
                  <a:cubicBezTo>
                    <a:pt x="4" y="272"/>
                    <a:pt x="5" y="269"/>
                    <a:pt x="6" y="267"/>
                  </a:cubicBezTo>
                  <a:cubicBezTo>
                    <a:pt x="6" y="267"/>
                    <a:pt x="8" y="265"/>
                    <a:pt x="9" y="265"/>
                  </a:cubicBezTo>
                  <a:cubicBezTo>
                    <a:pt x="10" y="264"/>
                    <a:pt x="11" y="264"/>
                    <a:pt x="11" y="263"/>
                  </a:cubicBezTo>
                  <a:cubicBezTo>
                    <a:pt x="12" y="262"/>
                    <a:pt x="11" y="260"/>
                    <a:pt x="12" y="258"/>
                  </a:cubicBezTo>
                  <a:cubicBezTo>
                    <a:pt x="12" y="257"/>
                    <a:pt x="11" y="255"/>
                    <a:pt x="12" y="254"/>
                  </a:cubicBezTo>
                  <a:cubicBezTo>
                    <a:pt x="13" y="253"/>
                    <a:pt x="16" y="253"/>
                    <a:pt x="17" y="252"/>
                  </a:cubicBezTo>
                  <a:cubicBezTo>
                    <a:pt x="18" y="252"/>
                    <a:pt x="21" y="252"/>
                    <a:pt x="22" y="251"/>
                  </a:cubicBezTo>
                  <a:cubicBezTo>
                    <a:pt x="24" y="251"/>
                    <a:pt x="27" y="252"/>
                    <a:pt x="29" y="251"/>
                  </a:cubicBezTo>
                  <a:cubicBezTo>
                    <a:pt x="30" y="251"/>
                    <a:pt x="33" y="250"/>
                    <a:pt x="35" y="249"/>
                  </a:cubicBezTo>
                  <a:cubicBezTo>
                    <a:pt x="35" y="249"/>
                    <a:pt x="37" y="246"/>
                    <a:pt x="37" y="245"/>
                  </a:cubicBezTo>
                  <a:cubicBezTo>
                    <a:pt x="37" y="244"/>
                    <a:pt x="38" y="242"/>
                    <a:pt x="38" y="242"/>
                  </a:cubicBezTo>
                  <a:cubicBezTo>
                    <a:pt x="39" y="241"/>
                    <a:pt x="41" y="240"/>
                    <a:pt x="42" y="240"/>
                  </a:cubicBezTo>
                  <a:cubicBezTo>
                    <a:pt x="43" y="240"/>
                    <a:pt x="45" y="239"/>
                    <a:pt x="46" y="239"/>
                  </a:cubicBezTo>
                  <a:cubicBezTo>
                    <a:pt x="47" y="239"/>
                    <a:pt x="49" y="239"/>
                    <a:pt x="51" y="238"/>
                  </a:cubicBezTo>
                  <a:cubicBezTo>
                    <a:pt x="51" y="238"/>
                    <a:pt x="52" y="236"/>
                    <a:pt x="53" y="235"/>
                  </a:cubicBezTo>
                  <a:cubicBezTo>
                    <a:pt x="53" y="234"/>
                    <a:pt x="52" y="231"/>
                    <a:pt x="52" y="230"/>
                  </a:cubicBezTo>
                  <a:cubicBezTo>
                    <a:pt x="52" y="229"/>
                    <a:pt x="53" y="226"/>
                    <a:pt x="53" y="225"/>
                  </a:cubicBezTo>
                  <a:cubicBezTo>
                    <a:pt x="54" y="225"/>
                    <a:pt x="56" y="223"/>
                    <a:pt x="57" y="223"/>
                  </a:cubicBezTo>
                  <a:cubicBezTo>
                    <a:pt x="58" y="222"/>
                    <a:pt x="60" y="220"/>
                    <a:pt x="61" y="219"/>
                  </a:cubicBezTo>
                  <a:cubicBezTo>
                    <a:pt x="62" y="218"/>
                    <a:pt x="64" y="217"/>
                    <a:pt x="65" y="216"/>
                  </a:cubicBezTo>
                  <a:cubicBezTo>
                    <a:pt x="66" y="215"/>
                    <a:pt x="67" y="212"/>
                    <a:pt x="67" y="211"/>
                  </a:cubicBezTo>
                  <a:cubicBezTo>
                    <a:pt x="67" y="210"/>
                    <a:pt x="67" y="209"/>
                    <a:pt x="67" y="207"/>
                  </a:cubicBezTo>
                  <a:cubicBezTo>
                    <a:pt x="68" y="207"/>
                    <a:pt x="69" y="207"/>
                    <a:pt x="70" y="207"/>
                  </a:cubicBezTo>
                  <a:cubicBezTo>
                    <a:pt x="72" y="207"/>
                    <a:pt x="75" y="206"/>
                    <a:pt x="76" y="206"/>
                  </a:cubicBezTo>
                  <a:cubicBezTo>
                    <a:pt x="79" y="206"/>
                    <a:pt x="84" y="207"/>
                    <a:pt x="86" y="206"/>
                  </a:cubicBezTo>
                  <a:cubicBezTo>
                    <a:pt x="87" y="206"/>
                    <a:pt x="90" y="205"/>
                    <a:pt x="91" y="204"/>
                  </a:cubicBezTo>
                  <a:cubicBezTo>
                    <a:pt x="92" y="204"/>
                    <a:pt x="93" y="201"/>
                    <a:pt x="93" y="200"/>
                  </a:cubicBezTo>
                  <a:cubicBezTo>
                    <a:pt x="94" y="199"/>
                    <a:pt x="95" y="197"/>
                    <a:pt x="96" y="196"/>
                  </a:cubicBezTo>
                  <a:cubicBezTo>
                    <a:pt x="97" y="194"/>
                    <a:pt x="101" y="193"/>
                    <a:pt x="103" y="193"/>
                  </a:cubicBezTo>
                  <a:cubicBezTo>
                    <a:pt x="105" y="192"/>
                    <a:pt x="108" y="193"/>
                    <a:pt x="109" y="193"/>
                  </a:cubicBezTo>
                  <a:cubicBezTo>
                    <a:pt x="111" y="192"/>
                    <a:pt x="114" y="191"/>
                    <a:pt x="115" y="190"/>
                  </a:cubicBezTo>
                  <a:cubicBezTo>
                    <a:pt x="116" y="190"/>
                    <a:pt x="118" y="188"/>
                    <a:pt x="118" y="187"/>
                  </a:cubicBezTo>
                  <a:cubicBezTo>
                    <a:pt x="119" y="186"/>
                    <a:pt x="120" y="185"/>
                    <a:pt x="121" y="184"/>
                  </a:cubicBezTo>
                  <a:cubicBezTo>
                    <a:pt x="121" y="183"/>
                    <a:pt x="121" y="181"/>
                    <a:pt x="122" y="181"/>
                  </a:cubicBezTo>
                  <a:cubicBezTo>
                    <a:pt x="122" y="180"/>
                    <a:pt x="124" y="179"/>
                    <a:pt x="125" y="179"/>
                  </a:cubicBezTo>
                  <a:cubicBezTo>
                    <a:pt x="126" y="179"/>
                    <a:pt x="128" y="179"/>
                    <a:pt x="128" y="179"/>
                  </a:cubicBezTo>
                  <a:cubicBezTo>
                    <a:pt x="129" y="179"/>
                    <a:pt x="131" y="179"/>
                    <a:pt x="131" y="178"/>
                  </a:cubicBezTo>
                  <a:cubicBezTo>
                    <a:pt x="132" y="178"/>
                    <a:pt x="132" y="175"/>
                    <a:pt x="132" y="175"/>
                  </a:cubicBezTo>
                  <a:cubicBezTo>
                    <a:pt x="132" y="173"/>
                    <a:pt x="132" y="171"/>
                    <a:pt x="132" y="170"/>
                  </a:cubicBezTo>
                  <a:cubicBezTo>
                    <a:pt x="132" y="169"/>
                    <a:pt x="130" y="166"/>
                    <a:pt x="130" y="164"/>
                  </a:cubicBezTo>
                  <a:cubicBezTo>
                    <a:pt x="130" y="163"/>
                    <a:pt x="130" y="162"/>
                    <a:pt x="130" y="161"/>
                  </a:cubicBezTo>
                  <a:cubicBezTo>
                    <a:pt x="130" y="160"/>
                    <a:pt x="131" y="158"/>
                    <a:pt x="132" y="157"/>
                  </a:cubicBezTo>
                  <a:cubicBezTo>
                    <a:pt x="132" y="156"/>
                    <a:pt x="135" y="155"/>
                    <a:pt x="136" y="155"/>
                  </a:cubicBezTo>
                  <a:cubicBezTo>
                    <a:pt x="137" y="155"/>
                    <a:pt x="139" y="155"/>
                    <a:pt x="140" y="155"/>
                  </a:cubicBezTo>
                  <a:cubicBezTo>
                    <a:pt x="141" y="155"/>
                    <a:pt x="144" y="157"/>
                    <a:pt x="146" y="157"/>
                  </a:cubicBezTo>
                  <a:cubicBezTo>
                    <a:pt x="147" y="157"/>
                    <a:pt x="149" y="157"/>
                    <a:pt x="151" y="157"/>
                  </a:cubicBezTo>
                  <a:cubicBezTo>
                    <a:pt x="152" y="157"/>
                    <a:pt x="153" y="159"/>
                    <a:pt x="154" y="159"/>
                  </a:cubicBezTo>
                  <a:cubicBezTo>
                    <a:pt x="155" y="160"/>
                    <a:pt x="157" y="161"/>
                    <a:pt x="159" y="162"/>
                  </a:cubicBezTo>
                  <a:cubicBezTo>
                    <a:pt x="159" y="162"/>
                    <a:pt x="160" y="162"/>
                    <a:pt x="160" y="162"/>
                  </a:cubicBezTo>
                  <a:cubicBezTo>
                    <a:pt x="161" y="161"/>
                    <a:pt x="163" y="161"/>
                    <a:pt x="164" y="160"/>
                  </a:cubicBezTo>
                  <a:cubicBezTo>
                    <a:pt x="165" y="159"/>
                    <a:pt x="164" y="155"/>
                    <a:pt x="164" y="153"/>
                  </a:cubicBezTo>
                  <a:cubicBezTo>
                    <a:pt x="164" y="153"/>
                    <a:pt x="164" y="151"/>
                    <a:pt x="163" y="151"/>
                  </a:cubicBezTo>
                  <a:cubicBezTo>
                    <a:pt x="163" y="150"/>
                    <a:pt x="162" y="148"/>
                    <a:pt x="162" y="147"/>
                  </a:cubicBezTo>
                  <a:cubicBezTo>
                    <a:pt x="162" y="146"/>
                    <a:pt x="163" y="145"/>
                    <a:pt x="163" y="145"/>
                  </a:cubicBezTo>
                  <a:cubicBezTo>
                    <a:pt x="164" y="144"/>
                    <a:pt x="165" y="144"/>
                    <a:pt x="166" y="144"/>
                  </a:cubicBezTo>
                  <a:cubicBezTo>
                    <a:pt x="166" y="145"/>
                    <a:pt x="168" y="145"/>
                    <a:pt x="168" y="146"/>
                  </a:cubicBezTo>
                  <a:cubicBezTo>
                    <a:pt x="169" y="146"/>
                    <a:pt x="171" y="149"/>
                    <a:pt x="172" y="149"/>
                  </a:cubicBezTo>
                  <a:cubicBezTo>
                    <a:pt x="173" y="149"/>
                    <a:pt x="174" y="149"/>
                    <a:pt x="175" y="149"/>
                  </a:cubicBezTo>
                  <a:cubicBezTo>
                    <a:pt x="176" y="149"/>
                    <a:pt x="177" y="148"/>
                    <a:pt x="178" y="148"/>
                  </a:cubicBezTo>
                  <a:cubicBezTo>
                    <a:pt x="179" y="148"/>
                    <a:pt x="181" y="147"/>
                    <a:pt x="182" y="146"/>
                  </a:cubicBezTo>
                  <a:cubicBezTo>
                    <a:pt x="183" y="145"/>
                    <a:pt x="184" y="143"/>
                    <a:pt x="185" y="143"/>
                  </a:cubicBezTo>
                  <a:cubicBezTo>
                    <a:pt x="186" y="141"/>
                    <a:pt x="187" y="139"/>
                    <a:pt x="188" y="137"/>
                  </a:cubicBezTo>
                  <a:cubicBezTo>
                    <a:pt x="188" y="136"/>
                    <a:pt x="188" y="133"/>
                    <a:pt x="188" y="132"/>
                  </a:cubicBezTo>
                  <a:cubicBezTo>
                    <a:pt x="187" y="131"/>
                    <a:pt x="186" y="128"/>
                    <a:pt x="186" y="127"/>
                  </a:cubicBezTo>
                  <a:cubicBezTo>
                    <a:pt x="185" y="126"/>
                    <a:pt x="184" y="124"/>
                    <a:pt x="183" y="124"/>
                  </a:cubicBezTo>
                  <a:cubicBezTo>
                    <a:pt x="182" y="123"/>
                    <a:pt x="180" y="122"/>
                    <a:pt x="180" y="122"/>
                  </a:cubicBezTo>
                  <a:cubicBezTo>
                    <a:pt x="179" y="122"/>
                    <a:pt x="177" y="121"/>
                    <a:pt x="176" y="121"/>
                  </a:cubicBezTo>
                  <a:cubicBezTo>
                    <a:pt x="175" y="121"/>
                    <a:pt x="173" y="121"/>
                    <a:pt x="173" y="120"/>
                  </a:cubicBezTo>
                  <a:cubicBezTo>
                    <a:pt x="172" y="119"/>
                    <a:pt x="171" y="117"/>
                    <a:pt x="171" y="116"/>
                  </a:cubicBezTo>
                  <a:cubicBezTo>
                    <a:pt x="171" y="115"/>
                    <a:pt x="171" y="113"/>
                    <a:pt x="170" y="112"/>
                  </a:cubicBezTo>
                  <a:cubicBezTo>
                    <a:pt x="170" y="111"/>
                    <a:pt x="168" y="110"/>
                    <a:pt x="167" y="110"/>
                  </a:cubicBezTo>
                  <a:cubicBezTo>
                    <a:pt x="166" y="109"/>
                    <a:pt x="163" y="108"/>
                    <a:pt x="162" y="107"/>
                  </a:cubicBezTo>
                  <a:cubicBezTo>
                    <a:pt x="162" y="107"/>
                    <a:pt x="161" y="104"/>
                    <a:pt x="160" y="103"/>
                  </a:cubicBezTo>
                  <a:cubicBezTo>
                    <a:pt x="160" y="102"/>
                    <a:pt x="160" y="100"/>
                    <a:pt x="160" y="98"/>
                  </a:cubicBezTo>
                  <a:cubicBezTo>
                    <a:pt x="160" y="97"/>
                    <a:pt x="161" y="95"/>
                    <a:pt x="161" y="94"/>
                  </a:cubicBezTo>
                  <a:cubicBezTo>
                    <a:pt x="161" y="93"/>
                    <a:pt x="163" y="90"/>
                    <a:pt x="163" y="89"/>
                  </a:cubicBezTo>
                  <a:cubicBezTo>
                    <a:pt x="164" y="88"/>
                    <a:pt x="165" y="87"/>
                    <a:pt x="166" y="87"/>
                  </a:cubicBezTo>
                  <a:cubicBezTo>
                    <a:pt x="167" y="86"/>
                    <a:pt x="168" y="85"/>
                    <a:pt x="169" y="85"/>
                  </a:cubicBezTo>
                  <a:cubicBezTo>
                    <a:pt x="169" y="84"/>
                    <a:pt x="169" y="81"/>
                    <a:pt x="169" y="80"/>
                  </a:cubicBezTo>
                  <a:cubicBezTo>
                    <a:pt x="169" y="79"/>
                    <a:pt x="169" y="78"/>
                    <a:pt x="169" y="77"/>
                  </a:cubicBezTo>
                  <a:cubicBezTo>
                    <a:pt x="169" y="78"/>
                    <a:pt x="170" y="78"/>
                    <a:pt x="171" y="78"/>
                  </a:cubicBezTo>
                  <a:cubicBezTo>
                    <a:pt x="172" y="79"/>
                    <a:pt x="174" y="79"/>
                    <a:pt x="176" y="78"/>
                  </a:cubicBezTo>
                  <a:cubicBezTo>
                    <a:pt x="177" y="78"/>
                    <a:pt x="179" y="77"/>
                    <a:pt x="180" y="77"/>
                  </a:cubicBezTo>
                  <a:cubicBezTo>
                    <a:pt x="182" y="76"/>
                    <a:pt x="184" y="74"/>
                    <a:pt x="185" y="73"/>
                  </a:cubicBezTo>
                  <a:cubicBezTo>
                    <a:pt x="186" y="72"/>
                    <a:pt x="187" y="70"/>
                    <a:pt x="188" y="69"/>
                  </a:cubicBezTo>
                  <a:cubicBezTo>
                    <a:pt x="189" y="67"/>
                    <a:pt x="191" y="65"/>
                    <a:pt x="193" y="64"/>
                  </a:cubicBezTo>
                  <a:cubicBezTo>
                    <a:pt x="194" y="63"/>
                    <a:pt x="196" y="63"/>
                    <a:pt x="198" y="62"/>
                  </a:cubicBezTo>
                  <a:cubicBezTo>
                    <a:pt x="199" y="62"/>
                    <a:pt x="202" y="61"/>
                    <a:pt x="204" y="60"/>
                  </a:cubicBezTo>
                  <a:cubicBezTo>
                    <a:pt x="205" y="60"/>
                    <a:pt x="208" y="59"/>
                    <a:pt x="209" y="58"/>
                  </a:cubicBezTo>
                  <a:cubicBezTo>
                    <a:pt x="210" y="57"/>
                    <a:pt x="213" y="54"/>
                    <a:pt x="214" y="53"/>
                  </a:cubicBezTo>
                  <a:cubicBezTo>
                    <a:pt x="215" y="52"/>
                    <a:pt x="216" y="50"/>
                    <a:pt x="216" y="48"/>
                  </a:cubicBezTo>
                  <a:cubicBezTo>
                    <a:pt x="217" y="48"/>
                    <a:pt x="218" y="46"/>
                    <a:pt x="219" y="45"/>
                  </a:cubicBezTo>
                  <a:cubicBezTo>
                    <a:pt x="220" y="44"/>
                    <a:pt x="222" y="42"/>
                    <a:pt x="224" y="41"/>
                  </a:cubicBezTo>
                  <a:cubicBezTo>
                    <a:pt x="225" y="41"/>
                    <a:pt x="229" y="41"/>
                    <a:pt x="231" y="41"/>
                  </a:cubicBezTo>
                  <a:cubicBezTo>
                    <a:pt x="233" y="41"/>
                    <a:pt x="237" y="42"/>
                    <a:pt x="239" y="41"/>
                  </a:cubicBezTo>
                  <a:cubicBezTo>
                    <a:pt x="240" y="41"/>
                    <a:pt x="243" y="41"/>
                    <a:pt x="244" y="40"/>
                  </a:cubicBezTo>
                  <a:cubicBezTo>
                    <a:pt x="245" y="40"/>
                    <a:pt x="246" y="38"/>
                    <a:pt x="247" y="38"/>
                  </a:cubicBezTo>
                  <a:cubicBezTo>
                    <a:pt x="248" y="37"/>
                    <a:pt x="250" y="35"/>
                    <a:pt x="250" y="34"/>
                  </a:cubicBezTo>
                  <a:cubicBezTo>
                    <a:pt x="251" y="33"/>
                    <a:pt x="251" y="30"/>
                    <a:pt x="252" y="28"/>
                  </a:cubicBezTo>
                  <a:cubicBezTo>
                    <a:pt x="252" y="27"/>
                    <a:pt x="252" y="25"/>
                    <a:pt x="252" y="24"/>
                  </a:cubicBezTo>
                  <a:cubicBezTo>
                    <a:pt x="253" y="22"/>
                    <a:pt x="254" y="17"/>
                    <a:pt x="255" y="16"/>
                  </a:cubicBezTo>
                  <a:cubicBezTo>
                    <a:pt x="256" y="14"/>
                    <a:pt x="260" y="12"/>
                    <a:pt x="261" y="10"/>
                  </a:cubicBezTo>
                  <a:cubicBezTo>
                    <a:pt x="262" y="9"/>
                    <a:pt x="265" y="6"/>
                    <a:pt x="266" y="5"/>
                  </a:cubicBezTo>
                  <a:cubicBezTo>
                    <a:pt x="267" y="4"/>
                    <a:pt x="269" y="3"/>
                    <a:pt x="270" y="3"/>
                  </a:cubicBezTo>
                  <a:cubicBezTo>
                    <a:pt x="272" y="2"/>
                    <a:pt x="275" y="0"/>
                    <a:pt x="276" y="0"/>
                  </a:cubicBezTo>
                  <a:cubicBezTo>
                    <a:pt x="277" y="0"/>
                    <a:pt x="279" y="0"/>
                    <a:pt x="280" y="0"/>
                  </a:cubicBezTo>
                  <a:cubicBezTo>
                    <a:pt x="281" y="1"/>
                    <a:pt x="282" y="3"/>
                    <a:pt x="283" y="4"/>
                  </a:cubicBezTo>
                  <a:cubicBezTo>
                    <a:pt x="283" y="5"/>
                    <a:pt x="285" y="7"/>
                    <a:pt x="286" y="8"/>
                  </a:cubicBezTo>
                  <a:cubicBezTo>
                    <a:pt x="287" y="9"/>
                    <a:pt x="289" y="10"/>
                    <a:pt x="291" y="11"/>
                  </a:cubicBezTo>
                  <a:cubicBezTo>
                    <a:pt x="292" y="12"/>
                    <a:pt x="295" y="13"/>
                    <a:pt x="297" y="13"/>
                  </a:cubicBezTo>
                  <a:cubicBezTo>
                    <a:pt x="298" y="13"/>
                    <a:pt x="301" y="12"/>
                    <a:pt x="302" y="11"/>
                  </a:cubicBezTo>
                  <a:cubicBezTo>
                    <a:pt x="303" y="11"/>
                    <a:pt x="306" y="10"/>
                    <a:pt x="307" y="9"/>
                  </a:cubicBezTo>
                  <a:cubicBezTo>
                    <a:pt x="308" y="8"/>
                    <a:pt x="308" y="6"/>
                    <a:pt x="309" y="6"/>
                  </a:cubicBezTo>
                  <a:cubicBezTo>
                    <a:pt x="310" y="5"/>
                    <a:pt x="311" y="3"/>
                    <a:pt x="312" y="3"/>
                  </a:cubicBezTo>
                  <a:cubicBezTo>
                    <a:pt x="314" y="2"/>
                    <a:pt x="318" y="2"/>
                    <a:pt x="320" y="2"/>
                  </a:cubicBezTo>
                  <a:cubicBezTo>
                    <a:pt x="321" y="2"/>
                    <a:pt x="324" y="3"/>
                    <a:pt x="326" y="2"/>
                  </a:cubicBezTo>
                  <a:cubicBezTo>
                    <a:pt x="327" y="2"/>
                    <a:pt x="328" y="1"/>
                    <a:pt x="329" y="1"/>
                  </a:cubicBezTo>
                  <a:cubicBezTo>
                    <a:pt x="330" y="0"/>
                    <a:pt x="332" y="1"/>
                    <a:pt x="333" y="2"/>
                  </a:cubicBezTo>
                  <a:cubicBezTo>
                    <a:pt x="334" y="3"/>
                    <a:pt x="336" y="5"/>
                    <a:pt x="337" y="7"/>
                  </a:cubicBezTo>
                  <a:cubicBezTo>
                    <a:pt x="338" y="9"/>
                    <a:pt x="338" y="13"/>
                    <a:pt x="339" y="15"/>
                  </a:cubicBezTo>
                  <a:cubicBezTo>
                    <a:pt x="339" y="17"/>
                    <a:pt x="339" y="20"/>
                    <a:pt x="339" y="22"/>
                  </a:cubicBezTo>
                  <a:cubicBezTo>
                    <a:pt x="339" y="24"/>
                    <a:pt x="338" y="29"/>
                    <a:pt x="337" y="31"/>
                  </a:cubicBezTo>
                  <a:cubicBezTo>
                    <a:pt x="337" y="33"/>
                    <a:pt x="336" y="37"/>
                    <a:pt x="336" y="39"/>
                  </a:cubicBezTo>
                  <a:cubicBezTo>
                    <a:pt x="335" y="41"/>
                    <a:pt x="332" y="43"/>
                    <a:pt x="331" y="45"/>
                  </a:cubicBezTo>
                  <a:cubicBezTo>
                    <a:pt x="330" y="46"/>
                    <a:pt x="327" y="48"/>
                    <a:pt x="326" y="49"/>
                  </a:cubicBezTo>
                  <a:cubicBezTo>
                    <a:pt x="325" y="49"/>
                    <a:pt x="324" y="51"/>
                    <a:pt x="324" y="52"/>
                  </a:cubicBezTo>
                  <a:cubicBezTo>
                    <a:pt x="323" y="53"/>
                    <a:pt x="323" y="55"/>
                    <a:pt x="323" y="56"/>
                  </a:cubicBezTo>
                  <a:cubicBezTo>
                    <a:pt x="324" y="57"/>
                    <a:pt x="326" y="59"/>
                    <a:pt x="327" y="59"/>
                  </a:cubicBezTo>
                  <a:cubicBezTo>
                    <a:pt x="328" y="60"/>
                    <a:pt x="330" y="61"/>
                    <a:pt x="332" y="62"/>
                  </a:cubicBezTo>
                  <a:cubicBezTo>
                    <a:pt x="333" y="62"/>
                    <a:pt x="336" y="63"/>
                    <a:pt x="338" y="63"/>
                  </a:cubicBezTo>
                  <a:cubicBezTo>
                    <a:pt x="339" y="63"/>
                    <a:pt x="341" y="63"/>
                    <a:pt x="342" y="63"/>
                  </a:cubicBezTo>
                  <a:cubicBezTo>
                    <a:pt x="343" y="62"/>
                    <a:pt x="345" y="60"/>
                    <a:pt x="346" y="59"/>
                  </a:cubicBezTo>
                  <a:cubicBezTo>
                    <a:pt x="347" y="58"/>
                    <a:pt x="349" y="56"/>
                    <a:pt x="350" y="55"/>
                  </a:cubicBezTo>
                  <a:cubicBezTo>
                    <a:pt x="351" y="55"/>
                    <a:pt x="354" y="55"/>
                    <a:pt x="355" y="55"/>
                  </a:cubicBezTo>
                  <a:cubicBezTo>
                    <a:pt x="357" y="55"/>
                    <a:pt x="360" y="56"/>
                    <a:pt x="362" y="57"/>
                  </a:cubicBezTo>
                  <a:cubicBezTo>
                    <a:pt x="364" y="57"/>
                    <a:pt x="369" y="58"/>
                    <a:pt x="372" y="57"/>
                  </a:cubicBezTo>
                  <a:cubicBezTo>
                    <a:pt x="373" y="57"/>
                    <a:pt x="375" y="56"/>
                    <a:pt x="376" y="56"/>
                  </a:cubicBezTo>
                  <a:cubicBezTo>
                    <a:pt x="377" y="55"/>
                    <a:pt x="378" y="53"/>
                    <a:pt x="378" y="53"/>
                  </a:cubicBezTo>
                  <a:cubicBezTo>
                    <a:pt x="379" y="52"/>
                    <a:pt x="379" y="49"/>
                    <a:pt x="379" y="48"/>
                  </a:cubicBezTo>
                  <a:cubicBezTo>
                    <a:pt x="379" y="47"/>
                    <a:pt x="379" y="45"/>
                    <a:pt x="380" y="44"/>
                  </a:cubicBezTo>
                  <a:cubicBezTo>
                    <a:pt x="380" y="43"/>
                    <a:pt x="383" y="41"/>
                    <a:pt x="384" y="41"/>
                  </a:cubicBezTo>
                  <a:cubicBezTo>
                    <a:pt x="385" y="40"/>
                    <a:pt x="388" y="40"/>
                    <a:pt x="389" y="40"/>
                  </a:cubicBezTo>
                  <a:cubicBezTo>
                    <a:pt x="390" y="40"/>
                    <a:pt x="392" y="41"/>
                    <a:pt x="393" y="41"/>
                  </a:cubicBezTo>
                  <a:cubicBezTo>
                    <a:pt x="395" y="42"/>
                    <a:pt x="397" y="44"/>
                    <a:pt x="397" y="45"/>
                  </a:cubicBezTo>
                  <a:cubicBezTo>
                    <a:pt x="398" y="47"/>
                    <a:pt x="399" y="50"/>
                    <a:pt x="400" y="51"/>
                  </a:cubicBezTo>
                  <a:cubicBezTo>
                    <a:pt x="401" y="52"/>
                    <a:pt x="402" y="54"/>
                    <a:pt x="403" y="54"/>
                  </a:cubicBezTo>
                  <a:cubicBezTo>
                    <a:pt x="404" y="55"/>
                    <a:pt x="406" y="55"/>
                    <a:pt x="406" y="55"/>
                  </a:cubicBezTo>
                  <a:cubicBezTo>
                    <a:pt x="408" y="55"/>
                    <a:pt x="411" y="55"/>
                    <a:pt x="413" y="55"/>
                  </a:cubicBezTo>
                  <a:cubicBezTo>
                    <a:pt x="414" y="55"/>
                    <a:pt x="416" y="54"/>
                    <a:pt x="418" y="54"/>
                  </a:cubicBezTo>
                  <a:cubicBezTo>
                    <a:pt x="420" y="53"/>
                    <a:pt x="426" y="52"/>
                    <a:pt x="428" y="53"/>
                  </a:cubicBezTo>
                  <a:cubicBezTo>
                    <a:pt x="430" y="53"/>
                    <a:pt x="434" y="56"/>
                    <a:pt x="436" y="58"/>
                  </a:cubicBezTo>
                  <a:cubicBezTo>
                    <a:pt x="436" y="59"/>
                    <a:pt x="437" y="62"/>
                    <a:pt x="438" y="63"/>
                  </a:cubicBezTo>
                  <a:cubicBezTo>
                    <a:pt x="439" y="63"/>
                    <a:pt x="440" y="64"/>
                    <a:pt x="441" y="65"/>
                  </a:cubicBezTo>
                  <a:cubicBezTo>
                    <a:pt x="441" y="66"/>
                    <a:pt x="441" y="68"/>
                    <a:pt x="440" y="68"/>
                  </a:cubicBezTo>
                  <a:cubicBezTo>
                    <a:pt x="440" y="69"/>
                    <a:pt x="439" y="70"/>
                    <a:pt x="439" y="71"/>
                  </a:cubicBezTo>
                  <a:cubicBezTo>
                    <a:pt x="438" y="71"/>
                    <a:pt x="437" y="72"/>
                    <a:pt x="436" y="72"/>
                  </a:cubicBezTo>
                  <a:cubicBezTo>
                    <a:pt x="435" y="72"/>
                    <a:pt x="433" y="72"/>
                    <a:pt x="432" y="72"/>
                  </a:cubicBezTo>
                  <a:cubicBezTo>
                    <a:pt x="432" y="72"/>
                    <a:pt x="430" y="72"/>
                    <a:pt x="429" y="72"/>
                  </a:cubicBezTo>
                  <a:cubicBezTo>
                    <a:pt x="428" y="72"/>
                    <a:pt x="427" y="72"/>
                    <a:pt x="427" y="73"/>
                  </a:cubicBezTo>
                  <a:cubicBezTo>
                    <a:pt x="426" y="73"/>
                    <a:pt x="425" y="74"/>
                    <a:pt x="424" y="75"/>
                  </a:cubicBezTo>
                  <a:cubicBezTo>
                    <a:pt x="423" y="75"/>
                    <a:pt x="422" y="76"/>
                    <a:pt x="422" y="77"/>
                  </a:cubicBezTo>
                  <a:cubicBezTo>
                    <a:pt x="421" y="78"/>
                    <a:pt x="420" y="80"/>
                    <a:pt x="420" y="81"/>
                  </a:cubicBezTo>
                  <a:cubicBezTo>
                    <a:pt x="419" y="83"/>
                    <a:pt x="419" y="85"/>
                    <a:pt x="419" y="87"/>
                  </a:cubicBezTo>
                  <a:cubicBezTo>
                    <a:pt x="419" y="89"/>
                    <a:pt x="420" y="94"/>
                    <a:pt x="420" y="97"/>
                  </a:cubicBezTo>
                  <a:cubicBezTo>
                    <a:pt x="420" y="99"/>
                    <a:pt x="419" y="105"/>
                    <a:pt x="419" y="107"/>
                  </a:cubicBezTo>
                  <a:cubicBezTo>
                    <a:pt x="419" y="108"/>
                    <a:pt x="419" y="110"/>
                    <a:pt x="419" y="112"/>
                  </a:cubicBezTo>
                  <a:cubicBezTo>
                    <a:pt x="420" y="113"/>
                    <a:pt x="420" y="117"/>
                    <a:pt x="421" y="118"/>
                  </a:cubicBezTo>
                  <a:cubicBezTo>
                    <a:pt x="421" y="120"/>
                    <a:pt x="424" y="122"/>
                    <a:pt x="425" y="123"/>
                  </a:cubicBezTo>
                  <a:cubicBezTo>
                    <a:pt x="426" y="124"/>
                    <a:pt x="428" y="126"/>
                    <a:pt x="430" y="126"/>
                  </a:cubicBezTo>
                  <a:cubicBezTo>
                    <a:pt x="431" y="127"/>
                    <a:pt x="434" y="127"/>
                    <a:pt x="436" y="127"/>
                  </a:cubicBezTo>
                  <a:cubicBezTo>
                    <a:pt x="438" y="128"/>
                    <a:pt x="440" y="129"/>
                    <a:pt x="442" y="130"/>
                  </a:cubicBezTo>
                  <a:cubicBezTo>
                    <a:pt x="444" y="131"/>
                    <a:pt x="447" y="134"/>
                    <a:pt x="449" y="136"/>
                  </a:cubicBezTo>
                  <a:cubicBezTo>
                    <a:pt x="451" y="137"/>
                    <a:pt x="455" y="140"/>
                    <a:pt x="457" y="142"/>
                  </a:cubicBezTo>
                  <a:cubicBezTo>
                    <a:pt x="458" y="143"/>
                    <a:pt x="460" y="145"/>
                    <a:pt x="461" y="147"/>
                  </a:cubicBezTo>
                  <a:cubicBezTo>
                    <a:pt x="462" y="148"/>
                    <a:pt x="465" y="151"/>
                    <a:pt x="466" y="153"/>
                  </a:cubicBezTo>
                  <a:cubicBezTo>
                    <a:pt x="468" y="154"/>
                    <a:pt x="470" y="157"/>
                    <a:pt x="471" y="158"/>
                  </a:cubicBezTo>
                  <a:cubicBezTo>
                    <a:pt x="472" y="160"/>
                    <a:pt x="475" y="162"/>
                    <a:pt x="476" y="164"/>
                  </a:cubicBezTo>
                  <a:cubicBezTo>
                    <a:pt x="476" y="165"/>
                    <a:pt x="477" y="167"/>
                    <a:pt x="478" y="168"/>
                  </a:cubicBezTo>
                  <a:cubicBezTo>
                    <a:pt x="479" y="170"/>
                    <a:pt x="482" y="173"/>
                    <a:pt x="483" y="174"/>
                  </a:cubicBezTo>
                  <a:cubicBezTo>
                    <a:pt x="484" y="176"/>
                    <a:pt x="485" y="179"/>
                    <a:pt x="486" y="181"/>
                  </a:cubicBezTo>
                  <a:cubicBezTo>
                    <a:pt x="486" y="182"/>
                    <a:pt x="488" y="185"/>
                    <a:pt x="488" y="186"/>
                  </a:cubicBezTo>
                  <a:cubicBezTo>
                    <a:pt x="489" y="188"/>
                    <a:pt x="489" y="192"/>
                    <a:pt x="490" y="19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81"/>
            <p:cNvSpPr>
              <a:spLocks/>
            </p:cNvSpPr>
            <p:nvPr/>
          </p:nvSpPr>
          <p:spPr bwMode="auto">
            <a:xfrm>
              <a:off x="4348163" y="2832100"/>
              <a:ext cx="792163" cy="655638"/>
            </a:xfrm>
            <a:custGeom>
              <a:avLst/>
              <a:gdLst/>
              <a:ahLst/>
              <a:cxnLst>
                <a:cxn ang="0">
                  <a:pos x="185" y="51"/>
                </a:cxn>
                <a:cxn ang="0">
                  <a:pos x="212" y="25"/>
                </a:cxn>
                <a:cxn ang="0">
                  <a:pos x="224" y="11"/>
                </a:cxn>
                <a:cxn ang="0">
                  <a:pos x="251" y="10"/>
                </a:cxn>
                <a:cxn ang="0">
                  <a:pos x="273" y="4"/>
                </a:cxn>
                <a:cxn ang="0">
                  <a:pos x="287" y="34"/>
                </a:cxn>
                <a:cxn ang="0">
                  <a:pos x="310" y="60"/>
                </a:cxn>
                <a:cxn ang="0">
                  <a:pos x="334" y="83"/>
                </a:cxn>
                <a:cxn ang="0">
                  <a:pos x="350" y="107"/>
                </a:cxn>
                <a:cxn ang="0">
                  <a:pos x="348" y="139"/>
                </a:cxn>
                <a:cxn ang="0">
                  <a:pos x="376" y="168"/>
                </a:cxn>
                <a:cxn ang="0">
                  <a:pos x="381" y="197"/>
                </a:cxn>
                <a:cxn ang="0">
                  <a:pos x="411" y="210"/>
                </a:cxn>
                <a:cxn ang="0">
                  <a:pos x="414" y="235"/>
                </a:cxn>
                <a:cxn ang="0">
                  <a:pos x="438" y="234"/>
                </a:cxn>
                <a:cxn ang="0">
                  <a:pos x="469" y="250"/>
                </a:cxn>
                <a:cxn ang="0">
                  <a:pos x="475" y="292"/>
                </a:cxn>
                <a:cxn ang="0">
                  <a:pos x="452" y="339"/>
                </a:cxn>
                <a:cxn ang="0">
                  <a:pos x="437" y="367"/>
                </a:cxn>
                <a:cxn ang="0">
                  <a:pos x="407" y="377"/>
                </a:cxn>
                <a:cxn ang="0">
                  <a:pos x="387" y="396"/>
                </a:cxn>
                <a:cxn ang="0">
                  <a:pos x="391" y="375"/>
                </a:cxn>
                <a:cxn ang="0">
                  <a:pos x="382" y="360"/>
                </a:cxn>
                <a:cxn ang="0">
                  <a:pos x="369" y="359"/>
                </a:cxn>
                <a:cxn ang="0">
                  <a:pos x="354" y="360"/>
                </a:cxn>
                <a:cxn ang="0">
                  <a:pos x="346" y="373"/>
                </a:cxn>
                <a:cxn ang="0">
                  <a:pos x="327" y="369"/>
                </a:cxn>
                <a:cxn ang="0">
                  <a:pos x="320" y="351"/>
                </a:cxn>
                <a:cxn ang="0">
                  <a:pos x="315" y="332"/>
                </a:cxn>
                <a:cxn ang="0">
                  <a:pos x="303" y="315"/>
                </a:cxn>
                <a:cxn ang="0">
                  <a:pos x="296" y="301"/>
                </a:cxn>
                <a:cxn ang="0">
                  <a:pos x="282" y="292"/>
                </a:cxn>
                <a:cxn ang="0">
                  <a:pos x="268" y="296"/>
                </a:cxn>
                <a:cxn ang="0">
                  <a:pos x="264" y="308"/>
                </a:cxn>
                <a:cxn ang="0">
                  <a:pos x="244" y="316"/>
                </a:cxn>
                <a:cxn ang="0">
                  <a:pos x="227" y="323"/>
                </a:cxn>
                <a:cxn ang="0">
                  <a:pos x="205" y="321"/>
                </a:cxn>
                <a:cxn ang="0">
                  <a:pos x="182" y="334"/>
                </a:cxn>
                <a:cxn ang="0">
                  <a:pos x="154" y="318"/>
                </a:cxn>
                <a:cxn ang="0">
                  <a:pos x="136" y="304"/>
                </a:cxn>
                <a:cxn ang="0">
                  <a:pos x="121" y="316"/>
                </a:cxn>
                <a:cxn ang="0">
                  <a:pos x="111" y="301"/>
                </a:cxn>
                <a:cxn ang="0">
                  <a:pos x="97" y="287"/>
                </a:cxn>
                <a:cxn ang="0">
                  <a:pos x="83" y="285"/>
                </a:cxn>
                <a:cxn ang="0">
                  <a:pos x="57" y="282"/>
                </a:cxn>
                <a:cxn ang="0">
                  <a:pos x="34" y="290"/>
                </a:cxn>
                <a:cxn ang="0">
                  <a:pos x="27" y="276"/>
                </a:cxn>
                <a:cxn ang="0">
                  <a:pos x="17" y="258"/>
                </a:cxn>
                <a:cxn ang="0">
                  <a:pos x="0" y="246"/>
                </a:cxn>
                <a:cxn ang="0">
                  <a:pos x="15" y="223"/>
                </a:cxn>
                <a:cxn ang="0">
                  <a:pos x="38" y="213"/>
                </a:cxn>
                <a:cxn ang="0">
                  <a:pos x="55" y="192"/>
                </a:cxn>
                <a:cxn ang="0">
                  <a:pos x="66" y="174"/>
                </a:cxn>
                <a:cxn ang="0">
                  <a:pos x="82" y="174"/>
                </a:cxn>
                <a:cxn ang="0">
                  <a:pos x="103" y="146"/>
                </a:cxn>
                <a:cxn ang="0">
                  <a:pos x="126" y="120"/>
                </a:cxn>
                <a:cxn ang="0">
                  <a:pos x="128" y="100"/>
                </a:cxn>
                <a:cxn ang="0">
                  <a:pos x="115" y="79"/>
                </a:cxn>
                <a:cxn ang="0">
                  <a:pos x="127" y="54"/>
                </a:cxn>
                <a:cxn ang="0">
                  <a:pos x="153" y="61"/>
                </a:cxn>
              </a:cxnLst>
              <a:rect l="0" t="0" r="r" b="b"/>
              <a:pathLst>
                <a:path w="477" h="396">
                  <a:moveTo>
                    <a:pt x="169" y="65"/>
                  </a:moveTo>
                  <a:cubicBezTo>
                    <a:pt x="169" y="65"/>
                    <a:pt x="170" y="64"/>
                    <a:pt x="170" y="64"/>
                  </a:cubicBezTo>
                  <a:cubicBezTo>
                    <a:pt x="171" y="63"/>
                    <a:pt x="172" y="59"/>
                    <a:pt x="174" y="57"/>
                  </a:cubicBezTo>
                  <a:cubicBezTo>
                    <a:pt x="175" y="56"/>
                    <a:pt x="179" y="56"/>
                    <a:pt x="180" y="55"/>
                  </a:cubicBezTo>
                  <a:cubicBezTo>
                    <a:pt x="181" y="55"/>
                    <a:pt x="184" y="52"/>
                    <a:pt x="185" y="51"/>
                  </a:cubicBezTo>
                  <a:cubicBezTo>
                    <a:pt x="186" y="50"/>
                    <a:pt x="190" y="48"/>
                    <a:pt x="191" y="47"/>
                  </a:cubicBezTo>
                  <a:cubicBezTo>
                    <a:pt x="193" y="45"/>
                    <a:pt x="196" y="42"/>
                    <a:pt x="197" y="41"/>
                  </a:cubicBezTo>
                  <a:cubicBezTo>
                    <a:pt x="198" y="40"/>
                    <a:pt x="200" y="37"/>
                    <a:pt x="201" y="36"/>
                  </a:cubicBezTo>
                  <a:cubicBezTo>
                    <a:pt x="203" y="35"/>
                    <a:pt x="206" y="33"/>
                    <a:pt x="208" y="31"/>
                  </a:cubicBezTo>
                  <a:cubicBezTo>
                    <a:pt x="209" y="30"/>
                    <a:pt x="211" y="27"/>
                    <a:pt x="212" y="25"/>
                  </a:cubicBezTo>
                  <a:cubicBezTo>
                    <a:pt x="213" y="24"/>
                    <a:pt x="214" y="21"/>
                    <a:pt x="215" y="19"/>
                  </a:cubicBezTo>
                  <a:cubicBezTo>
                    <a:pt x="215" y="18"/>
                    <a:pt x="216" y="16"/>
                    <a:pt x="216" y="15"/>
                  </a:cubicBezTo>
                  <a:cubicBezTo>
                    <a:pt x="217" y="14"/>
                    <a:pt x="218" y="12"/>
                    <a:pt x="218" y="12"/>
                  </a:cubicBezTo>
                  <a:cubicBezTo>
                    <a:pt x="219" y="11"/>
                    <a:pt x="221" y="10"/>
                    <a:pt x="222" y="10"/>
                  </a:cubicBezTo>
                  <a:cubicBezTo>
                    <a:pt x="222" y="10"/>
                    <a:pt x="224" y="11"/>
                    <a:pt x="224" y="11"/>
                  </a:cubicBezTo>
                  <a:cubicBezTo>
                    <a:pt x="226" y="11"/>
                    <a:pt x="228" y="13"/>
                    <a:pt x="230" y="14"/>
                  </a:cubicBezTo>
                  <a:cubicBezTo>
                    <a:pt x="231" y="14"/>
                    <a:pt x="233" y="17"/>
                    <a:pt x="235" y="18"/>
                  </a:cubicBezTo>
                  <a:cubicBezTo>
                    <a:pt x="236" y="18"/>
                    <a:pt x="239" y="16"/>
                    <a:pt x="241" y="16"/>
                  </a:cubicBezTo>
                  <a:cubicBezTo>
                    <a:pt x="242" y="15"/>
                    <a:pt x="244" y="14"/>
                    <a:pt x="245" y="14"/>
                  </a:cubicBezTo>
                  <a:cubicBezTo>
                    <a:pt x="247" y="13"/>
                    <a:pt x="250" y="11"/>
                    <a:pt x="251" y="10"/>
                  </a:cubicBezTo>
                  <a:cubicBezTo>
                    <a:pt x="252" y="9"/>
                    <a:pt x="254" y="7"/>
                    <a:pt x="255" y="6"/>
                  </a:cubicBezTo>
                  <a:cubicBezTo>
                    <a:pt x="256" y="5"/>
                    <a:pt x="260" y="2"/>
                    <a:pt x="262" y="1"/>
                  </a:cubicBezTo>
                  <a:cubicBezTo>
                    <a:pt x="263" y="1"/>
                    <a:pt x="267" y="0"/>
                    <a:pt x="269" y="1"/>
                  </a:cubicBezTo>
                  <a:cubicBezTo>
                    <a:pt x="271" y="1"/>
                    <a:pt x="272" y="1"/>
                    <a:pt x="274" y="2"/>
                  </a:cubicBezTo>
                  <a:cubicBezTo>
                    <a:pt x="274" y="3"/>
                    <a:pt x="273" y="3"/>
                    <a:pt x="273" y="4"/>
                  </a:cubicBezTo>
                  <a:cubicBezTo>
                    <a:pt x="273" y="5"/>
                    <a:pt x="273" y="8"/>
                    <a:pt x="273" y="10"/>
                  </a:cubicBezTo>
                  <a:cubicBezTo>
                    <a:pt x="274" y="12"/>
                    <a:pt x="275" y="15"/>
                    <a:pt x="276" y="16"/>
                  </a:cubicBezTo>
                  <a:cubicBezTo>
                    <a:pt x="277" y="17"/>
                    <a:pt x="279" y="20"/>
                    <a:pt x="280" y="21"/>
                  </a:cubicBezTo>
                  <a:cubicBezTo>
                    <a:pt x="281" y="23"/>
                    <a:pt x="282" y="26"/>
                    <a:pt x="283" y="28"/>
                  </a:cubicBezTo>
                  <a:cubicBezTo>
                    <a:pt x="284" y="29"/>
                    <a:pt x="286" y="32"/>
                    <a:pt x="287" y="34"/>
                  </a:cubicBezTo>
                  <a:cubicBezTo>
                    <a:pt x="289" y="36"/>
                    <a:pt x="291" y="39"/>
                    <a:pt x="292" y="41"/>
                  </a:cubicBezTo>
                  <a:cubicBezTo>
                    <a:pt x="294" y="42"/>
                    <a:pt x="297" y="43"/>
                    <a:pt x="298" y="44"/>
                  </a:cubicBezTo>
                  <a:cubicBezTo>
                    <a:pt x="299" y="45"/>
                    <a:pt x="302" y="48"/>
                    <a:pt x="303" y="49"/>
                  </a:cubicBezTo>
                  <a:cubicBezTo>
                    <a:pt x="304" y="51"/>
                    <a:pt x="305" y="55"/>
                    <a:pt x="306" y="57"/>
                  </a:cubicBezTo>
                  <a:cubicBezTo>
                    <a:pt x="307" y="57"/>
                    <a:pt x="309" y="59"/>
                    <a:pt x="310" y="60"/>
                  </a:cubicBezTo>
                  <a:cubicBezTo>
                    <a:pt x="311" y="61"/>
                    <a:pt x="315" y="62"/>
                    <a:pt x="317" y="63"/>
                  </a:cubicBezTo>
                  <a:cubicBezTo>
                    <a:pt x="318" y="63"/>
                    <a:pt x="320" y="66"/>
                    <a:pt x="321" y="67"/>
                  </a:cubicBezTo>
                  <a:cubicBezTo>
                    <a:pt x="322" y="68"/>
                    <a:pt x="323" y="71"/>
                    <a:pt x="324" y="72"/>
                  </a:cubicBezTo>
                  <a:cubicBezTo>
                    <a:pt x="325" y="73"/>
                    <a:pt x="327" y="77"/>
                    <a:pt x="328" y="78"/>
                  </a:cubicBezTo>
                  <a:cubicBezTo>
                    <a:pt x="329" y="80"/>
                    <a:pt x="332" y="82"/>
                    <a:pt x="334" y="83"/>
                  </a:cubicBezTo>
                  <a:cubicBezTo>
                    <a:pt x="336" y="84"/>
                    <a:pt x="341" y="84"/>
                    <a:pt x="343" y="85"/>
                  </a:cubicBezTo>
                  <a:cubicBezTo>
                    <a:pt x="345" y="86"/>
                    <a:pt x="348" y="86"/>
                    <a:pt x="349" y="87"/>
                  </a:cubicBezTo>
                  <a:cubicBezTo>
                    <a:pt x="350" y="89"/>
                    <a:pt x="351" y="92"/>
                    <a:pt x="351" y="94"/>
                  </a:cubicBezTo>
                  <a:cubicBezTo>
                    <a:pt x="352" y="96"/>
                    <a:pt x="352" y="100"/>
                    <a:pt x="352" y="102"/>
                  </a:cubicBezTo>
                  <a:cubicBezTo>
                    <a:pt x="352" y="103"/>
                    <a:pt x="351" y="106"/>
                    <a:pt x="350" y="107"/>
                  </a:cubicBezTo>
                  <a:cubicBezTo>
                    <a:pt x="349" y="109"/>
                    <a:pt x="348" y="111"/>
                    <a:pt x="347" y="113"/>
                  </a:cubicBezTo>
                  <a:cubicBezTo>
                    <a:pt x="346" y="114"/>
                    <a:pt x="345" y="116"/>
                    <a:pt x="344" y="118"/>
                  </a:cubicBezTo>
                  <a:cubicBezTo>
                    <a:pt x="344" y="120"/>
                    <a:pt x="344" y="123"/>
                    <a:pt x="344" y="125"/>
                  </a:cubicBezTo>
                  <a:cubicBezTo>
                    <a:pt x="344" y="127"/>
                    <a:pt x="345" y="130"/>
                    <a:pt x="346" y="131"/>
                  </a:cubicBezTo>
                  <a:cubicBezTo>
                    <a:pt x="346" y="133"/>
                    <a:pt x="347" y="137"/>
                    <a:pt x="348" y="139"/>
                  </a:cubicBezTo>
                  <a:cubicBezTo>
                    <a:pt x="348" y="141"/>
                    <a:pt x="350" y="144"/>
                    <a:pt x="351" y="145"/>
                  </a:cubicBezTo>
                  <a:cubicBezTo>
                    <a:pt x="352" y="147"/>
                    <a:pt x="355" y="150"/>
                    <a:pt x="356" y="152"/>
                  </a:cubicBezTo>
                  <a:cubicBezTo>
                    <a:pt x="358" y="153"/>
                    <a:pt x="361" y="156"/>
                    <a:pt x="363" y="158"/>
                  </a:cubicBezTo>
                  <a:cubicBezTo>
                    <a:pt x="365" y="159"/>
                    <a:pt x="368" y="161"/>
                    <a:pt x="370" y="163"/>
                  </a:cubicBezTo>
                  <a:cubicBezTo>
                    <a:pt x="372" y="164"/>
                    <a:pt x="375" y="167"/>
                    <a:pt x="376" y="168"/>
                  </a:cubicBezTo>
                  <a:cubicBezTo>
                    <a:pt x="377" y="169"/>
                    <a:pt x="378" y="171"/>
                    <a:pt x="378" y="171"/>
                  </a:cubicBezTo>
                  <a:cubicBezTo>
                    <a:pt x="378" y="172"/>
                    <a:pt x="380" y="174"/>
                    <a:pt x="380" y="175"/>
                  </a:cubicBezTo>
                  <a:cubicBezTo>
                    <a:pt x="381" y="177"/>
                    <a:pt x="380" y="181"/>
                    <a:pt x="381" y="183"/>
                  </a:cubicBezTo>
                  <a:cubicBezTo>
                    <a:pt x="381" y="185"/>
                    <a:pt x="380" y="189"/>
                    <a:pt x="381" y="190"/>
                  </a:cubicBezTo>
                  <a:cubicBezTo>
                    <a:pt x="381" y="192"/>
                    <a:pt x="381" y="196"/>
                    <a:pt x="381" y="197"/>
                  </a:cubicBezTo>
                  <a:cubicBezTo>
                    <a:pt x="382" y="198"/>
                    <a:pt x="383" y="200"/>
                    <a:pt x="384" y="200"/>
                  </a:cubicBezTo>
                  <a:cubicBezTo>
                    <a:pt x="385" y="201"/>
                    <a:pt x="387" y="202"/>
                    <a:pt x="388" y="202"/>
                  </a:cubicBezTo>
                  <a:cubicBezTo>
                    <a:pt x="391" y="203"/>
                    <a:pt x="396" y="205"/>
                    <a:pt x="398" y="206"/>
                  </a:cubicBezTo>
                  <a:cubicBezTo>
                    <a:pt x="400" y="207"/>
                    <a:pt x="403" y="207"/>
                    <a:pt x="405" y="208"/>
                  </a:cubicBezTo>
                  <a:cubicBezTo>
                    <a:pt x="406" y="208"/>
                    <a:pt x="409" y="209"/>
                    <a:pt x="411" y="210"/>
                  </a:cubicBezTo>
                  <a:cubicBezTo>
                    <a:pt x="412" y="210"/>
                    <a:pt x="413" y="212"/>
                    <a:pt x="414" y="213"/>
                  </a:cubicBezTo>
                  <a:cubicBezTo>
                    <a:pt x="415" y="214"/>
                    <a:pt x="416" y="217"/>
                    <a:pt x="416" y="218"/>
                  </a:cubicBezTo>
                  <a:cubicBezTo>
                    <a:pt x="417" y="219"/>
                    <a:pt x="418" y="222"/>
                    <a:pt x="418" y="224"/>
                  </a:cubicBezTo>
                  <a:cubicBezTo>
                    <a:pt x="418" y="226"/>
                    <a:pt x="417" y="229"/>
                    <a:pt x="416" y="230"/>
                  </a:cubicBezTo>
                  <a:cubicBezTo>
                    <a:pt x="416" y="231"/>
                    <a:pt x="414" y="234"/>
                    <a:pt x="414" y="235"/>
                  </a:cubicBezTo>
                  <a:cubicBezTo>
                    <a:pt x="414" y="236"/>
                    <a:pt x="415" y="239"/>
                    <a:pt x="416" y="240"/>
                  </a:cubicBezTo>
                  <a:cubicBezTo>
                    <a:pt x="417" y="240"/>
                    <a:pt x="419" y="242"/>
                    <a:pt x="420" y="242"/>
                  </a:cubicBezTo>
                  <a:cubicBezTo>
                    <a:pt x="422" y="242"/>
                    <a:pt x="425" y="241"/>
                    <a:pt x="426" y="240"/>
                  </a:cubicBezTo>
                  <a:cubicBezTo>
                    <a:pt x="427" y="239"/>
                    <a:pt x="429" y="238"/>
                    <a:pt x="430" y="237"/>
                  </a:cubicBezTo>
                  <a:cubicBezTo>
                    <a:pt x="432" y="236"/>
                    <a:pt x="436" y="235"/>
                    <a:pt x="438" y="234"/>
                  </a:cubicBezTo>
                  <a:cubicBezTo>
                    <a:pt x="440" y="234"/>
                    <a:pt x="443" y="233"/>
                    <a:pt x="445" y="234"/>
                  </a:cubicBezTo>
                  <a:cubicBezTo>
                    <a:pt x="447" y="234"/>
                    <a:pt x="450" y="235"/>
                    <a:pt x="451" y="236"/>
                  </a:cubicBezTo>
                  <a:cubicBezTo>
                    <a:pt x="453" y="236"/>
                    <a:pt x="457" y="238"/>
                    <a:pt x="459" y="240"/>
                  </a:cubicBezTo>
                  <a:cubicBezTo>
                    <a:pt x="460" y="241"/>
                    <a:pt x="463" y="243"/>
                    <a:pt x="464" y="244"/>
                  </a:cubicBezTo>
                  <a:cubicBezTo>
                    <a:pt x="465" y="246"/>
                    <a:pt x="468" y="248"/>
                    <a:pt x="469" y="250"/>
                  </a:cubicBezTo>
                  <a:cubicBezTo>
                    <a:pt x="470" y="251"/>
                    <a:pt x="473" y="255"/>
                    <a:pt x="474" y="257"/>
                  </a:cubicBezTo>
                  <a:cubicBezTo>
                    <a:pt x="475" y="259"/>
                    <a:pt x="475" y="263"/>
                    <a:pt x="476" y="265"/>
                  </a:cubicBezTo>
                  <a:cubicBezTo>
                    <a:pt x="476" y="268"/>
                    <a:pt x="476" y="273"/>
                    <a:pt x="477" y="275"/>
                  </a:cubicBezTo>
                  <a:cubicBezTo>
                    <a:pt x="477" y="277"/>
                    <a:pt x="477" y="281"/>
                    <a:pt x="477" y="283"/>
                  </a:cubicBezTo>
                  <a:cubicBezTo>
                    <a:pt x="477" y="285"/>
                    <a:pt x="476" y="290"/>
                    <a:pt x="475" y="292"/>
                  </a:cubicBezTo>
                  <a:cubicBezTo>
                    <a:pt x="474" y="295"/>
                    <a:pt x="471" y="300"/>
                    <a:pt x="470" y="303"/>
                  </a:cubicBezTo>
                  <a:cubicBezTo>
                    <a:pt x="468" y="305"/>
                    <a:pt x="466" y="311"/>
                    <a:pt x="464" y="314"/>
                  </a:cubicBezTo>
                  <a:cubicBezTo>
                    <a:pt x="462" y="317"/>
                    <a:pt x="458" y="323"/>
                    <a:pt x="456" y="326"/>
                  </a:cubicBezTo>
                  <a:cubicBezTo>
                    <a:pt x="455" y="328"/>
                    <a:pt x="454" y="331"/>
                    <a:pt x="453" y="333"/>
                  </a:cubicBezTo>
                  <a:cubicBezTo>
                    <a:pt x="453" y="334"/>
                    <a:pt x="452" y="338"/>
                    <a:pt x="452" y="339"/>
                  </a:cubicBezTo>
                  <a:cubicBezTo>
                    <a:pt x="452" y="341"/>
                    <a:pt x="452" y="345"/>
                    <a:pt x="452" y="347"/>
                  </a:cubicBezTo>
                  <a:cubicBezTo>
                    <a:pt x="452" y="348"/>
                    <a:pt x="452" y="352"/>
                    <a:pt x="451" y="353"/>
                  </a:cubicBezTo>
                  <a:cubicBezTo>
                    <a:pt x="451" y="355"/>
                    <a:pt x="448" y="357"/>
                    <a:pt x="447" y="358"/>
                  </a:cubicBezTo>
                  <a:cubicBezTo>
                    <a:pt x="446" y="359"/>
                    <a:pt x="442" y="360"/>
                    <a:pt x="441" y="361"/>
                  </a:cubicBezTo>
                  <a:cubicBezTo>
                    <a:pt x="439" y="363"/>
                    <a:pt x="438" y="366"/>
                    <a:pt x="437" y="367"/>
                  </a:cubicBezTo>
                  <a:cubicBezTo>
                    <a:pt x="435" y="369"/>
                    <a:pt x="433" y="373"/>
                    <a:pt x="431" y="374"/>
                  </a:cubicBezTo>
                  <a:cubicBezTo>
                    <a:pt x="430" y="375"/>
                    <a:pt x="428" y="377"/>
                    <a:pt x="426" y="377"/>
                  </a:cubicBezTo>
                  <a:cubicBezTo>
                    <a:pt x="424" y="378"/>
                    <a:pt x="420" y="378"/>
                    <a:pt x="418" y="377"/>
                  </a:cubicBezTo>
                  <a:cubicBezTo>
                    <a:pt x="417" y="377"/>
                    <a:pt x="415" y="377"/>
                    <a:pt x="413" y="377"/>
                  </a:cubicBezTo>
                  <a:cubicBezTo>
                    <a:pt x="412" y="377"/>
                    <a:pt x="408" y="377"/>
                    <a:pt x="407" y="377"/>
                  </a:cubicBezTo>
                  <a:cubicBezTo>
                    <a:pt x="406" y="378"/>
                    <a:pt x="405" y="379"/>
                    <a:pt x="404" y="379"/>
                  </a:cubicBezTo>
                  <a:cubicBezTo>
                    <a:pt x="403" y="380"/>
                    <a:pt x="400" y="382"/>
                    <a:pt x="399" y="383"/>
                  </a:cubicBezTo>
                  <a:cubicBezTo>
                    <a:pt x="398" y="385"/>
                    <a:pt x="397" y="388"/>
                    <a:pt x="396" y="389"/>
                  </a:cubicBezTo>
                  <a:cubicBezTo>
                    <a:pt x="394" y="390"/>
                    <a:pt x="392" y="393"/>
                    <a:pt x="390" y="394"/>
                  </a:cubicBezTo>
                  <a:cubicBezTo>
                    <a:pt x="389" y="395"/>
                    <a:pt x="388" y="395"/>
                    <a:pt x="387" y="396"/>
                  </a:cubicBezTo>
                  <a:cubicBezTo>
                    <a:pt x="386" y="395"/>
                    <a:pt x="385" y="393"/>
                    <a:pt x="384" y="392"/>
                  </a:cubicBezTo>
                  <a:cubicBezTo>
                    <a:pt x="384" y="391"/>
                    <a:pt x="384" y="388"/>
                    <a:pt x="384" y="386"/>
                  </a:cubicBezTo>
                  <a:cubicBezTo>
                    <a:pt x="385" y="385"/>
                    <a:pt x="386" y="383"/>
                    <a:pt x="387" y="383"/>
                  </a:cubicBezTo>
                  <a:cubicBezTo>
                    <a:pt x="387" y="382"/>
                    <a:pt x="388" y="380"/>
                    <a:pt x="389" y="379"/>
                  </a:cubicBezTo>
                  <a:cubicBezTo>
                    <a:pt x="389" y="378"/>
                    <a:pt x="390" y="376"/>
                    <a:pt x="391" y="375"/>
                  </a:cubicBezTo>
                  <a:cubicBezTo>
                    <a:pt x="391" y="374"/>
                    <a:pt x="392" y="372"/>
                    <a:pt x="392" y="371"/>
                  </a:cubicBezTo>
                  <a:cubicBezTo>
                    <a:pt x="392" y="369"/>
                    <a:pt x="392" y="367"/>
                    <a:pt x="392" y="366"/>
                  </a:cubicBezTo>
                  <a:cubicBezTo>
                    <a:pt x="392" y="365"/>
                    <a:pt x="391" y="363"/>
                    <a:pt x="390" y="363"/>
                  </a:cubicBezTo>
                  <a:cubicBezTo>
                    <a:pt x="389" y="362"/>
                    <a:pt x="387" y="362"/>
                    <a:pt x="386" y="362"/>
                  </a:cubicBezTo>
                  <a:cubicBezTo>
                    <a:pt x="385" y="362"/>
                    <a:pt x="383" y="361"/>
                    <a:pt x="382" y="360"/>
                  </a:cubicBezTo>
                  <a:cubicBezTo>
                    <a:pt x="382" y="360"/>
                    <a:pt x="381" y="358"/>
                    <a:pt x="380" y="357"/>
                  </a:cubicBezTo>
                  <a:cubicBezTo>
                    <a:pt x="379" y="357"/>
                    <a:pt x="378" y="356"/>
                    <a:pt x="377" y="356"/>
                  </a:cubicBezTo>
                  <a:cubicBezTo>
                    <a:pt x="376" y="355"/>
                    <a:pt x="374" y="355"/>
                    <a:pt x="374" y="356"/>
                  </a:cubicBezTo>
                  <a:cubicBezTo>
                    <a:pt x="373" y="356"/>
                    <a:pt x="372" y="357"/>
                    <a:pt x="372" y="357"/>
                  </a:cubicBezTo>
                  <a:cubicBezTo>
                    <a:pt x="371" y="358"/>
                    <a:pt x="370" y="359"/>
                    <a:pt x="369" y="359"/>
                  </a:cubicBezTo>
                  <a:cubicBezTo>
                    <a:pt x="368" y="360"/>
                    <a:pt x="367" y="359"/>
                    <a:pt x="366" y="359"/>
                  </a:cubicBezTo>
                  <a:cubicBezTo>
                    <a:pt x="365" y="359"/>
                    <a:pt x="365" y="360"/>
                    <a:pt x="364" y="360"/>
                  </a:cubicBezTo>
                  <a:cubicBezTo>
                    <a:pt x="364" y="361"/>
                    <a:pt x="362" y="360"/>
                    <a:pt x="362" y="360"/>
                  </a:cubicBezTo>
                  <a:cubicBezTo>
                    <a:pt x="361" y="360"/>
                    <a:pt x="359" y="359"/>
                    <a:pt x="358" y="359"/>
                  </a:cubicBezTo>
                  <a:cubicBezTo>
                    <a:pt x="357" y="359"/>
                    <a:pt x="355" y="360"/>
                    <a:pt x="354" y="360"/>
                  </a:cubicBezTo>
                  <a:cubicBezTo>
                    <a:pt x="354" y="361"/>
                    <a:pt x="353" y="362"/>
                    <a:pt x="353" y="362"/>
                  </a:cubicBezTo>
                  <a:cubicBezTo>
                    <a:pt x="352" y="363"/>
                    <a:pt x="351" y="364"/>
                    <a:pt x="350" y="365"/>
                  </a:cubicBezTo>
                  <a:cubicBezTo>
                    <a:pt x="349" y="365"/>
                    <a:pt x="348" y="366"/>
                    <a:pt x="347" y="367"/>
                  </a:cubicBezTo>
                  <a:cubicBezTo>
                    <a:pt x="347" y="368"/>
                    <a:pt x="347" y="369"/>
                    <a:pt x="347" y="370"/>
                  </a:cubicBezTo>
                  <a:cubicBezTo>
                    <a:pt x="347" y="371"/>
                    <a:pt x="346" y="372"/>
                    <a:pt x="346" y="373"/>
                  </a:cubicBezTo>
                  <a:cubicBezTo>
                    <a:pt x="346" y="374"/>
                    <a:pt x="345" y="375"/>
                    <a:pt x="344" y="375"/>
                  </a:cubicBezTo>
                  <a:cubicBezTo>
                    <a:pt x="343" y="375"/>
                    <a:pt x="342" y="375"/>
                    <a:pt x="341" y="375"/>
                  </a:cubicBezTo>
                  <a:cubicBezTo>
                    <a:pt x="339" y="375"/>
                    <a:pt x="336" y="374"/>
                    <a:pt x="334" y="374"/>
                  </a:cubicBezTo>
                  <a:cubicBezTo>
                    <a:pt x="333" y="374"/>
                    <a:pt x="331" y="373"/>
                    <a:pt x="330" y="372"/>
                  </a:cubicBezTo>
                  <a:cubicBezTo>
                    <a:pt x="329" y="372"/>
                    <a:pt x="328" y="370"/>
                    <a:pt x="327" y="369"/>
                  </a:cubicBezTo>
                  <a:cubicBezTo>
                    <a:pt x="326" y="369"/>
                    <a:pt x="326" y="366"/>
                    <a:pt x="326" y="366"/>
                  </a:cubicBezTo>
                  <a:cubicBezTo>
                    <a:pt x="325" y="365"/>
                    <a:pt x="324" y="364"/>
                    <a:pt x="323" y="363"/>
                  </a:cubicBezTo>
                  <a:cubicBezTo>
                    <a:pt x="323" y="362"/>
                    <a:pt x="323" y="361"/>
                    <a:pt x="322" y="360"/>
                  </a:cubicBezTo>
                  <a:cubicBezTo>
                    <a:pt x="322" y="359"/>
                    <a:pt x="322" y="357"/>
                    <a:pt x="322" y="356"/>
                  </a:cubicBezTo>
                  <a:cubicBezTo>
                    <a:pt x="322" y="355"/>
                    <a:pt x="321" y="352"/>
                    <a:pt x="320" y="351"/>
                  </a:cubicBezTo>
                  <a:cubicBezTo>
                    <a:pt x="320" y="350"/>
                    <a:pt x="319" y="349"/>
                    <a:pt x="318" y="348"/>
                  </a:cubicBezTo>
                  <a:cubicBezTo>
                    <a:pt x="318" y="347"/>
                    <a:pt x="316" y="345"/>
                    <a:pt x="315" y="344"/>
                  </a:cubicBezTo>
                  <a:cubicBezTo>
                    <a:pt x="315" y="343"/>
                    <a:pt x="315" y="341"/>
                    <a:pt x="315" y="340"/>
                  </a:cubicBezTo>
                  <a:cubicBezTo>
                    <a:pt x="315" y="339"/>
                    <a:pt x="316" y="336"/>
                    <a:pt x="316" y="335"/>
                  </a:cubicBezTo>
                  <a:cubicBezTo>
                    <a:pt x="316" y="334"/>
                    <a:pt x="315" y="332"/>
                    <a:pt x="315" y="332"/>
                  </a:cubicBezTo>
                  <a:cubicBezTo>
                    <a:pt x="314" y="331"/>
                    <a:pt x="313" y="329"/>
                    <a:pt x="313" y="329"/>
                  </a:cubicBezTo>
                  <a:cubicBezTo>
                    <a:pt x="312" y="328"/>
                    <a:pt x="309" y="327"/>
                    <a:pt x="308" y="326"/>
                  </a:cubicBezTo>
                  <a:cubicBezTo>
                    <a:pt x="307" y="325"/>
                    <a:pt x="307" y="323"/>
                    <a:pt x="306" y="322"/>
                  </a:cubicBezTo>
                  <a:cubicBezTo>
                    <a:pt x="306" y="321"/>
                    <a:pt x="305" y="320"/>
                    <a:pt x="305" y="319"/>
                  </a:cubicBezTo>
                  <a:cubicBezTo>
                    <a:pt x="305" y="318"/>
                    <a:pt x="303" y="316"/>
                    <a:pt x="303" y="315"/>
                  </a:cubicBezTo>
                  <a:cubicBezTo>
                    <a:pt x="303" y="314"/>
                    <a:pt x="305" y="313"/>
                    <a:pt x="305" y="313"/>
                  </a:cubicBezTo>
                  <a:cubicBezTo>
                    <a:pt x="306" y="311"/>
                    <a:pt x="305" y="309"/>
                    <a:pt x="305" y="308"/>
                  </a:cubicBezTo>
                  <a:cubicBezTo>
                    <a:pt x="305" y="307"/>
                    <a:pt x="304" y="305"/>
                    <a:pt x="303" y="304"/>
                  </a:cubicBezTo>
                  <a:cubicBezTo>
                    <a:pt x="302" y="304"/>
                    <a:pt x="300" y="304"/>
                    <a:pt x="300" y="303"/>
                  </a:cubicBezTo>
                  <a:cubicBezTo>
                    <a:pt x="299" y="303"/>
                    <a:pt x="296" y="302"/>
                    <a:pt x="296" y="301"/>
                  </a:cubicBezTo>
                  <a:cubicBezTo>
                    <a:pt x="295" y="300"/>
                    <a:pt x="296" y="299"/>
                    <a:pt x="296" y="298"/>
                  </a:cubicBezTo>
                  <a:cubicBezTo>
                    <a:pt x="295" y="297"/>
                    <a:pt x="293" y="297"/>
                    <a:pt x="292" y="297"/>
                  </a:cubicBezTo>
                  <a:cubicBezTo>
                    <a:pt x="291" y="296"/>
                    <a:pt x="289" y="297"/>
                    <a:pt x="288" y="297"/>
                  </a:cubicBezTo>
                  <a:cubicBezTo>
                    <a:pt x="287" y="296"/>
                    <a:pt x="285" y="296"/>
                    <a:pt x="284" y="295"/>
                  </a:cubicBezTo>
                  <a:cubicBezTo>
                    <a:pt x="284" y="295"/>
                    <a:pt x="283" y="293"/>
                    <a:pt x="282" y="292"/>
                  </a:cubicBezTo>
                  <a:cubicBezTo>
                    <a:pt x="281" y="291"/>
                    <a:pt x="279" y="290"/>
                    <a:pt x="278" y="290"/>
                  </a:cubicBezTo>
                  <a:cubicBezTo>
                    <a:pt x="277" y="290"/>
                    <a:pt x="275" y="289"/>
                    <a:pt x="275" y="289"/>
                  </a:cubicBezTo>
                  <a:cubicBezTo>
                    <a:pt x="273" y="289"/>
                    <a:pt x="271" y="290"/>
                    <a:pt x="270" y="290"/>
                  </a:cubicBezTo>
                  <a:cubicBezTo>
                    <a:pt x="269" y="291"/>
                    <a:pt x="268" y="292"/>
                    <a:pt x="268" y="293"/>
                  </a:cubicBezTo>
                  <a:cubicBezTo>
                    <a:pt x="268" y="294"/>
                    <a:pt x="268" y="295"/>
                    <a:pt x="268" y="296"/>
                  </a:cubicBezTo>
                  <a:cubicBezTo>
                    <a:pt x="268" y="297"/>
                    <a:pt x="270" y="298"/>
                    <a:pt x="270" y="299"/>
                  </a:cubicBezTo>
                  <a:cubicBezTo>
                    <a:pt x="271" y="300"/>
                    <a:pt x="271" y="302"/>
                    <a:pt x="271" y="303"/>
                  </a:cubicBezTo>
                  <a:cubicBezTo>
                    <a:pt x="271" y="303"/>
                    <a:pt x="271" y="305"/>
                    <a:pt x="270" y="305"/>
                  </a:cubicBezTo>
                  <a:cubicBezTo>
                    <a:pt x="270" y="306"/>
                    <a:pt x="268" y="307"/>
                    <a:pt x="267" y="307"/>
                  </a:cubicBezTo>
                  <a:cubicBezTo>
                    <a:pt x="266" y="307"/>
                    <a:pt x="265" y="308"/>
                    <a:pt x="264" y="308"/>
                  </a:cubicBezTo>
                  <a:cubicBezTo>
                    <a:pt x="262" y="309"/>
                    <a:pt x="259" y="310"/>
                    <a:pt x="257" y="310"/>
                  </a:cubicBezTo>
                  <a:cubicBezTo>
                    <a:pt x="256" y="310"/>
                    <a:pt x="254" y="310"/>
                    <a:pt x="253" y="310"/>
                  </a:cubicBezTo>
                  <a:cubicBezTo>
                    <a:pt x="252" y="310"/>
                    <a:pt x="250" y="311"/>
                    <a:pt x="249" y="311"/>
                  </a:cubicBezTo>
                  <a:cubicBezTo>
                    <a:pt x="248" y="312"/>
                    <a:pt x="247" y="312"/>
                    <a:pt x="246" y="313"/>
                  </a:cubicBezTo>
                  <a:cubicBezTo>
                    <a:pt x="245" y="314"/>
                    <a:pt x="244" y="315"/>
                    <a:pt x="244" y="316"/>
                  </a:cubicBezTo>
                  <a:cubicBezTo>
                    <a:pt x="243" y="317"/>
                    <a:pt x="243" y="319"/>
                    <a:pt x="242" y="319"/>
                  </a:cubicBezTo>
                  <a:cubicBezTo>
                    <a:pt x="242" y="320"/>
                    <a:pt x="242" y="322"/>
                    <a:pt x="242" y="323"/>
                  </a:cubicBezTo>
                  <a:cubicBezTo>
                    <a:pt x="241" y="323"/>
                    <a:pt x="240" y="324"/>
                    <a:pt x="239" y="325"/>
                  </a:cubicBezTo>
                  <a:cubicBezTo>
                    <a:pt x="238" y="325"/>
                    <a:pt x="235" y="325"/>
                    <a:pt x="234" y="325"/>
                  </a:cubicBezTo>
                  <a:cubicBezTo>
                    <a:pt x="232" y="325"/>
                    <a:pt x="229" y="323"/>
                    <a:pt x="227" y="323"/>
                  </a:cubicBezTo>
                  <a:cubicBezTo>
                    <a:pt x="226" y="323"/>
                    <a:pt x="223" y="323"/>
                    <a:pt x="222" y="323"/>
                  </a:cubicBezTo>
                  <a:cubicBezTo>
                    <a:pt x="220" y="323"/>
                    <a:pt x="218" y="323"/>
                    <a:pt x="217" y="322"/>
                  </a:cubicBezTo>
                  <a:cubicBezTo>
                    <a:pt x="215" y="322"/>
                    <a:pt x="213" y="320"/>
                    <a:pt x="212" y="320"/>
                  </a:cubicBezTo>
                  <a:cubicBezTo>
                    <a:pt x="211" y="319"/>
                    <a:pt x="208" y="317"/>
                    <a:pt x="207" y="318"/>
                  </a:cubicBezTo>
                  <a:cubicBezTo>
                    <a:pt x="206" y="318"/>
                    <a:pt x="206" y="320"/>
                    <a:pt x="205" y="321"/>
                  </a:cubicBezTo>
                  <a:cubicBezTo>
                    <a:pt x="205" y="322"/>
                    <a:pt x="204" y="324"/>
                    <a:pt x="203" y="325"/>
                  </a:cubicBezTo>
                  <a:cubicBezTo>
                    <a:pt x="203" y="326"/>
                    <a:pt x="202" y="328"/>
                    <a:pt x="201" y="328"/>
                  </a:cubicBezTo>
                  <a:cubicBezTo>
                    <a:pt x="200" y="330"/>
                    <a:pt x="198" y="332"/>
                    <a:pt x="197" y="332"/>
                  </a:cubicBezTo>
                  <a:cubicBezTo>
                    <a:pt x="195" y="333"/>
                    <a:pt x="191" y="333"/>
                    <a:pt x="189" y="334"/>
                  </a:cubicBezTo>
                  <a:cubicBezTo>
                    <a:pt x="187" y="334"/>
                    <a:pt x="183" y="334"/>
                    <a:pt x="182" y="334"/>
                  </a:cubicBezTo>
                  <a:cubicBezTo>
                    <a:pt x="179" y="334"/>
                    <a:pt x="173" y="335"/>
                    <a:pt x="170" y="334"/>
                  </a:cubicBezTo>
                  <a:cubicBezTo>
                    <a:pt x="169" y="334"/>
                    <a:pt x="166" y="333"/>
                    <a:pt x="165" y="332"/>
                  </a:cubicBezTo>
                  <a:cubicBezTo>
                    <a:pt x="164" y="332"/>
                    <a:pt x="162" y="329"/>
                    <a:pt x="161" y="328"/>
                  </a:cubicBezTo>
                  <a:cubicBezTo>
                    <a:pt x="160" y="326"/>
                    <a:pt x="157" y="324"/>
                    <a:pt x="156" y="322"/>
                  </a:cubicBezTo>
                  <a:cubicBezTo>
                    <a:pt x="156" y="321"/>
                    <a:pt x="155" y="319"/>
                    <a:pt x="154" y="318"/>
                  </a:cubicBezTo>
                  <a:cubicBezTo>
                    <a:pt x="154" y="316"/>
                    <a:pt x="153" y="313"/>
                    <a:pt x="152" y="312"/>
                  </a:cubicBezTo>
                  <a:cubicBezTo>
                    <a:pt x="151" y="311"/>
                    <a:pt x="149" y="309"/>
                    <a:pt x="148" y="309"/>
                  </a:cubicBezTo>
                  <a:cubicBezTo>
                    <a:pt x="148" y="307"/>
                    <a:pt x="147" y="305"/>
                    <a:pt x="146" y="304"/>
                  </a:cubicBezTo>
                  <a:cubicBezTo>
                    <a:pt x="145" y="303"/>
                    <a:pt x="141" y="302"/>
                    <a:pt x="139" y="302"/>
                  </a:cubicBezTo>
                  <a:cubicBezTo>
                    <a:pt x="138" y="302"/>
                    <a:pt x="137" y="303"/>
                    <a:pt x="136" y="304"/>
                  </a:cubicBezTo>
                  <a:cubicBezTo>
                    <a:pt x="135" y="304"/>
                    <a:pt x="134" y="306"/>
                    <a:pt x="133" y="307"/>
                  </a:cubicBezTo>
                  <a:cubicBezTo>
                    <a:pt x="132" y="307"/>
                    <a:pt x="130" y="307"/>
                    <a:pt x="129" y="308"/>
                  </a:cubicBezTo>
                  <a:cubicBezTo>
                    <a:pt x="128" y="308"/>
                    <a:pt x="126" y="310"/>
                    <a:pt x="125" y="311"/>
                  </a:cubicBezTo>
                  <a:cubicBezTo>
                    <a:pt x="125" y="311"/>
                    <a:pt x="123" y="312"/>
                    <a:pt x="122" y="313"/>
                  </a:cubicBezTo>
                  <a:cubicBezTo>
                    <a:pt x="122" y="313"/>
                    <a:pt x="121" y="315"/>
                    <a:pt x="121" y="316"/>
                  </a:cubicBezTo>
                  <a:cubicBezTo>
                    <a:pt x="120" y="316"/>
                    <a:pt x="119" y="317"/>
                    <a:pt x="118" y="318"/>
                  </a:cubicBezTo>
                  <a:cubicBezTo>
                    <a:pt x="117" y="318"/>
                    <a:pt x="114" y="317"/>
                    <a:pt x="113" y="316"/>
                  </a:cubicBezTo>
                  <a:cubicBezTo>
                    <a:pt x="113" y="315"/>
                    <a:pt x="112" y="313"/>
                    <a:pt x="112" y="312"/>
                  </a:cubicBezTo>
                  <a:cubicBezTo>
                    <a:pt x="112" y="310"/>
                    <a:pt x="112" y="308"/>
                    <a:pt x="112" y="306"/>
                  </a:cubicBezTo>
                  <a:cubicBezTo>
                    <a:pt x="112" y="305"/>
                    <a:pt x="112" y="302"/>
                    <a:pt x="111" y="301"/>
                  </a:cubicBezTo>
                  <a:cubicBezTo>
                    <a:pt x="111" y="300"/>
                    <a:pt x="110" y="298"/>
                    <a:pt x="109" y="298"/>
                  </a:cubicBezTo>
                  <a:cubicBezTo>
                    <a:pt x="108" y="297"/>
                    <a:pt x="106" y="297"/>
                    <a:pt x="105" y="296"/>
                  </a:cubicBezTo>
                  <a:cubicBezTo>
                    <a:pt x="104" y="296"/>
                    <a:pt x="103" y="294"/>
                    <a:pt x="103" y="294"/>
                  </a:cubicBezTo>
                  <a:cubicBezTo>
                    <a:pt x="102" y="293"/>
                    <a:pt x="100" y="291"/>
                    <a:pt x="100" y="290"/>
                  </a:cubicBezTo>
                  <a:cubicBezTo>
                    <a:pt x="99" y="289"/>
                    <a:pt x="98" y="287"/>
                    <a:pt x="97" y="287"/>
                  </a:cubicBezTo>
                  <a:cubicBezTo>
                    <a:pt x="96" y="286"/>
                    <a:pt x="94" y="285"/>
                    <a:pt x="93" y="285"/>
                  </a:cubicBezTo>
                  <a:cubicBezTo>
                    <a:pt x="92" y="285"/>
                    <a:pt x="90" y="284"/>
                    <a:pt x="89" y="284"/>
                  </a:cubicBezTo>
                  <a:cubicBezTo>
                    <a:pt x="88" y="284"/>
                    <a:pt x="87" y="283"/>
                    <a:pt x="87" y="284"/>
                  </a:cubicBezTo>
                  <a:cubicBezTo>
                    <a:pt x="86" y="284"/>
                    <a:pt x="85" y="286"/>
                    <a:pt x="85" y="286"/>
                  </a:cubicBezTo>
                  <a:cubicBezTo>
                    <a:pt x="84" y="286"/>
                    <a:pt x="83" y="285"/>
                    <a:pt x="83" y="285"/>
                  </a:cubicBezTo>
                  <a:cubicBezTo>
                    <a:pt x="82" y="284"/>
                    <a:pt x="81" y="283"/>
                    <a:pt x="81" y="282"/>
                  </a:cubicBezTo>
                  <a:cubicBezTo>
                    <a:pt x="80" y="282"/>
                    <a:pt x="79" y="281"/>
                    <a:pt x="78" y="281"/>
                  </a:cubicBezTo>
                  <a:cubicBezTo>
                    <a:pt x="77" y="281"/>
                    <a:pt x="74" y="281"/>
                    <a:pt x="72" y="281"/>
                  </a:cubicBezTo>
                  <a:cubicBezTo>
                    <a:pt x="70" y="281"/>
                    <a:pt x="64" y="280"/>
                    <a:pt x="62" y="281"/>
                  </a:cubicBezTo>
                  <a:cubicBezTo>
                    <a:pt x="60" y="281"/>
                    <a:pt x="58" y="282"/>
                    <a:pt x="57" y="282"/>
                  </a:cubicBezTo>
                  <a:cubicBezTo>
                    <a:pt x="55" y="283"/>
                    <a:pt x="51" y="283"/>
                    <a:pt x="50" y="284"/>
                  </a:cubicBezTo>
                  <a:cubicBezTo>
                    <a:pt x="48" y="285"/>
                    <a:pt x="45" y="286"/>
                    <a:pt x="44" y="287"/>
                  </a:cubicBezTo>
                  <a:cubicBezTo>
                    <a:pt x="44" y="287"/>
                    <a:pt x="43" y="289"/>
                    <a:pt x="42" y="289"/>
                  </a:cubicBezTo>
                  <a:cubicBezTo>
                    <a:pt x="41" y="290"/>
                    <a:pt x="39" y="289"/>
                    <a:pt x="38" y="289"/>
                  </a:cubicBezTo>
                  <a:cubicBezTo>
                    <a:pt x="37" y="289"/>
                    <a:pt x="35" y="290"/>
                    <a:pt x="34" y="290"/>
                  </a:cubicBezTo>
                  <a:cubicBezTo>
                    <a:pt x="34" y="290"/>
                    <a:pt x="33" y="291"/>
                    <a:pt x="33" y="291"/>
                  </a:cubicBezTo>
                  <a:cubicBezTo>
                    <a:pt x="32" y="290"/>
                    <a:pt x="32" y="289"/>
                    <a:pt x="32" y="289"/>
                  </a:cubicBezTo>
                  <a:cubicBezTo>
                    <a:pt x="31" y="288"/>
                    <a:pt x="29" y="286"/>
                    <a:pt x="29" y="285"/>
                  </a:cubicBezTo>
                  <a:cubicBezTo>
                    <a:pt x="29" y="285"/>
                    <a:pt x="28" y="283"/>
                    <a:pt x="28" y="282"/>
                  </a:cubicBezTo>
                  <a:cubicBezTo>
                    <a:pt x="28" y="281"/>
                    <a:pt x="27" y="278"/>
                    <a:pt x="27" y="276"/>
                  </a:cubicBezTo>
                  <a:cubicBezTo>
                    <a:pt x="27" y="276"/>
                    <a:pt x="26" y="274"/>
                    <a:pt x="26" y="273"/>
                  </a:cubicBezTo>
                  <a:cubicBezTo>
                    <a:pt x="25" y="272"/>
                    <a:pt x="24" y="270"/>
                    <a:pt x="23" y="269"/>
                  </a:cubicBezTo>
                  <a:cubicBezTo>
                    <a:pt x="22" y="268"/>
                    <a:pt x="21" y="268"/>
                    <a:pt x="20" y="267"/>
                  </a:cubicBezTo>
                  <a:cubicBezTo>
                    <a:pt x="20" y="266"/>
                    <a:pt x="20" y="263"/>
                    <a:pt x="19" y="262"/>
                  </a:cubicBezTo>
                  <a:cubicBezTo>
                    <a:pt x="19" y="261"/>
                    <a:pt x="17" y="259"/>
                    <a:pt x="17" y="258"/>
                  </a:cubicBezTo>
                  <a:cubicBezTo>
                    <a:pt x="16" y="257"/>
                    <a:pt x="14" y="256"/>
                    <a:pt x="14" y="255"/>
                  </a:cubicBezTo>
                  <a:cubicBezTo>
                    <a:pt x="13" y="255"/>
                    <a:pt x="11" y="254"/>
                    <a:pt x="10" y="253"/>
                  </a:cubicBezTo>
                  <a:cubicBezTo>
                    <a:pt x="9" y="253"/>
                    <a:pt x="7" y="252"/>
                    <a:pt x="6" y="251"/>
                  </a:cubicBezTo>
                  <a:cubicBezTo>
                    <a:pt x="5" y="251"/>
                    <a:pt x="2" y="250"/>
                    <a:pt x="1" y="249"/>
                  </a:cubicBezTo>
                  <a:cubicBezTo>
                    <a:pt x="1" y="248"/>
                    <a:pt x="0" y="247"/>
                    <a:pt x="0" y="246"/>
                  </a:cubicBezTo>
                  <a:cubicBezTo>
                    <a:pt x="0" y="245"/>
                    <a:pt x="1" y="243"/>
                    <a:pt x="2" y="242"/>
                  </a:cubicBezTo>
                  <a:cubicBezTo>
                    <a:pt x="3" y="241"/>
                    <a:pt x="4" y="240"/>
                    <a:pt x="5" y="239"/>
                  </a:cubicBezTo>
                  <a:cubicBezTo>
                    <a:pt x="5" y="238"/>
                    <a:pt x="7" y="236"/>
                    <a:pt x="7" y="235"/>
                  </a:cubicBezTo>
                  <a:cubicBezTo>
                    <a:pt x="8" y="234"/>
                    <a:pt x="9" y="232"/>
                    <a:pt x="9" y="231"/>
                  </a:cubicBezTo>
                  <a:cubicBezTo>
                    <a:pt x="11" y="229"/>
                    <a:pt x="13" y="225"/>
                    <a:pt x="15" y="223"/>
                  </a:cubicBezTo>
                  <a:cubicBezTo>
                    <a:pt x="15" y="222"/>
                    <a:pt x="17" y="221"/>
                    <a:pt x="18" y="221"/>
                  </a:cubicBezTo>
                  <a:cubicBezTo>
                    <a:pt x="19" y="220"/>
                    <a:pt x="21" y="219"/>
                    <a:pt x="22" y="218"/>
                  </a:cubicBezTo>
                  <a:cubicBezTo>
                    <a:pt x="23" y="218"/>
                    <a:pt x="27" y="217"/>
                    <a:pt x="28" y="216"/>
                  </a:cubicBezTo>
                  <a:cubicBezTo>
                    <a:pt x="30" y="216"/>
                    <a:pt x="33" y="216"/>
                    <a:pt x="34" y="216"/>
                  </a:cubicBezTo>
                  <a:cubicBezTo>
                    <a:pt x="35" y="216"/>
                    <a:pt x="37" y="214"/>
                    <a:pt x="38" y="213"/>
                  </a:cubicBezTo>
                  <a:cubicBezTo>
                    <a:pt x="39" y="212"/>
                    <a:pt x="40" y="210"/>
                    <a:pt x="40" y="209"/>
                  </a:cubicBezTo>
                  <a:cubicBezTo>
                    <a:pt x="41" y="208"/>
                    <a:pt x="42" y="206"/>
                    <a:pt x="43" y="205"/>
                  </a:cubicBezTo>
                  <a:cubicBezTo>
                    <a:pt x="43" y="204"/>
                    <a:pt x="45" y="203"/>
                    <a:pt x="46" y="203"/>
                  </a:cubicBezTo>
                  <a:cubicBezTo>
                    <a:pt x="47" y="201"/>
                    <a:pt x="48" y="199"/>
                    <a:pt x="49" y="198"/>
                  </a:cubicBezTo>
                  <a:cubicBezTo>
                    <a:pt x="50" y="196"/>
                    <a:pt x="53" y="193"/>
                    <a:pt x="55" y="192"/>
                  </a:cubicBezTo>
                  <a:cubicBezTo>
                    <a:pt x="56" y="191"/>
                    <a:pt x="59" y="190"/>
                    <a:pt x="60" y="189"/>
                  </a:cubicBezTo>
                  <a:cubicBezTo>
                    <a:pt x="61" y="188"/>
                    <a:pt x="62" y="187"/>
                    <a:pt x="63" y="186"/>
                  </a:cubicBezTo>
                  <a:cubicBezTo>
                    <a:pt x="64" y="185"/>
                    <a:pt x="64" y="182"/>
                    <a:pt x="64" y="181"/>
                  </a:cubicBezTo>
                  <a:cubicBezTo>
                    <a:pt x="65" y="180"/>
                    <a:pt x="64" y="178"/>
                    <a:pt x="65" y="177"/>
                  </a:cubicBezTo>
                  <a:cubicBezTo>
                    <a:pt x="65" y="176"/>
                    <a:pt x="65" y="174"/>
                    <a:pt x="66" y="174"/>
                  </a:cubicBezTo>
                  <a:cubicBezTo>
                    <a:pt x="66" y="173"/>
                    <a:pt x="68" y="172"/>
                    <a:pt x="69" y="172"/>
                  </a:cubicBezTo>
                  <a:cubicBezTo>
                    <a:pt x="69" y="172"/>
                    <a:pt x="71" y="172"/>
                    <a:pt x="71" y="172"/>
                  </a:cubicBezTo>
                  <a:cubicBezTo>
                    <a:pt x="72" y="172"/>
                    <a:pt x="74" y="173"/>
                    <a:pt x="74" y="173"/>
                  </a:cubicBezTo>
                  <a:cubicBezTo>
                    <a:pt x="75" y="173"/>
                    <a:pt x="77" y="174"/>
                    <a:pt x="77" y="174"/>
                  </a:cubicBezTo>
                  <a:cubicBezTo>
                    <a:pt x="78" y="175"/>
                    <a:pt x="81" y="175"/>
                    <a:pt x="82" y="174"/>
                  </a:cubicBezTo>
                  <a:cubicBezTo>
                    <a:pt x="83" y="174"/>
                    <a:pt x="85" y="171"/>
                    <a:pt x="86" y="170"/>
                  </a:cubicBezTo>
                  <a:cubicBezTo>
                    <a:pt x="87" y="168"/>
                    <a:pt x="90" y="165"/>
                    <a:pt x="91" y="164"/>
                  </a:cubicBezTo>
                  <a:cubicBezTo>
                    <a:pt x="92" y="163"/>
                    <a:pt x="94" y="160"/>
                    <a:pt x="95" y="159"/>
                  </a:cubicBezTo>
                  <a:cubicBezTo>
                    <a:pt x="96" y="157"/>
                    <a:pt x="98" y="154"/>
                    <a:pt x="99" y="153"/>
                  </a:cubicBezTo>
                  <a:cubicBezTo>
                    <a:pt x="100" y="151"/>
                    <a:pt x="102" y="147"/>
                    <a:pt x="103" y="146"/>
                  </a:cubicBezTo>
                  <a:cubicBezTo>
                    <a:pt x="105" y="144"/>
                    <a:pt x="106" y="140"/>
                    <a:pt x="107" y="138"/>
                  </a:cubicBezTo>
                  <a:cubicBezTo>
                    <a:pt x="108" y="137"/>
                    <a:pt x="109" y="136"/>
                    <a:pt x="110" y="135"/>
                  </a:cubicBezTo>
                  <a:cubicBezTo>
                    <a:pt x="111" y="134"/>
                    <a:pt x="113" y="133"/>
                    <a:pt x="114" y="132"/>
                  </a:cubicBezTo>
                  <a:cubicBezTo>
                    <a:pt x="116" y="130"/>
                    <a:pt x="119" y="127"/>
                    <a:pt x="121" y="125"/>
                  </a:cubicBezTo>
                  <a:cubicBezTo>
                    <a:pt x="122" y="124"/>
                    <a:pt x="125" y="121"/>
                    <a:pt x="126" y="120"/>
                  </a:cubicBezTo>
                  <a:cubicBezTo>
                    <a:pt x="127" y="119"/>
                    <a:pt x="130" y="116"/>
                    <a:pt x="131" y="115"/>
                  </a:cubicBezTo>
                  <a:cubicBezTo>
                    <a:pt x="132" y="114"/>
                    <a:pt x="132" y="112"/>
                    <a:pt x="132" y="111"/>
                  </a:cubicBezTo>
                  <a:cubicBezTo>
                    <a:pt x="133" y="110"/>
                    <a:pt x="133" y="107"/>
                    <a:pt x="132" y="106"/>
                  </a:cubicBezTo>
                  <a:cubicBezTo>
                    <a:pt x="132" y="105"/>
                    <a:pt x="132" y="103"/>
                    <a:pt x="132" y="102"/>
                  </a:cubicBezTo>
                  <a:cubicBezTo>
                    <a:pt x="131" y="101"/>
                    <a:pt x="129" y="100"/>
                    <a:pt x="128" y="100"/>
                  </a:cubicBezTo>
                  <a:cubicBezTo>
                    <a:pt x="127" y="99"/>
                    <a:pt x="125" y="98"/>
                    <a:pt x="124" y="97"/>
                  </a:cubicBezTo>
                  <a:cubicBezTo>
                    <a:pt x="123" y="97"/>
                    <a:pt x="121" y="95"/>
                    <a:pt x="120" y="94"/>
                  </a:cubicBezTo>
                  <a:cubicBezTo>
                    <a:pt x="119" y="93"/>
                    <a:pt x="118" y="91"/>
                    <a:pt x="117" y="90"/>
                  </a:cubicBezTo>
                  <a:cubicBezTo>
                    <a:pt x="116" y="89"/>
                    <a:pt x="115" y="86"/>
                    <a:pt x="115" y="84"/>
                  </a:cubicBezTo>
                  <a:cubicBezTo>
                    <a:pt x="115" y="83"/>
                    <a:pt x="114" y="80"/>
                    <a:pt x="115" y="79"/>
                  </a:cubicBezTo>
                  <a:cubicBezTo>
                    <a:pt x="115" y="77"/>
                    <a:pt x="115" y="74"/>
                    <a:pt x="116" y="72"/>
                  </a:cubicBezTo>
                  <a:cubicBezTo>
                    <a:pt x="116" y="71"/>
                    <a:pt x="118" y="69"/>
                    <a:pt x="119" y="68"/>
                  </a:cubicBezTo>
                  <a:cubicBezTo>
                    <a:pt x="120" y="66"/>
                    <a:pt x="122" y="64"/>
                    <a:pt x="123" y="63"/>
                  </a:cubicBezTo>
                  <a:cubicBezTo>
                    <a:pt x="124" y="62"/>
                    <a:pt x="124" y="59"/>
                    <a:pt x="125" y="57"/>
                  </a:cubicBezTo>
                  <a:cubicBezTo>
                    <a:pt x="125" y="56"/>
                    <a:pt x="126" y="54"/>
                    <a:pt x="127" y="54"/>
                  </a:cubicBezTo>
                  <a:cubicBezTo>
                    <a:pt x="127" y="53"/>
                    <a:pt x="129" y="52"/>
                    <a:pt x="130" y="52"/>
                  </a:cubicBezTo>
                  <a:cubicBezTo>
                    <a:pt x="131" y="51"/>
                    <a:pt x="134" y="51"/>
                    <a:pt x="135" y="51"/>
                  </a:cubicBezTo>
                  <a:cubicBezTo>
                    <a:pt x="136" y="51"/>
                    <a:pt x="138" y="52"/>
                    <a:pt x="139" y="52"/>
                  </a:cubicBezTo>
                  <a:cubicBezTo>
                    <a:pt x="140" y="53"/>
                    <a:pt x="143" y="54"/>
                    <a:pt x="144" y="55"/>
                  </a:cubicBezTo>
                  <a:cubicBezTo>
                    <a:pt x="147" y="56"/>
                    <a:pt x="151" y="59"/>
                    <a:pt x="153" y="61"/>
                  </a:cubicBezTo>
                  <a:cubicBezTo>
                    <a:pt x="154" y="62"/>
                    <a:pt x="157" y="66"/>
                    <a:pt x="158" y="67"/>
                  </a:cubicBezTo>
                  <a:cubicBezTo>
                    <a:pt x="159" y="68"/>
                    <a:pt x="162" y="69"/>
                    <a:pt x="163" y="69"/>
                  </a:cubicBezTo>
                  <a:cubicBezTo>
                    <a:pt x="163" y="69"/>
                    <a:pt x="165" y="69"/>
                    <a:pt x="165" y="68"/>
                  </a:cubicBezTo>
                  <a:cubicBezTo>
                    <a:pt x="166" y="68"/>
                    <a:pt x="168" y="66"/>
                    <a:pt x="169" y="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82"/>
            <p:cNvSpPr>
              <a:spLocks/>
            </p:cNvSpPr>
            <p:nvPr/>
          </p:nvSpPr>
          <p:spPr bwMode="auto">
            <a:xfrm>
              <a:off x="4448175" y="1204913"/>
              <a:ext cx="509588" cy="557213"/>
            </a:xfrm>
            <a:custGeom>
              <a:avLst/>
              <a:gdLst/>
              <a:ahLst/>
              <a:cxnLst>
                <a:cxn ang="0">
                  <a:pos x="299" y="76"/>
                </a:cxn>
                <a:cxn ang="0">
                  <a:pos x="292" y="97"/>
                </a:cxn>
                <a:cxn ang="0">
                  <a:pos x="282" y="129"/>
                </a:cxn>
                <a:cxn ang="0">
                  <a:pos x="287" y="160"/>
                </a:cxn>
                <a:cxn ang="0">
                  <a:pos x="272" y="166"/>
                </a:cxn>
                <a:cxn ang="0">
                  <a:pos x="265" y="186"/>
                </a:cxn>
                <a:cxn ang="0">
                  <a:pos x="249" y="198"/>
                </a:cxn>
                <a:cxn ang="0">
                  <a:pos x="248" y="223"/>
                </a:cxn>
                <a:cxn ang="0">
                  <a:pos x="248" y="238"/>
                </a:cxn>
                <a:cxn ang="0">
                  <a:pos x="250" y="250"/>
                </a:cxn>
                <a:cxn ang="0">
                  <a:pos x="239" y="270"/>
                </a:cxn>
                <a:cxn ang="0">
                  <a:pos x="233" y="286"/>
                </a:cxn>
                <a:cxn ang="0">
                  <a:pos x="224" y="302"/>
                </a:cxn>
                <a:cxn ang="0">
                  <a:pos x="213" y="310"/>
                </a:cxn>
                <a:cxn ang="0">
                  <a:pos x="196" y="318"/>
                </a:cxn>
                <a:cxn ang="0">
                  <a:pos x="175" y="325"/>
                </a:cxn>
                <a:cxn ang="0">
                  <a:pos x="152" y="328"/>
                </a:cxn>
                <a:cxn ang="0">
                  <a:pos x="133" y="335"/>
                </a:cxn>
                <a:cxn ang="0">
                  <a:pos x="109" y="331"/>
                </a:cxn>
                <a:cxn ang="0">
                  <a:pos x="85" y="332"/>
                </a:cxn>
                <a:cxn ang="0">
                  <a:pos x="80" y="300"/>
                </a:cxn>
                <a:cxn ang="0">
                  <a:pos x="72" y="272"/>
                </a:cxn>
                <a:cxn ang="0">
                  <a:pos x="63" y="254"/>
                </a:cxn>
                <a:cxn ang="0">
                  <a:pos x="58" y="240"/>
                </a:cxn>
                <a:cxn ang="0">
                  <a:pos x="45" y="226"/>
                </a:cxn>
                <a:cxn ang="0">
                  <a:pos x="56" y="203"/>
                </a:cxn>
                <a:cxn ang="0">
                  <a:pos x="63" y="183"/>
                </a:cxn>
                <a:cxn ang="0">
                  <a:pos x="78" y="169"/>
                </a:cxn>
                <a:cxn ang="0">
                  <a:pos x="97" y="146"/>
                </a:cxn>
                <a:cxn ang="0">
                  <a:pos x="85" y="139"/>
                </a:cxn>
                <a:cxn ang="0">
                  <a:pos x="50" y="137"/>
                </a:cxn>
                <a:cxn ang="0">
                  <a:pos x="36" y="117"/>
                </a:cxn>
                <a:cxn ang="0">
                  <a:pos x="30" y="94"/>
                </a:cxn>
                <a:cxn ang="0">
                  <a:pos x="17" y="95"/>
                </a:cxn>
                <a:cxn ang="0">
                  <a:pos x="0" y="95"/>
                </a:cxn>
                <a:cxn ang="0">
                  <a:pos x="7" y="74"/>
                </a:cxn>
                <a:cxn ang="0">
                  <a:pos x="16" y="52"/>
                </a:cxn>
                <a:cxn ang="0">
                  <a:pos x="26" y="47"/>
                </a:cxn>
                <a:cxn ang="0">
                  <a:pos x="40" y="34"/>
                </a:cxn>
                <a:cxn ang="0">
                  <a:pos x="62" y="19"/>
                </a:cxn>
                <a:cxn ang="0">
                  <a:pos x="70" y="1"/>
                </a:cxn>
                <a:cxn ang="0">
                  <a:pos x="74" y="19"/>
                </a:cxn>
                <a:cxn ang="0">
                  <a:pos x="85" y="27"/>
                </a:cxn>
                <a:cxn ang="0">
                  <a:pos x="107" y="17"/>
                </a:cxn>
                <a:cxn ang="0">
                  <a:pos x="128" y="8"/>
                </a:cxn>
                <a:cxn ang="0">
                  <a:pos x="151" y="14"/>
                </a:cxn>
                <a:cxn ang="0">
                  <a:pos x="168" y="18"/>
                </a:cxn>
                <a:cxn ang="0">
                  <a:pos x="163" y="34"/>
                </a:cxn>
                <a:cxn ang="0">
                  <a:pos x="188" y="36"/>
                </a:cxn>
                <a:cxn ang="0">
                  <a:pos x="205" y="24"/>
                </a:cxn>
                <a:cxn ang="0">
                  <a:pos x="221" y="40"/>
                </a:cxn>
                <a:cxn ang="0">
                  <a:pos x="237" y="39"/>
                </a:cxn>
                <a:cxn ang="0">
                  <a:pos x="256" y="31"/>
                </a:cxn>
                <a:cxn ang="0">
                  <a:pos x="274" y="29"/>
                </a:cxn>
                <a:cxn ang="0">
                  <a:pos x="294" y="17"/>
                </a:cxn>
                <a:cxn ang="0">
                  <a:pos x="296" y="31"/>
                </a:cxn>
                <a:cxn ang="0">
                  <a:pos x="300" y="52"/>
                </a:cxn>
              </a:cxnLst>
              <a:rect l="0" t="0" r="r" b="b"/>
              <a:pathLst>
                <a:path w="307" h="336">
                  <a:moveTo>
                    <a:pt x="306" y="58"/>
                  </a:moveTo>
                  <a:cubicBezTo>
                    <a:pt x="307" y="59"/>
                    <a:pt x="307" y="61"/>
                    <a:pt x="307" y="62"/>
                  </a:cubicBezTo>
                  <a:cubicBezTo>
                    <a:pt x="307" y="64"/>
                    <a:pt x="306" y="67"/>
                    <a:pt x="305" y="69"/>
                  </a:cubicBezTo>
                  <a:cubicBezTo>
                    <a:pt x="305" y="70"/>
                    <a:pt x="303" y="73"/>
                    <a:pt x="302" y="74"/>
                  </a:cubicBezTo>
                  <a:cubicBezTo>
                    <a:pt x="301" y="74"/>
                    <a:pt x="300" y="75"/>
                    <a:pt x="299" y="76"/>
                  </a:cubicBezTo>
                  <a:cubicBezTo>
                    <a:pt x="298" y="77"/>
                    <a:pt x="297" y="80"/>
                    <a:pt x="296" y="81"/>
                  </a:cubicBezTo>
                  <a:cubicBezTo>
                    <a:pt x="296" y="82"/>
                    <a:pt x="295" y="84"/>
                    <a:pt x="295" y="85"/>
                  </a:cubicBezTo>
                  <a:cubicBezTo>
                    <a:pt x="295" y="86"/>
                    <a:pt x="295" y="87"/>
                    <a:pt x="295" y="88"/>
                  </a:cubicBezTo>
                  <a:cubicBezTo>
                    <a:pt x="294" y="89"/>
                    <a:pt x="293" y="92"/>
                    <a:pt x="293" y="93"/>
                  </a:cubicBezTo>
                  <a:cubicBezTo>
                    <a:pt x="292" y="94"/>
                    <a:pt x="292" y="96"/>
                    <a:pt x="292" y="97"/>
                  </a:cubicBezTo>
                  <a:cubicBezTo>
                    <a:pt x="291" y="98"/>
                    <a:pt x="292" y="101"/>
                    <a:pt x="292" y="102"/>
                  </a:cubicBezTo>
                  <a:cubicBezTo>
                    <a:pt x="291" y="103"/>
                    <a:pt x="291" y="105"/>
                    <a:pt x="290" y="106"/>
                  </a:cubicBezTo>
                  <a:cubicBezTo>
                    <a:pt x="289" y="108"/>
                    <a:pt x="286" y="110"/>
                    <a:pt x="286" y="112"/>
                  </a:cubicBezTo>
                  <a:cubicBezTo>
                    <a:pt x="285" y="114"/>
                    <a:pt x="285" y="118"/>
                    <a:pt x="284" y="119"/>
                  </a:cubicBezTo>
                  <a:cubicBezTo>
                    <a:pt x="284" y="122"/>
                    <a:pt x="282" y="126"/>
                    <a:pt x="282" y="129"/>
                  </a:cubicBezTo>
                  <a:cubicBezTo>
                    <a:pt x="281" y="131"/>
                    <a:pt x="281" y="137"/>
                    <a:pt x="281" y="140"/>
                  </a:cubicBezTo>
                  <a:cubicBezTo>
                    <a:pt x="281" y="142"/>
                    <a:pt x="280" y="147"/>
                    <a:pt x="281" y="149"/>
                  </a:cubicBezTo>
                  <a:cubicBezTo>
                    <a:pt x="281" y="150"/>
                    <a:pt x="281" y="152"/>
                    <a:pt x="281" y="153"/>
                  </a:cubicBezTo>
                  <a:cubicBezTo>
                    <a:pt x="282" y="154"/>
                    <a:pt x="283" y="157"/>
                    <a:pt x="283" y="158"/>
                  </a:cubicBezTo>
                  <a:cubicBezTo>
                    <a:pt x="284" y="158"/>
                    <a:pt x="286" y="159"/>
                    <a:pt x="287" y="160"/>
                  </a:cubicBezTo>
                  <a:cubicBezTo>
                    <a:pt x="287" y="161"/>
                    <a:pt x="287" y="162"/>
                    <a:pt x="287" y="163"/>
                  </a:cubicBezTo>
                  <a:cubicBezTo>
                    <a:pt x="286" y="163"/>
                    <a:pt x="285" y="165"/>
                    <a:pt x="284" y="165"/>
                  </a:cubicBezTo>
                  <a:cubicBezTo>
                    <a:pt x="284" y="165"/>
                    <a:pt x="282" y="165"/>
                    <a:pt x="281" y="165"/>
                  </a:cubicBezTo>
                  <a:cubicBezTo>
                    <a:pt x="280" y="165"/>
                    <a:pt x="279" y="164"/>
                    <a:pt x="278" y="164"/>
                  </a:cubicBezTo>
                  <a:cubicBezTo>
                    <a:pt x="276" y="164"/>
                    <a:pt x="273" y="165"/>
                    <a:pt x="272" y="166"/>
                  </a:cubicBezTo>
                  <a:cubicBezTo>
                    <a:pt x="271" y="167"/>
                    <a:pt x="270" y="168"/>
                    <a:pt x="269" y="169"/>
                  </a:cubicBezTo>
                  <a:cubicBezTo>
                    <a:pt x="269" y="170"/>
                    <a:pt x="268" y="173"/>
                    <a:pt x="268" y="174"/>
                  </a:cubicBezTo>
                  <a:cubicBezTo>
                    <a:pt x="268" y="175"/>
                    <a:pt x="269" y="178"/>
                    <a:pt x="269" y="179"/>
                  </a:cubicBezTo>
                  <a:cubicBezTo>
                    <a:pt x="269" y="181"/>
                    <a:pt x="267" y="183"/>
                    <a:pt x="267" y="184"/>
                  </a:cubicBezTo>
                  <a:cubicBezTo>
                    <a:pt x="266" y="185"/>
                    <a:pt x="266" y="186"/>
                    <a:pt x="265" y="186"/>
                  </a:cubicBezTo>
                  <a:cubicBezTo>
                    <a:pt x="264" y="187"/>
                    <a:pt x="263" y="188"/>
                    <a:pt x="262" y="189"/>
                  </a:cubicBezTo>
                  <a:cubicBezTo>
                    <a:pt x="261" y="189"/>
                    <a:pt x="259" y="189"/>
                    <a:pt x="258" y="190"/>
                  </a:cubicBezTo>
                  <a:cubicBezTo>
                    <a:pt x="257" y="190"/>
                    <a:pt x="255" y="192"/>
                    <a:pt x="255" y="193"/>
                  </a:cubicBezTo>
                  <a:cubicBezTo>
                    <a:pt x="254" y="194"/>
                    <a:pt x="253" y="195"/>
                    <a:pt x="252" y="196"/>
                  </a:cubicBezTo>
                  <a:cubicBezTo>
                    <a:pt x="252" y="196"/>
                    <a:pt x="250" y="197"/>
                    <a:pt x="249" y="198"/>
                  </a:cubicBezTo>
                  <a:cubicBezTo>
                    <a:pt x="248" y="199"/>
                    <a:pt x="245" y="201"/>
                    <a:pt x="244" y="202"/>
                  </a:cubicBezTo>
                  <a:cubicBezTo>
                    <a:pt x="244" y="204"/>
                    <a:pt x="244" y="208"/>
                    <a:pt x="244" y="210"/>
                  </a:cubicBezTo>
                  <a:cubicBezTo>
                    <a:pt x="245" y="211"/>
                    <a:pt x="244" y="214"/>
                    <a:pt x="245" y="215"/>
                  </a:cubicBezTo>
                  <a:cubicBezTo>
                    <a:pt x="245" y="216"/>
                    <a:pt x="246" y="219"/>
                    <a:pt x="246" y="220"/>
                  </a:cubicBezTo>
                  <a:cubicBezTo>
                    <a:pt x="247" y="221"/>
                    <a:pt x="247" y="223"/>
                    <a:pt x="248" y="223"/>
                  </a:cubicBezTo>
                  <a:cubicBezTo>
                    <a:pt x="248" y="224"/>
                    <a:pt x="249" y="225"/>
                    <a:pt x="249" y="226"/>
                  </a:cubicBezTo>
                  <a:cubicBezTo>
                    <a:pt x="250" y="227"/>
                    <a:pt x="250" y="229"/>
                    <a:pt x="250" y="230"/>
                  </a:cubicBezTo>
                  <a:cubicBezTo>
                    <a:pt x="249" y="230"/>
                    <a:pt x="249" y="232"/>
                    <a:pt x="249" y="233"/>
                  </a:cubicBezTo>
                  <a:cubicBezTo>
                    <a:pt x="248" y="233"/>
                    <a:pt x="247" y="235"/>
                    <a:pt x="247" y="235"/>
                  </a:cubicBezTo>
                  <a:cubicBezTo>
                    <a:pt x="247" y="236"/>
                    <a:pt x="248" y="237"/>
                    <a:pt x="248" y="238"/>
                  </a:cubicBezTo>
                  <a:cubicBezTo>
                    <a:pt x="249" y="238"/>
                    <a:pt x="251" y="239"/>
                    <a:pt x="251" y="240"/>
                  </a:cubicBezTo>
                  <a:cubicBezTo>
                    <a:pt x="252" y="241"/>
                    <a:pt x="251" y="243"/>
                    <a:pt x="252" y="244"/>
                  </a:cubicBezTo>
                  <a:cubicBezTo>
                    <a:pt x="252" y="244"/>
                    <a:pt x="253" y="245"/>
                    <a:pt x="254" y="245"/>
                  </a:cubicBezTo>
                  <a:cubicBezTo>
                    <a:pt x="254" y="246"/>
                    <a:pt x="253" y="248"/>
                    <a:pt x="252" y="248"/>
                  </a:cubicBezTo>
                  <a:cubicBezTo>
                    <a:pt x="252" y="249"/>
                    <a:pt x="251" y="250"/>
                    <a:pt x="250" y="250"/>
                  </a:cubicBezTo>
                  <a:cubicBezTo>
                    <a:pt x="249" y="251"/>
                    <a:pt x="248" y="251"/>
                    <a:pt x="247" y="252"/>
                  </a:cubicBezTo>
                  <a:cubicBezTo>
                    <a:pt x="246" y="253"/>
                    <a:pt x="246" y="256"/>
                    <a:pt x="245" y="257"/>
                  </a:cubicBezTo>
                  <a:cubicBezTo>
                    <a:pt x="244" y="258"/>
                    <a:pt x="243" y="259"/>
                    <a:pt x="243" y="261"/>
                  </a:cubicBezTo>
                  <a:cubicBezTo>
                    <a:pt x="242" y="262"/>
                    <a:pt x="242" y="264"/>
                    <a:pt x="242" y="265"/>
                  </a:cubicBezTo>
                  <a:cubicBezTo>
                    <a:pt x="242" y="266"/>
                    <a:pt x="240" y="269"/>
                    <a:pt x="239" y="270"/>
                  </a:cubicBezTo>
                  <a:cubicBezTo>
                    <a:pt x="238" y="271"/>
                    <a:pt x="236" y="272"/>
                    <a:pt x="235" y="273"/>
                  </a:cubicBezTo>
                  <a:cubicBezTo>
                    <a:pt x="235" y="273"/>
                    <a:pt x="234" y="275"/>
                    <a:pt x="234" y="276"/>
                  </a:cubicBezTo>
                  <a:cubicBezTo>
                    <a:pt x="234" y="277"/>
                    <a:pt x="237" y="278"/>
                    <a:pt x="237" y="279"/>
                  </a:cubicBezTo>
                  <a:cubicBezTo>
                    <a:pt x="237" y="280"/>
                    <a:pt x="236" y="282"/>
                    <a:pt x="235" y="283"/>
                  </a:cubicBezTo>
                  <a:cubicBezTo>
                    <a:pt x="235" y="283"/>
                    <a:pt x="234" y="285"/>
                    <a:pt x="233" y="286"/>
                  </a:cubicBezTo>
                  <a:cubicBezTo>
                    <a:pt x="232" y="286"/>
                    <a:pt x="230" y="285"/>
                    <a:pt x="229" y="286"/>
                  </a:cubicBezTo>
                  <a:cubicBezTo>
                    <a:pt x="228" y="286"/>
                    <a:pt x="227" y="288"/>
                    <a:pt x="226" y="289"/>
                  </a:cubicBezTo>
                  <a:cubicBezTo>
                    <a:pt x="226" y="290"/>
                    <a:pt x="227" y="293"/>
                    <a:pt x="226" y="294"/>
                  </a:cubicBezTo>
                  <a:cubicBezTo>
                    <a:pt x="226" y="295"/>
                    <a:pt x="223" y="296"/>
                    <a:pt x="223" y="297"/>
                  </a:cubicBezTo>
                  <a:cubicBezTo>
                    <a:pt x="223" y="298"/>
                    <a:pt x="224" y="301"/>
                    <a:pt x="224" y="302"/>
                  </a:cubicBezTo>
                  <a:cubicBezTo>
                    <a:pt x="225" y="302"/>
                    <a:pt x="225" y="304"/>
                    <a:pt x="225" y="305"/>
                  </a:cubicBezTo>
                  <a:cubicBezTo>
                    <a:pt x="224" y="305"/>
                    <a:pt x="222" y="305"/>
                    <a:pt x="222" y="305"/>
                  </a:cubicBezTo>
                  <a:cubicBezTo>
                    <a:pt x="221" y="305"/>
                    <a:pt x="219" y="305"/>
                    <a:pt x="219" y="305"/>
                  </a:cubicBezTo>
                  <a:cubicBezTo>
                    <a:pt x="218" y="306"/>
                    <a:pt x="216" y="308"/>
                    <a:pt x="215" y="309"/>
                  </a:cubicBezTo>
                  <a:cubicBezTo>
                    <a:pt x="214" y="309"/>
                    <a:pt x="213" y="309"/>
                    <a:pt x="213" y="310"/>
                  </a:cubicBezTo>
                  <a:cubicBezTo>
                    <a:pt x="212" y="310"/>
                    <a:pt x="209" y="309"/>
                    <a:pt x="208" y="310"/>
                  </a:cubicBezTo>
                  <a:cubicBezTo>
                    <a:pt x="208" y="310"/>
                    <a:pt x="206" y="311"/>
                    <a:pt x="205" y="311"/>
                  </a:cubicBezTo>
                  <a:cubicBezTo>
                    <a:pt x="205" y="311"/>
                    <a:pt x="203" y="312"/>
                    <a:pt x="203" y="313"/>
                  </a:cubicBezTo>
                  <a:cubicBezTo>
                    <a:pt x="202" y="313"/>
                    <a:pt x="200" y="315"/>
                    <a:pt x="200" y="316"/>
                  </a:cubicBezTo>
                  <a:cubicBezTo>
                    <a:pt x="199" y="317"/>
                    <a:pt x="197" y="318"/>
                    <a:pt x="196" y="318"/>
                  </a:cubicBezTo>
                  <a:cubicBezTo>
                    <a:pt x="195" y="319"/>
                    <a:pt x="193" y="320"/>
                    <a:pt x="191" y="321"/>
                  </a:cubicBezTo>
                  <a:cubicBezTo>
                    <a:pt x="190" y="321"/>
                    <a:pt x="188" y="322"/>
                    <a:pt x="187" y="323"/>
                  </a:cubicBezTo>
                  <a:cubicBezTo>
                    <a:pt x="186" y="323"/>
                    <a:pt x="183" y="324"/>
                    <a:pt x="182" y="324"/>
                  </a:cubicBezTo>
                  <a:cubicBezTo>
                    <a:pt x="181" y="324"/>
                    <a:pt x="180" y="324"/>
                    <a:pt x="179" y="325"/>
                  </a:cubicBezTo>
                  <a:cubicBezTo>
                    <a:pt x="178" y="325"/>
                    <a:pt x="176" y="325"/>
                    <a:pt x="175" y="325"/>
                  </a:cubicBezTo>
                  <a:cubicBezTo>
                    <a:pt x="174" y="325"/>
                    <a:pt x="171" y="326"/>
                    <a:pt x="170" y="326"/>
                  </a:cubicBezTo>
                  <a:cubicBezTo>
                    <a:pt x="169" y="326"/>
                    <a:pt x="167" y="325"/>
                    <a:pt x="166" y="326"/>
                  </a:cubicBezTo>
                  <a:cubicBezTo>
                    <a:pt x="165" y="326"/>
                    <a:pt x="163" y="326"/>
                    <a:pt x="162" y="326"/>
                  </a:cubicBezTo>
                  <a:cubicBezTo>
                    <a:pt x="161" y="326"/>
                    <a:pt x="158" y="326"/>
                    <a:pt x="157" y="326"/>
                  </a:cubicBezTo>
                  <a:cubicBezTo>
                    <a:pt x="156" y="327"/>
                    <a:pt x="154" y="327"/>
                    <a:pt x="152" y="328"/>
                  </a:cubicBezTo>
                  <a:cubicBezTo>
                    <a:pt x="151" y="328"/>
                    <a:pt x="149" y="330"/>
                    <a:pt x="149" y="330"/>
                  </a:cubicBezTo>
                  <a:cubicBezTo>
                    <a:pt x="148" y="331"/>
                    <a:pt x="147" y="332"/>
                    <a:pt x="146" y="333"/>
                  </a:cubicBezTo>
                  <a:cubicBezTo>
                    <a:pt x="146" y="334"/>
                    <a:pt x="144" y="335"/>
                    <a:pt x="143" y="335"/>
                  </a:cubicBezTo>
                  <a:cubicBezTo>
                    <a:pt x="142" y="336"/>
                    <a:pt x="140" y="336"/>
                    <a:pt x="139" y="336"/>
                  </a:cubicBezTo>
                  <a:cubicBezTo>
                    <a:pt x="137" y="336"/>
                    <a:pt x="135" y="336"/>
                    <a:pt x="133" y="335"/>
                  </a:cubicBezTo>
                  <a:cubicBezTo>
                    <a:pt x="132" y="335"/>
                    <a:pt x="131" y="334"/>
                    <a:pt x="130" y="334"/>
                  </a:cubicBezTo>
                  <a:cubicBezTo>
                    <a:pt x="128" y="334"/>
                    <a:pt x="126" y="334"/>
                    <a:pt x="125" y="334"/>
                  </a:cubicBezTo>
                  <a:cubicBezTo>
                    <a:pt x="124" y="334"/>
                    <a:pt x="122" y="333"/>
                    <a:pt x="121" y="332"/>
                  </a:cubicBezTo>
                  <a:cubicBezTo>
                    <a:pt x="120" y="332"/>
                    <a:pt x="117" y="331"/>
                    <a:pt x="116" y="331"/>
                  </a:cubicBezTo>
                  <a:cubicBezTo>
                    <a:pt x="114" y="331"/>
                    <a:pt x="111" y="331"/>
                    <a:pt x="109" y="331"/>
                  </a:cubicBezTo>
                  <a:cubicBezTo>
                    <a:pt x="108" y="331"/>
                    <a:pt x="105" y="331"/>
                    <a:pt x="103" y="332"/>
                  </a:cubicBezTo>
                  <a:cubicBezTo>
                    <a:pt x="102" y="332"/>
                    <a:pt x="101" y="333"/>
                    <a:pt x="100" y="334"/>
                  </a:cubicBezTo>
                  <a:cubicBezTo>
                    <a:pt x="99" y="334"/>
                    <a:pt x="97" y="333"/>
                    <a:pt x="96" y="333"/>
                  </a:cubicBezTo>
                  <a:cubicBezTo>
                    <a:pt x="94" y="333"/>
                    <a:pt x="91" y="332"/>
                    <a:pt x="89" y="332"/>
                  </a:cubicBezTo>
                  <a:cubicBezTo>
                    <a:pt x="88" y="332"/>
                    <a:pt x="86" y="332"/>
                    <a:pt x="85" y="332"/>
                  </a:cubicBezTo>
                  <a:cubicBezTo>
                    <a:pt x="85" y="333"/>
                    <a:pt x="85" y="333"/>
                    <a:pt x="84" y="333"/>
                  </a:cubicBezTo>
                  <a:cubicBezTo>
                    <a:pt x="83" y="331"/>
                    <a:pt x="81" y="328"/>
                    <a:pt x="81" y="326"/>
                  </a:cubicBezTo>
                  <a:cubicBezTo>
                    <a:pt x="80" y="324"/>
                    <a:pt x="81" y="319"/>
                    <a:pt x="81" y="316"/>
                  </a:cubicBezTo>
                  <a:cubicBezTo>
                    <a:pt x="81" y="315"/>
                    <a:pt x="80" y="311"/>
                    <a:pt x="80" y="310"/>
                  </a:cubicBezTo>
                  <a:cubicBezTo>
                    <a:pt x="80" y="307"/>
                    <a:pt x="80" y="302"/>
                    <a:pt x="80" y="300"/>
                  </a:cubicBezTo>
                  <a:cubicBezTo>
                    <a:pt x="80" y="299"/>
                    <a:pt x="82" y="297"/>
                    <a:pt x="82" y="296"/>
                  </a:cubicBezTo>
                  <a:cubicBezTo>
                    <a:pt x="82" y="295"/>
                    <a:pt x="82" y="291"/>
                    <a:pt x="82" y="290"/>
                  </a:cubicBezTo>
                  <a:cubicBezTo>
                    <a:pt x="82" y="288"/>
                    <a:pt x="80" y="285"/>
                    <a:pt x="80" y="283"/>
                  </a:cubicBezTo>
                  <a:cubicBezTo>
                    <a:pt x="79" y="282"/>
                    <a:pt x="77" y="280"/>
                    <a:pt x="76" y="278"/>
                  </a:cubicBezTo>
                  <a:cubicBezTo>
                    <a:pt x="75" y="277"/>
                    <a:pt x="73" y="274"/>
                    <a:pt x="72" y="272"/>
                  </a:cubicBezTo>
                  <a:cubicBezTo>
                    <a:pt x="71" y="270"/>
                    <a:pt x="72" y="266"/>
                    <a:pt x="72" y="264"/>
                  </a:cubicBezTo>
                  <a:cubicBezTo>
                    <a:pt x="72" y="263"/>
                    <a:pt x="72" y="260"/>
                    <a:pt x="71" y="259"/>
                  </a:cubicBezTo>
                  <a:cubicBezTo>
                    <a:pt x="71" y="258"/>
                    <a:pt x="69" y="257"/>
                    <a:pt x="69" y="256"/>
                  </a:cubicBezTo>
                  <a:cubicBezTo>
                    <a:pt x="68" y="256"/>
                    <a:pt x="67" y="257"/>
                    <a:pt x="66" y="256"/>
                  </a:cubicBezTo>
                  <a:cubicBezTo>
                    <a:pt x="66" y="256"/>
                    <a:pt x="64" y="255"/>
                    <a:pt x="63" y="254"/>
                  </a:cubicBezTo>
                  <a:cubicBezTo>
                    <a:pt x="63" y="254"/>
                    <a:pt x="61" y="253"/>
                    <a:pt x="60" y="253"/>
                  </a:cubicBezTo>
                  <a:cubicBezTo>
                    <a:pt x="60" y="252"/>
                    <a:pt x="58" y="251"/>
                    <a:pt x="58" y="250"/>
                  </a:cubicBezTo>
                  <a:cubicBezTo>
                    <a:pt x="57" y="249"/>
                    <a:pt x="57" y="247"/>
                    <a:pt x="58" y="247"/>
                  </a:cubicBezTo>
                  <a:cubicBezTo>
                    <a:pt x="58" y="246"/>
                    <a:pt x="58" y="244"/>
                    <a:pt x="58" y="244"/>
                  </a:cubicBezTo>
                  <a:cubicBezTo>
                    <a:pt x="58" y="243"/>
                    <a:pt x="58" y="241"/>
                    <a:pt x="58" y="240"/>
                  </a:cubicBezTo>
                  <a:cubicBezTo>
                    <a:pt x="57" y="240"/>
                    <a:pt x="56" y="238"/>
                    <a:pt x="56" y="238"/>
                  </a:cubicBezTo>
                  <a:cubicBezTo>
                    <a:pt x="54" y="236"/>
                    <a:pt x="50" y="234"/>
                    <a:pt x="48" y="233"/>
                  </a:cubicBezTo>
                  <a:cubicBezTo>
                    <a:pt x="48" y="233"/>
                    <a:pt x="47" y="233"/>
                    <a:pt x="47" y="233"/>
                  </a:cubicBezTo>
                  <a:cubicBezTo>
                    <a:pt x="47" y="232"/>
                    <a:pt x="47" y="231"/>
                    <a:pt x="47" y="231"/>
                  </a:cubicBezTo>
                  <a:cubicBezTo>
                    <a:pt x="47" y="229"/>
                    <a:pt x="45" y="228"/>
                    <a:pt x="45" y="226"/>
                  </a:cubicBezTo>
                  <a:cubicBezTo>
                    <a:pt x="45" y="225"/>
                    <a:pt x="46" y="221"/>
                    <a:pt x="46" y="220"/>
                  </a:cubicBezTo>
                  <a:cubicBezTo>
                    <a:pt x="47" y="219"/>
                    <a:pt x="49" y="217"/>
                    <a:pt x="50" y="216"/>
                  </a:cubicBezTo>
                  <a:cubicBezTo>
                    <a:pt x="51" y="215"/>
                    <a:pt x="53" y="213"/>
                    <a:pt x="53" y="212"/>
                  </a:cubicBezTo>
                  <a:cubicBezTo>
                    <a:pt x="54" y="211"/>
                    <a:pt x="55" y="208"/>
                    <a:pt x="55" y="207"/>
                  </a:cubicBezTo>
                  <a:cubicBezTo>
                    <a:pt x="55" y="206"/>
                    <a:pt x="56" y="204"/>
                    <a:pt x="56" y="203"/>
                  </a:cubicBezTo>
                  <a:cubicBezTo>
                    <a:pt x="56" y="202"/>
                    <a:pt x="54" y="199"/>
                    <a:pt x="55" y="197"/>
                  </a:cubicBezTo>
                  <a:cubicBezTo>
                    <a:pt x="55" y="196"/>
                    <a:pt x="57" y="195"/>
                    <a:pt x="57" y="194"/>
                  </a:cubicBezTo>
                  <a:cubicBezTo>
                    <a:pt x="58" y="193"/>
                    <a:pt x="58" y="191"/>
                    <a:pt x="59" y="190"/>
                  </a:cubicBezTo>
                  <a:cubicBezTo>
                    <a:pt x="59" y="188"/>
                    <a:pt x="59" y="186"/>
                    <a:pt x="60" y="184"/>
                  </a:cubicBezTo>
                  <a:cubicBezTo>
                    <a:pt x="60" y="184"/>
                    <a:pt x="62" y="183"/>
                    <a:pt x="63" y="183"/>
                  </a:cubicBezTo>
                  <a:cubicBezTo>
                    <a:pt x="64" y="182"/>
                    <a:pt x="66" y="180"/>
                    <a:pt x="67" y="180"/>
                  </a:cubicBezTo>
                  <a:cubicBezTo>
                    <a:pt x="68" y="180"/>
                    <a:pt x="70" y="180"/>
                    <a:pt x="71" y="180"/>
                  </a:cubicBezTo>
                  <a:cubicBezTo>
                    <a:pt x="72" y="179"/>
                    <a:pt x="74" y="177"/>
                    <a:pt x="74" y="176"/>
                  </a:cubicBezTo>
                  <a:cubicBezTo>
                    <a:pt x="74" y="175"/>
                    <a:pt x="74" y="173"/>
                    <a:pt x="74" y="172"/>
                  </a:cubicBezTo>
                  <a:cubicBezTo>
                    <a:pt x="75" y="171"/>
                    <a:pt x="77" y="170"/>
                    <a:pt x="78" y="169"/>
                  </a:cubicBezTo>
                  <a:cubicBezTo>
                    <a:pt x="79" y="169"/>
                    <a:pt x="82" y="167"/>
                    <a:pt x="83" y="166"/>
                  </a:cubicBezTo>
                  <a:cubicBezTo>
                    <a:pt x="84" y="165"/>
                    <a:pt x="87" y="162"/>
                    <a:pt x="88" y="160"/>
                  </a:cubicBezTo>
                  <a:cubicBezTo>
                    <a:pt x="89" y="159"/>
                    <a:pt x="90" y="156"/>
                    <a:pt x="91" y="154"/>
                  </a:cubicBezTo>
                  <a:cubicBezTo>
                    <a:pt x="92" y="153"/>
                    <a:pt x="93" y="151"/>
                    <a:pt x="94" y="150"/>
                  </a:cubicBezTo>
                  <a:cubicBezTo>
                    <a:pt x="95" y="149"/>
                    <a:pt x="97" y="148"/>
                    <a:pt x="97" y="146"/>
                  </a:cubicBezTo>
                  <a:cubicBezTo>
                    <a:pt x="98" y="145"/>
                    <a:pt x="98" y="141"/>
                    <a:pt x="97" y="139"/>
                  </a:cubicBezTo>
                  <a:cubicBezTo>
                    <a:pt x="97" y="137"/>
                    <a:pt x="95" y="134"/>
                    <a:pt x="93" y="133"/>
                  </a:cubicBezTo>
                  <a:cubicBezTo>
                    <a:pt x="92" y="132"/>
                    <a:pt x="90" y="132"/>
                    <a:pt x="89" y="133"/>
                  </a:cubicBezTo>
                  <a:cubicBezTo>
                    <a:pt x="88" y="133"/>
                    <a:pt x="87" y="134"/>
                    <a:pt x="87" y="135"/>
                  </a:cubicBezTo>
                  <a:cubicBezTo>
                    <a:pt x="86" y="136"/>
                    <a:pt x="86" y="139"/>
                    <a:pt x="85" y="139"/>
                  </a:cubicBezTo>
                  <a:cubicBezTo>
                    <a:pt x="84" y="140"/>
                    <a:pt x="82" y="140"/>
                    <a:pt x="81" y="140"/>
                  </a:cubicBezTo>
                  <a:cubicBezTo>
                    <a:pt x="79" y="140"/>
                    <a:pt x="74" y="140"/>
                    <a:pt x="72" y="140"/>
                  </a:cubicBezTo>
                  <a:cubicBezTo>
                    <a:pt x="70" y="140"/>
                    <a:pt x="64" y="141"/>
                    <a:pt x="62" y="140"/>
                  </a:cubicBezTo>
                  <a:cubicBezTo>
                    <a:pt x="60" y="140"/>
                    <a:pt x="57" y="139"/>
                    <a:pt x="56" y="139"/>
                  </a:cubicBezTo>
                  <a:cubicBezTo>
                    <a:pt x="54" y="138"/>
                    <a:pt x="51" y="138"/>
                    <a:pt x="50" y="137"/>
                  </a:cubicBezTo>
                  <a:cubicBezTo>
                    <a:pt x="49" y="137"/>
                    <a:pt x="47" y="136"/>
                    <a:pt x="46" y="135"/>
                  </a:cubicBezTo>
                  <a:cubicBezTo>
                    <a:pt x="44" y="134"/>
                    <a:pt x="40" y="133"/>
                    <a:pt x="38" y="131"/>
                  </a:cubicBezTo>
                  <a:cubicBezTo>
                    <a:pt x="37" y="130"/>
                    <a:pt x="36" y="128"/>
                    <a:pt x="35" y="127"/>
                  </a:cubicBezTo>
                  <a:cubicBezTo>
                    <a:pt x="35" y="125"/>
                    <a:pt x="35" y="122"/>
                    <a:pt x="35" y="120"/>
                  </a:cubicBezTo>
                  <a:cubicBezTo>
                    <a:pt x="35" y="120"/>
                    <a:pt x="36" y="118"/>
                    <a:pt x="36" y="117"/>
                  </a:cubicBezTo>
                  <a:cubicBezTo>
                    <a:pt x="37" y="116"/>
                    <a:pt x="36" y="113"/>
                    <a:pt x="36" y="112"/>
                  </a:cubicBezTo>
                  <a:cubicBezTo>
                    <a:pt x="36" y="110"/>
                    <a:pt x="37" y="106"/>
                    <a:pt x="37" y="104"/>
                  </a:cubicBezTo>
                  <a:cubicBezTo>
                    <a:pt x="37" y="103"/>
                    <a:pt x="38" y="101"/>
                    <a:pt x="37" y="100"/>
                  </a:cubicBezTo>
                  <a:cubicBezTo>
                    <a:pt x="36" y="99"/>
                    <a:pt x="34" y="99"/>
                    <a:pt x="33" y="98"/>
                  </a:cubicBezTo>
                  <a:cubicBezTo>
                    <a:pt x="32" y="97"/>
                    <a:pt x="31" y="94"/>
                    <a:pt x="30" y="94"/>
                  </a:cubicBezTo>
                  <a:cubicBezTo>
                    <a:pt x="30" y="94"/>
                    <a:pt x="28" y="94"/>
                    <a:pt x="28" y="94"/>
                  </a:cubicBezTo>
                  <a:cubicBezTo>
                    <a:pt x="27" y="94"/>
                    <a:pt x="25" y="95"/>
                    <a:pt x="24" y="96"/>
                  </a:cubicBezTo>
                  <a:cubicBezTo>
                    <a:pt x="23" y="96"/>
                    <a:pt x="21" y="98"/>
                    <a:pt x="20" y="98"/>
                  </a:cubicBezTo>
                  <a:cubicBezTo>
                    <a:pt x="20" y="98"/>
                    <a:pt x="19" y="99"/>
                    <a:pt x="18" y="98"/>
                  </a:cubicBezTo>
                  <a:cubicBezTo>
                    <a:pt x="17" y="98"/>
                    <a:pt x="18" y="95"/>
                    <a:pt x="17" y="95"/>
                  </a:cubicBezTo>
                  <a:cubicBezTo>
                    <a:pt x="16" y="95"/>
                    <a:pt x="15" y="94"/>
                    <a:pt x="14" y="94"/>
                  </a:cubicBezTo>
                  <a:cubicBezTo>
                    <a:pt x="13" y="95"/>
                    <a:pt x="13" y="97"/>
                    <a:pt x="12" y="97"/>
                  </a:cubicBezTo>
                  <a:cubicBezTo>
                    <a:pt x="11" y="98"/>
                    <a:pt x="8" y="99"/>
                    <a:pt x="7" y="99"/>
                  </a:cubicBezTo>
                  <a:cubicBezTo>
                    <a:pt x="6" y="99"/>
                    <a:pt x="3" y="100"/>
                    <a:pt x="2" y="99"/>
                  </a:cubicBezTo>
                  <a:cubicBezTo>
                    <a:pt x="1" y="98"/>
                    <a:pt x="0" y="96"/>
                    <a:pt x="0" y="95"/>
                  </a:cubicBezTo>
                  <a:cubicBezTo>
                    <a:pt x="0" y="94"/>
                    <a:pt x="1" y="92"/>
                    <a:pt x="1" y="91"/>
                  </a:cubicBezTo>
                  <a:cubicBezTo>
                    <a:pt x="2" y="90"/>
                    <a:pt x="4" y="88"/>
                    <a:pt x="5" y="87"/>
                  </a:cubicBezTo>
                  <a:cubicBezTo>
                    <a:pt x="6" y="87"/>
                    <a:pt x="7" y="85"/>
                    <a:pt x="7" y="84"/>
                  </a:cubicBezTo>
                  <a:cubicBezTo>
                    <a:pt x="7" y="82"/>
                    <a:pt x="7" y="79"/>
                    <a:pt x="7" y="78"/>
                  </a:cubicBezTo>
                  <a:cubicBezTo>
                    <a:pt x="7" y="77"/>
                    <a:pt x="7" y="75"/>
                    <a:pt x="7" y="74"/>
                  </a:cubicBezTo>
                  <a:cubicBezTo>
                    <a:pt x="8" y="72"/>
                    <a:pt x="10" y="71"/>
                    <a:pt x="10" y="70"/>
                  </a:cubicBezTo>
                  <a:cubicBezTo>
                    <a:pt x="11" y="68"/>
                    <a:pt x="14" y="66"/>
                    <a:pt x="14" y="65"/>
                  </a:cubicBezTo>
                  <a:cubicBezTo>
                    <a:pt x="15" y="64"/>
                    <a:pt x="15" y="63"/>
                    <a:pt x="16" y="62"/>
                  </a:cubicBezTo>
                  <a:cubicBezTo>
                    <a:pt x="16" y="61"/>
                    <a:pt x="17" y="58"/>
                    <a:pt x="17" y="57"/>
                  </a:cubicBezTo>
                  <a:cubicBezTo>
                    <a:pt x="17" y="56"/>
                    <a:pt x="16" y="53"/>
                    <a:pt x="16" y="52"/>
                  </a:cubicBezTo>
                  <a:cubicBezTo>
                    <a:pt x="16" y="52"/>
                    <a:pt x="16" y="51"/>
                    <a:pt x="16" y="50"/>
                  </a:cubicBezTo>
                  <a:cubicBezTo>
                    <a:pt x="16" y="50"/>
                    <a:pt x="16" y="51"/>
                    <a:pt x="16" y="51"/>
                  </a:cubicBezTo>
                  <a:cubicBezTo>
                    <a:pt x="17" y="51"/>
                    <a:pt x="20" y="52"/>
                    <a:pt x="21" y="52"/>
                  </a:cubicBezTo>
                  <a:cubicBezTo>
                    <a:pt x="22" y="52"/>
                    <a:pt x="24" y="52"/>
                    <a:pt x="25" y="51"/>
                  </a:cubicBezTo>
                  <a:cubicBezTo>
                    <a:pt x="25" y="50"/>
                    <a:pt x="26" y="48"/>
                    <a:pt x="26" y="47"/>
                  </a:cubicBezTo>
                  <a:cubicBezTo>
                    <a:pt x="26" y="46"/>
                    <a:pt x="26" y="44"/>
                    <a:pt x="26" y="43"/>
                  </a:cubicBezTo>
                  <a:cubicBezTo>
                    <a:pt x="27" y="42"/>
                    <a:pt x="28" y="40"/>
                    <a:pt x="29" y="39"/>
                  </a:cubicBezTo>
                  <a:cubicBezTo>
                    <a:pt x="30" y="39"/>
                    <a:pt x="32" y="39"/>
                    <a:pt x="33" y="38"/>
                  </a:cubicBezTo>
                  <a:cubicBezTo>
                    <a:pt x="34" y="38"/>
                    <a:pt x="36" y="37"/>
                    <a:pt x="37" y="36"/>
                  </a:cubicBezTo>
                  <a:cubicBezTo>
                    <a:pt x="38" y="36"/>
                    <a:pt x="40" y="34"/>
                    <a:pt x="40" y="34"/>
                  </a:cubicBezTo>
                  <a:cubicBezTo>
                    <a:pt x="42" y="33"/>
                    <a:pt x="43" y="30"/>
                    <a:pt x="44" y="29"/>
                  </a:cubicBezTo>
                  <a:cubicBezTo>
                    <a:pt x="45" y="28"/>
                    <a:pt x="47" y="25"/>
                    <a:pt x="48" y="25"/>
                  </a:cubicBezTo>
                  <a:cubicBezTo>
                    <a:pt x="49" y="24"/>
                    <a:pt x="50" y="23"/>
                    <a:pt x="51" y="22"/>
                  </a:cubicBezTo>
                  <a:cubicBezTo>
                    <a:pt x="52" y="22"/>
                    <a:pt x="55" y="21"/>
                    <a:pt x="56" y="20"/>
                  </a:cubicBezTo>
                  <a:cubicBezTo>
                    <a:pt x="58" y="20"/>
                    <a:pt x="61" y="20"/>
                    <a:pt x="62" y="19"/>
                  </a:cubicBezTo>
                  <a:cubicBezTo>
                    <a:pt x="63" y="19"/>
                    <a:pt x="65" y="18"/>
                    <a:pt x="66" y="17"/>
                  </a:cubicBezTo>
                  <a:cubicBezTo>
                    <a:pt x="66" y="16"/>
                    <a:pt x="67" y="14"/>
                    <a:pt x="68" y="13"/>
                  </a:cubicBezTo>
                  <a:cubicBezTo>
                    <a:pt x="68" y="12"/>
                    <a:pt x="69" y="10"/>
                    <a:pt x="69" y="9"/>
                  </a:cubicBezTo>
                  <a:cubicBezTo>
                    <a:pt x="69" y="8"/>
                    <a:pt x="70" y="6"/>
                    <a:pt x="70" y="5"/>
                  </a:cubicBezTo>
                  <a:cubicBezTo>
                    <a:pt x="70" y="4"/>
                    <a:pt x="70" y="2"/>
                    <a:pt x="70" y="1"/>
                  </a:cubicBezTo>
                  <a:cubicBezTo>
                    <a:pt x="71" y="1"/>
                    <a:pt x="72" y="0"/>
                    <a:pt x="73" y="1"/>
                  </a:cubicBezTo>
                  <a:cubicBezTo>
                    <a:pt x="73" y="2"/>
                    <a:pt x="72" y="4"/>
                    <a:pt x="73" y="6"/>
                  </a:cubicBezTo>
                  <a:cubicBezTo>
                    <a:pt x="73" y="6"/>
                    <a:pt x="73" y="8"/>
                    <a:pt x="74" y="9"/>
                  </a:cubicBezTo>
                  <a:cubicBezTo>
                    <a:pt x="74" y="10"/>
                    <a:pt x="74" y="13"/>
                    <a:pt x="74" y="14"/>
                  </a:cubicBezTo>
                  <a:cubicBezTo>
                    <a:pt x="74" y="15"/>
                    <a:pt x="74" y="18"/>
                    <a:pt x="74" y="19"/>
                  </a:cubicBezTo>
                  <a:cubicBezTo>
                    <a:pt x="74" y="20"/>
                    <a:pt x="73" y="22"/>
                    <a:pt x="73" y="23"/>
                  </a:cubicBezTo>
                  <a:cubicBezTo>
                    <a:pt x="73" y="24"/>
                    <a:pt x="73" y="26"/>
                    <a:pt x="73" y="27"/>
                  </a:cubicBezTo>
                  <a:cubicBezTo>
                    <a:pt x="74" y="28"/>
                    <a:pt x="76" y="28"/>
                    <a:pt x="76" y="28"/>
                  </a:cubicBezTo>
                  <a:cubicBezTo>
                    <a:pt x="77" y="28"/>
                    <a:pt x="79" y="28"/>
                    <a:pt x="80" y="28"/>
                  </a:cubicBezTo>
                  <a:cubicBezTo>
                    <a:pt x="81" y="27"/>
                    <a:pt x="84" y="27"/>
                    <a:pt x="85" y="27"/>
                  </a:cubicBezTo>
                  <a:cubicBezTo>
                    <a:pt x="86" y="27"/>
                    <a:pt x="88" y="26"/>
                    <a:pt x="89" y="26"/>
                  </a:cubicBezTo>
                  <a:cubicBezTo>
                    <a:pt x="90" y="25"/>
                    <a:pt x="90" y="23"/>
                    <a:pt x="91" y="23"/>
                  </a:cubicBezTo>
                  <a:cubicBezTo>
                    <a:pt x="91" y="22"/>
                    <a:pt x="93" y="20"/>
                    <a:pt x="94" y="20"/>
                  </a:cubicBezTo>
                  <a:cubicBezTo>
                    <a:pt x="95" y="19"/>
                    <a:pt x="98" y="18"/>
                    <a:pt x="99" y="18"/>
                  </a:cubicBezTo>
                  <a:cubicBezTo>
                    <a:pt x="101" y="17"/>
                    <a:pt x="105" y="17"/>
                    <a:pt x="107" y="17"/>
                  </a:cubicBezTo>
                  <a:cubicBezTo>
                    <a:pt x="108" y="16"/>
                    <a:pt x="111" y="15"/>
                    <a:pt x="112" y="14"/>
                  </a:cubicBezTo>
                  <a:cubicBezTo>
                    <a:pt x="112" y="14"/>
                    <a:pt x="114" y="12"/>
                    <a:pt x="115" y="12"/>
                  </a:cubicBezTo>
                  <a:cubicBezTo>
                    <a:pt x="116" y="11"/>
                    <a:pt x="117" y="11"/>
                    <a:pt x="118" y="11"/>
                  </a:cubicBezTo>
                  <a:cubicBezTo>
                    <a:pt x="120" y="10"/>
                    <a:pt x="122" y="11"/>
                    <a:pt x="124" y="10"/>
                  </a:cubicBezTo>
                  <a:cubicBezTo>
                    <a:pt x="125" y="10"/>
                    <a:pt x="127" y="9"/>
                    <a:pt x="128" y="8"/>
                  </a:cubicBezTo>
                  <a:cubicBezTo>
                    <a:pt x="129" y="8"/>
                    <a:pt x="132" y="7"/>
                    <a:pt x="133" y="7"/>
                  </a:cubicBezTo>
                  <a:cubicBezTo>
                    <a:pt x="134" y="7"/>
                    <a:pt x="137" y="8"/>
                    <a:pt x="138" y="8"/>
                  </a:cubicBezTo>
                  <a:cubicBezTo>
                    <a:pt x="139" y="8"/>
                    <a:pt x="142" y="9"/>
                    <a:pt x="143" y="10"/>
                  </a:cubicBezTo>
                  <a:cubicBezTo>
                    <a:pt x="144" y="10"/>
                    <a:pt x="145" y="12"/>
                    <a:pt x="146" y="13"/>
                  </a:cubicBezTo>
                  <a:cubicBezTo>
                    <a:pt x="147" y="13"/>
                    <a:pt x="150" y="14"/>
                    <a:pt x="151" y="14"/>
                  </a:cubicBezTo>
                  <a:cubicBezTo>
                    <a:pt x="153" y="14"/>
                    <a:pt x="157" y="14"/>
                    <a:pt x="159" y="14"/>
                  </a:cubicBezTo>
                  <a:cubicBezTo>
                    <a:pt x="160" y="14"/>
                    <a:pt x="162" y="14"/>
                    <a:pt x="163" y="14"/>
                  </a:cubicBezTo>
                  <a:cubicBezTo>
                    <a:pt x="164" y="14"/>
                    <a:pt x="166" y="15"/>
                    <a:pt x="167" y="15"/>
                  </a:cubicBezTo>
                  <a:cubicBezTo>
                    <a:pt x="167" y="15"/>
                    <a:pt x="168" y="15"/>
                    <a:pt x="169" y="15"/>
                  </a:cubicBezTo>
                  <a:cubicBezTo>
                    <a:pt x="169" y="16"/>
                    <a:pt x="168" y="17"/>
                    <a:pt x="168" y="18"/>
                  </a:cubicBezTo>
                  <a:cubicBezTo>
                    <a:pt x="168" y="18"/>
                    <a:pt x="167" y="19"/>
                    <a:pt x="166" y="20"/>
                  </a:cubicBezTo>
                  <a:cubicBezTo>
                    <a:pt x="166" y="20"/>
                    <a:pt x="164" y="21"/>
                    <a:pt x="164" y="22"/>
                  </a:cubicBezTo>
                  <a:cubicBezTo>
                    <a:pt x="163" y="23"/>
                    <a:pt x="163" y="25"/>
                    <a:pt x="162" y="25"/>
                  </a:cubicBezTo>
                  <a:cubicBezTo>
                    <a:pt x="162" y="27"/>
                    <a:pt x="162" y="29"/>
                    <a:pt x="162" y="30"/>
                  </a:cubicBezTo>
                  <a:cubicBezTo>
                    <a:pt x="162" y="31"/>
                    <a:pt x="163" y="33"/>
                    <a:pt x="163" y="34"/>
                  </a:cubicBezTo>
                  <a:cubicBezTo>
                    <a:pt x="164" y="35"/>
                    <a:pt x="166" y="35"/>
                    <a:pt x="167" y="35"/>
                  </a:cubicBezTo>
                  <a:cubicBezTo>
                    <a:pt x="169" y="36"/>
                    <a:pt x="172" y="36"/>
                    <a:pt x="174" y="36"/>
                  </a:cubicBezTo>
                  <a:cubicBezTo>
                    <a:pt x="175" y="36"/>
                    <a:pt x="177" y="36"/>
                    <a:pt x="178" y="36"/>
                  </a:cubicBezTo>
                  <a:cubicBezTo>
                    <a:pt x="179" y="36"/>
                    <a:pt x="181" y="36"/>
                    <a:pt x="183" y="36"/>
                  </a:cubicBezTo>
                  <a:cubicBezTo>
                    <a:pt x="184" y="36"/>
                    <a:pt x="187" y="36"/>
                    <a:pt x="188" y="36"/>
                  </a:cubicBezTo>
                  <a:cubicBezTo>
                    <a:pt x="189" y="36"/>
                    <a:pt x="191" y="35"/>
                    <a:pt x="192" y="34"/>
                  </a:cubicBezTo>
                  <a:cubicBezTo>
                    <a:pt x="193" y="34"/>
                    <a:pt x="194" y="31"/>
                    <a:pt x="195" y="31"/>
                  </a:cubicBezTo>
                  <a:cubicBezTo>
                    <a:pt x="196" y="30"/>
                    <a:pt x="198" y="29"/>
                    <a:pt x="198" y="29"/>
                  </a:cubicBezTo>
                  <a:cubicBezTo>
                    <a:pt x="199" y="28"/>
                    <a:pt x="201" y="28"/>
                    <a:pt x="202" y="28"/>
                  </a:cubicBezTo>
                  <a:cubicBezTo>
                    <a:pt x="203" y="27"/>
                    <a:pt x="204" y="25"/>
                    <a:pt x="205" y="24"/>
                  </a:cubicBezTo>
                  <a:cubicBezTo>
                    <a:pt x="206" y="23"/>
                    <a:pt x="208" y="22"/>
                    <a:pt x="209" y="21"/>
                  </a:cubicBezTo>
                  <a:cubicBezTo>
                    <a:pt x="211" y="21"/>
                    <a:pt x="214" y="22"/>
                    <a:pt x="215" y="22"/>
                  </a:cubicBezTo>
                  <a:cubicBezTo>
                    <a:pt x="216" y="23"/>
                    <a:pt x="217" y="26"/>
                    <a:pt x="218" y="28"/>
                  </a:cubicBezTo>
                  <a:cubicBezTo>
                    <a:pt x="219" y="29"/>
                    <a:pt x="220" y="33"/>
                    <a:pt x="221" y="35"/>
                  </a:cubicBezTo>
                  <a:cubicBezTo>
                    <a:pt x="221" y="36"/>
                    <a:pt x="221" y="39"/>
                    <a:pt x="221" y="40"/>
                  </a:cubicBezTo>
                  <a:cubicBezTo>
                    <a:pt x="222" y="41"/>
                    <a:pt x="224" y="42"/>
                    <a:pt x="224" y="42"/>
                  </a:cubicBezTo>
                  <a:cubicBezTo>
                    <a:pt x="225" y="43"/>
                    <a:pt x="228" y="44"/>
                    <a:pt x="229" y="44"/>
                  </a:cubicBezTo>
                  <a:cubicBezTo>
                    <a:pt x="230" y="44"/>
                    <a:pt x="232" y="44"/>
                    <a:pt x="233" y="44"/>
                  </a:cubicBezTo>
                  <a:cubicBezTo>
                    <a:pt x="234" y="44"/>
                    <a:pt x="235" y="43"/>
                    <a:pt x="236" y="42"/>
                  </a:cubicBezTo>
                  <a:cubicBezTo>
                    <a:pt x="237" y="42"/>
                    <a:pt x="237" y="40"/>
                    <a:pt x="237" y="39"/>
                  </a:cubicBezTo>
                  <a:cubicBezTo>
                    <a:pt x="238" y="38"/>
                    <a:pt x="239" y="36"/>
                    <a:pt x="240" y="35"/>
                  </a:cubicBezTo>
                  <a:cubicBezTo>
                    <a:pt x="241" y="35"/>
                    <a:pt x="243" y="33"/>
                    <a:pt x="244" y="32"/>
                  </a:cubicBezTo>
                  <a:cubicBezTo>
                    <a:pt x="245" y="32"/>
                    <a:pt x="246" y="31"/>
                    <a:pt x="247" y="30"/>
                  </a:cubicBezTo>
                  <a:cubicBezTo>
                    <a:pt x="248" y="30"/>
                    <a:pt x="250" y="29"/>
                    <a:pt x="252" y="29"/>
                  </a:cubicBezTo>
                  <a:cubicBezTo>
                    <a:pt x="253" y="29"/>
                    <a:pt x="255" y="30"/>
                    <a:pt x="256" y="31"/>
                  </a:cubicBezTo>
                  <a:cubicBezTo>
                    <a:pt x="257" y="31"/>
                    <a:pt x="258" y="32"/>
                    <a:pt x="259" y="32"/>
                  </a:cubicBezTo>
                  <a:cubicBezTo>
                    <a:pt x="260" y="33"/>
                    <a:pt x="262" y="33"/>
                    <a:pt x="263" y="32"/>
                  </a:cubicBezTo>
                  <a:cubicBezTo>
                    <a:pt x="263" y="32"/>
                    <a:pt x="264" y="31"/>
                    <a:pt x="265" y="30"/>
                  </a:cubicBezTo>
                  <a:cubicBezTo>
                    <a:pt x="266" y="30"/>
                    <a:pt x="268" y="30"/>
                    <a:pt x="270" y="30"/>
                  </a:cubicBezTo>
                  <a:cubicBezTo>
                    <a:pt x="271" y="30"/>
                    <a:pt x="273" y="29"/>
                    <a:pt x="274" y="29"/>
                  </a:cubicBezTo>
                  <a:cubicBezTo>
                    <a:pt x="275" y="28"/>
                    <a:pt x="277" y="27"/>
                    <a:pt x="278" y="26"/>
                  </a:cubicBezTo>
                  <a:cubicBezTo>
                    <a:pt x="279" y="25"/>
                    <a:pt x="281" y="24"/>
                    <a:pt x="282" y="23"/>
                  </a:cubicBezTo>
                  <a:cubicBezTo>
                    <a:pt x="283" y="23"/>
                    <a:pt x="285" y="22"/>
                    <a:pt x="286" y="22"/>
                  </a:cubicBezTo>
                  <a:cubicBezTo>
                    <a:pt x="288" y="21"/>
                    <a:pt x="290" y="21"/>
                    <a:pt x="291" y="21"/>
                  </a:cubicBezTo>
                  <a:cubicBezTo>
                    <a:pt x="292" y="20"/>
                    <a:pt x="293" y="18"/>
                    <a:pt x="294" y="17"/>
                  </a:cubicBezTo>
                  <a:cubicBezTo>
                    <a:pt x="294" y="16"/>
                    <a:pt x="295" y="16"/>
                    <a:pt x="295" y="16"/>
                  </a:cubicBezTo>
                  <a:cubicBezTo>
                    <a:pt x="296" y="17"/>
                    <a:pt x="297" y="19"/>
                    <a:pt x="297" y="20"/>
                  </a:cubicBezTo>
                  <a:cubicBezTo>
                    <a:pt x="297" y="21"/>
                    <a:pt x="296" y="23"/>
                    <a:pt x="296" y="24"/>
                  </a:cubicBezTo>
                  <a:cubicBezTo>
                    <a:pt x="296" y="24"/>
                    <a:pt x="295" y="26"/>
                    <a:pt x="295" y="27"/>
                  </a:cubicBezTo>
                  <a:cubicBezTo>
                    <a:pt x="295" y="28"/>
                    <a:pt x="296" y="30"/>
                    <a:pt x="296" y="31"/>
                  </a:cubicBezTo>
                  <a:cubicBezTo>
                    <a:pt x="296" y="32"/>
                    <a:pt x="296" y="34"/>
                    <a:pt x="297" y="34"/>
                  </a:cubicBezTo>
                  <a:cubicBezTo>
                    <a:pt x="297" y="35"/>
                    <a:pt x="299" y="37"/>
                    <a:pt x="300" y="38"/>
                  </a:cubicBezTo>
                  <a:cubicBezTo>
                    <a:pt x="300" y="39"/>
                    <a:pt x="300" y="41"/>
                    <a:pt x="300" y="42"/>
                  </a:cubicBezTo>
                  <a:cubicBezTo>
                    <a:pt x="300" y="44"/>
                    <a:pt x="299" y="46"/>
                    <a:pt x="299" y="47"/>
                  </a:cubicBezTo>
                  <a:cubicBezTo>
                    <a:pt x="299" y="48"/>
                    <a:pt x="300" y="51"/>
                    <a:pt x="300" y="52"/>
                  </a:cubicBezTo>
                  <a:cubicBezTo>
                    <a:pt x="300" y="53"/>
                    <a:pt x="300" y="54"/>
                    <a:pt x="301" y="55"/>
                  </a:cubicBezTo>
                  <a:cubicBezTo>
                    <a:pt x="301" y="56"/>
                    <a:pt x="303" y="56"/>
                    <a:pt x="304" y="56"/>
                  </a:cubicBezTo>
                  <a:cubicBezTo>
                    <a:pt x="304" y="57"/>
                    <a:pt x="306" y="57"/>
                    <a:pt x="306" y="5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83"/>
            <p:cNvSpPr>
              <a:spLocks/>
            </p:cNvSpPr>
            <p:nvPr/>
          </p:nvSpPr>
          <p:spPr bwMode="auto">
            <a:xfrm>
              <a:off x="4332288" y="1711325"/>
              <a:ext cx="566738" cy="628650"/>
            </a:xfrm>
            <a:custGeom>
              <a:avLst/>
              <a:gdLst/>
              <a:ahLst/>
              <a:cxnLst>
                <a:cxn ang="0">
                  <a:pos x="170" y="29"/>
                </a:cxn>
                <a:cxn ang="0">
                  <a:pos x="195" y="29"/>
                </a:cxn>
                <a:cxn ang="0">
                  <a:pos x="216" y="28"/>
                </a:cxn>
                <a:cxn ang="0">
                  <a:pos x="236" y="21"/>
                </a:cxn>
                <a:cxn ang="0">
                  <a:pos x="257" y="18"/>
                </a:cxn>
                <a:cxn ang="0">
                  <a:pos x="275" y="6"/>
                </a:cxn>
                <a:cxn ang="0">
                  <a:pos x="292" y="0"/>
                </a:cxn>
                <a:cxn ang="0">
                  <a:pos x="308" y="7"/>
                </a:cxn>
                <a:cxn ang="0">
                  <a:pos x="318" y="24"/>
                </a:cxn>
                <a:cxn ang="0">
                  <a:pos x="335" y="34"/>
                </a:cxn>
                <a:cxn ang="0">
                  <a:pos x="334" y="52"/>
                </a:cxn>
                <a:cxn ang="0">
                  <a:pos x="332" y="81"/>
                </a:cxn>
                <a:cxn ang="0">
                  <a:pos x="321" y="88"/>
                </a:cxn>
                <a:cxn ang="0">
                  <a:pos x="332" y="101"/>
                </a:cxn>
                <a:cxn ang="0">
                  <a:pos x="323" y="127"/>
                </a:cxn>
                <a:cxn ang="0">
                  <a:pos x="305" y="128"/>
                </a:cxn>
                <a:cxn ang="0">
                  <a:pos x="310" y="145"/>
                </a:cxn>
                <a:cxn ang="0">
                  <a:pos x="293" y="172"/>
                </a:cxn>
                <a:cxn ang="0">
                  <a:pos x="272" y="154"/>
                </a:cxn>
                <a:cxn ang="0">
                  <a:pos x="249" y="156"/>
                </a:cxn>
                <a:cxn ang="0">
                  <a:pos x="243" y="181"/>
                </a:cxn>
                <a:cxn ang="0">
                  <a:pos x="255" y="197"/>
                </a:cxn>
                <a:cxn ang="0">
                  <a:pos x="255" y="214"/>
                </a:cxn>
                <a:cxn ang="0">
                  <a:pos x="263" y="241"/>
                </a:cxn>
                <a:cxn ang="0">
                  <a:pos x="251" y="277"/>
                </a:cxn>
                <a:cxn ang="0">
                  <a:pos x="222" y="287"/>
                </a:cxn>
                <a:cxn ang="0">
                  <a:pos x="193" y="303"/>
                </a:cxn>
                <a:cxn ang="0">
                  <a:pos x="174" y="308"/>
                </a:cxn>
                <a:cxn ang="0">
                  <a:pos x="145" y="323"/>
                </a:cxn>
                <a:cxn ang="0">
                  <a:pos x="124" y="343"/>
                </a:cxn>
                <a:cxn ang="0">
                  <a:pos x="91" y="362"/>
                </a:cxn>
                <a:cxn ang="0">
                  <a:pos x="58" y="373"/>
                </a:cxn>
                <a:cxn ang="0">
                  <a:pos x="33" y="379"/>
                </a:cxn>
                <a:cxn ang="0">
                  <a:pos x="15" y="368"/>
                </a:cxn>
                <a:cxn ang="0">
                  <a:pos x="0" y="353"/>
                </a:cxn>
                <a:cxn ang="0">
                  <a:pos x="10" y="335"/>
                </a:cxn>
                <a:cxn ang="0">
                  <a:pos x="10" y="316"/>
                </a:cxn>
                <a:cxn ang="0">
                  <a:pos x="29" y="304"/>
                </a:cxn>
                <a:cxn ang="0">
                  <a:pos x="24" y="287"/>
                </a:cxn>
                <a:cxn ang="0">
                  <a:pos x="18" y="265"/>
                </a:cxn>
                <a:cxn ang="0">
                  <a:pos x="33" y="260"/>
                </a:cxn>
                <a:cxn ang="0">
                  <a:pos x="22" y="244"/>
                </a:cxn>
                <a:cxn ang="0">
                  <a:pos x="14" y="224"/>
                </a:cxn>
                <a:cxn ang="0">
                  <a:pos x="16" y="203"/>
                </a:cxn>
                <a:cxn ang="0">
                  <a:pos x="30" y="186"/>
                </a:cxn>
                <a:cxn ang="0">
                  <a:pos x="38" y="166"/>
                </a:cxn>
                <a:cxn ang="0">
                  <a:pos x="45" y="160"/>
                </a:cxn>
                <a:cxn ang="0">
                  <a:pos x="61" y="154"/>
                </a:cxn>
                <a:cxn ang="0">
                  <a:pos x="78" y="154"/>
                </a:cxn>
                <a:cxn ang="0">
                  <a:pos x="72" y="128"/>
                </a:cxn>
                <a:cxn ang="0">
                  <a:pos x="81" y="102"/>
                </a:cxn>
                <a:cxn ang="0">
                  <a:pos x="83" y="84"/>
                </a:cxn>
                <a:cxn ang="0">
                  <a:pos x="68" y="97"/>
                </a:cxn>
                <a:cxn ang="0">
                  <a:pos x="44" y="87"/>
                </a:cxn>
                <a:cxn ang="0">
                  <a:pos x="41" y="69"/>
                </a:cxn>
                <a:cxn ang="0">
                  <a:pos x="53" y="56"/>
                </a:cxn>
                <a:cxn ang="0">
                  <a:pos x="75" y="53"/>
                </a:cxn>
                <a:cxn ang="0">
                  <a:pos x="104" y="53"/>
                </a:cxn>
                <a:cxn ang="0">
                  <a:pos x="131" y="43"/>
                </a:cxn>
                <a:cxn ang="0">
                  <a:pos x="150" y="35"/>
                </a:cxn>
              </a:cxnLst>
              <a:rect l="0" t="0" r="r" b="b"/>
              <a:pathLst>
                <a:path w="341" h="380">
                  <a:moveTo>
                    <a:pt x="154" y="28"/>
                  </a:moveTo>
                  <a:cubicBezTo>
                    <a:pt x="155" y="28"/>
                    <a:pt x="155" y="28"/>
                    <a:pt x="155" y="27"/>
                  </a:cubicBezTo>
                  <a:cubicBezTo>
                    <a:pt x="156" y="27"/>
                    <a:pt x="158" y="27"/>
                    <a:pt x="159" y="27"/>
                  </a:cubicBezTo>
                  <a:cubicBezTo>
                    <a:pt x="161" y="27"/>
                    <a:pt x="164" y="28"/>
                    <a:pt x="166" y="28"/>
                  </a:cubicBezTo>
                  <a:cubicBezTo>
                    <a:pt x="167" y="28"/>
                    <a:pt x="169" y="29"/>
                    <a:pt x="170" y="29"/>
                  </a:cubicBezTo>
                  <a:cubicBezTo>
                    <a:pt x="171" y="28"/>
                    <a:pt x="172" y="27"/>
                    <a:pt x="173" y="27"/>
                  </a:cubicBezTo>
                  <a:cubicBezTo>
                    <a:pt x="175" y="26"/>
                    <a:pt x="178" y="26"/>
                    <a:pt x="179" y="26"/>
                  </a:cubicBezTo>
                  <a:cubicBezTo>
                    <a:pt x="181" y="26"/>
                    <a:pt x="184" y="26"/>
                    <a:pt x="186" y="26"/>
                  </a:cubicBezTo>
                  <a:cubicBezTo>
                    <a:pt x="187" y="26"/>
                    <a:pt x="190" y="27"/>
                    <a:pt x="191" y="27"/>
                  </a:cubicBezTo>
                  <a:cubicBezTo>
                    <a:pt x="192" y="28"/>
                    <a:pt x="194" y="29"/>
                    <a:pt x="195" y="29"/>
                  </a:cubicBezTo>
                  <a:cubicBezTo>
                    <a:pt x="196" y="29"/>
                    <a:pt x="198" y="29"/>
                    <a:pt x="200" y="29"/>
                  </a:cubicBezTo>
                  <a:cubicBezTo>
                    <a:pt x="201" y="29"/>
                    <a:pt x="202" y="30"/>
                    <a:pt x="203" y="30"/>
                  </a:cubicBezTo>
                  <a:cubicBezTo>
                    <a:pt x="205" y="31"/>
                    <a:pt x="207" y="31"/>
                    <a:pt x="209" y="31"/>
                  </a:cubicBezTo>
                  <a:cubicBezTo>
                    <a:pt x="210" y="31"/>
                    <a:pt x="212" y="31"/>
                    <a:pt x="213" y="30"/>
                  </a:cubicBezTo>
                  <a:cubicBezTo>
                    <a:pt x="214" y="30"/>
                    <a:pt x="216" y="29"/>
                    <a:pt x="216" y="28"/>
                  </a:cubicBezTo>
                  <a:cubicBezTo>
                    <a:pt x="217" y="27"/>
                    <a:pt x="218" y="26"/>
                    <a:pt x="219" y="25"/>
                  </a:cubicBezTo>
                  <a:cubicBezTo>
                    <a:pt x="219" y="25"/>
                    <a:pt x="221" y="23"/>
                    <a:pt x="222" y="23"/>
                  </a:cubicBezTo>
                  <a:cubicBezTo>
                    <a:pt x="224" y="22"/>
                    <a:pt x="226" y="22"/>
                    <a:pt x="227" y="21"/>
                  </a:cubicBezTo>
                  <a:cubicBezTo>
                    <a:pt x="228" y="21"/>
                    <a:pt x="231" y="21"/>
                    <a:pt x="232" y="21"/>
                  </a:cubicBezTo>
                  <a:cubicBezTo>
                    <a:pt x="233" y="21"/>
                    <a:pt x="235" y="21"/>
                    <a:pt x="236" y="21"/>
                  </a:cubicBezTo>
                  <a:cubicBezTo>
                    <a:pt x="237" y="20"/>
                    <a:pt x="239" y="21"/>
                    <a:pt x="240" y="21"/>
                  </a:cubicBezTo>
                  <a:cubicBezTo>
                    <a:pt x="241" y="21"/>
                    <a:pt x="244" y="20"/>
                    <a:pt x="245" y="20"/>
                  </a:cubicBezTo>
                  <a:cubicBezTo>
                    <a:pt x="246" y="20"/>
                    <a:pt x="248" y="20"/>
                    <a:pt x="249" y="20"/>
                  </a:cubicBezTo>
                  <a:cubicBezTo>
                    <a:pt x="250" y="19"/>
                    <a:pt x="251" y="19"/>
                    <a:pt x="252" y="19"/>
                  </a:cubicBezTo>
                  <a:cubicBezTo>
                    <a:pt x="253" y="19"/>
                    <a:pt x="256" y="18"/>
                    <a:pt x="257" y="18"/>
                  </a:cubicBezTo>
                  <a:cubicBezTo>
                    <a:pt x="258" y="17"/>
                    <a:pt x="260" y="16"/>
                    <a:pt x="261" y="16"/>
                  </a:cubicBezTo>
                  <a:cubicBezTo>
                    <a:pt x="263" y="15"/>
                    <a:pt x="265" y="14"/>
                    <a:pt x="266" y="13"/>
                  </a:cubicBezTo>
                  <a:cubicBezTo>
                    <a:pt x="267" y="13"/>
                    <a:pt x="269" y="12"/>
                    <a:pt x="270" y="11"/>
                  </a:cubicBezTo>
                  <a:cubicBezTo>
                    <a:pt x="270" y="10"/>
                    <a:pt x="272" y="8"/>
                    <a:pt x="273" y="8"/>
                  </a:cubicBezTo>
                  <a:cubicBezTo>
                    <a:pt x="273" y="7"/>
                    <a:pt x="275" y="6"/>
                    <a:pt x="275" y="6"/>
                  </a:cubicBezTo>
                  <a:cubicBezTo>
                    <a:pt x="276" y="6"/>
                    <a:pt x="278" y="5"/>
                    <a:pt x="278" y="5"/>
                  </a:cubicBezTo>
                  <a:cubicBezTo>
                    <a:pt x="279" y="4"/>
                    <a:pt x="282" y="5"/>
                    <a:pt x="283" y="5"/>
                  </a:cubicBezTo>
                  <a:cubicBezTo>
                    <a:pt x="283" y="4"/>
                    <a:pt x="284" y="4"/>
                    <a:pt x="285" y="4"/>
                  </a:cubicBezTo>
                  <a:cubicBezTo>
                    <a:pt x="286" y="3"/>
                    <a:pt x="288" y="1"/>
                    <a:pt x="289" y="0"/>
                  </a:cubicBezTo>
                  <a:cubicBezTo>
                    <a:pt x="289" y="0"/>
                    <a:pt x="291" y="0"/>
                    <a:pt x="292" y="0"/>
                  </a:cubicBezTo>
                  <a:cubicBezTo>
                    <a:pt x="292" y="0"/>
                    <a:pt x="294" y="0"/>
                    <a:pt x="295" y="0"/>
                  </a:cubicBezTo>
                  <a:cubicBezTo>
                    <a:pt x="295" y="0"/>
                    <a:pt x="296" y="0"/>
                    <a:pt x="296" y="0"/>
                  </a:cubicBezTo>
                  <a:cubicBezTo>
                    <a:pt x="297" y="0"/>
                    <a:pt x="300" y="1"/>
                    <a:pt x="301" y="2"/>
                  </a:cubicBezTo>
                  <a:cubicBezTo>
                    <a:pt x="302" y="2"/>
                    <a:pt x="303" y="4"/>
                    <a:pt x="304" y="5"/>
                  </a:cubicBezTo>
                  <a:cubicBezTo>
                    <a:pt x="305" y="5"/>
                    <a:pt x="307" y="6"/>
                    <a:pt x="308" y="7"/>
                  </a:cubicBezTo>
                  <a:cubicBezTo>
                    <a:pt x="309" y="8"/>
                    <a:pt x="310" y="10"/>
                    <a:pt x="311" y="12"/>
                  </a:cubicBezTo>
                  <a:cubicBezTo>
                    <a:pt x="311" y="13"/>
                    <a:pt x="312" y="15"/>
                    <a:pt x="312" y="16"/>
                  </a:cubicBezTo>
                  <a:cubicBezTo>
                    <a:pt x="312" y="17"/>
                    <a:pt x="312" y="18"/>
                    <a:pt x="313" y="19"/>
                  </a:cubicBezTo>
                  <a:cubicBezTo>
                    <a:pt x="313" y="20"/>
                    <a:pt x="314" y="22"/>
                    <a:pt x="315" y="23"/>
                  </a:cubicBezTo>
                  <a:cubicBezTo>
                    <a:pt x="315" y="23"/>
                    <a:pt x="317" y="24"/>
                    <a:pt x="318" y="24"/>
                  </a:cubicBezTo>
                  <a:cubicBezTo>
                    <a:pt x="319" y="25"/>
                    <a:pt x="321" y="26"/>
                    <a:pt x="322" y="27"/>
                  </a:cubicBezTo>
                  <a:cubicBezTo>
                    <a:pt x="323" y="27"/>
                    <a:pt x="326" y="28"/>
                    <a:pt x="327" y="28"/>
                  </a:cubicBezTo>
                  <a:cubicBezTo>
                    <a:pt x="328" y="28"/>
                    <a:pt x="330" y="28"/>
                    <a:pt x="331" y="29"/>
                  </a:cubicBezTo>
                  <a:cubicBezTo>
                    <a:pt x="332" y="29"/>
                    <a:pt x="333" y="31"/>
                    <a:pt x="333" y="32"/>
                  </a:cubicBezTo>
                  <a:cubicBezTo>
                    <a:pt x="334" y="32"/>
                    <a:pt x="334" y="34"/>
                    <a:pt x="335" y="34"/>
                  </a:cubicBezTo>
                  <a:cubicBezTo>
                    <a:pt x="336" y="34"/>
                    <a:pt x="339" y="34"/>
                    <a:pt x="340" y="34"/>
                  </a:cubicBezTo>
                  <a:cubicBezTo>
                    <a:pt x="340" y="34"/>
                    <a:pt x="340" y="34"/>
                    <a:pt x="341" y="34"/>
                  </a:cubicBezTo>
                  <a:cubicBezTo>
                    <a:pt x="341" y="36"/>
                    <a:pt x="341" y="38"/>
                    <a:pt x="340" y="39"/>
                  </a:cubicBezTo>
                  <a:cubicBezTo>
                    <a:pt x="340" y="41"/>
                    <a:pt x="338" y="44"/>
                    <a:pt x="337" y="46"/>
                  </a:cubicBezTo>
                  <a:cubicBezTo>
                    <a:pt x="337" y="47"/>
                    <a:pt x="335" y="51"/>
                    <a:pt x="334" y="52"/>
                  </a:cubicBezTo>
                  <a:cubicBezTo>
                    <a:pt x="333" y="55"/>
                    <a:pt x="332" y="60"/>
                    <a:pt x="331" y="63"/>
                  </a:cubicBezTo>
                  <a:cubicBezTo>
                    <a:pt x="331" y="64"/>
                    <a:pt x="331" y="67"/>
                    <a:pt x="331" y="68"/>
                  </a:cubicBezTo>
                  <a:cubicBezTo>
                    <a:pt x="330" y="70"/>
                    <a:pt x="330" y="73"/>
                    <a:pt x="330" y="74"/>
                  </a:cubicBezTo>
                  <a:cubicBezTo>
                    <a:pt x="330" y="75"/>
                    <a:pt x="330" y="77"/>
                    <a:pt x="330" y="78"/>
                  </a:cubicBezTo>
                  <a:cubicBezTo>
                    <a:pt x="331" y="79"/>
                    <a:pt x="332" y="80"/>
                    <a:pt x="332" y="81"/>
                  </a:cubicBezTo>
                  <a:cubicBezTo>
                    <a:pt x="332" y="82"/>
                    <a:pt x="331" y="84"/>
                    <a:pt x="331" y="85"/>
                  </a:cubicBezTo>
                  <a:cubicBezTo>
                    <a:pt x="331" y="85"/>
                    <a:pt x="330" y="87"/>
                    <a:pt x="329" y="87"/>
                  </a:cubicBezTo>
                  <a:cubicBezTo>
                    <a:pt x="328" y="88"/>
                    <a:pt x="326" y="88"/>
                    <a:pt x="325" y="88"/>
                  </a:cubicBezTo>
                  <a:cubicBezTo>
                    <a:pt x="324" y="88"/>
                    <a:pt x="324" y="87"/>
                    <a:pt x="323" y="87"/>
                  </a:cubicBezTo>
                  <a:cubicBezTo>
                    <a:pt x="322" y="87"/>
                    <a:pt x="321" y="88"/>
                    <a:pt x="321" y="88"/>
                  </a:cubicBezTo>
                  <a:cubicBezTo>
                    <a:pt x="321" y="89"/>
                    <a:pt x="321" y="91"/>
                    <a:pt x="322" y="92"/>
                  </a:cubicBezTo>
                  <a:cubicBezTo>
                    <a:pt x="322" y="92"/>
                    <a:pt x="323" y="94"/>
                    <a:pt x="323" y="94"/>
                  </a:cubicBezTo>
                  <a:cubicBezTo>
                    <a:pt x="324" y="95"/>
                    <a:pt x="325" y="96"/>
                    <a:pt x="326" y="96"/>
                  </a:cubicBezTo>
                  <a:cubicBezTo>
                    <a:pt x="327" y="97"/>
                    <a:pt x="329" y="98"/>
                    <a:pt x="330" y="98"/>
                  </a:cubicBezTo>
                  <a:cubicBezTo>
                    <a:pt x="330" y="99"/>
                    <a:pt x="332" y="101"/>
                    <a:pt x="332" y="101"/>
                  </a:cubicBezTo>
                  <a:cubicBezTo>
                    <a:pt x="332" y="103"/>
                    <a:pt x="333" y="105"/>
                    <a:pt x="333" y="106"/>
                  </a:cubicBezTo>
                  <a:cubicBezTo>
                    <a:pt x="333" y="108"/>
                    <a:pt x="333" y="111"/>
                    <a:pt x="333" y="112"/>
                  </a:cubicBezTo>
                  <a:cubicBezTo>
                    <a:pt x="333" y="114"/>
                    <a:pt x="331" y="117"/>
                    <a:pt x="331" y="119"/>
                  </a:cubicBezTo>
                  <a:cubicBezTo>
                    <a:pt x="330" y="120"/>
                    <a:pt x="328" y="122"/>
                    <a:pt x="328" y="123"/>
                  </a:cubicBezTo>
                  <a:cubicBezTo>
                    <a:pt x="327" y="124"/>
                    <a:pt x="325" y="126"/>
                    <a:pt x="323" y="127"/>
                  </a:cubicBezTo>
                  <a:cubicBezTo>
                    <a:pt x="322" y="128"/>
                    <a:pt x="321" y="129"/>
                    <a:pt x="320" y="129"/>
                  </a:cubicBezTo>
                  <a:cubicBezTo>
                    <a:pt x="318" y="130"/>
                    <a:pt x="316" y="130"/>
                    <a:pt x="314" y="130"/>
                  </a:cubicBezTo>
                  <a:cubicBezTo>
                    <a:pt x="313" y="130"/>
                    <a:pt x="311" y="131"/>
                    <a:pt x="310" y="130"/>
                  </a:cubicBezTo>
                  <a:cubicBezTo>
                    <a:pt x="309" y="130"/>
                    <a:pt x="309" y="129"/>
                    <a:pt x="308" y="128"/>
                  </a:cubicBezTo>
                  <a:cubicBezTo>
                    <a:pt x="307" y="128"/>
                    <a:pt x="306" y="128"/>
                    <a:pt x="305" y="128"/>
                  </a:cubicBezTo>
                  <a:cubicBezTo>
                    <a:pt x="305" y="129"/>
                    <a:pt x="304" y="130"/>
                    <a:pt x="304" y="130"/>
                  </a:cubicBezTo>
                  <a:cubicBezTo>
                    <a:pt x="304" y="131"/>
                    <a:pt x="304" y="133"/>
                    <a:pt x="305" y="133"/>
                  </a:cubicBezTo>
                  <a:cubicBezTo>
                    <a:pt x="305" y="134"/>
                    <a:pt x="306" y="137"/>
                    <a:pt x="306" y="138"/>
                  </a:cubicBezTo>
                  <a:cubicBezTo>
                    <a:pt x="307" y="139"/>
                    <a:pt x="309" y="140"/>
                    <a:pt x="309" y="141"/>
                  </a:cubicBezTo>
                  <a:cubicBezTo>
                    <a:pt x="310" y="142"/>
                    <a:pt x="310" y="144"/>
                    <a:pt x="310" y="145"/>
                  </a:cubicBezTo>
                  <a:cubicBezTo>
                    <a:pt x="310" y="147"/>
                    <a:pt x="309" y="149"/>
                    <a:pt x="308" y="150"/>
                  </a:cubicBezTo>
                  <a:cubicBezTo>
                    <a:pt x="308" y="152"/>
                    <a:pt x="307" y="153"/>
                    <a:pt x="306" y="154"/>
                  </a:cubicBezTo>
                  <a:cubicBezTo>
                    <a:pt x="305" y="156"/>
                    <a:pt x="303" y="160"/>
                    <a:pt x="302" y="162"/>
                  </a:cubicBezTo>
                  <a:cubicBezTo>
                    <a:pt x="301" y="163"/>
                    <a:pt x="299" y="166"/>
                    <a:pt x="298" y="168"/>
                  </a:cubicBezTo>
                  <a:cubicBezTo>
                    <a:pt x="297" y="169"/>
                    <a:pt x="294" y="171"/>
                    <a:pt x="293" y="172"/>
                  </a:cubicBezTo>
                  <a:cubicBezTo>
                    <a:pt x="292" y="172"/>
                    <a:pt x="289" y="172"/>
                    <a:pt x="288" y="172"/>
                  </a:cubicBezTo>
                  <a:cubicBezTo>
                    <a:pt x="287" y="172"/>
                    <a:pt x="284" y="170"/>
                    <a:pt x="283" y="169"/>
                  </a:cubicBezTo>
                  <a:cubicBezTo>
                    <a:pt x="282" y="168"/>
                    <a:pt x="280" y="166"/>
                    <a:pt x="280" y="165"/>
                  </a:cubicBezTo>
                  <a:cubicBezTo>
                    <a:pt x="279" y="163"/>
                    <a:pt x="278" y="160"/>
                    <a:pt x="277" y="159"/>
                  </a:cubicBezTo>
                  <a:cubicBezTo>
                    <a:pt x="276" y="157"/>
                    <a:pt x="273" y="155"/>
                    <a:pt x="272" y="154"/>
                  </a:cubicBezTo>
                  <a:cubicBezTo>
                    <a:pt x="271" y="153"/>
                    <a:pt x="268" y="152"/>
                    <a:pt x="266" y="152"/>
                  </a:cubicBezTo>
                  <a:cubicBezTo>
                    <a:pt x="265" y="151"/>
                    <a:pt x="261" y="151"/>
                    <a:pt x="259" y="150"/>
                  </a:cubicBezTo>
                  <a:cubicBezTo>
                    <a:pt x="258" y="150"/>
                    <a:pt x="256" y="151"/>
                    <a:pt x="255" y="151"/>
                  </a:cubicBezTo>
                  <a:cubicBezTo>
                    <a:pt x="254" y="151"/>
                    <a:pt x="252" y="152"/>
                    <a:pt x="251" y="153"/>
                  </a:cubicBezTo>
                  <a:cubicBezTo>
                    <a:pt x="251" y="154"/>
                    <a:pt x="250" y="155"/>
                    <a:pt x="249" y="156"/>
                  </a:cubicBezTo>
                  <a:cubicBezTo>
                    <a:pt x="249" y="157"/>
                    <a:pt x="248" y="159"/>
                    <a:pt x="248" y="161"/>
                  </a:cubicBezTo>
                  <a:cubicBezTo>
                    <a:pt x="248" y="162"/>
                    <a:pt x="248" y="164"/>
                    <a:pt x="248" y="165"/>
                  </a:cubicBezTo>
                  <a:cubicBezTo>
                    <a:pt x="248" y="166"/>
                    <a:pt x="246" y="168"/>
                    <a:pt x="246" y="169"/>
                  </a:cubicBezTo>
                  <a:cubicBezTo>
                    <a:pt x="245" y="171"/>
                    <a:pt x="244" y="173"/>
                    <a:pt x="244" y="174"/>
                  </a:cubicBezTo>
                  <a:cubicBezTo>
                    <a:pt x="243" y="175"/>
                    <a:pt x="242" y="179"/>
                    <a:pt x="243" y="181"/>
                  </a:cubicBezTo>
                  <a:cubicBezTo>
                    <a:pt x="243" y="182"/>
                    <a:pt x="245" y="184"/>
                    <a:pt x="245" y="185"/>
                  </a:cubicBezTo>
                  <a:cubicBezTo>
                    <a:pt x="246" y="186"/>
                    <a:pt x="246" y="188"/>
                    <a:pt x="247" y="188"/>
                  </a:cubicBezTo>
                  <a:cubicBezTo>
                    <a:pt x="248" y="189"/>
                    <a:pt x="250" y="190"/>
                    <a:pt x="250" y="191"/>
                  </a:cubicBezTo>
                  <a:cubicBezTo>
                    <a:pt x="251" y="192"/>
                    <a:pt x="253" y="193"/>
                    <a:pt x="253" y="193"/>
                  </a:cubicBezTo>
                  <a:cubicBezTo>
                    <a:pt x="254" y="194"/>
                    <a:pt x="255" y="196"/>
                    <a:pt x="255" y="197"/>
                  </a:cubicBezTo>
                  <a:cubicBezTo>
                    <a:pt x="255" y="198"/>
                    <a:pt x="255" y="201"/>
                    <a:pt x="254" y="202"/>
                  </a:cubicBezTo>
                  <a:cubicBezTo>
                    <a:pt x="254" y="203"/>
                    <a:pt x="253" y="205"/>
                    <a:pt x="253" y="206"/>
                  </a:cubicBezTo>
                  <a:cubicBezTo>
                    <a:pt x="252" y="207"/>
                    <a:pt x="251" y="210"/>
                    <a:pt x="252" y="211"/>
                  </a:cubicBezTo>
                  <a:cubicBezTo>
                    <a:pt x="252" y="212"/>
                    <a:pt x="252" y="214"/>
                    <a:pt x="252" y="214"/>
                  </a:cubicBezTo>
                  <a:cubicBezTo>
                    <a:pt x="253" y="215"/>
                    <a:pt x="255" y="214"/>
                    <a:pt x="255" y="214"/>
                  </a:cubicBezTo>
                  <a:cubicBezTo>
                    <a:pt x="257" y="214"/>
                    <a:pt x="259" y="216"/>
                    <a:pt x="260" y="217"/>
                  </a:cubicBezTo>
                  <a:cubicBezTo>
                    <a:pt x="260" y="217"/>
                    <a:pt x="262" y="218"/>
                    <a:pt x="263" y="219"/>
                  </a:cubicBezTo>
                  <a:cubicBezTo>
                    <a:pt x="263" y="220"/>
                    <a:pt x="264" y="223"/>
                    <a:pt x="264" y="224"/>
                  </a:cubicBezTo>
                  <a:cubicBezTo>
                    <a:pt x="265" y="226"/>
                    <a:pt x="263" y="230"/>
                    <a:pt x="263" y="232"/>
                  </a:cubicBezTo>
                  <a:cubicBezTo>
                    <a:pt x="263" y="234"/>
                    <a:pt x="264" y="239"/>
                    <a:pt x="263" y="241"/>
                  </a:cubicBezTo>
                  <a:cubicBezTo>
                    <a:pt x="263" y="244"/>
                    <a:pt x="260" y="248"/>
                    <a:pt x="259" y="251"/>
                  </a:cubicBezTo>
                  <a:cubicBezTo>
                    <a:pt x="259" y="253"/>
                    <a:pt x="257" y="257"/>
                    <a:pt x="257" y="259"/>
                  </a:cubicBezTo>
                  <a:cubicBezTo>
                    <a:pt x="256" y="261"/>
                    <a:pt x="254" y="265"/>
                    <a:pt x="254" y="267"/>
                  </a:cubicBezTo>
                  <a:cubicBezTo>
                    <a:pt x="253" y="268"/>
                    <a:pt x="254" y="271"/>
                    <a:pt x="254" y="272"/>
                  </a:cubicBezTo>
                  <a:cubicBezTo>
                    <a:pt x="253" y="273"/>
                    <a:pt x="252" y="276"/>
                    <a:pt x="251" y="277"/>
                  </a:cubicBezTo>
                  <a:cubicBezTo>
                    <a:pt x="250" y="278"/>
                    <a:pt x="248" y="279"/>
                    <a:pt x="247" y="279"/>
                  </a:cubicBezTo>
                  <a:cubicBezTo>
                    <a:pt x="246" y="279"/>
                    <a:pt x="244" y="279"/>
                    <a:pt x="243" y="279"/>
                  </a:cubicBezTo>
                  <a:cubicBezTo>
                    <a:pt x="241" y="279"/>
                    <a:pt x="239" y="279"/>
                    <a:pt x="237" y="279"/>
                  </a:cubicBezTo>
                  <a:cubicBezTo>
                    <a:pt x="236" y="279"/>
                    <a:pt x="233" y="281"/>
                    <a:pt x="232" y="282"/>
                  </a:cubicBezTo>
                  <a:cubicBezTo>
                    <a:pt x="229" y="283"/>
                    <a:pt x="224" y="286"/>
                    <a:pt x="222" y="287"/>
                  </a:cubicBezTo>
                  <a:cubicBezTo>
                    <a:pt x="220" y="288"/>
                    <a:pt x="215" y="290"/>
                    <a:pt x="213" y="291"/>
                  </a:cubicBezTo>
                  <a:cubicBezTo>
                    <a:pt x="211" y="292"/>
                    <a:pt x="209" y="293"/>
                    <a:pt x="207" y="294"/>
                  </a:cubicBezTo>
                  <a:cubicBezTo>
                    <a:pt x="206" y="294"/>
                    <a:pt x="204" y="295"/>
                    <a:pt x="203" y="296"/>
                  </a:cubicBezTo>
                  <a:cubicBezTo>
                    <a:pt x="202" y="297"/>
                    <a:pt x="199" y="299"/>
                    <a:pt x="198" y="300"/>
                  </a:cubicBezTo>
                  <a:cubicBezTo>
                    <a:pt x="197" y="300"/>
                    <a:pt x="194" y="302"/>
                    <a:pt x="193" y="303"/>
                  </a:cubicBezTo>
                  <a:cubicBezTo>
                    <a:pt x="191" y="304"/>
                    <a:pt x="189" y="305"/>
                    <a:pt x="187" y="305"/>
                  </a:cubicBezTo>
                  <a:cubicBezTo>
                    <a:pt x="186" y="306"/>
                    <a:pt x="184" y="306"/>
                    <a:pt x="183" y="307"/>
                  </a:cubicBezTo>
                  <a:cubicBezTo>
                    <a:pt x="182" y="307"/>
                    <a:pt x="179" y="308"/>
                    <a:pt x="178" y="309"/>
                  </a:cubicBezTo>
                  <a:cubicBezTo>
                    <a:pt x="177" y="309"/>
                    <a:pt x="176" y="310"/>
                    <a:pt x="175" y="311"/>
                  </a:cubicBezTo>
                  <a:cubicBezTo>
                    <a:pt x="175" y="310"/>
                    <a:pt x="175" y="308"/>
                    <a:pt x="174" y="308"/>
                  </a:cubicBezTo>
                  <a:cubicBezTo>
                    <a:pt x="173" y="307"/>
                    <a:pt x="171" y="305"/>
                    <a:pt x="169" y="305"/>
                  </a:cubicBezTo>
                  <a:cubicBezTo>
                    <a:pt x="168" y="305"/>
                    <a:pt x="166" y="305"/>
                    <a:pt x="165" y="306"/>
                  </a:cubicBezTo>
                  <a:cubicBezTo>
                    <a:pt x="163" y="306"/>
                    <a:pt x="159" y="309"/>
                    <a:pt x="158" y="311"/>
                  </a:cubicBezTo>
                  <a:cubicBezTo>
                    <a:pt x="156" y="312"/>
                    <a:pt x="152" y="315"/>
                    <a:pt x="150" y="316"/>
                  </a:cubicBezTo>
                  <a:cubicBezTo>
                    <a:pt x="149" y="318"/>
                    <a:pt x="147" y="321"/>
                    <a:pt x="145" y="323"/>
                  </a:cubicBezTo>
                  <a:cubicBezTo>
                    <a:pt x="144" y="324"/>
                    <a:pt x="141" y="327"/>
                    <a:pt x="140" y="329"/>
                  </a:cubicBezTo>
                  <a:cubicBezTo>
                    <a:pt x="139" y="330"/>
                    <a:pt x="138" y="332"/>
                    <a:pt x="138" y="333"/>
                  </a:cubicBezTo>
                  <a:cubicBezTo>
                    <a:pt x="137" y="334"/>
                    <a:pt x="135" y="336"/>
                    <a:pt x="133" y="337"/>
                  </a:cubicBezTo>
                  <a:cubicBezTo>
                    <a:pt x="132" y="338"/>
                    <a:pt x="130" y="339"/>
                    <a:pt x="129" y="340"/>
                  </a:cubicBezTo>
                  <a:cubicBezTo>
                    <a:pt x="127" y="341"/>
                    <a:pt x="125" y="342"/>
                    <a:pt x="124" y="343"/>
                  </a:cubicBezTo>
                  <a:cubicBezTo>
                    <a:pt x="122" y="344"/>
                    <a:pt x="118" y="346"/>
                    <a:pt x="117" y="347"/>
                  </a:cubicBezTo>
                  <a:cubicBezTo>
                    <a:pt x="114" y="348"/>
                    <a:pt x="109" y="351"/>
                    <a:pt x="107" y="353"/>
                  </a:cubicBezTo>
                  <a:cubicBezTo>
                    <a:pt x="105" y="354"/>
                    <a:pt x="102" y="356"/>
                    <a:pt x="100" y="356"/>
                  </a:cubicBezTo>
                  <a:cubicBezTo>
                    <a:pt x="99" y="357"/>
                    <a:pt x="95" y="357"/>
                    <a:pt x="94" y="358"/>
                  </a:cubicBezTo>
                  <a:cubicBezTo>
                    <a:pt x="93" y="359"/>
                    <a:pt x="91" y="361"/>
                    <a:pt x="91" y="362"/>
                  </a:cubicBezTo>
                  <a:cubicBezTo>
                    <a:pt x="89" y="364"/>
                    <a:pt x="87" y="366"/>
                    <a:pt x="86" y="367"/>
                  </a:cubicBezTo>
                  <a:cubicBezTo>
                    <a:pt x="85" y="368"/>
                    <a:pt x="83" y="370"/>
                    <a:pt x="82" y="370"/>
                  </a:cubicBezTo>
                  <a:cubicBezTo>
                    <a:pt x="81" y="371"/>
                    <a:pt x="78" y="372"/>
                    <a:pt x="76" y="372"/>
                  </a:cubicBezTo>
                  <a:cubicBezTo>
                    <a:pt x="74" y="372"/>
                    <a:pt x="70" y="373"/>
                    <a:pt x="68" y="373"/>
                  </a:cubicBezTo>
                  <a:cubicBezTo>
                    <a:pt x="65" y="373"/>
                    <a:pt x="60" y="373"/>
                    <a:pt x="58" y="373"/>
                  </a:cubicBezTo>
                  <a:cubicBezTo>
                    <a:pt x="57" y="373"/>
                    <a:pt x="54" y="373"/>
                    <a:pt x="53" y="373"/>
                  </a:cubicBezTo>
                  <a:cubicBezTo>
                    <a:pt x="52" y="373"/>
                    <a:pt x="50" y="373"/>
                    <a:pt x="48" y="373"/>
                  </a:cubicBezTo>
                  <a:cubicBezTo>
                    <a:pt x="47" y="374"/>
                    <a:pt x="44" y="374"/>
                    <a:pt x="43" y="375"/>
                  </a:cubicBezTo>
                  <a:cubicBezTo>
                    <a:pt x="42" y="375"/>
                    <a:pt x="40" y="377"/>
                    <a:pt x="39" y="378"/>
                  </a:cubicBezTo>
                  <a:cubicBezTo>
                    <a:pt x="37" y="378"/>
                    <a:pt x="35" y="379"/>
                    <a:pt x="33" y="379"/>
                  </a:cubicBezTo>
                  <a:cubicBezTo>
                    <a:pt x="32" y="379"/>
                    <a:pt x="30" y="380"/>
                    <a:pt x="30" y="379"/>
                  </a:cubicBezTo>
                  <a:cubicBezTo>
                    <a:pt x="29" y="378"/>
                    <a:pt x="28" y="376"/>
                    <a:pt x="27" y="375"/>
                  </a:cubicBezTo>
                  <a:cubicBezTo>
                    <a:pt x="26" y="374"/>
                    <a:pt x="24" y="372"/>
                    <a:pt x="23" y="371"/>
                  </a:cubicBezTo>
                  <a:cubicBezTo>
                    <a:pt x="22" y="371"/>
                    <a:pt x="20" y="370"/>
                    <a:pt x="19" y="370"/>
                  </a:cubicBezTo>
                  <a:cubicBezTo>
                    <a:pt x="18" y="369"/>
                    <a:pt x="16" y="369"/>
                    <a:pt x="15" y="368"/>
                  </a:cubicBezTo>
                  <a:cubicBezTo>
                    <a:pt x="13" y="368"/>
                    <a:pt x="10" y="367"/>
                    <a:pt x="9" y="366"/>
                  </a:cubicBezTo>
                  <a:cubicBezTo>
                    <a:pt x="8" y="366"/>
                    <a:pt x="6" y="363"/>
                    <a:pt x="5" y="362"/>
                  </a:cubicBezTo>
                  <a:cubicBezTo>
                    <a:pt x="4" y="362"/>
                    <a:pt x="3" y="361"/>
                    <a:pt x="2" y="360"/>
                  </a:cubicBezTo>
                  <a:cubicBezTo>
                    <a:pt x="2" y="360"/>
                    <a:pt x="2" y="360"/>
                    <a:pt x="2" y="360"/>
                  </a:cubicBezTo>
                  <a:cubicBezTo>
                    <a:pt x="1" y="358"/>
                    <a:pt x="0" y="355"/>
                    <a:pt x="0" y="353"/>
                  </a:cubicBezTo>
                  <a:cubicBezTo>
                    <a:pt x="0" y="352"/>
                    <a:pt x="0" y="350"/>
                    <a:pt x="0" y="349"/>
                  </a:cubicBezTo>
                  <a:cubicBezTo>
                    <a:pt x="0" y="348"/>
                    <a:pt x="2" y="347"/>
                    <a:pt x="2" y="346"/>
                  </a:cubicBezTo>
                  <a:cubicBezTo>
                    <a:pt x="3" y="345"/>
                    <a:pt x="4" y="344"/>
                    <a:pt x="5" y="343"/>
                  </a:cubicBezTo>
                  <a:cubicBezTo>
                    <a:pt x="5" y="342"/>
                    <a:pt x="7" y="341"/>
                    <a:pt x="7" y="340"/>
                  </a:cubicBezTo>
                  <a:cubicBezTo>
                    <a:pt x="8" y="339"/>
                    <a:pt x="9" y="336"/>
                    <a:pt x="10" y="335"/>
                  </a:cubicBezTo>
                  <a:cubicBezTo>
                    <a:pt x="10" y="334"/>
                    <a:pt x="10" y="332"/>
                    <a:pt x="11" y="331"/>
                  </a:cubicBezTo>
                  <a:cubicBezTo>
                    <a:pt x="11" y="330"/>
                    <a:pt x="11" y="328"/>
                    <a:pt x="11" y="327"/>
                  </a:cubicBezTo>
                  <a:cubicBezTo>
                    <a:pt x="11" y="326"/>
                    <a:pt x="11" y="324"/>
                    <a:pt x="11" y="323"/>
                  </a:cubicBezTo>
                  <a:cubicBezTo>
                    <a:pt x="11" y="322"/>
                    <a:pt x="10" y="321"/>
                    <a:pt x="10" y="320"/>
                  </a:cubicBezTo>
                  <a:cubicBezTo>
                    <a:pt x="9" y="319"/>
                    <a:pt x="9" y="317"/>
                    <a:pt x="10" y="316"/>
                  </a:cubicBezTo>
                  <a:cubicBezTo>
                    <a:pt x="10" y="315"/>
                    <a:pt x="13" y="314"/>
                    <a:pt x="14" y="313"/>
                  </a:cubicBezTo>
                  <a:cubicBezTo>
                    <a:pt x="15" y="312"/>
                    <a:pt x="16" y="311"/>
                    <a:pt x="17" y="311"/>
                  </a:cubicBezTo>
                  <a:cubicBezTo>
                    <a:pt x="18" y="310"/>
                    <a:pt x="21" y="309"/>
                    <a:pt x="22" y="308"/>
                  </a:cubicBezTo>
                  <a:cubicBezTo>
                    <a:pt x="23" y="308"/>
                    <a:pt x="25" y="307"/>
                    <a:pt x="26" y="306"/>
                  </a:cubicBezTo>
                  <a:cubicBezTo>
                    <a:pt x="27" y="306"/>
                    <a:pt x="28" y="305"/>
                    <a:pt x="29" y="304"/>
                  </a:cubicBezTo>
                  <a:cubicBezTo>
                    <a:pt x="30" y="304"/>
                    <a:pt x="31" y="302"/>
                    <a:pt x="32" y="301"/>
                  </a:cubicBezTo>
                  <a:cubicBezTo>
                    <a:pt x="32" y="300"/>
                    <a:pt x="32" y="298"/>
                    <a:pt x="32" y="297"/>
                  </a:cubicBezTo>
                  <a:cubicBezTo>
                    <a:pt x="31" y="296"/>
                    <a:pt x="29" y="294"/>
                    <a:pt x="28" y="293"/>
                  </a:cubicBezTo>
                  <a:cubicBezTo>
                    <a:pt x="27" y="293"/>
                    <a:pt x="25" y="292"/>
                    <a:pt x="24" y="291"/>
                  </a:cubicBezTo>
                  <a:cubicBezTo>
                    <a:pt x="24" y="290"/>
                    <a:pt x="25" y="288"/>
                    <a:pt x="24" y="287"/>
                  </a:cubicBezTo>
                  <a:cubicBezTo>
                    <a:pt x="24" y="286"/>
                    <a:pt x="23" y="284"/>
                    <a:pt x="23" y="283"/>
                  </a:cubicBezTo>
                  <a:cubicBezTo>
                    <a:pt x="22" y="282"/>
                    <a:pt x="21" y="280"/>
                    <a:pt x="21" y="279"/>
                  </a:cubicBezTo>
                  <a:cubicBezTo>
                    <a:pt x="20" y="277"/>
                    <a:pt x="18" y="274"/>
                    <a:pt x="18" y="273"/>
                  </a:cubicBezTo>
                  <a:cubicBezTo>
                    <a:pt x="17" y="272"/>
                    <a:pt x="17" y="270"/>
                    <a:pt x="17" y="268"/>
                  </a:cubicBezTo>
                  <a:cubicBezTo>
                    <a:pt x="17" y="268"/>
                    <a:pt x="18" y="266"/>
                    <a:pt x="18" y="265"/>
                  </a:cubicBezTo>
                  <a:cubicBezTo>
                    <a:pt x="19" y="265"/>
                    <a:pt x="21" y="264"/>
                    <a:pt x="22" y="264"/>
                  </a:cubicBezTo>
                  <a:cubicBezTo>
                    <a:pt x="22" y="264"/>
                    <a:pt x="24" y="263"/>
                    <a:pt x="24" y="263"/>
                  </a:cubicBezTo>
                  <a:cubicBezTo>
                    <a:pt x="25" y="263"/>
                    <a:pt x="27" y="264"/>
                    <a:pt x="28" y="263"/>
                  </a:cubicBezTo>
                  <a:cubicBezTo>
                    <a:pt x="29" y="263"/>
                    <a:pt x="30" y="263"/>
                    <a:pt x="31" y="262"/>
                  </a:cubicBezTo>
                  <a:cubicBezTo>
                    <a:pt x="32" y="262"/>
                    <a:pt x="33" y="260"/>
                    <a:pt x="33" y="260"/>
                  </a:cubicBezTo>
                  <a:cubicBezTo>
                    <a:pt x="33" y="259"/>
                    <a:pt x="33" y="257"/>
                    <a:pt x="33" y="257"/>
                  </a:cubicBezTo>
                  <a:cubicBezTo>
                    <a:pt x="33" y="256"/>
                    <a:pt x="33" y="254"/>
                    <a:pt x="32" y="254"/>
                  </a:cubicBezTo>
                  <a:cubicBezTo>
                    <a:pt x="32" y="253"/>
                    <a:pt x="31" y="253"/>
                    <a:pt x="30" y="252"/>
                  </a:cubicBezTo>
                  <a:cubicBezTo>
                    <a:pt x="29" y="251"/>
                    <a:pt x="26" y="249"/>
                    <a:pt x="24" y="248"/>
                  </a:cubicBezTo>
                  <a:cubicBezTo>
                    <a:pt x="24" y="247"/>
                    <a:pt x="22" y="245"/>
                    <a:pt x="22" y="244"/>
                  </a:cubicBezTo>
                  <a:cubicBezTo>
                    <a:pt x="21" y="243"/>
                    <a:pt x="20" y="241"/>
                    <a:pt x="20" y="240"/>
                  </a:cubicBezTo>
                  <a:cubicBezTo>
                    <a:pt x="20" y="240"/>
                    <a:pt x="20" y="238"/>
                    <a:pt x="20" y="237"/>
                  </a:cubicBezTo>
                  <a:cubicBezTo>
                    <a:pt x="20" y="236"/>
                    <a:pt x="19" y="234"/>
                    <a:pt x="19" y="232"/>
                  </a:cubicBezTo>
                  <a:cubicBezTo>
                    <a:pt x="18" y="231"/>
                    <a:pt x="18" y="229"/>
                    <a:pt x="17" y="228"/>
                  </a:cubicBezTo>
                  <a:cubicBezTo>
                    <a:pt x="17" y="227"/>
                    <a:pt x="15" y="225"/>
                    <a:pt x="14" y="224"/>
                  </a:cubicBezTo>
                  <a:cubicBezTo>
                    <a:pt x="14" y="223"/>
                    <a:pt x="12" y="221"/>
                    <a:pt x="12" y="220"/>
                  </a:cubicBezTo>
                  <a:cubicBezTo>
                    <a:pt x="11" y="218"/>
                    <a:pt x="10" y="215"/>
                    <a:pt x="10" y="213"/>
                  </a:cubicBezTo>
                  <a:cubicBezTo>
                    <a:pt x="10" y="212"/>
                    <a:pt x="10" y="211"/>
                    <a:pt x="10" y="210"/>
                  </a:cubicBezTo>
                  <a:cubicBezTo>
                    <a:pt x="10" y="209"/>
                    <a:pt x="10" y="208"/>
                    <a:pt x="11" y="207"/>
                  </a:cubicBezTo>
                  <a:cubicBezTo>
                    <a:pt x="12" y="206"/>
                    <a:pt x="15" y="204"/>
                    <a:pt x="16" y="203"/>
                  </a:cubicBezTo>
                  <a:cubicBezTo>
                    <a:pt x="17" y="203"/>
                    <a:pt x="19" y="201"/>
                    <a:pt x="20" y="201"/>
                  </a:cubicBezTo>
                  <a:cubicBezTo>
                    <a:pt x="21" y="200"/>
                    <a:pt x="23" y="198"/>
                    <a:pt x="23" y="197"/>
                  </a:cubicBezTo>
                  <a:cubicBezTo>
                    <a:pt x="24" y="197"/>
                    <a:pt x="25" y="195"/>
                    <a:pt x="25" y="194"/>
                  </a:cubicBezTo>
                  <a:cubicBezTo>
                    <a:pt x="26" y="193"/>
                    <a:pt x="27" y="191"/>
                    <a:pt x="28" y="190"/>
                  </a:cubicBezTo>
                  <a:cubicBezTo>
                    <a:pt x="28" y="189"/>
                    <a:pt x="29" y="187"/>
                    <a:pt x="30" y="186"/>
                  </a:cubicBezTo>
                  <a:cubicBezTo>
                    <a:pt x="30" y="185"/>
                    <a:pt x="31" y="183"/>
                    <a:pt x="32" y="182"/>
                  </a:cubicBezTo>
                  <a:cubicBezTo>
                    <a:pt x="32" y="181"/>
                    <a:pt x="33" y="180"/>
                    <a:pt x="33" y="179"/>
                  </a:cubicBezTo>
                  <a:cubicBezTo>
                    <a:pt x="34" y="178"/>
                    <a:pt x="36" y="177"/>
                    <a:pt x="37" y="176"/>
                  </a:cubicBezTo>
                  <a:cubicBezTo>
                    <a:pt x="37" y="174"/>
                    <a:pt x="38" y="172"/>
                    <a:pt x="38" y="171"/>
                  </a:cubicBezTo>
                  <a:cubicBezTo>
                    <a:pt x="38" y="169"/>
                    <a:pt x="38" y="167"/>
                    <a:pt x="38" y="166"/>
                  </a:cubicBezTo>
                  <a:cubicBezTo>
                    <a:pt x="38" y="165"/>
                    <a:pt x="37" y="162"/>
                    <a:pt x="37" y="161"/>
                  </a:cubicBezTo>
                  <a:cubicBezTo>
                    <a:pt x="37" y="160"/>
                    <a:pt x="36" y="158"/>
                    <a:pt x="37" y="157"/>
                  </a:cubicBezTo>
                  <a:cubicBezTo>
                    <a:pt x="37" y="156"/>
                    <a:pt x="39" y="154"/>
                    <a:pt x="40" y="155"/>
                  </a:cubicBezTo>
                  <a:cubicBezTo>
                    <a:pt x="41" y="155"/>
                    <a:pt x="42" y="156"/>
                    <a:pt x="43" y="157"/>
                  </a:cubicBezTo>
                  <a:cubicBezTo>
                    <a:pt x="44" y="158"/>
                    <a:pt x="44" y="160"/>
                    <a:pt x="45" y="160"/>
                  </a:cubicBezTo>
                  <a:cubicBezTo>
                    <a:pt x="46" y="160"/>
                    <a:pt x="48" y="160"/>
                    <a:pt x="49" y="159"/>
                  </a:cubicBezTo>
                  <a:cubicBezTo>
                    <a:pt x="50" y="159"/>
                    <a:pt x="51" y="158"/>
                    <a:pt x="52" y="158"/>
                  </a:cubicBezTo>
                  <a:cubicBezTo>
                    <a:pt x="52" y="157"/>
                    <a:pt x="53" y="155"/>
                    <a:pt x="54" y="154"/>
                  </a:cubicBezTo>
                  <a:cubicBezTo>
                    <a:pt x="54" y="154"/>
                    <a:pt x="57" y="153"/>
                    <a:pt x="58" y="153"/>
                  </a:cubicBezTo>
                  <a:cubicBezTo>
                    <a:pt x="59" y="153"/>
                    <a:pt x="60" y="154"/>
                    <a:pt x="61" y="154"/>
                  </a:cubicBezTo>
                  <a:cubicBezTo>
                    <a:pt x="62" y="155"/>
                    <a:pt x="63" y="156"/>
                    <a:pt x="64" y="157"/>
                  </a:cubicBezTo>
                  <a:cubicBezTo>
                    <a:pt x="64" y="158"/>
                    <a:pt x="65" y="159"/>
                    <a:pt x="66" y="159"/>
                  </a:cubicBezTo>
                  <a:cubicBezTo>
                    <a:pt x="67" y="160"/>
                    <a:pt x="70" y="159"/>
                    <a:pt x="71" y="159"/>
                  </a:cubicBezTo>
                  <a:cubicBezTo>
                    <a:pt x="72" y="159"/>
                    <a:pt x="74" y="158"/>
                    <a:pt x="75" y="158"/>
                  </a:cubicBezTo>
                  <a:cubicBezTo>
                    <a:pt x="76" y="157"/>
                    <a:pt x="78" y="155"/>
                    <a:pt x="78" y="154"/>
                  </a:cubicBezTo>
                  <a:cubicBezTo>
                    <a:pt x="79" y="153"/>
                    <a:pt x="80" y="151"/>
                    <a:pt x="80" y="150"/>
                  </a:cubicBezTo>
                  <a:cubicBezTo>
                    <a:pt x="81" y="148"/>
                    <a:pt x="81" y="145"/>
                    <a:pt x="80" y="144"/>
                  </a:cubicBezTo>
                  <a:cubicBezTo>
                    <a:pt x="80" y="142"/>
                    <a:pt x="79" y="141"/>
                    <a:pt x="79" y="140"/>
                  </a:cubicBezTo>
                  <a:cubicBezTo>
                    <a:pt x="78" y="138"/>
                    <a:pt x="77" y="136"/>
                    <a:pt x="76" y="135"/>
                  </a:cubicBezTo>
                  <a:cubicBezTo>
                    <a:pt x="75" y="133"/>
                    <a:pt x="73" y="130"/>
                    <a:pt x="72" y="128"/>
                  </a:cubicBezTo>
                  <a:cubicBezTo>
                    <a:pt x="72" y="127"/>
                    <a:pt x="72" y="124"/>
                    <a:pt x="72" y="123"/>
                  </a:cubicBezTo>
                  <a:cubicBezTo>
                    <a:pt x="73" y="122"/>
                    <a:pt x="73" y="119"/>
                    <a:pt x="73" y="118"/>
                  </a:cubicBezTo>
                  <a:cubicBezTo>
                    <a:pt x="74" y="116"/>
                    <a:pt x="75" y="113"/>
                    <a:pt x="76" y="112"/>
                  </a:cubicBezTo>
                  <a:cubicBezTo>
                    <a:pt x="77" y="110"/>
                    <a:pt x="80" y="106"/>
                    <a:pt x="81" y="104"/>
                  </a:cubicBezTo>
                  <a:cubicBezTo>
                    <a:pt x="81" y="104"/>
                    <a:pt x="81" y="103"/>
                    <a:pt x="81" y="102"/>
                  </a:cubicBezTo>
                  <a:cubicBezTo>
                    <a:pt x="82" y="101"/>
                    <a:pt x="82" y="99"/>
                    <a:pt x="82" y="98"/>
                  </a:cubicBezTo>
                  <a:cubicBezTo>
                    <a:pt x="82" y="98"/>
                    <a:pt x="84" y="97"/>
                    <a:pt x="84" y="96"/>
                  </a:cubicBezTo>
                  <a:cubicBezTo>
                    <a:pt x="84" y="95"/>
                    <a:pt x="84" y="93"/>
                    <a:pt x="85" y="91"/>
                  </a:cubicBezTo>
                  <a:cubicBezTo>
                    <a:pt x="85" y="90"/>
                    <a:pt x="85" y="88"/>
                    <a:pt x="85" y="87"/>
                  </a:cubicBezTo>
                  <a:cubicBezTo>
                    <a:pt x="85" y="86"/>
                    <a:pt x="84" y="84"/>
                    <a:pt x="83" y="84"/>
                  </a:cubicBezTo>
                  <a:cubicBezTo>
                    <a:pt x="82" y="83"/>
                    <a:pt x="81" y="82"/>
                    <a:pt x="80" y="82"/>
                  </a:cubicBezTo>
                  <a:cubicBezTo>
                    <a:pt x="79" y="82"/>
                    <a:pt x="77" y="83"/>
                    <a:pt x="76" y="83"/>
                  </a:cubicBezTo>
                  <a:cubicBezTo>
                    <a:pt x="75" y="84"/>
                    <a:pt x="73" y="87"/>
                    <a:pt x="72" y="88"/>
                  </a:cubicBezTo>
                  <a:cubicBezTo>
                    <a:pt x="71" y="89"/>
                    <a:pt x="71" y="92"/>
                    <a:pt x="70" y="94"/>
                  </a:cubicBezTo>
                  <a:cubicBezTo>
                    <a:pt x="70" y="95"/>
                    <a:pt x="69" y="96"/>
                    <a:pt x="68" y="97"/>
                  </a:cubicBezTo>
                  <a:cubicBezTo>
                    <a:pt x="67" y="98"/>
                    <a:pt x="65" y="99"/>
                    <a:pt x="64" y="99"/>
                  </a:cubicBezTo>
                  <a:cubicBezTo>
                    <a:pt x="63" y="99"/>
                    <a:pt x="60" y="97"/>
                    <a:pt x="59" y="96"/>
                  </a:cubicBezTo>
                  <a:cubicBezTo>
                    <a:pt x="57" y="96"/>
                    <a:pt x="55" y="95"/>
                    <a:pt x="54" y="94"/>
                  </a:cubicBezTo>
                  <a:cubicBezTo>
                    <a:pt x="52" y="94"/>
                    <a:pt x="49" y="92"/>
                    <a:pt x="48" y="91"/>
                  </a:cubicBezTo>
                  <a:cubicBezTo>
                    <a:pt x="47" y="90"/>
                    <a:pt x="45" y="88"/>
                    <a:pt x="44" y="87"/>
                  </a:cubicBezTo>
                  <a:cubicBezTo>
                    <a:pt x="43" y="86"/>
                    <a:pt x="41" y="84"/>
                    <a:pt x="41" y="83"/>
                  </a:cubicBezTo>
                  <a:cubicBezTo>
                    <a:pt x="40" y="81"/>
                    <a:pt x="39" y="78"/>
                    <a:pt x="39" y="77"/>
                  </a:cubicBezTo>
                  <a:cubicBezTo>
                    <a:pt x="39" y="76"/>
                    <a:pt x="39" y="76"/>
                    <a:pt x="39" y="75"/>
                  </a:cubicBezTo>
                  <a:cubicBezTo>
                    <a:pt x="40" y="75"/>
                    <a:pt x="40" y="74"/>
                    <a:pt x="40" y="74"/>
                  </a:cubicBezTo>
                  <a:cubicBezTo>
                    <a:pt x="40" y="72"/>
                    <a:pt x="41" y="70"/>
                    <a:pt x="41" y="69"/>
                  </a:cubicBezTo>
                  <a:cubicBezTo>
                    <a:pt x="41" y="68"/>
                    <a:pt x="41" y="65"/>
                    <a:pt x="41" y="64"/>
                  </a:cubicBezTo>
                  <a:cubicBezTo>
                    <a:pt x="41" y="64"/>
                    <a:pt x="40" y="62"/>
                    <a:pt x="41" y="61"/>
                  </a:cubicBezTo>
                  <a:cubicBezTo>
                    <a:pt x="41" y="60"/>
                    <a:pt x="42" y="58"/>
                    <a:pt x="43" y="58"/>
                  </a:cubicBezTo>
                  <a:cubicBezTo>
                    <a:pt x="44" y="57"/>
                    <a:pt x="47" y="57"/>
                    <a:pt x="48" y="56"/>
                  </a:cubicBezTo>
                  <a:cubicBezTo>
                    <a:pt x="49" y="56"/>
                    <a:pt x="52" y="56"/>
                    <a:pt x="53" y="56"/>
                  </a:cubicBezTo>
                  <a:cubicBezTo>
                    <a:pt x="54" y="56"/>
                    <a:pt x="57" y="56"/>
                    <a:pt x="58" y="56"/>
                  </a:cubicBezTo>
                  <a:cubicBezTo>
                    <a:pt x="60" y="56"/>
                    <a:pt x="62" y="57"/>
                    <a:pt x="63" y="57"/>
                  </a:cubicBezTo>
                  <a:cubicBezTo>
                    <a:pt x="64" y="57"/>
                    <a:pt x="66" y="57"/>
                    <a:pt x="67" y="57"/>
                  </a:cubicBezTo>
                  <a:cubicBezTo>
                    <a:pt x="68" y="56"/>
                    <a:pt x="70" y="55"/>
                    <a:pt x="72" y="55"/>
                  </a:cubicBezTo>
                  <a:cubicBezTo>
                    <a:pt x="73" y="55"/>
                    <a:pt x="74" y="53"/>
                    <a:pt x="75" y="53"/>
                  </a:cubicBezTo>
                  <a:cubicBezTo>
                    <a:pt x="76" y="53"/>
                    <a:pt x="78" y="53"/>
                    <a:pt x="79" y="53"/>
                  </a:cubicBezTo>
                  <a:cubicBezTo>
                    <a:pt x="81" y="53"/>
                    <a:pt x="84" y="53"/>
                    <a:pt x="86" y="53"/>
                  </a:cubicBezTo>
                  <a:cubicBezTo>
                    <a:pt x="88" y="54"/>
                    <a:pt x="91" y="55"/>
                    <a:pt x="93" y="55"/>
                  </a:cubicBezTo>
                  <a:cubicBezTo>
                    <a:pt x="95" y="55"/>
                    <a:pt x="98" y="55"/>
                    <a:pt x="99" y="55"/>
                  </a:cubicBezTo>
                  <a:cubicBezTo>
                    <a:pt x="100" y="54"/>
                    <a:pt x="103" y="54"/>
                    <a:pt x="104" y="53"/>
                  </a:cubicBezTo>
                  <a:cubicBezTo>
                    <a:pt x="105" y="53"/>
                    <a:pt x="106" y="52"/>
                    <a:pt x="107" y="52"/>
                  </a:cubicBezTo>
                  <a:cubicBezTo>
                    <a:pt x="108" y="51"/>
                    <a:pt x="110" y="49"/>
                    <a:pt x="111" y="49"/>
                  </a:cubicBezTo>
                  <a:cubicBezTo>
                    <a:pt x="112" y="48"/>
                    <a:pt x="115" y="46"/>
                    <a:pt x="116" y="46"/>
                  </a:cubicBezTo>
                  <a:cubicBezTo>
                    <a:pt x="118" y="45"/>
                    <a:pt x="121" y="44"/>
                    <a:pt x="123" y="44"/>
                  </a:cubicBezTo>
                  <a:cubicBezTo>
                    <a:pt x="125" y="43"/>
                    <a:pt x="129" y="43"/>
                    <a:pt x="131" y="43"/>
                  </a:cubicBezTo>
                  <a:cubicBezTo>
                    <a:pt x="133" y="42"/>
                    <a:pt x="136" y="42"/>
                    <a:pt x="138" y="42"/>
                  </a:cubicBezTo>
                  <a:cubicBezTo>
                    <a:pt x="139" y="42"/>
                    <a:pt x="140" y="42"/>
                    <a:pt x="141" y="41"/>
                  </a:cubicBezTo>
                  <a:cubicBezTo>
                    <a:pt x="142" y="41"/>
                    <a:pt x="144" y="41"/>
                    <a:pt x="145" y="41"/>
                  </a:cubicBezTo>
                  <a:cubicBezTo>
                    <a:pt x="146" y="40"/>
                    <a:pt x="148" y="39"/>
                    <a:pt x="148" y="38"/>
                  </a:cubicBezTo>
                  <a:cubicBezTo>
                    <a:pt x="149" y="38"/>
                    <a:pt x="149" y="36"/>
                    <a:pt x="150" y="35"/>
                  </a:cubicBezTo>
                  <a:cubicBezTo>
                    <a:pt x="150" y="35"/>
                    <a:pt x="151" y="33"/>
                    <a:pt x="151" y="33"/>
                  </a:cubicBezTo>
                  <a:cubicBezTo>
                    <a:pt x="152" y="32"/>
                    <a:pt x="151" y="30"/>
                    <a:pt x="152" y="29"/>
                  </a:cubicBezTo>
                  <a:cubicBezTo>
                    <a:pt x="152" y="29"/>
                    <a:pt x="153" y="28"/>
                    <a:pt x="154" y="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84"/>
            <p:cNvSpPr>
              <a:spLocks/>
            </p:cNvSpPr>
            <p:nvPr/>
          </p:nvSpPr>
          <p:spPr bwMode="auto">
            <a:xfrm>
              <a:off x="4016375" y="2209800"/>
              <a:ext cx="655638" cy="425450"/>
            </a:xfrm>
            <a:custGeom>
              <a:avLst/>
              <a:gdLst/>
              <a:ahLst/>
              <a:cxnLst>
                <a:cxn ang="0">
                  <a:pos x="368" y="32"/>
                </a:cxn>
                <a:cxn ang="0">
                  <a:pos x="362" y="45"/>
                </a:cxn>
                <a:cxn ang="0">
                  <a:pos x="374" y="61"/>
                </a:cxn>
                <a:cxn ang="0">
                  <a:pos x="378" y="85"/>
                </a:cxn>
                <a:cxn ang="0">
                  <a:pos x="372" y="111"/>
                </a:cxn>
                <a:cxn ang="0">
                  <a:pos x="370" y="128"/>
                </a:cxn>
                <a:cxn ang="0">
                  <a:pos x="377" y="151"/>
                </a:cxn>
                <a:cxn ang="0">
                  <a:pos x="393" y="166"/>
                </a:cxn>
                <a:cxn ang="0">
                  <a:pos x="382" y="188"/>
                </a:cxn>
                <a:cxn ang="0">
                  <a:pos x="370" y="190"/>
                </a:cxn>
                <a:cxn ang="0">
                  <a:pos x="358" y="196"/>
                </a:cxn>
                <a:cxn ang="0">
                  <a:pos x="337" y="203"/>
                </a:cxn>
                <a:cxn ang="0">
                  <a:pos x="329" y="220"/>
                </a:cxn>
                <a:cxn ang="0">
                  <a:pos x="303" y="235"/>
                </a:cxn>
                <a:cxn ang="0">
                  <a:pos x="274" y="246"/>
                </a:cxn>
                <a:cxn ang="0">
                  <a:pos x="260" y="216"/>
                </a:cxn>
                <a:cxn ang="0">
                  <a:pos x="257" y="186"/>
                </a:cxn>
                <a:cxn ang="0">
                  <a:pos x="242" y="190"/>
                </a:cxn>
                <a:cxn ang="0">
                  <a:pos x="220" y="196"/>
                </a:cxn>
                <a:cxn ang="0">
                  <a:pos x="216" y="226"/>
                </a:cxn>
                <a:cxn ang="0">
                  <a:pos x="209" y="238"/>
                </a:cxn>
                <a:cxn ang="0">
                  <a:pos x="195" y="247"/>
                </a:cxn>
                <a:cxn ang="0">
                  <a:pos x="172" y="250"/>
                </a:cxn>
                <a:cxn ang="0">
                  <a:pos x="166" y="217"/>
                </a:cxn>
                <a:cxn ang="0">
                  <a:pos x="132" y="234"/>
                </a:cxn>
                <a:cxn ang="0">
                  <a:pos x="122" y="234"/>
                </a:cxn>
                <a:cxn ang="0">
                  <a:pos x="114" y="210"/>
                </a:cxn>
                <a:cxn ang="0">
                  <a:pos x="106" y="228"/>
                </a:cxn>
                <a:cxn ang="0">
                  <a:pos x="89" y="215"/>
                </a:cxn>
                <a:cxn ang="0">
                  <a:pos x="60" y="202"/>
                </a:cxn>
                <a:cxn ang="0">
                  <a:pos x="34" y="215"/>
                </a:cxn>
                <a:cxn ang="0">
                  <a:pos x="13" y="186"/>
                </a:cxn>
                <a:cxn ang="0">
                  <a:pos x="22" y="178"/>
                </a:cxn>
                <a:cxn ang="0">
                  <a:pos x="39" y="179"/>
                </a:cxn>
                <a:cxn ang="0">
                  <a:pos x="17" y="164"/>
                </a:cxn>
                <a:cxn ang="0">
                  <a:pos x="1" y="146"/>
                </a:cxn>
                <a:cxn ang="0">
                  <a:pos x="24" y="78"/>
                </a:cxn>
                <a:cxn ang="0">
                  <a:pos x="55" y="5"/>
                </a:cxn>
                <a:cxn ang="0">
                  <a:pos x="83" y="34"/>
                </a:cxn>
                <a:cxn ang="0">
                  <a:pos x="96" y="15"/>
                </a:cxn>
                <a:cxn ang="0">
                  <a:pos x="122" y="25"/>
                </a:cxn>
                <a:cxn ang="0">
                  <a:pos x="123" y="47"/>
                </a:cxn>
                <a:cxn ang="0">
                  <a:pos x="140" y="41"/>
                </a:cxn>
                <a:cxn ang="0">
                  <a:pos x="149" y="62"/>
                </a:cxn>
                <a:cxn ang="0">
                  <a:pos x="136" y="81"/>
                </a:cxn>
                <a:cxn ang="0">
                  <a:pos x="150" y="97"/>
                </a:cxn>
                <a:cxn ang="0">
                  <a:pos x="164" y="80"/>
                </a:cxn>
                <a:cxn ang="0">
                  <a:pos x="182" y="73"/>
                </a:cxn>
                <a:cxn ang="0">
                  <a:pos x="195" y="61"/>
                </a:cxn>
                <a:cxn ang="0">
                  <a:pos x="220" y="78"/>
                </a:cxn>
                <a:cxn ang="0">
                  <a:pos x="248" y="72"/>
                </a:cxn>
                <a:cxn ang="0">
                  <a:pos x="284" y="57"/>
                </a:cxn>
                <a:cxn ang="0">
                  <a:pos x="323" y="36"/>
                </a:cxn>
                <a:cxn ang="0">
                  <a:pos x="355" y="5"/>
                </a:cxn>
              </a:cxnLst>
              <a:rect l="0" t="0" r="r" b="b"/>
              <a:pathLst>
                <a:path w="395" h="257">
                  <a:moveTo>
                    <a:pt x="365" y="10"/>
                  </a:moveTo>
                  <a:cubicBezTo>
                    <a:pt x="366" y="11"/>
                    <a:pt x="366" y="13"/>
                    <a:pt x="366" y="14"/>
                  </a:cubicBezTo>
                  <a:cubicBezTo>
                    <a:pt x="367" y="15"/>
                    <a:pt x="370" y="17"/>
                    <a:pt x="371" y="18"/>
                  </a:cubicBezTo>
                  <a:cubicBezTo>
                    <a:pt x="371" y="20"/>
                    <a:pt x="371" y="22"/>
                    <a:pt x="371" y="23"/>
                  </a:cubicBezTo>
                  <a:cubicBezTo>
                    <a:pt x="371" y="24"/>
                    <a:pt x="370" y="27"/>
                    <a:pt x="370" y="28"/>
                  </a:cubicBezTo>
                  <a:cubicBezTo>
                    <a:pt x="369" y="29"/>
                    <a:pt x="368" y="31"/>
                    <a:pt x="368" y="32"/>
                  </a:cubicBezTo>
                  <a:cubicBezTo>
                    <a:pt x="367" y="33"/>
                    <a:pt x="366" y="35"/>
                    <a:pt x="365" y="35"/>
                  </a:cubicBezTo>
                  <a:cubicBezTo>
                    <a:pt x="364" y="36"/>
                    <a:pt x="362" y="37"/>
                    <a:pt x="361" y="38"/>
                  </a:cubicBezTo>
                  <a:cubicBezTo>
                    <a:pt x="361" y="38"/>
                    <a:pt x="359" y="39"/>
                    <a:pt x="359" y="40"/>
                  </a:cubicBezTo>
                  <a:cubicBezTo>
                    <a:pt x="359" y="40"/>
                    <a:pt x="359" y="42"/>
                    <a:pt x="359" y="42"/>
                  </a:cubicBezTo>
                  <a:cubicBezTo>
                    <a:pt x="359" y="43"/>
                    <a:pt x="360" y="44"/>
                    <a:pt x="360" y="44"/>
                  </a:cubicBezTo>
                  <a:cubicBezTo>
                    <a:pt x="361" y="44"/>
                    <a:pt x="362" y="44"/>
                    <a:pt x="362" y="45"/>
                  </a:cubicBezTo>
                  <a:cubicBezTo>
                    <a:pt x="363" y="45"/>
                    <a:pt x="365" y="44"/>
                    <a:pt x="366" y="44"/>
                  </a:cubicBezTo>
                  <a:cubicBezTo>
                    <a:pt x="368" y="44"/>
                    <a:pt x="370" y="44"/>
                    <a:pt x="372" y="44"/>
                  </a:cubicBezTo>
                  <a:cubicBezTo>
                    <a:pt x="372" y="44"/>
                    <a:pt x="373" y="45"/>
                    <a:pt x="373" y="46"/>
                  </a:cubicBezTo>
                  <a:cubicBezTo>
                    <a:pt x="374" y="46"/>
                    <a:pt x="374" y="48"/>
                    <a:pt x="374" y="49"/>
                  </a:cubicBezTo>
                  <a:cubicBezTo>
                    <a:pt x="374" y="50"/>
                    <a:pt x="373" y="53"/>
                    <a:pt x="373" y="55"/>
                  </a:cubicBezTo>
                  <a:cubicBezTo>
                    <a:pt x="373" y="56"/>
                    <a:pt x="374" y="59"/>
                    <a:pt x="374" y="61"/>
                  </a:cubicBezTo>
                  <a:cubicBezTo>
                    <a:pt x="375" y="62"/>
                    <a:pt x="377" y="65"/>
                    <a:pt x="378" y="66"/>
                  </a:cubicBezTo>
                  <a:cubicBezTo>
                    <a:pt x="378" y="67"/>
                    <a:pt x="378" y="69"/>
                    <a:pt x="379" y="70"/>
                  </a:cubicBezTo>
                  <a:cubicBezTo>
                    <a:pt x="380" y="71"/>
                    <a:pt x="383" y="72"/>
                    <a:pt x="384" y="74"/>
                  </a:cubicBezTo>
                  <a:cubicBezTo>
                    <a:pt x="385" y="75"/>
                    <a:pt x="385" y="77"/>
                    <a:pt x="385" y="78"/>
                  </a:cubicBezTo>
                  <a:cubicBezTo>
                    <a:pt x="385" y="79"/>
                    <a:pt x="384" y="82"/>
                    <a:pt x="383" y="83"/>
                  </a:cubicBezTo>
                  <a:cubicBezTo>
                    <a:pt x="382" y="84"/>
                    <a:pt x="379" y="84"/>
                    <a:pt x="378" y="85"/>
                  </a:cubicBezTo>
                  <a:cubicBezTo>
                    <a:pt x="377" y="86"/>
                    <a:pt x="375" y="87"/>
                    <a:pt x="374" y="88"/>
                  </a:cubicBezTo>
                  <a:cubicBezTo>
                    <a:pt x="373" y="89"/>
                    <a:pt x="371" y="92"/>
                    <a:pt x="370" y="94"/>
                  </a:cubicBezTo>
                  <a:cubicBezTo>
                    <a:pt x="369" y="95"/>
                    <a:pt x="368" y="97"/>
                    <a:pt x="367" y="99"/>
                  </a:cubicBezTo>
                  <a:cubicBezTo>
                    <a:pt x="367" y="100"/>
                    <a:pt x="366" y="103"/>
                    <a:pt x="367" y="105"/>
                  </a:cubicBezTo>
                  <a:cubicBezTo>
                    <a:pt x="367" y="106"/>
                    <a:pt x="369" y="108"/>
                    <a:pt x="370" y="109"/>
                  </a:cubicBezTo>
                  <a:cubicBezTo>
                    <a:pt x="370" y="110"/>
                    <a:pt x="372" y="110"/>
                    <a:pt x="372" y="111"/>
                  </a:cubicBezTo>
                  <a:cubicBezTo>
                    <a:pt x="373" y="112"/>
                    <a:pt x="373" y="114"/>
                    <a:pt x="374" y="115"/>
                  </a:cubicBezTo>
                  <a:cubicBezTo>
                    <a:pt x="375" y="115"/>
                    <a:pt x="375" y="116"/>
                    <a:pt x="376" y="116"/>
                  </a:cubicBezTo>
                  <a:cubicBezTo>
                    <a:pt x="376" y="117"/>
                    <a:pt x="376" y="118"/>
                    <a:pt x="376" y="119"/>
                  </a:cubicBezTo>
                  <a:cubicBezTo>
                    <a:pt x="376" y="120"/>
                    <a:pt x="376" y="123"/>
                    <a:pt x="376" y="124"/>
                  </a:cubicBezTo>
                  <a:cubicBezTo>
                    <a:pt x="375" y="124"/>
                    <a:pt x="374" y="125"/>
                    <a:pt x="373" y="126"/>
                  </a:cubicBezTo>
                  <a:cubicBezTo>
                    <a:pt x="372" y="126"/>
                    <a:pt x="371" y="127"/>
                    <a:pt x="370" y="128"/>
                  </a:cubicBezTo>
                  <a:cubicBezTo>
                    <a:pt x="370" y="129"/>
                    <a:pt x="368" y="132"/>
                    <a:pt x="368" y="133"/>
                  </a:cubicBezTo>
                  <a:cubicBezTo>
                    <a:pt x="368" y="134"/>
                    <a:pt x="367" y="136"/>
                    <a:pt x="367" y="137"/>
                  </a:cubicBezTo>
                  <a:cubicBezTo>
                    <a:pt x="367" y="139"/>
                    <a:pt x="367" y="141"/>
                    <a:pt x="367" y="142"/>
                  </a:cubicBezTo>
                  <a:cubicBezTo>
                    <a:pt x="368" y="143"/>
                    <a:pt x="369" y="146"/>
                    <a:pt x="369" y="146"/>
                  </a:cubicBezTo>
                  <a:cubicBezTo>
                    <a:pt x="370" y="147"/>
                    <a:pt x="373" y="148"/>
                    <a:pt x="374" y="149"/>
                  </a:cubicBezTo>
                  <a:cubicBezTo>
                    <a:pt x="375" y="149"/>
                    <a:pt x="377" y="150"/>
                    <a:pt x="377" y="151"/>
                  </a:cubicBezTo>
                  <a:cubicBezTo>
                    <a:pt x="378" y="152"/>
                    <a:pt x="378" y="154"/>
                    <a:pt x="378" y="155"/>
                  </a:cubicBezTo>
                  <a:cubicBezTo>
                    <a:pt x="378" y="156"/>
                    <a:pt x="379" y="158"/>
                    <a:pt x="380" y="159"/>
                  </a:cubicBezTo>
                  <a:cubicBezTo>
                    <a:pt x="380" y="160"/>
                    <a:pt x="382" y="160"/>
                    <a:pt x="383" y="160"/>
                  </a:cubicBezTo>
                  <a:cubicBezTo>
                    <a:pt x="384" y="160"/>
                    <a:pt x="386" y="161"/>
                    <a:pt x="387" y="161"/>
                  </a:cubicBezTo>
                  <a:cubicBezTo>
                    <a:pt x="387" y="161"/>
                    <a:pt x="389" y="162"/>
                    <a:pt x="390" y="163"/>
                  </a:cubicBezTo>
                  <a:cubicBezTo>
                    <a:pt x="391" y="163"/>
                    <a:pt x="392" y="165"/>
                    <a:pt x="393" y="166"/>
                  </a:cubicBezTo>
                  <a:cubicBezTo>
                    <a:pt x="393" y="167"/>
                    <a:pt x="394" y="170"/>
                    <a:pt x="395" y="171"/>
                  </a:cubicBezTo>
                  <a:cubicBezTo>
                    <a:pt x="395" y="172"/>
                    <a:pt x="395" y="175"/>
                    <a:pt x="395" y="176"/>
                  </a:cubicBezTo>
                  <a:cubicBezTo>
                    <a:pt x="394" y="178"/>
                    <a:pt x="393" y="180"/>
                    <a:pt x="392" y="182"/>
                  </a:cubicBezTo>
                  <a:cubicBezTo>
                    <a:pt x="391" y="182"/>
                    <a:pt x="390" y="184"/>
                    <a:pt x="389" y="185"/>
                  </a:cubicBezTo>
                  <a:cubicBezTo>
                    <a:pt x="388" y="186"/>
                    <a:pt x="386" y="187"/>
                    <a:pt x="385" y="187"/>
                  </a:cubicBezTo>
                  <a:cubicBezTo>
                    <a:pt x="384" y="187"/>
                    <a:pt x="383" y="188"/>
                    <a:pt x="382" y="188"/>
                  </a:cubicBezTo>
                  <a:cubicBezTo>
                    <a:pt x="381" y="188"/>
                    <a:pt x="380" y="188"/>
                    <a:pt x="379" y="188"/>
                  </a:cubicBezTo>
                  <a:cubicBezTo>
                    <a:pt x="378" y="188"/>
                    <a:pt x="376" y="185"/>
                    <a:pt x="375" y="185"/>
                  </a:cubicBezTo>
                  <a:cubicBezTo>
                    <a:pt x="375" y="184"/>
                    <a:pt x="373" y="184"/>
                    <a:pt x="373" y="183"/>
                  </a:cubicBezTo>
                  <a:cubicBezTo>
                    <a:pt x="372" y="183"/>
                    <a:pt x="371" y="183"/>
                    <a:pt x="370" y="184"/>
                  </a:cubicBezTo>
                  <a:cubicBezTo>
                    <a:pt x="370" y="184"/>
                    <a:pt x="369" y="185"/>
                    <a:pt x="369" y="186"/>
                  </a:cubicBezTo>
                  <a:cubicBezTo>
                    <a:pt x="369" y="187"/>
                    <a:pt x="370" y="189"/>
                    <a:pt x="370" y="190"/>
                  </a:cubicBezTo>
                  <a:cubicBezTo>
                    <a:pt x="371" y="190"/>
                    <a:pt x="371" y="192"/>
                    <a:pt x="371" y="192"/>
                  </a:cubicBezTo>
                  <a:cubicBezTo>
                    <a:pt x="371" y="194"/>
                    <a:pt x="372" y="198"/>
                    <a:pt x="371" y="199"/>
                  </a:cubicBezTo>
                  <a:cubicBezTo>
                    <a:pt x="370" y="200"/>
                    <a:pt x="368" y="200"/>
                    <a:pt x="367" y="201"/>
                  </a:cubicBezTo>
                  <a:cubicBezTo>
                    <a:pt x="367" y="201"/>
                    <a:pt x="366" y="201"/>
                    <a:pt x="366" y="201"/>
                  </a:cubicBezTo>
                  <a:cubicBezTo>
                    <a:pt x="364" y="200"/>
                    <a:pt x="362" y="199"/>
                    <a:pt x="361" y="198"/>
                  </a:cubicBezTo>
                  <a:cubicBezTo>
                    <a:pt x="360" y="198"/>
                    <a:pt x="359" y="196"/>
                    <a:pt x="358" y="196"/>
                  </a:cubicBezTo>
                  <a:cubicBezTo>
                    <a:pt x="356" y="196"/>
                    <a:pt x="354" y="196"/>
                    <a:pt x="353" y="196"/>
                  </a:cubicBezTo>
                  <a:cubicBezTo>
                    <a:pt x="351" y="196"/>
                    <a:pt x="348" y="194"/>
                    <a:pt x="347" y="194"/>
                  </a:cubicBezTo>
                  <a:cubicBezTo>
                    <a:pt x="346" y="194"/>
                    <a:pt x="344" y="194"/>
                    <a:pt x="343" y="194"/>
                  </a:cubicBezTo>
                  <a:cubicBezTo>
                    <a:pt x="342" y="194"/>
                    <a:pt x="339" y="195"/>
                    <a:pt x="339" y="196"/>
                  </a:cubicBezTo>
                  <a:cubicBezTo>
                    <a:pt x="338" y="197"/>
                    <a:pt x="337" y="199"/>
                    <a:pt x="337" y="200"/>
                  </a:cubicBezTo>
                  <a:cubicBezTo>
                    <a:pt x="337" y="201"/>
                    <a:pt x="337" y="202"/>
                    <a:pt x="337" y="203"/>
                  </a:cubicBezTo>
                  <a:cubicBezTo>
                    <a:pt x="337" y="205"/>
                    <a:pt x="339" y="208"/>
                    <a:pt x="339" y="209"/>
                  </a:cubicBezTo>
                  <a:cubicBezTo>
                    <a:pt x="339" y="210"/>
                    <a:pt x="339" y="212"/>
                    <a:pt x="339" y="214"/>
                  </a:cubicBezTo>
                  <a:cubicBezTo>
                    <a:pt x="339" y="214"/>
                    <a:pt x="339" y="217"/>
                    <a:pt x="338" y="217"/>
                  </a:cubicBezTo>
                  <a:cubicBezTo>
                    <a:pt x="338" y="218"/>
                    <a:pt x="336" y="218"/>
                    <a:pt x="335" y="218"/>
                  </a:cubicBezTo>
                  <a:cubicBezTo>
                    <a:pt x="335" y="218"/>
                    <a:pt x="333" y="218"/>
                    <a:pt x="332" y="218"/>
                  </a:cubicBezTo>
                  <a:cubicBezTo>
                    <a:pt x="331" y="218"/>
                    <a:pt x="329" y="219"/>
                    <a:pt x="329" y="220"/>
                  </a:cubicBezTo>
                  <a:cubicBezTo>
                    <a:pt x="328" y="220"/>
                    <a:pt x="328" y="222"/>
                    <a:pt x="328" y="223"/>
                  </a:cubicBezTo>
                  <a:cubicBezTo>
                    <a:pt x="327" y="224"/>
                    <a:pt x="326" y="225"/>
                    <a:pt x="325" y="226"/>
                  </a:cubicBezTo>
                  <a:cubicBezTo>
                    <a:pt x="325" y="227"/>
                    <a:pt x="323" y="229"/>
                    <a:pt x="322" y="229"/>
                  </a:cubicBezTo>
                  <a:cubicBezTo>
                    <a:pt x="321" y="230"/>
                    <a:pt x="318" y="231"/>
                    <a:pt x="316" y="232"/>
                  </a:cubicBezTo>
                  <a:cubicBezTo>
                    <a:pt x="315" y="232"/>
                    <a:pt x="312" y="231"/>
                    <a:pt x="310" y="232"/>
                  </a:cubicBezTo>
                  <a:cubicBezTo>
                    <a:pt x="308" y="232"/>
                    <a:pt x="304" y="233"/>
                    <a:pt x="303" y="235"/>
                  </a:cubicBezTo>
                  <a:cubicBezTo>
                    <a:pt x="302" y="236"/>
                    <a:pt x="301" y="238"/>
                    <a:pt x="300" y="239"/>
                  </a:cubicBezTo>
                  <a:cubicBezTo>
                    <a:pt x="300" y="240"/>
                    <a:pt x="299" y="243"/>
                    <a:pt x="298" y="243"/>
                  </a:cubicBezTo>
                  <a:cubicBezTo>
                    <a:pt x="297" y="244"/>
                    <a:pt x="294" y="245"/>
                    <a:pt x="293" y="245"/>
                  </a:cubicBezTo>
                  <a:cubicBezTo>
                    <a:pt x="291" y="246"/>
                    <a:pt x="286" y="245"/>
                    <a:pt x="283" y="245"/>
                  </a:cubicBezTo>
                  <a:cubicBezTo>
                    <a:pt x="282" y="245"/>
                    <a:pt x="279" y="246"/>
                    <a:pt x="277" y="246"/>
                  </a:cubicBezTo>
                  <a:cubicBezTo>
                    <a:pt x="276" y="246"/>
                    <a:pt x="275" y="246"/>
                    <a:pt x="274" y="246"/>
                  </a:cubicBezTo>
                  <a:cubicBezTo>
                    <a:pt x="274" y="245"/>
                    <a:pt x="273" y="244"/>
                    <a:pt x="273" y="243"/>
                  </a:cubicBezTo>
                  <a:cubicBezTo>
                    <a:pt x="274" y="242"/>
                    <a:pt x="274" y="239"/>
                    <a:pt x="274" y="237"/>
                  </a:cubicBezTo>
                  <a:cubicBezTo>
                    <a:pt x="274" y="236"/>
                    <a:pt x="275" y="232"/>
                    <a:pt x="275" y="231"/>
                  </a:cubicBezTo>
                  <a:cubicBezTo>
                    <a:pt x="274" y="229"/>
                    <a:pt x="272" y="227"/>
                    <a:pt x="270" y="225"/>
                  </a:cubicBezTo>
                  <a:cubicBezTo>
                    <a:pt x="269" y="224"/>
                    <a:pt x="267" y="223"/>
                    <a:pt x="265" y="222"/>
                  </a:cubicBezTo>
                  <a:cubicBezTo>
                    <a:pt x="264" y="221"/>
                    <a:pt x="261" y="218"/>
                    <a:pt x="260" y="216"/>
                  </a:cubicBezTo>
                  <a:cubicBezTo>
                    <a:pt x="259" y="215"/>
                    <a:pt x="257" y="212"/>
                    <a:pt x="257" y="211"/>
                  </a:cubicBezTo>
                  <a:cubicBezTo>
                    <a:pt x="256" y="209"/>
                    <a:pt x="257" y="206"/>
                    <a:pt x="257" y="205"/>
                  </a:cubicBezTo>
                  <a:cubicBezTo>
                    <a:pt x="258" y="204"/>
                    <a:pt x="258" y="201"/>
                    <a:pt x="258" y="200"/>
                  </a:cubicBezTo>
                  <a:cubicBezTo>
                    <a:pt x="258" y="198"/>
                    <a:pt x="258" y="195"/>
                    <a:pt x="259" y="193"/>
                  </a:cubicBezTo>
                  <a:cubicBezTo>
                    <a:pt x="259" y="192"/>
                    <a:pt x="259" y="189"/>
                    <a:pt x="259" y="188"/>
                  </a:cubicBezTo>
                  <a:cubicBezTo>
                    <a:pt x="258" y="187"/>
                    <a:pt x="257" y="186"/>
                    <a:pt x="257" y="186"/>
                  </a:cubicBezTo>
                  <a:cubicBezTo>
                    <a:pt x="256" y="185"/>
                    <a:pt x="255" y="185"/>
                    <a:pt x="254" y="185"/>
                  </a:cubicBezTo>
                  <a:cubicBezTo>
                    <a:pt x="253" y="184"/>
                    <a:pt x="250" y="185"/>
                    <a:pt x="249" y="184"/>
                  </a:cubicBezTo>
                  <a:cubicBezTo>
                    <a:pt x="248" y="184"/>
                    <a:pt x="247" y="182"/>
                    <a:pt x="246" y="182"/>
                  </a:cubicBezTo>
                  <a:cubicBezTo>
                    <a:pt x="245" y="182"/>
                    <a:pt x="243" y="182"/>
                    <a:pt x="242" y="182"/>
                  </a:cubicBezTo>
                  <a:cubicBezTo>
                    <a:pt x="241" y="183"/>
                    <a:pt x="241" y="185"/>
                    <a:pt x="241" y="186"/>
                  </a:cubicBezTo>
                  <a:cubicBezTo>
                    <a:pt x="241" y="187"/>
                    <a:pt x="242" y="189"/>
                    <a:pt x="242" y="190"/>
                  </a:cubicBezTo>
                  <a:cubicBezTo>
                    <a:pt x="242" y="191"/>
                    <a:pt x="241" y="193"/>
                    <a:pt x="240" y="194"/>
                  </a:cubicBezTo>
                  <a:cubicBezTo>
                    <a:pt x="240" y="195"/>
                    <a:pt x="239" y="197"/>
                    <a:pt x="238" y="197"/>
                  </a:cubicBezTo>
                  <a:cubicBezTo>
                    <a:pt x="238" y="197"/>
                    <a:pt x="236" y="197"/>
                    <a:pt x="235" y="197"/>
                  </a:cubicBezTo>
                  <a:cubicBezTo>
                    <a:pt x="234" y="196"/>
                    <a:pt x="232" y="195"/>
                    <a:pt x="231" y="194"/>
                  </a:cubicBezTo>
                  <a:cubicBezTo>
                    <a:pt x="230" y="194"/>
                    <a:pt x="227" y="194"/>
                    <a:pt x="226" y="194"/>
                  </a:cubicBezTo>
                  <a:cubicBezTo>
                    <a:pt x="225" y="194"/>
                    <a:pt x="221" y="195"/>
                    <a:pt x="220" y="196"/>
                  </a:cubicBezTo>
                  <a:cubicBezTo>
                    <a:pt x="219" y="197"/>
                    <a:pt x="216" y="199"/>
                    <a:pt x="215" y="200"/>
                  </a:cubicBezTo>
                  <a:cubicBezTo>
                    <a:pt x="214" y="201"/>
                    <a:pt x="212" y="203"/>
                    <a:pt x="211" y="204"/>
                  </a:cubicBezTo>
                  <a:cubicBezTo>
                    <a:pt x="211" y="205"/>
                    <a:pt x="210" y="207"/>
                    <a:pt x="210" y="208"/>
                  </a:cubicBezTo>
                  <a:cubicBezTo>
                    <a:pt x="210" y="210"/>
                    <a:pt x="210" y="213"/>
                    <a:pt x="210" y="215"/>
                  </a:cubicBezTo>
                  <a:cubicBezTo>
                    <a:pt x="210" y="216"/>
                    <a:pt x="212" y="218"/>
                    <a:pt x="213" y="219"/>
                  </a:cubicBezTo>
                  <a:cubicBezTo>
                    <a:pt x="214" y="221"/>
                    <a:pt x="216" y="224"/>
                    <a:pt x="216" y="226"/>
                  </a:cubicBezTo>
                  <a:cubicBezTo>
                    <a:pt x="217" y="227"/>
                    <a:pt x="217" y="230"/>
                    <a:pt x="217" y="232"/>
                  </a:cubicBezTo>
                  <a:cubicBezTo>
                    <a:pt x="217" y="233"/>
                    <a:pt x="217" y="235"/>
                    <a:pt x="217" y="236"/>
                  </a:cubicBezTo>
                  <a:cubicBezTo>
                    <a:pt x="217" y="237"/>
                    <a:pt x="216" y="239"/>
                    <a:pt x="215" y="240"/>
                  </a:cubicBezTo>
                  <a:cubicBezTo>
                    <a:pt x="215" y="241"/>
                    <a:pt x="215" y="243"/>
                    <a:pt x="214" y="244"/>
                  </a:cubicBezTo>
                  <a:cubicBezTo>
                    <a:pt x="213" y="244"/>
                    <a:pt x="211" y="243"/>
                    <a:pt x="211" y="243"/>
                  </a:cubicBezTo>
                  <a:cubicBezTo>
                    <a:pt x="210" y="242"/>
                    <a:pt x="210" y="239"/>
                    <a:pt x="209" y="238"/>
                  </a:cubicBezTo>
                  <a:cubicBezTo>
                    <a:pt x="208" y="237"/>
                    <a:pt x="206" y="235"/>
                    <a:pt x="205" y="234"/>
                  </a:cubicBezTo>
                  <a:cubicBezTo>
                    <a:pt x="204" y="233"/>
                    <a:pt x="203" y="232"/>
                    <a:pt x="202" y="232"/>
                  </a:cubicBezTo>
                  <a:cubicBezTo>
                    <a:pt x="201" y="232"/>
                    <a:pt x="200" y="234"/>
                    <a:pt x="199" y="234"/>
                  </a:cubicBezTo>
                  <a:cubicBezTo>
                    <a:pt x="198" y="235"/>
                    <a:pt x="197" y="237"/>
                    <a:pt x="197" y="238"/>
                  </a:cubicBezTo>
                  <a:cubicBezTo>
                    <a:pt x="197" y="239"/>
                    <a:pt x="197" y="241"/>
                    <a:pt x="196" y="243"/>
                  </a:cubicBezTo>
                  <a:cubicBezTo>
                    <a:pt x="196" y="244"/>
                    <a:pt x="196" y="246"/>
                    <a:pt x="195" y="247"/>
                  </a:cubicBezTo>
                  <a:cubicBezTo>
                    <a:pt x="194" y="249"/>
                    <a:pt x="192" y="252"/>
                    <a:pt x="191" y="253"/>
                  </a:cubicBezTo>
                  <a:cubicBezTo>
                    <a:pt x="190" y="253"/>
                    <a:pt x="187" y="254"/>
                    <a:pt x="185" y="255"/>
                  </a:cubicBezTo>
                  <a:cubicBezTo>
                    <a:pt x="184" y="255"/>
                    <a:pt x="181" y="256"/>
                    <a:pt x="180" y="257"/>
                  </a:cubicBezTo>
                  <a:cubicBezTo>
                    <a:pt x="179" y="257"/>
                    <a:pt x="176" y="257"/>
                    <a:pt x="175" y="257"/>
                  </a:cubicBezTo>
                  <a:cubicBezTo>
                    <a:pt x="174" y="256"/>
                    <a:pt x="172" y="254"/>
                    <a:pt x="172" y="253"/>
                  </a:cubicBezTo>
                  <a:cubicBezTo>
                    <a:pt x="171" y="253"/>
                    <a:pt x="172" y="251"/>
                    <a:pt x="172" y="250"/>
                  </a:cubicBezTo>
                  <a:cubicBezTo>
                    <a:pt x="172" y="249"/>
                    <a:pt x="173" y="247"/>
                    <a:pt x="174" y="246"/>
                  </a:cubicBezTo>
                  <a:cubicBezTo>
                    <a:pt x="174" y="245"/>
                    <a:pt x="175" y="242"/>
                    <a:pt x="175" y="241"/>
                  </a:cubicBezTo>
                  <a:cubicBezTo>
                    <a:pt x="176" y="239"/>
                    <a:pt x="176" y="236"/>
                    <a:pt x="176" y="234"/>
                  </a:cubicBezTo>
                  <a:cubicBezTo>
                    <a:pt x="176" y="232"/>
                    <a:pt x="175" y="229"/>
                    <a:pt x="174" y="227"/>
                  </a:cubicBezTo>
                  <a:cubicBezTo>
                    <a:pt x="173" y="225"/>
                    <a:pt x="173" y="222"/>
                    <a:pt x="172" y="220"/>
                  </a:cubicBezTo>
                  <a:cubicBezTo>
                    <a:pt x="171" y="219"/>
                    <a:pt x="168" y="217"/>
                    <a:pt x="166" y="217"/>
                  </a:cubicBezTo>
                  <a:cubicBezTo>
                    <a:pt x="164" y="216"/>
                    <a:pt x="160" y="216"/>
                    <a:pt x="158" y="217"/>
                  </a:cubicBezTo>
                  <a:cubicBezTo>
                    <a:pt x="156" y="217"/>
                    <a:pt x="152" y="220"/>
                    <a:pt x="150" y="221"/>
                  </a:cubicBezTo>
                  <a:cubicBezTo>
                    <a:pt x="149" y="221"/>
                    <a:pt x="147" y="223"/>
                    <a:pt x="145" y="224"/>
                  </a:cubicBezTo>
                  <a:cubicBezTo>
                    <a:pt x="144" y="224"/>
                    <a:pt x="140" y="225"/>
                    <a:pt x="139" y="226"/>
                  </a:cubicBezTo>
                  <a:cubicBezTo>
                    <a:pt x="138" y="227"/>
                    <a:pt x="136" y="229"/>
                    <a:pt x="135" y="231"/>
                  </a:cubicBezTo>
                  <a:cubicBezTo>
                    <a:pt x="134" y="231"/>
                    <a:pt x="133" y="233"/>
                    <a:pt x="132" y="234"/>
                  </a:cubicBezTo>
                  <a:cubicBezTo>
                    <a:pt x="132" y="235"/>
                    <a:pt x="131" y="238"/>
                    <a:pt x="130" y="239"/>
                  </a:cubicBezTo>
                  <a:cubicBezTo>
                    <a:pt x="130" y="240"/>
                    <a:pt x="129" y="242"/>
                    <a:pt x="128" y="243"/>
                  </a:cubicBezTo>
                  <a:cubicBezTo>
                    <a:pt x="127" y="244"/>
                    <a:pt x="126" y="245"/>
                    <a:pt x="125" y="245"/>
                  </a:cubicBezTo>
                  <a:cubicBezTo>
                    <a:pt x="124" y="245"/>
                    <a:pt x="123" y="244"/>
                    <a:pt x="123" y="243"/>
                  </a:cubicBezTo>
                  <a:cubicBezTo>
                    <a:pt x="123" y="243"/>
                    <a:pt x="122" y="240"/>
                    <a:pt x="122" y="239"/>
                  </a:cubicBezTo>
                  <a:cubicBezTo>
                    <a:pt x="122" y="238"/>
                    <a:pt x="122" y="236"/>
                    <a:pt x="122" y="234"/>
                  </a:cubicBezTo>
                  <a:cubicBezTo>
                    <a:pt x="122" y="233"/>
                    <a:pt x="123" y="230"/>
                    <a:pt x="124" y="229"/>
                  </a:cubicBezTo>
                  <a:cubicBezTo>
                    <a:pt x="124" y="227"/>
                    <a:pt x="125" y="224"/>
                    <a:pt x="126" y="222"/>
                  </a:cubicBezTo>
                  <a:cubicBezTo>
                    <a:pt x="126" y="221"/>
                    <a:pt x="126" y="218"/>
                    <a:pt x="126" y="217"/>
                  </a:cubicBezTo>
                  <a:cubicBezTo>
                    <a:pt x="126" y="216"/>
                    <a:pt x="126" y="213"/>
                    <a:pt x="125" y="212"/>
                  </a:cubicBezTo>
                  <a:cubicBezTo>
                    <a:pt x="124" y="211"/>
                    <a:pt x="121" y="209"/>
                    <a:pt x="119" y="209"/>
                  </a:cubicBezTo>
                  <a:cubicBezTo>
                    <a:pt x="118" y="209"/>
                    <a:pt x="115" y="210"/>
                    <a:pt x="114" y="210"/>
                  </a:cubicBezTo>
                  <a:cubicBezTo>
                    <a:pt x="114" y="210"/>
                    <a:pt x="112" y="211"/>
                    <a:pt x="112" y="211"/>
                  </a:cubicBezTo>
                  <a:cubicBezTo>
                    <a:pt x="111" y="212"/>
                    <a:pt x="110" y="214"/>
                    <a:pt x="110" y="214"/>
                  </a:cubicBezTo>
                  <a:cubicBezTo>
                    <a:pt x="109" y="215"/>
                    <a:pt x="108" y="215"/>
                    <a:pt x="108" y="216"/>
                  </a:cubicBezTo>
                  <a:cubicBezTo>
                    <a:pt x="107" y="217"/>
                    <a:pt x="108" y="220"/>
                    <a:pt x="108" y="221"/>
                  </a:cubicBezTo>
                  <a:cubicBezTo>
                    <a:pt x="108" y="222"/>
                    <a:pt x="107" y="224"/>
                    <a:pt x="107" y="225"/>
                  </a:cubicBezTo>
                  <a:cubicBezTo>
                    <a:pt x="107" y="226"/>
                    <a:pt x="107" y="228"/>
                    <a:pt x="106" y="228"/>
                  </a:cubicBezTo>
                  <a:cubicBezTo>
                    <a:pt x="105" y="229"/>
                    <a:pt x="103" y="230"/>
                    <a:pt x="102" y="231"/>
                  </a:cubicBezTo>
                  <a:cubicBezTo>
                    <a:pt x="101" y="231"/>
                    <a:pt x="99" y="231"/>
                    <a:pt x="98" y="231"/>
                  </a:cubicBezTo>
                  <a:cubicBezTo>
                    <a:pt x="97" y="230"/>
                    <a:pt x="96" y="229"/>
                    <a:pt x="95" y="228"/>
                  </a:cubicBezTo>
                  <a:cubicBezTo>
                    <a:pt x="94" y="227"/>
                    <a:pt x="93" y="226"/>
                    <a:pt x="93" y="225"/>
                  </a:cubicBezTo>
                  <a:cubicBezTo>
                    <a:pt x="92" y="223"/>
                    <a:pt x="91" y="221"/>
                    <a:pt x="91" y="220"/>
                  </a:cubicBezTo>
                  <a:cubicBezTo>
                    <a:pt x="90" y="219"/>
                    <a:pt x="90" y="216"/>
                    <a:pt x="89" y="215"/>
                  </a:cubicBezTo>
                  <a:cubicBezTo>
                    <a:pt x="89" y="214"/>
                    <a:pt x="87" y="213"/>
                    <a:pt x="86" y="213"/>
                  </a:cubicBezTo>
                  <a:cubicBezTo>
                    <a:pt x="86" y="212"/>
                    <a:pt x="86" y="210"/>
                    <a:pt x="85" y="209"/>
                  </a:cubicBezTo>
                  <a:cubicBezTo>
                    <a:pt x="84" y="208"/>
                    <a:pt x="81" y="207"/>
                    <a:pt x="80" y="206"/>
                  </a:cubicBezTo>
                  <a:cubicBezTo>
                    <a:pt x="79" y="206"/>
                    <a:pt x="76" y="205"/>
                    <a:pt x="75" y="205"/>
                  </a:cubicBezTo>
                  <a:cubicBezTo>
                    <a:pt x="73" y="204"/>
                    <a:pt x="70" y="203"/>
                    <a:pt x="69" y="203"/>
                  </a:cubicBezTo>
                  <a:cubicBezTo>
                    <a:pt x="67" y="202"/>
                    <a:pt x="62" y="202"/>
                    <a:pt x="60" y="202"/>
                  </a:cubicBezTo>
                  <a:cubicBezTo>
                    <a:pt x="58" y="202"/>
                    <a:pt x="55" y="202"/>
                    <a:pt x="53" y="203"/>
                  </a:cubicBezTo>
                  <a:cubicBezTo>
                    <a:pt x="52" y="203"/>
                    <a:pt x="50" y="202"/>
                    <a:pt x="49" y="203"/>
                  </a:cubicBezTo>
                  <a:cubicBezTo>
                    <a:pt x="48" y="203"/>
                    <a:pt x="47" y="206"/>
                    <a:pt x="46" y="207"/>
                  </a:cubicBezTo>
                  <a:cubicBezTo>
                    <a:pt x="45" y="208"/>
                    <a:pt x="44" y="211"/>
                    <a:pt x="43" y="212"/>
                  </a:cubicBezTo>
                  <a:cubicBezTo>
                    <a:pt x="42" y="213"/>
                    <a:pt x="40" y="214"/>
                    <a:pt x="39" y="214"/>
                  </a:cubicBezTo>
                  <a:cubicBezTo>
                    <a:pt x="38" y="214"/>
                    <a:pt x="35" y="215"/>
                    <a:pt x="34" y="215"/>
                  </a:cubicBezTo>
                  <a:cubicBezTo>
                    <a:pt x="33" y="215"/>
                    <a:pt x="30" y="213"/>
                    <a:pt x="29" y="213"/>
                  </a:cubicBezTo>
                  <a:cubicBezTo>
                    <a:pt x="27" y="212"/>
                    <a:pt x="24" y="211"/>
                    <a:pt x="23" y="211"/>
                  </a:cubicBezTo>
                  <a:cubicBezTo>
                    <a:pt x="22" y="210"/>
                    <a:pt x="19" y="208"/>
                    <a:pt x="18" y="208"/>
                  </a:cubicBezTo>
                  <a:cubicBezTo>
                    <a:pt x="16" y="207"/>
                    <a:pt x="13" y="205"/>
                    <a:pt x="12" y="204"/>
                  </a:cubicBezTo>
                  <a:cubicBezTo>
                    <a:pt x="11" y="203"/>
                    <a:pt x="9" y="202"/>
                    <a:pt x="8" y="201"/>
                  </a:cubicBezTo>
                  <a:cubicBezTo>
                    <a:pt x="10" y="196"/>
                    <a:pt x="12" y="189"/>
                    <a:pt x="13" y="186"/>
                  </a:cubicBezTo>
                  <a:cubicBezTo>
                    <a:pt x="13" y="183"/>
                    <a:pt x="14" y="178"/>
                    <a:pt x="14" y="176"/>
                  </a:cubicBezTo>
                  <a:cubicBezTo>
                    <a:pt x="14" y="174"/>
                    <a:pt x="14" y="171"/>
                    <a:pt x="15" y="169"/>
                  </a:cubicBezTo>
                  <a:cubicBezTo>
                    <a:pt x="15" y="169"/>
                    <a:pt x="16" y="167"/>
                    <a:pt x="16" y="167"/>
                  </a:cubicBezTo>
                  <a:cubicBezTo>
                    <a:pt x="17" y="167"/>
                    <a:pt x="18" y="170"/>
                    <a:pt x="18" y="170"/>
                  </a:cubicBezTo>
                  <a:cubicBezTo>
                    <a:pt x="18" y="171"/>
                    <a:pt x="19" y="174"/>
                    <a:pt x="19" y="175"/>
                  </a:cubicBezTo>
                  <a:cubicBezTo>
                    <a:pt x="20" y="176"/>
                    <a:pt x="21" y="177"/>
                    <a:pt x="22" y="178"/>
                  </a:cubicBezTo>
                  <a:cubicBezTo>
                    <a:pt x="23" y="178"/>
                    <a:pt x="25" y="178"/>
                    <a:pt x="26" y="178"/>
                  </a:cubicBezTo>
                  <a:cubicBezTo>
                    <a:pt x="27" y="178"/>
                    <a:pt x="29" y="178"/>
                    <a:pt x="31" y="178"/>
                  </a:cubicBezTo>
                  <a:cubicBezTo>
                    <a:pt x="31" y="178"/>
                    <a:pt x="33" y="177"/>
                    <a:pt x="33" y="177"/>
                  </a:cubicBezTo>
                  <a:cubicBezTo>
                    <a:pt x="34" y="177"/>
                    <a:pt x="36" y="177"/>
                    <a:pt x="37" y="178"/>
                  </a:cubicBezTo>
                  <a:cubicBezTo>
                    <a:pt x="37" y="178"/>
                    <a:pt x="37" y="179"/>
                    <a:pt x="38" y="180"/>
                  </a:cubicBezTo>
                  <a:cubicBezTo>
                    <a:pt x="38" y="180"/>
                    <a:pt x="39" y="179"/>
                    <a:pt x="39" y="179"/>
                  </a:cubicBezTo>
                  <a:cubicBezTo>
                    <a:pt x="40" y="178"/>
                    <a:pt x="39" y="176"/>
                    <a:pt x="38" y="175"/>
                  </a:cubicBezTo>
                  <a:cubicBezTo>
                    <a:pt x="38" y="174"/>
                    <a:pt x="37" y="173"/>
                    <a:pt x="36" y="172"/>
                  </a:cubicBezTo>
                  <a:cubicBezTo>
                    <a:pt x="36" y="171"/>
                    <a:pt x="33" y="169"/>
                    <a:pt x="32" y="168"/>
                  </a:cubicBezTo>
                  <a:cubicBezTo>
                    <a:pt x="31" y="168"/>
                    <a:pt x="29" y="166"/>
                    <a:pt x="28" y="166"/>
                  </a:cubicBezTo>
                  <a:cubicBezTo>
                    <a:pt x="26" y="165"/>
                    <a:pt x="23" y="165"/>
                    <a:pt x="22" y="164"/>
                  </a:cubicBezTo>
                  <a:cubicBezTo>
                    <a:pt x="21" y="164"/>
                    <a:pt x="18" y="165"/>
                    <a:pt x="17" y="164"/>
                  </a:cubicBezTo>
                  <a:cubicBezTo>
                    <a:pt x="16" y="164"/>
                    <a:pt x="14" y="163"/>
                    <a:pt x="13" y="163"/>
                  </a:cubicBezTo>
                  <a:cubicBezTo>
                    <a:pt x="13" y="162"/>
                    <a:pt x="12" y="160"/>
                    <a:pt x="11" y="159"/>
                  </a:cubicBezTo>
                  <a:cubicBezTo>
                    <a:pt x="11" y="158"/>
                    <a:pt x="9" y="157"/>
                    <a:pt x="8" y="157"/>
                  </a:cubicBezTo>
                  <a:cubicBezTo>
                    <a:pt x="7" y="156"/>
                    <a:pt x="5" y="155"/>
                    <a:pt x="4" y="154"/>
                  </a:cubicBezTo>
                  <a:cubicBezTo>
                    <a:pt x="3" y="153"/>
                    <a:pt x="1" y="151"/>
                    <a:pt x="1" y="150"/>
                  </a:cubicBezTo>
                  <a:cubicBezTo>
                    <a:pt x="1" y="149"/>
                    <a:pt x="0" y="147"/>
                    <a:pt x="1" y="146"/>
                  </a:cubicBezTo>
                  <a:cubicBezTo>
                    <a:pt x="1" y="145"/>
                    <a:pt x="1" y="143"/>
                    <a:pt x="1" y="142"/>
                  </a:cubicBezTo>
                  <a:cubicBezTo>
                    <a:pt x="2" y="140"/>
                    <a:pt x="4" y="138"/>
                    <a:pt x="4" y="137"/>
                  </a:cubicBezTo>
                  <a:cubicBezTo>
                    <a:pt x="5" y="134"/>
                    <a:pt x="8" y="129"/>
                    <a:pt x="9" y="126"/>
                  </a:cubicBezTo>
                  <a:cubicBezTo>
                    <a:pt x="10" y="123"/>
                    <a:pt x="12" y="116"/>
                    <a:pt x="13" y="112"/>
                  </a:cubicBezTo>
                  <a:cubicBezTo>
                    <a:pt x="14" y="110"/>
                    <a:pt x="15" y="105"/>
                    <a:pt x="16" y="102"/>
                  </a:cubicBezTo>
                  <a:cubicBezTo>
                    <a:pt x="18" y="96"/>
                    <a:pt x="22" y="84"/>
                    <a:pt x="24" y="78"/>
                  </a:cubicBezTo>
                  <a:cubicBezTo>
                    <a:pt x="27" y="67"/>
                    <a:pt x="32" y="46"/>
                    <a:pt x="34" y="35"/>
                  </a:cubicBezTo>
                  <a:cubicBezTo>
                    <a:pt x="35" y="31"/>
                    <a:pt x="37" y="23"/>
                    <a:pt x="38" y="19"/>
                  </a:cubicBezTo>
                  <a:cubicBezTo>
                    <a:pt x="39" y="14"/>
                    <a:pt x="41" y="5"/>
                    <a:pt x="42" y="0"/>
                  </a:cubicBezTo>
                  <a:cubicBezTo>
                    <a:pt x="42" y="0"/>
                    <a:pt x="42" y="0"/>
                    <a:pt x="43" y="0"/>
                  </a:cubicBezTo>
                  <a:cubicBezTo>
                    <a:pt x="48" y="2"/>
                    <a:pt x="48" y="2"/>
                    <a:pt x="48" y="2"/>
                  </a:cubicBezTo>
                  <a:cubicBezTo>
                    <a:pt x="55" y="5"/>
                    <a:pt x="55" y="5"/>
                    <a:pt x="55" y="5"/>
                  </a:cubicBezTo>
                  <a:cubicBezTo>
                    <a:pt x="62" y="10"/>
                    <a:pt x="62" y="10"/>
                    <a:pt x="62" y="10"/>
                  </a:cubicBezTo>
                  <a:cubicBezTo>
                    <a:pt x="67" y="15"/>
                    <a:pt x="67" y="15"/>
                    <a:pt x="67" y="15"/>
                  </a:cubicBezTo>
                  <a:cubicBezTo>
                    <a:pt x="73" y="20"/>
                    <a:pt x="73" y="20"/>
                    <a:pt x="73" y="20"/>
                  </a:cubicBezTo>
                  <a:cubicBezTo>
                    <a:pt x="77" y="24"/>
                    <a:pt x="77" y="24"/>
                    <a:pt x="77" y="24"/>
                  </a:cubicBezTo>
                  <a:cubicBezTo>
                    <a:pt x="81" y="29"/>
                    <a:pt x="81" y="29"/>
                    <a:pt x="81" y="29"/>
                  </a:cubicBezTo>
                  <a:cubicBezTo>
                    <a:pt x="83" y="34"/>
                    <a:pt x="83" y="34"/>
                    <a:pt x="83" y="34"/>
                  </a:cubicBezTo>
                  <a:cubicBezTo>
                    <a:pt x="88" y="35"/>
                    <a:pt x="88" y="35"/>
                    <a:pt x="88" y="35"/>
                  </a:cubicBezTo>
                  <a:cubicBezTo>
                    <a:pt x="91" y="35"/>
                    <a:pt x="91" y="35"/>
                    <a:pt x="91" y="35"/>
                  </a:cubicBezTo>
                  <a:cubicBezTo>
                    <a:pt x="94" y="30"/>
                    <a:pt x="94" y="30"/>
                    <a:pt x="94" y="30"/>
                  </a:cubicBezTo>
                  <a:cubicBezTo>
                    <a:pt x="94" y="25"/>
                    <a:pt x="94" y="25"/>
                    <a:pt x="94" y="25"/>
                  </a:cubicBezTo>
                  <a:cubicBezTo>
                    <a:pt x="94" y="20"/>
                    <a:pt x="94" y="20"/>
                    <a:pt x="94" y="20"/>
                  </a:cubicBezTo>
                  <a:cubicBezTo>
                    <a:pt x="96" y="15"/>
                    <a:pt x="96" y="15"/>
                    <a:pt x="96" y="15"/>
                  </a:cubicBezTo>
                  <a:cubicBezTo>
                    <a:pt x="102" y="14"/>
                    <a:pt x="102" y="14"/>
                    <a:pt x="102" y="14"/>
                  </a:cubicBezTo>
                  <a:cubicBezTo>
                    <a:pt x="108" y="14"/>
                    <a:pt x="108" y="14"/>
                    <a:pt x="108" y="14"/>
                  </a:cubicBezTo>
                  <a:cubicBezTo>
                    <a:pt x="114" y="16"/>
                    <a:pt x="114" y="16"/>
                    <a:pt x="114" y="16"/>
                  </a:cubicBezTo>
                  <a:cubicBezTo>
                    <a:pt x="118" y="22"/>
                    <a:pt x="118" y="22"/>
                    <a:pt x="118" y="22"/>
                  </a:cubicBezTo>
                  <a:cubicBezTo>
                    <a:pt x="121" y="22"/>
                    <a:pt x="121" y="22"/>
                    <a:pt x="121" y="22"/>
                  </a:cubicBezTo>
                  <a:cubicBezTo>
                    <a:pt x="122" y="25"/>
                    <a:pt x="122" y="25"/>
                    <a:pt x="122" y="25"/>
                  </a:cubicBezTo>
                  <a:cubicBezTo>
                    <a:pt x="121" y="27"/>
                    <a:pt x="121" y="27"/>
                    <a:pt x="121" y="27"/>
                  </a:cubicBezTo>
                  <a:cubicBezTo>
                    <a:pt x="119" y="31"/>
                    <a:pt x="119" y="31"/>
                    <a:pt x="119" y="31"/>
                  </a:cubicBezTo>
                  <a:cubicBezTo>
                    <a:pt x="118" y="34"/>
                    <a:pt x="118" y="34"/>
                    <a:pt x="118" y="34"/>
                  </a:cubicBezTo>
                  <a:cubicBezTo>
                    <a:pt x="118" y="42"/>
                    <a:pt x="118" y="42"/>
                    <a:pt x="118" y="42"/>
                  </a:cubicBezTo>
                  <a:cubicBezTo>
                    <a:pt x="119" y="46"/>
                    <a:pt x="119" y="46"/>
                    <a:pt x="119" y="46"/>
                  </a:cubicBezTo>
                  <a:cubicBezTo>
                    <a:pt x="123" y="47"/>
                    <a:pt x="123" y="47"/>
                    <a:pt x="123" y="47"/>
                  </a:cubicBezTo>
                  <a:cubicBezTo>
                    <a:pt x="125" y="46"/>
                    <a:pt x="125" y="46"/>
                    <a:pt x="125" y="46"/>
                  </a:cubicBezTo>
                  <a:cubicBezTo>
                    <a:pt x="126" y="43"/>
                    <a:pt x="126" y="43"/>
                    <a:pt x="126" y="43"/>
                  </a:cubicBezTo>
                  <a:cubicBezTo>
                    <a:pt x="130" y="42"/>
                    <a:pt x="130" y="42"/>
                    <a:pt x="130" y="42"/>
                  </a:cubicBezTo>
                  <a:cubicBezTo>
                    <a:pt x="132" y="39"/>
                    <a:pt x="132" y="39"/>
                    <a:pt x="132" y="39"/>
                  </a:cubicBezTo>
                  <a:cubicBezTo>
                    <a:pt x="136" y="39"/>
                    <a:pt x="136" y="39"/>
                    <a:pt x="136" y="39"/>
                  </a:cubicBezTo>
                  <a:cubicBezTo>
                    <a:pt x="140" y="41"/>
                    <a:pt x="140" y="41"/>
                    <a:pt x="140" y="41"/>
                  </a:cubicBezTo>
                  <a:cubicBezTo>
                    <a:pt x="141" y="46"/>
                    <a:pt x="141" y="46"/>
                    <a:pt x="141" y="46"/>
                  </a:cubicBezTo>
                  <a:cubicBezTo>
                    <a:pt x="142" y="50"/>
                    <a:pt x="142" y="50"/>
                    <a:pt x="142" y="50"/>
                  </a:cubicBezTo>
                  <a:cubicBezTo>
                    <a:pt x="145" y="52"/>
                    <a:pt x="145" y="52"/>
                    <a:pt x="145" y="52"/>
                  </a:cubicBezTo>
                  <a:cubicBezTo>
                    <a:pt x="148" y="54"/>
                    <a:pt x="148" y="54"/>
                    <a:pt x="148" y="54"/>
                  </a:cubicBezTo>
                  <a:cubicBezTo>
                    <a:pt x="149" y="58"/>
                    <a:pt x="149" y="58"/>
                    <a:pt x="149" y="58"/>
                  </a:cubicBezTo>
                  <a:cubicBezTo>
                    <a:pt x="149" y="62"/>
                    <a:pt x="149" y="62"/>
                    <a:pt x="149" y="62"/>
                  </a:cubicBezTo>
                  <a:cubicBezTo>
                    <a:pt x="148" y="65"/>
                    <a:pt x="148" y="65"/>
                    <a:pt x="148" y="65"/>
                  </a:cubicBezTo>
                  <a:cubicBezTo>
                    <a:pt x="147" y="67"/>
                    <a:pt x="147" y="67"/>
                    <a:pt x="147" y="67"/>
                  </a:cubicBezTo>
                  <a:cubicBezTo>
                    <a:pt x="147" y="71"/>
                    <a:pt x="147" y="71"/>
                    <a:pt x="147" y="71"/>
                  </a:cubicBezTo>
                  <a:cubicBezTo>
                    <a:pt x="144" y="75"/>
                    <a:pt x="144" y="75"/>
                    <a:pt x="144" y="75"/>
                  </a:cubicBezTo>
                  <a:cubicBezTo>
                    <a:pt x="139" y="79"/>
                    <a:pt x="139" y="79"/>
                    <a:pt x="139" y="79"/>
                  </a:cubicBezTo>
                  <a:cubicBezTo>
                    <a:pt x="136" y="81"/>
                    <a:pt x="136" y="81"/>
                    <a:pt x="136" y="81"/>
                  </a:cubicBezTo>
                  <a:cubicBezTo>
                    <a:pt x="133" y="84"/>
                    <a:pt x="133" y="84"/>
                    <a:pt x="133" y="84"/>
                  </a:cubicBezTo>
                  <a:cubicBezTo>
                    <a:pt x="133" y="90"/>
                    <a:pt x="133" y="90"/>
                    <a:pt x="133" y="90"/>
                  </a:cubicBezTo>
                  <a:cubicBezTo>
                    <a:pt x="135" y="95"/>
                    <a:pt x="135" y="95"/>
                    <a:pt x="135" y="95"/>
                  </a:cubicBezTo>
                  <a:cubicBezTo>
                    <a:pt x="139" y="97"/>
                    <a:pt x="139" y="97"/>
                    <a:pt x="139" y="97"/>
                  </a:cubicBezTo>
                  <a:cubicBezTo>
                    <a:pt x="144" y="98"/>
                    <a:pt x="144" y="98"/>
                    <a:pt x="144" y="98"/>
                  </a:cubicBezTo>
                  <a:cubicBezTo>
                    <a:pt x="150" y="97"/>
                    <a:pt x="150" y="97"/>
                    <a:pt x="150" y="97"/>
                  </a:cubicBezTo>
                  <a:cubicBezTo>
                    <a:pt x="154" y="94"/>
                    <a:pt x="154" y="94"/>
                    <a:pt x="154" y="94"/>
                  </a:cubicBezTo>
                  <a:cubicBezTo>
                    <a:pt x="155" y="88"/>
                    <a:pt x="155" y="88"/>
                    <a:pt x="155" y="88"/>
                  </a:cubicBezTo>
                  <a:cubicBezTo>
                    <a:pt x="155" y="85"/>
                    <a:pt x="155" y="85"/>
                    <a:pt x="155" y="85"/>
                  </a:cubicBezTo>
                  <a:cubicBezTo>
                    <a:pt x="157" y="83"/>
                    <a:pt x="157" y="83"/>
                    <a:pt x="157" y="83"/>
                  </a:cubicBezTo>
                  <a:cubicBezTo>
                    <a:pt x="161" y="81"/>
                    <a:pt x="161" y="81"/>
                    <a:pt x="161" y="81"/>
                  </a:cubicBezTo>
                  <a:cubicBezTo>
                    <a:pt x="164" y="80"/>
                    <a:pt x="164" y="80"/>
                    <a:pt x="164" y="80"/>
                  </a:cubicBezTo>
                  <a:cubicBezTo>
                    <a:pt x="166" y="80"/>
                    <a:pt x="166" y="80"/>
                    <a:pt x="166" y="80"/>
                  </a:cubicBezTo>
                  <a:cubicBezTo>
                    <a:pt x="167" y="77"/>
                    <a:pt x="167" y="77"/>
                    <a:pt x="167" y="77"/>
                  </a:cubicBezTo>
                  <a:cubicBezTo>
                    <a:pt x="169" y="73"/>
                    <a:pt x="169" y="73"/>
                    <a:pt x="169" y="73"/>
                  </a:cubicBezTo>
                  <a:cubicBezTo>
                    <a:pt x="175" y="70"/>
                    <a:pt x="175" y="70"/>
                    <a:pt x="175" y="70"/>
                  </a:cubicBezTo>
                  <a:cubicBezTo>
                    <a:pt x="179" y="71"/>
                    <a:pt x="179" y="71"/>
                    <a:pt x="179" y="71"/>
                  </a:cubicBezTo>
                  <a:cubicBezTo>
                    <a:pt x="182" y="73"/>
                    <a:pt x="182" y="73"/>
                    <a:pt x="182" y="73"/>
                  </a:cubicBezTo>
                  <a:cubicBezTo>
                    <a:pt x="184" y="72"/>
                    <a:pt x="184" y="72"/>
                    <a:pt x="184" y="72"/>
                  </a:cubicBezTo>
                  <a:cubicBezTo>
                    <a:pt x="187" y="68"/>
                    <a:pt x="187" y="68"/>
                    <a:pt x="187" y="68"/>
                  </a:cubicBezTo>
                  <a:cubicBezTo>
                    <a:pt x="188" y="63"/>
                    <a:pt x="188" y="63"/>
                    <a:pt x="188" y="63"/>
                  </a:cubicBezTo>
                  <a:cubicBezTo>
                    <a:pt x="190" y="59"/>
                    <a:pt x="190" y="59"/>
                    <a:pt x="190" y="59"/>
                  </a:cubicBezTo>
                  <a:cubicBezTo>
                    <a:pt x="192" y="59"/>
                    <a:pt x="192" y="59"/>
                    <a:pt x="192" y="59"/>
                  </a:cubicBezTo>
                  <a:cubicBezTo>
                    <a:pt x="193" y="60"/>
                    <a:pt x="194" y="61"/>
                    <a:pt x="195" y="61"/>
                  </a:cubicBezTo>
                  <a:cubicBezTo>
                    <a:pt x="196" y="62"/>
                    <a:pt x="198" y="65"/>
                    <a:pt x="199" y="65"/>
                  </a:cubicBezTo>
                  <a:cubicBezTo>
                    <a:pt x="200" y="66"/>
                    <a:pt x="203" y="67"/>
                    <a:pt x="205" y="67"/>
                  </a:cubicBezTo>
                  <a:cubicBezTo>
                    <a:pt x="206" y="68"/>
                    <a:pt x="208" y="68"/>
                    <a:pt x="209" y="69"/>
                  </a:cubicBezTo>
                  <a:cubicBezTo>
                    <a:pt x="210" y="69"/>
                    <a:pt x="212" y="70"/>
                    <a:pt x="213" y="70"/>
                  </a:cubicBezTo>
                  <a:cubicBezTo>
                    <a:pt x="214" y="71"/>
                    <a:pt x="216" y="73"/>
                    <a:pt x="217" y="74"/>
                  </a:cubicBezTo>
                  <a:cubicBezTo>
                    <a:pt x="218" y="75"/>
                    <a:pt x="219" y="77"/>
                    <a:pt x="220" y="78"/>
                  </a:cubicBezTo>
                  <a:cubicBezTo>
                    <a:pt x="220" y="79"/>
                    <a:pt x="222" y="78"/>
                    <a:pt x="223" y="78"/>
                  </a:cubicBezTo>
                  <a:cubicBezTo>
                    <a:pt x="225" y="78"/>
                    <a:pt x="227" y="77"/>
                    <a:pt x="229" y="77"/>
                  </a:cubicBezTo>
                  <a:cubicBezTo>
                    <a:pt x="230" y="76"/>
                    <a:pt x="232" y="74"/>
                    <a:pt x="233" y="74"/>
                  </a:cubicBezTo>
                  <a:cubicBezTo>
                    <a:pt x="234" y="73"/>
                    <a:pt x="237" y="73"/>
                    <a:pt x="238" y="72"/>
                  </a:cubicBezTo>
                  <a:cubicBezTo>
                    <a:pt x="240" y="72"/>
                    <a:pt x="242" y="72"/>
                    <a:pt x="243" y="72"/>
                  </a:cubicBezTo>
                  <a:cubicBezTo>
                    <a:pt x="244" y="72"/>
                    <a:pt x="247" y="72"/>
                    <a:pt x="248" y="72"/>
                  </a:cubicBezTo>
                  <a:cubicBezTo>
                    <a:pt x="250" y="72"/>
                    <a:pt x="255" y="72"/>
                    <a:pt x="258" y="72"/>
                  </a:cubicBezTo>
                  <a:cubicBezTo>
                    <a:pt x="260" y="72"/>
                    <a:pt x="264" y="71"/>
                    <a:pt x="266" y="71"/>
                  </a:cubicBezTo>
                  <a:cubicBezTo>
                    <a:pt x="268" y="71"/>
                    <a:pt x="271" y="70"/>
                    <a:pt x="272" y="69"/>
                  </a:cubicBezTo>
                  <a:cubicBezTo>
                    <a:pt x="273" y="69"/>
                    <a:pt x="275" y="67"/>
                    <a:pt x="276" y="66"/>
                  </a:cubicBezTo>
                  <a:cubicBezTo>
                    <a:pt x="277" y="65"/>
                    <a:pt x="279" y="63"/>
                    <a:pt x="281" y="61"/>
                  </a:cubicBezTo>
                  <a:cubicBezTo>
                    <a:pt x="281" y="60"/>
                    <a:pt x="283" y="58"/>
                    <a:pt x="284" y="57"/>
                  </a:cubicBezTo>
                  <a:cubicBezTo>
                    <a:pt x="285" y="56"/>
                    <a:pt x="289" y="56"/>
                    <a:pt x="290" y="55"/>
                  </a:cubicBezTo>
                  <a:cubicBezTo>
                    <a:pt x="292" y="55"/>
                    <a:pt x="295" y="53"/>
                    <a:pt x="297" y="52"/>
                  </a:cubicBezTo>
                  <a:cubicBezTo>
                    <a:pt x="299" y="50"/>
                    <a:pt x="304" y="47"/>
                    <a:pt x="307" y="46"/>
                  </a:cubicBezTo>
                  <a:cubicBezTo>
                    <a:pt x="308" y="45"/>
                    <a:pt x="312" y="43"/>
                    <a:pt x="314" y="42"/>
                  </a:cubicBezTo>
                  <a:cubicBezTo>
                    <a:pt x="315" y="41"/>
                    <a:pt x="317" y="40"/>
                    <a:pt x="319" y="39"/>
                  </a:cubicBezTo>
                  <a:cubicBezTo>
                    <a:pt x="320" y="38"/>
                    <a:pt x="322" y="37"/>
                    <a:pt x="323" y="36"/>
                  </a:cubicBezTo>
                  <a:cubicBezTo>
                    <a:pt x="325" y="35"/>
                    <a:pt x="327" y="33"/>
                    <a:pt x="328" y="32"/>
                  </a:cubicBezTo>
                  <a:cubicBezTo>
                    <a:pt x="328" y="31"/>
                    <a:pt x="329" y="29"/>
                    <a:pt x="330" y="28"/>
                  </a:cubicBezTo>
                  <a:cubicBezTo>
                    <a:pt x="331" y="26"/>
                    <a:pt x="334" y="23"/>
                    <a:pt x="335" y="22"/>
                  </a:cubicBezTo>
                  <a:cubicBezTo>
                    <a:pt x="337" y="20"/>
                    <a:pt x="339" y="17"/>
                    <a:pt x="340" y="15"/>
                  </a:cubicBezTo>
                  <a:cubicBezTo>
                    <a:pt x="342" y="14"/>
                    <a:pt x="346" y="11"/>
                    <a:pt x="348" y="10"/>
                  </a:cubicBezTo>
                  <a:cubicBezTo>
                    <a:pt x="349" y="8"/>
                    <a:pt x="353" y="5"/>
                    <a:pt x="355" y="5"/>
                  </a:cubicBezTo>
                  <a:cubicBezTo>
                    <a:pt x="356" y="4"/>
                    <a:pt x="358" y="4"/>
                    <a:pt x="359" y="4"/>
                  </a:cubicBezTo>
                  <a:cubicBezTo>
                    <a:pt x="361" y="4"/>
                    <a:pt x="363" y="6"/>
                    <a:pt x="364" y="7"/>
                  </a:cubicBezTo>
                  <a:cubicBezTo>
                    <a:pt x="365" y="7"/>
                    <a:pt x="365" y="9"/>
                    <a:pt x="365"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85"/>
            <p:cNvSpPr>
              <a:spLocks/>
            </p:cNvSpPr>
            <p:nvPr/>
          </p:nvSpPr>
          <p:spPr bwMode="auto">
            <a:xfrm>
              <a:off x="3963988" y="2713038"/>
              <a:ext cx="669925" cy="809625"/>
            </a:xfrm>
            <a:custGeom>
              <a:avLst/>
              <a:gdLst/>
              <a:ahLst/>
              <a:cxnLst>
                <a:cxn ang="0">
                  <a:pos x="263" y="374"/>
                </a:cxn>
                <a:cxn ang="0">
                  <a:pos x="252" y="405"/>
                </a:cxn>
                <a:cxn ang="0">
                  <a:pos x="278" y="421"/>
                </a:cxn>
                <a:cxn ang="0">
                  <a:pos x="286" y="442"/>
                </a:cxn>
                <a:cxn ang="0">
                  <a:pos x="298" y="455"/>
                </a:cxn>
                <a:cxn ang="0">
                  <a:pos x="285" y="452"/>
                </a:cxn>
                <a:cxn ang="0">
                  <a:pos x="265" y="444"/>
                </a:cxn>
                <a:cxn ang="0">
                  <a:pos x="237" y="426"/>
                </a:cxn>
                <a:cxn ang="0">
                  <a:pos x="214" y="430"/>
                </a:cxn>
                <a:cxn ang="0">
                  <a:pos x="193" y="442"/>
                </a:cxn>
                <a:cxn ang="0">
                  <a:pos x="164" y="459"/>
                </a:cxn>
                <a:cxn ang="0">
                  <a:pos x="139" y="473"/>
                </a:cxn>
                <a:cxn ang="0">
                  <a:pos x="131" y="447"/>
                </a:cxn>
                <a:cxn ang="0">
                  <a:pos x="105" y="445"/>
                </a:cxn>
                <a:cxn ang="0">
                  <a:pos x="87" y="484"/>
                </a:cxn>
                <a:cxn ang="0">
                  <a:pos x="52" y="480"/>
                </a:cxn>
                <a:cxn ang="0">
                  <a:pos x="26" y="479"/>
                </a:cxn>
                <a:cxn ang="0">
                  <a:pos x="26" y="467"/>
                </a:cxn>
                <a:cxn ang="0">
                  <a:pos x="18" y="441"/>
                </a:cxn>
                <a:cxn ang="0">
                  <a:pos x="36" y="410"/>
                </a:cxn>
                <a:cxn ang="0">
                  <a:pos x="51" y="370"/>
                </a:cxn>
                <a:cxn ang="0">
                  <a:pos x="77" y="341"/>
                </a:cxn>
                <a:cxn ang="0">
                  <a:pos x="87" y="323"/>
                </a:cxn>
                <a:cxn ang="0">
                  <a:pos x="69" y="321"/>
                </a:cxn>
                <a:cxn ang="0">
                  <a:pos x="36" y="295"/>
                </a:cxn>
                <a:cxn ang="0">
                  <a:pos x="63" y="282"/>
                </a:cxn>
                <a:cxn ang="0">
                  <a:pos x="35" y="255"/>
                </a:cxn>
                <a:cxn ang="0">
                  <a:pos x="5" y="238"/>
                </a:cxn>
                <a:cxn ang="0">
                  <a:pos x="10" y="197"/>
                </a:cxn>
                <a:cxn ang="0">
                  <a:pos x="31" y="168"/>
                </a:cxn>
                <a:cxn ang="0">
                  <a:pos x="61" y="159"/>
                </a:cxn>
                <a:cxn ang="0">
                  <a:pos x="89" y="156"/>
                </a:cxn>
                <a:cxn ang="0">
                  <a:pos x="99" y="136"/>
                </a:cxn>
                <a:cxn ang="0">
                  <a:pos x="109" y="94"/>
                </a:cxn>
                <a:cxn ang="0">
                  <a:pos x="127" y="60"/>
                </a:cxn>
                <a:cxn ang="0">
                  <a:pos x="111" y="33"/>
                </a:cxn>
                <a:cxn ang="0">
                  <a:pos x="151" y="16"/>
                </a:cxn>
                <a:cxn ang="0">
                  <a:pos x="178" y="1"/>
                </a:cxn>
                <a:cxn ang="0">
                  <a:pos x="186" y="33"/>
                </a:cxn>
                <a:cxn ang="0">
                  <a:pos x="206" y="32"/>
                </a:cxn>
                <a:cxn ang="0">
                  <a:pos x="234" y="18"/>
                </a:cxn>
                <a:cxn ang="0">
                  <a:pos x="257" y="25"/>
                </a:cxn>
                <a:cxn ang="0">
                  <a:pos x="263" y="73"/>
                </a:cxn>
                <a:cxn ang="0">
                  <a:pos x="292" y="94"/>
                </a:cxn>
                <a:cxn ang="0">
                  <a:pos x="326" y="91"/>
                </a:cxn>
                <a:cxn ang="0">
                  <a:pos x="324" y="64"/>
                </a:cxn>
                <a:cxn ang="0">
                  <a:pos x="337" y="39"/>
                </a:cxn>
                <a:cxn ang="0">
                  <a:pos x="356" y="54"/>
                </a:cxn>
                <a:cxn ang="0">
                  <a:pos x="375" y="74"/>
                </a:cxn>
                <a:cxn ang="0">
                  <a:pos x="395" y="93"/>
                </a:cxn>
                <a:cxn ang="0">
                  <a:pos x="400" y="124"/>
                </a:cxn>
                <a:cxn ang="0">
                  <a:pos x="390" y="139"/>
                </a:cxn>
                <a:cxn ang="0">
                  <a:pos x="357" y="129"/>
                </a:cxn>
                <a:cxn ang="0">
                  <a:pos x="352" y="166"/>
                </a:cxn>
                <a:cxn ang="0">
                  <a:pos x="358" y="192"/>
                </a:cxn>
                <a:cxn ang="0">
                  <a:pos x="327" y="231"/>
                </a:cxn>
                <a:cxn ang="0">
                  <a:pos x="301" y="244"/>
                </a:cxn>
                <a:cxn ang="0">
                  <a:pos x="281" y="270"/>
                </a:cxn>
                <a:cxn ang="0">
                  <a:pos x="254" y="290"/>
                </a:cxn>
                <a:cxn ang="0">
                  <a:pos x="232" y="318"/>
                </a:cxn>
                <a:cxn ang="0">
                  <a:pos x="252" y="339"/>
                </a:cxn>
                <a:cxn ang="0">
                  <a:pos x="265" y="363"/>
                </a:cxn>
              </a:cxnLst>
              <a:rect l="0" t="0" r="r" b="b"/>
              <a:pathLst>
                <a:path w="404" h="489">
                  <a:moveTo>
                    <a:pt x="265" y="363"/>
                  </a:moveTo>
                  <a:cubicBezTo>
                    <a:pt x="265" y="363"/>
                    <a:pt x="265" y="364"/>
                    <a:pt x="265" y="365"/>
                  </a:cubicBezTo>
                  <a:cubicBezTo>
                    <a:pt x="266" y="365"/>
                    <a:pt x="269" y="365"/>
                    <a:pt x="270" y="366"/>
                  </a:cubicBezTo>
                  <a:cubicBezTo>
                    <a:pt x="271" y="367"/>
                    <a:pt x="271" y="369"/>
                    <a:pt x="271" y="369"/>
                  </a:cubicBezTo>
                  <a:cubicBezTo>
                    <a:pt x="271" y="370"/>
                    <a:pt x="270" y="371"/>
                    <a:pt x="269" y="372"/>
                  </a:cubicBezTo>
                  <a:cubicBezTo>
                    <a:pt x="269" y="372"/>
                    <a:pt x="267" y="372"/>
                    <a:pt x="266" y="373"/>
                  </a:cubicBezTo>
                  <a:cubicBezTo>
                    <a:pt x="265" y="373"/>
                    <a:pt x="263" y="374"/>
                    <a:pt x="263" y="374"/>
                  </a:cubicBezTo>
                  <a:cubicBezTo>
                    <a:pt x="262" y="375"/>
                    <a:pt x="262" y="377"/>
                    <a:pt x="262" y="378"/>
                  </a:cubicBezTo>
                  <a:cubicBezTo>
                    <a:pt x="261" y="380"/>
                    <a:pt x="262" y="383"/>
                    <a:pt x="262" y="384"/>
                  </a:cubicBezTo>
                  <a:cubicBezTo>
                    <a:pt x="261" y="385"/>
                    <a:pt x="261" y="388"/>
                    <a:pt x="261" y="389"/>
                  </a:cubicBezTo>
                  <a:cubicBezTo>
                    <a:pt x="261" y="390"/>
                    <a:pt x="261" y="393"/>
                    <a:pt x="261" y="394"/>
                  </a:cubicBezTo>
                  <a:cubicBezTo>
                    <a:pt x="260" y="396"/>
                    <a:pt x="258" y="398"/>
                    <a:pt x="257" y="399"/>
                  </a:cubicBezTo>
                  <a:cubicBezTo>
                    <a:pt x="257" y="399"/>
                    <a:pt x="254" y="400"/>
                    <a:pt x="254" y="401"/>
                  </a:cubicBezTo>
                  <a:cubicBezTo>
                    <a:pt x="253" y="401"/>
                    <a:pt x="252" y="403"/>
                    <a:pt x="252" y="405"/>
                  </a:cubicBezTo>
                  <a:cubicBezTo>
                    <a:pt x="252" y="406"/>
                    <a:pt x="252" y="408"/>
                    <a:pt x="253" y="409"/>
                  </a:cubicBezTo>
                  <a:cubicBezTo>
                    <a:pt x="253" y="410"/>
                    <a:pt x="255" y="412"/>
                    <a:pt x="255" y="412"/>
                  </a:cubicBezTo>
                  <a:cubicBezTo>
                    <a:pt x="256" y="413"/>
                    <a:pt x="258" y="414"/>
                    <a:pt x="259" y="415"/>
                  </a:cubicBezTo>
                  <a:cubicBezTo>
                    <a:pt x="260" y="415"/>
                    <a:pt x="263" y="415"/>
                    <a:pt x="264" y="416"/>
                  </a:cubicBezTo>
                  <a:cubicBezTo>
                    <a:pt x="265" y="416"/>
                    <a:pt x="267" y="417"/>
                    <a:pt x="268" y="418"/>
                  </a:cubicBezTo>
                  <a:cubicBezTo>
                    <a:pt x="269" y="419"/>
                    <a:pt x="272" y="420"/>
                    <a:pt x="273" y="420"/>
                  </a:cubicBezTo>
                  <a:cubicBezTo>
                    <a:pt x="274" y="421"/>
                    <a:pt x="276" y="421"/>
                    <a:pt x="278" y="421"/>
                  </a:cubicBezTo>
                  <a:cubicBezTo>
                    <a:pt x="279" y="422"/>
                    <a:pt x="281" y="421"/>
                    <a:pt x="282" y="421"/>
                  </a:cubicBezTo>
                  <a:cubicBezTo>
                    <a:pt x="283" y="422"/>
                    <a:pt x="284" y="424"/>
                    <a:pt x="284" y="425"/>
                  </a:cubicBezTo>
                  <a:cubicBezTo>
                    <a:pt x="284" y="426"/>
                    <a:pt x="284" y="427"/>
                    <a:pt x="284" y="428"/>
                  </a:cubicBezTo>
                  <a:cubicBezTo>
                    <a:pt x="284" y="429"/>
                    <a:pt x="284" y="431"/>
                    <a:pt x="284" y="432"/>
                  </a:cubicBezTo>
                  <a:cubicBezTo>
                    <a:pt x="284" y="433"/>
                    <a:pt x="283" y="435"/>
                    <a:pt x="283" y="436"/>
                  </a:cubicBezTo>
                  <a:cubicBezTo>
                    <a:pt x="283" y="437"/>
                    <a:pt x="284" y="439"/>
                    <a:pt x="284" y="440"/>
                  </a:cubicBezTo>
                  <a:cubicBezTo>
                    <a:pt x="285" y="441"/>
                    <a:pt x="285" y="442"/>
                    <a:pt x="286" y="442"/>
                  </a:cubicBezTo>
                  <a:cubicBezTo>
                    <a:pt x="286" y="443"/>
                    <a:pt x="288" y="443"/>
                    <a:pt x="288" y="444"/>
                  </a:cubicBezTo>
                  <a:cubicBezTo>
                    <a:pt x="289" y="444"/>
                    <a:pt x="289" y="446"/>
                    <a:pt x="290" y="447"/>
                  </a:cubicBezTo>
                  <a:cubicBezTo>
                    <a:pt x="290" y="447"/>
                    <a:pt x="291" y="448"/>
                    <a:pt x="291" y="449"/>
                  </a:cubicBezTo>
                  <a:cubicBezTo>
                    <a:pt x="292" y="449"/>
                    <a:pt x="293" y="449"/>
                    <a:pt x="294" y="449"/>
                  </a:cubicBezTo>
                  <a:cubicBezTo>
                    <a:pt x="295" y="450"/>
                    <a:pt x="297" y="449"/>
                    <a:pt x="297" y="450"/>
                  </a:cubicBezTo>
                  <a:cubicBezTo>
                    <a:pt x="298" y="450"/>
                    <a:pt x="298" y="452"/>
                    <a:pt x="298" y="453"/>
                  </a:cubicBezTo>
                  <a:cubicBezTo>
                    <a:pt x="298" y="453"/>
                    <a:pt x="298" y="454"/>
                    <a:pt x="298" y="455"/>
                  </a:cubicBezTo>
                  <a:cubicBezTo>
                    <a:pt x="298" y="456"/>
                    <a:pt x="299" y="457"/>
                    <a:pt x="299" y="458"/>
                  </a:cubicBezTo>
                  <a:cubicBezTo>
                    <a:pt x="299" y="459"/>
                    <a:pt x="299" y="461"/>
                    <a:pt x="299" y="461"/>
                  </a:cubicBezTo>
                  <a:cubicBezTo>
                    <a:pt x="298" y="462"/>
                    <a:pt x="297" y="463"/>
                    <a:pt x="297" y="464"/>
                  </a:cubicBezTo>
                  <a:cubicBezTo>
                    <a:pt x="295" y="464"/>
                    <a:pt x="292" y="463"/>
                    <a:pt x="291" y="462"/>
                  </a:cubicBezTo>
                  <a:cubicBezTo>
                    <a:pt x="290" y="461"/>
                    <a:pt x="289" y="458"/>
                    <a:pt x="288" y="457"/>
                  </a:cubicBezTo>
                  <a:cubicBezTo>
                    <a:pt x="287" y="456"/>
                    <a:pt x="286" y="455"/>
                    <a:pt x="286" y="454"/>
                  </a:cubicBezTo>
                  <a:cubicBezTo>
                    <a:pt x="286" y="453"/>
                    <a:pt x="285" y="452"/>
                    <a:pt x="285" y="452"/>
                  </a:cubicBezTo>
                  <a:cubicBezTo>
                    <a:pt x="284" y="451"/>
                    <a:pt x="282" y="451"/>
                    <a:pt x="281" y="450"/>
                  </a:cubicBezTo>
                  <a:cubicBezTo>
                    <a:pt x="280" y="449"/>
                    <a:pt x="280" y="447"/>
                    <a:pt x="279" y="446"/>
                  </a:cubicBezTo>
                  <a:cubicBezTo>
                    <a:pt x="279" y="445"/>
                    <a:pt x="278" y="443"/>
                    <a:pt x="277" y="443"/>
                  </a:cubicBezTo>
                  <a:cubicBezTo>
                    <a:pt x="276" y="442"/>
                    <a:pt x="274" y="441"/>
                    <a:pt x="273" y="441"/>
                  </a:cubicBezTo>
                  <a:cubicBezTo>
                    <a:pt x="272" y="440"/>
                    <a:pt x="270" y="440"/>
                    <a:pt x="269" y="441"/>
                  </a:cubicBezTo>
                  <a:cubicBezTo>
                    <a:pt x="269" y="441"/>
                    <a:pt x="269" y="443"/>
                    <a:pt x="269" y="444"/>
                  </a:cubicBezTo>
                  <a:cubicBezTo>
                    <a:pt x="268" y="444"/>
                    <a:pt x="266" y="444"/>
                    <a:pt x="265" y="444"/>
                  </a:cubicBezTo>
                  <a:cubicBezTo>
                    <a:pt x="264" y="444"/>
                    <a:pt x="262" y="442"/>
                    <a:pt x="261" y="441"/>
                  </a:cubicBezTo>
                  <a:cubicBezTo>
                    <a:pt x="260" y="440"/>
                    <a:pt x="260" y="438"/>
                    <a:pt x="259" y="436"/>
                  </a:cubicBezTo>
                  <a:cubicBezTo>
                    <a:pt x="258" y="435"/>
                    <a:pt x="256" y="433"/>
                    <a:pt x="255" y="432"/>
                  </a:cubicBezTo>
                  <a:cubicBezTo>
                    <a:pt x="254" y="431"/>
                    <a:pt x="252" y="430"/>
                    <a:pt x="251" y="430"/>
                  </a:cubicBezTo>
                  <a:cubicBezTo>
                    <a:pt x="249" y="429"/>
                    <a:pt x="247" y="426"/>
                    <a:pt x="245" y="426"/>
                  </a:cubicBezTo>
                  <a:cubicBezTo>
                    <a:pt x="245" y="425"/>
                    <a:pt x="244" y="425"/>
                    <a:pt x="243" y="425"/>
                  </a:cubicBezTo>
                  <a:cubicBezTo>
                    <a:pt x="242" y="425"/>
                    <a:pt x="239" y="425"/>
                    <a:pt x="237" y="426"/>
                  </a:cubicBezTo>
                  <a:cubicBezTo>
                    <a:pt x="236" y="426"/>
                    <a:pt x="235" y="428"/>
                    <a:pt x="234" y="428"/>
                  </a:cubicBezTo>
                  <a:cubicBezTo>
                    <a:pt x="233" y="429"/>
                    <a:pt x="231" y="429"/>
                    <a:pt x="230" y="430"/>
                  </a:cubicBezTo>
                  <a:cubicBezTo>
                    <a:pt x="229" y="430"/>
                    <a:pt x="229" y="432"/>
                    <a:pt x="228" y="432"/>
                  </a:cubicBezTo>
                  <a:cubicBezTo>
                    <a:pt x="227" y="432"/>
                    <a:pt x="226" y="431"/>
                    <a:pt x="225" y="431"/>
                  </a:cubicBezTo>
                  <a:cubicBezTo>
                    <a:pt x="224" y="431"/>
                    <a:pt x="222" y="429"/>
                    <a:pt x="221" y="429"/>
                  </a:cubicBezTo>
                  <a:cubicBezTo>
                    <a:pt x="220" y="429"/>
                    <a:pt x="218" y="429"/>
                    <a:pt x="217" y="429"/>
                  </a:cubicBezTo>
                  <a:cubicBezTo>
                    <a:pt x="216" y="429"/>
                    <a:pt x="215" y="430"/>
                    <a:pt x="214" y="430"/>
                  </a:cubicBezTo>
                  <a:cubicBezTo>
                    <a:pt x="214" y="431"/>
                    <a:pt x="213" y="432"/>
                    <a:pt x="213" y="433"/>
                  </a:cubicBezTo>
                  <a:cubicBezTo>
                    <a:pt x="212" y="434"/>
                    <a:pt x="212" y="436"/>
                    <a:pt x="211" y="437"/>
                  </a:cubicBezTo>
                  <a:cubicBezTo>
                    <a:pt x="210" y="438"/>
                    <a:pt x="208" y="439"/>
                    <a:pt x="207" y="440"/>
                  </a:cubicBezTo>
                  <a:cubicBezTo>
                    <a:pt x="206" y="440"/>
                    <a:pt x="204" y="440"/>
                    <a:pt x="203" y="440"/>
                  </a:cubicBezTo>
                  <a:cubicBezTo>
                    <a:pt x="202" y="440"/>
                    <a:pt x="200" y="438"/>
                    <a:pt x="199" y="438"/>
                  </a:cubicBezTo>
                  <a:cubicBezTo>
                    <a:pt x="198" y="438"/>
                    <a:pt x="196" y="439"/>
                    <a:pt x="195" y="439"/>
                  </a:cubicBezTo>
                  <a:cubicBezTo>
                    <a:pt x="195" y="440"/>
                    <a:pt x="194" y="441"/>
                    <a:pt x="193" y="442"/>
                  </a:cubicBezTo>
                  <a:cubicBezTo>
                    <a:pt x="193" y="443"/>
                    <a:pt x="193" y="446"/>
                    <a:pt x="192" y="447"/>
                  </a:cubicBezTo>
                  <a:cubicBezTo>
                    <a:pt x="191" y="448"/>
                    <a:pt x="189" y="451"/>
                    <a:pt x="188" y="451"/>
                  </a:cubicBezTo>
                  <a:cubicBezTo>
                    <a:pt x="187" y="452"/>
                    <a:pt x="185" y="453"/>
                    <a:pt x="184" y="453"/>
                  </a:cubicBezTo>
                  <a:cubicBezTo>
                    <a:pt x="183" y="453"/>
                    <a:pt x="180" y="452"/>
                    <a:pt x="178" y="452"/>
                  </a:cubicBezTo>
                  <a:cubicBezTo>
                    <a:pt x="177" y="452"/>
                    <a:pt x="175" y="451"/>
                    <a:pt x="173" y="452"/>
                  </a:cubicBezTo>
                  <a:cubicBezTo>
                    <a:pt x="172" y="452"/>
                    <a:pt x="170" y="454"/>
                    <a:pt x="168" y="455"/>
                  </a:cubicBezTo>
                  <a:cubicBezTo>
                    <a:pt x="167" y="456"/>
                    <a:pt x="165" y="458"/>
                    <a:pt x="164" y="459"/>
                  </a:cubicBezTo>
                  <a:cubicBezTo>
                    <a:pt x="163" y="460"/>
                    <a:pt x="163" y="462"/>
                    <a:pt x="162" y="463"/>
                  </a:cubicBezTo>
                  <a:cubicBezTo>
                    <a:pt x="161" y="463"/>
                    <a:pt x="159" y="464"/>
                    <a:pt x="158" y="464"/>
                  </a:cubicBezTo>
                  <a:cubicBezTo>
                    <a:pt x="157" y="465"/>
                    <a:pt x="155" y="468"/>
                    <a:pt x="154" y="469"/>
                  </a:cubicBezTo>
                  <a:cubicBezTo>
                    <a:pt x="154" y="470"/>
                    <a:pt x="153" y="472"/>
                    <a:pt x="153" y="473"/>
                  </a:cubicBezTo>
                  <a:cubicBezTo>
                    <a:pt x="152" y="473"/>
                    <a:pt x="152" y="473"/>
                    <a:pt x="152" y="473"/>
                  </a:cubicBezTo>
                  <a:cubicBezTo>
                    <a:pt x="150" y="473"/>
                    <a:pt x="147" y="474"/>
                    <a:pt x="145" y="474"/>
                  </a:cubicBezTo>
                  <a:cubicBezTo>
                    <a:pt x="143" y="474"/>
                    <a:pt x="141" y="474"/>
                    <a:pt x="139" y="473"/>
                  </a:cubicBezTo>
                  <a:cubicBezTo>
                    <a:pt x="138" y="473"/>
                    <a:pt x="136" y="471"/>
                    <a:pt x="135" y="470"/>
                  </a:cubicBezTo>
                  <a:cubicBezTo>
                    <a:pt x="134" y="469"/>
                    <a:pt x="132" y="466"/>
                    <a:pt x="132" y="464"/>
                  </a:cubicBezTo>
                  <a:cubicBezTo>
                    <a:pt x="131" y="463"/>
                    <a:pt x="132" y="461"/>
                    <a:pt x="133" y="460"/>
                  </a:cubicBezTo>
                  <a:cubicBezTo>
                    <a:pt x="133" y="459"/>
                    <a:pt x="134" y="457"/>
                    <a:pt x="135" y="456"/>
                  </a:cubicBezTo>
                  <a:cubicBezTo>
                    <a:pt x="135" y="454"/>
                    <a:pt x="135" y="451"/>
                    <a:pt x="135" y="450"/>
                  </a:cubicBezTo>
                  <a:cubicBezTo>
                    <a:pt x="134" y="449"/>
                    <a:pt x="134" y="448"/>
                    <a:pt x="134" y="447"/>
                  </a:cubicBezTo>
                  <a:cubicBezTo>
                    <a:pt x="133" y="447"/>
                    <a:pt x="131" y="447"/>
                    <a:pt x="131" y="447"/>
                  </a:cubicBezTo>
                  <a:cubicBezTo>
                    <a:pt x="130" y="448"/>
                    <a:pt x="129" y="450"/>
                    <a:pt x="128" y="451"/>
                  </a:cubicBezTo>
                  <a:cubicBezTo>
                    <a:pt x="128" y="451"/>
                    <a:pt x="127" y="453"/>
                    <a:pt x="126" y="454"/>
                  </a:cubicBezTo>
                  <a:cubicBezTo>
                    <a:pt x="125" y="454"/>
                    <a:pt x="122" y="454"/>
                    <a:pt x="121" y="454"/>
                  </a:cubicBezTo>
                  <a:cubicBezTo>
                    <a:pt x="120" y="454"/>
                    <a:pt x="118" y="453"/>
                    <a:pt x="117" y="452"/>
                  </a:cubicBezTo>
                  <a:cubicBezTo>
                    <a:pt x="115" y="451"/>
                    <a:pt x="112" y="449"/>
                    <a:pt x="111" y="448"/>
                  </a:cubicBezTo>
                  <a:cubicBezTo>
                    <a:pt x="111" y="447"/>
                    <a:pt x="110" y="444"/>
                    <a:pt x="109" y="444"/>
                  </a:cubicBezTo>
                  <a:cubicBezTo>
                    <a:pt x="108" y="444"/>
                    <a:pt x="106" y="444"/>
                    <a:pt x="105" y="445"/>
                  </a:cubicBezTo>
                  <a:cubicBezTo>
                    <a:pt x="104" y="445"/>
                    <a:pt x="103" y="447"/>
                    <a:pt x="102" y="448"/>
                  </a:cubicBezTo>
                  <a:cubicBezTo>
                    <a:pt x="101" y="449"/>
                    <a:pt x="101" y="452"/>
                    <a:pt x="100" y="453"/>
                  </a:cubicBezTo>
                  <a:cubicBezTo>
                    <a:pt x="100" y="454"/>
                    <a:pt x="98" y="457"/>
                    <a:pt x="98" y="458"/>
                  </a:cubicBezTo>
                  <a:cubicBezTo>
                    <a:pt x="97" y="460"/>
                    <a:pt x="95" y="462"/>
                    <a:pt x="94" y="463"/>
                  </a:cubicBezTo>
                  <a:cubicBezTo>
                    <a:pt x="93" y="466"/>
                    <a:pt x="93" y="471"/>
                    <a:pt x="92" y="473"/>
                  </a:cubicBezTo>
                  <a:cubicBezTo>
                    <a:pt x="91" y="475"/>
                    <a:pt x="90" y="478"/>
                    <a:pt x="89" y="479"/>
                  </a:cubicBezTo>
                  <a:cubicBezTo>
                    <a:pt x="89" y="480"/>
                    <a:pt x="88" y="483"/>
                    <a:pt x="87" y="484"/>
                  </a:cubicBezTo>
                  <a:cubicBezTo>
                    <a:pt x="86" y="485"/>
                    <a:pt x="84" y="487"/>
                    <a:pt x="83" y="488"/>
                  </a:cubicBezTo>
                  <a:cubicBezTo>
                    <a:pt x="82" y="488"/>
                    <a:pt x="79" y="489"/>
                    <a:pt x="77" y="489"/>
                  </a:cubicBezTo>
                  <a:cubicBezTo>
                    <a:pt x="76" y="489"/>
                    <a:pt x="72" y="489"/>
                    <a:pt x="71" y="489"/>
                  </a:cubicBezTo>
                  <a:cubicBezTo>
                    <a:pt x="69" y="488"/>
                    <a:pt x="65" y="487"/>
                    <a:pt x="64" y="485"/>
                  </a:cubicBezTo>
                  <a:cubicBezTo>
                    <a:pt x="63" y="485"/>
                    <a:pt x="62" y="482"/>
                    <a:pt x="60" y="481"/>
                  </a:cubicBezTo>
                  <a:cubicBezTo>
                    <a:pt x="60" y="481"/>
                    <a:pt x="58" y="480"/>
                    <a:pt x="57" y="480"/>
                  </a:cubicBezTo>
                  <a:cubicBezTo>
                    <a:pt x="56" y="479"/>
                    <a:pt x="53" y="479"/>
                    <a:pt x="52" y="480"/>
                  </a:cubicBezTo>
                  <a:cubicBezTo>
                    <a:pt x="51" y="480"/>
                    <a:pt x="49" y="481"/>
                    <a:pt x="48" y="482"/>
                  </a:cubicBezTo>
                  <a:cubicBezTo>
                    <a:pt x="46" y="482"/>
                    <a:pt x="44" y="484"/>
                    <a:pt x="42" y="485"/>
                  </a:cubicBezTo>
                  <a:cubicBezTo>
                    <a:pt x="41" y="486"/>
                    <a:pt x="39" y="487"/>
                    <a:pt x="37" y="487"/>
                  </a:cubicBezTo>
                  <a:cubicBezTo>
                    <a:pt x="36" y="487"/>
                    <a:pt x="33" y="487"/>
                    <a:pt x="32" y="486"/>
                  </a:cubicBezTo>
                  <a:cubicBezTo>
                    <a:pt x="31" y="486"/>
                    <a:pt x="28" y="485"/>
                    <a:pt x="27" y="484"/>
                  </a:cubicBezTo>
                  <a:cubicBezTo>
                    <a:pt x="27" y="483"/>
                    <a:pt x="26" y="481"/>
                    <a:pt x="26" y="481"/>
                  </a:cubicBezTo>
                  <a:cubicBezTo>
                    <a:pt x="26" y="480"/>
                    <a:pt x="26" y="479"/>
                    <a:pt x="26" y="479"/>
                  </a:cubicBezTo>
                  <a:cubicBezTo>
                    <a:pt x="27" y="478"/>
                    <a:pt x="29" y="479"/>
                    <a:pt x="30" y="479"/>
                  </a:cubicBezTo>
                  <a:cubicBezTo>
                    <a:pt x="30" y="479"/>
                    <a:pt x="31" y="479"/>
                    <a:pt x="32" y="478"/>
                  </a:cubicBezTo>
                  <a:cubicBezTo>
                    <a:pt x="32" y="478"/>
                    <a:pt x="32" y="477"/>
                    <a:pt x="32" y="476"/>
                  </a:cubicBezTo>
                  <a:cubicBezTo>
                    <a:pt x="31" y="475"/>
                    <a:pt x="30" y="472"/>
                    <a:pt x="29" y="471"/>
                  </a:cubicBezTo>
                  <a:cubicBezTo>
                    <a:pt x="28" y="471"/>
                    <a:pt x="28" y="471"/>
                    <a:pt x="27" y="471"/>
                  </a:cubicBezTo>
                  <a:cubicBezTo>
                    <a:pt x="27" y="471"/>
                    <a:pt x="27" y="470"/>
                    <a:pt x="27" y="470"/>
                  </a:cubicBezTo>
                  <a:cubicBezTo>
                    <a:pt x="27" y="469"/>
                    <a:pt x="26" y="468"/>
                    <a:pt x="26" y="467"/>
                  </a:cubicBezTo>
                  <a:cubicBezTo>
                    <a:pt x="26" y="466"/>
                    <a:pt x="25" y="464"/>
                    <a:pt x="24" y="463"/>
                  </a:cubicBezTo>
                  <a:cubicBezTo>
                    <a:pt x="24" y="462"/>
                    <a:pt x="24" y="460"/>
                    <a:pt x="24" y="459"/>
                  </a:cubicBezTo>
                  <a:cubicBezTo>
                    <a:pt x="24" y="458"/>
                    <a:pt x="24" y="456"/>
                    <a:pt x="24" y="454"/>
                  </a:cubicBezTo>
                  <a:cubicBezTo>
                    <a:pt x="24" y="453"/>
                    <a:pt x="21" y="450"/>
                    <a:pt x="20" y="449"/>
                  </a:cubicBezTo>
                  <a:cubicBezTo>
                    <a:pt x="19" y="448"/>
                    <a:pt x="18" y="446"/>
                    <a:pt x="17" y="445"/>
                  </a:cubicBezTo>
                  <a:cubicBezTo>
                    <a:pt x="16" y="445"/>
                    <a:pt x="16" y="445"/>
                    <a:pt x="15" y="445"/>
                  </a:cubicBezTo>
                  <a:cubicBezTo>
                    <a:pt x="16" y="444"/>
                    <a:pt x="18" y="442"/>
                    <a:pt x="18" y="441"/>
                  </a:cubicBezTo>
                  <a:cubicBezTo>
                    <a:pt x="19" y="441"/>
                    <a:pt x="21" y="439"/>
                    <a:pt x="22" y="438"/>
                  </a:cubicBezTo>
                  <a:cubicBezTo>
                    <a:pt x="23" y="438"/>
                    <a:pt x="24" y="436"/>
                    <a:pt x="24" y="435"/>
                  </a:cubicBezTo>
                  <a:cubicBezTo>
                    <a:pt x="25" y="434"/>
                    <a:pt x="26" y="431"/>
                    <a:pt x="26" y="430"/>
                  </a:cubicBezTo>
                  <a:cubicBezTo>
                    <a:pt x="27" y="428"/>
                    <a:pt x="28" y="426"/>
                    <a:pt x="29" y="424"/>
                  </a:cubicBezTo>
                  <a:cubicBezTo>
                    <a:pt x="30" y="423"/>
                    <a:pt x="31" y="421"/>
                    <a:pt x="32" y="420"/>
                  </a:cubicBezTo>
                  <a:cubicBezTo>
                    <a:pt x="32" y="419"/>
                    <a:pt x="33" y="416"/>
                    <a:pt x="33" y="415"/>
                  </a:cubicBezTo>
                  <a:cubicBezTo>
                    <a:pt x="34" y="414"/>
                    <a:pt x="36" y="411"/>
                    <a:pt x="36" y="410"/>
                  </a:cubicBezTo>
                  <a:cubicBezTo>
                    <a:pt x="37" y="408"/>
                    <a:pt x="38" y="405"/>
                    <a:pt x="39" y="404"/>
                  </a:cubicBezTo>
                  <a:cubicBezTo>
                    <a:pt x="39" y="402"/>
                    <a:pt x="39" y="398"/>
                    <a:pt x="40" y="396"/>
                  </a:cubicBezTo>
                  <a:cubicBezTo>
                    <a:pt x="40" y="394"/>
                    <a:pt x="41" y="392"/>
                    <a:pt x="42" y="391"/>
                  </a:cubicBezTo>
                  <a:cubicBezTo>
                    <a:pt x="43" y="389"/>
                    <a:pt x="44" y="387"/>
                    <a:pt x="45" y="386"/>
                  </a:cubicBezTo>
                  <a:cubicBezTo>
                    <a:pt x="45" y="384"/>
                    <a:pt x="47" y="382"/>
                    <a:pt x="47" y="381"/>
                  </a:cubicBezTo>
                  <a:cubicBezTo>
                    <a:pt x="48" y="380"/>
                    <a:pt x="48" y="377"/>
                    <a:pt x="49" y="376"/>
                  </a:cubicBezTo>
                  <a:cubicBezTo>
                    <a:pt x="49" y="374"/>
                    <a:pt x="50" y="371"/>
                    <a:pt x="51" y="370"/>
                  </a:cubicBezTo>
                  <a:cubicBezTo>
                    <a:pt x="52" y="368"/>
                    <a:pt x="55" y="367"/>
                    <a:pt x="56" y="365"/>
                  </a:cubicBezTo>
                  <a:cubicBezTo>
                    <a:pt x="57" y="364"/>
                    <a:pt x="58" y="361"/>
                    <a:pt x="59" y="359"/>
                  </a:cubicBezTo>
                  <a:cubicBezTo>
                    <a:pt x="60" y="357"/>
                    <a:pt x="62" y="354"/>
                    <a:pt x="64" y="353"/>
                  </a:cubicBezTo>
                  <a:cubicBezTo>
                    <a:pt x="65" y="352"/>
                    <a:pt x="67" y="350"/>
                    <a:pt x="68" y="349"/>
                  </a:cubicBezTo>
                  <a:cubicBezTo>
                    <a:pt x="69" y="348"/>
                    <a:pt x="71" y="348"/>
                    <a:pt x="72" y="347"/>
                  </a:cubicBezTo>
                  <a:cubicBezTo>
                    <a:pt x="73" y="347"/>
                    <a:pt x="75" y="346"/>
                    <a:pt x="75" y="345"/>
                  </a:cubicBezTo>
                  <a:cubicBezTo>
                    <a:pt x="76" y="344"/>
                    <a:pt x="77" y="342"/>
                    <a:pt x="77" y="341"/>
                  </a:cubicBezTo>
                  <a:cubicBezTo>
                    <a:pt x="77" y="340"/>
                    <a:pt x="77" y="340"/>
                    <a:pt x="77" y="340"/>
                  </a:cubicBezTo>
                  <a:cubicBezTo>
                    <a:pt x="78" y="339"/>
                    <a:pt x="79" y="338"/>
                    <a:pt x="80" y="337"/>
                  </a:cubicBezTo>
                  <a:cubicBezTo>
                    <a:pt x="80" y="337"/>
                    <a:pt x="82" y="336"/>
                    <a:pt x="82" y="335"/>
                  </a:cubicBezTo>
                  <a:cubicBezTo>
                    <a:pt x="83" y="334"/>
                    <a:pt x="84" y="332"/>
                    <a:pt x="84" y="331"/>
                  </a:cubicBezTo>
                  <a:cubicBezTo>
                    <a:pt x="85" y="330"/>
                    <a:pt x="86" y="329"/>
                    <a:pt x="86" y="328"/>
                  </a:cubicBezTo>
                  <a:cubicBezTo>
                    <a:pt x="87" y="328"/>
                    <a:pt x="88" y="326"/>
                    <a:pt x="88" y="326"/>
                  </a:cubicBezTo>
                  <a:cubicBezTo>
                    <a:pt x="88" y="325"/>
                    <a:pt x="88" y="323"/>
                    <a:pt x="87" y="323"/>
                  </a:cubicBezTo>
                  <a:cubicBezTo>
                    <a:pt x="86" y="323"/>
                    <a:pt x="85" y="326"/>
                    <a:pt x="84" y="327"/>
                  </a:cubicBezTo>
                  <a:cubicBezTo>
                    <a:pt x="84" y="328"/>
                    <a:pt x="82" y="330"/>
                    <a:pt x="81" y="330"/>
                  </a:cubicBezTo>
                  <a:cubicBezTo>
                    <a:pt x="80" y="331"/>
                    <a:pt x="79" y="333"/>
                    <a:pt x="78" y="334"/>
                  </a:cubicBezTo>
                  <a:cubicBezTo>
                    <a:pt x="77" y="335"/>
                    <a:pt x="76" y="336"/>
                    <a:pt x="75" y="336"/>
                  </a:cubicBezTo>
                  <a:cubicBezTo>
                    <a:pt x="74" y="334"/>
                    <a:pt x="73" y="333"/>
                    <a:pt x="72" y="331"/>
                  </a:cubicBezTo>
                  <a:cubicBezTo>
                    <a:pt x="72" y="330"/>
                    <a:pt x="71" y="328"/>
                    <a:pt x="71" y="327"/>
                  </a:cubicBezTo>
                  <a:cubicBezTo>
                    <a:pt x="70" y="325"/>
                    <a:pt x="70" y="322"/>
                    <a:pt x="69" y="321"/>
                  </a:cubicBezTo>
                  <a:cubicBezTo>
                    <a:pt x="68" y="320"/>
                    <a:pt x="66" y="318"/>
                    <a:pt x="65" y="317"/>
                  </a:cubicBezTo>
                  <a:cubicBezTo>
                    <a:pt x="64" y="317"/>
                    <a:pt x="61" y="316"/>
                    <a:pt x="59" y="315"/>
                  </a:cubicBezTo>
                  <a:cubicBezTo>
                    <a:pt x="58" y="314"/>
                    <a:pt x="57" y="312"/>
                    <a:pt x="56" y="311"/>
                  </a:cubicBezTo>
                  <a:cubicBezTo>
                    <a:pt x="55" y="310"/>
                    <a:pt x="52" y="310"/>
                    <a:pt x="51" y="309"/>
                  </a:cubicBezTo>
                  <a:cubicBezTo>
                    <a:pt x="50" y="308"/>
                    <a:pt x="46" y="306"/>
                    <a:pt x="45" y="304"/>
                  </a:cubicBezTo>
                  <a:cubicBezTo>
                    <a:pt x="44" y="303"/>
                    <a:pt x="44" y="299"/>
                    <a:pt x="43" y="298"/>
                  </a:cubicBezTo>
                  <a:cubicBezTo>
                    <a:pt x="41" y="297"/>
                    <a:pt x="36" y="297"/>
                    <a:pt x="36" y="295"/>
                  </a:cubicBezTo>
                  <a:cubicBezTo>
                    <a:pt x="35" y="294"/>
                    <a:pt x="36" y="292"/>
                    <a:pt x="36" y="291"/>
                  </a:cubicBezTo>
                  <a:cubicBezTo>
                    <a:pt x="37" y="290"/>
                    <a:pt x="39" y="288"/>
                    <a:pt x="40" y="288"/>
                  </a:cubicBezTo>
                  <a:cubicBezTo>
                    <a:pt x="41" y="287"/>
                    <a:pt x="42" y="287"/>
                    <a:pt x="43" y="287"/>
                  </a:cubicBezTo>
                  <a:cubicBezTo>
                    <a:pt x="44" y="288"/>
                    <a:pt x="47" y="289"/>
                    <a:pt x="48" y="290"/>
                  </a:cubicBezTo>
                  <a:cubicBezTo>
                    <a:pt x="50" y="290"/>
                    <a:pt x="53" y="289"/>
                    <a:pt x="54" y="289"/>
                  </a:cubicBezTo>
                  <a:cubicBezTo>
                    <a:pt x="56" y="289"/>
                    <a:pt x="59" y="287"/>
                    <a:pt x="60" y="286"/>
                  </a:cubicBezTo>
                  <a:cubicBezTo>
                    <a:pt x="61" y="285"/>
                    <a:pt x="63" y="283"/>
                    <a:pt x="63" y="282"/>
                  </a:cubicBezTo>
                  <a:cubicBezTo>
                    <a:pt x="64" y="280"/>
                    <a:pt x="63" y="277"/>
                    <a:pt x="63" y="275"/>
                  </a:cubicBezTo>
                  <a:cubicBezTo>
                    <a:pt x="62" y="273"/>
                    <a:pt x="60" y="271"/>
                    <a:pt x="60" y="270"/>
                  </a:cubicBezTo>
                  <a:cubicBezTo>
                    <a:pt x="59" y="269"/>
                    <a:pt x="57" y="267"/>
                    <a:pt x="56" y="266"/>
                  </a:cubicBezTo>
                  <a:cubicBezTo>
                    <a:pt x="55" y="265"/>
                    <a:pt x="52" y="262"/>
                    <a:pt x="51" y="261"/>
                  </a:cubicBezTo>
                  <a:cubicBezTo>
                    <a:pt x="50" y="260"/>
                    <a:pt x="48" y="258"/>
                    <a:pt x="47" y="257"/>
                  </a:cubicBezTo>
                  <a:cubicBezTo>
                    <a:pt x="46" y="256"/>
                    <a:pt x="42" y="255"/>
                    <a:pt x="40" y="254"/>
                  </a:cubicBezTo>
                  <a:cubicBezTo>
                    <a:pt x="39" y="254"/>
                    <a:pt x="36" y="254"/>
                    <a:pt x="35" y="255"/>
                  </a:cubicBezTo>
                  <a:cubicBezTo>
                    <a:pt x="33" y="255"/>
                    <a:pt x="31" y="256"/>
                    <a:pt x="29" y="256"/>
                  </a:cubicBezTo>
                  <a:cubicBezTo>
                    <a:pt x="27" y="257"/>
                    <a:pt x="23" y="256"/>
                    <a:pt x="21" y="255"/>
                  </a:cubicBezTo>
                  <a:cubicBezTo>
                    <a:pt x="20" y="255"/>
                    <a:pt x="16" y="254"/>
                    <a:pt x="14" y="253"/>
                  </a:cubicBezTo>
                  <a:cubicBezTo>
                    <a:pt x="13" y="253"/>
                    <a:pt x="11" y="252"/>
                    <a:pt x="10" y="252"/>
                  </a:cubicBezTo>
                  <a:cubicBezTo>
                    <a:pt x="9" y="251"/>
                    <a:pt x="9" y="250"/>
                    <a:pt x="9" y="248"/>
                  </a:cubicBezTo>
                  <a:cubicBezTo>
                    <a:pt x="8" y="247"/>
                    <a:pt x="8" y="245"/>
                    <a:pt x="8" y="244"/>
                  </a:cubicBezTo>
                  <a:cubicBezTo>
                    <a:pt x="7" y="243"/>
                    <a:pt x="5" y="240"/>
                    <a:pt x="5" y="238"/>
                  </a:cubicBezTo>
                  <a:cubicBezTo>
                    <a:pt x="5" y="236"/>
                    <a:pt x="5" y="233"/>
                    <a:pt x="5" y="232"/>
                  </a:cubicBezTo>
                  <a:cubicBezTo>
                    <a:pt x="5" y="230"/>
                    <a:pt x="5" y="227"/>
                    <a:pt x="5" y="226"/>
                  </a:cubicBezTo>
                  <a:cubicBezTo>
                    <a:pt x="4" y="224"/>
                    <a:pt x="2" y="220"/>
                    <a:pt x="2" y="219"/>
                  </a:cubicBezTo>
                  <a:cubicBezTo>
                    <a:pt x="1" y="217"/>
                    <a:pt x="0" y="215"/>
                    <a:pt x="0" y="213"/>
                  </a:cubicBezTo>
                  <a:cubicBezTo>
                    <a:pt x="1" y="212"/>
                    <a:pt x="2" y="209"/>
                    <a:pt x="2" y="208"/>
                  </a:cubicBezTo>
                  <a:cubicBezTo>
                    <a:pt x="3" y="206"/>
                    <a:pt x="4" y="204"/>
                    <a:pt x="5" y="202"/>
                  </a:cubicBezTo>
                  <a:cubicBezTo>
                    <a:pt x="6" y="201"/>
                    <a:pt x="9" y="198"/>
                    <a:pt x="10" y="197"/>
                  </a:cubicBezTo>
                  <a:cubicBezTo>
                    <a:pt x="12" y="196"/>
                    <a:pt x="15" y="195"/>
                    <a:pt x="17" y="194"/>
                  </a:cubicBezTo>
                  <a:cubicBezTo>
                    <a:pt x="18" y="193"/>
                    <a:pt x="19" y="192"/>
                    <a:pt x="20" y="191"/>
                  </a:cubicBezTo>
                  <a:cubicBezTo>
                    <a:pt x="21" y="189"/>
                    <a:pt x="22" y="187"/>
                    <a:pt x="23" y="185"/>
                  </a:cubicBezTo>
                  <a:cubicBezTo>
                    <a:pt x="23" y="184"/>
                    <a:pt x="24" y="182"/>
                    <a:pt x="25" y="181"/>
                  </a:cubicBezTo>
                  <a:cubicBezTo>
                    <a:pt x="25" y="180"/>
                    <a:pt x="26" y="179"/>
                    <a:pt x="27" y="179"/>
                  </a:cubicBezTo>
                  <a:cubicBezTo>
                    <a:pt x="28" y="178"/>
                    <a:pt x="29" y="175"/>
                    <a:pt x="30" y="173"/>
                  </a:cubicBezTo>
                  <a:cubicBezTo>
                    <a:pt x="30" y="172"/>
                    <a:pt x="31" y="169"/>
                    <a:pt x="31" y="168"/>
                  </a:cubicBezTo>
                  <a:cubicBezTo>
                    <a:pt x="32" y="167"/>
                    <a:pt x="33" y="165"/>
                    <a:pt x="34" y="165"/>
                  </a:cubicBezTo>
                  <a:cubicBezTo>
                    <a:pt x="34" y="164"/>
                    <a:pt x="36" y="161"/>
                    <a:pt x="37" y="160"/>
                  </a:cubicBezTo>
                  <a:cubicBezTo>
                    <a:pt x="38" y="159"/>
                    <a:pt x="40" y="158"/>
                    <a:pt x="42" y="158"/>
                  </a:cubicBezTo>
                  <a:cubicBezTo>
                    <a:pt x="43" y="158"/>
                    <a:pt x="45" y="158"/>
                    <a:pt x="46" y="158"/>
                  </a:cubicBezTo>
                  <a:cubicBezTo>
                    <a:pt x="47" y="158"/>
                    <a:pt x="49" y="159"/>
                    <a:pt x="51" y="160"/>
                  </a:cubicBezTo>
                  <a:cubicBezTo>
                    <a:pt x="52" y="160"/>
                    <a:pt x="55" y="160"/>
                    <a:pt x="57" y="160"/>
                  </a:cubicBezTo>
                  <a:cubicBezTo>
                    <a:pt x="58" y="160"/>
                    <a:pt x="60" y="160"/>
                    <a:pt x="61" y="159"/>
                  </a:cubicBezTo>
                  <a:cubicBezTo>
                    <a:pt x="62" y="159"/>
                    <a:pt x="63" y="157"/>
                    <a:pt x="64" y="157"/>
                  </a:cubicBezTo>
                  <a:cubicBezTo>
                    <a:pt x="66" y="156"/>
                    <a:pt x="68" y="156"/>
                    <a:pt x="70" y="156"/>
                  </a:cubicBezTo>
                  <a:cubicBezTo>
                    <a:pt x="71" y="156"/>
                    <a:pt x="74" y="156"/>
                    <a:pt x="76" y="156"/>
                  </a:cubicBezTo>
                  <a:cubicBezTo>
                    <a:pt x="77" y="156"/>
                    <a:pt x="79" y="157"/>
                    <a:pt x="80" y="157"/>
                  </a:cubicBezTo>
                  <a:cubicBezTo>
                    <a:pt x="81" y="157"/>
                    <a:pt x="82" y="158"/>
                    <a:pt x="83" y="158"/>
                  </a:cubicBezTo>
                  <a:cubicBezTo>
                    <a:pt x="84" y="158"/>
                    <a:pt x="85" y="158"/>
                    <a:pt x="86" y="158"/>
                  </a:cubicBezTo>
                  <a:cubicBezTo>
                    <a:pt x="87" y="158"/>
                    <a:pt x="88" y="156"/>
                    <a:pt x="89" y="156"/>
                  </a:cubicBezTo>
                  <a:cubicBezTo>
                    <a:pt x="90" y="155"/>
                    <a:pt x="92" y="154"/>
                    <a:pt x="92" y="153"/>
                  </a:cubicBezTo>
                  <a:cubicBezTo>
                    <a:pt x="93" y="152"/>
                    <a:pt x="93" y="149"/>
                    <a:pt x="93" y="148"/>
                  </a:cubicBezTo>
                  <a:cubicBezTo>
                    <a:pt x="93" y="147"/>
                    <a:pt x="93" y="145"/>
                    <a:pt x="93" y="144"/>
                  </a:cubicBezTo>
                  <a:cubicBezTo>
                    <a:pt x="92" y="143"/>
                    <a:pt x="90" y="142"/>
                    <a:pt x="90" y="141"/>
                  </a:cubicBezTo>
                  <a:cubicBezTo>
                    <a:pt x="89" y="140"/>
                    <a:pt x="89" y="137"/>
                    <a:pt x="90" y="137"/>
                  </a:cubicBezTo>
                  <a:cubicBezTo>
                    <a:pt x="91" y="136"/>
                    <a:pt x="92" y="136"/>
                    <a:pt x="93" y="136"/>
                  </a:cubicBezTo>
                  <a:cubicBezTo>
                    <a:pt x="95" y="136"/>
                    <a:pt x="97" y="137"/>
                    <a:pt x="99" y="136"/>
                  </a:cubicBezTo>
                  <a:cubicBezTo>
                    <a:pt x="100" y="136"/>
                    <a:pt x="102" y="134"/>
                    <a:pt x="103" y="134"/>
                  </a:cubicBezTo>
                  <a:cubicBezTo>
                    <a:pt x="104" y="133"/>
                    <a:pt x="106" y="131"/>
                    <a:pt x="107" y="130"/>
                  </a:cubicBezTo>
                  <a:cubicBezTo>
                    <a:pt x="108" y="129"/>
                    <a:pt x="109" y="126"/>
                    <a:pt x="110" y="125"/>
                  </a:cubicBezTo>
                  <a:cubicBezTo>
                    <a:pt x="110" y="123"/>
                    <a:pt x="112" y="120"/>
                    <a:pt x="113" y="118"/>
                  </a:cubicBezTo>
                  <a:cubicBezTo>
                    <a:pt x="113" y="117"/>
                    <a:pt x="113" y="114"/>
                    <a:pt x="113" y="113"/>
                  </a:cubicBezTo>
                  <a:cubicBezTo>
                    <a:pt x="113" y="110"/>
                    <a:pt x="111" y="106"/>
                    <a:pt x="110" y="104"/>
                  </a:cubicBezTo>
                  <a:cubicBezTo>
                    <a:pt x="110" y="102"/>
                    <a:pt x="109" y="97"/>
                    <a:pt x="109" y="94"/>
                  </a:cubicBezTo>
                  <a:cubicBezTo>
                    <a:pt x="108" y="92"/>
                    <a:pt x="108" y="89"/>
                    <a:pt x="108" y="87"/>
                  </a:cubicBezTo>
                  <a:cubicBezTo>
                    <a:pt x="108" y="85"/>
                    <a:pt x="108" y="82"/>
                    <a:pt x="109" y="81"/>
                  </a:cubicBezTo>
                  <a:cubicBezTo>
                    <a:pt x="110" y="80"/>
                    <a:pt x="113" y="78"/>
                    <a:pt x="115" y="78"/>
                  </a:cubicBezTo>
                  <a:cubicBezTo>
                    <a:pt x="116" y="77"/>
                    <a:pt x="118" y="77"/>
                    <a:pt x="119" y="76"/>
                  </a:cubicBezTo>
                  <a:cubicBezTo>
                    <a:pt x="120" y="75"/>
                    <a:pt x="123" y="73"/>
                    <a:pt x="124" y="72"/>
                  </a:cubicBezTo>
                  <a:cubicBezTo>
                    <a:pt x="124" y="70"/>
                    <a:pt x="125" y="66"/>
                    <a:pt x="126" y="65"/>
                  </a:cubicBezTo>
                  <a:cubicBezTo>
                    <a:pt x="126" y="63"/>
                    <a:pt x="127" y="61"/>
                    <a:pt x="127" y="60"/>
                  </a:cubicBezTo>
                  <a:cubicBezTo>
                    <a:pt x="127" y="58"/>
                    <a:pt x="125" y="55"/>
                    <a:pt x="125" y="54"/>
                  </a:cubicBezTo>
                  <a:cubicBezTo>
                    <a:pt x="124" y="53"/>
                    <a:pt x="123" y="52"/>
                    <a:pt x="122" y="51"/>
                  </a:cubicBezTo>
                  <a:cubicBezTo>
                    <a:pt x="121" y="51"/>
                    <a:pt x="118" y="52"/>
                    <a:pt x="117" y="52"/>
                  </a:cubicBezTo>
                  <a:cubicBezTo>
                    <a:pt x="116" y="51"/>
                    <a:pt x="115" y="49"/>
                    <a:pt x="114" y="48"/>
                  </a:cubicBezTo>
                  <a:cubicBezTo>
                    <a:pt x="114" y="47"/>
                    <a:pt x="115" y="44"/>
                    <a:pt x="115" y="43"/>
                  </a:cubicBezTo>
                  <a:cubicBezTo>
                    <a:pt x="115" y="42"/>
                    <a:pt x="113" y="40"/>
                    <a:pt x="113" y="39"/>
                  </a:cubicBezTo>
                  <a:cubicBezTo>
                    <a:pt x="112" y="37"/>
                    <a:pt x="111" y="35"/>
                    <a:pt x="111" y="33"/>
                  </a:cubicBezTo>
                  <a:cubicBezTo>
                    <a:pt x="111" y="32"/>
                    <a:pt x="111" y="29"/>
                    <a:pt x="111" y="28"/>
                  </a:cubicBezTo>
                  <a:cubicBezTo>
                    <a:pt x="112" y="27"/>
                    <a:pt x="114" y="24"/>
                    <a:pt x="115" y="24"/>
                  </a:cubicBezTo>
                  <a:cubicBezTo>
                    <a:pt x="117" y="22"/>
                    <a:pt x="121" y="20"/>
                    <a:pt x="124" y="20"/>
                  </a:cubicBezTo>
                  <a:cubicBezTo>
                    <a:pt x="126" y="20"/>
                    <a:pt x="130" y="20"/>
                    <a:pt x="132" y="20"/>
                  </a:cubicBezTo>
                  <a:cubicBezTo>
                    <a:pt x="134" y="20"/>
                    <a:pt x="138" y="20"/>
                    <a:pt x="140" y="20"/>
                  </a:cubicBezTo>
                  <a:cubicBezTo>
                    <a:pt x="142" y="20"/>
                    <a:pt x="146" y="19"/>
                    <a:pt x="148" y="19"/>
                  </a:cubicBezTo>
                  <a:cubicBezTo>
                    <a:pt x="149" y="18"/>
                    <a:pt x="150" y="17"/>
                    <a:pt x="151" y="16"/>
                  </a:cubicBezTo>
                  <a:cubicBezTo>
                    <a:pt x="152" y="15"/>
                    <a:pt x="154" y="14"/>
                    <a:pt x="155" y="13"/>
                  </a:cubicBezTo>
                  <a:cubicBezTo>
                    <a:pt x="156" y="12"/>
                    <a:pt x="158" y="10"/>
                    <a:pt x="159" y="9"/>
                  </a:cubicBezTo>
                  <a:cubicBezTo>
                    <a:pt x="160" y="8"/>
                    <a:pt x="162" y="7"/>
                    <a:pt x="163" y="7"/>
                  </a:cubicBezTo>
                  <a:cubicBezTo>
                    <a:pt x="164" y="6"/>
                    <a:pt x="166" y="6"/>
                    <a:pt x="167" y="6"/>
                  </a:cubicBezTo>
                  <a:cubicBezTo>
                    <a:pt x="168" y="6"/>
                    <a:pt x="171" y="4"/>
                    <a:pt x="172" y="3"/>
                  </a:cubicBezTo>
                  <a:cubicBezTo>
                    <a:pt x="172" y="3"/>
                    <a:pt x="174" y="1"/>
                    <a:pt x="174" y="1"/>
                  </a:cubicBezTo>
                  <a:cubicBezTo>
                    <a:pt x="175" y="1"/>
                    <a:pt x="177" y="0"/>
                    <a:pt x="178" y="1"/>
                  </a:cubicBezTo>
                  <a:cubicBezTo>
                    <a:pt x="178" y="1"/>
                    <a:pt x="179" y="2"/>
                    <a:pt x="180" y="3"/>
                  </a:cubicBezTo>
                  <a:cubicBezTo>
                    <a:pt x="180" y="3"/>
                    <a:pt x="180" y="5"/>
                    <a:pt x="180" y="6"/>
                  </a:cubicBezTo>
                  <a:cubicBezTo>
                    <a:pt x="181" y="7"/>
                    <a:pt x="182" y="11"/>
                    <a:pt x="182" y="12"/>
                  </a:cubicBezTo>
                  <a:cubicBezTo>
                    <a:pt x="183" y="14"/>
                    <a:pt x="183" y="17"/>
                    <a:pt x="183" y="18"/>
                  </a:cubicBezTo>
                  <a:cubicBezTo>
                    <a:pt x="183" y="19"/>
                    <a:pt x="183" y="22"/>
                    <a:pt x="183" y="23"/>
                  </a:cubicBezTo>
                  <a:cubicBezTo>
                    <a:pt x="184" y="24"/>
                    <a:pt x="186" y="26"/>
                    <a:pt x="186" y="27"/>
                  </a:cubicBezTo>
                  <a:cubicBezTo>
                    <a:pt x="186" y="28"/>
                    <a:pt x="186" y="32"/>
                    <a:pt x="186" y="33"/>
                  </a:cubicBezTo>
                  <a:cubicBezTo>
                    <a:pt x="187" y="34"/>
                    <a:pt x="186" y="37"/>
                    <a:pt x="186" y="38"/>
                  </a:cubicBezTo>
                  <a:cubicBezTo>
                    <a:pt x="186" y="39"/>
                    <a:pt x="188" y="42"/>
                    <a:pt x="189" y="42"/>
                  </a:cubicBezTo>
                  <a:cubicBezTo>
                    <a:pt x="189" y="43"/>
                    <a:pt x="192" y="43"/>
                    <a:pt x="193" y="43"/>
                  </a:cubicBezTo>
                  <a:cubicBezTo>
                    <a:pt x="194" y="42"/>
                    <a:pt x="195" y="40"/>
                    <a:pt x="196" y="39"/>
                  </a:cubicBezTo>
                  <a:cubicBezTo>
                    <a:pt x="196" y="38"/>
                    <a:pt x="198" y="36"/>
                    <a:pt x="199" y="36"/>
                  </a:cubicBezTo>
                  <a:cubicBezTo>
                    <a:pt x="199" y="35"/>
                    <a:pt x="200" y="33"/>
                    <a:pt x="201" y="32"/>
                  </a:cubicBezTo>
                  <a:cubicBezTo>
                    <a:pt x="202" y="31"/>
                    <a:pt x="205" y="32"/>
                    <a:pt x="206" y="32"/>
                  </a:cubicBezTo>
                  <a:cubicBezTo>
                    <a:pt x="208" y="32"/>
                    <a:pt x="212" y="30"/>
                    <a:pt x="214" y="30"/>
                  </a:cubicBezTo>
                  <a:cubicBezTo>
                    <a:pt x="215" y="29"/>
                    <a:pt x="218" y="29"/>
                    <a:pt x="220" y="29"/>
                  </a:cubicBezTo>
                  <a:cubicBezTo>
                    <a:pt x="222" y="29"/>
                    <a:pt x="225" y="29"/>
                    <a:pt x="227" y="29"/>
                  </a:cubicBezTo>
                  <a:cubicBezTo>
                    <a:pt x="228" y="29"/>
                    <a:pt x="230" y="30"/>
                    <a:pt x="231" y="30"/>
                  </a:cubicBezTo>
                  <a:cubicBezTo>
                    <a:pt x="232" y="30"/>
                    <a:pt x="234" y="29"/>
                    <a:pt x="235" y="28"/>
                  </a:cubicBezTo>
                  <a:cubicBezTo>
                    <a:pt x="235" y="27"/>
                    <a:pt x="234" y="25"/>
                    <a:pt x="234" y="24"/>
                  </a:cubicBezTo>
                  <a:cubicBezTo>
                    <a:pt x="234" y="23"/>
                    <a:pt x="233" y="20"/>
                    <a:pt x="234" y="18"/>
                  </a:cubicBezTo>
                  <a:cubicBezTo>
                    <a:pt x="234" y="18"/>
                    <a:pt x="236" y="17"/>
                    <a:pt x="237" y="17"/>
                  </a:cubicBezTo>
                  <a:cubicBezTo>
                    <a:pt x="237" y="16"/>
                    <a:pt x="238" y="16"/>
                    <a:pt x="239" y="15"/>
                  </a:cubicBezTo>
                  <a:cubicBezTo>
                    <a:pt x="240" y="17"/>
                    <a:pt x="240" y="18"/>
                    <a:pt x="241" y="18"/>
                  </a:cubicBezTo>
                  <a:cubicBezTo>
                    <a:pt x="242" y="19"/>
                    <a:pt x="244" y="19"/>
                    <a:pt x="245" y="19"/>
                  </a:cubicBezTo>
                  <a:cubicBezTo>
                    <a:pt x="246" y="20"/>
                    <a:pt x="248" y="22"/>
                    <a:pt x="249" y="23"/>
                  </a:cubicBezTo>
                  <a:cubicBezTo>
                    <a:pt x="250" y="23"/>
                    <a:pt x="252" y="24"/>
                    <a:pt x="253" y="24"/>
                  </a:cubicBezTo>
                  <a:cubicBezTo>
                    <a:pt x="254" y="24"/>
                    <a:pt x="256" y="24"/>
                    <a:pt x="257" y="25"/>
                  </a:cubicBezTo>
                  <a:cubicBezTo>
                    <a:pt x="258" y="25"/>
                    <a:pt x="260" y="26"/>
                    <a:pt x="260" y="27"/>
                  </a:cubicBezTo>
                  <a:cubicBezTo>
                    <a:pt x="261" y="28"/>
                    <a:pt x="261" y="30"/>
                    <a:pt x="262" y="31"/>
                  </a:cubicBezTo>
                  <a:cubicBezTo>
                    <a:pt x="262" y="33"/>
                    <a:pt x="262" y="36"/>
                    <a:pt x="263" y="38"/>
                  </a:cubicBezTo>
                  <a:cubicBezTo>
                    <a:pt x="263" y="40"/>
                    <a:pt x="263" y="43"/>
                    <a:pt x="263" y="45"/>
                  </a:cubicBezTo>
                  <a:cubicBezTo>
                    <a:pt x="263" y="48"/>
                    <a:pt x="262" y="53"/>
                    <a:pt x="262" y="55"/>
                  </a:cubicBezTo>
                  <a:cubicBezTo>
                    <a:pt x="261" y="58"/>
                    <a:pt x="261" y="63"/>
                    <a:pt x="262" y="65"/>
                  </a:cubicBezTo>
                  <a:cubicBezTo>
                    <a:pt x="262" y="67"/>
                    <a:pt x="262" y="71"/>
                    <a:pt x="263" y="73"/>
                  </a:cubicBezTo>
                  <a:cubicBezTo>
                    <a:pt x="263" y="75"/>
                    <a:pt x="264" y="77"/>
                    <a:pt x="264" y="78"/>
                  </a:cubicBezTo>
                  <a:cubicBezTo>
                    <a:pt x="265" y="79"/>
                    <a:pt x="266" y="82"/>
                    <a:pt x="267" y="82"/>
                  </a:cubicBezTo>
                  <a:cubicBezTo>
                    <a:pt x="268" y="83"/>
                    <a:pt x="270" y="84"/>
                    <a:pt x="271" y="84"/>
                  </a:cubicBezTo>
                  <a:cubicBezTo>
                    <a:pt x="273" y="85"/>
                    <a:pt x="276" y="85"/>
                    <a:pt x="277" y="86"/>
                  </a:cubicBezTo>
                  <a:cubicBezTo>
                    <a:pt x="279" y="86"/>
                    <a:pt x="281" y="87"/>
                    <a:pt x="282" y="87"/>
                  </a:cubicBezTo>
                  <a:cubicBezTo>
                    <a:pt x="284" y="88"/>
                    <a:pt x="286" y="89"/>
                    <a:pt x="288" y="90"/>
                  </a:cubicBezTo>
                  <a:cubicBezTo>
                    <a:pt x="289" y="91"/>
                    <a:pt x="291" y="93"/>
                    <a:pt x="292" y="94"/>
                  </a:cubicBezTo>
                  <a:cubicBezTo>
                    <a:pt x="294" y="94"/>
                    <a:pt x="296" y="94"/>
                    <a:pt x="297" y="94"/>
                  </a:cubicBezTo>
                  <a:cubicBezTo>
                    <a:pt x="298" y="94"/>
                    <a:pt x="302" y="94"/>
                    <a:pt x="302" y="94"/>
                  </a:cubicBezTo>
                  <a:cubicBezTo>
                    <a:pt x="303" y="94"/>
                    <a:pt x="307" y="95"/>
                    <a:pt x="309" y="94"/>
                  </a:cubicBezTo>
                  <a:cubicBezTo>
                    <a:pt x="310" y="94"/>
                    <a:pt x="313" y="94"/>
                    <a:pt x="314" y="94"/>
                  </a:cubicBezTo>
                  <a:cubicBezTo>
                    <a:pt x="315" y="93"/>
                    <a:pt x="318" y="93"/>
                    <a:pt x="319" y="93"/>
                  </a:cubicBezTo>
                  <a:cubicBezTo>
                    <a:pt x="321" y="93"/>
                    <a:pt x="323" y="93"/>
                    <a:pt x="324" y="92"/>
                  </a:cubicBezTo>
                  <a:cubicBezTo>
                    <a:pt x="324" y="92"/>
                    <a:pt x="325" y="91"/>
                    <a:pt x="326" y="91"/>
                  </a:cubicBezTo>
                  <a:cubicBezTo>
                    <a:pt x="326" y="90"/>
                    <a:pt x="327" y="89"/>
                    <a:pt x="327" y="88"/>
                  </a:cubicBezTo>
                  <a:cubicBezTo>
                    <a:pt x="327" y="87"/>
                    <a:pt x="327" y="86"/>
                    <a:pt x="327" y="85"/>
                  </a:cubicBezTo>
                  <a:cubicBezTo>
                    <a:pt x="327" y="84"/>
                    <a:pt x="325" y="82"/>
                    <a:pt x="325" y="81"/>
                  </a:cubicBezTo>
                  <a:cubicBezTo>
                    <a:pt x="325" y="80"/>
                    <a:pt x="325" y="78"/>
                    <a:pt x="325" y="77"/>
                  </a:cubicBezTo>
                  <a:cubicBezTo>
                    <a:pt x="324" y="76"/>
                    <a:pt x="323" y="73"/>
                    <a:pt x="323" y="72"/>
                  </a:cubicBezTo>
                  <a:cubicBezTo>
                    <a:pt x="323" y="71"/>
                    <a:pt x="323" y="69"/>
                    <a:pt x="323" y="68"/>
                  </a:cubicBezTo>
                  <a:cubicBezTo>
                    <a:pt x="323" y="67"/>
                    <a:pt x="323" y="65"/>
                    <a:pt x="324" y="64"/>
                  </a:cubicBezTo>
                  <a:cubicBezTo>
                    <a:pt x="324" y="63"/>
                    <a:pt x="326" y="61"/>
                    <a:pt x="326" y="60"/>
                  </a:cubicBezTo>
                  <a:cubicBezTo>
                    <a:pt x="327" y="59"/>
                    <a:pt x="328" y="57"/>
                    <a:pt x="328" y="55"/>
                  </a:cubicBezTo>
                  <a:cubicBezTo>
                    <a:pt x="328" y="54"/>
                    <a:pt x="328" y="52"/>
                    <a:pt x="328" y="51"/>
                  </a:cubicBezTo>
                  <a:cubicBezTo>
                    <a:pt x="328" y="49"/>
                    <a:pt x="328" y="47"/>
                    <a:pt x="329" y="46"/>
                  </a:cubicBezTo>
                  <a:cubicBezTo>
                    <a:pt x="329" y="44"/>
                    <a:pt x="330" y="41"/>
                    <a:pt x="331" y="40"/>
                  </a:cubicBezTo>
                  <a:cubicBezTo>
                    <a:pt x="331" y="40"/>
                    <a:pt x="332" y="39"/>
                    <a:pt x="333" y="39"/>
                  </a:cubicBezTo>
                  <a:cubicBezTo>
                    <a:pt x="334" y="38"/>
                    <a:pt x="336" y="39"/>
                    <a:pt x="337" y="39"/>
                  </a:cubicBezTo>
                  <a:cubicBezTo>
                    <a:pt x="339" y="39"/>
                    <a:pt x="342" y="40"/>
                    <a:pt x="343" y="40"/>
                  </a:cubicBezTo>
                  <a:cubicBezTo>
                    <a:pt x="344" y="41"/>
                    <a:pt x="345" y="42"/>
                    <a:pt x="345" y="42"/>
                  </a:cubicBezTo>
                  <a:cubicBezTo>
                    <a:pt x="346" y="43"/>
                    <a:pt x="349" y="43"/>
                    <a:pt x="350" y="42"/>
                  </a:cubicBezTo>
                  <a:cubicBezTo>
                    <a:pt x="350" y="42"/>
                    <a:pt x="351" y="40"/>
                    <a:pt x="352" y="40"/>
                  </a:cubicBezTo>
                  <a:cubicBezTo>
                    <a:pt x="352" y="39"/>
                    <a:pt x="354" y="40"/>
                    <a:pt x="355" y="40"/>
                  </a:cubicBezTo>
                  <a:cubicBezTo>
                    <a:pt x="356" y="41"/>
                    <a:pt x="356" y="44"/>
                    <a:pt x="356" y="46"/>
                  </a:cubicBezTo>
                  <a:cubicBezTo>
                    <a:pt x="357" y="48"/>
                    <a:pt x="356" y="52"/>
                    <a:pt x="356" y="54"/>
                  </a:cubicBezTo>
                  <a:cubicBezTo>
                    <a:pt x="357" y="55"/>
                    <a:pt x="357" y="58"/>
                    <a:pt x="357" y="59"/>
                  </a:cubicBezTo>
                  <a:cubicBezTo>
                    <a:pt x="358" y="61"/>
                    <a:pt x="357" y="65"/>
                    <a:pt x="357" y="67"/>
                  </a:cubicBezTo>
                  <a:cubicBezTo>
                    <a:pt x="358" y="68"/>
                    <a:pt x="358" y="71"/>
                    <a:pt x="359" y="72"/>
                  </a:cubicBezTo>
                  <a:cubicBezTo>
                    <a:pt x="359" y="72"/>
                    <a:pt x="361" y="73"/>
                    <a:pt x="362" y="73"/>
                  </a:cubicBezTo>
                  <a:cubicBezTo>
                    <a:pt x="364" y="73"/>
                    <a:pt x="366" y="73"/>
                    <a:pt x="368" y="73"/>
                  </a:cubicBezTo>
                  <a:cubicBezTo>
                    <a:pt x="369" y="73"/>
                    <a:pt x="371" y="73"/>
                    <a:pt x="372" y="73"/>
                  </a:cubicBezTo>
                  <a:cubicBezTo>
                    <a:pt x="373" y="73"/>
                    <a:pt x="374" y="73"/>
                    <a:pt x="375" y="74"/>
                  </a:cubicBezTo>
                  <a:cubicBezTo>
                    <a:pt x="376" y="74"/>
                    <a:pt x="377" y="76"/>
                    <a:pt x="378" y="76"/>
                  </a:cubicBezTo>
                  <a:cubicBezTo>
                    <a:pt x="378" y="77"/>
                    <a:pt x="379" y="78"/>
                    <a:pt x="379" y="79"/>
                  </a:cubicBezTo>
                  <a:cubicBezTo>
                    <a:pt x="380" y="80"/>
                    <a:pt x="382" y="81"/>
                    <a:pt x="383" y="81"/>
                  </a:cubicBezTo>
                  <a:cubicBezTo>
                    <a:pt x="384" y="82"/>
                    <a:pt x="386" y="83"/>
                    <a:pt x="386" y="84"/>
                  </a:cubicBezTo>
                  <a:cubicBezTo>
                    <a:pt x="387" y="84"/>
                    <a:pt x="389" y="85"/>
                    <a:pt x="390" y="86"/>
                  </a:cubicBezTo>
                  <a:cubicBezTo>
                    <a:pt x="390" y="86"/>
                    <a:pt x="391" y="88"/>
                    <a:pt x="391" y="88"/>
                  </a:cubicBezTo>
                  <a:cubicBezTo>
                    <a:pt x="392" y="90"/>
                    <a:pt x="394" y="92"/>
                    <a:pt x="395" y="93"/>
                  </a:cubicBezTo>
                  <a:cubicBezTo>
                    <a:pt x="395" y="95"/>
                    <a:pt x="397" y="97"/>
                    <a:pt x="397" y="98"/>
                  </a:cubicBezTo>
                  <a:cubicBezTo>
                    <a:pt x="398" y="99"/>
                    <a:pt x="399" y="100"/>
                    <a:pt x="400" y="101"/>
                  </a:cubicBezTo>
                  <a:cubicBezTo>
                    <a:pt x="401" y="102"/>
                    <a:pt x="402" y="105"/>
                    <a:pt x="403" y="106"/>
                  </a:cubicBezTo>
                  <a:cubicBezTo>
                    <a:pt x="404" y="107"/>
                    <a:pt x="404" y="110"/>
                    <a:pt x="404" y="111"/>
                  </a:cubicBezTo>
                  <a:cubicBezTo>
                    <a:pt x="404" y="112"/>
                    <a:pt x="404" y="115"/>
                    <a:pt x="404" y="116"/>
                  </a:cubicBezTo>
                  <a:cubicBezTo>
                    <a:pt x="403" y="117"/>
                    <a:pt x="402" y="119"/>
                    <a:pt x="402" y="120"/>
                  </a:cubicBezTo>
                  <a:cubicBezTo>
                    <a:pt x="402" y="121"/>
                    <a:pt x="401" y="123"/>
                    <a:pt x="400" y="124"/>
                  </a:cubicBezTo>
                  <a:cubicBezTo>
                    <a:pt x="400" y="125"/>
                    <a:pt x="398" y="127"/>
                    <a:pt x="398" y="128"/>
                  </a:cubicBezTo>
                  <a:cubicBezTo>
                    <a:pt x="398" y="129"/>
                    <a:pt x="398" y="130"/>
                    <a:pt x="398" y="131"/>
                  </a:cubicBezTo>
                  <a:cubicBezTo>
                    <a:pt x="398" y="132"/>
                    <a:pt x="398" y="134"/>
                    <a:pt x="399" y="135"/>
                  </a:cubicBezTo>
                  <a:cubicBezTo>
                    <a:pt x="399" y="135"/>
                    <a:pt x="400" y="136"/>
                    <a:pt x="401" y="137"/>
                  </a:cubicBezTo>
                  <a:cubicBezTo>
                    <a:pt x="400" y="138"/>
                    <a:pt x="398" y="140"/>
                    <a:pt x="397" y="140"/>
                  </a:cubicBezTo>
                  <a:cubicBezTo>
                    <a:pt x="397" y="141"/>
                    <a:pt x="395" y="141"/>
                    <a:pt x="395" y="141"/>
                  </a:cubicBezTo>
                  <a:cubicBezTo>
                    <a:pt x="394" y="141"/>
                    <a:pt x="391" y="140"/>
                    <a:pt x="390" y="139"/>
                  </a:cubicBezTo>
                  <a:cubicBezTo>
                    <a:pt x="389" y="138"/>
                    <a:pt x="386" y="134"/>
                    <a:pt x="385" y="133"/>
                  </a:cubicBezTo>
                  <a:cubicBezTo>
                    <a:pt x="383" y="131"/>
                    <a:pt x="379" y="128"/>
                    <a:pt x="376" y="127"/>
                  </a:cubicBezTo>
                  <a:cubicBezTo>
                    <a:pt x="375" y="126"/>
                    <a:pt x="372" y="125"/>
                    <a:pt x="371" y="124"/>
                  </a:cubicBezTo>
                  <a:cubicBezTo>
                    <a:pt x="370" y="124"/>
                    <a:pt x="368" y="123"/>
                    <a:pt x="367" y="123"/>
                  </a:cubicBezTo>
                  <a:cubicBezTo>
                    <a:pt x="366" y="123"/>
                    <a:pt x="363" y="123"/>
                    <a:pt x="362" y="124"/>
                  </a:cubicBezTo>
                  <a:cubicBezTo>
                    <a:pt x="361" y="124"/>
                    <a:pt x="359" y="125"/>
                    <a:pt x="359" y="126"/>
                  </a:cubicBezTo>
                  <a:cubicBezTo>
                    <a:pt x="358" y="126"/>
                    <a:pt x="357" y="128"/>
                    <a:pt x="357" y="129"/>
                  </a:cubicBezTo>
                  <a:cubicBezTo>
                    <a:pt x="356" y="131"/>
                    <a:pt x="356" y="134"/>
                    <a:pt x="355" y="135"/>
                  </a:cubicBezTo>
                  <a:cubicBezTo>
                    <a:pt x="354" y="136"/>
                    <a:pt x="352" y="138"/>
                    <a:pt x="351" y="140"/>
                  </a:cubicBezTo>
                  <a:cubicBezTo>
                    <a:pt x="350" y="141"/>
                    <a:pt x="348" y="143"/>
                    <a:pt x="348" y="144"/>
                  </a:cubicBezTo>
                  <a:cubicBezTo>
                    <a:pt x="347" y="146"/>
                    <a:pt x="347" y="149"/>
                    <a:pt x="347" y="151"/>
                  </a:cubicBezTo>
                  <a:cubicBezTo>
                    <a:pt x="346" y="152"/>
                    <a:pt x="347" y="155"/>
                    <a:pt x="347" y="156"/>
                  </a:cubicBezTo>
                  <a:cubicBezTo>
                    <a:pt x="347" y="158"/>
                    <a:pt x="348" y="161"/>
                    <a:pt x="349" y="162"/>
                  </a:cubicBezTo>
                  <a:cubicBezTo>
                    <a:pt x="350" y="163"/>
                    <a:pt x="351" y="165"/>
                    <a:pt x="352" y="166"/>
                  </a:cubicBezTo>
                  <a:cubicBezTo>
                    <a:pt x="353" y="167"/>
                    <a:pt x="355" y="169"/>
                    <a:pt x="356" y="169"/>
                  </a:cubicBezTo>
                  <a:cubicBezTo>
                    <a:pt x="357" y="170"/>
                    <a:pt x="359" y="171"/>
                    <a:pt x="360" y="172"/>
                  </a:cubicBezTo>
                  <a:cubicBezTo>
                    <a:pt x="361" y="172"/>
                    <a:pt x="363" y="173"/>
                    <a:pt x="364" y="174"/>
                  </a:cubicBezTo>
                  <a:cubicBezTo>
                    <a:pt x="364" y="175"/>
                    <a:pt x="364" y="177"/>
                    <a:pt x="364" y="178"/>
                  </a:cubicBezTo>
                  <a:cubicBezTo>
                    <a:pt x="365" y="179"/>
                    <a:pt x="365" y="182"/>
                    <a:pt x="364" y="183"/>
                  </a:cubicBezTo>
                  <a:cubicBezTo>
                    <a:pt x="364" y="184"/>
                    <a:pt x="364" y="186"/>
                    <a:pt x="363" y="187"/>
                  </a:cubicBezTo>
                  <a:cubicBezTo>
                    <a:pt x="362" y="188"/>
                    <a:pt x="359" y="191"/>
                    <a:pt x="358" y="192"/>
                  </a:cubicBezTo>
                  <a:cubicBezTo>
                    <a:pt x="357" y="193"/>
                    <a:pt x="354" y="196"/>
                    <a:pt x="353" y="197"/>
                  </a:cubicBezTo>
                  <a:cubicBezTo>
                    <a:pt x="351" y="199"/>
                    <a:pt x="348" y="202"/>
                    <a:pt x="346" y="204"/>
                  </a:cubicBezTo>
                  <a:cubicBezTo>
                    <a:pt x="345" y="205"/>
                    <a:pt x="343" y="206"/>
                    <a:pt x="342" y="207"/>
                  </a:cubicBezTo>
                  <a:cubicBezTo>
                    <a:pt x="341" y="208"/>
                    <a:pt x="340" y="209"/>
                    <a:pt x="339" y="210"/>
                  </a:cubicBezTo>
                  <a:cubicBezTo>
                    <a:pt x="338" y="212"/>
                    <a:pt x="337" y="216"/>
                    <a:pt x="335" y="218"/>
                  </a:cubicBezTo>
                  <a:cubicBezTo>
                    <a:pt x="334" y="219"/>
                    <a:pt x="332" y="223"/>
                    <a:pt x="331" y="225"/>
                  </a:cubicBezTo>
                  <a:cubicBezTo>
                    <a:pt x="330" y="226"/>
                    <a:pt x="328" y="229"/>
                    <a:pt x="327" y="231"/>
                  </a:cubicBezTo>
                  <a:cubicBezTo>
                    <a:pt x="326" y="232"/>
                    <a:pt x="324" y="235"/>
                    <a:pt x="323" y="236"/>
                  </a:cubicBezTo>
                  <a:cubicBezTo>
                    <a:pt x="322" y="237"/>
                    <a:pt x="319" y="240"/>
                    <a:pt x="318" y="242"/>
                  </a:cubicBezTo>
                  <a:cubicBezTo>
                    <a:pt x="317" y="243"/>
                    <a:pt x="315" y="246"/>
                    <a:pt x="314" y="246"/>
                  </a:cubicBezTo>
                  <a:cubicBezTo>
                    <a:pt x="313" y="247"/>
                    <a:pt x="310" y="247"/>
                    <a:pt x="309" y="246"/>
                  </a:cubicBezTo>
                  <a:cubicBezTo>
                    <a:pt x="309" y="246"/>
                    <a:pt x="307" y="245"/>
                    <a:pt x="306" y="245"/>
                  </a:cubicBezTo>
                  <a:cubicBezTo>
                    <a:pt x="306" y="245"/>
                    <a:pt x="304" y="244"/>
                    <a:pt x="303" y="244"/>
                  </a:cubicBezTo>
                  <a:cubicBezTo>
                    <a:pt x="303" y="244"/>
                    <a:pt x="301" y="244"/>
                    <a:pt x="301" y="244"/>
                  </a:cubicBezTo>
                  <a:cubicBezTo>
                    <a:pt x="300" y="244"/>
                    <a:pt x="298" y="245"/>
                    <a:pt x="298" y="246"/>
                  </a:cubicBezTo>
                  <a:cubicBezTo>
                    <a:pt x="297" y="246"/>
                    <a:pt x="297" y="248"/>
                    <a:pt x="297" y="249"/>
                  </a:cubicBezTo>
                  <a:cubicBezTo>
                    <a:pt x="296" y="250"/>
                    <a:pt x="297" y="252"/>
                    <a:pt x="296" y="253"/>
                  </a:cubicBezTo>
                  <a:cubicBezTo>
                    <a:pt x="296" y="254"/>
                    <a:pt x="296" y="257"/>
                    <a:pt x="295" y="258"/>
                  </a:cubicBezTo>
                  <a:cubicBezTo>
                    <a:pt x="294" y="259"/>
                    <a:pt x="293" y="260"/>
                    <a:pt x="292" y="261"/>
                  </a:cubicBezTo>
                  <a:cubicBezTo>
                    <a:pt x="291" y="262"/>
                    <a:pt x="288" y="263"/>
                    <a:pt x="287" y="264"/>
                  </a:cubicBezTo>
                  <a:cubicBezTo>
                    <a:pt x="285" y="265"/>
                    <a:pt x="282" y="268"/>
                    <a:pt x="281" y="270"/>
                  </a:cubicBezTo>
                  <a:cubicBezTo>
                    <a:pt x="280" y="271"/>
                    <a:pt x="279" y="273"/>
                    <a:pt x="278" y="275"/>
                  </a:cubicBezTo>
                  <a:cubicBezTo>
                    <a:pt x="277" y="275"/>
                    <a:pt x="275" y="276"/>
                    <a:pt x="275" y="277"/>
                  </a:cubicBezTo>
                  <a:cubicBezTo>
                    <a:pt x="274" y="278"/>
                    <a:pt x="273" y="280"/>
                    <a:pt x="272" y="281"/>
                  </a:cubicBezTo>
                  <a:cubicBezTo>
                    <a:pt x="272" y="282"/>
                    <a:pt x="271" y="284"/>
                    <a:pt x="270" y="285"/>
                  </a:cubicBezTo>
                  <a:cubicBezTo>
                    <a:pt x="269" y="286"/>
                    <a:pt x="267" y="288"/>
                    <a:pt x="266" y="288"/>
                  </a:cubicBezTo>
                  <a:cubicBezTo>
                    <a:pt x="265" y="288"/>
                    <a:pt x="262" y="288"/>
                    <a:pt x="260" y="288"/>
                  </a:cubicBezTo>
                  <a:cubicBezTo>
                    <a:pt x="259" y="289"/>
                    <a:pt x="255" y="290"/>
                    <a:pt x="254" y="290"/>
                  </a:cubicBezTo>
                  <a:cubicBezTo>
                    <a:pt x="253" y="291"/>
                    <a:pt x="251" y="292"/>
                    <a:pt x="250" y="293"/>
                  </a:cubicBezTo>
                  <a:cubicBezTo>
                    <a:pt x="249" y="293"/>
                    <a:pt x="247" y="294"/>
                    <a:pt x="247" y="295"/>
                  </a:cubicBezTo>
                  <a:cubicBezTo>
                    <a:pt x="245" y="297"/>
                    <a:pt x="243" y="301"/>
                    <a:pt x="241" y="303"/>
                  </a:cubicBezTo>
                  <a:cubicBezTo>
                    <a:pt x="241" y="304"/>
                    <a:pt x="240" y="306"/>
                    <a:pt x="239" y="307"/>
                  </a:cubicBezTo>
                  <a:cubicBezTo>
                    <a:pt x="239" y="308"/>
                    <a:pt x="237" y="310"/>
                    <a:pt x="237" y="311"/>
                  </a:cubicBezTo>
                  <a:cubicBezTo>
                    <a:pt x="236" y="312"/>
                    <a:pt x="235" y="313"/>
                    <a:pt x="234" y="314"/>
                  </a:cubicBezTo>
                  <a:cubicBezTo>
                    <a:pt x="233" y="315"/>
                    <a:pt x="232" y="317"/>
                    <a:pt x="232" y="318"/>
                  </a:cubicBezTo>
                  <a:cubicBezTo>
                    <a:pt x="232" y="319"/>
                    <a:pt x="233" y="320"/>
                    <a:pt x="233" y="321"/>
                  </a:cubicBezTo>
                  <a:cubicBezTo>
                    <a:pt x="234" y="322"/>
                    <a:pt x="237" y="323"/>
                    <a:pt x="238" y="323"/>
                  </a:cubicBezTo>
                  <a:cubicBezTo>
                    <a:pt x="239" y="324"/>
                    <a:pt x="241" y="325"/>
                    <a:pt x="242" y="325"/>
                  </a:cubicBezTo>
                  <a:cubicBezTo>
                    <a:pt x="243" y="326"/>
                    <a:pt x="245" y="327"/>
                    <a:pt x="246" y="327"/>
                  </a:cubicBezTo>
                  <a:cubicBezTo>
                    <a:pt x="246" y="328"/>
                    <a:pt x="248" y="329"/>
                    <a:pt x="249" y="330"/>
                  </a:cubicBezTo>
                  <a:cubicBezTo>
                    <a:pt x="249" y="331"/>
                    <a:pt x="251" y="333"/>
                    <a:pt x="251" y="334"/>
                  </a:cubicBezTo>
                  <a:cubicBezTo>
                    <a:pt x="252" y="335"/>
                    <a:pt x="252" y="338"/>
                    <a:pt x="252" y="339"/>
                  </a:cubicBezTo>
                  <a:cubicBezTo>
                    <a:pt x="253" y="340"/>
                    <a:pt x="254" y="340"/>
                    <a:pt x="255" y="341"/>
                  </a:cubicBezTo>
                  <a:cubicBezTo>
                    <a:pt x="256" y="342"/>
                    <a:pt x="257" y="344"/>
                    <a:pt x="258" y="345"/>
                  </a:cubicBezTo>
                  <a:cubicBezTo>
                    <a:pt x="258" y="346"/>
                    <a:pt x="259" y="348"/>
                    <a:pt x="259" y="348"/>
                  </a:cubicBezTo>
                  <a:cubicBezTo>
                    <a:pt x="259" y="350"/>
                    <a:pt x="260" y="353"/>
                    <a:pt x="260" y="354"/>
                  </a:cubicBezTo>
                  <a:cubicBezTo>
                    <a:pt x="260" y="355"/>
                    <a:pt x="261" y="357"/>
                    <a:pt x="261" y="357"/>
                  </a:cubicBezTo>
                  <a:cubicBezTo>
                    <a:pt x="261" y="358"/>
                    <a:pt x="263" y="360"/>
                    <a:pt x="264" y="361"/>
                  </a:cubicBezTo>
                  <a:cubicBezTo>
                    <a:pt x="264" y="361"/>
                    <a:pt x="264" y="362"/>
                    <a:pt x="265" y="36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86"/>
            <p:cNvSpPr>
              <a:spLocks/>
            </p:cNvSpPr>
            <p:nvPr/>
          </p:nvSpPr>
          <p:spPr bwMode="auto">
            <a:xfrm>
              <a:off x="4071938" y="1273175"/>
              <a:ext cx="539750" cy="349250"/>
            </a:xfrm>
            <a:custGeom>
              <a:avLst/>
              <a:gdLst/>
              <a:ahLst/>
              <a:cxnLst>
                <a:cxn ang="0">
                  <a:pos x="261" y="208"/>
                </a:cxn>
                <a:cxn ang="0">
                  <a:pos x="246" y="205"/>
                </a:cxn>
                <a:cxn ang="0">
                  <a:pos x="225" y="197"/>
                </a:cxn>
                <a:cxn ang="0">
                  <a:pos x="218" y="182"/>
                </a:cxn>
                <a:cxn ang="0">
                  <a:pos x="201" y="175"/>
                </a:cxn>
                <a:cxn ang="0">
                  <a:pos x="181" y="185"/>
                </a:cxn>
                <a:cxn ang="0">
                  <a:pos x="158" y="190"/>
                </a:cxn>
                <a:cxn ang="0">
                  <a:pos x="129" y="192"/>
                </a:cxn>
                <a:cxn ang="0">
                  <a:pos x="105" y="191"/>
                </a:cxn>
                <a:cxn ang="0">
                  <a:pos x="89" y="202"/>
                </a:cxn>
                <a:cxn ang="0">
                  <a:pos x="65" y="198"/>
                </a:cxn>
                <a:cxn ang="0">
                  <a:pos x="75" y="187"/>
                </a:cxn>
                <a:cxn ang="0">
                  <a:pos x="66" y="174"/>
                </a:cxn>
                <a:cxn ang="0">
                  <a:pos x="46" y="160"/>
                </a:cxn>
                <a:cxn ang="0">
                  <a:pos x="27" y="154"/>
                </a:cxn>
                <a:cxn ang="0">
                  <a:pos x="13" y="147"/>
                </a:cxn>
                <a:cxn ang="0">
                  <a:pos x="6" y="137"/>
                </a:cxn>
                <a:cxn ang="0">
                  <a:pos x="6" y="126"/>
                </a:cxn>
                <a:cxn ang="0">
                  <a:pos x="18" y="130"/>
                </a:cxn>
                <a:cxn ang="0">
                  <a:pos x="7" y="120"/>
                </a:cxn>
                <a:cxn ang="0">
                  <a:pos x="0" y="96"/>
                </a:cxn>
                <a:cxn ang="0">
                  <a:pos x="17" y="91"/>
                </a:cxn>
                <a:cxn ang="0">
                  <a:pos x="32" y="83"/>
                </a:cxn>
                <a:cxn ang="0">
                  <a:pos x="51" y="82"/>
                </a:cxn>
                <a:cxn ang="0">
                  <a:pos x="68" y="82"/>
                </a:cxn>
                <a:cxn ang="0">
                  <a:pos x="82" y="86"/>
                </a:cxn>
                <a:cxn ang="0">
                  <a:pos x="94" y="78"/>
                </a:cxn>
                <a:cxn ang="0">
                  <a:pos x="95" y="63"/>
                </a:cxn>
                <a:cxn ang="0">
                  <a:pos x="99" y="47"/>
                </a:cxn>
                <a:cxn ang="0">
                  <a:pos x="110" y="40"/>
                </a:cxn>
                <a:cxn ang="0">
                  <a:pos x="127" y="30"/>
                </a:cxn>
                <a:cxn ang="0">
                  <a:pos x="150" y="26"/>
                </a:cxn>
                <a:cxn ang="0">
                  <a:pos x="168" y="24"/>
                </a:cxn>
                <a:cxn ang="0">
                  <a:pos x="191" y="12"/>
                </a:cxn>
                <a:cxn ang="0">
                  <a:pos x="207" y="6"/>
                </a:cxn>
                <a:cxn ang="0">
                  <a:pos x="226" y="2"/>
                </a:cxn>
                <a:cxn ang="0">
                  <a:pos x="243" y="11"/>
                </a:cxn>
                <a:cxn ang="0">
                  <a:pos x="237" y="29"/>
                </a:cxn>
                <a:cxn ang="0">
                  <a:pos x="232" y="46"/>
                </a:cxn>
                <a:cxn ang="0">
                  <a:pos x="234" y="58"/>
                </a:cxn>
                <a:cxn ang="0">
                  <a:pos x="245" y="57"/>
                </a:cxn>
                <a:cxn ang="0">
                  <a:pos x="257" y="53"/>
                </a:cxn>
                <a:cxn ang="0">
                  <a:pos x="263" y="71"/>
                </a:cxn>
                <a:cxn ang="0">
                  <a:pos x="265" y="90"/>
                </a:cxn>
                <a:cxn ang="0">
                  <a:pos x="289" y="99"/>
                </a:cxn>
                <a:cxn ang="0">
                  <a:pos x="314" y="94"/>
                </a:cxn>
                <a:cxn ang="0">
                  <a:pos x="324" y="105"/>
                </a:cxn>
                <a:cxn ang="0">
                  <a:pos x="310" y="125"/>
                </a:cxn>
                <a:cxn ang="0">
                  <a:pos x="298" y="139"/>
                </a:cxn>
                <a:cxn ang="0">
                  <a:pos x="286" y="149"/>
                </a:cxn>
                <a:cxn ang="0">
                  <a:pos x="282" y="166"/>
                </a:cxn>
                <a:cxn ang="0">
                  <a:pos x="272" y="185"/>
                </a:cxn>
              </a:cxnLst>
              <a:rect l="0" t="0" r="r" b="b"/>
              <a:pathLst>
                <a:path w="325" h="211">
                  <a:moveTo>
                    <a:pt x="274" y="192"/>
                  </a:moveTo>
                  <a:cubicBezTo>
                    <a:pt x="273" y="193"/>
                    <a:pt x="272" y="195"/>
                    <a:pt x="271" y="196"/>
                  </a:cubicBezTo>
                  <a:cubicBezTo>
                    <a:pt x="270" y="198"/>
                    <a:pt x="269" y="202"/>
                    <a:pt x="268" y="203"/>
                  </a:cubicBezTo>
                  <a:cubicBezTo>
                    <a:pt x="267" y="205"/>
                    <a:pt x="263" y="207"/>
                    <a:pt x="261" y="208"/>
                  </a:cubicBezTo>
                  <a:cubicBezTo>
                    <a:pt x="260" y="208"/>
                    <a:pt x="258" y="210"/>
                    <a:pt x="256" y="211"/>
                  </a:cubicBezTo>
                  <a:cubicBezTo>
                    <a:pt x="255" y="211"/>
                    <a:pt x="254" y="211"/>
                    <a:pt x="253" y="211"/>
                  </a:cubicBezTo>
                  <a:cubicBezTo>
                    <a:pt x="252" y="210"/>
                    <a:pt x="250" y="209"/>
                    <a:pt x="249" y="208"/>
                  </a:cubicBezTo>
                  <a:cubicBezTo>
                    <a:pt x="248" y="207"/>
                    <a:pt x="247" y="205"/>
                    <a:pt x="246" y="205"/>
                  </a:cubicBezTo>
                  <a:cubicBezTo>
                    <a:pt x="244" y="204"/>
                    <a:pt x="242" y="204"/>
                    <a:pt x="241" y="204"/>
                  </a:cubicBezTo>
                  <a:cubicBezTo>
                    <a:pt x="240" y="204"/>
                    <a:pt x="238" y="204"/>
                    <a:pt x="237" y="204"/>
                  </a:cubicBezTo>
                  <a:cubicBezTo>
                    <a:pt x="235" y="204"/>
                    <a:pt x="232" y="202"/>
                    <a:pt x="230" y="201"/>
                  </a:cubicBezTo>
                  <a:cubicBezTo>
                    <a:pt x="229" y="200"/>
                    <a:pt x="226" y="198"/>
                    <a:pt x="225" y="197"/>
                  </a:cubicBezTo>
                  <a:cubicBezTo>
                    <a:pt x="225" y="196"/>
                    <a:pt x="225" y="194"/>
                    <a:pt x="225" y="192"/>
                  </a:cubicBezTo>
                  <a:cubicBezTo>
                    <a:pt x="225" y="192"/>
                    <a:pt x="224" y="190"/>
                    <a:pt x="224" y="190"/>
                  </a:cubicBezTo>
                  <a:cubicBezTo>
                    <a:pt x="223" y="189"/>
                    <a:pt x="220" y="187"/>
                    <a:pt x="219" y="185"/>
                  </a:cubicBezTo>
                  <a:cubicBezTo>
                    <a:pt x="219" y="185"/>
                    <a:pt x="219" y="183"/>
                    <a:pt x="218" y="182"/>
                  </a:cubicBezTo>
                  <a:cubicBezTo>
                    <a:pt x="218" y="181"/>
                    <a:pt x="217" y="179"/>
                    <a:pt x="216" y="179"/>
                  </a:cubicBezTo>
                  <a:cubicBezTo>
                    <a:pt x="215" y="178"/>
                    <a:pt x="211" y="178"/>
                    <a:pt x="209" y="177"/>
                  </a:cubicBezTo>
                  <a:cubicBezTo>
                    <a:pt x="208" y="177"/>
                    <a:pt x="208" y="175"/>
                    <a:pt x="207" y="175"/>
                  </a:cubicBezTo>
                  <a:cubicBezTo>
                    <a:pt x="206" y="174"/>
                    <a:pt x="203" y="175"/>
                    <a:pt x="201" y="175"/>
                  </a:cubicBezTo>
                  <a:cubicBezTo>
                    <a:pt x="200" y="175"/>
                    <a:pt x="196" y="174"/>
                    <a:pt x="195" y="175"/>
                  </a:cubicBezTo>
                  <a:cubicBezTo>
                    <a:pt x="194" y="175"/>
                    <a:pt x="191" y="177"/>
                    <a:pt x="190" y="178"/>
                  </a:cubicBezTo>
                  <a:cubicBezTo>
                    <a:pt x="189" y="179"/>
                    <a:pt x="188" y="181"/>
                    <a:pt x="187" y="182"/>
                  </a:cubicBezTo>
                  <a:cubicBezTo>
                    <a:pt x="185" y="183"/>
                    <a:pt x="182" y="184"/>
                    <a:pt x="181" y="185"/>
                  </a:cubicBezTo>
                  <a:cubicBezTo>
                    <a:pt x="180" y="185"/>
                    <a:pt x="179" y="188"/>
                    <a:pt x="178" y="188"/>
                  </a:cubicBezTo>
                  <a:cubicBezTo>
                    <a:pt x="176" y="190"/>
                    <a:pt x="171" y="191"/>
                    <a:pt x="169" y="191"/>
                  </a:cubicBezTo>
                  <a:cubicBezTo>
                    <a:pt x="167" y="192"/>
                    <a:pt x="164" y="192"/>
                    <a:pt x="162" y="192"/>
                  </a:cubicBezTo>
                  <a:cubicBezTo>
                    <a:pt x="161" y="191"/>
                    <a:pt x="159" y="190"/>
                    <a:pt x="158" y="190"/>
                  </a:cubicBezTo>
                  <a:cubicBezTo>
                    <a:pt x="157" y="190"/>
                    <a:pt x="156" y="189"/>
                    <a:pt x="155" y="190"/>
                  </a:cubicBezTo>
                  <a:cubicBezTo>
                    <a:pt x="153" y="190"/>
                    <a:pt x="150" y="191"/>
                    <a:pt x="149" y="192"/>
                  </a:cubicBezTo>
                  <a:cubicBezTo>
                    <a:pt x="146" y="192"/>
                    <a:pt x="142" y="193"/>
                    <a:pt x="140" y="193"/>
                  </a:cubicBezTo>
                  <a:cubicBezTo>
                    <a:pt x="137" y="193"/>
                    <a:pt x="131" y="192"/>
                    <a:pt x="129" y="192"/>
                  </a:cubicBezTo>
                  <a:cubicBezTo>
                    <a:pt x="126" y="192"/>
                    <a:pt x="122" y="191"/>
                    <a:pt x="120" y="190"/>
                  </a:cubicBezTo>
                  <a:cubicBezTo>
                    <a:pt x="119" y="190"/>
                    <a:pt x="116" y="189"/>
                    <a:pt x="115" y="189"/>
                  </a:cubicBezTo>
                  <a:cubicBezTo>
                    <a:pt x="114" y="189"/>
                    <a:pt x="111" y="189"/>
                    <a:pt x="110" y="189"/>
                  </a:cubicBezTo>
                  <a:cubicBezTo>
                    <a:pt x="109" y="189"/>
                    <a:pt x="106" y="191"/>
                    <a:pt x="105" y="191"/>
                  </a:cubicBezTo>
                  <a:cubicBezTo>
                    <a:pt x="104" y="192"/>
                    <a:pt x="102" y="193"/>
                    <a:pt x="101" y="194"/>
                  </a:cubicBezTo>
                  <a:cubicBezTo>
                    <a:pt x="100" y="195"/>
                    <a:pt x="99" y="197"/>
                    <a:pt x="99" y="198"/>
                  </a:cubicBezTo>
                  <a:cubicBezTo>
                    <a:pt x="98" y="198"/>
                    <a:pt x="96" y="200"/>
                    <a:pt x="95" y="200"/>
                  </a:cubicBezTo>
                  <a:cubicBezTo>
                    <a:pt x="94" y="201"/>
                    <a:pt x="90" y="202"/>
                    <a:pt x="89" y="202"/>
                  </a:cubicBezTo>
                  <a:cubicBezTo>
                    <a:pt x="87" y="203"/>
                    <a:pt x="84" y="203"/>
                    <a:pt x="82" y="203"/>
                  </a:cubicBezTo>
                  <a:cubicBezTo>
                    <a:pt x="80" y="203"/>
                    <a:pt x="76" y="204"/>
                    <a:pt x="74" y="204"/>
                  </a:cubicBezTo>
                  <a:cubicBezTo>
                    <a:pt x="72" y="203"/>
                    <a:pt x="68" y="203"/>
                    <a:pt x="66" y="202"/>
                  </a:cubicBezTo>
                  <a:cubicBezTo>
                    <a:pt x="66" y="201"/>
                    <a:pt x="65" y="199"/>
                    <a:pt x="65" y="198"/>
                  </a:cubicBezTo>
                  <a:cubicBezTo>
                    <a:pt x="65" y="196"/>
                    <a:pt x="65" y="194"/>
                    <a:pt x="66" y="193"/>
                  </a:cubicBezTo>
                  <a:cubicBezTo>
                    <a:pt x="66" y="192"/>
                    <a:pt x="68" y="191"/>
                    <a:pt x="69" y="191"/>
                  </a:cubicBezTo>
                  <a:cubicBezTo>
                    <a:pt x="70" y="190"/>
                    <a:pt x="72" y="191"/>
                    <a:pt x="73" y="190"/>
                  </a:cubicBezTo>
                  <a:cubicBezTo>
                    <a:pt x="74" y="189"/>
                    <a:pt x="75" y="188"/>
                    <a:pt x="75" y="187"/>
                  </a:cubicBezTo>
                  <a:cubicBezTo>
                    <a:pt x="76" y="186"/>
                    <a:pt x="76" y="184"/>
                    <a:pt x="76" y="183"/>
                  </a:cubicBezTo>
                  <a:cubicBezTo>
                    <a:pt x="76" y="181"/>
                    <a:pt x="73" y="180"/>
                    <a:pt x="73" y="178"/>
                  </a:cubicBezTo>
                  <a:cubicBezTo>
                    <a:pt x="72" y="177"/>
                    <a:pt x="71" y="175"/>
                    <a:pt x="70" y="174"/>
                  </a:cubicBezTo>
                  <a:cubicBezTo>
                    <a:pt x="69" y="174"/>
                    <a:pt x="67" y="175"/>
                    <a:pt x="66" y="174"/>
                  </a:cubicBezTo>
                  <a:cubicBezTo>
                    <a:pt x="65" y="174"/>
                    <a:pt x="62" y="173"/>
                    <a:pt x="61" y="172"/>
                  </a:cubicBezTo>
                  <a:cubicBezTo>
                    <a:pt x="60" y="171"/>
                    <a:pt x="56" y="168"/>
                    <a:pt x="55" y="167"/>
                  </a:cubicBezTo>
                  <a:cubicBezTo>
                    <a:pt x="54" y="166"/>
                    <a:pt x="52" y="163"/>
                    <a:pt x="51" y="162"/>
                  </a:cubicBezTo>
                  <a:cubicBezTo>
                    <a:pt x="50" y="161"/>
                    <a:pt x="48" y="160"/>
                    <a:pt x="46" y="160"/>
                  </a:cubicBezTo>
                  <a:cubicBezTo>
                    <a:pt x="45" y="159"/>
                    <a:pt x="42" y="159"/>
                    <a:pt x="41" y="159"/>
                  </a:cubicBezTo>
                  <a:cubicBezTo>
                    <a:pt x="40" y="159"/>
                    <a:pt x="36" y="159"/>
                    <a:pt x="35" y="158"/>
                  </a:cubicBezTo>
                  <a:cubicBezTo>
                    <a:pt x="34" y="158"/>
                    <a:pt x="32" y="157"/>
                    <a:pt x="31" y="156"/>
                  </a:cubicBezTo>
                  <a:cubicBezTo>
                    <a:pt x="30" y="155"/>
                    <a:pt x="28" y="155"/>
                    <a:pt x="27" y="154"/>
                  </a:cubicBezTo>
                  <a:cubicBezTo>
                    <a:pt x="26" y="154"/>
                    <a:pt x="24" y="152"/>
                    <a:pt x="23" y="152"/>
                  </a:cubicBezTo>
                  <a:cubicBezTo>
                    <a:pt x="22" y="152"/>
                    <a:pt x="20" y="152"/>
                    <a:pt x="19" y="152"/>
                  </a:cubicBezTo>
                  <a:cubicBezTo>
                    <a:pt x="19" y="152"/>
                    <a:pt x="17" y="152"/>
                    <a:pt x="16" y="151"/>
                  </a:cubicBezTo>
                  <a:cubicBezTo>
                    <a:pt x="15" y="150"/>
                    <a:pt x="14" y="148"/>
                    <a:pt x="13" y="147"/>
                  </a:cubicBezTo>
                  <a:cubicBezTo>
                    <a:pt x="12" y="146"/>
                    <a:pt x="11" y="145"/>
                    <a:pt x="9" y="144"/>
                  </a:cubicBezTo>
                  <a:cubicBezTo>
                    <a:pt x="9" y="144"/>
                    <a:pt x="8" y="144"/>
                    <a:pt x="8" y="144"/>
                  </a:cubicBezTo>
                  <a:cubicBezTo>
                    <a:pt x="8" y="143"/>
                    <a:pt x="8" y="143"/>
                    <a:pt x="8" y="142"/>
                  </a:cubicBezTo>
                  <a:cubicBezTo>
                    <a:pt x="7" y="141"/>
                    <a:pt x="7" y="138"/>
                    <a:pt x="6" y="137"/>
                  </a:cubicBezTo>
                  <a:cubicBezTo>
                    <a:pt x="6" y="136"/>
                    <a:pt x="5" y="134"/>
                    <a:pt x="5" y="133"/>
                  </a:cubicBezTo>
                  <a:cubicBezTo>
                    <a:pt x="5" y="132"/>
                    <a:pt x="5" y="130"/>
                    <a:pt x="5" y="128"/>
                  </a:cubicBezTo>
                  <a:cubicBezTo>
                    <a:pt x="5" y="128"/>
                    <a:pt x="4" y="126"/>
                    <a:pt x="5" y="126"/>
                  </a:cubicBezTo>
                  <a:cubicBezTo>
                    <a:pt x="5" y="126"/>
                    <a:pt x="6" y="126"/>
                    <a:pt x="6" y="126"/>
                  </a:cubicBezTo>
                  <a:cubicBezTo>
                    <a:pt x="7" y="127"/>
                    <a:pt x="9" y="128"/>
                    <a:pt x="10" y="129"/>
                  </a:cubicBezTo>
                  <a:cubicBezTo>
                    <a:pt x="10" y="129"/>
                    <a:pt x="11" y="130"/>
                    <a:pt x="12" y="131"/>
                  </a:cubicBezTo>
                  <a:cubicBezTo>
                    <a:pt x="13" y="131"/>
                    <a:pt x="15" y="132"/>
                    <a:pt x="16" y="132"/>
                  </a:cubicBezTo>
                  <a:cubicBezTo>
                    <a:pt x="16" y="131"/>
                    <a:pt x="18" y="131"/>
                    <a:pt x="18" y="130"/>
                  </a:cubicBezTo>
                  <a:cubicBezTo>
                    <a:pt x="18" y="130"/>
                    <a:pt x="18" y="129"/>
                    <a:pt x="18" y="128"/>
                  </a:cubicBezTo>
                  <a:cubicBezTo>
                    <a:pt x="17" y="127"/>
                    <a:pt x="14" y="128"/>
                    <a:pt x="12" y="127"/>
                  </a:cubicBezTo>
                  <a:cubicBezTo>
                    <a:pt x="11" y="127"/>
                    <a:pt x="9" y="125"/>
                    <a:pt x="8" y="124"/>
                  </a:cubicBezTo>
                  <a:cubicBezTo>
                    <a:pt x="8" y="123"/>
                    <a:pt x="8" y="121"/>
                    <a:pt x="7" y="120"/>
                  </a:cubicBezTo>
                  <a:cubicBezTo>
                    <a:pt x="7" y="118"/>
                    <a:pt x="5" y="116"/>
                    <a:pt x="4" y="115"/>
                  </a:cubicBezTo>
                  <a:cubicBezTo>
                    <a:pt x="4" y="113"/>
                    <a:pt x="3" y="111"/>
                    <a:pt x="2" y="109"/>
                  </a:cubicBezTo>
                  <a:cubicBezTo>
                    <a:pt x="2" y="108"/>
                    <a:pt x="2" y="105"/>
                    <a:pt x="2" y="104"/>
                  </a:cubicBezTo>
                  <a:cubicBezTo>
                    <a:pt x="1" y="102"/>
                    <a:pt x="1" y="98"/>
                    <a:pt x="0" y="96"/>
                  </a:cubicBezTo>
                  <a:cubicBezTo>
                    <a:pt x="2" y="96"/>
                    <a:pt x="4" y="95"/>
                    <a:pt x="4" y="95"/>
                  </a:cubicBezTo>
                  <a:cubicBezTo>
                    <a:pt x="5" y="95"/>
                    <a:pt x="7" y="94"/>
                    <a:pt x="8" y="94"/>
                  </a:cubicBezTo>
                  <a:cubicBezTo>
                    <a:pt x="9" y="94"/>
                    <a:pt x="11" y="93"/>
                    <a:pt x="12" y="93"/>
                  </a:cubicBezTo>
                  <a:cubicBezTo>
                    <a:pt x="13" y="93"/>
                    <a:pt x="16" y="92"/>
                    <a:pt x="17" y="91"/>
                  </a:cubicBezTo>
                  <a:cubicBezTo>
                    <a:pt x="18" y="91"/>
                    <a:pt x="21" y="90"/>
                    <a:pt x="22" y="89"/>
                  </a:cubicBezTo>
                  <a:cubicBezTo>
                    <a:pt x="22" y="89"/>
                    <a:pt x="23" y="86"/>
                    <a:pt x="24" y="86"/>
                  </a:cubicBezTo>
                  <a:cubicBezTo>
                    <a:pt x="25" y="85"/>
                    <a:pt x="28" y="85"/>
                    <a:pt x="30" y="85"/>
                  </a:cubicBezTo>
                  <a:cubicBezTo>
                    <a:pt x="30" y="85"/>
                    <a:pt x="31" y="84"/>
                    <a:pt x="32" y="83"/>
                  </a:cubicBezTo>
                  <a:cubicBezTo>
                    <a:pt x="34" y="83"/>
                    <a:pt x="38" y="83"/>
                    <a:pt x="40" y="83"/>
                  </a:cubicBezTo>
                  <a:cubicBezTo>
                    <a:pt x="40" y="82"/>
                    <a:pt x="42" y="81"/>
                    <a:pt x="43" y="81"/>
                  </a:cubicBezTo>
                  <a:cubicBezTo>
                    <a:pt x="44" y="80"/>
                    <a:pt x="46" y="79"/>
                    <a:pt x="47" y="79"/>
                  </a:cubicBezTo>
                  <a:cubicBezTo>
                    <a:pt x="48" y="79"/>
                    <a:pt x="50" y="82"/>
                    <a:pt x="51" y="82"/>
                  </a:cubicBezTo>
                  <a:cubicBezTo>
                    <a:pt x="52" y="82"/>
                    <a:pt x="55" y="82"/>
                    <a:pt x="56" y="81"/>
                  </a:cubicBezTo>
                  <a:cubicBezTo>
                    <a:pt x="57" y="81"/>
                    <a:pt x="58" y="79"/>
                    <a:pt x="59" y="79"/>
                  </a:cubicBezTo>
                  <a:cubicBezTo>
                    <a:pt x="60" y="79"/>
                    <a:pt x="62" y="80"/>
                    <a:pt x="63" y="80"/>
                  </a:cubicBezTo>
                  <a:cubicBezTo>
                    <a:pt x="65" y="80"/>
                    <a:pt x="67" y="81"/>
                    <a:pt x="68" y="82"/>
                  </a:cubicBezTo>
                  <a:cubicBezTo>
                    <a:pt x="69" y="82"/>
                    <a:pt x="71" y="81"/>
                    <a:pt x="72" y="81"/>
                  </a:cubicBezTo>
                  <a:cubicBezTo>
                    <a:pt x="73" y="81"/>
                    <a:pt x="75" y="81"/>
                    <a:pt x="75" y="81"/>
                  </a:cubicBezTo>
                  <a:cubicBezTo>
                    <a:pt x="77" y="81"/>
                    <a:pt x="78" y="83"/>
                    <a:pt x="79" y="84"/>
                  </a:cubicBezTo>
                  <a:cubicBezTo>
                    <a:pt x="80" y="84"/>
                    <a:pt x="81" y="85"/>
                    <a:pt x="82" y="86"/>
                  </a:cubicBezTo>
                  <a:cubicBezTo>
                    <a:pt x="83" y="86"/>
                    <a:pt x="85" y="87"/>
                    <a:pt x="86" y="87"/>
                  </a:cubicBezTo>
                  <a:cubicBezTo>
                    <a:pt x="87" y="87"/>
                    <a:pt x="89" y="87"/>
                    <a:pt x="89" y="86"/>
                  </a:cubicBezTo>
                  <a:cubicBezTo>
                    <a:pt x="90" y="86"/>
                    <a:pt x="91" y="84"/>
                    <a:pt x="92" y="83"/>
                  </a:cubicBezTo>
                  <a:cubicBezTo>
                    <a:pt x="93" y="82"/>
                    <a:pt x="94" y="79"/>
                    <a:pt x="94" y="78"/>
                  </a:cubicBezTo>
                  <a:cubicBezTo>
                    <a:pt x="95" y="77"/>
                    <a:pt x="95" y="75"/>
                    <a:pt x="95" y="74"/>
                  </a:cubicBezTo>
                  <a:cubicBezTo>
                    <a:pt x="95" y="73"/>
                    <a:pt x="94" y="71"/>
                    <a:pt x="94" y="70"/>
                  </a:cubicBezTo>
                  <a:cubicBezTo>
                    <a:pt x="94" y="69"/>
                    <a:pt x="93" y="66"/>
                    <a:pt x="93" y="65"/>
                  </a:cubicBezTo>
                  <a:cubicBezTo>
                    <a:pt x="93" y="64"/>
                    <a:pt x="95" y="63"/>
                    <a:pt x="95" y="63"/>
                  </a:cubicBezTo>
                  <a:cubicBezTo>
                    <a:pt x="96" y="62"/>
                    <a:pt x="98" y="61"/>
                    <a:pt x="98" y="60"/>
                  </a:cubicBezTo>
                  <a:cubicBezTo>
                    <a:pt x="99" y="59"/>
                    <a:pt x="99" y="57"/>
                    <a:pt x="100" y="56"/>
                  </a:cubicBezTo>
                  <a:cubicBezTo>
                    <a:pt x="100" y="55"/>
                    <a:pt x="100" y="52"/>
                    <a:pt x="100" y="51"/>
                  </a:cubicBezTo>
                  <a:cubicBezTo>
                    <a:pt x="100" y="50"/>
                    <a:pt x="99" y="48"/>
                    <a:pt x="99" y="47"/>
                  </a:cubicBezTo>
                  <a:cubicBezTo>
                    <a:pt x="99" y="46"/>
                    <a:pt x="100" y="44"/>
                    <a:pt x="100" y="43"/>
                  </a:cubicBezTo>
                  <a:cubicBezTo>
                    <a:pt x="100" y="42"/>
                    <a:pt x="100" y="41"/>
                    <a:pt x="101" y="41"/>
                  </a:cubicBezTo>
                  <a:cubicBezTo>
                    <a:pt x="102" y="40"/>
                    <a:pt x="103" y="41"/>
                    <a:pt x="104" y="41"/>
                  </a:cubicBezTo>
                  <a:cubicBezTo>
                    <a:pt x="105" y="40"/>
                    <a:pt x="108" y="40"/>
                    <a:pt x="110" y="40"/>
                  </a:cubicBezTo>
                  <a:cubicBezTo>
                    <a:pt x="111" y="39"/>
                    <a:pt x="114" y="39"/>
                    <a:pt x="115" y="38"/>
                  </a:cubicBezTo>
                  <a:cubicBezTo>
                    <a:pt x="116" y="38"/>
                    <a:pt x="118" y="36"/>
                    <a:pt x="119" y="35"/>
                  </a:cubicBezTo>
                  <a:cubicBezTo>
                    <a:pt x="120" y="35"/>
                    <a:pt x="122" y="34"/>
                    <a:pt x="123" y="33"/>
                  </a:cubicBezTo>
                  <a:cubicBezTo>
                    <a:pt x="124" y="32"/>
                    <a:pt x="126" y="30"/>
                    <a:pt x="127" y="30"/>
                  </a:cubicBezTo>
                  <a:cubicBezTo>
                    <a:pt x="129" y="29"/>
                    <a:pt x="132" y="29"/>
                    <a:pt x="133" y="29"/>
                  </a:cubicBezTo>
                  <a:cubicBezTo>
                    <a:pt x="134" y="28"/>
                    <a:pt x="137" y="27"/>
                    <a:pt x="139" y="27"/>
                  </a:cubicBezTo>
                  <a:cubicBezTo>
                    <a:pt x="140" y="27"/>
                    <a:pt x="142" y="27"/>
                    <a:pt x="143" y="27"/>
                  </a:cubicBezTo>
                  <a:cubicBezTo>
                    <a:pt x="145" y="27"/>
                    <a:pt x="148" y="26"/>
                    <a:pt x="150" y="26"/>
                  </a:cubicBezTo>
                  <a:cubicBezTo>
                    <a:pt x="151" y="26"/>
                    <a:pt x="153" y="26"/>
                    <a:pt x="154" y="26"/>
                  </a:cubicBezTo>
                  <a:cubicBezTo>
                    <a:pt x="155" y="26"/>
                    <a:pt x="158" y="26"/>
                    <a:pt x="160" y="26"/>
                  </a:cubicBezTo>
                  <a:cubicBezTo>
                    <a:pt x="161" y="26"/>
                    <a:pt x="162" y="25"/>
                    <a:pt x="163" y="25"/>
                  </a:cubicBezTo>
                  <a:cubicBezTo>
                    <a:pt x="164" y="25"/>
                    <a:pt x="167" y="24"/>
                    <a:pt x="168" y="24"/>
                  </a:cubicBezTo>
                  <a:cubicBezTo>
                    <a:pt x="169" y="24"/>
                    <a:pt x="172" y="23"/>
                    <a:pt x="173" y="22"/>
                  </a:cubicBezTo>
                  <a:cubicBezTo>
                    <a:pt x="175" y="21"/>
                    <a:pt x="179" y="19"/>
                    <a:pt x="181" y="18"/>
                  </a:cubicBezTo>
                  <a:cubicBezTo>
                    <a:pt x="182" y="18"/>
                    <a:pt x="184" y="16"/>
                    <a:pt x="185" y="15"/>
                  </a:cubicBezTo>
                  <a:cubicBezTo>
                    <a:pt x="187" y="14"/>
                    <a:pt x="190" y="13"/>
                    <a:pt x="191" y="12"/>
                  </a:cubicBezTo>
                  <a:cubicBezTo>
                    <a:pt x="192" y="12"/>
                    <a:pt x="194" y="10"/>
                    <a:pt x="195" y="9"/>
                  </a:cubicBezTo>
                  <a:cubicBezTo>
                    <a:pt x="196" y="9"/>
                    <a:pt x="198" y="8"/>
                    <a:pt x="198" y="7"/>
                  </a:cubicBezTo>
                  <a:cubicBezTo>
                    <a:pt x="199" y="7"/>
                    <a:pt x="202" y="7"/>
                    <a:pt x="203" y="6"/>
                  </a:cubicBezTo>
                  <a:cubicBezTo>
                    <a:pt x="204" y="6"/>
                    <a:pt x="206" y="7"/>
                    <a:pt x="207" y="6"/>
                  </a:cubicBezTo>
                  <a:cubicBezTo>
                    <a:pt x="208" y="6"/>
                    <a:pt x="211" y="5"/>
                    <a:pt x="212" y="5"/>
                  </a:cubicBezTo>
                  <a:cubicBezTo>
                    <a:pt x="214" y="4"/>
                    <a:pt x="217" y="3"/>
                    <a:pt x="218" y="3"/>
                  </a:cubicBezTo>
                  <a:cubicBezTo>
                    <a:pt x="219" y="2"/>
                    <a:pt x="220" y="1"/>
                    <a:pt x="220" y="0"/>
                  </a:cubicBezTo>
                  <a:cubicBezTo>
                    <a:pt x="223" y="1"/>
                    <a:pt x="225" y="1"/>
                    <a:pt x="226" y="2"/>
                  </a:cubicBezTo>
                  <a:cubicBezTo>
                    <a:pt x="227" y="3"/>
                    <a:pt x="230" y="4"/>
                    <a:pt x="231" y="5"/>
                  </a:cubicBezTo>
                  <a:cubicBezTo>
                    <a:pt x="233" y="6"/>
                    <a:pt x="237" y="6"/>
                    <a:pt x="239" y="7"/>
                  </a:cubicBezTo>
                  <a:cubicBezTo>
                    <a:pt x="240" y="8"/>
                    <a:pt x="242" y="9"/>
                    <a:pt x="243" y="9"/>
                  </a:cubicBezTo>
                  <a:cubicBezTo>
                    <a:pt x="243" y="10"/>
                    <a:pt x="243" y="11"/>
                    <a:pt x="243" y="11"/>
                  </a:cubicBezTo>
                  <a:cubicBezTo>
                    <a:pt x="243" y="12"/>
                    <a:pt x="244" y="15"/>
                    <a:pt x="244" y="16"/>
                  </a:cubicBezTo>
                  <a:cubicBezTo>
                    <a:pt x="244" y="17"/>
                    <a:pt x="243" y="20"/>
                    <a:pt x="243" y="21"/>
                  </a:cubicBezTo>
                  <a:cubicBezTo>
                    <a:pt x="242" y="22"/>
                    <a:pt x="242" y="23"/>
                    <a:pt x="241" y="24"/>
                  </a:cubicBezTo>
                  <a:cubicBezTo>
                    <a:pt x="241" y="25"/>
                    <a:pt x="238" y="27"/>
                    <a:pt x="237" y="29"/>
                  </a:cubicBezTo>
                  <a:cubicBezTo>
                    <a:pt x="237" y="30"/>
                    <a:pt x="235" y="31"/>
                    <a:pt x="234" y="33"/>
                  </a:cubicBezTo>
                  <a:cubicBezTo>
                    <a:pt x="234" y="34"/>
                    <a:pt x="234" y="36"/>
                    <a:pt x="234" y="37"/>
                  </a:cubicBezTo>
                  <a:cubicBezTo>
                    <a:pt x="234" y="38"/>
                    <a:pt x="234" y="41"/>
                    <a:pt x="234" y="43"/>
                  </a:cubicBezTo>
                  <a:cubicBezTo>
                    <a:pt x="234" y="44"/>
                    <a:pt x="233" y="46"/>
                    <a:pt x="232" y="46"/>
                  </a:cubicBezTo>
                  <a:cubicBezTo>
                    <a:pt x="231" y="47"/>
                    <a:pt x="229" y="49"/>
                    <a:pt x="228" y="50"/>
                  </a:cubicBezTo>
                  <a:cubicBezTo>
                    <a:pt x="228" y="51"/>
                    <a:pt x="227" y="53"/>
                    <a:pt x="227" y="54"/>
                  </a:cubicBezTo>
                  <a:cubicBezTo>
                    <a:pt x="227" y="55"/>
                    <a:pt x="228" y="57"/>
                    <a:pt x="229" y="58"/>
                  </a:cubicBezTo>
                  <a:cubicBezTo>
                    <a:pt x="230" y="59"/>
                    <a:pt x="233" y="58"/>
                    <a:pt x="234" y="58"/>
                  </a:cubicBezTo>
                  <a:cubicBezTo>
                    <a:pt x="235" y="58"/>
                    <a:pt x="238" y="57"/>
                    <a:pt x="239" y="56"/>
                  </a:cubicBezTo>
                  <a:cubicBezTo>
                    <a:pt x="240" y="56"/>
                    <a:pt x="240" y="54"/>
                    <a:pt x="241" y="53"/>
                  </a:cubicBezTo>
                  <a:cubicBezTo>
                    <a:pt x="242" y="53"/>
                    <a:pt x="243" y="54"/>
                    <a:pt x="244" y="54"/>
                  </a:cubicBezTo>
                  <a:cubicBezTo>
                    <a:pt x="245" y="54"/>
                    <a:pt x="244" y="57"/>
                    <a:pt x="245" y="57"/>
                  </a:cubicBezTo>
                  <a:cubicBezTo>
                    <a:pt x="246" y="58"/>
                    <a:pt x="247" y="57"/>
                    <a:pt x="247" y="57"/>
                  </a:cubicBezTo>
                  <a:cubicBezTo>
                    <a:pt x="248" y="57"/>
                    <a:pt x="250" y="55"/>
                    <a:pt x="251" y="55"/>
                  </a:cubicBezTo>
                  <a:cubicBezTo>
                    <a:pt x="252" y="54"/>
                    <a:pt x="254" y="53"/>
                    <a:pt x="255" y="53"/>
                  </a:cubicBezTo>
                  <a:cubicBezTo>
                    <a:pt x="255" y="53"/>
                    <a:pt x="257" y="53"/>
                    <a:pt x="257" y="53"/>
                  </a:cubicBezTo>
                  <a:cubicBezTo>
                    <a:pt x="258" y="53"/>
                    <a:pt x="259" y="56"/>
                    <a:pt x="260" y="57"/>
                  </a:cubicBezTo>
                  <a:cubicBezTo>
                    <a:pt x="261" y="58"/>
                    <a:pt x="263" y="58"/>
                    <a:pt x="264" y="59"/>
                  </a:cubicBezTo>
                  <a:cubicBezTo>
                    <a:pt x="265" y="60"/>
                    <a:pt x="264" y="62"/>
                    <a:pt x="264" y="63"/>
                  </a:cubicBezTo>
                  <a:cubicBezTo>
                    <a:pt x="264" y="65"/>
                    <a:pt x="263" y="69"/>
                    <a:pt x="263" y="71"/>
                  </a:cubicBezTo>
                  <a:cubicBezTo>
                    <a:pt x="263" y="72"/>
                    <a:pt x="264" y="75"/>
                    <a:pt x="263" y="76"/>
                  </a:cubicBezTo>
                  <a:cubicBezTo>
                    <a:pt x="263" y="77"/>
                    <a:pt x="262" y="79"/>
                    <a:pt x="262" y="79"/>
                  </a:cubicBezTo>
                  <a:cubicBezTo>
                    <a:pt x="262" y="81"/>
                    <a:pt x="262" y="84"/>
                    <a:pt x="262" y="86"/>
                  </a:cubicBezTo>
                  <a:cubicBezTo>
                    <a:pt x="263" y="87"/>
                    <a:pt x="264" y="89"/>
                    <a:pt x="265" y="90"/>
                  </a:cubicBezTo>
                  <a:cubicBezTo>
                    <a:pt x="267" y="92"/>
                    <a:pt x="271" y="93"/>
                    <a:pt x="273" y="94"/>
                  </a:cubicBezTo>
                  <a:cubicBezTo>
                    <a:pt x="274" y="95"/>
                    <a:pt x="276" y="96"/>
                    <a:pt x="277" y="96"/>
                  </a:cubicBezTo>
                  <a:cubicBezTo>
                    <a:pt x="278" y="97"/>
                    <a:pt x="281" y="97"/>
                    <a:pt x="283" y="98"/>
                  </a:cubicBezTo>
                  <a:cubicBezTo>
                    <a:pt x="284" y="98"/>
                    <a:pt x="287" y="99"/>
                    <a:pt x="289" y="99"/>
                  </a:cubicBezTo>
                  <a:cubicBezTo>
                    <a:pt x="291" y="100"/>
                    <a:pt x="297" y="99"/>
                    <a:pt x="299" y="99"/>
                  </a:cubicBezTo>
                  <a:cubicBezTo>
                    <a:pt x="301" y="99"/>
                    <a:pt x="306" y="99"/>
                    <a:pt x="308" y="99"/>
                  </a:cubicBezTo>
                  <a:cubicBezTo>
                    <a:pt x="309" y="99"/>
                    <a:pt x="311" y="99"/>
                    <a:pt x="312" y="98"/>
                  </a:cubicBezTo>
                  <a:cubicBezTo>
                    <a:pt x="313" y="98"/>
                    <a:pt x="313" y="95"/>
                    <a:pt x="314" y="94"/>
                  </a:cubicBezTo>
                  <a:cubicBezTo>
                    <a:pt x="314" y="93"/>
                    <a:pt x="315" y="92"/>
                    <a:pt x="316" y="92"/>
                  </a:cubicBezTo>
                  <a:cubicBezTo>
                    <a:pt x="317" y="91"/>
                    <a:pt x="319" y="91"/>
                    <a:pt x="320" y="92"/>
                  </a:cubicBezTo>
                  <a:cubicBezTo>
                    <a:pt x="322" y="93"/>
                    <a:pt x="324" y="96"/>
                    <a:pt x="324" y="98"/>
                  </a:cubicBezTo>
                  <a:cubicBezTo>
                    <a:pt x="325" y="100"/>
                    <a:pt x="325" y="104"/>
                    <a:pt x="324" y="105"/>
                  </a:cubicBezTo>
                  <a:cubicBezTo>
                    <a:pt x="324" y="107"/>
                    <a:pt x="322" y="108"/>
                    <a:pt x="321" y="109"/>
                  </a:cubicBezTo>
                  <a:cubicBezTo>
                    <a:pt x="320" y="110"/>
                    <a:pt x="319" y="112"/>
                    <a:pt x="318" y="113"/>
                  </a:cubicBezTo>
                  <a:cubicBezTo>
                    <a:pt x="317" y="115"/>
                    <a:pt x="316" y="118"/>
                    <a:pt x="315" y="119"/>
                  </a:cubicBezTo>
                  <a:cubicBezTo>
                    <a:pt x="314" y="121"/>
                    <a:pt x="311" y="124"/>
                    <a:pt x="310" y="125"/>
                  </a:cubicBezTo>
                  <a:cubicBezTo>
                    <a:pt x="309" y="126"/>
                    <a:pt x="306" y="128"/>
                    <a:pt x="305" y="128"/>
                  </a:cubicBezTo>
                  <a:cubicBezTo>
                    <a:pt x="304" y="129"/>
                    <a:pt x="302" y="130"/>
                    <a:pt x="301" y="131"/>
                  </a:cubicBezTo>
                  <a:cubicBezTo>
                    <a:pt x="301" y="132"/>
                    <a:pt x="301" y="134"/>
                    <a:pt x="301" y="135"/>
                  </a:cubicBezTo>
                  <a:cubicBezTo>
                    <a:pt x="301" y="136"/>
                    <a:pt x="299" y="138"/>
                    <a:pt x="298" y="139"/>
                  </a:cubicBezTo>
                  <a:cubicBezTo>
                    <a:pt x="297" y="139"/>
                    <a:pt x="295" y="139"/>
                    <a:pt x="294" y="139"/>
                  </a:cubicBezTo>
                  <a:cubicBezTo>
                    <a:pt x="293" y="139"/>
                    <a:pt x="291" y="141"/>
                    <a:pt x="290" y="142"/>
                  </a:cubicBezTo>
                  <a:cubicBezTo>
                    <a:pt x="289" y="142"/>
                    <a:pt x="287" y="143"/>
                    <a:pt x="287" y="143"/>
                  </a:cubicBezTo>
                  <a:cubicBezTo>
                    <a:pt x="286" y="145"/>
                    <a:pt x="286" y="147"/>
                    <a:pt x="286" y="149"/>
                  </a:cubicBezTo>
                  <a:cubicBezTo>
                    <a:pt x="285" y="150"/>
                    <a:pt x="285" y="152"/>
                    <a:pt x="284" y="153"/>
                  </a:cubicBezTo>
                  <a:cubicBezTo>
                    <a:pt x="284" y="154"/>
                    <a:pt x="282" y="155"/>
                    <a:pt x="282" y="156"/>
                  </a:cubicBezTo>
                  <a:cubicBezTo>
                    <a:pt x="281" y="158"/>
                    <a:pt x="283" y="161"/>
                    <a:pt x="283" y="162"/>
                  </a:cubicBezTo>
                  <a:cubicBezTo>
                    <a:pt x="283" y="163"/>
                    <a:pt x="282" y="165"/>
                    <a:pt x="282" y="166"/>
                  </a:cubicBezTo>
                  <a:cubicBezTo>
                    <a:pt x="282" y="167"/>
                    <a:pt x="281" y="170"/>
                    <a:pt x="280" y="171"/>
                  </a:cubicBezTo>
                  <a:cubicBezTo>
                    <a:pt x="280" y="172"/>
                    <a:pt x="278" y="174"/>
                    <a:pt x="277" y="175"/>
                  </a:cubicBezTo>
                  <a:cubicBezTo>
                    <a:pt x="276" y="176"/>
                    <a:pt x="274" y="178"/>
                    <a:pt x="273" y="179"/>
                  </a:cubicBezTo>
                  <a:cubicBezTo>
                    <a:pt x="273" y="180"/>
                    <a:pt x="272" y="184"/>
                    <a:pt x="272" y="185"/>
                  </a:cubicBezTo>
                  <a:cubicBezTo>
                    <a:pt x="272" y="187"/>
                    <a:pt x="274" y="188"/>
                    <a:pt x="274" y="190"/>
                  </a:cubicBezTo>
                  <a:cubicBezTo>
                    <a:pt x="274" y="190"/>
                    <a:pt x="274" y="191"/>
                    <a:pt x="274" y="19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87"/>
            <p:cNvSpPr>
              <a:spLocks/>
            </p:cNvSpPr>
            <p:nvPr/>
          </p:nvSpPr>
          <p:spPr bwMode="auto">
            <a:xfrm>
              <a:off x="4081463" y="1511300"/>
              <a:ext cx="506413" cy="355600"/>
            </a:xfrm>
            <a:custGeom>
              <a:avLst/>
              <a:gdLst/>
              <a:ahLst/>
              <a:cxnLst>
                <a:cxn ang="0">
                  <a:pos x="301" y="155"/>
                </a:cxn>
                <a:cxn ang="0">
                  <a:pos x="289" y="162"/>
                </a:cxn>
                <a:cxn ang="0">
                  <a:pos x="262" y="169"/>
                </a:cxn>
                <a:cxn ang="0">
                  <a:pos x="244" y="175"/>
                </a:cxn>
                <a:cxn ang="0">
                  <a:pos x="223" y="175"/>
                </a:cxn>
                <a:cxn ang="0">
                  <a:pos x="204" y="176"/>
                </a:cxn>
                <a:cxn ang="0">
                  <a:pos x="192" y="184"/>
                </a:cxn>
                <a:cxn ang="0">
                  <a:pos x="188" y="192"/>
                </a:cxn>
                <a:cxn ang="0">
                  <a:pos x="167" y="183"/>
                </a:cxn>
                <a:cxn ang="0">
                  <a:pos x="155" y="190"/>
                </a:cxn>
                <a:cxn ang="0">
                  <a:pos x="148" y="200"/>
                </a:cxn>
                <a:cxn ang="0">
                  <a:pos x="136" y="199"/>
                </a:cxn>
                <a:cxn ang="0">
                  <a:pos x="137" y="213"/>
                </a:cxn>
                <a:cxn ang="0">
                  <a:pos x="121" y="204"/>
                </a:cxn>
                <a:cxn ang="0">
                  <a:pos x="110" y="197"/>
                </a:cxn>
                <a:cxn ang="0">
                  <a:pos x="99" y="210"/>
                </a:cxn>
                <a:cxn ang="0">
                  <a:pos x="86" y="200"/>
                </a:cxn>
                <a:cxn ang="0">
                  <a:pos x="78" y="208"/>
                </a:cxn>
                <a:cxn ang="0">
                  <a:pos x="63" y="207"/>
                </a:cxn>
                <a:cxn ang="0">
                  <a:pos x="47" y="202"/>
                </a:cxn>
                <a:cxn ang="0">
                  <a:pos x="43" y="171"/>
                </a:cxn>
                <a:cxn ang="0">
                  <a:pos x="40" y="149"/>
                </a:cxn>
                <a:cxn ang="0">
                  <a:pos x="32" y="138"/>
                </a:cxn>
                <a:cxn ang="0">
                  <a:pos x="27" y="127"/>
                </a:cxn>
                <a:cxn ang="0">
                  <a:pos x="23" y="115"/>
                </a:cxn>
                <a:cxn ang="0">
                  <a:pos x="18" y="87"/>
                </a:cxn>
                <a:cxn ang="0">
                  <a:pos x="15" y="63"/>
                </a:cxn>
                <a:cxn ang="0">
                  <a:pos x="9" y="51"/>
                </a:cxn>
                <a:cxn ang="0">
                  <a:pos x="2" y="33"/>
                </a:cxn>
                <a:cxn ang="0">
                  <a:pos x="3" y="11"/>
                </a:cxn>
                <a:cxn ang="0">
                  <a:pos x="7" y="3"/>
                </a:cxn>
                <a:cxn ang="0">
                  <a:pos x="21" y="10"/>
                </a:cxn>
                <a:cxn ang="0">
                  <a:pos x="40" y="16"/>
                </a:cxn>
                <a:cxn ang="0">
                  <a:pos x="60" y="30"/>
                </a:cxn>
                <a:cxn ang="0">
                  <a:pos x="69" y="43"/>
                </a:cxn>
                <a:cxn ang="0">
                  <a:pos x="59" y="54"/>
                </a:cxn>
                <a:cxn ang="0">
                  <a:pos x="83" y="58"/>
                </a:cxn>
                <a:cxn ang="0">
                  <a:pos x="99" y="47"/>
                </a:cxn>
                <a:cxn ang="0">
                  <a:pos x="123" y="48"/>
                </a:cxn>
                <a:cxn ang="0">
                  <a:pos x="152" y="46"/>
                </a:cxn>
                <a:cxn ang="0">
                  <a:pos x="175" y="41"/>
                </a:cxn>
                <a:cxn ang="0">
                  <a:pos x="195" y="31"/>
                </a:cxn>
                <a:cxn ang="0">
                  <a:pos x="212" y="38"/>
                </a:cxn>
                <a:cxn ang="0">
                  <a:pos x="219" y="53"/>
                </a:cxn>
                <a:cxn ang="0">
                  <a:pos x="240" y="61"/>
                </a:cxn>
                <a:cxn ang="0">
                  <a:pos x="255" y="64"/>
                </a:cxn>
                <a:cxn ang="0">
                  <a:pos x="269" y="48"/>
                </a:cxn>
                <a:cxn ang="0">
                  <a:pos x="279" y="62"/>
                </a:cxn>
                <a:cxn ang="0">
                  <a:pos x="287" y="71"/>
                </a:cxn>
                <a:cxn ang="0">
                  <a:pos x="293" y="87"/>
                </a:cxn>
                <a:cxn ang="0">
                  <a:pos x="303" y="111"/>
                </a:cxn>
                <a:cxn ang="0">
                  <a:pos x="302" y="141"/>
                </a:cxn>
              </a:cxnLst>
              <a:rect l="0" t="0" r="r" b="b"/>
              <a:pathLst>
                <a:path w="305" h="214">
                  <a:moveTo>
                    <a:pt x="305" y="148"/>
                  </a:moveTo>
                  <a:cubicBezTo>
                    <a:pt x="304" y="148"/>
                    <a:pt x="303" y="149"/>
                    <a:pt x="303" y="149"/>
                  </a:cubicBezTo>
                  <a:cubicBezTo>
                    <a:pt x="302" y="150"/>
                    <a:pt x="303" y="152"/>
                    <a:pt x="302" y="153"/>
                  </a:cubicBezTo>
                  <a:cubicBezTo>
                    <a:pt x="302" y="153"/>
                    <a:pt x="301" y="155"/>
                    <a:pt x="301" y="155"/>
                  </a:cubicBezTo>
                  <a:cubicBezTo>
                    <a:pt x="300" y="156"/>
                    <a:pt x="300" y="158"/>
                    <a:pt x="299" y="158"/>
                  </a:cubicBezTo>
                  <a:cubicBezTo>
                    <a:pt x="299" y="159"/>
                    <a:pt x="297" y="160"/>
                    <a:pt x="296" y="161"/>
                  </a:cubicBezTo>
                  <a:cubicBezTo>
                    <a:pt x="295" y="161"/>
                    <a:pt x="293" y="161"/>
                    <a:pt x="292" y="161"/>
                  </a:cubicBezTo>
                  <a:cubicBezTo>
                    <a:pt x="291" y="162"/>
                    <a:pt x="290" y="162"/>
                    <a:pt x="289" y="162"/>
                  </a:cubicBezTo>
                  <a:cubicBezTo>
                    <a:pt x="287" y="162"/>
                    <a:pt x="284" y="162"/>
                    <a:pt x="282" y="163"/>
                  </a:cubicBezTo>
                  <a:cubicBezTo>
                    <a:pt x="280" y="163"/>
                    <a:pt x="276" y="163"/>
                    <a:pt x="274" y="164"/>
                  </a:cubicBezTo>
                  <a:cubicBezTo>
                    <a:pt x="272" y="164"/>
                    <a:pt x="269" y="165"/>
                    <a:pt x="267" y="166"/>
                  </a:cubicBezTo>
                  <a:cubicBezTo>
                    <a:pt x="266" y="166"/>
                    <a:pt x="263" y="168"/>
                    <a:pt x="262" y="169"/>
                  </a:cubicBezTo>
                  <a:cubicBezTo>
                    <a:pt x="261" y="169"/>
                    <a:pt x="259" y="171"/>
                    <a:pt x="258" y="172"/>
                  </a:cubicBezTo>
                  <a:cubicBezTo>
                    <a:pt x="257" y="172"/>
                    <a:pt x="256" y="173"/>
                    <a:pt x="255" y="173"/>
                  </a:cubicBezTo>
                  <a:cubicBezTo>
                    <a:pt x="254" y="174"/>
                    <a:pt x="251" y="174"/>
                    <a:pt x="250" y="175"/>
                  </a:cubicBezTo>
                  <a:cubicBezTo>
                    <a:pt x="249" y="175"/>
                    <a:pt x="246" y="175"/>
                    <a:pt x="244" y="175"/>
                  </a:cubicBezTo>
                  <a:cubicBezTo>
                    <a:pt x="242" y="175"/>
                    <a:pt x="239" y="174"/>
                    <a:pt x="237" y="173"/>
                  </a:cubicBezTo>
                  <a:cubicBezTo>
                    <a:pt x="235" y="173"/>
                    <a:pt x="232" y="173"/>
                    <a:pt x="230" y="173"/>
                  </a:cubicBezTo>
                  <a:cubicBezTo>
                    <a:pt x="229" y="173"/>
                    <a:pt x="227" y="173"/>
                    <a:pt x="226" y="173"/>
                  </a:cubicBezTo>
                  <a:cubicBezTo>
                    <a:pt x="225" y="173"/>
                    <a:pt x="224" y="175"/>
                    <a:pt x="223" y="175"/>
                  </a:cubicBezTo>
                  <a:cubicBezTo>
                    <a:pt x="221" y="175"/>
                    <a:pt x="219" y="176"/>
                    <a:pt x="218" y="177"/>
                  </a:cubicBezTo>
                  <a:cubicBezTo>
                    <a:pt x="217" y="177"/>
                    <a:pt x="215" y="177"/>
                    <a:pt x="214" y="177"/>
                  </a:cubicBezTo>
                  <a:cubicBezTo>
                    <a:pt x="213" y="177"/>
                    <a:pt x="211" y="176"/>
                    <a:pt x="209" y="176"/>
                  </a:cubicBezTo>
                  <a:cubicBezTo>
                    <a:pt x="208" y="176"/>
                    <a:pt x="205" y="176"/>
                    <a:pt x="204" y="176"/>
                  </a:cubicBezTo>
                  <a:cubicBezTo>
                    <a:pt x="203" y="176"/>
                    <a:pt x="200" y="176"/>
                    <a:pt x="199" y="176"/>
                  </a:cubicBezTo>
                  <a:cubicBezTo>
                    <a:pt x="198" y="177"/>
                    <a:pt x="195" y="177"/>
                    <a:pt x="194" y="178"/>
                  </a:cubicBezTo>
                  <a:cubicBezTo>
                    <a:pt x="193" y="178"/>
                    <a:pt x="192" y="180"/>
                    <a:pt x="192" y="181"/>
                  </a:cubicBezTo>
                  <a:cubicBezTo>
                    <a:pt x="191" y="182"/>
                    <a:pt x="192" y="184"/>
                    <a:pt x="192" y="184"/>
                  </a:cubicBezTo>
                  <a:cubicBezTo>
                    <a:pt x="192" y="185"/>
                    <a:pt x="192" y="188"/>
                    <a:pt x="192" y="189"/>
                  </a:cubicBezTo>
                  <a:cubicBezTo>
                    <a:pt x="192" y="190"/>
                    <a:pt x="191" y="192"/>
                    <a:pt x="191" y="194"/>
                  </a:cubicBezTo>
                  <a:cubicBezTo>
                    <a:pt x="191" y="194"/>
                    <a:pt x="191" y="195"/>
                    <a:pt x="190" y="195"/>
                  </a:cubicBezTo>
                  <a:cubicBezTo>
                    <a:pt x="190" y="194"/>
                    <a:pt x="189" y="193"/>
                    <a:pt x="188" y="192"/>
                  </a:cubicBezTo>
                  <a:cubicBezTo>
                    <a:pt x="187" y="191"/>
                    <a:pt x="184" y="189"/>
                    <a:pt x="183" y="188"/>
                  </a:cubicBezTo>
                  <a:cubicBezTo>
                    <a:pt x="181" y="188"/>
                    <a:pt x="177" y="187"/>
                    <a:pt x="175" y="186"/>
                  </a:cubicBezTo>
                  <a:cubicBezTo>
                    <a:pt x="174" y="185"/>
                    <a:pt x="173" y="183"/>
                    <a:pt x="171" y="183"/>
                  </a:cubicBezTo>
                  <a:cubicBezTo>
                    <a:pt x="170" y="182"/>
                    <a:pt x="168" y="182"/>
                    <a:pt x="167" y="183"/>
                  </a:cubicBezTo>
                  <a:cubicBezTo>
                    <a:pt x="167" y="183"/>
                    <a:pt x="166" y="184"/>
                    <a:pt x="166" y="185"/>
                  </a:cubicBezTo>
                  <a:cubicBezTo>
                    <a:pt x="165" y="186"/>
                    <a:pt x="163" y="187"/>
                    <a:pt x="162" y="187"/>
                  </a:cubicBezTo>
                  <a:cubicBezTo>
                    <a:pt x="161" y="188"/>
                    <a:pt x="159" y="189"/>
                    <a:pt x="158" y="189"/>
                  </a:cubicBezTo>
                  <a:cubicBezTo>
                    <a:pt x="158" y="190"/>
                    <a:pt x="156" y="190"/>
                    <a:pt x="155" y="190"/>
                  </a:cubicBezTo>
                  <a:cubicBezTo>
                    <a:pt x="155" y="191"/>
                    <a:pt x="154" y="192"/>
                    <a:pt x="154" y="193"/>
                  </a:cubicBezTo>
                  <a:cubicBezTo>
                    <a:pt x="154" y="194"/>
                    <a:pt x="154" y="195"/>
                    <a:pt x="154" y="196"/>
                  </a:cubicBezTo>
                  <a:cubicBezTo>
                    <a:pt x="154" y="197"/>
                    <a:pt x="153" y="198"/>
                    <a:pt x="152" y="199"/>
                  </a:cubicBezTo>
                  <a:cubicBezTo>
                    <a:pt x="151" y="199"/>
                    <a:pt x="149" y="200"/>
                    <a:pt x="148" y="200"/>
                  </a:cubicBezTo>
                  <a:cubicBezTo>
                    <a:pt x="147" y="199"/>
                    <a:pt x="145" y="198"/>
                    <a:pt x="143" y="197"/>
                  </a:cubicBezTo>
                  <a:cubicBezTo>
                    <a:pt x="142" y="197"/>
                    <a:pt x="140" y="196"/>
                    <a:pt x="139" y="196"/>
                  </a:cubicBezTo>
                  <a:cubicBezTo>
                    <a:pt x="138" y="196"/>
                    <a:pt x="137" y="196"/>
                    <a:pt x="136" y="197"/>
                  </a:cubicBezTo>
                  <a:cubicBezTo>
                    <a:pt x="136" y="197"/>
                    <a:pt x="136" y="199"/>
                    <a:pt x="136" y="199"/>
                  </a:cubicBezTo>
                  <a:cubicBezTo>
                    <a:pt x="136" y="200"/>
                    <a:pt x="138" y="202"/>
                    <a:pt x="139" y="203"/>
                  </a:cubicBezTo>
                  <a:cubicBezTo>
                    <a:pt x="139" y="204"/>
                    <a:pt x="139" y="205"/>
                    <a:pt x="139" y="206"/>
                  </a:cubicBezTo>
                  <a:cubicBezTo>
                    <a:pt x="139" y="207"/>
                    <a:pt x="139" y="209"/>
                    <a:pt x="139" y="210"/>
                  </a:cubicBezTo>
                  <a:cubicBezTo>
                    <a:pt x="138" y="211"/>
                    <a:pt x="137" y="212"/>
                    <a:pt x="137" y="213"/>
                  </a:cubicBezTo>
                  <a:cubicBezTo>
                    <a:pt x="136" y="213"/>
                    <a:pt x="134" y="214"/>
                    <a:pt x="132" y="214"/>
                  </a:cubicBezTo>
                  <a:cubicBezTo>
                    <a:pt x="131" y="213"/>
                    <a:pt x="129" y="213"/>
                    <a:pt x="129" y="212"/>
                  </a:cubicBezTo>
                  <a:cubicBezTo>
                    <a:pt x="128" y="211"/>
                    <a:pt x="126" y="209"/>
                    <a:pt x="125" y="208"/>
                  </a:cubicBezTo>
                  <a:cubicBezTo>
                    <a:pt x="124" y="207"/>
                    <a:pt x="122" y="205"/>
                    <a:pt x="121" y="204"/>
                  </a:cubicBezTo>
                  <a:cubicBezTo>
                    <a:pt x="121" y="204"/>
                    <a:pt x="120" y="202"/>
                    <a:pt x="119" y="201"/>
                  </a:cubicBezTo>
                  <a:cubicBezTo>
                    <a:pt x="119" y="201"/>
                    <a:pt x="118" y="198"/>
                    <a:pt x="118" y="198"/>
                  </a:cubicBezTo>
                  <a:cubicBezTo>
                    <a:pt x="117" y="197"/>
                    <a:pt x="116" y="196"/>
                    <a:pt x="115" y="195"/>
                  </a:cubicBezTo>
                  <a:cubicBezTo>
                    <a:pt x="114" y="195"/>
                    <a:pt x="111" y="196"/>
                    <a:pt x="110" y="197"/>
                  </a:cubicBezTo>
                  <a:cubicBezTo>
                    <a:pt x="109" y="198"/>
                    <a:pt x="108" y="200"/>
                    <a:pt x="107" y="201"/>
                  </a:cubicBezTo>
                  <a:cubicBezTo>
                    <a:pt x="107" y="202"/>
                    <a:pt x="106" y="206"/>
                    <a:pt x="106" y="207"/>
                  </a:cubicBezTo>
                  <a:cubicBezTo>
                    <a:pt x="105" y="208"/>
                    <a:pt x="104" y="209"/>
                    <a:pt x="103" y="210"/>
                  </a:cubicBezTo>
                  <a:cubicBezTo>
                    <a:pt x="102" y="210"/>
                    <a:pt x="100" y="210"/>
                    <a:pt x="99" y="210"/>
                  </a:cubicBezTo>
                  <a:cubicBezTo>
                    <a:pt x="97" y="210"/>
                    <a:pt x="95" y="209"/>
                    <a:pt x="94" y="208"/>
                  </a:cubicBezTo>
                  <a:cubicBezTo>
                    <a:pt x="93" y="208"/>
                    <a:pt x="93" y="205"/>
                    <a:pt x="93" y="205"/>
                  </a:cubicBezTo>
                  <a:cubicBezTo>
                    <a:pt x="92" y="203"/>
                    <a:pt x="90" y="202"/>
                    <a:pt x="89" y="201"/>
                  </a:cubicBezTo>
                  <a:cubicBezTo>
                    <a:pt x="89" y="200"/>
                    <a:pt x="87" y="200"/>
                    <a:pt x="86" y="200"/>
                  </a:cubicBezTo>
                  <a:cubicBezTo>
                    <a:pt x="86" y="200"/>
                    <a:pt x="85" y="201"/>
                    <a:pt x="85" y="201"/>
                  </a:cubicBezTo>
                  <a:cubicBezTo>
                    <a:pt x="84" y="202"/>
                    <a:pt x="84" y="204"/>
                    <a:pt x="84" y="205"/>
                  </a:cubicBezTo>
                  <a:cubicBezTo>
                    <a:pt x="83" y="206"/>
                    <a:pt x="82" y="207"/>
                    <a:pt x="82" y="207"/>
                  </a:cubicBezTo>
                  <a:cubicBezTo>
                    <a:pt x="81" y="208"/>
                    <a:pt x="79" y="208"/>
                    <a:pt x="78" y="208"/>
                  </a:cubicBezTo>
                  <a:cubicBezTo>
                    <a:pt x="77" y="209"/>
                    <a:pt x="75" y="211"/>
                    <a:pt x="74" y="211"/>
                  </a:cubicBezTo>
                  <a:cubicBezTo>
                    <a:pt x="73" y="212"/>
                    <a:pt x="72" y="212"/>
                    <a:pt x="71" y="211"/>
                  </a:cubicBezTo>
                  <a:cubicBezTo>
                    <a:pt x="70" y="211"/>
                    <a:pt x="68" y="209"/>
                    <a:pt x="67" y="208"/>
                  </a:cubicBezTo>
                  <a:cubicBezTo>
                    <a:pt x="66" y="208"/>
                    <a:pt x="64" y="207"/>
                    <a:pt x="63" y="207"/>
                  </a:cubicBezTo>
                  <a:cubicBezTo>
                    <a:pt x="61" y="206"/>
                    <a:pt x="57" y="206"/>
                    <a:pt x="55" y="206"/>
                  </a:cubicBezTo>
                  <a:cubicBezTo>
                    <a:pt x="54" y="206"/>
                    <a:pt x="51" y="207"/>
                    <a:pt x="50" y="207"/>
                  </a:cubicBezTo>
                  <a:cubicBezTo>
                    <a:pt x="49" y="207"/>
                    <a:pt x="48" y="207"/>
                    <a:pt x="47" y="206"/>
                  </a:cubicBezTo>
                  <a:cubicBezTo>
                    <a:pt x="47" y="205"/>
                    <a:pt x="47" y="203"/>
                    <a:pt x="47" y="202"/>
                  </a:cubicBezTo>
                  <a:cubicBezTo>
                    <a:pt x="47" y="200"/>
                    <a:pt x="46" y="196"/>
                    <a:pt x="46" y="194"/>
                  </a:cubicBezTo>
                  <a:cubicBezTo>
                    <a:pt x="46" y="193"/>
                    <a:pt x="44" y="189"/>
                    <a:pt x="44" y="187"/>
                  </a:cubicBezTo>
                  <a:cubicBezTo>
                    <a:pt x="43" y="185"/>
                    <a:pt x="43" y="180"/>
                    <a:pt x="43" y="178"/>
                  </a:cubicBezTo>
                  <a:cubicBezTo>
                    <a:pt x="43" y="176"/>
                    <a:pt x="43" y="173"/>
                    <a:pt x="43" y="171"/>
                  </a:cubicBezTo>
                  <a:cubicBezTo>
                    <a:pt x="43" y="169"/>
                    <a:pt x="42" y="166"/>
                    <a:pt x="42" y="165"/>
                  </a:cubicBezTo>
                  <a:cubicBezTo>
                    <a:pt x="41" y="163"/>
                    <a:pt x="40" y="160"/>
                    <a:pt x="39" y="158"/>
                  </a:cubicBezTo>
                  <a:cubicBezTo>
                    <a:pt x="39" y="157"/>
                    <a:pt x="39" y="154"/>
                    <a:pt x="39" y="153"/>
                  </a:cubicBezTo>
                  <a:cubicBezTo>
                    <a:pt x="39" y="152"/>
                    <a:pt x="40" y="150"/>
                    <a:pt x="40" y="149"/>
                  </a:cubicBezTo>
                  <a:cubicBezTo>
                    <a:pt x="40" y="148"/>
                    <a:pt x="41" y="145"/>
                    <a:pt x="40" y="144"/>
                  </a:cubicBezTo>
                  <a:cubicBezTo>
                    <a:pt x="39" y="144"/>
                    <a:pt x="37" y="144"/>
                    <a:pt x="37" y="144"/>
                  </a:cubicBezTo>
                  <a:cubicBezTo>
                    <a:pt x="36" y="143"/>
                    <a:pt x="34" y="142"/>
                    <a:pt x="34" y="141"/>
                  </a:cubicBezTo>
                  <a:cubicBezTo>
                    <a:pt x="33" y="140"/>
                    <a:pt x="33" y="139"/>
                    <a:pt x="32" y="138"/>
                  </a:cubicBezTo>
                  <a:cubicBezTo>
                    <a:pt x="32" y="138"/>
                    <a:pt x="31" y="136"/>
                    <a:pt x="31" y="135"/>
                  </a:cubicBezTo>
                  <a:cubicBezTo>
                    <a:pt x="31" y="134"/>
                    <a:pt x="31" y="132"/>
                    <a:pt x="31" y="132"/>
                  </a:cubicBezTo>
                  <a:cubicBezTo>
                    <a:pt x="31" y="131"/>
                    <a:pt x="30" y="129"/>
                    <a:pt x="29" y="129"/>
                  </a:cubicBezTo>
                  <a:cubicBezTo>
                    <a:pt x="29" y="128"/>
                    <a:pt x="28" y="128"/>
                    <a:pt x="27" y="127"/>
                  </a:cubicBezTo>
                  <a:cubicBezTo>
                    <a:pt x="26" y="127"/>
                    <a:pt x="25" y="126"/>
                    <a:pt x="25" y="126"/>
                  </a:cubicBezTo>
                  <a:cubicBezTo>
                    <a:pt x="24" y="125"/>
                    <a:pt x="24" y="123"/>
                    <a:pt x="24" y="122"/>
                  </a:cubicBezTo>
                  <a:cubicBezTo>
                    <a:pt x="24" y="121"/>
                    <a:pt x="23" y="120"/>
                    <a:pt x="23" y="119"/>
                  </a:cubicBezTo>
                  <a:cubicBezTo>
                    <a:pt x="23" y="118"/>
                    <a:pt x="23" y="116"/>
                    <a:pt x="23" y="115"/>
                  </a:cubicBezTo>
                  <a:cubicBezTo>
                    <a:pt x="23" y="113"/>
                    <a:pt x="22" y="110"/>
                    <a:pt x="21" y="109"/>
                  </a:cubicBezTo>
                  <a:cubicBezTo>
                    <a:pt x="21" y="107"/>
                    <a:pt x="19" y="104"/>
                    <a:pt x="19" y="103"/>
                  </a:cubicBezTo>
                  <a:cubicBezTo>
                    <a:pt x="19" y="100"/>
                    <a:pt x="19" y="96"/>
                    <a:pt x="19" y="94"/>
                  </a:cubicBezTo>
                  <a:cubicBezTo>
                    <a:pt x="19" y="92"/>
                    <a:pt x="19" y="89"/>
                    <a:pt x="18" y="87"/>
                  </a:cubicBezTo>
                  <a:cubicBezTo>
                    <a:pt x="18" y="85"/>
                    <a:pt x="16" y="82"/>
                    <a:pt x="16" y="81"/>
                  </a:cubicBezTo>
                  <a:cubicBezTo>
                    <a:pt x="15" y="79"/>
                    <a:pt x="15" y="76"/>
                    <a:pt x="15" y="75"/>
                  </a:cubicBezTo>
                  <a:cubicBezTo>
                    <a:pt x="15" y="73"/>
                    <a:pt x="15" y="70"/>
                    <a:pt x="15" y="69"/>
                  </a:cubicBezTo>
                  <a:cubicBezTo>
                    <a:pt x="15" y="67"/>
                    <a:pt x="15" y="65"/>
                    <a:pt x="15" y="63"/>
                  </a:cubicBezTo>
                  <a:cubicBezTo>
                    <a:pt x="15" y="62"/>
                    <a:pt x="13" y="61"/>
                    <a:pt x="13" y="60"/>
                  </a:cubicBezTo>
                  <a:cubicBezTo>
                    <a:pt x="12" y="59"/>
                    <a:pt x="11" y="59"/>
                    <a:pt x="11" y="58"/>
                  </a:cubicBezTo>
                  <a:cubicBezTo>
                    <a:pt x="10" y="57"/>
                    <a:pt x="10" y="55"/>
                    <a:pt x="9" y="54"/>
                  </a:cubicBezTo>
                  <a:cubicBezTo>
                    <a:pt x="9" y="53"/>
                    <a:pt x="9" y="52"/>
                    <a:pt x="9" y="51"/>
                  </a:cubicBezTo>
                  <a:cubicBezTo>
                    <a:pt x="8" y="50"/>
                    <a:pt x="7" y="49"/>
                    <a:pt x="7" y="49"/>
                  </a:cubicBezTo>
                  <a:cubicBezTo>
                    <a:pt x="6" y="48"/>
                    <a:pt x="6" y="45"/>
                    <a:pt x="6" y="43"/>
                  </a:cubicBezTo>
                  <a:cubicBezTo>
                    <a:pt x="5" y="42"/>
                    <a:pt x="4" y="39"/>
                    <a:pt x="4" y="37"/>
                  </a:cubicBezTo>
                  <a:cubicBezTo>
                    <a:pt x="3" y="36"/>
                    <a:pt x="3" y="34"/>
                    <a:pt x="2" y="33"/>
                  </a:cubicBezTo>
                  <a:cubicBezTo>
                    <a:pt x="2" y="32"/>
                    <a:pt x="1" y="30"/>
                    <a:pt x="1" y="29"/>
                  </a:cubicBezTo>
                  <a:cubicBezTo>
                    <a:pt x="0" y="28"/>
                    <a:pt x="0" y="26"/>
                    <a:pt x="0" y="24"/>
                  </a:cubicBezTo>
                  <a:cubicBezTo>
                    <a:pt x="0" y="22"/>
                    <a:pt x="1" y="19"/>
                    <a:pt x="1" y="17"/>
                  </a:cubicBezTo>
                  <a:cubicBezTo>
                    <a:pt x="2" y="16"/>
                    <a:pt x="2" y="12"/>
                    <a:pt x="3" y="11"/>
                  </a:cubicBezTo>
                  <a:cubicBezTo>
                    <a:pt x="3" y="9"/>
                    <a:pt x="3" y="6"/>
                    <a:pt x="3" y="4"/>
                  </a:cubicBezTo>
                  <a:cubicBezTo>
                    <a:pt x="2" y="3"/>
                    <a:pt x="2" y="1"/>
                    <a:pt x="2" y="0"/>
                  </a:cubicBezTo>
                  <a:cubicBezTo>
                    <a:pt x="2" y="0"/>
                    <a:pt x="3" y="0"/>
                    <a:pt x="3" y="0"/>
                  </a:cubicBezTo>
                  <a:cubicBezTo>
                    <a:pt x="5" y="1"/>
                    <a:pt x="6" y="2"/>
                    <a:pt x="7" y="3"/>
                  </a:cubicBezTo>
                  <a:cubicBezTo>
                    <a:pt x="8" y="4"/>
                    <a:pt x="9" y="6"/>
                    <a:pt x="10" y="7"/>
                  </a:cubicBezTo>
                  <a:cubicBezTo>
                    <a:pt x="11" y="8"/>
                    <a:pt x="13" y="8"/>
                    <a:pt x="13" y="8"/>
                  </a:cubicBezTo>
                  <a:cubicBezTo>
                    <a:pt x="14" y="8"/>
                    <a:pt x="16" y="8"/>
                    <a:pt x="17" y="8"/>
                  </a:cubicBezTo>
                  <a:cubicBezTo>
                    <a:pt x="18" y="8"/>
                    <a:pt x="20" y="10"/>
                    <a:pt x="21" y="10"/>
                  </a:cubicBezTo>
                  <a:cubicBezTo>
                    <a:pt x="22" y="11"/>
                    <a:pt x="24" y="11"/>
                    <a:pt x="25" y="12"/>
                  </a:cubicBezTo>
                  <a:cubicBezTo>
                    <a:pt x="26" y="13"/>
                    <a:pt x="28" y="14"/>
                    <a:pt x="29" y="14"/>
                  </a:cubicBezTo>
                  <a:cubicBezTo>
                    <a:pt x="30" y="15"/>
                    <a:pt x="34" y="15"/>
                    <a:pt x="35" y="15"/>
                  </a:cubicBezTo>
                  <a:cubicBezTo>
                    <a:pt x="36" y="15"/>
                    <a:pt x="39" y="15"/>
                    <a:pt x="40" y="16"/>
                  </a:cubicBezTo>
                  <a:cubicBezTo>
                    <a:pt x="42" y="16"/>
                    <a:pt x="44" y="17"/>
                    <a:pt x="45" y="18"/>
                  </a:cubicBezTo>
                  <a:cubicBezTo>
                    <a:pt x="46" y="19"/>
                    <a:pt x="48" y="22"/>
                    <a:pt x="49" y="23"/>
                  </a:cubicBezTo>
                  <a:cubicBezTo>
                    <a:pt x="50" y="24"/>
                    <a:pt x="54" y="27"/>
                    <a:pt x="55" y="28"/>
                  </a:cubicBezTo>
                  <a:cubicBezTo>
                    <a:pt x="56" y="29"/>
                    <a:pt x="59" y="30"/>
                    <a:pt x="60" y="30"/>
                  </a:cubicBezTo>
                  <a:cubicBezTo>
                    <a:pt x="61" y="31"/>
                    <a:pt x="63" y="30"/>
                    <a:pt x="64" y="30"/>
                  </a:cubicBezTo>
                  <a:cubicBezTo>
                    <a:pt x="65" y="31"/>
                    <a:pt x="66" y="33"/>
                    <a:pt x="67" y="34"/>
                  </a:cubicBezTo>
                  <a:cubicBezTo>
                    <a:pt x="67" y="36"/>
                    <a:pt x="70" y="37"/>
                    <a:pt x="70" y="39"/>
                  </a:cubicBezTo>
                  <a:cubicBezTo>
                    <a:pt x="70" y="40"/>
                    <a:pt x="70" y="42"/>
                    <a:pt x="69" y="43"/>
                  </a:cubicBezTo>
                  <a:cubicBezTo>
                    <a:pt x="69" y="44"/>
                    <a:pt x="68" y="45"/>
                    <a:pt x="67" y="46"/>
                  </a:cubicBezTo>
                  <a:cubicBezTo>
                    <a:pt x="66" y="47"/>
                    <a:pt x="64" y="46"/>
                    <a:pt x="63" y="47"/>
                  </a:cubicBezTo>
                  <a:cubicBezTo>
                    <a:pt x="62" y="47"/>
                    <a:pt x="60" y="48"/>
                    <a:pt x="60" y="49"/>
                  </a:cubicBezTo>
                  <a:cubicBezTo>
                    <a:pt x="59" y="50"/>
                    <a:pt x="59" y="52"/>
                    <a:pt x="59" y="54"/>
                  </a:cubicBezTo>
                  <a:cubicBezTo>
                    <a:pt x="59" y="55"/>
                    <a:pt x="60" y="57"/>
                    <a:pt x="60" y="58"/>
                  </a:cubicBezTo>
                  <a:cubicBezTo>
                    <a:pt x="62" y="59"/>
                    <a:pt x="66" y="59"/>
                    <a:pt x="68" y="60"/>
                  </a:cubicBezTo>
                  <a:cubicBezTo>
                    <a:pt x="70" y="60"/>
                    <a:pt x="74" y="59"/>
                    <a:pt x="76" y="59"/>
                  </a:cubicBezTo>
                  <a:cubicBezTo>
                    <a:pt x="78" y="59"/>
                    <a:pt x="81" y="59"/>
                    <a:pt x="83" y="58"/>
                  </a:cubicBezTo>
                  <a:cubicBezTo>
                    <a:pt x="84" y="58"/>
                    <a:pt x="88" y="57"/>
                    <a:pt x="89" y="56"/>
                  </a:cubicBezTo>
                  <a:cubicBezTo>
                    <a:pt x="90" y="56"/>
                    <a:pt x="92" y="54"/>
                    <a:pt x="93" y="54"/>
                  </a:cubicBezTo>
                  <a:cubicBezTo>
                    <a:pt x="93" y="53"/>
                    <a:pt x="94" y="51"/>
                    <a:pt x="95" y="50"/>
                  </a:cubicBezTo>
                  <a:cubicBezTo>
                    <a:pt x="96" y="49"/>
                    <a:pt x="98" y="48"/>
                    <a:pt x="99" y="47"/>
                  </a:cubicBezTo>
                  <a:cubicBezTo>
                    <a:pt x="100" y="47"/>
                    <a:pt x="103" y="45"/>
                    <a:pt x="104" y="45"/>
                  </a:cubicBezTo>
                  <a:cubicBezTo>
                    <a:pt x="105" y="45"/>
                    <a:pt x="108" y="45"/>
                    <a:pt x="109" y="45"/>
                  </a:cubicBezTo>
                  <a:cubicBezTo>
                    <a:pt x="110" y="45"/>
                    <a:pt x="113" y="46"/>
                    <a:pt x="114" y="46"/>
                  </a:cubicBezTo>
                  <a:cubicBezTo>
                    <a:pt x="116" y="47"/>
                    <a:pt x="120" y="48"/>
                    <a:pt x="123" y="48"/>
                  </a:cubicBezTo>
                  <a:cubicBezTo>
                    <a:pt x="125" y="48"/>
                    <a:pt x="131" y="49"/>
                    <a:pt x="134" y="49"/>
                  </a:cubicBezTo>
                  <a:cubicBezTo>
                    <a:pt x="136" y="49"/>
                    <a:pt x="140" y="48"/>
                    <a:pt x="143" y="48"/>
                  </a:cubicBezTo>
                  <a:cubicBezTo>
                    <a:pt x="144" y="47"/>
                    <a:pt x="147" y="46"/>
                    <a:pt x="149" y="46"/>
                  </a:cubicBezTo>
                  <a:cubicBezTo>
                    <a:pt x="150" y="45"/>
                    <a:pt x="151" y="46"/>
                    <a:pt x="152" y="46"/>
                  </a:cubicBezTo>
                  <a:cubicBezTo>
                    <a:pt x="153" y="46"/>
                    <a:pt x="155" y="47"/>
                    <a:pt x="156" y="48"/>
                  </a:cubicBezTo>
                  <a:cubicBezTo>
                    <a:pt x="158" y="48"/>
                    <a:pt x="161" y="48"/>
                    <a:pt x="163" y="47"/>
                  </a:cubicBezTo>
                  <a:cubicBezTo>
                    <a:pt x="165" y="47"/>
                    <a:pt x="170" y="46"/>
                    <a:pt x="172" y="44"/>
                  </a:cubicBezTo>
                  <a:cubicBezTo>
                    <a:pt x="173" y="44"/>
                    <a:pt x="174" y="41"/>
                    <a:pt x="175" y="41"/>
                  </a:cubicBezTo>
                  <a:cubicBezTo>
                    <a:pt x="176" y="40"/>
                    <a:pt x="179" y="39"/>
                    <a:pt x="181" y="38"/>
                  </a:cubicBezTo>
                  <a:cubicBezTo>
                    <a:pt x="182" y="37"/>
                    <a:pt x="183" y="35"/>
                    <a:pt x="184" y="34"/>
                  </a:cubicBezTo>
                  <a:cubicBezTo>
                    <a:pt x="185" y="33"/>
                    <a:pt x="188" y="31"/>
                    <a:pt x="189" y="31"/>
                  </a:cubicBezTo>
                  <a:cubicBezTo>
                    <a:pt x="190" y="30"/>
                    <a:pt x="194" y="31"/>
                    <a:pt x="195" y="31"/>
                  </a:cubicBezTo>
                  <a:cubicBezTo>
                    <a:pt x="197" y="31"/>
                    <a:pt x="200" y="30"/>
                    <a:pt x="201" y="31"/>
                  </a:cubicBezTo>
                  <a:cubicBezTo>
                    <a:pt x="202" y="31"/>
                    <a:pt x="202" y="33"/>
                    <a:pt x="203" y="33"/>
                  </a:cubicBezTo>
                  <a:cubicBezTo>
                    <a:pt x="205" y="34"/>
                    <a:pt x="209" y="34"/>
                    <a:pt x="210" y="35"/>
                  </a:cubicBezTo>
                  <a:cubicBezTo>
                    <a:pt x="211" y="35"/>
                    <a:pt x="212" y="37"/>
                    <a:pt x="212" y="38"/>
                  </a:cubicBezTo>
                  <a:cubicBezTo>
                    <a:pt x="213" y="39"/>
                    <a:pt x="213" y="41"/>
                    <a:pt x="213" y="41"/>
                  </a:cubicBezTo>
                  <a:cubicBezTo>
                    <a:pt x="214" y="43"/>
                    <a:pt x="217" y="45"/>
                    <a:pt x="218" y="46"/>
                  </a:cubicBezTo>
                  <a:cubicBezTo>
                    <a:pt x="218" y="46"/>
                    <a:pt x="219" y="48"/>
                    <a:pt x="219" y="48"/>
                  </a:cubicBezTo>
                  <a:cubicBezTo>
                    <a:pt x="219" y="50"/>
                    <a:pt x="219" y="52"/>
                    <a:pt x="219" y="53"/>
                  </a:cubicBezTo>
                  <a:cubicBezTo>
                    <a:pt x="220" y="54"/>
                    <a:pt x="223" y="56"/>
                    <a:pt x="224" y="57"/>
                  </a:cubicBezTo>
                  <a:cubicBezTo>
                    <a:pt x="226" y="58"/>
                    <a:pt x="229" y="60"/>
                    <a:pt x="231" y="60"/>
                  </a:cubicBezTo>
                  <a:cubicBezTo>
                    <a:pt x="232" y="60"/>
                    <a:pt x="234" y="60"/>
                    <a:pt x="235" y="60"/>
                  </a:cubicBezTo>
                  <a:cubicBezTo>
                    <a:pt x="236" y="60"/>
                    <a:pt x="238" y="60"/>
                    <a:pt x="240" y="61"/>
                  </a:cubicBezTo>
                  <a:cubicBezTo>
                    <a:pt x="241" y="61"/>
                    <a:pt x="242" y="63"/>
                    <a:pt x="243" y="64"/>
                  </a:cubicBezTo>
                  <a:cubicBezTo>
                    <a:pt x="244" y="65"/>
                    <a:pt x="246" y="66"/>
                    <a:pt x="247" y="67"/>
                  </a:cubicBezTo>
                  <a:cubicBezTo>
                    <a:pt x="248" y="67"/>
                    <a:pt x="249" y="67"/>
                    <a:pt x="250" y="67"/>
                  </a:cubicBezTo>
                  <a:cubicBezTo>
                    <a:pt x="252" y="66"/>
                    <a:pt x="254" y="64"/>
                    <a:pt x="255" y="64"/>
                  </a:cubicBezTo>
                  <a:cubicBezTo>
                    <a:pt x="257" y="63"/>
                    <a:pt x="261" y="61"/>
                    <a:pt x="262" y="59"/>
                  </a:cubicBezTo>
                  <a:cubicBezTo>
                    <a:pt x="263" y="58"/>
                    <a:pt x="264" y="54"/>
                    <a:pt x="265" y="52"/>
                  </a:cubicBezTo>
                  <a:cubicBezTo>
                    <a:pt x="266" y="51"/>
                    <a:pt x="267" y="49"/>
                    <a:pt x="268" y="48"/>
                  </a:cubicBezTo>
                  <a:cubicBezTo>
                    <a:pt x="268" y="48"/>
                    <a:pt x="269" y="48"/>
                    <a:pt x="269" y="48"/>
                  </a:cubicBezTo>
                  <a:cubicBezTo>
                    <a:pt x="271" y="49"/>
                    <a:pt x="275" y="51"/>
                    <a:pt x="277" y="53"/>
                  </a:cubicBezTo>
                  <a:cubicBezTo>
                    <a:pt x="277" y="53"/>
                    <a:pt x="278" y="55"/>
                    <a:pt x="279" y="55"/>
                  </a:cubicBezTo>
                  <a:cubicBezTo>
                    <a:pt x="279" y="56"/>
                    <a:pt x="279" y="58"/>
                    <a:pt x="279" y="59"/>
                  </a:cubicBezTo>
                  <a:cubicBezTo>
                    <a:pt x="279" y="59"/>
                    <a:pt x="279" y="61"/>
                    <a:pt x="279" y="62"/>
                  </a:cubicBezTo>
                  <a:cubicBezTo>
                    <a:pt x="278" y="62"/>
                    <a:pt x="278" y="64"/>
                    <a:pt x="279" y="65"/>
                  </a:cubicBezTo>
                  <a:cubicBezTo>
                    <a:pt x="279" y="66"/>
                    <a:pt x="281" y="67"/>
                    <a:pt x="281" y="68"/>
                  </a:cubicBezTo>
                  <a:cubicBezTo>
                    <a:pt x="282" y="68"/>
                    <a:pt x="284" y="69"/>
                    <a:pt x="284" y="69"/>
                  </a:cubicBezTo>
                  <a:cubicBezTo>
                    <a:pt x="285" y="70"/>
                    <a:pt x="287" y="71"/>
                    <a:pt x="287" y="71"/>
                  </a:cubicBezTo>
                  <a:cubicBezTo>
                    <a:pt x="288" y="72"/>
                    <a:pt x="289" y="71"/>
                    <a:pt x="290" y="71"/>
                  </a:cubicBezTo>
                  <a:cubicBezTo>
                    <a:pt x="290" y="72"/>
                    <a:pt x="292" y="73"/>
                    <a:pt x="292" y="74"/>
                  </a:cubicBezTo>
                  <a:cubicBezTo>
                    <a:pt x="293" y="75"/>
                    <a:pt x="293" y="78"/>
                    <a:pt x="293" y="79"/>
                  </a:cubicBezTo>
                  <a:cubicBezTo>
                    <a:pt x="293" y="81"/>
                    <a:pt x="292" y="85"/>
                    <a:pt x="293" y="87"/>
                  </a:cubicBezTo>
                  <a:cubicBezTo>
                    <a:pt x="294" y="89"/>
                    <a:pt x="296" y="92"/>
                    <a:pt x="297" y="93"/>
                  </a:cubicBezTo>
                  <a:cubicBezTo>
                    <a:pt x="298" y="95"/>
                    <a:pt x="300" y="97"/>
                    <a:pt x="301" y="98"/>
                  </a:cubicBezTo>
                  <a:cubicBezTo>
                    <a:pt x="301" y="100"/>
                    <a:pt x="303" y="103"/>
                    <a:pt x="303" y="105"/>
                  </a:cubicBezTo>
                  <a:cubicBezTo>
                    <a:pt x="303" y="106"/>
                    <a:pt x="303" y="110"/>
                    <a:pt x="303" y="111"/>
                  </a:cubicBezTo>
                  <a:cubicBezTo>
                    <a:pt x="303" y="112"/>
                    <a:pt x="301" y="114"/>
                    <a:pt x="301" y="115"/>
                  </a:cubicBezTo>
                  <a:cubicBezTo>
                    <a:pt x="301" y="117"/>
                    <a:pt x="301" y="122"/>
                    <a:pt x="301" y="125"/>
                  </a:cubicBezTo>
                  <a:cubicBezTo>
                    <a:pt x="301" y="126"/>
                    <a:pt x="302" y="130"/>
                    <a:pt x="302" y="131"/>
                  </a:cubicBezTo>
                  <a:cubicBezTo>
                    <a:pt x="302" y="134"/>
                    <a:pt x="301" y="139"/>
                    <a:pt x="302" y="141"/>
                  </a:cubicBezTo>
                  <a:cubicBezTo>
                    <a:pt x="302" y="143"/>
                    <a:pt x="304" y="146"/>
                    <a:pt x="305" y="14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88"/>
            <p:cNvSpPr>
              <a:spLocks/>
            </p:cNvSpPr>
            <p:nvPr/>
          </p:nvSpPr>
          <p:spPr bwMode="auto">
            <a:xfrm>
              <a:off x="4087813" y="1812925"/>
              <a:ext cx="385763" cy="558800"/>
            </a:xfrm>
            <a:custGeom>
              <a:avLst/>
              <a:gdLst/>
              <a:ahLst/>
              <a:cxnLst>
                <a:cxn ang="0">
                  <a:pos x="229" y="36"/>
                </a:cxn>
                <a:cxn ang="0">
                  <a:pos x="220" y="56"/>
                </a:cxn>
                <a:cxn ang="0">
                  <a:pos x="226" y="78"/>
                </a:cxn>
                <a:cxn ang="0">
                  <a:pos x="222" y="96"/>
                </a:cxn>
                <a:cxn ang="0">
                  <a:pos x="208" y="92"/>
                </a:cxn>
                <a:cxn ang="0">
                  <a:pos x="196" y="97"/>
                </a:cxn>
                <a:cxn ang="0">
                  <a:pos x="184" y="95"/>
                </a:cxn>
                <a:cxn ang="0">
                  <a:pos x="184" y="114"/>
                </a:cxn>
                <a:cxn ang="0">
                  <a:pos x="175" y="128"/>
                </a:cxn>
                <a:cxn ang="0">
                  <a:pos x="163" y="141"/>
                </a:cxn>
                <a:cxn ang="0">
                  <a:pos x="159" y="158"/>
                </a:cxn>
                <a:cxn ang="0">
                  <a:pos x="167" y="175"/>
                </a:cxn>
                <a:cxn ang="0">
                  <a:pos x="177" y="190"/>
                </a:cxn>
                <a:cxn ang="0">
                  <a:pos x="178" y="200"/>
                </a:cxn>
                <a:cxn ang="0">
                  <a:pos x="165" y="203"/>
                </a:cxn>
                <a:cxn ang="0">
                  <a:pos x="170" y="221"/>
                </a:cxn>
                <a:cxn ang="0">
                  <a:pos x="179" y="235"/>
                </a:cxn>
                <a:cxn ang="0">
                  <a:pos x="169" y="246"/>
                </a:cxn>
                <a:cxn ang="0">
                  <a:pos x="157" y="258"/>
                </a:cxn>
                <a:cxn ang="0">
                  <a:pos x="157" y="273"/>
                </a:cxn>
                <a:cxn ang="0">
                  <a:pos x="147" y="287"/>
                </a:cxn>
                <a:cxn ang="0">
                  <a:pos x="147" y="298"/>
                </a:cxn>
                <a:cxn ang="0">
                  <a:pos x="139" y="312"/>
                </a:cxn>
                <a:cxn ang="0">
                  <a:pos x="124" y="316"/>
                </a:cxn>
                <a:cxn ang="0">
                  <a:pos x="114" y="322"/>
                </a:cxn>
                <a:cxn ang="0">
                  <a:pos x="107" y="336"/>
                </a:cxn>
                <a:cxn ang="0">
                  <a:pos x="90" y="329"/>
                </a:cxn>
                <a:cxn ang="0">
                  <a:pos x="101" y="314"/>
                </a:cxn>
                <a:cxn ang="0">
                  <a:pos x="106" y="301"/>
                </a:cxn>
                <a:cxn ang="0">
                  <a:pos x="99" y="289"/>
                </a:cxn>
                <a:cxn ang="0">
                  <a:pos x="89" y="278"/>
                </a:cxn>
                <a:cxn ang="0">
                  <a:pos x="80" y="286"/>
                </a:cxn>
                <a:cxn ang="0">
                  <a:pos x="76" y="270"/>
                </a:cxn>
                <a:cxn ang="0">
                  <a:pos x="75" y="261"/>
                </a:cxn>
                <a:cxn ang="0">
                  <a:pos x="53" y="254"/>
                </a:cxn>
                <a:cxn ang="0">
                  <a:pos x="48" y="274"/>
                </a:cxn>
                <a:cxn ang="0">
                  <a:pos x="34" y="263"/>
                </a:cxn>
                <a:cxn ang="0">
                  <a:pos x="12" y="244"/>
                </a:cxn>
                <a:cxn ang="0">
                  <a:pos x="8" y="192"/>
                </a:cxn>
                <a:cxn ang="0">
                  <a:pos x="18" y="182"/>
                </a:cxn>
                <a:cxn ang="0">
                  <a:pos x="30" y="177"/>
                </a:cxn>
                <a:cxn ang="0">
                  <a:pos x="22" y="172"/>
                </a:cxn>
                <a:cxn ang="0">
                  <a:pos x="13" y="179"/>
                </a:cxn>
                <a:cxn ang="0">
                  <a:pos x="14" y="161"/>
                </a:cxn>
                <a:cxn ang="0">
                  <a:pos x="36" y="73"/>
                </a:cxn>
                <a:cxn ang="0">
                  <a:pos x="43" y="24"/>
                </a:cxn>
                <a:cxn ang="0">
                  <a:pos x="63" y="26"/>
                </a:cxn>
                <a:cxn ang="0">
                  <a:pos x="78" y="25"/>
                </a:cxn>
                <a:cxn ang="0">
                  <a:pos x="85" y="19"/>
                </a:cxn>
                <a:cxn ang="0">
                  <a:pos x="99" y="28"/>
                </a:cxn>
                <a:cxn ang="0">
                  <a:pos x="111" y="13"/>
                </a:cxn>
                <a:cxn ang="0">
                  <a:pos x="121" y="26"/>
                </a:cxn>
                <a:cxn ang="0">
                  <a:pos x="135" y="28"/>
                </a:cxn>
                <a:cxn ang="0">
                  <a:pos x="132" y="15"/>
                </a:cxn>
                <a:cxn ang="0">
                  <a:pos x="148" y="17"/>
                </a:cxn>
                <a:cxn ang="0">
                  <a:pos x="154" y="7"/>
                </a:cxn>
                <a:cxn ang="0">
                  <a:pos x="167" y="1"/>
                </a:cxn>
                <a:cxn ang="0">
                  <a:pos x="186" y="13"/>
                </a:cxn>
                <a:cxn ang="0">
                  <a:pos x="195" y="29"/>
                </a:cxn>
                <a:cxn ang="0">
                  <a:pos x="215" y="35"/>
                </a:cxn>
                <a:cxn ang="0">
                  <a:pos x="227" y="20"/>
                </a:cxn>
              </a:cxnLst>
              <a:rect l="0" t="0" r="r" b="b"/>
              <a:pathLst>
                <a:path w="232" h="337">
                  <a:moveTo>
                    <a:pt x="232" y="25"/>
                  </a:moveTo>
                  <a:cubicBezTo>
                    <a:pt x="232" y="26"/>
                    <a:pt x="232" y="28"/>
                    <a:pt x="232" y="29"/>
                  </a:cubicBezTo>
                  <a:cubicBezTo>
                    <a:pt x="231" y="31"/>
                    <a:pt x="231" y="33"/>
                    <a:pt x="231" y="34"/>
                  </a:cubicBezTo>
                  <a:cubicBezTo>
                    <a:pt x="231" y="35"/>
                    <a:pt x="229" y="36"/>
                    <a:pt x="229" y="36"/>
                  </a:cubicBezTo>
                  <a:cubicBezTo>
                    <a:pt x="229" y="37"/>
                    <a:pt x="229" y="39"/>
                    <a:pt x="228" y="40"/>
                  </a:cubicBezTo>
                  <a:cubicBezTo>
                    <a:pt x="228" y="41"/>
                    <a:pt x="228" y="42"/>
                    <a:pt x="228" y="42"/>
                  </a:cubicBezTo>
                  <a:cubicBezTo>
                    <a:pt x="227" y="44"/>
                    <a:pt x="224" y="48"/>
                    <a:pt x="223" y="50"/>
                  </a:cubicBezTo>
                  <a:cubicBezTo>
                    <a:pt x="222" y="51"/>
                    <a:pt x="221" y="54"/>
                    <a:pt x="220" y="56"/>
                  </a:cubicBezTo>
                  <a:cubicBezTo>
                    <a:pt x="220" y="57"/>
                    <a:pt x="220" y="60"/>
                    <a:pt x="219" y="61"/>
                  </a:cubicBezTo>
                  <a:cubicBezTo>
                    <a:pt x="219" y="62"/>
                    <a:pt x="219" y="65"/>
                    <a:pt x="219" y="66"/>
                  </a:cubicBezTo>
                  <a:cubicBezTo>
                    <a:pt x="220" y="68"/>
                    <a:pt x="222" y="71"/>
                    <a:pt x="223" y="73"/>
                  </a:cubicBezTo>
                  <a:cubicBezTo>
                    <a:pt x="224" y="74"/>
                    <a:pt x="225" y="76"/>
                    <a:pt x="226" y="78"/>
                  </a:cubicBezTo>
                  <a:cubicBezTo>
                    <a:pt x="226" y="79"/>
                    <a:pt x="227" y="80"/>
                    <a:pt x="227" y="82"/>
                  </a:cubicBezTo>
                  <a:cubicBezTo>
                    <a:pt x="228" y="83"/>
                    <a:pt x="228" y="86"/>
                    <a:pt x="227" y="88"/>
                  </a:cubicBezTo>
                  <a:cubicBezTo>
                    <a:pt x="227" y="89"/>
                    <a:pt x="226" y="91"/>
                    <a:pt x="225" y="92"/>
                  </a:cubicBezTo>
                  <a:cubicBezTo>
                    <a:pt x="225" y="93"/>
                    <a:pt x="223" y="95"/>
                    <a:pt x="222" y="96"/>
                  </a:cubicBezTo>
                  <a:cubicBezTo>
                    <a:pt x="221" y="96"/>
                    <a:pt x="219" y="97"/>
                    <a:pt x="218" y="97"/>
                  </a:cubicBezTo>
                  <a:cubicBezTo>
                    <a:pt x="217" y="97"/>
                    <a:pt x="214" y="98"/>
                    <a:pt x="213" y="97"/>
                  </a:cubicBezTo>
                  <a:cubicBezTo>
                    <a:pt x="212" y="97"/>
                    <a:pt x="211" y="96"/>
                    <a:pt x="211" y="95"/>
                  </a:cubicBezTo>
                  <a:cubicBezTo>
                    <a:pt x="210" y="94"/>
                    <a:pt x="209" y="93"/>
                    <a:pt x="208" y="92"/>
                  </a:cubicBezTo>
                  <a:cubicBezTo>
                    <a:pt x="207" y="92"/>
                    <a:pt x="206" y="91"/>
                    <a:pt x="205" y="91"/>
                  </a:cubicBezTo>
                  <a:cubicBezTo>
                    <a:pt x="204" y="91"/>
                    <a:pt x="201" y="92"/>
                    <a:pt x="201" y="92"/>
                  </a:cubicBezTo>
                  <a:cubicBezTo>
                    <a:pt x="200" y="93"/>
                    <a:pt x="199" y="95"/>
                    <a:pt x="199" y="96"/>
                  </a:cubicBezTo>
                  <a:cubicBezTo>
                    <a:pt x="198" y="96"/>
                    <a:pt x="197" y="97"/>
                    <a:pt x="196" y="97"/>
                  </a:cubicBezTo>
                  <a:cubicBezTo>
                    <a:pt x="195" y="98"/>
                    <a:pt x="193" y="98"/>
                    <a:pt x="192" y="98"/>
                  </a:cubicBezTo>
                  <a:cubicBezTo>
                    <a:pt x="191" y="98"/>
                    <a:pt x="191" y="96"/>
                    <a:pt x="190" y="95"/>
                  </a:cubicBezTo>
                  <a:cubicBezTo>
                    <a:pt x="189" y="94"/>
                    <a:pt x="188" y="93"/>
                    <a:pt x="187" y="93"/>
                  </a:cubicBezTo>
                  <a:cubicBezTo>
                    <a:pt x="186" y="92"/>
                    <a:pt x="184" y="94"/>
                    <a:pt x="184" y="95"/>
                  </a:cubicBezTo>
                  <a:cubicBezTo>
                    <a:pt x="183" y="96"/>
                    <a:pt x="184" y="98"/>
                    <a:pt x="184" y="99"/>
                  </a:cubicBezTo>
                  <a:cubicBezTo>
                    <a:pt x="184" y="100"/>
                    <a:pt x="185" y="103"/>
                    <a:pt x="185" y="104"/>
                  </a:cubicBezTo>
                  <a:cubicBezTo>
                    <a:pt x="185" y="105"/>
                    <a:pt x="185" y="107"/>
                    <a:pt x="185" y="109"/>
                  </a:cubicBezTo>
                  <a:cubicBezTo>
                    <a:pt x="185" y="110"/>
                    <a:pt x="184" y="112"/>
                    <a:pt x="184" y="114"/>
                  </a:cubicBezTo>
                  <a:cubicBezTo>
                    <a:pt x="183" y="115"/>
                    <a:pt x="181" y="116"/>
                    <a:pt x="180" y="117"/>
                  </a:cubicBezTo>
                  <a:cubicBezTo>
                    <a:pt x="180" y="118"/>
                    <a:pt x="179" y="119"/>
                    <a:pt x="179" y="120"/>
                  </a:cubicBezTo>
                  <a:cubicBezTo>
                    <a:pt x="178" y="121"/>
                    <a:pt x="177" y="123"/>
                    <a:pt x="177" y="124"/>
                  </a:cubicBezTo>
                  <a:cubicBezTo>
                    <a:pt x="176" y="125"/>
                    <a:pt x="175" y="127"/>
                    <a:pt x="175" y="128"/>
                  </a:cubicBezTo>
                  <a:cubicBezTo>
                    <a:pt x="174" y="129"/>
                    <a:pt x="173" y="131"/>
                    <a:pt x="172" y="132"/>
                  </a:cubicBezTo>
                  <a:cubicBezTo>
                    <a:pt x="172" y="133"/>
                    <a:pt x="171" y="135"/>
                    <a:pt x="170" y="135"/>
                  </a:cubicBezTo>
                  <a:cubicBezTo>
                    <a:pt x="170" y="136"/>
                    <a:pt x="168" y="138"/>
                    <a:pt x="167" y="139"/>
                  </a:cubicBezTo>
                  <a:cubicBezTo>
                    <a:pt x="166" y="139"/>
                    <a:pt x="164" y="141"/>
                    <a:pt x="163" y="141"/>
                  </a:cubicBezTo>
                  <a:cubicBezTo>
                    <a:pt x="162" y="142"/>
                    <a:pt x="159" y="144"/>
                    <a:pt x="158" y="145"/>
                  </a:cubicBezTo>
                  <a:cubicBezTo>
                    <a:pt x="157" y="146"/>
                    <a:pt x="157" y="147"/>
                    <a:pt x="157" y="148"/>
                  </a:cubicBezTo>
                  <a:cubicBezTo>
                    <a:pt x="157" y="149"/>
                    <a:pt x="157" y="150"/>
                    <a:pt x="157" y="151"/>
                  </a:cubicBezTo>
                  <a:cubicBezTo>
                    <a:pt x="157" y="153"/>
                    <a:pt x="158" y="156"/>
                    <a:pt x="159" y="158"/>
                  </a:cubicBezTo>
                  <a:cubicBezTo>
                    <a:pt x="159" y="159"/>
                    <a:pt x="161" y="161"/>
                    <a:pt x="161" y="162"/>
                  </a:cubicBezTo>
                  <a:cubicBezTo>
                    <a:pt x="162" y="163"/>
                    <a:pt x="164" y="165"/>
                    <a:pt x="164" y="166"/>
                  </a:cubicBezTo>
                  <a:cubicBezTo>
                    <a:pt x="165" y="167"/>
                    <a:pt x="165" y="169"/>
                    <a:pt x="166" y="170"/>
                  </a:cubicBezTo>
                  <a:cubicBezTo>
                    <a:pt x="166" y="172"/>
                    <a:pt x="167" y="174"/>
                    <a:pt x="167" y="175"/>
                  </a:cubicBezTo>
                  <a:cubicBezTo>
                    <a:pt x="167" y="176"/>
                    <a:pt x="167" y="178"/>
                    <a:pt x="167" y="178"/>
                  </a:cubicBezTo>
                  <a:cubicBezTo>
                    <a:pt x="167" y="179"/>
                    <a:pt x="168" y="181"/>
                    <a:pt x="169" y="182"/>
                  </a:cubicBezTo>
                  <a:cubicBezTo>
                    <a:pt x="169" y="183"/>
                    <a:pt x="171" y="185"/>
                    <a:pt x="171" y="186"/>
                  </a:cubicBezTo>
                  <a:cubicBezTo>
                    <a:pt x="173" y="187"/>
                    <a:pt x="176" y="189"/>
                    <a:pt x="177" y="190"/>
                  </a:cubicBezTo>
                  <a:cubicBezTo>
                    <a:pt x="178" y="191"/>
                    <a:pt x="179" y="191"/>
                    <a:pt x="179" y="192"/>
                  </a:cubicBezTo>
                  <a:cubicBezTo>
                    <a:pt x="180" y="192"/>
                    <a:pt x="180" y="194"/>
                    <a:pt x="180" y="195"/>
                  </a:cubicBezTo>
                  <a:cubicBezTo>
                    <a:pt x="180" y="195"/>
                    <a:pt x="180" y="197"/>
                    <a:pt x="180" y="198"/>
                  </a:cubicBezTo>
                  <a:cubicBezTo>
                    <a:pt x="180" y="198"/>
                    <a:pt x="179" y="200"/>
                    <a:pt x="178" y="200"/>
                  </a:cubicBezTo>
                  <a:cubicBezTo>
                    <a:pt x="177" y="201"/>
                    <a:pt x="176" y="201"/>
                    <a:pt x="175" y="201"/>
                  </a:cubicBezTo>
                  <a:cubicBezTo>
                    <a:pt x="174" y="202"/>
                    <a:pt x="172" y="201"/>
                    <a:pt x="171" y="201"/>
                  </a:cubicBezTo>
                  <a:cubicBezTo>
                    <a:pt x="171" y="201"/>
                    <a:pt x="169" y="202"/>
                    <a:pt x="169" y="202"/>
                  </a:cubicBezTo>
                  <a:cubicBezTo>
                    <a:pt x="168" y="202"/>
                    <a:pt x="166" y="203"/>
                    <a:pt x="165" y="203"/>
                  </a:cubicBezTo>
                  <a:cubicBezTo>
                    <a:pt x="165" y="204"/>
                    <a:pt x="164" y="206"/>
                    <a:pt x="164" y="206"/>
                  </a:cubicBezTo>
                  <a:cubicBezTo>
                    <a:pt x="164" y="208"/>
                    <a:pt x="164" y="210"/>
                    <a:pt x="165" y="211"/>
                  </a:cubicBezTo>
                  <a:cubicBezTo>
                    <a:pt x="165" y="212"/>
                    <a:pt x="167" y="215"/>
                    <a:pt x="168" y="217"/>
                  </a:cubicBezTo>
                  <a:cubicBezTo>
                    <a:pt x="168" y="218"/>
                    <a:pt x="169" y="220"/>
                    <a:pt x="170" y="221"/>
                  </a:cubicBezTo>
                  <a:cubicBezTo>
                    <a:pt x="170" y="222"/>
                    <a:pt x="171" y="224"/>
                    <a:pt x="171" y="225"/>
                  </a:cubicBezTo>
                  <a:cubicBezTo>
                    <a:pt x="172" y="226"/>
                    <a:pt x="171" y="228"/>
                    <a:pt x="171" y="229"/>
                  </a:cubicBezTo>
                  <a:cubicBezTo>
                    <a:pt x="172" y="230"/>
                    <a:pt x="174" y="231"/>
                    <a:pt x="175" y="231"/>
                  </a:cubicBezTo>
                  <a:cubicBezTo>
                    <a:pt x="176" y="232"/>
                    <a:pt x="178" y="234"/>
                    <a:pt x="179" y="235"/>
                  </a:cubicBezTo>
                  <a:cubicBezTo>
                    <a:pt x="179" y="236"/>
                    <a:pt x="179" y="238"/>
                    <a:pt x="179" y="239"/>
                  </a:cubicBezTo>
                  <a:cubicBezTo>
                    <a:pt x="178" y="240"/>
                    <a:pt x="177" y="242"/>
                    <a:pt x="176" y="242"/>
                  </a:cubicBezTo>
                  <a:cubicBezTo>
                    <a:pt x="175" y="243"/>
                    <a:pt x="174" y="244"/>
                    <a:pt x="173" y="244"/>
                  </a:cubicBezTo>
                  <a:cubicBezTo>
                    <a:pt x="172" y="245"/>
                    <a:pt x="170" y="246"/>
                    <a:pt x="169" y="246"/>
                  </a:cubicBezTo>
                  <a:cubicBezTo>
                    <a:pt x="168" y="247"/>
                    <a:pt x="165" y="248"/>
                    <a:pt x="164" y="249"/>
                  </a:cubicBezTo>
                  <a:cubicBezTo>
                    <a:pt x="163" y="249"/>
                    <a:pt x="162" y="250"/>
                    <a:pt x="161" y="251"/>
                  </a:cubicBezTo>
                  <a:cubicBezTo>
                    <a:pt x="160" y="252"/>
                    <a:pt x="157" y="253"/>
                    <a:pt x="157" y="254"/>
                  </a:cubicBezTo>
                  <a:cubicBezTo>
                    <a:pt x="156" y="255"/>
                    <a:pt x="156" y="257"/>
                    <a:pt x="157" y="258"/>
                  </a:cubicBezTo>
                  <a:cubicBezTo>
                    <a:pt x="157" y="259"/>
                    <a:pt x="158" y="260"/>
                    <a:pt x="158" y="261"/>
                  </a:cubicBezTo>
                  <a:cubicBezTo>
                    <a:pt x="158" y="262"/>
                    <a:pt x="158" y="264"/>
                    <a:pt x="158" y="265"/>
                  </a:cubicBezTo>
                  <a:cubicBezTo>
                    <a:pt x="158" y="266"/>
                    <a:pt x="158" y="268"/>
                    <a:pt x="158" y="269"/>
                  </a:cubicBezTo>
                  <a:cubicBezTo>
                    <a:pt x="157" y="270"/>
                    <a:pt x="157" y="272"/>
                    <a:pt x="157" y="273"/>
                  </a:cubicBezTo>
                  <a:cubicBezTo>
                    <a:pt x="156" y="274"/>
                    <a:pt x="155" y="277"/>
                    <a:pt x="154" y="278"/>
                  </a:cubicBezTo>
                  <a:cubicBezTo>
                    <a:pt x="154" y="279"/>
                    <a:pt x="152" y="280"/>
                    <a:pt x="152" y="281"/>
                  </a:cubicBezTo>
                  <a:cubicBezTo>
                    <a:pt x="151" y="282"/>
                    <a:pt x="150" y="283"/>
                    <a:pt x="149" y="284"/>
                  </a:cubicBezTo>
                  <a:cubicBezTo>
                    <a:pt x="149" y="285"/>
                    <a:pt x="147" y="286"/>
                    <a:pt x="147" y="287"/>
                  </a:cubicBezTo>
                  <a:cubicBezTo>
                    <a:pt x="147" y="288"/>
                    <a:pt x="147" y="290"/>
                    <a:pt x="147" y="291"/>
                  </a:cubicBezTo>
                  <a:cubicBezTo>
                    <a:pt x="147" y="293"/>
                    <a:pt x="148" y="296"/>
                    <a:pt x="149" y="298"/>
                  </a:cubicBezTo>
                  <a:cubicBezTo>
                    <a:pt x="149" y="298"/>
                    <a:pt x="149" y="298"/>
                    <a:pt x="149" y="298"/>
                  </a:cubicBezTo>
                  <a:cubicBezTo>
                    <a:pt x="147" y="298"/>
                    <a:pt x="147" y="298"/>
                    <a:pt x="147" y="298"/>
                  </a:cubicBezTo>
                  <a:cubicBezTo>
                    <a:pt x="145" y="302"/>
                    <a:pt x="145" y="302"/>
                    <a:pt x="145" y="302"/>
                  </a:cubicBezTo>
                  <a:cubicBezTo>
                    <a:pt x="144" y="307"/>
                    <a:pt x="144" y="307"/>
                    <a:pt x="144" y="307"/>
                  </a:cubicBezTo>
                  <a:cubicBezTo>
                    <a:pt x="141" y="311"/>
                    <a:pt x="141" y="311"/>
                    <a:pt x="141" y="311"/>
                  </a:cubicBezTo>
                  <a:cubicBezTo>
                    <a:pt x="139" y="312"/>
                    <a:pt x="139" y="312"/>
                    <a:pt x="139" y="312"/>
                  </a:cubicBezTo>
                  <a:cubicBezTo>
                    <a:pt x="136" y="310"/>
                    <a:pt x="136" y="310"/>
                    <a:pt x="136" y="310"/>
                  </a:cubicBezTo>
                  <a:cubicBezTo>
                    <a:pt x="132" y="309"/>
                    <a:pt x="132" y="309"/>
                    <a:pt x="132" y="309"/>
                  </a:cubicBezTo>
                  <a:cubicBezTo>
                    <a:pt x="126" y="312"/>
                    <a:pt x="126" y="312"/>
                    <a:pt x="126" y="312"/>
                  </a:cubicBezTo>
                  <a:cubicBezTo>
                    <a:pt x="124" y="316"/>
                    <a:pt x="124" y="316"/>
                    <a:pt x="124" y="316"/>
                  </a:cubicBezTo>
                  <a:cubicBezTo>
                    <a:pt x="123" y="319"/>
                    <a:pt x="123" y="319"/>
                    <a:pt x="123" y="319"/>
                  </a:cubicBezTo>
                  <a:cubicBezTo>
                    <a:pt x="121" y="319"/>
                    <a:pt x="121" y="319"/>
                    <a:pt x="121" y="319"/>
                  </a:cubicBezTo>
                  <a:cubicBezTo>
                    <a:pt x="118" y="320"/>
                    <a:pt x="118" y="320"/>
                    <a:pt x="118" y="320"/>
                  </a:cubicBezTo>
                  <a:cubicBezTo>
                    <a:pt x="114" y="322"/>
                    <a:pt x="114" y="322"/>
                    <a:pt x="114" y="322"/>
                  </a:cubicBezTo>
                  <a:cubicBezTo>
                    <a:pt x="112" y="324"/>
                    <a:pt x="112" y="324"/>
                    <a:pt x="112" y="324"/>
                  </a:cubicBezTo>
                  <a:cubicBezTo>
                    <a:pt x="112" y="327"/>
                    <a:pt x="112" y="327"/>
                    <a:pt x="112" y="327"/>
                  </a:cubicBezTo>
                  <a:cubicBezTo>
                    <a:pt x="111" y="333"/>
                    <a:pt x="111" y="333"/>
                    <a:pt x="111" y="333"/>
                  </a:cubicBezTo>
                  <a:cubicBezTo>
                    <a:pt x="107" y="336"/>
                    <a:pt x="107" y="336"/>
                    <a:pt x="107" y="336"/>
                  </a:cubicBezTo>
                  <a:cubicBezTo>
                    <a:pt x="101" y="337"/>
                    <a:pt x="101" y="337"/>
                    <a:pt x="101" y="337"/>
                  </a:cubicBezTo>
                  <a:cubicBezTo>
                    <a:pt x="96" y="336"/>
                    <a:pt x="96" y="336"/>
                    <a:pt x="96" y="336"/>
                  </a:cubicBezTo>
                  <a:cubicBezTo>
                    <a:pt x="92" y="334"/>
                    <a:pt x="92" y="334"/>
                    <a:pt x="92" y="334"/>
                  </a:cubicBezTo>
                  <a:cubicBezTo>
                    <a:pt x="90" y="329"/>
                    <a:pt x="90" y="329"/>
                    <a:pt x="90" y="329"/>
                  </a:cubicBezTo>
                  <a:cubicBezTo>
                    <a:pt x="90" y="323"/>
                    <a:pt x="90" y="323"/>
                    <a:pt x="90" y="323"/>
                  </a:cubicBezTo>
                  <a:cubicBezTo>
                    <a:pt x="93" y="320"/>
                    <a:pt x="93" y="320"/>
                    <a:pt x="93" y="320"/>
                  </a:cubicBezTo>
                  <a:cubicBezTo>
                    <a:pt x="96" y="318"/>
                    <a:pt x="96" y="318"/>
                    <a:pt x="96" y="318"/>
                  </a:cubicBezTo>
                  <a:cubicBezTo>
                    <a:pt x="101" y="314"/>
                    <a:pt x="101" y="314"/>
                    <a:pt x="101" y="314"/>
                  </a:cubicBezTo>
                  <a:cubicBezTo>
                    <a:pt x="104" y="310"/>
                    <a:pt x="104" y="310"/>
                    <a:pt x="104" y="310"/>
                  </a:cubicBezTo>
                  <a:cubicBezTo>
                    <a:pt x="104" y="306"/>
                    <a:pt x="104" y="306"/>
                    <a:pt x="104" y="306"/>
                  </a:cubicBezTo>
                  <a:cubicBezTo>
                    <a:pt x="105" y="304"/>
                    <a:pt x="105" y="304"/>
                    <a:pt x="105" y="304"/>
                  </a:cubicBezTo>
                  <a:cubicBezTo>
                    <a:pt x="106" y="301"/>
                    <a:pt x="106" y="301"/>
                    <a:pt x="106" y="301"/>
                  </a:cubicBezTo>
                  <a:cubicBezTo>
                    <a:pt x="106" y="297"/>
                    <a:pt x="106" y="297"/>
                    <a:pt x="106" y="297"/>
                  </a:cubicBezTo>
                  <a:cubicBezTo>
                    <a:pt x="105" y="293"/>
                    <a:pt x="105" y="293"/>
                    <a:pt x="105" y="293"/>
                  </a:cubicBezTo>
                  <a:cubicBezTo>
                    <a:pt x="102" y="291"/>
                    <a:pt x="102" y="291"/>
                    <a:pt x="102" y="291"/>
                  </a:cubicBezTo>
                  <a:cubicBezTo>
                    <a:pt x="99" y="289"/>
                    <a:pt x="99" y="289"/>
                    <a:pt x="99" y="289"/>
                  </a:cubicBezTo>
                  <a:cubicBezTo>
                    <a:pt x="98" y="285"/>
                    <a:pt x="98" y="285"/>
                    <a:pt x="98" y="285"/>
                  </a:cubicBezTo>
                  <a:cubicBezTo>
                    <a:pt x="97" y="280"/>
                    <a:pt x="97" y="280"/>
                    <a:pt x="97" y="280"/>
                  </a:cubicBezTo>
                  <a:cubicBezTo>
                    <a:pt x="93" y="278"/>
                    <a:pt x="93" y="278"/>
                    <a:pt x="93" y="278"/>
                  </a:cubicBezTo>
                  <a:cubicBezTo>
                    <a:pt x="89" y="278"/>
                    <a:pt x="89" y="278"/>
                    <a:pt x="89" y="278"/>
                  </a:cubicBezTo>
                  <a:cubicBezTo>
                    <a:pt x="87" y="281"/>
                    <a:pt x="87" y="281"/>
                    <a:pt x="87" y="281"/>
                  </a:cubicBezTo>
                  <a:cubicBezTo>
                    <a:pt x="83" y="282"/>
                    <a:pt x="83" y="282"/>
                    <a:pt x="83" y="282"/>
                  </a:cubicBezTo>
                  <a:cubicBezTo>
                    <a:pt x="82" y="285"/>
                    <a:pt x="82" y="285"/>
                    <a:pt x="82" y="285"/>
                  </a:cubicBezTo>
                  <a:cubicBezTo>
                    <a:pt x="80" y="286"/>
                    <a:pt x="80" y="286"/>
                    <a:pt x="80" y="286"/>
                  </a:cubicBezTo>
                  <a:cubicBezTo>
                    <a:pt x="76" y="285"/>
                    <a:pt x="76" y="285"/>
                    <a:pt x="76" y="285"/>
                  </a:cubicBezTo>
                  <a:cubicBezTo>
                    <a:pt x="75" y="281"/>
                    <a:pt x="75" y="281"/>
                    <a:pt x="75" y="281"/>
                  </a:cubicBezTo>
                  <a:cubicBezTo>
                    <a:pt x="75" y="273"/>
                    <a:pt x="75" y="273"/>
                    <a:pt x="75" y="273"/>
                  </a:cubicBezTo>
                  <a:cubicBezTo>
                    <a:pt x="76" y="270"/>
                    <a:pt x="76" y="270"/>
                    <a:pt x="76" y="270"/>
                  </a:cubicBezTo>
                  <a:cubicBezTo>
                    <a:pt x="78" y="266"/>
                    <a:pt x="78" y="266"/>
                    <a:pt x="78" y="266"/>
                  </a:cubicBezTo>
                  <a:cubicBezTo>
                    <a:pt x="79" y="264"/>
                    <a:pt x="79" y="264"/>
                    <a:pt x="79" y="264"/>
                  </a:cubicBezTo>
                  <a:cubicBezTo>
                    <a:pt x="78" y="261"/>
                    <a:pt x="78" y="261"/>
                    <a:pt x="78" y="261"/>
                  </a:cubicBezTo>
                  <a:cubicBezTo>
                    <a:pt x="75" y="261"/>
                    <a:pt x="75" y="261"/>
                    <a:pt x="75" y="261"/>
                  </a:cubicBezTo>
                  <a:cubicBezTo>
                    <a:pt x="71" y="255"/>
                    <a:pt x="71" y="255"/>
                    <a:pt x="71" y="255"/>
                  </a:cubicBezTo>
                  <a:cubicBezTo>
                    <a:pt x="65" y="253"/>
                    <a:pt x="65" y="253"/>
                    <a:pt x="65" y="253"/>
                  </a:cubicBezTo>
                  <a:cubicBezTo>
                    <a:pt x="59" y="253"/>
                    <a:pt x="59" y="253"/>
                    <a:pt x="59" y="253"/>
                  </a:cubicBezTo>
                  <a:cubicBezTo>
                    <a:pt x="53" y="254"/>
                    <a:pt x="53" y="254"/>
                    <a:pt x="53" y="254"/>
                  </a:cubicBezTo>
                  <a:cubicBezTo>
                    <a:pt x="51" y="259"/>
                    <a:pt x="51" y="259"/>
                    <a:pt x="51" y="259"/>
                  </a:cubicBezTo>
                  <a:cubicBezTo>
                    <a:pt x="51" y="264"/>
                    <a:pt x="51" y="264"/>
                    <a:pt x="51" y="264"/>
                  </a:cubicBezTo>
                  <a:cubicBezTo>
                    <a:pt x="51" y="269"/>
                    <a:pt x="51" y="269"/>
                    <a:pt x="51" y="269"/>
                  </a:cubicBezTo>
                  <a:cubicBezTo>
                    <a:pt x="48" y="274"/>
                    <a:pt x="48" y="274"/>
                    <a:pt x="48" y="274"/>
                  </a:cubicBezTo>
                  <a:cubicBezTo>
                    <a:pt x="45" y="274"/>
                    <a:pt x="45" y="274"/>
                    <a:pt x="45" y="274"/>
                  </a:cubicBezTo>
                  <a:cubicBezTo>
                    <a:pt x="40" y="273"/>
                    <a:pt x="40" y="273"/>
                    <a:pt x="40" y="273"/>
                  </a:cubicBezTo>
                  <a:cubicBezTo>
                    <a:pt x="38" y="268"/>
                    <a:pt x="38" y="268"/>
                    <a:pt x="38" y="268"/>
                  </a:cubicBezTo>
                  <a:cubicBezTo>
                    <a:pt x="34" y="263"/>
                    <a:pt x="34" y="263"/>
                    <a:pt x="34" y="263"/>
                  </a:cubicBezTo>
                  <a:cubicBezTo>
                    <a:pt x="30" y="259"/>
                    <a:pt x="30" y="259"/>
                    <a:pt x="30" y="259"/>
                  </a:cubicBezTo>
                  <a:cubicBezTo>
                    <a:pt x="24" y="254"/>
                    <a:pt x="24" y="254"/>
                    <a:pt x="24" y="254"/>
                  </a:cubicBezTo>
                  <a:cubicBezTo>
                    <a:pt x="19" y="249"/>
                    <a:pt x="19" y="249"/>
                    <a:pt x="19" y="249"/>
                  </a:cubicBezTo>
                  <a:cubicBezTo>
                    <a:pt x="12" y="244"/>
                    <a:pt x="12" y="244"/>
                    <a:pt x="12" y="244"/>
                  </a:cubicBezTo>
                  <a:cubicBezTo>
                    <a:pt x="5" y="241"/>
                    <a:pt x="5" y="241"/>
                    <a:pt x="5" y="241"/>
                  </a:cubicBezTo>
                  <a:cubicBezTo>
                    <a:pt x="0" y="239"/>
                    <a:pt x="0" y="239"/>
                    <a:pt x="0" y="239"/>
                  </a:cubicBezTo>
                  <a:cubicBezTo>
                    <a:pt x="1" y="232"/>
                    <a:pt x="3" y="219"/>
                    <a:pt x="4" y="213"/>
                  </a:cubicBezTo>
                  <a:cubicBezTo>
                    <a:pt x="5" y="208"/>
                    <a:pt x="7" y="197"/>
                    <a:pt x="8" y="192"/>
                  </a:cubicBezTo>
                  <a:cubicBezTo>
                    <a:pt x="8" y="191"/>
                    <a:pt x="8" y="188"/>
                    <a:pt x="9" y="187"/>
                  </a:cubicBezTo>
                  <a:cubicBezTo>
                    <a:pt x="10" y="186"/>
                    <a:pt x="12" y="186"/>
                    <a:pt x="13" y="185"/>
                  </a:cubicBezTo>
                  <a:cubicBezTo>
                    <a:pt x="14" y="185"/>
                    <a:pt x="15" y="185"/>
                    <a:pt x="15" y="184"/>
                  </a:cubicBezTo>
                  <a:cubicBezTo>
                    <a:pt x="16" y="184"/>
                    <a:pt x="17" y="182"/>
                    <a:pt x="18" y="182"/>
                  </a:cubicBezTo>
                  <a:cubicBezTo>
                    <a:pt x="19" y="181"/>
                    <a:pt x="21" y="181"/>
                    <a:pt x="23" y="181"/>
                  </a:cubicBezTo>
                  <a:cubicBezTo>
                    <a:pt x="23" y="180"/>
                    <a:pt x="25" y="181"/>
                    <a:pt x="26" y="181"/>
                  </a:cubicBezTo>
                  <a:cubicBezTo>
                    <a:pt x="27" y="181"/>
                    <a:pt x="28" y="180"/>
                    <a:pt x="28" y="179"/>
                  </a:cubicBezTo>
                  <a:cubicBezTo>
                    <a:pt x="29" y="179"/>
                    <a:pt x="30" y="178"/>
                    <a:pt x="30" y="177"/>
                  </a:cubicBezTo>
                  <a:cubicBezTo>
                    <a:pt x="30" y="177"/>
                    <a:pt x="30" y="176"/>
                    <a:pt x="30" y="176"/>
                  </a:cubicBezTo>
                  <a:cubicBezTo>
                    <a:pt x="30" y="175"/>
                    <a:pt x="28" y="175"/>
                    <a:pt x="27" y="175"/>
                  </a:cubicBezTo>
                  <a:cubicBezTo>
                    <a:pt x="27" y="175"/>
                    <a:pt x="25" y="176"/>
                    <a:pt x="24" y="175"/>
                  </a:cubicBezTo>
                  <a:cubicBezTo>
                    <a:pt x="23" y="175"/>
                    <a:pt x="22" y="173"/>
                    <a:pt x="22" y="172"/>
                  </a:cubicBezTo>
                  <a:cubicBezTo>
                    <a:pt x="22" y="172"/>
                    <a:pt x="22" y="171"/>
                    <a:pt x="21" y="170"/>
                  </a:cubicBezTo>
                  <a:cubicBezTo>
                    <a:pt x="20" y="170"/>
                    <a:pt x="19" y="171"/>
                    <a:pt x="18" y="171"/>
                  </a:cubicBezTo>
                  <a:cubicBezTo>
                    <a:pt x="18" y="172"/>
                    <a:pt x="17" y="174"/>
                    <a:pt x="16" y="175"/>
                  </a:cubicBezTo>
                  <a:cubicBezTo>
                    <a:pt x="15" y="176"/>
                    <a:pt x="14" y="178"/>
                    <a:pt x="13" y="179"/>
                  </a:cubicBezTo>
                  <a:cubicBezTo>
                    <a:pt x="13" y="180"/>
                    <a:pt x="12" y="182"/>
                    <a:pt x="11" y="182"/>
                  </a:cubicBezTo>
                  <a:cubicBezTo>
                    <a:pt x="10" y="182"/>
                    <a:pt x="11" y="178"/>
                    <a:pt x="11" y="177"/>
                  </a:cubicBezTo>
                  <a:cubicBezTo>
                    <a:pt x="11" y="176"/>
                    <a:pt x="12" y="174"/>
                    <a:pt x="12" y="173"/>
                  </a:cubicBezTo>
                  <a:cubicBezTo>
                    <a:pt x="12" y="170"/>
                    <a:pt x="14" y="164"/>
                    <a:pt x="14" y="161"/>
                  </a:cubicBezTo>
                  <a:cubicBezTo>
                    <a:pt x="16" y="155"/>
                    <a:pt x="19" y="143"/>
                    <a:pt x="21" y="138"/>
                  </a:cubicBezTo>
                  <a:cubicBezTo>
                    <a:pt x="22" y="131"/>
                    <a:pt x="25" y="119"/>
                    <a:pt x="27" y="113"/>
                  </a:cubicBezTo>
                  <a:cubicBezTo>
                    <a:pt x="29" y="106"/>
                    <a:pt x="33" y="91"/>
                    <a:pt x="34" y="84"/>
                  </a:cubicBezTo>
                  <a:cubicBezTo>
                    <a:pt x="35" y="81"/>
                    <a:pt x="36" y="76"/>
                    <a:pt x="36" y="73"/>
                  </a:cubicBezTo>
                  <a:cubicBezTo>
                    <a:pt x="37" y="68"/>
                    <a:pt x="39" y="58"/>
                    <a:pt x="40" y="52"/>
                  </a:cubicBezTo>
                  <a:cubicBezTo>
                    <a:pt x="41" y="49"/>
                    <a:pt x="41" y="42"/>
                    <a:pt x="42" y="38"/>
                  </a:cubicBezTo>
                  <a:cubicBezTo>
                    <a:pt x="42" y="36"/>
                    <a:pt x="43" y="31"/>
                    <a:pt x="43" y="29"/>
                  </a:cubicBezTo>
                  <a:cubicBezTo>
                    <a:pt x="43" y="28"/>
                    <a:pt x="43" y="26"/>
                    <a:pt x="43" y="24"/>
                  </a:cubicBezTo>
                  <a:cubicBezTo>
                    <a:pt x="44" y="25"/>
                    <a:pt x="45" y="25"/>
                    <a:pt x="46" y="25"/>
                  </a:cubicBezTo>
                  <a:cubicBezTo>
                    <a:pt x="47" y="25"/>
                    <a:pt x="50" y="24"/>
                    <a:pt x="51" y="24"/>
                  </a:cubicBezTo>
                  <a:cubicBezTo>
                    <a:pt x="53" y="24"/>
                    <a:pt x="57" y="24"/>
                    <a:pt x="59" y="25"/>
                  </a:cubicBezTo>
                  <a:cubicBezTo>
                    <a:pt x="60" y="25"/>
                    <a:pt x="62" y="26"/>
                    <a:pt x="63" y="26"/>
                  </a:cubicBezTo>
                  <a:cubicBezTo>
                    <a:pt x="64" y="27"/>
                    <a:pt x="66" y="29"/>
                    <a:pt x="67" y="29"/>
                  </a:cubicBezTo>
                  <a:cubicBezTo>
                    <a:pt x="68" y="30"/>
                    <a:pt x="69" y="30"/>
                    <a:pt x="70" y="29"/>
                  </a:cubicBezTo>
                  <a:cubicBezTo>
                    <a:pt x="71" y="29"/>
                    <a:pt x="73" y="27"/>
                    <a:pt x="74" y="26"/>
                  </a:cubicBezTo>
                  <a:cubicBezTo>
                    <a:pt x="75" y="26"/>
                    <a:pt x="77" y="26"/>
                    <a:pt x="78" y="25"/>
                  </a:cubicBezTo>
                  <a:cubicBezTo>
                    <a:pt x="78" y="25"/>
                    <a:pt x="79" y="24"/>
                    <a:pt x="80" y="23"/>
                  </a:cubicBezTo>
                  <a:cubicBezTo>
                    <a:pt x="80" y="22"/>
                    <a:pt x="80" y="20"/>
                    <a:pt x="81" y="19"/>
                  </a:cubicBezTo>
                  <a:cubicBezTo>
                    <a:pt x="81" y="19"/>
                    <a:pt x="82" y="18"/>
                    <a:pt x="82" y="18"/>
                  </a:cubicBezTo>
                  <a:cubicBezTo>
                    <a:pt x="83" y="18"/>
                    <a:pt x="85" y="18"/>
                    <a:pt x="85" y="19"/>
                  </a:cubicBezTo>
                  <a:cubicBezTo>
                    <a:pt x="86" y="20"/>
                    <a:pt x="88" y="21"/>
                    <a:pt x="89" y="23"/>
                  </a:cubicBezTo>
                  <a:cubicBezTo>
                    <a:pt x="89" y="23"/>
                    <a:pt x="89" y="26"/>
                    <a:pt x="90" y="26"/>
                  </a:cubicBezTo>
                  <a:cubicBezTo>
                    <a:pt x="91" y="27"/>
                    <a:pt x="93" y="28"/>
                    <a:pt x="95" y="28"/>
                  </a:cubicBezTo>
                  <a:cubicBezTo>
                    <a:pt x="96" y="28"/>
                    <a:pt x="98" y="28"/>
                    <a:pt x="99" y="28"/>
                  </a:cubicBezTo>
                  <a:cubicBezTo>
                    <a:pt x="100" y="27"/>
                    <a:pt x="101" y="26"/>
                    <a:pt x="102" y="25"/>
                  </a:cubicBezTo>
                  <a:cubicBezTo>
                    <a:pt x="102" y="24"/>
                    <a:pt x="103" y="20"/>
                    <a:pt x="103" y="19"/>
                  </a:cubicBezTo>
                  <a:cubicBezTo>
                    <a:pt x="104" y="18"/>
                    <a:pt x="105" y="16"/>
                    <a:pt x="106" y="15"/>
                  </a:cubicBezTo>
                  <a:cubicBezTo>
                    <a:pt x="107" y="14"/>
                    <a:pt x="110" y="13"/>
                    <a:pt x="111" y="13"/>
                  </a:cubicBezTo>
                  <a:cubicBezTo>
                    <a:pt x="112" y="14"/>
                    <a:pt x="113" y="15"/>
                    <a:pt x="114" y="16"/>
                  </a:cubicBezTo>
                  <a:cubicBezTo>
                    <a:pt x="114" y="16"/>
                    <a:pt x="115" y="19"/>
                    <a:pt x="115" y="19"/>
                  </a:cubicBezTo>
                  <a:cubicBezTo>
                    <a:pt x="116" y="20"/>
                    <a:pt x="117" y="22"/>
                    <a:pt x="117" y="22"/>
                  </a:cubicBezTo>
                  <a:cubicBezTo>
                    <a:pt x="118" y="23"/>
                    <a:pt x="120" y="25"/>
                    <a:pt x="121" y="26"/>
                  </a:cubicBezTo>
                  <a:cubicBezTo>
                    <a:pt x="122" y="27"/>
                    <a:pt x="124" y="29"/>
                    <a:pt x="125" y="30"/>
                  </a:cubicBezTo>
                  <a:cubicBezTo>
                    <a:pt x="125" y="31"/>
                    <a:pt x="127" y="31"/>
                    <a:pt x="128" y="32"/>
                  </a:cubicBezTo>
                  <a:cubicBezTo>
                    <a:pt x="130" y="32"/>
                    <a:pt x="132" y="31"/>
                    <a:pt x="133" y="31"/>
                  </a:cubicBezTo>
                  <a:cubicBezTo>
                    <a:pt x="133" y="30"/>
                    <a:pt x="134" y="29"/>
                    <a:pt x="135" y="28"/>
                  </a:cubicBezTo>
                  <a:cubicBezTo>
                    <a:pt x="135" y="27"/>
                    <a:pt x="135" y="25"/>
                    <a:pt x="135" y="24"/>
                  </a:cubicBezTo>
                  <a:cubicBezTo>
                    <a:pt x="135" y="23"/>
                    <a:pt x="135" y="22"/>
                    <a:pt x="135" y="21"/>
                  </a:cubicBezTo>
                  <a:cubicBezTo>
                    <a:pt x="134" y="20"/>
                    <a:pt x="132" y="18"/>
                    <a:pt x="132" y="17"/>
                  </a:cubicBezTo>
                  <a:cubicBezTo>
                    <a:pt x="132" y="17"/>
                    <a:pt x="132" y="15"/>
                    <a:pt x="132" y="15"/>
                  </a:cubicBezTo>
                  <a:cubicBezTo>
                    <a:pt x="133" y="14"/>
                    <a:pt x="134" y="14"/>
                    <a:pt x="135" y="14"/>
                  </a:cubicBezTo>
                  <a:cubicBezTo>
                    <a:pt x="136" y="14"/>
                    <a:pt x="138" y="15"/>
                    <a:pt x="139" y="15"/>
                  </a:cubicBezTo>
                  <a:cubicBezTo>
                    <a:pt x="141" y="16"/>
                    <a:pt x="143" y="17"/>
                    <a:pt x="144" y="18"/>
                  </a:cubicBezTo>
                  <a:cubicBezTo>
                    <a:pt x="145" y="18"/>
                    <a:pt x="147" y="17"/>
                    <a:pt x="148" y="17"/>
                  </a:cubicBezTo>
                  <a:cubicBezTo>
                    <a:pt x="149" y="16"/>
                    <a:pt x="150" y="15"/>
                    <a:pt x="150" y="14"/>
                  </a:cubicBezTo>
                  <a:cubicBezTo>
                    <a:pt x="150" y="13"/>
                    <a:pt x="150" y="12"/>
                    <a:pt x="150" y="11"/>
                  </a:cubicBezTo>
                  <a:cubicBezTo>
                    <a:pt x="150" y="10"/>
                    <a:pt x="151" y="9"/>
                    <a:pt x="151" y="8"/>
                  </a:cubicBezTo>
                  <a:cubicBezTo>
                    <a:pt x="152" y="8"/>
                    <a:pt x="154" y="8"/>
                    <a:pt x="154" y="7"/>
                  </a:cubicBezTo>
                  <a:cubicBezTo>
                    <a:pt x="155" y="7"/>
                    <a:pt x="157" y="6"/>
                    <a:pt x="158" y="5"/>
                  </a:cubicBezTo>
                  <a:cubicBezTo>
                    <a:pt x="159" y="5"/>
                    <a:pt x="161" y="4"/>
                    <a:pt x="162" y="3"/>
                  </a:cubicBezTo>
                  <a:cubicBezTo>
                    <a:pt x="162" y="2"/>
                    <a:pt x="163" y="1"/>
                    <a:pt x="163" y="1"/>
                  </a:cubicBezTo>
                  <a:cubicBezTo>
                    <a:pt x="164" y="0"/>
                    <a:pt x="166" y="0"/>
                    <a:pt x="167" y="1"/>
                  </a:cubicBezTo>
                  <a:cubicBezTo>
                    <a:pt x="169" y="1"/>
                    <a:pt x="170" y="3"/>
                    <a:pt x="171" y="4"/>
                  </a:cubicBezTo>
                  <a:cubicBezTo>
                    <a:pt x="173" y="5"/>
                    <a:pt x="177" y="6"/>
                    <a:pt x="179" y="6"/>
                  </a:cubicBezTo>
                  <a:cubicBezTo>
                    <a:pt x="180" y="7"/>
                    <a:pt x="183" y="9"/>
                    <a:pt x="184" y="10"/>
                  </a:cubicBezTo>
                  <a:cubicBezTo>
                    <a:pt x="185" y="11"/>
                    <a:pt x="186" y="12"/>
                    <a:pt x="186" y="13"/>
                  </a:cubicBezTo>
                  <a:cubicBezTo>
                    <a:pt x="186" y="14"/>
                    <a:pt x="186" y="14"/>
                    <a:pt x="186" y="15"/>
                  </a:cubicBezTo>
                  <a:cubicBezTo>
                    <a:pt x="186" y="16"/>
                    <a:pt x="187" y="19"/>
                    <a:pt x="188" y="21"/>
                  </a:cubicBezTo>
                  <a:cubicBezTo>
                    <a:pt x="188" y="22"/>
                    <a:pt x="190" y="24"/>
                    <a:pt x="191" y="25"/>
                  </a:cubicBezTo>
                  <a:cubicBezTo>
                    <a:pt x="192" y="26"/>
                    <a:pt x="194" y="28"/>
                    <a:pt x="195" y="29"/>
                  </a:cubicBezTo>
                  <a:cubicBezTo>
                    <a:pt x="196" y="30"/>
                    <a:pt x="199" y="32"/>
                    <a:pt x="201" y="32"/>
                  </a:cubicBezTo>
                  <a:cubicBezTo>
                    <a:pt x="202" y="33"/>
                    <a:pt x="204" y="34"/>
                    <a:pt x="206" y="34"/>
                  </a:cubicBezTo>
                  <a:cubicBezTo>
                    <a:pt x="207" y="35"/>
                    <a:pt x="210" y="37"/>
                    <a:pt x="211" y="37"/>
                  </a:cubicBezTo>
                  <a:cubicBezTo>
                    <a:pt x="212" y="37"/>
                    <a:pt x="214" y="36"/>
                    <a:pt x="215" y="35"/>
                  </a:cubicBezTo>
                  <a:cubicBezTo>
                    <a:pt x="216" y="34"/>
                    <a:pt x="217" y="33"/>
                    <a:pt x="217" y="32"/>
                  </a:cubicBezTo>
                  <a:cubicBezTo>
                    <a:pt x="218" y="30"/>
                    <a:pt x="218" y="27"/>
                    <a:pt x="219" y="26"/>
                  </a:cubicBezTo>
                  <a:cubicBezTo>
                    <a:pt x="220" y="25"/>
                    <a:pt x="222" y="22"/>
                    <a:pt x="223" y="21"/>
                  </a:cubicBezTo>
                  <a:cubicBezTo>
                    <a:pt x="224" y="21"/>
                    <a:pt x="226" y="20"/>
                    <a:pt x="227" y="20"/>
                  </a:cubicBezTo>
                  <a:cubicBezTo>
                    <a:pt x="228" y="20"/>
                    <a:pt x="229" y="21"/>
                    <a:pt x="230" y="22"/>
                  </a:cubicBezTo>
                  <a:cubicBezTo>
                    <a:pt x="231" y="22"/>
                    <a:pt x="232" y="24"/>
                    <a:pt x="232" y="2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89"/>
            <p:cNvSpPr>
              <a:spLocks/>
            </p:cNvSpPr>
            <p:nvPr/>
          </p:nvSpPr>
          <p:spPr bwMode="auto">
            <a:xfrm>
              <a:off x="4030663" y="1042988"/>
              <a:ext cx="428625" cy="388938"/>
            </a:xfrm>
            <a:custGeom>
              <a:avLst/>
              <a:gdLst/>
              <a:ahLst/>
              <a:cxnLst>
                <a:cxn ang="0">
                  <a:pos x="253" y="50"/>
                </a:cxn>
                <a:cxn ang="0">
                  <a:pos x="243" y="61"/>
                </a:cxn>
                <a:cxn ang="0">
                  <a:pos x="234" y="66"/>
                </a:cxn>
                <a:cxn ang="0">
                  <a:pos x="225" y="79"/>
                </a:cxn>
                <a:cxn ang="0">
                  <a:pos x="218" y="92"/>
                </a:cxn>
                <a:cxn ang="0">
                  <a:pos x="216" y="103"/>
                </a:cxn>
                <a:cxn ang="0">
                  <a:pos x="220" y="114"/>
                </a:cxn>
                <a:cxn ang="0">
                  <a:pos x="230" y="120"/>
                </a:cxn>
                <a:cxn ang="0">
                  <a:pos x="236" y="132"/>
                </a:cxn>
                <a:cxn ang="0">
                  <a:pos x="242" y="138"/>
                </a:cxn>
                <a:cxn ang="0">
                  <a:pos x="237" y="144"/>
                </a:cxn>
                <a:cxn ang="0">
                  <a:pos x="223" y="146"/>
                </a:cxn>
                <a:cxn ang="0">
                  <a:pos x="210" y="154"/>
                </a:cxn>
                <a:cxn ang="0">
                  <a:pos x="193" y="163"/>
                </a:cxn>
                <a:cxn ang="0">
                  <a:pos x="179" y="165"/>
                </a:cxn>
                <a:cxn ang="0">
                  <a:pos x="164" y="166"/>
                </a:cxn>
                <a:cxn ang="0">
                  <a:pos x="148" y="172"/>
                </a:cxn>
                <a:cxn ang="0">
                  <a:pos x="135" y="179"/>
                </a:cxn>
                <a:cxn ang="0">
                  <a:pos x="125" y="182"/>
                </a:cxn>
                <a:cxn ang="0">
                  <a:pos x="125" y="195"/>
                </a:cxn>
                <a:cxn ang="0">
                  <a:pos x="118" y="204"/>
                </a:cxn>
                <a:cxn ang="0">
                  <a:pos x="119" y="217"/>
                </a:cxn>
                <a:cxn ang="0">
                  <a:pos x="111" y="226"/>
                </a:cxn>
                <a:cxn ang="0">
                  <a:pos x="100" y="220"/>
                </a:cxn>
                <a:cxn ang="0">
                  <a:pos x="88" y="219"/>
                </a:cxn>
                <a:cxn ang="0">
                  <a:pos x="76" y="221"/>
                </a:cxn>
                <a:cxn ang="0">
                  <a:pos x="65" y="222"/>
                </a:cxn>
                <a:cxn ang="0">
                  <a:pos x="49" y="225"/>
                </a:cxn>
                <a:cxn ang="0">
                  <a:pos x="37" y="232"/>
                </a:cxn>
                <a:cxn ang="0">
                  <a:pos x="25" y="235"/>
                </a:cxn>
                <a:cxn ang="0">
                  <a:pos x="20" y="216"/>
                </a:cxn>
                <a:cxn ang="0">
                  <a:pos x="17" y="196"/>
                </a:cxn>
                <a:cxn ang="0">
                  <a:pos x="23" y="190"/>
                </a:cxn>
                <a:cxn ang="0">
                  <a:pos x="19" y="187"/>
                </a:cxn>
                <a:cxn ang="0">
                  <a:pos x="8" y="183"/>
                </a:cxn>
                <a:cxn ang="0">
                  <a:pos x="1" y="167"/>
                </a:cxn>
                <a:cxn ang="0">
                  <a:pos x="2" y="154"/>
                </a:cxn>
                <a:cxn ang="0">
                  <a:pos x="3" y="140"/>
                </a:cxn>
                <a:cxn ang="0">
                  <a:pos x="2" y="130"/>
                </a:cxn>
                <a:cxn ang="0">
                  <a:pos x="2" y="123"/>
                </a:cxn>
                <a:cxn ang="0">
                  <a:pos x="4" y="115"/>
                </a:cxn>
                <a:cxn ang="0">
                  <a:pos x="10" y="111"/>
                </a:cxn>
                <a:cxn ang="0">
                  <a:pos x="15" y="102"/>
                </a:cxn>
                <a:cxn ang="0">
                  <a:pos x="33" y="84"/>
                </a:cxn>
                <a:cxn ang="0">
                  <a:pos x="57" y="69"/>
                </a:cxn>
                <a:cxn ang="0">
                  <a:pos x="74" y="61"/>
                </a:cxn>
                <a:cxn ang="0">
                  <a:pos x="75" y="47"/>
                </a:cxn>
                <a:cxn ang="0">
                  <a:pos x="81" y="35"/>
                </a:cxn>
                <a:cxn ang="0">
                  <a:pos x="108" y="35"/>
                </a:cxn>
                <a:cxn ang="0">
                  <a:pos x="126" y="27"/>
                </a:cxn>
                <a:cxn ang="0">
                  <a:pos x="147" y="17"/>
                </a:cxn>
                <a:cxn ang="0">
                  <a:pos x="176" y="17"/>
                </a:cxn>
                <a:cxn ang="0">
                  <a:pos x="198" y="4"/>
                </a:cxn>
                <a:cxn ang="0">
                  <a:pos x="208" y="1"/>
                </a:cxn>
                <a:cxn ang="0">
                  <a:pos x="222" y="3"/>
                </a:cxn>
                <a:cxn ang="0">
                  <a:pos x="225" y="14"/>
                </a:cxn>
                <a:cxn ang="0">
                  <a:pos x="225" y="27"/>
                </a:cxn>
                <a:cxn ang="0">
                  <a:pos x="236" y="33"/>
                </a:cxn>
                <a:cxn ang="0">
                  <a:pos x="248" y="28"/>
                </a:cxn>
                <a:cxn ang="0">
                  <a:pos x="259" y="40"/>
                </a:cxn>
              </a:cxnLst>
              <a:rect l="0" t="0" r="r" b="b"/>
              <a:pathLst>
                <a:path w="259" h="235">
                  <a:moveTo>
                    <a:pt x="259" y="40"/>
                  </a:moveTo>
                  <a:cubicBezTo>
                    <a:pt x="259" y="42"/>
                    <a:pt x="259" y="45"/>
                    <a:pt x="258" y="46"/>
                  </a:cubicBezTo>
                  <a:cubicBezTo>
                    <a:pt x="257" y="48"/>
                    <a:pt x="254" y="49"/>
                    <a:pt x="253" y="50"/>
                  </a:cubicBezTo>
                  <a:cubicBezTo>
                    <a:pt x="251" y="51"/>
                    <a:pt x="247" y="53"/>
                    <a:pt x="245" y="54"/>
                  </a:cubicBezTo>
                  <a:cubicBezTo>
                    <a:pt x="245" y="55"/>
                    <a:pt x="243" y="56"/>
                    <a:pt x="243" y="57"/>
                  </a:cubicBezTo>
                  <a:cubicBezTo>
                    <a:pt x="242" y="58"/>
                    <a:pt x="243" y="60"/>
                    <a:pt x="243" y="61"/>
                  </a:cubicBezTo>
                  <a:cubicBezTo>
                    <a:pt x="242" y="62"/>
                    <a:pt x="241" y="63"/>
                    <a:pt x="240" y="63"/>
                  </a:cubicBezTo>
                  <a:cubicBezTo>
                    <a:pt x="239" y="63"/>
                    <a:pt x="238" y="64"/>
                    <a:pt x="237" y="64"/>
                  </a:cubicBezTo>
                  <a:cubicBezTo>
                    <a:pt x="236" y="65"/>
                    <a:pt x="235" y="66"/>
                    <a:pt x="234" y="66"/>
                  </a:cubicBezTo>
                  <a:cubicBezTo>
                    <a:pt x="233" y="67"/>
                    <a:pt x="231" y="70"/>
                    <a:pt x="230" y="71"/>
                  </a:cubicBezTo>
                  <a:cubicBezTo>
                    <a:pt x="230" y="72"/>
                    <a:pt x="229" y="74"/>
                    <a:pt x="229" y="75"/>
                  </a:cubicBezTo>
                  <a:cubicBezTo>
                    <a:pt x="228" y="76"/>
                    <a:pt x="226" y="78"/>
                    <a:pt x="225" y="79"/>
                  </a:cubicBezTo>
                  <a:cubicBezTo>
                    <a:pt x="224" y="80"/>
                    <a:pt x="222" y="82"/>
                    <a:pt x="221" y="83"/>
                  </a:cubicBezTo>
                  <a:cubicBezTo>
                    <a:pt x="221" y="84"/>
                    <a:pt x="221" y="87"/>
                    <a:pt x="220" y="87"/>
                  </a:cubicBezTo>
                  <a:cubicBezTo>
                    <a:pt x="220" y="89"/>
                    <a:pt x="219" y="91"/>
                    <a:pt x="218" y="92"/>
                  </a:cubicBezTo>
                  <a:cubicBezTo>
                    <a:pt x="218" y="92"/>
                    <a:pt x="218" y="94"/>
                    <a:pt x="218" y="95"/>
                  </a:cubicBezTo>
                  <a:cubicBezTo>
                    <a:pt x="218" y="96"/>
                    <a:pt x="217" y="98"/>
                    <a:pt x="216" y="99"/>
                  </a:cubicBezTo>
                  <a:cubicBezTo>
                    <a:pt x="216" y="100"/>
                    <a:pt x="216" y="102"/>
                    <a:pt x="216" y="103"/>
                  </a:cubicBezTo>
                  <a:cubicBezTo>
                    <a:pt x="217" y="104"/>
                    <a:pt x="218" y="104"/>
                    <a:pt x="219" y="105"/>
                  </a:cubicBezTo>
                  <a:cubicBezTo>
                    <a:pt x="219" y="106"/>
                    <a:pt x="220" y="108"/>
                    <a:pt x="220" y="109"/>
                  </a:cubicBezTo>
                  <a:cubicBezTo>
                    <a:pt x="220" y="110"/>
                    <a:pt x="220" y="113"/>
                    <a:pt x="220" y="114"/>
                  </a:cubicBezTo>
                  <a:cubicBezTo>
                    <a:pt x="220" y="115"/>
                    <a:pt x="221" y="117"/>
                    <a:pt x="222" y="117"/>
                  </a:cubicBezTo>
                  <a:cubicBezTo>
                    <a:pt x="223" y="118"/>
                    <a:pt x="226" y="118"/>
                    <a:pt x="227" y="118"/>
                  </a:cubicBezTo>
                  <a:cubicBezTo>
                    <a:pt x="228" y="119"/>
                    <a:pt x="230" y="119"/>
                    <a:pt x="230" y="120"/>
                  </a:cubicBezTo>
                  <a:cubicBezTo>
                    <a:pt x="231" y="120"/>
                    <a:pt x="234" y="121"/>
                    <a:pt x="234" y="122"/>
                  </a:cubicBezTo>
                  <a:cubicBezTo>
                    <a:pt x="235" y="123"/>
                    <a:pt x="235" y="126"/>
                    <a:pt x="236" y="127"/>
                  </a:cubicBezTo>
                  <a:cubicBezTo>
                    <a:pt x="236" y="128"/>
                    <a:pt x="236" y="130"/>
                    <a:pt x="236" y="132"/>
                  </a:cubicBezTo>
                  <a:cubicBezTo>
                    <a:pt x="236" y="133"/>
                    <a:pt x="235" y="135"/>
                    <a:pt x="236" y="136"/>
                  </a:cubicBezTo>
                  <a:cubicBezTo>
                    <a:pt x="236" y="136"/>
                    <a:pt x="237" y="137"/>
                    <a:pt x="237" y="138"/>
                  </a:cubicBezTo>
                  <a:cubicBezTo>
                    <a:pt x="238" y="138"/>
                    <a:pt x="241" y="138"/>
                    <a:pt x="242" y="138"/>
                  </a:cubicBezTo>
                  <a:cubicBezTo>
                    <a:pt x="243" y="139"/>
                    <a:pt x="244" y="139"/>
                    <a:pt x="245" y="139"/>
                  </a:cubicBezTo>
                  <a:cubicBezTo>
                    <a:pt x="245" y="140"/>
                    <a:pt x="244" y="141"/>
                    <a:pt x="243" y="142"/>
                  </a:cubicBezTo>
                  <a:cubicBezTo>
                    <a:pt x="242" y="142"/>
                    <a:pt x="239" y="143"/>
                    <a:pt x="237" y="144"/>
                  </a:cubicBezTo>
                  <a:cubicBezTo>
                    <a:pt x="236" y="144"/>
                    <a:pt x="233" y="145"/>
                    <a:pt x="232" y="145"/>
                  </a:cubicBezTo>
                  <a:cubicBezTo>
                    <a:pt x="231" y="146"/>
                    <a:pt x="229" y="145"/>
                    <a:pt x="228" y="145"/>
                  </a:cubicBezTo>
                  <a:cubicBezTo>
                    <a:pt x="227" y="146"/>
                    <a:pt x="224" y="146"/>
                    <a:pt x="223" y="146"/>
                  </a:cubicBezTo>
                  <a:cubicBezTo>
                    <a:pt x="223" y="147"/>
                    <a:pt x="221" y="148"/>
                    <a:pt x="220" y="148"/>
                  </a:cubicBezTo>
                  <a:cubicBezTo>
                    <a:pt x="219" y="149"/>
                    <a:pt x="217" y="151"/>
                    <a:pt x="216" y="151"/>
                  </a:cubicBezTo>
                  <a:cubicBezTo>
                    <a:pt x="215" y="152"/>
                    <a:pt x="212" y="153"/>
                    <a:pt x="210" y="154"/>
                  </a:cubicBezTo>
                  <a:cubicBezTo>
                    <a:pt x="209" y="155"/>
                    <a:pt x="207" y="157"/>
                    <a:pt x="206" y="157"/>
                  </a:cubicBezTo>
                  <a:cubicBezTo>
                    <a:pt x="204" y="158"/>
                    <a:pt x="200" y="160"/>
                    <a:pt x="198" y="161"/>
                  </a:cubicBezTo>
                  <a:cubicBezTo>
                    <a:pt x="197" y="162"/>
                    <a:pt x="194" y="163"/>
                    <a:pt x="193" y="163"/>
                  </a:cubicBezTo>
                  <a:cubicBezTo>
                    <a:pt x="192" y="163"/>
                    <a:pt x="189" y="164"/>
                    <a:pt x="188" y="164"/>
                  </a:cubicBezTo>
                  <a:cubicBezTo>
                    <a:pt x="187" y="164"/>
                    <a:pt x="186" y="165"/>
                    <a:pt x="185" y="165"/>
                  </a:cubicBezTo>
                  <a:cubicBezTo>
                    <a:pt x="183" y="165"/>
                    <a:pt x="180" y="165"/>
                    <a:pt x="179" y="165"/>
                  </a:cubicBezTo>
                  <a:cubicBezTo>
                    <a:pt x="178" y="165"/>
                    <a:pt x="176" y="165"/>
                    <a:pt x="175" y="165"/>
                  </a:cubicBezTo>
                  <a:cubicBezTo>
                    <a:pt x="173" y="165"/>
                    <a:pt x="170" y="166"/>
                    <a:pt x="168" y="166"/>
                  </a:cubicBezTo>
                  <a:cubicBezTo>
                    <a:pt x="167" y="166"/>
                    <a:pt x="165" y="166"/>
                    <a:pt x="164" y="166"/>
                  </a:cubicBezTo>
                  <a:cubicBezTo>
                    <a:pt x="162" y="166"/>
                    <a:pt x="159" y="167"/>
                    <a:pt x="158" y="168"/>
                  </a:cubicBezTo>
                  <a:cubicBezTo>
                    <a:pt x="157" y="168"/>
                    <a:pt x="154" y="168"/>
                    <a:pt x="152" y="169"/>
                  </a:cubicBezTo>
                  <a:cubicBezTo>
                    <a:pt x="151" y="169"/>
                    <a:pt x="149" y="171"/>
                    <a:pt x="148" y="172"/>
                  </a:cubicBezTo>
                  <a:cubicBezTo>
                    <a:pt x="147" y="173"/>
                    <a:pt x="145" y="174"/>
                    <a:pt x="144" y="174"/>
                  </a:cubicBezTo>
                  <a:cubicBezTo>
                    <a:pt x="143" y="175"/>
                    <a:pt x="141" y="177"/>
                    <a:pt x="140" y="177"/>
                  </a:cubicBezTo>
                  <a:cubicBezTo>
                    <a:pt x="139" y="178"/>
                    <a:pt x="136" y="178"/>
                    <a:pt x="135" y="179"/>
                  </a:cubicBezTo>
                  <a:cubicBezTo>
                    <a:pt x="133" y="179"/>
                    <a:pt x="130" y="179"/>
                    <a:pt x="129" y="180"/>
                  </a:cubicBezTo>
                  <a:cubicBezTo>
                    <a:pt x="128" y="180"/>
                    <a:pt x="127" y="179"/>
                    <a:pt x="126" y="180"/>
                  </a:cubicBezTo>
                  <a:cubicBezTo>
                    <a:pt x="125" y="180"/>
                    <a:pt x="125" y="181"/>
                    <a:pt x="125" y="182"/>
                  </a:cubicBezTo>
                  <a:cubicBezTo>
                    <a:pt x="125" y="183"/>
                    <a:pt x="124" y="185"/>
                    <a:pt x="124" y="186"/>
                  </a:cubicBezTo>
                  <a:cubicBezTo>
                    <a:pt x="124" y="187"/>
                    <a:pt x="125" y="189"/>
                    <a:pt x="125" y="190"/>
                  </a:cubicBezTo>
                  <a:cubicBezTo>
                    <a:pt x="125" y="191"/>
                    <a:pt x="125" y="194"/>
                    <a:pt x="125" y="195"/>
                  </a:cubicBezTo>
                  <a:cubicBezTo>
                    <a:pt x="124" y="196"/>
                    <a:pt x="124" y="198"/>
                    <a:pt x="123" y="199"/>
                  </a:cubicBezTo>
                  <a:cubicBezTo>
                    <a:pt x="123" y="200"/>
                    <a:pt x="121" y="201"/>
                    <a:pt x="120" y="202"/>
                  </a:cubicBezTo>
                  <a:cubicBezTo>
                    <a:pt x="120" y="202"/>
                    <a:pt x="118" y="203"/>
                    <a:pt x="118" y="204"/>
                  </a:cubicBezTo>
                  <a:cubicBezTo>
                    <a:pt x="118" y="205"/>
                    <a:pt x="119" y="208"/>
                    <a:pt x="119" y="209"/>
                  </a:cubicBezTo>
                  <a:cubicBezTo>
                    <a:pt x="119" y="210"/>
                    <a:pt x="120" y="212"/>
                    <a:pt x="120" y="213"/>
                  </a:cubicBezTo>
                  <a:cubicBezTo>
                    <a:pt x="120" y="214"/>
                    <a:pt x="120" y="216"/>
                    <a:pt x="119" y="217"/>
                  </a:cubicBezTo>
                  <a:cubicBezTo>
                    <a:pt x="119" y="218"/>
                    <a:pt x="118" y="221"/>
                    <a:pt x="117" y="222"/>
                  </a:cubicBezTo>
                  <a:cubicBezTo>
                    <a:pt x="116" y="223"/>
                    <a:pt x="115" y="225"/>
                    <a:pt x="114" y="225"/>
                  </a:cubicBezTo>
                  <a:cubicBezTo>
                    <a:pt x="114" y="226"/>
                    <a:pt x="112" y="226"/>
                    <a:pt x="111" y="226"/>
                  </a:cubicBezTo>
                  <a:cubicBezTo>
                    <a:pt x="110" y="226"/>
                    <a:pt x="108" y="225"/>
                    <a:pt x="107" y="225"/>
                  </a:cubicBezTo>
                  <a:cubicBezTo>
                    <a:pt x="106" y="224"/>
                    <a:pt x="105" y="223"/>
                    <a:pt x="104" y="223"/>
                  </a:cubicBezTo>
                  <a:cubicBezTo>
                    <a:pt x="103" y="222"/>
                    <a:pt x="102" y="220"/>
                    <a:pt x="100" y="220"/>
                  </a:cubicBezTo>
                  <a:cubicBezTo>
                    <a:pt x="100" y="220"/>
                    <a:pt x="98" y="220"/>
                    <a:pt x="97" y="220"/>
                  </a:cubicBezTo>
                  <a:cubicBezTo>
                    <a:pt x="96" y="220"/>
                    <a:pt x="94" y="221"/>
                    <a:pt x="93" y="221"/>
                  </a:cubicBezTo>
                  <a:cubicBezTo>
                    <a:pt x="92" y="220"/>
                    <a:pt x="90" y="219"/>
                    <a:pt x="88" y="219"/>
                  </a:cubicBezTo>
                  <a:cubicBezTo>
                    <a:pt x="87" y="219"/>
                    <a:pt x="85" y="218"/>
                    <a:pt x="84" y="218"/>
                  </a:cubicBezTo>
                  <a:cubicBezTo>
                    <a:pt x="83" y="218"/>
                    <a:pt x="82" y="220"/>
                    <a:pt x="81" y="220"/>
                  </a:cubicBezTo>
                  <a:cubicBezTo>
                    <a:pt x="80" y="221"/>
                    <a:pt x="77" y="221"/>
                    <a:pt x="76" y="221"/>
                  </a:cubicBezTo>
                  <a:cubicBezTo>
                    <a:pt x="75" y="221"/>
                    <a:pt x="73" y="218"/>
                    <a:pt x="72" y="218"/>
                  </a:cubicBezTo>
                  <a:cubicBezTo>
                    <a:pt x="71" y="218"/>
                    <a:pt x="69" y="219"/>
                    <a:pt x="68" y="220"/>
                  </a:cubicBezTo>
                  <a:cubicBezTo>
                    <a:pt x="67" y="220"/>
                    <a:pt x="65" y="221"/>
                    <a:pt x="65" y="222"/>
                  </a:cubicBezTo>
                  <a:cubicBezTo>
                    <a:pt x="63" y="222"/>
                    <a:pt x="59" y="222"/>
                    <a:pt x="57" y="222"/>
                  </a:cubicBezTo>
                  <a:cubicBezTo>
                    <a:pt x="56" y="223"/>
                    <a:pt x="55" y="224"/>
                    <a:pt x="55" y="224"/>
                  </a:cubicBezTo>
                  <a:cubicBezTo>
                    <a:pt x="53" y="224"/>
                    <a:pt x="50" y="224"/>
                    <a:pt x="49" y="225"/>
                  </a:cubicBezTo>
                  <a:cubicBezTo>
                    <a:pt x="48" y="225"/>
                    <a:pt x="47" y="228"/>
                    <a:pt x="47" y="228"/>
                  </a:cubicBezTo>
                  <a:cubicBezTo>
                    <a:pt x="46" y="229"/>
                    <a:pt x="43" y="230"/>
                    <a:pt x="42" y="230"/>
                  </a:cubicBezTo>
                  <a:cubicBezTo>
                    <a:pt x="41" y="231"/>
                    <a:pt x="38" y="232"/>
                    <a:pt x="37" y="232"/>
                  </a:cubicBezTo>
                  <a:cubicBezTo>
                    <a:pt x="36" y="232"/>
                    <a:pt x="34" y="233"/>
                    <a:pt x="33" y="233"/>
                  </a:cubicBezTo>
                  <a:cubicBezTo>
                    <a:pt x="32" y="233"/>
                    <a:pt x="30" y="234"/>
                    <a:pt x="29" y="234"/>
                  </a:cubicBezTo>
                  <a:cubicBezTo>
                    <a:pt x="29" y="234"/>
                    <a:pt x="27" y="235"/>
                    <a:pt x="25" y="235"/>
                  </a:cubicBezTo>
                  <a:cubicBezTo>
                    <a:pt x="25" y="235"/>
                    <a:pt x="25" y="234"/>
                    <a:pt x="25" y="234"/>
                  </a:cubicBezTo>
                  <a:cubicBezTo>
                    <a:pt x="25" y="232"/>
                    <a:pt x="24" y="227"/>
                    <a:pt x="23" y="225"/>
                  </a:cubicBezTo>
                  <a:cubicBezTo>
                    <a:pt x="23" y="223"/>
                    <a:pt x="21" y="219"/>
                    <a:pt x="20" y="216"/>
                  </a:cubicBezTo>
                  <a:cubicBezTo>
                    <a:pt x="19" y="215"/>
                    <a:pt x="19" y="211"/>
                    <a:pt x="18" y="209"/>
                  </a:cubicBezTo>
                  <a:cubicBezTo>
                    <a:pt x="18" y="207"/>
                    <a:pt x="17" y="203"/>
                    <a:pt x="17" y="201"/>
                  </a:cubicBezTo>
                  <a:cubicBezTo>
                    <a:pt x="17" y="199"/>
                    <a:pt x="17" y="197"/>
                    <a:pt x="17" y="196"/>
                  </a:cubicBezTo>
                  <a:cubicBezTo>
                    <a:pt x="17" y="195"/>
                    <a:pt x="18" y="194"/>
                    <a:pt x="18" y="193"/>
                  </a:cubicBezTo>
                  <a:cubicBezTo>
                    <a:pt x="19" y="193"/>
                    <a:pt x="19" y="192"/>
                    <a:pt x="20" y="192"/>
                  </a:cubicBezTo>
                  <a:cubicBezTo>
                    <a:pt x="21" y="191"/>
                    <a:pt x="22" y="191"/>
                    <a:pt x="23" y="190"/>
                  </a:cubicBezTo>
                  <a:cubicBezTo>
                    <a:pt x="23" y="190"/>
                    <a:pt x="24" y="189"/>
                    <a:pt x="24" y="188"/>
                  </a:cubicBezTo>
                  <a:cubicBezTo>
                    <a:pt x="24" y="188"/>
                    <a:pt x="24" y="186"/>
                    <a:pt x="24" y="186"/>
                  </a:cubicBezTo>
                  <a:cubicBezTo>
                    <a:pt x="23" y="185"/>
                    <a:pt x="20" y="186"/>
                    <a:pt x="19" y="187"/>
                  </a:cubicBezTo>
                  <a:cubicBezTo>
                    <a:pt x="18" y="187"/>
                    <a:pt x="16" y="189"/>
                    <a:pt x="15" y="189"/>
                  </a:cubicBezTo>
                  <a:cubicBezTo>
                    <a:pt x="14" y="189"/>
                    <a:pt x="12" y="189"/>
                    <a:pt x="11" y="188"/>
                  </a:cubicBezTo>
                  <a:cubicBezTo>
                    <a:pt x="10" y="187"/>
                    <a:pt x="9" y="184"/>
                    <a:pt x="8" y="183"/>
                  </a:cubicBezTo>
                  <a:cubicBezTo>
                    <a:pt x="7" y="182"/>
                    <a:pt x="6" y="180"/>
                    <a:pt x="5" y="178"/>
                  </a:cubicBezTo>
                  <a:cubicBezTo>
                    <a:pt x="4" y="177"/>
                    <a:pt x="3" y="174"/>
                    <a:pt x="2" y="172"/>
                  </a:cubicBezTo>
                  <a:cubicBezTo>
                    <a:pt x="2" y="171"/>
                    <a:pt x="1" y="168"/>
                    <a:pt x="1" y="167"/>
                  </a:cubicBezTo>
                  <a:cubicBezTo>
                    <a:pt x="0" y="165"/>
                    <a:pt x="0" y="162"/>
                    <a:pt x="0" y="161"/>
                  </a:cubicBezTo>
                  <a:cubicBezTo>
                    <a:pt x="0" y="160"/>
                    <a:pt x="0" y="158"/>
                    <a:pt x="1" y="157"/>
                  </a:cubicBezTo>
                  <a:cubicBezTo>
                    <a:pt x="1" y="156"/>
                    <a:pt x="2" y="155"/>
                    <a:pt x="2" y="154"/>
                  </a:cubicBezTo>
                  <a:cubicBezTo>
                    <a:pt x="3" y="153"/>
                    <a:pt x="3" y="150"/>
                    <a:pt x="3" y="149"/>
                  </a:cubicBezTo>
                  <a:cubicBezTo>
                    <a:pt x="3" y="147"/>
                    <a:pt x="3" y="144"/>
                    <a:pt x="3" y="143"/>
                  </a:cubicBezTo>
                  <a:cubicBezTo>
                    <a:pt x="3" y="142"/>
                    <a:pt x="3" y="141"/>
                    <a:pt x="3" y="140"/>
                  </a:cubicBezTo>
                  <a:cubicBezTo>
                    <a:pt x="3" y="139"/>
                    <a:pt x="3" y="137"/>
                    <a:pt x="3" y="136"/>
                  </a:cubicBezTo>
                  <a:cubicBezTo>
                    <a:pt x="3" y="136"/>
                    <a:pt x="4" y="134"/>
                    <a:pt x="4" y="133"/>
                  </a:cubicBezTo>
                  <a:cubicBezTo>
                    <a:pt x="3" y="132"/>
                    <a:pt x="2" y="131"/>
                    <a:pt x="2" y="130"/>
                  </a:cubicBezTo>
                  <a:cubicBezTo>
                    <a:pt x="2" y="129"/>
                    <a:pt x="1" y="128"/>
                    <a:pt x="1" y="128"/>
                  </a:cubicBezTo>
                  <a:cubicBezTo>
                    <a:pt x="1" y="127"/>
                    <a:pt x="1" y="126"/>
                    <a:pt x="1" y="125"/>
                  </a:cubicBezTo>
                  <a:cubicBezTo>
                    <a:pt x="1" y="125"/>
                    <a:pt x="2" y="124"/>
                    <a:pt x="2" y="123"/>
                  </a:cubicBezTo>
                  <a:cubicBezTo>
                    <a:pt x="3" y="122"/>
                    <a:pt x="3" y="121"/>
                    <a:pt x="3" y="121"/>
                  </a:cubicBezTo>
                  <a:cubicBezTo>
                    <a:pt x="4" y="120"/>
                    <a:pt x="4" y="119"/>
                    <a:pt x="4" y="118"/>
                  </a:cubicBezTo>
                  <a:cubicBezTo>
                    <a:pt x="4" y="117"/>
                    <a:pt x="4" y="116"/>
                    <a:pt x="4" y="115"/>
                  </a:cubicBezTo>
                  <a:cubicBezTo>
                    <a:pt x="4" y="114"/>
                    <a:pt x="5" y="114"/>
                    <a:pt x="5" y="113"/>
                  </a:cubicBezTo>
                  <a:cubicBezTo>
                    <a:pt x="6" y="113"/>
                    <a:pt x="7" y="113"/>
                    <a:pt x="8" y="112"/>
                  </a:cubicBezTo>
                  <a:cubicBezTo>
                    <a:pt x="8" y="112"/>
                    <a:pt x="9" y="111"/>
                    <a:pt x="10" y="111"/>
                  </a:cubicBezTo>
                  <a:cubicBezTo>
                    <a:pt x="10" y="110"/>
                    <a:pt x="11" y="109"/>
                    <a:pt x="11" y="108"/>
                  </a:cubicBezTo>
                  <a:cubicBezTo>
                    <a:pt x="12" y="107"/>
                    <a:pt x="12" y="105"/>
                    <a:pt x="12" y="105"/>
                  </a:cubicBezTo>
                  <a:cubicBezTo>
                    <a:pt x="13" y="104"/>
                    <a:pt x="14" y="102"/>
                    <a:pt x="15" y="102"/>
                  </a:cubicBezTo>
                  <a:cubicBezTo>
                    <a:pt x="16" y="100"/>
                    <a:pt x="18" y="97"/>
                    <a:pt x="19" y="96"/>
                  </a:cubicBezTo>
                  <a:cubicBezTo>
                    <a:pt x="21" y="94"/>
                    <a:pt x="25" y="91"/>
                    <a:pt x="27" y="89"/>
                  </a:cubicBezTo>
                  <a:cubicBezTo>
                    <a:pt x="29" y="88"/>
                    <a:pt x="31" y="85"/>
                    <a:pt x="33" y="84"/>
                  </a:cubicBezTo>
                  <a:cubicBezTo>
                    <a:pt x="35" y="82"/>
                    <a:pt x="38" y="80"/>
                    <a:pt x="40" y="79"/>
                  </a:cubicBezTo>
                  <a:cubicBezTo>
                    <a:pt x="41" y="77"/>
                    <a:pt x="45" y="74"/>
                    <a:pt x="46" y="73"/>
                  </a:cubicBezTo>
                  <a:cubicBezTo>
                    <a:pt x="49" y="72"/>
                    <a:pt x="54" y="70"/>
                    <a:pt x="57" y="69"/>
                  </a:cubicBezTo>
                  <a:cubicBezTo>
                    <a:pt x="59" y="68"/>
                    <a:pt x="63" y="67"/>
                    <a:pt x="64" y="66"/>
                  </a:cubicBezTo>
                  <a:cubicBezTo>
                    <a:pt x="66" y="66"/>
                    <a:pt x="69" y="65"/>
                    <a:pt x="70" y="64"/>
                  </a:cubicBezTo>
                  <a:cubicBezTo>
                    <a:pt x="71" y="63"/>
                    <a:pt x="73" y="62"/>
                    <a:pt x="74" y="61"/>
                  </a:cubicBezTo>
                  <a:cubicBezTo>
                    <a:pt x="74" y="60"/>
                    <a:pt x="75" y="59"/>
                    <a:pt x="75" y="58"/>
                  </a:cubicBezTo>
                  <a:cubicBezTo>
                    <a:pt x="75" y="56"/>
                    <a:pt x="75" y="53"/>
                    <a:pt x="75" y="52"/>
                  </a:cubicBezTo>
                  <a:cubicBezTo>
                    <a:pt x="75" y="51"/>
                    <a:pt x="75" y="48"/>
                    <a:pt x="75" y="47"/>
                  </a:cubicBezTo>
                  <a:cubicBezTo>
                    <a:pt x="75" y="46"/>
                    <a:pt x="75" y="43"/>
                    <a:pt x="75" y="42"/>
                  </a:cubicBezTo>
                  <a:cubicBezTo>
                    <a:pt x="76" y="41"/>
                    <a:pt x="78" y="39"/>
                    <a:pt x="78" y="38"/>
                  </a:cubicBezTo>
                  <a:cubicBezTo>
                    <a:pt x="79" y="37"/>
                    <a:pt x="80" y="35"/>
                    <a:pt x="81" y="35"/>
                  </a:cubicBezTo>
                  <a:cubicBezTo>
                    <a:pt x="83" y="34"/>
                    <a:pt x="87" y="34"/>
                    <a:pt x="89" y="34"/>
                  </a:cubicBezTo>
                  <a:cubicBezTo>
                    <a:pt x="91" y="34"/>
                    <a:pt x="96" y="34"/>
                    <a:pt x="98" y="34"/>
                  </a:cubicBezTo>
                  <a:cubicBezTo>
                    <a:pt x="101" y="34"/>
                    <a:pt x="106" y="35"/>
                    <a:pt x="108" y="35"/>
                  </a:cubicBezTo>
                  <a:cubicBezTo>
                    <a:pt x="110" y="35"/>
                    <a:pt x="115" y="35"/>
                    <a:pt x="117" y="35"/>
                  </a:cubicBezTo>
                  <a:cubicBezTo>
                    <a:pt x="118" y="34"/>
                    <a:pt x="120" y="33"/>
                    <a:pt x="121" y="32"/>
                  </a:cubicBezTo>
                  <a:cubicBezTo>
                    <a:pt x="123" y="31"/>
                    <a:pt x="125" y="29"/>
                    <a:pt x="126" y="27"/>
                  </a:cubicBezTo>
                  <a:cubicBezTo>
                    <a:pt x="127" y="26"/>
                    <a:pt x="129" y="23"/>
                    <a:pt x="131" y="22"/>
                  </a:cubicBezTo>
                  <a:cubicBezTo>
                    <a:pt x="132" y="21"/>
                    <a:pt x="135" y="19"/>
                    <a:pt x="137" y="19"/>
                  </a:cubicBezTo>
                  <a:cubicBezTo>
                    <a:pt x="139" y="18"/>
                    <a:pt x="144" y="17"/>
                    <a:pt x="147" y="17"/>
                  </a:cubicBezTo>
                  <a:cubicBezTo>
                    <a:pt x="150" y="17"/>
                    <a:pt x="156" y="17"/>
                    <a:pt x="158" y="17"/>
                  </a:cubicBezTo>
                  <a:cubicBezTo>
                    <a:pt x="161" y="17"/>
                    <a:pt x="165" y="17"/>
                    <a:pt x="168" y="17"/>
                  </a:cubicBezTo>
                  <a:cubicBezTo>
                    <a:pt x="170" y="17"/>
                    <a:pt x="174" y="17"/>
                    <a:pt x="176" y="17"/>
                  </a:cubicBezTo>
                  <a:cubicBezTo>
                    <a:pt x="178" y="16"/>
                    <a:pt x="182" y="16"/>
                    <a:pt x="184" y="15"/>
                  </a:cubicBezTo>
                  <a:cubicBezTo>
                    <a:pt x="186" y="14"/>
                    <a:pt x="189" y="12"/>
                    <a:pt x="190" y="11"/>
                  </a:cubicBezTo>
                  <a:cubicBezTo>
                    <a:pt x="193" y="9"/>
                    <a:pt x="196" y="6"/>
                    <a:pt x="198" y="4"/>
                  </a:cubicBezTo>
                  <a:cubicBezTo>
                    <a:pt x="199" y="3"/>
                    <a:pt x="200" y="2"/>
                    <a:pt x="201" y="1"/>
                  </a:cubicBezTo>
                  <a:cubicBezTo>
                    <a:pt x="202" y="1"/>
                    <a:pt x="204" y="0"/>
                    <a:pt x="205" y="0"/>
                  </a:cubicBezTo>
                  <a:cubicBezTo>
                    <a:pt x="206" y="0"/>
                    <a:pt x="207" y="1"/>
                    <a:pt x="208" y="1"/>
                  </a:cubicBezTo>
                  <a:cubicBezTo>
                    <a:pt x="209" y="1"/>
                    <a:pt x="210" y="1"/>
                    <a:pt x="211" y="1"/>
                  </a:cubicBezTo>
                  <a:cubicBezTo>
                    <a:pt x="213" y="1"/>
                    <a:pt x="216" y="1"/>
                    <a:pt x="218" y="2"/>
                  </a:cubicBezTo>
                  <a:cubicBezTo>
                    <a:pt x="219" y="2"/>
                    <a:pt x="221" y="2"/>
                    <a:pt x="222" y="3"/>
                  </a:cubicBezTo>
                  <a:cubicBezTo>
                    <a:pt x="223" y="4"/>
                    <a:pt x="223" y="7"/>
                    <a:pt x="223" y="8"/>
                  </a:cubicBezTo>
                  <a:cubicBezTo>
                    <a:pt x="224" y="9"/>
                    <a:pt x="223" y="10"/>
                    <a:pt x="223" y="11"/>
                  </a:cubicBezTo>
                  <a:cubicBezTo>
                    <a:pt x="224" y="12"/>
                    <a:pt x="225" y="13"/>
                    <a:pt x="225" y="14"/>
                  </a:cubicBezTo>
                  <a:cubicBezTo>
                    <a:pt x="225" y="15"/>
                    <a:pt x="226" y="17"/>
                    <a:pt x="226" y="18"/>
                  </a:cubicBezTo>
                  <a:cubicBezTo>
                    <a:pt x="226" y="19"/>
                    <a:pt x="226" y="21"/>
                    <a:pt x="226" y="22"/>
                  </a:cubicBezTo>
                  <a:cubicBezTo>
                    <a:pt x="226" y="24"/>
                    <a:pt x="225" y="26"/>
                    <a:pt x="225" y="27"/>
                  </a:cubicBezTo>
                  <a:cubicBezTo>
                    <a:pt x="225" y="29"/>
                    <a:pt x="226" y="32"/>
                    <a:pt x="227" y="32"/>
                  </a:cubicBezTo>
                  <a:cubicBezTo>
                    <a:pt x="228" y="33"/>
                    <a:pt x="230" y="34"/>
                    <a:pt x="231" y="34"/>
                  </a:cubicBezTo>
                  <a:cubicBezTo>
                    <a:pt x="232" y="34"/>
                    <a:pt x="235" y="33"/>
                    <a:pt x="236" y="33"/>
                  </a:cubicBezTo>
                  <a:cubicBezTo>
                    <a:pt x="237" y="33"/>
                    <a:pt x="239" y="31"/>
                    <a:pt x="239" y="31"/>
                  </a:cubicBezTo>
                  <a:cubicBezTo>
                    <a:pt x="240" y="30"/>
                    <a:pt x="242" y="28"/>
                    <a:pt x="243" y="28"/>
                  </a:cubicBezTo>
                  <a:cubicBezTo>
                    <a:pt x="244" y="28"/>
                    <a:pt x="247" y="28"/>
                    <a:pt x="248" y="28"/>
                  </a:cubicBezTo>
                  <a:cubicBezTo>
                    <a:pt x="249" y="28"/>
                    <a:pt x="253" y="29"/>
                    <a:pt x="254" y="29"/>
                  </a:cubicBezTo>
                  <a:cubicBezTo>
                    <a:pt x="255" y="30"/>
                    <a:pt x="256" y="32"/>
                    <a:pt x="257" y="34"/>
                  </a:cubicBezTo>
                  <a:cubicBezTo>
                    <a:pt x="258" y="35"/>
                    <a:pt x="259" y="38"/>
                    <a:pt x="259" y="4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90"/>
            <p:cNvSpPr>
              <a:spLocks/>
            </p:cNvSpPr>
            <p:nvPr/>
          </p:nvSpPr>
          <p:spPr bwMode="auto">
            <a:xfrm>
              <a:off x="4070350" y="3805238"/>
              <a:ext cx="1065213" cy="735013"/>
            </a:xfrm>
            <a:custGeom>
              <a:avLst/>
              <a:gdLst/>
              <a:ahLst/>
              <a:cxnLst>
                <a:cxn ang="0">
                  <a:pos x="631" y="109"/>
                </a:cxn>
                <a:cxn ang="0">
                  <a:pos x="614" y="129"/>
                </a:cxn>
                <a:cxn ang="0">
                  <a:pos x="589" y="126"/>
                </a:cxn>
                <a:cxn ang="0">
                  <a:pos x="564" y="137"/>
                </a:cxn>
                <a:cxn ang="0">
                  <a:pos x="540" y="150"/>
                </a:cxn>
                <a:cxn ang="0">
                  <a:pos x="532" y="190"/>
                </a:cxn>
                <a:cxn ang="0">
                  <a:pos x="520" y="220"/>
                </a:cxn>
                <a:cxn ang="0">
                  <a:pos x="494" y="243"/>
                </a:cxn>
                <a:cxn ang="0">
                  <a:pos x="477" y="272"/>
                </a:cxn>
                <a:cxn ang="0">
                  <a:pos x="463" y="309"/>
                </a:cxn>
                <a:cxn ang="0">
                  <a:pos x="453" y="330"/>
                </a:cxn>
                <a:cxn ang="0">
                  <a:pos x="450" y="350"/>
                </a:cxn>
                <a:cxn ang="0">
                  <a:pos x="434" y="358"/>
                </a:cxn>
                <a:cxn ang="0">
                  <a:pos x="394" y="366"/>
                </a:cxn>
                <a:cxn ang="0">
                  <a:pos x="341" y="392"/>
                </a:cxn>
                <a:cxn ang="0">
                  <a:pos x="312" y="407"/>
                </a:cxn>
                <a:cxn ang="0">
                  <a:pos x="286" y="429"/>
                </a:cxn>
                <a:cxn ang="0">
                  <a:pos x="247" y="442"/>
                </a:cxn>
                <a:cxn ang="0">
                  <a:pos x="198" y="418"/>
                </a:cxn>
                <a:cxn ang="0">
                  <a:pos x="173" y="402"/>
                </a:cxn>
                <a:cxn ang="0">
                  <a:pos x="141" y="420"/>
                </a:cxn>
                <a:cxn ang="0">
                  <a:pos x="104" y="420"/>
                </a:cxn>
                <a:cxn ang="0">
                  <a:pos x="68" y="421"/>
                </a:cxn>
                <a:cxn ang="0">
                  <a:pos x="31" y="408"/>
                </a:cxn>
                <a:cxn ang="0">
                  <a:pos x="4" y="402"/>
                </a:cxn>
                <a:cxn ang="0">
                  <a:pos x="11" y="356"/>
                </a:cxn>
                <a:cxn ang="0">
                  <a:pos x="5" y="335"/>
                </a:cxn>
                <a:cxn ang="0">
                  <a:pos x="3" y="313"/>
                </a:cxn>
                <a:cxn ang="0">
                  <a:pos x="9" y="278"/>
                </a:cxn>
                <a:cxn ang="0">
                  <a:pos x="22" y="267"/>
                </a:cxn>
                <a:cxn ang="0">
                  <a:pos x="7" y="268"/>
                </a:cxn>
                <a:cxn ang="0">
                  <a:pos x="5" y="249"/>
                </a:cxn>
                <a:cxn ang="0">
                  <a:pos x="8" y="224"/>
                </a:cxn>
                <a:cxn ang="0">
                  <a:pos x="42" y="239"/>
                </a:cxn>
                <a:cxn ang="0">
                  <a:pos x="78" y="250"/>
                </a:cxn>
                <a:cxn ang="0">
                  <a:pos x="91" y="220"/>
                </a:cxn>
                <a:cxn ang="0">
                  <a:pos x="131" y="203"/>
                </a:cxn>
                <a:cxn ang="0">
                  <a:pos x="177" y="195"/>
                </a:cxn>
                <a:cxn ang="0">
                  <a:pos x="180" y="152"/>
                </a:cxn>
                <a:cxn ang="0">
                  <a:pos x="145" y="122"/>
                </a:cxn>
                <a:cxn ang="0">
                  <a:pos x="157" y="95"/>
                </a:cxn>
                <a:cxn ang="0">
                  <a:pos x="180" y="80"/>
                </a:cxn>
                <a:cxn ang="0">
                  <a:pos x="202" y="66"/>
                </a:cxn>
                <a:cxn ang="0">
                  <a:pos x="231" y="49"/>
                </a:cxn>
                <a:cxn ang="0">
                  <a:pos x="236" y="15"/>
                </a:cxn>
                <a:cxn ang="0">
                  <a:pos x="272" y="11"/>
                </a:cxn>
                <a:cxn ang="0">
                  <a:pos x="307" y="17"/>
                </a:cxn>
                <a:cxn ang="0">
                  <a:pos x="348" y="41"/>
                </a:cxn>
                <a:cxn ang="0">
                  <a:pos x="392" y="56"/>
                </a:cxn>
                <a:cxn ang="0">
                  <a:pos x="435" y="64"/>
                </a:cxn>
                <a:cxn ang="0">
                  <a:pos x="461" y="47"/>
                </a:cxn>
                <a:cxn ang="0">
                  <a:pos x="482" y="17"/>
                </a:cxn>
                <a:cxn ang="0">
                  <a:pos x="528" y="0"/>
                </a:cxn>
                <a:cxn ang="0">
                  <a:pos x="555" y="36"/>
                </a:cxn>
                <a:cxn ang="0">
                  <a:pos x="572" y="67"/>
                </a:cxn>
                <a:cxn ang="0">
                  <a:pos x="598" y="61"/>
                </a:cxn>
                <a:cxn ang="0">
                  <a:pos x="641" y="83"/>
                </a:cxn>
              </a:cxnLst>
              <a:rect l="0" t="0" r="r" b="b"/>
              <a:pathLst>
                <a:path w="642" h="444">
                  <a:moveTo>
                    <a:pt x="641" y="83"/>
                  </a:moveTo>
                  <a:cubicBezTo>
                    <a:pt x="641" y="84"/>
                    <a:pt x="642" y="85"/>
                    <a:pt x="642" y="86"/>
                  </a:cubicBezTo>
                  <a:cubicBezTo>
                    <a:pt x="642" y="87"/>
                    <a:pt x="640" y="88"/>
                    <a:pt x="640" y="89"/>
                  </a:cubicBezTo>
                  <a:cubicBezTo>
                    <a:pt x="639" y="90"/>
                    <a:pt x="638" y="93"/>
                    <a:pt x="638" y="94"/>
                  </a:cubicBezTo>
                  <a:cubicBezTo>
                    <a:pt x="637" y="95"/>
                    <a:pt x="635" y="95"/>
                    <a:pt x="635" y="96"/>
                  </a:cubicBezTo>
                  <a:cubicBezTo>
                    <a:pt x="634" y="97"/>
                    <a:pt x="634" y="99"/>
                    <a:pt x="633" y="100"/>
                  </a:cubicBezTo>
                  <a:cubicBezTo>
                    <a:pt x="633" y="101"/>
                    <a:pt x="632" y="103"/>
                    <a:pt x="631" y="103"/>
                  </a:cubicBezTo>
                  <a:cubicBezTo>
                    <a:pt x="631" y="105"/>
                    <a:pt x="631" y="107"/>
                    <a:pt x="631" y="109"/>
                  </a:cubicBezTo>
                  <a:cubicBezTo>
                    <a:pt x="631" y="110"/>
                    <a:pt x="632" y="112"/>
                    <a:pt x="632" y="113"/>
                  </a:cubicBezTo>
                  <a:cubicBezTo>
                    <a:pt x="632" y="114"/>
                    <a:pt x="630" y="116"/>
                    <a:pt x="630" y="117"/>
                  </a:cubicBezTo>
                  <a:cubicBezTo>
                    <a:pt x="630" y="119"/>
                    <a:pt x="630" y="121"/>
                    <a:pt x="630" y="123"/>
                  </a:cubicBezTo>
                  <a:cubicBezTo>
                    <a:pt x="630" y="124"/>
                    <a:pt x="630" y="128"/>
                    <a:pt x="629" y="129"/>
                  </a:cubicBezTo>
                  <a:cubicBezTo>
                    <a:pt x="629" y="130"/>
                    <a:pt x="627" y="131"/>
                    <a:pt x="626" y="131"/>
                  </a:cubicBezTo>
                  <a:cubicBezTo>
                    <a:pt x="625" y="131"/>
                    <a:pt x="622" y="130"/>
                    <a:pt x="621" y="130"/>
                  </a:cubicBezTo>
                  <a:cubicBezTo>
                    <a:pt x="620" y="130"/>
                    <a:pt x="618" y="132"/>
                    <a:pt x="617" y="132"/>
                  </a:cubicBezTo>
                  <a:cubicBezTo>
                    <a:pt x="616" y="132"/>
                    <a:pt x="615" y="130"/>
                    <a:pt x="614" y="129"/>
                  </a:cubicBezTo>
                  <a:cubicBezTo>
                    <a:pt x="613" y="129"/>
                    <a:pt x="611" y="128"/>
                    <a:pt x="611" y="128"/>
                  </a:cubicBezTo>
                  <a:cubicBezTo>
                    <a:pt x="610" y="127"/>
                    <a:pt x="609" y="126"/>
                    <a:pt x="609" y="125"/>
                  </a:cubicBezTo>
                  <a:cubicBezTo>
                    <a:pt x="608" y="125"/>
                    <a:pt x="607" y="123"/>
                    <a:pt x="606" y="122"/>
                  </a:cubicBezTo>
                  <a:cubicBezTo>
                    <a:pt x="605" y="122"/>
                    <a:pt x="603" y="121"/>
                    <a:pt x="602" y="121"/>
                  </a:cubicBezTo>
                  <a:cubicBezTo>
                    <a:pt x="601" y="120"/>
                    <a:pt x="599" y="120"/>
                    <a:pt x="598" y="120"/>
                  </a:cubicBezTo>
                  <a:cubicBezTo>
                    <a:pt x="597" y="120"/>
                    <a:pt x="595" y="122"/>
                    <a:pt x="594" y="122"/>
                  </a:cubicBezTo>
                  <a:cubicBezTo>
                    <a:pt x="593" y="122"/>
                    <a:pt x="591" y="123"/>
                    <a:pt x="590" y="123"/>
                  </a:cubicBezTo>
                  <a:cubicBezTo>
                    <a:pt x="590" y="124"/>
                    <a:pt x="589" y="125"/>
                    <a:pt x="589" y="126"/>
                  </a:cubicBezTo>
                  <a:cubicBezTo>
                    <a:pt x="588" y="127"/>
                    <a:pt x="588" y="129"/>
                    <a:pt x="587" y="130"/>
                  </a:cubicBezTo>
                  <a:cubicBezTo>
                    <a:pt x="587" y="131"/>
                    <a:pt x="585" y="132"/>
                    <a:pt x="585" y="133"/>
                  </a:cubicBezTo>
                  <a:cubicBezTo>
                    <a:pt x="586" y="134"/>
                    <a:pt x="587" y="135"/>
                    <a:pt x="587" y="136"/>
                  </a:cubicBezTo>
                  <a:cubicBezTo>
                    <a:pt x="587" y="137"/>
                    <a:pt x="587" y="139"/>
                    <a:pt x="586" y="139"/>
                  </a:cubicBezTo>
                  <a:cubicBezTo>
                    <a:pt x="585" y="140"/>
                    <a:pt x="582" y="140"/>
                    <a:pt x="581" y="140"/>
                  </a:cubicBezTo>
                  <a:cubicBezTo>
                    <a:pt x="579" y="141"/>
                    <a:pt x="576" y="141"/>
                    <a:pt x="575" y="140"/>
                  </a:cubicBezTo>
                  <a:cubicBezTo>
                    <a:pt x="574" y="140"/>
                    <a:pt x="571" y="140"/>
                    <a:pt x="570" y="139"/>
                  </a:cubicBezTo>
                  <a:cubicBezTo>
                    <a:pt x="569" y="139"/>
                    <a:pt x="566" y="137"/>
                    <a:pt x="564" y="137"/>
                  </a:cubicBezTo>
                  <a:cubicBezTo>
                    <a:pt x="563" y="137"/>
                    <a:pt x="561" y="138"/>
                    <a:pt x="560" y="139"/>
                  </a:cubicBezTo>
                  <a:cubicBezTo>
                    <a:pt x="559" y="139"/>
                    <a:pt x="558" y="141"/>
                    <a:pt x="558" y="142"/>
                  </a:cubicBezTo>
                  <a:cubicBezTo>
                    <a:pt x="557" y="143"/>
                    <a:pt x="555" y="144"/>
                    <a:pt x="554" y="144"/>
                  </a:cubicBezTo>
                  <a:cubicBezTo>
                    <a:pt x="553" y="145"/>
                    <a:pt x="551" y="144"/>
                    <a:pt x="550" y="144"/>
                  </a:cubicBezTo>
                  <a:cubicBezTo>
                    <a:pt x="549" y="144"/>
                    <a:pt x="548" y="144"/>
                    <a:pt x="548" y="144"/>
                  </a:cubicBezTo>
                  <a:cubicBezTo>
                    <a:pt x="547" y="144"/>
                    <a:pt x="546" y="145"/>
                    <a:pt x="545" y="145"/>
                  </a:cubicBezTo>
                  <a:cubicBezTo>
                    <a:pt x="545" y="146"/>
                    <a:pt x="543" y="146"/>
                    <a:pt x="542" y="147"/>
                  </a:cubicBezTo>
                  <a:cubicBezTo>
                    <a:pt x="541" y="148"/>
                    <a:pt x="540" y="150"/>
                    <a:pt x="540" y="150"/>
                  </a:cubicBezTo>
                  <a:cubicBezTo>
                    <a:pt x="540" y="152"/>
                    <a:pt x="540" y="154"/>
                    <a:pt x="540" y="156"/>
                  </a:cubicBezTo>
                  <a:cubicBezTo>
                    <a:pt x="540" y="158"/>
                    <a:pt x="540" y="162"/>
                    <a:pt x="540" y="164"/>
                  </a:cubicBezTo>
                  <a:cubicBezTo>
                    <a:pt x="540" y="166"/>
                    <a:pt x="541" y="169"/>
                    <a:pt x="540" y="171"/>
                  </a:cubicBezTo>
                  <a:cubicBezTo>
                    <a:pt x="540" y="172"/>
                    <a:pt x="540" y="175"/>
                    <a:pt x="539" y="177"/>
                  </a:cubicBezTo>
                  <a:cubicBezTo>
                    <a:pt x="539" y="177"/>
                    <a:pt x="538" y="179"/>
                    <a:pt x="538" y="179"/>
                  </a:cubicBezTo>
                  <a:cubicBezTo>
                    <a:pt x="537" y="180"/>
                    <a:pt x="537" y="182"/>
                    <a:pt x="536" y="183"/>
                  </a:cubicBezTo>
                  <a:cubicBezTo>
                    <a:pt x="536" y="184"/>
                    <a:pt x="535" y="186"/>
                    <a:pt x="535" y="186"/>
                  </a:cubicBezTo>
                  <a:cubicBezTo>
                    <a:pt x="534" y="187"/>
                    <a:pt x="533" y="189"/>
                    <a:pt x="532" y="190"/>
                  </a:cubicBezTo>
                  <a:cubicBezTo>
                    <a:pt x="532" y="192"/>
                    <a:pt x="532" y="194"/>
                    <a:pt x="532" y="196"/>
                  </a:cubicBezTo>
                  <a:cubicBezTo>
                    <a:pt x="532" y="197"/>
                    <a:pt x="533" y="200"/>
                    <a:pt x="532" y="201"/>
                  </a:cubicBezTo>
                  <a:cubicBezTo>
                    <a:pt x="532" y="202"/>
                    <a:pt x="531" y="204"/>
                    <a:pt x="530" y="205"/>
                  </a:cubicBezTo>
                  <a:cubicBezTo>
                    <a:pt x="530" y="207"/>
                    <a:pt x="529" y="210"/>
                    <a:pt x="528" y="211"/>
                  </a:cubicBezTo>
                  <a:cubicBezTo>
                    <a:pt x="528" y="211"/>
                    <a:pt x="526" y="212"/>
                    <a:pt x="525" y="213"/>
                  </a:cubicBezTo>
                  <a:cubicBezTo>
                    <a:pt x="525" y="213"/>
                    <a:pt x="524" y="214"/>
                    <a:pt x="523" y="215"/>
                  </a:cubicBezTo>
                  <a:cubicBezTo>
                    <a:pt x="523" y="215"/>
                    <a:pt x="522" y="216"/>
                    <a:pt x="521" y="217"/>
                  </a:cubicBezTo>
                  <a:cubicBezTo>
                    <a:pt x="521" y="218"/>
                    <a:pt x="521" y="219"/>
                    <a:pt x="520" y="220"/>
                  </a:cubicBezTo>
                  <a:cubicBezTo>
                    <a:pt x="520" y="221"/>
                    <a:pt x="518" y="222"/>
                    <a:pt x="517" y="223"/>
                  </a:cubicBezTo>
                  <a:cubicBezTo>
                    <a:pt x="517" y="224"/>
                    <a:pt x="514" y="225"/>
                    <a:pt x="513" y="225"/>
                  </a:cubicBezTo>
                  <a:cubicBezTo>
                    <a:pt x="512" y="226"/>
                    <a:pt x="510" y="229"/>
                    <a:pt x="509" y="231"/>
                  </a:cubicBezTo>
                  <a:cubicBezTo>
                    <a:pt x="508" y="232"/>
                    <a:pt x="505" y="233"/>
                    <a:pt x="505" y="234"/>
                  </a:cubicBezTo>
                  <a:cubicBezTo>
                    <a:pt x="504" y="235"/>
                    <a:pt x="505" y="236"/>
                    <a:pt x="504" y="237"/>
                  </a:cubicBezTo>
                  <a:cubicBezTo>
                    <a:pt x="504" y="238"/>
                    <a:pt x="502" y="239"/>
                    <a:pt x="501" y="239"/>
                  </a:cubicBezTo>
                  <a:cubicBezTo>
                    <a:pt x="500" y="240"/>
                    <a:pt x="498" y="241"/>
                    <a:pt x="497" y="242"/>
                  </a:cubicBezTo>
                  <a:cubicBezTo>
                    <a:pt x="496" y="242"/>
                    <a:pt x="495" y="243"/>
                    <a:pt x="494" y="243"/>
                  </a:cubicBezTo>
                  <a:cubicBezTo>
                    <a:pt x="493" y="244"/>
                    <a:pt x="491" y="243"/>
                    <a:pt x="491" y="244"/>
                  </a:cubicBezTo>
                  <a:cubicBezTo>
                    <a:pt x="490" y="244"/>
                    <a:pt x="488" y="245"/>
                    <a:pt x="487" y="246"/>
                  </a:cubicBezTo>
                  <a:cubicBezTo>
                    <a:pt x="486" y="247"/>
                    <a:pt x="485" y="249"/>
                    <a:pt x="485" y="251"/>
                  </a:cubicBezTo>
                  <a:cubicBezTo>
                    <a:pt x="485" y="252"/>
                    <a:pt x="485" y="255"/>
                    <a:pt x="484" y="256"/>
                  </a:cubicBezTo>
                  <a:cubicBezTo>
                    <a:pt x="484" y="258"/>
                    <a:pt x="483" y="260"/>
                    <a:pt x="483" y="261"/>
                  </a:cubicBezTo>
                  <a:cubicBezTo>
                    <a:pt x="482" y="262"/>
                    <a:pt x="481" y="264"/>
                    <a:pt x="481" y="265"/>
                  </a:cubicBezTo>
                  <a:cubicBezTo>
                    <a:pt x="480" y="266"/>
                    <a:pt x="479" y="269"/>
                    <a:pt x="479" y="270"/>
                  </a:cubicBezTo>
                  <a:cubicBezTo>
                    <a:pt x="478" y="270"/>
                    <a:pt x="477" y="271"/>
                    <a:pt x="477" y="272"/>
                  </a:cubicBezTo>
                  <a:cubicBezTo>
                    <a:pt x="476" y="273"/>
                    <a:pt x="476" y="274"/>
                    <a:pt x="475" y="275"/>
                  </a:cubicBezTo>
                  <a:cubicBezTo>
                    <a:pt x="475" y="276"/>
                    <a:pt x="474" y="278"/>
                    <a:pt x="474" y="279"/>
                  </a:cubicBezTo>
                  <a:cubicBezTo>
                    <a:pt x="473" y="281"/>
                    <a:pt x="474" y="284"/>
                    <a:pt x="474" y="286"/>
                  </a:cubicBezTo>
                  <a:cubicBezTo>
                    <a:pt x="474" y="287"/>
                    <a:pt x="473" y="289"/>
                    <a:pt x="473" y="291"/>
                  </a:cubicBezTo>
                  <a:cubicBezTo>
                    <a:pt x="473" y="292"/>
                    <a:pt x="472" y="296"/>
                    <a:pt x="472" y="297"/>
                  </a:cubicBezTo>
                  <a:cubicBezTo>
                    <a:pt x="471" y="299"/>
                    <a:pt x="469" y="301"/>
                    <a:pt x="468" y="302"/>
                  </a:cubicBezTo>
                  <a:cubicBezTo>
                    <a:pt x="467" y="303"/>
                    <a:pt x="465" y="304"/>
                    <a:pt x="465" y="305"/>
                  </a:cubicBezTo>
                  <a:cubicBezTo>
                    <a:pt x="464" y="306"/>
                    <a:pt x="464" y="308"/>
                    <a:pt x="463" y="309"/>
                  </a:cubicBezTo>
                  <a:cubicBezTo>
                    <a:pt x="463" y="310"/>
                    <a:pt x="463" y="313"/>
                    <a:pt x="462" y="313"/>
                  </a:cubicBezTo>
                  <a:cubicBezTo>
                    <a:pt x="461" y="313"/>
                    <a:pt x="461" y="313"/>
                    <a:pt x="460" y="312"/>
                  </a:cubicBezTo>
                  <a:cubicBezTo>
                    <a:pt x="460" y="312"/>
                    <a:pt x="459" y="313"/>
                    <a:pt x="458" y="313"/>
                  </a:cubicBezTo>
                  <a:cubicBezTo>
                    <a:pt x="457" y="314"/>
                    <a:pt x="457" y="316"/>
                    <a:pt x="457" y="317"/>
                  </a:cubicBezTo>
                  <a:cubicBezTo>
                    <a:pt x="457" y="318"/>
                    <a:pt x="458" y="320"/>
                    <a:pt x="458" y="321"/>
                  </a:cubicBezTo>
                  <a:cubicBezTo>
                    <a:pt x="458" y="322"/>
                    <a:pt x="457" y="324"/>
                    <a:pt x="457" y="325"/>
                  </a:cubicBezTo>
                  <a:cubicBezTo>
                    <a:pt x="456" y="326"/>
                    <a:pt x="455" y="327"/>
                    <a:pt x="455" y="328"/>
                  </a:cubicBezTo>
                  <a:cubicBezTo>
                    <a:pt x="454" y="328"/>
                    <a:pt x="453" y="329"/>
                    <a:pt x="453" y="330"/>
                  </a:cubicBezTo>
                  <a:cubicBezTo>
                    <a:pt x="453" y="331"/>
                    <a:pt x="454" y="332"/>
                    <a:pt x="454" y="333"/>
                  </a:cubicBezTo>
                  <a:cubicBezTo>
                    <a:pt x="454" y="333"/>
                    <a:pt x="454" y="335"/>
                    <a:pt x="453" y="336"/>
                  </a:cubicBezTo>
                  <a:cubicBezTo>
                    <a:pt x="453" y="336"/>
                    <a:pt x="451" y="336"/>
                    <a:pt x="451" y="336"/>
                  </a:cubicBezTo>
                  <a:cubicBezTo>
                    <a:pt x="450" y="337"/>
                    <a:pt x="449" y="338"/>
                    <a:pt x="449" y="339"/>
                  </a:cubicBezTo>
                  <a:cubicBezTo>
                    <a:pt x="449" y="340"/>
                    <a:pt x="449" y="341"/>
                    <a:pt x="450" y="342"/>
                  </a:cubicBezTo>
                  <a:cubicBezTo>
                    <a:pt x="450" y="343"/>
                    <a:pt x="451" y="344"/>
                    <a:pt x="451" y="344"/>
                  </a:cubicBezTo>
                  <a:cubicBezTo>
                    <a:pt x="451" y="345"/>
                    <a:pt x="451" y="346"/>
                    <a:pt x="451" y="346"/>
                  </a:cubicBezTo>
                  <a:cubicBezTo>
                    <a:pt x="451" y="347"/>
                    <a:pt x="450" y="349"/>
                    <a:pt x="450" y="350"/>
                  </a:cubicBezTo>
                  <a:cubicBezTo>
                    <a:pt x="450" y="350"/>
                    <a:pt x="449" y="351"/>
                    <a:pt x="449" y="352"/>
                  </a:cubicBezTo>
                  <a:cubicBezTo>
                    <a:pt x="449" y="352"/>
                    <a:pt x="450" y="353"/>
                    <a:pt x="451" y="353"/>
                  </a:cubicBezTo>
                  <a:cubicBezTo>
                    <a:pt x="451" y="354"/>
                    <a:pt x="454" y="354"/>
                    <a:pt x="455" y="354"/>
                  </a:cubicBezTo>
                  <a:cubicBezTo>
                    <a:pt x="455" y="354"/>
                    <a:pt x="455" y="355"/>
                    <a:pt x="456" y="355"/>
                  </a:cubicBezTo>
                  <a:cubicBezTo>
                    <a:pt x="454" y="356"/>
                    <a:pt x="453" y="356"/>
                    <a:pt x="452" y="357"/>
                  </a:cubicBezTo>
                  <a:cubicBezTo>
                    <a:pt x="451" y="357"/>
                    <a:pt x="448" y="355"/>
                    <a:pt x="447" y="355"/>
                  </a:cubicBezTo>
                  <a:cubicBezTo>
                    <a:pt x="445" y="355"/>
                    <a:pt x="442" y="356"/>
                    <a:pt x="440" y="357"/>
                  </a:cubicBezTo>
                  <a:cubicBezTo>
                    <a:pt x="438" y="357"/>
                    <a:pt x="435" y="357"/>
                    <a:pt x="434" y="358"/>
                  </a:cubicBezTo>
                  <a:cubicBezTo>
                    <a:pt x="433" y="358"/>
                    <a:pt x="430" y="359"/>
                    <a:pt x="429" y="359"/>
                  </a:cubicBezTo>
                  <a:cubicBezTo>
                    <a:pt x="429" y="360"/>
                    <a:pt x="428" y="362"/>
                    <a:pt x="428" y="363"/>
                  </a:cubicBezTo>
                  <a:cubicBezTo>
                    <a:pt x="427" y="364"/>
                    <a:pt x="426" y="366"/>
                    <a:pt x="425" y="367"/>
                  </a:cubicBezTo>
                  <a:cubicBezTo>
                    <a:pt x="424" y="368"/>
                    <a:pt x="422" y="369"/>
                    <a:pt x="421" y="369"/>
                  </a:cubicBezTo>
                  <a:cubicBezTo>
                    <a:pt x="420" y="369"/>
                    <a:pt x="417" y="369"/>
                    <a:pt x="415" y="369"/>
                  </a:cubicBezTo>
                  <a:cubicBezTo>
                    <a:pt x="413" y="369"/>
                    <a:pt x="409" y="367"/>
                    <a:pt x="407" y="367"/>
                  </a:cubicBezTo>
                  <a:cubicBezTo>
                    <a:pt x="405" y="366"/>
                    <a:pt x="402" y="366"/>
                    <a:pt x="401" y="366"/>
                  </a:cubicBezTo>
                  <a:cubicBezTo>
                    <a:pt x="399" y="365"/>
                    <a:pt x="396" y="365"/>
                    <a:pt x="394" y="366"/>
                  </a:cubicBezTo>
                  <a:cubicBezTo>
                    <a:pt x="392" y="366"/>
                    <a:pt x="390" y="366"/>
                    <a:pt x="389" y="366"/>
                  </a:cubicBezTo>
                  <a:cubicBezTo>
                    <a:pt x="386" y="367"/>
                    <a:pt x="383" y="370"/>
                    <a:pt x="381" y="371"/>
                  </a:cubicBezTo>
                  <a:cubicBezTo>
                    <a:pt x="378" y="372"/>
                    <a:pt x="373" y="374"/>
                    <a:pt x="371" y="375"/>
                  </a:cubicBezTo>
                  <a:cubicBezTo>
                    <a:pt x="369" y="375"/>
                    <a:pt x="366" y="376"/>
                    <a:pt x="364" y="377"/>
                  </a:cubicBezTo>
                  <a:cubicBezTo>
                    <a:pt x="362" y="378"/>
                    <a:pt x="360" y="380"/>
                    <a:pt x="358" y="381"/>
                  </a:cubicBezTo>
                  <a:cubicBezTo>
                    <a:pt x="357" y="382"/>
                    <a:pt x="355" y="383"/>
                    <a:pt x="354" y="383"/>
                  </a:cubicBezTo>
                  <a:cubicBezTo>
                    <a:pt x="352" y="385"/>
                    <a:pt x="349" y="388"/>
                    <a:pt x="347" y="389"/>
                  </a:cubicBezTo>
                  <a:cubicBezTo>
                    <a:pt x="345" y="390"/>
                    <a:pt x="343" y="392"/>
                    <a:pt x="341" y="392"/>
                  </a:cubicBezTo>
                  <a:cubicBezTo>
                    <a:pt x="340" y="392"/>
                    <a:pt x="338" y="392"/>
                    <a:pt x="337" y="392"/>
                  </a:cubicBezTo>
                  <a:cubicBezTo>
                    <a:pt x="336" y="392"/>
                    <a:pt x="333" y="393"/>
                    <a:pt x="332" y="394"/>
                  </a:cubicBezTo>
                  <a:cubicBezTo>
                    <a:pt x="332" y="394"/>
                    <a:pt x="331" y="396"/>
                    <a:pt x="331" y="396"/>
                  </a:cubicBezTo>
                  <a:cubicBezTo>
                    <a:pt x="330" y="397"/>
                    <a:pt x="330" y="400"/>
                    <a:pt x="329" y="401"/>
                  </a:cubicBezTo>
                  <a:cubicBezTo>
                    <a:pt x="329" y="401"/>
                    <a:pt x="328" y="403"/>
                    <a:pt x="327" y="404"/>
                  </a:cubicBezTo>
                  <a:cubicBezTo>
                    <a:pt x="326" y="405"/>
                    <a:pt x="323" y="406"/>
                    <a:pt x="322" y="406"/>
                  </a:cubicBezTo>
                  <a:cubicBezTo>
                    <a:pt x="321" y="406"/>
                    <a:pt x="319" y="407"/>
                    <a:pt x="318" y="407"/>
                  </a:cubicBezTo>
                  <a:cubicBezTo>
                    <a:pt x="317" y="408"/>
                    <a:pt x="313" y="407"/>
                    <a:pt x="312" y="407"/>
                  </a:cubicBezTo>
                  <a:cubicBezTo>
                    <a:pt x="310" y="407"/>
                    <a:pt x="306" y="408"/>
                    <a:pt x="304" y="408"/>
                  </a:cubicBezTo>
                  <a:cubicBezTo>
                    <a:pt x="303" y="408"/>
                    <a:pt x="299" y="409"/>
                    <a:pt x="298" y="409"/>
                  </a:cubicBezTo>
                  <a:cubicBezTo>
                    <a:pt x="297" y="410"/>
                    <a:pt x="296" y="411"/>
                    <a:pt x="295" y="411"/>
                  </a:cubicBezTo>
                  <a:cubicBezTo>
                    <a:pt x="295" y="412"/>
                    <a:pt x="294" y="413"/>
                    <a:pt x="294" y="414"/>
                  </a:cubicBezTo>
                  <a:cubicBezTo>
                    <a:pt x="294" y="415"/>
                    <a:pt x="295" y="418"/>
                    <a:pt x="295" y="419"/>
                  </a:cubicBezTo>
                  <a:cubicBezTo>
                    <a:pt x="295" y="420"/>
                    <a:pt x="294" y="421"/>
                    <a:pt x="294" y="422"/>
                  </a:cubicBezTo>
                  <a:cubicBezTo>
                    <a:pt x="293" y="423"/>
                    <a:pt x="292" y="425"/>
                    <a:pt x="291" y="426"/>
                  </a:cubicBezTo>
                  <a:cubicBezTo>
                    <a:pt x="290" y="427"/>
                    <a:pt x="287" y="428"/>
                    <a:pt x="286" y="429"/>
                  </a:cubicBezTo>
                  <a:cubicBezTo>
                    <a:pt x="285" y="429"/>
                    <a:pt x="284" y="430"/>
                    <a:pt x="283" y="431"/>
                  </a:cubicBezTo>
                  <a:cubicBezTo>
                    <a:pt x="282" y="431"/>
                    <a:pt x="280" y="432"/>
                    <a:pt x="279" y="432"/>
                  </a:cubicBezTo>
                  <a:cubicBezTo>
                    <a:pt x="278" y="433"/>
                    <a:pt x="276" y="435"/>
                    <a:pt x="276" y="436"/>
                  </a:cubicBezTo>
                  <a:cubicBezTo>
                    <a:pt x="275" y="437"/>
                    <a:pt x="273" y="439"/>
                    <a:pt x="272" y="439"/>
                  </a:cubicBezTo>
                  <a:cubicBezTo>
                    <a:pt x="271" y="440"/>
                    <a:pt x="270" y="443"/>
                    <a:pt x="269" y="443"/>
                  </a:cubicBezTo>
                  <a:cubicBezTo>
                    <a:pt x="267" y="444"/>
                    <a:pt x="264" y="443"/>
                    <a:pt x="262" y="443"/>
                  </a:cubicBezTo>
                  <a:cubicBezTo>
                    <a:pt x="260" y="443"/>
                    <a:pt x="257" y="443"/>
                    <a:pt x="255" y="442"/>
                  </a:cubicBezTo>
                  <a:cubicBezTo>
                    <a:pt x="253" y="442"/>
                    <a:pt x="249" y="442"/>
                    <a:pt x="247" y="442"/>
                  </a:cubicBezTo>
                  <a:cubicBezTo>
                    <a:pt x="246" y="442"/>
                    <a:pt x="244" y="442"/>
                    <a:pt x="243" y="442"/>
                  </a:cubicBezTo>
                  <a:cubicBezTo>
                    <a:pt x="240" y="441"/>
                    <a:pt x="235" y="441"/>
                    <a:pt x="233" y="440"/>
                  </a:cubicBezTo>
                  <a:cubicBezTo>
                    <a:pt x="231" y="440"/>
                    <a:pt x="229" y="439"/>
                    <a:pt x="228" y="438"/>
                  </a:cubicBezTo>
                  <a:cubicBezTo>
                    <a:pt x="226" y="437"/>
                    <a:pt x="222" y="435"/>
                    <a:pt x="220" y="434"/>
                  </a:cubicBezTo>
                  <a:cubicBezTo>
                    <a:pt x="219" y="433"/>
                    <a:pt x="216" y="431"/>
                    <a:pt x="215" y="430"/>
                  </a:cubicBezTo>
                  <a:cubicBezTo>
                    <a:pt x="213" y="429"/>
                    <a:pt x="209" y="427"/>
                    <a:pt x="208" y="426"/>
                  </a:cubicBezTo>
                  <a:cubicBezTo>
                    <a:pt x="207" y="425"/>
                    <a:pt x="206" y="422"/>
                    <a:pt x="205" y="421"/>
                  </a:cubicBezTo>
                  <a:cubicBezTo>
                    <a:pt x="203" y="420"/>
                    <a:pt x="200" y="419"/>
                    <a:pt x="198" y="418"/>
                  </a:cubicBezTo>
                  <a:cubicBezTo>
                    <a:pt x="197" y="418"/>
                    <a:pt x="194" y="417"/>
                    <a:pt x="193" y="416"/>
                  </a:cubicBezTo>
                  <a:cubicBezTo>
                    <a:pt x="192" y="415"/>
                    <a:pt x="191" y="414"/>
                    <a:pt x="191" y="413"/>
                  </a:cubicBezTo>
                  <a:cubicBezTo>
                    <a:pt x="191" y="411"/>
                    <a:pt x="191" y="409"/>
                    <a:pt x="191" y="408"/>
                  </a:cubicBezTo>
                  <a:cubicBezTo>
                    <a:pt x="191" y="406"/>
                    <a:pt x="191" y="402"/>
                    <a:pt x="190" y="400"/>
                  </a:cubicBezTo>
                  <a:cubicBezTo>
                    <a:pt x="189" y="399"/>
                    <a:pt x="186" y="397"/>
                    <a:pt x="184" y="397"/>
                  </a:cubicBezTo>
                  <a:cubicBezTo>
                    <a:pt x="183" y="397"/>
                    <a:pt x="182" y="398"/>
                    <a:pt x="181" y="398"/>
                  </a:cubicBezTo>
                  <a:cubicBezTo>
                    <a:pt x="180" y="399"/>
                    <a:pt x="179" y="401"/>
                    <a:pt x="178" y="401"/>
                  </a:cubicBezTo>
                  <a:cubicBezTo>
                    <a:pt x="177" y="402"/>
                    <a:pt x="174" y="402"/>
                    <a:pt x="173" y="402"/>
                  </a:cubicBezTo>
                  <a:cubicBezTo>
                    <a:pt x="170" y="402"/>
                    <a:pt x="166" y="400"/>
                    <a:pt x="164" y="400"/>
                  </a:cubicBezTo>
                  <a:cubicBezTo>
                    <a:pt x="163" y="400"/>
                    <a:pt x="160" y="400"/>
                    <a:pt x="158" y="400"/>
                  </a:cubicBezTo>
                  <a:cubicBezTo>
                    <a:pt x="156" y="400"/>
                    <a:pt x="153" y="400"/>
                    <a:pt x="151" y="401"/>
                  </a:cubicBezTo>
                  <a:cubicBezTo>
                    <a:pt x="150" y="401"/>
                    <a:pt x="148" y="404"/>
                    <a:pt x="147" y="405"/>
                  </a:cubicBezTo>
                  <a:cubicBezTo>
                    <a:pt x="147" y="405"/>
                    <a:pt x="146" y="407"/>
                    <a:pt x="146" y="408"/>
                  </a:cubicBezTo>
                  <a:cubicBezTo>
                    <a:pt x="145" y="409"/>
                    <a:pt x="146" y="412"/>
                    <a:pt x="146" y="414"/>
                  </a:cubicBezTo>
                  <a:cubicBezTo>
                    <a:pt x="145" y="415"/>
                    <a:pt x="144" y="417"/>
                    <a:pt x="143" y="418"/>
                  </a:cubicBezTo>
                  <a:cubicBezTo>
                    <a:pt x="143" y="419"/>
                    <a:pt x="142" y="420"/>
                    <a:pt x="141" y="420"/>
                  </a:cubicBezTo>
                  <a:cubicBezTo>
                    <a:pt x="140" y="420"/>
                    <a:pt x="136" y="419"/>
                    <a:pt x="135" y="420"/>
                  </a:cubicBezTo>
                  <a:cubicBezTo>
                    <a:pt x="134" y="420"/>
                    <a:pt x="133" y="422"/>
                    <a:pt x="132" y="423"/>
                  </a:cubicBezTo>
                  <a:cubicBezTo>
                    <a:pt x="131" y="423"/>
                    <a:pt x="129" y="424"/>
                    <a:pt x="128" y="424"/>
                  </a:cubicBezTo>
                  <a:cubicBezTo>
                    <a:pt x="127" y="424"/>
                    <a:pt x="125" y="422"/>
                    <a:pt x="124" y="422"/>
                  </a:cubicBezTo>
                  <a:cubicBezTo>
                    <a:pt x="122" y="421"/>
                    <a:pt x="120" y="421"/>
                    <a:pt x="119" y="421"/>
                  </a:cubicBezTo>
                  <a:cubicBezTo>
                    <a:pt x="118" y="421"/>
                    <a:pt x="115" y="421"/>
                    <a:pt x="114" y="421"/>
                  </a:cubicBezTo>
                  <a:cubicBezTo>
                    <a:pt x="113" y="421"/>
                    <a:pt x="110" y="422"/>
                    <a:pt x="108" y="421"/>
                  </a:cubicBezTo>
                  <a:cubicBezTo>
                    <a:pt x="107" y="421"/>
                    <a:pt x="105" y="420"/>
                    <a:pt x="104" y="420"/>
                  </a:cubicBezTo>
                  <a:cubicBezTo>
                    <a:pt x="102" y="419"/>
                    <a:pt x="100" y="415"/>
                    <a:pt x="99" y="414"/>
                  </a:cubicBezTo>
                  <a:cubicBezTo>
                    <a:pt x="98" y="413"/>
                    <a:pt x="95" y="412"/>
                    <a:pt x="94" y="411"/>
                  </a:cubicBezTo>
                  <a:cubicBezTo>
                    <a:pt x="93" y="411"/>
                    <a:pt x="91" y="410"/>
                    <a:pt x="90" y="410"/>
                  </a:cubicBezTo>
                  <a:cubicBezTo>
                    <a:pt x="89" y="409"/>
                    <a:pt x="86" y="409"/>
                    <a:pt x="85" y="409"/>
                  </a:cubicBezTo>
                  <a:cubicBezTo>
                    <a:pt x="83" y="410"/>
                    <a:pt x="78" y="411"/>
                    <a:pt x="77" y="412"/>
                  </a:cubicBezTo>
                  <a:cubicBezTo>
                    <a:pt x="76" y="413"/>
                    <a:pt x="74" y="415"/>
                    <a:pt x="73" y="416"/>
                  </a:cubicBezTo>
                  <a:cubicBezTo>
                    <a:pt x="72" y="417"/>
                    <a:pt x="72" y="420"/>
                    <a:pt x="70" y="421"/>
                  </a:cubicBezTo>
                  <a:cubicBezTo>
                    <a:pt x="70" y="421"/>
                    <a:pt x="68" y="421"/>
                    <a:pt x="68" y="421"/>
                  </a:cubicBezTo>
                  <a:cubicBezTo>
                    <a:pt x="67" y="420"/>
                    <a:pt x="65" y="418"/>
                    <a:pt x="65" y="418"/>
                  </a:cubicBezTo>
                  <a:cubicBezTo>
                    <a:pt x="63" y="417"/>
                    <a:pt x="61" y="416"/>
                    <a:pt x="60" y="415"/>
                  </a:cubicBezTo>
                  <a:cubicBezTo>
                    <a:pt x="59" y="415"/>
                    <a:pt x="57" y="414"/>
                    <a:pt x="56" y="413"/>
                  </a:cubicBezTo>
                  <a:cubicBezTo>
                    <a:pt x="54" y="413"/>
                    <a:pt x="52" y="413"/>
                    <a:pt x="51" y="413"/>
                  </a:cubicBezTo>
                  <a:cubicBezTo>
                    <a:pt x="49" y="413"/>
                    <a:pt x="46" y="415"/>
                    <a:pt x="44" y="415"/>
                  </a:cubicBezTo>
                  <a:cubicBezTo>
                    <a:pt x="43" y="415"/>
                    <a:pt x="41" y="415"/>
                    <a:pt x="40" y="415"/>
                  </a:cubicBezTo>
                  <a:cubicBezTo>
                    <a:pt x="39" y="414"/>
                    <a:pt x="37" y="413"/>
                    <a:pt x="36" y="413"/>
                  </a:cubicBezTo>
                  <a:cubicBezTo>
                    <a:pt x="34" y="412"/>
                    <a:pt x="31" y="410"/>
                    <a:pt x="31" y="408"/>
                  </a:cubicBezTo>
                  <a:cubicBezTo>
                    <a:pt x="30" y="407"/>
                    <a:pt x="30" y="405"/>
                    <a:pt x="30" y="404"/>
                  </a:cubicBezTo>
                  <a:cubicBezTo>
                    <a:pt x="29" y="403"/>
                    <a:pt x="28" y="401"/>
                    <a:pt x="27" y="401"/>
                  </a:cubicBezTo>
                  <a:cubicBezTo>
                    <a:pt x="25" y="400"/>
                    <a:pt x="22" y="399"/>
                    <a:pt x="20" y="399"/>
                  </a:cubicBezTo>
                  <a:cubicBezTo>
                    <a:pt x="19" y="399"/>
                    <a:pt x="18" y="398"/>
                    <a:pt x="17" y="398"/>
                  </a:cubicBezTo>
                  <a:cubicBezTo>
                    <a:pt x="16" y="398"/>
                    <a:pt x="13" y="399"/>
                    <a:pt x="12" y="399"/>
                  </a:cubicBezTo>
                  <a:cubicBezTo>
                    <a:pt x="11" y="400"/>
                    <a:pt x="10" y="401"/>
                    <a:pt x="9" y="402"/>
                  </a:cubicBezTo>
                  <a:cubicBezTo>
                    <a:pt x="8" y="403"/>
                    <a:pt x="7" y="403"/>
                    <a:pt x="5" y="404"/>
                  </a:cubicBezTo>
                  <a:cubicBezTo>
                    <a:pt x="5" y="403"/>
                    <a:pt x="4" y="402"/>
                    <a:pt x="4" y="402"/>
                  </a:cubicBezTo>
                  <a:cubicBezTo>
                    <a:pt x="4" y="402"/>
                    <a:pt x="4" y="401"/>
                    <a:pt x="4" y="400"/>
                  </a:cubicBezTo>
                  <a:cubicBezTo>
                    <a:pt x="4" y="399"/>
                    <a:pt x="5" y="398"/>
                    <a:pt x="6" y="397"/>
                  </a:cubicBezTo>
                  <a:cubicBezTo>
                    <a:pt x="6" y="396"/>
                    <a:pt x="6" y="394"/>
                    <a:pt x="7" y="393"/>
                  </a:cubicBezTo>
                  <a:cubicBezTo>
                    <a:pt x="7" y="391"/>
                    <a:pt x="7" y="387"/>
                    <a:pt x="7" y="385"/>
                  </a:cubicBezTo>
                  <a:cubicBezTo>
                    <a:pt x="7" y="383"/>
                    <a:pt x="7" y="380"/>
                    <a:pt x="7" y="378"/>
                  </a:cubicBezTo>
                  <a:cubicBezTo>
                    <a:pt x="7" y="377"/>
                    <a:pt x="7" y="374"/>
                    <a:pt x="7" y="373"/>
                  </a:cubicBezTo>
                  <a:cubicBezTo>
                    <a:pt x="8" y="371"/>
                    <a:pt x="8" y="366"/>
                    <a:pt x="9" y="364"/>
                  </a:cubicBezTo>
                  <a:cubicBezTo>
                    <a:pt x="9" y="362"/>
                    <a:pt x="11" y="358"/>
                    <a:pt x="11" y="356"/>
                  </a:cubicBezTo>
                  <a:cubicBezTo>
                    <a:pt x="11" y="355"/>
                    <a:pt x="11" y="354"/>
                    <a:pt x="11" y="353"/>
                  </a:cubicBezTo>
                  <a:cubicBezTo>
                    <a:pt x="11" y="353"/>
                    <a:pt x="11" y="352"/>
                    <a:pt x="11" y="351"/>
                  </a:cubicBezTo>
                  <a:cubicBezTo>
                    <a:pt x="10" y="351"/>
                    <a:pt x="10" y="349"/>
                    <a:pt x="10" y="349"/>
                  </a:cubicBezTo>
                  <a:cubicBezTo>
                    <a:pt x="10" y="348"/>
                    <a:pt x="9" y="347"/>
                    <a:pt x="8" y="346"/>
                  </a:cubicBezTo>
                  <a:cubicBezTo>
                    <a:pt x="8" y="345"/>
                    <a:pt x="8" y="342"/>
                    <a:pt x="8" y="341"/>
                  </a:cubicBezTo>
                  <a:cubicBezTo>
                    <a:pt x="8" y="340"/>
                    <a:pt x="8" y="339"/>
                    <a:pt x="8" y="338"/>
                  </a:cubicBezTo>
                  <a:cubicBezTo>
                    <a:pt x="8" y="337"/>
                    <a:pt x="6" y="337"/>
                    <a:pt x="6" y="337"/>
                  </a:cubicBezTo>
                  <a:cubicBezTo>
                    <a:pt x="5" y="337"/>
                    <a:pt x="6" y="335"/>
                    <a:pt x="5" y="335"/>
                  </a:cubicBezTo>
                  <a:cubicBezTo>
                    <a:pt x="5" y="334"/>
                    <a:pt x="3" y="334"/>
                    <a:pt x="3" y="334"/>
                  </a:cubicBezTo>
                  <a:cubicBezTo>
                    <a:pt x="3" y="333"/>
                    <a:pt x="4" y="331"/>
                    <a:pt x="3" y="330"/>
                  </a:cubicBezTo>
                  <a:cubicBezTo>
                    <a:pt x="3" y="329"/>
                    <a:pt x="2" y="328"/>
                    <a:pt x="2" y="328"/>
                  </a:cubicBezTo>
                  <a:cubicBezTo>
                    <a:pt x="1" y="327"/>
                    <a:pt x="1" y="325"/>
                    <a:pt x="0" y="324"/>
                  </a:cubicBezTo>
                  <a:cubicBezTo>
                    <a:pt x="0" y="323"/>
                    <a:pt x="0" y="321"/>
                    <a:pt x="1" y="320"/>
                  </a:cubicBezTo>
                  <a:cubicBezTo>
                    <a:pt x="1" y="319"/>
                    <a:pt x="3" y="319"/>
                    <a:pt x="3" y="318"/>
                  </a:cubicBezTo>
                  <a:cubicBezTo>
                    <a:pt x="3" y="318"/>
                    <a:pt x="3" y="317"/>
                    <a:pt x="3" y="316"/>
                  </a:cubicBezTo>
                  <a:cubicBezTo>
                    <a:pt x="3" y="315"/>
                    <a:pt x="3" y="314"/>
                    <a:pt x="3" y="313"/>
                  </a:cubicBezTo>
                  <a:cubicBezTo>
                    <a:pt x="3" y="311"/>
                    <a:pt x="3" y="307"/>
                    <a:pt x="4" y="306"/>
                  </a:cubicBezTo>
                  <a:cubicBezTo>
                    <a:pt x="4" y="305"/>
                    <a:pt x="5" y="303"/>
                    <a:pt x="5" y="303"/>
                  </a:cubicBezTo>
                  <a:cubicBezTo>
                    <a:pt x="5" y="302"/>
                    <a:pt x="6" y="299"/>
                    <a:pt x="6" y="298"/>
                  </a:cubicBezTo>
                  <a:cubicBezTo>
                    <a:pt x="6" y="297"/>
                    <a:pt x="7" y="296"/>
                    <a:pt x="7" y="295"/>
                  </a:cubicBezTo>
                  <a:cubicBezTo>
                    <a:pt x="8" y="294"/>
                    <a:pt x="8" y="292"/>
                    <a:pt x="8" y="290"/>
                  </a:cubicBezTo>
                  <a:cubicBezTo>
                    <a:pt x="8" y="289"/>
                    <a:pt x="8" y="286"/>
                    <a:pt x="8" y="285"/>
                  </a:cubicBezTo>
                  <a:cubicBezTo>
                    <a:pt x="8" y="284"/>
                    <a:pt x="8" y="282"/>
                    <a:pt x="8" y="281"/>
                  </a:cubicBezTo>
                  <a:cubicBezTo>
                    <a:pt x="8" y="280"/>
                    <a:pt x="8" y="279"/>
                    <a:pt x="9" y="278"/>
                  </a:cubicBezTo>
                  <a:cubicBezTo>
                    <a:pt x="9" y="277"/>
                    <a:pt x="10" y="276"/>
                    <a:pt x="11" y="276"/>
                  </a:cubicBezTo>
                  <a:cubicBezTo>
                    <a:pt x="11" y="275"/>
                    <a:pt x="12" y="275"/>
                    <a:pt x="12" y="275"/>
                  </a:cubicBezTo>
                  <a:cubicBezTo>
                    <a:pt x="12" y="274"/>
                    <a:pt x="12" y="273"/>
                    <a:pt x="13" y="272"/>
                  </a:cubicBezTo>
                  <a:cubicBezTo>
                    <a:pt x="13" y="272"/>
                    <a:pt x="15" y="272"/>
                    <a:pt x="16" y="272"/>
                  </a:cubicBezTo>
                  <a:cubicBezTo>
                    <a:pt x="16" y="271"/>
                    <a:pt x="16" y="270"/>
                    <a:pt x="17" y="270"/>
                  </a:cubicBezTo>
                  <a:cubicBezTo>
                    <a:pt x="17" y="269"/>
                    <a:pt x="19" y="269"/>
                    <a:pt x="20" y="269"/>
                  </a:cubicBezTo>
                  <a:cubicBezTo>
                    <a:pt x="21" y="269"/>
                    <a:pt x="22" y="269"/>
                    <a:pt x="22" y="268"/>
                  </a:cubicBezTo>
                  <a:cubicBezTo>
                    <a:pt x="23" y="268"/>
                    <a:pt x="22" y="267"/>
                    <a:pt x="22" y="267"/>
                  </a:cubicBezTo>
                  <a:cubicBezTo>
                    <a:pt x="22" y="266"/>
                    <a:pt x="21" y="266"/>
                    <a:pt x="20" y="266"/>
                  </a:cubicBezTo>
                  <a:cubicBezTo>
                    <a:pt x="20" y="266"/>
                    <a:pt x="19" y="266"/>
                    <a:pt x="18" y="266"/>
                  </a:cubicBezTo>
                  <a:cubicBezTo>
                    <a:pt x="18" y="267"/>
                    <a:pt x="18" y="267"/>
                    <a:pt x="18" y="268"/>
                  </a:cubicBezTo>
                  <a:cubicBezTo>
                    <a:pt x="17" y="268"/>
                    <a:pt x="16" y="268"/>
                    <a:pt x="15" y="268"/>
                  </a:cubicBezTo>
                  <a:cubicBezTo>
                    <a:pt x="14" y="268"/>
                    <a:pt x="13" y="268"/>
                    <a:pt x="12" y="269"/>
                  </a:cubicBezTo>
                  <a:cubicBezTo>
                    <a:pt x="12" y="269"/>
                    <a:pt x="11" y="270"/>
                    <a:pt x="10" y="271"/>
                  </a:cubicBezTo>
                  <a:cubicBezTo>
                    <a:pt x="10" y="271"/>
                    <a:pt x="9" y="271"/>
                    <a:pt x="9" y="271"/>
                  </a:cubicBezTo>
                  <a:cubicBezTo>
                    <a:pt x="8" y="270"/>
                    <a:pt x="7" y="268"/>
                    <a:pt x="7" y="268"/>
                  </a:cubicBezTo>
                  <a:cubicBezTo>
                    <a:pt x="7" y="267"/>
                    <a:pt x="7" y="266"/>
                    <a:pt x="7" y="266"/>
                  </a:cubicBezTo>
                  <a:cubicBezTo>
                    <a:pt x="7" y="265"/>
                    <a:pt x="6" y="264"/>
                    <a:pt x="6" y="264"/>
                  </a:cubicBezTo>
                  <a:cubicBezTo>
                    <a:pt x="6" y="263"/>
                    <a:pt x="5" y="263"/>
                    <a:pt x="5" y="263"/>
                  </a:cubicBezTo>
                  <a:cubicBezTo>
                    <a:pt x="5" y="263"/>
                    <a:pt x="4" y="262"/>
                    <a:pt x="3" y="262"/>
                  </a:cubicBezTo>
                  <a:cubicBezTo>
                    <a:pt x="3" y="261"/>
                    <a:pt x="2" y="259"/>
                    <a:pt x="2" y="258"/>
                  </a:cubicBezTo>
                  <a:cubicBezTo>
                    <a:pt x="2" y="257"/>
                    <a:pt x="3" y="255"/>
                    <a:pt x="3" y="254"/>
                  </a:cubicBezTo>
                  <a:cubicBezTo>
                    <a:pt x="4" y="253"/>
                    <a:pt x="5" y="252"/>
                    <a:pt x="5" y="251"/>
                  </a:cubicBezTo>
                  <a:cubicBezTo>
                    <a:pt x="5" y="251"/>
                    <a:pt x="5" y="250"/>
                    <a:pt x="5" y="249"/>
                  </a:cubicBezTo>
                  <a:cubicBezTo>
                    <a:pt x="5" y="249"/>
                    <a:pt x="4" y="248"/>
                    <a:pt x="4" y="248"/>
                  </a:cubicBezTo>
                  <a:cubicBezTo>
                    <a:pt x="4" y="247"/>
                    <a:pt x="4" y="246"/>
                    <a:pt x="5" y="246"/>
                  </a:cubicBezTo>
                  <a:cubicBezTo>
                    <a:pt x="5" y="245"/>
                    <a:pt x="5" y="244"/>
                    <a:pt x="6" y="243"/>
                  </a:cubicBezTo>
                  <a:cubicBezTo>
                    <a:pt x="6" y="242"/>
                    <a:pt x="5" y="240"/>
                    <a:pt x="6" y="239"/>
                  </a:cubicBezTo>
                  <a:cubicBezTo>
                    <a:pt x="6" y="238"/>
                    <a:pt x="6" y="236"/>
                    <a:pt x="6" y="234"/>
                  </a:cubicBezTo>
                  <a:cubicBezTo>
                    <a:pt x="7" y="233"/>
                    <a:pt x="8" y="232"/>
                    <a:pt x="8" y="231"/>
                  </a:cubicBezTo>
                  <a:cubicBezTo>
                    <a:pt x="8" y="230"/>
                    <a:pt x="7" y="228"/>
                    <a:pt x="7" y="227"/>
                  </a:cubicBezTo>
                  <a:cubicBezTo>
                    <a:pt x="7" y="226"/>
                    <a:pt x="8" y="225"/>
                    <a:pt x="8" y="224"/>
                  </a:cubicBezTo>
                  <a:cubicBezTo>
                    <a:pt x="9" y="224"/>
                    <a:pt x="9" y="225"/>
                    <a:pt x="10" y="225"/>
                  </a:cubicBezTo>
                  <a:cubicBezTo>
                    <a:pt x="10" y="225"/>
                    <a:pt x="12" y="225"/>
                    <a:pt x="13" y="225"/>
                  </a:cubicBezTo>
                  <a:cubicBezTo>
                    <a:pt x="14" y="226"/>
                    <a:pt x="16" y="227"/>
                    <a:pt x="18" y="227"/>
                  </a:cubicBezTo>
                  <a:cubicBezTo>
                    <a:pt x="19" y="227"/>
                    <a:pt x="22" y="226"/>
                    <a:pt x="24" y="226"/>
                  </a:cubicBezTo>
                  <a:cubicBezTo>
                    <a:pt x="26" y="226"/>
                    <a:pt x="30" y="226"/>
                    <a:pt x="32" y="226"/>
                  </a:cubicBezTo>
                  <a:cubicBezTo>
                    <a:pt x="32" y="226"/>
                    <a:pt x="34" y="227"/>
                    <a:pt x="35" y="228"/>
                  </a:cubicBezTo>
                  <a:cubicBezTo>
                    <a:pt x="36" y="229"/>
                    <a:pt x="38" y="232"/>
                    <a:pt x="39" y="234"/>
                  </a:cubicBezTo>
                  <a:cubicBezTo>
                    <a:pt x="40" y="235"/>
                    <a:pt x="41" y="238"/>
                    <a:pt x="42" y="239"/>
                  </a:cubicBezTo>
                  <a:cubicBezTo>
                    <a:pt x="43" y="241"/>
                    <a:pt x="45" y="244"/>
                    <a:pt x="47" y="245"/>
                  </a:cubicBezTo>
                  <a:cubicBezTo>
                    <a:pt x="48" y="246"/>
                    <a:pt x="50" y="248"/>
                    <a:pt x="51" y="248"/>
                  </a:cubicBezTo>
                  <a:cubicBezTo>
                    <a:pt x="52" y="248"/>
                    <a:pt x="53" y="246"/>
                    <a:pt x="53" y="245"/>
                  </a:cubicBezTo>
                  <a:cubicBezTo>
                    <a:pt x="54" y="245"/>
                    <a:pt x="57" y="246"/>
                    <a:pt x="58" y="246"/>
                  </a:cubicBezTo>
                  <a:cubicBezTo>
                    <a:pt x="59" y="246"/>
                    <a:pt x="61" y="248"/>
                    <a:pt x="62" y="249"/>
                  </a:cubicBezTo>
                  <a:cubicBezTo>
                    <a:pt x="64" y="250"/>
                    <a:pt x="69" y="251"/>
                    <a:pt x="71" y="251"/>
                  </a:cubicBezTo>
                  <a:cubicBezTo>
                    <a:pt x="72" y="251"/>
                    <a:pt x="73" y="251"/>
                    <a:pt x="74" y="251"/>
                  </a:cubicBezTo>
                  <a:cubicBezTo>
                    <a:pt x="75" y="251"/>
                    <a:pt x="77" y="251"/>
                    <a:pt x="78" y="250"/>
                  </a:cubicBezTo>
                  <a:cubicBezTo>
                    <a:pt x="78" y="250"/>
                    <a:pt x="79" y="248"/>
                    <a:pt x="79" y="247"/>
                  </a:cubicBezTo>
                  <a:cubicBezTo>
                    <a:pt x="80" y="246"/>
                    <a:pt x="81" y="243"/>
                    <a:pt x="81" y="242"/>
                  </a:cubicBezTo>
                  <a:cubicBezTo>
                    <a:pt x="81" y="241"/>
                    <a:pt x="81" y="239"/>
                    <a:pt x="81" y="238"/>
                  </a:cubicBezTo>
                  <a:cubicBezTo>
                    <a:pt x="81" y="237"/>
                    <a:pt x="81" y="234"/>
                    <a:pt x="82" y="233"/>
                  </a:cubicBezTo>
                  <a:cubicBezTo>
                    <a:pt x="82" y="232"/>
                    <a:pt x="83" y="230"/>
                    <a:pt x="84" y="230"/>
                  </a:cubicBezTo>
                  <a:cubicBezTo>
                    <a:pt x="85" y="229"/>
                    <a:pt x="86" y="227"/>
                    <a:pt x="86" y="226"/>
                  </a:cubicBezTo>
                  <a:cubicBezTo>
                    <a:pt x="87" y="226"/>
                    <a:pt x="88" y="225"/>
                    <a:pt x="89" y="224"/>
                  </a:cubicBezTo>
                  <a:cubicBezTo>
                    <a:pt x="90" y="223"/>
                    <a:pt x="90" y="221"/>
                    <a:pt x="91" y="220"/>
                  </a:cubicBezTo>
                  <a:cubicBezTo>
                    <a:pt x="92" y="219"/>
                    <a:pt x="93" y="217"/>
                    <a:pt x="94" y="216"/>
                  </a:cubicBezTo>
                  <a:cubicBezTo>
                    <a:pt x="95" y="214"/>
                    <a:pt x="96" y="212"/>
                    <a:pt x="97" y="211"/>
                  </a:cubicBezTo>
                  <a:cubicBezTo>
                    <a:pt x="98" y="210"/>
                    <a:pt x="100" y="209"/>
                    <a:pt x="101" y="209"/>
                  </a:cubicBezTo>
                  <a:cubicBezTo>
                    <a:pt x="102" y="208"/>
                    <a:pt x="106" y="208"/>
                    <a:pt x="107" y="208"/>
                  </a:cubicBezTo>
                  <a:cubicBezTo>
                    <a:pt x="109" y="208"/>
                    <a:pt x="111" y="209"/>
                    <a:pt x="113" y="209"/>
                  </a:cubicBezTo>
                  <a:cubicBezTo>
                    <a:pt x="114" y="208"/>
                    <a:pt x="117" y="208"/>
                    <a:pt x="119" y="207"/>
                  </a:cubicBezTo>
                  <a:cubicBezTo>
                    <a:pt x="121" y="207"/>
                    <a:pt x="125" y="205"/>
                    <a:pt x="127" y="204"/>
                  </a:cubicBezTo>
                  <a:cubicBezTo>
                    <a:pt x="128" y="204"/>
                    <a:pt x="130" y="203"/>
                    <a:pt x="131" y="203"/>
                  </a:cubicBezTo>
                  <a:cubicBezTo>
                    <a:pt x="133" y="203"/>
                    <a:pt x="138" y="203"/>
                    <a:pt x="140" y="203"/>
                  </a:cubicBezTo>
                  <a:cubicBezTo>
                    <a:pt x="142" y="204"/>
                    <a:pt x="146" y="205"/>
                    <a:pt x="149" y="205"/>
                  </a:cubicBezTo>
                  <a:cubicBezTo>
                    <a:pt x="150" y="205"/>
                    <a:pt x="153" y="205"/>
                    <a:pt x="154" y="205"/>
                  </a:cubicBezTo>
                  <a:cubicBezTo>
                    <a:pt x="156" y="205"/>
                    <a:pt x="159" y="207"/>
                    <a:pt x="160" y="207"/>
                  </a:cubicBezTo>
                  <a:cubicBezTo>
                    <a:pt x="161" y="207"/>
                    <a:pt x="164" y="206"/>
                    <a:pt x="165" y="206"/>
                  </a:cubicBezTo>
                  <a:cubicBezTo>
                    <a:pt x="166" y="206"/>
                    <a:pt x="169" y="204"/>
                    <a:pt x="170" y="203"/>
                  </a:cubicBezTo>
                  <a:cubicBezTo>
                    <a:pt x="171" y="202"/>
                    <a:pt x="172" y="200"/>
                    <a:pt x="173" y="200"/>
                  </a:cubicBezTo>
                  <a:cubicBezTo>
                    <a:pt x="174" y="199"/>
                    <a:pt x="176" y="197"/>
                    <a:pt x="177" y="195"/>
                  </a:cubicBezTo>
                  <a:cubicBezTo>
                    <a:pt x="178" y="194"/>
                    <a:pt x="177" y="191"/>
                    <a:pt x="178" y="190"/>
                  </a:cubicBezTo>
                  <a:cubicBezTo>
                    <a:pt x="178" y="188"/>
                    <a:pt x="178" y="185"/>
                    <a:pt x="178" y="183"/>
                  </a:cubicBezTo>
                  <a:cubicBezTo>
                    <a:pt x="178" y="182"/>
                    <a:pt x="178" y="179"/>
                    <a:pt x="178" y="178"/>
                  </a:cubicBezTo>
                  <a:cubicBezTo>
                    <a:pt x="178" y="177"/>
                    <a:pt x="180" y="174"/>
                    <a:pt x="180" y="173"/>
                  </a:cubicBezTo>
                  <a:cubicBezTo>
                    <a:pt x="181" y="171"/>
                    <a:pt x="181" y="168"/>
                    <a:pt x="181" y="167"/>
                  </a:cubicBezTo>
                  <a:cubicBezTo>
                    <a:pt x="181" y="165"/>
                    <a:pt x="181" y="162"/>
                    <a:pt x="181" y="160"/>
                  </a:cubicBezTo>
                  <a:cubicBezTo>
                    <a:pt x="181" y="159"/>
                    <a:pt x="181" y="158"/>
                    <a:pt x="181" y="157"/>
                  </a:cubicBezTo>
                  <a:cubicBezTo>
                    <a:pt x="180" y="155"/>
                    <a:pt x="180" y="153"/>
                    <a:pt x="180" y="152"/>
                  </a:cubicBezTo>
                  <a:cubicBezTo>
                    <a:pt x="179" y="150"/>
                    <a:pt x="178" y="148"/>
                    <a:pt x="177" y="147"/>
                  </a:cubicBezTo>
                  <a:cubicBezTo>
                    <a:pt x="177" y="146"/>
                    <a:pt x="176" y="144"/>
                    <a:pt x="175" y="143"/>
                  </a:cubicBezTo>
                  <a:cubicBezTo>
                    <a:pt x="174" y="143"/>
                    <a:pt x="172" y="142"/>
                    <a:pt x="172" y="142"/>
                  </a:cubicBezTo>
                  <a:cubicBezTo>
                    <a:pt x="170" y="141"/>
                    <a:pt x="167" y="140"/>
                    <a:pt x="166" y="140"/>
                  </a:cubicBezTo>
                  <a:cubicBezTo>
                    <a:pt x="164" y="140"/>
                    <a:pt x="161" y="139"/>
                    <a:pt x="160" y="139"/>
                  </a:cubicBezTo>
                  <a:cubicBezTo>
                    <a:pt x="158" y="138"/>
                    <a:pt x="155" y="136"/>
                    <a:pt x="154" y="135"/>
                  </a:cubicBezTo>
                  <a:cubicBezTo>
                    <a:pt x="153" y="134"/>
                    <a:pt x="152" y="132"/>
                    <a:pt x="151" y="131"/>
                  </a:cubicBezTo>
                  <a:cubicBezTo>
                    <a:pt x="149" y="129"/>
                    <a:pt x="146" y="125"/>
                    <a:pt x="145" y="122"/>
                  </a:cubicBezTo>
                  <a:cubicBezTo>
                    <a:pt x="145" y="120"/>
                    <a:pt x="144" y="117"/>
                    <a:pt x="144" y="115"/>
                  </a:cubicBezTo>
                  <a:cubicBezTo>
                    <a:pt x="144" y="114"/>
                    <a:pt x="143" y="112"/>
                    <a:pt x="143" y="111"/>
                  </a:cubicBezTo>
                  <a:cubicBezTo>
                    <a:pt x="144" y="110"/>
                    <a:pt x="144" y="108"/>
                    <a:pt x="144" y="107"/>
                  </a:cubicBezTo>
                  <a:cubicBezTo>
                    <a:pt x="145" y="106"/>
                    <a:pt x="146" y="104"/>
                    <a:pt x="147" y="103"/>
                  </a:cubicBezTo>
                  <a:cubicBezTo>
                    <a:pt x="147" y="102"/>
                    <a:pt x="149" y="100"/>
                    <a:pt x="149" y="99"/>
                  </a:cubicBezTo>
                  <a:cubicBezTo>
                    <a:pt x="150" y="98"/>
                    <a:pt x="150" y="97"/>
                    <a:pt x="151" y="97"/>
                  </a:cubicBezTo>
                  <a:cubicBezTo>
                    <a:pt x="151" y="96"/>
                    <a:pt x="153" y="97"/>
                    <a:pt x="154" y="97"/>
                  </a:cubicBezTo>
                  <a:cubicBezTo>
                    <a:pt x="155" y="96"/>
                    <a:pt x="156" y="96"/>
                    <a:pt x="157" y="95"/>
                  </a:cubicBezTo>
                  <a:cubicBezTo>
                    <a:pt x="158" y="94"/>
                    <a:pt x="160" y="91"/>
                    <a:pt x="160" y="90"/>
                  </a:cubicBezTo>
                  <a:cubicBezTo>
                    <a:pt x="161" y="89"/>
                    <a:pt x="161" y="86"/>
                    <a:pt x="162" y="85"/>
                  </a:cubicBezTo>
                  <a:cubicBezTo>
                    <a:pt x="162" y="84"/>
                    <a:pt x="163" y="82"/>
                    <a:pt x="164" y="81"/>
                  </a:cubicBezTo>
                  <a:cubicBezTo>
                    <a:pt x="164" y="81"/>
                    <a:pt x="165" y="79"/>
                    <a:pt x="166" y="79"/>
                  </a:cubicBezTo>
                  <a:cubicBezTo>
                    <a:pt x="167" y="78"/>
                    <a:pt x="169" y="77"/>
                    <a:pt x="170" y="77"/>
                  </a:cubicBezTo>
                  <a:cubicBezTo>
                    <a:pt x="171" y="77"/>
                    <a:pt x="172" y="78"/>
                    <a:pt x="173" y="78"/>
                  </a:cubicBezTo>
                  <a:cubicBezTo>
                    <a:pt x="174" y="79"/>
                    <a:pt x="175" y="80"/>
                    <a:pt x="176" y="81"/>
                  </a:cubicBezTo>
                  <a:cubicBezTo>
                    <a:pt x="177" y="81"/>
                    <a:pt x="179" y="80"/>
                    <a:pt x="180" y="80"/>
                  </a:cubicBezTo>
                  <a:cubicBezTo>
                    <a:pt x="180" y="79"/>
                    <a:pt x="182" y="77"/>
                    <a:pt x="182" y="76"/>
                  </a:cubicBezTo>
                  <a:cubicBezTo>
                    <a:pt x="183" y="75"/>
                    <a:pt x="182" y="72"/>
                    <a:pt x="182" y="70"/>
                  </a:cubicBezTo>
                  <a:cubicBezTo>
                    <a:pt x="182" y="69"/>
                    <a:pt x="182" y="67"/>
                    <a:pt x="182" y="66"/>
                  </a:cubicBezTo>
                  <a:cubicBezTo>
                    <a:pt x="182" y="65"/>
                    <a:pt x="184" y="64"/>
                    <a:pt x="185" y="64"/>
                  </a:cubicBezTo>
                  <a:cubicBezTo>
                    <a:pt x="186" y="63"/>
                    <a:pt x="188" y="64"/>
                    <a:pt x="190" y="64"/>
                  </a:cubicBezTo>
                  <a:cubicBezTo>
                    <a:pt x="191" y="64"/>
                    <a:pt x="193" y="65"/>
                    <a:pt x="194" y="66"/>
                  </a:cubicBezTo>
                  <a:cubicBezTo>
                    <a:pt x="195" y="66"/>
                    <a:pt x="197" y="67"/>
                    <a:pt x="198" y="67"/>
                  </a:cubicBezTo>
                  <a:cubicBezTo>
                    <a:pt x="199" y="67"/>
                    <a:pt x="201" y="67"/>
                    <a:pt x="202" y="66"/>
                  </a:cubicBezTo>
                  <a:cubicBezTo>
                    <a:pt x="203" y="65"/>
                    <a:pt x="202" y="62"/>
                    <a:pt x="202" y="60"/>
                  </a:cubicBezTo>
                  <a:cubicBezTo>
                    <a:pt x="202" y="59"/>
                    <a:pt x="204" y="57"/>
                    <a:pt x="205" y="56"/>
                  </a:cubicBezTo>
                  <a:cubicBezTo>
                    <a:pt x="205" y="55"/>
                    <a:pt x="207" y="55"/>
                    <a:pt x="208" y="55"/>
                  </a:cubicBezTo>
                  <a:cubicBezTo>
                    <a:pt x="209" y="54"/>
                    <a:pt x="212" y="55"/>
                    <a:pt x="213" y="55"/>
                  </a:cubicBezTo>
                  <a:cubicBezTo>
                    <a:pt x="213" y="55"/>
                    <a:pt x="215" y="53"/>
                    <a:pt x="216" y="53"/>
                  </a:cubicBezTo>
                  <a:cubicBezTo>
                    <a:pt x="217" y="52"/>
                    <a:pt x="218" y="51"/>
                    <a:pt x="219" y="51"/>
                  </a:cubicBezTo>
                  <a:cubicBezTo>
                    <a:pt x="221" y="50"/>
                    <a:pt x="224" y="49"/>
                    <a:pt x="226" y="49"/>
                  </a:cubicBezTo>
                  <a:cubicBezTo>
                    <a:pt x="227" y="48"/>
                    <a:pt x="230" y="49"/>
                    <a:pt x="231" y="49"/>
                  </a:cubicBezTo>
                  <a:cubicBezTo>
                    <a:pt x="232" y="48"/>
                    <a:pt x="234" y="48"/>
                    <a:pt x="235" y="47"/>
                  </a:cubicBezTo>
                  <a:cubicBezTo>
                    <a:pt x="236" y="47"/>
                    <a:pt x="237" y="44"/>
                    <a:pt x="237" y="43"/>
                  </a:cubicBezTo>
                  <a:cubicBezTo>
                    <a:pt x="237" y="42"/>
                    <a:pt x="236" y="39"/>
                    <a:pt x="235" y="38"/>
                  </a:cubicBezTo>
                  <a:cubicBezTo>
                    <a:pt x="235" y="36"/>
                    <a:pt x="234" y="33"/>
                    <a:pt x="234" y="31"/>
                  </a:cubicBezTo>
                  <a:cubicBezTo>
                    <a:pt x="234" y="29"/>
                    <a:pt x="235" y="26"/>
                    <a:pt x="234" y="25"/>
                  </a:cubicBezTo>
                  <a:cubicBezTo>
                    <a:pt x="234" y="23"/>
                    <a:pt x="233" y="21"/>
                    <a:pt x="232" y="20"/>
                  </a:cubicBezTo>
                  <a:cubicBezTo>
                    <a:pt x="233" y="19"/>
                    <a:pt x="234" y="18"/>
                    <a:pt x="234" y="17"/>
                  </a:cubicBezTo>
                  <a:cubicBezTo>
                    <a:pt x="235" y="17"/>
                    <a:pt x="236" y="15"/>
                    <a:pt x="236" y="15"/>
                  </a:cubicBezTo>
                  <a:cubicBezTo>
                    <a:pt x="237" y="14"/>
                    <a:pt x="238" y="12"/>
                    <a:pt x="239" y="11"/>
                  </a:cubicBezTo>
                  <a:cubicBezTo>
                    <a:pt x="239" y="11"/>
                    <a:pt x="241" y="10"/>
                    <a:pt x="242" y="10"/>
                  </a:cubicBezTo>
                  <a:cubicBezTo>
                    <a:pt x="243" y="9"/>
                    <a:pt x="245" y="8"/>
                    <a:pt x="246" y="8"/>
                  </a:cubicBezTo>
                  <a:cubicBezTo>
                    <a:pt x="247" y="8"/>
                    <a:pt x="250" y="8"/>
                    <a:pt x="251" y="8"/>
                  </a:cubicBezTo>
                  <a:cubicBezTo>
                    <a:pt x="253" y="8"/>
                    <a:pt x="257" y="8"/>
                    <a:pt x="259" y="8"/>
                  </a:cubicBezTo>
                  <a:cubicBezTo>
                    <a:pt x="260" y="8"/>
                    <a:pt x="263" y="7"/>
                    <a:pt x="264" y="7"/>
                  </a:cubicBezTo>
                  <a:cubicBezTo>
                    <a:pt x="265" y="7"/>
                    <a:pt x="266" y="7"/>
                    <a:pt x="267" y="7"/>
                  </a:cubicBezTo>
                  <a:cubicBezTo>
                    <a:pt x="269" y="8"/>
                    <a:pt x="271" y="10"/>
                    <a:pt x="272" y="11"/>
                  </a:cubicBezTo>
                  <a:cubicBezTo>
                    <a:pt x="273" y="12"/>
                    <a:pt x="275" y="15"/>
                    <a:pt x="276" y="16"/>
                  </a:cubicBezTo>
                  <a:cubicBezTo>
                    <a:pt x="277" y="16"/>
                    <a:pt x="279" y="17"/>
                    <a:pt x="280" y="17"/>
                  </a:cubicBezTo>
                  <a:cubicBezTo>
                    <a:pt x="281" y="17"/>
                    <a:pt x="282" y="17"/>
                    <a:pt x="283" y="17"/>
                  </a:cubicBezTo>
                  <a:cubicBezTo>
                    <a:pt x="284" y="17"/>
                    <a:pt x="286" y="16"/>
                    <a:pt x="287" y="15"/>
                  </a:cubicBezTo>
                  <a:cubicBezTo>
                    <a:pt x="287" y="15"/>
                    <a:pt x="289" y="13"/>
                    <a:pt x="289" y="13"/>
                  </a:cubicBezTo>
                  <a:cubicBezTo>
                    <a:pt x="290" y="13"/>
                    <a:pt x="293" y="12"/>
                    <a:pt x="294" y="12"/>
                  </a:cubicBezTo>
                  <a:cubicBezTo>
                    <a:pt x="296" y="12"/>
                    <a:pt x="299" y="12"/>
                    <a:pt x="301" y="13"/>
                  </a:cubicBezTo>
                  <a:cubicBezTo>
                    <a:pt x="302" y="14"/>
                    <a:pt x="305" y="16"/>
                    <a:pt x="307" y="17"/>
                  </a:cubicBezTo>
                  <a:cubicBezTo>
                    <a:pt x="308" y="18"/>
                    <a:pt x="310" y="22"/>
                    <a:pt x="311" y="23"/>
                  </a:cubicBezTo>
                  <a:cubicBezTo>
                    <a:pt x="313" y="24"/>
                    <a:pt x="315" y="25"/>
                    <a:pt x="317" y="26"/>
                  </a:cubicBezTo>
                  <a:cubicBezTo>
                    <a:pt x="318" y="26"/>
                    <a:pt x="321" y="27"/>
                    <a:pt x="322" y="28"/>
                  </a:cubicBezTo>
                  <a:cubicBezTo>
                    <a:pt x="323" y="28"/>
                    <a:pt x="324" y="30"/>
                    <a:pt x="325" y="30"/>
                  </a:cubicBezTo>
                  <a:cubicBezTo>
                    <a:pt x="326" y="31"/>
                    <a:pt x="329" y="31"/>
                    <a:pt x="331" y="32"/>
                  </a:cubicBezTo>
                  <a:cubicBezTo>
                    <a:pt x="332" y="33"/>
                    <a:pt x="333" y="34"/>
                    <a:pt x="334" y="35"/>
                  </a:cubicBezTo>
                  <a:cubicBezTo>
                    <a:pt x="335" y="36"/>
                    <a:pt x="340" y="38"/>
                    <a:pt x="342" y="39"/>
                  </a:cubicBezTo>
                  <a:cubicBezTo>
                    <a:pt x="343" y="40"/>
                    <a:pt x="346" y="41"/>
                    <a:pt x="348" y="41"/>
                  </a:cubicBezTo>
                  <a:cubicBezTo>
                    <a:pt x="349" y="42"/>
                    <a:pt x="352" y="42"/>
                    <a:pt x="353" y="42"/>
                  </a:cubicBezTo>
                  <a:cubicBezTo>
                    <a:pt x="354" y="42"/>
                    <a:pt x="356" y="41"/>
                    <a:pt x="358" y="40"/>
                  </a:cubicBezTo>
                  <a:cubicBezTo>
                    <a:pt x="359" y="40"/>
                    <a:pt x="361" y="41"/>
                    <a:pt x="362" y="41"/>
                  </a:cubicBezTo>
                  <a:cubicBezTo>
                    <a:pt x="364" y="41"/>
                    <a:pt x="366" y="43"/>
                    <a:pt x="368" y="43"/>
                  </a:cubicBezTo>
                  <a:cubicBezTo>
                    <a:pt x="369" y="44"/>
                    <a:pt x="371" y="45"/>
                    <a:pt x="372" y="46"/>
                  </a:cubicBezTo>
                  <a:cubicBezTo>
                    <a:pt x="374" y="47"/>
                    <a:pt x="377" y="49"/>
                    <a:pt x="379" y="50"/>
                  </a:cubicBezTo>
                  <a:cubicBezTo>
                    <a:pt x="380" y="51"/>
                    <a:pt x="384" y="53"/>
                    <a:pt x="385" y="54"/>
                  </a:cubicBezTo>
                  <a:cubicBezTo>
                    <a:pt x="387" y="55"/>
                    <a:pt x="390" y="56"/>
                    <a:pt x="392" y="56"/>
                  </a:cubicBezTo>
                  <a:cubicBezTo>
                    <a:pt x="393" y="57"/>
                    <a:pt x="396" y="57"/>
                    <a:pt x="397" y="58"/>
                  </a:cubicBezTo>
                  <a:cubicBezTo>
                    <a:pt x="399" y="58"/>
                    <a:pt x="403" y="58"/>
                    <a:pt x="406" y="58"/>
                  </a:cubicBezTo>
                  <a:cubicBezTo>
                    <a:pt x="407" y="58"/>
                    <a:pt x="410" y="58"/>
                    <a:pt x="412" y="57"/>
                  </a:cubicBezTo>
                  <a:cubicBezTo>
                    <a:pt x="413" y="57"/>
                    <a:pt x="414" y="57"/>
                    <a:pt x="415" y="57"/>
                  </a:cubicBezTo>
                  <a:cubicBezTo>
                    <a:pt x="417" y="57"/>
                    <a:pt x="420" y="57"/>
                    <a:pt x="422" y="58"/>
                  </a:cubicBezTo>
                  <a:cubicBezTo>
                    <a:pt x="423" y="58"/>
                    <a:pt x="425" y="59"/>
                    <a:pt x="427" y="59"/>
                  </a:cubicBezTo>
                  <a:cubicBezTo>
                    <a:pt x="428" y="60"/>
                    <a:pt x="431" y="62"/>
                    <a:pt x="432" y="62"/>
                  </a:cubicBezTo>
                  <a:cubicBezTo>
                    <a:pt x="433" y="63"/>
                    <a:pt x="434" y="64"/>
                    <a:pt x="435" y="64"/>
                  </a:cubicBezTo>
                  <a:cubicBezTo>
                    <a:pt x="436" y="64"/>
                    <a:pt x="439" y="63"/>
                    <a:pt x="440" y="63"/>
                  </a:cubicBezTo>
                  <a:cubicBezTo>
                    <a:pt x="441" y="62"/>
                    <a:pt x="443" y="61"/>
                    <a:pt x="445" y="61"/>
                  </a:cubicBezTo>
                  <a:cubicBezTo>
                    <a:pt x="446" y="60"/>
                    <a:pt x="449" y="61"/>
                    <a:pt x="450" y="61"/>
                  </a:cubicBezTo>
                  <a:cubicBezTo>
                    <a:pt x="451" y="61"/>
                    <a:pt x="454" y="61"/>
                    <a:pt x="455" y="61"/>
                  </a:cubicBezTo>
                  <a:cubicBezTo>
                    <a:pt x="457" y="61"/>
                    <a:pt x="460" y="60"/>
                    <a:pt x="461" y="59"/>
                  </a:cubicBezTo>
                  <a:cubicBezTo>
                    <a:pt x="461" y="58"/>
                    <a:pt x="461" y="57"/>
                    <a:pt x="462" y="56"/>
                  </a:cubicBezTo>
                  <a:cubicBezTo>
                    <a:pt x="462" y="55"/>
                    <a:pt x="462" y="53"/>
                    <a:pt x="462" y="52"/>
                  </a:cubicBezTo>
                  <a:cubicBezTo>
                    <a:pt x="461" y="51"/>
                    <a:pt x="461" y="49"/>
                    <a:pt x="461" y="47"/>
                  </a:cubicBezTo>
                  <a:cubicBezTo>
                    <a:pt x="460" y="46"/>
                    <a:pt x="460" y="44"/>
                    <a:pt x="461" y="43"/>
                  </a:cubicBezTo>
                  <a:cubicBezTo>
                    <a:pt x="461" y="42"/>
                    <a:pt x="462" y="40"/>
                    <a:pt x="462" y="39"/>
                  </a:cubicBezTo>
                  <a:cubicBezTo>
                    <a:pt x="463" y="38"/>
                    <a:pt x="464" y="37"/>
                    <a:pt x="465" y="37"/>
                  </a:cubicBezTo>
                  <a:cubicBezTo>
                    <a:pt x="467" y="36"/>
                    <a:pt x="470" y="34"/>
                    <a:pt x="470" y="33"/>
                  </a:cubicBezTo>
                  <a:cubicBezTo>
                    <a:pt x="471" y="32"/>
                    <a:pt x="471" y="29"/>
                    <a:pt x="471" y="28"/>
                  </a:cubicBezTo>
                  <a:cubicBezTo>
                    <a:pt x="472" y="27"/>
                    <a:pt x="472" y="24"/>
                    <a:pt x="473" y="23"/>
                  </a:cubicBezTo>
                  <a:cubicBezTo>
                    <a:pt x="473" y="22"/>
                    <a:pt x="474" y="20"/>
                    <a:pt x="475" y="19"/>
                  </a:cubicBezTo>
                  <a:cubicBezTo>
                    <a:pt x="477" y="18"/>
                    <a:pt x="481" y="18"/>
                    <a:pt x="482" y="17"/>
                  </a:cubicBezTo>
                  <a:cubicBezTo>
                    <a:pt x="484" y="16"/>
                    <a:pt x="488" y="13"/>
                    <a:pt x="490" y="12"/>
                  </a:cubicBezTo>
                  <a:cubicBezTo>
                    <a:pt x="491" y="12"/>
                    <a:pt x="493" y="10"/>
                    <a:pt x="494" y="10"/>
                  </a:cubicBezTo>
                  <a:cubicBezTo>
                    <a:pt x="495" y="9"/>
                    <a:pt x="497" y="8"/>
                    <a:pt x="499" y="7"/>
                  </a:cubicBezTo>
                  <a:cubicBezTo>
                    <a:pt x="501" y="7"/>
                    <a:pt x="504" y="6"/>
                    <a:pt x="506" y="6"/>
                  </a:cubicBezTo>
                  <a:cubicBezTo>
                    <a:pt x="508" y="6"/>
                    <a:pt x="511" y="7"/>
                    <a:pt x="513" y="6"/>
                  </a:cubicBezTo>
                  <a:cubicBezTo>
                    <a:pt x="514" y="6"/>
                    <a:pt x="517" y="5"/>
                    <a:pt x="518" y="4"/>
                  </a:cubicBezTo>
                  <a:cubicBezTo>
                    <a:pt x="519" y="3"/>
                    <a:pt x="521" y="2"/>
                    <a:pt x="522" y="1"/>
                  </a:cubicBezTo>
                  <a:cubicBezTo>
                    <a:pt x="523" y="1"/>
                    <a:pt x="527" y="0"/>
                    <a:pt x="528" y="0"/>
                  </a:cubicBezTo>
                  <a:cubicBezTo>
                    <a:pt x="530" y="0"/>
                    <a:pt x="532" y="2"/>
                    <a:pt x="533" y="3"/>
                  </a:cubicBezTo>
                  <a:cubicBezTo>
                    <a:pt x="534" y="4"/>
                    <a:pt x="535" y="7"/>
                    <a:pt x="536" y="8"/>
                  </a:cubicBezTo>
                  <a:cubicBezTo>
                    <a:pt x="537" y="10"/>
                    <a:pt x="537" y="13"/>
                    <a:pt x="538" y="15"/>
                  </a:cubicBezTo>
                  <a:cubicBezTo>
                    <a:pt x="538" y="16"/>
                    <a:pt x="539" y="19"/>
                    <a:pt x="539" y="20"/>
                  </a:cubicBezTo>
                  <a:cubicBezTo>
                    <a:pt x="540" y="22"/>
                    <a:pt x="541" y="25"/>
                    <a:pt x="542" y="26"/>
                  </a:cubicBezTo>
                  <a:cubicBezTo>
                    <a:pt x="543" y="27"/>
                    <a:pt x="545" y="30"/>
                    <a:pt x="547" y="31"/>
                  </a:cubicBezTo>
                  <a:cubicBezTo>
                    <a:pt x="548" y="32"/>
                    <a:pt x="550" y="33"/>
                    <a:pt x="551" y="33"/>
                  </a:cubicBezTo>
                  <a:cubicBezTo>
                    <a:pt x="552" y="34"/>
                    <a:pt x="554" y="35"/>
                    <a:pt x="555" y="36"/>
                  </a:cubicBezTo>
                  <a:cubicBezTo>
                    <a:pt x="556" y="36"/>
                    <a:pt x="558" y="37"/>
                    <a:pt x="559" y="38"/>
                  </a:cubicBezTo>
                  <a:cubicBezTo>
                    <a:pt x="560" y="39"/>
                    <a:pt x="561" y="41"/>
                    <a:pt x="561" y="42"/>
                  </a:cubicBezTo>
                  <a:cubicBezTo>
                    <a:pt x="562" y="43"/>
                    <a:pt x="562" y="46"/>
                    <a:pt x="563" y="47"/>
                  </a:cubicBezTo>
                  <a:cubicBezTo>
                    <a:pt x="563" y="48"/>
                    <a:pt x="563" y="49"/>
                    <a:pt x="563" y="50"/>
                  </a:cubicBezTo>
                  <a:cubicBezTo>
                    <a:pt x="564" y="51"/>
                    <a:pt x="566" y="52"/>
                    <a:pt x="566" y="53"/>
                  </a:cubicBezTo>
                  <a:cubicBezTo>
                    <a:pt x="567" y="54"/>
                    <a:pt x="567" y="56"/>
                    <a:pt x="567" y="57"/>
                  </a:cubicBezTo>
                  <a:cubicBezTo>
                    <a:pt x="568" y="58"/>
                    <a:pt x="568" y="61"/>
                    <a:pt x="569" y="62"/>
                  </a:cubicBezTo>
                  <a:cubicBezTo>
                    <a:pt x="569" y="64"/>
                    <a:pt x="571" y="66"/>
                    <a:pt x="572" y="67"/>
                  </a:cubicBezTo>
                  <a:cubicBezTo>
                    <a:pt x="572" y="68"/>
                    <a:pt x="574" y="69"/>
                    <a:pt x="575" y="69"/>
                  </a:cubicBezTo>
                  <a:cubicBezTo>
                    <a:pt x="576" y="70"/>
                    <a:pt x="578" y="71"/>
                    <a:pt x="579" y="72"/>
                  </a:cubicBezTo>
                  <a:cubicBezTo>
                    <a:pt x="580" y="72"/>
                    <a:pt x="582" y="72"/>
                    <a:pt x="583" y="72"/>
                  </a:cubicBezTo>
                  <a:cubicBezTo>
                    <a:pt x="584" y="72"/>
                    <a:pt x="587" y="71"/>
                    <a:pt x="588" y="70"/>
                  </a:cubicBezTo>
                  <a:cubicBezTo>
                    <a:pt x="589" y="70"/>
                    <a:pt x="591" y="68"/>
                    <a:pt x="591" y="67"/>
                  </a:cubicBezTo>
                  <a:cubicBezTo>
                    <a:pt x="592" y="66"/>
                    <a:pt x="592" y="63"/>
                    <a:pt x="593" y="63"/>
                  </a:cubicBezTo>
                  <a:cubicBezTo>
                    <a:pt x="594" y="62"/>
                    <a:pt x="596" y="61"/>
                    <a:pt x="597" y="61"/>
                  </a:cubicBezTo>
                  <a:cubicBezTo>
                    <a:pt x="597" y="61"/>
                    <a:pt x="597" y="61"/>
                    <a:pt x="598" y="61"/>
                  </a:cubicBezTo>
                  <a:cubicBezTo>
                    <a:pt x="599" y="62"/>
                    <a:pt x="600" y="64"/>
                    <a:pt x="601" y="65"/>
                  </a:cubicBezTo>
                  <a:cubicBezTo>
                    <a:pt x="603" y="67"/>
                    <a:pt x="607" y="69"/>
                    <a:pt x="610" y="70"/>
                  </a:cubicBezTo>
                  <a:cubicBezTo>
                    <a:pt x="612" y="71"/>
                    <a:pt x="616" y="73"/>
                    <a:pt x="618" y="74"/>
                  </a:cubicBezTo>
                  <a:cubicBezTo>
                    <a:pt x="620" y="74"/>
                    <a:pt x="624" y="76"/>
                    <a:pt x="626" y="77"/>
                  </a:cubicBezTo>
                  <a:cubicBezTo>
                    <a:pt x="627" y="77"/>
                    <a:pt x="629" y="79"/>
                    <a:pt x="631" y="79"/>
                  </a:cubicBezTo>
                  <a:cubicBezTo>
                    <a:pt x="632" y="79"/>
                    <a:pt x="634" y="80"/>
                    <a:pt x="635" y="80"/>
                  </a:cubicBezTo>
                  <a:cubicBezTo>
                    <a:pt x="636" y="80"/>
                    <a:pt x="637" y="81"/>
                    <a:pt x="638" y="81"/>
                  </a:cubicBezTo>
                  <a:cubicBezTo>
                    <a:pt x="639" y="82"/>
                    <a:pt x="640" y="82"/>
                    <a:pt x="641" y="8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91"/>
            <p:cNvSpPr>
              <a:spLocks/>
            </p:cNvSpPr>
            <p:nvPr/>
          </p:nvSpPr>
          <p:spPr bwMode="auto">
            <a:xfrm>
              <a:off x="3948113" y="3394075"/>
              <a:ext cx="14288" cy="17463"/>
            </a:xfrm>
            <a:custGeom>
              <a:avLst/>
              <a:gdLst/>
              <a:ahLst/>
              <a:cxnLst>
                <a:cxn ang="0">
                  <a:pos x="8" y="11"/>
                </a:cxn>
                <a:cxn ang="0">
                  <a:pos x="6" y="11"/>
                </a:cxn>
                <a:cxn ang="0">
                  <a:pos x="3" y="11"/>
                </a:cxn>
                <a:cxn ang="0">
                  <a:pos x="1" y="10"/>
                </a:cxn>
                <a:cxn ang="0">
                  <a:pos x="1" y="8"/>
                </a:cxn>
                <a:cxn ang="0">
                  <a:pos x="2" y="6"/>
                </a:cxn>
                <a:cxn ang="0">
                  <a:pos x="3" y="4"/>
                </a:cxn>
                <a:cxn ang="0">
                  <a:pos x="3" y="1"/>
                </a:cxn>
                <a:cxn ang="0">
                  <a:pos x="4" y="0"/>
                </a:cxn>
                <a:cxn ang="0">
                  <a:pos x="5" y="1"/>
                </a:cxn>
                <a:cxn ang="0">
                  <a:pos x="5" y="4"/>
                </a:cxn>
                <a:cxn ang="0">
                  <a:pos x="7" y="7"/>
                </a:cxn>
                <a:cxn ang="0">
                  <a:pos x="8" y="8"/>
                </a:cxn>
                <a:cxn ang="0">
                  <a:pos x="8" y="10"/>
                </a:cxn>
                <a:cxn ang="0">
                  <a:pos x="8" y="11"/>
                </a:cxn>
              </a:cxnLst>
              <a:rect l="0" t="0" r="r" b="b"/>
              <a:pathLst>
                <a:path w="8" h="11">
                  <a:moveTo>
                    <a:pt x="8" y="11"/>
                  </a:moveTo>
                  <a:cubicBezTo>
                    <a:pt x="7" y="11"/>
                    <a:pt x="6" y="11"/>
                    <a:pt x="6" y="11"/>
                  </a:cubicBezTo>
                  <a:cubicBezTo>
                    <a:pt x="5" y="11"/>
                    <a:pt x="4" y="11"/>
                    <a:pt x="3" y="11"/>
                  </a:cubicBezTo>
                  <a:cubicBezTo>
                    <a:pt x="2" y="11"/>
                    <a:pt x="1" y="11"/>
                    <a:pt x="1" y="10"/>
                  </a:cubicBezTo>
                  <a:cubicBezTo>
                    <a:pt x="0" y="10"/>
                    <a:pt x="0" y="8"/>
                    <a:pt x="1" y="8"/>
                  </a:cubicBezTo>
                  <a:cubicBezTo>
                    <a:pt x="1" y="7"/>
                    <a:pt x="2" y="7"/>
                    <a:pt x="2" y="6"/>
                  </a:cubicBezTo>
                  <a:cubicBezTo>
                    <a:pt x="2" y="6"/>
                    <a:pt x="3" y="4"/>
                    <a:pt x="3" y="4"/>
                  </a:cubicBezTo>
                  <a:cubicBezTo>
                    <a:pt x="3" y="3"/>
                    <a:pt x="3" y="1"/>
                    <a:pt x="3" y="1"/>
                  </a:cubicBezTo>
                  <a:cubicBezTo>
                    <a:pt x="3" y="0"/>
                    <a:pt x="3" y="0"/>
                    <a:pt x="4" y="0"/>
                  </a:cubicBezTo>
                  <a:cubicBezTo>
                    <a:pt x="4" y="0"/>
                    <a:pt x="5" y="1"/>
                    <a:pt x="5" y="1"/>
                  </a:cubicBezTo>
                  <a:cubicBezTo>
                    <a:pt x="5" y="2"/>
                    <a:pt x="5" y="3"/>
                    <a:pt x="5" y="4"/>
                  </a:cubicBezTo>
                  <a:cubicBezTo>
                    <a:pt x="6" y="5"/>
                    <a:pt x="6" y="6"/>
                    <a:pt x="7" y="7"/>
                  </a:cubicBezTo>
                  <a:cubicBezTo>
                    <a:pt x="7" y="7"/>
                    <a:pt x="8" y="8"/>
                    <a:pt x="8" y="8"/>
                  </a:cubicBezTo>
                  <a:cubicBezTo>
                    <a:pt x="8" y="9"/>
                    <a:pt x="8" y="10"/>
                    <a:pt x="8" y="10"/>
                  </a:cubicBezTo>
                  <a:cubicBezTo>
                    <a:pt x="8" y="10"/>
                    <a:pt x="8" y="11"/>
                    <a:pt x="8"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92"/>
            <p:cNvSpPr>
              <a:spLocks/>
            </p:cNvSpPr>
            <p:nvPr/>
          </p:nvSpPr>
          <p:spPr bwMode="auto">
            <a:xfrm>
              <a:off x="3919538" y="3416300"/>
              <a:ext cx="22225" cy="33338"/>
            </a:xfrm>
            <a:custGeom>
              <a:avLst/>
              <a:gdLst/>
              <a:ahLst/>
              <a:cxnLst>
                <a:cxn ang="0">
                  <a:pos x="1" y="19"/>
                </a:cxn>
                <a:cxn ang="0">
                  <a:pos x="3" y="16"/>
                </a:cxn>
                <a:cxn ang="0">
                  <a:pos x="7" y="10"/>
                </a:cxn>
                <a:cxn ang="0">
                  <a:pos x="10" y="5"/>
                </a:cxn>
                <a:cxn ang="0">
                  <a:pos x="13" y="2"/>
                </a:cxn>
                <a:cxn ang="0">
                  <a:pos x="14" y="0"/>
                </a:cxn>
                <a:cxn ang="0">
                  <a:pos x="12" y="0"/>
                </a:cxn>
                <a:cxn ang="0">
                  <a:pos x="9" y="2"/>
                </a:cxn>
                <a:cxn ang="0">
                  <a:pos x="7" y="3"/>
                </a:cxn>
                <a:cxn ang="0">
                  <a:pos x="5" y="6"/>
                </a:cxn>
                <a:cxn ang="0">
                  <a:pos x="4" y="9"/>
                </a:cxn>
                <a:cxn ang="0">
                  <a:pos x="2" y="12"/>
                </a:cxn>
                <a:cxn ang="0">
                  <a:pos x="1" y="15"/>
                </a:cxn>
                <a:cxn ang="0">
                  <a:pos x="0" y="17"/>
                </a:cxn>
                <a:cxn ang="0">
                  <a:pos x="1" y="19"/>
                </a:cxn>
              </a:cxnLst>
              <a:rect l="0" t="0" r="r" b="b"/>
              <a:pathLst>
                <a:path w="14" h="20">
                  <a:moveTo>
                    <a:pt x="1" y="19"/>
                  </a:moveTo>
                  <a:cubicBezTo>
                    <a:pt x="2" y="20"/>
                    <a:pt x="3" y="17"/>
                    <a:pt x="3" y="16"/>
                  </a:cubicBezTo>
                  <a:cubicBezTo>
                    <a:pt x="4" y="15"/>
                    <a:pt x="6" y="12"/>
                    <a:pt x="7" y="10"/>
                  </a:cubicBezTo>
                  <a:cubicBezTo>
                    <a:pt x="7" y="9"/>
                    <a:pt x="9" y="6"/>
                    <a:pt x="10" y="5"/>
                  </a:cubicBezTo>
                  <a:cubicBezTo>
                    <a:pt x="11" y="4"/>
                    <a:pt x="12" y="3"/>
                    <a:pt x="13" y="2"/>
                  </a:cubicBezTo>
                  <a:cubicBezTo>
                    <a:pt x="13" y="2"/>
                    <a:pt x="14" y="1"/>
                    <a:pt x="14" y="0"/>
                  </a:cubicBezTo>
                  <a:cubicBezTo>
                    <a:pt x="14" y="0"/>
                    <a:pt x="12" y="0"/>
                    <a:pt x="12" y="0"/>
                  </a:cubicBezTo>
                  <a:cubicBezTo>
                    <a:pt x="11" y="0"/>
                    <a:pt x="10" y="1"/>
                    <a:pt x="9" y="2"/>
                  </a:cubicBezTo>
                  <a:cubicBezTo>
                    <a:pt x="9" y="2"/>
                    <a:pt x="8" y="3"/>
                    <a:pt x="7" y="3"/>
                  </a:cubicBezTo>
                  <a:cubicBezTo>
                    <a:pt x="7" y="4"/>
                    <a:pt x="5" y="5"/>
                    <a:pt x="5" y="6"/>
                  </a:cubicBezTo>
                  <a:cubicBezTo>
                    <a:pt x="4" y="7"/>
                    <a:pt x="4" y="8"/>
                    <a:pt x="4" y="9"/>
                  </a:cubicBezTo>
                  <a:cubicBezTo>
                    <a:pt x="3" y="10"/>
                    <a:pt x="3" y="11"/>
                    <a:pt x="2" y="12"/>
                  </a:cubicBezTo>
                  <a:cubicBezTo>
                    <a:pt x="2" y="13"/>
                    <a:pt x="1" y="14"/>
                    <a:pt x="1" y="15"/>
                  </a:cubicBezTo>
                  <a:cubicBezTo>
                    <a:pt x="1" y="15"/>
                    <a:pt x="0" y="16"/>
                    <a:pt x="0" y="17"/>
                  </a:cubicBezTo>
                  <a:cubicBezTo>
                    <a:pt x="0" y="17"/>
                    <a:pt x="0" y="19"/>
                    <a:pt x="1"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93"/>
            <p:cNvSpPr>
              <a:spLocks/>
            </p:cNvSpPr>
            <p:nvPr/>
          </p:nvSpPr>
          <p:spPr bwMode="auto">
            <a:xfrm>
              <a:off x="3678238" y="3097213"/>
              <a:ext cx="409575" cy="460375"/>
            </a:xfrm>
            <a:custGeom>
              <a:avLst/>
              <a:gdLst/>
              <a:ahLst/>
              <a:cxnLst>
                <a:cxn ang="0">
                  <a:pos x="241" y="109"/>
                </a:cxn>
                <a:cxn ang="0">
                  <a:pos x="225" y="116"/>
                </a:cxn>
                <a:cxn ang="0">
                  <a:pos x="202" y="116"/>
                </a:cxn>
                <a:cxn ang="0">
                  <a:pos x="194" y="124"/>
                </a:cxn>
                <a:cxn ang="0">
                  <a:pos x="190" y="136"/>
                </a:cxn>
                <a:cxn ang="0">
                  <a:pos x="184" y="146"/>
                </a:cxn>
                <a:cxn ang="0">
                  <a:pos x="174" y="158"/>
                </a:cxn>
                <a:cxn ang="0">
                  <a:pos x="170" y="165"/>
                </a:cxn>
                <a:cxn ang="0">
                  <a:pos x="165" y="173"/>
                </a:cxn>
                <a:cxn ang="0">
                  <a:pos x="161" y="186"/>
                </a:cxn>
                <a:cxn ang="0">
                  <a:pos x="154" y="193"/>
                </a:cxn>
                <a:cxn ang="0">
                  <a:pos x="146" y="203"/>
                </a:cxn>
                <a:cxn ang="0">
                  <a:pos x="141" y="217"/>
                </a:cxn>
                <a:cxn ang="0">
                  <a:pos x="138" y="248"/>
                </a:cxn>
                <a:cxn ang="0">
                  <a:pos x="128" y="262"/>
                </a:cxn>
                <a:cxn ang="0">
                  <a:pos x="104" y="269"/>
                </a:cxn>
                <a:cxn ang="0">
                  <a:pos x="93" y="270"/>
                </a:cxn>
                <a:cxn ang="0">
                  <a:pos x="74" y="269"/>
                </a:cxn>
                <a:cxn ang="0">
                  <a:pos x="59" y="278"/>
                </a:cxn>
                <a:cxn ang="0">
                  <a:pos x="42" y="269"/>
                </a:cxn>
                <a:cxn ang="0">
                  <a:pos x="28" y="268"/>
                </a:cxn>
                <a:cxn ang="0">
                  <a:pos x="21" y="269"/>
                </a:cxn>
                <a:cxn ang="0">
                  <a:pos x="6" y="265"/>
                </a:cxn>
                <a:cxn ang="0">
                  <a:pos x="7" y="256"/>
                </a:cxn>
                <a:cxn ang="0">
                  <a:pos x="5" y="240"/>
                </a:cxn>
                <a:cxn ang="0">
                  <a:pos x="1" y="227"/>
                </a:cxn>
                <a:cxn ang="0">
                  <a:pos x="9" y="212"/>
                </a:cxn>
                <a:cxn ang="0">
                  <a:pos x="14" y="201"/>
                </a:cxn>
                <a:cxn ang="0">
                  <a:pos x="20" y="188"/>
                </a:cxn>
                <a:cxn ang="0">
                  <a:pos x="28" y="153"/>
                </a:cxn>
                <a:cxn ang="0">
                  <a:pos x="27" y="128"/>
                </a:cxn>
                <a:cxn ang="0">
                  <a:pos x="28" y="106"/>
                </a:cxn>
                <a:cxn ang="0">
                  <a:pos x="32" y="94"/>
                </a:cxn>
                <a:cxn ang="0">
                  <a:pos x="38" y="79"/>
                </a:cxn>
                <a:cxn ang="0">
                  <a:pos x="47" y="63"/>
                </a:cxn>
                <a:cxn ang="0">
                  <a:pos x="51" y="53"/>
                </a:cxn>
                <a:cxn ang="0">
                  <a:pos x="55" y="44"/>
                </a:cxn>
                <a:cxn ang="0">
                  <a:pos x="57" y="10"/>
                </a:cxn>
                <a:cxn ang="0">
                  <a:pos x="69" y="8"/>
                </a:cxn>
                <a:cxn ang="0">
                  <a:pos x="88" y="3"/>
                </a:cxn>
                <a:cxn ang="0">
                  <a:pos x="99" y="11"/>
                </a:cxn>
                <a:cxn ang="0">
                  <a:pos x="102" y="32"/>
                </a:cxn>
                <a:cxn ang="0">
                  <a:pos x="115" y="41"/>
                </a:cxn>
                <a:cxn ang="0">
                  <a:pos x="129" y="27"/>
                </a:cxn>
                <a:cxn ang="0">
                  <a:pos x="138" y="12"/>
                </a:cxn>
                <a:cxn ang="0">
                  <a:pos x="151" y="0"/>
                </a:cxn>
                <a:cxn ang="0">
                  <a:pos x="160" y="4"/>
                </a:cxn>
                <a:cxn ang="0">
                  <a:pos x="170" y="8"/>
                </a:cxn>
                <a:cxn ang="0">
                  <a:pos x="178" y="16"/>
                </a:cxn>
                <a:cxn ang="0">
                  <a:pos x="186" y="21"/>
                </a:cxn>
                <a:cxn ang="0">
                  <a:pos x="207" y="23"/>
                </a:cxn>
                <a:cxn ang="0">
                  <a:pos x="223" y="29"/>
                </a:cxn>
                <a:cxn ang="0">
                  <a:pos x="235" y="43"/>
                </a:cxn>
                <a:cxn ang="0">
                  <a:pos x="226" y="57"/>
                </a:cxn>
                <a:cxn ang="0">
                  <a:pos x="212" y="56"/>
                </a:cxn>
                <a:cxn ang="0">
                  <a:pos x="215" y="66"/>
                </a:cxn>
                <a:cxn ang="0">
                  <a:pos x="228" y="79"/>
                </a:cxn>
                <a:cxn ang="0">
                  <a:pos x="241" y="89"/>
                </a:cxn>
                <a:cxn ang="0">
                  <a:pos x="247" y="104"/>
                </a:cxn>
              </a:cxnLst>
              <a:rect l="0" t="0" r="r" b="b"/>
              <a:pathLst>
                <a:path w="247" h="278">
                  <a:moveTo>
                    <a:pt x="247" y="104"/>
                  </a:moveTo>
                  <a:cubicBezTo>
                    <a:pt x="246" y="105"/>
                    <a:pt x="245" y="106"/>
                    <a:pt x="245" y="106"/>
                  </a:cubicBezTo>
                  <a:cubicBezTo>
                    <a:pt x="244" y="107"/>
                    <a:pt x="242" y="109"/>
                    <a:pt x="241" y="109"/>
                  </a:cubicBezTo>
                  <a:cubicBezTo>
                    <a:pt x="240" y="110"/>
                    <a:pt x="238" y="112"/>
                    <a:pt x="237" y="113"/>
                  </a:cubicBezTo>
                  <a:cubicBezTo>
                    <a:pt x="236" y="114"/>
                    <a:pt x="234" y="115"/>
                    <a:pt x="233" y="115"/>
                  </a:cubicBezTo>
                  <a:cubicBezTo>
                    <a:pt x="231" y="116"/>
                    <a:pt x="227" y="116"/>
                    <a:pt x="225" y="116"/>
                  </a:cubicBezTo>
                  <a:cubicBezTo>
                    <a:pt x="223" y="116"/>
                    <a:pt x="221" y="116"/>
                    <a:pt x="219" y="116"/>
                  </a:cubicBezTo>
                  <a:cubicBezTo>
                    <a:pt x="217" y="116"/>
                    <a:pt x="213" y="116"/>
                    <a:pt x="211" y="116"/>
                  </a:cubicBezTo>
                  <a:cubicBezTo>
                    <a:pt x="209" y="116"/>
                    <a:pt x="204" y="116"/>
                    <a:pt x="202" y="116"/>
                  </a:cubicBezTo>
                  <a:cubicBezTo>
                    <a:pt x="201" y="116"/>
                    <a:pt x="199" y="117"/>
                    <a:pt x="198" y="117"/>
                  </a:cubicBezTo>
                  <a:cubicBezTo>
                    <a:pt x="197" y="118"/>
                    <a:pt x="197" y="119"/>
                    <a:pt x="196" y="120"/>
                  </a:cubicBezTo>
                  <a:cubicBezTo>
                    <a:pt x="196" y="121"/>
                    <a:pt x="195" y="123"/>
                    <a:pt x="194" y="124"/>
                  </a:cubicBezTo>
                  <a:cubicBezTo>
                    <a:pt x="194" y="125"/>
                    <a:pt x="193" y="127"/>
                    <a:pt x="193" y="128"/>
                  </a:cubicBezTo>
                  <a:cubicBezTo>
                    <a:pt x="192" y="129"/>
                    <a:pt x="191" y="131"/>
                    <a:pt x="191" y="132"/>
                  </a:cubicBezTo>
                  <a:cubicBezTo>
                    <a:pt x="190" y="133"/>
                    <a:pt x="190" y="135"/>
                    <a:pt x="190" y="136"/>
                  </a:cubicBezTo>
                  <a:cubicBezTo>
                    <a:pt x="189" y="136"/>
                    <a:pt x="189" y="138"/>
                    <a:pt x="188" y="139"/>
                  </a:cubicBezTo>
                  <a:cubicBezTo>
                    <a:pt x="188" y="140"/>
                    <a:pt x="187" y="142"/>
                    <a:pt x="187" y="142"/>
                  </a:cubicBezTo>
                  <a:cubicBezTo>
                    <a:pt x="186" y="143"/>
                    <a:pt x="185" y="145"/>
                    <a:pt x="184" y="146"/>
                  </a:cubicBezTo>
                  <a:cubicBezTo>
                    <a:pt x="184" y="147"/>
                    <a:pt x="182" y="148"/>
                    <a:pt x="181" y="149"/>
                  </a:cubicBezTo>
                  <a:cubicBezTo>
                    <a:pt x="180" y="150"/>
                    <a:pt x="178" y="152"/>
                    <a:pt x="177" y="154"/>
                  </a:cubicBezTo>
                  <a:cubicBezTo>
                    <a:pt x="176" y="155"/>
                    <a:pt x="174" y="157"/>
                    <a:pt x="174" y="158"/>
                  </a:cubicBezTo>
                  <a:cubicBezTo>
                    <a:pt x="173" y="159"/>
                    <a:pt x="173" y="160"/>
                    <a:pt x="173" y="161"/>
                  </a:cubicBezTo>
                  <a:cubicBezTo>
                    <a:pt x="172" y="162"/>
                    <a:pt x="172" y="162"/>
                    <a:pt x="171" y="163"/>
                  </a:cubicBezTo>
                  <a:cubicBezTo>
                    <a:pt x="171" y="163"/>
                    <a:pt x="170" y="165"/>
                    <a:pt x="170" y="165"/>
                  </a:cubicBezTo>
                  <a:cubicBezTo>
                    <a:pt x="169" y="166"/>
                    <a:pt x="169" y="168"/>
                    <a:pt x="169" y="168"/>
                  </a:cubicBezTo>
                  <a:cubicBezTo>
                    <a:pt x="168" y="169"/>
                    <a:pt x="167" y="170"/>
                    <a:pt x="166" y="171"/>
                  </a:cubicBezTo>
                  <a:cubicBezTo>
                    <a:pt x="166" y="172"/>
                    <a:pt x="165" y="173"/>
                    <a:pt x="165" y="173"/>
                  </a:cubicBezTo>
                  <a:cubicBezTo>
                    <a:pt x="164" y="174"/>
                    <a:pt x="164" y="176"/>
                    <a:pt x="164" y="177"/>
                  </a:cubicBezTo>
                  <a:cubicBezTo>
                    <a:pt x="163" y="178"/>
                    <a:pt x="164" y="180"/>
                    <a:pt x="164" y="181"/>
                  </a:cubicBezTo>
                  <a:cubicBezTo>
                    <a:pt x="163" y="182"/>
                    <a:pt x="162" y="185"/>
                    <a:pt x="161" y="186"/>
                  </a:cubicBezTo>
                  <a:cubicBezTo>
                    <a:pt x="161" y="187"/>
                    <a:pt x="159" y="188"/>
                    <a:pt x="159" y="188"/>
                  </a:cubicBezTo>
                  <a:cubicBezTo>
                    <a:pt x="158" y="189"/>
                    <a:pt x="157" y="191"/>
                    <a:pt x="156" y="191"/>
                  </a:cubicBezTo>
                  <a:cubicBezTo>
                    <a:pt x="156" y="192"/>
                    <a:pt x="154" y="193"/>
                    <a:pt x="154" y="193"/>
                  </a:cubicBezTo>
                  <a:cubicBezTo>
                    <a:pt x="153" y="194"/>
                    <a:pt x="151" y="195"/>
                    <a:pt x="151" y="196"/>
                  </a:cubicBezTo>
                  <a:cubicBezTo>
                    <a:pt x="150" y="196"/>
                    <a:pt x="148" y="198"/>
                    <a:pt x="147" y="198"/>
                  </a:cubicBezTo>
                  <a:cubicBezTo>
                    <a:pt x="147" y="199"/>
                    <a:pt x="146" y="202"/>
                    <a:pt x="146" y="203"/>
                  </a:cubicBezTo>
                  <a:cubicBezTo>
                    <a:pt x="146" y="204"/>
                    <a:pt x="145" y="206"/>
                    <a:pt x="144" y="207"/>
                  </a:cubicBezTo>
                  <a:cubicBezTo>
                    <a:pt x="144" y="208"/>
                    <a:pt x="143" y="210"/>
                    <a:pt x="143" y="211"/>
                  </a:cubicBezTo>
                  <a:cubicBezTo>
                    <a:pt x="142" y="212"/>
                    <a:pt x="141" y="215"/>
                    <a:pt x="141" y="217"/>
                  </a:cubicBezTo>
                  <a:cubicBezTo>
                    <a:pt x="141" y="219"/>
                    <a:pt x="140" y="223"/>
                    <a:pt x="140" y="225"/>
                  </a:cubicBezTo>
                  <a:cubicBezTo>
                    <a:pt x="140" y="228"/>
                    <a:pt x="140" y="234"/>
                    <a:pt x="139" y="237"/>
                  </a:cubicBezTo>
                  <a:cubicBezTo>
                    <a:pt x="139" y="240"/>
                    <a:pt x="139" y="245"/>
                    <a:pt x="138" y="248"/>
                  </a:cubicBezTo>
                  <a:cubicBezTo>
                    <a:pt x="137" y="249"/>
                    <a:pt x="136" y="253"/>
                    <a:pt x="135" y="255"/>
                  </a:cubicBezTo>
                  <a:cubicBezTo>
                    <a:pt x="134" y="256"/>
                    <a:pt x="132" y="258"/>
                    <a:pt x="131" y="259"/>
                  </a:cubicBezTo>
                  <a:cubicBezTo>
                    <a:pt x="130" y="260"/>
                    <a:pt x="129" y="261"/>
                    <a:pt x="128" y="262"/>
                  </a:cubicBezTo>
                  <a:cubicBezTo>
                    <a:pt x="126" y="263"/>
                    <a:pt x="123" y="264"/>
                    <a:pt x="121" y="265"/>
                  </a:cubicBezTo>
                  <a:cubicBezTo>
                    <a:pt x="119" y="266"/>
                    <a:pt x="114" y="266"/>
                    <a:pt x="112" y="267"/>
                  </a:cubicBezTo>
                  <a:cubicBezTo>
                    <a:pt x="110" y="267"/>
                    <a:pt x="106" y="269"/>
                    <a:pt x="104" y="269"/>
                  </a:cubicBezTo>
                  <a:cubicBezTo>
                    <a:pt x="103" y="270"/>
                    <a:pt x="101" y="271"/>
                    <a:pt x="99" y="271"/>
                  </a:cubicBezTo>
                  <a:cubicBezTo>
                    <a:pt x="98" y="271"/>
                    <a:pt x="97" y="271"/>
                    <a:pt x="96" y="271"/>
                  </a:cubicBezTo>
                  <a:cubicBezTo>
                    <a:pt x="95" y="270"/>
                    <a:pt x="94" y="270"/>
                    <a:pt x="93" y="270"/>
                  </a:cubicBezTo>
                  <a:cubicBezTo>
                    <a:pt x="92" y="270"/>
                    <a:pt x="89" y="269"/>
                    <a:pt x="88" y="269"/>
                  </a:cubicBezTo>
                  <a:cubicBezTo>
                    <a:pt x="86" y="268"/>
                    <a:pt x="82" y="269"/>
                    <a:pt x="80" y="269"/>
                  </a:cubicBezTo>
                  <a:cubicBezTo>
                    <a:pt x="79" y="269"/>
                    <a:pt x="75" y="269"/>
                    <a:pt x="74" y="269"/>
                  </a:cubicBezTo>
                  <a:cubicBezTo>
                    <a:pt x="72" y="270"/>
                    <a:pt x="69" y="272"/>
                    <a:pt x="67" y="273"/>
                  </a:cubicBezTo>
                  <a:cubicBezTo>
                    <a:pt x="66" y="274"/>
                    <a:pt x="64" y="276"/>
                    <a:pt x="62" y="277"/>
                  </a:cubicBezTo>
                  <a:cubicBezTo>
                    <a:pt x="62" y="277"/>
                    <a:pt x="60" y="278"/>
                    <a:pt x="59" y="278"/>
                  </a:cubicBezTo>
                  <a:cubicBezTo>
                    <a:pt x="59" y="278"/>
                    <a:pt x="57" y="277"/>
                    <a:pt x="56" y="277"/>
                  </a:cubicBezTo>
                  <a:cubicBezTo>
                    <a:pt x="55" y="277"/>
                    <a:pt x="52" y="275"/>
                    <a:pt x="51" y="274"/>
                  </a:cubicBezTo>
                  <a:cubicBezTo>
                    <a:pt x="49" y="272"/>
                    <a:pt x="44" y="270"/>
                    <a:pt x="42" y="269"/>
                  </a:cubicBezTo>
                  <a:cubicBezTo>
                    <a:pt x="40" y="268"/>
                    <a:pt x="37" y="267"/>
                    <a:pt x="35" y="267"/>
                  </a:cubicBezTo>
                  <a:cubicBezTo>
                    <a:pt x="34" y="267"/>
                    <a:pt x="32" y="267"/>
                    <a:pt x="31" y="267"/>
                  </a:cubicBezTo>
                  <a:cubicBezTo>
                    <a:pt x="30" y="267"/>
                    <a:pt x="29" y="268"/>
                    <a:pt x="28" y="268"/>
                  </a:cubicBezTo>
                  <a:cubicBezTo>
                    <a:pt x="27" y="269"/>
                    <a:pt x="27" y="270"/>
                    <a:pt x="26" y="271"/>
                  </a:cubicBezTo>
                  <a:cubicBezTo>
                    <a:pt x="25" y="271"/>
                    <a:pt x="24" y="271"/>
                    <a:pt x="23" y="271"/>
                  </a:cubicBezTo>
                  <a:cubicBezTo>
                    <a:pt x="23" y="270"/>
                    <a:pt x="21" y="269"/>
                    <a:pt x="21" y="269"/>
                  </a:cubicBezTo>
                  <a:cubicBezTo>
                    <a:pt x="19" y="269"/>
                    <a:pt x="17" y="268"/>
                    <a:pt x="16" y="268"/>
                  </a:cubicBezTo>
                  <a:cubicBezTo>
                    <a:pt x="15" y="268"/>
                    <a:pt x="12" y="267"/>
                    <a:pt x="11" y="267"/>
                  </a:cubicBezTo>
                  <a:cubicBezTo>
                    <a:pt x="10" y="266"/>
                    <a:pt x="7" y="265"/>
                    <a:pt x="6" y="265"/>
                  </a:cubicBezTo>
                  <a:cubicBezTo>
                    <a:pt x="6" y="264"/>
                    <a:pt x="5" y="262"/>
                    <a:pt x="5" y="262"/>
                  </a:cubicBezTo>
                  <a:cubicBezTo>
                    <a:pt x="5" y="261"/>
                    <a:pt x="5" y="260"/>
                    <a:pt x="5" y="259"/>
                  </a:cubicBezTo>
                  <a:cubicBezTo>
                    <a:pt x="5" y="258"/>
                    <a:pt x="6" y="257"/>
                    <a:pt x="7" y="256"/>
                  </a:cubicBezTo>
                  <a:cubicBezTo>
                    <a:pt x="7" y="255"/>
                    <a:pt x="8" y="253"/>
                    <a:pt x="8" y="251"/>
                  </a:cubicBezTo>
                  <a:cubicBezTo>
                    <a:pt x="9" y="250"/>
                    <a:pt x="9" y="247"/>
                    <a:pt x="9" y="246"/>
                  </a:cubicBezTo>
                  <a:cubicBezTo>
                    <a:pt x="8" y="244"/>
                    <a:pt x="6" y="241"/>
                    <a:pt x="5" y="240"/>
                  </a:cubicBezTo>
                  <a:cubicBezTo>
                    <a:pt x="4" y="239"/>
                    <a:pt x="3" y="238"/>
                    <a:pt x="2" y="237"/>
                  </a:cubicBezTo>
                  <a:cubicBezTo>
                    <a:pt x="2" y="236"/>
                    <a:pt x="1" y="233"/>
                    <a:pt x="1" y="232"/>
                  </a:cubicBezTo>
                  <a:cubicBezTo>
                    <a:pt x="1" y="231"/>
                    <a:pt x="0" y="228"/>
                    <a:pt x="1" y="227"/>
                  </a:cubicBezTo>
                  <a:cubicBezTo>
                    <a:pt x="1" y="226"/>
                    <a:pt x="3" y="225"/>
                    <a:pt x="3" y="224"/>
                  </a:cubicBezTo>
                  <a:cubicBezTo>
                    <a:pt x="4" y="223"/>
                    <a:pt x="5" y="221"/>
                    <a:pt x="6" y="220"/>
                  </a:cubicBezTo>
                  <a:cubicBezTo>
                    <a:pt x="7" y="218"/>
                    <a:pt x="8" y="214"/>
                    <a:pt x="9" y="212"/>
                  </a:cubicBezTo>
                  <a:cubicBezTo>
                    <a:pt x="9" y="211"/>
                    <a:pt x="10" y="209"/>
                    <a:pt x="10" y="208"/>
                  </a:cubicBezTo>
                  <a:cubicBezTo>
                    <a:pt x="11" y="207"/>
                    <a:pt x="12" y="206"/>
                    <a:pt x="12" y="205"/>
                  </a:cubicBezTo>
                  <a:cubicBezTo>
                    <a:pt x="13" y="204"/>
                    <a:pt x="13" y="202"/>
                    <a:pt x="14" y="201"/>
                  </a:cubicBezTo>
                  <a:cubicBezTo>
                    <a:pt x="14" y="200"/>
                    <a:pt x="15" y="198"/>
                    <a:pt x="15" y="197"/>
                  </a:cubicBezTo>
                  <a:cubicBezTo>
                    <a:pt x="16" y="196"/>
                    <a:pt x="17" y="194"/>
                    <a:pt x="17" y="193"/>
                  </a:cubicBezTo>
                  <a:cubicBezTo>
                    <a:pt x="18" y="192"/>
                    <a:pt x="19" y="189"/>
                    <a:pt x="20" y="188"/>
                  </a:cubicBezTo>
                  <a:cubicBezTo>
                    <a:pt x="21" y="184"/>
                    <a:pt x="23" y="177"/>
                    <a:pt x="24" y="174"/>
                  </a:cubicBezTo>
                  <a:cubicBezTo>
                    <a:pt x="25" y="171"/>
                    <a:pt x="27" y="165"/>
                    <a:pt x="27" y="163"/>
                  </a:cubicBezTo>
                  <a:cubicBezTo>
                    <a:pt x="28" y="160"/>
                    <a:pt x="28" y="156"/>
                    <a:pt x="28" y="153"/>
                  </a:cubicBezTo>
                  <a:cubicBezTo>
                    <a:pt x="28" y="151"/>
                    <a:pt x="28" y="145"/>
                    <a:pt x="28" y="143"/>
                  </a:cubicBezTo>
                  <a:cubicBezTo>
                    <a:pt x="27" y="141"/>
                    <a:pt x="27" y="137"/>
                    <a:pt x="27" y="135"/>
                  </a:cubicBezTo>
                  <a:cubicBezTo>
                    <a:pt x="26" y="133"/>
                    <a:pt x="26" y="130"/>
                    <a:pt x="27" y="128"/>
                  </a:cubicBezTo>
                  <a:cubicBezTo>
                    <a:pt x="27" y="126"/>
                    <a:pt x="28" y="122"/>
                    <a:pt x="28" y="120"/>
                  </a:cubicBezTo>
                  <a:cubicBezTo>
                    <a:pt x="29" y="118"/>
                    <a:pt x="29" y="115"/>
                    <a:pt x="29" y="113"/>
                  </a:cubicBezTo>
                  <a:cubicBezTo>
                    <a:pt x="29" y="111"/>
                    <a:pt x="28" y="108"/>
                    <a:pt x="28" y="106"/>
                  </a:cubicBezTo>
                  <a:cubicBezTo>
                    <a:pt x="28" y="105"/>
                    <a:pt x="29" y="101"/>
                    <a:pt x="29" y="100"/>
                  </a:cubicBezTo>
                  <a:cubicBezTo>
                    <a:pt x="29" y="99"/>
                    <a:pt x="30" y="97"/>
                    <a:pt x="30" y="97"/>
                  </a:cubicBezTo>
                  <a:cubicBezTo>
                    <a:pt x="31" y="96"/>
                    <a:pt x="32" y="95"/>
                    <a:pt x="32" y="94"/>
                  </a:cubicBezTo>
                  <a:cubicBezTo>
                    <a:pt x="33" y="93"/>
                    <a:pt x="34" y="91"/>
                    <a:pt x="34" y="90"/>
                  </a:cubicBezTo>
                  <a:cubicBezTo>
                    <a:pt x="35" y="89"/>
                    <a:pt x="35" y="86"/>
                    <a:pt x="36" y="85"/>
                  </a:cubicBezTo>
                  <a:cubicBezTo>
                    <a:pt x="36" y="83"/>
                    <a:pt x="37" y="80"/>
                    <a:pt x="38" y="79"/>
                  </a:cubicBezTo>
                  <a:cubicBezTo>
                    <a:pt x="38" y="77"/>
                    <a:pt x="40" y="75"/>
                    <a:pt x="41" y="73"/>
                  </a:cubicBezTo>
                  <a:cubicBezTo>
                    <a:pt x="42" y="72"/>
                    <a:pt x="44" y="69"/>
                    <a:pt x="45" y="67"/>
                  </a:cubicBezTo>
                  <a:cubicBezTo>
                    <a:pt x="45" y="66"/>
                    <a:pt x="47" y="64"/>
                    <a:pt x="47" y="63"/>
                  </a:cubicBezTo>
                  <a:cubicBezTo>
                    <a:pt x="48" y="62"/>
                    <a:pt x="48" y="60"/>
                    <a:pt x="48" y="59"/>
                  </a:cubicBezTo>
                  <a:cubicBezTo>
                    <a:pt x="48" y="58"/>
                    <a:pt x="50" y="57"/>
                    <a:pt x="50" y="56"/>
                  </a:cubicBezTo>
                  <a:cubicBezTo>
                    <a:pt x="50" y="55"/>
                    <a:pt x="51" y="53"/>
                    <a:pt x="51" y="53"/>
                  </a:cubicBezTo>
                  <a:cubicBezTo>
                    <a:pt x="51" y="52"/>
                    <a:pt x="51" y="50"/>
                    <a:pt x="52" y="50"/>
                  </a:cubicBezTo>
                  <a:cubicBezTo>
                    <a:pt x="52" y="49"/>
                    <a:pt x="53" y="48"/>
                    <a:pt x="53" y="48"/>
                  </a:cubicBezTo>
                  <a:cubicBezTo>
                    <a:pt x="53" y="47"/>
                    <a:pt x="54" y="45"/>
                    <a:pt x="55" y="44"/>
                  </a:cubicBezTo>
                  <a:cubicBezTo>
                    <a:pt x="56" y="40"/>
                    <a:pt x="56" y="32"/>
                    <a:pt x="57" y="28"/>
                  </a:cubicBezTo>
                  <a:cubicBezTo>
                    <a:pt x="57" y="24"/>
                    <a:pt x="57" y="16"/>
                    <a:pt x="57" y="12"/>
                  </a:cubicBezTo>
                  <a:cubicBezTo>
                    <a:pt x="57" y="11"/>
                    <a:pt x="57" y="11"/>
                    <a:pt x="57" y="10"/>
                  </a:cubicBezTo>
                  <a:cubicBezTo>
                    <a:pt x="58" y="10"/>
                    <a:pt x="58" y="10"/>
                    <a:pt x="58" y="10"/>
                  </a:cubicBezTo>
                  <a:cubicBezTo>
                    <a:pt x="59" y="10"/>
                    <a:pt x="61" y="10"/>
                    <a:pt x="62" y="10"/>
                  </a:cubicBezTo>
                  <a:cubicBezTo>
                    <a:pt x="64" y="9"/>
                    <a:pt x="68" y="9"/>
                    <a:pt x="69" y="8"/>
                  </a:cubicBezTo>
                  <a:cubicBezTo>
                    <a:pt x="71" y="7"/>
                    <a:pt x="73" y="5"/>
                    <a:pt x="74" y="5"/>
                  </a:cubicBezTo>
                  <a:cubicBezTo>
                    <a:pt x="76" y="4"/>
                    <a:pt x="79" y="3"/>
                    <a:pt x="81" y="3"/>
                  </a:cubicBezTo>
                  <a:cubicBezTo>
                    <a:pt x="83" y="3"/>
                    <a:pt x="86" y="3"/>
                    <a:pt x="88" y="3"/>
                  </a:cubicBezTo>
                  <a:cubicBezTo>
                    <a:pt x="89" y="3"/>
                    <a:pt x="92" y="4"/>
                    <a:pt x="93" y="4"/>
                  </a:cubicBezTo>
                  <a:cubicBezTo>
                    <a:pt x="94" y="5"/>
                    <a:pt x="96" y="6"/>
                    <a:pt x="97" y="7"/>
                  </a:cubicBezTo>
                  <a:cubicBezTo>
                    <a:pt x="97" y="8"/>
                    <a:pt x="99" y="10"/>
                    <a:pt x="99" y="11"/>
                  </a:cubicBezTo>
                  <a:cubicBezTo>
                    <a:pt x="100" y="13"/>
                    <a:pt x="100" y="18"/>
                    <a:pt x="100" y="20"/>
                  </a:cubicBezTo>
                  <a:cubicBezTo>
                    <a:pt x="101" y="21"/>
                    <a:pt x="100" y="24"/>
                    <a:pt x="100" y="26"/>
                  </a:cubicBezTo>
                  <a:cubicBezTo>
                    <a:pt x="101" y="27"/>
                    <a:pt x="102" y="31"/>
                    <a:pt x="102" y="32"/>
                  </a:cubicBezTo>
                  <a:cubicBezTo>
                    <a:pt x="103" y="34"/>
                    <a:pt x="103" y="36"/>
                    <a:pt x="104" y="37"/>
                  </a:cubicBezTo>
                  <a:cubicBezTo>
                    <a:pt x="105" y="39"/>
                    <a:pt x="108" y="40"/>
                    <a:pt x="109" y="41"/>
                  </a:cubicBezTo>
                  <a:cubicBezTo>
                    <a:pt x="110" y="41"/>
                    <a:pt x="113" y="41"/>
                    <a:pt x="115" y="41"/>
                  </a:cubicBezTo>
                  <a:cubicBezTo>
                    <a:pt x="116" y="40"/>
                    <a:pt x="118" y="38"/>
                    <a:pt x="120" y="37"/>
                  </a:cubicBezTo>
                  <a:cubicBezTo>
                    <a:pt x="121" y="36"/>
                    <a:pt x="124" y="33"/>
                    <a:pt x="126" y="31"/>
                  </a:cubicBezTo>
                  <a:cubicBezTo>
                    <a:pt x="127" y="30"/>
                    <a:pt x="128" y="28"/>
                    <a:pt x="129" y="27"/>
                  </a:cubicBezTo>
                  <a:cubicBezTo>
                    <a:pt x="130" y="25"/>
                    <a:pt x="132" y="21"/>
                    <a:pt x="133" y="19"/>
                  </a:cubicBezTo>
                  <a:cubicBezTo>
                    <a:pt x="133" y="18"/>
                    <a:pt x="134" y="16"/>
                    <a:pt x="135" y="15"/>
                  </a:cubicBezTo>
                  <a:cubicBezTo>
                    <a:pt x="135" y="14"/>
                    <a:pt x="137" y="13"/>
                    <a:pt x="138" y="12"/>
                  </a:cubicBezTo>
                  <a:cubicBezTo>
                    <a:pt x="139" y="11"/>
                    <a:pt x="140" y="9"/>
                    <a:pt x="141" y="8"/>
                  </a:cubicBezTo>
                  <a:cubicBezTo>
                    <a:pt x="141" y="7"/>
                    <a:pt x="144" y="5"/>
                    <a:pt x="145" y="5"/>
                  </a:cubicBezTo>
                  <a:cubicBezTo>
                    <a:pt x="146" y="3"/>
                    <a:pt x="149" y="1"/>
                    <a:pt x="151" y="0"/>
                  </a:cubicBezTo>
                  <a:cubicBezTo>
                    <a:pt x="152" y="0"/>
                    <a:pt x="153" y="0"/>
                    <a:pt x="154" y="0"/>
                  </a:cubicBezTo>
                  <a:cubicBezTo>
                    <a:pt x="155" y="0"/>
                    <a:pt x="156" y="1"/>
                    <a:pt x="157" y="1"/>
                  </a:cubicBezTo>
                  <a:cubicBezTo>
                    <a:pt x="158" y="2"/>
                    <a:pt x="159" y="3"/>
                    <a:pt x="160" y="4"/>
                  </a:cubicBezTo>
                  <a:cubicBezTo>
                    <a:pt x="161" y="5"/>
                    <a:pt x="164" y="5"/>
                    <a:pt x="165" y="6"/>
                  </a:cubicBezTo>
                  <a:cubicBezTo>
                    <a:pt x="165" y="6"/>
                    <a:pt x="166" y="7"/>
                    <a:pt x="167" y="7"/>
                  </a:cubicBezTo>
                  <a:cubicBezTo>
                    <a:pt x="168" y="7"/>
                    <a:pt x="170" y="7"/>
                    <a:pt x="170" y="8"/>
                  </a:cubicBezTo>
                  <a:cubicBezTo>
                    <a:pt x="171" y="9"/>
                    <a:pt x="172" y="11"/>
                    <a:pt x="172" y="12"/>
                  </a:cubicBezTo>
                  <a:cubicBezTo>
                    <a:pt x="172" y="13"/>
                    <a:pt x="172" y="15"/>
                    <a:pt x="173" y="15"/>
                  </a:cubicBezTo>
                  <a:cubicBezTo>
                    <a:pt x="174" y="16"/>
                    <a:pt x="177" y="16"/>
                    <a:pt x="178" y="16"/>
                  </a:cubicBezTo>
                  <a:cubicBezTo>
                    <a:pt x="179" y="16"/>
                    <a:pt x="180" y="16"/>
                    <a:pt x="181" y="16"/>
                  </a:cubicBezTo>
                  <a:cubicBezTo>
                    <a:pt x="181" y="18"/>
                    <a:pt x="181" y="19"/>
                    <a:pt x="182" y="20"/>
                  </a:cubicBezTo>
                  <a:cubicBezTo>
                    <a:pt x="183" y="20"/>
                    <a:pt x="185" y="21"/>
                    <a:pt x="186" y="21"/>
                  </a:cubicBezTo>
                  <a:cubicBezTo>
                    <a:pt x="188" y="22"/>
                    <a:pt x="192" y="23"/>
                    <a:pt x="193" y="23"/>
                  </a:cubicBezTo>
                  <a:cubicBezTo>
                    <a:pt x="195" y="24"/>
                    <a:pt x="199" y="25"/>
                    <a:pt x="201" y="24"/>
                  </a:cubicBezTo>
                  <a:cubicBezTo>
                    <a:pt x="203" y="24"/>
                    <a:pt x="205" y="23"/>
                    <a:pt x="207" y="23"/>
                  </a:cubicBezTo>
                  <a:cubicBezTo>
                    <a:pt x="208" y="22"/>
                    <a:pt x="211" y="22"/>
                    <a:pt x="212" y="22"/>
                  </a:cubicBezTo>
                  <a:cubicBezTo>
                    <a:pt x="214" y="23"/>
                    <a:pt x="218" y="24"/>
                    <a:pt x="219" y="25"/>
                  </a:cubicBezTo>
                  <a:cubicBezTo>
                    <a:pt x="220" y="26"/>
                    <a:pt x="222" y="28"/>
                    <a:pt x="223" y="29"/>
                  </a:cubicBezTo>
                  <a:cubicBezTo>
                    <a:pt x="224" y="30"/>
                    <a:pt x="227" y="33"/>
                    <a:pt x="228" y="34"/>
                  </a:cubicBezTo>
                  <a:cubicBezTo>
                    <a:pt x="229" y="35"/>
                    <a:pt x="231" y="37"/>
                    <a:pt x="232" y="38"/>
                  </a:cubicBezTo>
                  <a:cubicBezTo>
                    <a:pt x="232" y="39"/>
                    <a:pt x="234" y="41"/>
                    <a:pt x="235" y="43"/>
                  </a:cubicBezTo>
                  <a:cubicBezTo>
                    <a:pt x="235" y="45"/>
                    <a:pt x="236" y="48"/>
                    <a:pt x="235" y="50"/>
                  </a:cubicBezTo>
                  <a:cubicBezTo>
                    <a:pt x="235" y="51"/>
                    <a:pt x="233" y="53"/>
                    <a:pt x="232" y="54"/>
                  </a:cubicBezTo>
                  <a:cubicBezTo>
                    <a:pt x="231" y="55"/>
                    <a:pt x="228" y="57"/>
                    <a:pt x="226" y="57"/>
                  </a:cubicBezTo>
                  <a:cubicBezTo>
                    <a:pt x="225" y="57"/>
                    <a:pt x="222" y="58"/>
                    <a:pt x="220" y="58"/>
                  </a:cubicBezTo>
                  <a:cubicBezTo>
                    <a:pt x="219" y="57"/>
                    <a:pt x="216" y="56"/>
                    <a:pt x="215" y="55"/>
                  </a:cubicBezTo>
                  <a:cubicBezTo>
                    <a:pt x="214" y="55"/>
                    <a:pt x="213" y="55"/>
                    <a:pt x="212" y="56"/>
                  </a:cubicBezTo>
                  <a:cubicBezTo>
                    <a:pt x="211" y="56"/>
                    <a:pt x="209" y="58"/>
                    <a:pt x="208" y="59"/>
                  </a:cubicBezTo>
                  <a:cubicBezTo>
                    <a:pt x="208" y="60"/>
                    <a:pt x="207" y="62"/>
                    <a:pt x="208" y="63"/>
                  </a:cubicBezTo>
                  <a:cubicBezTo>
                    <a:pt x="208" y="65"/>
                    <a:pt x="213" y="65"/>
                    <a:pt x="215" y="66"/>
                  </a:cubicBezTo>
                  <a:cubicBezTo>
                    <a:pt x="216" y="67"/>
                    <a:pt x="216" y="71"/>
                    <a:pt x="217" y="72"/>
                  </a:cubicBezTo>
                  <a:cubicBezTo>
                    <a:pt x="218" y="74"/>
                    <a:pt x="222" y="76"/>
                    <a:pt x="223" y="77"/>
                  </a:cubicBezTo>
                  <a:cubicBezTo>
                    <a:pt x="224" y="78"/>
                    <a:pt x="227" y="78"/>
                    <a:pt x="228" y="79"/>
                  </a:cubicBezTo>
                  <a:cubicBezTo>
                    <a:pt x="229" y="80"/>
                    <a:pt x="230" y="82"/>
                    <a:pt x="231" y="83"/>
                  </a:cubicBezTo>
                  <a:cubicBezTo>
                    <a:pt x="233" y="84"/>
                    <a:pt x="236" y="85"/>
                    <a:pt x="237" y="85"/>
                  </a:cubicBezTo>
                  <a:cubicBezTo>
                    <a:pt x="238" y="86"/>
                    <a:pt x="240" y="88"/>
                    <a:pt x="241" y="89"/>
                  </a:cubicBezTo>
                  <a:cubicBezTo>
                    <a:pt x="242" y="90"/>
                    <a:pt x="242" y="93"/>
                    <a:pt x="243" y="95"/>
                  </a:cubicBezTo>
                  <a:cubicBezTo>
                    <a:pt x="243" y="96"/>
                    <a:pt x="244" y="98"/>
                    <a:pt x="244" y="99"/>
                  </a:cubicBezTo>
                  <a:cubicBezTo>
                    <a:pt x="245" y="101"/>
                    <a:pt x="246" y="102"/>
                    <a:pt x="247" y="10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94"/>
            <p:cNvSpPr>
              <a:spLocks/>
            </p:cNvSpPr>
            <p:nvPr/>
          </p:nvSpPr>
          <p:spPr bwMode="auto">
            <a:xfrm>
              <a:off x="3967163" y="3276600"/>
              <a:ext cx="123825" cy="173038"/>
            </a:xfrm>
            <a:custGeom>
              <a:avLst/>
              <a:gdLst/>
              <a:ahLst/>
              <a:cxnLst>
                <a:cxn ang="0">
                  <a:pos x="73" y="5"/>
                </a:cxn>
                <a:cxn ang="0">
                  <a:pos x="66" y="9"/>
                </a:cxn>
                <a:cxn ang="0">
                  <a:pos x="57" y="19"/>
                </a:cxn>
                <a:cxn ang="0">
                  <a:pos x="49" y="30"/>
                </a:cxn>
                <a:cxn ang="0">
                  <a:pos x="45" y="41"/>
                </a:cxn>
                <a:cxn ang="0">
                  <a:pos x="40" y="51"/>
                </a:cxn>
                <a:cxn ang="0">
                  <a:pos x="37" y="64"/>
                </a:cxn>
                <a:cxn ang="0">
                  <a:pos x="31" y="75"/>
                </a:cxn>
                <a:cxn ang="0">
                  <a:pos x="27" y="84"/>
                </a:cxn>
                <a:cxn ang="0">
                  <a:pos x="22" y="95"/>
                </a:cxn>
                <a:cxn ang="0">
                  <a:pos x="16" y="101"/>
                </a:cxn>
                <a:cxn ang="0">
                  <a:pos x="11" y="104"/>
                </a:cxn>
                <a:cxn ang="0">
                  <a:pos x="10" y="100"/>
                </a:cxn>
                <a:cxn ang="0">
                  <a:pos x="13" y="97"/>
                </a:cxn>
                <a:cxn ang="0">
                  <a:pos x="16" y="95"/>
                </a:cxn>
                <a:cxn ang="0">
                  <a:pos x="14" y="93"/>
                </a:cxn>
                <a:cxn ang="0">
                  <a:pos x="11" y="96"/>
                </a:cxn>
                <a:cxn ang="0">
                  <a:pos x="6" y="99"/>
                </a:cxn>
                <a:cxn ang="0">
                  <a:pos x="3" y="94"/>
                </a:cxn>
                <a:cxn ang="0">
                  <a:pos x="4" y="87"/>
                </a:cxn>
                <a:cxn ang="0">
                  <a:pos x="5" y="79"/>
                </a:cxn>
                <a:cxn ang="0">
                  <a:pos x="1" y="74"/>
                </a:cxn>
                <a:cxn ang="0">
                  <a:pos x="1" y="67"/>
                </a:cxn>
                <a:cxn ang="0">
                  <a:pos x="1" y="58"/>
                </a:cxn>
                <a:cxn ang="0">
                  <a:pos x="2" y="53"/>
                </a:cxn>
                <a:cxn ang="0">
                  <a:pos x="5" y="48"/>
                </a:cxn>
                <a:cxn ang="0">
                  <a:pos x="11" y="44"/>
                </a:cxn>
                <a:cxn ang="0">
                  <a:pos x="17" y="36"/>
                </a:cxn>
                <a:cxn ang="0">
                  <a:pos x="18" y="29"/>
                </a:cxn>
                <a:cxn ang="0">
                  <a:pos x="19" y="23"/>
                </a:cxn>
                <a:cxn ang="0">
                  <a:pos x="21" y="18"/>
                </a:cxn>
                <a:cxn ang="0">
                  <a:pos x="29" y="15"/>
                </a:cxn>
                <a:cxn ang="0">
                  <a:pos x="39" y="13"/>
                </a:cxn>
                <a:cxn ang="0">
                  <a:pos x="57" y="10"/>
                </a:cxn>
                <a:cxn ang="0">
                  <a:pos x="66" y="7"/>
                </a:cxn>
                <a:cxn ang="0">
                  <a:pos x="71" y="2"/>
                </a:cxn>
                <a:cxn ang="0">
                  <a:pos x="75" y="0"/>
                </a:cxn>
              </a:cxnLst>
              <a:rect l="0" t="0" r="r" b="b"/>
              <a:pathLst>
                <a:path w="75" h="105">
                  <a:moveTo>
                    <a:pt x="75" y="1"/>
                  </a:moveTo>
                  <a:cubicBezTo>
                    <a:pt x="75" y="2"/>
                    <a:pt x="74" y="4"/>
                    <a:pt x="73" y="5"/>
                  </a:cubicBezTo>
                  <a:cubicBezTo>
                    <a:pt x="73" y="6"/>
                    <a:pt x="71" y="7"/>
                    <a:pt x="70" y="7"/>
                  </a:cubicBezTo>
                  <a:cubicBezTo>
                    <a:pt x="69" y="8"/>
                    <a:pt x="67" y="8"/>
                    <a:pt x="66" y="9"/>
                  </a:cubicBezTo>
                  <a:cubicBezTo>
                    <a:pt x="65" y="10"/>
                    <a:pt x="63" y="12"/>
                    <a:pt x="62" y="13"/>
                  </a:cubicBezTo>
                  <a:cubicBezTo>
                    <a:pt x="60" y="14"/>
                    <a:pt x="58" y="17"/>
                    <a:pt x="57" y="19"/>
                  </a:cubicBezTo>
                  <a:cubicBezTo>
                    <a:pt x="56" y="21"/>
                    <a:pt x="55" y="24"/>
                    <a:pt x="54" y="25"/>
                  </a:cubicBezTo>
                  <a:cubicBezTo>
                    <a:pt x="53" y="27"/>
                    <a:pt x="50" y="28"/>
                    <a:pt x="49" y="30"/>
                  </a:cubicBezTo>
                  <a:cubicBezTo>
                    <a:pt x="48" y="31"/>
                    <a:pt x="47" y="34"/>
                    <a:pt x="47" y="36"/>
                  </a:cubicBezTo>
                  <a:cubicBezTo>
                    <a:pt x="46" y="37"/>
                    <a:pt x="46" y="40"/>
                    <a:pt x="45" y="41"/>
                  </a:cubicBezTo>
                  <a:cubicBezTo>
                    <a:pt x="45" y="42"/>
                    <a:pt x="43" y="44"/>
                    <a:pt x="43" y="46"/>
                  </a:cubicBezTo>
                  <a:cubicBezTo>
                    <a:pt x="42" y="47"/>
                    <a:pt x="41" y="49"/>
                    <a:pt x="40" y="51"/>
                  </a:cubicBezTo>
                  <a:cubicBezTo>
                    <a:pt x="39" y="52"/>
                    <a:pt x="38" y="54"/>
                    <a:pt x="38" y="56"/>
                  </a:cubicBezTo>
                  <a:cubicBezTo>
                    <a:pt x="37" y="58"/>
                    <a:pt x="37" y="62"/>
                    <a:pt x="37" y="64"/>
                  </a:cubicBezTo>
                  <a:cubicBezTo>
                    <a:pt x="36" y="65"/>
                    <a:pt x="35" y="68"/>
                    <a:pt x="34" y="70"/>
                  </a:cubicBezTo>
                  <a:cubicBezTo>
                    <a:pt x="34" y="71"/>
                    <a:pt x="32" y="74"/>
                    <a:pt x="31" y="75"/>
                  </a:cubicBezTo>
                  <a:cubicBezTo>
                    <a:pt x="31" y="76"/>
                    <a:pt x="30" y="79"/>
                    <a:pt x="30" y="80"/>
                  </a:cubicBezTo>
                  <a:cubicBezTo>
                    <a:pt x="29" y="81"/>
                    <a:pt x="28" y="83"/>
                    <a:pt x="27" y="84"/>
                  </a:cubicBezTo>
                  <a:cubicBezTo>
                    <a:pt x="26" y="86"/>
                    <a:pt x="25" y="88"/>
                    <a:pt x="24" y="90"/>
                  </a:cubicBezTo>
                  <a:cubicBezTo>
                    <a:pt x="24" y="91"/>
                    <a:pt x="23" y="94"/>
                    <a:pt x="22" y="95"/>
                  </a:cubicBezTo>
                  <a:cubicBezTo>
                    <a:pt x="22" y="96"/>
                    <a:pt x="21" y="98"/>
                    <a:pt x="20" y="98"/>
                  </a:cubicBezTo>
                  <a:cubicBezTo>
                    <a:pt x="19" y="99"/>
                    <a:pt x="17" y="101"/>
                    <a:pt x="16" y="101"/>
                  </a:cubicBezTo>
                  <a:cubicBezTo>
                    <a:pt x="16" y="102"/>
                    <a:pt x="14" y="104"/>
                    <a:pt x="13" y="105"/>
                  </a:cubicBezTo>
                  <a:cubicBezTo>
                    <a:pt x="12" y="105"/>
                    <a:pt x="11" y="104"/>
                    <a:pt x="11" y="104"/>
                  </a:cubicBezTo>
                  <a:cubicBezTo>
                    <a:pt x="11" y="103"/>
                    <a:pt x="10" y="102"/>
                    <a:pt x="10" y="102"/>
                  </a:cubicBezTo>
                  <a:cubicBezTo>
                    <a:pt x="10" y="101"/>
                    <a:pt x="10" y="100"/>
                    <a:pt x="10" y="100"/>
                  </a:cubicBezTo>
                  <a:cubicBezTo>
                    <a:pt x="11" y="100"/>
                    <a:pt x="12" y="99"/>
                    <a:pt x="12" y="99"/>
                  </a:cubicBezTo>
                  <a:cubicBezTo>
                    <a:pt x="12" y="98"/>
                    <a:pt x="12" y="97"/>
                    <a:pt x="13" y="97"/>
                  </a:cubicBezTo>
                  <a:cubicBezTo>
                    <a:pt x="13" y="97"/>
                    <a:pt x="14" y="97"/>
                    <a:pt x="15" y="96"/>
                  </a:cubicBezTo>
                  <a:cubicBezTo>
                    <a:pt x="15" y="96"/>
                    <a:pt x="16" y="95"/>
                    <a:pt x="16" y="95"/>
                  </a:cubicBezTo>
                  <a:cubicBezTo>
                    <a:pt x="16" y="94"/>
                    <a:pt x="16" y="93"/>
                    <a:pt x="16" y="93"/>
                  </a:cubicBezTo>
                  <a:cubicBezTo>
                    <a:pt x="16" y="93"/>
                    <a:pt x="15" y="93"/>
                    <a:pt x="14" y="93"/>
                  </a:cubicBezTo>
                  <a:cubicBezTo>
                    <a:pt x="14" y="93"/>
                    <a:pt x="13" y="94"/>
                    <a:pt x="12" y="94"/>
                  </a:cubicBezTo>
                  <a:cubicBezTo>
                    <a:pt x="12" y="95"/>
                    <a:pt x="11" y="96"/>
                    <a:pt x="11" y="96"/>
                  </a:cubicBezTo>
                  <a:cubicBezTo>
                    <a:pt x="10" y="97"/>
                    <a:pt x="9" y="99"/>
                    <a:pt x="8" y="99"/>
                  </a:cubicBezTo>
                  <a:cubicBezTo>
                    <a:pt x="8" y="99"/>
                    <a:pt x="6" y="99"/>
                    <a:pt x="6" y="99"/>
                  </a:cubicBezTo>
                  <a:cubicBezTo>
                    <a:pt x="5" y="99"/>
                    <a:pt x="5" y="98"/>
                    <a:pt x="5" y="97"/>
                  </a:cubicBezTo>
                  <a:cubicBezTo>
                    <a:pt x="4" y="96"/>
                    <a:pt x="4" y="95"/>
                    <a:pt x="3" y="94"/>
                  </a:cubicBezTo>
                  <a:cubicBezTo>
                    <a:pt x="3" y="93"/>
                    <a:pt x="3" y="91"/>
                    <a:pt x="3" y="90"/>
                  </a:cubicBezTo>
                  <a:cubicBezTo>
                    <a:pt x="3" y="89"/>
                    <a:pt x="3" y="88"/>
                    <a:pt x="4" y="87"/>
                  </a:cubicBezTo>
                  <a:cubicBezTo>
                    <a:pt x="4" y="86"/>
                    <a:pt x="5" y="85"/>
                    <a:pt x="5" y="84"/>
                  </a:cubicBezTo>
                  <a:cubicBezTo>
                    <a:pt x="5" y="83"/>
                    <a:pt x="5" y="81"/>
                    <a:pt x="5" y="79"/>
                  </a:cubicBezTo>
                  <a:cubicBezTo>
                    <a:pt x="5" y="79"/>
                    <a:pt x="4" y="77"/>
                    <a:pt x="3" y="77"/>
                  </a:cubicBezTo>
                  <a:cubicBezTo>
                    <a:pt x="3" y="76"/>
                    <a:pt x="1" y="75"/>
                    <a:pt x="1" y="74"/>
                  </a:cubicBezTo>
                  <a:cubicBezTo>
                    <a:pt x="0" y="74"/>
                    <a:pt x="1" y="72"/>
                    <a:pt x="1" y="71"/>
                  </a:cubicBezTo>
                  <a:cubicBezTo>
                    <a:pt x="1" y="70"/>
                    <a:pt x="1" y="68"/>
                    <a:pt x="1" y="67"/>
                  </a:cubicBezTo>
                  <a:cubicBezTo>
                    <a:pt x="1" y="66"/>
                    <a:pt x="1" y="63"/>
                    <a:pt x="1" y="62"/>
                  </a:cubicBezTo>
                  <a:cubicBezTo>
                    <a:pt x="1" y="61"/>
                    <a:pt x="1" y="59"/>
                    <a:pt x="1" y="58"/>
                  </a:cubicBezTo>
                  <a:cubicBezTo>
                    <a:pt x="1" y="57"/>
                    <a:pt x="0" y="56"/>
                    <a:pt x="1" y="55"/>
                  </a:cubicBezTo>
                  <a:cubicBezTo>
                    <a:pt x="1" y="54"/>
                    <a:pt x="2" y="53"/>
                    <a:pt x="2" y="53"/>
                  </a:cubicBezTo>
                  <a:cubicBezTo>
                    <a:pt x="2" y="52"/>
                    <a:pt x="3" y="51"/>
                    <a:pt x="4" y="50"/>
                  </a:cubicBezTo>
                  <a:cubicBezTo>
                    <a:pt x="4" y="50"/>
                    <a:pt x="4" y="48"/>
                    <a:pt x="5" y="48"/>
                  </a:cubicBezTo>
                  <a:cubicBezTo>
                    <a:pt x="5" y="47"/>
                    <a:pt x="6" y="46"/>
                    <a:pt x="7" y="46"/>
                  </a:cubicBezTo>
                  <a:cubicBezTo>
                    <a:pt x="8" y="45"/>
                    <a:pt x="10" y="44"/>
                    <a:pt x="11" y="44"/>
                  </a:cubicBezTo>
                  <a:cubicBezTo>
                    <a:pt x="12" y="43"/>
                    <a:pt x="13" y="41"/>
                    <a:pt x="14" y="40"/>
                  </a:cubicBezTo>
                  <a:cubicBezTo>
                    <a:pt x="15" y="39"/>
                    <a:pt x="17" y="37"/>
                    <a:pt x="17" y="36"/>
                  </a:cubicBezTo>
                  <a:cubicBezTo>
                    <a:pt x="18" y="36"/>
                    <a:pt x="18" y="34"/>
                    <a:pt x="18" y="33"/>
                  </a:cubicBezTo>
                  <a:cubicBezTo>
                    <a:pt x="18" y="32"/>
                    <a:pt x="18" y="30"/>
                    <a:pt x="18" y="29"/>
                  </a:cubicBezTo>
                  <a:cubicBezTo>
                    <a:pt x="18" y="28"/>
                    <a:pt x="18" y="26"/>
                    <a:pt x="18" y="25"/>
                  </a:cubicBezTo>
                  <a:cubicBezTo>
                    <a:pt x="18" y="25"/>
                    <a:pt x="19" y="23"/>
                    <a:pt x="19" y="23"/>
                  </a:cubicBezTo>
                  <a:cubicBezTo>
                    <a:pt x="19" y="22"/>
                    <a:pt x="20" y="21"/>
                    <a:pt x="20" y="20"/>
                  </a:cubicBezTo>
                  <a:cubicBezTo>
                    <a:pt x="21" y="20"/>
                    <a:pt x="21" y="18"/>
                    <a:pt x="21" y="18"/>
                  </a:cubicBezTo>
                  <a:cubicBezTo>
                    <a:pt x="22" y="17"/>
                    <a:pt x="23" y="16"/>
                    <a:pt x="24" y="15"/>
                  </a:cubicBezTo>
                  <a:cubicBezTo>
                    <a:pt x="25" y="15"/>
                    <a:pt x="28" y="15"/>
                    <a:pt x="29" y="15"/>
                  </a:cubicBezTo>
                  <a:cubicBezTo>
                    <a:pt x="30" y="15"/>
                    <a:pt x="31" y="14"/>
                    <a:pt x="32" y="14"/>
                  </a:cubicBezTo>
                  <a:cubicBezTo>
                    <a:pt x="34" y="14"/>
                    <a:pt x="37" y="13"/>
                    <a:pt x="39" y="13"/>
                  </a:cubicBezTo>
                  <a:cubicBezTo>
                    <a:pt x="41" y="13"/>
                    <a:pt x="46" y="12"/>
                    <a:pt x="48" y="12"/>
                  </a:cubicBezTo>
                  <a:cubicBezTo>
                    <a:pt x="50" y="11"/>
                    <a:pt x="55" y="11"/>
                    <a:pt x="57" y="10"/>
                  </a:cubicBezTo>
                  <a:cubicBezTo>
                    <a:pt x="58" y="10"/>
                    <a:pt x="61" y="10"/>
                    <a:pt x="62" y="9"/>
                  </a:cubicBezTo>
                  <a:cubicBezTo>
                    <a:pt x="63" y="9"/>
                    <a:pt x="65" y="7"/>
                    <a:pt x="66" y="7"/>
                  </a:cubicBezTo>
                  <a:cubicBezTo>
                    <a:pt x="66" y="6"/>
                    <a:pt x="67" y="5"/>
                    <a:pt x="68" y="4"/>
                  </a:cubicBezTo>
                  <a:cubicBezTo>
                    <a:pt x="69" y="4"/>
                    <a:pt x="70" y="3"/>
                    <a:pt x="71" y="2"/>
                  </a:cubicBezTo>
                  <a:cubicBezTo>
                    <a:pt x="72" y="2"/>
                    <a:pt x="73" y="1"/>
                    <a:pt x="74" y="0"/>
                  </a:cubicBezTo>
                  <a:cubicBezTo>
                    <a:pt x="74" y="0"/>
                    <a:pt x="74" y="0"/>
                    <a:pt x="75" y="0"/>
                  </a:cubicBezTo>
                  <a:cubicBezTo>
                    <a:pt x="75" y="0"/>
                    <a:pt x="75" y="0"/>
                    <a:pt x="75"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95"/>
            <p:cNvSpPr>
              <a:spLocks/>
            </p:cNvSpPr>
            <p:nvPr/>
          </p:nvSpPr>
          <p:spPr bwMode="auto">
            <a:xfrm>
              <a:off x="3732213" y="2511425"/>
              <a:ext cx="741363" cy="654050"/>
            </a:xfrm>
            <a:custGeom>
              <a:avLst/>
              <a:gdLst/>
              <a:ahLst/>
              <a:cxnLst>
                <a:cxn ang="0">
                  <a:pos x="431" y="82"/>
                </a:cxn>
                <a:cxn ang="0">
                  <a:pos x="416" y="99"/>
                </a:cxn>
                <a:cxn ang="0">
                  <a:pos x="390" y="111"/>
                </a:cxn>
                <a:cxn ang="0">
                  <a:pos x="382" y="134"/>
                </a:cxn>
                <a:cxn ang="0">
                  <a:pos x="373" y="146"/>
                </a:cxn>
                <a:cxn ang="0">
                  <a:pos x="345" y="154"/>
                </a:cxn>
                <a:cxn ang="0">
                  <a:pos x="325" y="160"/>
                </a:cxn>
                <a:cxn ang="0">
                  <a:pos x="319" y="128"/>
                </a:cxn>
                <a:cxn ang="0">
                  <a:pos x="302" y="129"/>
                </a:cxn>
                <a:cxn ang="0">
                  <a:pos x="271" y="142"/>
                </a:cxn>
                <a:cxn ang="0">
                  <a:pos x="254" y="165"/>
                </a:cxn>
                <a:cxn ang="0">
                  <a:pos x="265" y="187"/>
                </a:cxn>
                <a:cxn ang="0">
                  <a:pos x="248" y="216"/>
                </a:cxn>
                <a:cxn ang="0">
                  <a:pos x="242" y="256"/>
                </a:cxn>
                <a:cxn ang="0">
                  <a:pos x="232" y="270"/>
                </a:cxn>
                <a:cxn ang="0">
                  <a:pos x="215" y="278"/>
                </a:cxn>
                <a:cxn ang="0">
                  <a:pos x="185" y="280"/>
                </a:cxn>
                <a:cxn ang="0">
                  <a:pos x="166" y="301"/>
                </a:cxn>
                <a:cxn ang="0">
                  <a:pos x="144" y="324"/>
                </a:cxn>
                <a:cxn ang="0">
                  <a:pos x="144" y="360"/>
                </a:cxn>
                <a:cxn ang="0">
                  <a:pos x="137" y="362"/>
                </a:cxn>
                <a:cxn ang="0">
                  <a:pos x="118" y="354"/>
                </a:cxn>
                <a:cxn ang="0">
                  <a:pos x="96" y="381"/>
                </a:cxn>
                <a:cxn ang="0">
                  <a:pos x="69" y="386"/>
                </a:cxn>
                <a:cxn ang="0">
                  <a:pos x="55" y="357"/>
                </a:cxn>
                <a:cxn ang="0">
                  <a:pos x="24" y="364"/>
                </a:cxn>
                <a:cxn ang="0">
                  <a:pos x="18" y="346"/>
                </a:cxn>
                <a:cxn ang="0">
                  <a:pos x="5" y="331"/>
                </a:cxn>
                <a:cxn ang="0">
                  <a:pos x="11" y="326"/>
                </a:cxn>
                <a:cxn ang="0">
                  <a:pos x="30" y="323"/>
                </a:cxn>
                <a:cxn ang="0">
                  <a:pos x="61" y="301"/>
                </a:cxn>
                <a:cxn ang="0">
                  <a:pos x="63" y="309"/>
                </a:cxn>
                <a:cxn ang="0">
                  <a:pos x="69" y="315"/>
                </a:cxn>
                <a:cxn ang="0">
                  <a:pos x="76" y="311"/>
                </a:cxn>
                <a:cxn ang="0">
                  <a:pos x="70" y="305"/>
                </a:cxn>
                <a:cxn ang="0">
                  <a:pos x="62" y="296"/>
                </a:cxn>
                <a:cxn ang="0">
                  <a:pos x="83" y="267"/>
                </a:cxn>
                <a:cxn ang="0">
                  <a:pos x="93" y="261"/>
                </a:cxn>
                <a:cxn ang="0">
                  <a:pos x="112" y="232"/>
                </a:cxn>
                <a:cxn ang="0">
                  <a:pos x="116" y="203"/>
                </a:cxn>
                <a:cxn ang="0">
                  <a:pos x="129" y="151"/>
                </a:cxn>
                <a:cxn ang="0">
                  <a:pos x="155" y="91"/>
                </a:cxn>
                <a:cxn ang="0">
                  <a:pos x="179" y="19"/>
                </a:cxn>
                <a:cxn ang="0">
                  <a:pos x="210" y="32"/>
                </a:cxn>
                <a:cxn ang="0">
                  <a:pos x="240" y="21"/>
                </a:cxn>
                <a:cxn ang="0">
                  <a:pos x="262" y="38"/>
                </a:cxn>
                <a:cxn ang="0">
                  <a:pos x="278" y="43"/>
                </a:cxn>
                <a:cxn ang="0">
                  <a:pos x="290" y="27"/>
                </a:cxn>
                <a:cxn ang="0">
                  <a:pos x="293" y="57"/>
                </a:cxn>
                <a:cxn ang="0">
                  <a:pos x="306" y="49"/>
                </a:cxn>
                <a:cxn ang="0">
                  <a:pos x="343" y="38"/>
                </a:cxn>
                <a:cxn ang="0">
                  <a:pos x="343" y="71"/>
                </a:cxn>
                <a:cxn ang="0">
                  <a:pos x="367" y="61"/>
                </a:cxn>
                <a:cxn ang="0">
                  <a:pos x="382" y="61"/>
                </a:cxn>
                <a:cxn ang="0">
                  <a:pos x="384" y="37"/>
                </a:cxn>
                <a:cxn ang="0">
                  <a:pos x="397" y="12"/>
                </a:cxn>
                <a:cxn ang="0">
                  <a:pos x="412" y="4"/>
                </a:cxn>
                <a:cxn ang="0">
                  <a:pos x="430" y="6"/>
                </a:cxn>
                <a:cxn ang="0">
                  <a:pos x="436" y="40"/>
                </a:cxn>
              </a:cxnLst>
              <a:rect l="0" t="0" r="r" b="b"/>
              <a:pathLst>
                <a:path w="446" h="395">
                  <a:moveTo>
                    <a:pt x="445" y="64"/>
                  </a:moveTo>
                  <a:cubicBezTo>
                    <a:pt x="445" y="66"/>
                    <a:pt x="445" y="67"/>
                    <a:pt x="445" y="68"/>
                  </a:cubicBezTo>
                  <a:cubicBezTo>
                    <a:pt x="445" y="69"/>
                    <a:pt x="444" y="72"/>
                    <a:pt x="443" y="73"/>
                  </a:cubicBezTo>
                  <a:cubicBezTo>
                    <a:pt x="442" y="74"/>
                    <a:pt x="440" y="75"/>
                    <a:pt x="439" y="76"/>
                  </a:cubicBezTo>
                  <a:cubicBezTo>
                    <a:pt x="438" y="77"/>
                    <a:pt x="436" y="79"/>
                    <a:pt x="435" y="80"/>
                  </a:cubicBezTo>
                  <a:cubicBezTo>
                    <a:pt x="434" y="80"/>
                    <a:pt x="432" y="82"/>
                    <a:pt x="431" y="82"/>
                  </a:cubicBezTo>
                  <a:cubicBezTo>
                    <a:pt x="431" y="83"/>
                    <a:pt x="430" y="86"/>
                    <a:pt x="430" y="87"/>
                  </a:cubicBezTo>
                  <a:cubicBezTo>
                    <a:pt x="430" y="88"/>
                    <a:pt x="431" y="91"/>
                    <a:pt x="431" y="92"/>
                  </a:cubicBezTo>
                  <a:cubicBezTo>
                    <a:pt x="430" y="93"/>
                    <a:pt x="429" y="95"/>
                    <a:pt x="429" y="95"/>
                  </a:cubicBezTo>
                  <a:cubicBezTo>
                    <a:pt x="427" y="96"/>
                    <a:pt x="425" y="96"/>
                    <a:pt x="424" y="96"/>
                  </a:cubicBezTo>
                  <a:cubicBezTo>
                    <a:pt x="423" y="96"/>
                    <a:pt x="421" y="97"/>
                    <a:pt x="420" y="97"/>
                  </a:cubicBezTo>
                  <a:cubicBezTo>
                    <a:pt x="419" y="97"/>
                    <a:pt x="417" y="98"/>
                    <a:pt x="416" y="99"/>
                  </a:cubicBezTo>
                  <a:cubicBezTo>
                    <a:pt x="416" y="99"/>
                    <a:pt x="415" y="101"/>
                    <a:pt x="415" y="102"/>
                  </a:cubicBezTo>
                  <a:cubicBezTo>
                    <a:pt x="415" y="103"/>
                    <a:pt x="413" y="106"/>
                    <a:pt x="413" y="106"/>
                  </a:cubicBezTo>
                  <a:cubicBezTo>
                    <a:pt x="411" y="107"/>
                    <a:pt x="408" y="108"/>
                    <a:pt x="407" y="108"/>
                  </a:cubicBezTo>
                  <a:cubicBezTo>
                    <a:pt x="405" y="109"/>
                    <a:pt x="402" y="108"/>
                    <a:pt x="400" y="108"/>
                  </a:cubicBezTo>
                  <a:cubicBezTo>
                    <a:pt x="399" y="109"/>
                    <a:pt x="396" y="109"/>
                    <a:pt x="395" y="109"/>
                  </a:cubicBezTo>
                  <a:cubicBezTo>
                    <a:pt x="394" y="110"/>
                    <a:pt x="391" y="110"/>
                    <a:pt x="390" y="111"/>
                  </a:cubicBezTo>
                  <a:cubicBezTo>
                    <a:pt x="389" y="112"/>
                    <a:pt x="390" y="114"/>
                    <a:pt x="390" y="115"/>
                  </a:cubicBezTo>
                  <a:cubicBezTo>
                    <a:pt x="389" y="117"/>
                    <a:pt x="390" y="119"/>
                    <a:pt x="389" y="120"/>
                  </a:cubicBezTo>
                  <a:cubicBezTo>
                    <a:pt x="389" y="121"/>
                    <a:pt x="388" y="121"/>
                    <a:pt x="387" y="122"/>
                  </a:cubicBezTo>
                  <a:cubicBezTo>
                    <a:pt x="386" y="122"/>
                    <a:pt x="384" y="124"/>
                    <a:pt x="384" y="124"/>
                  </a:cubicBezTo>
                  <a:cubicBezTo>
                    <a:pt x="383" y="126"/>
                    <a:pt x="382" y="129"/>
                    <a:pt x="382" y="131"/>
                  </a:cubicBezTo>
                  <a:cubicBezTo>
                    <a:pt x="382" y="132"/>
                    <a:pt x="382" y="134"/>
                    <a:pt x="382" y="134"/>
                  </a:cubicBezTo>
                  <a:cubicBezTo>
                    <a:pt x="382" y="135"/>
                    <a:pt x="382" y="137"/>
                    <a:pt x="382" y="137"/>
                  </a:cubicBezTo>
                  <a:cubicBezTo>
                    <a:pt x="381" y="138"/>
                    <a:pt x="380" y="137"/>
                    <a:pt x="379" y="137"/>
                  </a:cubicBezTo>
                  <a:cubicBezTo>
                    <a:pt x="379" y="137"/>
                    <a:pt x="378" y="137"/>
                    <a:pt x="378" y="137"/>
                  </a:cubicBezTo>
                  <a:cubicBezTo>
                    <a:pt x="377" y="138"/>
                    <a:pt x="376" y="138"/>
                    <a:pt x="376" y="139"/>
                  </a:cubicBezTo>
                  <a:cubicBezTo>
                    <a:pt x="375" y="139"/>
                    <a:pt x="373" y="140"/>
                    <a:pt x="373" y="140"/>
                  </a:cubicBezTo>
                  <a:cubicBezTo>
                    <a:pt x="372" y="142"/>
                    <a:pt x="373" y="145"/>
                    <a:pt x="373" y="146"/>
                  </a:cubicBezTo>
                  <a:cubicBezTo>
                    <a:pt x="373" y="147"/>
                    <a:pt x="374" y="149"/>
                    <a:pt x="374" y="150"/>
                  </a:cubicBezTo>
                  <a:cubicBezTo>
                    <a:pt x="373" y="151"/>
                    <a:pt x="371" y="152"/>
                    <a:pt x="370" y="152"/>
                  </a:cubicBezTo>
                  <a:cubicBezTo>
                    <a:pt x="369" y="152"/>
                    <a:pt x="367" y="151"/>
                    <a:pt x="366" y="151"/>
                  </a:cubicBezTo>
                  <a:cubicBezTo>
                    <a:pt x="364" y="151"/>
                    <a:pt x="361" y="151"/>
                    <a:pt x="359" y="151"/>
                  </a:cubicBezTo>
                  <a:cubicBezTo>
                    <a:pt x="357" y="151"/>
                    <a:pt x="354" y="151"/>
                    <a:pt x="353" y="152"/>
                  </a:cubicBezTo>
                  <a:cubicBezTo>
                    <a:pt x="351" y="152"/>
                    <a:pt x="347" y="154"/>
                    <a:pt x="345" y="154"/>
                  </a:cubicBezTo>
                  <a:cubicBezTo>
                    <a:pt x="344" y="154"/>
                    <a:pt x="341" y="153"/>
                    <a:pt x="340" y="154"/>
                  </a:cubicBezTo>
                  <a:cubicBezTo>
                    <a:pt x="339" y="155"/>
                    <a:pt x="338" y="157"/>
                    <a:pt x="338" y="158"/>
                  </a:cubicBezTo>
                  <a:cubicBezTo>
                    <a:pt x="337" y="158"/>
                    <a:pt x="335" y="160"/>
                    <a:pt x="335" y="161"/>
                  </a:cubicBezTo>
                  <a:cubicBezTo>
                    <a:pt x="334" y="162"/>
                    <a:pt x="333" y="164"/>
                    <a:pt x="332" y="165"/>
                  </a:cubicBezTo>
                  <a:cubicBezTo>
                    <a:pt x="331" y="165"/>
                    <a:pt x="328" y="165"/>
                    <a:pt x="328" y="164"/>
                  </a:cubicBezTo>
                  <a:cubicBezTo>
                    <a:pt x="327" y="164"/>
                    <a:pt x="325" y="161"/>
                    <a:pt x="325" y="160"/>
                  </a:cubicBezTo>
                  <a:cubicBezTo>
                    <a:pt x="325" y="159"/>
                    <a:pt x="326" y="156"/>
                    <a:pt x="325" y="155"/>
                  </a:cubicBezTo>
                  <a:cubicBezTo>
                    <a:pt x="325" y="154"/>
                    <a:pt x="325" y="150"/>
                    <a:pt x="325" y="149"/>
                  </a:cubicBezTo>
                  <a:cubicBezTo>
                    <a:pt x="325" y="148"/>
                    <a:pt x="323" y="146"/>
                    <a:pt x="322" y="145"/>
                  </a:cubicBezTo>
                  <a:cubicBezTo>
                    <a:pt x="322" y="144"/>
                    <a:pt x="322" y="141"/>
                    <a:pt x="322" y="140"/>
                  </a:cubicBezTo>
                  <a:cubicBezTo>
                    <a:pt x="322" y="139"/>
                    <a:pt x="322" y="136"/>
                    <a:pt x="321" y="134"/>
                  </a:cubicBezTo>
                  <a:cubicBezTo>
                    <a:pt x="321" y="133"/>
                    <a:pt x="320" y="129"/>
                    <a:pt x="319" y="128"/>
                  </a:cubicBezTo>
                  <a:cubicBezTo>
                    <a:pt x="319" y="127"/>
                    <a:pt x="319" y="125"/>
                    <a:pt x="319" y="125"/>
                  </a:cubicBezTo>
                  <a:cubicBezTo>
                    <a:pt x="318" y="124"/>
                    <a:pt x="317" y="123"/>
                    <a:pt x="317" y="123"/>
                  </a:cubicBezTo>
                  <a:cubicBezTo>
                    <a:pt x="316" y="122"/>
                    <a:pt x="314" y="123"/>
                    <a:pt x="313" y="123"/>
                  </a:cubicBezTo>
                  <a:cubicBezTo>
                    <a:pt x="313" y="123"/>
                    <a:pt x="311" y="125"/>
                    <a:pt x="311" y="125"/>
                  </a:cubicBezTo>
                  <a:cubicBezTo>
                    <a:pt x="310" y="126"/>
                    <a:pt x="307" y="128"/>
                    <a:pt x="306" y="128"/>
                  </a:cubicBezTo>
                  <a:cubicBezTo>
                    <a:pt x="305" y="128"/>
                    <a:pt x="303" y="128"/>
                    <a:pt x="302" y="129"/>
                  </a:cubicBezTo>
                  <a:cubicBezTo>
                    <a:pt x="301" y="129"/>
                    <a:pt x="299" y="130"/>
                    <a:pt x="298" y="131"/>
                  </a:cubicBezTo>
                  <a:cubicBezTo>
                    <a:pt x="297" y="132"/>
                    <a:pt x="295" y="134"/>
                    <a:pt x="294" y="135"/>
                  </a:cubicBezTo>
                  <a:cubicBezTo>
                    <a:pt x="293" y="136"/>
                    <a:pt x="291" y="137"/>
                    <a:pt x="290" y="138"/>
                  </a:cubicBezTo>
                  <a:cubicBezTo>
                    <a:pt x="289" y="139"/>
                    <a:pt x="288" y="140"/>
                    <a:pt x="287" y="141"/>
                  </a:cubicBezTo>
                  <a:cubicBezTo>
                    <a:pt x="285" y="141"/>
                    <a:pt x="281" y="142"/>
                    <a:pt x="279" y="142"/>
                  </a:cubicBezTo>
                  <a:cubicBezTo>
                    <a:pt x="277" y="142"/>
                    <a:pt x="273" y="142"/>
                    <a:pt x="271" y="142"/>
                  </a:cubicBezTo>
                  <a:cubicBezTo>
                    <a:pt x="269" y="142"/>
                    <a:pt x="265" y="142"/>
                    <a:pt x="263" y="142"/>
                  </a:cubicBezTo>
                  <a:cubicBezTo>
                    <a:pt x="260" y="142"/>
                    <a:pt x="256" y="144"/>
                    <a:pt x="254" y="146"/>
                  </a:cubicBezTo>
                  <a:cubicBezTo>
                    <a:pt x="253" y="146"/>
                    <a:pt x="251" y="149"/>
                    <a:pt x="250" y="150"/>
                  </a:cubicBezTo>
                  <a:cubicBezTo>
                    <a:pt x="250" y="151"/>
                    <a:pt x="250" y="154"/>
                    <a:pt x="250" y="155"/>
                  </a:cubicBezTo>
                  <a:cubicBezTo>
                    <a:pt x="250" y="157"/>
                    <a:pt x="251" y="159"/>
                    <a:pt x="252" y="161"/>
                  </a:cubicBezTo>
                  <a:cubicBezTo>
                    <a:pt x="252" y="162"/>
                    <a:pt x="254" y="164"/>
                    <a:pt x="254" y="165"/>
                  </a:cubicBezTo>
                  <a:cubicBezTo>
                    <a:pt x="254" y="166"/>
                    <a:pt x="253" y="169"/>
                    <a:pt x="253" y="170"/>
                  </a:cubicBezTo>
                  <a:cubicBezTo>
                    <a:pt x="254" y="171"/>
                    <a:pt x="255" y="173"/>
                    <a:pt x="256" y="174"/>
                  </a:cubicBezTo>
                  <a:cubicBezTo>
                    <a:pt x="257" y="174"/>
                    <a:pt x="260" y="173"/>
                    <a:pt x="261" y="173"/>
                  </a:cubicBezTo>
                  <a:cubicBezTo>
                    <a:pt x="262" y="174"/>
                    <a:pt x="263" y="175"/>
                    <a:pt x="264" y="176"/>
                  </a:cubicBezTo>
                  <a:cubicBezTo>
                    <a:pt x="264" y="177"/>
                    <a:pt x="266" y="180"/>
                    <a:pt x="266" y="182"/>
                  </a:cubicBezTo>
                  <a:cubicBezTo>
                    <a:pt x="266" y="183"/>
                    <a:pt x="265" y="185"/>
                    <a:pt x="265" y="187"/>
                  </a:cubicBezTo>
                  <a:cubicBezTo>
                    <a:pt x="264" y="188"/>
                    <a:pt x="263" y="192"/>
                    <a:pt x="263" y="194"/>
                  </a:cubicBezTo>
                  <a:cubicBezTo>
                    <a:pt x="262" y="195"/>
                    <a:pt x="259" y="197"/>
                    <a:pt x="258" y="198"/>
                  </a:cubicBezTo>
                  <a:cubicBezTo>
                    <a:pt x="257" y="199"/>
                    <a:pt x="255" y="199"/>
                    <a:pt x="254" y="200"/>
                  </a:cubicBezTo>
                  <a:cubicBezTo>
                    <a:pt x="252" y="200"/>
                    <a:pt x="249" y="202"/>
                    <a:pt x="248" y="203"/>
                  </a:cubicBezTo>
                  <a:cubicBezTo>
                    <a:pt x="247" y="204"/>
                    <a:pt x="247" y="207"/>
                    <a:pt x="247" y="209"/>
                  </a:cubicBezTo>
                  <a:cubicBezTo>
                    <a:pt x="247" y="211"/>
                    <a:pt x="247" y="214"/>
                    <a:pt x="248" y="216"/>
                  </a:cubicBezTo>
                  <a:cubicBezTo>
                    <a:pt x="248" y="219"/>
                    <a:pt x="249" y="224"/>
                    <a:pt x="249" y="226"/>
                  </a:cubicBezTo>
                  <a:cubicBezTo>
                    <a:pt x="250" y="228"/>
                    <a:pt x="252" y="232"/>
                    <a:pt x="252" y="235"/>
                  </a:cubicBezTo>
                  <a:cubicBezTo>
                    <a:pt x="252" y="236"/>
                    <a:pt x="252" y="239"/>
                    <a:pt x="252" y="240"/>
                  </a:cubicBezTo>
                  <a:cubicBezTo>
                    <a:pt x="251" y="242"/>
                    <a:pt x="249" y="245"/>
                    <a:pt x="249" y="247"/>
                  </a:cubicBezTo>
                  <a:cubicBezTo>
                    <a:pt x="248" y="248"/>
                    <a:pt x="247" y="251"/>
                    <a:pt x="246" y="252"/>
                  </a:cubicBezTo>
                  <a:cubicBezTo>
                    <a:pt x="245" y="253"/>
                    <a:pt x="243" y="255"/>
                    <a:pt x="242" y="256"/>
                  </a:cubicBezTo>
                  <a:cubicBezTo>
                    <a:pt x="241" y="256"/>
                    <a:pt x="239" y="258"/>
                    <a:pt x="238" y="258"/>
                  </a:cubicBezTo>
                  <a:cubicBezTo>
                    <a:pt x="236" y="259"/>
                    <a:pt x="234" y="258"/>
                    <a:pt x="232" y="258"/>
                  </a:cubicBezTo>
                  <a:cubicBezTo>
                    <a:pt x="231" y="258"/>
                    <a:pt x="230" y="258"/>
                    <a:pt x="229" y="259"/>
                  </a:cubicBezTo>
                  <a:cubicBezTo>
                    <a:pt x="228" y="259"/>
                    <a:pt x="228" y="262"/>
                    <a:pt x="229" y="263"/>
                  </a:cubicBezTo>
                  <a:cubicBezTo>
                    <a:pt x="229" y="264"/>
                    <a:pt x="231" y="265"/>
                    <a:pt x="232" y="266"/>
                  </a:cubicBezTo>
                  <a:cubicBezTo>
                    <a:pt x="232" y="267"/>
                    <a:pt x="232" y="269"/>
                    <a:pt x="232" y="270"/>
                  </a:cubicBezTo>
                  <a:cubicBezTo>
                    <a:pt x="232" y="271"/>
                    <a:pt x="232" y="274"/>
                    <a:pt x="231" y="275"/>
                  </a:cubicBezTo>
                  <a:cubicBezTo>
                    <a:pt x="231" y="276"/>
                    <a:pt x="229" y="277"/>
                    <a:pt x="228" y="278"/>
                  </a:cubicBezTo>
                  <a:cubicBezTo>
                    <a:pt x="227" y="278"/>
                    <a:pt x="226" y="280"/>
                    <a:pt x="225" y="280"/>
                  </a:cubicBezTo>
                  <a:cubicBezTo>
                    <a:pt x="224" y="280"/>
                    <a:pt x="223" y="280"/>
                    <a:pt x="222" y="280"/>
                  </a:cubicBezTo>
                  <a:cubicBezTo>
                    <a:pt x="221" y="280"/>
                    <a:pt x="220" y="279"/>
                    <a:pt x="219" y="279"/>
                  </a:cubicBezTo>
                  <a:cubicBezTo>
                    <a:pt x="218" y="279"/>
                    <a:pt x="216" y="278"/>
                    <a:pt x="215" y="278"/>
                  </a:cubicBezTo>
                  <a:cubicBezTo>
                    <a:pt x="213" y="278"/>
                    <a:pt x="210" y="278"/>
                    <a:pt x="209" y="278"/>
                  </a:cubicBezTo>
                  <a:cubicBezTo>
                    <a:pt x="207" y="278"/>
                    <a:pt x="205" y="278"/>
                    <a:pt x="203" y="279"/>
                  </a:cubicBezTo>
                  <a:cubicBezTo>
                    <a:pt x="202" y="279"/>
                    <a:pt x="201" y="281"/>
                    <a:pt x="200" y="281"/>
                  </a:cubicBezTo>
                  <a:cubicBezTo>
                    <a:pt x="199" y="282"/>
                    <a:pt x="197" y="282"/>
                    <a:pt x="196" y="282"/>
                  </a:cubicBezTo>
                  <a:cubicBezTo>
                    <a:pt x="194" y="282"/>
                    <a:pt x="191" y="282"/>
                    <a:pt x="190" y="282"/>
                  </a:cubicBezTo>
                  <a:cubicBezTo>
                    <a:pt x="188" y="281"/>
                    <a:pt x="186" y="280"/>
                    <a:pt x="185" y="280"/>
                  </a:cubicBezTo>
                  <a:cubicBezTo>
                    <a:pt x="184" y="280"/>
                    <a:pt x="182" y="280"/>
                    <a:pt x="181" y="280"/>
                  </a:cubicBezTo>
                  <a:cubicBezTo>
                    <a:pt x="179" y="280"/>
                    <a:pt x="177" y="281"/>
                    <a:pt x="176" y="282"/>
                  </a:cubicBezTo>
                  <a:cubicBezTo>
                    <a:pt x="175" y="283"/>
                    <a:pt x="173" y="286"/>
                    <a:pt x="173" y="287"/>
                  </a:cubicBezTo>
                  <a:cubicBezTo>
                    <a:pt x="172" y="287"/>
                    <a:pt x="171" y="289"/>
                    <a:pt x="170" y="290"/>
                  </a:cubicBezTo>
                  <a:cubicBezTo>
                    <a:pt x="170" y="291"/>
                    <a:pt x="169" y="294"/>
                    <a:pt x="169" y="295"/>
                  </a:cubicBezTo>
                  <a:cubicBezTo>
                    <a:pt x="168" y="297"/>
                    <a:pt x="167" y="300"/>
                    <a:pt x="166" y="301"/>
                  </a:cubicBezTo>
                  <a:cubicBezTo>
                    <a:pt x="165" y="301"/>
                    <a:pt x="164" y="302"/>
                    <a:pt x="164" y="303"/>
                  </a:cubicBezTo>
                  <a:cubicBezTo>
                    <a:pt x="163" y="304"/>
                    <a:pt x="162" y="306"/>
                    <a:pt x="162" y="307"/>
                  </a:cubicBezTo>
                  <a:cubicBezTo>
                    <a:pt x="161" y="309"/>
                    <a:pt x="160" y="311"/>
                    <a:pt x="159" y="313"/>
                  </a:cubicBezTo>
                  <a:cubicBezTo>
                    <a:pt x="158" y="314"/>
                    <a:pt x="157" y="315"/>
                    <a:pt x="156" y="316"/>
                  </a:cubicBezTo>
                  <a:cubicBezTo>
                    <a:pt x="154" y="317"/>
                    <a:pt x="151" y="318"/>
                    <a:pt x="149" y="319"/>
                  </a:cubicBezTo>
                  <a:cubicBezTo>
                    <a:pt x="148" y="320"/>
                    <a:pt x="145" y="323"/>
                    <a:pt x="144" y="324"/>
                  </a:cubicBezTo>
                  <a:cubicBezTo>
                    <a:pt x="143" y="326"/>
                    <a:pt x="142" y="328"/>
                    <a:pt x="141" y="330"/>
                  </a:cubicBezTo>
                  <a:cubicBezTo>
                    <a:pt x="141" y="331"/>
                    <a:pt x="140" y="334"/>
                    <a:pt x="139" y="335"/>
                  </a:cubicBezTo>
                  <a:cubicBezTo>
                    <a:pt x="139" y="337"/>
                    <a:pt x="140" y="339"/>
                    <a:pt x="141" y="341"/>
                  </a:cubicBezTo>
                  <a:cubicBezTo>
                    <a:pt x="141" y="342"/>
                    <a:pt x="143" y="346"/>
                    <a:pt x="144" y="348"/>
                  </a:cubicBezTo>
                  <a:cubicBezTo>
                    <a:pt x="144" y="349"/>
                    <a:pt x="144" y="352"/>
                    <a:pt x="144" y="354"/>
                  </a:cubicBezTo>
                  <a:cubicBezTo>
                    <a:pt x="144" y="355"/>
                    <a:pt x="144" y="358"/>
                    <a:pt x="144" y="360"/>
                  </a:cubicBezTo>
                  <a:cubicBezTo>
                    <a:pt x="144" y="362"/>
                    <a:pt x="146" y="365"/>
                    <a:pt x="147" y="366"/>
                  </a:cubicBezTo>
                  <a:cubicBezTo>
                    <a:pt x="147" y="367"/>
                    <a:pt x="147" y="369"/>
                    <a:pt x="148" y="370"/>
                  </a:cubicBezTo>
                  <a:cubicBezTo>
                    <a:pt x="147" y="370"/>
                    <a:pt x="146" y="370"/>
                    <a:pt x="145" y="370"/>
                  </a:cubicBezTo>
                  <a:cubicBezTo>
                    <a:pt x="144" y="370"/>
                    <a:pt x="141" y="370"/>
                    <a:pt x="140" y="369"/>
                  </a:cubicBezTo>
                  <a:cubicBezTo>
                    <a:pt x="139" y="369"/>
                    <a:pt x="139" y="367"/>
                    <a:pt x="139" y="366"/>
                  </a:cubicBezTo>
                  <a:cubicBezTo>
                    <a:pt x="139" y="365"/>
                    <a:pt x="138" y="363"/>
                    <a:pt x="137" y="362"/>
                  </a:cubicBezTo>
                  <a:cubicBezTo>
                    <a:pt x="137" y="361"/>
                    <a:pt x="135" y="361"/>
                    <a:pt x="134" y="361"/>
                  </a:cubicBezTo>
                  <a:cubicBezTo>
                    <a:pt x="133" y="361"/>
                    <a:pt x="132" y="360"/>
                    <a:pt x="132" y="360"/>
                  </a:cubicBezTo>
                  <a:cubicBezTo>
                    <a:pt x="131" y="359"/>
                    <a:pt x="128" y="359"/>
                    <a:pt x="127" y="358"/>
                  </a:cubicBezTo>
                  <a:cubicBezTo>
                    <a:pt x="126" y="357"/>
                    <a:pt x="125" y="356"/>
                    <a:pt x="124" y="355"/>
                  </a:cubicBezTo>
                  <a:cubicBezTo>
                    <a:pt x="123" y="355"/>
                    <a:pt x="122" y="354"/>
                    <a:pt x="121" y="354"/>
                  </a:cubicBezTo>
                  <a:cubicBezTo>
                    <a:pt x="120" y="354"/>
                    <a:pt x="119" y="354"/>
                    <a:pt x="118" y="354"/>
                  </a:cubicBezTo>
                  <a:cubicBezTo>
                    <a:pt x="116" y="355"/>
                    <a:pt x="113" y="357"/>
                    <a:pt x="112" y="359"/>
                  </a:cubicBezTo>
                  <a:cubicBezTo>
                    <a:pt x="111" y="359"/>
                    <a:pt x="108" y="361"/>
                    <a:pt x="108" y="362"/>
                  </a:cubicBezTo>
                  <a:cubicBezTo>
                    <a:pt x="107" y="363"/>
                    <a:pt x="106" y="365"/>
                    <a:pt x="105" y="366"/>
                  </a:cubicBezTo>
                  <a:cubicBezTo>
                    <a:pt x="104" y="367"/>
                    <a:pt x="102" y="368"/>
                    <a:pt x="102" y="369"/>
                  </a:cubicBezTo>
                  <a:cubicBezTo>
                    <a:pt x="101" y="370"/>
                    <a:pt x="100" y="372"/>
                    <a:pt x="100" y="373"/>
                  </a:cubicBezTo>
                  <a:cubicBezTo>
                    <a:pt x="99" y="375"/>
                    <a:pt x="97" y="379"/>
                    <a:pt x="96" y="381"/>
                  </a:cubicBezTo>
                  <a:cubicBezTo>
                    <a:pt x="95" y="382"/>
                    <a:pt x="94" y="384"/>
                    <a:pt x="93" y="385"/>
                  </a:cubicBezTo>
                  <a:cubicBezTo>
                    <a:pt x="91" y="387"/>
                    <a:pt x="88" y="390"/>
                    <a:pt x="87" y="391"/>
                  </a:cubicBezTo>
                  <a:cubicBezTo>
                    <a:pt x="85" y="392"/>
                    <a:pt x="83" y="394"/>
                    <a:pt x="82" y="395"/>
                  </a:cubicBezTo>
                  <a:cubicBezTo>
                    <a:pt x="80" y="395"/>
                    <a:pt x="77" y="395"/>
                    <a:pt x="76" y="395"/>
                  </a:cubicBezTo>
                  <a:cubicBezTo>
                    <a:pt x="75" y="394"/>
                    <a:pt x="72" y="393"/>
                    <a:pt x="71" y="391"/>
                  </a:cubicBezTo>
                  <a:cubicBezTo>
                    <a:pt x="70" y="390"/>
                    <a:pt x="70" y="388"/>
                    <a:pt x="69" y="386"/>
                  </a:cubicBezTo>
                  <a:cubicBezTo>
                    <a:pt x="69" y="385"/>
                    <a:pt x="68" y="381"/>
                    <a:pt x="67" y="380"/>
                  </a:cubicBezTo>
                  <a:cubicBezTo>
                    <a:pt x="67" y="378"/>
                    <a:pt x="68" y="375"/>
                    <a:pt x="67" y="374"/>
                  </a:cubicBezTo>
                  <a:cubicBezTo>
                    <a:pt x="67" y="372"/>
                    <a:pt x="67" y="367"/>
                    <a:pt x="66" y="365"/>
                  </a:cubicBezTo>
                  <a:cubicBezTo>
                    <a:pt x="66" y="364"/>
                    <a:pt x="64" y="362"/>
                    <a:pt x="64" y="361"/>
                  </a:cubicBezTo>
                  <a:cubicBezTo>
                    <a:pt x="63" y="360"/>
                    <a:pt x="61" y="359"/>
                    <a:pt x="60" y="358"/>
                  </a:cubicBezTo>
                  <a:cubicBezTo>
                    <a:pt x="59" y="358"/>
                    <a:pt x="56" y="357"/>
                    <a:pt x="55" y="357"/>
                  </a:cubicBezTo>
                  <a:cubicBezTo>
                    <a:pt x="53" y="357"/>
                    <a:pt x="50" y="357"/>
                    <a:pt x="48" y="357"/>
                  </a:cubicBezTo>
                  <a:cubicBezTo>
                    <a:pt x="46" y="357"/>
                    <a:pt x="43" y="358"/>
                    <a:pt x="41" y="359"/>
                  </a:cubicBezTo>
                  <a:cubicBezTo>
                    <a:pt x="40" y="359"/>
                    <a:pt x="38" y="361"/>
                    <a:pt x="36" y="362"/>
                  </a:cubicBezTo>
                  <a:cubicBezTo>
                    <a:pt x="35" y="363"/>
                    <a:pt x="31" y="363"/>
                    <a:pt x="29" y="364"/>
                  </a:cubicBezTo>
                  <a:cubicBezTo>
                    <a:pt x="28" y="364"/>
                    <a:pt x="26" y="364"/>
                    <a:pt x="25" y="364"/>
                  </a:cubicBezTo>
                  <a:cubicBezTo>
                    <a:pt x="25" y="364"/>
                    <a:pt x="25" y="364"/>
                    <a:pt x="24" y="364"/>
                  </a:cubicBezTo>
                  <a:cubicBezTo>
                    <a:pt x="24" y="362"/>
                    <a:pt x="24" y="359"/>
                    <a:pt x="24" y="358"/>
                  </a:cubicBezTo>
                  <a:cubicBezTo>
                    <a:pt x="24" y="357"/>
                    <a:pt x="23" y="356"/>
                    <a:pt x="22" y="356"/>
                  </a:cubicBezTo>
                  <a:cubicBezTo>
                    <a:pt x="22" y="355"/>
                    <a:pt x="21" y="353"/>
                    <a:pt x="21" y="353"/>
                  </a:cubicBezTo>
                  <a:cubicBezTo>
                    <a:pt x="21" y="352"/>
                    <a:pt x="21" y="351"/>
                    <a:pt x="21" y="350"/>
                  </a:cubicBezTo>
                  <a:cubicBezTo>
                    <a:pt x="21" y="349"/>
                    <a:pt x="20" y="348"/>
                    <a:pt x="20" y="348"/>
                  </a:cubicBezTo>
                  <a:cubicBezTo>
                    <a:pt x="20" y="347"/>
                    <a:pt x="19" y="346"/>
                    <a:pt x="18" y="346"/>
                  </a:cubicBezTo>
                  <a:cubicBezTo>
                    <a:pt x="18" y="345"/>
                    <a:pt x="17" y="344"/>
                    <a:pt x="17" y="343"/>
                  </a:cubicBezTo>
                  <a:cubicBezTo>
                    <a:pt x="17" y="342"/>
                    <a:pt x="17" y="340"/>
                    <a:pt x="17" y="339"/>
                  </a:cubicBezTo>
                  <a:cubicBezTo>
                    <a:pt x="17" y="338"/>
                    <a:pt x="16" y="335"/>
                    <a:pt x="15" y="334"/>
                  </a:cubicBezTo>
                  <a:cubicBezTo>
                    <a:pt x="15" y="333"/>
                    <a:pt x="13" y="331"/>
                    <a:pt x="12" y="331"/>
                  </a:cubicBezTo>
                  <a:cubicBezTo>
                    <a:pt x="11" y="330"/>
                    <a:pt x="9" y="331"/>
                    <a:pt x="8" y="331"/>
                  </a:cubicBezTo>
                  <a:cubicBezTo>
                    <a:pt x="8" y="331"/>
                    <a:pt x="6" y="331"/>
                    <a:pt x="5" y="331"/>
                  </a:cubicBezTo>
                  <a:cubicBezTo>
                    <a:pt x="4" y="331"/>
                    <a:pt x="2" y="330"/>
                    <a:pt x="2" y="329"/>
                  </a:cubicBezTo>
                  <a:cubicBezTo>
                    <a:pt x="1" y="329"/>
                    <a:pt x="0" y="328"/>
                    <a:pt x="0" y="327"/>
                  </a:cubicBezTo>
                  <a:cubicBezTo>
                    <a:pt x="0" y="326"/>
                    <a:pt x="1" y="325"/>
                    <a:pt x="2" y="325"/>
                  </a:cubicBezTo>
                  <a:cubicBezTo>
                    <a:pt x="2" y="324"/>
                    <a:pt x="4" y="325"/>
                    <a:pt x="4" y="325"/>
                  </a:cubicBezTo>
                  <a:cubicBezTo>
                    <a:pt x="5" y="325"/>
                    <a:pt x="7" y="325"/>
                    <a:pt x="7" y="325"/>
                  </a:cubicBezTo>
                  <a:cubicBezTo>
                    <a:pt x="8" y="325"/>
                    <a:pt x="10" y="326"/>
                    <a:pt x="11" y="326"/>
                  </a:cubicBezTo>
                  <a:cubicBezTo>
                    <a:pt x="12" y="326"/>
                    <a:pt x="13" y="328"/>
                    <a:pt x="14" y="328"/>
                  </a:cubicBezTo>
                  <a:cubicBezTo>
                    <a:pt x="15" y="328"/>
                    <a:pt x="16" y="329"/>
                    <a:pt x="16" y="329"/>
                  </a:cubicBezTo>
                  <a:cubicBezTo>
                    <a:pt x="17" y="329"/>
                    <a:pt x="19" y="329"/>
                    <a:pt x="20" y="329"/>
                  </a:cubicBezTo>
                  <a:cubicBezTo>
                    <a:pt x="21" y="328"/>
                    <a:pt x="23" y="326"/>
                    <a:pt x="24" y="326"/>
                  </a:cubicBezTo>
                  <a:cubicBezTo>
                    <a:pt x="24" y="325"/>
                    <a:pt x="26" y="325"/>
                    <a:pt x="26" y="324"/>
                  </a:cubicBezTo>
                  <a:cubicBezTo>
                    <a:pt x="27" y="324"/>
                    <a:pt x="29" y="324"/>
                    <a:pt x="30" y="323"/>
                  </a:cubicBezTo>
                  <a:cubicBezTo>
                    <a:pt x="30" y="323"/>
                    <a:pt x="32" y="322"/>
                    <a:pt x="32" y="322"/>
                  </a:cubicBezTo>
                  <a:cubicBezTo>
                    <a:pt x="34" y="321"/>
                    <a:pt x="37" y="318"/>
                    <a:pt x="39" y="317"/>
                  </a:cubicBezTo>
                  <a:cubicBezTo>
                    <a:pt x="41" y="315"/>
                    <a:pt x="46" y="311"/>
                    <a:pt x="48" y="309"/>
                  </a:cubicBezTo>
                  <a:cubicBezTo>
                    <a:pt x="50" y="308"/>
                    <a:pt x="53" y="304"/>
                    <a:pt x="54" y="303"/>
                  </a:cubicBezTo>
                  <a:cubicBezTo>
                    <a:pt x="55" y="302"/>
                    <a:pt x="57" y="301"/>
                    <a:pt x="58" y="301"/>
                  </a:cubicBezTo>
                  <a:cubicBezTo>
                    <a:pt x="58" y="301"/>
                    <a:pt x="60" y="301"/>
                    <a:pt x="61" y="301"/>
                  </a:cubicBezTo>
                  <a:cubicBezTo>
                    <a:pt x="61" y="301"/>
                    <a:pt x="62" y="302"/>
                    <a:pt x="63" y="302"/>
                  </a:cubicBezTo>
                  <a:cubicBezTo>
                    <a:pt x="63" y="303"/>
                    <a:pt x="63" y="305"/>
                    <a:pt x="64" y="306"/>
                  </a:cubicBezTo>
                  <a:cubicBezTo>
                    <a:pt x="64" y="306"/>
                    <a:pt x="65" y="307"/>
                    <a:pt x="66" y="307"/>
                  </a:cubicBezTo>
                  <a:cubicBezTo>
                    <a:pt x="66" y="308"/>
                    <a:pt x="67" y="308"/>
                    <a:pt x="67" y="309"/>
                  </a:cubicBezTo>
                  <a:cubicBezTo>
                    <a:pt x="67" y="309"/>
                    <a:pt x="65" y="309"/>
                    <a:pt x="64" y="309"/>
                  </a:cubicBezTo>
                  <a:cubicBezTo>
                    <a:pt x="64" y="309"/>
                    <a:pt x="63" y="309"/>
                    <a:pt x="63" y="309"/>
                  </a:cubicBezTo>
                  <a:cubicBezTo>
                    <a:pt x="62" y="310"/>
                    <a:pt x="62" y="312"/>
                    <a:pt x="62" y="312"/>
                  </a:cubicBezTo>
                  <a:cubicBezTo>
                    <a:pt x="62" y="313"/>
                    <a:pt x="62" y="315"/>
                    <a:pt x="62" y="315"/>
                  </a:cubicBezTo>
                  <a:cubicBezTo>
                    <a:pt x="62" y="316"/>
                    <a:pt x="63" y="317"/>
                    <a:pt x="64" y="317"/>
                  </a:cubicBezTo>
                  <a:cubicBezTo>
                    <a:pt x="65" y="317"/>
                    <a:pt x="65" y="316"/>
                    <a:pt x="65" y="315"/>
                  </a:cubicBezTo>
                  <a:cubicBezTo>
                    <a:pt x="66" y="315"/>
                    <a:pt x="66" y="314"/>
                    <a:pt x="67" y="314"/>
                  </a:cubicBezTo>
                  <a:cubicBezTo>
                    <a:pt x="67" y="314"/>
                    <a:pt x="68" y="315"/>
                    <a:pt x="69" y="315"/>
                  </a:cubicBezTo>
                  <a:cubicBezTo>
                    <a:pt x="69" y="316"/>
                    <a:pt x="70" y="317"/>
                    <a:pt x="70" y="317"/>
                  </a:cubicBezTo>
                  <a:cubicBezTo>
                    <a:pt x="71" y="317"/>
                    <a:pt x="72" y="317"/>
                    <a:pt x="72" y="317"/>
                  </a:cubicBezTo>
                  <a:cubicBezTo>
                    <a:pt x="73" y="317"/>
                    <a:pt x="73" y="315"/>
                    <a:pt x="73" y="314"/>
                  </a:cubicBezTo>
                  <a:cubicBezTo>
                    <a:pt x="73" y="314"/>
                    <a:pt x="73" y="313"/>
                    <a:pt x="73" y="312"/>
                  </a:cubicBezTo>
                  <a:cubicBezTo>
                    <a:pt x="73" y="312"/>
                    <a:pt x="74" y="311"/>
                    <a:pt x="74" y="311"/>
                  </a:cubicBezTo>
                  <a:cubicBezTo>
                    <a:pt x="75" y="311"/>
                    <a:pt x="76" y="312"/>
                    <a:pt x="76" y="311"/>
                  </a:cubicBezTo>
                  <a:cubicBezTo>
                    <a:pt x="77" y="311"/>
                    <a:pt x="77" y="311"/>
                    <a:pt x="77" y="310"/>
                  </a:cubicBezTo>
                  <a:cubicBezTo>
                    <a:pt x="77" y="310"/>
                    <a:pt x="77" y="308"/>
                    <a:pt x="77" y="308"/>
                  </a:cubicBezTo>
                  <a:cubicBezTo>
                    <a:pt x="77" y="308"/>
                    <a:pt x="76" y="307"/>
                    <a:pt x="76" y="307"/>
                  </a:cubicBezTo>
                  <a:cubicBezTo>
                    <a:pt x="75" y="307"/>
                    <a:pt x="74" y="306"/>
                    <a:pt x="73" y="307"/>
                  </a:cubicBezTo>
                  <a:cubicBezTo>
                    <a:pt x="73" y="307"/>
                    <a:pt x="72" y="308"/>
                    <a:pt x="71" y="308"/>
                  </a:cubicBezTo>
                  <a:cubicBezTo>
                    <a:pt x="71" y="308"/>
                    <a:pt x="70" y="306"/>
                    <a:pt x="70" y="305"/>
                  </a:cubicBezTo>
                  <a:cubicBezTo>
                    <a:pt x="70" y="305"/>
                    <a:pt x="71" y="304"/>
                    <a:pt x="70" y="303"/>
                  </a:cubicBezTo>
                  <a:cubicBezTo>
                    <a:pt x="70" y="303"/>
                    <a:pt x="70" y="302"/>
                    <a:pt x="69" y="302"/>
                  </a:cubicBezTo>
                  <a:cubicBezTo>
                    <a:pt x="69" y="301"/>
                    <a:pt x="68" y="300"/>
                    <a:pt x="67" y="299"/>
                  </a:cubicBezTo>
                  <a:cubicBezTo>
                    <a:pt x="66" y="299"/>
                    <a:pt x="65" y="299"/>
                    <a:pt x="64" y="299"/>
                  </a:cubicBezTo>
                  <a:cubicBezTo>
                    <a:pt x="64" y="299"/>
                    <a:pt x="62" y="298"/>
                    <a:pt x="62" y="298"/>
                  </a:cubicBezTo>
                  <a:cubicBezTo>
                    <a:pt x="62" y="297"/>
                    <a:pt x="61" y="296"/>
                    <a:pt x="62" y="296"/>
                  </a:cubicBezTo>
                  <a:cubicBezTo>
                    <a:pt x="62" y="295"/>
                    <a:pt x="62" y="294"/>
                    <a:pt x="63" y="293"/>
                  </a:cubicBezTo>
                  <a:cubicBezTo>
                    <a:pt x="63" y="293"/>
                    <a:pt x="64" y="292"/>
                    <a:pt x="64" y="291"/>
                  </a:cubicBezTo>
                  <a:cubicBezTo>
                    <a:pt x="65" y="291"/>
                    <a:pt x="67" y="289"/>
                    <a:pt x="67" y="288"/>
                  </a:cubicBezTo>
                  <a:cubicBezTo>
                    <a:pt x="68" y="287"/>
                    <a:pt x="68" y="284"/>
                    <a:pt x="69" y="283"/>
                  </a:cubicBezTo>
                  <a:cubicBezTo>
                    <a:pt x="70" y="282"/>
                    <a:pt x="72" y="280"/>
                    <a:pt x="73" y="278"/>
                  </a:cubicBezTo>
                  <a:cubicBezTo>
                    <a:pt x="75" y="276"/>
                    <a:pt x="80" y="270"/>
                    <a:pt x="83" y="267"/>
                  </a:cubicBezTo>
                  <a:cubicBezTo>
                    <a:pt x="84" y="266"/>
                    <a:pt x="86" y="263"/>
                    <a:pt x="87" y="264"/>
                  </a:cubicBezTo>
                  <a:cubicBezTo>
                    <a:pt x="88" y="264"/>
                    <a:pt x="88" y="266"/>
                    <a:pt x="89" y="266"/>
                  </a:cubicBezTo>
                  <a:cubicBezTo>
                    <a:pt x="89" y="266"/>
                    <a:pt x="90" y="267"/>
                    <a:pt x="90" y="267"/>
                  </a:cubicBezTo>
                  <a:cubicBezTo>
                    <a:pt x="91" y="267"/>
                    <a:pt x="92" y="266"/>
                    <a:pt x="92" y="265"/>
                  </a:cubicBezTo>
                  <a:cubicBezTo>
                    <a:pt x="92" y="264"/>
                    <a:pt x="93" y="263"/>
                    <a:pt x="93" y="263"/>
                  </a:cubicBezTo>
                  <a:cubicBezTo>
                    <a:pt x="93" y="262"/>
                    <a:pt x="93" y="261"/>
                    <a:pt x="93" y="261"/>
                  </a:cubicBezTo>
                  <a:cubicBezTo>
                    <a:pt x="93" y="260"/>
                    <a:pt x="92" y="258"/>
                    <a:pt x="92" y="258"/>
                  </a:cubicBezTo>
                  <a:cubicBezTo>
                    <a:pt x="92" y="257"/>
                    <a:pt x="94" y="256"/>
                    <a:pt x="94" y="256"/>
                  </a:cubicBezTo>
                  <a:cubicBezTo>
                    <a:pt x="95" y="255"/>
                    <a:pt x="96" y="253"/>
                    <a:pt x="96" y="252"/>
                  </a:cubicBezTo>
                  <a:cubicBezTo>
                    <a:pt x="97" y="251"/>
                    <a:pt x="99" y="249"/>
                    <a:pt x="100" y="248"/>
                  </a:cubicBezTo>
                  <a:cubicBezTo>
                    <a:pt x="102" y="247"/>
                    <a:pt x="103" y="243"/>
                    <a:pt x="105" y="241"/>
                  </a:cubicBezTo>
                  <a:cubicBezTo>
                    <a:pt x="106" y="239"/>
                    <a:pt x="110" y="234"/>
                    <a:pt x="112" y="232"/>
                  </a:cubicBezTo>
                  <a:cubicBezTo>
                    <a:pt x="112" y="231"/>
                    <a:pt x="114" y="229"/>
                    <a:pt x="115" y="227"/>
                  </a:cubicBezTo>
                  <a:cubicBezTo>
                    <a:pt x="115" y="226"/>
                    <a:pt x="116" y="223"/>
                    <a:pt x="115" y="222"/>
                  </a:cubicBezTo>
                  <a:cubicBezTo>
                    <a:pt x="114" y="222"/>
                    <a:pt x="112" y="222"/>
                    <a:pt x="112" y="221"/>
                  </a:cubicBezTo>
                  <a:cubicBezTo>
                    <a:pt x="111" y="220"/>
                    <a:pt x="112" y="218"/>
                    <a:pt x="112" y="217"/>
                  </a:cubicBezTo>
                  <a:cubicBezTo>
                    <a:pt x="112" y="215"/>
                    <a:pt x="112" y="213"/>
                    <a:pt x="113" y="212"/>
                  </a:cubicBezTo>
                  <a:cubicBezTo>
                    <a:pt x="113" y="209"/>
                    <a:pt x="115" y="205"/>
                    <a:pt x="116" y="203"/>
                  </a:cubicBezTo>
                  <a:cubicBezTo>
                    <a:pt x="117" y="199"/>
                    <a:pt x="119" y="193"/>
                    <a:pt x="120" y="189"/>
                  </a:cubicBezTo>
                  <a:cubicBezTo>
                    <a:pt x="121" y="186"/>
                    <a:pt x="122" y="178"/>
                    <a:pt x="123" y="175"/>
                  </a:cubicBezTo>
                  <a:cubicBezTo>
                    <a:pt x="123" y="173"/>
                    <a:pt x="124" y="168"/>
                    <a:pt x="125" y="166"/>
                  </a:cubicBezTo>
                  <a:cubicBezTo>
                    <a:pt x="125" y="165"/>
                    <a:pt x="126" y="164"/>
                    <a:pt x="126" y="163"/>
                  </a:cubicBezTo>
                  <a:cubicBezTo>
                    <a:pt x="127" y="161"/>
                    <a:pt x="128" y="158"/>
                    <a:pt x="128" y="156"/>
                  </a:cubicBezTo>
                  <a:cubicBezTo>
                    <a:pt x="128" y="154"/>
                    <a:pt x="129" y="152"/>
                    <a:pt x="129" y="151"/>
                  </a:cubicBezTo>
                  <a:cubicBezTo>
                    <a:pt x="130" y="148"/>
                    <a:pt x="133" y="144"/>
                    <a:pt x="134" y="142"/>
                  </a:cubicBezTo>
                  <a:cubicBezTo>
                    <a:pt x="135" y="140"/>
                    <a:pt x="138" y="134"/>
                    <a:pt x="139" y="131"/>
                  </a:cubicBezTo>
                  <a:cubicBezTo>
                    <a:pt x="139" y="129"/>
                    <a:pt x="140" y="125"/>
                    <a:pt x="141" y="123"/>
                  </a:cubicBezTo>
                  <a:cubicBezTo>
                    <a:pt x="141" y="122"/>
                    <a:pt x="144" y="119"/>
                    <a:pt x="144" y="117"/>
                  </a:cubicBezTo>
                  <a:cubicBezTo>
                    <a:pt x="147" y="112"/>
                    <a:pt x="150" y="103"/>
                    <a:pt x="152" y="98"/>
                  </a:cubicBezTo>
                  <a:cubicBezTo>
                    <a:pt x="152" y="96"/>
                    <a:pt x="154" y="93"/>
                    <a:pt x="155" y="91"/>
                  </a:cubicBezTo>
                  <a:cubicBezTo>
                    <a:pt x="155" y="90"/>
                    <a:pt x="155" y="87"/>
                    <a:pt x="155" y="85"/>
                  </a:cubicBezTo>
                  <a:cubicBezTo>
                    <a:pt x="156" y="85"/>
                    <a:pt x="157" y="84"/>
                    <a:pt x="157" y="83"/>
                  </a:cubicBezTo>
                  <a:cubicBezTo>
                    <a:pt x="158" y="81"/>
                    <a:pt x="159" y="78"/>
                    <a:pt x="159" y="77"/>
                  </a:cubicBezTo>
                  <a:cubicBezTo>
                    <a:pt x="161" y="73"/>
                    <a:pt x="164" y="64"/>
                    <a:pt x="165" y="60"/>
                  </a:cubicBezTo>
                  <a:cubicBezTo>
                    <a:pt x="168" y="52"/>
                    <a:pt x="173" y="36"/>
                    <a:pt x="176" y="28"/>
                  </a:cubicBezTo>
                  <a:cubicBezTo>
                    <a:pt x="177" y="26"/>
                    <a:pt x="178" y="22"/>
                    <a:pt x="179" y="19"/>
                  </a:cubicBezTo>
                  <a:cubicBezTo>
                    <a:pt x="180" y="20"/>
                    <a:pt x="182" y="21"/>
                    <a:pt x="183" y="22"/>
                  </a:cubicBezTo>
                  <a:cubicBezTo>
                    <a:pt x="184" y="23"/>
                    <a:pt x="187" y="25"/>
                    <a:pt x="189" y="26"/>
                  </a:cubicBezTo>
                  <a:cubicBezTo>
                    <a:pt x="190" y="26"/>
                    <a:pt x="193" y="28"/>
                    <a:pt x="194" y="29"/>
                  </a:cubicBezTo>
                  <a:cubicBezTo>
                    <a:pt x="195" y="29"/>
                    <a:pt x="198" y="30"/>
                    <a:pt x="200" y="31"/>
                  </a:cubicBezTo>
                  <a:cubicBezTo>
                    <a:pt x="201" y="31"/>
                    <a:pt x="204" y="33"/>
                    <a:pt x="205" y="33"/>
                  </a:cubicBezTo>
                  <a:cubicBezTo>
                    <a:pt x="206" y="33"/>
                    <a:pt x="209" y="32"/>
                    <a:pt x="210" y="32"/>
                  </a:cubicBezTo>
                  <a:cubicBezTo>
                    <a:pt x="211" y="32"/>
                    <a:pt x="213" y="31"/>
                    <a:pt x="214" y="30"/>
                  </a:cubicBezTo>
                  <a:cubicBezTo>
                    <a:pt x="215" y="29"/>
                    <a:pt x="216" y="26"/>
                    <a:pt x="217" y="25"/>
                  </a:cubicBezTo>
                  <a:cubicBezTo>
                    <a:pt x="218" y="24"/>
                    <a:pt x="219" y="21"/>
                    <a:pt x="220" y="21"/>
                  </a:cubicBezTo>
                  <a:cubicBezTo>
                    <a:pt x="221" y="20"/>
                    <a:pt x="223" y="21"/>
                    <a:pt x="224" y="21"/>
                  </a:cubicBezTo>
                  <a:cubicBezTo>
                    <a:pt x="226" y="20"/>
                    <a:pt x="229" y="20"/>
                    <a:pt x="231" y="20"/>
                  </a:cubicBezTo>
                  <a:cubicBezTo>
                    <a:pt x="233" y="20"/>
                    <a:pt x="238" y="20"/>
                    <a:pt x="240" y="21"/>
                  </a:cubicBezTo>
                  <a:cubicBezTo>
                    <a:pt x="241" y="21"/>
                    <a:pt x="244" y="22"/>
                    <a:pt x="246" y="23"/>
                  </a:cubicBezTo>
                  <a:cubicBezTo>
                    <a:pt x="247" y="23"/>
                    <a:pt x="250" y="24"/>
                    <a:pt x="251" y="24"/>
                  </a:cubicBezTo>
                  <a:cubicBezTo>
                    <a:pt x="252" y="25"/>
                    <a:pt x="255" y="26"/>
                    <a:pt x="256" y="27"/>
                  </a:cubicBezTo>
                  <a:cubicBezTo>
                    <a:pt x="257" y="28"/>
                    <a:pt x="257" y="30"/>
                    <a:pt x="257" y="31"/>
                  </a:cubicBezTo>
                  <a:cubicBezTo>
                    <a:pt x="258" y="31"/>
                    <a:pt x="260" y="32"/>
                    <a:pt x="260" y="33"/>
                  </a:cubicBezTo>
                  <a:cubicBezTo>
                    <a:pt x="261" y="34"/>
                    <a:pt x="261" y="37"/>
                    <a:pt x="262" y="38"/>
                  </a:cubicBezTo>
                  <a:cubicBezTo>
                    <a:pt x="262" y="39"/>
                    <a:pt x="263" y="41"/>
                    <a:pt x="264" y="43"/>
                  </a:cubicBezTo>
                  <a:cubicBezTo>
                    <a:pt x="264" y="44"/>
                    <a:pt x="265" y="45"/>
                    <a:pt x="266" y="46"/>
                  </a:cubicBezTo>
                  <a:cubicBezTo>
                    <a:pt x="267" y="47"/>
                    <a:pt x="268" y="48"/>
                    <a:pt x="269" y="49"/>
                  </a:cubicBezTo>
                  <a:cubicBezTo>
                    <a:pt x="270" y="49"/>
                    <a:pt x="272" y="49"/>
                    <a:pt x="273" y="49"/>
                  </a:cubicBezTo>
                  <a:cubicBezTo>
                    <a:pt x="274" y="48"/>
                    <a:pt x="276" y="47"/>
                    <a:pt x="277" y="46"/>
                  </a:cubicBezTo>
                  <a:cubicBezTo>
                    <a:pt x="278" y="46"/>
                    <a:pt x="278" y="44"/>
                    <a:pt x="278" y="43"/>
                  </a:cubicBezTo>
                  <a:cubicBezTo>
                    <a:pt x="278" y="42"/>
                    <a:pt x="279" y="40"/>
                    <a:pt x="279" y="39"/>
                  </a:cubicBezTo>
                  <a:cubicBezTo>
                    <a:pt x="279" y="38"/>
                    <a:pt x="278" y="35"/>
                    <a:pt x="279" y="34"/>
                  </a:cubicBezTo>
                  <a:cubicBezTo>
                    <a:pt x="279" y="33"/>
                    <a:pt x="280" y="33"/>
                    <a:pt x="281" y="32"/>
                  </a:cubicBezTo>
                  <a:cubicBezTo>
                    <a:pt x="281" y="32"/>
                    <a:pt x="282" y="30"/>
                    <a:pt x="283" y="29"/>
                  </a:cubicBezTo>
                  <a:cubicBezTo>
                    <a:pt x="283" y="29"/>
                    <a:pt x="285" y="28"/>
                    <a:pt x="285" y="28"/>
                  </a:cubicBezTo>
                  <a:cubicBezTo>
                    <a:pt x="286" y="28"/>
                    <a:pt x="289" y="27"/>
                    <a:pt x="290" y="27"/>
                  </a:cubicBezTo>
                  <a:cubicBezTo>
                    <a:pt x="292" y="27"/>
                    <a:pt x="295" y="29"/>
                    <a:pt x="296" y="30"/>
                  </a:cubicBezTo>
                  <a:cubicBezTo>
                    <a:pt x="297" y="31"/>
                    <a:pt x="297" y="34"/>
                    <a:pt x="297" y="35"/>
                  </a:cubicBezTo>
                  <a:cubicBezTo>
                    <a:pt x="297" y="36"/>
                    <a:pt x="297" y="39"/>
                    <a:pt x="297" y="40"/>
                  </a:cubicBezTo>
                  <a:cubicBezTo>
                    <a:pt x="296" y="42"/>
                    <a:pt x="295" y="45"/>
                    <a:pt x="295" y="47"/>
                  </a:cubicBezTo>
                  <a:cubicBezTo>
                    <a:pt x="294" y="48"/>
                    <a:pt x="293" y="51"/>
                    <a:pt x="293" y="52"/>
                  </a:cubicBezTo>
                  <a:cubicBezTo>
                    <a:pt x="293" y="54"/>
                    <a:pt x="293" y="56"/>
                    <a:pt x="293" y="57"/>
                  </a:cubicBezTo>
                  <a:cubicBezTo>
                    <a:pt x="293" y="58"/>
                    <a:pt x="294" y="61"/>
                    <a:pt x="294" y="61"/>
                  </a:cubicBezTo>
                  <a:cubicBezTo>
                    <a:pt x="294" y="62"/>
                    <a:pt x="295" y="63"/>
                    <a:pt x="296" y="63"/>
                  </a:cubicBezTo>
                  <a:cubicBezTo>
                    <a:pt x="297" y="63"/>
                    <a:pt x="298" y="62"/>
                    <a:pt x="299" y="61"/>
                  </a:cubicBezTo>
                  <a:cubicBezTo>
                    <a:pt x="300" y="60"/>
                    <a:pt x="301" y="58"/>
                    <a:pt x="301" y="57"/>
                  </a:cubicBezTo>
                  <a:cubicBezTo>
                    <a:pt x="302" y="56"/>
                    <a:pt x="303" y="53"/>
                    <a:pt x="303" y="52"/>
                  </a:cubicBezTo>
                  <a:cubicBezTo>
                    <a:pt x="304" y="51"/>
                    <a:pt x="305" y="49"/>
                    <a:pt x="306" y="49"/>
                  </a:cubicBezTo>
                  <a:cubicBezTo>
                    <a:pt x="307" y="47"/>
                    <a:pt x="309" y="45"/>
                    <a:pt x="310" y="44"/>
                  </a:cubicBezTo>
                  <a:cubicBezTo>
                    <a:pt x="311" y="43"/>
                    <a:pt x="315" y="42"/>
                    <a:pt x="316" y="42"/>
                  </a:cubicBezTo>
                  <a:cubicBezTo>
                    <a:pt x="318" y="41"/>
                    <a:pt x="320" y="39"/>
                    <a:pt x="321" y="39"/>
                  </a:cubicBezTo>
                  <a:cubicBezTo>
                    <a:pt x="323" y="38"/>
                    <a:pt x="327" y="35"/>
                    <a:pt x="329" y="35"/>
                  </a:cubicBezTo>
                  <a:cubicBezTo>
                    <a:pt x="331" y="34"/>
                    <a:pt x="335" y="34"/>
                    <a:pt x="337" y="35"/>
                  </a:cubicBezTo>
                  <a:cubicBezTo>
                    <a:pt x="339" y="35"/>
                    <a:pt x="342" y="37"/>
                    <a:pt x="343" y="38"/>
                  </a:cubicBezTo>
                  <a:cubicBezTo>
                    <a:pt x="344" y="40"/>
                    <a:pt x="344" y="43"/>
                    <a:pt x="345" y="45"/>
                  </a:cubicBezTo>
                  <a:cubicBezTo>
                    <a:pt x="346" y="47"/>
                    <a:pt x="347" y="50"/>
                    <a:pt x="347" y="52"/>
                  </a:cubicBezTo>
                  <a:cubicBezTo>
                    <a:pt x="347" y="54"/>
                    <a:pt x="347" y="57"/>
                    <a:pt x="346" y="59"/>
                  </a:cubicBezTo>
                  <a:cubicBezTo>
                    <a:pt x="346" y="60"/>
                    <a:pt x="345" y="63"/>
                    <a:pt x="345" y="64"/>
                  </a:cubicBezTo>
                  <a:cubicBezTo>
                    <a:pt x="344" y="65"/>
                    <a:pt x="343" y="67"/>
                    <a:pt x="343" y="68"/>
                  </a:cubicBezTo>
                  <a:cubicBezTo>
                    <a:pt x="343" y="69"/>
                    <a:pt x="342" y="71"/>
                    <a:pt x="343" y="71"/>
                  </a:cubicBezTo>
                  <a:cubicBezTo>
                    <a:pt x="343" y="72"/>
                    <a:pt x="345" y="74"/>
                    <a:pt x="346" y="75"/>
                  </a:cubicBezTo>
                  <a:cubicBezTo>
                    <a:pt x="347" y="75"/>
                    <a:pt x="350" y="75"/>
                    <a:pt x="351" y="75"/>
                  </a:cubicBezTo>
                  <a:cubicBezTo>
                    <a:pt x="352" y="74"/>
                    <a:pt x="355" y="73"/>
                    <a:pt x="356" y="73"/>
                  </a:cubicBezTo>
                  <a:cubicBezTo>
                    <a:pt x="358" y="72"/>
                    <a:pt x="361" y="71"/>
                    <a:pt x="362" y="71"/>
                  </a:cubicBezTo>
                  <a:cubicBezTo>
                    <a:pt x="363" y="70"/>
                    <a:pt x="365" y="67"/>
                    <a:pt x="366" y="65"/>
                  </a:cubicBezTo>
                  <a:cubicBezTo>
                    <a:pt x="367" y="64"/>
                    <a:pt x="367" y="62"/>
                    <a:pt x="367" y="61"/>
                  </a:cubicBezTo>
                  <a:cubicBezTo>
                    <a:pt x="368" y="59"/>
                    <a:pt x="368" y="57"/>
                    <a:pt x="368" y="56"/>
                  </a:cubicBezTo>
                  <a:cubicBezTo>
                    <a:pt x="368" y="55"/>
                    <a:pt x="369" y="53"/>
                    <a:pt x="370" y="52"/>
                  </a:cubicBezTo>
                  <a:cubicBezTo>
                    <a:pt x="371" y="52"/>
                    <a:pt x="372" y="50"/>
                    <a:pt x="373" y="50"/>
                  </a:cubicBezTo>
                  <a:cubicBezTo>
                    <a:pt x="374" y="50"/>
                    <a:pt x="375" y="51"/>
                    <a:pt x="376" y="52"/>
                  </a:cubicBezTo>
                  <a:cubicBezTo>
                    <a:pt x="377" y="53"/>
                    <a:pt x="379" y="55"/>
                    <a:pt x="380" y="56"/>
                  </a:cubicBezTo>
                  <a:cubicBezTo>
                    <a:pt x="381" y="57"/>
                    <a:pt x="381" y="60"/>
                    <a:pt x="382" y="61"/>
                  </a:cubicBezTo>
                  <a:cubicBezTo>
                    <a:pt x="382" y="61"/>
                    <a:pt x="384" y="62"/>
                    <a:pt x="385" y="62"/>
                  </a:cubicBezTo>
                  <a:cubicBezTo>
                    <a:pt x="386" y="61"/>
                    <a:pt x="386" y="59"/>
                    <a:pt x="386" y="58"/>
                  </a:cubicBezTo>
                  <a:cubicBezTo>
                    <a:pt x="387" y="57"/>
                    <a:pt x="388" y="55"/>
                    <a:pt x="388" y="54"/>
                  </a:cubicBezTo>
                  <a:cubicBezTo>
                    <a:pt x="388" y="53"/>
                    <a:pt x="388" y="51"/>
                    <a:pt x="388" y="50"/>
                  </a:cubicBezTo>
                  <a:cubicBezTo>
                    <a:pt x="388" y="48"/>
                    <a:pt x="388" y="45"/>
                    <a:pt x="387" y="44"/>
                  </a:cubicBezTo>
                  <a:cubicBezTo>
                    <a:pt x="387" y="42"/>
                    <a:pt x="385" y="39"/>
                    <a:pt x="384" y="37"/>
                  </a:cubicBezTo>
                  <a:cubicBezTo>
                    <a:pt x="383" y="36"/>
                    <a:pt x="381" y="34"/>
                    <a:pt x="381" y="33"/>
                  </a:cubicBezTo>
                  <a:cubicBezTo>
                    <a:pt x="381" y="31"/>
                    <a:pt x="381" y="28"/>
                    <a:pt x="381" y="26"/>
                  </a:cubicBezTo>
                  <a:cubicBezTo>
                    <a:pt x="381" y="25"/>
                    <a:pt x="382" y="23"/>
                    <a:pt x="382" y="22"/>
                  </a:cubicBezTo>
                  <a:cubicBezTo>
                    <a:pt x="383" y="21"/>
                    <a:pt x="385" y="19"/>
                    <a:pt x="386" y="18"/>
                  </a:cubicBezTo>
                  <a:cubicBezTo>
                    <a:pt x="387" y="17"/>
                    <a:pt x="390" y="15"/>
                    <a:pt x="391" y="14"/>
                  </a:cubicBezTo>
                  <a:cubicBezTo>
                    <a:pt x="392" y="13"/>
                    <a:pt x="396" y="12"/>
                    <a:pt x="397" y="12"/>
                  </a:cubicBezTo>
                  <a:cubicBezTo>
                    <a:pt x="398" y="12"/>
                    <a:pt x="401" y="12"/>
                    <a:pt x="402" y="12"/>
                  </a:cubicBezTo>
                  <a:cubicBezTo>
                    <a:pt x="403" y="13"/>
                    <a:pt x="405" y="14"/>
                    <a:pt x="406" y="15"/>
                  </a:cubicBezTo>
                  <a:cubicBezTo>
                    <a:pt x="407" y="15"/>
                    <a:pt x="409" y="15"/>
                    <a:pt x="409" y="15"/>
                  </a:cubicBezTo>
                  <a:cubicBezTo>
                    <a:pt x="410" y="15"/>
                    <a:pt x="411" y="13"/>
                    <a:pt x="411" y="12"/>
                  </a:cubicBezTo>
                  <a:cubicBezTo>
                    <a:pt x="412" y="11"/>
                    <a:pt x="413" y="9"/>
                    <a:pt x="413" y="8"/>
                  </a:cubicBezTo>
                  <a:cubicBezTo>
                    <a:pt x="413" y="7"/>
                    <a:pt x="412" y="5"/>
                    <a:pt x="412" y="4"/>
                  </a:cubicBezTo>
                  <a:cubicBezTo>
                    <a:pt x="412" y="3"/>
                    <a:pt x="412" y="1"/>
                    <a:pt x="413" y="0"/>
                  </a:cubicBezTo>
                  <a:cubicBezTo>
                    <a:pt x="414" y="0"/>
                    <a:pt x="416" y="0"/>
                    <a:pt x="417" y="0"/>
                  </a:cubicBezTo>
                  <a:cubicBezTo>
                    <a:pt x="418" y="0"/>
                    <a:pt x="419" y="2"/>
                    <a:pt x="420" y="2"/>
                  </a:cubicBezTo>
                  <a:cubicBezTo>
                    <a:pt x="421" y="3"/>
                    <a:pt x="424" y="2"/>
                    <a:pt x="425" y="3"/>
                  </a:cubicBezTo>
                  <a:cubicBezTo>
                    <a:pt x="426" y="3"/>
                    <a:pt x="427" y="3"/>
                    <a:pt x="428" y="4"/>
                  </a:cubicBezTo>
                  <a:cubicBezTo>
                    <a:pt x="428" y="4"/>
                    <a:pt x="429" y="5"/>
                    <a:pt x="430" y="6"/>
                  </a:cubicBezTo>
                  <a:cubicBezTo>
                    <a:pt x="430" y="7"/>
                    <a:pt x="430" y="10"/>
                    <a:pt x="430" y="11"/>
                  </a:cubicBezTo>
                  <a:cubicBezTo>
                    <a:pt x="429" y="13"/>
                    <a:pt x="429" y="16"/>
                    <a:pt x="429" y="18"/>
                  </a:cubicBezTo>
                  <a:cubicBezTo>
                    <a:pt x="429" y="19"/>
                    <a:pt x="429" y="22"/>
                    <a:pt x="428" y="23"/>
                  </a:cubicBezTo>
                  <a:cubicBezTo>
                    <a:pt x="428" y="24"/>
                    <a:pt x="427" y="27"/>
                    <a:pt x="428" y="29"/>
                  </a:cubicBezTo>
                  <a:cubicBezTo>
                    <a:pt x="428" y="30"/>
                    <a:pt x="430" y="33"/>
                    <a:pt x="431" y="34"/>
                  </a:cubicBezTo>
                  <a:cubicBezTo>
                    <a:pt x="432" y="36"/>
                    <a:pt x="435" y="39"/>
                    <a:pt x="436" y="40"/>
                  </a:cubicBezTo>
                  <a:cubicBezTo>
                    <a:pt x="438" y="41"/>
                    <a:pt x="440" y="42"/>
                    <a:pt x="441" y="43"/>
                  </a:cubicBezTo>
                  <a:cubicBezTo>
                    <a:pt x="443" y="45"/>
                    <a:pt x="445" y="47"/>
                    <a:pt x="446" y="49"/>
                  </a:cubicBezTo>
                  <a:cubicBezTo>
                    <a:pt x="446" y="50"/>
                    <a:pt x="445" y="54"/>
                    <a:pt x="445" y="55"/>
                  </a:cubicBezTo>
                  <a:cubicBezTo>
                    <a:pt x="445" y="57"/>
                    <a:pt x="445" y="60"/>
                    <a:pt x="444" y="61"/>
                  </a:cubicBezTo>
                  <a:cubicBezTo>
                    <a:pt x="444" y="62"/>
                    <a:pt x="445" y="63"/>
                    <a:pt x="445" y="6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96"/>
            <p:cNvSpPr>
              <a:spLocks/>
            </p:cNvSpPr>
            <p:nvPr/>
          </p:nvSpPr>
          <p:spPr bwMode="auto">
            <a:xfrm>
              <a:off x="3668713" y="3005138"/>
              <a:ext cx="14288" cy="15875"/>
            </a:xfrm>
            <a:custGeom>
              <a:avLst/>
              <a:gdLst/>
              <a:ahLst/>
              <a:cxnLst>
                <a:cxn ang="0">
                  <a:pos x="6" y="7"/>
                </a:cxn>
                <a:cxn ang="0">
                  <a:pos x="4" y="9"/>
                </a:cxn>
                <a:cxn ang="0">
                  <a:pos x="2" y="10"/>
                </a:cxn>
                <a:cxn ang="0">
                  <a:pos x="1" y="9"/>
                </a:cxn>
                <a:cxn ang="0">
                  <a:pos x="2" y="6"/>
                </a:cxn>
                <a:cxn ang="0">
                  <a:pos x="2" y="4"/>
                </a:cxn>
                <a:cxn ang="0">
                  <a:pos x="3" y="2"/>
                </a:cxn>
                <a:cxn ang="0">
                  <a:pos x="5" y="1"/>
                </a:cxn>
                <a:cxn ang="0">
                  <a:pos x="8" y="1"/>
                </a:cxn>
                <a:cxn ang="0">
                  <a:pos x="9" y="2"/>
                </a:cxn>
                <a:cxn ang="0">
                  <a:pos x="8" y="4"/>
                </a:cxn>
                <a:cxn ang="0">
                  <a:pos x="7" y="5"/>
                </a:cxn>
                <a:cxn ang="0">
                  <a:pos x="6" y="7"/>
                </a:cxn>
              </a:cxnLst>
              <a:rect l="0" t="0" r="r" b="b"/>
              <a:pathLst>
                <a:path w="9" h="10">
                  <a:moveTo>
                    <a:pt x="6" y="7"/>
                  </a:moveTo>
                  <a:cubicBezTo>
                    <a:pt x="6" y="8"/>
                    <a:pt x="4" y="8"/>
                    <a:pt x="4" y="9"/>
                  </a:cubicBezTo>
                  <a:cubicBezTo>
                    <a:pt x="3" y="9"/>
                    <a:pt x="3" y="10"/>
                    <a:pt x="2" y="10"/>
                  </a:cubicBezTo>
                  <a:cubicBezTo>
                    <a:pt x="2" y="10"/>
                    <a:pt x="1" y="9"/>
                    <a:pt x="1" y="9"/>
                  </a:cubicBezTo>
                  <a:cubicBezTo>
                    <a:pt x="0" y="8"/>
                    <a:pt x="1" y="7"/>
                    <a:pt x="2" y="6"/>
                  </a:cubicBezTo>
                  <a:cubicBezTo>
                    <a:pt x="2" y="6"/>
                    <a:pt x="2" y="4"/>
                    <a:pt x="2" y="4"/>
                  </a:cubicBezTo>
                  <a:cubicBezTo>
                    <a:pt x="2" y="3"/>
                    <a:pt x="2" y="2"/>
                    <a:pt x="3" y="2"/>
                  </a:cubicBezTo>
                  <a:cubicBezTo>
                    <a:pt x="3" y="1"/>
                    <a:pt x="4" y="1"/>
                    <a:pt x="5" y="1"/>
                  </a:cubicBezTo>
                  <a:cubicBezTo>
                    <a:pt x="6" y="0"/>
                    <a:pt x="7" y="0"/>
                    <a:pt x="8" y="1"/>
                  </a:cubicBezTo>
                  <a:cubicBezTo>
                    <a:pt x="8" y="1"/>
                    <a:pt x="9" y="2"/>
                    <a:pt x="9" y="2"/>
                  </a:cubicBezTo>
                  <a:cubicBezTo>
                    <a:pt x="9" y="3"/>
                    <a:pt x="9" y="4"/>
                    <a:pt x="8" y="4"/>
                  </a:cubicBezTo>
                  <a:cubicBezTo>
                    <a:pt x="8" y="4"/>
                    <a:pt x="7" y="5"/>
                    <a:pt x="7" y="5"/>
                  </a:cubicBezTo>
                  <a:cubicBezTo>
                    <a:pt x="7" y="5"/>
                    <a:pt x="6" y="7"/>
                    <a:pt x="6"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97"/>
            <p:cNvSpPr>
              <a:spLocks/>
            </p:cNvSpPr>
            <p:nvPr/>
          </p:nvSpPr>
          <p:spPr bwMode="auto">
            <a:xfrm>
              <a:off x="3657600" y="2997200"/>
              <a:ext cx="11113" cy="12700"/>
            </a:xfrm>
            <a:custGeom>
              <a:avLst/>
              <a:gdLst/>
              <a:ahLst/>
              <a:cxnLst>
                <a:cxn ang="0">
                  <a:pos x="4" y="7"/>
                </a:cxn>
                <a:cxn ang="0">
                  <a:pos x="2" y="6"/>
                </a:cxn>
                <a:cxn ang="0">
                  <a:pos x="0" y="6"/>
                </a:cxn>
                <a:cxn ang="0">
                  <a:pos x="0" y="3"/>
                </a:cxn>
                <a:cxn ang="0">
                  <a:pos x="2" y="2"/>
                </a:cxn>
                <a:cxn ang="0">
                  <a:pos x="3" y="0"/>
                </a:cxn>
                <a:cxn ang="0">
                  <a:pos x="5" y="0"/>
                </a:cxn>
                <a:cxn ang="0">
                  <a:pos x="6" y="2"/>
                </a:cxn>
                <a:cxn ang="0">
                  <a:pos x="5" y="3"/>
                </a:cxn>
                <a:cxn ang="0">
                  <a:pos x="5" y="5"/>
                </a:cxn>
                <a:cxn ang="0">
                  <a:pos x="4" y="7"/>
                </a:cxn>
              </a:cxnLst>
              <a:rect l="0" t="0" r="r" b="b"/>
              <a:pathLst>
                <a:path w="6" h="7">
                  <a:moveTo>
                    <a:pt x="4" y="7"/>
                  </a:moveTo>
                  <a:cubicBezTo>
                    <a:pt x="3" y="7"/>
                    <a:pt x="2" y="6"/>
                    <a:pt x="2" y="6"/>
                  </a:cubicBezTo>
                  <a:cubicBezTo>
                    <a:pt x="2" y="6"/>
                    <a:pt x="1" y="6"/>
                    <a:pt x="0" y="6"/>
                  </a:cubicBezTo>
                  <a:cubicBezTo>
                    <a:pt x="0" y="5"/>
                    <a:pt x="0" y="4"/>
                    <a:pt x="0" y="3"/>
                  </a:cubicBezTo>
                  <a:cubicBezTo>
                    <a:pt x="1" y="3"/>
                    <a:pt x="2" y="3"/>
                    <a:pt x="2" y="2"/>
                  </a:cubicBezTo>
                  <a:cubicBezTo>
                    <a:pt x="2" y="2"/>
                    <a:pt x="2" y="0"/>
                    <a:pt x="3" y="0"/>
                  </a:cubicBezTo>
                  <a:cubicBezTo>
                    <a:pt x="3" y="0"/>
                    <a:pt x="5" y="0"/>
                    <a:pt x="5" y="0"/>
                  </a:cubicBezTo>
                  <a:cubicBezTo>
                    <a:pt x="5" y="0"/>
                    <a:pt x="6" y="1"/>
                    <a:pt x="6" y="2"/>
                  </a:cubicBezTo>
                  <a:cubicBezTo>
                    <a:pt x="6" y="2"/>
                    <a:pt x="5" y="3"/>
                    <a:pt x="5" y="3"/>
                  </a:cubicBezTo>
                  <a:cubicBezTo>
                    <a:pt x="5" y="4"/>
                    <a:pt x="5" y="5"/>
                    <a:pt x="5" y="5"/>
                  </a:cubicBezTo>
                  <a:cubicBezTo>
                    <a:pt x="5" y="6"/>
                    <a:pt x="4" y="7"/>
                    <a:pt x="4"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98"/>
            <p:cNvSpPr>
              <a:spLocks/>
            </p:cNvSpPr>
            <p:nvPr/>
          </p:nvSpPr>
          <p:spPr bwMode="auto">
            <a:xfrm>
              <a:off x="3649663" y="2963863"/>
              <a:ext cx="15875" cy="14288"/>
            </a:xfrm>
            <a:custGeom>
              <a:avLst/>
              <a:gdLst/>
              <a:ahLst/>
              <a:cxnLst>
                <a:cxn ang="0">
                  <a:pos x="7" y="9"/>
                </a:cxn>
                <a:cxn ang="0">
                  <a:pos x="4" y="8"/>
                </a:cxn>
                <a:cxn ang="0">
                  <a:pos x="2" y="8"/>
                </a:cxn>
                <a:cxn ang="0">
                  <a:pos x="0" y="7"/>
                </a:cxn>
                <a:cxn ang="0">
                  <a:pos x="0" y="5"/>
                </a:cxn>
                <a:cxn ang="0">
                  <a:pos x="1" y="2"/>
                </a:cxn>
                <a:cxn ang="0">
                  <a:pos x="1" y="0"/>
                </a:cxn>
                <a:cxn ang="0">
                  <a:pos x="3" y="0"/>
                </a:cxn>
                <a:cxn ang="0">
                  <a:pos x="4" y="2"/>
                </a:cxn>
                <a:cxn ang="0">
                  <a:pos x="6" y="5"/>
                </a:cxn>
                <a:cxn ang="0">
                  <a:pos x="8" y="5"/>
                </a:cxn>
                <a:cxn ang="0">
                  <a:pos x="9" y="7"/>
                </a:cxn>
                <a:cxn ang="0">
                  <a:pos x="9" y="9"/>
                </a:cxn>
                <a:cxn ang="0">
                  <a:pos x="7" y="9"/>
                </a:cxn>
              </a:cxnLst>
              <a:rect l="0" t="0" r="r" b="b"/>
              <a:pathLst>
                <a:path w="9" h="9">
                  <a:moveTo>
                    <a:pt x="7" y="9"/>
                  </a:moveTo>
                  <a:cubicBezTo>
                    <a:pt x="6" y="9"/>
                    <a:pt x="5" y="8"/>
                    <a:pt x="4" y="8"/>
                  </a:cubicBezTo>
                  <a:cubicBezTo>
                    <a:pt x="4" y="7"/>
                    <a:pt x="3" y="8"/>
                    <a:pt x="2" y="8"/>
                  </a:cubicBezTo>
                  <a:cubicBezTo>
                    <a:pt x="1" y="8"/>
                    <a:pt x="0" y="8"/>
                    <a:pt x="0" y="7"/>
                  </a:cubicBezTo>
                  <a:cubicBezTo>
                    <a:pt x="0" y="7"/>
                    <a:pt x="0" y="5"/>
                    <a:pt x="0" y="5"/>
                  </a:cubicBezTo>
                  <a:cubicBezTo>
                    <a:pt x="0" y="4"/>
                    <a:pt x="1" y="3"/>
                    <a:pt x="1" y="2"/>
                  </a:cubicBezTo>
                  <a:cubicBezTo>
                    <a:pt x="1" y="2"/>
                    <a:pt x="1" y="1"/>
                    <a:pt x="1" y="0"/>
                  </a:cubicBezTo>
                  <a:cubicBezTo>
                    <a:pt x="2" y="0"/>
                    <a:pt x="3" y="0"/>
                    <a:pt x="3" y="0"/>
                  </a:cubicBezTo>
                  <a:cubicBezTo>
                    <a:pt x="4" y="1"/>
                    <a:pt x="4" y="1"/>
                    <a:pt x="4" y="2"/>
                  </a:cubicBezTo>
                  <a:cubicBezTo>
                    <a:pt x="5" y="2"/>
                    <a:pt x="5" y="4"/>
                    <a:pt x="6" y="5"/>
                  </a:cubicBezTo>
                  <a:cubicBezTo>
                    <a:pt x="6" y="5"/>
                    <a:pt x="7" y="5"/>
                    <a:pt x="8" y="5"/>
                  </a:cubicBezTo>
                  <a:cubicBezTo>
                    <a:pt x="8" y="6"/>
                    <a:pt x="8" y="7"/>
                    <a:pt x="9" y="7"/>
                  </a:cubicBezTo>
                  <a:cubicBezTo>
                    <a:pt x="9" y="7"/>
                    <a:pt x="9" y="8"/>
                    <a:pt x="9" y="9"/>
                  </a:cubicBezTo>
                  <a:cubicBezTo>
                    <a:pt x="8" y="9"/>
                    <a:pt x="7" y="9"/>
                    <a:pt x="7"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99"/>
            <p:cNvSpPr>
              <a:spLocks/>
            </p:cNvSpPr>
            <p:nvPr/>
          </p:nvSpPr>
          <p:spPr bwMode="auto">
            <a:xfrm>
              <a:off x="3800475" y="3448050"/>
              <a:ext cx="663575" cy="773113"/>
            </a:xfrm>
            <a:custGeom>
              <a:avLst/>
              <a:gdLst/>
              <a:ahLst/>
              <a:cxnLst>
                <a:cxn ang="0">
                  <a:pos x="370" y="270"/>
                </a:cxn>
                <a:cxn ang="0">
                  <a:pos x="338" y="296"/>
                </a:cxn>
                <a:cxn ang="0">
                  <a:pos x="306" y="322"/>
                </a:cxn>
                <a:cxn ang="0">
                  <a:pos x="343" y="372"/>
                </a:cxn>
                <a:cxn ang="0">
                  <a:pos x="316" y="420"/>
                </a:cxn>
                <a:cxn ang="0">
                  <a:pos x="251" y="439"/>
                </a:cxn>
                <a:cxn ang="0">
                  <a:pos x="215" y="460"/>
                </a:cxn>
                <a:cxn ang="0">
                  <a:pos x="171" y="438"/>
                </a:cxn>
                <a:cxn ang="0">
                  <a:pos x="150" y="387"/>
                </a:cxn>
                <a:cxn ang="0">
                  <a:pos x="154" y="354"/>
                </a:cxn>
                <a:cxn ang="0">
                  <a:pos x="172" y="220"/>
                </a:cxn>
                <a:cxn ang="0">
                  <a:pos x="151" y="173"/>
                </a:cxn>
                <a:cxn ang="0">
                  <a:pos x="129" y="147"/>
                </a:cxn>
                <a:cxn ang="0">
                  <a:pos x="138" y="152"/>
                </a:cxn>
                <a:cxn ang="0">
                  <a:pos x="158" y="171"/>
                </a:cxn>
                <a:cxn ang="0">
                  <a:pos x="169" y="192"/>
                </a:cxn>
                <a:cxn ang="0">
                  <a:pos x="166" y="177"/>
                </a:cxn>
                <a:cxn ang="0">
                  <a:pos x="171" y="172"/>
                </a:cxn>
                <a:cxn ang="0">
                  <a:pos x="178" y="171"/>
                </a:cxn>
                <a:cxn ang="0">
                  <a:pos x="184" y="172"/>
                </a:cxn>
                <a:cxn ang="0">
                  <a:pos x="215" y="186"/>
                </a:cxn>
                <a:cxn ang="0">
                  <a:pos x="200" y="170"/>
                </a:cxn>
                <a:cxn ang="0">
                  <a:pos x="194" y="156"/>
                </a:cxn>
                <a:cxn ang="0">
                  <a:pos x="198" y="136"/>
                </a:cxn>
                <a:cxn ang="0">
                  <a:pos x="187" y="126"/>
                </a:cxn>
                <a:cxn ang="0">
                  <a:pos x="188" y="111"/>
                </a:cxn>
                <a:cxn ang="0">
                  <a:pos x="173" y="131"/>
                </a:cxn>
                <a:cxn ang="0">
                  <a:pos x="173" y="135"/>
                </a:cxn>
                <a:cxn ang="0">
                  <a:pos x="178" y="135"/>
                </a:cxn>
                <a:cxn ang="0">
                  <a:pos x="178" y="151"/>
                </a:cxn>
                <a:cxn ang="0">
                  <a:pos x="166" y="154"/>
                </a:cxn>
                <a:cxn ang="0">
                  <a:pos x="127" y="136"/>
                </a:cxn>
                <a:cxn ang="0">
                  <a:pos x="90" y="164"/>
                </a:cxn>
                <a:cxn ang="0">
                  <a:pos x="43" y="173"/>
                </a:cxn>
                <a:cxn ang="0">
                  <a:pos x="24" y="171"/>
                </a:cxn>
                <a:cxn ang="0">
                  <a:pos x="26" y="100"/>
                </a:cxn>
                <a:cxn ang="0">
                  <a:pos x="5" y="69"/>
                </a:cxn>
                <a:cxn ang="0">
                  <a:pos x="42" y="61"/>
                </a:cxn>
                <a:cxn ang="0">
                  <a:pos x="47" y="78"/>
                </a:cxn>
                <a:cxn ang="0">
                  <a:pos x="61" y="88"/>
                </a:cxn>
                <a:cxn ang="0">
                  <a:pos x="69" y="80"/>
                </a:cxn>
                <a:cxn ang="0">
                  <a:pos x="72" y="90"/>
                </a:cxn>
                <a:cxn ang="0">
                  <a:pos x="79" y="92"/>
                </a:cxn>
                <a:cxn ang="0">
                  <a:pos x="67" y="73"/>
                </a:cxn>
                <a:cxn ang="0">
                  <a:pos x="84" y="73"/>
                </a:cxn>
                <a:cxn ang="0">
                  <a:pos x="95" y="68"/>
                </a:cxn>
                <a:cxn ang="0">
                  <a:pos x="99" y="60"/>
                </a:cxn>
                <a:cxn ang="0">
                  <a:pos x="108" y="57"/>
                </a:cxn>
                <a:cxn ang="0">
                  <a:pos x="101" y="53"/>
                </a:cxn>
                <a:cxn ang="0">
                  <a:pos x="79" y="54"/>
                </a:cxn>
                <a:cxn ang="0">
                  <a:pos x="95" y="37"/>
                </a:cxn>
                <a:cxn ang="0">
                  <a:pos x="125" y="27"/>
                </a:cxn>
                <a:cxn ang="0">
                  <a:pos x="150" y="36"/>
                </a:cxn>
                <a:cxn ang="0">
                  <a:pos x="198" y="9"/>
                </a:cxn>
                <a:cxn ang="0">
                  <a:pos x="233" y="12"/>
                </a:cxn>
                <a:cxn ang="0">
                  <a:pos x="267" y="39"/>
                </a:cxn>
                <a:cxn ang="0">
                  <a:pos x="234" y="78"/>
                </a:cxn>
                <a:cxn ang="0">
                  <a:pos x="232" y="126"/>
                </a:cxn>
                <a:cxn ang="0">
                  <a:pos x="274" y="135"/>
                </a:cxn>
                <a:cxn ang="0">
                  <a:pos x="319" y="133"/>
                </a:cxn>
                <a:cxn ang="0">
                  <a:pos x="340" y="186"/>
                </a:cxn>
                <a:cxn ang="0">
                  <a:pos x="374" y="215"/>
                </a:cxn>
              </a:cxnLst>
              <a:rect l="0" t="0" r="r" b="b"/>
              <a:pathLst>
                <a:path w="399" h="466">
                  <a:moveTo>
                    <a:pt x="394" y="235"/>
                  </a:moveTo>
                  <a:cubicBezTo>
                    <a:pt x="395" y="236"/>
                    <a:pt x="396" y="238"/>
                    <a:pt x="396" y="240"/>
                  </a:cubicBezTo>
                  <a:cubicBezTo>
                    <a:pt x="397" y="241"/>
                    <a:pt x="396" y="244"/>
                    <a:pt x="396" y="246"/>
                  </a:cubicBezTo>
                  <a:cubicBezTo>
                    <a:pt x="396" y="248"/>
                    <a:pt x="397" y="251"/>
                    <a:pt x="397" y="253"/>
                  </a:cubicBezTo>
                  <a:cubicBezTo>
                    <a:pt x="398" y="254"/>
                    <a:pt x="399" y="257"/>
                    <a:pt x="399" y="258"/>
                  </a:cubicBezTo>
                  <a:cubicBezTo>
                    <a:pt x="399" y="259"/>
                    <a:pt x="398" y="262"/>
                    <a:pt x="397" y="262"/>
                  </a:cubicBezTo>
                  <a:cubicBezTo>
                    <a:pt x="396" y="263"/>
                    <a:pt x="394" y="263"/>
                    <a:pt x="393" y="264"/>
                  </a:cubicBezTo>
                  <a:cubicBezTo>
                    <a:pt x="392" y="264"/>
                    <a:pt x="389" y="263"/>
                    <a:pt x="388" y="264"/>
                  </a:cubicBezTo>
                  <a:cubicBezTo>
                    <a:pt x="386" y="264"/>
                    <a:pt x="383" y="265"/>
                    <a:pt x="381" y="266"/>
                  </a:cubicBezTo>
                  <a:cubicBezTo>
                    <a:pt x="380" y="266"/>
                    <a:pt x="379" y="267"/>
                    <a:pt x="378" y="268"/>
                  </a:cubicBezTo>
                  <a:cubicBezTo>
                    <a:pt x="377" y="268"/>
                    <a:pt x="375" y="270"/>
                    <a:pt x="375" y="270"/>
                  </a:cubicBezTo>
                  <a:cubicBezTo>
                    <a:pt x="374" y="270"/>
                    <a:pt x="371" y="269"/>
                    <a:pt x="370" y="270"/>
                  </a:cubicBezTo>
                  <a:cubicBezTo>
                    <a:pt x="369" y="270"/>
                    <a:pt x="367" y="270"/>
                    <a:pt x="367" y="271"/>
                  </a:cubicBezTo>
                  <a:cubicBezTo>
                    <a:pt x="366" y="272"/>
                    <a:pt x="364" y="274"/>
                    <a:pt x="364" y="275"/>
                  </a:cubicBezTo>
                  <a:cubicBezTo>
                    <a:pt x="364" y="277"/>
                    <a:pt x="365" y="280"/>
                    <a:pt x="364" y="281"/>
                  </a:cubicBezTo>
                  <a:cubicBezTo>
                    <a:pt x="363" y="282"/>
                    <a:pt x="361" y="282"/>
                    <a:pt x="360" y="282"/>
                  </a:cubicBezTo>
                  <a:cubicBezTo>
                    <a:pt x="359" y="282"/>
                    <a:pt x="357" y="281"/>
                    <a:pt x="356" y="281"/>
                  </a:cubicBezTo>
                  <a:cubicBezTo>
                    <a:pt x="355" y="280"/>
                    <a:pt x="353" y="279"/>
                    <a:pt x="352" y="279"/>
                  </a:cubicBezTo>
                  <a:cubicBezTo>
                    <a:pt x="350" y="279"/>
                    <a:pt x="348" y="278"/>
                    <a:pt x="347" y="279"/>
                  </a:cubicBezTo>
                  <a:cubicBezTo>
                    <a:pt x="346" y="279"/>
                    <a:pt x="344" y="280"/>
                    <a:pt x="344" y="281"/>
                  </a:cubicBezTo>
                  <a:cubicBezTo>
                    <a:pt x="344" y="282"/>
                    <a:pt x="344" y="284"/>
                    <a:pt x="344" y="285"/>
                  </a:cubicBezTo>
                  <a:cubicBezTo>
                    <a:pt x="344" y="287"/>
                    <a:pt x="345" y="290"/>
                    <a:pt x="344" y="291"/>
                  </a:cubicBezTo>
                  <a:cubicBezTo>
                    <a:pt x="344" y="292"/>
                    <a:pt x="342" y="294"/>
                    <a:pt x="342" y="295"/>
                  </a:cubicBezTo>
                  <a:cubicBezTo>
                    <a:pt x="341" y="295"/>
                    <a:pt x="339" y="296"/>
                    <a:pt x="338" y="296"/>
                  </a:cubicBezTo>
                  <a:cubicBezTo>
                    <a:pt x="337" y="295"/>
                    <a:pt x="336" y="294"/>
                    <a:pt x="335" y="293"/>
                  </a:cubicBezTo>
                  <a:cubicBezTo>
                    <a:pt x="334" y="293"/>
                    <a:pt x="333" y="292"/>
                    <a:pt x="332" y="292"/>
                  </a:cubicBezTo>
                  <a:cubicBezTo>
                    <a:pt x="331" y="292"/>
                    <a:pt x="329" y="293"/>
                    <a:pt x="328" y="294"/>
                  </a:cubicBezTo>
                  <a:cubicBezTo>
                    <a:pt x="327" y="294"/>
                    <a:pt x="326" y="296"/>
                    <a:pt x="326" y="296"/>
                  </a:cubicBezTo>
                  <a:cubicBezTo>
                    <a:pt x="325" y="297"/>
                    <a:pt x="324" y="299"/>
                    <a:pt x="324" y="300"/>
                  </a:cubicBezTo>
                  <a:cubicBezTo>
                    <a:pt x="323" y="301"/>
                    <a:pt x="323" y="304"/>
                    <a:pt x="322" y="305"/>
                  </a:cubicBezTo>
                  <a:cubicBezTo>
                    <a:pt x="322" y="306"/>
                    <a:pt x="320" y="309"/>
                    <a:pt x="319" y="310"/>
                  </a:cubicBezTo>
                  <a:cubicBezTo>
                    <a:pt x="318" y="311"/>
                    <a:pt x="317" y="311"/>
                    <a:pt x="316" y="312"/>
                  </a:cubicBezTo>
                  <a:cubicBezTo>
                    <a:pt x="315" y="312"/>
                    <a:pt x="313" y="311"/>
                    <a:pt x="313" y="312"/>
                  </a:cubicBezTo>
                  <a:cubicBezTo>
                    <a:pt x="312" y="312"/>
                    <a:pt x="312" y="313"/>
                    <a:pt x="311" y="314"/>
                  </a:cubicBezTo>
                  <a:cubicBezTo>
                    <a:pt x="311" y="315"/>
                    <a:pt x="309" y="317"/>
                    <a:pt x="309" y="318"/>
                  </a:cubicBezTo>
                  <a:cubicBezTo>
                    <a:pt x="308" y="319"/>
                    <a:pt x="307" y="321"/>
                    <a:pt x="306" y="322"/>
                  </a:cubicBezTo>
                  <a:cubicBezTo>
                    <a:pt x="306" y="323"/>
                    <a:pt x="306" y="325"/>
                    <a:pt x="305" y="326"/>
                  </a:cubicBezTo>
                  <a:cubicBezTo>
                    <a:pt x="305" y="327"/>
                    <a:pt x="306" y="329"/>
                    <a:pt x="306" y="330"/>
                  </a:cubicBezTo>
                  <a:cubicBezTo>
                    <a:pt x="306" y="332"/>
                    <a:pt x="307" y="335"/>
                    <a:pt x="307" y="337"/>
                  </a:cubicBezTo>
                  <a:cubicBezTo>
                    <a:pt x="308" y="340"/>
                    <a:pt x="311" y="344"/>
                    <a:pt x="313" y="346"/>
                  </a:cubicBezTo>
                  <a:cubicBezTo>
                    <a:pt x="314" y="347"/>
                    <a:pt x="315" y="349"/>
                    <a:pt x="316" y="350"/>
                  </a:cubicBezTo>
                  <a:cubicBezTo>
                    <a:pt x="317" y="351"/>
                    <a:pt x="320" y="353"/>
                    <a:pt x="322" y="354"/>
                  </a:cubicBezTo>
                  <a:cubicBezTo>
                    <a:pt x="323" y="354"/>
                    <a:pt x="326" y="355"/>
                    <a:pt x="328" y="355"/>
                  </a:cubicBezTo>
                  <a:cubicBezTo>
                    <a:pt x="329" y="355"/>
                    <a:pt x="332" y="356"/>
                    <a:pt x="334" y="357"/>
                  </a:cubicBezTo>
                  <a:cubicBezTo>
                    <a:pt x="334" y="357"/>
                    <a:pt x="336" y="358"/>
                    <a:pt x="337" y="358"/>
                  </a:cubicBezTo>
                  <a:cubicBezTo>
                    <a:pt x="338" y="359"/>
                    <a:pt x="339" y="361"/>
                    <a:pt x="339" y="362"/>
                  </a:cubicBezTo>
                  <a:cubicBezTo>
                    <a:pt x="340" y="363"/>
                    <a:pt x="341" y="365"/>
                    <a:pt x="342" y="367"/>
                  </a:cubicBezTo>
                  <a:cubicBezTo>
                    <a:pt x="342" y="368"/>
                    <a:pt x="342" y="370"/>
                    <a:pt x="343" y="372"/>
                  </a:cubicBezTo>
                  <a:cubicBezTo>
                    <a:pt x="343" y="373"/>
                    <a:pt x="343" y="374"/>
                    <a:pt x="343" y="375"/>
                  </a:cubicBezTo>
                  <a:cubicBezTo>
                    <a:pt x="343" y="377"/>
                    <a:pt x="343" y="380"/>
                    <a:pt x="343" y="382"/>
                  </a:cubicBezTo>
                  <a:cubicBezTo>
                    <a:pt x="343" y="383"/>
                    <a:pt x="343" y="386"/>
                    <a:pt x="342" y="388"/>
                  </a:cubicBezTo>
                  <a:cubicBezTo>
                    <a:pt x="342" y="389"/>
                    <a:pt x="340" y="392"/>
                    <a:pt x="340" y="393"/>
                  </a:cubicBezTo>
                  <a:cubicBezTo>
                    <a:pt x="340" y="394"/>
                    <a:pt x="340" y="397"/>
                    <a:pt x="340" y="398"/>
                  </a:cubicBezTo>
                  <a:cubicBezTo>
                    <a:pt x="340" y="400"/>
                    <a:pt x="340" y="403"/>
                    <a:pt x="340" y="405"/>
                  </a:cubicBezTo>
                  <a:cubicBezTo>
                    <a:pt x="339" y="406"/>
                    <a:pt x="340" y="409"/>
                    <a:pt x="339" y="410"/>
                  </a:cubicBezTo>
                  <a:cubicBezTo>
                    <a:pt x="338" y="412"/>
                    <a:pt x="336" y="414"/>
                    <a:pt x="335" y="415"/>
                  </a:cubicBezTo>
                  <a:cubicBezTo>
                    <a:pt x="334" y="415"/>
                    <a:pt x="333" y="417"/>
                    <a:pt x="332" y="418"/>
                  </a:cubicBezTo>
                  <a:cubicBezTo>
                    <a:pt x="331" y="419"/>
                    <a:pt x="328" y="421"/>
                    <a:pt x="327" y="421"/>
                  </a:cubicBezTo>
                  <a:cubicBezTo>
                    <a:pt x="326" y="421"/>
                    <a:pt x="323" y="422"/>
                    <a:pt x="322" y="422"/>
                  </a:cubicBezTo>
                  <a:cubicBezTo>
                    <a:pt x="321" y="422"/>
                    <a:pt x="318" y="420"/>
                    <a:pt x="316" y="420"/>
                  </a:cubicBezTo>
                  <a:cubicBezTo>
                    <a:pt x="315" y="420"/>
                    <a:pt x="312" y="420"/>
                    <a:pt x="311" y="420"/>
                  </a:cubicBezTo>
                  <a:cubicBezTo>
                    <a:pt x="308" y="420"/>
                    <a:pt x="304" y="419"/>
                    <a:pt x="302" y="418"/>
                  </a:cubicBezTo>
                  <a:cubicBezTo>
                    <a:pt x="300" y="418"/>
                    <a:pt x="295" y="418"/>
                    <a:pt x="293" y="418"/>
                  </a:cubicBezTo>
                  <a:cubicBezTo>
                    <a:pt x="292" y="418"/>
                    <a:pt x="290" y="419"/>
                    <a:pt x="289" y="419"/>
                  </a:cubicBezTo>
                  <a:cubicBezTo>
                    <a:pt x="287" y="420"/>
                    <a:pt x="283" y="422"/>
                    <a:pt x="281" y="422"/>
                  </a:cubicBezTo>
                  <a:cubicBezTo>
                    <a:pt x="279" y="423"/>
                    <a:pt x="276" y="423"/>
                    <a:pt x="275" y="424"/>
                  </a:cubicBezTo>
                  <a:cubicBezTo>
                    <a:pt x="273" y="424"/>
                    <a:pt x="271" y="423"/>
                    <a:pt x="269" y="423"/>
                  </a:cubicBezTo>
                  <a:cubicBezTo>
                    <a:pt x="268" y="423"/>
                    <a:pt x="264" y="423"/>
                    <a:pt x="263" y="424"/>
                  </a:cubicBezTo>
                  <a:cubicBezTo>
                    <a:pt x="262" y="424"/>
                    <a:pt x="260" y="425"/>
                    <a:pt x="259" y="426"/>
                  </a:cubicBezTo>
                  <a:cubicBezTo>
                    <a:pt x="258" y="427"/>
                    <a:pt x="257" y="429"/>
                    <a:pt x="256" y="431"/>
                  </a:cubicBezTo>
                  <a:cubicBezTo>
                    <a:pt x="255" y="432"/>
                    <a:pt x="254" y="434"/>
                    <a:pt x="253" y="435"/>
                  </a:cubicBezTo>
                  <a:cubicBezTo>
                    <a:pt x="252" y="436"/>
                    <a:pt x="252" y="438"/>
                    <a:pt x="251" y="439"/>
                  </a:cubicBezTo>
                  <a:cubicBezTo>
                    <a:pt x="250" y="440"/>
                    <a:pt x="249" y="441"/>
                    <a:pt x="248" y="441"/>
                  </a:cubicBezTo>
                  <a:cubicBezTo>
                    <a:pt x="248" y="442"/>
                    <a:pt x="247" y="444"/>
                    <a:pt x="246" y="445"/>
                  </a:cubicBezTo>
                  <a:cubicBezTo>
                    <a:pt x="245" y="445"/>
                    <a:pt x="244" y="447"/>
                    <a:pt x="244" y="448"/>
                  </a:cubicBezTo>
                  <a:cubicBezTo>
                    <a:pt x="243" y="449"/>
                    <a:pt x="243" y="452"/>
                    <a:pt x="243" y="453"/>
                  </a:cubicBezTo>
                  <a:cubicBezTo>
                    <a:pt x="243" y="454"/>
                    <a:pt x="243" y="456"/>
                    <a:pt x="243" y="457"/>
                  </a:cubicBezTo>
                  <a:cubicBezTo>
                    <a:pt x="243" y="458"/>
                    <a:pt x="242" y="461"/>
                    <a:pt x="241" y="462"/>
                  </a:cubicBezTo>
                  <a:cubicBezTo>
                    <a:pt x="241" y="463"/>
                    <a:pt x="240" y="465"/>
                    <a:pt x="240" y="465"/>
                  </a:cubicBezTo>
                  <a:cubicBezTo>
                    <a:pt x="239" y="466"/>
                    <a:pt x="237" y="466"/>
                    <a:pt x="236" y="466"/>
                  </a:cubicBezTo>
                  <a:cubicBezTo>
                    <a:pt x="235" y="466"/>
                    <a:pt x="234" y="466"/>
                    <a:pt x="233" y="466"/>
                  </a:cubicBezTo>
                  <a:cubicBezTo>
                    <a:pt x="231" y="466"/>
                    <a:pt x="226" y="465"/>
                    <a:pt x="224" y="464"/>
                  </a:cubicBezTo>
                  <a:cubicBezTo>
                    <a:pt x="223" y="463"/>
                    <a:pt x="221" y="461"/>
                    <a:pt x="220" y="461"/>
                  </a:cubicBezTo>
                  <a:cubicBezTo>
                    <a:pt x="219" y="461"/>
                    <a:pt x="216" y="460"/>
                    <a:pt x="215" y="460"/>
                  </a:cubicBezTo>
                  <a:cubicBezTo>
                    <a:pt x="215" y="461"/>
                    <a:pt x="214" y="463"/>
                    <a:pt x="213" y="463"/>
                  </a:cubicBezTo>
                  <a:cubicBezTo>
                    <a:pt x="212" y="463"/>
                    <a:pt x="210" y="461"/>
                    <a:pt x="209" y="460"/>
                  </a:cubicBezTo>
                  <a:cubicBezTo>
                    <a:pt x="207" y="459"/>
                    <a:pt x="205" y="456"/>
                    <a:pt x="204" y="454"/>
                  </a:cubicBezTo>
                  <a:cubicBezTo>
                    <a:pt x="203" y="453"/>
                    <a:pt x="202" y="450"/>
                    <a:pt x="201" y="449"/>
                  </a:cubicBezTo>
                  <a:cubicBezTo>
                    <a:pt x="200" y="447"/>
                    <a:pt x="198" y="444"/>
                    <a:pt x="197" y="443"/>
                  </a:cubicBezTo>
                  <a:cubicBezTo>
                    <a:pt x="196" y="442"/>
                    <a:pt x="194" y="441"/>
                    <a:pt x="194" y="441"/>
                  </a:cubicBezTo>
                  <a:cubicBezTo>
                    <a:pt x="192" y="441"/>
                    <a:pt x="188" y="441"/>
                    <a:pt x="186" y="441"/>
                  </a:cubicBezTo>
                  <a:cubicBezTo>
                    <a:pt x="184" y="441"/>
                    <a:pt x="181" y="442"/>
                    <a:pt x="180" y="442"/>
                  </a:cubicBezTo>
                  <a:cubicBezTo>
                    <a:pt x="178" y="442"/>
                    <a:pt x="176" y="441"/>
                    <a:pt x="175" y="440"/>
                  </a:cubicBezTo>
                  <a:cubicBezTo>
                    <a:pt x="174" y="440"/>
                    <a:pt x="172" y="440"/>
                    <a:pt x="172" y="440"/>
                  </a:cubicBezTo>
                  <a:cubicBezTo>
                    <a:pt x="171" y="440"/>
                    <a:pt x="171" y="439"/>
                    <a:pt x="170" y="439"/>
                  </a:cubicBezTo>
                  <a:cubicBezTo>
                    <a:pt x="170" y="439"/>
                    <a:pt x="170" y="438"/>
                    <a:pt x="171" y="438"/>
                  </a:cubicBezTo>
                  <a:cubicBezTo>
                    <a:pt x="171" y="437"/>
                    <a:pt x="172" y="436"/>
                    <a:pt x="172" y="435"/>
                  </a:cubicBezTo>
                  <a:cubicBezTo>
                    <a:pt x="172" y="434"/>
                    <a:pt x="171" y="433"/>
                    <a:pt x="171" y="432"/>
                  </a:cubicBezTo>
                  <a:cubicBezTo>
                    <a:pt x="171" y="432"/>
                    <a:pt x="170" y="431"/>
                    <a:pt x="169" y="430"/>
                  </a:cubicBezTo>
                  <a:cubicBezTo>
                    <a:pt x="169" y="429"/>
                    <a:pt x="169" y="426"/>
                    <a:pt x="169" y="425"/>
                  </a:cubicBezTo>
                  <a:cubicBezTo>
                    <a:pt x="170" y="423"/>
                    <a:pt x="170" y="421"/>
                    <a:pt x="170" y="419"/>
                  </a:cubicBezTo>
                  <a:cubicBezTo>
                    <a:pt x="170" y="417"/>
                    <a:pt x="170" y="414"/>
                    <a:pt x="170" y="412"/>
                  </a:cubicBezTo>
                  <a:cubicBezTo>
                    <a:pt x="170" y="411"/>
                    <a:pt x="169" y="409"/>
                    <a:pt x="169" y="408"/>
                  </a:cubicBezTo>
                  <a:cubicBezTo>
                    <a:pt x="169" y="406"/>
                    <a:pt x="168" y="402"/>
                    <a:pt x="168" y="401"/>
                  </a:cubicBezTo>
                  <a:cubicBezTo>
                    <a:pt x="167" y="399"/>
                    <a:pt x="166" y="396"/>
                    <a:pt x="164" y="395"/>
                  </a:cubicBezTo>
                  <a:cubicBezTo>
                    <a:pt x="163" y="393"/>
                    <a:pt x="160" y="392"/>
                    <a:pt x="158" y="391"/>
                  </a:cubicBezTo>
                  <a:cubicBezTo>
                    <a:pt x="157" y="391"/>
                    <a:pt x="155" y="390"/>
                    <a:pt x="153" y="390"/>
                  </a:cubicBezTo>
                  <a:cubicBezTo>
                    <a:pt x="152" y="389"/>
                    <a:pt x="151" y="388"/>
                    <a:pt x="150" y="387"/>
                  </a:cubicBezTo>
                  <a:cubicBezTo>
                    <a:pt x="149" y="387"/>
                    <a:pt x="148" y="386"/>
                    <a:pt x="147" y="385"/>
                  </a:cubicBezTo>
                  <a:cubicBezTo>
                    <a:pt x="146" y="385"/>
                    <a:pt x="144" y="384"/>
                    <a:pt x="144" y="384"/>
                  </a:cubicBezTo>
                  <a:cubicBezTo>
                    <a:pt x="143" y="384"/>
                    <a:pt x="142" y="385"/>
                    <a:pt x="142" y="385"/>
                  </a:cubicBezTo>
                  <a:cubicBezTo>
                    <a:pt x="141" y="385"/>
                    <a:pt x="140" y="385"/>
                    <a:pt x="139" y="385"/>
                  </a:cubicBezTo>
                  <a:cubicBezTo>
                    <a:pt x="139" y="384"/>
                    <a:pt x="138" y="384"/>
                    <a:pt x="138" y="384"/>
                  </a:cubicBezTo>
                  <a:cubicBezTo>
                    <a:pt x="138" y="383"/>
                    <a:pt x="138" y="382"/>
                    <a:pt x="138" y="381"/>
                  </a:cubicBezTo>
                  <a:cubicBezTo>
                    <a:pt x="138" y="381"/>
                    <a:pt x="138" y="380"/>
                    <a:pt x="138" y="380"/>
                  </a:cubicBezTo>
                  <a:cubicBezTo>
                    <a:pt x="139" y="379"/>
                    <a:pt x="140" y="378"/>
                    <a:pt x="141" y="378"/>
                  </a:cubicBezTo>
                  <a:cubicBezTo>
                    <a:pt x="142" y="378"/>
                    <a:pt x="143" y="377"/>
                    <a:pt x="143" y="377"/>
                  </a:cubicBezTo>
                  <a:cubicBezTo>
                    <a:pt x="144" y="376"/>
                    <a:pt x="145" y="373"/>
                    <a:pt x="146" y="372"/>
                  </a:cubicBezTo>
                  <a:cubicBezTo>
                    <a:pt x="147" y="371"/>
                    <a:pt x="148" y="368"/>
                    <a:pt x="149" y="367"/>
                  </a:cubicBezTo>
                  <a:cubicBezTo>
                    <a:pt x="150" y="364"/>
                    <a:pt x="153" y="357"/>
                    <a:pt x="154" y="354"/>
                  </a:cubicBezTo>
                  <a:cubicBezTo>
                    <a:pt x="156" y="350"/>
                    <a:pt x="159" y="342"/>
                    <a:pt x="160" y="338"/>
                  </a:cubicBezTo>
                  <a:cubicBezTo>
                    <a:pt x="161" y="335"/>
                    <a:pt x="163" y="330"/>
                    <a:pt x="164" y="328"/>
                  </a:cubicBezTo>
                  <a:cubicBezTo>
                    <a:pt x="164" y="325"/>
                    <a:pt x="166" y="321"/>
                    <a:pt x="166" y="318"/>
                  </a:cubicBezTo>
                  <a:cubicBezTo>
                    <a:pt x="167" y="315"/>
                    <a:pt x="169" y="308"/>
                    <a:pt x="170" y="304"/>
                  </a:cubicBezTo>
                  <a:cubicBezTo>
                    <a:pt x="171" y="303"/>
                    <a:pt x="172" y="299"/>
                    <a:pt x="172" y="298"/>
                  </a:cubicBezTo>
                  <a:cubicBezTo>
                    <a:pt x="172" y="296"/>
                    <a:pt x="173" y="293"/>
                    <a:pt x="173" y="291"/>
                  </a:cubicBezTo>
                  <a:cubicBezTo>
                    <a:pt x="173" y="290"/>
                    <a:pt x="174" y="288"/>
                    <a:pt x="174" y="287"/>
                  </a:cubicBezTo>
                  <a:cubicBezTo>
                    <a:pt x="175" y="284"/>
                    <a:pt x="175" y="279"/>
                    <a:pt x="176" y="276"/>
                  </a:cubicBezTo>
                  <a:cubicBezTo>
                    <a:pt x="176" y="273"/>
                    <a:pt x="176" y="267"/>
                    <a:pt x="176" y="264"/>
                  </a:cubicBezTo>
                  <a:cubicBezTo>
                    <a:pt x="176" y="259"/>
                    <a:pt x="175" y="249"/>
                    <a:pt x="175" y="244"/>
                  </a:cubicBezTo>
                  <a:cubicBezTo>
                    <a:pt x="174" y="241"/>
                    <a:pt x="174" y="234"/>
                    <a:pt x="173" y="230"/>
                  </a:cubicBezTo>
                  <a:cubicBezTo>
                    <a:pt x="173" y="228"/>
                    <a:pt x="173" y="222"/>
                    <a:pt x="172" y="220"/>
                  </a:cubicBezTo>
                  <a:cubicBezTo>
                    <a:pt x="172" y="217"/>
                    <a:pt x="170" y="212"/>
                    <a:pt x="169" y="210"/>
                  </a:cubicBezTo>
                  <a:cubicBezTo>
                    <a:pt x="169" y="208"/>
                    <a:pt x="168" y="204"/>
                    <a:pt x="167" y="203"/>
                  </a:cubicBezTo>
                  <a:cubicBezTo>
                    <a:pt x="166" y="201"/>
                    <a:pt x="165" y="199"/>
                    <a:pt x="165" y="198"/>
                  </a:cubicBezTo>
                  <a:cubicBezTo>
                    <a:pt x="165" y="197"/>
                    <a:pt x="164" y="195"/>
                    <a:pt x="164" y="195"/>
                  </a:cubicBezTo>
                  <a:cubicBezTo>
                    <a:pt x="164" y="194"/>
                    <a:pt x="163" y="192"/>
                    <a:pt x="162" y="191"/>
                  </a:cubicBezTo>
                  <a:cubicBezTo>
                    <a:pt x="162" y="191"/>
                    <a:pt x="162" y="189"/>
                    <a:pt x="162" y="188"/>
                  </a:cubicBezTo>
                  <a:cubicBezTo>
                    <a:pt x="162" y="187"/>
                    <a:pt x="161" y="184"/>
                    <a:pt x="160" y="183"/>
                  </a:cubicBezTo>
                  <a:cubicBezTo>
                    <a:pt x="160" y="182"/>
                    <a:pt x="159" y="181"/>
                    <a:pt x="159" y="181"/>
                  </a:cubicBezTo>
                  <a:cubicBezTo>
                    <a:pt x="158" y="180"/>
                    <a:pt x="158" y="179"/>
                    <a:pt x="157" y="179"/>
                  </a:cubicBezTo>
                  <a:cubicBezTo>
                    <a:pt x="157" y="178"/>
                    <a:pt x="156" y="178"/>
                    <a:pt x="156" y="177"/>
                  </a:cubicBezTo>
                  <a:cubicBezTo>
                    <a:pt x="155" y="177"/>
                    <a:pt x="155" y="176"/>
                    <a:pt x="154" y="175"/>
                  </a:cubicBezTo>
                  <a:cubicBezTo>
                    <a:pt x="154" y="174"/>
                    <a:pt x="152" y="174"/>
                    <a:pt x="151" y="173"/>
                  </a:cubicBezTo>
                  <a:cubicBezTo>
                    <a:pt x="151" y="172"/>
                    <a:pt x="150" y="170"/>
                    <a:pt x="149" y="169"/>
                  </a:cubicBezTo>
                  <a:cubicBezTo>
                    <a:pt x="148" y="168"/>
                    <a:pt x="146" y="166"/>
                    <a:pt x="145" y="165"/>
                  </a:cubicBezTo>
                  <a:cubicBezTo>
                    <a:pt x="145" y="164"/>
                    <a:pt x="143" y="163"/>
                    <a:pt x="142" y="162"/>
                  </a:cubicBezTo>
                  <a:cubicBezTo>
                    <a:pt x="141" y="162"/>
                    <a:pt x="141" y="161"/>
                    <a:pt x="140" y="160"/>
                  </a:cubicBezTo>
                  <a:cubicBezTo>
                    <a:pt x="140" y="160"/>
                    <a:pt x="138" y="159"/>
                    <a:pt x="138" y="158"/>
                  </a:cubicBezTo>
                  <a:cubicBezTo>
                    <a:pt x="137" y="158"/>
                    <a:pt x="136" y="157"/>
                    <a:pt x="136" y="157"/>
                  </a:cubicBezTo>
                  <a:cubicBezTo>
                    <a:pt x="136" y="157"/>
                    <a:pt x="135" y="156"/>
                    <a:pt x="135" y="156"/>
                  </a:cubicBezTo>
                  <a:cubicBezTo>
                    <a:pt x="134" y="155"/>
                    <a:pt x="134" y="153"/>
                    <a:pt x="134" y="152"/>
                  </a:cubicBezTo>
                  <a:cubicBezTo>
                    <a:pt x="134" y="152"/>
                    <a:pt x="133" y="151"/>
                    <a:pt x="133" y="151"/>
                  </a:cubicBezTo>
                  <a:cubicBezTo>
                    <a:pt x="133" y="150"/>
                    <a:pt x="132" y="150"/>
                    <a:pt x="132" y="150"/>
                  </a:cubicBezTo>
                  <a:cubicBezTo>
                    <a:pt x="131" y="149"/>
                    <a:pt x="130" y="149"/>
                    <a:pt x="130" y="149"/>
                  </a:cubicBezTo>
                  <a:cubicBezTo>
                    <a:pt x="130" y="148"/>
                    <a:pt x="129" y="147"/>
                    <a:pt x="129" y="147"/>
                  </a:cubicBezTo>
                  <a:cubicBezTo>
                    <a:pt x="129" y="146"/>
                    <a:pt x="130" y="146"/>
                    <a:pt x="130" y="146"/>
                  </a:cubicBezTo>
                  <a:cubicBezTo>
                    <a:pt x="131" y="146"/>
                    <a:pt x="132" y="146"/>
                    <a:pt x="132" y="146"/>
                  </a:cubicBezTo>
                  <a:cubicBezTo>
                    <a:pt x="133" y="146"/>
                    <a:pt x="134" y="145"/>
                    <a:pt x="134" y="145"/>
                  </a:cubicBezTo>
                  <a:cubicBezTo>
                    <a:pt x="134" y="146"/>
                    <a:pt x="135" y="147"/>
                    <a:pt x="135" y="147"/>
                  </a:cubicBezTo>
                  <a:cubicBezTo>
                    <a:pt x="134" y="148"/>
                    <a:pt x="133" y="148"/>
                    <a:pt x="133" y="148"/>
                  </a:cubicBezTo>
                  <a:cubicBezTo>
                    <a:pt x="133" y="148"/>
                    <a:pt x="134" y="149"/>
                    <a:pt x="134" y="150"/>
                  </a:cubicBezTo>
                  <a:cubicBezTo>
                    <a:pt x="135" y="150"/>
                    <a:pt x="136" y="151"/>
                    <a:pt x="136" y="151"/>
                  </a:cubicBezTo>
                  <a:cubicBezTo>
                    <a:pt x="136" y="152"/>
                    <a:pt x="136" y="152"/>
                    <a:pt x="136" y="153"/>
                  </a:cubicBezTo>
                  <a:cubicBezTo>
                    <a:pt x="137" y="153"/>
                    <a:pt x="137" y="154"/>
                    <a:pt x="137" y="154"/>
                  </a:cubicBezTo>
                  <a:cubicBezTo>
                    <a:pt x="137" y="154"/>
                    <a:pt x="138" y="155"/>
                    <a:pt x="138" y="154"/>
                  </a:cubicBezTo>
                  <a:cubicBezTo>
                    <a:pt x="139" y="154"/>
                    <a:pt x="139" y="153"/>
                    <a:pt x="139" y="153"/>
                  </a:cubicBezTo>
                  <a:cubicBezTo>
                    <a:pt x="139" y="152"/>
                    <a:pt x="138" y="152"/>
                    <a:pt x="138" y="152"/>
                  </a:cubicBezTo>
                  <a:cubicBezTo>
                    <a:pt x="138" y="151"/>
                    <a:pt x="138" y="151"/>
                    <a:pt x="138" y="150"/>
                  </a:cubicBezTo>
                  <a:cubicBezTo>
                    <a:pt x="139" y="150"/>
                    <a:pt x="139" y="149"/>
                    <a:pt x="139" y="149"/>
                  </a:cubicBezTo>
                  <a:cubicBezTo>
                    <a:pt x="140" y="149"/>
                    <a:pt x="140" y="150"/>
                    <a:pt x="140" y="151"/>
                  </a:cubicBezTo>
                  <a:cubicBezTo>
                    <a:pt x="141" y="151"/>
                    <a:pt x="141" y="152"/>
                    <a:pt x="141" y="153"/>
                  </a:cubicBezTo>
                  <a:cubicBezTo>
                    <a:pt x="142" y="154"/>
                    <a:pt x="143" y="155"/>
                    <a:pt x="143" y="156"/>
                  </a:cubicBezTo>
                  <a:cubicBezTo>
                    <a:pt x="144" y="156"/>
                    <a:pt x="144" y="158"/>
                    <a:pt x="145" y="159"/>
                  </a:cubicBezTo>
                  <a:cubicBezTo>
                    <a:pt x="145" y="160"/>
                    <a:pt x="147" y="161"/>
                    <a:pt x="148" y="162"/>
                  </a:cubicBezTo>
                  <a:cubicBezTo>
                    <a:pt x="148" y="163"/>
                    <a:pt x="149" y="164"/>
                    <a:pt x="150" y="164"/>
                  </a:cubicBezTo>
                  <a:cubicBezTo>
                    <a:pt x="150" y="165"/>
                    <a:pt x="152" y="165"/>
                    <a:pt x="152" y="166"/>
                  </a:cubicBezTo>
                  <a:cubicBezTo>
                    <a:pt x="153" y="166"/>
                    <a:pt x="154" y="166"/>
                    <a:pt x="155" y="167"/>
                  </a:cubicBezTo>
                  <a:cubicBezTo>
                    <a:pt x="155" y="167"/>
                    <a:pt x="157" y="167"/>
                    <a:pt x="157" y="168"/>
                  </a:cubicBezTo>
                  <a:cubicBezTo>
                    <a:pt x="157" y="168"/>
                    <a:pt x="158" y="170"/>
                    <a:pt x="158" y="171"/>
                  </a:cubicBezTo>
                  <a:cubicBezTo>
                    <a:pt x="158" y="171"/>
                    <a:pt x="157" y="173"/>
                    <a:pt x="158" y="173"/>
                  </a:cubicBezTo>
                  <a:cubicBezTo>
                    <a:pt x="158" y="174"/>
                    <a:pt x="158" y="176"/>
                    <a:pt x="159" y="177"/>
                  </a:cubicBezTo>
                  <a:cubicBezTo>
                    <a:pt x="160" y="177"/>
                    <a:pt x="161" y="178"/>
                    <a:pt x="162" y="179"/>
                  </a:cubicBezTo>
                  <a:cubicBezTo>
                    <a:pt x="162" y="180"/>
                    <a:pt x="163" y="181"/>
                    <a:pt x="163" y="182"/>
                  </a:cubicBezTo>
                  <a:cubicBezTo>
                    <a:pt x="163" y="183"/>
                    <a:pt x="164" y="185"/>
                    <a:pt x="164" y="186"/>
                  </a:cubicBezTo>
                  <a:cubicBezTo>
                    <a:pt x="165" y="186"/>
                    <a:pt x="165" y="188"/>
                    <a:pt x="165" y="188"/>
                  </a:cubicBezTo>
                  <a:cubicBezTo>
                    <a:pt x="165" y="189"/>
                    <a:pt x="165" y="190"/>
                    <a:pt x="166" y="191"/>
                  </a:cubicBezTo>
                  <a:cubicBezTo>
                    <a:pt x="166" y="191"/>
                    <a:pt x="166" y="192"/>
                    <a:pt x="166" y="193"/>
                  </a:cubicBezTo>
                  <a:cubicBezTo>
                    <a:pt x="167" y="193"/>
                    <a:pt x="167" y="195"/>
                    <a:pt x="168" y="195"/>
                  </a:cubicBezTo>
                  <a:cubicBezTo>
                    <a:pt x="168" y="195"/>
                    <a:pt x="169" y="196"/>
                    <a:pt x="169" y="196"/>
                  </a:cubicBezTo>
                  <a:cubicBezTo>
                    <a:pt x="169" y="195"/>
                    <a:pt x="170" y="195"/>
                    <a:pt x="170" y="194"/>
                  </a:cubicBezTo>
                  <a:cubicBezTo>
                    <a:pt x="171" y="194"/>
                    <a:pt x="170" y="193"/>
                    <a:pt x="169" y="192"/>
                  </a:cubicBezTo>
                  <a:cubicBezTo>
                    <a:pt x="169" y="192"/>
                    <a:pt x="168" y="191"/>
                    <a:pt x="167" y="191"/>
                  </a:cubicBezTo>
                  <a:cubicBezTo>
                    <a:pt x="167" y="190"/>
                    <a:pt x="167" y="189"/>
                    <a:pt x="167" y="188"/>
                  </a:cubicBezTo>
                  <a:cubicBezTo>
                    <a:pt x="167" y="188"/>
                    <a:pt x="168" y="186"/>
                    <a:pt x="168" y="186"/>
                  </a:cubicBezTo>
                  <a:cubicBezTo>
                    <a:pt x="168" y="185"/>
                    <a:pt x="167" y="184"/>
                    <a:pt x="167" y="183"/>
                  </a:cubicBezTo>
                  <a:cubicBezTo>
                    <a:pt x="166" y="183"/>
                    <a:pt x="166" y="182"/>
                    <a:pt x="166" y="182"/>
                  </a:cubicBezTo>
                  <a:cubicBezTo>
                    <a:pt x="165" y="181"/>
                    <a:pt x="165" y="181"/>
                    <a:pt x="165" y="180"/>
                  </a:cubicBezTo>
                  <a:cubicBezTo>
                    <a:pt x="165" y="180"/>
                    <a:pt x="166" y="180"/>
                    <a:pt x="166" y="180"/>
                  </a:cubicBezTo>
                  <a:cubicBezTo>
                    <a:pt x="167" y="181"/>
                    <a:pt x="167" y="181"/>
                    <a:pt x="167" y="181"/>
                  </a:cubicBezTo>
                  <a:cubicBezTo>
                    <a:pt x="168" y="181"/>
                    <a:pt x="168" y="181"/>
                    <a:pt x="168" y="181"/>
                  </a:cubicBezTo>
                  <a:cubicBezTo>
                    <a:pt x="168" y="180"/>
                    <a:pt x="168" y="179"/>
                    <a:pt x="168" y="179"/>
                  </a:cubicBezTo>
                  <a:cubicBezTo>
                    <a:pt x="167" y="178"/>
                    <a:pt x="166" y="179"/>
                    <a:pt x="166" y="178"/>
                  </a:cubicBezTo>
                  <a:cubicBezTo>
                    <a:pt x="166" y="178"/>
                    <a:pt x="166" y="178"/>
                    <a:pt x="166" y="177"/>
                  </a:cubicBezTo>
                  <a:cubicBezTo>
                    <a:pt x="166" y="177"/>
                    <a:pt x="167" y="177"/>
                    <a:pt x="167" y="177"/>
                  </a:cubicBezTo>
                  <a:cubicBezTo>
                    <a:pt x="167" y="176"/>
                    <a:pt x="166" y="175"/>
                    <a:pt x="166" y="175"/>
                  </a:cubicBezTo>
                  <a:cubicBezTo>
                    <a:pt x="166" y="175"/>
                    <a:pt x="164" y="175"/>
                    <a:pt x="164" y="175"/>
                  </a:cubicBezTo>
                  <a:cubicBezTo>
                    <a:pt x="164" y="175"/>
                    <a:pt x="164" y="174"/>
                    <a:pt x="164" y="173"/>
                  </a:cubicBezTo>
                  <a:cubicBezTo>
                    <a:pt x="163" y="173"/>
                    <a:pt x="162" y="172"/>
                    <a:pt x="162" y="172"/>
                  </a:cubicBezTo>
                  <a:cubicBezTo>
                    <a:pt x="162" y="171"/>
                    <a:pt x="162" y="170"/>
                    <a:pt x="162" y="169"/>
                  </a:cubicBezTo>
                  <a:cubicBezTo>
                    <a:pt x="162" y="169"/>
                    <a:pt x="163" y="168"/>
                    <a:pt x="163" y="168"/>
                  </a:cubicBezTo>
                  <a:cubicBezTo>
                    <a:pt x="164" y="168"/>
                    <a:pt x="164" y="167"/>
                    <a:pt x="165" y="167"/>
                  </a:cubicBezTo>
                  <a:cubicBezTo>
                    <a:pt x="165" y="167"/>
                    <a:pt x="166" y="167"/>
                    <a:pt x="167" y="167"/>
                  </a:cubicBezTo>
                  <a:cubicBezTo>
                    <a:pt x="168" y="167"/>
                    <a:pt x="169" y="167"/>
                    <a:pt x="169" y="168"/>
                  </a:cubicBezTo>
                  <a:cubicBezTo>
                    <a:pt x="170" y="168"/>
                    <a:pt x="171" y="170"/>
                    <a:pt x="171" y="170"/>
                  </a:cubicBezTo>
                  <a:cubicBezTo>
                    <a:pt x="171" y="171"/>
                    <a:pt x="172" y="171"/>
                    <a:pt x="171" y="172"/>
                  </a:cubicBezTo>
                  <a:cubicBezTo>
                    <a:pt x="171" y="172"/>
                    <a:pt x="170" y="172"/>
                    <a:pt x="170" y="173"/>
                  </a:cubicBezTo>
                  <a:cubicBezTo>
                    <a:pt x="170" y="173"/>
                    <a:pt x="170" y="174"/>
                    <a:pt x="170" y="174"/>
                  </a:cubicBezTo>
                  <a:cubicBezTo>
                    <a:pt x="170" y="175"/>
                    <a:pt x="170" y="175"/>
                    <a:pt x="171" y="176"/>
                  </a:cubicBezTo>
                  <a:cubicBezTo>
                    <a:pt x="171" y="176"/>
                    <a:pt x="172" y="177"/>
                    <a:pt x="172" y="177"/>
                  </a:cubicBezTo>
                  <a:cubicBezTo>
                    <a:pt x="172" y="176"/>
                    <a:pt x="172" y="175"/>
                    <a:pt x="172" y="175"/>
                  </a:cubicBezTo>
                  <a:cubicBezTo>
                    <a:pt x="173" y="175"/>
                    <a:pt x="173" y="174"/>
                    <a:pt x="173" y="174"/>
                  </a:cubicBezTo>
                  <a:cubicBezTo>
                    <a:pt x="173" y="174"/>
                    <a:pt x="173" y="173"/>
                    <a:pt x="173" y="173"/>
                  </a:cubicBezTo>
                  <a:cubicBezTo>
                    <a:pt x="173" y="172"/>
                    <a:pt x="173" y="171"/>
                    <a:pt x="173" y="171"/>
                  </a:cubicBezTo>
                  <a:cubicBezTo>
                    <a:pt x="173" y="171"/>
                    <a:pt x="173" y="170"/>
                    <a:pt x="174" y="169"/>
                  </a:cubicBezTo>
                  <a:cubicBezTo>
                    <a:pt x="174" y="169"/>
                    <a:pt x="175" y="169"/>
                    <a:pt x="176" y="170"/>
                  </a:cubicBezTo>
                  <a:cubicBezTo>
                    <a:pt x="176" y="170"/>
                    <a:pt x="176" y="170"/>
                    <a:pt x="177" y="171"/>
                  </a:cubicBezTo>
                  <a:cubicBezTo>
                    <a:pt x="177" y="171"/>
                    <a:pt x="178" y="170"/>
                    <a:pt x="178" y="171"/>
                  </a:cubicBezTo>
                  <a:cubicBezTo>
                    <a:pt x="179" y="171"/>
                    <a:pt x="180" y="171"/>
                    <a:pt x="180" y="172"/>
                  </a:cubicBezTo>
                  <a:cubicBezTo>
                    <a:pt x="179" y="172"/>
                    <a:pt x="178" y="173"/>
                    <a:pt x="178" y="173"/>
                  </a:cubicBezTo>
                  <a:cubicBezTo>
                    <a:pt x="177" y="173"/>
                    <a:pt x="176" y="174"/>
                    <a:pt x="175" y="174"/>
                  </a:cubicBezTo>
                  <a:cubicBezTo>
                    <a:pt x="175" y="174"/>
                    <a:pt x="175" y="175"/>
                    <a:pt x="175" y="176"/>
                  </a:cubicBezTo>
                  <a:cubicBezTo>
                    <a:pt x="174" y="177"/>
                    <a:pt x="174" y="178"/>
                    <a:pt x="175" y="178"/>
                  </a:cubicBezTo>
                  <a:cubicBezTo>
                    <a:pt x="175" y="179"/>
                    <a:pt x="176" y="179"/>
                    <a:pt x="176" y="179"/>
                  </a:cubicBezTo>
                  <a:cubicBezTo>
                    <a:pt x="177" y="179"/>
                    <a:pt x="177" y="178"/>
                    <a:pt x="178" y="177"/>
                  </a:cubicBezTo>
                  <a:cubicBezTo>
                    <a:pt x="178" y="177"/>
                    <a:pt x="178" y="176"/>
                    <a:pt x="178" y="176"/>
                  </a:cubicBezTo>
                  <a:cubicBezTo>
                    <a:pt x="179" y="175"/>
                    <a:pt x="179" y="175"/>
                    <a:pt x="180" y="175"/>
                  </a:cubicBezTo>
                  <a:cubicBezTo>
                    <a:pt x="180" y="174"/>
                    <a:pt x="180" y="173"/>
                    <a:pt x="181" y="173"/>
                  </a:cubicBezTo>
                  <a:cubicBezTo>
                    <a:pt x="181" y="173"/>
                    <a:pt x="181" y="172"/>
                    <a:pt x="182" y="172"/>
                  </a:cubicBezTo>
                  <a:cubicBezTo>
                    <a:pt x="182" y="172"/>
                    <a:pt x="183" y="172"/>
                    <a:pt x="184" y="172"/>
                  </a:cubicBezTo>
                  <a:cubicBezTo>
                    <a:pt x="184" y="172"/>
                    <a:pt x="185" y="173"/>
                    <a:pt x="185" y="174"/>
                  </a:cubicBezTo>
                  <a:cubicBezTo>
                    <a:pt x="186" y="175"/>
                    <a:pt x="187" y="177"/>
                    <a:pt x="187" y="177"/>
                  </a:cubicBezTo>
                  <a:cubicBezTo>
                    <a:pt x="188" y="178"/>
                    <a:pt x="190" y="178"/>
                    <a:pt x="191" y="178"/>
                  </a:cubicBezTo>
                  <a:cubicBezTo>
                    <a:pt x="191" y="179"/>
                    <a:pt x="193" y="179"/>
                    <a:pt x="194" y="180"/>
                  </a:cubicBezTo>
                  <a:cubicBezTo>
                    <a:pt x="195" y="180"/>
                    <a:pt x="196" y="180"/>
                    <a:pt x="197" y="180"/>
                  </a:cubicBezTo>
                  <a:cubicBezTo>
                    <a:pt x="198" y="179"/>
                    <a:pt x="199" y="179"/>
                    <a:pt x="200" y="179"/>
                  </a:cubicBezTo>
                  <a:cubicBezTo>
                    <a:pt x="200" y="178"/>
                    <a:pt x="201" y="178"/>
                    <a:pt x="202" y="178"/>
                  </a:cubicBezTo>
                  <a:cubicBezTo>
                    <a:pt x="203" y="178"/>
                    <a:pt x="204" y="179"/>
                    <a:pt x="205" y="179"/>
                  </a:cubicBezTo>
                  <a:cubicBezTo>
                    <a:pt x="206" y="180"/>
                    <a:pt x="207" y="180"/>
                    <a:pt x="207" y="180"/>
                  </a:cubicBezTo>
                  <a:cubicBezTo>
                    <a:pt x="208" y="181"/>
                    <a:pt x="209" y="182"/>
                    <a:pt x="209" y="183"/>
                  </a:cubicBezTo>
                  <a:cubicBezTo>
                    <a:pt x="210" y="183"/>
                    <a:pt x="211" y="183"/>
                    <a:pt x="212" y="184"/>
                  </a:cubicBezTo>
                  <a:cubicBezTo>
                    <a:pt x="212" y="184"/>
                    <a:pt x="214" y="186"/>
                    <a:pt x="215" y="186"/>
                  </a:cubicBezTo>
                  <a:cubicBezTo>
                    <a:pt x="215" y="186"/>
                    <a:pt x="217" y="186"/>
                    <a:pt x="218" y="186"/>
                  </a:cubicBezTo>
                  <a:cubicBezTo>
                    <a:pt x="219" y="186"/>
                    <a:pt x="221" y="186"/>
                    <a:pt x="221" y="186"/>
                  </a:cubicBezTo>
                  <a:cubicBezTo>
                    <a:pt x="222" y="186"/>
                    <a:pt x="223" y="185"/>
                    <a:pt x="224" y="185"/>
                  </a:cubicBezTo>
                  <a:cubicBezTo>
                    <a:pt x="224" y="185"/>
                    <a:pt x="225" y="184"/>
                    <a:pt x="225" y="184"/>
                  </a:cubicBezTo>
                  <a:cubicBezTo>
                    <a:pt x="226" y="184"/>
                    <a:pt x="226" y="183"/>
                    <a:pt x="226" y="183"/>
                  </a:cubicBezTo>
                  <a:cubicBezTo>
                    <a:pt x="225" y="182"/>
                    <a:pt x="224" y="183"/>
                    <a:pt x="223" y="183"/>
                  </a:cubicBezTo>
                  <a:cubicBezTo>
                    <a:pt x="222" y="183"/>
                    <a:pt x="220" y="183"/>
                    <a:pt x="219" y="183"/>
                  </a:cubicBezTo>
                  <a:cubicBezTo>
                    <a:pt x="218" y="183"/>
                    <a:pt x="216" y="183"/>
                    <a:pt x="216" y="182"/>
                  </a:cubicBezTo>
                  <a:cubicBezTo>
                    <a:pt x="215" y="182"/>
                    <a:pt x="214" y="182"/>
                    <a:pt x="213" y="181"/>
                  </a:cubicBezTo>
                  <a:cubicBezTo>
                    <a:pt x="212" y="181"/>
                    <a:pt x="211" y="179"/>
                    <a:pt x="210" y="178"/>
                  </a:cubicBezTo>
                  <a:cubicBezTo>
                    <a:pt x="208" y="177"/>
                    <a:pt x="206" y="175"/>
                    <a:pt x="205" y="173"/>
                  </a:cubicBezTo>
                  <a:cubicBezTo>
                    <a:pt x="203" y="173"/>
                    <a:pt x="201" y="171"/>
                    <a:pt x="200" y="170"/>
                  </a:cubicBezTo>
                  <a:cubicBezTo>
                    <a:pt x="199" y="170"/>
                    <a:pt x="198" y="169"/>
                    <a:pt x="198" y="168"/>
                  </a:cubicBezTo>
                  <a:cubicBezTo>
                    <a:pt x="197" y="168"/>
                    <a:pt x="197" y="168"/>
                    <a:pt x="196" y="168"/>
                  </a:cubicBezTo>
                  <a:cubicBezTo>
                    <a:pt x="196" y="168"/>
                    <a:pt x="195" y="169"/>
                    <a:pt x="195" y="169"/>
                  </a:cubicBezTo>
                  <a:cubicBezTo>
                    <a:pt x="195" y="169"/>
                    <a:pt x="194" y="169"/>
                    <a:pt x="194" y="169"/>
                  </a:cubicBezTo>
                  <a:cubicBezTo>
                    <a:pt x="193" y="169"/>
                    <a:pt x="193" y="168"/>
                    <a:pt x="193" y="168"/>
                  </a:cubicBezTo>
                  <a:cubicBezTo>
                    <a:pt x="193" y="168"/>
                    <a:pt x="193" y="167"/>
                    <a:pt x="193" y="167"/>
                  </a:cubicBezTo>
                  <a:cubicBezTo>
                    <a:pt x="193" y="166"/>
                    <a:pt x="194" y="166"/>
                    <a:pt x="194" y="165"/>
                  </a:cubicBezTo>
                  <a:cubicBezTo>
                    <a:pt x="194" y="165"/>
                    <a:pt x="194" y="164"/>
                    <a:pt x="194" y="163"/>
                  </a:cubicBezTo>
                  <a:cubicBezTo>
                    <a:pt x="194" y="163"/>
                    <a:pt x="193" y="163"/>
                    <a:pt x="193" y="162"/>
                  </a:cubicBezTo>
                  <a:cubicBezTo>
                    <a:pt x="193" y="161"/>
                    <a:pt x="193" y="160"/>
                    <a:pt x="193" y="159"/>
                  </a:cubicBezTo>
                  <a:cubicBezTo>
                    <a:pt x="193" y="159"/>
                    <a:pt x="192" y="158"/>
                    <a:pt x="193" y="157"/>
                  </a:cubicBezTo>
                  <a:cubicBezTo>
                    <a:pt x="193" y="157"/>
                    <a:pt x="194" y="156"/>
                    <a:pt x="194" y="156"/>
                  </a:cubicBezTo>
                  <a:cubicBezTo>
                    <a:pt x="194" y="155"/>
                    <a:pt x="193" y="154"/>
                    <a:pt x="193" y="153"/>
                  </a:cubicBezTo>
                  <a:cubicBezTo>
                    <a:pt x="193" y="153"/>
                    <a:pt x="194" y="152"/>
                    <a:pt x="194" y="151"/>
                  </a:cubicBezTo>
                  <a:cubicBezTo>
                    <a:pt x="194" y="151"/>
                    <a:pt x="194" y="149"/>
                    <a:pt x="194" y="149"/>
                  </a:cubicBezTo>
                  <a:cubicBezTo>
                    <a:pt x="193" y="148"/>
                    <a:pt x="192" y="148"/>
                    <a:pt x="192" y="148"/>
                  </a:cubicBezTo>
                  <a:cubicBezTo>
                    <a:pt x="192" y="148"/>
                    <a:pt x="192" y="147"/>
                    <a:pt x="192" y="146"/>
                  </a:cubicBezTo>
                  <a:cubicBezTo>
                    <a:pt x="193" y="145"/>
                    <a:pt x="193" y="143"/>
                    <a:pt x="193" y="143"/>
                  </a:cubicBezTo>
                  <a:cubicBezTo>
                    <a:pt x="193" y="142"/>
                    <a:pt x="192" y="140"/>
                    <a:pt x="192" y="140"/>
                  </a:cubicBezTo>
                  <a:cubicBezTo>
                    <a:pt x="192" y="139"/>
                    <a:pt x="191" y="138"/>
                    <a:pt x="192" y="138"/>
                  </a:cubicBezTo>
                  <a:cubicBezTo>
                    <a:pt x="192" y="138"/>
                    <a:pt x="192" y="137"/>
                    <a:pt x="192" y="137"/>
                  </a:cubicBezTo>
                  <a:cubicBezTo>
                    <a:pt x="193" y="137"/>
                    <a:pt x="194" y="138"/>
                    <a:pt x="195" y="138"/>
                  </a:cubicBezTo>
                  <a:cubicBezTo>
                    <a:pt x="195" y="138"/>
                    <a:pt x="196" y="137"/>
                    <a:pt x="196" y="136"/>
                  </a:cubicBezTo>
                  <a:cubicBezTo>
                    <a:pt x="197" y="136"/>
                    <a:pt x="198" y="137"/>
                    <a:pt x="198" y="136"/>
                  </a:cubicBezTo>
                  <a:cubicBezTo>
                    <a:pt x="198" y="136"/>
                    <a:pt x="199" y="136"/>
                    <a:pt x="199" y="135"/>
                  </a:cubicBezTo>
                  <a:cubicBezTo>
                    <a:pt x="199" y="135"/>
                    <a:pt x="199" y="134"/>
                    <a:pt x="199" y="134"/>
                  </a:cubicBezTo>
                  <a:cubicBezTo>
                    <a:pt x="199" y="133"/>
                    <a:pt x="198" y="133"/>
                    <a:pt x="198" y="133"/>
                  </a:cubicBezTo>
                  <a:cubicBezTo>
                    <a:pt x="197" y="133"/>
                    <a:pt x="197" y="133"/>
                    <a:pt x="197" y="133"/>
                  </a:cubicBezTo>
                  <a:cubicBezTo>
                    <a:pt x="196" y="133"/>
                    <a:pt x="195" y="134"/>
                    <a:pt x="195" y="134"/>
                  </a:cubicBezTo>
                  <a:cubicBezTo>
                    <a:pt x="195" y="134"/>
                    <a:pt x="194" y="133"/>
                    <a:pt x="194" y="133"/>
                  </a:cubicBezTo>
                  <a:cubicBezTo>
                    <a:pt x="193" y="133"/>
                    <a:pt x="192" y="133"/>
                    <a:pt x="192" y="133"/>
                  </a:cubicBezTo>
                  <a:cubicBezTo>
                    <a:pt x="192" y="133"/>
                    <a:pt x="191" y="133"/>
                    <a:pt x="190" y="133"/>
                  </a:cubicBezTo>
                  <a:cubicBezTo>
                    <a:pt x="190" y="133"/>
                    <a:pt x="189" y="133"/>
                    <a:pt x="189" y="133"/>
                  </a:cubicBezTo>
                  <a:cubicBezTo>
                    <a:pt x="188" y="133"/>
                    <a:pt x="188" y="131"/>
                    <a:pt x="188" y="131"/>
                  </a:cubicBezTo>
                  <a:cubicBezTo>
                    <a:pt x="188" y="130"/>
                    <a:pt x="187" y="129"/>
                    <a:pt x="187" y="128"/>
                  </a:cubicBezTo>
                  <a:cubicBezTo>
                    <a:pt x="187" y="127"/>
                    <a:pt x="187" y="126"/>
                    <a:pt x="187" y="126"/>
                  </a:cubicBezTo>
                  <a:cubicBezTo>
                    <a:pt x="187" y="125"/>
                    <a:pt x="187" y="124"/>
                    <a:pt x="187" y="124"/>
                  </a:cubicBezTo>
                  <a:cubicBezTo>
                    <a:pt x="187" y="123"/>
                    <a:pt x="187" y="122"/>
                    <a:pt x="187" y="121"/>
                  </a:cubicBezTo>
                  <a:cubicBezTo>
                    <a:pt x="187" y="121"/>
                    <a:pt x="187" y="120"/>
                    <a:pt x="187" y="119"/>
                  </a:cubicBezTo>
                  <a:cubicBezTo>
                    <a:pt x="187" y="118"/>
                    <a:pt x="186" y="117"/>
                    <a:pt x="187" y="116"/>
                  </a:cubicBezTo>
                  <a:cubicBezTo>
                    <a:pt x="187" y="116"/>
                    <a:pt x="187" y="115"/>
                    <a:pt x="188" y="114"/>
                  </a:cubicBezTo>
                  <a:cubicBezTo>
                    <a:pt x="188" y="114"/>
                    <a:pt x="189" y="113"/>
                    <a:pt x="190" y="113"/>
                  </a:cubicBezTo>
                  <a:cubicBezTo>
                    <a:pt x="191" y="113"/>
                    <a:pt x="192" y="113"/>
                    <a:pt x="193" y="113"/>
                  </a:cubicBezTo>
                  <a:cubicBezTo>
                    <a:pt x="193" y="113"/>
                    <a:pt x="193" y="112"/>
                    <a:pt x="193" y="112"/>
                  </a:cubicBezTo>
                  <a:cubicBezTo>
                    <a:pt x="193" y="111"/>
                    <a:pt x="193" y="110"/>
                    <a:pt x="193" y="110"/>
                  </a:cubicBezTo>
                  <a:cubicBezTo>
                    <a:pt x="193" y="110"/>
                    <a:pt x="192" y="109"/>
                    <a:pt x="192" y="109"/>
                  </a:cubicBezTo>
                  <a:cubicBezTo>
                    <a:pt x="192" y="109"/>
                    <a:pt x="191" y="110"/>
                    <a:pt x="190" y="110"/>
                  </a:cubicBezTo>
                  <a:cubicBezTo>
                    <a:pt x="190" y="110"/>
                    <a:pt x="189" y="111"/>
                    <a:pt x="188" y="111"/>
                  </a:cubicBezTo>
                  <a:cubicBezTo>
                    <a:pt x="188" y="111"/>
                    <a:pt x="187" y="111"/>
                    <a:pt x="186" y="111"/>
                  </a:cubicBezTo>
                  <a:cubicBezTo>
                    <a:pt x="185" y="112"/>
                    <a:pt x="185" y="113"/>
                    <a:pt x="184" y="114"/>
                  </a:cubicBezTo>
                  <a:cubicBezTo>
                    <a:pt x="184" y="114"/>
                    <a:pt x="184" y="115"/>
                    <a:pt x="184" y="116"/>
                  </a:cubicBezTo>
                  <a:cubicBezTo>
                    <a:pt x="184" y="116"/>
                    <a:pt x="184" y="117"/>
                    <a:pt x="184" y="118"/>
                  </a:cubicBezTo>
                  <a:cubicBezTo>
                    <a:pt x="184" y="119"/>
                    <a:pt x="183" y="120"/>
                    <a:pt x="183" y="120"/>
                  </a:cubicBezTo>
                  <a:cubicBezTo>
                    <a:pt x="183" y="121"/>
                    <a:pt x="183" y="123"/>
                    <a:pt x="183" y="124"/>
                  </a:cubicBezTo>
                  <a:cubicBezTo>
                    <a:pt x="183" y="125"/>
                    <a:pt x="183" y="126"/>
                    <a:pt x="182" y="127"/>
                  </a:cubicBezTo>
                  <a:cubicBezTo>
                    <a:pt x="182" y="127"/>
                    <a:pt x="181" y="128"/>
                    <a:pt x="180" y="128"/>
                  </a:cubicBezTo>
                  <a:cubicBezTo>
                    <a:pt x="180" y="129"/>
                    <a:pt x="179" y="130"/>
                    <a:pt x="178" y="130"/>
                  </a:cubicBezTo>
                  <a:cubicBezTo>
                    <a:pt x="178" y="131"/>
                    <a:pt x="177" y="131"/>
                    <a:pt x="176" y="132"/>
                  </a:cubicBezTo>
                  <a:cubicBezTo>
                    <a:pt x="176" y="132"/>
                    <a:pt x="175" y="131"/>
                    <a:pt x="174" y="131"/>
                  </a:cubicBezTo>
                  <a:cubicBezTo>
                    <a:pt x="174" y="131"/>
                    <a:pt x="173" y="131"/>
                    <a:pt x="173" y="131"/>
                  </a:cubicBezTo>
                  <a:cubicBezTo>
                    <a:pt x="172" y="131"/>
                    <a:pt x="172" y="132"/>
                    <a:pt x="172" y="133"/>
                  </a:cubicBezTo>
                  <a:cubicBezTo>
                    <a:pt x="171" y="133"/>
                    <a:pt x="171" y="134"/>
                    <a:pt x="171" y="135"/>
                  </a:cubicBezTo>
                  <a:cubicBezTo>
                    <a:pt x="171" y="135"/>
                    <a:pt x="170" y="136"/>
                    <a:pt x="170" y="136"/>
                  </a:cubicBezTo>
                  <a:cubicBezTo>
                    <a:pt x="169" y="136"/>
                    <a:pt x="168" y="137"/>
                    <a:pt x="168" y="137"/>
                  </a:cubicBezTo>
                  <a:cubicBezTo>
                    <a:pt x="167" y="138"/>
                    <a:pt x="166" y="138"/>
                    <a:pt x="165" y="138"/>
                  </a:cubicBezTo>
                  <a:cubicBezTo>
                    <a:pt x="165" y="138"/>
                    <a:pt x="164" y="139"/>
                    <a:pt x="164" y="139"/>
                  </a:cubicBezTo>
                  <a:cubicBezTo>
                    <a:pt x="164" y="139"/>
                    <a:pt x="164" y="140"/>
                    <a:pt x="164" y="141"/>
                  </a:cubicBezTo>
                  <a:cubicBezTo>
                    <a:pt x="165" y="141"/>
                    <a:pt x="166" y="141"/>
                    <a:pt x="167" y="141"/>
                  </a:cubicBezTo>
                  <a:cubicBezTo>
                    <a:pt x="167" y="141"/>
                    <a:pt x="169" y="140"/>
                    <a:pt x="169" y="139"/>
                  </a:cubicBezTo>
                  <a:cubicBezTo>
                    <a:pt x="170" y="139"/>
                    <a:pt x="171" y="139"/>
                    <a:pt x="171" y="138"/>
                  </a:cubicBezTo>
                  <a:cubicBezTo>
                    <a:pt x="172" y="138"/>
                    <a:pt x="172" y="137"/>
                    <a:pt x="172" y="136"/>
                  </a:cubicBezTo>
                  <a:cubicBezTo>
                    <a:pt x="172" y="136"/>
                    <a:pt x="173" y="135"/>
                    <a:pt x="173" y="135"/>
                  </a:cubicBezTo>
                  <a:cubicBezTo>
                    <a:pt x="173" y="134"/>
                    <a:pt x="174" y="134"/>
                    <a:pt x="174" y="134"/>
                  </a:cubicBezTo>
                  <a:cubicBezTo>
                    <a:pt x="175" y="134"/>
                    <a:pt x="175" y="134"/>
                    <a:pt x="176" y="134"/>
                  </a:cubicBezTo>
                  <a:cubicBezTo>
                    <a:pt x="176" y="134"/>
                    <a:pt x="177" y="134"/>
                    <a:pt x="177" y="134"/>
                  </a:cubicBezTo>
                  <a:cubicBezTo>
                    <a:pt x="177" y="134"/>
                    <a:pt x="176" y="135"/>
                    <a:pt x="176" y="135"/>
                  </a:cubicBezTo>
                  <a:cubicBezTo>
                    <a:pt x="176" y="135"/>
                    <a:pt x="175" y="136"/>
                    <a:pt x="175" y="136"/>
                  </a:cubicBezTo>
                  <a:cubicBezTo>
                    <a:pt x="174" y="136"/>
                    <a:pt x="174" y="136"/>
                    <a:pt x="173" y="137"/>
                  </a:cubicBezTo>
                  <a:cubicBezTo>
                    <a:pt x="173" y="137"/>
                    <a:pt x="173" y="138"/>
                    <a:pt x="173" y="139"/>
                  </a:cubicBezTo>
                  <a:cubicBezTo>
                    <a:pt x="174" y="139"/>
                    <a:pt x="174" y="140"/>
                    <a:pt x="175" y="140"/>
                  </a:cubicBezTo>
                  <a:cubicBezTo>
                    <a:pt x="175" y="141"/>
                    <a:pt x="176" y="141"/>
                    <a:pt x="176" y="141"/>
                  </a:cubicBezTo>
                  <a:cubicBezTo>
                    <a:pt x="177" y="140"/>
                    <a:pt x="176" y="138"/>
                    <a:pt x="176" y="138"/>
                  </a:cubicBezTo>
                  <a:cubicBezTo>
                    <a:pt x="176" y="137"/>
                    <a:pt x="177" y="137"/>
                    <a:pt x="177" y="136"/>
                  </a:cubicBezTo>
                  <a:cubicBezTo>
                    <a:pt x="177" y="136"/>
                    <a:pt x="178" y="135"/>
                    <a:pt x="178" y="135"/>
                  </a:cubicBezTo>
                  <a:cubicBezTo>
                    <a:pt x="179" y="135"/>
                    <a:pt x="179" y="135"/>
                    <a:pt x="179" y="135"/>
                  </a:cubicBezTo>
                  <a:cubicBezTo>
                    <a:pt x="180" y="136"/>
                    <a:pt x="180" y="137"/>
                    <a:pt x="180" y="138"/>
                  </a:cubicBezTo>
                  <a:cubicBezTo>
                    <a:pt x="180" y="139"/>
                    <a:pt x="181" y="140"/>
                    <a:pt x="181" y="141"/>
                  </a:cubicBezTo>
                  <a:cubicBezTo>
                    <a:pt x="181" y="141"/>
                    <a:pt x="181" y="142"/>
                    <a:pt x="180" y="143"/>
                  </a:cubicBezTo>
                  <a:cubicBezTo>
                    <a:pt x="180" y="143"/>
                    <a:pt x="179" y="144"/>
                    <a:pt x="179" y="144"/>
                  </a:cubicBezTo>
                  <a:cubicBezTo>
                    <a:pt x="179" y="145"/>
                    <a:pt x="179" y="146"/>
                    <a:pt x="180" y="146"/>
                  </a:cubicBezTo>
                  <a:cubicBezTo>
                    <a:pt x="180" y="146"/>
                    <a:pt x="181" y="144"/>
                    <a:pt x="181" y="144"/>
                  </a:cubicBezTo>
                  <a:cubicBezTo>
                    <a:pt x="181" y="144"/>
                    <a:pt x="182" y="144"/>
                    <a:pt x="182" y="145"/>
                  </a:cubicBezTo>
                  <a:cubicBezTo>
                    <a:pt x="182" y="145"/>
                    <a:pt x="182" y="146"/>
                    <a:pt x="182" y="147"/>
                  </a:cubicBezTo>
                  <a:cubicBezTo>
                    <a:pt x="182" y="147"/>
                    <a:pt x="182" y="148"/>
                    <a:pt x="182" y="148"/>
                  </a:cubicBezTo>
                  <a:cubicBezTo>
                    <a:pt x="181" y="149"/>
                    <a:pt x="180" y="150"/>
                    <a:pt x="180" y="150"/>
                  </a:cubicBezTo>
                  <a:cubicBezTo>
                    <a:pt x="180" y="151"/>
                    <a:pt x="179" y="151"/>
                    <a:pt x="178" y="151"/>
                  </a:cubicBezTo>
                  <a:cubicBezTo>
                    <a:pt x="178" y="151"/>
                    <a:pt x="177" y="151"/>
                    <a:pt x="177" y="151"/>
                  </a:cubicBezTo>
                  <a:cubicBezTo>
                    <a:pt x="176" y="150"/>
                    <a:pt x="177" y="149"/>
                    <a:pt x="176" y="148"/>
                  </a:cubicBezTo>
                  <a:cubicBezTo>
                    <a:pt x="176" y="148"/>
                    <a:pt x="176" y="147"/>
                    <a:pt x="176" y="147"/>
                  </a:cubicBezTo>
                  <a:cubicBezTo>
                    <a:pt x="175" y="147"/>
                    <a:pt x="175" y="147"/>
                    <a:pt x="174" y="147"/>
                  </a:cubicBezTo>
                  <a:cubicBezTo>
                    <a:pt x="174" y="147"/>
                    <a:pt x="174" y="149"/>
                    <a:pt x="174" y="149"/>
                  </a:cubicBezTo>
                  <a:cubicBezTo>
                    <a:pt x="174" y="150"/>
                    <a:pt x="174" y="151"/>
                    <a:pt x="175" y="151"/>
                  </a:cubicBezTo>
                  <a:cubicBezTo>
                    <a:pt x="175" y="151"/>
                    <a:pt x="176" y="152"/>
                    <a:pt x="176" y="153"/>
                  </a:cubicBezTo>
                  <a:cubicBezTo>
                    <a:pt x="176" y="153"/>
                    <a:pt x="175" y="154"/>
                    <a:pt x="175" y="154"/>
                  </a:cubicBezTo>
                  <a:cubicBezTo>
                    <a:pt x="174" y="155"/>
                    <a:pt x="173" y="156"/>
                    <a:pt x="173" y="156"/>
                  </a:cubicBezTo>
                  <a:cubicBezTo>
                    <a:pt x="172" y="156"/>
                    <a:pt x="171" y="156"/>
                    <a:pt x="170" y="156"/>
                  </a:cubicBezTo>
                  <a:cubicBezTo>
                    <a:pt x="170" y="156"/>
                    <a:pt x="169" y="155"/>
                    <a:pt x="168" y="155"/>
                  </a:cubicBezTo>
                  <a:cubicBezTo>
                    <a:pt x="168" y="154"/>
                    <a:pt x="167" y="154"/>
                    <a:pt x="166" y="154"/>
                  </a:cubicBezTo>
                  <a:cubicBezTo>
                    <a:pt x="166" y="153"/>
                    <a:pt x="165" y="152"/>
                    <a:pt x="165" y="152"/>
                  </a:cubicBezTo>
                  <a:cubicBezTo>
                    <a:pt x="165" y="151"/>
                    <a:pt x="164" y="150"/>
                    <a:pt x="164" y="150"/>
                  </a:cubicBezTo>
                  <a:cubicBezTo>
                    <a:pt x="163" y="150"/>
                    <a:pt x="162" y="150"/>
                    <a:pt x="162" y="150"/>
                  </a:cubicBezTo>
                  <a:cubicBezTo>
                    <a:pt x="161" y="150"/>
                    <a:pt x="160" y="149"/>
                    <a:pt x="159" y="149"/>
                  </a:cubicBezTo>
                  <a:cubicBezTo>
                    <a:pt x="158" y="148"/>
                    <a:pt x="156" y="147"/>
                    <a:pt x="155" y="146"/>
                  </a:cubicBezTo>
                  <a:cubicBezTo>
                    <a:pt x="154" y="145"/>
                    <a:pt x="153" y="144"/>
                    <a:pt x="152" y="144"/>
                  </a:cubicBezTo>
                  <a:cubicBezTo>
                    <a:pt x="151" y="143"/>
                    <a:pt x="151" y="142"/>
                    <a:pt x="150" y="141"/>
                  </a:cubicBezTo>
                  <a:cubicBezTo>
                    <a:pt x="149" y="140"/>
                    <a:pt x="147" y="138"/>
                    <a:pt x="146" y="137"/>
                  </a:cubicBezTo>
                  <a:cubicBezTo>
                    <a:pt x="145" y="137"/>
                    <a:pt x="143" y="135"/>
                    <a:pt x="142" y="134"/>
                  </a:cubicBezTo>
                  <a:cubicBezTo>
                    <a:pt x="141" y="134"/>
                    <a:pt x="138" y="134"/>
                    <a:pt x="137" y="134"/>
                  </a:cubicBezTo>
                  <a:cubicBezTo>
                    <a:pt x="135" y="134"/>
                    <a:pt x="132" y="134"/>
                    <a:pt x="131" y="134"/>
                  </a:cubicBezTo>
                  <a:cubicBezTo>
                    <a:pt x="130" y="134"/>
                    <a:pt x="128" y="135"/>
                    <a:pt x="127" y="136"/>
                  </a:cubicBezTo>
                  <a:cubicBezTo>
                    <a:pt x="126" y="136"/>
                    <a:pt x="124" y="139"/>
                    <a:pt x="123" y="140"/>
                  </a:cubicBezTo>
                  <a:cubicBezTo>
                    <a:pt x="122" y="141"/>
                    <a:pt x="121" y="142"/>
                    <a:pt x="121" y="143"/>
                  </a:cubicBezTo>
                  <a:cubicBezTo>
                    <a:pt x="120" y="144"/>
                    <a:pt x="120" y="146"/>
                    <a:pt x="120" y="146"/>
                  </a:cubicBezTo>
                  <a:cubicBezTo>
                    <a:pt x="120" y="147"/>
                    <a:pt x="119" y="148"/>
                    <a:pt x="119" y="149"/>
                  </a:cubicBezTo>
                  <a:cubicBezTo>
                    <a:pt x="117" y="149"/>
                    <a:pt x="114" y="149"/>
                    <a:pt x="113" y="150"/>
                  </a:cubicBezTo>
                  <a:cubicBezTo>
                    <a:pt x="112" y="150"/>
                    <a:pt x="109" y="151"/>
                    <a:pt x="107" y="151"/>
                  </a:cubicBezTo>
                  <a:cubicBezTo>
                    <a:pt x="106" y="151"/>
                    <a:pt x="105" y="151"/>
                    <a:pt x="104" y="152"/>
                  </a:cubicBezTo>
                  <a:cubicBezTo>
                    <a:pt x="103" y="152"/>
                    <a:pt x="102" y="154"/>
                    <a:pt x="101" y="155"/>
                  </a:cubicBezTo>
                  <a:cubicBezTo>
                    <a:pt x="101" y="156"/>
                    <a:pt x="99" y="157"/>
                    <a:pt x="98" y="158"/>
                  </a:cubicBezTo>
                  <a:cubicBezTo>
                    <a:pt x="98" y="159"/>
                    <a:pt x="97" y="161"/>
                    <a:pt x="96" y="161"/>
                  </a:cubicBezTo>
                  <a:cubicBezTo>
                    <a:pt x="95" y="161"/>
                    <a:pt x="93" y="161"/>
                    <a:pt x="92" y="161"/>
                  </a:cubicBezTo>
                  <a:cubicBezTo>
                    <a:pt x="91" y="162"/>
                    <a:pt x="90" y="164"/>
                    <a:pt x="90" y="164"/>
                  </a:cubicBezTo>
                  <a:cubicBezTo>
                    <a:pt x="89" y="165"/>
                    <a:pt x="86" y="166"/>
                    <a:pt x="85" y="166"/>
                  </a:cubicBezTo>
                  <a:cubicBezTo>
                    <a:pt x="84" y="166"/>
                    <a:pt x="82" y="167"/>
                    <a:pt x="81" y="167"/>
                  </a:cubicBezTo>
                  <a:cubicBezTo>
                    <a:pt x="80" y="167"/>
                    <a:pt x="78" y="168"/>
                    <a:pt x="77" y="168"/>
                  </a:cubicBezTo>
                  <a:cubicBezTo>
                    <a:pt x="76" y="168"/>
                    <a:pt x="74" y="170"/>
                    <a:pt x="73" y="170"/>
                  </a:cubicBezTo>
                  <a:cubicBezTo>
                    <a:pt x="72" y="170"/>
                    <a:pt x="70" y="171"/>
                    <a:pt x="69" y="170"/>
                  </a:cubicBezTo>
                  <a:cubicBezTo>
                    <a:pt x="67" y="170"/>
                    <a:pt x="64" y="169"/>
                    <a:pt x="63" y="169"/>
                  </a:cubicBezTo>
                  <a:cubicBezTo>
                    <a:pt x="62" y="168"/>
                    <a:pt x="61" y="168"/>
                    <a:pt x="60" y="168"/>
                  </a:cubicBezTo>
                  <a:cubicBezTo>
                    <a:pt x="59" y="168"/>
                    <a:pt x="57" y="169"/>
                    <a:pt x="57" y="169"/>
                  </a:cubicBezTo>
                  <a:cubicBezTo>
                    <a:pt x="56" y="170"/>
                    <a:pt x="57" y="172"/>
                    <a:pt x="57" y="172"/>
                  </a:cubicBezTo>
                  <a:cubicBezTo>
                    <a:pt x="56" y="173"/>
                    <a:pt x="54" y="173"/>
                    <a:pt x="52" y="174"/>
                  </a:cubicBezTo>
                  <a:cubicBezTo>
                    <a:pt x="52" y="174"/>
                    <a:pt x="50" y="175"/>
                    <a:pt x="49" y="174"/>
                  </a:cubicBezTo>
                  <a:cubicBezTo>
                    <a:pt x="47" y="174"/>
                    <a:pt x="45" y="173"/>
                    <a:pt x="43" y="173"/>
                  </a:cubicBezTo>
                  <a:cubicBezTo>
                    <a:pt x="42" y="173"/>
                    <a:pt x="40" y="173"/>
                    <a:pt x="39" y="173"/>
                  </a:cubicBezTo>
                  <a:cubicBezTo>
                    <a:pt x="38" y="173"/>
                    <a:pt x="37" y="174"/>
                    <a:pt x="36" y="174"/>
                  </a:cubicBezTo>
                  <a:cubicBezTo>
                    <a:pt x="36" y="175"/>
                    <a:pt x="36" y="177"/>
                    <a:pt x="35" y="177"/>
                  </a:cubicBezTo>
                  <a:cubicBezTo>
                    <a:pt x="35" y="178"/>
                    <a:pt x="33" y="177"/>
                    <a:pt x="33" y="178"/>
                  </a:cubicBezTo>
                  <a:cubicBezTo>
                    <a:pt x="32" y="178"/>
                    <a:pt x="31" y="181"/>
                    <a:pt x="31" y="181"/>
                  </a:cubicBezTo>
                  <a:cubicBezTo>
                    <a:pt x="30" y="182"/>
                    <a:pt x="28" y="182"/>
                    <a:pt x="27" y="182"/>
                  </a:cubicBezTo>
                  <a:cubicBezTo>
                    <a:pt x="26" y="182"/>
                    <a:pt x="24" y="183"/>
                    <a:pt x="23" y="182"/>
                  </a:cubicBezTo>
                  <a:cubicBezTo>
                    <a:pt x="22" y="182"/>
                    <a:pt x="21" y="181"/>
                    <a:pt x="21" y="180"/>
                  </a:cubicBezTo>
                  <a:cubicBezTo>
                    <a:pt x="20" y="180"/>
                    <a:pt x="21" y="178"/>
                    <a:pt x="21" y="178"/>
                  </a:cubicBezTo>
                  <a:cubicBezTo>
                    <a:pt x="22" y="177"/>
                    <a:pt x="22" y="176"/>
                    <a:pt x="22" y="176"/>
                  </a:cubicBezTo>
                  <a:cubicBezTo>
                    <a:pt x="22" y="175"/>
                    <a:pt x="22" y="174"/>
                    <a:pt x="22" y="174"/>
                  </a:cubicBezTo>
                  <a:cubicBezTo>
                    <a:pt x="22" y="173"/>
                    <a:pt x="23" y="172"/>
                    <a:pt x="24" y="171"/>
                  </a:cubicBezTo>
                  <a:cubicBezTo>
                    <a:pt x="24" y="170"/>
                    <a:pt x="25" y="169"/>
                    <a:pt x="26" y="168"/>
                  </a:cubicBezTo>
                  <a:cubicBezTo>
                    <a:pt x="26" y="167"/>
                    <a:pt x="27" y="166"/>
                    <a:pt x="27" y="165"/>
                  </a:cubicBezTo>
                  <a:cubicBezTo>
                    <a:pt x="28" y="164"/>
                    <a:pt x="28" y="163"/>
                    <a:pt x="29" y="162"/>
                  </a:cubicBezTo>
                  <a:cubicBezTo>
                    <a:pt x="29" y="162"/>
                    <a:pt x="30" y="161"/>
                    <a:pt x="30" y="160"/>
                  </a:cubicBezTo>
                  <a:cubicBezTo>
                    <a:pt x="31" y="159"/>
                    <a:pt x="31" y="156"/>
                    <a:pt x="32" y="155"/>
                  </a:cubicBezTo>
                  <a:cubicBezTo>
                    <a:pt x="32" y="153"/>
                    <a:pt x="33" y="150"/>
                    <a:pt x="33" y="149"/>
                  </a:cubicBezTo>
                  <a:cubicBezTo>
                    <a:pt x="33" y="147"/>
                    <a:pt x="33" y="145"/>
                    <a:pt x="33" y="143"/>
                  </a:cubicBezTo>
                  <a:cubicBezTo>
                    <a:pt x="33" y="141"/>
                    <a:pt x="33" y="137"/>
                    <a:pt x="33" y="134"/>
                  </a:cubicBezTo>
                  <a:cubicBezTo>
                    <a:pt x="33" y="132"/>
                    <a:pt x="33" y="129"/>
                    <a:pt x="33" y="127"/>
                  </a:cubicBezTo>
                  <a:cubicBezTo>
                    <a:pt x="33" y="125"/>
                    <a:pt x="32" y="122"/>
                    <a:pt x="32" y="120"/>
                  </a:cubicBezTo>
                  <a:cubicBezTo>
                    <a:pt x="31" y="118"/>
                    <a:pt x="30" y="113"/>
                    <a:pt x="29" y="111"/>
                  </a:cubicBezTo>
                  <a:cubicBezTo>
                    <a:pt x="28" y="108"/>
                    <a:pt x="27" y="103"/>
                    <a:pt x="26" y="100"/>
                  </a:cubicBezTo>
                  <a:cubicBezTo>
                    <a:pt x="25" y="98"/>
                    <a:pt x="23" y="93"/>
                    <a:pt x="22" y="91"/>
                  </a:cubicBezTo>
                  <a:cubicBezTo>
                    <a:pt x="21" y="90"/>
                    <a:pt x="19" y="87"/>
                    <a:pt x="18" y="86"/>
                  </a:cubicBezTo>
                  <a:cubicBezTo>
                    <a:pt x="18" y="85"/>
                    <a:pt x="16" y="83"/>
                    <a:pt x="15" y="82"/>
                  </a:cubicBezTo>
                  <a:cubicBezTo>
                    <a:pt x="14" y="81"/>
                    <a:pt x="14" y="79"/>
                    <a:pt x="13" y="78"/>
                  </a:cubicBezTo>
                  <a:cubicBezTo>
                    <a:pt x="12" y="77"/>
                    <a:pt x="10" y="75"/>
                    <a:pt x="8" y="74"/>
                  </a:cubicBezTo>
                  <a:cubicBezTo>
                    <a:pt x="7" y="73"/>
                    <a:pt x="6" y="72"/>
                    <a:pt x="5" y="72"/>
                  </a:cubicBezTo>
                  <a:cubicBezTo>
                    <a:pt x="4" y="71"/>
                    <a:pt x="2" y="70"/>
                    <a:pt x="2" y="70"/>
                  </a:cubicBezTo>
                  <a:cubicBezTo>
                    <a:pt x="1" y="69"/>
                    <a:pt x="0" y="68"/>
                    <a:pt x="1" y="68"/>
                  </a:cubicBezTo>
                  <a:cubicBezTo>
                    <a:pt x="1" y="67"/>
                    <a:pt x="2" y="67"/>
                    <a:pt x="2" y="67"/>
                  </a:cubicBezTo>
                  <a:cubicBezTo>
                    <a:pt x="2" y="67"/>
                    <a:pt x="3" y="68"/>
                    <a:pt x="4" y="68"/>
                  </a:cubicBezTo>
                  <a:cubicBezTo>
                    <a:pt x="4" y="68"/>
                    <a:pt x="5" y="67"/>
                    <a:pt x="5" y="67"/>
                  </a:cubicBezTo>
                  <a:cubicBezTo>
                    <a:pt x="5" y="67"/>
                    <a:pt x="5" y="68"/>
                    <a:pt x="5" y="69"/>
                  </a:cubicBezTo>
                  <a:cubicBezTo>
                    <a:pt x="6" y="69"/>
                    <a:pt x="6" y="70"/>
                    <a:pt x="6" y="70"/>
                  </a:cubicBezTo>
                  <a:cubicBezTo>
                    <a:pt x="6" y="70"/>
                    <a:pt x="7" y="70"/>
                    <a:pt x="8" y="70"/>
                  </a:cubicBezTo>
                  <a:cubicBezTo>
                    <a:pt x="9" y="70"/>
                    <a:pt x="11" y="69"/>
                    <a:pt x="12" y="69"/>
                  </a:cubicBezTo>
                  <a:cubicBezTo>
                    <a:pt x="12" y="69"/>
                    <a:pt x="14" y="68"/>
                    <a:pt x="14" y="68"/>
                  </a:cubicBezTo>
                  <a:cubicBezTo>
                    <a:pt x="15" y="68"/>
                    <a:pt x="16" y="67"/>
                    <a:pt x="17" y="66"/>
                  </a:cubicBezTo>
                  <a:cubicBezTo>
                    <a:pt x="17" y="66"/>
                    <a:pt x="18" y="65"/>
                    <a:pt x="19" y="65"/>
                  </a:cubicBezTo>
                  <a:cubicBezTo>
                    <a:pt x="20" y="65"/>
                    <a:pt x="22" y="66"/>
                    <a:pt x="23" y="65"/>
                  </a:cubicBezTo>
                  <a:cubicBezTo>
                    <a:pt x="24" y="65"/>
                    <a:pt x="26" y="65"/>
                    <a:pt x="27" y="65"/>
                  </a:cubicBezTo>
                  <a:cubicBezTo>
                    <a:pt x="28" y="64"/>
                    <a:pt x="31" y="64"/>
                    <a:pt x="32" y="64"/>
                  </a:cubicBezTo>
                  <a:cubicBezTo>
                    <a:pt x="33" y="64"/>
                    <a:pt x="35" y="64"/>
                    <a:pt x="36" y="64"/>
                  </a:cubicBezTo>
                  <a:cubicBezTo>
                    <a:pt x="37" y="64"/>
                    <a:pt x="39" y="63"/>
                    <a:pt x="40" y="62"/>
                  </a:cubicBezTo>
                  <a:cubicBezTo>
                    <a:pt x="40" y="62"/>
                    <a:pt x="41" y="61"/>
                    <a:pt x="42" y="61"/>
                  </a:cubicBezTo>
                  <a:cubicBezTo>
                    <a:pt x="42" y="60"/>
                    <a:pt x="44" y="60"/>
                    <a:pt x="44" y="60"/>
                  </a:cubicBezTo>
                  <a:cubicBezTo>
                    <a:pt x="45" y="60"/>
                    <a:pt x="46" y="60"/>
                    <a:pt x="47" y="61"/>
                  </a:cubicBezTo>
                  <a:cubicBezTo>
                    <a:pt x="47" y="61"/>
                    <a:pt x="46" y="62"/>
                    <a:pt x="46" y="62"/>
                  </a:cubicBezTo>
                  <a:cubicBezTo>
                    <a:pt x="46" y="63"/>
                    <a:pt x="45" y="63"/>
                    <a:pt x="45" y="64"/>
                  </a:cubicBezTo>
                  <a:cubicBezTo>
                    <a:pt x="45" y="64"/>
                    <a:pt x="45" y="66"/>
                    <a:pt x="45" y="66"/>
                  </a:cubicBezTo>
                  <a:cubicBezTo>
                    <a:pt x="45" y="67"/>
                    <a:pt x="46" y="67"/>
                    <a:pt x="46" y="68"/>
                  </a:cubicBezTo>
                  <a:cubicBezTo>
                    <a:pt x="46" y="68"/>
                    <a:pt x="47" y="69"/>
                    <a:pt x="48" y="69"/>
                  </a:cubicBezTo>
                  <a:cubicBezTo>
                    <a:pt x="48" y="70"/>
                    <a:pt x="50" y="70"/>
                    <a:pt x="51" y="71"/>
                  </a:cubicBezTo>
                  <a:cubicBezTo>
                    <a:pt x="51" y="71"/>
                    <a:pt x="51" y="73"/>
                    <a:pt x="51" y="73"/>
                  </a:cubicBezTo>
                  <a:cubicBezTo>
                    <a:pt x="51" y="74"/>
                    <a:pt x="51" y="75"/>
                    <a:pt x="51" y="75"/>
                  </a:cubicBezTo>
                  <a:cubicBezTo>
                    <a:pt x="51" y="76"/>
                    <a:pt x="50" y="77"/>
                    <a:pt x="49" y="77"/>
                  </a:cubicBezTo>
                  <a:cubicBezTo>
                    <a:pt x="49" y="77"/>
                    <a:pt x="48" y="78"/>
                    <a:pt x="47" y="78"/>
                  </a:cubicBezTo>
                  <a:cubicBezTo>
                    <a:pt x="47" y="79"/>
                    <a:pt x="47" y="80"/>
                    <a:pt x="47" y="81"/>
                  </a:cubicBezTo>
                  <a:cubicBezTo>
                    <a:pt x="47" y="81"/>
                    <a:pt x="48" y="81"/>
                    <a:pt x="48" y="81"/>
                  </a:cubicBezTo>
                  <a:cubicBezTo>
                    <a:pt x="48" y="81"/>
                    <a:pt x="48" y="82"/>
                    <a:pt x="48" y="82"/>
                  </a:cubicBezTo>
                  <a:cubicBezTo>
                    <a:pt x="49" y="82"/>
                    <a:pt x="50" y="82"/>
                    <a:pt x="50" y="81"/>
                  </a:cubicBezTo>
                  <a:cubicBezTo>
                    <a:pt x="50" y="81"/>
                    <a:pt x="51" y="81"/>
                    <a:pt x="51" y="80"/>
                  </a:cubicBezTo>
                  <a:cubicBezTo>
                    <a:pt x="51" y="80"/>
                    <a:pt x="52" y="80"/>
                    <a:pt x="52" y="80"/>
                  </a:cubicBezTo>
                  <a:cubicBezTo>
                    <a:pt x="53" y="80"/>
                    <a:pt x="54" y="81"/>
                    <a:pt x="55" y="81"/>
                  </a:cubicBezTo>
                  <a:cubicBezTo>
                    <a:pt x="55" y="81"/>
                    <a:pt x="57" y="82"/>
                    <a:pt x="57" y="83"/>
                  </a:cubicBezTo>
                  <a:cubicBezTo>
                    <a:pt x="58" y="84"/>
                    <a:pt x="58" y="85"/>
                    <a:pt x="58" y="85"/>
                  </a:cubicBezTo>
                  <a:cubicBezTo>
                    <a:pt x="59" y="86"/>
                    <a:pt x="58" y="88"/>
                    <a:pt x="58" y="88"/>
                  </a:cubicBezTo>
                  <a:cubicBezTo>
                    <a:pt x="59" y="89"/>
                    <a:pt x="60" y="89"/>
                    <a:pt x="60" y="89"/>
                  </a:cubicBezTo>
                  <a:cubicBezTo>
                    <a:pt x="61" y="89"/>
                    <a:pt x="61" y="88"/>
                    <a:pt x="61" y="88"/>
                  </a:cubicBezTo>
                  <a:cubicBezTo>
                    <a:pt x="61" y="87"/>
                    <a:pt x="61" y="86"/>
                    <a:pt x="61" y="85"/>
                  </a:cubicBezTo>
                  <a:cubicBezTo>
                    <a:pt x="61" y="84"/>
                    <a:pt x="61" y="83"/>
                    <a:pt x="61" y="83"/>
                  </a:cubicBezTo>
                  <a:cubicBezTo>
                    <a:pt x="61" y="82"/>
                    <a:pt x="60" y="81"/>
                    <a:pt x="60" y="81"/>
                  </a:cubicBezTo>
                  <a:cubicBezTo>
                    <a:pt x="60" y="80"/>
                    <a:pt x="61" y="79"/>
                    <a:pt x="62" y="79"/>
                  </a:cubicBezTo>
                  <a:cubicBezTo>
                    <a:pt x="62" y="79"/>
                    <a:pt x="62" y="78"/>
                    <a:pt x="62" y="78"/>
                  </a:cubicBezTo>
                  <a:cubicBezTo>
                    <a:pt x="62" y="77"/>
                    <a:pt x="63" y="77"/>
                    <a:pt x="64" y="77"/>
                  </a:cubicBezTo>
                  <a:cubicBezTo>
                    <a:pt x="64" y="77"/>
                    <a:pt x="65" y="77"/>
                    <a:pt x="65" y="78"/>
                  </a:cubicBezTo>
                  <a:cubicBezTo>
                    <a:pt x="66" y="78"/>
                    <a:pt x="67" y="77"/>
                    <a:pt x="67" y="77"/>
                  </a:cubicBezTo>
                  <a:cubicBezTo>
                    <a:pt x="68" y="77"/>
                    <a:pt x="69" y="77"/>
                    <a:pt x="70" y="77"/>
                  </a:cubicBezTo>
                  <a:cubicBezTo>
                    <a:pt x="70" y="78"/>
                    <a:pt x="71" y="79"/>
                    <a:pt x="71" y="79"/>
                  </a:cubicBezTo>
                  <a:cubicBezTo>
                    <a:pt x="71" y="80"/>
                    <a:pt x="70" y="80"/>
                    <a:pt x="70" y="80"/>
                  </a:cubicBezTo>
                  <a:cubicBezTo>
                    <a:pt x="70" y="81"/>
                    <a:pt x="69" y="81"/>
                    <a:pt x="69" y="80"/>
                  </a:cubicBezTo>
                  <a:cubicBezTo>
                    <a:pt x="68" y="80"/>
                    <a:pt x="68" y="79"/>
                    <a:pt x="68" y="79"/>
                  </a:cubicBezTo>
                  <a:cubicBezTo>
                    <a:pt x="68" y="79"/>
                    <a:pt x="67" y="79"/>
                    <a:pt x="67" y="79"/>
                  </a:cubicBezTo>
                  <a:cubicBezTo>
                    <a:pt x="66" y="80"/>
                    <a:pt x="66" y="81"/>
                    <a:pt x="66" y="81"/>
                  </a:cubicBezTo>
                  <a:cubicBezTo>
                    <a:pt x="65" y="82"/>
                    <a:pt x="65" y="83"/>
                    <a:pt x="66" y="84"/>
                  </a:cubicBezTo>
                  <a:cubicBezTo>
                    <a:pt x="66" y="84"/>
                    <a:pt x="67" y="84"/>
                    <a:pt x="68" y="84"/>
                  </a:cubicBezTo>
                  <a:cubicBezTo>
                    <a:pt x="68" y="84"/>
                    <a:pt x="69" y="83"/>
                    <a:pt x="69" y="84"/>
                  </a:cubicBezTo>
                  <a:cubicBezTo>
                    <a:pt x="69" y="84"/>
                    <a:pt x="70" y="85"/>
                    <a:pt x="70" y="85"/>
                  </a:cubicBezTo>
                  <a:cubicBezTo>
                    <a:pt x="70" y="85"/>
                    <a:pt x="71" y="86"/>
                    <a:pt x="72" y="86"/>
                  </a:cubicBezTo>
                  <a:cubicBezTo>
                    <a:pt x="72" y="86"/>
                    <a:pt x="73" y="86"/>
                    <a:pt x="74" y="86"/>
                  </a:cubicBezTo>
                  <a:cubicBezTo>
                    <a:pt x="74" y="86"/>
                    <a:pt x="74" y="87"/>
                    <a:pt x="74" y="87"/>
                  </a:cubicBezTo>
                  <a:cubicBezTo>
                    <a:pt x="74" y="88"/>
                    <a:pt x="74" y="89"/>
                    <a:pt x="74" y="89"/>
                  </a:cubicBezTo>
                  <a:cubicBezTo>
                    <a:pt x="73" y="90"/>
                    <a:pt x="72" y="90"/>
                    <a:pt x="72" y="90"/>
                  </a:cubicBezTo>
                  <a:cubicBezTo>
                    <a:pt x="71" y="91"/>
                    <a:pt x="72" y="92"/>
                    <a:pt x="72" y="92"/>
                  </a:cubicBezTo>
                  <a:cubicBezTo>
                    <a:pt x="72" y="93"/>
                    <a:pt x="72" y="94"/>
                    <a:pt x="73" y="94"/>
                  </a:cubicBezTo>
                  <a:cubicBezTo>
                    <a:pt x="73" y="94"/>
                    <a:pt x="74" y="93"/>
                    <a:pt x="74" y="93"/>
                  </a:cubicBezTo>
                  <a:cubicBezTo>
                    <a:pt x="74" y="93"/>
                    <a:pt x="74" y="92"/>
                    <a:pt x="74" y="92"/>
                  </a:cubicBezTo>
                  <a:cubicBezTo>
                    <a:pt x="74" y="91"/>
                    <a:pt x="75" y="91"/>
                    <a:pt x="75" y="91"/>
                  </a:cubicBezTo>
                  <a:cubicBezTo>
                    <a:pt x="76" y="91"/>
                    <a:pt x="75" y="93"/>
                    <a:pt x="76" y="93"/>
                  </a:cubicBezTo>
                  <a:cubicBezTo>
                    <a:pt x="76" y="93"/>
                    <a:pt x="77" y="94"/>
                    <a:pt x="77" y="95"/>
                  </a:cubicBezTo>
                  <a:cubicBezTo>
                    <a:pt x="77" y="95"/>
                    <a:pt x="77" y="97"/>
                    <a:pt x="77" y="97"/>
                  </a:cubicBezTo>
                  <a:cubicBezTo>
                    <a:pt x="78" y="98"/>
                    <a:pt x="78" y="99"/>
                    <a:pt x="79" y="99"/>
                  </a:cubicBezTo>
                  <a:cubicBezTo>
                    <a:pt x="79" y="99"/>
                    <a:pt x="80" y="98"/>
                    <a:pt x="80" y="98"/>
                  </a:cubicBezTo>
                  <a:cubicBezTo>
                    <a:pt x="80" y="97"/>
                    <a:pt x="80" y="95"/>
                    <a:pt x="80" y="94"/>
                  </a:cubicBezTo>
                  <a:cubicBezTo>
                    <a:pt x="80" y="94"/>
                    <a:pt x="79" y="92"/>
                    <a:pt x="79" y="92"/>
                  </a:cubicBezTo>
                  <a:cubicBezTo>
                    <a:pt x="79" y="91"/>
                    <a:pt x="79" y="90"/>
                    <a:pt x="79" y="89"/>
                  </a:cubicBezTo>
                  <a:cubicBezTo>
                    <a:pt x="79" y="88"/>
                    <a:pt x="79" y="87"/>
                    <a:pt x="79" y="86"/>
                  </a:cubicBezTo>
                  <a:cubicBezTo>
                    <a:pt x="79" y="85"/>
                    <a:pt x="78" y="84"/>
                    <a:pt x="78" y="84"/>
                  </a:cubicBezTo>
                  <a:cubicBezTo>
                    <a:pt x="77" y="83"/>
                    <a:pt x="77" y="82"/>
                    <a:pt x="76" y="82"/>
                  </a:cubicBezTo>
                  <a:cubicBezTo>
                    <a:pt x="76" y="82"/>
                    <a:pt x="76" y="81"/>
                    <a:pt x="76" y="80"/>
                  </a:cubicBezTo>
                  <a:cubicBezTo>
                    <a:pt x="76" y="80"/>
                    <a:pt x="76" y="78"/>
                    <a:pt x="76" y="77"/>
                  </a:cubicBezTo>
                  <a:cubicBezTo>
                    <a:pt x="76" y="77"/>
                    <a:pt x="76" y="76"/>
                    <a:pt x="76" y="75"/>
                  </a:cubicBezTo>
                  <a:cubicBezTo>
                    <a:pt x="75" y="75"/>
                    <a:pt x="75" y="75"/>
                    <a:pt x="74" y="75"/>
                  </a:cubicBezTo>
                  <a:cubicBezTo>
                    <a:pt x="74" y="75"/>
                    <a:pt x="72" y="75"/>
                    <a:pt x="72" y="75"/>
                  </a:cubicBezTo>
                  <a:cubicBezTo>
                    <a:pt x="71" y="75"/>
                    <a:pt x="70" y="75"/>
                    <a:pt x="69" y="75"/>
                  </a:cubicBezTo>
                  <a:cubicBezTo>
                    <a:pt x="69" y="75"/>
                    <a:pt x="69" y="74"/>
                    <a:pt x="68" y="73"/>
                  </a:cubicBezTo>
                  <a:cubicBezTo>
                    <a:pt x="68" y="73"/>
                    <a:pt x="67" y="73"/>
                    <a:pt x="67" y="73"/>
                  </a:cubicBezTo>
                  <a:cubicBezTo>
                    <a:pt x="67" y="73"/>
                    <a:pt x="65" y="72"/>
                    <a:pt x="66" y="72"/>
                  </a:cubicBezTo>
                  <a:cubicBezTo>
                    <a:pt x="66" y="71"/>
                    <a:pt x="67" y="71"/>
                    <a:pt x="67" y="71"/>
                  </a:cubicBezTo>
                  <a:cubicBezTo>
                    <a:pt x="68" y="71"/>
                    <a:pt x="69" y="71"/>
                    <a:pt x="69" y="71"/>
                  </a:cubicBezTo>
                  <a:cubicBezTo>
                    <a:pt x="70" y="70"/>
                    <a:pt x="71" y="70"/>
                    <a:pt x="72" y="69"/>
                  </a:cubicBezTo>
                  <a:cubicBezTo>
                    <a:pt x="72" y="69"/>
                    <a:pt x="73" y="68"/>
                    <a:pt x="74" y="68"/>
                  </a:cubicBezTo>
                  <a:cubicBezTo>
                    <a:pt x="74" y="68"/>
                    <a:pt x="76" y="67"/>
                    <a:pt x="77" y="67"/>
                  </a:cubicBezTo>
                  <a:cubicBezTo>
                    <a:pt x="77" y="67"/>
                    <a:pt x="79" y="66"/>
                    <a:pt x="80" y="66"/>
                  </a:cubicBezTo>
                  <a:cubicBezTo>
                    <a:pt x="80" y="66"/>
                    <a:pt x="80" y="65"/>
                    <a:pt x="81" y="65"/>
                  </a:cubicBezTo>
                  <a:cubicBezTo>
                    <a:pt x="81" y="65"/>
                    <a:pt x="82" y="66"/>
                    <a:pt x="82" y="67"/>
                  </a:cubicBezTo>
                  <a:cubicBezTo>
                    <a:pt x="82" y="68"/>
                    <a:pt x="82" y="69"/>
                    <a:pt x="82" y="70"/>
                  </a:cubicBezTo>
                  <a:cubicBezTo>
                    <a:pt x="82" y="70"/>
                    <a:pt x="82" y="71"/>
                    <a:pt x="82" y="72"/>
                  </a:cubicBezTo>
                  <a:cubicBezTo>
                    <a:pt x="83" y="72"/>
                    <a:pt x="84" y="73"/>
                    <a:pt x="84" y="73"/>
                  </a:cubicBezTo>
                  <a:cubicBezTo>
                    <a:pt x="85" y="73"/>
                    <a:pt x="85" y="71"/>
                    <a:pt x="86" y="71"/>
                  </a:cubicBezTo>
                  <a:cubicBezTo>
                    <a:pt x="86" y="70"/>
                    <a:pt x="86" y="69"/>
                    <a:pt x="87" y="69"/>
                  </a:cubicBezTo>
                  <a:cubicBezTo>
                    <a:pt x="87" y="69"/>
                    <a:pt x="88" y="70"/>
                    <a:pt x="89" y="70"/>
                  </a:cubicBezTo>
                  <a:cubicBezTo>
                    <a:pt x="89" y="70"/>
                    <a:pt x="90" y="71"/>
                    <a:pt x="90" y="71"/>
                  </a:cubicBezTo>
                  <a:cubicBezTo>
                    <a:pt x="91" y="71"/>
                    <a:pt x="92" y="72"/>
                    <a:pt x="92" y="72"/>
                  </a:cubicBezTo>
                  <a:cubicBezTo>
                    <a:pt x="93" y="72"/>
                    <a:pt x="94" y="72"/>
                    <a:pt x="94" y="72"/>
                  </a:cubicBezTo>
                  <a:cubicBezTo>
                    <a:pt x="94" y="73"/>
                    <a:pt x="94" y="74"/>
                    <a:pt x="95" y="74"/>
                  </a:cubicBezTo>
                  <a:cubicBezTo>
                    <a:pt x="95" y="75"/>
                    <a:pt x="97" y="75"/>
                    <a:pt x="97" y="75"/>
                  </a:cubicBezTo>
                  <a:cubicBezTo>
                    <a:pt x="98" y="74"/>
                    <a:pt x="98" y="73"/>
                    <a:pt x="98" y="72"/>
                  </a:cubicBezTo>
                  <a:cubicBezTo>
                    <a:pt x="98" y="72"/>
                    <a:pt x="97" y="72"/>
                    <a:pt x="97" y="71"/>
                  </a:cubicBezTo>
                  <a:cubicBezTo>
                    <a:pt x="97" y="71"/>
                    <a:pt x="97" y="70"/>
                    <a:pt x="97" y="69"/>
                  </a:cubicBezTo>
                  <a:cubicBezTo>
                    <a:pt x="97" y="68"/>
                    <a:pt x="95" y="68"/>
                    <a:pt x="95" y="68"/>
                  </a:cubicBezTo>
                  <a:cubicBezTo>
                    <a:pt x="94" y="67"/>
                    <a:pt x="93" y="67"/>
                    <a:pt x="93" y="66"/>
                  </a:cubicBezTo>
                  <a:cubicBezTo>
                    <a:pt x="93" y="66"/>
                    <a:pt x="93" y="65"/>
                    <a:pt x="93" y="65"/>
                  </a:cubicBezTo>
                  <a:cubicBezTo>
                    <a:pt x="93" y="64"/>
                    <a:pt x="93" y="64"/>
                    <a:pt x="93" y="63"/>
                  </a:cubicBezTo>
                  <a:cubicBezTo>
                    <a:pt x="94" y="63"/>
                    <a:pt x="94" y="62"/>
                    <a:pt x="94" y="62"/>
                  </a:cubicBezTo>
                  <a:cubicBezTo>
                    <a:pt x="94" y="61"/>
                    <a:pt x="94" y="61"/>
                    <a:pt x="95" y="60"/>
                  </a:cubicBezTo>
                  <a:cubicBezTo>
                    <a:pt x="95" y="60"/>
                    <a:pt x="96" y="60"/>
                    <a:pt x="97" y="60"/>
                  </a:cubicBezTo>
                  <a:cubicBezTo>
                    <a:pt x="97" y="60"/>
                    <a:pt x="97" y="61"/>
                    <a:pt x="97" y="61"/>
                  </a:cubicBezTo>
                  <a:cubicBezTo>
                    <a:pt x="98" y="62"/>
                    <a:pt x="97" y="63"/>
                    <a:pt x="97" y="63"/>
                  </a:cubicBezTo>
                  <a:cubicBezTo>
                    <a:pt x="98" y="63"/>
                    <a:pt x="98" y="64"/>
                    <a:pt x="99" y="64"/>
                  </a:cubicBezTo>
                  <a:cubicBezTo>
                    <a:pt x="99" y="64"/>
                    <a:pt x="100" y="64"/>
                    <a:pt x="100" y="63"/>
                  </a:cubicBezTo>
                  <a:cubicBezTo>
                    <a:pt x="100" y="63"/>
                    <a:pt x="100" y="62"/>
                    <a:pt x="100" y="62"/>
                  </a:cubicBezTo>
                  <a:cubicBezTo>
                    <a:pt x="100" y="61"/>
                    <a:pt x="99" y="60"/>
                    <a:pt x="99" y="60"/>
                  </a:cubicBezTo>
                  <a:cubicBezTo>
                    <a:pt x="99" y="60"/>
                    <a:pt x="100" y="59"/>
                    <a:pt x="100" y="59"/>
                  </a:cubicBezTo>
                  <a:cubicBezTo>
                    <a:pt x="101" y="59"/>
                    <a:pt x="102" y="60"/>
                    <a:pt x="102" y="60"/>
                  </a:cubicBezTo>
                  <a:cubicBezTo>
                    <a:pt x="103" y="60"/>
                    <a:pt x="103" y="61"/>
                    <a:pt x="103" y="61"/>
                  </a:cubicBezTo>
                  <a:cubicBezTo>
                    <a:pt x="103" y="62"/>
                    <a:pt x="103" y="63"/>
                    <a:pt x="103" y="63"/>
                  </a:cubicBezTo>
                  <a:cubicBezTo>
                    <a:pt x="103" y="64"/>
                    <a:pt x="103" y="65"/>
                    <a:pt x="104" y="65"/>
                  </a:cubicBezTo>
                  <a:cubicBezTo>
                    <a:pt x="104" y="65"/>
                    <a:pt x="106" y="65"/>
                    <a:pt x="106" y="64"/>
                  </a:cubicBezTo>
                  <a:cubicBezTo>
                    <a:pt x="107" y="64"/>
                    <a:pt x="106" y="63"/>
                    <a:pt x="106" y="62"/>
                  </a:cubicBezTo>
                  <a:cubicBezTo>
                    <a:pt x="106" y="62"/>
                    <a:pt x="106" y="61"/>
                    <a:pt x="106" y="60"/>
                  </a:cubicBezTo>
                  <a:cubicBezTo>
                    <a:pt x="106" y="60"/>
                    <a:pt x="105" y="59"/>
                    <a:pt x="105" y="59"/>
                  </a:cubicBezTo>
                  <a:cubicBezTo>
                    <a:pt x="105" y="58"/>
                    <a:pt x="106" y="57"/>
                    <a:pt x="106" y="57"/>
                  </a:cubicBezTo>
                  <a:cubicBezTo>
                    <a:pt x="106" y="57"/>
                    <a:pt x="107" y="56"/>
                    <a:pt x="107" y="56"/>
                  </a:cubicBezTo>
                  <a:cubicBezTo>
                    <a:pt x="108" y="56"/>
                    <a:pt x="108" y="57"/>
                    <a:pt x="108" y="57"/>
                  </a:cubicBezTo>
                  <a:cubicBezTo>
                    <a:pt x="109" y="57"/>
                    <a:pt x="110" y="58"/>
                    <a:pt x="110" y="58"/>
                  </a:cubicBezTo>
                  <a:cubicBezTo>
                    <a:pt x="110" y="58"/>
                    <a:pt x="111" y="59"/>
                    <a:pt x="111" y="60"/>
                  </a:cubicBezTo>
                  <a:cubicBezTo>
                    <a:pt x="111" y="60"/>
                    <a:pt x="112" y="61"/>
                    <a:pt x="112" y="61"/>
                  </a:cubicBezTo>
                  <a:cubicBezTo>
                    <a:pt x="113" y="61"/>
                    <a:pt x="113" y="60"/>
                    <a:pt x="113" y="59"/>
                  </a:cubicBezTo>
                  <a:cubicBezTo>
                    <a:pt x="113" y="59"/>
                    <a:pt x="113" y="58"/>
                    <a:pt x="113" y="57"/>
                  </a:cubicBezTo>
                  <a:cubicBezTo>
                    <a:pt x="113" y="57"/>
                    <a:pt x="113" y="56"/>
                    <a:pt x="113" y="56"/>
                  </a:cubicBezTo>
                  <a:cubicBezTo>
                    <a:pt x="112" y="56"/>
                    <a:pt x="112" y="55"/>
                    <a:pt x="111" y="55"/>
                  </a:cubicBezTo>
                  <a:cubicBezTo>
                    <a:pt x="111" y="55"/>
                    <a:pt x="111" y="54"/>
                    <a:pt x="110" y="54"/>
                  </a:cubicBezTo>
                  <a:cubicBezTo>
                    <a:pt x="110" y="54"/>
                    <a:pt x="109" y="54"/>
                    <a:pt x="108" y="54"/>
                  </a:cubicBezTo>
                  <a:cubicBezTo>
                    <a:pt x="108" y="54"/>
                    <a:pt x="107" y="54"/>
                    <a:pt x="106" y="54"/>
                  </a:cubicBezTo>
                  <a:cubicBezTo>
                    <a:pt x="106" y="54"/>
                    <a:pt x="105" y="53"/>
                    <a:pt x="105" y="53"/>
                  </a:cubicBezTo>
                  <a:cubicBezTo>
                    <a:pt x="104" y="53"/>
                    <a:pt x="102" y="53"/>
                    <a:pt x="101" y="53"/>
                  </a:cubicBezTo>
                  <a:cubicBezTo>
                    <a:pt x="100" y="53"/>
                    <a:pt x="99" y="53"/>
                    <a:pt x="98" y="53"/>
                  </a:cubicBezTo>
                  <a:cubicBezTo>
                    <a:pt x="97" y="53"/>
                    <a:pt x="96" y="53"/>
                    <a:pt x="95" y="53"/>
                  </a:cubicBezTo>
                  <a:cubicBezTo>
                    <a:pt x="94" y="53"/>
                    <a:pt x="92" y="54"/>
                    <a:pt x="92" y="54"/>
                  </a:cubicBezTo>
                  <a:cubicBezTo>
                    <a:pt x="91" y="54"/>
                    <a:pt x="90" y="54"/>
                    <a:pt x="90" y="54"/>
                  </a:cubicBezTo>
                  <a:cubicBezTo>
                    <a:pt x="89" y="54"/>
                    <a:pt x="88" y="54"/>
                    <a:pt x="88" y="54"/>
                  </a:cubicBezTo>
                  <a:cubicBezTo>
                    <a:pt x="87" y="54"/>
                    <a:pt x="86" y="54"/>
                    <a:pt x="86" y="54"/>
                  </a:cubicBezTo>
                  <a:cubicBezTo>
                    <a:pt x="85" y="54"/>
                    <a:pt x="84" y="54"/>
                    <a:pt x="83" y="54"/>
                  </a:cubicBezTo>
                  <a:cubicBezTo>
                    <a:pt x="83" y="55"/>
                    <a:pt x="82" y="56"/>
                    <a:pt x="82" y="56"/>
                  </a:cubicBezTo>
                  <a:cubicBezTo>
                    <a:pt x="82" y="57"/>
                    <a:pt x="81" y="58"/>
                    <a:pt x="81" y="58"/>
                  </a:cubicBezTo>
                  <a:cubicBezTo>
                    <a:pt x="81" y="59"/>
                    <a:pt x="80" y="59"/>
                    <a:pt x="80" y="59"/>
                  </a:cubicBezTo>
                  <a:cubicBezTo>
                    <a:pt x="79" y="58"/>
                    <a:pt x="79" y="57"/>
                    <a:pt x="79" y="56"/>
                  </a:cubicBezTo>
                  <a:cubicBezTo>
                    <a:pt x="79" y="56"/>
                    <a:pt x="79" y="55"/>
                    <a:pt x="79" y="54"/>
                  </a:cubicBezTo>
                  <a:cubicBezTo>
                    <a:pt x="79" y="53"/>
                    <a:pt x="79" y="51"/>
                    <a:pt x="80" y="51"/>
                  </a:cubicBezTo>
                  <a:cubicBezTo>
                    <a:pt x="80" y="50"/>
                    <a:pt x="81" y="48"/>
                    <a:pt x="81" y="47"/>
                  </a:cubicBezTo>
                  <a:cubicBezTo>
                    <a:pt x="82" y="47"/>
                    <a:pt x="82" y="46"/>
                    <a:pt x="82" y="46"/>
                  </a:cubicBezTo>
                  <a:cubicBezTo>
                    <a:pt x="83" y="45"/>
                    <a:pt x="85" y="45"/>
                    <a:pt x="86" y="45"/>
                  </a:cubicBezTo>
                  <a:cubicBezTo>
                    <a:pt x="87" y="44"/>
                    <a:pt x="89" y="44"/>
                    <a:pt x="90" y="43"/>
                  </a:cubicBezTo>
                  <a:cubicBezTo>
                    <a:pt x="91" y="43"/>
                    <a:pt x="92" y="42"/>
                    <a:pt x="93" y="42"/>
                  </a:cubicBezTo>
                  <a:cubicBezTo>
                    <a:pt x="94" y="42"/>
                    <a:pt x="95" y="41"/>
                    <a:pt x="95" y="41"/>
                  </a:cubicBezTo>
                  <a:cubicBezTo>
                    <a:pt x="96" y="40"/>
                    <a:pt x="96" y="40"/>
                    <a:pt x="96" y="39"/>
                  </a:cubicBezTo>
                  <a:cubicBezTo>
                    <a:pt x="96" y="39"/>
                    <a:pt x="94" y="39"/>
                    <a:pt x="94" y="39"/>
                  </a:cubicBezTo>
                  <a:cubicBezTo>
                    <a:pt x="94" y="39"/>
                    <a:pt x="93" y="39"/>
                    <a:pt x="93" y="39"/>
                  </a:cubicBezTo>
                  <a:cubicBezTo>
                    <a:pt x="92" y="39"/>
                    <a:pt x="93" y="38"/>
                    <a:pt x="94" y="38"/>
                  </a:cubicBezTo>
                  <a:cubicBezTo>
                    <a:pt x="94" y="37"/>
                    <a:pt x="94" y="37"/>
                    <a:pt x="95" y="37"/>
                  </a:cubicBezTo>
                  <a:cubicBezTo>
                    <a:pt x="95" y="37"/>
                    <a:pt x="97" y="36"/>
                    <a:pt x="97" y="36"/>
                  </a:cubicBezTo>
                  <a:cubicBezTo>
                    <a:pt x="98" y="36"/>
                    <a:pt x="99" y="36"/>
                    <a:pt x="100" y="36"/>
                  </a:cubicBezTo>
                  <a:cubicBezTo>
                    <a:pt x="101" y="36"/>
                    <a:pt x="102" y="35"/>
                    <a:pt x="103" y="35"/>
                  </a:cubicBezTo>
                  <a:cubicBezTo>
                    <a:pt x="104" y="34"/>
                    <a:pt x="105" y="33"/>
                    <a:pt x="106" y="33"/>
                  </a:cubicBezTo>
                  <a:cubicBezTo>
                    <a:pt x="107" y="32"/>
                    <a:pt x="108" y="31"/>
                    <a:pt x="109" y="30"/>
                  </a:cubicBezTo>
                  <a:cubicBezTo>
                    <a:pt x="109" y="30"/>
                    <a:pt x="110" y="29"/>
                    <a:pt x="110" y="28"/>
                  </a:cubicBezTo>
                  <a:cubicBezTo>
                    <a:pt x="111" y="28"/>
                    <a:pt x="113" y="28"/>
                    <a:pt x="114" y="28"/>
                  </a:cubicBezTo>
                  <a:cubicBezTo>
                    <a:pt x="115" y="28"/>
                    <a:pt x="116" y="28"/>
                    <a:pt x="117" y="28"/>
                  </a:cubicBezTo>
                  <a:cubicBezTo>
                    <a:pt x="118" y="28"/>
                    <a:pt x="119" y="29"/>
                    <a:pt x="120" y="29"/>
                  </a:cubicBezTo>
                  <a:cubicBezTo>
                    <a:pt x="121" y="29"/>
                    <a:pt x="122" y="29"/>
                    <a:pt x="123" y="29"/>
                  </a:cubicBezTo>
                  <a:cubicBezTo>
                    <a:pt x="123" y="29"/>
                    <a:pt x="124" y="29"/>
                    <a:pt x="125" y="28"/>
                  </a:cubicBezTo>
                  <a:cubicBezTo>
                    <a:pt x="125" y="28"/>
                    <a:pt x="125" y="27"/>
                    <a:pt x="125" y="27"/>
                  </a:cubicBezTo>
                  <a:cubicBezTo>
                    <a:pt x="126" y="27"/>
                    <a:pt x="126" y="27"/>
                    <a:pt x="127" y="27"/>
                  </a:cubicBezTo>
                  <a:cubicBezTo>
                    <a:pt x="128" y="28"/>
                    <a:pt x="129" y="31"/>
                    <a:pt x="130" y="32"/>
                  </a:cubicBezTo>
                  <a:cubicBezTo>
                    <a:pt x="130" y="33"/>
                    <a:pt x="130" y="34"/>
                    <a:pt x="130" y="34"/>
                  </a:cubicBezTo>
                  <a:cubicBezTo>
                    <a:pt x="129" y="35"/>
                    <a:pt x="128" y="35"/>
                    <a:pt x="128" y="35"/>
                  </a:cubicBezTo>
                  <a:cubicBezTo>
                    <a:pt x="127" y="35"/>
                    <a:pt x="125" y="34"/>
                    <a:pt x="124" y="35"/>
                  </a:cubicBezTo>
                  <a:cubicBezTo>
                    <a:pt x="124" y="35"/>
                    <a:pt x="124" y="36"/>
                    <a:pt x="124" y="37"/>
                  </a:cubicBezTo>
                  <a:cubicBezTo>
                    <a:pt x="124" y="37"/>
                    <a:pt x="125" y="39"/>
                    <a:pt x="125" y="40"/>
                  </a:cubicBezTo>
                  <a:cubicBezTo>
                    <a:pt x="126" y="41"/>
                    <a:pt x="129" y="42"/>
                    <a:pt x="130" y="42"/>
                  </a:cubicBezTo>
                  <a:cubicBezTo>
                    <a:pt x="131" y="43"/>
                    <a:pt x="134" y="43"/>
                    <a:pt x="135" y="43"/>
                  </a:cubicBezTo>
                  <a:cubicBezTo>
                    <a:pt x="137" y="43"/>
                    <a:pt x="139" y="42"/>
                    <a:pt x="140" y="41"/>
                  </a:cubicBezTo>
                  <a:cubicBezTo>
                    <a:pt x="142" y="40"/>
                    <a:pt x="144" y="38"/>
                    <a:pt x="146" y="38"/>
                  </a:cubicBezTo>
                  <a:cubicBezTo>
                    <a:pt x="147" y="37"/>
                    <a:pt x="149" y="36"/>
                    <a:pt x="150" y="36"/>
                  </a:cubicBezTo>
                  <a:cubicBezTo>
                    <a:pt x="151" y="35"/>
                    <a:pt x="154" y="35"/>
                    <a:pt x="155" y="36"/>
                  </a:cubicBezTo>
                  <a:cubicBezTo>
                    <a:pt x="156" y="36"/>
                    <a:pt x="158" y="37"/>
                    <a:pt x="158" y="37"/>
                  </a:cubicBezTo>
                  <a:cubicBezTo>
                    <a:pt x="160" y="38"/>
                    <a:pt x="161" y="41"/>
                    <a:pt x="162" y="41"/>
                  </a:cubicBezTo>
                  <a:cubicBezTo>
                    <a:pt x="163" y="43"/>
                    <a:pt x="167" y="44"/>
                    <a:pt x="169" y="45"/>
                  </a:cubicBezTo>
                  <a:cubicBezTo>
                    <a:pt x="170" y="45"/>
                    <a:pt x="174" y="45"/>
                    <a:pt x="175" y="45"/>
                  </a:cubicBezTo>
                  <a:cubicBezTo>
                    <a:pt x="177" y="45"/>
                    <a:pt x="180" y="44"/>
                    <a:pt x="181" y="44"/>
                  </a:cubicBezTo>
                  <a:cubicBezTo>
                    <a:pt x="182" y="43"/>
                    <a:pt x="184" y="41"/>
                    <a:pt x="185" y="40"/>
                  </a:cubicBezTo>
                  <a:cubicBezTo>
                    <a:pt x="186" y="39"/>
                    <a:pt x="187" y="36"/>
                    <a:pt x="187" y="35"/>
                  </a:cubicBezTo>
                  <a:cubicBezTo>
                    <a:pt x="188" y="34"/>
                    <a:pt x="189" y="31"/>
                    <a:pt x="190" y="29"/>
                  </a:cubicBezTo>
                  <a:cubicBezTo>
                    <a:pt x="191" y="27"/>
                    <a:pt x="191" y="22"/>
                    <a:pt x="192" y="19"/>
                  </a:cubicBezTo>
                  <a:cubicBezTo>
                    <a:pt x="193" y="18"/>
                    <a:pt x="195" y="16"/>
                    <a:pt x="196" y="14"/>
                  </a:cubicBezTo>
                  <a:cubicBezTo>
                    <a:pt x="196" y="13"/>
                    <a:pt x="198" y="10"/>
                    <a:pt x="198" y="9"/>
                  </a:cubicBezTo>
                  <a:cubicBezTo>
                    <a:pt x="199" y="8"/>
                    <a:pt x="199" y="5"/>
                    <a:pt x="200" y="4"/>
                  </a:cubicBezTo>
                  <a:cubicBezTo>
                    <a:pt x="201" y="3"/>
                    <a:pt x="202" y="1"/>
                    <a:pt x="203" y="1"/>
                  </a:cubicBezTo>
                  <a:cubicBezTo>
                    <a:pt x="204" y="0"/>
                    <a:pt x="206" y="0"/>
                    <a:pt x="207" y="0"/>
                  </a:cubicBezTo>
                  <a:cubicBezTo>
                    <a:pt x="208" y="0"/>
                    <a:pt x="209" y="3"/>
                    <a:pt x="209" y="4"/>
                  </a:cubicBezTo>
                  <a:cubicBezTo>
                    <a:pt x="210" y="5"/>
                    <a:pt x="213" y="7"/>
                    <a:pt x="215" y="8"/>
                  </a:cubicBezTo>
                  <a:cubicBezTo>
                    <a:pt x="216" y="9"/>
                    <a:pt x="218" y="10"/>
                    <a:pt x="219" y="10"/>
                  </a:cubicBezTo>
                  <a:cubicBezTo>
                    <a:pt x="220" y="10"/>
                    <a:pt x="223" y="10"/>
                    <a:pt x="224" y="10"/>
                  </a:cubicBezTo>
                  <a:cubicBezTo>
                    <a:pt x="225" y="9"/>
                    <a:pt x="226" y="7"/>
                    <a:pt x="226" y="7"/>
                  </a:cubicBezTo>
                  <a:cubicBezTo>
                    <a:pt x="227" y="6"/>
                    <a:pt x="228" y="4"/>
                    <a:pt x="229" y="3"/>
                  </a:cubicBezTo>
                  <a:cubicBezTo>
                    <a:pt x="229" y="3"/>
                    <a:pt x="231" y="3"/>
                    <a:pt x="232" y="3"/>
                  </a:cubicBezTo>
                  <a:cubicBezTo>
                    <a:pt x="232" y="4"/>
                    <a:pt x="232" y="5"/>
                    <a:pt x="233" y="6"/>
                  </a:cubicBezTo>
                  <a:cubicBezTo>
                    <a:pt x="233" y="7"/>
                    <a:pt x="233" y="10"/>
                    <a:pt x="233" y="12"/>
                  </a:cubicBezTo>
                  <a:cubicBezTo>
                    <a:pt x="232" y="13"/>
                    <a:pt x="231" y="15"/>
                    <a:pt x="231" y="16"/>
                  </a:cubicBezTo>
                  <a:cubicBezTo>
                    <a:pt x="230" y="17"/>
                    <a:pt x="229" y="19"/>
                    <a:pt x="230" y="20"/>
                  </a:cubicBezTo>
                  <a:cubicBezTo>
                    <a:pt x="230" y="22"/>
                    <a:pt x="232" y="25"/>
                    <a:pt x="233" y="26"/>
                  </a:cubicBezTo>
                  <a:cubicBezTo>
                    <a:pt x="234" y="27"/>
                    <a:pt x="236" y="29"/>
                    <a:pt x="237" y="29"/>
                  </a:cubicBezTo>
                  <a:cubicBezTo>
                    <a:pt x="239" y="30"/>
                    <a:pt x="241" y="30"/>
                    <a:pt x="243" y="30"/>
                  </a:cubicBezTo>
                  <a:cubicBezTo>
                    <a:pt x="245" y="30"/>
                    <a:pt x="248" y="29"/>
                    <a:pt x="250" y="29"/>
                  </a:cubicBezTo>
                  <a:cubicBezTo>
                    <a:pt x="250" y="29"/>
                    <a:pt x="250" y="29"/>
                    <a:pt x="251" y="29"/>
                  </a:cubicBezTo>
                  <a:cubicBezTo>
                    <a:pt x="252" y="29"/>
                    <a:pt x="254" y="30"/>
                    <a:pt x="255" y="31"/>
                  </a:cubicBezTo>
                  <a:cubicBezTo>
                    <a:pt x="256" y="31"/>
                    <a:pt x="258" y="32"/>
                    <a:pt x="259" y="32"/>
                  </a:cubicBezTo>
                  <a:cubicBezTo>
                    <a:pt x="260" y="32"/>
                    <a:pt x="263" y="33"/>
                    <a:pt x="264" y="33"/>
                  </a:cubicBezTo>
                  <a:cubicBezTo>
                    <a:pt x="265" y="34"/>
                    <a:pt x="267" y="35"/>
                    <a:pt x="267" y="36"/>
                  </a:cubicBezTo>
                  <a:cubicBezTo>
                    <a:pt x="268" y="37"/>
                    <a:pt x="267" y="38"/>
                    <a:pt x="267" y="39"/>
                  </a:cubicBezTo>
                  <a:cubicBezTo>
                    <a:pt x="267" y="40"/>
                    <a:pt x="266" y="42"/>
                    <a:pt x="266" y="42"/>
                  </a:cubicBezTo>
                  <a:cubicBezTo>
                    <a:pt x="265" y="43"/>
                    <a:pt x="265" y="45"/>
                    <a:pt x="265" y="46"/>
                  </a:cubicBezTo>
                  <a:cubicBezTo>
                    <a:pt x="265" y="47"/>
                    <a:pt x="265" y="49"/>
                    <a:pt x="265" y="50"/>
                  </a:cubicBezTo>
                  <a:cubicBezTo>
                    <a:pt x="265" y="51"/>
                    <a:pt x="264" y="52"/>
                    <a:pt x="264" y="53"/>
                  </a:cubicBezTo>
                  <a:cubicBezTo>
                    <a:pt x="264" y="54"/>
                    <a:pt x="263" y="56"/>
                    <a:pt x="262" y="56"/>
                  </a:cubicBezTo>
                  <a:cubicBezTo>
                    <a:pt x="261" y="57"/>
                    <a:pt x="259" y="59"/>
                    <a:pt x="258" y="59"/>
                  </a:cubicBezTo>
                  <a:cubicBezTo>
                    <a:pt x="257" y="60"/>
                    <a:pt x="255" y="61"/>
                    <a:pt x="254" y="62"/>
                  </a:cubicBezTo>
                  <a:cubicBezTo>
                    <a:pt x="253" y="62"/>
                    <a:pt x="251" y="63"/>
                    <a:pt x="250" y="63"/>
                  </a:cubicBezTo>
                  <a:cubicBezTo>
                    <a:pt x="249" y="64"/>
                    <a:pt x="246" y="65"/>
                    <a:pt x="245" y="66"/>
                  </a:cubicBezTo>
                  <a:cubicBezTo>
                    <a:pt x="244" y="66"/>
                    <a:pt x="242" y="67"/>
                    <a:pt x="241" y="68"/>
                  </a:cubicBezTo>
                  <a:cubicBezTo>
                    <a:pt x="240" y="69"/>
                    <a:pt x="240" y="72"/>
                    <a:pt x="240" y="72"/>
                  </a:cubicBezTo>
                  <a:cubicBezTo>
                    <a:pt x="239" y="74"/>
                    <a:pt x="236" y="77"/>
                    <a:pt x="234" y="78"/>
                  </a:cubicBezTo>
                  <a:cubicBezTo>
                    <a:pt x="233" y="78"/>
                    <a:pt x="232" y="79"/>
                    <a:pt x="231" y="79"/>
                  </a:cubicBezTo>
                  <a:cubicBezTo>
                    <a:pt x="230" y="80"/>
                    <a:pt x="228" y="81"/>
                    <a:pt x="226" y="82"/>
                  </a:cubicBezTo>
                  <a:cubicBezTo>
                    <a:pt x="225" y="83"/>
                    <a:pt x="223" y="85"/>
                    <a:pt x="221" y="86"/>
                  </a:cubicBezTo>
                  <a:cubicBezTo>
                    <a:pt x="221" y="87"/>
                    <a:pt x="219" y="90"/>
                    <a:pt x="219" y="91"/>
                  </a:cubicBezTo>
                  <a:cubicBezTo>
                    <a:pt x="218" y="92"/>
                    <a:pt x="216" y="94"/>
                    <a:pt x="216" y="96"/>
                  </a:cubicBezTo>
                  <a:cubicBezTo>
                    <a:pt x="215" y="98"/>
                    <a:pt x="214" y="101"/>
                    <a:pt x="214" y="103"/>
                  </a:cubicBezTo>
                  <a:cubicBezTo>
                    <a:pt x="214" y="105"/>
                    <a:pt x="217" y="106"/>
                    <a:pt x="218" y="107"/>
                  </a:cubicBezTo>
                  <a:cubicBezTo>
                    <a:pt x="218" y="108"/>
                    <a:pt x="217" y="111"/>
                    <a:pt x="218" y="112"/>
                  </a:cubicBezTo>
                  <a:cubicBezTo>
                    <a:pt x="218" y="113"/>
                    <a:pt x="218" y="115"/>
                    <a:pt x="219" y="116"/>
                  </a:cubicBezTo>
                  <a:cubicBezTo>
                    <a:pt x="220" y="118"/>
                    <a:pt x="222" y="121"/>
                    <a:pt x="223" y="123"/>
                  </a:cubicBezTo>
                  <a:cubicBezTo>
                    <a:pt x="224" y="124"/>
                    <a:pt x="226" y="125"/>
                    <a:pt x="227" y="125"/>
                  </a:cubicBezTo>
                  <a:cubicBezTo>
                    <a:pt x="228" y="126"/>
                    <a:pt x="231" y="126"/>
                    <a:pt x="232" y="126"/>
                  </a:cubicBezTo>
                  <a:cubicBezTo>
                    <a:pt x="233" y="127"/>
                    <a:pt x="235" y="127"/>
                    <a:pt x="236" y="128"/>
                  </a:cubicBezTo>
                  <a:cubicBezTo>
                    <a:pt x="237" y="128"/>
                    <a:pt x="239" y="129"/>
                    <a:pt x="240" y="129"/>
                  </a:cubicBezTo>
                  <a:cubicBezTo>
                    <a:pt x="241" y="130"/>
                    <a:pt x="243" y="131"/>
                    <a:pt x="244" y="132"/>
                  </a:cubicBezTo>
                  <a:cubicBezTo>
                    <a:pt x="245" y="133"/>
                    <a:pt x="246" y="135"/>
                    <a:pt x="247" y="135"/>
                  </a:cubicBezTo>
                  <a:cubicBezTo>
                    <a:pt x="248" y="135"/>
                    <a:pt x="250" y="135"/>
                    <a:pt x="251" y="135"/>
                  </a:cubicBezTo>
                  <a:cubicBezTo>
                    <a:pt x="252" y="135"/>
                    <a:pt x="254" y="135"/>
                    <a:pt x="256" y="136"/>
                  </a:cubicBezTo>
                  <a:cubicBezTo>
                    <a:pt x="257" y="136"/>
                    <a:pt x="259" y="137"/>
                    <a:pt x="260" y="138"/>
                  </a:cubicBezTo>
                  <a:cubicBezTo>
                    <a:pt x="261" y="138"/>
                    <a:pt x="261" y="139"/>
                    <a:pt x="262" y="140"/>
                  </a:cubicBezTo>
                  <a:cubicBezTo>
                    <a:pt x="263" y="140"/>
                    <a:pt x="265" y="141"/>
                    <a:pt x="266" y="141"/>
                  </a:cubicBezTo>
                  <a:cubicBezTo>
                    <a:pt x="266" y="141"/>
                    <a:pt x="268" y="140"/>
                    <a:pt x="268" y="140"/>
                  </a:cubicBezTo>
                  <a:cubicBezTo>
                    <a:pt x="269" y="139"/>
                    <a:pt x="270" y="137"/>
                    <a:pt x="271" y="136"/>
                  </a:cubicBezTo>
                  <a:cubicBezTo>
                    <a:pt x="272" y="136"/>
                    <a:pt x="273" y="135"/>
                    <a:pt x="274" y="135"/>
                  </a:cubicBezTo>
                  <a:cubicBezTo>
                    <a:pt x="275" y="136"/>
                    <a:pt x="277" y="137"/>
                    <a:pt x="277" y="137"/>
                  </a:cubicBezTo>
                  <a:cubicBezTo>
                    <a:pt x="278" y="138"/>
                    <a:pt x="278" y="139"/>
                    <a:pt x="279" y="139"/>
                  </a:cubicBezTo>
                  <a:cubicBezTo>
                    <a:pt x="280" y="140"/>
                    <a:pt x="284" y="139"/>
                    <a:pt x="285" y="139"/>
                  </a:cubicBezTo>
                  <a:cubicBezTo>
                    <a:pt x="286" y="139"/>
                    <a:pt x="288" y="139"/>
                    <a:pt x="290" y="139"/>
                  </a:cubicBezTo>
                  <a:cubicBezTo>
                    <a:pt x="291" y="139"/>
                    <a:pt x="293" y="139"/>
                    <a:pt x="295" y="139"/>
                  </a:cubicBezTo>
                  <a:cubicBezTo>
                    <a:pt x="296" y="139"/>
                    <a:pt x="299" y="138"/>
                    <a:pt x="300" y="138"/>
                  </a:cubicBezTo>
                  <a:cubicBezTo>
                    <a:pt x="302" y="137"/>
                    <a:pt x="304" y="136"/>
                    <a:pt x="305" y="135"/>
                  </a:cubicBezTo>
                  <a:cubicBezTo>
                    <a:pt x="305" y="134"/>
                    <a:pt x="306" y="132"/>
                    <a:pt x="307" y="131"/>
                  </a:cubicBezTo>
                  <a:cubicBezTo>
                    <a:pt x="307" y="130"/>
                    <a:pt x="308" y="128"/>
                    <a:pt x="308" y="128"/>
                  </a:cubicBezTo>
                  <a:cubicBezTo>
                    <a:pt x="309" y="127"/>
                    <a:pt x="312" y="127"/>
                    <a:pt x="313" y="127"/>
                  </a:cubicBezTo>
                  <a:cubicBezTo>
                    <a:pt x="313" y="128"/>
                    <a:pt x="314" y="129"/>
                    <a:pt x="315" y="130"/>
                  </a:cubicBezTo>
                  <a:cubicBezTo>
                    <a:pt x="316" y="130"/>
                    <a:pt x="318" y="132"/>
                    <a:pt x="319" y="133"/>
                  </a:cubicBezTo>
                  <a:cubicBezTo>
                    <a:pt x="320" y="134"/>
                    <a:pt x="322" y="137"/>
                    <a:pt x="323" y="138"/>
                  </a:cubicBezTo>
                  <a:cubicBezTo>
                    <a:pt x="324" y="140"/>
                    <a:pt x="325" y="142"/>
                    <a:pt x="325" y="144"/>
                  </a:cubicBezTo>
                  <a:cubicBezTo>
                    <a:pt x="326" y="145"/>
                    <a:pt x="329" y="148"/>
                    <a:pt x="330" y="150"/>
                  </a:cubicBezTo>
                  <a:cubicBezTo>
                    <a:pt x="330" y="151"/>
                    <a:pt x="330" y="153"/>
                    <a:pt x="331" y="155"/>
                  </a:cubicBezTo>
                  <a:cubicBezTo>
                    <a:pt x="331" y="156"/>
                    <a:pt x="331" y="158"/>
                    <a:pt x="331" y="159"/>
                  </a:cubicBezTo>
                  <a:cubicBezTo>
                    <a:pt x="331" y="161"/>
                    <a:pt x="331" y="163"/>
                    <a:pt x="332" y="165"/>
                  </a:cubicBezTo>
                  <a:cubicBezTo>
                    <a:pt x="332" y="166"/>
                    <a:pt x="333" y="169"/>
                    <a:pt x="334" y="170"/>
                  </a:cubicBezTo>
                  <a:cubicBezTo>
                    <a:pt x="334" y="171"/>
                    <a:pt x="336" y="172"/>
                    <a:pt x="337" y="173"/>
                  </a:cubicBezTo>
                  <a:cubicBezTo>
                    <a:pt x="338" y="174"/>
                    <a:pt x="340" y="175"/>
                    <a:pt x="341" y="176"/>
                  </a:cubicBezTo>
                  <a:cubicBezTo>
                    <a:pt x="342" y="177"/>
                    <a:pt x="342" y="179"/>
                    <a:pt x="342" y="180"/>
                  </a:cubicBezTo>
                  <a:cubicBezTo>
                    <a:pt x="342" y="180"/>
                    <a:pt x="342" y="182"/>
                    <a:pt x="342" y="183"/>
                  </a:cubicBezTo>
                  <a:cubicBezTo>
                    <a:pt x="342" y="184"/>
                    <a:pt x="341" y="185"/>
                    <a:pt x="340" y="186"/>
                  </a:cubicBezTo>
                  <a:cubicBezTo>
                    <a:pt x="340" y="187"/>
                    <a:pt x="338" y="188"/>
                    <a:pt x="338" y="189"/>
                  </a:cubicBezTo>
                  <a:cubicBezTo>
                    <a:pt x="337" y="189"/>
                    <a:pt x="336" y="191"/>
                    <a:pt x="335" y="192"/>
                  </a:cubicBezTo>
                  <a:cubicBezTo>
                    <a:pt x="335" y="193"/>
                    <a:pt x="335" y="195"/>
                    <a:pt x="335" y="196"/>
                  </a:cubicBezTo>
                  <a:cubicBezTo>
                    <a:pt x="335" y="197"/>
                    <a:pt x="336" y="199"/>
                    <a:pt x="336" y="199"/>
                  </a:cubicBezTo>
                  <a:cubicBezTo>
                    <a:pt x="337" y="200"/>
                    <a:pt x="338" y="202"/>
                    <a:pt x="339" y="202"/>
                  </a:cubicBezTo>
                  <a:cubicBezTo>
                    <a:pt x="340" y="203"/>
                    <a:pt x="343" y="203"/>
                    <a:pt x="344" y="203"/>
                  </a:cubicBezTo>
                  <a:cubicBezTo>
                    <a:pt x="346" y="203"/>
                    <a:pt x="349" y="204"/>
                    <a:pt x="350" y="204"/>
                  </a:cubicBezTo>
                  <a:cubicBezTo>
                    <a:pt x="351" y="205"/>
                    <a:pt x="353" y="206"/>
                    <a:pt x="354" y="207"/>
                  </a:cubicBezTo>
                  <a:cubicBezTo>
                    <a:pt x="355" y="208"/>
                    <a:pt x="356" y="211"/>
                    <a:pt x="357" y="212"/>
                  </a:cubicBezTo>
                  <a:cubicBezTo>
                    <a:pt x="358" y="212"/>
                    <a:pt x="361" y="213"/>
                    <a:pt x="363" y="213"/>
                  </a:cubicBezTo>
                  <a:cubicBezTo>
                    <a:pt x="364" y="213"/>
                    <a:pt x="368" y="214"/>
                    <a:pt x="369" y="214"/>
                  </a:cubicBezTo>
                  <a:cubicBezTo>
                    <a:pt x="370" y="214"/>
                    <a:pt x="373" y="214"/>
                    <a:pt x="374" y="215"/>
                  </a:cubicBezTo>
                  <a:cubicBezTo>
                    <a:pt x="375" y="215"/>
                    <a:pt x="376" y="216"/>
                    <a:pt x="377" y="217"/>
                  </a:cubicBezTo>
                  <a:cubicBezTo>
                    <a:pt x="379" y="217"/>
                    <a:pt x="383" y="219"/>
                    <a:pt x="384" y="220"/>
                  </a:cubicBezTo>
                  <a:cubicBezTo>
                    <a:pt x="385" y="221"/>
                    <a:pt x="387" y="223"/>
                    <a:pt x="388" y="225"/>
                  </a:cubicBezTo>
                  <a:cubicBezTo>
                    <a:pt x="389" y="226"/>
                    <a:pt x="391" y="230"/>
                    <a:pt x="392" y="231"/>
                  </a:cubicBezTo>
                  <a:cubicBezTo>
                    <a:pt x="392" y="232"/>
                    <a:pt x="393" y="233"/>
                    <a:pt x="394" y="23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00"/>
            <p:cNvSpPr>
              <a:spLocks/>
            </p:cNvSpPr>
            <p:nvPr/>
          </p:nvSpPr>
          <p:spPr bwMode="auto">
            <a:xfrm>
              <a:off x="3781425" y="3562350"/>
              <a:ext cx="15875" cy="12700"/>
            </a:xfrm>
            <a:custGeom>
              <a:avLst/>
              <a:gdLst/>
              <a:ahLst/>
              <a:cxnLst>
                <a:cxn ang="0">
                  <a:pos x="10" y="4"/>
                </a:cxn>
                <a:cxn ang="0">
                  <a:pos x="7" y="3"/>
                </a:cxn>
                <a:cxn ang="0">
                  <a:pos x="5" y="1"/>
                </a:cxn>
                <a:cxn ang="0">
                  <a:pos x="2" y="0"/>
                </a:cxn>
                <a:cxn ang="0">
                  <a:pos x="0" y="1"/>
                </a:cxn>
                <a:cxn ang="0">
                  <a:pos x="0" y="3"/>
                </a:cxn>
                <a:cxn ang="0">
                  <a:pos x="1" y="6"/>
                </a:cxn>
                <a:cxn ang="0">
                  <a:pos x="3" y="7"/>
                </a:cxn>
                <a:cxn ang="0">
                  <a:pos x="6" y="5"/>
                </a:cxn>
                <a:cxn ang="0">
                  <a:pos x="8" y="5"/>
                </a:cxn>
                <a:cxn ang="0">
                  <a:pos x="9" y="5"/>
                </a:cxn>
                <a:cxn ang="0">
                  <a:pos x="10" y="4"/>
                </a:cxn>
              </a:cxnLst>
              <a:rect l="0" t="0" r="r" b="b"/>
              <a:pathLst>
                <a:path w="10" h="7">
                  <a:moveTo>
                    <a:pt x="10" y="4"/>
                  </a:moveTo>
                  <a:cubicBezTo>
                    <a:pt x="10" y="3"/>
                    <a:pt x="8" y="3"/>
                    <a:pt x="7" y="3"/>
                  </a:cubicBezTo>
                  <a:cubicBezTo>
                    <a:pt x="6" y="3"/>
                    <a:pt x="6" y="1"/>
                    <a:pt x="5" y="1"/>
                  </a:cubicBezTo>
                  <a:cubicBezTo>
                    <a:pt x="5" y="1"/>
                    <a:pt x="3" y="0"/>
                    <a:pt x="2" y="0"/>
                  </a:cubicBezTo>
                  <a:cubicBezTo>
                    <a:pt x="1" y="0"/>
                    <a:pt x="0" y="0"/>
                    <a:pt x="0" y="1"/>
                  </a:cubicBezTo>
                  <a:cubicBezTo>
                    <a:pt x="0" y="1"/>
                    <a:pt x="0" y="2"/>
                    <a:pt x="0" y="3"/>
                  </a:cubicBezTo>
                  <a:cubicBezTo>
                    <a:pt x="0" y="4"/>
                    <a:pt x="0" y="5"/>
                    <a:pt x="1" y="6"/>
                  </a:cubicBezTo>
                  <a:cubicBezTo>
                    <a:pt x="1" y="6"/>
                    <a:pt x="2" y="7"/>
                    <a:pt x="3" y="7"/>
                  </a:cubicBezTo>
                  <a:cubicBezTo>
                    <a:pt x="4" y="7"/>
                    <a:pt x="5" y="5"/>
                    <a:pt x="6" y="5"/>
                  </a:cubicBezTo>
                  <a:cubicBezTo>
                    <a:pt x="6" y="5"/>
                    <a:pt x="7" y="5"/>
                    <a:pt x="8" y="5"/>
                  </a:cubicBezTo>
                  <a:cubicBezTo>
                    <a:pt x="8" y="5"/>
                    <a:pt x="9" y="5"/>
                    <a:pt x="9" y="5"/>
                  </a:cubicBezTo>
                  <a:cubicBezTo>
                    <a:pt x="10" y="5"/>
                    <a:pt x="10" y="4"/>
                    <a:pt x="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337" name="Oval 336"/>
          <p:cNvSpPr/>
          <p:nvPr/>
        </p:nvSpPr>
        <p:spPr>
          <a:xfrm>
            <a:off x="4138950" y="2855495"/>
            <a:ext cx="261854" cy="261854"/>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p:cNvSpPr/>
          <p:nvPr/>
        </p:nvSpPr>
        <p:spPr>
          <a:xfrm>
            <a:off x="3741323" y="4268062"/>
            <a:ext cx="261854" cy="261854"/>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p:cNvSpPr/>
          <p:nvPr/>
        </p:nvSpPr>
        <p:spPr>
          <a:xfrm>
            <a:off x="4081546" y="3784718"/>
            <a:ext cx="261854" cy="261854"/>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p:cNvSpPr/>
          <p:nvPr/>
        </p:nvSpPr>
        <p:spPr>
          <a:xfrm>
            <a:off x="4576762" y="5122485"/>
            <a:ext cx="261854" cy="261854"/>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p:cNvSpPr/>
          <p:nvPr/>
        </p:nvSpPr>
        <p:spPr>
          <a:xfrm>
            <a:off x="4912631" y="3422149"/>
            <a:ext cx="261854" cy="261854"/>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2" name="Elbow Connector 341"/>
          <p:cNvCxnSpPr>
            <a:stCxn id="337" idx="2"/>
          </p:cNvCxnSpPr>
          <p:nvPr/>
        </p:nvCxnSpPr>
        <p:spPr>
          <a:xfrm rot="10800000">
            <a:off x="2254848" y="2705558"/>
            <a:ext cx="1884102" cy="280864"/>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3" name="Elbow Connector 342"/>
          <p:cNvCxnSpPr>
            <a:stCxn id="338" idx="2"/>
          </p:cNvCxnSpPr>
          <p:nvPr/>
        </p:nvCxnSpPr>
        <p:spPr>
          <a:xfrm rot="10800000">
            <a:off x="2254849" y="4020635"/>
            <a:ext cx="1486475" cy="378354"/>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4" name="Elbow Connector 343"/>
          <p:cNvCxnSpPr>
            <a:stCxn id="341" idx="6"/>
          </p:cNvCxnSpPr>
          <p:nvPr/>
        </p:nvCxnSpPr>
        <p:spPr>
          <a:xfrm>
            <a:off x="5174485" y="3553076"/>
            <a:ext cx="1790867" cy="479874"/>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5" name="Elbow Connector 344"/>
          <p:cNvCxnSpPr>
            <a:stCxn id="340" idx="6"/>
          </p:cNvCxnSpPr>
          <p:nvPr/>
        </p:nvCxnSpPr>
        <p:spPr>
          <a:xfrm flipV="1">
            <a:off x="4838616" y="2683902"/>
            <a:ext cx="2178965" cy="2569510"/>
          </a:xfrm>
          <a:prstGeom prst="bentConnector3">
            <a:avLst>
              <a:gd name="adj1" fmla="val 50000"/>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6" name="Elbow Connector 462"/>
          <p:cNvCxnSpPr>
            <a:stCxn id="339" idx="4"/>
          </p:cNvCxnSpPr>
          <p:nvPr/>
        </p:nvCxnSpPr>
        <p:spPr>
          <a:xfrm rot="5400000">
            <a:off x="2576776" y="3724645"/>
            <a:ext cx="1313770" cy="1957625"/>
          </a:xfrm>
          <a:prstGeom prst="bentConnector2">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7" name="Oval 346"/>
          <p:cNvSpPr/>
          <p:nvPr/>
        </p:nvSpPr>
        <p:spPr>
          <a:xfrm>
            <a:off x="4650777" y="4137135"/>
            <a:ext cx="261854" cy="261854"/>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8" name="Elbow Connector 347"/>
          <p:cNvCxnSpPr>
            <a:stCxn id="347" idx="6"/>
          </p:cNvCxnSpPr>
          <p:nvPr/>
        </p:nvCxnSpPr>
        <p:spPr>
          <a:xfrm>
            <a:off x="4912631" y="4268062"/>
            <a:ext cx="2030922" cy="1140643"/>
          </a:xfrm>
          <a:prstGeom prst="bentConnector3">
            <a:avLst>
              <a:gd name="adj1" fmla="val 63411"/>
            </a:avLst>
          </a:prstGeom>
          <a:ln w="12700">
            <a:solidFill>
              <a:schemeClr val="tx1">
                <a:lumMod val="50000"/>
                <a:lumOff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49" name="Group 50"/>
          <p:cNvGrpSpPr/>
          <p:nvPr/>
        </p:nvGrpSpPr>
        <p:grpSpPr>
          <a:xfrm>
            <a:off x="1371600" y="2263935"/>
            <a:ext cx="883248" cy="883246"/>
            <a:chOff x="1400541" y="1592431"/>
            <a:chExt cx="1296169" cy="1296168"/>
          </a:xfrm>
        </p:grpSpPr>
        <p:sp>
          <p:nvSpPr>
            <p:cNvPr id="350" name="Oval 349"/>
            <p:cNvSpPr/>
            <p:nvPr/>
          </p:nvSpPr>
          <p:spPr>
            <a:xfrm>
              <a:off x="1533040" y="1693149"/>
              <a:ext cx="1094734" cy="109473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1" name="Pie 350"/>
            <p:cNvSpPr/>
            <p:nvPr/>
          </p:nvSpPr>
          <p:spPr>
            <a:xfrm>
              <a:off x="1400541" y="1592431"/>
              <a:ext cx="1296169" cy="1296168"/>
            </a:xfrm>
            <a:prstGeom prst="pie">
              <a:avLst>
                <a:gd name="adj1" fmla="val 16202330"/>
                <a:gd name="adj2" fmla="val 1079923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2" name="TextBox 351"/>
            <p:cNvSpPr txBox="1"/>
            <p:nvPr/>
          </p:nvSpPr>
          <p:spPr>
            <a:xfrm>
              <a:off x="2100458" y="2085624"/>
              <a:ext cx="489216" cy="270998"/>
            </a:xfrm>
            <a:prstGeom prst="rect">
              <a:avLst/>
            </a:prstGeom>
            <a:noFill/>
          </p:spPr>
          <p:txBody>
            <a:bodyPr wrap="square" lIns="0" tIns="0" rIns="0" bIns="0" rtlCol="0">
              <a:spAutoFit/>
            </a:bodyPr>
            <a:lstStyle/>
            <a:p>
              <a:pPr algn="ctr"/>
              <a:r>
                <a:rPr lang="en-US" sz="1200" b="1" dirty="0">
                  <a:solidFill>
                    <a:schemeClr val="bg1"/>
                  </a:solidFill>
                </a:rPr>
                <a:t>75%</a:t>
              </a:r>
            </a:p>
          </p:txBody>
        </p:sp>
      </p:grpSp>
      <p:grpSp>
        <p:nvGrpSpPr>
          <p:cNvPr id="353" name="Group 51"/>
          <p:cNvGrpSpPr/>
          <p:nvPr/>
        </p:nvGrpSpPr>
        <p:grpSpPr>
          <a:xfrm>
            <a:off x="1371600" y="3579012"/>
            <a:ext cx="883248" cy="883246"/>
            <a:chOff x="3099936" y="1592431"/>
            <a:chExt cx="1296169" cy="1296168"/>
          </a:xfrm>
        </p:grpSpPr>
        <p:sp>
          <p:nvSpPr>
            <p:cNvPr id="354" name="Oval 353"/>
            <p:cNvSpPr/>
            <p:nvPr/>
          </p:nvSpPr>
          <p:spPr>
            <a:xfrm>
              <a:off x="3232436"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5" name="Pie 354"/>
            <p:cNvSpPr/>
            <p:nvPr/>
          </p:nvSpPr>
          <p:spPr>
            <a:xfrm>
              <a:off x="3099936" y="1592431"/>
              <a:ext cx="1296169" cy="1296168"/>
            </a:xfrm>
            <a:prstGeom prst="pie">
              <a:avLst>
                <a:gd name="adj1" fmla="val 16150781"/>
                <a:gd name="adj2" fmla="val 538898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6" name="TextBox 355"/>
            <p:cNvSpPr txBox="1"/>
            <p:nvPr/>
          </p:nvSpPr>
          <p:spPr>
            <a:xfrm>
              <a:off x="3799853" y="2104674"/>
              <a:ext cx="489216" cy="270998"/>
            </a:xfrm>
            <a:prstGeom prst="rect">
              <a:avLst/>
            </a:prstGeom>
            <a:noFill/>
          </p:spPr>
          <p:txBody>
            <a:bodyPr wrap="square" lIns="0" tIns="0" rIns="0" bIns="0" rtlCol="0">
              <a:spAutoFit/>
            </a:bodyPr>
            <a:lstStyle/>
            <a:p>
              <a:pPr algn="ctr"/>
              <a:r>
                <a:rPr lang="en-US" sz="1200" b="1" dirty="0">
                  <a:solidFill>
                    <a:schemeClr val="bg1"/>
                  </a:solidFill>
                </a:rPr>
                <a:t>50%</a:t>
              </a:r>
            </a:p>
          </p:txBody>
        </p:sp>
      </p:grpSp>
      <p:grpSp>
        <p:nvGrpSpPr>
          <p:cNvPr id="357" name="Group 60"/>
          <p:cNvGrpSpPr/>
          <p:nvPr/>
        </p:nvGrpSpPr>
        <p:grpSpPr>
          <a:xfrm>
            <a:off x="1371600" y="4918719"/>
            <a:ext cx="883248" cy="883246"/>
            <a:chOff x="4834295" y="1592431"/>
            <a:chExt cx="1296169" cy="1296168"/>
          </a:xfrm>
        </p:grpSpPr>
        <p:sp>
          <p:nvSpPr>
            <p:cNvPr id="358" name="Oval 357"/>
            <p:cNvSpPr/>
            <p:nvPr/>
          </p:nvSpPr>
          <p:spPr>
            <a:xfrm>
              <a:off x="4966795" y="1693149"/>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59" name="Pie 358"/>
            <p:cNvSpPr/>
            <p:nvPr/>
          </p:nvSpPr>
          <p:spPr>
            <a:xfrm>
              <a:off x="4834295" y="1592431"/>
              <a:ext cx="1296169" cy="1296168"/>
            </a:xfrm>
            <a:prstGeom prst="pie">
              <a:avLst>
                <a:gd name="adj1" fmla="val 16226626"/>
                <a:gd name="adj2" fmla="val 84825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0" name="TextBox 359"/>
            <p:cNvSpPr txBox="1"/>
            <p:nvPr/>
          </p:nvSpPr>
          <p:spPr>
            <a:xfrm>
              <a:off x="5524688" y="2104674"/>
              <a:ext cx="489216" cy="270998"/>
            </a:xfrm>
            <a:prstGeom prst="rect">
              <a:avLst/>
            </a:prstGeom>
            <a:noFill/>
          </p:spPr>
          <p:txBody>
            <a:bodyPr wrap="square" lIns="0" tIns="0" rIns="0" bIns="0" rtlCol="0">
              <a:spAutoFit/>
            </a:bodyPr>
            <a:lstStyle/>
            <a:p>
              <a:pPr algn="ctr"/>
              <a:r>
                <a:rPr lang="en-US" sz="1200" b="1" dirty="0">
                  <a:solidFill>
                    <a:schemeClr val="bg1"/>
                  </a:solidFill>
                </a:rPr>
                <a:t>65%</a:t>
              </a:r>
            </a:p>
          </p:txBody>
        </p:sp>
      </p:grpSp>
      <p:grpSp>
        <p:nvGrpSpPr>
          <p:cNvPr id="361" name="Group 61"/>
          <p:cNvGrpSpPr/>
          <p:nvPr/>
        </p:nvGrpSpPr>
        <p:grpSpPr>
          <a:xfrm>
            <a:off x="6927292" y="2263935"/>
            <a:ext cx="883248" cy="883246"/>
            <a:chOff x="6447291" y="1592431"/>
            <a:chExt cx="1296169" cy="1296168"/>
          </a:xfrm>
        </p:grpSpPr>
        <p:sp>
          <p:nvSpPr>
            <p:cNvPr id="362" name="Oval 361"/>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3" name="Pie 362"/>
            <p:cNvSpPr/>
            <p:nvPr/>
          </p:nvSpPr>
          <p:spPr>
            <a:xfrm>
              <a:off x="6447291" y="1592431"/>
              <a:ext cx="1296169" cy="1296168"/>
            </a:xfrm>
            <a:prstGeom prst="pie">
              <a:avLst>
                <a:gd name="adj1" fmla="val 16117363"/>
                <a:gd name="adj2" fmla="val 10216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4" name="TextBox 363"/>
            <p:cNvSpPr txBox="1"/>
            <p:nvPr/>
          </p:nvSpPr>
          <p:spPr>
            <a:xfrm>
              <a:off x="7151229" y="2134505"/>
              <a:ext cx="489216" cy="270998"/>
            </a:xfrm>
            <a:prstGeom prst="rect">
              <a:avLst/>
            </a:prstGeom>
            <a:noFill/>
          </p:spPr>
          <p:txBody>
            <a:bodyPr wrap="square" lIns="0" tIns="0" rIns="0" bIns="0" rtlCol="0">
              <a:spAutoFit/>
            </a:bodyPr>
            <a:lstStyle/>
            <a:p>
              <a:pPr algn="ctr"/>
              <a:r>
                <a:rPr lang="en-US" sz="1200" b="1" dirty="0">
                  <a:solidFill>
                    <a:schemeClr val="bg1"/>
                  </a:solidFill>
                </a:rPr>
                <a:t>70%</a:t>
              </a:r>
            </a:p>
          </p:txBody>
        </p:sp>
      </p:grpSp>
      <p:grpSp>
        <p:nvGrpSpPr>
          <p:cNvPr id="365" name="Group 52"/>
          <p:cNvGrpSpPr/>
          <p:nvPr/>
        </p:nvGrpSpPr>
        <p:grpSpPr>
          <a:xfrm>
            <a:off x="6965352" y="3591327"/>
            <a:ext cx="883248" cy="883246"/>
            <a:chOff x="6447291" y="1592431"/>
            <a:chExt cx="1296169" cy="1296168"/>
          </a:xfrm>
        </p:grpSpPr>
        <p:sp>
          <p:nvSpPr>
            <p:cNvPr id="366" name="Oval 365"/>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7" name="Pie 366"/>
            <p:cNvSpPr/>
            <p:nvPr/>
          </p:nvSpPr>
          <p:spPr>
            <a:xfrm>
              <a:off x="6447291" y="1592431"/>
              <a:ext cx="1296169" cy="1296168"/>
            </a:xfrm>
            <a:prstGeom prst="pie">
              <a:avLst>
                <a:gd name="adj1" fmla="val 16140775"/>
                <a:gd name="adj2" fmla="val 1370627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68" name="TextBox 367"/>
            <p:cNvSpPr txBox="1"/>
            <p:nvPr/>
          </p:nvSpPr>
          <p:spPr>
            <a:xfrm>
              <a:off x="7128158" y="2123724"/>
              <a:ext cx="489216" cy="270998"/>
            </a:xfrm>
            <a:prstGeom prst="rect">
              <a:avLst/>
            </a:prstGeom>
            <a:noFill/>
          </p:spPr>
          <p:txBody>
            <a:bodyPr wrap="square" lIns="0" tIns="0" rIns="0" bIns="0" rtlCol="0">
              <a:spAutoFit/>
            </a:bodyPr>
            <a:lstStyle/>
            <a:p>
              <a:pPr algn="ctr"/>
              <a:r>
                <a:rPr lang="en-US" sz="1200" b="1" dirty="0">
                  <a:solidFill>
                    <a:schemeClr val="bg1"/>
                  </a:solidFill>
                </a:rPr>
                <a:t>95%</a:t>
              </a:r>
            </a:p>
          </p:txBody>
        </p:sp>
      </p:grpSp>
      <p:grpSp>
        <p:nvGrpSpPr>
          <p:cNvPr id="369" name="Group 52"/>
          <p:cNvGrpSpPr/>
          <p:nvPr/>
        </p:nvGrpSpPr>
        <p:grpSpPr>
          <a:xfrm>
            <a:off x="6965352" y="4918719"/>
            <a:ext cx="883248" cy="883246"/>
            <a:chOff x="6447291" y="1592431"/>
            <a:chExt cx="1296169" cy="1296168"/>
          </a:xfrm>
        </p:grpSpPr>
        <p:sp>
          <p:nvSpPr>
            <p:cNvPr id="371" name="Oval 370"/>
            <p:cNvSpPr/>
            <p:nvPr/>
          </p:nvSpPr>
          <p:spPr>
            <a:xfrm>
              <a:off x="6579791" y="1661368"/>
              <a:ext cx="1094733" cy="109473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74" name="Pie 373"/>
            <p:cNvSpPr/>
            <p:nvPr/>
          </p:nvSpPr>
          <p:spPr>
            <a:xfrm>
              <a:off x="6447291" y="1592431"/>
              <a:ext cx="1296169" cy="1296168"/>
            </a:xfrm>
            <a:prstGeom prst="pie">
              <a:avLst>
                <a:gd name="adj1" fmla="val 16140775"/>
                <a:gd name="adj2" fmla="val 11395402"/>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solidFill>
              </a:endParaRPr>
            </a:p>
          </p:txBody>
        </p:sp>
        <p:sp>
          <p:nvSpPr>
            <p:cNvPr id="377" name="TextBox 376"/>
            <p:cNvSpPr txBox="1"/>
            <p:nvPr/>
          </p:nvSpPr>
          <p:spPr>
            <a:xfrm>
              <a:off x="7128158" y="2123724"/>
              <a:ext cx="489216" cy="270998"/>
            </a:xfrm>
            <a:prstGeom prst="rect">
              <a:avLst/>
            </a:prstGeom>
            <a:noFill/>
          </p:spPr>
          <p:txBody>
            <a:bodyPr wrap="square" lIns="0" tIns="0" rIns="0" bIns="0" rtlCol="0">
              <a:spAutoFit/>
            </a:bodyPr>
            <a:lstStyle/>
            <a:p>
              <a:pPr algn="ctr"/>
              <a:r>
                <a:rPr lang="en-US" sz="1200" b="1" dirty="0">
                  <a:solidFill>
                    <a:schemeClr val="bg1"/>
                  </a:solidFill>
                </a:rPr>
                <a:t>85%</a:t>
              </a:r>
            </a:p>
          </p:txBody>
        </p:sp>
      </p:grpSp>
      <p:sp>
        <p:nvSpPr>
          <p:cNvPr id="381" name="Text Placeholder 3"/>
          <p:cNvSpPr txBox="1">
            <a:spLocks/>
          </p:cNvSpPr>
          <p:nvPr/>
        </p:nvSpPr>
        <p:spPr>
          <a:xfrm>
            <a:off x="1229282" y="3195722"/>
            <a:ext cx="1046635" cy="1692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1"/>
                </a:solidFill>
              </a:rPr>
              <a:t>Title Goes Here</a:t>
            </a:r>
            <a:endParaRPr lang="en-US" sz="1000" dirty="0">
              <a:solidFill>
                <a:schemeClr val="tx1">
                  <a:lumMod val="50000"/>
                  <a:lumOff val="50000"/>
                </a:schemeClr>
              </a:solidFill>
            </a:endParaRPr>
          </a:p>
        </p:txBody>
      </p:sp>
      <p:sp>
        <p:nvSpPr>
          <p:cNvPr id="382" name="Text Placeholder 3"/>
          <p:cNvSpPr txBox="1">
            <a:spLocks/>
          </p:cNvSpPr>
          <p:nvPr/>
        </p:nvSpPr>
        <p:spPr>
          <a:xfrm>
            <a:off x="1229282" y="4508585"/>
            <a:ext cx="1046635" cy="1692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2"/>
                </a:solidFill>
              </a:rPr>
              <a:t>Title Goes Here</a:t>
            </a:r>
            <a:endParaRPr lang="en-US" sz="1000" dirty="0">
              <a:solidFill>
                <a:schemeClr val="accent2"/>
              </a:solidFill>
            </a:endParaRPr>
          </a:p>
        </p:txBody>
      </p:sp>
      <p:sp>
        <p:nvSpPr>
          <p:cNvPr id="383" name="Text Placeholder 3"/>
          <p:cNvSpPr txBox="1">
            <a:spLocks/>
          </p:cNvSpPr>
          <p:nvPr/>
        </p:nvSpPr>
        <p:spPr>
          <a:xfrm>
            <a:off x="1229282" y="5850523"/>
            <a:ext cx="1046635" cy="1692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3"/>
                </a:solidFill>
              </a:rPr>
              <a:t>Title Goes Here</a:t>
            </a:r>
            <a:endParaRPr lang="en-US" sz="1000" dirty="0">
              <a:solidFill>
                <a:schemeClr val="accent3"/>
              </a:solidFill>
            </a:endParaRPr>
          </a:p>
        </p:txBody>
      </p:sp>
      <p:sp>
        <p:nvSpPr>
          <p:cNvPr id="384" name="Text Placeholder 3"/>
          <p:cNvSpPr txBox="1">
            <a:spLocks/>
          </p:cNvSpPr>
          <p:nvPr/>
        </p:nvSpPr>
        <p:spPr>
          <a:xfrm>
            <a:off x="6883658" y="3195722"/>
            <a:ext cx="1046635" cy="1692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4"/>
                </a:solidFill>
              </a:rPr>
              <a:t>Title Goes Here</a:t>
            </a:r>
            <a:endParaRPr lang="en-US" sz="1000" dirty="0">
              <a:solidFill>
                <a:schemeClr val="accent4"/>
              </a:solidFill>
            </a:endParaRPr>
          </a:p>
        </p:txBody>
      </p:sp>
      <p:sp>
        <p:nvSpPr>
          <p:cNvPr id="385" name="Text Placeholder 3"/>
          <p:cNvSpPr txBox="1">
            <a:spLocks/>
          </p:cNvSpPr>
          <p:nvPr/>
        </p:nvSpPr>
        <p:spPr>
          <a:xfrm>
            <a:off x="6883658" y="4508585"/>
            <a:ext cx="1046635" cy="1692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5"/>
                </a:solidFill>
              </a:rPr>
              <a:t>Title Goes Here</a:t>
            </a:r>
            <a:endParaRPr lang="en-US" sz="1000" dirty="0">
              <a:solidFill>
                <a:schemeClr val="accent5"/>
              </a:solidFill>
            </a:endParaRPr>
          </a:p>
        </p:txBody>
      </p:sp>
      <p:sp>
        <p:nvSpPr>
          <p:cNvPr id="386" name="Text Placeholder 3"/>
          <p:cNvSpPr txBox="1">
            <a:spLocks/>
          </p:cNvSpPr>
          <p:nvPr/>
        </p:nvSpPr>
        <p:spPr>
          <a:xfrm>
            <a:off x="6883658" y="5850523"/>
            <a:ext cx="1046635" cy="1692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6"/>
                </a:solidFill>
              </a:rPr>
              <a:t>Title Goes Here</a:t>
            </a:r>
            <a:endParaRPr lang="en-US" sz="1000" dirty="0">
              <a:solidFill>
                <a:schemeClr val="accent6"/>
              </a:solidFill>
            </a:endParaRP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43"/>
                                        </p:tgtEl>
                                        <p:attrNameLst>
                                          <p:attrName>style.visibility</p:attrName>
                                        </p:attrNameLst>
                                      </p:cBhvr>
                                      <p:to>
                                        <p:strVal val="visible"/>
                                      </p:to>
                                    </p:set>
                                    <p:anim calcmode="lin" valueType="num">
                                      <p:cBhvr>
                                        <p:cTn id="7" dur="500" fill="hold"/>
                                        <p:tgtEl>
                                          <p:spTgt spid="143"/>
                                        </p:tgtEl>
                                        <p:attrNameLst>
                                          <p:attrName>ppt_w</p:attrName>
                                        </p:attrNameLst>
                                      </p:cBhvr>
                                      <p:tavLst>
                                        <p:tav tm="0">
                                          <p:val>
                                            <p:fltVal val="0"/>
                                          </p:val>
                                        </p:tav>
                                        <p:tav tm="100000">
                                          <p:val>
                                            <p:strVal val="#ppt_w"/>
                                          </p:val>
                                        </p:tav>
                                      </p:tavLst>
                                    </p:anim>
                                    <p:anim calcmode="lin" valueType="num">
                                      <p:cBhvr>
                                        <p:cTn id="8" dur="500" fill="hold"/>
                                        <p:tgtEl>
                                          <p:spTgt spid="143"/>
                                        </p:tgtEl>
                                        <p:attrNameLst>
                                          <p:attrName>ppt_h</p:attrName>
                                        </p:attrNameLst>
                                      </p:cBhvr>
                                      <p:tavLst>
                                        <p:tav tm="0">
                                          <p:val>
                                            <p:fltVal val="0"/>
                                          </p:val>
                                        </p:tav>
                                        <p:tav tm="100000">
                                          <p:val>
                                            <p:strVal val="#ppt_h"/>
                                          </p:val>
                                        </p:tav>
                                      </p:tavLst>
                                    </p:anim>
                                    <p:animEffect transition="in" filter="fade">
                                      <p:cBhvr>
                                        <p:cTn id="9" dur="500"/>
                                        <p:tgtEl>
                                          <p:spTgt spid="143"/>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337"/>
                                        </p:tgtEl>
                                        <p:attrNameLst>
                                          <p:attrName>style.visibility</p:attrName>
                                        </p:attrNameLst>
                                      </p:cBhvr>
                                      <p:to>
                                        <p:strVal val="visible"/>
                                      </p:to>
                                    </p:set>
                                    <p:anim calcmode="lin" valueType="num">
                                      <p:cBhvr>
                                        <p:cTn id="13" dur="500" fill="hold"/>
                                        <p:tgtEl>
                                          <p:spTgt spid="337"/>
                                        </p:tgtEl>
                                        <p:attrNameLst>
                                          <p:attrName>ppt_w</p:attrName>
                                        </p:attrNameLst>
                                      </p:cBhvr>
                                      <p:tavLst>
                                        <p:tav tm="0">
                                          <p:val>
                                            <p:fltVal val="0"/>
                                          </p:val>
                                        </p:tav>
                                        <p:tav tm="100000">
                                          <p:val>
                                            <p:strVal val="#ppt_w"/>
                                          </p:val>
                                        </p:tav>
                                      </p:tavLst>
                                    </p:anim>
                                    <p:anim calcmode="lin" valueType="num">
                                      <p:cBhvr>
                                        <p:cTn id="14" dur="500" fill="hold"/>
                                        <p:tgtEl>
                                          <p:spTgt spid="337"/>
                                        </p:tgtEl>
                                        <p:attrNameLst>
                                          <p:attrName>ppt_h</p:attrName>
                                        </p:attrNameLst>
                                      </p:cBhvr>
                                      <p:tavLst>
                                        <p:tav tm="0">
                                          <p:val>
                                            <p:fltVal val="0"/>
                                          </p:val>
                                        </p:tav>
                                        <p:tav tm="100000">
                                          <p:val>
                                            <p:strVal val="#ppt_h"/>
                                          </p:val>
                                        </p:tav>
                                      </p:tavLst>
                                    </p:anim>
                                    <p:animEffect transition="in" filter="fade">
                                      <p:cBhvr>
                                        <p:cTn id="15" dur="500"/>
                                        <p:tgtEl>
                                          <p:spTgt spid="337"/>
                                        </p:tgtEl>
                                      </p:cBhvr>
                                    </p:animEffect>
                                  </p:childTnLst>
                                </p:cTn>
                              </p:par>
                            </p:childTnLst>
                          </p:cTn>
                        </p:par>
                        <p:par>
                          <p:cTn id="16" fill="hold">
                            <p:stCondLst>
                              <p:cond delay="1000"/>
                            </p:stCondLst>
                            <p:childTnLst>
                              <p:par>
                                <p:cTn id="17" presetID="18" presetClass="entr" presetSubtype="9" fill="hold" nodeType="afterEffect">
                                  <p:stCondLst>
                                    <p:cond delay="0"/>
                                  </p:stCondLst>
                                  <p:childTnLst>
                                    <p:set>
                                      <p:cBhvr>
                                        <p:cTn id="18" dur="1" fill="hold">
                                          <p:stCondLst>
                                            <p:cond delay="0"/>
                                          </p:stCondLst>
                                        </p:cTn>
                                        <p:tgtEl>
                                          <p:spTgt spid="342"/>
                                        </p:tgtEl>
                                        <p:attrNameLst>
                                          <p:attrName>style.visibility</p:attrName>
                                        </p:attrNameLst>
                                      </p:cBhvr>
                                      <p:to>
                                        <p:strVal val="visible"/>
                                      </p:to>
                                    </p:set>
                                    <p:animEffect transition="in" filter="strips(upLeft)">
                                      <p:cBhvr>
                                        <p:cTn id="19" dur="500"/>
                                        <p:tgtEl>
                                          <p:spTgt spid="342"/>
                                        </p:tgtEl>
                                      </p:cBhvr>
                                    </p:animEffect>
                                  </p:childTnLst>
                                </p:cTn>
                              </p:par>
                              <p:par>
                                <p:cTn id="20" presetID="20" presetClass="entr" presetSubtype="0" fill="hold" nodeType="withEffect">
                                  <p:stCondLst>
                                    <p:cond delay="0"/>
                                  </p:stCondLst>
                                  <p:childTnLst>
                                    <p:set>
                                      <p:cBhvr>
                                        <p:cTn id="21" dur="1" fill="hold">
                                          <p:stCondLst>
                                            <p:cond delay="0"/>
                                          </p:stCondLst>
                                        </p:cTn>
                                        <p:tgtEl>
                                          <p:spTgt spid="349"/>
                                        </p:tgtEl>
                                        <p:attrNameLst>
                                          <p:attrName>style.visibility</p:attrName>
                                        </p:attrNameLst>
                                      </p:cBhvr>
                                      <p:to>
                                        <p:strVal val="visible"/>
                                      </p:to>
                                    </p:set>
                                    <p:animEffect transition="in" filter="wedge">
                                      <p:cBhvr>
                                        <p:cTn id="22" dur="1000"/>
                                        <p:tgtEl>
                                          <p:spTgt spid="349"/>
                                        </p:tgtEl>
                                      </p:cBhvr>
                                    </p:animEffect>
                                  </p:childTnLst>
                                </p:cTn>
                              </p:par>
                              <p:par>
                                <p:cTn id="23" presetID="2" presetClass="entr" presetSubtype="8" accel="50000" decel="50000" fill="hold" grpId="0" nodeType="withEffect">
                                  <p:stCondLst>
                                    <p:cond delay="0"/>
                                  </p:stCondLst>
                                  <p:childTnLst>
                                    <p:set>
                                      <p:cBhvr>
                                        <p:cTn id="24" dur="1" fill="hold">
                                          <p:stCondLst>
                                            <p:cond delay="0"/>
                                          </p:stCondLst>
                                        </p:cTn>
                                        <p:tgtEl>
                                          <p:spTgt spid="381"/>
                                        </p:tgtEl>
                                        <p:attrNameLst>
                                          <p:attrName>style.visibility</p:attrName>
                                        </p:attrNameLst>
                                      </p:cBhvr>
                                      <p:to>
                                        <p:strVal val="visible"/>
                                      </p:to>
                                    </p:set>
                                    <p:anim calcmode="lin" valueType="num">
                                      <p:cBhvr additive="base">
                                        <p:cTn id="25" dur="500" fill="hold"/>
                                        <p:tgtEl>
                                          <p:spTgt spid="381"/>
                                        </p:tgtEl>
                                        <p:attrNameLst>
                                          <p:attrName>ppt_x</p:attrName>
                                        </p:attrNameLst>
                                      </p:cBhvr>
                                      <p:tavLst>
                                        <p:tav tm="0">
                                          <p:val>
                                            <p:strVal val="0-#ppt_w/2"/>
                                          </p:val>
                                        </p:tav>
                                        <p:tav tm="100000">
                                          <p:val>
                                            <p:strVal val="#ppt_x"/>
                                          </p:val>
                                        </p:tav>
                                      </p:tavLst>
                                    </p:anim>
                                    <p:anim calcmode="lin" valueType="num">
                                      <p:cBhvr additive="base">
                                        <p:cTn id="26" dur="500" fill="hold"/>
                                        <p:tgtEl>
                                          <p:spTgt spid="381"/>
                                        </p:tgtEl>
                                        <p:attrNameLst>
                                          <p:attrName>ppt_y</p:attrName>
                                        </p:attrNameLst>
                                      </p:cBhvr>
                                      <p:tavLst>
                                        <p:tav tm="0">
                                          <p:val>
                                            <p:strVal val="#ppt_y"/>
                                          </p:val>
                                        </p:tav>
                                        <p:tav tm="100000">
                                          <p:val>
                                            <p:strVal val="#ppt_y"/>
                                          </p:val>
                                        </p:tav>
                                      </p:tavLst>
                                    </p:anim>
                                  </p:childTnLst>
                                </p:cTn>
                              </p:par>
                            </p:childTnLst>
                          </p:cTn>
                        </p:par>
                        <p:par>
                          <p:cTn id="27" fill="hold">
                            <p:stCondLst>
                              <p:cond delay="2000"/>
                            </p:stCondLst>
                            <p:childTnLst>
                              <p:par>
                                <p:cTn id="28" presetID="53" presetClass="entr" presetSubtype="0" fill="hold" grpId="0" nodeType="afterEffect">
                                  <p:stCondLst>
                                    <p:cond delay="0"/>
                                  </p:stCondLst>
                                  <p:childTnLst>
                                    <p:set>
                                      <p:cBhvr>
                                        <p:cTn id="29" dur="1" fill="hold">
                                          <p:stCondLst>
                                            <p:cond delay="0"/>
                                          </p:stCondLst>
                                        </p:cTn>
                                        <p:tgtEl>
                                          <p:spTgt spid="338"/>
                                        </p:tgtEl>
                                        <p:attrNameLst>
                                          <p:attrName>style.visibility</p:attrName>
                                        </p:attrNameLst>
                                      </p:cBhvr>
                                      <p:to>
                                        <p:strVal val="visible"/>
                                      </p:to>
                                    </p:set>
                                    <p:anim calcmode="lin" valueType="num">
                                      <p:cBhvr>
                                        <p:cTn id="30" dur="500" fill="hold"/>
                                        <p:tgtEl>
                                          <p:spTgt spid="338"/>
                                        </p:tgtEl>
                                        <p:attrNameLst>
                                          <p:attrName>ppt_w</p:attrName>
                                        </p:attrNameLst>
                                      </p:cBhvr>
                                      <p:tavLst>
                                        <p:tav tm="0">
                                          <p:val>
                                            <p:fltVal val="0"/>
                                          </p:val>
                                        </p:tav>
                                        <p:tav tm="100000">
                                          <p:val>
                                            <p:strVal val="#ppt_w"/>
                                          </p:val>
                                        </p:tav>
                                      </p:tavLst>
                                    </p:anim>
                                    <p:anim calcmode="lin" valueType="num">
                                      <p:cBhvr>
                                        <p:cTn id="31" dur="500" fill="hold"/>
                                        <p:tgtEl>
                                          <p:spTgt spid="338"/>
                                        </p:tgtEl>
                                        <p:attrNameLst>
                                          <p:attrName>ppt_h</p:attrName>
                                        </p:attrNameLst>
                                      </p:cBhvr>
                                      <p:tavLst>
                                        <p:tav tm="0">
                                          <p:val>
                                            <p:fltVal val="0"/>
                                          </p:val>
                                        </p:tav>
                                        <p:tav tm="100000">
                                          <p:val>
                                            <p:strVal val="#ppt_h"/>
                                          </p:val>
                                        </p:tav>
                                      </p:tavLst>
                                    </p:anim>
                                    <p:animEffect transition="in" filter="fade">
                                      <p:cBhvr>
                                        <p:cTn id="32" dur="500"/>
                                        <p:tgtEl>
                                          <p:spTgt spid="338"/>
                                        </p:tgtEl>
                                      </p:cBhvr>
                                    </p:animEffect>
                                  </p:childTnLst>
                                </p:cTn>
                              </p:par>
                            </p:childTnLst>
                          </p:cTn>
                        </p:par>
                        <p:par>
                          <p:cTn id="33" fill="hold">
                            <p:stCondLst>
                              <p:cond delay="2500"/>
                            </p:stCondLst>
                            <p:childTnLst>
                              <p:par>
                                <p:cTn id="34" presetID="18" presetClass="entr" presetSubtype="9" fill="hold" nodeType="afterEffect">
                                  <p:stCondLst>
                                    <p:cond delay="0"/>
                                  </p:stCondLst>
                                  <p:childTnLst>
                                    <p:set>
                                      <p:cBhvr>
                                        <p:cTn id="35" dur="1" fill="hold">
                                          <p:stCondLst>
                                            <p:cond delay="0"/>
                                          </p:stCondLst>
                                        </p:cTn>
                                        <p:tgtEl>
                                          <p:spTgt spid="343"/>
                                        </p:tgtEl>
                                        <p:attrNameLst>
                                          <p:attrName>style.visibility</p:attrName>
                                        </p:attrNameLst>
                                      </p:cBhvr>
                                      <p:to>
                                        <p:strVal val="visible"/>
                                      </p:to>
                                    </p:set>
                                    <p:animEffect transition="in" filter="strips(upLeft)">
                                      <p:cBhvr>
                                        <p:cTn id="36" dur="500"/>
                                        <p:tgtEl>
                                          <p:spTgt spid="343"/>
                                        </p:tgtEl>
                                      </p:cBhvr>
                                    </p:animEffect>
                                  </p:childTnLst>
                                </p:cTn>
                              </p:par>
                              <p:par>
                                <p:cTn id="37" presetID="20" presetClass="entr" presetSubtype="0" fill="hold" nodeType="withEffect">
                                  <p:stCondLst>
                                    <p:cond delay="0"/>
                                  </p:stCondLst>
                                  <p:childTnLst>
                                    <p:set>
                                      <p:cBhvr>
                                        <p:cTn id="38" dur="1" fill="hold">
                                          <p:stCondLst>
                                            <p:cond delay="0"/>
                                          </p:stCondLst>
                                        </p:cTn>
                                        <p:tgtEl>
                                          <p:spTgt spid="353"/>
                                        </p:tgtEl>
                                        <p:attrNameLst>
                                          <p:attrName>style.visibility</p:attrName>
                                        </p:attrNameLst>
                                      </p:cBhvr>
                                      <p:to>
                                        <p:strVal val="visible"/>
                                      </p:to>
                                    </p:set>
                                    <p:animEffect transition="in" filter="wedge">
                                      <p:cBhvr>
                                        <p:cTn id="39" dur="1000"/>
                                        <p:tgtEl>
                                          <p:spTgt spid="353"/>
                                        </p:tgtEl>
                                      </p:cBhvr>
                                    </p:animEffect>
                                  </p:childTnLst>
                                </p:cTn>
                              </p:par>
                              <p:par>
                                <p:cTn id="40" presetID="2" presetClass="entr" presetSubtype="8" accel="50000" decel="50000" fill="hold" grpId="0" nodeType="withEffect">
                                  <p:stCondLst>
                                    <p:cond delay="0"/>
                                  </p:stCondLst>
                                  <p:childTnLst>
                                    <p:set>
                                      <p:cBhvr>
                                        <p:cTn id="41" dur="1" fill="hold">
                                          <p:stCondLst>
                                            <p:cond delay="0"/>
                                          </p:stCondLst>
                                        </p:cTn>
                                        <p:tgtEl>
                                          <p:spTgt spid="382"/>
                                        </p:tgtEl>
                                        <p:attrNameLst>
                                          <p:attrName>style.visibility</p:attrName>
                                        </p:attrNameLst>
                                      </p:cBhvr>
                                      <p:to>
                                        <p:strVal val="visible"/>
                                      </p:to>
                                    </p:set>
                                    <p:anim calcmode="lin" valueType="num">
                                      <p:cBhvr additive="base">
                                        <p:cTn id="42" dur="500" fill="hold"/>
                                        <p:tgtEl>
                                          <p:spTgt spid="382"/>
                                        </p:tgtEl>
                                        <p:attrNameLst>
                                          <p:attrName>ppt_x</p:attrName>
                                        </p:attrNameLst>
                                      </p:cBhvr>
                                      <p:tavLst>
                                        <p:tav tm="0">
                                          <p:val>
                                            <p:strVal val="0-#ppt_w/2"/>
                                          </p:val>
                                        </p:tav>
                                        <p:tav tm="100000">
                                          <p:val>
                                            <p:strVal val="#ppt_x"/>
                                          </p:val>
                                        </p:tav>
                                      </p:tavLst>
                                    </p:anim>
                                    <p:anim calcmode="lin" valueType="num">
                                      <p:cBhvr additive="base">
                                        <p:cTn id="43" dur="500" fill="hold"/>
                                        <p:tgtEl>
                                          <p:spTgt spid="382"/>
                                        </p:tgtEl>
                                        <p:attrNameLst>
                                          <p:attrName>ppt_y</p:attrName>
                                        </p:attrNameLst>
                                      </p:cBhvr>
                                      <p:tavLst>
                                        <p:tav tm="0">
                                          <p:val>
                                            <p:strVal val="#ppt_y"/>
                                          </p:val>
                                        </p:tav>
                                        <p:tav tm="100000">
                                          <p:val>
                                            <p:strVal val="#ppt_y"/>
                                          </p:val>
                                        </p:tav>
                                      </p:tavLst>
                                    </p:anim>
                                  </p:childTnLst>
                                </p:cTn>
                              </p:par>
                            </p:childTnLst>
                          </p:cTn>
                        </p:par>
                        <p:par>
                          <p:cTn id="44" fill="hold">
                            <p:stCondLst>
                              <p:cond delay="3500"/>
                            </p:stCondLst>
                            <p:childTnLst>
                              <p:par>
                                <p:cTn id="45" presetID="53" presetClass="entr" presetSubtype="0" fill="hold" grpId="0" nodeType="afterEffect">
                                  <p:stCondLst>
                                    <p:cond delay="0"/>
                                  </p:stCondLst>
                                  <p:childTnLst>
                                    <p:set>
                                      <p:cBhvr>
                                        <p:cTn id="46" dur="1" fill="hold">
                                          <p:stCondLst>
                                            <p:cond delay="0"/>
                                          </p:stCondLst>
                                        </p:cTn>
                                        <p:tgtEl>
                                          <p:spTgt spid="339"/>
                                        </p:tgtEl>
                                        <p:attrNameLst>
                                          <p:attrName>style.visibility</p:attrName>
                                        </p:attrNameLst>
                                      </p:cBhvr>
                                      <p:to>
                                        <p:strVal val="visible"/>
                                      </p:to>
                                    </p:set>
                                    <p:anim calcmode="lin" valueType="num">
                                      <p:cBhvr>
                                        <p:cTn id="47" dur="500" fill="hold"/>
                                        <p:tgtEl>
                                          <p:spTgt spid="339"/>
                                        </p:tgtEl>
                                        <p:attrNameLst>
                                          <p:attrName>ppt_w</p:attrName>
                                        </p:attrNameLst>
                                      </p:cBhvr>
                                      <p:tavLst>
                                        <p:tav tm="0">
                                          <p:val>
                                            <p:fltVal val="0"/>
                                          </p:val>
                                        </p:tav>
                                        <p:tav tm="100000">
                                          <p:val>
                                            <p:strVal val="#ppt_w"/>
                                          </p:val>
                                        </p:tav>
                                      </p:tavLst>
                                    </p:anim>
                                    <p:anim calcmode="lin" valueType="num">
                                      <p:cBhvr>
                                        <p:cTn id="48" dur="500" fill="hold"/>
                                        <p:tgtEl>
                                          <p:spTgt spid="339"/>
                                        </p:tgtEl>
                                        <p:attrNameLst>
                                          <p:attrName>ppt_h</p:attrName>
                                        </p:attrNameLst>
                                      </p:cBhvr>
                                      <p:tavLst>
                                        <p:tav tm="0">
                                          <p:val>
                                            <p:fltVal val="0"/>
                                          </p:val>
                                        </p:tav>
                                        <p:tav tm="100000">
                                          <p:val>
                                            <p:strVal val="#ppt_h"/>
                                          </p:val>
                                        </p:tav>
                                      </p:tavLst>
                                    </p:anim>
                                    <p:animEffect transition="in" filter="fade">
                                      <p:cBhvr>
                                        <p:cTn id="49" dur="500"/>
                                        <p:tgtEl>
                                          <p:spTgt spid="339"/>
                                        </p:tgtEl>
                                      </p:cBhvr>
                                    </p:animEffect>
                                  </p:childTnLst>
                                </p:cTn>
                              </p:par>
                            </p:childTnLst>
                          </p:cTn>
                        </p:par>
                        <p:par>
                          <p:cTn id="50" fill="hold">
                            <p:stCondLst>
                              <p:cond delay="4000"/>
                            </p:stCondLst>
                            <p:childTnLst>
                              <p:par>
                                <p:cTn id="51" presetID="18" presetClass="entr" presetSubtype="12" fill="hold" nodeType="afterEffect">
                                  <p:stCondLst>
                                    <p:cond delay="0"/>
                                  </p:stCondLst>
                                  <p:childTnLst>
                                    <p:set>
                                      <p:cBhvr>
                                        <p:cTn id="52" dur="1" fill="hold">
                                          <p:stCondLst>
                                            <p:cond delay="0"/>
                                          </p:stCondLst>
                                        </p:cTn>
                                        <p:tgtEl>
                                          <p:spTgt spid="346"/>
                                        </p:tgtEl>
                                        <p:attrNameLst>
                                          <p:attrName>style.visibility</p:attrName>
                                        </p:attrNameLst>
                                      </p:cBhvr>
                                      <p:to>
                                        <p:strVal val="visible"/>
                                      </p:to>
                                    </p:set>
                                    <p:animEffect transition="in" filter="strips(downLeft)">
                                      <p:cBhvr>
                                        <p:cTn id="53" dur="500"/>
                                        <p:tgtEl>
                                          <p:spTgt spid="346"/>
                                        </p:tgtEl>
                                      </p:cBhvr>
                                    </p:animEffect>
                                  </p:childTnLst>
                                </p:cTn>
                              </p:par>
                              <p:par>
                                <p:cTn id="54" presetID="20" presetClass="entr" presetSubtype="0" fill="hold" nodeType="withEffect">
                                  <p:stCondLst>
                                    <p:cond delay="0"/>
                                  </p:stCondLst>
                                  <p:childTnLst>
                                    <p:set>
                                      <p:cBhvr>
                                        <p:cTn id="55" dur="1" fill="hold">
                                          <p:stCondLst>
                                            <p:cond delay="0"/>
                                          </p:stCondLst>
                                        </p:cTn>
                                        <p:tgtEl>
                                          <p:spTgt spid="357"/>
                                        </p:tgtEl>
                                        <p:attrNameLst>
                                          <p:attrName>style.visibility</p:attrName>
                                        </p:attrNameLst>
                                      </p:cBhvr>
                                      <p:to>
                                        <p:strVal val="visible"/>
                                      </p:to>
                                    </p:set>
                                    <p:animEffect transition="in" filter="wedge">
                                      <p:cBhvr>
                                        <p:cTn id="56" dur="1000"/>
                                        <p:tgtEl>
                                          <p:spTgt spid="357"/>
                                        </p:tgtEl>
                                      </p:cBhvr>
                                    </p:animEffect>
                                  </p:childTnLst>
                                </p:cTn>
                              </p:par>
                              <p:par>
                                <p:cTn id="57" presetID="2" presetClass="entr" presetSubtype="8" accel="50000" decel="50000" fill="hold" grpId="0" nodeType="withEffect">
                                  <p:stCondLst>
                                    <p:cond delay="0"/>
                                  </p:stCondLst>
                                  <p:childTnLst>
                                    <p:set>
                                      <p:cBhvr>
                                        <p:cTn id="58" dur="1" fill="hold">
                                          <p:stCondLst>
                                            <p:cond delay="0"/>
                                          </p:stCondLst>
                                        </p:cTn>
                                        <p:tgtEl>
                                          <p:spTgt spid="383"/>
                                        </p:tgtEl>
                                        <p:attrNameLst>
                                          <p:attrName>style.visibility</p:attrName>
                                        </p:attrNameLst>
                                      </p:cBhvr>
                                      <p:to>
                                        <p:strVal val="visible"/>
                                      </p:to>
                                    </p:set>
                                    <p:anim calcmode="lin" valueType="num">
                                      <p:cBhvr additive="base">
                                        <p:cTn id="59" dur="500" fill="hold"/>
                                        <p:tgtEl>
                                          <p:spTgt spid="383"/>
                                        </p:tgtEl>
                                        <p:attrNameLst>
                                          <p:attrName>ppt_x</p:attrName>
                                        </p:attrNameLst>
                                      </p:cBhvr>
                                      <p:tavLst>
                                        <p:tav tm="0">
                                          <p:val>
                                            <p:strVal val="0-#ppt_w/2"/>
                                          </p:val>
                                        </p:tav>
                                        <p:tav tm="100000">
                                          <p:val>
                                            <p:strVal val="#ppt_x"/>
                                          </p:val>
                                        </p:tav>
                                      </p:tavLst>
                                    </p:anim>
                                    <p:anim calcmode="lin" valueType="num">
                                      <p:cBhvr additive="base">
                                        <p:cTn id="60" dur="500" fill="hold"/>
                                        <p:tgtEl>
                                          <p:spTgt spid="383"/>
                                        </p:tgtEl>
                                        <p:attrNameLst>
                                          <p:attrName>ppt_y</p:attrName>
                                        </p:attrNameLst>
                                      </p:cBhvr>
                                      <p:tavLst>
                                        <p:tav tm="0">
                                          <p:val>
                                            <p:strVal val="#ppt_y"/>
                                          </p:val>
                                        </p:tav>
                                        <p:tav tm="100000">
                                          <p:val>
                                            <p:strVal val="#ppt_y"/>
                                          </p:val>
                                        </p:tav>
                                      </p:tavLst>
                                    </p:anim>
                                  </p:childTnLst>
                                </p:cTn>
                              </p:par>
                            </p:childTnLst>
                          </p:cTn>
                        </p:par>
                        <p:par>
                          <p:cTn id="61" fill="hold">
                            <p:stCondLst>
                              <p:cond delay="5000"/>
                            </p:stCondLst>
                            <p:childTnLst>
                              <p:par>
                                <p:cTn id="62" presetID="53" presetClass="entr" presetSubtype="0" fill="hold" grpId="0" nodeType="afterEffect">
                                  <p:stCondLst>
                                    <p:cond delay="0"/>
                                  </p:stCondLst>
                                  <p:childTnLst>
                                    <p:set>
                                      <p:cBhvr>
                                        <p:cTn id="63" dur="1" fill="hold">
                                          <p:stCondLst>
                                            <p:cond delay="0"/>
                                          </p:stCondLst>
                                        </p:cTn>
                                        <p:tgtEl>
                                          <p:spTgt spid="340"/>
                                        </p:tgtEl>
                                        <p:attrNameLst>
                                          <p:attrName>style.visibility</p:attrName>
                                        </p:attrNameLst>
                                      </p:cBhvr>
                                      <p:to>
                                        <p:strVal val="visible"/>
                                      </p:to>
                                    </p:set>
                                    <p:anim calcmode="lin" valueType="num">
                                      <p:cBhvr>
                                        <p:cTn id="64" dur="500" fill="hold"/>
                                        <p:tgtEl>
                                          <p:spTgt spid="340"/>
                                        </p:tgtEl>
                                        <p:attrNameLst>
                                          <p:attrName>ppt_w</p:attrName>
                                        </p:attrNameLst>
                                      </p:cBhvr>
                                      <p:tavLst>
                                        <p:tav tm="0">
                                          <p:val>
                                            <p:fltVal val="0"/>
                                          </p:val>
                                        </p:tav>
                                        <p:tav tm="100000">
                                          <p:val>
                                            <p:strVal val="#ppt_w"/>
                                          </p:val>
                                        </p:tav>
                                      </p:tavLst>
                                    </p:anim>
                                    <p:anim calcmode="lin" valueType="num">
                                      <p:cBhvr>
                                        <p:cTn id="65" dur="500" fill="hold"/>
                                        <p:tgtEl>
                                          <p:spTgt spid="340"/>
                                        </p:tgtEl>
                                        <p:attrNameLst>
                                          <p:attrName>ppt_h</p:attrName>
                                        </p:attrNameLst>
                                      </p:cBhvr>
                                      <p:tavLst>
                                        <p:tav tm="0">
                                          <p:val>
                                            <p:fltVal val="0"/>
                                          </p:val>
                                        </p:tav>
                                        <p:tav tm="100000">
                                          <p:val>
                                            <p:strVal val="#ppt_h"/>
                                          </p:val>
                                        </p:tav>
                                      </p:tavLst>
                                    </p:anim>
                                    <p:animEffect transition="in" filter="fade">
                                      <p:cBhvr>
                                        <p:cTn id="66" dur="500"/>
                                        <p:tgtEl>
                                          <p:spTgt spid="340"/>
                                        </p:tgtEl>
                                      </p:cBhvr>
                                    </p:animEffect>
                                  </p:childTnLst>
                                </p:cTn>
                              </p:par>
                            </p:childTnLst>
                          </p:cTn>
                        </p:par>
                        <p:par>
                          <p:cTn id="67" fill="hold">
                            <p:stCondLst>
                              <p:cond delay="5500"/>
                            </p:stCondLst>
                            <p:childTnLst>
                              <p:par>
                                <p:cTn id="68" presetID="18" presetClass="entr" presetSubtype="3" fill="hold" nodeType="afterEffect">
                                  <p:stCondLst>
                                    <p:cond delay="0"/>
                                  </p:stCondLst>
                                  <p:childTnLst>
                                    <p:set>
                                      <p:cBhvr>
                                        <p:cTn id="69" dur="1" fill="hold">
                                          <p:stCondLst>
                                            <p:cond delay="0"/>
                                          </p:stCondLst>
                                        </p:cTn>
                                        <p:tgtEl>
                                          <p:spTgt spid="345"/>
                                        </p:tgtEl>
                                        <p:attrNameLst>
                                          <p:attrName>style.visibility</p:attrName>
                                        </p:attrNameLst>
                                      </p:cBhvr>
                                      <p:to>
                                        <p:strVal val="visible"/>
                                      </p:to>
                                    </p:set>
                                    <p:animEffect transition="in" filter="strips(upRight)">
                                      <p:cBhvr>
                                        <p:cTn id="70" dur="500"/>
                                        <p:tgtEl>
                                          <p:spTgt spid="345"/>
                                        </p:tgtEl>
                                      </p:cBhvr>
                                    </p:animEffect>
                                  </p:childTnLst>
                                </p:cTn>
                              </p:par>
                              <p:par>
                                <p:cTn id="71" presetID="20" presetClass="entr" presetSubtype="0" fill="hold" nodeType="withEffect">
                                  <p:stCondLst>
                                    <p:cond delay="0"/>
                                  </p:stCondLst>
                                  <p:childTnLst>
                                    <p:set>
                                      <p:cBhvr>
                                        <p:cTn id="72" dur="1" fill="hold">
                                          <p:stCondLst>
                                            <p:cond delay="0"/>
                                          </p:stCondLst>
                                        </p:cTn>
                                        <p:tgtEl>
                                          <p:spTgt spid="361"/>
                                        </p:tgtEl>
                                        <p:attrNameLst>
                                          <p:attrName>style.visibility</p:attrName>
                                        </p:attrNameLst>
                                      </p:cBhvr>
                                      <p:to>
                                        <p:strVal val="visible"/>
                                      </p:to>
                                    </p:set>
                                    <p:animEffect transition="in" filter="wedge">
                                      <p:cBhvr>
                                        <p:cTn id="73" dur="1000"/>
                                        <p:tgtEl>
                                          <p:spTgt spid="361"/>
                                        </p:tgtEl>
                                      </p:cBhvr>
                                    </p:animEffect>
                                  </p:childTnLst>
                                </p:cTn>
                              </p:par>
                              <p:par>
                                <p:cTn id="74" presetID="2" presetClass="entr" presetSubtype="2" accel="50000" decel="50000" fill="hold" grpId="0" nodeType="withEffect">
                                  <p:stCondLst>
                                    <p:cond delay="0"/>
                                  </p:stCondLst>
                                  <p:childTnLst>
                                    <p:set>
                                      <p:cBhvr>
                                        <p:cTn id="75" dur="1" fill="hold">
                                          <p:stCondLst>
                                            <p:cond delay="0"/>
                                          </p:stCondLst>
                                        </p:cTn>
                                        <p:tgtEl>
                                          <p:spTgt spid="384"/>
                                        </p:tgtEl>
                                        <p:attrNameLst>
                                          <p:attrName>style.visibility</p:attrName>
                                        </p:attrNameLst>
                                      </p:cBhvr>
                                      <p:to>
                                        <p:strVal val="visible"/>
                                      </p:to>
                                    </p:set>
                                    <p:anim calcmode="lin" valueType="num">
                                      <p:cBhvr additive="base">
                                        <p:cTn id="76" dur="500" fill="hold"/>
                                        <p:tgtEl>
                                          <p:spTgt spid="384"/>
                                        </p:tgtEl>
                                        <p:attrNameLst>
                                          <p:attrName>ppt_x</p:attrName>
                                        </p:attrNameLst>
                                      </p:cBhvr>
                                      <p:tavLst>
                                        <p:tav tm="0">
                                          <p:val>
                                            <p:strVal val="1+#ppt_w/2"/>
                                          </p:val>
                                        </p:tav>
                                        <p:tav tm="100000">
                                          <p:val>
                                            <p:strVal val="#ppt_x"/>
                                          </p:val>
                                        </p:tav>
                                      </p:tavLst>
                                    </p:anim>
                                    <p:anim calcmode="lin" valueType="num">
                                      <p:cBhvr additive="base">
                                        <p:cTn id="77" dur="500" fill="hold"/>
                                        <p:tgtEl>
                                          <p:spTgt spid="384"/>
                                        </p:tgtEl>
                                        <p:attrNameLst>
                                          <p:attrName>ppt_y</p:attrName>
                                        </p:attrNameLst>
                                      </p:cBhvr>
                                      <p:tavLst>
                                        <p:tav tm="0">
                                          <p:val>
                                            <p:strVal val="#ppt_y"/>
                                          </p:val>
                                        </p:tav>
                                        <p:tav tm="100000">
                                          <p:val>
                                            <p:strVal val="#ppt_y"/>
                                          </p:val>
                                        </p:tav>
                                      </p:tavLst>
                                    </p:anim>
                                  </p:childTnLst>
                                </p:cTn>
                              </p:par>
                            </p:childTnLst>
                          </p:cTn>
                        </p:par>
                        <p:par>
                          <p:cTn id="78" fill="hold">
                            <p:stCondLst>
                              <p:cond delay="6500"/>
                            </p:stCondLst>
                            <p:childTnLst>
                              <p:par>
                                <p:cTn id="79" presetID="53" presetClass="entr" presetSubtype="0" fill="hold" grpId="0" nodeType="afterEffect">
                                  <p:stCondLst>
                                    <p:cond delay="0"/>
                                  </p:stCondLst>
                                  <p:childTnLst>
                                    <p:set>
                                      <p:cBhvr>
                                        <p:cTn id="80" dur="1" fill="hold">
                                          <p:stCondLst>
                                            <p:cond delay="0"/>
                                          </p:stCondLst>
                                        </p:cTn>
                                        <p:tgtEl>
                                          <p:spTgt spid="341"/>
                                        </p:tgtEl>
                                        <p:attrNameLst>
                                          <p:attrName>style.visibility</p:attrName>
                                        </p:attrNameLst>
                                      </p:cBhvr>
                                      <p:to>
                                        <p:strVal val="visible"/>
                                      </p:to>
                                    </p:set>
                                    <p:anim calcmode="lin" valueType="num">
                                      <p:cBhvr>
                                        <p:cTn id="81" dur="500" fill="hold"/>
                                        <p:tgtEl>
                                          <p:spTgt spid="341"/>
                                        </p:tgtEl>
                                        <p:attrNameLst>
                                          <p:attrName>ppt_w</p:attrName>
                                        </p:attrNameLst>
                                      </p:cBhvr>
                                      <p:tavLst>
                                        <p:tav tm="0">
                                          <p:val>
                                            <p:fltVal val="0"/>
                                          </p:val>
                                        </p:tav>
                                        <p:tav tm="100000">
                                          <p:val>
                                            <p:strVal val="#ppt_w"/>
                                          </p:val>
                                        </p:tav>
                                      </p:tavLst>
                                    </p:anim>
                                    <p:anim calcmode="lin" valueType="num">
                                      <p:cBhvr>
                                        <p:cTn id="82" dur="500" fill="hold"/>
                                        <p:tgtEl>
                                          <p:spTgt spid="341"/>
                                        </p:tgtEl>
                                        <p:attrNameLst>
                                          <p:attrName>ppt_h</p:attrName>
                                        </p:attrNameLst>
                                      </p:cBhvr>
                                      <p:tavLst>
                                        <p:tav tm="0">
                                          <p:val>
                                            <p:fltVal val="0"/>
                                          </p:val>
                                        </p:tav>
                                        <p:tav tm="100000">
                                          <p:val>
                                            <p:strVal val="#ppt_h"/>
                                          </p:val>
                                        </p:tav>
                                      </p:tavLst>
                                    </p:anim>
                                    <p:animEffect transition="in" filter="fade">
                                      <p:cBhvr>
                                        <p:cTn id="83" dur="500"/>
                                        <p:tgtEl>
                                          <p:spTgt spid="341"/>
                                        </p:tgtEl>
                                      </p:cBhvr>
                                    </p:animEffect>
                                  </p:childTnLst>
                                </p:cTn>
                              </p:par>
                            </p:childTnLst>
                          </p:cTn>
                        </p:par>
                        <p:par>
                          <p:cTn id="84" fill="hold">
                            <p:stCondLst>
                              <p:cond delay="7000"/>
                            </p:stCondLst>
                            <p:childTnLst>
                              <p:par>
                                <p:cTn id="85" presetID="18" presetClass="entr" presetSubtype="6" fill="hold" nodeType="afterEffect">
                                  <p:stCondLst>
                                    <p:cond delay="0"/>
                                  </p:stCondLst>
                                  <p:childTnLst>
                                    <p:set>
                                      <p:cBhvr>
                                        <p:cTn id="86" dur="1" fill="hold">
                                          <p:stCondLst>
                                            <p:cond delay="0"/>
                                          </p:stCondLst>
                                        </p:cTn>
                                        <p:tgtEl>
                                          <p:spTgt spid="344"/>
                                        </p:tgtEl>
                                        <p:attrNameLst>
                                          <p:attrName>style.visibility</p:attrName>
                                        </p:attrNameLst>
                                      </p:cBhvr>
                                      <p:to>
                                        <p:strVal val="visible"/>
                                      </p:to>
                                    </p:set>
                                    <p:animEffect transition="in" filter="strips(downRight)">
                                      <p:cBhvr>
                                        <p:cTn id="87" dur="500"/>
                                        <p:tgtEl>
                                          <p:spTgt spid="344"/>
                                        </p:tgtEl>
                                      </p:cBhvr>
                                    </p:animEffect>
                                  </p:childTnLst>
                                </p:cTn>
                              </p:par>
                              <p:par>
                                <p:cTn id="88" presetID="20" presetClass="entr" presetSubtype="0" fill="hold" nodeType="withEffect">
                                  <p:stCondLst>
                                    <p:cond delay="0"/>
                                  </p:stCondLst>
                                  <p:childTnLst>
                                    <p:set>
                                      <p:cBhvr>
                                        <p:cTn id="89" dur="1" fill="hold">
                                          <p:stCondLst>
                                            <p:cond delay="0"/>
                                          </p:stCondLst>
                                        </p:cTn>
                                        <p:tgtEl>
                                          <p:spTgt spid="365"/>
                                        </p:tgtEl>
                                        <p:attrNameLst>
                                          <p:attrName>style.visibility</p:attrName>
                                        </p:attrNameLst>
                                      </p:cBhvr>
                                      <p:to>
                                        <p:strVal val="visible"/>
                                      </p:to>
                                    </p:set>
                                    <p:animEffect transition="in" filter="wedge">
                                      <p:cBhvr>
                                        <p:cTn id="90" dur="1000"/>
                                        <p:tgtEl>
                                          <p:spTgt spid="365"/>
                                        </p:tgtEl>
                                      </p:cBhvr>
                                    </p:animEffect>
                                  </p:childTnLst>
                                </p:cTn>
                              </p:par>
                              <p:par>
                                <p:cTn id="91" presetID="2" presetClass="entr" presetSubtype="2" accel="50000" decel="50000" fill="hold" grpId="0" nodeType="withEffect">
                                  <p:stCondLst>
                                    <p:cond delay="0"/>
                                  </p:stCondLst>
                                  <p:childTnLst>
                                    <p:set>
                                      <p:cBhvr>
                                        <p:cTn id="92" dur="1" fill="hold">
                                          <p:stCondLst>
                                            <p:cond delay="0"/>
                                          </p:stCondLst>
                                        </p:cTn>
                                        <p:tgtEl>
                                          <p:spTgt spid="385"/>
                                        </p:tgtEl>
                                        <p:attrNameLst>
                                          <p:attrName>style.visibility</p:attrName>
                                        </p:attrNameLst>
                                      </p:cBhvr>
                                      <p:to>
                                        <p:strVal val="visible"/>
                                      </p:to>
                                    </p:set>
                                    <p:anim calcmode="lin" valueType="num">
                                      <p:cBhvr additive="base">
                                        <p:cTn id="93" dur="500" fill="hold"/>
                                        <p:tgtEl>
                                          <p:spTgt spid="385"/>
                                        </p:tgtEl>
                                        <p:attrNameLst>
                                          <p:attrName>ppt_x</p:attrName>
                                        </p:attrNameLst>
                                      </p:cBhvr>
                                      <p:tavLst>
                                        <p:tav tm="0">
                                          <p:val>
                                            <p:strVal val="1+#ppt_w/2"/>
                                          </p:val>
                                        </p:tav>
                                        <p:tav tm="100000">
                                          <p:val>
                                            <p:strVal val="#ppt_x"/>
                                          </p:val>
                                        </p:tav>
                                      </p:tavLst>
                                    </p:anim>
                                    <p:anim calcmode="lin" valueType="num">
                                      <p:cBhvr additive="base">
                                        <p:cTn id="94" dur="500" fill="hold"/>
                                        <p:tgtEl>
                                          <p:spTgt spid="385"/>
                                        </p:tgtEl>
                                        <p:attrNameLst>
                                          <p:attrName>ppt_y</p:attrName>
                                        </p:attrNameLst>
                                      </p:cBhvr>
                                      <p:tavLst>
                                        <p:tav tm="0">
                                          <p:val>
                                            <p:strVal val="#ppt_y"/>
                                          </p:val>
                                        </p:tav>
                                        <p:tav tm="100000">
                                          <p:val>
                                            <p:strVal val="#ppt_y"/>
                                          </p:val>
                                        </p:tav>
                                      </p:tavLst>
                                    </p:anim>
                                  </p:childTnLst>
                                </p:cTn>
                              </p:par>
                            </p:childTnLst>
                          </p:cTn>
                        </p:par>
                        <p:par>
                          <p:cTn id="95" fill="hold">
                            <p:stCondLst>
                              <p:cond delay="8000"/>
                            </p:stCondLst>
                            <p:childTnLst>
                              <p:par>
                                <p:cTn id="96" presetID="53" presetClass="entr" presetSubtype="0" fill="hold" grpId="0" nodeType="afterEffect">
                                  <p:stCondLst>
                                    <p:cond delay="0"/>
                                  </p:stCondLst>
                                  <p:childTnLst>
                                    <p:set>
                                      <p:cBhvr>
                                        <p:cTn id="97" dur="1" fill="hold">
                                          <p:stCondLst>
                                            <p:cond delay="0"/>
                                          </p:stCondLst>
                                        </p:cTn>
                                        <p:tgtEl>
                                          <p:spTgt spid="347"/>
                                        </p:tgtEl>
                                        <p:attrNameLst>
                                          <p:attrName>style.visibility</p:attrName>
                                        </p:attrNameLst>
                                      </p:cBhvr>
                                      <p:to>
                                        <p:strVal val="visible"/>
                                      </p:to>
                                    </p:set>
                                    <p:anim calcmode="lin" valueType="num">
                                      <p:cBhvr>
                                        <p:cTn id="98" dur="500" fill="hold"/>
                                        <p:tgtEl>
                                          <p:spTgt spid="347"/>
                                        </p:tgtEl>
                                        <p:attrNameLst>
                                          <p:attrName>ppt_w</p:attrName>
                                        </p:attrNameLst>
                                      </p:cBhvr>
                                      <p:tavLst>
                                        <p:tav tm="0">
                                          <p:val>
                                            <p:fltVal val="0"/>
                                          </p:val>
                                        </p:tav>
                                        <p:tav tm="100000">
                                          <p:val>
                                            <p:strVal val="#ppt_w"/>
                                          </p:val>
                                        </p:tav>
                                      </p:tavLst>
                                    </p:anim>
                                    <p:anim calcmode="lin" valueType="num">
                                      <p:cBhvr>
                                        <p:cTn id="99" dur="500" fill="hold"/>
                                        <p:tgtEl>
                                          <p:spTgt spid="347"/>
                                        </p:tgtEl>
                                        <p:attrNameLst>
                                          <p:attrName>ppt_h</p:attrName>
                                        </p:attrNameLst>
                                      </p:cBhvr>
                                      <p:tavLst>
                                        <p:tav tm="0">
                                          <p:val>
                                            <p:fltVal val="0"/>
                                          </p:val>
                                        </p:tav>
                                        <p:tav tm="100000">
                                          <p:val>
                                            <p:strVal val="#ppt_h"/>
                                          </p:val>
                                        </p:tav>
                                      </p:tavLst>
                                    </p:anim>
                                    <p:animEffect transition="in" filter="fade">
                                      <p:cBhvr>
                                        <p:cTn id="100" dur="500"/>
                                        <p:tgtEl>
                                          <p:spTgt spid="347"/>
                                        </p:tgtEl>
                                      </p:cBhvr>
                                    </p:animEffect>
                                  </p:childTnLst>
                                </p:cTn>
                              </p:par>
                            </p:childTnLst>
                          </p:cTn>
                        </p:par>
                        <p:par>
                          <p:cTn id="101" fill="hold">
                            <p:stCondLst>
                              <p:cond delay="8500"/>
                            </p:stCondLst>
                            <p:childTnLst>
                              <p:par>
                                <p:cTn id="102" presetID="18" presetClass="entr" presetSubtype="6" fill="hold" nodeType="afterEffect">
                                  <p:stCondLst>
                                    <p:cond delay="0"/>
                                  </p:stCondLst>
                                  <p:childTnLst>
                                    <p:set>
                                      <p:cBhvr>
                                        <p:cTn id="103" dur="1" fill="hold">
                                          <p:stCondLst>
                                            <p:cond delay="0"/>
                                          </p:stCondLst>
                                        </p:cTn>
                                        <p:tgtEl>
                                          <p:spTgt spid="348"/>
                                        </p:tgtEl>
                                        <p:attrNameLst>
                                          <p:attrName>style.visibility</p:attrName>
                                        </p:attrNameLst>
                                      </p:cBhvr>
                                      <p:to>
                                        <p:strVal val="visible"/>
                                      </p:to>
                                    </p:set>
                                    <p:animEffect transition="in" filter="strips(downRight)">
                                      <p:cBhvr>
                                        <p:cTn id="104" dur="500"/>
                                        <p:tgtEl>
                                          <p:spTgt spid="348"/>
                                        </p:tgtEl>
                                      </p:cBhvr>
                                    </p:animEffect>
                                  </p:childTnLst>
                                </p:cTn>
                              </p:par>
                              <p:par>
                                <p:cTn id="105" presetID="20" presetClass="entr" presetSubtype="0" fill="hold" nodeType="with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edge">
                                      <p:cBhvr>
                                        <p:cTn id="107" dur="1000"/>
                                        <p:tgtEl>
                                          <p:spTgt spid="369"/>
                                        </p:tgtEl>
                                      </p:cBhvr>
                                    </p:animEffect>
                                  </p:childTnLst>
                                </p:cTn>
                              </p:par>
                              <p:par>
                                <p:cTn id="108" presetID="2" presetClass="entr" presetSubtype="2" accel="50000" decel="50000" fill="hold" grpId="0" nodeType="withEffect">
                                  <p:stCondLst>
                                    <p:cond delay="0"/>
                                  </p:stCondLst>
                                  <p:childTnLst>
                                    <p:set>
                                      <p:cBhvr>
                                        <p:cTn id="109" dur="1" fill="hold">
                                          <p:stCondLst>
                                            <p:cond delay="0"/>
                                          </p:stCondLst>
                                        </p:cTn>
                                        <p:tgtEl>
                                          <p:spTgt spid="386"/>
                                        </p:tgtEl>
                                        <p:attrNameLst>
                                          <p:attrName>style.visibility</p:attrName>
                                        </p:attrNameLst>
                                      </p:cBhvr>
                                      <p:to>
                                        <p:strVal val="visible"/>
                                      </p:to>
                                    </p:set>
                                    <p:anim calcmode="lin" valueType="num">
                                      <p:cBhvr additive="base">
                                        <p:cTn id="110" dur="500" fill="hold"/>
                                        <p:tgtEl>
                                          <p:spTgt spid="386"/>
                                        </p:tgtEl>
                                        <p:attrNameLst>
                                          <p:attrName>ppt_x</p:attrName>
                                        </p:attrNameLst>
                                      </p:cBhvr>
                                      <p:tavLst>
                                        <p:tav tm="0">
                                          <p:val>
                                            <p:strVal val="1+#ppt_w/2"/>
                                          </p:val>
                                        </p:tav>
                                        <p:tav tm="100000">
                                          <p:val>
                                            <p:strVal val="#ppt_x"/>
                                          </p:val>
                                        </p:tav>
                                      </p:tavLst>
                                    </p:anim>
                                    <p:anim calcmode="lin" valueType="num">
                                      <p:cBhvr additive="base">
                                        <p:cTn id="111" dur="500" fill="hold"/>
                                        <p:tgtEl>
                                          <p:spTgt spid="38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 grpId="0" animBg="1"/>
      <p:bldP spid="339" grpId="0" animBg="1"/>
      <p:bldP spid="340" grpId="0" animBg="1"/>
      <p:bldP spid="341" grpId="0" animBg="1"/>
      <p:bldP spid="347" grpId="0" animBg="1"/>
      <p:bldP spid="381" grpId="0"/>
      <p:bldP spid="382" grpId="0"/>
      <p:bldP spid="383" grpId="0"/>
      <p:bldP spid="384" grpId="0"/>
      <p:bldP spid="385" grpId="0"/>
      <p:bldP spid="38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Australia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Australia Map Slide</a:t>
            </a:r>
            <a:endParaRPr lang="en-US" dirty="0"/>
          </a:p>
        </p:txBody>
      </p:sp>
      <p:grpSp>
        <p:nvGrpSpPr>
          <p:cNvPr id="32" name="Group 31"/>
          <p:cNvGrpSpPr/>
          <p:nvPr/>
        </p:nvGrpSpPr>
        <p:grpSpPr>
          <a:xfrm>
            <a:off x="533400" y="2291973"/>
            <a:ext cx="3795713" cy="3519487"/>
            <a:chOff x="523875" y="1058863"/>
            <a:chExt cx="3795713" cy="3519487"/>
          </a:xfrm>
          <a:solidFill>
            <a:schemeClr val="bg1">
              <a:lumMod val="85000"/>
            </a:schemeClr>
          </a:solidFill>
        </p:grpSpPr>
        <p:sp>
          <p:nvSpPr>
            <p:cNvPr id="33" name="Freeform 5"/>
            <p:cNvSpPr>
              <a:spLocks/>
            </p:cNvSpPr>
            <p:nvPr/>
          </p:nvSpPr>
          <p:spPr bwMode="auto">
            <a:xfrm>
              <a:off x="3125788" y="3549650"/>
              <a:ext cx="765175" cy="561975"/>
            </a:xfrm>
            <a:custGeom>
              <a:avLst/>
              <a:gdLst/>
              <a:ahLst/>
              <a:cxnLst>
                <a:cxn ang="0">
                  <a:pos x="0" y="123"/>
                </a:cxn>
                <a:cxn ang="0">
                  <a:pos x="9" y="133"/>
                </a:cxn>
                <a:cxn ang="0">
                  <a:pos x="20" y="136"/>
                </a:cxn>
                <a:cxn ang="0">
                  <a:pos x="30" y="142"/>
                </a:cxn>
                <a:cxn ang="0">
                  <a:pos x="56" y="143"/>
                </a:cxn>
                <a:cxn ang="0">
                  <a:pos x="73" y="155"/>
                </a:cxn>
                <a:cxn ang="0">
                  <a:pos x="84" y="159"/>
                </a:cxn>
                <a:cxn ang="0">
                  <a:pos x="92" y="148"/>
                </a:cxn>
                <a:cxn ang="0">
                  <a:pos x="106" y="133"/>
                </a:cxn>
                <a:cxn ang="0">
                  <a:pos x="119" y="130"/>
                </a:cxn>
                <a:cxn ang="0">
                  <a:pos x="122" y="139"/>
                </a:cxn>
                <a:cxn ang="0">
                  <a:pos x="118" y="145"/>
                </a:cxn>
                <a:cxn ang="0">
                  <a:pos x="127" y="141"/>
                </a:cxn>
                <a:cxn ang="0">
                  <a:pos x="131" y="150"/>
                </a:cxn>
                <a:cxn ang="0">
                  <a:pos x="140" y="159"/>
                </a:cxn>
                <a:cxn ang="0">
                  <a:pos x="152" y="170"/>
                </a:cxn>
                <a:cxn ang="0">
                  <a:pos x="152" y="155"/>
                </a:cxn>
                <a:cxn ang="0">
                  <a:pos x="164" y="149"/>
                </a:cxn>
                <a:cxn ang="0">
                  <a:pos x="182" y="133"/>
                </a:cxn>
                <a:cxn ang="0">
                  <a:pos x="202" y="128"/>
                </a:cxn>
                <a:cxn ang="0">
                  <a:pos x="222" y="129"/>
                </a:cxn>
                <a:cxn ang="0">
                  <a:pos x="225" y="128"/>
                </a:cxn>
                <a:cxn ang="0">
                  <a:pos x="232" y="125"/>
                </a:cxn>
                <a:cxn ang="0">
                  <a:pos x="236" y="120"/>
                </a:cxn>
                <a:cxn ang="0">
                  <a:pos x="228" y="116"/>
                </a:cxn>
                <a:cxn ang="0">
                  <a:pos x="195" y="97"/>
                </a:cxn>
                <a:cxn ang="0">
                  <a:pos x="192" y="81"/>
                </a:cxn>
                <a:cxn ang="0">
                  <a:pos x="102" y="74"/>
                </a:cxn>
                <a:cxn ang="0">
                  <a:pos x="66" y="50"/>
                </a:cxn>
                <a:cxn ang="0">
                  <a:pos x="58" y="31"/>
                </a:cxn>
                <a:cxn ang="0">
                  <a:pos x="37" y="25"/>
                </a:cxn>
                <a:cxn ang="0">
                  <a:pos x="23" y="6"/>
                </a:cxn>
                <a:cxn ang="0">
                  <a:pos x="2" y="0"/>
                </a:cxn>
                <a:cxn ang="0">
                  <a:pos x="0" y="123"/>
                </a:cxn>
              </a:cxnLst>
              <a:rect l="0" t="0" r="r" b="b"/>
              <a:pathLst>
                <a:path w="236" h="173">
                  <a:moveTo>
                    <a:pt x="0" y="123"/>
                  </a:moveTo>
                  <a:cubicBezTo>
                    <a:pt x="4" y="128"/>
                    <a:pt x="8" y="132"/>
                    <a:pt x="9" y="133"/>
                  </a:cubicBezTo>
                  <a:cubicBezTo>
                    <a:pt x="11" y="134"/>
                    <a:pt x="17" y="133"/>
                    <a:pt x="20" y="136"/>
                  </a:cubicBezTo>
                  <a:cubicBezTo>
                    <a:pt x="23" y="139"/>
                    <a:pt x="27" y="141"/>
                    <a:pt x="30" y="142"/>
                  </a:cubicBezTo>
                  <a:cubicBezTo>
                    <a:pt x="32" y="142"/>
                    <a:pt x="51" y="138"/>
                    <a:pt x="56" y="143"/>
                  </a:cubicBezTo>
                  <a:cubicBezTo>
                    <a:pt x="61" y="149"/>
                    <a:pt x="71" y="154"/>
                    <a:pt x="73" y="155"/>
                  </a:cubicBezTo>
                  <a:cubicBezTo>
                    <a:pt x="76" y="156"/>
                    <a:pt x="83" y="164"/>
                    <a:pt x="84" y="159"/>
                  </a:cubicBezTo>
                  <a:cubicBezTo>
                    <a:pt x="86" y="155"/>
                    <a:pt x="89" y="151"/>
                    <a:pt x="92" y="148"/>
                  </a:cubicBezTo>
                  <a:cubicBezTo>
                    <a:pt x="95" y="146"/>
                    <a:pt x="104" y="134"/>
                    <a:pt x="106" y="133"/>
                  </a:cubicBezTo>
                  <a:cubicBezTo>
                    <a:pt x="109" y="131"/>
                    <a:pt x="116" y="125"/>
                    <a:pt x="119" y="130"/>
                  </a:cubicBezTo>
                  <a:cubicBezTo>
                    <a:pt x="121" y="135"/>
                    <a:pt x="124" y="136"/>
                    <a:pt x="122" y="139"/>
                  </a:cubicBezTo>
                  <a:cubicBezTo>
                    <a:pt x="120" y="141"/>
                    <a:pt x="115" y="144"/>
                    <a:pt x="118" y="145"/>
                  </a:cubicBezTo>
                  <a:cubicBezTo>
                    <a:pt x="120" y="145"/>
                    <a:pt x="125" y="138"/>
                    <a:pt x="127" y="141"/>
                  </a:cubicBezTo>
                  <a:cubicBezTo>
                    <a:pt x="129" y="144"/>
                    <a:pt x="131" y="148"/>
                    <a:pt x="131" y="150"/>
                  </a:cubicBezTo>
                  <a:cubicBezTo>
                    <a:pt x="131" y="153"/>
                    <a:pt x="136" y="156"/>
                    <a:pt x="140" y="159"/>
                  </a:cubicBezTo>
                  <a:cubicBezTo>
                    <a:pt x="144" y="162"/>
                    <a:pt x="152" y="173"/>
                    <a:pt x="152" y="170"/>
                  </a:cubicBezTo>
                  <a:cubicBezTo>
                    <a:pt x="151" y="166"/>
                    <a:pt x="147" y="157"/>
                    <a:pt x="152" y="155"/>
                  </a:cubicBezTo>
                  <a:cubicBezTo>
                    <a:pt x="156" y="152"/>
                    <a:pt x="163" y="150"/>
                    <a:pt x="164" y="149"/>
                  </a:cubicBezTo>
                  <a:cubicBezTo>
                    <a:pt x="166" y="148"/>
                    <a:pt x="179" y="135"/>
                    <a:pt x="182" y="133"/>
                  </a:cubicBezTo>
                  <a:cubicBezTo>
                    <a:pt x="186" y="131"/>
                    <a:pt x="197" y="127"/>
                    <a:pt x="202" y="128"/>
                  </a:cubicBezTo>
                  <a:cubicBezTo>
                    <a:pt x="207" y="130"/>
                    <a:pt x="222" y="129"/>
                    <a:pt x="222" y="129"/>
                  </a:cubicBezTo>
                  <a:cubicBezTo>
                    <a:pt x="225" y="128"/>
                    <a:pt x="225" y="128"/>
                    <a:pt x="225" y="128"/>
                  </a:cubicBezTo>
                  <a:cubicBezTo>
                    <a:pt x="225" y="128"/>
                    <a:pt x="231" y="127"/>
                    <a:pt x="232" y="125"/>
                  </a:cubicBezTo>
                  <a:cubicBezTo>
                    <a:pt x="233" y="123"/>
                    <a:pt x="235" y="122"/>
                    <a:pt x="236" y="120"/>
                  </a:cubicBezTo>
                  <a:cubicBezTo>
                    <a:pt x="233" y="118"/>
                    <a:pt x="230" y="117"/>
                    <a:pt x="228" y="116"/>
                  </a:cubicBezTo>
                  <a:cubicBezTo>
                    <a:pt x="221" y="114"/>
                    <a:pt x="195" y="97"/>
                    <a:pt x="195" y="97"/>
                  </a:cubicBezTo>
                  <a:cubicBezTo>
                    <a:pt x="195" y="97"/>
                    <a:pt x="193" y="85"/>
                    <a:pt x="192" y="81"/>
                  </a:cubicBezTo>
                  <a:cubicBezTo>
                    <a:pt x="190" y="76"/>
                    <a:pt x="102" y="74"/>
                    <a:pt x="102" y="74"/>
                  </a:cubicBezTo>
                  <a:cubicBezTo>
                    <a:pt x="102" y="74"/>
                    <a:pt x="70" y="54"/>
                    <a:pt x="66" y="50"/>
                  </a:cubicBezTo>
                  <a:cubicBezTo>
                    <a:pt x="61" y="47"/>
                    <a:pt x="58" y="31"/>
                    <a:pt x="58" y="31"/>
                  </a:cubicBezTo>
                  <a:cubicBezTo>
                    <a:pt x="58" y="31"/>
                    <a:pt x="45" y="30"/>
                    <a:pt x="37" y="25"/>
                  </a:cubicBezTo>
                  <a:cubicBezTo>
                    <a:pt x="28" y="21"/>
                    <a:pt x="31" y="14"/>
                    <a:pt x="23" y="6"/>
                  </a:cubicBezTo>
                  <a:cubicBezTo>
                    <a:pt x="18" y="2"/>
                    <a:pt x="9" y="1"/>
                    <a:pt x="2" y="0"/>
                  </a:cubicBezTo>
                  <a:lnTo>
                    <a:pt x="0" y="123"/>
                  </a:ln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6"/>
            <p:cNvSpPr>
              <a:spLocks/>
            </p:cNvSpPr>
            <p:nvPr/>
          </p:nvSpPr>
          <p:spPr bwMode="auto">
            <a:xfrm>
              <a:off x="3132138" y="2836863"/>
              <a:ext cx="1184275" cy="1101725"/>
            </a:xfrm>
            <a:custGeom>
              <a:avLst/>
              <a:gdLst/>
              <a:ahLst/>
              <a:cxnLst>
                <a:cxn ang="0">
                  <a:pos x="234" y="340"/>
                </a:cxn>
                <a:cxn ang="0">
                  <a:pos x="238" y="336"/>
                </a:cxn>
                <a:cxn ang="0">
                  <a:pos x="242" y="318"/>
                </a:cxn>
                <a:cxn ang="0">
                  <a:pos x="244" y="301"/>
                </a:cxn>
                <a:cxn ang="0">
                  <a:pos x="261" y="267"/>
                </a:cxn>
                <a:cxn ang="0">
                  <a:pos x="269" y="252"/>
                </a:cxn>
                <a:cxn ang="0">
                  <a:pos x="286" y="200"/>
                </a:cxn>
                <a:cxn ang="0">
                  <a:pos x="319" y="170"/>
                </a:cxn>
                <a:cxn ang="0">
                  <a:pos x="325" y="151"/>
                </a:cxn>
                <a:cxn ang="0">
                  <a:pos x="336" y="136"/>
                </a:cxn>
                <a:cxn ang="0">
                  <a:pos x="342" y="125"/>
                </a:cxn>
                <a:cxn ang="0">
                  <a:pos x="338" y="112"/>
                </a:cxn>
                <a:cxn ang="0">
                  <a:pos x="348" y="92"/>
                </a:cxn>
                <a:cxn ang="0">
                  <a:pos x="354" y="69"/>
                </a:cxn>
                <a:cxn ang="0">
                  <a:pos x="365" y="54"/>
                </a:cxn>
                <a:cxn ang="0">
                  <a:pos x="319" y="55"/>
                </a:cxn>
                <a:cxn ang="0">
                  <a:pos x="291" y="75"/>
                </a:cxn>
                <a:cxn ang="0">
                  <a:pos x="250" y="49"/>
                </a:cxn>
                <a:cxn ang="0">
                  <a:pos x="217" y="61"/>
                </a:cxn>
                <a:cxn ang="0">
                  <a:pos x="3" y="55"/>
                </a:cxn>
                <a:cxn ang="0">
                  <a:pos x="4" y="0"/>
                </a:cxn>
                <a:cxn ang="0">
                  <a:pos x="0" y="220"/>
                </a:cxn>
                <a:cxn ang="0">
                  <a:pos x="21" y="226"/>
                </a:cxn>
                <a:cxn ang="0">
                  <a:pos x="35" y="245"/>
                </a:cxn>
                <a:cxn ang="0">
                  <a:pos x="56" y="251"/>
                </a:cxn>
                <a:cxn ang="0">
                  <a:pos x="64" y="270"/>
                </a:cxn>
                <a:cxn ang="0">
                  <a:pos x="100" y="294"/>
                </a:cxn>
                <a:cxn ang="0">
                  <a:pos x="190" y="301"/>
                </a:cxn>
                <a:cxn ang="0">
                  <a:pos x="193" y="317"/>
                </a:cxn>
                <a:cxn ang="0">
                  <a:pos x="226" y="336"/>
                </a:cxn>
                <a:cxn ang="0">
                  <a:pos x="234" y="340"/>
                </a:cxn>
              </a:cxnLst>
              <a:rect l="0" t="0" r="r" b="b"/>
              <a:pathLst>
                <a:path w="365" h="340">
                  <a:moveTo>
                    <a:pt x="234" y="340"/>
                  </a:moveTo>
                  <a:cubicBezTo>
                    <a:pt x="236" y="339"/>
                    <a:pt x="237" y="337"/>
                    <a:pt x="238" y="336"/>
                  </a:cubicBezTo>
                  <a:cubicBezTo>
                    <a:pt x="239" y="334"/>
                    <a:pt x="242" y="323"/>
                    <a:pt x="242" y="318"/>
                  </a:cubicBezTo>
                  <a:cubicBezTo>
                    <a:pt x="242" y="313"/>
                    <a:pt x="240" y="307"/>
                    <a:pt x="244" y="301"/>
                  </a:cubicBezTo>
                  <a:cubicBezTo>
                    <a:pt x="247" y="294"/>
                    <a:pt x="254" y="278"/>
                    <a:pt x="261" y="267"/>
                  </a:cubicBezTo>
                  <a:cubicBezTo>
                    <a:pt x="267" y="257"/>
                    <a:pt x="269" y="258"/>
                    <a:pt x="269" y="252"/>
                  </a:cubicBezTo>
                  <a:cubicBezTo>
                    <a:pt x="269" y="245"/>
                    <a:pt x="276" y="215"/>
                    <a:pt x="286" y="200"/>
                  </a:cubicBezTo>
                  <a:cubicBezTo>
                    <a:pt x="296" y="185"/>
                    <a:pt x="319" y="175"/>
                    <a:pt x="319" y="170"/>
                  </a:cubicBezTo>
                  <a:cubicBezTo>
                    <a:pt x="320" y="165"/>
                    <a:pt x="324" y="154"/>
                    <a:pt x="325" y="151"/>
                  </a:cubicBezTo>
                  <a:cubicBezTo>
                    <a:pt x="327" y="148"/>
                    <a:pt x="334" y="140"/>
                    <a:pt x="336" y="136"/>
                  </a:cubicBezTo>
                  <a:cubicBezTo>
                    <a:pt x="339" y="132"/>
                    <a:pt x="343" y="127"/>
                    <a:pt x="342" y="125"/>
                  </a:cubicBezTo>
                  <a:cubicBezTo>
                    <a:pt x="342" y="122"/>
                    <a:pt x="333" y="122"/>
                    <a:pt x="338" y="112"/>
                  </a:cubicBezTo>
                  <a:cubicBezTo>
                    <a:pt x="343" y="102"/>
                    <a:pt x="348" y="97"/>
                    <a:pt x="348" y="92"/>
                  </a:cubicBezTo>
                  <a:cubicBezTo>
                    <a:pt x="349" y="87"/>
                    <a:pt x="352" y="72"/>
                    <a:pt x="354" y="69"/>
                  </a:cubicBezTo>
                  <a:cubicBezTo>
                    <a:pt x="356" y="67"/>
                    <a:pt x="362" y="60"/>
                    <a:pt x="365" y="54"/>
                  </a:cubicBezTo>
                  <a:cubicBezTo>
                    <a:pt x="347" y="55"/>
                    <a:pt x="323" y="55"/>
                    <a:pt x="319" y="55"/>
                  </a:cubicBezTo>
                  <a:cubicBezTo>
                    <a:pt x="313" y="55"/>
                    <a:pt x="302" y="75"/>
                    <a:pt x="291" y="75"/>
                  </a:cubicBezTo>
                  <a:cubicBezTo>
                    <a:pt x="280" y="75"/>
                    <a:pt x="255" y="50"/>
                    <a:pt x="250" y="49"/>
                  </a:cubicBezTo>
                  <a:cubicBezTo>
                    <a:pt x="245" y="48"/>
                    <a:pt x="217" y="61"/>
                    <a:pt x="217" y="61"/>
                  </a:cubicBezTo>
                  <a:cubicBezTo>
                    <a:pt x="3" y="55"/>
                    <a:pt x="3" y="55"/>
                    <a:pt x="3" y="55"/>
                  </a:cubicBezTo>
                  <a:cubicBezTo>
                    <a:pt x="4" y="0"/>
                    <a:pt x="4" y="0"/>
                    <a:pt x="4" y="0"/>
                  </a:cubicBezTo>
                  <a:cubicBezTo>
                    <a:pt x="0" y="220"/>
                    <a:pt x="0" y="220"/>
                    <a:pt x="0" y="220"/>
                  </a:cubicBezTo>
                  <a:cubicBezTo>
                    <a:pt x="7" y="221"/>
                    <a:pt x="16" y="222"/>
                    <a:pt x="21" y="226"/>
                  </a:cubicBezTo>
                  <a:cubicBezTo>
                    <a:pt x="29" y="234"/>
                    <a:pt x="26" y="241"/>
                    <a:pt x="35" y="245"/>
                  </a:cubicBezTo>
                  <a:cubicBezTo>
                    <a:pt x="43" y="250"/>
                    <a:pt x="56" y="251"/>
                    <a:pt x="56" y="251"/>
                  </a:cubicBezTo>
                  <a:cubicBezTo>
                    <a:pt x="56" y="251"/>
                    <a:pt x="59" y="267"/>
                    <a:pt x="64" y="270"/>
                  </a:cubicBezTo>
                  <a:cubicBezTo>
                    <a:pt x="68" y="274"/>
                    <a:pt x="100" y="294"/>
                    <a:pt x="100" y="294"/>
                  </a:cubicBezTo>
                  <a:cubicBezTo>
                    <a:pt x="100" y="294"/>
                    <a:pt x="188" y="296"/>
                    <a:pt x="190" y="301"/>
                  </a:cubicBezTo>
                  <a:cubicBezTo>
                    <a:pt x="191" y="305"/>
                    <a:pt x="193" y="317"/>
                    <a:pt x="193" y="317"/>
                  </a:cubicBezTo>
                  <a:cubicBezTo>
                    <a:pt x="193" y="317"/>
                    <a:pt x="219" y="334"/>
                    <a:pt x="226" y="336"/>
                  </a:cubicBezTo>
                  <a:cubicBezTo>
                    <a:pt x="228" y="337"/>
                    <a:pt x="231" y="338"/>
                    <a:pt x="234" y="340"/>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7"/>
            <p:cNvSpPr>
              <a:spLocks noEditPoints="1"/>
            </p:cNvSpPr>
            <p:nvPr/>
          </p:nvSpPr>
          <p:spPr bwMode="auto">
            <a:xfrm>
              <a:off x="2879725" y="1058863"/>
              <a:ext cx="1439863" cy="2020887"/>
            </a:xfrm>
            <a:custGeom>
              <a:avLst/>
              <a:gdLst/>
              <a:ahLst/>
              <a:cxnLst>
                <a:cxn ang="0">
                  <a:pos x="443" y="602"/>
                </a:cxn>
                <a:cxn ang="0">
                  <a:pos x="444" y="598"/>
                </a:cxn>
                <a:cxn ang="0">
                  <a:pos x="434" y="577"/>
                </a:cxn>
                <a:cxn ang="0">
                  <a:pos x="438" y="556"/>
                </a:cxn>
                <a:cxn ang="0">
                  <a:pos x="428" y="551"/>
                </a:cxn>
                <a:cxn ang="0">
                  <a:pos x="429" y="527"/>
                </a:cxn>
                <a:cxn ang="0">
                  <a:pos x="432" y="512"/>
                </a:cxn>
                <a:cxn ang="0">
                  <a:pos x="404" y="462"/>
                </a:cxn>
                <a:cxn ang="0">
                  <a:pos x="400" y="450"/>
                </a:cxn>
                <a:cxn ang="0">
                  <a:pos x="389" y="443"/>
                </a:cxn>
                <a:cxn ang="0">
                  <a:pos x="373" y="418"/>
                </a:cxn>
                <a:cxn ang="0">
                  <a:pos x="368" y="394"/>
                </a:cxn>
                <a:cxn ang="0">
                  <a:pos x="353" y="387"/>
                </a:cxn>
                <a:cxn ang="0">
                  <a:pos x="348" y="398"/>
                </a:cxn>
                <a:cxn ang="0">
                  <a:pos x="334" y="378"/>
                </a:cxn>
                <a:cxn ang="0">
                  <a:pos x="330" y="346"/>
                </a:cxn>
                <a:cxn ang="0">
                  <a:pos x="319" y="334"/>
                </a:cxn>
                <a:cxn ang="0">
                  <a:pos x="313" y="317"/>
                </a:cxn>
                <a:cxn ang="0">
                  <a:pos x="289" y="303"/>
                </a:cxn>
                <a:cxn ang="0">
                  <a:pos x="281" y="288"/>
                </a:cxn>
                <a:cxn ang="0">
                  <a:pos x="271" y="290"/>
                </a:cxn>
                <a:cxn ang="0">
                  <a:pos x="254" y="281"/>
                </a:cxn>
                <a:cxn ang="0">
                  <a:pos x="238" y="251"/>
                </a:cxn>
                <a:cxn ang="0">
                  <a:pos x="242" y="233"/>
                </a:cxn>
                <a:cxn ang="0">
                  <a:pos x="236" y="222"/>
                </a:cxn>
                <a:cxn ang="0">
                  <a:pos x="220" y="198"/>
                </a:cxn>
                <a:cxn ang="0">
                  <a:pos x="222" y="175"/>
                </a:cxn>
                <a:cxn ang="0">
                  <a:pos x="215" y="164"/>
                </a:cxn>
                <a:cxn ang="0">
                  <a:pos x="214" y="141"/>
                </a:cxn>
                <a:cxn ang="0">
                  <a:pos x="188" y="117"/>
                </a:cxn>
                <a:cxn ang="0">
                  <a:pos x="170" y="127"/>
                </a:cxn>
                <a:cxn ang="0">
                  <a:pos x="160" y="98"/>
                </a:cxn>
                <a:cxn ang="0">
                  <a:pos x="158" y="69"/>
                </a:cxn>
                <a:cxn ang="0">
                  <a:pos x="145" y="56"/>
                </a:cxn>
                <a:cxn ang="0">
                  <a:pos x="147" y="47"/>
                </a:cxn>
                <a:cxn ang="0">
                  <a:pos x="138" y="35"/>
                </a:cxn>
                <a:cxn ang="0">
                  <a:pos x="132" y="5"/>
                </a:cxn>
                <a:cxn ang="0">
                  <a:pos x="117" y="21"/>
                </a:cxn>
                <a:cxn ang="0">
                  <a:pos x="116" y="37"/>
                </a:cxn>
                <a:cxn ang="0">
                  <a:pos x="110" y="58"/>
                </a:cxn>
                <a:cxn ang="0">
                  <a:pos x="111" y="74"/>
                </a:cxn>
                <a:cxn ang="0">
                  <a:pos x="104" y="103"/>
                </a:cxn>
                <a:cxn ang="0">
                  <a:pos x="107" y="137"/>
                </a:cxn>
                <a:cxn ang="0">
                  <a:pos x="111" y="149"/>
                </a:cxn>
                <a:cxn ang="0">
                  <a:pos x="101" y="168"/>
                </a:cxn>
                <a:cxn ang="0">
                  <a:pos x="81" y="210"/>
                </a:cxn>
                <a:cxn ang="0">
                  <a:pos x="78" y="224"/>
                </a:cxn>
                <a:cxn ang="0">
                  <a:pos x="51" y="233"/>
                </a:cxn>
                <a:cxn ang="0">
                  <a:pos x="18" y="203"/>
                </a:cxn>
                <a:cxn ang="0">
                  <a:pos x="0" y="204"/>
                </a:cxn>
                <a:cxn ang="0">
                  <a:pos x="0" y="505"/>
                </a:cxn>
                <a:cxn ang="0">
                  <a:pos x="83" y="504"/>
                </a:cxn>
                <a:cxn ang="0">
                  <a:pos x="81" y="603"/>
                </a:cxn>
                <a:cxn ang="0">
                  <a:pos x="295" y="609"/>
                </a:cxn>
                <a:cxn ang="0">
                  <a:pos x="328" y="597"/>
                </a:cxn>
                <a:cxn ang="0">
                  <a:pos x="369" y="623"/>
                </a:cxn>
                <a:cxn ang="0">
                  <a:pos x="397" y="603"/>
                </a:cxn>
                <a:cxn ang="0">
                  <a:pos x="443" y="602"/>
                </a:cxn>
                <a:cxn ang="0">
                  <a:pos x="35" y="200"/>
                </a:cxn>
                <a:cxn ang="0">
                  <a:pos x="40" y="197"/>
                </a:cxn>
                <a:cxn ang="0">
                  <a:pos x="48" y="198"/>
                </a:cxn>
                <a:cxn ang="0">
                  <a:pos x="42" y="207"/>
                </a:cxn>
                <a:cxn ang="0">
                  <a:pos x="35" y="200"/>
                </a:cxn>
              </a:cxnLst>
              <a:rect l="0" t="0" r="r" b="b"/>
              <a:pathLst>
                <a:path w="444" h="623">
                  <a:moveTo>
                    <a:pt x="443" y="602"/>
                  </a:moveTo>
                  <a:cubicBezTo>
                    <a:pt x="444" y="601"/>
                    <a:pt x="444" y="599"/>
                    <a:pt x="444" y="598"/>
                  </a:cubicBezTo>
                  <a:cubicBezTo>
                    <a:pt x="443" y="593"/>
                    <a:pt x="432" y="581"/>
                    <a:pt x="434" y="577"/>
                  </a:cubicBezTo>
                  <a:cubicBezTo>
                    <a:pt x="436" y="572"/>
                    <a:pt x="439" y="561"/>
                    <a:pt x="438" y="556"/>
                  </a:cubicBezTo>
                  <a:cubicBezTo>
                    <a:pt x="438" y="551"/>
                    <a:pt x="429" y="556"/>
                    <a:pt x="428" y="551"/>
                  </a:cubicBezTo>
                  <a:cubicBezTo>
                    <a:pt x="428" y="547"/>
                    <a:pt x="427" y="533"/>
                    <a:pt x="429" y="527"/>
                  </a:cubicBezTo>
                  <a:cubicBezTo>
                    <a:pt x="431" y="522"/>
                    <a:pt x="434" y="517"/>
                    <a:pt x="432" y="512"/>
                  </a:cubicBezTo>
                  <a:cubicBezTo>
                    <a:pt x="430" y="508"/>
                    <a:pt x="406" y="465"/>
                    <a:pt x="404" y="462"/>
                  </a:cubicBezTo>
                  <a:cubicBezTo>
                    <a:pt x="401" y="459"/>
                    <a:pt x="401" y="453"/>
                    <a:pt x="400" y="450"/>
                  </a:cubicBezTo>
                  <a:cubicBezTo>
                    <a:pt x="398" y="447"/>
                    <a:pt x="395" y="449"/>
                    <a:pt x="389" y="443"/>
                  </a:cubicBezTo>
                  <a:cubicBezTo>
                    <a:pt x="382" y="437"/>
                    <a:pt x="372" y="426"/>
                    <a:pt x="373" y="418"/>
                  </a:cubicBezTo>
                  <a:cubicBezTo>
                    <a:pt x="375" y="411"/>
                    <a:pt x="373" y="398"/>
                    <a:pt x="368" y="394"/>
                  </a:cubicBezTo>
                  <a:cubicBezTo>
                    <a:pt x="364" y="391"/>
                    <a:pt x="353" y="379"/>
                    <a:pt x="353" y="387"/>
                  </a:cubicBezTo>
                  <a:cubicBezTo>
                    <a:pt x="352" y="394"/>
                    <a:pt x="352" y="402"/>
                    <a:pt x="348" y="398"/>
                  </a:cubicBezTo>
                  <a:cubicBezTo>
                    <a:pt x="344" y="394"/>
                    <a:pt x="333" y="383"/>
                    <a:pt x="334" y="378"/>
                  </a:cubicBezTo>
                  <a:cubicBezTo>
                    <a:pt x="334" y="372"/>
                    <a:pt x="334" y="350"/>
                    <a:pt x="330" y="346"/>
                  </a:cubicBezTo>
                  <a:cubicBezTo>
                    <a:pt x="326" y="342"/>
                    <a:pt x="319" y="336"/>
                    <a:pt x="319" y="334"/>
                  </a:cubicBezTo>
                  <a:cubicBezTo>
                    <a:pt x="319" y="331"/>
                    <a:pt x="316" y="320"/>
                    <a:pt x="313" y="317"/>
                  </a:cubicBezTo>
                  <a:cubicBezTo>
                    <a:pt x="310" y="314"/>
                    <a:pt x="293" y="308"/>
                    <a:pt x="289" y="303"/>
                  </a:cubicBezTo>
                  <a:cubicBezTo>
                    <a:pt x="285" y="298"/>
                    <a:pt x="284" y="286"/>
                    <a:pt x="281" y="288"/>
                  </a:cubicBezTo>
                  <a:cubicBezTo>
                    <a:pt x="278" y="291"/>
                    <a:pt x="273" y="294"/>
                    <a:pt x="271" y="290"/>
                  </a:cubicBezTo>
                  <a:cubicBezTo>
                    <a:pt x="269" y="286"/>
                    <a:pt x="259" y="288"/>
                    <a:pt x="254" y="281"/>
                  </a:cubicBezTo>
                  <a:cubicBezTo>
                    <a:pt x="249" y="275"/>
                    <a:pt x="236" y="255"/>
                    <a:pt x="238" y="251"/>
                  </a:cubicBezTo>
                  <a:cubicBezTo>
                    <a:pt x="241" y="246"/>
                    <a:pt x="244" y="237"/>
                    <a:pt x="242" y="233"/>
                  </a:cubicBezTo>
                  <a:cubicBezTo>
                    <a:pt x="240" y="228"/>
                    <a:pt x="238" y="228"/>
                    <a:pt x="236" y="222"/>
                  </a:cubicBezTo>
                  <a:cubicBezTo>
                    <a:pt x="233" y="215"/>
                    <a:pt x="219" y="200"/>
                    <a:pt x="220" y="198"/>
                  </a:cubicBezTo>
                  <a:cubicBezTo>
                    <a:pt x="221" y="196"/>
                    <a:pt x="226" y="182"/>
                    <a:pt x="222" y="175"/>
                  </a:cubicBezTo>
                  <a:cubicBezTo>
                    <a:pt x="219" y="169"/>
                    <a:pt x="214" y="169"/>
                    <a:pt x="215" y="164"/>
                  </a:cubicBezTo>
                  <a:cubicBezTo>
                    <a:pt x="217" y="158"/>
                    <a:pt x="215" y="143"/>
                    <a:pt x="214" y="141"/>
                  </a:cubicBezTo>
                  <a:cubicBezTo>
                    <a:pt x="212" y="138"/>
                    <a:pt x="191" y="116"/>
                    <a:pt x="188" y="117"/>
                  </a:cubicBezTo>
                  <a:cubicBezTo>
                    <a:pt x="186" y="119"/>
                    <a:pt x="173" y="131"/>
                    <a:pt x="170" y="127"/>
                  </a:cubicBezTo>
                  <a:cubicBezTo>
                    <a:pt x="168" y="122"/>
                    <a:pt x="158" y="104"/>
                    <a:pt x="160" y="98"/>
                  </a:cubicBezTo>
                  <a:cubicBezTo>
                    <a:pt x="162" y="93"/>
                    <a:pt x="161" y="72"/>
                    <a:pt x="158" y="69"/>
                  </a:cubicBezTo>
                  <a:cubicBezTo>
                    <a:pt x="154" y="66"/>
                    <a:pt x="144" y="58"/>
                    <a:pt x="145" y="56"/>
                  </a:cubicBezTo>
                  <a:cubicBezTo>
                    <a:pt x="146" y="54"/>
                    <a:pt x="148" y="49"/>
                    <a:pt x="147" y="47"/>
                  </a:cubicBezTo>
                  <a:cubicBezTo>
                    <a:pt x="146" y="45"/>
                    <a:pt x="138" y="37"/>
                    <a:pt x="138" y="35"/>
                  </a:cubicBezTo>
                  <a:cubicBezTo>
                    <a:pt x="139" y="34"/>
                    <a:pt x="136" y="9"/>
                    <a:pt x="132" y="5"/>
                  </a:cubicBezTo>
                  <a:cubicBezTo>
                    <a:pt x="127" y="0"/>
                    <a:pt x="117" y="12"/>
                    <a:pt x="117" y="21"/>
                  </a:cubicBezTo>
                  <a:cubicBezTo>
                    <a:pt x="117" y="30"/>
                    <a:pt x="119" y="34"/>
                    <a:pt x="116" y="37"/>
                  </a:cubicBezTo>
                  <a:cubicBezTo>
                    <a:pt x="114" y="41"/>
                    <a:pt x="108" y="51"/>
                    <a:pt x="110" y="58"/>
                  </a:cubicBezTo>
                  <a:cubicBezTo>
                    <a:pt x="112" y="64"/>
                    <a:pt x="113" y="70"/>
                    <a:pt x="111" y="74"/>
                  </a:cubicBezTo>
                  <a:cubicBezTo>
                    <a:pt x="109" y="79"/>
                    <a:pt x="104" y="95"/>
                    <a:pt x="104" y="103"/>
                  </a:cubicBezTo>
                  <a:cubicBezTo>
                    <a:pt x="104" y="111"/>
                    <a:pt x="101" y="130"/>
                    <a:pt x="107" y="137"/>
                  </a:cubicBezTo>
                  <a:cubicBezTo>
                    <a:pt x="113" y="144"/>
                    <a:pt x="112" y="146"/>
                    <a:pt x="111" y="149"/>
                  </a:cubicBezTo>
                  <a:cubicBezTo>
                    <a:pt x="109" y="153"/>
                    <a:pt x="104" y="160"/>
                    <a:pt x="101" y="168"/>
                  </a:cubicBezTo>
                  <a:cubicBezTo>
                    <a:pt x="97" y="176"/>
                    <a:pt x="81" y="207"/>
                    <a:pt x="81" y="210"/>
                  </a:cubicBezTo>
                  <a:cubicBezTo>
                    <a:pt x="82" y="214"/>
                    <a:pt x="81" y="222"/>
                    <a:pt x="78" y="224"/>
                  </a:cubicBezTo>
                  <a:cubicBezTo>
                    <a:pt x="75" y="226"/>
                    <a:pt x="62" y="237"/>
                    <a:pt x="51" y="233"/>
                  </a:cubicBezTo>
                  <a:cubicBezTo>
                    <a:pt x="40" y="229"/>
                    <a:pt x="25" y="205"/>
                    <a:pt x="18" y="203"/>
                  </a:cubicBezTo>
                  <a:cubicBezTo>
                    <a:pt x="13" y="201"/>
                    <a:pt x="5" y="204"/>
                    <a:pt x="0" y="204"/>
                  </a:cubicBezTo>
                  <a:cubicBezTo>
                    <a:pt x="0" y="505"/>
                    <a:pt x="0" y="505"/>
                    <a:pt x="0" y="505"/>
                  </a:cubicBezTo>
                  <a:cubicBezTo>
                    <a:pt x="83" y="504"/>
                    <a:pt x="83" y="504"/>
                    <a:pt x="83" y="504"/>
                  </a:cubicBezTo>
                  <a:cubicBezTo>
                    <a:pt x="81" y="603"/>
                    <a:pt x="81" y="603"/>
                    <a:pt x="81" y="603"/>
                  </a:cubicBezTo>
                  <a:cubicBezTo>
                    <a:pt x="295" y="609"/>
                    <a:pt x="295" y="609"/>
                    <a:pt x="295" y="609"/>
                  </a:cubicBezTo>
                  <a:cubicBezTo>
                    <a:pt x="295" y="609"/>
                    <a:pt x="323" y="596"/>
                    <a:pt x="328" y="597"/>
                  </a:cubicBezTo>
                  <a:cubicBezTo>
                    <a:pt x="333" y="598"/>
                    <a:pt x="358" y="623"/>
                    <a:pt x="369" y="623"/>
                  </a:cubicBezTo>
                  <a:cubicBezTo>
                    <a:pt x="380" y="623"/>
                    <a:pt x="391" y="603"/>
                    <a:pt x="397" y="603"/>
                  </a:cubicBezTo>
                  <a:cubicBezTo>
                    <a:pt x="401" y="603"/>
                    <a:pt x="425" y="603"/>
                    <a:pt x="443" y="602"/>
                  </a:cubicBezTo>
                  <a:close/>
                  <a:moveTo>
                    <a:pt x="35" y="200"/>
                  </a:moveTo>
                  <a:cubicBezTo>
                    <a:pt x="35" y="200"/>
                    <a:pt x="38" y="198"/>
                    <a:pt x="40" y="197"/>
                  </a:cubicBezTo>
                  <a:cubicBezTo>
                    <a:pt x="41" y="196"/>
                    <a:pt x="45" y="195"/>
                    <a:pt x="48" y="198"/>
                  </a:cubicBezTo>
                  <a:cubicBezTo>
                    <a:pt x="51" y="201"/>
                    <a:pt x="44" y="206"/>
                    <a:pt x="42" y="207"/>
                  </a:cubicBezTo>
                  <a:cubicBezTo>
                    <a:pt x="41" y="207"/>
                    <a:pt x="38" y="203"/>
                    <a:pt x="35" y="200"/>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8"/>
            <p:cNvSpPr>
              <a:spLocks noEditPoints="1"/>
            </p:cNvSpPr>
            <p:nvPr/>
          </p:nvSpPr>
          <p:spPr bwMode="auto">
            <a:xfrm>
              <a:off x="1928813" y="1120775"/>
              <a:ext cx="950913" cy="1589087"/>
            </a:xfrm>
            <a:custGeom>
              <a:avLst/>
              <a:gdLst/>
              <a:ahLst/>
              <a:cxnLst>
                <a:cxn ang="0">
                  <a:pos x="293" y="185"/>
                </a:cxn>
                <a:cxn ang="0">
                  <a:pos x="288" y="183"/>
                </a:cxn>
                <a:cxn ang="0">
                  <a:pos x="263" y="155"/>
                </a:cxn>
                <a:cxn ang="0">
                  <a:pos x="243" y="152"/>
                </a:cxn>
                <a:cxn ang="0">
                  <a:pos x="226" y="137"/>
                </a:cxn>
                <a:cxn ang="0">
                  <a:pos x="208" y="126"/>
                </a:cxn>
                <a:cxn ang="0">
                  <a:pos x="215" y="110"/>
                </a:cxn>
                <a:cxn ang="0">
                  <a:pos x="222" y="88"/>
                </a:cxn>
                <a:cxn ang="0">
                  <a:pos x="220" y="79"/>
                </a:cxn>
                <a:cxn ang="0">
                  <a:pos x="236" y="70"/>
                </a:cxn>
                <a:cxn ang="0">
                  <a:pos x="241" y="50"/>
                </a:cxn>
                <a:cxn ang="0">
                  <a:pos x="254" y="42"/>
                </a:cxn>
                <a:cxn ang="0">
                  <a:pos x="240" y="36"/>
                </a:cxn>
                <a:cxn ang="0">
                  <a:pos x="237" y="30"/>
                </a:cxn>
                <a:cxn ang="0">
                  <a:pos x="228" y="42"/>
                </a:cxn>
                <a:cxn ang="0">
                  <a:pos x="218" y="46"/>
                </a:cxn>
                <a:cxn ang="0">
                  <a:pos x="210" y="39"/>
                </a:cxn>
                <a:cxn ang="0">
                  <a:pos x="196" y="44"/>
                </a:cxn>
                <a:cxn ang="0">
                  <a:pos x="168" y="29"/>
                </a:cxn>
                <a:cxn ang="0">
                  <a:pos x="140" y="23"/>
                </a:cxn>
                <a:cxn ang="0">
                  <a:pos x="124" y="9"/>
                </a:cxn>
                <a:cxn ang="0">
                  <a:pos x="108" y="8"/>
                </a:cxn>
                <a:cxn ang="0">
                  <a:pos x="92" y="7"/>
                </a:cxn>
                <a:cxn ang="0">
                  <a:pos x="101" y="19"/>
                </a:cxn>
                <a:cxn ang="0">
                  <a:pos x="112" y="22"/>
                </a:cxn>
                <a:cxn ang="0">
                  <a:pos x="119" y="32"/>
                </a:cxn>
                <a:cxn ang="0">
                  <a:pos x="116" y="39"/>
                </a:cxn>
                <a:cxn ang="0">
                  <a:pos x="90" y="43"/>
                </a:cxn>
                <a:cxn ang="0">
                  <a:pos x="73" y="40"/>
                </a:cxn>
                <a:cxn ang="0">
                  <a:pos x="58" y="54"/>
                </a:cxn>
                <a:cxn ang="0">
                  <a:pos x="40" y="76"/>
                </a:cxn>
                <a:cxn ang="0">
                  <a:pos x="44" y="85"/>
                </a:cxn>
                <a:cxn ang="0">
                  <a:pos x="32" y="88"/>
                </a:cxn>
                <a:cxn ang="0">
                  <a:pos x="26" y="105"/>
                </a:cxn>
                <a:cxn ang="0">
                  <a:pos x="17" y="111"/>
                </a:cxn>
                <a:cxn ang="0">
                  <a:pos x="30" y="127"/>
                </a:cxn>
                <a:cxn ang="0">
                  <a:pos x="25" y="137"/>
                </a:cxn>
                <a:cxn ang="0">
                  <a:pos x="14" y="134"/>
                </a:cxn>
                <a:cxn ang="0">
                  <a:pos x="0" y="134"/>
                </a:cxn>
                <a:cxn ang="0">
                  <a:pos x="27" y="490"/>
                </a:cxn>
                <a:cxn ang="0">
                  <a:pos x="293" y="486"/>
                </a:cxn>
                <a:cxn ang="0">
                  <a:pos x="293" y="185"/>
                </a:cxn>
                <a:cxn ang="0">
                  <a:pos x="238" y="91"/>
                </a:cxn>
                <a:cxn ang="0">
                  <a:pos x="245" y="85"/>
                </a:cxn>
                <a:cxn ang="0">
                  <a:pos x="250" y="91"/>
                </a:cxn>
                <a:cxn ang="0">
                  <a:pos x="250" y="98"/>
                </a:cxn>
                <a:cxn ang="0">
                  <a:pos x="250" y="107"/>
                </a:cxn>
                <a:cxn ang="0">
                  <a:pos x="240" y="103"/>
                </a:cxn>
                <a:cxn ang="0">
                  <a:pos x="238" y="91"/>
                </a:cxn>
                <a:cxn ang="0">
                  <a:pos x="50" y="27"/>
                </a:cxn>
                <a:cxn ang="0">
                  <a:pos x="37" y="33"/>
                </a:cxn>
                <a:cxn ang="0">
                  <a:pos x="33" y="22"/>
                </a:cxn>
                <a:cxn ang="0">
                  <a:pos x="45" y="10"/>
                </a:cxn>
                <a:cxn ang="0">
                  <a:pos x="59" y="13"/>
                </a:cxn>
                <a:cxn ang="0">
                  <a:pos x="78" y="9"/>
                </a:cxn>
                <a:cxn ang="0">
                  <a:pos x="80" y="23"/>
                </a:cxn>
                <a:cxn ang="0">
                  <a:pos x="68" y="28"/>
                </a:cxn>
                <a:cxn ang="0">
                  <a:pos x="50" y="27"/>
                </a:cxn>
              </a:cxnLst>
              <a:rect l="0" t="0" r="r" b="b"/>
              <a:pathLst>
                <a:path w="293" h="490">
                  <a:moveTo>
                    <a:pt x="293" y="185"/>
                  </a:moveTo>
                  <a:cubicBezTo>
                    <a:pt x="291" y="185"/>
                    <a:pt x="289" y="184"/>
                    <a:pt x="288" y="183"/>
                  </a:cubicBezTo>
                  <a:cubicBezTo>
                    <a:pt x="285" y="180"/>
                    <a:pt x="271" y="155"/>
                    <a:pt x="263" y="155"/>
                  </a:cubicBezTo>
                  <a:cubicBezTo>
                    <a:pt x="255" y="155"/>
                    <a:pt x="245" y="155"/>
                    <a:pt x="243" y="152"/>
                  </a:cubicBezTo>
                  <a:cubicBezTo>
                    <a:pt x="241" y="149"/>
                    <a:pt x="233" y="141"/>
                    <a:pt x="226" y="137"/>
                  </a:cubicBezTo>
                  <a:cubicBezTo>
                    <a:pt x="220" y="133"/>
                    <a:pt x="208" y="132"/>
                    <a:pt x="208" y="126"/>
                  </a:cubicBezTo>
                  <a:cubicBezTo>
                    <a:pt x="208" y="121"/>
                    <a:pt x="212" y="113"/>
                    <a:pt x="215" y="110"/>
                  </a:cubicBezTo>
                  <a:cubicBezTo>
                    <a:pt x="217" y="107"/>
                    <a:pt x="226" y="94"/>
                    <a:pt x="222" y="88"/>
                  </a:cubicBezTo>
                  <a:cubicBezTo>
                    <a:pt x="218" y="83"/>
                    <a:pt x="217" y="82"/>
                    <a:pt x="220" y="79"/>
                  </a:cubicBezTo>
                  <a:cubicBezTo>
                    <a:pt x="223" y="76"/>
                    <a:pt x="235" y="72"/>
                    <a:pt x="236" y="70"/>
                  </a:cubicBezTo>
                  <a:cubicBezTo>
                    <a:pt x="237" y="67"/>
                    <a:pt x="237" y="54"/>
                    <a:pt x="241" y="50"/>
                  </a:cubicBezTo>
                  <a:cubicBezTo>
                    <a:pt x="246" y="47"/>
                    <a:pt x="256" y="43"/>
                    <a:pt x="254" y="42"/>
                  </a:cubicBezTo>
                  <a:cubicBezTo>
                    <a:pt x="251" y="41"/>
                    <a:pt x="239" y="40"/>
                    <a:pt x="240" y="36"/>
                  </a:cubicBezTo>
                  <a:cubicBezTo>
                    <a:pt x="240" y="33"/>
                    <a:pt x="246" y="22"/>
                    <a:pt x="237" y="30"/>
                  </a:cubicBezTo>
                  <a:cubicBezTo>
                    <a:pt x="228" y="37"/>
                    <a:pt x="229" y="42"/>
                    <a:pt x="228" y="42"/>
                  </a:cubicBezTo>
                  <a:cubicBezTo>
                    <a:pt x="226" y="41"/>
                    <a:pt x="223" y="49"/>
                    <a:pt x="218" y="46"/>
                  </a:cubicBezTo>
                  <a:cubicBezTo>
                    <a:pt x="214" y="43"/>
                    <a:pt x="214" y="36"/>
                    <a:pt x="210" y="39"/>
                  </a:cubicBezTo>
                  <a:cubicBezTo>
                    <a:pt x="206" y="42"/>
                    <a:pt x="198" y="46"/>
                    <a:pt x="196" y="44"/>
                  </a:cubicBezTo>
                  <a:cubicBezTo>
                    <a:pt x="193" y="42"/>
                    <a:pt x="178" y="31"/>
                    <a:pt x="168" y="29"/>
                  </a:cubicBezTo>
                  <a:cubicBezTo>
                    <a:pt x="158" y="27"/>
                    <a:pt x="140" y="25"/>
                    <a:pt x="140" y="23"/>
                  </a:cubicBezTo>
                  <a:cubicBezTo>
                    <a:pt x="139" y="21"/>
                    <a:pt x="128" y="8"/>
                    <a:pt x="124" y="9"/>
                  </a:cubicBezTo>
                  <a:cubicBezTo>
                    <a:pt x="119" y="9"/>
                    <a:pt x="108" y="8"/>
                    <a:pt x="108" y="8"/>
                  </a:cubicBezTo>
                  <a:cubicBezTo>
                    <a:pt x="108" y="8"/>
                    <a:pt x="91" y="0"/>
                    <a:pt x="92" y="7"/>
                  </a:cubicBezTo>
                  <a:cubicBezTo>
                    <a:pt x="94" y="14"/>
                    <a:pt x="96" y="19"/>
                    <a:pt x="101" y="19"/>
                  </a:cubicBezTo>
                  <a:cubicBezTo>
                    <a:pt x="105" y="19"/>
                    <a:pt x="110" y="18"/>
                    <a:pt x="112" y="22"/>
                  </a:cubicBezTo>
                  <a:cubicBezTo>
                    <a:pt x="114" y="27"/>
                    <a:pt x="119" y="29"/>
                    <a:pt x="119" y="32"/>
                  </a:cubicBezTo>
                  <a:cubicBezTo>
                    <a:pt x="119" y="35"/>
                    <a:pt x="119" y="38"/>
                    <a:pt x="116" y="39"/>
                  </a:cubicBezTo>
                  <a:cubicBezTo>
                    <a:pt x="112" y="40"/>
                    <a:pt x="93" y="43"/>
                    <a:pt x="90" y="43"/>
                  </a:cubicBezTo>
                  <a:cubicBezTo>
                    <a:pt x="86" y="43"/>
                    <a:pt x="77" y="37"/>
                    <a:pt x="73" y="40"/>
                  </a:cubicBezTo>
                  <a:cubicBezTo>
                    <a:pt x="70" y="42"/>
                    <a:pt x="59" y="50"/>
                    <a:pt x="58" y="54"/>
                  </a:cubicBezTo>
                  <a:cubicBezTo>
                    <a:pt x="57" y="59"/>
                    <a:pt x="38" y="74"/>
                    <a:pt x="40" y="76"/>
                  </a:cubicBezTo>
                  <a:cubicBezTo>
                    <a:pt x="42" y="78"/>
                    <a:pt x="47" y="83"/>
                    <a:pt x="44" y="85"/>
                  </a:cubicBezTo>
                  <a:cubicBezTo>
                    <a:pt x="42" y="86"/>
                    <a:pt x="33" y="83"/>
                    <a:pt x="32" y="88"/>
                  </a:cubicBezTo>
                  <a:cubicBezTo>
                    <a:pt x="32" y="93"/>
                    <a:pt x="29" y="104"/>
                    <a:pt x="26" y="105"/>
                  </a:cubicBezTo>
                  <a:cubicBezTo>
                    <a:pt x="23" y="106"/>
                    <a:pt x="13" y="106"/>
                    <a:pt x="17" y="111"/>
                  </a:cubicBezTo>
                  <a:cubicBezTo>
                    <a:pt x="20" y="116"/>
                    <a:pt x="32" y="125"/>
                    <a:pt x="30" y="127"/>
                  </a:cubicBezTo>
                  <a:cubicBezTo>
                    <a:pt x="28" y="129"/>
                    <a:pt x="27" y="137"/>
                    <a:pt x="25" y="137"/>
                  </a:cubicBezTo>
                  <a:cubicBezTo>
                    <a:pt x="22" y="138"/>
                    <a:pt x="20" y="136"/>
                    <a:pt x="14" y="134"/>
                  </a:cubicBezTo>
                  <a:cubicBezTo>
                    <a:pt x="11" y="133"/>
                    <a:pt x="5" y="133"/>
                    <a:pt x="0" y="134"/>
                  </a:cubicBezTo>
                  <a:cubicBezTo>
                    <a:pt x="27" y="490"/>
                    <a:pt x="27" y="490"/>
                    <a:pt x="27" y="490"/>
                  </a:cubicBezTo>
                  <a:cubicBezTo>
                    <a:pt x="293" y="486"/>
                    <a:pt x="293" y="486"/>
                    <a:pt x="293" y="486"/>
                  </a:cubicBezTo>
                  <a:cubicBezTo>
                    <a:pt x="293" y="185"/>
                    <a:pt x="293" y="185"/>
                    <a:pt x="293" y="185"/>
                  </a:cubicBezTo>
                  <a:close/>
                  <a:moveTo>
                    <a:pt x="238" y="91"/>
                  </a:moveTo>
                  <a:cubicBezTo>
                    <a:pt x="238" y="91"/>
                    <a:pt x="244" y="85"/>
                    <a:pt x="245" y="85"/>
                  </a:cubicBezTo>
                  <a:cubicBezTo>
                    <a:pt x="246" y="85"/>
                    <a:pt x="250" y="89"/>
                    <a:pt x="250" y="91"/>
                  </a:cubicBezTo>
                  <a:cubicBezTo>
                    <a:pt x="250" y="93"/>
                    <a:pt x="248" y="96"/>
                    <a:pt x="250" y="98"/>
                  </a:cubicBezTo>
                  <a:cubicBezTo>
                    <a:pt x="252" y="100"/>
                    <a:pt x="251" y="105"/>
                    <a:pt x="250" y="107"/>
                  </a:cubicBezTo>
                  <a:cubicBezTo>
                    <a:pt x="250" y="109"/>
                    <a:pt x="246" y="107"/>
                    <a:pt x="240" y="103"/>
                  </a:cubicBezTo>
                  <a:cubicBezTo>
                    <a:pt x="234" y="99"/>
                    <a:pt x="236" y="96"/>
                    <a:pt x="238" y="91"/>
                  </a:cubicBezTo>
                  <a:close/>
                  <a:moveTo>
                    <a:pt x="50" y="27"/>
                  </a:moveTo>
                  <a:cubicBezTo>
                    <a:pt x="50" y="27"/>
                    <a:pt x="42" y="33"/>
                    <a:pt x="37" y="33"/>
                  </a:cubicBezTo>
                  <a:cubicBezTo>
                    <a:pt x="33" y="34"/>
                    <a:pt x="31" y="26"/>
                    <a:pt x="33" y="22"/>
                  </a:cubicBezTo>
                  <a:cubicBezTo>
                    <a:pt x="35" y="18"/>
                    <a:pt x="41" y="14"/>
                    <a:pt x="45" y="10"/>
                  </a:cubicBezTo>
                  <a:cubicBezTo>
                    <a:pt x="48" y="6"/>
                    <a:pt x="54" y="10"/>
                    <a:pt x="59" y="13"/>
                  </a:cubicBezTo>
                  <a:cubicBezTo>
                    <a:pt x="64" y="16"/>
                    <a:pt x="70" y="8"/>
                    <a:pt x="78" y="9"/>
                  </a:cubicBezTo>
                  <a:cubicBezTo>
                    <a:pt x="87" y="10"/>
                    <a:pt x="81" y="23"/>
                    <a:pt x="80" y="23"/>
                  </a:cubicBezTo>
                  <a:cubicBezTo>
                    <a:pt x="78" y="23"/>
                    <a:pt x="71" y="26"/>
                    <a:pt x="68" y="28"/>
                  </a:cubicBezTo>
                  <a:cubicBezTo>
                    <a:pt x="65" y="31"/>
                    <a:pt x="56" y="29"/>
                    <a:pt x="50" y="27"/>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9"/>
            <p:cNvSpPr>
              <a:spLocks noEditPoints="1"/>
            </p:cNvSpPr>
            <p:nvPr/>
          </p:nvSpPr>
          <p:spPr bwMode="auto">
            <a:xfrm>
              <a:off x="2016125" y="2693988"/>
              <a:ext cx="1131888" cy="1255712"/>
            </a:xfrm>
            <a:custGeom>
              <a:avLst/>
              <a:gdLst/>
              <a:ahLst/>
              <a:cxnLst>
                <a:cxn ang="0">
                  <a:pos x="15" y="202"/>
                </a:cxn>
                <a:cxn ang="0">
                  <a:pos x="33" y="193"/>
                </a:cxn>
                <a:cxn ang="0">
                  <a:pos x="51" y="193"/>
                </a:cxn>
                <a:cxn ang="0">
                  <a:pos x="60" y="189"/>
                </a:cxn>
                <a:cxn ang="0">
                  <a:pos x="69" y="194"/>
                </a:cxn>
                <a:cxn ang="0">
                  <a:pos x="92" y="191"/>
                </a:cxn>
                <a:cxn ang="0">
                  <a:pos x="115" y="200"/>
                </a:cxn>
                <a:cxn ang="0">
                  <a:pos x="130" y="200"/>
                </a:cxn>
                <a:cxn ang="0">
                  <a:pos x="141" y="206"/>
                </a:cxn>
                <a:cxn ang="0">
                  <a:pos x="158" y="211"/>
                </a:cxn>
                <a:cxn ang="0">
                  <a:pos x="169" y="226"/>
                </a:cxn>
                <a:cxn ang="0">
                  <a:pos x="174" y="236"/>
                </a:cxn>
                <a:cxn ang="0">
                  <a:pos x="187" y="245"/>
                </a:cxn>
                <a:cxn ang="0">
                  <a:pos x="203" y="279"/>
                </a:cxn>
                <a:cxn ang="0">
                  <a:pos x="207" y="294"/>
                </a:cxn>
                <a:cxn ang="0">
                  <a:pos x="215" y="297"/>
                </a:cxn>
                <a:cxn ang="0">
                  <a:pos x="226" y="286"/>
                </a:cxn>
                <a:cxn ang="0">
                  <a:pos x="224" y="275"/>
                </a:cxn>
                <a:cxn ang="0">
                  <a:pos x="240" y="256"/>
                </a:cxn>
                <a:cxn ang="0">
                  <a:pos x="252" y="252"/>
                </a:cxn>
                <a:cxn ang="0">
                  <a:pos x="263" y="230"/>
                </a:cxn>
                <a:cxn ang="0">
                  <a:pos x="269" y="219"/>
                </a:cxn>
                <a:cxn ang="0">
                  <a:pos x="272" y="220"/>
                </a:cxn>
                <a:cxn ang="0">
                  <a:pos x="274" y="231"/>
                </a:cxn>
                <a:cxn ang="0">
                  <a:pos x="271" y="243"/>
                </a:cxn>
                <a:cxn ang="0">
                  <a:pos x="266" y="261"/>
                </a:cxn>
                <a:cxn ang="0">
                  <a:pos x="262" y="280"/>
                </a:cxn>
                <a:cxn ang="0">
                  <a:pos x="263" y="287"/>
                </a:cxn>
                <a:cxn ang="0">
                  <a:pos x="251" y="296"/>
                </a:cxn>
                <a:cxn ang="0">
                  <a:pos x="256" y="305"/>
                </a:cxn>
                <a:cxn ang="0">
                  <a:pos x="273" y="293"/>
                </a:cxn>
                <a:cxn ang="0">
                  <a:pos x="278" y="273"/>
                </a:cxn>
                <a:cxn ang="0">
                  <a:pos x="284" y="271"/>
                </a:cxn>
                <a:cxn ang="0">
                  <a:pos x="290" y="269"/>
                </a:cxn>
                <a:cxn ang="0">
                  <a:pos x="297" y="274"/>
                </a:cxn>
                <a:cxn ang="0">
                  <a:pos x="290" y="289"/>
                </a:cxn>
                <a:cxn ang="0">
                  <a:pos x="287" y="301"/>
                </a:cxn>
                <a:cxn ang="0">
                  <a:pos x="283" y="311"/>
                </a:cxn>
                <a:cxn ang="0">
                  <a:pos x="289" y="315"/>
                </a:cxn>
                <a:cxn ang="0">
                  <a:pos x="300" y="322"/>
                </a:cxn>
                <a:cxn ang="0">
                  <a:pos x="310" y="306"/>
                </a:cxn>
                <a:cxn ang="0">
                  <a:pos x="312" y="321"/>
                </a:cxn>
                <a:cxn ang="0">
                  <a:pos x="324" y="334"/>
                </a:cxn>
                <a:cxn ang="0">
                  <a:pos x="331" y="361"/>
                </a:cxn>
                <a:cxn ang="0">
                  <a:pos x="331" y="372"/>
                </a:cxn>
                <a:cxn ang="0">
                  <a:pos x="342" y="387"/>
                </a:cxn>
                <a:cxn ang="0">
                  <a:pos x="349" y="0"/>
                </a:cxn>
                <a:cxn ang="0">
                  <a:pos x="0" y="5"/>
                </a:cxn>
                <a:cxn ang="0">
                  <a:pos x="15" y="202"/>
                </a:cxn>
                <a:cxn ang="0">
                  <a:pos x="243" y="326"/>
                </a:cxn>
                <a:cxn ang="0">
                  <a:pos x="261" y="317"/>
                </a:cxn>
                <a:cxn ang="0">
                  <a:pos x="271" y="322"/>
                </a:cxn>
                <a:cxn ang="0">
                  <a:pos x="279" y="324"/>
                </a:cxn>
                <a:cxn ang="0">
                  <a:pos x="268" y="327"/>
                </a:cxn>
                <a:cxn ang="0">
                  <a:pos x="261" y="329"/>
                </a:cxn>
                <a:cxn ang="0">
                  <a:pos x="246" y="330"/>
                </a:cxn>
                <a:cxn ang="0">
                  <a:pos x="243" y="326"/>
                </a:cxn>
              </a:cxnLst>
              <a:rect l="0" t="0" r="r" b="b"/>
              <a:pathLst>
                <a:path w="349" h="387">
                  <a:moveTo>
                    <a:pt x="15" y="202"/>
                  </a:moveTo>
                  <a:cubicBezTo>
                    <a:pt x="23" y="198"/>
                    <a:pt x="30" y="194"/>
                    <a:pt x="33" y="193"/>
                  </a:cubicBezTo>
                  <a:cubicBezTo>
                    <a:pt x="42" y="192"/>
                    <a:pt x="48" y="197"/>
                    <a:pt x="51" y="193"/>
                  </a:cubicBezTo>
                  <a:cubicBezTo>
                    <a:pt x="54" y="190"/>
                    <a:pt x="57" y="187"/>
                    <a:pt x="60" y="189"/>
                  </a:cubicBezTo>
                  <a:cubicBezTo>
                    <a:pt x="62" y="191"/>
                    <a:pt x="65" y="194"/>
                    <a:pt x="69" y="194"/>
                  </a:cubicBezTo>
                  <a:cubicBezTo>
                    <a:pt x="72" y="194"/>
                    <a:pt x="88" y="188"/>
                    <a:pt x="92" y="191"/>
                  </a:cubicBezTo>
                  <a:cubicBezTo>
                    <a:pt x="96" y="193"/>
                    <a:pt x="106" y="197"/>
                    <a:pt x="115" y="200"/>
                  </a:cubicBezTo>
                  <a:cubicBezTo>
                    <a:pt x="125" y="203"/>
                    <a:pt x="125" y="196"/>
                    <a:pt x="130" y="200"/>
                  </a:cubicBezTo>
                  <a:cubicBezTo>
                    <a:pt x="135" y="205"/>
                    <a:pt x="139" y="205"/>
                    <a:pt x="141" y="206"/>
                  </a:cubicBezTo>
                  <a:cubicBezTo>
                    <a:pt x="143" y="207"/>
                    <a:pt x="149" y="199"/>
                    <a:pt x="158" y="211"/>
                  </a:cubicBezTo>
                  <a:cubicBezTo>
                    <a:pt x="167" y="222"/>
                    <a:pt x="170" y="222"/>
                    <a:pt x="169" y="226"/>
                  </a:cubicBezTo>
                  <a:cubicBezTo>
                    <a:pt x="168" y="230"/>
                    <a:pt x="171" y="236"/>
                    <a:pt x="174" y="236"/>
                  </a:cubicBezTo>
                  <a:cubicBezTo>
                    <a:pt x="176" y="236"/>
                    <a:pt x="185" y="242"/>
                    <a:pt x="187" y="245"/>
                  </a:cubicBezTo>
                  <a:cubicBezTo>
                    <a:pt x="189" y="248"/>
                    <a:pt x="203" y="274"/>
                    <a:pt x="203" y="279"/>
                  </a:cubicBezTo>
                  <a:cubicBezTo>
                    <a:pt x="203" y="285"/>
                    <a:pt x="205" y="294"/>
                    <a:pt x="207" y="294"/>
                  </a:cubicBezTo>
                  <a:cubicBezTo>
                    <a:pt x="210" y="295"/>
                    <a:pt x="215" y="297"/>
                    <a:pt x="215" y="297"/>
                  </a:cubicBezTo>
                  <a:cubicBezTo>
                    <a:pt x="215" y="297"/>
                    <a:pt x="230" y="291"/>
                    <a:pt x="226" y="286"/>
                  </a:cubicBezTo>
                  <a:cubicBezTo>
                    <a:pt x="223" y="280"/>
                    <a:pt x="222" y="279"/>
                    <a:pt x="224" y="275"/>
                  </a:cubicBezTo>
                  <a:cubicBezTo>
                    <a:pt x="225" y="272"/>
                    <a:pt x="239" y="257"/>
                    <a:pt x="240" y="256"/>
                  </a:cubicBezTo>
                  <a:cubicBezTo>
                    <a:pt x="242" y="255"/>
                    <a:pt x="249" y="255"/>
                    <a:pt x="252" y="252"/>
                  </a:cubicBezTo>
                  <a:cubicBezTo>
                    <a:pt x="254" y="249"/>
                    <a:pt x="261" y="233"/>
                    <a:pt x="263" y="230"/>
                  </a:cubicBezTo>
                  <a:cubicBezTo>
                    <a:pt x="265" y="228"/>
                    <a:pt x="268" y="221"/>
                    <a:pt x="269" y="219"/>
                  </a:cubicBezTo>
                  <a:cubicBezTo>
                    <a:pt x="269" y="217"/>
                    <a:pt x="272" y="218"/>
                    <a:pt x="272" y="220"/>
                  </a:cubicBezTo>
                  <a:cubicBezTo>
                    <a:pt x="272" y="222"/>
                    <a:pt x="276" y="230"/>
                    <a:pt x="274" y="231"/>
                  </a:cubicBezTo>
                  <a:cubicBezTo>
                    <a:pt x="272" y="232"/>
                    <a:pt x="271" y="240"/>
                    <a:pt x="271" y="243"/>
                  </a:cubicBezTo>
                  <a:cubicBezTo>
                    <a:pt x="271" y="245"/>
                    <a:pt x="268" y="257"/>
                    <a:pt x="266" y="261"/>
                  </a:cubicBezTo>
                  <a:cubicBezTo>
                    <a:pt x="265" y="265"/>
                    <a:pt x="261" y="275"/>
                    <a:pt x="262" y="280"/>
                  </a:cubicBezTo>
                  <a:cubicBezTo>
                    <a:pt x="263" y="284"/>
                    <a:pt x="266" y="284"/>
                    <a:pt x="263" y="287"/>
                  </a:cubicBezTo>
                  <a:cubicBezTo>
                    <a:pt x="260" y="291"/>
                    <a:pt x="253" y="293"/>
                    <a:pt x="251" y="296"/>
                  </a:cubicBezTo>
                  <a:cubicBezTo>
                    <a:pt x="249" y="299"/>
                    <a:pt x="253" y="307"/>
                    <a:pt x="256" y="305"/>
                  </a:cubicBezTo>
                  <a:cubicBezTo>
                    <a:pt x="259" y="303"/>
                    <a:pt x="272" y="295"/>
                    <a:pt x="273" y="293"/>
                  </a:cubicBezTo>
                  <a:cubicBezTo>
                    <a:pt x="274" y="290"/>
                    <a:pt x="274" y="278"/>
                    <a:pt x="278" y="273"/>
                  </a:cubicBezTo>
                  <a:cubicBezTo>
                    <a:pt x="282" y="268"/>
                    <a:pt x="283" y="268"/>
                    <a:pt x="284" y="271"/>
                  </a:cubicBezTo>
                  <a:cubicBezTo>
                    <a:pt x="285" y="273"/>
                    <a:pt x="288" y="270"/>
                    <a:pt x="290" y="269"/>
                  </a:cubicBezTo>
                  <a:cubicBezTo>
                    <a:pt x="292" y="268"/>
                    <a:pt x="296" y="268"/>
                    <a:pt x="297" y="274"/>
                  </a:cubicBezTo>
                  <a:cubicBezTo>
                    <a:pt x="297" y="279"/>
                    <a:pt x="292" y="285"/>
                    <a:pt x="290" y="289"/>
                  </a:cubicBezTo>
                  <a:cubicBezTo>
                    <a:pt x="289" y="293"/>
                    <a:pt x="289" y="299"/>
                    <a:pt x="287" y="301"/>
                  </a:cubicBezTo>
                  <a:cubicBezTo>
                    <a:pt x="285" y="304"/>
                    <a:pt x="281" y="309"/>
                    <a:pt x="283" y="311"/>
                  </a:cubicBezTo>
                  <a:cubicBezTo>
                    <a:pt x="284" y="313"/>
                    <a:pt x="287" y="312"/>
                    <a:pt x="289" y="315"/>
                  </a:cubicBezTo>
                  <a:cubicBezTo>
                    <a:pt x="292" y="319"/>
                    <a:pt x="299" y="324"/>
                    <a:pt x="300" y="322"/>
                  </a:cubicBezTo>
                  <a:cubicBezTo>
                    <a:pt x="302" y="320"/>
                    <a:pt x="309" y="302"/>
                    <a:pt x="310" y="306"/>
                  </a:cubicBezTo>
                  <a:cubicBezTo>
                    <a:pt x="311" y="309"/>
                    <a:pt x="309" y="317"/>
                    <a:pt x="312" y="321"/>
                  </a:cubicBezTo>
                  <a:cubicBezTo>
                    <a:pt x="316" y="325"/>
                    <a:pt x="323" y="326"/>
                    <a:pt x="324" y="334"/>
                  </a:cubicBezTo>
                  <a:cubicBezTo>
                    <a:pt x="326" y="341"/>
                    <a:pt x="333" y="359"/>
                    <a:pt x="331" y="361"/>
                  </a:cubicBezTo>
                  <a:cubicBezTo>
                    <a:pt x="329" y="363"/>
                    <a:pt x="328" y="366"/>
                    <a:pt x="331" y="372"/>
                  </a:cubicBezTo>
                  <a:cubicBezTo>
                    <a:pt x="333" y="375"/>
                    <a:pt x="337" y="381"/>
                    <a:pt x="342" y="387"/>
                  </a:cubicBezTo>
                  <a:cubicBezTo>
                    <a:pt x="349" y="0"/>
                    <a:pt x="349" y="0"/>
                    <a:pt x="349" y="0"/>
                  </a:cubicBezTo>
                  <a:cubicBezTo>
                    <a:pt x="0" y="5"/>
                    <a:pt x="0" y="5"/>
                    <a:pt x="0" y="5"/>
                  </a:cubicBezTo>
                  <a:cubicBezTo>
                    <a:pt x="15" y="202"/>
                    <a:pt x="15" y="202"/>
                    <a:pt x="15" y="202"/>
                  </a:cubicBezTo>
                  <a:close/>
                  <a:moveTo>
                    <a:pt x="243" y="326"/>
                  </a:moveTo>
                  <a:cubicBezTo>
                    <a:pt x="245" y="325"/>
                    <a:pt x="258" y="316"/>
                    <a:pt x="261" y="317"/>
                  </a:cubicBezTo>
                  <a:cubicBezTo>
                    <a:pt x="264" y="319"/>
                    <a:pt x="269" y="322"/>
                    <a:pt x="271" y="322"/>
                  </a:cubicBezTo>
                  <a:cubicBezTo>
                    <a:pt x="272" y="323"/>
                    <a:pt x="279" y="322"/>
                    <a:pt x="279" y="324"/>
                  </a:cubicBezTo>
                  <a:cubicBezTo>
                    <a:pt x="279" y="326"/>
                    <a:pt x="272" y="327"/>
                    <a:pt x="268" y="327"/>
                  </a:cubicBezTo>
                  <a:cubicBezTo>
                    <a:pt x="264" y="327"/>
                    <a:pt x="264" y="328"/>
                    <a:pt x="261" y="329"/>
                  </a:cubicBezTo>
                  <a:cubicBezTo>
                    <a:pt x="258" y="331"/>
                    <a:pt x="248" y="332"/>
                    <a:pt x="246" y="330"/>
                  </a:cubicBezTo>
                  <a:cubicBezTo>
                    <a:pt x="245" y="329"/>
                    <a:pt x="243" y="326"/>
                    <a:pt x="243" y="326"/>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10"/>
            <p:cNvSpPr>
              <a:spLocks/>
            </p:cNvSpPr>
            <p:nvPr/>
          </p:nvSpPr>
          <p:spPr bwMode="auto">
            <a:xfrm>
              <a:off x="523875" y="1435100"/>
              <a:ext cx="1541463" cy="2390775"/>
            </a:xfrm>
            <a:custGeom>
              <a:avLst/>
              <a:gdLst/>
              <a:ahLst/>
              <a:cxnLst>
                <a:cxn ang="0">
                  <a:pos x="207" y="733"/>
                </a:cxn>
                <a:cxn ang="0">
                  <a:pos x="245" y="701"/>
                </a:cxn>
                <a:cxn ang="0">
                  <a:pos x="274" y="681"/>
                </a:cxn>
                <a:cxn ang="0">
                  <a:pos x="311" y="682"/>
                </a:cxn>
                <a:cxn ang="0">
                  <a:pos x="343" y="678"/>
                </a:cxn>
                <a:cxn ang="0">
                  <a:pos x="371" y="637"/>
                </a:cxn>
                <a:cxn ang="0">
                  <a:pos x="421" y="611"/>
                </a:cxn>
                <a:cxn ang="0">
                  <a:pos x="475" y="590"/>
                </a:cxn>
                <a:cxn ang="0">
                  <a:pos x="427" y="38"/>
                </a:cxn>
                <a:cxn ang="0">
                  <a:pos x="411" y="32"/>
                </a:cxn>
                <a:cxn ang="0">
                  <a:pos x="368" y="13"/>
                </a:cxn>
                <a:cxn ang="0">
                  <a:pos x="323" y="60"/>
                </a:cxn>
                <a:cxn ang="0">
                  <a:pos x="307" y="80"/>
                </a:cxn>
                <a:cxn ang="0">
                  <a:pos x="309" y="96"/>
                </a:cxn>
                <a:cxn ang="0">
                  <a:pos x="282" y="93"/>
                </a:cxn>
                <a:cxn ang="0">
                  <a:pos x="283" y="132"/>
                </a:cxn>
                <a:cxn ang="0">
                  <a:pos x="261" y="121"/>
                </a:cxn>
                <a:cxn ang="0">
                  <a:pos x="237" y="130"/>
                </a:cxn>
                <a:cxn ang="0">
                  <a:pos x="243" y="168"/>
                </a:cxn>
                <a:cxn ang="0">
                  <a:pos x="217" y="215"/>
                </a:cxn>
                <a:cxn ang="0">
                  <a:pos x="148" y="240"/>
                </a:cxn>
                <a:cxn ang="0">
                  <a:pos x="119" y="259"/>
                </a:cxn>
                <a:cxn ang="0">
                  <a:pos x="87" y="271"/>
                </a:cxn>
                <a:cxn ang="0">
                  <a:pos x="70" y="284"/>
                </a:cxn>
                <a:cxn ang="0">
                  <a:pos x="18" y="340"/>
                </a:cxn>
                <a:cxn ang="0">
                  <a:pos x="7" y="336"/>
                </a:cxn>
                <a:cxn ang="0">
                  <a:pos x="12" y="360"/>
                </a:cxn>
                <a:cxn ang="0">
                  <a:pos x="7" y="395"/>
                </a:cxn>
                <a:cxn ang="0">
                  <a:pos x="44" y="465"/>
                </a:cxn>
                <a:cxn ang="0">
                  <a:pos x="27" y="465"/>
                </a:cxn>
                <a:cxn ang="0">
                  <a:pos x="27" y="483"/>
                </a:cxn>
                <a:cxn ang="0">
                  <a:pos x="54" y="521"/>
                </a:cxn>
                <a:cxn ang="0">
                  <a:pos x="87" y="579"/>
                </a:cxn>
                <a:cxn ang="0">
                  <a:pos x="115" y="616"/>
                </a:cxn>
                <a:cxn ang="0">
                  <a:pos x="136" y="593"/>
                </a:cxn>
                <a:cxn ang="0">
                  <a:pos x="134" y="617"/>
                </a:cxn>
                <a:cxn ang="0">
                  <a:pos x="130" y="642"/>
                </a:cxn>
                <a:cxn ang="0">
                  <a:pos x="129" y="665"/>
                </a:cxn>
                <a:cxn ang="0">
                  <a:pos x="119" y="697"/>
                </a:cxn>
                <a:cxn ang="0">
                  <a:pos x="154" y="721"/>
                </a:cxn>
                <a:cxn ang="0">
                  <a:pos x="172" y="733"/>
                </a:cxn>
                <a:cxn ang="0">
                  <a:pos x="184" y="731"/>
                </a:cxn>
                <a:cxn ang="0">
                  <a:pos x="195" y="729"/>
                </a:cxn>
              </a:cxnLst>
              <a:rect l="0" t="0" r="r" b="b"/>
              <a:pathLst>
                <a:path w="475" h="737">
                  <a:moveTo>
                    <a:pt x="195" y="729"/>
                  </a:moveTo>
                  <a:cubicBezTo>
                    <a:pt x="200" y="732"/>
                    <a:pt x="204" y="737"/>
                    <a:pt x="207" y="733"/>
                  </a:cubicBezTo>
                  <a:cubicBezTo>
                    <a:pt x="210" y="728"/>
                    <a:pt x="230" y="709"/>
                    <a:pt x="236" y="708"/>
                  </a:cubicBezTo>
                  <a:cubicBezTo>
                    <a:pt x="241" y="708"/>
                    <a:pt x="243" y="706"/>
                    <a:pt x="245" y="701"/>
                  </a:cubicBezTo>
                  <a:cubicBezTo>
                    <a:pt x="248" y="696"/>
                    <a:pt x="255" y="683"/>
                    <a:pt x="260" y="683"/>
                  </a:cubicBezTo>
                  <a:cubicBezTo>
                    <a:pt x="265" y="683"/>
                    <a:pt x="274" y="681"/>
                    <a:pt x="274" y="681"/>
                  </a:cubicBezTo>
                  <a:cubicBezTo>
                    <a:pt x="274" y="681"/>
                    <a:pt x="281" y="675"/>
                    <a:pt x="290" y="676"/>
                  </a:cubicBezTo>
                  <a:cubicBezTo>
                    <a:pt x="298" y="678"/>
                    <a:pt x="306" y="684"/>
                    <a:pt x="311" y="682"/>
                  </a:cubicBezTo>
                  <a:cubicBezTo>
                    <a:pt x="316" y="680"/>
                    <a:pt x="329" y="666"/>
                    <a:pt x="333" y="671"/>
                  </a:cubicBezTo>
                  <a:cubicBezTo>
                    <a:pt x="337" y="676"/>
                    <a:pt x="340" y="680"/>
                    <a:pt x="343" y="678"/>
                  </a:cubicBezTo>
                  <a:cubicBezTo>
                    <a:pt x="346" y="675"/>
                    <a:pt x="363" y="666"/>
                    <a:pt x="367" y="655"/>
                  </a:cubicBezTo>
                  <a:cubicBezTo>
                    <a:pt x="370" y="643"/>
                    <a:pt x="368" y="639"/>
                    <a:pt x="371" y="637"/>
                  </a:cubicBezTo>
                  <a:cubicBezTo>
                    <a:pt x="375" y="635"/>
                    <a:pt x="402" y="617"/>
                    <a:pt x="406" y="614"/>
                  </a:cubicBezTo>
                  <a:cubicBezTo>
                    <a:pt x="410" y="612"/>
                    <a:pt x="418" y="611"/>
                    <a:pt x="421" y="611"/>
                  </a:cubicBezTo>
                  <a:cubicBezTo>
                    <a:pt x="424" y="611"/>
                    <a:pt x="441" y="612"/>
                    <a:pt x="444" y="609"/>
                  </a:cubicBezTo>
                  <a:cubicBezTo>
                    <a:pt x="446" y="608"/>
                    <a:pt x="461" y="598"/>
                    <a:pt x="475" y="590"/>
                  </a:cubicBezTo>
                  <a:cubicBezTo>
                    <a:pt x="433" y="37"/>
                    <a:pt x="433" y="37"/>
                    <a:pt x="433" y="37"/>
                  </a:cubicBezTo>
                  <a:cubicBezTo>
                    <a:pt x="430" y="37"/>
                    <a:pt x="427" y="38"/>
                    <a:pt x="427" y="38"/>
                  </a:cubicBezTo>
                  <a:cubicBezTo>
                    <a:pt x="415" y="39"/>
                    <a:pt x="415" y="39"/>
                    <a:pt x="415" y="39"/>
                  </a:cubicBezTo>
                  <a:cubicBezTo>
                    <a:pt x="415" y="39"/>
                    <a:pt x="416" y="35"/>
                    <a:pt x="411" y="32"/>
                  </a:cubicBezTo>
                  <a:cubicBezTo>
                    <a:pt x="406" y="29"/>
                    <a:pt x="397" y="20"/>
                    <a:pt x="396" y="15"/>
                  </a:cubicBezTo>
                  <a:cubicBezTo>
                    <a:pt x="395" y="10"/>
                    <a:pt x="376" y="0"/>
                    <a:pt x="368" y="13"/>
                  </a:cubicBezTo>
                  <a:cubicBezTo>
                    <a:pt x="359" y="27"/>
                    <a:pt x="334" y="49"/>
                    <a:pt x="332" y="49"/>
                  </a:cubicBezTo>
                  <a:cubicBezTo>
                    <a:pt x="331" y="49"/>
                    <a:pt x="323" y="55"/>
                    <a:pt x="323" y="60"/>
                  </a:cubicBezTo>
                  <a:cubicBezTo>
                    <a:pt x="323" y="64"/>
                    <a:pt x="305" y="58"/>
                    <a:pt x="301" y="63"/>
                  </a:cubicBezTo>
                  <a:cubicBezTo>
                    <a:pt x="298" y="67"/>
                    <a:pt x="308" y="76"/>
                    <a:pt x="307" y="80"/>
                  </a:cubicBezTo>
                  <a:cubicBezTo>
                    <a:pt x="306" y="84"/>
                    <a:pt x="302" y="84"/>
                    <a:pt x="303" y="88"/>
                  </a:cubicBezTo>
                  <a:cubicBezTo>
                    <a:pt x="304" y="91"/>
                    <a:pt x="312" y="93"/>
                    <a:pt x="309" y="96"/>
                  </a:cubicBezTo>
                  <a:cubicBezTo>
                    <a:pt x="305" y="100"/>
                    <a:pt x="293" y="109"/>
                    <a:pt x="291" y="106"/>
                  </a:cubicBezTo>
                  <a:cubicBezTo>
                    <a:pt x="288" y="102"/>
                    <a:pt x="287" y="85"/>
                    <a:pt x="282" y="93"/>
                  </a:cubicBezTo>
                  <a:cubicBezTo>
                    <a:pt x="277" y="101"/>
                    <a:pt x="272" y="112"/>
                    <a:pt x="278" y="117"/>
                  </a:cubicBezTo>
                  <a:cubicBezTo>
                    <a:pt x="283" y="122"/>
                    <a:pt x="284" y="127"/>
                    <a:pt x="283" y="132"/>
                  </a:cubicBezTo>
                  <a:cubicBezTo>
                    <a:pt x="283" y="137"/>
                    <a:pt x="284" y="155"/>
                    <a:pt x="276" y="148"/>
                  </a:cubicBezTo>
                  <a:cubicBezTo>
                    <a:pt x="268" y="140"/>
                    <a:pt x="261" y="125"/>
                    <a:pt x="261" y="121"/>
                  </a:cubicBezTo>
                  <a:cubicBezTo>
                    <a:pt x="261" y="116"/>
                    <a:pt x="259" y="100"/>
                    <a:pt x="254" y="107"/>
                  </a:cubicBezTo>
                  <a:cubicBezTo>
                    <a:pt x="248" y="115"/>
                    <a:pt x="238" y="128"/>
                    <a:pt x="237" y="130"/>
                  </a:cubicBezTo>
                  <a:cubicBezTo>
                    <a:pt x="236" y="132"/>
                    <a:pt x="240" y="153"/>
                    <a:pt x="242" y="157"/>
                  </a:cubicBezTo>
                  <a:cubicBezTo>
                    <a:pt x="245" y="160"/>
                    <a:pt x="249" y="162"/>
                    <a:pt x="243" y="168"/>
                  </a:cubicBezTo>
                  <a:cubicBezTo>
                    <a:pt x="238" y="174"/>
                    <a:pt x="228" y="169"/>
                    <a:pt x="226" y="182"/>
                  </a:cubicBezTo>
                  <a:cubicBezTo>
                    <a:pt x="224" y="195"/>
                    <a:pt x="228" y="209"/>
                    <a:pt x="217" y="215"/>
                  </a:cubicBezTo>
                  <a:cubicBezTo>
                    <a:pt x="206" y="222"/>
                    <a:pt x="182" y="233"/>
                    <a:pt x="173" y="236"/>
                  </a:cubicBezTo>
                  <a:cubicBezTo>
                    <a:pt x="164" y="240"/>
                    <a:pt x="151" y="233"/>
                    <a:pt x="148" y="240"/>
                  </a:cubicBezTo>
                  <a:cubicBezTo>
                    <a:pt x="145" y="247"/>
                    <a:pt x="146" y="255"/>
                    <a:pt x="143" y="255"/>
                  </a:cubicBezTo>
                  <a:cubicBezTo>
                    <a:pt x="140" y="255"/>
                    <a:pt x="126" y="251"/>
                    <a:pt x="119" y="259"/>
                  </a:cubicBezTo>
                  <a:cubicBezTo>
                    <a:pt x="112" y="266"/>
                    <a:pt x="115" y="275"/>
                    <a:pt x="108" y="274"/>
                  </a:cubicBezTo>
                  <a:cubicBezTo>
                    <a:pt x="101" y="273"/>
                    <a:pt x="90" y="274"/>
                    <a:pt x="87" y="271"/>
                  </a:cubicBezTo>
                  <a:cubicBezTo>
                    <a:pt x="84" y="268"/>
                    <a:pt x="85" y="258"/>
                    <a:pt x="81" y="266"/>
                  </a:cubicBezTo>
                  <a:cubicBezTo>
                    <a:pt x="77" y="273"/>
                    <a:pt x="76" y="280"/>
                    <a:pt x="70" y="284"/>
                  </a:cubicBezTo>
                  <a:cubicBezTo>
                    <a:pt x="63" y="288"/>
                    <a:pt x="33" y="317"/>
                    <a:pt x="29" y="323"/>
                  </a:cubicBezTo>
                  <a:cubicBezTo>
                    <a:pt x="26" y="328"/>
                    <a:pt x="20" y="341"/>
                    <a:pt x="18" y="340"/>
                  </a:cubicBezTo>
                  <a:cubicBezTo>
                    <a:pt x="16" y="338"/>
                    <a:pt x="18" y="318"/>
                    <a:pt x="15" y="317"/>
                  </a:cubicBezTo>
                  <a:cubicBezTo>
                    <a:pt x="11" y="315"/>
                    <a:pt x="13" y="331"/>
                    <a:pt x="7" y="336"/>
                  </a:cubicBezTo>
                  <a:cubicBezTo>
                    <a:pt x="0" y="341"/>
                    <a:pt x="2" y="344"/>
                    <a:pt x="5" y="348"/>
                  </a:cubicBezTo>
                  <a:cubicBezTo>
                    <a:pt x="8" y="352"/>
                    <a:pt x="14" y="358"/>
                    <a:pt x="12" y="360"/>
                  </a:cubicBezTo>
                  <a:cubicBezTo>
                    <a:pt x="11" y="362"/>
                    <a:pt x="17" y="367"/>
                    <a:pt x="11" y="376"/>
                  </a:cubicBezTo>
                  <a:cubicBezTo>
                    <a:pt x="5" y="385"/>
                    <a:pt x="6" y="390"/>
                    <a:pt x="7" y="395"/>
                  </a:cubicBezTo>
                  <a:cubicBezTo>
                    <a:pt x="9" y="400"/>
                    <a:pt x="29" y="433"/>
                    <a:pt x="34" y="440"/>
                  </a:cubicBezTo>
                  <a:cubicBezTo>
                    <a:pt x="38" y="447"/>
                    <a:pt x="47" y="463"/>
                    <a:pt x="44" y="465"/>
                  </a:cubicBezTo>
                  <a:cubicBezTo>
                    <a:pt x="41" y="466"/>
                    <a:pt x="40" y="462"/>
                    <a:pt x="35" y="460"/>
                  </a:cubicBezTo>
                  <a:cubicBezTo>
                    <a:pt x="30" y="458"/>
                    <a:pt x="26" y="462"/>
                    <a:pt x="27" y="465"/>
                  </a:cubicBezTo>
                  <a:cubicBezTo>
                    <a:pt x="29" y="468"/>
                    <a:pt x="23" y="469"/>
                    <a:pt x="22" y="472"/>
                  </a:cubicBezTo>
                  <a:cubicBezTo>
                    <a:pt x="21" y="475"/>
                    <a:pt x="24" y="479"/>
                    <a:pt x="27" y="483"/>
                  </a:cubicBezTo>
                  <a:cubicBezTo>
                    <a:pt x="30" y="487"/>
                    <a:pt x="44" y="493"/>
                    <a:pt x="46" y="500"/>
                  </a:cubicBezTo>
                  <a:cubicBezTo>
                    <a:pt x="49" y="507"/>
                    <a:pt x="48" y="514"/>
                    <a:pt x="54" y="521"/>
                  </a:cubicBezTo>
                  <a:cubicBezTo>
                    <a:pt x="60" y="529"/>
                    <a:pt x="85" y="546"/>
                    <a:pt x="87" y="556"/>
                  </a:cubicBezTo>
                  <a:cubicBezTo>
                    <a:pt x="89" y="566"/>
                    <a:pt x="82" y="574"/>
                    <a:pt x="87" y="579"/>
                  </a:cubicBezTo>
                  <a:cubicBezTo>
                    <a:pt x="92" y="584"/>
                    <a:pt x="96" y="583"/>
                    <a:pt x="98" y="588"/>
                  </a:cubicBezTo>
                  <a:cubicBezTo>
                    <a:pt x="101" y="593"/>
                    <a:pt x="114" y="615"/>
                    <a:pt x="115" y="616"/>
                  </a:cubicBezTo>
                  <a:cubicBezTo>
                    <a:pt x="117" y="617"/>
                    <a:pt x="123" y="617"/>
                    <a:pt x="125" y="608"/>
                  </a:cubicBezTo>
                  <a:cubicBezTo>
                    <a:pt x="127" y="600"/>
                    <a:pt x="134" y="589"/>
                    <a:pt x="136" y="593"/>
                  </a:cubicBezTo>
                  <a:cubicBezTo>
                    <a:pt x="137" y="596"/>
                    <a:pt x="136" y="602"/>
                    <a:pt x="136" y="604"/>
                  </a:cubicBezTo>
                  <a:cubicBezTo>
                    <a:pt x="135" y="606"/>
                    <a:pt x="134" y="612"/>
                    <a:pt x="134" y="617"/>
                  </a:cubicBezTo>
                  <a:cubicBezTo>
                    <a:pt x="134" y="623"/>
                    <a:pt x="133" y="630"/>
                    <a:pt x="131" y="633"/>
                  </a:cubicBezTo>
                  <a:cubicBezTo>
                    <a:pt x="129" y="637"/>
                    <a:pt x="125" y="634"/>
                    <a:pt x="130" y="642"/>
                  </a:cubicBezTo>
                  <a:cubicBezTo>
                    <a:pt x="135" y="649"/>
                    <a:pt x="134" y="654"/>
                    <a:pt x="134" y="654"/>
                  </a:cubicBezTo>
                  <a:cubicBezTo>
                    <a:pt x="134" y="654"/>
                    <a:pt x="126" y="659"/>
                    <a:pt x="129" y="665"/>
                  </a:cubicBezTo>
                  <a:cubicBezTo>
                    <a:pt x="132" y="671"/>
                    <a:pt x="133" y="676"/>
                    <a:pt x="133" y="679"/>
                  </a:cubicBezTo>
                  <a:cubicBezTo>
                    <a:pt x="132" y="682"/>
                    <a:pt x="116" y="693"/>
                    <a:pt x="119" y="697"/>
                  </a:cubicBezTo>
                  <a:cubicBezTo>
                    <a:pt x="122" y="702"/>
                    <a:pt x="127" y="716"/>
                    <a:pt x="129" y="717"/>
                  </a:cubicBezTo>
                  <a:cubicBezTo>
                    <a:pt x="132" y="718"/>
                    <a:pt x="152" y="718"/>
                    <a:pt x="154" y="721"/>
                  </a:cubicBezTo>
                  <a:cubicBezTo>
                    <a:pt x="157" y="724"/>
                    <a:pt x="158" y="730"/>
                    <a:pt x="162" y="732"/>
                  </a:cubicBezTo>
                  <a:cubicBezTo>
                    <a:pt x="166" y="733"/>
                    <a:pt x="170" y="731"/>
                    <a:pt x="172" y="733"/>
                  </a:cubicBezTo>
                  <a:cubicBezTo>
                    <a:pt x="175" y="735"/>
                    <a:pt x="175" y="736"/>
                    <a:pt x="177" y="736"/>
                  </a:cubicBezTo>
                  <a:cubicBezTo>
                    <a:pt x="179" y="736"/>
                    <a:pt x="184" y="731"/>
                    <a:pt x="184" y="731"/>
                  </a:cubicBezTo>
                  <a:cubicBezTo>
                    <a:pt x="184" y="731"/>
                    <a:pt x="188" y="724"/>
                    <a:pt x="190" y="726"/>
                  </a:cubicBezTo>
                  <a:cubicBezTo>
                    <a:pt x="191" y="727"/>
                    <a:pt x="195" y="729"/>
                    <a:pt x="195" y="729"/>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11"/>
            <p:cNvSpPr>
              <a:spLocks noEditPoints="1"/>
            </p:cNvSpPr>
            <p:nvPr/>
          </p:nvSpPr>
          <p:spPr bwMode="auto">
            <a:xfrm>
              <a:off x="3384550" y="4130675"/>
              <a:ext cx="382588" cy="447675"/>
            </a:xfrm>
            <a:custGeom>
              <a:avLst/>
              <a:gdLst/>
              <a:ahLst/>
              <a:cxnLst>
                <a:cxn ang="0">
                  <a:pos x="8" y="7"/>
                </a:cxn>
                <a:cxn ang="0">
                  <a:pos x="4" y="15"/>
                </a:cxn>
                <a:cxn ang="0">
                  <a:pos x="13" y="22"/>
                </a:cxn>
                <a:cxn ang="0">
                  <a:pos x="19" y="12"/>
                </a:cxn>
                <a:cxn ang="0">
                  <a:pos x="12" y="1"/>
                </a:cxn>
                <a:cxn ang="0">
                  <a:pos x="8" y="7"/>
                </a:cxn>
                <a:cxn ang="0">
                  <a:pos x="29" y="42"/>
                </a:cxn>
                <a:cxn ang="0">
                  <a:pos x="43" y="85"/>
                </a:cxn>
                <a:cxn ang="0">
                  <a:pos x="43" y="98"/>
                </a:cxn>
                <a:cxn ang="0">
                  <a:pos x="44" y="113"/>
                </a:cxn>
                <a:cxn ang="0">
                  <a:pos x="54" y="127"/>
                </a:cxn>
                <a:cxn ang="0">
                  <a:pos x="60" y="135"/>
                </a:cxn>
                <a:cxn ang="0">
                  <a:pos x="77" y="138"/>
                </a:cxn>
                <a:cxn ang="0">
                  <a:pos x="81" y="125"/>
                </a:cxn>
                <a:cxn ang="0">
                  <a:pos x="93" y="109"/>
                </a:cxn>
                <a:cxn ang="0">
                  <a:pos x="98" y="120"/>
                </a:cxn>
                <a:cxn ang="0">
                  <a:pos x="103" y="113"/>
                </a:cxn>
                <a:cxn ang="0">
                  <a:pos x="102" y="106"/>
                </a:cxn>
                <a:cxn ang="0">
                  <a:pos x="107" y="96"/>
                </a:cxn>
                <a:cxn ang="0">
                  <a:pos x="116" y="84"/>
                </a:cxn>
                <a:cxn ang="0">
                  <a:pos x="115" y="62"/>
                </a:cxn>
                <a:cxn ang="0">
                  <a:pos x="113" y="53"/>
                </a:cxn>
                <a:cxn ang="0">
                  <a:pos x="114" y="46"/>
                </a:cxn>
                <a:cxn ang="0">
                  <a:pos x="101" y="47"/>
                </a:cxn>
                <a:cxn ang="0">
                  <a:pos x="76" y="57"/>
                </a:cxn>
                <a:cxn ang="0">
                  <a:pos x="65" y="59"/>
                </a:cxn>
                <a:cxn ang="0">
                  <a:pos x="46" y="43"/>
                </a:cxn>
                <a:cxn ang="0">
                  <a:pos x="29" y="42"/>
                </a:cxn>
                <a:cxn ang="0">
                  <a:pos x="106" y="13"/>
                </a:cxn>
                <a:cxn ang="0">
                  <a:pos x="111" y="26"/>
                </a:cxn>
                <a:cxn ang="0">
                  <a:pos x="118" y="27"/>
                </a:cxn>
                <a:cxn ang="0">
                  <a:pos x="113" y="17"/>
                </a:cxn>
                <a:cxn ang="0">
                  <a:pos x="114" y="10"/>
                </a:cxn>
                <a:cxn ang="0">
                  <a:pos x="108" y="8"/>
                </a:cxn>
                <a:cxn ang="0">
                  <a:pos x="106" y="13"/>
                </a:cxn>
              </a:cxnLst>
              <a:rect l="0" t="0" r="r" b="b"/>
              <a:pathLst>
                <a:path w="118" h="138">
                  <a:moveTo>
                    <a:pt x="8" y="7"/>
                  </a:moveTo>
                  <a:cubicBezTo>
                    <a:pt x="6" y="10"/>
                    <a:pt x="0" y="11"/>
                    <a:pt x="4" y="15"/>
                  </a:cubicBezTo>
                  <a:cubicBezTo>
                    <a:pt x="8" y="19"/>
                    <a:pt x="11" y="23"/>
                    <a:pt x="13" y="22"/>
                  </a:cubicBezTo>
                  <a:cubicBezTo>
                    <a:pt x="15" y="21"/>
                    <a:pt x="22" y="17"/>
                    <a:pt x="19" y="12"/>
                  </a:cubicBezTo>
                  <a:cubicBezTo>
                    <a:pt x="17" y="7"/>
                    <a:pt x="15" y="0"/>
                    <a:pt x="12" y="1"/>
                  </a:cubicBezTo>
                  <a:cubicBezTo>
                    <a:pt x="9" y="3"/>
                    <a:pt x="8" y="7"/>
                    <a:pt x="8" y="7"/>
                  </a:cubicBezTo>
                  <a:close/>
                  <a:moveTo>
                    <a:pt x="29" y="42"/>
                  </a:moveTo>
                  <a:cubicBezTo>
                    <a:pt x="29" y="47"/>
                    <a:pt x="41" y="80"/>
                    <a:pt x="43" y="85"/>
                  </a:cubicBezTo>
                  <a:cubicBezTo>
                    <a:pt x="45" y="90"/>
                    <a:pt x="45" y="95"/>
                    <a:pt x="43" y="98"/>
                  </a:cubicBezTo>
                  <a:cubicBezTo>
                    <a:pt x="41" y="100"/>
                    <a:pt x="41" y="109"/>
                    <a:pt x="44" y="113"/>
                  </a:cubicBezTo>
                  <a:cubicBezTo>
                    <a:pt x="46" y="117"/>
                    <a:pt x="54" y="119"/>
                    <a:pt x="54" y="127"/>
                  </a:cubicBezTo>
                  <a:cubicBezTo>
                    <a:pt x="55" y="136"/>
                    <a:pt x="57" y="133"/>
                    <a:pt x="60" y="135"/>
                  </a:cubicBezTo>
                  <a:cubicBezTo>
                    <a:pt x="62" y="136"/>
                    <a:pt x="77" y="138"/>
                    <a:pt x="77" y="138"/>
                  </a:cubicBezTo>
                  <a:cubicBezTo>
                    <a:pt x="77" y="138"/>
                    <a:pt x="80" y="130"/>
                    <a:pt x="81" y="125"/>
                  </a:cubicBezTo>
                  <a:cubicBezTo>
                    <a:pt x="82" y="120"/>
                    <a:pt x="91" y="106"/>
                    <a:pt x="93" y="109"/>
                  </a:cubicBezTo>
                  <a:cubicBezTo>
                    <a:pt x="96" y="111"/>
                    <a:pt x="98" y="120"/>
                    <a:pt x="98" y="120"/>
                  </a:cubicBezTo>
                  <a:cubicBezTo>
                    <a:pt x="103" y="113"/>
                    <a:pt x="103" y="113"/>
                    <a:pt x="103" y="113"/>
                  </a:cubicBezTo>
                  <a:cubicBezTo>
                    <a:pt x="103" y="113"/>
                    <a:pt x="102" y="110"/>
                    <a:pt x="102" y="106"/>
                  </a:cubicBezTo>
                  <a:cubicBezTo>
                    <a:pt x="102" y="103"/>
                    <a:pt x="102" y="101"/>
                    <a:pt x="107" y="96"/>
                  </a:cubicBezTo>
                  <a:cubicBezTo>
                    <a:pt x="112" y="91"/>
                    <a:pt x="115" y="89"/>
                    <a:pt x="116" y="84"/>
                  </a:cubicBezTo>
                  <a:cubicBezTo>
                    <a:pt x="117" y="79"/>
                    <a:pt x="118" y="67"/>
                    <a:pt x="115" y="62"/>
                  </a:cubicBezTo>
                  <a:cubicBezTo>
                    <a:pt x="113" y="58"/>
                    <a:pt x="112" y="54"/>
                    <a:pt x="113" y="53"/>
                  </a:cubicBezTo>
                  <a:cubicBezTo>
                    <a:pt x="114" y="51"/>
                    <a:pt x="117" y="49"/>
                    <a:pt x="114" y="46"/>
                  </a:cubicBezTo>
                  <a:cubicBezTo>
                    <a:pt x="112" y="44"/>
                    <a:pt x="104" y="45"/>
                    <a:pt x="101" y="47"/>
                  </a:cubicBezTo>
                  <a:cubicBezTo>
                    <a:pt x="98" y="48"/>
                    <a:pt x="78" y="55"/>
                    <a:pt x="76" y="57"/>
                  </a:cubicBezTo>
                  <a:cubicBezTo>
                    <a:pt x="73" y="59"/>
                    <a:pt x="68" y="63"/>
                    <a:pt x="65" y="59"/>
                  </a:cubicBezTo>
                  <a:cubicBezTo>
                    <a:pt x="62" y="55"/>
                    <a:pt x="48" y="43"/>
                    <a:pt x="46" y="43"/>
                  </a:cubicBezTo>
                  <a:cubicBezTo>
                    <a:pt x="45" y="43"/>
                    <a:pt x="29" y="42"/>
                    <a:pt x="29" y="42"/>
                  </a:cubicBezTo>
                  <a:close/>
                  <a:moveTo>
                    <a:pt x="106" y="13"/>
                  </a:moveTo>
                  <a:cubicBezTo>
                    <a:pt x="106" y="18"/>
                    <a:pt x="107" y="23"/>
                    <a:pt x="111" y="26"/>
                  </a:cubicBezTo>
                  <a:cubicBezTo>
                    <a:pt x="114" y="28"/>
                    <a:pt x="118" y="30"/>
                    <a:pt x="118" y="27"/>
                  </a:cubicBezTo>
                  <a:cubicBezTo>
                    <a:pt x="117" y="23"/>
                    <a:pt x="112" y="19"/>
                    <a:pt x="113" y="17"/>
                  </a:cubicBezTo>
                  <a:cubicBezTo>
                    <a:pt x="115" y="15"/>
                    <a:pt x="116" y="13"/>
                    <a:pt x="114" y="10"/>
                  </a:cubicBezTo>
                  <a:cubicBezTo>
                    <a:pt x="111" y="8"/>
                    <a:pt x="110" y="5"/>
                    <a:pt x="108" y="8"/>
                  </a:cubicBezTo>
                  <a:cubicBezTo>
                    <a:pt x="106" y="10"/>
                    <a:pt x="106" y="13"/>
                    <a:pt x="106" y="13"/>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2" name="Group 256"/>
          <p:cNvGrpSpPr/>
          <p:nvPr/>
        </p:nvGrpSpPr>
        <p:grpSpPr>
          <a:xfrm>
            <a:off x="819909" y="3462948"/>
            <a:ext cx="960050" cy="960048"/>
            <a:chOff x="2940010" y="3192425"/>
            <a:chExt cx="843823" cy="843823"/>
          </a:xfrm>
        </p:grpSpPr>
        <p:sp>
          <p:nvSpPr>
            <p:cNvPr id="43" name="Oval 42"/>
            <p:cNvSpPr/>
            <p:nvPr/>
          </p:nvSpPr>
          <p:spPr>
            <a:xfrm>
              <a:off x="2940010" y="3192425"/>
              <a:ext cx="843823" cy="843823"/>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44" name="Text Placeholder 3"/>
            <p:cNvSpPr txBox="1">
              <a:spLocks/>
            </p:cNvSpPr>
            <p:nvPr/>
          </p:nvSpPr>
          <p:spPr>
            <a:xfrm>
              <a:off x="3096006" y="3446634"/>
              <a:ext cx="531831" cy="33540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50</a:t>
              </a:r>
              <a:r>
                <a:rPr kumimoji="0" lang="en-US" sz="1600" b="1" i="0" u="none" strike="noStrike" kern="1200" cap="none" spc="0" normalizeH="0" baseline="0" noProof="0" dirty="0">
                  <a:ln>
                    <a:noFill/>
                  </a:ln>
                  <a:solidFill>
                    <a:schemeClr val="bg1"/>
                  </a:solidFill>
                  <a:effectLst/>
                  <a:uLnTx/>
                  <a:uFillTx/>
                  <a:latin typeface="+mn-lt"/>
                  <a:ea typeface="+mn-ea"/>
                  <a:cs typeface="+mn-cs"/>
                </a:rPr>
                <a:t>%</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45" name="Group 259"/>
          <p:cNvGrpSpPr/>
          <p:nvPr/>
        </p:nvGrpSpPr>
        <p:grpSpPr>
          <a:xfrm>
            <a:off x="2025650" y="2668210"/>
            <a:ext cx="819956" cy="819954"/>
            <a:chOff x="2101572" y="1817173"/>
            <a:chExt cx="992839" cy="992839"/>
          </a:xfrm>
        </p:grpSpPr>
        <p:sp>
          <p:nvSpPr>
            <p:cNvPr id="46" name="Oval 45"/>
            <p:cNvSpPr/>
            <p:nvPr/>
          </p:nvSpPr>
          <p:spPr>
            <a:xfrm>
              <a:off x="2101572" y="1817173"/>
              <a:ext cx="992839" cy="992839"/>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47" name="Text Placeholder 3"/>
            <p:cNvSpPr txBox="1">
              <a:spLocks/>
            </p:cNvSpPr>
            <p:nvPr/>
          </p:nvSpPr>
          <p:spPr>
            <a:xfrm>
              <a:off x="2318489" y="2145890"/>
              <a:ext cx="559004" cy="335403"/>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48" name="Group 262"/>
          <p:cNvGrpSpPr/>
          <p:nvPr/>
        </p:nvGrpSpPr>
        <p:grpSpPr>
          <a:xfrm>
            <a:off x="3135313" y="3246686"/>
            <a:ext cx="1155056" cy="1155056"/>
            <a:chOff x="5199481" y="1739974"/>
            <a:chExt cx="1398594" cy="1398594"/>
          </a:xfrm>
        </p:grpSpPr>
        <p:sp>
          <p:nvSpPr>
            <p:cNvPr id="49" name="Oval 48"/>
            <p:cNvSpPr/>
            <p:nvPr/>
          </p:nvSpPr>
          <p:spPr>
            <a:xfrm>
              <a:off x="5199481" y="1739974"/>
              <a:ext cx="1398594" cy="1398594"/>
            </a:xfrm>
            <a:prstGeom prst="ellipse">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50" name="Text Placeholder 3"/>
            <p:cNvSpPr txBox="1">
              <a:spLocks/>
            </p:cNvSpPr>
            <p:nvPr/>
          </p:nvSpPr>
          <p:spPr>
            <a:xfrm>
              <a:off x="5525138" y="2215670"/>
              <a:ext cx="747282" cy="44720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90%</a:t>
              </a:r>
            </a:p>
          </p:txBody>
        </p:sp>
      </p:grpSp>
      <p:grpSp>
        <p:nvGrpSpPr>
          <p:cNvPr id="51" name="Group 265"/>
          <p:cNvGrpSpPr/>
          <p:nvPr/>
        </p:nvGrpSpPr>
        <p:grpSpPr>
          <a:xfrm>
            <a:off x="2101534" y="3785936"/>
            <a:ext cx="996824" cy="996824"/>
            <a:chOff x="4373610" y="3094579"/>
            <a:chExt cx="684037" cy="684037"/>
          </a:xfrm>
        </p:grpSpPr>
        <p:sp>
          <p:nvSpPr>
            <p:cNvPr id="52" name="Oval 51"/>
            <p:cNvSpPr/>
            <p:nvPr/>
          </p:nvSpPr>
          <p:spPr>
            <a:xfrm>
              <a:off x="4373610" y="3094579"/>
              <a:ext cx="684037" cy="684037"/>
            </a:xfrm>
            <a:prstGeom prst="ellipse">
              <a:avLst/>
            </a:prstGeom>
            <a:solidFill>
              <a:schemeClr val="accent6">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53" name="Text Placeholder 3"/>
            <p:cNvSpPr txBox="1">
              <a:spLocks/>
            </p:cNvSpPr>
            <p:nvPr/>
          </p:nvSpPr>
          <p:spPr>
            <a:xfrm>
              <a:off x="4539626" y="3330996"/>
              <a:ext cx="352003" cy="21120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40%</a:t>
              </a:r>
            </a:p>
          </p:txBody>
        </p:sp>
      </p:grpSp>
      <p:grpSp>
        <p:nvGrpSpPr>
          <p:cNvPr id="54" name="Group 268"/>
          <p:cNvGrpSpPr/>
          <p:nvPr/>
        </p:nvGrpSpPr>
        <p:grpSpPr>
          <a:xfrm>
            <a:off x="3211737" y="4964074"/>
            <a:ext cx="564926" cy="564924"/>
            <a:chOff x="4255116" y="1937462"/>
            <a:chExt cx="684037" cy="684037"/>
          </a:xfrm>
        </p:grpSpPr>
        <p:sp>
          <p:nvSpPr>
            <p:cNvPr id="55" name="Oval 54"/>
            <p:cNvSpPr/>
            <p:nvPr/>
          </p:nvSpPr>
          <p:spPr>
            <a:xfrm>
              <a:off x="4255116" y="1937462"/>
              <a:ext cx="684037" cy="684037"/>
            </a:xfrm>
            <a:prstGeom prst="ellipse">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56" name="Text Placeholder 3"/>
            <p:cNvSpPr txBox="1">
              <a:spLocks/>
            </p:cNvSpPr>
            <p:nvPr/>
          </p:nvSpPr>
          <p:spPr>
            <a:xfrm>
              <a:off x="4379744" y="2149044"/>
              <a:ext cx="434781" cy="260870"/>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57" name="Group 271"/>
          <p:cNvGrpSpPr/>
          <p:nvPr/>
        </p:nvGrpSpPr>
        <p:grpSpPr>
          <a:xfrm>
            <a:off x="3342217" y="4413767"/>
            <a:ext cx="434446" cy="434444"/>
            <a:chOff x="6607949" y="3519185"/>
            <a:chExt cx="526045" cy="526045"/>
          </a:xfrm>
        </p:grpSpPr>
        <p:sp>
          <p:nvSpPr>
            <p:cNvPr id="58" name="Oval 57"/>
            <p:cNvSpPr/>
            <p:nvPr/>
          </p:nvSpPr>
          <p:spPr>
            <a:xfrm>
              <a:off x="6607949" y="3519185"/>
              <a:ext cx="526045" cy="526045"/>
            </a:xfrm>
            <a:prstGeom prst="ellipse">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59" name="Text Placeholder 3"/>
            <p:cNvSpPr txBox="1">
              <a:spLocks/>
            </p:cNvSpPr>
            <p:nvPr/>
          </p:nvSpPr>
          <p:spPr>
            <a:xfrm>
              <a:off x="6700164" y="3679721"/>
              <a:ext cx="341613" cy="20496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sp>
        <p:nvSpPr>
          <p:cNvPr id="60" name="Footer Text"/>
          <p:cNvSpPr txBox="1"/>
          <p:nvPr/>
        </p:nvSpPr>
        <p:spPr>
          <a:xfrm>
            <a:off x="4679812" y="2286000"/>
            <a:ext cx="3821352" cy="830997"/>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aphicFrame>
        <p:nvGraphicFramePr>
          <p:cNvPr id="61" name="Chart 60"/>
          <p:cNvGraphicFramePr/>
          <p:nvPr/>
        </p:nvGraphicFramePr>
        <p:xfrm>
          <a:off x="4495800" y="3216686"/>
          <a:ext cx="4267200" cy="2704605"/>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500" fill="hold"/>
                                        <p:tgtEl>
                                          <p:spTgt spid="32"/>
                                        </p:tgtEl>
                                        <p:attrNameLst>
                                          <p:attrName>ppt_w</p:attrName>
                                        </p:attrNameLst>
                                      </p:cBhvr>
                                      <p:tavLst>
                                        <p:tav tm="0">
                                          <p:val>
                                            <p:fltVal val="0"/>
                                          </p:val>
                                        </p:tav>
                                        <p:tav tm="100000">
                                          <p:val>
                                            <p:strVal val="#ppt_w"/>
                                          </p:val>
                                        </p:tav>
                                      </p:tavLst>
                                    </p:anim>
                                    <p:anim calcmode="lin" valueType="num">
                                      <p:cBhvr>
                                        <p:cTn id="8" dur="500" fill="hold"/>
                                        <p:tgtEl>
                                          <p:spTgt spid="32"/>
                                        </p:tgtEl>
                                        <p:attrNameLst>
                                          <p:attrName>ppt_h</p:attrName>
                                        </p:attrNameLst>
                                      </p:cBhvr>
                                      <p:tavLst>
                                        <p:tav tm="0">
                                          <p:val>
                                            <p:fltVal val="0"/>
                                          </p:val>
                                        </p:tav>
                                        <p:tav tm="100000">
                                          <p:val>
                                            <p:strVal val="#ppt_h"/>
                                          </p:val>
                                        </p:tav>
                                      </p:tavLst>
                                    </p:anim>
                                    <p:animEffect transition="in" filter="fade">
                                      <p:cBhvr>
                                        <p:cTn id="9" dur="500"/>
                                        <p:tgtEl>
                                          <p:spTgt spid="32"/>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45"/>
                                        </p:tgtEl>
                                        <p:attrNameLst>
                                          <p:attrName>style.visibility</p:attrName>
                                        </p:attrNameLst>
                                      </p:cBhvr>
                                      <p:to>
                                        <p:strVal val="visible"/>
                                      </p:to>
                                    </p:set>
                                    <p:anim calcmode="lin" valueType="num">
                                      <p:cBhvr>
                                        <p:cTn id="13" dur="500" fill="hold"/>
                                        <p:tgtEl>
                                          <p:spTgt spid="45"/>
                                        </p:tgtEl>
                                        <p:attrNameLst>
                                          <p:attrName>ppt_w</p:attrName>
                                        </p:attrNameLst>
                                      </p:cBhvr>
                                      <p:tavLst>
                                        <p:tav tm="0">
                                          <p:val>
                                            <p:fltVal val="0"/>
                                          </p:val>
                                        </p:tav>
                                        <p:tav tm="100000">
                                          <p:val>
                                            <p:strVal val="#ppt_w"/>
                                          </p:val>
                                        </p:tav>
                                      </p:tavLst>
                                    </p:anim>
                                    <p:anim calcmode="lin" valueType="num">
                                      <p:cBhvr>
                                        <p:cTn id="14" dur="500" fill="hold"/>
                                        <p:tgtEl>
                                          <p:spTgt spid="45"/>
                                        </p:tgtEl>
                                        <p:attrNameLst>
                                          <p:attrName>ppt_h</p:attrName>
                                        </p:attrNameLst>
                                      </p:cBhvr>
                                      <p:tavLst>
                                        <p:tav tm="0">
                                          <p:val>
                                            <p:fltVal val="0"/>
                                          </p:val>
                                        </p:tav>
                                        <p:tav tm="100000">
                                          <p:val>
                                            <p:strVal val="#ppt_h"/>
                                          </p:val>
                                        </p:tav>
                                      </p:tavLst>
                                    </p:anim>
                                    <p:animEffect transition="in" filter="fade">
                                      <p:cBhvr>
                                        <p:cTn id="15" dur="500"/>
                                        <p:tgtEl>
                                          <p:spTgt spid="45"/>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p:cTn id="19" dur="500" fill="hold"/>
                                        <p:tgtEl>
                                          <p:spTgt spid="42"/>
                                        </p:tgtEl>
                                        <p:attrNameLst>
                                          <p:attrName>ppt_w</p:attrName>
                                        </p:attrNameLst>
                                      </p:cBhvr>
                                      <p:tavLst>
                                        <p:tav tm="0">
                                          <p:val>
                                            <p:fltVal val="0"/>
                                          </p:val>
                                        </p:tav>
                                        <p:tav tm="100000">
                                          <p:val>
                                            <p:strVal val="#ppt_w"/>
                                          </p:val>
                                        </p:tav>
                                      </p:tavLst>
                                    </p:anim>
                                    <p:anim calcmode="lin" valueType="num">
                                      <p:cBhvr>
                                        <p:cTn id="20" dur="500" fill="hold"/>
                                        <p:tgtEl>
                                          <p:spTgt spid="42"/>
                                        </p:tgtEl>
                                        <p:attrNameLst>
                                          <p:attrName>ppt_h</p:attrName>
                                        </p:attrNameLst>
                                      </p:cBhvr>
                                      <p:tavLst>
                                        <p:tav tm="0">
                                          <p:val>
                                            <p:fltVal val="0"/>
                                          </p:val>
                                        </p:tav>
                                        <p:tav tm="100000">
                                          <p:val>
                                            <p:strVal val="#ppt_h"/>
                                          </p:val>
                                        </p:tav>
                                      </p:tavLst>
                                    </p:anim>
                                    <p:animEffect transition="in" filter="fade">
                                      <p:cBhvr>
                                        <p:cTn id="21" dur="500"/>
                                        <p:tgtEl>
                                          <p:spTgt spid="42"/>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51"/>
                                        </p:tgtEl>
                                        <p:attrNameLst>
                                          <p:attrName>style.visibility</p:attrName>
                                        </p:attrNameLst>
                                      </p:cBhvr>
                                      <p:to>
                                        <p:strVal val="visible"/>
                                      </p:to>
                                    </p:set>
                                    <p:anim calcmode="lin" valueType="num">
                                      <p:cBhvr>
                                        <p:cTn id="25" dur="500" fill="hold"/>
                                        <p:tgtEl>
                                          <p:spTgt spid="51"/>
                                        </p:tgtEl>
                                        <p:attrNameLst>
                                          <p:attrName>ppt_w</p:attrName>
                                        </p:attrNameLst>
                                      </p:cBhvr>
                                      <p:tavLst>
                                        <p:tav tm="0">
                                          <p:val>
                                            <p:fltVal val="0"/>
                                          </p:val>
                                        </p:tav>
                                        <p:tav tm="100000">
                                          <p:val>
                                            <p:strVal val="#ppt_w"/>
                                          </p:val>
                                        </p:tav>
                                      </p:tavLst>
                                    </p:anim>
                                    <p:anim calcmode="lin" valueType="num">
                                      <p:cBhvr>
                                        <p:cTn id="26" dur="500" fill="hold"/>
                                        <p:tgtEl>
                                          <p:spTgt spid="51"/>
                                        </p:tgtEl>
                                        <p:attrNameLst>
                                          <p:attrName>ppt_h</p:attrName>
                                        </p:attrNameLst>
                                      </p:cBhvr>
                                      <p:tavLst>
                                        <p:tav tm="0">
                                          <p:val>
                                            <p:fltVal val="0"/>
                                          </p:val>
                                        </p:tav>
                                        <p:tav tm="100000">
                                          <p:val>
                                            <p:strVal val="#ppt_h"/>
                                          </p:val>
                                        </p:tav>
                                      </p:tavLst>
                                    </p:anim>
                                    <p:animEffect transition="in" filter="fade">
                                      <p:cBhvr>
                                        <p:cTn id="27" dur="500"/>
                                        <p:tgtEl>
                                          <p:spTgt spid="51"/>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 calcmode="lin" valueType="num">
                                      <p:cBhvr>
                                        <p:cTn id="31" dur="500" fill="hold"/>
                                        <p:tgtEl>
                                          <p:spTgt spid="54"/>
                                        </p:tgtEl>
                                        <p:attrNameLst>
                                          <p:attrName>ppt_w</p:attrName>
                                        </p:attrNameLst>
                                      </p:cBhvr>
                                      <p:tavLst>
                                        <p:tav tm="0">
                                          <p:val>
                                            <p:fltVal val="0"/>
                                          </p:val>
                                        </p:tav>
                                        <p:tav tm="100000">
                                          <p:val>
                                            <p:strVal val="#ppt_w"/>
                                          </p:val>
                                        </p:tav>
                                      </p:tavLst>
                                    </p:anim>
                                    <p:anim calcmode="lin" valueType="num">
                                      <p:cBhvr>
                                        <p:cTn id="32" dur="500" fill="hold"/>
                                        <p:tgtEl>
                                          <p:spTgt spid="54"/>
                                        </p:tgtEl>
                                        <p:attrNameLst>
                                          <p:attrName>ppt_h</p:attrName>
                                        </p:attrNameLst>
                                      </p:cBhvr>
                                      <p:tavLst>
                                        <p:tav tm="0">
                                          <p:val>
                                            <p:fltVal val="0"/>
                                          </p:val>
                                        </p:tav>
                                        <p:tav tm="100000">
                                          <p:val>
                                            <p:strVal val="#ppt_h"/>
                                          </p:val>
                                        </p:tav>
                                      </p:tavLst>
                                    </p:anim>
                                    <p:animEffect transition="in" filter="fade">
                                      <p:cBhvr>
                                        <p:cTn id="33" dur="500"/>
                                        <p:tgtEl>
                                          <p:spTgt spid="54"/>
                                        </p:tgtEl>
                                      </p:cBhvr>
                                    </p:animEffect>
                                  </p:childTnLst>
                                </p:cTn>
                              </p:par>
                            </p:childTnLst>
                          </p:cTn>
                        </p:par>
                        <p:par>
                          <p:cTn id="34" fill="hold">
                            <p:stCondLst>
                              <p:cond delay="2500"/>
                            </p:stCondLst>
                            <p:childTnLst>
                              <p:par>
                                <p:cTn id="35" presetID="53" presetClass="entr" presetSubtype="0" fill="hold" nodeType="afterEffect">
                                  <p:stCondLst>
                                    <p:cond delay="0"/>
                                  </p:stCondLst>
                                  <p:childTnLst>
                                    <p:set>
                                      <p:cBhvr>
                                        <p:cTn id="36" dur="1" fill="hold">
                                          <p:stCondLst>
                                            <p:cond delay="0"/>
                                          </p:stCondLst>
                                        </p:cTn>
                                        <p:tgtEl>
                                          <p:spTgt spid="57"/>
                                        </p:tgtEl>
                                        <p:attrNameLst>
                                          <p:attrName>style.visibility</p:attrName>
                                        </p:attrNameLst>
                                      </p:cBhvr>
                                      <p:to>
                                        <p:strVal val="visible"/>
                                      </p:to>
                                    </p:set>
                                    <p:anim calcmode="lin" valueType="num">
                                      <p:cBhvr>
                                        <p:cTn id="37" dur="500" fill="hold"/>
                                        <p:tgtEl>
                                          <p:spTgt spid="57"/>
                                        </p:tgtEl>
                                        <p:attrNameLst>
                                          <p:attrName>ppt_w</p:attrName>
                                        </p:attrNameLst>
                                      </p:cBhvr>
                                      <p:tavLst>
                                        <p:tav tm="0">
                                          <p:val>
                                            <p:fltVal val="0"/>
                                          </p:val>
                                        </p:tav>
                                        <p:tav tm="100000">
                                          <p:val>
                                            <p:strVal val="#ppt_w"/>
                                          </p:val>
                                        </p:tav>
                                      </p:tavLst>
                                    </p:anim>
                                    <p:anim calcmode="lin" valueType="num">
                                      <p:cBhvr>
                                        <p:cTn id="38" dur="500" fill="hold"/>
                                        <p:tgtEl>
                                          <p:spTgt spid="57"/>
                                        </p:tgtEl>
                                        <p:attrNameLst>
                                          <p:attrName>ppt_h</p:attrName>
                                        </p:attrNameLst>
                                      </p:cBhvr>
                                      <p:tavLst>
                                        <p:tav tm="0">
                                          <p:val>
                                            <p:fltVal val="0"/>
                                          </p:val>
                                        </p:tav>
                                        <p:tav tm="100000">
                                          <p:val>
                                            <p:strVal val="#ppt_h"/>
                                          </p:val>
                                        </p:tav>
                                      </p:tavLst>
                                    </p:anim>
                                    <p:animEffect transition="in" filter="fade">
                                      <p:cBhvr>
                                        <p:cTn id="39" dur="500"/>
                                        <p:tgtEl>
                                          <p:spTgt spid="57"/>
                                        </p:tgtEl>
                                      </p:cBhvr>
                                    </p:animEffect>
                                  </p:childTnLst>
                                </p:cTn>
                              </p:par>
                            </p:childTnLst>
                          </p:cTn>
                        </p:par>
                        <p:par>
                          <p:cTn id="40" fill="hold">
                            <p:stCondLst>
                              <p:cond delay="3000"/>
                            </p:stCondLst>
                            <p:childTnLst>
                              <p:par>
                                <p:cTn id="41" presetID="53" presetClass="entr" presetSubtype="0" fill="hold" nodeType="after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p:cTn id="43" dur="500" fill="hold"/>
                                        <p:tgtEl>
                                          <p:spTgt spid="48"/>
                                        </p:tgtEl>
                                        <p:attrNameLst>
                                          <p:attrName>ppt_w</p:attrName>
                                        </p:attrNameLst>
                                      </p:cBhvr>
                                      <p:tavLst>
                                        <p:tav tm="0">
                                          <p:val>
                                            <p:fltVal val="0"/>
                                          </p:val>
                                        </p:tav>
                                        <p:tav tm="100000">
                                          <p:val>
                                            <p:strVal val="#ppt_w"/>
                                          </p:val>
                                        </p:tav>
                                      </p:tavLst>
                                    </p:anim>
                                    <p:anim calcmode="lin" valueType="num">
                                      <p:cBhvr>
                                        <p:cTn id="44" dur="500" fill="hold"/>
                                        <p:tgtEl>
                                          <p:spTgt spid="48"/>
                                        </p:tgtEl>
                                        <p:attrNameLst>
                                          <p:attrName>ppt_h</p:attrName>
                                        </p:attrNameLst>
                                      </p:cBhvr>
                                      <p:tavLst>
                                        <p:tav tm="0">
                                          <p:val>
                                            <p:fltVal val="0"/>
                                          </p:val>
                                        </p:tav>
                                        <p:tav tm="100000">
                                          <p:val>
                                            <p:strVal val="#ppt_h"/>
                                          </p:val>
                                        </p:tav>
                                      </p:tavLst>
                                    </p:anim>
                                    <p:animEffect transition="in" filter="fade">
                                      <p:cBhvr>
                                        <p:cTn id="45" dur="500"/>
                                        <p:tgtEl>
                                          <p:spTgt spid="48"/>
                                        </p:tgtEl>
                                      </p:cBhvr>
                                    </p:animEffect>
                                  </p:childTnLst>
                                </p:cTn>
                              </p:par>
                            </p:childTnLst>
                          </p:cTn>
                        </p:par>
                        <p:par>
                          <p:cTn id="46" fill="hold">
                            <p:stCondLst>
                              <p:cond delay="3500"/>
                            </p:stCondLst>
                            <p:childTnLst>
                              <p:par>
                                <p:cTn id="47" presetID="22" presetClass="entr" presetSubtype="8" fill="hold" grpId="0" nodeType="afterEffect">
                                  <p:stCondLst>
                                    <p:cond delay="0"/>
                                  </p:stCondLst>
                                  <p:childTnLst>
                                    <p:set>
                                      <p:cBhvr>
                                        <p:cTn id="48" dur="1" fill="hold">
                                          <p:stCondLst>
                                            <p:cond delay="0"/>
                                          </p:stCondLst>
                                        </p:cTn>
                                        <p:tgtEl>
                                          <p:spTgt spid="60"/>
                                        </p:tgtEl>
                                        <p:attrNameLst>
                                          <p:attrName>style.visibility</p:attrName>
                                        </p:attrNameLst>
                                      </p:cBhvr>
                                      <p:to>
                                        <p:strVal val="visible"/>
                                      </p:to>
                                    </p:set>
                                    <p:animEffect transition="in" filter="wipe(left)">
                                      <p:cBhvr>
                                        <p:cTn id="49" dur="500"/>
                                        <p:tgtEl>
                                          <p:spTgt spid="60"/>
                                        </p:tgtEl>
                                      </p:cBhvr>
                                    </p:animEffect>
                                  </p:childTnLst>
                                </p:cTn>
                              </p:par>
                            </p:childTnLst>
                          </p:cTn>
                        </p:par>
                        <p:par>
                          <p:cTn id="50" fill="hold">
                            <p:stCondLst>
                              <p:cond delay="4000"/>
                            </p:stCondLst>
                            <p:childTnLst>
                              <p:par>
                                <p:cTn id="51" presetID="10" presetClass="entr" presetSubtype="0" fill="hold" grpId="0" nodeType="afterEffect">
                                  <p:stCondLst>
                                    <p:cond delay="0"/>
                                  </p:stCondLst>
                                  <p:childTnLst>
                                    <p:set>
                                      <p:cBhvr>
                                        <p:cTn id="52" dur="1" fill="hold">
                                          <p:stCondLst>
                                            <p:cond delay="0"/>
                                          </p:stCondLst>
                                        </p:cTn>
                                        <p:tgtEl>
                                          <p:spTgt spid="61">
                                            <p:graphicEl>
                                              <a:chart seriesIdx="-3" categoryIdx="-3" bldStep="gridLegend"/>
                                            </p:graphicEl>
                                          </p:spTgt>
                                        </p:tgtEl>
                                        <p:attrNameLst>
                                          <p:attrName>style.visibility</p:attrName>
                                        </p:attrNameLst>
                                      </p:cBhvr>
                                      <p:to>
                                        <p:strVal val="visible"/>
                                      </p:to>
                                    </p:set>
                                    <p:animEffect transition="in" filter="fade">
                                      <p:cBhvr>
                                        <p:cTn id="53" dur="1000"/>
                                        <p:tgtEl>
                                          <p:spTgt spid="61">
                                            <p:graphicEl>
                                              <a:chart seriesIdx="-3" categoryIdx="-3" bldStep="gridLegend"/>
                                            </p:graphicEl>
                                          </p:spTgt>
                                        </p:tgtEl>
                                      </p:cBhvr>
                                    </p:animEffect>
                                  </p:childTnLst>
                                </p:cTn>
                              </p:par>
                            </p:childTnLst>
                          </p:cTn>
                        </p:par>
                        <p:par>
                          <p:cTn id="54" fill="hold">
                            <p:stCondLst>
                              <p:cond delay="5000"/>
                            </p:stCondLst>
                            <p:childTnLst>
                              <p:par>
                                <p:cTn id="55" presetID="18" presetClass="entr" presetSubtype="3" fill="hold" grpId="0" nodeType="afterEffect">
                                  <p:stCondLst>
                                    <p:cond delay="0"/>
                                  </p:stCondLst>
                                  <p:childTnLst>
                                    <p:set>
                                      <p:cBhvr>
                                        <p:cTn id="56" dur="1" fill="hold">
                                          <p:stCondLst>
                                            <p:cond delay="0"/>
                                          </p:stCondLst>
                                        </p:cTn>
                                        <p:tgtEl>
                                          <p:spTgt spid="61">
                                            <p:graphicEl>
                                              <a:chart seriesIdx="0" categoryIdx="-4" bldStep="series"/>
                                            </p:graphicEl>
                                          </p:spTgt>
                                        </p:tgtEl>
                                        <p:attrNameLst>
                                          <p:attrName>style.visibility</p:attrName>
                                        </p:attrNameLst>
                                      </p:cBhvr>
                                      <p:to>
                                        <p:strVal val="visible"/>
                                      </p:to>
                                    </p:set>
                                    <p:animEffect transition="in" filter="strips(upRight)">
                                      <p:cBhvr>
                                        <p:cTn id="57" dur="1000"/>
                                        <p:tgtEl>
                                          <p:spTgt spid="61">
                                            <p:graphicEl>
                                              <a:chart seriesIdx="0" categoryIdx="-4" bldStep="series"/>
                                            </p:graphicEl>
                                          </p:spTgt>
                                        </p:tgtEl>
                                      </p:cBhvr>
                                    </p:animEffect>
                                  </p:childTnLst>
                                </p:cTn>
                              </p:par>
                            </p:childTnLst>
                          </p:cTn>
                        </p:par>
                        <p:par>
                          <p:cTn id="58" fill="hold">
                            <p:stCondLst>
                              <p:cond delay="6000"/>
                            </p:stCondLst>
                            <p:childTnLst>
                              <p:par>
                                <p:cTn id="59" presetID="18" presetClass="entr" presetSubtype="3" fill="hold" grpId="0" nodeType="afterEffect">
                                  <p:stCondLst>
                                    <p:cond delay="0"/>
                                  </p:stCondLst>
                                  <p:childTnLst>
                                    <p:set>
                                      <p:cBhvr>
                                        <p:cTn id="60" dur="1" fill="hold">
                                          <p:stCondLst>
                                            <p:cond delay="0"/>
                                          </p:stCondLst>
                                        </p:cTn>
                                        <p:tgtEl>
                                          <p:spTgt spid="61">
                                            <p:graphicEl>
                                              <a:chart seriesIdx="1" categoryIdx="-4" bldStep="series"/>
                                            </p:graphicEl>
                                          </p:spTgt>
                                        </p:tgtEl>
                                        <p:attrNameLst>
                                          <p:attrName>style.visibility</p:attrName>
                                        </p:attrNameLst>
                                      </p:cBhvr>
                                      <p:to>
                                        <p:strVal val="visible"/>
                                      </p:to>
                                    </p:set>
                                    <p:animEffect transition="in" filter="strips(upRight)">
                                      <p:cBhvr>
                                        <p:cTn id="61" dur="1000"/>
                                        <p:tgtEl>
                                          <p:spTgt spid="61">
                                            <p:graphicEl>
                                              <a:chart seriesIdx="1" categoryIdx="-4" bldStep="series"/>
                                            </p:graphicEl>
                                          </p:spTgt>
                                        </p:tgtEl>
                                      </p:cBhvr>
                                    </p:animEffect>
                                  </p:childTnLst>
                                </p:cTn>
                              </p:par>
                            </p:childTnLst>
                          </p:cTn>
                        </p:par>
                        <p:par>
                          <p:cTn id="62" fill="hold">
                            <p:stCondLst>
                              <p:cond delay="7000"/>
                            </p:stCondLst>
                            <p:childTnLst>
                              <p:par>
                                <p:cTn id="63" presetID="18" presetClass="entr" presetSubtype="3" fill="hold" grpId="0" nodeType="afterEffect">
                                  <p:stCondLst>
                                    <p:cond delay="0"/>
                                  </p:stCondLst>
                                  <p:childTnLst>
                                    <p:set>
                                      <p:cBhvr>
                                        <p:cTn id="64" dur="1" fill="hold">
                                          <p:stCondLst>
                                            <p:cond delay="0"/>
                                          </p:stCondLst>
                                        </p:cTn>
                                        <p:tgtEl>
                                          <p:spTgt spid="61">
                                            <p:graphicEl>
                                              <a:chart seriesIdx="2" categoryIdx="-4" bldStep="series"/>
                                            </p:graphicEl>
                                          </p:spTgt>
                                        </p:tgtEl>
                                        <p:attrNameLst>
                                          <p:attrName>style.visibility</p:attrName>
                                        </p:attrNameLst>
                                      </p:cBhvr>
                                      <p:to>
                                        <p:strVal val="visible"/>
                                      </p:to>
                                    </p:set>
                                    <p:animEffect transition="in" filter="strips(upRight)">
                                      <p:cBhvr>
                                        <p:cTn id="65" dur="1000"/>
                                        <p:tgtEl>
                                          <p:spTgt spid="61">
                                            <p:graphicEl>
                                              <a:chart seriesIdx="2" categoryIdx="-4" bldStep="series"/>
                                            </p:graphicEl>
                                          </p:spTgt>
                                        </p:tgtEl>
                                      </p:cBhvr>
                                    </p:animEffect>
                                  </p:childTnLst>
                                </p:cTn>
                              </p:par>
                            </p:childTnLst>
                          </p:cTn>
                        </p:par>
                        <p:par>
                          <p:cTn id="66" fill="hold">
                            <p:stCondLst>
                              <p:cond delay="8000"/>
                            </p:stCondLst>
                            <p:childTnLst>
                              <p:par>
                                <p:cTn id="67" presetID="18" presetClass="entr" presetSubtype="3" fill="hold" grpId="0" nodeType="afterEffect">
                                  <p:stCondLst>
                                    <p:cond delay="0"/>
                                  </p:stCondLst>
                                  <p:childTnLst>
                                    <p:set>
                                      <p:cBhvr>
                                        <p:cTn id="68" dur="1" fill="hold">
                                          <p:stCondLst>
                                            <p:cond delay="0"/>
                                          </p:stCondLst>
                                        </p:cTn>
                                        <p:tgtEl>
                                          <p:spTgt spid="61">
                                            <p:graphicEl>
                                              <a:chart seriesIdx="3" categoryIdx="-4" bldStep="series"/>
                                            </p:graphicEl>
                                          </p:spTgt>
                                        </p:tgtEl>
                                        <p:attrNameLst>
                                          <p:attrName>style.visibility</p:attrName>
                                        </p:attrNameLst>
                                      </p:cBhvr>
                                      <p:to>
                                        <p:strVal val="visible"/>
                                      </p:to>
                                    </p:set>
                                    <p:animEffect transition="in" filter="strips(upRight)">
                                      <p:cBhvr>
                                        <p:cTn id="69" dur="1000"/>
                                        <p:tgtEl>
                                          <p:spTgt spid="61">
                                            <p:graphicEl>
                                              <a:chart seriesIdx="3"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Graphic spid="61" grpId="0">
        <p:bldSub>
          <a:bldChart bld="series"/>
        </p:bldSub>
      </p:bldGraphic>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Canada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Canada Map Slide</a:t>
            </a:r>
            <a:endParaRPr lang="en-US" dirty="0"/>
          </a:p>
        </p:txBody>
      </p:sp>
      <p:grpSp>
        <p:nvGrpSpPr>
          <p:cNvPr id="45" name="Group 44"/>
          <p:cNvGrpSpPr/>
          <p:nvPr/>
        </p:nvGrpSpPr>
        <p:grpSpPr>
          <a:xfrm>
            <a:off x="643524" y="2286000"/>
            <a:ext cx="4092762" cy="3515502"/>
            <a:chOff x="762000" y="914400"/>
            <a:chExt cx="4378326" cy="3760788"/>
          </a:xfrm>
          <a:solidFill>
            <a:schemeClr val="bg1">
              <a:lumMod val="85000"/>
            </a:schemeClr>
          </a:solidFill>
        </p:grpSpPr>
        <p:sp>
          <p:nvSpPr>
            <p:cNvPr id="46" name="Freeform 5"/>
            <p:cNvSpPr>
              <a:spLocks noEditPoints="1"/>
            </p:cNvSpPr>
            <p:nvPr/>
          </p:nvSpPr>
          <p:spPr bwMode="auto">
            <a:xfrm>
              <a:off x="4508500" y="3675063"/>
              <a:ext cx="301625" cy="492125"/>
            </a:xfrm>
            <a:custGeom>
              <a:avLst/>
              <a:gdLst/>
              <a:ahLst/>
              <a:cxnLst>
                <a:cxn ang="0">
                  <a:pos x="132" y="26"/>
                </a:cxn>
                <a:cxn ang="0">
                  <a:pos x="122" y="28"/>
                </a:cxn>
                <a:cxn ang="0">
                  <a:pos x="116" y="28"/>
                </a:cxn>
                <a:cxn ang="0">
                  <a:pos x="111" y="31"/>
                </a:cxn>
                <a:cxn ang="0">
                  <a:pos x="108" y="20"/>
                </a:cxn>
                <a:cxn ang="0">
                  <a:pos x="101" y="7"/>
                </a:cxn>
                <a:cxn ang="0">
                  <a:pos x="94" y="21"/>
                </a:cxn>
                <a:cxn ang="0">
                  <a:pos x="94" y="31"/>
                </a:cxn>
                <a:cxn ang="0">
                  <a:pos x="89" y="48"/>
                </a:cxn>
                <a:cxn ang="0">
                  <a:pos x="106" y="68"/>
                </a:cxn>
                <a:cxn ang="0">
                  <a:pos x="129" y="50"/>
                </a:cxn>
                <a:cxn ang="0">
                  <a:pos x="136" y="34"/>
                </a:cxn>
                <a:cxn ang="0">
                  <a:pos x="132" y="26"/>
                </a:cxn>
                <a:cxn ang="0">
                  <a:pos x="112" y="78"/>
                </a:cxn>
                <a:cxn ang="0">
                  <a:pos x="105" y="76"/>
                </a:cxn>
                <a:cxn ang="0">
                  <a:pos x="91" y="76"/>
                </a:cxn>
                <a:cxn ang="0">
                  <a:pos x="79" y="80"/>
                </a:cxn>
                <a:cxn ang="0">
                  <a:pos x="64" y="88"/>
                </a:cxn>
                <a:cxn ang="0">
                  <a:pos x="54" y="93"/>
                </a:cxn>
                <a:cxn ang="0">
                  <a:pos x="43" y="93"/>
                </a:cxn>
                <a:cxn ang="0">
                  <a:pos x="31" y="95"/>
                </a:cxn>
                <a:cxn ang="0">
                  <a:pos x="22" y="100"/>
                </a:cxn>
                <a:cxn ang="0">
                  <a:pos x="19" y="108"/>
                </a:cxn>
                <a:cxn ang="0">
                  <a:pos x="21" y="109"/>
                </a:cxn>
                <a:cxn ang="0">
                  <a:pos x="16" y="133"/>
                </a:cxn>
                <a:cxn ang="0">
                  <a:pos x="24" y="126"/>
                </a:cxn>
                <a:cxn ang="0">
                  <a:pos x="33" y="122"/>
                </a:cxn>
                <a:cxn ang="0">
                  <a:pos x="52" y="115"/>
                </a:cxn>
                <a:cxn ang="0">
                  <a:pos x="54" y="118"/>
                </a:cxn>
                <a:cxn ang="0">
                  <a:pos x="43" y="125"/>
                </a:cxn>
                <a:cxn ang="0">
                  <a:pos x="36" y="137"/>
                </a:cxn>
                <a:cxn ang="0">
                  <a:pos x="29" y="130"/>
                </a:cxn>
                <a:cxn ang="0">
                  <a:pos x="17" y="149"/>
                </a:cxn>
                <a:cxn ang="0">
                  <a:pos x="6" y="168"/>
                </a:cxn>
                <a:cxn ang="0">
                  <a:pos x="1" y="179"/>
                </a:cxn>
                <a:cxn ang="0">
                  <a:pos x="2" y="187"/>
                </a:cxn>
                <a:cxn ang="0">
                  <a:pos x="5" y="202"/>
                </a:cxn>
                <a:cxn ang="0">
                  <a:pos x="22" y="212"/>
                </a:cxn>
                <a:cxn ang="0">
                  <a:pos x="38" y="212"/>
                </a:cxn>
                <a:cxn ang="0">
                  <a:pos x="43" y="196"/>
                </a:cxn>
                <a:cxn ang="0">
                  <a:pos x="50" y="176"/>
                </a:cxn>
                <a:cxn ang="0">
                  <a:pos x="51" y="155"/>
                </a:cxn>
                <a:cxn ang="0">
                  <a:pos x="63" y="151"/>
                </a:cxn>
                <a:cxn ang="0">
                  <a:pos x="68" y="138"/>
                </a:cxn>
                <a:cxn ang="0">
                  <a:pos x="79" y="130"/>
                </a:cxn>
                <a:cxn ang="0">
                  <a:pos x="93" y="115"/>
                </a:cxn>
                <a:cxn ang="0">
                  <a:pos x="105" y="96"/>
                </a:cxn>
                <a:cxn ang="0">
                  <a:pos x="113" y="88"/>
                </a:cxn>
                <a:cxn ang="0">
                  <a:pos x="120" y="80"/>
                </a:cxn>
                <a:cxn ang="0">
                  <a:pos x="112" y="78"/>
                </a:cxn>
              </a:cxnLst>
              <a:rect l="0" t="0" r="r" b="b"/>
              <a:pathLst>
                <a:path w="136" h="221">
                  <a:moveTo>
                    <a:pt x="132" y="26"/>
                  </a:moveTo>
                  <a:cubicBezTo>
                    <a:pt x="128" y="23"/>
                    <a:pt x="126" y="28"/>
                    <a:pt x="122" y="28"/>
                  </a:cubicBezTo>
                  <a:cubicBezTo>
                    <a:pt x="120" y="29"/>
                    <a:pt x="118" y="28"/>
                    <a:pt x="116" y="28"/>
                  </a:cubicBezTo>
                  <a:cubicBezTo>
                    <a:pt x="115" y="28"/>
                    <a:pt x="113" y="31"/>
                    <a:pt x="111" y="31"/>
                  </a:cubicBezTo>
                  <a:cubicBezTo>
                    <a:pt x="105" y="30"/>
                    <a:pt x="108" y="24"/>
                    <a:pt x="108" y="20"/>
                  </a:cubicBezTo>
                  <a:cubicBezTo>
                    <a:pt x="108" y="14"/>
                    <a:pt x="106" y="11"/>
                    <a:pt x="101" y="7"/>
                  </a:cubicBezTo>
                  <a:cubicBezTo>
                    <a:pt x="93" y="0"/>
                    <a:pt x="93" y="17"/>
                    <a:pt x="94" y="21"/>
                  </a:cubicBezTo>
                  <a:cubicBezTo>
                    <a:pt x="94" y="24"/>
                    <a:pt x="94" y="28"/>
                    <a:pt x="94" y="31"/>
                  </a:cubicBezTo>
                  <a:cubicBezTo>
                    <a:pt x="94" y="37"/>
                    <a:pt x="94" y="43"/>
                    <a:pt x="89" y="48"/>
                  </a:cubicBezTo>
                  <a:cubicBezTo>
                    <a:pt x="91" y="55"/>
                    <a:pt x="96" y="71"/>
                    <a:pt x="106" y="68"/>
                  </a:cubicBezTo>
                  <a:cubicBezTo>
                    <a:pt x="114" y="66"/>
                    <a:pt x="126" y="57"/>
                    <a:pt x="129" y="50"/>
                  </a:cubicBezTo>
                  <a:cubicBezTo>
                    <a:pt x="131" y="44"/>
                    <a:pt x="133" y="39"/>
                    <a:pt x="136" y="34"/>
                  </a:cubicBezTo>
                  <a:cubicBezTo>
                    <a:pt x="133" y="32"/>
                    <a:pt x="131" y="29"/>
                    <a:pt x="132" y="26"/>
                  </a:cubicBezTo>
                  <a:close/>
                  <a:moveTo>
                    <a:pt x="112" y="78"/>
                  </a:moveTo>
                  <a:cubicBezTo>
                    <a:pt x="107" y="79"/>
                    <a:pt x="110" y="79"/>
                    <a:pt x="105" y="76"/>
                  </a:cubicBezTo>
                  <a:cubicBezTo>
                    <a:pt x="98" y="71"/>
                    <a:pt x="98" y="75"/>
                    <a:pt x="91" y="76"/>
                  </a:cubicBezTo>
                  <a:cubicBezTo>
                    <a:pt x="83" y="77"/>
                    <a:pt x="84" y="72"/>
                    <a:pt x="79" y="80"/>
                  </a:cubicBezTo>
                  <a:cubicBezTo>
                    <a:pt x="74" y="87"/>
                    <a:pt x="71" y="87"/>
                    <a:pt x="64" y="88"/>
                  </a:cubicBezTo>
                  <a:cubicBezTo>
                    <a:pt x="60" y="88"/>
                    <a:pt x="57" y="92"/>
                    <a:pt x="54" y="93"/>
                  </a:cubicBezTo>
                  <a:cubicBezTo>
                    <a:pt x="50" y="94"/>
                    <a:pt x="47" y="92"/>
                    <a:pt x="43" y="93"/>
                  </a:cubicBezTo>
                  <a:cubicBezTo>
                    <a:pt x="43" y="93"/>
                    <a:pt x="32" y="96"/>
                    <a:pt x="31" y="95"/>
                  </a:cubicBezTo>
                  <a:cubicBezTo>
                    <a:pt x="27" y="96"/>
                    <a:pt x="24" y="98"/>
                    <a:pt x="22" y="100"/>
                  </a:cubicBezTo>
                  <a:cubicBezTo>
                    <a:pt x="21" y="103"/>
                    <a:pt x="19" y="105"/>
                    <a:pt x="19" y="108"/>
                  </a:cubicBezTo>
                  <a:cubicBezTo>
                    <a:pt x="19" y="108"/>
                    <a:pt x="20" y="109"/>
                    <a:pt x="21" y="109"/>
                  </a:cubicBezTo>
                  <a:cubicBezTo>
                    <a:pt x="26" y="113"/>
                    <a:pt x="17" y="128"/>
                    <a:pt x="16" y="133"/>
                  </a:cubicBezTo>
                  <a:cubicBezTo>
                    <a:pt x="20" y="134"/>
                    <a:pt x="22" y="128"/>
                    <a:pt x="24" y="126"/>
                  </a:cubicBezTo>
                  <a:cubicBezTo>
                    <a:pt x="27" y="124"/>
                    <a:pt x="30" y="123"/>
                    <a:pt x="33" y="122"/>
                  </a:cubicBezTo>
                  <a:cubicBezTo>
                    <a:pt x="40" y="119"/>
                    <a:pt x="45" y="116"/>
                    <a:pt x="52" y="115"/>
                  </a:cubicBezTo>
                  <a:cubicBezTo>
                    <a:pt x="53" y="115"/>
                    <a:pt x="54" y="116"/>
                    <a:pt x="54" y="118"/>
                  </a:cubicBezTo>
                  <a:cubicBezTo>
                    <a:pt x="52" y="121"/>
                    <a:pt x="46" y="122"/>
                    <a:pt x="43" y="125"/>
                  </a:cubicBezTo>
                  <a:cubicBezTo>
                    <a:pt x="39" y="129"/>
                    <a:pt x="39" y="133"/>
                    <a:pt x="36" y="137"/>
                  </a:cubicBezTo>
                  <a:cubicBezTo>
                    <a:pt x="34" y="134"/>
                    <a:pt x="33" y="128"/>
                    <a:pt x="29" y="130"/>
                  </a:cubicBezTo>
                  <a:cubicBezTo>
                    <a:pt x="26" y="130"/>
                    <a:pt x="19" y="146"/>
                    <a:pt x="17" y="149"/>
                  </a:cubicBezTo>
                  <a:cubicBezTo>
                    <a:pt x="13" y="155"/>
                    <a:pt x="11" y="164"/>
                    <a:pt x="6" y="168"/>
                  </a:cubicBezTo>
                  <a:cubicBezTo>
                    <a:pt x="6" y="173"/>
                    <a:pt x="2" y="175"/>
                    <a:pt x="1" y="179"/>
                  </a:cubicBezTo>
                  <a:cubicBezTo>
                    <a:pt x="0" y="183"/>
                    <a:pt x="2" y="184"/>
                    <a:pt x="2" y="187"/>
                  </a:cubicBezTo>
                  <a:cubicBezTo>
                    <a:pt x="3" y="192"/>
                    <a:pt x="3" y="197"/>
                    <a:pt x="5" y="202"/>
                  </a:cubicBezTo>
                  <a:cubicBezTo>
                    <a:pt x="9" y="211"/>
                    <a:pt x="14" y="209"/>
                    <a:pt x="22" y="212"/>
                  </a:cubicBezTo>
                  <a:cubicBezTo>
                    <a:pt x="29" y="215"/>
                    <a:pt x="32" y="221"/>
                    <a:pt x="38" y="212"/>
                  </a:cubicBezTo>
                  <a:cubicBezTo>
                    <a:pt x="36" y="206"/>
                    <a:pt x="40" y="201"/>
                    <a:pt x="43" y="196"/>
                  </a:cubicBezTo>
                  <a:cubicBezTo>
                    <a:pt x="47" y="190"/>
                    <a:pt x="49" y="183"/>
                    <a:pt x="50" y="176"/>
                  </a:cubicBezTo>
                  <a:cubicBezTo>
                    <a:pt x="51" y="170"/>
                    <a:pt x="48" y="160"/>
                    <a:pt x="51" y="155"/>
                  </a:cubicBezTo>
                  <a:cubicBezTo>
                    <a:pt x="53" y="149"/>
                    <a:pt x="58" y="152"/>
                    <a:pt x="63" y="151"/>
                  </a:cubicBezTo>
                  <a:cubicBezTo>
                    <a:pt x="70" y="149"/>
                    <a:pt x="65" y="144"/>
                    <a:pt x="68" y="138"/>
                  </a:cubicBezTo>
                  <a:cubicBezTo>
                    <a:pt x="70" y="135"/>
                    <a:pt x="75" y="133"/>
                    <a:pt x="79" y="130"/>
                  </a:cubicBezTo>
                  <a:cubicBezTo>
                    <a:pt x="84" y="126"/>
                    <a:pt x="88" y="120"/>
                    <a:pt x="93" y="115"/>
                  </a:cubicBezTo>
                  <a:cubicBezTo>
                    <a:pt x="98" y="109"/>
                    <a:pt x="100" y="102"/>
                    <a:pt x="105" y="96"/>
                  </a:cubicBezTo>
                  <a:cubicBezTo>
                    <a:pt x="107" y="93"/>
                    <a:pt x="111" y="91"/>
                    <a:pt x="113" y="88"/>
                  </a:cubicBezTo>
                  <a:cubicBezTo>
                    <a:pt x="116" y="84"/>
                    <a:pt x="116" y="82"/>
                    <a:pt x="120" y="80"/>
                  </a:cubicBezTo>
                  <a:cubicBezTo>
                    <a:pt x="119" y="75"/>
                    <a:pt x="116" y="78"/>
                    <a:pt x="112" y="78"/>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6"/>
            <p:cNvSpPr>
              <a:spLocks noEditPoints="1"/>
            </p:cNvSpPr>
            <p:nvPr/>
          </p:nvSpPr>
          <p:spPr bwMode="auto">
            <a:xfrm>
              <a:off x="3922713" y="2730500"/>
              <a:ext cx="1217613" cy="892175"/>
            </a:xfrm>
            <a:custGeom>
              <a:avLst/>
              <a:gdLst/>
              <a:ahLst/>
              <a:cxnLst>
                <a:cxn ang="0">
                  <a:pos x="516" y="297"/>
                </a:cxn>
                <a:cxn ang="0">
                  <a:pos x="504" y="303"/>
                </a:cxn>
                <a:cxn ang="0">
                  <a:pos x="505" y="324"/>
                </a:cxn>
                <a:cxn ang="0">
                  <a:pos x="525" y="331"/>
                </a:cxn>
                <a:cxn ang="0">
                  <a:pos x="488" y="288"/>
                </a:cxn>
                <a:cxn ang="0">
                  <a:pos x="474" y="273"/>
                </a:cxn>
                <a:cxn ang="0">
                  <a:pos x="457" y="246"/>
                </a:cxn>
                <a:cxn ang="0">
                  <a:pos x="419" y="271"/>
                </a:cxn>
                <a:cxn ang="0">
                  <a:pos x="385" y="274"/>
                </a:cxn>
                <a:cxn ang="0">
                  <a:pos x="370" y="237"/>
                </a:cxn>
                <a:cxn ang="0">
                  <a:pos x="363" y="203"/>
                </a:cxn>
                <a:cxn ang="0">
                  <a:pos x="351" y="363"/>
                </a:cxn>
                <a:cxn ang="0">
                  <a:pos x="370" y="391"/>
                </a:cxn>
                <a:cxn ang="0">
                  <a:pos x="427" y="360"/>
                </a:cxn>
                <a:cxn ang="0">
                  <a:pos x="480" y="330"/>
                </a:cxn>
                <a:cxn ang="0">
                  <a:pos x="490" y="307"/>
                </a:cxn>
                <a:cxn ang="0">
                  <a:pos x="488" y="288"/>
                </a:cxn>
                <a:cxn ang="0">
                  <a:pos x="287" y="144"/>
                </a:cxn>
                <a:cxn ang="0">
                  <a:pos x="280" y="159"/>
                </a:cxn>
                <a:cxn ang="0">
                  <a:pos x="250" y="163"/>
                </a:cxn>
                <a:cxn ang="0">
                  <a:pos x="225" y="202"/>
                </a:cxn>
                <a:cxn ang="0">
                  <a:pos x="232" y="177"/>
                </a:cxn>
                <a:cxn ang="0">
                  <a:pos x="253" y="139"/>
                </a:cxn>
                <a:cxn ang="0">
                  <a:pos x="200" y="131"/>
                </a:cxn>
                <a:cxn ang="0">
                  <a:pos x="177" y="123"/>
                </a:cxn>
                <a:cxn ang="0">
                  <a:pos x="127" y="93"/>
                </a:cxn>
                <a:cxn ang="0">
                  <a:pos x="69" y="59"/>
                </a:cxn>
                <a:cxn ang="0">
                  <a:pos x="25" y="17"/>
                </a:cxn>
                <a:cxn ang="0">
                  <a:pos x="0" y="2"/>
                </a:cxn>
                <a:cxn ang="0">
                  <a:pos x="16" y="25"/>
                </a:cxn>
                <a:cxn ang="0">
                  <a:pos x="24" y="54"/>
                </a:cxn>
                <a:cxn ang="0">
                  <a:pos x="74" y="91"/>
                </a:cxn>
                <a:cxn ang="0">
                  <a:pos x="103" y="156"/>
                </a:cxn>
                <a:cxn ang="0">
                  <a:pos x="97" y="210"/>
                </a:cxn>
                <a:cxn ang="0">
                  <a:pos x="86" y="214"/>
                </a:cxn>
                <a:cxn ang="0">
                  <a:pos x="58" y="222"/>
                </a:cxn>
                <a:cxn ang="0">
                  <a:pos x="50" y="235"/>
                </a:cxn>
                <a:cxn ang="0">
                  <a:pos x="50" y="253"/>
                </a:cxn>
                <a:cxn ang="0">
                  <a:pos x="88" y="286"/>
                </a:cxn>
                <a:cxn ang="0">
                  <a:pos x="98" y="293"/>
                </a:cxn>
                <a:cxn ang="0">
                  <a:pos x="168" y="317"/>
                </a:cxn>
                <a:cxn ang="0">
                  <a:pos x="166" y="283"/>
                </a:cxn>
                <a:cxn ang="0">
                  <a:pos x="334" y="223"/>
                </a:cxn>
                <a:cxn ang="0">
                  <a:pos x="304" y="145"/>
                </a:cxn>
              </a:cxnLst>
              <a:rect l="0" t="0" r="r" b="b"/>
              <a:pathLst>
                <a:path w="547" h="401">
                  <a:moveTo>
                    <a:pt x="531" y="284"/>
                  </a:moveTo>
                  <a:cubicBezTo>
                    <a:pt x="522" y="283"/>
                    <a:pt x="524" y="295"/>
                    <a:pt x="516" y="297"/>
                  </a:cubicBezTo>
                  <a:cubicBezTo>
                    <a:pt x="522" y="295"/>
                    <a:pt x="509" y="276"/>
                    <a:pt x="504" y="274"/>
                  </a:cubicBezTo>
                  <a:cubicBezTo>
                    <a:pt x="500" y="273"/>
                    <a:pt x="504" y="303"/>
                    <a:pt x="504" y="303"/>
                  </a:cubicBezTo>
                  <a:cubicBezTo>
                    <a:pt x="504" y="301"/>
                    <a:pt x="495" y="303"/>
                    <a:pt x="495" y="309"/>
                  </a:cubicBezTo>
                  <a:cubicBezTo>
                    <a:pt x="496" y="313"/>
                    <a:pt x="503" y="320"/>
                    <a:pt x="505" y="324"/>
                  </a:cubicBezTo>
                  <a:cubicBezTo>
                    <a:pt x="506" y="329"/>
                    <a:pt x="505" y="341"/>
                    <a:pt x="513" y="336"/>
                  </a:cubicBezTo>
                  <a:cubicBezTo>
                    <a:pt x="514" y="336"/>
                    <a:pt x="524" y="310"/>
                    <a:pt x="525" y="331"/>
                  </a:cubicBezTo>
                  <a:cubicBezTo>
                    <a:pt x="547" y="340"/>
                    <a:pt x="532" y="292"/>
                    <a:pt x="531" y="284"/>
                  </a:cubicBezTo>
                  <a:close/>
                  <a:moveTo>
                    <a:pt x="488" y="288"/>
                  </a:moveTo>
                  <a:cubicBezTo>
                    <a:pt x="488" y="279"/>
                    <a:pt x="501" y="266"/>
                    <a:pt x="495" y="259"/>
                  </a:cubicBezTo>
                  <a:cubicBezTo>
                    <a:pt x="487" y="262"/>
                    <a:pt x="483" y="270"/>
                    <a:pt x="474" y="273"/>
                  </a:cubicBezTo>
                  <a:cubicBezTo>
                    <a:pt x="473" y="269"/>
                    <a:pt x="471" y="268"/>
                    <a:pt x="468" y="265"/>
                  </a:cubicBezTo>
                  <a:cubicBezTo>
                    <a:pt x="470" y="256"/>
                    <a:pt x="467" y="247"/>
                    <a:pt x="457" y="246"/>
                  </a:cubicBezTo>
                  <a:cubicBezTo>
                    <a:pt x="446" y="244"/>
                    <a:pt x="443" y="253"/>
                    <a:pt x="437" y="259"/>
                  </a:cubicBezTo>
                  <a:cubicBezTo>
                    <a:pt x="432" y="265"/>
                    <a:pt x="426" y="268"/>
                    <a:pt x="419" y="271"/>
                  </a:cubicBezTo>
                  <a:cubicBezTo>
                    <a:pt x="401" y="279"/>
                    <a:pt x="412" y="267"/>
                    <a:pt x="401" y="262"/>
                  </a:cubicBezTo>
                  <a:cubicBezTo>
                    <a:pt x="392" y="258"/>
                    <a:pt x="392" y="270"/>
                    <a:pt x="385" y="274"/>
                  </a:cubicBezTo>
                  <a:cubicBezTo>
                    <a:pt x="379" y="278"/>
                    <a:pt x="382" y="279"/>
                    <a:pt x="377" y="272"/>
                  </a:cubicBezTo>
                  <a:cubicBezTo>
                    <a:pt x="371" y="264"/>
                    <a:pt x="371" y="246"/>
                    <a:pt x="370" y="237"/>
                  </a:cubicBezTo>
                  <a:cubicBezTo>
                    <a:pt x="369" y="230"/>
                    <a:pt x="375" y="199"/>
                    <a:pt x="362" y="205"/>
                  </a:cubicBezTo>
                  <a:cubicBezTo>
                    <a:pt x="363" y="203"/>
                    <a:pt x="363" y="203"/>
                    <a:pt x="363" y="203"/>
                  </a:cubicBezTo>
                  <a:cubicBezTo>
                    <a:pt x="333" y="236"/>
                    <a:pt x="358" y="297"/>
                    <a:pt x="364" y="335"/>
                  </a:cubicBezTo>
                  <a:cubicBezTo>
                    <a:pt x="367" y="352"/>
                    <a:pt x="354" y="348"/>
                    <a:pt x="351" y="363"/>
                  </a:cubicBezTo>
                  <a:cubicBezTo>
                    <a:pt x="358" y="361"/>
                    <a:pt x="362" y="356"/>
                    <a:pt x="370" y="357"/>
                  </a:cubicBezTo>
                  <a:cubicBezTo>
                    <a:pt x="370" y="365"/>
                    <a:pt x="363" y="384"/>
                    <a:pt x="370" y="391"/>
                  </a:cubicBezTo>
                  <a:cubicBezTo>
                    <a:pt x="380" y="401"/>
                    <a:pt x="392" y="384"/>
                    <a:pt x="397" y="378"/>
                  </a:cubicBezTo>
                  <a:cubicBezTo>
                    <a:pt x="406" y="367"/>
                    <a:pt x="417" y="368"/>
                    <a:pt x="427" y="360"/>
                  </a:cubicBezTo>
                  <a:cubicBezTo>
                    <a:pt x="437" y="353"/>
                    <a:pt x="440" y="347"/>
                    <a:pt x="451" y="343"/>
                  </a:cubicBezTo>
                  <a:cubicBezTo>
                    <a:pt x="461" y="338"/>
                    <a:pt x="468" y="329"/>
                    <a:pt x="480" y="330"/>
                  </a:cubicBezTo>
                  <a:cubicBezTo>
                    <a:pt x="473" y="336"/>
                    <a:pt x="467" y="368"/>
                    <a:pt x="481" y="358"/>
                  </a:cubicBezTo>
                  <a:cubicBezTo>
                    <a:pt x="490" y="352"/>
                    <a:pt x="488" y="318"/>
                    <a:pt x="490" y="307"/>
                  </a:cubicBezTo>
                  <a:cubicBezTo>
                    <a:pt x="491" y="303"/>
                    <a:pt x="496" y="302"/>
                    <a:pt x="495" y="297"/>
                  </a:cubicBezTo>
                  <a:cubicBezTo>
                    <a:pt x="494" y="294"/>
                    <a:pt x="488" y="289"/>
                    <a:pt x="488" y="288"/>
                  </a:cubicBezTo>
                  <a:close/>
                  <a:moveTo>
                    <a:pt x="304" y="145"/>
                  </a:moveTo>
                  <a:cubicBezTo>
                    <a:pt x="300" y="144"/>
                    <a:pt x="291" y="141"/>
                    <a:pt x="287" y="144"/>
                  </a:cubicBezTo>
                  <a:cubicBezTo>
                    <a:pt x="283" y="147"/>
                    <a:pt x="286" y="155"/>
                    <a:pt x="284" y="156"/>
                  </a:cubicBezTo>
                  <a:cubicBezTo>
                    <a:pt x="283" y="157"/>
                    <a:pt x="280" y="158"/>
                    <a:pt x="280" y="159"/>
                  </a:cubicBezTo>
                  <a:cubicBezTo>
                    <a:pt x="277" y="152"/>
                    <a:pt x="272" y="142"/>
                    <a:pt x="263" y="142"/>
                  </a:cubicBezTo>
                  <a:cubicBezTo>
                    <a:pt x="251" y="143"/>
                    <a:pt x="253" y="154"/>
                    <a:pt x="250" y="163"/>
                  </a:cubicBezTo>
                  <a:cubicBezTo>
                    <a:pt x="247" y="169"/>
                    <a:pt x="244" y="179"/>
                    <a:pt x="241" y="185"/>
                  </a:cubicBezTo>
                  <a:cubicBezTo>
                    <a:pt x="237" y="193"/>
                    <a:pt x="229" y="195"/>
                    <a:pt x="225" y="202"/>
                  </a:cubicBezTo>
                  <a:cubicBezTo>
                    <a:pt x="225" y="202"/>
                    <a:pt x="224" y="201"/>
                    <a:pt x="223" y="201"/>
                  </a:cubicBezTo>
                  <a:cubicBezTo>
                    <a:pt x="223" y="191"/>
                    <a:pt x="227" y="186"/>
                    <a:pt x="232" y="177"/>
                  </a:cubicBezTo>
                  <a:cubicBezTo>
                    <a:pt x="236" y="171"/>
                    <a:pt x="237" y="165"/>
                    <a:pt x="240" y="158"/>
                  </a:cubicBezTo>
                  <a:cubicBezTo>
                    <a:pt x="243" y="151"/>
                    <a:pt x="250" y="145"/>
                    <a:pt x="253" y="139"/>
                  </a:cubicBezTo>
                  <a:cubicBezTo>
                    <a:pt x="259" y="121"/>
                    <a:pt x="233" y="119"/>
                    <a:pt x="228" y="136"/>
                  </a:cubicBezTo>
                  <a:cubicBezTo>
                    <a:pt x="222" y="130"/>
                    <a:pt x="208" y="129"/>
                    <a:pt x="200" y="131"/>
                  </a:cubicBezTo>
                  <a:cubicBezTo>
                    <a:pt x="196" y="132"/>
                    <a:pt x="178" y="144"/>
                    <a:pt x="178" y="134"/>
                  </a:cubicBezTo>
                  <a:cubicBezTo>
                    <a:pt x="178" y="130"/>
                    <a:pt x="177" y="127"/>
                    <a:pt x="177" y="123"/>
                  </a:cubicBezTo>
                  <a:cubicBezTo>
                    <a:pt x="155" y="122"/>
                    <a:pt x="138" y="121"/>
                    <a:pt x="124" y="102"/>
                  </a:cubicBezTo>
                  <a:cubicBezTo>
                    <a:pt x="126" y="99"/>
                    <a:pt x="126" y="96"/>
                    <a:pt x="127" y="93"/>
                  </a:cubicBezTo>
                  <a:cubicBezTo>
                    <a:pt x="122" y="85"/>
                    <a:pt x="109" y="82"/>
                    <a:pt x="102" y="78"/>
                  </a:cubicBezTo>
                  <a:cubicBezTo>
                    <a:pt x="125" y="67"/>
                    <a:pt x="67" y="52"/>
                    <a:pt x="69" y="59"/>
                  </a:cubicBezTo>
                  <a:cubicBezTo>
                    <a:pt x="66" y="51"/>
                    <a:pt x="55" y="37"/>
                    <a:pt x="43" y="38"/>
                  </a:cubicBezTo>
                  <a:cubicBezTo>
                    <a:pt x="41" y="38"/>
                    <a:pt x="28" y="19"/>
                    <a:pt x="25" y="17"/>
                  </a:cubicBezTo>
                  <a:cubicBezTo>
                    <a:pt x="18" y="11"/>
                    <a:pt x="6" y="7"/>
                    <a:pt x="0" y="0"/>
                  </a:cubicBezTo>
                  <a:cubicBezTo>
                    <a:pt x="0" y="1"/>
                    <a:pt x="0" y="1"/>
                    <a:pt x="0" y="2"/>
                  </a:cubicBezTo>
                  <a:cubicBezTo>
                    <a:pt x="0" y="2"/>
                    <a:pt x="0" y="2"/>
                    <a:pt x="0" y="2"/>
                  </a:cubicBezTo>
                  <a:cubicBezTo>
                    <a:pt x="3" y="12"/>
                    <a:pt x="5" y="22"/>
                    <a:pt x="16" y="25"/>
                  </a:cubicBezTo>
                  <a:cubicBezTo>
                    <a:pt x="15" y="28"/>
                    <a:pt x="15" y="33"/>
                    <a:pt x="14" y="36"/>
                  </a:cubicBezTo>
                  <a:cubicBezTo>
                    <a:pt x="28" y="34"/>
                    <a:pt x="31" y="43"/>
                    <a:pt x="24" y="54"/>
                  </a:cubicBezTo>
                  <a:cubicBezTo>
                    <a:pt x="31" y="58"/>
                    <a:pt x="37" y="59"/>
                    <a:pt x="44" y="56"/>
                  </a:cubicBezTo>
                  <a:cubicBezTo>
                    <a:pt x="60" y="75"/>
                    <a:pt x="31" y="92"/>
                    <a:pt x="74" y="91"/>
                  </a:cubicBezTo>
                  <a:cubicBezTo>
                    <a:pt x="74" y="93"/>
                    <a:pt x="75" y="97"/>
                    <a:pt x="75" y="99"/>
                  </a:cubicBezTo>
                  <a:cubicBezTo>
                    <a:pt x="79" y="130"/>
                    <a:pt x="85" y="137"/>
                    <a:pt x="103" y="156"/>
                  </a:cubicBezTo>
                  <a:cubicBezTo>
                    <a:pt x="110" y="164"/>
                    <a:pt x="120" y="174"/>
                    <a:pt x="119" y="187"/>
                  </a:cubicBezTo>
                  <a:cubicBezTo>
                    <a:pt x="119" y="206"/>
                    <a:pt x="111" y="200"/>
                    <a:pt x="97" y="210"/>
                  </a:cubicBezTo>
                  <a:cubicBezTo>
                    <a:pt x="95" y="209"/>
                    <a:pt x="95" y="207"/>
                    <a:pt x="94" y="205"/>
                  </a:cubicBezTo>
                  <a:cubicBezTo>
                    <a:pt x="92" y="208"/>
                    <a:pt x="88" y="210"/>
                    <a:pt x="86" y="214"/>
                  </a:cubicBezTo>
                  <a:cubicBezTo>
                    <a:pt x="73" y="212"/>
                    <a:pt x="62" y="208"/>
                    <a:pt x="48" y="209"/>
                  </a:cubicBezTo>
                  <a:cubicBezTo>
                    <a:pt x="51" y="212"/>
                    <a:pt x="55" y="220"/>
                    <a:pt x="58" y="222"/>
                  </a:cubicBezTo>
                  <a:cubicBezTo>
                    <a:pt x="51" y="223"/>
                    <a:pt x="45" y="226"/>
                    <a:pt x="39" y="227"/>
                  </a:cubicBezTo>
                  <a:cubicBezTo>
                    <a:pt x="43" y="229"/>
                    <a:pt x="46" y="233"/>
                    <a:pt x="50" y="235"/>
                  </a:cubicBezTo>
                  <a:cubicBezTo>
                    <a:pt x="47" y="238"/>
                    <a:pt x="46" y="245"/>
                    <a:pt x="43" y="249"/>
                  </a:cubicBezTo>
                  <a:cubicBezTo>
                    <a:pt x="46" y="251"/>
                    <a:pt x="46" y="252"/>
                    <a:pt x="50" y="253"/>
                  </a:cubicBezTo>
                  <a:cubicBezTo>
                    <a:pt x="49" y="258"/>
                    <a:pt x="51" y="262"/>
                    <a:pt x="50" y="266"/>
                  </a:cubicBezTo>
                  <a:cubicBezTo>
                    <a:pt x="63" y="275"/>
                    <a:pt x="82" y="269"/>
                    <a:pt x="88" y="286"/>
                  </a:cubicBezTo>
                  <a:cubicBezTo>
                    <a:pt x="79" y="291"/>
                    <a:pt x="71" y="297"/>
                    <a:pt x="78" y="306"/>
                  </a:cubicBezTo>
                  <a:cubicBezTo>
                    <a:pt x="86" y="305"/>
                    <a:pt x="93" y="298"/>
                    <a:pt x="98" y="293"/>
                  </a:cubicBezTo>
                  <a:cubicBezTo>
                    <a:pt x="98" y="303"/>
                    <a:pt x="105" y="310"/>
                    <a:pt x="112" y="317"/>
                  </a:cubicBezTo>
                  <a:cubicBezTo>
                    <a:pt x="129" y="309"/>
                    <a:pt x="146" y="329"/>
                    <a:pt x="168" y="317"/>
                  </a:cubicBezTo>
                  <a:cubicBezTo>
                    <a:pt x="162" y="308"/>
                    <a:pt x="158" y="298"/>
                    <a:pt x="154" y="287"/>
                  </a:cubicBezTo>
                  <a:cubicBezTo>
                    <a:pt x="157" y="285"/>
                    <a:pt x="163" y="283"/>
                    <a:pt x="166" y="283"/>
                  </a:cubicBezTo>
                  <a:cubicBezTo>
                    <a:pt x="177" y="305"/>
                    <a:pt x="230" y="269"/>
                    <a:pt x="242" y="262"/>
                  </a:cubicBezTo>
                  <a:cubicBezTo>
                    <a:pt x="255" y="254"/>
                    <a:pt x="320" y="200"/>
                    <a:pt x="334" y="223"/>
                  </a:cubicBezTo>
                  <a:cubicBezTo>
                    <a:pt x="343" y="211"/>
                    <a:pt x="349" y="202"/>
                    <a:pt x="349" y="184"/>
                  </a:cubicBezTo>
                  <a:cubicBezTo>
                    <a:pt x="339" y="172"/>
                    <a:pt x="319" y="149"/>
                    <a:pt x="304" y="145"/>
                  </a:cubicBezTo>
                  <a:close/>
                </a:path>
              </a:pathLst>
            </a:custGeom>
            <a:solidFill>
              <a:schemeClr val="accent5"/>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7"/>
            <p:cNvSpPr>
              <a:spLocks/>
            </p:cNvSpPr>
            <p:nvPr/>
          </p:nvSpPr>
          <p:spPr bwMode="auto">
            <a:xfrm>
              <a:off x="4513263" y="3779838"/>
              <a:ext cx="150813" cy="76200"/>
            </a:xfrm>
            <a:custGeom>
              <a:avLst/>
              <a:gdLst/>
              <a:ahLst/>
              <a:cxnLst>
                <a:cxn ang="0">
                  <a:pos x="50" y="13"/>
                </a:cxn>
                <a:cxn ang="0">
                  <a:pos x="67" y="3"/>
                </a:cxn>
                <a:cxn ang="0">
                  <a:pos x="62" y="13"/>
                </a:cxn>
                <a:cxn ang="0">
                  <a:pos x="63" y="23"/>
                </a:cxn>
                <a:cxn ang="0">
                  <a:pos x="61" y="30"/>
                </a:cxn>
                <a:cxn ang="0">
                  <a:pos x="49" y="31"/>
                </a:cxn>
                <a:cxn ang="0">
                  <a:pos x="45" y="27"/>
                </a:cxn>
                <a:cxn ang="0">
                  <a:pos x="41" y="32"/>
                </a:cxn>
                <a:cxn ang="0">
                  <a:pos x="29" y="34"/>
                </a:cxn>
                <a:cxn ang="0">
                  <a:pos x="19" y="31"/>
                </a:cxn>
                <a:cxn ang="0">
                  <a:pos x="14" y="33"/>
                </a:cxn>
                <a:cxn ang="0">
                  <a:pos x="10" y="30"/>
                </a:cxn>
                <a:cxn ang="0">
                  <a:pos x="2" y="26"/>
                </a:cxn>
                <a:cxn ang="0">
                  <a:pos x="3" y="15"/>
                </a:cxn>
                <a:cxn ang="0">
                  <a:pos x="10" y="21"/>
                </a:cxn>
                <a:cxn ang="0">
                  <a:pos x="19" y="25"/>
                </a:cxn>
                <a:cxn ang="0">
                  <a:pos x="23" y="22"/>
                </a:cxn>
                <a:cxn ang="0">
                  <a:pos x="29" y="22"/>
                </a:cxn>
                <a:cxn ang="0">
                  <a:pos x="40" y="17"/>
                </a:cxn>
                <a:cxn ang="0">
                  <a:pos x="50" y="13"/>
                </a:cxn>
              </a:cxnLst>
              <a:rect l="0" t="0" r="r" b="b"/>
              <a:pathLst>
                <a:path w="68" h="34">
                  <a:moveTo>
                    <a:pt x="50" y="13"/>
                  </a:moveTo>
                  <a:cubicBezTo>
                    <a:pt x="55" y="10"/>
                    <a:pt x="61" y="0"/>
                    <a:pt x="67" y="3"/>
                  </a:cubicBezTo>
                  <a:cubicBezTo>
                    <a:pt x="66" y="6"/>
                    <a:pt x="63" y="9"/>
                    <a:pt x="62" y="13"/>
                  </a:cubicBezTo>
                  <a:cubicBezTo>
                    <a:pt x="61" y="18"/>
                    <a:pt x="61" y="19"/>
                    <a:pt x="63" y="23"/>
                  </a:cubicBezTo>
                  <a:cubicBezTo>
                    <a:pt x="64" y="26"/>
                    <a:pt x="68" y="28"/>
                    <a:pt x="61" y="30"/>
                  </a:cubicBezTo>
                  <a:cubicBezTo>
                    <a:pt x="59" y="32"/>
                    <a:pt x="52" y="31"/>
                    <a:pt x="49" y="31"/>
                  </a:cubicBezTo>
                  <a:cubicBezTo>
                    <a:pt x="49" y="28"/>
                    <a:pt x="48" y="26"/>
                    <a:pt x="45" y="27"/>
                  </a:cubicBezTo>
                  <a:cubicBezTo>
                    <a:pt x="42" y="28"/>
                    <a:pt x="43" y="30"/>
                    <a:pt x="41" y="32"/>
                  </a:cubicBezTo>
                  <a:cubicBezTo>
                    <a:pt x="39" y="33"/>
                    <a:pt x="31" y="33"/>
                    <a:pt x="29" y="34"/>
                  </a:cubicBezTo>
                  <a:cubicBezTo>
                    <a:pt x="23" y="34"/>
                    <a:pt x="23" y="32"/>
                    <a:pt x="19" y="31"/>
                  </a:cubicBezTo>
                  <a:cubicBezTo>
                    <a:pt x="18" y="31"/>
                    <a:pt x="16" y="33"/>
                    <a:pt x="14" y="33"/>
                  </a:cubicBezTo>
                  <a:cubicBezTo>
                    <a:pt x="12" y="33"/>
                    <a:pt x="11" y="31"/>
                    <a:pt x="10" y="30"/>
                  </a:cubicBezTo>
                  <a:cubicBezTo>
                    <a:pt x="8" y="29"/>
                    <a:pt x="3" y="28"/>
                    <a:pt x="2" y="26"/>
                  </a:cubicBezTo>
                  <a:cubicBezTo>
                    <a:pt x="0" y="23"/>
                    <a:pt x="3" y="18"/>
                    <a:pt x="3" y="15"/>
                  </a:cubicBezTo>
                  <a:cubicBezTo>
                    <a:pt x="4" y="7"/>
                    <a:pt x="9" y="19"/>
                    <a:pt x="10" y="21"/>
                  </a:cubicBezTo>
                  <a:cubicBezTo>
                    <a:pt x="13" y="23"/>
                    <a:pt x="16" y="22"/>
                    <a:pt x="19" y="25"/>
                  </a:cubicBezTo>
                  <a:cubicBezTo>
                    <a:pt x="21" y="24"/>
                    <a:pt x="22" y="22"/>
                    <a:pt x="23" y="22"/>
                  </a:cubicBezTo>
                  <a:cubicBezTo>
                    <a:pt x="25" y="22"/>
                    <a:pt x="28" y="22"/>
                    <a:pt x="29" y="22"/>
                  </a:cubicBezTo>
                  <a:cubicBezTo>
                    <a:pt x="33" y="21"/>
                    <a:pt x="37" y="18"/>
                    <a:pt x="40" y="17"/>
                  </a:cubicBezTo>
                  <a:cubicBezTo>
                    <a:pt x="43" y="15"/>
                    <a:pt x="48" y="14"/>
                    <a:pt x="50" y="13"/>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8"/>
            <p:cNvSpPr>
              <a:spLocks/>
            </p:cNvSpPr>
            <p:nvPr/>
          </p:nvSpPr>
          <p:spPr bwMode="auto">
            <a:xfrm>
              <a:off x="4221163" y="3746500"/>
              <a:ext cx="371475" cy="323850"/>
            </a:xfrm>
            <a:custGeom>
              <a:avLst/>
              <a:gdLst/>
              <a:ahLst/>
              <a:cxnLst>
                <a:cxn ang="0">
                  <a:pos x="147" y="58"/>
                </a:cxn>
                <a:cxn ang="0">
                  <a:pos x="160" y="62"/>
                </a:cxn>
                <a:cxn ang="0">
                  <a:pos x="160" y="63"/>
                </a:cxn>
                <a:cxn ang="0">
                  <a:pos x="151" y="68"/>
                </a:cxn>
                <a:cxn ang="0">
                  <a:pos x="148" y="76"/>
                </a:cxn>
                <a:cxn ang="0">
                  <a:pos x="143" y="85"/>
                </a:cxn>
                <a:cxn ang="0">
                  <a:pos x="137" y="96"/>
                </a:cxn>
                <a:cxn ang="0">
                  <a:pos x="119" y="121"/>
                </a:cxn>
                <a:cxn ang="0">
                  <a:pos x="112" y="127"/>
                </a:cxn>
                <a:cxn ang="0">
                  <a:pos x="105" y="134"/>
                </a:cxn>
                <a:cxn ang="0">
                  <a:pos x="75" y="140"/>
                </a:cxn>
                <a:cxn ang="0">
                  <a:pos x="69" y="131"/>
                </a:cxn>
                <a:cxn ang="0">
                  <a:pos x="57" y="126"/>
                </a:cxn>
                <a:cxn ang="0">
                  <a:pos x="50" y="108"/>
                </a:cxn>
                <a:cxn ang="0">
                  <a:pos x="18" y="68"/>
                </a:cxn>
                <a:cxn ang="0">
                  <a:pos x="3" y="80"/>
                </a:cxn>
                <a:cxn ang="0">
                  <a:pos x="0" y="79"/>
                </a:cxn>
                <a:cxn ang="0">
                  <a:pos x="5" y="68"/>
                </a:cxn>
                <a:cxn ang="0">
                  <a:pos x="4" y="44"/>
                </a:cxn>
                <a:cxn ang="0">
                  <a:pos x="17" y="34"/>
                </a:cxn>
                <a:cxn ang="0">
                  <a:pos x="32" y="32"/>
                </a:cxn>
                <a:cxn ang="0">
                  <a:pos x="43" y="21"/>
                </a:cxn>
                <a:cxn ang="0">
                  <a:pos x="56" y="15"/>
                </a:cxn>
                <a:cxn ang="0">
                  <a:pos x="59" y="15"/>
                </a:cxn>
                <a:cxn ang="0">
                  <a:pos x="56" y="20"/>
                </a:cxn>
                <a:cxn ang="0">
                  <a:pos x="65" y="15"/>
                </a:cxn>
                <a:cxn ang="0">
                  <a:pos x="65" y="15"/>
                </a:cxn>
                <a:cxn ang="0">
                  <a:pos x="70" y="15"/>
                </a:cxn>
                <a:cxn ang="0">
                  <a:pos x="73" y="15"/>
                </a:cxn>
                <a:cxn ang="0">
                  <a:pos x="87" y="24"/>
                </a:cxn>
                <a:cxn ang="0">
                  <a:pos x="105" y="18"/>
                </a:cxn>
                <a:cxn ang="0">
                  <a:pos x="114" y="35"/>
                </a:cxn>
                <a:cxn ang="0">
                  <a:pos x="133" y="57"/>
                </a:cxn>
                <a:cxn ang="0">
                  <a:pos x="147" y="58"/>
                </a:cxn>
              </a:cxnLst>
              <a:rect l="0" t="0" r="r" b="b"/>
              <a:pathLst>
                <a:path w="167" h="145">
                  <a:moveTo>
                    <a:pt x="147" y="58"/>
                  </a:moveTo>
                  <a:cubicBezTo>
                    <a:pt x="153" y="55"/>
                    <a:pt x="167" y="49"/>
                    <a:pt x="160" y="62"/>
                  </a:cubicBezTo>
                  <a:cubicBezTo>
                    <a:pt x="159" y="62"/>
                    <a:pt x="159" y="62"/>
                    <a:pt x="160" y="63"/>
                  </a:cubicBezTo>
                  <a:cubicBezTo>
                    <a:pt x="156" y="64"/>
                    <a:pt x="153" y="66"/>
                    <a:pt x="151" y="68"/>
                  </a:cubicBezTo>
                  <a:cubicBezTo>
                    <a:pt x="150" y="71"/>
                    <a:pt x="148" y="73"/>
                    <a:pt x="148" y="76"/>
                  </a:cubicBezTo>
                  <a:cubicBezTo>
                    <a:pt x="145" y="77"/>
                    <a:pt x="144" y="83"/>
                    <a:pt x="143" y="85"/>
                  </a:cubicBezTo>
                  <a:cubicBezTo>
                    <a:pt x="142" y="89"/>
                    <a:pt x="140" y="93"/>
                    <a:pt x="137" y="96"/>
                  </a:cubicBezTo>
                  <a:cubicBezTo>
                    <a:pt x="131" y="103"/>
                    <a:pt x="127" y="116"/>
                    <a:pt x="119" y="121"/>
                  </a:cubicBezTo>
                  <a:cubicBezTo>
                    <a:pt x="116" y="124"/>
                    <a:pt x="114" y="123"/>
                    <a:pt x="112" y="127"/>
                  </a:cubicBezTo>
                  <a:cubicBezTo>
                    <a:pt x="109" y="133"/>
                    <a:pt x="109" y="132"/>
                    <a:pt x="105" y="134"/>
                  </a:cubicBezTo>
                  <a:cubicBezTo>
                    <a:pt x="99" y="137"/>
                    <a:pt x="80" y="145"/>
                    <a:pt x="75" y="140"/>
                  </a:cubicBezTo>
                  <a:cubicBezTo>
                    <a:pt x="73" y="138"/>
                    <a:pt x="73" y="133"/>
                    <a:pt x="69" y="131"/>
                  </a:cubicBezTo>
                  <a:cubicBezTo>
                    <a:pt x="66" y="128"/>
                    <a:pt x="61" y="129"/>
                    <a:pt x="57" y="126"/>
                  </a:cubicBezTo>
                  <a:cubicBezTo>
                    <a:pt x="53" y="121"/>
                    <a:pt x="51" y="114"/>
                    <a:pt x="50" y="108"/>
                  </a:cubicBezTo>
                  <a:cubicBezTo>
                    <a:pt x="47" y="95"/>
                    <a:pt x="39" y="61"/>
                    <a:pt x="18" y="68"/>
                  </a:cubicBezTo>
                  <a:cubicBezTo>
                    <a:pt x="13" y="69"/>
                    <a:pt x="7" y="76"/>
                    <a:pt x="3" y="80"/>
                  </a:cubicBezTo>
                  <a:cubicBezTo>
                    <a:pt x="4" y="79"/>
                    <a:pt x="2" y="79"/>
                    <a:pt x="0" y="79"/>
                  </a:cubicBezTo>
                  <a:cubicBezTo>
                    <a:pt x="1" y="75"/>
                    <a:pt x="3" y="72"/>
                    <a:pt x="5" y="68"/>
                  </a:cubicBezTo>
                  <a:cubicBezTo>
                    <a:pt x="8" y="60"/>
                    <a:pt x="5" y="52"/>
                    <a:pt x="4" y="44"/>
                  </a:cubicBezTo>
                  <a:cubicBezTo>
                    <a:pt x="8" y="41"/>
                    <a:pt x="12" y="37"/>
                    <a:pt x="17" y="34"/>
                  </a:cubicBezTo>
                  <a:cubicBezTo>
                    <a:pt x="22" y="32"/>
                    <a:pt x="27" y="33"/>
                    <a:pt x="32" y="32"/>
                  </a:cubicBezTo>
                  <a:cubicBezTo>
                    <a:pt x="38" y="30"/>
                    <a:pt x="39" y="25"/>
                    <a:pt x="43" y="21"/>
                  </a:cubicBezTo>
                  <a:cubicBezTo>
                    <a:pt x="45" y="20"/>
                    <a:pt x="53" y="16"/>
                    <a:pt x="56" y="15"/>
                  </a:cubicBezTo>
                  <a:cubicBezTo>
                    <a:pt x="57" y="15"/>
                    <a:pt x="58" y="15"/>
                    <a:pt x="59" y="15"/>
                  </a:cubicBezTo>
                  <a:cubicBezTo>
                    <a:pt x="58" y="16"/>
                    <a:pt x="57" y="18"/>
                    <a:pt x="56" y="20"/>
                  </a:cubicBezTo>
                  <a:cubicBezTo>
                    <a:pt x="59" y="18"/>
                    <a:pt x="62" y="17"/>
                    <a:pt x="65" y="15"/>
                  </a:cubicBezTo>
                  <a:cubicBezTo>
                    <a:pt x="65" y="15"/>
                    <a:pt x="65" y="15"/>
                    <a:pt x="65" y="15"/>
                  </a:cubicBezTo>
                  <a:cubicBezTo>
                    <a:pt x="66" y="16"/>
                    <a:pt x="68" y="16"/>
                    <a:pt x="70" y="15"/>
                  </a:cubicBezTo>
                  <a:cubicBezTo>
                    <a:pt x="71" y="15"/>
                    <a:pt x="72" y="15"/>
                    <a:pt x="73" y="15"/>
                  </a:cubicBezTo>
                  <a:cubicBezTo>
                    <a:pt x="79" y="17"/>
                    <a:pt x="79" y="26"/>
                    <a:pt x="87" y="24"/>
                  </a:cubicBezTo>
                  <a:cubicBezTo>
                    <a:pt x="88" y="12"/>
                    <a:pt x="103" y="0"/>
                    <a:pt x="105" y="18"/>
                  </a:cubicBezTo>
                  <a:cubicBezTo>
                    <a:pt x="106" y="26"/>
                    <a:pt x="98" y="40"/>
                    <a:pt x="114" y="35"/>
                  </a:cubicBezTo>
                  <a:cubicBezTo>
                    <a:pt x="115" y="44"/>
                    <a:pt x="126" y="53"/>
                    <a:pt x="133" y="57"/>
                  </a:cubicBezTo>
                  <a:cubicBezTo>
                    <a:pt x="138" y="59"/>
                    <a:pt x="142" y="60"/>
                    <a:pt x="147" y="58"/>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9"/>
            <p:cNvSpPr>
              <a:spLocks noEditPoints="1"/>
            </p:cNvSpPr>
            <p:nvPr/>
          </p:nvSpPr>
          <p:spPr bwMode="auto">
            <a:xfrm>
              <a:off x="3322638" y="2727325"/>
              <a:ext cx="1343025" cy="1516063"/>
            </a:xfrm>
            <a:custGeom>
              <a:avLst/>
              <a:gdLst/>
              <a:ahLst/>
              <a:cxnLst>
                <a:cxn ang="0">
                  <a:pos x="436" y="284"/>
                </a:cxn>
                <a:cxn ang="0">
                  <a:pos x="438" y="318"/>
                </a:cxn>
                <a:cxn ang="0">
                  <a:pos x="368" y="294"/>
                </a:cxn>
                <a:cxn ang="0">
                  <a:pos x="358" y="287"/>
                </a:cxn>
                <a:cxn ang="0">
                  <a:pos x="320" y="254"/>
                </a:cxn>
                <a:cxn ang="0">
                  <a:pos x="320" y="236"/>
                </a:cxn>
                <a:cxn ang="0">
                  <a:pos x="328" y="223"/>
                </a:cxn>
                <a:cxn ang="0">
                  <a:pos x="356" y="215"/>
                </a:cxn>
                <a:cxn ang="0">
                  <a:pos x="367" y="211"/>
                </a:cxn>
                <a:cxn ang="0">
                  <a:pos x="373" y="157"/>
                </a:cxn>
                <a:cxn ang="0">
                  <a:pos x="344" y="92"/>
                </a:cxn>
                <a:cxn ang="0">
                  <a:pos x="294" y="55"/>
                </a:cxn>
                <a:cxn ang="0">
                  <a:pos x="286" y="26"/>
                </a:cxn>
                <a:cxn ang="0">
                  <a:pos x="270" y="42"/>
                </a:cxn>
                <a:cxn ang="0">
                  <a:pos x="203" y="116"/>
                </a:cxn>
                <a:cxn ang="0">
                  <a:pos x="182" y="45"/>
                </a:cxn>
                <a:cxn ang="0">
                  <a:pos x="120" y="19"/>
                </a:cxn>
                <a:cxn ang="0">
                  <a:pos x="60" y="19"/>
                </a:cxn>
                <a:cxn ang="0">
                  <a:pos x="2" y="30"/>
                </a:cxn>
                <a:cxn ang="0">
                  <a:pos x="18" y="82"/>
                </a:cxn>
                <a:cxn ang="0">
                  <a:pos x="29" y="155"/>
                </a:cxn>
                <a:cxn ang="0">
                  <a:pos x="88" y="296"/>
                </a:cxn>
                <a:cxn ang="0">
                  <a:pos x="51" y="331"/>
                </a:cxn>
                <a:cxn ang="0">
                  <a:pos x="92" y="413"/>
                </a:cxn>
                <a:cxn ang="0">
                  <a:pos x="84" y="455"/>
                </a:cxn>
                <a:cxn ang="0">
                  <a:pos x="238" y="676"/>
                </a:cxn>
                <a:cxn ang="0">
                  <a:pos x="290" y="681"/>
                </a:cxn>
                <a:cxn ang="0">
                  <a:pos x="376" y="651"/>
                </a:cxn>
                <a:cxn ang="0">
                  <a:pos x="388" y="629"/>
                </a:cxn>
                <a:cxn ang="0">
                  <a:pos x="394" y="547"/>
                </a:cxn>
                <a:cxn ang="0">
                  <a:pos x="404" y="537"/>
                </a:cxn>
                <a:cxn ang="0">
                  <a:pos x="408" y="502"/>
                </a:cxn>
                <a:cxn ang="0">
                  <a:pos x="436" y="490"/>
                </a:cxn>
                <a:cxn ang="0">
                  <a:pos x="460" y="473"/>
                </a:cxn>
                <a:cxn ang="0">
                  <a:pos x="476" y="466"/>
                </a:cxn>
                <a:cxn ang="0">
                  <a:pos x="456" y="425"/>
                </a:cxn>
                <a:cxn ang="0">
                  <a:pos x="360" y="579"/>
                </a:cxn>
                <a:cxn ang="0">
                  <a:pos x="321" y="611"/>
                </a:cxn>
                <a:cxn ang="0">
                  <a:pos x="363" y="553"/>
                </a:cxn>
                <a:cxn ang="0">
                  <a:pos x="389" y="464"/>
                </a:cxn>
                <a:cxn ang="0">
                  <a:pos x="410" y="413"/>
                </a:cxn>
                <a:cxn ang="0">
                  <a:pos x="490" y="359"/>
                </a:cxn>
                <a:cxn ang="0">
                  <a:pos x="573" y="288"/>
                </a:cxn>
                <a:cxn ang="0">
                  <a:pos x="604" y="224"/>
                </a:cxn>
                <a:cxn ang="0">
                  <a:pos x="525" y="371"/>
                </a:cxn>
                <a:cxn ang="0">
                  <a:pos x="475" y="385"/>
                </a:cxn>
                <a:cxn ang="0">
                  <a:pos x="548" y="385"/>
                </a:cxn>
              </a:cxnLst>
              <a:rect l="0" t="0" r="r" b="b"/>
              <a:pathLst>
                <a:path w="604" h="681">
                  <a:moveTo>
                    <a:pt x="512" y="263"/>
                  </a:moveTo>
                  <a:cubicBezTo>
                    <a:pt x="500" y="270"/>
                    <a:pt x="447" y="306"/>
                    <a:pt x="436" y="284"/>
                  </a:cubicBezTo>
                  <a:cubicBezTo>
                    <a:pt x="433" y="284"/>
                    <a:pt x="427" y="286"/>
                    <a:pt x="424" y="288"/>
                  </a:cubicBezTo>
                  <a:cubicBezTo>
                    <a:pt x="428" y="299"/>
                    <a:pt x="432" y="309"/>
                    <a:pt x="438" y="318"/>
                  </a:cubicBezTo>
                  <a:cubicBezTo>
                    <a:pt x="416" y="330"/>
                    <a:pt x="399" y="310"/>
                    <a:pt x="382" y="318"/>
                  </a:cubicBezTo>
                  <a:cubicBezTo>
                    <a:pt x="375" y="311"/>
                    <a:pt x="368" y="304"/>
                    <a:pt x="368" y="294"/>
                  </a:cubicBezTo>
                  <a:cubicBezTo>
                    <a:pt x="363" y="299"/>
                    <a:pt x="356" y="306"/>
                    <a:pt x="348" y="307"/>
                  </a:cubicBezTo>
                  <a:cubicBezTo>
                    <a:pt x="341" y="298"/>
                    <a:pt x="349" y="292"/>
                    <a:pt x="358" y="287"/>
                  </a:cubicBezTo>
                  <a:cubicBezTo>
                    <a:pt x="352" y="270"/>
                    <a:pt x="333" y="276"/>
                    <a:pt x="320" y="267"/>
                  </a:cubicBezTo>
                  <a:cubicBezTo>
                    <a:pt x="321" y="263"/>
                    <a:pt x="319" y="259"/>
                    <a:pt x="320" y="254"/>
                  </a:cubicBezTo>
                  <a:cubicBezTo>
                    <a:pt x="316" y="253"/>
                    <a:pt x="316" y="252"/>
                    <a:pt x="313" y="250"/>
                  </a:cubicBezTo>
                  <a:cubicBezTo>
                    <a:pt x="316" y="246"/>
                    <a:pt x="317" y="239"/>
                    <a:pt x="320" y="236"/>
                  </a:cubicBezTo>
                  <a:cubicBezTo>
                    <a:pt x="316" y="234"/>
                    <a:pt x="313" y="230"/>
                    <a:pt x="309" y="228"/>
                  </a:cubicBezTo>
                  <a:cubicBezTo>
                    <a:pt x="315" y="227"/>
                    <a:pt x="321" y="224"/>
                    <a:pt x="328" y="223"/>
                  </a:cubicBezTo>
                  <a:cubicBezTo>
                    <a:pt x="325" y="221"/>
                    <a:pt x="321" y="213"/>
                    <a:pt x="318" y="210"/>
                  </a:cubicBezTo>
                  <a:cubicBezTo>
                    <a:pt x="332" y="209"/>
                    <a:pt x="343" y="213"/>
                    <a:pt x="356" y="215"/>
                  </a:cubicBezTo>
                  <a:cubicBezTo>
                    <a:pt x="358" y="211"/>
                    <a:pt x="362" y="209"/>
                    <a:pt x="364" y="206"/>
                  </a:cubicBezTo>
                  <a:cubicBezTo>
                    <a:pt x="365" y="208"/>
                    <a:pt x="365" y="210"/>
                    <a:pt x="367" y="211"/>
                  </a:cubicBezTo>
                  <a:cubicBezTo>
                    <a:pt x="381" y="201"/>
                    <a:pt x="389" y="207"/>
                    <a:pt x="389" y="188"/>
                  </a:cubicBezTo>
                  <a:cubicBezTo>
                    <a:pt x="390" y="175"/>
                    <a:pt x="380" y="165"/>
                    <a:pt x="373" y="157"/>
                  </a:cubicBezTo>
                  <a:cubicBezTo>
                    <a:pt x="355" y="138"/>
                    <a:pt x="349" y="131"/>
                    <a:pt x="345" y="100"/>
                  </a:cubicBezTo>
                  <a:cubicBezTo>
                    <a:pt x="345" y="98"/>
                    <a:pt x="344" y="94"/>
                    <a:pt x="344" y="92"/>
                  </a:cubicBezTo>
                  <a:cubicBezTo>
                    <a:pt x="301" y="93"/>
                    <a:pt x="330" y="76"/>
                    <a:pt x="314" y="57"/>
                  </a:cubicBezTo>
                  <a:cubicBezTo>
                    <a:pt x="307" y="60"/>
                    <a:pt x="301" y="59"/>
                    <a:pt x="294" y="55"/>
                  </a:cubicBezTo>
                  <a:cubicBezTo>
                    <a:pt x="301" y="44"/>
                    <a:pt x="298" y="35"/>
                    <a:pt x="284" y="37"/>
                  </a:cubicBezTo>
                  <a:cubicBezTo>
                    <a:pt x="285" y="34"/>
                    <a:pt x="285" y="29"/>
                    <a:pt x="286" y="26"/>
                  </a:cubicBezTo>
                  <a:cubicBezTo>
                    <a:pt x="275" y="23"/>
                    <a:pt x="273" y="13"/>
                    <a:pt x="270" y="3"/>
                  </a:cubicBezTo>
                  <a:cubicBezTo>
                    <a:pt x="268" y="16"/>
                    <a:pt x="268" y="30"/>
                    <a:pt x="270" y="42"/>
                  </a:cubicBezTo>
                  <a:cubicBezTo>
                    <a:pt x="272" y="60"/>
                    <a:pt x="274" y="92"/>
                    <a:pt x="257" y="104"/>
                  </a:cubicBezTo>
                  <a:cubicBezTo>
                    <a:pt x="237" y="117"/>
                    <a:pt x="220" y="88"/>
                    <a:pt x="203" y="116"/>
                  </a:cubicBezTo>
                  <a:cubicBezTo>
                    <a:pt x="200" y="105"/>
                    <a:pt x="208" y="95"/>
                    <a:pt x="203" y="84"/>
                  </a:cubicBezTo>
                  <a:cubicBezTo>
                    <a:pt x="188" y="74"/>
                    <a:pt x="188" y="59"/>
                    <a:pt x="182" y="45"/>
                  </a:cubicBezTo>
                  <a:cubicBezTo>
                    <a:pt x="176" y="30"/>
                    <a:pt x="169" y="27"/>
                    <a:pt x="154" y="31"/>
                  </a:cubicBezTo>
                  <a:cubicBezTo>
                    <a:pt x="135" y="36"/>
                    <a:pt x="133" y="33"/>
                    <a:pt x="120" y="19"/>
                  </a:cubicBezTo>
                  <a:cubicBezTo>
                    <a:pt x="112" y="10"/>
                    <a:pt x="97" y="1"/>
                    <a:pt x="85" y="1"/>
                  </a:cubicBezTo>
                  <a:cubicBezTo>
                    <a:pt x="71" y="0"/>
                    <a:pt x="67" y="10"/>
                    <a:pt x="60" y="19"/>
                  </a:cubicBezTo>
                  <a:cubicBezTo>
                    <a:pt x="48" y="22"/>
                    <a:pt x="33" y="19"/>
                    <a:pt x="22" y="16"/>
                  </a:cubicBezTo>
                  <a:cubicBezTo>
                    <a:pt x="15" y="15"/>
                    <a:pt x="3" y="23"/>
                    <a:pt x="2" y="30"/>
                  </a:cubicBezTo>
                  <a:cubicBezTo>
                    <a:pt x="0" y="41"/>
                    <a:pt x="11" y="45"/>
                    <a:pt x="16" y="53"/>
                  </a:cubicBezTo>
                  <a:cubicBezTo>
                    <a:pt x="21" y="63"/>
                    <a:pt x="15" y="73"/>
                    <a:pt x="18" y="82"/>
                  </a:cubicBezTo>
                  <a:cubicBezTo>
                    <a:pt x="21" y="91"/>
                    <a:pt x="31" y="94"/>
                    <a:pt x="35" y="102"/>
                  </a:cubicBezTo>
                  <a:cubicBezTo>
                    <a:pt x="46" y="121"/>
                    <a:pt x="32" y="138"/>
                    <a:pt x="29" y="155"/>
                  </a:cubicBezTo>
                  <a:cubicBezTo>
                    <a:pt x="25" y="177"/>
                    <a:pt x="48" y="184"/>
                    <a:pt x="63" y="194"/>
                  </a:cubicBezTo>
                  <a:cubicBezTo>
                    <a:pt x="96" y="220"/>
                    <a:pt x="110" y="256"/>
                    <a:pt x="88" y="296"/>
                  </a:cubicBezTo>
                  <a:cubicBezTo>
                    <a:pt x="84" y="303"/>
                    <a:pt x="80" y="312"/>
                    <a:pt x="74" y="319"/>
                  </a:cubicBezTo>
                  <a:cubicBezTo>
                    <a:pt x="67" y="325"/>
                    <a:pt x="57" y="325"/>
                    <a:pt x="51" y="331"/>
                  </a:cubicBezTo>
                  <a:cubicBezTo>
                    <a:pt x="38" y="344"/>
                    <a:pt x="63" y="355"/>
                    <a:pt x="68" y="368"/>
                  </a:cubicBezTo>
                  <a:cubicBezTo>
                    <a:pt x="74" y="385"/>
                    <a:pt x="82" y="397"/>
                    <a:pt x="92" y="413"/>
                  </a:cubicBezTo>
                  <a:cubicBezTo>
                    <a:pt x="102" y="428"/>
                    <a:pt x="94" y="446"/>
                    <a:pt x="98" y="464"/>
                  </a:cubicBezTo>
                  <a:cubicBezTo>
                    <a:pt x="92" y="463"/>
                    <a:pt x="88" y="459"/>
                    <a:pt x="84" y="455"/>
                  </a:cubicBezTo>
                  <a:cubicBezTo>
                    <a:pt x="96" y="524"/>
                    <a:pt x="102" y="642"/>
                    <a:pt x="167" y="662"/>
                  </a:cubicBezTo>
                  <a:cubicBezTo>
                    <a:pt x="190" y="669"/>
                    <a:pt x="215" y="671"/>
                    <a:pt x="238" y="676"/>
                  </a:cubicBezTo>
                  <a:cubicBezTo>
                    <a:pt x="252" y="669"/>
                    <a:pt x="264" y="652"/>
                    <a:pt x="282" y="660"/>
                  </a:cubicBezTo>
                  <a:cubicBezTo>
                    <a:pt x="285" y="667"/>
                    <a:pt x="288" y="674"/>
                    <a:pt x="290" y="681"/>
                  </a:cubicBezTo>
                  <a:cubicBezTo>
                    <a:pt x="294" y="679"/>
                    <a:pt x="299" y="677"/>
                    <a:pt x="303" y="676"/>
                  </a:cubicBezTo>
                  <a:cubicBezTo>
                    <a:pt x="327" y="667"/>
                    <a:pt x="353" y="662"/>
                    <a:pt x="376" y="651"/>
                  </a:cubicBezTo>
                  <a:cubicBezTo>
                    <a:pt x="377" y="646"/>
                    <a:pt x="373" y="639"/>
                    <a:pt x="376" y="635"/>
                  </a:cubicBezTo>
                  <a:cubicBezTo>
                    <a:pt x="378" y="631"/>
                    <a:pt x="384" y="633"/>
                    <a:pt x="388" y="629"/>
                  </a:cubicBezTo>
                  <a:cubicBezTo>
                    <a:pt x="400" y="615"/>
                    <a:pt x="392" y="589"/>
                    <a:pt x="391" y="573"/>
                  </a:cubicBezTo>
                  <a:cubicBezTo>
                    <a:pt x="390" y="564"/>
                    <a:pt x="393" y="555"/>
                    <a:pt x="394" y="547"/>
                  </a:cubicBezTo>
                  <a:cubicBezTo>
                    <a:pt x="395" y="544"/>
                    <a:pt x="396" y="540"/>
                    <a:pt x="399" y="538"/>
                  </a:cubicBezTo>
                  <a:cubicBezTo>
                    <a:pt x="399" y="537"/>
                    <a:pt x="402" y="537"/>
                    <a:pt x="404" y="537"/>
                  </a:cubicBezTo>
                  <a:cubicBezTo>
                    <a:pt x="405" y="533"/>
                    <a:pt x="407" y="530"/>
                    <a:pt x="409" y="526"/>
                  </a:cubicBezTo>
                  <a:cubicBezTo>
                    <a:pt x="412" y="518"/>
                    <a:pt x="409" y="510"/>
                    <a:pt x="408" y="502"/>
                  </a:cubicBezTo>
                  <a:cubicBezTo>
                    <a:pt x="412" y="499"/>
                    <a:pt x="416" y="495"/>
                    <a:pt x="421" y="492"/>
                  </a:cubicBezTo>
                  <a:cubicBezTo>
                    <a:pt x="426" y="490"/>
                    <a:pt x="431" y="491"/>
                    <a:pt x="436" y="490"/>
                  </a:cubicBezTo>
                  <a:cubicBezTo>
                    <a:pt x="442" y="488"/>
                    <a:pt x="443" y="483"/>
                    <a:pt x="447" y="479"/>
                  </a:cubicBezTo>
                  <a:cubicBezTo>
                    <a:pt x="449" y="478"/>
                    <a:pt x="457" y="474"/>
                    <a:pt x="460" y="473"/>
                  </a:cubicBezTo>
                  <a:cubicBezTo>
                    <a:pt x="461" y="473"/>
                    <a:pt x="462" y="473"/>
                    <a:pt x="463" y="473"/>
                  </a:cubicBezTo>
                  <a:cubicBezTo>
                    <a:pt x="467" y="469"/>
                    <a:pt x="471" y="467"/>
                    <a:pt x="476" y="466"/>
                  </a:cubicBezTo>
                  <a:cubicBezTo>
                    <a:pt x="491" y="461"/>
                    <a:pt x="499" y="456"/>
                    <a:pt x="504" y="441"/>
                  </a:cubicBezTo>
                  <a:cubicBezTo>
                    <a:pt x="513" y="406"/>
                    <a:pt x="473" y="413"/>
                    <a:pt x="456" y="425"/>
                  </a:cubicBezTo>
                  <a:cubicBezTo>
                    <a:pt x="432" y="442"/>
                    <a:pt x="401" y="471"/>
                    <a:pt x="392" y="499"/>
                  </a:cubicBezTo>
                  <a:cubicBezTo>
                    <a:pt x="384" y="525"/>
                    <a:pt x="379" y="559"/>
                    <a:pt x="360" y="579"/>
                  </a:cubicBezTo>
                  <a:cubicBezTo>
                    <a:pt x="346" y="595"/>
                    <a:pt x="327" y="607"/>
                    <a:pt x="315" y="625"/>
                  </a:cubicBezTo>
                  <a:cubicBezTo>
                    <a:pt x="317" y="620"/>
                    <a:pt x="318" y="615"/>
                    <a:pt x="321" y="611"/>
                  </a:cubicBezTo>
                  <a:cubicBezTo>
                    <a:pt x="326" y="603"/>
                    <a:pt x="332" y="596"/>
                    <a:pt x="338" y="588"/>
                  </a:cubicBezTo>
                  <a:cubicBezTo>
                    <a:pt x="348" y="577"/>
                    <a:pt x="358" y="567"/>
                    <a:pt x="363" y="553"/>
                  </a:cubicBezTo>
                  <a:cubicBezTo>
                    <a:pt x="369" y="538"/>
                    <a:pt x="372" y="522"/>
                    <a:pt x="374" y="506"/>
                  </a:cubicBezTo>
                  <a:cubicBezTo>
                    <a:pt x="376" y="491"/>
                    <a:pt x="382" y="478"/>
                    <a:pt x="389" y="464"/>
                  </a:cubicBezTo>
                  <a:cubicBezTo>
                    <a:pt x="394" y="454"/>
                    <a:pt x="404" y="450"/>
                    <a:pt x="409" y="441"/>
                  </a:cubicBezTo>
                  <a:cubicBezTo>
                    <a:pt x="413" y="433"/>
                    <a:pt x="407" y="422"/>
                    <a:pt x="410" y="413"/>
                  </a:cubicBezTo>
                  <a:cubicBezTo>
                    <a:pt x="414" y="397"/>
                    <a:pt x="431" y="388"/>
                    <a:pt x="443" y="378"/>
                  </a:cubicBezTo>
                  <a:cubicBezTo>
                    <a:pt x="458" y="366"/>
                    <a:pt x="472" y="365"/>
                    <a:pt x="490" y="359"/>
                  </a:cubicBezTo>
                  <a:cubicBezTo>
                    <a:pt x="513" y="351"/>
                    <a:pt x="543" y="341"/>
                    <a:pt x="560" y="324"/>
                  </a:cubicBezTo>
                  <a:cubicBezTo>
                    <a:pt x="570" y="314"/>
                    <a:pt x="570" y="301"/>
                    <a:pt x="573" y="288"/>
                  </a:cubicBezTo>
                  <a:cubicBezTo>
                    <a:pt x="576" y="270"/>
                    <a:pt x="583" y="251"/>
                    <a:pt x="594" y="236"/>
                  </a:cubicBezTo>
                  <a:cubicBezTo>
                    <a:pt x="598" y="232"/>
                    <a:pt x="601" y="228"/>
                    <a:pt x="604" y="224"/>
                  </a:cubicBezTo>
                  <a:cubicBezTo>
                    <a:pt x="590" y="201"/>
                    <a:pt x="525" y="255"/>
                    <a:pt x="512" y="263"/>
                  </a:cubicBezTo>
                  <a:close/>
                  <a:moveTo>
                    <a:pt x="525" y="371"/>
                  </a:moveTo>
                  <a:cubicBezTo>
                    <a:pt x="507" y="370"/>
                    <a:pt x="489" y="372"/>
                    <a:pt x="474" y="383"/>
                  </a:cubicBezTo>
                  <a:cubicBezTo>
                    <a:pt x="475" y="384"/>
                    <a:pt x="475" y="385"/>
                    <a:pt x="475" y="385"/>
                  </a:cubicBezTo>
                  <a:cubicBezTo>
                    <a:pt x="492" y="388"/>
                    <a:pt x="509" y="391"/>
                    <a:pt x="526" y="389"/>
                  </a:cubicBezTo>
                  <a:cubicBezTo>
                    <a:pt x="532" y="389"/>
                    <a:pt x="543" y="388"/>
                    <a:pt x="548" y="385"/>
                  </a:cubicBezTo>
                  <a:cubicBezTo>
                    <a:pt x="564" y="374"/>
                    <a:pt x="530" y="371"/>
                    <a:pt x="525" y="371"/>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10"/>
            <p:cNvSpPr>
              <a:spLocks/>
            </p:cNvSpPr>
            <p:nvPr/>
          </p:nvSpPr>
          <p:spPr bwMode="auto">
            <a:xfrm>
              <a:off x="2625725" y="3357563"/>
              <a:ext cx="1341438" cy="1317625"/>
            </a:xfrm>
            <a:custGeom>
              <a:avLst/>
              <a:gdLst/>
              <a:ahLst/>
              <a:cxnLst>
                <a:cxn ang="0">
                  <a:pos x="603" y="398"/>
                </a:cxn>
                <a:cxn ang="0">
                  <a:pos x="559" y="455"/>
                </a:cxn>
                <a:cxn ang="0">
                  <a:pos x="528" y="469"/>
                </a:cxn>
                <a:cxn ang="0">
                  <a:pos x="471" y="511"/>
                </a:cxn>
                <a:cxn ang="0">
                  <a:pos x="465" y="535"/>
                </a:cxn>
                <a:cxn ang="0">
                  <a:pos x="399" y="583"/>
                </a:cxn>
                <a:cxn ang="0">
                  <a:pos x="402" y="535"/>
                </a:cxn>
                <a:cxn ang="0">
                  <a:pos x="410" y="512"/>
                </a:cxn>
                <a:cxn ang="0">
                  <a:pos x="414" y="471"/>
                </a:cxn>
                <a:cxn ang="0">
                  <a:pos x="441" y="453"/>
                </a:cxn>
                <a:cxn ang="0">
                  <a:pos x="363" y="411"/>
                </a:cxn>
                <a:cxn ang="0">
                  <a:pos x="324" y="419"/>
                </a:cxn>
                <a:cxn ang="0">
                  <a:pos x="293" y="397"/>
                </a:cxn>
                <a:cxn ang="0">
                  <a:pos x="288" y="368"/>
                </a:cxn>
                <a:cxn ang="0">
                  <a:pos x="270" y="355"/>
                </a:cxn>
                <a:cxn ang="0">
                  <a:pos x="213" y="327"/>
                </a:cxn>
                <a:cxn ang="0">
                  <a:pos x="168" y="357"/>
                </a:cxn>
                <a:cxn ang="0">
                  <a:pos x="115" y="358"/>
                </a:cxn>
                <a:cxn ang="0">
                  <a:pos x="86" y="356"/>
                </a:cxn>
                <a:cxn ang="0">
                  <a:pos x="30" y="345"/>
                </a:cxn>
                <a:cxn ang="0">
                  <a:pos x="2" y="313"/>
                </a:cxn>
                <a:cxn ang="0">
                  <a:pos x="2" y="216"/>
                </a:cxn>
                <a:cxn ang="0">
                  <a:pos x="34" y="135"/>
                </a:cxn>
                <a:cxn ang="0">
                  <a:pos x="158" y="17"/>
                </a:cxn>
                <a:cxn ang="0">
                  <a:pos x="188" y="34"/>
                </a:cxn>
                <a:cxn ang="0">
                  <a:pos x="214" y="42"/>
                </a:cxn>
                <a:cxn ang="0">
                  <a:pos x="240" y="53"/>
                </a:cxn>
                <a:cxn ang="0">
                  <a:pos x="300" y="61"/>
                </a:cxn>
                <a:cxn ang="0">
                  <a:pos x="328" y="148"/>
                </a:cxn>
                <a:cxn ang="0">
                  <a:pos x="363" y="177"/>
                </a:cxn>
                <a:cxn ang="0">
                  <a:pos x="397" y="171"/>
                </a:cxn>
                <a:cxn ang="0">
                  <a:pos x="480" y="379"/>
                </a:cxn>
                <a:cxn ang="0">
                  <a:pos x="595" y="377"/>
                </a:cxn>
              </a:cxnLst>
              <a:rect l="0" t="0" r="r" b="b"/>
              <a:pathLst>
                <a:path w="603" h="592">
                  <a:moveTo>
                    <a:pt x="595" y="377"/>
                  </a:moveTo>
                  <a:cubicBezTo>
                    <a:pt x="598" y="384"/>
                    <a:pt x="601" y="391"/>
                    <a:pt x="603" y="398"/>
                  </a:cubicBezTo>
                  <a:cubicBezTo>
                    <a:pt x="591" y="403"/>
                    <a:pt x="582" y="410"/>
                    <a:pt x="574" y="424"/>
                  </a:cubicBezTo>
                  <a:cubicBezTo>
                    <a:pt x="568" y="434"/>
                    <a:pt x="563" y="444"/>
                    <a:pt x="559" y="455"/>
                  </a:cubicBezTo>
                  <a:cubicBezTo>
                    <a:pt x="554" y="449"/>
                    <a:pt x="545" y="447"/>
                    <a:pt x="541" y="455"/>
                  </a:cubicBezTo>
                  <a:cubicBezTo>
                    <a:pt x="536" y="465"/>
                    <a:pt x="541" y="467"/>
                    <a:pt x="528" y="469"/>
                  </a:cubicBezTo>
                  <a:cubicBezTo>
                    <a:pt x="511" y="471"/>
                    <a:pt x="495" y="476"/>
                    <a:pt x="483" y="489"/>
                  </a:cubicBezTo>
                  <a:cubicBezTo>
                    <a:pt x="477" y="495"/>
                    <a:pt x="473" y="502"/>
                    <a:pt x="471" y="511"/>
                  </a:cubicBezTo>
                  <a:cubicBezTo>
                    <a:pt x="477" y="513"/>
                    <a:pt x="503" y="506"/>
                    <a:pt x="499" y="519"/>
                  </a:cubicBezTo>
                  <a:cubicBezTo>
                    <a:pt x="497" y="530"/>
                    <a:pt x="473" y="532"/>
                    <a:pt x="465" y="535"/>
                  </a:cubicBezTo>
                  <a:cubicBezTo>
                    <a:pt x="453" y="541"/>
                    <a:pt x="442" y="547"/>
                    <a:pt x="430" y="552"/>
                  </a:cubicBezTo>
                  <a:cubicBezTo>
                    <a:pt x="415" y="558"/>
                    <a:pt x="413" y="575"/>
                    <a:pt x="399" y="583"/>
                  </a:cubicBezTo>
                  <a:cubicBezTo>
                    <a:pt x="381" y="592"/>
                    <a:pt x="382" y="576"/>
                    <a:pt x="389" y="565"/>
                  </a:cubicBezTo>
                  <a:cubicBezTo>
                    <a:pt x="394" y="555"/>
                    <a:pt x="397" y="545"/>
                    <a:pt x="402" y="535"/>
                  </a:cubicBezTo>
                  <a:cubicBezTo>
                    <a:pt x="404" y="532"/>
                    <a:pt x="407" y="530"/>
                    <a:pt x="408" y="528"/>
                  </a:cubicBezTo>
                  <a:cubicBezTo>
                    <a:pt x="411" y="524"/>
                    <a:pt x="410" y="518"/>
                    <a:pt x="410" y="512"/>
                  </a:cubicBezTo>
                  <a:cubicBezTo>
                    <a:pt x="409" y="505"/>
                    <a:pt x="406" y="502"/>
                    <a:pt x="405" y="497"/>
                  </a:cubicBezTo>
                  <a:cubicBezTo>
                    <a:pt x="404" y="486"/>
                    <a:pt x="414" y="480"/>
                    <a:pt x="414" y="471"/>
                  </a:cubicBezTo>
                  <a:cubicBezTo>
                    <a:pt x="414" y="464"/>
                    <a:pt x="407" y="459"/>
                    <a:pt x="410" y="451"/>
                  </a:cubicBezTo>
                  <a:cubicBezTo>
                    <a:pt x="418" y="456"/>
                    <a:pt x="432" y="463"/>
                    <a:pt x="441" y="453"/>
                  </a:cubicBezTo>
                  <a:cubicBezTo>
                    <a:pt x="448" y="444"/>
                    <a:pt x="442" y="430"/>
                    <a:pt x="434" y="423"/>
                  </a:cubicBezTo>
                  <a:cubicBezTo>
                    <a:pt x="416" y="409"/>
                    <a:pt x="384" y="412"/>
                    <a:pt x="363" y="411"/>
                  </a:cubicBezTo>
                  <a:cubicBezTo>
                    <a:pt x="357" y="411"/>
                    <a:pt x="352" y="411"/>
                    <a:pt x="346" y="412"/>
                  </a:cubicBezTo>
                  <a:cubicBezTo>
                    <a:pt x="338" y="414"/>
                    <a:pt x="333" y="420"/>
                    <a:pt x="324" y="419"/>
                  </a:cubicBezTo>
                  <a:cubicBezTo>
                    <a:pt x="315" y="417"/>
                    <a:pt x="311" y="411"/>
                    <a:pt x="303" y="407"/>
                  </a:cubicBezTo>
                  <a:cubicBezTo>
                    <a:pt x="298" y="404"/>
                    <a:pt x="295" y="403"/>
                    <a:pt x="293" y="397"/>
                  </a:cubicBezTo>
                  <a:cubicBezTo>
                    <a:pt x="291" y="392"/>
                    <a:pt x="292" y="387"/>
                    <a:pt x="289" y="382"/>
                  </a:cubicBezTo>
                  <a:cubicBezTo>
                    <a:pt x="298" y="379"/>
                    <a:pt x="295" y="366"/>
                    <a:pt x="288" y="368"/>
                  </a:cubicBezTo>
                  <a:cubicBezTo>
                    <a:pt x="284" y="365"/>
                    <a:pt x="286" y="361"/>
                    <a:pt x="283" y="358"/>
                  </a:cubicBezTo>
                  <a:cubicBezTo>
                    <a:pt x="279" y="355"/>
                    <a:pt x="274" y="356"/>
                    <a:pt x="270" y="355"/>
                  </a:cubicBezTo>
                  <a:cubicBezTo>
                    <a:pt x="264" y="366"/>
                    <a:pt x="246" y="347"/>
                    <a:pt x="242" y="341"/>
                  </a:cubicBezTo>
                  <a:cubicBezTo>
                    <a:pt x="240" y="325"/>
                    <a:pt x="225" y="327"/>
                    <a:pt x="213" y="327"/>
                  </a:cubicBezTo>
                  <a:cubicBezTo>
                    <a:pt x="200" y="327"/>
                    <a:pt x="193" y="316"/>
                    <a:pt x="185" y="330"/>
                  </a:cubicBezTo>
                  <a:cubicBezTo>
                    <a:pt x="181" y="339"/>
                    <a:pt x="175" y="349"/>
                    <a:pt x="168" y="357"/>
                  </a:cubicBezTo>
                  <a:cubicBezTo>
                    <a:pt x="161" y="364"/>
                    <a:pt x="141" y="366"/>
                    <a:pt x="132" y="364"/>
                  </a:cubicBezTo>
                  <a:cubicBezTo>
                    <a:pt x="125" y="363"/>
                    <a:pt x="121" y="357"/>
                    <a:pt x="115" y="358"/>
                  </a:cubicBezTo>
                  <a:cubicBezTo>
                    <a:pt x="108" y="359"/>
                    <a:pt x="107" y="368"/>
                    <a:pt x="98" y="363"/>
                  </a:cubicBezTo>
                  <a:cubicBezTo>
                    <a:pt x="90" y="359"/>
                    <a:pt x="96" y="357"/>
                    <a:pt x="86" y="356"/>
                  </a:cubicBezTo>
                  <a:cubicBezTo>
                    <a:pt x="72" y="356"/>
                    <a:pt x="73" y="350"/>
                    <a:pt x="61" y="345"/>
                  </a:cubicBezTo>
                  <a:cubicBezTo>
                    <a:pt x="51" y="342"/>
                    <a:pt x="40" y="346"/>
                    <a:pt x="30" y="345"/>
                  </a:cubicBezTo>
                  <a:cubicBezTo>
                    <a:pt x="20" y="343"/>
                    <a:pt x="15" y="346"/>
                    <a:pt x="10" y="334"/>
                  </a:cubicBezTo>
                  <a:cubicBezTo>
                    <a:pt x="7" y="326"/>
                    <a:pt x="13" y="315"/>
                    <a:pt x="2" y="313"/>
                  </a:cubicBezTo>
                  <a:cubicBezTo>
                    <a:pt x="1" y="314"/>
                    <a:pt x="0" y="316"/>
                    <a:pt x="0" y="318"/>
                  </a:cubicBezTo>
                  <a:cubicBezTo>
                    <a:pt x="1" y="284"/>
                    <a:pt x="2" y="250"/>
                    <a:pt x="2" y="216"/>
                  </a:cubicBezTo>
                  <a:cubicBezTo>
                    <a:pt x="2" y="202"/>
                    <a:pt x="2" y="167"/>
                    <a:pt x="2" y="167"/>
                  </a:cubicBezTo>
                  <a:cubicBezTo>
                    <a:pt x="2" y="167"/>
                    <a:pt x="25" y="145"/>
                    <a:pt x="34" y="135"/>
                  </a:cubicBezTo>
                  <a:cubicBezTo>
                    <a:pt x="69" y="92"/>
                    <a:pt x="106" y="46"/>
                    <a:pt x="137" y="0"/>
                  </a:cubicBezTo>
                  <a:cubicBezTo>
                    <a:pt x="146" y="3"/>
                    <a:pt x="152" y="10"/>
                    <a:pt x="158" y="17"/>
                  </a:cubicBezTo>
                  <a:cubicBezTo>
                    <a:pt x="162" y="23"/>
                    <a:pt x="164" y="30"/>
                    <a:pt x="170" y="33"/>
                  </a:cubicBezTo>
                  <a:cubicBezTo>
                    <a:pt x="175" y="35"/>
                    <a:pt x="182" y="32"/>
                    <a:pt x="188" y="34"/>
                  </a:cubicBezTo>
                  <a:cubicBezTo>
                    <a:pt x="192" y="35"/>
                    <a:pt x="194" y="40"/>
                    <a:pt x="198" y="41"/>
                  </a:cubicBezTo>
                  <a:cubicBezTo>
                    <a:pt x="203" y="43"/>
                    <a:pt x="208" y="39"/>
                    <a:pt x="214" y="42"/>
                  </a:cubicBezTo>
                  <a:cubicBezTo>
                    <a:pt x="218" y="44"/>
                    <a:pt x="219" y="51"/>
                    <a:pt x="223" y="54"/>
                  </a:cubicBezTo>
                  <a:cubicBezTo>
                    <a:pt x="229" y="57"/>
                    <a:pt x="234" y="54"/>
                    <a:pt x="240" y="53"/>
                  </a:cubicBezTo>
                  <a:cubicBezTo>
                    <a:pt x="251" y="51"/>
                    <a:pt x="262" y="50"/>
                    <a:pt x="273" y="50"/>
                  </a:cubicBezTo>
                  <a:cubicBezTo>
                    <a:pt x="286" y="50"/>
                    <a:pt x="297" y="47"/>
                    <a:pt x="300" y="61"/>
                  </a:cubicBezTo>
                  <a:cubicBezTo>
                    <a:pt x="304" y="76"/>
                    <a:pt x="303" y="91"/>
                    <a:pt x="308" y="107"/>
                  </a:cubicBezTo>
                  <a:cubicBezTo>
                    <a:pt x="314" y="122"/>
                    <a:pt x="316" y="137"/>
                    <a:pt x="328" y="148"/>
                  </a:cubicBezTo>
                  <a:cubicBezTo>
                    <a:pt x="336" y="154"/>
                    <a:pt x="344" y="158"/>
                    <a:pt x="347" y="167"/>
                  </a:cubicBezTo>
                  <a:cubicBezTo>
                    <a:pt x="352" y="171"/>
                    <a:pt x="359" y="173"/>
                    <a:pt x="363" y="177"/>
                  </a:cubicBezTo>
                  <a:cubicBezTo>
                    <a:pt x="368" y="181"/>
                    <a:pt x="370" y="189"/>
                    <a:pt x="374" y="192"/>
                  </a:cubicBezTo>
                  <a:cubicBezTo>
                    <a:pt x="394" y="205"/>
                    <a:pt x="393" y="182"/>
                    <a:pt x="397" y="171"/>
                  </a:cubicBezTo>
                  <a:cubicBezTo>
                    <a:pt x="397" y="172"/>
                    <a:pt x="397" y="172"/>
                    <a:pt x="397" y="172"/>
                  </a:cubicBezTo>
                  <a:cubicBezTo>
                    <a:pt x="409" y="241"/>
                    <a:pt x="415" y="359"/>
                    <a:pt x="480" y="379"/>
                  </a:cubicBezTo>
                  <a:cubicBezTo>
                    <a:pt x="503" y="386"/>
                    <a:pt x="528" y="388"/>
                    <a:pt x="551" y="393"/>
                  </a:cubicBezTo>
                  <a:cubicBezTo>
                    <a:pt x="565" y="386"/>
                    <a:pt x="577" y="369"/>
                    <a:pt x="595" y="377"/>
                  </a:cubicBezTo>
                  <a:close/>
                </a:path>
              </a:pathLst>
            </a:custGeom>
            <a:solidFill>
              <a:schemeClr val="accent6"/>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11"/>
            <p:cNvSpPr>
              <a:spLocks/>
            </p:cNvSpPr>
            <p:nvPr/>
          </p:nvSpPr>
          <p:spPr bwMode="auto">
            <a:xfrm>
              <a:off x="2247900" y="3059113"/>
              <a:ext cx="682625" cy="1041400"/>
            </a:xfrm>
            <a:custGeom>
              <a:avLst/>
              <a:gdLst/>
              <a:ahLst/>
              <a:cxnLst>
                <a:cxn ang="0">
                  <a:pos x="303" y="133"/>
                </a:cxn>
                <a:cxn ang="0">
                  <a:pos x="307" y="134"/>
                </a:cxn>
                <a:cxn ang="0">
                  <a:pos x="204" y="269"/>
                </a:cxn>
                <a:cxn ang="0">
                  <a:pos x="172" y="301"/>
                </a:cxn>
                <a:cxn ang="0">
                  <a:pos x="172" y="350"/>
                </a:cxn>
                <a:cxn ang="0">
                  <a:pos x="170" y="452"/>
                </a:cxn>
                <a:cxn ang="0">
                  <a:pos x="170" y="452"/>
                </a:cxn>
                <a:cxn ang="0">
                  <a:pos x="169" y="464"/>
                </a:cxn>
                <a:cxn ang="0">
                  <a:pos x="122" y="464"/>
                </a:cxn>
                <a:cxn ang="0">
                  <a:pos x="0" y="456"/>
                </a:cxn>
                <a:cxn ang="0">
                  <a:pos x="13" y="242"/>
                </a:cxn>
                <a:cxn ang="0">
                  <a:pos x="29" y="0"/>
                </a:cxn>
                <a:cxn ang="0">
                  <a:pos x="179" y="10"/>
                </a:cxn>
                <a:cxn ang="0">
                  <a:pos x="177" y="21"/>
                </a:cxn>
                <a:cxn ang="0">
                  <a:pos x="187" y="65"/>
                </a:cxn>
                <a:cxn ang="0">
                  <a:pos x="221" y="77"/>
                </a:cxn>
                <a:cxn ang="0">
                  <a:pos x="227" y="128"/>
                </a:cxn>
                <a:cxn ang="0">
                  <a:pos x="250" y="126"/>
                </a:cxn>
                <a:cxn ang="0">
                  <a:pos x="280" y="127"/>
                </a:cxn>
                <a:cxn ang="0">
                  <a:pos x="289" y="134"/>
                </a:cxn>
                <a:cxn ang="0">
                  <a:pos x="303" y="133"/>
                </a:cxn>
              </a:cxnLst>
              <a:rect l="0" t="0" r="r" b="b"/>
              <a:pathLst>
                <a:path w="307" h="468">
                  <a:moveTo>
                    <a:pt x="303" y="133"/>
                  </a:moveTo>
                  <a:cubicBezTo>
                    <a:pt x="304" y="134"/>
                    <a:pt x="306" y="134"/>
                    <a:pt x="307" y="134"/>
                  </a:cubicBezTo>
                  <a:cubicBezTo>
                    <a:pt x="276" y="180"/>
                    <a:pt x="239" y="226"/>
                    <a:pt x="204" y="269"/>
                  </a:cubicBezTo>
                  <a:cubicBezTo>
                    <a:pt x="195" y="279"/>
                    <a:pt x="172" y="301"/>
                    <a:pt x="172" y="301"/>
                  </a:cubicBezTo>
                  <a:cubicBezTo>
                    <a:pt x="172" y="301"/>
                    <a:pt x="172" y="336"/>
                    <a:pt x="172" y="350"/>
                  </a:cubicBezTo>
                  <a:cubicBezTo>
                    <a:pt x="172" y="384"/>
                    <a:pt x="171" y="418"/>
                    <a:pt x="170" y="452"/>
                  </a:cubicBezTo>
                  <a:cubicBezTo>
                    <a:pt x="170" y="452"/>
                    <a:pt x="170" y="452"/>
                    <a:pt x="170" y="452"/>
                  </a:cubicBezTo>
                  <a:cubicBezTo>
                    <a:pt x="169" y="456"/>
                    <a:pt x="168" y="460"/>
                    <a:pt x="169" y="464"/>
                  </a:cubicBezTo>
                  <a:cubicBezTo>
                    <a:pt x="169" y="468"/>
                    <a:pt x="125" y="464"/>
                    <a:pt x="122" y="464"/>
                  </a:cubicBezTo>
                  <a:cubicBezTo>
                    <a:pt x="80" y="463"/>
                    <a:pt x="39" y="460"/>
                    <a:pt x="0" y="456"/>
                  </a:cubicBezTo>
                  <a:cubicBezTo>
                    <a:pt x="3" y="385"/>
                    <a:pt x="8" y="314"/>
                    <a:pt x="13" y="242"/>
                  </a:cubicBezTo>
                  <a:cubicBezTo>
                    <a:pt x="18" y="162"/>
                    <a:pt x="21" y="80"/>
                    <a:pt x="29" y="0"/>
                  </a:cubicBezTo>
                  <a:cubicBezTo>
                    <a:pt x="77" y="6"/>
                    <a:pt x="127" y="9"/>
                    <a:pt x="179" y="10"/>
                  </a:cubicBezTo>
                  <a:cubicBezTo>
                    <a:pt x="178" y="14"/>
                    <a:pt x="178" y="18"/>
                    <a:pt x="177" y="21"/>
                  </a:cubicBezTo>
                  <a:cubicBezTo>
                    <a:pt x="175" y="34"/>
                    <a:pt x="171" y="60"/>
                    <a:pt x="187" y="65"/>
                  </a:cubicBezTo>
                  <a:cubicBezTo>
                    <a:pt x="202" y="69"/>
                    <a:pt x="214" y="56"/>
                    <a:pt x="221" y="77"/>
                  </a:cubicBezTo>
                  <a:cubicBezTo>
                    <a:pt x="226" y="93"/>
                    <a:pt x="226" y="112"/>
                    <a:pt x="227" y="128"/>
                  </a:cubicBezTo>
                  <a:cubicBezTo>
                    <a:pt x="227" y="134"/>
                    <a:pt x="248" y="126"/>
                    <a:pt x="250" y="126"/>
                  </a:cubicBezTo>
                  <a:cubicBezTo>
                    <a:pt x="259" y="123"/>
                    <a:pt x="272" y="123"/>
                    <a:pt x="280" y="127"/>
                  </a:cubicBezTo>
                  <a:cubicBezTo>
                    <a:pt x="284" y="129"/>
                    <a:pt x="284" y="133"/>
                    <a:pt x="289" y="134"/>
                  </a:cubicBezTo>
                  <a:cubicBezTo>
                    <a:pt x="293" y="136"/>
                    <a:pt x="298" y="133"/>
                    <a:pt x="303" y="133"/>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2"/>
            <p:cNvSpPr>
              <a:spLocks/>
            </p:cNvSpPr>
            <p:nvPr/>
          </p:nvSpPr>
          <p:spPr bwMode="auto">
            <a:xfrm>
              <a:off x="1731963" y="3001963"/>
              <a:ext cx="581025" cy="1071563"/>
            </a:xfrm>
            <a:custGeom>
              <a:avLst/>
              <a:gdLst/>
              <a:ahLst/>
              <a:cxnLst>
                <a:cxn ang="0">
                  <a:pos x="261" y="26"/>
                </a:cxn>
                <a:cxn ang="0">
                  <a:pos x="245" y="268"/>
                </a:cxn>
                <a:cxn ang="0">
                  <a:pos x="232" y="482"/>
                </a:cxn>
                <a:cxn ang="0">
                  <a:pos x="0" y="443"/>
                </a:cxn>
                <a:cxn ang="0">
                  <a:pos x="107" y="0"/>
                </a:cxn>
                <a:cxn ang="0">
                  <a:pos x="261" y="26"/>
                </a:cxn>
              </a:cxnLst>
              <a:rect l="0" t="0" r="r" b="b"/>
              <a:pathLst>
                <a:path w="261" h="482">
                  <a:moveTo>
                    <a:pt x="261" y="26"/>
                  </a:moveTo>
                  <a:cubicBezTo>
                    <a:pt x="253" y="106"/>
                    <a:pt x="250" y="188"/>
                    <a:pt x="245" y="268"/>
                  </a:cubicBezTo>
                  <a:cubicBezTo>
                    <a:pt x="240" y="340"/>
                    <a:pt x="235" y="411"/>
                    <a:pt x="232" y="482"/>
                  </a:cubicBezTo>
                  <a:cubicBezTo>
                    <a:pt x="148" y="474"/>
                    <a:pt x="70" y="460"/>
                    <a:pt x="0" y="443"/>
                  </a:cubicBezTo>
                  <a:cubicBezTo>
                    <a:pt x="107" y="0"/>
                    <a:pt x="107" y="0"/>
                    <a:pt x="107" y="0"/>
                  </a:cubicBezTo>
                  <a:cubicBezTo>
                    <a:pt x="155" y="11"/>
                    <a:pt x="207" y="20"/>
                    <a:pt x="261" y="26"/>
                  </a:cubicBezTo>
                  <a:close/>
                </a:path>
              </a:pathLst>
            </a:custGeom>
            <a:solidFill>
              <a:schemeClr val="accent3"/>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3"/>
            <p:cNvSpPr>
              <a:spLocks noEditPoints="1"/>
            </p:cNvSpPr>
            <p:nvPr/>
          </p:nvSpPr>
          <p:spPr bwMode="auto">
            <a:xfrm>
              <a:off x="1792288" y="914400"/>
              <a:ext cx="2047875" cy="2166938"/>
            </a:xfrm>
            <a:custGeom>
              <a:avLst/>
              <a:gdLst/>
              <a:ahLst/>
              <a:cxnLst>
                <a:cxn ang="0">
                  <a:pos x="861" y="669"/>
                </a:cxn>
                <a:cxn ang="0">
                  <a:pos x="884" y="650"/>
                </a:cxn>
                <a:cxn ang="0">
                  <a:pos x="795" y="558"/>
                </a:cxn>
                <a:cxn ang="0">
                  <a:pos x="734" y="490"/>
                </a:cxn>
                <a:cxn ang="0">
                  <a:pos x="666" y="461"/>
                </a:cxn>
                <a:cxn ang="0">
                  <a:pos x="598" y="435"/>
                </a:cxn>
                <a:cxn ang="0">
                  <a:pos x="510" y="420"/>
                </a:cxn>
                <a:cxn ang="0">
                  <a:pos x="448" y="444"/>
                </a:cxn>
                <a:cxn ang="0">
                  <a:pos x="582" y="527"/>
                </a:cxn>
                <a:cxn ang="0">
                  <a:pos x="678" y="579"/>
                </a:cxn>
                <a:cxn ang="0">
                  <a:pos x="702" y="720"/>
                </a:cxn>
                <a:cxn ang="0">
                  <a:pos x="768" y="758"/>
                </a:cxn>
                <a:cxn ang="0">
                  <a:pos x="908" y="781"/>
                </a:cxn>
                <a:cxn ang="0">
                  <a:pos x="675" y="798"/>
                </a:cxn>
                <a:cxn ang="0">
                  <a:pos x="647" y="611"/>
                </a:cxn>
                <a:cxn ang="0">
                  <a:pos x="609" y="791"/>
                </a:cxn>
                <a:cxn ang="0">
                  <a:pos x="531" y="796"/>
                </a:cxn>
                <a:cxn ang="0">
                  <a:pos x="635" y="793"/>
                </a:cxn>
                <a:cxn ang="0">
                  <a:pos x="607" y="837"/>
                </a:cxn>
                <a:cxn ang="0">
                  <a:pos x="547" y="417"/>
                </a:cxn>
                <a:cxn ang="0">
                  <a:pos x="590" y="656"/>
                </a:cxn>
                <a:cxn ang="0">
                  <a:pos x="517" y="651"/>
                </a:cxn>
                <a:cxn ang="0">
                  <a:pos x="400" y="511"/>
                </a:cxn>
                <a:cxn ang="0">
                  <a:pos x="363" y="647"/>
                </a:cxn>
                <a:cxn ang="0">
                  <a:pos x="186" y="682"/>
                </a:cxn>
                <a:cxn ang="0">
                  <a:pos x="23" y="529"/>
                </a:cxn>
                <a:cxn ang="0">
                  <a:pos x="181" y="771"/>
                </a:cxn>
                <a:cxn ang="0">
                  <a:pos x="398" y="826"/>
                </a:cxn>
                <a:cxn ang="0">
                  <a:pos x="446" y="739"/>
                </a:cxn>
                <a:cxn ang="0">
                  <a:pos x="470" y="135"/>
                </a:cxn>
                <a:cxn ang="0">
                  <a:pos x="468" y="206"/>
                </a:cxn>
                <a:cxn ang="0">
                  <a:pos x="456" y="250"/>
                </a:cxn>
                <a:cxn ang="0">
                  <a:pos x="533" y="267"/>
                </a:cxn>
                <a:cxn ang="0">
                  <a:pos x="544" y="204"/>
                </a:cxn>
                <a:cxn ang="0">
                  <a:pos x="534" y="148"/>
                </a:cxn>
                <a:cxn ang="0">
                  <a:pos x="543" y="79"/>
                </a:cxn>
                <a:cxn ang="0">
                  <a:pos x="481" y="14"/>
                </a:cxn>
                <a:cxn ang="0">
                  <a:pos x="433" y="72"/>
                </a:cxn>
                <a:cxn ang="0">
                  <a:pos x="510" y="372"/>
                </a:cxn>
                <a:cxn ang="0">
                  <a:pos x="473" y="337"/>
                </a:cxn>
                <a:cxn ang="0">
                  <a:pos x="388" y="296"/>
                </a:cxn>
                <a:cxn ang="0">
                  <a:pos x="460" y="387"/>
                </a:cxn>
                <a:cxn ang="0">
                  <a:pos x="453" y="181"/>
                </a:cxn>
                <a:cxn ang="0">
                  <a:pos x="374" y="187"/>
                </a:cxn>
                <a:cxn ang="0">
                  <a:pos x="385" y="496"/>
                </a:cxn>
                <a:cxn ang="0">
                  <a:pos x="423" y="262"/>
                </a:cxn>
                <a:cxn ang="0">
                  <a:pos x="388" y="352"/>
                </a:cxn>
                <a:cxn ang="0">
                  <a:pos x="354" y="214"/>
                </a:cxn>
                <a:cxn ang="0">
                  <a:pos x="365" y="617"/>
                </a:cxn>
                <a:cxn ang="0">
                  <a:pos x="340" y="449"/>
                </a:cxn>
                <a:cxn ang="0">
                  <a:pos x="297" y="446"/>
                </a:cxn>
                <a:cxn ang="0">
                  <a:pos x="313" y="311"/>
                </a:cxn>
                <a:cxn ang="0">
                  <a:pos x="343" y="306"/>
                </a:cxn>
                <a:cxn ang="0">
                  <a:pos x="301" y="186"/>
                </a:cxn>
                <a:cxn ang="0">
                  <a:pos x="214" y="586"/>
                </a:cxn>
                <a:cxn ang="0">
                  <a:pos x="274" y="544"/>
                </a:cxn>
                <a:cxn ang="0">
                  <a:pos x="197" y="442"/>
                </a:cxn>
                <a:cxn ang="0">
                  <a:pos x="277" y="323"/>
                </a:cxn>
                <a:cxn ang="0">
                  <a:pos x="238" y="359"/>
                </a:cxn>
                <a:cxn ang="0">
                  <a:pos x="209" y="622"/>
                </a:cxn>
              </a:cxnLst>
              <a:rect l="0" t="0" r="r" b="b"/>
              <a:pathLst>
                <a:path w="921" h="974">
                  <a:moveTo>
                    <a:pt x="830" y="732"/>
                  </a:moveTo>
                  <a:cubicBezTo>
                    <a:pt x="841" y="709"/>
                    <a:pt x="874" y="738"/>
                    <a:pt x="889" y="739"/>
                  </a:cubicBezTo>
                  <a:cubicBezTo>
                    <a:pt x="921" y="742"/>
                    <a:pt x="911" y="712"/>
                    <a:pt x="894" y="716"/>
                  </a:cubicBezTo>
                  <a:cubicBezTo>
                    <a:pt x="897" y="715"/>
                    <a:pt x="898" y="713"/>
                    <a:pt x="903" y="713"/>
                  </a:cubicBezTo>
                  <a:cubicBezTo>
                    <a:pt x="895" y="709"/>
                    <a:pt x="896" y="701"/>
                    <a:pt x="890" y="695"/>
                  </a:cubicBezTo>
                  <a:cubicBezTo>
                    <a:pt x="885" y="689"/>
                    <a:pt x="878" y="690"/>
                    <a:pt x="874" y="682"/>
                  </a:cubicBezTo>
                  <a:cubicBezTo>
                    <a:pt x="861" y="685"/>
                    <a:pt x="869" y="673"/>
                    <a:pt x="861" y="669"/>
                  </a:cubicBezTo>
                  <a:cubicBezTo>
                    <a:pt x="855" y="666"/>
                    <a:pt x="847" y="675"/>
                    <a:pt x="840" y="672"/>
                  </a:cubicBezTo>
                  <a:cubicBezTo>
                    <a:pt x="830" y="668"/>
                    <a:pt x="826" y="643"/>
                    <a:pt x="813" y="664"/>
                  </a:cubicBezTo>
                  <a:cubicBezTo>
                    <a:pt x="813" y="653"/>
                    <a:pt x="805" y="653"/>
                    <a:pt x="799" y="646"/>
                  </a:cubicBezTo>
                  <a:cubicBezTo>
                    <a:pt x="816" y="646"/>
                    <a:pt x="798" y="618"/>
                    <a:pt x="824" y="624"/>
                  </a:cubicBezTo>
                  <a:cubicBezTo>
                    <a:pt x="828" y="625"/>
                    <a:pt x="832" y="631"/>
                    <a:pt x="834" y="631"/>
                  </a:cubicBezTo>
                  <a:cubicBezTo>
                    <a:pt x="839" y="631"/>
                    <a:pt x="845" y="625"/>
                    <a:pt x="850" y="624"/>
                  </a:cubicBezTo>
                  <a:cubicBezTo>
                    <a:pt x="851" y="631"/>
                    <a:pt x="877" y="655"/>
                    <a:pt x="884" y="650"/>
                  </a:cubicBezTo>
                  <a:cubicBezTo>
                    <a:pt x="888" y="647"/>
                    <a:pt x="890" y="643"/>
                    <a:pt x="890" y="638"/>
                  </a:cubicBezTo>
                  <a:cubicBezTo>
                    <a:pt x="873" y="627"/>
                    <a:pt x="888" y="624"/>
                    <a:pt x="891" y="616"/>
                  </a:cubicBezTo>
                  <a:cubicBezTo>
                    <a:pt x="896" y="604"/>
                    <a:pt x="892" y="586"/>
                    <a:pt x="892" y="574"/>
                  </a:cubicBezTo>
                  <a:cubicBezTo>
                    <a:pt x="885" y="566"/>
                    <a:pt x="873" y="563"/>
                    <a:pt x="862" y="561"/>
                  </a:cubicBezTo>
                  <a:cubicBezTo>
                    <a:pt x="855" y="560"/>
                    <a:pt x="848" y="562"/>
                    <a:pt x="842" y="561"/>
                  </a:cubicBezTo>
                  <a:cubicBezTo>
                    <a:pt x="835" y="560"/>
                    <a:pt x="831" y="555"/>
                    <a:pt x="824" y="554"/>
                  </a:cubicBezTo>
                  <a:cubicBezTo>
                    <a:pt x="815" y="552"/>
                    <a:pt x="804" y="560"/>
                    <a:pt x="795" y="558"/>
                  </a:cubicBezTo>
                  <a:cubicBezTo>
                    <a:pt x="788" y="557"/>
                    <a:pt x="788" y="549"/>
                    <a:pt x="784" y="548"/>
                  </a:cubicBezTo>
                  <a:cubicBezTo>
                    <a:pt x="773" y="544"/>
                    <a:pt x="759" y="556"/>
                    <a:pt x="749" y="547"/>
                  </a:cubicBezTo>
                  <a:cubicBezTo>
                    <a:pt x="755" y="545"/>
                    <a:pt x="761" y="530"/>
                    <a:pt x="754" y="527"/>
                  </a:cubicBezTo>
                  <a:cubicBezTo>
                    <a:pt x="764" y="531"/>
                    <a:pt x="772" y="523"/>
                    <a:pt x="764" y="515"/>
                  </a:cubicBezTo>
                  <a:cubicBezTo>
                    <a:pt x="758" y="520"/>
                    <a:pt x="750" y="520"/>
                    <a:pt x="742" y="520"/>
                  </a:cubicBezTo>
                  <a:cubicBezTo>
                    <a:pt x="733" y="509"/>
                    <a:pt x="754" y="506"/>
                    <a:pt x="752" y="498"/>
                  </a:cubicBezTo>
                  <a:cubicBezTo>
                    <a:pt x="752" y="493"/>
                    <a:pt x="739" y="496"/>
                    <a:pt x="734" y="490"/>
                  </a:cubicBezTo>
                  <a:cubicBezTo>
                    <a:pt x="732" y="503"/>
                    <a:pt x="726" y="503"/>
                    <a:pt x="716" y="504"/>
                  </a:cubicBezTo>
                  <a:cubicBezTo>
                    <a:pt x="714" y="496"/>
                    <a:pt x="726" y="490"/>
                    <a:pt x="722" y="482"/>
                  </a:cubicBezTo>
                  <a:cubicBezTo>
                    <a:pt x="718" y="473"/>
                    <a:pt x="703" y="477"/>
                    <a:pt x="698" y="483"/>
                  </a:cubicBezTo>
                  <a:cubicBezTo>
                    <a:pt x="696" y="481"/>
                    <a:pt x="693" y="480"/>
                    <a:pt x="692" y="476"/>
                  </a:cubicBezTo>
                  <a:cubicBezTo>
                    <a:pt x="686" y="481"/>
                    <a:pt x="681" y="487"/>
                    <a:pt x="674" y="488"/>
                  </a:cubicBezTo>
                  <a:cubicBezTo>
                    <a:pt x="673" y="478"/>
                    <a:pt x="686" y="453"/>
                    <a:pt x="665" y="458"/>
                  </a:cubicBezTo>
                  <a:cubicBezTo>
                    <a:pt x="665" y="459"/>
                    <a:pt x="666" y="460"/>
                    <a:pt x="666" y="461"/>
                  </a:cubicBezTo>
                  <a:cubicBezTo>
                    <a:pt x="666" y="462"/>
                    <a:pt x="662" y="463"/>
                    <a:pt x="662" y="463"/>
                  </a:cubicBezTo>
                  <a:cubicBezTo>
                    <a:pt x="661" y="468"/>
                    <a:pt x="659" y="472"/>
                    <a:pt x="658" y="477"/>
                  </a:cubicBezTo>
                  <a:cubicBezTo>
                    <a:pt x="652" y="474"/>
                    <a:pt x="649" y="464"/>
                    <a:pt x="643" y="462"/>
                  </a:cubicBezTo>
                  <a:cubicBezTo>
                    <a:pt x="639" y="462"/>
                    <a:pt x="630" y="467"/>
                    <a:pt x="627" y="468"/>
                  </a:cubicBezTo>
                  <a:cubicBezTo>
                    <a:pt x="635" y="454"/>
                    <a:pt x="633" y="449"/>
                    <a:pt x="618" y="442"/>
                  </a:cubicBezTo>
                  <a:cubicBezTo>
                    <a:pt x="617" y="442"/>
                    <a:pt x="605" y="438"/>
                    <a:pt x="604" y="438"/>
                  </a:cubicBezTo>
                  <a:cubicBezTo>
                    <a:pt x="603" y="437"/>
                    <a:pt x="600" y="436"/>
                    <a:pt x="598" y="435"/>
                  </a:cubicBezTo>
                  <a:cubicBezTo>
                    <a:pt x="590" y="440"/>
                    <a:pt x="585" y="432"/>
                    <a:pt x="578" y="440"/>
                  </a:cubicBezTo>
                  <a:cubicBezTo>
                    <a:pt x="572" y="447"/>
                    <a:pt x="577" y="457"/>
                    <a:pt x="576" y="465"/>
                  </a:cubicBezTo>
                  <a:cubicBezTo>
                    <a:pt x="570" y="465"/>
                    <a:pt x="567" y="459"/>
                    <a:pt x="564" y="454"/>
                  </a:cubicBezTo>
                  <a:cubicBezTo>
                    <a:pt x="555" y="457"/>
                    <a:pt x="563" y="468"/>
                    <a:pt x="554" y="473"/>
                  </a:cubicBezTo>
                  <a:cubicBezTo>
                    <a:pt x="547" y="460"/>
                    <a:pt x="558" y="448"/>
                    <a:pt x="549" y="433"/>
                  </a:cubicBezTo>
                  <a:cubicBezTo>
                    <a:pt x="545" y="425"/>
                    <a:pt x="542" y="412"/>
                    <a:pt x="533" y="409"/>
                  </a:cubicBezTo>
                  <a:cubicBezTo>
                    <a:pt x="520" y="404"/>
                    <a:pt x="516" y="420"/>
                    <a:pt x="510" y="420"/>
                  </a:cubicBezTo>
                  <a:cubicBezTo>
                    <a:pt x="491" y="419"/>
                    <a:pt x="493" y="445"/>
                    <a:pt x="495" y="457"/>
                  </a:cubicBezTo>
                  <a:cubicBezTo>
                    <a:pt x="497" y="469"/>
                    <a:pt x="498" y="466"/>
                    <a:pt x="494" y="480"/>
                  </a:cubicBezTo>
                  <a:cubicBezTo>
                    <a:pt x="502" y="488"/>
                    <a:pt x="512" y="500"/>
                    <a:pt x="508" y="512"/>
                  </a:cubicBezTo>
                  <a:cubicBezTo>
                    <a:pt x="490" y="501"/>
                    <a:pt x="485" y="482"/>
                    <a:pt x="482" y="464"/>
                  </a:cubicBezTo>
                  <a:cubicBezTo>
                    <a:pt x="479" y="451"/>
                    <a:pt x="477" y="453"/>
                    <a:pt x="481" y="439"/>
                  </a:cubicBezTo>
                  <a:cubicBezTo>
                    <a:pt x="484" y="430"/>
                    <a:pt x="489" y="420"/>
                    <a:pt x="490" y="411"/>
                  </a:cubicBezTo>
                  <a:cubicBezTo>
                    <a:pt x="469" y="417"/>
                    <a:pt x="455" y="423"/>
                    <a:pt x="448" y="444"/>
                  </a:cubicBezTo>
                  <a:cubicBezTo>
                    <a:pt x="444" y="456"/>
                    <a:pt x="437" y="508"/>
                    <a:pt x="447" y="517"/>
                  </a:cubicBezTo>
                  <a:cubicBezTo>
                    <a:pt x="457" y="526"/>
                    <a:pt x="474" y="515"/>
                    <a:pt x="482" y="532"/>
                  </a:cubicBezTo>
                  <a:cubicBezTo>
                    <a:pt x="472" y="535"/>
                    <a:pt x="465" y="529"/>
                    <a:pt x="456" y="531"/>
                  </a:cubicBezTo>
                  <a:cubicBezTo>
                    <a:pt x="455" y="537"/>
                    <a:pt x="460" y="556"/>
                    <a:pt x="467" y="558"/>
                  </a:cubicBezTo>
                  <a:cubicBezTo>
                    <a:pt x="470" y="560"/>
                    <a:pt x="491" y="551"/>
                    <a:pt x="490" y="548"/>
                  </a:cubicBezTo>
                  <a:cubicBezTo>
                    <a:pt x="498" y="570"/>
                    <a:pt x="567" y="563"/>
                    <a:pt x="578" y="550"/>
                  </a:cubicBezTo>
                  <a:cubicBezTo>
                    <a:pt x="609" y="560"/>
                    <a:pt x="580" y="534"/>
                    <a:pt x="582" y="527"/>
                  </a:cubicBezTo>
                  <a:cubicBezTo>
                    <a:pt x="588" y="528"/>
                    <a:pt x="598" y="526"/>
                    <a:pt x="603" y="529"/>
                  </a:cubicBezTo>
                  <a:cubicBezTo>
                    <a:pt x="609" y="532"/>
                    <a:pt x="609" y="539"/>
                    <a:pt x="613" y="544"/>
                  </a:cubicBezTo>
                  <a:cubicBezTo>
                    <a:pt x="622" y="553"/>
                    <a:pt x="639" y="556"/>
                    <a:pt x="647" y="567"/>
                  </a:cubicBezTo>
                  <a:cubicBezTo>
                    <a:pt x="642" y="575"/>
                    <a:pt x="637" y="580"/>
                    <a:pt x="644" y="589"/>
                  </a:cubicBezTo>
                  <a:cubicBezTo>
                    <a:pt x="650" y="585"/>
                    <a:pt x="651" y="574"/>
                    <a:pt x="658" y="568"/>
                  </a:cubicBezTo>
                  <a:cubicBezTo>
                    <a:pt x="664" y="570"/>
                    <a:pt x="670" y="574"/>
                    <a:pt x="673" y="580"/>
                  </a:cubicBezTo>
                  <a:cubicBezTo>
                    <a:pt x="674" y="580"/>
                    <a:pt x="677" y="579"/>
                    <a:pt x="678" y="579"/>
                  </a:cubicBezTo>
                  <a:cubicBezTo>
                    <a:pt x="687" y="596"/>
                    <a:pt x="704" y="596"/>
                    <a:pt x="716" y="610"/>
                  </a:cubicBezTo>
                  <a:cubicBezTo>
                    <a:pt x="724" y="620"/>
                    <a:pt x="725" y="621"/>
                    <a:pt x="722" y="632"/>
                  </a:cubicBezTo>
                  <a:cubicBezTo>
                    <a:pt x="720" y="639"/>
                    <a:pt x="708" y="648"/>
                    <a:pt x="720" y="654"/>
                  </a:cubicBezTo>
                  <a:cubicBezTo>
                    <a:pt x="720" y="666"/>
                    <a:pt x="704" y="672"/>
                    <a:pt x="705" y="686"/>
                  </a:cubicBezTo>
                  <a:cubicBezTo>
                    <a:pt x="714" y="686"/>
                    <a:pt x="723" y="687"/>
                    <a:pt x="729" y="695"/>
                  </a:cubicBezTo>
                  <a:cubicBezTo>
                    <a:pt x="724" y="701"/>
                    <a:pt x="716" y="708"/>
                    <a:pt x="708" y="710"/>
                  </a:cubicBezTo>
                  <a:cubicBezTo>
                    <a:pt x="707" y="714"/>
                    <a:pt x="704" y="716"/>
                    <a:pt x="702" y="720"/>
                  </a:cubicBezTo>
                  <a:cubicBezTo>
                    <a:pt x="685" y="715"/>
                    <a:pt x="670" y="713"/>
                    <a:pt x="667" y="733"/>
                  </a:cubicBezTo>
                  <a:cubicBezTo>
                    <a:pt x="658" y="732"/>
                    <a:pt x="656" y="741"/>
                    <a:pt x="658" y="749"/>
                  </a:cubicBezTo>
                  <a:cubicBezTo>
                    <a:pt x="665" y="749"/>
                    <a:pt x="668" y="753"/>
                    <a:pt x="668" y="759"/>
                  </a:cubicBezTo>
                  <a:cubicBezTo>
                    <a:pt x="681" y="761"/>
                    <a:pt x="685" y="764"/>
                    <a:pt x="697" y="756"/>
                  </a:cubicBezTo>
                  <a:cubicBezTo>
                    <a:pt x="703" y="751"/>
                    <a:pt x="712" y="733"/>
                    <a:pt x="721" y="744"/>
                  </a:cubicBezTo>
                  <a:cubicBezTo>
                    <a:pt x="730" y="725"/>
                    <a:pt x="751" y="743"/>
                    <a:pt x="761" y="750"/>
                  </a:cubicBezTo>
                  <a:cubicBezTo>
                    <a:pt x="764" y="752"/>
                    <a:pt x="764" y="757"/>
                    <a:pt x="768" y="758"/>
                  </a:cubicBezTo>
                  <a:cubicBezTo>
                    <a:pt x="772" y="760"/>
                    <a:pt x="778" y="756"/>
                    <a:pt x="781" y="757"/>
                  </a:cubicBezTo>
                  <a:cubicBezTo>
                    <a:pt x="790" y="760"/>
                    <a:pt x="793" y="762"/>
                    <a:pt x="793" y="774"/>
                  </a:cubicBezTo>
                  <a:cubicBezTo>
                    <a:pt x="798" y="776"/>
                    <a:pt x="805" y="777"/>
                    <a:pt x="810" y="777"/>
                  </a:cubicBezTo>
                  <a:cubicBezTo>
                    <a:pt x="815" y="776"/>
                    <a:pt x="822" y="772"/>
                    <a:pt x="826" y="773"/>
                  </a:cubicBezTo>
                  <a:cubicBezTo>
                    <a:pt x="834" y="774"/>
                    <a:pt x="838" y="782"/>
                    <a:pt x="845" y="785"/>
                  </a:cubicBezTo>
                  <a:cubicBezTo>
                    <a:pt x="856" y="789"/>
                    <a:pt x="863" y="782"/>
                    <a:pt x="872" y="781"/>
                  </a:cubicBezTo>
                  <a:cubicBezTo>
                    <a:pt x="884" y="779"/>
                    <a:pt x="896" y="782"/>
                    <a:pt x="908" y="781"/>
                  </a:cubicBezTo>
                  <a:cubicBezTo>
                    <a:pt x="905" y="749"/>
                    <a:pt x="848" y="756"/>
                    <a:pt x="830" y="732"/>
                  </a:cubicBezTo>
                  <a:close/>
                  <a:moveTo>
                    <a:pt x="687" y="798"/>
                  </a:moveTo>
                  <a:cubicBezTo>
                    <a:pt x="688" y="799"/>
                    <a:pt x="688" y="799"/>
                    <a:pt x="688" y="799"/>
                  </a:cubicBezTo>
                  <a:cubicBezTo>
                    <a:pt x="687" y="798"/>
                    <a:pt x="687" y="798"/>
                    <a:pt x="686" y="797"/>
                  </a:cubicBezTo>
                  <a:cubicBezTo>
                    <a:pt x="685" y="796"/>
                    <a:pt x="684" y="796"/>
                    <a:pt x="683" y="796"/>
                  </a:cubicBezTo>
                  <a:cubicBezTo>
                    <a:pt x="683" y="796"/>
                    <a:pt x="683" y="796"/>
                    <a:pt x="683" y="796"/>
                  </a:cubicBezTo>
                  <a:cubicBezTo>
                    <a:pt x="680" y="795"/>
                    <a:pt x="678" y="796"/>
                    <a:pt x="675" y="798"/>
                  </a:cubicBezTo>
                  <a:cubicBezTo>
                    <a:pt x="677" y="811"/>
                    <a:pt x="693" y="809"/>
                    <a:pt x="687" y="799"/>
                  </a:cubicBezTo>
                  <a:cubicBezTo>
                    <a:pt x="687" y="799"/>
                    <a:pt x="687" y="798"/>
                    <a:pt x="687" y="798"/>
                  </a:cubicBezTo>
                  <a:close/>
                  <a:moveTo>
                    <a:pt x="679" y="632"/>
                  </a:moveTo>
                  <a:cubicBezTo>
                    <a:pt x="681" y="622"/>
                    <a:pt x="677" y="624"/>
                    <a:pt x="675" y="617"/>
                  </a:cubicBezTo>
                  <a:cubicBezTo>
                    <a:pt x="673" y="611"/>
                    <a:pt x="677" y="599"/>
                    <a:pt x="666" y="602"/>
                  </a:cubicBezTo>
                  <a:cubicBezTo>
                    <a:pt x="668" y="602"/>
                    <a:pt x="668" y="602"/>
                    <a:pt x="668" y="602"/>
                  </a:cubicBezTo>
                  <a:cubicBezTo>
                    <a:pt x="659" y="602"/>
                    <a:pt x="650" y="602"/>
                    <a:pt x="647" y="611"/>
                  </a:cubicBezTo>
                  <a:cubicBezTo>
                    <a:pt x="645" y="618"/>
                    <a:pt x="649" y="636"/>
                    <a:pt x="649" y="643"/>
                  </a:cubicBezTo>
                  <a:cubicBezTo>
                    <a:pt x="659" y="651"/>
                    <a:pt x="677" y="643"/>
                    <a:pt x="679" y="632"/>
                  </a:cubicBezTo>
                  <a:close/>
                  <a:moveTo>
                    <a:pt x="661" y="847"/>
                  </a:moveTo>
                  <a:cubicBezTo>
                    <a:pt x="646" y="849"/>
                    <a:pt x="660" y="875"/>
                    <a:pt x="665" y="881"/>
                  </a:cubicBezTo>
                  <a:cubicBezTo>
                    <a:pt x="676" y="877"/>
                    <a:pt x="674" y="846"/>
                    <a:pt x="661" y="847"/>
                  </a:cubicBezTo>
                  <a:close/>
                  <a:moveTo>
                    <a:pt x="613" y="791"/>
                  </a:moveTo>
                  <a:cubicBezTo>
                    <a:pt x="611" y="791"/>
                    <a:pt x="611" y="791"/>
                    <a:pt x="609" y="791"/>
                  </a:cubicBezTo>
                  <a:cubicBezTo>
                    <a:pt x="609" y="776"/>
                    <a:pt x="600" y="776"/>
                    <a:pt x="593" y="766"/>
                  </a:cubicBezTo>
                  <a:cubicBezTo>
                    <a:pt x="586" y="765"/>
                    <a:pt x="583" y="757"/>
                    <a:pt x="577" y="753"/>
                  </a:cubicBezTo>
                  <a:cubicBezTo>
                    <a:pt x="571" y="749"/>
                    <a:pt x="561" y="747"/>
                    <a:pt x="555" y="744"/>
                  </a:cubicBezTo>
                  <a:cubicBezTo>
                    <a:pt x="548" y="770"/>
                    <a:pt x="539" y="733"/>
                    <a:pt x="532" y="733"/>
                  </a:cubicBezTo>
                  <a:cubicBezTo>
                    <a:pt x="526" y="734"/>
                    <a:pt x="522" y="755"/>
                    <a:pt x="528" y="757"/>
                  </a:cubicBezTo>
                  <a:cubicBezTo>
                    <a:pt x="529" y="758"/>
                    <a:pt x="531" y="758"/>
                    <a:pt x="532" y="759"/>
                  </a:cubicBezTo>
                  <a:cubicBezTo>
                    <a:pt x="532" y="771"/>
                    <a:pt x="535" y="784"/>
                    <a:pt x="531" y="796"/>
                  </a:cubicBezTo>
                  <a:cubicBezTo>
                    <a:pt x="528" y="806"/>
                    <a:pt x="519" y="814"/>
                    <a:pt x="516" y="824"/>
                  </a:cubicBezTo>
                  <a:cubicBezTo>
                    <a:pt x="524" y="826"/>
                    <a:pt x="535" y="818"/>
                    <a:pt x="541" y="819"/>
                  </a:cubicBezTo>
                  <a:cubicBezTo>
                    <a:pt x="553" y="822"/>
                    <a:pt x="541" y="837"/>
                    <a:pt x="554" y="843"/>
                  </a:cubicBezTo>
                  <a:cubicBezTo>
                    <a:pt x="563" y="838"/>
                    <a:pt x="571" y="820"/>
                    <a:pt x="576" y="811"/>
                  </a:cubicBezTo>
                  <a:cubicBezTo>
                    <a:pt x="587" y="790"/>
                    <a:pt x="585" y="800"/>
                    <a:pt x="603" y="807"/>
                  </a:cubicBezTo>
                  <a:cubicBezTo>
                    <a:pt x="610" y="810"/>
                    <a:pt x="620" y="812"/>
                    <a:pt x="627" y="813"/>
                  </a:cubicBezTo>
                  <a:cubicBezTo>
                    <a:pt x="631" y="807"/>
                    <a:pt x="641" y="800"/>
                    <a:pt x="635" y="793"/>
                  </a:cubicBezTo>
                  <a:cubicBezTo>
                    <a:pt x="631" y="787"/>
                    <a:pt x="619" y="789"/>
                    <a:pt x="613" y="791"/>
                  </a:cubicBezTo>
                  <a:close/>
                  <a:moveTo>
                    <a:pt x="607" y="837"/>
                  </a:moveTo>
                  <a:cubicBezTo>
                    <a:pt x="608" y="838"/>
                    <a:pt x="608" y="838"/>
                    <a:pt x="608" y="838"/>
                  </a:cubicBezTo>
                  <a:cubicBezTo>
                    <a:pt x="599" y="839"/>
                    <a:pt x="590" y="838"/>
                    <a:pt x="585" y="847"/>
                  </a:cubicBezTo>
                  <a:cubicBezTo>
                    <a:pt x="581" y="855"/>
                    <a:pt x="586" y="873"/>
                    <a:pt x="598" y="871"/>
                  </a:cubicBezTo>
                  <a:cubicBezTo>
                    <a:pt x="605" y="869"/>
                    <a:pt x="615" y="849"/>
                    <a:pt x="617" y="843"/>
                  </a:cubicBezTo>
                  <a:cubicBezTo>
                    <a:pt x="619" y="835"/>
                    <a:pt x="616" y="828"/>
                    <a:pt x="607" y="837"/>
                  </a:cubicBezTo>
                  <a:close/>
                  <a:moveTo>
                    <a:pt x="547" y="417"/>
                  </a:moveTo>
                  <a:cubicBezTo>
                    <a:pt x="549" y="421"/>
                    <a:pt x="553" y="426"/>
                    <a:pt x="556" y="432"/>
                  </a:cubicBezTo>
                  <a:cubicBezTo>
                    <a:pt x="565" y="448"/>
                    <a:pt x="563" y="440"/>
                    <a:pt x="575" y="433"/>
                  </a:cubicBezTo>
                  <a:cubicBezTo>
                    <a:pt x="582" y="429"/>
                    <a:pt x="585" y="432"/>
                    <a:pt x="592" y="431"/>
                  </a:cubicBezTo>
                  <a:cubicBezTo>
                    <a:pt x="609" y="428"/>
                    <a:pt x="602" y="416"/>
                    <a:pt x="591" y="408"/>
                  </a:cubicBezTo>
                  <a:cubicBezTo>
                    <a:pt x="582" y="401"/>
                    <a:pt x="565" y="403"/>
                    <a:pt x="556" y="406"/>
                  </a:cubicBezTo>
                  <a:cubicBezTo>
                    <a:pt x="546" y="409"/>
                    <a:pt x="545" y="413"/>
                    <a:pt x="547" y="417"/>
                  </a:cubicBezTo>
                  <a:close/>
                  <a:moveTo>
                    <a:pt x="480" y="742"/>
                  </a:moveTo>
                  <a:cubicBezTo>
                    <a:pt x="490" y="748"/>
                    <a:pt x="496" y="759"/>
                    <a:pt x="510" y="751"/>
                  </a:cubicBezTo>
                  <a:cubicBezTo>
                    <a:pt x="520" y="745"/>
                    <a:pt x="523" y="730"/>
                    <a:pt x="528" y="720"/>
                  </a:cubicBezTo>
                  <a:cubicBezTo>
                    <a:pt x="526" y="718"/>
                    <a:pt x="512" y="711"/>
                    <a:pt x="510" y="712"/>
                  </a:cubicBezTo>
                  <a:cubicBezTo>
                    <a:pt x="516" y="708"/>
                    <a:pt x="533" y="698"/>
                    <a:pt x="535" y="710"/>
                  </a:cubicBezTo>
                  <a:cubicBezTo>
                    <a:pt x="553" y="712"/>
                    <a:pt x="558" y="702"/>
                    <a:pt x="570" y="691"/>
                  </a:cubicBezTo>
                  <a:cubicBezTo>
                    <a:pt x="580" y="681"/>
                    <a:pt x="595" y="674"/>
                    <a:pt x="590" y="656"/>
                  </a:cubicBezTo>
                  <a:cubicBezTo>
                    <a:pt x="590" y="654"/>
                    <a:pt x="559" y="615"/>
                    <a:pt x="560" y="615"/>
                  </a:cubicBezTo>
                  <a:cubicBezTo>
                    <a:pt x="585" y="612"/>
                    <a:pt x="572" y="589"/>
                    <a:pt x="560" y="578"/>
                  </a:cubicBezTo>
                  <a:cubicBezTo>
                    <a:pt x="547" y="583"/>
                    <a:pt x="537" y="566"/>
                    <a:pt x="524" y="577"/>
                  </a:cubicBezTo>
                  <a:cubicBezTo>
                    <a:pt x="519" y="573"/>
                    <a:pt x="515" y="575"/>
                    <a:pt x="510" y="573"/>
                  </a:cubicBezTo>
                  <a:cubicBezTo>
                    <a:pt x="508" y="580"/>
                    <a:pt x="509" y="586"/>
                    <a:pt x="512" y="592"/>
                  </a:cubicBezTo>
                  <a:cubicBezTo>
                    <a:pt x="515" y="593"/>
                    <a:pt x="517" y="593"/>
                    <a:pt x="520" y="593"/>
                  </a:cubicBezTo>
                  <a:cubicBezTo>
                    <a:pt x="525" y="607"/>
                    <a:pt x="521" y="637"/>
                    <a:pt x="517" y="651"/>
                  </a:cubicBezTo>
                  <a:cubicBezTo>
                    <a:pt x="502" y="714"/>
                    <a:pt x="464" y="649"/>
                    <a:pt x="482" y="627"/>
                  </a:cubicBezTo>
                  <a:cubicBezTo>
                    <a:pt x="472" y="619"/>
                    <a:pt x="466" y="609"/>
                    <a:pt x="456" y="601"/>
                  </a:cubicBezTo>
                  <a:cubicBezTo>
                    <a:pt x="455" y="615"/>
                    <a:pt x="464" y="633"/>
                    <a:pt x="456" y="643"/>
                  </a:cubicBezTo>
                  <a:cubicBezTo>
                    <a:pt x="453" y="642"/>
                    <a:pt x="449" y="640"/>
                    <a:pt x="446" y="638"/>
                  </a:cubicBezTo>
                  <a:cubicBezTo>
                    <a:pt x="447" y="620"/>
                    <a:pt x="441" y="593"/>
                    <a:pt x="416" y="600"/>
                  </a:cubicBezTo>
                  <a:cubicBezTo>
                    <a:pt x="413" y="584"/>
                    <a:pt x="419" y="568"/>
                    <a:pt x="416" y="552"/>
                  </a:cubicBezTo>
                  <a:cubicBezTo>
                    <a:pt x="414" y="544"/>
                    <a:pt x="405" y="520"/>
                    <a:pt x="400" y="511"/>
                  </a:cubicBezTo>
                  <a:cubicBezTo>
                    <a:pt x="390" y="511"/>
                    <a:pt x="382" y="507"/>
                    <a:pt x="375" y="506"/>
                  </a:cubicBezTo>
                  <a:cubicBezTo>
                    <a:pt x="375" y="517"/>
                    <a:pt x="365" y="533"/>
                    <a:pt x="363" y="543"/>
                  </a:cubicBezTo>
                  <a:cubicBezTo>
                    <a:pt x="354" y="578"/>
                    <a:pt x="381" y="581"/>
                    <a:pt x="393" y="614"/>
                  </a:cubicBezTo>
                  <a:cubicBezTo>
                    <a:pt x="400" y="635"/>
                    <a:pt x="399" y="628"/>
                    <a:pt x="384" y="647"/>
                  </a:cubicBezTo>
                  <a:cubicBezTo>
                    <a:pt x="374" y="661"/>
                    <a:pt x="375" y="668"/>
                    <a:pt x="370" y="686"/>
                  </a:cubicBezTo>
                  <a:cubicBezTo>
                    <a:pt x="369" y="690"/>
                    <a:pt x="360" y="680"/>
                    <a:pt x="359" y="679"/>
                  </a:cubicBezTo>
                  <a:cubicBezTo>
                    <a:pt x="353" y="668"/>
                    <a:pt x="355" y="655"/>
                    <a:pt x="363" y="647"/>
                  </a:cubicBezTo>
                  <a:cubicBezTo>
                    <a:pt x="358" y="652"/>
                    <a:pt x="348" y="643"/>
                    <a:pt x="345" y="642"/>
                  </a:cubicBezTo>
                  <a:cubicBezTo>
                    <a:pt x="334" y="636"/>
                    <a:pt x="324" y="642"/>
                    <a:pt x="326" y="656"/>
                  </a:cubicBezTo>
                  <a:cubicBezTo>
                    <a:pt x="336" y="655"/>
                    <a:pt x="338" y="659"/>
                    <a:pt x="344" y="663"/>
                  </a:cubicBezTo>
                  <a:cubicBezTo>
                    <a:pt x="333" y="678"/>
                    <a:pt x="327" y="664"/>
                    <a:pt x="315" y="663"/>
                  </a:cubicBezTo>
                  <a:cubicBezTo>
                    <a:pt x="303" y="662"/>
                    <a:pt x="289" y="667"/>
                    <a:pt x="277" y="665"/>
                  </a:cubicBezTo>
                  <a:cubicBezTo>
                    <a:pt x="255" y="659"/>
                    <a:pt x="206" y="600"/>
                    <a:pt x="187" y="642"/>
                  </a:cubicBezTo>
                  <a:cubicBezTo>
                    <a:pt x="186" y="645"/>
                    <a:pt x="186" y="682"/>
                    <a:pt x="186" y="682"/>
                  </a:cubicBezTo>
                  <a:cubicBezTo>
                    <a:pt x="179" y="682"/>
                    <a:pt x="177" y="681"/>
                    <a:pt x="173" y="677"/>
                  </a:cubicBezTo>
                  <a:cubicBezTo>
                    <a:pt x="189" y="628"/>
                    <a:pt x="98" y="631"/>
                    <a:pt x="76" y="609"/>
                  </a:cubicBezTo>
                  <a:cubicBezTo>
                    <a:pt x="79" y="602"/>
                    <a:pt x="80" y="602"/>
                    <a:pt x="86" y="601"/>
                  </a:cubicBezTo>
                  <a:cubicBezTo>
                    <a:pt x="100" y="610"/>
                    <a:pt x="101" y="588"/>
                    <a:pt x="95" y="578"/>
                  </a:cubicBezTo>
                  <a:cubicBezTo>
                    <a:pt x="88" y="568"/>
                    <a:pt x="73" y="567"/>
                    <a:pt x="62" y="566"/>
                  </a:cubicBezTo>
                  <a:cubicBezTo>
                    <a:pt x="55" y="551"/>
                    <a:pt x="40" y="539"/>
                    <a:pt x="27" y="527"/>
                  </a:cubicBezTo>
                  <a:cubicBezTo>
                    <a:pt x="25" y="528"/>
                    <a:pt x="24" y="528"/>
                    <a:pt x="23" y="529"/>
                  </a:cubicBezTo>
                  <a:cubicBezTo>
                    <a:pt x="14" y="536"/>
                    <a:pt x="0" y="567"/>
                    <a:pt x="1" y="578"/>
                  </a:cubicBezTo>
                  <a:cubicBezTo>
                    <a:pt x="2" y="597"/>
                    <a:pt x="24" y="608"/>
                    <a:pt x="35" y="621"/>
                  </a:cubicBezTo>
                  <a:cubicBezTo>
                    <a:pt x="49" y="638"/>
                    <a:pt x="43" y="656"/>
                    <a:pt x="57" y="671"/>
                  </a:cubicBezTo>
                  <a:cubicBezTo>
                    <a:pt x="68" y="684"/>
                    <a:pt x="77" y="705"/>
                    <a:pt x="89" y="716"/>
                  </a:cubicBezTo>
                  <a:cubicBezTo>
                    <a:pt x="98" y="724"/>
                    <a:pt x="111" y="719"/>
                    <a:pt x="119" y="726"/>
                  </a:cubicBezTo>
                  <a:cubicBezTo>
                    <a:pt x="127" y="733"/>
                    <a:pt x="126" y="747"/>
                    <a:pt x="128" y="755"/>
                  </a:cubicBezTo>
                  <a:cubicBezTo>
                    <a:pt x="144" y="761"/>
                    <a:pt x="164" y="766"/>
                    <a:pt x="181" y="771"/>
                  </a:cubicBezTo>
                  <a:cubicBezTo>
                    <a:pt x="207" y="780"/>
                    <a:pt x="250" y="806"/>
                    <a:pt x="250" y="806"/>
                  </a:cubicBezTo>
                  <a:cubicBezTo>
                    <a:pt x="250" y="806"/>
                    <a:pt x="248" y="868"/>
                    <a:pt x="244" y="894"/>
                  </a:cubicBezTo>
                  <a:cubicBezTo>
                    <a:pt x="240" y="917"/>
                    <a:pt x="237" y="941"/>
                    <a:pt x="234" y="964"/>
                  </a:cubicBezTo>
                  <a:cubicBezTo>
                    <a:pt x="282" y="970"/>
                    <a:pt x="332" y="973"/>
                    <a:pt x="384" y="974"/>
                  </a:cubicBezTo>
                  <a:cubicBezTo>
                    <a:pt x="391" y="939"/>
                    <a:pt x="406" y="901"/>
                    <a:pt x="427" y="873"/>
                  </a:cubicBezTo>
                  <a:cubicBezTo>
                    <a:pt x="435" y="863"/>
                    <a:pt x="465" y="859"/>
                    <a:pt x="449" y="841"/>
                  </a:cubicBezTo>
                  <a:cubicBezTo>
                    <a:pt x="439" y="830"/>
                    <a:pt x="412" y="828"/>
                    <a:pt x="398" y="826"/>
                  </a:cubicBezTo>
                  <a:cubicBezTo>
                    <a:pt x="397" y="807"/>
                    <a:pt x="434" y="824"/>
                    <a:pt x="443" y="828"/>
                  </a:cubicBezTo>
                  <a:cubicBezTo>
                    <a:pt x="454" y="832"/>
                    <a:pt x="457" y="836"/>
                    <a:pt x="466" y="823"/>
                  </a:cubicBezTo>
                  <a:cubicBezTo>
                    <a:pt x="473" y="813"/>
                    <a:pt x="475" y="809"/>
                    <a:pt x="489" y="813"/>
                  </a:cubicBezTo>
                  <a:cubicBezTo>
                    <a:pt x="497" y="804"/>
                    <a:pt x="503" y="790"/>
                    <a:pt x="508" y="780"/>
                  </a:cubicBezTo>
                  <a:cubicBezTo>
                    <a:pt x="511" y="774"/>
                    <a:pt x="512" y="766"/>
                    <a:pt x="506" y="761"/>
                  </a:cubicBezTo>
                  <a:cubicBezTo>
                    <a:pt x="500" y="756"/>
                    <a:pt x="495" y="763"/>
                    <a:pt x="488" y="763"/>
                  </a:cubicBezTo>
                  <a:cubicBezTo>
                    <a:pt x="472" y="762"/>
                    <a:pt x="460" y="745"/>
                    <a:pt x="446" y="739"/>
                  </a:cubicBezTo>
                  <a:cubicBezTo>
                    <a:pt x="455" y="743"/>
                    <a:pt x="470" y="737"/>
                    <a:pt x="480" y="742"/>
                  </a:cubicBezTo>
                  <a:close/>
                  <a:moveTo>
                    <a:pt x="415" y="112"/>
                  </a:moveTo>
                  <a:cubicBezTo>
                    <a:pt x="421" y="116"/>
                    <a:pt x="434" y="109"/>
                    <a:pt x="441" y="106"/>
                  </a:cubicBezTo>
                  <a:cubicBezTo>
                    <a:pt x="439" y="116"/>
                    <a:pt x="431" y="132"/>
                    <a:pt x="446" y="133"/>
                  </a:cubicBezTo>
                  <a:cubicBezTo>
                    <a:pt x="454" y="134"/>
                    <a:pt x="466" y="125"/>
                    <a:pt x="472" y="121"/>
                  </a:cubicBezTo>
                  <a:cubicBezTo>
                    <a:pt x="477" y="117"/>
                    <a:pt x="490" y="100"/>
                    <a:pt x="492" y="113"/>
                  </a:cubicBezTo>
                  <a:cubicBezTo>
                    <a:pt x="494" y="125"/>
                    <a:pt x="472" y="126"/>
                    <a:pt x="470" y="135"/>
                  </a:cubicBezTo>
                  <a:cubicBezTo>
                    <a:pt x="468" y="142"/>
                    <a:pt x="482" y="155"/>
                    <a:pt x="483" y="165"/>
                  </a:cubicBezTo>
                  <a:cubicBezTo>
                    <a:pt x="470" y="162"/>
                    <a:pt x="466" y="148"/>
                    <a:pt x="454" y="145"/>
                  </a:cubicBezTo>
                  <a:cubicBezTo>
                    <a:pt x="436" y="141"/>
                    <a:pt x="441" y="156"/>
                    <a:pt x="448" y="165"/>
                  </a:cubicBezTo>
                  <a:cubicBezTo>
                    <a:pt x="452" y="170"/>
                    <a:pt x="456" y="171"/>
                    <a:pt x="459" y="177"/>
                  </a:cubicBezTo>
                  <a:cubicBezTo>
                    <a:pt x="463" y="183"/>
                    <a:pt x="461" y="188"/>
                    <a:pt x="467" y="193"/>
                  </a:cubicBezTo>
                  <a:cubicBezTo>
                    <a:pt x="470" y="196"/>
                    <a:pt x="481" y="193"/>
                    <a:pt x="481" y="200"/>
                  </a:cubicBezTo>
                  <a:cubicBezTo>
                    <a:pt x="482" y="207"/>
                    <a:pt x="472" y="206"/>
                    <a:pt x="468" y="206"/>
                  </a:cubicBezTo>
                  <a:cubicBezTo>
                    <a:pt x="449" y="209"/>
                    <a:pt x="442" y="215"/>
                    <a:pt x="441" y="235"/>
                  </a:cubicBezTo>
                  <a:cubicBezTo>
                    <a:pt x="446" y="242"/>
                    <a:pt x="449" y="236"/>
                    <a:pt x="455" y="238"/>
                  </a:cubicBezTo>
                  <a:cubicBezTo>
                    <a:pt x="464" y="242"/>
                    <a:pt x="457" y="240"/>
                    <a:pt x="462" y="247"/>
                  </a:cubicBezTo>
                  <a:cubicBezTo>
                    <a:pt x="470" y="257"/>
                    <a:pt x="471" y="246"/>
                    <a:pt x="478" y="249"/>
                  </a:cubicBezTo>
                  <a:cubicBezTo>
                    <a:pt x="489" y="254"/>
                    <a:pt x="480" y="261"/>
                    <a:pt x="471" y="261"/>
                  </a:cubicBezTo>
                  <a:cubicBezTo>
                    <a:pt x="464" y="261"/>
                    <a:pt x="462" y="258"/>
                    <a:pt x="456" y="253"/>
                  </a:cubicBezTo>
                  <a:cubicBezTo>
                    <a:pt x="456" y="252"/>
                    <a:pt x="456" y="251"/>
                    <a:pt x="456" y="250"/>
                  </a:cubicBezTo>
                  <a:cubicBezTo>
                    <a:pt x="443" y="244"/>
                    <a:pt x="442" y="255"/>
                    <a:pt x="439" y="265"/>
                  </a:cubicBezTo>
                  <a:cubicBezTo>
                    <a:pt x="463" y="275"/>
                    <a:pt x="420" y="288"/>
                    <a:pt x="439" y="306"/>
                  </a:cubicBezTo>
                  <a:cubicBezTo>
                    <a:pt x="447" y="307"/>
                    <a:pt x="458" y="306"/>
                    <a:pt x="464" y="306"/>
                  </a:cubicBezTo>
                  <a:cubicBezTo>
                    <a:pt x="471" y="307"/>
                    <a:pt x="475" y="312"/>
                    <a:pt x="480" y="301"/>
                  </a:cubicBezTo>
                  <a:cubicBezTo>
                    <a:pt x="490" y="305"/>
                    <a:pt x="501" y="295"/>
                    <a:pt x="512" y="294"/>
                  </a:cubicBezTo>
                  <a:cubicBezTo>
                    <a:pt x="512" y="299"/>
                    <a:pt x="512" y="303"/>
                    <a:pt x="514" y="307"/>
                  </a:cubicBezTo>
                  <a:cubicBezTo>
                    <a:pt x="521" y="302"/>
                    <a:pt x="556" y="273"/>
                    <a:pt x="533" y="267"/>
                  </a:cubicBezTo>
                  <a:cubicBezTo>
                    <a:pt x="531" y="271"/>
                    <a:pt x="527" y="274"/>
                    <a:pt x="522" y="273"/>
                  </a:cubicBezTo>
                  <a:cubicBezTo>
                    <a:pt x="523" y="272"/>
                    <a:pt x="522" y="270"/>
                    <a:pt x="523" y="269"/>
                  </a:cubicBezTo>
                  <a:cubicBezTo>
                    <a:pt x="514" y="263"/>
                    <a:pt x="499" y="270"/>
                    <a:pt x="496" y="255"/>
                  </a:cubicBezTo>
                  <a:cubicBezTo>
                    <a:pt x="507" y="254"/>
                    <a:pt x="513" y="263"/>
                    <a:pt x="523" y="255"/>
                  </a:cubicBezTo>
                  <a:cubicBezTo>
                    <a:pt x="534" y="246"/>
                    <a:pt x="523" y="240"/>
                    <a:pt x="526" y="229"/>
                  </a:cubicBezTo>
                  <a:cubicBezTo>
                    <a:pt x="533" y="228"/>
                    <a:pt x="550" y="219"/>
                    <a:pt x="534" y="218"/>
                  </a:cubicBezTo>
                  <a:cubicBezTo>
                    <a:pt x="533" y="209"/>
                    <a:pt x="546" y="215"/>
                    <a:pt x="544" y="204"/>
                  </a:cubicBezTo>
                  <a:cubicBezTo>
                    <a:pt x="541" y="204"/>
                    <a:pt x="538" y="202"/>
                    <a:pt x="535" y="202"/>
                  </a:cubicBezTo>
                  <a:cubicBezTo>
                    <a:pt x="540" y="195"/>
                    <a:pt x="543" y="191"/>
                    <a:pt x="533" y="185"/>
                  </a:cubicBezTo>
                  <a:cubicBezTo>
                    <a:pt x="530" y="185"/>
                    <a:pt x="527" y="184"/>
                    <a:pt x="523" y="182"/>
                  </a:cubicBezTo>
                  <a:cubicBezTo>
                    <a:pt x="523" y="180"/>
                    <a:pt x="523" y="181"/>
                    <a:pt x="521" y="179"/>
                  </a:cubicBezTo>
                  <a:cubicBezTo>
                    <a:pt x="521" y="175"/>
                    <a:pt x="518" y="174"/>
                    <a:pt x="513" y="174"/>
                  </a:cubicBezTo>
                  <a:cubicBezTo>
                    <a:pt x="517" y="169"/>
                    <a:pt x="524" y="170"/>
                    <a:pt x="528" y="166"/>
                  </a:cubicBezTo>
                  <a:cubicBezTo>
                    <a:pt x="530" y="163"/>
                    <a:pt x="534" y="152"/>
                    <a:pt x="534" y="148"/>
                  </a:cubicBezTo>
                  <a:cubicBezTo>
                    <a:pt x="534" y="149"/>
                    <a:pt x="550" y="144"/>
                    <a:pt x="551" y="143"/>
                  </a:cubicBezTo>
                  <a:cubicBezTo>
                    <a:pt x="557" y="137"/>
                    <a:pt x="554" y="125"/>
                    <a:pt x="546" y="122"/>
                  </a:cubicBezTo>
                  <a:cubicBezTo>
                    <a:pt x="550" y="115"/>
                    <a:pt x="554" y="111"/>
                    <a:pt x="556" y="103"/>
                  </a:cubicBezTo>
                  <a:cubicBezTo>
                    <a:pt x="558" y="96"/>
                    <a:pt x="559" y="89"/>
                    <a:pt x="561" y="81"/>
                  </a:cubicBezTo>
                  <a:cubicBezTo>
                    <a:pt x="561" y="81"/>
                    <a:pt x="562" y="81"/>
                    <a:pt x="562" y="81"/>
                  </a:cubicBezTo>
                  <a:cubicBezTo>
                    <a:pt x="564" y="78"/>
                    <a:pt x="564" y="59"/>
                    <a:pt x="564" y="55"/>
                  </a:cubicBezTo>
                  <a:cubicBezTo>
                    <a:pt x="554" y="57"/>
                    <a:pt x="553" y="74"/>
                    <a:pt x="543" y="79"/>
                  </a:cubicBezTo>
                  <a:cubicBezTo>
                    <a:pt x="543" y="69"/>
                    <a:pt x="544" y="60"/>
                    <a:pt x="540" y="52"/>
                  </a:cubicBezTo>
                  <a:cubicBezTo>
                    <a:pt x="543" y="52"/>
                    <a:pt x="546" y="51"/>
                    <a:pt x="549" y="54"/>
                  </a:cubicBezTo>
                  <a:cubicBezTo>
                    <a:pt x="558" y="43"/>
                    <a:pt x="567" y="22"/>
                    <a:pt x="553" y="10"/>
                  </a:cubicBezTo>
                  <a:cubicBezTo>
                    <a:pt x="543" y="1"/>
                    <a:pt x="530" y="18"/>
                    <a:pt x="521" y="12"/>
                  </a:cubicBezTo>
                  <a:cubicBezTo>
                    <a:pt x="516" y="8"/>
                    <a:pt x="523" y="6"/>
                    <a:pt x="515" y="2"/>
                  </a:cubicBezTo>
                  <a:cubicBezTo>
                    <a:pt x="510" y="0"/>
                    <a:pt x="506" y="2"/>
                    <a:pt x="502" y="4"/>
                  </a:cubicBezTo>
                  <a:cubicBezTo>
                    <a:pt x="497" y="6"/>
                    <a:pt x="484" y="11"/>
                    <a:pt x="481" y="14"/>
                  </a:cubicBezTo>
                  <a:cubicBezTo>
                    <a:pt x="476" y="18"/>
                    <a:pt x="478" y="19"/>
                    <a:pt x="475" y="25"/>
                  </a:cubicBezTo>
                  <a:cubicBezTo>
                    <a:pt x="472" y="30"/>
                    <a:pt x="467" y="32"/>
                    <a:pt x="461" y="30"/>
                  </a:cubicBezTo>
                  <a:cubicBezTo>
                    <a:pt x="457" y="36"/>
                    <a:pt x="455" y="40"/>
                    <a:pt x="452" y="47"/>
                  </a:cubicBezTo>
                  <a:cubicBezTo>
                    <a:pt x="447" y="57"/>
                    <a:pt x="447" y="56"/>
                    <a:pt x="435" y="52"/>
                  </a:cubicBezTo>
                  <a:cubicBezTo>
                    <a:pt x="434" y="53"/>
                    <a:pt x="431" y="57"/>
                    <a:pt x="430" y="59"/>
                  </a:cubicBezTo>
                  <a:cubicBezTo>
                    <a:pt x="433" y="62"/>
                    <a:pt x="434" y="65"/>
                    <a:pt x="436" y="69"/>
                  </a:cubicBezTo>
                  <a:cubicBezTo>
                    <a:pt x="435" y="70"/>
                    <a:pt x="434" y="71"/>
                    <a:pt x="433" y="72"/>
                  </a:cubicBezTo>
                  <a:cubicBezTo>
                    <a:pt x="424" y="67"/>
                    <a:pt x="424" y="73"/>
                    <a:pt x="418" y="77"/>
                  </a:cubicBezTo>
                  <a:cubicBezTo>
                    <a:pt x="413" y="79"/>
                    <a:pt x="407" y="80"/>
                    <a:pt x="402" y="84"/>
                  </a:cubicBezTo>
                  <a:cubicBezTo>
                    <a:pt x="402" y="85"/>
                    <a:pt x="401" y="88"/>
                    <a:pt x="401" y="89"/>
                  </a:cubicBezTo>
                  <a:cubicBezTo>
                    <a:pt x="415" y="89"/>
                    <a:pt x="407" y="106"/>
                    <a:pt x="415" y="112"/>
                  </a:cubicBezTo>
                  <a:close/>
                  <a:moveTo>
                    <a:pt x="460" y="387"/>
                  </a:moveTo>
                  <a:cubicBezTo>
                    <a:pt x="466" y="388"/>
                    <a:pt x="477" y="386"/>
                    <a:pt x="483" y="385"/>
                  </a:cubicBezTo>
                  <a:cubicBezTo>
                    <a:pt x="494" y="383"/>
                    <a:pt x="501" y="373"/>
                    <a:pt x="510" y="372"/>
                  </a:cubicBezTo>
                  <a:cubicBezTo>
                    <a:pt x="516" y="372"/>
                    <a:pt x="519" y="379"/>
                    <a:pt x="527" y="375"/>
                  </a:cubicBezTo>
                  <a:cubicBezTo>
                    <a:pt x="536" y="370"/>
                    <a:pt x="537" y="357"/>
                    <a:pt x="533" y="349"/>
                  </a:cubicBezTo>
                  <a:cubicBezTo>
                    <a:pt x="531" y="344"/>
                    <a:pt x="539" y="339"/>
                    <a:pt x="532" y="332"/>
                  </a:cubicBezTo>
                  <a:cubicBezTo>
                    <a:pt x="528" y="327"/>
                    <a:pt x="522" y="327"/>
                    <a:pt x="516" y="327"/>
                  </a:cubicBezTo>
                  <a:cubicBezTo>
                    <a:pt x="508" y="326"/>
                    <a:pt x="497" y="326"/>
                    <a:pt x="490" y="330"/>
                  </a:cubicBezTo>
                  <a:cubicBezTo>
                    <a:pt x="487" y="331"/>
                    <a:pt x="484" y="335"/>
                    <a:pt x="481" y="337"/>
                  </a:cubicBezTo>
                  <a:cubicBezTo>
                    <a:pt x="479" y="337"/>
                    <a:pt x="474" y="337"/>
                    <a:pt x="473" y="337"/>
                  </a:cubicBezTo>
                  <a:cubicBezTo>
                    <a:pt x="465" y="341"/>
                    <a:pt x="464" y="345"/>
                    <a:pt x="454" y="345"/>
                  </a:cubicBezTo>
                  <a:cubicBezTo>
                    <a:pt x="440" y="346"/>
                    <a:pt x="445" y="339"/>
                    <a:pt x="437" y="333"/>
                  </a:cubicBezTo>
                  <a:cubicBezTo>
                    <a:pt x="430" y="329"/>
                    <a:pt x="420" y="339"/>
                    <a:pt x="419" y="327"/>
                  </a:cubicBezTo>
                  <a:cubicBezTo>
                    <a:pt x="418" y="319"/>
                    <a:pt x="428" y="316"/>
                    <a:pt x="426" y="310"/>
                  </a:cubicBezTo>
                  <a:cubicBezTo>
                    <a:pt x="427" y="311"/>
                    <a:pt x="413" y="301"/>
                    <a:pt x="413" y="301"/>
                  </a:cubicBezTo>
                  <a:cubicBezTo>
                    <a:pt x="406" y="299"/>
                    <a:pt x="401" y="305"/>
                    <a:pt x="394" y="305"/>
                  </a:cubicBezTo>
                  <a:cubicBezTo>
                    <a:pt x="395" y="299"/>
                    <a:pt x="395" y="297"/>
                    <a:pt x="388" y="296"/>
                  </a:cubicBezTo>
                  <a:cubicBezTo>
                    <a:pt x="385" y="295"/>
                    <a:pt x="385" y="295"/>
                    <a:pt x="385" y="295"/>
                  </a:cubicBezTo>
                  <a:cubicBezTo>
                    <a:pt x="374" y="285"/>
                    <a:pt x="362" y="283"/>
                    <a:pt x="363" y="300"/>
                  </a:cubicBezTo>
                  <a:cubicBezTo>
                    <a:pt x="370" y="305"/>
                    <a:pt x="378" y="315"/>
                    <a:pt x="387" y="317"/>
                  </a:cubicBezTo>
                  <a:cubicBezTo>
                    <a:pt x="393" y="319"/>
                    <a:pt x="396" y="313"/>
                    <a:pt x="402" y="320"/>
                  </a:cubicBezTo>
                  <a:cubicBezTo>
                    <a:pt x="414" y="335"/>
                    <a:pt x="402" y="378"/>
                    <a:pt x="424" y="386"/>
                  </a:cubicBezTo>
                  <a:cubicBezTo>
                    <a:pt x="436" y="390"/>
                    <a:pt x="437" y="381"/>
                    <a:pt x="445" y="376"/>
                  </a:cubicBezTo>
                  <a:cubicBezTo>
                    <a:pt x="451" y="379"/>
                    <a:pt x="453" y="385"/>
                    <a:pt x="460" y="387"/>
                  </a:cubicBezTo>
                  <a:close/>
                  <a:moveTo>
                    <a:pt x="392" y="200"/>
                  </a:moveTo>
                  <a:cubicBezTo>
                    <a:pt x="391" y="201"/>
                    <a:pt x="388" y="201"/>
                    <a:pt x="386" y="204"/>
                  </a:cubicBezTo>
                  <a:cubicBezTo>
                    <a:pt x="385" y="206"/>
                    <a:pt x="387" y="218"/>
                    <a:pt x="388" y="221"/>
                  </a:cubicBezTo>
                  <a:cubicBezTo>
                    <a:pt x="391" y="221"/>
                    <a:pt x="395" y="221"/>
                    <a:pt x="398" y="220"/>
                  </a:cubicBezTo>
                  <a:cubicBezTo>
                    <a:pt x="402" y="225"/>
                    <a:pt x="401" y="233"/>
                    <a:pt x="407" y="236"/>
                  </a:cubicBezTo>
                  <a:cubicBezTo>
                    <a:pt x="414" y="238"/>
                    <a:pt x="422" y="232"/>
                    <a:pt x="426" y="227"/>
                  </a:cubicBezTo>
                  <a:cubicBezTo>
                    <a:pt x="434" y="218"/>
                    <a:pt x="456" y="196"/>
                    <a:pt x="453" y="181"/>
                  </a:cubicBezTo>
                  <a:cubicBezTo>
                    <a:pt x="452" y="175"/>
                    <a:pt x="442" y="169"/>
                    <a:pt x="437" y="165"/>
                  </a:cubicBezTo>
                  <a:cubicBezTo>
                    <a:pt x="432" y="161"/>
                    <a:pt x="425" y="159"/>
                    <a:pt x="420" y="155"/>
                  </a:cubicBezTo>
                  <a:cubicBezTo>
                    <a:pt x="412" y="147"/>
                    <a:pt x="402" y="98"/>
                    <a:pt x="385" y="107"/>
                  </a:cubicBezTo>
                  <a:cubicBezTo>
                    <a:pt x="390" y="106"/>
                    <a:pt x="390" y="106"/>
                    <a:pt x="390" y="106"/>
                  </a:cubicBezTo>
                  <a:cubicBezTo>
                    <a:pt x="385" y="111"/>
                    <a:pt x="377" y="122"/>
                    <a:pt x="377" y="130"/>
                  </a:cubicBezTo>
                  <a:cubicBezTo>
                    <a:pt x="377" y="141"/>
                    <a:pt x="387" y="147"/>
                    <a:pt x="380" y="159"/>
                  </a:cubicBezTo>
                  <a:cubicBezTo>
                    <a:pt x="359" y="156"/>
                    <a:pt x="373" y="175"/>
                    <a:pt x="374" y="187"/>
                  </a:cubicBezTo>
                  <a:cubicBezTo>
                    <a:pt x="386" y="191"/>
                    <a:pt x="406" y="180"/>
                    <a:pt x="392" y="200"/>
                  </a:cubicBezTo>
                  <a:close/>
                  <a:moveTo>
                    <a:pt x="411" y="462"/>
                  </a:moveTo>
                  <a:cubicBezTo>
                    <a:pt x="419" y="459"/>
                    <a:pt x="436" y="420"/>
                    <a:pt x="428" y="413"/>
                  </a:cubicBezTo>
                  <a:cubicBezTo>
                    <a:pt x="418" y="406"/>
                    <a:pt x="404" y="421"/>
                    <a:pt x="398" y="406"/>
                  </a:cubicBezTo>
                  <a:cubicBezTo>
                    <a:pt x="393" y="395"/>
                    <a:pt x="371" y="428"/>
                    <a:pt x="370" y="433"/>
                  </a:cubicBezTo>
                  <a:cubicBezTo>
                    <a:pt x="368" y="443"/>
                    <a:pt x="369" y="459"/>
                    <a:pt x="370" y="468"/>
                  </a:cubicBezTo>
                  <a:cubicBezTo>
                    <a:pt x="382" y="470"/>
                    <a:pt x="376" y="489"/>
                    <a:pt x="385" y="496"/>
                  </a:cubicBezTo>
                  <a:cubicBezTo>
                    <a:pt x="397" y="487"/>
                    <a:pt x="388" y="478"/>
                    <a:pt x="392" y="467"/>
                  </a:cubicBezTo>
                  <a:cubicBezTo>
                    <a:pt x="397" y="454"/>
                    <a:pt x="401" y="466"/>
                    <a:pt x="411" y="462"/>
                  </a:cubicBezTo>
                  <a:close/>
                  <a:moveTo>
                    <a:pt x="423" y="262"/>
                  </a:moveTo>
                  <a:cubicBezTo>
                    <a:pt x="423" y="265"/>
                    <a:pt x="423" y="265"/>
                    <a:pt x="423" y="265"/>
                  </a:cubicBezTo>
                  <a:cubicBezTo>
                    <a:pt x="418" y="263"/>
                    <a:pt x="413" y="267"/>
                    <a:pt x="413" y="272"/>
                  </a:cubicBezTo>
                  <a:cubicBezTo>
                    <a:pt x="417" y="274"/>
                    <a:pt x="422" y="275"/>
                    <a:pt x="427" y="275"/>
                  </a:cubicBezTo>
                  <a:cubicBezTo>
                    <a:pt x="429" y="270"/>
                    <a:pt x="427" y="265"/>
                    <a:pt x="423" y="262"/>
                  </a:cubicBezTo>
                  <a:close/>
                  <a:moveTo>
                    <a:pt x="392" y="271"/>
                  </a:moveTo>
                  <a:cubicBezTo>
                    <a:pt x="404" y="263"/>
                    <a:pt x="389" y="254"/>
                    <a:pt x="380" y="256"/>
                  </a:cubicBezTo>
                  <a:cubicBezTo>
                    <a:pt x="373" y="255"/>
                    <a:pt x="366" y="257"/>
                    <a:pt x="367" y="264"/>
                  </a:cubicBezTo>
                  <a:cubicBezTo>
                    <a:pt x="373" y="265"/>
                    <a:pt x="377" y="267"/>
                    <a:pt x="381" y="268"/>
                  </a:cubicBezTo>
                  <a:cubicBezTo>
                    <a:pt x="384" y="269"/>
                    <a:pt x="387" y="274"/>
                    <a:pt x="392" y="271"/>
                  </a:cubicBezTo>
                  <a:close/>
                  <a:moveTo>
                    <a:pt x="380" y="380"/>
                  </a:moveTo>
                  <a:cubicBezTo>
                    <a:pt x="393" y="381"/>
                    <a:pt x="398" y="361"/>
                    <a:pt x="388" y="352"/>
                  </a:cubicBezTo>
                  <a:cubicBezTo>
                    <a:pt x="372" y="339"/>
                    <a:pt x="355" y="380"/>
                    <a:pt x="380" y="380"/>
                  </a:cubicBezTo>
                  <a:close/>
                  <a:moveTo>
                    <a:pt x="358" y="236"/>
                  </a:moveTo>
                  <a:cubicBezTo>
                    <a:pt x="359" y="244"/>
                    <a:pt x="352" y="247"/>
                    <a:pt x="360" y="255"/>
                  </a:cubicBezTo>
                  <a:cubicBezTo>
                    <a:pt x="364" y="253"/>
                    <a:pt x="367" y="250"/>
                    <a:pt x="369" y="246"/>
                  </a:cubicBezTo>
                  <a:cubicBezTo>
                    <a:pt x="373" y="248"/>
                    <a:pt x="375" y="247"/>
                    <a:pt x="379" y="245"/>
                  </a:cubicBezTo>
                  <a:cubicBezTo>
                    <a:pt x="379" y="235"/>
                    <a:pt x="368" y="202"/>
                    <a:pt x="353" y="214"/>
                  </a:cubicBezTo>
                  <a:cubicBezTo>
                    <a:pt x="354" y="214"/>
                    <a:pt x="354" y="214"/>
                    <a:pt x="354" y="214"/>
                  </a:cubicBezTo>
                  <a:cubicBezTo>
                    <a:pt x="347" y="222"/>
                    <a:pt x="356" y="229"/>
                    <a:pt x="358" y="236"/>
                  </a:cubicBezTo>
                  <a:close/>
                  <a:moveTo>
                    <a:pt x="350" y="593"/>
                  </a:moveTo>
                  <a:cubicBezTo>
                    <a:pt x="346" y="588"/>
                    <a:pt x="339" y="573"/>
                    <a:pt x="333" y="584"/>
                  </a:cubicBezTo>
                  <a:cubicBezTo>
                    <a:pt x="328" y="588"/>
                    <a:pt x="329" y="596"/>
                    <a:pt x="329" y="602"/>
                  </a:cubicBezTo>
                  <a:cubicBezTo>
                    <a:pt x="313" y="603"/>
                    <a:pt x="313" y="617"/>
                    <a:pt x="324" y="625"/>
                  </a:cubicBezTo>
                  <a:cubicBezTo>
                    <a:pt x="331" y="630"/>
                    <a:pt x="349" y="635"/>
                    <a:pt x="358" y="633"/>
                  </a:cubicBezTo>
                  <a:cubicBezTo>
                    <a:pt x="367" y="632"/>
                    <a:pt x="371" y="625"/>
                    <a:pt x="365" y="617"/>
                  </a:cubicBezTo>
                  <a:cubicBezTo>
                    <a:pt x="368" y="608"/>
                    <a:pt x="355" y="599"/>
                    <a:pt x="350" y="593"/>
                  </a:cubicBezTo>
                  <a:close/>
                  <a:moveTo>
                    <a:pt x="333" y="517"/>
                  </a:moveTo>
                  <a:cubicBezTo>
                    <a:pt x="336" y="514"/>
                    <a:pt x="336" y="509"/>
                    <a:pt x="340" y="506"/>
                  </a:cubicBezTo>
                  <a:cubicBezTo>
                    <a:pt x="343" y="503"/>
                    <a:pt x="348" y="504"/>
                    <a:pt x="351" y="501"/>
                  </a:cubicBezTo>
                  <a:cubicBezTo>
                    <a:pt x="361" y="492"/>
                    <a:pt x="360" y="478"/>
                    <a:pt x="358" y="466"/>
                  </a:cubicBezTo>
                  <a:cubicBezTo>
                    <a:pt x="356" y="466"/>
                    <a:pt x="355" y="465"/>
                    <a:pt x="353" y="465"/>
                  </a:cubicBezTo>
                  <a:cubicBezTo>
                    <a:pt x="355" y="455"/>
                    <a:pt x="348" y="453"/>
                    <a:pt x="340" y="449"/>
                  </a:cubicBezTo>
                  <a:cubicBezTo>
                    <a:pt x="340" y="437"/>
                    <a:pt x="356" y="432"/>
                    <a:pt x="351" y="418"/>
                  </a:cubicBezTo>
                  <a:cubicBezTo>
                    <a:pt x="343" y="416"/>
                    <a:pt x="340" y="422"/>
                    <a:pt x="334" y="422"/>
                  </a:cubicBezTo>
                  <a:cubicBezTo>
                    <a:pt x="328" y="421"/>
                    <a:pt x="327" y="412"/>
                    <a:pt x="322" y="415"/>
                  </a:cubicBezTo>
                  <a:cubicBezTo>
                    <a:pt x="315" y="413"/>
                    <a:pt x="306" y="420"/>
                    <a:pt x="305" y="426"/>
                  </a:cubicBezTo>
                  <a:cubicBezTo>
                    <a:pt x="311" y="429"/>
                    <a:pt x="310" y="433"/>
                    <a:pt x="304" y="435"/>
                  </a:cubicBezTo>
                  <a:cubicBezTo>
                    <a:pt x="306" y="434"/>
                    <a:pt x="314" y="451"/>
                    <a:pt x="312" y="455"/>
                  </a:cubicBezTo>
                  <a:cubicBezTo>
                    <a:pt x="305" y="467"/>
                    <a:pt x="298" y="453"/>
                    <a:pt x="297" y="446"/>
                  </a:cubicBezTo>
                  <a:cubicBezTo>
                    <a:pt x="280" y="465"/>
                    <a:pt x="309" y="487"/>
                    <a:pt x="317" y="505"/>
                  </a:cubicBezTo>
                  <a:cubicBezTo>
                    <a:pt x="322" y="516"/>
                    <a:pt x="324" y="525"/>
                    <a:pt x="333" y="517"/>
                  </a:cubicBezTo>
                  <a:close/>
                  <a:moveTo>
                    <a:pt x="336" y="308"/>
                  </a:moveTo>
                  <a:cubicBezTo>
                    <a:pt x="332" y="307"/>
                    <a:pt x="329" y="302"/>
                    <a:pt x="325" y="302"/>
                  </a:cubicBezTo>
                  <a:cubicBezTo>
                    <a:pt x="325" y="304"/>
                    <a:pt x="325" y="304"/>
                    <a:pt x="325" y="304"/>
                  </a:cubicBezTo>
                  <a:cubicBezTo>
                    <a:pt x="319" y="313"/>
                    <a:pt x="331" y="320"/>
                    <a:pt x="329" y="329"/>
                  </a:cubicBezTo>
                  <a:cubicBezTo>
                    <a:pt x="320" y="330"/>
                    <a:pt x="318" y="316"/>
                    <a:pt x="313" y="311"/>
                  </a:cubicBezTo>
                  <a:cubicBezTo>
                    <a:pt x="313" y="317"/>
                    <a:pt x="313" y="323"/>
                    <a:pt x="311" y="328"/>
                  </a:cubicBezTo>
                  <a:cubicBezTo>
                    <a:pt x="309" y="333"/>
                    <a:pt x="301" y="338"/>
                    <a:pt x="301" y="343"/>
                  </a:cubicBezTo>
                  <a:cubicBezTo>
                    <a:pt x="300" y="358"/>
                    <a:pt x="322" y="336"/>
                    <a:pt x="327" y="343"/>
                  </a:cubicBezTo>
                  <a:cubicBezTo>
                    <a:pt x="331" y="350"/>
                    <a:pt x="308" y="376"/>
                    <a:pt x="335" y="373"/>
                  </a:cubicBezTo>
                  <a:cubicBezTo>
                    <a:pt x="350" y="372"/>
                    <a:pt x="350" y="352"/>
                    <a:pt x="352" y="341"/>
                  </a:cubicBezTo>
                  <a:cubicBezTo>
                    <a:pt x="353" y="333"/>
                    <a:pt x="356" y="319"/>
                    <a:pt x="352" y="312"/>
                  </a:cubicBezTo>
                  <a:cubicBezTo>
                    <a:pt x="349" y="307"/>
                    <a:pt x="348" y="308"/>
                    <a:pt x="343" y="306"/>
                  </a:cubicBezTo>
                  <a:cubicBezTo>
                    <a:pt x="342" y="306"/>
                    <a:pt x="338" y="308"/>
                    <a:pt x="336" y="308"/>
                  </a:cubicBezTo>
                  <a:close/>
                  <a:moveTo>
                    <a:pt x="325" y="238"/>
                  </a:moveTo>
                  <a:cubicBezTo>
                    <a:pt x="334" y="246"/>
                    <a:pt x="335" y="259"/>
                    <a:pt x="337" y="244"/>
                  </a:cubicBezTo>
                  <a:cubicBezTo>
                    <a:pt x="339" y="233"/>
                    <a:pt x="339" y="216"/>
                    <a:pt x="334" y="206"/>
                  </a:cubicBezTo>
                  <a:cubicBezTo>
                    <a:pt x="330" y="196"/>
                    <a:pt x="318" y="188"/>
                    <a:pt x="307" y="189"/>
                  </a:cubicBezTo>
                  <a:cubicBezTo>
                    <a:pt x="302" y="187"/>
                    <a:pt x="302" y="187"/>
                    <a:pt x="302" y="187"/>
                  </a:cubicBezTo>
                  <a:cubicBezTo>
                    <a:pt x="303" y="187"/>
                    <a:pt x="303" y="186"/>
                    <a:pt x="301" y="186"/>
                  </a:cubicBezTo>
                  <a:cubicBezTo>
                    <a:pt x="296" y="195"/>
                    <a:pt x="291" y="213"/>
                    <a:pt x="298" y="223"/>
                  </a:cubicBezTo>
                  <a:cubicBezTo>
                    <a:pt x="304" y="232"/>
                    <a:pt x="317" y="230"/>
                    <a:pt x="325" y="238"/>
                  </a:cubicBezTo>
                  <a:close/>
                  <a:moveTo>
                    <a:pt x="114" y="591"/>
                  </a:moveTo>
                  <a:cubicBezTo>
                    <a:pt x="113" y="594"/>
                    <a:pt x="114" y="596"/>
                    <a:pt x="116" y="599"/>
                  </a:cubicBezTo>
                  <a:cubicBezTo>
                    <a:pt x="134" y="601"/>
                    <a:pt x="152" y="610"/>
                    <a:pt x="170" y="603"/>
                  </a:cubicBezTo>
                  <a:cubicBezTo>
                    <a:pt x="179" y="600"/>
                    <a:pt x="186" y="600"/>
                    <a:pt x="194" y="598"/>
                  </a:cubicBezTo>
                  <a:cubicBezTo>
                    <a:pt x="202" y="596"/>
                    <a:pt x="207" y="586"/>
                    <a:pt x="214" y="586"/>
                  </a:cubicBezTo>
                  <a:cubicBezTo>
                    <a:pt x="222" y="587"/>
                    <a:pt x="233" y="600"/>
                    <a:pt x="240" y="604"/>
                  </a:cubicBezTo>
                  <a:cubicBezTo>
                    <a:pt x="240" y="604"/>
                    <a:pt x="240" y="606"/>
                    <a:pt x="239" y="606"/>
                  </a:cubicBezTo>
                  <a:cubicBezTo>
                    <a:pt x="252" y="614"/>
                    <a:pt x="264" y="608"/>
                    <a:pt x="275" y="614"/>
                  </a:cubicBezTo>
                  <a:cubicBezTo>
                    <a:pt x="277" y="607"/>
                    <a:pt x="277" y="600"/>
                    <a:pt x="280" y="594"/>
                  </a:cubicBezTo>
                  <a:cubicBezTo>
                    <a:pt x="271" y="595"/>
                    <a:pt x="266" y="589"/>
                    <a:pt x="268" y="581"/>
                  </a:cubicBezTo>
                  <a:cubicBezTo>
                    <a:pt x="276" y="582"/>
                    <a:pt x="296" y="586"/>
                    <a:pt x="300" y="577"/>
                  </a:cubicBezTo>
                  <a:cubicBezTo>
                    <a:pt x="307" y="562"/>
                    <a:pt x="281" y="553"/>
                    <a:pt x="274" y="544"/>
                  </a:cubicBezTo>
                  <a:cubicBezTo>
                    <a:pt x="263" y="530"/>
                    <a:pt x="265" y="522"/>
                    <a:pt x="262" y="506"/>
                  </a:cubicBezTo>
                  <a:cubicBezTo>
                    <a:pt x="260" y="495"/>
                    <a:pt x="255" y="486"/>
                    <a:pt x="255" y="476"/>
                  </a:cubicBezTo>
                  <a:cubicBezTo>
                    <a:pt x="254" y="467"/>
                    <a:pt x="256" y="458"/>
                    <a:pt x="255" y="449"/>
                  </a:cubicBezTo>
                  <a:cubicBezTo>
                    <a:pt x="246" y="439"/>
                    <a:pt x="229" y="411"/>
                    <a:pt x="224" y="441"/>
                  </a:cubicBezTo>
                  <a:cubicBezTo>
                    <a:pt x="223" y="447"/>
                    <a:pt x="226" y="496"/>
                    <a:pt x="213" y="492"/>
                  </a:cubicBezTo>
                  <a:cubicBezTo>
                    <a:pt x="201" y="488"/>
                    <a:pt x="217" y="444"/>
                    <a:pt x="207" y="440"/>
                  </a:cubicBezTo>
                  <a:cubicBezTo>
                    <a:pt x="205" y="439"/>
                    <a:pt x="201" y="440"/>
                    <a:pt x="197" y="442"/>
                  </a:cubicBezTo>
                  <a:cubicBezTo>
                    <a:pt x="182" y="503"/>
                    <a:pt x="172" y="546"/>
                    <a:pt x="172" y="546"/>
                  </a:cubicBezTo>
                  <a:cubicBezTo>
                    <a:pt x="172" y="546"/>
                    <a:pt x="113" y="539"/>
                    <a:pt x="80" y="526"/>
                  </a:cubicBezTo>
                  <a:cubicBezTo>
                    <a:pt x="77" y="535"/>
                    <a:pt x="84" y="550"/>
                    <a:pt x="88" y="561"/>
                  </a:cubicBezTo>
                  <a:cubicBezTo>
                    <a:pt x="104" y="559"/>
                    <a:pt x="116" y="577"/>
                    <a:pt x="114" y="591"/>
                  </a:cubicBezTo>
                  <a:close/>
                  <a:moveTo>
                    <a:pt x="238" y="359"/>
                  </a:moveTo>
                  <a:cubicBezTo>
                    <a:pt x="248" y="360"/>
                    <a:pt x="258" y="360"/>
                    <a:pt x="266" y="352"/>
                  </a:cubicBezTo>
                  <a:cubicBezTo>
                    <a:pt x="272" y="347"/>
                    <a:pt x="282" y="331"/>
                    <a:pt x="277" y="323"/>
                  </a:cubicBezTo>
                  <a:cubicBezTo>
                    <a:pt x="272" y="315"/>
                    <a:pt x="257" y="318"/>
                    <a:pt x="250" y="311"/>
                  </a:cubicBezTo>
                  <a:cubicBezTo>
                    <a:pt x="249" y="310"/>
                    <a:pt x="248" y="311"/>
                    <a:pt x="247" y="310"/>
                  </a:cubicBezTo>
                  <a:cubicBezTo>
                    <a:pt x="246" y="305"/>
                    <a:pt x="250" y="287"/>
                    <a:pt x="246" y="284"/>
                  </a:cubicBezTo>
                  <a:cubicBezTo>
                    <a:pt x="230" y="269"/>
                    <a:pt x="235" y="330"/>
                    <a:pt x="235" y="330"/>
                  </a:cubicBezTo>
                  <a:cubicBezTo>
                    <a:pt x="232" y="332"/>
                    <a:pt x="229" y="331"/>
                    <a:pt x="225" y="329"/>
                  </a:cubicBezTo>
                  <a:cubicBezTo>
                    <a:pt x="223" y="339"/>
                    <a:pt x="220" y="348"/>
                    <a:pt x="218" y="358"/>
                  </a:cubicBezTo>
                  <a:cubicBezTo>
                    <a:pt x="224" y="356"/>
                    <a:pt x="229" y="358"/>
                    <a:pt x="238" y="359"/>
                  </a:cubicBezTo>
                  <a:close/>
                  <a:moveTo>
                    <a:pt x="246" y="416"/>
                  </a:moveTo>
                  <a:cubicBezTo>
                    <a:pt x="240" y="424"/>
                    <a:pt x="253" y="435"/>
                    <a:pt x="256" y="441"/>
                  </a:cubicBezTo>
                  <a:cubicBezTo>
                    <a:pt x="258" y="444"/>
                    <a:pt x="267" y="427"/>
                    <a:pt x="266" y="423"/>
                  </a:cubicBezTo>
                  <a:cubicBezTo>
                    <a:pt x="265" y="415"/>
                    <a:pt x="252" y="408"/>
                    <a:pt x="246" y="416"/>
                  </a:cubicBezTo>
                  <a:close/>
                  <a:moveTo>
                    <a:pt x="177" y="629"/>
                  </a:moveTo>
                  <a:cubicBezTo>
                    <a:pt x="182" y="632"/>
                    <a:pt x="189" y="624"/>
                    <a:pt x="194" y="622"/>
                  </a:cubicBezTo>
                  <a:cubicBezTo>
                    <a:pt x="199" y="621"/>
                    <a:pt x="204" y="622"/>
                    <a:pt x="209" y="622"/>
                  </a:cubicBezTo>
                  <a:cubicBezTo>
                    <a:pt x="211" y="614"/>
                    <a:pt x="222" y="617"/>
                    <a:pt x="225" y="610"/>
                  </a:cubicBezTo>
                  <a:cubicBezTo>
                    <a:pt x="221" y="605"/>
                    <a:pt x="216" y="605"/>
                    <a:pt x="211" y="607"/>
                  </a:cubicBezTo>
                  <a:cubicBezTo>
                    <a:pt x="217" y="607"/>
                    <a:pt x="217" y="607"/>
                    <a:pt x="217" y="607"/>
                  </a:cubicBezTo>
                  <a:cubicBezTo>
                    <a:pt x="215" y="607"/>
                    <a:pt x="157" y="616"/>
                    <a:pt x="177" y="629"/>
                  </a:cubicBezTo>
                  <a:close/>
                </a:path>
              </a:pathLst>
            </a:custGeom>
            <a:solidFill>
              <a:schemeClr val="accent2"/>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4"/>
            <p:cNvSpPr>
              <a:spLocks noEditPoints="1"/>
            </p:cNvSpPr>
            <p:nvPr/>
          </p:nvSpPr>
          <p:spPr bwMode="auto">
            <a:xfrm>
              <a:off x="1238250" y="1347788"/>
              <a:ext cx="1125538" cy="1711325"/>
            </a:xfrm>
            <a:custGeom>
              <a:avLst/>
              <a:gdLst/>
              <a:ahLst/>
              <a:cxnLst>
                <a:cxn ang="0">
                  <a:pos x="503" y="17"/>
                </a:cxn>
                <a:cxn ang="0">
                  <a:pos x="505" y="8"/>
                </a:cxn>
                <a:cxn ang="0">
                  <a:pos x="377" y="560"/>
                </a:cxn>
                <a:cxn ang="0">
                  <a:pos x="338" y="521"/>
                </a:cxn>
                <a:cxn ang="0">
                  <a:pos x="284" y="426"/>
                </a:cxn>
                <a:cxn ang="0">
                  <a:pos x="272" y="334"/>
                </a:cxn>
                <a:cxn ang="0">
                  <a:pos x="251" y="306"/>
                </a:cxn>
                <a:cxn ang="0">
                  <a:pos x="213" y="295"/>
                </a:cxn>
                <a:cxn ang="0">
                  <a:pos x="149" y="242"/>
                </a:cxn>
                <a:cxn ang="0">
                  <a:pos x="107" y="224"/>
                </a:cxn>
                <a:cxn ang="0">
                  <a:pos x="81" y="239"/>
                </a:cxn>
                <a:cxn ang="0">
                  <a:pos x="38" y="174"/>
                </a:cxn>
                <a:cxn ang="0">
                  <a:pos x="37" y="287"/>
                </a:cxn>
                <a:cxn ang="0">
                  <a:pos x="31" y="354"/>
                </a:cxn>
                <a:cxn ang="0">
                  <a:pos x="47" y="368"/>
                </a:cxn>
                <a:cxn ang="0">
                  <a:pos x="21" y="414"/>
                </a:cxn>
                <a:cxn ang="0">
                  <a:pos x="32" y="455"/>
                </a:cxn>
                <a:cxn ang="0">
                  <a:pos x="21" y="484"/>
                </a:cxn>
                <a:cxn ang="0">
                  <a:pos x="6" y="537"/>
                </a:cxn>
                <a:cxn ang="0">
                  <a:pos x="26" y="581"/>
                </a:cxn>
                <a:cxn ang="0">
                  <a:pos x="66" y="620"/>
                </a:cxn>
                <a:cxn ang="0">
                  <a:pos x="63" y="652"/>
                </a:cxn>
                <a:cxn ang="0">
                  <a:pos x="329" y="743"/>
                </a:cxn>
                <a:cxn ang="0">
                  <a:pos x="493" y="699"/>
                </a:cxn>
                <a:cxn ang="0">
                  <a:pos x="430" y="576"/>
                </a:cxn>
                <a:cxn ang="0">
                  <a:pos x="488" y="58"/>
                </a:cxn>
                <a:cxn ang="0">
                  <a:pos x="487" y="29"/>
                </a:cxn>
                <a:cxn ang="0">
                  <a:pos x="488" y="58"/>
                </a:cxn>
                <a:cxn ang="0">
                  <a:pos x="415" y="106"/>
                </a:cxn>
                <a:cxn ang="0">
                  <a:pos x="410" y="116"/>
                </a:cxn>
                <a:cxn ang="0">
                  <a:pos x="409" y="138"/>
                </a:cxn>
                <a:cxn ang="0">
                  <a:pos x="432" y="142"/>
                </a:cxn>
                <a:cxn ang="0">
                  <a:pos x="423" y="160"/>
                </a:cxn>
                <a:cxn ang="0">
                  <a:pos x="459" y="165"/>
                </a:cxn>
                <a:cxn ang="0">
                  <a:pos x="474" y="134"/>
                </a:cxn>
                <a:cxn ang="0">
                  <a:pos x="447" y="101"/>
                </a:cxn>
                <a:cxn ang="0">
                  <a:pos x="386" y="94"/>
                </a:cxn>
                <a:cxn ang="0">
                  <a:pos x="400" y="79"/>
                </a:cxn>
                <a:cxn ang="0">
                  <a:pos x="418" y="81"/>
                </a:cxn>
                <a:cxn ang="0">
                  <a:pos x="441" y="40"/>
                </a:cxn>
                <a:cxn ang="0">
                  <a:pos x="422" y="37"/>
                </a:cxn>
                <a:cxn ang="0">
                  <a:pos x="404" y="44"/>
                </a:cxn>
                <a:cxn ang="0">
                  <a:pos x="362" y="65"/>
                </a:cxn>
                <a:cxn ang="0">
                  <a:pos x="396" y="340"/>
                </a:cxn>
                <a:cxn ang="0">
                  <a:pos x="329" y="331"/>
                </a:cxn>
                <a:cxn ang="0">
                  <a:pos x="446" y="247"/>
                </a:cxn>
                <a:cxn ang="0">
                  <a:pos x="422" y="257"/>
                </a:cxn>
                <a:cxn ang="0">
                  <a:pos x="413" y="230"/>
                </a:cxn>
                <a:cxn ang="0">
                  <a:pos x="400" y="228"/>
                </a:cxn>
                <a:cxn ang="0">
                  <a:pos x="350" y="228"/>
                </a:cxn>
                <a:cxn ang="0">
                  <a:pos x="332" y="261"/>
                </a:cxn>
                <a:cxn ang="0">
                  <a:pos x="328" y="295"/>
                </a:cxn>
                <a:cxn ang="0">
                  <a:pos x="396" y="340"/>
                </a:cxn>
                <a:cxn ang="0">
                  <a:pos x="266" y="250"/>
                </a:cxn>
                <a:cxn ang="0">
                  <a:pos x="321" y="233"/>
                </a:cxn>
                <a:cxn ang="0">
                  <a:pos x="386" y="207"/>
                </a:cxn>
                <a:cxn ang="0">
                  <a:pos x="358" y="155"/>
                </a:cxn>
                <a:cxn ang="0">
                  <a:pos x="348" y="137"/>
                </a:cxn>
                <a:cxn ang="0">
                  <a:pos x="315" y="130"/>
                </a:cxn>
                <a:cxn ang="0">
                  <a:pos x="275" y="187"/>
                </a:cxn>
                <a:cxn ang="0">
                  <a:pos x="268" y="228"/>
                </a:cxn>
              </a:cxnLst>
              <a:rect l="0" t="0" r="r" b="b"/>
              <a:pathLst>
                <a:path w="506" h="769">
                  <a:moveTo>
                    <a:pt x="475" y="13"/>
                  </a:moveTo>
                  <a:cubicBezTo>
                    <a:pt x="478" y="23"/>
                    <a:pt x="496" y="23"/>
                    <a:pt x="503" y="17"/>
                  </a:cubicBezTo>
                  <a:cubicBezTo>
                    <a:pt x="503" y="17"/>
                    <a:pt x="503" y="17"/>
                    <a:pt x="503" y="17"/>
                  </a:cubicBezTo>
                  <a:cubicBezTo>
                    <a:pt x="504" y="14"/>
                    <a:pt x="504" y="11"/>
                    <a:pt x="505" y="8"/>
                  </a:cubicBezTo>
                  <a:cubicBezTo>
                    <a:pt x="500" y="0"/>
                    <a:pt x="480" y="9"/>
                    <a:pt x="475" y="13"/>
                  </a:cubicBezTo>
                  <a:close/>
                  <a:moveTo>
                    <a:pt x="377" y="560"/>
                  </a:moveTo>
                  <a:cubicBezTo>
                    <a:pt x="375" y="552"/>
                    <a:pt x="376" y="538"/>
                    <a:pt x="368" y="531"/>
                  </a:cubicBezTo>
                  <a:cubicBezTo>
                    <a:pt x="360" y="524"/>
                    <a:pt x="347" y="529"/>
                    <a:pt x="338" y="521"/>
                  </a:cubicBezTo>
                  <a:cubicBezTo>
                    <a:pt x="326" y="510"/>
                    <a:pt x="317" y="489"/>
                    <a:pt x="306" y="476"/>
                  </a:cubicBezTo>
                  <a:cubicBezTo>
                    <a:pt x="292" y="461"/>
                    <a:pt x="298" y="443"/>
                    <a:pt x="284" y="426"/>
                  </a:cubicBezTo>
                  <a:cubicBezTo>
                    <a:pt x="273" y="413"/>
                    <a:pt x="251" y="402"/>
                    <a:pt x="250" y="383"/>
                  </a:cubicBezTo>
                  <a:cubicBezTo>
                    <a:pt x="249" y="372"/>
                    <a:pt x="263" y="341"/>
                    <a:pt x="272" y="334"/>
                  </a:cubicBezTo>
                  <a:cubicBezTo>
                    <a:pt x="273" y="333"/>
                    <a:pt x="274" y="333"/>
                    <a:pt x="276" y="332"/>
                  </a:cubicBezTo>
                  <a:cubicBezTo>
                    <a:pt x="266" y="324"/>
                    <a:pt x="257" y="316"/>
                    <a:pt x="251" y="306"/>
                  </a:cubicBezTo>
                  <a:cubicBezTo>
                    <a:pt x="238" y="305"/>
                    <a:pt x="234" y="314"/>
                    <a:pt x="223" y="311"/>
                  </a:cubicBezTo>
                  <a:cubicBezTo>
                    <a:pt x="232" y="290"/>
                    <a:pt x="237" y="271"/>
                    <a:pt x="213" y="295"/>
                  </a:cubicBezTo>
                  <a:cubicBezTo>
                    <a:pt x="213" y="279"/>
                    <a:pt x="217" y="259"/>
                    <a:pt x="207" y="246"/>
                  </a:cubicBezTo>
                  <a:cubicBezTo>
                    <a:pt x="213" y="256"/>
                    <a:pt x="150" y="242"/>
                    <a:pt x="149" y="242"/>
                  </a:cubicBezTo>
                  <a:cubicBezTo>
                    <a:pt x="138" y="247"/>
                    <a:pt x="75" y="252"/>
                    <a:pt x="109" y="228"/>
                  </a:cubicBezTo>
                  <a:cubicBezTo>
                    <a:pt x="110" y="228"/>
                    <a:pt x="107" y="224"/>
                    <a:pt x="107" y="224"/>
                  </a:cubicBezTo>
                  <a:cubicBezTo>
                    <a:pt x="97" y="228"/>
                    <a:pt x="87" y="230"/>
                    <a:pt x="77" y="228"/>
                  </a:cubicBezTo>
                  <a:cubicBezTo>
                    <a:pt x="80" y="232"/>
                    <a:pt x="79" y="236"/>
                    <a:pt x="81" y="239"/>
                  </a:cubicBezTo>
                  <a:cubicBezTo>
                    <a:pt x="49" y="234"/>
                    <a:pt x="51" y="197"/>
                    <a:pt x="39" y="173"/>
                  </a:cubicBezTo>
                  <a:cubicBezTo>
                    <a:pt x="39" y="174"/>
                    <a:pt x="39" y="174"/>
                    <a:pt x="38" y="174"/>
                  </a:cubicBezTo>
                  <a:cubicBezTo>
                    <a:pt x="45" y="197"/>
                    <a:pt x="54" y="223"/>
                    <a:pt x="65" y="240"/>
                  </a:cubicBezTo>
                  <a:cubicBezTo>
                    <a:pt x="57" y="253"/>
                    <a:pt x="36" y="272"/>
                    <a:pt x="37" y="287"/>
                  </a:cubicBezTo>
                  <a:cubicBezTo>
                    <a:pt x="0" y="295"/>
                    <a:pt x="39" y="308"/>
                    <a:pt x="43" y="312"/>
                  </a:cubicBezTo>
                  <a:cubicBezTo>
                    <a:pt x="54" y="326"/>
                    <a:pt x="43" y="340"/>
                    <a:pt x="31" y="354"/>
                  </a:cubicBezTo>
                  <a:cubicBezTo>
                    <a:pt x="33" y="356"/>
                    <a:pt x="34" y="359"/>
                    <a:pt x="36" y="361"/>
                  </a:cubicBezTo>
                  <a:cubicBezTo>
                    <a:pt x="40" y="362"/>
                    <a:pt x="42" y="366"/>
                    <a:pt x="47" y="368"/>
                  </a:cubicBezTo>
                  <a:cubicBezTo>
                    <a:pt x="45" y="383"/>
                    <a:pt x="34" y="381"/>
                    <a:pt x="28" y="391"/>
                  </a:cubicBezTo>
                  <a:cubicBezTo>
                    <a:pt x="25" y="397"/>
                    <a:pt x="20" y="407"/>
                    <a:pt x="21" y="414"/>
                  </a:cubicBezTo>
                  <a:cubicBezTo>
                    <a:pt x="21" y="426"/>
                    <a:pt x="29" y="423"/>
                    <a:pt x="35" y="432"/>
                  </a:cubicBezTo>
                  <a:cubicBezTo>
                    <a:pt x="33" y="443"/>
                    <a:pt x="31" y="446"/>
                    <a:pt x="32" y="455"/>
                  </a:cubicBezTo>
                  <a:cubicBezTo>
                    <a:pt x="33" y="462"/>
                    <a:pt x="37" y="466"/>
                    <a:pt x="33" y="473"/>
                  </a:cubicBezTo>
                  <a:cubicBezTo>
                    <a:pt x="31" y="478"/>
                    <a:pt x="23" y="479"/>
                    <a:pt x="21" y="484"/>
                  </a:cubicBezTo>
                  <a:cubicBezTo>
                    <a:pt x="18" y="490"/>
                    <a:pt x="23" y="499"/>
                    <a:pt x="23" y="505"/>
                  </a:cubicBezTo>
                  <a:cubicBezTo>
                    <a:pt x="22" y="520"/>
                    <a:pt x="11" y="525"/>
                    <a:pt x="6" y="537"/>
                  </a:cubicBezTo>
                  <a:cubicBezTo>
                    <a:pt x="12" y="539"/>
                    <a:pt x="19" y="534"/>
                    <a:pt x="25" y="532"/>
                  </a:cubicBezTo>
                  <a:cubicBezTo>
                    <a:pt x="35" y="547"/>
                    <a:pt x="24" y="564"/>
                    <a:pt x="26" y="581"/>
                  </a:cubicBezTo>
                  <a:cubicBezTo>
                    <a:pt x="29" y="600"/>
                    <a:pt x="44" y="603"/>
                    <a:pt x="59" y="611"/>
                  </a:cubicBezTo>
                  <a:cubicBezTo>
                    <a:pt x="65" y="614"/>
                    <a:pt x="65" y="610"/>
                    <a:pt x="66" y="620"/>
                  </a:cubicBezTo>
                  <a:cubicBezTo>
                    <a:pt x="67" y="625"/>
                    <a:pt x="64" y="631"/>
                    <a:pt x="63" y="636"/>
                  </a:cubicBezTo>
                  <a:cubicBezTo>
                    <a:pt x="63" y="641"/>
                    <a:pt x="63" y="646"/>
                    <a:pt x="63" y="652"/>
                  </a:cubicBezTo>
                  <a:cubicBezTo>
                    <a:pt x="86" y="662"/>
                    <a:pt x="110" y="673"/>
                    <a:pt x="135" y="683"/>
                  </a:cubicBezTo>
                  <a:cubicBezTo>
                    <a:pt x="193" y="706"/>
                    <a:pt x="258" y="727"/>
                    <a:pt x="329" y="743"/>
                  </a:cubicBezTo>
                  <a:cubicBezTo>
                    <a:pt x="377" y="754"/>
                    <a:pt x="429" y="763"/>
                    <a:pt x="483" y="769"/>
                  </a:cubicBezTo>
                  <a:cubicBezTo>
                    <a:pt x="486" y="746"/>
                    <a:pt x="489" y="722"/>
                    <a:pt x="493" y="699"/>
                  </a:cubicBezTo>
                  <a:cubicBezTo>
                    <a:pt x="497" y="673"/>
                    <a:pt x="499" y="611"/>
                    <a:pt x="499" y="611"/>
                  </a:cubicBezTo>
                  <a:cubicBezTo>
                    <a:pt x="499" y="611"/>
                    <a:pt x="456" y="585"/>
                    <a:pt x="430" y="576"/>
                  </a:cubicBezTo>
                  <a:cubicBezTo>
                    <a:pt x="413" y="571"/>
                    <a:pt x="393" y="566"/>
                    <a:pt x="377" y="560"/>
                  </a:cubicBezTo>
                  <a:close/>
                  <a:moveTo>
                    <a:pt x="488" y="58"/>
                  </a:moveTo>
                  <a:cubicBezTo>
                    <a:pt x="494" y="52"/>
                    <a:pt x="506" y="21"/>
                    <a:pt x="487" y="30"/>
                  </a:cubicBezTo>
                  <a:cubicBezTo>
                    <a:pt x="487" y="29"/>
                    <a:pt x="487" y="29"/>
                    <a:pt x="487" y="29"/>
                  </a:cubicBezTo>
                  <a:cubicBezTo>
                    <a:pt x="478" y="34"/>
                    <a:pt x="469" y="33"/>
                    <a:pt x="468" y="45"/>
                  </a:cubicBezTo>
                  <a:cubicBezTo>
                    <a:pt x="466" y="65"/>
                    <a:pt x="479" y="52"/>
                    <a:pt x="488" y="58"/>
                  </a:cubicBezTo>
                  <a:close/>
                  <a:moveTo>
                    <a:pt x="411" y="103"/>
                  </a:moveTo>
                  <a:cubicBezTo>
                    <a:pt x="412" y="105"/>
                    <a:pt x="413" y="106"/>
                    <a:pt x="415" y="106"/>
                  </a:cubicBezTo>
                  <a:cubicBezTo>
                    <a:pt x="415" y="106"/>
                    <a:pt x="410" y="111"/>
                    <a:pt x="408" y="112"/>
                  </a:cubicBezTo>
                  <a:cubicBezTo>
                    <a:pt x="409" y="113"/>
                    <a:pt x="409" y="115"/>
                    <a:pt x="410" y="116"/>
                  </a:cubicBezTo>
                  <a:cubicBezTo>
                    <a:pt x="403" y="119"/>
                    <a:pt x="395" y="117"/>
                    <a:pt x="397" y="127"/>
                  </a:cubicBezTo>
                  <a:cubicBezTo>
                    <a:pt x="398" y="131"/>
                    <a:pt x="405" y="136"/>
                    <a:pt x="409" y="138"/>
                  </a:cubicBezTo>
                  <a:cubicBezTo>
                    <a:pt x="416" y="142"/>
                    <a:pt x="416" y="142"/>
                    <a:pt x="423" y="141"/>
                  </a:cubicBezTo>
                  <a:cubicBezTo>
                    <a:pt x="426" y="141"/>
                    <a:pt x="432" y="130"/>
                    <a:pt x="432" y="142"/>
                  </a:cubicBezTo>
                  <a:cubicBezTo>
                    <a:pt x="438" y="145"/>
                    <a:pt x="463" y="140"/>
                    <a:pt x="457" y="152"/>
                  </a:cubicBezTo>
                  <a:cubicBezTo>
                    <a:pt x="455" y="159"/>
                    <a:pt x="429" y="160"/>
                    <a:pt x="423" y="160"/>
                  </a:cubicBezTo>
                  <a:cubicBezTo>
                    <a:pt x="422" y="162"/>
                    <a:pt x="422" y="165"/>
                    <a:pt x="423" y="167"/>
                  </a:cubicBezTo>
                  <a:cubicBezTo>
                    <a:pt x="437" y="175"/>
                    <a:pt x="445" y="171"/>
                    <a:pt x="459" y="165"/>
                  </a:cubicBezTo>
                  <a:cubicBezTo>
                    <a:pt x="462" y="164"/>
                    <a:pt x="465" y="163"/>
                    <a:pt x="467" y="163"/>
                  </a:cubicBezTo>
                  <a:cubicBezTo>
                    <a:pt x="469" y="153"/>
                    <a:pt x="472" y="144"/>
                    <a:pt x="474" y="134"/>
                  </a:cubicBezTo>
                  <a:cubicBezTo>
                    <a:pt x="470" y="132"/>
                    <a:pt x="466" y="128"/>
                    <a:pt x="464" y="126"/>
                  </a:cubicBezTo>
                  <a:cubicBezTo>
                    <a:pt x="459" y="118"/>
                    <a:pt x="462" y="99"/>
                    <a:pt x="447" y="101"/>
                  </a:cubicBezTo>
                  <a:cubicBezTo>
                    <a:pt x="456" y="77"/>
                    <a:pt x="418" y="89"/>
                    <a:pt x="411" y="103"/>
                  </a:cubicBezTo>
                  <a:close/>
                  <a:moveTo>
                    <a:pt x="386" y="94"/>
                  </a:moveTo>
                  <a:cubicBezTo>
                    <a:pt x="390" y="90"/>
                    <a:pt x="388" y="86"/>
                    <a:pt x="391" y="82"/>
                  </a:cubicBezTo>
                  <a:cubicBezTo>
                    <a:pt x="393" y="80"/>
                    <a:pt x="397" y="82"/>
                    <a:pt x="400" y="79"/>
                  </a:cubicBezTo>
                  <a:cubicBezTo>
                    <a:pt x="403" y="76"/>
                    <a:pt x="404" y="59"/>
                    <a:pt x="412" y="62"/>
                  </a:cubicBezTo>
                  <a:cubicBezTo>
                    <a:pt x="420" y="65"/>
                    <a:pt x="405" y="80"/>
                    <a:pt x="418" y="81"/>
                  </a:cubicBezTo>
                  <a:cubicBezTo>
                    <a:pt x="423" y="81"/>
                    <a:pt x="431" y="68"/>
                    <a:pt x="432" y="64"/>
                  </a:cubicBezTo>
                  <a:cubicBezTo>
                    <a:pt x="435" y="57"/>
                    <a:pt x="438" y="47"/>
                    <a:pt x="441" y="40"/>
                  </a:cubicBezTo>
                  <a:cubicBezTo>
                    <a:pt x="437" y="38"/>
                    <a:pt x="434" y="41"/>
                    <a:pt x="430" y="40"/>
                  </a:cubicBezTo>
                  <a:cubicBezTo>
                    <a:pt x="429" y="39"/>
                    <a:pt x="422" y="37"/>
                    <a:pt x="422" y="37"/>
                  </a:cubicBezTo>
                  <a:cubicBezTo>
                    <a:pt x="415" y="37"/>
                    <a:pt x="408" y="40"/>
                    <a:pt x="401" y="45"/>
                  </a:cubicBezTo>
                  <a:cubicBezTo>
                    <a:pt x="404" y="44"/>
                    <a:pt x="404" y="44"/>
                    <a:pt x="404" y="44"/>
                  </a:cubicBezTo>
                  <a:cubicBezTo>
                    <a:pt x="399" y="49"/>
                    <a:pt x="393" y="55"/>
                    <a:pt x="387" y="58"/>
                  </a:cubicBezTo>
                  <a:cubicBezTo>
                    <a:pt x="380" y="62"/>
                    <a:pt x="367" y="60"/>
                    <a:pt x="362" y="65"/>
                  </a:cubicBezTo>
                  <a:cubicBezTo>
                    <a:pt x="348" y="79"/>
                    <a:pt x="381" y="82"/>
                    <a:pt x="386" y="94"/>
                  </a:cubicBezTo>
                  <a:close/>
                  <a:moveTo>
                    <a:pt x="396" y="340"/>
                  </a:moveTo>
                  <a:cubicBezTo>
                    <a:pt x="384" y="346"/>
                    <a:pt x="361" y="323"/>
                    <a:pt x="348" y="322"/>
                  </a:cubicBezTo>
                  <a:cubicBezTo>
                    <a:pt x="336" y="321"/>
                    <a:pt x="331" y="325"/>
                    <a:pt x="329" y="331"/>
                  </a:cubicBezTo>
                  <a:cubicBezTo>
                    <a:pt x="362" y="344"/>
                    <a:pt x="421" y="351"/>
                    <a:pt x="421" y="351"/>
                  </a:cubicBezTo>
                  <a:cubicBezTo>
                    <a:pt x="421" y="351"/>
                    <a:pt x="431" y="308"/>
                    <a:pt x="446" y="247"/>
                  </a:cubicBezTo>
                  <a:cubicBezTo>
                    <a:pt x="440" y="250"/>
                    <a:pt x="434" y="255"/>
                    <a:pt x="432" y="257"/>
                  </a:cubicBezTo>
                  <a:cubicBezTo>
                    <a:pt x="429" y="257"/>
                    <a:pt x="426" y="257"/>
                    <a:pt x="422" y="257"/>
                  </a:cubicBezTo>
                  <a:cubicBezTo>
                    <a:pt x="422" y="257"/>
                    <a:pt x="422" y="257"/>
                    <a:pt x="422" y="257"/>
                  </a:cubicBezTo>
                  <a:cubicBezTo>
                    <a:pt x="422" y="247"/>
                    <a:pt x="435" y="227"/>
                    <a:pt x="413" y="230"/>
                  </a:cubicBezTo>
                  <a:cubicBezTo>
                    <a:pt x="407" y="231"/>
                    <a:pt x="399" y="244"/>
                    <a:pt x="393" y="240"/>
                  </a:cubicBezTo>
                  <a:cubicBezTo>
                    <a:pt x="387" y="236"/>
                    <a:pt x="398" y="231"/>
                    <a:pt x="400" y="228"/>
                  </a:cubicBezTo>
                  <a:cubicBezTo>
                    <a:pt x="421" y="199"/>
                    <a:pt x="377" y="219"/>
                    <a:pt x="367" y="221"/>
                  </a:cubicBezTo>
                  <a:cubicBezTo>
                    <a:pt x="359" y="222"/>
                    <a:pt x="353" y="216"/>
                    <a:pt x="350" y="228"/>
                  </a:cubicBezTo>
                  <a:cubicBezTo>
                    <a:pt x="348" y="228"/>
                    <a:pt x="347" y="229"/>
                    <a:pt x="345" y="229"/>
                  </a:cubicBezTo>
                  <a:cubicBezTo>
                    <a:pt x="343" y="243"/>
                    <a:pt x="323" y="244"/>
                    <a:pt x="332" y="261"/>
                  </a:cubicBezTo>
                  <a:cubicBezTo>
                    <a:pt x="339" y="274"/>
                    <a:pt x="356" y="270"/>
                    <a:pt x="367" y="277"/>
                  </a:cubicBezTo>
                  <a:cubicBezTo>
                    <a:pt x="354" y="279"/>
                    <a:pt x="320" y="274"/>
                    <a:pt x="328" y="295"/>
                  </a:cubicBezTo>
                  <a:cubicBezTo>
                    <a:pt x="334" y="313"/>
                    <a:pt x="358" y="309"/>
                    <a:pt x="373" y="314"/>
                  </a:cubicBezTo>
                  <a:cubicBezTo>
                    <a:pt x="380" y="317"/>
                    <a:pt x="413" y="332"/>
                    <a:pt x="396" y="340"/>
                  </a:cubicBezTo>
                  <a:close/>
                  <a:moveTo>
                    <a:pt x="268" y="228"/>
                  </a:moveTo>
                  <a:cubicBezTo>
                    <a:pt x="270" y="235"/>
                    <a:pt x="264" y="243"/>
                    <a:pt x="266" y="250"/>
                  </a:cubicBezTo>
                  <a:cubicBezTo>
                    <a:pt x="273" y="270"/>
                    <a:pt x="289" y="240"/>
                    <a:pt x="294" y="255"/>
                  </a:cubicBezTo>
                  <a:cubicBezTo>
                    <a:pt x="310" y="253"/>
                    <a:pt x="312" y="244"/>
                    <a:pt x="321" y="233"/>
                  </a:cubicBezTo>
                  <a:cubicBezTo>
                    <a:pt x="328" y="225"/>
                    <a:pt x="338" y="219"/>
                    <a:pt x="348" y="215"/>
                  </a:cubicBezTo>
                  <a:cubicBezTo>
                    <a:pt x="360" y="211"/>
                    <a:pt x="376" y="214"/>
                    <a:pt x="386" y="207"/>
                  </a:cubicBezTo>
                  <a:cubicBezTo>
                    <a:pt x="395" y="200"/>
                    <a:pt x="397" y="182"/>
                    <a:pt x="391" y="173"/>
                  </a:cubicBezTo>
                  <a:cubicBezTo>
                    <a:pt x="384" y="162"/>
                    <a:pt x="368" y="161"/>
                    <a:pt x="358" y="155"/>
                  </a:cubicBezTo>
                  <a:cubicBezTo>
                    <a:pt x="356" y="155"/>
                    <a:pt x="355" y="155"/>
                    <a:pt x="353" y="154"/>
                  </a:cubicBezTo>
                  <a:cubicBezTo>
                    <a:pt x="350" y="154"/>
                    <a:pt x="350" y="139"/>
                    <a:pt x="348" y="137"/>
                  </a:cubicBezTo>
                  <a:cubicBezTo>
                    <a:pt x="344" y="133"/>
                    <a:pt x="340" y="137"/>
                    <a:pt x="334" y="136"/>
                  </a:cubicBezTo>
                  <a:cubicBezTo>
                    <a:pt x="327" y="134"/>
                    <a:pt x="322" y="128"/>
                    <a:pt x="315" y="130"/>
                  </a:cubicBezTo>
                  <a:cubicBezTo>
                    <a:pt x="305" y="133"/>
                    <a:pt x="309" y="145"/>
                    <a:pt x="307" y="153"/>
                  </a:cubicBezTo>
                  <a:cubicBezTo>
                    <a:pt x="302" y="168"/>
                    <a:pt x="286" y="176"/>
                    <a:pt x="275" y="187"/>
                  </a:cubicBezTo>
                  <a:cubicBezTo>
                    <a:pt x="267" y="196"/>
                    <a:pt x="255" y="199"/>
                    <a:pt x="259" y="212"/>
                  </a:cubicBezTo>
                  <a:cubicBezTo>
                    <a:pt x="261" y="218"/>
                    <a:pt x="267" y="221"/>
                    <a:pt x="268" y="228"/>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5"/>
            <p:cNvSpPr>
              <a:spLocks/>
            </p:cNvSpPr>
            <p:nvPr/>
          </p:nvSpPr>
          <p:spPr bwMode="auto">
            <a:xfrm>
              <a:off x="1287463" y="2868613"/>
              <a:ext cx="682625" cy="1119188"/>
            </a:xfrm>
            <a:custGeom>
              <a:avLst/>
              <a:gdLst/>
              <a:ahLst/>
              <a:cxnLst>
                <a:cxn ang="0">
                  <a:pos x="307" y="60"/>
                </a:cxn>
                <a:cxn ang="0">
                  <a:pos x="200" y="503"/>
                </a:cxn>
                <a:cxn ang="0">
                  <a:pos x="86" y="473"/>
                </a:cxn>
                <a:cxn ang="0">
                  <a:pos x="97" y="413"/>
                </a:cxn>
                <a:cxn ang="0">
                  <a:pos x="81" y="408"/>
                </a:cxn>
                <a:cxn ang="0">
                  <a:pos x="45" y="324"/>
                </a:cxn>
                <a:cxn ang="0">
                  <a:pos x="37" y="304"/>
                </a:cxn>
                <a:cxn ang="0">
                  <a:pos x="18" y="217"/>
                </a:cxn>
                <a:cxn ang="0">
                  <a:pos x="113" y="0"/>
                </a:cxn>
                <a:cxn ang="0">
                  <a:pos x="307" y="60"/>
                </a:cxn>
              </a:cxnLst>
              <a:rect l="0" t="0" r="r" b="b"/>
              <a:pathLst>
                <a:path w="307" h="503">
                  <a:moveTo>
                    <a:pt x="307" y="60"/>
                  </a:moveTo>
                  <a:cubicBezTo>
                    <a:pt x="200" y="503"/>
                    <a:pt x="200" y="503"/>
                    <a:pt x="200" y="503"/>
                  </a:cubicBezTo>
                  <a:cubicBezTo>
                    <a:pt x="159" y="494"/>
                    <a:pt x="121" y="483"/>
                    <a:pt x="86" y="473"/>
                  </a:cubicBezTo>
                  <a:cubicBezTo>
                    <a:pt x="81" y="452"/>
                    <a:pt x="83" y="430"/>
                    <a:pt x="97" y="413"/>
                  </a:cubicBezTo>
                  <a:cubicBezTo>
                    <a:pt x="91" y="412"/>
                    <a:pt x="88" y="408"/>
                    <a:pt x="81" y="408"/>
                  </a:cubicBezTo>
                  <a:cubicBezTo>
                    <a:pt x="82" y="381"/>
                    <a:pt x="69" y="337"/>
                    <a:pt x="45" y="324"/>
                  </a:cubicBezTo>
                  <a:cubicBezTo>
                    <a:pt x="50" y="314"/>
                    <a:pt x="50" y="301"/>
                    <a:pt x="37" y="304"/>
                  </a:cubicBezTo>
                  <a:cubicBezTo>
                    <a:pt x="49" y="271"/>
                    <a:pt x="0" y="248"/>
                    <a:pt x="18" y="217"/>
                  </a:cubicBezTo>
                  <a:cubicBezTo>
                    <a:pt x="40" y="178"/>
                    <a:pt x="85" y="65"/>
                    <a:pt x="113" y="0"/>
                  </a:cubicBezTo>
                  <a:cubicBezTo>
                    <a:pt x="171" y="23"/>
                    <a:pt x="236" y="44"/>
                    <a:pt x="307" y="60"/>
                  </a:cubicBezTo>
                  <a:close/>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6"/>
            <p:cNvSpPr>
              <a:spLocks/>
            </p:cNvSpPr>
            <p:nvPr/>
          </p:nvSpPr>
          <p:spPr bwMode="auto">
            <a:xfrm>
              <a:off x="763588" y="1735138"/>
              <a:ext cx="623888" cy="1063625"/>
            </a:xfrm>
            <a:custGeom>
              <a:avLst/>
              <a:gdLst/>
              <a:ahLst/>
              <a:cxnLst>
                <a:cxn ang="0">
                  <a:pos x="279" y="446"/>
                </a:cxn>
                <a:cxn ang="0">
                  <a:pos x="276" y="462"/>
                </a:cxn>
                <a:cxn ang="0">
                  <a:pos x="276" y="478"/>
                </a:cxn>
                <a:cxn ang="0">
                  <a:pos x="19" y="302"/>
                </a:cxn>
                <a:cxn ang="0">
                  <a:pos x="19" y="302"/>
                </a:cxn>
                <a:cxn ang="0">
                  <a:pos x="18" y="292"/>
                </a:cxn>
                <a:cxn ang="0">
                  <a:pos x="6" y="288"/>
                </a:cxn>
                <a:cxn ang="0">
                  <a:pos x="0" y="281"/>
                </a:cxn>
                <a:cxn ang="0">
                  <a:pos x="251" y="0"/>
                </a:cxn>
                <a:cxn ang="0">
                  <a:pos x="278" y="66"/>
                </a:cxn>
                <a:cxn ang="0">
                  <a:pos x="250" y="113"/>
                </a:cxn>
                <a:cxn ang="0">
                  <a:pos x="256" y="138"/>
                </a:cxn>
                <a:cxn ang="0">
                  <a:pos x="244" y="180"/>
                </a:cxn>
                <a:cxn ang="0">
                  <a:pos x="249" y="187"/>
                </a:cxn>
                <a:cxn ang="0">
                  <a:pos x="260" y="194"/>
                </a:cxn>
                <a:cxn ang="0">
                  <a:pos x="241" y="217"/>
                </a:cxn>
                <a:cxn ang="0">
                  <a:pos x="234" y="240"/>
                </a:cxn>
                <a:cxn ang="0">
                  <a:pos x="248" y="258"/>
                </a:cxn>
                <a:cxn ang="0">
                  <a:pos x="245" y="281"/>
                </a:cxn>
                <a:cxn ang="0">
                  <a:pos x="246" y="299"/>
                </a:cxn>
                <a:cxn ang="0">
                  <a:pos x="234" y="310"/>
                </a:cxn>
                <a:cxn ang="0">
                  <a:pos x="236" y="331"/>
                </a:cxn>
                <a:cxn ang="0">
                  <a:pos x="219" y="363"/>
                </a:cxn>
                <a:cxn ang="0">
                  <a:pos x="238" y="358"/>
                </a:cxn>
                <a:cxn ang="0">
                  <a:pos x="239" y="407"/>
                </a:cxn>
                <a:cxn ang="0">
                  <a:pos x="272" y="437"/>
                </a:cxn>
                <a:cxn ang="0">
                  <a:pos x="279" y="446"/>
                </a:cxn>
              </a:cxnLst>
              <a:rect l="0" t="0" r="r" b="b"/>
              <a:pathLst>
                <a:path w="280" h="478">
                  <a:moveTo>
                    <a:pt x="279" y="446"/>
                  </a:moveTo>
                  <a:cubicBezTo>
                    <a:pt x="280" y="451"/>
                    <a:pt x="277" y="457"/>
                    <a:pt x="276" y="462"/>
                  </a:cubicBezTo>
                  <a:cubicBezTo>
                    <a:pt x="276" y="467"/>
                    <a:pt x="276" y="472"/>
                    <a:pt x="276" y="478"/>
                  </a:cubicBezTo>
                  <a:cubicBezTo>
                    <a:pt x="158" y="422"/>
                    <a:pt x="72" y="357"/>
                    <a:pt x="19" y="302"/>
                  </a:cubicBezTo>
                  <a:cubicBezTo>
                    <a:pt x="19" y="302"/>
                    <a:pt x="19" y="302"/>
                    <a:pt x="19" y="302"/>
                  </a:cubicBezTo>
                  <a:cubicBezTo>
                    <a:pt x="19" y="300"/>
                    <a:pt x="20" y="293"/>
                    <a:pt x="18" y="292"/>
                  </a:cubicBezTo>
                  <a:cubicBezTo>
                    <a:pt x="14" y="291"/>
                    <a:pt x="10" y="289"/>
                    <a:pt x="6" y="288"/>
                  </a:cubicBezTo>
                  <a:cubicBezTo>
                    <a:pt x="4" y="286"/>
                    <a:pt x="2" y="283"/>
                    <a:pt x="0" y="281"/>
                  </a:cubicBezTo>
                  <a:cubicBezTo>
                    <a:pt x="36" y="247"/>
                    <a:pt x="217" y="35"/>
                    <a:pt x="251" y="0"/>
                  </a:cubicBezTo>
                  <a:cubicBezTo>
                    <a:pt x="258" y="23"/>
                    <a:pt x="267" y="49"/>
                    <a:pt x="278" y="66"/>
                  </a:cubicBezTo>
                  <a:cubicBezTo>
                    <a:pt x="270" y="79"/>
                    <a:pt x="249" y="98"/>
                    <a:pt x="250" y="113"/>
                  </a:cubicBezTo>
                  <a:cubicBezTo>
                    <a:pt x="213" y="121"/>
                    <a:pt x="252" y="134"/>
                    <a:pt x="256" y="138"/>
                  </a:cubicBezTo>
                  <a:cubicBezTo>
                    <a:pt x="267" y="152"/>
                    <a:pt x="256" y="166"/>
                    <a:pt x="244" y="180"/>
                  </a:cubicBezTo>
                  <a:cubicBezTo>
                    <a:pt x="246" y="182"/>
                    <a:pt x="247" y="185"/>
                    <a:pt x="249" y="187"/>
                  </a:cubicBezTo>
                  <a:cubicBezTo>
                    <a:pt x="253" y="188"/>
                    <a:pt x="255" y="192"/>
                    <a:pt x="260" y="194"/>
                  </a:cubicBezTo>
                  <a:cubicBezTo>
                    <a:pt x="258" y="209"/>
                    <a:pt x="247" y="207"/>
                    <a:pt x="241" y="217"/>
                  </a:cubicBezTo>
                  <a:cubicBezTo>
                    <a:pt x="238" y="223"/>
                    <a:pt x="233" y="233"/>
                    <a:pt x="234" y="240"/>
                  </a:cubicBezTo>
                  <a:cubicBezTo>
                    <a:pt x="234" y="252"/>
                    <a:pt x="242" y="249"/>
                    <a:pt x="248" y="258"/>
                  </a:cubicBezTo>
                  <a:cubicBezTo>
                    <a:pt x="246" y="269"/>
                    <a:pt x="244" y="272"/>
                    <a:pt x="245" y="281"/>
                  </a:cubicBezTo>
                  <a:cubicBezTo>
                    <a:pt x="246" y="288"/>
                    <a:pt x="250" y="292"/>
                    <a:pt x="246" y="299"/>
                  </a:cubicBezTo>
                  <a:cubicBezTo>
                    <a:pt x="244" y="304"/>
                    <a:pt x="236" y="305"/>
                    <a:pt x="234" y="310"/>
                  </a:cubicBezTo>
                  <a:cubicBezTo>
                    <a:pt x="231" y="316"/>
                    <a:pt x="236" y="325"/>
                    <a:pt x="236" y="331"/>
                  </a:cubicBezTo>
                  <a:cubicBezTo>
                    <a:pt x="235" y="346"/>
                    <a:pt x="224" y="351"/>
                    <a:pt x="219" y="363"/>
                  </a:cubicBezTo>
                  <a:cubicBezTo>
                    <a:pt x="225" y="365"/>
                    <a:pt x="232" y="360"/>
                    <a:pt x="238" y="358"/>
                  </a:cubicBezTo>
                  <a:cubicBezTo>
                    <a:pt x="248" y="373"/>
                    <a:pt x="237" y="390"/>
                    <a:pt x="239" y="407"/>
                  </a:cubicBezTo>
                  <a:cubicBezTo>
                    <a:pt x="242" y="426"/>
                    <a:pt x="257" y="429"/>
                    <a:pt x="272" y="437"/>
                  </a:cubicBezTo>
                  <a:cubicBezTo>
                    <a:pt x="278" y="440"/>
                    <a:pt x="278" y="436"/>
                    <a:pt x="279" y="446"/>
                  </a:cubicBezTo>
                  <a:close/>
                </a:path>
              </a:pathLst>
            </a:custGeom>
            <a:solidFill>
              <a:schemeClr val="accent4"/>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7"/>
            <p:cNvSpPr>
              <a:spLocks noEditPoints="1"/>
            </p:cNvSpPr>
            <p:nvPr/>
          </p:nvSpPr>
          <p:spPr bwMode="auto">
            <a:xfrm>
              <a:off x="762000" y="2408238"/>
              <a:ext cx="776288" cy="1512888"/>
            </a:xfrm>
            <a:custGeom>
              <a:avLst/>
              <a:gdLst/>
              <a:ahLst/>
              <a:cxnLst>
                <a:cxn ang="0">
                  <a:pos x="281" y="531"/>
                </a:cxn>
                <a:cxn ang="0">
                  <a:pos x="254" y="424"/>
                </a:cxn>
                <a:cxn ang="0">
                  <a:pos x="277" y="176"/>
                </a:cxn>
                <a:cxn ang="0">
                  <a:pos x="21" y="41"/>
                </a:cxn>
                <a:cxn ang="0">
                  <a:pos x="23" y="66"/>
                </a:cxn>
                <a:cxn ang="0">
                  <a:pos x="42" y="68"/>
                </a:cxn>
                <a:cxn ang="0">
                  <a:pos x="53" y="60"/>
                </a:cxn>
                <a:cxn ang="0">
                  <a:pos x="73" y="77"/>
                </a:cxn>
                <a:cxn ang="0">
                  <a:pos x="70" y="98"/>
                </a:cxn>
                <a:cxn ang="0">
                  <a:pos x="75" y="131"/>
                </a:cxn>
                <a:cxn ang="0">
                  <a:pos x="68" y="146"/>
                </a:cxn>
                <a:cxn ang="0">
                  <a:pos x="68" y="183"/>
                </a:cxn>
                <a:cxn ang="0">
                  <a:pos x="65" y="190"/>
                </a:cxn>
                <a:cxn ang="0">
                  <a:pos x="66" y="215"/>
                </a:cxn>
                <a:cxn ang="0">
                  <a:pos x="70" y="274"/>
                </a:cxn>
                <a:cxn ang="0">
                  <a:pos x="41" y="349"/>
                </a:cxn>
                <a:cxn ang="0">
                  <a:pos x="53" y="358"/>
                </a:cxn>
                <a:cxn ang="0">
                  <a:pos x="48" y="383"/>
                </a:cxn>
                <a:cxn ang="0">
                  <a:pos x="45" y="406"/>
                </a:cxn>
                <a:cxn ang="0">
                  <a:pos x="50" y="427"/>
                </a:cxn>
                <a:cxn ang="0">
                  <a:pos x="31" y="456"/>
                </a:cxn>
                <a:cxn ang="0">
                  <a:pos x="56" y="490"/>
                </a:cxn>
                <a:cxn ang="0">
                  <a:pos x="68" y="507"/>
                </a:cxn>
                <a:cxn ang="0">
                  <a:pos x="77" y="538"/>
                </a:cxn>
                <a:cxn ang="0">
                  <a:pos x="96" y="578"/>
                </a:cxn>
                <a:cxn ang="0">
                  <a:pos x="322" y="680"/>
                </a:cxn>
                <a:cxn ang="0">
                  <a:pos x="317" y="615"/>
                </a:cxn>
                <a:cxn ang="0">
                  <a:pos x="59" y="513"/>
                </a:cxn>
                <a:cxn ang="0">
                  <a:pos x="17" y="463"/>
                </a:cxn>
                <a:cxn ang="0">
                  <a:pos x="20" y="507"/>
                </a:cxn>
                <a:cxn ang="0">
                  <a:pos x="25" y="533"/>
                </a:cxn>
                <a:cxn ang="0">
                  <a:pos x="50" y="586"/>
                </a:cxn>
                <a:cxn ang="0">
                  <a:pos x="80" y="587"/>
                </a:cxn>
              </a:cxnLst>
              <a:rect l="0" t="0" r="r" b="b"/>
              <a:pathLst>
                <a:path w="349" h="680">
                  <a:moveTo>
                    <a:pt x="317" y="615"/>
                  </a:moveTo>
                  <a:cubicBezTo>
                    <a:pt x="318" y="588"/>
                    <a:pt x="305" y="544"/>
                    <a:pt x="281" y="531"/>
                  </a:cubicBezTo>
                  <a:cubicBezTo>
                    <a:pt x="286" y="521"/>
                    <a:pt x="286" y="508"/>
                    <a:pt x="273" y="511"/>
                  </a:cubicBezTo>
                  <a:cubicBezTo>
                    <a:pt x="285" y="478"/>
                    <a:pt x="236" y="455"/>
                    <a:pt x="254" y="424"/>
                  </a:cubicBezTo>
                  <a:cubicBezTo>
                    <a:pt x="276" y="385"/>
                    <a:pt x="321" y="272"/>
                    <a:pt x="349" y="207"/>
                  </a:cubicBezTo>
                  <a:cubicBezTo>
                    <a:pt x="324" y="197"/>
                    <a:pt x="300" y="186"/>
                    <a:pt x="277" y="176"/>
                  </a:cubicBezTo>
                  <a:cubicBezTo>
                    <a:pt x="159" y="120"/>
                    <a:pt x="73" y="55"/>
                    <a:pt x="20" y="0"/>
                  </a:cubicBezTo>
                  <a:cubicBezTo>
                    <a:pt x="21" y="14"/>
                    <a:pt x="21" y="27"/>
                    <a:pt x="21" y="41"/>
                  </a:cubicBezTo>
                  <a:cubicBezTo>
                    <a:pt x="21" y="47"/>
                    <a:pt x="21" y="54"/>
                    <a:pt x="21" y="60"/>
                  </a:cubicBezTo>
                  <a:cubicBezTo>
                    <a:pt x="21" y="64"/>
                    <a:pt x="22" y="66"/>
                    <a:pt x="23" y="66"/>
                  </a:cubicBezTo>
                  <a:cubicBezTo>
                    <a:pt x="25" y="67"/>
                    <a:pt x="28" y="66"/>
                    <a:pt x="32" y="67"/>
                  </a:cubicBezTo>
                  <a:cubicBezTo>
                    <a:pt x="36" y="68"/>
                    <a:pt x="40" y="75"/>
                    <a:pt x="42" y="68"/>
                  </a:cubicBezTo>
                  <a:cubicBezTo>
                    <a:pt x="45" y="68"/>
                    <a:pt x="46" y="65"/>
                    <a:pt x="48" y="63"/>
                  </a:cubicBezTo>
                  <a:cubicBezTo>
                    <a:pt x="51" y="59"/>
                    <a:pt x="49" y="60"/>
                    <a:pt x="53" y="60"/>
                  </a:cubicBezTo>
                  <a:cubicBezTo>
                    <a:pt x="58" y="59"/>
                    <a:pt x="63" y="62"/>
                    <a:pt x="68" y="59"/>
                  </a:cubicBezTo>
                  <a:cubicBezTo>
                    <a:pt x="72" y="61"/>
                    <a:pt x="74" y="72"/>
                    <a:pt x="73" y="77"/>
                  </a:cubicBezTo>
                  <a:cubicBezTo>
                    <a:pt x="72" y="77"/>
                    <a:pt x="72" y="77"/>
                    <a:pt x="72" y="77"/>
                  </a:cubicBezTo>
                  <a:cubicBezTo>
                    <a:pt x="69" y="82"/>
                    <a:pt x="70" y="92"/>
                    <a:pt x="70" y="98"/>
                  </a:cubicBezTo>
                  <a:cubicBezTo>
                    <a:pt x="69" y="101"/>
                    <a:pt x="69" y="105"/>
                    <a:pt x="70" y="108"/>
                  </a:cubicBezTo>
                  <a:cubicBezTo>
                    <a:pt x="73" y="117"/>
                    <a:pt x="76" y="121"/>
                    <a:pt x="75" y="131"/>
                  </a:cubicBezTo>
                  <a:cubicBezTo>
                    <a:pt x="74" y="134"/>
                    <a:pt x="74" y="137"/>
                    <a:pt x="72" y="140"/>
                  </a:cubicBezTo>
                  <a:cubicBezTo>
                    <a:pt x="71" y="143"/>
                    <a:pt x="68" y="143"/>
                    <a:pt x="68" y="146"/>
                  </a:cubicBezTo>
                  <a:cubicBezTo>
                    <a:pt x="67" y="151"/>
                    <a:pt x="71" y="159"/>
                    <a:pt x="71" y="164"/>
                  </a:cubicBezTo>
                  <a:cubicBezTo>
                    <a:pt x="72" y="171"/>
                    <a:pt x="72" y="177"/>
                    <a:pt x="68" y="183"/>
                  </a:cubicBezTo>
                  <a:cubicBezTo>
                    <a:pt x="68" y="184"/>
                    <a:pt x="65" y="185"/>
                    <a:pt x="65" y="186"/>
                  </a:cubicBezTo>
                  <a:cubicBezTo>
                    <a:pt x="65" y="187"/>
                    <a:pt x="66" y="189"/>
                    <a:pt x="65" y="190"/>
                  </a:cubicBezTo>
                  <a:cubicBezTo>
                    <a:pt x="65" y="193"/>
                    <a:pt x="67" y="195"/>
                    <a:pt x="61" y="196"/>
                  </a:cubicBezTo>
                  <a:cubicBezTo>
                    <a:pt x="59" y="201"/>
                    <a:pt x="63" y="210"/>
                    <a:pt x="66" y="215"/>
                  </a:cubicBezTo>
                  <a:cubicBezTo>
                    <a:pt x="71" y="223"/>
                    <a:pt x="76" y="232"/>
                    <a:pt x="80" y="240"/>
                  </a:cubicBezTo>
                  <a:cubicBezTo>
                    <a:pt x="87" y="253"/>
                    <a:pt x="76" y="264"/>
                    <a:pt x="70" y="274"/>
                  </a:cubicBezTo>
                  <a:cubicBezTo>
                    <a:pt x="62" y="289"/>
                    <a:pt x="46" y="297"/>
                    <a:pt x="42" y="314"/>
                  </a:cubicBezTo>
                  <a:cubicBezTo>
                    <a:pt x="40" y="321"/>
                    <a:pt x="31" y="344"/>
                    <a:pt x="41" y="349"/>
                  </a:cubicBezTo>
                  <a:cubicBezTo>
                    <a:pt x="45" y="351"/>
                    <a:pt x="50" y="345"/>
                    <a:pt x="54" y="344"/>
                  </a:cubicBezTo>
                  <a:cubicBezTo>
                    <a:pt x="70" y="341"/>
                    <a:pt x="56" y="354"/>
                    <a:pt x="53" y="358"/>
                  </a:cubicBezTo>
                  <a:cubicBezTo>
                    <a:pt x="50" y="362"/>
                    <a:pt x="50" y="365"/>
                    <a:pt x="50" y="370"/>
                  </a:cubicBezTo>
                  <a:cubicBezTo>
                    <a:pt x="50" y="374"/>
                    <a:pt x="48" y="379"/>
                    <a:pt x="48" y="383"/>
                  </a:cubicBezTo>
                  <a:cubicBezTo>
                    <a:pt x="48" y="388"/>
                    <a:pt x="50" y="391"/>
                    <a:pt x="48" y="395"/>
                  </a:cubicBezTo>
                  <a:cubicBezTo>
                    <a:pt x="45" y="400"/>
                    <a:pt x="42" y="400"/>
                    <a:pt x="45" y="406"/>
                  </a:cubicBezTo>
                  <a:cubicBezTo>
                    <a:pt x="50" y="413"/>
                    <a:pt x="60" y="413"/>
                    <a:pt x="68" y="414"/>
                  </a:cubicBezTo>
                  <a:cubicBezTo>
                    <a:pt x="67" y="423"/>
                    <a:pt x="57" y="425"/>
                    <a:pt x="50" y="427"/>
                  </a:cubicBezTo>
                  <a:cubicBezTo>
                    <a:pt x="41" y="431"/>
                    <a:pt x="38" y="438"/>
                    <a:pt x="34" y="446"/>
                  </a:cubicBezTo>
                  <a:cubicBezTo>
                    <a:pt x="33" y="448"/>
                    <a:pt x="32" y="454"/>
                    <a:pt x="31" y="456"/>
                  </a:cubicBezTo>
                  <a:cubicBezTo>
                    <a:pt x="30" y="460"/>
                    <a:pt x="33" y="469"/>
                    <a:pt x="36" y="473"/>
                  </a:cubicBezTo>
                  <a:cubicBezTo>
                    <a:pt x="45" y="473"/>
                    <a:pt x="56" y="480"/>
                    <a:pt x="56" y="490"/>
                  </a:cubicBezTo>
                  <a:cubicBezTo>
                    <a:pt x="55" y="495"/>
                    <a:pt x="53" y="495"/>
                    <a:pt x="57" y="500"/>
                  </a:cubicBezTo>
                  <a:cubicBezTo>
                    <a:pt x="60" y="503"/>
                    <a:pt x="65" y="504"/>
                    <a:pt x="68" y="507"/>
                  </a:cubicBezTo>
                  <a:cubicBezTo>
                    <a:pt x="74" y="512"/>
                    <a:pt x="84" y="519"/>
                    <a:pt x="81" y="527"/>
                  </a:cubicBezTo>
                  <a:cubicBezTo>
                    <a:pt x="80" y="531"/>
                    <a:pt x="77" y="533"/>
                    <a:pt x="77" y="538"/>
                  </a:cubicBezTo>
                  <a:cubicBezTo>
                    <a:pt x="77" y="543"/>
                    <a:pt x="79" y="545"/>
                    <a:pt x="82" y="549"/>
                  </a:cubicBezTo>
                  <a:cubicBezTo>
                    <a:pt x="89" y="556"/>
                    <a:pt x="92" y="568"/>
                    <a:pt x="96" y="578"/>
                  </a:cubicBezTo>
                  <a:cubicBezTo>
                    <a:pt x="101" y="587"/>
                    <a:pt x="97" y="590"/>
                    <a:pt x="106" y="596"/>
                  </a:cubicBezTo>
                  <a:cubicBezTo>
                    <a:pt x="112" y="599"/>
                    <a:pt x="193" y="640"/>
                    <a:pt x="322" y="680"/>
                  </a:cubicBezTo>
                  <a:cubicBezTo>
                    <a:pt x="317" y="659"/>
                    <a:pt x="319" y="637"/>
                    <a:pt x="333" y="620"/>
                  </a:cubicBezTo>
                  <a:cubicBezTo>
                    <a:pt x="327" y="619"/>
                    <a:pt x="324" y="615"/>
                    <a:pt x="317" y="615"/>
                  </a:cubicBezTo>
                  <a:close/>
                  <a:moveTo>
                    <a:pt x="65" y="548"/>
                  </a:moveTo>
                  <a:cubicBezTo>
                    <a:pt x="61" y="536"/>
                    <a:pt x="65" y="524"/>
                    <a:pt x="59" y="513"/>
                  </a:cubicBezTo>
                  <a:cubicBezTo>
                    <a:pt x="53" y="503"/>
                    <a:pt x="42" y="497"/>
                    <a:pt x="35" y="488"/>
                  </a:cubicBezTo>
                  <a:cubicBezTo>
                    <a:pt x="29" y="481"/>
                    <a:pt x="28" y="466"/>
                    <a:pt x="17" y="463"/>
                  </a:cubicBezTo>
                  <a:cubicBezTo>
                    <a:pt x="2" y="458"/>
                    <a:pt x="11" y="476"/>
                    <a:pt x="15" y="482"/>
                  </a:cubicBezTo>
                  <a:cubicBezTo>
                    <a:pt x="0" y="486"/>
                    <a:pt x="15" y="502"/>
                    <a:pt x="20" y="507"/>
                  </a:cubicBezTo>
                  <a:cubicBezTo>
                    <a:pt x="23" y="511"/>
                    <a:pt x="28" y="514"/>
                    <a:pt x="29" y="520"/>
                  </a:cubicBezTo>
                  <a:cubicBezTo>
                    <a:pt x="30" y="526"/>
                    <a:pt x="25" y="527"/>
                    <a:pt x="25" y="533"/>
                  </a:cubicBezTo>
                  <a:cubicBezTo>
                    <a:pt x="24" y="544"/>
                    <a:pt x="35" y="548"/>
                    <a:pt x="41" y="556"/>
                  </a:cubicBezTo>
                  <a:cubicBezTo>
                    <a:pt x="48" y="565"/>
                    <a:pt x="43" y="576"/>
                    <a:pt x="50" y="586"/>
                  </a:cubicBezTo>
                  <a:cubicBezTo>
                    <a:pt x="55" y="594"/>
                    <a:pt x="67" y="607"/>
                    <a:pt x="75" y="612"/>
                  </a:cubicBezTo>
                  <a:cubicBezTo>
                    <a:pt x="82" y="616"/>
                    <a:pt x="80" y="589"/>
                    <a:pt x="80" y="587"/>
                  </a:cubicBezTo>
                  <a:cubicBezTo>
                    <a:pt x="79" y="571"/>
                    <a:pt x="71" y="563"/>
                    <a:pt x="65" y="548"/>
                  </a:cubicBezTo>
                  <a:close/>
                </a:path>
              </a:pathLst>
            </a:custGeom>
            <a:solidFill>
              <a:schemeClr val="accent1"/>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9" name="Down Arrow Callout 58"/>
          <p:cNvSpPr/>
          <p:nvPr/>
        </p:nvSpPr>
        <p:spPr>
          <a:xfrm>
            <a:off x="399370" y="3218791"/>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50%</a:t>
            </a:r>
          </a:p>
        </p:txBody>
      </p:sp>
      <p:sp>
        <p:nvSpPr>
          <p:cNvPr id="60" name="Down Arrow Callout 59"/>
          <p:cNvSpPr/>
          <p:nvPr/>
        </p:nvSpPr>
        <p:spPr>
          <a:xfrm>
            <a:off x="2051730" y="2596745"/>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40%</a:t>
            </a:r>
          </a:p>
        </p:txBody>
      </p:sp>
      <p:sp>
        <p:nvSpPr>
          <p:cNvPr id="61" name="Down Arrow Callout 60"/>
          <p:cNvSpPr/>
          <p:nvPr/>
        </p:nvSpPr>
        <p:spPr>
          <a:xfrm>
            <a:off x="551770" y="4121034"/>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90%</a:t>
            </a:r>
          </a:p>
        </p:txBody>
      </p:sp>
      <p:sp>
        <p:nvSpPr>
          <p:cNvPr id="62" name="Down Arrow Callout 61"/>
          <p:cNvSpPr/>
          <p:nvPr/>
        </p:nvSpPr>
        <p:spPr>
          <a:xfrm>
            <a:off x="2406853" y="4714759"/>
            <a:ext cx="972230" cy="418522"/>
          </a:xfrm>
          <a:prstGeom prst="downArrowCallout">
            <a:avLst>
              <a:gd name="adj1" fmla="val 50000"/>
              <a:gd name="adj2" fmla="val 25000"/>
              <a:gd name="adj3" fmla="val 25000"/>
              <a:gd name="adj4" fmla="val 75000"/>
            </a:avLst>
          </a:prstGeom>
          <a:ln>
            <a:noFill/>
          </a:ln>
        </p:spPr>
        <p:style>
          <a:lnRef idx="1">
            <a:schemeClr val="dk1"/>
          </a:lnRef>
          <a:fillRef idx="2">
            <a:schemeClr val="dk1"/>
          </a:fillRef>
          <a:effectRef idx="1">
            <a:schemeClr val="dk1"/>
          </a:effectRef>
          <a:fontRef idx="minor">
            <a:schemeClr val="dk1"/>
          </a:fontRef>
        </p:style>
        <p:txBody>
          <a:bodyPr rtlCol="0" anchor="ctr"/>
          <a:lstStyle/>
          <a:p>
            <a:pPr algn="ctr"/>
            <a:r>
              <a:rPr lang="en-US" sz="1600" dirty="0">
                <a:solidFill>
                  <a:schemeClr val="tx1">
                    <a:lumMod val="50000"/>
                    <a:lumOff val="50000"/>
                  </a:schemeClr>
                </a:solidFill>
              </a:rPr>
              <a:t>40%</a:t>
            </a:r>
          </a:p>
        </p:txBody>
      </p:sp>
      <p:sp>
        <p:nvSpPr>
          <p:cNvPr id="63" name="Footer Text"/>
          <p:cNvSpPr txBox="1"/>
          <p:nvPr/>
        </p:nvSpPr>
        <p:spPr>
          <a:xfrm>
            <a:off x="4679812" y="2342744"/>
            <a:ext cx="3821352" cy="830997"/>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sp>
        <p:nvSpPr>
          <p:cNvPr id="64" name="Oval 63"/>
          <p:cNvSpPr/>
          <p:nvPr/>
        </p:nvSpPr>
        <p:spPr>
          <a:xfrm>
            <a:off x="3388811" y="4533906"/>
            <a:ext cx="399644" cy="399638"/>
          </a:xfrm>
          <a:prstGeom prst="ellipse">
            <a:avLst/>
          </a:prstGeom>
          <a:solidFill>
            <a:schemeClr val="bg1">
              <a:lumMod val="7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cxnSp>
        <p:nvCxnSpPr>
          <p:cNvPr id="65" name="Straight Connector 64"/>
          <p:cNvCxnSpPr/>
          <p:nvPr/>
        </p:nvCxnSpPr>
        <p:spPr>
          <a:xfrm rot="5400000" flipH="1" flipV="1">
            <a:off x="3544717" y="3593213"/>
            <a:ext cx="1188333" cy="1081857"/>
          </a:xfrm>
          <a:prstGeom prst="line">
            <a:avLst/>
          </a:prstGeom>
          <a:ln w="19050">
            <a:solidFill>
              <a:schemeClr val="bg1">
                <a:lumMod val="65000"/>
              </a:schemeClr>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4679812" y="3276600"/>
            <a:ext cx="3821352" cy="526748"/>
            <a:chOff x="4679812" y="2102152"/>
            <a:chExt cx="3821352" cy="526748"/>
          </a:xfrm>
        </p:grpSpPr>
        <p:sp>
          <p:nvSpPr>
            <p:cNvPr id="67" name="Rounded Rectangle 66"/>
            <p:cNvSpPr/>
            <p:nvPr/>
          </p:nvSpPr>
          <p:spPr>
            <a:xfrm>
              <a:off x="4679812" y="2102152"/>
              <a:ext cx="3821352" cy="526748"/>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ooter Text"/>
            <p:cNvSpPr txBox="1"/>
            <p:nvPr/>
          </p:nvSpPr>
          <p:spPr>
            <a:xfrm>
              <a:off x="4880750" y="2196249"/>
              <a:ext cx="3419476" cy="338554"/>
            </a:xfrm>
            <a:prstGeom prst="rect">
              <a:avLst/>
            </a:prstGeom>
            <a:noFill/>
          </p:spPr>
          <p:txBody>
            <a:bodyPr wrap="square" lIns="0" tIns="0" rIns="0" bIns="0" rtlCol="0">
              <a:spAutoFit/>
            </a:bodyPr>
            <a:lstStyle/>
            <a:p>
              <a:r>
                <a:rPr lang="en-US" sz="1200" b="1" dirty="0">
                  <a:solidFill>
                    <a:schemeClr val="bg1"/>
                  </a:solidFill>
                </a:rPr>
                <a:t>Title Goes Here</a:t>
              </a:r>
              <a:br>
                <a:rPr lang="en-US" sz="1000" dirty="0">
                  <a:solidFill>
                    <a:schemeClr val="bg1"/>
                  </a:solidFill>
                </a:rPr>
              </a:br>
              <a:r>
                <a:rPr lang="en-US" sz="1000" dirty="0">
                  <a:solidFill>
                    <a:schemeClr val="bg1"/>
                  </a:solidFill>
                </a:rPr>
                <a:t>of lorem ipsum available, but the majority have suffered</a:t>
              </a:r>
            </a:p>
          </p:txBody>
        </p:sp>
      </p:grpSp>
      <p:grpSp>
        <p:nvGrpSpPr>
          <p:cNvPr id="69" name="Group 394"/>
          <p:cNvGrpSpPr/>
          <p:nvPr/>
        </p:nvGrpSpPr>
        <p:grpSpPr>
          <a:xfrm>
            <a:off x="5073204" y="4002738"/>
            <a:ext cx="3399587" cy="276225"/>
            <a:chOff x="3724275" y="1396446"/>
            <a:chExt cx="2028825" cy="276225"/>
          </a:xfrm>
        </p:grpSpPr>
        <p:sp>
          <p:nvSpPr>
            <p:cNvPr id="70" name="Rounded Rectangle 69"/>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ounded Rectangle 70"/>
            <p:cNvSpPr/>
            <p:nvPr/>
          </p:nvSpPr>
          <p:spPr>
            <a:xfrm>
              <a:off x="3724275" y="1396446"/>
              <a:ext cx="1061290" cy="27622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72" name="Group 397"/>
          <p:cNvGrpSpPr/>
          <p:nvPr/>
        </p:nvGrpSpPr>
        <p:grpSpPr>
          <a:xfrm>
            <a:off x="5073204" y="4532217"/>
            <a:ext cx="3399587" cy="276225"/>
            <a:chOff x="3724275" y="1396446"/>
            <a:chExt cx="2028825" cy="276225"/>
          </a:xfrm>
        </p:grpSpPr>
        <p:sp>
          <p:nvSpPr>
            <p:cNvPr id="73" name="Rounded Rectangle 72"/>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ounded Rectangle 73"/>
            <p:cNvSpPr/>
            <p:nvPr/>
          </p:nvSpPr>
          <p:spPr>
            <a:xfrm>
              <a:off x="3724275" y="1396446"/>
              <a:ext cx="1216096" cy="27622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60%</a:t>
              </a:r>
            </a:p>
          </p:txBody>
        </p:sp>
      </p:grpSp>
      <p:grpSp>
        <p:nvGrpSpPr>
          <p:cNvPr id="75" name="Group 400"/>
          <p:cNvGrpSpPr/>
          <p:nvPr/>
        </p:nvGrpSpPr>
        <p:grpSpPr>
          <a:xfrm>
            <a:off x="5073204" y="5061696"/>
            <a:ext cx="3399587" cy="276225"/>
            <a:chOff x="3724275" y="1396446"/>
            <a:chExt cx="2028825" cy="276225"/>
          </a:xfrm>
        </p:grpSpPr>
        <p:sp>
          <p:nvSpPr>
            <p:cNvPr id="76" name="Rounded Rectangle 75"/>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ounded Rectangle 76"/>
            <p:cNvSpPr/>
            <p:nvPr/>
          </p:nvSpPr>
          <p:spPr>
            <a:xfrm>
              <a:off x="3724276" y="1396446"/>
              <a:ext cx="1409603" cy="27622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70%</a:t>
              </a:r>
            </a:p>
          </p:txBody>
        </p:sp>
      </p:grpSp>
      <p:grpSp>
        <p:nvGrpSpPr>
          <p:cNvPr id="78" name="Group 403"/>
          <p:cNvGrpSpPr/>
          <p:nvPr/>
        </p:nvGrpSpPr>
        <p:grpSpPr>
          <a:xfrm>
            <a:off x="5073204" y="5591175"/>
            <a:ext cx="3399587" cy="276225"/>
            <a:chOff x="3724275" y="1396446"/>
            <a:chExt cx="2028825" cy="276225"/>
          </a:xfrm>
        </p:grpSpPr>
        <p:sp>
          <p:nvSpPr>
            <p:cNvPr id="79" name="Rounded Rectangle 78"/>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ounded Rectangle 79"/>
            <p:cNvSpPr/>
            <p:nvPr/>
          </p:nvSpPr>
          <p:spPr>
            <a:xfrm>
              <a:off x="3724276" y="1396446"/>
              <a:ext cx="847825" cy="27622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40%</a:t>
              </a:r>
            </a:p>
          </p:txBody>
        </p:sp>
      </p:grpSp>
      <p:grpSp>
        <p:nvGrpSpPr>
          <p:cNvPr id="81" name="Group 412"/>
          <p:cNvGrpSpPr/>
          <p:nvPr/>
        </p:nvGrpSpPr>
        <p:grpSpPr>
          <a:xfrm>
            <a:off x="4755175" y="4056212"/>
            <a:ext cx="282129" cy="1757714"/>
            <a:chOff x="3394521" y="1406024"/>
            <a:chExt cx="282129" cy="1757714"/>
          </a:xfrm>
        </p:grpSpPr>
        <p:sp>
          <p:nvSpPr>
            <p:cNvPr id="82" name="Text Placeholder 3"/>
            <p:cNvSpPr txBox="1">
              <a:spLocks/>
            </p:cNvSpPr>
            <p:nvPr/>
          </p:nvSpPr>
          <p:spPr>
            <a:xfrm>
              <a:off x="3394521" y="1406024"/>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2010</a:t>
              </a:r>
            </a:p>
          </p:txBody>
        </p:sp>
        <p:sp>
          <p:nvSpPr>
            <p:cNvPr id="83" name="Text Placeholder 3"/>
            <p:cNvSpPr txBox="1">
              <a:spLocks/>
            </p:cNvSpPr>
            <p:nvPr/>
          </p:nvSpPr>
          <p:spPr>
            <a:xfrm>
              <a:off x="3394521" y="1935503"/>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2011</a:t>
              </a:r>
            </a:p>
          </p:txBody>
        </p:sp>
        <p:sp>
          <p:nvSpPr>
            <p:cNvPr id="84" name="Text Placeholder 3"/>
            <p:cNvSpPr txBox="1">
              <a:spLocks/>
            </p:cNvSpPr>
            <p:nvPr/>
          </p:nvSpPr>
          <p:spPr>
            <a:xfrm>
              <a:off x="3394521" y="2464982"/>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2012</a:t>
              </a:r>
            </a:p>
          </p:txBody>
        </p:sp>
        <p:sp>
          <p:nvSpPr>
            <p:cNvPr id="85" name="Text Placeholder 3"/>
            <p:cNvSpPr txBox="1">
              <a:spLocks/>
            </p:cNvSpPr>
            <p:nvPr/>
          </p:nvSpPr>
          <p:spPr>
            <a:xfrm>
              <a:off x="3394521" y="2994461"/>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2013</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500" fill="hold"/>
                                        <p:tgtEl>
                                          <p:spTgt spid="45"/>
                                        </p:tgtEl>
                                        <p:attrNameLst>
                                          <p:attrName>ppt_w</p:attrName>
                                        </p:attrNameLst>
                                      </p:cBhvr>
                                      <p:tavLst>
                                        <p:tav tm="0">
                                          <p:val>
                                            <p:fltVal val="0"/>
                                          </p:val>
                                        </p:tav>
                                        <p:tav tm="100000">
                                          <p:val>
                                            <p:strVal val="#ppt_w"/>
                                          </p:val>
                                        </p:tav>
                                      </p:tavLst>
                                    </p:anim>
                                    <p:anim calcmode="lin" valueType="num">
                                      <p:cBhvr>
                                        <p:cTn id="8" dur="500" fill="hold"/>
                                        <p:tgtEl>
                                          <p:spTgt spid="45"/>
                                        </p:tgtEl>
                                        <p:attrNameLst>
                                          <p:attrName>ppt_h</p:attrName>
                                        </p:attrNameLst>
                                      </p:cBhvr>
                                      <p:tavLst>
                                        <p:tav tm="0">
                                          <p:val>
                                            <p:fltVal val="0"/>
                                          </p:val>
                                        </p:tav>
                                        <p:tav tm="100000">
                                          <p:val>
                                            <p:strVal val="#ppt_h"/>
                                          </p:val>
                                        </p:tav>
                                      </p:tavLst>
                                    </p:anim>
                                    <p:animEffect transition="in" filter="fade">
                                      <p:cBhvr>
                                        <p:cTn id="9" dur="500"/>
                                        <p:tgtEl>
                                          <p:spTgt spid="45"/>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additive="base">
                                        <p:cTn id="13" dur="500" fill="hold"/>
                                        <p:tgtEl>
                                          <p:spTgt spid="59"/>
                                        </p:tgtEl>
                                        <p:attrNameLst>
                                          <p:attrName>ppt_x</p:attrName>
                                        </p:attrNameLst>
                                      </p:cBhvr>
                                      <p:tavLst>
                                        <p:tav tm="0">
                                          <p:val>
                                            <p:strVal val="#ppt_x"/>
                                          </p:val>
                                        </p:tav>
                                        <p:tav tm="100000">
                                          <p:val>
                                            <p:strVal val="#ppt_x"/>
                                          </p:val>
                                        </p:tav>
                                      </p:tavLst>
                                    </p:anim>
                                    <p:anim calcmode="lin" valueType="num">
                                      <p:cBhvr additive="base">
                                        <p:cTn id="14" dur="500" fill="hold"/>
                                        <p:tgtEl>
                                          <p:spTgt spid="59"/>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60"/>
                                        </p:tgtEl>
                                        <p:attrNameLst>
                                          <p:attrName>style.visibility</p:attrName>
                                        </p:attrNameLst>
                                      </p:cBhvr>
                                      <p:to>
                                        <p:strVal val="visible"/>
                                      </p:to>
                                    </p:set>
                                    <p:anim calcmode="lin" valueType="num">
                                      <p:cBhvr additive="base">
                                        <p:cTn id="18" dur="500" fill="hold"/>
                                        <p:tgtEl>
                                          <p:spTgt spid="60"/>
                                        </p:tgtEl>
                                        <p:attrNameLst>
                                          <p:attrName>ppt_x</p:attrName>
                                        </p:attrNameLst>
                                      </p:cBhvr>
                                      <p:tavLst>
                                        <p:tav tm="0">
                                          <p:val>
                                            <p:strVal val="#ppt_x"/>
                                          </p:val>
                                        </p:tav>
                                        <p:tav tm="100000">
                                          <p:val>
                                            <p:strVal val="#ppt_x"/>
                                          </p:val>
                                        </p:tav>
                                      </p:tavLst>
                                    </p:anim>
                                    <p:anim calcmode="lin" valueType="num">
                                      <p:cBhvr additive="base">
                                        <p:cTn id="19" dur="500" fill="hold"/>
                                        <p:tgtEl>
                                          <p:spTgt spid="60"/>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61"/>
                                        </p:tgtEl>
                                        <p:attrNameLst>
                                          <p:attrName>style.visibility</p:attrName>
                                        </p:attrNameLst>
                                      </p:cBhvr>
                                      <p:to>
                                        <p:strVal val="visible"/>
                                      </p:to>
                                    </p:set>
                                    <p:anim calcmode="lin" valueType="num">
                                      <p:cBhvr additive="base">
                                        <p:cTn id="23" dur="500" fill="hold"/>
                                        <p:tgtEl>
                                          <p:spTgt spid="61"/>
                                        </p:tgtEl>
                                        <p:attrNameLst>
                                          <p:attrName>ppt_x</p:attrName>
                                        </p:attrNameLst>
                                      </p:cBhvr>
                                      <p:tavLst>
                                        <p:tav tm="0">
                                          <p:val>
                                            <p:strVal val="#ppt_x"/>
                                          </p:val>
                                        </p:tav>
                                        <p:tav tm="100000">
                                          <p:val>
                                            <p:strVal val="#ppt_x"/>
                                          </p:val>
                                        </p:tav>
                                      </p:tavLst>
                                    </p:anim>
                                    <p:anim calcmode="lin" valueType="num">
                                      <p:cBhvr additive="base">
                                        <p:cTn id="24" dur="500" fill="hold"/>
                                        <p:tgtEl>
                                          <p:spTgt spid="61"/>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62"/>
                                        </p:tgtEl>
                                        <p:attrNameLst>
                                          <p:attrName>style.visibility</p:attrName>
                                        </p:attrNameLst>
                                      </p:cBhvr>
                                      <p:to>
                                        <p:strVal val="visible"/>
                                      </p:to>
                                    </p:set>
                                    <p:anim calcmode="lin" valueType="num">
                                      <p:cBhvr additive="base">
                                        <p:cTn id="28" dur="500" fill="hold"/>
                                        <p:tgtEl>
                                          <p:spTgt spid="62"/>
                                        </p:tgtEl>
                                        <p:attrNameLst>
                                          <p:attrName>ppt_x</p:attrName>
                                        </p:attrNameLst>
                                      </p:cBhvr>
                                      <p:tavLst>
                                        <p:tav tm="0">
                                          <p:val>
                                            <p:strVal val="#ppt_x"/>
                                          </p:val>
                                        </p:tav>
                                        <p:tav tm="100000">
                                          <p:val>
                                            <p:strVal val="#ppt_x"/>
                                          </p:val>
                                        </p:tav>
                                      </p:tavLst>
                                    </p:anim>
                                    <p:anim calcmode="lin" valueType="num">
                                      <p:cBhvr additive="base">
                                        <p:cTn id="29" dur="500" fill="hold"/>
                                        <p:tgtEl>
                                          <p:spTgt spid="62"/>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63"/>
                                        </p:tgtEl>
                                        <p:attrNameLst>
                                          <p:attrName>style.visibility</p:attrName>
                                        </p:attrNameLst>
                                      </p:cBhvr>
                                      <p:to>
                                        <p:strVal val="visible"/>
                                      </p:to>
                                    </p:set>
                                    <p:animEffect transition="in" filter="wipe(left)">
                                      <p:cBhvr>
                                        <p:cTn id="33" dur="500"/>
                                        <p:tgtEl>
                                          <p:spTgt spid="63"/>
                                        </p:tgtEl>
                                      </p:cBhvr>
                                    </p:animEffect>
                                  </p:childTnLst>
                                </p:cTn>
                              </p:par>
                            </p:childTnLst>
                          </p:cTn>
                        </p:par>
                        <p:par>
                          <p:cTn id="34" fill="hold">
                            <p:stCondLst>
                              <p:cond delay="3000"/>
                            </p:stCondLst>
                            <p:childTnLst>
                              <p:par>
                                <p:cTn id="35" presetID="53" presetClass="entr" presetSubtype="0" fill="hold" grpId="0" nodeType="afterEffect">
                                  <p:stCondLst>
                                    <p:cond delay="0"/>
                                  </p:stCondLst>
                                  <p:childTnLst>
                                    <p:set>
                                      <p:cBhvr>
                                        <p:cTn id="36" dur="1" fill="hold">
                                          <p:stCondLst>
                                            <p:cond delay="0"/>
                                          </p:stCondLst>
                                        </p:cTn>
                                        <p:tgtEl>
                                          <p:spTgt spid="64"/>
                                        </p:tgtEl>
                                        <p:attrNameLst>
                                          <p:attrName>style.visibility</p:attrName>
                                        </p:attrNameLst>
                                      </p:cBhvr>
                                      <p:to>
                                        <p:strVal val="visible"/>
                                      </p:to>
                                    </p:set>
                                    <p:anim calcmode="lin" valueType="num">
                                      <p:cBhvr>
                                        <p:cTn id="37" dur="500" fill="hold"/>
                                        <p:tgtEl>
                                          <p:spTgt spid="64"/>
                                        </p:tgtEl>
                                        <p:attrNameLst>
                                          <p:attrName>ppt_w</p:attrName>
                                        </p:attrNameLst>
                                      </p:cBhvr>
                                      <p:tavLst>
                                        <p:tav tm="0">
                                          <p:val>
                                            <p:fltVal val="0"/>
                                          </p:val>
                                        </p:tav>
                                        <p:tav tm="100000">
                                          <p:val>
                                            <p:strVal val="#ppt_w"/>
                                          </p:val>
                                        </p:tav>
                                      </p:tavLst>
                                    </p:anim>
                                    <p:anim calcmode="lin" valueType="num">
                                      <p:cBhvr>
                                        <p:cTn id="38" dur="500" fill="hold"/>
                                        <p:tgtEl>
                                          <p:spTgt spid="64"/>
                                        </p:tgtEl>
                                        <p:attrNameLst>
                                          <p:attrName>ppt_h</p:attrName>
                                        </p:attrNameLst>
                                      </p:cBhvr>
                                      <p:tavLst>
                                        <p:tav tm="0">
                                          <p:val>
                                            <p:fltVal val="0"/>
                                          </p:val>
                                        </p:tav>
                                        <p:tav tm="100000">
                                          <p:val>
                                            <p:strVal val="#ppt_h"/>
                                          </p:val>
                                        </p:tav>
                                      </p:tavLst>
                                    </p:anim>
                                    <p:animEffect transition="in" filter="fade">
                                      <p:cBhvr>
                                        <p:cTn id="39" dur="500"/>
                                        <p:tgtEl>
                                          <p:spTgt spid="64"/>
                                        </p:tgtEl>
                                      </p:cBhvr>
                                    </p:animEffect>
                                  </p:childTnLst>
                                </p:cTn>
                              </p:par>
                            </p:childTnLst>
                          </p:cTn>
                        </p:par>
                        <p:par>
                          <p:cTn id="40" fill="hold">
                            <p:stCondLst>
                              <p:cond delay="3500"/>
                            </p:stCondLst>
                            <p:childTnLst>
                              <p:par>
                                <p:cTn id="41" presetID="18" presetClass="entr" presetSubtype="3" fill="hold" nodeType="afterEffect">
                                  <p:stCondLst>
                                    <p:cond delay="0"/>
                                  </p:stCondLst>
                                  <p:childTnLst>
                                    <p:set>
                                      <p:cBhvr>
                                        <p:cTn id="42" dur="1" fill="hold">
                                          <p:stCondLst>
                                            <p:cond delay="0"/>
                                          </p:stCondLst>
                                        </p:cTn>
                                        <p:tgtEl>
                                          <p:spTgt spid="65"/>
                                        </p:tgtEl>
                                        <p:attrNameLst>
                                          <p:attrName>style.visibility</p:attrName>
                                        </p:attrNameLst>
                                      </p:cBhvr>
                                      <p:to>
                                        <p:strVal val="visible"/>
                                      </p:to>
                                    </p:set>
                                    <p:animEffect transition="in" filter="strips(upRight)">
                                      <p:cBhvr>
                                        <p:cTn id="43" dur="500"/>
                                        <p:tgtEl>
                                          <p:spTgt spid="65"/>
                                        </p:tgtEl>
                                      </p:cBhvr>
                                    </p:animEffect>
                                  </p:childTnLst>
                                </p:cTn>
                              </p:par>
                            </p:childTnLst>
                          </p:cTn>
                        </p:par>
                        <p:par>
                          <p:cTn id="44" fill="hold">
                            <p:stCondLst>
                              <p:cond delay="4000"/>
                            </p:stCondLst>
                            <p:childTnLst>
                              <p:par>
                                <p:cTn id="45" presetID="22" presetClass="entr" presetSubtype="8" fill="hold" nodeType="afterEffect">
                                  <p:stCondLst>
                                    <p:cond delay="0"/>
                                  </p:stCondLst>
                                  <p:childTnLst>
                                    <p:set>
                                      <p:cBhvr>
                                        <p:cTn id="46" dur="1" fill="hold">
                                          <p:stCondLst>
                                            <p:cond delay="0"/>
                                          </p:stCondLst>
                                        </p:cTn>
                                        <p:tgtEl>
                                          <p:spTgt spid="66"/>
                                        </p:tgtEl>
                                        <p:attrNameLst>
                                          <p:attrName>style.visibility</p:attrName>
                                        </p:attrNameLst>
                                      </p:cBhvr>
                                      <p:to>
                                        <p:strVal val="visible"/>
                                      </p:to>
                                    </p:set>
                                    <p:animEffect transition="in" filter="wipe(left)">
                                      <p:cBhvr>
                                        <p:cTn id="47" dur="500"/>
                                        <p:tgtEl>
                                          <p:spTgt spid="66"/>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81"/>
                                        </p:tgtEl>
                                        <p:attrNameLst>
                                          <p:attrName>style.visibility</p:attrName>
                                        </p:attrNameLst>
                                      </p:cBhvr>
                                      <p:to>
                                        <p:strVal val="visible"/>
                                      </p:to>
                                    </p:set>
                                    <p:animEffect transition="in" filter="wipe(left)">
                                      <p:cBhvr>
                                        <p:cTn id="51" dur="500"/>
                                        <p:tgtEl>
                                          <p:spTgt spid="81"/>
                                        </p:tgtEl>
                                      </p:cBhvr>
                                    </p:animEffect>
                                  </p:childTnLst>
                                </p:cTn>
                              </p:par>
                            </p:childTnLst>
                          </p:cTn>
                        </p:par>
                        <p:par>
                          <p:cTn id="52" fill="hold">
                            <p:stCondLst>
                              <p:cond delay="5000"/>
                            </p:stCondLst>
                            <p:childTnLst>
                              <p:par>
                                <p:cTn id="53" presetID="22" presetClass="entr" presetSubtype="8" fill="hold" nodeType="afterEffect">
                                  <p:stCondLst>
                                    <p:cond delay="0"/>
                                  </p:stCondLst>
                                  <p:childTnLst>
                                    <p:set>
                                      <p:cBhvr>
                                        <p:cTn id="54" dur="1" fill="hold">
                                          <p:stCondLst>
                                            <p:cond delay="0"/>
                                          </p:stCondLst>
                                        </p:cTn>
                                        <p:tgtEl>
                                          <p:spTgt spid="69"/>
                                        </p:tgtEl>
                                        <p:attrNameLst>
                                          <p:attrName>style.visibility</p:attrName>
                                        </p:attrNameLst>
                                      </p:cBhvr>
                                      <p:to>
                                        <p:strVal val="visible"/>
                                      </p:to>
                                    </p:set>
                                    <p:animEffect transition="in" filter="wipe(left)">
                                      <p:cBhvr>
                                        <p:cTn id="55" dur="500"/>
                                        <p:tgtEl>
                                          <p:spTgt spid="69"/>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72"/>
                                        </p:tgtEl>
                                        <p:attrNameLst>
                                          <p:attrName>style.visibility</p:attrName>
                                        </p:attrNameLst>
                                      </p:cBhvr>
                                      <p:to>
                                        <p:strVal val="visible"/>
                                      </p:to>
                                    </p:set>
                                    <p:animEffect transition="in" filter="wipe(left)">
                                      <p:cBhvr>
                                        <p:cTn id="59" dur="500"/>
                                        <p:tgtEl>
                                          <p:spTgt spid="72"/>
                                        </p:tgtEl>
                                      </p:cBhvr>
                                    </p:animEffect>
                                  </p:childTnLst>
                                </p:cTn>
                              </p:par>
                            </p:childTnLst>
                          </p:cTn>
                        </p:par>
                        <p:par>
                          <p:cTn id="60" fill="hold">
                            <p:stCondLst>
                              <p:cond delay="6000"/>
                            </p:stCondLst>
                            <p:childTnLst>
                              <p:par>
                                <p:cTn id="61" presetID="22" presetClass="entr" presetSubtype="8" fill="hold"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wipe(left)">
                                      <p:cBhvr>
                                        <p:cTn id="63" dur="500"/>
                                        <p:tgtEl>
                                          <p:spTgt spid="75"/>
                                        </p:tgtEl>
                                      </p:cBhvr>
                                    </p:animEffect>
                                  </p:childTnLst>
                                </p:cTn>
                              </p:par>
                            </p:childTnLst>
                          </p:cTn>
                        </p:par>
                        <p:par>
                          <p:cTn id="64" fill="hold">
                            <p:stCondLst>
                              <p:cond delay="6500"/>
                            </p:stCondLst>
                            <p:childTnLst>
                              <p:par>
                                <p:cTn id="65" presetID="22" presetClass="entr" presetSubtype="8" fill="hold" nodeType="afterEffect">
                                  <p:stCondLst>
                                    <p:cond delay="0"/>
                                  </p:stCondLst>
                                  <p:childTnLst>
                                    <p:set>
                                      <p:cBhvr>
                                        <p:cTn id="66" dur="1" fill="hold">
                                          <p:stCondLst>
                                            <p:cond delay="0"/>
                                          </p:stCondLst>
                                        </p:cTn>
                                        <p:tgtEl>
                                          <p:spTgt spid="78"/>
                                        </p:tgtEl>
                                        <p:attrNameLst>
                                          <p:attrName>style.visibility</p:attrName>
                                        </p:attrNameLst>
                                      </p:cBhvr>
                                      <p:to>
                                        <p:strVal val="visible"/>
                                      </p:to>
                                    </p:set>
                                    <p:animEffect transition="in" filter="wipe(left)">
                                      <p:cBhvr>
                                        <p:cTn id="67"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Europe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Europe Map Slide</a:t>
            </a:r>
            <a:endParaRPr lang="en-US" dirty="0"/>
          </a:p>
        </p:txBody>
      </p:sp>
      <p:grpSp>
        <p:nvGrpSpPr>
          <p:cNvPr id="68" name="Group 129"/>
          <p:cNvGrpSpPr/>
          <p:nvPr/>
        </p:nvGrpSpPr>
        <p:grpSpPr>
          <a:xfrm>
            <a:off x="5085092" y="1981200"/>
            <a:ext cx="3449308" cy="3979862"/>
            <a:chOff x="4265613" y="296863"/>
            <a:chExt cx="3911600" cy="4513262"/>
          </a:xfrm>
        </p:grpSpPr>
        <p:sp>
          <p:nvSpPr>
            <p:cNvPr id="69" name="Freeform 5"/>
            <p:cNvSpPr>
              <a:spLocks/>
            </p:cNvSpPr>
            <p:nvPr/>
          </p:nvSpPr>
          <p:spPr bwMode="auto">
            <a:xfrm>
              <a:off x="6683375" y="4768850"/>
              <a:ext cx="139700" cy="41275"/>
            </a:xfrm>
            <a:custGeom>
              <a:avLst/>
              <a:gdLst/>
              <a:ahLst/>
              <a:cxnLst>
                <a:cxn ang="0">
                  <a:pos x="54" y="19"/>
                </a:cxn>
                <a:cxn ang="0">
                  <a:pos x="34" y="12"/>
                </a:cxn>
                <a:cxn ang="0">
                  <a:pos x="7" y="5"/>
                </a:cxn>
                <a:cxn ang="0">
                  <a:pos x="32" y="2"/>
                </a:cxn>
                <a:cxn ang="0">
                  <a:pos x="100" y="20"/>
                </a:cxn>
                <a:cxn ang="0">
                  <a:pos x="54" y="19"/>
                </a:cxn>
              </a:cxnLst>
              <a:rect l="0" t="0" r="r" b="b"/>
              <a:pathLst>
                <a:path w="100" h="29">
                  <a:moveTo>
                    <a:pt x="54" y="19"/>
                  </a:moveTo>
                  <a:cubicBezTo>
                    <a:pt x="51" y="16"/>
                    <a:pt x="42" y="12"/>
                    <a:pt x="34" y="12"/>
                  </a:cubicBezTo>
                  <a:cubicBezTo>
                    <a:pt x="25" y="12"/>
                    <a:pt x="13" y="9"/>
                    <a:pt x="7" y="5"/>
                  </a:cubicBezTo>
                  <a:cubicBezTo>
                    <a:pt x="0" y="1"/>
                    <a:pt x="8" y="0"/>
                    <a:pt x="32" y="2"/>
                  </a:cubicBezTo>
                  <a:cubicBezTo>
                    <a:pt x="85" y="8"/>
                    <a:pt x="100" y="12"/>
                    <a:pt x="100" y="20"/>
                  </a:cubicBezTo>
                  <a:cubicBezTo>
                    <a:pt x="100" y="29"/>
                    <a:pt x="59" y="29"/>
                    <a:pt x="54" y="1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6"/>
            <p:cNvSpPr>
              <a:spLocks/>
            </p:cNvSpPr>
            <p:nvPr/>
          </p:nvSpPr>
          <p:spPr bwMode="auto">
            <a:xfrm>
              <a:off x="6864350" y="4179888"/>
              <a:ext cx="1312863" cy="547687"/>
            </a:xfrm>
            <a:custGeom>
              <a:avLst/>
              <a:gdLst/>
              <a:ahLst/>
              <a:cxnLst>
                <a:cxn ang="0">
                  <a:pos x="504" y="358"/>
                </a:cxn>
                <a:cxn ang="0">
                  <a:pos x="462" y="345"/>
                </a:cxn>
                <a:cxn ang="0">
                  <a:pos x="355" y="380"/>
                </a:cxn>
                <a:cxn ang="0">
                  <a:pos x="229" y="330"/>
                </a:cxn>
                <a:cxn ang="0">
                  <a:pos x="170" y="374"/>
                </a:cxn>
                <a:cxn ang="0">
                  <a:pos x="136" y="340"/>
                </a:cxn>
                <a:cxn ang="0">
                  <a:pos x="88" y="320"/>
                </a:cxn>
                <a:cxn ang="0">
                  <a:pos x="59" y="298"/>
                </a:cxn>
                <a:cxn ang="0">
                  <a:pos x="57" y="270"/>
                </a:cxn>
                <a:cxn ang="0">
                  <a:pos x="35" y="249"/>
                </a:cxn>
                <a:cxn ang="0">
                  <a:pos x="43" y="232"/>
                </a:cxn>
                <a:cxn ang="0">
                  <a:pos x="39" y="192"/>
                </a:cxn>
                <a:cxn ang="0">
                  <a:pos x="23" y="163"/>
                </a:cxn>
                <a:cxn ang="0">
                  <a:pos x="114" y="112"/>
                </a:cxn>
                <a:cxn ang="0">
                  <a:pos x="168" y="94"/>
                </a:cxn>
                <a:cxn ang="0">
                  <a:pos x="150" y="63"/>
                </a:cxn>
                <a:cxn ang="0">
                  <a:pos x="261" y="60"/>
                </a:cxn>
                <a:cxn ang="0">
                  <a:pos x="437" y="3"/>
                </a:cxn>
                <a:cxn ang="0">
                  <a:pos x="490" y="26"/>
                </a:cxn>
                <a:cxn ang="0">
                  <a:pos x="525" y="53"/>
                </a:cxn>
                <a:cxn ang="0">
                  <a:pos x="651" y="71"/>
                </a:cxn>
                <a:cxn ang="0">
                  <a:pos x="771" y="53"/>
                </a:cxn>
                <a:cxn ang="0">
                  <a:pos x="871" y="61"/>
                </a:cxn>
                <a:cxn ang="0">
                  <a:pos x="885" y="111"/>
                </a:cxn>
                <a:cxn ang="0">
                  <a:pos x="914" y="137"/>
                </a:cxn>
                <a:cxn ang="0">
                  <a:pos x="917" y="168"/>
                </a:cxn>
                <a:cxn ang="0">
                  <a:pos x="921" y="263"/>
                </a:cxn>
                <a:cxn ang="0">
                  <a:pos x="938" y="294"/>
                </a:cxn>
                <a:cxn ang="0">
                  <a:pos x="839" y="310"/>
                </a:cxn>
                <a:cxn ang="0">
                  <a:pos x="811" y="309"/>
                </a:cxn>
                <a:cxn ang="0">
                  <a:pos x="707" y="330"/>
                </a:cxn>
                <a:cxn ang="0">
                  <a:pos x="589" y="336"/>
                </a:cxn>
                <a:cxn ang="0">
                  <a:pos x="528" y="338"/>
                </a:cxn>
                <a:cxn ang="0">
                  <a:pos x="515" y="380"/>
                </a:cxn>
              </a:cxnLst>
              <a:rect l="0" t="0" r="r" b="b"/>
              <a:pathLst>
                <a:path w="941" h="393">
                  <a:moveTo>
                    <a:pt x="497" y="382"/>
                  </a:moveTo>
                  <a:cubicBezTo>
                    <a:pt x="494" y="375"/>
                    <a:pt x="497" y="365"/>
                    <a:pt x="504" y="358"/>
                  </a:cubicBezTo>
                  <a:cubicBezTo>
                    <a:pt x="524" y="335"/>
                    <a:pt x="504" y="320"/>
                    <a:pt x="482" y="341"/>
                  </a:cubicBezTo>
                  <a:cubicBezTo>
                    <a:pt x="473" y="350"/>
                    <a:pt x="468" y="351"/>
                    <a:pt x="462" y="345"/>
                  </a:cubicBezTo>
                  <a:cubicBezTo>
                    <a:pt x="451" y="334"/>
                    <a:pt x="425" y="335"/>
                    <a:pt x="414" y="348"/>
                  </a:cubicBezTo>
                  <a:cubicBezTo>
                    <a:pt x="403" y="361"/>
                    <a:pt x="383" y="372"/>
                    <a:pt x="355" y="380"/>
                  </a:cubicBezTo>
                  <a:cubicBezTo>
                    <a:pt x="338" y="385"/>
                    <a:pt x="331" y="383"/>
                    <a:pt x="317" y="369"/>
                  </a:cubicBezTo>
                  <a:cubicBezTo>
                    <a:pt x="302" y="354"/>
                    <a:pt x="247" y="330"/>
                    <a:pt x="229" y="330"/>
                  </a:cubicBezTo>
                  <a:cubicBezTo>
                    <a:pt x="225" y="330"/>
                    <a:pt x="221" y="337"/>
                    <a:pt x="220" y="346"/>
                  </a:cubicBezTo>
                  <a:cubicBezTo>
                    <a:pt x="217" y="364"/>
                    <a:pt x="190" y="379"/>
                    <a:pt x="170" y="374"/>
                  </a:cubicBezTo>
                  <a:cubicBezTo>
                    <a:pt x="162" y="372"/>
                    <a:pt x="153" y="363"/>
                    <a:pt x="149" y="353"/>
                  </a:cubicBezTo>
                  <a:cubicBezTo>
                    <a:pt x="146" y="344"/>
                    <a:pt x="140" y="338"/>
                    <a:pt x="136" y="340"/>
                  </a:cubicBezTo>
                  <a:cubicBezTo>
                    <a:pt x="132" y="342"/>
                    <a:pt x="125" y="338"/>
                    <a:pt x="119" y="330"/>
                  </a:cubicBezTo>
                  <a:cubicBezTo>
                    <a:pt x="111" y="318"/>
                    <a:pt x="104" y="316"/>
                    <a:pt x="88" y="320"/>
                  </a:cubicBezTo>
                  <a:cubicBezTo>
                    <a:pt x="77" y="323"/>
                    <a:pt x="70" y="323"/>
                    <a:pt x="72" y="320"/>
                  </a:cubicBezTo>
                  <a:cubicBezTo>
                    <a:pt x="75" y="317"/>
                    <a:pt x="69" y="307"/>
                    <a:pt x="59" y="298"/>
                  </a:cubicBezTo>
                  <a:cubicBezTo>
                    <a:pt x="49" y="288"/>
                    <a:pt x="44" y="281"/>
                    <a:pt x="49" y="281"/>
                  </a:cubicBezTo>
                  <a:cubicBezTo>
                    <a:pt x="53" y="281"/>
                    <a:pt x="57" y="276"/>
                    <a:pt x="57" y="270"/>
                  </a:cubicBezTo>
                  <a:cubicBezTo>
                    <a:pt x="57" y="264"/>
                    <a:pt x="52" y="260"/>
                    <a:pt x="46" y="260"/>
                  </a:cubicBezTo>
                  <a:cubicBezTo>
                    <a:pt x="40" y="260"/>
                    <a:pt x="35" y="255"/>
                    <a:pt x="35" y="249"/>
                  </a:cubicBezTo>
                  <a:cubicBezTo>
                    <a:pt x="35" y="243"/>
                    <a:pt x="39" y="239"/>
                    <a:pt x="44" y="238"/>
                  </a:cubicBezTo>
                  <a:cubicBezTo>
                    <a:pt x="51" y="238"/>
                    <a:pt x="50" y="236"/>
                    <a:pt x="43" y="232"/>
                  </a:cubicBezTo>
                  <a:cubicBezTo>
                    <a:pt x="35" y="227"/>
                    <a:pt x="34" y="224"/>
                    <a:pt x="42" y="215"/>
                  </a:cubicBezTo>
                  <a:cubicBezTo>
                    <a:pt x="50" y="206"/>
                    <a:pt x="49" y="202"/>
                    <a:pt x="39" y="192"/>
                  </a:cubicBezTo>
                  <a:cubicBezTo>
                    <a:pt x="30" y="183"/>
                    <a:pt x="29" y="179"/>
                    <a:pt x="37" y="170"/>
                  </a:cubicBezTo>
                  <a:cubicBezTo>
                    <a:pt x="45" y="160"/>
                    <a:pt x="43" y="159"/>
                    <a:pt x="23" y="163"/>
                  </a:cubicBezTo>
                  <a:cubicBezTo>
                    <a:pt x="4" y="167"/>
                    <a:pt x="0" y="166"/>
                    <a:pt x="0" y="156"/>
                  </a:cubicBezTo>
                  <a:cubicBezTo>
                    <a:pt x="0" y="125"/>
                    <a:pt x="32" y="113"/>
                    <a:pt x="114" y="112"/>
                  </a:cubicBezTo>
                  <a:cubicBezTo>
                    <a:pt x="140" y="111"/>
                    <a:pt x="156" y="109"/>
                    <a:pt x="150" y="107"/>
                  </a:cubicBezTo>
                  <a:cubicBezTo>
                    <a:pt x="143" y="104"/>
                    <a:pt x="149" y="99"/>
                    <a:pt x="168" y="94"/>
                  </a:cubicBezTo>
                  <a:cubicBezTo>
                    <a:pt x="184" y="89"/>
                    <a:pt x="190" y="85"/>
                    <a:pt x="182" y="84"/>
                  </a:cubicBezTo>
                  <a:cubicBezTo>
                    <a:pt x="168" y="84"/>
                    <a:pt x="150" y="72"/>
                    <a:pt x="150" y="63"/>
                  </a:cubicBezTo>
                  <a:cubicBezTo>
                    <a:pt x="150" y="58"/>
                    <a:pt x="208" y="61"/>
                    <a:pt x="237" y="67"/>
                  </a:cubicBezTo>
                  <a:cubicBezTo>
                    <a:pt x="251" y="70"/>
                    <a:pt x="258" y="68"/>
                    <a:pt x="261" y="60"/>
                  </a:cubicBezTo>
                  <a:cubicBezTo>
                    <a:pt x="269" y="41"/>
                    <a:pt x="354" y="6"/>
                    <a:pt x="392" y="7"/>
                  </a:cubicBezTo>
                  <a:cubicBezTo>
                    <a:pt x="410" y="8"/>
                    <a:pt x="430" y="6"/>
                    <a:pt x="437" y="3"/>
                  </a:cubicBezTo>
                  <a:cubicBezTo>
                    <a:pt x="445" y="0"/>
                    <a:pt x="450" y="3"/>
                    <a:pt x="453" y="12"/>
                  </a:cubicBezTo>
                  <a:cubicBezTo>
                    <a:pt x="458" y="28"/>
                    <a:pt x="483" y="37"/>
                    <a:pt x="490" y="26"/>
                  </a:cubicBezTo>
                  <a:cubicBezTo>
                    <a:pt x="492" y="23"/>
                    <a:pt x="498" y="27"/>
                    <a:pt x="503" y="36"/>
                  </a:cubicBezTo>
                  <a:cubicBezTo>
                    <a:pt x="507" y="45"/>
                    <a:pt x="517" y="53"/>
                    <a:pt x="525" y="53"/>
                  </a:cubicBezTo>
                  <a:cubicBezTo>
                    <a:pt x="533" y="53"/>
                    <a:pt x="549" y="58"/>
                    <a:pt x="561" y="62"/>
                  </a:cubicBezTo>
                  <a:cubicBezTo>
                    <a:pt x="594" y="76"/>
                    <a:pt x="624" y="79"/>
                    <a:pt x="651" y="71"/>
                  </a:cubicBezTo>
                  <a:cubicBezTo>
                    <a:pt x="668" y="67"/>
                    <a:pt x="681" y="67"/>
                    <a:pt x="689" y="72"/>
                  </a:cubicBezTo>
                  <a:cubicBezTo>
                    <a:pt x="703" y="79"/>
                    <a:pt x="753" y="68"/>
                    <a:pt x="771" y="53"/>
                  </a:cubicBezTo>
                  <a:cubicBezTo>
                    <a:pt x="777" y="48"/>
                    <a:pt x="797" y="42"/>
                    <a:pt x="816" y="40"/>
                  </a:cubicBezTo>
                  <a:cubicBezTo>
                    <a:pt x="847" y="37"/>
                    <a:pt x="851" y="38"/>
                    <a:pt x="871" y="61"/>
                  </a:cubicBezTo>
                  <a:cubicBezTo>
                    <a:pt x="886" y="78"/>
                    <a:pt x="891" y="88"/>
                    <a:pt x="886" y="93"/>
                  </a:cubicBezTo>
                  <a:cubicBezTo>
                    <a:pt x="882" y="97"/>
                    <a:pt x="882" y="105"/>
                    <a:pt x="885" y="111"/>
                  </a:cubicBezTo>
                  <a:cubicBezTo>
                    <a:pt x="889" y="118"/>
                    <a:pt x="893" y="126"/>
                    <a:pt x="894" y="130"/>
                  </a:cubicBezTo>
                  <a:cubicBezTo>
                    <a:pt x="895" y="133"/>
                    <a:pt x="904" y="137"/>
                    <a:pt x="914" y="137"/>
                  </a:cubicBezTo>
                  <a:cubicBezTo>
                    <a:pt x="931" y="137"/>
                    <a:pt x="933" y="140"/>
                    <a:pt x="930" y="161"/>
                  </a:cubicBezTo>
                  <a:cubicBezTo>
                    <a:pt x="929" y="165"/>
                    <a:pt x="923" y="168"/>
                    <a:pt x="917" y="168"/>
                  </a:cubicBezTo>
                  <a:cubicBezTo>
                    <a:pt x="909" y="168"/>
                    <a:pt x="907" y="172"/>
                    <a:pt x="910" y="180"/>
                  </a:cubicBezTo>
                  <a:cubicBezTo>
                    <a:pt x="923" y="213"/>
                    <a:pt x="929" y="255"/>
                    <a:pt x="921" y="263"/>
                  </a:cubicBezTo>
                  <a:cubicBezTo>
                    <a:pt x="916" y="270"/>
                    <a:pt x="917" y="273"/>
                    <a:pt x="924" y="276"/>
                  </a:cubicBezTo>
                  <a:cubicBezTo>
                    <a:pt x="929" y="278"/>
                    <a:pt x="935" y="286"/>
                    <a:pt x="938" y="294"/>
                  </a:cubicBezTo>
                  <a:cubicBezTo>
                    <a:pt x="941" y="308"/>
                    <a:pt x="939" y="308"/>
                    <a:pt x="892" y="306"/>
                  </a:cubicBezTo>
                  <a:cubicBezTo>
                    <a:pt x="865" y="304"/>
                    <a:pt x="841" y="306"/>
                    <a:pt x="839" y="310"/>
                  </a:cubicBezTo>
                  <a:cubicBezTo>
                    <a:pt x="836" y="314"/>
                    <a:pt x="831" y="314"/>
                    <a:pt x="825" y="309"/>
                  </a:cubicBezTo>
                  <a:cubicBezTo>
                    <a:pt x="818" y="304"/>
                    <a:pt x="814" y="303"/>
                    <a:pt x="811" y="309"/>
                  </a:cubicBezTo>
                  <a:cubicBezTo>
                    <a:pt x="808" y="313"/>
                    <a:pt x="792" y="316"/>
                    <a:pt x="775" y="316"/>
                  </a:cubicBezTo>
                  <a:cubicBezTo>
                    <a:pt x="758" y="316"/>
                    <a:pt x="727" y="322"/>
                    <a:pt x="707" y="330"/>
                  </a:cubicBezTo>
                  <a:cubicBezTo>
                    <a:pt x="675" y="342"/>
                    <a:pt x="666" y="343"/>
                    <a:pt x="642" y="336"/>
                  </a:cubicBezTo>
                  <a:cubicBezTo>
                    <a:pt x="620" y="329"/>
                    <a:pt x="608" y="329"/>
                    <a:pt x="589" y="336"/>
                  </a:cubicBezTo>
                  <a:cubicBezTo>
                    <a:pt x="570" y="343"/>
                    <a:pt x="561" y="343"/>
                    <a:pt x="549" y="337"/>
                  </a:cubicBezTo>
                  <a:cubicBezTo>
                    <a:pt x="537" y="330"/>
                    <a:pt x="532" y="331"/>
                    <a:pt x="528" y="338"/>
                  </a:cubicBezTo>
                  <a:cubicBezTo>
                    <a:pt x="524" y="343"/>
                    <a:pt x="523" y="352"/>
                    <a:pt x="525" y="357"/>
                  </a:cubicBezTo>
                  <a:cubicBezTo>
                    <a:pt x="527" y="362"/>
                    <a:pt x="522" y="372"/>
                    <a:pt x="515" y="380"/>
                  </a:cubicBezTo>
                  <a:cubicBezTo>
                    <a:pt x="503" y="393"/>
                    <a:pt x="501" y="393"/>
                    <a:pt x="497" y="382"/>
                  </a:cubicBezTo>
                  <a:close/>
                </a:path>
              </a:pathLst>
            </a:custGeom>
            <a:solidFill>
              <a:schemeClr val="accent2"/>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7"/>
            <p:cNvSpPr>
              <a:spLocks/>
            </p:cNvSpPr>
            <p:nvPr/>
          </p:nvSpPr>
          <p:spPr bwMode="auto">
            <a:xfrm>
              <a:off x="4341813" y="4017963"/>
              <a:ext cx="876300" cy="703262"/>
            </a:xfrm>
            <a:custGeom>
              <a:avLst/>
              <a:gdLst/>
              <a:ahLst/>
              <a:cxnLst>
                <a:cxn ang="0">
                  <a:pos x="174" y="497"/>
                </a:cxn>
                <a:cxn ang="0">
                  <a:pos x="151" y="463"/>
                </a:cxn>
                <a:cxn ang="0">
                  <a:pos x="114" y="426"/>
                </a:cxn>
                <a:cxn ang="0">
                  <a:pos x="105" y="386"/>
                </a:cxn>
                <a:cxn ang="0">
                  <a:pos x="108" y="361"/>
                </a:cxn>
                <a:cxn ang="0">
                  <a:pos x="110" y="332"/>
                </a:cxn>
                <a:cxn ang="0">
                  <a:pos x="110" y="301"/>
                </a:cxn>
                <a:cxn ang="0">
                  <a:pos x="111" y="273"/>
                </a:cxn>
                <a:cxn ang="0">
                  <a:pos x="119" y="248"/>
                </a:cxn>
                <a:cxn ang="0">
                  <a:pos x="123" y="231"/>
                </a:cxn>
                <a:cxn ang="0">
                  <a:pos x="127" y="208"/>
                </a:cxn>
                <a:cxn ang="0">
                  <a:pos x="142" y="168"/>
                </a:cxn>
                <a:cxn ang="0">
                  <a:pos x="150" y="145"/>
                </a:cxn>
                <a:cxn ang="0">
                  <a:pos x="143" y="129"/>
                </a:cxn>
                <a:cxn ang="0">
                  <a:pos x="123" y="116"/>
                </a:cxn>
                <a:cxn ang="0">
                  <a:pos x="96" y="122"/>
                </a:cxn>
                <a:cxn ang="0">
                  <a:pos x="57" y="115"/>
                </a:cxn>
                <a:cxn ang="0">
                  <a:pos x="39" y="113"/>
                </a:cxn>
                <a:cxn ang="0">
                  <a:pos x="21" y="100"/>
                </a:cxn>
                <a:cxn ang="0">
                  <a:pos x="10" y="68"/>
                </a:cxn>
                <a:cxn ang="0">
                  <a:pos x="7" y="42"/>
                </a:cxn>
                <a:cxn ang="0">
                  <a:pos x="22" y="35"/>
                </a:cxn>
                <a:cxn ang="0">
                  <a:pos x="50" y="20"/>
                </a:cxn>
                <a:cxn ang="0">
                  <a:pos x="97" y="10"/>
                </a:cxn>
                <a:cxn ang="0">
                  <a:pos x="142" y="16"/>
                </a:cxn>
                <a:cxn ang="0">
                  <a:pos x="190" y="20"/>
                </a:cxn>
                <a:cxn ang="0">
                  <a:pos x="271" y="29"/>
                </a:cxn>
                <a:cxn ang="0">
                  <a:pos x="392" y="44"/>
                </a:cxn>
                <a:cxn ang="0">
                  <a:pos x="479" y="72"/>
                </a:cxn>
                <a:cxn ang="0">
                  <a:pos x="543" y="85"/>
                </a:cxn>
                <a:cxn ang="0">
                  <a:pos x="553" y="92"/>
                </a:cxn>
                <a:cxn ang="0">
                  <a:pos x="567" y="93"/>
                </a:cxn>
                <a:cxn ang="0">
                  <a:pos x="614" y="94"/>
                </a:cxn>
                <a:cxn ang="0">
                  <a:pos x="622" y="87"/>
                </a:cxn>
                <a:cxn ang="0">
                  <a:pos x="629" y="107"/>
                </a:cxn>
                <a:cxn ang="0">
                  <a:pos x="544" y="171"/>
                </a:cxn>
                <a:cxn ang="0">
                  <a:pos x="509" y="192"/>
                </a:cxn>
                <a:cxn ang="0">
                  <a:pos x="476" y="244"/>
                </a:cxn>
                <a:cxn ang="0">
                  <a:pos x="447" y="284"/>
                </a:cxn>
                <a:cxn ang="0">
                  <a:pos x="459" y="308"/>
                </a:cxn>
                <a:cxn ang="0">
                  <a:pos x="450" y="355"/>
                </a:cxn>
                <a:cxn ang="0">
                  <a:pos x="429" y="390"/>
                </a:cxn>
                <a:cxn ang="0">
                  <a:pos x="415" y="404"/>
                </a:cxn>
                <a:cxn ang="0">
                  <a:pos x="380" y="429"/>
                </a:cxn>
                <a:cxn ang="0">
                  <a:pos x="324" y="455"/>
                </a:cxn>
                <a:cxn ang="0">
                  <a:pos x="248" y="462"/>
                </a:cxn>
                <a:cxn ang="0">
                  <a:pos x="198" y="486"/>
                </a:cxn>
                <a:cxn ang="0">
                  <a:pos x="174" y="497"/>
                </a:cxn>
              </a:cxnLst>
              <a:rect l="0" t="0" r="r" b="b"/>
              <a:pathLst>
                <a:path w="629" h="505">
                  <a:moveTo>
                    <a:pt x="174" y="497"/>
                  </a:moveTo>
                  <a:cubicBezTo>
                    <a:pt x="170" y="494"/>
                    <a:pt x="159" y="479"/>
                    <a:pt x="151" y="463"/>
                  </a:cubicBezTo>
                  <a:cubicBezTo>
                    <a:pt x="141" y="443"/>
                    <a:pt x="129" y="431"/>
                    <a:pt x="114" y="426"/>
                  </a:cubicBezTo>
                  <a:cubicBezTo>
                    <a:pt x="90" y="418"/>
                    <a:pt x="87" y="404"/>
                    <a:pt x="105" y="386"/>
                  </a:cubicBezTo>
                  <a:cubicBezTo>
                    <a:pt x="115" y="376"/>
                    <a:pt x="115" y="372"/>
                    <a:pt x="108" y="361"/>
                  </a:cubicBezTo>
                  <a:cubicBezTo>
                    <a:pt x="101" y="350"/>
                    <a:pt x="102" y="344"/>
                    <a:pt x="110" y="332"/>
                  </a:cubicBezTo>
                  <a:cubicBezTo>
                    <a:pt x="119" y="319"/>
                    <a:pt x="119" y="316"/>
                    <a:pt x="110" y="301"/>
                  </a:cubicBezTo>
                  <a:cubicBezTo>
                    <a:pt x="100" y="286"/>
                    <a:pt x="100" y="284"/>
                    <a:pt x="111" y="273"/>
                  </a:cubicBezTo>
                  <a:cubicBezTo>
                    <a:pt x="117" y="266"/>
                    <a:pt x="121" y="255"/>
                    <a:pt x="119" y="248"/>
                  </a:cubicBezTo>
                  <a:cubicBezTo>
                    <a:pt x="117" y="241"/>
                    <a:pt x="119" y="233"/>
                    <a:pt x="123" y="231"/>
                  </a:cubicBezTo>
                  <a:cubicBezTo>
                    <a:pt x="126" y="229"/>
                    <a:pt x="129" y="218"/>
                    <a:pt x="127" y="208"/>
                  </a:cubicBezTo>
                  <a:cubicBezTo>
                    <a:pt x="126" y="196"/>
                    <a:pt x="132" y="181"/>
                    <a:pt x="142" y="168"/>
                  </a:cubicBezTo>
                  <a:cubicBezTo>
                    <a:pt x="151" y="156"/>
                    <a:pt x="155" y="146"/>
                    <a:pt x="150" y="145"/>
                  </a:cubicBezTo>
                  <a:cubicBezTo>
                    <a:pt x="146" y="144"/>
                    <a:pt x="143" y="136"/>
                    <a:pt x="143" y="129"/>
                  </a:cubicBezTo>
                  <a:cubicBezTo>
                    <a:pt x="143" y="119"/>
                    <a:pt x="138" y="116"/>
                    <a:pt x="123" y="116"/>
                  </a:cubicBezTo>
                  <a:cubicBezTo>
                    <a:pt x="112" y="116"/>
                    <a:pt x="100" y="119"/>
                    <a:pt x="96" y="122"/>
                  </a:cubicBezTo>
                  <a:cubicBezTo>
                    <a:pt x="88" y="130"/>
                    <a:pt x="57" y="124"/>
                    <a:pt x="57" y="115"/>
                  </a:cubicBezTo>
                  <a:cubicBezTo>
                    <a:pt x="57" y="111"/>
                    <a:pt x="49" y="110"/>
                    <a:pt x="39" y="113"/>
                  </a:cubicBezTo>
                  <a:cubicBezTo>
                    <a:pt x="24" y="116"/>
                    <a:pt x="21" y="115"/>
                    <a:pt x="21" y="100"/>
                  </a:cubicBezTo>
                  <a:cubicBezTo>
                    <a:pt x="21" y="91"/>
                    <a:pt x="16" y="76"/>
                    <a:pt x="10" y="68"/>
                  </a:cubicBezTo>
                  <a:cubicBezTo>
                    <a:pt x="1" y="55"/>
                    <a:pt x="0" y="50"/>
                    <a:pt x="7" y="42"/>
                  </a:cubicBezTo>
                  <a:cubicBezTo>
                    <a:pt x="12" y="36"/>
                    <a:pt x="18" y="33"/>
                    <a:pt x="22" y="35"/>
                  </a:cubicBezTo>
                  <a:cubicBezTo>
                    <a:pt x="31" y="40"/>
                    <a:pt x="50" y="31"/>
                    <a:pt x="50" y="20"/>
                  </a:cubicBezTo>
                  <a:cubicBezTo>
                    <a:pt x="50" y="7"/>
                    <a:pt x="83" y="0"/>
                    <a:pt x="97" y="10"/>
                  </a:cubicBezTo>
                  <a:cubicBezTo>
                    <a:pt x="103" y="16"/>
                    <a:pt x="120" y="18"/>
                    <a:pt x="142" y="16"/>
                  </a:cubicBezTo>
                  <a:cubicBezTo>
                    <a:pt x="161" y="14"/>
                    <a:pt x="183" y="16"/>
                    <a:pt x="190" y="20"/>
                  </a:cubicBezTo>
                  <a:cubicBezTo>
                    <a:pt x="198" y="24"/>
                    <a:pt x="234" y="28"/>
                    <a:pt x="271" y="29"/>
                  </a:cubicBezTo>
                  <a:cubicBezTo>
                    <a:pt x="355" y="31"/>
                    <a:pt x="386" y="35"/>
                    <a:pt x="392" y="44"/>
                  </a:cubicBezTo>
                  <a:cubicBezTo>
                    <a:pt x="402" y="59"/>
                    <a:pt x="442" y="72"/>
                    <a:pt x="479" y="72"/>
                  </a:cubicBezTo>
                  <a:cubicBezTo>
                    <a:pt x="539" y="72"/>
                    <a:pt x="543" y="73"/>
                    <a:pt x="543" y="85"/>
                  </a:cubicBezTo>
                  <a:cubicBezTo>
                    <a:pt x="543" y="92"/>
                    <a:pt x="547" y="95"/>
                    <a:pt x="553" y="92"/>
                  </a:cubicBezTo>
                  <a:cubicBezTo>
                    <a:pt x="558" y="90"/>
                    <a:pt x="565" y="90"/>
                    <a:pt x="567" y="93"/>
                  </a:cubicBezTo>
                  <a:cubicBezTo>
                    <a:pt x="575" y="100"/>
                    <a:pt x="614" y="102"/>
                    <a:pt x="614" y="94"/>
                  </a:cubicBezTo>
                  <a:cubicBezTo>
                    <a:pt x="614" y="91"/>
                    <a:pt x="618" y="87"/>
                    <a:pt x="622" y="87"/>
                  </a:cubicBezTo>
                  <a:cubicBezTo>
                    <a:pt x="625" y="87"/>
                    <a:pt x="629" y="96"/>
                    <a:pt x="629" y="107"/>
                  </a:cubicBezTo>
                  <a:cubicBezTo>
                    <a:pt x="629" y="130"/>
                    <a:pt x="595" y="156"/>
                    <a:pt x="544" y="171"/>
                  </a:cubicBezTo>
                  <a:cubicBezTo>
                    <a:pt x="527" y="176"/>
                    <a:pt x="512" y="185"/>
                    <a:pt x="509" y="192"/>
                  </a:cubicBezTo>
                  <a:cubicBezTo>
                    <a:pt x="507" y="198"/>
                    <a:pt x="492" y="222"/>
                    <a:pt x="476" y="244"/>
                  </a:cubicBezTo>
                  <a:cubicBezTo>
                    <a:pt x="447" y="284"/>
                    <a:pt x="447" y="284"/>
                    <a:pt x="447" y="284"/>
                  </a:cubicBezTo>
                  <a:cubicBezTo>
                    <a:pt x="459" y="308"/>
                    <a:pt x="459" y="308"/>
                    <a:pt x="459" y="308"/>
                  </a:cubicBezTo>
                  <a:cubicBezTo>
                    <a:pt x="471" y="332"/>
                    <a:pt x="471" y="333"/>
                    <a:pt x="450" y="355"/>
                  </a:cubicBezTo>
                  <a:cubicBezTo>
                    <a:pt x="438" y="367"/>
                    <a:pt x="429" y="383"/>
                    <a:pt x="429" y="390"/>
                  </a:cubicBezTo>
                  <a:cubicBezTo>
                    <a:pt x="429" y="399"/>
                    <a:pt x="424" y="404"/>
                    <a:pt x="415" y="404"/>
                  </a:cubicBezTo>
                  <a:cubicBezTo>
                    <a:pt x="407" y="404"/>
                    <a:pt x="391" y="415"/>
                    <a:pt x="380" y="429"/>
                  </a:cubicBezTo>
                  <a:cubicBezTo>
                    <a:pt x="360" y="453"/>
                    <a:pt x="355" y="455"/>
                    <a:pt x="324" y="455"/>
                  </a:cubicBezTo>
                  <a:cubicBezTo>
                    <a:pt x="305" y="455"/>
                    <a:pt x="271" y="458"/>
                    <a:pt x="248" y="462"/>
                  </a:cubicBezTo>
                  <a:cubicBezTo>
                    <a:pt x="215" y="468"/>
                    <a:pt x="204" y="473"/>
                    <a:pt x="198" y="486"/>
                  </a:cubicBezTo>
                  <a:cubicBezTo>
                    <a:pt x="190" y="503"/>
                    <a:pt x="187" y="505"/>
                    <a:pt x="174" y="497"/>
                  </a:cubicBezTo>
                  <a:close/>
                </a:path>
              </a:pathLst>
            </a:custGeom>
            <a:solidFill>
              <a:schemeClr val="accent1"/>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8"/>
            <p:cNvSpPr>
              <a:spLocks/>
            </p:cNvSpPr>
            <p:nvPr/>
          </p:nvSpPr>
          <p:spPr bwMode="auto">
            <a:xfrm>
              <a:off x="6505575" y="4522788"/>
              <a:ext cx="168275" cy="160337"/>
            </a:xfrm>
            <a:custGeom>
              <a:avLst/>
              <a:gdLst/>
              <a:ahLst/>
              <a:cxnLst>
                <a:cxn ang="0">
                  <a:pos x="56" y="96"/>
                </a:cxn>
                <a:cxn ang="0">
                  <a:pos x="38" y="84"/>
                </a:cxn>
                <a:cxn ang="0">
                  <a:pos x="29" y="65"/>
                </a:cxn>
                <a:cxn ang="0">
                  <a:pos x="18" y="42"/>
                </a:cxn>
                <a:cxn ang="0">
                  <a:pos x="0" y="26"/>
                </a:cxn>
                <a:cxn ang="0">
                  <a:pos x="15" y="13"/>
                </a:cxn>
                <a:cxn ang="0">
                  <a:pos x="38" y="0"/>
                </a:cxn>
                <a:cxn ang="0">
                  <a:pos x="102" y="39"/>
                </a:cxn>
                <a:cxn ang="0">
                  <a:pos x="114" y="45"/>
                </a:cxn>
                <a:cxn ang="0">
                  <a:pos x="121" y="48"/>
                </a:cxn>
                <a:cxn ang="0">
                  <a:pos x="92" y="49"/>
                </a:cxn>
                <a:cxn ang="0">
                  <a:pos x="88" y="69"/>
                </a:cxn>
                <a:cxn ang="0">
                  <a:pos x="81" y="97"/>
                </a:cxn>
                <a:cxn ang="0">
                  <a:pos x="71" y="102"/>
                </a:cxn>
                <a:cxn ang="0">
                  <a:pos x="56" y="96"/>
                </a:cxn>
              </a:cxnLst>
              <a:rect l="0" t="0" r="r" b="b"/>
              <a:pathLst>
                <a:path w="121" h="115">
                  <a:moveTo>
                    <a:pt x="56" y="96"/>
                  </a:moveTo>
                  <a:cubicBezTo>
                    <a:pt x="50" y="82"/>
                    <a:pt x="45" y="79"/>
                    <a:pt x="38" y="84"/>
                  </a:cubicBezTo>
                  <a:cubicBezTo>
                    <a:pt x="28" y="93"/>
                    <a:pt x="19" y="75"/>
                    <a:pt x="29" y="65"/>
                  </a:cubicBezTo>
                  <a:cubicBezTo>
                    <a:pt x="33" y="61"/>
                    <a:pt x="29" y="52"/>
                    <a:pt x="18" y="42"/>
                  </a:cubicBezTo>
                  <a:cubicBezTo>
                    <a:pt x="0" y="26"/>
                    <a:pt x="0" y="26"/>
                    <a:pt x="0" y="26"/>
                  </a:cubicBezTo>
                  <a:cubicBezTo>
                    <a:pt x="15" y="13"/>
                    <a:pt x="15" y="13"/>
                    <a:pt x="15" y="13"/>
                  </a:cubicBezTo>
                  <a:cubicBezTo>
                    <a:pt x="23" y="5"/>
                    <a:pt x="34" y="0"/>
                    <a:pt x="38" y="0"/>
                  </a:cubicBezTo>
                  <a:cubicBezTo>
                    <a:pt x="50" y="0"/>
                    <a:pt x="95" y="28"/>
                    <a:pt x="102" y="39"/>
                  </a:cubicBezTo>
                  <a:cubicBezTo>
                    <a:pt x="105" y="45"/>
                    <a:pt x="111" y="47"/>
                    <a:pt x="114" y="45"/>
                  </a:cubicBezTo>
                  <a:cubicBezTo>
                    <a:pt x="118" y="43"/>
                    <a:pt x="121" y="44"/>
                    <a:pt x="121" y="48"/>
                  </a:cubicBezTo>
                  <a:cubicBezTo>
                    <a:pt x="121" y="58"/>
                    <a:pt x="110" y="58"/>
                    <a:pt x="92" y="49"/>
                  </a:cubicBezTo>
                  <a:cubicBezTo>
                    <a:pt x="75" y="40"/>
                    <a:pt x="75" y="43"/>
                    <a:pt x="88" y="69"/>
                  </a:cubicBezTo>
                  <a:cubicBezTo>
                    <a:pt x="99" y="89"/>
                    <a:pt x="93" y="115"/>
                    <a:pt x="81" y="97"/>
                  </a:cubicBezTo>
                  <a:cubicBezTo>
                    <a:pt x="77" y="91"/>
                    <a:pt x="74" y="92"/>
                    <a:pt x="71" y="102"/>
                  </a:cubicBezTo>
                  <a:cubicBezTo>
                    <a:pt x="66" y="114"/>
                    <a:pt x="65" y="114"/>
                    <a:pt x="56" y="9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9"/>
            <p:cNvSpPr>
              <a:spLocks/>
            </p:cNvSpPr>
            <p:nvPr/>
          </p:nvSpPr>
          <p:spPr bwMode="auto">
            <a:xfrm>
              <a:off x="5888038" y="4535488"/>
              <a:ext cx="209550" cy="141287"/>
            </a:xfrm>
            <a:custGeom>
              <a:avLst/>
              <a:gdLst/>
              <a:ahLst/>
              <a:cxnLst>
                <a:cxn ang="0">
                  <a:pos x="104" y="75"/>
                </a:cxn>
                <a:cxn ang="0">
                  <a:pos x="81" y="61"/>
                </a:cxn>
                <a:cxn ang="0">
                  <a:pos x="4" y="14"/>
                </a:cxn>
                <a:cxn ang="0">
                  <a:pos x="16" y="9"/>
                </a:cxn>
                <a:cxn ang="0">
                  <a:pos x="30" y="5"/>
                </a:cxn>
                <a:cxn ang="0">
                  <a:pos x="51" y="5"/>
                </a:cxn>
                <a:cxn ang="0">
                  <a:pos x="107" y="6"/>
                </a:cxn>
                <a:cxn ang="0">
                  <a:pos x="148" y="4"/>
                </a:cxn>
                <a:cxn ang="0">
                  <a:pos x="138" y="26"/>
                </a:cxn>
                <a:cxn ang="0">
                  <a:pos x="135" y="55"/>
                </a:cxn>
                <a:cxn ang="0">
                  <a:pos x="104" y="75"/>
                </a:cxn>
              </a:cxnLst>
              <a:rect l="0" t="0" r="r" b="b"/>
              <a:pathLst>
                <a:path w="150" h="102">
                  <a:moveTo>
                    <a:pt x="104" y="75"/>
                  </a:moveTo>
                  <a:cubicBezTo>
                    <a:pt x="99" y="67"/>
                    <a:pt x="89" y="61"/>
                    <a:pt x="81" y="61"/>
                  </a:cubicBezTo>
                  <a:cubicBezTo>
                    <a:pt x="60" y="61"/>
                    <a:pt x="0" y="24"/>
                    <a:pt x="4" y="14"/>
                  </a:cubicBezTo>
                  <a:cubicBezTo>
                    <a:pt x="5" y="9"/>
                    <a:pt x="11" y="7"/>
                    <a:pt x="16" y="9"/>
                  </a:cubicBezTo>
                  <a:cubicBezTo>
                    <a:pt x="21" y="11"/>
                    <a:pt x="28" y="9"/>
                    <a:pt x="30" y="5"/>
                  </a:cubicBezTo>
                  <a:cubicBezTo>
                    <a:pt x="33" y="0"/>
                    <a:pt x="40" y="0"/>
                    <a:pt x="51" y="5"/>
                  </a:cubicBezTo>
                  <a:cubicBezTo>
                    <a:pt x="61" y="10"/>
                    <a:pt x="81" y="10"/>
                    <a:pt x="107" y="6"/>
                  </a:cubicBezTo>
                  <a:cubicBezTo>
                    <a:pt x="130" y="3"/>
                    <a:pt x="148" y="2"/>
                    <a:pt x="148" y="4"/>
                  </a:cubicBezTo>
                  <a:cubicBezTo>
                    <a:pt x="148" y="6"/>
                    <a:pt x="144" y="16"/>
                    <a:pt x="138" y="26"/>
                  </a:cubicBezTo>
                  <a:cubicBezTo>
                    <a:pt x="132" y="37"/>
                    <a:pt x="131" y="47"/>
                    <a:pt x="135" y="55"/>
                  </a:cubicBezTo>
                  <a:cubicBezTo>
                    <a:pt x="150" y="83"/>
                    <a:pt x="121" y="102"/>
                    <a:pt x="104" y="7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0"/>
            <p:cNvSpPr>
              <a:spLocks/>
            </p:cNvSpPr>
            <p:nvPr/>
          </p:nvSpPr>
          <p:spPr bwMode="auto">
            <a:xfrm>
              <a:off x="4327525" y="4181475"/>
              <a:ext cx="222250" cy="452437"/>
            </a:xfrm>
            <a:custGeom>
              <a:avLst/>
              <a:gdLst/>
              <a:ahLst/>
              <a:cxnLst>
                <a:cxn ang="0">
                  <a:pos x="52" y="316"/>
                </a:cxn>
                <a:cxn ang="0">
                  <a:pos x="36" y="278"/>
                </a:cxn>
                <a:cxn ang="0">
                  <a:pos x="41" y="238"/>
                </a:cxn>
                <a:cxn ang="0">
                  <a:pos x="11" y="214"/>
                </a:cxn>
                <a:cxn ang="0">
                  <a:pos x="12" y="177"/>
                </a:cxn>
                <a:cxn ang="0">
                  <a:pos x="38" y="39"/>
                </a:cxn>
                <a:cxn ang="0">
                  <a:pos x="46" y="3"/>
                </a:cxn>
                <a:cxn ang="0">
                  <a:pos x="60" y="7"/>
                </a:cxn>
                <a:cxn ang="0">
                  <a:pos x="85" y="16"/>
                </a:cxn>
                <a:cxn ang="0">
                  <a:pos x="110" y="11"/>
                </a:cxn>
                <a:cxn ang="0">
                  <a:pos x="127" y="5"/>
                </a:cxn>
                <a:cxn ang="0">
                  <a:pos x="141" y="55"/>
                </a:cxn>
                <a:cxn ang="0">
                  <a:pos x="130" y="89"/>
                </a:cxn>
                <a:cxn ang="0">
                  <a:pos x="125" y="113"/>
                </a:cxn>
                <a:cxn ang="0">
                  <a:pos x="122" y="132"/>
                </a:cxn>
                <a:cxn ang="0">
                  <a:pos x="111" y="150"/>
                </a:cxn>
                <a:cxn ang="0">
                  <a:pos x="95" y="154"/>
                </a:cxn>
                <a:cxn ang="0">
                  <a:pos x="109" y="177"/>
                </a:cxn>
                <a:cxn ang="0">
                  <a:pos x="112" y="215"/>
                </a:cxn>
                <a:cxn ang="0">
                  <a:pos x="110" y="240"/>
                </a:cxn>
                <a:cxn ang="0">
                  <a:pos x="106" y="268"/>
                </a:cxn>
                <a:cxn ang="0">
                  <a:pos x="98" y="296"/>
                </a:cxn>
                <a:cxn ang="0">
                  <a:pos x="73" y="320"/>
                </a:cxn>
                <a:cxn ang="0">
                  <a:pos x="52" y="316"/>
                </a:cxn>
              </a:cxnLst>
              <a:rect l="0" t="0" r="r" b="b"/>
              <a:pathLst>
                <a:path w="159" h="324">
                  <a:moveTo>
                    <a:pt x="52" y="316"/>
                  </a:moveTo>
                  <a:cubicBezTo>
                    <a:pt x="35" y="313"/>
                    <a:pt x="34" y="311"/>
                    <a:pt x="36" y="278"/>
                  </a:cubicBezTo>
                  <a:cubicBezTo>
                    <a:pt x="37" y="259"/>
                    <a:pt x="40" y="241"/>
                    <a:pt x="41" y="238"/>
                  </a:cubicBezTo>
                  <a:cubicBezTo>
                    <a:pt x="46" y="230"/>
                    <a:pt x="22" y="210"/>
                    <a:pt x="11" y="214"/>
                  </a:cubicBezTo>
                  <a:cubicBezTo>
                    <a:pt x="0" y="218"/>
                    <a:pt x="0" y="194"/>
                    <a:pt x="12" y="177"/>
                  </a:cubicBezTo>
                  <a:cubicBezTo>
                    <a:pt x="30" y="152"/>
                    <a:pt x="46" y="65"/>
                    <a:pt x="38" y="39"/>
                  </a:cubicBezTo>
                  <a:cubicBezTo>
                    <a:pt x="29" y="7"/>
                    <a:pt x="29" y="7"/>
                    <a:pt x="46" y="3"/>
                  </a:cubicBezTo>
                  <a:cubicBezTo>
                    <a:pt x="54" y="0"/>
                    <a:pt x="60" y="2"/>
                    <a:pt x="60" y="7"/>
                  </a:cubicBezTo>
                  <a:cubicBezTo>
                    <a:pt x="60" y="12"/>
                    <a:pt x="71" y="16"/>
                    <a:pt x="85" y="16"/>
                  </a:cubicBezTo>
                  <a:cubicBezTo>
                    <a:pt x="99" y="17"/>
                    <a:pt x="110" y="15"/>
                    <a:pt x="110" y="11"/>
                  </a:cubicBezTo>
                  <a:cubicBezTo>
                    <a:pt x="110" y="8"/>
                    <a:pt x="118" y="5"/>
                    <a:pt x="127" y="5"/>
                  </a:cubicBezTo>
                  <a:cubicBezTo>
                    <a:pt x="150" y="5"/>
                    <a:pt x="159" y="36"/>
                    <a:pt x="141" y="55"/>
                  </a:cubicBezTo>
                  <a:cubicBezTo>
                    <a:pt x="133" y="63"/>
                    <a:pt x="129" y="77"/>
                    <a:pt x="130" y="89"/>
                  </a:cubicBezTo>
                  <a:cubicBezTo>
                    <a:pt x="131" y="100"/>
                    <a:pt x="129" y="111"/>
                    <a:pt x="125" y="113"/>
                  </a:cubicBezTo>
                  <a:cubicBezTo>
                    <a:pt x="122" y="115"/>
                    <a:pt x="120" y="124"/>
                    <a:pt x="122" y="132"/>
                  </a:cubicBezTo>
                  <a:cubicBezTo>
                    <a:pt x="125" y="142"/>
                    <a:pt x="122" y="147"/>
                    <a:pt x="111" y="150"/>
                  </a:cubicBezTo>
                  <a:cubicBezTo>
                    <a:pt x="95" y="154"/>
                    <a:pt x="95" y="154"/>
                    <a:pt x="95" y="154"/>
                  </a:cubicBezTo>
                  <a:cubicBezTo>
                    <a:pt x="109" y="177"/>
                    <a:pt x="109" y="177"/>
                    <a:pt x="109" y="177"/>
                  </a:cubicBezTo>
                  <a:cubicBezTo>
                    <a:pt x="122" y="198"/>
                    <a:pt x="122" y="202"/>
                    <a:pt x="112" y="215"/>
                  </a:cubicBezTo>
                  <a:cubicBezTo>
                    <a:pt x="104" y="227"/>
                    <a:pt x="103" y="232"/>
                    <a:pt x="110" y="240"/>
                  </a:cubicBezTo>
                  <a:cubicBezTo>
                    <a:pt x="116" y="247"/>
                    <a:pt x="115" y="254"/>
                    <a:pt x="106" y="268"/>
                  </a:cubicBezTo>
                  <a:cubicBezTo>
                    <a:pt x="99" y="278"/>
                    <a:pt x="96" y="290"/>
                    <a:pt x="98" y="296"/>
                  </a:cubicBezTo>
                  <a:cubicBezTo>
                    <a:pt x="102" y="305"/>
                    <a:pt x="81" y="324"/>
                    <a:pt x="73" y="320"/>
                  </a:cubicBezTo>
                  <a:cubicBezTo>
                    <a:pt x="72" y="319"/>
                    <a:pt x="62" y="318"/>
                    <a:pt x="52" y="31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1"/>
            <p:cNvSpPr>
              <a:spLocks/>
            </p:cNvSpPr>
            <p:nvPr/>
          </p:nvSpPr>
          <p:spPr bwMode="auto">
            <a:xfrm>
              <a:off x="6430963" y="4229100"/>
              <a:ext cx="446088" cy="349250"/>
            </a:xfrm>
            <a:custGeom>
              <a:avLst/>
              <a:gdLst/>
              <a:ahLst/>
              <a:cxnLst>
                <a:cxn ang="0">
                  <a:pos x="192" y="238"/>
                </a:cxn>
                <a:cxn ang="0">
                  <a:pos x="154" y="214"/>
                </a:cxn>
                <a:cxn ang="0">
                  <a:pos x="84" y="199"/>
                </a:cxn>
                <a:cxn ang="0">
                  <a:pos x="39" y="185"/>
                </a:cxn>
                <a:cxn ang="0">
                  <a:pos x="47" y="165"/>
                </a:cxn>
                <a:cxn ang="0">
                  <a:pos x="49" y="161"/>
                </a:cxn>
                <a:cxn ang="0">
                  <a:pos x="24" y="97"/>
                </a:cxn>
                <a:cxn ang="0">
                  <a:pos x="31" y="87"/>
                </a:cxn>
                <a:cxn ang="0">
                  <a:pos x="42" y="69"/>
                </a:cxn>
                <a:cxn ang="0">
                  <a:pos x="48" y="54"/>
                </a:cxn>
                <a:cxn ang="0">
                  <a:pos x="75" y="47"/>
                </a:cxn>
                <a:cxn ang="0">
                  <a:pos x="88" y="37"/>
                </a:cxn>
                <a:cxn ang="0">
                  <a:pos x="118" y="27"/>
                </a:cxn>
                <a:cxn ang="0">
                  <a:pos x="138" y="20"/>
                </a:cxn>
                <a:cxn ang="0">
                  <a:pos x="156" y="13"/>
                </a:cxn>
                <a:cxn ang="0">
                  <a:pos x="193" y="5"/>
                </a:cxn>
                <a:cxn ang="0">
                  <a:pos x="238" y="8"/>
                </a:cxn>
                <a:cxn ang="0">
                  <a:pos x="286" y="16"/>
                </a:cxn>
                <a:cxn ang="0">
                  <a:pos x="313" y="25"/>
                </a:cxn>
                <a:cxn ang="0">
                  <a:pos x="286" y="40"/>
                </a:cxn>
                <a:cxn ang="0">
                  <a:pos x="231" y="37"/>
                </a:cxn>
                <a:cxn ang="0">
                  <a:pos x="199" y="43"/>
                </a:cxn>
                <a:cxn ang="0">
                  <a:pos x="184" y="56"/>
                </a:cxn>
                <a:cxn ang="0">
                  <a:pos x="182" y="73"/>
                </a:cxn>
                <a:cxn ang="0">
                  <a:pos x="164" y="81"/>
                </a:cxn>
                <a:cxn ang="0">
                  <a:pos x="144" y="67"/>
                </a:cxn>
                <a:cxn ang="0">
                  <a:pos x="131" y="71"/>
                </a:cxn>
                <a:cxn ang="0">
                  <a:pos x="130" y="99"/>
                </a:cxn>
                <a:cxn ang="0">
                  <a:pos x="138" y="120"/>
                </a:cxn>
                <a:cxn ang="0">
                  <a:pos x="149" y="132"/>
                </a:cxn>
                <a:cxn ang="0">
                  <a:pos x="160" y="140"/>
                </a:cxn>
                <a:cxn ang="0">
                  <a:pos x="152" y="143"/>
                </a:cxn>
                <a:cxn ang="0">
                  <a:pos x="139" y="158"/>
                </a:cxn>
                <a:cxn ang="0">
                  <a:pos x="134" y="168"/>
                </a:cxn>
                <a:cxn ang="0">
                  <a:pos x="142" y="180"/>
                </a:cxn>
                <a:cxn ang="0">
                  <a:pos x="198" y="229"/>
                </a:cxn>
                <a:cxn ang="0">
                  <a:pos x="192" y="238"/>
                </a:cxn>
              </a:cxnLst>
              <a:rect l="0" t="0" r="r" b="b"/>
              <a:pathLst>
                <a:path w="320" h="250">
                  <a:moveTo>
                    <a:pt x="192" y="238"/>
                  </a:moveTo>
                  <a:cubicBezTo>
                    <a:pt x="189" y="234"/>
                    <a:pt x="172" y="223"/>
                    <a:pt x="154" y="214"/>
                  </a:cubicBezTo>
                  <a:cubicBezTo>
                    <a:pt x="129" y="201"/>
                    <a:pt x="111" y="198"/>
                    <a:pt x="84" y="199"/>
                  </a:cubicBezTo>
                  <a:cubicBezTo>
                    <a:pt x="51" y="201"/>
                    <a:pt x="46" y="199"/>
                    <a:pt x="39" y="185"/>
                  </a:cubicBezTo>
                  <a:cubicBezTo>
                    <a:pt x="33" y="171"/>
                    <a:pt x="34" y="168"/>
                    <a:pt x="47" y="165"/>
                  </a:cubicBezTo>
                  <a:cubicBezTo>
                    <a:pt x="62" y="163"/>
                    <a:pt x="62" y="162"/>
                    <a:pt x="49" y="161"/>
                  </a:cubicBezTo>
                  <a:cubicBezTo>
                    <a:pt x="24" y="160"/>
                    <a:pt x="0" y="97"/>
                    <a:pt x="24" y="97"/>
                  </a:cubicBezTo>
                  <a:cubicBezTo>
                    <a:pt x="28" y="97"/>
                    <a:pt x="31" y="93"/>
                    <a:pt x="31" y="87"/>
                  </a:cubicBezTo>
                  <a:cubicBezTo>
                    <a:pt x="31" y="82"/>
                    <a:pt x="36" y="74"/>
                    <a:pt x="42" y="69"/>
                  </a:cubicBezTo>
                  <a:cubicBezTo>
                    <a:pt x="48" y="64"/>
                    <a:pt x="51" y="58"/>
                    <a:pt x="48" y="54"/>
                  </a:cubicBezTo>
                  <a:cubicBezTo>
                    <a:pt x="45" y="49"/>
                    <a:pt x="60" y="45"/>
                    <a:pt x="75" y="47"/>
                  </a:cubicBezTo>
                  <a:cubicBezTo>
                    <a:pt x="78" y="47"/>
                    <a:pt x="84" y="43"/>
                    <a:pt x="88" y="37"/>
                  </a:cubicBezTo>
                  <a:cubicBezTo>
                    <a:pt x="93" y="31"/>
                    <a:pt x="106" y="27"/>
                    <a:pt x="118" y="27"/>
                  </a:cubicBezTo>
                  <a:cubicBezTo>
                    <a:pt x="129" y="27"/>
                    <a:pt x="138" y="24"/>
                    <a:pt x="138" y="20"/>
                  </a:cubicBezTo>
                  <a:cubicBezTo>
                    <a:pt x="138" y="16"/>
                    <a:pt x="146" y="13"/>
                    <a:pt x="156" y="13"/>
                  </a:cubicBezTo>
                  <a:cubicBezTo>
                    <a:pt x="165" y="13"/>
                    <a:pt x="182" y="10"/>
                    <a:pt x="193" y="5"/>
                  </a:cubicBezTo>
                  <a:cubicBezTo>
                    <a:pt x="207" y="0"/>
                    <a:pt x="219" y="1"/>
                    <a:pt x="238" y="8"/>
                  </a:cubicBezTo>
                  <a:cubicBezTo>
                    <a:pt x="252" y="13"/>
                    <a:pt x="274" y="17"/>
                    <a:pt x="286" y="16"/>
                  </a:cubicBezTo>
                  <a:cubicBezTo>
                    <a:pt x="301" y="15"/>
                    <a:pt x="310" y="18"/>
                    <a:pt x="313" y="25"/>
                  </a:cubicBezTo>
                  <a:cubicBezTo>
                    <a:pt x="320" y="42"/>
                    <a:pt x="311" y="47"/>
                    <a:pt x="286" y="40"/>
                  </a:cubicBezTo>
                  <a:cubicBezTo>
                    <a:pt x="261" y="32"/>
                    <a:pt x="257" y="32"/>
                    <a:pt x="231" y="37"/>
                  </a:cubicBezTo>
                  <a:cubicBezTo>
                    <a:pt x="221" y="39"/>
                    <a:pt x="207" y="42"/>
                    <a:pt x="199" y="43"/>
                  </a:cubicBezTo>
                  <a:cubicBezTo>
                    <a:pt x="191" y="45"/>
                    <a:pt x="184" y="50"/>
                    <a:pt x="184" y="56"/>
                  </a:cubicBezTo>
                  <a:cubicBezTo>
                    <a:pt x="183" y="61"/>
                    <a:pt x="182" y="69"/>
                    <a:pt x="182" y="73"/>
                  </a:cubicBezTo>
                  <a:cubicBezTo>
                    <a:pt x="181" y="76"/>
                    <a:pt x="173" y="80"/>
                    <a:pt x="164" y="81"/>
                  </a:cubicBezTo>
                  <a:cubicBezTo>
                    <a:pt x="151" y="81"/>
                    <a:pt x="145" y="77"/>
                    <a:pt x="144" y="67"/>
                  </a:cubicBezTo>
                  <a:cubicBezTo>
                    <a:pt x="141" y="52"/>
                    <a:pt x="140" y="53"/>
                    <a:pt x="131" y="71"/>
                  </a:cubicBezTo>
                  <a:cubicBezTo>
                    <a:pt x="124" y="86"/>
                    <a:pt x="123" y="92"/>
                    <a:pt x="130" y="99"/>
                  </a:cubicBezTo>
                  <a:cubicBezTo>
                    <a:pt x="134" y="103"/>
                    <a:pt x="138" y="113"/>
                    <a:pt x="138" y="120"/>
                  </a:cubicBezTo>
                  <a:cubicBezTo>
                    <a:pt x="138" y="127"/>
                    <a:pt x="143" y="132"/>
                    <a:pt x="149" y="132"/>
                  </a:cubicBezTo>
                  <a:cubicBezTo>
                    <a:pt x="155" y="132"/>
                    <a:pt x="160" y="136"/>
                    <a:pt x="160" y="140"/>
                  </a:cubicBezTo>
                  <a:cubicBezTo>
                    <a:pt x="160" y="144"/>
                    <a:pt x="156" y="145"/>
                    <a:pt x="152" y="143"/>
                  </a:cubicBezTo>
                  <a:cubicBezTo>
                    <a:pt x="140" y="135"/>
                    <a:pt x="129" y="147"/>
                    <a:pt x="139" y="158"/>
                  </a:cubicBezTo>
                  <a:cubicBezTo>
                    <a:pt x="145" y="165"/>
                    <a:pt x="144" y="167"/>
                    <a:pt x="134" y="168"/>
                  </a:cubicBezTo>
                  <a:cubicBezTo>
                    <a:pt x="124" y="168"/>
                    <a:pt x="126" y="171"/>
                    <a:pt x="142" y="180"/>
                  </a:cubicBezTo>
                  <a:cubicBezTo>
                    <a:pt x="179" y="200"/>
                    <a:pt x="193" y="212"/>
                    <a:pt x="198" y="229"/>
                  </a:cubicBezTo>
                  <a:cubicBezTo>
                    <a:pt x="204" y="245"/>
                    <a:pt x="200" y="250"/>
                    <a:pt x="192" y="23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2"/>
            <p:cNvSpPr>
              <a:spLocks/>
            </p:cNvSpPr>
            <p:nvPr/>
          </p:nvSpPr>
          <p:spPr bwMode="auto">
            <a:xfrm>
              <a:off x="5481638" y="3695700"/>
              <a:ext cx="841375" cy="855662"/>
            </a:xfrm>
            <a:custGeom>
              <a:avLst/>
              <a:gdLst/>
              <a:ahLst/>
              <a:cxnLst>
                <a:cxn ang="0">
                  <a:pos x="460" y="609"/>
                </a:cxn>
                <a:cxn ang="0">
                  <a:pos x="477" y="564"/>
                </a:cxn>
                <a:cxn ang="0">
                  <a:pos x="469" y="517"/>
                </a:cxn>
                <a:cxn ang="0">
                  <a:pos x="437" y="470"/>
                </a:cxn>
                <a:cxn ang="0">
                  <a:pos x="416" y="449"/>
                </a:cxn>
                <a:cxn ang="0">
                  <a:pos x="398" y="431"/>
                </a:cxn>
                <a:cxn ang="0">
                  <a:pos x="372" y="414"/>
                </a:cxn>
                <a:cxn ang="0">
                  <a:pos x="330" y="393"/>
                </a:cxn>
                <a:cxn ang="0">
                  <a:pos x="245" y="333"/>
                </a:cxn>
                <a:cxn ang="0">
                  <a:pos x="190" y="268"/>
                </a:cxn>
                <a:cxn ang="0">
                  <a:pos x="183" y="234"/>
                </a:cxn>
                <a:cxn ang="0">
                  <a:pos x="143" y="193"/>
                </a:cxn>
                <a:cxn ang="0">
                  <a:pos x="110" y="177"/>
                </a:cxn>
                <a:cxn ang="0">
                  <a:pos x="83" y="199"/>
                </a:cxn>
                <a:cxn ang="0">
                  <a:pos x="49" y="211"/>
                </a:cxn>
                <a:cxn ang="0">
                  <a:pos x="38" y="202"/>
                </a:cxn>
                <a:cxn ang="0">
                  <a:pos x="14" y="187"/>
                </a:cxn>
                <a:cxn ang="0">
                  <a:pos x="12" y="171"/>
                </a:cxn>
                <a:cxn ang="0">
                  <a:pos x="10" y="155"/>
                </a:cxn>
                <a:cxn ang="0">
                  <a:pos x="13" y="130"/>
                </a:cxn>
                <a:cxn ang="0">
                  <a:pos x="19" y="108"/>
                </a:cxn>
                <a:cxn ang="0">
                  <a:pos x="40" y="82"/>
                </a:cxn>
                <a:cxn ang="0">
                  <a:pos x="70" y="57"/>
                </a:cxn>
                <a:cxn ang="0">
                  <a:pos x="96" y="69"/>
                </a:cxn>
                <a:cxn ang="0">
                  <a:pos x="119" y="74"/>
                </a:cxn>
                <a:cxn ang="0">
                  <a:pos x="142" y="45"/>
                </a:cxn>
                <a:cxn ang="0">
                  <a:pos x="176" y="48"/>
                </a:cxn>
                <a:cxn ang="0">
                  <a:pos x="183" y="37"/>
                </a:cxn>
                <a:cxn ang="0">
                  <a:pos x="190" y="26"/>
                </a:cxn>
                <a:cxn ang="0">
                  <a:pos x="202" y="19"/>
                </a:cxn>
                <a:cxn ang="0">
                  <a:pos x="219" y="16"/>
                </a:cxn>
                <a:cxn ang="0">
                  <a:pos x="281" y="13"/>
                </a:cxn>
                <a:cxn ang="0">
                  <a:pos x="313" y="29"/>
                </a:cxn>
                <a:cxn ang="0">
                  <a:pos x="338" y="59"/>
                </a:cxn>
                <a:cxn ang="0">
                  <a:pos x="317" y="92"/>
                </a:cxn>
                <a:cxn ang="0">
                  <a:pos x="283" y="131"/>
                </a:cxn>
                <a:cxn ang="0">
                  <a:pos x="283" y="154"/>
                </a:cxn>
                <a:cxn ang="0">
                  <a:pos x="280" y="180"/>
                </a:cxn>
                <a:cxn ang="0">
                  <a:pos x="285" y="215"/>
                </a:cxn>
                <a:cxn ang="0">
                  <a:pos x="291" y="227"/>
                </a:cxn>
                <a:cxn ang="0">
                  <a:pos x="298" y="220"/>
                </a:cxn>
                <a:cxn ang="0">
                  <a:pos x="323" y="229"/>
                </a:cxn>
                <a:cxn ang="0">
                  <a:pos x="359" y="281"/>
                </a:cxn>
                <a:cxn ang="0">
                  <a:pos x="451" y="357"/>
                </a:cxn>
                <a:cxn ang="0">
                  <a:pos x="468" y="373"/>
                </a:cxn>
                <a:cxn ang="0">
                  <a:pos x="506" y="406"/>
                </a:cxn>
                <a:cxn ang="0">
                  <a:pos x="593" y="481"/>
                </a:cxn>
                <a:cxn ang="0">
                  <a:pos x="579" y="478"/>
                </a:cxn>
                <a:cxn ang="0">
                  <a:pos x="553" y="455"/>
                </a:cxn>
                <a:cxn ang="0">
                  <a:pos x="518" y="460"/>
                </a:cxn>
                <a:cxn ang="0">
                  <a:pos x="508" y="512"/>
                </a:cxn>
                <a:cxn ang="0">
                  <a:pos x="512" y="554"/>
                </a:cxn>
                <a:cxn ang="0">
                  <a:pos x="498" y="569"/>
                </a:cxn>
                <a:cxn ang="0">
                  <a:pos x="469" y="614"/>
                </a:cxn>
                <a:cxn ang="0">
                  <a:pos x="460" y="609"/>
                </a:cxn>
              </a:cxnLst>
              <a:rect l="0" t="0" r="r" b="b"/>
              <a:pathLst>
                <a:path w="604" h="614">
                  <a:moveTo>
                    <a:pt x="460" y="609"/>
                  </a:moveTo>
                  <a:cubicBezTo>
                    <a:pt x="455" y="604"/>
                    <a:pt x="467" y="570"/>
                    <a:pt x="477" y="564"/>
                  </a:cubicBezTo>
                  <a:cubicBezTo>
                    <a:pt x="481" y="562"/>
                    <a:pt x="477" y="542"/>
                    <a:pt x="469" y="517"/>
                  </a:cubicBezTo>
                  <a:cubicBezTo>
                    <a:pt x="457" y="484"/>
                    <a:pt x="450" y="473"/>
                    <a:pt x="437" y="470"/>
                  </a:cubicBezTo>
                  <a:cubicBezTo>
                    <a:pt x="427" y="468"/>
                    <a:pt x="419" y="459"/>
                    <a:pt x="416" y="449"/>
                  </a:cubicBezTo>
                  <a:cubicBezTo>
                    <a:pt x="413" y="437"/>
                    <a:pt x="407" y="431"/>
                    <a:pt x="398" y="431"/>
                  </a:cubicBezTo>
                  <a:cubicBezTo>
                    <a:pt x="390" y="431"/>
                    <a:pt x="379" y="423"/>
                    <a:pt x="372" y="414"/>
                  </a:cubicBezTo>
                  <a:cubicBezTo>
                    <a:pt x="365" y="402"/>
                    <a:pt x="352" y="396"/>
                    <a:pt x="330" y="393"/>
                  </a:cubicBezTo>
                  <a:cubicBezTo>
                    <a:pt x="304" y="389"/>
                    <a:pt x="292" y="381"/>
                    <a:pt x="245" y="333"/>
                  </a:cubicBezTo>
                  <a:cubicBezTo>
                    <a:pt x="215" y="303"/>
                    <a:pt x="190" y="274"/>
                    <a:pt x="190" y="268"/>
                  </a:cubicBezTo>
                  <a:cubicBezTo>
                    <a:pt x="190" y="263"/>
                    <a:pt x="187" y="248"/>
                    <a:pt x="183" y="234"/>
                  </a:cubicBezTo>
                  <a:cubicBezTo>
                    <a:pt x="178" y="214"/>
                    <a:pt x="170" y="206"/>
                    <a:pt x="143" y="193"/>
                  </a:cubicBezTo>
                  <a:cubicBezTo>
                    <a:pt x="110" y="177"/>
                    <a:pt x="110" y="177"/>
                    <a:pt x="110" y="177"/>
                  </a:cubicBezTo>
                  <a:cubicBezTo>
                    <a:pt x="83" y="199"/>
                    <a:pt x="83" y="199"/>
                    <a:pt x="83" y="199"/>
                  </a:cubicBezTo>
                  <a:cubicBezTo>
                    <a:pt x="53" y="222"/>
                    <a:pt x="47" y="225"/>
                    <a:pt x="49" y="211"/>
                  </a:cubicBezTo>
                  <a:cubicBezTo>
                    <a:pt x="50" y="206"/>
                    <a:pt x="45" y="202"/>
                    <a:pt x="38" y="202"/>
                  </a:cubicBezTo>
                  <a:cubicBezTo>
                    <a:pt x="30" y="202"/>
                    <a:pt x="19" y="195"/>
                    <a:pt x="14" y="187"/>
                  </a:cubicBezTo>
                  <a:cubicBezTo>
                    <a:pt x="6" y="175"/>
                    <a:pt x="5" y="171"/>
                    <a:pt x="12" y="171"/>
                  </a:cubicBezTo>
                  <a:cubicBezTo>
                    <a:pt x="18" y="171"/>
                    <a:pt x="18" y="166"/>
                    <a:pt x="10" y="155"/>
                  </a:cubicBezTo>
                  <a:cubicBezTo>
                    <a:pt x="0" y="140"/>
                    <a:pt x="0" y="138"/>
                    <a:pt x="13" y="130"/>
                  </a:cubicBezTo>
                  <a:cubicBezTo>
                    <a:pt x="23" y="123"/>
                    <a:pt x="25" y="118"/>
                    <a:pt x="19" y="108"/>
                  </a:cubicBezTo>
                  <a:cubicBezTo>
                    <a:pt x="8" y="88"/>
                    <a:pt x="9" y="87"/>
                    <a:pt x="40" y="82"/>
                  </a:cubicBezTo>
                  <a:cubicBezTo>
                    <a:pt x="66" y="78"/>
                    <a:pt x="72" y="73"/>
                    <a:pt x="70" y="57"/>
                  </a:cubicBezTo>
                  <a:cubicBezTo>
                    <a:pt x="68" y="45"/>
                    <a:pt x="83" y="52"/>
                    <a:pt x="96" y="69"/>
                  </a:cubicBezTo>
                  <a:cubicBezTo>
                    <a:pt x="113" y="90"/>
                    <a:pt x="119" y="91"/>
                    <a:pt x="119" y="74"/>
                  </a:cubicBezTo>
                  <a:cubicBezTo>
                    <a:pt x="119" y="58"/>
                    <a:pt x="138" y="34"/>
                    <a:pt x="142" y="45"/>
                  </a:cubicBezTo>
                  <a:cubicBezTo>
                    <a:pt x="146" y="58"/>
                    <a:pt x="176" y="60"/>
                    <a:pt x="176" y="48"/>
                  </a:cubicBezTo>
                  <a:cubicBezTo>
                    <a:pt x="176" y="42"/>
                    <a:pt x="179" y="37"/>
                    <a:pt x="183" y="37"/>
                  </a:cubicBezTo>
                  <a:cubicBezTo>
                    <a:pt x="187" y="37"/>
                    <a:pt x="190" y="32"/>
                    <a:pt x="190" y="26"/>
                  </a:cubicBezTo>
                  <a:cubicBezTo>
                    <a:pt x="190" y="18"/>
                    <a:pt x="194" y="16"/>
                    <a:pt x="202" y="19"/>
                  </a:cubicBezTo>
                  <a:cubicBezTo>
                    <a:pt x="209" y="22"/>
                    <a:pt x="217" y="20"/>
                    <a:pt x="219" y="16"/>
                  </a:cubicBezTo>
                  <a:cubicBezTo>
                    <a:pt x="228" y="2"/>
                    <a:pt x="271" y="0"/>
                    <a:pt x="281" y="13"/>
                  </a:cubicBezTo>
                  <a:cubicBezTo>
                    <a:pt x="286" y="20"/>
                    <a:pt x="300" y="27"/>
                    <a:pt x="313" y="29"/>
                  </a:cubicBezTo>
                  <a:cubicBezTo>
                    <a:pt x="332" y="33"/>
                    <a:pt x="336" y="37"/>
                    <a:pt x="338" y="59"/>
                  </a:cubicBezTo>
                  <a:cubicBezTo>
                    <a:pt x="340" y="81"/>
                    <a:pt x="338" y="84"/>
                    <a:pt x="317" y="92"/>
                  </a:cubicBezTo>
                  <a:cubicBezTo>
                    <a:pt x="278" y="106"/>
                    <a:pt x="275" y="110"/>
                    <a:pt x="283" y="131"/>
                  </a:cubicBezTo>
                  <a:cubicBezTo>
                    <a:pt x="288" y="143"/>
                    <a:pt x="288" y="151"/>
                    <a:pt x="283" y="154"/>
                  </a:cubicBezTo>
                  <a:cubicBezTo>
                    <a:pt x="278" y="156"/>
                    <a:pt x="277" y="167"/>
                    <a:pt x="280" y="180"/>
                  </a:cubicBezTo>
                  <a:cubicBezTo>
                    <a:pt x="283" y="193"/>
                    <a:pt x="285" y="208"/>
                    <a:pt x="285" y="215"/>
                  </a:cubicBezTo>
                  <a:cubicBezTo>
                    <a:pt x="285" y="222"/>
                    <a:pt x="287" y="227"/>
                    <a:pt x="291" y="227"/>
                  </a:cubicBezTo>
                  <a:cubicBezTo>
                    <a:pt x="295" y="227"/>
                    <a:pt x="298" y="224"/>
                    <a:pt x="298" y="220"/>
                  </a:cubicBezTo>
                  <a:cubicBezTo>
                    <a:pt x="298" y="216"/>
                    <a:pt x="309" y="220"/>
                    <a:pt x="323" y="229"/>
                  </a:cubicBezTo>
                  <a:cubicBezTo>
                    <a:pt x="342" y="241"/>
                    <a:pt x="350" y="253"/>
                    <a:pt x="359" y="281"/>
                  </a:cubicBezTo>
                  <a:cubicBezTo>
                    <a:pt x="374" y="331"/>
                    <a:pt x="414" y="364"/>
                    <a:pt x="451" y="357"/>
                  </a:cubicBezTo>
                  <a:cubicBezTo>
                    <a:pt x="476" y="352"/>
                    <a:pt x="483" y="358"/>
                    <a:pt x="468" y="373"/>
                  </a:cubicBezTo>
                  <a:cubicBezTo>
                    <a:pt x="463" y="378"/>
                    <a:pt x="473" y="387"/>
                    <a:pt x="506" y="406"/>
                  </a:cubicBezTo>
                  <a:cubicBezTo>
                    <a:pt x="572" y="442"/>
                    <a:pt x="604" y="470"/>
                    <a:pt x="593" y="481"/>
                  </a:cubicBezTo>
                  <a:cubicBezTo>
                    <a:pt x="586" y="488"/>
                    <a:pt x="583" y="487"/>
                    <a:pt x="579" y="478"/>
                  </a:cubicBezTo>
                  <a:cubicBezTo>
                    <a:pt x="577" y="471"/>
                    <a:pt x="565" y="461"/>
                    <a:pt x="553" y="455"/>
                  </a:cubicBezTo>
                  <a:cubicBezTo>
                    <a:pt x="532" y="444"/>
                    <a:pt x="531" y="444"/>
                    <a:pt x="518" y="460"/>
                  </a:cubicBezTo>
                  <a:cubicBezTo>
                    <a:pt x="490" y="495"/>
                    <a:pt x="489" y="500"/>
                    <a:pt x="508" y="512"/>
                  </a:cubicBezTo>
                  <a:cubicBezTo>
                    <a:pt x="530" y="526"/>
                    <a:pt x="532" y="548"/>
                    <a:pt x="512" y="554"/>
                  </a:cubicBezTo>
                  <a:cubicBezTo>
                    <a:pt x="504" y="556"/>
                    <a:pt x="498" y="563"/>
                    <a:pt x="498" y="569"/>
                  </a:cubicBezTo>
                  <a:cubicBezTo>
                    <a:pt x="498" y="581"/>
                    <a:pt x="477" y="614"/>
                    <a:pt x="469" y="614"/>
                  </a:cubicBezTo>
                  <a:cubicBezTo>
                    <a:pt x="467" y="614"/>
                    <a:pt x="462" y="612"/>
                    <a:pt x="460" y="609"/>
                  </a:cubicBezTo>
                  <a:close/>
                </a:path>
              </a:pathLst>
            </a:custGeom>
            <a:solidFill>
              <a:schemeClr val="accent5"/>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3"/>
            <p:cNvSpPr>
              <a:spLocks/>
            </p:cNvSpPr>
            <p:nvPr/>
          </p:nvSpPr>
          <p:spPr bwMode="auto">
            <a:xfrm>
              <a:off x="5589588" y="4270375"/>
              <a:ext cx="98425" cy="190500"/>
            </a:xfrm>
            <a:custGeom>
              <a:avLst/>
              <a:gdLst/>
              <a:ahLst/>
              <a:cxnLst>
                <a:cxn ang="0">
                  <a:pos x="16" y="129"/>
                </a:cxn>
                <a:cxn ang="0">
                  <a:pos x="9" y="98"/>
                </a:cxn>
                <a:cxn ang="0">
                  <a:pos x="9" y="49"/>
                </a:cxn>
                <a:cxn ang="0">
                  <a:pos x="23" y="10"/>
                </a:cxn>
                <a:cxn ang="0">
                  <a:pos x="55" y="14"/>
                </a:cxn>
                <a:cxn ang="0">
                  <a:pos x="67" y="50"/>
                </a:cxn>
                <a:cxn ang="0">
                  <a:pos x="48" y="121"/>
                </a:cxn>
                <a:cxn ang="0">
                  <a:pos x="36" y="128"/>
                </a:cxn>
                <a:cxn ang="0">
                  <a:pos x="16" y="129"/>
                </a:cxn>
              </a:cxnLst>
              <a:rect l="0" t="0" r="r" b="b"/>
              <a:pathLst>
                <a:path w="70" h="137">
                  <a:moveTo>
                    <a:pt x="16" y="129"/>
                  </a:moveTo>
                  <a:cubicBezTo>
                    <a:pt x="4" y="120"/>
                    <a:pt x="3" y="116"/>
                    <a:pt x="9" y="98"/>
                  </a:cubicBezTo>
                  <a:cubicBezTo>
                    <a:pt x="15" y="83"/>
                    <a:pt x="15" y="70"/>
                    <a:pt x="9" y="49"/>
                  </a:cubicBezTo>
                  <a:cubicBezTo>
                    <a:pt x="0" y="21"/>
                    <a:pt x="0" y="21"/>
                    <a:pt x="23" y="10"/>
                  </a:cubicBezTo>
                  <a:cubicBezTo>
                    <a:pt x="44" y="0"/>
                    <a:pt x="46" y="0"/>
                    <a:pt x="55" y="14"/>
                  </a:cubicBezTo>
                  <a:cubicBezTo>
                    <a:pt x="60" y="23"/>
                    <a:pt x="66" y="39"/>
                    <a:pt x="67" y="50"/>
                  </a:cubicBezTo>
                  <a:cubicBezTo>
                    <a:pt x="70" y="76"/>
                    <a:pt x="57" y="126"/>
                    <a:pt x="48" y="121"/>
                  </a:cubicBezTo>
                  <a:cubicBezTo>
                    <a:pt x="45" y="119"/>
                    <a:pt x="39" y="122"/>
                    <a:pt x="36" y="128"/>
                  </a:cubicBezTo>
                  <a:cubicBezTo>
                    <a:pt x="30" y="137"/>
                    <a:pt x="28" y="137"/>
                    <a:pt x="16" y="12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4"/>
            <p:cNvSpPr>
              <a:spLocks/>
            </p:cNvSpPr>
            <p:nvPr/>
          </p:nvSpPr>
          <p:spPr bwMode="auto">
            <a:xfrm>
              <a:off x="6370638" y="4129088"/>
              <a:ext cx="120650" cy="266700"/>
            </a:xfrm>
            <a:custGeom>
              <a:avLst/>
              <a:gdLst/>
              <a:ahLst/>
              <a:cxnLst>
                <a:cxn ang="0">
                  <a:pos x="38" y="182"/>
                </a:cxn>
                <a:cxn ang="0">
                  <a:pos x="23" y="162"/>
                </a:cxn>
                <a:cxn ang="0">
                  <a:pos x="12" y="150"/>
                </a:cxn>
                <a:cxn ang="0">
                  <a:pos x="10" y="134"/>
                </a:cxn>
                <a:cxn ang="0">
                  <a:pos x="8" y="117"/>
                </a:cxn>
                <a:cxn ang="0">
                  <a:pos x="8" y="33"/>
                </a:cxn>
                <a:cxn ang="0">
                  <a:pos x="30" y="6"/>
                </a:cxn>
                <a:cxn ang="0">
                  <a:pos x="62" y="60"/>
                </a:cxn>
                <a:cxn ang="0">
                  <a:pos x="74" y="109"/>
                </a:cxn>
                <a:cxn ang="0">
                  <a:pos x="82" y="134"/>
                </a:cxn>
                <a:cxn ang="0">
                  <a:pos x="71" y="146"/>
                </a:cxn>
                <a:cxn ang="0">
                  <a:pos x="53" y="176"/>
                </a:cxn>
                <a:cxn ang="0">
                  <a:pos x="38" y="182"/>
                </a:cxn>
              </a:cxnLst>
              <a:rect l="0" t="0" r="r" b="b"/>
              <a:pathLst>
                <a:path w="86" h="191">
                  <a:moveTo>
                    <a:pt x="38" y="182"/>
                  </a:moveTo>
                  <a:cubicBezTo>
                    <a:pt x="38" y="175"/>
                    <a:pt x="32" y="166"/>
                    <a:pt x="23" y="162"/>
                  </a:cubicBezTo>
                  <a:cubicBezTo>
                    <a:pt x="15" y="157"/>
                    <a:pt x="10" y="152"/>
                    <a:pt x="12" y="150"/>
                  </a:cubicBezTo>
                  <a:cubicBezTo>
                    <a:pt x="15" y="148"/>
                    <a:pt x="13" y="141"/>
                    <a:pt x="10" y="134"/>
                  </a:cubicBezTo>
                  <a:cubicBezTo>
                    <a:pt x="6" y="127"/>
                    <a:pt x="5" y="120"/>
                    <a:pt x="8" y="117"/>
                  </a:cubicBezTo>
                  <a:cubicBezTo>
                    <a:pt x="15" y="110"/>
                    <a:pt x="15" y="47"/>
                    <a:pt x="8" y="33"/>
                  </a:cubicBezTo>
                  <a:cubicBezTo>
                    <a:pt x="0" y="17"/>
                    <a:pt x="13" y="0"/>
                    <a:pt x="30" y="6"/>
                  </a:cubicBezTo>
                  <a:cubicBezTo>
                    <a:pt x="54" y="14"/>
                    <a:pt x="66" y="35"/>
                    <a:pt x="62" y="60"/>
                  </a:cubicBezTo>
                  <a:cubicBezTo>
                    <a:pt x="59" y="77"/>
                    <a:pt x="62" y="91"/>
                    <a:pt x="74" y="109"/>
                  </a:cubicBezTo>
                  <a:cubicBezTo>
                    <a:pt x="82" y="123"/>
                    <a:pt x="86" y="134"/>
                    <a:pt x="82" y="134"/>
                  </a:cubicBezTo>
                  <a:cubicBezTo>
                    <a:pt x="78" y="134"/>
                    <a:pt x="73" y="140"/>
                    <a:pt x="71" y="146"/>
                  </a:cubicBezTo>
                  <a:cubicBezTo>
                    <a:pt x="69" y="153"/>
                    <a:pt x="60" y="167"/>
                    <a:pt x="53" y="176"/>
                  </a:cubicBezTo>
                  <a:cubicBezTo>
                    <a:pt x="42" y="190"/>
                    <a:pt x="39" y="191"/>
                    <a:pt x="38" y="18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5"/>
            <p:cNvSpPr>
              <a:spLocks/>
            </p:cNvSpPr>
            <p:nvPr/>
          </p:nvSpPr>
          <p:spPr bwMode="auto">
            <a:xfrm>
              <a:off x="6867525" y="4170363"/>
              <a:ext cx="200025" cy="141287"/>
            </a:xfrm>
            <a:custGeom>
              <a:avLst/>
              <a:gdLst/>
              <a:ahLst/>
              <a:cxnLst>
                <a:cxn ang="0">
                  <a:pos x="22" y="98"/>
                </a:cxn>
                <a:cxn ang="0">
                  <a:pos x="11" y="51"/>
                </a:cxn>
                <a:cxn ang="0">
                  <a:pos x="13" y="34"/>
                </a:cxn>
                <a:cxn ang="0">
                  <a:pos x="58" y="13"/>
                </a:cxn>
                <a:cxn ang="0">
                  <a:pos x="75" y="16"/>
                </a:cxn>
                <a:cxn ang="0">
                  <a:pos x="90" y="28"/>
                </a:cxn>
                <a:cxn ang="0">
                  <a:pos x="120" y="55"/>
                </a:cxn>
                <a:cxn ang="0">
                  <a:pos x="143" y="65"/>
                </a:cxn>
                <a:cxn ang="0">
                  <a:pos x="105" y="67"/>
                </a:cxn>
                <a:cxn ang="0">
                  <a:pos x="51" y="86"/>
                </a:cxn>
                <a:cxn ang="0">
                  <a:pos x="22" y="98"/>
                </a:cxn>
              </a:cxnLst>
              <a:rect l="0" t="0" r="r" b="b"/>
              <a:pathLst>
                <a:path w="143" h="101">
                  <a:moveTo>
                    <a:pt x="22" y="98"/>
                  </a:moveTo>
                  <a:cubicBezTo>
                    <a:pt x="9" y="92"/>
                    <a:pt x="0" y="58"/>
                    <a:pt x="11" y="51"/>
                  </a:cubicBezTo>
                  <a:cubicBezTo>
                    <a:pt x="14" y="49"/>
                    <a:pt x="15" y="41"/>
                    <a:pt x="13" y="34"/>
                  </a:cubicBezTo>
                  <a:cubicBezTo>
                    <a:pt x="8" y="16"/>
                    <a:pt x="43" y="0"/>
                    <a:pt x="58" y="13"/>
                  </a:cubicBezTo>
                  <a:cubicBezTo>
                    <a:pt x="63" y="17"/>
                    <a:pt x="71" y="19"/>
                    <a:pt x="75" y="16"/>
                  </a:cubicBezTo>
                  <a:cubicBezTo>
                    <a:pt x="79" y="14"/>
                    <a:pt x="86" y="19"/>
                    <a:pt x="90" y="28"/>
                  </a:cubicBezTo>
                  <a:cubicBezTo>
                    <a:pt x="94" y="37"/>
                    <a:pt x="108" y="49"/>
                    <a:pt x="120" y="55"/>
                  </a:cubicBezTo>
                  <a:cubicBezTo>
                    <a:pt x="143" y="65"/>
                    <a:pt x="143" y="65"/>
                    <a:pt x="143" y="65"/>
                  </a:cubicBezTo>
                  <a:cubicBezTo>
                    <a:pt x="105" y="67"/>
                    <a:pt x="105" y="67"/>
                    <a:pt x="105" y="67"/>
                  </a:cubicBezTo>
                  <a:cubicBezTo>
                    <a:pt x="76" y="69"/>
                    <a:pt x="63" y="74"/>
                    <a:pt x="51" y="86"/>
                  </a:cubicBezTo>
                  <a:cubicBezTo>
                    <a:pt x="40" y="98"/>
                    <a:pt x="32" y="101"/>
                    <a:pt x="22" y="9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16"/>
            <p:cNvSpPr>
              <a:spLocks/>
            </p:cNvSpPr>
            <p:nvPr/>
          </p:nvSpPr>
          <p:spPr bwMode="auto">
            <a:xfrm>
              <a:off x="6464300" y="4154488"/>
              <a:ext cx="176213" cy="133350"/>
            </a:xfrm>
            <a:custGeom>
              <a:avLst/>
              <a:gdLst/>
              <a:ahLst/>
              <a:cxnLst>
                <a:cxn ang="0">
                  <a:pos x="11" y="84"/>
                </a:cxn>
                <a:cxn ang="0">
                  <a:pos x="0" y="56"/>
                </a:cxn>
                <a:cxn ang="0">
                  <a:pos x="30" y="15"/>
                </a:cxn>
                <a:cxn ang="0">
                  <a:pos x="36" y="12"/>
                </a:cxn>
                <a:cxn ang="0">
                  <a:pos x="102" y="16"/>
                </a:cxn>
                <a:cxn ang="0">
                  <a:pos x="87" y="74"/>
                </a:cxn>
                <a:cxn ang="0">
                  <a:pos x="66" y="83"/>
                </a:cxn>
                <a:cxn ang="0">
                  <a:pos x="11" y="84"/>
                </a:cxn>
              </a:cxnLst>
              <a:rect l="0" t="0" r="r" b="b"/>
              <a:pathLst>
                <a:path w="126" h="96">
                  <a:moveTo>
                    <a:pt x="11" y="84"/>
                  </a:moveTo>
                  <a:cubicBezTo>
                    <a:pt x="5" y="78"/>
                    <a:pt x="0" y="65"/>
                    <a:pt x="0" y="56"/>
                  </a:cubicBezTo>
                  <a:cubicBezTo>
                    <a:pt x="0" y="37"/>
                    <a:pt x="20" y="9"/>
                    <a:pt x="30" y="15"/>
                  </a:cubicBezTo>
                  <a:cubicBezTo>
                    <a:pt x="33" y="17"/>
                    <a:pt x="36" y="15"/>
                    <a:pt x="36" y="12"/>
                  </a:cubicBezTo>
                  <a:cubicBezTo>
                    <a:pt x="36" y="0"/>
                    <a:pt x="91" y="4"/>
                    <a:pt x="102" y="16"/>
                  </a:cubicBezTo>
                  <a:cubicBezTo>
                    <a:pt x="126" y="44"/>
                    <a:pt x="118" y="74"/>
                    <a:pt x="87" y="74"/>
                  </a:cubicBezTo>
                  <a:cubicBezTo>
                    <a:pt x="79" y="74"/>
                    <a:pt x="70" y="78"/>
                    <a:pt x="66" y="83"/>
                  </a:cubicBezTo>
                  <a:cubicBezTo>
                    <a:pt x="54" y="96"/>
                    <a:pt x="24" y="96"/>
                    <a:pt x="11" y="8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17"/>
            <p:cNvSpPr>
              <a:spLocks/>
            </p:cNvSpPr>
            <p:nvPr/>
          </p:nvSpPr>
          <p:spPr bwMode="auto">
            <a:xfrm>
              <a:off x="6596063" y="3971925"/>
              <a:ext cx="442913" cy="279400"/>
            </a:xfrm>
            <a:custGeom>
              <a:avLst/>
              <a:gdLst/>
              <a:ahLst/>
              <a:cxnLst>
                <a:cxn ang="0">
                  <a:pos x="120" y="185"/>
                </a:cxn>
                <a:cxn ang="0">
                  <a:pos x="71" y="184"/>
                </a:cxn>
                <a:cxn ang="0">
                  <a:pos x="32" y="174"/>
                </a:cxn>
                <a:cxn ang="0">
                  <a:pos x="21" y="151"/>
                </a:cxn>
                <a:cxn ang="0">
                  <a:pos x="12" y="91"/>
                </a:cxn>
                <a:cxn ang="0">
                  <a:pos x="24" y="85"/>
                </a:cxn>
                <a:cxn ang="0">
                  <a:pos x="34" y="75"/>
                </a:cxn>
                <a:cxn ang="0">
                  <a:pos x="28" y="64"/>
                </a:cxn>
                <a:cxn ang="0">
                  <a:pos x="9" y="43"/>
                </a:cxn>
                <a:cxn ang="0">
                  <a:pos x="8" y="12"/>
                </a:cxn>
                <a:cxn ang="0">
                  <a:pos x="23" y="18"/>
                </a:cxn>
                <a:cxn ang="0">
                  <a:pos x="117" y="39"/>
                </a:cxn>
                <a:cxn ang="0">
                  <a:pos x="179" y="28"/>
                </a:cxn>
                <a:cxn ang="0">
                  <a:pos x="267" y="21"/>
                </a:cxn>
                <a:cxn ang="0">
                  <a:pos x="303" y="36"/>
                </a:cxn>
                <a:cxn ang="0">
                  <a:pos x="299" y="52"/>
                </a:cxn>
                <a:cxn ang="0">
                  <a:pos x="280" y="76"/>
                </a:cxn>
                <a:cxn ang="0">
                  <a:pos x="266" y="105"/>
                </a:cxn>
                <a:cxn ang="0">
                  <a:pos x="262" y="124"/>
                </a:cxn>
                <a:cxn ang="0">
                  <a:pos x="271" y="151"/>
                </a:cxn>
                <a:cxn ang="0">
                  <a:pos x="254" y="150"/>
                </a:cxn>
                <a:cxn ang="0">
                  <a:pos x="201" y="170"/>
                </a:cxn>
                <a:cxn ang="0">
                  <a:pos x="120" y="185"/>
                </a:cxn>
              </a:cxnLst>
              <a:rect l="0" t="0" r="r" b="b"/>
              <a:pathLst>
                <a:path w="318" h="201">
                  <a:moveTo>
                    <a:pt x="120" y="185"/>
                  </a:moveTo>
                  <a:cubicBezTo>
                    <a:pt x="102" y="176"/>
                    <a:pt x="94" y="176"/>
                    <a:pt x="71" y="184"/>
                  </a:cubicBezTo>
                  <a:cubicBezTo>
                    <a:pt x="41" y="193"/>
                    <a:pt x="26" y="189"/>
                    <a:pt x="32" y="174"/>
                  </a:cubicBezTo>
                  <a:cubicBezTo>
                    <a:pt x="34" y="168"/>
                    <a:pt x="29" y="158"/>
                    <a:pt x="21" y="151"/>
                  </a:cubicBezTo>
                  <a:cubicBezTo>
                    <a:pt x="8" y="139"/>
                    <a:pt x="6" y="129"/>
                    <a:pt x="12" y="91"/>
                  </a:cubicBezTo>
                  <a:cubicBezTo>
                    <a:pt x="13" y="88"/>
                    <a:pt x="18" y="85"/>
                    <a:pt x="24" y="85"/>
                  </a:cubicBezTo>
                  <a:cubicBezTo>
                    <a:pt x="30" y="85"/>
                    <a:pt x="34" y="81"/>
                    <a:pt x="34" y="75"/>
                  </a:cubicBezTo>
                  <a:cubicBezTo>
                    <a:pt x="34" y="69"/>
                    <a:pt x="31" y="64"/>
                    <a:pt x="28" y="64"/>
                  </a:cubicBezTo>
                  <a:cubicBezTo>
                    <a:pt x="24" y="64"/>
                    <a:pt x="16" y="55"/>
                    <a:pt x="9" y="43"/>
                  </a:cubicBezTo>
                  <a:cubicBezTo>
                    <a:pt x="0" y="25"/>
                    <a:pt x="0" y="20"/>
                    <a:pt x="8" y="12"/>
                  </a:cubicBezTo>
                  <a:cubicBezTo>
                    <a:pt x="20" y="0"/>
                    <a:pt x="28" y="5"/>
                    <a:pt x="23" y="18"/>
                  </a:cubicBezTo>
                  <a:cubicBezTo>
                    <a:pt x="19" y="29"/>
                    <a:pt x="49" y="35"/>
                    <a:pt x="117" y="39"/>
                  </a:cubicBezTo>
                  <a:cubicBezTo>
                    <a:pt x="149" y="40"/>
                    <a:pt x="164" y="38"/>
                    <a:pt x="179" y="28"/>
                  </a:cubicBezTo>
                  <a:cubicBezTo>
                    <a:pt x="210" y="7"/>
                    <a:pt x="238" y="4"/>
                    <a:pt x="267" y="21"/>
                  </a:cubicBezTo>
                  <a:cubicBezTo>
                    <a:pt x="281" y="29"/>
                    <a:pt x="297" y="36"/>
                    <a:pt x="303" y="36"/>
                  </a:cubicBezTo>
                  <a:cubicBezTo>
                    <a:pt x="318" y="36"/>
                    <a:pt x="315" y="48"/>
                    <a:pt x="299" y="52"/>
                  </a:cubicBezTo>
                  <a:cubicBezTo>
                    <a:pt x="291" y="54"/>
                    <a:pt x="283" y="65"/>
                    <a:pt x="280" y="76"/>
                  </a:cubicBezTo>
                  <a:cubicBezTo>
                    <a:pt x="277" y="87"/>
                    <a:pt x="271" y="100"/>
                    <a:pt x="266" y="105"/>
                  </a:cubicBezTo>
                  <a:cubicBezTo>
                    <a:pt x="255" y="116"/>
                    <a:pt x="252" y="130"/>
                    <a:pt x="262" y="124"/>
                  </a:cubicBezTo>
                  <a:cubicBezTo>
                    <a:pt x="272" y="119"/>
                    <a:pt x="279" y="143"/>
                    <a:pt x="271" y="151"/>
                  </a:cubicBezTo>
                  <a:cubicBezTo>
                    <a:pt x="266" y="155"/>
                    <a:pt x="260" y="155"/>
                    <a:pt x="254" y="150"/>
                  </a:cubicBezTo>
                  <a:cubicBezTo>
                    <a:pt x="240" y="138"/>
                    <a:pt x="206" y="151"/>
                    <a:pt x="201" y="170"/>
                  </a:cubicBezTo>
                  <a:cubicBezTo>
                    <a:pt x="195" y="193"/>
                    <a:pt x="154" y="201"/>
                    <a:pt x="120" y="18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8"/>
            <p:cNvSpPr>
              <a:spLocks/>
            </p:cNvSpPr>
            <p:nvPr/>
          </p:nvSpPr>
          <p:spPr bwMode="auto">
            <a:xfrm>
              <a:off x="5618163" y="4117975"/>
              <a:ext cx="60325" cy="136525"/>
            </a:xfrm>
            <a:custGeom>
              <a:avLst/>
              <a:gdLst/>
              <a:ahLst/>
              <a:cxnLst>
                <a:cxn ang="0">
                  <a:pos x="8" y="70"/>
                </a:cxn>
                <a:cxn ang="0">
                  <a:pos x="3" y="39"/>
                </a:cxn>
                <a:cxn ang="0">
                  <a:pos x="14" y="8"/>
                </a:cxn>
                <a:cxn ang="0">
                  <a:pos x="42" y="27"/>
                </a:cxn>
                <a:cxn ang="0">
                  <a:pos x="8" y="70"/>
                </a:cxn>
              </a:cxnLst>
              <a:rect l="0" t="0" r="r" b="b"/>
              <a:pathLst>
                <a:path w="43" h="98">
                  <a:moveTo>
                    <a:pt x="8" y="70"/>
                  </a:moveTo>
                  <a:cubicBezTo>
                    <a:pt x="8" y="65"/>
                    <a:pt x="6" y="51"/>
                    <a:pt x="3" y="39"/>
                  </a:cubicBezTo>
                  <a:cubicBezTo>
                    <a:pt x="0" y="20"/>
                    <a:pt x="2" y="15"/>
                    <a:pt x="14" y="8"/>
                  </a:cubicBezTo>
                  <a:cubicBezTo>
                    <a:pt x="30" y="0"/>
                    <a:pt x="42" y="8"/>
                    <a:pt x="42" y="27"/>
                  </a:cubicBezTo>
                  <a:cubicBezTo>
                    <a:pt x="43" y="57"/>
                    <a:pt x="11" y="98"/>
                    <a:pt x="8" y="7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19"/>
            <p:cNvSpPr>
              <a:spLocks/>
            </p:cNvSpPr>
            <p:nvPr/>
          </p:nvSpPr>
          <p:spPr bwMode="auto">
            <a:xfrm>
              <a:off x="6029325" y="3757613"/>
              <a:ext cx="603250" cy="423862"/>
            </a:xfrm>
            <a:custGeom>
              <a:avLst/>
              <a:gdLst/>
              <a:ahLst/>
              <a:cxnLst>
                <a:cxn ang="0">
                  <a:pos x="312" y="294"/>
                </a:cxn>
                <a:cxn ang="0">
                  <a:pos x="278" y="264"/>
                </a:cxn>
                <a:cxn ang="0">
                  <a:pos x="249" y="277"/>
                </a:cxn>
                <a:cxn ang="0">
                  <a:pos x="224" y="282"/>
                </a:cxn>
                <a:cxn ang="0">
                  <a:pos x="211" y="238"/>
                </a:cxn>
                <a:cxn ang="0">
                  <a:pos x="219" y="227"/>
                </a:cxn>
                <a:cxn ang="0">
                  <a:pos x="226" y="221"/>
                </a:cxn>
                <a:cxn ang="0">
                  <a:pos x="238" y="214"/>
                </a:cxn>
                <a:cxn ang="0">
                  <a:pos x="252" y="203"/>
                </a:cxn>
                <a:cxn ang="0">
                  <a:pos x="254" y="185"/>
                </a:cxn>
                <a:cxn ang="0">
                  <a:pos x="258" y="174"/>
                </a:cxn>
                <a:cxn ang="0">
                  <a:pos x="255" y="154"/>
                </a:cxn>
                <a:cxn ang="0">
                  <a:pos x="249" y="127"/>
                </a:cxn>
                <a:cxn ang="0">
                  <a:pos x="248" y="102"/>
                </a:cxn>
                <a:cxn ang="0">
                  <a:pos x="247" y="91"/>
                </a:cxn>
                <a:cxn ang="0">
                  <a:pos x="255" y="84"/>
                </a:cxn>
                <a:cxn ang="0">
                  <a:pos x="235" y="91"/>
                </a:cxn>
                <a:cxn ang="0">
                  <a:pos x="222" y="97"/>
                </a:cxn>
                <a:cxn ang="0">
                  <a:pos x="98" y="82"/>
                </a:cxn>
                <a:cxn ang="0">
                  <a:pos x="63" y="95"/>
                </a:cxn>
                <a:cxn ang="0">
                  <a:pos x="94" y="157"/>
                </a:cxn>
                <a:cxn ang="0">
                  <a:pos x="126" y="203"/>
                </a:cxn>
                <a:cxn ang="0">
                  <a:pos x="103" y="201"/>
                </a:cxn>
                <a:cxn ang="0">
                  <a:pos x="48" y="153"/>
                </a:cxn>
                <a:cxn ang="0">
                  <a:pos x="41" y="137"/>
                </a:cxn>
                <a:cxn ang="0">
                  <a:pos x="26" y="111"/>
                </a:cxn>
                <a:cxn ang="0">
                  <a:pos x="12" y="86"/>
                </a:cxn>
                <a:cxn ang="0">
                  <a:pos x="4" y="63"/>
                </a:cxn>
                <a:cxn ang="0">
                  <a:pos x="15" y="62"/>
                </a:cxn>
                <a:cxn ang="0">
                  <a:pos x="51" y="56"/>
                </a:cxn>
                <a:cxn ang="0">
                  <a:pos x="63" y="42"/>
                </a:cxn>
                <a:cxn ang="0">
                  <a:pos x="67" y="27"/>
                </a:cxn>
                <a:cxn ang="0">
                  <a:pos x="98" y="3"/>
                </a:cxn>
                <a:cxn ang="0">
                  <a:pos x="138" y="23"/>
                </a:cxn>
                <a:cxn ang="0">
                  <a:pos x="212" y="42"/>
                </a:cxn>
                <a:cxn ang="0">
                  <a:pos x="219" y="38"/>
                </a:cxn>
                <a:cxn ang="0">
                  <a:pos x="225" y="51"/>
                </a:cxn>
                <a:cxn ang="0">
                  <a:pos x="234" y="77"/>
                </a:cxn>
                <a:cxn ang="0">
                  <a:pos x="239" y="64"/>
                </a:cxn>
                <a:cxn ang="0">
                  <a:pos x="232" y="42"/>
                </a:cxn>
                <a:cxn ang="0">
                  <a:pos x="240" y="30"/>
                </a:cxn>
                <a:cxn ang="0">
                  <a:pos x="304" y="34"/>
                </a:cxn>
                <a:cxn ang="0">
                  <a:pos x="319" y="59"/>
                </a:cxn>
                <a:cxn ang="0">
                  <a:pos x="335" y="78"/>
                </a:cxn>
                <a:cxn ang="0">
                  <a:pos x="351" y="100"/>
                </a:cxn>
                <a:cxn ang="0">
                  <a:pos x="365" y="122"/>
                </a:cxn>
                <a:cxn ang="0">
                  <a:pos x="386" y="136"/>
                </a:cxn>
                <a:cxn ang="0">
                  <a:pos x="395" y="135"/>
                </a:cxn>
                <a:cxn ang="0">
                  <a:pos x="404" y="126"/>
                </a:cxn>
                <a:cxn ang="0">
                  <a:pos x="404" y="165"/>
                </a:cxn>
                <a:cxn ang="0">
                  <a:pos x="427" y="221"/>
                </a:cxn>
                <a:cxn ang="0">
                  <a:pos x="419" y="236"/>
                </a:cxn>
                <a:cxn ang="0">
                  <a:pos x="407" y="260"/>
                </a:cxn>
                <a:cxn ang="0">
                  <a:pos x="374" y="282"/>
                </a:cxn>
                <a:cxn ang="0">
                  <a:pos x="335" y="292"/>
                </a:cxn>
                <a:cxn ang="0">
                  <a:pos x="312" y="294"/>
                </a:cxn>
              </a:cxnLst>
              <a:rect l="0" t="0" r="r" b="b"/>
              <a:pathLst>
                <a:path w="432" h="304">
                  <a:moveTo>
                    <a:pt x="312" y="294"/>
                  </a:moveTo>
                  <a:cubicBezTo>
                    <a:pt x="312" y="283"/>
                    <a:pt x="296" y="269"/>
                    <a:pt x="278" y="264"/>
                  </a:cubicBezTo>
                  <a:cubicBezTo>
                    <a:pt x="267" y="260"/>
                    <a:pt x="260" y="264"/>
                    <a:pt x="249" y="277"/>
                  </a:cubicBezTo>
                  <a:cubicBezTo>
                    <a:pt x="236" y="293"/>
                    <a:pt x="234" y="293"/>
                    <a:pt x="224" y="282"/>
                  </a:cubicBezTo>
                  <a:cubicBezTo>
                    <a:pt x="210" y="266"/>
                    <a:pt x="202" y="238"/>
                    <a:pt x="211" y="238"/>
                  </a:cubicBezTo>
                  <a:cubicBezTo>
                    <a:pt x="216" y="238"/>
                    <a:pt x="219" y="233"/>
                    <a:pt x="219" y="227"/>
                  </a:cubicBezTo>
                  <a:cubicBezTo>
                    <a:pt x="219" y="221"/>
                    <a:pt x="222" y="218"/>
                    <a:pt x="226" y="221"/>
                  </a:cubicBezTo>
                  <a:cubicBezTo>
                    <a:pt x="230" y="223"/>
                    <a:pt x="235" y="220"/>
                    <a:pt x="238" y="214"/>
                  </a:cubicBezTo>
                  <a:cubicBezTo>
                    <a:pt x="240" y="208"/>
                    <a:pt x="246" y="203"/>
                    <a:pt x="252" y="203"/>
                  </a:cubicBezTo>
                  <a:cubicBezTo>
                    <a:pt x="264" y="203"/>
                    <a:pt x="265" y="192"/>
                    <a:pt x="254" y="185"/>
                  </a:cubicBezTo>
                  <a:cubicBezTo>
                    <a:pt x="248" y="182"/>
                    <a:pt x="250" y="178"/>
                    <a:pt x="258" y="174"/>
                  </a:cubicBezTo>
                  <a:cubicBezTo>
                    <a:pt x="269" y="167"/>
                    <a:pt x="269" y="166"/>
                    <a:pt x="255" y="154"/>
                  </a:cubicBezTo>
                  <a:cubicBezTo>
                    <a:pt x="242" y="143"/>
                    <a:pt x="241" y="139"/>
                    <a:pt x="249" y="127"/>
                  </a:cubicBezTo>
                  <a:cubicBezTo>
                    <a:pt x="256" y="116"/>
                    <a:pt x="256" y="111"/>
                    <a:pt x="248" y="102"/>
                  </a:cubicBezTo>
                  <a:cubicBezTo>
                    <a:pt x="242" y="94"/>
                    <a:pt x="241" y="91"/>
                    <a:pt x="247" y="91"/>
                  </a:cubicBezTo>
                  <a:cubicBezTo>
                    <a:pt x="251" y="91"/>
                    <a:pt x="255" y="88"/>
                    <a:pt x="255" y="84"/>
                  </a:cubicBezTo>
                  <a:cubicBezTo>
                    <a:pt x="255" y="71"/>
                    <a:pt x="239" y="76"/>
                    <a:pt x="235" y="91"/>
                  </a:cubicBezTo>
                  <a:cubicBezTo>
                    <a:pt x="232" y="102"/>
                    <a:pt x="229" y="103"/>
                    <a:pt x="222" y="97"/>
                  </a:cubicBezTo>
                  <a:cubicBezTo>
                    <a:pt x="213" y="90"/>
                    <a:pt x="181" y="86"/>
                    <a:pt x="98" y="82"/>
                  </a:cubicBezTo>
                  <a:cubicBezTo>
                    <a:pt x="69" y="80"/>
                    <a:pt x="65" y="82"/>
                    <a:pt x="63" y="95"/>
                  </a:cubicBezTo>
                  <a:cubicBezTo>
                    <a:pt x="62" y="105"/>
                    <a:pt x="74" y="129"/>
                    <a:pt x="94" y="157"/>
                  </a:cubicBezTo>
                  <a:cubicBezTo>
                    <a:pt x="126" y="203"/>
                    <a:pt x="126" y="203"/>
                    <a:pt x="126" y="203"/>
                  </a:cubicBezTo>
                  <a:cubicBezTo>
                    <a:pt x="103" y="201"/>
                    <a:pt x="103" y="201"/>
                    <a:pt x="103" y="201"/>
                  </a:cubicBezTo>
                  <a:cubicBezTo>
                    <a:pt x="79" y="200"/>
                    <a:pt x="35" y="161"/>
                    <a:pt x="48" y="153"/>
                  </a:cubicBezTo>
                  <a:cubicBezTo>
                    <a:pt x="52" y="151"/>
                    <a:pt x="48" y="144"/>
                    <a:pt x="41" y="137"/>
                  </a:cubicBezTo>
                  <a:cubicBezTo>
                    <a:pt x="33" y="129"/>
                    <a:pt x="26" y="118"/>
                    <a:pt x="26" y="111"/>
                  </a:cubicBezTo>
                  <a:cubicBezTo>
                    <a:pt x="26" y="104"/>
                    <a:pt x="20" y="93"/>
                    <a:pt x="12" y="86"/>
                  </a:cubicBezTo>
                  <a:cubicBezTo>
                    <a:pt x="3" y="77"/>
                    <a:pt x="0" y="69"/>
                    <a:pt x="4" y="63"/>
                  </a:cubicBezTo>
                  <a:cubicBezTo>
                    <a:pt x="8" y="57"/>
                    <a:pt x="11" y="56"/>
                    <a:pt x="15" y="62"/>
                  </a:cubicBezTo>
                  <a:cubicBezTo>
                    <a:pt x="23" y="75"/>
                    <a:pt x="46" y="71"/>
                    <a:pt x="51" y="56"/>
                  </a:cubicBezTo>
                  <a:cubicBezTo>
                    <a:pt x="54" y="48"/>
                    <a:pt x="59" y="42"/>
                    <a:pt x="63" y="42"/>
                  </a:cubicBezTo>
                  <a:cubicBezTo>
                    <a:pt x="67" y="42"/>
                    <a:pt x="69" y="35"/>
                    <a:pt x="67" y="27"/>
                  </a:cubicBezTo>
                  <a:cubicBezTo>
                    <a:pt x="63" y="12"/>
                    <a:pt x="79" y="0"/>
                    <a:pt x="98" y="3"/>
                  </a:cubicBezTo>
                  <a:cubicBezTo>
                    <a:pt x="105" y="4"/>
                    <a:pt x="122" y="13"/>
                    <a:pt x="138" y="23"/>
                  </a:cubicBezTo>
                  <a:cubicBezTo>
                    <a:pt x="170" y="44"/>
                    <a:pt x="212" y="55"/>
                    <a:pt x="212" y="42"/>
                  </a:cubicBezTo>
                  <a:cubicBezTo>
                    <a:pt x="212" y="37"/>
                    <a:pt x="215" y="36"/>
                    <a:pt x="219" y="38"/>
                  </a:cubicBezTo>
                  <a:cubicBezTo>
                    <a:pt x="223" y="41"/>
                    <a:pt x="226" y="46"/>
                    <a:pt x="225" y="51"/>
                  </a:cubicBezTo>
                  <a:cubicBezTo>
                    <a:pt x="223" y="68"/>
                    <a:pt x="226" y="77"/>
                    <a:pt x="234" y="77"/>
                  </a:cubicBezTo>
                  <a:cubicBezTo>
                    <a:pt x="239" y="77"/>
                    <a:pt x="241" y="71"/>
                    <a:pt x="239" y="64"/>
                  </a:cubicBezTo>
                  <a:cubicBezTo>
                    <a:pt x="237" y="58"/>
                    <a:pt x="234" y="48"/>
                    <a:pt x="232" y="42"/>
                  </a:cubicBezTo>
                  <a:cubicBezTo>
                    <a:pt x="231" y="37"/>
                    <a:pt x="235" y="32"/>
                    <a:pt x="240" y="30"/>
                  </a:cubicBezTo>
                  <a:cubicBezTo>
                    <a:pt x="287" y="19"/>
                    <a:pt x="289" y="19"/>
                    <a:pt x="304" y="34"/>
                  </a:cubicBezTo>
                  <a:cubicBezTo>
                    <a:pt x="312" y="42"/>
                    <a:pt x="319" y="53"/>
                    <a:pt x="319" y="59"/>
                  </a:cubicBezTo>
                  <a:cubicBezTo>
                    <a:pt x="319" y="65"/>
                    <a:pt x="326" y="73"/>
                    <a:pt x="335" y="78"/>
                  </a:cubicBezTo>
                  <a:cubicBezTo>
                    <a:pt x="344" y="83"/>
                    <a:pt x="351" y="93"/>
                    <a:pt x="351" y="100"/>
                  </a:cubicBezTo>
                  <a:cubicBezTo>
                    <a:pt x="351" y="108"/>
                    <a:pt x="358" y="117"/>
                    <a:pt x="365" y="122"/>
                  </a:cubicBezTo>
                  <a:cubicBezTo>
                    <a:pt x="373" y="126"/>
                    <a:pt x="382" y="133"/>
                    <a:pt x="386" y="136"/>
                  </a:cubicBezTo>
                  <a:cubicBezTo>
                    <a:pt x="389" y="141"/>
                    <a:pt x="393" y="140"/>
                    <a:pt x="395" y="135"/>
                  </a:cubicBezTo>
                  <a:cubicBezTo>
                    <a:pt x="397" y="130"/>
                    <a:pt x="401" y="126"/>
                    <a:pt x="404" y="126"/>
                  </a:cubicBezTo>
                  <a:cubicBezTo>
                    <a:pt x="412" y="126"/>
                    <a:pt x="412" y="156"/>
                    <a:pt x="404" y="165"/>
                  </a:cubicBezTo>
                  <a:cubicBezTo>
                    <a:pt x="396" y="175"/>
                    <a:pt x="412" y="212"/>
                    <a:pt x="427" y="221"/>
                  </a:cubicBezTo>
                  <a:cubicBezTo>
                    <a:pt x="432" y="224"/>
                    <a:pt x="429" y="230"/>
                    <a:pt x="419" y="236"/>
                  </a:cubicBezTo>
                  <a:cubicBezTo>
                    <a:pt x="409" y="243"/>
                    <a:pt x="405" y="252"/>
                    <a:pt x="407" y="260"/>
                  </a:cubicBezTo>
                  <a:cubicBezTo>
                    <a:pt x="411" y="277"/>
                    <a:pt x="404" y="281"/>
                    <a:pt x="374" y="282"/>
                  </a:cubicBezTo>
                  <a:cubicBezTo>
                    <a:pt x="362" y="282"/>
                    <a:pt x="344" y="286"/>
                    <a:pt x="335" y="292"/>
                  </a:cubicBezTo>
                  <a:cubicBezTo>
                    <a:pt x="316" y="304"/>
                    <a:pt x="312" y="304"/>
                    <a:pt x="312" y="29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0"/>
            <p:cNvSpPr>
              <a:spLocks/>
            </p:cNvSpPr>
            <p:nvPr/>
          </p:nvSpPr>
          <p:spPr bwMode="auto">
            <a:xfrm>
              <a:off x="4659313" y="3270250"/>
              <a:ext cx="911225" cy="876300"/>
            </a:xfrm>
            <a:custGeom>
              <a:avLst/>
              <a:gdLst/>
              <a:ahLst/>
              <a:cxnLst>
                <a:cxn ang="0">
                  <a:pos x="251" y="600"/>
                </a:cxn>
                <a:cxn ang="0">
                  <a:pos x="169" y="567"/>
                </a:cxn>
                <a:cxn ang="0">
                  <a:pos x="185" y="462"/>
                </a:cxn>
                <a:cxn ang="0">
                  <a:pos x="177" y="356"/>
                </a:cxn>
                <a:cxn ang="0">
                  <a:pos x="129" y="291"/>
                </a:cxn>
                <a:cxn ang="0">
                  <a:pos x="108" y="265"/>
                </a:cxn>
                <a:cxn ang="0">
                  <a:pos x="29" y="241"/>
                </a:cxn>
                <a:cxn ang="0">
                  <a:pos x="17" y="203"/>
                </a:cxn>
                <a:cxn ang="0">
                  <a:pos x="70" y="174"/>
                </a:cxn>
                <a:cxn ang="0">
                  <a:pos x="114" y="191"/>
                </a:cxn>
                <a:cxn ang="0">
                  <a:pos x="170" y="186"/>
                </a:cxn>
                <a:cxn ang="0">
                  <a:pos x="154" y="115"/>
                </a:cxn>
                <a:cxn ang="0">
                  <a:pos x="179" y="124"/>
                </a:cxn>
                <a:cxn ang="0">
                  <a:pos x="253" y="120"/>
                </a:cxn>
                <a:cxn ang="0">
                  <a:pos x="329" y="26"/>
                </a:cxn>
                <a:cxn ang="0">
                  <a:pos x="375" y="13"/>
                </a:cxn>
                <a:cxn ang="0">
                  <a:pos x="408" y="27"/>
                </a:cxn>
                <a:cxn ang="0">
                  <a:pos x="452" y="61"/>
                </a:cxn>
                <a:cxn ang="0">
                  <a:pos x="468" y="85"/>
                </a:cxn>
                <a:cxn ang="0">
                  <a:pos x="540" y="122"/>
                </a:cxn>
                <a:cxn ang="0">
                  <a:pos x="643" y="160"/>
                </a:cxn>
                <a:cxn ang="0">
                  <a:pos x="626" y="237"/>
                </a:cxn>
                <a:cxn ang="0">
                  <a:pos x="599" y="277"/>
                </a:cxn>
                <a:cxn ang="0">
                  <a:pos x="572" y="318"/>
                </a:cxn>
                <a:cxn ang="0">
                  <a:pos x="554" y="343"/>
                </a:cxn>
                <a:cxn ang="0">
                  <a:pos x="561" y="361"/>
                </a:cxn>
                <a:cxn ang="0">
                  <a:pos x="594" y="380"/>
                </a:cxn>
                <a:cxn ang="0">
                  <a:pos x="593" y="434"/>
                </a:cxn>
                <a:cxn ang="0">
                  <a:pos x="591" y="472"/>
                </a:cxn>
                <a:cxn ang="0">
                  <a:pos x="630" y="524"/>
                </a:cxn>
                <a:cxn ang="0">
                  <a:pos x="586" y="561"/>
                </a:cxn>
                <a:cxn ang="0">
                  <a:pos x="517" y="568"/>
                </a:cxn>
                <a:cxn ang="0">
                  <a:pos x="395" y="596"/>
                </a:cxn>
                <a:cxn ang="0">
                  <a:pos x="338" y="620"/>
                </a:cxn>
              </a:cxnLst>
              <a:rect l="0" t="0" r="r" b="b"/>
              <a:pathLst>
                <a:path w="653" h="629">
                  <a:moveTo>
                    <a:pt x="338" y="620"/>
                  </a:moveTo>
                  <a:cubicBezTo>
                    <a:pt x="330" y="606"/>
                    <a:pt x="293" y="598"/>
                    <a:pt x="251" y="600"/>
                  </a:cubicBezTo>
                  <a:cubicBezTo>
                    <a:pt x="211" y="602"/>
                    <a:pt x="168" y="587"/>
                    <a:pt x="176" y="574"/>
                  </a:cubicBezTo>
                  <a:cubicBezTo>
                    <a:pt x="178" y="570"/>
                    <a:pt x="175" y="567"/>
                    <a:pt x="169" y="567"/>
                  </a:cubicBezTo>
                  <a:cubicBezTo>
                    <a:pt x="160" y="567"/>
                    <a:pt x="160" y="564"/>
                    <a:pt x="169" y="541"/>
                  </a:cubicBezTo>
                  <a:cubicBezTo>
                    <a:pt x="174" y="526"/>
                    <a:pt x="181" y="491"/>
                    <a:pt x="185" y="462"/>
                  </a:cubicBezTo>
                  <a:cubicBezTo>
                    <a:pt x="190" y="415"/>
                    <a:pt x="188" y="398"/>
                    <a:pt x="191" y="384"/>
                  </a:cubicBezTo>
                  <a:cubicBezTo>
                    <a:pt x="195" y="367"/>
                    <a:pt x="192" y="362"/>
                    <a:pt x="177" y="356"/>
                  </a:cubicBezTo>
                  <a:cubicBezTo>
                    <a:pt x="156" y="346"/>
                    <a:pt x="134" y="317"/>
                    <a:pt x="140" y="307"/>
                  </a:cubicBezTo>
                  <a:cubicBezTo>
                    <a:pt x="142" y="304"/>
                    <a:pt x="137" y="296"/>
                    <a:pt x="129" y="291"/>
                  </a:cubicBezTo>
                  <a:cubicBezTo>
                    <a:pt x="120" y="285"/>
                    <a:pt x="115" y="277"/>
                    <a:pt x="118" y="273"/>
                  </a:cubicBezTo>
                  <a:cubicBezTo>
                    <a:pt x="121" y="268"/>
                    <a:pt x="117" y="265"/>
                    <a:pt x="108" y="265"/>
                  </a:cubicBezTo>
                  <a:cubicBezTo>
                    <a:pt x="100" y="265"/>
                    <a:pt x="80" y="259"/>
                    <a:pt x="64" y="251"/>
                  </a:cubicBezTo>
                  <a:cubicBezTo>
                    <a:pt x="49" y="243"/>
                    <a:pt x="33" y="238"/>
                    <a:pt x="29" y="241"/>
                  </a:cubicBezTo>
                  <a:cubicBezTo>
                    <a:pt x="24" y="243"/>
                    <a:pt x="23" y="239"/>
                    <a:pt x="26" y="228"/>
                  </a:cubicBezTo>
                  <a:cubicBezTo>
                    <a:pt x="29" y="215"/>
                    <a:pt x="27" y="208"/>
                    <a:pt x="17" y="203"/>
                  </a:cubicBezTo>
                  <a:cubicBezTo>
                    <a:pt x="0" y="193"/>
                    <a:pt x="9" y="186"/>
                    <a:pt x="38" y="185"/>
                  </a:cubicBezTo>
                  <a:cubicBezTo>
                    <a:pt x="51" y="184"/>
                    <a:pt x="65" y="179"/>
                    <a:pt x="70" y="174"/>
                  </a:cubicBezTo>
                  <a:cubicBezTo>
                    <a:pt x="78" y="164"/>
                    <a:pt x="81" y="165"/>
                    <a:pt x="92" y="180"/>
                  </a:cubicBezTo>
                  <a:cubicBezTo>
                    <a:pt x="100" y="190"/>
                    <a:pt x="109" y="195"/>
                    <a:pt x="114" y="191"/>
                  </a:cubicBezTo>
                  <a:cubicBezTo>
                    <a:pt x="119" y="189"/>
                    <a:pt x="133" y="186"/>
                    <a:pt x="146" y="186"/>
                  </a:cubicBezTo>
                  <a:cubicBezTo>
                    <a:pt x="170" y="186"/>
                    <a:pt x="170" y="186"/>
                    <a:pt x="170" y="186"/>
                  </a:cubicBezTo>
                  <a:cubicBezTo>
                    <a:pt x="165" y="157"/>
                    <a:pt x="165" y="157"/>
                    <a:pt x="165" y="157"/>
                  </a:cubicBezTo>
                  <a:cubicBezTo>
                    <a:pt x="162" y="141"/>
                    <a:pt x="157" y="122"/>
                    <a:pt x="154" y="115"/>
                  </a:cubicBezTo>
                  <a:cubicBezTo>
                    <a:pt x="149" y="103"/>
                    <a:pt x="150" y="103"/>
                    <a:pt x="164" y="110"/>
                  </a:cubicBezTo>
                  <a:cubicBezTo>
                    <a:pt x="172" y="114"/>
                    <a:pt x="179" y="121"/>
                    <a:pt x="179" y="124"/>
                  </a:cubicBezTo>
                  <a:cubicBezTo>
                    <a:pt x="179" y="131"/>
                    <a:pt x="232" y="140"/>
                    <a:pt x="246" y="134"/>
                  </a:cubicBezTo>
                  <a:cubicBezTo>
                    <a:pt x="252" y="132"/>
                    <a:pt x="255" y="126"/>
                    <a:pt x="253" y="120"/>
                  </a:cubicBezTo>
                  <a:cubicBezTo>
                    <a:pt x="250" y="113"/>
                    <a:pt x="259" y="106"/>
                    <a:pt x="281" y="96"/>
                  </a:cubicBezTo>
                  <a:cubicBezTo>
                    <a:pt x="313" y="82"/>
                    <a:pt x="329" y="59"/>
                    <a:pt x="329" y="26"/>
                  </a:cubicBezTo>
                  <a:cubicBezTo>
                    <a:pt x="329" y="18"/>
                    <a:pt x="338" y="10"/>
                    <a:pt x="350" y="6"/>
                  </a:cubicBezTo>
                  <a:cubicBezTo>
                    <a:pt x="368" y="0"/>
                    <a:pt x="371" y="1"/>
                    <a:pt x="375" y="13"/>
                  </a:cubicBezTo>
                  <a:cubicBezTo>
                    <a:pt x="377" y="24"/>
                    <a:pt x="382" y="26"/>
                    <a:pt x="393" y="23"/>
                  </a:cubicBezTo>
                  <a:cubicBezTo>
                    <a:pt x="403" y="20"/>
                    <a:pt x="408" y="21"/>
                    <a:pt x="408" y="27"/>
                  </a:cubicBezTo>
                  <a:cubicBezTo>
                    <a:pt x="408" y="40"/>
                    <a:pt x="431" y="59"/>
                    <a:pt x="442" y="56"/>
                  </a:cubicBezTo>
                  <a:cubicBezTo>
                    <a:pt x="447" y="54"/>
                    <a:pt x="451" y="56"/>
                    <a:pt x="452" y="61"/>
                  </a:cubicBezTo>
                  <a:cubicBezTo>
                    <a:pt x="452" y="65"/>
                    <a:pt x="453" y="72"/>
                    <a:pt x="454" y="77"/>
                  </a:cubicBezTo>
                  <a:cubicBezTo>
                    <a:pt x="454" y="82"/>
                    <a:pt x="461" y="85"/>
                    <a:pt x="468" y="85"/>
                  </a:cubicBezTo>
                  <a:cubicBezTo>
                    <a:pt x="475" y="84"/>
                    <a:pt x="490" y="92"/>
                    <a:pt x="502" y="102"/>
                  </a:cubicBezTo>
                  <a:cubicBezTo>
                    <a:pt x="513" y="112"/>
                    <a:pt x="530" y="121"/>
                    <a:pt x="540" y="122"/>
                  </a:cubicBezTo>
                  <a:cubicBezTo>
                    <a:pt x="550" y="123"/>
                    <a:pt x="576" y="132"/>
                    <a:pt x="597" y="141"/>
                  </a:cubicBezTo>
                  <a:cubicBezTo>
                    <a:pt x="618" y="151"/>
                    <a:pt x="639" y="160"/>
                    <a:pt x="643" y="160"/>
                  </a:cubicBezTo>
                  <a:cubicBezTo>
                    <a:pt x="653" y="160"/>
                    <a:pt x="653" y="171"/>
                    <a:pt x="642" y="190"/>
                  </a:cubicBezTo>
                  <a:cubicBezTo>
                    <a:pt x="638" y="198"/>
                    <a:pt x="630" y="219"/>
                    <a:pt x="626" y="237"/>
                  </a:cubicBezTo>
                  <a:cubicBezTo>
                    <a:pt x="621" y="256"/>
                    <a:pt x="614" y="269"/>
                    <a:pt x="607" y="269"/>
                  </a:cubicBezTo>
                  <a:cubicBezTo>
                    <a:pt x="602" y="269"/>
                    <a:pt x="598" y="273"/>
                    <a:pt x="599" y="277"/>
                  </a:cubicBezTo>
                  <a:cubicBezTo>
                    <a:pt x="600" y="281"/>
                    <a:pt x="594" y="290"/>
                    <a:pt x="586" y="297"/>
                  </a:cubicBezTo>
                  <a:cubicBezTo>
                    <a:pt x="579" y="304"/>
                    <a:pt x="572" y="313"/>
                    <a:pt x="572" y="318"/>
                  </a:cubicBezTo>
                  <a:cubicBezTo>
                    <a:pt x="572" y="323"/>
                    <a:pt x="567" y="329"/>
                    <a:pt x="561" y="331"/>
                  </a:cubicBezTo>
                  <a:cubicBezTo>
                    <a:pt x="555" y="333"/>
                    <a:pt x="552" y="338"/>
                    <a:pt x="554" y="343"/>
                  </a:cubicBezTo>
                  <a:cubicBezTo>
                    <a:pt x="557" y="347"/>
                    <a:pt x="555" y="355"/>
                    <a:pt x="550" y="362"/>
                  </a:cubicBezTo>
                  <a:cubicBezTo>
                    <a:pt x="541" y="372"/>
                    <a:pt x="543" y="372"/>
                    <a:pt x="561" y="361"/>
                  </a:cubicBezTo>
                  <a:cubicBezTo>
                    <a:pt x="581" y="348"/>
                    <a:pt x="582" y="348"/>
                    <a:pt x="591" y="360"/>
                  </a:cubicBezTo>
                  <a:cubicBezTo>
                    <a:pt x="597" y="368"/>
                    <a:pt x="598" y="376"/>
                    <a:pt x="594" y="380"/>
                  </a:cubicBezTo>
                  <a:cubicBezTo>
                    <a:pt x="590" y="384"/>
                    <a:pt x="591" y="394"/>
                    <a:pt x="598" y="406"/>
                  </a:cubicBezTo>
                  <a:cubicBezTo>
                    <a:pt x="607" y="425"/>
                    <a:pt x="607" y="427"/>
                    <a:pt x="593" y="434"/>
                  </a:cubicBezTo>
                  <a:cubicBezTo>
                    <a:pt x="581" y="440"/>
                    <a:pt x="580" y="444"/>
                    <a:pt x="587" y="452"/>
                  </a:cubicBezTo>
                  <a:cubicBezTo>
                    <a:pt x="591" y="457"/>
                    <a:pt x="593" y="466"/>
                    <a:pt x="591" y="472"/>
                  </a:cubicBezTo>
                  <a:cubicBezTo>
                    <a:pt x="586" y="486"/>
                    <a:pt x="613" y="518"/>
                    <a:pt x="627" y="513"/>
                  </a:cubicBezTo>
                  <a:cubicBezTo>
                    <a:pt x="636" y="510"/>
                    <a:pt x="637" y="511"/>
                    <a:pt x="630" y="524"/>
                  </a:cubicBezTo>
                  <a:cubicBezTo>
                    <a:pt x="625" y="532"/>
                    <a:pt x="619" y="539"/>
                    <a:pt x="615" y="539"/>
                  </a:cubicBezTo>
                  <a:cubicBezTo>
                    <a:pt x="611" y="539"/>
                    <a:pt x="598" y="549"/>
                    <a:pt x="586" y="561"/>
                  </a:cubicBezTo>
                  <a:cubicBezTo>
                    <a:pt x="573" y="574"/>
                    <a:pt x="559" y="581"/>
                    <a:pt x="552" y="579"/>
                  </a:cubicBezTo>
                  <a:cubicBezTo>
                    <a:pt x="545" y="577"/>
                    <a:pt x="530" y="572"/>
                    <a:pt x="517" y="568"/>
                  </a:cubicBezTo>
                  <a:cubicBezTo>
                    <a:pt x="456" y="548"/>
                    <a:pt x="454" y="548"/>
                    <a:pt x="425" y="564"/>
                  </a:cubicBezTo>
                  <a:cubicBezTo>
                    <a:pt x="407" y="574"/>
                    <a:pt x="396" y="585"/>
                    <a:pt x="395" y="596"/>
                  </a:cubicBezTo>
                  <a:cubicBezTo>
                    <a:pt x="393" y="605"/>
                    <a:pt x="390" y="616"/>
                    <a:pt x="387" y="619"/>
                  </a:cubicBezTo>
                  <a:cubicBezTo>
                    <a:pt x="377" y="628"/>
                    <a:pt x="344" y="629"/>
                    <a:pt x="338" y="620"/>
                  </a:cubicBezTo>
                  <a:close/>
                </a:path>
              </a:pathLst>
            </a:custGeom>
            <a:solidFill>
              <a:schemeClr val="accent2"/>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1"/>
            <p:cNvSpPr>
              <a:spLocks/>
            </p:cNvSpPr>
            <p:nvPr/>
          </p:nvSpPr>
          <p:spPr bwMode="auto">
            <a:xfrm>
              <a:off x="6126163" y="3868738"/>
              <a:ext cx="258763" cy="265112"/>
            </a:xfrm>
            <a:custGeom>
              <a:avLst/>
              <a:gdLst/>
              <a:ahLst/>
              <a:cxnLst>
                <a:cxn ang="0">
                  <a:pos x="105" y="168"/>
                </a:cxn>
                <a:cxn ang="0">
                  <a:pos x="79" y="137"/>
                </a:cxn>
                <a:cxn ang="0">
                  <a:pos x="69" y="121"/>
                </a:cxn>
                <a:cxn ang="0">
                  <a:pos x="0" y="18"/>
                </a:cxn>
                <a:cxn ang="0">
                  <a:pos x="19" y="16"/>
                </a:cxn>
                <a:cxn ang="0">
                  <a:pos x="28" y="17"/>
                </a:cxn>
                <a:cxn ang="0">
                  <a:pos x="48" y="8"/>
                </a:cxn>
                <a:cxn ang="0">
                  <a:pos x="103" y="14"/>
                </a:cxn>
                <a:cxn ang="0">
                  <a:pos x="147" y="25"/>
                </a:cxn>
                <a:cxn ang="0">
                  <a:pos x="168" y="29"/>
                </a:cxn>
                <a:cxn ang="0">
                  <a:pos x="179" y="36"/>
                </a:cxn>
                <a:cxn ang="0">
                  <a:pos x="171" y="46"/>
                </a:cxn>
                <a:cxn ang="0">
                  <a:pos x="164" y="60"/>
                </a:cxn>
                <a:cxn ang="0">
                  <a:pos x="171" y="74"/>
                </a:cxn>
                <a:cxn ang="0">
                  <a:pos x="174" y="85"/>
                </a:cxn>
                <a:cxn ang="0">
                  <a:pos x="179" y="106"/>
                </a:cxn>
                <a:cxn ang="0">
                  <a:pos x="173" y="116"/>
                </a:cxn>
                <a:cxn ang="0">
                  <a:pos x="162" y="128"/>
                </a:cxn>
                <a:cxn ang="0">
                  <a:pos x="159" y="135"/>
                </a:cxn>
                <a:cxn ang="0">
                  <a:pos x="133" y="176"/>
                </a:cxn>
                <a:cxn ang="0">
                  <a:pos x="105" y="168"/>
                </a:cxn>
              </a:cxnLst>
              <a:rect l="0" t="0" r="r" b="b"/>
              <a:pathLst>
                <a:path w="186" h="190">
                  <a:moveTo>
                    <a:pt x="105" y="168"/>
                  </a:moveTo>
                  <a:cubicBezTo>
                    <a:pt x="91" y="157"/>
                    <a:pt x="79" y="144"/>
                    <a:pt x="79" y="137"/>
                  </a:cubicBezTo>
                  <a:cubicBezTo>
                    <a:pt x="79" y="130"/>
                    <a:pt x="74" y="123"/>
                    <a:pt x="69" y="121"/>
                  </a:cubicBezTo>
                  <a:cubicBezTo>
                    <a:pt x="55" y="116"/>
                    <a:pt x="0" y="33"/>
                    <a:pt x="0" y="18"/>
                  </a:cubicBezTo>
                  <a:cubicBezTo>
                    <a:pt x="0" y="0"/>
                    <a:pt x="6" y="0"/>
                    <a:pt x="19" y="16"/>
                  </a:cubicBezTo>
                  <a:cubicBezTo>
                    <a:pt x="27" y="27"/>
                    <a:pt x="28" y="27"/>
                    <a:pt x="28" y="17"/>
                  </a:cubicBezTo>
                  <a:cubicBezTo>
                    <a:pt x="28" y="9"/>
                    <a:pt x="34" y="6"/>
                    <a:pt x="48" y="8"/>
                  </a:cubicBezTo>
                  <a:cubicBezTo>
                    <a:pt x="59" y="10"/>
                    <a:pt x="84" y="13"/>
                    <a:pt x="103" y="14"/>
                  </a:cubicBezTo>
                  <a:cubicBezTo>
                    <a:pt x="122" y="16"/>
                    <a:pt x="142" y="21"/>
                    <a:pt x="147" y="25"/>
                  </a:cubicBezTo>
                  <a:cubicBezTo>
                    <a:pt x="153" y="30"/>
                    <a:pt x="162" y="32"/>
                    <a:pt x="168" y="29"/>
                  </a:cubicBezTo>
                  <a:cubicBezTo>
                    <a:pt x="174" y="27"/>
                    <a:pt x="179" y="29"/>
                    <a:pt x="179" y="36"/>
                  </a:cubicBezTo>
                  <a:cubicBezTo>
                    <a:pt x="179" y="41"/>
                    <a:pt x="175" y="46"/>
                    <a:pt x="171" y="46"/>
                  </a:cubicBezTo>
                  <a:cubicBezTo>
                    <a:pt x="167" y="46"/>
                    <a:pt x="164" y="52"/>
                    <a:pt x="164" y="60"/>
                  </a:cubicBezTo>
                  <a:cubicBezTo>
                    <a:pt x="164" y="68"/>
                    <a:pt x="167" y="74"/>
                    <a:pt x="171" y="74"/>
                  </a:cubicBezTo>
                  <a:cubicBezTo>
                    <a:pt x="175" y="74"/>
                    <a:pt x="176" y="79"/>
                    <a:pt x="174" y="85"/>
                  </a:cubicBezTo>
                  <a:cubicBezTo>
                    <a:pt x="172" y="90"/>
                    <a:pt x="174" y="100"/>
                    <a:pt x="179" y="106"/>
                  </a:cubicBezTo>
                  <a:cubicBezTo>
                    <a:pt x="186" y="114"/>
                    <a:pt x="185" y="116"/>
                    <a:pt x="173" y="116"/>
                  </a:cubicBezTo>
                  <a:cubicBezTo>
                    <a:pt x="162" y="116"/>
                    <a:pt x="159" y="119"/>
                    <a:pt x="162" y="128"/>
                  </a:cubicBezTo>
                  <a:cubicBezTo>
                    <a:pt x="165" y="135"/>
                    <a:pt x="164" y="138"/>
                    <a:pt x="159" y="135"/>
                  </a:cubicBezTo>
                  <a:cubicBezTo>
                    <a:pt x="149" y="129"/>
                    <a:pt x="128" y="162"/>
                    <a:pt x="133" y="176"/>
                  </a:cubicBezTo>
                  <a:cubicBezTo>
                    <a:pt x="139" y="190"/>
                    <a:pt x="136" y="190"/>
                    <a:pt x="105" y="16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22"/>
            <p:cNvSpPr>
              <a:spLocks/>
            </p:cNvSpPr>
            <p:nvPr/>
          </p:nvSpPr>
          <p:spPr bwMode="auto">
            <a:xfrm>
              <a:off x="6453188" y="3560763"/>
              <a:ext cx="658813" cy="463550"/>
            </a:xfrm>
            <a:custGeom>
              <a:avLst/>
              <a:gdLst/>
              <a:ahLst/>
              <a:cxnLst>
                <a:cxn ang="0">
                  <a:pos x="171" y="322"/>
                </a:cxn>
                <a:cxn ang="0">
                  <a:pos x="145" y="316"/>
                </a:cxn>
                <a:cxn ang="0">
                  <a:pos x="133" y="309"/>
                </a:cxn>
                <a:cxn ang="0">
                  <a:pos x="121" y="288"/>
                </a:cxn>
                <a:cxn ang="0">
                  <a:pos x="114" y="274"/>
                </a:cxn>
                <a:cxn ang="0">
                  <a:pos x="119" y="267"/>
                </a:cxn>
                <a:cxn ang="0">
                  <a:pos x="94" y="261"/>
                </a:cxn>
                <a:cxn ang="0">
                  <a:pos x="54" y="234"/>
                </a:cxn>
                <a:cxn ang="0">
                  <a:pos x="40" y="216"/>
                </a:cxn>
                <a:cxn ang="0">
                  <a:pos x="22" y="196"/>
                </a:cxn>
                <a:cxn ang="0">
                  <a:pos x="10" y="175"/>
                </a:cxn>
                <a:cxn ang="0">
                  <a:pos x="4" y="164"/>
                </a:cxn>
                <a:cxn ang="0">
                  <a:pos x="51" y="126"/>
                </a:cxn>
                <a:cxn ang="0">
                  <a:pos x="101" y="45"/>
                </a:cxn>
                <a:cxn ang="0">
                  <a:pos x="117" y="36"/>
                </a:cxn>
                <a:cxn ang="0">
                  <a:pos x="155" y="27"/>
                </a:cxn>
                <a:cxn ang="0">
                  <a:pos x="193" y="30"/>
                </a:cxn>
                <a:cxn ang="0">
                  <a:pos x="216" y="37"/>
                </a:cxn>
                <a:cxn ang="0">
                  <a:pos x="256" y="36"/>
                </a:cxn>
                <a:cxn ang="0">
                  <a:pos x="301" y="16"/>
                </a:cxn>
                <a:cxn ang="0">
                  <a:pos x="358" y="58"/>
                </a:cxn>
                <a:cxn ang="0">
                  <a:pos x="390" y="153"/>
                </a:cxn>
                <a:cxn ang="0">
                  <a:pos x="397" y="211"/>
                </a:cxn>
                <a:cxn ang="0">
                  <a:pos x="442" y="217"/>
                </a:cxn>
                <a:cxn ang="0">
                  <a:pos x="472" y="224"/>
                </a:cxn>
                <a:cxn ang="0">
                  <a:pos x="445" y="247"/>
                </a:cxn>
                <a:cxn ang="0">
                  <a:pos x="437" y="239"/>
                </a:cxn>
                <a:cxn ang="0">
                  <a:pos x="415" y="308"/>
                </a:cxn>
                <a:cxn ang="0">
                  <a:pos x="401" y="323"/>
                </a:cxn>
                <a:cxn ang="0">
                  <a:pos x="387" y="317"/>
                </a:cxn>
                <a:cxn ang="0">
                  <a:pos x="318" y="298"/>
                </a:cxn>
                <a:cxn ang="0">
                  <a:pos x="281" y="315"/>
                </a:cxn>
                <a:cxn ang="0">
                  <a:pos x="171" y="322"/>
                </a:cxn>
              </a:cxnLst>
              <a:rect l="0" t="0" r="r" b="b"/>
              <a:pathLst>
                <a:path w="472" h="332">
                  <a:moveTo>
                    <a:pt x="171" y="322"/>
                  </a:moveTo>
                  <a:cubicBezTo>
                    <a:pt x="166" y="319"/>
                    <a:pt x="154" y="316"/>
                    <a:pt x="145" y="316"/>
                  </a:cubicBezTo>
                  <a:cubicBezTo>
                    <a:pt x="136" y="316"/>
                    <a:pt x="130" y="313"/>
                    <a:pt x="133" y="309"/>
                  </a:cubicBezTo>
                  <a:cubicBezTo>
                    <a:pt x="136" y="305"/>
                    <a:pt x="130" y="295"/>
                    <a:pt x="121" y="288"/>
                  </a:cubicBezTo>
                  <a:cubicBezTo>
                    <a:pt x="111" y="280"/>
                    <a:pt x="108" y="274"/>
                    <a:pt x="114" y="274"/>
                  </a:cubicBezTo>
                  <a:cubicBezTo>
                    <a:pt x="119" y="274"/>
                    <a:pt x="121" y="271"/>
                    <a:pt x="119" y="267"/>
                  </a:cubicBezTo>
                  <a:cubicBezTo>
                    <a:pt x="117" y="264"/>
                    <a:pt x="105" y="261"/>
                    <a:pt x="94" y="261"/>
                  </a:cubicBezTo>
                  <a:cubicBezTo>
                    <a:pt x="69" y="262"/>
                    <a:pt x="48" y="248"/>
                    <a:pt x="54" y="234"/>
                  </a:cubicBezTo>
                  <a:cubicBezTo>
                    <a:pt x="56" y="228"/>
                    <a:pt x="50" y="221"/>
                    <a:pt x="40" y="216"/>
                  </a:cubicBezTo>
                  <a:cubicBezTo>
                    <a:pt x="30" y="212"/>
                    <a:pt x="22" y="203"/>
                    <a:pt x="22" y="196"/>
                  </a:cubicBezTo>
                  <a:cubicBezTo>
                    <a:pt x="22" y="189"/>
                    <a:pt x="17" y="180"/>
                    <a:pt x="10" y="175"/>
                  </a:cubicBezTo>
                  <a:cubicBezTo>
                    <a:pt x="3" y="171"/>
                    <a:pt x="0" y="166"/>
                    <a:pt x="4" y="164"/>
                  </a:cubicBezTo>
                  <a:cubicBezTo>
                    <a:pt x="37" y="150"/>
                    <a:pt x="47" y="141"/>
                    <a:pt x="51" y="126"/>
                  </a:cubicBezTo>
                  <a:cubicBezTo>
                    <a:pt x="56" y="108"/>
                    <a:pt x="101" y="35"/>
                    <a:pt x="101" y="45"/>
                  </a:cubicBezTo>
                  <a:cubicBezTo>
                    <a:pt x="101" y="49"/>
                    <a:pt x="108" y="45"/>
                    <a:pt x="117" y="36"/>
                  </a:cubicBezTo>
                  <a:cubicBezTo>
                    <a:pt x="130" y="24"/>
                    <a:pt x="138" y="22"/>
                    <a:pt x="155" y="27"/>
                  </a:cubicBezTo>
                  <a:cubicBezTo>
                    <a:pt x="166" y="30"/>
                    <a:pt x="184" y="32"/>
                    <a:pt x="193" y="30"/>
                  </a:cubicBezTo>
                  <a:cubicBezTo>
                    <a:pt x="203" y="29"/>
                    <a:pt x="213" y="32"/>
                    <a:pt x="216" y="37"/>
                  </a:cubicBezTo>
                  <a:cubicBezTo>
                    <a:pt x="221" y="46"/>
                    <a:pt x="227" y="46"/>
                    <a:pt x="256" y="36"/>
                  </a:cubicBezTo>
                  <a:cubicBezTo>
                    <a:pt x="275" y="31"/>
                    <a:pt x="295" y="21"/>
                    <a:pt x="301" y="16"/>
                  </a:cubicBezTo>
                  <a:cubicBezTo>
                    <a:pt x="320" y="0"/>
                    <a:pt x="326" y="5"/>
                    <a:pt x="358" y="58"/>
                  </a:cubicBezTo>
                  <a:cubicBezTo>
                    <a:pt x="383" y="100"/>
                    <a:pt x="388" y="116"/>
                    <a:pt x="390" y="153"/>
                  </a:cubicBezTo>
                  <a:cubicBezTo>
                    <a:pt x="392" y="177"/>
                    <a:pt x="395" y="203"/>
                    <a:pt x="397" y="211"/>
                  </a:cubicBezTo>
                  <a:cubicBezTo>
                    <a:pt x="402" y="226"/>
                    <a:pt x="429" y="230"/>
                    <a:pt x="442" y="217"/>
                  </a:cubicBezTo>
                  <a:cubicBezTo>
                    <a:pt x="451" y="208"/>
                    <a:pt x="472" y="213"/>
                    <a:pt x="472" y="224"/>
                  </a:cubicBezTo>
                  <a:cubicBezTo>
                    <a:pt x="472" y="235"/>
                    <a:pt x="448" y="256"/>
                    <a:pt x="445" y="247"/>
                  </a:cubicBezTo>
                  <a:cubicBezTo>
                    <a:pt x="444" y="242"/>
                    <a:pt x="440" y="239"/>
                    <a:pt x="437" y="239"/>
                  </a:cubicBezTo>
                  <a:cubicBezTo>
                    <a:pt x="431" y="239"/>
                    <a:pt x="415" y="287"/>
                    <a:pt x="415" y="308"/>
                  </a:cubicBezTo>
                  <a:cubicBezTo>
                    <a:pt x="415" y="318"/>
                    <a:pt x="411" y="323"/>
                    <a:pt x="401" y="323"/>
                  </a:cubicBezTo>
                  <a:cubicBezTo>
                    <a:pt x="393" y="323"/>
                    <a:pt x="387" y="320"/>
                    <a:pt x="387" y="317"/>
                  </a:cubicBezTo>
                  <a:cubicBezTo>
                    <a:pt x="387" y="306"/>
                    <a:pt x="338" y="293"/>
                    <a:pt x="318" y="298"/>
                  </a:cubicBezTo>
                  <a:cubicBezTo>
                    <a:pt x="308" y="301"/>
                    <a:pt x="291" y="308"/>
                    <a:pt x="281" y="315"/>
                  </a:cubicBezTo>
                  <a:cubicBezTo>
                    <a:pt x="261" y="327"/>
                    <a:pt x="187" y="332"/>
                    <a:pt x="171" y="32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23"/>
            <p:cNvSpPr>
              <a:spLocks/>
            </p:cNvSpPr>
            <p:nvPr/>
          </p:nvSpPr>
          <p:spPr bwMode="auto">
            <a:xfrm>
              <a:off x="6578600" y="3113088"/>
              <a:ext cx="1281113" cy="836612"/>
            </a:xfrm>
            <a:custGeom>
              <a:avLst/>
              <a:gdLst/>
              <a:ahLst/>
              <a:cxnLst>
                <a:cxn ang="0">
                  <a:pos x="581" y="575"/>
                </a:cxn>
                <a:cxn ang="0">
                  <a:pos x="537" y="526"/>
                </a:cxn>
                <a:cxn ang="0">
                  <a:pos x="554" y="477"/>
                </a:cxn>
                <a:cxn ang="0">
                  <a:pos x="511" y="461"/>
                </a:cxn>
                <a:cxn ang="0">
                  <a:pos x="483" y="437"/>
                </a:cxn>
                <a:cxn ang="0">
                  <a:pos x="331" y="536"/>
                </a:cxn>
                <a:cxn ang="0">
                  <a:pos x="375" y="461"/>
                </a:cxn>
                <a:cxn ang="0">
                  <a:pos x="404" y="454"/>
                </a:cxn>
                <a:cxn ang="0">
                  <a:pos x="393" y="426"/>
                </a:cxn>
                <a:cxn ang="0">
                  <a:pos x="371" y="384"/>
                </a:cxn>
                <a:cxn ang="0">
                  <a:pos x="355" y="341"/>
                </a:cxn>
                <a:cxn ang="0">
                  <a:pos x="129" y="351"/>
                </a:cxn>
                <a:cxn ang="0">
                  <a:pos x="15" y="321"/>
                </a:cxn>
                <a:cxn ang="0">
                  <a:pos x="36" y="257"/>
                </a:cxn>
                <a:cxn ang="0">
                  <a:pos x="89" y="166"/>
                </a:cxn>
                <a:cxn ang="0">
                  <a:pos x="100" y="138"/>
                </a:cxn>
                <a:cxn ang="0">
                  <a:pos x="89" y="68"/>
                </a:cxn>
                <a:cxn ang="0">
                  <a:pos x="255" y="63"/>
                </a:cxn>
                <a:cxn ang="0">
                  <a:pos x="329" y="76"/>
                </a:cxn>
                <a:cxn ang="0">
                  <a:pos x="368" y="75"/>
                </a:cxn>
                <a:cxn ang="0">
                  <a:pos x="413" y="85"/>
                </a:cxn>
                <a:cxn ang="0">
                  <a:pos x="488" y="29"/>
                </a:cxn>
                <a:cxn ang="0">
                  <a:pos x="539" y="16"/>
                </a:cxn>
                <a:cxn ang="0">
                  <a:pos x="608" y="33"/>
                </a:cxn>
                <a:cxn ang="0">
                  <a:pos x="609" y="75"/>
                </a:cxn>
                <a:cxn ang="0">
                  <a:pos x="673" y="136"/>
                </a:cxn>
                <a:cxn ang="0">
                  <a:pos x="697" y="162"/>
                </a:cxn>
                <a:cxn ang="0">
                  <a:pos x="749" y="170"/>
                </a:cxn>
                <a:cxn ang="0">
                  <a:pos x="811" y="198"/>
                </a:cxn>
                <a:cxn ang="0">
                  <a:pos x="906" y="254"/>
                </a:cxn>
                <a:cxn ang="0">
                  <a:pos x="894" y="345"/>
                </a:cxn>
                <a:cxn ang="0">
                  <a:pos x="832" y="370"/>
                </a:cxn>
                <a:cxn ang="0">
                  <a:pos x="786" y="412"/>
                </a:cxn>
                <a:cxn ang="0">
                  <a:pos x="735" y="433"/>
                </a:cxn>
                <a:cxn ang="0">
                  <a:pos x="667" y="457"/>
                </a:cxn>
                <a:cxn ang="0">
                  <a:pos x="630" y="509"/>
                </a:cxn>
                <a:cxn ang="0">
                  <a:pos x="685" y="542"/>
                </a:cxn>
                <a:cxn ang="0">
                  <a:pos x="725" y="541"/>
                </a:cxn>
                <a:cxn ang="0">
                  <a:pos x="664" y="563"/>
                </a:cxn>
                <a:cxn ang="0">
                  <a:pos x="615" y="587"/>
                </a:cxn>
              </a:cxnLst>
              <a:rect l="0" t="0" r="r" b="b"/>
              <a:pathLst>
                <a:path w="918" h="599">
                  <a:moveTo>
                    <a:pt x="585" y="597"/>
                  </a:moveTo>
                  <a:cubicBezTo>
                    <a:pt x="581" y="596"/>
                    <a:pt x="579" y="586"/>
                    <a:pt x="581" y="575"/>
                  </a:cubicBezTo>
                  <a:cubicBezTo>
                    <a:pt x="583" y="558"/>
                    <a:pt x="580" y="552"/>
                    <a:pt x="560" y="540"/>
                  </a:cubicBezTo>
                  <a:cubicBezTo>
                    <a:pt x="537" y="526"/>
                    <a:pt x="537" y="526"/>
                    <a:pt x="537" y="526"/>
                  </a:cubicBezTo>
                  <a:cubicBezTo>
                    <a:pt x="563" y="513"/>
                    <a:pt x="563" y="513"/>
                    <a:pt x="563" y="513"/>
                  </a:cubicBezTo>
                  <a:cubicBezTo>
                    <a:pt x="600" y="496"/>
                    <a:pt x="596" y="480"/>
                    <a:pt x="554" y="477"/>
                  </a:cubicBezTo>
                  <a:cubicBezTo>
                    <a:pt x="536" y="476"/>
                    <a:pt x="517" y="473"/>
                    <a:pt x="511" y="471"/>
                  </a:cubicBezTo>
                  <a:cubicBezTo>
                    <a:pt x="502" y="468"/>
                    <a:pt x="502" y="467"/>
                    <a:pt x="511" y="461"/>
                  </a:cubicBezTo>
                  <a:cubicBezTo>
                    <a:pt x="520" y="456"/>
                    <a:pt x="520" y="453"/>
                    <a:pt x="508" y="445"/>
                  </a:cubicBezTo>
                  <a:cubicBezTo>
                    <a:pt x="500" y="440"/>
                    <a:pt x="489" y="436"/>
                    <a:pt x="483" y="437"/>
                  </a:cubicBezTo>
                  <a:cubicBezTo>
                    <a:pt x="440" y="445"/>
                    <a:pt x="432" y="449"/>
                    <a:pt x="432" y="459"/>
                  </a:cubicBezTo>
                  <a:cubicBezTo>
                    <a:pt x="432" y="481"/>
                    <a:pt x="369" y="529"/>
                    <a:pt x="331" y="536"/>
                  </a:cubicBezTo>
                  <a:cubicBezTo>
                    <a:pt x="316" y="539"/>
                    <a:pt x="319" y="530"/>
                    <a:pt x="347" y="484"/>
                  </a:cubicBezTo>
                  <a:cubicBezTo>
                    <a:pt x="364" y="456"/>
                    <a:pt x="375" y="446"/>
                    <a:pt x="375" y="461"/>
                  </a:cubicBezTo>
                  <a:cubicBezTo>
                    <a:pt x="375" y="465"/>
                    <a:pt x="382" y="466"/>
                    <a:pt x="390" y="465"/>
                  </a:cubicBezTo>
                  <a:cubicBezTo>
                    <a:pt x="408" y="461"/>
                    <a:pt x="417" y="454"/>
                    <a:pt x="404" y="454"/>
                  </a:cubicBezTo>
                  <a:cubicBezTo>
                    <a:pt x="399" y="454"/>
                    <a:pt x="397" y="450"/>
                    <a:pt x="399" y="444"/>
                  </a:cubicBezTo>
                  <a:cubicBezTo>
                    <a:pt x="401" y="439"/>
                    <a:pt x="398" y="430"/>
                    <a:pt x="393" y="426"/>
                  </a:cubicBezTo>
                  <a:cubicBezTo>
                    <a:pt x="387" y="421"/>
                    <a:pt x="382" y="410"/>
                    <a:pt x="382" y="401"/>
                  </a:cubicBezTo>
                  <a:cubicBezTo>
                    <a:pt x="382" y="390"/>
                    <a:pt x="378" y="384"/>
                    <a:pt x="371" y="384"/>
                  </a:cubicBezTo>
                  <a:cubicBezTo>
                    <a:pt x="362" y="384"/>
                    <a:pt x="360" y="380"/>
                    <a:pt x="363" y="368"/>
                  </a:cubicBezTo>
                  <a:cubicBezTo>
                    <a:pt x="366" y="357"/>
                    <a:pt x="363" y="348"/>
                    <a:pt x="355" y="341"/>
                  </a:cubicBezTo>
                  <a:cubicBezTo>
                    <a:pt x="317" y="310"/>
                    <a:pt x="237" y="300"/>
                    <a:pt x="217" y="323"/>
                  </a:cubicBezTo>
                  <a:cubicBezTo>
                    <a:pt x="201" y="343"/>
                    <a:pt x="134" y="364"/>
                    <a:pt x="129" y="351"/>
                  </a:cubicBezTo>
                  <a:cubicBezTo>
                    <a:pt x="127" y="346"/>
                    <a:pt x="117" y="342"/>
                    <a:pt x="106" y="343"/>
                  </a:cubicBezTo>
                  <a:cubicBezTo>
                    <a:pt x="73" y="346"/>
                    <a:pt x="27" y="335"/>
                    <a:pt x="15" y="321"/>
                  </a:cubicBezTo>
                  <a:cubicBezTo>
                    <a:pt x="0" y="305"/>
                    <a:pt x="12" y="263"/>
                    <a:pt x="30" y="270"/>
                  </a:cubicBezTo>
                  <a:cubicBezTo>
                    <a:pt x="39" y="273"/>
                    <a:pt x="41" y="271"/>
                    <a:pt x="36" y="257"/>
                  </a:cubicBezTo>
                  <a:cubicBezTo>
                    <a:pt x="34" y="248"/>
                    <a:pt x="31" y="237"/>
                    <a:pt x="30" y="232"/>
                  </a:cubicBezTo>
                  <a:cubicBezTo>
                    <a:pt x="28" y="223"/>
                    <a:pt x="79" y="166"/>
                    <a:pt x="89" y="166"/>
                  </a:cubicBezTo>
                  <a:cubicBezTo>
                    <a:pt x="93" y="166"/>
                    <a:pt x="97" y="162"/>
                    <a:pt x="98" y="157"/>
                  </a:cubicBezTo>
                  <a:cubicBezTo>
                    <a:pt x="98" y="152"/>
                    <a:pt x="99" y="144"/>
                    <a:pt x="100" y="138"/>
                  </a:cubicBezTo>
                  <a:cubicBezTo>
                    <a:pt x="100" y="132"/>
                    <a:pt x="96" y="120"/>
                    <a:pt x="89" y="110"/>
                  </a:cubicBezTo>
                  <a:cubicBezTo>
                    <a:pt x="78" y="92"/>
                    <a:pt x="78" y="68"/>
                    <a:pt x="89" y="68"/>
                  </a:cubicBezTo>
                  <a:cubicBezTo>
                    <a:pt x="93" y="68"/>
                    <a:pt x="101" y="63"/>
                    <a:pt x="107" y="57"/>
                  </a:cubicBezTo>
                  <a:cubicBezTo>
                    <a:pt x="125" y="38"/>
                    <a:pt x="242" y="43"/>
                    <a:pt x="255" y="63"/>
                  </a:cubicBezTo>
                  <a:cubicBezTo>
                    <a:pt x="257" y="66"/>
                    <a:pt x="274" y="70"/>
                    <a:pt x="292" y="70"/>
                  </a:cubicBezTo>
                  <a:cubicBezTo>
                    <a:pt x="309" y="71"/>
                    <a:pt x="326" y="74"/>
                    <a:pt x="329" y="76"/>
                  </a:cubicBezTo>
                  <a:cubicBezTo>
                    <a:pt x="332" y="79"/>
                    <a:pt x="339" y="78"/>
                    <a:pt x="344" y="74"/>
                  </a:cubicBezTo>
                  <a:cubicBezTo>
                    <a:pt x="350" y="69"/>
                    <a:pt x="357" y="69"/>
                    <a:pt x="368" y="75"/>
                  </a:cubicBezTo>
                  <a:cubicBezTo>
                    <a:pt x="376" y="79"/>
                    <a:pt x="389" y="81"/>
                    <a:pt x="396" y="78"/>
                  </a:cubicBezTo>
                  <a:cubicBezTo>
                    <a:pt x="404" y="76"/>
                    <a:pt x="411" y="78"/>
                    <a:pt x="413" y="85"/>
                  </a:cubicBezTo>
                  <a:cubicBezTo>
                    <a:pt x="421" y="104"/>
                    <a:pt x="432" y="96"/>
                    <a:pt x="432" y="72"/>
                  </a:cubicBezTo>
                  <a:cubicBezTo>
                    <a:pt x="432" y="42"/>
                    <a:pt x="446" y="31"/>
                    <a:pt x="488" y="29"/>
                  </a:cubicBezTo>
                  <a:cubicBezTo>
                    <a:pt x="506" y="29"/>
                    <a:pt x="522" y="25"/>
                    <a:pt x="523" y="21"/>
                  </a:cubicBezTo>
                  <a:cubicBezTo>
                    <a:pt x="525" y="16"/>
                    <a:pt x="532" y="14"/>
                    <a:pt x="539" y="16"/>
                  </a:cubicBezTo>
                  <a:cubicBezTo>
                    <a:pt x="546" y="18"/>
                    <a:pt x="554" y="17"/>
                    <a:pt x="556" y="13"/>
                  </a:cubicBezTo>
                  <a:cubicBezTo>
                    <a:pt x="565" y="0"/>
                    <a:pt x="597" y="13"/>
                    <a:pt x="608" y="33"/>
                  </a:cubicBezTo>
                  <a:cubicBezTo>
                    <a:pt x="614" y="45"/>
                    <a:pt x="616" y="54"/>
                    <a:pt x="612" y="54"/>
                  </a:cubicBezTo>
                  <a:cubicBezTo>
                    <a:pt x="609" y="54"/>
                    <a:pt x="608" y="63"/>
                    <a:pt x="609" y="75"/>
                  </a:cubicBezTo>
                  <a:cubicBezTo>
                    <a:pt x="612" y="95"/>
                    <a:pt x="620" y="99"/>
                    <a:pt x="645" y="96"/>
                  </a:cubicBezTo>
                  <a:cubicBezTo>
                    <a:pt x="655" y="95"/>
                    <a:pt x="679" y="129"/>
                    <a:pt x="673" y="136"/>
                  </a:cubicBezTo>
                  <a:cubicBezTo>
                    <a:pt x="671" y="138"/>
                    <a:pt x="672" y="146"/>
                    <a:pt x="676" y="153"/>
                  </a:cubicBezTo>
                  <a:cubicBezTo>
                    <a:pt x="681" y="162"/>
                    <a:pt x="688" y="165"/>
                    <a:pt x="697" y="162"/>
                  </a:cubicBezTo>
                  <a:cubicBezTo>
                    <a:pt x="705" y="160"/>
                    <a:pt x="716" y="163"/>
                    <a:pt x="722" y="169"/>
                  </a:cubicBezTo>
                  <a:cubicBezTo>
                    <a:pt x="732" y="179"/>
                    <a:pt x="735" y="179"/>
                    <a:pt x="749" y="170"/>
                  </a:cubicBezTo>
                  <a:cubicBezTo>
                    <a:pt x="771" y="155"/>
                    <a:pt x="778" y="156"/>
                    <a:pt x="792" y="180"/>
                  </a:cubicBezTo>
                  <a:cubicBezTo>
                    <a:pt x="799" y="192"/>
                    <a:pt x="808" y="200"/>
                    <a:pt x="811" y="198"/>
                  </a:cubicBezTo>
                  <a:cubicBezTo>
                    <a:pt x="820" y="193"/>
                    <a:pt x="884" y="215"/>
                    <a:pt x="904" y="229"/>
                  </a:cubicBezTo>
                  <a:cubicBezTo>
                    <a:pt x="918" y="240"/>
                    <a:pt x="918" y="241"/>
                    <a:pt x="906" y="254"/>
                  </a:cubicBezTo>
                  <a:cubicBezTo>
                    <a:pt x="893" y="268"/>
                    <a:pt x="889" y="290"/>
                    <a:pt x="898" y="303"/>
                  </a:cubicBezTo>
                  <a:cubicBezTo>
                    <a:pt x="902" y="310"/>
                    <a:pt x="901" y="329"/>
                    <a:pt x="894" y="345"/>
                  </a:cubicBezTo>
                  <a:cubicBezTo>
                    <a:pt x="892" y="351"/>
                    <a:pt x="884" y="353"/>
                    <a:pt x="872" y="351"/>
                  </a:cubicBezTo>
                  <a:cubicBezTo>
                    <a:pt x="857" y="348"/>
                    <a:pt x="848" y="352"/>
                    <a:pt x="832" y="370"/>
                  </a:cubicBezTo>
                  <a:cubicBezTo>
                    <a:pt x="820" y="382"/>
                    <a:pt x="812" y="395"/>
                    <a:pt x="814" y="398"/>
                  </a:cubicBezTo>
                  <a:cubicBezTo>
                    <a:pt x="816" y="401"/>
                    <a:pt x="803" y="407"/>
                    <a:pt x="786" y="412"/>
                  </a:cubicBezTo>
                  <a:cubicBezTo>
                    <a:pt x="768" y="417"/>
                    <a:pt x="752" y="424"/>
                    <a:pt x="750" y="427"/>
                  </a:cubicBezTo>
                  <a:cubicBezTo>
                    <a:pt x="748" y="430"/>
                    <a:pt x="741" y="433"/>
                    <a:pt x="735" y="433"/>
                  </a:cubicBezTo>
                  <a:cubicBezTo>
                    <a:pt x="730" y="433"/>
                    <a:pt x="713" y="438"/>
                    <a:pt x="698" y="445"/>
                  </a:cubicBezTo>
                  <a:cubicBezTo>
                    <a:pt x="684" y="451"/>
                    <a:pt x="670" y="457"/>
                    <a:pt x="667" y="457"/>
                  </a:cubicBezTo>
                  <a:cubicBezTo>
                    <a:pt x="655" y="459"/>
                    <a:pt x="625" y="490"/>
                    <a:pt x="625" y="501"/>
                  </a:cubicBezTo>
                  <a:cubicBezTo>
                    <a:pt x="625" y="508"/>
                    <a:pt x="627" y="511"/>
                    <a:pt x="630" y="509"/>
                  </a:cubicBezTo>
                  <a:cubicBezTo>
                    <a:pt x="632" y="506"/>
                    <a:pt x="642" y="514"/>
                    <a:pt x="652" y="525"/>
                  </a:cubicBezTo>
                  <a:cubicBezTo>
                    <a:pt x="665" y="541"/>
                    <a:pt x="674" y="545"/>
                    <a:pt x="685" y="542"/>
                  </a:cubicBezTo>
                  <a:cubicBezTo>
                    <a:pt x="693" y="539"/>
                    <a:pt x="706" y="536"/>
                    <a:pt x="713" y="534"/>
                  </a:cubicBezTo>
                  <a:cubicBezTo>
                    <a:pt x="721" y="532"/>
                    <a:pt x="725" y="535"/>
                    <a:pt x="725" y="541"/>
                  </a:cubicBezTo>
                  <a:cubicBezTo>
                    <a:pt x="725" y="554"/>
                    <a:pt x="707" y="561"/>
                    <a:pt x="686" y="555"/>
                  </a:cubicBezTo>
                  <a:cubicBezTo>
                    <a:pt x="673" y="552"/>
                    <a:pt x="667" y="555"/>
                    <a:pt x="664" y="563"/>
                  </a:cubicBezTo>
                  <a:cubicBezTo>
                    <a:pt x="661" y="569"/>
                    <a:pt x="655" y="574"/>
                    <a:pt x="649" y="574"/>
                  </a:cubicBezTo>
                  <a:cubicBezTo>
                    <a:pt x="643" y="574"/>
                    <a:pt x="628" y="580"/>
                    <a:pt x="615" y="587"/>
                  </a:cubicBezTo>
                  <a:cubicBezTo>
                    <a:pt x="603" y="594"/>
                    <a:pt x="590" y="599"/>
                    <a:pt x="585" y="597"/>
                  </a:cubicBezTo>
                  <a:close/>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24"/>
            <p:cNvSpPr>
              <a:spLocks/>
            </p:cNvSpPr>
            <p:nvPr/>
          </p:nvSpPr>
          <p:spPr bwMode="auto">
            <a:xfrm>
              <a:off x="5959475" y="3709988"/>
              <a:ext cx="207963" cy="142875"/>
            </a:xfrm>
            <a:custGeom>
              <a:avLst/>
              <a:gdLst/>
              <a:ahLst/>
              <a:cxnLst>
                <a:cxn ang="0">
                  <a:pos x="18" y="77"/>
                </a:cxn>
                <a:cxn ang="0">
                  <a:pos x="33" y="29"/>
                </a:cxn>
                <a:cxn ang="0">
                  <a:pos x="127" y="9"/>
                </a:cxn>
                <a:cxn ang="0">
                  <a:pos x="127" y="32"/>
                </a:cxn>
                <a:cxn ang="0">
                  <a:pos x="109" y="57"/>
                </a:cxn>
                <a:cxn ang="0">
                  <a:pos x="99" y="73"/>
                </a:cxn>
                <a:cxn ang="0">
                  <a:pos x="88" y="87"/>
                </a:cxn>
                <a:cxn ang="0">
                  <a:pos x="69" y="90"/>
                </a:cxn>
                <a:cxn ang="0">
                  <a:pos x="51" y="90"/>
                </a:cxn>
                <a:cxn ang="0">
                  <a:pos x="18" y="77"/>
                </a:cxn>
              </a:cxnLst>
              <a:rect l="0" t="0" r="r" b="b"/>
              <a:pathLst>
                <a:path w="149" h="102">
                  <a:moveTo>
                    <a:pt x="18" y="77"/>
                  </a:moveTo>
                  <a:cubicBezTo>
                    <a:pt x="0" y="45"/>
                    <a:pt x="4" y="30"/>
                    <a:pt x="33" y="29"/>
                  </a:cubicBezTo>
                  <a:cubicBezTo>
                    <a:pt x="59" y="28"/>
                    <a:pt x="106" y="18"/>
                    <a:pt x="127" y="9"/>
                  </a:cubicBezTo>
                  <a:cubicBezTo>
                    <a:pt x="149" y="0"/>
                    <a:pt x="149" y="19"/>
                    <a:pt x="127" y="32"/>
                  </a:cubicBezTo>
                  <a:cubicBezTo>
                    <a:pt x="111" y="40"/>
                    <a:pt x="106" y="47"/>
                    <a:pt x="109" y="57"/>
                  </a:cubicBezTo>
                  <a:cubicBezTo>
                    <a:pt x="112" y="66"/>
                    <a:pt x="109" y="71"/>
                    <a:pt x="99" y="73"/>
                  </a:cubicBezTo>
                  <a:cubicBezTo>
                    <a:pt x="90" y="75"/>
                    <a:pt x="86" y="81"/>
                    <a:pt x="88" y="87"/>
                  </a:cubicBezTo>
                  <a:cubicBezTo>
                    <a:pt x="93" y="98"/>
                    <a:pt x="87" y="99"/>
                    <a:pt x="69" y="90"/>
                  </a:cubicBezTo>
                  <a:cubicBezTo>
                    <a:pt x="60" y="85"/>
                    <a:pt x="54" y="85"/>
                    <a:pt x="51" y="90"/>
                  </a:cubicBezTo>
                  <a:cubicBezTo>
                    <a:pt x="43" y="102"/>
                    <a:pt x="29" y="97"/>
                    <a:pt x="18" y="7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25"/>
            <p:cNvSpPr>
              <a:spLocks/>
            </p:cNvSpPr>
            <p:nvPr/>
          </p:nvSpPr>
          <p:spPr bwMode="auto">
            <a:xfrm>
              <a:off x="6913563" y="3548063"/>
              <a:ext cx="215900" cy="298450"/>
            </a:xfrm>
            <a:custGeom>
              <a:avLst/>
              <a:gdLst/>
              <a:ahLst/>
              <a:cxnLst>
                <a:cxn ang="0">
                  <a:pos x="70" y="194"/>
                </a:cxn>
                <a:cxn ang="0">
                  <a:pos x="67" y="143"/>
                </a:cxn>
                <a:cxn ang="0">
                  <a:pos x="59" y="101"/>
                </a:cxn>
                <a:cxn ang="0">
                  <a:pos x="18" y="39"/>
                </a:cxn>
                <a:cxn ang="0">
                  <a:pos x="0" y="9"/>
                </a:cxn>
                <a:cxn ang="0">
                  <a:pos x="18" y="4"/>
                </a:cxn>
                <a:cxn ang="0">
                  <a:pos x="78" y="23"/>
                </a:cxn>
                <a:cxn ang="0">
                  <a:pos x="89" y="25"/>
                </a:cxn>
                <a:cxn ang="0">
                  <a:pos x="99" y="29"/>
                </a:cxn>
                <a:cxn ang="0">
                  <a:pos x="110" y="37"/>
                </a:cxn>
                <a:cxn ang="0">
                  <a:pos x="113" y="56"/>
                </a:cxn>
                <a:cxn ang="0">
                  <a:pos x="119" y="78"/>
                </a:cxn>
                <a:cxn ang="0">
                  <a:pos x="139" y="106"/>
                </a:cxn>
                <a:cxn ang="0">
                  <a:pos x="150" y="121"/>
                </a:cxn>
                <a:cxn ang="0">
                  <a:pos x="152" y="132"/>
                </a:cxn>
                <a:cxn ang="0">
                  <a:pos x="131" y="138"/>
                </a:cxn>
                <a:cxn ang="0">
                  <a:pos x="101" y="165"/>
                </a:cxn>
                <a:cxn ang="0">
                  <a:pos x="70" y="194"/>
                </a:cxn>
              </a:cxnLst>
              <a:rect l="0" t="0" r="r" b="b"/>
              <a:pathLst>
                <a:path w="154" h="213">
                  <a:moveTo>
                    <a:pt x="70" y="194"/>
                  </a:moveTo>
                  <a:cubicBezTo>
                    <a:pt x="69" y="187"/>
                    <a:pt x="68" y="164"/>
                    <a:pt x="67" y="143"/>
                  </a:cubicBezTo>
                  <a:cubicBezTo>
                    <a:pt x="66" y="123"/>
                    <a:pt x="63" y="104"/>
                    <a:pt x="59" y="101"/>
                  </a:cubicBezTo>
                  <a:cubicBezTo>
                    <a:pt x="53" y="96"/>
                    <a:pt x="48" y="89"/>
                    <a:pt x="18" y="39"/>
                  </a:cubicBezTo>
                  <a:cubicBezTo>
                    <a:pt x="0" y="9"/>
                    <a:pt x="0" y="9"/>
                    <a:pt x="0" y="9"/>
                  </a:cubicBezTo>
                  <a:cubicBezTo>
                    <a:pt x="18" y="4"/>
                    <a:pt x="18" y="4"/>
                    <a:pt x="18" y="4"/>
                  </a:cubicBezTo>
                  <a:cubicBezTo>
                    <a:pt x="36" y="0"/>
                    <a:pt x="78" y="13"/>
                    <a:pt x="78" y="23"/>
                  </a:cubicBezTo>
                  <a:cubicBezTo>
                    <a:pt x="78" y="27"/>
                    <a:pt x="83" y="28"/>
                    <a:pt x="89" y="25"/>
                  </a:cubicBezTo>
                  <a:cubicBezTo>
                    <a:pt x="95" y="23"/>
                    <a:pt x="99" y="25"/>
                    <a:pt x="99" y="29"/>
                  </a:cubicBezTo>
                  <a:cubicBezTo>
                    <a:pt x="99" y="33"/>
                    <a:pt x="104" y="37"/>
                    <a:pt x="110" y="37"/>
                  </a:cubicBezTo>
                  <a:cubicBezTo>
                    <a:pt x="123" y="37"/>
                    <a:pt x="124" y="45"/>
                    <a:pt x="113" y="56"/>
                  </a:cubicBezTo>
                  <a:cubicBezTo>
                    <a:pt x="107" y="61"/>
                    <a:pt x="109" y="67"/>
                    <a:pt x="119" y="78"/>
                  </a:cubicBezTo>
                  <a:cubicBezTo>
                    <a:pt x="127" y="85"/>
                    <a:pt x="136" y="98"/>
                    <a:pt x="139" y="106"/>
                  </a:cubicBezTo>
                  <a:cubicBezTo>
                    <a:pt x="141" y="115"/>
                    <a:pt x="146" y="121"/>
                    <a:pt x="150" y="121"/>
                  </a:cubicBezTo>
                  <a:cubicBezTo>
                    <a:pt x="153" y="121"/>
                    <a:pt x="154" y="126"/>
                    <a:pt x="152" y="132"/>
                  </a:cubicBezTo>
                  <a:cubicBezTo>
                    <a:pt x="149" y="139"/>
                    <a:pt x="142" y="141"/>
                    <a:pt x="131" y="138"/>
                  </a:cubicBezTo>
                  <a:cubicBezTo>
                    <a:pt x="117" y="135"/>
                    <a:pt x="113" y="139"/>
                    <a:pt x="101" y="165"/>
                  </a:cubicBezTo>
                  <a:cubicBezTo>
                    <a:pt x="85" y="201"/>
                    <a:pt x="71" y="213"/>
                    <a:pt x="70" y="19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26"/>
            <p:cNvSpPr>
              <a:spLocks/>
            </p:cNvSpPr>
            <p:nvPr/>
          </p:nvSpPr>
          <p:spPr bwMode="auto">
            <a:xfrm>
              <a:off x="6162675" y="3543300"/>
              <a:ext cx="465138" cy="277812"/>
            </a:xfrm>
            <a:custGeom>
              <a:avLst/>
              <a:gdLst/>
              <a:ahLst/>
              <a:cxnLst>
                <a:cxn ang="0">
                  <a:pos x="60" y="181"/>
                </a:cxn>
                <a:cxn ang="0">
                  <a:pos x="6" y="105"/>
                </a:cxn>
                <a:cxn ang="0">
                  <a:pos x="17" y="77"/>
                </a:cxn>
                <a:cxn ang="0">
                  <a:pos x="19" y="68"/>
                </a:cxn>
                <a:cxn ang="0">
                  <a:pos x="25" y="62"/>
                </a:cxn>
                <a:cxn ang="0">
                  <a:pos x="40" y="50"/>
                </a:cxn>
                <a:cxn ang="0">
                  <a:pos x="57" y="50"/>
                </a:cxn>
                <a:cxn ang="0">
                  <a:pos x="130" y="43"/>
                </a:cxn>
                <a:cxn ang="0">
                  <a:pos x="148" y="34"/>
                </a:cxn>
                <a:cxn ang="0">
                  <a:pos x="166" y="27"/>
                </a:cxn>
                <a:cxn ang="0">
                  <a:pos x="179" y="25"/>
                </a:cxn>
                <a:cxn ang="0">
                  <a:pos x="203" y="14"/>
                </a:cxn>
                <a:cxn ang="0">
                  <a:pos x="239" y="0"/>
                </a:cxn>
                <a:cxn ang="0">
                  <a:pos x="266" y="6"/>
                </a:cxn>
                <a:cxn ang="0">
                  <a:pos x="283" y="13"/>
                </a:cxn>
                <a:cxn ang="0">
                  <a:pos x="316" y="27"/>
                </a:cxn>
                <a:cxn ang="0">
                  <a:pos x="318" y="45"/>
                </a:cxn>
                <a:cxn ang="0">
                  <a:pos x="252" y="142"/>
                </a:cxn>
                <a:cxn ang="0">
                  <a:pos x="199" y="167"/>
                </a:cxn>
                <a:cxn ang="0">
                  <a:pos x="113" y="189"/>
                </a:cxn>
                <a:cxn ang="0">
                  <a:pos x="60" y="181"/>
                </a:cxn>
              </a:cxnLst>
              <a:rect l="0" t="0" r="r" b="b"/>
              <a:pathLst>
                <a:path w="333" h="199">
                  <a:moveTo>
                    <a:pt x="60" y="181"/>
                  </a:moveTo>
                  <a:cubicBezTo>
                    <a:pt x="17" y="159"/>
                    <a:pt x="0" y="136"/>
                    <a:pt x="6" y="105"/>
                  </a:cubicBezTo>
                  <a:cubicBezTo>
                    <a:pt x="9" y="91"/>
                    <a:pt x="13" y="78"/>
                    <a:pt x="17" y="77"/>
                  </a:cubicBezTo>
                  <a:cubicBezTo>
                    <a:pt x="20" y="76"/>
                    <a:pt x="21" y="72"/>
                    <a:pt x="19" y="68"/>
                  </a:cubicBezTo>
                  <a:cubicBezTo>
                    <a:pt x="17" y="65"/>
                    <a:pt x="20" y="62"/>
                    <a:pt x="25" y="62"/>
                  </a:cubicBezTo>
                  <a:cubicBezTo>
                    <a:pt x="31" y="62"/>
                    <a:pt x="38" y="57"/>
                    <a:pt x="40" y="50"/>
                  </a:cubicBezTo>
                  <a:cubicBezTo>
                    <a:pt x="44" y="40"/>
                    <a:pt x="46" y="40"/>
                    <a:pt x="57" y="50"/>
                  </a:cubicBezTo>
                  <a:cubicBezTo>
                    <a:pt x="73" y="64"/>
                    <a:pt x="130" y="59"/>
                    <a:pt x="130" y="43"/>
                  </a:cubicBezTo>
                  <a:cubicBezTo>
                    <a:pt x="130" y="38"/>
                    <a:pt x="138" y="34"/>
                    <a:pt x="148" y="34"/>
                  </a:cubicBezTo>
                  <a:cubicBezTo>
                    <a:pt x="158" y="34"/>
                    <a:pt x="166" y="31"/>
                    <a:pt x="166" y="27"/>
                  </a:cubicBezTo>
                  <a:cubicBezTo>
                    <a:pt x="166" y="24"/>
                    <a:pt x="172" y="23"/>
                    <a:pt x="179" y="25"/>
                  </a:cubicBezTo>
                  <a:cubicBezTo>
                    <a:pt x="188" y="27"/>
                    <a:pt x="197" y="23"/>
                    <a:pt x="203" y="14"/>
                  </a:cubicBezTo>
                  <a:cubicBezTo>
                    <a:pt x="210" y="4"/>
                    <a:pt x="221" y="0"/>
                    <a:pt x="239" y="0"/>
                  </a:cubicBezTo>
                  <a:cubicBezTo>
                    <a:pt x="254" y="0"/>
                    <a:pt x="266" y="3"/>
                    <a:pt x="266" y="6"/>
                  </a:cubicBezTo>
                  <a:cubicBezTo>
                    <a:pt x="266" y="10"/>
                    <a:pt x="273" y="13"/>
                    <a:pt x="283" y="13"/>
                  </a:cubicBezTo>
                  <a:cubicBezTo>
                    <a:pt x="292" y="13"/>
                    <a:pt x="307" y="19"/>
                    <a:pt x="316" y="27"/>
                  </a:cubicBezTo>
                  <a:cubicBezTo>
                    <a:pt x="333" y="41"/>
                    <a:pt x="333" y="41"/>
                    <a:pt x="318" y="45"/>
                  </a:cubicBezTo>
                  <a:cubicBezTo>
                    <a:pt x="302" y="49"/>
                    <a:pt x="252" y="123"/>
                    <a:pt x="252" y="142"/>
                  </a:cubicBezTo>
                  <a:cubicBezTo>
                    <a:pt x="252" y="156"/>
                    <a:pt x="243" y="161"/>
                    <a:pt x="199" y="167"/>
                  </a:cubicBezTo>
                  <a:cubicBezTo>
                    <a:pt x="142" y="176"/>
                    <a:pt x="120" y="182"/>
                    <a:pt x="113" y="189"/>
                  </a:cubicBezTo>
                  <a:cubicBezTo>
                    <a:pt x="103" y="199"/>
                    <a:pt x="94" y="197"/>
                    <a:pt x="60" y="18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27"/>
            <p:cNvSpPr>
              <a:spLocks/>
            </p:cNvSpPr>
            <p:nvPr/>
          </p:nvSpPr>
          <p:spPr bwMode="auto">
            <a:xfrm>
              <a:off x="5432425" y="3630613"/>
              <a:ext cx="309563" cy="169862"/>
            </a:xfrm>
            <a:custGeom>
              <a:avLst/>
              <a:gdLst/>
              <a:ahLst/>
              <a:cxnLst>
                <a:cxn ang="0">
                  <a:pos x="46" y="103"/>
                </a:cxn>
                <a:cxn ang="0">
                  <a:pos x="24" y="86"/>
                </a:cxn>
                <a:cxn ang="0">
                  <a:pos x="15" y="74"/>
                </a:cxn>
                <a:cxn ang="0">
                  <a:pos x="25" y="60"/>
                </a:cxn>
                <a:cxn ang="0">
                  <a:pos x="46" y="32"/>
                </a:cxn>
                <a:cxn ang="0">
                  <a:pos x="144" y="3"/>
                </a:cxn>
                <a:cxn ang="0">
                  <a:pos x="174" y="22"/>
                </a:cxn>
                <a:cxn ang="0">
                  <a:pos x="209" y="59"/>
                </a:cxn>
                <a:cxn ang="0">
                  <a:pos x="204" y="77"/>
                </a:cxn>
                <a:cxn ang="0">
                  <a:pos x="178" y="83"/>
                </a:cxn>
                <a:cxn ang="0">
                  <a:pos x="166" y="77"/>
                </a:cxn>
                <a:cxn ang="0">
                  <a:pos x="157" y="93"/>
                </a:cxn>
                <a:cxn ang="0">
                  <a:pos x="128" y="98"/>
                </a:cxn>
                <a:cxn ang="0">
                  <a:pos x="110" y="91"/>
                </a:cxn>
                <a:cxn ang="0">
                  <a:pos x="97" y="107"/>
                </a:cxn>
                <a:cxn ang="0">
                  <a:pos x="76" y="120"/>
                </a:cxn>
                <a:cxn ang="0">
                  <a:pos x="46" y="103"/>
                </a:cxn>
              </a:cxnLst>
              <a:rect l="0" t="0" r="r" b="b"/>
              <a:pathLst>
                <a:path w="222" h="122">
                  <a:moveTo>
                    <a:pt x="46" y="103"/>
                  </a:moveTo>
                  <a:cubicBezTo>
                    <a:pt x="40" y="88"/>
                    <a:pt x="34" y="83"/>
                    <a:pt x="24" y="86"/>
                  </a:cubicBezTo>
                  <a:cubicBezTo>
                    <a:pt x="8" y="90"/>
                    <a:pt x="0" y="79"/>
                    <a:pt x="15" y="74"/>
                  </a:cubicBezTo>
                  <a:cubicBezTo>
                    <a:pt x="21" y="72"/>
                    <a:pt x="25" y="65"/>
                    <a:pt x="25" y="60"/>
                  </a:cubicBezTo>
                  <a:cubicBezTo>
                    <a:pt x="25" y="55"/>
                    <a:pt x="34" y="42"/>
                    <a:pt x="46" y="32"/>
                  </a:cubicBezTo>
                  <a:cubicBezTo>
                    <a:pt x="65" y="13"/>
                    <a:pt x="81" y="9"/>
                    <a:pt x="144" y="3"/>
                  </a:cubicBezTo>
                  <a:cubicBezTo>
                    <a:pt x="172" y="0"/>
                    <a:pt x="172" y="1"/>
                    <a:pt x="174" y="22"/>
                  </a:cubicBezTo>
                  <a:cubicBezTo>
                    <a:pt x="176" y="46"/>
                    <a:pt x="194" y="65"/>
                    <a:pt x="209" y="59"/>
                  </a:cubicBezTo>
                  <a:cubicBezTo>
                    <a:pt x="222" y="54"/>
                    <a:pt x="220" y="60"/>
                    <a:pt x="204" y="77"/>
                  </a:cubicBezTo>
                  <a:cubicBezTo>
                    <a:pt x="192" y="88"/>
                    <a:pt x="187" y="90"/>
                    <a:pt x="178" y="83"/>
                  </a:cubicBezTo>
                  <a:cubicBezTo>
                    <a:pt x="173" y="78"/>
                    <a:pt x="167" y="76"/>
                    <a:pt x="166" y="77"/>
                  </a:cubicBezTo>
                  <a:cubicBezTo>
                    <a:pt x="165" y="79"/>
                    <a:pt x="161" y="86"/>
                    <a:pt x="157" y="93"/>
                  </a:cubicBezTo>
                  <a:cubicBezTo>
                    <a:pt x="146" y="113"/>
                    <a:pt x="132" y="115"/>
                    <a:pt x="128" y="98"/>
                  </a:cubicBezTo>
                  <a:cubicBezTo>
                    <a:pt x="125" y="86"/>
                    <a:pt x="121" y="85"/>
                    <a:pt x="110" y="91"/>
                  </a:cubicBezTo>
                  <a:cubicBezTo>
                    <a:pt x="103" y="95"/>
                    <a:pt x="97" y="102"/>
                    <a:pt x="97" y="107"/>
                  </a:cubicBezTo>
                  <a:cubicBezTo>
                    <a:pt x="97" y="113"/>
                    <a:pt x="87" y="118"/>
                    <a:pt x="76" y="120"/>
                  </a:cubicBezTo>
                  <a:cubicBezTo>
                    <a:pt x="58" y="122"/>
                    <a:pt x="53" y="120"/>
                    <a:pt x="46" y="10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28"/>
            <p:cNvSpPr>
              <a:spLocks/>
            </p:cNvSpPr>
            <p:nvPr/>
          </p:nvSpPr>
          <p:spPr bwMode="auto">
            <a:xfrm>
              <a:off x="5688013" y="3494088"/>
              <a:ext cx="523875" cy="249237"/>
            </a:xfrm>
            <a:custGeom>
              <a:avLst/>
              <a:gdLst/>
              <a:ahLst/>
              <a:cxnLst>
                <a:cxn ang="0">
                  <a:pos x="185" y="172"/>
                </a:cxn>
                <a:cxn ang="0">
                  <a:pos x="139" y="148"/>
                </a:cxn>
                <a:cxn ang="0">
                  <a:pos x="121" y="136"/>
                </a:cxn>
                <a:cxn ang="0">
                  <a:pos x="94" y="142"/>
                </a:cxn>
                <a:cxn ang="0">
                  <a:pos x="68" y="152"/>
                </a:cxn>
                <a:cxn ang="0">
                  <a:pos x="48" y="150"/>
                </a:cxn>
                <a:cxn ang="0">
                  <a:pos x="30" y="147"/>
                </a:cxn>
                <a:cxn ang="0">
                  <a:pos x="0" y="128"/>
                </a:cxn>
                <a:cxn ang="0">
                  <a:pos x="21" y="118"/>
                </a:cxn>
                <a:cxn ang="0">
                  <a:pos x="39" y="119"/>
                </a:cxn>
                <a:cxn ang="0">
                  <a:pos x="64" y="114"/>
                </a:cxn>
                <a:cxn ang="0">
                  <a:pos x="113" y="104"/>
                </a:cxn>
                <a:cxn ang="0">
                  <a:pos x="157" y="103"/>
                </a:cxn>
                <a:cxn ang="0">
                  <a:pos x="171" y="78"/>
                </a:cxn>
                <a:cxn ang="0">
                  <a:pos x="176" y="50"/>
                </a:cxn>
                <a:cxn ang="0">
                  <a:pos x="202" y="30"/>
                </a:cxn>
                <a:cxn ang="0">
                  <a:pos x="228" y="26"/>
                </a:cxn>
                <a:cxn ang="0">
                  <a:pos x="260" y="16"/>
                </a:cxn>
                <a:cxn ang="0">
                  <a:pos x="306" y="9"/>
                </a:cxn>
                <a:cxn ang="0">
                  <a:pos x="346" y="17"/>
                </a:cxn>
                <a:cxn ang="0">
                  <a:pos x="366" y="41"/>
                </a:cxn>
                <a:cxn ang="0">
                  <a:pos x="360" y="89"/>
                </a:cxn>
                <a:cxn ang="0">
                  <a:pos x="345" y="102"/>
                </a:cxn>
                <a:cxn ang="0">
                  <a:pos x="344" y="128"/>
                </a:cxn>
                <a:cxn ang="0">
                  <a:pos x="242" y="177"/>
                </a:cxn>
                <a:cxn ang="0">
                  <a:pos x="185" y="172"/>
                </a:cxn>
              </a:cxnLst>
              <a:rect l="0" t="0" r="r" b="b"/>
              <a:pathLst>
                <a:path w="376" h="179">
                  <a:moveTo>
                    <a:pt x="185" y="172"/>
                  </a:moveTo>
                  <a:cubicBezTo>
                    <a:pt x="156" y="166"/>
                    <a:pt x="144" y="159"/>
                    <a:pt x="139" y="148"/>
                  </a:cubicBezTo>
                  <a:cubicBezTo>
                    <a:pt x="134" y="138"/>
                    <a:pt x="128" y="133"/>
                    <a:pt x="121" y="136"/>
                  </a:cubicBezTo>
                  <a:cubicBezTo>
                    <a:pt x="115" y="139"/>
                    <a:pt x="103" y="141"/>
                    <a:pt x="94" y="142"/>
                  </a:cubicBezTo>
                  <a:cubicBezTo>
                    <a:pt x="86" y="143"/>
                    <a:pt x="74" y="148"/>
                    <a:pt x="68" y="152"/>
                  </a:cubicBezTo>
                  <a:cubicBezTo>
                    <a:pt x="60" y="159"/>
                    <a:pt x="56" y="158"/>
                    <a:pt x="48" y="150"/>
                  </a:cubicBezTo>
                  <a:cubicBezTo>
                    <a:pt x="41" y="144"/>
                    <a:pt x="35" y="142"/>
                    <a:pt x="30" y="147"/>
                  </a:cubicBezTo>
                  <a:cubicBezTo>
                    <a:pt x="19" y="158"/>
                    <a:pt x="0" y="146"/>
                    <a:pt x="0" y="128"/>
                  </a:cubicBezTo>
                  <a:cubicBezTo>
                    <a:pt x="0" y="110"/>
                    <a:pt x="4" y="107"/>
                    <a:pt x="21" y="118"/>
                  </a:cubicBezTo>
                  <a:cubicBezTo>
                    <a:pt x="26" y="121"/>
                    <a:pt x="34" y="122"/>
                    <a:pt x="39" y="119"/>
                  </a:cubicBezTo>
                  <a:cubicBezTo>
                    <a:pt x="43" y="117"/>
                    <a:pt x="54" y="114"/>
                    <a:pt x="64" y="114"/>
                  </a:cubicBezTo>
                  <a:cubicBezTo>
                    <a:pt x="74" y="113"/>
                    <a:pt x="96" y="109"/>
                    <a:pt x="113" y="104"/>
                  </a:cubicBezTo>
                  <a:cubicBezTo>
                    <a:pt x="137" y="97"/>
                    <a:pt x="148" y="97"/>
                    <a:pt x="157" y="103"/>
                  </a:cubicBezTo>
                  <a:cubicBezTo>
                    <a:pt x="175" y="113"/>
                    <a:pt x="180" y="103"/>
                    <a:pt x="171" y="78"/>
                  </a:cubicBezTo>
                  <a:cubicBezTo>
                    <a:pt x="164" y="62"/>
                    <a:pt x="165" y="57"/>
                    <a:pt x="176" y="50"/>
                  </a:cubicBezTo>
                  <a:cubicBezTo>
                    <a:pt x="183" y="45"/>
                    <a:pt x="195" y="36"/>
                    <a:pt x="202" y="30"/>
                  </a:cubicBezTo>
                  <a:cubicBezTo>
                    <a:pt x="211" y="22"/>
                    <a:pt x="218" y="21"/>
                    <a:pt x="228" y="26"/>
                  </a:cubicBezTo>
                  <a:cubicBezTo>
                    <a:pt x="238" y="32"/>
                    <a:pt x="245" y="30"/>
                    <a:pt x="260" y="16"/>
                  </a:cubicBezTo>
                  <a:cubicBezTo>
                    <a:pt x="277" y="0"/>
                    <a:pt x="280" y="0"/>
                    <a:pt x="306" y="9"/>
                  </a:cubicBezTo>
                  <a:cubicBezTo>
                    <a:pt x="321" y="14"/>
                    <a:pt x="339" y="18"/>
                    <a:pt x="346" y="17"/>
                  </a:cubicBezTo>
                  <a:cubicBezTo>
                    <a:pt x="356" y="16"/>
                    <a:pt x="361" y="23"/>
                    <a:pt x="366" y="41"/>
                  </a:cubicBezTo>
                  <a:cubicBezTo>
                    <a:pt x="376" y="81"/>
                    <a:pt x="375" y="85"/>
                    <a:pt x="360" y="89"/>
                  </a:cubicBezTo>
                  <a:cubicBezTo>
                    <a:pt x="353" y="92"/>
                    <a:pt x="346" y="97"/>
                    <a:pt x="345" y="102"/>
                  </a:cubicBezTo>
                  <a:cubicBezTo>
                    <a:pt x="345" y="107"/>
                    <a:pt x="344" y="119"/>
                    <a:pt x="344" y="128"/>
                  </a:cubicBezTo>
                  <a:cubicBezTo>
                    <a:pt x="342" y="152"/>
                    <a:pt x="320" y="163"/>
                    <a:pt x="242" y="177"/>
                  </a:cubicBezTo>
                  <a:cubicBezTo>
                    <a:pt x="233" y="179"/>
                    <a:pt x="207" y="176"/>
                    <a:pt x="185" y="17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29"/>
            <p:cNvSpPr>
              <a:spLocks/>
            </p:cNvSpPr>
            <p:nvPr/>
          </p:nvSpPr>
          <p:spPr bwMode="auto">
            <a:xfrm>
              <a:off x="5429250" y="2824163"/>
              <a:ext cx="639763" cy="830262"/>
            </a:xfrm>
            <a:custGeom>
              <a:avLst/>
              <a:gdLst/>
              <a:ahLst/>
              <a:cxnLst>
                <a:cxn ang="0">
                  <a:pos x="195" y="585"/>
                </a:cxn>
                <a:cxn ang="0">
                  <a:pos x="165" y="574"/>
                </a:cxn>
                <a:cxn ang="0">
                  <a:pos x="156" y="571"/>
                </a:cxn>
                <a:cxn ang="0">
                  <a:pos x="96" y="574"/>
                </a:cxn>
                <a:cxn ang="0">
                  <a:pos x="81" y="556"/>
                </a:cxn>
                <a:cxn ang="0">
                  <a:pos x="99" y="507"/>
                </a:cxn>
                <a:cxn ang="0">
                  <a:pos x="112" y="481"/>
                </a:cxn>
                <a:cxn ang="0">
                  <a:pos x="68" y="464"/>
                </a:cxn>
                <a:cxn ang="0">
                  <a:pos x="24" y="429"/>
                </a:cxn>
                <a:cxn ang="0">
                  <a:pos x="15" y="401"/>
                </a:cxn>
                <a:cxn ang="0">
                  <a:pos x="14" y="383"/>
                </a:cxn>
                <a:cxn ang="0">
                  <a:pos x="10" y="348"/>
                </a:cxn>
                <a:cxn ang="0">
                  <a:pos x="5" y="303"/>
                </a:cxn>
                <a:cxn ang="0">
                  <a:pos x="8" y="270"/>
                </a:cxn>
                <a:cxn ang="0">
                  <a:pos x="22" y="252"/>
                </a:cxn>
                <a:cxn ang="0">
                  <a:pos x="45" y="208"/>
                </a:cxn>
                <a:cxn ang="0">
                  <a:pos x="45" y="191"/>
                </a:cxn>
                <a:cxn ang="0">
                  <a:pos x="59" y="128"/>
                </a:cxn>
                <a:cxn ang="0">
                  <a:pos x="80" y="107"/>
                </a:cxn>
                <a:cxn ang="0">
                  <a:pos x="104" y="112"/>
                </a:cxn>
                <a:cxn ang="0">
                  <a:pos x="124" y="121"/>
                </a:cxn>
                <a:cxn ang="0">
                  <a:pos x="130" y="104"/>
                </a:cxn>
                <a:cxn ang="0">
                  <a:pos x="143" y="91"/>
                </a:cxn>
                <a:cxn ang="0">
                  <a:pos x="167" y="104"/>
                </a:cxn>
                <a:cxn ang="0">
                  <a:pos x="192" y="117"/>
                </a:cxn>
                <a:cxn ang="0">
                  <a:pos x="196" y="113"/>
                </a:cxn>
                <a:cxn ang="0">
                  <a:pos x="147" y="56"/>
                </a:cxn>
                <a:cxn ang="0">
                  <a:pos x="140" y="51"/>
                </a:cxn>
                <a:cxn ang="0">
                  <a:pos x="143" y="43"/>
                </a:cxn>
                <a:cxn ang="0">
                  <a:pos x="144" y="18"/>
                </a:cxn>
                <a:cxn ang="0">
                  <a:pos x="132" y="0"/>
                </a:cxn>
                <a:cxn ang="0">
                  <a:pos x="160" y="5"/>
                </a:cxn>
                <a:cxn ang="0">
                  <a:pos x="192" y="30"/>
                </a:cxn>
                <a:cxn ang="0">
                  <a:pos x="201" y="38"/>
                </a:cxn>
                <a:cxn ang="0">
                  <a:pos x="206" y="43"/>
                </a:cxn>
                <a:cxn ang="0">
                  <a:pos x="231" y="48"/>
                </a:cxn>
                <a:cxn ang="0">
                  <a:pos x="246" y="62"/>
                </a:cxn>
                <a:cxn ang="0">
                  <a:pos x="239" y="74"/>
                </a:cxn>
                <a:cxn ang="0">
                  <a:pos x="277" y="79"/>
                </a:cxn>
                <a:cxn ang="0">
                  <a:pos x="342" y="44"/>
                </a:cxn>
                <a:cxn ang="0">
                  <a:pos x="365" y="58"/>
                </a:cxn>
                <a:cxn ang="0">
                  <a:pos x="386" y="67"/>
                </a:cxn>
                <a:cxn ang="0">
                  <a:pos x="417" y="149"/>
                </a:cxn>
                <a:cxn ang="0">
                  <a:pos x="419" y="180"/>
                </a:cxn>
                <a:cxn ang="0">
                  <a:pos x="440" y="225"/>
                </a:cxn>
                <a:cxn ang="0">
                  <a:pos x="442" y="317"/>
                </a:cxn>
                <a:cxn ang="0">
                  <a:pos x="416" y="332"/>
                </a:cxn>
                <a:cxn ang="0">
                  <a:pos x="358" y="357"/>
                </a:cxn>
                <a:cxn ang="0">
                  <a:pos x="317" y="401"/>
                </a:cxn>
                <a:cxn ang="0">
                  <a:pos x="358" y="457"/>
                </a:cxn>
                <a:cxn ang="0">
                  <a:pos x="395" y="495"/>
                </a:cxn>
                <a:cxn ang="0">
                  <a:pos x="368" y="517"/>
                </a:cxn>
                <a:cxn ang="0">
                  <a:pos x="349" y="559"/>
                </a:cxn>
                <a:cxn ang="0">
                  <a:pos x="343" y="577"/>
                </a:cxn>
                <a:cxn ang="0">
                  <a:pos x="298" y="578"/>
                </a:cxn>
                <a:cxn ang="0">
                  <a:pos x="249" y="588"/>
                </a:cxn>
                <a:cxn ang="0">
                  <a:pos x="223" y="593"/>
                </a:cxn>
                <a:cxn ang="0">
                  <a:pos x="195" y="585"/>
                </a:cxn>
              </a:cxnLst>
              <a:rect l="0" t="0" r="r" b="b"/>
              <a:pathLst>
                <a:path w="458" h="596">
                  <a:moveTo>
                    <a:pt x="195" y="585"/>
                  </a:moveTo>
                  <a:cubicBezTo>
                    <a:pt x="183" y="577"/>
                    <a:pt x="170" y="572"/>
                    <a:pt x="165" y="574"/>
                  </a:cubicBezTo>
                  <a:cubicBezTo>
                    <a:pt x="160" y="576"/>
                    <a:pt x="156" y="575"/>
                    <a:pt x="156" y="571"/>
                  </a:cubicBezTo>
                  <a:cubicBezTo>
                    <a:pt x="156" y="565"/>
                    <a:pt x="127" y="566"/>
                    <a:pt x="96" y="574"/>
                  </a:cubicBezTo>
                  <a:cubicBezTo>
                    <a:pt x="76" y="580"/>
                    <a:pt x="76" y="580"/>
                    <a:pt x="81" y="556"/>
                  </a:cubicBezTo>
                  <a:cubicBezTo>
                    <a:pt x="84" y="543"/>
                    <a:pt x="92" y="521"/>
                    <a:pt x="99" y="507"/>
                  </a:cubicBezTo>
                  <a:cubicBezTo>
                    <a:pt x="112" y="481"/>
                    <a:pt x="112" y="481"/>
                    <a:pt x="112" y="481"/>
                  </a:cubicBezTo>
                  <a:cubicBezTo>
                    <a:pt x="68" y="464"/>
                    <a:pt x="68" y="464"/>
                    <a:pt x="68" y="464"/>
                  </a:cubicBezTo>
                  <a:cubicBezTo>
                    <a:pt x="30" y="450"/>
                    <a:pt x="24" y="445"/>
                    <a:pt x="24" y="429"/>
                  </a:cubicBezTo>
                  <a:cubicBezTo>
                    <a:pt x="24" y="420"/>
                    <a:pt x="20" y="407"/>
                    <a:pt x="15" y="401"/>
                  </a:cubicBezTo>
                  <a:cubicBezTo>
                    <a:pt x="8" y="393"/>
                    <a:pt x="8" y="389"/>
                    <a:pt x="14" y="383"/>
                  </a:cubicBezTo>
                  <a:cubicBezTo>
                    <a:pt x="21" y="377"/>
                    <a:pt x="20" y="368"/>
                    <a:pt x="10" y="348"/>
                  </a:cubicBezTo>
                  <a:cubicBezTo>
                    <a:pt x="1" y="327"/>
                    <a:pt x="0" y="316"/>
                    <a:pt x="5" y="303"/>
                  </a:cubicBezTo>
                  <a:cubicBezTo>
                    <a:pt x="9" y="292"/>
                    <a:pt x="10" y="278"/>
                    <a:pt x="8" y="270"/>
                  </a:cubicBezTo>
                  <a:cubicBezTo>
                    <a:pt x="6" y="260"/>
                    <a:pt x="9" y="255"/>
                    <a:pt x="22" y="252"/>
                  </a:cubicBezTo>
                  <a:cubicBezTo>
                    <a:pt x="44" y="247"/>
                    <a:pt x="61" y="214"/>
                    <a:pt x="45" y="208"/>
                  </a:cubicBezTo>
                  <a:cubicBezTo>
                    <a:pt x="32" y="203"/>
                    <a:pt x="31" y="191"/>
                    <a:pt x="45" y="191"/>
                  </a:cubicBezTo>
                  <a:cubicBezTo>
                    <a:pt x="57" y="191"/>
                    <a:pt x="66" y="156"/>
                    <a:pt x="59" y="128"/>
                  </a:cubicBezTo>
                  <a:cubicBezTo>
                    <a:pt x="55" y="108"/>
                    <a:pt x="56" y="107"/>
                    <a:pt x="80" y="107"/>
                  </a:cubicBezTo>
                  <a:cubicBezTo>
                    <a:pt x="94" y="107"/>
                    <a:pt x="105" y="109"/>
                    <a:pt x="104" y="112"/>
                  </a:cubicBezTo>
                  <a:cubicBezTo>
                    <a:pt x="102" y="118"/>
                    <a:pt x="108" y="121"/>
                    <a:pt x="124" y="121"/>
                  </a:cubicBezTo>
                  <a:cubicBezTo>
                    <a:pt x="132" y="121"/>
                    <a:pt x="134" y="116"/>
                    <a:pt x="130" y="104"/>
                  </a:cubicBezTo>
                  <a:cubicBezTo>
                    <a:pt x="127" y="89"/>
                    <a:pt x="128" y="87"/>
                    <a:pt x="143" y="91"/>
                  </a:cubicBezTo>
                  <a:cubicBezTo>
                    <a:pt x="152" y="93"/>
                    <a:pt x="163" y="99"/>
                    <a:pt x="167" y="104"/>
                  </a:cubicBezTo>
                  <a:cubicBezTo>
                    <a:pt x="171" y="109"/>
                    <a:pt x="182" y="115"/>
                    <a:pt x="192" y="117"/>
                  </a:cubicBezTo>
                  <a:cubicBezTo>
                    <a:pt x="208" y="121"/>
                    <a:pt x="208" y="121"/>
                    <a:pt x="196" y="113"/>
                  </a:cubicBezTo>
                  <a:cubicBezTo>
                    <a:pt x="178" y="102"/>
                    <a:pt x="145" y="64"/>
                    <a:pt x="147" y="56"/>
                  </a:cubicBezTo>
                  <a:cubicBezTo>
                    <a:pt x="148" y="53"/>
                    <a:pt x="145" y="51"/>
                    <a:pt x="140" y="51"/>
                  </a:cubicBezTo>
                  <a:cubicBezTo>
                    <a:pt x="135" y="50"/>
                    <a:pt x="136" y="47"/>
                    <a:pt x="143" y="43"/>
                  </a:cubicBezTo>
                  <a:cubicBezTo>
                    <a:pt x="155" y="37"/>
                    <a:pt x="155" y="35"/>
                    <a:pt x="144" y="18"/>
                  </a:cubicBezTo>
                  <a:cubicBezTo>
                    <a:pt x="132" y="0"/>
                    <a:pt x="132" y="0"/>
                    <a:pt x="132" y="0"/>
                  </a:cubicBezTo>
                  <a:cubicBezTo>
                    <a:pt x="160" y="5"/>
                    <a:pt x="160" y="5"/>
                    <a:pt x="160" y="5"/>
                  </a:cubicBezTo>
                  <a:cubicBezTo>
                    <a:pt x="194" y="11"/>
                    <a:pt x="206" y="21"/>
                    <a:pt x="192" y="30"/>
                  </a:cubicBezTo>
                  <a:cubicBezTo>
                    <a:pt x="182" y="36"/>
                    <a:pt x="187" y="40"/>
                    <a:pt x="201" y="38"/>
                  </a:cubicBezTo>
                  <a:cubicBezTo>
                    <a:pt x="204" y="37"/>
                    <a:pt x="206" y="39"/>
                    <a:pt x="206" y="43"/>
                  </a:cubicBezTo>
                  <a:cubicBezTo>
                    <a:pt x="206" y="46"/>
                    <a:pt x="217" y="48"/>
                    <a:pt x="231" y="48"/>
                  </a:cubicBezTo>
                  <a:cubicBezTo>
                    <a:pt x="256" y="47"/>
                    <a:pt x="265" y="55"/>
                    <a:pt x="246" y="62"/>
                  </a:cubicBezTo>
                  <a:cubicBezTo>
                    <a:pt x="240" y="64"/>
                    <a:pt x="237" y="70"/>
                    <a:pt x="239" y="74"/>
                  </a:cubicBezTo>
                  <a:cubicBezTo>
                    <a:pt x="242" y="83"/>
                    <a:pt x="277" y="88"/>
                    <a:pt x="277" y="79"/>
                  </a:cubicBezTo>
                  <a:cubicBezTo>
                    <a:pt x="277" y="73"/>
                    <a:pt x="331" y="44"/>
                    <a:pt x="342" y="44"/>
                  </a:cubicBezTo>
                  <a:cubicBezTo>
                    <a:pt x="346" y="44"/>
                    <a:pt x="356" y="50"/>
                    <a:pt x="365" y="58"/>
                  </a:cubicBezTo>
                  <a:cubicBezTo>
                    <a:pt x="373" y="65"/>
                    <a:pt x="383" y="70"/>
                    <a:pt x="386" y="67"/>
                  </a:cubicBezTo>
                  <a:cubicBezTo>
                    <a:pt x="408" y="54"/>
                    <a:pt x="433" y="119"/>
                    <a:pt x="417" y="149"/>
                  </a:cubicBezTo>
                  <a:cubicBezTo>
                    <a:pt x="408" y="167"/>
                    <a:pt x="408" y="170"/>
                    <a:pt x="419" y="180"/>
                  </a:cubicBezTo>
                  <a:cubicBezTo>
                    <a:pt x="426" y="186"/>
                    <a:pt x="436" y="206"/>
                    <a:pt x="440" y="225"/>
                  </a:cubicBezTo>
                  <a:cubicBezTo>
                    <a:pt x="458" y="297"/>
                    <a:pt x="458" y="302"/>
                    <a:pt x="442" y="317"/>
                  </a:cubicBezTo>
                  <a:cubicBezTo>
                    <a:pt x="434" y="325"/>
                    <a:pt x="422" y="332"/>
                    <a:pt x="416" y="332"/>
                  </a:cubicBezTo>
                  <a:cubicBezTo>
                    <a:pt x="409" y="332"/>
                    <a:pt x="383" y="343"/>
                    <a:pt x="358" y="357"/>
                  </a:cubicBezTo>
                  <a:cubicBezTo>
                    <a:pt x="316" y="380"/>
                    <a:pt x="312" y="384"/>
                    <a:pt x="317" y="401"/>
                  </a:cubicBezTo>
                  <a:cubicBezTo>
                    <a:pt x="319" y="411"/>
                    <a:pt x="338" y="437"/>
                    <a:pt x="358" y="457"/>
                  </a:cubicBezTo>
                  <a:cubicBezTo>
                    <a:pt x="395" y="495"/>
                    <a:pt x="395" y="495"/>
                    <a:pt x="395" y="495"/>
                  </a:cubicBezTo>
                  <a:cubicBezTo>
                    <a:pt x="368" y="517"/>
                    <a:pt x="368" y="517"/>
                    <a:pt x="368" y="517"/>
                  </a:cubicBezTo>
                  <a:cubicBezTo>
                    <a:pt x="343" y="538"/>
                    <a:pt x="342" y="542"/>
                    <a:pt x="349" y="559"/>
                  </a:cubicBezTo>
                  <a:cubicBezTo>
                    <a:pt x="359" y="585"/>
                    <a:pt x="358" y="586"/>
                    <a:pt x="343" y="577"/>
                  </a:cubicBezTo>
                  <a:cubicBezTo>
                    <a:pt x="333" y="571"/>
                    <a:pt x="322" y="571"/>
                    <a:pt x="298" y="578"/>
                  </a:cubicBezTo>
                  <a:cubicBezTo>
                    <a:pt x="281" y="583"/>
                    <a:pt x="259" y="587"/>
                    <a:pt x="249" y="588"/>
                  </a:cubicBezTo>
                  <a:cubicBezTo>
                    <a:pt x="239" y="588"/>
                    <a:pt x="228" y="591"/>
                    <a:pt x="223" y="593"/>
                  </a:cubicBezTo>
                  <a:cubicBezTo>
                    <a:pt x="219" y="596"/>
                    <a:pt x="206" y="592"/>
                    <a:pt x="195" y="585"/>
                  </a:cubicBezTo>
                  <a:close/>
                </a:path>
              </a:pathLst>
            </a:custGeom>
            <a:solidFill>
              <a:schemeClr val="accent6"/>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30"/>
            <p:cNvSpPr>
              <a:spLocks/>
            </p:cNvSpPr>
            <p:nvPr/>
          </p:nvSpPr>
          <p:spPr bwMode="auto">
            <a:xfrm>
              <a:off x="6196013" y="3425825"/>
              <a:ext cx="404813" cy="192087"/>
            </a:xfrm>
            <a:custGeom>
              <a:avLst/>
              <a:gdLst/>
              <a:ahLst/>
              <a:cxnLst>
                <a:cxn ang="0">
                  <a:pos x="26" y="121"/>
                </a:cxn>
                <a:cxn ang="0">
                  <a:pos x="29" y="63"/>
                </a:cxn>
                <a:cxn ang="0">
                  <a:pos x="71" y="30"/>
                </a:cxn>
                <a:cxn ang="0">
                  <a:pos x="89" y="14"/>
                </a:cxn>
                <a:cxn ang="0">
                  <a:pos x="107" y="14"/>
                </a:cxn>
                <a:cxn ang="0">
                  <a:pos x="120" y="10"/>
                </a:cxn>
                <a:cxn ang="0">
                  <a:pos x="142" y="7"/>
                </a:cxn>
                <a:cxn ang="0">
                  <a:pos x="150" y="24"/>
                </a:cxn>
                <a:cxn ang="0">
                  <a:pos x="182" y="23"/>
                </a:cxn>
                <a:cxn ang="0">
                  <a:pos x="267" y="24"/>
                </a:cxn>
                <a:cxn ang="0">
                  <a:pos x="291" y="35"/>
                </a:cxn>
                <a:cxn ang="0">
                  <a:pos x="280" y="62"/>
                </a:cxn>
                <a:cxn ang="0">
                  <a:pos x="247" y="84"/>
                </a:cxn>
                <a:cxn ang="0">
                  <a:pos x="214" y="77"/>
                </a:cxn>
                <a:cxn ang="0">
                  <a:pos x="178" y="91"/>
                </a:cxn>
                <a:cxn ang="0">
                  <a:pos x="157" y="102"/>
                </a:cxn>
                <a:cxn ang="0">
                  <a:pos x="139" y="104"/>
                </a:cxn>
                <a:cxn ang="0">
                  <a:pos x="117" y="111"/>
                </a:cxn>
                <a:cxn ang="0">
                  <a:pos x="100" y="121"/>
                </a:cxn>
                <a:cxn ang="0">
                  <a:pos x="87" y="132"/>
                </a:cxn>
                <a:cxn ang="0">
                  <a:pos x="61" y="136"/>
                </a:cxn>
                <a:cxn ang="0">
                  <a:pos x="26" y="121"/>
                </a:cxn>
              </a:cxnLst>
              <a:rect l="0" t="0" r="r" b="b"/>
              <a:pathLst>
                <a:path w="291" h="138">
                  <a:moveTo>
                    <a:pt x="26" y="121"/>
                  </a:moveTo>
                  <a:cubicBezTo>
                    <a:pt x="0" y="97"/>
                    <a:pt x="2" y="66"/>
                    <a:pt x="29" y="63"/>
                  </a:cubicBezTo>
                  <a:cubicBezTo>
                    <a:pt x="49" y="60"/>
                    <a:pt x="71" y="43"/>
                    <a:pt x="71" y="30"/>
                  </a:cubicBezTo>
                  <a:cubicBezTo>
                    <a:pt x="71" y="25"/>
                    <a:pt x="79" y="18"/>
                    <a:pt x="89" y="14"/>
                  </a:cubicBezTo>
                  <a:cubicBezTo>
                    <a:pt x="103" y="8"/>
                    <a:pt x="107" y="8"/>
                    <a:pt x="107" y="14"/>
                  </a:cubicBezTo>
                  <a:cubicBezTo>
                    <a:pt x="107" y="18"/>
                    <a:pt x="113" y="17"/>
                    <a:pt x="120" y="10"/>
                  </a:cubicBezTo>
                  <a:cubicBezTo>
                    <a:pt x="130" y="1"/>
                    <a:pt x="135" y="0"/>
                    <a:pt x="142" y="7"/>
                  </a:cubicBezTo>
                  <a:cubicBezTo>
                    <a:pt x="146" y="11"/>
                    <a:pt x="150" y="19"/>
                    <a:pt x="150" y="24"/>
                  </a:cubicBezTo>
                  <a:cubicBezTo>
                    <a:pt x="150" y="36"/>
                    <a:pt x="164" y="36"/>
                    <a:pt x="182" y="23"/>
                  </a:cubicBezTo>
                  <a:cubicBezTo>
                    <a:pt x="200" y="9"/>
                    <a:pt x="236" y="10"/>
                    <a:pt x="267" y="24"/>
                  </a:cubicBezTo>
                  <a:cubicBezTo>
                    <a:pt x="291" y="35"/>
                    <a:pt x="291" y="35"/>
                    <a:pt x="291" y="35"/>
                  </a:cubicBezTo>
                  <a:cubicBezTo>
                    <a:pt x="280" y="62"/>
                    <a:pt x="280" y="62"/>
                    <a:pt x="280" y="62"/>
                  </a:cubicBezTo>
                  <a:cubicBezTo>
                    <a:pt x="268" y="88"/>
                    <a:pt x="255" y="97"/>
                    <a:pt x="247" y="84"/>
                  </a:cubicBezTo>
                  <a:cubicBezTo>
                    <a:pt x="245" y="80"/>
                    <a:pt x="230" y="77"/>
                    <a:pt x="214" y="77"/>
                  </a:cubicBezTo>
                  <a:cubicBezTo>
                    <a:pt x="193" y="77"/>
                    <a:pt x="184" y="80"/>
                    <a:pt x="178" y="91"/>
                  </a:cubicBezTo>
                  <a:cubicBezTo>
                    <a:pt x="173" y="100"/>
                    <a:pt x="165" y="104"/>
                    <a:pt x="157" y="102"/>
                  </a:cubicBezTo>
                  <a:cubicBezTo>
                    <a:pt x="149" y="100"/>
                    <a:pt x="141" y="101"/>
                    <a:pt x="139" y="104"/>
                  </a:cubicBezTo>
                  <a:cubicBezTo>
                    <a:pt x="137" y="108"/>
                    <a:pt x="127" y="111"/>
                    <a:pt x="117" y="111"/>
                  </a:cubicBezTo>
                  <a:cubicBezTo>
                    <a:pt x="107" y="111"/>
                    <a:pt x="100" y="115"/>
                    <a:pt x="100" y="121"/>
                  </a:cubicBezTo>
                  <a:cubicBezTo>
                    <a:pt x="100" y="127"/>
                    <a:pt x="94" y="132"/>
                    <a:pt x="87" y="132"/>
                  </a:cubicBezTo>
                  <a:cubicBezTo>
                    <a:pt x="81" y="132"/>
                    <a:pt x="69" y="134"/>
                    <a:pt x="61" y="136"/>
                  </a:cubicBezTo>
                  <a:cubicBezTo>
                    <a:pt x="51" y="138"/>
                    <a:pt x="39" y="133"/>
                    <a:pt x="26" y="12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31"/>
            <p:cNvSpPr>
              <a:spLocks/>
            </p:cNvSpPr>
            <p:nvPr/>
          </p:nvSpPr>
          <p:spPr bwMode="auto">
            <a:xfrm>
              <a:off x="5875338" y="3271838"/>
              <a:ext cx="474663" cy="265112"/>
            </a:xfrm>
            <a:custGeom>
              <a:avLst/>
              <a:gdLst/>
              <a:ahLst/>
              <a:cxnLst>
                <a:cxn ang="0">
                  <a:pos x="54" y="143"/>
                </a:cxn>
                <a:cxn ang="0">
                  <a:pos x="4" y="80"/>
                </a:cxn>
                <a:cxn ang="0">
                  <a:pos x="37" y="42"/>
                </a:cxn>
                <a:cxn ang="0">
                  <a:pos x="150" y="14"/>
                </a:cxn>
                <a:cxn ang="0">
                  <a:pos x="156" y="23"/>
                </a:cxn>
                <a:cxn ang="0">
                  <a:pos x="197" y="38"/>
                </a:cxn>
                <a:cxn ang="0">
                  <a:pos x="210" y="58"/>
                </a:cxn>
                <a:cxn ang="0">
                  <a:pos x="236" y="63"/>
                </a:cxn>
                <a:cxn ang="0">
                  <a:pos x="282" y="71"/>
                </a:cxn>
                <a:cxn ang="0">
                  <a:pos x="311" y="121"/>
                </a:cxn>
                <a:cxn ang="0">
                  <a:pos x="293" y="139"/>
                </a:cxn>
                <a:cxn ang="0">
                  <a:pos x="251" y="161"/>
                </a:cxn>
                <a:cxn ang="0">
                  <a:pos x="243" y="164"/>
                </a:cxn>
                <a:cxn ang="0">
                  <a:pos x="161" y="158"/>
                </a:cxn>
                <a:cxn ang="0">
                  <a:pos x="133" y="159"/>
                </a:cxn>
                <a:cxn ang="0">
                  <a:pos x="54" y="143"/>
                </a:cxn>
              </a:cxnLst>
              <a:rect l="0" t="0" r="r" b="b"/>
              <a:pathLst>
                <a:path w="340" h="190">
                  <a:moveTo>
                    <a:pt x="54" y="143"/>
                  </a:moveTo>
                  <a:cubicBezTo>
                    <a:pt x="29" y="118"/>
                    <a:pt x="6" y="90"/>
                    <a:pt x="4" y="80"/>
                  </a:cubicBezTo>
                  <a:cubicBezTo>
                    <a:pt x="0" y="65"/>
                    <a:pt x="4" y="60"/>
                    <a:pt x="37" y="42"/>
                  </a:cubicBezTo>
                  <a:cubicBezTo>
                    <a:pt x="85" y="16"/>
                    <a:pt x="150" y="0"/>
                    <a:pt x="150" y="14"/>
                  </a:cubicBezTo>
                  <a:cubicBezTo>
                    <a:pt x="150" y="20"/>
                    <a:pt x="153" y="23"/>
                    <a:pt x="156" y="23"/>
                  </a:cubicBezTo>
                  <a:cubicBezTo>
                    <a:pt x="167" y="20"/>
                    <a:pt x="200" y="33"/>
                    <a:pt x="197" y="38"/>
                  </a:cubicBezTo>
                  <a:cubicBezTo>
                    <a:pt x="195" y="41"/>
                    <a:pt x="201" y="50"/>
                    <a:pt x="210" y="58"/>
                  </a:cubicBezTo>
                  <a:cubicBezTo>
                    <a:pt x="225" y="72"/>
                    <a:pt x="228" y="72"/>
                    <a:pt x="236" y="63"/>
                  </a:cubicBezTo>
                  <a:cubicBezTo>
                    <a:pt x="244" y="53"/>
                    <a:pt x="249" y="54"/>
                    <a:pt x="282" y="71"/>
                  </a:cubicBezTo>
                  <a:cubicBezTo>
                    <a:pt x="334" y="99"/>
                    <a:pt x="340" y="108"/>
                    <a:pt x="311" y="121"/>
                  </a:cubicBezTo>
                  <a:cubicBezTo>
                    <a:pt x="301" y="126"/>
                    <a:pt x="293" y="133"/>
                    <a:pt x="293" y="139"/>
                  </a:cubicBezTo>
                  <a:cubicBezTo>
                    <a:pt x="293" y="151"/>
                    <a:pt x="262" y="168"/>
                    <a:pt x="251" y="161"/>
                  </a:cubicBezTo>
                  <a:cubicBezTo>
                    <a:pt x="247" y="159"/>
                    <a:pt x="243" y="160"/>
                    <a:pt x="243" y="164"/>
                  </a:cubicBezTo>
                  <a:cubicBezTo>
                    <a:pt x="243" y="173"/>
                    <a:pt x="191" y="169"/>
                    <a:pt x="161" y="158"/>
                  </a:cubicBezTo>
                  <a:cubicBezTo>
                    <a:pt x="145" y="151"/>
                    <a:pt x="138" y="152"/>
                    <a:pt x="133" y="159"/>
                  </a:cubicBezTo>
                  <a:cubicBezTo>
                    <a:pt x="107" y="190"/>
                    <a:pt x="103" y="190"/>
                    <a:pt x="54" y="14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32"/>
            <p:cNvSpPr>
              <a:spLocks/>
            </p:cNvSpPr>
            <p:nvPr/>
          </p:nvSpPr>
          <p:spPr bwMode="auto">
            <a:xfrm>
              <a:off x="6008688" y="2832100"/>
              <a:ext cx="706438" cy="650875"/>
            </a:xfrm>
            <a:custGeom>
              <a:avLst/>
              <a:gdLst/>
              <a:ahLst/>
              <a:cxnLst>
                <a:cxn ang="0">
                  <a:pos x="409" y="448"/>
                </a:cxn>
                <a:cxn ang="0">
                  <a:pos x="314" y="443"/>
                </a:cxn>
                <a:cxn ang="0">
                  <a:pos x="283" y="435"/>
                </a:cxn>
                <a:cxn ang="0">
                  <a:pos x="259" y="425"/>
                </a:cxn>
                <a:cxn ang="0">
                  <a:pos x="240" y="417"/>
                </a:cxn>
                <a:cxn ang="0">
                  <a:pos x="136" y="364"/>
                </a:cxn>
                <a:cxn ang="0">
                  <a:pos x="116" y="368"/>
                </a:cxn>
                <a:cxn ang="0">
                  <a:pos x="113" y="354"/>
                </a:cxn>
                <a:cxn ang="0">
                  <a:pos x="91" y="336"/>
                </a:cxn>
                <a:cxn ang="0">
                  <a:pos x="65" y="322"/>
                </a:cxn>
                <a:cxn ang="0">
                  <a:pos x="51" y="312"/>
                </a:cxn>
                <a:cxn ang="0">
                  <a:pos x="44" y="288"/>
                </a:cxn>
                <a:cxn ang="0">
                  <a:pos x="12" y="174"/>
                </a:cxn>
                <a:cxn ang="0">
                  <a:pos x="9" y="143"/>
                </a:cxn>
                <a:cxn ang="0">
                  <a:pos x="13" y="102"/>
                </a:cxn>
                <a:cxn ang="0">
                  <a:pos x="67" y="56"/>
                </a:cxn>
                <a:cxn ang="0">
                  <a:pos x="112" y="35"/>
                </a:cxn>
                <a:cxn ang="0">
                  <a:pos x="208" y="5"/>
                </a:cxn>
                <a:cxn ang="0">
                  <a:pos x="220" y="23"/>
                </a:cxn>
                <a:cxn ang="0">
                  <a:pos x="276" y="46"/>
                </a:cxn>
                <a:cxn ang="0">
                  <a:pos x="462" y="49"/>
                </a:cxn>
                <a:cxn ang="0">
                  <a:pos x="491" y="161"/>
                </a:cxn>
                <a:cxn ang="0">
                  <a:pos x="472" y="191"/>
                </a:cxn>
                <a:cxn ang="0">
                  <a:pos x="467" y="220"/>
                </a:cxn>
                <a:cxn ang="0">
                  <a:pos x="481" y="262"/>
                </a:cxn>
                <a:cxn ang="0">
                  <a:pos x="494" y="321"/>
                </a:cxn>
                <a:cxn ang="0">
                  <a:pos x="498" y="357"/>
                </a:cxn>
                <a:cxn ang="0">
                  <a:pos x="457" y="398"/>
                </a:cxn>
                <a:cxn ang="0">
                  <a:pos x="434" y="446"/>
                </a:cxn>
                <a:cxn ang="0">
                  <a:pos x="409" y="448"/>
                </a:cxn>
              </a:cxnLst>
              <a:rect l="0" t="0" r="r" b="b"/>
              <a:pathLst>
                <a:path w="507" h="467">
                  <a:moveTo>
                    <a:pt x="409" y="448"/>
                  </a:moveTo>
                  <a:cubicBezTo>
                    <a:pt x="376" y="429"/>
                    <a:pt x="337" y="427"/>
                    <a:pt x="314" y="443"/>
                  </a:cubicBezTo>
                  <a:cubicBezTo>
                    <a:pt x="299" y="453"/>
                    <a:pt x="297" y="453"/>
                    <a:pt x="283" y="435"/>
                  </a:cubicBezTo>
                  <a:cubicBezTo>
                    <a:pt x="272" y="421"/>
                    <a:pt x="266" y="419"/>
                    <a:pt x="259" y="425"/>
                  </a:cubicBezTo>
                  <a:cubicBezTo>
                    <a:pt x="251" y="431"/>
                    <a:pt x="247" y="429"/>
                    <a:pt x="240" y="417"/>
                  </a:cubicBezTo>
                  <a:cubicBezTo>
                    <a:pt x="228" y="398"/>
                    <a:pt x="130" y="348"/>
                    <a:pt x="136" y="364"/>
                  </a:cubicBezTo>
                  <a:cubicBezTo>
                    <a:pt x="143" y="381"/>
                    <a:pt x="130" y="383"/>
                    <a:pt x="116" y="368"/>
                  </a:cubicBezTo>
                  <a:cubicBezTo>
                    <a:pt x="107" y="358"/>
                    <a:pt x="106" y="354"/>
                    <a:pt x="113" y="354"/>
                  </a:cubicBezTo>
                  <a:cubicBezTo>
                    <a:pt x="128" y="354"/>
                    <a:pt x="111" y="340"/>
                    <a:pt x="91" y="336"/>
                  </a:cubicBezTo>
                  <a:cubicBezTo>
                    <a:pt x="81" y="335"/>
                    <a:pt x="70" y="328"/>
                    <a:pt x="65" y="322"/>
                  </a:cubicBezTo>
                  <a:cubicBezTo>
                    <a:pt x="61" y="317"/>
                    <a:pt x="54" y="312"/>
                    <a:pt x="51" y="312"/>
                  </a:cubicBezTo>
                  <a:cubicBezTo>
                    <a:pt x="47" y="312"/>
                    <a:pt x="44" y="301"/>
                    <a:pt x="44" y="288"/>
                  </a:cubicBezTo>
                  <a:cubicBezTo>
                    <a:pt x="44" y="251"/>
                    <a:pt x="26" y="187"/>
                    <a:pt x="12" y="174"/>
                  </a:cubicBezTo>
                  <a:cubicBezTo>
                    <a:pt x="0" y="164"/>
                    <a:pt x="0" y="161"/>
                    <a:pt x="9" y="143"/>
                  </a:cubicBezTo>
                  <a:cubicBezTo>
                    <a:pt x="16" y="129"/>
                    <a:pt x="17" y="118"/>
                    <a:pt x="13" y="102"/>
                  </a:cubicBezTo>
                  <a:cubicBezTo>
                    <a:pt x="5" y="77"/>
                    <a:pt x="7" y="75"/>
                    <a:pt x="67" y="56"/>
                  </a:cubicBezTo>
                  <a:cubicBezTo>
                    <a:pt x="88" y="49"/>
                    <a:pt x="108" y="40"/>
                    <a:pt x="112" y="35"/>
                  </a:cubicBezTo>
                  <a:cubicBezTo>
                    <a:pt x="123" y="22"/>
                    <a:pt x="194" y="0"/>
                    <a:pt x="208" y="5"/>
                  </a:cubicBezTo>
                  <a:cubicBezTo>
                    <a:pt x="214" y="7"/>
                    <a:pt x="220" y="15"/>
                    <a:pt x="220" y="23"/>
                  </a:cubicBezTo>
                  <a:cubicBezTo>
                    <a:pt x="220" y="39"/>
                    <a:pt x="258" y="55"/>
                    <a:pt x="276" y="46"/>
                  </a:cubicBezTo>
                  <a:cubicBezTo>
                    <a:pt x="292" y="38"/>
                    <a:pt x="454" y="40"/>
                    <a:pt x="462" y="49"/>
                  </a:cubicBezTo>
                  <a:cubicBezTo>
                    <a:pt x="468" y="56"/>
                    <a:pt x="491" y="143"/>
                    <a:pt x="491" y="161"/>
                  </a:cubicBezTo>
                  <a:cubicBezTo>
                    <a:pt x="491" y="168"/>
                    <a:pt x="483" y="181"/>
                    <a:pt x="472" y="191"/>
                  </a:cubicBezTo>
                  <a:cubicBezTo>
                    <a:pt x="453" y="208"/>
                    <a:pt x="453" y="208"/>
                    <a:pt x="467" y="220"/>
                  </a:cubicBezTo>
                  <a:cubicBezTo>
                    <a:pt x="478" y="228"/>
                    <a:pt x="481" y="239"/>
                    <a:pt x="481" y="262"/>
                  </a:cubicBezTo>
                  <a:cubicBezTo>
                    <a:pt x="480" y="280"/>
                    <a:pt x="486" y="305"/>
                    <a:pt x="494" y="321"/>
                  </a:cubicBezTo>
                  <a:cubicBezTo>
                    <a:pt x="506" y="345"/>
                    <a:pt x="507" y="350"/>
                    <a:pt x="498" y="357"/>
                  </a:cubicBezTo>
                  <a:cubicBezTo>
                    <a:pt x="492" y="361"/>
                    <a:pt x="473" y="379"/>
                    <a:pt x="457" y="398"/>
                  </a:cubicBezTo>
                  <a:cubicBezTo>
                    <a:pt x="430" y="426"/>
                    <a:pt x="427" y="432"/>
                    <a:pt x="434" y="446"/>
                  </a:cubicBezTo>
                  <a:cubicBezTo>
                    <a:pt x="445" y="466"/>
                    <a:pt x="442" y="467"/>
                    <a:pt x="409" y="448"/>
                  </a:cubicBezTo>
                  <a:close/>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33"/>
            <p:cNvSpPr>
              <a:spLocks/>
            </p:cNvSpPr>
            <p:nvPr/>
          </p:nvSpPr>
          <p:spPr bwMode="auto">
            <a:xfrm>
              <a:off x="5187950" y="3224213"/>
              <a:ext cx="260350" cy="211137"/>
            </a:xfrm>
            <a:custGeom>
              <a:avLst/>
              <a:gdLst/>
              <a:ahLst/>
              <a:cxnLst>
                <a:cxn ang="0">
                  <a:pos x="130" y="134"/>
                </a:cxn>
                <a:cxn ang="0">
                  <a:pos x="115" y="105"/>
                </a:cxn>
                <a:cxn ang="0">
                  <a:pos x="102" y="104"/>
                </a:cxn>
                <a:cxn ang="0">
                  <a:pos x="80" y="110"/>
                </a:cxn>
                <a:cxn ang="0">
                  <a:pos x="58" y="79"/>
                </a:cxn>
                <a:cxn ang="0">
                  <a:pos x="34" y="58"/>
                </a:cxn>
                <a:cxn ang="0">
                  <a:pos x="15" y="48"/>
                </a:cxn>
                <a:cxn ang="0">
                  <a:pos x="0" y="40"/>
                </a:cxn>
                <a:cxn ang="0">
                  <a:pos x="42" y="16"/>
                </a:cxn>
                <a:cxn ang="0">
                  <a:pos x="83" y="10"/>
                </a:cxn>
                <a:cxn ang="0">
                  <a:pos x="114" y="4"/>
                </a:cxn>
                <a:cxn ang="0">
                  <a:pos x="133" y="17"/>
                </a:cxn>
                <a:cxn ang="0">
                  <a:pos x="150" y="41"/>
                </a:cxn>
                <a:cxn ang="0">
                  <a:pos x="161" y="59"/>
                </a:cxn>
                <a:cxn ang="0">
                  <a:pos x="179" y="95"/>
                </a:cxn>
                <a:cxn ang="0">
                  <a:pos x="172" y="98"/>
                </a:cxn>
                <a:cxn ang="0">
                  <a:pos x="164" y="103"/>
                </a:cxn>
                <a:cxn ang="0">
                  <a:pos x="161" y="129"/>
                </a:cxn>
                <a:cxn ang="0">
                  <a:pos x="130" y="134"/>
                </a:cxn>
              </a:cxnLst>
              <a:rect l="0" t="0" r="r" b="b"/>
              <a:pathLst>
                <a:path w="187" h="152">
                  <a:moveTo>
                    <a:pt x="130" y="134"/>
                  </a:moveTo>
                  <a:cubicBezTo>
                    <a:pt x="121" y="125"/>
                    <a:pt x="115" y="112"/>
                    <a:pt x="115" y="105"/>
                  </a:cubicBezTo>
                  <a:cubicBezTo>
                    <a:pt x="115" y="93"/>
                    <a:pt x="114" y="93"/>
                    <a:pt x="102" y="104"/>
                  </a:cubicBezTo>
                  <a:cubicBezTo>
                    <a:pt x="88" y="116"/>
                    <a:pt x="78" y="119"/>
                    <a:pt x="80" y="110"/>
                  </a:cubicBezTo>
                  <a:cubicBezTo>
                    <a:pt x="82" y="94"/>
                    <a:pt x="77" y="86"/>
                    <a:pt x="58" y="79"/>
                  </a:cubicBezTo>
                  <a:cubicBezTo>
                    <a:pt x="47" y="75"/>
                    <a:pt x="36" y="66"/>
                    <a:pt x="34" y="58"/>
                  </a:cubicBezTo>
                  <a:cubicBezTo>
                    <a:pt x="31" y="47"/>
                    <a:pt x="26" y="45"/>
                    <a:pt x="15" y="48"/>
                  </a:cubicBezTo>
                  <a:cubicBezTo>
                    <a:pt x="4" y="52"/>
                    <a:pt x="0" y="50"/>
                    <a:pt x="0" y="40"/>
                  </a:cubicBezTo>
                  <a:cubicBezTo>
                    <a:pt x="0" y="22"/>
                    <a:pt x="26" y="8"/>
                    <a:pt x="42" y="16"/>
                  </a:cubicBezTo>
                  <a:cubicBezTo>
                    <a:pt x="52" y="22"/>
                    <a:pt x="63" y="20"/>
                    <a:pt x="83" y="10"/>
                  </a:cubicBezTo>
                  <a:cubicBezTo>
                    <a:pt x="99" y="3"/>
                    <a:pt x="112" y="0"/>
                    <a:pt x="114" y="4"/>
                  </a:cubicBezTo>
                  <a:cubicBezTo>
                    <a:pt x="115" y="8"/>
                    <a:pt x="124" y="14"/>
                    <a:pt x="133" y="17"/>
                  </a:cubicBezTo>
                  <a:cubicBezTo>
                    <a:pt x="145" y="22"/>
                    <a:pt x="150" y="29"/>
                    <a:pt x="150" y="41"/>
                  </a:cubicBezTo>
                  <a:cubicBezTo>
                    <a:pt x="150" y="52"/>
                    <a:pt x="154" y="59"/>
                    <a:pt x="161" y="59"/>
                  </a:cubicBezTo>
                  <a:cubicBezTo>
                    <a:pt x="175" y="59"/>
                    <a:pt x="187" y="82"/>
                    <a:pt x="179" y="95"/>
                  </a:cubicBezTo>
                  <a:cubicBezTo>
                    <a:pt x="175" y="100"/>
                    <a:pt x="172" y="102"/>
                    <a:pt x="172" y="98"/>
                  </a:cubicBezTo>
                  <a:cubicBezTo>
                    <a:pt x="171" y="94"/>
                    <a:pt x="168" y="96"/>
                    <a:pt x="164" y="103"/>
                  </a:cubicBezTo>
                  <a:cubicBezTo>
                    <a:pt x="160" y="110"/>
                    <a:pt x="159" y="121"/>
                    <a:pt x="161" y="129"/>
                  </a:cubicBezTo>
                  <a:cubicBezTo>
                    <a:pt x="167" y="148"/>
                    <a:pt x="147" y="152"/>
                    <a:pt x="130" y="13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34"/>
            <p:cNvSpPr>
              <a:spLocks/>
            </p:cNvSpPr>
            <p:nvPr/>
          </p:nvSpPr>
          <p:spPr bwMode="auto">
            <a:xfrm>
              <a:off x="5419725" y="3375025"/>
              <a:ext cx="38100" cy="68262"/>
            </a:xfrm>
            <a:custGeom>
              <a:avLst/>
              <a:gdLst/>
              <a:ahLst/>
              <a:cxnLst>
                <a:cxn ang="0">
                  <a:pos x="1" y="21"/>
                </a:cxn>
                <a:cxn ang="0">
                  <a:pos x="5" y="0"/>
                </a:cxn>
                <a:cxn ang="0">
                  <a:pos x="23" y="31"/>
                </a:cxn>
                <a:cxn ang="0">
                  <a:pos x="1" y="21"/>
                </a:cxn>
              </a:cxnLst>
              <a:rect l="0" t="0" r="r" b="b"/>
              <a:pathLst>
                <a:path w="27" h="50">
                  <a:moveTo>
                    <a:pt x="1" y="21"/>
                  </a:moveTo>
                  <a:cubicBezTo>
                    <a:pt x="0" y="10"/>
                    <a:pt x="2" y="0"/>
                    <a:pt x="5" y="0"/>
                  </a:cubicBezTo>
                  <a:cubicBezTo>
                    <a:pt x="16" y="0"/>
                    <a:pt x="27" y="19"/>
                    <a:pt x="23" y="31"/>
                  </a:cubicBezTo>
                  <a:cubicBezTo>
                    <a:pt x="16" y="50"/>
                    <a:pt x="2" y="44"/>
                    <a:pt x="1" y="2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35"/>
            <p:cNvSpPr>
              <a:spLocks/>
            </p:cNvSpPr>
            <p:nvPr/>
          </p:nvSpPr>
          <p:spPr bwMode="auto">
            <a:xfrm>
              <a:off x="4554538" y="2357438"/>
              <a:ext cx="576263" cy="1014412"/>
            </a:xfrm>
            <a:custGeom>
              <a:avLst/>
              <a:gdLst/>
              <a:ahLst/>
              <a:cxnLst>
                <a:cxn ang="0">
                  <a:pos x="139" y="638"/>
                </a:cxn>
                <a:cxn ang="0">
                  <a:pos x="189" y="596"/>
                </a:cxn>
                <a:cxn ang="0">
                  <a:pos x="137" y="613"/>
                </a:cxn>
                <a:cxn ang="0">
                  <a:pos x="95" y="599"/>
                </a:cxn>
                <a:cxn ang="0">
                  <a:pos x="61" y="609"/>
                </a:cxn>
                <a:cxn ang="0">
                  <a:pos x="113" y="539"/>
                </a:cxn>
                <a:cxn ang="0">
                  <a:pos x="115" y="504"/>
                </a:cxn>
                <a:cxn ang="0">
                  <a:pos x="104" y="483"/>
                </a:cxn>
                <a:cxn ang="0">
                  <a:pos x="172" y="476"/>
                </a:cxn>
                <a:cxn ang="0">
                  <a:pos x="167" y="438"/>
                </a:cxn>
                <a:cxn ang="0">
                  <a:pos x="154" y="336"/>
                </a:cxn>
                <a:cxn ang="0">
                  <a:pos x="133" y="328"/>
                </a:cxn>
                <a:cxn ang="0">
                  <a:pos x="89" y="340"/>
                </a:cxn>
                <a:cxn ang="0">
                  <a:pos x="76" y="300"/>
                </a:cxn>
                <a:cxn ang="0">
                  <a:pos x="80" y="250"/>
                </a:cxn>
                <a:cxn ang="0">
                  <a:pos x="55" y="235"/>
                </a:cxn>
                <a:cxn ang="0">
                  <a:pos x="40" y="234"/>
                </a:cxn>
                <a:cxn ang="0">
                  <a:pos x="62" y="163"/>
                </a:cxn>
                <a:cxn ang="0">
                  <a:pos x="16" y="200"/>
                </a:cxn>
                <a:cxn ang="0">
                  <a:pos x="21" y="176"/>
                </a:cxn>
                <a:cxn ang="0">
                  <a:pos x="43" y="116"/>
                </a:cxn>
                <a:cxn ang="0">
                  <a:pos x="40" y="65"/>
                </a:cxn>
                <a:cxn ang="0">
                  <a:pos x="60" y="26"/>
                </a:cxn>
                <a:cxn ang="0">
                  <a:pos x="115" y="1"/>
                </a:cxn>
                <a:cxn ang="0">
                  <a:pos x="115" y="62"/>
                </a:cxn>
                <a:cxn ang="0">
                  <a:pos x="126" y="93"/>
                </a:cxn>
                <a:cxn ang="0">
                  <a:pos x="172" y="189"/>
                </a:cxn>
                <a:cxn ang="0">
                  <a:pos x="149" y="223"/>
                </a:cxn>
                <a:cxn ang="0">
                  <a:pos x="168" y="241"/>
                </a:cxn>
                <a:cxn ang="0">
                  <a:pos x="246" y="333"/>
                </a:cxn>
                <a:cxn ang="0">
                  <a:pos x="296" y="420"/>
                </a:cxn>
                <a:cxn ang="0">
                  <a:pos x="303" y="446"/>
                </a:cxn>
                <a:cxn ang="0">
                  <a:pos x="323" y="514"/>
                </a:cxn>
                <a:cxn ang="0">
                  <a:pos x="393" y="515"/>
                </a:cxn>
                <a:cxn ang="0">
                  <a:pos x="358" y="602"/>
                </a:cxn>
                <a:cxn ang="0">
                  <a:pos x="370" y="631"/>
                </a:cxn>
                <a:cxn ang="0">
                  <a:pos x="304" y="670"/>
                </a:cxn>
                <a:cxn ang="0">
                  <a:pos x="184" y="678"/>
                </a:cxn>
                <a:cxn ang="0">
                  <a:pos x="116" y="707"/>
                </a:cxn>
                <a:cxn ang="0">
                  <a:pos x="65" y="696"/>
                </a:cxn>
              </a:cxnLst>
              <a:rect l="0" t="0" r="r" b="b"/>
              <a:pathLst>
                <a:path w="413" h="727">
                  <a:moveTo>
                    <a:pt x="65" y="696"/>
                  </a:moveTo>
                  <a:cubicBezTo>
                    <a:pt x="103" y="647"/>
                    <a:pt x="114" y="638"/>
                    <a:pt x="139" y="638"/>
                  </a:cubicBezTo>
                  <a:cubicBezTo>
                    <a:pt x="163" y="638"/>
                    <a:pt x="175" y="629"/>
                    <a:pt x="190" y="599"/>
                  </a:cubicBezTo>
                  <a:cubicBezTo>
                    <a:pt x="197" y="587"/>
                    <a:pt x="197" y="587"/>
                    <a:pt x="189" y="596"/>
                  </a:cubicBezTo>
                  <a:cubicBezTo>
                    <a:pt x="183" y="602"/>
                    <a:pt x="172" y="611"/>
                    <a:pt x="163" y="616"/>
                  </a:cubicBezTo>
                  <a:cubicBezTo>
                    <a:pt x="148" y="623"/>
                    <a:pt x="144" y="623"/>
                    <a:pt x="137" y="613"/>
                  </a:cubicBezTo>
                  <a:cubicBezTo>
                    <a:pt x="132" y="607"/>
                    <a:pt x="124" y="602"/>
                    <a:pt x="118" y="603"/>
                  </a:cubicBezTo>
                  <a:cubicBezTo>
                    <a:pt x="112" y="604"/>
                    <a:pt x="102" y="602"/>
                    <a:pt x="95" y="599"/>
                  </a:cubicBezTo>
                  <a:cubicBezTo>
                    <a:pt x="88" y="596"/>
                    <a:pt x="78" y="598"/>
                    <a:pt x="72" y="603"/>
                  </a:cubicBezTo>
                  <a:cubicBezTo>
                    <a:pt x="66" y="608"/>
                    <a:pt x="61" y="610"/>
                    <a:pt x="61" y="609"/>
                  </a:cubicBezTo>
                  <a:cubicBezTo>
                    <a:pt x="54" y="578"/>
                    <a:pt x="55" y="576"/>
                    <a:pt x="78" y="570"/>
                  </a:cubicBezTo>
                  <a:cubicBezTo>
                    <a:pt x="93" y="566"/>
                    <a:pt x="105" y="556"/>
                    <a:pt x="113" y="539"/>
                  </a:cubicBezTo>
                  <a:cubicBezTo>
                    <a:pt x="120" y="525"/>
                    <a:pt x="123" y="514"/>
                    <a:pt x="118" y="512"/>
                  </a:cubicBezTo>
                  <a:cubicBezTo>
                    <a:pt x="114" y="511"/>
                    <a:pt x="113" y="507"/>
                    <a:pt x="115" y="504"/>
                  </a:cubicBezTo>
                  <a:cubicBezTo>
                    <a:pt x="117" y="500"/>
                    <a:pt x="114" y="497"/>
                    <a:pt x="108" y="497"/>
                  </a:cubicBezTo>
                  <a:cubicBezTo>
                    <a:pt x="99" y="497"/>
                    <a:pt x="98" y="494"/>
                    <a:pt x="104" y="483"/>
                  </a:cubicBezTo>
                  <a:cubicBezTo>
                    <a:pt x="112" y="468"/>
                    <a:pt x="150" y="463"/>
                    <a:pt x="158" y="476"/>
                  </a:cubicBezTo>
                  <a:cubicBezTo>
                    <a:pt x="161" y="482"/>
                    <a:pt x="166" y="481"/>
                    <a:pt x="172" y="476"/>
                  </a:cubicBezTo>
                  <a:cubicBezTo>
                    <a:pt x="181" y="469"/>
                    <a:pt x="181" y="466"/>
                    <a:pt x="172" y="457"/>
                  </a:cubicBezTo>
                  <a:cubicBezTo>
                    <a:pt x="165" y="451"/>
                    <a:pt x="163" y="443"/>
                    <a:pt x="167" y="438"/>
                  </a:cubicBezTo>
                  <a:cubicBezTo>
                    <a:pt x="177" y="425"/>
                    <a:pt x="173" y="388"/>
                    <a:pt x="161" y="388"/>
                  </a:cubicBezTo>
                  <a:cubicBezTo>
                    <a:pt x="139" y="388"/>
                    <a:pt x="134" y="355"/>
                    <a:pt x="154" y="336"/>
                  </a:cubicBezTo>
                  <a:cubicBezTo>
                    <a:pt x="168" y="321"/>
                    <a:pt x="168" y="321"/>
                    <a:pt x="151" y="321"/>
                  </a:cubicBezTo>
                  <a:cubicBezTo>
                    <a:pt x="141" y="321"/>
                    <a:pt x="133" y="324"/>
                    <a:pt x="133" y="328"/>
                  </a:cubicBezTo>
                  <a:cubicBezTo>
                    <a:pt x="133" y="338"/>
                    <a:pt x="110" y="343"/>
                    <a:pt x="100" y="335"/>
                  </a:cubicBezTo>
                  <a:cubicBezTo>
                    <a:pt x="93" y="330"/>
                    <a:pt x="90" y="331"/>
                    <a:pt x="89" y="340"/>
                  </a:cubicBezTo>
                  <a:cubicBezTo>
                    <a:pt x="86" y="351"/>
                    <a:pt x="86" y="351"/>
                    <a:pt x="74" y="340"/>
                  </a:cubicBezTo>
                  <a:cubicBezTo>
                    <a:pt x="62" y="328"/>
                    <a:pt x="62" y="326"/>
                    <a:pt x="76" y="300"/>
                  </a:cubicBezTo>
                  <a:cubicBezTo>
                    <a:pt x="85" y="283"/>
                    <a:pt x="87" y="271"/>
                    <a:pt x="82" y="269"/>
                  </a:cubicBezTo>
                  <a:cubicBezTo>
                    <a:pt x="78" y="266"/>
                    <a:pt x="77" y="258"/>
                    <a:pt x="80" y="250"/>
                  </a:cubicBezTo>
                  <a:cubicBezTo>
                    <a:pt x="83" y="238"/>
                    <a:pt x="82" y="236"/>
                    <a:pt x="74" y="239"/>
                  </a:cubicBezTo>
                  <a:cubicBezTo>
                    <a:pt x="68" y="241"/>
                    <a:pt x="59" y="240"/>
                    <a:pt x="55" y="235"/>
                  </a:cubicBezTo>
                  <a:cubicBezTo>
                    <a:pt x="49" y="229"/>
                    <a:pt x="47" y="230"/>
                    <a:pt x="46" y="237"/>
                  </a:cubicBezTo>
                  <a:cubicBezTo>
                    <a:pt x="46" y="244"/>
                    <a:pt x="44" y="242"/>
                    <a:pt x="40" y="234"/>
                  </a:cubicBezTo>
                  <a:cubicBezTo>
                    <a:pt x="36" y="224"/>
                    <a:pt x="39" y="210"/>
                    <a:pt x="48" y="191"/>
                  </a:cubicBezTo>
                  <a:cubicBezTo>
                    <a:pt x="62" y="163"/>
                    <a:pt x="62" y="163"/>
                    <a:pt x="62" y="163"/>
                  </a:cubicBezTo>
                  <a:cubicBezTo>
                    <a:pt x="44" y="184"/>
                    <a:pt x="44" y="184"/>
                    <a:pt x="44" y="184"/>
                  </a:cubicBezTo>
                  <a:cubicBezTo>
                    <a:pt x="33" y="197"/>
                    <a:pt x="23" y="202"/>
                    <a:pt x="16" y="200"/>
                  </a:cubicBezTo>
                  <a:cubicBezTo>
                    <a:pt x="0" y="194"/>
                    <a:pt x="1" y="181"/>
                    <a:pt x="17" y="180"/>
                  </a:cubicBezTo>
                  <a:cubicBezTo>
                    <a:pt x="23" y="180"/>
                    <a:pt x="25" y="178"/>
                    <a:pt x="21" y="176"/>
                  </a:cubicBezTo>
                  <a:cubicBezTo>
                    <a:pt x="14" y="174"/>
                    <a:pt x="15" y="166"/>
                    <a:pt x="24" y="147"/>
                  </a:cubicBezTo>
                  <a:cubicBezTo>
                    <a:pt x="31" y="133"/>
                    <a:pt x="39" y="119"/>
                    <a:pt x="43" y="116"/>
                  </a:cubicBezTo>
                  <a:cubicBezTo>
                    <a:pt x="47" y="113"/>
                    <a:pt x="45" y="111"/>
                    <a:pt x="38" y="111"/>
                  </a:cubicBezTo>
                  <a:cubicBezTo>
                    <a:pt x="19" y="111"/>
                    <a:pt x="21" y="71"/>
                    <a:pt x="40" y="65"/>
                  </a:cubicBezTo>
                  <a:cubicBezTo>
                    <a:pt x="47" y="63"/>
                    <a:pt x="53" y="58"/>
                    <a:pt x="53" y="56"/>
                  </a:cubicBezTo>
                  <a:cubicBezTo>
                    <a:pt x="52" y="53"/>
                    <a:pt x="55" y="40"/>
                    <a:pt x="60" y="26"/>
                  </a:cubicBezTo>
                  <a:cubicBezTo>
                    <a:pt x="68" y="2"/>
                    <a:pt x="68" y="2"/>
                    <a:pt x="68" y="2"/>
                  </a:cubicBezTo>
                  <a:cubicBezTo>
                    <a:pt x="115" y="1"/>
                    <a:pt x="115" y="1"/>
                    <a:pt x="115" y="1"/>
                  </a:cubicBezTo>
                  <a:cubicBezTo>
                    <a:pt x="169" y="0"/>
                    <a:pt x="174" y="8"/>
                    <a:pt x="136" y="36"/>
                  </a:cubicBezTo>
                  <a:cubicBezTo>
                    <a:pt x="122" y="47"/>
                    <a:pt x="113" y="58"/>
                    <a:pt x="115" y="62"/>
                  </a:cubicBezTo>
                  <a:cubicBezTo>
                    <a:pt x="117" y="65"/>
                    <a:pt x="114" y="76"/>
                    <a:pt x="107" y="86"/>
                  </a:cubicBezTo>
                  <a:cubicBezTo>
                    <a:pt x="94" y="106"/>
                    <a:pt x="99" y="108"/>
                    <a:pt x="126" y="93"/>
                  </a:cubicBezTo>
                  <a:cubicBezTo>
                    <a:pt x="145" y="82"/>
                    <a:pt x="215" y="79"/>
                    <a:pt x="221" y="88"/>
                  </a:cubicBezTo>
                  <a:cubicBezTo>
                    <a:pt x="229" y="100"/>
                    <a:pt x="191" y="177"/>
                    <a:pt x="172" y="189"/>
                  </a:cubicBezTo>
                  <a:cubicBezTo>
                    <a:pt x="146" y="205"/>
                    <a:pt x="141" y="212"/>
                    <a:pt x="160" y="206"/>
                  </a:cubicBezTo>
                  <a:cubicBezTo>
                    <a:pt x="187" y="198"/>
                    <a:pt x="177" y="213"/>
                    <a:pt x="149" y="223"/>
                  </a:cubicBezTo>
                  <a:cubicBezTo>
                    <a:pt x="123" y="232"/>
                    <a:pt x="123" y="232"/>
                    <a:pt x="139" y="238"/>
                  </a:cubicBezTo>
                  <a:cubicBezTo>
                    <a:pt x="149" y="242"/>
                    <a:pt x="162" y="243"/>
                    <a:pt x="168" y="241"/>
                  </a:cubicBezTo>
                  <a:cubicBezTo>
                    <a:pt x="185" y="235"/>
                    <a:pt x="227" y="265"/>
                    <a:pt x="233" y="286"/>
                  </a:cubicBezTo>
                  <a:cubicBezTo>
                    <a:pt x="236" y="296"/>
                    <a:pt x="242" y="317"/>
                    <a:pt x="246" y="333"/>
                  </a:cubicBezTo>
                  <a:cubicBezTo>
                    <a:pt x="252" y="355"/>
                    <a:pt x="259" y="364"/>
                    <a:pt x="276" y="371"/>
                  </a:cubicBezTo>
                  <a:cubicBezTo>
                    <a:pt x="307" y="383"/>
                    <a:pt x="313" y="399"/>
                    <a:pt x="296" y="420"/>
                  </a:cubicBezTo>
                  <a:cubicBezTo>
                    <a:pt x="281" y="437"/>
                    <a:pt x="281" y="437"/>
                    <a:pt x="281" y="437"/>
                  </a:cubicBezTo>
                  <a:cubicBezTo>
                    <a:pt x="303" y="446"/>
                    <a:pt x="303" y="446"/>
                    <a:pt x="303" y="446"/>
                  </a:cubicBezTo>
                  <a:cubicBezTo>
                    <a:pt x="330" y="457"/>
                    <a:pt x="338" y="479"/>
                    <a:pt x="322" y="497"/>
                  </a:cubicBezTo>
                  <a:cubicBezTo>
                    <a:pt x="312" y="509"/>
                    <a:pt x="312" y="510"/>
                    <a:pt x="323" y="514"/>
                  </a:cubicBezTo>
                  <a:cubicBezTo>
                    <a:pt x="330" y="517"/>
                    <a:pt x="337" y="516"/>
                    <a:pt x="339" y="512"/>
                  </a:cubicBezTo>
                  <a:cubicBezTo>
                    <a:pt x="342" y="501"/>
                    <a:pt x="377" y="503"/>
                    <a:pt x="393" y="515"/>
                  </a:cubicBezTo>
                  <a:cubicBezTo>
                    <a:pt x="413" y="530"/>
                    <a:pt x="403" y="571"/>
                    <a:pt x="375" y="585"/>
                  </a:cubicBezTo>
                  <a:cubicBezTo>
                    <a:pt x="363" y="591"/>
                    <a:pt x="355" y="599"/>
                    <a:pt x="358" y="602"/>
                  </a:cubicBezTo>
                  <a:cubicBezTo>
                    <a:pt x="360" y="606"/>
                    <a:pt x="356" y="610"/>
                    <a:pt x="350" y="612"/>
                  </a:cubicBezTo>
                  <a:cubicBezTo>
                    <a:pt x="333" y="619"/>
                    <a:pt x="346" y="631"/>
                    <a:pt x="370" y="631"/>
                  </a:cubicBezTo>
                  <a:cubicBezTo>
                    <a:pt x="389" y="631"/>
                    <a:pt x="390" y="632"/>
                    <a:pt x="382" y="642"/>
                  </a:cubicBezTo>
                  <a:cubicBezTo>
                    <a:pt x="366" y="661"/>
                    <a:pt x="344" y="669"/>
                    <a:pt x="304" y="670"/>
                  </a:cubicBezTo>
                  <a:cubicBezTo>
                    <a:pt x="225" y="671"/>
                    <a:pt x="210" y="673"/>
                    <a:pt x="215" y="680"/>
                  </a:cubicBezTo>
                  <a:cubicBezTo>
                    <a:pt x="220" y="688"/>
                    <a:pt x="198" y="686"/>
                    <a:pt x="184" y="678"/>
                  </a:cubicBezTo>
                  <a:cubicBezTo>
                    <a:pt x="171" y="669"/>
                    <a:pt x="150" y="678"/>
                    <a:pt x="141" y="698"/>
                  </a:cubicBezTo>
                  <a:cubicBezTo>
                    <a:pt x="134" y="713"/>
                    <a:pt x="131" y="714"/>
                    <a:pt x="116" y="707"/>
                  </a:cubicBezTo>
                  <a:cubicBezTo>
                    <a:pt x="103" y="701"/>
                    <a:pt x="94" y="702"/>
                    <a:pt x="77" y="711"/>
                  </a:cubicBezTo>
                  <a:cubicBezTo>
                    <a:pt x="45" y="727"/>
                    <a:pt x="43" y="725"/>
                    <a:pt x="65" y="696"/>
                  </a:cubicBezTo>
                  <a:close/>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36"/>
            <p:cNvSpPr>
              <a:spLocks/>
            </p:cNvSpPr>
            <p:nvPr/>
          </p:nvSpPr>
          <p:spPr bwMode="auto">
            <a:xfrm>
              <a:off x="5289550" y="2987675"/>
              <a:ext cx="250825" cy="265112"/>
            </a:xfrm>
            <a:custGeom>
              <a:avLst/>
              <a:gdLst/>
              <a:ahLst/>
              <a:cxnLst>
                <a:cxn ang="0">
                  <a:pos x="77" y="183"/>
                </a:cxn>
                <a:cxn ang="0">
                  <a:pos x="51" y="168"/>
                </a:cxn>
                <a:cxn ang="0">
                  <a:pos x="22" y="162"/>
                </a:cxn>
                <a:cxn ang="0">
                  <a:pos x="2" y="165"/>
                </a:cxn>
                <a:cxn ang="0">
                  <a:pos x="23" y="155"/>
                </a:cxn>
                <a:cxn ang="0">
                  <a:pos x="43" y="146"/>
                </a:cxn>
                <a:cxn ang="0">
                  <a:pos x="22" y="142"/>
                </a:cxn>
                <a:cxn ang="0">
                  <a:pos x="0" y="137"/>
                </a:cxn>
                <a:cxn ang="0">
                  <a:pos x="17" y="104"/>
                </a:cxn>
                <a:cxn ang="0">
                  <a:pos x="34" y="62"/>
                </a:cxn>
                <a:cxn ang="0">
                  <a:pos x="42" y="52"/>
                </a:cxn>
                <a:cxn ang="0">
                  <a:pos x="46" y="73"/>
                </a:cxn>
                <a:cxn ang="0">
                  <a:pos x="84" y="98"/>
                </a:cxn>
                <a:cxn ang="0">
                  <a:pos x="89" y="70"/>
                </a:cxn>
                <a:cxn ang="0">
                  <a:pos x="76" y="52"/>
                </a:cxn>
                <a:cxn ang="0">
                  <a:pos x="83" y="15"/>
                </a:cxn>
                <a:cxn ang="0">
                  <a:pos x="140" y="67"/>
                </a:cxn>
                <a:cxn ang="0">
                  <a:pos x="136" y="90"/>
                </a:cxn>
                <a:cxn ang="0">
                  <a:pos x="138" y="114"/>
                </a:cxn>
                <a:cxn ang="0">
                  <a:pos x="109" y="132"/>
                </a:cxn>
                <a:cxn ang="0">
                  <a:pos x="99" y="150"/>
                </a:cxn>
                <a:cxn ang="0">
                  <a:pos x="101" y="177"/>
                </a:cxn>
                <a:cxn ang="0">
                  <a:pos x="77" y="183"/>
                </a:cxn>
              </a:cxnLst>
              <a:rect l="0" t="0" r="r" b="b"/>
              <a:pathLst>
                <a:path w="179" h="190">
                  <a:moveTo>
                    <a:pt x="77" y="183"/>
                  </a:moveTo>
                  <a:cubicBezTo>
                    <a:pt x="68" y="179"/>
                    <a:pt x="56" y="172"/>
                    <a:pt x="51" y="168"/>
                  </a:cubicBezTo>
                  <a:cubicBezTo>
                    <a:pt x="46" y="163"/>
                    <a:pt x="33" y="161"/>
                    <a:pt x="22" y="162"/>
                  </a:cubicBezTo>
                  <a:cubicBezTo>
                    <a:pt x="2" y="165"/>
                    <a:pt x="2" y="165"/>
                    <a:pt x="2" y="165"/>
                  </a:cubicBezTo>
                  <a:cubicBezTo>
                    <a:pt x="23" y="155"/>
                    <a:pt x="23" y="155"/>
                    <a:pt x="23" y="155"/>
                  </a:cubicBezTo>
                  <a:cubicBezTo>
                    <a:pt x="43" y="146"/>
                    <a:pt x="43" y="146"/>
                    <a:pt x="43" y="146"/>
                  </a:cubicBezTo>
                  <a:cubicBezTo>
                    <a:pt x="22" y="142"/>
                    <a:pt x="22" y="142"/>
                    <a:pt x="22" y="142"/>
                  </a:cubicBezTo>
                  <a:cubicBezTo>
                    <a:pt x="0" y="137"/>
                    <a:pt x="0" y="137"/>
                    <a:pt x="0" y="137"/>
                  </a:cubicBezTo>
                  <a:cubicBezTo>
                    <a:pt x="17" y="104"/>
                    <a:pt x="17" y="104"/>
                    <a:pt x="17" y="104"/>
                  </a:cubicBezTo>
                  <a:cubicBezTo>
                    <a:pt x="27" y="86"/>
                    <a:pt x="34" y="67"/>
                    <a:pt x="34" y="62"/>
                  </a:cubicBezTo>
                  <a:cubicBezTo>
                    <a:pt x="34" y="56"/>
                    <a:pt x="38" y="52"/>
                    <a:pt x="42" y="52"/>
                  </a:cubicBezTo>
                  <a:cubicBezTo>
                    <a:pt x="46" y="52"/>
                    <a:pt x="48" y="61"/>
                    <a:pt x="46" y="73"/>
                  </a:cubicBezTo>
                  <a:cubicBezTo>
                    <a:pt x="42" y="101"/>
                    <a:pt x="64" y="116"/>
                    <a:pt x="84" y="98"/>
                  </a:cubicBezTo>
                  <a:cubicBezTo>
                    <a:pt x="95" y="89"/>
                    <a:pt x="96" y="84"/>
                    <a:pt x="89" y="70"/>
                  </a:cubicBezTo>
                  <a:cubicBezTo>
                    <a:pt x="85" y="60"/>
                    <a:pt x="78" y="52"/>
                    <a:pt x="76" y="52"/>
                  </a:cubicBezTo>
                  <a:cubicBezTo>
                    <a:pt x="64" y="52"/>
                    <a:pt x="71" y="18"/>
                    <a:pt x="83" y="15"/>
                  </a:cubicBezTo>
                  <a:cubicBezTo>
                    <a:pt x="145" y="0"/>
                    <a:pt x="179" y="31"/>
                    <a:pt x="140" y="67"/>
                  </a:cubicBezTo>
                  <a:cubicBezTo>
                    <a:pt x="125" y="80"/>
                    <a:pt x="125" y="82"/>
                    <a:pt x="136" y="90"/>
                  </a:cubicBezTo>
                  <a:cubicBezTo>
                    <a:pt x="147" y="98"/>
                    <a:pt x="147" y="101"/>
                    <a:pt x="138" y="114"/>
                  </a:cubicBezTo>
                  <a:cubicBezTo>
                    <a:pt x="132" y="121"/>
                    <a:pt x="119" y="130"/>
                    <a:pt x="109" y="132"/>
                  </a:cubicBezTo>
                  <a:cubicBezTo>
                    <a:pt x="94" y="136"/>
                    <a:pt x="92" y="139"/>
                    <a:pt x="99" y="150"/>
                  </a:cubicBezTo>
                  <a:cubicBezTo>
                    <a:pt x="103" y="158"/>
                    <a:pt x="103" y="170"/>
                    <a:pt x="101" y="177"/>
                  </a:cubicBezTo>
                  <a:cubicBezTo>
                    <a:pt x="96" y="189"/>
                    <a:pt x="93" y="190"/>
                    <a:pt x="77" y="18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37"/>
            <p:cNvSpPr>
              <a:spLocks/>
            </p:cNvSpPr>
            <p:nvPr/>
          </p:nvSpPr>
          <p:spPr bwMode="auto">
            <a:xfrm>
              <a:off x="6653213" y="2668588"/>
              <a:ext cx="674688" cy="568325"/>
            </a:xfrm>
            <a:custGeom>
              <a:avLst/>
              <a:gdLst/>
              <a:ahLst/>
              <a:cxnLst>
                <a:cxn ang="0">
                  <a:pos x="364" y="401"/>
                </a:cxn>
                <a:cxn ang="0">
                  <a:pos x="339" y="389"/>
                </a:cxn>
                <a:cxn ang="0">
                  <a:pos x="266" y="384"/>
                </a:cxn>
                <a:cxn ang="0">
                  <a:pos x="209" y="374"/>
                </a:cxn>
                <a:cxn ang="0">
                  <a:pos x="51" y="369"/>
                </a:cxn>
                <a:cxn ang="0">
                  <a:pos x="27" y="359"/>
                </a:cxn>
                <a:cxn ang="0">
                  <a:pos x="16" y="338"/>
                </a:cxn>
                <a:cxn ang="0">
                  <a:pos x="19" y="309"/>
                </a:cxn>
                <a:cxn ang="0">
                  <a:pos x="29" y="240"/>
                </a:cxn>
                <a:cxn ang="0">
                  <a:pos x="45" y="194"/>
                </a:cxn>
                <a:cxn ang="0">
                  <a:pos x="83" y="183"/>
                </a:cxn>
                <a:cxn ang="0">
                  <a:pos x="124" y="168"/>
                </a:cxn>
                <a:cxn ang="0">
                  <a:pos x="125" y="159"/>
                </a:cxn>
                <a:cxn ang="0">
                  <a:pos x="129" y="144"/>
                </a:cxn>
                <a:cxn ang="0">
                  <a:pos x="136" y="130"/>
                </a:cxn>
                <a:cxn ang="0">
                  <a:pos x="171" y="91"/>
                </a:cxn>
                <a:cxn ang="0">
                  <a:pos x="178" y="69"/>
                </a:cxn>
                <a:cxn ang="0">
                  <a:pos x="180" y="47"/>
                </a:cxn>
                <a:cxn ang="0">
                  <a:pos x="205" y="33"/>
                </a:cxn>
                <a:cxn ang="0">
                  <a:pos x="240" y="17"/>
                </a:cxn>
                <a:cxn ang="0">
                  <a:pos x="258" y="5"/>
                </a:cxn>
                <a:cxn ang="0">
                  <a:pos x="269" y="10"/>
                </a:cxn>
                <a:cxn ang="0">
                  <a:pos x="279" y="14"/>
                </a:cxn>
                <a:cxn ang="0">
                  <a:pos x="286" y="18"/>
                </a:cxn>
                <a:cxn ang="0">
                  <a:pos x="310" y="32"/>
                </a:cxn>
                <a:cxn ang="0">
                  <a:pos x="327" y="35"/>
                </a:cxn>
                <a:cxn ang="0">
                  <a:pos x="385" y="66"/>
                </a:cxn>
                <a:cxn ang="0">
                  <a:pos x="387" y="103"/>
                </a:cxn>
                <a:cxn ang="0">
                  <a:pos x="420" y="177"/>
                </a:cxn>
                <a:cxn ang="0">
                  <a:pos x="433" y="197"/>
                </a:cxn>
                <a:cxn ang="0">
                  <a:pos x="444" y="208"/>
                </a:cxn>
                <a:cxn ang="0">
                  <a:pos x="469" y="218"/>
                </a:cxn>
                <a:cxn ang="0">
                  <a:pos x="472" y="228"/>
                </a:cxn>
                <a:cxn ang="0">
                  <a:pos x="462" y="254"/>
                </a:cxn>
                <a:cxn ang="0">
                  <a:pos x="434" y="254"/>
                </a:cxn>
                <a:cxn ang="0">
                  <a:pos x="412" y="275"/>
                </a:cxn>
                <a:cxn ang="0">
                  <a:pos x="422" y="311"/>
                </a:cxn>
                <a:cxn ang="0">
                  <a:pos x="411" y="342"/>
                </a:cxn>
                <a:cxn ang="0">
                  <a:pos x="371" y="390"/>
                </a:cxn>
                <a:cxn ang="0">
                  <a:pos x="364" y="401"/>
                </a:cxn>
              </a:cxnLst>
              <a:rect l="0" t="0" r="r" b="b"/>
              <a:pathLst>
                <a:path w="484" h="407">
                  <a:moveTo>
                    <a:pt x="364" y="401"/>
                  </a:moveTo>
                  <a:cubicBezTo>
                    <a:pt x="362" y="395"/>
                    <a:pt x="351" y="390"/>
                    <a:pt x="339" y="389"/>
                  </a:cubicBezTo>
                  <a:cubicBezTo>
                    <a:pt x="328" y="388"/>
                    <a:pt x="295" y="386"/>
                    <a:pt x="266" y="384"/>
                  </a:cubicBezTo>
                  <a:cubicBezTo>
                    <a:pt x="237" y="383"/>
                    <a:pt x="211" y="378"/>
                    <a:pt x="209" y="374"/>
                  </a:cubicBezTo>
                  <a:cubicBezTo>
                    <a:pt x="196" y="355"/>
                    <a:pt x="71" y="351"/>
                    <a:pt x="51" y="369"/>
                  </a:cubicBezTo>
                  <a:cubicBezTo>
                    <a:pt x="35" y="383"/>
                    <a:pt x="22" y="378"/>
                    <a:pt x="27" y="359"/>
                  </a:cubicBezTo>
                  <a:cubicBezTo>
                    <a:pt x="29" y="350"/>
                    <a:pt x="25" y="343"/>
                    <a:pt x="16" y="338"/>
                  </a:cubicBezTo>
                  <a:cubicBezTo>
                    <a:pt x="0" y="330"/>
                    <a:pt x="2" y="309"/>
                    <a:pt x="19" y="309"/>
                  </a:cubicBezTo>
                  <a:cubicBezTo>
                    <a:pt x="34" y="309"/>
                    <a:pt x="39" y="278"/>
                    <a:pt x="29" y="240"/>
                  </a:cubicBezTo>
                  <a:cubicBezTo>
                    <a:pt x="20" y="199"/>
                    <a:pt x="23" y="190"/>
                    <a:pt x="45" y="194"/>
                  </a:cubicBezTo>
                  <a:cubicBezTo>
                    <a:pt x="65" y="197"/>
                    <a:pt x="88" y="191"/>
                    <a:pt x="83" y="183"/>
                  </a:cubicBezTo>
                  <a:cubicBezTo>
                    <a:pt x="80" y="178"/>
                    <a:pt x="112" y="165"/>
                    <a:pt x="124" y="168"/>
                  </a:cubicBezTo>
                  <a:cubicBezTo>
                    <a:pt x="126" y="168"/>
                    <a:pt x="127" y="164"/>
                    <a:pt x="125" y="159"/>
                  </a:cubicBezTo>
                  <a:cubicBezTo>
                    <a:pt x="123" y="154"/>
                    <a:pt x="125" y="147"/>
                    <a:pt x="129" y="144"/>
                  </a:cubicBezTo>
                  <a:cubicBezTo>
                    <a:pt x="133" y="142"/>
                    <a:pt x="136" y="135"/>
                    <a:pt x="136" y="130"/>
                  </a:cubicBezTo>
                  <a:cubicBezTo>
                    <a:pt x="136" y="119"/>
                    <a:pt x="161" y="91"/>
                    <a:pt x="171" y="91"/>
                  </a:cubicBezTo>
                  <a:cubicBezTo>
                    <a:pt x="181" y="91"/>
                    <a:pt x="187" y="72"/>
                    <a:pt x="178" y="69"/>
                  </a:cubicBezTo>
                  <a:cubicBezTo>
                    <a:pt x="174" y="67"/>
                    <a:pt x="174" y="60"/>
                    <a:pt x="180" y="47"/>
                  </a:cubicBezTo>
                  <a:cubicBezTo>
                    <a:pt x="187" y="32"/>
                    <a:pt x="192" y="29"/>
                    <a:pt x="205" y="33"/>
                  </a:cubicBezTo>
                  <a:cubicBezTo>
                    <a:pt x="217" y="36"/>
                    <a:pt x="226" y="32"/>
                    <a:pt x="240" y="17"/>
                  </a:cubicBezTo>
                  <a:cubicBezTo>
                    <a:pt x="249" y="6"/>
                    <a:pt x="258" y="0"/>
                    <a:pt x="258" y="5"/>
                  </a:cubicBezTo>
                  <a:cubicBezTo>
                    <a:pt x="258" y="10"/>
                    <a:pt x="263" y="12"/>
                    <a:pt x="269" y="10"/>
                  </a:cubicBezTo>
                  <a:cubicBezTo>
                    <a:pt x="274" y="7"/>
                    <a:pt x="279" y="9"/>
                    <a:pt x="279" y="14"/>
                  </a:cubicBezTo>
                  <a:cubicBezTo>
                    <a:pt x="279" y="18"/>
                    <a:pt x="282" y="20"/>
                    <a:pt x="286" y="18"/>
                  </a:cubicBezTo>
                  <a:cubicBezTo>
                    <a:pt x="297" y="11"/>
                    <a:pt x="314" y="22"/>
                    <a:pt x="310" y="32"/>
                  </a:cubicBezTo>
                  <a:cubicBezTo>
                    <a:pt x="306" y="44"/>
                    <a:pt x="316" y="45"/>
                    <a:pt x="327" y="35"/>
                  </a:cubicBezTo>
                  <a:cubicBezTo>
                    <a:pt x="339" y="23"/>
                    <a:pt x="374" y="42"/>
                    <a:pt x="385" y="66"/>
                  </a:cubicBezTo>
                  <a:cubicBezTo>
                    <a:pt x="393" y="81"/>
                    <a:pt x="393" y="90"/>
                    <a:pt x="387" y="103"/>
                  </a:cubicBezTo>
                  <a:cubicBezTo>
                    <a:pt x="381" y="117"/>
                    <a:pt x="414" y="172"/>
                    <a:pt x="420" y="177"/>
                  </a:cubicBezTo>
                  <a:cubicBezTo>
                    <a:pt x="427" y="182"/>
                    <a:pt x="433" y="191"/>
                    <a:pt x="433" y="197"/>
                  </a:cubicBezTo>
                  <a:cubicBezTo>
                    <a:pt x="433" y="203"/>
                    <a:pt x="438" y="208"/>
                    <a:pt x="444" y="208"/>
                  </a:cubicBezTo>
                  <a:cubicBezTo>
                    <a:pt x="469" y="210"/>
                    <a:pt x="473" y="211"/>
                    <a:pt x="469" y="218"/>
                  </a:cubicBezTo>
                  <a:cubicBezTo>
                    <a:pt x="467" y="221"/>
                    <a:pt x="468" y="226"/>
                    <a:pt x="472" y="228"/>
                  </a:cubicBezTo>
                  <a:cubicBezTo>
                    <a:pt x="484" y="236"/>
                    <a:pt x="480" y="246"/>
                    <a:pt x="462" y="254"/>
                  </a:cubicBezTo>
                  <a:cubicBezTo>
                    <a:pt x="449" y="260"/>
                    <a:pt x="442" y="260"/>
                    <a:pt x="434" y="254"/>
                  </a:cubicBezTo>
                  <a:cubicBezTo>
                    <a:pt x="422" y="244"/>
                    <a:pt x="404" y="262"/>
                    <a:pt x="412" y="275"/>
                  </a:cubicBezTo>
                  <a:cubicBezTo>
                    <a:pt x="415" y="280"/>
                    <a:pt x="420" y="296"/>
                    <a:pt x="422" y="311"/>
                  </a:cubicBezTo>
                  <a:cubicBezTo>
                    <a:pt x="427" y="335"/>
                    <a:pt x="426" y="338"/>
                    <a:pt x="411" y="342"/>
                  </a:cubicBezTo>
                  <a:cubicBezTo>
                    <a:pt x="389" y="347"/>
                    <a:pt x="374" y="365"/>
                    <a:pt x="371" y="390"/>
                  </a:cubicBezTo>
                  <a:cubicBezTo>
                    <a:pt x="369" y="403"/>
                    <a:pt x="367" y="407"/>
                    <a:pt x="364" y="40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8"/>
            <p:cNvSpPr>
              <a:spLocks/>
            </p:cNvSpPr>
            <p:nvPr/>
          </p:nvSpPr>
          <p:spPr bwMode="auto">
            <a:xfrm>
              <a:off x="4265613" y="2859088"/>
              <a:ext cx="306388" cy="360362"/>
            </a:xfrm>
            <a:custGeom>
              <a:avLst/>
              <a:gdLst/>
              <a:ahLst/>
              <a:cxnLst>
                <a:cxn ang="0">
                  <a:pos x="46" y="251"/>
                </a:cxn>
                <a:cxn ang="0">
                  <a:pos x="46" y="241"/>
                </a:cxn>
                <a:cxn ang="0">
                  <a:pos x="39" y="236"/>
                </a:cxn>
                <a:cxn ang="0">
                  <a:pos x="36" y="228"/>
                </a:cxn>
                <a:cxn ang="0">
                  <a:pos x="21" y="225"/>
                </a:cxn>
                <a:cxn ang="0">
                  <a:pos x="0" y="230"/>
                </a:cxn>
                <a:cxn ang="0">
                  <a:pos x="17" y="216"/>
                </a:cxn>
                <a:cxn ang="0">
                  <a:pos x="31" y="190"/>
                </a:cxn>
                <a:cxn ang="0">
                  <a:pos x="57" y="168"/>
                </a:cxn>
                <a:cxn ang="0">
                  <a:pos x="66" y="159"/>
                </a:cxn>
                <a:cxn ang="0">
                  <a:pos x="61" y="129"/>
                </a:cxn>
                <a:cxn ang="0">
                  <a:pos x="52" y="109"/>
                </a:cxn>
                <a:cxn ang="0">
                  <a:pos x="18" y="102"/>
                </a:cxn>
                <a:cxn ang="0">
                  <a:pos x="24" y="82"/>
                </a:cxn>
                <a:cxn ang="0">
                  <a:pos x="25" y="53"/>
                </a:cxn>
                <a:cxn ang="0">
                  <a:pos x="20" y="39"/>
                </a:cxn>
                <a:cxn ang="0">
                  <a:pos x="56" y="34"/>
                </a:cxn>
                <a:cxn ang="0">
                  <a:pos x="60" y="33"/>
                </a:cxn>
                <a:cxn ang="0">
                  <a:pos x="80" y="29"/>
                </a:cxn>
                <a:cxn ang="0">
                  <a:pos x="95" y="23"/>
                </a:cxn>
                <a:cxn ang="0">
                  <a:pos x="126" y="26"/>
                </a:cxn>
                <a:cxn ang="0">
                  <a:pos x="147" y="49"/>
                </a:cxn>
                <a:cxn ang="0">
                  <a:pos x="161" y="32"/>
                </a:cxn>
                <a:cxn ang="0">
                  <a:pos x="175" y="23"/>
                </a:cxn>
                <a:cxn ang="0">
                  <a:pos x="191" y="45"/>
                </a:cxn>
                <a:cxn ang="0">
                  <a:pos x="210" y="158"/>
                </a:cxn>
                <a:cxn ang="0">
                  <a:pos x="186" y="193"/>
                </a:cxn>
                <a:cxn ang="0">
                  <a:pos x="172" y="193"/>
                </a:cxn>
                <a:cxn ang="0">
                  <a:pos x="155" y="200"/>
                </a:cxn>
                <a:cxn ang="0">
                  <a:pos x="130" y="215"/>
                </a:cxn>
                <a:cxn ang="0">
                  <a:pos x="108" y="226"/>
                </a:cxn>
                <a:cxn ang="0">
                  <a:pos x="95" y="230"/>
                </a:cxn>
                <a:cxn ang="0">
                  <a:pos x="46" y="251"/>
                </a:cxn>
              </a:cxnLst>
              <a:rect l="0" t="0" r="r" b="b"/>
              <a:pathLst>
                <a:path w="219" h="258">
                  <a:moveTo>
                    <a:pt x="46" y="251"/>
                  </a:moveTo>
                  <a:cubicBezTo>
                    <a:pt x="45" y="248"/>
                    <a:pt x="45" y="244"/>
                    <a:pt x="46" y="241"/>
                  </a:cubicBezTo>
                  <a:cubicBezTo>
                    <a:pt x="46" y="238"/>
                    <a:pt x="43" y="236"/>
                    <a:pt x="39" y="236"/>
                  </a:cubicBezTo>
                  <a:cubicBezTo>
                    <a:pt x="35" y="236"/>
                    <a:pt x="34" y="232"/>
                    <a:pt x="36" y="228"/>
                  </a:cubicBezTo>
                  <a:cubicBezTo>
                    <a:pt x="39" y="224"/>
                    <a:pt x="34" y="223"/>
                    <a:pt x="21" y="225"/>
                  </a:cubicBezTo>
                  <a:cubicBezTo>
                    <a:pt x="0" y="230"/>
                    <a:pt x="0" y="230"/>
                    <a:pt x="0" y="230"/>
                  </a:cubicBezTo>
                  <a:cubicBezTo>
                    <a:pt x="17" y="216"/>
                    <a:pt x="17" y="216"/>
                    <a:pt x="17" y="216"/>
                  </a:cubicBezTo>
                  <a:cubicBezTo>
                    <a:pt x="26" y="209"/>
                    <a:pt x="33" y="197"/>
                    <a:pt x="31" y="190"/>
                  </a:cubicBezTo>
                  <a:cubicBezTo>
                    <a:pt x="29" y="180"/>
                    <a:pt x="36" y="175"/>
                    <a:pt x="57" y="168"/>
                  </a:cubicBezTo>
                  <a:cubicBezTo>
                    <a:pt x="82" y="161"/>
                    <a:pt x="84" y="159"/>
                    <a:pt x="66" y="159"/>
                  </a:cubicBezTo>
                  <a:cubicBezTo>
                    <a:pt x="43" y="158"/>
                    <a:pt x="40" y="141"/>
                    <a:pt x="61" y="129"/>
                  </a:cubicBezTo>
                  <a:cubicBezTo>
                    <a:pt x="82" y="116"/>
                    <a:pt x="79" y="109"/>
                    <a:pt x="52" y="109"/>
                  </a:cubicBezTo>
                  <a:cubicBezTo>
                    <a:pt x="39" y="109"/>
                    <a:pt x="24" y="106"/>
                    <a:pt x="18" y="102"/>
                  </a:cubicBezTo>
                  <a:cubicBezTo>
                    <a:pt x="10" y="97"/>
                    <a:pt x="10" y="94"/>
                    <a:pt x="24" y="82"/>
                  </a:cubicBezTo>
                  <a:cubicBezTo>
                    <a:pt x="43" y="65"/>
                    <a:pt x="44" y="53"/>
                    <a:pt x="25" y="53"/>
                  </a:cubicBezTo>
                  <a:cubicBezTo>
                    <a:pt x="13" y="53"/>
                    <a:pt x="12" y="51"/>
                    <a:pt x="20" y="39"/>
                  </a:cubicBezTo>
                  <a:cubicBezTo>
                    <a:pt x="30" y="23"/>
                    <a:pt x="51" y="20"/>
                    <a:pt x="56" y="34"/>
                  </a:cubicBezTo>
                  <a:cubicBezTo>
                    <a:pt x="59" y="40"/>
                    <a:pt x="60" y="40"/>
                    <a:pt x="60" y="33"/>
                  </a:cubicBezTo>
                  <a:cubicBezTo>
                    <a:pt x="61" y="27"/>
                    <a:pt x="67" y="26"/>
                    <a:pt x="80" y="29"/>
                  </a:cubicBezTo>
                  <a:cubicBezTo>
                    <a:pt x="96" y="33"/>
                    <a:pt x="98" y="32"/>
                    <a:pt x="95" y="23"/>
                  </a:cubicBezTo>
                  <a:cubicBezTo>
                    <a:pt x="86" y="0"/>
                    <a:pt x="106" y="2"/>
                    <a:pt x="126" y="26"/>
                  </a:cubicBezTo>
                  <a:cubicBezTo>
                    <a:pt x="147" y="49"/>
                    <a:pt x="147" y="49"/>
                    <a:pt x="147" y="49"/>
                  </a:cubicBezTo>
                  <a:cubicBezTo>
                    <a:pt x="161" y="32"/>
                    <a:pt x="161" y="32"/>
                    <a:pt x="161" y="32"/>
                  </a:cubicBezTo>
                  <a:cubicBezTo>
                    <a:pt x="169" y="22"/>
                    <a:pt x="175" y="18"/>
                    <a:pt x="175" y="23"/>
                  </a:cubicBezTo>
                  <a:cubicBezTo>
                    <a:pt x="175" y="27"/>
                    <a:pt x="182" y="38"/>
                    <a:pt x="191" y="45"/>
                  </a:cubicBezTo>
                  <a:cubicBezTo>
                    <a:pt x="208" y="61"/>
                    <a:pt x="219" y="126"/>
                    <a:pt x="210" y="158"/>
                  </a:cubicBezTo>
                  <a:cubicBezTo>
                    <a:pt x="199" y="196"/>
                    <a:pt x="196" y="201"/>
                    <a:pt x="186" y="193"/>
                  </a:cubicBezTo>
                  <a:cubicBezTo>
                    <a:pt x="180" y="188"/>
                    <a:pt x="175" y="188"/>
                    <a:pt x="172" y="193"/>
                  </a:cubicBezTo>
                  <a:cubicBezTo>
                    <a:pt x="169" y="197"/>
                    <a:pt x="162" y="200"/>
                    <a:pt x="155" y="200"/>
                  </a:cubicBezTo>
                  <a:cubicBezTo>
                    <a:pt x="148" y="200"/>
                    <a:pt x="137" y="207"/>
                    <a:pt x="130" y="215"/>
                  </a:cubicBezTo>
                  <a:cubicBezTo>
                    <a:pt x="123" y="223"/>
                    <a:pt x="113" y="228"/>
                    <a:pt x="108" y="226"/>
                  </a:cubicBezTo>
                  <a:cubicBezTo>
                    <a:pt x="102" y="224"/>
                    <a:pt x="97" y="226"/>
                    <a:pt x="95" y="230"/>
                  </a:cubicBezTo>
                  <a:cubicBezTo>
                    <a:pt x="92" y="239"/>
                    <a:pt x="47" y="258"/>
                    <a:pt x="46" y="25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9"/>
            <p:cNvSpPr>
              <a:spLocks/>
            </p:cNvSpPr>
            <p:nvPr/>
          </p:nvSpPr>
          <p:spPr bwMode="auto">
            <a:xfrm>
              <a:off x="6503988" y="2638425"/>
              <a:ext cx="388938" cy="301625"/>
            </a:xfrm>
            <a:custGeom>
              <a:avLst/>
              <a:gdLst/>
              <a:ahLst/>
              <a:cxnLst>
                <a:cxn ang="0">
                  <a:pos x="118" y="195"/>
                </a:cxn>
                <a:cxn ang="0">
                  <a:pos x="96" y="173"/>
                </a:cxn>
                <a:cxn ang="0">
                  <a:pos x="87" y="150"/>
                </a:cxn>
                <a:cxn ang="0">
                  <a:pos x="52" y="113"/>
                </a:cxn>
                <a:cxn ang="0">
                  <a:pos x="4" y="60"/>
                </a:cxn>
                <a:cxn ang="0">
                  <a:pos x="15" y="18"/>
                </a:cxn>
                <a:cxn ang="0">
                  <a:pos x="86" y="7"/>
                </a:cxn>
                <a:cxn ang="0">
                  <a:pos x="158" y="12"/>
                </a:cxn>
                <a:cxn ang="0">
                  <a:pos x="181" y="6"/>
                </a:cxn>
                <a:cxn ang="0">
                  <a:pos x="194" y="10"/>
                </a:cxn>
                <a:cxn ang="0">
                  <a:pos x="214" y="22"/>
                </a:cxn>
                <a:cxn ang="0">
                  <a:pos x="270" y="85"/>
                </a:cxn>
                <a:cxn ang="0">
                  <a:pos x="275" y="102"/>
                </a:cxn>
                <a:cxn ang="0">
                  <a:pos x="270" y="106"/>
                </a:cxn>
                <a:cxn ang="0">
                  <a:pos x="258" y="117"/>
                </a:cxn>
                <a:cxn ang="0">
                  <a:pos x="247" y="128"/>
                </a:cxn>
                <a:cxn ang="0">
                  <a:pos x="236" y="144"/>
                </a:cxn>
                <a:cxn ang="0">
                  <a:pos x="196" y="191"/>
                </a:cxn>
                <a:cxn ang="0">
                  <a:pos x="182" y="201"/>
                </a:cxn>
                <a:cxn ang="0">
                  <a:pos x="118" y="195"/>
                </a:cxn>
              </a:cxnLst>
              <a:rect l="0" t="0" r="r" b="b"/>
              <a:pathLst>
                <a:path w="279" h="217">
                  <a:moveTo>
                    <a:pt x="118" y="195"/>
                  </a:moveTo>
                  <a:cubicBezTo>
                    <a:pt x="114" y="187"/>
                    <a:pt x="104" y="177"/>
                    <a:pt x="96" y="173"/>
                  </a:cubicBezTo>
                  <a:cubicBezTo>
                    <a:pt x="84" y="167"/>
                    <a:pt x="82" y="163"/>
                    <a:pt x="87" y="150"/>
                  </a:cubicBezTo>
                  <a:cubicBezTo>
                    <a:pt x="95" y="129"/>
                    <a:pt x="80" y="113"/>
                    <a:pt x="52" y="113"/>
                  </a:cubicBezTo>
                  <a:cubicBezTo>
                    <a:pt x="26" y="113"/>
                    <a:pt x="10" y="97"/>
                    <a:pt x="4" y="60"/>
                  </a:cubicBezTo>
                  <a:cubicBezTo>
                    <a:pt x="0" y="37"/>
                    <a:pt x="2" y="30"/>
                    <a:pt x="15" y="18"/>
                  </a:cubicBezTo>
                  <a:cubicBezTo>
                    <a:pt x="28" y="7"/>
                    <a:pt x="39" y="5"/>
                    <a:pt x="86" y="7"/>
                  </a:cubicBezTo>
                  <a:cubicBezTo>
                    <a:pt x="117" y="8"/>
                    <a:pt x="149" y="10"/>
                    <a:pt x="158" y="12"/>
                  </a:cubicBezTo>
                  <a:cubicBezTo>
                    <a:pt x="167" y="13"/>
                    <a:pt x="177" y="11"/>
                    <a:pt x="181" y="6"/>
                  </a:cubicBezTo>
                  <a:cubicBezTo>
                    <a:pt x="185" y="0"/>
                    <a:pt x="188" y="1"/>
                    <a:pt x="194" y="10"/>
                  </a:cubicBezTo>
                  <a:cubicBezTo>
                    <a:pt x="198" y="17"/>
                    <a:pt x="207" y="22"/>
                    <a:pt x="214" y="22"/>
                  </a:cubicBezTo>
                  <a:cubicBezTo>
                    <a:pt x="233" y="22"/>
                    <a:pt x="275" y="68"/>
                    <a:pt x="270" y="85"/>
                  </a:cubicBezTo>
                  <a:cubicBezTo>
                    <a:pt x="268" y="92"/>
                    <a:pt x="270" y="100"/>
                    <a:pt x="275" y="102"/>
                  </a:cubicBezTo>
                  <a:cubicBezTo>
                    <a:pt x="279" y="104"/>
                    <a:pt x="277" y="106"/>
                    <a:pt x="270" y="106"/>
                  </a:cubicBezTo>
                  <a:cubicBezTo>
                    <a:pt x="263" y="106"/>
                    <a:pt x="258" y="111"/>
                    <a:pt x="258" y="117"/>
                  </a:cubicBezTo>
                  <a:cubicBezTo>
                    <a:pt x="258" y="123"/>
                    <a:pt x="253" y="128"/>
                    <a:pt x="247" y="128"/>
                  </a:cubicBezTo>
                  <a:cubicBezTo>
                    <a:pt x="241" y="128"/>
                    <a:pt x="236" y="134"/>
                    <a:pt x="236" y="144"/>
                  </a:cubicBezTo>
                  <a:cubicBezTo>
                    <a:pt x="236" y="162"/>
                    <a:pt x="212" y="191"/>
                    <a:pt x="196" y="191"/>
                  </a:cubicBezTo>
                  <a:cubicBezTo>
                    <a:pt x="191" y="191"/>
                    <a:pt x="184" y="195"/>
                    <a:pt x="182" y="201"/>
                  </a:cubicBezTo>
                  <a:cubicBezTo>
                    <a:pt x="176" y="217"/>
                    <a:pt x="125" y="212"/>
                    <a:pt x="118" y="19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40"/>
            <p:cNvSpPr>
              <a:spLocks/>
            </p:cNvSpPr>
            <p:nvPr/>
          </p:nvSpPr>
          <p:spPr bwMode="auto">
            <a:xfrm>
              <a:off x="4433888" y="2778125"/>
              <a:ext cx="173038" cy="141287"/>
            </a:xfrm>
            <a:custGeom>
              <a:avLst/>
              <a:gdLst/>
              <a:ahLst/>
              <a:cxnLst>
                <a:cxn ang="0">
                  <a:pos x="80" y="98"/>
                </a:cxn>
                <a:cxn ang="0">
                  <a:pos x="59" y="79"/>
                </a:cxn>
                <a:cxn ang="0">
                  <a:pos x="41" y="83"/>
                </a:cxn>
                <a:cxn ang="0">
                  <a:pos x="27" y="99"/>
                </a:cxn>
                <a:cxn ang="0">
                  <a:pos x="13" y="83"/>
                </a:cxn>
                <a:cxn ang="0">
                  <a:pos x="27" y="41"/>
                </a:cxn>
                <a:cxn ang="0">
                  <a:pos x="96" y="17"/>
                </a:cxn>
                <a:cxn ang="0">
                  <a:pos x="105" y="43"/>
                </a:cxn>
                <a:cxn ang="0">
                  <a:pos x="113" y="56"/>
                </a:cxn>
                <a:cxn ang="0">
                  <a:pos x="107" y="90"/>
                </a:cxn>
                <a:cxn ang="0">
                  <a:pos x="80" y="98"/>
                </a:cxn>
              </a:cxnLst>
              <a:rect l="0" t="0" r="r" b="b"/>
              <a:pathLst>
                <a:path w="124" h="102">
                  <a:moveTo>
                    <a:pt x="80" y="98"/>
                  </a:moveTo>
                  <a:cubicBezTo>
                    <a:pt x="71" y="94"/>
                    <a:pt x="62" y="86"/>
                    <a:pt x="59" y="79"/>
                  </a:cubicBezTo>
                  <a:cubicBezTo>
                    <a:pt x="55" y="67"/>
                    <a:pt x="53" y="67"/>
                    <a:pt x="41" y="83"/>
                  </a:cubicBezTo>
                  <a:cubicBezTo>
                    <a:pt x="27" y="99"/>
                    <a:pt x="27" y="99"/>
                    <a:pt x="27" y="99"/>
                  </a:cubicBezTo>
                  <a:cubicBezTo>
                    <a:pt x="13" y="83"/>
                    <a:pt x="13" y="83"/>
                    <a:pt x="13" y="83"/>
                  </a:cubicBezTo>
                  <a:cubicBezTo>
                    <a:pt x="0" y="67"/>
                    <a:pt x="0" y="67"/>
                    <a:pt x="27" y="41"/>
                  </a:cubicBezTo>
                  <a:cubicBezTo>
                    <a:pt x="61" y="8"/>
                    <a:pt x="83" y="0"/>
                    <a:pt x="96" y="17"/>
                  </a:cubicBezTo>
                  <a:cubicBezTo>
                    <a:pt x="101" y="24"/>
                    <a:pt x="105" y="36"/>
                    <a:pt x="105" y="43"/>
                  </a:cubicBezTo>
                  <a:cubicBezTo>
                    <a:pt x="105" y="50"/>
                    <a:pt x="109" y="56"/>
                    <a:pt x="113" y="56"/>
                  </a:cubicBezTo>
                  <a:cubicBezTo>
                    <a:pt x="124" y="56"/>
                    <a:pt x="121" y="76"/>
                    <a:pt x="107" y="90"/>
                  </a:cubicBezTo>
                  <a:cubicBezTo>
                    <a:pt x="98" y="100"/>
                    <a:pt x="90" y="102"/>
                    <a:pt x="80" y="9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41"/>
            <p:cNvSpPr>
              <a:spLocks/>
            </p:cNvSpPr>
            <p:nvPr/>
          </p:nvSpPr>
          <p:spPr bwMode="auto">
            <a:xfrm>
              <a:off x="5934075" y="2854325"/>
              <a:ext cx="33338" cy="38100"/>
            </a:xfrm>
            <a:custGeom>
              <a:avLst/>
              <a:gdLst/>
              <a:ahLst/>
              <a:cxnLst>
                <a:cxn ang="0">
                  <a:pos x="6" y="18"/>
                </a:cxn>
                <a:cxn ang="0">
                  <a:pos x="16" y="8"/>
                </a:cxn>
                <a:cxn ang="0">
                  <a:pos x="18" y="22"/>
                </a:cxn>
                <a:cxn ang="0">
                  <a:pos x="6" y="18"/>
                </a:cxn>
              </a:cxnLst>
              <a:rect l="0" t="0" r="r" b="b"/>
              <a:pathLst>
                <a:path w="24" h="28">
                  <a:moveTo>
                    <a:pt x="6" y="18"/>
                  </a:moveTo>
                  <a:cubicBezTo>
                    <a:pt x="0" y="2"/>
                    <a:pt x="2" y="0"/>
                    <a:pt x="16" y="8"/>
                  </a:cubicBezTo>
                  <a:cubicBezTo>
                    <a:pt x="23" y="12"/>
                    <a:pt x="24" y="16"/>
                    <a:pt x="18" y="22"/>
                  </a:cubicBezTo>
                  <a:cubicBezTo>
                    <a:pt x="12" y="28"/>
                    <a:pt x="9" y="26"/>
                    <a:pt x="6" y="1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42"/>
            <p:cNvSpPr>
              <a:spLocks/>
            </p:cNvSpPr>
            <p:nvPr/>
          </p:nvSpPr>
          <p:spPr bwMode="auto">
            <a:xfrm>
              <a:off x="4387850" y="2767013"/>
              <a:ext cx="103188" cy="79375"/>
            </a:xfrm>
            <a:custGeom>
              <a:avLst/>
              <a:gdLst/>
              <a:ahLst/>
              <a:cxnLst>
                <a:cxn ang="0">
                  <a:pos x="7" y="47"/>
                </a:cxn>
                <a:cxn ang="0">
                  <a:pos x="12" y="33"/>
                </a:cxn>
                <a:cxn ang="0">
                  <a:pos x="38" y="14"/>
                </a:cxn>
                <a:cxn ang="0">
                  <a:pos x="71" y="2"/>
                </a:cxn>
                <a:cxn ang="0">
                  <a:pos x="61" y="29"/>
                </a:cxn>
                <a:cxn ang="0">
                  <a:pos x="23" y="54"/>
                </a:cxn>
                <a:cxn ang="0">
                  <a:pos x="7" y="47"/>
                </a:cxn>
              </a:cxnLst>
              <a:rect l="0" t="0" r="r" b="b"/>
              <a:pathLst>
                <a:path w="73" h="56">
                  <a:moveTo>
                    <a:pt x="7" y="47"/>
                  </a:moveTo>
                  <a:cubicBezTo>
                    <a:pt x="12" y="41"/>
                    <a:pt x="14" y="35"/>
                    <a:pt x="12" y="33"/>
                  </a:cubicBezTo>
                  <a:cubicBezTo>
                    <a:pt x="10" y="32"/>
                    <a:pt x="22" y="23"/>
                    <a:pt x="38" y="14"/>
                  </a:cubicBezTo>
                  <a:cubicBezTo>
                    <a:pt x="54" y="5"/>
                    <a:pt x="69" y="0"/>
                    <a:pt x="71" y="2"/>
                  </a:cubicBezTo>
                  <a:cubicBezTo>
                    <a:pt x="73" y="4"/>
                    <a:pt x="69" y="16"/>
                    <a:pt x="61" y="29"/>
                  </a:cubicBezTo>
                  <a:cubicBezTo>
                    <a:pt x="51" y="47"/>
                    <a:pt x="42" y="53"/>
                    <a:pt x="23" y="54"/>
                  </a:cubicBezTo>
                  <a:cubicBezTo>
                    <a:pt x="3" y="56"/>
                    <a:pt x="0" y="55"/>
                    <a:pt x="7" y="4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43"/>
            <p:cNvSpPr>
              <a:spLocks/>
            </p:cNvSpPr>
            <p:nvPr/>
          </p:nvSpPr>
          <p:spPr bwMode="auto">
            <a:xfrm>
              <a:off x="5581650" y="2468563"/>
              <a:ext cx="195263" cy="357187"/>
            </a:xfrm>
            <a:custGeom>
              <a:avLst/>
              <a:gdLst/>
              <a:ahLst/>
              <a:cxnLst>
                <a:cxn ang="0">
                  <a:pos x="38" y="251"/>
                </a:cxn>
                <a:cxn ang="0">
                  <a:pos x="26" y="227"/>
                </a:cxn>
                <a:cxn ang="0">
                  <a:pos x="13" y="200"/>
                </a:cxn>
                <a:cxn ang="0">
                  <a:pos x="1" y="136"/>
                </a:cxn>
                <a:cxn ang="0">
                  <a:pos x="18" y="65"/>
                </a:cxn>
                <a:cxn ang="0">
                  <a:pos x="48" y="52"/>
                </a:cxn>
                <a:cxn ang="0">
                  <a:pos x="84" y="30"/>
                </a:cxn>
                <a:cxn ang="0">
                  <a:pos x="112" y="51"/>
                </a:cxn>
                <a:cxn ang="0">
                  <a:pos x="127" y="115"/>
                </a:cxn>
                <a:cxn ang="0">
                  <a:pos x="133" y="126"/>
                </a:cxn>
                <a:cxn ang="0">
                  <a:pos x="120" y="133"/>
                </a:cxn>
                <a:cxn ang="0">
                  <a:pos x="102" y="154"/>
                </a:cxn>
                <a:cxn ang="0">
                  <a:pos x="94" y="164"/>
                </a:cxn>
                <a:cxn ang="0">
                  <a:pos x="86" y="171"/>
                </a:cxn>
                <a:cxn ang="0">
                  <a:pos x="81" y="178"/>
                </a:cxn>
                <a:cxn ang="0">
                  <a:pos x="72" y="210"/>
                </a:cxn>
                <a:cxn ang="0">
                  <a:pos x="79" y="242"/>
                </a:cxn>
                <a:cxn ang="0">
                  <a:pos x="76" y="249"/>
                </a:cxn>
                <a:cxn ang="0">
                  <a:pos x="38" y="251"/>
                </a:cxn>
              </a:cxnLst>
              <a:rect l="0" t="0" r="r" b="b"/>
              <a:pathLst>
                <a:path w="140" h="256">
                  <a:moveTo>
                    <a:pt x="38" y="251"/>
                  </a:moveTo>
                  <a:cubicBezTo>
                    <a:pt x="30" y="249"/>
                    <a:pt x="26" y="241"/>
                    <a:pt x="26" y="227"/>
                  </a:cubicBezTo>
                  <a:cubicBezTo>
                    <a:pt x="26" y="215"/>
                    <a:pt x="21" y="204"/>
                    <a:pt x="13" y="200"/>
                  </a:cubicBezTo>
                  <a:cubicBezTo>
                    <a:pt x="2" y="195"/>
                    <a:pt x="0" y="184"/>
                    <a:pt x="1" y="136"/>
                  </a:cubicBezTo>
                  <a:cubicBezTo>
                    <a:pt x="1" y="84"/>
                    <a:pt x="3" y="76"/>
                    <a:pt x="18" y="65"/>
                  </a:cubicBezTo>
                  <a:cubicBezTo>
                    <a:pt x="27" y="58"/>
                    <a:pt x="41" y="52"/>
                    <a:pt x="48" y="52"/>
                  </a:cubicBezTo>
                  <a:cubicBezTo>
                    <a:pt x="56" y="52"/>
                    <a:pt x="72" y="42"/>
                    <a:pt x="84" y="30"/>
                  </a:cubicBezTo>
                  <a:cubicBezTo>
                    <a:pt x="112" y="0"/>
                    <a:pt x="125" y="10"/>
                    <a:pt x="112" y="51"/>
                  </a:cubicBezTo>
                  <a:cubicBezTo>
                    <a:pt x="100" y="86"/>
                    <a:pt x="106" y="115"/>
                    <a:pt x="127" y="115"/>
                  </a:cubicBezTo>
                  <a:cubicBezTo>
                    <a:pt x="139" y="115"/>
                    <a:pt x="140" y="117"/>
                    <a:pt x="133" y="126"/>
                  </a:cubicBezTo>
                  <a:cubicBezTo>
                    <a:pt x="128" y="132"/>
                    <a:pt x="122" y="135"/>
                    <a:pt x="120" y="133"/>
                  </a:cubicBezTo>
                  <a:cubicBezTo>
                    <a:pt x="113" y="126"/>
                    <a:pt x="98" y="144"/>
                    <a:pt x="102" y="154"/>
                  </a:cubicBezTo>
                  <a:cubicBezTo>
                    <a:pt x="104" y="160"/>
                    <a:pt x="101" y="164"/>
                    <a:pt x="94" y="164"/>
                  </a:cubicBezTo>
                  <a:cubicBezTo>
                    <a:pt x="87" y="164"/>
                    <a:pt x="84" y="167"/>
                    <a:pt x="86" y="171"/>
                  </a:cubicBezTo>
                  <a:cubicBezTo>
                    <a:pt x="89" y="175"/>
                    <a:pt x="86" y="178"/>
                    <a:pt x="81" y="178"/>
                  </a:cubicBezTo>
                  <a:cubicBezTo>
                    <a:pt x="75" y="178"/>
                    <a:pt x="72" y="189"/>
                    <a:pt x="72" y="210"/>
                  </a:cubicBezTo>
                  <a:cubicBezTo>
                    <a:pt x="72" y="227"/>
                    <a:pt x="75" y="242"/>
                    <a:pt x="79" y="242"/>
                  </a:cubicBezTo>
                  <a:cubicBezTo>
                    <a:pt x="83" y="242"/>
                    <a:pt x="81" y="245"/>
                    <a:pt x="76" y="249"/>
                  </a:cubicBezTo>
                  <a:cubicBezTo>
                    <a:pt x="64" y="256"/>
                    <a:pt x="59" y="256"/>
                    <a:pt x="38" y="25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44"/>
            <p:cNvSpPr>
              <a:spLocks/>
            </p:cNvSpPr>
            <p:nvPr/>
          </p:nvSpPr>
          <p:spPr bwMode="auto">
            <a:xfrm>
              <a:off x="5788025" y="2679700"/>
              <a:ext cx="111125" cy="142875"/>
            </a:xfrm>
            <a:custGeom>
              <a:avLst/>
              <a:gdLst/>
              <a:ahLst/>
              <a:cxnLst>
                <a:cxn ang="0">
                  <a:pos x="30" y="80"/>
                </a:cxn>
                <a:cxn ang="0">
                  <a:pos x="11" y="60"/>
                </a:cxn>
                <a:cxn ang="0">
                  <a:pos x="7" y="43"/>
                </a:cxn>
                <a:cxn ang="0">
                  <a:pos x="32" y="13"/>
                </a:cxn>
                <a:cxn ang="0">
                  <a:pos x="71" y="7"/>
                </a:cxn>
                <a:cxn ang="0">
                  <a:pos x="70" y="38"/>
                </a:cxn>
                <a:cxn ang="0">
                  <a:pos x="59" y="45"/>
                </a:cxn>
                <a:cxn ang="0">
                  <a:pos x="63" y="62"/>
                </a:cxn>
                <a:cxn ang="0">
                  <a:pos x="60" y="72"/>
                </a:cxn>
                <a:cxn ang="0">
                  <a:pos x="56" y="87"/>
                </a:cxn>
                <a:cxn ang="0">
                  <a:pos x="30" y="80"/>
                </a:cxn>
              </a:cxnLst>
              <a:rect l="0" t="0" r="r" b="b"/>
              <a:pathLst>
                <a:path w="80" h="102">
                  <a:moveTo>
                    <a:pt x="30" y="80"/>
                  </a:moveTo>
                  <a:cubicBezTo>
                    <a:pt x="17" y="71"/>
                    <a:pt x="8" y="62"/>
                    <a:pt x="11" y="60"/>
                  </a:cubicBezTo>
                  <a:cubicBezTo>
                    <a:pt x="13" y="58"/>
                    <a:pt x="11" y="50"/>
                    <a:pt x="7" y="43"/>
                  </a:cubicBezTo>
                  <a:cubicBezTo>
                    <a:pt x="0" y="30"/>
                    <a:pt x="3" y="27"/>
                    <a:pt x="32" y="13"/>
                  </a:cubicBezTo>
                  <a:cubicBezTo>
                    <a:pt x="59" y="1"/>
                    <a:pt x="67" y="0"/>
                    <a:pt x="71" y="7"/>
                  </a:cubicBezTo>
                  <a:cubicBezTo>
                    <a:pt x="80" y="20"/>
                    <a:pt x="79" y="43"/>
                    <a:pt x="70" y="38"/>
                  </a:cubicBezTo>
                  <a:cubicBezTo>
                    <a:pt x="66" y="35"/>
                    <a:pt x="61" y="39"/>
                    <a:pt x="59" y="45"/>
                  </a:cubicBezTo>
                  <a:cubicBezTo>
                    <a:pt x="56" y="51"/>
                    <a:pt x="58" y="59"/>
                    <a:pt x="63" y="62"/>
                  </a:cubicBezTo>
                  <a:cubicBezTo>
                    <a:pt x="69" y="66"/>
                    <a:pt x="68" y="69"/>
                    <a:pt x="60" y="72"/>
                  </a:cubicBezTo>
                  <a:cubicBezTo>
                    <a:pt x="50" y="76"/>
                    <a:pt x="49" y="79"/>
                    <a:pt x="56" y="87"/>
                  </a:cubicBezTo>
                  <a:cubicBezTo>
                    <a:pt x="69" y="102"/>
                    <a:pt x="56" y="99"/>
                    <a:pt x="30" y="8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45"/>
            <p:cNvSpPr>
              <a:spLocks/>
            </p:cNvSpPr>
            <p:nvPr/>
          </p:nvSpPr>
          <p:spPr bwMode="auto">
            <a:xfrm>
              <a:off x="6462713" y="2774950"/>
              <a:ext cx="41275" cy="39687"/>
            </a:xfrm>
            <a:custGeom>
              <a:avLst/>
              <a:gdLst/>
              <a:ahLst/>
              <a:cxnLst>
                <a:cxn ang="0">
                  <a:pos x="7" y="23"/>
                </a:cxn>
                <a:cxn ang="0">
                  <a:pos x="23" y="8"/>
                </a:cxn>
                <a:cxn ang="0">
                  <a:pos x="29" y="14"/>
                </a:cxn>
                <a:cxn ang="0">
                  <a:pos x="13" y="29"/>
                </a:cxn>
                <a:cxn ang="0">
                  <a:pos x="7" y="23"/>
                </a:cxn>
              </a:cxnLst>
              <a:rect l="0" t="0" r="r" b="b"/>
              <a:pathLst>
                <a:path w="29" h="29">
                  <a:moveTo>
                    <a:pt x="7" y="23"/>
                  </a:moveTo>
                  <a:cubicBezTo>
                    <a:pt x="12" y="20"/>
                    <a:pt x="20" y="13"/>
                    <a:pt x="23" y="8"/>
                  </a:cubicBezTo>
                  <a:cubicBezTo>
                    <a:pt x="28" y="0"/>
                    <a:pt x="29" y="2"/>
                    <a:pt x="29" y="14"/>
                  </a:cubicBezTo>
                  <a:cubicBezTo>
                    <a:pt x="29" y="25"/>
                    <a:pt x="25" y="29"/>
                    <a:pt x="13" y="29"/>
                  </a:cubicBezTo>
                  <a:cubicBezTo>
                    <a:pt x="2" y="29"/>
                    <a:pt x="0" y="28"/>
                    <a:pt x="7" y="2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46"/>
            <p:cNvSpPr>
              <a:spLocks/>
            </p:cNvSpPr>
            <p:nvPr/>
          </p:nvSpPr>
          <p:spPr bwMode="auto">
            <a:xfrm>
              <a:off x="6038850" y="2774950"/>
              <a:ext cx="34925" cy="30162"/>
            </a:xfrm>
            <a:custGeom>
              <a:avLst/>
              <a:gdLst/>
              <a:ahLst/>
              <a:cxnLst>
                <a:cxn ang="0">
                  <a:pos x="8" y="15"/>
                </a:cxn>
                <a:cxn ang="0">
                  <a:pos x="19" y="12"/>
                </a:cxn>
                <a:cxn ang="0">
                  <a:pos x="20" y="22"/>
                </a:cxn>
                <a:cxn ang="0">
                  <a:pos x="8" y="15"/>
                </a:cxn>
              </a:cxnLst>
              <a:rect l="0" t="0" r="r" b="b"/>
              <a:pathLst>
                <a:path w="25" h="22">
                  <a:moveTo>
                    <a:pt x="8" y="15"/>
                  </a:moveTo>
                  <a:cubicBezTo>
                    <a:pt x="0" y="3"/>
                    <a:pt x="9" y="0"/>
                    <a:pt x="19" y="12"/>
                  </a:cubicBezTo>
                  <a:cubicBezTo>
                    <a:pt x="25" y="18"/>
                    <a:pt x="25" y="22"/>
                    <a:pt x="20" y="22"/>
                  </a:cubicBezTo>
                  <a:cubicBezTo>
                    <a:pt x="16" y="22"/>
                    <a:pt x="11" y="19"/>
                    <a:pt x="8" y="1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47"/>
            <p:cNvSpPr>
              <a:spLocks/>
            </p:cNvSpPr>
            <p:nvPr/>
          </p:nvSpPr>
          <p:spPr bwMode="auto">
            <a:xfrm>
              <a:off x="5792788" y="698500"/>
              <a:ext cx="911225" cy="2066925"/>
            </a:xfrm>
            <a:custGeom>
              <a:avLst/>
              <a:gdLst/>
              <a:ahLst/>
              <a:cxnLst>
                <a:cxn ang="0">
                  <a:pos x="99" y="1463"/>
                </a:cxn>
                <a:cxn ang="0">
                  <a:pos x="82" y="1412"/>
                </a:cxn>
                <a:cxn ang="0">
                  <a:pos x="13" y="1213"/>
                </a:cxn>
                <a:cxn ang="0">
                  <a:pos x="35" y="1113"/>
                </a:cxn>
                <a:cxn ang="0">
                  <a:pos x="44" y="1072"/>
                </a:cxn>
                <a:cxn ang="0">
                  <a:pos x="68" y="971"/>
                </a:cxn>
                <a:cxn ang="0">
                  <a:pos x="89" y="911"/>
                </a:cxn>
                <a:cxn ang="0">
                  <a:pos x="55" y="836"/>
                </a:cxn>
                <a:cxn ang="0">
                  <a:pos x="53" y="741"/>
                </a:cxn>
                <a:cxn ang="0">
                  <a:pos x="96" y="621"/>
                </a:cxn>
                <a:cxn ang="0">
                  <a:pos x="154" y="609"/>
                </a:cxn>
                <a:cxn ang="0">
                  <a:pos x="153" y="518"/>
                </a:cxn>
                <a:cxn ang="0">
                  <a:pos x="200" y="367"/>
                </a:cxn>
                <a:cxn ang="0">
                  <a:pos x="240" y="298"/>
                </a:cxn>
                <a:cxn ang="0">
                  <a:pos x="263" y="204"/>
                </a:cxn>
                <a:cxn ang="0">
                  <a:pos x="301" y="139"/>
                </a:cxn>
                <a:cxn ang="0">
                  <a:pos x="352" y="130"/>
                </a:cxn>
                <a:cxn ang="0">
                  <a:pos x="368" y="63"/>
                </a:cxn>
                <a:cxn ang="0">
                  <a:pos x="389" y="77"/>
                </a:cxn>
                <a:cxn ang="0">
                  <a:pos x="458" y="87"/>
                </a:cxn>
                <a:cxn ang="0">
                  <a:pos x="465" y="52"/>
                </a:cxn>
                <a:cxn ang="0">
                  <a:pos x="471" y="0"/>
                </a:cxn>
                <a:cxn ang="0">
                  <a:pos x="540" y="56"/>
                </a:cxn>
                <a:cxn ang="0">
                  <a:pos x="631" y="218"/>
                </a:cxn>
                <a:cxn ang="0">
                  <a:pos x="641" y="257"/>
                </a:cxn>
                <a:cxn ang="0">
                  <a:pos x="646" y="369"/>
                </a:cxn>
                <a:cxn ang="0">
                  <a:pos x="593" y="400"/>
                </a:cxn>
                <a:cxn ang="0">
                  <a:pos x="575" y="403"/>
                </a:cxn>
                <a:cxn ang="0">
                  <a:pos x="547" y="460"/>
                </a:cxn>
                <a:cxn ang="0">
                  <a:pos x="520" y="511"/>
                </a:cxn>
                <a:cxn ang="0">
                  <a:pos x="517" y="586"/>
                </a:cxn>
                <a:cxn ang="0">
                  <a:pos x="450" y="669"/>
                </a:cxn>
                <a:cxn ang="0">
                  <a:pos x="335" y="790"/>
                </a:cxn>
                <a:cxn ang="0">
                  <a:pos x="317" y="861"/>
                </a:cxn>
                <a:cxn ang="0">
                  <a:pos x="331" y="987"/>
                </a:cxn>
                <a:cxn ang="0">
                  <a:pos x="384" y="1088"/>
                </a:cxn>
                <a:cxn ang="0">
                  <a:pos x="366" y="1120"/>
                </a:cxn>
                <a:cxn ang="0">
                  <a:pos x="353" y="1140"/>
                </a:cxn>
                <a:cxn ang="0">
                  <a:pos x="332" y="1145"/>
                </a:cxn>
                <a:cxn ang="0">
                  <a:pos x="285" y="1236"/>
                </a:cxn>
                <a:cxn ang="0">
                  <a:pos x="271" y="1333"/>
                </a:cxn>
                <a:cxn ang="0">
                  <a:pos x="213" y="1409"/>
                </a:cxn>
                <a:cxn ang="0">
                  <a:pos x="175" y="1423"/>
                </a:cxn>
                <a:cxn ang="0">
                  <a:pos x="142" y="1472"/>
                </a:cxn>
                <a:cxn ang="0">
                  <a:pos x="100" y="1476"/>
                </a:cxn>
              </a:cxnLst>
              <a:rect l="0" t="0" r="r" b="b"/>
              <a:pathLst>
                <a:path w="653" h="1481">
                  <a:moveTo>
                    <a:pt x="100" y="1476"/>
                  </a:moveTo>
                  <a:cubicBezTo>
                    <a:pt x="97" y="1472"/>
                    <a:pt x="97" y="1466"/>
                    <a:pt x="99" y="1463"/>
                  </a:cubicBezTo>
                  <a:cubicBezTo>
                    <a:pt x="101" y="1459"/>
                    <a:pt x="96" y="1447"/>
                    <a:pt x="89" y="1434"/>
                  </a:cubicBezTo>
                  <a:cubicBezTo>
                    <a:pt x="81" y="1422"/>
                    <a:pt x="78" y="1412"/>
                    <a:pt x="82" y="1412"/>
                  </a:cubicBezTo>
                  <a:cubicBezTo>
                    <a:pt x="91" y="1412"/>
                    <a:pt x="91" y="1368"/>
                    <a:pt x="82" y="1359"/>
                  </a:cubicBezTo>
                  <a:cubicBezTo>
                    <a:pt x="69" y="1345"/>
                    <a:pt x="22" y="1247"/>
                    <a:pt x="13" y="1213"/>
                  </a:cubicBezTo>
                  <a:cubicBezTo>
                    <a:pt x="1" y="1170"/>
                    <a:pt x="0" y="1136"/>
                    <a:pt x="10" y="1152"/>
                  </a:cubicBezTo>
                  <a:cubicBezTo>
                    <a:pt x="22" y="1170"/>
                    <a:pt x="35" y="1148"/>
                    <a:pt x="35" y="1113"/>
                  </a:cubicBezTo>
                  <a:cubicBezTo>
                    <a:pt x="34" y="1096"/>
                    <a:pt x="37" y="1082"/>
                    <a:pt x="41" y="1082"/>
                  </a:cubicBezTo>
                  <a:cubicBezTo>
                    <a:pt x="44" y="1082"/>
                    <a:pt x="46" y="1078"/>
                    <a:pt x="44" y="1072"/>
                  </a:cubicBezTo>
                  <a:cubicBezTo>
                    <a:pt x="42" y="1067"/>
                    <a:pt x="46" y="1060"/>
                    <a:pt x="53" y="1055"/>
                  </a:cubicBezTo>
                  <a:cubicBezTo>
                    <a:pt x="69" y="1045"/>
                    <a:pt x="77" y="1001"/>
                    <a:pt x="68" y="971"/>
                  </a:cubicBezTo>
                  <a:cubicBezTo>
                    <a:pt x="63" y="953"/>
                    <a:pt x="63" y="948"/>
                    <a:pt x="71" y="948"/>
                  </a:cubicBezTo>
                  <a:cubicBezTo>
                    <a:pt x="79" y="948"/>
                    <a:pt x="88" y="928"/>
                    <a:pt x="89" y="911"/>
                  </a:cubicBezTo>
                  <a:cubicBezTo>
                    <a:pt x="89" y="908"/>
                    <a:pt x="82" y="899"/>
                    <a:pt x="73" y="890"/>
                  </a:cubicBezTo>
                  <a:cubicBezTo>
                    <a:pt x="61" y="878"/>
                    <a:pt x="56" y="865"/>
                    <a:pt x="55" y="836"/>
                  </a:cubicBezTo>
                  <a:cubicBezTo>
                    <a:pt x="55" y="814"/>
                    <a:pt x="53" y="789"/>
                    <a:pt x="53" y="779"/>
                  </a:cubicBezTo>
                  <a:cubicBezTo>
                    <a:pt x="52" y="770"/>
                    <a:pt x="52" y="752"/>
                    <a:pt x="53" y="741"/>
                  </a:cubicBezTo>
                  <a:cubicBezTo>
                    <a:pt x="53" y="729"/>
                    <a:pt x="54" y="715"/>
                    <a:pt x="53" y="709"/>
                  </a:cubicBezTo>
                  <a:cubicBezTo>
                    <a:pt x="51" y="672"/>
                    <a:pt x="73" y="629"/>
                    <a:pt x="96" y="621"/>
                  </a:cubicBezTo>
                  <a:cubicBezTo>
                    <a:pt x="103" y="619"/>
                    <a:pt x="117" y="619"/>
                    <a:pt x="127" y="622"/>
                  </a:cubicBezTo>
                  <a:cubicBezTo>
                    <a:pt x="142" y="625"/>
                    <a:pt x="147" y="623"/>
                    <a:pt x="154" y="609"/>
                  </a:cubicBezTo>
                  <a:cubicBezTo>
                    <a:pt x="162" y="591"/>
                    <a:pt x="153" y="562"/>
                    <a:pt x="139" y="562"/>
                  </a:cubicBezTo>
                  <a:cubicBezTo>
                    <a:pt x="135" y="562"/>
                    <a:pt x="142" y="542"/>
                    <a:pt x="153" y="518"/>
                  </a:cubicBezTo>
                  <a:cubicBezTo>
                    <a:pt x="169" y="484"/>
                    <a:pt x="175" y="461"/>
                    <a:pt x="176" y="424"/>
                  </a:cubicBezTo>
                  <a:cubicBezTo>
                    <a:pt x="178" y="375"/>
                    <a:pt x="179" y="374"/>
                    <a:pt x="200" y="367"/>
                  </a:cubicBezTo>
                  <a:cubicBezTo>
                    <a:pt x="216" y="363"/>
                    <a:pt x="221" y="357"/>
                    <a:pt x="221" y="344"/>
                  </a:cubicBezTo>
                  <a:cubicBezTo>
                    <a:pt x="221" y="334"/>
                    <a:pt x="230" y="313"/>
                    <a:pt x="240" y="298"/>
                  </a:cubicBezTo>
                  <a:cubicBezTo>
                    <a:pt x="275" y="244"/>
                    <a:pt x="277" y="247"/>
                    <a:pt x="264" y="228"/>
                  </a:cubicBezTo>
                  <a:cubicBezTo>
                    <a:pt x="251" y="208"/>
                    <a:pt x="250" y="204"/>
                    <a:pt x="263" y="204"/>
                  </a:cubicBezTo>
                  <a:cubicBezTo>
                    <a:pt x="269" y="204"/>
                    <a:pt x="277" y="192"/>
                    <a:pt x="282" y="178"/>
                  </a:cubicBezTo>
                  <a:cubicBezTo>
                    <a:pt x="287" y="163"/>
                    <a:pt x="296" y="146"/>
                    <a:pt x="301" y="139"/>
                  </a:cubicBezTo>
                  <a:cubicBezTo>
                    <a:pt x="311" y="129"/>
                    <a:pt x="314" y="129"/>
                    <a:pt x="328" y="138"/>
                  </a:cubicBezTo>
                  <a:cubicBezTo>
                    <a:pt x="343" y="147"/>
                    <a:pt x="344" y="147"/>
                    <a:pt x="352" y="130"/>
                  </a:cubicBezTo>
                  <a:cubicBezTo>
                    <a:pt x="357" y="120"/>
                    <a:pt x="360" y="101"/>
                    <a:pt x="360" y="88"/>
                  </a:cubicBezTo>
                  <a:cubicBezTo>
                    <a:pt x="360" y="74"/>
                    <a:pt x="364" y="63"/>
                    <a:pt x="368" y="63"/>
                  </a:cubicBezTo>
                  <a:cubicBezTo>
                    <a:pt x="371" y="63"/>
                    <a:pt x="375" y="67"/>
                    <a:pt x="375" y="70"/>
                  </a:cubicBezTo>
                  <a:cubicBezTo>
                    <a:pt x="375" y="74"/>
                    <a:pt x="381" y="77"/>
                    <a:pt x="389" y="77"/>
                  </a:cubicBezTo>
                  <a:cubicBezTo>
                    <a:pt x="397" y="77"/>
                    <a:pt x="414" y="83"/>
                    <a:pt x="426" y="89"/>
                  </a:cubicBezTo>
                  <a:cubicBezTo>
                    <a:pt x="447" y="100"/>
                    <a:pt x="449" y="99"/>
                    <a:pt x="458" y="87"/>
                  </a:cubicBezTo>
                  <a:cubicBezTo>
                    <a:pt x="464" y="79"/>
                    <a:pt x="465" y="73"/>
                    <a:pt x="461" y="72"/>
                  </a:cubicBezTo>
                  <a:cubicBezTo>
                    <a:pt x="457" y="70"/>
                    <a:pt x="458" y="62"/>
                    <a:pt x="465" y="52"/>
                  </a:cubicBezTo>
                  <a:cubicBezTo>
                    <a:pt x="474" y="38"/>
                    <a:pt x="475" y="31"/>
                    <a:pt x="469" y="17"/>
                  </a:cubicBezTo>
                  <a:cubicBezTo>
                    <a:pt x="462" y="4"/>
                    <a:pt x="463" y="0"/>
                    <a:pt x="471" y="0"/>
                  </a:cubicBezTo>
                  <a:cubicBezTo>
                    <a:pt x="476" y="0"/>
                    <a:pt x="482" y="5"/>
                    <a:pt x="484" y="10"/>
                  </a:cubicBezTo>
                  <a:cubicBezTo>
                    <a:pt x="486" y="16"/>
                    <a:pt x="511" y="36"/>
                    <a:pt x="540" y="56"/>
                  </a:cubicBezTo>
                  <a:cubicBezTo>
                    <a:pt x="608" y="103"/>
                    <a:pt x="628" y="132"/>
                    <a:pt x="626" y="181"/>
                  </a:cubicBezTo>
                  <a:cubicBezTo>
                    <a:pt x="625" y="201"/>
                    <a:pt x="627" y="218"/>
                    <a:pt x="631" y="218"/>
                  </a:cubicBezTo>
                  <a:cubicBezTo>
                    <a:pt x="635" y="218"/>
                    <a:pt x="636" y="224"/>
                    <a:pt x="634" y="231"/>
                  </a:cubicBezTo>
                  <a:cubicBezTo>
                    <a:pt x="632" y="239"/>
                    <a:pt x="636" y="246"/>
                    <a:pt x="641" y="257"/>
                  </a:cubicBezTo>
                  <a:cubicBezTo>
                    <a:pt x="650" y="273"/>
                    <a:pt x="651" y="284"/>
                    <a:pt x="645" y="310"/>
                  </a:cubicBezTo>
                  <a:cubicBezTo>
                    <a:pt x="641" y="332"/>
                    <a:pt x="641" y="351"/>
                    <a:pt x="646" y="369"/>
                  </a:cubicBezTo>
                  <a:cubicBezTo>
                    <a:pt x="650" y="384"/>
                    <a:pt x="653" y="399"/>
                    <a:pt x="653" y="403"/>
                  </a:cubicBezTo>
                  <a:cubicBezTo>
                    <a:pt x="653" y="413"/>
                    <a:pt x="606" y="410"/>
                    <a:pt x="593" y="400"/>
                  </a:cubicBezTo>
                  <a:cubicBezTo>
                    <a:pt x="585" y="394"/>
                    <a:pt x="582" y="393"/>
                    <a:pt x="582" y="399"/>
                  </a:cubicBezTo>
                  <a:cubicBezTo>
                    <a:pt x="582" y="404"/>
                    <a:pt x="579" y="406"/>
                    <a:pt x="575" y="403"/>
                  </a:cubicBezTo>
                  <a:cubicBezTo>
                    <a:pt x="571" y="401"/>
                    <a:pt x="568" y="408"/>
                    <a:pt x="568" y="420"/>
                  </a:cubicBezTo>
                  <a:cubicBezTo>
                    <a:pt x="568" y="434"/>
                    <a:pt x="561" y="447"/>
                    <a:pt x="547" y="460"/>
                  </a:cubicBezTo>
                  <a:cubicBezTo>
                    <a:pt x="535" y="471"/>
                    <a:pt x="527" y="483"/>
                    <a:pt x="529" y="486"/>
                  </a:cubicBezTo>
                  <a:cubicBezTo>
                    <a:pt x="531" y="489"/>
                    <a:pt x="527" y="500"/>
                    <a:pt x="520" y="511"/>
                  </a:cubicBezTo>
                  <a:cubicBezTo>
                    <a:pt x="506" y="533"/>
                    <a:pt x="506" y="547"/>
                    <a:pt x="523" y="560"/>
                  </a:cubicBezTo>
                  <a:cubicBezTo>
                    <a:pt x="533" y="568"/>
                    <a:pt x="533" y="570"/>
                    <a:pt x="517" y="586"/>
                  </a:cubicBezTo>
                  <a:cubicBezTo>
                    <a:pt x="508" y="596"/>
                    <a:pt x="497" y="614"/>
                    <a:pt x="493" y="627"/>
                  </a:cubicBezTo>
                  <a:cubicBezTo>
                    <a:pt x="488" y="642"/>
                    <a:pt x="475" y="655"/>
                    <a:pt x="450" y="669"/>
                  </a:cubicBezTo>
                  <a:cubicBezTo>
                    <a:pt x="417" y="688"/>
                    <a:pt x="353" y="755"/>
                    <a:pt x="353" y="771"/>
                  </a:cubicBezTo>
                  <a:cubicBezTo>
                    <a:pt x="353" y="775"/>
                    <a:pt x="345" y="783"/>
                    <a:pt x="335" y="790"/>
                  </a:cubicBezTo>
                  <a:cubicBezTo>
                    <a:pt x="321" y="798"/>
                    <a:pt x="319" y="804"/>
                    <a:pt x="324" y="810"/>
                  </a:cubicBezTo>
                  <a:cubicBezTo>
                    <a:pt x="330" y="817"/>
                    <a:pt x="328" y="831"/>
                    <a:pt x="317" y="861"/>
                  </a:cubicBezTo>
                  <a:cubicBezTo>
                    <a:pt x="306" y="893"/>
                    <a:pt x="304" y="912"/>
                    <a:pt x="307" y="942"/>
                  </a:cubicBezTo>
                  <a:cubicBezTo>
                    <a:pt x="311" y="979"/>
                    <a:pt x="313" y="983"/>
                    <a:pt x="331" y="987"/>
                  </a:cubicBezTo>
                  <a:cubicBezTo>
                    <a:pt x="352" y="991"/>
                    <a:pt x="403" y="1050"/>
                    <a:pt x="403" y="1069"/>
                  </a:cubicBezTo>
                  <a:cubicBezTo>
                    <a:pt x="403" y="1075"/>
                    <a:pt x="394" y="1083"/>
                    <a:pt x="384" y="1088"/>
                  </a:cubicBezTo>
                  <a:cubicBezTo>
                    <a:pt x="365" y="1096"/>
                    <a:pt x="365" y="1098"/>
                    <a:pt x="377" y="1106"/>
                  </a:cubicBezTo>
                  <a:cubicBezTo>
                    <a:pt x="391" y="1116"/>
                    <a:pt x="381" y="1129"/>
                    <a:pt x="366" y="1120"/>
                  </a:cubicBezTo>
                  <a:cubicBezTo>
                    <a:pt x="362" y="1117"/>
                    <a:pt x="360" y="1118"/>
                    <a:pt x="363" y="1122"/>
                  </a:cubicBezTo>
                  <a:cubicBezTo>
                    <a:pt x="365" y="1125"/>
                    <a:pt x="361" y="1134"/>
                    <a:pt x="353" y="1140"/>
                  </a:cubicBezTo>
                  <a:cubicBezTo>
                    <a:pt x="344" y="1148"/>
                    <a:pt x="339" y="1149"/>
                    <a:pt x="336" y="1143"/>
                  </a:cubicBezTo>
                  <a:cubicBezTo>
                    <a:pt x="334" y="1138"/>
                    <a:pt x="333" y="1138"/>
                    <a:pt x="332" y="1145"/>
                  </a:cubicBezTo>
                  <a:cubicBezTo>
                    <a:pt x="332" y="1151"/>
                    <a:pt x="322" y="1163"/>
                    <a:pt x="310" y="1173"/>
                  </a:cubicBezTo>
                  <a:cubicBezTo>
                    <a:pt x="291" y="1189"/>
                    <a:pt x="288" y="1196"/>
                    <a:pt x="285" y="1236"/>
                  </a:cubicBezTo>
                  <a:cubicBezTo>
                    <a:pt x="283" y="1262"/>
                    <a:pt x="279" y="1288"/>
                    <a:pt x="277" y="1296"/>
                  </a:cubicBezTo>
                  <a:cubicBezTo>
                    <a:pt x="275" y="1304"/>
                    <a:pt x="272" y="1320"/>
                    <a:pt x="271" y="1333"/>
                  </a:cubicBezTo>
                  <a:cubicBezTo>
                    <a:pt x="270" y="1346"/>
                    <a:pt x="264" y="1369"/>
                    <a:pt x="257" y="1385"/>
                  </a:cubicBezTo>
                  <a:cubicBezTo>
                    <a:pt x="243" y="1413"/>
                    <a:pt x="243" y="1413"/>
                    <a:pt x="213" y="1409"/>
                  </a:cubicBezTo>
                  <a:cubicBezTo>
                    <a:pt x="187" y="1405"/>
                    <a:pt x="182" y="1406"/>
                    <a:pt x="182" y="1416"/>
                  </a:cubicBezTo>
                  <a:cubicBezTo>
                    <a:pt x="182" y="1422"/>
                    <a:pt x="179" y="1425"/>
                    <a:pt x="175" y="1423"/>
                  </a:cubicBezTo>
                  <a:cubicBezTo>
                    <a:pt x="166" y="1417"/>
                    <a:pt x="153" y="1437"/>
                    <a:pt x="155" y="1454"/>
                  </a:cubicBezTo>
                  <a:cubicBezTo>
                    <a:pt x="156" y="1466"/>
                    <a:pt x="153" y="1471"/>
                    <a:pt x="142" y="1472"/>
                  </a:cubicBezTo>
                  <a:cubicBezTo>
                    <a:pt x="135" y="1473"/>
                    <a:pt x="123" y="1476"/>
                    <a:pt x="116" y="1478"/>
                  </a:cubicBezTo>
                  <a:cubicBezTo>
                    <a:pt x="110" y="1481"/>
                    <a:pt x="103" y="1480"/>
                    <a:pt x="100" y="1476"/>
                  </a:cubicBezTo>
                  <a:close/>
                </a:path>
              </a:pathLst>
            </a:custGeom>
            <a:solidFill>
              <a:schemeClr val="accent1"/>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48"/>
            <p:cNvSpPr>
              <a:spLocks/>
            </p:cNvSpPr>
            <p:nvPr/>
          </p:nvSpPr>
          <p:spPr bwMode="auto">
            <a:xfrm>
              <a:off x="6494463" y="2420938"/>
              <a:ext cx="508000" cy="306387"/>
            </a:xfrm>
            <a:custGeom>
              <a:avLst/>
              <a:gdLst/>
              <a:ahLst/>
              <a:cxnLst>
                <a:cxn ang="0">
                  <a:pos x="259" y="195"/>
                </a:cxn>
                <a:cxn ang="0">
                  <a:pos x="225" y="170"/>
                </a:cxn>
                <a:cxn ang="0">
                  <a:pos x="204" y="158"/>
                </a:cxn>
                <a:cxn ang="0">
                  <a:pos x="185" y="154"/>
                </a:cxn>
                <a:cxn ang="0">
                  <a:pos x="165" y="160"/>
                </a:cxn>
                <a:cxn ang="0">
                  <a:pos x="101" y="153"/>
                </a:cxn>
                <a:cxn ang="0">
                  <a:pos x="24" y="164"/>
                </a:cxn>
                <a:cxn ang="0">
                  <a:pos x="0" y="178"/>
                </a:cxn>
                <a:cxn ang="0">
                  <a:pos x="0" y="158"/>
                </a:cxn>
                <a:cxn ang="0">
                  <a:pos x="11" y="118"/>
                </a:cxn>
                <a:cxn ang="0">
                  <a:pos x="22" y="83"/>
                </a:cxn>
                <a:cxn ang="0">
                  <a:pos x="54" y="47"/>
                </a:cxn>
                <a:cxn ang="0">
                  <a:pos x="91" y="58"/>
                </a:cxn>
                <a:cxn ang="0">
                  <a:pos x="107" y="85"/>
                </a:cxn>
                <a:cxn ang="0">
                  <a:pos x="122" y="100"/>
                </a:cxn>
                <a:cxn ang="0">
                  <a:pos x="175" y="44"/>
                </a:cxn>
                <a:cxn ang="0">
                  <a:pos x="193" y="13"/>
                </a:cxn>
                <a:cxn ang="0">
                  <a:pos x="264" y="40"/>
                </a:cxn>
                <a:cxn ang="0">
                  <a:pos x="292" y="51"/>
                </a:cxn>
                <a:cxn ang="0">
                  <a:pos x="324" y="56"/>
                </a:cxn>
                <a:cxn ang="0">
                  <a:pos x="340" y="95"/>
                </a:cxn>
                <a:cxn ang="0">
                  <a:pos x="343" y="118"/>
                </a:cxn>
                <a:cxn ang="0">
                  <a:pos x="358" y="138"/>
                </a:cxn>
                <a:cxn ang="0">
                  <a:pos x="349" y="184"/>
                </a:cxn>
                <a:cxn ang="0">
                  <a:pos x="319" y="202"/>
                </a:cxn>
                <a:cxn ang="0">
                  <a:pos x="293" y="209"/>
                </a:cxn>
                <a:cxn ang="0">
                  <a:pos x="259" y="195"/>
                </a:cxn>
              </a:cxnLst>
              <a:rect l="0" t="0" r="r" b="b"/>
              <a:pathLst>
                <a:path w="365" h="219">
                  <a:moveTo>
                    <a:pt x="259" y="195"/>
                  </a:moveTo>
                  <a:cubicBezTo>
                    <a:pt x="247" y="181"/>
                    <a:pt x="231" y="170"/>
                    <a:pt x="225" y="170"/>
                  </a:cubicBezTo>
                  <a:cubicBezTo>
                    <a:pt x="218" y="170"/>
                    <a:pt x="209" y="165"/>
                    <a:pt x="204" y="158"/>
                  </a:cubicBezTo>
                  <a:cubicBezTo>
                    <a:pt x="197" y="149"/>
                    <a:pt x="192" y="148"/>
                    <a:pt x="185" y="154"/>
                  </a:cubicBezTo>
                  <a:cubicBezTo>
                    <a:pt x="180" y="158"/>
                    <a:pt x="171" y="160"/>
                    <a:pt x="165" y="160"/>
                  </a:cubicBezTo>
                  <a:cubicBezTo>
                    <a:pt x="159" y="159"/>
                    <a:pt x="130" y="156"/>
                    <a:pt x="101" y="153"/>
                  </a:cubicBezTo>
                  <a:cubicBezTo>
                    <a:pt x="55" y="150"/>
                    <a:pt x="45" y="151"/>
                    <a:pt x="24" y="164"/>
                  </a:cubicBezTo>
                  <a:cubicBezTo>
                    <a:pt x="0" y="178"/>
                    <a:pt x="0" y="178"/>
                    <a:pt x="0" y="178"/>
                  </a:cubicBezTo>
                  <a:cubicBezTo>
                    <a:pt x="0" y="158"/>
                    <a:pt x="0" y="158"/>
                    <a:pt x="0" y="158"/>
                  </a:cubicBezTo>
                  <a:cubicBezTo>
                    <a:pt x="0" y="147"/>
                    <a:pt x="5" y="129"/>
                    <a:pt x="11" y="118"/>
                  </a:cubicBezTo>
                  <a:cubicBezTo>
                    <a:pt x="17" y="107"/>
                    <a:pt x="22" y="91"/>
                    <a:pt x="22" y="83"/>
                  </a:cubicBezTo>
                  <a:cubicBezTo>
                    <a:pt x="22" y="63"/>
                    <a:pt x="29" y="55"/>
                    <a:pt x="54" y="47"/>
                  </a:cubicBezTo>
                  <a:cubicBezTo>
                    <a:pt x="73" y="40"/>
                    <a:pt x="77" y="42"/>
                    <a:pt x="91" y="58"/>
                  </a:cubicBezTo>
                  <a:cubicBezTo>
                    <a:pt x="100" y="69"/>
                    <a:pt x="107" y="81"/>
                    <a:pt x="107" y="85"/>
                  </a:cubicBezTo>
                  <a:cubicBezTo>
                    <a:pt x="107" y="89"/>
                    <a:pt x="114" y="96"/>
                    <a:pt x="122" y="100"/>
                  </a:cubicBezTo>
                  <a:cubicBezTo>
                    <a:pt x="151" y="115"/>
                    <a:pt x="184" y="80"/>
                    <a:pt x="175" y="44"/>
                  </a:cubicBezTo>
                  <a:cubicBezTo>
                    <a:pt x="172" y="27"/>
                    <a:pt x="174" y="22"/>
                    <a:pt x="193" y="13"/>
                  </a:cubicBezTo>
                  <a:cubicBezTo>
                    <a:pt x="219" y="0"/>
                    <a:pt x="233" y="6"/>
                    <a:pt x="264" y="40"/>
                  </a:cubicBezTo>
                  <a:cubicBezTo>
                    <a:pt x="276" y="54"/>
                    <a:pt x="282" y="57"/>
                    <a:pt x="292" y="51"/>
                  </a:cubicBezTo>
                  <a:cubicBezTo>
                    <a:pt x="300" y="47"/>
                    <a:pt x="310" y="48"/>
                    <a:pt x="324" y="56"/>
                  </a:cubicBezTo>
                  <a:cubicBezTo>
                    <a:pt x="342" y="67"/>
                    <a:pt x="344" y="71"/>
                    <a:pt x="340" y="95"/>
                  </a:cubicBezTo>
                  <a:cubicBezTo>
                    <a:pt x="338" y="110"/>
                    <a:pt x="339" y="120"/>
                    <a:pt x="343" y="118"/>
                  </a:cubicBezTo>
                  <a:cubicBezTo>
                    <a:pt x="346" y="115"/>
                    <a:pt x="353" y="125"/>
                    <a:pt x="358" y="138"/>
                  </a:cubicBezTo>
                  <a:cubicBezTo>
                    <a:pt x="365" y="160"/>
                    <a:pt x="364" y="165"/>
                    <a:pt x="349" y="184"/>
                  </a:cubicBezTo>
                  <a:cubicBezTo>
                    <a:pt x="338" y="198"/>
                    <a:pt x="328" y="204"/>
                    <a:pt x="319" y="202"/>
                  </a:cubicBezTo>
                  <a:cubicBezTo>
                    <a:pt x="311" y="200"/>
                    <a:pt x="299" y="203"/>
                    <a:pt x="293" y="209"/>
                  </a:cubicBezTo>
                  <a:cubicBezTo>
                    <a:pt x="282" y="219"/>
                    <a:pt x="279" y="217"/>
                    <a:pt x="259" y="195"/>
                  </a:cubicBezTo>
                  <a:close/>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49"/>
            <p:cNvSpPr>
              <a:spLocks/>
            </p:cNvSpPr>
            <p:nvPr/>
          </p:nvSpPr>
          <p:spPr bwMode="auto">
            <a:xfrm>
              <a:off x="6294438" y="2433638"/>
              <a:ext cx="76200" cy="107950"/>
            </a:xfrm>
            <a:custGeom>
              <a:avLst/>
              <a:gdLst/>
              <a:ahLst/>
              <a:cxnLst>
                <a:cxn ang="0">
                  <a:pos x="0" y="56"/>
                </a:cxn>
                <a:cxn ang="0">
                  <a:pos x="44" y="0"/>
                </a:cxn>
                <a:cxn ang="0">
                  <a:pos x="39" y="19"/>
                </a:cxn>
                <a:cxn ang="0">
                  <a:pos x="30" y="39"/>
                </a:cxn>
                <a:cxn ang="0">
                  <a:pos x="7" y="78"/>
                </a:cxn>
                <a:cxn ang="0">
                  <a:pos x="0" y="56"/>
                </a:cxn>
              </a:cxnLst>
              <a:rect l="0" t="0" r="r" b="b"/>
              <a:pathLst>
                <a:path w="55" h="78">
                  <a:moveTo>
                    <a:pt x="0" y="56"/>
                  </a:moveTo>
                  <a:cubicBezTo>
                    <a:pt x="0" y="36"/>
                    <a:pt x="28" y="0"/>
                    <a:pt x="44" y="0"/>
                  </a:cubicBezTo>
                  <a:cubicBezTo>
                    <a:pt x="55" y="0"/>
                    <a:pt x="51" y="15"/>
                    <a:pt x="39" y="19"/>
                  </a:cubicBezTo>
                  <a:cubicBezTo>
                    <a:pt x="33" y="22"/>
                    <a:pt x="29" y="30"/>
                    <a:pt x="30" y="39"/>
                  </a:cubicBezTo>
                  <a:cubicBezTo>
                    <a:pt x="32" y="55"/>
                    <a:pt x="18" y="78"/>
                    <a:pt x="7" y="78"/>
                  </a:cubicBezTo>
                  <a:cubicBezTo>
                    <a:pt x="3" y="78"/>
                    <a:pt x="0" y="68"/>
                    <a:pt x="0" y="5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50"/>
            <p:cNvSpPr>
              <a:spLocks/>
            </p:cNvSpPr>
            <p:nvPr/>
          </p:nvSpPr>
          <p:spPr bwMode="auto">
            <a:xfrm>
              <a:off x="6673850" y="2217738"/>
              <a:ext cx="328613" cy="273050"/>
            </a:xfrm>
            <a:custGeom>
              <a:avLst/>
              <a:gdLst/>
              <a:ahLst/>
              <a:cxnLst>
                <a:cxn ang="0">
                  <a:pos x="138" y="181"/>
                </a:cxn>
                <a:cxn ang="0">
                  <a:pos x="77" y="145"/>
                </a:cxn>
                <a:cxn ang="0">
                  <a:pos x="52" y="136"/>
                </a:cxn>
                <a:cxn ang="0">
                  <a:pos x="36" y="118"/>
                </a:cxn>
                <a:cxn ang="0">
                  <a:pos x="9" y="100"/>
                </a:cxn>
                <a:cxn ang="0">
                  <a:pos x="9" y="84"/>
                </a:cxn>
                <a:cxn ang="0">
                  <a:pos x="11" y="79"/>
                </a:cxn>
                <a:cxn ang="0">
                  <a:pos x="1" y="57"/>
                </a:cxn>
                <a:cxn ang="0">
                  <a:pos x="14" y="37"/>
                </a:cxn>
                <a:cxn ang="0">
                  <a:pos x="29" y="28"/>
                </a:cxn>
                <a:cxn ang="0">
                  <a:pos x="79" y="10"/>
                </a:cxn>
                <a:cxn ang="0">
                  <a:pos x="96" y="8"/>
                </a:cxn>
                <a:cxn ang="0">
                  <a:pos x="152" y="13"/>
                </a:cxn>
                <a:cxn ang="0">
                  <a:pos x="204" y="21"/>
                </a:cxn>
                <a:cxn ang="0">
                  <a:pos x="235" y="21"/>
                </a:cxn>
                <a:cxn ang="0">
                  <a:pos x="218" y="51"/>
                </a:cxn>
                <a:cxn ang="0">
                  <a:pos x="207" y="148"/>
                </a:cxn>
                <a:cxn ang="0">
                  <a:pos x="201" y="176"/>
                </a:cxn>
                <a:cxn ang="0">
                  <a:pos x="179" y="186"/>
                </a:cxn>
                <a:cxn ang="0">
                  <a:pos x="161" y="189"/>
                </a:cxn>
                <a:cxn ang="0">
                  <a:pos x="138" y="181"/>
                </a:cxn>
              </a:cxnLst>
              <a:rect l="0" t="0" r="r" b="b"/>
              <a:pathLst>
                <a:path w="235" h="195">
                  <a:moveTo>
                    <a:pt x="138" y="181"/>
                  </a:moveTo>
                  <a:cubicBezTo>
                    <a:pt x="119" y="158"/>
                    <a:pt x="87" y="139"/>
                    <a:pt x="77" y="145"/>
                  </a:cubicBezTo>
                  <a:cubicBezTo>
                    <a:pt x="57" y="157"/>
                    <a:pt x="48" y="154"/>
                    <a:pt x="52" y="136"/>
                  </a:cubicBezTo>
                  <a:cubicBezTo>
                    <a:pt x="55" y="118"/>
                    <a:pt x="45" y="105"/>
                    <a:pt x="36" y="118"/>
                  </a:cubicBezTo>
                  <a:cubicBezTo>
                    <a:pt x="31" y="127"/>
                    <a:pt x="21" y="121"/>
                    <a:pt x="9" y="100"/>
                  </a:cubicBezTo>
                  <a:cubicBezTo>
                    <a:pt x="2" y="87"/>
                    <a:pt x="2" y="84"/>
                    <a:pt x="9" y="84"/>
                  </a:cubicBezTo>
                  <a:cubicBezTo>
                    <a:pt x="14" y="84"/>
                    <a:pt x="15" y="82"/>
                    <a:pt x="11" y="79"/>
                  </a:cubicBezTo>
                  <a:cubicBezTo>
                    <a:pt x="7" y="76"/>
                    <a:pt x="2" y="66"/>
                    <a:pt x="1" y="57"/>
                  </a:cubicBezTo>
                  <a:cubicBezTo>
                    <a:pt x="0" y="45"/>
                    <a:pt x="3" y="40"/>
                    <a:pt x="14" y="37"/>
                  </a:cubicBezTo>
                  <a:cubicBezTo>
                    <a:pt x="22" y="35"/>
                    <a:pt x="29" y="31"/>
                    <a:pt x="29" y="28"/>
                  </a:cubicBezTo>
                  <a:cubicBezTo>
                    <a:pt x="29" y="19"/>
                    <a:pt x="65" y="6"/>
                    <a:pt x="79" y="10"/>
                  </a:cubicBezTo>
                  <a:cubicBezTo>
                    <a:pt x="86" y="13"/>
                    <a:pt x="93" y="11"/>
                    <a:pt x="96" y="8"/>
                  </a:cubicBezTo>
                  <a:cubicBezTo>
                    <a:pt x="100" y="0"/>
                    <a:pt x="125" y="3"/>
                    <a:pt x="152" y="13"/>
                  </a:cubicBezTo>
                  <a:cubicBezTo>
                    <a:pt x="163" y="17"/>
                    <a:pt x="186" y="21"/>
                    <a:pt x="204" y="21"/>
                  </a:cubicBezTo>
                  <a:cubicBezTo>
                    <a:pt x="235" y="21"/>
                    <a:pt x="235" y="21"/>
                    <a:pt x="235" y="21"/>
                  </a:cubicBezTo>
                  <a:cubicBezTo>
                    <a:pt x="218" y="51"/>
                    <a:pt x="218" y="51"/>
                    <a:pt x="218" y="51"/>
                  </a:cubicBezTo>
                  <a:cubicBezTo>
                    <a:pt x="199" y="82"/>
                    <a:pt x="195" y="125"/>
                    <a:pt x="207" y="148"/>
                  </a:cubicBezTo>
                  <a:cubicBezTo>
                    <a:pt x="213" y="158"/>
                    <a:pt x="212" y="165"/>
                    <a:pt x="201" y="176"/>
                  </a:cubicBezTo>
                  <a:cubicBezTo>
                    <a:pt x="193" y="184"/>
                    <a:pt x="183" y="189"/>
                    <a:pt x="179" y="186"/>
                  </a:cubicBezTo>
                  <a:cubicBezTo>
                    <a:pt x="174" y="183"/>
                    <a:pt x="166" y="185"/>
                    <a:pt x="161" y="189"/>
                  </a:cubicBezTo>
                  <a:cubicBezTo>
                    <a:pt x="154" y="195"/>
                    <a:pt x="148" y="193"/>
                    <a:pt x="138" y="18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51"/>
            <p:cNvSpPr>
              <a:spLocks/>
            </p:cNvSpPr>
            <p:nvPr/>
          </p:nvSpPr>
          <p:spPr bwMode="auto">
            <a:xfrm>
              <a:off x="5332413" y="296863"/>
              <a:ext cx="1870075" cy="2133600"/>
            </a:xfrm>
            <a:custGeom>
              <a:avLst/>
              <a:gdLst/>
              <a:ahLst/>
              <a:cxnLst>
                <a:cxn ang="0">
                  <a:pos x="61" y="1448"/>
                </a:cxn>
                <a:cxn ang="0">
                  <a:pos x="75" y="1427"/>
                </a:cxn>
                <a:cxn ang="0">
                  <a:pos x="95" y="1375"/>
                </a:cxn>
                <a:cxn ang="0">
                  <a:pos x="69" y="1367"/>
                </a:cxn>
                <a:cxn ang="0">
                  <a:pos x="75" y="1322"/>
                </a:cxn>
                <a:cxn ang="0">
                  <a:pos x="29" y="1251"/>
                </a:cxn>
                <a:cxn ang="0">
                  <a:pos x="36" y="1187"/>
                </a:cxn>
                <a:cxn ang="0">
                  <a:pos x="60" y="1157"/>
                </a:cxn>
                <a:cxn ang="0">
                  <a:pos x="40" y="1127"/>
                </a:cxn>
                <a:cxn ang="0">
                  <a:pos x="121" y="1114"/>
                </a:cxn>
                <a:cxn ang="0">
                  <a:pos x="150" y="1068"/>
                </a:cxn>
                <a:cxn ang="0">
                  <a:pos x="190" y="1018"/>
                </a:cxn>
                <a:cxn ang="0">
                  <a:pos x="276" y="990"/>
                </a:cxn>
                <a:cxn ang="0">
                  <a:pos x="344" y="923"/>
                </a:cxn>
                <a:cxn ang="0">
                  <a:pos x="270" y="934"/>
                </a:cxn>
                <a:cxn ang="0">
                  <a:pos x="317" y="857"/>
                </a:cxn>
                <a:cxn ang="0">
                  <a:pos x="354" y="843"/>
                </a:cxn>
                <a:cxn ang="0">
                  <a:pos x="416" y="764"/>
                </a:cxn>
                <a:cxn ang="0">
                  <a:pos x="404" y="702"/>
                </a:cxn>
                <a:cxn ang="0">
                  <a:pos x="472" y="650"/>
                </a:cxn>
                <a:cxn ang="0">
                  <a:pos x="457" y="608"/>
                </a:cxn>
                <a:cxn ang="0">
                  <a:pos x="469" y="569"/>
                </a:cxn>
                <a:cxn ang="0">
                  <a:pos x="554" y="539"/>
                </a:cxn>
                <a:cxn ang="0">
                  <a:pos x="555" y="506"/>
                </a:cxn>
                <a:cxn ang="0">
                  <a:pos x="560" y="464"/>
                </a:cxn>
                <a:cxn ang="0">
                  <a:pos x="595" y="418"/>
                </a:cxn>
                <a:cxn ang="0">
                  <a:pos x="597" y="359"/>
                </a:cxn>
                <a:cxn ang="0">
                  <a:pos x="660" y="285"/>
                </a:cxn>
                <a:cxn ang="0">
                  <a:pos x="701" y="255"/>
                </a:cxn>
                <a:cxn ang="0">
                  <a:pos x="790" y="166"/>
                </a:cxn>
                <a:cxn ang="0">
                  <a:pos x="823" y="223"/>
                </a:cxn>
                <a:cxn ang="0">
                  <a:pos x="889" y="175"/>
                </a:cxn>
                <a:cxn ang="0">
                  <a:pos x="941" y="163"/>
                </a:cxn>
                <a:cxn ang="0">
                  <a:pos x="971" y="87"/>
                </a:cxn>
                <a:cxn ang="0">
                  <a:pos x="1044" y="24"/>
                </a:cxn>
                <a:cxn ang="0">
                  <a:pos x="1032" y="110"/>
                </a:cxn>
                <a:cxn ang="0">
                  <a:pos x="1110" y="48"/>
                </a:cxn>
                <a:cxn ang="0">
                  <a:pos x="1158" y="32"/>
                </a:cxn>
                <a:cxn ang="0">
                  <a:pos x="1179" y="35"/>
                </a:cxn>
                <a:cxn ang="0">
                  <a:pos x="1218" y="47"/>
                </a:cxn>
                <a:cxn ang="0">
                  <a:pos x="1293" y="54"/>
                </a:cxn>
                <a:cxn ang="0">
                  <a:pos x="1306" y="122"/>
                </a:cxn>
                <a:cxn ang="0">
                  <a:pos x="1268" y="186"/>
                </a:cxn>
                <a:cxn ang="0">
                  <a:pos x="1251" y="264"/>
                </a:cxn>
                <a:cxn ang="0">
                  <a:pos x="1164" y="148"/>
                </a:cxn>
                <a:cxn ang="0">
                  <a:pos x="1061" y="299"/>
                </a:cxn>
                <a:cxn ang="0">
                  <a:pos x="849" y="256"/>
                </a:cxn>
                <a:cxn ang="0">
                  <a:pos x="781" y="367"/>
                </a:cxn>
                <a:cxn ang="0">
                  <a:pos x="627" y="424"/>
                </a:cxn>
                <a:cxn ang="0">
                  <a:pos x="546" y="607"/>
                </a:cxn>
                <a:cxn ang="0">
                  <a:pos x="469" y="859"/>
                </a:cxn>
                <a:cxn ang="0">
                  <a:pos x="377" y="1125"/>
                </a:cxn>
                <a:cxn ang="0">
                  <a:pos x="374" y="1343"/>
                </a:cxn>
                <a:cxn ang="0">
                  <a:pos x="347" y="1432"/>
                </a:cxn>
                <a:cxn ang="0">
                  <a:pos x="267" y="1429"/>
                </a:cxn>
                <a:cxn ang="0">
                  <a:pos x="163" y="1514"/>
                </a:cxn>
              </a:cxnLst>
              <a:rect l="0" t="0" r="r" b="b"/>
              <a:pathLst>
                <a:path w="1340" h="1529">
                  <a:moveTo>
                    <a:pt x="99" y="1518"/>
                  </a:moveTo>
                  <a:cubicBezTo>
                    <a:pt x="101" y="1515"/>
                    <a:pt x="90" y="1502"/>
                    <a:pt x="75" y="1490"/>
                  </a:cubicBezTo>
                  <a:cubicBezTo>
                    <a:pt x="57" y="1476"/>
                    <a:pt x="46" y="1462"/>
                    <a:pt x="46" y="1452"/>
                  </a:cubicBezTo>
                  <a:cubicBezTo>
                    <a:pt x="47" y="1439"/>
                    <a:pt x="48" y="1438"/>
                    <a:pt x="53" y="1447"/>
                  </a:cubicBezTo>
                  <a:cubicBezTo>
                    <a:pt x="59" y="1455"/>
                    <a:pt x="60" y="1456"/>
                    <a:pt x="61" y="1448"/>
                  </a:cubicBezTo>
                  <a:cubicBezTo>
                    <a:pt x="61" y="1440"/>
                    <a:pt x="63" y="1440"/>
                    <a:pt x="73" y="1448"/>
                  </a:cubicBezTo>
                  <a:cubicBezTo>
                    <a:pt x="80" y="1453"/>
                    <a:pt x="83" y="1454"/>
                    <a:pt x="80" y="1451"/>
                  </a:cubicBezTo>
                  <a:cubicBezTo>
                    <a:pt x="77" y="1447"/>
                    <a:pt x="82" y="1440"/>
                    <a:pt x="91" y="1435"/>
                  </a:cubicBezTo>
                  <a:cubicBezTo>
                    <a:pt x="106" y="1426"/>
                    <a:pt x="106" y="1426"/>
                    <a:pt x="86" y="1430"/>
                  </a:cubicBezTo>
                  <a:cubicBezTo>
                    <a:pt x="69" y="1433"/>
                    <a:pt x="67" y="1432"/>
                    <a:pt x="75" y="1427"/>
                  </a:cubicBezTo>
                  <a:cubicBezTo>
                    <a:pt x="81" y="1422"/>
                    <a:pt x="82" y="1419"/>
                    <a:pt x="78" y="1419"/>
                  </a:cubicBezTo>
                  <a:cubicBezTo>
                    <a:pt x="75" y="1419"/>
                    <a:pt x="78" y="1414"/>
                    <a:pt x="85" y="1408"/>
                  </a:cubicBezTo>
                  <a:cubicBezTo>
                    <a:pt x="95" y="1401"/>
                    <a:pt x="96" y="1398"/>
                    <a:pt x="89" y="1398"/>
                  </a:cubicBezTo>
                  <a:cubicBezTo>
                    <a:pt x="81" y="1397"/>
                    <a:pt x="82" y="1395"/>
                    <a:pt x="91" y="1388"/>
                  </a:cubicBezTo>
                  <a:cubicBezTo>
                    <a:pt x="100" y="1381"/>
                    <a:pt x="102" y="1377"/>
                    <a:pt x="95" y="1375"/>
                  </a:cubicBezTo>
                  <a:cubicBezTo>
                    <a:pt x="83" y="1371"/>
                    <a:pt x="45" y="1390"/>
                    <a:pt x="50" y="1398"/>
                  </a:cubicBezTo>
                  <a:cubicBezTo>
                    <a:pt x="52" y="1401"/>
                    <a:pt x="47" y="1405"/>
                    <a:pt x="39" y="1407"/>
                  </a:cubicBezTo>
                  <a:cubicBezTo>
                    <a:pt x="22" y="1411"/>
                    <a:pt x="20" y="1402"/>
                    <a:pt x="36" y="1389"/>
                  </a:cubicBezTo>
                  <a:cubicBezTo>
                    <a:pt x="42" y="1384"/>
                    <a:pt x="51" y="1376"/>
                    <a:pt x="56" y="1372"/>
                  </a:cubicBezTo>
                  <a:cubicBezTo>
                    <a:pt x="62" y="1367"/>
                    <a:pt x="68" y="1365"/>
                    <a:pt x="69" y="1367"/>
                  </a:cubicBezTo>
                  <a:cubicBezTo>
                    <a:pt x="71" y="1369"/>
                    <a:pt x="77" y="1365"/>
                    <a:pt x="83" y="1358"/>
                  </a:cubicBezTo>
                  <a:cubicBezTo>
                    <a:pt x="91" y="1348"/>
                    <a:pt x="91" y="1347"/>
                    <a:pt x="81" y="1350"/>
                  </a:cubicBezTo>
                  <a:cubicBezTo>
                    <a:pt x="75" y="1352"/>
                    <a:pt x="66" y="1352"/>
                    <a:pt x="60" y="1348"/>
                  </a:cubicBezTo>
                  <a:cubicBezTo>
                    <a:pt x="54" y="1345"/>
                    <a:pt x="53" y="1342"/>
                    <a:pt x="58" y="1342"/>
                  </a:cubicBezTo>
                  <a:cubicBezTo>
                    <a:pt x="62" y="1342"/>
                    <a:pt x="70" y="1333"/>
                    <a:pt x="75" y="1322"/>
                  </a:cubicBezTo>
                  <a:cubicBezTo>
                    <a:pt x="83" y="1304"/>
                    <a:pt x="82" y="1297"/>
                    <a:pt x="72" y="1305"/>
                  </a:cubicBezTo>
                  <a:cubicBezTo>
                    <a:pt x="56" y="1321"/>
                    <a:pt x="55" y="1321"/>
                    <a:pt x="52" y="1308"/>
                  </a:cubicBezTo>
                  <a:cubicBezTo>
                    <a:pt x="50" y="1300"/>
                    <a:pt x="51" y="1289"/>
                    <a:pt x="55" y="1283"/>
                  </a:cubicBezTo>
                  <a:cubicBezTo>
                    <a:pt x="62" y="1270"/>
                    <a:pt x="56" y="1255"/>
                    <a:pt x="47" y="1260"/>
                  </a:cubicBezTo>
                  <a:cubicBezTo>
                    <a:pt x="44" y="1262"/>
                    <a:pt x="36" y="1258"/>
                    <a:pt x="29" y="1251"/>
                  </a:cubicBezTo>
                  <a:cubicBezTo>
                    <a:pt x="17" y="1238"/>
                    <a:pt x="18" y="1237"/>
                    <a:pt x="51" y="1232"/>
                  </a:cubicBezTo>
                  <a:cubicBezTo>
                    <a:pt x="106" y="1225"/>
                    <a:pt x="72" y="1219"/>
                    <a:pt x="48" y="1219"/>
                  </a:cubicBezTo>
                  <a:cubicBezTo>
                    <a:pt x="5" y="1220"/>
                    <a:pt x="0" y="1213"/>
                    <a:pt x="34" y="1203"/>
                  </a:cubicBezTo>
                  <a:cubicBezTo>
                    <a:pt x="55" y="1196"/>
                    <a:pt x="56" y="1195"/>
                    <a:pt x="39" y="1194"/>
                  </a:cubicBezTo>
                  <a:cubicBezTo>
                    <a:pt x="23" y="1193"/>
                    <a:pt x="22" y="1193"/>
                    <a:pt x="36" y="1187"/>
                  </a:cubicBezTo>
                  <a:cubicBezTo>
                    <a:pt x="43" y="1184"/>
                    <a:pt x="46" y="1181"/>
                    <a:pt x="41" y="1180"/>
                  </a:cubicBezTo>
                  <a:cubicBezTo>
                    <a:pt x="35" y="1180"/>
                    <a:pt x="33" y="1177"/>
                    <a:pt x="36" y="1173"/>
                  </a:cubicBezTo>
                  <a:cubicBezTo>
                    <a:pt x="38" y="1169"/>
                    <a:pt x="35" y="1166"/>
                    <a:pt x="28" y="1166"/>
                  </a:cubicBezTo>
                  <a:cubicBezTo>
                    <a:pt x="18" y="1166"/>
                    <a:pt x="18" y="1164"/>
                    <a:pt x="25" y="1155"/>
                  </a:cubicBezTo>
                  <a:cubicBezTo>
                    <a:pt x="37" y="1141"/>
                    <a:pt x="51" y="1142"/>
                    <a:pt x="60" y="1157"/>
                  </a:cubicBezTo>
                  <a:cubicBezTo>
                    <a:pt x="64" y="1164"/>
                    <a:pt x="67" y="1166"/>
                    <a:pt x="68" y="1161"/>
                  </a:cubicBezTo>
                  <a:cubicBezTo>
                    <a:pt x="68" y="1156"/>
                    <a:pt x="74" y="1154"/>
                    <a:pt x="81" y="1155"/>
                  </a:cubicBezTo>
                  <a:cubicBezTo>
                    <a:pt x="88" y="1156"/>
                    <a:pt x="99" y="1155"/>
                    <a:pt x="104" y="1151"/>
                  </a:cubicBezTo>
                  <a:cubicBezTo>
                    <a:pt x="116" y="1144"/>
                    <a:pt x="113" y="1143"/>
                    <a:pt x="40" y="1138"/>
                  </a:cubicBezTo>
                  <a:cubicBezTo>
                    <a:pt x="32" y="1138"/>
                    <a:pt x="32" y="1136"/>
                    <a:pt x="40" y="1127"/>
                  </a:cubicBezTo>
                  <a:cubicBezTo>
                    <a:pt x="46" y="1119"/>
                    <a:pt x="55" y="1117"/>
                    <a:pt x="67" y="1120"/>
                  </a:cubicBezTo>
                  <a:cubicBezTo>
                    <a:pt x="82" y="1124"/>
                    <a:pt x="84" y="1123"/>
                    <a:pt x="77" y="1116"/>
                  </a:cubicBezTo>
                  <a:cubicBezTo>
                    <a:pt x="70" y="1109"/>
                    <a:pt x="71" y="1105"/>
                    <a:pt x="81" y="1098"/>
                  </a:cubicBezTo>
                  <a:cubicBezTo>
                    <a:pt x="100" y="1084"/>
                    <a:pt x="111" y="1087"/>
                    <a:pt x="111" y="1108"/>
                  </a:cubicBezTo>
                  <a:cubicBezTo>
                    <a:pt x="111" y="1126"/>
                    <a:pt x="112" y="1127"/>
                    <a:pt x="121" y="1114"/>
                  </a:cubicBezTo>
                  <a:cubicBezTo>
                    <a:pt x="131" y="1102"/>
                    <a:pt x="130" y="1099"/>
                    <a:pt x="117" y="1088"/>
                  </a:cubicBezTo>
                  <a:cubicBezTo>
                    <a:pt x="109" y="1081"/>
                    <a:pt x="98" y="1077"/>
                    <a:pt x="92" y="1079"/>
                  </a:cubicBezTo>
                  <a:cubicBezTo>
                    <a:pt x="87" y="1081"/>
                    <a:pt x="82" y="1079"/>
                    <a:pt x="82" y="1074"/>
                  </a:cubicBezTo>
                  <a:cubicBezTo>
                    <a:pt x="82" y="1068"/>
                    <a:pt x="93" y="1066"/>
                    <a:pt x="123" y="1069"/>
                  </a:cubicBezTo>
                  <a:cubicBezTo>
                    <a:pt x="146" y="1071"/>
                    <a:pt x="158" y="1071"/>
                    <a:pt x="150" y="1068"/>
                  </a:cubicBezTo>
                  <a:cubicBezTo>
                    <a:pt x="132" y="1061"/>
                    <a:pt x="150" y="1054"/>
                    <a:pt x="178" y="1057"/>
                  </a:cubicBezTo>
                  <a:cubicBezTo>
                    <a:pt x="193" y="1059"/>
                    <a:pt x="196" y="1057"/>
                    <a:pt x="190" y="1051"/>
                  </a:cubicBezTo>
                  <a:cubicBezTo>
                    <a:pt x="178" y="1040"/>
                    <a:pt x="180" y="1029"/>
                    <a:pt x="192" y="1039"/>
                  </a:cubicBezTo>
                  <a:cubicBezTo>
                    <a:pt x="201" y="1046"/>
                    <a:pt x="203" y="1045"/>
                    <a:pt x="202" y="1033"/>
                  </a:cubicBezTo>
                  <a:cubicBezTo>
                    <a:pt x="201" y="1025"/>
                    <a:pt x="196" y="1018"/>
                    <a:pt x="190" y="1018"/>
                  </a:cubicBezTo>
                  <a:cubicBezTo>
                    <a:pt x="183" y="1017"/>
                    <a:pt x="188" y="1014"/>
                    <a:pt x="200" y="1010"/>
                  </a:cubicBezTo>
                  <a:cubicBezTo>
                    <a:pt x="225" y="1000"/>
                    <a:pt x="254" y="976"/>
                    <a:pt x="239" y="976"/>
                  </a:cubicBezTo>
                  <a:cubicBezTo>
                    <a:pt x="233" y="976"/>
                    <a:pt x="234" y="973"/>
                    <a:pt x="243" y="966"/>
                  </a:cubicBezTo>
                  <a:cubicBezTo>
                    <a:pt x="258" y="955"/>
                    <a:pt x="269" y="964"/>
                    <a:pt x="263" y="981"/>
                  </a:cubicBezTo>
                  <a:cubicBezTo>
                    <a:pt x="260" y="987"/>
                    <a:pt x="265" y="990"/>
                    <a:pt x="276" y="990"/>
                  </a:cubicBezTo>
                  <a:cubicBezTo>
                    <a:pt x="289" y="990"/>
                    <a:pt x="291" y="989"/>
                    <a:pt x="282" y="983"/>
                  </a:cubicBezTo>
                  <a:cubicBezTo>
                    <a:pt x="274" y="978"/>
                    <a:pt x="277" y="976"/>
                    <a:pt x="295" y="976"/>
                  </a:cubicBezTo>
                  <a:cubicBezTo>
                    <a:pt x="313" y="976"/>
                    <a:pt x="318" y="973"/>
                    <a:pt x="318" y="962"/>
                  </a:cubicBezTo>
                  <a:cubicBezTo>
                    <a:pt x="318" y="955"/>
                    <a:pt x="324" y="947"/>
                    <a:pt x="331" y="945"/>
                  </a:cubicBezTo>
                  <a:cubicBezTo>
                    <a:pt x="340" y="942"/>
                    <a:pt x="345" y="935"/>
                    <a:pt x="344" y="923"/>
                  </a:cubicBezTo>
                  <a:cubicBezTo>
                    <a:pt x="343" y="902"/>
                    <a:pt x="332" y="901"/>
                    <a:pt x="310" y="920"/>
                  </a:cubicBezTo>
                  <a:cubicBezTo>
                    <a:pt x="298" y="931"/>
                    <a:pt x="296" y="934"/>
                    <a:pt x="305" y="931"/>
                  </a:cubicBezTo>
                  <a:cubicBezTo>
                    <a:pt x="325" y="925"/>
                    <a:pt x="320" y="938"/>
                    <a:pt x="300" y="947"/>
                  </a:cubicBezTo>
                  <a:cubicBezTo>
                    <a:pt x="274" y="958"/>
                    <a:pt x="264" y="957"/>
                    <a:pt x="275" y="944"/>
                  </a:cubicBezTo>
                  <a:cubicBezTo>
                    <a:pt x="282" y="936"/>
                    <a:pt x="282" y="934"/>
                    <a:pt x="270" y="934"/>
                  </a:cubicBezTo>
                  <a:cubicBezTo>
                    <a:pt x="260" y="934"/>
                    <a:pt x="259" y="932"/>
                    <a:pt x="267" y="927"/>
                  </a:cubicBezTo>
                  <a:cubicBezTo>
                    <a:pt x="273" y="924"/>
                    <a:pt x="279" y="914"/>
                    <a:pt x="280" y="905"/>
                  </a:cubicBezTo>
                  <a:cubicBezTo>
                    <a:pt x="283" y="885"/>
                    <a:pt x="295" y="871"/>
                    <a:pt x="308" y="871"/>
                  </a:cubicBezTo>
                  <a:cubicBezTo>
                    <a:pt x="314" y="871"/>
                    <a:pt x="317" y="867"/>
                    <a:pt x="314" y="864"/>
                  </a:cubicBezTo>
                  <a:cubicBezTo>
                    <a:pt x="312" y="860"/>
                    <a:pt x="313" y="857"/>
                    <a:pt x="317" y="857"/>
                  </a:cubicBezTo>
                  <a:cubicBezTo>
                    <a:pt x="321" y="857"/>
                    <a:pt x="327" y="861"/>
                    <a:pt x="330" y="866"/>
                  </a:cubicBezTo>
                  <a:cubicBezTo>
                    <a:pt x="335" y="875"/>
                    <a:pt x="337" y="875"/>
                    <a:pt x="345" y="866"/>
                  </a:cubicBezTo>
                  <a:cubicBezTo>
                    <a:pt x="350" y="861"/>
                    <a:pt x="352" y="856"/>
                    <a:pt x="349" y="856"/>
                  </a:cubicBezTo>
                  <a:cubicBezTo>
                    <a:pt x="345" y="856"/>
                    <a:pt x="349" y="853"/>
                    <a:pt x="357" y="850"/>
                  </a:cubicBezTo>
                  <a:cubicBezTo>
                    <a:pt x="370" y="844"/>
                    <a:pt x="370" y="843"/>
                    <a:pt x="354" y="843"/>
                  </a:cubicBezTo>
                  <a:cubicBezTo>
                    <a:pt x="336" y="842"/>
                    <a:pt x="336" y="842"/>
                    <a:pt x="336" y="842"/>
                  </a:cubicBezTo>
                  <a:cubicBezTo>
                    <a:pt x="353" y="828"/>
                    <a:pt x="353" y="828"/>
                    <a:pt x="353" y="828"/>
                  </a:cubicBezTo>
                  <a:cubicBezTo>
                    <a:pt x="362" y="821"/>
                    <a:pt x="367" y="814"/>
                    <a:pt x="364" y="814"/>
                  </a:cubicBezTo>
                  <a:cubicBezTo>
                    <a:pt x="361" y="814"/>
                    <a:pt x="369" y="807"/>
                    <a:pt x="382" y="797"/>
                  </a:cubicBezTo>
                  <a:cubicBezTo>
                    <a:pt x="395" y="788"/>
                    <a:pt x="410" y="773"/>
                    <a:pt x="416" y="764"/>
                  </a:cubicBezTo>
                  <a:cubicBezTo>
                    <a:pt x="427" y="748"/>
                    <a:pt x="427" y="748"/>
                    <a:pt x="413" y="760"/>
                  </a:cubicBezTo>
                  <a:cubicBezTo>
                    <a:pt x="402" y="769"/>
                    <a:pt x="397" y="770"/>
                    <a:pt x="391" y="764"/>
                  </a:cubicBezTo>
                  <a:cubicBezTo>
                    <a:pt x="376" y="749"/>
                    <a:pt x="380" y="736"/>
                    <a:pt x="398" y="741"/>
                  </a:cubicBezTo>
                  <a:cubicBezTo>
                    <a:pt x="412" y="746"/>
                    <a:pt x="413" y="745"/>
                    <a:pt x="404" y="735"/>
                  </a:cubicBezTo>
                  <a:cubicBezTo>
                    <a:pt x="397" y="725"/>
                    <a:pt x="396" y="719"/>
                    <a:pt x="404" y="702"/>
                  </a:cubicBezTo>
                  <a:cubicBezTo>
                    <a:pt x="411" y="684"/>
                    <a:pt x="414" y="682"/>
                    <a:pt x="428" y="689"/>
                  </a:cubicBezTo>
                  <a:cubicBezTo>
                    <a:pt x="442" y="697"/>
                    <a:pt x="442" y="696"/>
                    <a:pt x="431" y="684"/>
                  </a:cubicBezTo>
                  <a:cubicBezTo>
                    <a:pt x="421" y="672"/>
                    <a:pt x="420" y="669"/>
                    <a:pt x="430" y="661"/>
                  </a:cubicBezTo>
                  <a:cubicBezTo>
                    <a:pt x="438" y="653"/>
                    <a:pt x="442" y="653"/>
                    <a:pt x="446" y="659"/>
                  </a:cubicBezTo>
                  <a:cubicBezTo>
                    <a:pt x="450" y="665"/>
                    <a:pt x="457" y="663"/>
                    <a:pt x="472" y="650"/>
                  </a:cubicBezTo>
                  <a:cubicBezTo>
                    <a:pt x="493" y="631"/>
                    <a:pt x="493" y="631"/>
                    <a:pt x="493" y="631"/>
                  </a:cubicBezTo>
                  <a:cubicBezTo>
                    <a:pt x="475" y="633"/>
                    <a:pt x="475" y="633"/>
                    <a:pt x="475" y="633"/>
                  </a:cubicBezTo>
                  <a:cubicBezTo>
                    <a:pt x="465" y="633"/>
                    <a:pt x="450" y="633"/>
                    <a:pt x="441" y="633"/>
                  </a:cubicBezTo>
                  <a:cubicBezTo>
                    <a:pt x="427" y="632"/>
                    <a:pt x="426" y="630"/>
                    <a:pt x="433" y="622"/>
                  </a:cubicBezTo>
                  <a:cubicBezTo>
                    <a:pt x="439" y="617"/>
                    <a:pt x="449" y="611"/>
                    <a:pt x="457" y="608"/>
                  </a:cubicBezTo>
                  <a:cubicBezTo>
                    <a:pt x="469" y="604"/>
                    <a:pt x="469" y="602"/>
                    <a:pt x="461" y="596"/>
                  </a:cubicBezTo>
                  <a:cubicBezTo>
                    <a:pt x="452" y="591"/>
                    <a:pt x="453" y="590"/>
                    <a:pt x="464" y="589"/>
                  </a:cubicBezTo>
                  <a:cubicBezTo>
                    <a:pt x="479" y="588"/>
                    <a:pt x="479" y="588"/>
                    <a:pt x="464" y="582"/>
                  </a:cubicBezTo>
                  <a:cubicBezTo>
                    <a:pt x="450" y="576"/>
                    <a:pt x="450" y="576"/>
                    <a:pt x="464" y="576"/>
                  </a:cubicBezTo>
                  <a:cubicBezTo>
                    <a:pt x="476" y="575"/>
                    <a:pt x="476" y="574"/>
                    <a:pt x="469" y="569"/>
                  </a:cubicBezTo>
                  <a:cubicBezTo>
                    <a:pt x="460" y="564"/>
                    <a:pt x="460" y="561"/>
                    <a:pt x="470" y="551"/>
                  </a:cubicBezTo>
                  <a:cubicBezTo>
                    <a:pt x="477" y="545"/>
                    <a:pt x="482" y="542"/>
                    <a:pt x="482" y="545"/>
                  </a:cubicBezTo>
                  <a:cubicBezTo>
                    <a:pt x="483" y="548"/>
                    <a:pt x="486" y="545"/>
                    <a:pt x="490" y="539"/>
                  </a:cubicBezTo>
                  <a:cubicBezTo>
                    <a:pt x="498" y="526"/>
                    <a:pt x="529" y="524"/>
                    <a:pt x="545" y="535"/>
                  </a:cubicBezTo>
                  <a:cubicBezTo>
                    <a:pt x="551" y="540"/>
                    <a:pt x="554" y="547"/>
                    <a:pt x="554" y="539"/>
                  </a:cubicBezTo>
                  <a:cubicBezTo>
                    <a:pt x="554" y="528"/>
                    <a:pt x="544" y="524"/>
                    <a:pt x="507" y="519"/>
                  </a:cubicBezTo>
                  <a:cubicBezTo>
                    <a:pt x="494" y="517"/>
                    <a:pt x="494" y="516"/>
                    <a:pt x="510" y="499"/>
                  </a:cubicBezTo>
                  <a:cubicBezTo>
                    <a:pt x="521" y="489"/>
                    <a:pt x="529" y="485"/>
                    <a:pt x="531" y="491"/>
                  </a:cubicBezTo>
                  <a:cubicBezTo>
                    <a:pt x="532" y="495"/>
                    <a:pt x="538" y="499"/>
                    <a:pt x="543" y="499"/>
                  </a:cubicBezTo>
                  <a:cubicBezTo>
                    <a:pt x="548" y="499"/>
                    <a:pt x="554" y="502"/>
                    <a:pt x="555" y="506"/>
                  </a:cubicBezTo>
                  <a:cubicBezTo>
                    <a:pt x="556" y="510"/>
                    <a:pt x="561" y="505"/>
                    <a:pt x="565" y="495"/>
                  </a:cubicBezTo>
                  <a:cubicBezTo>
                    <a:pt x="573" y="479"/>
                    <a:pt x="573" y="478"/>
                    <a:pt x="557" y="482"/>
                  </a:cubicBezTo>
                  <a:cubicBezTo>
                    <a:pt x="544" y="485"/>
                    <a:pt x="539" y="484"/>
                    <a:pt x="539" y="475"/>
                  </a:cubicBezTo>
                  <a:cubicBezTo>
                    <a:pt x="539" y="468"/>
                    <a:pt x="542" y="465"/>
                    <a:pt x="545" y="467"/>
                  </a:cubicBezTo>
                  <a:cubicBezTo>
                    <a:pt x="548" y="468"/>
                    <a:pt x="555" y="467"/>
                    <a:pt x="560" y="464"/>
                  </a:cubicBezTo>
                  <a:cubicBezTo>
                    <a:pt x="567" y="460"/>
                    <a:pt x="567" y="458"/>
                    <a:pt x="558" y="455"/>
                  </a:cubicBezTo>
                  <a:cubicBezTo>
                    <a:pt x="552" y="452"/>
                    <a:pt x="545" y="453"/>
                    <a:pt x="543" y="457"/>
                  </a:cubicBezTo>
                  <a:cubicBezTo>
                    <a:pt x="537" y="467"/>
                    <a:pt x="516" y="466"/>
                    <a:pt x="520" y="456"/>
                  </a:cubicBezTo>
                  <a:cubicBezTo>
                    <a:pt x="523" y="446"/>
                    <a:pt x="541" y="441"/>
                    <a:pt x="573" y="441"/>
                  </a:cubicBezTo>
                  <a:cubicBezTo>
                    <a:pt x="596" y="440"/>
                    <a:pt x="610" y="426"/>
                    <a:pt x="595" y="418"/>
                  </a:cubicBezTo>
                  <a:cubicBezTo>
                    <a:pt x="590" y="414"/>
                    <a:pt x="591" y="411"/>
                    <a:pt x="597" y="407"/>
                  </a:cubicBezTo>
                  <a:cubicBezTo>
                    <a:pt x="605" y="402"/>
                    <a:pt x="605" y="399"/>
                    <a:pt x="598" y="392"/>
                  </a:cubicBezTo>
                  <a:cubicBezTo>
                    <a:pt x="591" y="385"/>
                    <a:pt x="592" y="382"/>
                    <a:pt x="605" y="375"/>
                  </a:cubicBezTo>
                  <a:cubicBezTo>
                    <a:pt x="618" y="368"/>
                    <a:pt x="619" y="366"/>
                    <a:pt x="609" y="366"/>
                  </a:cubicBezTo>
                  <a:cubicBezTo>
                    <a:pt x="602" y="366"/>
                    <a:pt x="597" y="362"/>
                    <a:pt x="597" y="359"/>
                  </a:cubicBezTo>
                  <a:cubicBezTo>
                    <a:pt x="597" y="350"/>
                    <a:pt x="649" y="323"/>
                    <a:pt x="666" y="323"/>
                  </a:cubicBezTo>
                  <a:cubicBezTo>
                    <a:pt x="677" y="323"/>
                    <a:pt x="677" y="322"/>
                    <a:pt x="668" y="316"/>
                  </a:cubicBezTo>
                  <a:cubicBezTo>
                    <a:pt x="662" y="313"/>
                    <a:pt x="660" y="309"/>
                    <a:pt x="664" y="309"/>
                  </a:cubicBezTo>
                  <a:cubicBezTo>
                    <a:pt x="668" y="309"/>
                    <a:pt x="667" y="306"/>
                    <a:pt x="661" y="303"/>
                  </a:cubicBezTo>
                  <a:cubicBezTo>
                    <a:pt x="653" y="297"/>
                    <a:pt x="653" y="294"/>
                    <a:pt x="660" y="285"/>
                  </a:cubicBezTo>
                  <a:cubicBezTo>
                    <a:pt x="666" y="279"/>
                    <a:pt x="674" y="274"/>
                    <a:pt x="680" y="274"/>
                  </a:cubicBezTo>
                  <a:cubicBezTo>
                    <a:pt x="686" y="274"/>
                    <a:pt x="689" y="266"/>
                    <a:pt x="689" y="253"/>
                  </a:cubicBezTo>
                  <a:cubicBezTo>
                    <a:pt x="689" y="241"/>
                    <a:pt x="692" y="233"/>
                    <a:pt x="696" y="235"/>
                  </a:cubicBezTo>
                  <a:cubicBezTo>
                    <a:pt x="700" y="238"/>
                    <a:pt x="701" y="245"/>
                    <a:pt x="699" y="251"/>
                  </a:cubicBezTo>
                  <a:cubicBezTo>
                    <a:pt x="697" y="259"/>
                    <a:pt x="697" y="261"/>
                    <a:pt x="701" y="255"/>
                  </a:cubicBezTo>
                  <a:cubicBezTo>
                    <a:pt x="710" y="244"/>
                    <a:pt x="735" y="247"/>
                    <a:pt x="740" y="260"/>
                  </a:cubicBezTo>
                  <a:cubicBezTo>
                    <a:pt x="744" y="269"/>
                    <a:pt x="746" y="268"/>
                    <a:pt x="751" y="257"/>
                  </a:cubicBezTo>
                  <a:cubicBezTo>
                    <a:pt x="754" y="249"/>
                    <a:pt x="761" y="235"/>
                    <a:pt x="767" y="226"/>
                  </a:cubicBezTo>
                  <a:cubicBezTo>
                    <a:pt x="773" y="217"/>
                    <a:pt x="779" y="201"/>
                    <a:pt x="780" y="192"/>
                  </a:cubicBezTo>
                  <a:cubicBezTo>
                    <a:pt x="781" y="182"/>
                    <a:pt x="785" y="170"/>
                    <a:pt x="790" y="166"/>
                  </a:cubicBezTo>
                  <a:cubicBezTo>
                    <a:pt x="800" y="157"/>
                    <a:pt x="792" y="226"/>
                    <a:pt x="781" y="250"/>
                  </a:cubicBezTo>
                  <a:cubicBezTo>
                    <a:pt x="774" y="263"/>
                    <a:pt x="775" y="263"/>
                    <a:pt x="785" y="250"/>
                  </a:cubicBezTo>
                  <a:cubicBezTo>
                    <a:pt x="792" y="242"/>
                    <a:pt x="797" y="232"/>
                    <a:pt x="797" y="227"/>
                  </a:cubicBezTo>
                  <a:cubicBezTo>
                    <a:pt x="797" y="216"/>
                    <a:pt x="800" y="216"/>
                    <a:pt x="820" y="225"/>
                  </a:cubicBezTo>
                  <a:cubicBezTo>
                    <a:pt x="834" y="232"/>
                    <a:pt x="835" y="232"/>
                    <a:pt x="823" y="223"/>
                  </a:cubicBezTo>
                  <a:cubicBezTo>
                    <a:pt x="805" y="208"/>
                    <a:pt x="809" y="171"/>
                    <a:pt x="828" y="184"/>
                  </a:cubicBezTo>
                  <a:cubicBezTo>
                    <a:pt x="829" y="185"/>
                    <a:pt x="835" y="182"/>
                    <a:pt x="842" y="177"/>
                  </a:cubicBezTo>
                  <a:cubicBezTo>
                    <a:pt x="854" y="167"/>
                    <a:pt x="882" y="172"/>
                    <a:pt x="882" y="183"/>
                  </a:cubicBezTo>
                  <a:cubicBezTo>
                    <a:pt x="882" y="187"/>
                    <a:pt x="886" y="190"/>
                    <a:pt x="890" y="190"/>
                  </a:cubicBezTo>
                  <a:cubicBezTo>
                    <a:pt x="895" y="190"/>
                    <a:pt x="894" y="185"/>
                    <a:pt x="889" y="175"/>
                  </a:cubicBezTo>
                  <a:cubicBezTo>
                    <a:pt x="885" y="167"/>
                    <a:pt x="883" y="156"/>
                    <a:pt x="885" y="151"/>
                  </a:cubicBezTo>
                  <a:cubicBezTo>
                    <a:pt x="887" y="145"/>
                    <a:pt x="886" y="139"/>
                    <a:pt x="882" y="137"/>
                  </a:cubicBezTo>
                  <a:cubicBezTo>
                    <a:pt x="874" y="132"/>
                    <a:pt x="883" y="134"/>
                    <a:pt x="889" y="134"/>
                  </a:cubicBezTo>
                  <a:cubicBezTo>
                    <a:pt x="893" y="134"/>
                    <a:pt x="942" y="152"/>
                    <a:pt x="935" y="163"/>
                  </a:cubicBezTo>
                  <a:cubicBezTo>
                    <a:pt x="931" y="170"/>
                    <a:pt x="932" y="170"/>
                    <a:pt x="941" y="163"/>
                  </a:cubicBezTo>
                  <a:cubicBezTo>
                    <a:pt x="947" y="159"/>
                    <a:pt x="954" y="157"/>
                    <a:pt x="956" y="159"/>
                  </a:cubicBezTo>
                  <a:cubicBezTo>
                    <a:pt x="963" y="166"/>
                    <a:pt x="962" y="159"/>
                    <a:pt x="954" y="138"/>
                  </a:cubicBezTo>
                  <a:cubicBezTo>
                    <a:pt x="949" y="125"/>
                    <a:pt x="950" y="120"/>
                    <a:pt x="958" y="117"/>
                  </a:cubicBezTo>
                  <a:cubicBezTo>
                    <a:pt x="964" y="114"/>
                    <a:pt x="967" y="110"/>
                    <a:pt x="965" y="106"/>
                  </a:cubicBezTo>
                  <a:cubicBezTo>
                    <a:pt x="963" y="103"/>
                    <a:pt x="966" y="95"/>
                    <a:pt x="971" y="87"/>
                  </a:cubicBezTo>
                  <a:cubicBezTo>
                    <a:pt x="980" y="76"/>
                    <a:pt x="982" y="75"/>
                    <a:pt x="993" y="85"/>
                  </a:cubicBezTo>
                  <a:cubicBezTo>
                    <a:pt x="1005" y="94"/>
                    <a:pt x="1005" y="93"/>
                    <a:pt x="1001" y="80"/>
                  </a:cubicBezTo>
                  <a:cubicBezTo>
                    <a:pt x="998" y="71"/>
                    <a:pt x="1000" y="62"/>
                    <a:pt x="1007" y="56"/>
                  </a:cubicBezTo>
                  <a:cubicBezTo>
                    <a:pt x="1013" y="51"/>
                    <a:pt x="1018" y="39"/>
                    <a:pt x="1018" y="28"/>
                  </a:cubicBezTo>
                  <a:cubicBezTo>
                    <a:pt x="1018" y="5"/>
                    <a:pt x="1037" y="2"/>
                    <a:pt x="1044" y="24"/>
                  </a:cubicBezTo>
                  <a:cubicBezTo>
                    <a:pt x="1048" y="37"/>
                    <a:pt x="1049" y="37"/>
                    <a:pt x="1053" y="27"/>
                  </a:cubicBezTo>
                  <a:cubicBezTo>
                    <a:pt x="1056" y="18"/>
                    <a:pt x="1060" y="16"/>
                    <a:pt x="1068" y="21"/>
                  </a:cubicBezTo>
                  <a:cubicBezTo>
                    <a:pt x="1077" y="26"/>
                    <a:pt x="1077" y="29"/>
                    <a:pt x="1067" y="40"/>
                  </a:cubicBezTo>
                  <a:cubicBezTo>
                    <a:pt x="1056" y="52"/>
                    <a:pt x="1044" y="77"/>
                    <a:pt x="1040" y="95"/>
                  </a:cubicBezTo>
                  <a:cubicBezTo>
                    <a:pt x="1039" y="99"/>
                    <a:pt x="1035" y="105"/>
                    <a:pt x="1032" y="110"/>
                  </a:cubicBezTo>
                  <a:cubicBezTo>
                    <a:pt x="1028" y="114"/>
                    <a:pt x="1028" y="124"/>
                    <a:pt x="1031" y="134"/>
                  </a:cubicBezTo>
                  <a:cubicBezTo>
                    <a:pt x="1037" y="149"/>
                    <a:pt x="1037" y="149"/>
                    <a:pt x="1051" y="126"/>
                  </a:cubicBezTo>
                  <a:cubicBezTo>
                    <a:pt x="1059" y="113"/>
                    <a:pt x="1075" y="84"/>
                    <a:pt x="1086" y="61"/>
                  </a:cubicBezTo>
                  <a:cubicBezTo>
                    <a:pt x="1097" y="39"/>
                    <a:pt x="1109" y="19"/>
                    <a:pt x="1112" y="17"/>
                  </a:cubicBezTo>
                  <a:cubicBezTo>
                    <a:pt x="1122" y="11"/>
                    <a:pt x="1119" y="38"/>
                    <a:pt x="1110" y="48"/>
                  </a:cubicBezTo>
                  <a:cubicBezTo>
                    <a:pt x="1103" y="54"/>
                    <a:pt x="1103" y="56"/>
                    <a:pt x="1109" y="56"/>
                  </a:cubicBezTo>
                  <a:cubicBezTo>
                    <a:pt x="1115" y="56"/>
                    <a:pt x="1116" y="63"/>
                    <a:pt x="1114" y="77"/>
                  </a:cubicBezTo>
                  <a:cubicBezTo>
                    <a:pt x="1109" y="97"/>
                    <a:pt x="1110" y="98"/>
                    <a:pt x="1127" y="90"/>
                  </a:cubicBezTo>
                  <a:cubicBezTo>
                    <a:pt x="1139" y="84"/>
                    <a:pt x="1144" y="76"/>
                    <a:pt x="1144" y="62"/>
                  </a:cubicBezTo>
                  <a:cubicBezTo>
                    <a:pt x="1144" y="50"/>
                    <a:pt x="1150" y="38"/>
                    <a:pt x="1158" y="32"/>
                  </a:cubicBezTo>
                  <a:cubicBezTo>
                    <a:pt x="1171" y="23"/>
                    <a:pt x="1171" y="22"/>
                    <a:pt x="1159" y="17"/>
                  </a:cubicBezTo>
                  <a:cubicBezTo>
                    <a:pt x="1152" y="15"/>
                    <a:pt x="1147" y="10"/>
                    <a:pt x="1147" y="8"/>
                  </a:cubicBezTo>
                  <a:cubicBezTo>
                    <a:pt x="1147" y="1"/>
                    <a:pt x="1192" y="0"/>
                    <a:pt x="1203" y="6"/>
                  </a:cubicBezTo>
                  <a:cubicBezTo>
                    <a:pt x="1216" y="14"/>
                    <a:pt x="1207" y="28"/>
                    <a:pt x="1189" y="28"/>
                  </a:cubicBezTo>
                  <a:cubicBezTo>
                    <a:pt x="1181" y="28"/>
                    <a:pt x="1176" y="31"/>
                    <a:pt x="1179" y="35"/>
                  </a:cubicBezTo>
                  <a:cubicBezTo>
                    <a:pt x="1182" y="39"/>
                    <a:pt x="1179" y="48"/>
                    <a:pt x="1174" y="54"/>
                  </a:cubicBezTo>
                  <a:cubicBezTo>
                    <a:pt x="1166" y="64"/>
                    <a:pt x="1166" y="65"/>
                    <a:pt x="1181" y="57"/>
                  </a:cubicBezTo>
                  <a:cubicBezTo>
                    <a:pt x="1198" y="48"/>
                    <a:pt x="1200" y="51"/>
                    <a:pt x="1189" y="71"/>
                  </a:cubicBezTo>
                  <a:cubicBezTo>
                    <a:pt x="1185" y="78"/>
                    <a:pt x="1184" y="84"/>
                    <a:pt x="1188" y="84"/>
                  </a:cubicBezTo>
                  <a:cubicBezTo>
                    <a:pt x="1200" y="84"/>
                    <a:pt x="1209" y="72"/>
                    <a:pt x="1218" y="47"/>
                  </a:cubicBezTo>
                  <a:cubicBezTo>
                    <a:pt x="1226" y="22"/>
                    <a:pt x="1247" y="11"/>
                    <a:pt x="1247" y="32"/>
                  </a:cubicBezTo>
                  <a:cubicBezTo>
                    <a:pt x="1247" y="38"/>
                    <a:pt x="1252" y="45"/>
                    <a:pt x="1259" y="47"/>
                  </a:cubicBezTo>
                  <a:cubicBezTo>
                    <a:pt x="1266" y="50"/>
                    <a:pt x="1274" y="55"/>
                    <a:pt x="1277" y="59"/>
                  </a:cubicBezTo>
                  <a:cubicBezTo>
                    <a:pt x="1281" y="64"/>
                    <a:pt x="1282" y="64"/>
                    <a:pt x="1282" y="58"/>
                  </a:cubicBezTo>
                  <a:cubicBezTo>
                    <a:pt x="1282" y="53"/>
                    <a:pt x="1287" y="51"/>
                    <a:pt x="1293" y="54"/>
                  </a:cubicBezTo>
                  <a:cubicBezTo>
                    <a:pt x="1302" y="57"/>
                    <a:pt x="1303" y="60"/>
                    <a:pt x="1295" y="69"/>
                  </a:cubicBezTo>
                  <a:cubicBezTo>
                    <a:pt x="1287" y="78"/>
                    <a:pt x="1288" y="79"/>
                    <a:pt x="1300" y="75"/>
                  </a:cubicBezTo>
                  <a:cubicBezTo>
                    <a:pt x="1309" y="71"/>
                    <a:pt x="1318" y="75"/>
                    <a:pt x="1327" y="85"/>
                  </a:cubicBezTo>
                  <a:cubicBezTo>
                    <a:pt x="1335" y="93"/>
                    <a:pt x="1340" y="100"/>
                    <a:pt x="1339" y="101"/>
                  </a:cubicBezTo>
                  <a:cubicBezTo>
                    <a:pt x="1337" y="102"/>
                    <a:pt x="1323" y="111"/>
                    <a:pt x="1306" y="122"/>
                  </a:cubicBezTo>
                  <a:cubicBezTo>
                    <a:pt x="1277" y="141"/>
                    <a:pt x="1276" y="141"/>
                    <a:pt x="1254" y="130"/>
                  </a:cubicBezTo>
                  <a:cubicBezTo>
                    <a:pt x="1221" y="113"/>
                    <a:pt x="1207" y="128"/>
                    <a:pt x="1238" y="146"/>
                  </a:cubicBezTo>
                  <a:cubicBezTo>
                    <a:pt x="1251" y="152"/>
                    <a:pt x="1260" y="162"/>
                    <a:pt x="1258" y="167"/>
                  </a:cubicBezTo>
                  <a:cubicBezTo>
                    <a:pt x="1256" y="172"/>
                    <a:pt x="1259" y="173"/>
                    <a:pt x="1265" y="171"/>
                  </a:cubicBezTo>
                  <a:cubicBezTo>
                    <a:pt x="1277" y="167"/>
                    <a:pt x="1279" y="179"/>
                    <a:pt x="1268" y="186"/>
                  </a:cubicBezTo>
                  <a:cubicBezTo>
                    <a:pt x="1264" y="189"/>
                    <a:pt x="1261" y="194"/>
                    <a:pt x="1261" y="198"/>
                  </a:cubicBezTo>
                  <a:cubicBezTo>
                    <a:pt x="1261" y="203"/>
                    <a:pt x="1265" y="202"/>
                    <a:pt x="1272" y="196"/>
                  </a:cubicBezTo>
                  <a:cubicBezTo>
                    <a:pt x="1282" y="189"/>
                    <a:pt x="1285" y="189"/>
                    <a:pt x="1290" y="197"/>
                  </a:cubicBezTo>
                  <a:cubicBezTo>
                    <a:pt x="1301" y="214"/>
                    <a:pt x="1298" y="224"/>
                    <a:pt x="1276" y="235"/>
                  </a:cubicBezTo>
                  <a:cubicBezTo>
                    <a:pt x="1264" y="241"/>
                    <a:pt x="1253" y="254"/>
                    <a:pt x="1251" y="264"/>
                  </a:cubicBezTo>
                  <a:cubicBezTo>
                    <a:pt x="1247" y="278"/>
                    <a:pt x="1244" y="281"/>
                    <a:pt x="1238" y="276"/>
                  </a:cubicBezTo>
                  <a:cubicBezTo>
                    <a:pt x="1233" y="270"/>
                    <a:pt x="1235" y="262"/>
                    <a:pt x="1246" y="247"/>
                  </a:cubicBezTo>
                  <a:cubicBezTo>
                    <a:pt x="1267" y="218"/>
                    <a:pt x="1260" y="196"/>
                    <a:pt x="1219" y="162"/>
                  </a:cubicBezTo>
                  <a:cubicBezTo>
                    <a:pt x="1185" y="134"/>
                    <a:pt x="1185" y="134"/>
                    <a:pt x="1185" y="134"/>
                  </a:cubicBezTo>
                  <a:cubicBezTo>
                    <a:pt x="1164" y="148"/>
                    <a:pt x="1164" y="148"/>
                    <a:pt x="1164" y="148"/>
                  </a:cubicBezTo>
                  <a:cubicBezTo>
                    <a:pt x="1153" y="156"/>
                    <a:pt x="1131" y="165"/>
                    <a:pt x="1116" y="169"/>
                  </a:cubicBezTo>
                  <a:cubicBezTo>
                    <a:pt x="1100" y="173"/>
                    <a:pt x="1090" y="178"/>
                    <a:pt x="1092" y="180"/>
                  </a:cubicBezTo>
                  <a:cubicBezTo>
                    <a:pt x="1094" y="182"/>
                    <a:pt x="1089" y="199"/>
                    <a:pt x="1081" y="217"/>
                  </a:cubicBezTo>
                  <a:cubicBezTo>
                    <a:pt x="1072" y="238"/>
                    <a:pt x="1069" y="257"/>
                    <a:pt x="1071" y="272"/>
                  </a:cubicBezTo>
                  <a:cubicBezTo>
                    <a:pt x="1075" y="290"/>
                    <a:pt x="1073" y="295"/>
                    <a:pt x="1061" y="299"/>
                  </a:cubicBezTo>
                  <a:cubicBezTo>
                    <a:pt x="1053" y="301"/>
                    <a:pt x="1043" y="311"/>
                    <a:pt x="1039" y="320"/>
                  </a:cubicBezTo>
                  <a:cubicBezTo>
                    <a:pt x="1031" y="341"/>
                    <a:pt x="1028" y="341"/>
                    <a:pt x="1001" y="324"/>
                  </a:cubicBezTo>
                  <a:cubicBezTo>
                    <a:pt x="980" y="310"/>
                    <a:pt x="980" y="310"/>
                    <a:pt x="960" y="324"/>
                  </a:cubicBezTo>
                  <a:cubicBezTo>
                    <a:pt x="933" y="343"/>
                    <a:pt x="913" y="332"/>
                    <a:pt x="887" y="287"/>
                  </a:cubicBezTo>
                  <a:cubicBezTo>
                    <a:pt x="869" y="256"/>
                    <a:pt x="864" y="252"/>
                    <a:pt x="849" y="256"/>
                  </a:cubicBezTo>
                  <a:cubicBezTo>
                    <a:pt x="839" y="259"/>
                    <a:pt x="826" y="265"/>
                    <a:pt x="820" y="271"/>
                  </a:cubicBezTo>
                  <a:cubicBezTo>
                    <a:pt x="815" y="277"/>
                    <a:pt x="804" y="281"/>
                    <a:pt x="796" y="281"/>
                  </a:cubicBezTo>
                  <a:cubicBezTo>
                    <a:pt x="780" y="281"/>
                    <a:pt x="780" y="282"/>
                    <a:pt x="790" y="305"/>
                  </a:cubicBezTo>
                  <a:cubicBezTo>
                    <a:pt x="796" y="317"/>
                    <a:pt x="796" y="326"/>
                    <a:pt x="789" y="338"/>
                  </a:cubicBezTo>
                  <a:cubicBezTo>
                    <a:pt x="784" y="347"/>
                    <a:pt x="780" y="360"/>
                    <a:pt x="781" y="367"/>
                  </a:cubicBezTo>
                  <a:cubicBezTo>
                    <a:pt x="782" y="374"/>
                    <a:pt x="781" y="380"/>
                    <a:pt x="779" y="380"/>
                  </a:cubicBezTo>
                  <a:cubicBezTo>
                    <a:pt x="775" y="380"/>
                    <a:pt x="729" y="360"/>
                    <a:pt x="709" y="350"/>
                  </a:cubicBezTo>
                  <a:cubicBezTo>
                    <a:pt x="690" y="341"/>
                    <a:pt x="682" y="349"/>
                    <a:pt x="682" y="378"/>
                  </a:cubicBezTo>
                  <a:cubicBezTo>
                    <a:pt x="682" y="414"/>
                    <a:pt x="672" y="428"/>
                    <a:pt x="655" y="417"/>
                  </a:cubicBezTo>
                  <a:cubicBezTo>
                    <a:pt x="643" y="410"/>
                    <a:pt x="639" y="411"/>
                    <a:pt x="627" y="424"/>
                  </a:cubicBezTo>
                  <a:cubicBezTo>
                    <a:pt x="619" y="432"/>
                    <a:pt x="610" y="447"/>
                    <a:pt x="607" y="457"/>
                  </a:cubicBezTo>
                  <a:cubicBezTo>
                    <a:pt x="604" y="467"/>
                    <a:pt x="596" y="479"/>
                    <a:pt x="588" y="486"/>
                  </a:cubicBezTo>
                  <a:cubicBezTo>
                    <a:pt x="574" y="496"/>
                    <a:pt x="574" y="498"/>
                    <a:pt x="586" y="515"/>
                  </a:cubicBezTo>
                  <a:cubicBezTo>
                    <a:pt x="598" y="533"/>
                    <a:pt x="597" y="527"/>
                    <a:pt x="575" y="564"/>
                  </a:cubicBezTo>
                  <a:cubicBezTo>
                    <a:pt x="563" y="586"/>
                    <a:pt x="550" y="605"/>
                    <a:pt x="546" y="607"/>
                  </a:cubicBezTo>
                  <a:cubicBezTo>
                    <a:pt x="542" y="610"/>
                    <a:pt x="541" y="618"/>
                    <a:pt x="543" y="626"/>
                  </a:cubicBezTo>
                  <a:cubicBezTo>
                    <a:pt x="549" y="642"/>
                    <a:pt x="537" y="652"/>
                    <a:pt x="514" y="653"/>
                  </a:cubicBezTo>
                  <a:cubicBezTo>
                    <a:pt x="501" y="653"/>
                    <a:pt x="500" y="658"/>
                    <a:pt x="498" y="707"/>
                  </a:cubicBezTo>
                  <a:cubicBezTo>
                    <a:pt x="497" y="749"/>
                    <a:pt x="492" y="770"/>
                    <a:pt x="476" y="804"/>
                  </a:cubicBezTo>
                  <a:cubicBezTo>
                    <a:pt x="456" y="847"/>
                    <a:pt x="456" y="848"/>
                    <a:pt x="469" y="859"/>
                  </a:cubicBezTo>
                  <a:cubicBezTo>
                    <a:pt x="492" y="879"/>
                    <a:pt x="481" y="911"/>
                    <a:pt x="455" y="903"/>
                  </a:cubicBezTo>
                  <a:cubicBezTo>
                    <a:pt x="414" y="890"/>
                    <a:pt x="372" y="940"/>
                    <a:pt x="375" y="997"/>
                  </a:cubicBezTo>
                  <a:cubicBezTo>
                    <a:pt x="375" y="1003"/>
                    <a:pt x="375" y="1017"/>
                    <a:pt x="375" y="1029"/>
                  </a:cubicBezTo>
                  <a:cubicBezTo>
                    <a:pt x="374" y="1040"/>
                    <a:pt x="374" y="1058"/>
                    <a:pt x="375" y="1067"/>
                  </a:cubicBezTo>
                  <a:cubicBezTo>
                    <a:pt x="375" y="1077"/>
                    <a:pt x="376" y="1103"/>
                    <a:pt x="377" y="1125"/>
                  </a:cubicBezTo>
                  <a:cubicBezTo>
                    <a:pt x="378" y="1156"/>
                    <a:pt x="382" y="1168"/>
                    <a:pt x="395" y="1180"/>
                  </a:cubicBezTo>
                  <a:cubicBezTo>
                    <a:pt x="404" y="1188"/>
                    <a:pt x="411" y="1197"/>
                    <a:pt x="411" y="1201"/>
                  </a:cubicBezTo>
                  <a:cubicBezTo>
                    <a:pt x="411" y="1215"/>
                    <a:pt x="401" y="1229"/>
                    <a:pt x="392" y="1229"/>
                  </a:cubicBezTo>
                  <a:cubicBezTo>
                    <a:pt x="384" y="1229"/>
                    <a:pt x="383" y="1234"/>
                    <a:pt x="387" y="1248"/>
                  </a:cubicBezTo>
                  <a:cubicBezTo>
                    <a:pt x="398" y="1287"/>
                    <a:pt x="392" y="1329"/>
                    <a:pt x="374" y="1343"/>
                  </a:cubicBezTo>
                  <a:cubicBezTo>
                    <a:pt x="365" y="1350"/>
                    <a:pt x="360" y="1355"/>
                    <a:pt x="363" y="1355"/>
                  </a:cubicBezTo>
                  <a:cubicBezTo>
                    <a:pt x="367" y="1356"/>
                    <a:pt x="366" y="1360"/>
                    <a:pt x="361" y="1366"/>
                  </a:cubicBezTo>
                  <a:cubicBezTo>
                    <a:pt x="357" y="1371"/>
                    <a:pt x="355" y="1383"/>
                    <a:pt x="357" y="1392"/>
                  </a:cubicBezTo>
                  <a:cubicBezTo>
                    <a:pt x="360" y="1401"/>
                    <a:pt x="358" y="1417"/>
                    <a:pt x="354" y="1426"/>
                  </a:cubicBezTo>
                  <a:cubicBezTo>
                    <a:pt x="350" y="1437"/>
                    <a:pt x="347" y="1439"/>
                    <a:pt x="347" y="1432"/>
                  </a:cubicBezTo>
                  <a:cubicBezTo>
                    <a:pt x="347" y="1426"/>
                    <a:pt x="338" y="1418"/>
                    <a:pt x="329" y="1416"/>
                  </a:cubicBezTo>
                  <a:cubicBezTo>
                    <a:pt x="310" y="1412"/>
                    <a:pt x="308" y="1406"/>
                    <a:pt x="310" y="1364"/>
                  </a:cubicBezTo>
                  <a:cubicBezTo>
                    <a:pt x="310" y="1352"/>
                    <a:pt x="308" y="1342"/>
                    <a:pt x="304" y="1342"/>
                  </a:cubicBezTo>
                  <a:cubicBezTo>
                    <a:pt x="291" y="1342"/>
                    <a:pt x="283" y="1361"/>
                    <a:pt x="287" y="1386"/>
                  </a:cubicBezTo>
                  <a:cubicBezTo>
                    <a:pt x="291" y="1413"/>
                    <a:pt x="279" y="1436"/>
                    <a:pt x="267" y="1429"/>
                  </a:cubicBezTo>
                  <a:cubicBezTo>
                    <a:pt x="263" y="1426"/>
                    <a:pt x="254" y="1431"/>
                    <a:pt x="247" y="1439"/>
                  </a:cubicBezTo>
                  <a:cubicBezTo>
                    <a:pt x="240" y="1447"/>
                    <a:pt x="230" y="1454"/>
                    <a:pt x="225" y="1454"/>
                  </a:cubicBezTo>
                  <a:cubicBezTo>
                    <a:pt x="221" y="1454"/>
                    <a:pt x="219" y="1457"/>
                    <a:pt x="222" y="1461"/>
                  </a:cubicBezTo>
                  <a:cubicBezTo>
                    <a:pt x="226" y="1469"/>
                    <a:pt x="183" y="1513"/>
                    <a:pt x="177" y="1507"/>
                  </a:cubicBezTo>
                  <a:cubicBezTo>
                    <a:pt x="175" y="1505"/>
                    <a:pt x="169" y="1509"/>
                    <a:pt x="163" y="1514"/>
                  </a:cubicBezTo>
                  <a:cubicBezTo>
                    <a:pt x="152" y="1525"/>
                    <a:pt x="93" y="1529"/>
                    <a:pt x="99" y="151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52"/>
            <p:cNvSpPr>
              <a:spLocks/>
            </p:cNvSpPr>
            <p:nvPr/>
          </p:nvSpPr>
          <p:spPr bwMode="auto">
            <a:xfrm>
              <a:off x="5454650" y="1819275"/>
              <a:ext cx="22225" cy="44450"/>
            </a:xfrm>
            <a:custGeom>
              <a:avLst/>
              <a:gdLst/>
              <a:ahLst/>
              <a:cxnLst>
                <a:cxn ang="0">
                  <a:pos x="10" y="14"/>
                </a:cxn>
                <a:cxn ang="0">
                  <a:pos x="7" y="22"/>
                </a:cxn>
                <a:cxn ang="0">
                  <a:pos x="14" y="30"/>
                </a:cxn>
                <a:cxn ang="0">
                  <a:pos x="10" y="14"/>
                </a:cxn>
              </a:cxnLst>
              <a:rect l="0" t="0" r="r" b="b"/>
              <a:pathLst>
                <a:path w="16" h="32">
                  <a:moveTo>
                    <a:pt x="10" y="14"/>
                  </a:moveTo>
                  <a:cubicBezTo>
                    <a:pt x="2" y="0"/>
                    <a:pt x="0" y="4"/>
                    <a:pt x="7" y="22"/>
                  </a:cubicBezTo>
                  <a:cubicBezTo>
                    <a:pt x="9" y="28"/>
                    <a:pt x="13" y="32"/>
                    <a:pt x="14" y="30"/>
                  </a:cubicBezTo>
                  <a:cubicBezTo>
                    <a:pt x="16" y="28"/>
                    <a:pt x="14" y="21"/>
                    <a:pt x="10" y="1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53"/>
            <p:cNvSpPr>
              <a:spLocks/>
            </p:cNvSpPr>
            <p:nvPr/>
          </p:nvSpPr>
          <p:spPr bwMode="auto">
            <a:xfrm>
              <a:off x="6583363" y="484188"/>
              <a:ext cx="41275" cy="17462"/>
            </a:xfrm>
            <a:custGeom>
              <a:avLst/>
              <a:gdLst/>
              <a:ahLst/>
              <a:cxnLst>
                <a:cxn ang="0">
                  <a:pos x="22" y="7"/>
                </a:cxn>
                <a:cxn ang="0">
                  <a:pos x="26" y="0"/>
                </a:cxn>
                <a:cxn ang="0">
                  <a:pos x="8" y="7"/>
                </a:cxn>
                <a:cxn ang="0">
                  <a:pos x="4" y="13"/>
                </a:cxn>
                <a:cxn ang="0">
                  <a:pos x="22" y="7"/>
                </a:cxn>
              </a:cxnLst>
              <a:rect l="0" t="0" r="r" b="b"/>
              <a:pathLst>
                <a:path w="30" h="13">
                  <a:moveTo>
                    <a:pt x="22" y="7"/>
                  </a:moveTo>
                  <a:cubicBezTo>
                    <a:pt x="28" y="3"/>
                    <a:pt x="30" y="0"/>
                    <a:pt x="26" y="0"/>
                  </a:cubicBezTo>
                  <a:cubicBezTo>
                    <a:pt x="22" y="0"/>
                    <a:pt x="14" y="3"/>
                    <a:pt x="8" y="7"/>
                  </a:cubicBezTo>
                  <a:cubicBezTo>
                    <a:pt x="2" y="10"/>
                    <a:pt x="0" y="13"/>
                    <a:pt x="4" y="13"/>
                  </a:cubicBezTo>
                  <a:cubicBezTo>
                    <a:pt x="8" y="13"/>
                    <a:pt x="16" y="10"/>
                    <a:pt x="22" y="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54"/>
            <p:cNvSpPr>
              <a:spLocks/>
            </p:cNvSpPr>
            <p:nvPr/>
          </p:nvSpPr>
          <p:spPr bwMode="auto">
            <a:xfrm>
              <a:off x="6573838" y="2351088"/>
              <a:ext cx="76200" cy="53975"/>
            </a:xfrm>
            <a:custGeom>
              <a:avLst/>
              <a:gdLst/>
              <a:ahLst/>
              <a:cxnLst>
                <a:cxn ang="0">
                  <a:pos x="0" y="24"/>
                </a:cxn>
                <a:cxn ang="0">
                  <a:pos x="18" y="6"/>
                </a:cxn>
                <a:cxn ang="0">
                  <a:pos x="39" y="20"/>
                </a:cxn>
                <a:cxn ang="0">
                  <a:pos x="0" y="24"/>
                </a:cxn>
              </a:cxnLst>
              <a:rect l="0" t="0" r="r" b="b"/>
              <a:pathLst>
                <a:path w="55" h="39">
                  <a:moveTo>
                    <a:pt x="0" y="24"/>
                  </a:moveTo>
                  <a:cubicBezTo>
                    <a:pt x="0" y="15"/>
                    <a:pt x="7" y="9"/>
                    <a:pt x="18" y="6"/>
                  </a:cubicBezTo>
                  <a:cubicBezTo>
                    <a:pt x="42" y="0"/>
                    <a:pt x="55" y="9"/>
                    <a:pt x="39" y="20"/>
                  </a:cubicBezTo>
                  <a:cubicBezTo>
                    <a:pt x="13" y="37"/>
                    <a:pt x="0" y="39"/>
                    <a:pt x="0" y="2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55"/>
            <p:cNvSpPr>
              <a:spLocks/>
            </p:cNvSpPr>
            <p:nvPr/>
          </p:nvSpPr>
          <p:spPr bwMode="auto">
            <a:xfrm>
              <a:off x="6588125" y="2295525"/>
              <a:ext cx="34925" cy="31750"/>
            </a:xfrm>
            <a:custGeom>
              <a:avLst/>
              <a:gdLst/>
              <a:ahLst/>
              <a:cxnLst>
                <a:cxn ang="0">
                  <a:pos x="8" y="16"/>
                </a:cxn>
                <a:cxn ang="0">
                  <a:pos x="14" y="0"/>
                </a:cxn>
                <a:cxn ang="0">
                  <a:pos x="25" y="7"/>
                </a:cxn>
                <a:cxn ang="0">
                  <a:pos x="8" y="16"/>
                </a:cxn>
              </a:cxnLst>
              <a:rect l="0" t="0" r="r" b="b"/>
              <a:pathLst>
                <a:path w="25" h="22">
                  <a:moveTo>
                    <a:pt x="8" y="16"/>
                  </a:moveTo>
                  <a:cubicBezTo>
                    <a:pt x="0" y="8"/>
                    <a:pt x="3" y="0"/>
                    <a:pt x="14" y="0"/>
                  </a:cubicBezTo>
                  <a:cubicBezTo>
                    <a:pt x="20" y="0"/>
                    <a:pt x="25" y="3"/>
                    <a:pt x="25" y="7"/>
                  </a:cubicBezTo>
                  <a:cubicBezTo>
                    <a:pt x="25" y="15"/>
                    <a:pt x="14" y="22"/>
                    <a:pt x="8" y="1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56"/>
            <p:cNvSpPr>
              <a:spLocks/>
            </p:cNvSpPr>
            <p:nvPr/>
          </p:nvSpPr>
          <p:spPr bwMode="auto">
            <a:xfrm>
              <a:off x="6442075" y="495300"/>
              <a:ext cx="804863" cy="1679575"/>
            </a:xfrm>
            <a:custGeom>
              <a:avLst/>
              <a:gdLst/>
              <a:ahLst/>
              <a:cxnLst>
                <a:cxn ang="0">
                  <a:pos x="139" y="1171"/>
                </a:cxn>
                <a:cxn ang="0">
                  <a:pos x="97" y="1161"/>
                </a:cxn>
                <a:cxn ang="0">
                  <a:pos x="69" y="1147"/>
                </a:cxn>
                <a:cxn ang="0">
                  <a:pos x="59" y="1087"/>
                </a:cxn>
                <a:cxn ang="0">
                  <a:pos x="66" y="1052"/>
                </a:cxn>
                <a:cxn ang="0">
                  <a:pos x="55" y="977"/>
                </a:cxn>
                <a:cxn ang="0">
                  <a:pos x="58" y="890"/>
                </a:cxn>
                <a:cxn ang="0">
                  <a:pos x="89" y="849"/>
                </a:cxn>
                <a:cxn ang="0">
                  <a:pos x="141" y="780"/>
                </a:cxn>
                <a:cxn ang="0">
                  <a:pos x="253" y="669"/>
                </a:cxn>
                <a:cxn ang="0">
                  <a:pos x="239" y="578"/>
                </a:cxn>
                <a:cxn ang="0">
                  <a:pos x="183" y="403"/>
                </a:cxn>
                <a:cxn ang="0">
                  <a:pos x="173" y="357"/>
                </a:cxn>
                <a:cxn ang="0">
                  <a:pos x="80" y="199"/>
                </a:cxn>
                <a:cxn ang="0">
                  <a:pos x="42" y="137"/>
                </a:cxn>
                <a:cxn ang="0">
                  <a:pos x="69" y="119"/>
                </a:cxn>
                <a:cxn ang="0">
                  <a:pos x="165" y="189"/>
                </a:cxn>
                <a:cxn ang="0">
                  <a:pos x="243" y="210"/>
                </a:cxn>
                <a:cxn ang="0">
                  <a:pos x="270" y="161"/>
                </a:cxn>
                <a:cxn ang="0">
                  <a:pos x="322" y="34"/>
                </a:cxn>
                <a:cxn ang="0">
                  <a:pos x="390" y="0"/>
                </a:cxn>
                <a:cxn ang="0">
                  <a:pos x="444" y="104"/>
                </a:cxn>
                <a:cxn ang="0">
                  <a:pos x="427" y="153"/>
                </a:cxn>
                <a:cxn ang="0">
                  <a:pos x="423" y="189"/>
                </a:cxn>
                <a:cxn ang="0">
                  <a:pos x="444" y="273"/>
                </a:cxn>
                <a:cxn ang="0">
                  <a:pos x="493" y="332"/>
                </a:cxn>
                <a:cxn ang="0">
                  <a:pos x="445" y="418"/>
                </a:cxn>
                <a:cxn ang="0">
                  <a:pos x="492" y="571"/>
                </a:cxn>
                <a:cxn ang="0">
                  <a:pos x="497" y="707"/>
                </a:cxn>
                <a:cxn ang="0">
                  <a:pos x="505" y="782"/>
                </a:cxn>
                <a:cxn ang="0">
                  <a:pos x="502" y="814"/>
                </a:cxn>
                <a:cxn ang="0">
                  <a:pos x="560" y="923"/>
                </a:cxn>
                <a:cxn ang="0">
                  <a:pos x="420" y="1096"/>
                </a:cxn>
                <a:cxn ang="0">
                  <a:pos x="311" y="1153"/>
                </a:cxn>
                <a:cxn ang="0">
                  <a:pos x="241" y="1176"/>
                </a:cxn>
                <a:cxn ang="0">
                  <a:pos x="167" y="1199"/>
                </a:cxn>
              </a:cxnLst>
              <a:rect l="0" t="0" r="r" b="b"/>
              <a:pathLst>
                <a:path w="577" h="1204">
                  <a:moveTo>
                    <a:pt x="140" y="1196"/>
                  </a:moveTo>
                  <a:cubicBezTo>
                    <a:pt x="138" y="1190"/>
                    <a:pt x="137" y="1179"/>
                    <a:pt x="139" y="1171"/>
                  </a:cubicBezTo>
                  <a:cubicBezTo>
                    <a:pt x="143" y="1160"/>
                    <a:pt x="141" y="1159"/>
                    <a:pt x="130" y="1165"/>
                  </a:cubicBezTo>
                  <a:cubicBezTo>
                    <a:pt x="110" y="1175"/>
                    <a:pt x="92" y="1173"/>
                    <a:pt x="97" y="1161"/>
                  </a:cubicBezTo>
                  <a:cubicBezTo>
                    <a:pt x="100" y="1154"/>
                    <a:pt x="98" y="1150"/>
                    <a:pt x="93" y="1151"/>
                  </a:cubicBezTo>
                  <a:cubicBezTo>
                    <a:pt x="88" y="1151"/>
                    <a:pt x="77" y="1150"/>
                    <a:pt x="69" y="1147"/>
                  </a:cubicBezTo>
                  <a:cubicBezTo>
                    <a:pt x="57" y="1143"/>
                    <a:pt x="54" y="1137"/>
                    <a:pt x="56" y="1116"/>
                  </a:cubicBezTo>
                  <a:cubicBezTo>
                    <a:pt x="57" y="1102"/>
                    <a:pt x="58" y="1089"/>
                    <a:pt x="59" y="1087"/>
                  </a:cubicBezTo>
                  <a:cubicBezTo>
                    <a:pt x="60" y="1085"/>
                    <a:pt x="60" y="1082"/>
                    <a:pt x="60" y="1079"/>
                  </a:cubicBezTo>
                  <a:cubicBezTo>
                    <a:pt x="60" y="1077"/>
                    <a:pt x="62" y="1064"/>
                    <a:pt x="66" y="1052"/>
                  </a:cubicBezTo>
                  <a:cubicBezTo>
                    <a:pt x="71" y="1035"/>
                    <a:pt x="70" y="1024"/>
                    <a:pt x="62" y="1008"/>
                  </a:cubicBezTo>
                  <a:cubicBezTo>
                    <a:pt x="56" y="997"/>
                    <a:pt x="52" y="983"/>
                    <a:pt x="55" y="977"/>
                  </a:cubicBezTo>
                  <a:cubicBezTo>
                    <a:pt x="57" y="972"/>
                    <a:pt x="55" y="953"/>
                    <a:pt x="50" y="937"/>
                  </a:cubicBezTo>
                  <a:cubicBezTo>
                    <a:pt x="43" y="909"/>
                    <a:pt x="43" y="905"/>
                    <a:pt x="58" y="890"/>
                  </a:cubicBezTo>
                  <a:cubicBezTo>
                    <a:pt x="66" y="881"/>
                    <a:pt x="72" y="869"/>
                    <a:pt x="71" y="863"/>
                  </a:cubicBezTo>
                  <a:cubicBezTo>
                    <a:pt x="70" y="855"/>
                    <a:pt x="76" y="851"/>
                    <a:pt x="89" y="849"/>
                  </a:cubicBezTo>
                  <a:cubicBezTo>
                    <a:pt x="100" y="848"/>
                    <a:pt x="108" y="843"/>
                    <a:pt x="107" y="839"/>
                  </a:cubicBezTo>
                  <a:cubicBezTo>
                    <a:pt x="104" y="824"/>
                    <a:pt x="126" y="785"/>
                    <a:pt x="141" y="780"/>
                  </a:cubicBezTo>
                  <a:cubicBezTo>
                    <a:pt x="159" y="775"/>
                    <a:pt x="165" y="768"/>
                    <a:pt x="194" y="723"/>
                  </a:cubicBezTo>
                  <a:cubicBezTo>
                    <a:pt x="226" y="673"/>
                    <a:pt x="236" y="664"/>
                    <a:pt x="253" y="669"/>
                  </a:cubicBezTo>
                  <a:cubicBezTo>
                    <a:pt x="265" y="673"/>
                    <a:pt x="266" y="671"/>
                    <a:pt x="262" y="643"/>
                  </a:cubicBezTo>
                  <a:cubicBezTo>
                    <a:pt x="255" y="590"/>
                    <a:pt x="252" y="582"/>
                    <a:pt x="239" y="578"/>
                  </a:cubicBezTo>
                  <a:cubicBezTo>
                    <a:pt x="198" y="565"/>
                    <a:pt x="175" y="511"/>
                    <a:pt x="186" y="456"/>
                  </a:cubicBezTo>
                  <a:cubicBezTo>
                    <a:pt x="192" y="430"/>
                    <a:pt x="191" y="419"/>
                    <a:pt x="183" y="403"/>
                  </a:cubicBezTo>
                  <a:cubicBezTo>
                    <a:pt x="177" y="392"/>
                    <a:pt x="174" y="383"/>
                    <a:pt x="176" y="374"/>
                  </a:cubicBezTo>
                  <a:cubicBezTo>
                    <a:pt x="179" y="364"/>
                    <a:pt x="177" y="357"/>
                    <a:pt x="173" y="357"/>
                  </a:cubicBezTo>
                  <a:cubicBezTo>
                    <a:pt x="168" y="357"/>
                    <a:pt x="166" y="344"/>
                    <a:pt x="167" y="324"/>
                  </a:cubicBezTo>
                  <a:cubicBezTo>
                    <a:pt x="169" y="278"/>
                    <a:pt x="144" y="242"/>
                    <a:pt x="80" y="199"/>
                  </a:cubicBezTo>
                  <a:cubicBezTo>
                    <a:pt x="27" y="163"/>
                    <a:pt x="0" y="133"/>
                    <a:pt x="31" y="143"/>
                  </a:cubicBezTo>
                  <a:cubicBezTo>
                    <a:pt x="43" y="147"/>
                    <a:pt x="46" y="146"/>
                    <a:pt x="42" y="137"/>
                  </a:cubicBezTo>
                  <a:cubicBezTo>
                    <a:pt x="40" y="130"/>
                    <a:pt x="43" y="124"/>
                    <a:pt x="53" y="121"/>
                  </a:cubicBezTo>
                  <a:cubicBezTo>
                    <a:pt x="60" y="119"/>
                    <a:pt x="68" y="118"/>
                    <a:pt x="69" y="119"/>
                  </a:cubicBezTo>
                  <a:cubicBezTo>
                    <a:pt x="70" y="120"/>
                    <a:pt x="79" y="136"/>
                    <a:pt x="90" y="154"/>
                  </a:cubicBezTo>
                  <a:cubicBezTo>
                    <a:pt x="115" y="196"/>
                    <a:pt x="139" y="208"/>
                    <a:pt x="165" y="189"/>
                  </a:cubicBezTo>
                  <a:cubicBezTo>
                    <a:pt x="183" y="176"/>
                    <a:pt x="184" y="176"/>
                    <a:pt x="213" y="193"/>
                  </a:cubicBezTo>
                  <a:cubicBezTo>
                    <a:pt x="243" y="210"/>
                    <a:pt x="243" y="210"/>
                    <a:pt x="243" y="210"/>
                  </a:cubicBezTo>
                  <a:cubicBezTo>
                    <a:pt x="248" y="190"/>
                    <a:pt x="248" y="190"/>
                    <a:pt x="248" y="190"/>
                  </a:cubicBezTo>
                  <a:cubicBezTo>
                    <a:pt x="251" y="177"/>
                    <a:pt x="260" y="166"/>
                    <a:pt x="270" y="161"/>
                  </a:cubicBezTo>
                  <a:cubicBezTo>
                    <a:pt x="286" y="154"/>
                    <a:pt x="288" y="150"/>
                    <a:pt x="284" y="132"/>
                  </a:cubicBezTo>
                  <a:cubicBezTo>
                    <a:pt x="278" y="104"/>
                    <a:pt x="305" y="34"/>
                    <a:pt x="322" y="34"/>
                  </a:cubicBezTo>
                  <a:cubicBezTo>
                    <a:pt x="329" y="34"/>
                    <a:pt x="347" y="26"/>
                    <a:pt x="362" y="17"/>
                  </a:cubicBezTo>
                  <a:cubicBezTo>
                    <a:pt x="390" y="0"/>
                    <a:pt x="390" y="0"/>
                    <a:pt x="390" y="0"/>
                  </a:cubicBezTo>
                  <a:cubicBezTo>
                    <a:pt x="420" y="24"/>
                    <a:pt x="420" y="24"/>
                    <a:pt x="420" y="24"/>
                  </a:cubicBezTo>
                  <a:cubicBezTo>
                    <a:pt x="458" y="54"/>
                    <a:pt x="465" y="76"/>
                    <a:pt x="444" y="104"/>
                  </a:cubicBezTo>
                  <a:cubicBezTo>
                    <a:pt x="436" y="116"/>
                    <a:pt x="432" y="128"/>
                    <a:pt x="434" y="133"/>
                  </a:cubicBezTo>
                  <a:cubicBezTo>
                    <a:pt x="437" y="137"/>
                    <a:pt x="434" y="146"/>
                    <a:pt x="427" y="153"/>
                  </a:cubicBezTo>
                  <a:cubicBezTo>
                    <a:pt x="419" y="161"/>
                    <a:pt x="418" y="167"/>
                    <a:pt x="423" y="170"/>
                  </a:cubicBezTo>
                  <a:cubicBezTo>
                    <a:pt x="428" y="174"/>
                    <a:pt x="428" y="179"/>
                    <a:pt x="423" y="189"/>
                  </a:cubicBezTo>
                  <a:cubicBezTo>
                    <a:pt x="418" y="197"/>
                    <a:pt x="417" y="216"/>
                    <a:pt x="420" y="234"/>
                  </a:cubicBezTo>
                  <a:cubicBezTo>
                    <a:pt x="424" y="259"/>
                    <a:pt x="428" y="266"/>
                    <a:pt x="444" y="273"/>
                  </a:cubicBezTo>
                  <a:cubicBezTo>
                    <a:pt x="455" y="277"/>
                    <a:pt x="470" y="292"/>
                    <a:pt x="479" y="306"/>
                  </a:cubicBezTo>
                  <a:cubicBezTo>
                    <a:pt x="493" y="332"/>
                    <a:pt x="493" y="332"/>
                    <a:pt x="493" y="332"/>
                  </a:cubicBezTo>
                  <a:cubicBezTo>
                    <a:pt x="469" y="379"/>
                    <a:pt x="469" y="379"/>
                    <a:pt x="469" y="379"/>
                  </a:cubicBezTo>
                  <a:cubicBezTo>
                    <a:pt x="445" y="418"/>
                    <a:pt x="445" y="418"/>
                    <a:pt x="445" y="418"/>
                  </a:cubicBezTo>
                  <a:cubicBezTo>
                    <a:pt x="466" y="469"/>
                    <a:pt x="466" y="469"/>
                    <a:pt x="466" y="469"/>
                  </a:cubicBezTo>
                  <a:cubicBezTo>
                    <a:pt x="496" y="540"/>
                    <a:pt x="503" y="567"/>
                    <a:pt x="492" y="571"/>
                  </a:cubicBezTo>
                  <a:cubicBezTo>
                    <a:pt x="475" y="578"/>
                    <a:pt x="472" y="670"/>
                    <a:pt x="490" y="683"/>
                  </a:cubicBezTo>
                  <a:cubicBezTo>
                    <a:pt x="497" y="688"/>
                    <a:pt x="500" y="697"/>
                    <a:pt x="497" y="707"/>
                  </a:cubicBezTo>
                  <a:cubicBezTo>
                    <a:pt x="494" y="717"/>
                    <a:pt x="498" y="727"/>
                    <a:pt x="508" y="736"/>
                  </a:cubicBezTo>
                  <a:cubicBezTo>
                    <a:pt x="528" y="755"/>
                    <a:pt x="527" y="768"/>
                    <a:pt x="505" y="782"/>
                  </a:cubicBezTo>
                  <a:cubicBezTo>
                    <a:pt x="488" y="793"/>
                    <a:pt x="488" y="793"/>
                    <a:pt x="488" y="793"/>
                  </a:cubicBezTo>
                  <a:cubicBezTo>
                    <a:pt x="502" y="814"/>
                    <a:pt x="502" y="814"/>
                    <a:pt x="502" y="814"/>
                  </a:cubicBezTo>
                  <a:cubicBezTo>
                    <a:pt x="510" y="825"/>
                    <a:pt x="526" y="839"/>
                    <a:pt x="538" y="846"/>
                  </a:cubicBezTo>
                  <a:cubicBezTo>
                    <a:pt x="570" y="865"/>
                    <a:pt x="577" y="890"/>
                    <a:pt x="560" y="923"/>
                  </a:cubicBezTo>
                  <a:cubicBezTo>
                    <a:pt x="547" y="948"/>
                    <a:pt x="495" y="1017"/>
                    <a:pt x="473" y="1040"/>
                  </a:cubicBezTo>
                  <a:cubicBezTo>
                    <a:pt x="467" y="1045"/>
                    <a:pt x="444" y="1071"/>
                    <a:pt x="420" y="1096"/>
                  </a:cubicBezTo>
                  <a:cubicBezTo>
                    <a:pt x="385" y="1136"/>
                    <a:pt x="375" y="1143"/>
                    <a:pt x="356" y="1142"/>
                  </a:cubicBezTo>
                  <a:cubicBezTo>
                    <a:pt x="344" y="1142"/>
                    <a:pt x="324" y="1146"/>
                    <a:pt x="311" y="1153"/>
                  </a:cubicBezTo>
                  <a:cubicBezTo>
                    <a:pt x="298" y="1159"/>
                    <a:pt x="281" y="1164"/>
                    <a:pt x="273" y="1164"/>
                  </a:cubicBezTo>
                  <a:cubicBezTo>
                    <a:pt x="265" y="1164"/>
                    <a:pt x="251" y="1169"/>
                    <a:pt x="241" y="1176"/>
                  </a:cubicBezTo>
                  <a:cubicBezTo>
                    <a:pt x="232" y="1182"/>
                    <a:pt x="216" y="1188"/>
                    <a:pt x="207" y="1189"/>
                  </a:cubicBezTo>
                  <a:cubicBezTo>
                    <a:pt x="198" y="1190"/>
                    <a:pt x="180" y="1195"/>
                    <a:pt x="167" y="1199"/>
                  </a:cubicBezTo>
                  <a:cubicBezTo>
                    <a:pt x="148" y="1204"/>
                    <a:pt x="143" y="1204"/>
                    <a:pt x="140" y="119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57"/>
            <p:cNvSpPr>
              <a:spLocks/>
            </p:cNvSpPr>
            <p:nvPr/>
          </p:nvSpPr>
          <p:spPr bwMode="auto">
            <a:xfrm>
              <a:off x="6594475" y="2132013"/>
              <a:ext cx="28575" cy="31750"/>
            </a:xfrm>
            <a:custGeom>
              <a:avLst/>
              <a:gdLst/>
              <a:ahLst/>
              <a:cxnLst>
                <a:cxn ang="0">
                  <a:pos x="0" y="14"/>
                </a:cxn>
                <a:cxn ang="0">
                  <a:pos x="11" y="3"/>
                </a:cxn>
                <a:cxn ang="0">
                  <a:pos x="20" y="7"/>
                </a:cxn>
                <a:cxn ang="0">
                  <a:pos x="0" y="14"/>
                </a:cxn>
              </a:cxnLst>
              <a:rect l="0" t="0" r="r" b="b"/>
              <a:pathLst>
                <a:path w="21" h="23">
                  <a:moveTo>
                    <a:pt x="0" y="14"/>
                  </a:moveTo>
                  <a:cubicBezTo>
                    <a:pt x="0" y="10"/>
                    <a:pt x="5" y="5"/>
                    <a:pt x="11" y="3"/>
                  </a:cubicBezTo>
                  <a:cubicBezTo>
                    <a:pt x="18" y="0"/>
                    <a:pt x="21" y="2"/>
                    <a:pt x="20" y="7"/>
                  </a:cubicBezTo>
                  <a:cubicBezTo>
                    <a:pt x="16" y="17"/>
                    <a:pt x="0" y="23"/>
                    <a:pt x="0" y="1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58"/>
            <p:cNvSpPr>
              <a:spLocks/>
            </p:cNvSpPr>
            <p:nvPr/>
          </p:nvSpPr>
          <p:spPr bwMode="auto">
            <a:xfrm>
              <a:off x="6403975" y="2119313"/>
              <a:ext cx="26988" cy="30162"/>
            </a:xfrm>
            <a:custGeom>
              <a:avLst/>
              <a:gdLst/>
              <a:ahLst/>
              <a:cxnLst>
                <a:cxn ang="0">
                  <a:pos x="0" y="11"/>
                </a:cxn>
                <a:cxn ang="0">
                  <a:pos x="11" y="0"/>
                </a:cxn>
                <a:cxn ang="0">
                  <a:pos x="17" y="11"/>
                </a:cxn>
                <a:cxn ang="0">
                  <a:pos x="6" y="22"/>
                </a:cxn>
                <a:cxn ang="0">
                  <a:pos x="0" y="11"/>
                </a:cxn>
              </a:cxnLst>
              <a:rect l="0" t="0" r="r" b="b"/>
              <a:pathLst>
                <a:path w="19" h="22">
                  <a:moveTo>
                    <a:pt x="0" y="11"/>
                  </a:moveTo>
                  <a:cubicBezTo>
                    <a:pt x="0" y="5"/>
                    <a:pt x="5" y="0"/>
                    <a:pt x="11" y="0"/>
                  </a:cubicBezTo>
                  <a:cubicBezTo>
                    <a:pt x="17" y="0"/>
                    <a:pt x="19" y="5"/>
                    <a:pt x="17" y="11"/>
                  </a:cubicBezTo>
                  <a:cubicBezTo>
                    <a:pt x="15" y="17"/>
                    <a:pt x="10" y="22"/>
                    <a:pt x="6" y="22"/>
                  </a:cubicBezTo>
                  <a:cubicBezTo>
                    <a:pt x="3" y="22"/>
                    <a:pt x="0" y="17"/>
                    <a:pt x="0" y="1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59"/>
            <p:cNvSpPr>
              <a:spLocks/>
            </p:cNvSpPr>
            <p:nvPr/>
          </p:nvSpPr>
          <p:spPr bwMode="auto">
            <a:xfrm>
              <a:off x="6015038" y="720725"/>
              <a:ext cx="160338" cy="138112"/>
            </a:xfrm>
            <a:custGeom>
              <a:avLst/>
              <a:gdLst/>
              <a:ahLst/>
              <a:cxnLst>
                <a:cxn ang="0">
                  <a:pos x="0" y="87"/>
                </a:cxn>
                <a:cxn ang="0">
                  <a:pos x="45" y="64"/>
                </a:cxn>
                <a:cxn ang="0">
                  <a:pos x="53" y="54"/>
                </a:cxn>
                <a:cxn ang="0">
                  <a:pos x="58" y="41"/>
                </a:cxn>
                <a:cxn ang="0">
                  <a:pos x="66" y="26"/>
                </a:cxn>
                <a:cxn ang="0">
                  <a:pos x="86" y="18"/>
                </a:cxn>
                <a:cxn ang="0">
                  <a:pos x="96" y="19"/>
                </a:cxn>
                <a:cxn ang="0">
                  <a:pos x="115" y="25"/>
                </a:cxn>
                <a:cxn ang="0">
                  <a:pos x="76" y="70"/>
                </a:cxn>
                <a:cxn ang="0">
                  <a:pos x="67" y="66"/>
                </a:cxn>
                <a:cxn ang="0">
                  <a:pos x="58" y="66"/>
                </a:cxn>
                <a:cxn ang="0">
                  <a:pos x="43" y="73"/>
                </a:cxn>
                <a:cxn ang="0">
                  <a:pos x="34" y="78"/>
                </a:cxn>
                <a:cxn ang="0">
                  <a:pos x="0" y="87"/>
                </a:cxn>
              </a:cxnLst>
              <a:rect l="0" t="0" r="r" b="b"/>
              <a:pathLst>
                <a:path w="115" h="99">
                  <a:moveTo>
                    <a:pt x="0" y="87"/>
                  </a:moveTo>
                  <a:cubicBezTo>
                    <a:pt x="0" y="76"/>
                    <a:pt x="30" y="61"/>
                    <a:pt x="45" y="64"/>
                  </a:cubicBezTo>
                  <a:cubicBezTo>
                    <a:pt x="50" y="65"/>
                    <a:pt x="53" y="60"/>
                    <a:pt x="53" y="54"/>
                  </a:cubicBezTo>
                  <a:cubicBezTo>
                    <a:pt x="52" y="47"/>
                    <a:pt x="55" y="41"/>
                    <a:pt x="58" y="41"/>
                  </a:cubicBezTo>
                  <a:cubicBezTo>
                    <a:pt x="61" y="41"/>
                    <a:pt x="65" y="35"/>
                    <a:pt x="66" y="26"/>
                  </a:cubicBezTo>
                  <a:cubicBezTo>
                    <a:pt x="69" y="7"/>
                    <a:pt x="86" y="0"/>
                    <a:pt x="86" y="18"/>
                  </a:cubicBezTo>
                  <a:cubicBezTo>
                    <a:pt x="87" y="30"/>
                    <a:pt x="87" y="30"/>
                    <a:pt x="96" y="19"/>
                  </a:cubicBezTo>
                  <a:cubicBezTo>
                    <a:pt x="106" y="6"/>
                    <a:pt x="115" y="9"/>
                    <a:pt x="115" y="25"/>
                  </a:cubicBezTo>
                  <a:cubicBezTo>
                    <a:pt x="115" y="34"/>
                    <a:pt x="102" y="49"/>
                    <a:pt x="76" y="70"/>
                  </a:cubicBezTo>
                  <a:cubicBezTo>
                    <a:pt x="63" y="79"/>
                    <a:pt x="62" y="79"/>
                    <a:pt x="67" y="66"/>
                  </a:cubicBezTo>
                  <a:cubicBezTo>
                    <a:pt x="72" y="53"/>
                    <a:pt x="72" y="53"/>
                    <a:pt x="58" y="66"/>
                  </a:cubicBezTo>
                  <a:cubicBezTo>
                    <a:pt x="50" y="73"/>
                    <a:pt x="43" y="76"/>
                    <a:pt x="43" y="73"/>
                  </a:cubicBezTo>
                  <a:cubicBezTo>
                    <a:pt x="43" y="70"/>
                    <a:pt x="39" y="72"/>
                    <a:pt x="34" y="78"/>
                  </a:cubicBezTo>
                  <a:cubicBezTo>
                    <a:pt x="21" y="94"/>
                    <a:pt x="0" y="99"/>
                    <a:pt x="0" y="8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60"/>
            <p:cNvSpPr>
              <a:spLocks/>
            </p:cNvSpPr>
            <p:nvPr/>
          </p:nvSpPr>
          <p:spPr bwMode="auto">
            <a:xfrm>
              <a:off x="6035675" y="719138"/>
              <a:ext cx="53975" cy="77787"/>
            </a:xfrm>
            <a:custGeom>
              <a:avLst/>
              <a:gdLst/>
              <a:ahLst/>
              <a:cxnLst>
                <a:cxn ang="0">
                  <a:pos x="17" y="38"/>
                </a:cxn>
                <a:cxn ang="0">
                  <a:pos x="14" y="28"/>
                </a:cxn>
                <a:cxn ang="0">
                  <a:pos x="0" y="28"/>
                </a:cxn>
                <a:cxn ang="0">
                  <a:pos x="14" y="16"/>
                </a:cxn>
                <a:cxn ang="0">
                  <a:pos x="29" y="5"/>
                </a:cxn>
                <a:cxn ang="0">
                  <a:pos x="35" y="14"/>
                </a:cxn>
                <a:cxn ang="0">
                  <a:pos x="34" y="40"/>
                </a:cxn>
                <a:cxn ang="0">
                  <a:pos x="32" y="50"/>
                </a:cxn>
                <a:cxn ang="0">
                  <a:pos x="20" y="55"/>
                </a:cxn>
                <a:cxn ang="0">
                  <a:pos x="17" y="38"/>
                </a:cxn>
              </a:cxnLst>
              <a:rect l="0" t="0" r="r" b="b"/>
              <a:pathLst>
                <a:path w="38" h="56">
                  <a:moveTo>
                    <a:pt x="17" y="38"/>
                  </a:moveTo>
                  <a:cubicBezTo>
                    <a:pt x="29" y="21"/>
                    <a:pt x="29" y="20"/>
                    <a:pt x="14" y="28"/>
                  </a:cubicBezTo>
                  <a:cubicBezTo>
                    <a:pt x="4" y="34"/>
                    <a:pt x="0" y="34"/>
                    <a:pt x="0" y="28"/>
                  </a:cubicBezTo>
                  <a:cubicBezTo>
                    <a:pt x="0" y="24"/>
                    <a:pt x="6" y="18"/>
                    <a:pt x="14" y="16"/>
                  </a:cubicBezTo>
                  <a:cubicBezTo>
                    <a:pt x="22" y="14"/>
                    <a:pt x="29" y="9"/>
                    <a:pt x="29" y="5"/>
                  </a:cubicBezTo>
                  <a:cubicBezTo>
                    <a:pt x="29" y="0"/>
                    <a:pt x="32" y="5"/>
                    <a:pt x="35" y="14"/>
                  </a:cubicBezTo>
                  <a:cubicBezTo>
                    <a:pt x="38" y="24"/>
                    <a:pt x="38" y="35"/>
                    <a:pt x="34" y="40"/>
                  </a:cubicBezTo>
                  <a:cubicBezTo>
                    <a:pt x="31" y="44"/>
                    <a:pt x="30" y="49"/>
                    <a:pt x="32" y="50"/>
                  </a:cubicBezTo>
                  <a:cubicBezTo>
                    <a:pt x="33" y="52"/>
                    <a:pt x="28" y="54"/>
                    <a:pt x="20" y="55"/>
                  </a:cubicBezTo>
                  <a:cubicBezTo>
                    <a:pt x="6" y="56"/>
                    <a:pt x="6" y="55"/>
                    <a:pt x="17" y="3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61"/>
            <p:cNvSpPr>
              <a:spLocks/>
            </p:cNvSpPr>
            <p:nvPr/>
          </p:nvSpPr>
          <p:spPr bwMode="auto">
            <a:xfrm>
              <a:off x="6219825" y="604838"/>
              <a:ext cx="61913" cy="77787"/>
            </a:xfrm>
            <a:custGeom>
              <a:avLst/>
              <a:gdLst/>
              <a:ahLst/>
              <a:cxnLst>
                <a:cxn ang="0">
                  <a:pos x="25" y="5"/>
                </a:cxn>
                <a:cxn ang="0">
                  <a:pos x="43" y="8"/>
                </a:cxn>
                <a:cxn ang="0">
                  <a:pos x="40" y="23"/>
                </a:cxn>
                <a:cxn ang="0">
                  <a:pos x="36" y="32"/>
                </a:cxn>
                <a:cxn ang="0">
                  <a:pos x="22" y="46"/>
                </a:cxn>
                <a:cxn ang="0">
                  <a:pos x="25" y="5"/>
                </a:cxn>
              </a:cxnLst>
              <a:rect l="0" t="0" r="r" b="b"/>
              <a:pathLst>
                <a:path w="45" h="56">
                  <a:moveTo>
                    <a:pt x="25" y="5"/>
                  </a:moveTo>
                  <a:cubicBezTo>
                    <a:pt x="35" y="0"/>
                    <a:pt x="40" y="1"/>
                    <a:pt x="43" y="8"/>
                  </a:cubicBezTo>
                  <a:cubicBezTo>
                    <a:pt x="45" y="14"/>
                    <a:pt x="44" y="20"/>
                    <a:pt x="40" y="23"/>
                  </a:cubicBezTo>
                  <a:cubicBezTo>
                    <a:pt x="36" y="25"/>
                    <a:pt x="34" y="29"/>
                    <a:pt x="36" y="32"/>
                  </a:cubicBezTo>
                  <a:cubicBezTo>
                    <a:pt x="38" y="36"/>
                    <a:pt x="32" y="42"/>
                    <a:pt x="22" y="46"/>
                  </a:cubicBezTo>
                  <a:cubicBezTo>
                    <a:pt x="0" y="56"/>
                    <a:pt x="17" y="9"/>
                    <a:pt x="25" y="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62"/>
            <p:cNvSpPr>
              <a:spLocks/>
            </p:cNvSpPr>
            <p:nvPr/>
          </p:nvSpPr>
          <p:spPr bwMode="auto">
            <a:xfrm>
              <a:off x="6353175" y="552450"/>
              <a:ext cx="41275" cy="88900"/>
            </a:xfrm>
            <a:custGeom>
              <a:avLst/>
              <a:gdLst/>
              <a:ahLst/>
              <a:cxnLst>
                <a:cxn ang="0">
                  <a:pos x="6" y="39"/>
                </a:cxn>
                <a:cxn ang="0">
                  <a:pos x="20" y="0"/>
                </a:cxn>
                <a:cxn ang="0">
                  <a:pos x="29" y="26"/>
                </a:cxn>
                <a:cxn ang="0">
                  <a:pos x="6" y="39"/>
                </a:cxn>
              </a:cxnLst>
              <a:rect l="0" t="0" r="r" b="b"/>
              <a:pathLst>
                <a:path w="30" h="64">
                  <a:moveTo>
                    <a:pt x="6" y="39"/>
                  </a:moveTo>
                  <a:cubicBezTo>
                    <a:pt x="0" y="18"/>
                    <a:pt x="7" y="0"/>
                    <a:pt x="20" y="0"/>
                  </a:cubicBezTo>
                  <a:cubicBezTo>
                    <a:pt x="28" y="0"/>
                    <a:pt x="30" y="7"/>
                    <a:pt x="29" y="26"/>
                  </a:cubicBezTo>
                  <a:cubicBezTo>
                    <a:pt x="26" y="56"/>
                    <a:pt x="12" y="64"/>
                    <a:pt x="6" y="3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63"/>
            <p:cNvSpPr>
              <a:spLocks/>
            </p:cNvSpPr>
            <p:nvPr/>
          </p:nvSpPr>
          <p:spPr bwMode="auto">
            <a:xfrm>
              <a:off x="6297613" y="552450"/>
              <a:ext cx="36513" cy="55562"/>
            </a:xfrm>
            <a:custGeom>
              <a:avLst/>
              <a:gdLst/>
              <a:ahLst/>
              <a:cxnLst>
                <a:cxn ang="0">
                  <a:pos x="4" y="17"/>
                </a:cxn>
                <a:cxn ang="0">
                  <a:pos x="13" y="0"/>
                </a:cxn>
                <a:cxn ang="0">
                  <a:pos x="18" y="27"/>
                </a:cxn>
                <a:cxn ang="0">
                  <a:pos x="4" y="17"/>
                </a:cxn>
              </a:cxnLst>
              <a:rect l="0" t="0" r="r" b="b"/>
              <a:pathLst>
                <a:path w="26" h="40">
                  <a:moveTo>
                    <a:pt x="4" y="17"/>
                  </a:moveTo>
                  <a:cubicBezTo>
                    <a:pt x="6" y="8"/>
                    <a:pt x="10" y="0"/>
                    <a:pt x="13" y="0"/>
                  </a:cubicBezTo>
                  <a:cubicBezTo>
                    <a:pt x="23" y="0"/>
                    <a:pt x="26" y="19"/>
                    <a:pt x="18" y="27"/>
                  </a:cubicBezTo>
                  <a:cubicBezTo>
                    <a:pt x="5" y="40"/>
                    <a:pt x="0" y="36"/>
                    <a:pt x="4" y="1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64"/>
            <p:cNvSpPr>
              <a:spLocks/>
            </p:cNvSpPr>
            <p:nvPr/>
          </p:nvSpPr>
          <p:spPr bwMode="auto">
            <a:xfrm>
              <a:off x="6335713" y="492125"/>
              <a:ext cx="47625" cy="50800"/>
            </a:xfrm>
            <a:custGeom>
              <a:avLst/>
              <a:gdLst/>
              <a:ahLst/>
              <a:cxnLst>
                <a:cxn ang="0">
                  <a:pos x="7" y="25"/>
                </a:cxn>
                <a:cxn ang="0">
                  <a:pos x="10" y="15"/>
                </a:cxn>
                <a:cxn ang="0">
                  <a:pos x="22" y="6"/>
                </a:cxn>
                <a:cxn ang="0">
                  <a:pos x="28" y="7"/>
                </a:cxn>
                <a:cxn ang="0">
                  <a:pos x="22" y="36"/>
                </a:cxn>
                <a:cxn ang="0">
                  <a:pos x="7" y="25"/>
                </a:cxn>
              </a:cxnLst>
              <a:rect l="0" t="0" r="r" b="b"/>
              <a:pathLst>
                <a:path w="35" h="36">
                  <a:moveTo>
                    <a:pt x="7" y="25"/>
                  </a:moveTo>
                  <a:cubicBezTo>
                    <a:pt x="0" y="17"/>
                    <a:pt x="0" y="15"/>
                    <a:pt x="10" y="15"/>
                  </a:cubicBezTo>
                  <a:cubicBezTo>
                    <a:pt x="16" y="15"/>
                    <a:pt x="21" y="11"/>
                    <a:pt x="22" y="6"/>
                  </a:cubicBezTo>
                  <a:cubicBezTo>
                    <a:pt x="22" y="0"/>
                    <a:pt x="24" y="0"/>
                    <a:pt x="28" y="7"/>
                  </a:cubicBezTo>
                  <a:cubicBezTo>
                    <a:pt x="35" y="17"/>
                    <a:pt x="31" y="36"/>
                    <a:pt x="22" y="36"/>
                  </a:cubicBezTo>
                  <a:cubicBezTo>
                    <a:pt x="19" y="36"/>
                    <a:pt x="12" y="31"/>
                    <a:pt x="7" y="25"/>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65"/>
            <p:cNvSpPr>
              <a:spLocks/>
            </p:cNvSpPr>
            <p:nvPr/>
          </p:nvSpPr>
          <p:spPr bwMode="auto">
            <a:xfrm>
              <a:off x="6680200" y="354013"/>
              <a:ext cx="34925" cy="42862"/>
            </a:xfrm>
            <a:custGeom>
              <a:avLst/>
              <a:gdLst/>
              <a:ahLst/>
              <a:cxnLst>
                <a:cxn ang="0">
                  <a:pos x="6" y="20"/>
                </a:cxn>
                <a:cxn ang="0">
                  <a:pos x="18" y="8"/>
                </a:cxn>
                <a:cxn ang="0">
                  <a:pos x="19" y="23"/>
                </a:cxn>
                <a:cxn ang="0">
                  <a:pos x="6" y="20"/>
                </a:cxn>
              </a:cxnLst>
              <a:rect l="0" t="0" r="r" b="b"/>
              <a:pathLst>
                <a:path w="26" h="30">
                  <a:moveTo>
                    <a:pt x="6" y="20"/>
                  </a:moveTo>
                  <a:cubicBezTo>
                    <a:pt x="0" y="4"/>
                    <a:pt x="4" y="0"/>
                    <a:pt x="18" y="8"/>
                  </a:cubicBezTo>
                  <a:cubicBezTo>
                    <a:pt x="26" y="13"/>
                    <a:pt x="26" y="16"/>
                    <a:pt x="19" y="23"/>
                  </a:cubicBezTo>
                  <a:cubicBezTo>
                    <a:pt x="13" y="30"/>
                    <a:pt x="10" y="29"/>
                    <a:pt x="6" y="2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2" name="Footer Text"/>
          <p:cNvSpPr txBox="1"/>
          <p:nvPr/>
        </p:nvSpPr>
        <p:spPr>
          <a:xfrm>
            <a:off x="730340" y="2493158"/>
            <a:ext cx="3821352" cy="830997"/>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aphicFrame>
        <p:nvGraphicFramePr>
          <p:cNvPr id="133" name="Chart 132"/>
          <p:cNvGraphicFramePr/>
          <p:nvPr/>
        </p:nvGraphicFramePr>
        <p:xfrm>
          <a:off x="326712" y="3362883"/>
          <a:ext cx="4453580" cy="2737879"/>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500" fill="hold"/>
                                        <p:tgtEl>
                                          <p:spTgt spid="68"/>
                                        </p:tgtEl>
                                        <p:attrNameLst>
                                          <p:attrName>ppt_w</p:attrName>
                                        </p:attrNameLst>
                                      </p:cBhvr>
                                      <p:tavLst>
                                        <p:tav tm="0">
                                          <p:val>
                                            <p:fltVal val="0"/>
                                          </p:val>
                                        </p:tav>
                                        <p:tav tm="100000">
                                          <p:val>
                                            <p:strVal val="#ppt_w"/>
                                          </p:val>
                                        </p:tav>
                                      </p:tavLst>
                                    </p:anim>
                                    <p:anim calcmode="lin" valueType="num">
                                      <p:cBhvr>
                                        <p:cTn id="8" dur="500" fill="hold"/>
                                        <p:tgtEl>
                                          <p:spTgt spid="68"/>
                                        </p:tgtEl>
                                        <p:attrNameLst>
                                          <p:attrName>ppt_h</p:attrName>
                                        </p:attrNameLst>
                                      </p:cBhvr>
                                      <p:tavLst>
                                        <p:tav tm="0">
                                          <p:val>
                                            <p:fltVal val="0"/>
                                          </p:val>
                                        </p:tav>
                                        <p:tav tm="100000">
                                          <p:val>
                                            <p:strVal val="#ppt_h"/>
                                          </p:val>
                                        </p:tav>
                                      </p:tavLst>
                                    </p:anim>
                                    <p:animEffect transition="in" filter="fade">
                                      <p:cBhvr>
                                        <p:cTn id="9" dur="500"/>
                                        <p:tgtEl>
                                          <p:spTgt spid="68"/>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32"/>
                                        </p:tgtEl>
                                        <p:attrNameLst>
                                          <p:attrName>style.visibility</p:attrName>
                                        </p:attrNameLst>
                                      </p:cBhvr>
                                      <p:to>
                                        <p:strVal val="visible"/>
                                      </p:to>
                                    </p:set>
                                    <p:animEffect transition="in" filter="wipe(left)">
                                      <p:cBhvr>
                                        <p:cTn id="13" dur="500"/>
                                        <p:tgtEl>
                                          <p:spTgt spid="132"/>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133">
                                            <p:graphicEl>
                                              <a:chart seriesIdx="-3" categoryIdx="-3" bldStep="gridLegend"/>
                                            </p:graphicEl>
                                          </p:spTgt>
                                        </p:tgtEl>
                                        <p:attrNameLst>
                                          <p:attrName>style.visibility</p:attrName>
                                        </p:attrNameLst>
                                      </p:cBhvr>
                                      <p:to>
                                        <p:strVal val="visible"/>
                                      </p:to>
                                    </p:set>
                                    <p:animEffect transition="in" filter="wipe(down)">
                                      <p:cBhvr>
                                        <p:cTn id="17" dur="500"/>
                                        <p:tgtEl>
                                          <p:spTgt spid="133">
                                            <p:graphicEl>
                                              <a:chart seriesIdx="-3" categoryIdx="-3" bldStep="gridLegend"/>
                                            </p:graphicEl>
                                          </p:spTgt>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133">
                                            <p:graphicEl>
                                              <a:chart seriesIdx="-4" categoryIdx="0" bldStep="category"/>
                                            </p:graphicEl>
                                          </p:spTgt>
                                        </p:tgtEl>
                                        <p:attrNameLst>
                                          <p:attrName>style.visibility</p:attrName>
                                        </p:attrNameLst>
                                      </p:cBhvr>
                                      <p:to>
                                        <p:strVal val="visible"/>
                                      </p:to>
                                    </p:set>
                                    <p:animEffect transition="in" filter="wipe(down)">
                                      <p:cBhvr>
                                        <p:cTn id="21" dur="500"/>
                                        <p:tgtEl>
                                          <p:spTgt spid="133">
                                            <p:graphicEl>
                                              <a:chart seriesIdx="-4" categoryIdx="0" bldStep="category"/>
                                            </p:graphicEl>
                                          </p:spTgt>
                                        </p:tgtEl>
                                      </p:cBhvr>
                                    </p:animEffect>
                                  </p:childTnLst>
                                </p:cTn>
                              </p:par>
                            </p:childTnLst>
                          </p:cTn>
                        </p:par>
                        <p:par>
                          <p:cTn id="22" fill="hold">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133">
                                            <p:graphicEl>
                                              <a:chart seriesIdx="-4" categoryIdx="1" bldStep="category"/>
                                            </p:graphicEl>
                                          </p:spTgt>
                                        </p:tgtEl>
                                        <p:attrNameLst>
                                          <p:attrName>style.visibility</p:attrName>
                                        </p:attrNameLst>
                                      </p:cBhvr>
                                      <p:to>
                                        <p:strVal val="visible"/>
                                      </p:to>
                                    </p:set>
                                    <p:animEffect transition="in" filter="wipe(down)">
                                      <p:cBhvr>
                                        <p:cTn id="25" dur="500"/>
                                        <p:tgtEl>
                                          <p:spTgt spid="133">
                                            <p:graphicEl>
                                              <a:chart seriesIdx="-4" categoryIdx="1" bldStep="category"/>
                                            </p:graphicEl>
                                          </p:spTgt>
                                        </p:tgtEl>
                                      </p:cBhvr>
                                    </p:animEffect>
                                  </p:childTnLst>
                                </p:cTn>
                              </p:par>
                            </p:childTnLst>
                          </p:cTn>
                        </p:par>
                        <p:par>
                          <p:cTn id="26" fill="hold">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133">
                                            <p:graphicEl>
                                              <a:chart seriesIdx="-4" categoryIdx="2" bldStep="category"/>
                                            </p:graphicEl>
                                          </p:spTgt>
                                        </p:tgtEl>
                                        <p:attrNameLst>
                                          <p:attrName>style.visibility</p:attrName>
                                        </p:attrNameLst>
                                      </p:cBhvr>
                                      <p:to>
                                        <p:strVal val="visible"/>
                                      </p:to>
                                    </p:set>
                                    <p:animEffect transition="in" filter="wipe(down)">
                                      <p:cBhvr>
                                        <p:cTn id="29" dur="500"/>
                                        <p:tgtEl>
                                          <p:spTgt spid="133">
                                            <p:graphicEl>
                                              <a:chart seriesIdx="-4" categoryIdx="2" bldStep="category"/>
                                            </p:graphicEl>
                                          </p:spTgt>
                                        </p:tgtEl>
                                      </p:cBhvr>
                                    </p:animEffect>
                                  </p:childTnLst>
                                </p:cTn>
                              </p:par>
                            </p:childTnLst>
                          </p:cTn>
                        </p:par>
                        <p:par>
                          <p:cTn id="30" fill="hold">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133">
                                            <p:graphicEl>
                                              <a:chart seriesIdx="-4" categoryIdx="3" bldStep="category"/>
                                            </p:graphicEl>
                                          </p:spTgt>
                                        </p:tgtEl>
                                        <p:attrNameLst>
                                          <p:attrName>style.visibility</p:attrName>
                                        </p:attrNameLst>
                                      </p:cBhvr>
                                      <p:to>
                                        <p:strVal val="visible"/>
                                      </p:to>
                                    </p:set>
                                    <p:animEffect transition="in" filter="wipe(down)">
                                      <p:cBhvr>
                                        <p:cTn id="33" dur="500"/>
                                        <p:tgtEl>
                                          <p:spTgt spid="133">
                                            <p:graphicEl>
                                              <a:chart seriesIdx="-4" categoryIdx="3" bldStep="category"/>
                                            </p:graphicEl>
                                          </p:spTgt>
                                        </p:tgtEl>
                                      </p:cBhvr>
                                    </p:animEffect>
                                  </p:childTnLst>
                                </p:cTn>
                              </p:par>
                            </p:childTnLst>
                          </p:cTn>
                        </p:par>
                        <p:par>
                          <p:cTn id="34" fill="hold">
                            <p:stCondLst>
                              <p:cond delay="3500"/>
                            </p:stCondLst>
                            <p:childTnLst>
                              <p:par>
                                <p:cTn id="35" presetID="22" presetClass="entr" presetSubtype="4" fill="hold" grpId="0" nodeType="afterEffect">
                                  <p:stCondLst>
                                    <p:cond delay="0"/>
                                  </p:stCondLst>
                                  <p:childTnLst>
                                    <p:set>
                                      <p:cBhvr>
                                        <p:cTn id="36" dur="1" fill="hold">
                                          <p:stCondLst>
                                            <p:cond delay="0"/>
                                          </p:stCondLst>
                                        </p:cTn>
                                        <p:tgtEl>
                                          <p:spTgt spid="133">
                                            <p:graphicEl>
                                              <a:chart seriesIdx="-4" categoryIdx="4" bldStep="category"/>
                                            </p:graphicEl>
                                          </p:spTgt>
                                        </p:tgtEl>
                                        <p:attrNameLst>
                                          <p:attrName>style.visibility</p:attrName>
                                        </p:attrNameLst>
                                      </p:cBhvr>
                                      <p:to>
                                        <p:strVal val="visible"/>
                                      </p:to>
                                    </p:set>
                                    <p:animEffect transition="in" filter="wipe(down)">
                                      <p:cBhvr>
                                        <p:cTn id="37" dur="500"/>
                                        <p:tgtEl>
                                          <p:spTgt spid="133">
                                            <p:graphicEl>
                                              <a:chart seriesIdx="-4" categoryIdx="4" bldStep="category"/>
                                            </p:graphicEl>
                                          </p:spTgt>
                                        </p:tgtEl>
                                      </p:cBhvr>
                                    </p:animEffect>
                                  </p:childTnLst>
                                </p:cTn>
                              </p:par>
                            </p:childTnLst>
                          </p:cTn>
                        </p:par>
                        <p:par>
                          <p:cTn id="38" fill="hold">
                            <p:stCondLst>
                              <p:cond delay="4000"/>
                            </p:stCondLst>
                            <p:childTnLst>
                              <p:par>
                                <p:cTn id="39" presetID="22" presetClass="entr" presetSubtype="4" fill="hold" grpId="0" nodeType="afterEffect">
                                  <p:stCondLst>
                                    <p:cond delay="0"/>
                                  </p:stCondLst>
                                  <p:childTnLst>
                                    <p:set>
                                      <p:cBhvr>
                                        <p:cTn id="40" dur="1" fill="hold">
                                          <p:stCondLst>
                                            <p:cond delay="0"/>
                                          </p:stCondLst>
                                        </p:cTn>
                                        <p:tgtEl>
                                          <p:spTgt spid="133">
                                            <p:graphicEl>
                                              <a:chart seriesIdx="-4" categoryIdx="5" bldStep="category"/>
                                            </p:graphicEl>
                                          </p:spTgt>
                                        </p:tgtEl>
                                        <p:attrNameLst>
                                          <p:attrName>style.visibility</p:attrName>
                                        </p:attrNameLst>
                                      </p:cBhvr>
                                      <p:to>
                                        <p:strVal val="visible"/>
                                      </p:to>
                                    </p:set>
                                    <p:animEffect transition="in" filter="wipe(down)">
                                      <p:cBhvr>
                                        <p:cTn id="41" dur="500"/>
                                        <p:tgtEl>
                                          <p:spTgt spid="133">
                                            <p:graphicEl>
                                              <a:chart seriesIdx="-4" categoryIdx="5"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Graphic spid="133" grpId="0">
        <p:bldSub>
          <a:bldChart bld="category"/>
        </p:bldSub>
      </p:bldGraphic>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a:t>Mexico Map Slide</a:t>
            </a:r>
            <a:endParaRPr lang="en-US" dirty="0"/>
          </a:p>
        </p:txBody>
      </p:sp>
      <p:sp>
        <p:nvSpPr>
          <p:cNvPr id="8" name="Text Placeholder 7"/>
          <p:cNvSpPr>
            <a:spLocks noGrp="1"/>
          </p:cNvSpPr>
          <p:nvPr>
            <p:ph type="body" sz="half" idx="2"/>
          </p:nvPr>
        </p:nvSpPr>
        <p:spPr/>
        <p:txBody>
          <a:bodyPr/>
          <a:lstStyle/>
          <a:p>
            <a:r>
              <a:rPr lang="en-US"/>
              <a:t>Mexico Map Slide</a:t>
            </a:r>
            <a:endParaRPr lang="en-US" dirty="0"/>
          </a:p>
        </p:txBody>
      </p:sp>
      <p:grpSp>
        <p:nvGrpSpPr>
          <p:cNvPr id="76" name="Group 75"/>
          <p:cNvGrpSpPr/>
          <p:nvPr/>
        </p:nvGrpSpPr>
        <p:grpSpPr>
          <a:xfrm>
            <a:off x="460374" y="2190750"/>
            <a:ext cx="5178426" cy="3274972"/>
            <a:chOff x="457200" y="1122363"/>
            <a:chExt cx="5424488" cy="3430588"/>
          </a:xfrm>
          <a:solidFill>
            <a:schemeClr val="bg1">
              <a:lumMod val="85000"/>
            </a:schemeClr>
          </a:solidFill>
        </p:grpSpPr>
        <p:sp>
          <p:nvSpPr>
            <p:cNvPr id="77" name="Freeform 5"/>
            <p:cNvSpPr>
              <a:spLocks noEditPoints="1"/>
            </p:cNvSpPr>
            <p:nvPr/>
          </p:nvSpPr>
          <p:spPr bwMode="auto">
            <a:xfrm>
              <a:off x="1039813" y="1165225"/>
              <a:ext cx="1125538" cy="1181100"/>
            </a:xfrm>
            <a:custGeom>
              <a:avLst/>
              <a:gdLst/>
              <a:ahLst/>
              <a:cxnLst>
                <a:cxn ang="0">
                  <a:pos x="233" y="404"/>
                </a:cxn>
                <a:cxn ang="0">
                  <a:pos x="239" y="411"/>
                </a:cxn>
                <a:cxn ang="0">
                  <a:pos x="234" y="409"/>
                </a:cxn>
                <a:cxn ang="0">
                  <a:pos x="247" y="356"/>
                </a:cxn>
                <a:cxn ang="0">
                  <a:pos x="261" y="351"/>
                </a:cxn>
                <a:cxn ang="0">
                  <a:pos x="272" y="379"/>
                </a:cxn>
                <a:cxn ang="0">
                  <a:pos x="240" y="391"/>
                </a:cxn>
                <a:cxn ang="0">
                  <a:pos x="239" y="387"/>
                </a:cxn>
                <a:cxn ang="0">
                  <a:pos x="15" y="0"/>
                </a:cxn>
                <a:cxn ang="0">
                  <a:pos x="6" y="22"/>
                </a:cxn>
                <a:cxn ang="0">
                  <a:pos x="5" y="62"/>
                </a:cxn>
                <a:cxn ang="0">
                  <a:pos x="27" y="77"/>
                </a:cxn>
                <a:cxn ang="0">
                  <a:pos x="101" y="96"/>
                </a:cxn>
                <a:cxn ang="0">
                  <a:pos x="145" y="130"/>
                </a:cxn>
                <a:cxn ang="0">
                  <a:pos x="173" y="135"/>
                </a:cxn>
                <a:cxn ang="0">
                  <a:pos x="191" y="156"/>
                </a:cxn>
                <a:cxn ang="0">
                  <a:pos x="184" y="177"/>
                </a:cxn>
                <a:cxn ang="0">
                  <a:pos x="220" y="249"/>
                </a:cxn>
                <a:cxn ang="0">
                  <a:pos x="220" y="278"/>
                </a:cxn>
                <a:cxn ang="0">
                  <a:pos x="255" y="324"/>
                </a:cxn>
                <a:cxn ang="0">
                  <a:pos x="271" y="351"/>
                </a:cxn>
                <a:cxn ang="0">
                  <a:pos x="296" y="396"/>
                </a:cxn>
                <a:cxn ang="0">
                  <a:pos x="307" y="411"/>
                </a:cxn>
                <a:cxn ang="0">
                  <a:pos x="347" y="442"/>
                </a:cxn>
                <a:cxn ang="0">
                  <a:pos x="374" y="483"/>
                </a:cxn>
                <a:cxn ang="0">
                  <a:pos x="403" y="490"/>
                </a:cxn>
                <a:cxn ang="0">
                  <a:pos x="429" y="494"/>
                </a:cxn>
                <a:cxn ang="0">
                  <a:pos x="430" y="520"/>
                </a:cxn>
                <a:cxn ang="0">
                  <a:pos x="440" y="549"/>
                </a:cxn>
                <a:cxn ang="0">
                  <a:pos x="452" y="571"/>
                </a:cxn>
                <a:cxn ang="0">
                  <a:pos x="491" y="581"/>
                </a:cxn>
                <a:cxn ang="0">
                  <a:pos x="534" y="621"/>
                </a:cxn>
                <a:cxn ang="0">
                  <a:pos x="542" y="624"/>
                </a:cxn>
                <a:cxn ang="0">
                  <a:pos x="569" y="659"/>
                </a:cxn>
                <a:cxn ang="0">
                  <a:pos x="579" y="667"/>
                </a:cxn>
                <a:cxn ang="0">
                  <a:pos x="594" y="660"/>
                </a:cxn>
                <a:cxn ang="0">
                  <a:pos x="599" y="648"/>
                </a:cxn>
                <a:cxn ang="0">
                  <a:pos x="614" y="639"/>
                </a:cxn>
                <a:cxn ang="0">
                  <a:pos x="626" y="621"/>
                </a:cxn>
                <a:cxn ang="0">
                  <a:pos x="635" y="605"/>
                </a:cxn>
                <a:cxn ang="0">
                  <a:pos x="640" y="594"/>
                </a:cxn>
                <a:cxn ang="0">
                  <a:pos x="625" y="580"/>
                </a:cxn>
                <a:cxn ang="0">
                  <a:pos x="623" y="544"/>
                </a:cxn>
                <a:cxn ang="0">
                  <a:pos x="608" y="513"/>
                </a:cxn>
                <a:cxn ang="0">
                  <a:pos x="594" y="494"/>
                </a:cxn>
                <a:cxn ang="0">
                  <a:pos x="582" y="453"/>
                </a:cxn>
                <a:cxn ang="0">
                  <a:pos x="616" y="450"/>
                </a:cxn>
                <a:cxn ang="0">
                  <a:pos x="634" y="443"/>
                </a:cxn>
                <a:cxn ang="0">
                  <a:pos x="625" y="398"/>
                </a:cxn>
                <a:cxn ang="0">
                  <a:pos x="616" y="365"/>
                </a:cxn>
                <a:cxn ang="0">
                  <a:pos x="615" y="319"/>
                </a:cxn>
                <a:cxn ang="0">
                  <a:pos x="625" y="295"/>
                </a:cxn>
                <a:cxn ang="0">
                  <a:pos x="624" y="274"/>
                </a:cxn>
                <a:cxn ang="0">
                  <a:pos x="632" y="228"/>
                </a:cxn>
                <a:cxn ang="0">
                  <a:pos x="619" y="201"/>
                </a:cxn>
                <a:cxn ang="0">
                  <a:pos x="605" y="187"/>
                </a:cxn>
                <a:cxn ang="0">
                  <a:pos x="601" y="162"/>
                </a:cxn>
                <a:cxn ang="0">
                  <a:pos x="613" y="141"/>
                </a:cxn>
                <a:cxn ang="0">
                  <a:pos x="611" y="126"/>
                </a:cxn>
              </a:cxnLst>
              <a:rect l="0" t="0" r="r" b="b"/>
              <a:pathLst>
                <a:path w="640" h="671">
                  <a:moveTo>
                    <a:pt x="234" y="409"/>
                  </a:moveTo>
                  <a:cubicBezTo>
                    <a:pt x="233" y="408"/>
                    <a:pt x="233" y="407"/>
                    <a:pt x="233" y="406"/>
                  </a:cubicBezTo>
                  <a:cubicBezTo>
                    <a:pt x="233" y="405"/>
                    <a:pt x="233" y="405"/>
                    <a:pt x="233" y="404"/>
                  </a:cubicBezTo>
                  <a:cubicBezTo>
                    <a:pt x="234" y="404"/>
                    <a:pt x="235" y="403"/>
                    <a:pt x="236" y="403"/>
                  </a:cubicBezTo>
                  <a:cubicBezTo>
                    <a:pt x="238" y="403"/>
                    <a:pt x="239" y="403"/>
                    <a:pt x="239" y="406"/>
                  </a:cubicBezTo>
                  <a:cubicBezTo>
                    <a:pt x="239" y="407"/>
                    <a:pt x="239" y="409"/>
                    <a:pt x="239" y="411"/>
                  </a:cubicBezTo>
                  <a:cubicBezTo>
                    <a:pt x="239" y="411"/>
                    <a:pt x="238" y="411"/>
                    <a:pt x="238" y="411"/>
                  </a:cubicBezTo>
                  <a:cubicBezTo>
                    <a:pt x="237" y="411"/>
                    <a:pt x="236" y="411"/>
                    <a:pt x="235" y="411"/>
                  </a:cubicBezTo>
                  <a:cubicBezTo>
                    <a:pt x="234" y="409"/>
                    <a:pt x="234" y="409"/>
                    <a:pt x="234" y="409"/>
                  </a:cubicBezTo>
                  <a:close/>
                  <a:moveTo>
                    <a:pt x="239" y="387"/>
                  </a:moveTo>
                  <a:cubicBezTo>
                    <a:pt x="248" y="382"/>
                    <a:pt x="242" y="377"/>
                    <a:pt x="244" y="371"/>
                  </a:cubicBezTo>
                  <a:cubicBezTo>
                    <a:pt x="244" y="368"/>
                    <a:pt x="244" y="357"/>
                    <a:pt x="247" y="356"/>
                  </a:cubicBezTo>
                  <a:cubicBezTo>
                    <a:pt x="249" y="356"/>
                    <a:pt x="251" y="357"/>
                    <a:pt x="253" y="356"/>
                  </a:cubicBezTo>
                  <a:cubicBezTo>
                    <a:pt x="255" y="355"/>
                    <a:pt x="256" y="353"/>
                    <a:pt x="257" y="352"/>
                  </a:cubicBezTo>
                  <a:cubicBezTo>
                    <a:pt x="258" y="351"/>
                    <a:pt x="260" y="352"/>
                    <a:pt x="261" y="351"/>
                  </a:cubicBezTo>
                  <a:cubicBezTo>
                    <a:pt x="264" y="350"/>
                    <a:pt x="267" y="346"/>
                    <a:pt x="267" y="352"/>
                  </a:cubicBezTo>
                  <a:cubicBezTo>
                    <a:pt x="267" y="357"/>
                    <a:pt x="266" y="359"/>
                    <a:pt x="268" y="363"/>
                  </a:cubicBezTo>
                  <a:cubicBezTo>
                    <a:pt x="271" y="368"/>
                    <a:pt x="273" y="373"/>
                    <a:pt x="272" y="379"/>
                  </a:cubicBezTo>
                  <a:cubicBezTo>
                    <a:pt x="271" y="383"/>
                    <a:pt x="269" y="387"/>
                    <a:pt x="269" y="390"/>
                  </a:cubicBezTo>
                  <a:cubicBezTo>
                    <a:pt x="267" y="398"/>
                    <a:pt x="271" y="402"/>
                    <a:pt x="260" y="400"/>
                  </a:cubicBezTo>
                  <a:cubicBezTo>
                    <a:pt x="257" y="399"/>
                    <a:pt x="241" y="395"/>
                    <a:pt x="240" y="391"/>
                  </a:cubicBezTo>
                  <a:cubicBezTo>
                    <a:pt x="240" y="391"/>
                    <a:pt x="240" y="391"/>
                    <a:pt x="240" y="391"/>
                  </a:cubicBezTo>
                  <a:cubicBezTo>
                    <a:pt x="240" y="390"/>
                    <a:pt x="238" y="389"/>
                    <a:pt x="237" y="389"/>
                  </a:cubicBezTo>
                  <a:cubicBezTo>
                    <a:pt x="239" y="387"/>
                    <a:pt x="239" y="387"/>
                    <a:pt x="239" y="387"/>
                  </a:cubicBezTo>
                  <a:close/>
                  <a:moveTo>
                    <a:pt x="611" y="126"/>
                  </a:moveTo>
                  <a:cubicBezTo>
                    <a:pt x="387" y="126"/>
                    <a:pt x="387" y="126"/>
                    <a:pt x="387" y="126"/>
                  </a:cubicBezTo>
                  <a:cubicBezTo>
                    <a:pt x="15" y="0"/>
                    <a:pt x="15" y="0"/>
                    <a:pt x="15" y="0"/>
                  </a:cubicBezTo>
                  <a:cubicBezTo>
                    <a:pt x="15" y="0"/>
                    <a:pt x="15" y="0"/>
                    <a:pt x="15" y="0"/>
                  </a:cubicBezTo>
                  <a:cubicBezTo>
                    <a:pt x="11" y="9"/>
                    <a:pt x="11" y="9"/>
                    <a:pt x="11" y="9"/>
                  </a:cubicBezTo>
                  <a:cubicBezTo>
                    <a:pt x="11" y="13"/>
                    <a:pt x="10" y="19"/>
                    <a:pt x="6" y="22"/>
                  </a:cubicBezTo>
                  <a:cubicBezTo>
                    <a:pt x="1" y="26"/>
                    <a:pt x="5" y="38"/>
                    <a:pt x="4" y="44"/>
                  </a:cubicBezTo>
                  <a:cubicBezTo>
                    <a:pt x="3" y="49"/>
                    <a:pt x="0" y="58"/>
                    <a:pt x="5" y="62"/>
                  </a:cubicBezTo>
                  <a:cubicBezTo>
                    <a:pt x="5" y="62"/>
                    <a:pt x="5" y="62"/>
                    <a:pt x="5" y="62"/>
                  </a:cubicBezTo>
                  <a:cubicBezTo>
                    <a:pt x="6" y="64"/>
                    <a:pt x="12" y="70"/>
                    <a:pt x="15" y="71"/>
                  </a:cubicBezTo>
                  <a:cubicBezTo>
                    <a:pt x="17" y="72"/>
                    <a:pt x="20" y="72"/>
                    <a:pt x="23" y="72"/>
                  </a:cubicBezTo>
                  <a:cubicBezTo>
                    <a:pt x="25" y="73"/>
                    <a:pt x="25" y="76"/>
                    <a:pt x="27" y="77"/>
                  </a:cubicBezTo>
                  <a:cubicBezTo>
                    <a:pt x="30" y="81"/>
                    <a:pt x="35" y="79"/>
                    <a:pt x="39" y="80"/>
                  </a:cubicBezTo>
                  <a:cubicBezTo>
                    <a:pt x="44" y="82"/>
                    <a:pt x="47" y="84"/>
                    <a:pt x="50" y="88"/>
                  </a:cubicBezTo>
                  <a:cubicBezTo>
                    <a:pt x="61" y="94"/>
                    <a:pt x="100" y="126"/>
                    <a:pt x="101" y="96"/>
                  </a:cubicBezTo>
                  <a:cubicBezTo>
                    <a:pt x="101" y="93"/>
                    <a:pt x="120" y="103"/>
                    <a:pt x="125" y="104"/>
                  </a:cubicBezTo>
                  <a:cubicBezTo>
                    <a:pt x="137" y="109"/>
                    <a:pt x="131" y="115"/>
                    <a:pt x="133" y="124"/>
                  </a:cubicBezTo>
                  <a:cubicBezTo>
                    <a:pt x="139" y="124"/>
                    <a:pt x="141" y="128"/>
                    <a:pt x="145" y="130"/>
                  </a:cubicBezTo>
                  <a:cubicBezTo>
                    <a:pt x="150" y="131"/>
                    <a:pt x="158" y="132"/>
                    <a:pt x="163" y="132"/>
                  </a:cubicBezTo>
                  <a:cubicBezTo>
                    <a:pt x="166" y="133"/>
                    <a:pt x="167" y="133"/>
                    <a:pt x="169" y="132"/>
                  </a:cubicBezTo>
                  <a:cubicBezTo>
                    <a:pt x="173" y="129"/>
                    <a:pt x="172" y="133"/>
                    <a:pt x="173" y="135"/>
                  </a:cubicBezTo>
                  <a:cubicBezTo>
                    <a:pt x="174" y="137"/>
                    <a:pt x="176" y="137"/>
                    <a:pt x="178" y="138"/>
                  </a:cubicBezTo>
                  <a:cubicBezTo>
                    <a:pt x="180" y="138"/>
                    <a:pt x="180" y="140"/>
                    <a:pt x="182" y="140"/>
                  </a:cubicBezTo>
                  <a:cubicBezTo>
                    <a:pt x="192" y="135"/>
                    <a:pt x="189" y="150"/>
                    <a:pt x="191" y="156"/>
                  </a:cubicBezTo>
                  <a:cubicBezTo>
                    <a:pt x="194" y="162"/>
                    <a:pt x="189" y="158"/>
                    <a:pt x="186" y="157"/>
                  </a:cubicBezTo>
                  <a:cubicBezTo>
                    <a:pt x="182" y="155"/>
                    <a:pt x="186" y="163"/>
                    <a:pt x="186" y="165"/>
                  </a:cubicBezTo>
                  <a:cubicBezTo>
                    <a:pt x="187" y="171"/>
                    <a:pt x="185" y="172"/>
                    <a:pt x="184" y="177"/>
                  </a:cubicBezTo>
                  <a:cubicBezTo>
                    <a:pt x="181" y="191"/>
                    <a:pt x="195" y="208"/>
                    <a:pt x="205" y="217"/>
                  </a:cubicBezTo>
                  <a:cubicBezTo>
                    <a:pt x="210" y="222"/>
                    <a:pt x="211" y="227"/>
                    <a:pt x="208" y="233"/>
                  </a:cubicBezTo>
                  <a:cubicBezTo>
                    <a:pt x="206" y="239"/>
                    <a:pt x="218" y="242"/>
                    <a:pt x="220" y="249"/>
                  </a:cubicBezTo>
                  <a:cubicBezTo>
                    <a:pt x="220" y="253"/>
                    <a:pt x="219" y="261"/>
                    <a:pt x="221" y="265"/>
                  </a:cubicBezTo>
                  <a:cubicBezTo>
                    <a:pt x="222" y="270"/>
                    <a:pt x="220" y="273"/>
                    <a:pt x="220" y="278"/>
                  </a:cubicBezTo>
                  <a:cubicBezTo>
                    <a:pt x="220" y="278"/>
                    <a:pt x="220" y="278"/>
                    <a:pt x="220" y="278"/>
                  </a:cubicBezTo>
                  <a:cubicBezTo>
                    <a:pt x="225" y="279"/>
                    <a:pt x="228" y="277"/>
                    <a:pt x="228" y="283"/>
                  </a:cubicBezTo>
                  <a:cubicBezTo>
                    <a:pt x="228" y="292"/>
                    <a:pt x="233" y="298"/>
                    <a:pt x="238" y="304"/>
                  </a:cubicBezTo>
                  <a:cubicBezTo>
                    <a:pt x="243" y="310"/>
                    <a:pt x="254" y="318"/>
                    <a:pt x="255" y="324"/>
                  </a:cubicBezTo>
                  <a:cubicBezTo>
                    <a:pt x="252" y="330"/>
                    <a:pt x="250" y="333"/>
                    <a:pt x="255" y="338"/>
                  </a:cubicBezTo>
                  <a:cubicBezTo>
                    <a:pt x="256" y="340"/>
                    <a:pt x="257" y="342"/>
                    <a:pt x="258" y="344"/>
                  </a:cubicBezTo>
                  <a:cubicBezTo>
                    <a:pt x="259" y="346"/>
                    <a:pt x="273" y="334"/>
                    <a:pt x="271" y="351"/>
                  </a:cubicBezTo>
                  <a:cubicBezTo>
                    <a:pt x="271" y="356"/>
                    <a:pt x="276" y="361"/>
                    <a:pt x="276" y="368"/>
                  </a:cubicBezTo>
                  <a:cubicBezTo>
                    <a:pt x="276" y="372"/>
                    <a:pt x="275" y="378"/>
                    <a:pt x="280" y="380"/>
                  </a:cubicBezTo>
                  <a:cubicBezTo>
                    <a:pt x="288" y="382"/>
                    <a:pt x="291" y="390"/>
                    <a:pt x="296" y="396"/>
                  </a:cubicBezTo>
                  <a:cubicBezTo>
                    <a:pt x="299" y="398"/>
                    <a:pt x="307" y="396"/>
                    <a:pt x="307" y="401"/>
                  </a:cubicBezTo>
                  <a:cubicBezTo>
                    <a:pt x="306" y="402"/>
                    <a:pt x="299" y="397"/>
                    <a:pt x="298" y="400"/>
                  </a:cubicBezTo>
                  <a:cubicBezTo>
                    <a:pt x="294" y="401"/>
                    <a:pt x="305" y="410"/>
                    <a:pt x="307" y="411"/>
                  </a:cubicBezTo>
                  <a:cubicBezTo>
                    <a:pt x="310" y="415"/>
                    <a:pt x="313" y="417"/>
                    <a:pt x="316" y="422"/>
                  </a:cubicBezTo>
                  <a:cubicBezTo>
                    <a:pt x="321" y="429"/>
                    <a:pt x="319" y="430"/>
                    <a:pt x="327" y="434"/>
                  </a:cubicBezTo>
                  <a:cubicBezTo>
                    <a:pt x="334" y="438"/>
                    <a:pt x="339" y="440"/>
                    <a:pt x="347" y="442"/>
                  </a:cubicBezTo>
                  <a:cubicBezTo>
                    <a:pt x="347" y="446"/>
                    <a:pt x="345" y="447"/>
                    <a:pt x="349" y="451"/>
                  </a:cubicBezTo>
                  <a:cubicBezTo>
                    <a:pt x="354" y="455"/>
                    <a:pt x="354" y="460"/>
                    <a:pt x="358" y="465"/>
                  </a:cubicBezTo>
                  <a:cubicBezTo>
                    <a:pt x="374" y="483"/>
                    <a:pt x="374" y="483"/>
                    <a:pt x="374" y="483"/>
                  </a:cubicBezTo>
                  <a:cubicBezTo>
                    <a:pt x="379" y="488"/>
                    <a:pt x="379" y="492"/>
                    <a:pt x="386" y="487"/>
                  </a:cubicBezTo>
                  <a:cubicBezTo>
                    <a:pt x="392" y="483"/>
                    <a:pt x="396" y="498"/>
                    <a:pt x="401" y="500"/>
                  </a:cubicBezTo>
                  <a:cubicBezTo>
                    <a:pt x="405" y="502"/>
                    <a:pt x="403" y="492"/>
                    <a:pt x="403" y="490"/>
                  </a:cubicBezTo>
                  <a:cubicBezTo>
                    <a:pt x="403" y="485"/>
                    <a:pt x="408" y="484"/>
                    <a:pt x="406" y="490"/>
                  </a:cubicBezTo>
                  <a:cubicBezTo>
                    <a:pt x="404" y="494"/>
                    <a:pt x="416" y="494"/>
                    <a:pt x="420" y="495"/>
                  </a:cubicBezTo>
                  <a:cubicBezTo>
                    <a:pt x="423" y="496"/>
                    <a:pt x="426" y="494"/>
                    <a:pt x="429" y="494"/>
                  </a:cubicBezTo>
                  <a:cubicBezTo>
                    <a:pt x="433" y="494"/>
                    <a:pt x="434" y="496"/>
                    <a:pt x="437" y="497"/>
                  </a:cubicBezTo>
                  <a:cubicBezTo>
                    <a:pt x="437" y="501"/>
                    <a:pt x="426" y="498"/>
                    <a:pt x="428" y="505"/>
                  </a:cubicBezTo>
                  <a:cubicBezTo>
                    <a:pt x="429" y="506"/>
                    <a:pt x="436" y="523"/>
                    <a:pt x="430" y="520"/>
                  </a:cubicBezTo>
                  <a:cubicBezTo>
                    <a:pt x="420" y="514"/>
                    <a:pt x="429" y="529"/>
                    <a:pt x="431" y="533"/>
                  </a:cubicBezTo>
                  <a:cubicBezTo>
                    <a:pt x="433" y="538"/>
                    <a:pt x="432" y="540"/>
                    <a:pt x="433" y="546"/>
                  </a:cubicBezTo>
                  <a:cubicBezTo>
                    <a:pt x="435" y="554"/>
                    <a:pt x="436" y="547"/>
                    <a:pt x="440" y="549"/>
                  </a:cubicBezTo>
                  <a:cubicBezTo>
                    <a:pt x="441" y="552"/>
                    <a:pt x="445" y="555"/>
                    <a:pt x="440" y="557"/>
                  </a:cubicBezTo>
                  <a:cubicBezTo>
                    <a:pt x="440" y="557"/>
                    <a:pt x="440" y="557"/>
                    <a:pt x="440" y="557"/>
                  </a:cubicBezTo>
                  <a:cubicBezTo>
                    <a:pt x="446" y="562"/>
                    <a:pt x="448" y="565"/>
                    <a:pt x="452" y="571"/>
                  </a:cubicBezTo>
                  <a:cubicBezTo>
                    <a:pt x="455" y="575"/>
                    <a:pt x="464" y="574"/>
                    <a:pt x="469" y="575"/>
                  </a:cubicBezTo>
                  <a:cubicBezTo>
                    <a:pt x="473" y="577"/>
                    <a:pt x="475" y="579"/>
                    <a:pt x="479" y="580"/>
                  </a:cubicBezTo>
                  <a:cubicBezTo>
                    <a:pt x="484" y="581"/>
                    <a:pt x="487" y="576"/>
                    <a:pt x="491" y="581"/>
                  </a:cubicBezTo>
                  <a:cubicBezTo>
                    <a:pt x="495" y="586"/>
                    <a:pt x="496" y="592"/>
                    <a:pt x="497" y="598"/>
                  </a:cubicBezTo>
                  <a:cubicBezTo>
                    <a:pt x="496" y="607"/>
                    <a:pt x="507" y="620"/>
                    <a:pt x="515" y="623"/>
                  </a:cubicBezTo>
                  <a:cubicBezTo>
                    <a:pt x="518" y="623"/>
                    <a:pt x="537" y="623"/>
                    <a:pt x="534" y="621"/>
                  </a:cubicBezTo>
                  <a:cubicBezTo>
                    <a:pt x="530" y="618"/>
                    <a:pt x="528" y="616"/>
                    <a:pt x="534" y="618"/>
                  </a:cubicBezTo>
                  <a:cubicBezTo>
                    <a:pt x="540" y="620"/>
                    <a:pt x="533" y="620"/>
                    <a:pt x="536" y="621"/>
                  </a:cubicBezTo>
                  <a:cubicBezTo>
                    <a:pt x="542" y="624"/>
                    <a:pt x="542" y="624"/>
                    <a:pt x="542" y="624"/>
                  </a:cubicBezTo>
                  <a:cubicBezTo>
                    <a:pt x="551" y="627"/>
                    <a:pt x="560" y="644"/>
                    <a:pt x="560" y="653"/>
                  </a:cubicBezTo>
                  <a:cubicBezTo>
                    <a:pt x="560" y="656"/>
                    <a:pt x="559" y="658"/>
                    <a:pt x="559" y="661"/>
                  </a:cubicBezTo>
                  <a:cubicBezTo>
                    <a:pt x="559" y="671"/>
                    <a:pt x="564" y="652"/>
                    <a:pt x="569" y="659"/>
                  </a:cubicBezTo>
                  <a:cubicBezTo>
                    <a:pt x="570" y="660"/>
                    <a:pt x="573" y="667"/>
                    <a:pt x="573" y="669"/>
                  </a:cubicBezTo>
                  <a:cubicBezTo>
                    <a:pt x="573" y="669"/>
                    <a:pt x="573" y="669"/>
                    <a:pt x="573" y="669"/>
                  </a:cubicBezTo>
                  <a:cubicBezTo>
                    <a:pt x="579" y="667"/>
                    <a:pt x="579" y="667"/>
                    <a:pt x="579" y="667"/>
                  </a:cubicBezTo>
                  <a:cubicBezTo>
                    <a:pt x="579" y="668"/>
                    <a:pt x="578" y="668"/>
                    <a:pt x="578" y="668"/>
                  </a:cubicBezTo>
                  <a:cubicBezTo>
                    <a:pt x="580" y="665"/>
                    <a:pt x="581" y="659"/>
                    <a:pt x="585" y="659"/>
                  </a:cubicBezTo>
                  <a:cubicBezTo>
                    <a:pt x="588" y="659"/>
                    <a:pt x="590" y="661"/>
                    <a:pt x="594" y="660"/>
                  </a:cubicBezTo>
                  <a:cubicBezTo>
                    <a:pt x="596" y="659"/>
                    <a:pt x="598" y="657"/>
                    <a:pt x="600" y="655"/>
                  </a:cubicBezTo>
                  <a:cubicBezTo>
                    <a:pt x="602" y="654"/>
                    <a:pt x="603" y="652"/>
                    <a:pt x="600" y="651"/>
                  </a:cubicBezTo>
                  <a:cubicBezTo>
                    <a:pt x="597" y="650"/>
                    <a:pt x="597" y="649"/>
                    <a:pt x="599" y="648"/>
                  </a:cubicBezTo>
                  <a:cubicBezTo>
                    <a:pt x="601" y="646"/>
                    <a:pt x="600" y="644"/>
                    <a:pt x="601" y="643"/>
                  </a:cubicBezTo>
                  <a:cubicBezTo>
                    <a:pt x="603" y="642"/>
                    <a:pt x="603" y="642"/>
                    <a:pt x="606" y="642"/>
                  </a:cubicBezTo>
                  <a:cubicBezTo>
                    <a:pt x="607" y="642"/>
                    <a:pt x="610" y="639"/>
                    <a:pt x="614" y="639"/>
                  </a:cubicBezTo>
                  <a:cubicBezTo>
                    <a:pt x="616" y="639"/>
                    <a:pt x="618" y="639"/>
                    <a:pt x="619" y="637"/>
                  </a:cubicBezTo>
                  <a:cubicBezTo>
                    <a:pt x="621" y="633"/>
                    <a:pt x="616" y="633"/>
                    <a:pt x="622" y="630"/>
                  </a:cubicBezTo>
                  <a:cubicBezTo>
                    <a:pt x="625" y="629"/>
                    <a:pt x="624" y="624"/>
                    <a:pt x="626" y="621"/>
                  </a:cubicBezTo>
                  <a:cubicBezTo>
                    <a:pt x="627" y="617"/>
                    <a:pt x="630" y="618"/>
                    <a:pt x="632" y="616"/>
                  </a:cubicBezTo>
                  <a:cubicBezTo>
                    <a:pt x="634" y="615"/>
                    <a:pt x="629" y="612"/>
                    <a:pt x="632" y="609"/>
                  </a:cubicBezTo>
                  <a:cubicBezTo>
                    <a:pt x="633" y="608"/>
                    <a:pt x="634" y="607"/>
                    <a:pt x="635" y="605"/>
                  </a:cubicBezTo>
                  <a:cubicBezTo>
                    <a:pt x="637" y="604"/>
                    <a:pt x="637" y="601"/>
                    <a:pt x="638" y="599"/>
                  </a:cubicBezTo>
                  <a:cubicBezTo>
                    <a:pt x="640" y="594"/>
                    <a:pt x="640" y="594"/>
                    <a:pt x="640" y="594"/>
                  </a:cubicBezTo>
                  <a:cubicBezTo>
                    <a:pt x="640" y="594"/>
                    <a:pt x="640" y="594"/>
                    <a:pt x="640" y="594"/>
                  </a:cubicBezTo>
                  <a:cubicBezTo>
                    <a:pt x="637" y="593"/>
                    <a:pt x="634" y="592"/>
                    <a:pt x="631" y="590"/>
                  </a:cubicBezTo>
                  <a:cubicBezTo>
                    <a:pt x="630" y="589"/>
                    <a:pt x="626" y="587"/>
                    <a:pt x="626" y="585"/>
                  </a:cubicBezTo>
                  <a:cubicBezTo>
                    <a:pt x="626" y="583"/>
                    <a:pt x="625" y="582"/>
                    <a:pt x="625" y="580"/>
                  </a:cubicBezTo>
                  <a:cubicBezTo>
                    <a:pt x="625" y="576"/>
                    <a:pt x="625" y="576"/>
                    <a:pt x="623" y="573"/>
                  </a:cubicBezTo>
                  <a:cubicBezTo>
                    <a:pt x="619" y="568"/>
                    <a:pt x="623" y="565"/>
                    <a:pt x="626" y="562"/>
                  </a:cubicBezTo>
                  <a:cubicBezTo>
                    <a:pt x="631" y="556"/>
                    <a:pt x="628" y="548"/>
                    <a:pt x="623" y="544"/>
                  </a:cubicBezTo>
                  <a:cubicBezTo>
                    <a:pt x="618" y="539"/>
                    <a:pt x="621" y="536"/>
                    <a:pt x="619" y="530"/>
                  </a:cubicBezTo>
                  <a:cubicBezTo>
                    <a:pt x="618" y="528"/>
                    <a:pt x="614" y="527"/>
                    <a:pt x="613" y="524"/>
                  </a:cubicBezTo>
                  <a:cubicBezTo>
                    <a:pt x="610" y="521"/>
                    <a:pt x="611" y="516"/>
                    <a:pt x="608" y="513"/>
                  </a:cubicBezTo>
                  <a:cubicBezTo>
                    <a:pt x="606" y="509"/>
                    <a:pt x="597" y="515"/>
                    <a:pt x="597" y="507"/>
                  </a:cubicBezTo>
                  <a:cubicBezTo>
                    <a:pt x="596" y="503"/>
                    <a:pt x="600" y="501"/>
                    <a:pt x="600" y="499"/>
                  </a:cubicBezTo>
                  <a:cubicBezTo>
                    <a:pt x="596" y="499"/>
                    <a:pt x="595" y="498"/>
                    <a:pt x="594" y="494"/>
                  </a:cubicBezTo>
                  <a:cubicBezTo>
                    <a:pt x="593" y="486"/>
                    <a:pt x="593" y="487"/>
                    <a:pt x="587" y="483"/>
                  </a:cubicBezTo>
                  <a:cubicBezTo>
                    <a:pt x="582" y="480"/>
                    <a:pt x="582" y="470"/>
                    <a:pt x="582" y="465"/>
                  </a:cubicBezTo>
                  <a:cubicBezTo>
                    <a:pt x="582" y="462"/>
                    <a:pt x="583" y="456"/>
                    <a:pt x="582" y="453"/>
                  </a:cubicBezTo>
                  <a:cubicBezTo>
                    <a:pt x="579" y="446"/>
                    <a:pt x="588" y="453"/>
                    <a:pt x="589" y="453"/>
                  </a:cubicBezTo>
                  <a:cubicBezTo>
                    <a:pt x="591" y="448"/>
                    <a:pt x="592" y="456"/>
                    <a:pt x="598" y="454"/>
                  </a:cubicBezTo>
                  <a:cubicBezTo>
                    <a:pt x="604" y="452"/>
                    <a:pt x="610" y="454"/>
                    <a:pt x="616" y="450"/>
                  </a:cubicBezTo>
                  <a:cubicBezTo>
                    <a:pt x="618" y="448"/>
                    <a:pt x="623" y="452"/>
                    <a:pt x="623" y="448"/>
                  </a:cubicBezTo>
                  <a:cubicBezTo>
                    <a:pt x="623" y="446"/>
                    <a:pt x="626" y="440"/>
                    <a:pt x="629" y="443"/>
                  </a:cubicBezTo>
                  <a:cubicBezTo>
                    <a:pt x="631" y="445"/>
                    <a:pt x="633" y="447"/>
                    <a:pt x="634" y="443"/>
                  </a:cubicBezTo>
                  <a:cubicBezTo>
                    <a:pt x="636" y="437"/>
                    <a:pt x="634" y="430"/>
                    <a:pt x="634" y="424"/>
                  </a:cubicBezTo>
                  <a:cubicBezTo>
                    <a:pt x="633" y="418"/>
                    <a:pt x="629" y="413"/>
                    <a:pt x="628" y="408"/>
                  </a:cubicBezTo>
                  <a:cubicBezTo>
                    <a:pt x="628" y="403"/>
                    <a:pt x="629" y="400"/>
                    <a:pt x="625" y="398"/>
                  </a:cubicBezTo>
                  <a:cubicBezTo>
                    <a:pt x="622" y="397"/>
                    <a:pt x="624" y="394"/>
                    <a:pt x="624" y="392"/>
                  </a:cubicBezTo>
                  <a:cubicBezTo>
                    <a:pt x="623" y="389"/>
                    <a:pt x="620" y="387"/>
                    <a:pt x="618" y="383"/>
                  </a:cubicBezTo>
                  <a:cubicBezTo>
                    <a:pt x="617" y="378"/>
                    <a:pt x="616" y="370"/>
                    <a:pt x="616" y="365"/>
                  </a:cubicBezTo>
                  <a:cubicBezTo>
                    <a:pt x="616" y="356"/>
                    <a:pt x="615" y="352"/>
                    <a:pt x="612" y="344"/>
                  </a:cubicBezTo>
                  <a:cubicBezTo>
                    <a:pt x="609" y="338"/>
                    <a:pt x="622" y="345"/>
                    <a:pt x="620" y="336"/>
                  </a:cubicBezTo>
                  <a:cubicBezTo>
                    <a:pt x="619" y="331"/>
                    <a:pt x="617" y="323"/>
                    <a:pt x="615" y="319"/>
                  </a:cubicBezTo>
                  <a:cubicBezTo>
                    <a:pt x="613" y="317"/>
                    <a:pt x="621" y="317"/>
                    <a:pt x="623" y="315"/>
                  </a:cubicBezTo>
                  <a:cubicBezTo>
                    <a:pt x="626" y="313"/>
                    <a:pt x="621" y="309"/>
                    <a:pt x="622" y="306"/>
                  </a:cubicBezTo>
                  <a:cubicBezTo>
                    <a:pt x="623" y="302"/>
                    <a:pt x="621" y="298"/>
                    <a:pt x="625" y="295"/>
                  </a:cubicBezTo>
                  <a:cubicBezTo>
                    <a:pt x="625" y="293"/>
                    <a:pt x="623" y="292"/>
                    <a:pt x="623" y="290"/>
                  </a:cubicBezTo>
                  <a:cubicBezTo>
                    <a:pt x="630" y="288"/>
                    <a:pt x="633" y="291"/>
                    <a:pt x="633" y="282"/>
                  </a:cubicBezTo>
                  <a:cubicBezTo>
                    <a:pt x="633" y="276"/>
                    <a:pt x="622" y="281"/>
                    <a:pt x="624" y="274"/>
                  </a:cubicBezTo>
                  <a:cubicBezTo>
                    <a:pt x="626" y="270"/>
                    <a:pt x="625" y="268"/>
                    <a:pt x="626" y="263"/>
                  </a:cubicBezTo>
                  <a:cubicBezTo>
                    <a:pt x="630" y="255"/>
                    <a:pt x="626" y="237"/>
                    <a:pt x="625" y="228"/>
                  </a:cubicBezTo>
                  <a:cubicBezTo>
                    <a:pt x="623" y="223"/>
                    <a:pt x="630" y="228"/>
                    <a:pt x="632" y="228"/>
                  </a:cubicBezTo>
                  <a:cubicBezTo>
                    <a:pt x="636" y="228"/>
                    <a:pt x="630" y="219"/>
                    <a:pt x="627" y="218"/>
                  </a:cubicBezTo>
                  <a:cubicBezTo>
                    <a:pt x="621" y="216"/>
                    <a:pt x="625" y="210"/>
                    <a:pt x="626" y="206"/>
                  </a:cubicBezTo>
                  <a:cubicBezTo>
                    <a:pt x="626" y="202"/>
                    <a:pt x="619" y="204"/>
                    <a:pt x="619" y="201"/>
                  </a:cubicBezTo>
                  <a:cubicBezTo>
                    <a:pt x="619" y="199"/>
                    <a:pt x="622" y="198"/>
                    <a:pt x="622" y="197"/>
                  </a:cubicBezTo>
                  <a:cubicBezTo>
                    <a:pt x="622" y="195"/>
                    <a:pt x="618" y="193"/>
                    <a:pt x="617" y="192"/>
                  </a:cubicBezTo>
                  <a:cubicBezTo>
                    <a:pt x="613" y="192"/>
                    <a:pt x="606" y="192"/>
                    <a:pt x="605" y="187"/>
                  </a:cubicBezTo>
                  <a:cubicBezTo>
                    <a:pt x="604" y="183"/>
                    <a:pt x="606" y="181"/>
                    <a:pt x="603" y="176"/>
                  </a:cubicBezTo>
                  <a:cubicBezTo>
                    <a:pt x="601" y="175"/>
                    <a:pt x="602" y="172"/>
                    <a:pt x="602" y="170"/>
                  </a:cubicBezTo>
                  <a:cubicBezTo>
                    <a:pt x="602" y="167"/>
                    <a:pt x="601" y="164"/>
                    <a:pt x="601" y="162"/>
                  </a:cubicBezTo>
                  <a:cubicBezTo>
                    <a:pt x="601" y="162"/>
                    <a:pt x="601" y="162"/>
                    <a:pt x="601" y="162"/>
                  </a:cubicBezTo>
                  <a:cubicBezTo>
                    <a:pt x="606" y="162"/>
                    <a:pt x="612" y="162"/>
                    <a:pt x="612" y="155"/>
                  </a:cubicBezTo>
                  <a:cubicBezTo>
                    <a:pt x="612" y="152"/>
                    <a:pt x="611" y="144"/>
                    <a:pt x="613" y="141"/>
                  </a:cubicBezTo>
                  <a:cubicBezTo>
                    <a:pt x="615" y="139"/>
                    <a:pt x="613" y="138"/>
                    <a:pt x="610" y="136"/>
                  </a:cubicBezTo>
                  <a:cubicBezTo>
                    <a:pt x="610" y="136"/>
                    <a:pt x="609" y="131"/>
                    <a:pt x="609" y="130"/>
                  </a:cubicBezTo>
                  <a:cubicBezTo>
                    <a:pt x="611" y="126"/>
                    <a:pt x="611" y="126"/>
                    <a:pt x="611" y="1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6"/>
            <p:cNvSpPr>
              <a:spLocks/>
            </p:cNvSpPr>
            <p:nvPr/>
          </p:nvSpPr>
          <p:spPr bwMode="auto">
            <a:xfrm>
              <a:off x="2057400" y="1298575"/>
              <a:ext cx="987425" cy="1189038"/>
            </a:xfrm>
            <a:custGeom>
              <a:avLst/>
              <a:gdLst/>
              <a:ahLst/>
              <a:cxnLst>
                <a:cxn ang="0">
                  <a:pos x="31" y="60"/>
                </a:cxn>
                <a:cxn ang="0">
                  <a:pos x="22" y="86"/>
                </a:cxn>
                <a:cxn ang="0">
                  <a:pos x="24" y="100"/>
                </a:cxn>
                <a:cxn ang="0">
                  <a:pos x="43" y="121"/>
                </a:cxn>
                <a:cxn ang="0">
                  <a:pos x="48" y="142"/>
                </a:cxn>
                <a:cxn ang="0">
                  <a:pos x="47" y="187"/>
                </a:cxn>
                <a:cxn ang="0">
                  <a:pos x="44" y="214"/>
                </a:cxn>
                <a:cxn ang="0">
                  <a:pos x="44" y="239"/>
                </a:cxn>
                <a:cxn ang="0">
                  <a:pos x="33" y="268"/>
                </a:cxn>
                <a:cxn ang="0">
                  <a:pos x="45" y="316"/>
                </a:cxn>
                <a:cxn ang="0">
                  <a:pos x="55" y="348"/>
                </a:cxn>
                <a:cxn ang="0">
                  <a:pos x="44" y="372"/>
                </a:cxn>
                <a:cxn ang="0">
                  <a:pos x="10" y="377"/>
                </a:cxn>
                <a:cxn ang="0">
                  <a:pos x="8" y="407"/>
                </a:cxn>
                <a:cxn ang="0">
                  <a:pos x="18" y="431"/>
                </a:cxn>
                <a:cxn ang="0">
                  <a:pos x="40" y="454"/>
                </a:cxn>
                <a:cxn ang="0">
                  <a:pos x="44" y="497"/>
                </a:cxn>
                <a:cxn ang="0">
                  <a:pos x="52" y="514"/>
                </a:cxn>
                <a:cxn ang="0">
                  <a:pos x="61" y="512"/>
                </a:cxn>
                <a:cxn ang="0">
                  <a:pos x="88" y="514"/>
                </a:cxn>
                <a:cxn ang="0">
                  <a:pos x="92" y="527"/>
                </a:cxn>
                <a:cxn ang="0">
                  <a:pos x="102" y="554"/>
                </a:cxn>
                <a:cxn ang="0">
                  <a:pos x="107" y="580"/>
                </a:cxn>
                <a:cxn ang="0">
                  <a:pos x="131" y="610"/>
                </a:cxn>
                <a:cxn ang="0">
                  <a:pos x="170" y="617"/>
                </a:cxn>
                <a:cxn ang="0">
                  <a:pos x="193" y="650"/>
                </a:cxn>
                <a:cxn ang="0">
                  <a:pos x="206" y="659"/>
                </a:cxn>
                <a:cxn ang="0">
                  <a:pos x="213" y="664"/>
                </a:cxn>
                <a:cxn ang="0">
                  <a:pos x="235" y="672"/>
                </a:cxn>
                <a:cxn ang="0">
                  <a:pos x="245" y="653"/>
                </a:cxn>
                <a:cxn ang="0">
                  <a:pos x="256" y="621"/>
                </a:cxn>
                <a:cxn ang="0">
                  <a:pos x="263" y="600"/>
                </a:cxn>
                <a:cxn ang="0">
                  <a:pos x="275" y="572"/>
                </a:cxn>
                <a:cxn ang="0">
                  <a:pos x="292" y="545"/>
                </a:cxn>
                <a:cxn ang="0">
                  <a:pos x="321" y="553"/>
                </a:cxn>
                <a:cxn ang="0">
                  <a:pos x="341" y="556"/>
                </a:cxn>
                <a:cxn ang="0">
                  <a:pos x="368" y="577"/>
                </a:cxn>
                <a:cxn ang="0">
                  <a:pos x="411" y="571"/>
                </a:cxn>
                <a:cxn ang="0">
                  <a:pos x="447" y="579"/>
                </a:cxn>
                <a:cxn ang="0">
                  <a:pos x="471" y="538"/>
                </a:cxn>
                <a:cxn ang="0">
                  <a:pos x="525" y="547"/>
                </a:cxn>
                <a:cxn ang="0">
                  <a:pos x="515" y="518"/>
                </a:cxn>
                <a:cxn ang="0">
                  <a:pos x="507" y="484"/>
                </a:cxn>
                <a:cxn ang="0">
                  <a:pos x="509" y="465"/>
                </a:cxn>
                <a:cxn ang="0">
                  <a:pos x="506" y="435"/>
                </a:cxn>
                <a:cxn ang="0">
                  <a:pos x="511" y="387"/>
                </a:cxn>
                <a:cxn ang="0">
                  <a:pos x="529" y="346"/>
                </a:cxn>
                <a:cxn ang="0">
                  <a:pos x="541" y="336"/>
                </a:cxn>
                <a:cxn ang="0">
                  <a:pos x="561" y="300"/>
                </a:cxn>
                <a:cxn ang="0">
                  <a:pos x="535" y="282"/>
                </a:cxn>
                <a:cxn ang="0">
                  <a:pos x="493" y="267"/>
                </a:cxn>
                <a:cxn ang="0">
                  <a:pos x="446" y="232"/>
                </a:cxn>
                <a:cxn ang="0">
                  <a:pos x="406" y="135"/>
                </a:cxn>
                <a:cxn ang="0">
                  <a:pos x="340" y="83"/>
                </a:cxn>
                <a:cxn ang="0">
                  <a:pos x="285" y="40"/>
                </a:cxn>
                <a:cxn ang="0">
                  <a:pos x="83" y="1"/>
                </a:cxn>
              </a:cxnLst>
              <a:rect l="0" t="0" r="r" b="b"/>
              <a:pathLst>
                <a:path w="561" h="676">
                  <a:moveTo>
                    <a:pt x="32" y="50"/>
                  </a:moveTo>
                  <a:cubicBezTo>
                    <a:pt x="30" y="54"/>
                    <a:pt x="30" y="54"/>
                    <a:pt x="30" y="54"/>
                  </a:cubicBezTo>
                  <a:cubicBezTo>
                    <a:pt x="30" y="55"/>
                    <a:pt x="31" y="60"/>
                    <a:pt x="31" y="60"/>
                  </a:cubicBezTo>
                  <a:cubicBezTo>
                    <a:pt x="34" y="62"/>
                    <a:pt x="36" y="63"/>
                    <a:pt x="34" y="65"/>
                  </a:cubicBezTo>
                  <a:cubicBezTo>
                    <a:pt x="32" y="68"/>
                    <a:pt x="33" y="76"/>
                    <a:pt x="33" y="79"/>
                  </a:cubicBezTo>
                  <a:cubicBezTo>
                    <a:pt x="33" y="86"/>
                    <a:pt x="27" y="86"/>
                    <a:pt x="22" y="86"/>
                  </a:cubicBezTo>
                  <a:cubicBezTo>
                    <a:pt x="22" y="86"/>
                    <a:pt x="22" y="86"/>
                    <a:pt x="22" y="86"/>
                  </a:cubicBezTo>
                  <a:cubicBezTo>
                    <a:pt x="22" y="88"/>
                    <a:pt x="23" y="91"/>
                    <a:pt x="23" y="94"/>
                  </a:cubicBezTo>
                  <a:cubicBezTo>
                    <a:pt x="23" y="96"/>
                    <a:pt x="22" y="99"/>
                    <a:pt x="24" y="100"/>
                  </a:cubicBezTo>
                  <a:cubicBezTo>
                    <a:pt x="27" y="105"/>
                    <a:pt x="25" y="107"/>
                    <a:pt x="26" y="111"/>
                  </a:cubicBezTo>
                  <a:cubicBezTo>
                    <a:pt x="27" y="116"/>
                    <a:pt x="34" y="116"/>
                    <a:pt x="38" y="116"/>
                  </a:cubicBezTo>
                  <a:cubicBezTo>
                    <a:pt x="39" y="117"/>
                    <a:pt x="43" y="119"/>
                    <a:pt x="43" y="121"/>
                  </a:cubicBezTo>
                  <a:cubicBezTo>
                    <a:pt x="43" y="122"/>
                    <a:pt x="40" y="123"/>
                    <a:pt x="40" y="125"/>
                  </a:cubicBezTo>
                  <a:cubicBezTo>
                    <a:pt x="40" y="128"/>
                    <a:pt x="47" y="126"/>
                    <a:pt x="47" y="130"/>
                  </a:cubicBezTo>
                  <a:cubicBezTo>
                    <a:pt x="46" y="134"/>
                    <a:pt x="42" y="140"/>
                    <a:pt x="48" y="142"/>
                  </a:cubicBezTo>
                  <a:cubicBezTo>
                    <a:pt x="51" y="143"/>
                    <a:pt x="57" y="152"/>
                    <a:pt x="53" y="152"/>
                  </a:cubicBezTo>
                  <a:cubicBezTo>
                    <a:pt x="51" y="152"/>
                    <a:pt x="44" y="147"/>
                    <a:pt x="46" y="152"/>
                  </a:cubicBezTo>
                  <a:cubicBezTo>
                    <a:pt x="47" y="161"/>
                    <a:pt x="51" y="179"/>
                    <a:pt x="47" y="187"/>
                  </a:cubicBezTo>
                  <a:cubicBezTo>
                    <a:pt x="46" y="192"/>
                    <a:pt x="47" y="194"/>
                    <a:pt x="45" y="198"/>
                  </a:cubicBezTo>
                  <a:cubicBezTo>
                    <a:pt x="43" y="205"/>
                    <a:pt x="54" y="200"/>
                    <a:pt x="54" y="206"/>
                  </a:cubicBezTo>
                  <a:cubicBezTo>
                    <a:pt x="54" y="215"/>
                    <a:pt x="51" y="212"/>
                    <a:pt x="44" y="214"/>
                  </a:cubicBezTo>
                  <a:cubicBezTo>
                    <a:pt x="44" y="216"/>
                    <a:pt x="46" y="217"/>
                    <a:pt x="46" y="219"/>
                  </a:cubicBezTo>
                  <a:cubicBezTo>
                    <a:pt x="42" y="222"/>
                    <a:pt x="44" y="226"/>
                    <a:pt x="43" y="230"/>
                  </a:cubicBezTo>
                  <a:cubicBezTo>
                    <a:pt x="42" y="233"/>
                    <a:pt x="47" y="237"/>
                    <a:pt x="44" y="239"/>
                  </a:cubicBezTo>
                  <a:cubicBezTo>
                    <a:pt x="42" y="241"/>
                    <a:pt x="34" y="241"/>
                    <a:pt x="36" y="243"/>
                  </a:cubicBezTo>
                  <a:cubicBezTo>
                    <a:pt x="38" y="247"/>
                    <a:pt x="40" y="255"/>
                    <a:pt x="41" y="260"/>
                  </a:cubicBezTo>
                  <a:cubicBezTo>
                    <a:pt x="43" y="269"/>
                    <a:pt x="30" y="262"/>
                    <a:pt x="33" y="268"/>
                  </a:cubicBezTo>
                  <a:cubicBezTo>
                    <a:pt x="36" y="276"/>
                    <a:pt x="37" y="280"/>
                    <a:pt x="37" y="289"/>
                  </a:cubicBezTo>
                  <a:cubicBezTo>
                    <a:pt x="37" y="294"/>
                    <a:pt x="38" y="302"/>
                    <a:pt x="39" y="307"/>
                  </a:cubicBezTo>
                  <a:cubicBezTo>
                    <a:pt x="41" y="311"/>
                    <a:pt x="44" y="313"/>
                    <a:pt x="45" y="316"/>
                  </a:cubicBezTo>
                  <a:cubicBezTo>
                    <a:pt x="45" y="318"/>
                    <a:pt x="43" y="321"/>
                    <a:pt x="46" y="322"/>
                  </a:cubicBezTo>
                  <a:cubicBezTo>
                    <a:pt x="50" y="324"/>
                    <a:pt x="49" y="327"/>
                    <a:pt x="49" y="332"/>
                  </a:cubicBezTo>
                  <a:cubicBezTo>
                    <a:pt x="50" y="337"/>
                    <a:pt x="54" y="342"/>
                    <a:pt x="55" y="348"/>
                  </a:cubicBezTo>
                  <a:cubicBezTo>
                    <a:pt x="55" y="354"/>
                    <a:pt x="57" y="361"/>
                    <a:pt x="55" y="367"/>
                  </a:cubicBezTo>
                  <a:cubicBezTo>
                    <a:pt x="54" y="371"/>
                    <a:pt x="52" y="369"/>
                    <a:pt x="50" y="367"/>
                  </a:cubicBezTo>
                  <a:cubicBezTo>
                    <a:pt x="47" y="364"/>
                    <a:pt x="44" y="370"/>
                    <a:pt x="44" y="372"/>
                  </a:cubicBezTo>
                  <a:cubicBezTo>
                    <a:pt x="44" y="376"/>
                    <a:pt x="39" y="372"/>
                    <a:pt x="37" y="374"/>
                  </a:cubicBezTo>
                  <a:cubicBezTo>
                    <a:pt x="31" y="378"/>
                    <a:pt x="25" y="376"/>
                    <a:pt x="19" y="378"/>
                  </a:cubicBezTo>
                  <a:cubicBezTo>
                    <a:pt x="13" y="380"/>
                    <a:pt x="12" y="372"/>
                    <a:pt x="10" y="377"/>
                  </a:cubicBezTo>
                  <a:cubicBezTo>
                    <a:pt x="9" y="377"/>
                    <a:pt x="0" y="370"/>
                    <a:pt x="3" y="377"/>
                  </a:cubicBezTo>
                  <a:cubicBezTo>
                    <a:pt x="4" y="380"/>
                    <a:pt x="3" y="386"/>
                    <a:pt x="3" y="389"/>
                  </a:cubicBezTo>
                  <a:cubicBezTo>
                    <a:pt x="3" y="394"/>
                    <a:pt x="3" y="404"/>
                    <a:pt x="8" y="407"/>
                  </a:cubicBezTo>
                  <a:cubicBezTo>
                    <a:pt x="14" y="411"/>
                    <a:pt x="14" y="410"/>
                    <a:pt x="15" y="418"/>
                  </a:cubicBezTo>
                  <a:cubicBezTo>
                    <a:pt x="16" y="422"/>
                    <a:pt x="17" y="423"/>
                    <a:pt x="21" y="423"/>
                  </a:cubicBezTo>
                  <a:cubicBezTo>
                    <a:pt x="21" y="425"/>
                    <a:pt x="17" y="427"/>
                    <a:pt x="18" y="431"/>
                  </a:cubicBezTo>
                  <a:cubicBezTo>
                    <a:pt x="18" y="439"/>
                    <a:pt x="27" y="433"/>
                    <a:pt x="29" y="437"/>
                  </a:cubicBezTo>
                  <a:cubicBezTo>
                    <a:pt x="32" y="440"/>
                    <a:pt x="31" y="445"/>
                    <a:pt x="34" y="448"/>
                  </a:cubicBezTo>
                  <a:cubicBezTo>
                    <a:pt x="35" y="451"/>
                    <a:pt x="39" y="452"/>
                    <a:pt x="40" y="454"/>
                  </a:cubicBezTo>
                  <a:cubicBezTo>
                    <a:pt x="42" y="460"/>
                    <a:pt x="39" y="463"/>
                    <a:pt x="44" y="468"/>
                  </a:cubicBezTo>
                  <a:cubicBezTo>
                    <a:pt x="49" y="472"/>
                    <a:pt x="52" y="480"/>
                    <a:pt x="47" y="486"/>
                  </a:cubicBezTo>
                  <a:cubicBezTo>
                    <a:pt x="44" y="489"/>
                    <a:pt x="40" y="492"/>
                    <a:pt x="44" y="497"/>
                  </a:cubicBezTo>
                  <a:cubicBezTo>
                    <a:pt x="46" y="500"/>
                    <a:pt x="46" y="500"/>
                    <a:pt x="46" y="504"/>
                  </a:cubicBezTo>
                  <a:cubicBezTo>
                    <a:pt x="46" y="506"/>
                    <a:pt x="47" y="507"/>
                    <a:pt x="47" y="509"/>
                  </a:cubicBezTo>
                  <a:cubicBezTo>
                    <a:pt x="47" y="511"/>
                    <a:pt x="51" y="513"/>
                    <a:pt x="52" y="514"/>
                  </a:cubicBezTo>
                  <a:cubicBezTo>
                    <a:pt x="55" y="516"/>
                    <a:pt x="58" y="517"/>
                    <a:pt x="61" y="518"/>
                  </a:cubicBezTo>
                  <a:cubicBezTo>
                    <a:pt x="61" y="518"/>
                    <a:pt x="61" y="518"/>
                    <a:pt x="61" y="518"/>
                  </a:cubicBezTo>
                  <a:cubicBezTo>
                    <a:pt x="61" y="517"/>
                    <a:pt x="60" y="512"/>
                    <a:pt x="61" y="512"/>
                  </a:cubicBezTo>
                  <a:cubicBezTo>
                    <a:pt x="67" y="513"/>
                    <a:pt x="66" y="519"/>
                    <a:pt x="74" y="514"/>
                  </a:cubicBezTo>
                  <a:cubicBezTo>
                    <a:pt x="75" y="513"/>
                    <a:pt x="77" y="512"/>
                    <a:pt x="78" y="514"/>
                  </a:cubicBezTo>
                  <a:cubicBezTo>
                    <a:pt x="79" y="517"/>
                    <a:pt x="86" y="511"/>
                    <a:pt x="88" y="514"/>
                  </a:cubicBezTo>
                  <a:cubicBezTo>
                    <a:pt x="88" y="514"/>
                    <a:pt x="86" y="517"/>
                    <a:pt x="86" y="518"/>
                  </a:cubicBezTo>
                  <a:cubicBezTo>
                    <a:pt x="84" y="521"/>
                    <a:pt x="83" y="523"/>
                    <a:pt x="84" y="527"/>
                  </a:cubicBezTo>
                  <a:cubicBezTo>
                    <a:pt x="87" y="532"/>
                    <a:pt x="89" y="525"/>
                    <a:pt x="92" y="527"/>
                  </a:cubicBezTo>
                  <a:cubicBezTo>
                    <a:pt x="93" y="527"/>
                    <a:pt x="91" y="531"/>
                    <a:pt x="92" y="532"/>
                  </a:cubicBezTo>
                  <a:cubicBezTo>
                    <a:pt x="94" y="535"/>
                    <a:pt x="98" y="530"/>
                    <a:pt x="101" y="536"/>
                  </a:cubicBezTo>
                  <a:cubicBezTo>
                    <a:pt x="102" y="541"/>
                    <a:pt x="107" y="550"/>
                    <a:pt x="102" y="554"/>
                  </a:cubicBezTo>
                  <a:cubicBezTo>
                    <a:pt x="100" y="556"/>
                    <a:pt x="97" y="555"/>
                    <a:pt x="101" y="558"/>
                  </a:cubicBezTo>
                  <a:cubicBezTo>
                    <a:pt x="104" y="560"/>
                    <a:pt x="108" y="564"/>
                    <a:pt x="109" y="567"/>
                  </a:cubicBezTo>
                  <a:cubicBezTo>
                    <a:pt x="110" y="575"/>
                    <a:pt x="103" y="576"/>
                    <a:pt x="107" y="580"/>
                  </a:cubicBezTo>
                  <a:cubicBezTo>
                    <a:pt x="111" y="584"/>
                    <a:pt x="113" y="591"/>
                    <a:pt x="116" y="596"/>
                  </a:cubicBezTo>
                  <a:cubicBezTo>
                    <a:pt x="122" y="607"/>
                    <a:pt x="122" y="607"/>
                    <a:pt x="122" y="607"/>
                  </a:cubicBezTo>
                  <a:cubicBezTo>
                    <a:pt x="123" y="610"/>
                    <a:pt x="129" y="614"/>
                    <a:pt x="131" y="610"/>
                  </a:cubicBezTo>
                  <a:cubicBezTo>
                    <a:pt x="132" y="608"/>
                    <a:pt x="148" y="608"/>
                    <a:pt x="149" y="611"/>
                  </a:cubicBezTo>
                  <a:cubicBezTo>
                    <a:pt x="153" y="620"/>
                    <a:pt x="160" y="607"/>
                    <a:pt x="162" y="612"/>
                  </a:cubicBezTo>
                  <a:cubicBezTo>
                    <a:pt x="167" y="620"/>
                    <a:pt x="164" y="614"/>
                    <a:pt x="170" y="617"/>
                  </a:cubicBezTo>
                  <a:cubicBezTo>
                    <a:pt x="173" y="619"/>
                    <a:pt x="174" y="629"/>
                    <a:pt x="173" y="633"/>
                  </a:cubicBezTo>
                  <a:cubicBezTo>
                    <a:pt x="173" y="636"/>
                    <a:pt x="187" y="646"/>
                    <a:pt x="190" y="648"/>
                  </a:cubicBezTo>
                  <a:cubicBezTo>
                    <a:pt x="191" y="650"/>
                    <a:pt x="191" y="649"/>
                    <a:pt x="193" y="650"/>
                  </a:cubicBezTo>
                  <a:cubicBezTo>
                    <a:pt x="199" y="650"/>
                    <a:pt x="194" y="656"/>
                    <a:pt x="197" y="657"/>
                  </a:cubicBezTo>
                  <a:cubicBezTo>
                    <a:pt x="199" y="658"/>
                    <a:pt x="201" y="656"/>
                    <a:pt x="203" y="656"/>
                  </a:cubicBezTo>
                  <a:cubicBezTo>
                    <a:pt x="204" y="656"/>
                    <a:pt x="206" y="658"/>
                    <a:pt x="206" y="659"/>
                  </a:cubicBezTo>
                  <a:cubicBezTo>
                    <a:pt x="205" y="664"/>
                    <a:pt x="205" y="664"/>
                    <a:pt x="205" y="664"/>
                  </a:cubicBezTo>
                  <a:cubicBezTo>
                    <a:pt x="205" y="664"/>
                    <a:pt x="205" y="664"/>
                    <a:pt x="205" y="664"/>
                  </a:cubicBezTo>
                  <a:cubicBezTo>
                    <a:pt x="213" y="664"/>
                    <a:pt x="213" y="664"/>
                    <a:pt x="213" y="664"/>
                  </a:cubicBezTo>
                  <a:cubicBezTo>
                    <a:pt x="215" y="667"/>
                    <a:pt x="214" y="673"/>
                    <a:pt x="218" y="673"/>
                  </a:cubicBezTo>
                  <a:cubicBezTo>
                    <a:pt x="221" y="673"/>
                    <a:pt x="226" y="672"/>
                    <a:pt x="229" y="671"/>
                  </a:cubicBezTo>
                  <a:cubicBezTo>
                    <a:pt x="232" y="671"/>
                    <a:pt x="233" y="670"/>
                    <a:pt x="235" y="672"/>
                  </a:cubicBezTo>
                  <a:cubicBezTo>
                    <a:pt x="238" y="676"/>
                    <a:pt x="239" y="670"/>
                    <a:pt x="241" y="668"/>
                  </a:cubicBezTo>
                  <a:cubicBezTo>
                    <a:pt x="242" y="665"/>
                    <a:pt x="246" y="664"/>
                    <a:pt x="247" y="662"/>
                  </a:cubicBezTo>
                  <a:cubicBezTo>
                    <a:pt x="243" y="659"/>
                    <a:pt x="244" y="658"/>
                    <a:pt x="245" y="653"/>
                  </a:cubicBezTo>
                  <a:cubicBezTo>
                    <a:pt x="247" y="647"/>
                    <a:pt x="243" y="639"/>
                    <a:pt x="246" y="633"/>
                  </a:cubicBezTo>
                  <a:cubicBezTo>
                    <a:pt x="247" y="631"/>
                    <a:pt x="252" y="631"/>
                    <a:pt x="254" y="630"/>
                  </a:cubicBezTo>
                  <a:cubicBezTo>
                    <a:pt x="258" y="628"/>
                    <a:pt x="255" y="624"/>
                    <a:pt x="256" y="621"/>
                  </a:cubicBezTo>
                  <a:cubicBezTo>
                    <a:pt x="260" y="617"/>
                    <a:pt x="255" y="615"/>
                    <a:pt x="258" y="614"/>
                  </a:cubicBezTo>
                  <a:cubicBezTo>
                    <a:pt x="263" y="611"/>
                    <a:pt x="259" y="610"/>
                    <a:pt x="258" y="607"/>
                  </a:cubicBezTo>
                  <a:cubicBezTo>
                    <a:pt x="258" y="604"/>
                    <a:pt x="262" y="603"/>
                    <a:pt x="263" y="600"/>
                  </a:cubicBezTo>
                  <a:cubicBezTo>
                    <a:pt x="264" y="598"/>
                    <a:pt x="265" y="593"/>
                    <a:pt x="266" y="592"/>
                  </a:cubicBezTo>
                  <a:cubicBezTo>
                    <a:pt x="268" y="590"/>
                    <a:pt x="278" y="590"/>
                    <a:pt x="272" y="585"/>
                  </a:cubicBezTo>
                  <a:cubicBezTo>
                    <a:pt x="267" y="581"/>
                    <a:pt x="283" y="577"/>
                    <a:pt x="275" y="572"/>
                  </a:cubicBezTo>
                  <a:cubicBezTo>
                    <a:pt x="270" y="568"/>
                    <a:pt x="277" y="568"/>
                    <a:pt x="278" y="565"/>
                  </a:cubicBezTo>
                  <a:cubicBezTo>
                    <a:pt x="280" y="559"/>
                    <a:pt x="277" y="557"/>
                    <a:pt x="282" y="550"/>
                  </a:cubicBezTo>
                  <a:cubicBezTo>
                    <a:pt x="288" y="548"/>
                    <a:pt x="291" y="553"/>
                    <a:pt x="292" y="545"/>
                  </a:cubicBezTo>
                  <a:cubicBezTo>
                    <a:pt x="296" y="528"/>
                    <a:pt x="301" y="543"/>
                    <a:pt x="309" y="544"/>
                  </a:cubicBezTo>
                  <a:cubicBezTo>
                    <a:pt x="312" y="544"/>
                    <a:pt x="314" y="544"/>
                    <a:pt x="316" y="547"/>
                  </a:cubicBezTo>
                  <a:cubicBezTo>
                    <a:pt x="318" y="549"/>
                    <a:pt x="318" y="552"/>
                    <a:pt x="321" y="553"/>
                  </a:cubicBezTo>
                  <a:cubicBezTo>
                    <a:pt x="325" y="553"/>
                    <a:pt x="324" y="546"/>
                    <a:pt x="328" y="553"/>
                  </a:cubicBezTo>
                  <a:cubicBezTo>
                    <a:pt x="329" y="555"/>
                    <a:pt x="330" y="560"/>
                    <a:pt x="334" y="560"/>
                  </a:cubicBezTo>
                  <a:cubicBezTo>
                    <a:pt x="336" y="560"/>
                    <a:pt x="338" y="550"/>
                    <a:pt x="341" y="556"/>
                  </a:cubicBezTo>
                  <a:cubicBezTo>
                    <a:pt x="343" y="561"/>
                    <a:pt x="340" y="563"/>
                    <a:pt x="347" y="566"/>
                  </a:cubicBezTo>
                  <a:cubicBezTo>
                    <a:pt x="352" y="568"/>
                    <a:pt x="351" y="572"/>
                    <a:pt x="357" y="568"/>
                  </a:cubicBezTo>
                  <a:cubicBezTo>
                    <a:pt x="365" y="564"/>
                    <a:pt x="363" y="574"/>
                    <a:pt x="368" y="577"/>
                  </a:cubicBezTo>
                  <a:cubicBezTo>
                    <a:pt x="372" y="579"/>
                    <a:pt x="382" y="569"/>
                    <a:pt x="387" y="569"/>
                  </a:cubicBezTo>
                  <a:cubicBezTo>
                    <a:pt x="387" y="569"/>
                    <a:pt x="387" y="569"/>
                    <a:pt x="387" y="569"/>
                  </a:cubicBezTo>
                  <a:cubicBezTo>
                    <a:pt x="390" y="593"/>
                    <a:pt x="403" y="567"/>
                    <a:pt x="411" y="571"/>
                  </a:cubicBezTo>
                  <a:cubicBezTo>
                    <a:pt x="415" y="573"/>
                    <a:pt x="421" y="570"/>
                    <a:pt x="423" y="574"/>
                  </a:cubicBezTo>
                  <a:cubicBezTo>
                    <a:pt x="426" y="578"/>
                    <a:pt x="432" y="587"/>
                    <a:pt x="437" y="589"/>
                  </a:cubicBezTo>
                  <a:cubicBezTo>
                    <a:pt x="439" y="589"/>
                    <a:pt x="449" y="583"/>
                    <a:pt x="447" y="579"/>
                  </a:cubicBezTo>
                  <a:cubicBezTo>
                    <a:pt x="442" y="574"/>
                    <a:pt x="452" y="561"/>
                    <a:pt x="457" y="558"/>
                  </a:cubicBezTo>
                  <a:cubicBezTo>
                    <a:pt x="471" y="550"/>
                    <a:pt x="459" y="542"/>
                    <a:pt x="466" y="538"/>
                  </a:cubicBezTo>
                  <a:cubicBezTo>
                    <a:pt x="469" y="536"/>
                    <a:pt x="471" y="532"/>
                    <a:pt x="471" y="538"/>
                  </a:cubicBezTo>
                  <a:cubicBezTo>
                    <a:pt x="471" y="542"/>
                    <a:pt x="479" y="544"/>
                    <a:pt x="482" y="544"/>
                  </a:cubicBezTo>
                  <a:cubicBezTo>
                    <a:pt x="488" y="543"/>
                    <a:pt x="498" y="544"/>
                    <a:pt x="503" y="544"/>
                  </a:cubicBezTo>
                  <a:cubicBezTo>
                    <a:pt x="525" y="547"/>
                    <a:pt x="525" y="547"/>
                    <a:pt x="525" y="547"/>
                  </a:cubicBezTo>
                  <a:cubicBezTo>
                    <a:pt x="525" y="547"/>
                    <a:pt x="525" y="547"/>
                    <a:pt x="525" y="547"/>
                  </a:cubicBezTo>
                  <a:cubicBezTo>
                    <a:pt x="521" y="544"/>
                    <a:pt x="520" y="541"/>
                    <a:pt x="518" y="536"/>
                  </a:cubicBezTo>
                  <a:cubicBezTo>
                    <a:pt x="516" y="528"/>
                    <a:pt x="502" y="526"/>
                    <a:pt x="515" y="518"/>
                  </a:cubicBezTo>
                  <a:cubicBezTo>
                    <a:pt x="521" y="514"/>
                    <a:pt x="520" y="511"/>
                    <a:pt x="517" y="506"/>
                  </a:cubicBezTo>
                  <a:cubicBezTo>
                    <a:pt x="513" y="501"/>
                    <a:pt x="514" y="494"/>
                    <a:pt x="513" y="489"/>
                  </a:cubicBezTo>
                  <a:cubicBezTo>
                    <a:pt x="512" y="483"/>
                    <a:pt x="511" y="485"/>
                    <a:pt x="507" y="484"/>
                  </a:cubicBezTo>
                  <a:cubicBezTo>
                    <a:pt x="501" y="481"/>
                    <a:pt x="510" y="480"/>
                    <a:pt x="506" y="476"/>
                  </a:cubicBezTo>
                  <a:cubicBezTo>
                    <a:pt x="506" y="474"/>
                    <a:pt x="503" y="471"/>
                    <a:pt x="505" y="469"/>
                  </a:cubicBezTo>
                  <a:cubicBezTo>
                    <a:pt x="507" y="467"/>
                    <a:pt x="509" y="469"/>
                    <a:pt x="509" y="465"/>
                  </a:cubicBezTo>
                  <a:cubicBezTo>
                    <a:pt x="509" y="453"/>
                    <a:pt x="509" y="453"/>
                    <a:pt x="509" y="453"/>
                  </a:cubicBezTo>
                  <a:cubicBezTo>
                    <a:pt x="509" y="449"/>
                    <a:pt x="505" y="449"/>
                    <a:pt x="505" y="446"/>
                  </a:cubicBezTo>
                  <a:cubicBezTo>
                    <a:pt x="505" y="442"/>
                    <a:pt x="506" y="439"/>
                    <a:pt x="506" y="435"/>
                  </a:cubicBezTo>
                  <a:cubicBezTo>
                    <a:pt x="506" y="430"/>
                    <a:pt x="499" y="431"/>
                    <a:pt x="503" y="426"/>
                  </a:cubicBezTo>
                  <a:cubicBezTo>
                    <a:pt x="505" y="422"/>
                    <a:pt x="501" y="414"/>
                    <a:pt x="501" y="410"/>
                  </a:cubicBezTo>
                  <a:cubicBezTo>
                    <a:pt x="504" y="409"/>
                    <a:pt x="510" y="390"/>
                    <a:pt x="511" y="387"/>
                  </a:cubicBezTo>
                  <a:cubicBezTo>
                    <a:pt x="513" y="379"/>
                    <a:pt x="517" y="374"/>
                    <a:pt x="521" y="368"/>
                  </a:cubicBezTo>
                  <a:cubicBezTo>
                    <a:pt x="522" y="365"/>
                    <a:pt x="530" y="357"/>
                    <a:pt x="528" y="354"/>
                  </a:cubicBezTo>
                  <a:cubicBezTo>
                    <a:pt x="527" y="352"/>
                    <a:pt x="527" y="349"/>
                    <a:pt x="529" y="346"/>
                  </a:cubicBezTo>
                  <a:cubicBezTo>
                    <a:pt x="531" y="344"/>
                    <a:pt x="536" y="341"/>
                    <a:pt x="536" y="339"/>
                  </a:cubicBezTo>
                  <a:cubicBezTo>
                    <a:pt x="536" y="338"/>
                    <a:pt x="535" y="334"/>
                    <a:pt x="536" y="334"/>
                  </a:cubicBezTo>
                  <a:cubicBezTo>
                    <a:pt x="538" y="334"/>
                    <a:pt x="539" y="338"/>
                    <a:pt x="541" y="336"/>
                  </a:cubicBezTo>
                  <a:cubicBezTo>
                    <a:pt x="544" y="331"/>
                    <a:pt x="547" y="324"/>
                    <a:pt x="550" y="319"/>
                  </a:cubicBezTo>
                  <a:cubicBezTo>
                    <a:pt x="552" y="316"/>
                    <a:pt x="553" y="311"/>
                    <a:pt x="555" y="308"/>
                  </a:cubicBezTo>
                  <a:cubicBezTo>
                    <a:pt x="561" y="300"/>
                    <a:pt x="561" y="300"/>
                    <a:pt x="561" y="300"/>
                  </a:cubicBezTo>
                  <a:cubicBezTo>
                    <a:pt x="561" y="300"/>
                    <a:pt x="561" y="300"/>
                    <a:pt x="561" y="300"/>
                  </a:cubicBezTo>
                  <a:cubicBezTo>
                    <a:pt x="554" y="298"/>
                    <a:pt x="548" y="295"/>
                    <a:pt x="544" y="291"/>
                  </a:cubicBezTo>
                  <a:cubicBezTo>
                    <a:pt x="541" y="288"/>
                    <a:pt x="538" y="283"/>
                    <a:pt x="535" y="282"/>
                  </a:cubicBezTo>
                  <a:cubicBezTo>
                    <a:pt x="529" y="280"/>
                    <a:pt x="523" y="283"/>
                    <a:pt x="518" y="279"/>
                  </a:cubicBezTo>
                  <a:cubicBezTo>
                    <a:pt x="513" y="277"/>
                    <a:pt x="514" y="271"/>
                    <a:pt x="510" y="270"/>
                  </a:cubicBezTo>
                  <a:cubicBezTo>
                    <a:pt x="504" y="269"/>
                    <a:pt x="498" y="268"/>
                    <a:pt x="493" y="267"/>
                  </a:cubicBezTo>
                  <a:cubicBezTo>
                    <a:pt x="478" y="264"/>
                    <a:pt x="476" y="247"/>
                    <a:pt x="465" y="244"/>
                  </a:cubicBezTo>
                  <a:cubicBezTo>
                    <a:pt x="459" y="241"/>
                    <a:pt x="455" y="240"/>
                    <a:pt x="451" y="237"/>
                  </a:cubicBezTo>
                  <a:cubicBezTo>
                    <a:pt x="450" y="236"/>
                    <a:pt x="448" y="234"/>
                    <a:pt x="446" y="232"/>
                  </a:cubicBezTo>
                  <a:cubicBezTo>
                    <a:pt x="438" y="222"/>
                    <a:pt x="435" y="210"/>
                    <a:pt x="427" y="200"/>
                  </a:cubicBezTo>
                  <a:cubicBezTo>
                    <a:pt x="419" y="189"/>
                    <a:pt x="433" y="173"/>
                    <a:pt x="421" y="165"/>
                  </a:cubicBezTo>
                  <a:cubicBezTo>
                    <a:pt x="411" y="158"/>
                    <a:pt x="410" y="146"/>
                    <a:pt x="406" y="135"/>
                  </a:cubicBezTo>
                  <a:cubicBezTo>
                    <a:pt x="403" y="127"/>
                    <a:pt x="399" y="130"/>
                    <a:pt x="395" y="124"/>
                  </a:cubicBezTo>
                  <a:cubicBezTo>
                    <a:pt x="392" y="118"/>
                    <a:pt x="374" y="107"/>
                    <a:pt x="368" y="105"/>
                  </a:cubicBezTo>
                  <a:cubicBezTo>
                    <a:pt x="361" y="104"/>
                    <a:pt x="343" y="89"/>
                    <a:pt x="340" y="83"/>
                  </a:cubicBezTo>
                  <a:cubicBezTo>
                    <a:pt x="337" y="75"/>
                    <a:pt x="326" y="74"/>
                    <a:pt x="321" y="68"/>
                  </a:cubicBezTo>
                  <a:cubicBezTo>
                    <a:pt x="318" y="64"/>
                    <a:pt x="316" y="60"/>
                    <a:pt x="312" y="56"/>
                  </a:cubicBezTo>
                  <a:cubicBezTo>
                    <a:pt x="303" y="49"/>
                    <a:pt x="297" y="45"/>
                    <a:pt x="285" y="40"/>
                  </a:cubicBezTo>
                  <a:cubicBezTo>
                    <a:pt x="273" y="35"/>
                    <a:pt x="271" y="20"/>
                    <a:pt x="266" y="10"/>
                  </a:cubicBezTo>
                  <a:cubicBezTo>
                    <a:pt x="261" y="0"/>
                    <a:pt x="256" y="4"/>
                    <a:pt x="247" y="1"/>
                  </a:cubicBezTo>
                  <a:cubicBezTo>
                    <a:pt x="83" y="1"/>
                    <a:pt x="83" y="1"/>
                    <a:pt x="83" y="1"/>
                  </a:cubicBezTo>
                  <a:cubicBezTo>
                    <a:pt x="80" y="50"/>
                    <a:pt x="80" y="50"/>
                    <a:pt x="80" y="50"/>
                  </a:cubicBezTo>
                  <a:cubicBezTo>
                    <a:pt x="32" y="50"/>
                    <a:pt x="32" y="50"/>
                    <a:pt x="32" y="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7"/>
            <p:cNvSpPr>
              <a:spLocks/>
            </p:cNvSpPr>
            <p:nvPr/>
          </p:nvSpPr>
          <p:spPr bwMode="auto">
            <a:xfrm>
              <a:off x="1987550" y="2197100"/>
              <a:ext cx="701675" cy="871538"/>
            </a:xfrm>
            <a:custGeom>
              <a:avLst/>
              <a:gdLst/>
              <a:ahLst/>
              <a:cxnLst>
                <a:cxn ang="0">
                  <a:pos x="114" y="3"/>
                </a:cxn>
                <a:cxn ang="0">
                  <a:pos x="126" y="7"/>
                </a:cxn>
                <a:cxn ang="0">
                  <a:pos x="132" y="21"/>
                </a:cxn>
                <a:cxn ang="0">
                  <a:pos x="141" y="47"/>
                </a:cxn>
                <a:cxn ang="0">
                  <a:pos x="156" y="85"/>
                </a:cxn>
                <a:cxn ang="0">
                  <a:pos x="189" y="100"/>
                </a:cxn>
                <a:cxn ang="0">
                  <a:pos x="213" y="122"/>
                </a:cxn>
                <a:cxn ang="0">
                  <a:pos x="237" y="146"/>
                </a:cxn>
                <a:cxn ang="0">
                  <a:pos x="245" y="153"/>
                </a:cxn>
                <a:cxn ang="0">
                  <a:pos x="230" y="164"/>
                </a:cxn>
                <a:cxn ang="0">
                  <a:pos x="224" y="185"/>
                </a:cxn>
                <a:cxn ang="0">
                  <a:pos x="236" y="221"/>
                </a:cxn>
                <a:cxn ang="0">
                  <a:pos x="267" y="257"/>
                </a:cxn>
                <a:cxn ang="0">
                  <a:pos x="285" y="292"/>
                </a:cxn>
                <a:cxn ang="0">
                  <a:pos x="341" y="317"/>
                </a:cxn>
                <a:cxn ang="0">
                  <a:pos x="346" y="335"/>
                </a:cxn>
                <a:cxn ang="0">
                  <a:pos x="349" y="357"/>
                </a:cxn>
                <a:cxn ang="0">
                  <a:pos x="360" y="379"/>
                </a:cxn>
                <a:cxn ang="0">
                  <a:pos x="369" y="403"/>
                </a:cxn>
                <a:cxn ang="0">
                  <a:pos x="390" y="426"/>
                </a:cxn>
                <a:cxn ang="0">
                  <a:pos x="398" y="435"/>
                </a:cxn>
                <a:cxn ang="0">
                  <a:pos x="395" y="489"/>
                </a:cxn>
                <a:cxn ang="0">
                  <a:pos x="373" y="484"/>
                </a:cxn>
                <a:cxn ang="0">
                  <a:pos x="366" y="471"/>
                </a:cxn>
                <a:cxn ang="0">
                  <a:pos x="349" y="461"/>
                </a:cxn>
                <a:cxn ang="0">
                  <a:pos x="332" y="440"/>
                </a:cxn>
                <a:cxn ang="0">
                  <a:pos x="326" y="431"/>
                </a:cxn>
                <a:cxn ang="0">
                  <a:pos x="326" y="436"/>
                </a:cxn>
                <a:cxn ang="0">
                  <a:pos x="295" y="411"/>
                </a:cxn>
                <a:cxn ang="0">
                  <a:pos x="265" y="368"/>
                </a:cxn>
                <a:cxn ang="0">
                  <a:pos x="218" y="311"/>
                </a:cxn>
                <a:cxn ang="0">
                  <a:pos x="188" y="288"/>
                </a:cxn>
                <a:cxn ang="0">
                  <a:pos x="193" y="282"/>
                </a:cxn>
                <a:cxn ang="0">
                  <a:pos x="173" y="273"/>
                </a:cxn>
                <a:cxn ang="0">
                  <a:pos x="157" y="264"/>
                </a:cxn>
                <a:cxn ang="0">
                  <a:pos x="146" y="258"/>
                </a:cxn>
                <a:cxn ang="0">
                  <a:pos x="144" y="244"/>
                </a:cxn>
                <a:cxn ang="0">
                  <a:pos x="137" y="220"/>
                </a:cxn>
                <a:cxn ang="0">
                  <a:pos x="124" y="221"/>
                </a:cxn>
                <a:cxn ang="0">
                  <a:pos x="129" y="215"/>
                </a:cxn>
                <a:cxn ang="0">
                  <a:pos x="130" y="207"/>
                </a:cxn>
                <a:cxn ang="0">
                  <a:pos x="112" y="191"/>
                </a:cxn>
                <a:cxn ang="0">
                  <a:pos x="81" y="179"/>
                </a:cxn>
                <a:cxn ang="0">
                  <a:pos x="62" y="172"/>
                </a:cxn>
                <a:cxn ang="0">
                  <a:pos x="60" y="160"/>
                </a:cxn>
                <a:cxn ang="0">
                  <a:pos x="41" y="168"/>
                </a:cxn>
                <a:cxn ang="0">
                  <a:pos x="60" y="136"/>
                </a:cxn>
                <a:cxn ang="0">
                  <a:pos x="24" y="148"/>
                </a:cxn>
                <a:cxn ang="0">
                  <a:pos x="17" y="146"/>
                </a:cxn>
                <a:cxn ang="0">
                  <a:pos x="6" y="120"/>
                </a:cxn>
                <a:cxn ang="0">
                  <a:pos x="20" y="90"/>
                </a:cxn>
                <a:cxn ang="0">
                  <a:pos x="25" y="73"/>
                </a:cxn>
                <a:cxn ang="0">
                  <a:pos x="40" y="80"/>
                </a:cxn>
                <a:cxn ang="0">
                  <a:pos x="55" y="73"/>
                </a:cxn>
                <a:cxn ang="0">
                  <a:pos x="60" y="61"/>
                </a:cxn>
                <a:cxn ang="0">
                  <a:pos x="75" y="52"/>
                </a:cxn>
                <a:cxn ang="0">
                  <a:pos x="87" y="34"/>
                </a:cxn>
                <a:cxn ang="0">
                  <a:pos x="96" y="18"/>
                </a:cxn>
              </a:cxnLst>
              <a:rect l="0" t="0" r="r" b="b"/>
              <a:pathLst>
                <a:path w="399" h="495">
                  <a:moveTo>
                    <a:pt x="101" y="7"/>
                  </a:moveTo>
                  <a:cubicBezTo>
                    <a:pt x="101" y="6"/>
                    <a:pt x="100" y="1"/>
                    <a:pt x="101" y="1"/>
                  </a:cubicBezTo>
                  <a:cubicBezTo>
                    <a:pt x="107" y="2"/>
                    <a:pt x="106" y="8"/>
                    <a:pt x="114" y="3"/>
                  </a:cubicBezTo>
                  <a:cubicBezTo>
                    <a:pt x="115" y="2"/>
                    <a:pt x="117" y="1"/>
                    <a:pt x="118" y="3"/>
                  </a:cubicBezTo>
                  <a:cubicBezTo>
                    <a:pt x="119" y="6"/>
                    <a:pt x="126" y="0"/>
                    <a:pt x="128" y="3"/>
                  </a:cubicBezTo>
                  <a:cubicBezTo>
                    <a:pt x="128" y="3"/>
                    <a:pt x="126" y="6"/>
                    <a:pt x="126" y="7"/>
                  </a:cubicBezTo>
                  <a:cubicBezTo>
                    <a:pt x="124" y="10"/>
                    <a:pt x="123" y="12"/>
                    <a:pt x="124" y="16"/>
                  </a:cubicBezTo>
                  <a:cubicBezTo>
                    <a:pt x="127" y="21"/>
                    <a:pt x="129" y="14"/>
                    <a:pt x="132" y="16"/>
                  </a:cubicBezTo>
                  <a:cubicBezTo>
                    <a:pt x="133" y="16"/>
                    <a:pt x="131" y="20"/>
                    <a:pt x="132" y="21"/>
                  </a:cubicBezTo>
                  <a:cubicBezTo>
                    <a:pt x="134" y="24"/>
                    <a:pt x="138" y="19"/>
                    <a:pt x="141" y="25"/>
                  </a:cubicBezTo>
                  <a:cubicBezTo>
                    <a:pt x="142" y="30"/>
                    <a:pt x="147" y="39"/>
                    <a:pt x="142" y="43"/>
                  </a:cubicBezTo>
                  <a:cubicBezTo>
                    <a:pt x="140" y="45"/>
                    <a:pt x="137" y="44"/>
                    <a:pt x="141" y="47"/>
                  </a:cubicBezTo>
                  <a:cubicBezTo>
                    <a:pt x="144" y="49"/>
                    <a:pt x="148" y="53"/>
                    <a:pt x="149" y="56"/>
                  </a:cubicBezTo>
                  <a:cubicBezTo>
                    <a:pt x="150" y="64"/>
                    <a:pt x="143" y="65"/>
                    <a:pt x="147" y="69"/>
                  </a:cubicBezTo>
                  <a:cubicBezTo>
                    <a:pt x="151" y="73"/>
                    <a:pt x="153" y="80"/>
                    <a:pt x="156" y="85"/>
                  </a:cubicBezTo>
                  <a:cubicBezTo>
                    <a:pt x="162" y="96"/>
                    <a:pt x="162" y="96"/>
                    <a:pt x="162" y="96"/>
                  </a:cubicBezTo>
                  <a:cubicBezTo>
                    <a:pt x="163" y="99"/>
                    <a:pt x="169" y="103"/>
                    <a:pt x="171" y="99"/>
                  </a:cubicBezTo>
                  <a:cubicBezTo>
                    <a:pt x="172" y="97"/>
                    <a:pt x="188" y="97"/>
                    <a:pt x="189" y="100"/>
                  </a:cubicBezTo>
                  <a:cubicBezTo>
                    <a:pt x="193" y="109"/>
                    <a:pt x="200" y="96"/>
                    <a:pt x="202" y="101"/>
                  </a:cubicBezTo>
                  <a:cubicBezTo>
                    <a:pt x="207" y="109"/>
                    <a:pt x="204" y="103"/>
                    <a:pt x="210" y="106"/>
                  </a:cubicBezTo>
                  <a:cubicBezTo>
                    <a:pt x="213" y="108"/>
                    <a:pt x="214" y="118"/>
                    <a:pt x="213" y="122"/>
                  </a:cubicBezTo>
                  <a:cubicBezTo>
                    <a:pt x="213" y="125"/>
                    <a:pt x="227" y="135"/>
                    <a:pt x="230" y="137"/>
                  </a:cubicBezTo>
                  <a:cubicBezTo>
                    <a:pt x="231" y="139"/>
                    <a:pt x="231" y="138"/>
                    <a:pt x="233" y="139"/>
                  </a:cubicBezTo>
                  <a:cubicBezTo>
                    <a:pt x="239" y="139"/>
                    <a:pt x="234" y="145"/>
                    <a:pt x="237" y="146"/>
                  </a:cubicBezTo>
                  <a:cubicBezTo>
                    <a:pt x="239" y="147"/>
                    <a:pt x="241" y="145"/>
                    <a:pt x="243" y="145"/>
                  </a:cubicBezTo>
                  <a:cubicBezTo>
                    <a:pt x="244" y="145"/>
                    <a:pt x="246" y="147"/>
                    <a:pt x="246" y="148"/>
                  </a:cubicBezTo>
                  <a:cubicBezTo>
                    <a:pt x="245" y="153"/>
                    <a:pt x="245" y="153"/>
                    <a:pt x="245" y="153"/>
                  </a:cubicBezTo>
                  <a:cubicBezTo>
                    <a:pt x="245" y="153"/>
                    <a:pt x="245" y="153"/>
                    <a:pt x="245" y="153"/>
                  </a:cubicBezTo>
                  <a:cubicBezTo>
                    <a:pt x="245" y="159"/>
                    <a:pt x="245" y="158"/>
                    <a:pt x="238" y="159"/>
                  </a:cubicBezTo>
                  <a:cubicBezTo>
                    <a:pt x="235" y="159"/>
                    <a:pt x="233" y="163"/>
                    <a:pt x="230" y="164"/>
                  </a:cubicBezTo>
                  <a:cubicBezTo>
                    <a:pt x="228" y="165"/>
                    <a:pt x="221" y="165"/>
                    <a:pt x="225" y="167"/>
                  </a:cubicBezTo>
                  <a:cubicBezTo>
                    <a:pt x="231" y="172"/>
                    <a:pt x="229" y="173"/>
                    <a:pt x="224" y="177"/>
                  </a:cubicBezTo>
                  <a:cubicBezTo>
                    <a:pt x="221" y="179"/>
                    <a:pt x="227" y="182"/>
                    <a:pt x="224" y="185"/>
                  </a:cubicBezTo>
                  <a:cubicBezTo>
                    <a:pt x="220" y="190"/>
                    <a:pt x="224" y="193"/>
                    <a:pt x="229" y="196"/>
                  </a:cubicBezTo>
                  <a:cubicBezTo>
                    <a:pt x="231" y="198"/>
                    <a:pt x="231" y="211"/>
                    <a:pt x="230" y="214"/>
                  </a:cubicBezTo>
                  <a:cubicBezTo>
                    <a:pt x="230" y="223"/>
                    <a:pt x="235" y="215"/>
                    <a:pt x="236" y="221"/>
                  </a:cubicBezTo>
                  <a:cubicBezTo>
                    <a:pt x="238" y="231"/>
                    <a:pt x="246" y="229"/>
                    <a:pt x="247" y="237"/>
                  </a:cubicBezTo>
                  <a:cubicBezTo>
                    <a:pt x="249" y="246"/>
                    <a:pt x="255" y="238"/>
                    <a:pt x="259" y="246"/>
                  </a:cubicBezTo>
                  <a:cubicBezTo>
                    <a:pt x="267" y="257"/>
                    <a:pt x="267" y="257"/>
                    <a:pt x="267" y="257"/>
                  </a:cubicBezTo>
                  <a:cubicBezTo>
                    <a:pt x="272" y="264"/>
                    <a:pt x="275" y="267"/>
                    <a:pt x="277" y="275"/>
                  </a:cubicBezTo>
                  <a:cubicBezTo>
                    <a:pt x="278" y="279"/>
                    <a:pt x="279" y="281"/>
                    <a:pt x="282" y="284"/>
                  </a:cubicBezTo>
                  <a:cubicBezTo>
                    <a:pt x="285" y="287"/>
                    <a:pt x="284" y="289"/>
                    <a:pt x="285" y="292"/>
                  </a:cubicBezTo>
                  <a:cubicBezTo>
                    <a:pt x="287" y="295"/>
                    <a:pt x="289" y="299"/>
                    <a:pt x="289" y="302"/>
                  </a:cubicBezTo>
                  <a:cubicBezTo>
                    <a:pt x="304" y="306"/>
                    <a:pt x="309" y="283"/>
                    <a:pt x="325" y="296"/>
                  </a:cubicBezTo>
                  <a:cubicBezTo>
                    <a:pt x="330" y="300"/>
                    <a:pt x="341" y="310"/>
                    <a:pt x="341" y="317"/>
                  </a:cubicBezTo>
                  <a:cubicBezTo>
                    <a:pt x="341" y="320"/>
                    <a:pt x="341" y="323"/>
                    <a:pt x="342" y="326"/>
                  </a:cubicBezTo>
                  <a:cubicBezTo>
                    <a:pt x="343" y="328"/>
                    <a:pt x="347" y="330"/>
                    <a:pt x="348" y="331"/>
                  </a:cubicBezTo>
                  <a:cubicBezTo>
                    <a:pt x="351" y="334"/>
                    <a:pt x="347" y="334"/>
                    <a:pt x="346" y="335"/>
                  </a:cubicBezTo>
                  <a:cubicBezTo>
                    <a:pt x="344" y="340"/>
                    <a:pt x="356" y="337"/>
                    <a:pt x="355" y="341"/>
                  </a:cubicBezTo>
                  <a:cubicBezTo>
                    <a:pt x="353" y="346"/>
                    <a:pt x="347" y="337"/>
                    <a:pt x="344" y="347"/>
                  </a:cubicBezTo>
                  <a:cubicBezTo>
                    <a:pt x="343" y="352"/>
                    <a:pt x="347" y="353"/>
                    <a:pt x="349" y="357"/>
                  </a:cubicBezTo>
                  <a:cubicBezTo>
                    <a:pt x="351" y="360"/>
                    <a:pt x="349" y="366"/>
                    <a:pt x="349" y="370"/>
                  </a:cubicBezTo>
                  <a:cubicBezTo>
                    <a:pt x="349" y="381"/>
                    <a:pt x="350" y="376"/>
                    <a:pt x="355" y="374"/>
                  </a:cubicBezTo>
                  <a:cubicBezTo>
                    <a:pt x="358" y="373"/>
                    <a:pt x="359" y="377"/>
                    <a:pt x="360" y="379"/>
                  </a:cubicBezTo>
                  <a:cubicBezTo>
                    <a:pt x="363" y="383"/>
                    <a:pt x="363" y="382"/>
                    <a:pt x="364" y="387"/>
                  </a:cubicBezTo>
                  <a:cubicBezTo>
                    <a:pt x="364" y="390"/>
                    <a:pt x="368" y="392"/>
                    <a:pt x="369" y="395"/>
                  </a:cubicBezTo>
                  <a:cubicBezTo>
                    <a:pt x="370" y="398"/>
                    <a:pt x="369" y="400"/>
                    <a:pt x="369" y="403"/>
                  </a:cubicBezTo>
                  <a:cubicBezTo>
                    <a:pt x="369" y="407"/>
                    <a:pt x="376" y="406"/>
                    <a:pt x="375" y="412"/>
                  </a:cubicBezTo>
                  <a:cubicBezTo>
                    <a:pt x="375" y="414"/>
                    <a:pt x="372" y="420"/>
                    <a:pt x="374" y="421"/>
                  </a:cubicBezTo>
                  <a:cubicBezTo>
                    <a:pt x="382" y="426"/>
                    <a:pt x="381" y="426"/>
                    <a:pt x="390" y="426"/>
                  </a:cubicBezTo>
                  <a:cubicBezTo>
                    <a:pt x="394" y="425"/>
                    <a:pt x="399" y="424"/>
                    <a:pt x="399" y="430"/>
                  </a:cubicBezTo>
                  <a:cubicBezTo>
                    <a:pt x="398" y="435"/>
                    <a:pt x="398" y="435"/>
                    <a:pt x="398" y="435"/>
                  </a:cubicBezTo>
                  <a:cubicBezTo>
                    <a:pt x="398" y="435"/>
                    <a:pt x="398" y="435"/>
                    <a:pt x="398" y="435"/>
                  </a:cubicBezTo>
                  <a:cubicBezTo>
                    <a:pt x="396" y="440"/>
                    <a:pt x="385" y="440"/>
                    <a:pt x="391" y="448"/>
                  </a:cubicBezTo>
                  <a:cubicBezTo>
                    <a:pt x="395" y="454"/>
                    <a:pt x="390" y="455"/>
                    <a:pt x="388" y="460"/>
                  </a:cubicBezTo>
                  <a:cubicBezTo>
                    <a:pt x="385" y="467"/>
                    <a:pt x="395" y="482"/>
                    <a:pt x="395" y="489"/>
                  </a:cubicBezTo>
                  <a:cubicBezTo>
                    <a:pt x="395" y="495"/>
                    <a:pt x="380" y="486"/>
                    <a:pt x="377" y="485"/>
                  </a:cubicBezTo>
                  <a:cubicBezTo>
                    <a:pt x="373" y="484"/>
                    <a:pt x="373" y="484"/>
                    <a:pt x="373" y="484"/>
                  </a:cubicBezTo>
                  <a:cubicBezTo>
                    <a:pt x="373" y="484"/>
                    <a:pt x="373" y="484"/>
                    <a:pt x="373" y="484"/>
                  </a:cubicBezTo>
                  <a:cubicBezTo>
                    <a:pt x="371" y="478"/>
                    <a:pt x="369" y="471"/>
                    <a:pt x="368" y="470"/>
                  </a:cubicBezTo>
                  <a:cubicBezTo>
                    <a:pt x="366" y="468"/>
                    <a:pt x="365" y="461"/>
                    <a:pt x="365" y="463"/>
                  </a:cubicBezTo>
                  <a:cubicBezTo>
                    <a:pt x="364" y="465"/>
                    <a:pt x="366" y="469"/>
                    <a:pt x="366" y="471"/>
                  </a:cubicBezTo>
                  <a:cubicBezTo>
                    <a:pt x="368" y="477"/>
                    <a:pt x="370" y="488"/>
                    <a:pt x="370" y="493"/>
                  </a:cubicBezTo>
                  <a:cubicBezTo>
                    <a:pt x="369" y="493"/>
                    <a:pt x="362" y="482"/>
                    <a:pt x="360" y="480"/>
                  </a:cubicBezTo>
                  <a:cubicBezTo>
                    <a:pt x="355" y="475"/>
                    <a:pt x="354" y="467"/>
                    <a:pt x="349" y="461"/>
                  </a:cubicBezTo>
                  <a:cubicBezTo>
                    <a:pt x="344" y="458"/>
                    <a:pt x="340" y="452"/>
                    <a:pt x="336" y="449"/>
                  </a:cubicBezTo>
                  <a:cubicBezTo>
                    <a:pt x="335" y="449"/>
                    <a:pt x="334" y="448"/>
                    <a:pt x="334" y="448"/>
                  </a:cubicBezTo>
                  <a:cubicBezTo>
                    <a:pt x="340" y="448"/>
                    <a:pt x="330" y="439"/>
                    <a:pt x="332" y="440"/>
                  </a:cubicBezTo>
                  <a:cubicBezTo>
                    <a:pt x="333" y="440"/>
                    <a:pt x="339" y="445"/>
                    <a:pt x="339" y="443"/>
                  </a:cubicBezTo>
                  <a:cubicBezTo>
                    <a:pt x="337" y="440"/>
                    <a:pt x="336" y="440"/>
                    <a:pt x="335" y="436"/>
                  </a:cubicBezTo>
                  <a:cubicBezTo>
                    <a:pt x="334" y="433"/>
                    <a:pt x="328" y="434"/>
                    <a:pt x="326" y="431"/>
                  </a:cubicBezTo>
                  <a:cubicBezTo>
                    <a:pt x="320" y="425"/>
                    <a:pt x="318" y="419"/>
                    <a:pt x="323" y="429"/>
                  </a:cubicBezTo>
                  <a:cubicBezTo>
                    <a:pt x="333" y="447"/>
                    <a:pt x="333" y="447"/>
                    <a:pt x="333" y="447"/>
                  </a:cubicBezTo>
                  <a:cubicBezTo>
                    <a:pt x="331" y="446"/>
                    <a:pt x="327" y="439"/>
                    <a:pt x="326" y="436"/>
                  </a:cubicBezTo>
                  <a:cubicBezTo>
                    <a:pt x="323" y="431"/>
                    <a:pt x="317" y="426"/>
                    <a:pt x="312" y="423"/>
                  </a:cubicBezTo>
                  <a:cubicBezTo>
                    <a:pt x="308" y="420"/>
                    <a:pt x="306" y="414"/>
                    <a:pt x="301" y="413"/>
                  </a:cubicBezTo>
                  <a:cubicBezTo>
                    <a:pt x="299" y="412"/>
                    <a:pt x="296" y="413"/>
                    <a:pt x="295" y="411"/>
                  </a:cubicBezTo>
                  <a:cubicBezTo>
                    <a:pt x="294" y="409"/>
                    <a:pt x="295" y="405"/>
                    <a:pt x="294" y="403"/>
                  </a:cubicBezTo>
                  <a:cubicBezTo>
                    <a:pt x="288" y="395"/>
                    <a:pt x="285" y="390"/>
                    <a:pt x="278" y="383"/>
                  </a:cubicBezTo>
                  <a:cubicBezTo>
                    <a:pt x="275" y="378"/>
                    <a:pt x="270" y="371"/>
                    <a:pt x="265" y="368"/>
                  </a:cubicBezTo>
                  <a:cubicBezTo>
                    <a:pt x="259" y="363"/>
                    <a:pt x="260" y="364"/>
                    <a:pt x="257" y="357"/>
                  </a:cubicBezTo>
                  <a:cubicBezTo>
                    <a:pt x="254" y="347"/>
                    <a:pt x="246" y="337"/>
                    <a:pt x="238" y="330"/>
                  </a:cubicBezTo>
                  <a:cubicBezTo>
                    <a:pt x="232" y="325"/>
                    <a:pt x="223" y="318"/>
                    <a:pt x="218" y="311"/>
                  </a:cubicBezTo>
                  <a:cubicBezTo>
                    <a:pt x="214" y="309"/>
                    <a:pt x="208" y="306"/>
                    <a:pt x="204" y="303"/>
                  </a:cubicBezTo>
                  <a:cubicBezTo>
                    <a:pt x="202" y="302"/>
                    <a:pt x="203" y="299"/>
                    <a:pt x="201" y="298"/>
                  </a:cubicBezTo>
                  <a:cubicBezTo>
                    <a:pt x="195" y="295"/>
                    <a:pt x="192" y="293"/>
                    <a:pt x="188" y="288"/>
                  </a:cubicBezTo>
                  <a:cubicBezTo>
                    <a:pt x="185" y="284"/>
                    <a:pt x="181" y="284"/>
                    <a:pt x="178" y="282"/>
                  </a:cubicBezTo>
                  <a:cubicBezTo>
                    <a:pt x="173" y="279"/>
                    <a:pt x="166" y="273"/>
                    <a:pt x="176" y="278"/>
                  </a:cubicBezTo>
                  <a:cubicBezTo>
                    <a:pt x="181" y="280"/>
                    <a:pt x="188" y="282"/>
                    <a:pt x="193" y="282"/>
                  </a:cubicBezTo>
                  <a:cubicBezTo>
                    <a:pt x="198" y="282"/>
                    <a:pt x="195" y="274"/>
                    <a:pt x="192" y="273"/>
                  </a:cubicBezTo>
                  <a:cubicBezTo>
                    <a:pt x="191" y="272"/>
                    <a:pt x="183" y="265"/>
                    <a:pt x="183" y="270"/>
                  </a:cubicBezTo>
                  <a:cubicBezTo>
                    <a:pt x="183" y="279"/>
                    <a:pt x="179" y="275"/>
                    <a:pt x="173" y="273"/>
                  </a:cubicBezTo>
                  <a:cubicBezTo>
                    <a:pt x="171" y="272"/>
                    <a:pt x="167" y="275"/>
                    <a:pt x="167" y="273"/>
                  </a:cubicBezTo>
                  <a:cubicBezTo>
                    <a:pt x="167" y="272"/>
                    <a:pt x="168" y="270"/>
                    <a:pt x="168" y="268"/>
                  </a:cubicBezTo>
                  <a:cubicBezTo>
                    <a:pt x="168" y="262"/>
                    <a:pt x="135" y="248"/>
                    <a:pt x="157" y="264"/>
                  </a:cubicBezTo>
                  <a:cubicBezTo>
                    <a:pt x="166" y="270"/>
                    <a:pt x="166" y="270"/>
                    <a:pt x="166" y="270"/>
                  </a:cubicBezTo>
                  <a:cubicBezTo>
                    <a:pt x="167" y="271"/>
                    <a:pt x="163" y="270"/>
                    <a:pt x="162" y="270"/>
                  </a:cubicBezTo>
                  <a:cubicBezTo>
                    <a:pt x="156" y="267"/>
                    <a:pt x="152" y="262"/>
                    <a:pt x="146" y="258"/>
                  </a:cubicBezTo>
                  <a:cubicBezTo>
                    <a:pt x="140" y="254"/>
                    <a:pt x="143" y="252"/>
                    <a:pt x="141" y="246"/>
                  </a:cubicBezTo>
                  <a:cubicBezTo>
                    <a:pt x="140" y="244"/>
                    <a:pt x="136" y="241"/>
                    <a:pt x="138" y="241"/>
                  </a:cubicBezTo>
                  <a:cubicBezTo>
                    <a:pt x="142" y="241"/>
                    <a:pt x="142" y="241"/>
                    <a:pt x="144" y="244"/>
                  </a:cubicBezTo>
                  <a:cubicBezTo>
                    <a:pt x="146" y="246"/>
                    <a:pt x="143" y="236"/>
                    <a:pt x="143" y="236"/>
                  </a:cubicBezTo>
                  <a:cubicBezTo>
                    <a:pt x="144" y="232"/>
                    <a:pt x="143" y="227"/>
                    <a:pt x="143" y="223"/>
                  </a:cubicBezTo>
                  <a:cubicBezTo>
                    <a:pt x="143" y="219"/>
                    <a:pt x="141" y="220"/>
                    <a:pt x="137" y="220"/>
                  </a:cubicBezTo>
                  <a:cubicBezTo>
                    <a:pt x="136" y="225"/>
                    <a:pt x="139" y="229"/>
                    <a:pt x="139" y="233"/>
                  </a:cubicBezTo>
                  <a:cubicBezTo>
                    <a:pt x="139" y="238"/>
                    <a:pt x="131" y="232"/>
                    <a:pt x="129" y="230"/>
                  </a:cubicBezTo>
                  <a:cubicBezTo>
                    <a:pt x="124" y="221"/>
                    <a:pt x="124" y="221"/>
                    <a:pt x="124" y="221"/>
                  </a:cubicBezTo>
                  <a:cubicBezTo>
                    <a:pt x="122" y="218"/>
                    <a:pt x="110" y="207"/>
                    <a:pt x="110" y="206"/>
                  </a:cubicBezTo>
                  <a:cubicBezTo>
                    <a:pt x="115" y="206"/>
                    <a:pt x="120" y="210"/>
                    <a:pt x="123" y="213"/>
                  </a:cubicBezTo>
                  <a:cubicBezTo>
                    <a:pt x="124" y="214"/>
                    <a:pt x="130" y="222"/>
                    <a:pt x="129" y="215"/>
                  </a:cubicBezTo>
                  <a:cubicBezTo>
                    <a:pt x="128" y="210"/>
                    <a:pt x="132" y="216"/>
                    <a:pt x="134" y="214"/>
                  </a:cubicBezTo>
                  <a:cubicBezTo>
                    <a:pt x="135" y="213"/>
                    <a:pt x="143" y="217"/>
                    <a:pt x="142" y="214"/>
                  </a:cubicBezTo>
                  <a:cubicBezTo>
                    <a:pt x="140" y="208"/>
                    <a:pt x="136" y="207"/>
                    <a:pt x="130" y="207"/>
                  </a:cubicBezTo>
                  <a:cubicBezTo>
                    <a:pt x="127" y="206"/>
                    <a:pt x="127" y="204"/>
                    <a:pt x="125" y="202"/>
                  </a:cubicBezTo>
                  <a:cubicBezTo>
                    <a:pt x="123" y="198"/>
                    <a:pt x="117" y="200"/>
                    <a:pt x="113" y="200"/>
                  </a:cubicBezTo>
                  <a:cubicBezTo>
                    <a:pt x="106" y="199"/>
                    <a:pt x="114" y="194"/>
                    <a:pt x="112" y="191"/>
                  </a:cubicBezTo>
                  <a:cubicBezTo>
                    <a:pt x="107" y="185"/>
                    <a:pt x="106" y="192"/>
                    <a:pt x="106" y="196"/>
                  </a:cubicBezTo>
                  <a:cubicBezTo>
                    <a:pt x="97" y="187"/>
                    <a:pt x="97" y="187"/>
                    <a:pt x="97" y="187"/>
                  </a:cubicBezTo>
                  <a:cubicBezTo>
                    <a:pt x="93" y="183"/>
                    <a:pt x="86" y="182"/>
                    <a:pt x="81" y="179"/>
                  </a:cubicBezTo>
                  <a:cubicBezTo>
                    <a:pt x="76" y="175"/>
                    <a:pt x="68" y="180"/>
                    <a:pt x="61" y="176"/>
                  </a:cubicBezTo>
                  <a:cubicBezTo>
                    <a:pt x="60" y="175"/>
                    <a:pt x="53" y="172"/>
                    <a:pt x="54" y="172"/>
                  </a:cubicBezTo>
                  <a:cubicBezTo>
                    <a:pt x="55" y="171"/>
                    <a:pt x="61" y="170"/>
                    <a:pt x="62" y="172"/>
                  </a:cubicBezTo>
                  <a:cubicBezTo>
                    <a:pt x="63" y="172"/>
                    <a:pt x="71" y="178"/>
                    <a:pt x="71" y="174"/>
                  </a:cubicBezTo>
                  <a:cubicBezTo>
                    <a:pt x="71" y="170"/>
                    <a:pt x="63" y="169"/>
                    <a:pt x="65" y="164"/>
                  </a:cubicBezTo>
                  <a:cubicBezTo>
                    <a:pt x="68" y="159"/>
                    <a:pt x="65" y="162"/>
                    <a:pt x="60" y="160"/>
                  </a:cubicBezTo>
                  <a:cubicBezTo>
                    <a:pt x="50" y="156"/>
                    <a:pt x="62" y="167"/>
                    <a:pt x="55" y="167"/>
                  </a:cubicBezTo>
                  <a:cubicBezTo>
                    <a:pt x="52" y="167"/>
                    <a:pt x="50" y="165"/>
                    <a:pt x="47" y="165"/>
                  </a:cubicBezTo>
                  <a:cubicBezTo>
                    <a:pt x="45" y="165"/>
                    <a:pt x="42" y="168"/>
                    <a:pt x="41" y="168"/>
                  </a:cubicBezTo>
                  <a:cubicBezTo>
                    <a:pt x="39" y="166"/>
                    <a:pt x="40" y="161"/>
                    <a:pt x="36" y="160"/>
                  </a:cubicBezTo>
                  <a:cubicBezTo>
                    <a:pt x="36" y="158"/>
                    <a:pt x="48" y="154"/>
                    <a:pt x="50" y="153"/>
                  </a:cubicBezTo>
                  <a:cubicBezTo>
                    <a:pt x="55" y="150"/>
                    <a:pt x="60" y="141"/>
                    <a:pt x="60" y="136"/>
                  </a:cubicBezTo>
                  <a:cubicBezTo>
                    <a:pt x="57" y="136"/>
                    <a:pt x="53" y="144"/>
                    <a:pt x="51" y="145"/>
                  </a:cubicBezTo>
                  <a:cubicBezTo>
                    <a:pt x="46" y="148"/>
                    <a:pt x="45" y="147"/>
                    <a:pt x="41" y="153"/>
                  </a:cubicBezTo>
                  <a:cubicBezTo>
                    <a:pt x="31" y="164"/>
                    <a:pt x="28" y="144"/>
                    <a:pt x="24" y="148"/>
                  </a:cubicBezTo>
                  <a:cubicBezTo>
                    <a:pt x="21" y="151"/>
                    <a:pt x="9" y="153"/>
                    <a:pt x="8" y="147"/>
                  </a:cubicBezTo>
                  <a:cubicBezTo>
                    <a:pt x="8" y="146"/>
                    <a:pt x="6" y="137"/>
                    <a:pt x="8" y="141"/>
                  </a:cubicBezTo>
                  <a:cubicBezTo>
                    <a:pt x="9" y="143"/>
                    <a:pt x="15" y="146"/>
                    <a:pt x="17" y="146"/>
                  </a:cubicBezTo>
                  <a:cubicBezTo>
                    <a:pt x="20" y="147"/>
                    <a:pt x="16" y="138"/>
                    <a:pt x="15" y="137"/>
                  </a:cubicBezTo>
                  <a:cubicBezTo>
                    <a:pt x="12" y="134"/>
                    <a:pt x="7" y="138"/>
                    <a:pt x="3" y="133"/>
                  </a:cubicBezTo>
                  <a:cubicBezTo>
                    <a:pt x="0" y="127"/>
                    <a:pt x="8" y="124"/>
                    <a:pt x="6" y="120"/>
                  </a:cubicBezTo>
                  <a:cubicBezTo>
                    <a:pt x="0" y="108"/>
                    <a:pt x="4" y="109"/>
                    <a:pt x="9" y="99"/>
                  </a:cubicBezTo>
                  <a:cubicBezTo>
                    <a:pt x="11" y="96"/>
                    <a:pt x="15" y="89"/>
                    <a:pt x="16" y="86"/>
                  </a:cubicBezTo>
                  <a:cubicBezTo>
                    <a:pt x="17" y="83"/>
                    <a:pt x="17" y="94"/>
                    <a:pt x="20" y="90"/>
                  </a:cubicBezTo>
                  <a:cubicBezTo>
                    <a:pt x="20" y="90"/>
                    <a:pt x="19" y="87"/>
                    <a:pt x="20" y="85"/>
                  </a:cubicBezTo>
                  <a:cubicBezTo>
                    <a:pt x="23" y="82"/>
                    <a:pt x="18" y="84"/>
                    <a:pt x="17" y="83"/>
                  </a:cubicBezTo>
                  <a:cubicBezTo>
                    <a:pt x="26" y="81"/>
                    <a:pt x="21" y="76"/>
                    <a:pt x="25" y="73"/>
                  </a:cubicBezTo>
                  <a:cubicBezTo>
                    <a:pt x="31" y="69"/>
                    <a:pt x="30" y="94"/>
                    <a:pt x="34" y="82"/>
                  </a:cubicBezTo>
                  <a:cubicBezTo>
                    <a:pt x="34" y="82"/>
                    <a:pt x="34" y="82"/>
                    <a:pt x="34" y="82"/>
                  </a:cubicBezTo>
                  <a:cubicBezTo>
                    <a:pt x="40" y="80"/>
                    <a:pt x="40" y="80"/>
                    <a:pt x="40" y="80"/>
                  </a:cubicBezTo>
                  <a:cubicBezTo>
                    <a:pt x="40" y="81"/>
                    <a:pt x="39" y="81"/>
                    <a:pt x="39" y="81"/>
                  </a:cubicBezTo>
                  <a:cubicBezTo>
                    <a:pt x="41" y="78"/>
                    <a:pt x="42" y="72"/>
                    <a:pt x="46" y="72"/>
                  </a:cubicBezTo>
                  <a:cubicBezTo>
                    <a:pt x="49" y="72"/>
                    <a:pt x="51" y="74"/>
                    <a:pt x="55" y="73"/>
                  </a:cubicBezTo>
                  <a:cubicBezTo>
                    <a:pt x="57" y="72"/>
                    <a:pt x="59" y="70"/>
                    <a:pt x="61" y="68"/>
                  </a:cubicBezTo>
                  <a:cubicBezTo>
                    <a:pt x="63" y="67"/>
                    <a:pt x="64" y="65"/>
                    <a:pt x="61" y="64"/>
                  </a:cubicBezTo>
                  <a:cubicBezTo>
                    <a:pt x="58" y="63"/>
                    <a:pt x="58" y="62"/>
                    <a:pt x="60" y="61"/>
                  </a:cubicBezTo>
                  <a:cubicBezTo>
                    <a:pt x="62" y="59"/>
                    <a:pt x="61" y="57"/>
                    <a:pt x="62" y="56"/>
                  </a:cubicBezTo>
                  <a:cubicBezTo>
                    <a:pt x="64" y="55"/>
                    <a:pt x="64" y="55"/>
                    <a:pt x="67" y="55"/>
                  </a:cubicBezTo>
                  <a:cubicBezTo>
                    <a:pt x="68" y="55"/>
                    <a:pt x="71" y="52"/>
                    <a:pt x="75" y="52"/>
                  </a:cubicBezTo>
                  <a:cubicBezTo>
                    <a:pt x="77" y="52"/>
                    <a:pt x="79" y="52"/>
                    <a:pt x="80" y="50"/>
                  </a:cubicBezTo>
                  <a:cubicBezTo>
                    <a:pt x="82" y="46"/>
                    <a:pt x="77" y="46"/>
                    <a:pt x="83" y="43"/>
                  </a:cubicBezTo>
                  <a:cubicBezTo>
                    <a:pt x="86" y="42"/>
                    <a:pt x="85" y="37"/>
                    <a:pt x="87" y="34"/>
                  </a:cubicBezTo>
                  <a:cubicBezTo>
                    <a:pt x="88" y="30"/>
                    <a:pt x="91" y="31"/>
                    <a:pt x="93" y="29"/>
                  </a:cubicBezTo>
                  <a:cubicBezTo>
                    <a:pt x="95" y="28"/>
                    <a:pt x="90" y="25"/>
                    <a:pt x="93" y="22"/>
                  </a:cubicBezTo>
                  <a:cubicBezTo>
                    <a:pt x="94" y="21"/>
                    <a:pt x="95" y="20"/>
                    <a:pt x="96" y="18"/>
                  </a:cubicBezTo>
                  <a:cubicBezTo>
                    <a:pt x="98" y="17"/>
                    <a:pt x="98" y="14"/>
                    <a:pt x="99" y="12"/>
                  </a:cubicBezTo>
                  <a:cubicBezTo>
                    <a:pt x="101" y="7"/>
                    <a:pt x="101" y="7"/>
                    <a:pt x="101"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8"/>
            <p:cNvSpPr>
              <a:spLocks/>
            </p:cNvSpPr>
            <p:nvPr/>
          </p:nvSpPr>
          <p:spPr bwMode="auto">
            <a:xfrm>
              <a:off x="2374900" y="2227263"/>
              <a:ext cx="812800" cy="866775"/>
            </a:xfrm>
            <a:custGeom>
              <a:avLst/>
              <a:gdLst/>
              <a:ahLst/>
              <a:cxnLst>
                <a:cxn ang="0">
                  <a:pos x="10" y="147"/>
                </a:cxn>
                <a:cxn ang="0">
                  <a:pos x="4" y="168"/>
                </a:cxn>
                <a:cxn ang="0">
                  <a:pos x="16" y="204"/>
                </a:cxn>
                <a:cxn ang="0">
                  <a:pos x="47" y="240"/>
                </a:cxn>
                <a:cxn ang="0">
                  <a:pos x="65" y="275"/>
                </a:cxn>
                <a:cxn ang="0">
                  <a:pos x="121" y="300"/>
                </a:cxn>
                <a:cxn ang="0">
                  <a:pos x="126" y="318"/>
                </a:cxn>
                <a:cxn ang="0">
                  <a:pos x="129" y="340"/>
                </a:cxn>
                <a:cxn ang="0">
                  <a:pos x="140" y="362"/>
                </a:cxn>
                <a:cxn ang="0">
                  <a:pos x="149" y="386"/>
                </a:cxn>
                <a:cxn ang="0">
                  <a:pos x="170" y="409"/>
                </a:cxn>
                <a:cxn ang="0">
                  <a:pos x="178" y="418"/>
                </a:cxn>
                <a:cxn ang="0">
                  <a:pos x="212" y="427"/>
                </a:cxn>
                <a:cxn ang="0">
                  <a:pos x="225" y="447"/>
                </a:cxn>
                <a:cxn ang="0">
                  <a:pos x="210" y="457"/>
                </a:cxn>
                <a:cxn ang="0">
                  <a:pos x="238" y="460"/>
                </a:cxn>
                <a:cxn ang="0">
                  <a:pos x="267" y="490"/>
                </a:cxn>
                <a:cxn ang="0">
                  <a:pos x="283" y="482"/>
                </a:cxn>
                <a:cxn ang="0">
                  <a:pos x="287" y="463"/>
                </a:cxn>
                <a:cxn ang="0">
                  <a:pos x="305" y="447"/>
                </a:cxn>
                <a:cxn ang="0">
                  <a:pos x="299" y="428"/>
                </a:cxn>
                <a:cxn ang="0">
                  <a:pos x="304" y="386"/>
                </a:cxn>
                <a:cxn ang="0">
                  <a:pos x="334" y="351"/>
                </a:cxn>
                <a:cxn ang="0">
                  <a:pos x="332" y="335"/>
                </a:cxn>
                <a:cxn ang="0">
                  <a:pos x="332" y="309"/>
                </a:cxn>
                <a:cxn ang="0">
                  <a:pos x="357" y="288"/>
                </a:cxn>
                <a:cxn ang="0">
                  <a:pos x="402" y="269"/>
                </a:cxn>
                <a:cxn ang="0">
                  <a:pos x="426" y="271"/>
                </a:cxn>
                <a:cxn ang="0">
                  <a:pos x="451" y="271"/>
                </a:cxn>
                <a:cxn ang="0">
                  <a:pos x="463" y="250"/>
                </a:cxn>
                <a:cxn ang="0">
                  <a:pos x="457" y="227"/>
                </a:cxn>
                <a:cxn ang="0">
                  <a:pos x="446" y="201"/>
                </a:cxn>
                <a:cxn ang="0">
                  <a:pos x="436" y="212"/>
                </a:cxn>
                <a:cxn ang="0">
                  <a:pos x="416" y="229"/>
                </a:cxn>
                <a:cxn ang="0">
                  <a:pos x="391" y="211"/>
                </a:cxn>
                <a:cxn ang="0">
                  <a:pos x="373" y="187"/>
                </a:cxn>
                <a:cxn ang="0">
                  <a:pos x="372" y="156"/>
                </a:cxn>
                <a:cxn ang="0">
                  <a:pos x="378" y="112"/>
                </a:cxn>
                <a:cxn ang="0">
                  <a:pos x="377" y="50"/>
                </a:cxn>
                <a:cxn ang="0">
                  <a:pos x="355" y="28"/>
                </a:cxn>
                <a:cxn ang="0">
                  <a:pos x="323" y="16"/>
                </a:cxn>
                <a:cxn ang="0">
                  <a:pos x="286" y="10"/>
                </a:cxn>
                <a:cxn ang="0">
                  <a:pos x="257" y="61"/>
                </a:cxn>
                <a:cxn ang="0">
                  <a:pos x="207" y="41"/>
                </a:cxn>
                <a:cxn ang="0">
                  <a:pos x="177" y="40"/>
                </a:cxn>
                <a:cxn ang="0">
                  <a:pos x="154" y="32"/>
                </a:cxn>
                <a:cxn ang="0">
                  <a:pos x="136" y="19"/>
                </a:cxn>
                <a:cxn ang="0">
                  <a:pos x="102" y="22"/>
                </a:cxn>
                <a:cxn ang="0">
                  <a:pos x="92" y="57"/>
                </a:cxn>
                <a:cxn ang="0">
                  <a:pos x="78" y="79"/>
                </a:cxn>
                <a:cxn ang="0">
                  <a:pos x="74" y="102"/>
                </a:cxn>
                <a:cxn ang="0">
                  <a:pos x="67" y="134"/>
                </a:cxn>
                <a:cxn ang="0">
                  <a:pos x="49" y="143"/>
                </a:cxn>
                <a:cxn ang="0">
                  <a:pos x="25" y="136"/>
                </a:cxn>
              </a:cxnLst>
              <a:rect l="0" t="0" r="r" b="b"/>
              <a:pathLst>
                <a:path w="463" h="492">
                  <a:moveTo>
                    <a:pt x="25" y="136"/>
                  </a:moveTo>
                  <a:cubicBezTo>
                    <a:pt x="25" y="142"/>
                    <a:pt x="25" y="141"/>
                    <a:pt x="18" y="142"/>
                  </a:cubicBezTo>
                  <a:cubicBezTo>
                    <a:pt x="15" y="142"/>
                    <a:pt x="13" y="146"/>
                    <a:pt x="10" y="147"/>
                  </a:cubicBezTo>
                  <a:cubicBezTo>
                    <a:pt x="8" y="148"/>
                    <a:pt x="1" y="148"/>
                    <a:pt x="5" y="150"/>
                  </a:cubicBezTo>
                  <a:cubicBezTo>
                    <a:pt x="11" y="155"/>
                    <a:pt x="9" y="156"/>
                    <a:pt x="4" y="160"/>
                  </a:cubicBezTo>
                  <a:cubicBezTo>
                    <a:pt x="1" y="162"/>
                    <a:pt x="7" y="165"/>
                    <a:pt x="4" y="168"/>
                  </a:cubicBezTo>
                  <a:cubicBezTo>
                    <a:pt x="0" y="173"/>
                    <a:pt x="4" y="176"/>
                    <a:pt x="9" y="179"/>
                  </a:cubicBezTo>
                  <a:cubicBezTo>
                    <a:pt x="11" y="181"/>
                    <a:pt x="11" y="194"/>
                    <a:pt x="10" y="197"/>
                  </a:cubicBezTo>
                  <a:cubicBezTo>
                    <a:pt x="10" y="206"/>
                    <a:pt x="15" y="198"/>
                    <a:pt x="16" y="204"/>
                  </a:cubicBezTo>
                  <a:cubicBezTo>
                    <a:pt x="18" y="214"/>
                    <a:pt x="26" y="212"/>
                    <a:pt x="27" y="220"/>
                  </a:cubicBezTo>
                  <a:cubicBezTo>
                    <a:pt x="29" y="229"/>
                    <a:pt x="35" y="221"/>
                    <a:pt x="39" y="229"/>
                  </a:cubicBezTo>
                  <a:cubicBezTo>
                    <a:pt x="47" y="240"/>
                    <a:pt x="47" y="240"/>
                    <a:pt x="47" y="240"/>
                  </a:cubicBezTo>
                  <a:cubicBezTo>
                    <a:pt x="52" y="247"/>
                    <a:pt x="55" y="250"/>
                    <a:pt x="57" y="258"/>
                  </a:cubicBezTo>
                  <a:cubicBezTo>
                    <a:pt x="58" y="262"/>
                    <a:pt x="59" y="264"/>
                    <a:pt x="62" y="267"/>
                  </a:cubicBezTo>
                  <a:cubicBezTo>
                    <a:pt x="65" y="270"/>
                    <a:pt x="64" y="272"/>
                    <a:pt x="65" y="275"/>
                  </a:cubicBezTo>
                  <a:cubicBezTo>
                    <a:pt x="67" y="278"/>
                    <a:pt x="69" y="282"/>
                    <a:pt x="69" y="285"/>
                  </a:cubicBezTo>
                  <a:cubicBezTo>
                    <a:pt x="84" y="289"/>
                    <a:pt x="89" y="266"/>
                    <a:pt x="105" y="279"/>
                  </a:cubicBezTo>
                  <a:cubicBezTo>
                    <a:pt x="110" y="283"/>
                    <a:pt x="121" y="293"/>
                    <a:pt x="121" y="300"/>
                  </a:cubicBezTo>
                  <a:cubicBezTo>
                    <a:pt x="121" y="303"/>
                    <a:pt x="121" y="306"/>
                    <a:pt x="122" y="309"/>
                  </a:cubicBezTo>
                  <a:cubicBezTo>
                    <a:pt x="123" y="311"/>
                    <a:pt x="127" y="313"/>
                    <a:pt x="128" y="314"/>
                  </a:cubicBezTo>
                  <a:cubicBezTo>
                    <a:pt x="131" y="317"/>
                    <a:pt x="127" y="317"/>
                    <a:pt x="126" y="318"/>
                  </a:cubicBezTo>
                  <a:cubicBezTo>
                    <a:pt x="124" y="323"/>
                    <a:pt x="136" y="320"/>
                    <a:pt x="135" y="324"/>
                  </a:cubicBezTo>
                  <a:cubicBezTo>
                    <a:pt x="133" y="329"/>
                    <a:pt x="127" y="320"/>
                    <a:pt x="124" y="330"/>
                  </a:cubicBezTo>
                  <a:cubicBezTo>
                    <a:pt x="123" y="335"/>
                    <a:pt x="127" y="336"/>
                    <a:pt x="129" y="340"/>
                  </a:cubicBezTo>
                  <a:cubicBezTo>
                    <a:pt x="131" y="343"/>
                    <a:pt x="129" y="349"/>
                    <a:pt x="129" y="353"/>
                  </a:cubicBezTo>
                  <a:cubicBezTo>
                    <a:pt x="129" y="364"/>
                    <a:pt x="130" y="359"/>
                    <a:pt x="135" y="357"/>
                  </a:cubicBezTo>
                  <a:cubicBezTo>
                    <a:pt x="138" y="356"/>
                    <a:pt x="139" y="360"/>
                    <a:pt x="140" y="362"/>
                  </a:cubicBezTo>
                  <a:cubicBezTo>
                    <a:pt x="143" y="366"/>
                    <a:pt x="143" y="365"/>
                    <a:pt x="144" y="370"/>
                  </a:cubicBezTo>
                  <a:cubicBezTo>
                    <a:pt x="144" y="373"/>
                    <a:pt x="148" y="375"/>
                    <a:pt x="149" y="378"/>
                  </a:cubicBezTo>
                  <a:cubicBezTo>
                    <a:pt x="150" y="381"/>
                    <a:pt x="149" y="383"/>
                    <a:pt x="149" y="386"/>
                  </a:cubicBezTo>
                  <a:cubicBezTo>
                    <a:pt x="149" y="390"/>
                    <a:pt x="156" y="389"/>
                    <a:pt x="155" y="395"/>
                  </a:cubicBezTo>
                  <a:cubicBezTo>
                    <a:pt x="155" y="397"/>
                    <a:pt x="152" y="403"/>
                    <a:pt x="154" y="404"/>
                  </a:cubicBezTo>
                  <a:cubicBezTo>
                    <a:pt x="162" y="409"/>
                    <a:pt x="161" y="409"/>
                    <a:pt x="170" y="409"/>
                  </a:cubicBezTo>
                  <a:cubicBezTo>
                    <a:pt x="174" y="408"/>
                    <a:pt x="179" y="407"/>
                    <a:pt x="179" y="413"/>
                  </a:cubicBezTo>
                  <a:cubicBezTo>
                    <a:pt x="178" y="418"/>
                    <a:pt x="178" y="418"/>
                    <a:pt x="178" y="418"/>
                  </a:cubicBezTo>
                  <a:cubicBezTo>
                    <a:pt x="178" y="418"/>
                    <a:pt x="178" y="418"/>
                    <a:pt x="178" y="418"/>
                  </a:cubicBezTo>
                  <a:cubicBezTo>
                    <a:pt x="183" y="420"/>
                    <a:pt x="182" y="424"/>
                    <a:pt x="185" y="426"/>
                  </a:cubicBezTo>
                  <a:cubicBezTo>
                    <a:pt x="186" y="427"/>
                    <a:pt x="192" y="427"/>
                    <a:pt x="194" y="427"/>
                  </a:cubicBezTo>
                  <a:cubicBezTo>
                    <a:pt x="199" y="427"/>
                    <a:pt x="206" y="427"/>
                    <a:pt x="212" y="427"/>
                  </a:cubicBezTo>
                  <a:cubicBezTo>
                    <a:pt x="214" y="428"/>
                    <a:pt x="221" y="431"/>
                    <a:pt x="218" y="434"/>
                  </a:cubicBezTo>
                  <a:cubicBezTo>
                    <a:pt x="218" y="440"/>
                    <a:pt x="220" y="438"/>
                    <a:pt x="224" y="439"/>
                  </a:cubicBezTo>
                  <a:cubicBezTo>
                    <a:pt x="224" y="442"/>
                    <a:pt x="224" y="444"/>
                    <a:pt x="225" y="447"/>
                  </a:cubicBezTo>
                  <a:cubicBezTo>
                    <a:pt x="226" y="452"/>
                    <a:pt x="224" y="449"/>
                    <a:pt x="220" y="450"/>
                  </a:cubicBezTo>
                  <a:cubicBezTo>
                    <a:pt x="218" y="451"/>
                    <a:pt x="216" y="452"/>
                    <a:pt x="215" y="454"/>
                  </a:cubicBezTo>
                  <a:cubicBezTo>
                    <a:pt x="214" y="456"/>
                    <a:pt x="211" y="455"/>
                    <a:pt x="210" y="457"/>
                  </a:cubicBezTo>
                  <a:cubicBezTo>
                    <a:pt x="209" y="458"/>
                    <a:pt x="217" y="461"/>
                    <a:pt x="218" y="463"/>
                  </a:cubicBezTo>
                  <a:cubicBezTo>
                    <a:pt x="221" y="468"/>
                    <a:pt x="220" y="476"/>
                    <a:pt x="227" y="468"/>
                  </a:cubicBezTo>
                  <a:cubicBezTo>
                    <a:pt x="229" y="465"/>
                    <a:pt x="233" y="456"/>
                    <a:pt x="238" y="460"/>
                  </a:cubicBezTo>
                  <a:cubicBezTo>
                    <a:pt x="236" y="469"/>
                    <a:pt x="243" y="466"/>
                    <a:pt x="249" y="469"/>
                  </a:cubicBezTo>
                  <a:cubicBezTo>
                    <a:pt x="253" y="470"/>
                    <a:pt x="248" y="475"/>
                    <a:pt x="254" y="478"/>
                  </a:cubicBezTo>
                  <a:cubicBezTo>
                    <a:pt x="257" y="479"/>
                    <a:pt x="262" y="492"/>
                    <a:pt x="267" y="490"/>
                  </a:cubicBezTo>
                  <a:cubicBezTo>
                    <a:pt x="272" y="489"/>
                    <a:pt x="271" y="487"/>
                    <a:pt x="276" y="488"/>
                  </a:cubicBezTo>
                  <a:cubicBezTo>
                    <a:pt x="280" y="488"/>
                    <a:pt x="281" y="484"/>
                    <a:pt x="283" y="482"/>
                  </a:cubicBezTo>
                  <a:cubicBezTo>
                    <a:pt x="283" y="482"/>
                    <a:pt x="283" y="482"/>
                    <a:pt x="283" y="482"/>
                  </a:cubicBezTo>
                  <a:cubicBezTo>
                    <a:pt x="287" y="477"/>
                    <a:pt x="283" y="476"/>
                    <a:pt x="284" y="472"/>
                  </a:cubicBezTo>
                  <a:cubicBezTo>
                    <a:pt x="285" y="472"/>
                    <a:pt x="288" y="468"/>
                    <a:pt x="289" y="467"/>
                  </a:cubicBezTo>
                  <a:cubicBezTo>
                    <a:pt x="290" y="466"/>
                    <a:pt x="288" y="464"/>
                    <a:pt x="287" y="463"/>
                  </a:cubicBezTo>
                  <a:cubicBezTo>
                    <a:pt x="287" y="460"/>
                    <a:pt x="289" y="458"/>
                    <a:pt x="290" y="456"/>
                  </a:cubicBezTo>
                  <a:cubicBezTo>
                    <a:pt x="290" y="454"/>
                    <a:pt x="290" y="451"/>
                    <a:pt x="290" y="448"/>
                  </a:cubicBezTo>
                  <a:cubicBezTo>
                    <a:pt x="293" y="447"/>
                    <a:pt x="302" y="447"/>
                    <a:pt x="305" y="447"/>
                  </a:cubicBezTo>
                  <a:cubicBezTo>
                    <a:pt x="309" y="446"/>
                    <a:pt x="305" y="445"/>
                    <a:pt x="304" y="444"/>
                  </a:cubicBezTo>
                  <a:cubicBezTo>
                    <a:pt x="303" y="440"/>
                    <a:pt x="305" y="436"/>
                    <a:pt x="304" y="432"/>
                  </a:cubicBezTo>
                  <a:cubicBezTo>
                    <a:pt x="303" y="430"/>
                    <a:pt x="300" y="432"/>
                    <a:pt x="299" y="428"/>
                  </a:cubicBezTo>
                  <a:cubicBezTo>
                    <a:pt x="298" y="424"/>
                    <a:pt x="299" y="418"/>
                    <a:pt x="299" y="413"/>
                  </a:cubicBezTo>
                  <a:cubicBezTo>
                    <a:pt x="298" y="407"/>
                    <a:pt x="302" y="405"/>
                    <a:pt x="302" y="399"/>
                  </a:cubicBezTo>
                  <a:cubicBezTo>
                    <a:pt x="304" y="395"/>
                    <a:pt x="303" y="390"/>
                    <a:pt x="304" y="386"/>
                  </a:cubicBezTo>
                  <a:cubicBezTo>
                    <a:pt x="305" y="381"/>
                    <a:pt x="311" y="371"/>
                    <a:pt x="315" y="368"/>
                  </a:cubicBezTo>
                  <a:cubicBezTo>
                    <a:pt x="320" y="365"/>
                    <a:pt x="321" y="360"/>
                    <a:pt x="327" y="357"/>
                  </a:cubicBezTo>
                  <a:cubicBezTo>
                    <a:pt x="330" y="355"/>
                    <a:pt x="336" y="354"/>
                    <a:pt x="334" y="351"/>
                  </a:cubicBezTo>
                  <a:cubicBezTo>
                    <a:pt x="333" y="349"/>
                    <a:pt x="329" y="351"/>
                    <a:pt x="329" y="347"/>
                  </a:cubicBezTo>
                  <a:cubicBezTo>
                    <a:pt x="330" y="342"/>
                    <a:pt x="330" y="342"/>
                    <a:pt x="330" y="342"/>
                  </a:cubicBezTo>
                  <a:cubicBezTo>
                    <a:pt x="330" y="339"/>
                    <a:pt x="335" y="338"/>
                    <a:pt x="332" y="335"/>
                  </a:cubicBezTo>
                  <a:cubicBezTo>
                    <a:pt x="327" y="332"/>
                    <a:pt x="330" y="328"/>
                    <a:pt x="330" y="324"/>
                  </a:cubicBezTo>
                  <a:cubicBezTo>
                    <a:pt x="334" y="319"/>
                    <a:pt x="326" y="316"/>
                    <a:pt x="326" y="310"/>
                  </a:cubicBezTo>
                  <a:cubicBezTo>
                    <a:pt x="326" y="308"/>
                    <a:pt x="331" y="309"/>
                    <a:pt x="332" y="309"/>
                  </a:cubicBezTo>
                  <a:cubicBezTo>
                    <a:pt x="338" y="308"/>
                    <a:pt x="341" y="302"/>
                    <a:pt x="346" y="300"/>
                  </a:cubicBezTo>
                  <a:cubicBezTo>
                    <a:pt x="349" y="298"/>
                    <a:pt x="346" y="306"/>
                    <a:pt x="354" y="299"/>
                  </a:cubicBezTo>
                  <a:cubicBezTo>
                    <a:pt x="357" y="296"/>
                    <a:pt x="359" y="292"/>
                    <a:pt x="357" y="288"/>
                  </a:cubicBezTo>
                  <a:cubicBezTo>
                    <a:pt x="356" y="285"/>
                    <a:pt x="366" y="282"/>
                    <a:pt x="369" y="277"/>
                  </a:cubicBezTo>
                  <a:cubicBezTo>
                    <a:pt x="372" y="271"/>
                    <a:pt x="370" y="270"/>
                    <a:pt x="378" y="270"/>
                  </a:cubicBezTo>
                  <a:cubicBezTo>
                    <a:pt x="402" y="269"/>
                    <a:pt x="402" y="269"/>
                    <a:pt x="402" y="269"/>
                  </a:cubicBezTo>
                  <a:cubicBezTo>
                    <a:pt x="406" y="269"/>
                    <a:pt x="407" y="264"/>
                    <a:pt x="410" y="267"/>
                  </a:cubicBezTo>
                  <a:cubicBezTo>
                    <a:pt x="413" y="270"/>
                    <a:pt x="417" y="267"/>
                    <a:pt x="421" y="267"/>
                  </a:cubicBezTo>
                  <a:cubicBezTo>
                    <a:pt x="426" y="268"/>
                    <a:pt x="424" y="267"/>
                    <a:pt x="426" y="271"/>
                  </a:cubicBezTo>
                  <a:cubicBezTo>
                    <a:pt x="427" y="273"/>
                    <a:pt x="429" y="271"/>
                    <a:pt x="431" y="270"/>
                  </a:cubicBezTo>
                  <a:cubicBezTo>
                    <a:pt x="435" y="270"/>
                    <a:pt x="436" y="275"/>
                    <a:pt x="440" y="274"/>
                  </a:cubicBezTo>
                  <a:cubicBezTo>
                    <a:pt x="451" y="271"/>
                    <a:pt x="451" y="271"/>
                    <a:pt x="451" y="271"/>
                  </a:cubicBezTo>
                  <a:cubicBezTo>
                    <a:pt x="454" y="270"/>
                    <a:pt x="457" y="270"/>
                    <a:pt x="460" y="270"/>
                  </a:cubicBezTo>
                  <a:cubicBezTo>
                    <a:pt x="463" y="270"/>
                    <a:pt x="461" y="263"/>
                    <a:pt x="461" y="261"/>
                  </a:cubicBezTo>
                  <a:cubicBezTo>
                    <a:pt x="462" y="258"/>
                    <a:pt x="463" y="253"/>
                    <a:pt x="463" y="250"/>
                  </a:cubicBezTo>
                  <a:cubicBezTo>
                    <a:pt x="456" y="249"/>
                    <a:pt x="453" y="245"/>
                    <a:pt x="454" y="238"/>
                  </a:cubicBezTo>
                  <a:cubicBezTo>
                    <a:pt x="456" y="237"/>
                    <a:pt x="459" y="236"/>
                    <a:pt x="460" y="235"/>
                  </a:cubicBezTo>
                  <a:cubicBezTo>
                    <a:pt x="461" y="234"/>
                    <a:pt x="457" y="228"/>
                    <a:pt x="457" y="227"/>
                  </a:cubicBezTo>
                  <a:cubicBezTo>
                    <a:pt x="455" y="223"/>
                    <a:pt x="459" y="218"/>
                    <a:pt x="454" y="217"/>
                  </a:cubicBezTo>
                  <a:cubicBezTo>
                    <a:pt x="448" y="215"/>
                    <a:pt x="446" y="214"/>
                    <a:pt x="445" y="207"/>
                  </a:cubicBezTo>
                  <a:cubicBezTo>
                    <a:pt x="446" y="201"/>
                    <a:pt x="446" y="201"/>
                    <a:pt x="446" y="201"/>
                  </a:cubicBezTo>
                  <a:cubicBezTo>
                    <a:pt x="446" y="201"/>
                    <a:pt x="446" y="201"/>
                    <a:pt x="446" y="201"/>
                  </a:cubicBezTo>
                  <a:cubicBezTo>
                    <a:pt x="442" y="198"/>
                    <a:pt x="441" y="204"/>
                    <a:pt x="436" y="203"/>
                  </a:cubicBezTo>
                  <a:cubicBezTo>
                    <a:pt x="432" y="201"/>
                    <a:pt x="436" y="211"/>
                    <a:pt x="436" y="212"/>
                  </a:cubicBezTo>
                  <a:cubicBezTo>
                    <a:pt x="435" y="214"/>
                    <a:pt x="435" y="216"/>
                    <a:pt x="434" y="219"/>
                  </a:cubicBezTo>
                  <a:cubicBezTo>
                    <a:pt x="433" y="223"/>
                    <a:pt x="428" y="223"/>
                    <a:pt x="428" y="230"/>
                  </a:cubicBezTo>
                  <a:cubicBezTo>
                    <a:pt x="428" y="239"/>
                    <a:pt x="419" y="232"/>
                    <a:pt x="416" y="229"/>
                  </a:cubicBezTo>
                  <a:cubicBezTo>
                    <a:pt x="410" y="224"/>
                    <a:pt x="399" y="238"/>
                    <a:pt x="399" y="220"/>
                  </a:cubicBezTo>
                  <a:cubicBezTo>
                    <a:pt x="399" y="219"/>
                    <a:pt x="400" y="216"/>
                    <a:pt x="400" y="214"/>
                  </a:cubicBezTo>
                  <a:cubicBezTo>
                    <a:pt x="400" y="211"/>
                    <a:pt x="393" y="218"/>
                    <a:pt x="391" y="211"/>
                  </a:cubicBezTo>
                  <a:cubicBezTo>
                    <a:pt x="390" y="209"/>
                    <a:pt x="387" y="206"/>
                    <a:pt x="387" y="205"/>
                  </a:cubicBezTo>
                  <a:cubicBezTo>
                    <a:pt x="387" y="202"/>
                    <a:pt x="387" y="201"/>
                    <a:pt x="385" y="199"/>
                  </a:cubicBezTo>
                  <a:cubicBezTo>
                    <a:pt x="378" y="195"/>
                    <a:pt x="376" y="195"/>
                    <a:pt x="373" y="187"/>
                  </a:cubicBezTo>
                  <a:cubicBezTo>
                    <a:pt x="371" y="183"/>
                    <a:pt x="368" y="182"/>
                    <a:pt x="364" y="180"/>
                  </a:cubicBezTo>
                  <a:cubicBezTo>
                    <a:pt x="361" y="178"/>
                    <a:pt x="364" y="170"/>
                    <a:pt x="366" y="168"/>
                  </a:cubicBezTo>
                  <a:cubicBezTo>
                    <a:pt x="370" y="162"/>
                    <a:pt x="379" y="163"/>
                    <a:pt x="372" y="156"/>
                  </a:cubicBezTo>
                  <a:cubicBezTo>
                    <a:pt x="369" y="153"/>
                    <a:pt x="366" y="150"/>
                    <a:pt x="364" y="146"/>
                  </a:cubicBezTo>
                  <a:cubicBezTo>
                    <a:pt x="363" y="144"/>
                    <a:pt x="371" y="140"/>
                    <a:pt x="372" y="138"/>
                  </a:cubicBezTo>
                  <a:cubicBezTo>
                    <a:pt x="383" y="133"/>
                    <a:pt x="381" y="121"/>
                    <a:pt x="378" y="112"/>
                  </a:cubicBezTo>
                  <a:cubicBezTo>
                    <a:pt x="376" y="105"/>
                    <a:pt x="377" y="90"/>
                    <a:pt x="379" y="83"/>
                  </a:cubicBezTo>
                  <a:cubicBezTo>
                    <a:pt x="380" y="77"/>
                    <a:pt x="386" y="72"/>
                    <a:pt x="385" y="66"/>
                  </a:cubicBezTo>
                  <a:cubicBezTo>
                    <a:pt x="384" y="60"/>
                    <a:pt x="381" y="55"/>
                    <a:pt x="377" y="50"/>
                  </a:cubicBezTo>
                  <a:cubicBezTo>
                    <a:pt x="375" y="45"/>
                    <a:pt x="376" y="41"/>
                    <a:pt x="376" y="36"/>
                  </a:cubicBezTo>
                  <a:cubicBezTo>
                    <a:pt x="376" y="33"/>
                    <a:pt x="370" y="34"/>
                    <a:pt x="368" y="33"/>
                  </a:cubicBezTo>
                  <a:cubicBezTo>
                    <a:pt x="363" y="32"/>
                    <a:pt x="357" y="33"/>
                    <a:pt x="355" y="28"/>
                  </a:cubicBezTo>
                  <a:cubicBezTo>
                    <a:pt x="354" y="24"/>
                    <a:pt x="349" y="21"/>
                    <a:pt x="345" y="19"/>
                  </a:cubicBezTo>
                  <a:cubicBezTo>
                    <a:pt x="345" y="19"/>
                    <a:pt x="345" y="19"/>
                    <a:pt x="345" y="19"/>
                  </a:cubicBezTo>
                  <a:cubicBezTo>
                    <a:pt x="323" y="16"/>
                    <a:pt x="323" y="16"/>
                    <a:pt x="323" y="16"/>
                  </a:cubicBezTo>
                  <a:cubicBezTo>
                    <a:pt x="318" y="16"/>
                    <a:pt x="308" y="15"/>
                    <a:pt x="302" y="16"/>
                  </a:cubicBezTo>
                  <a:cubicBezTo>
                    <a:pt x="299" y="16"/>
                    <a:pt x="291" y="14"/>
                    <a:pt x="291" y="10"/>
                  </a:cubicBezTo>
                  <a:cubicBezTo>
                    <a:pt x="291" y="4"/>
                    <a:pt x="289" y="8"/>
                    <a:pt x="286" y="10"/>
                  </a:cubicBezTo>
                  <a:cubicBezTo>
                    <a:pt x="279" y="14"/>
                    <a:pt x="291" y="22"/>
                    <a:pt x="277" y="30"/>
                  </a:cubicBezTo>
                  <a:cubicBezTo>
                    <a:pt x="272" y="33"/>
                    <a:pt x="262" y="46"/>
                    <a:pt x="267" y="51"/>
                  </a:cubicBezTo>
                  <a:cubicBezTo>
                    <a:pt x="269" y="55"/>
                    <a:pt x="259" y="61"/>
                    <a:pt x="257" y="61"/>
                  </a:cubicBezTo>
                  <a:cubicBezTo>
                    <a:pt x="252" y="59"/>
                    <a:pt x="246" y="50"/>
                    <a:pt x="243" y="46"/>
                  </a:cubicBezTo>
                  <a:cubicBezTo>
                    <a:pt x="241" y="42"/>
                    <a:pt x="235" y="45"/>
                    <a:pt x="231" y="43"/>
                  </a:cubicBezTo>
                  <a:cubicBezTo>
                    <a:pt x="223" y="39"/>
                    <a:pt x="210" y="65"/>
                    <a:pt x="207" y="41"/>
                  </a:cubicBezTo>
                  <a:cubicBezTo>
                    <a:pt x="207" y="41"/>
                    <a:pt x="207" y="41"/>
                    <a:pt x="207" y="41"/>
                  </a:cubicBezTo>
                  <a:cubicBezTo>
                    <a:pt x="202" y="41"/>
                    <a:pt x="192" y="51"/>
                    <a:pt x="188" y="49"/>
                  </a:cubicBezTo>
                  <a:cubicBezTo>
                    <a:pt x="183" y="46"/>
                    <a:pt x="185" y="36"/>
                    <a:pt x="177" y="40"/>
                  </a:cubicBezTo>
                  <a:cubicBezTo>
                    <a:pt x="171" y="44"/>
                    <a:pt x="172" y="40"/>
                    <a:pt x="167" y="38"/>
                  </a:cubicBezTo>
                  <a:cubicBezTo>
                    <a:pt x="160" y="35"/>
                    <a:pt x="163" y="33"/>
                    <a:pt x="161" y="28"/>
                  </a:cubicBezTo>
                  <a:cubicBezTo>
                    <a:pt x="158" y="22"/>
                    <a:pt x="156" y="32"/>
                    <a:pt x="154" y="32"/>
                  </a:cubicBezTo>
                  <a:cubicBezTo>
                    <a:pt x="150" y="32"/>
                    <a:pt x="149" y="27"/>
                    <a:pt x="148" y="25"/>
                  </a:cubicBezTo>
                  <a:cubicBezTo>
                    <a:pt x="144" y="18"/>
                    <a:pt x="145" y="25"/>
                    <a:pt x="141" y="25"/>
                  </a:cubicBezTo>
                  <a:cubicBezTo>
                    <a:pt x="138" y="24"/>
                    <a:pt x="138" y="21"/>
                    <a:pt x="136" y="19"/>
                  </a:cubicBezTo>
                  <a:cubicBezTo>
                    <a:pt x="134" y="16"/>
                    <a:pt x="132" y="16"/>
                    <a:pt x="129" y="16"/>
                  </a:cubicBezTo>
                  <a:cubicBezTo>
                    <a:pt x="121" y="15"/>
                    <a:pt x="116" y="0"/>
                    <a:pt x="112" y="17"/>
                  </a:cubicBezTo>
                  <a:cubicBezTo>
                    <a:pt x="111" y="25"/>
                    <a:pt x="108" y="20"/>
                    <a:pt x="102" y="22"/>
                  </a:cubicBezTo>
                  <a:cubicBezTo>
                    <a:pt x="97" y="29"/>
                    <a:pt x="100" y="31"/>
                    <a:pt x="98" y="37"/>
                  </a:cubicBezTo>
                  <a:cubicBezTo>
                    <a:pt x="97" y="40"/>
                    <a:pt x="90" y="40"/>
                    <a:pt x="95" y="44"/>
                  </a:cubicBezTo>
                  <a:cubicBezTo>
                    <a:pt x="103" y="49"/>
                    <a:pt x="87" y="53"/>
                    <a:pt x="92" y="57"/>
                  </a:cubicBezTo>
                  <a:cubicBezTo>
                    <a:pt x="98" y="62"/>
                    <a:pt x="88" y="62"/>
                    <a:pt x="86" y="64"/>
                  </a:cubicBezTo>
                  <a:cubicBezTo>
                    <a:pt x="85" y="65"/>
                    <a:pt x="84" y="70"/>
                    <a:pt x="83" y="72"/>
                  </a:cubicBezTo>
                  <a:cubicBezTo>
                    <a:pt x="82" y="75"/>
                    <a:pt x="78" y="76"/>
                    <a:pt x="78" y="79"/>
                  </a:cubicBezTo>
                  <a:cubicBezTo>
                    <a:pt x="79" y="82"/>
                    <a:pt x="83" y="83"/>
                    <a:pt x="78" y="86"/>
                  </a:cubicBezTo>
                  <a:cubicBezTo>
                    <a:pt x="75" y="87"/>
                    <a:pt x="80" y="89"/>
                    <a:pt x="76" y="93"/>
                  </a:cubicBezTo>
                  <a:cubicBezTo>
                    <a:pt x="75" y="96"/>
                    <a:pt x="78" y="100"/>
                    <a:pt x="74" y="102"/>
                  </a:cubicBezTo>
                  <a:cubicBezTo>
                    <a:pt x="72" y="103"/>
                    <a:pt x="67" y="103"/>
                    <a:pt x="66" y="105"/>
                  </a:cubicBezTo>
                  <a:cubicBezTo>
                    <a:pt x="63" y="111"/>
                    <a:pt x="67" y="119"/>
                    <a:pt x="65" y="125"/>
                  </a:cubicBezTo>
                  <a:cubicBezTo>
                    <a:pt x="64" y="130"/>
                    <a:pt x="63" y="131"/>
                    <a:pt x="67" y="134"/>
                  </a:cubicBezTo>
                  <a:cubicBezTo>
                    <a:pt x="66" y="136"/>
                    <a:pt x="62" y="137"/>
                    <a:pt x="61" y="140"/>
                  </a:cubicBezTo>
                  <a:cubicBezTo>
                    <a:pt x="59" y="142"/>
                    <a:pt x="58" y="148"/>
                    <a:pt x="55" y="144"/>
                  </a:cubicBezTo>
                  <a:cubicBezTo>
                    <a:pt x="53" y="142"/>
                    <a:pt x="52" y="143"/>
                    <a:pt x="49" y="143"/>
                  </a:cubicBezTo>
                  <a:cubicBezTo>
                    <a:pt x="46" y="144"/>
                    <a:pt x="41" y="145"/>
                    <a:pt x="38" y="145"/>
                  </a:cubicBezTo>
                  <a:cubicBezTo>
                    <a:pt x="34" y="145"/>
                    <a:pt x="35" y="139"/>
                    <a:pt x="33" y="136"/>
                  </a:cubicBezTo>
                  <a:cubicBezTo>
                    <a:pt x="25" y="136"/>
                    <a:pt x="25" y="136"/>
                    <a:pt x="25" y="13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9"/>
            <p:cNvSpPr>
              <a:spLocks/>
            </p:cNvSpPr>
            <p:nvPr/>
          </p:nvSpPr>
          <p:spPr bwMode="auto">
            <a:xfrm>
              <a:off x="2871788" y="2568575"/>
              <a:ext cx="612775" cy="768350"/>
            </a:xfrm>
            <a:custGeom>
              <a:avLst/>
              <a:gdLst/>
              <a:ahLst/>
              <a:cxnLst>
                <a:cxn ang="0">
                  <a:pos x="4" y="269"/>
                </a:cxn>
                <a:cxn ang="0">
                  <a:pos x="21" y="250"/>
                </a:cxn>
                <a:cxn ang="0">
                  <a:pos x="19" y="205"/>
                </a:cxn>
                <a:cxn ang="0">
                  <a:pos x="51" y="157"/>
                </a:cxn>
                <a:cxn ang="0">
                  <a:pos x="47" y="130"/>
                </a:cxn>
                <a:cxn ang="0">
                  <a:pos x="71" y="105"/>
                </a:cxn>
                <a:cxn ang="0">
                  <a:pos x="119" y="75"/>
                </a:cxn>
                <a:cxn ang="0">
                  <a:pos x="148" y="76"/>
                </a:cxn>
                <a:cxn ang="0">
                  <a:pos x="178" y="67"/>
                </a:cxn>
                <a:cxn ang="0">
                  <a:pos x="174" y="33"/>
                </a:cxn>
                <a:cxn ang="0">
                  <a:pos x="163" y="7"/>
                </a:cxn>
                <a:cxn ang="0">
                  <a:pos x="217" y="8"/>
                </a:cxn>
                <a:cxn ang="0">
                  <a:pos x="266" y="26"/>
                </a:cxn>
                <a:cxn ang="0">
                  <a:pos x="307" y="42"/>
                </a:cxn>
                <a:cxn ang="0">
                  <a:pos x="342" y="61"/>
                </a:cxn>
                <a:cxn ang="0">
                  <a:pos x="321" y="105"/>
                </a:cxn>
                <a:cxn ang="0">
                  <a:pos x="304" y="121"/>
                </a:cxn>
                <a:cxn ang="0">
                  <a:pos x="261" y="167"/>
                </a:cxn>
                <a:cxn ang="0">
                  <a:pos x="233" y="179"/>
                </a:cxn>
                <a:cxn ang="0">
                  <a:pos x="200" y="204"/>
                </a:cxn>
                <a:cxn ang="0">
                  <a:pos x="208" y="239"/>
                </a:cxn>
                <a:cxn ang="0">
                  <a:pos x="234" y="265"/>
                </a:cxn>
                <a:cxn ang="0">
                  <a:pos x="253" y="283"/>
                </a:cxn>
                <a:cxn ang="0">
                  <a:pos x="277" y="255"/>
                </a:cxn>
                <a:cxn ang="0">
                  <a:pos x="289" y="292"/>
                </a:cxn>
                <a:cxn ang="0">
                  <a:pos x="289" y="315"/>
                </a:cxn>
                <a:cxn ang="0">
                  <a:pos x="281" y="344"/>
                </a:cxn>
                <a:cxn ang="0">
                  <a:pos x="271" y="356"/>
                </a:cxn>
                <a:cxn ang="0">
                  <a:pos x="248" y="332"/>
                </a:cxn>
                <a:cxn ang="0">
                  <a:pos x="222" y="314"/>
                </a:cxn>
                <a:cxn ang="0">
                  <a:pos x="188" y="295"/>
                </a:cxn>
                <a:cxn ang="0">
                  <a:pos x="162" y="317"/>
                </a:cxn>
                <a:cxn ang="0">
                  <a:pos x="144" y="352"/>
                </a:cxn>
                <a:cxn ang="0">
                  <a:pos x="153" y="375"/>
                </a:cxn>
                <a:cxn ang="0">
                  <a:pos x="159" y="397"/>
                </a:cxn>
                <a:cxn ang="0">
                  <a:pos x="132" y="418"/>
                </a:cxn>
                <a:cxn ang="0">
                  <a:pos x="91" y="434"/>
                </a:cxn>
                <a:cxn ang="0">
                  <a:pos x="69" y="403"/>
                </a:cxn>
                <a:cxn ang="0">
                  <a:pos x="70" y="378"/>
                </a:cxn>
                <a:cxn ang="0">
                  <a:pos x="85" y="348"/>
                </a:cxn>
                <a:cxn ang="0">
                  <a:pos x="120" y="328"/>
                </a:cxn>
                <a:cxn ang="0">
                  <a:pos x="120" y="305"/>
                </a:cxn>
                <a:cxn ang="0">
                  <a:pos x="97" y="307"/>
                </a:cxn>
                <a:cxn ang="0">
                  <a:pos x="71" y="303"/>
                </a:cxn>
                <a:cxn ang="0">
                  <a:pos x="59" y="269"/>
                </a:cxn>
                <a:cxn ang="0">
                  <a:pos x="53" y="270"/>
                </a:cxn>
                <a:cxn ang="0">
                  <a:pos x="54" y="256"/>
                </a:cxn>
                <a:cxn ang="0">
                  <a:pos x="38" y="286"/>
                </a:cxn>
                <a:cxn ang="0">
                  <a:pos x="15" y="288"/>
                </a:cxn>
                <a:cxn ang="0">
                  <a:pos x="1" y="294"/>
                </a:cxn>
              </a:cxnLst>
              <a:rect l="0" t="0" r="r" b="b"/>
              <a:pathLst>
                <a:path w="348" h="436">
                  <a:moveTo>
                    <a:pt x="0" y="288"/>
                  </a:moveTo>
                  <a:cubicBezTo>
                    <a:pt x="4" y="283"/>
                    <a:pt x="0" y="282"/>
                    <a:pt x="1" y="278"/>
                  </a:cubicBezTo>
                  <a:cubicBezTo>
                    <a:pt x="2" y="278"/>
                    <a:pt x="5" y="274"/>
                    <a:pt x="6" y="273"/>
                  </a:cubicBezTo>
                  <a:cubicBezTo>
                    <a:pt x="7" y="272"/>
                    <a:pt x="5" y="270"/>
                    <a:pt x="4" y="269"/>
                  </a:cubicBezTo>
                  <a:cubicBezTo>
                    <a:pt x="4" y="266"/>
                    <a:pt x="6" y="264"/>
                    <a:pt x="7" y="262"/>
                  </a:cubicBezTo>
                  <a:cubicBezTo>
                    <a:pt x="7" y="260"/>
                    <a:pt x="7" y="257"/>
                    <a:pt x="7" y="254"/>
                  </a:cubicBezTo>
                  <a:cubicBezTo>
                    <a:pt x="10" y="253"/>
                    <a:pt x="19" y="253"/>
                    <a:pt x="22" y="253"/>
                  </a:cubicBezTo>
                  <a:cubicBezTo>
                    <a:pt x="26" y="252"/>
                    <a:pt x="22" y="251"/>
                    <a:pt x="21" y="250"/>
                  </a:cubicBezTo>
                  <a:cubicBezTo>
                    <a:pt x="20" y="246"/>
                    <a:pt x="22" y="242"/>
                    <a:pt x="21" y="238"/>
                  </a:cubicBezTo>
                  <a:cubicBezTo>
                    <a:pt x="20" y="236"/>
                    <a:pt x="17" y="238"/>
                    <a:pt x="16" y="234"/>
                  </a:cubicBezTo>
                  <a:cubicBezTo>
                    <a:pt x="15" y="230"/>
                    <a:pt x="16" y="224"/>
                    <a:pt x="16" y="219"/>
                  </a:cubicBezTo>
                  <a:cubicBezTo>
                    <a:pt x="15" y="213"/>
                    <a:pt x="19" y="211"/>
                    <a:pt x="19" y="205"/>
                  </a:cubicBezTo>
                  <a:cubicBezTo>
                    <a:pt x="21" y="201"/>
                    <a:pt x="20" y="196"/>
                    <a:pt x="21" y="192"/>
                  </a:cubicBezTo>
                  <a:cubicBezTo>
                    <a:pt x="22" y="187"/>
                    <a:pt x="28" y="177"/>
                    <a:pt x="32" y="174"/>
                  </a:cubicBezTo>
                  <a:cubicBezTo>
                    <a:pt x="37" y="171"/>
                    <a:pt x="38" y="166"/>
                    <a:pt x="44" y="163"/>
                  </a:cubicBezTo>
                  <a:cubicBezTo>
                    <a:pt x="47" y="161"/>
                    <a:pt x="53" y="160"/>
                    <a:pt x="51" y="157"/>
                  </a:cubicBezTo>
                  <a:cubicBezTo>
                    <a:pt x="50" y="155"/>
                    <a:pt x="46" y="157"/>
                    <a:pt x="46" y="153"/>
                  </a:cubicBezTo>
                  <a:cubicBezTo>
                    <a:pt x="47" y="148"/>
                    <a:pt x="47" y="148"/>
                    <a:pt x="47" y="148"/>
                  </a:cubicBezTo>
                  <a:cubicBezTo>
                    <a:pt x="47" y="145"/>
                    <a:pt x="52" y="144"/>
                    <a:pt x="49" y="141"/>
                  </a:cubicBezTo>
                  <a:cubicBezTo>
                    <a:pt x="44" y="138"/>
                    <a:pt x="47" y="134"/>
                    <a:pt x="47" y="130"/>
                  </a:cubicBezTo>
                  <a:cubicBezTo>
                    <a:pt x="51" y="125"/>
                    <a:pt x="43" y="122"/>
                    <a:pt x="43" y="116"/>
                  </a:cubicBezTo>
                  <a:cubicBezTo>
                    <a:pt x="43" y="114"/>
                    <a:pt x="48" y="115"/>
                    <a:pt x="49" y="115"/>
                  </a:cubicBezTo>
                  <a:cubicBezTo>
                    <a:pt x="55" y="114"/>
                    <a:pt x="58" y="108"/>
                    <a:pt x="63" y="106"/>
                  </a:cubicBezTo>
                  <a:cubicBezTo>
                    <a:pt x="66" y="104"/>
                    <a:pt x="63" y="112"/>
                    <a:pt x="71" y="105"/>
                  </a:cubicBezTo>
                  <a:cubicBezTo>
                    <a:pt x="74" y="102"/>
                    <a:pt x="76" y="98"/>
                    <a:pt x="74" y="94"/>
                  </a:cubicBezTo>
                  <a:cubicBezTo>
                    <a:pt x="73" y="91"/>
                    <a:pt x="83" y="88"/>
                    <a:pt x="86" y="83"/>
                  </a:cubicBezTo>
                  <a:cubicBezTo>
                    <a:pt x="89" y="77"/>
                    <a:pt x="87" y="76"/>
                    <a:pt x="95" y="76"/>
                  </a:cubicBezTo>
                  <a:cubicBezTo>
                    <a:pt x="119" y="75"/>
                    <a:pt x="119" y="75"/>
                    <a:pt x="119" y="75"/>
                  </a:cubicBezTo>
                  <a:cubicBezTo>
                    <a:pt x="123" y="75"/>
                    <a:pt x="124" y="70"/>
                    <a:pt x="127" y="73"/>
                  </a:cubicBezTo>
                  <a:cubicBezTo>
                    <a:pt x="130" y="76"/>
                    <a:pt x="134" y="73"/>
                    <a:pt x="138" y="73"/>
                  </a:cubicBezTo>
                  <a:cubicBezTo>
                    <a:pt x="143" y="74"/>
                    <a:pt x="141" y="73"/>
                    <a:pt x="143" y="77"/>
                  </a:cubicBezTo>
                  <a:cubicBezTo>
                    <a:pt x="144" y="79"/>
                    <a:pt x="146" y="77"/>
                    <a:pt x="148" y="76"/>
                  </a:cubicBezTo>
                  <a:cubicBezTo>
                    <a:pt x="152" y="76"/>
                    <a:pt x="153" y="81"/>
                    <a:pt x="157" y="80"/>
                  </a:cubicBezTo>
                  <a:cubicBezTo>
                    <a:pt x="168" y="77"/>
                    <a:pt x="168" y="77"/>
                    <a:pt x="168" y="77"/>
                  </a:cubicBezTo>
                  <a:cubicBezTo>
                    <a:pt x="171" y="76"/>
                    <a:pt x="174" y="76"/>
                    <a:pt x="177" y="76"/>
                  </a:cubicBezTo>
                  <a:cubicBezTo>
                    <a:pt x="180" y="76"/>
                    <a:pt x="178" y="69"/>
                    <a:pt x="178" y="67"/>
                  </a:cubicBezTo>
                  <a:cubicBezTo>
                    <a:pt x="179" y="64"/>
                    <a:pt x="180" y="59"/>
                    <a:pt x="180" y="56"/>
                  </a:cubicBezTo>
                  <a:cubicBezTo>
                    <a:pt x="173" y="55"/>
                    <a:pt x="170" y="51"/>
                    <a:pt x="171" y="44"/>
                  </a:cubicBezTo>
                  <a:cubicBezTo>
                    <a:pt x="173" y="43"/>
                    <a:pt x="176" y="42"/>
                    <a:pt x="177" y="41"/>
                  </a:cubicBezTo>
                  <a:cubicBezTo>
                    <a:pt x="178" y="40"/>
                    <a:pt x="174" y="34"/>
                    <a:pt x="174" y="33"/>
                  </a:cubicBezTo>
                  <a:cubicBezTo>
                    <a:pt x="172" y="29"/>
                    <a:pt x="176" y="24"/>
                    <a:pt x="171" y="23"/>
                  </a:cubicBezTo>
                  <a:cubicBezTo>
                    <a:pt x="165" y="21"/>
                    <a:pt x="163" y="20"/>
                    <a:pt x="162" y="13"/>
                  </a:cubicBezTo>
                  <a:cubicBezTo>
                    <a:pt x="163" y="7"/>
                    <a:pt x="163" y="7"/>
                    <a:pt x="163" y="7"/>
                  </a:cubicBezTo>
                  <a:cubicBezTo>
                    <a:pt x="163" y="7"/>
                    <a:pt x="163" y="7"/>
                    <a:pt x="163" y="7"/>
                  </a:cubicBezTo>
                  <a:cubicBezTo>
                    <a:pt x="182" y="12"/>
                    <a:pt x="182" y="12"/>
                    <a:pt x="182" y="12"/>
                  </a:cubicBezTo>
                  <a:cubicBezTo>
                    <a:pt x="182" y="9"/>
                    <a:pt x="182" y="5"/>
                    <a:pt x="181" y="1"/>
                  </a:cubicBezTo>
                  <a:cubicBezTo>
                    <a:pt x="186" y="1"/>
                    <a:pt x="192" y="0"/>
                    <a:pt x="197" y="1"/>
                  </a:cubicBezTo>
                  <a:cubicBezTo>
                    <a:pt x="205" y="2"/>
                    <a:pt x="210" y="5"/>
                    <a:pt x="217" y="8"/>
                  </a:cubicBezTo>
                  <a:cubicBezTo>
                    <a:pt x="226" y="12"/>
                    <a:pt x="222" y="7"/>
                    <a:pt x="228" y="5"/>
                  </a:cubicBezTo>
                  <a:cubicBezTo>
                    <a:pt x="230" y="4"/>
                    <a:pt x="242" y="12"/>
                    <a:pt x="243" y="15"/>
                  </a:cubicBezTo>
                  <a:cubicBezTo>
                    <a:pt x="244" y="19"/>
                    <a:pt x="246" y="22"/>
                    <a:pt x="249" y="26"/>
                  </a:cubicBezTo>
                  <a:cubicBezTo>
                    <a:pt x="258" y="34"/>
                    <a:pt x="256" y="22"/>
                    <a:pt x="266" y="26"/>
                  </a:cubicBezTo>
                  <a:cubicBezTo>
                    <a:pt x="267" y="26"/>
                    <a:pt x="267" y="34"/>
                    <a:pt x="267" y="35"/>
                  </a:cubicBezTo>
                  <a:cubicBezTo>
                    <a:pt x="266" y="42"/>
                    <a:pt x="273" y="39"/>
                    <a:pt x="277" y="41"/>
                  </a:cubicBezTo>
                  <a:cubicBezTo>
                    <a:pt x="284" y="38"/>
                    <a:pt x="287" y="34"/>
                    <a:pt x="295" y="37"/>
                  </a:cubicBezTo>
                  <a:cubicBezTo>
                    <a:pt x="299" y="38"/>
                    <a:pt x="304" y="39"/>
                    <a:pt x="307" y="42"/>
                  </a:cubicBezTo>
                  <a:cubicBezTo>
                    <a:pt x="311" y="47"/>
                    <a:pt x="307" y="59"/>
                    <a:pt x="318" y="57"/>
                  </a:cubicBezTo>
                  <a:cubicBezTo>
                    <a:pt x="323" y="56"/>
                    <a:pt x="322" y="61"/>
                    <a:pt x="326" y="62"/>
                  </a:cubicBezTo>
                  <a:cubicBezTo>
                    <a:pt x="329" y="63"/>
                    <a:pt x="331" y="60"/>
                    <a:pt x="335" y="61"/>
                  </a:cubicBezTo>
                  <a:cubicBezTo>
                    <a:pt x="342" y="61"/>
                    <a:pt x="342" y="61"/>
                    <a:pt x="342" y="61"/>
                  </a:cubicBezTo>
                  <a:cubicBezTo>
                    <a:pt x="348" y="70"/>
                    <a:pt x="348" y="70"/>
                    <a:pt x="348" y="70"/>
                  </a:cubicBezTo>
                  <a:cubicBezTo>
                    <a:pt x="335" y="89"/>
                    <a:pt x="335" y="89"/>
                    <a:pt x="335" y="89"/>
                  </a:cubicBezTo>
                  <a:cubicBezTo>
                    <a:pt x="332" y="92"/>
                    <a:pt x="324" y="96"/>
                    <a:pt x="320" y="98"/>
                  </a:cubicBezTo>
                  <a:cubicBezTo>
                    <a:pt x="315" y="100"/>
                    <a:pt x="321" y="102"/>
                    <a:pt x="321" y="105"/>
                  </a:cubicBezTo>
                  <a:cubicBezTo>
                    <a:pt x="319" y="105"/>
                    <a:pt x="314" y="111"/>
                    <a:pt x="312" y="108"/>
                  </a:cubicBezTo>
                  <a:cubicBezTo>
                    <a:pt x="310" y="105"/>
                    <a:pt x="308" y="104"/>
                    <a:pt x="304" y="104"/>
                  </a:cubicBezTo>
                  <a:cubicBezTo>
                    <a:pt x="304" y="111"/>
                    <a:pt x="301" y="117"/>
                    <a:pt x="309" y="119"/>
                  </a:cubicBezTo>
                  <a:cubicBezTo>
                    <a:pt x="309" y="120"/>
                    <a:pt x="305" y="120"/>
                    <a:pt x="304" y="121"/>
                  </a:cubicBezTo>
                  <a:cubicBezTo>
                    <a:pt x="303" y="123"/>
                    <a:pt x="305" y="126"/>
                    <a:pt x="305" y="128"/>
                  </a:cubicBezTo>
                  <a:cubicBezTo>
                    <a:pt x="305" y="133"/>
                    <a:pt x="297" y="136"/>
                    <a:pt x="294" y="139"/>
                  </a:cubicBezTo>
                  <a:cubicBezTo>
                    <a:pt x="288" y="144"/>
                    <a:pt x="273" y="155"/>
                    <a:pt x="270" y="161"/>
                  </a:cubicBezTo>
                  <a:cubicBezTo>
                    <a:pt x="267" y="166"/>
                    <a:pt x="265" y="165"/>
                    <a:pt x="261" y="167"/>
                  </a:cubicBezTo>
                  <a:cubicBezTo>
                    <a:pt x="259" y="168"/>
                    <a:pt x="261" y="171"/>
                    <a:pt x="257" y="174"/>
                  </a:cubicBezTo>
                  <a:cubicBezTo>
                    <a:pt x="254" y="176"/>
                    <a:pt x="243" y="186"/>
                    <a:pt x="244" y="177"/>
                  </a:cubicBezTo>
                  <a:cubicBezTo>
                    <a:pt x="244" y="173"/>
                    <a:pt x="246" y="171"/>
                    <a:pt x="240" y="171"/>
                  </a:cubicBezTo>
                  <a:cubicBezTo>
                    <a:pt x="240" y="174"/>
                    <a:pt x="235" y="178"/>
                    <a:pt x="233" y="179"/>
                  </a:cubicBezTo>
                  <a:cubicBezTo>
                    <a:pt x="228" y="182"/>
                    <a:pt x="233" y="189"/>
                    <a:pt x="230" y="189"/>
                  </a:cubicBezTo>
                  <a:cubicBezTo>
                    <a:pt x="224" y="190"/>
                    <a:pt x="207" y="193"/>
                    <a:pt x="208" y="183"/>
                  </a:cubicBezTo>
                  <a:cubicBezTo>
                    <a:pt x="209" y="177"/>
                    <a:pt x="202" y="183"/>
                    <a:pt x="201" y="186"/>
                  </a:cubicBezTo>
                  <a:cubicBezTo>
                    <a:pt x="200" y="189"/>
                    <a:pt x="199" y="202"/>
                    <a:pt x="200" y="204"/>
                  </a:cubicBezTo>
                  <a:cubicBezTo>
                    <a:pt x="201" y="206"/>
                    <a:pt x="204" y="209"/>
                    <a:pt x="204" y="212"/>
                  </a:cubicBezTo>
                  <a:cubicBezTo>
                    <a:pt x="204" y="213"/>
                    <a:pt x="202" y="220"/>
                    <a:pt x="202" y="220"/>
                  </a:cubicBezTo>
                  <a:cubicBezTo>
                    <a:pt x="207" y="225"/>
                    <a:pt x="200" y="223"/>
                    <a:pt x="202" y="230"/>
                  </a:cubicBezTo>
                  <a:cubicBezTo>
                    <a:pt x="203" y="235"/>
                    <a:pt x="205" y="236"/>
                    <a:pt x="208" y="239"/>
                  </a:cubicBezTo>
                  <a:cubicBezTo>
                    <a:pt x="209" y="240"/>
                    <a:pt x="208" y="243"/>
                    <a:pt x="208" y="245"/>
                  </a:cubicBezTo>
                  <a:cubicBezTo>
                    <a:pt x="208" y="254"/>
                    <a:pt x="217" y="247"/>
                    <a:pt x="218" y="253"/>
                  </a:cubicBezTo>
                  <a:cubicBezTo>
                    <a:pt x="218" y="257"/>
                    <a:pt x="223" y="259"/>
                    <a:pt x="226" y="259"/>
                  </a:cubicBezTo>
                  <a:cubicBezTo>
                    <a:pt x="236" y="259"/>
                    <a:pt x="229" y="263"/>
                    <a:pt x="234" y="265"/>
                  </a:cubicBezTo>
                  <a:cubicBezTo>
                    <a:pt x="236" y="267"/>
                    <a:pt x="240" y="266"/>
                    <a:pt x="242" y="267"/>
                  </a:cubicBezTo>
                  <a:cubicBezTo>
                    <a:pt x="243" y="268"/>
                    <a:pt x="240" y="275"/>
                    <a:pt x="241" y="276"/>
                  </a:cubicBezTo>
                  <a:cubicBezTo>
                    <a:pt x="241" y="279"/>
                    <a:pt x="246" y="279"/>
                    <a:pt x="247" y="282"/>
                  </a:cubicBezTo>
                  <a:cubicBezTo>
                    <a:pt x="249" y="286"/>
                    <a:pt x="251" y="290"/>
                    <a:pt x="253" y="283"/>
                  </a:cubicBezTo>
                  <a:cubicBezTo>
                    <a:pt x="255" y="274"/>
                    <a:pt x="258" y="280"/>
                    <a:pt x="263" y="275"/>
                  </a:cubicBezTo>
                  <a:cubicBezTo>
                    <a:pt x="265" y="273"/>
                    <a:pt x="266" y="271"/>
                    <a:pt x="268" y="269"/>
                  </a:cubicBezTo>
                  <a:cubicBezTo>
                    <a:pt x="269" y="267"/>
                    <a:pt x="268" y="263"/>
                    <a:pt x="270" y="261"/>
                  </a:cubicBezTo>
                  <a:cubicBezTo>
                    <a:pt x="274" y="259"/>
                    <a:pt x="276" y="260"/>
                    <a:pt x="277" y="255"/>
                  </a:cubicBezTo>
                  <a:cubicBezTo>
                    <a:pt x="278" y="251"/>
                    <a:pt x="291" y="257"/>
                    <a:pt x="289" y="261"/>
                  </a:cubicBezTo>
                  <a:cubicBezTo>
                    <a:pt x="287" y="269"/>
                    <a:pt x="288" y="265"/>
                    <a:pt x="292" y="271"/>
                  </a:cubicBezTo>
                  <a:cubicBezTo>
                    <a:pt x="295" y="274"/>
                    <a:pt x="295" y="284"/>
                    <a:pt x="291" y="286"/>
                  </a:cubicBezTo>
                  <a:cubicBezTo>
                    <a:pt x="287" y="288"/>
                    <a:pt x="289" y="288"/>
                    <a:pt x="289" y="292"/>
                  </a:cubicBezTo>
                  <a:cubicBezTo>
                    <a:pt x="289" y="297"/>
                    <a:pt x="278" y="294"/>
                    <a:pt x="284" y="300"/>
                  </a:cubicBezTo>
                  <a:cubicBezTo>
                    <a:pt x="286" y="301"/>
                    <a:pt x="283" y="304"/>
                    <a:pt x="285" y="305"/>
                  </a:cubicBezTo>
                  <a:cubicBezTo>
                    <a:pt x="286" y="307"/>
                    <a:pt x="289" y="306"/>
                    <a:pt x="289" y="308"/>
                  </a:cubicBezTo>
                  <a:cubicBezTo>
                    <a:pt x="289" y="310"/>
                    <a:pt x="288" y="313"/>
                    <a:pt x="289" y="315"/>
                  </a:cubicBezTo>
                  <a:cubicBezTo>
                    <a:pt x="289" y="317"/>
                    <a:pt x="293" y="319"/>
                    <a:pt x="291" y="321"/>
                  </a:cubicBezTo>
                  <a:cubicBezTo>
                    <a:pt x="289" y="324"/>
                    <a:pt x="290" y="325"/>
                    <a:pt x="290" y="329"/>
                  </a:cubicBezTo>
                  <a:cubicBezTo>
                    <a:pt x="287" y="331"/>
                    <a:pt x="294" y="335"/>
                    <a:pt x="287" y="336"/>
                  </a:cubicBezTo>
                  <a:cubicBezTo>
                    <a:pt x="281" y="337"/>
                    <a:pt x="285" y="342"/>
                    <a:pt x="281" y="344"/>
                  </a:cubicBezTo>
                  <a:cubicBezTo>
                    <a:pt x="277" y="347"/>
                    <a:pt x="277" y="348"/>
                    <a:pt x="276" y="352"/>
                  </a:cubicBezTo>
                  <a:cubicBezTo>
                    <a:pt x="276" y="352"/>
                    <a:pt x="276" y="352"/>
                    <a:pt x="276" y="352"/>
                  </a:cubicBezTo>
                  <a:cubicBezTo>
                    <a:pt x="271" y="356"/>
                    <a:pt x="271" y="356"/>
                    <a:pt x="271" y="356"/>
                  </a:cubicBezTo>
                  <a:cubicBezTo>
                    <a:pt x="271" y="356"/>
                    <a:pt x="271" y="356"/>
                    <a:pt x="271" y="356"/>
                  </a:cubicBezTo>
                  <a:cubicBezTo>
                    <a:pt x="269" y="354"/>
                    <a:pt x="268" y="348"/>
                    <a:pt x="265" y="346"/>
                  </a:cubicBezTo>
                  <a:cubicBezTo>
                    <a:pt x="262" y="344"/>
                    <a:pt x="262" y="341"/>
                    <a:pt x="259" y="339"/>
                  </a:cubicBezTo>
                  <a:cubicBezTo>
                    <a:pt x="257" y="337"/>
                    <a:pt x="250" y="337"/>
                    <a:pt x="249" y="336"/>
                  </a:cubicBezTo>
                  <a:cubicBezTo>
                    <a:pt x="249" y="335"/>
                    <a:pt x="248" y="333"/>
                    <a:pt x="248" y="332"/>
                  </a:cubicBezTo>
                  <a:cubicBezTo>
                    <a:pt x="246" y="330"/>
                    <a:pt x="244" y="330"/>
                    <a:pt x="242" y="330"/>
                  </a:cubicBezTo>
                  <a:cubicBezTo>
                    <a:pt x="242" y="330"/>
                    <a:pt x="242" y="330"/>
                    <a:pt x="242" y="330"/>
                  </a:cubicBezTo>
                  <a:cubicBezTo>
                    <a:pt x="236" y="324"/>
                    <a:pt x="236" y="324"/>
                    <a:pt x="236" y="324"/>
                  </a:cubicBezTo>
                  <a:cubicBezTo>
                    <a:pt x="230" y="323"/>
                    <a:pt x="225" y="320"/>
                    <a:pt x="222" y="314"/>
                  </a:cubicBezTo>
                  <a:cubicBezTo>
                    <a:pt x="218" y="305"/>
                    <a:pt x="228" y="303"/>
                    <a:pt x="214" y="301"/>
                  </a:cubicBezTo>
                  <a:cubicBezTo>
                    <a:pt x="206" y="301"/>
                    <a:pt x="210" y="298"/>
                    <a:pt x="209" y="293"/>
                  </a:cubicBezTo>
                  <a:cubicBezTo>
                    <a:pt x="208" y="290"/>
                    <a:pt x="195" y="291"/>
                    <a:pt x="194" y="288"/>
                  </a:cubicBezTo>
                  <a:cubicBezTo>
                    <a:pt x="191" y="288"/>
                    <a:pt x="191" y="293"/>
                    <a:pt x="188" y="295"/>
                  </a:cubicBezTo>
                  <a:cubicBezTo>
                    <a:pt x="186" y="297"/>
                    <a:pt x="181" y="295"/>
                    <a:pt x="180" y="297"/>
                  </a:cubicBezTo>
                  <a:cubicBezTo>
                    <a:pt x="177" y="303"/>
                    <a:pt x="174" y="305"/>
                    <a:pt x="166" y="304"/>
                  </a:cubicBezTo>
                  <a:cubicBezTo>
                    <a:pt x="159" y="303"/>
                    <a:pt x="162" y="304"/>
                    <a:pt x="162" y="309"/>
                  </a:cubicBezTo>
                  <a:cubicBezTo>
                    <a:pt x="163" y="312"/>
                    <a:pt x="162" y="314"/>
                    <a:pt x="162" y="317"/>
                  </a:cubicBezTo>
                  <a:cubicBezTo>
                    <a:pt x="161" y="320"/>
                    <a:pt x="161" y="321"/>
                    <a:pt x="158" y="324"/>
                  </a:cubicBezTo>
                  <a:cubicBezTo>
                    <a:pt x="157" y="325"/>
                    <a:pt x="155" y="325"/>
                    <a:pt x="153" y="326"/>
                  </a:cubicBezTo>
                  <a:cubicBezTo>
                    <a:pt x="150" y="329"/>
                    <a:pt x="149" y="331"/>
                    <a:pt x="147" y="335"/>
                  </a:cubicBezTo>
                  <a:cubicBezTo>
                    <a:pt x="145" y="340"/>
                    <a:pt x="138" y="349"/>
                    <a:pt x="144" y="352"/>
                  </a:cubicBezTo>
                  <a:cubicBezTo>
                    <a:pt x="147" y="355"/>
                    <a:pt x="146" y="358"/>
                    <a:pt x="148" y="361"/>
                  </a:cubicBezTo>
                  <a:cubicBezTo>
                    <a:pt x="149" y="362"/>
                    <a:pt x="153" y="362"/>
                    <a:pt x="154" y="363"/>
                  </a:cubicBezTo>
                  <a:cubicBezTo>
                    <a:pt x="154" y="363"/>
                    <a:pt x="154" y="363"/>
                    <a:pt x="154" y="363"/>
                  </a:cubicBezTo>
                  <a:cubicBezTo>
                    <a:pt x="152" y="367"/>
                    <a:pt x="150" y="372"/>
                    <a:pt x="153" y="375"/>
                  </a:cubicBezTo>
                  <a:cubicBezTo>
                    <a:pt x="155" y="377"/>
                    <a:pt x="161" y="378"/>
                    <a:pt x="161" y="380"/>
                  </a:cubicBezTo>
                  <a:cubicBezTo>
                    <a:pt x="161" y="384"/>
                    <a:pt x="160" y="385"/>
                    <a:pt x="164" y="386"/>
                  </a:cubicBezTo>
                  <a:cubicBezTo>
                    <a:pt x="168" y="387"/>
                    <a:pt x="165" y="391"/>
                    <a:pt x="164" y="393"/>
                  </a:cubicBezTo>
                  <a:cubicBezTo>
                    <a:pt x="163" y="394"/>
                    <a:pt x="159" y="396"/>
                    <a:pt x="159" y="397"/>
                  </a:cubicBezTo>
                  <a:cubicBezTo>
                    <a:pt x="159" y="397"/>
                    <a:pt x="163" y="398"/>
                    <a:pt x="163" y="398"/>
                  </a:cubicBezTo>
                  <a:cubicBezTo>
                    <a:pt x="163" y="405"/>
                    <a:pt x="155" y="405"/>
                    <a:pt x="151" y="405"/>
                  </a:cubicBezTo>
                  <a:cubicBezTo>
                    <a:pt x="150" y="405"/>
                    <a:pt x="144" y="405"/>
                    <a:pt x="147" y="406"/>
                  </a:cubicBezTo>
                  <a:cubicBezTo>
                    <a:pt x="143" y="409"/>
                    <a:pt x="138" y="420"/>
                    <a:pt x="132" y="418"/>
                  </a:cubicBezTo>
                  <a:cubicBezTo>
                    <a:pt x="129" y="417"/>
                    <a:pt x="122" y="407"/>
                    <a:pt x="122" y="420"/>
                  </a:cubicBezTo>
                  <a:cubicBezTo>
                    <a:pt x="122" y="424"/>
                    <a:pt x="125" y="429"/>
                    <a:pt x="121" y="431"/>
                  </a:cubicBezTo>
                  <a:cubicBezTo>
                    <a:pt x="116" y="433"/>
                    <a:pt x="110" y="432"/>
                    <a:pt x="106" y="429"/>
                  </a:cubicBezTo>
                  <a:cubicBezTo>
                    <a:pt x="100" y="425"/>
                    <a:pt x="99" y="436"/>
                    <a:pt x="91" y="434"/>
                  </a:cubicBezTo>
                  <a:cubicBezTo>
                    <a:pt x="83" y="432"/>
                    <a:pt x="88" y="419"/>
                    <a:pt x="75" y="424"/>
                  </a:cubicBezTo>
                  <a:cubicBezTo>
                    <a:pt x="68" y="427"/>
                    <a:pt x="69" y="424"/>
                    <a:pt x="67" y="418"/>
                  </a:cubicBezTo>
                  <a:cubicBezTo>
                    <a:pt x="64" y="412"/>
                    <a:pt x="70" y="408"/>
                    <a:pt x="62" y="408"/>
                  </a:cubicBezTo>
                  <a:cubicBezTo>
                    <a:pt x="55" y="408"/>
                    <a:pt x="68" y="402"/>
                    <a:pt x="69" y="403"/>
                  </a:cubicBezTo>
                  <a:cubicBezTo>
                    <a:pt x="71" y="404"/>
                    <a:pt x="80" y="401"/>
                    <a:pt x="80" y="397"/>
                  </a:cubicBezTo>
                  <a:cubicBezTo>
                    <a:pt x="79" y="393"/>
                    <a:pt x="77" y="392"/>
                    <a:pt x="73" y="394"/>
                  </a:cubicBezTo>
                  <a:cubicBezTo>
                    <a:pt x="68" y="397"/>
                    <a:pt x="69" y="399"/>
                    <a:pt x="66" y="392"/>
                  </a:cubicBezTo>
                  <a:cubicBezTo>
                    <a:pt x="64" y="385"/>
                    <a:pt x="59" y="380"/>
                    <a:pt x="70" y="378"/>
                  </a:cubicBezTo>
                  <a:cubicBezTo>
                    <a:pt x="76" y="377"/>
                    <a:pt x="76" y="376"/>
                    <a:pt x="76" y="370"/>
                  </a:cubicBezTo>
                  <a:cubicBezTo>
                    <a:pt x="76" y="366"/>
                    <a:pt x="77" y="365"/>
                    <a:pt x="79" y="363"/>
                  </a:cubicBezTo>
                  <a:cubicBezTo>
                    <a:pt x="82" y="360"/>
                    <a:pt x="76" y="356"/>
                    <a:pt x="75" y="354"/>
                  </a:cubicBezTo>
                  <a:cubicBezTo>
                    <a:pt x="74" y="353"/>
                    <a:pt x="84" y="349"/>
                    <a:pt x="85" y="348"/>
                  </a:cubicBezTo>
                  <a:cubicBezTo>
                    <a:pt x="90" y="346"/>
                    <a:pt x="93" y="343"/>
                    <a:pt x="97" y="340"/>
                  </a:cubicBezTo>
                  <a:cubicBezTo>
                    <a:pt x="101" y="338"/>
                    <a:pt x="108" y="342"/>
                    <a:pt x="110" y="335"/>
                  </a:cubicBezTo>
                  <a:cubicBezTo>
                    <a:pt x="110" y="333"/>
                    <a:pt x="115" y="334"/>
                    <a:pt x="117" y="333"/>
                  </a:cubicBezTo>
                  <a:cubicBezTo>
                    <a:pt x="118" y="333"/>
                    <a:pt x="120" y="329"/>
                    <a:pt x="120" y="328"/>
                  </a:cubicBezTo>
                  <a:cubicBezTo>
                    <a:pt x="119" y="327"/>
                    <a:pt x="115" y="325"/>
                    <a:pt x="115" y="324"/>
                  </a:cubicBezTo>
                  <a:cubicBezTo>
                    <a:pt x="116" y="323"/>
                    <a:pt x="118" y="321"/>
                    <a:pt x="119" y="320"/>
                  </a:cubicBezTo>
                  <a:cubicBezTo>
                    <a:pt x="127" y="318"/>
                    <a:pt x="111" y="315"/>
                    <a:pt x="122" y="311"/>
                  </a:cubicBezTo>
                  <a:cubicBezTo>
                    <a:pt x="128" y="308"/>
                    <a:pt x="122" y="308"/>
                    <a:pt x="120" y="305"/>
                  </a:cubicBezTo>
                  <a:cubicBezTo>
                    <a:pt x="117" y="298"/>
                    <a:pt x="110" y="305"/>
                    <a:pt x="108" y="302"/>
                  </a:cubicBezTo>
                  <a:cubicBezTo>
                    <a:pt x="107" y="300"/>
                    <a:pt x="108" y="295"/>
                    <a:pt x="110" y="293"/>
                  </a:cubicBezTo>
                  <a:cubicBezTo>
                    <a:pt x="112" y="290"/>
                    <a:pt x="104" y="291"/>
                    <a:pt x="102" y="292"/>
                  </a:cubicBezTo>
                  <a:cubicBezTo>
                    <a:pt x="98" y="292"/>
                    <a:pt x="89" y="304"/>
                    <a:pt x="97" y="307"/>
                  </a:cubicBezTo>
                  <a:cubicBezTo>
                    <a:pt x="100" y="308"/>
                    <a:pt x="87" y="316"/>
                    <a:pt x="84" y="318"/>
                  </a:cubicBezTo>
                  <a:cubicBezTo>
                    <a:pt x="80" y="320"/>
                    <a:pt x="72" y="324"/>
                    <a:pt x="68" y="325"/>
                  </a:cubicBezTo>
                  <a:cubicBezTo>
                    <a:pt x="63" y="326"/>
                    <a:pt x="64" y="315"/>
                    <a:pt x="65" y="312"/>
                  </a:cubicBezTo>
                  <a:cubicBezTo>
                    <a:pt x="66" y="310"/>
                    <a:pt x="71" y="305"/>
                    <a:pt x="71" y="303"/>
                  </a:cubicBezTo>
                  <a:cubicBezTo>
                    <a:pt x="70" y="300"/>
                    <a:pt x="64" y="299"/>
                    <a:pt x="69" y="295"/>
                  </a:cubicBezTo>
                  <a:cubicBezTo>
                    <a:pt x="72" y="293"/>
                    <a:pt x="76" y="291"/>
                    <a:pt x="73" y="286"/>
                  </a:cubicBezTo>
                  <a:cubicBezTo>
                    <a:pt x="72" y="283"/>
                    <a:pt x="71" y="275"/>
                    <a:pt x="70" y="274"/>
                  </a:cubicBezTo>
                  <a:cubicBezTo>
                    <a:pt x="68" y="273"/>
                    <a:pt x="60" y="268"/>
                    <a:pt x="59" y="269"/>
                  </a:cubicBezTo>
                  <a:cubicBezTo>
                    <a:pt x="51" y="282"/>
                    <a:pt x="52" y="295"/>
                    <a:pt x="48" y="310"/>
                  </a:cubicBezTo>
                  <a:cubicBezTo>
                    <a:pt x="44" y="322"/>
                    <a:pt x="40" y="297"/>
                    <a:pt x="40" y="297"/>
                  </a:cubicBezTo>
                  <a:cubicBezTo>
                    <a:pt x="41" y="294"/>
                    <a:pt x="44" y="288"/>
                    <a:pt x="44" y="285"/>
                  </a:cubicBezTo>
                  <a:cubicBezTo>
                    <a:pt x="44" y="278"/>
                    <a:pt x="45" y="270"/>
                    <a:pt x="53" y="270"/>
                  </a:cubicBezTo>
                  <a:cubicBezTo>
                    <a:pt x="53" y="269"/>
                    <a:pt x="53" y="269"/>
                    <a:pt x="53" y="269"/>
                  </a:cubicBezTo>
                  <a:cubicBezTo>
                    <a:pt x="54" y="269"/>
                    <a:pt x="54" y="269"/>
                    <a:pt x="54" y="269"/>
                  </a:cubicBezTo>
                  <a:cubicBezTo>
                    <a:pt x="54" y="269"/>
                    <a:pt x="55" y="269"/>
                    <a:pt x="55" y="269"/>
                  </a:cubicBezTo>
                  <a:cubicBezTo>
                    <a:pt x="54" y="256"/>
                    <a:pt x="54" y="256"/>
                    <a:pt x="54" y="256"/>
                  </a:cubicBezTo>
                  <a:cubicBezTo>
                    <a:pt x="54" y="252"/>
                    <a:pt x="38" y="254"/>
                    <a:pt x="34" y="256"/>
                  </a:cubicBezTo>
                  <a:cubicBezTo>
                    <a:pt x="30" y="257"/>
                    <a:pt x="22" y="261"/>
                    <a:pt x="31" y="263"/>
                  </a:cubicBezTo>
                  <a:cubicBezTo>
                    <a:pt x="31" y="267"/>
                    <a:pt x="32" y="270"/>
                    <a:pt x="32" y="274"/>
                  </a:cubicBezTo>
                  <a:cubicBezTo>
                    <a:pt x="32" y="278"/>
                    <a:pt x="40" y="283"/>
                    <a:pt x="38" y="286"/>
                  </a:cubicBezTo>
                  <a:cubicBezTo>
                    <a:pt x="37" y="288"/>
                    <a:pt x="32" y="287"/>
                    <a:pt x="31" y="290"/>
                  </a:cubicBezTo>
                  <a:cubicBezTo>
                    <a:pt x="29" y="295"/>
                    <a:pt x="28" y="297"/>
                    <a:pt x="25" y="290"/>
                  </a:cubicBezTo>
                  <a:cubicBezTo>
                    <a:pt x="25" y="287"/>
                    <a:pt x="26" y="278"/>
                    <a:pt x="24" y="277"/>
                  </a:cubicBezTo>
                  <a:cubicBezTo>
                    <a:pt x="19" y="277"/>
                    <a:pt x="9" y="281"/>
                    <a:pt x="15" y="288"/>
                  </a:cubicBezTo>
                  <a:cubicBezTo>
                    <a:pt x="19" y="294"/>
                    <a:pt x="12" y="290"/>
                    <a:pt x="11" y="290"/>
                  </a:cubicBezTo>
                  <a:cubicBezTo>
                    <a:pt x="4" y="290"/>
                    <a:pt x="11" y="298"/>
                    <a:pt x="4" y="297"/>
                  </a:cubicBezTo>
                  <a:cubicBezTo>
                    <a:pt x="4" y="297"/>
                    <a:pt x="4" y="297"/>
                    <a:pt x="4" y="297"/>
                  </a:cubicBezTo>
                  <a:cubicBezTo>
                    <a:pt x="1" y="294"/>
                    <a:pt x="1" y="294"/>
                    <a:pt x="1" y="294"/>
                  </a:cubicBezTo>
                  <a:cubicBezTo>
                    <a:pt x="0" y="288"/>
                    <a:pt x="0" y="288"/>
                    <a:pt x="0" y="28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0"/>
            <p:cNvSpPr>
              <a:spLocks/>
            </p:cNvSpPr>
            <p:nvPr/>
          </p:nvSpPr>
          <p:spPr bwMode="auto">
            <a:xfrm>
              <a:off x="3114675" y="3076575"/>
              <a:ext cx="182563" cy="150813"/>
            </a:xfrm>
            <a:custGeom>
              <a:avLst/>
              <a:gdLst/>
              <a:ahLst/>
              <a:cxnLst>
                <a:cxn ang="0">
                  <a:pos x="16" y="75"/>
                </a:cxn>
                <a:cxn ang="0">
                  <a:pos x="10" y="73"/>
                </a:cxn>
                <a:cxn ang="0">
                  <a:pos x="6" y="64"/>
                </a:cxn>
                <a:cxn ang="0">
                  <a:pos x="9" y="47"/>
                </a:cxn>
                <a:cxn ang="0">
                  <a:pos x="15" y="38"/>
                </a:cxn>
                <a:cxn ang="0">
                  <a:pos x="20" y="36"/>
                </a:cxn>
                <a:cxn ang="0">
                  <a:pos x="24" y="29"/>
                </a:cxn>
                <a:cxn ang="0">
                  <a:pos x="24" y="21"/>
                </a:cxn>
                <a:cxn ang="0">
                  <a:pos x="28" y="16"/>
                </a:cxn>
                <a:cxn ang="0">
                  <a:pos x="42" y="9"/>
                </a:cxn>
                <a:cxn ang="0">
                  <a:pos x="50" y="7"/>
                </a:cxn>
                <a:cxn ang="0">
                  <a:pos x="56" y="0"/>
                </a:cxn>
                <a:cxn ang="0">
                  <a:pos x="71" y="5"/>
                </a:cxn>
                <a:cxn ang="0">
                  <a:pos x="76" y="13"/>
                </a:cxn>
                <a:cxn ang="0">
                  <a:pos x="84" y="26"/>
                </a:cxn>
                <a:cxn ang="0">
                  <a:pos x="98" y="36"/>
                </a:cxn>
                <a:cxn ang="0">
                  <a:pos x="104" y="42"/>
                </a:cxn>
                <a:cxn ang="0">
                  <a:pos x="104" y="42"/>
                </a:cxn>
                <a:cxn ang="0">
                  <a:pos x="103" y="50"/>
                </a:cxn>
                <a:cxn ang="0">
                  <a:pos x="103" y="55"/>
                </a:cxn>
                <a:cxn ang="0">
                  <a:pos x="99" y="57"/>
                </a:cxn>
                <a:cxn ang="0">
                  <a:pos x="91" y="59"/>
                </a:cxn>
                <a:cxn ang="0">
                  <a:pos x="80" y="69"/>
                </a:cxn>
                <a:cxn ang="0">
                  <a:pos x="72" y="77"/>
                </a:cxn>
                <a:cxn ang="0">
                  <a:pos x="68" y="82"/>
                </a:cxn>
                <a:cxn ang="0">
                  <a:pos x="60" y="84"/>
                </a:cxn>
                <a:cxn ang="0">
                  <a:pos x="45" y="81"/>
                </a:cxn>
                <a:cxn ang="0">
                  <a:pos x="32" y="74"/>
                </a:cxn>
                <a:cxn ang="0">
                  <a:pos x="26" y="70"/>
                </a:cxn>
                <a:cxn ang="0">
                  <a:pos x="16" y="75"/>
                </a:cxn>
              </a:cxnLst>
              <a:rect l="0" t="0" r="r" b="b"/>
              <a:pathLst>
                <a:path w="104" h="86">
                  <a:moveTo>
                    <a:pt x="16" y="75"/>
                  </a:moveTo>
                  <a:cubicBezTo>
                    <a:pt x="15" y="74"/>
                    <a:pt x="11" y="74"/>
                    <a:pt x="10" y="73"/>
                  </a:cubicBezTo>
                  <a:cubicBezTo>
                    <a:pt x="8" y="70"/>
                    <a:pt x="9" y="67"/>
                    <a:pt x="6" y="64"/>
                  </a:cubicBezTo>
                  <a:cubicBezTo>
                    <a:pt x="0" y="61"/>
                    <a:pt x="7" y="52"/>
                    <a:pt x="9" y="47"/>
                  </a:cubicBezTo>
                  <a:cubicBezTo>
                    <a:pt x="11" y="43"/>
                    <a:pt x="12" y="41"/>
                    <a:pt x="15" y="38"/>
                  </a:cubicBezTo>
                  <a:cubicBezTo>
                    <a:pt x="17" y="37"/>
                    <a:pt x="19" y="37"/>
                    <a:pt x="20" y="36"/>
                  </a:cubicBezTo>
                  <a:cubicBezTo>
                    <a:pt x="23" y="33"/>
                    <a:pt x="23" y="32"/>
                    <a:pt x="24" y="29"/>
                  </a:cubicBezTo>
                  <a:cubicBezTo>
                    <a:pt x="24" y="26"/>
                    <a:pt x="25" y="24"/>
                    <a:pt x="24" y="21"/>
                  </a:cubicBezTo>
                  <a:cubicBezTo>
                    <a:pt x="24" y="16"/>
                    <a:pt x="21" y="15"/>
                    <a:pt x="28" y="16"/>
                  </a:cubicBezTo>
                  <a:cubicBezTo>
                    <a:pt x="36" y="17"/>
                    <a:pt x="39" y="15"/>
                    <a:pt x="42" y="9"/>
                  </a:cubicBezTo>
                  <a:cubicBezTo>
                    <a:pt x="43" y="7"/>
                    <a:pt x="48" y="9"/>
                    <a:pt x="50" y="7"/>
                  </a:cubicBezTo>
                  <a:cubicBezTo>
                    <a:pt x="53" y="5"/>
                    <a:pt x="53" y="0"/>
                    <a:pt x="56" y="0"/>
                  </a:cubicBezTo>
                  <a:cubicBezTo>
                    <a:pt x="57" y="3"/>
                    <a:pt x="70" y="2"/>
                    <a:pt x="71" y="5"/>
                  </a:cubicBezTo>
                  <a:cubicBezTo>
                    <a:pt x="72" y="10"/>
                    <a:pt x="68" y="13"/>
                    <a:pt x="76" y="13"/>
                  </a:cubicBezTo>
                  <a:cubicBezTo>
                    <a:pt x="90" y="15"/>
                    <a:pt x="80" y="17"/>
                    <a:pt x="84" y="26"/>
                  </a:cubicBezTo>
                  <a:cubicBezTo>
                    <a:pt x="87" y="32"/>
                    <a:pt x="92" y="35"/>
                    <a:pt x="98" y="36"/>
                  </a:cubicBezTo>
                  <a:cubicBezTo>
                    <a:pt x="104" y="42"/>
                    <a:pt x="104" y="42"/>
                    <a:pt x="104" y="42"/>
                  </a:cubicBezTo>
                  <a:cubicBezTo>
                    <a:pt x="104" y="42"/>
                    <a:pt x="104" y="42"/>
                    <a:pt x="104" y="42"/>
                  </a:cubicBezTo>
                  <a:cubicBezTo>
                    <a:pt x="103" y="45"/>
                    <a:pt x="102" y="47"/>
                    <a:pt x="103" y="50"/>
                  </a:cubicBezTo>
                  <a:cubicBezTo>
                    <a:pt x="103" y="51"/>
                    <a:pt x="104" y="54"/>
                    <a:pt x="103" y="55"/>
                  </a:cubicBezTo>
                  <a:cubicBezTo>
                    <a:pt x="102" y="56"/>
                    <a:pt x="100" y="57"/>
                    <a:pt x="99" y="57"/>
                  </a:cubicBezTo>
                  <a:cubicBezTo>
                    <a:pt x="96" y="57"/>
                    <a:pt x="94" y="58"/>
                    <a:pt x="91" y="59"/>
                  </a:cubicBezTo>
                  <a:cubicBezTo>
                    <a:pt x="86" y="60"/>
                    <a:pt x="82" y="65"/>
                    <a:pt x="80" y="69"/>
                  </a:cubicBezTo>
                  <a:cubicBezTo>
                    <a:pt x="77" y="74"/>
                    <a:pt x="77" y="74"/>
                    <a:pt x="72" y="77"/>
                  </a:cubicBezTo>
                  <a:cubicBezTo>
                    <a:pt x="70" y="78"/>
                    <a:pt x="70" y="81"/>
                    <a:pt x="68" y="82"/>
                  </a:cubicBezTo>
                  <a:cubicBezTo>
                    <a:pt x="65" y="83"/>
                    <a:pt x="63" y="81"/>
                    <a:pt x="60" y="84"/>
                  </a:cubicBezTo>
                  <a:cubicBezTo>
                    <a:pt x="56" y="86"/>
                    <a:pt x="49" y="83"/>
                    <a:pt x="45" y="81"/>
                  </a:cubicBezTo>
                  <a:cubicBezTo>
                    <a:pt x="41" y="79"/>
                    <a:pt x="37" y="74"/>
                    <a:pt x="32" y="74"/>
                  </a:cubicBezTo>
                  <a:cubicBezTo>
                    <a:pt x="28" y="74"/>
                    <a:pt x="29" y="70"/>
                    <a:pt x="26" y="70"/>
                  </a:cubicBezTo>
                  <a:cubicBezTo>
                    <a:pt x="23" y="70"/>
                    <a:pt x="20" y="75"/>
                    <a:pt x="16" y="7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11"/>
            <p:cNvSpPr>
              <a:spLocks noEditPoints="1"/>
            </p:cNvSpPr>
            <p:nvPr/>
          </p:nvSpPr>
          <p:spPr bwMode="auto">
            <a:xfrm>
              <a:off x="2470150" y="2963863"/>
              <a:ext cx="508000" cy="446088"/>
            </a:xfrm>
            <a:custGeom>
              <a:avLst/>
              <a:gdLst/>
              <a:ahLst/>
              <a:cxnLst>
                <a:cxn ang="0">
                  <a:pos x="41" y="174"/>
                </a:cxn>
                <a:cxn ang="0">
                  <a:pos x="44" y="178"/>
                </a:cxn>
                <a:cxn ang="0">
                  <a:pos x="41" y="183"/>
                </a:cxn>
                <a:cxn ang="0">
                  <a:pos x="38" y="180"/>
                </a:cxn>
                <a:cxn ang="0">
                  <a:pos x="37" y="174"/>
                </a:cxn>
                <a:cxn ang="0">
                  <a:pos x="16" y="156"/>
                </a:cxn>
                <a:cxn ang="0">
                  <a:pos x="27" y="156"/>
                </a:cxn>
                <a:cxn ang="0">
                  <a:pos x="27" y="164"/>
                </a:cxn>
                <a:cxn ang="0">
                  <a:pos x="18" y="164"/>
                </a:cxn>
                <a:cxn ang="0">
                  <a:pos x="14" y="161"/>
                </a:cxn>
                <a:cxn ang="0">
                  <a:pos x="7" y="154"/>
                </a:cxn>
                <a:cxn ang="0">
                  <a:pos x="13" y="150"/>
                </a:cxn>
                <a:cxn ang="0">
                  <a:pos x="12" y="142"/>
                </a:cxn>
                <a:cxn ang="0">
                  <a:pos x="4" y="135"/>
                </a:cxn>
                <a:cxn ang="0">
                  <a:pos x="1" y="145"/>
                </a:cxn>
                <a:cxn ang="0">
                  <a:pos x="98" y="49"/>
                </a:cxn>
                <a:cxn ang="0">
                  <a:pos x="120" y="54"/>
                </a:cxn>
                <a:cxn ang="0">
                  <a:pos x="116" y="13"/>
                </a:cxn>
                <a:cxn ang="0">
                  <a:pos x="123" y="0"/>
                </a:cxn>
                <a:cxn ang="0">
                  <a:pos x="139" y="9"/>
                </a:cxn>
                <a:cxn ang="0">
                  <a:pos x="163" y="16"/>
                </a:cxn>
                <a:cxn ang="0">
                  <a:pos x="170" y="29"/>
                </a:cxn>
                <a:cxn ang="0">
                  <a:pos x="160" y="36"/>
                </a:cxn>
                <a:cxn ang="0">
                  <a:pos x="163" y="45"/>
                </a:cxn>
                <a:cxn ang="0">
                  <a:pos x="183" y="42"/>
                </a:cxn>
                <a:cxn ang="0">
                  <a:pos x="199" y="60"/>
                </a:cxn>
                <a:cxn ang="0">
                  <a:pos x="221" y="70"/>
                </a:cxn>
                <a:cxn ang="0">
                  <a:pos x="228" y="64"/>
                </a:cxn>
                <a:cxn ang="0">
                  <a:pos x="232" y="73"/>
                </a:cxn>
                <a:cxn ang="0">
                  <a:pos x="227" y="89"/>
                </a:cxn>
                <a:cxn ang="0">
                  <a:pos x="228" y="113"/>
                </a:cxn>
                <a:cxn ang="0">
                  <a:pos x="242" y="111"/>
                </a:cxn>
                <a:cxn ang="0">
                  <a:pos x="245" y="129"/>
                </a:cxn>
                <a:cxn ang="0">
                  <a:pos x="269" y="141"/>
                </a:cxn>
                <a:cxn ang="0">
                  <a:pos x="271" y="154"/>
                </a:cxn>
                <a:cxn ang="0">
                  <a:pos x="285" y="166"/>
                </a:cxn>
                <a:cxn ang="0">
                  <a:pos x="285" y="177"/>
                </a:cxn>
                <a:cxn ang="0">
                  <a:pos x="269" y="191"/>
                </a:cxn>
                <a:cxn ang="0">
                  <a:pos x="252" y="195"/>
                </a:cxn>
                <a:cxn ang="0">
                  <a:pos x="242" y="194"/>
                </a:cxn>
                <a:cxn ang="0">
                  <a:pos x="238" y="218"/>
                </a:cxn>
                <a:cxn ang="0">
                  <a:pos x="232" y="231"/>
                </a:cxn>
                <a:cxn ang="0">
                  <a:pos x="226" y="238"/>
                </a:cxn>
                <a:cxn ang="0">
                  <a:pos x="236" y="250"/>
                </a:cxn>
                <a:cxn ang="0">
                  <a:pos x="229" y="245"/>
                </a:cxn>
                <a:cxn ang="0">
                  <a:pos x="218" y="236"/>
                </a:cxn>
                <a:cxn ang="0">
                  <a:pos x="200" y="222"/>
                </a:cxn>
                <a:cxn ang="0">
                  <a:pos x="186" y="213"/>
                </a:cxn>
                <a:cxn ang="0">
                  <a:pos x="146" y="234"/>
                </a:cxn>
                <a:cxn ang="0">
                  <a:pos x="139" y="245"/>
                </a:cxn>
                <a:cxn ang="0">
                  <a:pos x="136" y="249"/>
                </a:cxn>
                <a:cxn ang="0">
                  <a:pos x="116" y="237"/>
                </a:cxn>
                <a:cxn ang="0">
                  <a:pos x="120" y="220"/>
                </a:cxn>
                <a:cxn ang="0">
                  <a:pos x="137" y="184"/>
                </a:cxn>
                <a:cxn ang="0">
                  <a:pos x="142" y="158"/>
                </a:cxn>
                <a:cxn ang="0">
                  <a:pos x="118" y="135"/>
                </a:cxn>
                <a:cxn ang="0">
                  <a:pos x="110" y="126"/>
                </a:cxn>
                <a:cxn ang="0">
                  <a:pos x="97" y="85"/>
                </a:cxn>
                <a:cxn ang="0">
                  <a:pos x="98" y="77"/>
                </a:cxn>
                <a:cxn ang="0">
                  <a:pos x="114" y="96"/>
                </a:cxn>
                <a:cxn ang="0">
                  <a:pos x="101" y="79"/>
                </a:cxn>
                <a:cxn ang="0">
                  <a:pos x="98" y="63"/>
                </a:cxn>
              </a:cxnLst>
              <a:rect l="0" t="0" r="r" b="b"/>
              <a:pathLst>
                <a:path w="288" h="254">
                  <a:moveTo>
                    <a:pt x="37" y="174"/>
                  </a:moveTo>
                  <a:cubicBezTo>
                    <a:pt x="38" y="174"/>
                    <a:pt x="40" y="174"/>
                    <a:pt x="41" y="174"/>
                  </a:cubicBezTo>
                  <a:cubicBezTo>
                    <a:pt x="42" y="174"/>
                    <a:pt x="43" y="174"/>
                    <a:pt x="44" y="174"/>
                  </a:cubicBezTo>
                  <a:cubicBezTo>
                    <a:pt x="44" y="175"/>
                    <a:pt x="44" y="176"/>
                    <a:pt x="44" y="178"/>
                  </a:cubicBezTo>
                  <a:cubicBezTo>
                    <a:pt x="44" y="179"/>
                    <a:pt x="45" y="181"/>
                    <a:pt x="44" y="183"/>
                  </a:cubicBezTo>
                  <a:cubicBezTo>
                    <a:pt x="43" y="183"/>
                    <a:pt x="42" y="183"/>
                    <a:pt x="41" y="183"/>
                  </a:cubicBezTo>
                  <a:cubicBezTo>
                    <a:pt x="40" y="182"/>
                    <a:pt x="39" y="182"/>
                    <a:pt x="39" y="181"/>
                  </a:cubicBezTo>
                  <a:cubicBezTo>
                    <a:pt x="38" y="181"/>
                    <a:pt x="38" y="180"/>
                    <a:pt x="38" y="180"/>
                  </a:cubicBezTo>
                  <a:cubicBezTo>
                    <a:pt x="37" y="179"/>
                    <a:pt x="35" y="179"/>
                    <a:pt x="36" y="176"/>
                  </a:cubicBezTo>
                  <a:cubicBezTo>
                    <a:pt x="37" y="174"/>
                    <a:pt x="37" y="174"/>
                    <a:pt x="37" y="174"/>
                  </a:cubicBezTo>
                  <a:close/>
                  <a:moveTo>
                    <a:pt x="14" y="161"/>
                  </a:moveTo>
                  <a:cubicBezTo>
                    <a:pt x="14" y="160"/>
                    <a:pt x="15" y="157"/>
                    <a:pt x="16" y="156"/>
                  </a:cubicBezTo>
                  <a:cubicBezTo>
                    <a:pt x="17" y="153"/>
                    <a:pt x="20" y="156"/>
                    <a:pt x="21" y="157"/>
                  </a:cubicBezTo>
                  <a:cubicBezTo>
                    <a:pt x="23" y="158"/>
                    <a:pt x="25" y="157"/>
                    <a:pt x="27" y="156"/>
                  </a:cubicBezTo>
                  <a:cubicBezTo>
                    <a:pt x="28" y="156"/>
                    <a:pt x="33" y="157"/>
                    <a:pt x="32" y="159"/>
                  </a:cubicBezTo>
                  <a:cubicBezTo>
                    <a:pt x="30" y="162"/>
                    <a:pt x="27" y="160"/>
                    <a:pt x="27" y="164"/>
                  </a:cubicBezTo>
                  <a:cubicBezTo>
                    <a:pt x="26" y="165"/>
                    <a:pt x="25" y="165"/>
                    <a:pt x="23" y="165"/>
                  </a:cubicBezTo>
                  <a:cubicBezTo>
                    <a:pt x="22" y="165"/>
                    <a:pt x="19" y="164"/>
                    <a:pt x="18" y="164"/>
                  </a:cubicBezTo>
                  <a:cubicBezTo>
                    <a:pt x="17" y="165"/>
                    <a:pt x="13" y="165"/>
                    <a:pt x="12" y="163"/>
                  </a:cubicBezTo>
                  <a:cubicBezTo>
                    <a:pt x="14" y="161"/>
                    <a:pt x="14" y="161"/>
                    <a:pt x="14" y="161"/>
                  </a:cubicBezTo>
                  <a:close/>
                  <a:moveTo>
                    <a:pt x="6" y="152"/>
                  </a:moveTo>
                  <a:cubicBezTo>
                    <a:pt x="7" y="154"/>
                    <a:pt x="7" y="154"/>
                    <a:pt x="7" y="154"/>
                  </a:cubicBezTo>
                  <a:cubicBezTo>
                    <a:pt x="8" y="155"/>
                    <a:pt x="11" y="155"/>
                    <a:pt x="13" y="155"/>
                  </a:cubicBezTo>
                  <a:cubicBezTo>
                    <a:pt x="13" y="153"/>
                    <a:pt x="13" y="152"/>
                    <a:pt x="13" y="150"/>
                  </a:cubicBezTo>
                  <a:cubicBezTo>
                    <a:pt x="13" y="149"/>
                    <a:pt x="14" y="146"/>
                    <a:pt x="14" y="145"/>
                  </a:cubicBezTo>
                  <a:cubicBezTo>
                    <a:pt x="13" y="144"/>
                    <a:pt x="12" y="144"/>
                    <a:pt x="12" y="142"/>
                  </a:cubicBezTo>
                  <a:cubicBezTo>
                    <a:pt x="12" y="139"/>
                    <a:pt x="11" y="140"/>
                    <a:pt x="10" y="138"/>
                  </a:cubicBezTo>
                  <a:cubicBezTo>
                    <a:pt x="8" y="136"/>
                    <a:pt x="6" y="134"/>
                    <a:pt x="4" y="135"/>
                  </a:cubicBezTo>
                  <a:cubicBezTo>
                    <a:pt x="2" y="136"/>
                    <a:pt x="1" y="136"/>
                    <a:pt x="0" y="136"/>
                  </a:cubicBezTo>
                  <a:cubicBezTo>
                    <a:pt x="0" y="139"/>
                    <a:pt x="1" y="143"/>
                    <a:pt x="1" y="145"/>
                  </a:cubicBezTo>
                  <a:cubicBezTo>
                    <a:pt x="0" y="146"/>
                    <a:pt x="4" y="152"/>
                    <a:pt x="6" y="152"/>
                  </a:cubicBezTo>
                  <a:close/>
                  <a:moveTo>
                    <a:pt x="98" y="49"/>
                  </a:moveTo>
                  <a:cubicBezTo>
                    <a:pt x="102" y="50"/>
                    <a:pt x="102" y="50"/>
                    <a:pt x="102" y="50"/>
                  </a:cubicBezTo>
                  <a:cubicBezTo>
                    <a:pt x="105" y="51"/>
                    <a:pt x="120" y="60"/>
                    <a:pt x="120" y="54"/>
                  </a:cubicBezTo>
                  <a:cubicBezTo>
                    <a:pt x="120" y="47"/>
                    <a:pt x="110" y="32"/>
                    <a:pt x="113" y="25"/>
                  </a:cubicBezTo>
                  <a:cubicBezTo>
                    <a:pt x="115" y="20"/>
                    <a:pt x="120" y="19"/>
                    <a:pt x="116" y="13"/>
                  </a:cubicBezTo>
                  <a:cubicBezTo>
                    <a:pt x="110" y="5"/>
                    <a:pt x="121" y="5"/>
                    <a:pt x="123" y="0"/>
                  </a:cubicBezTo>
                  <a:cubicBezTo>
                    <a:pt x="123" y="0"/>
                    <a:pt x="123" y="0"/>
                    <a:pt x="123" y="0"/>
                  </a:cubicBezTo>
                  <a:cubicBezTo>
                    <a:pt x="128" y="2"/>
                    <a:pt x="127" y="6"/>
                    <a:pt x="130" y="8"/>
                  </a:cubicBezTo>
                  <a:cubicBezTo>
                    <a:pt x="131" y="9"/>
                    <a:pt x="137" y="9"/>
                    <a:pt x="139" y="9"/>
                  </a:cubicBezTo>
                  <a:cubicBezTo>
                    <a:pt x="144" y="9"/>
                    <a:pt x="151" y="9"/>
                    <a:pt x="157" y="9"/>
                  </a:cubicBezTo>
                  <a:cubicBezTo>
                    <a:pt x="159" y="10"/>
                    <a:pt x="166" y="13"/>
                    <a:pt x="163" y="16"/>
                  </a:cubicBezTo>
                  <a:cubicBezTo>
                    <a:pt x="163" y="22"/>
                    <a:pt x="165" y="20"/>
                    <a:pt x="169" y="21"/>
                  </a:cubicBezTo>
                  <a:cubicBezTo>
                    <a:pt x="169" y="24"/>
                    <a:pt x="169" y="26"/>
                    <a:pt x="170" y="29"/>
                  </a:cubicBezTo>
                  <a:cubicBezTo>
                    <a:pt x="171" y="34"/>
                    <a:pt x="169" y="31"/>
                    <a:pt x="165" y="32"/>
                  </a:cubicBezTo>
                  <a:cubicBezTo>
                    <a:pt x="163" y="33"/>
                    <a:pt x="161" y="34"/>
                    <a:pt x="160" y="36"/>
                  </a:cubicBezTo>
                  <a:cubicBezTo>
                    <a:pt x="159" y="38"/>
                    <a:pt x="156" y="37"/>
                    <a:pt x="155" y="39"/>
                  </a:cubicBezTo>
                  <a:cubicBezTo>
                    <a:pt x="154" y="40"/>
                    <a:pt x="162" y="43"/>
                    <a:pt x="163" y="45"/>
                  </a:cubicBezTo>
                  <a:cubicBezTo>
                    <a:pt x="166" y="50"/>
                    <a:pt x="165" y="58"/>
                    <a:pt x="172" y="50"/>
                  </a:cubicBezTo>
                  <a:cubicBezTo>
                    <a:pt x="174" y="47"/>
                    <a:pt x="178" y="38"/>
                    <a:pt x="183" y="42"/>
                  </a:cubicBezTo>
                  <a:cubicBezTo>
                    <a:pt x="181" y="51"/>
                    <a:pt x="188" y="48"/>
                    <a:pt x="194" y="51"/>
                  </a:cubicBezTo>
                  <a:cubicBezTo>
                    <a:pt x="198" y="52"/>
                    <a:pt x="193" y="57"/>
                    <a:pt x="199" y="60"/>
                  </a:cubicBezTo>
                  <a:cubicBezTo>
                    <a:pt x="202" y="61"/>
                    <a:pt x="207" y="74"/>
                    <a:pt x="212" y="72"/>
                  </a:cubicBezTo>
                  <a:cubicBezTo>
                    <a:pt x="217" y="71"/>
                    <a:pt x="216" y="69"/>
                    <a:pt x="221" y="70"/>
                  </a:cubicBezTo>
                  <a:cubicBezTo>
                    <a:pt x="225" y="70"/>
                    <a:pt x="226" y="66"/>
                    <a:pt x="228" y="64"/>
                  </a:cubicBezTo>
                  <a:cubicBezTo>
                    <a:pt x="228" y="64"/>
                    <a:pt x="228" y="64"/>
                    <a:pt x="228" y="64"/>
                  </a:cubicBezTo>
                  <a:cubicBezTo>
                    <a:pt x="229" y="70"/>
                    <a:pt x="229" y="70"/>
                    <a:pt x="229" y="70"/>
                  </a:cubicBezTo>
                  <a:cubicBezTo>
                    <a:pt x="232" y="73"/>
                    <a:pt x="232" y="73"/>
                    <a:pt x="232" y="73"/>
                  </a:cubicBezTo>
                  <a:cubicBezTo>
                    <a:pt x="232" y="73"/>
                    <a:pt x="232" y="73"/>
                    <a:pt x="232" y="73"/>
                  </a:cubicBezTo>
                  <a:cubicBezTo>
                    <a:pt x="232" y="80"/>
                    <a:pt x="232" y="84"/>
                    <a:pt x="227" y="89"/>
                  </a:cubicBezTo>
                  <a:cubicBezTo>
                    <a:pt x="221" y="96"/>
                    <a:pt x="226" y="98"/>
                    <a:pt x="225" y="105"/>
                  </a:cubicBezTo>
                  <a:cubicBezTo>
                    <a:pt x="225" y="108"/>
                    <a:pt x="223" y="114"/>
                    <a:pt x="228" y="113"/>
                  </a:cubicBezTo>
                  <a:cubicBezTo>
                    <a:pt x="234" y="112"/>
                    <a:pt x="233" y="107"/>
                    <a:pt x="238" y="114"/>
                  </a:cubicBezTo>
                  <a:cubicBezTo>
                    <a:pt x="239" y="116"/>
                    <a:pt x="242" y="110"/>
                    <a:pt x="242" y="111"/>
                  </a:cubicBezTo>
                  <a:cubicBezTo>
                    <a:pt x="243" y="113"/>
                    <a:pt x="242" y="119"/>
                    <a:pt x="242" y="121"/>
                  </a:cubicBezTo>
                  <a:cubicBezTo>
                    <a:pt x="240" y="124"/>
                    <a:pt x="243" y="127"/>
                    <a:pt x="245" y="129"/>
                  </a:cubicBezTo>
                  <a:cubicBezTo>
                    <a:pt x="249" y="131"/>
                    <a:pt x="260" y="135"/>
                    <a:pt x="265" y="134"/>
                  </a:cubicBezTo>
                  <a:cubicBezTo>
                    <a:pt x="270" y="134"/>
                    <a:pt x="267" y="137"/>
                    <a:pt x="269" y="141"/>
                  </a:cubicBezTo>
                  <a:cubicBezTo>
                    <a:pt x="270" y="142"/>
                    <a:pt x="270" y="146"/>
                    <a:pt x="268" y="147"/>
                  </a:cubicBezTo>
                  <a:cubicBezTo>
                    <a:pt x="266" y="148"/>
                    <a:pt x="269" y="153"/>
                    <a:pt x="271" y="154"/>
                  </a:cubicBezTo>
                  <a:cubicBezTo>
                    <a:pt x="274" y="157"/>
                    <a:pt x="274" y="165"/>
                    <a:pt x="280" y="165"/>
                  </a:cubicBezTo>
                  <a:cubicBezTo>
                    <a:pt x="282" y="165"/>
                    <a:pt x="284" y="164"/>
                    <a:pt x="285" y="166"/>
                  </a:cubicBezTo>
                  <a:cubicBezTo>
                    <a:pt x="288" y="171"/>
                    <a:pt x="285" y="170"/>
                    <a:pt x="282" y="173"/>
                  </a:cubicBezTo>
                  <a:cubicBezTo>
                    <a:pt x="281" y="175"/>
                    <a:pt x="284" y="176"/>
                    <a:pt x="285" y="177"/>
                  </a:cubicBezTo>
                  <a:cubicBezTo>
                    <a:pt x="281" y="180"/>
                    <a:pt x="280" y="181"/>
                    <a:pt x="278" y="185"/>
                  </a:cubicBezTo>
                  <a:cubicBezTo>
                    <a:pt x="276" y="189"/>
                    <a:pt x="274" y="192"/>
                    <a:pt x="269" y="191"/>
                  </a:cubicBezTo>
                  <a:cubicBezTo>
                    <a:pt x="265" y="191"/>
                    <a:pt x="265" y="188"/>
                    <a:pt x="261" y="189"/>
                  </a:cubicBezTo>
                  <a:cubicBezTo>
                    <a:pt x="257" y="190"/>
                    <a:pt x="255" y="198"/>
                    <a:pt x="252" y="195"/>
                  </a:cubicBezTo>
                  <a:cubicBezTo>
                    <a:pt x="249" y="192"/>
                    <a:pt x="248" y="195"/>
                    <a:pt x="246" y="195"/>
                  </a:cubicBezTo>
                  <a:cubicBezTo>
                    <a:pt x="245" y="195"/>
                    <a:pt x="244" y="194"/>
                    <a:pt x="242" y="194"/>
                  </a:cubicBezTo>
                  <a:cubicBezTo>
                    <a:pt x="238" y="195"/>
                    <a:pt x="240" y="200"/>
                    <a:pt x="239" y="203"/>
                  </a:cubicBezTo>
                  <a:cubicBezTo>
                    <a:pt x="237" y="207"/>
                    <a:pt x="234" y="215"/>
                    <a:pt x="238" y="218"/>
                  </a:cubicBezTo>
                  <a:cubicBezTo>
                    <a:pt x="242" y="221"/>
                    <a:pt x="236" y="225"/>
                    <a:pt x="233" y="225"/>
                  </a:cubicBezTo>
                  <a:cubicBezTo>
                    <a:pt x="233" y="228"/>
                    <a:pt x="238" y="229"/>
                    <a:pt x="232" y="231"/>
                  </a:cubicBezTo>
                  <a:cubicBezTo>
                    <a:pt x="229" y="231"/>
                    <a:pt x="226" y="231"/>
                    <a:pt x="225" y="233"/>
                  </a:cubicBezTo>
                  <a:cubicBezTo>
                    <a:pt x="224" y="235"/>
                    <a:pt x="224" y="237"/>
                    <a:pt x="226" y="238"/>
                  </a:cubicBezTo>
                  <a:cubicBezTo>
                    <a:pt x="228" y="239"/>
                    <a:pt x="231" y="239"/>
                    <a:pt x="233" y="240"/>
                  </a:cubicBezTo>
                  <a:cubicBezTo>
                    <a:pt x="234" y="241"/>
                    <a:pt x="235" y="249"/>
                    <a:pt x="236" y="250"/>
                  </a:cubicBezTo>
                  <a:cubicBezTo>
                    <a:pt x="236" y="251"/>
                    <a:pt x="236" y="254"/>
                    <a:pt x="235" y="254"/>
                  </a:cubicBezTo>
                  <a:cubicBezTo>
                    <a:pt x="232" y="253"/>
                    <a:pt x="232" y="247"/>
                    <a:pt x="229" y="245"/>
                  </a:cubicBezTo>
                  <a:cubicBezTo>
                    <a:pt x="227" y="244"/>
                    <a:pt x="224" y="244"/>
                    <a:pt x="223" y="242"/>
                  </a:cubicBezTo>
                  <a:cubicBezTo>
                    <a:pt x="222" y="240"/>
                    <a:pt x="220" y="237"/>
                    <a:pt x="218" y="236"/>
                  </a:cubicBezTo>
                  <a:cubicBezTo>
                    <a:pt x="215" y="234"/>
                    <a:pt x="211" y="231"/>
                    <a:pt x="209" y="228"/>
                  </a:cubicBezTo>
                  <a:cubicBezTo>
                    <a:pt x="206" y="224"/>
                    <a:pt x="205" y="222"/>
                    <a:pt x="200" y="222"/>
                  </a:cubicBezTo>
                  <a:cubicBezTo>
                    <a:pt x="197" y="222"/>
                    <a:pt x="189" y="221"/>
                    <a:pt x="189" y="216"/>
                  </a:cubicBezTo>
                  <a:cubicBezTo>
                    <a:pt x="189" y="213"/>
                    <a:pt x="189" y="214"/>
                    <a:pt x="186" y="213"/>
                  </a:cubicBezTo>
                  <a:cubicBezTo>
                    <a:pt x="173" y="212"/>
                    <a:pt x="172" y="226"/>
                    <a:pt x="160" y="223"/>
                  </a:cubicBezTo>
                  <a:cubicBezTo>
                    <a:pt x="153" y="221"/>
                    <a:pt x="149" y="229"/>
                    <a:pt x="146" y="234"/>
                  </a:cubicBezTo>
                  <a:cubicBezTo>
                    <a:pt x="145" y="237"/>
                    <a:pt x="148" y="242"/>
                    <a:pt x="147" y="243"/>
                  </a:cubicBezTo>
                  <a:cubicBezTo>
                    <a:pt x="145" y="244"/>
                    <a:pt x="141" y="245"/>
                    <a:pt x="139" y="245"/>
                  </a:cubicBezTo>
                  <a:cubicBezTo>
                    <a:pt x="136" y="249"/>
                    <a:pt x="136" y="249"/>
                    <a:pt x="136" y="249"/>
                  </a:cubicBezTo>
                  <a:cubicBezTo>
                    <a:pt x="136" y="249"/>
                    <a:pt x="136" y="249"/>
                    <a:pt x="136" y="249"/>
                  </a:cubicBezTo>
                  <a:cubicBezTo>
                    <a:pt x="135" y="243"/>
                    <a:pt x="130" y="238"/>
                    <a:pt x="125" y="236"/>
                  </a:cubicBezTo>
                  <a:cubicBezTo>
                    <a:pt x="123" y="236"/>
                    <a:pt x="117" y="238"/>
                    <a:pt x="116" y="237"/>
                  </a:cubicBezTo>
                  <a:cubicBezTo>
                    <a:pt x="113" y="235"/>
                    <a:pt x="111" y="233"/>
                    <a:pt x="107" y="233"/>
                  </a:cubicBezTo>
                  <a:cubicBezTo>
                    <a:pt x="120" y="220"/>
                    <a:pt x="120" y="220"/>
                    <a:pt x="120" y="220"/>
                  </a:cubicBezTo>
                  <a:cubicBezTo>
                    <a:pt x="126" y="214"/>
                    <a:pt x="129" y="207"/>
                    <a:pt x="136" y="202"/>
                  </a:cubicBezTo>
                  <a:cubicBezTo>
                    <a:pt x="140" y="199"/>
                    <a:pt x="137" y="189"/>
                    <a:pt x="137" y="184"/>
                  </a:cubicBezTo>
                  <a:cubicBezTo>
                    <a:pt x="137" y="178"/>
                    <a:pt x="137" y="174"/>
                    <a:pt x="139" y="168"/>
                  </a:cubicBezTo>
                  <a:cubicBezTo>
                    <a:pt x="140" y="165"/>
                    <a:pt x="143" y="160"/>
                    <a:pt x="142" y="158"/>
                  </a:cubicBezTo>
                  <a:cubicBezTo>
                    <a:pt x="139" y="153"/>
                    <a:pt x="125" y="152"/>
                    <a:pt x="120" y="147"/>
                  </a:cubicBezTo>
                  <a:cubicBezTo>
                    <a:pt x="118" y="145"/>
                    <a:pt x="114" y="136"/>
                    <a:pt x="118" y="135"/>
                  </a:cubicBezTo>
                  <a:cubicBezTo>
                    <a:pt x="118" y="135"/>
                    <a:pt x="118" y="135"/>
                    <a:pt x="118" y="135"/>
                  </a:cubicBezTo>
                  <a:cubicBezTo>
                    <a:pt x="110" y="135"/>
                    <a:pt x="113" y="131"/>
                    <a:pt x="110" y="126"/>
                  </a:cubicBezTo>
                  <a:cubicBezTo>
                    <a:pt x="106" y="120"/>
                    <a:pt x="96" y="111"/>
                    <a:pt x="95" y="105"/>
                  </a:cubicBezTo>
                  <a:cubicBezTo>
                    <a:pt x="95" y="98"/>
                    <a:pt x="97" y="92"/>
                    <a:pt x="97" y="85"/>
                  </a:cubicBezTo>
                  <a:cubicBezTo>
                    <a:pt x="97" y="79"/>
                    <a:pt x="96" y="74"/>
                    <a:pt x="96" y="69"/>
                  </a:cubicBezTo>
                  <a:cubicBezTo>
                    <a:pt x="97" y="69"/>
                    <a:pt x="98" y="76"/>
                    <a:pt x="98" y="77"/>
                  </a:cubicBezTo>
                  <a:cubicBezTo>
                    <a:pt x="98" y="84"/>
                    <a:pt x="103" y="82"/>
                    <a:pt x="105" y="86"/>
                  </a:cubicBezTo>
                  <a:cubicBezTo>
                    <a:pt x="106" y="88"/>
                    <a:pt x="110" y="97"/>
                    <a:pt x="114" y="96"/>
                  </a:cubicBezTo>
                  <a:cubicBezTo>
                    <a:pt x="117" y="95"/>
                    <a:pt x="114" y="89"/>
                    <a:pt x="112" y="88"/>
                  </a:cubicBezTo>
                  <a:cubicBezTo>
                    <a:pt x="101" y="79"/>
                    <a:pt x="101" y="79"/>
                    <a:pt x="101" y="79"/>
                  </a:cubicBezTo>
                  <a:cubicBezTo>
                    <a:pt x="98" y="76"/>
                    <a:pt x="103" y="73"/>
                    <a:pt x="101" y="70"/>
                  </a:cubicBezTo>
                  <a:cubicBezTo>
                    <a:pt x="100" y="67"/>
                    <a:pt x="94" y="66"/>
                    <a:pt x="98" y="63"/>
                  </a:cubicBezTo>
                  <a:cubicBezTo>
                    <a:pt x="99" y="61"/>
                    <a:pt x="99" y="55"/>
                    <a:pt x="98" y="4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2"/>
            <p:cNvSpPr>
              <a:spLocks/>
            </p:cNvSpPr>
            <p:nvPr/>
          </p:nvSpPr>
          <p:spPr bwMode="auto">
            <a:xfrm>
              <a:off x="2627313" y="3013075"/>
              <a:ext cx="720725" cy="722313"/>
            </a:xfrm>
            <a:custGeom>
              <a:avLst/>
              <a:gdLst/>
              <a:ahLst/>
              <a:cxnLst>
                <a:cxn ang="0">
                  <a:pos x="57" y="206"/>
                </a:cxn>
                <a:cxn ang="0">
                  <a:pos x="111" y="194"/>
                </a:cxn>
                <a:cxn ang="0">
                  <a:pos x="140" y="217"/>
                </a:cxn>
                <a:cxn ang="0">
                  <a:pos x="137" y="210"/>
                </a:cxn>
                <a:cxn ang="0">
                  <a:pos x="149" y="190"/>
                </a:cxn>
                <a:cxn ang="0">
                  <a:pos x="163" y="167"/>
                </a:cxn>
                <a:cxn ang="0">
                  <a:pos x="196" y="149"/>
                </a:cxn>
                <a:cxn ang="0">
                  <a:pos x="182" y="126"/>
                </a:cxn>
                <a:cxn ang="0">
                  <a:pos x="156" y="101"/>
                </a:cxn>
                <a:cxn ang="0">
                  <a:pos x="139" y="85"/>
                </a:cxn>
                <a:cxn ang="0">
                  <a:pos x="143" y="45"/>
                </a:cxn>
                <a:cxn ang="0">
                  <a:pos x="164" y="38"/>
                </a:cxn>
                <a:cxn ang="0">
                  <a:pos x="170" y="11"/>
                </a:cxn>
                <a:cxn ang="0">
                  <a:pos x="193" y="17"/>
                </a:cxn>
                <a:cxn ang="0">
                  <a:pos x="179" y="45"/>
                </a:cxn>
                <a:cxn ang="0">
                  <a:pos x="212" y="34"/>
                </a:cxn>
                <a:cxn ang="0">
                  <a:pos x="207" y="73"/>
                </a:cxn>
                <a:cxn ang="0">
                  <a:pos x="249" y="41"/>
                </a:cxn>
                <a:cxn ang="0">
                  <a:pos x="258" y="68"/>
                </a:cxn>
                <a:cxn ang="0">
                  <a:pos x="249" y="83"/>
                </a:cxn>
                <a:cxn ang="0">
                  <a:pos x="218" y="111"/>
                </a:cxn>
                <a:cxn ang="0">
                  <a:pos x="212" y="142"/>
                </a:cxn>
                <a:cxn ang="0">
                  <a:pos x="206" y="166"/>
                </a:cxn>
                <a:cxn ang="0">
                  <a:pos x="260" y="179"/>
                </a:cxn>
                <a:cxn ang="0">
                  <a:pos x="290" y="153"/>
                </a:cxn>
                <a:cxn ang="0">
                  <a:pos x="303" y="134"/>
                </a:cxn>
                <a:cxn ang="0">
                  <a:pos x="293" y="111"/>
                </a:cxn>
                <a:cxn ang="0">
                  <a:pos x="337" y="120"/>
                </a:cxn>
                <a:cxn ang="0">
                  <a:pos x="368" y="95"/>
                </a:cxn>
                <a:cxn ang="0">
                  <a:pos x="381" y="78"/>
                </a:cxn>
                <a:cxn ang="0">
                  <a:pos x="398" y="87"/>
                </a:cxn>
                <a:cxn ang="0">
                  <a:pos x="407" y="110"/>
                </a:cxn>
                <a:cxn ang="0">
                  <a:pos x="403" y="135"/>
                </a:cxn>
                <a:cxn ang="0">
                  <a:pos x="389" y="162"/>
                </a:cxn>
                <a:cxn ang="0">
                  <a:pos x="373" y="192"/>
                </a:cxn>
                <a:cxn ang="0">
                  <a:pos x="357" y="210"/>
                </a:cxn>
                <a:cxn ang="0">
                  <a:pos x="370" y="225"/>
                </a:cxn>
                <a:cxn ang="0">
                  <a:pos x="357" y="251"/>
                </a:cxn>
                <a:cxn ang="0">
                  <a:pos x="309" y="265"/>
                </a:cxn>
                <a:cxn ang="0">
                  <a:pos x="268" y="279"/>
                </a:cxn>
                <a:cxn ang="0">
                  <a:pos x="290" y="310"/>
                </a:cxn>
                <a:cxn ang="0">
                  <a:pos x="311" y="340"/>
                </a:cxn>
                <a:cxn ang="0">
                  <a:pos x="278" y="376"/>
                </a:cxn>
                <a:cxn ang="0">
                  <a:pos x="222" y="398"/>
                </a:cxn>
                <a:cxn ang="0">
                  <a:pos x="217" y="364"/>
                </a:cxn>
                <a:cxn ang="0">
                  <a:pos x="199" y="347"/>
                </a:cxn>
                <a:cxn ang="0">
                  <a:pos x="158" y="361"/>
                </a:cxn>
                <a:cxn ang="0">
                  <a:pos x="112" y="381"/>
                </a:cxn>
                <a:cxn ang="0">
                  <a:pos x="68" y="352"/>
                </a:cxn>
                <a:cxn ang="0">
                  <a:pos x="23" y="292"/>
                </a:cxn>
                <a:cxn ang="0">
                  <a:pos x="12" y="240"/>
                </a:cxn>
                <a:cxn ang="0">
                  <a:pos x="47" y="221"/>
                </a:cxn>
              </a:cxnLst>
              <a:rect l="0" t="0" r="r" b="b"/>
              <a:pathLst>
                <a:path w="410" h="411">
                  <a:moveTo>
                    <a:pt x="47" y="221"/>
                  </a:moveTo>
                  <a:cubicBezTo>
                    <a:pt x="50" y="217"/>
                    <a:pt x="50" y="217"/>
                    <a:pt x="50" y="217"/>
                  </a:cubicBezTo>
                  <a:cubicBezTo>
                    <a:pt x="52" y="217"/>
                    <a:pt x="56" y="216"/>
                    <a:pt x="58" y="215"/>
                  </a:cubicBezTo>
                  <a:cubicBezTo>
                    <a:pt x="59" y="214"/>
                    <a:pt x="56" y="209"/>
                    <a:pt x="57" y="206"/>
                  </a:cubicBezTo>
                  <a:cubicBezTo>
                    <a:pt x="60" y="201"/>
                    <a:pt x="64" y="193"/>
                    <a:pt x="71" y="195"/>
                  </a:cubicBezTo>
                  <a:cubicBezTo>
                    <a:pt x="83" y="198"/>
                    <a:pt x="84" y="184"/>
                    <a:pt x="97" y="185"/>
                  </a:cubicBezTo>
                  <a:cubicBezTo>
                    <a:pt x="100" y="186"/>
                    <a:pt x="100" y="185"/>
                    <a:pt x="100" y="188"/>
                  </a:cubicBezTo>
                  <a:cubicBezTo>
                    <a:pt x="100" y="193"/>
                    <a:pt x="108" y="194"/>
                    <a:pt x="111" y="194"/>
                  </a:cubicBezTo>
                  <a:cubicBezTo>
                    <a:pt x="116" y="194"/>
                    <a:pt x="117" y="196"/>
                    <a:pt x="120" y="200"/>
                  </a:cubicBezTo>
                  <a:cubicBezTo>
                    <a:pt x="122" y="203"/>
                    <a:pt x="126" y="206"/>
                    <a:pt x="129" y="208"/>
                  </a:cubicBezTo>
                  <a:cubicBezTo>
                    <a:pt x="131" y="209"/>
                    <a:pt x="133" y="212"/>
                    <a:pt x="134" y="214"/>
                  </a:cubicBezTo>
                  <a:cubicBezTo>
                    <a:pt x="135" y="216"/>
                    <a:pt x="138" y="216"/>
                    <a:pt x="140" y="217"/>
                  </a:cubicBezTo>
                  <a:cubicBezTo>
                    <a:pt x="143" y="219"/>
                    <a:pt x="143" y="225"/>
                    <a:pt x="146" y="226"/>
                  </a:cubicBezTo>
                  <a:cubicBezTo>
                    <a:pt x="147" y="226"/>
                    <a:pt x="147" y="223"/>
                    <a:pt x="147" y="222"/>
                  </a:cubicBezTo>
                  <a:cubicBezTo>
                    <a:pt x="146" y="221"/>
                    <a:pt x="145" y="213"/>
                    <a:pt x="144" y="212"/>
                  </a:cubicBezTo>
                  <a:cubicBezTo>
                    <a:pt x="142" y="211"/>
                    <a:pt x="139" y="211"/>
                    <a:pt x="137" y="210"/>
                  </a:cubicBezTo>
                  <a:cubicBezTo>
                    <a:pt x="135" y="209"/>
                    <a:pt x="135" y="207"/>
                    <a:pt x="136" y="205"/>
                  </a:cubicBezTo>
                  <a:cubicBezTo>
                    <a:pt x="137" y="203"/>
                    <a:pt x="140" y="203"/>
                    <a:pt x="143" y="203"/>
                  </a:cubicBezTo>
                  <a:cubicBezTo>
                    <a:pt x="149" y="201"/>
                    <a:pt x="144" y="200"/>
                    <a:pt x="144" y="197"/>
                  </a:cubicBezTo>
                  <a:cubicBezTo>
                    <a:pt x="147" y="197"/>
                    <a:pt x="153" y="193"/>
                    <a:pt x="149" y="190"/>
                  </a:cubicBezTo>
                  <a:cubicBezTo>
                    <a:pt x="145" y="187"/>
                    <a:pt x="148" y="179"/>
                    <a:pt x="150" y="175"/>
                  </a:cubicBezTo>
                  <a:cubicBezTo>
                    <a:pt x="151" y="172"/>
                    <a:pt x="149" y="167"/>
                    <a:pt x="153" y="166"/>
                  </a:cubicBezTo>
                  <a:cubicBezTo>
                    <a:pt x="155" y="166"/>
                    <a:pt x="156" y="167"/>
                    <a:pt x="157" y="167"/>
                  </a:cubicBezTo>
                  <a:cubicBezTo>
                    <a:pt x="159" y="167"/>
                    <a:pt x="160" y="164"/>
                    <a:pt x="163" y="167"/>
                  </a:cubicBezTo>
                  <a:cubicBezTo>
                    <a:pt x="166" y="170"/>
                    <a:pt x="168" y="162"/>
                    <a:pt x="172" y="161"/>
                  </a:cubicBezTo>
                  <a:cubicBezTo>
                    <a:pt x="176" y="160"/>
                    <a:pt x="176" y="163"/>
                    <a:pt x="180" y="163"/>
                  </a:cubicBezTo>
                  <a:cubicBezTo>
                    <a:pt x="185" y="164"/>
                    <a:pt x="187" y="161"/>
                    <a:pt x="189" y="157"/>
                  </a:cubicBezTo>
                  <a:cubicBezTo>
                    <a:pt x="191" y="153"/>
                    <a:pt x="192" y="152"/>
                    <a:pt x="196" y="149"/>
                  </a:cubicBezTo>
                  <a:cubicBezTo>
                    <a:pt x="195" y="148"/>
                    <a:pt x="192" y="147"/>
                    <a:pt x="193" y="145"/>
                  </a:cubicBezTo>
                  <a:cubicBezTo>
                    <a:pt x="196" y="142"/>
                    <a:pt x="199" y="143"/>
                    <a:pt x="196" y="138"/>
                  </a:cubicBezTo>
                  <a:cubicBezTo>
                    <a:pt x="195" y="136"/>
                    <a:pt x="193" y="137"/>
                    <a:pt x="191" y="137"/>
                  </a:cubicBezTo>
                  <a:cubicBezTo>
                    <a:pt x="185" y="137"/>
                    <a:pt x="185" y="129"/>
                    <a:pt x="182" y="126"/>
                  </a:cubicBezTo>
                  <a:cubicBezTo>
                    <a:pt x="180" y="125"/>
                    <a:pt x="177" y="120"/>
                    <a:pt x="179" y="119"/>
                  </a:cubicBezTo>
                  <a:cubicBezTo>
                    <a:pt x="181" y="118"/>
                    <a:pt x="181" y="114"/>
                    <a:pt x="180" y="113"/>
                  </a:cubicBezTo>
                  <a:cubicBezTo>
                    <a:pt x="178" y="109"/>
                    <a:pt x="181" y="106"/>
                    <a:pt x="176" y="106"/>
                  </a:cubicBezTo>
                  <a:cubicBezTo>
                    <a:pt x="171" y="107"/>
                    <a:pt x="160" y="103"/>
                    <a:pt x="156" y="101"/>
                  </a:cubicBezTo>
                  <a:cubicBezTo>
                    <a:pt x="154" y="99"/>
                    <a:pt x="151" y="96"/>
                    <a:pt x="153" y="93"/>
                  </a:cubicBezTo>
                  <a:cubicBezTo>
                    <a:pt x="153" y="91"/>
                    <a:pt x="154" y="85"/>
                    <a:pt x="153" y="83"/>
                  </a:cubicBezTo>
                  <a:cubicBezTo>
                    <a:pt x="153" y="82"/>
                    <a:pt x="150" y="88"/>
                    <a:pt x="149" y="86"/>
                  </a:cubicBezTo>
                  <a:cubicBezTo>
                    <a:pt x="144" y="79"/>
                    <a:pt x="145" y="84"/>
                    <a:pt x="139" y="85"/>
                  </a:cubicBezTo>
                  <a:cubicBezTo>
                    <a:pt x="134" y="86"/>
                    <a:pt x="136" y="80"/>
                    <a:pt x="136" y="77"/>
                  </a:cubicBezTo>
                  <a:cubicBezTo>
                    <a:pt x="137" y="70"/>
                    <a:pt x="132" y="68"/>
                    <a:pt x="138" y="61"/>
                  </a:cubicBezTo>
                  <a:cubicBezTo>
                    <a:pt x="143" y="56"/>
                    <a:pt x="143" y="52"/>
                    <a:pt x="143" y="45"/>
                  </a:cubicBezTo>
                  <a:cubicBezTo>
                    <a:pt x="143" y="45"/>
                    <a:pt x="143" y="45"/>
                    <a:pt x="143" y="45"/>
                  </a:cubicBezTo>
                  <a:cubicBezTo>
                    <a:pt x="150" y="46"/>
                    <a:pt x="143" y="38"/>
                    <a:pt x="150" y="38"/>
                  </a:cubicBezTo>
                  <a:cubicBezTo>
                    <a:pt x="151" y="38"/>
                    <a:pt x="158" y="42"/>
                    <a:pt x="154" y="36"/>
                  </a:cubicBezTo>
                  <a:cubicBezTo>
                    <a:pt x="148" y="29"/>
                    <a:pt x="158" y="25"/>
                    <a:pt x="163" y="25"/>
                  </a:cubicBezTo>
                  <a:cubicBezTo>
                    <a:pt x="165" y="26"/>
                    <a:pt x="164" y="35"/>
                    <a:pt x="164" y="38"/>
                  </a:cubicBezTo>
                  <a:cubicBezTo>
                    <a:pt x="167" y="45"/>
                    <a:pt x="168" y="43"/>
                    <a:pt x="170" y="38"/>
                  </a:cubicBezTo>
                  <a:cubicBezTo>
                    <a:pt x="171" y="35"/>
                    <a:pt x="176" y="36"/>
                    <a:pt x="177" y="34"/>
                  </a:cubicBezTo>
                  <a:cubicBezTo>
                    <a:pt x="179" y="31"/>
                    <a:pt x="171" y="26"/>
                    <a:pt x="171" y="22"/>
                  </a:cubicBezTo>
                  <a:cubicBezTo>
                    <a:pt x="171" y="18"/>
                    <a:pt x="170" y="15"/>
                    <a:pt x="170" y="11"/>
                  </a:cubicBezTo>
                  <a:cubicBezTo>
                    <a:pt x="161" y="9"/>
                    <a:pt x="169" y="5"/>
                    <a:pt x="173" y="4"/>
                  </a:cubicBezTo>
                  <a:cubicBezTo>
                    <a:pt x="177" y="2"/>
                    <a:pt x="193" y="0"/>
                    <a:pt x="193" y="4"/>
                  </a:cubicBezTo>
                  <a:cubicBezTo>
                    <a:pt x="194" y="17"/>
                    <a:pt x="194" y="17"/>
                    <a:pt x="194" y="17"/>
                  </a:cubicBezTo>
                  <a:cubicBezTo>
                    <a:pt x="194" y="17"/>
                    <a:pt x="193" y="17"/>
                    <a:pt x="193" y="17"/>
                  </a:cubicBezTo>
                  <a:cubicBezTo>
                    <a:pt x="193" y="17"/>
                    <a:pt x="193" y="17"/>
                    <a:pt x="192" y="17"/>
                  </a:cubicBezTo>
                  <a:cubicBezTo>
                    <a:pt x="192" y="18"/>
                    <a:pt x="192" y="18"/>
                    <a:pt x="192" y="18"/>
                  </a:cubicBezTo>
                  <a:cubicBezTo>
                    <a:pt x="184" y="18"/>
                    <a:pt x="183" y="26"/>
                    <a:pt x="183" y="33"/>
                  </a:cubicBezTo>
                  <a:cubicBezTo>
                    <a:pt x="183" y="36"/>
                    <a:pt x="180" y="42"/>
                    <a:pt x="179" y="45"/>
                  </a:cubicBezTo>
                  <a:cubicBezTo>
                    <a:pt x="179" y="45"/>
                    <a:pt x="183" y="70"/>
                    <a:pt x="187" y="58"/>
                  </a:cubicBezTo>
                  <a:cubicBezTo>
                    <a:pt x="191" y="43"/>
                    <a:pt x="190" y="30"/>
                    <a:pt x="198" y="17"/>
                  </a:cubicBezTo>
                  <a:cubicBezTo>
                    <a:pt x="199" y="16"/>
                    <a:pt x="207" y="21"/>
                    <a:pt x="209" y="22"/>
                  </a:cubicBezTo>
                  <a:cubicBezTo>
                    <a:pt x="210" y="23"/>
                    <a:pt x="211" y="31"/>
                    <a:pt x="212" y="34"/>
                  </a:cubicBezTo>
                  <a:cubicBezTo>
                    <a:pt x="215" y="39"/>
                    <a:pt x="211" y="41"/>
                    <a:pt x="208" y="43"/>
                  </a:cubicBezTo>
                  <a:cubicBezTo>
                    <a:pt x="203" y="47"/>
                    <a:pt x="209" y="48"/>
                    <a:pt x="210" y="51"/>
                  </a:cubicBezTo>
                  <a:cubicBezTo>
                    <a:pt x="210" y="53"/>
                    <a:pt x="205" y="58"/>
                    <a:pt x="204" y="60"/>
                  </a:cubicBezTo>
                  <a:cubicBezTo>
                    <a:pt x="203" y="63"/>
                    <a:pt x="202" y="74"/>
                    <a:pt x="207" y="73"/>
                  </a:cubicBezTo>
                  <a:cubicBezTo>
                    <a:pt x="211" y="72"/>
                    <a:pt x="219" y="68"/>
                    <a:pt x="223" y="66"/>
                  </a:cubicBezTo>
                  <a:cubicBezTo>
                    <a:pt x="226" y="64"/>
                    <a:pt x="239" y="56"/>
                    <a:pt x="236" y="55"/>
                  </a:cubicBezTo>
                  <a:cubicBezTo>
                    <a:pt x="228" y="52"/>
                    <a:pt x="237" y="40"/>
                    <a:pt x="241" y="40"/>
                  </a:cubicBezTo>
                  <a:cubicBezTo>
                    <a:pt x="243" y="39"/>
                    <a:pt x="251" y="38"/>
                    <a:pt x="249" y="41"/>
                  </a:cubicBezTo>
                  <a:cubicBezTo>
                    <a:pt x="247" y="43"/>
                    <a:pt x="246" y="48"/>
                    <a:pt x="247" y="50"/>
                  </a:cubicBezTo>
                  <a:cubicBezTo>
                    <a:pt x="249" y="53"/>
                    <a:pt x="256" y="46"/>
                    <a:pt x="259" y="53"/>
                  </a:cubicBezTo>
                  <a:cubicBezTo>
                    <a:pt x="261" y="56"/>
                    <a:pt x="267" y="56"/>
                    <a:pt x="261" y="59"/>
                  </a:cubicBezTo>
                  <a:cubicBezTo>
                    <a:pt x="250" y="63"/>
                    <a:pt x="266" y="66"/>
                    <a:pt x="258" y="68"/>
                  </a:cubicBezTo>
                  <a:cubicBezTo>
                    <a:pt x="257" y="69"/>
                    <a:pt x="255" y="71"/>
                    <a:pt x="254" y="72"/>
                  </a:cubicBezTo>
                  <a:cubicBezTo>
                    <a:pt x="254" y="73"/>
                    <a:pt x="258" y="75"/>
                    <a:pt x="259" y="76"/>
                  </a:cubicBezTo>
                  <a:cubicBezTo>
                    <a:pt x="259" y="77"/>
                    <a:pt x="257" y="81"/>
                    <a:pt x="256" y="81"/>
                  </a:cubicBezTo>
                  <a:cubicBezTo>
                    <a:pt x="254" y="82"/>
                    <a:pt x="249" y="81"/>
                    <a:pt x="249" y="83"/>
                  </a:cubicBezTo>
                  <a:cubicBezTo>
                    <a:pt x="247" y="90"/>
                    <a:pt x="240" y="86"/>
                    <a:pt x="236" y="88"/>
                  </a:cubicBezTo>
                  <a:cubicBezTo>
                    <a:pt x="232" y="91"/>
                    <a:pt x="229" y="94"/>
                    <a:pt x="224" y="96"/>
                  </a:cubicBezTo>
                  <a:cubicBezTo>
                    <a:pt x="223" y="97"/>
                    <a:pt x="213" y="101"/>
                    <a:pt x="214" y="102"/>
                  </a:cubicBezTo>
                  <a:cubicBezTo>
                    <a:pt x="215" y="104"/>
                    <a:pt x="221" y="108"/>
                    <a:pt x="218" y="111"/>
                  </a:cubicBezTo>
                  <a:cubicBezTo>
                    <a:pt x="216" y="113"/>
                    <a:pt x="215" y="114"/>
                    <a:pt x="215" y="118"/>
                  </a:cubicBezTo>
                  <a:cubicBezTo>
                    <a:pt x="215" y="124"/>
                    <a:pt x="215" y="125"/>
                    <a:pt x="209" y="126"/>
                  </a:cubicBezTo>
                  <a:cubicBezTo>
                    <a:pt x="198" y="128"/>
                    <a:pt x="203" y="133"/>
                    <a:pt x="205" y="140"/>
                  </a:cubicBezTo>
                  <a:cubicBezTo>
                    <a:pt x="208" y="147"/>
                    <a:pt x="207" y="145"/>
                    <a:pt x="212" y="142"/>
                  </a:cubicBezTo>
                  <a:cubicBezTo>
                    <a:pt x="216" y="140"/>
                    <a:pt x="218" y="141"/>
                    <a:pt x="219" y="145"/>
                  </a:cubicBezTo>
                  <a:cubicBezTo>
                    <a:pt x="219" y="149"/>
                    <a:pt x="210" y="152"/>
                    <a:pt x="208" y="151"/>
                  </a:cubicBezTo>
                  <a:cubicBezTo>
                    <a:pt x="207" y="150"/>
                    <a:pt x="194" y="156"/>
                    <a:pt x="201" y="156"/>
                  </a:cubicBezTo>
                  <a:cubicBezTo>
                    <a:pt x="209" y="156"/>
                    <a:pt x="203" y="160"/>
                    <a:pt x="206" y="166"/>
                  </a:cubicBezTo>
                  <a:cubicBezTo>
                    <a:pt x="208" y="172"/>
                    <a:pt x="207" y="175"/>
                    <a:pt x="214" y="172"/>
                  </a:cubicBezTo>
                  <a:cubicBezTo>
                    <a:pt x="227" y="167"/>
                    <a:pt x="222" y="180"/>
                    <a:pt x="230" y="182"/>
                  </a:cubicBezTo>
                  <a:cubicBezTo>
                    <a:pt x="238" y="184"/>
                    <a:pt x="239" y="173"/>
                    <a:pt x="245" y="177"/>
                  </a:cubicBezTo>
                  <a:cubicBezTo>
                    <a:pt x="249" y="180"/>
                    <a:pt x="255" y="181"/>
                    <a:pt x="260" y="179"/>
                  </a:cubicBezTo>
                  <a:cubicBezTo>
                    <a:pt x="264" y="177"/>
                    <a:pt x="261" y="172"/>
                    <a:pt x="261" y="168"/>
                  </a:cubicBezTo>
                  <a:cubicBezTo>
                    <a:pt x="261" y="155"/>
                    <a:pt x="268" y="165"/>
                    <a:pt x="271" y="166"/>
                  </a:cubicBezTo>
                  <a:cubicBezTo>
                    <a:pt x="277" y="168"/>
                    <a:pt x="282" y="157"/>
                    <a:pt x="286" y="154"/>
                  </a:cubicBezTo>
                  <a:cubicBezTo>
                    <a:pt x="283" y="153"/>
                    <a:pt x="289" y="153"/>
                    <a:pt x="290" y="153"/>
                  </a:cubicBezTo>
                  <a:cubicBezTo>
                    <a:pt x="294" y="153"/>
                    <a:pt x="302" y="153"/>
                    <a:pt x="302" y="146"/>
                  </a:cubicBezTo>
                  <a:cubicBezTo>
                    <a:pt x="302" y="146"/>
                    <a:pt x="298" y="145"/>
                    <a:pt x="298" y="145"/>
                  </a:cubicBezTo>
                  <a:cubicBezTo>
                    <a:pt x="298" y="144"/>
                    <a:pt x="302" y="142"/>
                    <a:pt x="303" y="141"/>
                  </a:cubicBezTo>
                  <a:cubicBezTo>
                    <a:pt x="304" y="139"/>
                    <a:pt x="307" y="135"/>
                    <a:pt x="303" y="134"/>
                  </a:cubicBezTo>
                  <a:cubicBezTo>
                    <a:pt x="299" y="133"/>
                    <a:pt x="300" y="132"/>
                    <a:pt x="300" y="128"/>
                  </a:cubicBezTo>
                  <a:cubicBezTo>
                    <a:pt x="300" y="126"/>
                    <a:pt x="294" y="125"/>
                    <a:pt x="292" y="123"/>
                  </a:cubicBezTo>
                  <a:cubicBezTo>
                    <a:pt x="289" y="120"/>
                    <a:pt x="291" y="115"/>
                    <a:pt x="293" y="111"/>
                  </a:cubicBezTo>
                  <a:cubicBezTo>
                    <a:pt x="293" y="111"/>
                    <a:pt x="293" y="111"/>
                    <a:pt x="293" y="111"/>
                  </a:cubicBezTo>
                  <a:cubicBezTo>
                    <a:pt x="297" y="111"/>
                    <a:pt x="300" y="106"/>
                    <a:pt x="303" y="106"/>
                  </a:cubicBezTo>
                  <a:cubicBezTo>
                    <a:pt x="306" y="106"/>
                    <a:pt x="305" y="110"/>
                    <a:pt x="309" y="110"/>
                  </a:cubicBezTo>
                  <a:cubicBezTo>
                    <a:pt x="314" y="110"/>
                    <a:pt x="318" y="115"/>
                    <a:pt x="322" y="117"/>
                  </a:cubicBezTo>
                  <a:cubicBezTo>
                    <a:pt x="326" y="119"/>
                    <a:pt x="333" y="122"/>
                    <a:pt x="337" y="120"/>
                  </a:cubicBezTo>
                  <a:cubicBezTo>
                    <a:pt x="340" y="117"/>
                    <a:pt x="342" y="119"/>
                    <a:pt x="345" y="118"/>
                  </a:cubicBezTo>
                  <a:cubicBezTo>
                    <a:pt x="347" y="117"/>
                    <a:pt x="347" y="114"/>
                    <a:pt x="349" y="113"/>
                  </a:cubicBezTo>
                  <a:cubicBezTo>
                    <a:pt x="354" y="110"/>
                    <a:pt x="354" y="110"/>
                    <a:pt x="357" y="105"/>
                  </a:cubicBezTo>
                  <a:cubicBezTo>
                    <a:pt x="359" y="101"/>
                    <a:pt x="363" y="96"/>
                    <a:pt x="368" y="95"/>
                  </a:cubicBezTo>
                  <a:cubicBezTo>
                    <a:pt x="371" y="94"/>
                    <a:pt x="373" y="93"/>
                    <a:pt x="376" y="93"/>
                  </a:cubicBezTo>
                  <a:cubicBezTo>
                    <a:pt x="377" y="93"/>
                    <a:pt x="379" y="92"/>
                    <a:pt x="380" y="91"/>
                  </a:cubicBezTo>
                  <a:cubicBezTo>
                    <a:pt x="381" y="90"/>
                    <a:pt x="380" y="87"/>
                    <a:pt x="380" y="86"/>
                  </a:cubicBezTo>
                  <a:cubicBezTo>
                    <a:pt x="379" y="83"/>
                    <a:pt x="380" y="81"/>
                    <a:pt x="381" y="78"/>
                  </a:cubicBezTo>
                  <a:cubicBezTo>
                    <a:pt x="381" y="78"/>
                    <a:pt x="381" y="78"/>
                    <a:pt x="381" y="78"/>
                  </a:cubicBezTo>
                  <a:cubicBezTo>
                    <a:pt x="383" y="78"/>
                    <a:pt x="385" y="78"/>
                    <a:pt x="387" y="80"/>
                  </a:cubicBezTo>
                  <a:cubicBezTo>
                    <a:pt x="387" y="81"/>
                    <a:pt x="388" y="83"/>
                    <a:pt x="388" y="84"/>
                  </a:cubicBezTo>
                  <a:cubicBezTo>
                    <a:pt x="389" y="85"/>
                    <a:pt x="396" y="85"/>
                    <a:pt x="398" y="87"/>
                  </a:cubicBezTo>
                  <a:cubicBezTo>
                    <a:pt x="401" y="89"/>
                    <a:pt x="401" y="92"/>
                    <a:pt x="404" y="94"/>
                  </a:cubicBezTo>
                  <a:cubicBezTo>
                    <a:pt x="407" y="96"/>
                    <a:pt x="408" y="102"/>
                    <a:pt x="410" y="104"/>
                  </a:cubicBezTo>
                  <a:cubicBezTo>
                    <a:pt x="410" y="104"/>
                    <a:pt x="410" y="104"/>
                    <a:pt x="410" y="104"/>
                  </a:cubicBezTo>
                  <a:cubicBezTo>
                    <a:pt x="407" y="110"/>
                    <a:pt x="407" y="110"/>
                    <a:pt x="407" y="110"/>
                  </a:cubicBezTo>
                  <a:cubicBezTo>
                    <a:pt x="406" y="111"/>
                    <a:pt x="404" y="115"/>
                    <a:pt x="405" y="117"/>
                  </a:cubicBezTo>
                  <a:cubicBezTo>
                    <a:pt x="405" y="119"/>
                    <a:pt x="406" y="120"/>
                    <a:pt x="406" y="122"/>
                  </a:cubicBezTo>
                  <a:cubicBezTo>
                    <a:pt x="407" y="126"/>
                    <a:pt x="404" y="128"/>
                    <a:pt x="402" y="130"/>
                  </a:cubicBezTo>
                  <a:cubicBezTo>
                    <a:pt x="400" y="132"/>
                    <a:pt x="402" y="133"/>
                    <a:pt x="403" y="135"/>
                  </a:cubicBezTo>
                  <a:cubicBezTo>
                    <a:pt x="405" y="137"/>
                    <a:pt x="407" y="139"/>
                    <a:pt x="407" y="142"/>
                  </a:cubicBezTo>
                  <a:cubicBezTo>
                    <a:pt x="404" y="145"/>
                    <a:pt x="395" y="146"/>
                    <a:pt x="399" y="151"/>
                  </a:cubicBezTo>
                  <a:cubicBezTo>
                    <a:pt x="404" y="156"/>
                    <a:pt x="400" y="158"/>
                    <a:pt x="394" y="158"/>
                  </a:cubicBezTo>
                  <a:cubicBezTo>
                    <a:pt x="390" y="159"/>
                    <a:pt x="390" y="157"/>
                    <a:pt x="389" y="162"/>
                  </a:cubicBezTo>
                  <a:cubicBezTo>
                    <a:pt x="387" y="166"/>
                    <a:pt x="389" y="169"/>
                    <a:pt x="385" y="171"/>
                  </a:cubicBezTo>
                  <a:cubicBezTo>
                    <a:pt x="379" y="175"/>
                    <a:pt x="387" y="177"/>
                    <a:pt x="379" y="179"/>
                  </a:cubicBezTo>
                  <a:cubicBezTo>
                    <a:pt x="376" y="180"/>
                    <a:pt x="378" y="184"/>
                    <a:pt x="377" y="186"/>
                  </a:cubicBezTo>
                  <a:cubicBezTo>
                    <a:pt x="376" y="188"/>
                    <a:pt x="373" y="189"/>
                    <a:pt x="373" y="192"/>
                  </a:cubicBezTo>
                  <a:cubicBezTo>
                    <a:pt x="372" y="195"/>
                    <a:pt x="372" y="197"/>
                    <a:pt x="368" y="197"/>
                  </a:cubicBezTo>
                  <a:cubicBezTo>
                    <a:pt x="362" y="198"/>
                    <a:pt x="365" y="201"/>
                    <a:pt x="363" y="203"/>
                  </a:cubicBezTo>
                  <a:cubicBezTo>
                    <a:pt x="362" y="205"/>
                    <a:pt x="360" y="204"/>
                    <a:pt x="358" y="204"/>
                  </a:cubicBezTo>
                  <a:cubicBezTo>
                    <a:pt x="356" y="205"/>
                    <a:pt x="357" y="209"/>
                    <a:pt x="357" y="210"/>
                  </a:cubicBezTo>
                  <a:cubicBezTo>
                    <a:pt x="358" y="213"/>
                    <a:pt x="361" y="215"/>
                    <a:pt x="363" y="217"/>
                  </a:cubicBezTo>
                  <a:cubicBezTo>
                    <a:pt x="364" y="218"/>
                    <a:pt x="367" y="219"/>
                    <a:pt x="367" y="221"/>
                  </a:cubicBezTo>
                  <a:cubicBezTo>
                    <a:pt x="368" y="221"/>
                    <a:pt x="368" y="221"/>
                    <a:pt x="368" y="221"/>
                  </a:cubicBezTo>
                  <a:cubicBezTo>
                    <a:pt x="369" y="222"/>
                    <a:pt x="370" y="224"/>
                    <a:pt x="370" y="225"/>
                  </a:cubicBezTo>
                  <a:cubicBezTo>
                    <a:pt x="371" y="228"/>
                    <a:pt x="368" y="229"/>
                    <a:pt x="369" y="231"/>
                  </a:cubicBezTo>
                  <a:cubicBezTo>
                    <a:pt x="373" y="239"/>
                    <a:pt x="361" y="233"/>
                    <a:pt x="362" y="239"/>
                  </a:cubicBezTo>
                  <a:cubicBezTo>
                    <a:pt x="362" y="244"/>
                    <a:pt x="360" y="248"/>
                    <a:pt x="357" y="251"/>
                  </a:cubicBezTo>
                  <a:cubicBezTo>
                    <a:pt x="357" y="251"/>
                    <a:pt x="357" y="251"/>
                    <a:pt x="357" y="251"/>
                  </a:cubicBezTo>
                  <a:cubicBezTo>
                    <a:pt x="350" y="251"/>
                    <a:pt x="350" y="251"/>
                    <a:pt x="350" y="251"/>
                  </a:cubicBezTo>
                  <a:cubicBezTo>
                    <a:pt x="346" y="254"/>
                    <a:pt x="345" y="256"/>
                    <a:pt x="340" y="257"/>
                  </a:cubicBezTo>
                  <a:cubicBezTo>
                    <a:pt x="337" y="259"/>
                    <a:pt x="333" y="256"/>
                    <a:pt x="329" y="256"/>
                  </a:cubicBezTo>
                  <a:cubicBezTo>
                    <a:pt x="321" y="256"/>
                    <a:pt x="316" y="262"/>
                    <a:pt x="309" y="265"/>
                  </a:cubicBezTo>
                  <a:cubicBezTo>
                    <a:pt x="302" y="268"/>
                    <a:pt x="306" y="267"/>
                    <a:pt x="302" y="272"/>
                  </a:cubicBezTo>
                  <a:cubicBezTo>
                    <a:pt x="300" y="276"/>
                    <a:pt x="288" y="282"/>
                    <a:pt x="284" y="281"/>
                  </a:cubicBezTo>
                  <a:cubicBezTo>
                    <a:pt x="281" y="280"/>
                    <a:pt x="280" y="276"/>
                    <a:pt x="277" y="276"/>
                  </a:cubicBezTo>
                  <a:cubicBezTo>
                    <a:pt x="273" y="275"/>
                    <a:pt x="271" y="278"/>
                    <a:pt x="268" y="279"/>
                  </a:cubicBezTo>
                  <a:cubicBezTo>
                    <a:pt x="263" y="280"/>
                    <a:pt x="266" y="287"/>
                    <a:pt x="265" y="290"/>
                  </a:cubicBezTo>
                  <a:cubicBezTo>
                    <a:pt x="265" y="299"/>
                    <a:pt x="276" y="290"/>
                    <a:pt x="282" y="294"/>
                  </a:cubicBezTo>
                  <a:cubicBezTo>
                    <a:pt x="289" y="298"/>
                    <a:pt x="291" y="295"/>
                    <a:pt x="294" y="303"/>
                  </a:cubicBezTo>
                  <a:cubicBezTo>
                    <a:pt x="298" y="309"/>
                    <a:pt x="294" y="306"/>
                    <a:pt x="290" y="310"/>
                  </a:cubicBezTo>
                  <a:cubicBezTo>
                    <a:pt x="286" y="314"/>
                    <a:pt x="288" y="311"/>
                    <a:pt x="288" y="315"/>
                  </a:cubicBezTo>
                  <a:cubicBezTo>
                    <a:pt x="286" y="324"/>
                    <a:pt x="294" y="323"/>
                    <a:pt x="294" y="331"/>
                  </a:cubicBezTo>
                  <a:cubicBezTo>
                    <a:pt x="294" y="336"/>
                    <a:pt x="292" y="340"/>
                    <a:pt x="299" y="340"/>
                  </a:cubicBezTo>
                  <a:cubicBezTo>
                    <a:pt x="302" y="341"/>
                    <a:pt x="308" y="339"/>
                    <a:pt x="311" y="340"/>
                  </a:cubicBezTo>
                  <a:cubicBezTo>
                    <a:pt x="313" y="340"/>
                    <a:pt x="311" y="352"/>
                    <a:pt x="310" y="354"/>
                  </a:cubicBezTo>
                  <a:cubicBezTo>
                    <a:pt x="309" y="361"/>
                    <a:pt x="302" y="366"/>
                    <a:pt x="300" y="373"/>
                  </a:cubicBezTo>
                  <a:cubicBezTo>
                    <a:pt x="297" y="379"/>
                    <a:pt x="294" y="369"/>
                    <a:pt x="290" y="369"/>
                  </a:cubicBezTo>
                  <a:cubicBezTo>
                    <a:pt x="286" y="370"/>
                    <a:pt x="282" y="374"/>
                    <a:pt x="278" y="376"/>
                  </a:cubicBezTo>
                  <a:cubicBezTo>
                    <a:pt x="276" y="376"/>
                    <a:pt x="266" y="383"/>
                    <a:pt x="267" y="384"/>
                  </a:cubicBezTo>
                  <a:cubicBezTo>
                    <a:pt x="271" y="392"/>
                    <a:pt x="260" y="392"/>
                    <a:pt x="258" y="399"/>
                  </a:cubicBezTo>
                  <a:cubicBezTo>
                    <a:pt x="254" y="411"/>
                    <a:pt x="249" y="389"/>
                    <a:pt x="241" y="396"/>
                  </a:cubicBezTo>
                  <a:cubicBezTo>
                    <a:pt x="235" y="400"/>
                    <a:pt x="228" y="399"/>
                    <a:pt x="222" y="398"/>
                  </a:cubicBezTo>
                  <a:cubicBezTo>
                    <a:pt x="222" y="398"/>
                    <a:pt x="222" y="398"/>
                    <a:pt x="222" y="398"/>
                  </a:cubicBezTo>
                  <a:cubicBezTo>
                    <a:pt x="217" y="386"/>
                    <a:pt x="217" y="386"/>
                    <a:pt x="217" y="386"/>
                  </a:cubicBezTo>
                  <a:cubicBezTo>
                    <a:pt x="218" y="382"/>
                    <a:pt x="220" y="378"/>
                    <a:pt x="218" y="374"/>
                  </a:cubicBezTo>
                  <a:cubicBezTo>
                    <a:pt x="217" y="371"/>
                    <a:pt x="216" y="367"/>
                    <a:pt x="217" y="364"/>
                  </a:cubicBezTo>
                  <a:cubicBezTo>
                    <a:pt x="218" y="362"/>
                    <a:pt x="219" y="359"/>
                    <a:pt x="217" y="357"/>
                  </a:cubicBezTo>
                  <a:cubicBezTo>
                    <a:pt x="215" y="354"/>
                    <a:pt x="212" y="354"/>
                    <a:pt x="210" y="352"/>
                  </a:cubicBezTo>
                  <a:cubicBezTo>
                    <a:pt x="208" y="349"/>
                    <a:pt x="207" y="345"/>
                    <a:pt x="207" y="342"/>
                  </a:cubicBezTo>
                  <a:cubicBezTo>
                    <a:pt x="206" y="341"/>
                    <a:pt x="200" y="346"/>
                    <a:pt x="199" y="347"/>
                  </a:cubicBezTo>
                  <a:cubicBezTo>
                    <a:pt x="194" y="350"/>
                    <a:pt x="190" y="355"/>
                    <a:pt x="185" y="350"/>
                  </a:cubicBezTo>
                  <a:cubicBezTo>
                    <a:pt x="181" y="347"/>
                    <a:pt x="174" y="352"/>
                    <a:pt x="169" y="347"/>
                  </a:cubicBezTo>
                  <a:cubicBezTo>
                    <a:pt x="166" y="346"/>
                    <a:pt x="164" y="342"/>
                    <a:pt x="164" y="350"/>
                  </a:cubicBezTo>
                  <a:cubicBezTo>
                    <a:pt x="164" y="353"/>
                    <a:pt x="161" y="359"/>
                    <a:pt x="158" y="361"/>
                  </a:cubicBezTo>
                  <a:cubicBezTo>
                    <a:pt x="153" y="365"/>
                    <a:pt x="149" y="365"/>
                    <a:pt x="142" y="365"/>
                  </a:cubicBezTo>
                  <a:cubicBezTo>
                    <a:pt x="131" y="365"/>
                    <a:pt x="124" y="368"/>
                    <a:pt x="114" y="374"/>
                  </a:cubicBezTo>
                  <a:cubicBezTo>
                    <a:pt x="112" y="381"/>
                    <a:pt x="112" y="381"/>
                    <a:pt x="112" y="381"/>
                  </a:cubicBezTo>
                  <a:cubicBezTo>
                    <a:pt x="112" y="381"/>
                    <a:pt x="112" y="381"/>
                    <a:pt x="112" y="381"/>
                  </a:cubicBezTo>
                  <a:cubicBezTo>
                    <a:pt x="106" y="379"/>
                    <a:pt x="102" y="376"/>
                    <a:pt x="98" y="374"/>
                  </a:cubicBezTo>
                  <a:cubicBezTo>
                    <a:pt x="94" y="373"/>
                    <a:pt x="89" y="376"/>
                    <a:pt x="90" y="370"/>
                  </a:cubicBezTo>
                  <a:cubicBezTo>
                    <a:pt x="92" y="363"/>
                    <a:pt x="86" y="368"/>
                    <a:pt x="81" y="366"/>
                  </a:cubicBezTo>
                  <a:cubicBezTo>
                    <a:pt x="75" y="363"/>
                    <a:pt x="71" y="358"/>
                    <a:pt x="68" y="352"/>
                  </a:cubicBezTo>
                  <a:cubicBezTo>
                    <a:pt x="59" y="334"/>
                    <a:pt x="59" y="334"/>
                    <a:pt x="59" y="334"/>
                  </a:cubicBezTo>
                  <a:cubicBezTo>
                    <a:pt x="56" y="328"/>
                    <a:pt x="49" y="330"/>
                    <a:pt x="45" y="325"/>
                  </a:cubicBezTo>
                  <a:cubicBezTo>
                    <a:pt x="34" y="310"/>
                    <a:pt x="34" y="310"/>
                    <a:pt x="34" y="310"/>
                  </a:cubicBezTo>
                  <a:cubicBezTo>
                    <a:pt x="30" y="306"/>
                    <a:pt x="26" y="297"/>
                    <a:pt x="23" y="292"/>
                  </a:cubicBezTo>
                  <a:cubicBezTo>
                    <a:pt x="21" y="288"/>
                    <a:pt x="19" y="283"/>
                    <a:pt x="18" y="278"/>
                  </a:cubicBezTo>
                  <a:cubicBezTo>
                    <a:pt x="16" y="273"/>
                    <a:pt x="17" y="268"/>
                    <a:pt x="13" y="263"/>
                  </a:cubicBezTo>
                  <a:cubicBezTo>
                    <a:pt x="9" y="259"/>
                    <a:pt x="8" y="254"/>
                    <a:pt x="5" y="250"/>
                  </a:cubicBezTo>
                  <a:cubicBezTo>
                    <a:pt x="0" y="244"/>
                    <a:pt x="8" y="243"/>
                    <a:pt x="12" y="240"/>
                  </a:cubicBezTo>
                  <a:cubicBezTo>
                    <a:pt x="15" y="239"/>
                    <a:pt x="17" y="237"/>
                    <a:pt x="20" y="237"/>
                  </a:cubicBezTo>
                  <a:cubicBezTo>
                    <a:pt x="23" y="237"/>
                    <a:pt x="26" y="238"/>
                    <a:pt x="29" y="237"/>
                  </a:cubicBezTo>
                  <a:cubicBezTo>
                    <a:pt x="33" y="237"/>
                    <a:pt x="40" y="233"/>
                    <a:pt x="43" y="231"/>
                  </a:cubicBezTo>
                  <a:cubicBezTo>
                    <a:pt x="47" y="229"/>
                    <a:pt x="48" y="225"/>
                    <a:pt x="47" y="2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3"/>
            <p:cNvSpPr>
              <a:spLocks noEditPoints="1"/>
            </p:cNvSpPr>
            <p:nvPr/>
          </p:nvSpPr>
          <p:spPr bwMode="auto">
            <a:xfrm>
              <a:off x="1712913" y="3613150"/>
              <a:ext cx="1304925" cy="160338"/>
            </a:xfrm>
            <a:custGeom>
              <a:avLst/>
              <a:gdLst/>
              <a:ahLst/>
              <a:cxnLst>
                <a:cxn ang="0">
                  <a:pos x="6" y="83"/>
                </a:cxn>
                <a:cxn ang="0">
                  <a:pos x="2" y="82"/>
                </a:cxn>
                <a:cxn ang="0">
                  <a:pos x="0" y="81"/>
                </a:cxn>
                <a:cxn ang="0">
                  <a:pos x="1" y="77"/>
                </a:cxn>
                <a:cxn ang="0">
                  <a:pos x="7" y="70"/>
                </a:cxn>
                <a:cxn ang="0">
                  <a:pos x="10" y="74"/>
                </a:cxn>
                <a:cxn ang="0">
                  <a:pos x="14" y="77"/>
                </a:cxn>
                <a:cxn ang="0">
                  <a:pos x="15" y="84"/>
                </a:cxn>
                <a:cxn ang="0">
                  <a:pos x="14" y="86"/>
                </a:cxn>
                <a:cxn ang="0">
                  <a:pos x="9" y="85"/>
                </a:cxn>
                <a:cxn ang="0">
                  <a:pos x="6" y="83"/>
                </a:cxn>
                <a:cxn ang="0">
                  <a:pos x="632" y="40"/>
                </a:cxn>
                <a:cxn ang="0">
                  <a:pos x="634" y="33"/>
                </a:cxn>
                <a:cxn ang="0">
                  <a:pos x="662" y="24"/>
                </a:cxn>
                <a:cxn ang="0">
                  <a:pos x="678" y="20"/>
                </a:cxn>
                <a:cxn ang="0">
                  <a:pos x="684" y="9"/>
                </a:cxn>
                <a:cxn ang="0">
                  <a:pos x="689" y="6"/>
                </a:cxn>
                <a:cxn ang="0">
                  <a:pos x="705" y="9"/>
                </a:cxn>
                <a:cxn ang="0">
                  <a:pos x="719" y="6"/>
                </a:cxn>
                <a:cxn ang="0">
                  <a:pos x="727" y="1"/>
                </a:cxn>
                <a:cxn ang="0">
                  <a:pos x="730" y="11"/>
                </a:cxn>
                <a:cxn ang="0">
                  <a:pos x="737" y="16"/>
                </a:cxn>
                <a:cxn ang="0">
                  <a:pos x="737" y="23"/>
                </a:cxn>
                <a:cxn ang="0">
                  <a:pos x="738" y="33"/>
                </a:cxn>
                <a:cxn ang="0">
                  <a:pos x="737" y="45"/>
                </a:cxn>
                <a:cxn ang="0">
                  <a:pos x="742" y="57"/>
                </a:cxn>
                <a:cxn ang="0">
                  <a:pos x="742" y="57"/>
                </a:cxn>
                <a:cxn ang="0">
                  <a:pos x="737" y="60"/>
                </a:cxn>
                <a:cxn ang="0">
                  <a:pos x="734" y="64"/>
                </a:cxn>
                <a:cxn ang="0">
                  <a:pos x="732" y="68"/>
                </a:cxn>
                <a:cxn ang="0">
                  <a:pos x="727" y="71"/>
                </a:cxn>
                <a:cxn ang="0">
                  <a:pos x="728" y="76"/>
                </a:cxn>
                <a:cxn ang="0">
                  <a:pos x="720" y="84"/>
                </a:cxn>
                <a:cxn ang="0">
                  <a:pos x="714" y="91"/>
                </a:cxn>
                <a:cxn ang="0">
                  <a:pos x="714" y="91"/>
                </a:cxn>
                <a:cxn ang="0">
                  <a:pos x="692" y="70"/>
                </a:cxn>
                <a:cxn ang="0">
                  <a:pos x="663" y="56"/>
                </a:cxn>
                <a:cxn ang="0">
                  <a:pos x="657" y="45"/>
                </a:cxn>
                <a:cxn ang="0">
                  <a:pos x="653" y="44"/>
                </a:cxn>
                <a:cxn ang="0">
                  <a:pos x="632" y="40"/>
                </a:cxn>
              </a:cxnLst>
              <a:rect l="0" t="0" r="r" b="b"/>
              <a:pathLst>
                <a:path w="742" h="91">
                  <a:moveTo>
                    <a:pt x="6" y="83"/>
                  </a:moveTo>
                  <a:cubicBezTo>
                    <a:pt x="5" y="83"/>
                    <a:pt x="4" y="82"/>
                    <a:pt x="2" y="82"/>
                  </a:cubicBezTo>
                  <a:cubicBezTo>
                    <a:pt x="1" y="82"/>
                    <a:pt x="0" y="81"/>
                    <a:pt x="0" y="81"/>
                  </a:cubicBezTo>
                  <a:cubicBezTo>
                    <a:pt x="0" y="80"/>
                    <a:pt x="1" y="77"/>
                    <a:pt x="1" y="77"/>
                  </a:cubicBezTo>
                  <a:cubicBezTo>
                    <a:pt x="3" y="74"/>
                    <a:pt x="4" y="72"/>
                    <a:pt x="7" y="70"/>
                  </a:cubicBezTo>
                  <a:cubicBezTo>
                    <a:pt x="8" y="70"/>
                    <a:pt x="9" y="73"/>
                    <a:pt x="10" y="74"/>
                  </a:cubicBezTo>
                  <a:cubicBezTo>
                    <a:pt x="11" y="76"/>
                    <a:pt x="13" y="76"/>
                    <a:pt x="14" y="77"/>
                  </a:cubicBezTo>
                  <a:cubicBezTo>
                    <a:pt x="15" y="79"/>
                    <a:pt x="14" y="82"/>
                    <a:pt x="15" y="84"/>
                  </a:cubicBezTo>
                  <a:cubicBezTo>
                    <a:pt x="15" y="85"/>
                    <a:pt x="16" y="86"/>
                    <a:pt x="14" y="86"/>
                  </a:cubicBezTo>
                  <a:cubicBezTo>
                    <a:pt x="13" y="86"/>
                    <a:pt x="10" y="86"/>
                    <a:pt x="9" y="85"/>
                  </a:cubicBezTo>
                  <a:cubicBezTo>
                    <a:pt x="6" y="83"/>
                    <a:pt x="6" y="83"/>
                    <a:pt x="6" y="83"/>
                  </a:cubicBezTo>
                  <a:close/>
                  <a:moveTo>
                    <a:pt x="632" y="40"/>
                  </a:moveTo>
                  <a:cubicBezTo>
                    <a:pt x="634" y="33"/>
                    <a:pt x="634" y="33"/>
                    <a:pt x="634" y="33"/>
                  </a:cubicBezTo>
                  <a:cubicBezTo>
                    <a:pt x="644" y="27"/>
                    <a:pt x="651" y="24"/>
                    <a:pt x="662" y="24"/>
                  </a:cubicBezTo>
                  <a:cubicBezTo>
                    <a:pt x="669" y="24"/>
                    <a:pt x="673" y="24"/>
                    <a:pt x="678" y="20"/>
                  </a:cubicBezTo>
                  <a:cubicBezTo>
                    <a:pt x="681" y="18"/>
                    <a:pt x="684" y="12"/>
                    <a:pt x="684" y="9"/>
                  </a:cubicBezTo>
                  <a:cubicBezTo>
                    <a:pt x="684" y="1"/>
                    <a:pt x="686" y="5"/>
                    <a:pt x="689" y="6"/>
                  </a:cubicBezTo>
                  <a:cubicBezTo>
                    <a:pt x="694" y="11"/>
                    <a:pt x="701" y="6"/>
                    <a:pt x="705" y="9"/>
                  </a:cubicBezTo>
                  <a:cubicBezTo>
                    <a:pt x="710" y="14"/>
                    <a:pt x="714" y="9"/>
                    <a:pt x="719" y="6"/>
                  </a:cubicBezTo>
                  <a:cubicBezTo>
                    <a:pt x="720" y="5"/>
                    <a:pt x="726" y="0"/>
                    <a:pt x="727" y="1"/>
                  </a:cubicBezTo>
                  <a:cubicBezTo>
                    <a:pt x="727" y="4"/>
                    <a:pt x="728" y="8"/>
                    <a:pt x="730" y="11"/>
                  </a:cubicBezTo>
                  <a:cubicBezTo>
                    <a:pt x="732" y="13"/>
                    <a:pt x="735" y="13"/>
                    <a:pt x="737" y="16"/>
                  </a:cubicBezTo>
                  <a:cubicBezTo>
                    <a:pt x="739" y="18"/>
                    <a:pt x="738" y="21"/>
                    <a:pt x="737" y="23"/>
                  </a:cubicBezTo>
                  <a:cubicBezTo>
                    <a:pt x="736" y="26"/>
                    <a:pt x="737" y="30"/>
                    <a:pt x="738" y="33"/>
                  </a:cubicBezTo>
                  <a:cubicBezTo>
                    <a:pt x="740" y="37"/>
                    <a:pt x="738" y="41"/>
                    <a:pt x="737" y="45"/>
                  </a:cubicBezTo>
                  <a:cubicBezTo>
                    <a:pt x="742" y="57"/>
                    <a:pt x="742" y="57"/>
                    <a:pt x="742" y="57"/>
                  </a:cubicBezTo>
                  <a:cubicBezTo>
                    <a:pt x="742" y="57"/>
                    <a:pt x="742" y="57"/>
                    <a:pt x="742" y="57"/>
                  </a:cubicBezTo>
                  <a:cubicBezTo>
                    <a:pt x="737" y="60"/>
                    <a:pt x="737" y="60"/>
                    <a:pt x="737" y="60"/>
                  </a:cubicBezTo>
                  <a:cubicBezTo>
                    <a:pt x="736" y="61"/>
                    <a:pt x="735" y="62"/>
                    <a:pt x="734" y="64"/>
                  </a:cubicBezTo>
                  <a:cubicBezTo>
                    <a:pt x="734" y="66"/>
                    <a:pt x="734" y="68"/>
                    <a:pt x="732" y="68"/>
                  </a:cubicBezTo>
                  <a:cubicBezTo>
                    <a:pt x="731" y="69"/>
                    <a:pt x="724" y="67"/>
                    <a:pt x="727" y="71"/>
                  </a:cubicBezTo>
                  <a:cubicBezTo>
                    <a:pt x="729" y="73"/>
                    <a:pt x="729" y="74"/>
                    <a:pt x="728" y="76"/>
                  </a:cubicBezTo>
                  <a:cubicBezTo>
                    <a:pt x="726" y="80"/>
                    <a:pt x="722" y="80"/>
                    <a:pt x="720" y="84"/>
                  </a:cubicBezTo>
                  <a:cubicBezTo>
                    <a:pt x="714" y="91"/>
                    <a:pt x="714" y="91"/>
                    <a:pt x="714" y="91"/>
                  </a:cubicBezTo>
                  <a:cubicBezTo>
                    <a:pt x="714" y="91"/>
                    <a:pt x="714" y="91"/>
                    <a:pt x="714" y="91"/>
                  </a:cubicBezTo>
                  <a:cubicBezTo>
                    <a:pt x="708" y="84"/>
                    <a:pt x="699" y="75"/>
                    <a:pt x="692" y="70"/>
                  </a:cubicBezTo>
                  <a:cubicBezTo>
                    <a:pt x="683" y="64"/>
                    <a:pt x="673" y="60"/>
                    <a:pt x="663" y="56"/>
                  </a:cubicBezTo>
                  <a:cubicBezTo>
                    <a:pt x="652" y="51"/>
                    <a:pt x="657" y="54"/>
                    <a:pt x="657" y="45"/>
                  </a:cubicBezTo>
                  <a:cubicBezTo>
                    <a:pt x="656" y="44"/>
                    <a:pt x="654" y="45"/>
                    <a:pt x="653" y="44"/>
                  </a:cubicBezTo>
                  <a:cubicBezTo>
                    <a:pt x="645" y="46"/>
                    <a:pt x="639" y="43"/>
                    <a:pt x="632" y="4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14"/>
            <p:cNvSpPr>
              <a:spLocks noEditPoints="1"/>
            </p:cNvSpPr>
            <p:nvPr/>
          </p:nvSpPr>
          <p:spPr bwMode="auto">
            <a:xfrm>
              <a:off x="1027113" y="2011363"/>
              <a:ext cx="981075" cy="974725"/>
            </a:xfrm>
            <a:custGeom>
              <a:avLst/>
              <a:gdLst/>
              <a:ahLst/>
              <a:cxnLst>
                <a:cxn ang="0">
                  <a:pos x="380" y="210"/>
                </a:cxn>
                <a:cxn ang="0">
                  <a:pos x="386" y="215"/>
                </a:cxn>
                <a:cxn ang="0">
                  <a:pos x="377" y="236"/>
                </a:cxn>
                <a:cxn ang="0">
                  <a:pos x="427" y="321"/>
                </a:cxn>
                <a:cxn ang="0">
                  <a:pos x="438" y="324"/>
                </a:cxn>
                <a:cxn ang="0">
                  <a:pos x="432" y="329"/>
                </a:cxn>
                <a:cxn ang="0">
                  <a:pos x="456" y="371"/>
                </a:cxn>
                <a:cxn ang="0">
                  <a:pos x="462" y="375"/>
                </a:cxn>
                <a:cxn ang="0">
                  <a:pos x="460" y="383"/>
                </a:cxn>
                <a:cxn ang="0">
                  <a:pos x="506" y="397"/>
                </a:cxn>
                <a:cxn ang="0">
                  <a:pos x="506" y="409"/>
                </a:cxn>
                <a:cxn ang="0">
                  <a:pos x="275" y="336"/>
                </a:cxn>
                <a:cxn ang="0">
                  <a:pos x="293" y="373"/>
                </a:cxn>
                <a:cxn ang="0">
                  <a:pos x="282" y="339"/>
                </a:cxn>
                <a:cxn ang="0">
                  <a:pos x="84" y="1"/>
                </a:cxn>
                <a:cxn ang="0">
                  <a:pos x="81" y="23"/>
                </a:cxn>
                <a:cxn ang="0">
                  <a:pos x="112" y="36"/>
                </a:cxn>
                <a:cxn ang="0">
                  <a:pos x="79" y="25"/>
                </a:cxn>
                <a:cxn ang="0">
                  <a:pos x="40" y="26"/>
                </a:cxn>
                <a:cxn ang="0">
                  <a:pos x="0" y="17"/>
                </a:cxn>
                <a:cxn ang="0">
                  <a:pos x="21" y="36"/>
                </a:cxn>
                <a:cxn ang="0">
                  <a:pos x="58" y="74"/>
                </a:cxn>
                <a:cxn ang="0">
                  <a:pos x="129" y="124"/>
                </a:cxn>
                <a:cxn ang="0">
                  <a:pos x="183" y="122"/>
                </a:cxn>
                <a:cxn ang="0">
                  <a:pos x="180" y="137"/>
                </a:cxn>
                <a:cxn ang="0">
                  <a:pos x="193" y="148"/>
                </a:cxn>
                <a:cxn ang="0">
                  <a:pos x="227" y="176"/>
                </a:cxn>
                <a:cxn ang="0">
                  <a:pos x="277" y="217"/>
                </a:cxn>
                <a:cxn ang="0">
                  <a:pos x="284" y="307"/>
                </a:cxn>
                <a:cxn ang="0">
                  <a:pos x="290" y="337"/>
                </a:cxn>
                <a:cxn ang="0">
                  <a:pos x="310" y="371"/>
                </a:cxn>
                <a:cxn ang="0">
                  <a:pos x="323" y="372"/>
                </a:cxn>
                <a:cxn ang="0">
                  <a:pos x="332" y="390"/>
                </a:cxn>
                <a:cxn ang="0">
                  <a:pos x="399" y="425"/>
                </a:cxn>
                <a:cxn ang="0">
                  <a:pos x="460" y="474"/>
                </a:cxn>
                <a:cxn ang="0">
                  <a:pos x="520" y="541"/>
                </a:cxn>
                <a:cxn ang="0">
                  <a:pos x="517" y="445"/>
                </a:cxn>
                <a:cxn ang="0">
                  <a:pos x="474" y="398"/>
                </a:cxn>
                <a:cxn ang="0">
                  <a:pos x="468" y="409"/>
                </a:cxn>
                <a:cxn ang="0">
                  <a:pos x="442" y="404"/>
                </a:cxn>
                <a:cxn ang="0">
                  <a:pos x="428" y="347"/>
                </a:cxn>
                <a:cxn ang="0">
                  <a:pos x="403" y="296"/>
                </a:cxn>
                <a:cxn ang="0">
                  <a:pos x="368" y="238"/>
                </a:cxn>
                <a:cxn ang="0">
                  <a:pos x="351" y="171"/>
                </a:cxn>
                <a:cxn ang="0">
                  <a:pos x="315" y="120"/>
                </a:cxn>
                <a:cxn ang="0">
                  <a:pos x="309" y="126"/>
                </a:cxn>
                <a:cxn ang="0">
                  <a:pos x="277" y="86"/>
                </a:cxn>
                <a:cxn ang="0">
                  <a:pos x="241" y="36"/>
                </a:cxn>
                <a:cxn ang="0">
                  <a:pos x="226" y="1"/>
                </a:cxn>
              </a:cxnLst>
              <a:rect l="0" t="0" r="r" b="b"/>
              <a:pathLst>
                <a:path w="558" h="554">
                  <a:moveTo>
                    <a:pt x="376" y="230"/>
                  </a:moveTo>
                  <a:cubicBezTo>
                    <a:pt x="376" y="227"/>
                    <a:pt x="377" y="223"/>
                    <a:pt x="378" y="221"/>
                  </a:cubicBezTo>
                  <a:cubicBezTo>
                    <a:pt x="378" y="219"/>
                    <a:pt x="379" y="218"/>
                    <a:pt x="378" y="216"/>
                  </a:cubicBezTo>
                  <a:cubicBezTo>
                    <a:pt x="377" y="213"/>
                    <a:pt x="377" y="211"/>
                    <a:pt x="380" y="210"/>
                  </a:cubicBezTo>
                  <a:cubicBezTo>
                    <a:pt x="382" y="210"/>
                    <a:pt x="385" y="208"/>
                    <a:pt x="387" y="208"/>
                  </a:cubicBezTo>
                  <a:cubicBezTo>
                    <a:pt x="388" y="209"/>
                    <a:pt x="387" y="210"/>
                    <a:pt x="388" y="211"/>
                  </a:cubicBezTo>
                  <a:cubicBezTo>
                    <a:pt x="388" y="213"/>
                    <a:pt x="389" y="214"/>
                    <a:pt x="389" y="216"/>
                  </a:cubicBezTo>
                  <a:cubicBezTo>
                    <a:pt x="388" y="217"/>
                    <a:pt x="387" y="215"/>
                    <a:pt x="386" y="215"/>
                  </a:cubicBezTo>
                  <a:cubicBezTo>
                    <a:pt x="383" y="215"/>
                    <a:pt x="383" y="220"/>
                    <a:pt x="382" y="221"/>
                  </a:cubicBezTo>
                  <a:cubicBezTo>
                    <a:pt x="382" y="223"/>
                    <a:pt x="381" y="224"/>
                    <a:pt x="380" y="226"/>
                  </a:cubicBezTo>
                  <a:cubicBezTo>
                    <a:pt x="379" y="228"/>
                    <a:pt x="378" y="231"/>
                    <a:pt x="378" y="233"/>
                  </a:cubicBezTo>
                  <a:cubicBezTo>
                    <a:pt x="378" y="235"/>
                    <a:pt x="378" y="235"/>
                    <a:pt x="377" y="236"/>
                  </a:cubicBezTo>
                  <a:cubicBezTo>
                    <a:pt x="375" y="238"/>
                    <a:pt x="375" y="234"/>
                    <a:pt x="375" y="233"/>
                  </a:cubicBezTo>
                  <a:cubicBezTo>
                    <a:pt x="376" y="230"/>
                    <a:pt x="376" y="230"/>
                    <a:pt x="376" y="230"/>
                  </a:cubicBezTo>
                  <a:close/>
                  <a:moveTo>
                    <a:pt x="431" y="328"/>
                  </a:moveTo>
                  <a:cubicBezTo>
                    <a:pt x="430" y="325"/>
                    <a:pt x="430" y="323"/>
                    <a:pt x="427" y="321"/>
                  </a:cubicBezTo>
                  <a:cubicBezTo>
                    <a:pt x="426" y="320"/>
                    <a:pt x="425" y="315"/>
                    <a:pt x="426" y="313"/>
                  </a:cubicBezTo>
                  <a:cubicBezTo>
                    <a:pt x="430" y="317"/>
                    <a:pt x="430" y="317"/>
                    <a:pt x="430" y="317"/>
                  </a:cubicBezTo>
                  <a:cubicBezTo>
                    <a:pt x="431" y="318"/>
                    <a:pt x="432" y="318"/>
                    <a:pt x="434" y="319"/>
                  </a:cubicBezTo>
                  <a:cubicBezTo>
                    <a:pt x="438" y="320"/>
                    <a:pt x="436" y="321"/>
                    <a:pt x="438" y="324"/>
                  </a:cubicBezTo>
                  <a:cubicBezTo>
                    <a:pt x="439" y="326"/>
                    <a:pt x="440" y="327"/>
                    <a:pt x="440" y="329"/>
                  </a:cubicBezTo>
                  <a:cubicBezTo>
                    <a:pt x="440" y="330"/>
                    <a:pt x="444" y="337"/>
                    <a:pt x="441" y="335"/>
                  </a:cubicBezTo>
                  <a:cubicBezTo>
                    <a:pt x="439" y="335"/>
                    <a:pt x="438" y="333"/>
                    <a:pt x="437" y="332"/>
                  </a:cubicBezTo>
                  <a:cubicBezTo>
                    <a:pt x="436" y="331"/>
                    <a:pt x="433" y="330"/>
                    <a:pt x="432" y="329"/>
                  </a:cubicBezTo>
                  <a:cubicBezTo>
                    <a:pt x="431" y="328"/>
                    <a:pt x="431" y="328"/>
                    <a:pt x="431" y="328"/>
                  </a:cubicBezTo>
                  <a:close/>
                  <a:moveTo>
                    <a:pt x="459" y="381"/>
                  </a:moveTo>
                  <a:cubicBezTo>
                    <a:pt x="458" y="379"/>
                    <a:pt x="456" y="377"/>
                    <a:pt x="457" y="374"/>
                  </a:cubicBezTo>
                  <a:cubicBezTo>
                    <a:pt x="457" y="373"/>
                    <a:pt x="457" y="372"/>
                    <a:pt x="456" y="371"/>
                  </a:cubicBezTo>
                  <a:cubicBezTo>
                    <a:pt x="456" y="371"/>
                    <a:pt x="456" y="370"/>
                    <a:pt x="456" y="370"/>
                  </a:cubicBezTo>
                  <a:cubicBezTo>
                    <a:pt x="456" y="369"/>
                    <a:pt x="456" y="368"/>
                    <a:pt x="456" y="368"/>
                  </a:cubicBezTo>
                  <a:cubicBezTo>
                    <a:pt x="457" y="368"/>
                    <a:pt x="458" y="369"/>
                    <a:pt x="458" y="370"/>
                  </a:cubicBezTo>
                  <a:cubicBezTo>
                    <a:pt x="459" y="372"/>
                    <a:pt x="461" y="373"/>
                    <a:pt x="462" y="375"/>
                  </a:cubicBezTo>
                  <a:cubicBezTo>
                    <a:pt x="463" y="376"/>
                    <a:pt x="465" y="378"/>
                    <a:pt x="465" y="378"/>
                  </a:cubicBezTo>
                  <a:cubicBezTo>
                    <a:pt x="465" y="380"/>
                    <a:pt x="465" y="382"/>
                    <a:pt x="465" y="384"/>
                  </a:cubicBezTo>
                  <a:cubicBezTo>
                    <a:pt x="465" y="385"/>
                    <a:pt x="464" y="385"/>
                    <a:pt x="463" y="385"/>
                  </a:cubicBezTo>
                  <a:cubicBezTo>
                    <a:pt x="461" y="385"/>
                    <a:pt x="461" y="384"/>
                    <a:pt x="460" y="383"/>
                  </a:cubicBezTo>
                  <a:cubicBezTo>
                    <a:pt x="459" y="381"/>
                    <a:pt x="459" y="381"/>
                    <a:pt x="459" y="381"/>
                  </a:cubicBezTo>
                  <a:close/>
                  <a:moveTo>
                    <a:pt x="506" y="409"/>
                  </a:moveTo>
                  <a:cubicBezTo>
                    <a:pt x="503" y="404"/>
                    <a:pt x="500" y="397"/>
                    <a:pt x="502" y="391"/>
                  </a:cubicBezTo>
                  <a:cubicBezTo>
                    <a:pt x="503" y="391"/>
                    <a:pt x="505" y="396"/>
                    <a:pt x="506" y="397"/>
                  </a:cubicBezTo>
                  <a:cubicBezTo>
                    <a:pt x="508" y="399"/>
                    <a:pt x="510" y="404"/>
                    <a:pt x="511" y="406"/>
                  </a:cubicBezTo>
                  <a:cubicBezTo>
                    <a:pt x="512" y="409"/>
                    <a:pt x="517" y="413"/>
                    <a:pt x="516" y="415"/>
                  </a:cubicBezTo>
                  <a:cubicBezTo>
                    <a:pt x="512" y="415"/>
                    <a:pt x="509" y="414"/>
                    <a:pt x="507" y="410"/>
                  </a:cubicBezTo>
                  <a:cubicBezTo>
                    <a:pt x="506" y="409"/>
                    <a:pt x="506" y="409"/>
                    <a:pt x="506" y="409"/>
                  </a:cubicBezTo>
                  <a:close/>
                  <a:moveTo>
                    <a:pt x="282" y="323"/>
                  </a:moveTo>
                  <a:cubicBezTo>
                    <a:pt x="281" y="320"/>
                    <a:pt x="282" y="317"/>
                    <a:pt x="281" y="314"/>
                  </a:cubicBezTo>
                  <a:cubicBezTo>
                    <a:pt x="279" y="311"/>
                    <a:pt x="280" y="324"/>
                    <a:pt x="279" y="326"/>
                  </a:cubicBezTo>
                  <a:cubicBezTo>
                    <a:pt x="278" y="329"/>
                    <a:pt x="277" y="333"/>
                    <a:pt x="275" y="336"/>
                  </a:cubicBezTo>
                  <a:cubicBezTo>
                    <a:pt x="269" y="348"/>
                    <a:pt x="281" y="340"/>
                    <a:pt x="282" y="349"/>
                  </a:cubicBezTo>
                  <a:cubicBezTo>
                    <a:pt x="282" y="351"/>
                    <a:pt x="283" y="353"/>
                    <a:pt x="284" y="354"/>
                  </a:cubicBezTo>
                  <a:cubicBezTo>
                    <a:pt x="286" y="358"/>
                    <a:pt x="279" y="358"/>
                    <a:pt x="285" y="362"/>
                  </a:cubicBezTo>
                  <a:cubicBezTo>
                    <a:pt x="287" y="364"/>
                    <a:pt x="292" y="376"/>
                    <a:pt x="293" y="373"/>
                  </a:cubicBezTo>
                  <a:cubicBezTo>
                    <a:pt x="296" y="368"/>
                    <a:pt x="293" y="367"/>
                    <a:pt x="290" y="364"/>
                  </a:cubicBezTo>
                  <a:cubicBezTo>
                    <a:pt x="288" y="362"/>
                    <a:pt x="287" y="360"/>
                    <a:pt x="284" y="360"/>
                  </a:cubicBezTo>
                  <a:cubicBezTo>
                    <a:pt x="284" y="358"/>
                    <a:pt x="287" y="354"/>
                    <a:pt x="287" y="351"/>
                  </a:cubicBezTo>
                  <a:cubicBezTo>
                    <a:pt x="287" y="346"/>
                    <a:pt x="282" y="343"/>
                    <a:pt x="282" y="339"/>
                  </a:cubicBezTo>
                  <a:cubicBezTo>
                    <a:pt x="282" y="335"/>
                    <a:pt x="281" y="329"/>
                    <a:pt x="282" y="326"/>
                  </a:cubicBezTo>
                  <a:cubicBezTo>
                    <a:pt x="282" y="323"/>
                    <a:pt x="282" y="323"/>
                    <a:pt x="282" y="323"/>
                  </a:cubicBezTo>
                  <a:close/>
                  <a:moveTo>
                    <a:pt x="84" y="1"/>
                  </a:moveTo>
                  <a:cubicBezTo>
                    <a:pt x="84" y="1"/>
                    <a:pt x="84" y="1"/>
                    <a:pt x="84" y="1"/>
                  </a:cubicBezTo>
                  <a:cubicBezTo>
                    <a:pt x="82" y="3"/>
                    <a:pt x="80" y="5"/>
                    <a:pt x="78" y="8"/>
                  </a:cubicBezTo>
                  <a:cubicBezTo>
                    <a:pt x="76" y="9"/>
                    <a:pt x="76" y="9"/>
                    <a:pt x="76" y="9"/>
                  </a:cubicBezTo>
                  <a:cubicBezTo>
                    <a:pt x="75" y="14"/>
                    <a:pt x="73" y="12"/>
                    <a:pt x="78" y="15"/>
                  </a:cubicBezTo>
                  <a:cubicBezTo>
                    <a:pt x="78" y="16"/>
                    <a:pt x="80" y="22"/>
                    <a:pt x="81" y="23"/>
                  </a:cubicBezTo>
                  <a:cubicBezTo>
                    <a:pt x="87" y="35"/>
                    <a:pt x="94" y="23"/>
                    <a:pt x="100" y="26"/>
                  </a:cubicBezTo>
                  <a:cubicBezTo>
                    <a:pt x="102" y="27"/>
                    <a:pt x="104" y="29"/>
                    <a:pt x="106" y="30"/>
                  </a:cubicBezTo>
                  <a:cubicBezTo>
                    <a:pt x="108" y="31"/>
                    <a:pt x="111" y="21"/>
                    <a:pt x="113" y="29"/>
                  </a:cubicBezTo>
                  <a:cubicBezTo>
                    <a:pt x="114" y="32"/>
                    <a:pt x="108" y="32"/>
                    <a:pt x="112" y="36"/>
                  </a:cubicBezTo>
                  <a:cubicBezTo>
                    <a:pt x="114" y="38"/>
                    <a:pt x="121" y="48"/>
                    <a:pt x="115" y="48"/>
                  </a:cubicBezTo>
                  <a:cubicBezTo>
                    <a:pt x="112" y="48"/>
                    <a:pt x="106" y="35"/>
                    <a:pt x="106" y="32"/>
                  </a:cubicBezTo>
                  <a:cubicBezTo>
                    <a:pt x="103" y="32"/>
                    <a:pt x="97" y="30"/>
                    <a:pt x="94" y="32"/>
                  </a:cubicBezTo>
                  <a:cubicBezTo>
                    <a:pt x="82" y="39"/>
                    <a:pt x="86" y="30"/>
                    <a:pt x="79" y="25"/>
                  </a:cubicBezTo>
                  <a:cubicBezTo>
                    <a:pt x="78" y="24"/>
                    <a:pt x="74" y="26"/>
                    <a:pt x="73" y="25"/>
                  </a:cubicBezTo>
                  <a:cubicBezTo>
                    <a:pt x="72" y="24"/>
                    <a:pt x="71" y="17"/>
                    <a:pt x="71" y="15"/>
                  </a:cubicBezTo>
                  <a:cubicBezTo>
                    <a:pt x="66" y="14"/>
                    <a:pt x="62" y="28"/>
                    <a:pt x="53" y="27"/>
                  </a:cubicBezTo>
                  <a:cubicBezTo>
                    <a:pt x="50" y="27"/>
                    <a:pt x="42" y="27"/>
                    <a:pt x="40" y="26"/>
                  </a:cubicBezTo>
                  <a:cubicBezTo>
                    <a:pt x="34" y="24"/>
                    <a:pt x="30" y="21"/>
                    <a:pt x="24" y="21"/>
                  </a:cubicBezTo>
                  <a:cubicBezTo>
                    <a:pt x="21" y="21"/>
                    <a:pt x="21" y="19"/>
                    <a:pt x="18" y="19"/>
                  </a:cubicBezTo>
                  <a:cubicBezTo>
                    <a:pt x="15" y="20"/>
                    <a:pt x="11" y="20"/>
                    <a:pt x="8" y="19"/>
                  </a:cubicBezTo>
                  <a:cubicBezTo>
                    <a:pt x="5" y="19"/>
                    <a:pt x="4" y="16"/>
                    <a:pt x="0" y="17"/>
                  </a:cubicBezTo>
                  <a:cubicBezTo>
                    <a:pt x="0" y="20"/>
                    <a:pt x="5" y="23"/>
                    <a:pt x="5" y="26"/>
                  </a:cubicBezTo>
                  <a:cubicBezTo>
                    <a:pt x="4" y="31"/>
                    <a:pt x="5" y="29"/>
                    <a:pt x="9" y="31"/>
                  </a:cubicBezTo>
                  <a:cubicBezTo>
                    <a:pt x="12" y="32"/>
                    <a:pt x="13" y="36"/>
                    <a:pt x="15" y="36"/>
                  </a:cubicBezTo>
                  <a:cubicBezTo>
                    <a:pt x="16" y="37"/>
                    <a:pt x="20" y="34"/>
                    <a:pt x="21" y="36"/>
                  </a:cubicBezTo>
                  <a:cubicBezTo>
                    <a:pt x="22" y="38"/>
                    <a:pt x="19" y="39"/>
                    <a:pt x="22" y="41"/>
                  </a:cubicBezTo>
                  <a:cubicBezTo>
                    <a:pt x="25" y="42"/>
                    <a:pt x="29" y="42"/>
                    <a:pt x="30" y="47"/>
                  </a:cubicBezTo>
                  <a:cubicBezTo>
                    <a:pt x="32" y="54"/>
                    <a:pt x="40" y="53"/>
                    <a:pt x="46" y="57"/>
                  </a:cubicBezTo>
                  <a:cubicBezTo>
                    <a:pt x="53" y="60"/>
                    <a:pt x="58" y="66"/>
                    <a:pt x="58" y="74"/>
                  </a:cubicBezTo>
                  <a:cubicBezTo>
                    <a:pt x="56" y="82"/>
                    <a:pt x="61" y="82"/>
                    <a:pt x="64" y="88"/>
                  </a:cubicBezTo>
                  <a:cubicBezTo>
                    <a:pt x="71" y="98"/>
                    <a:pt x="79" y="88"/>
                    <a:pt x="89" y="93"/>
                  </a:cubicBezTo>
                  <a:cubicBezTo>
                    <a:pt x="95" y="96"/>
                    <a:pt x="103" y="113"/>
                    <a:pt x="107" y="113"/>
                  </a:cubicBezTo>
                  <a:cubicBezTo>
                    <a:pt x="112" y="102"/>
                    <a:pt x="127" y="116"/>
                    <a:pt x="129" y="124"/>
                  </a:cubicBezTo>
                  <a:cubicBezTo>
                    <a:pt x="131" y="130"/>
                    <a:pt x="144" y="137"/>
                    <a:pt x="150" y="137"/>
                  </a:cubicBezTo>
                  <a:cubicBezTo>
                    <a:pt x="153" y="124"/>
                    <a:pt x="159" y="126"/>
                    <a:pt x="169" y="132"/>
                  </a:cubicBezTo>
                  <a:cubicBezTo>
                    <a:pt x="170" y="133"/>
                    <a:pt x="176" y="136"/>
                    <a:pt x="178" y="136"/>
                  </a:cubicBezTo>
                  <a:cubicBezTo>
                    <a:pt x="178" y="129"/>
                    <a:pt x="182" y="128"/>
                    <a:pt x="183" y="122"/>
                  </a:cubicBezTo>
                  <a:cubicBezTo>
                    <a:pt x="183" y="120"/>
                    <a:pt x="184" y="118"/>
                    <a:pt x="184" y="116"/>
                  </a:cubicBezTo>
                  <a:cubicBezTo>
                    <a:pt x="182" y="111"/>
                    <a:pt x="184" y="110"/>
                    <a:pt x="189" y="113"/>
                  </a:cubicBezTo>
                  <a:cubicBezTo>
                    <a:pt x="192" y="115"/>
                    <a:pt x="182" y="128"/>
                    <a:pt x="181" y="131"/>
                  </a:cubicBezTo>
                  <a:cubicBezTo>
                    <a:pt x="181" y="133"/>
                    <a:pt x="180" y="135"/>
                    <a:pt x="180" y="137"/>
                  </a:cubicBezTo>
                  <a:cubicBezTo>
                    <a:pt x="178" y="140"/>
                    <a:pt x="181" y="140"/>
                    <a:pt x="183" y="140"/>
                  </a:cubicBezTo>
                  <a:cubicBezTo>
                    <a:pt x="185" y="141"/>
                    <a:pt x="186" y="141"/>
                    <a:pt x="188" y="143"/>
                  </a:cubicBezTo>
                  <a:cubicBezTo>
                    <a:pt x="189" y="145"/>
                    <a:pt x="191" y="143"/>
                    <a:pt x="192" y="143"/>
                  </a:cubicBezTo>
                  <a:cubicBezTo>
                    <a:pt x="195" y="142"/>
                    <a:pt x="190" y="146"/>
                    <a:pt x="193" y="148"/>
                  </a:cubicBezTo>
                  <a:cubicBezTo>
                    <a:pt x="195" y="149"/>
                    <a:pt x="197" y="150"/>
                    <a:pt x="199" y="152"/>
                  </a:cubicBezTo>
                  <a:cubicBezTo>
                    <a:pt x="203" y="155"/>
                    <a:pt x="202" y="158"/>
                    <a:pt x="208" y="158"/>
                  </a:cubicBezTo>
                  <a:cubicBezTo>
                    <a:pt x="212" y="158"/>
                    <a:pt x="215" y="161"/>
                    <a:pt x="216" y="165"/>
                  </a:cubicBezTo>
                  <a:cubicBezTo>
                    <a:pt x="219" y="169"/>
                    <a:pt x="224" y="172"/>
                    <a:pt x="227" y="176"/>
                  </a:cubicBezTo>
                  <a:cubicBezTo>
                    <a:pt x="230" y="180"/>
                    <a:pt x="235" y="179"/>
                    <a:pt x="239" y="179"/>
                  </a:cubicBezTo>
                  <a:cubicBezTo>
                    <a:pt x="248" y="180"/>
                    <a:pt x="245" y="187"/>
                    <a:pt x="256" y="184"/>
                  </a:cubicBezTo>
                  <a:cubicBezTo>
                    <a:pt x="268" y="182"/>
                    <a:pt x="263" y="206"/>
                    <a:pt x="266" y="208"/>
                  </a:cubicBezTo>
                  <a:cubicBezTo>
                    <a:pt x="272" y="212"/>
                    <a:pt x="273" y="211"/>
                    <a:pt x="277" y="217"/>
                  </a:cubicBezTo>
                  <a:cubicBezTo>
                    <a:pt x="280" y="223"/>
                    <a:pt x="284" y="230"/>
                    <a:pt x="286" y="236"/>
                  </a:cubicBezTo>
                  <a:cubicBezTo>
                    <a:pt x="288" y="247"/>
                    <a:pt x="293" y="257"/>
                    <a:pt x="293" y="268"/>
                  </a:cubicBezTo>
                  <a:cubicBezTo>
                    <a:pt x="293" y="275"/>
                    <a:pt x="293" y="280"/>
                    <a:pt x="292" y="287"/>
                  </a:cubicBezTo>
                  <a:cubicBezTo>
                    <a:pt x="291" y="293"/>
                    <a:pt x="287" y="301"/>
                    <a:pt x="284" y="307"/>
                  </a:cubicBezTo>
                  <a:cubicBezTo>
                    <a:pt x="284" y="307"/>
                    <a:pt x="284" y="307"/>
                    <a:pt x="284" y="307"/>
                  </a:cubicBezTo>
                  <a:cubicBezTo>
                    <a:pt x="287" y="313"/>
                    <a:pt x="286" y="314"/>
                    <a:pt x="285" y="320"/>
                  </a:cubicBezTo>
                  <a:cubicBezTo>
                    <a:pt x="283" y="325"/>
                    <a:pt x="288" y="321"/>
                    <a:pt x="289" y="324"/>
                  </a:cubicBezTo>
                  <a:cubicBezTo>
                    <a:pt x="290" y="337"/>
                    <a:pt x="290" y="337"/>
                    <a:pt x="290" y="337"/>
                  </a:cubicBezTo>
                  <a:cubicBezTo>
                    <a:pt x="291" y="340"/>
                    <a:pt x="289" y="343"/>
                    <a:pt x="290" y="346"/>
                  </a:cubicBezTo>
                  <a:cubicBezTo>
                    <a:pt x="293" y="356"/>
                    <a:pt x="296" y="334"/>
                    <a:pt x="300" y="338"/>
                  </a:cubicBezTo>
                  <a:cubicBezTo>
                    <a:pt x="302" y="340"/>
                    <a:pt x="316" y="362"/>
                    <a:pt x="316" y="365"/>
                  </a:cubicBezTo>
                  <a:cubicBezTo>
                    <a:pt x="317" y="374"/>
                    <a:pt x="317" y="371"/>
                    <a:pt x="310" y="371"/>
                  </a:cubicBezTo>
                  <a:cubicBezTo>
                    <a:pt x="307" y="371"/>
                    <a:pt x="297" y="374"/>
                    <a:pt x="303" y="377"/>
                  </a:cubicBezTo>
                  <a:cubicBezTo>
                    <a:pt x="309" y="380"/>
                    <a:pt x="319" y="391"/>
                    <a:pt x="323" y="392"/>
                  </a:cubicBezTo>
                  <a:cubicBezTo>
                    <a:pt x="336" y="395"/>
                    <a:pt x="320" y="378"/>
                    <a:pt x="317" y="378"/>
                  </a:cubicBezTo>
                  <a:cubicBezTo>
                    <a:pt x="317" y="376"/>
                    <a:pt x="322" y="373"/>
                    <a:pt x="323" y="372"/>
                  </a:cubicBezTo>
                  <a:cubicBezTo>
                    <a:pt x="330" y="368"/>
                    <a:pt x="331" y="366"/>
                    <a:pt x="332" y="374"/>
                  </a:cubicBezTo>
                  <a:cubicBezTo>
                    <a:pt x="334" y="381"/>
                    <a:pt x="340" y="379"/>
                    <a:pt x="345" y="383"/>
                  </a:cubicBezTo>
                  <a:cubicBezTo>
                    <a:pt x="345" y="386"/>
                    <a:pt x="349" y="387"/>
                    <a:pt x="349" y="390"/>
                  </a:cubicBezTo>
                  <a:cubicBezTo>
                    <a:pt x="345" y="392"/>
                    <a:pt x="336" y="386"/>
                    <a:pt x="332" y="390"/>
                  </a:cubicBezTo>
                  <a:cubicBezTo>
                    <a:pt x="332" y="390"/>
                    <a:pt x="332" y="390"/>
                    <a:pt x="332" y="390"/>
                  </a:cubicBezTo>
                  <a:cubicBezTo>
                    <a:pt x="335" y="392"/>
                    <a:pt x="344" y="393"/>
                    <a:pt x="348" y="393"/>
                  </a:cubicBezTo>
                  <a:cubicBezTo>
                    <a:pt x="357" y="393"/>
                    <a:pt x="365" y="401"/>
                    <a:pt x="373" y="405"/>
                  </a:cubicBezTo>
                  <a:cubicBezTo>
                    <a:pt x="382" y="410"/>
                    <a:pt x="393" y="417"/>
                    <a:pt x="399" y="425"/>
                  </a:cubicBezTo>
                  <a:cubicBezTo>
                    <a:pt x="404" y="434"/>
                    <a:pt x="404" y="434"/>
                    <a:pt x="404" y="434"/>
                  </a:cubicBezTo>
                  <a:cubicBezTo>
                    <a:pt x="409" y="442"/>
                    <a:pt x="416" y="440"/>
                    <a:pt x="423" y="447"/>
                  </a:cubicBezTo>
                  <a:cubicBezTo>
                    <a:pt x="427" y="452"/>
                    <a:pt x="429" y="458"/>
                    <a:pt x="434" y="462"/>
                  </a:cubicBezTo>
                  <a:cubicBezTo>
                    <a:pt x="441" y="468"/>
                    <a:pt x="452" y="467"/>
                    <a:pt x="460" y="474"/>
                  </a:cubicBezTo>
                  <a:cubicBezTo>
                    <a:pt x="468" y="481"/>
                    <a:pt x="467" y="492"/>
                    <a:pt x="475" y="499"/>
                  </a:cubicBezTo>
                  <a:cubicBezTo>
                    <a:pt x="478" y="506"/>
                    <a:pt x="481" y="510"/>
                    <a:pt x="482" y="518"/>
                  </a:cubicBezTo>
                  <a:cubicBezTo>
                    <a:pt x="484" y="528"/>
                    <a:pt x="486" y="544"/>
                    <a:pt x="496" y="549"/>
                  </a:cubicBezTo>
                  <a:cubicBezTo>
                    <a:pt x="505" y="554"/>
                    <a:pt x="513" y="547"/>
                    <a:pt x="520" y="541"/>
                  </a:cubicBezTo>
                  <a:cubicBezTo>
                    <a:pt x="524" y="536"/>
                    <a:pt x="525" y="529"/>
                    <a:pt x="532" y="528"/>
                  </a:cubicBezTo>
                  <a:cubicBezTo>
                    <a:pt x="548" y="526"/>
                    <a:pt x="558" y="493"/>
                    <a:pt x="546" y="481"/>
                  </a:cubicBezTo>
                  <a:cubicBezTo>
                    <a:pt x="543" y="466"/>
                    <a:pt x="530" y="476"/>
                    <a:pt x="524" y="466"/>
                  </a:cubicBezTo>
                  <a:cubicBezTo>
                    <a:pt x="520" y="459"/>
                    <a:pt x="525" y="451"/>
                    <a:pt x="517" y="445"/>
                  </a:cubicBezTo>
                  <a:cubicBezTo>
                    <a:pt x="509" y="439"/>
                    <a:pt x="514" y="437"/>
                    <a:pt x="513" y="429"/>
                  </a:cubicBezTo>
                  <a:cubicBezTo>
                    <a:pt x="511" y="421"/>
                    <a:pt x="502" y="432"/>
                    <a:pt x="497" y="422"/>
                  </a:cubicBezTo>
                  <a:cubicBezTo>
                    <a:pt x="494" y="417"/>
                    <a:pt x="497" y="414"/>
                    <a:pt x="491" y="411"/>
                  </a:cubicBezTo>
                  <a:cubicBezTo>
                    <a:pt x="484" y="407"/>
                    <a:pt x="480" y="404"/>
                    <a:pt x="474" y="398"/>
                  </a:cubicBezTo>
                  <a:cubicBezTo>
                    <a:pt x="474" y="396"/>
                    <a:pt x="473" y="392"/>
                    <a:pt x="470" y="392"/>
                  </a:cubicBezTo>
                  <a:cubicBezTo>
                    <a:pt x="469" y="392"/>
                    <a:pt x="466" y="392"/>
                    <a:pt x="466" y="393"/>
                  </a:cubicBezTo>
                  <a:cubicBezTo>
                    <a:pt x="465" y="396"/>
                    <a:pt x="467" y="400"/>
                    <a:pt x="467" y="402"/>
                  </a:cubicBezTo>
                  <a:cubicBezTo>
                    <a:pt x="468" y="404"/>
                    <a:pt x="469" y="407"/>
                    <a:pt x="468" y="409"/>
                  </a:cubicBezTo>
                  <a:cubicBezTo>
                    <a:pt x="464" y="411"/>
                    <a:pt x="462" y="409"/>
                    <a:pt x="459" y="410"/>
                  </a:cubicBezTo>
                  <a:cubicBezTo>
                    <a:pt x="459" y="410"/>
                    <a:pt x="468" y="418"/>
                    <a:pt x="461" y="417"/>
                  </a:cubicBezTo>
                  <a:cubicBezTo>
                    <a:pt x="455" y="416"/>
                    <a:pt x="457" y="412"/>
                    <a:pt x="457" y="408"/>
                  </a:cubicBezTo>
                  <a:cubicBezTo>
                    <a:pt x="453" y="407"/>
                    <a:pt x="446" y="408"/>
                    <a:pt x="442" y="404"/>
                  </a:cubicBezTo>
                  <a:cubicBezTo>
                    <a:pt x="438" y="401"/>
                    <a:pt x="433" y="399"/>
                    <a:pt x="429" y="395"/>
                  </a:cubicBezTo>
                  <a:cubicBezTo>
                    <a:pt x="427" y="391"/>
                    <a:pt x="427" y="388"/>
                    <a:pt x="427" y="384"/>
                  </a:cubicBezTo>
                  <a:cubicBezTo>
                    <a:pt x="427" y="378"/>
                    <a:pt x="422" y="373"/>
                    <a:pt x="421" y="367"/>
                  </a:cubicBezTo>
                  <a:cubicBezTo>
                    <a:pt x="420" y="357"/>
                    <a:pt x="427" y="355"/>
                    <a:pt x="428" y="347"/>
                  </a:cubicBezTo>
                  <a:cubicBezTo>
                    <a:pt x="428" y="342"/>
                    <a:pt x="428" y="338"/>
                    <a:pt x="426" y="333"/>
                  </a:cubicBezTo>
                  <a:cubicBezTo>
                    <a:pt x="426" y="331"/>
                    <a:pt x="424" y="329"/>
                    <a:pt x="422" y="327"/>
                  </a:cubicBezTo>
                  <a:cubicBezTo>
                    <a:pt x="419" y="325"/>
                    <a:pt x="421" y="318"/>
                    <a:pt x="416" y="316"/>
                  </a:cubicBezTo>
                  <a:cubicBezTo>
                    <a:pt x="410" y="314"/>
                    <a:pt x="403" y="302"/>
                    <a:pt x="403" y="296"/>
                  </a:cubicBezTo>
                  <a:cubicBezTo>
                    <a:pt x="402" y="286"/>
                    <a:pt x="392" y="281"/>
                    <a:pt x="394" y="270"/>
                  </a:cubicBezTo>
                  <a:cubicBezTo>
                    <a:pt x="395" y="268"/>
                    <a:pt x="395" y="266"/>
                    <a:pt x="394" y="265"/>
                  </a:cubicBezTo>
                  <a:cubicBezTo>
                    <a:pt x="384" y="263"/>
                    <a:pt x="381" y="261"/>
                    <a:pt x="377" y="251"/>
                  </a:cubicBezTo>
                  <a:cubicBezTo>
                    <a:pt x="376" y="247"/>
                    <a:pt x="370" y="243"/>
                    <a:pt x="368" y="238"/>
                  </a:cubicBezTo>
                  <a:cubicBezTo>
                    <a:pt x="366" y="233"/>
                    <a:pt x="361" y="222"/>
                    <a:pt x="363" y="216"/>
                  </a:cubicBezTo>
                  <a:cubicBezTo>
                    <a:pt x="368" y="203"/>
                    <a:pt x="364" y="204"/>
                    <a:pt x="359" y="193"/>
                  </a:cubicBezTo>
                  <a:cubicBezTo>
                    <a:pt x="359" y="190"/>
                    <a:pt x="360" y="179"/>
                    <a:pt x="359" y="179"/>
                  </a:cubicBezTo>
                  <a:cubicBezTo>
                    <a:pt x="357" y="177"/>
                    <a:pt x="352" y="175"/>
                    <a:pt x="351" y="171"/>
                  </a:cubicBezTo>
                  <a:cubicBezTo>
                    <a:pt x="351" y="169"/>
                    <a:pt x="354" y="164"/>
                    <a:pt x="355" y="161"/>
                  </a:cubicBezTo>
                  <a:cubicBezTo>
                    <a:pt x="355" y="158"/>
                    <a:pt x="340" y="161"/>
                    <a:pt x="342" y="149"/>
                  </a:cubicBezTo>
                  <a:cubicBezTo>
                    <a:pt x="344" y="133"/>
                    <a:pt x="334" y="132"/>
                    <a:pt x="323" y="125"/>
                  </a:cubicBezTo>
                  <a:cubicBezTo>
                    <a:pt x="322" y="124"/>
                    <a:pt x="316" y="118"/>
                    <a:pt x="315" y="120"/>
                  </a:cubicBezTo>
                  <a:cubicBezTo>
                    <a:pt x="310" y="125"/>
                    <a:pt x="319" y="137"/>
                    <a:pt x="322" y="141"/>
                  </a:cubicBezTo>
                  <a:cubicBezTo>
                    <a:pt x="326" y="145"/>
                    <a:pt x="331" y="148"/>
                    <a:pt x="330" y="154"/>
                  </a:cubicBezTo>
                  <a:cubicBezTo>
                    <a:pt x="326" y="164"/>
                    <a:pt x="311" y="140"/>
                    <a:pt x="309" y="137"/>
                  </a:cubicBezTo>
                  <a:cubicBezTo>
                    <a:pt x="307" y="135"/>
                    <a:pt x="312" y="130"/>
                    <a:pt x="309" y="126"/>
                  </a:cubicBezTo>
                  <a:cubicBezTo>
                    <a:pt x="306" y="120"/>
                    <a:pt x="300" y="116"/>
                    <a:pt x="297" y="110"/>
                  </a:cubicBezTo>
                  <a:cubicBezTo>
                    <a:pt x="298" y="106"/>
                    <a:pt x="296" y="105"/>
                    <a:pt x="301" y="103"/>
                  </a:cubicBezTo>
                  <a:cubicBezTo>
                    <a:pt x="303" y="102"/>
                    <a:pt x="306" y="101"/>
                    <a:pt x="306" y="98"/>
                  </a:cubicBezTo>
                  <a:cubicBezTo>
                    <a:pt x="303" y="97"/>
                    <a:pt x="275" y="94"/>
                    <a:pt x="277" y="86"/>
                  </a:cubicBezTo>
                  <a:cubicBezTo>
                    <a:pt x="279" y="79"/>
                    <a:pt x="271" y="76"/>
                    <a:pt x="270" y="69"/>
                  </a:cubicBezTo>
                  <a:cubicBezTo>
                    <a:pt x="268" y="63"/>
                    <a:pt x="269" y="57"/>
                    <a:pt x="266" y="52"/>
                  </a:cubicBezTo>
                  <a:cubicBezTo>
                    <a:pt x="265" y="49"/>
                    <a:pt x="251" y="42"/>
                    <a:pt x="248" y="42"/>
                  </a:cubicBezTo>
                  <a:cubicBezTo>
                    <a:pt x="243" y="42"/>
                    <a:pt x="243" y="40"/>
                    <a:pt x="241" y="36"/>
                  </a:cubicBezTo>
                  <a:cubicBezTo>
                    <a:pt x="239" y="32"/>
                    <a:pt x="233" y="33"/>
                    <a:pt x="231" y="28"/>
                  </a:cubicBezTo>
                  <a:cubicBezTo>
                    <a:pt x="235" y="19"/>
                    <a:pt x="228" y="23"/>
                    <a:pt x="227" y="18"/>
                  </a:cubicBezTo>
                  <a:cubicBezTo>
                    <a:pt x="227" y="15"/>
                    <a:pt x="229" y="10"/>
                    <a:pt x="229" y="6"/>
                  </a:cubicBezTo>
                  <a:cubicBezTo>
                    <a:pt x="229" y="0"/>
                    <a:pt x="228" y="4"/>
                    <a:pt x="226" y="1"/>
                  </a:cubicBezTo>
                  <a:cubicBezTo>
                    <a:pt x="226" y="1"/>
                    <a:pt x="226" y="1"/>
                    <a:pt x="226" y="1"/>
                  </a:cubicBezTo>
                  <a:lnTo>
                    <a:pt x="84" y="1"/>
                  </a:ln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5"/>
            <p:cNvSpPr>
              <a:spLocks noEditPoints="1"/>
            </p:cNvSpPr>
            <p:nvPr/>
          </p:nvSpPr>
          <p:spPr bwMode="auto">
            <a:xfrm>
              <a:off x="457200" y="1122363"/>
              <a:ext cx="966788" cy="890588"/>
            </a:xfrm>
            <a:custGeom>
              <a:avLst/>
              <a:gdLst/>
              <a:ahLst/>
              <a:cxnLst>
                <a:cxn ang="0">
                  <a:pos x="1" y="381"/>
                </a:cxn>
                <a:cxn ang="0">
                  <a:pos x="14" y="393"/>
                </a:cxn>
                <a:cxn ang="0">
                  <a:pos x="10" y="413"/>
                </a:cxn>
                <a:cxn ang="0">
                  <a:pos x="299" y="492"/>
                </a:cxn>
                <a:cxn ang="0">
                  <a:pos x="309" y="466"/>
                </a:cxn>
                <a:cxn ang="0">
                  <a:pos x="315" y="499"/>
                </a:cxn>
                <a:cxn ang="0">
                  <a:pos x="297" y="496"/>
                </a:cxn>
                <a:cxn ang="0">
                  <a:pos x="475" y="366"/>
                </a:cxn>
                <a:cxn ang="0">
                  <a:pos x="469" y="338"/>
                </a:cxn>
                <a:cxn ang="0">
                  <a:pos x="508" y="368"/>
                </a:cxn>
                <a:cxn ang="0">
                  <a:pos x="514" y="396"/>
                </a:cxn>
                <a:cxn ang="0">
                  <a:pos x="483" y="369"/>
                </a:cxn>
                <a:cxn ang="0">
                  <a:pos x="351" y="101"/>
                </a:cxn>
                <a:cxn ang="0">
                  <a:pos x="365" y="112"/>
                </a:cxn>
                <a:cxn ang="0">
                  <a:pos x="550" y="506"/>
                </a:cxn>
                <a:cxn ang="0">
                  <a:pos x="540" y="481"/>
                </a:cxn>
                <a:cxn ang="0">
                  <a:pos x="513" y="439"/>
                </a:cxn>
                <a:cxn ang="0">
                  <a:pos x="487" y="404"/>
                </a:cxn>
                <a:cxn ang="0">
                  <a:pos x="478" y="395"/>
                </a:cxn>
                <a:cxn ang="0">
                  <a:pos x="437" y="346"/>
                </a:cxn>
                <a:cxn ang="0">
                  <a:pos x="390" y="309"/>
                </a:cxn>
                <a:cxn ang="0">
                  <a:pos x="364" y="232"/>
                </a:cxn>
                <a:cxn ang="0">
                  <a:pos x="345" y="173"/>
                </a:cxn>
                <a:cxn ang="0">
                  <a:pos x="349" y="120"/>
                </a:cxn>
                <a:cxn ang="0">
                  <a:pos x="336" y="86"/>
                </a:cxn>
                <a:cxn ang="0">
                  <a:pos x="337" y="46"/>
                </a:cxn>
                <a:cxn ang="0">
                  <a:pos x="346" y="24"/>
                </a:cxn>
                <a:cxn ang="0">
                  <a:pos x="355" y="0"/>
                </a:cxn>
                <a:cxn ang="0">
                  <a:pos x="125" y="27"/>
                </a:cxn>
                <a:cxn ang="0">
                  <a:pos x="150" y="73"/>
                </a:cxn>
                <a:cxn ang="0">
                  <a:pos x="165" y="89"/>
                </a:cxn>
                <a:cxn ang="0">
                  <a:pos x="165" y="106"/>
                </a:cxn>
                <a:cxn ang="0">
                  <a:pos x="177" y="135"/>
                </a:cxn>
                <a:cxn ang="0">
                  <a:pos x="199" y="163"/>
                </a:cxn>
                <a:cxn ang="0">
                  <a:pos x="215" y="198"/>
                </a:cxn>
                <a:cxn ang="0">
                  <a:pos x="233" y="243"/>
                </a:cxn>
                <a:cxn ang="0">
                  <a:pos x="250" y="256"/>
                </a:cxn>
                <a:cxn ang="0">
                  <a:pos x="264" y="308"/>
                </a:cxn>
                <a:cxn ang="0">
                  <a:pos x="305" y="345"/>
                </a:cxn>
                <a:cxn ang="0">
                  <a:pos x="355" y="379"/>
                </a:cxn>
                <a:cxn ang="0">
                  <a:pos x="374" y="402"/>
                </a:cxn>
                <a:cxn ang="0">
                  <a:pos x="409" y="433"/>
                </a:cxn>
                <a:cxn ang="0">
                  <a:pos x="417" y="469"/>
                </a:cxn>
                <a:cxn ang="0">
                  <a:pos x="408" y="506"/>
                </a:cxn>
              </a:cxnLst>
              <a:rect l="0" t="0" r="r" b="b"/>
              <a:pathLst>
                <a:path w="550" h="506">
                  <a:moveTo>
                    <a:pt x="8" y="406"/>
                  </a:moveTo>
                  <a:cubicBezTo>
                    <a:pt x="11" y="401"/>
                    <a:pt x="3" y="395"/>
                    <a:pt x="1" y="390"/>
                  </a:cubicBezTo>
                  <a:cubicBezTo>
                    <a:pt x="0" y="388"/>
                    <a:pt x="0" y="383"/>
                    <a:pt x="1" y="381"/>
                  </a:cubicBezTo>
                  <a:cubicBezTo>
                    <a:pt x="1" y="381"/>
                    <a:pt x="9" y="378"/>
                    <a:pt x="10" y="378"/>
                  </a:cubicBezTo>
                  <a:cubicBezTo>
                    <a:pt x="10" y="379"/>
                    <a:pt x="9" y="382"/>
                    <a:pt x="9" y="384"/>
                  </a:cubicBezTo>
                  <a:cubicBezTo>
                    <a:pt x="9" y="388"/>
                    <a:pt x="12" y="390"/>
                    <a:pt x="14" y="393"/>
                  </a:cubicBezTo>
                  <a:cubicBezTo>
                    <a:pt x="16" y="397"/>
                    <a:pt x="16" y="403"/>
                    <a:pt x="14" y="407"/>
                  </a:cubicBezTo>
                  <a:cubicBezTo>
                    <a:pt x="14" y="409"/>
                    <a:pt x="14" y="411"/>
                    <a:pt x="13" y="412"/>
                  </a:cubicBezTo>
                  <a:cubicBezTo>
                    <a:pt x="13" y="413"/>
                    <a:pt x="11" y="413"/>
                    <a:pt x="10" y="413"/>
                  </a:cubicBezTo>
                  <a:cubicBezTo>
                    <a:pt x="9" y="412"/>
                    <a:pt x="10" y="410"/>
                    <a:pt x="9" y="410"/>
                  </a:cubicBezTo>
                  <a:cubicBezTo>
                    <a:pt x="8" y="406"/>
                    <a:pt x="8" y="406"/>
                    <a:pt x="8" y="406"/>
                  </a:cubicBezTo>
                  <a:close/>
                  <a:moveTo>
                    <a:pt x="299" y="492"/>
                  </a:moveTo>
                  <a:cubicBezTo>
                    <a:pt x="298" y="493"/>
                    <a:pt x="303" y="488"/>
                    <a:pt x="304" y="486"/>
                  </a:cubicBezTo>
                  <a:cubicBezTo>
                    <a:pt x="307" y="482"/>
                    <a:pt x="308" y="480"/>
                    <a:pt x="305" y="476"/>
                  </a:cubicBezTo>
                  <a:cubicBezTo>
                    <a:pt x="304" y="474"/>
                    <a:pt x="307" y="466"/>
                    <a:pt x="309" y="466"/>
                  </a:cubicBezTo>
                  <a:cubicBezTo>
                    <a:pt x="310" y="471"/>
                    <a:pt x="314" y="474"/>
                    <a:pt x="313" y="480"/>
                  </a:cubicBezTo>
                  <a:cubicBezTo>
                    <a:pt x="312" y="483"/>
                    <a:pt x="318" y="486"/>
                    <a:pt x="317" y="490"/>
                  </a:cubicBezTo>
                  <a:cubicBezTo>
                    <a:pt x="316" y="493"/>
                    <a:pt x="315" y="496"/>
                    <a:pt x="315" y="499"/>
                  </a:cubicBezTo>
                  <a:cubicBezTo>
                    <a:pt x="315" y="501"/>
                    <a:pt x="315" y="504"/>
                    <a:pt x="313" y="504"/>
                  </a:cubicBezTo>
                  <a:cubicBezTo>
                    <a:pt x="309" y="504"/>
                    <a:pt x="309" y="498"/>
                    <a:pt x="305" y="497"/>
                  </a:cubicBezTo>
                  <a:cubicBezTo>
                    <a:pt x="303" y="496"/>
                    <a:pt x="297" y="499"/>
                    <a:pt x="297" y="496"/>
                  </a:cubicBezTo>
                  <a:cubicBezTo>
                    <a:pt x="299" y="492"/>
                    <a:pt x="299" y="492"/>
                    <a:pt x="299" y="492"/>
                  </a:cubicBezTo>
                  <a:close/>
                  <a:moveTo>
                    <a:pt x="483" y="369"/>
                  </a:moveTo>
                  <a:cubicBezTo>
                    <a:pt x="481" y="367"/>
                    <a:pt x="476" y="368"/>
                    <a:pt x="475" y="366"/>
                  </a:cubicBezTo>
                  <a:cubicBezTo>
                    <a:pt x="474" y="360"/>
                    <a:pt x="469" y="357"/>
                    <a:pt x="468" y="352"/>
                  </a:cubicBezTo>
                  <a:cubicBezTo>
                    <a:pt x="468" y="351"/>
                    <a:pt x="469" y="347"/>
                    <a:pt x="469" y="345"/>
                  </a:cubicBezTo>
                  <a:cubicBezTo>
                    <a:pt x="469" y="338"/>
                    <a:pt x="469" y="338"/>
                    <a:pt x="469" y="338"/>
                  </a:cubicBezTo>
                  <a:cubicBezTo>
                    <a:pt x="478" y="338"/>
                    <a:pt x="490" y="346"/>
                    <a:pt x="490" y="356"/>
                  </a:cubicBezTo>
                  <a:cubicBezTo>
                    <a:pt x="490" y="359"/>
                    <a:pt x="488" y="366"/>
                    <a:pt x="492" y="367"/>
                  </a:cubicBezTo>
                  <a:cubicBezTo>
                    <a:pt x="497" y="368"/>
                    <a:pt x="503" y="367"/>
                    <a:pt x="508" y="368"/>
                  </a:cubicBezTo>
                  <a:cubicBezTo>
                    <a:pt x="508" y="370"/>
                    <a:pt x="507" y="373"/>
                    <a:pt x="507" y="376"/>
                  </a:cubicBezTo>
                  <a:cubicBezTo>
                    <a:pt x="508" y="379"/>
                    <a:pt x="508" y="385"/>
                    <a:pt x="509" y="388"/>
                  </a:cubicBezTo>
                  <a:cubicBezTo>
                    <a:pt x="510" y="390"/>
                    <a:pt x="515" y="392"/>
                    <a:pt x="514" y="396"/>
                  </a:cubicBezTo>
                  <a:cubicBezTo>
                    <a:pt x="512" y="400"/>
                    <a:pt x="498" y="388"/>
                    <a:pt x="497" y="387"/>
                  </a:cubicBezTo>
                  <a:cubicBezTo>
                    <a:pt x="493" y="383"/>
                    <a:pt x="487" y="377"/>
                    <a:pt x="485" y="373"/>
                  </a:cubicBezTo>
                  <a:cubicBezTo>
                    <a:pt x="483" y="369"/>
                    <a:pt x="483" y="369"/>
                    <a:pt x="483" y="369"/>
                  </a:cubicBezTo>
                  <a:close/>
                  <a:moveTo>
                    <a:pt x="362" y="106"/>
                  </a:moveTo>
                  <a:cubicBezTo>
                    <a:pt x="360" y="106"/>
                    <a:pt x="358" y="105"/>
                    <a:pt x="357" y="104"/>
                  </a:cubicBezTo>
                  <a:cubicBezTo>
                    <a:pt x="356" y="102"/>
                    <a:pt x="354" y="100"/>
                    <a:pt x="351" y="101"/>
                  </a:cubicBezTo>
                  <a:cubicBezTo>
                    <a:pt x="348" y="102"/>
                    <a:pt x="355" y="109"/>
                    <a:pt x="357" y="110"/>
                  </a:cubicBezTo>
                  <a:cubicBezTo>
                    <a:pt x="358" y="111"/>
                    <a:pt x="360" y="112"/>
                    <a:pt x="362" y="112"/>
                  </a:cubicBezTo>
                  <a:cubicBezTo>
                    <a:pt x="363" y="112"/>
                    <a:pt x="364" y="112"/>
                    <a:pt x="365" y="112"/>
                  </a:cubicBezTo>
                  <a:cubicBezTo>
                    <a:pt x="366" y="111"/>
                    <a:pt x="365" y="110"/>
                    <a:pt x="364" y="109"/>
                  </a:cubicBezTo>
                  <a:cubicBezTo>
                    <a:pt x="362" y="106"/>
                    <a:pt x="362" y="106"/>
                    <a:pt x="362" y="106"/>
                  </a:cubicBezTo>
                  <a:close/>
                  <a:moveTo>
                    <a:pt x="550" y="506"/>
                  </a:moveTo>
                  <a:cubicBezTo>
                    <a:pt x="550" y="506"/>
                    <a:pt x="550" y="506"/>
                    <a:pt x="550" y="506"/>
                  </a:cubicBezTo>
                  <a:cubicBezTo>
                    <a:pt x="547" y="500"/>
                    <a:pt x="549" y="494"/>
                    <a:pt x="547" y="489"/>
                  </a:cubicBezTo>
                  <a:cubicBezTo>
                    <a:pt x="546" y="485"/>
                    <a:pt x="542" y="483"/>
                    <a:pt x="540" y="481"/>
                  </a:cubicBezTo>
                  <a:cubicBezTo>
                    <a:pt x="536" y="476"/>
                    <a:pt x="541" y="465"/>
                    <a:pt x="538" y="459"/>
                  </a:cubicBezTo>
                  <a:cubicBezTo>
                    <a:pt x="536" y="455"/>
                    <a:pt x="525" y="464"/>
                    <a:pt x="519" y="456"/>
                  </a:cubicBezTo>
                  <a:cubicBezTo>
                    <a:pt x="512" y="452"/>
                    <a:pt x="514" y="448"/>
                    <a:pt x="513" y="439"/>
                  </a:cubicBezTo>
                  <a:cubicBezTo>
                    <a:pt x="512" y="433"/>
                    <a:pt x="510" y="425"/>
                    <a:pt x="507" y="419"/>
                  </a:cubicBezTo>
                  <a:cubicBezTo>
                    <a:pt x="495" y="419"/>
                    <a:pt x="495" y="427"/>
                    <a:pt x="491" y="412"/>
                  </a:cubicBezTo>
                  <a:cubicBezTo>
                    <a:pt x="490" y="409"/>
                    <a:pt x="490" y="405"/>
                    <a:pt x="487" y="404"/>
                  </a:cubicBezTo>
                  <a:cubicBezTo>
                    <a:pt x="483" y="403"/>
                    <a:pt x="482" y="416"/>
                    <a:pt x="478" y="410"/>
                  </a:cubicBezTo>
                  <a:cubicBezTo>
                    <a:pt x="476" y="408"/>
                    <a:pt x="472" y="399"/>
                    <a:pt x="472" y="397"/>
                  </a:cubicBezTo>
                  <a:cubicBezTo>
                    <a:pt x="473" y="393"/>
                    <a:pt x="476" y="396"/>
                    <a:pt x="478" y="395"/>
                  </a:cubicBezTo>
                  <a:cubicBezTo>
                    <a:pt x="479" y="394"/>
                    <a:pt x="472" y="389"/>
                    <a:pt x="471" y="388"/>
                  </a:cubicBezTo>
                  <a:cubicBezTo>
                    <a:pt x="469" y="381"/>
                    <a:pt x="465" y="381"/>
                    <a:pt x="462" y="374"/>
                  </a:cubicBezTo>
                  <a:cubicBezTo>
                    <a:pt x="458" y="360"/>
                    <a:pt x="446" y="356"/>
                    <a:pt x="437" y="346"/>
                  </a:cubicBezTo>
                  <a:cubicBezTo>
                    <a:pt x="430" y="338"/>
                    <a:pt x="410" y="328"/>
                    <a:pt x="408" y="318"/>
                  </a:cubicBezTo>
                  <a:cubicBezTo>
                    <a:pt x="403" y="315"/>
                    <a:pt x="399" y="319"/>
                    <a:pt x="394" y="313"/>
                  </a:cubicBezTo>
                  <a:cubicBezTo>
                    <a:pt x="392" y="312"/>
                    <a:pt x="388" y="313"/>
                    <a:pt x="390" y="309"/>
                  </a:cubicBezTo>
                  <a:cubicBezTo>
                    <a:pt x="391" y="307"/>
                    <a:pt x="391" y="304"/>
                    <a:pt x="390" y="302"/>
                  </a:cubicBezTo>
                  <a:cubicBezTo>
                    <a:pt x="375" y="293"/>
                    <a:pt x="360" y="274"/>
                    <a:pt x="366" y="255"/>
                  </a:cubicBezTo>
                  <a:cubicBezTo>
                    <a:pt x="368" y="247"/>
                    <a:pt x="367" y="239"/>
                    <a:pt x="364" y="232"/>
                  </a:cubicBezTo>
                  <a:cubicBezTo>
                    <a:pt x="358" y="219"/>
                    <a:pt x="364" y="207"/>
                    <a:pt x="361" y="194"/>
                  </a:cubicBezTo>
                  <a:cubicBezTo>
                    <a:pt x="359" y="188"/>
                    <a:pt x="356" y="190"/>
                    <a:pt x="350" y="189"/>
                  </a:cubicBezTo>
                  <a:cubicBezTo>
                    <a:pt x="346" y="188"/>
                    <a:pt x="348" y="177"/>
                    <a:pt x="345" y="173"/>
                  </a:cubicBezTo>
                  <a:cubicBezTo>
                    <a:pt x="345" y="168"/>
                    <a:pt x="343" y="163"/>
                    <a:pt x="344" y="158"/>
                  </a:cubicBezTo>
                  <a:cubicBezTo>
                    <a:pt x="346" y="151"/>
                    <a:pt x="347" y="141"/>
                    <a:pt x="347" y="134"/>
                  </a:cubicBezTo>
                  <a:cubicBezTo>
                    <a:pt x="347" y="130"/>
                    <a:pt x="346" y="122"/>
                    <a:pt x="349" y="120"/>
                  </a:cubicBezTo>
                  <a:cubicBezTo>
                    <a:pt x="356" y="116"/>
                    <a:pt x="350" y="113"/>
                    <a:pt x="349" y="107"/>
                  </a:cubicBezTo>
                  <a:cubicBezTo>
                    <a:pt x="348" y="98"/>
                    <a:pt x="341" y="100"/>
                    <a:pt x="338" y="93"/>
                  </a:cubicBezTo>
                  <a:cubicBezTo>
                    <a:pt x="337" y="91"/>
                    <a:pt x="336" y="89"/>
                    <a:pt x="336" y="86"/>
                  </a:cubicBezTo>
                  <a:cubicBezTo>
                    <a:pt x="336" y="86"/>
                    <a:pt x="336" y="86"/>
                    <a:pt x="336" y="86"/>
                  </a:cubicBezTo>
                  <a:cubicBezTo>
                    <a:pt x="331" y="82"/>
                    <a:pt x="334" y="73"/>
                    <a:pt x="335" y="68"/>
                  </a:cubicBezTo>
                  <a:cubicBezTo>
                    <a:pt x="336" y="62"/>
                    <a:pt x="332" y="50"/>
                    <a:pt x="337" y="46"/>
                  </a:cubicBezTo>
                  <a:cubicBezTo>
                    <a:pt x="341" y="43"/>
                    <a:pt x="342" y="37"/>
                    <a:pt x="342" y="33"/>
                  </a:cubicBezTo>
                  <a:cubicBezTo>
                    <a:pt x="346" y="24"/>
                    <a:pt x="346" y="24"/>
                    <a:pt x="346" y="24"/>
                  </a:cubicBezTo>
                  <a:cubicBezTo>
                    <a:pt x="346" y="24"/>
                    <a:pt x="346" y="24"/>
                    <a:pt x="346" y="24"/>
                  </a:cubicBezTo>
                  <a:cubicBezTo>
                    <a:pt x="347" y="22"/>
                    <a:pt x="347" y="19"/>
                    <a:pt x="347" y="17"/>
                  </a:cubicBezTo>
                  <a:cubicBezTo>
                    <a:pt x="346" y="12"/>
                    <a:pt x="351" y="11"/>
                    <a:pt x="354" y="8"/>
                  </a:cubicBezTo>
                  <a:cubicBezTo>
                    <a:pt x="355" y="6"/>
                    <a:pt x="354" y="3"/>
                    <a:pt x="355" y="0"/>
                  </a:cubicBezTo>
                  <a:cubicBezTo>
                    <a:pt x="125" y="21"/>
                    <a:pt x="125" y="21"/>
                    <a:pt x="125" y="21"/>
                  </a:cubicBezTo>
                  <a:cubicBezTo>
                    <a:pt x="125" y="21"/>
                    <a:pt x="125" y="21"/>
                    <a:pt x="125" y="21"/>
                  </a:cubicBezTo>
                  <a:cubicBezTo>
                    <a:pt x="125" y="22"/>
                    <a:pt x="125" y="23"/>
                    <a:pt x="125" y="27"/>
                  </a:cubicBezTo>
                  <a:cubicBezTo>
                    <a:pt x="125" y="31"/>
                    <a:pt x="131" y="42"/>
                    <a:pt x="133" y="47"/>
                  </a:cubicBezTo>
                  <a:cubicBezTo>
                    <a:pt x="139" y="56"/>
                    <a:pt x="150" y="49"/>
                    <a:pt x="150" y="65"/>
                  </a:cubicBezTo>
                  <a:cubicBezTo>
                    <a:pt x="150" y="67"/>
                    <a:pt x="150" y="71"/>
                    <a:pt x="150" y="73"/>
                  </a:cubicBezTo>
                  <a:cubicBezTo>
                    <a:pt x="151" y="74"/>
                    <a:pt x="151" y="76"/>
                    <a:pt x="152" y="77"/>
                  </a:cubicBezTo>
                  <a:cubicBezTo>
                    <a:pt x="152" y="79"/>
                    <a:pt x="154" y="80"/>
                    <a:pt x="155" y="81"/>
                  </a:cubicBezTo>
                  <a:cubicBezTo>
                    <a:pt x="160" y="82"/>
                    <a:pt x="160" y="86"/>
                    <a:pt x="165" y="89"/>
                  </a:cubicBezTo>
                  <a:cubicBezTo>
                    <a:pt x="170" y="91"/>
                    <a:pt x="174" y="92"/>
                    <a:pt x="176" y="97"/>
                  </a:cubicBezTo>
                  <a:cubicBezTo>
                    <a:pt x="177" y="102"/>
                    <a:pt x="177" y="103"/>
                    <a:pt x="174" y="106"/>
                  </a:cubicBezTo>
                  <a:cubicBezTo>
                    <a:pt x="173" y="108"/>
                    <a:pt x="167" y="105"/>
                    <a:pt x="165" y="106"/>
                  </a:cubicBezTo>
                  <a:cubicBezTo>
                    <a:pt x="165" y="106"/>
                    <a:pt x="173" y="112"/>
                    <a:pt x="173" y="116"/>
                  </a:cubicBezTo>
                  <a:cubicBezTo>
                    <a:pt x="174" y="120"/>
                    <a:pt x="168" y="125"/>
                    <a:pt x="170" y="127"/>
                  </a:cubicBezTo>
                  <a:cubicBezTo>
                    <a:pt x="175" y="130"/>
                    <a:pt x="174" y="132"/>
                    <a:pt x="177" y="135"/>
                  </a:cubicBezTo>
                  <a:cubicBezTo>
                    <a:pt x="179" y="137"/>
                    <a:pt x="181" y="136"/>
                    <a:pt x="183" y="137"/>
                  </a:cubicBezTo>
                  <a:cubicBezTo>
                    <a:pt x="186" y="139"/>
                    <a:pt x="188" y="146"/>
                    <a:pt x="190" y="148"/>
                  </a:cubicBezTo>
                  <a:cubicBezTo>
                    <a:pt x="199" y="163"/>
                    <a:pt x="199" y="163"/>
                    <a:pt x="199" y="163"/>
                  </a:cubicBezTo>
                  <a:cubicBezTo>
                    <a:pt x="203" y="170"/>
                    <a:pt x="205" y="175"/>
                    <a:pt x="202" y="183"/>
                  </a:cubicBezTo>
                  <a:cubicBezTo>
                    <a:pt x="200" y="191"/>
                    <a:pt x="202" y="187"/>
                    <a:pt x="207" y="191"/>
                  </a:cubicBezTo>
                  <a:cubicBezTo>
                    <a:pt x="211" y="192"/>
                    <a:pt x="212" y="196"/>
                    <a:pt x="215" y="198"/>
                  </a:cubicBezTo>
                  <a:cubicBezTo>
                    <a:pt x="219" y="201"/>
                    <a:pt x="228" y="205"/>
                    <a:pt x="229" y="210"/>
                  </a:cubicBezTo>
                  <a:cubicBezTo>
                    <a:pt x="232" y="215"/>
                    <a:pt x="233" y="225"/>
                    <a:pt x="232" y="231"/>
                  </a:cubicBezTo>
                  <a:cubicBezTo>
                    <a:pt x="231" y="234"/>
                    <a:pt x="228" y="248"/>
                    <a:pt x="233" y="243"/>
                  </a:cubicBezTo>
                  <a:cubicBezTo>
                    <a:pt x="235" y="241"/>
                    <a:pt x="239" y="237"/>
                    <a:pt x="239" y="243"/>
                  </a:cubicBezTo>
                  <a:cubicBezTo>
                    <a:pt x="239" y="246"/>
                    <a:pt x="236" y="248"/>
                    <a:pt x="236" y="250"/>
                  </a:cubicBezTo>
                  <a:cubicBezTo>
                    <a:pt x="242" y="251"/>
                    <a:pt x="248" y="248"/>
                    <a:pt x="250" y="256"/>
                  </a:cubicBezTo>
                  <a:cubicBezTo>
                    <a:pt x="252" y="261"/>
                    <a:pt x="254" y="267"/>
                    <a:pt x="254" y="272"/>
                  </a:cubicBezTo>
                  <a:cubicBezTo>
                    <a:pt x="254" y="281"/>
                    <a:pt x="256" y="285"/>
                    <a:pt x="253" y="293"/>
                  </a:cubicBezTo>
                  <a:cubicBezTo>
                    <a:pt x="251" y="300"/>
                    <a:pt x="264" y="300"/>
                    <a:pt x="264" y="308"/>
                  </a:cubicBezTo>
                  <a:cubicBezTo>
                    <a:pt x="260" y="320"/>
                    <a:pt x="271" y="320"/>
                    <a:pt x="277" y="327"/>
                  </a:cubicBezTo>
                  <a:cubicBezTo>
                    <a:pt x="280" y="332"/>
                    <a:pt x="279" y="331"/>
                    <a:pt x="286" y="333"/>
                  </a:cubicBezTo>
                  <a:cubicBezTo>
                    <a:pt x="291" y="335"/>
                    <a:pt x="298" y="342"/>
                    <a:pt x="305" y="345"/>
                  </a:cubicBezTo>
                  <a:cubicBezTo>
                    <a:pt x="308" y="347"/>
                    <a:pt x="315" y="354"/>
                    <a:pt x="316" y="355"/>
                  </a:cubicBezTo>
                  <a:cubicBezTo>
                    <a:pt x="324" y="355"/>
                    <a:pt x="334" y="357"/>
                    <a:pt x="339" y="364"/>
                  </a:cubicBezTo>
                  <a:cubicBezTo>
                    <a:pt x="343" y="370"/>
                    <a:pt x="353" y="373"/>
                    <a:pt x="355" y="379"/>
                  </a:cubicBezTo>
                  <a:cubicBezTo>
                    <a:pt x="358" y="389"/>
                    <a:pt x="360" y="382"/>
                    <a:pt x="365" y="387"/>
                  </a:cubicBezTo>
                  <a:cubicBezTo>
                    <a:pt x="366" y="388"/>
                    <a:pt x="369" y="394"/>
                    <a:pt x="369" y="396"/>
                  </a:cubicBezTo>
                  <a:cubicBezTo>
                    <a:pt x="370" y="399"/>
                    <a:pt x="374" y="399"/>
                    <a:pt x="374" y="402"/>
                  </a:cubicBezTo>
                  <a:cubicBezTo>
                    <a:pt x="377" y="413"/>
                    <a:pt x="381" y="402"/>
                    <a:pt x="386" y="409"/>
                  </a:cubicBezTo>
                  <a:cubicBezTo>
                    <a:pt x="391" y="415"/>
                    <a:pt x="394" y="421"/>
                    <a:pt x="398" y="428"/>
                  </a:cubicBezTo>
                  <a:cubicBezTo>
                    <a:pt x="402" y="433"/>
                    <a:pt x="403" y="434"/>
                    <a:pt x="409" y="433"/>
                  </a:cubicBezTo>
                  <a:cubicBezTo>
                    <a:pt x="415" y="433"/>
                    <a:pt x="415" y="439"/>
                    <a:pt x="415" y="443"/>
                  </a:cubicBezTo>
                  <a:cubicBezTo>
                    <a:pt x="417" y="446"/>
                    <a:pt x="421" y="445"/>
                    <a:pt x="421" y="450"/>
                  </a:cubicBezTo>
                  <a:cubicBezTo>
                    <a:pt x="421" y="457"/>
                    <a:pt x="420" y="462"/>
                    <a:pt x="417" y="469"/>
                  </a:cubicBezTo>
                  <a:cubicBezTo>
                    <a:pt x="416" y="472"/>
                    <a:pt x="410" y="477"/>
                    <a:pt x="410" y="479"/>
                  </a:cubicBezTo>
                  <a:cubicBezTo>
                    <a:pt x="410" y="480"/>
                    <a:pt x="416" y="483"/>
                    <a:pt x="417" y="486"/>
                  </a:cubicBezTo>
                  <a:cubicBezTo>
                    <a:pt x="420" y="496"/>
                    <a:pt x="414" y="501"/>
                    <a:pt x="408" y="506"/>
                  </a:cubicBezTo>
                  <a:cubicBezTo>
                    <a:pt x="408" y="506"/>
                    <a:pt x="408" y="506"/>
                    <a:pt x="408" y="506"/>
                  </a:cubicBezTo>
                  <a:cubicBezTo>
                    <a:pt x="550" y="506"/>
                    <a:pt x="550" y="506"/>
                    <a:pt x="550" y="50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16"/>
            <p:cNvSpPr>
              <a:spLocks/>
            </p:cNvSpPr>
            <p:nvPr/>
          </p:nvSpPr>
          <p:spPr bwMode="auto">
            <a:xfrm>
              <a:off x="2935288" y="1654175"/>
              <a:ext cx="706438" cy="1025525"/>
            </a:xfrm>
            <a:custGeom>
              <a:avLst/>
              <a:gdLst/>
              <a:ahLst/>
              <a:cxnLst>
                <a:cxn ang="0">
                  <a:pos x="51" y="117"/>
                </a:cxn>
                <a:cxn ang="0">
                  <a:pos x="37" y="137"/>
                </a:cxn>
                <a:cxn ang="0">
                  <a:pos x="22" y="166"/>
                </a:cxn>
                <a:cxn ang="0">
                  <a:pos x="4" y="224"/>
                </a:cxn>
                <a:cxn ang="0">
                  <a:pos x="10" y="251"/>
                </a:cxn>
                <a:cxn ang="0">
                  <a:pos x="7" y="274"/>
                </a:cxn>
                <a:cxn ang="0">
                  <a:pos x="18" y="304"/>
                </a:cxn>
                <a:cxn ang="0">
                  <a:pos x="26" y="345"/>
                </a:cxn>
                <a:cxn ang="0">
                  <a:pos x="49" y="359"/>
                </a:cxn>
                <a:cxn ang="0">
                  <a:pos x="66" y="392"/>
                </a:cxn>
                <a:cxn ang="0">
                  <a:pos x="53" y="464"/>
                </a:cxn>
                <a:cxn ang="0">
                  <a:pos x="47" y="494"/>
                </a:cxn>
                <a:cxn ang="0">
                  <a:pos x="66" y="525"/>
                </a:cxn>
                <a:cxn ang="0">
                  <a:pos x="81" y="540"/>
                </a:cxn>
                <a:cxn ang="0">
                  <a:pos x="109" y="556"/>
                </a:cxn>
                <a:cxn ang="0">
                  <a:pos x="117" y="529"/>
                </a:cxn>
                <a:cxn ang="0">
                  <a:pos x="146" y="532"/>
                </a:cxn>
                <a:cxn ang="0">
                  <a:pos x="181" y="528"/>
                </a:cxn>
                <a:cxn ang="0">
                  <a:pos x="213" y="546"/>
                </a:cxn>
                <a:cxn ang="0">
                  <a:pos x="241" y="561"/>
                </a:cxn>
                <a:cxn ang="0">
                  <a:pos x="282" y="577"/>
                </a:cxn>
                <a:cxn ang="0">
                  <a:pos x="306" y="581"/>
                </a:cxn>
                <a:cxn ang="0">
                  <a:pos x="306" y="565"/>
                </a:cxn>
                <a:cxn ang="0">
                  <a:pos x="309" y="545"/>
                </a:cxn>
                <a:cxn ang="0">
                  <a:pos x="306" y="520"/>
                </a:cxn>
                <a:cxn ang="0">
                  <a:pos x="339" y="508"/>
                </a:cxn>
                <a:cxn ang="0">
                  <a:pos x="360" y="505"/>
                </a:cxn>
                <a:cxn ang="0">
                  <a:pos x="340" y="489"/>
                </a:cxn>
                <a:cxn ang="0">
                  <a:pos x="319" y="469"/>
                </a:cxn>
                <a:cxn ang="0">
                  <a:pos x="302" y="436"/>
                </a:cxn>
                <a:cxn ang="0">
                  <a:pos x="287" y="407"/>
                </a:cxn>
                <a:cxn ang="0">
                  <a:pos x="267" y="384"/>
                </a:cxn>
                <a:cxn ang="0">
                  <a:pos x="321" y="356"/>
                </a:cxn>
                <a:cxn ang="0">
                  <a:pos x="334" y="311"/>
                </a:cxn>
                <a:cxn ang="0">
                  <a:pos x="314" y="310"/>
                </a:cxn>
                <a:cxn ang="0">
                  <a:pos x="304" y="293"/>
                </a:cxn>
                <a:cxn ang="0">
                  <a:pos x="352" y="238"/>
                </a:cxn>
                <a:cxn ang="0">
                  <a:pos x="402" y="230"/>
                </a:cxn>
                <a:cxn ang="0">
                  <a:pos x="369" y="185"/>
                </a:cxn>
                <a:cxn ang="0">
                  <a:pos x="335" y="128"/>
                </a:cxn>
                <a:cxn ang="0">
                  <a:pos x="308" y="81"/>
                </a:cxn>
                <a:cxn ang="0">
                  <a:pos x="262" y="36"/>
                </a:cxn>
                <a:cxn ang="0">
                  <a:pos x="247" y="17"/>
                </a:cxn>
                <a:cxn ang="0">
                  <a:pos x="211" y="12"/>
                </a:cxn>
                <a:cxn ang="0">
                  <a:pos x="149" y="16"/>
                </a:cxn>
                <a:cxn ang="0">
                  <a:pos x="102" y="61"/>
                </a:cxn>
                <a:cxn ang="0">
                  <a:pos x="89" y="85"/>
                </a:cxn>
                <a:cxn ang="0">
                  <a:pos x="62" y="98"/>
                </a:cxn>
              </a:cxnLst>
              <a:rect l="0" t="0" r="r" b="b"/>
              <a:pathLst>
                <a:path w="402" h="583">
                  <a:moveTo>
                    <a:pt x="62" y="98"/>
                  </a:moveTo>
                  <a:cubicBezTo>
                    <a:pt x="56" y="106"/>
                    <a:pt x="56" y="106"/>
                    <a:pt x="56" y="106"/>
                  </a:cubicBezTo>
                  <a:cubicBezTo>
                    <a:pt x="54" y="109"/>
                    <a:pt x="53" y="114"/>
                    <a:pt x="51" y="117"/>
                  </a:cubicBezTo>
                  <a:cubicBezTo>
                    <a:pt x="48" y="122"/>
                    <a:pt x="45" y="129"/>
                    <a:pt x="42" y="134"/>
                  </a:cubicBezTo>
                  <a:cubicBezTo>
                    <a:pt x="40" y="136"/>
                    <a:pt x="39" y="132"/>
                    <a:pt x="37" y="132"/>
                  </a:cubicBezTo>
                  <a:cubicBezTo>
                    <a:pt x="36" y="132"/>
                    <a:pt x="37" y="136"/>
                    <a:pt x="37" y="137"/>
                  </a:cubicBezTo>
                  <a:cubicBezTo>
                    <a:pt x="37" y="139"/>
                    <a:pt x="32" y="142"/>
                    <a:pt x="30" y="144"/>
                  </a:cubicBezTo>
                  <a:cubicBezTo>
                    <a:pt x="28" y="147"/>
                    <a:pt x="28" y="150"/>
                    <a:pt x="29" y="152"/>
                  </a:cubicBezTo>
                  <a:cubicBezTo>
                    <a:pt x="31" y="155"/>
                    <a:pt x="23" y="163"/>
                    <a:pt x="22" y="166"/>
                  </a:cubicBezTo>
                  <a:cubicBezTo>
                    <a:pt x="18" y="172"/>
                    <a:pt x="14" y="177"/>
                    <a:pt x="12" y="185"/>
                  </a:cubicBezTo>
                  <a:cubicBezTo>
                    <a:pt x="11" y="188"/>
                    <a:pt x="5" y="207"/>
                    <a:pt x="2" y="208"/>
                  </a:cubicBezTo>
                  <a:cubicBezTo>
                    <a:pt x="2" y="212"/>
                    <a:pt x="6" y="220"/>
                    <a:pt x="4" y="224"/>
                  </a:cubicBezTo>
                  <a:cubicBezTo>
                    <a:pt x="0" y="229"/>
                    <a:pt x="7" y="228"/>
                    <a:pt x="7" y="233"/>
                  </a:cubicBezTo>
                  <a:cubicBezTo>
                    <a:pt x="7" y="237"/>
                    <a:pt x="6" y="240"/>
                    <a:pt x="6" y="244"/>
                  </a:cubicBezTo>
                  <a:cubicBezTo>
                    <a:pt x="6" y="247"/>
                    <a:pt x="10" y="247"/>
                    <a:pt x="10" y="251"/>
                  </a:cubicBezTo>
                  <a:cubicBezTo>
                    <a:pt x="10" y="263"/>
                    <a:pt x="10" y="263"/>
                    <a:pt x="10" y="263"/>
                  </a:cubicBezTo>
                  <a:cubicBezTo>
                    <a:pt x="10" y="267"/>
                    <a:pt x="8" y="265"/>
                    <a:pt x="6" y="267"/>
                  </a:cubicBezTo>
                  <a:cubicBezTo>
                    <a:pt x="4" y="269"/>
                    <a:pt x="7" y="272"/>
                    <a:pt x="7" y="274"/>
                  </a:cubicBezTo>
                  <a:cubicBezTo>
                    <a:pt x="11" y="278"/>
                    <a:pt x="2" y="279"/>
                    <a:pt x="8" y="282"/>
                  </a:cubicBezTo>
                  <a:cubicBezTo>
                    <a:pt x="12" y="283"/>
                    <a:pt x="13" y="281"/>
                    <a:pt x="14" y="287"/>
                  </a:cubicBezTo>
                  <a:cubicBezTo>
                    <a:pt x="15" y="292"/>
                    <a:pt x="14" y="299"/>
                    <a:pt x="18" y="304"/>
                  </a:cubicBezTo>
                  <a:cubicBezTo>
                    <a:pt x="21" y="309"/>
                    <a:pt x="22" y="312"/>
                    <a:pt x="16" y="316"/>
                  </a:cubicBezTo>
                  <a:cubicBezTo>
                    <a:pt x="3" y="324"/>
                    <a:pt x="17" y="326"/>
                    <a:pt x="19" y="334"/>
                  </a:cubicBezTo>
                  <a:cubicBezTo>
                    <a:pt x="21" y="339"/>
                    <a:pt x="22" y="342"/>
                    <a:pt x="26" y="345"/>
                  </a:cubicBezTo>
                  <a:cubicBezTo>
                    <a:pt x="26" y="345"/>
                    <a:pt x="26" y="345"/>
                    <a:pt x="26" y="345"/>
                  </a:cubicBezTo>
                  <a:cubicBezTo>
                    <a:pt x="30" y="347"/>
                    <a:pt x="35" y="350"/>
                    <a:pt x="36" y="354"/>
                  </a:cubicBezTo>
                  <a:cubicBezTo>
                    <a:pt x="38" y="359"/>
                    <a:pt x="44" y="358"/>
                    <a:pt x="49" y="359"/>
                  </a:cubicBezTo>
                  <a:cubicBezTo>
                    <a:pt x="51" y="360"/>
                    <a:pt x="57" y="359"/>
                    <a:pt x="57" y="362"/>
                  </a:cubicBezTo>
                  <a:cubicBezTo>
                    <a:pt x="57" y="367"/>
                    <a:pt x="56" y="371"/>
                    <a:pt x="58" y="376"/>
                  </a:cubicBezTo>
                  <a:cubicBezTo>
                    <a:pt x="62" y="381"/>
                    <a:pt x="65" y="386"/>
                    <a:pt x="66" y="392"/>
                  </a:cubicBezTo>
                  <a:cubicBezTo>
                    <a:pt x="67" y="398"/>
                    <a:pt x="61" y="403"/>
                    <a:pt x="60" y="409"/>
                  </a:cubicBezTo>
                  <a:cubicBezTo>
                    <a:pt x="58" y="416"/>
                    <a:pt x="57" y="431"/>
                    <a:pt x="59" y="438"/>
                  </a:cubicBezTo>
                  <a:cubicBezTo>
                    <a:pt x="62" y="447"/>
                    <a:pt x="64" y="459"/>
                    <a:pt x="53" y="464"/>
                  </a:cubicBezTo>
                  <a:cubicBezTo>
                    <a:pt x="52" y="466"/>
                    <a:pt x="44" y="470"/>
                    <a:pt x="45" y="472"/>
                  </a:cubicBezTo>
                  <a:cubicBezTo>
                    <a:pt x="47" y="476"/>
                    <a:pt x="50" y="479"/>
                    <a:pt x="53" y="482"/>
                  </a:cubicBezTo>
                  <a:cubicBezTo>
                    <a:pt x="60" y="489"/>
                    <a:pt x="51" y="488"/>
                    <a:pt x="47" y="494"/>
                  </a:cubicBezTo>
                  <a:cubicBezTo>
                    <a:pt x="45" y="496"/>
                    <a:pt x="42" y="504"/>
                    <a:pt x="45" y="506"/>
                  </a:cubicBezTo>
                  <a:cubicBezTo>
                    <a:pt x="49" y="508"/>
                    <a:pt x="52" y="509"/>
                    <a:pt x="54" y="513"/>
                  </a:cubicBezTo>
                  <a:cubicBezTo>
                    <a:pt x="57" y="521"/>
                    <a:pt x="59" y="521"/>
                    <a:pt x="66" y="525"/>
                  </a:cubicBezTo>
                  <a:cubicBezTo>
                    <a:pt x="68" y="527"/>
                    <a:pt x="68" y="528"/>
                    <a:pt x="68" y="531"/>
                  </a:cubicBezTo>
                  <a:cubicBezTo>
                    <a:pt x="68" y="532"/>
                    <a:pt x="71" y="535"/>
                    <a:pt x="72" y="537"/>
                  </a:cubicBezTo>
                  <a:cubicBezTo>
                    <a:pt x="74" y="544"/>
                    <a:pt x="81" y="537"/>
                    <a:pt x="81" y="540"/>
                  </a:cubicBezTo>
                  <a:cubicBezTo>
                    <a:pt x="81" y="542"/>
                    <a:pt x="80" y="545"/>
                    <a:pt x="80" y="546"/>
                  </a:cubicBezTo>
                  <a:cubicBezTo>
                    <a:pt x="80" y="564"/>
                    <a:pt x="91" y="550"/>
                    <a:pt x="97" y="555"/>
                  </a:cubicBezTo>
                  <a:cubicBezTo>
                    <a:pt x="100" y="558"/>
                    <a:pt x="109" y="565"/>
                    <a:pt x="109" y="556"/>
                  </a:cubicBezTo>
                  <a:cubicBezTo>
                    <a:pt x="109" y="549"/>
                    <a:pt x="114" y="549"/>
                    <a:pt x="115" y="545"/>
                  </a:cubicBezTo>
                  <a:cubicBezTo>
                    <a:pt x="116" y="542"/>
                    <a:pt x="116" y="540"/>
                    <a:pt x="117" y="538"/>
                  </a:cubicBezTo>
                  <a:cubicBezTo>
                    <a:pt x="117" y="537"/>
                    <a:pt x="113" y="527"/>
                    <a:pt x="117" y="529"/>
                  </a:cubicBezTo>
                  <a:cubicBezTo>
                    <a:pt x="122" y="530"/>
                    <a:pt x="123" y="524"/>
                    <a:pt x="127" y="527"/>
                  </a:cubicBezTo>
                  <a:cubicBezTo>
                    <a:pt x="127" y="527"/>
                    <a:pt x="127" y="527"/>
                    <a:pt x="127" y="527"/>
                  </a:cubicBezTo>
                  <a:cubicBezTo>
                    <a:pt x="146" y="532"/>
                    <a:pt x="146" y="532"/>
                    <a:pt x="146" y="532"/>
                  </a:cubicBezTo>
                  <a:cubicBezTo>
                    <a:pt x="146" y="529"/>
                    <a:pt x="146" y="525"/>
                    <a:pt x="145" y="521"/>
                  </a:cubicBezTo>
                  <a:cubicBezTo>
                    <a:pt x="150" y="521"/>
                    <a:pt x="156" y="520"/>
                    <a:pt x="161" y="521"/>
                  </a:cubicBezTo>
                  <a:cubicBezTo>
                    <a:pt x="169" y="522"/>
                    <a:pt x="174" y="525"/>
                    <a:pt x="181" y="528"/>
                  </a:cubicBezTo>
                  <a:cubicBezTo>
                    <a:pt x="190" y="532"/>
                    <a:pt x="186" y="527"/>
                    <a:pt x="192" y="525"/>
                  </a:cubicBezTo>
                  <a:cubicBezTo>
                    <a:pt x="194" y="524"/>
                    <a:pt x="206" y="532"/>
                    <a:pt x="207" y="535"/>
                  </a:cubicBezTo>
                  <a:cubicBezTo>
                    <a:pt x="208" y="539"/>
                    <a:pt x="210" y="542"/>
                    <a:pt x="213" y="546"/>
                  </a:cubicBezTo>
                  <a:cubicBezTo>
                    <a:pt x="222" y="554"/>
                    <a:pt x="220" y="542"/>
                    <a:pt x="230" y="546"/>
                  </a:cubicBezTo>
                  <a:cubicBezTo>
                    <a:pt x="231" y="546"/>
                    <a:pt x="231" y="554"/>
                    <a:pt x="231" y="555"/>
                  </a:cubicBezTo>
                  <a:cubicBezTo>
                    <a:pt x="230" y="562"/>
                    <a:pt x="237" y="559"/>
                    <a:pt x="241" y="561"/>
                  </a:cubicBezTo>
                  <a:cubicBezTo>
                    <a:pt x="248" y="558"/>
                    <a:pt x="251" y="554"/>
                    <a:pt x="259" y="557"/>
                  </a:cubicBezTo>
                  <a:cubicBezTo>
                    <a:pt x="263" y="558"/>
                    <a:pt x="268" y="559"/>
                    <a:pt x="271" y="562"/>
                  </a:cubicBezTo>
                  <a:cubicBezTo>
                    <a:pt x="275" y="567"/>
                    <a:pt x="271" y="579"/>
                    <a:pt x="282" y="577"/>
                  </a:cubicBezTo>
                  <a:cubicBezTo>
                    <a:pt x="287" y="576"/>
                    <a:pt x="286" y="581"/>
                    <a:pt x="290" y="582"/>
                  </a:cubicBezTo>
                  <a:cubicBezTo>
                    <a:pt x="293" y="583"/>
                    <a:pt x="295" y="580"/>
                    <a:pt x="299" y="581"/>
                  </a:cubicBezTo>
                  <a:cubicBezTo>
                    <a:pt x="306" y="581"/>
                    <a:pt x="306" y="581"/>
                    <a:pt x="306" y="581"/>
                  </a:cubicBezTo>
                  <a:cubicBezTo>
                    <a:pt x="306" y="581"/>
                    <a:pt x="306" y="581"/>
                    <a:pt x="306" y="581"/>
                  </a:cubicBezTo>
                  <a:cubicBezTo>
                    <a:pt x="306" y="577"/>
                    <a:pt x="309" y="576"/>
                    <a:pt x="309" y="572"/>
                  </a:cubicBezTo>
                  <a:cubicBezTo>
                    <a:pt x="309" y="569"/>
                    <a:pt x="305" y="569"/>
                    <a:pt x="306" y="565"/>
                  </a:cubicBezTo>
                  <a:cubicBezTo>
                    <a:pt x="307" y="564"/>
                    <a:pt x="310" y="561"/>
                    <a:pt x="310" y="561"/>
                  </a:cubicBezTo>
                  <a:cubicBezTo>
                    <a:pt x="310" y="558"/>
                    <a:pt x="305" y="556"/>
                    <a:pt x="304" y="554"/>
                  </a:cubicBezTo>
                  <a:cubicBezTo>
                    <a:pt x="304" y="553"/>
                    <a:pt x="308" y="546"/>
                    <a:pt x="309" y="545"/>
                  </a:cubicBezTo>
                  <a:cubicBezTo>
                    <a:pt x="310" y="544"/>
                    <a:pt x="313" y="546"/>
                    <a:pt x="313" y="544"/>
                  </a:cubicBezTo>
                  <a:cubicBezTo>
                    <a:pt x="313" y="539"/>
                    <a:pt x="308" y="534"/>
                    <a:pt x="304" y="531"/>
                  </a:cubicBezTo>
                  <a:cubicBezTo>
                    <a:pt x="302" y="528"/>
                    <a:pt x="306" y="523"/>
                    <a:pt x="306" y="520"/>
                  </a:cubicBezTo>
                  <a:cubicBezTo>
                    <a:pt x="308" y="517"/>
                    <a:pt x="310" y="514"/>
                    <a:pt x="312" y="511"/>
                  </a:cubicBezTo>
                  <a:cubicBezTo>
                    <a:pt x="315" y="509"/>
                    <a:pt x="317" y="511"/>
                    <a:pt x="318" y="506"/>
                  </a:cubicBezTo>
                  <a:cubicBezTo>
                    <a:pt x="319" y="502"/>
                    <a:pt x="335" y="507"/>
                    <a:pt x="339" y="508"/>
                  </a:cubicBezTo>
                  <a:cubicBezTo>
                    <a:pt x="343" y="509"/>
                    <a:pt x="351" y="513"/>
                    <a:pt x="354" y="513"/>
                  </a:cubicBezTo>
                  <a:cubicBezTo>
                    <a:pt x="356" y="513"/>
                    <a:pt x="359" y="510"/>
                    <a:pt x="361" y="509"/>
                  </a:cubicBezTo>
                  <a:cubicBezTo>
                    <a:pt x="365" y="508"/>
                    <a:pt x="362" y="508"/>
                    <a:pt x="360" y="505"/>
                  </a:cubicBezTo>
                  <a:cubicBezTo>
                    <a:pt x="359" y="502"/>
                    <a:pt x="362" y="500"/>
                    <a:pt x="357" y="498"/>
                  </a:cubicBezTo>
                  <a:cubicBezTo>
                    <a:pt x="354" y="497"/>
                    <a:pt x="350" y="495"/>
                    <a:pt x="346" y="497"/>
                  </a:cubicBezTo>
                  <a:cubicBezTo>
                    <a:pt x="338" y="500"/>
                    <a:pt x="342" y="492"/>
                    <a:pt x="340" y="489"/>
                  </a:cubicBezTo>
                  <a:cubicBezTo>
                    <a:pt x="337" y="485"/>
                    <a:pt x="332" y="482"/>
                    <a:pt x="327" y="479"/>
                  </a:cubicBezTo>
                  <a:cubicBezTo>
                    <a:pt x="323" y="477"/>
                    <a:pt x="327" y="476"/>
                    <a:pt x="327" y="473"/>
                  </a:cubicBezTo>
                  <a:cubicBezTo>
                    <a:pt x="327" y="470"/>
                    <a:pt x="320" y="471"/>
                    <a:pt x="319" y="469"/>
                  </a:cubicBezTo>
                  <a:cubicBezTo>
                    <a:pt x="317" y="466"/>
                    <a:pt x="316" y="469"/>
                    <a:pt x="313" y="464"/>
                  </a:cubicBezTo>
                  <a:cubicBezTo>
                    <a:pt x="307" y="456"/>
                    <a:pt x="307" y="456"/>
                    <a:pt x="307" y="456"/>
                  </a:cubicBezTo>
                  <a:cubicBezTo>
                    <a:pt x="303" y="449"/>
                    <a:pt x="297" y="445"/>
                    <a:pt x="302" y="436"/>
                  </a:cubicBezTo>
                  <a:cubicBezTo>
                    <a:pt x="308" y="426"/>
                    <a:pt x="294" y="432"/>
                    <a:pt x="296" y="422"/>
                  </a:cubicBezTo>
                  <a:cubicBezTo>
                    <a:pt x="298" y="415"/>
                    <a:pt x="294" y="416"/>
                    <a:pt x="290" y="413"/>
                  </a:cubicBezTo>
                  <a:cubicBezTo>
                    <a:pt x="288" y="412"/>
                    <a:pt x="289" y="408"/>
                    <a:pt x="287" y="407"/>
                  </a:cubicBezTo>
                  <a:cubicBezTo>
                    <a:pt x="285" y="405"/>
                    <a:pt x="282" y="405"/>
                    <a:pt x="280" y="403"/>
                  </a:cubicBezTo>
                  <a:cubicBezTo>
                    <a:pt x="279" y="402"/>
                    <a:pt x="277" y="396"/>
                    <a:pt x="277" y="394"/>
                  </a:cubicBezTo>
                  <a:cubicBezTo>
                    <a:pt x="276" y="392"/>
                    <a:pt x="269" y="385"/>
                    <a:pt x="267" y="384"/>
                  </a:cubicBezTo>
                  <a:cubicBezTo>
                    <a:pt x="310" y="345"/>
                    <a:pt x="310" y="345"/>
                    <a:pt x="310" y="345"/>
                  </a:cubicBezTo>
                  <a:cubicBezTo>
                    <a:pt x="313" y="347"/>
                    <a:pt x="315" y="350"/>
                    <a:pt x="316" y="353"/>
                  </a:cubicBezTo>
                  <a:cubicBezTo>
                    <a:pt x="317" y="357"/>
                    <a:pt x="318" y="356"/>
                    <a:pt x="321" y="356"/>
                  </a:cubicBezTo>
                  <a:cubicBezTo>
                    <a:pt x="323" y="351"/>
                    <a:pt x="327" y="347"/>
                    <a:pt x="328" y="341"/>
                  </a:cubicBezTo>
                  <a:cubicBezTo>
                    <a:pt x="330" y="334"/>
                    <a:pt x="336" y="334"/>
                    <a:pt x="334" y="325"/>
                  </a:cubicBezTo>
                  <a:cubicBezTo>
                    <a:pt x="333" y="320"/>
                    <a:pt x="331" y="315"/>
                    <a:pt x="334" y="311"/>
                  </a:cubicBezTo>
                  <a:cubicBezTo>
                    <a:pt x="335" y="309"/>
                    <a:pt x="329" y="309"/>
                    <a:pt x="327" y="308"/>
                  </a:cubicBezTo>
                  <a:cubicBezTo>
                    <a:pt x="325" y="307"/>
                    <a:pt x="323" y="307"/>
                    <a:pt x="320" y="306"/>
                  </a:cubicBezTo>
                  <a:cubicBezTo>
                    <a:pt x="314" y="303"/>
                    <a:pt x="318" y="306"/>
                    <a:pt x="314" y="310"/>
                  </a:cubicBezTo>
                  <a:cubicBezTo>
                    <a:pt x="312" y="312"/>
                    <a:pt x="311" y="309"/>
                    <a:pt x="310" y="310"/>
                  </a:cubicBezTo>
                  <a:cubicBezTo>
                    <a:pt x="307" y="311"/>
                    <a:pt x="306" y="309"/>
                    <a:pt x="304" y="307"/>
                  </a:cubicBezTo>
                  <a:cubicBezTo>
                    <a:pt x="304" y="293"/>
                    <a:pt x="304" y="293"/>
                    <a:pt x="304" y="293"/>
                  </a:cubicBezTo>
                  <a:cubicBezTo>
                    <a:pt x="319" y="278"/>
                    <a:pt x="319" y="278"/>
                    <a:pt x="319" y="278"/>
                  </a:cubicBezTo>
                  <a:cubicBezTo>
                    <a:pt x="345" y="271"/>
                    <a:pt x="345" y="271"/>
                    <a:pt x="345" y="271"/>
                  </a:cubicBezTo>
                  <a:cubicBezTo>
                    <a:pt x="352" y="238"/>
                    <a:pt x="352" y="238"/>
                    <a:pt x="352" y="238"/>
                  </a:cubicBezTo>
                  <a:cubicBezTo>
                    <a:pt x="366" y="227"/>
                    <a:pt x="366" y="227"/>
                    <a:pt x="366" y="227"/>
                  </a:cubicBezTo>
                  <a:cubicBezTo>
                    <a:pt x="385" y="246"/>
                    <a:pt x="385" y="246"/>
                    <a:pt x="385" y="246"/>
                  </a:cubicBezTo>
                  <a:cubicBezTo>
                    <a:pt x="402" y="230"/>
                    <a:pt x="402" y="230"/>
                    <a:pt x="402" y="230"/>
                  </a:cubicBezTo>
                  <a:cubicBezTo>
                    <a:pt x="402" y="230"/>
                    <a:pt x="402" y="230"/>
                    <a:pt x="402" y="230"/>
                  </a:cubicBezTo>
                  <a:cubicBezTo>
                    <a:pt x="397" y="223"/>
                    <a:pt x="394" y="216"/>
                    <a:pt x="388" y="210"/>
                  </a:cubicBezTo>
                  <a:cubicBezTo>
                    <a:pt x="380" y="201"/>
                    <a:pt x="378" y="192"/>
                    <a:pt x="369" y="185"/>
                  </a:cubicBezTo>
                  <a:cubicBezTo>
                    <a:pt x="361" y="178"/>
                    <a:pt x="357" y="180"/>
                    <a:pt x="354" y="169"/>
                  </a:cubicBezTo>
                  <a:cubicBezTo>
                    <a:pt x="354" y="166"/>
                    <a:pt x="350" y="165"/>
                    <a:pt x="350" y="159"/>
                  </a:cubicBezTo>
                  <a:cubicBezTo>
                    <a:pt x="349" y="146"/>
                    <a:pt x="337" y="140"/>
                    <a:pt x="335" y="128"/>
                  </a:cubicBezTo>
                  <a:cubicBezTo>
                    <a:pt x="333" y="118"/>
                    <a:pt x="323" y="113"/>
                    <a:pt x="321" y="103"/>
                  </a:cubicBezTo>
                  <a:cubicBezTo>
                    <a:pt x="320" y="98"/>
                    <a:pt x="321" y="92"/>
                    <a:pt x="317" y="88"/>
                  </a:cubicBezTo>
                  <a:cubicBezTo>
                    <a:pt x="315" y="85"/>
                    <a:pt x="310" y="84"/>
                    <a:pt x="308" y="81"/>
                  </a:cubicBezTo>
                  <a:cubicBezTo>
                    <a:pt x="307" y="79"/>
                    <a:pt x="307" y="75"/>
                    <a:pt x="304" y="71"/>
                  </a:cubicBezTo>
                  <a:cubicBezTo>
                    <a:pt x="297" y="60"/>
                    <a:pt x="286" y="64"/>
                    <a:pt x="282" y="49"/>
                  </a:cubicBezTo>
                  <a:cubicBezTo>
                    <a:pt x="281" y="45"/>
                    <a:pt x="262" y="44"/>
                    <a:pt x="262" y="36"/>
                  </a:cubicBezTo>
                  <a:cubicBezTo>
                    <a:pt x="262" y="26"/>
                    <a:pt x="258" y="42"/>
                    <a:pt x="256" y="30"/>
                  </a:cubicBezTo>
                  <a:cubicBezTo>
                    <a:pt x="255" y="28"/>
                    <a:pt x="251" y="29"/>
                    <a:pt x="249" y="25"/>
                  </a:cubicBezTo>
                  <a:cubicBezTo>
                    <a:pt x="249" y="22"/>
                    <a:pt x="248" y="19"/>
                    <a:pt x="247" y="17"/>
                  </a:cubicBezTo>
                  <a:cubicBezTo>
                    <a:pt x="246" y="16"/>
                    <a:pt x="245" y="15"/>
                    <a:pt x="243" y="15"/>
                  </a:cubicBezTo>
                  <a:cubicBezTo>
                    <a:pt x="239" y="15"/>
                    <a:pt x="234" y="12"/>
                    <a:pt x="232" y="14"/>
                  </a:cubicBezTo>
                  <a:cubicBezTo>
                    <a:pt x="225" y="19"/>
                    <a:pt x="218" y="13"/>
                    <a:pt x="211" y="12"/>
                  </a:cubicBezTo>
                  <a:cubicBezTo>
                    <a:pt x="199" y="10"/>
                    <a:pt x="187" y="14"/>
                    <a:pt x="176" y="12"/>
                  </a:cubicBezTo>
                  <a:cubicBezTo>
                    <a:pt x="170" y="10"/>
                    <a:pt x="161" y="0"/>
                    <a:pt x="156" y="4"/>
                  </a:cubicBezTo>
                  <a:cubicBezTo>
                    <a:pt x="153" y="6"/>
                    <a:pt x="153" y="14"/>
                    <a:pt x="149" y="16"/>
                  </a:cubicBezTo>
                  <a:cubicBezTo>
                    <a:pt x="145" y="18"/>
                    <a:pt x="137" y="13"/>
                    <a:pt x="132" y="15"/>
                  </a:cubicBezTo>
                  <a:cubicBezTo>
                    <a:pt x="122" y="19"/>
                    <a:pt x="119" y="25"/>
                    <a:pt x="116" y="34"/>
                  </a:cubicBezTo>
                  <a:cubicBezTo>
                    <a:pt x="112" y="44"/>
                    <a:pt x="108" y="54"/>
                    <a:pt x="102" y="61"/>
                  </a:cubicBezTo>
                  <a:cubicBezTo>
                    <a:pt x="99" y="64"/>
                    <a:pt x="104" y="70"/>
                    <a:pt x="103" y="72"/>
                  </a:cubicBezTo>
                  <a:cubicBezTo>
                    <a:pt x="100" y="76"/>
                    <a:pt x="94" y="75"/>
                    <a:pt x="93" y="78"/>
                  </a:cubicBezTo>
                  <a:cubicBezTo>
                    <a:pt x="92" y="81"/>
                    <a:pt x="91" y="83"/>
                    <a:pt x="89" y="85"/>
                  </a:cubicBezTo>
                  <a:cubicBezTo>
                    <a:pt x="85" y="88"/>
                    <a:pt x="83" y="87"/>
                    <a:pt x="81" y="92"/>
                  </a:cubicBezTo>
                  <a:cubicBezTo>
                    <a:pt x="79" y="98"/>
                    <a:pt x="75" y="100"/>
                    <a:pt x="69" y="100"/>
                  </a:cubicBezTo>
                  <a:cubicBezTo>
                    <a:pt x="67" y="99"/>
                    <a:pt x="64" y="99"/>
                    <a:pt x="62" y="9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17"/>
            <p:cNvSpPr>
              <a:spLocks/>
            </p:cNvSpPr>
            <p:nvPr/>
          </p:nvSpPr>
          <p:spPr bwMode="auto">
            <a:xfrm>
              <a:off x="3405188" y="2052638"/>
              <a:ext cx="477838" cy="889000"/>
            </a:xfrm>
            <a:custGeom>
              <a:avLst/>
              <a:gdLst/>
              <a:ahLst/>
              <a:cxnLst>
                <a:cxn ang="0">
                  <a:pos x="135" y="3"/>
                </a:cxn>
                <a:cxn ang="0">
                  <a:pos x="99" y="0"/>
                </a:cxn>
                <a:cxn ang="0">
                  <a:pos x="52" y="51"/>
                </a:cxn>
                <a:cxn ang="0">
                  <a:pos x="43" y="83"/>
                </a:cxn>
                <a:cxn ang="0">
                  <a:pos x="60" y="81"/>
                </a:cxn>
                <a:cxn ang="0">
                  <a:pos x="61" y="114"/>
                </a:cxn>
                <a:cxn ang="0">
                  <a:pos x="43" y="118"/>
                </a:cxn>
                <a:cxn ang="0">
                  <a:pos x="13" y="176"/>
                </a:cxn>
                <a:cxn ang="0">
                  <a:pos x="29" y="195"/>
                </a:cxn>
                <a:cxn ang="0">
                  <a:pos x="46" y="237"/>
                </a:cxn>
                <a:cxn ang="0">
                  <a:pos x="60" y="252"/>
                </a:cxn>
                <a:cxn ang="0">
                  <a:pos x="90" y="271"/>
                </a:cxn>
                <a:cxn ang="0">
                  <a:pos x="87" y="286"/>
                </a:cxn>
                <a:cxn ang="0">
                  <a:pos x="45" y="284"/>
                </a:cxn>
                <a:cxn ang="0">
                  <a:pos x="46" y="317"/>
                </a:cxn>
                <a:cxn ang="0">
                  <a:pos x="43" y="334"/>
                </a:cxn>
                <a:cxn ang="0">
                  <a:pos x="39" y="354"/>
                </a:cxn>
                <a:cxn ang="0">
                  <a:pos x="45" y="363"/>
                </a:cxn>
                <a:cxn ang="0">
                  <a:pos x="58" y="378"/>
                </a:cxn>
                <a:cxn ang="0">
                  <a:pos x="64" y="396"/>
                </a:cxn>
                <a:cxn ang="0">
                  <a:pos x="65" y="431"/>
                </a:cxn>
                <a:cxn ang="0">
                  <a:pos x="71" y="489"/>
                </a:cxn>
                <a:cxn ang="0">
                  <a:pos x="85" y="501"/>
                </a:cxn>
                <a:cxn ang="0">
                  <a:pos x="90" y="489"/>
                </a:cxn>
                <a:cxn ang="0">
                  <a:pos x="106" y="496"/>
                </a:cxn>
                <a:cxn ang="0">
                  <a:pos x="106" y="483"/>
                </a:cxn>
                <a:cxn ang="0">
                  <a:pos x="126" y="472"/>
                </a:cxn>
                <a:cxn ang="0">
                  <a:pos x="121" y="444"/>
                </a:cxn>
                <a:cxn ang="0">
                  <a:pos x="160" y="437"/>
                </a:cxn>
                <a:cxn ang="0">
                  <a:pos x="159" y="409"/>
                </a:cxn>
                <a:cxn ang="0">
                  <a:pos x="154" y="381"/>
                </a:cxn>
                <a:cxn ang="0">
                  <a:pos x="145" y="358"/>
                </a:cxn>
                <a:cxn ang="0">
                  <a:pos x="165" y="348"/>
                </a:cxn>
                <a:cxn ang="0">
                  <a:pos x="195" y="331"/>
                </a:cxn>
                <a:cxn ang="0">
                  <a:pos x="199" y="317"/>
                </a:cxn>
                <a:cxn ang="0">
                  <a:pos x="200" y="303"/>
                </a:cxn>
                <a:cxn ang="0">
                  <a:pos x="214" y="296"/>
                </a:cxn>
                <a:cxn ang="0">
                  <a:pos x="269" y="264"/>
                </a:cxn>
                <a:cxn ang="0">
                  <a:pos x="255" y="215"/>
                </a:cxn>
                <a:cxn ang="0">
                  <a:pos x="229" y="195"/>
                </a:cxn>
                <a:cxn ang="0">
                  <a:pos x="195" y="168"/>
                </a:cxn>
                <a:cxn ang="0">
                  <a:pos x="172" y="155"/>
                </a:cxn>
                <a:cxn ang="0">
                  <a:pos x="157" y="124"/>
                </a:cxn>
                <a:cxn ang="0">
                  <a:pos x="152" y="100"/>
                </a:cxn>
                <a:cxn ang="0">
                  <a:pos x="145" y="65"/>
                </a:cxn>
                <a:cxn ang="0">
                  <a:pos x="142" y="57"/>
                </a:cxn>
                <a:cxn ang="0">
                  <a:pos x="142" y="40"/>
                </a:cxn>
                <a:cxn ang="0">
                  <a:pos x="132" y="33"/>
                </a:cxn>
                <a:cxn ang="0">
                  <a:pos x="129" y="25"/>
                </a:cxn>
              </a:cxnLst>
              <a:rect l="0" t="0" r="r" b="b"/>
              <a:pathLst>
                <a:path w="272" h="505">
                  <a:moveTo>
                    <a:pt x="144" y="12"/>
                  </a:moveTo>
                  <a:cubicBezTo>
                    <a:pt x="143" y="12"/>
                    <a:pt x="142" y="11"/>
                    <a:pt x="141" y="10"/>
                  </a:cubicBezTo>
                  <a:cubicBezTo>
                    <a:pt x="138" y="7"/>
                    <a:pt x="136" y="5"/>
                    <a:pt x="135" y="3"/>
                  </a:cubicBezTo>
                  <a:cubicBezTo>
                    <a:pt x="135" y="3"/>
                    <a:pt x="135" y="3"/>
                    <a:pt x="135" y="3"/>
                  </a:cubicBezTo>
                  <a:cubicBezTo>
                    <a:pt x="118" y="19"/>
                    <a:pt x="118" y="19"/>
                    <a:pt x="118" y="19"/>
                  </a:cubicBezTo>
                  <a:cubicBezTo>
                    <a:pt x="99" y="0"/>
                    <a:pt x="99" y="0"/>
                    <a:pt x="99" y="0"/>
                  </a:cubicBezTo>
                  <a:cubicBezTo>
                    <a:pt x="85" y="11"/>
                    <a:pt x="85" y="11"/>
                    <a:pt x="85" y="11"/>
                  </a:cubicBezTo>
                  <a:cubicBezTo>
                    <a:pt x="78" y="44"/>
                    <a:pt x="78" y="44"/>
                    <a:pt x="78" y="44"/>
                  </a:cubicBezTo>
                  <a:cubicBezTo>
                    <a:pt x="52" y="51"/>
                    <a:pt x="52" y="51"/>
                    <a:pt x="52" y="51"/>
                  </a:cubicBezTo>
                  <a:cubicBezTo>
                    <a:pt x="37" y="66"/>
                    <a:pt x="37" y="66"/>
                    <a:pt x="37" y="66"/>
                  </a:cubicBezTo>
                  <a:cubicBezTo>
                    <a:pt x="37" y="80"/>
                    <a:pt x="37" y="80"/>
                    <a:pt x="37" y="80"/>
                  </a:cubicBezTo>
                  <a:cubicBezTo>
                    <a:pt x="39" y="82"/>
                    <a:pt x="40" y="84"/>
                    <a:pt x="43" y="83"/>
                  </a:cubicBezTo>
                  <a:cubicBezTo>
                    <a:pt x="44" y="82"/>
                    <a:pt x="45" y="85"/>
                    <a:pt x="47" y="83"/>
                  </a:cubicBezTo>
                  <a:cubicBezTo>
                    <a:pt x="51" y="79"/>
                    <a:pt x="47" y="76"/>
                    <a:pt x="53" y="79"/>
                  </a:cubicBezTo>
                  <a:cubicBezTo>
                    <a:pt x="56" y="80"/>
                    <a:pt x="58" y="80"/>
                    <a:pt x="60" y="81"/>
                  </a:cubicBezTo>
                  <a:cubicBezTo>
                    <a:pt x="62" y="82"/>
                    <a:pt x="68" y="82"/>
                    <a:pt x="67" y="84"/>
                  </a:cubicBezTo>
                  <a:cubicBezTo>
                    <a:pt x="64" y="88"/>
                    <a:pt x="66" y="93"/>
                    <a:pt x="67" y="98"/>
                  </a:cubicBezTo>
                  <a:cubicBezTo>
                    <a:pt x="69" y="107"/>
                    <a:pt x="63" y="107"/>
                    <a:pt x="61" y="114"/>
                  </a:cubicBezTo>
                  <a:cubicBezTo>
                    <a:pt x="60" y="120"/>
                    <a:pt x="56" y="124"/>
                    <a:pt x="54" y="129"/>
                  </a:cubicBezTo>
                  <a:cubicBezTo>
                    <a:pt x="51" y="129"/>
                    <a:pt x="50" y="130"/>
                    <a:pt x="49" y="126"/>
                  </a:cubicBezTo>
                  <a:cubicBezTo>
                    <a:pt x="48" y="123"/>
                    <a:pt x="46" y="120"/>
                    <a:pt x="43" y="118"/>
                  </a:cubicBezTo>
                  <a:cubicBezTo>
                    <a:pt x="0" y="157"/>
                    <a:pt x="0" y="157"/>
                    <a:pt x="0" y="157"/>
                  </a:cubicBezTo>
                  <a:cubicBezTo>
                    <a:pt x="2" y="158"/>
                    <a:pt x="9" y="165"/>
                    <a:pt x="10" y="167"/>
                  </a:cubicBezTo>
                  <a:cubicBezTo>
                    <a:pt x="10" y="169"/>
                    <a:pt x="12" y="175"/>
                    <a:pt x="13" y="176"/>
                  </a:cubicBezTo>
                  <a:cubicBezTo>
                    <a:pt x="15" y="178"/>
                    <a:pt x="18" y="178"/>
                    <a:pt x="20" y="180"/>
                  </a:cubicBezTo>
                  <a:cubicBezTo>
                    <a:pt x="22" y="181"/>
                    <a:pt x="21" y="185"/>
                    <a:pt x="23" y="186"/>
                  </a:cubicBezTo>
                  <a:cubicBezTo>
                    <a:pt x="27" y="189"/>
                    <a:pt x="31" y="188"/>
                    <a:pt x="29" y="195"/>
                  </a:cubicBezTo>
                  <a:cubicBezTo>
                    <a:pt x="27" y="205"/>
                    <a:pt x="41" y="199"/>
                    <a:pt x="35" y="209"/>
                  </a:cubicBezTo>
                  <a:cubicBezTo>
                    <a:pt x="30" y="218"/>
                    <a:pt x="36" y="222"/>
                    <a:pt x="40" y="229"/>
                  </a:cubicBezTo>
                  <a:cubicBezTo>
                    <a:pt x="46" y="237"/>
                    <a:pt x="46" y="237"/>
                    <a:pt x="46" y="237"/>
                  </a:cubicBezTo>
                  <a:cubicBezTo>
                    <a:pt x="49" y="242"/>
                    <a:pt x="50" y="239"/>
                    <a:pt x="52" y="242"/>
                  </a:cubicBezTo>
                  <a:cubicBezTo>
                    <a:pt x="53" y="244"/>
                    <a:pt x="60" y="243"/>
                    <a:pt x="60" y="246"/>
                  </a:cubicBezTo>
                  <a:cubicBezTo>
                    <a:pt x="60" y="249"/>
                    <a:pt x="56" y="250"/>
                    <a:pt x="60" y="252"/>
                  </a:cubicBezTo>
                  <a:cubicBezTo>
                    <a:pt x="65" y="255"/>
                    <a:pt x="70" y="258"/>
                    <a:pt x="73" y="262"/>
                  </a:cubicBezTo>
                  <a:cubicBezTo>
                    <a:pt x="75" y="265"/>
                    <a:pt x="71" y="273"/>
                    <a:pt x="79" y="270"/>
                  </a:cubicBezTo>
                  <a:cubicBezTo>
                    <a:pt x="83" y="268"/>
                    <a:pt x="87" y="270"/>
                    <a:pt x="90" y="271"/>
                  </a:cubicBezTo>
                  <a:cubicBezTo>
                    <a:pt x="95" y="273"/>
                    <a:pt x="92" y="275"/>
                    <a:pt x="93" y="278"/>
                  </a:cubicBezTo>
                  <a:cubicBezTo>
                    <a:pt x="95" y="281"/>
                    <a:pt x="98" y="281"/>
                    <a:pt x="94" y="282"/>
                  </a:cubicBezTo>
                  <a:cubicBezTo>
                    <a:pt x="92" y="283"/>
                    <a:pt x="89" y="286"/>
                    <a:pt x="87" y="286"/>
                  </a:cubicBezTo>
                  <a:cubicBezTo>
                    <a:pt x="84" y="286"/>
                    <a:pt x="76" y="282"/>
                    <a:pt x="72" y="281"/>
                  </a:cubicBezTo>
                  <a:cubicBezTo>
                    <a:pt x="68" y="280"/>
                    <a:pt x="52" y="275"/>
                    <a:pt x="51" y="279"/>
                  </a:cubicBezTo>
                  <a:cubicBezTo>
                    <a:pt x="50" y="284"/>
                    <a:pt x="48" y="282"/>
                    <a:pt x="45" y="284"/>
                  </a:cubicBezTo>
                  <a:cubicBezTo>
                    <a:pt x="43" y="287"/>
                    <a:pt x="41" y="290"/>
                    <a:pt x="39" y="293"/>
                  </a:cubicBezTo>
                  <a:cubicBezTo>
                    <a:pt x="39" y="296"/>
                    <a:pt x="35" y="301"/>
                    <a:pt x="37" y="304"/>
                  </a:cubicBezTo>
                  <a:cubicBezTo>
                    <a:pt x="41" y="307"/>
                    <a:pt x="46" y="312"/>
                    <a:pt x="46" y="317"/>
                  </a:cubicBezTo>
                  <a:cubicBezTo>
                    <a:pt x="46" y="319"/>
                    <a:pt x="43" y="317"/>
                    <a:pt x="42" y="318"/>
                  </a:cubicBezTo>
                  <a:cubicBezTo>
                    <a:pt x="41" y="319"/>
                    <a:pt x="37" y="326"/>
                    <a:pt x="37" y="327"/>
                  </a:cubicBezTo>
                  <a:cubicBezTo>
                    <a:pt x="38" y="329"/>
                    <a:pt x="43" y="331"/>
                    <a:pt x="43" y="334"/>
                  </a:cubicBezTo>
                  <a:cubicBezTo>
                    <a:pt x="43" y="334"/>
                    <a:pt x="40" y="337"/>
                    <a:pt x="39" y="338"/>
                  </a:cubicBezTo>
                  <a:cubicBezTo>
                    <a:pt x="38" y="342"/>
                    <a:pt x="42" y="342"/>
                    <a:pt x="42" y="345"/>
                  </a:cubicBezTo>
                  <a:cubicBezTo>
                    <a:pt x="42" y="349"/>
                    <a:pt x="39" y="350"/>
                    <a:pt x="39" y="354"/>
                  </a:cubicBezTo>
                  <a:cubicBezTo>
                    <a:pt x="39" y="354"/>
                    <a:pt x="39" y="354"/>
                    <a:pt x="39" y="354"/>
                  </a:cubicBezTo>
                  <a:cubicBezTo>
                    <a:pt x="45" y="363"/>
                    <a:pt x="45" y="363"/>
                    <a:pt x="45" y="363"/>
                  </a:cubicBezTo>
                  <a:cubicBezTo>
                    <a:pt x="45" y="363"/>
                    <a:pt x="45" y="363"/>
                    <a:pt x="45" y="363"/>
                  </a:cubicBezTo>
                  <a:cubicBezTo>
                    <a:pt x="46" y="363"/>
                    <a:pt x="50" y="362"/>
                    <a:pt x="51" y="362"/>
                  </a:cubicBezTo>
                  <a:cubicBezTo>
                    <a:pt x="51" y="362"/>
                    <a:pt x="54" y="367"/>
                    <a:pt x="54" y="368"/>
                  </a:cubicBezTo>
                  <a:cubicBezTo>
                    <a:pt x="55" y="373"/>
                    <a:pt x="59" y="372"/>
                    <a:pt x="58" y="378"/>
                  </a:cubicBezTo>
                  <a:cubicBezTo>
                    <a:pt x="58" y="382"/>
                    <a:pt x="55" y="385"/>
                    <a:pt x="55" y="389"/>
                  </a:cubicBezTo>
                  <a:cubicBezTo>
                    <a:pt x="57" y="389"/>
                    <a:pt x="61" y="388"/>
                    <a:pt x="61" y="390"/>
                  </a:cubicBezTo>
                  <a:cubicBezTo>
                    <a:pt x="53" y="392"/>
                    <a:pt x="61" y="394"/>
                    <a:pt x="64" y="396"/>
                  </a:cubicBezTo>
                  <a:cubicBezTo>
                    <a:pt x="66" y="398"/>
                    <a:pt x="67" y="397"/>
                    <a:pt x="67" y="400"/>
                  </a:cubicBezTo>
                  <a:cubicBezTo>
                    <a:pt x="66" y="402"/>
                    <a:pt x="66" y="405"/>
                    <a:pt x="66" y="407"/>
                  </a:cubicBezTo>
                  <a:cubicBezTo>
                    <a:pt x="64" y="412"/>
                    <a:pt x="62" y="426"/>
                    <a:pt x="65" y="431"/>
                  </a:cubicBezTo>
                  <a:cubicBezTo>
                    <a:pt x="69" y="436"/>
                    <a:pt x="69" y="438"/>
                    <a:pt x="71" y="444"/>
                  </a:cubicBezTo>
                  <a:cubicBezTo>
                    <a:pt x="74" y="451"/>
                    <a:pt x="70" y="460"/>
                    <a:pt x="68" y="467"/>
                  </a:cubicBezTo>
                  <a:cubicBezTo>
                    <a:pt x="65" y="477"/>
                    <a:pt x="74" y="479"/>
                    <a:pt x="71" y="489"/>
                  </a:cubicBezTo>
                  <a:cubicBezTo>
                    <a:pt x="70" y="492"/>
                    <a:pt x="71" y="496"/>
                    <a:pt x="71" y="499"/>
                  </a:cubicBezTo>
                  <a:cubicBezTo>
                    <a:pt x="71" y="502"/>
                    <a:pt x="73" y="501"/>
                    <a:pt x="75" y="501"/>
                  </a:cubicBezTo>
                  <a:cubicBezTo>
                    <a:pt x="78" y="502"/>
                    <a:pt x="82" y="505"/>
                    <a:pt x="85" y="501"/>
                  </a:cubicBezTo>
                  <a:cubicBezTo>
                    <a:pt x="85" y="500"/>
                    <a:pt x="85" y="498"/>
                    <a:pt x="86" y="496"/>
                  </a:cubicBezTo>
                  <a:cubicBezTo>
                    <a:pt x="86" y="495"/>
                    <a:pt x="88" y="494"/>
                    <a:pt x="88" y="493"/>
                  </a:cubicBezTo>
                  <a:cubicBezTo>
                    <a:pt x="90" y="491"/>
                    <a:pt x="87" y="490"/>
                    <a:pt x="90" y="489"/>
                  </a:cubicBezTo>
                  <a:cubicBezTo>
                    <a:pt x="91" y="488"/>
                    <a:pt x="98" y="485"/>
                    <a:pt x="97" y="488"/>
                  </a:cubicBezTo>
                  <a:cubicBezTo>
                    <a:pt x="96" y="493"/>
                    <a:pt x="96" y="492"/>
                    <a:pt x="101" y="494"/>
                  </a:cubicBezTo>
                  <a:cubicBezTo>
                    <a:pt x="106" y="496"/>
                    <a:pt x="106" y="496"/>
                    <a:pt x="106" y="496"/>
                  </a:cubicBezTo>
                  <a:cubicBezTo>
                    <a:pt x="106" y="496"/>
                    <a:pt x="106" y="496"/>
                    <a:pt x="106" y="496"/>
                  </a:cubicBezTo>
                  <a:cubicBezTo>
                    <a:pt x="106" y="494"/>
                    <a:pt x="109" y="492"/>
                    <a:pt x="110" y="490"/>
                  </a:cubicBezTo>
                  <a:cubicBezTo>
                    <a:pt x="111" y="488"/>
                    <a:pt x="106" y="485"/>
                    <a:pt x="106" y="483"/>
                  </a:cubicBezTo>
                  <a:cubicBezTo>
                    <a:pt x="107" y="479"/>
                    <a:pt x="117" y="477"/>
                    <a:pt x="120" y="479"/>
                  </a:cubicBezTo>
                  <a:cubicBezTo>
                    <a:pt x="126" y="483"/>
                    <a:pt x="123" y="478"/>
                    <a:pt x="127" y="475"/>
                  </a:cubicBezTo>
                  <a:cubicBezTo>
                    <a:pt x="128" y="474"/>
                    <a:pt x="127" y="472"/>
                    <a:pt x="126" y="472"/>
                  </a:cubicBezTo>
                  <a:cubicBezTo>
                    <a:pt x="121" y="470"/>
                    <a:pt x="120" y="465"/>
                    <a:pt x="121" y="460"/>
                  </a:cubicBezTo>
                  <a:cubicBezTo>
                    <a:pt x="122" y="459"/>
                    <a:pt x="124" y="455"/>
                    <a:pt x="124" y="454"/>
                  </a:cubicBezTo>
                  <a:cubicBezTo>
                    <a:pt x="123" y="451"/>
                    <a:pt x="118" y="448"/>
                    <a:pt x="121" y="444"/>
                  </a:cubicBezTo>
                  <a:cubicBezTo>
                    <a:pt x="124" y="440"/>
                    <a:pt x="128" y="445"/>
                    <a:pt x="131" y="444"/>
                  </a:cubicBezTo>
                  <a:cubicBezTo>
                    <a:pt x="134" y="444"/>
                    <a:pt x="134" y="440"/>
                    <a:pt x="137" y="438"/>
                  </a:cubicBezTo>
                  <a:cubicBezTo>
                    <a:pt x="146" y="433"/>
                    <a:pt x="152" y="442"/>
                    <a:pt x="160" y="437"/>
                  </a:cubicBezTo>
                  <a:cubicBezTo>
                    <a:pt x="164" y="434"/>
                    <a:pt x="164" y="427"/>
                    <a:pt x="168" y="426"/>
                  </a:cubicBezTo>
                  <a:cubicBezTo>
                    <a:pt x="174" y="424"/>
                    <a:pt x="164" y="416"/>
                    <a:pt x="163" y="414"/>
                  </a:cubicBezTo>
                  <a:cubicBezTo>
                    <a:pt x="162" y="411"/>
                    <a:pt x="166" y="409"/>
                    <a:pt x="159" y="409"/>
                  </a:cubicBezTo>
                  <a:cubicBezTo>
                    <a:pt x="157" y="409"/>
                    <a:pt x="152" y="404"/>
                    <a:pt x="151" y="402"/>
                  </a:cubicBezTo>
                  <a:cubicBezTo>
                    <a:pt x="149" y="396"/>
                    <a:pt x="153" y="393"/>
                    <a:pt x="153" y="388"/>
                  </a:cubicBezTo>
                  <a:cubicBezTo>
                    <a:pt x="154" y="386"/>
                    <a:pt x="153" y="382"/>
                    <a:pt x="154" y="381"/>
                  </a:cubicBezTo>
                  <a:cubicBezTo>
                    <a:pt x="155" y="378"/>
                    <a:pt x="158" y="378"/>
                    <a:pt x="157" y="374"/>
                  </a:cubicBezTo>
                  <a:cubicBezTo>
                    <a:pt x="157" y="371"/>
                    <a:pt x="155" y="366"/>
                    <a:pt x="153" y="363"/>
                  </a:cubicBezTo>
                  <a:cubicBezTo>
                    <a:pt x="151" y="360"/>
                    <a:pt x="146" y="361"/>
                    <a:pt x="145" y="358"/>
                  </a:cubicBezTo>
                  <a:cubicBezTo>
                    <a:pt x="145" y="355"/>
                    <a:pt x="146" y="353"/>
                    <a:pt x="148" y="351"/>
                  </a:cubicBezTo>
                  <a:cubicBezTo>
                    <a:pt x="150" y="350"/>
                    <a:pt x="153" y="349"/>
                    <a:pt x="156" y="348"/>
                  </a:cubicBezTo>
                  <a:cubicBezTo>
                    <a:pt x="159" y="346"/>
                    <a:pt x="162" y="349"/>
                    <a:pt x="165" y="348"/>
                  </a:cubicBezTo>
                  <a:cubicBezTo>
                    <a:pt x="170" y="345"/>
                    <a:pt x="175" y="341"/>
                    <a:pt x="178" y="336"/>
                  </a:cubicBezTo>
                  <a:cubicBezTo>
                    <a:pt x="181" y="331"/>
                    <a:pt x="184" y="332"/>
                    <a:pt x="188" y="328"/>
                  </a:cubicBezTo>
                  <a:cubicBezTo>
                    <a:pt x="191" y="327"/>
                    <a:pt x="192" y="331"/>
                    <a:pt x="195" y="331"/>
                  </a:cubicBezTo>
                  <a:cubicBezTo>
                    <a:pt x="199" y="333"/>
                    <a:pt x="194" y="325"/>
                    <a:pt x="194" y="324"/>
                  </a:cubicBezTo>
                  <a:cubicBezTo>
                    <a:pt x="194" y="323"/>
                    <a:pt x="196" y="322"/>
                    <a:pt x="197" y="322"/>
                  </a:cubicBezTo>
                  <a:cubicBezTo>
                    <a:pt x="199" y="321"/>
                    <a:pt x="200" y="319"/>
                    <a:pt x="199" y="317"/>
                  </a:cubicBezTo>
                  <a:cubicBezTo>
                    <a:pt x="198" y="316"/>
                    <a:pt x="198" y="315"/>
                    <a:pt x="197" y="313"/>
                  </a:cubicBezTo>
                  <a:cubicBezTo>
                    <a:pt x="197" y="311"/>
                    <a:pt x="197" y="309"/>
                    <a:pt x="198" y="307"/>
                  </a:cubicBezTo>
                  <a:cubicBezTo>
                    <a:pt x="199" y="306"/>
                    <a:pt x="200" y="304"/>
                    <a:pt x="200" y="303"/>
                  </a:cubicBezTo>
                  <a:cubicBezTo>
                    <a:pt x="200" y="299"/>
                    <a:pt x="203" y="301"/>
                    <a:pt x="206" y="300"/>
                  </a:cubicBezTo>
                  <a:cubicBezTo>
                    <a:pt x="208" y="299"/>
                    <a:pt x="210" y="297"/>
                    <a:pt x="210" y="294"/>
                  </a:cubicBezTo>
                  <a:cubicBezTo>
                    <a:pt x="211" y="288"/>
                    <a:pt x="213" y="294"/>
                    <a:pt x="214" y="296"/>
                  </a:cubicBezTo>
                  <a:cubicBezTo>
                    <a:pt x="216" y="299"/>
                    <a:pt x="219" y="301"/>
                    <a:pt x="223" y="298"/>
                  </a:cubicBezTo>
                  <a:cubicBezTo>
                    <a:pt x="261" y="264"/>
                    <a:pt x="261" y="264"/>
                    <a:pt x="261" y="264"/>
                  </a:cubicBezTo>
                  <a:cubicBezTo>
                    <a:pt x="269" y="264"/>
                    <a:pt x="269" y="264"/>
                    <a:pt x="269" y="264"/>
                  </a:cubicBezTo>
                  <a:cubicBezTo>
                    <a:pt x="272" y="253"/>
                    <a:pt x="272" y="253"/>
                    <a:pt x="272" y="253"/>
                  </a:cubicBezTo>
                  <a:cubicBezTo>
                    <a:pt x="257" y="253"/>
                    <a:pt x="257" y="253"/>
                    <a:pt x="257" y="253"/>
                  </a:cubicBezTo>
                  <a:cubicBezTo>
                    <a:pt x="255" y="215"/>
                    <a:pt x="255" y="215"/>
                    <a:pt x="255" y="215"/>
                  </a:cubicBezTo>
                  <a:cubicBezTo>
                    <a:pt x="255" y="198"/>
                    <a:pt x="255" y="198"/>
                    <a:pt x="255" y="198"/>
                  </a:cubicBezTo>
                  <a:cubicBezTo>
                    <a:pt x="255" y="193"/>
                    <a:pt x="258" y="191"/>
                    <a:pt x="253" y="191"/>
                  </a:cubicBezTo>
                  <a:cubicBezTo>
                    <a:pt x="244" y="191"/>
                    <a:pt x="233" y="187"/>
                    <a:pt x="229" y="195"/>
                  </a:cubicBezTo>
                  <a:cubicBezTo>
                    <a:pt x="226" y="203"/>
                    <a:pt x="222" y="202"/>
                    <a:pt x="219" y="195"/>
                  </a:cubicBezTo>
                  <a:cubicBezTo>
                    <a:pt x="215" y="188"/>
                    <a:pt x="210" y="186"/>
                    <a:pt x="202" y="190"/>
                  </a:cubicBezTo>
                  <a:cubicBezTo>
                    <a:pt x="197" y="194"/>
                    <a:pt x="198" y="168"/>
                    <a:pt x="195" y="168"/>
                  </a:cubicBezTo>
                  <a:cubicBezTo>
                    <a:pt x="187" y="168"/>
                    <a:pt x="188" y="168"/>
                    <a:pt x="181" y="163"/>
                  </a:cubicBezTo>
                  <a:cubicBezTo>
                    <a:pt x="179" y="162"/>
                    <a:pt x="176" y="164"/>
                    <a:pt x="175" y="163"/>
                  </a:cubicBezTo>
                  <a:cubicBezTo>
                    <a:pt x="174" y="160"/>
                    <a:pt x="175" y="158"/>
                    <a:pt x="172" y="155"/>
                  </a:cubicBezTo>
                  <a:cubicBezTo>
                    <a:pt x="169" y="151"/>
                    <a:pt x="174" y="147"/>
                    <a:pt x="176" y="143"/>
                  </a:cubicBezTo>
                  <a:cubicBezTo>
                    <a:pt x="175" y="136"/>
                    <a:pt x="175" y="132"/>
                    <a:pt x="169" y="128"/>
                  </a:cubicBezTo>
                  <a:cubicBezTo>
                    <a:pt x="164" y="126"/>
                    <a:pt x="162" y="124"/>
                    <a:pt x="157" y="124"/>
                  </a:cubicBezTo>
                  <a:cubicBezTo>
                    <a:pt x="153" y="123"/>
                    <a:pt x="149" y="124"/>
                    <a:pt x="153" y="119"/>
                  </a:cubicBezTo>
                  <a:cubicBezTo>
                    <a:pt x="155" y="117"/>
                    <a:pt x="154" y="113"/>
                    <a:pt x="156" y="109"/>
                  </a:cubicBezTo>
                  <a:cubicBezTo>
                    <a:pt x="159" y="104"/>
                    <a:pt x="156" y="103"/>
                    <a:pt x="152" y="100"/>
                  </a:cubicBezTo>
                  <a:cubicBezTo>
                    <a:pt x="150" y="98"/>
                    <a:pt x="147" y="100"/>
                    <a:pt x="144" y="99"/>
                  </a:cubicBezTo>
                  <a:cubicBezTo>
                    <a:pt x="142" y="99"/>
                    <a:pt x="144" y="91"/>
                    <a:pt x="144" y="89"/>
                  </a:cubicBezTo>
                  <a:cubicBezTo>
                    <a:pt x="143" y="79"/>
                    <a:pt x="153" y="74"/>
                    <a:pt x="145" y="65"/>
                  </a:cubicBezTo>
                  <a:cubicBezTo>
                    <a:pt x="145" y="65"/>
                    <a:pt x="145" y="65"/>
                    <a:pt x="145" y="65"/>
                  </a:cubicBezTo>
                  <a:cubicBezTo>
                    <a:pt x="144" y="63"/>
                    <a:pt x="144" y="62"/>
                    <a:pt x="144" y="61"/>
                  </a:cubicBezTo>
                  <a:cubicBezTo>
                    <a:pt x="143" y="60"/>
                    <a:pt x="142" y="58"/>
                    <a:pt x="142" y="57"/>
                  </a:cubicBezTo>
                  <a:cubicBezTo>
                    <a:pt x="142" y="55"/>
                    <a:pt x="145" y="55"/>
                    <a:pt x="145" y="53"/>
                  </a:cubicBezTo>
                  <a:cubicBezTo>
                    <a:pt x="145" y="50"/>
                    <a:pt x="140" y="46"/>
                    <a:pt x="143" y="44"/>
                  </a:cubicBezTo>
                  <a:cubicBezTo>
                    <a:pt x="147" y="42"/>
                    <a:pt x="142" y="42"/>
                    <a:pt x="142" y="40"/>
                  </a:cubicBezTo>
                  <a:cubicBezTo>
                    <a:pt x="142" y="40"/>
                    <a:pt x="142" y="40"/>
                    <a:pt x="142" y="39"/>
                  </a:cubicBezTo>
                  <a:cubicBezTo>
                    <a:pt x="140" y="39"/>
                    <a:pt x="136" y="40"/>
                    <a:pt x="134" y="39"/>
                  </a:cubicBezTo>
                  <a:cubicBezTo>
                    <a:pt x="133" y="38"/>
                    <a:pt x="133" y="33"/>
                    <a:pt x="132" y="33"/>
                  </a:cubicBezTo>
                  <a:cubicBezTo>
                    <a:pt x="129" y="35"/>
                    <a:pt x="129" y="36"/>
                    <a:pt x="126" y="33"/>
                  </a:cubicBezTo>
                  <a:cubicBezTo>
                    <a:pt x="121" y="27"/>
                    <a:pt x="121" y="27"/>
                    <a:pt x="121" y="27"/>
                  </a:cubicBezTo>
                  <a:cubicBezTo>
                    <a:pt x="129" y="25"/>
                    <a:pt x="129" y="25"/>
                    <a:pt x="129" y="25"/>
                  </a:cubicBezTo>
                  <a:cubicBezTo>
                    <a:pt x="144" y="12"/>
                    <a:pt x="144" y="12"/>
                    <a:pt x="144"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18"/>
            <p:cNvSpPr>
              <a:spLocks/>
            </p:cNvSpPr>
            <p:nvPr/>
          </p:nvSpPr>
          <p:spPr bwMode="auto">
            <a:xfrm>
              <a:off x="3587750" y="2074863"/>
              <a:ext cx="512763" cy="1038225"/>
            </a:xfrm>
            <a:custGeom>
              <a:avLst/>
              <a:gdLst/>
              <a:ahLst/>
              <a:cxnLst>
                <a:cxn ang="0">
                  <a:pos x="40" y="87"/>
                </a:cxn>
                <a:cxn ang="0">
                  <a:pos x="49" y="107"/>
                </a:cxn>
                <a:cxn ang="0">
                  <a:pos x="72" y="131"/>
                </a:cxn>
                <a:cxn ang="0">
                  <a:pos x="77" y="151"/>
                </a:cxn>
                <a:cxn ang="0">
                  <a:pos x="115" y="183"/>
                </a:cxn>
                <a:cxn ang="0">
                  <a:pos x="151" y="186"/>
                </a:cxn>
                <a:cxn ang="0">
                  <a:pos x="168" y="241"/>
                </a:cxn>
                <a:cxn ang="0">
                  <a:pos x="119" y="286"/>
                </a:cxn>
                <a:cxn ang="0">
                  <a:pos x="102" y="288"/>
                </a:cxn>
                <a:cxn ang="0">
                  <a:pos x="93" y="301"/>
                </a:cxn>
                <a:cxn ang="0">
                  <a:pos x="90" y="312"/>
                </a:cxn>
                <a:cxn ang="0">
                  <a:pos x="74" y="324"/>
                </a:cxn>
                <a:cxn ang="0">
                  <a:pos x="44" y="339"/>
                </a:cxn>
                <a:cxn ang="0">
                  <a:pos x="53" y="362"/>
                </a:cxn>
                <a:cxn ang="0">
                  <a:pos x="47" y="390"/>
                </a:cxn>
                <a:cxn ang="0">
                  <a:pos x="64" y="414"/>
                </a:cxn>
                <a:cxn ang="0">
                  <a:pos x="27" y="432"/>
                </a:cxn>
                <a:cxn ang="0">
                  <a:pos x="17" y="448"/>
                </a:cxn>
                <a:cxn ang="0">
                  <a:pos x="16" y="467"/>
                </a:cxn>
                <a:cxn ang="0">
                  <a:pos x="2" y="484"/>
                </a:cxn>
                <a:cxn ang="0">
                  <a:pos x="10" y="500"/>
                </a:cxn>
                <a:cxn ang="0">
                  <a:pos x="30" y="532"/>
                </a:cxn>
                <a:cxn ang="0">
                  <a:pos x="74" y="543"/>
                </a:cxn>
                <a:cxn ang="0">
                  <a:pos x="110" y="571"/>
                </a:cxn>
                <a:cxn ang="0">
                  <a:pos x="143" y="571"/>
                </a:cxn>
                <a:cxn ang="0">
                  <a:pos x="181" y="566"/>
                </a:cxn>
                <a:cxn ang="0">
                  <a:pos x="211" y="582"/>
                </a:cxn>
                <a:cxn ang="0">
                  <a:pos x="227" y="577"/>
                </a:cxn>
                <a:cxn ang="0">
                  <a:pos x="231" y="510"/>
                </a:cxn>
                <a:cxn ang="0">
                  <a:pos x="230" y="417"/>
                </a:cxn>
                <a:cxn ang="0">
                  <a:pos x="239" y="344"/>
                </a:cxn>
                <a:cxn ang="0">
                  <a:pos x="246" y="309"/>
                </a:cxn>
                <a:cxn ang="0">
                  <a:pos x="235" y="360"/>
                </a:cxn>
                <a:cxn ang="0">
                  <a:pos x="223" y="342"/>
                </a:cxn>
                <a:cxn ang="0">
                  <a:pos x="238" y="322"/>
                </a:cxn>
                <a:cxn ang="0">
                  <a:pos x="242" y="296"/>
                </a:cxn>
                <a:cxn ang="0">
                  <a:pos x="237" y="268"/>
                </a:cxn>
                <a:cxn ang="0">
                  <a:pos x="243" y="248"/>
                </a:cxn>
                <a:cxn ang="0">
                  <a:pos x="253" y="238"/>
                </a:cxn>
                <a:cxn ang="0">
                  <a:pos x="263" y="254"/>
                </a:cxn>
                <a:cxn ang="0">
                  <a:pos x="265" y="257"/>
                </a:cxn>
                <a:cxn ang="0">
                  <a:pos x="292" y="183"/>
                </a:cxn>
                <a:cxn ang="0">
                  <a:pos x="271" y="191"/>
                </a:cxn>
                <a:cxn ang="0">
                  <a:pos x="250" y="189"/>
                </a:cxn>
                <a:cxn ang="0">
                  <a:pos x="195" y="173"/>
                </a:cxn>
                <a:cxn ang="0">
                  <a:pos x="142" y="154"/>
                </a:cxn>
                <a:cxn ang="0">
                  <a:pos x="99" y="134"/>
                </a:cxn>
                <a:cxn ang="0">
                  <a:pos x="75" y="77"/>
                </a:cxn>
                <a:cxn ang="0">
                  <a:pos x="59" y="39"/>
                </a:cxn>
                <a:cxn ang="0">
                  <a:pos x="40" y="0"/>
                </a:cxn>
                <a:cxn ang="0">
                  <a:pos x="17" y="15"/>
                </a:cxn>
                <a:cxn ang="0">
                  <a:pos x="30" y="27"/>
                </a:cxn>
                <a:cxn ang="0">
                  <a:pos x="39" y="32"/>
                </a:cxn>
                <a:cxn ang="0">
                  <a:pos x="40" y="49"/>
                </a:cxn>
              </a:cxnLst>
              <a:rect l="0" t="0" r="r" b="b"/>
              <a:pathLst>
                <a:path w="292" h="590">
                  <a:moveTo>
                    <a:pt x="41" y="53"/>
                  </a:moveTo>
                  <a:cubicBezTo>
                    <a:pt x="49" y="62"/>
                    <a:pt x="39" y="67"/>
                    <a:pt x="40" y="77"/>
                  </a:cubicBezTo>
                  <a:cubicBezTo>
                    <a:pt x="40" y="79"/>
                    <a:pt x="38" y="87"/>
                    <a:pt x="40" y="87"/>
                  </a:cubicBezTo>
                  <a:cubicBezTo>
                    <a:pt x="43" y="88"/>
                    <a:pt x="46" y="86"/>
                    <a:pt x="48" y="88"/>
                  </a:cubicBezTo>
                  <a:cubicBezTo>
                    <a:pt x="52" y="91"/>
                    <a:pt x="55" y="92"/>
                    <a:pt x="52" y="97"/>
                  </a:cubicBezTo>
                  <a:cubicBezTo>
                    <a:pt x="50" y="101"/>
                    <a:pt x="51" y="105"/>
                    <a:pt x="49" y="107"/>
                  </a:cubicBezTo>
                  <a:cubicBezTo>
                    <a:pt x="45" y="112"/>
                    <a:pt x="49" y="111"/>
                    <a:pt x="53" y="112"/>
                  </a:cubicBezTo>
                  <a:cubicBezTo>
                    <a:pt x="58" y="112"/>
                    <a:pt x="60" y="114"/>
                    <a:pt x="65" y="116"/>
                  </a:cubicBezTo>
                  <a:cubicBezTo>
                    <a:pt x="71" y="120"/>
                    <a:pt x="71" y="124"/>
                    <a:pt x="72" y="131"/>
                  </a:cubicBezTo>
                  <a:cubicBezTo>
                    <a:pt x="70" y="135"/>
                    <a:pt x="65" y="139"/>
                    <a:pt x="68" y="143"/>
                  </a:cubicBezTo>
                  <a:cubicBezTo>
                    <a:pt x="71" y="146"/>
                    <a:pt x="70" y="148"/>
                    <a:pt x="71" y="151"/>
                  </a:cubicBezTo>
                  <a:cubicBezTo>
                    <a:pt x="72" y="152"/>
                    <a:pt x="75" y="150"/>
                    <a:pt x="77" y="151"/>
                  </a:cubicBezTo>
                  <a:cubicBezTo>
                    <a:pt x="84" y="156"/>
                    <a:pt x="83" y="156"/>
                    <a:pt x="91" y="156"/>
                  </a:cubicBezTo>
                  <a:cubicBezTo>
                    <a:pt x="94" y="156"/>
                    <a:pt x="93" y="182"/>
                    <a:pt x="98" y="178"/>
                  </a:cubicBezTo>
                  <a:cubicBezTo>
                    <a:pt x="106" y="174"/>
                    <a:pt x="111" y="176"/>
                    <a:pt x="115" y="183"/>
                  </a:cubicBezTo>
                  <a:cubicBezTo>
                    <a:pt x="118" y="190"/>
                    <a:pt x="122" y="191"/>
                    <a:pt x="125" y="183"/>
                  </a:cubicBezTo>
                  <a:cubicBezTo>
                    <a:pt x="129" y="175"/>
                    <a:pt x="140" y="179"/>
                    <a:pt x="149" y="179"/>
                  </a:cubicBezTo>
                  <a:cubicBezTo>
                    <a:pt x="154" y="179"/>
                    <a:pt x="151" y="181"/>
                    <a:pt x="151" y="186"/>
                  </a:cubicBezTo>
                  <a:cubicBezTo>
                    <a:pt x="151" y="203"/>
                    <a:pt x="151" y="203"/>
                    <a:pt x="151" y="203"/>
                  </a:cubicBezTo>
                  <a:cubicBezTo>
                    <a:pt x="153" y="241"/>
                    <a:pt x="153" y="241"/>
                    <a:pt x="153" y="241"/>
                  </a:cubicBezTo>
                  <a:cubicBezTo>
                    <a:pt x="168" y="241"/>
                    <a:pt x="168" y="241"/>
                    <a:pt x="168" y="241"/>
                  </a:cubicBezTo>
                  <a:cubicBezTo>
                    <a:pt x="165" y="252"/>
                    <a:pt x="165" y="252"/>
                    <a:pt x="165" y="252"/>
                  </a:cubicBezTo>
                  <a:cubicBezTo>
                    <a:pt x="157" y="252"/>
                    <a:pt x="157" y="252"/>
                    <a:pt x="157" y="252"/>
                  </a:cubicBezTo>
                  <a:cubicBezTo>
                    <a:pt x="119" y="286"/>
                    <a:pt x="119" y="286"/>
                    <a:pt x="119" y="286"/>
                  </a:cubicBezTo>
                  <a:cubicBezTo>
                    <a:pt x="115" y="289"/>
                    <a:pt x="112" y="287"/>
                    <a:pt x="110" y="284"/>
                  </a:cubicBezTo>
                  <a:cubicBezTo>
                    <a:pt x="109" y="282"/>
                    <a:pt x="107" y="276"/>
                    <a:pt x="106" y="282"/>
                  </a:cubicBezTo>
                  <a:cubicBezTo>
                    <a:pt x="106" y="285"/>
                    <a:pt x="104" y="287"/>
                    <a:pt x="102" y="288"/>
                  </a:cubicBezTo>
                  <a:cubicBezTo>
                    <a:pt x="99" y="289"/>
                    <a:pt x="96" y="287"/>
                    <a:pt x="96" y="291"/>
                  </a:cubicBezTo>
                  <a:cubicBezTo>
                    <a:pt x="96" y="292"/>
                    <a:pt x="95" y="294"/>
                    <a:pt x="94" y="295"/>
                  </a:cubicBezTo>
                  <a:cubicBezTo>
                    <a:pt x="93" y="297"/>
                    <a:pt x="93" y="299"/>
                    <a:pt x="93" y="301"/>
                  </a:cubicBezTo>
                  <a:cubicBezTo>
                    <a:pt x="94" y="303"/>
                    <a:pt x="94" y="304"/>
                    <a:pt x="95" y="305"/>
                  </a:cubicBezTo>
                  <a:cubicBezTo>
                    <a:pt x="96" y="307"/>
                    <a:pt x="95" y="309"/>
                    <a:pt x="93" y="310"/>
                  </a:cubicBezTo>
                  <a:cubicBezTo>
                    <a:pt x="92" y="310"/>
                    <a:pt x="90" y="311"/>
                    <a:pt x="90" y="312"/>
                  </a:cubicBezTo>
                  <a:cubicBezTo>
                    <a:pt x="90" y="313"/>
                    <a:pt x="95" y="321"/>
                    <a:pt x="91" y="319"/>
                  </a:cubicBezTo>
                  <a:cubicBezTo>
                    <a:pt x="88" y="319"/>
                    <a:pt x="87" y="315"/>
                    <a:pt x="84" y="316"/>
                  </a:cubicBezTo>
                  <a:cubicBezTo>
                    <a:pt x="80" y="320"/>
                    <a:pt x="77" y="319"/>
                    <a:pt x="74" y="324"/>
                  </a:cubicBezTo>
                  <a:cubicBezTo>
                    <a:pt x="71" y="329"/>
                    <a:pt x="66" y="333"/>
                    <a:pt x="61" y="336"/>
                  </a:cubicBezTo>
                  <a:cubicBezTo>
                    <a:pt x="58" y="337"/>
                    <a:pt x="55" y="334"/>
                    <a:pt x="52" y="336"/>
                  </a:cubicBezTo>
                  <a:cubicBezTo>
                    <a:pt x="49" y="337"/>
                    <a:pt x="46" y="338"/>
                    <a:pt x="44" y="339"/>
                  </a:cubicBezTo>
                  <a:cubicBezTo>
                    <a:pt x="42" y="341"/>
                    <a:pt x="41" y="343"/>
                    <a:pt x="41" y="346"/>
                  </a:cubicBezTo>
                  <a:cubicBezTo>
                    <a:pt x="42" y="349"/>
                    <a:pt x="47" y="348"/>
                    <a:pt x="49" y="351"/>
                  </a:cubicBezTo>
                  <a:cubicBezTo>
                    <a:pt x="51" y="354"/>
                    <a:pt x="53" y="359"/>
                    <a:pt x="53" y="362"/>
                  </a:cubicBezTo>
                  <a:cubicBezTo>
                    <a:pt x="54" y="366"/>
                    <a:pt x="51" y="366"/>
                    <a:pt x="50" y="369"/>
                  </a:cubicBezTo>
                  <a:cubicBezTo>
                    <a:pt x="49" y="370"/>
                    <a:pt x="50" y="374"/>
                    <a:pt x="49" y="376"/>
                  </a:cubicBezTo>
                  <a:cubicBezTo>
                    <a:pt x="49" y="381"/>
                    <a:pt x="45" y="384"/>
                    <a:pt x="47" y="390"/>
                  </a:cubicBezTo>
                  <a:cubicBezTo>
                    <a:pt x="48" y="392"/>
                    <a:pt x="53" y="397"/>
                    <a:pt x="55" y="397"/>
                  </a:cubicBezTo>
                  <a:cubicBezTo>
                    <a:pt x="62" y="397"/>
                    <a:pt x="58" y="399"/>
                    <a:pt x="59" y="402"/>
                  </a:cubicBezTo>
                  <a:cubicBezTo>
                    <a:pt x="60" y="404"/>
                    <a:pt x="70" y="412"/>
                    <a:pt x="64" y="414"/>
                  </a:cubicBezTo>
                  <a:cubicBezTo>
                    <a:pt x="60" y="415"/>
                    <a:pt x="60" y="422"/>
                    <a:pt x="56" y="425"/>
                  </a:cubicBezTo>
                  <a:cubicBezTo>
                    <a:pt x="48" y="430"/>
                    <a:pt x="42" y="421"/>
                    <a:pt x="33" y="426"/>
                  </a:cubicBezTo>
                  <a:cubicBezTo>
                    <a:pt x="30" y="428"/>
                    <a:pt x="30" y="432"/>
                    <a:pt x="27" y="432"/>
                  </a:cubicBezTo>
                  <a:cubicBezTo>
                    <a:pt x="24" y="433"/>
                    <a:pt x="20" y="428"/>
                    <a:pt x="17" y="432"/>
                  </a:cubicBezTo>
                  <a:cubicBezTo>
                    <a:pt x="14" y="436"/>
                    <a:pt x="19" y="439"/>
                    <a:pt x="20" y="442"/>
                  </a:cubicBezTo>
                  <a:cubicBezTo>
                    <a:pt x="20" y="443"/>
                    <a:pt x="18" y="447"/>
                    <a:pt x="17" y="448"/>
                  </a:cubicBezTo>
                  <a:cubicBezTo>
                    <a:pt x="16" y="453"/>
                    <a:pt x="17" y="458"/>
                    <a:pt x="22" y="460"/>
                  </a:cubicBezTo>
                  <a:cubicBezTo>
                    <a:pt x="23" y="460"/>
                    <a:pt x="24" y="462"/>
                    <a:pt x="23" y="463"/>
                  </a:cubicBezTo>
                  <a:cubicBezTo>
                    <a:pt x="19" y="466"/>
                    <a:pt x="22" y="471"/>
                    <a:pt x="16" y="467"/>
                  </a:cubicBezTo>
                  <a:cubicBezTo>
                    <a:pt x="13" y="465"/>
                    <a:pt x="3" y="467"/>
                    <a:pt x="2" y="471"/>
                  </a:cubicBezTo>
                  <a:cubicBezTo>
                    <a:pt x="2" y="473"/>
                    <a:pt x="7" y="476"/>
                    <a:pt x="6" y="478"/>
                  </a:cubicBezTo>
                  <a:cubicBezTo>
                    <a:pt x="5" y="480"/>
                    <a:pt x="2" y="482"/>
                    <a:pt x="2" y="484"/>
                  </a:cubicBezTo>
                  <a:cubicBezTo>
                    <a:pt x="2" y="484"/>
                    <a:pt x="2" y="484"/>
                    <a:pt x="2" y="484"/>
                  </a:cubicBezTo>
                  <a:cubicBezTo>
                    <a:pt x="0" y="485"/>
                    <a:pt x="1" y="492"/>
                    <a:pt x="3" y="494"/>
                  </a:cubicBezTo>
                  <a:cubicBezTo>
                    <a:pt x="5" y="496"/>
                    <a:pt x="10" y="496"/>
                    <a:pt x="10" y="500"/>
                  </a:cubicBezTo>
                  <a:cubicBezTo>
                    <a:pt x="10" y="504"/>
                    <a:pt x="4" y="504"/>
                    <a:pt x="3" y="508"/>
                  </a:cubicBezTo>
                  <a:cubicBezTo>
                    <a:pt x="2" y="512"/>
                    <a:pt x="5" y="515"/>
                    <a:pt x="7" y="518"/>
                  </a:cubicBezTo>
                  <a:cubicBezTo>
                    <a:pt x="9" y="524"/>
                    <a:pt x="24" y="530"/>
                    <a:pt x="30" y="532"/>
                  </a:cubicBezTo>
                  <a:cubicBezTo>
                    <a:pt x="38" y="535"/>
                    <a:pt x="46" y="539"/>
                    <a:pt x="54" y="541"/>
                  </a:cubicBezTo>
                  <a:cubicBezTo>
                    <a:pt x="57" y="540"/>
                    <a:pt x="61" y="530"/>
                    <a:pt x="62" y="539"/>
                  </a:cubicBezTo>
                  <a:cubicBezTo>
                    <a:pt x="63" y="545"/>
                    <a:pt x="70" y="544"/>
                    <a:pt x="74" y="543"/>
                  </a:cubicBezTo>
                  <a:cubicBezTo>
                    <a:pt x="78" y="542"/>
                    <a:pt x="79" y="545"/>
                    <a:pt x="79" y="548"/>
                  </a:cubicBezTo>
                  <a:cubicBezTo>
                    <a:pt x="78" y="552"/>
                    <a:pt x="85" y="556"/>
                    <a:pt x="84" y="562"/>
                  </a:cubicBezTo>
                  <a:cubicBezTo>
                    <a:pt x="84" y="575"/>
                    <a:pt x="102" y="568"/>
                    <a:pt x="110" y="571"/>
                  </a:cubicBezTo>
                  <a:cubicBezTo>
                    <a:pt x="124" y="576"/>
                    <a:pt x="124" y="579"/>
                    <a:pt x="138" y="573"/>
                  </a:cubicBezTo>
                  <a:cubicBezTo>
                    <a:pt x="143" y="571"/>
                    <a:pt x="143" y="571"/>
                    <a:pt x="143" y="571"/>
                  </a:cubicBezTo>
                  <a:cubicBezTo>
                    <a:pt x="143" y="571"/>
                    <a:pt x="143" y="571"/>
                    <a:pt x="143" y="571"/>
                  </a:cubicBezTo>
                  <a:cubicBezTo>
                    <a:pt x="149" y="571"/>
                    <a:pt x="152" y="573"/>
                    <a:pt x="157" y="571"/>
                  </a:cubicBezTo>
                  <a:cubicBezTo>
                    <a:pt x="162" y="569"/>
                    <a:pt x="162" y="567"/>
                    <a:pt x="166" y="570"/>
                  </a:cubicBezTo>
                  <a:cubicBezTo>
                    <a:pt x="173" y="574"/>
                    <a:pt x="175" y="570"/>
                    <a:pt x="181" y="566"/>
                  </a:cubicBezTo>
                  <a:cubicBezTo>
                    <a:pt x="188" y="563"/>
                    <a:pt x="187" y="570"/>
                    <a:pt x="192" y="571"/>
                  </a:cubicBezTo>
                  <a:cubicBezTo>
                    <a:pt x="196" y="573"/>
                    <a:pt x="197" y="572"/>
                    <a:pt x="200" y="576"/>
                  </a:cubicBezTo>
                  <a:cubicBezTo>
                    <a:pt x="203" y="580"/>
                    <a:pt x="210" y="575"/>
                    <a:pt x="211" y="582"/>
                  </a:cubicBezTo>
                  <a:cubicBezTo>
                    <a:pt x="212" y="590"/>
                    <a:pt x="223" y="587"/>
                    <a:pt x="229" y="587"/>
                  </a:cubicBezTo>
                  <a:cubicBezTo>
                    <a:pt x="229" y="587"/>
                    <a:pt x="229" y="587"/>
                    <a:pt x="229" y="587"/>
                  </a:cubicBezTo>
                  <a:cubicBezTo>
                    <a:pt x="229" y="583"/>
                    <a:pt x="228" y="580"/>
                    <a:pt x="227" y="577"/>
                  </a:cubicBezTo>
                  <a:cubicBezTo>
                    <a:pt x="225" y="570"/>
                    <a:pt x="227" y="551"/>
                    <a:pt x="221" y="546"/>
                  </a:cubicBezTo>
                  <a:cubicBezTo>
                    <a:pt x="218" y="544"/>
                    <a:pt x="220" y="540"/>
                    <a:pt x="220" y="537"/>
                  </a:cubicBezTo>
                  <a:cubicBezTo>
                    <a:pt x="223" y="528"/>
                    <a:pt x="228" y="520"/>
                    <a:pt x="231" y="510"/>
                  </a:cubicBezTo>
                  <a:cubicBezTo>
                    <a:pt x="233" y="500"/>
                    <a:pt x="229" y="488"/>
                    <a:pt x="229" y="478"/>
                  </a:cubicBezTo>
                  <a:cubicBezTo>
                    <a:pt x="229" y="471"/>
                    <a:pt x="230" y="464"/>
                    <a:pt x="229" y="457"/>
                  </a:cubicBezTo>
                  <a:cubicBezTo>
                    <a:pt x="230" y="417"/>
                    <a:pt x="230" y="417"/>
                    <a:pt x="230" y="417"/>
                  </a:cubicBezTo>
                  <a:cubicBezTo>
                    <a:pt x="231" y="405"/>
                    <a:pt x="231" y="389"/>
                    <a:pt x="234" y="378"/>
                  </a:cubicBezTo>
                  <a:cubicBezTo>
                    <a:pt x="235" y="372"/>
                    <a:pt x="237" y="365"/>
                    <a:pt x="238" y="359"/>
                  </a:cubicBezTo>
                  <a:cubicBezTo>
                    <a:pt x="240" y="354"/>
                    <a:pt x="239" y="349"/>
                    <a:pt x="239" y="344"/>
                  </a:cubicBezTo>
                  <a:cubicBezTo>
                    <a:pt x="241" y="334"/>
                    <a:pt x="245" y="326"/>
                    <a:pt x="246" y="316"/>
                  </a:cubicBezTo>
                  <a:cubicBezTo>
                    <a:pt x="248" y="304"/>
                    <a:pt x="248" y="304"/>
                    <a:pt x="248" y="304"/>
                  </a:cubicBezTo>
                  <a:cubicBezTo>
                    <a:pt x="246" y="309"/>
                    <a:pt x="246" y="309"/>
                    <a:pt x="246" y="309"/>
                  </a:cubicBezTo>
                  <a:cubicBezTo>
                    <a:pt x="245" y="312"/>
                    <a:pt x="244" y="316"/>
                    <a:pt x="243" y="319"/>
                  </a:cubicBezTo>
                  <a:cubicBezTo>
                    <a:pt x="242" y="328"/>
                    <a:pt x="236" y="337"/>
                    <a:pt x="236" y="348"/>
                  </a:cubicBezTo>
                  <a:cubicBezTo>
                    <a:pt x="236" y="352"/>
                    <a:pt x="236" y="356"/>
                    <a:pt x="235" y="360"/>
                  </a:cubicBezTo>
                  <a:cubicBezTo>
                    <a:pt x="234" y="359"/>
                    <a:pt x="233" y="351"/>
                    <a:pt x="233" y="349"/>
                  </a:cubicBezTo>
                  <a:cubicBezTo>
                    <a:pt x="232" y="342"/>
                    <a:pt x="228" y="349"/>
                    <a:pt x="226" y="349"/>
                  </a:cubicBezTo>
                  <a:cubicBezTo>
                    <a:pt x="225" y="349"/>
                    <a:pt x="223" y="343"/>
                    <a:pt x="223" y="342"/>
                  </a:cubicBezTo>
                  <a:cubicBezTo>
                    <a:pt x="221" y="339"/>
                    <a:pt x="225" y="334"/>
                    <a:pt x="227" y="334"/>
                  </a:cubicBezTo>
                  <a:cubicBezTo>
                    <a:pt x="229" y="334"/>
                    <a:pt x="233" y="346"/>
                    <a:pt x="234" y="342"/>
                  </a:cubicBezTo>
                  <a:cubicBezTo>
                    <a:pt x="236" y="337"/>
                    <a:pt x="238" y="328"/>
                    <a:pt x="238" y="322"/>
                  </a:cubicBezTo>
                  <a:cubicBezTo>
                    <a:pt x="240" y="320"/>
                    <a:pt x="235" y="319"/>
                    <a:pt x="236" y="316"/>
                  </a:cubicBezTo>
                  <a:cubicBezTo>
                    <a:pt x="237" y="314"/>
                    <a:pt x="237" y="311"/>
                    <a:pt x="235" y="309"/>
                  </a:cubicBezTo>
                  <a:cubicBezTo>
                    <a:pt x="230" y="302"/>
                    <a:pt x="239" y="304"/>
                    <a:pt x="242" y="296"/>
                  </a:cubicBezTo>
                  <a:cubicBezTo>
                    <a:pt x="244" y="292"/>
                    <a:pt x="240" y="292"/>
                    <a:pt x="239" y="290"/>
                  </a:cubicBezTo>
                  <a:cubicBezTo>
                    <a:pt x="238" y="289"/>
                    <a:pt x="233" y="288"/>
                    <a:pt x="233" y="288"/>
                  </a:cubicBezTo>
                  <a:cubicBezTo>
                    <a:pt x="232" y="286"/>
                    <a:pt x="237" y="270"/>
                    <a:pt x="237" y="268"/>
                  </a:cubicBezTo>
                  <a:cubicBezTo>
                    <a:pt x="239" y="262"/>
                    <a:pt x="235" y="263"/>
                    <a:pt x="235" y="259"/>
                  </a:cubicBezTo>
                  <a:cubicBezTo>
                    <a:pt x="234" y="257"/>
                    <a:pt x="237" y="255"/>
                    <a:pt x="237" y="253"/>
                  </a:cubicBezTo>
                  <a:cubicBezTo>
                    <a:pt x="236" y="248"/>
                    <a:pt x="238" y="250"/>
                    <a:pt x="243" y="248"/>
                  </a:cubicBezTo>
                  <a:cubicBezTo>
                    <a:pt x="243" y="260"/>
                    <a:pt x="243" y="252"/>
                    <a:pt x="251" y="255"/>
                  </a:cubicBezTo>
                  <a:cubicBezTo>
                    <a:pt x="253" y="256"/>
                    <a:pt x="252" y="247"/>
                    <a:pt x="254" y="245"/>
                  </a:cubicBezTo>
                  <a:cubicBezTo>
                    <a:pt x="256" y="243"/>
                    <a:pt x="253" y="240"/>
                    <a:pt x="253" y="238"/>
                  </a:cubicBezTo>
                  <a:cubicBezTo>
                    <a:pt x="256" y="238"/>
                    <a:pt x="259" y="242"/>
                    <a:pt x="262" y="242"/>
                  </a:cubicBezTo>
                  <a:cubicBezTo>
                    <a:pt x="264" y="242"/>
                    <a:pt x="261" y="247"/>
                    <a:pt x="262" y="248"/>
                  </a:cubicBezTo>
                  <a:cubicBezTo>
                    <a:pt x="262" y="250"/>
                    <a:pt x="263" y="251"/>
                    <a:pt x="263" y="254"/>
                  </a:cubicBezTo>
                  <a:cubicBezTo>
                    <a:pt x="263" y="256"/>
                    <a:pt x="261" y="258"/>
                    <a:pt x="259" y="260"/>
                  </a:cubicBezTo>
                  <a:cubicBezTo>
                    <a:pt x="252" y="270"/>
                    <a:pt x="253" y="284"/>
                    <a:pt x="250" y="295"/>
                  </a:cubicBezTo>
                  <a:cubicBezTo>
                    <a:pt x="255" y="282"/>
                    <a:pt x="257" y="269"/>
                    <a:pt x="265" y="257"/>
                  </a:cubicBezTo>
                  <a:cubicBezTo>
                    <a:pt x="272" y="247"/>
                    <a:pt x="279" y="233"/>
                    <a:pt x="283" y="222"/>
                  </a:cubicBezTo>
                  <a:cubicBezTo>
                    <a:pt x="287" y="214"/>
                    <a:pt x="287" y="206"/>
                    <a:pt x="289" y="198"/>
                  </a:cubicBezTo>
                  <a:cubicBezTo>
                    <a:pt x="290" y="193"/>
                    <a:pt x="291" y="188"/>
                    <a:pt x="292" y="183"/>
                  </a:cubicBezTo>
                  <a:cubicBezTo>
                    <a:pt x="292" y="183"/>
                    <a:pt x="292" y="183"/>
                    <a:pt x="292" y="183"/>
                  </a:cubicBezTo>
                  <a:cubicBezTo>
                    <a:pt x="291" y="184"/>
                    <a:pt x="290" y="185"/>
                    <a:pt x="288" y="185"/>
                  </a:cubicBezTo>
                  <a:cubicBezTo>
                    <a:pt x="282" y="186"/>
                    <a:pt x="277" y="187"/>
                    <a:pt x="271" y="191"/>
                  </a:cubicBezTo>
                  <a:cubicBezTo>
                    <a:pt x="270" y="193"/>
                    <a:pt x="270" y="195"/>
                    <a:pt x="269" y="196"/>
                  </a:cubicBezTo>
                  <a:cubicBezTo>
                    <a:pt x="266" y="198"/>
                    <a:pt x="263" y="198"/>
                    <a:pt x="261" y="197"/>
                  </a:cubicBezTo>
                  <a:cubicBezTo>
                    <a:pt x="257" y="195"/>
                    <a:pt x="254" y="191"/>
                    <a:pt x="250" y="189"/>
                  </a:cubicBezTo>
                  <a:cubicBezTo>
                    <a:pt x="245" y="187"/>
                    <a:pt x="242" y="178"/>
                    <a:pt x="235" y="176"/>
                  </a:cubicBezTo>
                  <a:cubicBezTo>
                    <a:pt x="227" y="174"/>
                    <a:pt x="218" y="175"/>
                    <a:pt x="210" y="175"/>
                  </a:cubicBezTo>
                  <a:cubicBezTo>
                    <a:pt x="204" y="176"/>
                    <a:pt x="200" y="173"/>
                    <a:pt x="195" y="173"/>
                  </a:cubicBezTo>
                  <a:cubicBezTo>
                    <a:pt x="187" y="173"/>
                    <a:pt x="179" y="175"/>
                    <a:pt x="174" y="166"/>
                  </a:cubicBezTo>
                  <a:cubicBezTo>
                    <a:pt x="167" y="154"/>
                    <a:pt x="164" y="162"/>
                    <a:pt x="155" y="157"/>
                  </a:cubicBezTo>
                  <a:cubicBezTo>
                    <a:pt x="149" y="154"/>
                    <a:pt x="147" y="156"/>
                    <a:pt x="142" y="154"/>
                  </a:cubicBezTo>
                  <a:cubicBezTo>
                    <a:pt x="138" y="153"/>
                    <a:pt x="134" y="145"/>
                    <a:pt x="130" y="143"/>
                  </a:cubicBezTo>
                  <a:cubicBezTo>
                    <a:pt x="129" y="142"/>
                    <a:pt x="113" y="138"/>
                    <a:pt x="111" y="138"/>
                  </a:cubicBezTo>
                  <a:cubicBezTo>
                    <a:pt x="107" y="138"/>
                    <a:pt x="101" y="139"/>
                    <a:pt x="99" y="134"/>
                  </a:cubicBezTo>
                  <a:cubicBezTo>
                    <a:pt x="98" y="128"/>
                    <a:pt x="102" y="126"/>
                    <a:pt x="95" y="123"/>
                  </a:cubicBezTo>
                  <a:cubicBezTo>
                    <a:pt x="90" y="120"/>
                    <a:pt x="92" y="109"/>
                    <a:pt x="89" y="103"/>
                  </a:cubicBezTo>
                  <a:cubicBezTo>
                    <a:pt x="86" y="95"/>
                    <a:pt x="77" y="85"/>
                    <a:pt x="75" y="77"/>
                  </a:cubicBezTo>
                  <a:cubicBezTo>
                    <a:pt x="73" y="69"/>
                    <a:pt x="65" y="72"/>
                    <a:pt x="65" y="61"/>
                  </a:cubicBezTo>
                  <a:cubicBezTo>
                    <a:pt x="65" y="57"/>
                    <a:pt x="67" y="49"/>
                    <a:pt x="65" y="46"/>
                  </a:cubicBezTo>
                  <a:cubicBezTo>
                    <a:pt x="63" y="44"/>
                    <a:pt x="59" y="42"/>
                    <a:pt x="59" y="39"/>
                  </a:cubicBezTo>
                  <a:cubicBezTo>
                    <a:pt x="59" y="35"/>
                    <a:pt x="63" y="31"/>
                    <a:pt x="63" y="26"/>
                  </a:cubicBezTo>
                  <a:cubicBezTo>
                    <a:pt x="63" y="21"/>
                    <a:pt x="59" y="14"/>
                    <a:pt x="57" y="10"/>
                  </a:cubicBezTo>
                  <a:cubicBezTo>
                    <a:pt x="54" y="4"/>
                    <a:pt x="46" y="4"/>
                    <a:pt x="40" y="0"/>
                  </a:cubicBezTo>
                  <a:cubicBezTo>
                    <a:pt x="40" y="0"/>
                    <a:pt x="40" y="0"/>
                    <a:pt x="40" y="0"/>
                  </a:cubicBezTo>
                  <a:cubicBezTo>
                    <a:pt x="25" y="13"/>
                    <a:pt x="25" y="13"/>
                    <a:pt x="25" y="13"/>
                  </a:cubicBezTo>
                  <a:cubicBezTo>
                    <a:pt x="17" y="15"/>
                    <a:pt x="17" y="15"/>
                    <a:pt x="17" y="15"/>
                  </a:cubicBezTo>
                  <a:cubicBezTo>
                    <a:pt x="22" y="21"/>
                    <a:pt x="22" y="21"/>
                    <a:pt x="22" y="21"/>
                  </a:cubicBezTo>
                  <a:cubicBezTo>
                    <a:pt x="25" y="24"/>
                    <a:pt x="25" y="23"/>
                    <a:pt x="28" y="21"/>
                  </a:cubicBezTo>
                  <a:cubicBezTo>
                    <a:pt x="29" y="21"/>
                    <a:pt x="29" y="26"/>
                    <a:pt x="30" y="27"/>
                  </a:cubicBezTo>
                  <a:cubicBezTo>
                    <a:pt x="32" y="28"/>
                    <a:pt x="36" y="27"/>
                    <a:pt x="38" y="27"/>
                  </a:cubicBezTo>
                  <a:cubicBezTo>
                    <a:pt x="38" y="28"/>
                    <a:pt x="38" y="28"/>
                    <a:pt x="38" y="28"/>
                  </a:cubicBezTo>
                  <a:cubicBezTo>
                    <a:pt x="38" y="30"/>
                    <a:pt x="43" y="30"/>
                    <a:pt x="39" y="32"/>
                  </a:cubicBezTo>
                  <a:cubicBezTo>
                    <a:pt x="36" y="34"/>
                    <a:pt x="41" y="38"/>
                    <a:pt x="41" y="41"/>
                  </a:cubicBezTo>
                  <a:cubicBezTo>
                    <a:pt x="41" y="43"/>
                    <a:pt x="38" y="43"/>
                    <a:pt x="38" y="45"/>
                  </a:cubicBezTo>
                  <a:cubicBezTo>
                    <a:pt x="38" y="46"/>
                    <a:pt x="39" y="48"/>
                    <a:pt x="40" y="49"/>
                  </a:cubicBezTo>
                  <a:cubicBezTo>
                    <a:pt x="40" y="50"/>
                    <a:pt x="40" y="51"/>
                    <a:pt x="41" y="5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19"/>
            <p:cNvSpPr>
              <a:spLocks/>
            </p:cNvSpPr>
            <p:nvPr/>
          </p:nvSpPr>
          <p:spPr bwMode="auto">
            <a:xfrm>
              <a:off x="3222625" y="2690813"/>
              <a:ext cx="681038" cy="623888"/>
            </a:xfrm>
            <a:custGeom>
              <a:avLst/>
              <a:gdLst/>
              <a:ahLst/>
              <a:cxnLst>
                <a:cxn ang="0">
                  <a:pos x="158" y="6"/>
                </a:cxn>
                <a:cxn ang="0">
                  <a:pos x="165" y="28"/>
                </a:cxn>
                <a:cxn ang="0">
                  <a:pos x="170" y="45"/>
                </a:cxn>
                <a:cxn ang="0">
                  <a:pos x="172" y="105"/>
                </a:cxn>
                <a:cxn ang="0">
                  <a:pos x="179" y="139"/>
                </a:cxn>
                <a:cxn ang="0">
                  <a:pos x="192" y="131"/>
                </a:cxn>
                <a:cxn ang="0">
                  <a:pos x="205" y="132"/>
                </a:cxn>
                <a:cxn ang="0">
                  <a:pos x="211" y="144"/>
                </a:cxn>
                <a:cxn ang="0">
                  <a:pos x="215" y="168"/>
                </a:cxn>
                <a:cxn ang="0">
                  <a:pos x="270" y="189"/>
                </a:cxn>
                <a:cxn ang="0">
                  <a:pos x="292" y="212"/>
                </a:cxn>
                <a:cxn ang="0">
                  <a:pos x="351" y="221"/>
                </a:cxn>
                <a:cxn ang="0">
                  <a:pos x="365" y="231"/>
                </a:cxn>
                <a:cxn ang="0">
                  <a:pos x="373" y="258"/>
                </a:cxn>
                <a:cxn ang="0">
                  <a:pos x="364" y="276"/>
                </a:cxn>
                <a:cxn ang="0">
                  <a:pos x="361" y="297"/>
                </a:cxn>
                <a:cxn ang="0">
                  <a:pos x="365" y="320"/>
                </a:cxn>
                <a:cxn ang="0">
                  <a:pos x="369" y="334"/>
                </a:cxn>
                <a:cxn ang="0">
                  <a:pos x="358" y="344"/>
                </a:cxn>
                <a:cxn ang="0">
                  <a:pos x="331" y="348"/>
                </a:cxn>
                <a:cxn ang="0">
                  <a:pos x="313" y="340"/>
                </a:cxn>
                <a:cxn ang="0">
                  <a:pos x="308" y="312"/>
                </a:cxn>
                <a:cxn ang="0">
                  <a:pos x="286" y="313"/>
                </a:cxn>
                <a:cxn ang="0">
                  <a:pos x="256" y="312"/>
                </a:cxn>
                <a:cxn ang="0">
                  <a:pos x="244" y="317"/>
                </a:cxn>
                <a:cxn ang="0">
                  <a:pos x="181" y="297"/>
                </a:cxn>
                <a:cxn ang="0">
                  <a:pos x="135" y="298"/>
                </a:cxn>
                <a:cxn ang="0">
                  <a:pos x="103" y="286"/>
                </a:cxn>
                <a:cxn ang="0">
                  <a:pos x="77" y="283"/>
                </a:cxn>
                <a:cxn ang="0">
                  <a:pos x="88" y="267"/>
                </a:cxn>
                <a:cxn ang="0">
                  <a:pos x="90" y="246"/>
                </a:cxn>
                <a:cxn ang="0">
                  <a:pos x="85" y="231"/>
                </a:cxn>
                <a:cxn ang="0">
                  <a:pos x="93" y="202"/>
                </a:cxn>
                <a:cxn ang="0">
                  <a:pos x="71" y="192"/>
                </a:cxn>
                <a:cxn ang="0">
                  <a:pos x="54" y="214"/>
                </a:cxn>
                <a:cxn ang="0">
                  <a:pos x="43" y="198"/>
                </a:cxn>
                <a:cxn ang="0">
                  <a:pos x="19" y="184"/>
                </a:cxn>
                <a:cxn ang="0">
                  <a:pos x="3" y="161"/>
                </a:cxn>
                <a:cxn ang="0">
                  <a:pos x="1" y="135"/>
                </a:cxn>
                <a:cxn ang="0">
                  <a:pos x="31" y="120"/>
                </a:cxn>
                <a:cxn ang="0">
                  <a:pos x="45" y="108"/>
                </a:cxn>
                <a:cxn ang="0">
                  <a:pos x="71" y="92"/>
                </a:cxn>
                <a:cxn ang="0">
                  <a:pos x="105" y="52"/>
                </a:cxn>
                <a:cxn ang="0">
                  <a:pos x="113" y="39"/>
                </a:cxn>
                <a:cxn ang="0">
                  <a:pos x="136" y="20"/>
                </a:cxn>
              </a:cxnLst>
              <a:rect l="0" t="0" r="r" b="b"/>
              <a:pathLst>
                <a:path w="388" h="355">
                  <a:moveTo>
                    <a:pt x="149" y="1"/>
                  </a:moveTo>
                  <a:cubicBezTo>
                    <a:pt x="150" y="1"/>
                    <a:pt x="154" y="0"/>
                    <a:pt x="155" y="0"/>
                  </a:cubicBezTo>
                  <a:cubicBezTo>
                    <a:pt x="155" y="0"/>
                    <a:pt x="158" y="5"/>
                    <a:pt x="158" y="6"/>
                  </a:cubicBezTo>
                  <a:cubicBezTo>
                    <a:pt x="159" y="11"/>
                    <a:pt x="163" y="10"/>
                    <a:pt x="162" y="16"/>
                  </a:cubicBezTo>
                  <a:cubicBezTo>
                    <a:pt x="162" y="20"/>
                    <a:pt x="159" y="23"/>
                    <a:pt x="159" y="27"/>
                  </a:cubicBezTo>
                  <a:cubicBezTo>
                    <a:pt x="161" y="27"/>
                    <a:pt x="165" y="26"/>
                    <a:pt x="165" y="28"/>
                  </a:cubicBezTo>
                  <a:cubicBezTo>
                    <a:pt x="157" y="30"/>
                    <a:pt x="165" y="32"/>
                    <a:pt x="168" y="34"/>
                  </a:cubicBezTo>
                  <a:cubicBezTo>
                    <a:pt x="170" y="36"/>
                    <a:pt x="171" y="35"/>
                    <a:pt x="171" y="38"/>
                  </a:cubicBezTo>
                  <a:cubicBezTo>
                    <a:pt x="170" y="40"/>
                    <a:pt x="170" y="43"/>
                    <a:pt x="170" y="45"/>
                  </a:cubicBezTo>
                  <a:cubicBezTo>
                    <a:pt x="168" y="50"/>
                    <a:pt x="166" y="64"/>
                    <a:pt x="169" y="69"/>
                  </a:cubicBezTo>
                  <a:cubicBezTo>
                    <a:pt x="173" y="74"/>
                    <a:pt x="173" y="76"/>
                    <a:pt x="175" y="82"/>
                  </a:cubicBezTo>
                  <a:cubicBezTo>
                    <a:pt x="178" y="89"/>
                    <a:pt x="174" y="98"/>
                    <a:pt x="172" y="105"/>
                  </a:cubicBezTo>
                  <a:cubicBezTo>
                    <a:pt x="169" y="115"/>
                    <a:pt x="178" y="117"/>
                    <a:pt x="175" y="127"/>
                  </a:cubicBezTo>
                  <a:cubicBezTo>
                    <a:pt x="174" y="130"/>
                    <a:pt x="175" y="134"/>
                    <a:pt x="175" y="137"/>
                  </a:cubicBezTo>
                  <a:cubicBezTo>
                    <a:pt x="175" y="140"/>
                    <a:pt x="177" y="139"/>
                    <a:pt x="179" y="139"/>
                  </a:cubicBezTo>
                  <a:cubicBezTo>
                    <a:pt x="182" y="140"/>
                    <a:pt x="186" y="143"/>
                    <a:pt x="189" y="139"/>
                  </a:cubicBezTo>
                  <a:cubicBezTo>
                    <a:pt x="189" y="138"/>
                    <a:pt x="189" y="136"/>
                    <a:pt x="190" y="134"/>
                  </a:cubicBezTo>
                  <a:cubicBezTo>
                    <a:pt x="190" y="133"/>
                    <a:pt x="192" y="132"/>
                    <a:pt x="192" y="131"/>
                  </a:cubicBezTo>
                  <a:cubicBezTo>
                    <a:pt x="194" y="129"/>
                    <a:pt x="191" y="128"/>
                    <a:pt x="194" y="127"/>
                  </a:cubicBezTo>
                  <a:cubicBezTo>
                    <a:pt x="195" y="126"/>
                    <a:pt x="202" y="123"/>
                    <a:pt x="201" y="126"/>
                  </a:cubicBezTo>
                  <a:cubicBezTo>
                    <a:pt x="200" y="131"/>
                    <a:pt x="200" y="130"/>
                    <a:pt x="205" y="132"/>
                  </a:cubicBezTo>
                  <a:cubicBezTo>
                    <a:pt x="210" y="134"/>
                    <a:pt x="210" y="134"/>
                    <a:pt x="210" y="134"/>
                  </a:cubicBezTo>
                  <a:cubicBezTo>
                    <a:pt x="210" y="134"/>
                    <a:pt x="210" y="134"/>
                    <a:pt x="210" y="134"/>
                  </a:cubicBezTo>
                  <a:cubicBezTo>
                    <a:pt x="208" y="135"/>
                    <a:pt x="209" y="142"/>
                    <a:pt x="211" y="144"/>
                  </a:cubicBezTo>
                  <a:cubicBezTo>
                    <a:pt x="213" y="146"/>
                    <a:pt x="218" y="146"/>
                    <a:pt x="218" y="150"/>
                  </a:cubicBezTo>
                  <a:cubicBezTo>
                    <a:pt x="218" y="154"/>
                    <a:pt x="212" y="154"/>
                    <a:pt x="211" y="158"/>
                  </a:cubicBezTo>
                  <a:cubicBezTo>
                    <a:pt x="210" y="162"/>
                    <a:pt x="213" y="165"/>
                    <a:pt x="215" y="168"/>
                  </a:cubicBezTo>
                  <a:cubicBezTo>
                    <a:pt x="217" y="174"/>
                    <a:pt x="232" y="180"/>
                    <a:pt x="238" y="182"/>
                  </a:cubicBezTo>
                  <a:cubicBezTo>
                    <a:pt x="246" y="185"/>
                    <a:pt x="254" y="189"/>
                    <a:pt x="262" y="191"/>
                  </a:cubicBezTo>
                  <a:cubicBezTo>
                    <a:pt x="265" y="190"/>
                    <a:pt x="269" y="180"/>
                    <a:pt x="270" y="189"/>
                  </a:cubicBezTo>
                  <a:cubicBezTo>
                    <a:pt x="271" y="195"/>
                    <a:pt x="278" y="194"/>
                    <a:pt x="282" y="193"/>
                  </a:cubicBezTo>
                  <a:cubicBezTo>
                    <a:pt x="286" y="192"/>
                    <a:pt x="287" y="195"/>
                    <a:pt x="287" y="198"/>
                  </a:cubicBezTo>
                  <a:cubicBezTo>
                    <a:pt x="286" y="202"/>
                    <a:pt x="293" y="206"/>
                    <a:pt x="292" y="212"/>
                  </a:cubicBezTo>
                  <a:cubicBezTo>
                    <a:pt x="292" y="225"/>
                    <a:pt x="310" y="218"/>
                    <a:pt x="318" y="221"/>
                  </a:cubicBezTo>
                  <a:cubicBezTo>
                    <a:pt x="332" y="226"/>
                    <a:pt x="332" y="229"/>
                    <a:pt x="346" y="223"/>
                  </a:cubicBezTo>
                  <a:cubicBezTo>
                    <a:pt x="351" y="221"/>
                    <a:pt x="351" y="221"/>
                    <a:pt x="351" y="221"/>
                  </a:cubicBezTo>
                  <a:cubicBezTo>
                    <a:pt x="351" y="221"/>
                    <a:pt x="351" y="221"/>
                    <a:pt x="351" y="221"/>
                  </a:cubicBezTo>
                  <a:cubicBezTo>
                    <a:pt x="352" y="224"/>
                    <a:pt x="354" y="225"/>
                    <a:pt x="357" y="225"/>
                  </a:cubicBezTo>
                  <a:cubicBezTo>
                    <a:pt x="361" y="225"/>
                    <a:pt x="359" y="231"/>
                    <a:pt x="365" y="231"/>
                  </a:cubicBezTo>
                  <a:cubicBezTo>
                    <a:pt x="369" y="231"/>
                    <a:pt x="372" y="231"/>
                    <a:pt x="375" y="235"/>
                  </a:cubicBezTo>
                  <a:cubicBezTo>
                    <a:pt x="381" y="241"/>
                    <a:pt x="388" y="240"/>
                    <a:pt x="377" y="247"/>
                  </a:cubicBezTo>
                  <a:cubicBezTo>
                    <a:pt x="373" y="249"/>
                    <a:pt x="377" y="254"/>
                    <a:pt x="373" y="258"/>
                  </a:cubicBezTo>
                  <a:cubicBezTo>
                    <a:pt x="371" y="260"/>
                    <a:pt x="371" y="264"/>
                    <a:pt x="370" y="267"/>
                  </a:cubicBezTo>
                  <a:cubicBezTo>
                    <a:pt x="369" y="272"/>
                    <a:pt x="367" y="269"/>
                    <a:pt x="364" y="268"/>
                  </a:cubicBezTo>
                  <a:cubicBezTo>
                    <a:pt x="358" y="266"/>
                    <a:pt x="366" y="274"/>
                    <a:pt x="364" y="276"/>
                  </a:cubicBezTo>
                  <a:cubicBezTo>
                    <a:pt x="360" y="281"/>
                    <a:pt x="370" y="282"/>
                    <a:pt x="371" y="286"/>
                  </a:cubicBezTo>
                  <a:cubicBezTo>
                    <a:pt x="371" y="291"/>
                    <a:pt x="370" y="292"/>
                    <a:pt x="366" y="294"/>
                  </a:cubicBezTo>
                  <a:cubicBezTo>
                    <a:pt x="364" y="296"/>
                    <a:pt x="365" y="298"/>
                    <a:pt x="361" y="297"/>
                  </a:cubicBezTo>
                  <a:cubicBezTo>
                    <a:pt x="353" y="296"/>
                    <a:pt x="354" y="300"/>
                    <a:pt x="355" y="306"/>
                  </a:cubicBezTo>
                  <a:cubicBezTo>
                    <a:pt x="356" y="312"/>
                    <a:pt x="356" y="312"/>
                    <a:pt x="360" y="315"/>
                  </a:cubicBezTo>
                  <a:cubicBezTo>
                    <a:pt x="361" y="316"/>
                    <a:pt x="365" y="319"/>
                    <a:pt x="365" y="320"/>
                  </a:cubicBezTo>
                  <a:cubicBezTo>
                    <a:pt x="365" y="322"/>
                    <a:pt x="364" y="323"/>
                    <a:pt x="364" y="324"/>
                  </a:cubicBezTo>
                  <a:cubicBezTo>
                    <a:pt x="365" y="326"/>
                    <a:pt x="369" y="327"/>
                    <a:pt x="370" y="329"/>
                  </a:cubicBezTo>
                  <a:cubicBezTo>
                    <a:pt x="370" y="330"/>
                    <a:pt x="369" y="333"/>
                    <a:pt x="369" y="334"/>
                  </a:cubicBezTo>
                  <a:cubicBezTo>
                    <a:pt x="369" y="334"/>
                    <a:pt x="369" y="334"/>
                    <a:pt x="369" y="334"/>
                  </a:cubicBezTo>
                  <a:cubicBezTo>
                    <a:pt x="361" y="333"/>
                    <a:pt x="361" y="333"/>
                    <a:pt x="361" y="333"/>
                  </a:cubicBezTo>
                  <a:cubicBezTo>
                    <a:pt x="352" y="331"/>
                    <a:pt x="358" y="341"/>
                    <a:pt x="358" y="344"/>
                  </a:cubicBezTo>
                  <a:cubicBezTo>
                    <a:pt x="358" y="352"/>
                    <a:pt x="353" y="352"/>
                    <a:pt x="347" y="351"/>
                  </a:cubicBezTo>
                  <a:cubicBezTo>
                    <a:pt x="343" y="351"/>
                    <a:pt x="338" y="355"/>
                    <a:pt x="335" y="353"/>
                  </a:cubicBezTo>
                  <a:cubicBezTo>
                    <a:pt x="333" y="352"/>
                    <a:pt x="333" y="349"/>
                    <a:pt x="331" y="348"/>
                  </a:cubicBezTo>
                  <a:cubicBezTo>
                    <a:pt x="327" y="345"/>
                    <a:pt x="323" y="343"/>
                    <a:pt x="323" y="338"/>
                  </a:cubicBezTo>
                  <a:cubicBezTo>
                    <a:pt x="320" y="338"/>
                    <a:pt x="316" y="340"/>
                    <a:pt x="313" y="340"/>
                  </a:cubicBezTo>
                  <a:cubicBezTo>
                    <a:pt x="313" y="340"/>
                    <a:pt x="313" y="340"/>
                    <a:pt x="313" y="340"/>
                  </a:cubicBezTo>
                  <a:cubicBezTo>
                    <a:pt x="310" y="338"/>
                    <a:pt x="302" y="341"/>
                    <a:pt x="306" y="332"/>
                  </a:cubicBezTo>
                  <a:cubicBezTo>
                    <a:pt x="309" y="327"/>
                    <a:pt x="305" y="325"/>
                    <a:pt x="305" y="320"/>
                  </a:cubicBezTo>
                  <a:cubicBezTo>
                    <a:pt x="305" y="317"/>
                    <a:pt x="308" y="315"/>
                    <a:pt x="308" y="312"/>
                  </a:cubicBezTo>
                  <a:cubicBezTo>
                    <a:pt x="308" y="308"/>
                    <a:pt x="304" y="305"/>
                    <a:pt x="303" y="302"/>
                  </a:cubicBezTo>
                  <a:cubicBezTo>
                    <a:pt x="300" y="302"/>
                    <a:pt x="296" y="302"/>
                    <a:pt x="295" y="306"/>
                  </a:cubicBezTo>
                  <a:cubicBezTo>
                    <a:pt x="290" y="307"/>
                    <a:pt x="293" y="315"/>
                    <a:pt x="286" y="313"/>
                  </a:cubicBezTo>
                  <a:cubicBezTo>
                    <a:pt x="277" y="311"/>
                    <a:pt x="285" y="327"/>
                    <a:pt x="276" y="325"/>
                  </a:cubicBezTo>
                  <a:cubicBezTo>
                    <a:pt x="272" y="324"/>
                    <a:pt x="268" y="326"/>
                    <a:pt x="265" y="325"/>
                  </a:cubicBezTo>
                  <a:cubicBezTo>
                    <a:pt x="259" y="323"/>
                    <a:pt x="260" y="315"/>
                    <a:pt x="256" y="312"/>
                  </a:cubicBezTo>
                  <a:cubicBezTo>
                    <a:pt x="254" y="311"/>
                    <a:pt x="250" y="310"/>
                    <a:pt x="248" y="309"/>
                  </a:cubicBezTo>
                  <a:cubicBezTo>
                    <a:pt x="246" y="309"/>
                    <a:pt x="244" y="315"/>
                    <a:pt x="244" y="317"/>
                  </a:cubicBezTo>
                  <a:cubicBezTo>
                    <a:pt x="244" y="317"/>
                    <a:pt x="244" y="317"/>
                    <a:pt x="244" y="317"/>
                  </a:cubicBezTo>
                  <a:cubicBezTo>
                    <a:pt x="239" y="317"/>
                    <a:pt x="234" y="314"/>
                    <a:pt x="229" y="314"/>
                  </a:cubicBezTo>
                  <a:cubicBezTo>
                    <a:pt x="224" y="315"/>
                    <a:pt x="216" y="318"/>
                    <a:pt x="212" y="312"/>
                  </a:cubicBezTo>
                  <a:cubicBezTo>
                    <a:pt x="207" y="302"/>
                    <a:pt x="192" y="296"/>
                    <a:pt x="181" y="297"/>
                  </a:cubicBezTo>
                  <a:cubicBezTo>
                    <a:pt x="177" y="298"/>
                    <a:pt x="177" y="314"/>
                    <a:pt x="176" y="314"/>
                  </a:cubicBezTo>
                  <a:cubicBezTo>
                    <a:pt x="174" y="315"/>
                    <a:pt x="168" y="314"/>
                    <a:pt x="164" y="315"/>
                  </a:cubicBezTo>
                  <a:cubicBezTo>
                    <a:pt x="157" y="318"/>
                    <a:pt x="142" y="299"/>
                    <a:pt x="135" y="298"/>
                  </a:cubicBezTo>
                  <a:cubicBezTo>
                    <a:pt x="130" y="296"/>
                    <a:pt x="129" y="292"/>
                    <a:pt x="123" y="291"/>
                  </a:cubicBezTo>
                  <a:cubicBezTo>
                    <a:pt x="118" y="290"/>
                    <a:pt x="113" y="291"/>
                    <a:pt x="109" y="291"/>
                  </a:cubicBezTo>
                  <a:cubicBezTo>
                    <a:pt x="105" y="291"/>
                    <a:pt x="105" y="288"/>
                    <a:pt x="103" y="286"/>
                  </a:cubicBezTo>
                  <a:cubicBezTo>
                    <a:pt x="100" y="284"/>
                    <a:pt x="95" y="286"/>
                    <a:pt x="94" y="284"/>
                  </a:cubicBezTo>
                  <a:cubicBezTo>
                    <a:pt x="92" y="284"/>
                    <a:pt x="90" y="284"/>
                    <a:pt x="88" y="284"/>
                  </a:cubicBezTo>
                  <a:cubicBezTo>
                    <a:pt x="84" y="285"/>
                    <a:pt x="81" y="283"/>
                    <a:pt x="77" y="283"/>
                  </a:cubicBezTo>
                  <a:cubicBezTo>
                    <a:pt x="77" y="283"/>
                    <a:pt x="77" y="283"/>
                    <a:pt x="77" y="283"/>
                  </a:cubicBezTo>
                  <a:cubicBezTo>
                    <a:pt x="78" y="279"/>
                    <a:pt x="78" y="278"/>
                    <a:pt x="82" y="275"/>
                  </a:cubicBezTo>
                  <a:cubicBezTo>
                    <a:pt x="86" y="273"/>
                    <a:pt x="82" y="268"/>
                    <a:pt x="88" y="267"/>
                  </a:cubicBezTo>
                  <a:cubicBezTo>
                    <a:pt x="95" y="266"/>
                    <a:pt x="88" y="262"/>
                    <a:pt x="91" y="260"/>
                  </a:cubicBezTo>
                  <a:cubicBezTo>
                    <a:pt x="91" y="256"/>
                    <a:pt x="90" y="255"/>
                    <a:pt x="92" y="252"/>
                  </a:cubicBezTo>
                  <a:cubicBezTo>
                    <a:pt x="94" y="250"/>
                    <a:pt x="90" y="248"/>
                    <a:pt x="90" y="246"/>
                  </a:cubicBezTo>
                  <a:cubicBezTo>
                    <a:pt x="89" y="244"/>
                    <a:pt x="90" y="241"/>
                    <a:pt x="90" y="239"/>
                  </a:cubicBezTo>
                  <a:cubicBezTo>
                    <a:pt x="90" y="237"/>
                    <a:pt x="87" y="238"/>
                    <a:pt x="86" y="236"/>
                  </a:cubicBezTo>
                  <a:cubicBezTo>
                    <a:pt x="84" y="235"/>
                    <a:pt x="87" y="232"/>
                    <a:pt x="85" y="231"/>
                  </a:cubicBezTo>
                  <a:cubicBezTo>
                    <a:pt x="79" y="225"/>
                    <a:pt x="90" y="228"/>
                    <a:pt x="90" y="223"/>
                  </a:cubicBezTo>
                  <a:cubicBezTo>
                    <a:pt x="90" y="219"/>
                    <a:pt x="88" y="219"/>
                    <a:pt x="92" y="217"/>
                  </a:cubicBezTo>
                  <a:cubicBezTo>
                    <a:pt x="96" y="215"/>
                    <a:pt x="96" y="205"/>
                    <a:pt x="93" y="202"/>
                  </a:cubicBezTo>
                  <a:cubicBezTo>
                    <a:pt x="89" y="196"/>
                    <a:pt x="88" y="200"/>
                    <a:pt x="90" y="192"/>
                  </a:cubicBezTo>
                  <a:cubicBezTo>
                    <a:pt x="92" y="188"/>
                    <a:pt x="79" y="182"/>
                    <a:pt x="78" y="186"/>
                  </a:cubicBezTo>
                  <a:cubicBezTo>
                    <a:pt x="77" y="191"/>
                    <a:pt x="75" y="190"/>
                    <a:pt x="71" y="192"/>
                  </a:cubicBezTo>
                  <a:cubicBezTo>
                    <a:pt x="69" y="194"/>
                    <a:pt x="70" y="198"/>
                    <a:pt x="69" y="200"/>
                  </a:cubicBezTo>
                  <a:cubicBezTo>
                    <a:pt x="67" y="202"/>
                    <a:pt x="66" y="204"/>
                    <a:pt x="64" y="206"/>
                  </a:cubicBezTo>
                  <a:cubicBezTo>
                    <a:pt x="59" y="211"/>
                    <a:pt x="56" y="205"/>
                    <a:pt x="54" y="214"/>
                  </a:cubicBezTo>
                  <a:cubicBezTo>
                    <a:pt x="52" y="221"/>
                    <a:pt x="50" y="217"/>
                    <a:pt x="48" y="213"/>
                  </a:cubicBezTo>
                  <a:cubicBezTo>
                    <a:pt x="47" y="210"/>
                    <a:pt x="42" y="210"/>
                    <a:pt x="42" y="207"/>
                  </a:cubicBezTo>
                  <a:cubicBezTo>
                    <a:pt x="41" y="206"/>
                    <a:pt x="44" y="199"/>
                    <a:pt x="43" y="198"/>
                  </a:cubicBezTo>
                  <a:cubicBezTo>
                    <a:pt x="41" y="197"/>
                    <a:pt x="37" y="198"/>
                    <a:pt x="35" y="196"/>
                  </a:cubicBezTo>
                  <a:cubicBezTo>
                    <a:pt x="30" y="194"/>
                    <a:pt x="37" y="190"/>
                    <a:pt x="27" y="190"/>
                  </a:cubicBezTo>
                  <a:cubicBezTo>
                    <a:pt x="24" y="190"/>
                    <a:pt x="19" y="188"/>
                    <a:pt x="19" y="184"/>
                  </a:cubicBezTo>
                  <a:cubicBezTo>
                    <a:pt x="18" y="178"/>
                    <a:pt x="9" y="185"/>
                    <a:pt x="9" y="176"/>
                  </a:cubicBezTo>
                  <a:cubicBezTo>
                    <a:pt x="9" y="174"/>
                    <a:pt x="10" y="171"/>
                    <a:pt x="9" y="170"/>
                  </a:cubicBezTo>
                  <a:cubicBezTo>
                    <a:pt x="6" y="167"/>
                    <a:pt x="4" y="166"/>
                    <a:pt x="3" y="161"/>
                  </a:cubicBezTo>
                  <a:cubicBezTo>
                    <a:pt x="1" y="154"/>
                    <a:pt x="8" y="156"/>
                    <a:pt x="3" y="151"/>
                  </a:cubicBezTo>
                  <a:cubicBezTo>
                    <a:pt x="3" y="151"/>
                    <a:pt x="5" y="144"/>
                    <a:pt x="5" y="143"/>
                  </a:cubicBezTo>
                  <a:cubicBezTo>
                    <a:pt x="5" y="140"/>
                    <a:pt x="2" y="137"/>
                    <a:pt x="1" y="135"/>
                  </a:cubicBezTo>
                  <a:cubicBezTo>
                    <a:pt x="0" y="133"/>
                    <a:pt x="1" y="120"/>
                    <a:pt x="2" y="117"/>
                  </a:cubicBezTo>
                  <a:cubicBezTo>
                    <a:pt x="3" y="114"/>
                    <a:pt x="10" y="108"/>
                    <a:pt x="9" y="114"/>
                  </a:cubicBezTo>
                  <a:cubicBezTo>
                    <a:pt x="8" y="124"/>
                    <a:pt x="25" y="121"/>
                    <a:pt x="31" y="120"/>
                  </a:cubicBezTo>
                  <a:cubicBezTo>
                    <a:pt x="34" y="120"/>
                    <a:pt x="29" y="113"/>
                    <a:pt x="34" y="110"/>
                  </a:cubicBezTo>
                  <a:cubicBezTo>
                    <a:pt x="36" y="109"/>
                    <a:pt x="41" y="105"/>
                    <a:pt x="41" y="102"/>
                  </a:cubicBezTo>
                  <a:cubicBezTo>
                    <a:pt x="47" y="102"/>
                    <a:pt x="45" y="104"/>
                    <a:pt x="45" y="108"/>
                  </a:cubicBezTo>
                  <a:cubicBezTo>
                    <a:pt x="44" y="117"/>
                    <a:pt x="55" y="107"/>
                    <a:pt x="58" y="105"/>
                  </a:cubicBezTo>
                  <a:cubicBezTo>
                    <a:pt x="62" y="102"/>
                    <a:pt x="60" y="99"/>
                    <a:pt x="62" y="98"/>
                  </a:cubicBezTo>
                  <a:cubicBezTo>
                    <a:pt x="66" y="96"/>
                    <a:pt x="68" y="97"/>
                    <a:pt x="71" y="92"/>
                  </a:cubicBezTo>
                  <a:cubicBezTo>
                    <a:pt x="74" y="86"/>
                    <a:pt x="89" y="75"/>
                    <a:pt x="95" y="70"/>
                  </a:cubicBezTo>
                  <a:cubicBezTo>
                    <a:pt x="98" y="67"/>
                    <a:pt x="106" y="64"/>
                    <a:pt x="106" y="59"/>
                  </a:cubicBezTo>
                  <a:cubicBezTo>
                    <a:pt x="106" y="57"/>
                    <a:pt x="104" y="54"/>
                    <a:pt x="105" y="52"/>
                  </a:cubicBezTo>
                  <a:cubicBezTo>
                    <a:pt x="106" y="51"/>
                    <a:pt x="110" y="51"/>
                    <a:pt x="110" y="50"/>
                  </a:cubicBezTo>
                  <a:cubicBezTo>
                    <a:pt x="102" y="48"/>
                    <a:pt x="105" y="42"/>
                    <a:pt x="105" y="35"/>
                  </a:cubicBezTo>
                  <a:cubicBezTo>
                    <a:pt x="109" y="35"/>
                    <a:pt x="111" y="36"/>
                    <a:pt x="113" y="39"/>
                  </a:cubicBezTo>
                  <a:cubicBezTo>
                    <a:pt x="115" y="42"/>
                    <a:pt x="120" y="36"/>
                    <a:pt x="122" y="36"/>
                  </a:cubicBezTo>
                  <a:cubicBezTo>
                    <a:pt x="122" y="33"/>
                    <a:pt x="116" y="31"/>
                    <a:pt x="121" y="29"/>
                  </a:cubicBezTo>
                  <a:cubicBezTo>
                    <a:pt x="125" y="27"/>
                    <a:pt x="133" y="23"/>
                    <a:pt x="136" y="20"/>
                  </a:cubicBezTo>
                  <a:cubicBezTo>
                    <a:pt x="149" y="1"/>
                    <a:pt x="149" y="1"/>
                    <a:pt x="149"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20"/>
            <p:cNvSpPr>
              <a:spLocks/>
            </p:cNvSpPr>
            <p:nvPr/>
          </p:nvSpPr>
          <p:spPr bwMode="auto">
            <a:xfrm>
              <a:off x="3252788" y="3189288"/>
              <a:ext cx="412750" cy="365125"/>
            </a:xfrm>
            <a:custGeom>
              <a:avLst/>
              <a:gdLst/>
              <a:ahLst/>
              <a:cxnLst>
                <a:cxn ang="0">
                  <a:pos x="70" y="1"/>
                </a:cxn>
                <a:cxn ang="0">
                  <a:pos x="85" y="3"/>
                </a:cxn>
                <a:cxn ang="0">
                  <a:pos x="105" y="8"/>
                </a:cxn>
                <a:cxn ang="0">
                  <a:pos x="146" y="32"/>
                </a:cxn>
                <a:cxn ang="0">
                  <a:pos x="163" y="14"/>
                </a:cxn>
                <a:cxn ang="0">
                  <a:pos x="211" y="31"/>
                </a:cxn>
                <a:cxn ang="0">
                  <a:pos x="226" y="34"/>
                </a:cxn>
                <a:cxn ang="0">
                  <a:pos x="225" y="47"/>
                </a:cxn>
                <a:cxn ang="0">
                  <a:pos x="234" y="56"/>
                </a:cxn>
                <a:cxn ang="0">
                  <a:pos x="220" y="68"/>
                </a:cxn>
                <a:cxn ang="0">
                  <a:pos x="209" y="67"/>
                </a:cxn>
                <a:cxn ang="0">
                  <a:pos x="202" y="78"/>
                </a:cxn>
                <a:cxn ang="0">
                  <a:pos x="191" y="92"/>
                </a:cxn>
                <a:cxn ang="0">
                  <a:pos x="170" y="99"/>
                </a:cxn>
                <a:cxn ang="0">
                  <a:pos x="149" y="105"/>
                </a:cxn>
                <a:cxn ang="0">
                  <a:pos x="149" y="123"/>
                </a:cxn>
                <a:cxn ang="0">
                  <a:pos x="158" y="148"/>
                </a:cxn>
                <a:cxn ang="0">
                  <a:pos x="165" y="156"/>
                </a:cxn>
                <a:cxn ang="0">
                  <a:pos x="169" y="161"/>
                </a:cxn>
                <a:cxn ang="0">
                  <a:pos x="172" y="161"/>
                </a:cxn>
                <a:cxn ang="0">
                  <a:pos x="167" y="175"/>
                </a:cxn>
                <a:cxn ang="0">
                  <a:pos x="161" y="187"/>
                </a:cxn>
                <a:cxn ang="0">
                  <a:pos x="143" y="195"/>
                </a:cxn>
                <a:cxn ang="0">
                  <a:pos x="124" y="196"/>
                </a:cxn>
                <a:cxn ang="0">
                  <a:pos x="107" y="188"/>
                </a:cxn>
                <a:cxn ang="0">
                  <a:pos x="84" y="190"/>
                </a:cxn>
                <a:cxn ang="0">
                  <a:pos x="65" y="172"/>
                </a:cxn>
                <a:cxn ang="0">
                  <a:pos x="55" y="156"/>
                </a:cxn>
                <a:cxn ang="0">
                  <a:pos x="40" y="170"/>
                </a:cxn>
                <a:cxn ang="0">
                  <a:pos x="21" y="170"/>
                </a:cxn>
                <a:cxn ang="0">
                  <a:pos x="1" y="151"/>
                </a:cxn>
                <a:cxn ang="0">
                  <a:pos x="6" y="139"/>
                </a:cxn>
                <a:cxn ang="0">
                  <a:pos x="14" y="125"/>
                </a:cxn>
                <a:cxn ang="0">
                  <a:pos x="11" y="121"/>
                </a:cxn>
                <a:cxn ang="0">
                  <a:pos x="1" y="110"/>
                </a:cxn>
                <a:cxn ang="0">
                  <a:pos x="7" y="103"/>
                </a:cxn>
                <a:cxn ang="0">
                  <a:pos x="17" y="92"/>
                </a:cxn>
                <a:cxn ang="0">
                  <a:pos x="23" y="79"/>
                </a:cxn>
                <a:cxn ang="0">
                  <a:pos x="33" y="62"/>
                </a:cxn>
                <a:cxn ang="0">
                  <a:pos x="43" y="51"/>
                </a:cxn>
                <a:cxn ang="0">
                  <a:pos x="47" y="35"/>
                </a:cxn>
                <a:cxn ang="0">
                  <a:pos x="50" y="22"/>
                </a:cxn>
                <a:cxn ang="0">
                  <a:pos x="51" y="10"/>
                </a:cxn>
                <a:cxn ang="0">
                  <a:pos x="54" y="4"/>
                </a:cxn>
              </a:cxnLst>
              <a:rect l="0" t="0" r="r" b="b"/>
              <a:pathLst>
                <a:path w="234" h="208">
                  <a:moveTo>
                    <a:pt x="59" y="0"/>
                  </a:moveTo>
                  <a:cubicBezTo>
                    <a:pt x="63" y="0"/>
                    <a:pt x="66" y="2"/>
                    <a:pt x="70" y="1"/>
                  </a:cubicBezTo>
                  <a:cubicBezTo>
                    <a:pt x="72" y="1"/>
                    <a:pt x="74" y="1"/>
                    <a:pt x="76" y="1"/>
                  </a:cubicBezTo>
                  <a:cubicBezTo>
                    <a:pt x="77" y="3"/>
                    <a:pt x="82" y="1"/>
                    <a:pt x="85" y="3"/>
                  </a:cubicBezTo>
                  <a:cubicBezTo>
                    <a:pt x="87" y="5"/>
                    <a:pt x="87" y="8"/>
                    <a:pt x="91" y="8"/>
                  </a:cubicBezTo>
                  <a:cubicBezTo>
                    <a:pt x="95" y="8"/>
                    <a:pt x="100" y="7"/>
                    <a:pt x="105" y="8"/>
                  </a:cubicBezTo>
                  <a:cubicBezTo>
                    <a:pt x="111" y="9"/>
                    <a:pt x="112" y="13"/>
                    <a:pt x="117" y="15"/>
                  </a:cubicBezTo>
                  <a:cubicBezTo>
                    <a:pt x="124" y="16"/>
                    <a:pt x="139" y="35"/>
                    <a:pt x="146" y="32"/>
                  </a:cubicBezTo>
                  <a:cubicBezTo>
                    <a:pt x="150" y="31"/>
                    <a:pt x="156" y="32"/>
                    <a:pt x="158" y="31"/>
                  </a:cubicBezTo>
                  <a:cubicBezTo>
                    <a:pt x="159" y="31"/>
                    <a:pt x="159" y="15"/>
                    <a:pt x="163" y="14"/>
                  </a:cubicBezTo>
                  <a:cubicBezTo>
                    <a:pt x="174" y="13"/>
                    <a:pt x="189" y="19"/>
                    <a:pt x="194" y="29"/>
                  </a:cubicBezTo>
                  <a:cubicBezTo>
                    <a:pt x="198" y="35"/>
                    <a:pt x="206" y="32"/>
                    <a:pt x="211" y="31"/>
                  </a:cubicBezTo>
                  <a:cubicBezTo>
                    <a:pt x="216" y="31"/>
                    <a:pt x="221" y="34"/>
                    <a:pt x="226" y="34"/>
                  </a:cubicBezTo>
                  <a:cubicBezTo>
                    <a:pt x="226" y="34"/>
                    <a:pt x="226" y="34"/>
                    <a:pt x="226" y="34"/>
                  </a:cubicBezTo>
                  <a:cubicBezTo>
                    <a:pt x="226" y="37"/>
                    <a:pt x="225" y="38"/>
                    <a:pt x="225" y="41"/>
                  </a:cubicBezTo>
                  <a:cubicBezTo>
                    <a:pt x="225" y="47"/>
                    <a:pt x="225" y="47"/>
                    <a:pt x="225" y="47"/>
                  </a:cubicBezTo>
                  <a:cubicBezTo>
                    <a:pt x="225" y="49"/>
                    <a:pt x="222" y="53"/>
                    <a:pt x="224" y="55"/>
                  </a:cubicBezTo>
                  <a:cubicBezTo>
                    <a:pt x="226" y="56"/>
                    <a:pt x="232" y="56"/>
                    <a:pt x="234" y="56"/>
                  </a:cubicBezTo>
                  <a:cubicBezTo>
                    <a:pt x="234" y="60"/>
                    <a:pt x="227" y="62"/>
                    <a:pt x="226" y="65"/>
                  </a:cubicBezTo>
                  <a:cubicBezTo>
                    <a:pt x="224" y="68"/>
                    <a:pt x="225" y="69"/>
                    <a:pt x="220" y="68"/>
                  </a:cubicBezTo>
                  <a:cubicBezTo>
                    <a:pt x="217" y="68"/>
                    <a:pt x="214" y="65"/>
                    <a:pt x="212" y="65"/>
                  </a:cubicBezTo>
                  <a:cubicBezTo>
                    <a:pt x="211" y="65"/>
                    <a:pt x="210" y="67"/>
                    <a:pt x="209" y="67"/>
                  </a:cubicBezTo>
                  <a:cubicBezTo>
                    <a:pt x="207" y="67"/>
                    <a:pt x="203" y="66"/>
                    <a:pt x="203" y="69"/>
                  </a:cubicBezTo>
                  <a:cubicBezTo>
                    <a:pt x="203" y="72"/>
                    <a:pt x="203" y="75"/>
                    <a:pt x="202" y="78"/>
                  </a:cubicBezTo>
                  <a:cubicBezTo>
                    <a:pt x="201" y="79"/>
                    <a:pt x="203" y="84"/>
                    <a:pt x="200" y="84"/>
                  </a:cubicBezTo>
                  <a:cubicBezTo>
                    <a:pt x="195" y="84"/>
                    <a:pt x="201" y="95"/>
                    <a:pt x="191" y="92"/>
                  </a:cubicBezTo>
                  <a:cubicBezTo>
                    <a:pt x="186" y="90"/>
                    <a:pt x="183" y="87"/>
                    <a:pt x="179" y="93"/>
                  </a:cubicBezTo>
                  <a:cubicBezTo>
                    <a:pt x="177" y="96"/>
                    <a:pt x="175" y="101"/>
                    <a:pt x="170" y="99"/>
                  </a:cubicBezTo>
                  <a:cubicBezTo>
                    <a:pt x="168" y="99"/>
                    <a:pt x="163" y="93"/>
                    <a:pt x="162" y="97"/>
                  </a:cubicBezTo>
                  <a:cubicBezTo>
                    <a:pt x="161" y="101"/>
                    <a:pt x="146" y="102"/>
                    <a:pt x="149" y="105"/>
                  </a:cubicBezTo>
                  <a:cubicBezTo>
                    <a:pt x="155" y="110"/>
                    <a:pt x="150" y="112"/>
                    <a:pt x="147" y="115"/>
                  </a:cubicBezTo>
                  <a:cubicBezTo>
                    <a:pt x="144" y="117"/>
                    <a:pt x="149" y="120"/>
                    <a:pt x="149" y="123"/>
                  </a:cubicBezTo>
                  <a:cubicBezTo>
                    <a:pt x="150" y="127"/>
                    <a:pt x="159" y="124"/>
                    <a:pt x="155" y="131"/>
                  </a:cubicBezTo>
                  <a:cubicBezTo>
                    <a:pt x="151" y="138"/>
                    <a:pt x="154" y="141"/>
                    <a:pt x="158" y="148"/>
                  </a:cubicBezTo>
                  <a:cubicBezTo>
                    <a:pt x="159" y="150"/>
                    <a:pt x="159" y="152"/>
                    <a:pt x="162" y="153"/>
                  </a:cubicBezTo>
                  <a:cubicBezTo>
                    <a:pt x="163" y="153"/>
                    <a:pt x="165" y="155"/>
                    <a:pt x="165" y="156"/>
                  </a:cubicBezTo>
                  <a:cubicBezTo>
                    <a:pt x="165" y="158"/>
                    <a:pt x="165" y="159"/>
                    <a:pt x="167" y="160"/>
                  </a:cubicBezTo>
                  <a:cubicBezTo>
                    <a:pt x="167" y="160"/>
                    <a:pt x="168" y="161"/>
                    <a:pt x="169" y="161"/>
                  </a:cubicBezTo>
                  <a:cubicBezTo>
                    <a:pt x="170" y="161"/>
                    <a:pt x="171" y="161"/>
                    <a:pt x="172" y="161"/>
                  </a:cubicBezTo>
                  <a:cubicBezTo>
                    <a:pt x="172" y="161"/>
                    <a:pt x="172" y="161"/>
                    <a:pt x="172" y="161"/>
                  </a:cubicBezTo>
                  <a:cubicBezTo>
                    <a:pt x="172" y="166"/>
                    <a:pt x="168" y="166"/>
                    <a:pt x="169" y="170"/>
                  </a:cubicBezTo>
                  <a:cubicBezTo>
                    <a:pt x="169" y="173"/>
                    <a:pt x="170" y="173"/>
                    <a:pt x="167" y="175"/>
                  </a:cubicBezTo>
                  <a:cubicBezTo>
                    <a:pt x="164" y="177"/>
                    <a:pt x="169" y="183"/>
                    <a:pt x="169" y="187"/>
                  </a:cubicBezTo>
                  <a:cubicBezTo>
                    <a:pt x="169" y="189"/>
                    <a:pt x="163" y="187"/>
                    <a:pt x="161" y="187"/>
                  </a:cubicBezTo>
                  <a:cubicBezTo>
                    <a:pt x="156" y="187"/>
                    <a:pt x="157" y="199"/>
                    <a:pt x="152" y="197"/>
                  </a:cubicBezTo>
                  <a:cubicBezTo>
                    <a:pt x="148" y="196"/>
                    <a:pt x="147" y="195"/>
                    <a:pt x="143" y="195"/>
                  </a:cubicBezTo>
                  <a:cubicBezTo>
                    <a:pt x="140" y="195"/>
                    <a:pt x="136" y="196"/>
                    <a:pt x="134" y="198"/>
                  </a:cubicBezTo>
                  <a:cubicBezTo>
                    <a:pt x="128" y="208"/>
                    <a:pt x="130" y="189"/>
                    <a:pt x="124" y="196"/>
                  </a:cubicBezTo>
                  <a:cubicBezTo>
                    <a:pt x="119" y="203"/>
                    <a:pt x="116" y="192"/>
                    <a:pt x="116" y="192"/>
                  </a:cubicBezTo>
                  <a:cubicBezTo>
                    <a:pt x="110" y="191"/>
                    <a:pt x="108" y="196"/>
                    <a:pt x="107" y="188"/>
                  </a:cubicBezTo>
                  <a:cubicBezTo>
                    <a:pt x="105" y="178"/>
                    <a:pt x="98" y="185"/>
                    <a:pt x="92" y="182"/>
                  </a:cubicBezTo>
                  <a:cubicBezTo>
                    <a:pt x="90" y="181"/>
                    <a:pt x="90" y="196"/>
                    <a:pt x="84" y="190"/>
                  </a:cubicBezTo>
                  <a:cubicBezTo>
                    <a:pt x="79" y="183"/>
                    <a:pt x="67" y="193"/>
                    <a:pt x="68" y="180"/>
                  </a:cubicBezTo>
                  <a:cubicBezTo>
                    <a:pt x="69" y="176"/>
                    <a:pt x="65" y="176"/>
                    <a:pt x="65" y="172"/>
                  </a:cubicBezTo>
                  <a:cubicBezTo>
                    <a:pt x="65" y="168"/>
                    <a:pt x="69" y="164"/>
                    <a:pt x="64" y="160"/>
                  </a:cubicBezTo>
                  <a:cubicBezTo>
                    <a:pt x="61" y="160"/>
                    <a:pt x="58" y="157"/>
                    <a:pt x="55" y="156"/>
                  </a:cubicBezTo>
                  <a:cubicBezTo>
                    <a:pt x="46" y="155"/>
                    <a:pt x="52" y="166"/>
                    <a:pt x="44" y="168"/>
                  </a:cubicBezTo>
                  <a:cubicBezTo>
                    <a:pt x="42" y="168"/>
                    <a:pt x="41" y="169"/>
                    <a:pt x="40" y="170"/>
                  </a:cubicBezTo>
                  <a:cubicBezTo>
                    <a:pt x="37" y="171"/>
                    <a:pt x="36" y="170"/>
                    <a:pt x="34" y="169"/>
                  </a:cubicBezTo>
                  <a:cubicBezTo>
                    <a:pt x="29" y="169"/>
                    <a:pt x="25" y="171"/>
                    <a:pt x="21" y="170"/>
                  </a:cubicBezTo>
                  <a:cubicBezTo>
                    <a:pt x="15" y="168"/>
                    <a:pt x="18" y="161"/>
                    <a:pt x="13" y="158"/>
                  </a:cubicBezTo>
                  <a:cubicBezTo>
                    <a:pt x="9" y="155"/>
                    <a:pt x="5" y="154"/>
                    <a:pt x="1" y="151"/>
                  </a:cubicBezTo>
                  <a:cubicBezTo>
                    <a:pt x="1" y="151"/>
                    <a:pt x="1" y="151"/>
                    <a:pt x="1" y="151"/>
                  </a:cubicBezTo>
                  <a:cubicBezTo>
                    <a:pt x="4" y="148"/>
                    <a:pt x="6" y="144"/>
                    <a:pt x="6" y="139"/>
                  </a:cubicBezTo>
                  <a:cubicBezTo>
                    <a:pt x="5" y="133"/>
                    <a:pt x="17" y="139"/>
                    <a:pt x="13" y="131"/>
                  </a:cubicBezTo>
                  <a:cubicBezTo>
                    <a:pt x="12" y="129"/>
                    <a:pt x="15" y="128"/>
                    <a:pt x="14" y="125"/>
                  </a:cubicBezTo>
                  <a:cubicBezTo>
                    <a:pt x="14" y="124"/>
                    <a:pt x="13" y="122"/>
                    <a:pt x="12" y="121"/>
                  </a:cubicBezTo>
                  <a:cubicBezTo>
                    <a:pt x="12" y="121"/>
                    <a:pt x="12" y="121"/>
                    <a:pt x="11" y="121"/>
                  </a:cubicBezTo>
                  <a:cubicBezTo>
                    <a:pt x="11" y="119"/>
                    <a:pt x="8" y="118"/>
                    <a:pt x="7" y="117"/>
                  </a:cubicBezTo>
                  <a:cubicBezTo>
                    <a:pt x="5" y="115"/>
                    <a:pt x="2" y="113"/>
                    <a:pt x="1" y="110"/>
                  </a:cubicBezTo>
                  <a:cubicBezTo>
                    <a:pt x="1" y="109"/>
                    <a:pt x="0" y="105"/>
                    <a:pt x="2" y="104"/>
                  </a:cubicBezTo>
                  <a:cubicBezTo>
                    <a:pt x="4" y="104"/>
                    <a:pt x="6" y="105"/>
                    <a:pt x="7" y="103"/>
                  </a:cubicBezTo>
                  <a:cubicBezTo>
                    <a:pt x="9" y="101"/>
                    <a:pt x="6" y="98"/>
                    <a:pt x="12" y="97"/>
                  </a:cubicBezTo>
                  <a:cubicBezTo>
                    <a:pt x="16" y="97"/>
                    <a:pt x="16" y="95"/>
                    <a:pt x="17" y="92"/>
                  </a:cubicBezTo>
                  <a:cubicBezTo>
                    <a:pt x="17" y="89"/>
                    <a:pt x="20" y="88"/>
                    <a:pt x="21" y="86"/>
                  </a:cubicBezTo>
                  <a:cubicBezTo>
                    <a:pt x="22" y="84"/>
                    <a:pt x="20" y="80"/>
                    <a:pt x="23" y="79"/>
                  </a:cubicBezTo>
                  <a:cubicBezTo>
                    <a:pt x="31" y="77"/>
                    <a:pt x="23" y="75"/>
                    <a:pt x="29" y="71"/>
                  </a:cubicBezTo>
                  <a:cubicBezTo>
                    <a:pt x="33" y="69"/>
                    <a:pt x="31" y="66"/>
                    <a:pt x="33" y="62"/>
                  </a:cubicBezTo>
                  <a:cubicBezTo>
                    <a:pt x="34" y="57"/>
                    <a:pt x="34" y="59"/>
                    <a:pt x="38" y="58"/>
                  </a:cubicBezTo>
                  <a:cubicBezTo>
                    <a:pt x="44" y="58"/>
                    <a:pt x="48" y="56"/>
                    <a:pt x="43" y="51"/>
                  </a:cubicBezTo>
                  <a:cubicBezTo>
                    <a:pt x="39" y="46"/>
                    <a:pt x="48" y="45"/>
                    <a:pt x="51" y="42"/>
                  </a:cubicBezTo>
                  <a:cubicBezTo>
                    <a:pt x="51" y="39"/>
                    <a:pt x="49" y="37"/>
                    <a:pt x="47" y="35"/>
                  </a:cubicBezTo>
                  <a:cubicBezTo>
                    <a:pt x="46" y="33"/>
                    <a:pt x="44" y="32"/>
                    <a:pt x="46" y="30"/>
                  </a:cubicBezTo>
                  <a:cubicBezTo>
                    <a:pt x="48" y="28"/>
                    <a:pt x="51" y="26"/>
                    <a:pt x="50" y="22"/>
                  </a:cubicBezTo>
                  <a:cubicBezTo>
                    <a:pt x="50" y="20"/>
                    <a:pt x="49" y="19"/>
                    <a:pt x="49" y="17"/>
                  </a:cubicBezTo>
                  <a:cubicBezTo>
                    <a:pt x="48" y="15"/>
                    <a:pt x="50" y="11"/>
                    <a:pt x="51" y="10"/>
                  </a:cubicBezTo>
                  <a:cubicBezTo>
                    <a:pt x="54" y="4"/>
                    <a:pt x="54" y="4"/>
                    <a:pt x="54" y="4"/>
                  </a:cubicBezTo>
                  <a:cubicBezTo>
                    <a:pt x="54" y="4"/>
                    <a:pt x="54" y="4"/>
                    <a:pt x="54" y="4"/>
                  </a:cubicBezTo>
                  <a:cubicBezTo>
                    <a:pt x="59" y="0"/>
                    <a:pt x="59" y="0"/>
                    <a:pt x="59"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21"/>
            <p:cNvSpPr>
              <a:spLocks/>
            </p:cNvSpPr>
            <p:nvPr/>
          </p:nvSpPr>
          <p:spPr bwMode="auto">
            <a:xfrm>
              <a:off x="3506788" y="3222625"/>
              <a:ext cx="266700" cy="300038"/>
            </a:xfrm>
            <a:custGeom>
              <a:avLst/>
              <a:gdLst/>
              <a:ahLst/>
              <a:cxnLst>
                <a:cxn ang="0">
                  <a:pos x="86" y="7"/>
                </a:cxn>
                <a:cxn ang="0">
                  <a:pos x="103" y="23"/>
                </a:cxn>
                <a:cxn ang="0">
                  <a:pos x="124" y="11"/>
                </a:cxn>
                <a:cxn ang="0">
                  <a:pos x="141" y="0"/>
                </a:cxn>
                <a:cxn ang="0">
                  <a:pos x="143" y="18"/>
                </a:cxn>
                <a:cxn ang="0">
                  <a:pos x="151" y="38"/>
                </a:cxn>
                <a:cxn ang="0">
                  <a:pos x="150" y="43"/>
                </a:cxn>
                <a:cxn ang="0">
                  <a:pos x="142" y="53"/>
                </a:cxn>
                <a:cxn ang="0">
                  <a:pos x="122" y="58"/>
                </a:cxn>
                <a:cxn ang="0">
                  <a:pos x="112" y="83"/>
                </a:cxn>
                <a:cxn ang="0">
                  <a:pos x="104" y="99"/>
                </a:cxn>
                <a:cxn ang="0">
                  <a:pos x="102" y="106"/>
                </a:cxn>
                <a:cxn ang="0">
                  <a:pos x="83" y="115"/>
                </a:cxn>
                <a:cxn ang="0">
                  <a:pos x="73" y="139"/>
                </a:cxn>
                <a:cxn ang="0">
                  <a:pos x="68" y="144"/>
                </a:cxn>
                <a:cxn ang="0">
                  <a:pos x="67" y="157"/>
                </a:cxn>
                <a:cxn ang="0">
                  <a:pos x="55" y="167"/>
                </a:cxn>
                <a:cxn ang="0">
                  <a:pos x="49" y="171"/>
                </a:cxn>
                <a:cxn ang="0">
                  <a:pos x="40" y="160"/>
                </a:cxn>
                <a:cxn ang="0">
                  <a:pos x="28" y="142"/>
                </a:cxn>
                <a:cxn ang="0">
                  <a:pos x="25" y="142"/>
                </a:cxn>
                <a:cxn ang="0">
                  <a:pos x="21" y="137"/>
                </a:cxn>
                <a:cxn ang="0">
                  <a:pos x="14" y="129"/>
                </a:cxn>
                <a:cxn ang="0">
                  <a:pos x="5" y="104"/>
                </a:cxn>
                <a:cxn ang="0">
                  <a:pos x="5" y="86"/>
                </a:cxn>
                <a:cxn ang="0">
                  <a:pos x="26" y="80"/>
                </a:cxn>
                <a:cxn ang="0">
                  <a:pos x="47" y="73"/>
                </a:cxn>
                <a:cxn ang="0">
                  <a:pos x="58" y="59"/>
                </a:cxn>
                <a:cxn ang="0">
                  <a:pos x="65" y="48"/>
                </a:cxn>
                <a:cxn ang="0">
                  <a:pos x="76" y="49"/>
                </a:cxn>
                <a:cxn ang="0">
                  <a:pos x="90" y="37"/>
                </a:cxn>
                <a:cxn ang="0">
                  <a:pos x="81" y="28"/>
                </a:cxn>
                <a:cxn ang="0">
                  <a:pos x="82" y="15"/>
                </a:cxn>
              </a:cxnLst>
              <a:rect l="0" t="0" r="r" b="b"/>
              <a:pathLst>
                <a:path w="152" h="171">
                  <a:moveTo>
                    <a:pt x="82" y="15"/>
                  </a:moveTo>
                  <a:cubicBezTo>
                    <a:pt x="82" y="13"/>
                    <a:pt x="84" y="7"/>
                    <a:pt x="86" y="7"/>
                  </a:cubicBezTo>
                  <a:cubicBezTo>
                    <a:pt x="88" y="8"/>
                    <a:pt x="92" y="9"/>
                    <a:pt x="94" y="10"/>
                  </a:cubicBezTo>
                  <a:cubicBezTo>
                    <a:pt x="98" y="13"/>
                    <a:pt x="97" y="21"/>
                    <a:pt x="103" y="23"/>
                  </a:cubicBezTo>
                  <a:cubicBezTo>
                    <a:pt x="106" y="24"/>
                    <a:pt x="110" y="22"/>
                    <a:pt x="114" y="23"/>
                  </a:cubicBezTo>
                  <a:cubicBezTo>
                    <a:pt x="123" y="25"/>
                    <a:pt x="115" y="9"/>
                    <a:pt x="124" y="11"/>
                  </a:cubicBezTo>
                  <a:cubicBezTo>
                    <a:pt x="131" y="13"/>
                    <a:pt x="128" y="5"/>
                    <a:pt x="133" y="4"/>
                  </a:cubicBezTo>
                  <a:cubicBezTo>
                    <a:pt x="134" y="0"/>
                    <a:pt x="138" y="0"/>
                    <a:pt x="141" y="0"/>
                  </a:cubicBezTo>
                  <a:cubicBezTo>
                    <a:pt x="142" y="3"/>
                    <a:pt x="146" y="6"/>
                    <a:pt x="146" y="10"/>
                  </a:cubicBezTo>
                  <a:cubicBezTo>
                    <a:pt x="146" y="13"/>
                    <a:pt x="143" y="15"/>
                    <a:pt x="143" y="18"/>
                  </a:cubicBezTo>
                  <a:cubicBezTo>
                    <a:pt x="143" y="23"/>
                    <a:pt x="147" y="25"/>
                    <a:pt x="144" y="30"/>
                  </a:cubicBezTo>
                  <a:cubicBezTo>
                    <a:pt x="140" y="39"/>
                    <a:pt x="148" y="36"/>
                    <a:pt x="151" y="38"/>
                  </a:cubicBezTo>
                  <a:cubicBezTo>
                    <a:pt x="151" y="38"/>
                    <a:pt x="151" y="38"/>
                    <a:pt x="151" y="38"/>
                  </a:cubicBezTo>
                  <a:cubicBezTo>
                    <a:pt x="150" y="43"/>
                    <a:pt x="150" y="43"/>
                    <a:pt x="150" y="43"/>
                  </a:cubicBezTo>
                  <a:cubicBezTo>
                    <a:pt x="150" y="46"/>
                    <a:pt x="152" y="48"/>
                    <a:pt x="151" y="50"/>
                  </a:cubicBezTo>
                  <a:cubicBezTo>
                    <a:pt x="149" y="53"/>
                    <a:pt x="144" y="52"/>
                    <a:pt x="142" y="53"/>
                  </a:cubicBezTo>
                  <a:cubicBezTo>
                    <a:pt x="137" y="53"/>
                    <a:pt x="132" y="62"/>
                    <a:pt x="127" y="55"/>
                  </a:cubicBezTo>
                  <a:cubicBezTo>
                    <a:pt x="125" y="51"/>
                    <a:pt x="124" y="56"/>
                    <a:pt x="122" y="58"/>
                  </a:cubicBezTo>
                  <a:cubicBezTo>
                    <a:pt x="121" y="60"/>
                    <a:pt x="119" y="65"/>
                    <a:pt x="120" y="67"/>
                  </a:cubicBezTo>
                  <a:cubicBezTo>
                    <a:pt x="122" y="73"/>
                    <a:pt x="116" y="79"/>
                    <a:pt x="112" y="83"/>
                  </a:cubicBezTo>
                  <a:cubicBezTo>
                    <a:pt x="107" y="86"/>
                    <a:pt x="110" y="86"/>
                    <a:pt x="109" y="90"/>
                  </a:cubicBezTo>
                  <a:cubicBezTo>
                    <a:pt x="107" y="96"/>
                    <a:pt x="104" y="92"/>
                    <a:pt x="104" y="99"/>
                  </a:cubicBezTo>
                  <a:cubicBezTo>
                    <a:pt x="105" y="101"/>
                    <a:pt x="104" y="103"/>
                    <a:pt x="106" y="105"/>
                  </a:cubicBezTo>
                  <a:cubicBezTo>
                    <a:pt x="108" y="107"/>
                    <a:pt x="104" y="106"/>
                    <a:pt x="102" y="106"/>
                  </a:cubicBezTo>
                  <a:cubicBezTo>
                    <a:pt x="98" y="106"/>
                    <a:pt x="97" y="111"/>
                    <a:pt x="92" y="111"/>
                  </a:cubicBezTo>
                  <a:cubicBezTo>
                    <a:pt x="88" y="111"/>
                    <a:pt x="86" y="113"/>
                    <a:pt x="83" y="115"/>
                  </a:cubicBezTo>
                  <a:cubicBezTo>
                    <a:pt x="79" y="117"/>
                    <a:pt x="75" y="120"/>
                    <a:pt x="74" y="124"/>
                  </a:cubicBezTo>
                  <a:cubicBezTo>
                    <a:pt x="71" y="131"/>
                    <a:pt x="72" y="132"/>
                    <a:pt x="73" y="139"/>
                  </a:cubicBezTo>
                  <a:cubicBezTo>
                    <a:pt x="73" y="139"/>
                    <a:pt x="73" y="139"/>
                    <a:pt x="73" y="139"/>
                  </a:cubicBezTo>
                  <a:cubicBezTo>
                    <a:pt x="70" y="139"/>
                    <a:pt x="69" y="142"/>
                    <a:pt x="68" y="144"/>
                  </a:cubicBezTo>
                  <a:cubicBezTo>
                    <a:pt x="67" y="147"/>
                    <a:pt x="66" y="146"/>
                    <a:pt x="63" y="147"/>
                  </a:cubicBezTo>
                  <a:cubicBezTo>
                    <a:pt x="59" y="149"/>
                    <a:pt x="68" y="156"/>
                    <a:pt x="67" y="157"/>
                  </a:cubicBezTo>
                  <a:cubicBezTo>
                    <a:pt x="66" y="159"/>
                    <a:pt x="66" y="163"/>
                    <a:pt x="64" y="165"/>
                  </a:cubicBezTo>
                  <a:cubicBezTo>
                    <a:pt x="62" y="167"/>
                    <a:pt x="56" y="164"/>
                    <a:pt x="55" y="167"/>
                  </a:cubicBezTo>
                  <a:cubicBezTo>
                    <a:pt x="53" y="170"/>
                    <a:pt x="53" y="170"/>
                    <a:pt x="49" y="171"/>
                  </a:cubicBezTo>
                  <a:cubicBezTo>
                    <a:pt x="49" y="171"/>
                    <a:pt x="49" y="171"/>
                    <a:pt x="49" y="171"/>
                  </a:cubicBezTo>
                  <a:cubicBezTo>
                    <a:pt x="47" y="170"/>
                    <a:pt x="45" y="167"/>
                    <a:pt x="44" y="166"/>
                  </a:cubicBezTo>
                  <a:cubicBezTo>
                    <a:pt x="43" y="164"/>
                    <a:pt x="41" y="162"/>
                    <a:pt x="40" y="160"/>
                  </a:cubicBezTo>
                  <a:cubicBezTo>
                    <a:pt x="38" y="154"/>
                    <a:pt x="46" y="149"/>
                    <a:pt x="39" y="147"/>
                  </a:cubicBezTo>
                  <a:cubicBezTo>
                    <a:pt x="35" y="146"/>
                    <a:pt x="32" y="143"/>
                    <a:pt x="28" y="142"/>
                  </a:cubicBezTo>
                  <a:cubicBezTo>
                    <a:pt x="28" y="142"/>
                    <a:pt x="28" y="142"/>
                    <a:pt x="28" y="142"/>
                  </a:cubicBezTo>
                  <a:cubicBezTo>
                    <a:pt x="27" y="142"/>
                    <a:pt x="26" y="142"/>
                    <a:pt x="25" y="142"/>
                  </a:cubicBezTo>
                  <a:cubicBezTo>
                    <a:pt x="24" y="142"/>
                    <a:pt x="23" y="141"/>
                    <a:pt x="23" y="141"/>
                  </a:cubicBezTo>
                  <a:cubicBezTo>
                    <a:pt x="21" y="140"/>
                    <a:pt x="21" y="139"/>
                    <a:pt x="21" y="137"/>
                  </a:cubicBezTo>
                  <a:cubicBezTo>
                    <a:pt x="21" y="136"/>
                    <a:pt x="19" y="134"/>
                    <a:pt x="18" y="134"/>
                  </a:cubicBezTo>
                  <a:cubicBezTo>
                    <a:pt x="15" y="133"/>
                    <a:pt x="15" y="131"/>
                    <a:pt x="14" y="129"/>
                  </a:cubicBezTo>
                  <a:cubicBezTo>
                    <a:pt x="10" y="122"/>
                    <a:pt x="7" y="119"/>
                    <a:pt x="11" y="112"/>
                  </a:cubicBezTo>
                  <a:cubicBezTo>
                    <a:pt x="15" y="105"/>
                    <a:pt x="6" y="108"/>
                    <a:pt x="5" y="104"/>
                  </a:cubicBezTo>
                  <a:cubicBezTo>
                    <a:pt x="5" y="101"/>
                    <a:pt x="0" y="98"/>
                    <a:pt x="3" y="96"/>
                  </a:cubicBezTo>
                  <a:cubicBezTo>
                    <a:pt x="6" y="93"/>
                    <a:pt x="11" y="91"/>
                    <a:pt x="5" y="86"/>
                  </a:cubicBezTo>
                  <a:cubicBezTo>
                    <a:pt x="2" y="83"/>
                    <a:pt x="17" y="82"/>
                    <a:pt x="18" y="78"/>
                  </a:cubicBezTo>
                  <a:cubicBezTo>
                    <a:pt x="19" y="74"/>
                    <a:pt x="24" y="80"/>
                    <a:pt x="26" y="80"/>
                  </a:cubicBezTo>
                  <a:cubicBezTo>
                    <a:pt x="31" y="82"/>
                    <a:pt x="33" y="77"/>
                    <a:pt x="35" y="74"/>
                  </a:cubicBezTo>
                  <a:cubicBezTo>
                    <a:pt x="39" y="68"/>
                    <a:pt x="42" y="71"/>
                    <a:pt x="47" y="73"/>
                  </a:cubicBezTo>
                  <a:cubicBezTo>
                    <a:pt x="57" y="76"/>
                    <a:pt x="51" y="65"/>
                    <a:pt x="56" y="65"/>
                  </a:cubicBezTo>
                  <a:cubicBezTo>
                    <a:pt x="59" y="65"/>
                    <a:pt x="57" y="60"/>
                    <a:pt x="58" y="59"/>
                  </a:cubicBezTo>
                  <a:cubicBezTo>
                    <a:pt x="59" y="56"/>
                    <a:pt x="59" y="53"/>
                    <a:pt x="59" y="50"/>
                  </a:cubicBezTo>
                  <a:cubicBezTo>
                    <a:pt x="59" y="47"/>
                    <a:pt x="63" y="48"/>
                    <a:pt x="65" y="48"/>
                  </a:cubicBezTo>
                  <a:cubicBezTo>
                    <a:pt x="66" y="48"/>
                    <a:pt x="67" y="46"/>
                    <a:pt x="68" y="46"/>
                  </a:cubicBezTo>
                  <a:cubicBezTo>
                    <a:pt x="70" y="46"/>
                    <a:pt x="73" y="49"/>
                    <a:pt x="76" y="49"/>
                  </a:cubicBezTo>
                  <a:cubicBezTo>
                    <a:pt x="81" y="50"/>
                    <a:pt x="80" y="49"/>
                    <a:pt x="82" y="46"/>
                  </a:cubicBezTo>
                  <a:cubicBezTo>
                    <a:pt x="83" y="43"/>
                    <a:pt x="90" y="41"/>
                    <a:pt x="90" y="37"/>
                  </a:cubicBezTo>
                  <a:cubicBezTo>
                    <a:pt x="88" y="37"/>
                    <a:pt x="82" y="37"/>
                    <a:pt x="80" y="36"/>
                  </a:cubicBezTo>
                  <a:cubicBezTo>
                    <a:pt x="78" y="34"/>
                    <a:pt x="81" y="30"/>
                    <a:pt x="81" y="28"/>
                  </a:cubicBezTo>
                  <a:cubicBezTo>
                    <a:pt x="81" y="22"/>
                    <a:pt x="81" y="22"/>
                    <a:pt x="81" y="22"/>
                  </a:cubicBezTo>
                  <a:cubicBezTo>
                    <a:pt x="81" y="19"/>
                    <a:pt x="82" y="18"/>
                    <a:pt x="82"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22"/>
            <p:cNvSpPr>
              <a:spLocks/>
            </p:cNvSpPr>
            <p:nvPr/>
          </p:nvSpPr>
          <p:spPr bwMode="auto">
            <a:xfrm>
              <a:off x="3632200" y="3273425"/>
              <a:ext cx="330200" cy="330200"/>
            </a:xfrm>
            <a:custGeom>
              <a:avLst/>
              <a:gdLst/>
              <a:ahLst/>
              <a:cxnLst>
                <a:cxn ang="0">
                  <a:pos x="90" y="7"/>
                </a:cxn>
                <a:cxn ang="0">
                  <a:pos x="102" y="22"/>
                </a:cxn>
                <a:cxn ang="0">
                  <a:pos x="125" y="13"/>
                </a:cxn>
                <a:cxn ang="0">
                  <a:pos x="136" y="3"/>
                </a:cxn>
                <a:cxn ang="0">
                  <a:pos x="131" y="11"/>
                </a:cxn>
                <a:cxn ang="0">
                  <a:pos x="143" y="25"/>
                </a:cxn>
                <a:cxn ang="0">
                  <a:pos x="155" y="24"/>
                </a:cxn>
                <a:cxn ang="0">
                  <a:pos x="168" y="33"/>
                </a:cxn>
                <a:cxn ang="0">
                  <a:pos x="154" y="60"/>
                </a:cxn>
                <a:cxn ang="0">
                  <a:pos x="145" y="51"/>
                </a:cxn>
                <a:cxn ang="0">
                  <a:pos x="138" y="62"/>
                </a:cxn>
                <a:cxn ang="0">
                  <a:pos x="142" y="66"/>
                </a:cxn>
                <a:cxn ang="0">
                  <a:pos x="134" y="83"/>
                </a:cxn>
                <a:cxn ang="0">
                  <a:pos x="131" y="101"/>
                </a:cxn>
                <a:cxn ang="0">
                  <a:pos x="154" y="97"/>
                </a:cxn>
                <a:cxn ang="0">
                  <a:pos x="179" y="74"/>
                </a:cxn>
                <a:cxn ang="0">
                  <a:pos x="187" y="90"/>
                </a:cxn>
                <a:cxn ang="0">
                  <a:pos x="175" y="102"/>
                </a:cxn>
                <a:cxn ang="0">
                  <a:pos x="156" y="120"/>
                </a:cxn>
                <a:cxn ang="0">
                  <a:pos x="168" y="122"/>
                </a:cxn>
                <a:cxn ang="0">
                  <a:pos x="170" y="134"/>
                </a:cxn>
                <a:cxn ang="0">
                  <a:pos x="163" y="148"/>
                </a:cxn>
                <a:cxn ang="0">
                  <a:pos x="165" y="170"/>
                </a:cxn>
                <a:cxn ang="0">
                  <a:pos x="159" y="172"/>
                </a:cxn>
                <a:cxn ang="0">
                  <a:pos x="151" y="180"/>
                </a:cxn>
                <a:cxn ang="0">
                  <a:pos x="124" y="183"/>
                </a:cxn>
                <a:cxn ang="0">
                  <a:pos x="118" y="185"/>
                </a:cxn>
                <a:cxn ang="0">
                  <a:pos x="123" y="168"/>
                </a:cxn>
                <a:cxn ang="0">
                  <a:pos x="89" y="150"/>
                </a:cxn>
                <a:cxn ang="0">
                  <a:pos x="78" y="144"/>
                </a:cxn>
                <a:cxn ang="0">
                  <a:pos x="54" y="167"/>
                </a:cxn>
                <a:cxn ang="0">
                  <a:pos x="41" y="153"/>
                </a:cxn>
                <a:cxn ang="0">
                  <a:pos x="38" y="134"/>
                </a:cxn>
                <a:cxn ang="0">
                  <a:pos x="2" y="110"/>
                </a:cxn>
                <a:cxn ang="0">
                  <a:pos x="3" y="95"/>
                </a:cxn>
                <a:cxn ang="0">
                  <a:pos x="21" y="82"/>
                </a:cxn>
                <a:cxn ang="0">
                  <a:pos x="35" y="76"/>
                </a:cxn>
                <a:cxn ang="0">
                  <a:pos x="38" y="61"/>
                </a:cxn>
                <a:cxn ang="0">
                  <a:pos x="49" y="38"/>
                </a:cxn>
                <a:cxn ang="0">
                  <a:pos x="56" y="26"/>
                </a:cxn>
                <a:cxn ang="0">
                  <a:pos x="80" y="21"/>
                </a:cxn>
                <a:cxn ang="0">
                  <a:pos x="80" y="9"/>
                </a:cxn>
              </a:cxnLst>
              <a:rect l="0" t="0" r="r" b="b"/>
              <a:pathLst>
                <a:path w="188" h="188">
                  <a:moveTo>
                    <a:pt x="80" y="9"/>
                  </a:moveTo>
                  <a:cubicBezTo>
                    <a:pt x="83" y="9"/>
                    <a:pt x="87" y="7"/>
                    <a:pt x="90" y="7"/>
                  </a:cubicBezTo>
                  <a:cubicBezTo>
                    <a:pt x="90" y="12"/>
                    <a:pt x="94" y="14"/>
                    <a:pt x="98" y="17"/>
                  </a:cubicBezTo>
                  <a:cubicBezTo>
                    <a:pt x="100" y="18"/>
                    <a:pt x="100" y="21"/>
                    <a:pt x="102" y="22"/>
                  </a:cubicBezTo>
                  <a:cubicBezTo>
                    <a:pt x="105" y="24"/>
                    <a:pt x="110" y="20"/>
                    <a:pt x="114" y="20"/>
                  </a:cubicBezTo>
                  <a:cubicBezTo>
                    <a:pt x="120" y="21"/>
                    <a:pt x="125" y="21"/>
                    <a:pt x="125" y="13"/>
                  </a:cubicBezTo>
                  <a:cubicBezTo>
                    <a:pt x="125" y="10"/>
                    <a:pt x="119" y="0"/>
                    <a:pt x="128" y="2"/>
                  </a:cubicBezTo>
                  <a:cubicBezTo>
                    <a:pt x="136" y="3"/>
                    <a:pt x="136" y="3"/>
                    <a:pt x="136" y="3"/>
                  </a:cubicBezTo>
                  <a:cubicBezTo>
                    <a:pt x="136" y="3"/>
                    <a:pt x="136" y="3"/>
                    <a:pt x="136" y="3"/>
                  </a:cubicBezTo>
                  <a:cubicBezTo>
                    <a:pt x="138" y="9"/>
                    <a:pt x="128" y="6"/>
                    <a:pt x="131" y="11"/>
                  </a:cubicBezTo>
                  <a:cubicBezTo>
                    <a:pt x="132" y="14"/>
                    <a:pt x="136" y="14"/>
                    <a:pt x="139" y="17"/>
                  </a:cubicBezTo>
                  <a:cubicBezTo>
                    <a:pt x="140" y="18"/>
                    <a:pt x="139" y="28"/>
                    <a:pt x="143" y="25"/>
                  </a:cubicBezTo>
                  <a:cubicBezTo>
                    <a:pt x="145" y="23"/>
                    <a:pt x="152" y="17"/>
                    <a:pt x="154" y="21"/>
                  </a:cubicBezTo>
                  <a:cubicBezTo>
                    <a:pt x="154" y="22"/>
                    <a:pt x="153" y="24"/>
                    <a:pt x="155" y="24"/>
                  </a:cubicBezTo>
                  <a:cubicBezTo>
                    <a:pt x="157" y="24"/>
                    <a:pt x="162" y="22"/>
                    <a:pt x="162" y="25"/>
                  </a:cubicBezTo>
                  <a:cubicBezTo>
                    <a:pt x="163" y="29"/>
                    <a:pt x="169" y="30"/>
                    <a:pt x="168" y="33"/>
                  </a:cubicBezTo>
                  <a:cubicBezTo>
                    <a:pt x="167" y="38"/>
                    <a:pt x="161" y="37"/>
                    <a:pt x="161" y="44"/>
                  </a:cubicBezTo>
                  <a:cubicBezTo>
                    <a:pt x="160" y="47"/>
                    <a:pt x="159" y="65"/>
                    <a:pt x="154" y="60"/>
                  </a:cubicBezTo>
                  <a:cubicBezTo>
                    <a:pt x="149" y="54"/>
                    <a:pt x="151" y="54"/>
                    <a:pt x="150" y="47"/>
                  </a:cubicBezTo>
                  <a:cubicBezTo>
                    <a:pt x="149" y="38"/>
                    <a:pt x="147" y="48"/>
                    <a:pt x="145" y="51"/>
                  </a:cubicBezTo>
                  <a:cubicBezTo>
                    <a:pt x="143" y="53"/>
                    <a:pt x="139" y="55"/>
                    <a:pt x="138" y="58"/>
                  </a:cubicBezTo>
                  <a:cubicBezTo>
                    <a:pt x="138" y="60"/>
                    <a:pt x="138" y="60"/>
                    <a:pt x="138" y="62"/>
                  </a:cubicBezTo>
                  <a:cubicBezTo>
                    <a:pt x="138" y="65"/>
                    <a:pt x="134" y="67"/>
                    <a:pt x="133" y="70"/>
                  </a:cubicBezTo>
                  <a:cubicBezTo>
                    <a:pt x="131" y="73"/>
                    <a:pt x="141" y="66"/>
                    <a:pt x="142" y="66"/>
                  </a:cubicBezTo>
                  <a:cubicBezTo>
                    <a:pt x="142" y="71"/>
                    <a:pt x="134" y="77"/>
                    <a:pt x="134" y="79"/>
                  </a:cubicBezTo>
                  <a:cubicBezTo>
                    <a:pt x="134" y="81"/>
                    <a:pt x="136" y="82"/>
                    <a:pt x="134" y="83"/>
                  </a:cubicBezTo>
                  <a:cubicBezTo>
                    <a:pt x="126" y="86"/>
                    <a:pt x="130" y="87"/>
                    <a:pt x="128" y="91"/>
                  </a:cubicBezTo>
                  <a:cubicBezTo>
                    <a:pt x="126" y="97"/>
                    <a:pt x="126" y="97"/>
                    <a:pt x="131" y="101"/>
                  </a:cubicBezTo>
                  <a:cubicBezTo>
                    <a:pt x="133" y="103"/>
                    <a:pt x="135" y="110"/>
                    <a:pt x="137" y="109"/>
                  </a:cubicBezTo>
                  <a:cubicBezTo>
                    <a:pt x="154" y="97"/>
                    <a:pt x="154" y="97"/>
                    <a:pt x="154" y="97"/>
                  </a:cubicBezTo>
                  <a:cubicBezTo>
                    <a:pt x="159" y="94"/>
                    <a:pt x="163" y="92"/>
                    <a:pt x="167" y="89"/>
                  </a:cubicBezTo>
                  <a:cubicBezTo>
                    <a:pt x="170" y="87"/>
                    <a:pt x="178" y="72"/>
                    <a:pt x="179" y="74"/>
                  </a:cubicBezTo>
                  <a:cubicBezTo>
                    <a:pt x="183" y="78"/>
                    <a:pt x="173" y="90"/>
                    <a:pt x="187" y="90"/>
                  </a:cubicBezTo>
                  <a:cubicBezTo>
                    <a:pt x="187" y="90"/>
                    <a:pt x="187" y="90"/>
                    <a:pt x="187" y="90"/>
                  </a:cubicBezTo>
                  <a:cubicBezTo>
                    <a:pt x="188" y="95"/>
                    <a:pt x="184" y="95"/>
                    <a:pt x="181" y="97"/>
                  </a:cubicBezTo>
                  <a:cubicBezTo>
                    <a:pt x="178" y="98"/>
                    <a:pt x="176" y="99"/>
                    <a:pt x="175" y="102"/>
                  </a:cubicBezTo>
                  <a:cubicBezTo>
                    <a:pt x="173" y="107"/>
                    <a:pt x="166" y="110"/>
                    <a:pt x="162" y="112"/>
                  </a:cubicBezTo>
                  <a:cubicBezTo>
                    <a:pt x="158" y="114"/>
                    <a:pt x="156" y="115"/>
                    <a:pt x="156" y="120"/>
                  </a:cubicBezTo>
                  <a:cubicBezTo>
                    <a:pt x="156" y="121"/>
                    <a:pt x="165" y="117"/>
                    <a:pt x="166" y="117"/>
                  </a:cubicBezTo>
                  <a:cubicBezTo>
                    <a:pt x="169" y="117"/>
                    <a:pt x="168" y="120"/>
                    <a:pt x="168" y="122"/>
                  </a:cubicBezTo>
                  <a:cubicBezTo>
                    <a:pt x="168" y="126"/>
                    <a:pt x="173" y="126"/>
                    <a:pt x="173" y="130"/>
                  </a:cubicBezTo>
                  <a:cubicBezTo>
                    <a:pt x="172" y="132"/>
                    <a:pt x="171" y="132"/>
                    <a:pt x="170" y="134"/>
                  </a:cubicBezTo>
                  <a:cubicBezTo>
                    <a:pt x="168" y="136"/>
                    <a:pt x="168" y="138"/>
                    <a:pt x="168" y="141"/>
                  </a:cubicBezTo>
                  <a:cubicBezTo>
                    <a:pt x="169" y="147"/>
                    <a:pt x="167" y="145"/>
                    <a:pt x="163" y="148"/>
                  </a:cubicBezTo>
                  <a:cubicBezTo>
                    <a:pt x="161" y="150"/>
                    <a:pt x="154" y="157"/>
                    <a:pt x="157" y="159"/>
                  </a:cubicBezTo>
                  <a:cubicBezTo>
                    <a:pt x="161" y="162"/>
                    <a:pt x="166" y="164"/>
                    <a:pt x="165" y="170"/>
                  </a:cubicBezTo>
                  <a:cubicBezTo>
                    <a:pt x="159" y="172"/>
                    <a:pt x="159" y="172"/>
                    <a:pt x="159" y="172"/>
                  </a:cubicBezTo>
                  <a:cubicBezTo>
                    <a:pt x="159" y="172"/>
                    <a:pt x="159" y="172"/>
                    <a:pt x="159" y="172"/>
                  </a:cubicBezTo>
                  <a:cubicBezTo>
                    <a:pt x="158" y="172"/>
                    <a:pt x="153" y="172"/>
                    <a:pt x="152" y="173"/>
                  </a:cubicBezTo>
                  <a:cubicBezTo>
                    <a:pt x="151" y="175"/>
                    <a:pt x="152" y="178"/>
                    <a:pt x="151" y="180"/>
                  </a:cubicBezTo>
                  <a:cubicBezTo>
                    <a:pt x="149" y="184"/>
                    <a:pt x="138" y="184"/>
                    <a:pt x="134" y="184"/>
                  </a:cubicBezTo>
                  <a:cubicBezTo>
                    <a:pt x="131" y="183"/>
                    <a:pt x="127" y="180"/>
                    <a:pt x="124" y="183"/>
                  </a:cubicBezTo>
                  <a:cubicBezTo>
                    <a:pt x="122" y="184"/>
                    <a:pt x="119" y="188"/>
                    <a:pt x="118" y="185"/>
                  </a:cubicBezTo>
                  <a:cubicBezTo>
                    <a:pt x="118" y="185"/>
                    <a:pt x="118" y="185"/>
                    <a:pt x="118" y="185"/>
                  </a:cubicBezTo>
                  <a:cubicBezTo>
                    <a:pt x="118" y="180"/>
                    <a:pt x="119" y="180"/>
                    <a:pt x="122" y="177"/>
                  </a:cubicBezTo>
                  <a:cubicBezTo>
                    <a:pt x="125" y="175"/>
                    <a:pt x="124" y="171"/>
                    <a:pt x="123" y="168"/>
                  </a:cubicBezTo>
                  <a:cubicBezTo>
                    <a:pt x="121" y="162"/>
                    <a:pt x="111" y="156"/>
                    <a:pt x="106" y="155"/>
                  </a:cubicBezTo>
                  <a:cubicBezTo>
                    <a:pt x="98" y="154"/>
                    <a:pt x="94" y="159"/>
                    <a:pt x="89" y="150"/>
                  </a:cubicBezTo>
                  <a:cubicBezTo>
                    <a:pt x="83" y="144"/>
                    <a:pt x="87" y="146"/>
                    <a:pt x="85" y="140"/>
                  </a:cubicBezTo>
                  <a:cubicBezTo>
                    <a:pt x="82" y="140"/>
                    <a:pt x="81" y="144"/>
                    <a:pt x="78" y="144"/>
                  </a:cubicBezTo>
                  <a:cubicBezTo>
                    <a:pt x="74" y="144"/>
                    <a:pt x="70" y="139"/>
                    <a:pt x="68" y="143"/>
                  </a:cubicBezTo>
                  <a:cubicBezTo>
                    <a:pt x="63" y="150"/>
                    <a:pt x="64" y="164"/>
                    <a:pt x="54" y="167"/>
                  </a:cubicBezTo>
                  <a:cubicBezTo>
                    <a:pt x="44" y="170"/>
                    <a:pt x="49" y="164"/>
                    <a:pt x="46" y="158"/>
                  </a:cubicBezTo>
                  <a:cubicBezTo>
                    <a:pt x="45" y="156"/>
                    <a:pt x="42" y="156"/>
                    <a:pt x="41" y="153"/>
                  </a:cubicBezTo>
                  <a:cubicBezTo>
                    <a:pt x="39" y="151"/>
                    <a:pt x="42" y="148"/>
                    <a:pt x="42" y="145"/>
                  </a:cubicBezTo>
                  <a:cubicBezTo>
                    <a:pt x="42" y="141"/>
                    <a:pt x="40" y="138"/>
                    <a:pt x="38" y="134"/>
                  </a:cubicBezTo>
                  <a:cubicBezTo>
                    <a:pt x="33" y="121"/>
                    <a:pt x="20" y="131"/>
                    <a:pt x="11" y="124"/>
                  </a:cubicBezTo>
                  <a:cubicBezTo>
                    <a:pt x="7" y="121"/>
                    <a:pt x="6" y="114"/>
                    <a:pt x="2" y="110"/>
                  </a:cubicBezTo>
                  <a:cubicBezTo>
                    <a:pt x="2" y="110"/>
                    <a:pt x="2" y="110"/>
                    <a:pt x="2" y="110"/>
                  </a:cubicBezTo>
                  <a:cubicBezTo>
                    <a:pt x="1" y="103"/>
                    <a:pt x="0" y="102"/>
                    <a:pt x="3" y="95"/>
                  </a:cubicBezTo>
                  <a:cubicBezTo>
                    <a:pt x="4" y="91"/>
                    <a:pt x="8" y="88"/>
                    <a:pt x="12" y="86"/>
                  </a:cubicBezTo>
                  <a:cubicBezTo>
                    <a:pt x="15" y="84"/>
                    <a:pt x="17" y="82"/>
                    <a:pt x="21" y="82"/>
                  </a:cubicBezTo>
                  <a:cubicBezTo>
                    <a:pt x="26" y="82"/>
                    <a:pt x="27" y="77"/>
                    <a:pt x="31" y="77"/>
                  </a:cubicBezTo>
                  <a:cubicBezTo>
                    <a:pt x="33" y="77"/>
                    <a:pt x="37" y="78"/>
                    <a:pt x="35" y="76"/>
                  </a:cubicBezTo>
                  <a:cubicBezTo>
                    <a:pt x="33" y="74"/>
                    <a:pt x="34" y="72"/>
                    <a:pt x="33" y="70"/>
                  </a:cubicBezTo>
                  <a:cubicBezTo>
                    <a:pt x="33" y="63"/>
                    <a:pt x="36" y="67"/>
                    <a:pt x="38" y="61"/>
                  </a:cubicBezTo>
                  <a:cubicBezTo>
                    <a:pt x="39" y="57"/>
                    <a:pt x="36" y="57"/>
                    <a:pt x="41" y="54"/>
                  </a:cubicBezTo>
                  <a:cubicBezTo>
                    <a:pt x="45" y="50"/>
                    <a:pt x="51" y="44"/>
                    <a:pt x="49" y="38"/>
                  </a:cubicBezTo>
                  <a:cubicBezTo>
                    <a:pt x="48" y="36"/>
                    <a:pt x="50" y="31"/>
                    <a:pt x="51" y="29"/>
                  </a:cubicBezTo>
                  <a:cubicBezTo>
                    <a:pt x="53" y="27"/>
                    <a:pt x="54" y="22"/>
                    <a:pt x="56" y="26"/>
                  </a:cubicBezTo>
                  <a:cubicBezTo>
                    <a:pt x="61" y="33"/>
                    <a:pt x="66" y="24"/>
                    <a:pt x="71" y="24"/>
                  </a:cubicBezTo>
                  <a:cubicBezTo>
                    <a:pt x="73" y="23"/>
                    <a:pt x="78" y="24"/>
                    <a:pt x="80" y="21"/>
                  </a:cubicBezTo>
                  <a:cubicBezTo>
                    <a:pt x="81" y="19"/>
                    <a:pt x="79" y="17"/>
                    <a:pt x="79" y="14"/>
                  </a:cubicBezTo>
                  <a:cubicBezTo>
                    <a:pt x="80" y="9"/>
                    <a:pt x="80" y="9"/>
                    <a:pt x="80"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23"/>
            <p:cNvSpPr>
              <a:spLocks/>
            </p:cNvSpPr>
            <p:nvPr/>
          </p:nvSpPr>
          <p:spPr bwMode="auto">
            <a:xfrm>
              <a:off x="2968625" y="3454400"/>
              <a:ext cx="630238" cy="463550"/>
            </a:xfrm>
            <a:custGeom>
              <a:avLst/>
              <a:gdLst/>
              <a:ahLst/>
              <a:cxnLst>
                <a:cxn ang="0">
                  <a:pos x="345" y="15"/>
                </a:cxn>
                <a:cxn ang="0">
                  <a:pos x="350" y="34"/>
                </a:cxn>
                <a:cxn ang="0">
                  <a:pos x="355" y="39"/>
                </a:cxn>
                <a:cxn ang="0">
                  <a:pos x="358" y="57"/>
                </a:cxn>
                <a:cxn ang="0">
                  <a:pos x="349" y="72"/>
                </a:cxn>
                <a:cxn ang="0">
                  <a:pos x="346" y="92"/>
                </a:cxn>
                <a:cxn ang="0">
                  <a:pos x="344" y="103"/>
                </a:cxn>
                <a:cxn ang="0">
                  <a:pos x="332" y="121"/>
                </a:cxn>
                <a:cxn ang="0">
                  <a:pos x="314" y="144"/>
                </a:cxn>
                <a:cxn ang="0">
                  <a:pos x="307" y="156"/>
                </a:cxn>
                <a:cxn ang="0">
                  <a:pos x="298" y="164"/>
                </a:cxn>
                <a:cxn ang="0">
                  <a:pos x="292" y="181"/>
                </a:cxn>
                <a:cxn ang="0">
                  <a:pos x="310" y="204"/>
                </a:cxn>
                <a:cxn ang="0">
                  <a:pos x="298" y="207"/>
                </a:cxn>
                <a:cxn ang="0">
                  <a:pos x="271" y="199"/>
                </a:cxn>
                <a:cxn ang="0">
                  <a:pos x="239" y="192"/>
                </a:cxn>
                <a:cxn ang="0">
                  <a:pos x="185" y="202"/>
                </a:cxn>
                <a:cxn ang="0">
                  <a:pos x="182" y="222"/>
                </a:cxn>
                <a:cxn ang="0">
                  <a:pos x="156" y="236"/>
                </a:cxn>
                <a:cxn ang="0">
                  <a:pos x="159" y="258"/>
                </a:cxn>
                <a:cxn ang="0">
                  <a:pos x="155" y="262"/>
                </a:cxn>
                <a:cxn ang="0">
                  <a:pos x="108" y="249"/>
                </a:cxn>
                <a:cxn ang="0">
                  <a:pos x="23" y="215"/>
                </a:cxn>
                <a:cxn ang="0">
                  <a:pos x="1" y="191"/>
                </a:cxn>
                <a:cxn ang="0">
                  <a:pos x="0" y="181"/>
                </a:cxn>
                <a:cxn ang="0">
                  <a:pos x="6" y="174"/>
                </a:cxn>
                <a:cxn ang="0">
                  <a:pos x="13" y="161"/>
                </a:cxn>
                <a:cxn ang="0">
                  <a:pos x="20" y="154"/>
                </a:cxn>
                <a:cxn ang="0">
                  <a:pos x="28" y="147"/>
                </a:cxn>
                <a:cxn ang="0">
                  <a:pos x="47" y="145"/>
                </a:cxn>
                <a:cxn ang="0">
                  <a:pos x="73" y="133"/>
                </a:cxn>
                <a:cxn ang="0">
                  <a:pos x="96" y="118"/>
                </a:cxn>
                <a:cxn ang="0">
                  <a:pos x="116" y="103"/>
                </a:cxn>
                <a:cxn ang="0">
                  <a:pos x="105" y="89"/>
                </a:cxn>
                <a:cxn ang="0">
                  <a:pos x="94" y="64"/>
                </a:cxn>
                <a:cxn ang="0">
                  <a:pos x="100" y="52"/>
                </a:cxn>
                <a:cxn ang="0">
                  <a:pos x="71" y="39"/>
                </a:cxn>
                <a:cxn ang="0">
                  <a:pos x="83" y="25"/>
                </a:cxn>
                <a:cxn ang="0">
                  <a:pos x="108" y="21"/>
                </a:cxn>
                <a:cxn ang="0">
                  <a:pos x="135" y="5"/>
                </a:cxn>
                <a:cxn ang="0">
                  <a:pos x="156" y="0"/>
                </a:cxn>
                <a:cxn ang="0">
                  <a:pos x="163" y="0"/>
                </a:cxn>
                <a:cxn ang="0">
                  <a:pos x="183" y="19"/>
                </a:cxn>
                <a:cxn ang="0">
                  <a:pos x="202" y="19"/>
                </a:cxn>
                <a:cxn ang="0">
                  <a:pos x="217" y="5"/>
                </a:cxn>
                <a:cxn ang="0">
                  <a:pos x="227" y="21"/>
                </a:cxn>
                <a:cxn ang="0">
                  <a:pos x="246" y="39"/>
                </a:cxn>
                <a:cxn ang="0">
                  <a:pos x="269" y="37"/>
                </a:cxn>
                <a:cxn ang="0">
                  <a:pos x="286" y="45"/>
                </a:cxn>
                <a:cxn ang="0">
                  <a:pos x="305" y="44"/>
                </a:cxn>
                <a:cxn ang="0">
                  <a:pos x="323" y="36"/>
                </a:cxn>
                <a:cxn ang="0">
                  <a:pos x="329" y="24"/>
                </a:cxn>
                <a:cxn ang="0">
                  <a:pos x="334" y="10"/>
                </a:cxn>
              </a:cxnLst>
              <a:rect l="0" t="0" r="r" b="b"/>
              <a:pathLst>
                <a:path w="358" h="263">
                  <a:moveTo>
                    <a:pt x="334" y="10"/>
                  </a:moveTo>
                  <a:cubicBezTo>
                    <a:pt x="338" y="11"/>
                    <a:pt x="341" y="14"/>
                    <a:pt x="345" y="15"/>
                  </a:cubicBezTo>
                  <a:cubicBezTo>
                    <a:pt x="352" y="17"/>
                    <a:pt x="344" y="22"/>
                    <a:pt x="346" y="28"/>
                  </a:cubicBezTo>
                  <a:cubicBezTo>
                    <a:pt x="347" y="30"/>
                    <a:pt x="349" y="32"/>
                    <a:pt x="350" y="34"/>
                  </a:cubicBezTo>
                  <a:cubicBezTo>
                    <a:pt x="351" y="35"/>
                    <a:pt x="353" y="38"/>
                    <a:pt x="355" y="39"/>
                  </a:cubicBezTo>
                  <a:cubicBezTo>
                    <a:pt x="355" y="39"/>
                    <a:pt x="355" y="39"/>
                    <a:pt x="355" y="39"/>
                  </a:cubicBezTo>
                  <a:cubicBezTo>
                    <a:pt x="353" y="47"/>
                    <a:pt x="353" y="47"/>
                    <a:pt x="353" y="47"/>
                  </a:cubicBezTo>
                  <a:cubicBezTo>
                    <a:pt x="353" y="52"/>
                    <a:pt x="357" y="53"/>
                    <a:pt x="358" y="57"/>
                  </a:cubicBezTo>
                  <a:cubicBezTo>
                    <a:pt x="358" y="59"/>
                    <a:pt x="353" y="59"/>
                    <a:pt x="352" y="60"/>
                  </a:cubicBezTo>
                  <a:cubicBezTo>
                    <a:pt x="346" y="63"/>
                    <a:pt x="356" y="68"/>
                    <a:pt x="349" y="72"/>
                  </a:cubicBezTo>
                  <a:cubicBezTo>
                    <a:pt x="345" y="75"/>
                    <a:pt x="340" y="74"/>
                    <a:pt x="342" y="80"/>
                  </a:cubicBezTo>
                  <a:cubicBezTo>
                    <a:pt x="343" y="83"/>
                    <a:pt x="348" y="89"/>
                    <a:pt x="346" y="92"/>
                  </a:cubicBezTo>
                  <a:cubicBezTo>
                    <a:pt x="345" y="94"/>
                    <a:pt x="345" y="96"/>
                    <a:pt x="346" y="97"/>
                  </a:cubicBezTo>
                  <a:cubicBezTo>
                    <a:pt x="349" y="100"/>
                    <a:pt x="346" y="101"/>
                    <a:pt x="344" y="103"/>
                  </a:cubicBezTo>
                  <a:cubicBezTo>
                    <a:pt x="341" y="105"/>
                    <a:pt x="333" y="109"/>
                    <a:pt x="333" y="112"/>
                  </a:cubicBezTo>
                  <a:cubicBezTo>
                    <a:pt x="334" y="117"/>
                    <a:pt x="336" y="116"/>
                    <a:pt x="332" y="121"/>
                  </a:cubicBezTo>
                  <a:cubicBezTo>
                    <a:pt x="328" y="126"/>
                    <a:pt x="329" y="132"/>
                    <a:pt x="326" y="137"/>
                  </a:cubicBezTo>
                  <a:cubicBezTo>
                    <a:pt x="325" y="141"/>
                    <a:pt x="317" y="141"/>
                    <a:pt x="314" y="144"/>
                  </a:cubicBezTo>
                  <a:cubicBezTo>
                    <a:pt x="312" y="146"/>
                    <a:pt x="314" y="148"/>
                    <a:pt x="314" y="150"/>
                  </a:cubicBezTo>
                  <a:cubicBezTo>
                    <a:pt x="313" y="152"/>
                    <a:pt x="308" y="154"/>
                    <a:pt x="307" y="156"/>
                  </a:cubicBezTo>
                  <a:cubicBezTo>
                    <a:pt x="307" y="156"/>
                    <a:pt x="307" y="156"/>
                    <a:pt x="307" y="156"/>
                  </a:cubicBezTo>
                  <a:cubicBezTo>
                    <a:pt x="306" y="159"/>
                    <a:pt x="302" y="165"/>
                    <a:pt x="298" y="164"/>
                  </a:cubicBezTo>
                  <a:cubicBezTo>
                    <a:pt x="296" y="163"/>
                    <a:pt x="290" y="156"/>
                    <a:pt x="290" y="162"/>
                  </a:cubicBezTo>
                  <a:cubicBezTo>
                    <a:pt x="289" y="168"/>
                    <a:pt x="293" y="176"/>
                    <a:pt x="292" y="181"/>
                  </a:cubicBezTo>
                  <a:cubicBezTo>
                    <a:pt x="291" y="186"/>
                    <a:pt x="288" y="187"/>
                    <a:pt x="291" y="192"/>
                  </a:cubicBezTo>
                  <a:cubicBezTo>
                    <a:pt x="294" y="199"/>
                    <a:pt x="303" y="202"/>
                    <a:pt x="310" y="204"/>
                  </a:cubicBezTo>
                  <a:cubicBezTo>
                    <a:pt x="310" y="205"/>
                    <a:pt x="304" y="211"/>
                    <a:pt x="303" y="211"/>
                  </a:cubicBezTo>
                  <a:cubicBezTo>
                    <a:pt x="302" y="212"/>
                    <a:pt x="298" y="208"/>
                    <a:pt x="298" y="207"/>
                  </a:cubicBezTo>
                  <a:cubicBezTo>
                    <a:pt x="295" y="203"/>
                    <a:pt x="285" y="199"/>
                    <a:pt x="280" y="200"/>
                  </a:cubicBezTo>
                  <a:cubicBezTo>
                    <a:pt x="275" y="202"/>
                    <a:pt x="274" y="207"/>
                    <a:pt x="271" y="199"/>
                  </a:cubicBezTo>
                  <a:cubicBezTo>
                    <a:pt x="269" y="193"/>
                    <a:pt x="255" y="198"/>
                    <a:pt x="250" y="194"/>
                  </a:cubicBezTo>
                  <a:cubicBezTo>
                    <a:pt x="246" y="191"/>
                    <a:pt x="245" y="191"/>
                    <a:pt x="239" y="192"/>
                  </a:cubicBezTo>
                  <a:cubicBezTo>
                    <a:pt x="224" y="197"/>
                    <a:pt x="216" y="205"/>
                    <a:pt x="207" y="187"/>
                  </a:cubicBezTo>
                  <a:cubicBezTo>
                    <a:pt x="194" y="187"/>
                    <a:pt x="185" y="186"/>
                    <a:pt x="185" y="202"/>
                  </a:cubicBezTo>
                  <a:cubicBezTo>
                    <a:pt x="185" y="206"/>
                    <a:pt x="181" y="206"/>
                    <a:pt x="183" y="210"/>
                  </a:cubicBezTo>
                  <a:cubicBezTo>
                    <a:pt x="184" y="215"/>
                    <a:pt x="185" y="217"/>
                    <a:pt x="182" y="222"/>
                  </a:cubicBezTo>
                  <a:cubicBezTo>
                    <a:pt x="179" y="226"/>
                    <a:pt x="165" y="230"/>
                    <a:pt x="160" y="230"/>
                  </a:cubicBezTo>
                  <a:cubicBezTo>
                    <a:pt x="153" y="230"/>
                    <a:pt x="158" y="233"/>
                    <a:pt x="156" y="236"/>
                  </a:cubicBezTo>
                  <a:cubicBezTo>
                    <a:pt x="153" y="243"/>
                    <a:pt x="153" y="242"/>
                    <a:pt x="156" y="249"/>
                  </a:cubicBezTo>
                  <a:cubicBezTo>
                    <a:pt x="159" y="258"/>
                    <a:pt x="159" y="258"/>
                    <a:pt x="159" y="258"/>
                  </a:cubicBezTo>
                  <a:cubicBezTo>
                    <a:pt x="159" y="258"/>
                    <a:pt x="159" y="258"/>
                    <a:pt x="159" y="258"/>
                  </a:cubicBezTo>
                  <a:cubicBezTo>
                    <a:pt x="158" y="259"/>
                    <a:pt x="156" y="261"/>
                    <a:pt x="155" y="262"/>
                  </a:cubicBezTo>
                  <a:cubicBezTo>
                    <a:pt x="149" y="263"/>
                    <a:pt x="140" y="258"/>
                    <a:pt x="135" y="255"/>
                  </a:cubicBezTo>
                  <a:cubicBezTo>
                    <a:pt x="127" y="251"/>
                    <a:pt x="116" y="249"/>
                    <a:pt x="108" y="249"/>
                  </a:cubicBezTo>
                  <a:cubicBezTo>
                    <a:pt x="91" y="249"/>
                    <a:pt x="80" y="236"/>
                    <a:pt x="65" y="231"/>
                  </a:cubicBezTo>
                  <a:cubicBezTo>
                    <a:pt x="56" y="227"/>
                    <a:pt x="28" y="223"/>
                    <a:pt x="23" y="215"/>
                  </a:cubicBezTo>
                  <a:cubicBezTo>
                    <a:pt x="19" y="209"/>
                    <a:pt x="18" y="201"/>
                    <a:pt x="11" y="197"/>
                  </a:cubicBezTo>
                  <a:cubicBezTo>
                    <a:pt x="1" y="191"/>
                    <a:pt x="1" y="191"/>
                    <a:pt x="1" y="191"/>
                  </a:cubicBezTo>
                  <a:cubicBezTo>
                    <a:pt x="3" y="189"/>
                    <a:pt x="3" y="188"/>
                    <a:pt x="3" y="185"/>
                  </a:cubicBezTo>
                  <a:cubicBezTo>
                    <a:pt x="2" y="184"/>
                    <a:pt x="1" y="183"/>
                    <a:pt x="0" y="181"/>
                  </a:cubicBezTo>
                  <a:cubicBezTo>
                    <a:pt x="0" y="181"/>
                    <a:pt x="0" y="181"/>
                    <a:pt x="0" y="181"/>
                  </a:cubicBezTo>
                  <a:cubicBezTo>
                    <a:pt x="6" y="174"/>
                    <a:pt x="6" y="174"/>
                    <a:pt x="6" y="174"/>
                  </a:cubicBezTo>
                  <a:cubicBezTo>
                    <a:pt x="8" y="170"/>
                    <a:pt x="12" y="170"/>
                    <a:pt x="14" y="166"/>
                  </a:cubicBezTo>
                  <a:cubicBezTo>
                    <a:pt x="15" y="164"/>
                    <a:pt x="15" y="163"/>
                    <a:pt x="13" y="161"/>
                  </a:cubicBezTo>
                  <a:cubicBezTo>
                    <a:pt x="10" y="157"/>
                    <a:pt x="17" y="159"/>
                    <a:pt x="18" y="158"/>
                  </a:cubicBezTo>
                  <a:cubicBezTo>
                    <a:pt x="20" y="158"/>
                    <a:pt x="20" y="156"/>
                    <a:pt x="20" y="154"/>
                  </a:cubicBezTo>
                  <a:cubicBezTo>
                    <a:pt x="21" y="152"/>
                    <a:pt x="22" y="151"/>
                    <a:pt x="23" y="150"/>
                  </a:cubicBezTo>
                  <a:cubicBezTo>
                    <a:pt x="28" y="147"/>
                    <a:pt x="28" y="147"/>
                    <a:pt x="28" y="147"/>
                  </a:cubicBezTo>
                  <a:cubicBezTo>
                    <a:pt x="28" y="147"/>
                    <a:pt x="28" y="147"/>
                    <a:pt x="28" y="147"/>
                  </a:cubicBezTo>
                  <a:cubicBezTo>
                    <a:pt x="34" y="148"/>
                    <a:pt x="41" y="149"/>
                    <a:pt x="47" y="145"/>
                  </a:cubicBezTo>
                  <a:cubicBezTo>
                    <a:pt x="55" y="138"/>
                    <a:pt x="60" y="160"/>
                    <a:pt x="64" y="148"/>
                  </a:cubicBezTo>
                  <a:cubicBezTo>
                    <a:pt x="66" y="141"/>
                    <a:pt x="77" y="141"/>
                    <a:pt x="73" y="133"/>
                  </a:cubicBezTo>
                  <a:cubicBezTo>
                    <a:pt x="72" y="132"/>
                    <a:pt x="82" y="125"/>
                    <a:pt x="84" y="125"/>
                  </a:cubicBezTo>
                  <a:cubicBezTo>
                    <a:pt x="88" y="123"/>
                    <a:pt x="92" y="119"/>
                    <a:pt x="96" y="118"/>
                  </a:cubicBezTo>
                  <a:cubicBezTo>
                    <a:pt x="100" y="118"/>
                    <a:pt x="103" y="128"/>
                    <a:pt x="106" y="122"/>
                  </a:cubicBezTo>
                  <a:cubicBezTo>
                    <a:pt x="108" y="115"/>
                    <a:pt x="115" y="110"/>
                    <a:pt x="116" y="103"/>
                  </a:cubicBezTo>
                  <a:cubicBezTo>
                    <a:pt x="117" y="101"/>
                    <a:pt x="119" y="89"/>
                    <a:pt x="117" y="89"/>
                  </a:cubicBezTo>
                  <a:cubicBezTo>
                    <a:pt x="114" y="88"/>
                    <a:pt x="108" y="90"/>
                    <a:pt x="105" y="89"/>
                  </a:cubicBezTo>
                  <a:cubicBezTo>
                    <a:pt x="98" y="89"/>
                    <a:pt x="100" y="85"/>
                    <a:pt x="100" y="80"/>
                  </a:cubicBezTo>
                  <a:cubicBezTo>
                    <a:pt x="100" y="72"/>
                    <a:pt x="92" y="73"/>
                    <a:pt x="94" y="64"/>
                  </a:cubicBezTo>
                  <a:cubicBezTo>
                    <a:pt x="94" y="60"/>
                    <a:pt x="92" y="63"/>
                    <a:pt x="96" y="59"/>
                  </a:cubicBezTo>
                  <a:cubicBezTo>
                    <a:pt x="100" y="55"/>
                    <a:pt x="104" y="58"/>
                    <a:pt x="100" y="52"/>
                  </a:cubicBezTo>
                  <a:cubicBezTo>
                    <a:pt x="97" y="44"/>
                    <a:pt x="95" y="47"/>
                    <a:pt x="88" y="43"/>
                  </a:cubicBezTo>
                  <a:cubicBezTo>
                    <a:pt x="82" y="39"/>
                    <a:pt x="71" y="48"/>
                    <a:pt x="71" y="39"/>
                  </a:cubicBezTo>
                  <a:cubicBezTo>
                    <a:pt x="72" y="36"/>
                    <a:pt x="69" y="29"/>
                    <a:pt x="74" y="28"/>
                  </a:cubicBezTo>
                  <a:cubicBezTo>
                    <a:pt x="77" y="27"/>
                    <a:pt x="79" y="24"/>
                    <a:pt x="83" y="25"/>
                  </a:cubicBezTo>
                  <a:cubicBezTo>
                    <a:pt x="86" y="25"/>
                    <a:pt x="87" y="29"/>
                    <a:pt x="90" y="30"/>
                  </a:cubicBezTo>
                  <a:cubicBezTo>
                    <a:pt x="94" y="31"/>
                    <a:pt x="106" y="25"/>
                    <a:pt x="108" y="21"/>
                  </a:cubicBezTo>
                  <a:cubicBezTo>
                    <a:pt x="112" y="16"/>
                    <a:pt x="108" y="17"/>
                    <a:pt x="115" y="14"/>
                  </a:cubicBezTo>
                  <a:cubicBezTo>
                    <a:pt x="122" y="11"/>
                    <a:pt x="127" y="5"/>
                    <a:pt x="135" y="5"/>
                  </a:cubicBezTo>
                  <a:cubicBezTo>
                    <a:pt x="139" y="5"/>
                    <a:pt x="143" y="8"/>
                    <a:pt x="146" y="6"/>
                  </a:cubicBezTo>
                  <a:cubicBezTo>
                    <a:pt x="151" y="5"/>
                    <a:pt x="152" y="3"/>
                    <a:pt x="156" y="0"/>
                  </a:cubicBezTo>
                  <a:cubicBezTo>
                    <a:pt x="163" y="0"/>
                    <a:pt x="163" y="0"/>
                    <a:pt x="163" y="0"/>
                  </a:cubicBezTo>
                  <a:cubicBezTo>
                    <a:pt x="163" y="0"/>
                    <a:pt x="163" y="0"/>
                    <a:pt x="163" y="0"/>
                  </a:cubicBezTo>
                  <a:cubicBezTo>
                    <a:pt x="167" y="3"/>
                    <a:pt x="171" y="4"/>
                    <a:pt x="175" y="7"/>
                  </a:cubicBezTo>
                  <a:cubicBezTo>
                    <a:pt x="180" y="10"/>
                    <a:pt x="177" y="17"/>
                    <a:pt x="183" y="19"/>
                  </a:cubicBezTo>
                  <a:cubicBezTo>
                    <a:pt x="187" y="20"/>
                    <a:pt x="191" y="18"/>
                    <a:pt x="196" y="18"/>
                  </a:cubicBezTo>
                  <a:cubicBezTo>
                    <a:pt x="198" y="19"/>
                    <a:pt x="199" y="20"/>
                    <a:pt x="202" y="19"/>
                  </a:cubicBezTo>
                  <a:cubicBezTo>
                    <a:pt x="203" y="18"/>
                    <a:pt x="204" y="17"/>
                    <a:pt x="206" y="17"/>
                  </a:cubicBezTo>
                  <a:cubicBezTo>
                    <a:pt x="214" y="15"/>
                    <a:pt x="208" y="4"/>
                    <a:pt x="217" y="5"/>
                  </a:cubicBezTo>
                  <a:cubicBezTo>
                    <a:pt x="220" y="6"/>
                    <a:pt x="223" y="9"/>
                    <a:pt x="226" y="9"/>
                  </a:cubicBezTo>
                  <a:cubicBezTo>
                    <a:pt x="231" y="13"/>
                    <a:pt x="227" y="17"/>
                    <a:pt x="227" y="21"/>
                  </a:cubicBezTo>
                  <a:cubicBezTo>
                    <a:pt x="227" y="25"/>
                    <a:pt x="231" y="25"/>
                    <a:pt x="230" y="29"/>
                  </a:cubicBezTo>
                  <a:cubicBezTo>
                    <a:pt x="229" y="42"/>
                    <a:pt x="241" y="32"/>
                    <a:pt x="246" y="39"/>
                  </a:cubicBezTo>
                  <a:cubicBezTo>
                    <a:pt x="252" y="45"/>
                    <a:pt x="252" y="30"/>
                    <a:pt x="254" y="31"/>
                  </a:cubicBezTo>
                  <a:cubicBezTo>
                    <a:pt x="260" y="34"/>
                    <a:pt x="267" y="27"/>
                    <a:pt x="269" y="37"/>
                  </a:cubicBezTo>
                  <a:cubicBezTo>
                    <a:pt x="270" y="45"/>
                    <a:pt x="272" y="40"/>
                    <a:pt x="278" y="41"/>
                  </a:cubicBezTo>
                  <a:cubicBezTo>
                    <a:pt x="278" y="41"/>
                    <a:pt x="281" y="52"/>
                    <a:pt x="286" y="45"/>
                  </a:cubicBezTo>
                  <a:cubicBezTo>
                    <a:pt x="292" y="38"/>
                    <a:pt x="290" y="57"/>
                    <a:pt x="296" y="47"/>
                  </a:cubicBezTo>
                  <a:cubicBezTo>
                    <a:pt x="298" y="45"/>
                    <a:pt x="302" y="44"/>
                    <a:pt x="305" y="44"/>
                  </a:cubicBezTo>
                  <a:cubicBezTo>
                    <a:pt x="309" y="44"/>
                    <a:pt x="310" y="45"/>
                    <a:pt x="314" y="46"/>
                  </a:cubicBezTo>
                  <a:cubicBezTo>
                    <a:pt x="319" y="48"/>
                    <a:pt x="318" y="36"/>
                    <a:pt x="323" y="36"/>
                  </a:cubicBezTo>
                  <a:cubicBezTo>
                    <a:pt x="325" y="36"/>
                    <a:pt x="331" y="38"/>
                    <a:pt x="331" y="36"/>
                  </a:cubicBezTo>
                  <a:cubicBezTo>
                    <a:pt x="331" y="32"/>
                    <a:pt x="326" y="26"/>
                    <a:pt x="329" y="24"/>
                  </a:cubicBezTo>
                  <a:cubicBezTo>
                    <a:pt x="332" y="22"/>
                    <a:pt x="331" y="22"/>
                    <a:pt x="331" y="19"/>
                  </a:cubicBezTo>
                  <a:cubicBezTo>
                    <a:pt x="330" y="15"/>
                    <a:pt x="334" y="15"/>
                    <a:pt x="334"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24"/>
            <p:cNvSpPr>
              <a:spLocks/>
            </p:cNvSpPr>
            <p:nvPr/>
          </p:nvSpPr>
          <p:spPr bwMode="auto">
            <a:xfrm>
              <a:off x="3508375" y="3467100"/>
              <a:ext cx="342900" cy="358775"/>
            </a:xfrm>
            <a:custGeom>
              <a:avLst/>
              <a:gdLst/>
              <a:ahLst/>
              <a:cxnLst>
                <a:cxn ang="0">
                  <a:pos x="4" y="153"/>
                </a:cxn>
                <a:cxn ang="0">
                  <a:pos x="11" y="159"/>
                </a:cxn>
                <a:cxn ang="0">
                  <a:pos x="12" y="173"/>
                </a:cxn>
                <a:cxn ang="0">
                  <a:pos x="15" y="186"/>
                </a:cxn>
                <a:cxn ang="0">
                  <a:pos x="22" y="197"/>
                </a:cxn>
                <a:cxn ang="0">
                  <a:pos x="41" y="193"/>
                </a:cxn>
                <a:cxn ang="0">
                  <a:pos x="55" y="180"/>
                </a:cxn>
                <a:cxn ang="0">
                  <a:pos x="69" y="178"/>
                </a:cxn>
                <a:cxn ang="0">
                  <a:pos x="84" y="169"/>
                </a:cxn>
                <a:cxn ang="0">
                  <a:pos x="93" y="162"/>
                </a:cxn>
                <a:cxn ang="0">
                  <a:pos x="107" y="171"/>
                </a:cxn>
                <a:cxn ang="0">
                  <a:pos x="110" y="165"/>
                </a:cxn>
                <a:cxn ang="0">
                  <a:pos x="114" y="155"/>
                </a:cxn>
                <a:cxn ang="0">
                  <a:pos x="114" y="148"/>
                </a:cxn>
                <a:cxn ang="0">
                  <a:pos x="126" y="143"/>
                </a:cxn>
                <a:cxn ang="0">
                  <a:pos x="125" y="132"/>
                </a:cxn>
                <a:cxn ang="0">
                  <a:pos x="129" y="124"/>
                </a:cxn>
                <a:cxn ang="0">
                  <a:pos x="120" y="106"/>
                </a:cxn>
                <a:cxn ang="0">
                  <a:pos x="136" y="86"/>
                </a:cxn>
                <a:cxn ang="0">
                  <a:pos x="151" y="87"/>
                </a:cxn>
                <a:cxn ang="0">
                  <a:pos x="161" y="109"/>
                </a:cxn>
                <a:cxn ang="0">
                  <a:pos x="157" y="129"/>
                </a:cxn>
                <a:cxn ang="0">
                  <a:pos x="162" y="132"/>
                </a:cxn>
                <a:cxn ang="0">
                  <a:pos x="176" y="144"/>
                </a:cxn>
                <a:cxn ang="0">
                  <a:pos x="190" y="141"/>
                </a:cxn>
                <a:cxn ang="0">
                  <a:pos x="192" y="134"/>
                </a:cxn>
                <a:cxn ang="0">
                  <a:pos x="191" y="115"/>
                </a:cxn>
                <a:cxn ang="0">
                  <a:pos x="189" y="102"/>
                </a:cxn>
                <a:cxn ang="0">
                  <a:pos x="189" y="88"/>
                </a:cxn>
                <a:cxn ang="0">
                  <a:pos x="184" y="83"/>
                </a:cxn>
                <a:cxn ang="0">
                  <a:pos x="188" y="75"/>
                </a:cxn>
                <a:cxn ang="0">
                  <a:pos x="192" y="67"/>
                </a:cxn>
                <a:cxn ang="0">
                  <a:pos x="176" y="45"/>
                </a:cxn>
                <a:cxn ang="0">
                  <a:pos x="155" y="30"/>
                </a:cxn>
                <a:cxn ang="0">
                  <a:pos x="138" y="33"/>
                </a:cxn>
                <a:cxn ang="0">
                  <a:pos x="116" y="48"/>
                </a:cxn>
                <a:cxn ang="0">
                  <a:pos x="112" y="35"/>
                </a:cxn>
                <a:cxn ang="0">
                  <a:pos x="81" y="14"/>
                </a:cxn>
                <a:cxn ang="0">
                  <a:pos x="72" y="0"/>
                </a:cxn>
                <a:cxn ang="0">
                  <a:pos x="62" y="8"/>
                </a:cxn>
                <a:cxn ang="0">
                  <a:pos x="63" y="26"/>
                </a:cxn>
                <a:cxn ang="0">
                  <a:pos x="48" y="32"/>
                </a:cxn>
                <a:cxn ang="0">
                  <a:pos x="46" y="40"/>
                </a:cxn>
                <a:cxn ang="0">
                  <a:pos x="45" y="53"/>
                </a:cxn>
                <a:cxn ang="0">
                  <a:pos x="35" y="73"/>
                </a:cxn>
                <a:cxn ang="0">
                  <a:pos x="39" y="90"/>
                </a:cxn>
                <a:cxn ang="0">
                  <a:pos x="26" y="105"/>
                </a:cxn>
                <a:cxn ang="0">
                  <a:pos x="19" y="130"/>
                </a:cxn>
                <a:cxn ang="0">
                  <a:pos x="7" y="143"/>
                </a:cxn>
              </a:cxnLst>
              <a:rect l="0" t="0" r="r" b="b"/>
              <a:pathLst>
                <a:path w="195" h="204">
                  <a:moveTo>
                    <a:pt x="0" y="149"/>
                  </a:moveTo>
                  <a:cubicBezTo>
                    <a:pt x="2" y="150"/>
                    <a:pt x="1" y="153"/>
                    <a:pt x="4" y="153"/>
                  </a:cubicBezTo>
                  <a:cubicBezTo>
                    <a:pt x="6" y="154"/>
                    <a:pt x="9" y="153"/>
                    <a:pt x="10" y="155"/>
                  </a:cubicBezTo>
                  <a:cubicBezTo>
                    <a:pt x="11" y="156"/>
                    <a:pt x="9" y="158"/>
                    <a:pt x="11" y="159"/>
                  </a:cubicBezTo>
                  <a:cubicBezTo>
                    <a:pt x="15" y="161"/>
                    <a:pt x="17" y="160"/>
                    <a:pt x="15" y="165"/>
                  </a:cubicBezTo>
                  <a:cubicBezTo>
                    <a:pt x="13" y="169"/>
                    <a:pt x="15" y="171"/>
                    <a:pt x="12" y="173"/>
                  </a:cubicBezTo>
                  <a:cubicBezTo>
                    <a:pt x="7" y="178"/>
                    <a:pt x="15" y="178"/>
                    <a:pt x="16" y="179"/>
                  </a:cubicBezTo>
                  <a:cubicBezTo>
                    <a:pt x="18" y="180"/>
                    <a:pt x="13" y="184"/>
                    <a:pt x="15" y="186"/>
                  </a:cubicBezTo>
                  <a:cubicBezTo>
                    <a:pt x="17" y="188"/>
                    <a:pt x="21" y="184"/>
                    <a:pt x="21" y="186"/>
                  </a:cubicBezTo>
                  <a:cubicBezTo>
                    <a:pt x="22" y="188"/>
                    <a:pt x="21" y="196"/>
                    <a:pt x="22" y="197"/>
                  </a:cubicBezTo>
                  <a:cubicBezTo>
                    <a:pt x="22" y="198"/>
                    <a:pt x="28" y="201"/>
                    <a:pt x="29" y="202"/>
                  </a:cubicBezTo>
                  <a:cubicBezTo>
                    <a:pt x="32" y="204"/>
                    <a:pt x="38" y="195"/>
                    <a:pt x="41" y="193"/>
                  </a:cubicBezTo>
                  <a:cubicBezTo>
                    <a:pt x="43" y="191"/>
                    <a:pt x="47" y="189"/>
                    <a:pt x="49" y="187"/>
                  </a:cubicBezTo>
                  <a:cubicBezTo>
                    <a:pt x="51" y="185"/>
                    <a:pt x="51" y="181"/>
                    <a:pt x="55" y="180"/>
                  </a:cubicBezTo>
                  <a:cubicBezTo>
                    <a:pt x="58" y="181"/>
                    <a:pt x="60" y="187"/>
                    <a:pt x="63" y="183"/>
                  </a:cubicBezTo>
                  <a:cubicBezTo>
                    <a:pt x="65" y="181"/>
                    <a:pt x="64" y="177"/>
                    <a:pt x="69" y="178"/>
                  </a:cubicBezTo>
                  <a:cubicBezTo>
                    <a:pt x="75" y="179"/>
                    <a:pt x="76" y="178"/>
                    <a:pt x="80" y="173"/>
                  </a:cubicBezTo>
                  <a:cubicBezTo>
                    <a:pt x="81" y="171"/>
                    <a:pt x="83" y="170"/>
                    <a:pt x="84" y="169"/>
                  </a:cubicBezTo>
                  <a:cubicBezTo>
                    <a:pt x="87" y="168"/>
                    <a:pt x="89" y="171"/>
                    <a:pt x="89" y="165"/>
                  </a:cubicBezTo>
                  <a:cubicBezTo>
                    <a:pt x="89" y="164"/>
                    <a:pt x="91" y="158"/>
                    <a:pt x="93" y="162"/>
                  </a:cubicBezTo>
                  <a:cubicBezTo>
                    <a:pt x="94" y="165"/>
                    <a:pt x="96" y="167"/>
                    <a:pt x="99" y="170"/>
                  </a:cubicBezTo>
                  <a:cubicBezTo>
                    <a:pt x="101" y="172"/>
                    <a:pt x="104" y="171"/>
                    <a:pt x="107" y="171"/>
                  </a:cubicBezTo>
                  <a:cubicBezTo>
                    <a:pt x="107" y="171"/>
                    <a:pt x="107" y="171"/>
                    <a:pt x="107" y="171"/>
                  </a:cubicBezTo>
                  <a:cubicBezTo>
                    <a:pt x="108" y="169"/>
                    <a:pt x="110" y="167"/>
                    <a:pt x="110" y="165"/>
                  </a:cubicBezTo>
                  <a:cubicBezTo>
                    <a:pt x="110" y="163"/>
                    <a:pt x="110" y="162"/>
                    <a:pt x="111" y="161"/>
                  </a:cubicBezTo>
                  <a:cubicBezTo>
                    <a:pt x="112" y="159"/>
                    <a:pt x="114" y="158"/>
                    <a:pt x="114" y="155"/>
                  </a:cubicBezTo>
                  <a:cubicBezTo>
                    <a:pt x="114" y="154"/>
                    <a:pt x="114" y="153"/>
                    <a:pt x="113" y="152"/>
                  </a:cubicBezTo>
                  <a:cubicBezTo>
                    <a:pt x="113" y="150"/>
                    <a:pt x="114" y="149"/>
                    <a:pt x="114" y="148"/>
                  </a:cubicBezTo>
                  <a:cubicBezTo>
                    <a:pt x="116" y="147"/>
                    <a:pt x="118" y="146"/>
                    <a:pt x="120" y="146"/>
                  </a:cubicBezTo>
                  <a:cubicBezTo>
                    <a:pt x="123" y="145"/>
                    <a:pt x="124" y="145"/>
                    <a:pt x="126" y="143"/>
                  </a:cubicBezTo>
                  <a:cubicBezTo>
                    <a:pt x="127" y="141"/>
                    <a:pt x="126" y="141"/>
                    <a:pt x="125" y="139"/>
                  </a:cubicBezTo>
                  <a:cubicBezTo>
                    <a:pt x="124" y="137"/>
                    <a:pt x="124" y="135"/>
                    <a:pt x="125" y="132"/>
                  </a:cubicBezTo>
                  <a:cubicBezTo>
                    <a:pt x="126" y="130"/>
                    <a:pt x="127" y="126"/>
                    <a:pt x="129" y="124"/>
                  </a:cubicBezTo>
                  <a:cubicBezTo>
                    <a:pt x="129" y="124"/>
                    <a:pt x="129" y="124"/>
                    <a:pt x="129" y="124"/>
                  </a:cubicBezTo>
                  <a:cubicBezTo>
                    <a:pt x="129" y="121"/>
                    <a:pt x="127" y="117"/>
                    <a:pt x="126" y="114"/>
                  </a:cubicBezTo>
                  <a:cubicBezTo>
                    <a:pt x="124" y="112"/>
                    <a:pt x="121" y="109"/>
                    <a:pt x="120" y="106"/>
                  </a:cubicBezTo>
                  <a:cubicBezTo>
                    <a:pt x="120" y="105"/>
                    <a:pt x="131" y="99"/>
                    <a:pt x="132" y="96"/>
                  </a:cubicBezTo>
                  <a:cubicBezTo>
                    <a:pt x="136" y="91"/>
                    <a:pt x="136" y="92"/>
                    <a:pt x="136" y="86"/>
                  </a:cubicBezTo>
                  <a:cubicBezTo>
                    <a:pt x="138" y="85"/>
                    <a:pt x="142" y="76"/>
                    <a:pt x="144" y="78"/>
                  </a:cubicBezTo>
                  <a:cubicBezTo>
                    <a:pt x="144" y="84"/>
                    <a:pt x="148" y="83"/>
                    <a:pt x="151" y="87"/>
                  </a:cubicBezTo>
                  <a:cubicBezTo>
                    <a:pt x="152" y="90"/>
                    <a:pt x="150" y="93"/>
                    <a:pt x="152" y="96"/>
                  </a:cubicBezTo>
                  <a:cubicBezTo>
                    <a:pt x="156" y="101"/>
                    <a:pt x="160" y="102"/>
                    <a:pt x="161" y="109"/>
                  </a:cubicBezTo>
                  <a:cubicBezTo>
                    <a:pt x="161" y="115"/>
                    <a:pt x="160" y="120"/>
                    <a:pt x="160" y="125"/>
                  </a:cubicBezTo>
                  <a:cubicBezTo>
                    <a:pt x="157" y="129"/>
                    <a:pt x="157" y="129"/>
                    <a:pt x="157" y="129"/>
                  </a:cubicBezTo>
                  <a:cubicBezTo>
                    <a:pt x="157" y="129"/>
                    <a:pt x="157" y="129"/>
                    <a:pt x="157" y="129"/>
                  </a:cubicBezTo>
                  <a:cubicBezTo>
                    <a:pt x="159" y="131"/>
                    <a:pt x="160" y="132"/>
                    <a:pt x="162" y="132"/>
                  </a:cubicBezTo>
                  <a:cubicBezTo>
                    <a:pt x="165" y="131"/>
                    <a:pt x="168" y="133"/>
                    <a:pt x="168" y="135"/>
                  </a:cubicBezTo>
                  <a:cubicBezTo>
                    <a:pt x="168" y="139"/>
                    <a:pt x="172" y="144"/>
                    <a:pt x="176" y="144"/>
                  </a:cubicBezTo>
                  <a:cubicBezTo>
                    <a:pt x="178" y="144"/>
                    <a:pt x="181" y="144"/>
                    <a:pt x="183" y="143"/>
                  </a:cubicBezTo>
                  <a:cubicBezTo>
                    <a:pt x="186" y="142"/>
                    <a:pt x="187" y="141"/>
                    <a:pt x="190" y="141"/>
                  </a:cubicBezTo>
                  <a:cubicBezTo>
                    <a:pt x="190" y="141"/>
                    <a:pt x="190" y="141"/>
                    <a:pt x="190" y="141"/>
                  </a:cubicBezTo>
                  <a:cubicBezTo>
                    <a:pt x="192" y="139"/>
                    <a:pt x="194" y="137"/>
                    <a:pt x="192" y="134"/>
                  </a:cubicBezTo>
                  <a:cubicBezTo>
                    <a:pt x="191" y="133"/>
                    <a:pt x="193" y="130"/>
                    <a:pt x="192" y="128"/>
                  </a:cubicBezTo>
                  <a:cubicBezTo>
                    <a:pt x="191" y="124"/>
                    <a:pt x="190" y="119"/>
                    <a:pt x="191" y="115"/>
                  </a:cubicBezTo>
                  <a:cubicBezTo>
                    <a:pt x="192" y="113"/>
                    <a:pt x="193" y="112"/>
                    <a:pt x="192" y="110"/>
                  </a:cubicBezTo>
                  <a:cubicBezTo>
                    <a:pt x="192" y="107"/>
                    <a:pt x="189" y="105"/>
                    <a:pt x="189" y="102"/>
                  </a:cubicBezTo>
                  <a:cubicBezTo>
                    <a:pt x="189" y="88"/>
                    <a:pt x="189" y="88"/>
                    <a:pt x="189" y="88"/>
                  </a:cubicBezTo>
                  <a:cubicBezTo>
                    <a:pt x="189" y="88"/>
                    <a:pt x="189" y="88"/>
                    <a:pt x="189" y="88"/>
                  </a:cubicBezTo>
                  <a:cubicBezTo>
                    <a:pt x="188" y="87"/>
                    <a:pt x="188" y="87"/>
                    <a:pt x="188" y="86"/>
                  </a:cubicBezTo>
                  <a:cubicBezTo>
                    <a:pt x="187" y="85"/>
                    <a:pt x="185" y="84"/>
                    <a:pt x="184" y="83"/>
                  </a:cubicBezTo>
                  <a:cubicBezTo>
                    <a:pt x="184" y="81"/>
                    <a:pt x="184" y="79"/>
                    <a:pt x="184" y="78"/>
                  </a:cubicBezTo>
                  <a:cubicBezTo>
                    <a:pt x="188" y="75"/>
                    <a:pt x="188" y="75"/>
                    <a:pt x="188" y="75"/>
                  </a:cubicBezTo>
                  <a:cubicBezTo>
                    <a:pt x="188" y="75"/>
                    <a:pt x="188" y="75"/>
                    <a:pt x="188" y="75"/>
                  </a:cubicBezTo>
                  <a:cubicBezTo>
                    <a:pt x="188" y="70"/>
                    <a:pt x="189" y="70"/>
                    <a:pt x="192" y="67"/>
                  </a:cubicBezTo>
                  <a:cubicBezTo>
                    <a:pt x="195" y="65"/>
                    <a:pt x="194" y="61"/>
                    <a:pt x="193" y="58"/>
                  </a:cubicBezTo>
                  <a:cubicBezTo>
                    <a:pt x="191" y="52"/>
                    <a:pt x="181" y="46"/>
                    <a:pt x="176" y="45"/>
                  </a:cubicBezTo>
                  <a:cubicBezTo>
                    <a:pt x="168" y="44"/>
                    <a:pt x="164" y="49"/>
                    <a:pt x="159" y="40"/>
                  </a:cubicBezTo>
                  <a:cubicBezTo>
                    <a:pt x="153" y="34"/>
                    <a:pt x="157" y="36"/>
                    <a:pt x="155" y="30"/>
                  </a:cubicBezTo>
                  <a:cubicBezTo>
                    <a:pt x="152" y="30"/>
                    <a:pt x="151" y="34"/>
                    <a:pt x="148" y="34"/>
                  </a:cubicBezTo>
                  <a:cubicBezTo>
                    <a:pt x="144" y="34"/>
                    <a:pt x="140" y="29"/>
                    <a:pt x="138" y="33"/>
                  </a:cubicBezTo>
                  <a:cubicBezTo>
                    <a:pt x="133" y="40"/>
                    <a:pt x="134" y="54"/>
                    <a:pt x="124" y="57"/>
                  </a:cubicBezTo>
                  <a:cubicBezTo>
                    <a:pt x="114" y="60"/>
                    <a:pt x="119" y="54"/>
                    <a:pt x="116" y="48"/>
                  </a:cubicBezTo>
                  <a:cubicBezTo>
                    <a:pt x="115" y="46"/>
                    <a:pt x="112" y="46"/>
                    <a:pt x="111" y="43"/>
                  </a:cubicBezTo>
                  <a:cubicBezTo>
                    <a:pt x="109" y="41"/>
                    <a:pt x="112" y="38"/>
                    <a:pt x="112" y="35"/>
                  </a:cubicBezTo>
                  <a:cubicBezTo>
                    <a:pt x="112" y="31"/>
                    <a:pt x="110" y="28"/>
                    <a:pt x="108" y="24"/>
                  </a:cubicBezTo>
                  <a:cubicBezTo>
                    <a:pt x="103" y="11"/>
                    <a:pt x="90" y="21"/>
                    <a:pt x="81" y="14"/>
                  </a:cubicBezTo>
                  <a:cubicBezTo>
                    <a:pt x="77" y="11"/>
                    <a:pt x="76" y="4"/>
                    <a:pt x="72" y="0"/>
                  </a:cubicBezTo>
                  <a:cubicBezTo>
                    <a:pt x="72" y="0"/>
                    <a:pt x="72" y="0"/>
                    <a:pt x="72" y="0"/>
                  </a:cubicBezTo>
                  <a:cubicBezTo>
                    <a:pt x="69" y="0"/>
                    <a:pt x="68" y="3"/>
                    <a:pt x="67" y="5"/>
                  </a:cubicBezTo>
                  <a:cubicBezTo>
                    <a:pt x="66" y="8"/>
                    <a:pt x="65" y="7"/>
                    <a:pt x="62" y="8"/>
                  </a:cubicBezTo>
                  <a:cubicBezTo>
                    <a:pt x="58" y="10"/>
                    <a:pt x="67" y="17"/>
                    <a:pt x="66" y="18"/>
                  </a:cubicBezTo>
                  <a:cubicBezTo>
                    <a:pt x="65" y="20"/>
                    <a:pt x="65" y="24"/>
                    <a:pt x="63" y="26"/>
                  </a:cubicBezTo>
                  <a:cubicBezTo>
                    <a:pt x="61" y="28"/>
                    <a:pt x="55" y="25"/>
                    <a:pt x="54" y="28"/>
                  </a:cubicBezTo>
                  <a:cubicBezTo>
                    <a:pt x="52" y="31"/>
                    <a:pt x="52" y="31"/>
                    <a:pt x="48" y="32"/>
                  </a:cubicBezTo>
                  <a:cubicBezTo>
                    <a:pt x="48" y="32"/>
                    <a:pt x="48" y="32"/>
                    <a:pt x="48" y="32"/>
                  </a:cubicBezTo>
                  <a:cubicBezTo>
                    <a:pt x="46" y="40"/>
                    <a:pt x="46" y="40"/>
                    <a:pt x="46" y="40"/>
                  </a:cubicBezTo>
                  <a:cubicBezTo>
                    <a:pt x="46" y="45"/>
                    <a:pt x="50" y="46"/>
                    <a:pt x="51" y="50"/>
                  </a:cubicBezTo>
                  <a:cubicBezTo>
                    <a:pt x="51" y="52"/>
                    <a:pt x="46" y="52"/>
                    <a:pt x="45" y="53"/>
                  </a:cubicBezTo>
                  <a:cubicBezTo>
                    <a:pt x="39" y="56"/>
                    <a:pt x="49" y="61"/>
                    <a:pt x="42" y="65"/>
                  </a:cubicBezTo>
                  <a:cubicBezTo>
                    <a:pt x="38" y="68"/>
                    <a:pt x="33" y="67"/>
                    <a:pt x="35" y="73"/>
                  </a:cubicBezTo>
                  <a:cubicBezTo>
                    <a:pt x="36" y="76"/>
                    <a:pt x="41" y="82"/>
                    <a:pt x="39" y="85"/>
                  </a:cubicBezTo>
                  <a:cubicBezTo>
                    <a:pt x="38" y="87"/>
                    <a:pt x="38" y="89"/>
                    <a:pt x="39" y="90"/>
                  </a:cubicBezTo>
                  <a:cubicBezTo>
                    <a:pt x="42" y="93"/>
                    <a:pt x="39" y="94"/>
                    <a:pt x="37" y="96"/>
                  </a:cubicBezTo>
                  <a:cubicBezTo>
                    <a:pt x="34" y="98"/>
                    <a:pt x="26" y="102"/>
                    <a:pt x="26" y="105"/>
                  </a:cubicBezTo>
                  <a:cubicBezTo>
                    <a:pt x="27" y="110"/>
                    <a:pt x="29" y="109"/>
                    <a:pt x="25" y="114"/>
                  </a:cubicBezTo>
                  <a:cubicBezTo>
                    <a:pt x="21" y="119"/>
                    <a:pt x="22" y="125"/>
                    <a:pt x="19" y="130"/>
                  </a:cubicBezTo>
                  <a:cubicBezTo>
                    <a:pt x="18" y="134"/>
                    <a:pt x="10" y="134"/>
                    <a:pt x="7" y="137"/>
                  </a:cubicBezTo>
                  <a:cubicBezTo>
                    <a:pt x="5" y="139"/>
                    <a:pt x="7" y="141"/>
                    <a:pt x="7" y="143"/>
                  </a:cubicBezTo>
                  <a:cubicBezTo>
                    <a:pt x="6" y="145"/>
                    <a:pt x="1" y="147"/>
                    <a:pt x="0" y="14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5"/>
            <p:cNvSpPr>
              <a:spLocks/>
            </p:cNvSpPr>
            <p:nvPr/>
          </p:nvSpPr>
          <p:spPr bwMode="auto">
            <a:xfrm>
              <a:off x="3719513" y="3600450"/>
              <a:ext cx="71438" cy="98425"/>
            </a:xfrm>
            <a:custGeom>
              <a:avLst/>
              <a:gdLst/>
              <a:ahLst/>
              <a:cxnLst>
                <a:cxn ang="0">
                  <a:pos x="9" y="48"/>
                </a:cxn>
                <a:cxn ang="0">
                  <a:pos x="17" y="53"/>
                </a:cxn>
                <a:cxn ang="0">
                  <a:pos x="22" y="53"/>
                </a:cxn>
                <a:cxn ang="0">
                  <a:pos x="28" y="56"/>
                </a:cxn>
                <a:cxn ang="0">
                  <a:pos x="37" y="53"/>
                </a:cxn>
                <a:cxn ang="0">
                  <a:pos x="37" y="53"/>
                </a:cxn>
                <a:cxn ang="0">
                  <a:pos x="40" y="49"/>
                </a:cxn>
                <a:cxn ang="0">
                  <a:pos x="41" y="33"/>
                </a:cxn>
                <a:cxn ang="0">
                  <a:pos x="32" y="20"/>
                </a:cxn>
                <a:cxn ang="0">
                  <a:pos x="31" y="11"/>
                </a:cxn>
                <a:cxn ang="0">
                  <a:pos x="24" y="2"/>
                </a:cxn>
                <a:cxn ang="0">
                  <a:pos x="16" y="10"/>
                </a:cxn>
                <a:cxn ang="0">
                  <a:pos x="12" y="20"/>
                </a:cxn>
                <a:cxn ang="0">
                  <a:pos x="0" y="30"/>
                </a:cxn>
                <a:cxn ang="0">
                  <a:pos x="6" y="38"/>
                </a:cxn>
                <a:cxn ang="0">
                  <a:pos x="9" y="48"/>
                </a:cxn>
              </a:cxnLst>
              <a:rect l="0" t="0" r="r" b="b"/>
              <a:pathLst>
                <a:path w="41" h="56">
                  <a:moveTo>
                    <a:pt x="9" y="48"/>
                  </a:moveTo>
                  <a:cubicBezTo>
                    <a:pt x="12" y="49"/>
                    <a:pt x="14" y="53"/>
                    <a:pt x="17" y="53"/>
                  </a:cubicBezTo>
                  <a:cubicBezTo>
                    <a:pt x="19" y="53"/>
                    <a:pt x="20" y="53"/>
                    <a:pt x="22" y="53"/>
                  </a:cubicBezTo>
                  <a:cubicBezTo>
                    <a:pt x="24" y="54"/>
                    <a:pt x="26" y="56"/>
                    <a:pt x="28" y="56"/>
                  </a:cubicBezTo>
                  <a:cubicBezTo>
                    <a:pt x="31" y="55"/>
                    <a:pt x="34" y="53"/>
                    <a:pt x="37" y="53"/>
                  </a:cubicBezTo>
                  <a:cubicBezTo>
                    <a:pt x="37" y="53"/>
                    <a:pt x="37" y="53"/>
                    <a:pt x="37" y="53"/>
                  </a:cubicBezTo>
                  <a:cubicBezTo>
                    <a:pt x="40" y="49"/>
                    <a:pt x="40" y="49"/>
                    <a:pt x="40" y="49"/>
                  </a:cubicBezTo>
                  <a:cubicBezTo>
                    <a:pt x="40" y="44"/>
                    <a:pt x="41" y="39"/>
                    <a:pt x="41" y="33"/>
                  </a:cubicBezTo>
                  <a:cubicBezTo>
                    <a:pt x="40" y="26"/>
                    <a:pt x="36" y="25"/>
                    <a:pt x="32" y="20"/>
                  </a:cubicBezTo>
                  <a:cubicBezTo>
                    <a:pt x="30" y="17"/>
                    <a:pt x="32" y="14"/>
                    <a:pt x="31" y="11"/>
                  </a:cubicBezTo>
                  <a:cubicBezTo>
                    <a:pt x="28" y="7"/>
                    <a:pt x="24" y="8"/>
                    <a:pt x="24" y="2"/>
                  </a:cubicBezTo>
                  <a:cubicBezTo>
                    <a:pt x="22" y="0"/>
                    <a:pt x="18" y="9"/>
                    <a:pt x="16" y="10"/>
                  </a:cubicBezTo>
                  <a:cubicBezTo>
                    <a:pt x="16" y="16"/>
                    <a:pt x="16" y="15"/>
                    <a:pt x="12" y="20"/>
                  </a:cubicBezTo>
                  <a:cubicBezTo>
                    <a:pt x="11" y="23"/>
                    <a:pt x="0" y="29"/>
                    <a:pt x="0" y="30"/>
                  </a:cubicBezTo>
                  <a:cubicBezTo>
                    <a:pt x="1" y="33"/>
                    <a:pt x="4" y="36"/>
                    <a:pt x="6" y="38"/>
                  </a:cubicBezTo>
                  <a:cubicBezTo>
                    <a:pt x="7" y="41"/>
                    <a:pt x="9" y="45"/>
                    <a:pt x="9" y="4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26"/>
            <p:cNvSpPr>
              <a:spLocks/>
            </p:cNvSpPr>
            <p:nvPr/>
          </p:nvSpPr>
          <p:spPr bwMode="auto">
            <a:xfrm>
              <a:off x="3695700" y="3684588"/>
              <a:ext cx="147638" cy="144463"/>
            </a:xfrm>
            <a:custGeom>
              <a:avLst/>
              <a:gdLst/>
              <a:ahLst/>
              <a:cxnLst>
                <a:cxn ang="0">
                  <a:pos x="23" y="0"/>
                </a:cxn>
                <a:cxn ang="0">
                  <a:pos x="31" y="5"/>
                </a:cxn>
                <a:cxn ang="0">
                  <a:pos x="36" y="5"/>
                </a:cxn>
                <a:cxn ang="0">
                  <a:pos x="42" y="8"/>
                </a:cxn>
                <a:cxn ang="0">
                  <a:pos x="51" y="5"/>
                </a:cxn>
                <a:cxn ang="0">
                  <a:pos x="51" y="5"/>
                </a:cxn>
                <a:cxn ang="0">
                  <a:pos x="56" y="8"/>
                </a:cxn>
                <a:cxn ang="0">
                  <a:pos x="62" y="11"/>
                </a:cxn>
                <a:cxn ang="0">
                  <a:pos x="70" y="20"/>
                </a:cxn>
                <a:cxn ang="0">
                  <a:pos x="77" y="19"/>
                </a:cxn>
                <a:cxn ang="0">
                  <a:pos x="84" y="17"/>
                </a:cxn>
                <a:cxn ang="0">
                  <a:pos x="84" y="17"/>
                </a:cxn>
                <a:cxn ang="0">
                  <a:pos x="82" y="25"/>
                </a:cxn>
                <a:cxn ang="0">
                  <a:pos x="79" y="33"/>
                </a:cxn>
                <a:cxn ang="0">
                  <a:pos x="76" y="39"/>
                </a:cxn>
                <a:cxn ang="0">
                  <a:pos x="77" y="54"/>
                </a:cxn>
                <a:cxn ang="0">
                  <a:pos x="77" y="67"/>
                </a:cxn>
                <a:cxn ang="0">
                  <a:pos x="72" y="69"/>
                </a:cxn>
                <a:cxn ang="0">
                  <a:pos x="58" y="72"/>
                </a:cxn>
                <a:cxn ang="0">
                  <a:pos x="50" y="77"/>
                </a:cxn>
                <a:cxn ang="0">
                  <a:pos x="45" y="82"/>
                </a:cxn>
                <a:cxn ang="0">
                  <a:pos x="45" y="82"/>
                </a:cxn>
                <a:cxn ang="0">
                  <a:pos x="33" y="70"/>
                </a:cxn>
                <a:cxn ang="0">
                  <a:pos x="11" y="63"/>
                </a:cxn>
                <a:cxn ang="0">
                  <a:pos x="7" y="53"/>
                </a:cxn>
                <a:cxn ang="0">
                  <a:pos x="1" y="47"/>
                </a:cxn>
                <a:cxn ang="0">
                  <a:pos x="1" y="47"/>
                </a:cxn>
                <a:cxn ang="0">
                  <a:pos x="4" y="41"/>
                </a:cxn>
                <a:cxn ang="0">
                  <a:pos x="5" y="37"/>
                </a:cxn>
                <a:cxn ang="0">
                  <a:pos x="8" y="31"/>
                </a:cxn>
                <a:cxn ang="0">
                  <a:pos x="7" y="28"/>
                </a:cxn>
                <a:cxn ang="0">
                  <a:pos x="8" y="24"/>
                </a:cxn>
                <a:cxn ang="0">
                  <a:pos x="14" y="22"/>
                </a:cxn>
                <a:cxn ang="0">
                  <a:pos x="20" y="19"/>
                </a:cxn>
                <a:cxn ang="0">
                  <a:pos x="19" y="15"/>
                </a:cxn>
                <a:cxn ang="0">
                  <a:pos x="19" y="8"/>
                </a:cxn>
                <a:cxn ang="0">
                  <a:pos x="23" y="0"/>
                </a:cxn>
              </a:cxnLst>
              <a:rect l="0" t="0" r="r" b="b"/>
              <a:pathLst>
                <a:path w="84" h="82">
                  <a:moveTo>
                    <a:pt x="23" y="0"/>
                  </a:moveTo>
                  <a:cubicBezTo>
                    <a:pt x="26" y="1"/>
                    <a:pt x="28" y="5"/>
                    <a:pt x="31" y="5"/>
                  </a:cubicBezTo>
                  <a:cubicBezTo>
                    <a:pt x="33" y="5"/>
                    <a:pt x="34" y="5"/>
                    <a:pt x="36" y="5"/>
                  </a:cubicBezTo>
                  <a:cubicBezTo>
                    <a:pt x="38" y="6"/>
                    <a:pt x="40" y="8"/>
                    <a:pt x="42" y="8"/>
                  </a:cubicBezTo>
                  <a:cubicBezTo>
                    <a:pt x="45" y="7"/>
                    <a:pt x="48" y="5"/>
                    <a:pt x="51" y="5"/>
                  </a:cubicBezTo>
                  <a:cubicBezTo>
                    <a:pt x="51" y="5"/>
                    <a:pt x="51" y="5"/>
                    <a:pt x="51" y="5"/>
                  </a:cubicBezTo>
                  <a:cubicBezTo>
                    <a:pt x="53" y="7"/>
                    <a:pt x="54" y="8"/>
                    <a:pt x="56" y="8"/>
                  </a:cubicBezTo>
                  <a:cubicBezTo>
                    <a:pt x="59" y="7"/>
                    <a:pt x="62" y="9"/>
                    <a:pt x="62" y="11"/>
                  </a:cubicBezTo>
                  <a:cubicBezTo>
                    <a:pt x="62" y="15"/>
                    <a:pt x="66" y="20"/>
                    <a:pt x="70" y="20"/>
                  </a:cubicBezTo>
                  <a:cubicBezTo>
                    <a:pt x="72" y="20"/>
                    <a:pt x="75" y="20"/>
                    <a:pt x="77" y="19"/>
                  </a:cubicBezTo>
                  <a:cubicBezTo>
                    <a:pt x="80" y="18"/>
                    <a:pt x="81" y="17"/>
                    <a:pt x="84" y="17"/>
                  </a:cubicBezTo>
                  <a:cubicBezTo>
                    <a:pt x="84" y="17"/>
                    <a:pt x="84" y="17"/>
                    <a:pt x="84" y="17"/>
                  </a:cubicBezTo>
                  <a:cubicBezTo>
                    <a:pt x="82" y="25"/>
                    <a:pt x="82" y="25"/>
                    <a:pt x="82" y="25"/>
                  </a:cubicBezTo>
                  <a:cubicBezTo>
                    <a:pt x="79" y="27"/>
                    <a:pt x="79" y="30"/>
                    <a:pt x="79" y="33"/>
                  </a:cubicBezTo>
                  <a:cubicBezTo>
                    <a:pt x="78" y="35"/>
                    <a:pt x="76" y="37"/>
                    <a:pt x="76" y="39"/>
                  </a:cubicBezTo>
                  <a:cubicBezTo>
                    <a:pt x="74" y="45"/>
                    <a:pt x="77" y="48"/>
                    <a:pt x="77" y="54"/>
                  </a:cubicBezTo>
                  <a:cubicBezTo>
                    <a:pt x="76" y="57"/>
                    <a:pt x="76" y="63"/>
                    <a:pt x="77" y="67"/>
                  </a:cubicBezTo>
                  <a:cubicBezTo>
                    <a:pt x="80" y="74"/>
                    <a:pt x="77" y="73"/>
                    <a:pt x="72" y="69"/>
                  </a:cubicBezTo>
                  <a:cubicBezTo>
                    <a:pt x="65" y="62"/>
                    <a:pt x="63" y="65"/>
                    <a:pt x="58" y="72"/>
                  </a:cubicBezTo>
                  <a:cubicBezTo>
                    <a:pt x="55" y="75"/>
                    <a:pt x="53" y="67"/>
                    <a:pt x="50" y="77"/>
                  </a:cubicBezTo>
                  <a:cubicBezTo>
                    <a:pt x="50" y="79"/>
                    <a:pt x="47" y="80"/>
                    <a:pt x="45" y="82"/>
                  </a:cubicBezTo>
                  <a:cubicBezTo>
                    <a:pt x="45" y="82"/>
                    <a:pt x="45" y="82"/>
                    <a:pt x="45" y="82"/>
                  </a:cubicBezTo>
                  <a:cubicBezTo>
                    <a:pt x="40" y="76"/>
                    <a:pt x="42" y="72"/>
                    <a:pt x="33" y="70"/>
                  </a:cubicBezTo>
                  <a:cubicBezTo>
                    <a:pt x="27" y="69"/>
                    <a:pt x="13" y="71"/>
                    <a:pt x="11" y="63"/>
                  </a:cubicBezTo>
                  <a:cubicBezTo>
                    <a:pt x="11" y="62"/>
                    <a:pt x="8" y="54"/>
                    <a:pt x="7" y="53"/>
                  </a:cubicBezTo>
                  <a:cubicBezTo>
                    <a:pt x="5" y="51"/>
                    <a:pt x="0" y="49"/>
                    <a:pt x="1" y="47"/>
                  </a:cubicBezTo>
                  <a:cubicBezTo>
                    <a:pt x="1" y="47"/>
                    <a:pt x="1" y="47"/>
                    <a:pt x="1" y="47"/>
                  </a:cubicBezTo>
                  <a:cubicBezTo>
                    <a:pt x="2" y="45"/>
                    <a:pt x="4" y="43"/>
                    <a:pt x="4" y="41"/>
                  </a:cubicBezTo>
                  <a:cubicBezTo>
                    <a:pt x="4" y="39"/>
                    <a:pt x="4" y="38"/>
                    <a:pt x="5" y="37"/>
                  </a:cubicBezTo>
                  <a:cubicBezTo>
                    <a:pt x="6" y="35"/>
                    <a:pt x="8" y="34"/>
                    <a:pt x="8" y="31"/>
                  </a:cubicBezTo>
                  <a:cubicBezTo>
                    <a:pt x="8" y="30"/>
                    <a:pt x="8" y="29"/>
                    <a:pt x="7" y="28"/>
                  </a:cubicBezTo>
                  <a:cubicBezTo>
                    <a:pt x="7" y="26"/>
                    <a:pt x="8" y="25"/>
                    <a:pt x="8" y="24"/>
                  </a:cubicBezTo>
                  <a:cubicBezTo>
                    <a:pt x="10" y="23"/>
                    <a:pt x="12" y="22"/>
                    <a:pt x="14" y="22"/>
                  </a:cubicBezTo>
                  <a:cubicBezTo>
                    <a:pt x="17" y="21"/>
                    <a:pt x="18" y="21"/>
                    <a:pt x="20" y="19"/>
                  </a:cubicBezTo>
                  <a:cubicBezTo>
                    <a:pt x="21" y="17"/>
                    <a:pt x="20" y="17"/>
                    <a:pt x="19" y="15"/>
                  </a:cubicBezTo>
                  <a:cubicBezTo>
                    <a:pt x="18" y="13"/>
                    <a:pt x="18" y="11"/>
                    <a:pt x="19" y="8"/>
                  </a:cubicBezTo>
                  <a:cubicBezTo>
                    <a:pt x="20" y="6"/>
                    <a:pt x="21" y="2"/>
                    <a:pt x="23"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7"/>
            <p:cNvSpPr>
              <a:spLocks/>
            </p:cNvSpPr>
            <p:nvPr/>
          </p:nvSpPr>
          <p:spPr bwMode="auto">
            <a:xfrm>
              <a:off x="3832225" y="3568700"/>
              <a:ext cx="190500" cy="122238"/>
            </a:xfrm>
            <a:custGeom>
              <a:avLst/>
              <a:gdLst/>
              <a:ahLst/>
              <a:cxnLst>
                <a:cxn ang="0">
                  <a:pos x="5" y="30"/>
                </a:cxn>
                <a:cxn ang="0">
                  <a:pos x="4" y="28"/>
                </a:cxn>
                <a:cxn ang="0">
                  <a:pos x="0" y="25"/>
                </a:cxn>
                <a:cxn ang="0">
                  <a:pos x="0" y="20"/>
                </a:cxn>
                <a:cxn ang="0">
                  <a:pos x="4" y="17"/>
                </a:cxn>
                <a:cxn ang="0">
                  <a:pos x="4" y="17"/>
                </a:cxn>
                <a:cxn ang="0">
                  <a:pos x="10" y="15"/>
                </a:cxn>
                <a:cxn ang="0">
                  <a:pos x="20" y="16"/>
                </a:cxn>
                <a:cxn ang="0">
                  <a:pos x="37" y="12"/>
                </a:cxn>
                <a:cxn ang="0">
                  <a:pos x="38" y="5"/>
                </a:cxn>
                <a:cxn ang="0">
                  <a:pos x="45" y="4"/>
                </a:cxn>
                <a:cxn ang="0">
                  <a:pos x="45" y="4"/>
                </a:cxn>
                <a:cxn ang="0">
                  <a:pos x="46" y="9"/>
                </a:cxn>
                <a:cxn ang="0">
                  <a:pos x="67" y="12"/>
                </a:cxn>
                <a:cxn ang="0">
                  <a:pos x="82" y="23"/>
                </a:cxn>
                <a:cxn ang="0">
                  <a:pos x="85" y="31"/>
                </a:cxn>
                <a:cxn ang="0">
                  <a:pos x="91" y="30"/>
                </a:cxn>
                <a:cxn ang="0">
                  <a:pos x="106" y="44"/>
                </a:cxn>
                <a:cxn ang="0">
                  <a:pos x="89" y="49"/>
                </a:cxn>
                <a:cxn ang="0">
                  <a:pos x="81" y="54"/>
                </a:cxn>
                <a:cxn ang="0">
                  <a:pos x="78" y="61"/>
                </a:cxn>
                <a:cxn ang="0">
                  <a:pos x="70" y="58"/>
                </a:cxn>
                <a:cxn ang="0">
                  <a:pos x="51" y="68"/>
                </a:cxn>
                <a:cxn ang="0">
                  <a:pos x="41" y="60"/>
                </a:cxn>
                <a:cxn ang="0">
                  <a:pos x="28" y="48"/>
                </a:cxn>
                <a:cxn ang="0">
                  <a:pos x="22" y="40"/>
                </a:cxn>
                <a:cxn ang="0">
                  <a:pos x="17" y="34"/>
                </a:cxn>
                <a:cxn ang="0">
                  <a:pos x="5" y="30"/>
                </a:cxn>
              </a:cxnLst>
              <a:rect l="0" t="0" r="r" b="b"/>
              <a:pathLst>
                <a:path w="108" h="69">
                  <a:moveTo>
                    <a:pt x="5" y="30"/>
                  </a:moveTo>
                  <a:cubicBezTo>
                    <a:pt x="4" y="29"/>
                    <a:pt x="4" y="29"/>
                    <a:pt x="4" y="28"/>
                  </a:cubicBezTo>
                  <a:cubicBezTo>
                    <a:pt x="3" y="27"/>
                    <a:pt x="1" y="26"/>
                    <a:pt x="0" y="25"/>
                  </a:cubicBezTo>
                  <a:cubicBezTo>
                    <a:pt x="0" y="23"/>
                    <a:pt x="0" y="21"/>
                    <a:pt x="0" y="20"/>
                  </a:cubicBezTo>
                  <a:cubicBezTo>
                    <a:pt x="4" y="17"/>
                    <a:pt x="4" y="17"/>
                    <a:pt x="4" y="17"/>
                  </a:cubicBezTo>
                  <a:cubicBezTo>
                    <a:pt x="4" y="17"/>
                    <a:pt x="4" y="17"/>
                    <a:pt x="4" y="17"/>
                  </a:cubicBezTo>
                  <a:cubicBezTo>
                    <a:pt x="5" y="20"/>
                    <a:pt x="8" y="16"/>
                    <a:pt x="10" y="15"/>
                  </a:cubicBezTo>
                  <a:cubicBezTo>
                    <a:pt x="13" y="12"/>
                    <a:pt x="17" y="15"/>
                    <a:pt x="20" y="16"/>
                  </a:cubicBezTo>
                  <a:cubicBezTo>
                    <a:pt x="24" y="16"/>
                    <a:pt x="35" y="16"/>
                    <a:pt x="37" y="12"/>
                  </a:cubicBezTo>
                  <a:cubicBezTo>
                    <a:pt x="38" y="10"/>
                    <a:pt x="37" y="7"/>
                    <a:pt x="38" y="5"/>
                  </a:cubicBezTo>
                  <a:cubicBezTo>
                    <a:pt x="39" y="4"/>
                    <a:pt x="44" y="4"/>
                    <a:pt x="45" y="4"/>
                  </a:cubicBezTo>
                  <a:cubicBezTo>
                    <a:pt x="45" y="4"/>
                    <a:pt x="45" y="4"/>
                    <a:pt x="45" y="4"/>
                  </a:cubicBezTo>
                  <a:cubicBezTo>
                    <a:pt x="46" y="9"/>
                    <a:pt x="46" y="9"/>
                    <a:pt x="46" y="9"/>
                  </a:cubicBezTo>
                  <a:cubicBezTo>
                    <a:pt x="52" y="17"/>
                    <a:pt x="67" y="0"/>
                    <a:pt x="67" y="12"/>
                  </a:cubicBezTo>
                  <a:cubicBezTo>
                    <a:pt x="67" y="22"/>
                    <a:pt x="82" y="14"/>
                    <a:pt x="82" y="23"/>
                  </a:cubicBezTo>
                  <a:cubicBezTo>
                    <a:pt x="82" y="26"/>
                    <a:pt x="80" y="30"/>
                    <a:pt x="85" y="31"/>
                  </a:cubicBezTo>
                  <a:cubicBezTo>
                    <a:pt x="88" y="32"/>
                    <a:pt x="90" y="30"/>
                    <a:pt x="91" y="30"/>
                  </a:cubicBezTo>
                  <a:cubicBezTo>
                    <a:pt x="95" y="36"/>
                    <a:pt x="97" y="44"/>
                    <a:pt x="106" y="44"/>
                  </a:cubicBezTo>
                  <a:cubicBezTo>
                    <a:pt x="108" y="51"/>
                    <a:pt x="92" y="50"/>
                    <a:pt x="89" y="49"/>
                  </a:cubicBezTo>
                  <a:cubicBezTo>
                    <a:pt x="83" y="48"/>
                    <a:pt x="84" y="51"/>
                    <a:pt x="81" y="54"/>
                  </a:cubicBezTo>
                  <a:cubicBezTo>
                    <a:pt x="81" y="58"/>
                    <a:pt x="86" y="60"/>
                    <a:pt x="78" y="61"/>
                  </a:cubicBezTo>
                  <a:cubicBezTo>
                    <a:pt x="74" y="62"/>
                    <a:pt x="73" y="59"/>
                    <a:pt x="70" y="58"/>
                  </a:cubicBezTo>
                  <a:cubicBezTo>
                    <a:pt x="61" y="54"/>
                    <a:pt x="61" y="69"/>
                    <a:pt x="51" y="68"/>
                  </a:cubicBezTo>
                  <a:cubicBezTo>
                    <a:pt x="48" y="67"/>
                    <a:pt x="46" y="61"/>
                    <a:pt x="41" y="60"/>
                  </a:cubicBezTo>
                  <a:cubicBezTo>
                    <a:pt x="31" y="57"/>
                    <a:pt x="34" y="53"/>
                    <a:pt x="28" y="48"/>
                  </a:cubicBezTo>
                  <a:cubicBezTo>
                    <a:pt x="25" y="45"/>
                    <a:pt x="23" y="44"/>
                    <a:pt x="22" y="40"/>
                  </a:cubicBezTo>
                  <a:cubicBezTo>
                    <a:pt x="21" y="37"/>
                    <a:pt x="22" y="34"/>
                    <a:pt x="17" y="34"/>
                  </a:cubicBezTo>
                  <a:cubicBezTo>
                    <a:pt x="12" y="34"/>
                    <a:pt x="10" y="30"/>
                    <a:pt x="5" y="3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28"/>
            <p:cNvSpPr>
              <a:spLocks/>
            </p:cNvSpPr>
            <p:nvPr/>
          </p:nvSpPr>
          <p:spPr bwMode="auto">
            <a:xfrm>
              <a:off x="3771900" y="3368675"/>
              <a:ext cx="396875" cy="554038"/>
            </a:xfrm>
            <a:custGeom>
              <a:avLst/>
              <a:gdLst/>
              <a:ahLst/>
              <a:cxnLst>
                <a:cxn ang="0">
                  <a:pos x="6" y="257"/>
                </a:cxn>
                <a:cxn ang="0">
                  <a:pos x="28" y="249"/>
                </a:cxn>
                <a:cxn ang="0">
                  <a:pos x="33" y="234"/>
                </a:cxn>
                <a:cxn ang="0">
                  <a:pos x="35" y="213"/>
                </a:cxn>
                <a:cxn ang="0">
                  <a:pos x="40" y="197"/>
                </a:cxn>
                <a:cxn ang="0">
                  <a:pos x="42" y="190"/>
                </a:cxn>
                <a:cxn ang="0">
                  <a:pos x="41" y="171"/>
                </a:cxn>
                <a:cxn ang="0">
                  <a:pos x="39" y="158"/>
                </a:cxn>
                <a:cxn ang="0">
                  <a:pos x="39" y="144"/>
                </a:cxn>
                <a:cxn ang="0">
                  <a:pos x="56" y="154"/>
                </a:cxn>
                <a:cxn ang="0">
                  <a:pos x="75" y="174"/>
                </a:cxn>
                <a:cxn ang="0">
                  <a:pos x="104" y="172"/>
                </a:cxn>
                <a:cxn ang="0">
                  <a:pos x="115" y="168"/>
                </a:cxn>
                <a:cxn ang="0">
                  <a:pos x="140" y="158"/>
                </a:cxn>
                <a:cxn ang="0">
                  <a:pos x="119" y="145"/>
                </a:cxn>
                <a:cxn ang="0">
                  <a:pos x="101" y="126"/>
                </a:cxn>
                <a:cxn ang="0">
                  <a:pos x="79" y="118"/>
                </a:cxn>
                <a:cxn ang="0">
                  <a:pos x="85" y="116"/>
                </a:cxn>
                <a:cxn ang="0">
                  <a:pos x="83" y="94"/>
                </a:cxn>
                <a:cxn ang="0">
                  <a:pos x="90" y="80"/>
                </a:cxn>
                <a:cxn ang="0">
                  <a:pos x="88" y="68"/>
                </a:cxn>
                <a:cxn ang="0">
                  <a:pos x="76" y="66"/>
                </a:cxn>
                <a:cxn ang="0">
                  <a:pos x="95" y="48"/>
                </a:cxn>
                <a:cxn ang="0">
                  <a:pos x="107" y="36"/>
                </a:cxn>
                <a:cxn ang="0">
                  <a:pos x="109" y="30"/>
                </a:cxn>
                <a:cxn ang="0">
                  <a:pos x="113" y="6"/>
                </a:cxn>
                <a:cxn ang="0">
                  <a:pos x="123" y="4"/>
                </a:cxn>
                <a:cxn ang="0">
                  <a:pos x="132" y="26"/>
                </a:cxn>
                <a:cxn ang="0">
                  <a:pos x="143" y="32"/>
                </a:cxn>
                <a:cxn ang="0">
                  <a:pos x="141" y="42"/>
                </a:cxn>
                <a:cxn ang="0">
                  <a:pos x="131" y="43"/>
                </a:cxn>
                <a:cxn ang="0">
                  <a:pos x="133" y="56"/>
                </a:cxn>
                <a:cxn ang="0">
                  <a:pos x="129" y="68"/>
                </a:cxn>
                <a:cxn ang="0">
                  <a:pos x="149" y="77"/>
                </a:cxn>
                <a:cxn ang="0">
                  <a:pos x="168" y="72"/>
                </a:cxn>
                <a:cxn ang="0">
                  <a:pos x="178" y="90"/>
                </a:cxn>
                <a:cxn ang="0">
                  <a:pos x="170" y="109"/>
                </a:cxn>
                <a:cxn ang="0">
                  <a:pos x="160" y="133"/>
                </a:cxn>
                <a:cxn ang="0">
                  <a:pos x="164" y="148"/>
                </a:cxn>
                <a:cxn ang="0">
                  <a:pos x="188" y="159"/>
                </a:cxn>
                <a:cxn ang="0">
                  <a:pos x="199" y="175"/>
                </a:cxn>
                <a:cxn ang="0">
                  <a:pos x="183" y="176"/>
                </a:cxn>
                <a:cxn ang="0">
                  <a:pos x="175" y="185"/>
                </a:cxn>
                <a:cxn ang="0">
                  <a:pos x="175" y="206"/>
                </a:cxn>
                <a:cxn ang="0">
                  <a:pos x="168" y="227"/>
                </a:cxn>
                <a:cxn ang="0">
                  <a:pos x="191" y="247"/>
                </a:cxn>
                <a:cxn ang="0">
                  <a:pos x="209" y="244"/>
                </a:cxn>
                <a:cxn ang="0">
                  <a:pos x="225" y="257"/>
                </a:cxn>
                <a:cxn ang="0">
                  <a:pos x="218" y="264"/>
                </a:cxn>
                <a:cxn ang="0">
                  <a:pos x="198" y="275"/>
                </a:cxn>
                <a:cxn ang="0">
                  <a:pos x="186" y="279"/>
                </a:cxn>
                <a:cxn ang="0">
                  <a:pos x="156" y="292"/>
                </a:cxn>
                <a:cxn ang="0">
                  <a:pos x="138" y="279"/>
                </a:cxn>
                <a:cxn ang="0">
                  <a:pos x="120" y="274"/>
                </a:cxn>
                <a:cxn ang="0">
                  <a:pos x="119" y="304"/>
                </a:cxn>
                <a:cxn ang="0">
                  <a:pos x="105" y="301"/>
                </a:cxn>
                <a:cxn ang="0">
                  <a:pos x="90" y="302"/>
                </a:cxn>
                <a:cxn ang="0">
                  <a:pos x="77" y="306"/>
                </a:cxn>
                <a:cxn ang="0">
                  <a:pos x="63" y="311"/>
                </a:cxn>
                <a:cxn ang="0">
                  <a:pos x="36" y="303"/>
                </a:cxn>
                <a:cxn ang="0">
                  <a:pos x="24" y="291"/>
                </a:cxn>
                <a:cxn ang="0">
                  <a:pos x="8" y="279"/>
                </a:cxn>
                <a:cxn ang="0">
                  <a:pos x="1" y="262"/>
                </a:cxn>
              </a:cxnLst>
              <a:rect l="0" t="0" r="r" b="b"/>
              <a:pathLst>
                <a:path w="225" h="315">
                  <a:moveTo>
                    <a:pt x="1" y="262"/>
                  </a:moveTo>
                  <a:cubicBezTo>
                    <a:pt x="3" y="260"/>
                    <a:pt x="6" y="259"/>
                    <a:pt x="6" y="257"/>
                  </a:cubicBezTo>
                  <a:cubicBezTo>
                    <a:pt x="9" y="247"/>
                    <a:pt x="11" y="255"/>
                    <a:pt x="14" y="252"/>
                  </a:cubicBezTo>
                  <a:cubicBezTo>
                    <a:pt x="19" y="245"/>
                    <a:pt x="21" y="242"/>
                    <a:pt x="28" y="249"/>
                  </a:cubicBezTo>
                  <a:cubicBezTo>
                    <a:pt x="33" y="253"/>
                    <a:pt x="36" y="254"/>
                    <a:pt x="33" y="247"/>
                  </a:cubicBezTo>
                  <a:cubicBezTo>
                    <a:pt x="32" y="243"/>
                    <a:pt x="32" y="237"/>
                    <a:pt x="33" y="234"/>
                  </a:cubicBezTo>
                  <a:cubicBezTo>
                    <a:pt x="33" y="228"/>
                    <a:pt x="30" y="225"/>
                    <a:pt x="32" y="219"/>
                  </a:cubicBezTo>
                  <a:cubicBezTo>
                    <a:pt x="32" y="217"/>
                    <a:pt x="34" y="215"/>
                    <a:pt x="35" y="213"/>
                  </a:cubicBezTo>
                  <a:cubicBezTo>
                    <a:pt x="35" y="210"/>
                    <a:pt x="35" y="207"/>
                    <a:pt x="38" y="205"/>
                  </a:cubicBezTo>
                  <a:cubicBezTo>
                    <a:pt x="40" y="197"/>
                    <a:pt x="40" y="197"/>
                    <a:pt x="40" y="197"/>
                  </a:cubicBezTo>
                  <a:cubicBezTo>
                    <a:pt x="40" y="197"/>
                    <a:pt x="40" y="197"/>
                    <a:pt x="40" y="197"/>
                  </a:cubicBezTo>
                  <a:cubicBezTo>
                    <a:pt x="42" y="195"/>
                    <a:pt x="44" y="193"/>
                    <a:pt x="42" y="190"/>
                  </a:cubicBezTo>
                  <a:cubicBezTo>
                    <a:pt x="41" y="189"/>
                    <a:pt x="43" y="186"/>
                    <a:pt x="42" y="184"/>
                  </a:cubicBezTo>
                  <a:cubicBezTo>
                    <a:pt x="41" y="180"/>
                    <a:pt x="40" y="175"/>
                    <a:pt x="41" y="171"/>
                  </a:cubicBezTo>
                  <a:cubicBezTo>
                    <a:pt x="42" y="169"/>
                    <a:pt x="43" y="168"/>
                    <a:pt x="42" y="166"/>
                  </a:cubicBezTo>
                  <a:cubicBezTo>
                    <a:pt x="42" y="163"/>
                    <a:pt x="39" y="161"/>
                    <a:pt x="39" y="158"/>
                  </a:cubicBezTo>
                  <a:cubicBezTo>
                    <a:pt x="39" y="144"/>
                    <a:pt x="39" y="144"/>
                    <a:pt x="39" y="144"/>
                  </a:cubicBezTo>
                  <a:cubicBezTo>
                    <a:pt x="39" y="144"/>
                    <a:pt x="39" y="144"/>
                    <a:pt x="39" y="144"/>
                  </a:cubicBezTo>
                  <a:cubicBezTo>
                    <a:pt x="44" y="144"/>
                    <a:pt x="46" y="148"/>
                    <a:pt x="51" y="148"/>
                  </a:cubicBezTo>
                  <a:cubicBezTo>
                    <a:pt x="56" y="148"/>
                    <a:pt x="55" y="151"/>
                    <a:pt x="56" y="154"/>
                  </a:cubicBezTo>
                  <a:cubicBezTo>
                    <a:pt x="57" y="158"/>
                    <a:pt x="59" y="159"/>
                    <a:pt x="62" y="162"/>
                  </a:cubicBezTo>
                  <a:cubicBezTo>
                    <a:pt x="68" y="167"/>
                    <a:pt x="65" y="171"/>
                    <a:pt x="75" y="174"/>
                  </a:cubicBezTo>
                  <a:cubicBezTo>
                    <a:pt x="80" y="175"/>
                    <a:pt x="82" y="181"/>
                    <a:pt x="85" y="182"/>
                  </a:cubicBezTo>
                  <a:cubicBezTo>
                    <a:pt x="95" y="183"/>
                    <a:pt x="95" y="168"/>
                    <a:pt x="104" y="172"/>
                  </a:cubicBezTo>
                  <a:cubicBezTo>
                    <a:pt x="107" y="173"/>
                    <a:pt x="108" y="176"/>
                    <a:pt x="112" y="175"/>
                  </a:cubicBezTo>
                  <a:cubicBezTo>
                    <a:pt x="120" y="174"/>
                    <a:pt x="115" y="172"/>
                    <a:pt x="115" y="168"/>
                  </a:cubicBezTo>
                  <a:cubicBezTo>
                    <a:pt x="118" y="165"/>
                    <a:pt x="117" y="162"/>
                    <a:pt x="123" y="163"/>
                  </a:cubicBezTo>
                  <a:cubicBezTo>
                    <a:pt x="126" y="164"/>
                    <a:pt x="142" y="165"/>
                    <a:pt x="140" y="158"/>
                  </a:cubicBezTo>
                  <a:cubicBezTo>
                    <a:pt x="131" y="158"/>
                    <a:pt x="129" y="150"/>
                    <a:pt x="125" y="144"/>
                  </a:cubicBezTo>
                  <a:cubicBezTo>
                    <a:pt x="124" y="144"/>
                    <a:pt x="122" y="146"/>
                    <a:pt x="119" y="145"/>
                  </a:cubicBezTo>
                  <a:cubicBezTo>
                    <a:pt x="114" y="144"/>
                    <a:pt x="116" y="140"/>
                    <a:pt x="116" y="137"/>
                  </a:cubicBezTo>
                  <a:cubicBezTo>
                    <a:pt x="116" y="128"/>
                    <a:pt x="101" y="136"/>
                    <a:pt x="101" y="126"/>
                  </a:cubicBezTo>
                  <a:cubicBezTo>
                    <a:pt x="101" y="114"/>
                    <a:pt x="86" y="131"/>
                    <a:pt x="80" y="123"/>
                  </a:cubicBezTo>
                  <a:cubicBezTo>
                    <a:pt x="79" y="118"/>
                    <a:pt x="79" y="118"/>
                    <a:pt x="79" y="118"/>
                  </a:cubicBezTo>
                  <a:cubicBezTo>
                    <a:pt x="79" y="118"/>
                    <a:pt x="79" y="118"/>
                    <a:pt x="79" y="118"/>
                  </a:cubicBezTo>
                  <a:cubicBezTo>
                    <a:pt x="85" y="116"/>
                    <a:pt x="85" y="116"/>
                    <a:pt x="85" y="116"/>
                  </a:cubicBezTo>
                  <a:cubicBezTo>
                    <a:pt x="86" y="110"/>
                    <a:pt x="81" y="108"/>
                    <a:pt x="77" y="105"/>
                  </a:cubicBezTo>
                  <a:cubicBezTo>
                    <a:pt x="74" y="103"/>
                    <a:pt x="81" y="96"/>
                    <a:pt x="83" y="94"/>
                  </a:cubicBezTo>
                  <a:cubicBezTo>
                    <a:pt x="87" y="91"/>
                    <a:pt x="89" y="93"/>
                    <a:pt x="88" y="87"/>
                  </a:cubicBezTo>
                  <a:cubicBezTo>
                    <a:pt x="88" y="84"/>
                    <a:pt x="88" y="82"/>
                    <a:pt x="90" y="80"/>
                  </a:cubicBezTo>
                  <a:cubicBezTo>
                    <a:pt x="91" y="78"/>
                    <a:pt x="92" y="78"/>
                    <a:pt x="93" y="76"/>
                  </a:cubicBezTo>
                  <a:cubicBezTo>
                    <a:pt x="93" y="72"/>
                    <a:pt x="88" y="72"/>
                    <a:pt x="88" y="68"/>
                  </a:cubicBezTo>
                  <a:cubicBezTo>
                    <a:pt x="88" y="66"/>
                    <a:pt x="89" y="63"/>
                    <a:pt x="86" y="63"/>
                  </a:cubicBezTo>
                  <a:cubicBezTo>
                    <a:pt x="85" y="63"/>
                    <a:pt x="76" y="67"/>
                    <a:pt x="76" y="66"/>
                  </a:cubicBezTo>
                  <a:cubicBezTo>
                    <a:pt x="76" y="61"/>
                    <a:pt x="78" y="60"/>
                    <a:pt x="82" y="58"/>
                  </a:cubicBezTo>
                  <a:cubicBezTo>
                    <a:pt x="86" y="56"/>
                    <a:pt x="93" y="53"/>
                    <a:pt x="95" y="48"/>
                  </a:cubicBezTo>
                  <a:cubicBezTo>
                    <a:pt x="96" y="45"/>
                    <a:pt x="98" y="44"/>
                    <a:pt x="101" y="43"/>
                  </a:cubicBezTo>
                  <a:cubicBezTo>
                    <a:pt x="104" y="41"/>
                    <a:pt x="108" y="41"/>
                    <a:pt x="107" y="36"/>
                  </a:cubicBezTo>
                  <a:cubicBezTo>
                    <a:pt x="107" y="36"/>
                    <a:pt x="107" y="36"/>
                    <a:pt x="107" y="36"/>
                  </a:cubicBezTo>
                  <a:cubicBezTo>
                    <a:pt x="109" y="30"/>
                    <a:pt x="109" y="30"/>
                    <a:pt x="109" y="30"/>
                  </a:cubicBezTo>
                  <a:cubicBezTo>
                    <a:pt x="111" y="27"/>
                    <a:pt x="115" y="26"/>
                    <a:pt x="112" y="23"/>
                  </a:cubicBezTo>
                  <a:cubicBezTo>
                    <a:pt x="111" y="22"/>
                    <a:pt x="112" y="8"/>
                    <a:pt x="113" y="6"/>
                  </a:cubicBezTo>
                  <a:cubicBezTo>
                    <a:pt x="113" y="5"/>
                    <a:pt x="114" y="3"/>
                    <a:pt x="116" y="3"/>
                  </a:cubicBezTo>
                  <a:cubicBezTo>
                    <a:pt x="117" y="2"/>
                    <a:pt x="118" y="6"/>
                    <a:pt x="123" y="4"/>
                  </a:cubicBezTo>
                  <a:cubicBezTo>
                    <a:pt x="130" y="0"/>
                    <a:pt x="131" y="7"/>
                    <a:pt x="130" y="12"/>
                  </a:cubicBezTo>
                  <a:cubicBezTo>
                    <a:pt x="127" y="20"/>
                    <a:pt x="127" y="20"/>
                    <a:pt x="132" y="26"/>
                  </a:cubicBezTo>
                  <a:cubicBezTo>
                    <a:pt x="133" y="28"/>
                    <a:pt x="131" y="31"/>
                    <a:pt x="132" y="32"/>
                  </a:cubicBezTo>
                  <a:cubicBezTo>
                    <a:pt x="133" y="34"/>
                    <a:pt x="141" y="30"/>
                    <a:pt x="143" y="32"/>
                  </a:cubicBezTo>
                  <a:cubicBezTo>
                    <a:pt x="144" y="32"/>
                    <a:pt x="146" y="38"/>
                    <a:pt x="146" y="38"/>
                  </a:cubicBezTo>
                  <a:cubicBezTo>
                    <a:pt x="146" y="40"/>
                    <a:pt x="142" y="41"/>
                    <a:pt x="141" y="42"/>
                  </a:cubicBezTo>
                  <a:cubicBezTo>
                    <a:pt x="139" y="43"/>
                    <a:pt x="141" y="47"/>
                    <a:pt x="137" y="47"/>
                  </a:cubicBezTo>
                  <a:cubicBezTo>
                    <a:pt x="135" y="47"/>
                    <a:pt x="133" y="42"/>
                    <a:pt x="131" y="43"/>
                  </a:cubicBezTo>
                  <a:cubicBezTo>
                    <a:pt x="130" y="43"/>
                    <a:pt x="131" y="47"/>
                    <a:pt x="129" y="48"/>
                  </a:cubicBezTo>
                  <a:cubicBezTo>
                    <a:pt x="123" y="50"/>
                    <a:pt x="130" y="54"/>
                    <a:pt x="133" y="56"/>
                  </a:cubicBezTo>
                  <a:cubicBezTo>
                    <a:pt x="135" y="57"/>
                    <a:pt x="132" y="59"/>
                    <a:pt x="131" y="60"/>
                  </a:cubicBezTo>
                  <a:cubicBezTo>
                    <a:pt x="124" y="63"/>
                    <a:pt x="129" y="61"/>
                    <a:pt x="129" y="68"/>
                  </a:cubicBezTo>
                  <a:cubicBezTo>
                    <a:pt x="129" y="77"/>
                    <a:pt x="135" y="71"/>
                    <a:pt x="140" y="71"/>
                  </a:cubicBezTo>
                  <a:cubicBezTo>
                    <a:pt x="141" y="72"/>
                    <a:pt x="147" y="88"/>
                    <a:pt x="149" y="77"/>
                  </a:cubicBezTo>
                  <a:cubicBezTo>
                    <a:pt x="150" y="73"/>
                    <a:pt x="153" y="73"/>
                    <a:pt x="154" y="69"/>
                  </a:cubicBezTo>
                  <a:cubicBezTo>
                    <a:pt x="158" y="57"/>
                    <a:pt x="165" y="74"/>
                    <a:pt x="168" y="72"/>
                  </a:cubicBezTo>
                  <a:cubicBezTo>
                    <a:pt x="176" y="66"/>
                    <a:pt x="180" y="74"/>
                    <a:pt x="187" y="75"/>
                  </a:cubicBezTo>
                  <a:cubicBezTo>
                    <a:pt x="187" y="78"/>
                    <a:pt x="180" y="86"/>
                    <a:pt x="178" y="90"/>
                  </a:cubicBezTo>
                  <a:cubicBezTo>
                    <a:pt x="176" y="93"/>
                    <a:pt x="173" y="95"/>
                    <a:pt x="174" y="100"/>
                  </a:cubicBezTo>
                  <a:cubicBezTo>
                    <a:pt x="175" y="105"/>
                    <a:pt x="171" y="105"/>
                    <a:pt x="170" y="109"/>
                  </a:cubicBezTo>
                  <a:cubicBezTo>
                    <a:pt x="169" y="113"/>
                    <a:pt x="172" y="121"/>
                    <a:pt x="170" y="122"/>
                  </a:cubicBezTo>
                  <a:cubicBezTo>
                    <a:pt x="165" y="128"/>
                    <a:pt x="163" y="124"/>
                    <a:pt x="160" y="133"/>
                  </a:cubicBezTo>
                  <a:cubicBezTo>
                    <a:pt x="159" y="138"/>
                    <a:pt x="157" y="141"/>
                    <a:pt x="163" y="142"/>
                  </a:cubicBezTo>
                  <a:cubicBezTo>
                    <a:pt x="167" y="143"/>
                    <a:pt x="165" y="144"/>
                    <a:pt x="164" y="148"/>
                  </a:cubicBezTo>
                  <a:cubicBezTo>
                    <a:pt x="164" y="156"/>
                    <a:pt x="172" y="152"/>
                    <a:pt x="177" y="154"/>
                  </a:cubicBezTo>
                  <a:cubicBezTo>
                    <a:pt x="182" y="156"/>
                    <a:pt x="181" y="159"/>
                    <a:pt x="188" y="159"/>
                  </a:cubicBezTo>
                  <a:cubicBezTo>
                    <a:pt x="195" y="159"/>
                    <a:pt x="196" y="159"/>
                    <a:pt x="200" y="164"/>
                  </a:cubicBezTo>
                  <a:cubicBezTo>
                    <a:pt x="199" y="168"/>
                    <a:pt x="200" y="171"/>
                    <a:pt x="199" y="175"/>
                  </a:cubicBezTo>
                  <a:cubicBezTo>
                    <a:pt x="198" y="181"/>
                    <a:pt x="193" y="175"/>
                    <a:pt x="189" y="176"/>
                  </a:cubicBezTo>
                  <a:cubicBezTo>
                    <a:pt x="186" y="176"/>
                    <a:pt x="185" y="176"/>
                    <a:pt x="183" y="176"/>
                  </a:cubicBezTo>
                  <a:cubicBezTo>
                    <a:pt x="181" y="176"/>
                    <a:pt x="182" y="178"/>
                    <a:pt x="182" y="179"/>
                  </a:cubicBezTo>
                  <a:cubicBezTo>
                    <a:pt x="182" y="182"/>
                    <a:pt x="176" y="182"/>
                    <a:pt x="175" y="185"/>
                  </a:cubicBezTo>
                  <a:cubicBezTo>
                    <a:pt x="172" y="190"/>
                    <a:pt x="172" y="195"/>
                    <a:pt x="175" y="200"/>
                  </a:cubicBezTo>
                  <a:cubicBezTo>
                    <a:pt x="176" y="202"/>
                    <a:pt x="176" y="204"/>
                    <a:pt x="175" y="206"/>
                  </a:cubicBezTo>
                  <a:cubicBezTo>
                    <a:pt x="172" y="209"/>
                    <a:pt x="169" y="211"/>
                    <a:pt x="168" y="215"/>
                  </a:cubicBezTo>
                  <a:cubicBezTo>
                    <a:pt x="168" y="219"/>
                    <a:pt x="165" y="223"/>
                    <a:pt x="168" y="227"/>
                  </a:cubicBezTo>
                  <a:cubicBezTo>
                    <a:pt x="170" y="231"/>
                    <a:pt x="179" y="232"/>
                    <a:pt x="183" y="235"/>
                  </a:cubicBezTo>
                  <a:cubicBezTo>
                    <a:pt x="186" y="237"/>
                    <a:pt x="186" y="244"/>
                    <a:pt x="191" y="247"/>
                  </a:cubicBezTo>
                  <a:cubicBezTo>
                    <a:pt x="195" y="250"/>
                    <a:pt x="198" y="241"/>
                    <a:pt x="202" y="240"/>
                  </a:cubicBezTo>
                  <a:cubicBezTo>
                    <a:pt x="207" y="239"/>
                    <a:pt x="205" y="243"/>
                    <a:pt x="209" y="244"/>
                  </a:cubicBezTo>
                  <a:cubicBezTo>
                    <a:pt x="212" y="246"/>
                    <a:pt x="218" y="242"/>
                    <a:pt x="219" y="247"/>
                  </a:cubicBezTo>
                  <a:cubicBezTo>
                    <a:pt x="220" y="250"/>
                    <a:pt x="222" y="256"/>
                    <a:pt x="225" y="257"/>
                  </a:cubicBezTo>
                  <a:cubicBezTo>
                    <a:pt x="225" y="257"/>
                    <a:pt x="225" y="257"/>
                    <a:pt x="225" y="257"/>
                  </a:cubicBezTo>
                  <a:cubicBezTo>
                    <a:pt x="218" y="264"/>
                    <a:pt x="218" y="264"/>
                    <a:pt x="218" y="264"/>
                  </a:cubicBezTo>
                  <a:cubicBezTo>
                    <a:pt x="215" y="267"/>
                    <a:pt x="217" y="271"/>
                    <a:pt x="212" y="273"/>
                  </a:cubicBezTo>
                  <a:cubicBezTo>
                    <a:pt x="209" y="274"/>
                    <a:pt x="202" y="275"/>
                    <a:pt x="198" y="275"/>
                  </a:cubicBezTo>
                  <a:cubicBezTo>
                    <a:pt x="196" y="278"/>
                    <a:pt x="200" y="280"/>
                    <a:pt x="193" y="282"/>
                  </a:cubicBezTo>
                  <a:cubicBezTo>
                    <a:pt x="190" y="282"/>
                    <a:pt x="188" y="281"/>
                    <a:pt x="186" y="279"/>
                  </a:cubicBezTo>
                  <a:cubicBezTo>
                    <a:pt x="179" y="274"/>
                    <a:pt x="172" y="286"/>
                    <a:pt x="166" y="286"/>
                  </a:cubicBezTo>
                  <a:cubicBezTo>
                    <a:pt x="159" y="286"/>
                    <a:pt x="159" y="287"/>
                    <a:pt x="156" y="292"/>
                  </a:cubicBezTo>
                  <a:cubicBezTo>
                    <a:pt x="148" y="302"/>
                    <a:pt x="146" y="289"/>
                    <a:pt x="143" y="285"/>
                  </a:cubicBezTo>
                  <a:cubicBezTo>
                    <a:pt x="142" y="283"/>
                    <a:pt x="138" y="282"/>
                    <a:pt x="138" y="279"/>
                  </a:cubicBezTo>
                  <a:cubicBezTo>
                    <a:pt x="138" y="275"/>
                    <a:pt x="141" y="272"/>
                    <a:pt x="140" y="267"/>
                  </a:cubicBezTo>
                  <a:cubicBezTo>
                    <a:pt x="135" y="271"/>
                    <a:pt x="122" y="265"/>
                    <a:pt x="120" y="274"/>
                  </a:cubicBezTo>
                  <a:cubicBezTo>
                    <a:pt x="119" y="281"/>
                    <a:pt x="116" y="288"/>
                    <a:pt x="122" y="293"/>
                  </a:cubicBezTo>
                  <a:cubicBezTo>
                    <a:pt x="129" y="298"/>
                    <a:pt x="120" y="299"/>
                    <a:pt x="119" y="304"/>
                  </a:cubicBezTo>
                  <a:cubicBezTo>
                    <a:pt x="119" y="307"/>
                    <a:pt x="113" y="308"/>
                    <a:pt x="111" y="307"/>
                  </a:cubicBezTo>
                  <a:cubicBezTo>
                    <a:pt x="107" y="307"/>
                    <a:pt x="108" y="302"/>
                    <a:pt x="105" y="301"/>
                  </a:cubicBezTo>
                  <a:cubicBezTo>
                    <a:pt x="99" y="300"/>
                    <a:pt x="101" y="301"/>
                    <a:pt x="97" y="298"/>
                  </a:cubicBezTo>
                  <a:cubicBezTo>
                    <a:pt x="93" y="294"/>
                    <a:pt x="92" y="301"/>
                    <a:pt x="90" y="302"/>
                  </a:cubicBezTo>
                  <a:cubicBezTo>
                    <a:pt x="89" y="303"/>
                    <a:pt x="87" y="303"/>
                    <a:pt x="86" y="304"/>
                  </a:cubicBezTo>
                  <a:cubicBezTo>
                    <a:pt x="84" y="305"/>
                    <a:pt x="80" y="315"/>
                    <a:pt x="77" y="306"/>
                  </a:cubicBezTo>
                  <a:cubicBezTo>
                    <a:pt x="75" y="301"/>
                    <a:pt x="68" y="311"/>
                    <a:pt x="63" y="311"/>
                  </a:cubicBezTo>
                  <a:cubicBezTo>
                    <a:pt x="63" y="311"/>
                    <a:pt x="63" y="311"/>
                    <a:pt x="63" y="311"/>
                  </a:cubicBezTo>
                  <a:cubicBezTo>
                    <a:pt x="63" y="305"/>
                    <a:pt x="63" y="305"/>
                    <a:pt x="63" y="305"/>
                  </a:cubicBezTo>
                  <a:cubicBezTo>
                    <a:pt x="63" y="290"/>
                    <a:pt x="42" y="307"/>
                    <a:pt x="36" y="303"/>
                  </a:cubicBezTo>
                  <a:cubicBezTo>
                    <a:pt x="34" y="303"/>
                    <a:pt x="30" y="299"/>
                    <a:pt x="30" y="297"/>
                  </a:cubicBezTo>
                  <a:cubicBezTo>
                    <a:pt x="29" y="292"/>
                    <a:pt x="31" y="291"/>
                    <a:pt x="24" y="291"/>
                  </a:cubicBezTo>
                  <a:cubicBezTo>
                    <a:pt x="14" y="290"/>
                    <a:pt x="22" y="284"/>
                    <a:pt x="18" y="280"/>
                  </a:cubicBezTo>
                  <a:cubicBezTo>
                    <a:pt x="15" y="278"/>
                    <a:pt x="10" y="281"/>
                    <a:pt x="8" y="279"/>
                  </a:cubicBezTo>
                  <a:cubicBezTo>
                    <a:pt x="6" y="277"/>
                    <a:pt x="8" y="270"/>
                    <a:pt x="6" y="269"/>
                  </a:cubicBezTo>
                  <a:cubicBezTo>
                    <a:pt x="2" y="267"/>
                    <a:pt x="0" y="268"/>
                    <a:pt x="1" y="26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29"/>
            <p:cNvSpPr>
              <a:spLocks noEditPoints="1"/>
            </p:cNvSpPr>
            <p:nvPr/>
          </p:nvSpPr>
          <p:spPr bwMode="auto">
            <a:xfrm>
              <a:off x="3838575" y="3065463"/>
              <a:ext cx="863600" cy="982663"/>
            </a:xfrm>
            <a:custGeom>
              <a:avLst/>
              <a:gdLst/>
              <a:ahLst/>
              <a:cxnLst>
                <a:cxn ang="0">
                  <a:pos x="117" y="88"/>
                </a:cxn>
                <a:cxn ang="0">
                  <a:pos x="129" y="103"/>
                </a:cxn>
                <a:cxn ang="0">
                  <a:pos x="0" y="8"/>
                </a:cxn>
                <a:cxn ang="0">
                  <a:pos x="24" y="22"/>
                </a:cxn>
                <a:cxn ang="0">
                  <a:pos x="13" y="55"/>
                </a:cxn>
                <a:cxn ang="0">
                  <a:pos x="10" y="84"/>
                </a:cxn>
                <a:cxn ang="0">
                  <a:pos x="13" y="111"/>
                </a:cxn>
                <a:cxn ang="0">
                  <a:pos x="13" y="129"/>
                </a:cxn>
                <a:cxn ang="0">
                  <a:pos x="37" y="142"/>
                </a:cxn>
                <a:cxn ang="0">
                  <a:pos x="36" y="178"/>
                </a:cxn>
                <a:cxn ang="0">
                  <a:pos x="20" y="180"/>
                </a:cxn>
                <a:cxn ang="0">
                  <a:pos x="16" y="201"/>
                </a:cxn>
                <a:cxn ang="0">
                  <a:pos x="36" y="215"/>
                </a:cxn>
                <a:cxn ang="0">
                  <a:pos x="69" y="208"/>
                </a:cxn>
                <a:cxn ang="0">
                  <a:pos x="78" y="175"/>
                </a:cxn>
                <a:cxn ang="0">
                  <a:pos x="94" y="204"/>
                </a:cxn>
                <a:cxn ang="0">
                  <a:pos x="99" y="219"/>
                </a:cxn>
                <a:cxn ang="0">
                  <a:pos x="93" y="232"/>
                </a:cxn>
                <a:cxn ang="0">
                  <a:pos x="116" y="241"/>
                </a:cxn>
                <a:cxn ang="0">
                  <a:pos x="136" y="272"/>
                </a:cxn>
                <a:cxn ang="0">
                  <a:pos x="125" y="314"/>
                </a:cxn>
                <a:cxn ang="0">
                  <a:pos x="162" y="336"/>
                </a:cxn>
                <a:cxn ang="0">
                  <a:pos x="144" y="351"/>
                </a:cxn>
                <a:cxn ang="0">
                  <a:pos x="130" y="387"/>
                </a:cxn>
                <a:cxn ang="0">
                  <a:pos x="164" y="412"/>
                </a:cxn>
                <a:cxn ang="0">
                  <a:pos x="187" y="429"/>
                </a:cxn>
                <a:cxn ang="0">
                  <a:pos x="194" y="403"/>
                </a:cxn>
                <a:cxn ang="0">
                  <a:pos x="241" y="451"/>
                </a:cxn>
                <a:cxn ang="0">
                  <a:pos x="275" y="457"/>
                </a:cxn>
                <a:cxn ang="0">
                  <a:pos x="300" y="517"/>
                </a:cxn>
                <a:cxn ang="0">
                  <a:pos x="333" y="510"/>
                </a:cxn>
                <a:cxn ang="0">
                  <a:pos x="352" y="535"/>
                </a:cxn>
                <a:cxn ang="0">
                  <a:pos x="408" y="555"/>
                </a:cxn>
                <a:cxn ang="0">
                  <a:pos x="470" y="553"/>
                </a:cxn>
                <a:cxn ang="0">
                  <a:pos x="490" y="541"/>
                </a:cxn>
                <a:cxn ang="0">
                  <a:pos x="489" y="523"/>
                </a:cxn>
                <a:cxn ang="0">
                  <a:pos x="452" y="482"/>
                </a:cxn>
                <a:cxn ang="0">
                  <a:pos x="443" y="457"/>
                </a:cxn>
                <a:cxn ang="0">
                  <a:pos x="381" y="431"/>
                </a:cxn>
                <a:cxn ang="0">
                  <a:pos x="350" y="408"/>
                </a:cxn>
                <a:cxn ang="0">
                  <a:pos x="274" y="386"/>
                </a:cxn>
                <a:cxn ang="0">
                  <a:pos x="250" y="354"/>
                </a:cxn>
                <a:cxn ang="0">
                  <a:pos x="220" y="295"/>
                </a:cxn>
                <a:cxn ang="0">
                  <a:pos x="186" y="238"/>
                </a:cxn>
                <a:cxn ang="0">
                  <a:pos x="144" y="185"/>
                </a:cxn>
                <a:cxn ang="0">
                  <a:pos x="121" y="126"/>
                </a:cxn>
                <a:cxn ang="0">
                  <a:pos x="94" y="52"/>
                </a:cxn>
                <a:cxn ang="0">
                  <a:pos x="68" y="19"/>
                </a:cxn>
                <a:cxn ang="0">
                  <a:pos x="23" y="7"/>
                </a:cxn>
              </a:cxnLst>
              <a:rect l="0" t="0" r="r" b="b"/>
              <a:pathLst>
                <a:path w="491" h="558">
                  <a:moveTo>
                    <a:pt x="120" y="117"/>
                  </a:moveTo>
                  <a:cubicBezTo>
                    <a:pt x="118" y="113"/>
                    <a:pt x="113" y="108"/>
                    <a:pt x="113" y="105"/>
                  </a:cubicBezTo>
                  <a:cubicBezTo>
                    <a:pt x="118" y="105"/>
                    <a:pt x="126" y="104"/>
                    <a:pt x="125" y="98"/>
                  </a:cubicBezTo>
                  <a:cubicBezTo>
                    <a:pt x="124" y="92"/>
                    <a:pt x="121" y="92"/>
                    <a:pt x="117" y="88"/>
                  </a:cubicBezTo>
                  <a:cubicBezTo>
                    <a:pt x="110" y="82"/>
                    <a:pt x="97" y="67"/>
                    <a:pt x="97" y="57"/>
                  </a:cubicBezTo>
                  <a:cubicBezTo>
                    <a:pt x="100" y="57"/>
                    <a:pt x="108" y="70"/>
                    <a:pt x="110" y="73"/>
                  </a:cubicBezTo>
                  <a:cubicBezTo>
                    <a:pt x="114" y="77"/>
                    <a:pt x="116" y="82"/>
                    <a:pt x="121" y="85"/>
                  </a:cubicBezTo>
                  <a:cubicBezTo>
                    <a:pt x="130" y="90"/>
                    <a:pt x="132" y="92"/>
                    <a:pt x="129" y="103"/>
                  </a:cubicBezTo>
                  <a:cubicBezTo>
                    <a:pt x="129" y="105"/>
                    <a:pt x="126" y="109"/>
                    <a:pt x="124" y="111"/>
                  </a:cubicBezTo>
                  <a:cubicBezTo>
                    <a:pt x="123" y="114"/>
                    <a:pt x="123" y="117"/>
                    <a:pt x="122" y="119"/>
                  </a:cubicBezTo>
                  <a:cubicBezTo>
                    <a:pt x="120" y="117"/>
                    <a:pt x="120" y="117"/>
                    <a:pt x="120" y="117"/>
                  </a:cubicBezTo>
                  <a:close/>
                  <a:moveTo>
                    <a:pt x="0" y="8"/>
                  </a:moveTo>
                  <a:cubicBezTo>
                    <a:pt x="0" y="8"/>
                    <a:pt x="0" y="8"/>
                    <a:pt x="0" y="8"/>
                  </a:cubicBezTo>
                  <a:cubicBezTo>
                    <a:pt x="1" y="11"/>
                    <a:pt x="3" y="12"/>
                    <a:pt x="6" y="12"/>
                  </a:cubicBezTo>
                  <a:cubicBezTo>
                    <a:pt x="10" y="12"/>
                    <a:pt x="8" y="18"/>
                    <a:pt x="14" y="18"/>
                  </a:cubicBezTo>
                  <a:cubicBezTo>
                    <a:pt x="18" y="18"/>
                    <a:pt x="21" y="18"/>
                    <a:pt x="24" y="22"/>
                  </a:cubicBezTo>
                  <a:cubicBezTo>
                    <a:pt x="30" y="28"/>
                    <a:pt x="37" y="27"/>
                    <a:pt x="26" y="34"/>
                  </a:cubicBezTo>
                  <a:cubicBezTo>
                    <a:pt x="22" y="36"/>
                    <a:pt x="26" y="41"/>
                    <a:pt x="22" y="45"/>
                  </a:cubicBezTo>
                  <a:cubicBezTo>
                    <a:pt x="20" y="47"/>
                    <a:pt x="20" y="51"/>
                    <a:pt x="19" y="54"/>
                  </a:cubicBezTo>
                  <a:cubicBezTo>
                    <a:pt x="18" y="59"/>
                    <a:pt x="16" y="56"/>
                    <a:pt x="13" y="55"/>
                  </a:cubicBezTo>
                  <a:cubicBezTo>
                    <a:pt x="7" y="53"/>
                    <a:pt x="15" y="61"/>
                    <a:pt x="13" y="63"/>
                  </a:cubicBezTo>
                  <a:cubicBezTo>
                    <a:pt x="9" y="68"/>
                    <a:pt x="19" y="69"/>
                    <a:pt x="20" y="73"/>
                  </a:cubicBezTo>
                  <a:cubicBezTo>
                    <a:pt x="20" y="78"/>
                    <a:pt x="19" y="79"/>
                    <a:pt x="15" y="81"/>
                  </a:cubicBezTo>
                  <a:cubicBezTo>
                    <a:pt x="13" y="83"/>
                    <a:pt x="14" y="85"/>
                    <a:pt x="10" y="84"/>
                  </a:cubicBezTo>
                  <a:cubicBezTo>
                    <a:pt x="2" y="83"/>
                    <a:pt x="3" y="87"/>
                    <a:pt x="4" y="93"/>
                  </a:cubicBezTo>
                  <a:cubicBezTo>
                    <a:pt x="5" y="99"/>
                    <a:pt x="5" y="99"/>
                    <a:pt x="9" y="102"/>
                  </a:cubicBezTo>
                  <a:cubicBezTo>
                    <a:pt x="10" y="103"/>
                    <a:pt x="14" y="106"/>
                    <a:pt x="14" y="107"/>
                  </a:cubicBezTo>
                  <a:cubicBezTo>
                    <a:pt x="14" y="109"/>
                    <a:pt x="13" y="110"/>
                    <a:pt x="13" y="111"/>
                  </a:cubicBezTo>
                  <a:cubicBezTo>
                    <a:pt x="14" y="113"/>
                    <a:pt x="18" y="114"/>
                    <a:pt x="19" y="116"/>
                  </a:cubicBezTo>
                  <a:cubicBezTo>
                    <a:pt x="19" y="117"/>
                    <a:pt x="18" y="120"/>
                    <a:pt x="18" y="121"/>
                  </a:cubicBezTo>
                  <a:cubicBezTo>
                    <a:pt x="18" y="121"/>
                    <a:pt x="18" y="121"/>
                    <a:pt x="18" y="121"/>
                  </a:cubicBezTo>
                  <a:cubicBezTo>
                    <a:pt x="20" y="127"/>
                    <a:pt x="10" y="124"/>
                    <a:pt x="13" y="129"/>
                  </a:cubicBezTo>
                  <a:cubicBezTo>
                    <a:pt x="14" y="132"/>
                    <a:pt x="18" y="132"/>
                    <a:pt x="21" y="135"/>
                  </a:cubicBezTo>
                  <a:cubicBezTo>
                    <a:pt x="22" y="136"/>
                    <a:pt x="21" y="146"/>
                    <a:pt x="25" y="143"/>
                  </a:cubicBezTo>
                  <a:cubicBezTo>
                    <a:pt x="27" y="141"/>
                    <a:pt x="34" y="135"/>
                    <a:pt x="36" y="139"/>
                  </a:cubicBezTo>
                  <a:cubicBezTo>
                    <a:pt x="36" y="140"/>
                    <a:pt x="35" y="142"/>
                    <a:pt x="37" y="142"/>
                  </a:cubicBezTo>
                  <a:cubicBezTo>
                    <a:pt x="39" y="142"/>
                    <a:pt x="44" y="140"/>
                    <a:pt x="44" y="143"/>
                  </a:cubicBezTo>
                  <a:cubicBezTo>
                    <a:pt x="45" y="147"/>
                    <a:pt x="51" y="148"/>
                    <a:pt x="50" y="151"/>
                  </a:cubicBezTo>
                  <a:cubicBezTo>
                    <a:pt x="49" y="156"/>
                    <a:pt x="43" y="155"/>
                    <a:pt x="43" y="162"/>
                  </a:cubicBezTo>
                  <a:cubicBezTo>
                    <a:pt x="42" y="165"/>
                    <a:pt x="41" y="183"/>
                    <a:pt x="36" y="178"/>
                  </a:cubicBezTo>
                  <a:cubicBezTo>
                    <a:pt x="31" y="172"/>
                    <a:pt x="33" y="172"/>
                    <a:pt x="32" y="165"/>
                  </a:cubicBezTo>
                  <a:cubicBezTo>
                    <a:pt x="31" y="156"/>
                    <a:pt x="29" y="166"/>
                    <a:pt x="27" y="169"/>
                  </a:cubicBezTo>
                  <a:cubicBezTo>
                    <a:pt x="25" y="171"/>
                    <a:pt x="21" y="173"/>
                    <a:pt x="20" y="176"/>
                  </a:cubicBezTo>
                  <a:cubicBezTo>
                    <a:pt x="20" y="178"/>
                    <a:pt x="20" y="178"/>
                    <a:pt x="20" y="180"/>
                  </a:cubicBezTo>
                  <a:cubicBezTo>
                    <a:pt x="20" y="183"/>
                    <a:pt x="16" y="185"/>
                    <a:pt x="15" y="188"/>
                  </a:cubicBezTo>
                  <a:cubicBezTo>
                    <a:pt x="13" y="191"/>
                    <a:pt x="23" y="184"/>
                    <a:pt x="24" y="184"/>
                  </a:cubicBezTo>
                  <a:cubicBezTo>
                    <a:pt x="24" y="189"/>
                    <a:pt x="16" y="195"/>
                    <a:pt x="16" y="197"/>
                  </a:cubicBezTo>
                  <a:cubicBezTo>
                    <a:pt x="16" y="199"/>
                    <a:pt x="18" y="200"/>
                    <a:pt x="16" y="201"/>
                  </a:cubicBezTo>
                  <a:cubicBezTo>
                    <a:pt x="8" y="204"/>
                    <a:pt x="12" y="205"/>
                    <a:pt x="10" y="209"/>
                  </a:cubicBezTo>
                  <a:cubicBezTo>
                    <a:pt x="8" y="215"/>
                    <a:pt x="8" y="215"/>
                    <a:pt x="13" y="219"/>
                  </a:cubicBezTo>
                  <a:cubicBezTo>
                    <a:pt x="15" y="221"/>
                    <a:pt x="17" y="228"/>
                    <a:pt x="19" y="227"/>
                  </a:cubicBezTo>
                  <a:cubicBezTo>
                    <a:pt x="36" y="215"/>
                    <a:pt x="36" y="215"/>
                    <a:pt x="36" y="215"/>
                  </a:cubicBezTo>
                  <a:cubicBezTo>
                    <a:pt x="41" y="212"/>
                    <a:pt x="45" y="210"/>
                    <a:pt x="49" y="207"/>
                  </a:cubicBezTo>
                  <a:cubicBezTo>
                    <a:pt x="52" y="205"/>
                    <a:pt x="60" y="190"/>
                    <a:pt x="61" y="192"/>
                  </a:cubicBezTo>
                  <a:cubicBezTo>
                    <a:pt x="65" y="196"/>
                    <a:pt x="55" y="208"/>
                    <a:pt x="69" y="208"/>
                  </a:cubicBezTo>
                  <a:cubicBezTo>
                    <a:pt x="69" y="208"/>
                    <a:pt x="69" y="208"/>
                    <a:pt x="69" y="208"/>
                  </a:cubicBezTo>
                  <a:cubicBezTo>
                    <a:pt x="71" y="202"/>
                    <a:pt x="71" y="202"/>
                    <a:pt x="71" y="202"/>
                  </a:cubicBezTo>
                  <a:cubicBezTo>
                    <a:pt x="73" y="199"/>
                    <a:pt x="77" y="198"/>
                    <a:pt x="74" y="195"/>
                  </a:cubicBezTo>
                  <a:cubicBezTo>
                    <a:pt x="73" y="194"/>
                    <a:pt x="74" y="180"/>
                    <a:pt x="75" y="178"/>
                  </a:cubicBezTo>
                  <a:cubicBezTo>
                    <a:pt x="75" y="177"/>
                    <a:pt x="76" y="175"/>
                    <a:pt x="78" y="175"/>
                  </a:cubicBezTo>
                  <a:cubicBezTo>
                    <a:pt x="79" y="174"/>
                    <a:pt x="80" y="178"/>
                    <a:pt x="85" y="176"/>
                  </a:cubicBezTo>
                  <a:cubicBezTo>
                    <a:pt x="92" y="172"/>
                    <a:pt x="93" y="179"/>
                    <a:pt x="92" y="184"/>
                  </a:cubicBezTo>
                  <a:cubicBezTo>
                    <a:pt x="89" y="192"/>
                    <a:pt x="89" y="192"/>
                    <a:pt x="94" y="198"/>
                  </a:cubicBezTo>
                  <a:cubicBezTo>
                    <a:pt x="95" y="200"/>
                    <a:pt x="93" y="203"/>
                    <a:pt x="94" y="204"/>
                  </a:cubicBezTo>
                  <a:cubicBezTo>
                    <a:pt x="95" y="206"/>
                    <a:pt x="103" y="202"/>
                    <a:pt x="105" y="204"/>
                  </a:cubicBezTo>
                  <a:cubicBezTo>
                    <a:pt x="106" y="204"/>
                    <a:pt x="108" y="210"/>
                    <a:pt x="108" y="210"/>
                  </a:cubicBezTo>
                  <a:cubicBezTo>
                    <a:pt x="108" y="212"/>
                    <a:pt x="104" y="213"/>
                    <a:pt x="103" y="214"/>
                  </a:cubicBezTo>
                  <a:cubicBezTo>
                    <a:pt x="101" y="215"/>
                    <a:pt x="103" y="219"/>
                    <a:pt x="99" y="219"/>
                  </a:cubicBezTo>
                  <a:cubicBezTo>
                    <a:pt x="97" y="219"/>
                    <a:pt x="95" y="214"/>
                    <a:pt x="93" y="215"/>
                  </a:cubicBezTo>
                  <a:cubicBezTo>
                    <a:pt x="92" y="215"/>
                    <a:pt x="93" y="219"/>
                    <a:pt x="91" y="220"/>
                  </a:cubicBezTo>
                  <a:cubicBezTo>
                    <a:pt x="85" y="222"/>
                    <a:pt x="92" y="226"/>
                    <a:pt x="95" y="228"/>
                  </a:cubicBezTo>
                  <a:cubicBezTo>
                    <a:pt x="97" y="229"/>
                    <a:pt x="94" y="231"/>
                    <a:pt x="93" y="232"/>
                  </a:cubicBezTo>
                  <a:cubicBezTo>
                    <a:pt x="86" y="235"/>
                    <a:pt x="91" y="233"/>
                    <a:pt x="91" y="240"/>
                  </a:cubicBezTo>
                  <a:cubicBezTo>
                    <a:pt x="91" y="249"/>
                    <a:pt x="97" y="243"/>
                    <a:pt x="102" y="243"/>
                  </a:cubicBezTo>
                  <a:cubicBezTo>
                    <a:pt x="103" y="244"/>
                    <a:pt x="109" y="260"/>
                    <a:pt x="111" y="249"/>
                  </a:cubicBezTo>
                  <a:cubicBezTo>
                    <a:pt x="112" y="245"/>
                    <a:pt x="115" y="245"/>
                    <a:pt x="116" y="241"/>
                  </a:cubicBezTo>
                  <a:cubicBezTo>
                    <a:pt x="120" y="229"/>
                    <a:pt x="127" y="246"/>
                    <a:pt x="130" y="244"/>
                  </a:cubicBezTo>
                  <a:cubicBezTo>
                    <a:pt x="138" y="238"/>
                    <a:pt x="142" y="246"/>
                    <a:pt x="149" y="247"/>
                  </a:cubicBezTo>
                  <a:cubicBezTo>
                    <a:pt x="149" y="250"/>
                    <a:pt x="142" y="258"/>
                    <a:pt x="140" y="262"/>
                  </a:cubicBezTo>
                  <a:cubicBezTo>
                    <a:pt x="138" y="265"/>
                    <a:pt x="135" y="267"/>
                    <a:pt x="136" y="272"/>
                  </a:cubicBezTo>
                  <a:cubicBezTo>
                    <a:pt x="137" y="277"/>
                    <a:pt x="133" y="277"/>
                    <a:pt x="132" y="281"/>
                  </a:cubicBezTo>
                  <a:cubicBezTo>
                    <a:pt x="131" y="285"/>
                    <a:pt x="134" y="293"/>
                    <a:pt x="132" y="294"/>
                  </a:cubicBezTo>
                  <a:cubicBezTo>
                    <a:pt x="127" y="300"/>
                    <a:pt x="125" y="296"/>
                    <a:pt x="122" y="305"/>
                  </a:cubicBezTo>
                  <a:cubicBezTo>
                    <a:pt x="121" y="310"/>
                    <a:pt x="119" y="313"/>
                    <a:pt x="125" y="314"/>
                  </a:cubicBezTo>
                  <a:cubicBezTo>
                    <a:pt x="129" y="315"/>
                    <a:pt x="127" y="316"/>
                    <a:pt x="126" y="320"/>
                  </a:cubicBezTo>
                  <a:cubicBezTo>
                    <a:pt x="126" y="328"/>
                    <a:pt x="134" y="324"/>
                    <a:pt x="139" y="326"/>
                  </a:cubicBezTo>
                  <a:cubicBezTo>
                    <a:pt x="144" y="328"/>
                    <a:pt x="143" y="331"/>
                    <a:pt x="150" y="331"/>
                  </a:cubicBezTo>
                  <a:cubicBezTo>
                    <a:pt x="157" y="331"/>
                    <a:pt x="158" y="331"/>
                    <a:pt x="162" y="336"/>
                  </a:cubicBezTo>
                  <a:cubicBezTo>
                    <a:pt x="161" y="340"/>
                    <a:pt x="162" y="343"/>
                    <a:pt x="161" y="347"/>
                  </a:cubicBezTo>
                  <a:cubicBezTo>
                    <a:pt x="160" y="353"/>
                    <a:pt x="155" y="347"/>
                    <a:pt x="151" y="348"/>
                  </a:cubicBezTo>
                  <a:cubicBezTo>
                    <a:pt x="148" y="348"/>
                    <a:pt x="147" y="348"/>
                    <a:pt x="145" y="348"/>
                  </a:cubicBezTo>
                  <a:cubicBezTo>
                    <a:pt x="143" y="348"/>
                    <a:pt x="144" y="350"/>
                    <a:pt x="144" y="351"/>
                  </a:cubicBezTo>
                  <a:cubicBezTo>
                    <a:pt x="144" y="354"/>
                    <a:pt x="138" y="354"/>
                    <a:pt x="137" y="357"/>
                  </a:cubicBezTo>
                  <a:cubicBezTo>
                    <a:pt x="134" y="362"/>
                    <a:pt x="134" y="367"/>
                    <a:pt x="137" y="372"/>
                  </a:cubicBezTo>
                  <a:cubicBezTo>
                    <a:pt x="138" y="374"/>
                    <a:pt x="138" y="376"/>
                    <a:pt x="137" y="378"/>
                  </a:cubicBezTo>
                  <a:cubicBezTo>
                    <a:pt x="134" y="381"/>
                    <a:pt x="131" y="383"/>
                    <a:pt x="130" y="387"/>
                  </a:cubicBezTo>
                  <a:cubicBezTo>
                    <a:pt x="130" y="391"/>
                    <a:pt x="127" y="395"/>
                    <a:pt x="130" y="399"/>
                  </a:cubicBezTo>
                  <a:cubicBezTo>
                    <a:pt x="132" y="403"/>
                    <a:pt x="141" y="404"/>
                    <a:pt x="145" y="407"/>
                  </a:cubicBezTo>
                  <a:cubicBezTo>
                    <a:pt x="148" y="409"/>
                    <a:pt x="148" y="416"/>
                    <a:pt x="153" y="419"/>
                  </a:cubicBezTo>
                  <a:cubicBezTo>
                    <a:pt x="157" y="422"/>
                    <a:pt x="160" y="413"/>
                    <a:pt x="164" y="412"/>
                  </a:cubicBezTo>
                  <a:cubicBezTo>
                    <a:pt x="169" y="411"/>
                    <a:pt x="167" y="415"/>
                    <a:pt x="171" y="416"/>
                  </a:cubicBezTo>
                  <a:cubicBezTo>
                    <a:pt x="174" y="418"/>
                    <a:pt x="180" y="414"/>
                    <a:pt x="181" y="419"/>
                  </a:cubicBezTo>
                  <a:cubicBezTo>
                    <a:pt x="182" y="422"/>
                    <a:pt x="184" y="428"/>
                    <a:pt x="187" y="429"/>
                  </a:cubicBezTo>
                  <a:cubicBezTo>
                    <a:pt x="187" y="429"/>
                    <a:pt x="187" y="429"/>
                    <a:pt x="187" y="429"/>
                  </a:cubicBezTo>
                  <a:cubicBezTo>
                    <a:pt x="191" y="429"/>
                    <a:pt x="195" y="434"/>
                    <a:pt x="193" y="428"/>
                  </a:cubicBezTo>
                  <a:cubicBezTo>
                    <a:pt x="192" y="426"/>
                    <a:pt x="190" y="422"/>
                    <a:pt x="192" y="420"/>
                  </a:cubicBezTo>
                  <a:cubicBezTo>
                    <a:pt x="193" y="417"/>
                    <a:pt x="188" y="415"/>
                    <a:pt x="190" y="412"/>
                  </a:cubicBezTo>
                  <a:cubicBezTo>
                    <a:pt x="193" y="408"/>
                    <a:pt x="192" y="408"/>
                    <a:pt x="194" y="403"/>
                  </a:cubicBezTo>
                  <a:cubicBezTo>
                    <a:pt x="199" y="405"/>
                    <a:pt x="197" y="410"/>
                    <a:pt x="206" y="410"/>
                  </a:cubicBezTo>
                  <a:cubicBezTo>
                    <a:pt x="218" y="410"/>
                    <a:pt x="219" y="418"/>
                    <a:pt x="224" y="429"/>
                  </a:cubicBezTo>
                  <a:cubicBezTo>
                    <a:pt x="226" y="435"/>
                    <a:pt x="233" y="436"/>
                    <a:pt x="233" y="442"/>
                  </a:cubicBezTo>
                  <a:cubicBezTo>
                    <a:pt x="233" y="447"/>
                    <a:pt x="238" y="449"/>
                    <a:pt x="241" y="451"/>
                  </a:cubicBezTo>
                  <a:cubicBezTo>
                    <a:pt x="244" y="452"/>
                    <a:pt x="243" y="458"/>
                    <a:pt x="249" y="456"/>
                  </a:cubicBezTo>
                  <a:cubicBezTo>
                    <a:pt x="254" y="454"/>
                    <a:pt x="252" y="454"/>
                    <a:pt x="256" y="456"/>
                  </a:cubicBezTo>
                  <a:cubicBezTo>
                    <a:pt x="259" y="458"/>
                    <a:pt x="260" y="451"/>
                    <a:pt x="263" y="453"/>
                  </a:cubicBezTo>
                  <a:cubicBezTo>
                    <a:pt x="267" y="454"/>
                    <a:pt x="270" y="456"/>
                    <a:pt x="275" y="457"/>
                  </a:cubicBezTo>
                  <a:cubicBezTo>
                    <a:pt x="276" y="465"/>
                    <a:pt x="282" y="471"/>
                    <a:pt x="278" y="479"/>
                  </a:cubicBezTo>
                  <a:cubicBezTo>
                    <a:pt x="276" y="482"/>
                    <a:pt x="276" y="486"/>
                    <a:pt x="275" y="489"/>
                  </a:cubicBezTo>
                  <a:cubicBezTo>
                    <a:pt x="270" y="499"/>
                    <a:pt x="266" y="492"/>
                    <a:pt x="274" y="503"/>
                  </a:cubicBezTo>
                  <a:cubicBezTo>
                    <a:pt x="280" y="511"/>
                    <a:pt x="287" y="520"/>
                    <a:pt x="300" y="517"/>
                  </a:cubicBezTo>
                  <a:cubicBezTo>
                    <a:pt x="303" y="516"/>
                    <a:pt x="324" y="505"/>
                    <a:pt x="326" y="502"/>
                  </a:cubicBezTo>
                  <a:cubicBezTo>
                    <a:pt x="330" y="497"/>
                    <a:pt x="334" y="495"/>
                    <a:pt x="338" y="501"/>
                  </a:cubicBezTo>
                  <a:cubicBezTo>
                    <a:pt x="342" y="507"/>
                    <a:pt x="331" y="506"/>
                    <a:pt x="330" y="508"/>
                  </a:cubicBezTo>
                  <a:cubicBezTo>
                    <a:pt x="330" y="509"/>
                    <a:pt x="332" y="510"/>
                    <a:pt x="333" y="510"/>
                  </a:cubicBezTo>
                  <a:cubicBezTo>
                    <a:pt x="335" y="512"/>
                    <a:pt x="333" y="517"/>
                    <a:pt x="337" y="516"/>
                  </a:cubicBezTo>
                  <a:cubicBezTo>
                    <a:pt x="343" y="515"/>
                    <a:pt x="348" y="514"/>
                    <a:pt x="342" y="520"/>
                  </a:cubicBezTo>
                  <a:cubicBezTo>
                    <a:pt x="338" y="525"/>
                    <a:pt x="339" y="531"/>
                    <a:pt x="347" y="532"/>
                  </a:cubicBezTo>
                  <a:cubicBezTo>
                    <a:pt x="349" y="533"/>
                    <a:pt x="349" y="535"/>
                    <a:pt x="352" y="535"/>
                  </a:cubicBezTo>
                  <a:cubicBezTo>
                    <a:pt x="358" y="536"/>
                    <a:pt x="369" y="538"/>
                    <a:pt x="367" y="545"/>
                  </a:cubicBezTo>
                  <a:cubicBezTo>
                    <a:pt x="363" y="558"/>
                    <a:pt x="372" y="553"/>
                    <a:pt x="380" y="552"/>
                  </a:cubicBezTo>
                  <a:cubicBezTo>
                    <a:pt x="386" y="551"/>
                    <a:pt x="390" y="554"/>
                    <a:pt x="395" y="556"/>
                  </a:cubicBezTo>
                  <a:cubicBezTo>
                    <a:pt x="399" y="557"/>
                    <a:pt x="404" y="555"/>
                    <a:pt x="408" y="555"/>
                  </a:cubicBezTo>
                  <a:cubicBezTo>
                    <a:pt x="463" y="558"/>
                    <a:pt x="463" y="558"/>
                    <a:pt x="463" y="558"/>
                  </a:cubicBezTo>
                  <a:cubicBezTo>
                    <a:pt x="467" y="558"/>
                    <a:pt x="467" y="558"/>
                    <a:pt x="467" y="558"/>
                  </a:cubicBezTo>
                  <a:cubicBezTo>
                    <a:pt x="467" y="558"/>
                    <a:pt x="467" y="558"/>
                    <a:pt x="467" y="558"/>
                  </a:cubicBezTo>
                  <a:cubicBezTo>
                    <a:pt x="469" y="556"/>
                    <a:pt x="470" y="555"/>
                    <a:pt x="470" y="553"/>
                  </a:cubicBezTo>
                  <a:cubicBezTo>
                    <a:pt x="471" y="549"/>
                    <a:pt x="473" y="548"/>
                    <a:pt x="477" y="547"/>
                  </a:cubicBezTo>
                  <a:cubicBezTo>
                    <a:pt x="478" y="547"/>
                    <a:pt x="479" y="548"/>
                    <a:pt x="481" y="547"/>
                  </a:cubicBezTo>
                  <a:cubicBezTo>
                    <a:pt x="482" y="547"/>
                    <a:pt x="484" y="546"/>
                    <a:pt x="485" y="545"/>
                  </a:cubicBezTo>
                  <a:cubicBezTo>
                    <a:pt x="490" y="541"/>
                    <a:pt x="490" y="541"/>
                    <a:pt x="490" y="541"/>
                  </a:cubicBezTo>
                  <a:cubicBezTo>
                    <a:pt x="490" y="541"/>
                    <a:pt x="490" y="541"/>
                    <a:pt x="490" y="541"/>
                  </a:cubicBezTo>
                  <a:cubicBezTo>
                    <a:pt x="489" y="536"/>
                    <a:pt x="489" y="536"/>
                    <a:pt x="489" y="536"/>
                  </a:cubicBezTo>
                  <a:cubicBezTo>
                    <a:pt x="487" y="534"/>
                    <a:pt x="483" y="533"/>
                    <a:pt x="485" y="529"/>
                  </a:cubicBezTo>
                  <a:cubicBezTo>
                    <a:pt x="488" y="527"/>
                    <a:pt x="491" y="527"/>
                    <a:pt x="489" y="523"/>
                  </a:cubicBezTo>
                  <a:cubicBezTo>
                    <a:pt x="487" y="516"/>
                    <a:pt x="483" y="513"/>
                    <a:pt x="481" y="507"/>
                  </a:cubicBezTo>
                  <a:cubicBezTo>
                    <a:pt x="478" y="499"/>
                    <a:pt x="475" y="503"/>
                    <a:pt x="469" y="500"/>
                  </a:cubicBezTo>
                  <a:cubicBezTo>
                    <a:pt x="468" y="500"/>
                    <a:pt x="468" y="495"/>
                    <a:pt x="467" y="494"/>
                  </a:cubicBezTo>
                  <a:cubicBezTo>
                    <a:pt x="462" y="488"/>
                    <a:pt x="459" y="483"/>
                    <a:pt x="452" y="482"/>
                  </a:cubicBezTo>
                  <a:cubicBezTo>
                    <a:pt x="449" y="481"/>
                    <a:pt x="445" y="478"/>
                    <a:pt x="445" y="475"/>
                  </a:cubicBezTo>
                  <a:cubicBezTo>
                    <a:pt x="445" y="470"/>
                    <a:pt x="449" y="471"/>
                    <a:pt x="446" y="467"/>
                  </a:cubicBezTo>
                  <a:cubicBezTo>
                    <a:pt x="445" y="466"/>
                    <a:pt x="446" y="464"/>
                    <a:pt x="446" y="462"/>
                  </a:cubicBezTo>
                  <a:cubicBezTo>
                    <a:pt x="445" y="460"/>
                    <a:pt x="443" y="459"/>
                    <a:pt x="443" y="457"/>
                  </a:cubicBezTo>
                  <a:cubicBezTo>
                    <a:pt x="442" y="448"/>
                    <a:pt x="442" y="448"/>
                    <a:pt x="442" y="448"/>
                  </a:cubicBezTo>
                  <a:cubicBezTo>
                    <a:pt x="442" y="448"/>
                    <a:pt x="442" y="448"/>
                    <a:pt x="442" y="448"/>
                  </a:cubicBezTo>
                  <a:cubicBezTo>
                    <a:pt x="423" y="456"/>
                    <a:pt x="398" y="466"/>
                    <a:pt x="392" y="446"/>
                  </a:cubicBezTo>
                  <a:cubicBezTo>
                    <a:pt x="390" y="438"/>
                    <a:pt x="386" y="439"/>
                    <a:pt x="381" y="431"/>
                  </a:cubicBezTo>
                  <a:cubicBezTo>
                    <a:pt x="381" y="428"/>
                    <a:pt x="378" y="426"/>
                    <a:pt x="378" y="422"/>
                  </a:cubicBezTo>
                  <a:cubicBezTo>
                    <a:pt x="378" y="419"/>
                    <a:pt x="377" y="419"/>
                    <a:pt x="374" y="417"/>
                  </a:cubicBezTo>
                  <a:cubicBezTo>
                    <a:pt x="369" y="415"/>
                    <a:pt x="362" y="418"/>
                    <a:pt x="356" y="416"/>
                  </a:cubicBezTo>
                  <a:cubicBezTo>
                    <a:pt x="351" y="414"/>
                    <a:pt x="353" y="411"/>
                    <a:pt x="350" y="408"/>
                  </a:cubicBezTo>
                  <a:cubicBezTo>
                    <a:pt x="349" y="407"/>
                    <a:pt x="339" y="398"/>
                    <a:pt x="338" y="398"/>
                  </a:cubicBezTo>
                  <a:cubicBezTo>
                    <a:pt x="330" y="397"/>
                    <a:pt x="320" y="397"/>
                    <a:pt x="312" y="397"/>
                  </a:cubicBezTo>
                  <a:cubicBezTo>
                    <a:pt x="304" y="397"/>
                    <a:pt x="286" y="398"/>
                    <a:pt x="280" y="392"/>
                  </a:cubicBezTo>
                  <a:cubicBezTo>
                    <a:pt x="278" y="390"/>
                    <a:pt x="277" y="387"/>
                    <a:pt x="274" y="386"/>
                  </a:cubicBezTo>
                  <a:cubicBezTo>
                    <a:pt x="267" y="384"/>
                    <a:pt x="271" y="384"/>
                    <a:pt x="269" y="379"/>
                  </a:cubicBezTo>
                  <a:cubicBezTo>
                    <a:pt x="266" y="373"/>
                    <a:pt x="261" y="370"/>
                    <a:pt x="262" y="363"/>
                  </a:cubicBezTo>
                  <a:cubicBezTo>
                    <a:pt x="262" y="359"/>
                    <a:pt x="262" y="360"/>
                    <a:pt x="258" y="360"/>
                  </a:cubicBezTo>
                  <a:cubicBezTo>
                    <a:pt x="252" y="359"/>
                    <a:pt x="253" y="358"/>
                    <a:pt x="250" y="354"/>
                  </a:cubicBezTo>
                  <a:cubicBezTo>
                    <a:pt x="250" y="353"/>
                    <a:pt x="249" y="343"/>
                    <a:pt x="248" y="342"/>
                  </a:cubicBezTo>
                  <a:cubicBezTo>
                    <a:pt x="248" y="341"/>
                    <a:pt x="233" y="337"/>
                    <a:pt x="231" y="331"/>
                  </a:cubicBezTo>
                  <a:cubicBezTo>
                    <a:pt x="228" y="322"/>
                    <a:pt x="231" y="317"/>
                    <a:pt x="224" y="311"/>
                  </a:cubicBezTo>
                  <a:cubicBezTo>
                    <a:pt x="221" y="309"/>
                    <a:pt x="220" y="299"/>
                    <a:pt x="220" y="295"/>
                  </a:cubicBezTo>
                  <a:cubicBezTo>
                    <a:pt x="220" y="291"/>
                    <a:pt x="219" y="277"/>
                    <a:pt x="216" y="275"/>
                  </a:cubicBezTo>
                  <a:cubicBezTo>
                    <a:pt x="216" y="273"/>
                    <a:pt x="207" y="265"/>
                    <a:pt x="205" y="265"/>
                  </a:cubicBezTo>
                  <a:cubicBezTo>
                    <a:pt x="204" y="258"/>
                    <a:pt x="198" y="254"/>
                    <a:pt x="195" y="249"/>
                  </a:cubicBezTo>
                  <a:cubicBezTo>
                    <a:pt x="192" y="243"/>
                    <a:pt x="191" y="243"/>
                    <a:pt x="186" y="238"/>
                  </a:cubicBezTo>
                  <a:cubicBezTo>
                    <a:pt x="183" y="236"/>
                    <a:pt x="181" y="231"/>
                    <a:pt x="179" y="228"/>
                  </a:cubicBezTo>
                  <a:cubicBezTo>
                    <a:pt x="176" y="224"/>
                    <a:pt x="171" y="219"/>
                    <a:pt x="169" y="214"/>
                  </a:cubicBezTo>
                  <a:cubicBezTo>
                    <a:pt x="166" y="207"/>
                    <a:pt x="159" y="205"/>
                    <a:pt x="154" y="199"/>
                  </a:cubicBezTo>
                  <a:cubicBezTo>
                    <a:pt x="154" y="193"/>
                    <a:pt x="147" y="190"/>
                    <a:pt x="144" y="185"/>
                  </a:cubicBezTo>
                  <a:cubicBezTo>
                    <a:pt x="141" y="179"/>
                    <a:pt x="142" y="175"/>
                    <a:pt x="140" y="169"/>
                  </a:cubicBezTo>
                  <a:cubicBezTo>
                    <a:pt x="139" y="166"/>
                    <a:pt x="137" y="163"/>
                    <a:pt x="136" y="160"/>
                  </a:cubicBezTo>
                  <a:cubicBezTo>
                    <a:pt x="134" y="156"/>
                    <a:pt x="132" y="151"/>
                    <a:pt x="129" y="147"/>
                  </a:cubicBezTo>
                  <a:cubicBezTo>
                    <a:pt x="125" y="140"/>
                    <a:pt x="123" y="134"/>
                    <a:pt x="121" y="126"/>
                  </a:cubicBezTo>
                  <a:cubicBezTo>
                    <a:pt x="121" y="121"/>
                    <a:pt x="114" y="117"/>
                    <a:pt x="113" y="113"/>
                  </a:cubicBezTo>
                  <a:cubicBezTo>
                    <a:pt x="112" y="109"/>
                    <a:pt x="112" y="102"/>
                    <a:pt x="109" y="100"/>
                  </a:cubicBezTo>
                  <a:cubicBezTo>
                    <a:pt x="99" y="93"/>
                    <a:pt x="96" y="85"/>
                    <a:pt x="95" y="73"/>
                  </a:cubicBezTo>
                  <a:cubicBezTo>
                    <a:pt x="94" y="66"/>
                    <a:pt x="95" y="59"/>
                    <a:pt x="94" y="52"/>
                  </a:cubicBezTo>
                  <a:cubicBezTo>
                    <a:pt x="91" y="45"/>
                    <a:pt x="86" y="39"/>
                    <a:pt x="86" y="31"/>
                  </a:cubicBezTo>
                  <a:cubicBezTo>
                    <a:pt x="86" y="28"/>
                    <a:pt x="86" y="26"/>
                    <a:pt x="86" y="24"/>
                  </a:cubicBezTo>
                  <a:cubicBezTo>
                    <a:pt x="86" y="24"/>
                    <a:pt x="86" y="24"/>
                    <a:pt x="86" y="24"/>
                  </a:cubicBezTo>
                  <a:cubicBezTo>
                    <a:pt x="80" y="24"/>
                    <a:pt x="69" y="27"/>
                    <a:pt x="68" y="19"/>
                  </a:cubicBezTo>
                  <a:cubicBezTo>
                    <a:pt x="67" y="12"/>
                    <a:pt x="60" y="17"/>
                    <a:pt x="57" y="13"/>
                  </a:cubicBezTo>
                  <a:cubicBezTo>
                    <a:pt x="54" y="9"/>
                    <a:pt x="53" y="10"/>
                    <a:pt x="49" y="8"/>
                  </a:cubicBezTo>
                  <a:cubicBezTo>
                    <a:pt x="44" y="7"/>
                    <a:pt x="45" y="0"/>
                    <a:pt x="38" y="3"/>
                  </a:cubicBezTo>
                  <a:cubicBezTo>
                    <a:pt x="32" y="7"/>
                    <a:pt x="30" y="11"/>
                    <a:pt x="23" y="7"/>
                  </a:cubicBezTo>
                  <a:cubicBezTo>
                    <a:pt x="19" y="4"/>
                    <a:pt x="19" y="6"/>
                    <a:pt x="14" y="8"/>
                  </a:cubicBezTo>
                  <a:cubicBezTo>
                    <a:pt x="9" y="10"/>
                    <a:pt x="6" y="8"/>
                    <a:pt x="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30"/>
            <p:cNvSpPr>
              <a:spLocks/>
            </p:cNvSpPr>
            <p:nvPr/>
          </p:nvSpPr>
          <p:spPr bwMode="auto">
            <a:xfrm>
              <a:off x="3238500" y="3729038"/>
              <a:ext cx="723900" cy="476250"/>
            </a:xfrm>
            <a:custGeom>
              <a:avLst/>
              <a:gdLst/>
              <a:ahLst/>
              <a:cxnLst>
                <a:cxn ang="0">
                  <a:pos x="158" y="4"/>
                </a:cxn>
                <a:cxn ang="0">
                  <a:pos x="165" y="10"/>
                </a:cxn>
                <a:cxn ang="0">
                  <a:pos x="166" y="24"/>
                </a:cxn>
                <a:cxn ang="0">
                  <a:pos x="169" y="37"/>
                </a:cxn>
                <a:cxn ang="0">
                  <a:pos x="176" y="48"/>
                </a:cxn>
                <a:cxn ang="0">
                  <a:pos x="195" y="44"/>
                </a:cxn>
                <a:cxn ang="0">
                  <a:pos x="209" y="31"/>
                </a:cxn>
                <a:cxn ang="0">
                  <a:pos x="223" y="29"/>
                </a:cxn>
                <a:cxn ang="0">
                  <a:pos x="238" y="20"/>
                </a:cxn>
                <a:cxn ang="0">
                  <a:pos x="247" y="13"/>
                </a:cxn>
                <a:cxn ang="0">
                  <a:pos x="261" y="22"/>
                </a:cxn>
                <a:cxn ang="0">
                  <a:pos x="267" y="28"/>
                </a:cxn>
                <a:cxn ang="0">
                  <a:pos x="293" y="45"/>
                </a:cxn>
                <a:cxn ang="0">
                  <a:pos x="305" y="57"/>
                </a:cxn>
                <a:cxn ang="0">
                  <a:pos x="312" y="74"/>
                </a:cxn>
                <a:cxn ang="0">
                  <a:pos x="328" y="86"/>
                </a:cxn>
                <a:cxn ang="0">
                  <a:pos x="340" y="98"/>
                </a:cxn>
                <a:cxn ang="0">
                  <a:pos x="367" y="106"/>
                </a:cxn>
                <a:cxn ang="0">
                  <a:pos x="361" y="120"/>
                </a:cxn>
                <a:cxn ang="0">
                  <a:pos x="373" y="136"/>
                </a:cxn>
                <a:cxn ang="0">
                  <a:pos x="379" y="159"/>
                </a:cxn>
                <a:cxn ang="0">
                  <a:pos x="388" y="177"/>
                </a:cxn>
                <a:cxn ang="0">
                  <a:pos x="402" y="189"/>
                </a:cxn>
                <a:cxn ang="0">
                  <a:pos x="397" y="214"/>
                </a:cxn>
                <a:cxn ang="0">
                  <a:pos x="386" y="235"/>
                </a:cxn>
                <a:cxn ang="0">
                  <a:pos x="369" y="242"/>
                </a:cxn>
                <a:cxn ang="0">
                  <a:pos x="358" y="265"/>
                </a:cxn>
                <a:cxn ang="0">
                  <a:pos x="345" y="271"/>
                </a:cxn>
                <a:cxn ang="0">
                  <a:pos x="322" y="256"/>
                </a:cxn>
                <a:cxn ang="0">
                  <a:pos x="245" y="236"/>
                </a:cxn>
                <a:cxn ang="0">
                  <a:pos x="238" y="226"/>
                </a:cxn>
                <a:cxn ang="0">
                  <a:pos x="242" y="234"/>
                </a:cxn>
                <a:cxn ang="0">
                  <a:pos x="218" y="221"/>
                </a:cxn>
                <a:cxn ang="0">
                  <a:pos x="189" y="208"/>
                </a:cxn>
                <a:cxn ang="0">
                  <a:pos x="113" y="175"/>
                </a:cxn>
                <a:cxn ang="0">
                  <a:pos x="96" y="162"/>
                </a:cxn>
                <a:cxn ang="0">
                  <a:pos x="66" y="139"/>
                </a:cxn>
                <a:cxn ang="0">
                  <a:pos x="6" y="102"/>
                </a:cxn>
                <a:cxn ang="0">
                  <a:pos x="3" y="93"/>
                </a:cxn>
                <a:cxn ang="0">
                  <a:pos x="7" y="74"/>
                </a:cxn>
                <a:cxn ang="0">
                  <a:pos x="30" y="54"/>
                </a:cxn>
                <a:cxn ang="0">
                  <a:pos x="54" y="31"/>
                </a:cxn>
                <a:cxn ang="0">
                  <a:pos x="97" y="38"/>
                </a:cxn>
                <a:cxn ang="0">
                  <a:pos x="127" y="44"/>
                </a:cxn>
                <a:cxn ang="0">
                  <a:pos x="150" y="55"/>
                </a:cxn>
                <a:cxn ang="0">
                  <a:pos x="138" y="36"/>
                </a:cxn>
                <a:cxn ang="0">
                  <a:pos x="137" y="6"/>
                </a:cxn>
                <a:cxn ang="0">
                  <a:pos x="154" y="0"/>
                </a:cxn>
              </a:cxnLst>
              <a:rect l="0" t="0" r="r" b="b"/>
              <a:pathLst>
                <a:path w="412" h="271">
                  <a:moveTo>
                    <a:pt x="154" y="0"/>
                  </a:moveTo>
                  <a:cubicBezTo>
                    <a:pt x="156" y="1"/>
                    <a:pt x="155" y="4"/>
                    <a:pt x="158" y="4"/>
                  </a:cubicBezTo>
                  <a:cubicBezTo>
                    <a:pt x="160" y="5"/>
                    <a:pt x="163" y="4"/>
                    <a:pt x="164" y="6"/>
                  </a:cubicBezTo>
                  <a:cubicBezTo>
                    <a:pt x="165" y="7"/>
                    <a:pt x="163" y="9"/>
                    <a:pt x="165" y="10"/>
                  </a:cubicBezTo>
                  <a:cubicBezTo>
                    <a:pt x="169" y="12"/>
                    <a:pt x="171" y="11"/>
                    <a:pt x="169" y="16"/>
                  </a:cubicBezTo>
                  <a:cubicBezTo>
                    <a:pt x="167" y="20"/>
                    <a:pt x="169" y="22"/>
                    <a:pt x="166" y="24"/>
                  </a:cubicBezTo>
                  <a:cubicBezTo>
                    <a:pt x="161" y="29"/>
                    <a:pt x="169" y="29"/>
                    <a:pt x="170" y="30"/>
                  </a:cubicBezTo>
                  <a:cubicBezTo>
                    <a:pt x="172" y="31"/>
                    <a:pt x="167" y="35"/>
                    <a:pt x="169" y="37"/>
                  </a:cubicBezTo>
                  <a:cubicBezTo>
                    <a:pt x="171" y="39"/>
                    <a:pt x="175" y="35"/>
                    <a:pt x="175" y="37"/>
                  </a:cubicBezTo>
                  <a:cubicBezTo>
                    <a:pt x="176" y="39"/>
                    <a:pt x="175" y="47"/>
                    <a:pt x="176" y="48"/>
                  </a:cubicBezTo>
                  <a:cubicBezTo>
                    <a:pt x="176" y="49"/>
                    <a:pt x="182" y="52"/>
                    <a:pt x="183" y="53"/>
                  </a:cubicBezTo>
                  <a:cubicBezTo>
                    <a:pt x="186" y="55"/>
                    <a:pt x="192" y="46"/>
                    <a:pt x="195" y="44"/>
                  </a:cubicBezTo>
                  <a:cubicBezTo>
                    <a:pt x="197" y="42"/>
                    <a:pt x="201" y="40"/>
                    <a:pt x="203" y="38"/>
                  </a:cubicBezTo>
                  <a:cubicBezTo>
                    <a:pt x="205" y="36"/>
                    <a:pt x="205" y="32"/>
                    <a:pt x="209" y="31"/>
                  </a:cubicBezTo>
                  <a:cubicBezTo>
                    <a:pt x="212" y="32"/>
                    <a:pt x="214" y="38"/>
                    <a:pt x="217" y="34"/>
                  </a:cubicBezTo>
                  <a:cubicBezTo>
                    <a:pt x="219" y="32"/>
                    <a:pt x="218" y="28"/>
                    <a:pt x="223" y="29"/>
                  </a:cubicBezTo>
                  <a:cubicBezTo>
                    <a:pt x="229" y="30"/>
                    <a:pt x="230" y="29"/>
                    <a:pt x="234" y="24"/>
                  </a:cubicBezTo>
                  <a:cubicBezTo>
                    <a:pt x="235" y="22"/>
                    <a:pt x="237" y="21"/>
                    <a:pt x="238" y="20"/>
                  </a:cubicBezTo>
                  <a:cubicBezTo>
                    <a:pt x="241" y="19"/>
                    <a:pt x="243" y="22"/>
                    <a:pt x="243" y="16"/>
                  </a:cubicBezTo>
                  <a:cubicBezTo>
                    <a:pt x="243" y="15"/>
                    <a:pt x="245" y="9"/>
                    <a:pt x="247" y="13"/>
                  </a:cubicBezTo>
                  <a:cubicBezTo>
                    <a:pt x="248" y="16"/>
                    <a:pt x="250" y="18"/>
                    <a:pt x="253" y="21"/>
                  </a:cubicBezTo>
                  <a:cubicBezTo>
                    <a:pt x="255" y="23"/>
                    <a:pt x="258" y="22"/>
                    <a:pt x="261" y="22"/>
                  </a:cubicBezTo>
                  <a:cubicBezTo>
                    <a:pt x="261" y="22"/>
                    <a:pt x="261" y="22"/>
                    <a:pt x="261" y="22"/>
                  </a:cubicBezTo>
                  <a:cubicBezTo>
                    <a:pt x="260" y="24"/>
                    <a:pt x="265" y="26"/>
                    <a:pt x="267" y="28"/>
                  </a:cubicBezTo>
                  <a:cubicBezTo>
                    <a:pt x="268" y="29"/>
                    <a:pt x="271" y="37"/>
                    <a:pt x="271" y="38"/>
                  </a:cubicBezTo>
                  <a:cubicBezTo>
                    <a:pt x="273" y="46"/>
                    <a:pt x="287" y="44"/>
                    <a:pt x="293" y="45"/>
                  </a:cubicBezTo>
                  <a:cubicBezTo>
                    <a:pt x="302" y="47"/>
                    <a:pt x="300" y="51"/>
                    <a:pt x="305" y="57"/>
                  </a:cubicBezTo>
                  <a:cubicBezTo>
                    <a:pt x="305" y="57"/>
                    <a:pt x="305" y="57"/>
                    <a:pt x="305" y="57"/>
                  </a:cubicBezTo>
                  <a:cubicBezTo>
                    <a:pt x="304" y="63"/>
                    <a:pt x="306" y="62"/>
                    <a:pt x="310" y="64"/>
                  </a:cubicBezTo>
                  <a:cubicBezTo>
                    <a:pt x="312" y="65"/>
                    <a:pt x="310" y="72"/>
                    <a:pt x="312" y="74"/>
                  </a:cubicBezTo>
                  <a:cubicBezTo>
                    <a:pt x="314" y="76"/>
                    <a:pt x="319" y="73"/>
                    <a:pt x="322" y="75"/>
                  </a:cubicBezTo>
                  <a:cubicBezTo>
                    <a:pt x="326" y="79"/>
                    <a:pt x="318" y="85"/>
                    <a:pt x="328" y="86"/>
                  </a:cubicBezTo>
                  <a:cubicBezTo>
                    <a:pt x="335" y="86"/>
                    <a:pt x="333" y="87"/>
                    <a:pt x="334" y="92"/>
                  </a:cubicBezTo>
                  <a:cubicBezTo>
                    <a:pt x="334" y="94"/>
                    <a:pt x="338" y="98"/>
                    <a:pt x="340" y="98"/>
                  </a:cubicBezTo>
                  <a:cubicBezTo>
                    <a:pt x="346" y="102"/>
                    <a:pt x="367" y="85"/>
                    <a:pt x="367" y="100"/>
                  </a:cubicBezTo>
                  <a:cubicBezTo>
                    <a:pt x="367" y="106"/>
                    <a:pt x="367" y="106"/>
                    <a:pt x="367" y="106"/>
                  </a:cubicBezTo>
                  <a:cubicBezTo>
                    <a:pt x="367" y="106"/>
                    <a:pt x="367" y="106"/>
                    <a:pt x="367" y="106"/>
                  </a:cubicBezTo>
                  <a:cubicBezTo>
                    <a:pt x="367" y="111"/>
                    <a:pt x="365" y="116"/>
                    <a:pt x="361" y="120"/>
                  </a:cubicBezTo>
                  <a:cubicBezTo>
                    <a:pt x="358" y="124"/>
                    <a:pt x="367" y="128"/>
                    <a:pt x="367" y="131"/>
                  </a:cubicBezTo>
                  <a:cubicBezTo>
                    <a:pt x="368" y="135"/>
                    <a:pt x="370" y="135"/>
                    <a:pt x="373" y="136"/>
                  </a:cubicBezTo>
                  <a:cubicBezTo>
                    <a:pt x="377" y="137"/>
                    <a:pt x="376" y="143"/>
                    <a:pt x="374" y="145"/>
                  </a:cubicBezTo>
                  <a:cubicBezTo>
                    <a:pt x="375" y="151"/>
                    <a:pt x="378" y="154"/>
                    <a:pt x="379" y="159"/>
                  </a:cubicBezTo>
                  <a:cubicBezTo>
                    <a:pt x="380" y="162"/>
                    <a:pt x="376" y="164"/>
                    <a:pt x="376" y="167"/>
                  </a:cubicBezTo>
                  <a:cubicBezTo>
                    <a:pt x="376" y="176"/>
                    <a:pt x="389" y="167"/>
                    <a:pt x="388" y="177"/>
                  </a:cubicBezTo>
                  <a:cubicBezTo>
                    <a:pt x="387" y="187"/>
                    <a:pt x="389" y="182"/>
                    <a:pt x="396" y="185"/>
                  </a:cubicBezTo>
                  <a:cubicBezTo>
                    <a:pt x="399" y="186"/>
                    <a:pt x="400" y="188"/>
                    <a:pt x="402" y="189"/>
                  </a:cubicBezTo>
                  <a:cubicBezTo>
                    <a:pt x="412" y="197"/>
                    <a:pt x="397" y="194"/>
                    <a:pt x="398" y="202"/>
                  </a:cubicBezTo>
                  <a:cubicBezTo>
                    <a:pt x="399" y="207"/>
                    <a:pt x="395" y="208"/>
                    <a:pt x="397" y="214"/>
                  </a:cubicBezTo>
                  <a:cubicBezTo>
                    <a:pt x="399" y="219"/>
                    <a:pt x="397" y="222"/>
                    <a:pt x="392" y="223"/>
                  </a:cubicBezTo>
                  <a:cubicBezTo>
                    <a:pt x="390" y="229"/>
                    <a:pt x="381" y="227"/>
                    <a:pt x="386" y="235"/>
                  </a:cubicBezTo>
                  <a:cubicBezTo>
                    <a:pt x="390" y="241"/>
                    <a:pt x="378" y="242"/>
                    <a:pt x="375" y="241"/>
                  </a:cubicBezTo>
                  <a:cubicBezTo>
                    <a:pt x="372" y="240"/>
                    <a:pt x="369" y="237"/>
                    <a:pt x="369" y="242"/>
                  </a:cubicBezTo>
                  <a:cubicBezTo>
                    <a:pt x="369" y="246"/>
                    <a:pt x="369" y="250"/>
                    <a:pt x="369" y="254"/>
                  </a:cubicBezTo>
                  <a:cubicBezTo>
                    <a:pt x="369" y="260"/>
                    <a:pt x="362" y="262"/>
                    <a:pt x="358" y="265"/>
                  </a:cubicBezTo>
                  <a:cubicBezTo>
                    <a:pt x="345" y="271"/>
                    <a:pt x="345" y="271"/>
                    <a:pt x="345" y="271"/>
                  </a:cubicBezTo>
                  <a:cubicBezTo>
                    <a:pt x="345" y="271"/>
                    <a:pt x="345" y="271"/>
                    <a:pt x="345" y="271"/>
                  </a:cubicBezTo>
                  <a:cubicBezTo>
                    <a:pt x="340" y="266"/>
                    <a:pt x="336" y="261"/>
                    <a:pt x="335" y="259"/>
                  </a:cubicBezTo>
                  <a:cubicBezTo>
                    <a:pt x="329" y="246"/>
                    <a:pt x="326" y="257"/>
                    <a:pt x="322" y="256"/>
                  </a:cubicBezTo>
                  <a:cubicBezTo>
                    <a:pt x="300" y="247"/>
                    <a:pt x="300" y="247"/>
                    <a:pt x="300" y="247"/>
                  </a:cubicBezTo>
                  <a:cubicBezTo>
                    <a:pt x="245" y="236"/>
                    <a:pt x="245" y="236"/>
                    <a:pt x="245" y="236"/>
                  </a:cubicBezTo>
                  <a:cubicBezTo>
                    <a:pt x="242" y="235"/>
                    <a:pt x="247" y="233"/>
                    <a:pt x="247" y="232"/>
                  </a:cubicBezTo>
                  <a:cubicBezTo>
                    <a:pt x="247" y="231"/>
                    <a:pt x="239" y="228"/>
                    <a:pt x="238" y="226"/>
                  </a:cubicBezTo>
                  <a:cubicBezTo>
                    <a:pt x="238" y="225"/>
                    <a:pt x="234" y="223"/>
                    <a:pt x="234" y="224"/>
                  </a:cubicBezTo>
                  <a:cubicBezTo>
                    <a:pt x="233" y="229"/>
                    <a:pt x="242" y="232"/>
                    <a:pt x="242" y="234"/>
                  </a:cubicBezTo>
                  <a:cubicBezTo>
                    <a:pt x="237" y="235"/>
                    <a:pt x="230" y="227"/>
                    <a:pt x="226" y="225"/>
                  </a:cubicBezTo>
                  <a:cubicBezTo>
                    <a:pt x="225" y="215"/>
                    <a:pt x="221" y="221"/>
                    <a:pt x="218" y="221"/>
                  </a:cubicBezTo>
                  <a:cubicBezTo>
                    <a:pt x="214" y="219"/>
                    <a:pt x="210" y="213"/>
                    <a:pt x="204" y="211"/>
                  </a:cubicBezTo>
                  <a:cubicBezTo>
                    <a:pt x="200" y="209"/>
                    <a:pt x="193" y="211"/>
                    <a:pt x="189" y="208"/>
                  </a:cubicBezTo>
                  <a:cubicBezTo>
                    <a:pt x="148" y="190"/>
                    <a:pt x="148" y="190"/>
                    <a:pt x="148" y="190"/>
                  </a:cubicBezTo>
                  <a:cubicBezTo>
                    <a:pt x="137" y="185"/>
                    <a:pt x="125" y="178"/>
                    <a:pt x="113" y="175"/>
                  </a:cubicBezTo>
                  <a:cubicBezTo>
                    <a:pt x="103" y="174"/>
                    <a:pt x="110" y="174"/>
                    <a:pt x="104" y="169"/>
                  </a:cubicBezTo>
                  <a:cubicBezTo>
                    <a:pt x="96" y="162"/>
                    <a:pt x="96" y="162"/>
                    <a:pt x="96" y="162"/>
                  </a:cubicBezTo>
                  <a:cubicBezTo>
                    <a:pt x="89" y="156"/>
                    <a:pt x="80" y="148"/>
                    <a:pt x="71" y="147"/>
                  </a:cubicBezTo>
                  <a:cubicBezTo>
                    <a:pt x="67" y="146"/>
                    <a:pt x="70" y="142"/>
                    <a:pt x="66" y="139"/>
                  </a:cubicBezTo>
                  <a:cubicBezTo>
                    <a:pt x="51" y="138"/>
                    <a:pt x="48" y="122"/>
                    <a:pt x="38" y="112"/>
                  </a:cubicBezTo>
                  <a:cubicBezTo>
                    <a:pt x="27" y="100"/>
                    <a:pt x="18" y="94"/>
                    <a:pt x="6" y="102"/>
                  </a:cubicBezTo>
                  <a:cubicBezTo>
                    <a:pt x="6" y="102"/>
                    <a:pt x="6" y="102"/>
                    <a:pt x="6" y="102"/>
                  </a:cubicBezTo>
                  <a:cubicBezTo>
                    <a:pt x="3" y="93"/>
                    <a:pt x="3" y="93"/>
                    <a:pt x="3" y="93"/>
                  </a:cubicBezTo>
                  <a:cubicBezTo>
                    <a:pt x="0" y="86"/>
                    <a:pt x="0" y="87"/>
                    <a:pt x="3" y="80"/>
                  </a:cubicBezTo>
                  <a:cubicBezTo>
                    <a:pt x="5" y="77"/>
                    <a:pt x="0" y="74"/>
                    <a:pt x="7" y="74"/>
                  </a:cubicBezTo>
                  <a:cubicBezTo>
                    <a:pt x="12" y="74"/>
                    <a:pt x="26" y="70"/>
                    <a:pt x="29" y="66"/>
                  </a:cubicBezTo>
                  <a:cubicBezTo>
                    <a:pt x="32" y="61"/>
                    <a:pt x="31" y="59"/>
                    <a:pt x="30" y="54"/>
                  </a:cubicBezTo>
                  <a:cubicBezTo>
                    <a:pt x="28" y="50"/>
                    <a:pt x="32" y="50"/>
                    <a:pt x="32" y="46"/>
                  </a:cubicBezTo>
                  <a:cubicBezTo>
                    <a:pt x="32" y="30"/>
                    <a:pt x="41" y="31"/>
                    <a:pt x="54" y="31"/>
                  </a:cubicBezTo>
                  <a:cubicBezTo>
                    <a:pt x="63" y="49"/>
                    <a:pt x="71" y="41"/>
                    <a:pt x="86" y="36"/>
                  </a:cubicBezTo>
                  <a:cubicBezTo>
                    <a:pt x="92" y="35"/>
                    <a:pt x="93" y="35"/>
                    <a:pt x="97" y="38"/>
                  </a:cubicBezTo>
                  <a:cubicBezTo>
                    <a:pt x="102" y="42"/>
                    <a:pt x="116" y="37"/>
                    <a:pt x="118" y="43"/>
                  </a:cubicBezTo>
                  <a:cubicBezTo>
                    <a:pt x="121" y="51"/>
                    <a:pt x="122" y="46"/>
                    <a:pt x="127" y="44"/>
                  </a:cubicBezTo>
                  <a:cubicBezTo>
                    <a:pt x="132" y="43"/>
                    <a:pt x="142" y="47"/>
                    <a:pt x="145" y="51"/>
                  </a:cubicBezTo>
                  <a:cubicBezTo>
                    <a:pt x="145" y="52"/>
                    <a:pt x="149" y="56"/>
                    <a:pt x="150" y="55"/>
                  </a:cubicBezTo>
                  <a:cubicBezTo>
                    <a:pt x="151" y="55"/>
                    <a:pt x="157" y="49"/>
                    <a:pt x="157" y="48"/>
                  </a:cubicBezTo>
                  <a:cubicBezTo>
                    <a:pt x="150" y="46"/>
                    <a:pt x="141" y="43"/>
                    <a:pt x="138" y="36"/>
                  </a:cubicBezTo>
                  <a:cubicBezTo>
                    <a:pt x="135" y="31"/>
                    <a:pt x="138" y="30"/>
                    <a:pt x="139" y="25"/>
                  </a:cubicBezTo>
                  <a:cubicBezTo>
                    <a:pt x="140" y="20"/>
                    <a:pt x="136" y="12"/>
                    <a:pt x="137" y="6"/>
                  </a:cubicBezTo>
                  <a:cubicBezTo>
                    <a:pt x="137" y="0"/>
                    <a:pt x="143" y="7"/>
                    <a:pt x="145" y="8"/>
                  </a:cubicBezTo>
                  <a:cubicBezTo>
                    <a:pt x="149" y="9"/>
                    <a:pt x="153" y="3"/>
                    <a:pt x="154"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31"/>
            <p:cNvSpPr>
              <a:spLocks noEditPoints="1"/>
            </p:cNvSpPr>
            <p:nvPr/>
          </p:nvSpPr>
          <p:spPr bwMode="auto">
            <a:xfrm>
              <a:off x="3844925" y="3775075"/>
              <a:ext cx="815975" cy="576263"/>
            </a:xfrm>
            <a:custGeom>
              <a:avLst/>
              <a:gdLst/>
              <a:ahLst/>
              <a:cxnLst>
                <a:cxn ang="0">
                  <a:pos x="423" y="271"/>
                </a:cxn>
                <a:cxn ang="0">
                  <a:pos x="445" y="281"/>
                </a:cxn>
                <a:cxn ang="0">
                  <a:pos x="439" y="276"/>
                </a:cxn>
                <a:cxn ang="0">
                  <a:pos x="36" y="75"/>
                </a:cxn>
                <a:cxn ang="0">
                  <a:pos x="56" y="67"/>
                </a:cxn>
                <a:cxn ang="0">
                  <a:pos x="78" y="73"/>
                </a:cxn>
                <a:cxn ang="0">
                  <a:pos x="99" y="36"/>
                </a:cxn>
                <a:cxn ang="0">
                  <a:pos x="115" y="61"/>
                </a:cxn>
                <a:cxn ang="0">
                  <a:pos x="152" y="51"/>
                </a:cxn>
                <a:cxn ang="0">
                  <a:pos x="177" y="33"/>
                </a:cxn>
                <a:cxn ang="0">
                  <a:pos x="190" y="25"/>
                </a:cxn>
                <a:cxn ang="0">
                  <a:pos x="191" y="0"/>
                </a:cxn>
                <a:cxn ang="0">
                  <a:pos x="230" y="39"/>
                </a:cxn>
                <a:cxn ang="0">
                  <a:pos x="253" y="53"/>
                </a:cxn>
                <a:cxn ang="0">
                  <a:pos x="275" y="76"/>
                </a:cxn>
                <a:cxn ang="0">
                  <a:pos x="297" y="114"/>
                </a:cxn>
                <a:cxn ang="0">
                  <a:pos x="327" y="105"/>
                </a:cxn>
                <a:cxn ang="0">
                  <a:pos x="339" y="117"/>
                </a:cxn>
                <a:cxn ang="0">
                  <a:pos x="364" y="142"/>
                </a:cxn>
                <a:cxn ang="0">
                  <a:pos x="405" y="152"/>
                </a:cxn>
                <a:cxn ang="0">
                  <a:pos x="464" y="155"/>
                </a:cxn>
                <a:cxn ang="0">
                  <a:pos x="449" y="172"/>
                </a:cxn>
                <a:cxn ang="0">
                  <a:pos x="456" y="178"/>
                </a:cxn>
                <a:cxn ang="0">
                  <a:pos x="450" y="197"/>
                </a:cxn>
                <a:cxn ang="0">
                  <a:pos x="429" y="202"/>
                </a:cxn>
                <a:cxn ang="0">
                  <a:pos x="434" y="220"/>
                </a:cxn>
                <a:cxn ang="0">
                  <a:pos x="440" y="255"/>
                </a:cxn>
                <a:cxn ang="0">
                  <a:pos x="438" y="261"/>
                </a:cxn>
                <a:cxn ang="0">
                  <a:pos x="409" y="261"/>
                </a:cxn>
                <a:cxn ang="0">
                  <a:pos x="391" y="264"/>
                </a:cxn>
                <a:cxn ang="0">
                  <a:pos x="392" y="254"/>
                </a:cxn>
                <a:cxn ang="0">
                  <a:pos x="368" y="254"/>
                </a:cxn>
                <a:cxn ang="0">
                  <a:pos x="361" y="245"/>
                </a:cxn>
                <a:cxn ang="0">
                  <a:pos x="369" y="259"/>
                </a:cxn>
                <a:cxn ang="0">
                  <a:pos x="341" y="265"/>
                </a:cxn>
                <a:cxn ang="0">
                  <a:pos x="255" y="305"/>
                </a:cxn>
                <a:cxn ang="0">
                  <a:pos x="153" y="304"/>
                </a:cxn>
                <a:cxn ang="0">
                  <a:pos x="65" y="274"/>
                </a:cxn>
                <a:cxn ang="0">
                  <a:pos x="0" y="245"/>
                </a:cxn>
                <a:cxn ang="0">
                  <a:pos x="24" y="216"/>
                </a:cxn>
                <a:cxn ang="0">
                  <a:pos x="47" y="197"/>
                </a:cxn>
                <a:cxn ang="0">
                  <a:pos x="57" y="163"/>
                </a:cxn>
                <a:cxn ang="0">
                  <a:pos x="31" y="141"/>
                </a:cxn>
                <a:cxn ang="0">
                  <a:pos x="28" y="110"/>
                </a:cxn>
                <a:cxn ang="0">
                  <a:pos x="22" y="80"/>
                </a:cxn>
              </a:cxnLst>
              <a:rect l="0" t="0" r="r" b="b"/>
              <a:pathLst>
                <a:path w="464" h="328">
                  <a:moveTo>
                    <a:pt x="438" y="274"/>
                  </a:moveTo>
                  <a:cubicBezTo>
                    <a:pt x="436" y="276"/>
                    <a:pt x="431" y="270"/>
                    <a:pt x="429" y="269"/>
                  </a:cubicBezTo>
                  <a:cubicBezTo>
                    <a:pt x="426" y="267"/>
                    <a:pt x="426" y="271"/>
                    <a:pt x="423" y="271"/>
                  </a:cubicBezTo>
                  <a:cubicBezTo>
                    <a:pt x="424" y="271"/>
                    <a:pt x="427" y="273"/>
                    <a:pt x="428" y="274"/>
                  </a:cubicBezTo>
                  <a:cubicBezTo>
                    <a:pt x="432" y="277"/>
                    <a:pt x="435" y="278"/>
                    <a:pt x="439" y="279"/>
                  </a:cubicBezTo>
                  <a:cubicBezTo>
                    <a:pt x="441" y="280"/>
                    <a:pt x="443" y="281"/>
                    <a:pt x="445" y="281"/>
                  </a:cubicBezTo>
                  <a:cubicBezTo>
                    <a:pt x="448" y="283"/>
                    <a:pt x="449" y="284"/>
                    <a:pt x="449" y="279"/>
                  </a:cubicBezTo>
                  <a:cubicBezTo>
                    <a:pt x="449" y="278"/>
                    <a:pt x="447" y="279"/>
                    <a:pt x="446" y="278"/>
                  </a:cubicBezTo>
                  <a:cubicBezTo>
                    <a:pt x="443" y="278"/>
                    <a:pt x="441" y="276"/>
                    <a:pt x="439" y="276"/>
                  </a:cubicBezTo>
                  <a:cubicBezTo>
                    <a:pt x="438" y="274"/>
                    <a:pt x="438" y="274"/>
                    <a:pt x="438" y="274"/>
                  </a:cubicBezTo>
                  <a:close/>
                  <a:moveTo>
                    <a:pt x="22" y="80"/>
                  </a:moveTo>
                  <a:cubicBezTo>
                    <a:pt x="27" y="80"/>
                    <a:pt x="34" y="70"/>
                    <a:pt x="36" y="75"/>
                  </a:cubicBezTo>
                  <a:cubicBezTo>
                    <a:pt x="39" y="84"/>
                    <a:pt x="43" y="74"/>
                    <a:pt x="45" y="73"/>
                  </a:cubicBezTo>
                  <a:cubicBezTo>
                    <a:pt x="46" y="72"/>
                    <a:pt x="48" y="72"/>
                    <a:pt x="49" y="71"/>
                  </a:cubicBezTo>
                  <a:cubicBezTo>
                    <a:pt x="51" y="70"/>
                    <a:pt x="52" y="63"/>
                    <a:pt x="56" y="67"/>
                  </a:cubicBezTo>
                  <a:cubicBezTo>
                    <a:pt x="60" y="70"/>
                    <a:pt x="58" y="69"/>
                    <a:pt x="64" y="70"/>
                  </a:cubicBezTo>
                  <a:cubicBezTo>
                    <a:pt x="67" y="71"/>
                    <a:pt x="66" y="76"/>
                    <a:pt x="70" y="76"/>
                  </a:cubicBezTo>
                  <a:cubicBezTo>
                    <a:pt x="72" y="77"/>
                    <a:pt x="78" y="76"/>
                    <a:pt x="78" y="73"/>
                  </a:cubicBezTo>
                  <a:cubicBezTo>
                    <a:pt x="79" y="68"/>
                    <a:pt x="88" y="67"/>
                    <a:pt x="81" y="62"/>
                  </a:cubicBezTo>
                  <a:cubicBezTo>
                    <a:pt x="75" y="57"/>
                    <a:pt x="78" y="50"/>
                    <a:pt x="79" y="43"/>
                  </a:cubicBezTo>
                  <a:cubicBezTo>
                    <a:pt x="81" y="34"/>
                    <a:pt x="94" y="40"/>
                    <a:pt x="99" y="36"/>
                  </a:cubicBezTo>
                  <a:cubicBezTo>
                    <a:pt x="100" y="41"/>
                    <a:pt x="97" y="44"/>
                    <a:pt x="97" y="48"/>
                  </a:cubicBezTo>
                  <a:cubicBezTo>
                    <a:pt x="97" y="51"/>
                    <a:pt x="101" y="52"/>
                    <a:pt x="102" y="54"/>
                  </a:cubicBezTo>
                  <a:cubicBezTo>
                    <a:pt x="105" y="58"/>
                    <a:pt x="107" y="71"/>
                    <a:pt x="115" y="61"/>
                  </a:cubicBezTo>
                  <a:cubicBezTo>
                    <a:pt x="118" y="56"/>
                    <a:pt x="118" y="55"/>
                    <a:pt x="125" y="55"/>
                  </a:cubicBezTo>
                  <a:cubicBezTo>
                    <a:pt x="131" y="55"/>
                    <a:pt x="138" y="43"/>
                    <a:pt x="145" y="48"/>
                  </a:cubicBezTo>
                  <a:cubicBezTo>
                    <a:pt x="147" y="50"/>
                    <a:pt x="149" y="51"/>
                    <a:pt x="152" y="51"/>
                  </a:cubicBezTo>
                  <a:cubicBezTo>
                    <a:pt x="159" y="49"/>
                    <a:pt x="155" y="47"/>
                    <a:pt x="157" y="44"/>
                  </a:cubicBezTo>
                  <a:cubicBezTo>
                    <a:pt x="161" y="44"/>
                    <a:pt x="168" y="43"/>
                    <a:pt x="171" y="42"/>
                  </a:cubicBezTo>
                  <a:cubicBezTo>
                    <a:pt x="176" y="40"/>
                    <a:pt x="174" y="36"/>
                    <a:pt x="177" y="33"/>
                  </a:cubicBezTo>
                  <a:cubicBezTo>
                    <a:pt x="184" y="26"/>
                    <a:pt x="184" y="26"/>
                    <a:pt x="184" y="26"/>
                  </a:cubicBezTo>
                  <a:cubicBezTo>
                    <a:pt x="184" y="26"/>
                    <a:pt x="184" y="26"/>
                    <a:pt x="184" y="26"/>
                  </a:cubicBezTo>
                  <a:cubicBezTo>
                    <a:pt x="188" y="26"/>
                    <a:pt x="192" y="31"/>
                    <a:pt x="190" y="25"/>
                  </a:cubicBezTo>
                  <a:cubicBezTo>
                    <a:pt x="189" y="23"/>
                    <a:pt x="187" y="19"/>
                    <a:pt x="189" y="17"/>
                  </a:cubicBezTo>
                  <a:cubicBezTo>
                    <a:pt x="190" y="14"/>
                    <a:pt x="185" y="12"/>
                    <a:pt x="187" y="9"/>
                  </a:cubicBezTo>
                  <a:cubicBezTo>
                    <a:pt x="190" y="5"/>
                    <a:pt x="189" y="5"/>
                    <a:pt x="191" y="0"/>
                  </a:cubicBezTo>
                  <a:cubicBezTo>
                    <a:pt x="196" y="2"/>
                    <a:pt x="194" y="7"/>
                    <a:pt x="203" y="7"/>
                  </a:cubicBezTo>
                  <a:cubicBezTo>
                    <a:pt x="215" y="7"/>
                    <a:pt x="216" y="15"/>
                    <a:pt x="221" y="26"/>
                  </a:cubicBezTo>
                  <a:cubicBezTo>
                    <a:pt x="223" y="32"/>
                    <a:pt x="230" y="33"/>
                    <a:pt x="230" y="39"/>
                  </a:cubicBezTo>
                  <a:cubicBezTo>
                    <a:pt x="230" y="44"/>
                    <a:pt x="235" y="46"/>
                    <a:pt x="238" y="48"/>
                  </a:cubicBezTo>
                  <a:cubicBezTo>
                    <a:pt x="241" y="49"/>
                    <a:pt x="240" y="55"/>
                    <a:pt x="246" y="53"/>
                  </a:cubicBezTo>
                  <a:cubicBezTo>
                    <a:pt x="251" y="51"/>
                    <a:pt x="249" y="51"/>
                    <a:pt x="253" y="53"/>
                  </a:cubicBezTo>
                  <a:cubicBezTo>
                    <a:pt x="256" y="55"/>
                    <a:pt x="257" y="48"/>
                    <a:pt x="260" y="50"/>
                  </a:cubicBezTo>
                  <a:cubicBezTo>
                    <a:pt x="264" y="51"/>
                    <a:pt x="267" y="53"/>
                    <a:pt x="272" y="54"/>
                  </a:cubicBezTo>
                  <a:cubicBezTo>
                    <a:pt x="273" y="62"/>
                    <a:pt x="279" y="68"/>
                    <a:pt x="275" y="76"/>
                  </a:cubicBezTo>
                  <a:cubicBezTo>
                    <a:pt x="273" y="79"/>
                    <a:pt x="273" y="83"/>
                    <a:pt x="272" y="86"/>
                  </a:cubicBezTo>
                  <a:cubicBezTo>
                    <a:pt x="267" y="96"/>
                    <a:pt x="263" y="89"/>
                    <a:pt x="271" y="100"/>
                  </a:cubicBezTo>
                  <a:cubicBezTo>
                    <a:pt x="277" y="108"/>
                    <a:pt x="284" y="117"/>
                    <a:pt x="297" y="114"/>
                  </a:cubicBezTo>
                  <a:cubicBezTo>
                    <a:pt x="300" y="113"/>
                    <a:pt x="321" y="102"/>
                    <a:pt x="323" y="99"/>
                  </a:cubicBezTo>
                  <a:cubicBezTo>
                    <a:pt x="327" y="94"/>
                    <a:pt x="331" y="92"/>
                    <a:pt x="335" y="98"/>
                  </a:cubicBezTo>
                  <a:cubicBezTo>
                    <a:pt x="339" y="104"/>
                    <a:pt x="328" y="103"/>
                    <a:pt x="327" y="105"/>
                  </a:cubicBezTo>
                  <a:cubicBezTo>
                    <a:pt x="327" y="106"/>
                    <a:pt x="329" y="107"/>
                    <a:pt x="330" y="107"/>
                  </a:cubicBezTo>
                  <a:cubicBezTo>
                    <a:pt x="332" y="109"/>
                    <a:pt x="330" y="114"/>
                    <a:pt x="334" y="113"/>
                  </a:cubicBezTo>
                  <a:cubicBezTo>
                    <a:pt x="340" y="112"/>
                    <a:pt x="345" y="111"/>
                    <a:pt x="339" y="117"/>
                  </a:cubicBezTo>
                  <a:cubicBezTo>
                    <a:pt x="335" y="122"/>
                    <a:pt x="336" y="128"/>
                    <a:pt x="344" y="129"/>
                  </a:cubicBezTo>
                  <a:cubicBezTo>
                    <a:pt x="346" y="130"/>
                    <a:pt x="346" y="132"/>
                    <a:pt x="349" y="132"/>
                  </a:cubicBezTo>
                  <a:cubicBezTo>
                    <a:pt x="355" y="133"/>
                    <a:pt x="366" y="135"/>
                    <a:pt x="364" y="142"/>
                  </a:cubicBezTo>
                  <a:cubicBezTo>
                    <a:pt x="360" y="155"/>
                    <a:pt x="369" y="150"/>
                    <a:pt x="377" y="149"/>
                  </a:cubicBezTo>
                  <a:cubicBezTo>
                    <a:pt x="383" y="148"/>
                    <a:pt x="387" y="151"/>
                    <a:pt x="392" y="153"/>
                  </a:cubicBezTo>
                  <a:cubicBezTo>
                    <a:pt x="396" y="154"/>
                    <a:pt x="401" y="152"/>
                    <a:pt x="405" y="152"/>
                  </a:cubicBezTo>
                  <a:cubicBezTo>
                    <a:pt x="460" y="155"/>
                    <a:pt x="460" y="155"/>
                    <a:pt x="460" y="155"/>
                  </a:cubicBezTo>
                  <a:cubicBezTo>
                    <a:pt x="464" y="155"/>
                    <a:pt x="464" y="155"/>
                    <a:pt x="464" y="155"/>
                  </a:cubicBezTo>
                  <a:cubicBezTo>
                    <a:pt x="464" y="155"/>
                    <a:pt x="464" y="155"/>
                    <a:pt x="464" y="155"/>
                  </a:cubicBezTo>
                  <a:cubicBezTo>
                    <a:pt x="463" y="158"/>
                    <a:pt x="464" y="163"/>
                    <a:pt x="462" y="166"/>
                  </a:cubicBezTo>
                  <a:cubicBezTo>
                    <a:pt x="460" y="169"/>
                    <a:pt x="455" y="166"/>
                    <a:pt x="452" y="167"/>
                  </a:cubicBezTo>
                  <a:cubicBezTo>
                    <a:pt x="449" y="167"/>
                    <a:pt x="451" y="171"/>
                    <a:pt x="449" y="172"/>
                  </a:cubicBezTo>
                  <a:cubicBezTo>
                    <a:pt x="445" y="173"/>
                    <a:pt x="443" y="166"/>
                    <a:pt x="442" y="166"/>
                  </a:cubicBezTo>
                  <a:cubicBezTo>
                    <a:pt x="441" y="169"/>
                    <a:pt x="441" y="179"/>
                    <a:pt x="446" y="178"/>
                  </a:cubicBezTo>
                  <a:cubicBezTo>
                    <a:pt x="452" y="177"/>
                    <a:pt x="450" y="181"/>
                    <a:pt x="456" y="178"/>
                  </a:cubicBezTo>
                  <a:cubicBezTo>
                    <a:pt x="459" y="177"/>
                    <a:pt x="456" y="183"/>
                    <a:pt x="456" y="185"/>
                  </a:cubicBezTo>
                  <a:cubicBezTo>
                    <a:pt x="457" y="191"/>
                    <a:pt x="450" y="189"/>
                    <a:pt x="448" y="192"/>
                  </a:cubicBezTo>
                  <a:cubicBezTo>
                    <a:pt x="446" y="193"/>
                    <a:pt x="450" y="195"/>
                    <a:pt x="450" y="197"/>
                  </a:cubicBezTo>
                  <a:cubicBezTo>
                    <a:pt x="450" y="199"/>
                    <a:pt x="445" y="201"/>
                    <a:pt x="444" y="202"/>
                  </a:cubicBezTo>
                  <a:cubicBezTo>
                    <a:pt x="440" y="204"/>
                    <a:pt x="438" y="203"/>
                    <a:pt x="434" y="201"/>
                  </a:cubicBezTo>
                  <a:cubicBezTo>
                    <a:pt x="430" y="198"/>
                    <a:pt x="431" y="197"/>
                    <a:pt x="429" y="202"/>
                  </a:cubicBezTo>
                  <a:cubicBezTo>
                    <a:pt x="426" y="206"/>
                    <a:pt x="436" y="205"/>
                    <a:pt x="433" y="208"/>
                  </a:cubicBezTo>
                  <a:cubicBezTo>
                    <a:pt x="433" y="208"/>
                    <a:pt x="429" y="209"/>
                    <a:pt x="431" y="210"/>
                  </a:cubicBezTo>
                  <a:cubicBezTo>
                    <a:pt x="431" y="213"/>
                    <a:pt x="432" y="219"/>
                    <a:pt x="434" y="220"/>
                  </a:cubicBezTo>
                  <a:cubicBezTo>
                    <a:pt x="436" y="222"/>
                    <a:pt x="440" y="222"/>
                    <a:pt x="442" y="224"/>
                  </a:cubicBezTo>
                  <a:cubicBezTo>
                    <a:pt x="447" y="230"/>
                    <a:pt x="446" y="236"/>
                    <a:pt x="448" y="243"/>
                  </a:cubicBezTo>
                  <a:cubicBezTo>
                    <a:pt x="450" y="251"/>
                    <a:pt x="442" y="249"/>
                    <a:pt x="440" y="255"/>
                  </a:cubicBezTo>
                  <a:cubicBezTo>
                    <a:pt x="439" y="263"/>
                    <a:pt x="439" y="263"/>
                    <a:pt x="439" y="263"/>
                  </a:cubicBezTo>
                  <a:cubicBezTo>
                    <a:pt x="439" y="263"/>
                    <a:pt x="439" y="263"/>
                    <a:pt x="439" y="263"/>
                  </a:cubicBezTo>
                  <a:cubicBezTo>
                    <a:pt x="438" y="262"/>
                    <a:pt x="438" y="261"/>
                    <a:pt x="438" y="261"/>
                  </a:cubicBezTo>
                  <a:cubicBezTo>
                    <a:pt x="433" y="260"/>
                    <a:pt x="428" y="264"/>
                    <a:pt x="423" y="261"/>
                  </a:cubicBezTo>
                  <a:cubicBezTo>
                    <a:pt x="421" y="260"/>
                    <a:pt x="411" y="252"/>
                    <a:pt x="410" y="254"/>
                  </a:cubicBezTo>
                  <a:cubicBezTo>
                    <a:pt x="409" y="256"/>
                    <a:pt x="410" y="259"/>
                    <a:pt x="409" y="261"/>
                  </a:cubicBezTo>
                  <a:cubicBezTo>
                    <a:pt x="408" y="266"/>
                    <a:pt x="420" y="268"/>
                    <a:pt x="421" y="270"/>
                  </a:cubicBezTo>
                  <a:cubicBezTo>
                    <a:pt x="417" y="270"/>
                    <a:pt x="413" y="268"/>
                    <a:pt x="409" y="267"/>
                  </a:cubicBezTo>
                  <a:cubicBezTo>
                    <a:pt x="403" y="265"/>
                    <a:pt x="397" y="264"/>
                    <a:pt x="391" y="264"/>
                  </a:cubicBezTo>
                  <a:cubicBezTo>
                    <a:pt x="391" y="263"/>
                    <a:pt x="380" y="265"/>
                    <a:pt x="378" y="265"/>
                  </a:cubicBezTo>
                  <a:cubicBezTo>
                    <a:pt x="375" y="266"/>
                    <a:pt x="376" y="262"/>
                    <a:pt x="378" y="261"/>
                  </a:cubicBezTo>
                  <a:cubicBezTo>
                    <a:pt x="380" y="260"/>
                    <a:pt x="394" y="257"/>
                    <a:pt x="392" y="254"/>
                  </a:cubicBezTo>
                  <a:cubicBezTo>
                    <a:pt x="390" y="251"/>
                    <a:pt x="389" y="248"/>
                    <a:pt x="385" y="248"/>
                  </a:cubicBezTo>
                  <a:cubicBezTo>
                    <a:pt x="380" y="248"/>
                    <a:pt x="376" y="257"/>
                    <a:pt x="373" y="256"/>
                  </a:cubicBezTo>
                  <a:cubicBezTo>
                    <a:pt x="372" y="255"/>
                    <a:pt x="364" y="256"/>
                    <a:pt x="368" y="254"/>
                  </a:cubicBezTo>
                  <a:cubicBezTo>
                    <a:pt x="374" y="249"/>
                    <a:pt x="369" y="250"/>
                    <a:pt x="367" y="247"/>
                  </a:cubicBezTo>
                  <a:cubicBezTo>
                    <a:pt x="366" y="244"/>
                    <a:pt x="368" y="241"/>
                    <a:pt x="367" y="239"/>
                  </a:cubicBezTo>
                  <a:cubicBezTo>
                    <a:pt x="367" y="238"/>
                    <a:pt x="362" y="244"/>
                    <a:pt x="361" y="245"/>
                  </a:cubicBezTo>
                  <a:cubicBezTo>
                    <a:pt x="360" y="247"/>
                    <a:pt x="357" y="249"/>
                    <a:pt x="354" y="250"/>
                  </a:cubicBezTo>
                  <a:cubicBezTo>
                    <a:pt x="341" y="256"/>
                    <a:pt x="353" y="256"/>
                    <a:pt x="359" y="257"/>
                  </a:cubicBezTo>
                  <a:cubicBezTo>
                    <a:pt x="361" y="258"/>
                    <a:pt x="375" y="256"/>
                    <a:pt x="369" y="259"/>
                  </a:cubicBezTo>
                  <a:cubicBezTo>
                    <a:pt x="369" y="260"/>
                    <a:pt x="373" y="262"/>
                    <a:pt x="375" y="262"/>
                  </a:cubicBezTo>
                  <a:cubicBezTo>
                    <a:pt x="377" y="263"/>
                    <a:pt x="369" y="263"/>
                    <a:pt x="367" y="263"/>
                  </a:cubicBezTo>
                  <a:cubicBezTo>
                    <a:pt x="358" y="261"/>
                    <a:pt x="350" y="267"/>
                    <a:pt x="341" y="265"/>
                  </a:cubicBezTo>
                  <a:cubicBezTo>
                    <a:pt x="333" y="263"/>
                    <a:pt x="335" y="271"/>
                    <a:pt x="329" y="274"/>
                  </a:cubicBezTo>
                  <a:cubicBezTo>
                    <a:pt x="318" y="279"/>
                    <a:pt x="316" y="284"/>
                    <a:pt x="305" y="288"/>
                  </a:cubicBezTo>
                  <a:cubicBezTo>
                    <a:pt x="255" y="305"/>
                    <a:pt x="255" y="305"/>
                    <a:pt x="255" y="305"/>
                  </a:cubicBezTo>
                  <a:cubicBezTo>
                    <a:pt x="242" y="316"/>
                    <a:pt x="232" y="322"/>
                    <a:pt x="215" y="318"/>
                  </a:cubicBezTo>
                  <a:cubicBezTo>
                    <a:pt x="210" y="317"/>
                    <a:pt x="211" y="321"/>
                    <a:pt x="207" y="323"/>
                  </a:cubicBezTo>
                  <a:cubicBezTo>
                    <a:pt x="199" y="328"/>
                    <a:pt x="160" y="310"/>
                    <a:pt x="153" y="304"/>
                  </a:cubicBezTo>
                  <a:cubicBezTo>
                    <a:pt x="140" y="292"/>
                    <a:pt x="134" y="296"/>
                    <a:pt x="119" y="292"/>
                  </a:cubicBezTo>
                  <a:cubicBezTo>
                    <a:pt x="107" y="291"/>
                    <a:pt x="93" y="293"/>
                    <a:pt x="82" y="289"/>
                  </a:cubicBezTo>
                  <a:cubicBezTo>
                    <a:pt x="75" y="287"/>
                    <a:pt x="71" y="279"/>
                    <a:pt x="65" y="274"/>
                  </a:cubicBezTo>
                  <a:cubicBezTo>
                    <a:pt x="51" y="265"/>
                    <a:pt x="31" y="254"/>
                    <a:pt x="14" y="254"/>
                  </a:cubicBezTo>
                  <a:cubicBezTo>
                    <a:pt x="11" y="254"/>
                    <a:pt x="5" y="250"/>
                    <a:pt x="0" y="245"/>
                  </a:cubicBezTo>
                  <a:cubicBezTo>
                    <a:pt x="0" y="245"/>
                    <a:pt x="0" y="245"/>
                    <a:pt x="0" y="245"/>
                  </a:cubicBezTo>
                  <a:cubicBezTo>
                    <a:pt x="13" y="239"/>
                    <a:pt x="13" y="239"/>
                    <a:pt x="13" y="239"/>
                  </a:cubicBezTo>
                  <a:cubicBezTo>
                    <a:pt x="17" y="236"/>
                    <a:pt x="24" y="234"/>
                    <a:pt x="24" y="228"/>
                  </a:cubicBezTo>
                  <a:cubicBezTo>
                    <a:pt x="24" y="224"/>
                    <a:pt x="24" y="220"/>
                    <a:pt x="24" y="216"/>
                  </a:cubicBezTo>
                  <a:cubicBezTo>
                    <a:pt x="24" y="211"/>
                    <a:pt x="27" y="214"/>
                    <a:pt x="30" y="215"/>
                  </a:cubicBezTo>
                  <a:cubicBezTo>
                    <a:pt x="33" y="216"/>
                    <a:pt x="45" y="215"/>
                    <a:pt x="41" y="209"/>
                  </a:cubicBezTo>
                  <a:cubicBezTo>
                    <a:pt x="36" y="201"/>
                    <a:pt x="45" y="203"/>
                    <a:pt x="47" y="197"/>
                  </a:cubicBezTo>
                  <a:cubicBezTo>
                    <a:pt x="52" y="196"/>
                    <a:pt x="54" y="193"/>
                    <a:pt x="52" y="188"/>
                  </a:cubicBezTo>
                  <a:cubicBezTo>
                    <a:pt x="50" y="182"/>
                    <a:pt x="54" y="181"/>
                    <a:pt x="53" y="176"/>
                  </a:cubicBezTo>
                  <a:cubicBezTo>
                    <a:pt x="52" y="168"/>
                    <a:pt x="67" y="171"/>
                    <a:pt x="57" y="163"/>
                  </a:cubicBezTo>
                  <a:cubicBezTo>
                    <a:pt x="55" y="162"/>
                    <a:pt x="54" y="160"/>
                    <a:pt x="51" y="159"/>
                  </a:cubicBezTo>
                  <a:cubicBezTo>
                    <a:pt x="44" y="156"/>
                    <a:pt x="42" y="161"/>
                    <a:pt x="43" y="151"/>
                  </a:cubicBezTo>
                  <a:cubicBezTo>
                    <a:pt x="44" y="141"/>
                    <a:pt x="31" y="150"/>
                    <a:pt x="31" y="141"/>
                  </a:cubicBezTo>
                  <a:cubicBezTo>
                    <a:pt x="31" y="138"/>
                    <a:pt x="35" y="136"/>
                    <a:pt x="34" y="133"/>
                  </a:cubicBezTo>
                  <a:cubicBezTo>
                    <a:pt x="33" y="128"/>
                    <a:pt x="30" y="125"/>
                    <a:pt x="29" y="119"/>
                  </a:cubicBezTo>
                  <a:cubicBezTo>
                    <a:pt x="31" y="117"/>
                    <a:pt x="32" y="111"/>
                    <a:pt x="28" y="110"/>
                  </a:cubicBezTo>
                  <a:cubicBezTo>
                    <a:pt x="25" y="109"/>
                    <a:pt x="23" y="109"/>
                    <a:pt x="22" y="105"/>
                  </a:cubicBezTo>
                  <a:cubicBezTo>
                    <a:pt x="22" y="102"/>
                    <a:pt x="13" y="98"/>
                    <a:pt x="16" y="94"/>
                  </a:cubicBezTo>
                  <a:cubicBezTo>
                    <a:pt x="20" y="90"/>
                    <a:pt x="22" y="85"/>
                    <a:pt x="22" y="8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2"/>
            <p:cNvSpPr>
              <a:spLocks/>
            </p:cNvSpPr>
            <p:nvPr/>
          </p:nvSpPr>
          <p:spPr bwMode="auto">
            <a:xfrm>
              <a:off x="4594225" y="3894138"/>
              <a:ext cx="660400" cy="658813"/>
            </a:xfrm>
            <a:custGeom>
              <a:avLst/>
              <a:gdLst/>
              <a:ahLst/>
              <a:cxnLst>
                <a:cxn ang="0">
                  <a:pos x="41" y="82"/>
                </a:cxn>
                <a:cxn ang="0">
                  <a:pos x="52" y="76"/>
                </a:cxn>
                <a:cxn ang="0">
                  <a:pos x="61" y="70"/>
                </a:cxn>
                <a:cxn ang="0">
                  <a:pos x="67" y="65"/>
                </a:cxn>
                <a:cxn ang="0">
                  <a:pos x="73" y="55"/>
                </a:cxn>
                <a:cxn ang="0">
                  <a:pos x="81" y="40"/>
                </a:cxn>
                <a:cxn ang="0">
                  <a:pos x="84" y="20"/>
                </a:cxn>
                <a:cxn ang="0">
                  <a:pos x="89" y="6"/>
                </a:cxn>
                <a:cxn ang="0">
                  <a:pos x="105" y="4"/>
                </a:cxn>
                <a:cxn ang="0">
                  <a:pos x="119" y="19"/>
                </a:cxn>
                <a:cxn ang="0">
                  <a:pos x="132" y="50"/>
                </a:cxn>
                <a:cxn ang="0">
                  <a:pos x="145" y="63"/>
                </a:cxn>
                <a:cxn ang="0">
                  <a:pos x="173" y="42"/>
                </a:cxn>
                <a:cxn ang="0">
                  <a:pos x="206" y="19"/>
                </a:cxn>
                <a:cxn ang="0">
                  <a:pos x="230" y="11"/>
                </a:cxn>
                <a:cxn ang="0">
                  <a:pos x="239" y="23"/>
                </a:cxn>
                <a:cxn ang="0">
                  <a:pos x="254" y="46"/>
                </a:cxn>
                <a:cxn ang="0">
                  <a:pos x="258" y="60"/>
                </a:cxn>
                <a:cxn ang="0">
                  <a:pos x="272" y="70"/>
                </a:cxn>
                <a:cxn ang="0">
                  <a:pos x="273" y="74"/>
                </a:cxn>
                <a:cxn ang="0">
                  <a:pos x="274" y="81"/>
                </a:cxn>
                <a:cxn ang="0">
                  <a:pos x="298" y="102"/>
                </a:cxn>
                <a:cxn ang="0">
                  <a:pos x="321" y="125"/>
                </a:cxn>
                <a:cxn ang="0">
                  <a:pos x="356" y="164"/>
                </a:cxn>
                <a:cxn ang="0">
                  <a:pos x="371" y="193"/>
                </a:cxn>
                <a:cxn ang="0">
                  <a:pos x="245" y="210"/>
                </a:cxn>
                <a:cxn ang="0">
                  <a:pos x="210" y="311"/>
                </a:cxn>
                <a:cxn ang="0">
                  <a:pos x="205" y="334"/>
                </a:cxn>
                <a:cxn ang="0">
                  <a:pos x="200" y="367"/>
                </a:cxn>
                <a:cxn ang="0">
                  <a:pos x="195" y="374"/>
                </a:cxn>
                <a:cxn ang="0">
                  <a:pos x="136" y="306"/>
                </a:cxn>
                <a:cxn ang="0">
                  <a:pos x="73" y="249"/>
                </a:cxn>
                <a:cxn ang="0">
                  <a:pos x="29" y="216"/>
                </a:cxn>
                <a:cxn ang="0">
                  <a:pos x="37" y="214"/>
                </a:cxn>
                <a:cxn ang="0">
                  <a:pos x="13" y="195"/>
                </a:cxn>
                <a:cxn ang="0">
                  <a:pos x="14" y="187"/>
                </a:cxn>
                <a:cxn ang="0">
                  <a:pos x="16" y="156"/>
                </a:cxn>
                <a:cxn ang="0">
                  <a:pos x="5" y="142"/>
                </a:cxn>
                <a:cxn ang="0">
                  <a:pos x="3" y="134"/>
                </a:cxn>
                <a:cxn ang="0">
                  <a:pos x="18" y="134"/>
                </a:cxn>
                <a:cxn ang="0">
                  <a:pos x="22" y="124"/>
                </a:cxn>
                <a:cxn ang="0">
                  <a:pos x="30" y="110"/>
                </a:cxn>
                <a:cxn ang="0">
                  <a:pos x="16" y="98"/>
                </a:cxn>
                <a:cxn ang="0">
                  <a:pos x="26" y="99"/>
                </a:cxn>
                <a:cxn ang="0">
                  <a:pos x="38" y="87"/>
                </a:cxn>
              </a:cxnLst>
              <a:rect l="0" t="0" r="r" b="b"/>
              <a:pathLst>
                <a:path w="376" h="374">
                  <a:moveTo>
                    <a:pt x="38" y="87"/>
                  </a:moveTo>
                  <a:cubicBezTo>
                    <a:pt x="40" y="85"/>
                    <a:pt x="41" y="84"/>
                    <a:pt x="41" y="82"/>
                  </a:cubicBezTo>
                  <a:cubicBezTo>
                    <a:pt x="42" y="78"/>
                    <a:pt x="44" y="77"/>
                    <a:pt x="48" y="76"/>
                  </a:cubicBezTo>
                  <a:cubicBezTo>
                    <a:pt x="49" y="76"/>
                    <a:pt x="50" y="77"/>
                    <a:pt x="52" y="76"/>
                  </a:cubicBezTo>
                  <a:cubicBezTo>
                    <a:pt x="53" y="76"/>
                    <a:pt x="55" y="75"/>
                    <a:pt x="56" y="74"/>
                  </a:cubicBezTo>
                  <a:cubicBezTo>
                    <a:pt x="61" y="70"/>
                    <a:pt x="61" y="70"/>
                    <a:pt x="61" y="70"/>
                  </a:cubicBezTo>
                  <a:cubicBezTo>
                    <a:pt x="61" y="70"/>
                    <a:pt x="61" y="70"/>
                    <a:pt x="61" y="70"/>
                  </a:cubicBezTo>
                  <a:cubicBezTo>
                    <a:pt x="63" y="69"/>
                    <a:pt x="65" y="66"/>
                    <a:pt x="67" y="65"/>
                  </a:cubicBezTo>
                  <a:cubicBezTo>
                    <a:pt x="68" y="63"/>
                    <a:pt x="68" y="61"/>
                    <a:pt x="69" y="59"/>
                  </a:cubicBezTo>
                  <a:cubicBezTo>
                    <a:pt x="70" y="58"/>
                    <a:pt x="72" y="57"/>
                    <a:pt x="73" y="55"/>
                  </a:cubicBezTo>
                  <a:cubicBezTo>
                    <a:pt x="74" y="53"/>
                    <a:pt x="75" y="51"/>
                    <a:pt x="76" y="49"/>
                  </a:cubicBezTo>
                  <a:cubicBezTo>
                    <a:pt x="77" y="45"/>
                    <a:pt x="79" y="43"/>
                    <a:pt x="81" y="40"/>
                  </a:cubicBezTo>
                  <a:cubicBezTo>
                    <a:pt x="83" y="39"/>
                    <a:pt x="89" y="33"/>
                    <a:pt x="88" y="30"/>
                  </a:cubicBezTo>
                  <a:cubicBezTo>
                    <a:pt x="87" y="28"/>
                    <a:pt x="83" y="22"/>
                    <a:pt x="84" y="20"/>
                  </a:cubicBezTo>
                  <a:cubicBezTo>
                    <a:pt x="85" y="17"/>
                    <a:pt x="88" y="17"/>
                    <a:pt x="89" y="15"/>
                  </a:cubicBezTo>
                  <a:cubicBezTo>
                    <a:pt x="90" y="12"/>
                    <a:pt x="84" y="8"/>
                    <a:pt x="89" y="6"/>
                  </a:cubicBezTo>
                  <a:cubicBezTo>
                    <a:pt x="92" y="5"/>
                    <a:pt x="97" y="0"/>
                    <a:pt x="100" y="3"/>
                  </a:cubicBezTo>
                  <a:cubicBezTo>
                    <a:pt x="102" y="5"/>
                    <a:pt x="103" y="4"/>
                    <a:pt x="105" y="4"/>
                  </a:cubicBezTo>
                  <a:cubicBezTo>
                    <a:pt x="109" y="5"/>
                    <a:pt x="110" y="8"/>
                    <a:pt x="112" y="8"/>
                  </a:cubicBezTo>
                  <a:cubicBezTo>
                    <a:pt x="115" y="13"/>
                    <a:pt x="118" y="12"/>
                    <a:pt x="119" y="19"/>
                  </a:cubicBezTo>
                  <a:cubicBezTo>
                    <a:pt x="120" y="25"/>
                    <a:pt x="120" y="26"/>
                    <a:pt x="118" y="32"/>
                  </a:cubicBezTo>
                  <a:cubicBezTo>
                    <a:pt x="116" y="37"/>
                    <a:pt x="125" y="51"/>
                    <a:pt x="132" y="50"/>
                  </a:cubicBezTo>
                  <a:cubicBezTo>
                    <a:pt x="141" y="49"/>
                    <a:pt x="131" y="58"/>
                    <a:pt x="140" y="59"/>
                  </a:cubicBezTo>
                  <a:cubicBezTo>
                    <a:pt x="144" y="60"/>
                    <a:pt x="144" y="58"/>
                    <a:pt x="145" y="63"/>
                  </a:cubicBezTo>
                  <a:cubicBezTo>
                    <a:pt x="145" y="68"/>
                    <a:pt x="152" y="62"/>
                    <a:pt x="153" y="60"/>
                  </a:cubicBezTo>
                  <a:cubicBezTo>
                    <a:pt x="158" y="53"/>
                    <a:pt x="164" y="42"/>
                    <a:pt x="173" y="42"/>
                  </a:cubicBezTo>
                  <a:cubicBezTo>
                    <a:pt x="184" y="42"/>
                    <a:pt x="182" y="38"/>
                    <a:pt x="187" y="32"/>
                  </a:cubicBezTo>
                  <a:cubicBezTo>
                    <a:pt x="195" y="31"/>
                    <a:pt x="200" y="24"/>
                    <a:pt x="206" y="19"/>
                  </a:cubicBezTo>
                  <a:cubicBezTo>
                    <a:pt x="209" y="16"/>
                    <a:pt x="215" y="10"/>
                    <a:pt x="219" y="9"/>
                  </a:cubicBezTo>
                  <a:cubicBezTo>
                    <a:pt x="224" y="9"/>
                    <a:pt x="226" y="10"/>
                    <a:pt x="230" y="11"/>
                  </a:cubicBezTo>
                  <a:cubicBezTo>
                    <a:pt x="232" y="11"/>
                    <a:pt x="234" y="11"/>
                    <a:pt x="236" y="11"/>
                  </a:cubicBezTo>
                  <a:cubicBezTo>
                    <a:pt x="239" y="11"/>
                    <a:pt x="239" y="21"/>
                    <a:pt x="239" y="23"/>
                  </a:cubicBezTo>
                  <a:cubicBezTo>
                    <a:pt x="240" y="30"/>
                    <a:pt x="245" y="31"/>
                    <a:pt x="251" y="33"/>
                  </a:cubicBezTo>
                  <a:cubicBezTo>
                    <a:pt x="258" y="35"/>
                    <a:pt x="251" y="41"/>
                    <a:pt x="254" y="46"/>
                  </a:cubicBezTo>
                  <a:cubicBezTo>
                    <a:pt x="256" y="50"/>
                    <a:pt x="256" y="49"/>
                    <a:pt x="253" y="53"/>
                  </a:cubicBezTo>
                  <a:cubicBezTo>
                    <a:pt x="250" y="57"/>
                    <a:pt x="254" y="58"/>
                    <a:pt x="258" y="60"/>
                  </a:cubicBezTo>
                  <a:cubicBezTo>
                    <a:pt x="263" y="63"/>
                    <a:pt x="268" y="60"/>
                    <a:pt x="272" y="61"/>
                  </a:cubicBezTo>
                  <a:cubicBezTo>
                    <a:pt x="275" y="62"/>
                    <a:pt x="272" y="68"/>
                    <a:pt x="272" y="70"/>
                  </a:cubicBezTo>
                  <a:cubicBezTo>
                    <a:pt x="272" y="72"/>
                    <a:pt x="273" y="73"/>
                    <a:pt x="273" y="75"/>
                  </a:cubicBezTo>
                  <a:cubicBezTo>
                    <a:pt x="273" y="75"/>
                    <a:pt x="273" y="75"/>
                    <a:pt x="273" y="74"/>
                  </a:cubicBezTo>
                  <a:cubicBezTo>
                    <a:pt x="274" y="81"/>
                    <a:pt x="274" y="81"/>
                    <a:pt x="274" y="81"/>
                  </a:cubicBezTo>
                  <a:cubicBezTo>
                    <a:pt x="274" y="81"/>
                    <a:pt x="274" y="81"/>
                    <a:pt x="274" y="81"/>
                  </a:cubicBezTo>
                  <a:cubicBezTo>
                    <a:pt x="277" y="87"/>
                    <a:pt x="290" y="87"/>
                    <a:pt x="291" y="91"/>
                  </a:cubicBezTo>
                  <a:cubicBezTo>
                    <a:pt x="292" y="96"/>
                    <a:pt x="293" y="100"/>
                    <a:pt x="298" y="102"/>
                  </a:cubicBezTo>
                  <a:cubicBezTo>
                    <a:pt x="303" y="105"/>
                    <a:pt x="305" y="110"/>
                    <a:pt x="307" y="114"/>
                  </a:cubicBezTo>
                  <a:cubicBezTo>
                    <a:pt x="312" y="125"/>
                    <a:pt x="317" y="115"/>
                    <a:pt x="321" y="125"/>
                  </a:cubicBezTo>
                  <a:cubicBezTo>
                    <a:pt x="322" y="131"/>
                    <a:pt x="333" y="130"/>
                    <a:pt x="338" y="131"/>
                  </a:cubicBezTo>
                  <a:cubicBezTo>
                    <a:pt x="357" y="135"/>
                    <a:pt x="342" y="156"/>
                    <a:pt x="356" y="164"/>
                  </a:cubicBezTo>
                  <a:cubicBezTo>
                    <a:pt x="363" y="168"/>
                    <a:pt x="376" y="165"/>
                    <a:pt x="376" y="174"/>
                  </a:cubicBezTo>
                  <a:cubicBezTo>
                    <a:pt x="376" y="180"/>
                    <a:pt x="372" y="187"/>
                    <a:pt x="371" y="193"/>
                  </a:cubicBezTo>
                  <a:cubicBezTo>
                    <a:pt x="370" y="199"/>
                    <a:pt x="373" y="202"/>
                    <a:pt x="373" y="207"/>
                  </a:cubicBezTo>
                  <a:cubicBezTo>
                    <a:pt x="245" y="210"/>
                    <a:pt x="245" y="210"/>
                    <a:pt x="245" y="210"/>
                  </a:cubicBezTo>
                  <a:cubicBezTo>
                    <a:pt x="197" y="295"/>
                    <a:pt x="197" y="295"/>
                    <a:pt x="197" y="295"/>
                  </a:cubicBezTo>
                  <a:cubicBezTo>
                    <a:pt x="197" y="301"/>
                    <a:pt x="207" y="307"/>
                    <a:pt x="210" y="311"/>
                  </a:cubicBezTo>
                  <a:cubicBezTo>
                    <a:pt x="215" y="318"/>
                    <a:pt x="209" y="320"/>
                    <a:pt x="206" y="324"/>
                  </a:cubicBezTo>
                  <a:cubicBezTo>
                    <a:pt x="202" y="329"/>
                    <a:pt x="206" y="330"/>
                    <a:pt x="205" y="334"/>
                  </a:cubicBezTo>
                  <a:cubicBezTo>
                    <a:pt x="204" y="340"/>
                    <a:pt x="201" y="341"/>
                    <a:pt x="203" y="348"/>
                  </a:cubicBezTo>
                  <a:cubicBezTo>
                    <a:pt x="206" y="357"/>
                    <a:pt x="203" y="360"/>
                    <a:pt x="200" y="367"/>
                  </a:cubicBezTo>
                  <a:cubicBezTo>
                    <a:pt x="195" y="374"/>
                    <a:pt x="195" y="374"/>
                    <a:pt x="195" y="374"/>
                  </a:cubicBezTo>
                  <a:cubicBezTo>
                    <a:pt x="195" y="374"/>
                    <a:pt x="195" y="374"/>
                    <a:pt x="195" y="374"/>
                  </a:cubicBezTo>
                  <a:cubicBezTo>
                    <a:pt x="184" y="363"/>
                    <a:pt x="175" y="351"/>
                    <a:pt x="165" y="340"/>
                  </a:cubicBezTo>
                  <a:cubicBezTo>
                    <a:pt x="136" y="306"/>
                    <a:pt x="136" y="306"/>
                    <a:pt x="136" y="306"/>
                  </a:cubicBezTo>
                  <a:cubicBezTo>
                    <a:pt x="132" y="300"/>
                    <a:pt x="121" y="297"/>
                    <a:pt x="116" y="290"/>
                  </a:cubicBezTo>
                  <a:cubicBezTo>
                    <a:pt x="102" y="276"/>
                    <a:pt x="90" y="261"/>
                    <a:pt x="73" y="249"/>
                  </a:cubicBezTo>
                  <a:cubicBezTo>
                    <a:pt x="38" y="222"/>
                    <a:pt x="38" y="222"/>
                    <a:pt x="38" y="222"/>
                  </a:cubicBezTo>
                  <a:cubicBezTo>
                    <a:pt x="35" y="220"/>
                    <a:pt x="32" y="218"/>
                    <a:pt x="29" y="216"/>
                  </a:cubicBezTo>
                  <a:cubicBezTo>
                    <a:pt x="24" y="215"/>
                    <a:pt x="29" y="216"/>
                    <a:pt x="31" y="215"/>
                  </a:cubicBezTo>
                  <a:cubicBezTo>
                    <a:pt x="32" y="214"/>
                    <a:pt x="37" y="215"/>
                    <a:pt x="37" y="214"/>
                  </a:cubicBezTo>
                  <a:cubicBezTo>
                    <a:pt x="38" y="209"/>
                    <a:pt x="17" y="202"/>
                    <a:pt x="14" y="199"/>
                  </a:cubicBezTo>
                  <a:cubicBezTo>
                    <a:pt x="13" y="198"/>
                    <a:pt x="13" y="196"/>
                    <a:pt x="13" y="195"/>
                  </a:cubicBezTo>
                  <a:cubicBezTo>
                    <a:pt x="13" y="195"/>
                    <a:pt x="13" y="195"/>
                    <a:pt x="13" y="195"/>
                  </a:cubicBezTo>
                  <a:cubicBezTo>
                    <a:pt x="14" y="187"/>
                    <a:pt x="14" y="187"/>
                    <a:pt x="14" y="187"/>
                  </a:cubicBezTo>
                  <a:cubicBezTo>
                    <a:pt x="16" y="181"/>
                    <a:pt x="24" y="183"/>
                    <a:pt x="22" y="175"/>
                  </a:cubicBezTo>
                  <a:cubicBezTo>
                    <a:pt x="20" y="168"/>
                    <a:pt x="21" y="162"/>
                    <a:pt x="16" y="156"/>
                  </a:cubicBezTo>
                  <a:cubicBezTo>
                    <a:pt x="14" y="154"/>
                    <a:pt x="10" y="154"/>
                    <a:pt x="8" y="152"/>
                  </a:cubicBezTo>
                  <a:cubicBezTo>
                    <a:pt x="6" y="151"/>
                    <a:pt x="5" y="145"/>
                    <a:pt x="5" y="142"/>
                  </a:cubicBezTo>
                  <a:cubicBezTo>
                    <a:pt x="3" y="141"/>
                    <a:pt x="7" y="140"/>
                    <a:pt x="7" y="140"/>
                  </a:cubicBezTo>
                  <a:cubicBezTo>
                    <a:pt x="10" y="137"/>
                    <a:pt x="0" y="138"/>
                    <a:pt x="3" y="134"/>
                  </a:cubicBezTo>
                  <a:cubicBezTo>
                    <a:pt x="5" y="129"/>
                    <a:pt x="4" y="130"/>
                    <a:pt x="8" y="133"/>
                  </a:cubicBezTo>
                  <a:cubicBezTo>
                    <a:pt x="12" y="135"/>
                    <a:pt x="14" y="136"/>
                    <a:pt x="18" y="134"/>
                  </a:cubicBezTo>
                  <a:cubicBezTo>
                    <a:pt x="19" y="133"/>
                    <a:pt x="24" y="131"/>
                    <a:pt x="24" y="129"/>
                  </a:cubicBezTo>
                  <a:cubicBezTo>
                    <a:pt x="24" y="127"/>
                    <a:pt x="20" y="125"/>
                    <a:pt x="22" y="124"/>
                  </a:cubicBezTo>
                  <a:cubicBezTo>
                    <a:pt x="24" y="121"/>
                    <a:pt x="31" y="123"/>
                    <a:pt x="30" y="117"/>
                  </a:cubicBezTo>
                  <a:cubicBezTo>
                    <a:pt x="30" y="115"/>
                    <a:pt x="33" y="109"/>
                    <a:pt x="30" y="110"/>
                  </a:cubicBezTo>
                  <a:cubicBezTo>
                    <a:pt x="24" y="113"/>
                    <a:pt x="26" y="109"/>
                    <a:pt x="20" y="110"/>
                  </a:cubicBezTo>
                  <a:cubicBezTo>
                    <a:pt x="15" y="111"/>
                    <a:pt x="15" y="101"/>
                    <a:pt x="16" y="98"/>
                  </a:cubicBezTo>
                  <a:cubicBezTo>
                    <a:pt x="17" y="98"/>
                    <a:pt x="19" y="105"/>
                    <a:pt x="23" y="104"/>
                  </a:cubicBezTo>
                  <a:cubicBezTo>
                    <a:pt x="25" y="103"/>
                    <a:pt x="23" y="99"/>
                    <a:pt x="26" y="99"/>
                  </a:cubicBezTo>
                  <a:cubicBezTo>
                    <a:pt x="29" y="98"/>
                    <a:pt x="34" y="101"/>
                    <a:pt x="36" y="98"/>
                  </a:cubicBezTo>
                  <a:cubicBezTo>
                    <a:pt x="38" y="95"/>
                    <a:pt x="37" y="90"/>
                    <a:pt x="38" y="8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3"/>
            <p:cNvSpPr>
              <a:spLocks/>
            </p:cNvSpPr>
            <p:nvPr/>
          </p:nvSpPr>
          <p:spPr bwMode="auto">
            <a:xfrm>
              <a:off x="4616450" y="3775075"/>
              <a:ext cx="536575" cy="261938"/>
            </a:xfrm>
            <a:custGeom>
              <a:avLst/>
              <a:gdLst/>
              <a:ahLst/>
              <a:cxnLst>
                <a:cxn ang="0">
                  <a:pos x="260" y="142"/>
                </a:cxn>
                <a:cxn ang="0">
                  <a:pos x="259" y="138"/>
                </a:cxn>
                <a:cxn ang="0">
                  <a:pos x="245" y="128"/>
                </a:cxn>
                <a:cxn ang="0">
                  <a:pos x="241" y="114"/>
                </a:cxn>
                <a:cxn ang="0">
                  <a:pos x="226" y="91"/>
                </a:cxn>
                <a:cxn ang="0">
                  <a:pos x="217" y="79"/>
                </a:cxn>
                <a:cxn ang="0">
                  <a:pos x="193" y="87"/>
                </a:cxn>
                <a:cxn ang="0">
                  <a:pos x="160" y="110"/>
                </a:cxn>
                <a:cxn ang="0">
                  <a:pos x="132" y="131"/>
                </a:cxn>
                <a:cxn ang="0">
                  <a:pos x="119" y="118"/>
                </a:cxn>
                <a:cxn ang="0">
                  <a:pos x="106" y="87"/>
                </a:cxn>
                <a:cxn ang="0">
                  <a:pos x="92" y="72"/>
                </a:cxn>
                <a:cxn ang="0">
                  <a:pos x="76" y="74"/>
                </a:cxn>
                <a:cxn ang="0">
                  <a:pos x="71" y="88"/>
                </a:cxn>
                <a:cxn ang="0">
                  <a:pos x="68" y="108"/>
                </a:cxn>
                <a:cxn ang="0">
                  <a:pos x="60" y="123"/>
                </a:cxn>
                <a:cxn ang="0">
                  <a:pos x="54" y="133"/>
                </a:cxn>
                <a:cxn ang="0">
                  <a:pos x="48" y="138"/>
                </a:cxn>
                <a:cxn ang="0">
                  <a:pos x="43" y="126"/>
                </a:cxn>
                <a:cxn ang="0">
                  <a:pos x="39" y="104"/>
                </a:cxn>
                <a:cxn ang="0">
                  <a:pos x="25" y="91"/>
                </a:cxn>
                <a:cxn ang="0">
                  <a:pos x="3" y="72"/>
                </a:cxn>
                <a:cxn ang="0">
                  <a:pos x="4" y="59"/>
                </a:cxn>
                <a:cxn ang="0">
                  <a:pos x="0" y="45"/>
                </a:cxn>
                <a:cxn ang="0">
                  <a:pos x="20" y="39"/>
                </a:cxn>
                <a:cxn ang="0">
                  <a:pos x="50" y="26"/>
                </a:cxn>
                <a:cxn ang="0">
                  <a:pos x="56" y="26"/>
                </a:cxn>
                <a:cxn ang="0">
                  <a:pos x="95" y="32"/>
                </a:cxn>
                <a:cxn ang="0">
                  <a:pos x="129" y="14"/>
                </a:cxn>
                <a:cxn ang="0">
                  <a:pos x="154" y="0"/>
                </a:cxn>
                <a:cxn ang="0">
                  <a:pos x="163" y="7"/>
                </a:cxn>
                <a:cxn ang="0">
                  <a:pos x="188" y="19"/>
                </a:cxn>
                <a:cxn ang="0">
                  <a:pos x="205" y="61"/>
                </a:cxn>
                <a:cxn ang="0">
                  <a:pos x="243" y="78"/>
                </a:cxn>
                <a:cxn ang="0">
                  <a:pos x="247" y="50"/>
                </a:cxn>
                <a:cxn ang="0">
                  <a:pos x="264" y="58"/>
                </a:cxn>
                <a:cxn ang="0">
                  <a:pos x="272" y="63"/>
                </a:cxn>
                <a:cxn ang="0">
                  <a:pos x="301" y="69"/>
                </a:cxn>
                <a:cxn ang="0">
                  <a:pos x="305" y="89"/>
                </a:cxn>
                <a:cxn ang="0">
                  <a:pos x="305" y="148"/>
                </a:cxn>
              </a:cxnLst>
              <a:rect l="0" t="0" r="r" b="b"/>
              <a:pathLst>
                <a:path w="305" h="149">
                  <a:moveTo>
                    <a:pt x="261" y="149"/>
                  </a:moveTo>
                  <a:cubicBezTo>
                    <a:pt x="260" y="142"/>
                    <a:pt x="260" y="142"/>
                    <a:pt x="260" y="142"/>
                  </a:cubicBezTo>
                  <a:cubicBezTo>
                    <a:pt x="260" y="143"/>
                    <a:pt x="260" y="143"/>
                    <a:pt x="260" y="143"/>
                  </a:cubicBezTo>
                  <a:cubicBezTo>
                    <a:pt x="260" y="141"/>
                    <a:pt x="259" y="140"/>
                    <a:pt x="259" y="138"/>
                  </a:cubicBezTo>
                  <a:cubicBezTo>
                    <a:pt x="259" y="136"/>
                    <a:pt x="262" y="130"/>
                    <a:pt x="259" y="129"/>
                  </a:cubicBezTo>
                  <a:cubicBezTo>
                    <a:pt x="255" y="128"/>
                    <a:pt x="250" y="131"/>
                    <a:pt x="245" y="128"/>
                  </a:cubicBezTo>
                  <a:cubicBezTo>
                    <a:pt x="241" y="126"/>
                    <a:pt x="237" y="125"/>
                    <a:pt x="240" y="121"/>
                  </a:cubicBezTo>
                  <a:cubicBezTo>
                    <a:pt x="243" y="117"/>
                    <a:pt x="243" y="118"/>
                    <a:pt x="241" y="114"/>
                  </a:cubicBezTo>
                  <a:cubicBezTo>
                    <a:pt x="238" y="109"/>
                    <a:pt x="245" y="103"/>
                    <a:pt x="238" y="101"/>
                  </a:cubicBezTo>
                  <a:cubicBezTo>
                    <a:pt x="232" y="99"/>
                    <a:pt x="227" y="98"/>
                    <a:pt x="226" y="91"/>
                  </a:cubicBezTo>
                  <a:cubicBezTo>
                    <a:pt x="226" y="89"/>
                    <a:pt x="226" y="79"/>
                    <a:pt x="223" y="79"/>
                  </a:cubicBezTo>
                  <a:cubicBezTo>
                    <a:pt x="221" y="79"/>
                    <a:pt x="219" y="79"/>
                    <a:pt x="217" y="79"/>
                  </a:cubicBezTo>
                  <a:cubicBezTo>
                    <a:pt x="213" y="78"/>
                    <a:pt x="211" y="77"/>
                    <a:pt x="206" y="77"/>
                  </a:cubicBezTo>
                  <a:cubicBezTo>
                    <a:pt x="202" y="78"/>
                    <a:pt x="196" y="84"/>
                    <a:pt x="193" y="87"/>
                  </a:cubicBezTo>
                  <a:cubicBezTo>
                    <a:pt x="187" y="92"/>
                    <a:pt x="182" y="99"/>
                    <a:pt x="174" y="100"/>
                  </a:cubicBezTo>
                  <a:cubicBezTo>
                    <a:pt x="169" y="106"/>
                    <a:pt x="171" y="110"/>
                    <a:pt x="160" y="110"/>
                  </a:cubicBezTo>
                  <a:cubicBezTo>
                    <a:pt x="151" y="110"/>
                    <a:pt x="145" y="121"/>
                    <a:pt x="140" y="128"/>
                  </a:cubicBezTo>
                  <a:cubicBezTo>
                    <a:pt x="139" y="130"/>
                    <a:pt x="132" y="136"/>
                    <a:pt x="132" y="131"/>
                  </a:cubicBezTo>
                  <a:cubicBezTo>
                    <a:pt x="131" y="126"/>
                    <a:pt x="131" y="128"/>
                    <a:pt x="127" y="127"/>
                  </a:cubicBezTo>
                  <a:cubicBezTo>
                    <a:pt x="118" y="126"/>
                    <a:pt x="128" y="117"/>
                    <a:pt x="119" y="118"/>
                  </a:cubicBezTo>
                  <a:cubicBezTo>
                    <a:pt x="112" y="119"/>
                    <a:pt x="103" y="105"/>
                    <a:pt x="105" y="100"/>
                  </a:cubicBezTo>
                  <a:cubicBezTo>
                    <a:pt x="107" y="94"/>
                    <a:pt x="107" y="93"/>
                    <a:pt x="106" y="87"/>
                  </a:cubicBezTo>
                  <a:cubicBezTo>
                    <a:pt x="105" y="80"/>
                    <a:pt x="102" y="81"/>
                    <a:pt x="99" y="76"/>
                  </a:cubicBezTo>
                  <a:cubicBezTo>
                    <a:pt x="97" y="76"/>
                    <a:pt x="96" y="73"/>
                    <a:pt x="92" y="72"/>
                  </a:cubicBezTo>
                  <a:cubicBezTo>
                    <a:pt x="90" y="72"/>
                    <a:pt x="89" y="73"/>
                    <a:pt x="87" y="71"/>
                  </a:cubicBezTo>
                  <a:cubicBezTo>
                    <a:pt x="84" y="68"/>
                    <a:pt x="79" y="73"/>
                    <a:pt x="76" y="74"/>
                  </a:cubicBezTo>
                  <a:cubicBezTo>
                    <a:pt x="71" y="76"/>
                    <a:pt x="77" y="80"/>
                    <a:pt x="76" y="83"/>
                  </a:cubicBezTo>
                  <a:cubicBezTo>
                    <a:pt x="75" y="85"/>
                    <a:pt x="72" y="85"/>
                    <a:pt x="71" y="88"/>
                  </a:cubicBezTo>
                  <a:cubicBezTo>
                    <a:pt x="70" y="90"/>
                    <a:pt x="74" y="96"/>
                    <a:pt x="75" y="98"/>
                  </a:cubicBezTo>
                  <a:cubicBezTo>
                    <a:pt x="76" y="101"/>
                    <a:pt x="70" y="107"/>
                    <a:pt x="68" y="108"/>
                  </a:cubicBezTo>
                  <a:cubicBezTo>
                    <a:pt x="66" y="111"/>
                    <a:pt x="64" y="113"/>
                    <a:pt x="63" y="117"/>
                  </a:cubicBezTo>
                  <a:cubicBezTo>
                    <a:pt x="62" y="119"/>
                    <a:pt x="61" y="121"/>
                    <a:pt x="60" y="123"/>
                  </a:cubicBezTo>
                  <a:cubicBezTo>
                    <a:pt x="59" y="125"/>
                    <a:pt x="57" y="126"/>
                    <a:pt x="56" y="127"/>
                  </a:cubicBezTo>
                  <a:cubicBezTo>
                    <a:pt x="55" y="129"/>
                    <a:pt x="55" y="131"/>
                    <a:pt x="54" y="133"/>
                  </a:cubicBezTo>
                  <a:cubicBezTo>
                    <a:pt x="52" y="134"/>
                    <a:pt x="50" y="137"/>
                    <a:pt x="48" y="138"/>
                  </a:cubicBezTo>
                  <a:cubicBezTo>
                    <a:pt x="48" y="138"/>
                    <a:pt x="48" y="138"/>
                    <a:pt x="48" y="138"/>
                  </a:cubicBezTo>
                  <a:cubicBezTo>
                    <a:pt x="47" y="133"/>
                    <a:pt x="47" y="133"/>
                    <a:pt x="47" y="133"/>
                  </a:cubicBezTo>
                  <a:cubicBezTo>
                    <a:pt x="45" y="131"/>
                    <a:pt x="41" y="130"/>
                    <a:pt x="43" y="126"/>
                  </a:cubicBezTo>
                  <a:cubicBezTo>
                    <a:pt x="46" y="124"/>
                    <a:pt x="49" y="124"/>
                    <a:pt x="47" y="120"/>
                  </a:cubicBezTo>
                  <a:cubicBezTo>
                    <a:pt x="45" y="113"/>
                    <a:pt x="41" y="110"/>
                    <a:pt x="39" y="104"/>
                  </a:cubicBezTo>
                  <a:cubicBezTo>
                    <a:pt x="36" y="96"/>
                    <a:pt x="33" y="100"/>
                    <a:pt x="27" y="97"/>
                  </a:cubicBezTo>
                  <a:cubicBezTo>
                    <a:pt x="26" y="97"/>
                    <a:pt x="26" y="92"/>
                    <a:pt x="25" y="91"/>
                  </a:cubicBezTo>
                  <a:cubicBezTo>
                    <a:pt x="20" y="85"/>
                    <a:pt x="17" y="80"/>
                    <a:pt x="10" y="79"/>
                  </a:cubicBezTo>
                  <a:cubicBezTo>
                    <a:pt x="7" y="78"/>
                    <a:pt x="3" y="75"/>
                    <a:pt x="3" y="72"/>
                  </a:cubicBezTo>
                  <a:cubicBezTo>
                    <a:pt x="3" y="67"/>
                    <a:pt x="7" y="68"/>
                    <a:pt x="4" y="64"/>
                  </a:cubicBezTo>
                  <a:cubicBezTo>
                    <a:pt x="3" y="63"/>
                    <a:pt x="4" y="61"/>
                    <a:pt x="4" y="59"/>
                  </a:cubicBezTo>
                  <a:cubicBezTo>
                    <a:pt x="3" y="57"/>
                    <a:pt x="1" y="56"/>
                    <a:pt x="1" y="54"/>
                  </a:cubicBezTo>
                  <a:cubicBezTo>
                    <a:pt x="0" y="45"/>
                    <a:pt x="0" y="45"/>
                    <a:pt x="0" y="45"/>
                  </a:cubicBezTo>
                  <a:cubicBezTo>
                    <a:pt x="0" y="45"/>
                    <a:pt x="0" y="45"/>
                    <a:pt x="0" y="45"/>
                  </a:cubicBezTo>
                  <a:cubicBezTo>
                    <a:pt x="8" y="42"/>
                    <a:pt x="15" y="39"/>
                    <a:pt x="20" y="39"/>
                  </a:cubicBezTo>
                  <a:cubicBezTo>
                    <a:pt x="25" y="55"/>
                    <a:pt x="32" y="34"/>
                    <a:pt x="35" y="34"/>
                  </a:cubicBezTo>
                  <a:cubicBezTo>
                    <a:pt x="42" y="34"/>
                    <a:pt x="50" y="38"/>
                    <a:pt x="50" y="26"/>
                  </a:cubicBezTo>
                  <a:cubicBezTo>
                    <a:pt x="51" y="26"/>
                    <a:pt x="53" y="26"/>
                    <a:pt x="53" y="25"/>
                  </a:cubicBezTo>
                  <a:cubicBezTo>
                    <a:pt x="54" y="25"/>
                    <a:pt x="56" y="26"/>
                    <a:pt x="56" y="26"/>
                  </a:cubicBezTo>
                  <a:cubicBezTo>
                    <a:pt x="62" y="24"/>
                    <a:pt x="88" y="20"/>
                    <a:pt x="92" y="24"/>
                  </a:cubicBezTo>
                  <a:cubicBezTo>
                    <a:pt x="91" y="27"/>
                    <a:pt x="92" y="32"/>
                    <a:pt x="95" y="32"/>
                  </a:cubicBezTo>
                  <a:cubicBezTo>
                    <a:pt x="97" y="33"/>
                    <a:pt x="97" y="26"/>
                    <a:pt x="97" y="24"/>
                  </a:cubicBezTo>
                  <a:cubicBezTo>
                    <a:pt x="108" y="24"/>
                    <a:pt x="121" y="22"/>
                    <a:pt x="129" y="14"/>
                  </a:cubicBezTo>
                  <a:cubicBezTo>
                    <a:pt x="136" y="7"/>
                    <a:pt x="144" y="1"/>
                    <a:pt x="154" y="0"/>
                  </a:cubicBezTo>
                  <a:cubicBezTo>
                    <a:pt x="154" y="0"/>
                    <a:pt x="154" y="0"/>
                    <a:pt x="154" y="0"/>
                  </a:cubicBezTo>
                  <a:cubicBezTo>
                    <a:pt x="163" y="5"/>
                    <a:pt x="163" y="5"/>
                    <a:pt x="163" y="5"/>
                  </a:cubicBezTo>
                  <a:cubicBezTo>
                    <a:pt x="163" y="6"/>
                    <a:pt x="163" y="6"/>
                    <a:pt x="163" y="7"/>
                  </a:cubicBezTo>
                  <a:cubicBezTo>
                    <a:pt x="165" y="8"/>
                    <a:pt x="168" y="21"/>
                    <a:pt x="172" y="20"/>
                  </a:cubicBezTo>
                  <a:cubicBezTo>
                    <a:pt x="176" y="18"/>
                    <a:pt x="182" y="17"/>
                    <a:pt x="188" y="19"/>
                  </a:cubicBezTo>
                  <a:cubicBezTo>
                    <a:pt x="190" y="27"/>
                    <a:pt x="191" y="37"/>
                    <a:pt x="190" y="45"/>
                  </a:cubicBezTo>
                  <a:cubicBezTo>
                    <a:pt x="189" y="55"/>
                    <a:pt x="200" y="56"/>
                    <a:pt x="205" y="61"/>
                  </a:cubicBezTo>
                  <a:cubicBezTo>
                    <a:pt x="210" y="65"/>
                    <a:pt x="216" y="65"/>
                    <a:pt x="222" y="67"/>
                  </a:cubicBezTo>
                  <a:cubicBezTo>
                    <a:pt x="243" y="78"/>
                    <a:pt x="243" y="78"/>
                    <a:pt x="243" y="78"/>
                  </a:cubicBezTo>
                  <a:cubicBezTo>
                    <a:pt x="248" y="81"/>
                    <a:pt x="240" y="68"/>
                    <a:pt x="243" y="62"/>
                  </a:cubicBezTo>
                  <a:cubicBezTo>
                    <a:pt x="247" y="50"/>
                    <a:pt x="247" y="50"/>
                    <a:pt x="247" y="50"/>
                  </a:cubicBezTo>
                  <a:cubicBezTo>
                    <a:pt x="251" y="50"/>
                    <a:pt x="254" y="47"/>
                    <a:pt x="254" y="52"/>
                  </a:cubicBezTo>
                  <a:cubicBezTo>
                    <a:pt x="255" y="58"/>
                    <a:pt x="259" y="56"/>
                    <a:pt x="264" y="58"/>
                  </a:cubicBezTo>
                  <a:cubicBezTo>
                    <a:pt x="266" y="58"/>
                    <a:pt x="269" y="58"/>
                    <a:pt x="270" y="60"/>
                  </a:cubicBezTo>
                  <a:cubicBezTo>
                    <a:pt x="270" y="62"/>
                    <a:pt x="271" y="63"/>
                    <a:pt x="272" y="63"/>
                  </a:cubicBezTo>
                  <a:cubicBezTo>
                    <a:pt x="274" y="64"/>
                    <a:pt x="277" y="67"/>
                    <a:pt x="279" y="68"/>
                  </a:cubicBezTo>
                  <a:cubicBezTo>
                    <a:pt x="284" y="71"/>
                    <a:pt x="296" y="69"/>
                    <a:pt x="301" y="69"/>
                  </a:cubicBezTo>
                  <a:cubicBezTo>
                    <a:pt x="304" y="70"/>
                    <a:pt x="304" y="70"/>
                    <a:pt x="304" y="70"/>
                  </a:cubicBezTo>
                  <a:cubicBezTo>
                    <a:pt x="305" y="89"/>
                    <a:pt x="305" y="89"/>
                    <a:pt x="305" y="89"/>
                  </a:cubicBezTo>
                  <a:cubicBezTo>
                    <a:pt x="305" y="89"/>
                    <a:pt x="305" y="89"/>
                    <a:pt x="305" y="89"/>
                  </a:cubicBezTo>
                  <a:cubicBezTo>
                    <a:pt x="305" y="148"/>
                    <a:pt x="305" y="148"/>
                    <a:pt x="305" y="148"/>
                  </a:cubicBezTo>
                  <a:cubicBezTo>
                    <a:pt x="261" y="149"/>
                    <a:pt x="261" y="149"/>
                    <a:pt x="261" y="14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4"/>
            <p:cNvSpPr>
              <a:spLocks noEditPoints="1"/>
            </p:cNvSpPr>
            <p:nvPr/>
          </p:nvSpPr>
          <p:spPr bwMode="auto">
            <a:xfrm>
              <a:off x="4887913" y="3357563"/>
              <a:ext cx="582613" cy="573088"/>
            </a:xfrm>
            <a:custGeom>
              <a:avLst/>
              <a:gdLst/>
              <a:ahLst/>
              <a:cxnLst>
                <a:cxn ang="0">
                  <a:pos x="78" y="232"/>
                </a:cxn>
                <a:cxn ang="0">
                  <a:pos x="96" y="223"/>
                </a:cxn>
                <a:cxn ang="0">
                  <a:pos x="87" y="232"/>
                </a:cxn>
                <a:cxn ang="0">
                  <a:pos x="77" y="236"/>
                </a:cxn>
                <a:cxn ang="0">
                  <a:pos x="69" y="236"/>
                </a:cxn>
                <a:cxn ang="0">
                  <a:pos x="9" y="242"/>
                </a:cxn>
                <a:cxn ang="0">
                  <a:pos x="18" y="257"/>
                </a:cxn>
                <a:cxn ang="0">
                  <a:pos x="36" y="282"/>
                </a:cxn>
                <a:cxn ang="0">
                  <a:pos x="68" y="304"/>
                </a:cxn>
                <a:cxn ang="0">
                  <a:pos x="89" y="299"/>
                </a:cxn>
                <a:cxn ang="0">
                  <a:pos x="100" y="289"/>
                </a:cxn>
                <a:cxn ang="0">
                  <a:pos x="116" y="297"/>
                </a:cxn>
                <a:cxn ang="0">
                  <a:pos x="125" y="305"/>
                </a:cxn>
                <a:cxn ang="0">
                  <a:pos x="150" y="307"/>
                </a:cxn>
                <a:cxn ang="0">
                  <a:pos x="151" y="326"/>
                </a:cxn>
                <a:cxn ang="0">
                  <a:pos x="329" y="326"/>
                </a:cxn>
                <a:cxn ang="0">
                  <a:pos x="329" y="313"/>
                </a:cxn>
                <a:cxn ang="0">
                  <a:pos x="329" y="298"/>
                </a:cxn>
                <a:cxn ang="0">
                  <a:pos x="329" y="251"/>
                </a:cxn>
                <a:cxn ang="0">
                  <a:pos x="313" y="144"/>
                </a:cxn>
                <a:cxn ang="0">
                  <a:pos x="298" y="121"/>
                </a:cxn>
                <a:cxn ang="0">
                  <a:pos x="286" y="98"/>
                </a:cxn>
                <a:cxn ang="0">
                  <a:pos x="286" y="74"/>
                </a:cxn>
                <a:cxn ang="0">
                  <a:pos x="281" y="68"/>
                </a:cxn>
                <a:cxn ang="0">
                  <a:pos x="271" y="72"/>
                </a:cxn>
                <a:cxn ang="0">
                  <a:pos x="262" y="63"/>
                </a:cxn>
                <a:cxn ang="0">
                  <a:pos x="265" y="53"/>
                </a:cxn>
                <a:cxn ang="0">
                  <a:pos x="266" y="42"/>
                </a:cxn>
                <a:cxn ang="0">
                  <a:pos x="255" y="41"/>
                </a:cxn>
                <a:cxn ang="0">
                  <a:pos x="243" y="41"/>
                </a:cxn>
                <a:cxn ang="0">
                  <a:pos x="238" y="48"/>
                </a:cxn>
                <a:cxn ang="0">
                  <a:pos x="225" y="33"/>
                </a:cxn>
                <a:cxn ang="0">
                  <a:pos x="209" y="0"/>
                </a:cxn>
                <a:cxn ang="0">
                  <a:pos x="205" y="11"/>
                </a:cxn>
                <a:cxn ang="0">
                  <a:pos x="199" y="36"/>
                </a:cxn>
                <a:cxn ang="0">
                  <a:pos x="198" y="85"/>
                </a:cxn>
                <a:cxn ang="0">
                  <a:pos x="177" y="127"/>
                </a:cxn>
                <a:cxn ang="0">
                  <a:pos x="167" y="169"/>
                </a:cxn>
                <a:cxn ang="0">
                  <a:pos x="141" y="191"/>
                </a:cxn>
                <a:cxn ang="0">
                  <a:pos x="113" y="208"/>
                </a:cxn>
                <a:cxn ang="0">
                  <a:pos x="110" y="220"/>
                </a:cxn>
                <a:cxn ang="0">
                  <a:pos x="120" y="242"/>
                </a:cxn>
                <a:cxn ang="0">
                  <a:pos x="108" y="250"/>
                </a:cxn>
                <a:cxn ang="0">
                  <a:pos x="100" y="261"/>
                </a:cxn>
                <a:cxn ang="0">
                  <a:pos x="71" y="259"/>
                </a:cxn>
                <a:cxn ang="0">
                  <a:pos x="62" y="247"/>
                </a:cxn>
                <a:cxn ang="0">
                  <a:pos x="57" y="242"/>
                </a:cxn>
                <a:cxn ang="0">
                  <a:pos x="27" y="233"/>
                </a:cxn>
              </a:cxnLst>
              <a:rect l="0" t="0" r="r" b="b"/>
              <a:pathLst>
                <a:path w="332" h="326">
                  <a:moveTo>
                    <a:pt x="69" y="236"/>
                  </a:moveTo>
                  <a:cubicBezTo>
                    <a:pt x="71" y="235"/>
                    <a:pt x="76" y="233"/>
                    <a:pt x="78" y="232"/>
                  </a:cubicBezTo>
                  <a:cubicBezTo>
                    <a:pt x="80" y="231"/>
                    <a:pt x="82" y="229"/>
                    <a:pt x="84" y="228"/>
                  </a:cubicBezTo>
                  <a:cubicBezTo>
                    <a:pt x="87" y="226"/>
                    <a:pt x="92" y="222"/>
                    <a:pt x="96" y="223"/>
                  </a:cubicBezTo>
                  <a:cubicBezTo>
                    <a:pt x="97" y="223"/>
                    <a:pt x="96" y="225"/>
                    <a:pt x="96" y="226"/>
                  </a:cubicBezTo>
                  <a:cubicBezTo>
                    <a:pt x="92" y="228"/>
                    <a:pt x="90" y="228"/>
                    <a:pt x="87" y="232"/>
                  </a:cubicBezTo>
                  <a:cubicBezTo>
                    <a:pt x="85" y="233"/>
                    <a:pt x="85" y="235"/>
                    <a:pt x="84" y="236"/>
                  </a:cubicBezTo>
                  <a:cubicBezTo>
                    <a:pt x="82" y="238"/>
                    <a:pt x="79" y="236"/>
                    <a:pt x="77" y="236"/>
                  </a:cubicBezTo>
                  <a:cubicBezTo>
                    <a:pt x="74" y="237"/>
                    <a:pt x="70" y="241"/>
                    <a:pt x="68" y="238"/>
                  </a:cubicBezTo>
                  <a:cubicBezTo>
                    <a:pt x="69" y="236"/>
                    <a:pt x="69" y="236"/>
                    <a:pt x="69" y="236"/>
                  </a:cubicBezTo>
                  <a:close/>
                  <a:moveTo>
                    <a:pt x="0" y="237"/>
                  </a:moveTo>
                  <a:cubicBezTo>
                    <a:pt x="9" y="242"/>
                    <a:pt x="9" y="242"/>
                    <a:pt x="9" y="242"/>
                  </a:cubicBezTo>
                  <a:cubicBezTo>
                    <a:pt x="9" y="243"/>
                    <a:pt x="9" y="243"/>
                    <a:pt x="9" y="244"/>
                  </a:cubicBezTo>
                  <a:cubicBezTo>
                    <a:pt x="11" y="245"/>
                    <a:pt x="14" y="258"/>
                    <a:pt x="18" y="257"/>
                  </a:cubicBezTo>
                  <a:cubicBezTo>
                    <a:pt x="22" y="255"/>
                    <a:pt x="28" y="254"/>
                    <a:pt x="34" y="256"/>
                  </a:cubicBezTo>
                  <a:cubicBezTo>
                    <a:pt x="36" y="264"/>
                    <a:pt x="37" y="274"/>
                    <a:pt x="36" y="282"/>
                  </a:cubicBezTo>
                  <a:cubicBezTo>
                    <a:pt x="35" y="292"/>
                    <a:pt x="46" y="293"/>
                    <a:pt x="51" y="298"/>
                  </a:cubicBezTo>
                  <a:cubicBezTo>
                    <a:pt x="56" y="302"/>
                    <a:pt x="62" y="302"/>
                    <a:pt x="68" y="304"/>
                  </a:cubicBezTo>
                  <a:cubicBezTo>
                    <a:pt x="89" y="315"/>
                    <a:pt x="89" y="315"/>
                    <a:pt x="89" y="315"/>
                  </a:cubicBezTo>
                  <a:cubicBezTo>
                    <a:pt x="94" y="318"/>
                    <a:pt x="86" y="305"/>
                    <a:pt x="89" y="299"/>
                  </a:cubicBezTo>
                  <a:cubicBezTo>
                    <a:pt x="93" y="287"/>
                    <a:pt x="93" y="287"/>
                    <a:pt x="93" y="287"/>
                  </a:cubicBezTo>
                  <a:cubicBezTo>
                    <a:pt x="97" y="287"/>
                    <a:pt x="100" y="284"/>
                    <a:pt x="100" y="289"/>
                  </a:cubicBezTo>
                  <a:cubicBezTo>
                    <a:pt x="101" y="295"/>
                    <a:pt x="105" y="293"/>
                    <a:pt x="110" y="295"/>
                  </a:cubicBezTo>
                  <a:cubicBezTo>
                    <a:pt x="112" y="295"/>
                    <a:pt x="115" y="295"/>
                    <a:pt x="116" y="297"/>
                  </a:cubicBezTo>
                  <a:cubicBezTo>
                    <a:pt x="116" y="299"/>
                    <a:pt x="117" y="300"/>
                    <a:pt x="118" y="300"/>
                  </a:cubicBezTo>
                  <a:cubicBezTo>
                    <a:pt x="120" y="301"/>
                    <a:pt x="123" y="304"/>
                    <a:pt x="125" y="305"/>
                  </a:cubicBezTo>
                  <a:cubicBezTo>
                    <a:pt x="130" y="308"/>
                    <a:pt x="142" y="306"/>
                    <a:pt x="147" y="306"/>
                  </a:cubicBezTo>
                  <a:cubicBezTo>
                    <a:pt x="150" y="307"/>
                    <a:pt x="150" y="307"/>
                    <a:pt x="150" y="307"/>
                  </a:cubicBezTo>
                  <a:cubicBezTo>
                    <a:pt x="151" y="326"/>
                    <a:pt x="151" y="326"/>
                    <a:pt x="151" y="326"/>
                  </a:cubicBezTo>
                  <a:cubicBezTo>
                    <a:pt x="151" y="326"/>
                    <a:pt x="151" y="326"/>
                    <a:pt x="151" y="326"/>
                  </a:cubicBezTo>
                  <a:cubicBezTo>
                    <a:pt x="329" y="326"/>
                    <a:pt x="329" y="326"/>
                    <a:pt x="329" y="326"/>
                  </a:cubicBezTo>
                  <a:cubicBezTo>
                    <a:pt x="329" y="326"/>
                    <a:pt x="329" y="326"/>
                    <a:pt x="329" y="326"/>
                  </a:cubicBezTo>
                  <a:cubicBezTo>
                    <a:pt x="329" y="313"/>
                    <a:pt x="329" y="313"/>
                    <a:pt x="329" y="313"/>
                  </a:cubicBezTo>
                  <a:cubicBezTo>
                    <a:pt x="329" y="313"/>
                    <a:pt x="329" y="313"/>
                    <a:pt x="329" y="313"/>
                  </a:cubicBezTo>
                  <a:cubicBezTo>
                    <a:pt x="325" y="307"/>
                    <a:pt x="325" y="307"/>
                    <a:pt x="325" y="307"/>
                  </a:cubicBezTo>
                  <a:cubicBezTo>
                    <a:pt x="324" y="302"/>
                    <a:pt x="328" y="302"/>
                    <a:pt x="329" y="298"/>
                  </a:cubicBezTo>
                  <a:cubicBezTo>
                    <a:pt x="323" y="297"/>
                    <a:pt x="323" y="292"/>
                    <a:pt x="329" y="290"/>
                  </a:cubicBezTo>
                  <a:cubicBezTo>
                    <a:pt x="332" y="289"/>
                    <a:pt x="329" y="255"/>
                    <a:pt x="329" y="251"/>
                  </a:cubicBezTo>
                  <a:cubicBezTo>
                    <a:pt x="329" y="168"/>
                    <a:pt x="329" y="168"/>
                    <a:pt x="329" y="168"/>
                  </a:cubicBezTo>
                  <a:cubicBezTo>
                    <a:pt x="313" y="144"/>
                    <a:pt x="313" y="144"/>
                    <a:pt x="313" y="144"/>
                  </a:cubicBezTo>
                  <a:cubicBezTo>
                    <a:pt x="313" y="144"/>
                    <a:pt x="313" y="144"/>
                    <a:pt x="313" y="144"/>
                  </a:cubicBezTo>
                  <a:cubicBezTo>
                    <a:pt x="298" y="121"/>
                    <a:pt x="298" y="121"/>
                    <a:pt x="298" y="121"/>
                  </a:cubicBezTo>
                  <a:cubicBezTo>
                    <a:pt x="297" y="118"/>
                    <a:pt x="300" y="117"/>
                    <a:pt x="299" y="114"/>
                  </a:cubicBezTo>
                  <a:cubicBezTo>
                    <a:pt x="293" y="114"/>
                    <a:pt x="287" y="104"/>
                    <a:pt x="286" y="98"/>
                  </a:cubicBezTo>
                  <a:cubicBezTo>
                    <a:pt x="285" y="90"/>
                    <a:pt x="288" y="82"/>
                    <a:pt x="286" y="74"/>
                  </a:cubicBezTo>
                  <a:cubicBezTo>
                    <a:pt x="286" y="74"/>
                    <a:pt x="286" y="74"/>
                    <a:pt x="286" y="74"/>
                  </a:cubicBezTo>
                  <a:cubicBezTo>
                    <a:pt x="286" y="74"/>
                    <a:pt x="282" y="73"/>
                    <a:pt x="282" y="73"/>
                  </a:cubicBezTo>
                  <a:cubicBezTo>
                    <a:pt x="281" y="72"/>
                    <a:pt x="282" y="69"/>
                    <a:pt x="281" y="68"/>
                  </a:cubicBezTo>
                  <a:cubicBezTo>
                    <a:pt x="280" y="67"/>
                    <a:pt x="272" y="69"/>
                    <a:pt x="272" y="71"/>
                  </a:cubicBezTo>
                  <a:cubicBezTo>
                    <a:pt x="271" y="71"/>
                    <a:pt x="271" y="72"/>
                    <a:pt x="271" y="72"/>
                  </a:cubicBezTo>
                  <a:cubicBezTo>
                    <a:pt x="264" y="74"/>
                    <a:pt x="267" y="73"/>
                    <a:pt x="265" y="68"/>
                  </a:cubicBezTo>
                  <a:cubicBezTo>
                    <a:pt x="261" y="67"/>
                    <a:pt x="262" y="67"/>
                    <a:pt x="262" y="63"/>
                  </a:cubicBezTo>
                  <a:cubicBezTo>
                    <a:pt x="259" y="62"/>
                    <a:pt x="259" y="63"/>
                    <a:pt x="259" y="59"/>
                  </a:cubicBezTo>
                  <a:cubicBezTo>
                    <a:pt x="264" y="59"/>
                    <a:pt x="265" y="59"/>
                    <a:pt x="265" y="53"/>
                  </a:cubicBezTo>
                  <a:cubicBezTo>
                    <a:pt x="262" y="52"/>
                    <a:pt x="259" y="54"/>
                    <a:pt x="260" y="48"/>
                  </a:cubicBezTo>
                  <a:cubicBezTo>
                    <a:pt x="264" y="47"/>
                    <a:pt x="266" y="46"/>
                    <a:pt x="266" y="42"/>
                  </a:cubicBezTo>
                  <a:cubicBezTo>
                    <a:pt x="264" y="35"/>
                    <a:pt x="261" y="44"/>
                    <a:pt x="258" y="38"/>
                  </a:cubicBezTo>
                  <a:cubicBezTo>
                    <a:pt x="257" y="34"/>
                    <a:pt x="258" y="41"/>
                    <a:pt x="255" y="41"/>
                  </a:cubicBezTo>
                  <a:cubicBezTo>
                    <a:pt x="250" y="42"/>
                    <a:pt x="251" y="37"/>
                    <a:pt x="248" y="38"/>
                  </a:cubicBezTo>
                  <a:cubicBezTo>
                    <a:pt x="246" y="39"/>
                    <a:pt x="244" y="41"/>
                    <a:pt x="243" y="41"/>
                  </a:cubicBezTo>
                  <a:cubicBezTo>
                    <a:pt x="241" y="43"/>
                    <a:pt x="242" y="45"/>
                    <a:pt x="242" y="46"/>
                  </a:cubicBezTo>
                  <a:cubicBezTo>
                    <a:pt x="241" y="47"/>
                    <a:pt x="238" y="49"/>
                    <a:pt x="238" y="48"/>
                  </a:cubicBezTo>
                  <a:cubicBezTo>
                    <a:pt x="235" y="43"/>
                    <a:pt x="239" y="42"/>
                    <a:pt x="232" y="44"/>
                  </a:cubicBezTo>
                  <a:cubicBezTo>
                    <a:pt x="224" y="47"/>
                    <a:pt x="228" y="37"/>
                    <a:pt x="225" y="33"/>
                  </a:cubicBezTo>
                  <a:cubicBezTo>
                    <a:pt x="222" y="29"/>
                    <a:pt x="213" y="33"/>
                    <a:pt x="210" y="29"/>
                  </a:cubicBezTo>
                  <a:cubicBezTo>
                    <a:pt x="209" y="0"/>
                    <a:pt x="209" y="0"/>
                    <a:pt x="209" y="0"/>
                  </a:cubicBezTo>
                  <a:cubicBezTo>
                    <a:pt x="209" y="0"/>
                    <a:pt x="209" y="0"/>
                    <a:pt x="209" y="0"/>
                  </a:cubicBezTo>
                  <a:cubicBezTo>
                    <a:pt x="208" y="4"/>
                    <a:pt x="207" y="8"/>
                    <a:pt x="205" y="11"/>
                  </a:cubicBezTo>
                  <a:cubicBezTo>
                    <a:pt x="202" y="14"/>
                    <a:pt x="202" y="17"/>
                    <a:pt x="202" y="21"/>
                  </a:cubicBezTo>
                  <a:cubicBezTo>
                    <a:pt x="201" y="26"/>
                    <a:pt x="199" y="31"/>
                    <a:pt x="199" y="36"/>
                  </a:cubicBezTo>
                  <a:cubicBezTo>
                    <a:pt x="199" y="41"/>
                    <a:pt x="202" y="50"/>
                    <a:pt x="200" y="55"/>
                  </a:cubicBezTo>
                  <a:cubicBezTo>
                    <a:pt x="200" y="62"/>
                    <a:pt x="195" y="79"/>
                    <a:pt x="198" y="85"/>
                  </a:cubicBezTo>
                  <a:cubicBezTo>
                    <a:pt x="203" y="97"/>
                    <a:pt x="199" y="106"/>
                    <a:pt x="187" y="110"/>
                  </a:cubicBezTo>
                  <a:cubicBezTo>
                    <a:pt x="179" y="112"/>
                    <a:pt x="179" y="120"/>
                    <a:pt x="177" y="127"/>
                  </a:cubicBezTo>
                  <a:cubicBezTo>
                    <a:pt x="179" y="135"/>
                    <a:pt x="176" y="143"/>
                    <a:pt x="176" y="151"/>
                  </a:cubicBezTo>
                  <a:cubicBezTo>
                    <a:pt x="176" y="160"/>
                    <a:pt x="176" y="165"/>
                    <a:pt x="167" y="169"/>
                  </a:cubicBezTo>
                  <a:cubicBezTo>
                    <a:pt x="162" y="172"/>
                    <a:pt x="159" y="180"/>
                    <a:pt x="154" y="183"/>
                  </a:cubicBezTo>
                  <a:cubicBezTo>
                    <a:pt x="150" y="186"/>
                    <a:pt x="145" y="188"/>
                    <a:pt x="141" y="191"/>
                  </a:cubicBezTo>
                  <a:cubicBezTo>
                    <a:pt x="132" y="200"/>
                    <a:pt x="132" y="200"/>
                    <a:pt x="132" y="200"/>
                  </a:cubicBezTo>
                  <a:cubicBezTo>
                    <a:pt x="126" y="205"/>
                    <a:pt x="118" y="203"/>
                    <a:pt x="113" y="208"/>
                  </a:cubicBezTo>
                  <a:cubicBezTo>
                    <a:pt x="109" y="212"/>
                    <a:pt x="104" y="215"/>
                    <a:pt x="100" y="219"/>
                  </a:cubicBezTo>
                  <a:cubicBezTo>
                    <a:pt x="96" y="224"/>
                    <a:pt x="110" y="220"/>
                    <a:pt x="110" y="220"/>
                  </a:cubicBezTo>
                  <a:cubicBezTo>
                    <a:pt x="114" y="226"/>
                    <a:pt x="121" y="223"/>
                    <a:pt x="122" y="228"/>
                  </a:cubicBezTo>
                  <a:cubicBezTo>
                    <a:pt x="122" y="230"/>
                    <a:pt x="120" y="242"/>
                    <a:pt x="120" y="242"/>
                  </a:cubicBezTo>
                  <a:cubicBezTo>
                    <a:pt x="116" y="244"/>
                    <a:pt x="115" y="244"/>
                    <a:pt x="113" y="247"/>
                  </a:cubicBezTo>
                  <a:cubicBezTo>
                    <a:pt x="112" y="249"/>
                    <a:pt x="109" y="248"/>
                    <a:pt x="108" y="250"/>
                  </a:cubicBezTo>
                  <a:cubicBezTo>
                    <a:pt x="100" y="256"/>
                    <a:pt x="101" y="250"/>
                    <a:pt x="101" y="261"/>
                  </a:cubicBezTo>
                  <a:cubicBezTo>
                    <a:pt x="101" y="261"/>
                    <a:pt x="101" y="261"/>
                    <a:pt x="100" y="261"/>
                  </a:cubicBezTo>
                  <a:cubicBezTo>
                    <a:pt x="94" y="261"/>
                    <a:pt x="84" y="260"/>
                    <a:pt x="79" y="256"/>
                  </a:cubicBezTo>
                  <a:cubicBezTo>
                    <a:pt x="75" y="256"/>
                    <a:pt x="70" y="252"/>
                    <a:pt x="71" y="259"/>
                  </a:cubicBezTo>
                  <a:cubicBezTo>
                    <a:pt x="72" y="265"/>
                    <a:pt x="68" y="264"/>
                    <a:pt x="68" y="260"/>
                  </a:cubicBezTo>
                  <a:cubicBezTo>
                    <a:pt x="68" y="257"/>
                    <a:pt x="65" y="247"/>
                    <a:pt x="62" y="247"/>
                  </a:cubicBezTo>
                  <a:cubicBezTo>
                    <a:pt x="59" y="247"/>
                    <a:pt x="56" y="249"/>
                    <a:pt x="54" y="249"/>
                  </a:cubicBezTo>
                  <a:cubicBezTo>
                    <a:pt x="47" y="252"/>
                    <a:pt x="52" y="241"/>
                    <a:pt x="57" y="242"/>
                  </a:cubicBezTo>
                  <a:cubicBezTo>
                    <a:pt x="72" y="247"/>
                    <a:pt x="55" y="235"/>
                    <a:pt x="54" y="229"/>
                  </a:cubicBezTo>
                  <a:cubicBezTo>
                    <a:pt x="46" y="228"/>
                    <a:pt x="35" y="232"/>
                    <a:pt x="27" y="233"/>
                  </a:cubicBezTo>
                  <a:cubicBezTo>
                    <a:pt x="19" y="234"/>
                    <a:pt x="7" y="234"/>
                    <a:pt x="0" y="23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5"/>
            <p:cNvSpPr>
              <a:spLocks/>
            </p:cNvSpPr>
            <p:nvPr/>
          </p:nvSpPr>
          <p:spPr bwMode="auto">
            <a:xfrm>
              <a:off x="5437188" y="3217863"/>
              <a:ext cx="444500" cy="706438"/>
            </a:xfrm>
            <a:custGeom>
              <a:avLst/>
              <a:gdLst/>
              <a:ahLst/>
              <a:cxnLst>
                <a:cxn ang="0">
                  <a:pos x="12" y="386"/>
                </a:cxn>
                <a:cxn ang="0">
                  <a:pos x="16" y="369"/>
                </a:cxn>
                <a:cxn ang="0">
                  <a:pos x="16" y="247"/>
                </a:cxn>
                <a:cxn ang="0">
                  <a:pos x="0" y="223"/>
                </a:cxn>
                <a:cxn ang="0">
                  <a:pos x="17" y="215"/>
                </a:cxn>
                <a:cxn ang="0">
                  <a:pos x="27" y="209"/>
                </a:cxn>
                <a:cxn ang="0">
                  <a:pos x="27" y="204"/>
                </a:cxn>
                <a:cxn ang="0">
                  <a:pos x="36" y="195"/>
                </a:cxn>
                <a:cxn ang="0">
                  <a:pos x="49" y="185"/>
                </a:cxn>
                <a:cxn ang="0">
                  <a:pos x="62" y="168"/>
                </a:cxn>
                <a:cxn ang="0">
                  <a:pos x="76" y="160"/>
                </a:cxn>
                <a:cxn ang="0">
                  <a:pos x="87" y="149"/>
                </a:cxn>
                <a:cxn ang="0">
                  <a:pos x="109" y="145"/>
                </a:cxn>
                <a:cxn ang="0">
                  <a:pos x="129" y="140"/>
                </a:cxn>
                <a:cxn ang="0">
                  <a:pos x="128" y="130"/>
                </a:cxn>
                <a:cxn ang="0">
                  <a:pos x="131" y="124"/>
                </a:cxn>
                <a:cxn ang="0">
                  <a:pos x="150" y="130"/>
                </a:cxn>
                <a:cxn ang="0">
                  <a:pos x="155" y="110"/>
                </a:cxn>
                <a:cxn ang="0">
                  <a:pos x="170" y="110"/>
                </a:cxn>
                <a:cxn ang="0">
                  <a:pos x="163" y="87"/>
                </a:cxn>
                <a:cxn ang="0">
                  <a:pos x="172" y="67"/>
                </a:cxn>
                <a:cxn ang="0">
                  <a:pos x="177" y="62"/>
                </a:cxn>
                <a:cxn ang="0">
                  <a:pos x="187" y="65"/>
                </a:cxn>
                <a:cxn ang="0">
                  <a:pos x="194" y="55"/>
                </a:cxn>
                <a:cxn ang="0">
                  <a:pos x="188" y="58"/>
                </a:cxn>
                <a:cxn ang="0">
                  <a:pos x="168" y="35"/>
                </a:cxn>
                <a:cxn ang="0">
                  <a:pos x="176" y="12"/>
                </a:cxn>
                <a:cxn ang="0">
                  <a:pos x="188" y="15"/>
                </a:cxn>
                <a:cxn ang="0">
                  <a:pos x="205" y="7"/>
                </a:cxn>
                <a:cxn ang="0">
                  <a:pos x="185" y="10"/>
                </a:cxn>
                <a:cxn ang="0">
                  <a:pos x="205" y="3"/>
                </a:cxn>
                <a:cxn ang="0">
                  <a:pos x="229" y="5"/>
                </a:cxn>
                <a:cxn ang="0">
                  <a:pos x="243" y="22"/>
                </a:cxn>
                <a:cxn ang="0">
                  <a:pos x="252" y="50"/>
                </a:cxn>
                <a:cxn ang="0">
                  <a:pos x="243" y="65"/>
                </a:cxn>
                <a:cxn ang="0">
                  <a:pos x="230" y="90"/>
                </a:cxn>
                <a:cxn ang="0">
                  <a:pos x="190" y="138"/>
                </a:cxn>
                <a:cxn ang="0">
                  <a:pos x="180" y="191"/>
                </a:cxn>
                <a:cxn ang="0">
                  <a:pos x="164" y="206"/>
                </a:cxn>
                <a:cxn ang="0">
                  <a:pos x="159" y="218"/>
                </a:cxn>
                <a:cxn ang="0">
                  <a:pos x="186" y="214"/>
                </a:cxn>
                <a:cxn ang="0">
                  <a:pos x="160" y="246"/>
                </a:cxn>
                <a:cxn ang="0">
                  <a:pos x="173" y="245"/>
                </a:cxn>
                <a:cxn ang="0">
                  <a:pos x="172" y="266"/>
                </a:cxn>
                <a:cxn ang="0">
                  <a:pos x="155" y="316"/>
                </a:cxn>
                <a:cxn ang="0">
                  <a:pos x="150" y="343"/>
                </a:cxn>
                <a:cxn ang="0">
                  <a:pos x="138" y="350"/>
                </a:cxn>
                <a:cxn ang="0">
                  <a:pos x="124" y="334"/>
                </a:cxn>
                <a:cxn ang="0">
                  <a:pos x="127" y="318"/>
                </a:cxn>
                <a:cxn ang="0">
                  <a:pos x="123" y="294"/>
                </a:cxn>
                <a:cxn ang="0">
                  <a:pos x="107" y="310"/>
                </a:cxn>
                <a:cxn ang="0">
                  <a:pos x="99" y="335"/>
                </a:cxn>
                <a:cxn ang="0">
                  <a:pos x="78" y="340"/>
                </a:cxn>
                <a:cxn ang="0">
                  <a:pos x="70" y="357"/>
                </a:cxn>
                <a:cxn ang="0">
                  <a:pos x="59" y="379"/>
                </a:cxn>
                <a:cxn ang="0">
                  <a:pos x="43" y="396"/>
                </a:cxn>
                <a:cxn ang="0">
                  <a:pos x="16" y="392"/>
                </a:cxn>
              </a:cxnLst>
              <a:rect l="0" t="0" r="r" b="b"/>
              <a:pathLst>
                <a:path w="252" h="401">
                  <a:moveTo>
                    <a:pt x="16" y="392"/>
                  </a:moveTo>
                  <a:cubicBezTo>
                    <a:pt x="12" y="386"/>
                    <a:pt x="12" y="386"/>
                    <a:pt x="12" y="386"/>
                  </a:cubicBezTo>
                  <a:cubicBezTo>
                    <a:pt x="11" y="381"/>
                    <a:pt x="15" y="381"/>
                    <a:pt x="16" y="377"/>
                  </a:cubicBezTo>
                  <a:cubicBezTo>
                    <a:pt x="10" y="376"/>
                    <a:pt x="10" y="371"/>
                    <a:pt x="16" y="369"/>
                  </a:cubicBezTo>
                  <a:cubicBezTo>
                    <a:pt x="19" y="368"/>
                    <a:pt x="16" y="334"/>
                    <a:pt x="16" y="330"/>
                  </a:cubicBezTo>
                  <a:cubicBezTo>
                    <a:pt x="16" y="247"/>
                    <a:pt x="16" y="247"/>
                    <a:pt x="16" y="247"/>
                  </a:cubicBezTo>
                  <a:cubicBezTo>
                    <a:pt x="0" y="223"/>
                    <a:pt x="0" y="223"/>
                    <a:pt x="0" y="223"/>
                  </a:cubicBezTo>
                  <a:cubicBezTo>
                    <a:pt x="0" y="223"/>
                    <a:pt x="0" y="223"/>
                    <a:pt x="0" y="223"/>
                  </a:cubicBezTo>
                  <a:cubicBezTo>
                    <a:pt x="10" y="215"/>
                    <a:pt x="10" y="215"/>
                    <a:pt x="10" y="215"/>
                  </a:cubicBezTo>
                  <a:cubicBezTo>
                    <a:pt x="13" y="213"/>
                    <a:pt x="14" y="213"/>
                    <a:pt x="17" y="215"/>
                  </a:cubicBezTo>
                  <a:cubicBezTo>
                    <a:pt x="23" y="220"/>
                    <a:pt x="18" y="209"/>
                    <a:pt x="18" y="207"/>
                  </a:cubicBezTo>
                  <a:cubicBezTo>
                    <a:pt x="19" y="206"/>
                    <a:pt x="25" y="209"/>
                    <a:pt x="27" y="209"/>
                  </a:cubicBezTo>
                  <a:cubicBezTo>
                    <a:pt x="28" y="208"/>
                    <a:pt x="29" y="207"/>
                    <a:pt x="30" y="206"/>
                  </a:cubicBezTo>
                  <a:cubicBezTo>
                    <a:pt x="30" y="205"/>
                    <a:pt x="27" y="204"/>
                    <a:pt x="27" y="204"/>
                  </a:cubicBezTo>
                  <a:cubicBezTo>
                    <a:pt x="25" y="203"/>
                    <a:pt x="30" y="200"/>
                    <a:pt x="31" y="198"/>
                  </a:cubicBezTo>
                  <a:cubicBezTo>
                    <a:pt x="32" y="196"/>
                    <a:pt x="33" y="193"/>
                    <a:pt x="36" y="195"/>
                  </a:cubicBezTo>
                  <a:cubicBezTo>
                    <a:pt x="42" y="199"/>
                    <a:pt x="40" y="190"/>
                    <a:pt x="42" y="189"/>
                  </a:cubicBezTo>
                  <a:cubicBezTo>
                    <a:pt x="43" y="188"/>
                    <a:pt x="50" y="189"/>
                    <a:pt x="49" y="185"/>
                  </a:cubicBezTo>
                  <a:cubicBezTo>
                    <a:pt x="48" y="183"/>
                    <a:pt x="51" y="175"/>
                    <a:pt x="54" y="175"/>
                  </a:cubicBezTo>
                  <a:cubicBezTo>
                    <a:pt x="61" y="177"/>
                    <a:pt x="60" y="172"/>
                    <a:pt x="62" y="168"/>
                  </a:cubicBezTo>
                  <a:cubicBezTo>
                    <a:pt x="64" y="164"/>
                    <a:pt x="62" y="163"/>
                    <a:pt x="67" y="162"/>
                  </a:cubicBezTo>
                  <a:cubicBezTo>
                    <a:pt x="70" y="161"/>
                    <a:pt x="73" y="161"/>
                    <a:pt x="76" y="160"/>
                  </a:cubicBezTo>
                  <a:cubicBezTo>
                    <a:pt x="79" y="159"/>
                    <a:pt x="78" y="157"/>
                    <a:pt x="78" y="155"/>
                  </a:cubicBezTo>
                  <a:cubicBezTo>
                    <a:pt x="78" y="152"/>
                    <a:pt x="85" y="147"/>
                    <a:pt x="87" y="149"/>
                  </a:cubicBezTo>
                  <a:cubicBezTo>
                    <a:pt x="90" y="150"/>
                    <a:pt x="92" y="148"/>
                    <a:pt x="95" y="147"/>
                  </a:cubicBezTo>
                  <a:cubicBezTo>
                    <a:pt x="99" y="146"/>
                    <a:pt x="105" y="143"/>
                    <a:pt x="109" y="145"/>
                  </a:cubicBezTo>
                  <a:cubicBezTo>
                    <a:pt x="115" y="148"/>
                    <a:pt x="119" y="148"/>
                    <a:pt x="123" y="142"/>
                  </a:cubicBezTo>
                  <a:cubicBezTo>
                    <a:pt x="125" y="141"/>
                    <a:pt x="127" y="140"/>
                    <a:pt x="129" y="140"/>
                  </a:cubicBezTo>
                  <a:cubicBezTo>
                    <a:pt x="129" y="139"/>
                    <a:pt x="128" y="138"/>
                    <a:pt x="128" y="138"/>
                  </a:cubicBezTo>
                  <a:cubicBezTo>
                    <a:pt x="128" y="136"/>
                    <a:pt x="127" y="130"/>
                    <a:pt x="128" y="130"/>
                  </a:cubicBezTo>
                  <a:cubicBezTo>
                    <a:pt x="129" y="129"/>
                    <a:pt x="132" y="131"/>
                    <a:pt x="132" y="129"/>
                  </a:cubicBezTo>
                  <a:cubicBezTo>
                    <a:pt x="133" y="128"/>
                    <a:pt x="131" y="126"/>
                    <a:pt x="131" y="124"/>
                  </a:cubicBezTo>
                  <a:cubicBezTo>
                    <a:pt x="133" y="123"/>
                    <a:pt x="144" y="121"/>
                    <a:pt x="146" y="122"/>
                  </a:cubicBezTo>
                  <a:cubicBezTo>
                    <a:pt x="146" y="127"/>
                    <a:pt x="145" y="129"/>
                    <a:pt x="150" y="130"/>
                  </a:cubicBezTo>
                  <a:cubicBezTo>
                    <a:pt x="153" y="130"/>
                    <a:pt x="155" y="132"/>
                    <a:pt x="154" y="127"/>
                  </a:cubicBezTo>
                  <a:cubicBezTo>
                    <a:pt x="154" y="123"/>
                    <a:pt x="154" y="115"/>
                    <a:pt x="155" y="110"/>
                  </a:cubicBezTo>
                  <a:cubicBezTo>
                    <a:pt x="156" y="108"/>
                    <a:pt x="167" y="111"/>
                    <a:pt x="170" y="110"/>
                  </a:cubicBezTo>
                  <a:cubicBezTo>
                    <a:pt x="170" y="110"/>
                    <a:pt x="170" y="110"/>
                    <a:pt x="170" y="110"/>
                  </a:cubicBezTo>
                  <a:cubicBezTo>
                    <a:pt x="170" y="105"/>
                    <a:pt x="171" y="99"/>
                    <a:pt x="171" y="94"/>
                  </a:cubicBezTo>
                  <a:cubicBezTo>
                    <a:pt x="163" y="87"/>
                    <a:pt x="163" y="87"/>
                    <a:pt x="163" y="87"/>
                  </a:cubicBezTo>
                  <a:cubicBezTo>
                    <a:pt x="172" y="71"/>
                    <a:pt x="172" y="71"/>
                    <a:pt x="172" y="71"/>
                  </a:cubicBezTo>
                  <a:cubicBezTo>
                    <a:pt x="172" y="67"/>
                    <a:pt x="172" y="67"/>
                    <a:pt x="172" y="67"/>
                  </a:cubicBezTo>
                  <a:cubicBezTo>
                    <a:pt x="176" y="66"/>
                    <a:pt x="176" y="66"/>
                    <a:pt x="176" y="66"/>
                  </a:cubicBezTo>
                  <a:cubicBezTo>
                    <a:pt x="177" y="62"/>
                    <a:pt x="177" y="62"/>
                    <a:pt x="177" y="62"/>
                  </a:cubicBezTo>
                  <a:cubicBezTo>
                    <a:pt x="187" y="63"/>
                    <a:pt x="187" y="63"/>
                    <a:pt x="187" y="63"/>
                  </a:cubicBezTo>
                  <a:cubicBezTo>
                    <a:pt x="187" y="65"/>
                    <a:pt x="187" y="65"/>
                    <a:pt x="187" y="65"/>
                  </a:cubicBezTo>
                  <a:cubicBezTo>
                    <a:pt x="192" y="65"/>
                    <a:pt x="192" y="65"/>
                    <a:pt x="192" y="65"/>
                  </a:cubicBezTo>
                  <a:cubicBezTo>
                    <a:pt x="194" y="55"/>
                    <a:pt x="194" y="55"/>
                    <a:pt x="194" y="55"/>
                  </a:cubicBezTo>
                  <a:cubicBezTo>
                    <a:pt x="189" y="54"/>
                    <a:pt x="189" y="54"/>
                    <a:pt x="189" y="54"/>
                  </a:cubicBezTo>
                  <a:cubicBezTo>
                    <a:pt x="188" y="58"/>
                    <a:pt x="188" y="58"/>
                    <a:pt x="188" y="58"/>
                  </a:cubicBezTo>
                  <a:cubicBezTo>
                    <a:pt x="167" y="56"/>
                    <a:pt x="167" y="56"/>
                    <a:pt x="167" y="56"/>
                  </a:cubicBezTo>
                  <a:cubicBezTo>
                    <a:pt x="168" y="35"/>
                    <a:pt x="168" y="35"/>
                    <a:pt x="168" y="35"/>
                  </a:cubicBezTo>
                  <a:cubicBezTo>
                    <a:pt x="176" y="37"/>
                    <a:pt x="176" y="37"/>
                    <a:pt x="176" y="37"/>
                  </a:cubicBezTo>
                  <a:cubicBezTo>
                    <a:pt x="176" y="12"/>
                    <a:pt x="176" y="12"/>
                    <a:pt x="176" y="12"/>
                  </a:cubicBezTo>
                  <a:cubicBezTo>
                    <a:pt x="176" y="12"/>
                    <a:pt x="176" y="12"/>
                    <a:pt x="176" y="12"/>
                  </a:cubicBezTo>
                  <a:cubicBezTo>
                    <a:pt x="179" y="14"/>
                    <a:pt x="185" y="15"/>
                    <a:pt x="188" y="15"/>
                  </a:cubicBezTo>
                  <a:cubicBezTo>
                    <a:pt x="194" y="17"/>
                    <a:pt x="202" y="20"/>
                    <a:pt x="208" y="18"/>
                  </a:cubicBezTo>
                  <a:cubicBezTo>
                    <a:pt x="214" y="15"/>
                    <a:pt x="214" y="3"/>
                    <a:pt x="205" y="7"/>
                  </a:cubicBezTo>
                  <a:cubicBezTo>
                    <a:pt x="201" y="9"/>
                    <a:pt x="197" y="7"/>
                    <a:pt x="194" y="8"/>
                  </a:cubicBezTo>
                  <a:cubicBezTo>
                    <a:pt x="191" y="9"/>
                    <a:pt x="188" y="10"/>
                    <a:pt x="185" y="10"/>
                  </a:cubicBezTo>
                  <a:cubicBezTo>
                    <a:pt x="185" y="9"/>
                    <a:pt x="191" y="8"/>
                    <a:pt x="192" y="7"/>
                  </a:cubicBezTo>
                  <a:cubicBezTo>
                    <a:pt x="197" y="5"/>
                    <a:pt x="201" y="4"/>
                    <a:pt x="205" y="3"/>
                  </a:cubicBezTo>
                  <a:cubicBezTo>
                    <a:pt x="209" y="2"/>
                    <a:pt x="211" y="0"/>
                    <a:pt x="215" y="0"/>
                  </a:cubicBezTo>
                  <a:cubicBezTo>
                    <a:pt x="217" y="0"/>
                    <a:pt x="227" y="4"/>
                    <a:pt x="229" y="5"/>
                  </a:cubicBezTo>
                  <a:cubicBezTo>
                    <a:pt x="232" y="9"/>
                    <a:pt x="233" y="17"/>
                    <a:pt x="236" y="18"/>
                  </a:cubicBezTo>
                  <a:cubicBezTo>
                    <a:pt x="239" y="20"/>
                    <a:pt x="244" y="19"/>
                    <a:pt x="243" y="22"/>
                  </a:cubicBezTo>
                  <a:cubicBezTo>
                    <a:pt x="242" y="29"/>
                    <a:pt x="243" y="35"/>
                    <a:pt x="243" y="41"/>
                  </a:cubicBezTo>
                  <a:cubicBezTo>
                    <a:pt x="243" y="48"/>
                    <a:pt x="247" y="48"/>
                    <a:pt x="252" y="50"/>
                  </a:cubicBezTo>
                  <a:cubicBezTo>
                    <a:pt x="249" y="51"/>
                    <a:pt x="248" y="55"/>
                    <a:pt x="247" y="58"/>
                  </a:cubicBezTo>
                  <a:cubicBezTo>
                    <a:pt x="246" y="61"/>
                    <a:pt x="244" y="62"/>
                    <a:pt x="243" y="65"/>
                  </a:cubicBezTo>
                  <a:cubicBezTo>
                    <a:pt x="241" y="68"/>
                    <a:pt x="241" y="73"/>
                    <a:pt x="240" y="77"/>
                  </a:cubicBezTo>
                  <a:cubicBezTo>
                    <a:pt x="238" y="84"/>
                    <a:pt x="236" y="85"/>
                    <a:pt x="230" y="90"/>
                  </a:cubicBezTo>
                  <a:cubicBezTo>
                    <a:pt x="227" y="91"/>
                    <a:pt x="219" y="107"/>
                    <a:pt x="214" y="111"/>
                  </a:cubicBezTo>
                  <a:cubicBezTo>
                    <a:pt x="203" y="118"/>
                    <a:pt x="198" y="128"/>
                    <a:pt x="190" y="138"/>
                  </a:cubicBezTo>
                  <a:cubicBezTo>
                    <a:pt x="183" y="148"/>
                    <a:pt x="177" y="163"/>
                    <a:pt x="180" y="176"/>
                  </a:cubicBezTo>
                  <a:cubicBezTo>
                    <a:pt x="180" y="181"/>
                    <a:pt x="183" y="186"/>
                    <a:pt x="180" y="191"/>
                  </a:cubicBezTo>
                  <a:cubicBezTo>
                    <a:pt x="179" y="194"/>
                    <a:pt x="174" y="193"/>
                    <a:pt x="171" y="195"/>
                  </a:cubicBezTo>
                  <a:cubicBezTo>
                    <a:pt x="166" y="198"/>
                    <a:pt x="167" y="202"/>
                    <a:pt x="164" y="206"/>
                  </a:cubicBezTo>
                  <a:cubicBezTo>
                    <a:pt x="163" y="208"/>
                    <a:pt x="155" y="208"/>
                    <a:pt x="153" y="209"/>
                  </a:cubicBezTo>
                  <a:cubicBezTo>
                    <a:pt x="153" y="211"/>
                    <a:pt x="159" y="214"/>
                    <a:pt x="159" y="218"/>
                  </a:cubicBezTo>
                  <a:cubicBezTo>
                    <a:pt x="159" y="225"/>
                    <a:pt x="166" y="220"/>
                    <a:pt x="171" y="220"/>
                  </a:cubicBezTo>
                  <a:cubicBezTo>
                    <a:pt x="177" y="220"/>
                    <a:pt x="180" y="214"/>
                    <a:pt x="186" y="214"/>
                  </a:cubicBezTo>
                  <a:cubicBezTo>
                    <a:pt x="186" y="223"/>
                    <a:pt x="184" y="234"/>
                    <a:pt x="173" y="235"/>
                  </a:cubicBezTo>
                  <a:cubicBezTo>
                    <a:pt x="165" y="236"/>
                    <a:pt x="161" y="238"/>
                    <a:pt x="160" y="246"/>
                  </a:cubicBezTo>
                  <a:cubicBezTo>
                    <a:pt x="160" y="249"/>
                    <a:pt x="162" y="261"/>
                    <a:pt x="167" y="254"/>
                  </a:cubicBezTo>
                  <a:cubicBezTo>
                    <a:pt x="168" y="251"/>
                    <a:pt x="170" y="246"/>
                    <a:pt x="173" y="245"/>
                  </a:cubicBezTo>
                  <a:cubicBezTo>
                    <a:pt x="178" y="244"/>
                    <a:pt x="182" y="243"/>
                    <a:pt x="179" y="248"/>
                  </a:cubicBezTo>
                  <a:cubicBezTo>
                    <a:pt x="177" y="254"/>
                    <a:pt x="172" y="260"/>
                    <a:pt x="172" y="266"/>
                  </a:cubicBezTo>
                  <a:cubicBezTo>
                    <a:pt x="166" y="276"/>
                    <a:pt x="167" y="289"/>
                    <a:pt x="164" y="301"/>
                  </a:cubicBezTo>
                  <a:cubicBezTo>
                    <a:pt x="163" y="307"/>
                    <a:pt x="157" y="310"/>
                    <a:pt x="155" y="316"/>
                  </a:cubicBezTo>
                  <a:cubicBezTo>
                    <a:pt x="153" y="321"/>
                    <a:pt x="154" y="330"/>
                    <a:pt x="154" y="336"/>
                  </a:cubicBezTo>
                  <a:cubicBezTo>
                    <a:pt x="152" y="338"/>
                    <a:pt x="152" y="341"/>
                    <a:pt x="150" y="343"/>
                  </a:cubicBezTo>
                  <a:cubicBezTo>
                    <a:pt x="147" y="350"/>
                    <a:pt x="143" y="357"/>
                    <a:pt x="143" y="365"/>
                  </a:cubicBezTo>
                  <a:cubicBezTo>
                    <a:pt x="138" y="367"/>
                    <a:pt x="140" y="352"/>
                    <a:pt x="138" y="350"/>
                  </a:cubicBezTo>
                  <a:cubicBezTo>
                    <a:pt x="136" y="347"/>
                    <a:pt x="137" y="341"/>
                    <a:pt x="134" y="340"/>
                  </a:cubicBezTo>
                  <a:cubicBezTo>
                    <a:pt x="130" y="338"/>
                    <a:pt x="127" y="337"/>
                    <a:pt x="124" y="334"/>
                  </a:cubicBezTo>
                  <a:cubicBezTo>
                    <a:pt x="120" y="332"/>
                    <a:pt x="119" y="332"/>
                    <a:pt x="121" y="329"/>
                  </a:cubicBezTo>
                  <a:cubicBezTo>
                    <a:pt x="124" y="325"/>
                    <a:pt x="124" y="321"/>
                    <a:pt x="127" y="318"/>
                  </a:cubicBezTo>
                  <a:cubicBezTo>
                    <a:pt x="130" y="313"/>
                    <a:pt x="128" y="309"/>
                    <a:pt x="128" y="304"/>
                  </a:cubicBezTo>
                  <a:cubicBezTo>
                    <a:pt x="127" y="301"/>
                    <a:pt x="124" y="297"/>
                    <a:pt x="123" y="294"/>
                  </a:cubicBezTo>
                  <a:cubicBezTo>
                    <a:pt x="121" y="294"/>
                    <a:pt x="118" y="303"/>
                    <a:pt x="116" y="305"/>
                  </a:cubicBezTo>
                  <a:cubicBezTo>
                    <a:pt x="115" y="307"/>
                    <a:pt x="107" y="308"/>
                    <a:pt x="107" y="310"/>
                  </a:cubicBezTo>
                  <a:cubicBezTo>
                    <a:pt x="113" y="312"/>
                    <a:pt x="112" y="313"/>
                    <a:pt x="109" y="318"/>
                  </a:cubicBezTo>
                  <a:cubicBezTo>
                    <a:pt x="107" y="323"/>
                    <a:pt x="100" y="330"/>
                    <a:pt x="99" y="335"/>
                  </a:cubicBezTo>
                  <a:cubicBezTo>
                    <a:pt x="99" y="335"/>
                    <a:pt x="99" y="335"/>
                    <a:pt x="99" y="335"/>
                  </a:cubicBezTo>
                  <a:cubicBezTo>
                    <a:pt x="94" y="334"/>
                    <a:pt x="80" y="334"/>
                    <a:pt x="78" y="340"/>
                  </a:cubicBezTo>
                  <a:cubicBezTo>
                    <a:pt x="77" y="343"/>
                    <a:pt x="78" y="346"/>
                    <a:pt x="76" y="348"/>
                  </a:cubicBezTo>
                  <a:cubicBezTo>
                    <a:pt x="74" y="351"/>
                    <a:pt x="71" y="353"/>
                    <a:pt x="70" y="357"/>
                  </a:cubicBezTo>
                  <a:cubicBezTo>
                    <a:pt x="70" y="361"/>
                    <a:pt x="70" y="362"/>
                    <a:pt x="67" y="364"/>
                  </a:cubicBezTo>
                  <a:cubicBezTo>
                    <a:pt x="60" y="366"/>
                    <a:pt x="62" y="374"/>
                    <a:pt x="59" y="379"/>
                  </a:cubicBezTo>
                  <a:cubicBezTo>
                    <a:pt x="57" y="382"/>
                    <a:pt x="54" y="385"/>
                    <a:pt x="51" y="388"/>
                  </a:cubicBezTo>
                  <a:cubicBezTo>
                    <a:pt x="48" y="392"/>
                    <a:pt x="49" y="401"/>
                    <a:pt x="43" y="396"/>
                  </a:cubicBezTo>
                  <a:cubicBezTo>
                    <a:pt x="40" y="394"/>
                    <a:pt x="30" y="387"/>
                    <a:pt x="28" y="387"/>
                  </a:cubicBezTo>
                  <a:cubicBezTo>
                    <a:pt x="23" y="387"/>
                    <a:pt x="20" y="391"/>
                    <a:pt x="16" y="39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36"/>
            <p:cNvSpPr>
              <a:spLocks/>
            </p:cNvSpPr>
            <p:nvPr/>
          </p:nvSpPr>
          <p:spPr bwMode="auto">
            <a:xfrm>
              <a:off x="5254625" y="3217863"/>
              <a:ext cx="523875" cy="393700"/>
            </a:xfrm>
            <a:custGeom>
              <a:avLst/>
              <a:gdLst/>
              <a:ahLst/>
              <a:cxnLst>
                <a:cxn ang="0">
                  <a:pos x="114" y="215"/>
                </a:cxn>
                <a:cxn ang="0">
                  <a:pos x="122" y="207"/>
                </a:cxn>
                <a:cxn ang="0">
                  <a:pos x="134" y="206"/>
                </a:cxn>
                <a:cxn ang="0">
                  <a:pos x="135" y="198"/>
                </a:cxn>
                <a:cxn ang="0">
                  <a:pos x="146" y="189"/>
                </a:cxn>
                <a:cxn ang="0">
                  <a:pos x="158" y="175"/>
                </a:cxn>
                <a:cxn ang="0">
                  <a:pos x="171" y="162"/>
                </a:cxn>
                <a:cxn ang="0">
                  <a:pos x="182" y="155"/>
                </a:cxn>
                <a:cxn ang="0">
                  <a:pos x="199" y="147"/>
                </a:cxn>
                <a:cxn ang="0">
                  <a:pos x="227" y="142"/>
                </a:cxn>
                <a:cxn ang="0">
                  <a:pos x="232" y="138"/>
                </a:cxn>
                <a:cxn ang="0">
                  <a:pos x="236" y="129"/>
                </a:cxn>
                <a:cxn ang="0">
                  <a:pos x="250" y="122"/>
                </a:cxn>
                <a:cxn ang="0">
                  <a:pos x="258" y="127"/>
                </a:cxn>
                <a:cxn ang="0">
                  <a:pos x="274" y="110"/>
                </a:cxn>
                <a:cxn ang="0">
                  <a:pos x="275" y="94"/>
                </a:cxn>
                <a:cxn ang="0">
                  <a:pos x="276" y="71"/>
                </a:cxn>
                <a:cxn ang="0">
                  <a:pos x="280" y="66"/>
                </a:cxn>
                <a:cxn ang="0">
                  <a:pos x="291" y="63"/>
                </a:cxn>
                <a:cxn ang="0">
                  <a:pos x="296" y="65"/>
                </a:cxn>
                <a:cxn ang="0">
                  <a:pos x="293" y="54"/>
                </a:cxn>
                <a:cxn ang="0">
                  <a:pos x="271" y="56"/>
                </a:cxn>
                <a:cxn ang="0">
                  <a:pos x="280" y="37"/>
                </a:cxn>
                <a:cxn ang="0">
                  <a:pos x="280" y="12"/>
                </a:cxn>
                <a:cxn ang="0">
                  <a:pos x="264" y="9"/>
                </a:cxn>
                <a:cxn ang="0">
                  <a:pos x="218" y="1"/>
                </a:cxn>
                <a:cxn ang="0">
                  <a:pos x="169" y="13"/>
                </a:cxn>
                <a:cxn ang="0">
                  <a:pos x="91" y="29"/>
                </a:cxn>
                <a:cxn ang="0">
                  <a:pos x="31" y="49"/>
                </a:cxn>
                <a:cxn ang="0">
                  <a:pos x="0" y="79"/>
                </a:cxn>
                <a:cxn ang="0">
                  <a:pos x="1" y="108"/>
                </a:cxn>
                <a:cxn ang="0">
                  <a:pos x="23" y="123"/>
                </a:cxn>
                <a:cxn ang="0">
                  <a:pos x="33" y="125"/>
                </a:cxn>
                <a:cxn ang="0">
                  <a:pos x="39" y="117"/>
                </a:cxn>
                <a:cxn ang="0">
                  <a:pos x="49" y="117"/>
                </a:cxn>
                <a:cxn ang="0">
                  <a:pos x="51" y="127"/>
                </a:cxn>
                <a:cxn ang="0">
                  <a:pos x="50" y="138"/>
                </a:cxn>
                <a:cxn ang="0">
                  <a:pos x="56" y="147"/>
                </a:cxn>
                <a:cxn ang="0">
                  <a:pos x="63" y="150"/>
                </a:cxn>
                <a:cxn ang="0">
                  <a:pos x="73" y="152"/>
                </a:cxn>
                <a:cxn ang="0">
                  <a:pos x="77" y="153"/>
                </a:cxn>
                <a:cxn ang="0">
                  <a:pos x="90" y="193"/>
                </a:cxn>
                <a:cxn ang="0">
                  <a:pos x="104" y="223"/>
                </a:cxn>
              </a:cxnLst>
              <a:rect l="0" t="0" r="r" b="b"/>
              <a:pathLst>
                <a:path w="298" h="223">
                  <a:moveTo>
                    <a:pt x="104" y="223"/>
                  </a:moveTo>
                  <a:cubicBezTo>
                    <a:pt x="114" y="215"/>
                    <a:pt x="114" y="215"/>
                    <a:pt x="114" y="215"/>
                  </a:cubicBezTo>
                  <a:cubicBezTo>
                    <a:pt x="117" y="213"/>
                    <a:pt x="118" y="213"/>
                    <a:pt x="121" y="215"/>
                  </a:cubicBezTo>
                  <a:cubicBezTo>
                    <a:pt x="127" y="220"/>
                    <a:pt x="122" y="209"/>
                    <a:pt x="122" y="207"/>
                  </a:cubicBezTo>
                  <a:cubicBezTo>
                    <a:pt x="123" y="206"/>
                    <a:pt x="129" y="209"/>
                    <a:pt x="131" y="209"/>
                  </a:cubicBezTo>
                  <a:cubicBezTo>
                    <a:pt x="132" y="208"/>
                    <a:pt x="133" y="207"/>
                    <a:pt x="134" y="206"/>
                  </a:cubicBezTo>
                  <a:cubicBezTo>
                    <a:pt x="134" y="205"/>
                    <a:pt x="131" y="204"/>
                    <a:pt x="131" y="204"/>
                  </a:cubicBezTo>
                  <a:cubicBezTo>
                    <a:pt x="129" y="203"/>
                    <a:pt x="134" y="200"/>
                    <a:pt x="135" y="198"/>
                  </a:cubicBezTo>
                  <a:cubicBezTo>
                    <a:pt x="136" y="196"/>
                    <a:pt x="137" y="193"/>
                    <a:pt x="140" y="195"/>
                  </a:cubicBezTo>
                  <a:cubicBezTo>
                    <a:pt x="146" y="199"/>
                    <a:pt x="144" y="190"/>
                    <a:pt x="146" y="189"/>
                  </a:cubicBezTo>
                  <a:cubicBezTo>
                    <a:pt x="147" y="188"/>
                    <a:pt x="154" y="189"/>
                    <a:pt x="153" y="185"/>
                  </a:cubicBezTo>
                  <a:cubicBezTo>
                    <a:pt x="152" y="183"/>
                    <a:pt x="155" y="175"/>
                    <a:pt x="158" y="175"/>
                  </a:cubicBezTo>
                  <a:cubicBezTo>
                    <a:pt x="165" y="177"/>
                    <a:pt x="164" y="172"/>
                    <a:pt x="166" y="168"/>
                  </a:cubicBezTo>
                  <a:cubicBezTo>
                    <a:pt x="168" y="164"/>
                    <a:pt x="166" y="163"/>
                    <a:pt x="171" y="162"/>
                  </a:cubicBezTo>
                  <a:cubicBezTo>
                    <a:pt x="174" y="161"/>
                    <a:pt x="177" y="161"/>
                    <a:pt x="180" y="160"/>
                  </a:cubicBezTo>
                  <a:cubicBezTo>
                    <a:pt x="183" y="159"/>
                    <a:pt x="182" y="157"/>
                    <a:pt x="182" y="155"/>
                  </a:cubicBezTo>
                  <a:cubicBezTo>
                    <a:pt x="182" y="152"/>
                    <a:pt x="189" y="147"/>
                    <a:pt x="191" y="149"/>
                  </a:cubicBezTo>
                  <a:cubicBezTo>
                    <a:pt x="194" y="150"/>
                    <a:pt x="196" y="148"/>
                    <a:pt x="199" y="147"/>
                  </a:cubicBezTo>
                  <a:cubicBezTo>
                    <a:pt x="203" y="146"/>
                    <a:pt x="209" y="143"/>
                    <a:pt x="213" y="145"/>
                  </a:cubicBezTo>
                  <a:cubicBezTo>
                    <a:pt x="219" y="148"/>
                    <a:pt x="223" y="148"/>
                    <a:pt x="227" y="142"/>
                  </a:cubicBezTo>
                  <a:cubicBezTo>
                    <a:pt x="229" y="141"/>
                    <a:pt x="231" y="140"/>
                    <a:pt x="233" y="140"/>
                  </a:cubicBezTo>
                  <a:cubicBezTo>
                    <a:pt x="233" y="139"/>
                    <a:pt x="232" y="138"/>
                    <a:pt x="232" y="138"/>
                  </a:cubicBezTo>
                  <a:cubicBezTo>
                    <a:pt x="232" y="136"/>
                    <a:pt x="231" y="130"/>
                    <a:pt x="232" y="130"/>
                  </a:cubicBezTo>
                  <a:cubicBezTo>
                    <a:pt x="233" y="129"/>
                    <a:pt x="236" y="131"/>
                    <a:pt x="236" y="129"/>
                  </a:cubicBezTo>
                  <a:cubicBezTo>
                    <a:pt x="237" y="128"/>
                    <a:pt x="235" y="126"/>
                    <a:pt x="235" y="124"/>
                  </a:cubicBezTo>
                  <a:cubicBezTo>
                    <a:pt x="237" y="123"/>
                    <a:pt x="248" y="121"/>
                    <a:pt x="250" y="122"/>
                  </a:cubicBezTo>
                  <a:cubicBezTo>
                    <a:pt x="250" y="127"/>
                    <a:pt x="249" y="129"/>
                    <a:pt x="254" y="130"/>
                  </a:cubicBezTo>
                  <a:cubicBezTo>
                    <a:pt x="257" y="130"/>
                    <a:pt x="259" y="132"/>
                    <a:pt x="258" y="127"/>
                  </a:cubicBezTo>
                  <a:cubicBezTo>
                    <a:pt x="258" y="123"/>
                    <a:pt x="258" y="115"/>
                    <a:pt x="259" y="110"/>
                  </a:cubicBezTo>
                  <a:cubicBezTo>
                    <a:pt x="260" y="108"/>
                    <a:pt x="271" y="111"/>
                    <a:pt x="274" y="110"/>
                  </a:cubicBezTo>
                  <a:cubicBezTo>
                    <a:pt x="274" y="110"/>
                    <a:pt x="274" y="110"/>
                    <a:pt x="274" y="110"/>
                  </a:cubicBezTo>
                  <a:cubicBezTo>
                    <a:pt x="274" y="105"/>
                    <a:pt x="275" y="99"/>
                    <a:pt x="275" y="94"/>
                  </a:cubicBezTo>
                  <a:cubicBezTo>
                    <a:pt x="267" y="87"/>
                    <a:pt x="267" y="87"/>
                    <a:pt x="267" y="87"/>
                  </a:cubicBezTo>
                  <a:cubicBezTo>
                    <a:pt x="276" y="71"/>
                    <a:pt x="276" y="71"/>
                    <a:pt x="276" y="71"/>
                  </a:cubicBezTo>
                  <a:cubicBezTo>
                    <a:pt x="276" y="67"/>
                    <a:pt x="276" y="67"/>
                    <a:pt x="276" y="67"/>
                  </a:cubicBezTo>
                  <a:cubicBezTo>
                    <a:pt x="280" y="66"/>
                    <a:pt x="280" y="66"/>
                    <a:pt x="280" y="66"/>
                  </a:cubicBezTo>
                  <a:cubicBezTo>
                    <a:pt x="281" y="62"/>
                    <a:pt x="281" y="62"/>
                    <a:pt x="281" y="62"/>
                  </a:cubicBezTo>
                  <a:cubicBezTo>
                    <a:pt x="291" y="63"/>
                    <a:pt x="291" y="63"/>
                    <a:pt x="291" y="63"/>
                  </a:cubicBezTo>
                  <a:cubicBezTo>
                    <a:pt x="291" y="65"/>
                    <a:pt x="291" y="65"/>
                    <a:pt x="291" y="65"/>
                  </a:cubicBezTo>
                  <a:cubicBezTo>
                    <a:pt x="296" y="65"/>
                    <a:pt x="296" y="65"/>
                    <a:pt x="296" y="65"/>
                  </a:cubicBezTo>
                  <a:cubicBezTo>
                    <a:pt x="298" y="55"/>
                    <a:pt x="298" y="55"/>
                    <a:pt x="298" y="55"/>
                  </a:cubicBezTo>
                  <a:cubicBezTo>
                    <a:pt x="293" y="54"/>
                    <a:pt x="293" y="54"/>
                    <a:pt x="293" y="54"/>
                  </a:cubicBezTo>
                  <a:cubicBezTo>
                    <a:pt x="292" y="58"/>
                    <a:pt x="292" y="58"/>
                    <a:pt x="292" y="58"/>
                  </a:cubicBezTo>
                  <a:cubicBezTo>
                    <a:pt x="271" y="56"/>
                    <a:pt x="271" y="56"/>
                    <a:pt x="271" y="56"/>
                  </a:cubicBezTo>
                  <a:cubicBezTo>
                    <a:pt x="272" y="35"/>
                    <a:pt x="272" y="35"/>
                    <a:pt x="272" y="35"/>
                  </a:cubicBezTo>
                  <a:cubicBezTo>
                    <a:pt x="280" y="37"/>
                    <a:pt x="280" y="37"/>
                    <a:pt x="280" y="37"/>
                  </a:cubicBezTo>
                  <a:cubicBezTo>
                    <a:pt x="280" y="12"/>
                    <a:pt x="280" y="12"/>
                    <a:pt x="280" y="12"/>
                  </a:cubicBezTo>
                  <a:cubicBezTo>
                    <a:pt x="280" y="12"/>
                    <a:pt x="280" y="12"/>
                    <a:pt x="280" y="12"/>
                  </a:cubicBezTo>
                  <a:cubicBezTo>
                    <a:pt x="280" y="12"/>
                    <a:pt x="279" y="11"/>
                    <a:pt x="279" y="11"/>
                  </a:cubicBezTo>
                  <a:cubicBezTo>
                    <a:pt x="278" y="9"/>
                    <a:pt x="266" y="10"/>
                    <a:pt x="264" y="9"/>
                  </a:cubicBezTo>
                  <a:cubicBezTo>
                    <a:pt x="258" y="9"/>
                    <a:pt x="250" y="10"/>
                    <a:pt x="245" y="7"/>
                  </a:cubicBezTo>
                  <a:cubicBezTo>
                    <a:pt x="236" y="1"/>
                    <a:pt x="228" y="0"/>
                    <a:pt x="218" y="1"/>
                  </a:cubicBezTo>
                  <a:cubicBezTo>
                    <a:pt x="211" y="1"/>
                    <a:pt x="207" y="10"/>
                    <a:pt x="200" y="5"/>
                  </a:cubicBezTo>
                  <a:cubicBezTo>
                    <a:pt x="192" y="1"/>
                    <a:pt x="175" y="6"/>
                    <a:pt x="169" y="13"/>
                  </a:cubicBezTo>
                  <a:cubicBezTo>
                    <a:pt x="161" y="22"/>
                    <a:pt x="137" y="26"/>
                    <a:pt x="125" y="26"/>
                  </a:cubicBezTo>
                  <a:cubicBezTo>
                    <a:pt x="113" y="26"/>
                    <a:pt x="102" y="30"/>
                    <a:pt x="91" y="29"/>
                  </a:cubicBezTo>
                  <a:cubicBezTo>
                    <a:pt x="58" y="37"/>
                    <a:pt x="58" y="37"/>
                    <a:pt x="58" y="37"/>
                  </a:cubicBezTo>
                  <a:cubicBezTo>
                    <a:pt x="49" y="39"/>
                    <a:pt x="41" y="46"/>
                    <a:pt x="31" y="49"/>
                  </a:cubicBezTo>
                  <a:cubicBezTo>
                    <a:pt x="25" y="51"/>
                    <a:pt x="19" y="57"/>
                    <a:pt x="12" y="57"/>
                  </a:cubicBezTo>
                  <a:cubicBezTo>
                    <a:pt x="2" y="61"/>
                    <a:pt x="2" y="70"/>
                    <a:pt x="0" y="79"/>
                  </a:cubicBezTo>
                  <a:cubicBezTo>
                    <a:pt x="0" y="79"/>
                    <a:pt x="0" y="79"/>
                    <a:pt x="0" y="79"/>
                  </a:cubicBezTo>
                  <a:cubicBezTo>
                    <a:pt x="1" y="108"/>
                    <a:pt x="1" y="108"/>
                    <a:pt x="1" y="108"/>
                  </a:cubicBezTo>
                  <a:cubicBezTo>
                    <a:pt x="4" y="112"/>
                    <a:pt x="13" y="108"/>
                    <a:pt x="16" y="112"/>
                  </a:cubicBezTo>
                  <a:cubicBezTo>
                    <a:pt x="19" y="116"/>
                    <a:pt x="15" y="126"/>
                    <a:pt x="23" y="123"/>
                  </a:cubicBezTo>
                  <a:cubicBezTo>
                    <a:pt x="30" y="121"/>
                    <a:pt x="26" y="122"/>
                    <a:pt x="29" y="127"/>
                  </a:cubicBezTo>
                  <a:cubicBezTo>
                    <a:pt x="29" y="128"/>
                    <a:pt x="32" y="126"/>
                    <a:pt x="33" y="125"/>
                  </a:cubicBezTo>
                  <a:cubicBezTo>
                    <a:pt x="33" y="124"/>
                    <a:pt x="32" y="122"/>
                    <a:pt x="34" y="120"/>
                  </a:cubicBezTo>
                  <a:cubicBezTo>
                    <a:pt x="35" y="120"/>
                    <a:pt x="37" y="118"/>
                    <a:pt x="39" y="117"/>
                  </a:cubicBezTo>
                  <a:cubicBezTo>
                    <a:pt x="42" y="116"/>
                    <a:pt x="41" y="121"/>
                    <a:pt x="46" y="120"/>
                  </a:cubicBezTo>
                  <a:cubicBezTo>
                    <a:pt x="49" y="120"/>
                    <a:pt x="48" y="113"/>
                    <a:pt x="49" y="117"/>
                  </a:cubicBezTo>
                  <a:cubicBezTo>
                    <a:pt x="52" y="123"/>
                    <a:pt x="55" y="114"/>
                    <a:pt x="57" y="121"/>
                  </a:cubicBezTo>
                  <a:cubicBezTo>
                    <a:pt x="57" y="125"/>
                    <a:pt x="55" y="126"/>
                    <a:pt x="51" y="127"/>
                  </a:cubicBezTo>
                  <a:cubicBezTo>
                    <a:pt x="50" y="133"/>
                    <a:pt x="53" y="131"/>
                    <a:pt x="56" y="132"/>
                  </a:cubicBezTo>
                  <a:cubicBezTo>
                    <a:pt x="56" y="138"/>
                    <a:pt x="55" y="138"/>
                    <a:pt x="50" y="138"/>
                  </a:cubicBezTo>
                  <a:cubicBezTo>
                    <a:pt x="50" y="142"/>
                    <a:pt x="50" y="141"/>
                    <a:pt x="53" y="142"/>
                  </a:cubicBezTo>
                  <a:cubicBezTo>
                    <a:pt x="53" y="146"/>
                    <a:pt x="52" y="146"/>
                    <a:pt x="56" y="147"/>
                  </a:cubicBezTo>
                  <a:cubicBezTo>
                    <a:pt x="58" y="152"/>
                    <a:pt x="55" y="153"/>
                    <a:pt x="62" y="151"/>
                  </a:cubicBezTo>
                  <a:cubicBezTo>
                    <a:pt x="62" y="151"/>
                    <a:pt x="62" y="150"/>
                    <a:pt x="63" y="150"/>
                  </a:cubicBezTo>
                  <a:cubicBezTo>
                    <a:pt x="63" y="148"/>
                    <a:pt x="71" y="146"/>
                    <a:pt x="72" y="147"/>
                  </a:cubicBezTo>
                  <a:cubicBezTo>
                    <a:pt x="73" y="148"/>
                    <a:pt x="72" y="151"/>
                    <a:pt x="73" y="152"/>
                  </a:cubicBezTo>
                  <a:cubicBezTo>
                    <a:pt x="73" y="152"/>
                    <a:pt x="77" y="153"/>
                    <a:pt x="77" y="153"/>
                  </a:cubicBezTo>
                  <a:cubicBezTo>
                    <a:pt x="77" y="153"/>
                    <a:pt x="77" y="153"/>
                    <a:pt x="77" y="153"/>
                  </a:cubicBezTo>
                  <a:cubicBezTo>
                    <a:pt x="79" y="161"/>
                    <a:pt x="76" y="169"/>
                    <a:pt x="77" y="177"/>
                  </a:cubicBezTo>
                  <a:cubicBezTo>
                    <a:pt x="78" y="183"/>
                    <a:pt x="84" y="193"/>
                    <a:pt x="90" y="193"/>
                  </a:cubicBezTo>
                  <a:cubicBezTo>
                    <a:pt x="91" y="196"/>
                    <a:pt x="88" y="197"/>
                    <a:pt x="89" y="200"/>
                  </a:cubicBezTo>
                  <a:cubicBezTo>
                    <a:pt x="104" y="223"/>
                    <a:pt x="104" y="223"/>
                    <a:pt x="104" y="22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09" name="Footer Text"/>
          <p:cNvSpPr txBox="1"/>
          <p:nvPr/>
        </p:nvSpPr>
        <p:spPr>
          <a:xfrm>
            <a:off x="4038600" y="2270297"/>
            <a:ext cx="4419599" cy="830997"/>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pSp>
        <p:nvGrpSpPr>
          <p:cNvPr id="110" name="Group 256"/>
          <p:cNvGrpSpPr/>
          <p:nvPr/>
        </p:nvGrpSpPr>
        <p:grpSpPr>
          <a:xfrm>
            <a:off x="892697" y="2057400"/>
            <a:ext cx="960050" cy="960048"/>
            <a:chOff x="2940010" y="3192425"/>
            <a:chExt cx="843823" cy="843823"/>
          </a:xfrm>
        </p:grpSpPr>
        <p:sp>
          <p:nvSpPr>
            <p:cNvPr id="111" name="Oval 110"/>
            <p:cNvSpPr/>
            <p:nvPr/>
          </p:nvSpPr>
          <p:spPr>
            <a:xfrm>
              <a:off x="2940010" y="3192425"/>
              <a:ext cx="843823" cy="843823"/>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12" name="Text Placeholder 3"/>
            <p:cNvSpPr txBox="1">
              <a:spLocks/>
            </p:cNvSpPr>
            <p:nvPr/>
          </p:nvSpPr>
          <p:spPr>
            <a:xfrm>
              <a:off x="3096006" y="3446634"/>
              <a:ext cx="531831" cy="33540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50</a:t>
              </a:r>
              <a:r>
                <a:rPr kumimoji="0" lang="en-US" sz="1600" b="1" i="0" u="none" strike="noStrike" kern="1200" cap="none" spc="0" normalizeH="0" baseline="0" noProof="0" dirty="0">
                  <a:ln>
                    <a:noFill/>
                  </a:ln>
                  <a:solidFill>
                    <a:schemeClr val="bg1"/>
                  </a:solidFill>
                  <a:effectLst/>
                  <a:uLnTx/>
                  <a:uFillTx/>
                  <a:latin typeface="+mn-lt"/>
                  <a:ea typeface="+mn-ea"/>
                  <a:cs typeface="+mn-cs"/>
                </a:rPr>
                <a:t>%</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113" name="Group 259"/>
          <p:cNvGrpSpPr/>
          <p:nvPr/>
        </p:nvGrpSpPr>
        <p:grpSpPr>
          <a:xfrm>
            <a:off x="2084902" y="2258872"/>
            <a:ext cx="819956" cy="819954"/>
            <a:chOff x="2101572" y="1817173"/>
            <a:chExt cx="992839" cy="992839"/>
          </a:xfrm>
        </p:grpSpPr>
        <p:sp>
          <p:nvSpPr>
            <p:cNvPr id="114" name="Oval 113"/>
            <p:cNvSpPr/>
            <p:nvPr/>
          </p:nvSpPr>
          <p:spPr>
            <a:xfrm>
              <a:off x="2101572" y="1817173"/>
              <a:ext cx="992839" cy="992839"/>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15" name="Text Placeholder 3"/>
            <p:cNvSpPr txBox="1">
              <a:spLocks/>
            </p:cNvSpPr>
            <p:nvPr/>
          </p:nvSpPr>
          <p:spPr>
            <a:xfrm>
              <a:off x="2318489" y="2145890"/>
              <a:ext cx="559004" cy="335403"/>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116" name="Group 262"/>
          <p:cNvGrpSpPr/>
          <p:nvPr/>
        </p:nvGrpSpPr>
        <p:grpSpPr>
          <a:xfrm>
            <a:off x="3189167" y="2747721"/>
            <a:ext cx="725608" cy="725608"/>
            <a:chOff x="5199481" y="1739974"/>
            <a:chExt cx="1398594" cy="1398594"/>
          </a:xfrm>
        </p:grpSpPr>
        <p:sp>
          <p:nvSpPr>
            <p:cNvPr id="117" name="Oval 116"/>
            <p:cNvSpPr/>
            <p:nvPr/>
          </p:nvSpPr>
          <p:spPr>
            <a:xfrm>
              <a:off x="5199481" y="1739974"/>
              <a:ext cx="1398594" cy="1398594"/>
            </a:xfrm>
            <a:prstGeom prst="ellipse">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bg1"/>
                </a:solidFill>
              </a:endParaRPr>
            </a:p>
          </p:txBody>
        </p:sp>
        <p:sp>
          <p:nvSpPr>
            <p:cNvPr id="118" name="Text Placeholder 3"/>
            <p:cNvSpPr txBox="1">
              <a:spLocks/>
            </p:cNvSpPr>
            <p:nvPr/>
          </p:nvSpPr>
          <p:spPr>
            <a:xfrm>
              <a:off x="5571265" y="2201979"/>
              <a:ext cx="655029" cy="474586"/>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600" b="1" i="0" u="none" strike="noStrike" kern="1200" cap="none" spc="0" normalizeH="0" baseline="0" noProof="0" dirty="0">
                  <a:ln>
                    <a:noFill/>
                  </a:ln>
                  <a:solidFill>
                    <a:schemeClr val="bg1"/>
                  </a:solidFill>
                  <a:effectLst/>
                  <a:uLnTx/>
                  <a:uFillTx/>
                  <a:latin typeface="+mn-lt"/>
                  <a:ea typeface="+mn-ea"/>
                  <a:cs typeface="+mn-cs"/>
                </a:rPr>
                <a:t>90%</a:t>
              </a:r>
            </a:p>
          </p:txBody>
        </p:sp>
      </p:grpSp>
      <p:grpSp>
        <p:nvGrpSpPr>
          <p:cNvPr id="119" name="Group 265"/>
          <p:cNvGrpSpPr/>
          <p:nvPr/>
        </p:nvGrpSpPr>
        <p:grpSpPr>
          <a:xfrm>
            <a:off x="2033636" y="3245530"/>
            <a:ext cx="996824" cy="996824"/>
            <a:chOff x="4373610" y="3094579"/>
            <a:chExt cx="684037" cy="684037"/>
          </a:xfrm>
        </p:grpSpPr>
        <p:sp>
          <p:nvSpPr>
            <p:cNvPr id="120" name="Oval 119"/>
            <p:cNvSpPr/>
            <p:nvPr/>
          </p:nvSpPr>
          <p:spPr>
            <a:xfrm>
              <a:off x="4373610" y="3094579"/>
              <a:ext cx="684037" cy="684037"/>
            </a:xfrm>
            <a:prstGeom prst="ellipse">
              <a:avLst/>
            </a:prstGeom>
            <a:solidFill>
              <a:schemeClr val="accent6">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21" name="Text Placeholder 3"/>
            <p:cNvSpPr txBox="1">
              <a:spLocks/>
            </p:cNvSpPr>
            <p:nvPr/>
          </p:nvSpPr>
          <p:spPr>
            <a:xfrm>
              <a:off x="4539626" y="3330996"/>
              <a:ext cx="352003" cy="21120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40%</a:t>
              </a:r>
            </a:p>
          </p:txBody>
        </p:sp>
      </p:grpSp>
      <p:grpSp>
        <p:nvGrpSpPr>
          <p:cNvPr id="122" name="Group 268"/>
          <p:cNvGrpSpPr/>
          <p:nvPr/>
        </p:nvGrpSpPr>
        <p:grpSpPr>
          <a:xfrm>
            <a:off x="3938421" y="4851368"/>
            <a:ext cx="564926" cy="564924"/>
            <a:chOff x="4255116" y="1937462"/>
            <a:chExt cx="684037" cy="684037"/>
          </a:xfrm>
        </p:grpSpPr>
        <p:sp>
          <p:nvSpPr>
            <p:cNvPr id="123" name="Oval 122"/>
            <p:cNvSpPr/>
            <p:nvPr/>
          </p:nvSpPr>
          <p:spPr>
            <a:xfrm>
              <a:off x="4255116" y="1937462"/>
              <a:ext cx="684037" cy="684037"/>
            </a:xfrm>
            <a:prstGeom prst="ellipse">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24" name="Text Placeholder 3"/>
            <p:cNvSpPr txBox="1">
              <a:spLocks/>
            </p:cNvSpPr>
            <p:nvPr/>
          </p:nvSpPr>
          <p:spPr>
            <a:xfrm>
              <a:off x="4379744" y="2149044"/>
              <a:ext cx="434781" cy="260870"/>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125" name="Group 271"/>
          <p:cNvGrpSpPr/>
          <p:nvPr/>
        </p:nvGrpSpPr>
        <p:grpSpPr>
          <a:xfrm>
            <a:off x="3483267" y="4175209"/>
            <a:ext cx="434446" cy="434444"/>
            <a:chOff x="6607949" y="3519185"/>
            <a:chExt cx="526045" cy="526045"/>
          </a:xfrm>
        </p:grpSpPr>
        <p:sp>
          <p:nvSpPr>
            <p:cNvPr id="126" name="Oval 125"/>
            <p:cNvSpPr/>
            <p:nvPr/>
          </p:nvSpPr>
          <p:spPr>
            <a:xfrm>
              <a:off x="6607949" y="3519185"/>
              <a:ext cx="526045" cy="526045"/>
            </a:xfrm>
            <a:prstGeom prst="ellipse">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27" name="Text Placeholder 3"/>
            <p:cNvSpPr txBox="1">
              <a:spLocks/>
            </p:cNvSpPr>
            <p:nvPr/>
          </p:nvSpPr>
          <p:spPr>
            <a:xfrm>
              <a:off x="6700164" y="3679721"/>
              <a:ext cx="341613" cy="20496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grpSp>
        <p:nvGrpSpPr>
          <p:cNvPr id="128" name="Group 90"/>
          <p:cNvGrpSpPr>
            <a:grpSpLocks noChangeAspect="1"/>
          </p:cNvGrpSpPr>
          <p:nvPr/>
        </p:nvGrpSpPr>
        <p:grpSpPr>
          <a:xfrm>
            <a:off x="685800" y="4297751"/>
            <a:ext cx="606930" cy="606928"/>
            <a:chOff x="4046972" y="1821242"/>
            <a:chExt cx="751216" cy="751214"/>
          </a:xfrm>
        </p:grpSpPr>
        <p:sp>
          <p:nvSpPr>
            <p:cNvPr id="129" name="Oval 128"/>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0" name="Group 179"/>
            <p:cNvGrpSpPr/>
            <p:nvPr/>
          </p:nvGrpSpPr>
          <p:grpSpPr>
            <a:xfrm>
              <a:off x="4321607" y="1938430"/>
              <a:ext cx="201944" cy="516839"/>
              <a:chOff x="5054600" y="1652588"/>
              <a:chExt cx="187325" cy="479424"/>
            </a:xfrm>
            <a:solidFill>
              <a:schemeClr val="bg1"/>
            </a:solidFill>
          </p:grpSpPr>
          <p:sp>
            <p:nvSpPr>
              <p:cNvPr id="13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33" name="Group 91"/>
          <p:cNvGrpSpPr>
            <a:grpSpLocks noChangeAspect="1"/>
          </p:cNvGrpSpPr>
          <p:nvPr/>
        </p:nvGrpSpPr>
        <p:grpSpPr>
          <a:xfrm>
            <a:off x="685800" y="5162270"/>
            <a:ext cx="606930" cy="606928"/>
            <a:chOff x="5397701" y="1821242"/>
            <a:chExt cx="751216" cy="751214"/>
          </a:xfrm>
        </p:grpSpPr>
        <p:sp>
          <p:nvSpPr>
            <p:cNvPr id="134" name="Oval 133"/>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5" name="Group 184"/>
            <p:cNvGrpSpPr/>
            <p:nvPr/>
          </p:nvGrpSpPr>
          <p:grpSpPr>
            <a:xfrm>
              <a:off x="5653784" y="1940300"/>
              <a:ext cx="238994" cy="513083"/>
              <a:chOff x="6213475" y="1668463"/>
              <a:chExt cx="227013" cy="487362"/>
            </a:xfrm>
            <a:solidFill>
              <a:schemeClr val="bg1"/>
            </a:solidFill>
          </p:grpSpPr>
          <p:sp>
            <p:nvSpPr>
              <p:cNvPr id="13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38" name="Group 80"/>
          <p:cNvGrpSpPr/>
          <p:nvPr/>
        </p:nvGrpSpPr>
        <p:grpSpPr>
          <a:xfrm>
            <a:off x="1379379" y="5159319"/>
            <a:ext cx="1317581" cy="612831"/>
            <a:chOff x="2913154" y="3468058"/>
            <a:chExt cx="1317581" cy="612831"/>
          </a:xfrm>
        </p:grpSpPr>
        <p:sp>
          <p:nvSpPr>
            <p:cNvPr id="139"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140"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141" name="Group 80"/>
          <p:cNvGrpSpPr/>
          <p:nvPr/>
        </p:nvGrpSpPr>
        <p:grpSpPr>
          <a:xfrm>
            <a:off x="1379379" y="4294800"/>
            <a:ext cx="1317581" cy="612831"/>
            <a:chOff x="2913154" y="3468058"/>
            <a:chExt cx="1317581" cy="612831"/>
          </a:xfrm>
        </p:grpSpPr>
        <p:sp>
          <p:nvSpPr>
            <p:cNvPr id="142"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sp>
          <p:nvSpPr>
            <p:cNvPr id="143"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
        <p:nvSpPr>
          <p:cNvPr id="144" name="Isosceles Triangle 143"/>
          <p:cNvSpPr/>
          <p:nvPr/>
        </p:nvSpPr>
        <p:spPr>
          <a:xfrm rot="16200000" flipH="1">
            <a:off x="4440636" y="2652384"/>
            <a:ext cx="2064100" cy="3444371"/>
          </a:xfrm>
          <a:prstGeom prst="triangle">
            <a:avLst/>
          </a:prstGeom>
          <a:gradFill>
            <a:gsLst>
              <a:gs pos="0">
                <a:schemeClr val="bg1">
                  <a:lumMod val="85000"/>
                  <a:alpha val="0"/>
                </a:schemeClr>
              </a:gs>
              <a:gs pos="50000">
                <a:schemeClr val="bg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145" name="Chart 144"/>
          <p:cNvGraphicFramePr/>
          <p:nvPr/>
        </p:nvGraphicFramePr>
        <p:xfrm>
          <a:off x="5998923" y="3110115"/>
          <a:ext cx="2679973" cy="2836534"/>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Effect transition="in" filter="fade">
                                      <p:cBhvr>
                                        <p:cTn id="9" dur="500"/>
                                        <p:tgtEl>
                                          <p:spTgt spid="76"/>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09"/>
                                        </p:tgtEl>
                                        <p:attrNameLst>
                                          <p:attrName>style.visibility</p:attrName>
                                        </p:attrNameLst>
                                      </p:cBhvr>
                                      <p:to>
                                        <p:strVal val="visible"/>
                                      </p:to>
                                    </p:set>
                                    <p:animEffect transition="in" filter="wipe(left)">
                                      <p:cBhvr>
                                        <p:cTn id="13" dur="500"/>
                                        <p:tgtEl>
                                          <p:spTgt spid="109"/>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113"/>
                                        </p:tgtEl>
                                        <p:attrNameLst>
                                          <p:attrName>style.visibility</p:attrName>
                                        </p:attrNameLst>
                                      </p:cBhvr>
                                      <p:to>
                                        <p:strVal val="visible"/>
                                      </p:to>
                                    </p:set>
                                    <p:anim calcmode="lin" valueType="num">
                                      <p:cBhvr>
                                        <p:cTn id="17" dur="500" fill="hold"/>
                                        <p:tgtEl>
                                          <p:spTgt spid="113"/>
                                        </p:tgtEl>
                                        <p:attrNameLst>
                                          <p:attrName>ppt_w</p:attrName>
                                        </p:attrNameLst>
                                      </p:cBhvr>
                                      <p:tavLst>
                                        <p:tav tm="0">
                                          <p:val>
                                            <p:fltVal val="0"/>
                                          </p:val>
                                        </p:tav>
                                        <p:tav tm="100000">
                                          <p:val>
                                            <p:strVal val="#ppt_w"/>
                                          </p:val>
                                        </p:tav>
                                      </p:tavLst>
                                    </p:anim>
                                    <p:anim calcmode="lin" valueType="num">
                                      <p:cBhvr>
                                        <p:cTn id="18" dur="500" fill="hold"/>
                                        <p:tgtEl>
                                          <p:spTgt spid="113"/>
                                        </p:tgtEl>
                                        <p:attrNameLst>
                                          <p:attrName>ppt_h</p:attrName>
                                        </p:attrNameLst>
                                      </p:cBhvr>
                                      <p:tavLst>
                                        <p:tav tm="0">
                                          <p:val>
                                            <p:fltVal val="0"/>
                                          </p:val>
                                        </p:tav>
                                        <p:tav tm="100000">
                                          <p:val>
                                            <p:strVal val="#ppt_h"/>
                                          </p:val>
                                        </p:tav>
                                      </p:tavLst>
                                    </p:anim>
                                    <p:animEffect transition="in" filter="fade">
                                      <p:cBhvr>
                                        <p:cTn id="19" dur="500"/>
                                        <p:tgtEl>
                                          <p:spTgt spid="113"/>
                                        </p:tgtEl>
                                      </p:cBhvr>
                                    </p:animEffect>
                                  </p:childTnLst>
                                </p:cTn>
                              </p:par>
                            </p:childTnLst>
                          </p:cTn>
                        </p:par>
                        <p:par>
                          <p:cTn id="20" fill="hold">
                            <p:stCondLst>
                              <p:cond delay="1500"/>
                            </p:stCondLst>
                            <p:childTnLst>
                              <p:par>
                                <p:cTn id="21" presetID="53" presetClass="entr" presetSubtype="0" fill="hold" nodeType="afterEffect">
                                  <p:stCondLst>
                                    <p:cond delay="0"/>
                                  </p:stCondLst>
                                  <p:childTnLst>
                                    <p:set>
                                      <p:cBhvr>
                                        <p:cTn id="22" dur="1" fill="hold">
                                          <p:stCondLst>
                                            <p:cond delay="0"/>
                                          </p:stCondLst>
                                        </p:cTn>
                                        <p:tgtEl>
                                          <p:spTgt spid="110"/>
                                        </p:tgtEl>
                                        <p:attrNameLst>
                                          <p:attrName>style.visibility</p:attrName>
                                        </p:attrNameLst>
                                      </p:cBhvr>
                                      <p:to>
                                        <p:strVal val="visible"/>
                                      </p:to>
                                    </p:set>
                                    <p:anim calcmode="lin" valueType="num">
                                      <p:cBhvr>
                                        <p:cTn id="23" dur="500" fill="hold"/>
                                        <p:tgtEl>
                                          <p:spTgt spid="110"/>
                                        </p:tgtEl>
                                        <p:attrNameLst>
                                          <p:attrName>ppt_w</p:attrName>
                                        </p:attrNameLst>
                                      </p:cBhvr>
                                      <p:tavLst>
                                        <p:tav tm="0">
                                          <p:val>
                                            <p:fltVal val="0"/>
                                          </p:val>
                                        </p:tav>
                                        <p:tav tm="100000">
                                          <p:val>
                                            <p:strVal val="#ppt_w"/>
                                          </p:val>
                                        </p:tav>
                                      </p:tavLst>
                                    </p:anim>
                                    <p:anim calcmode="lin" valueType="num">
                                      <p:cBhvr>
                                        <p:cTn id="24" dur="500" fill="hold"/>
                                        <p:tgtEl>
                                          <p:spTgt spid="110"/>
                                        </p:tgtEl>
                                        <p:attrNameLst>
                                          <p:attrName>ppt_h</p:attrName>
                                        </p:attrNameLst>
                                      </p:cBhvr>
                                      <p:tavLst>
                                        <p:tav tm="0">
                                          <p:val>
                                            <p:fltVal val="0"/>
                                          </p:val>
                                        </p:tav>
                                        <p:tav tm="100000">
                                          <p:val>
                                            <p:strVal val="#ppt_h"/>
                                          </p:val>
                                        </p:tav>
                                      </p:tavLst>
                                    </p:anim>
                                    <p:animEffect transition="in" filter="fade">
                                      <p:cBhvr>
                                        <p:cTn id="25" dur="500"/>
                                        <p:tgtEl>
                                          <p:spTgt spid="110"/>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119"/>
                                        </p:tgtEl>
                                        <p:attrNameLst>
                                          <p:attrName>style.visibility</p:attrName>
                                        </p:attrNameLst>
                                      </p:cBhvr>
                                      <p:to>
                                        <p:strVal val="visible"/>
                                      </p:to>
                                    </p:set>
                                    <p:anim calcmode="lin" valueType="num">
                                      <p:cBhvr>
                                        <p:cTn id="29" dur="500" fill="hold"/>
                                        <p:tgtEl>
                                          <p:spTgt spid="119"/>
                                        </p:tgtEl>
                                        <p:attrNameLst>
                                          <p:attrName>ppt_w</p:attrName>
                                        </p:attrNameLst>
                                      </p:cBhvr>
                                      <p:tavLst>
                                        <p:tav tm="0">
                                          <p:val>
                                            <p:fltVal val="0"/>
                                          </p:val>
                                        </p:tav>
                                        <p:tav tm="100000">
                                          <p:val>
                                            <p:strVal val="#ppt_w"/>
                                          </p:val>
                                        </p:tav>
                                      </p:tavLst>
                                    </p:anim>
                                    <p:anim calcmode="lin" valueType="num">
                                      <p:cBhvr>
                                        <p:cTn id="30" dur="500" fill="hold"/>
                                        <p:tgtEl>
                                          <p:spTgt spid="119"/>
                                        </p:tgtEl>
                                        <p:attrNameLst>
                                          <p:attrName>ppt_h</p:attrName>
                                        </p:attrNameLst>
                                      </p:cBhvr>
                                      <p:tavLst>
                                        <p:tav tm="0">
                                          <p:val>
                                            <p:fltVal val="0"/>
                                          </p:val>
                                        </p:tav>
                                        <p:tav tm="100000">
                                          <p:val>
                                            <p:strVal val="#ppt_h"/>
                                          </p:val>
                                        </p:tav>
                                      </p:tavLst>
                                    </p:anim>
                                    <p:animEffect transition="in" filter="fade">
                                      <p:cBhvr>
                                        <p:cTn id="31" dur="500"/>
                                        <p:tgtEl>
                                          <p:spTgt spid="119"/>
                                        </p:tgtEl>
                                      </p:cBhvr>
                                    </p:animEffect>
                                  </p:childTnLst>
                                </p:cTn>
                              </p:par>
                            </p:childTnLst>
                          </p:cTn>
                        </p:par>
                        <p:par>
                          <p:cTn id="32" fill="hold">
                            <p:stCondLst>
                              <p:cond delay="2500"/>
                            </p:stCondLst>
                            <p:childTnLst>
                              <p:par>
                                <p:cTn id="33" presetID="53" presetClass="entr" presetSubtype="0" fill="hold" nodeType="afterEffect">
                                  <p:stCondLst>
                                    <p:cond delay="0"/>
                                  </p:stCondLst>
                                  <p:childTnLst>
                                    <p:set>
                                      <p:cBhvr>
                                        <p:cTn id="34" dur="1" fill="hold">
                                          <p:stCondLst>
                                            <p:cond delay="0"/>
                                          </p:stCondLst>
                                        </p:cTn>
                                        <p:tgtEl>
                                          <p:spTgt spid="122"/>
                                        </p:tgtEl>
                                        <p:attrNameLst>
                                          <p:attrName>style.visibility</p:attrName>
                                        </p:attrNameLst>
                                      </p:cBhvr>
                                      <p:to>
                                        <p:strVal val="visible"/>
                                      </p:to>
                                    </p:set>
                                    <p:anim calcmode="lin" valueType="num">
                                      <p:cBhvr>
                                        <p:cTn id="35" dur="500" fill="hold"/>
                                        <p:tgtEl>
                                          <p:spTgt spid="122"/>
                                        </p:tgtEl>
                                        <p:attrNameLst>
                                          <p:attrName>ppt_w</p:attrName>
                                        </p:attrNameLst>
                                      </p:cBhvr>
                                      <p:tavLst>
                                        <p:tav tm="0">
                                          <p:val>
                                            <p:fltVal val="0"/>
                                          </p:val>
                                        </p:tav>
                                        <p:tav tm="100000">
                                          <p:val>
                                            <p:strVal val="#ppt_w"/>
                                          </p:val>
                                        </p:tav>
                                      </p:tavLst>
                                    </p:anim>
                                    <p:anim calcmode="lin" valueType="num">
                                      <p:cBhvr>
                                        <p:cTn id="36" dur="500" fill="hold"/>
                                        <p:tgtEl>
                                          <p:spTgt spid="122"/>
                                        </p:tgtEl>
                                        <p:attrNameLst>
                                          <p:attrName>ppt_h</p:attrName>
                                        </p:attrNameLst>
                                      </p:cBhvr>
                                      <p:tavLst>
                                        <p:tav tm="0">
                                          <p:val>
                                            <p:fltVal val="0"/>
                                          </p:val>
                                        </p:tav>
                                        <p:tav tm="100000">
                                          <p:val>
                                            <p:strVal val="#ppt_h"/>
                                          </p:val>
                                        </p:tav>
                                      </p:tavLst>
                                    </p:anim>
                                    <p:animEffect transition="in" filter="fade">
                                      <p:cBhvr>
                                        <p:cTn id="37" dur="500"/>
                                        <p:tgtEl>
                                          <p:spTgt spid="122"/>
                                        </p:tgtEl>
                                      </p:cBhvr>
                                    </p:animEffect>
                                  </p:childTnLst>
                                </p:cTn>
                              </p:par>
                            </p:childTnLst>
                          </p:cTn>
                        </p:par>
                        <p:par>
                          <p:cTn id="38" fill="hold">
                            <p:stCondLst>
                              <p:cond delay="3000"/>
                            </p:stCondLst>
                            <p:childTnLst>
                              <p:par>
                                <p:cTn id="39" presetID="53" presetClass="entr" presetSubtype="0" fill="hold" nodeType="afterEffect">
                                  <p:stCondLst>
                                    <p:cond delay="0"/>
                                  </p:stCondLst>
                                  <p:childTnLst>
                                    <p:set>
                                      <p:cBhvr>
                                        <p:cTn id="40" dur="1" fill="hold">
                                          <p:stCondLst>
                                            <p:cond delay="0"/>
                                          </p:stCondLst>
                                        </p:cTn>
                                        <p:tgtEl>
                                          <p:spTgt spid="125"/>
                                        </p:tgtEl>
                                        <p:attrNameLst>
                                          <p:attrName>style.visibility</p:attrName>
                                        </p:attrNameLst>
                                      </p:cBhvr>
                                      <p:to>
                                        <p:strVal val="visible"/>
                                      </p:to>
                                    </p:set>
                                    <p:anim calcmode="lin" valueType="num">
                                      <p:cBhvr>
                                        <p:cTn id="41" dur="500" fill="hold"/>
                                        <p:tgtEl>
                                          <p:spTgt spid="125"/>
                                        </p:tgtEl>
                                        <p:attrNameLst>
                                          <p:attrName>ppt_w</p:attrName>
                                        </p:attrNameLst>
                                      </p:cBhvr>
                                      <p:tavLst>
                                        <p:tav tm="0">
                                          <p:val>
                                            <p:fltVal val="0"/>
                                          </p:val>
                                        </p:tav>
                                        <p:tav tm="100000">
                                          <p:val>
                                            <p:strVal val="#ppt_w"/>
                                          </p:val>
                                        </p:tav>
                                      </p:tavLst>
                                    </p:anim>
                                    <p:anim calcmode="lin" valueType="num">
                                      <p:cBhvr>
                                        <p:cTn id="42" dur="500" fill="hold"/>
                                        <p:tgtEl>
                                          <p:spTgt spid="125"/>
                                        </p:tgtEl>
                                        <p:attrNameLst>
                                          <p:attrName>ppt_h</p:attrName>
                                        </p:attrNameLst>
                                      </p:cBhvr>
                                      <p:tavLst>
                                        <p:tav tm="0">
                                          <p:val>
                                            <p:fltVal val="0"/>
                                          </p:val>
                                        </p:tav>
                                        <p:tav tm="100000">
                                          <p:val>
                                            <p:strVal val="#ppt_h"/>
                                          </p:val>
                                        </p:tav>
                                      </p:tavLst>
                                    </p:anim>
                                    <p:animEffect transition="in" filter="fade">
                                      <p:cBhvr>
                                        <p:cTn id="43" dur="500"/>
                                        <p:tgtEl>
                                          <p:spTgt spid="125"/>
                                        </p:tgtEl>
                                      </p:cBhvr>
                                    </p:animEffect>
                                  </p:childTnLst>
                                </p:cTn>
                              </p:par>
                            </p:childTnLst>
                          </p:cTn>
                        </p:par>
                        <p:par>
                          <p:cTn id="44" fill="hold">
                            <p:stCondLst>
                              <p:cond delay="3500"/>
                            </p:stCondLst>
                            <p:childTnLst>
                              <p:par>
                                <p:cTn id="45" presetID="53" presetClass="entr" presetSubtype="0" fill="hold" nodeType="afterEffect">
                                  <p:stCondLst>
                                    <p:cond delay="0"/>
                                  </p:stCondLst>
                                  <p:childTnLst>
                                    <p:set>
                                      <p:cBhvr>
                                        <p:cTn id="46" dur="1" fill="hold">
                                          <p:stCondLst>
                                            <p:cond delay="0"/>
                                          </p:stCondLst>
                                        </p:cTn>
                                        <p:tgtEl>
                                          <p:spTgt spid="116"/>
                                        </p:tgtEl>
                                        <p:attrNameLst>
                                          <p:attrName>style.visibility</p:attrName>
                                        </p:attrNameLst>
                                      </p:cBhvr>
                                      <p:to>
                                        <p:strVal val="visible"/>
                                      </p:to>
                                    </p:set>
                                    <p:anim calcmode="lin" valueType="num">
                                      <p:cBhvr>
                                        <p:cTn id="47" dur="500" fill="hold"/>
                                        <p:tgtEl>
                                          <p:spTgt spid="116"/>
                                        </p:tgtEl>
                                        <p:attrNameLst>
                                          <p:attrName>ppt_w</p:attrName>
                                        </p:attrNameLst>
                                      </p:cBhvr>
                                      <p:tavLst>
                                        <p:tav tm="0">
                                          <p:val>
                                            <p:fltVal val="0"/>
                                          </p:val>
                                        </p:tav>
                                        <p:tav tm="100000">
                                          <p:val>
                                            <p:strVal val="#ppt_w"/>
                                          </p:val>
                                        </p:tav>
                                      </p:tavLst>
                                    </p:anim>
                                    <p:anim calcmode="lin" valueType="num">
                                      <p:cBhvr>
                                        <p:cTn id="48" dur="500" fill="hold"/>
                                        <p:tgtEl>
                                          <p:spTgt spid="116"/>
                                        </p:tgtEl>
                                        <p:attrNameLst>
                                          <p:attrName>ppt_h</p:attrName>
                                        </p:attrNameLst>
                                      </p:cBhvr>
                                      <p:tavLst>
                                        <p:tav tm="0">
                                          <p:val>
                                            <p:fltVal val="0"/>
                                          </p:val>
                                        </p:tav>
                                        <p:tav tm="100000">
                                          <p:val>
                                            <p:strVal val="#ppt_h"/>
                                          </p:val>
                                        </p:tav>
                                      </p:tavLst>
                                    </p:anim>
                                    <p:animEffect transition="in" filter="fade">
                                      <p:cBhvr>
                                        <p:cTn id="49" dur="500"/>
                                        <p:tgtEl>
                                          <p:spTgt spid="116"/>
                                        </p:tgtEl>
                                      </p:cBhvr>
                                    </p:animEffect>
                                  </p:childTnLst>
                                </p:cTn>
                              </p:par>
                            </p:childTnLst>
                          </p:cTn>
                        </p:par>
                        <p:par>
                          <p:cTn id="50" fill="hold">
                            <p:stCondLst>
                              <p:cond delay="4000"/>
                            </p:stCondLst>
                            <p:childTnLst>
                              <p:par>
                                <p:cTn id="51" presetID="53" presetClass="entr" presetSubtype="0" fill="hold" nodeType="afterEffect">
                                  <p:stCondLst>
                                    <p:cond delay="0"/>
                                  </p:stCondLst>
                                  <p:childTnLst>
                                    <p:set>
                                      <p:cBhvr>
                                        <p:cTn id="52" dur="1" fill="hold">
                                          <p:stCondLst>
                                            <p:cond delay="0"/>
                                          </p:stCondLst>
                                        </p:cTn>
                                        <p:tgtEl>
                                          <p:spTgt spid="128"/>
                                        </p:tgtEl>
                                        <p:attrNameLst>
                                          <p:attrName>style.visibility</p:attrName>
                                        </p:attrNameLst>
                                      </p:cBhvr>
                                      <p:to>
                                        <p:strVal val="visible"/>
                                      </p:to>
                                    </p:set>
                                    <p:anim calcmode="lin" valueType="num">
                                      <p:cBhvr>
                                        <p:cTn id="53" dur="500" fill="hold"/>
                                        <p:tgtEl>
                                          <p:spTgt spid="128"/>
                                        </p:tgtEl>
                                        <p:attrNameLst>
                                          <p:attrName>ppt_w</p:attrName>
                                        </p:attrNameLst>
                                      </p:cBhvr>
                                      <p:tavLst>
                                        <p:tav tm="0">
                                          <p:val>
                                            <p:fltVal val="0"/>
                                          </p:val>
                                        </p:tav>
                                        <p:tav tm="100000">
                                          <p:val>
                                            <p:strVal val="#ppt_w"/>
                                          </p:val>
                                        </p:tav>
                                      </p:tavLst>
                                    </p:anim>
                                    <p:anim calcmode="lin" valueType="num">
                                      <p:cBhvr>
                                        <p:cTn id="54" dur="500" fill="hold"/>
                                        <p:tgtEl>
                                          <p:spTgt spid="128"/>
                                        </p:tgtEl>
                                        <p:attrNameLst>
                                          <p:attrName>ppt_h</p:attrName>
                                        </p:attrNameLst>
                                      </p:cBhvr>
                                      <p:tavLst>
                                        <p:tav tm="0">
                                          <p:val>
                                            <p:fltVal val="0"/>
                                          </p:val>
                                        </p:tav>
                                        <p:tav tm="100000">
                                          <p:val>
                                            <p:strVal val="#ppt_h"/>
                                          </p:val>
                                        </p:tav>
                                      </p:tavLst>
                                    </p:anim>
                                    <p:animEffect transition="in" filter="fade">
                                      <p:cBhvr>
                                        <p:cTn id="55" dur="500"/>
                                        <p:tgtEl>
                                          <p:spTgt spid="128"/>
                                        </p:tgtEl>
                                      </p:cBhvr>
                                    </p:animEffect>
                                  </p:childTnLst>
                                </p:cTn>
                              </p:par>
                            </p:childTnLst>
                          </p:cTn>
                        </p:par>
                        <p:par>
                          <p:cTn id="56" fill="hold">
                            <p:stCondLst>
                              <p:cond delay="4500"/>
                            </p:stCondLst>
                            <p:childTnLst>
                              <p:par>
                                <p:cTn id="57" presetID="12" presetClass="entr" presetSubtype="4" fill="hold" nodeType="afterEffect">
                                  <p:stCondLst>
                                    <p:cond delay="0"/>
                                  </p:stCondLst>
                                  <p:childTnLst>
                                    <p:set>
                                      <p:cBhvr>
                                        <p:cTn id="58" dur="1" fill="hold">
                                          <p:stCondLst>
                                            <p:cond delay="0"/>
                                          </p:stCondLst>
                                        </p:cTn>
                                        <p:tgtEl>
                                          <p:spTgt spid="141"/>
                                        </p:tgtEl>
                                        <p:attrNameLst>
                                          <p:attrName>style.visibility</p:attrName>
                                        </p:attrNameLst>
                                      </p:cBhvr>
                                      <p:to>
                                        <p:strVal val="visible"/>
                                      </p:to>
                                    </p:set>
                                    <p:animEffect transition="in" filter="slide(fromBottom)">
                                      <p:cBhvr>
                                        <p:cTn id="59" dur="500"/>
                                        <p:tgtEl>
                                          <p:spTgt spid="141"/>
                                        </p:tgtEl>
                                      </p:cBhvr>
                                    </p:animEffect>
                                  </p:childTnLst>
                                </p:cTn>
                              </p:par>
                            </p:childTnLst>
                          </p:cTn>
                        </p:par>
                        <p:par>
                          <p:cTn id="60" fill="hold">
                            <p:stCondLst>
                              <p:cond delay="5000"/>
                            </p:stCondLst>
                            <p:childTnLst>
                              <p:par>
                                <p:cTn id="61" presetID="53" presetClass="entr" presetSubtype="0" fill="hold" nodeType="afterEffect">
                                  <p:stCondLst>
                                    <p:cond delay="0"/>
                                  </p:stCondLst>
                                  <p:childTnLst>
                                    <p:set>
                                      <p:cBhvr>
                                        <p:cTn id="62" dur="1" fill="hold">
                                          <p:stCondLst>
                                            <p:cond delay="0"/>
                                          </p:stCondLst>
                                        </p:cTn>
                                        <p:tgtEl>
                                          <p:spTgt spid="133"/>
                                        </p:tgtEl>
                                        <p:attrNameLst>
                                          <p:attrName>style.visibility</p:attrName>
                                        </p:attrNameLst>
                                      </p:cBhvr>
                                      <p:to>
                                        <p:strVal val="visible"/>
                                      </p:to>
                                    </p:set>
                                    <p:anim calcmode="lin" valueType="num">
                                      <p:cBhvr>
                                        <p:cTn id="63" dur="500" fill="hold"/>
                                        <p:tgtEl>
                                          <p:spTgt spid="133"/>
                                        </p:tgtEl>
                                        <p:attrNameLst>
                                          <p:attrName>ppt_w</p:attrName>
                                        </p:attrNameLst>
                                      </p:cBhvr>
                                      <p:tavLst>
                                        <p:tav tm="0">
                                          <p:val>
                                            <p:fltVal val="0"/>
                                          </p:val>
                                        </p:tav>
                                        <p:tav tm="100000">
                                          <p:val>
                                            <p:strVal val="#ppt_w"/>
                                          </p:val>
                                        </p:tav>
                                      </p:tavLst>
                                    </p:anim>
                                    <p:anim calcmode="lin" valueType="num">
                                      <p:cBhvr>
                                        <p:cTn id="64" dur="500" fill="hold"/>
                                        <p:tgtEl>
                                          <p:spTgt spid="133"/>
                                        </p:tgtEl>
                                        <p:attrNameLst>
                                          <p:attrName>ppt_h</p:attrName>
                                        </p:attrNameLst>
                                      </p:cBhvr>
                                      <p:tavLst>
                                        <p:tav tm="0">
                                          <p:val>
                                            <p:fltVal val="0"/>
                                          </p:val>
                                        </p:tav>
                                        <p:tav tm="100000">
                                          <p:val>
                                            <p:strVal val="#ppt_h"/>
                                          </p:val>
                                        </p:tav>
                                      </p:tavLst>
                                    </p:anim>
                                    <p:animEffect transition="in" filter="fade">
                                      <p:cBhvr>
                                        <p:cTn id="65" dur="500"/>
                                        <p:tgtEl>
                                          <p:spTgt spid="133"/>
                                        </p:tgtEl>
                                      </p:cBhvr>
                                    </p:animEffect>
                                  </p:childTnLst>
                                </p:cTn>
                              </p:par>
                            </p:childTnLst>
                          </p:cTn>
                        </p:par>
                        <p:par>
                          <p:cTn id="66" fill="hold">
                            <p:stCondLst>
                              <p:cond delay="5500"/>
                            </p:stCondLst>
                            <p:childTnLst>
                              <p:par>
                                <p:cTn id="67" presetID="12" presetClass="entr" presetSubtype="4" fill="hold" nodeType="afterEffect">
                                  <p:stCondLst>
                                    <p:cond delay="0"/>
                                  </p:stCondLst>
                                  <p:childTnLst>
                                    <p:set>
                                      <p:cBhvr>
                                        <p:cTn id="68" dur="1" fill="hold">
                                          <p:stCondLst>
                                            <p:cond delay="0"/>
                                          </p:stCondLst>
                                        </p:cTn>
                                        <p:tgtEl>
                                          <p:spTgt spid="138"/>
                                        </p:tgtEl>
                                        <p:attrNameLst>
                                          <p:attrName>style.visibility</p:attrName>
                                        </p:attrNameLst>
                                      </p:cBhvr>
                                      <p:to>
                                        <p:strVal val="visible"/>
                                      </p:to>
                                    </p:set>
                                    <p:animEffect transition="in" filter="slide(fromBottom)">
                                      <p:cBhvr>
                                        <p:cTn id="69" dur="500"/>
                                        <p:tgtEl>
                                          <p:spTgt spid="138"/>
                                        </p:tgtEl>
                                      </p:cBhvr>
                                    </p:animEffect>
                                  </p:childTnLst>
                                </p:cTn>
                              </p:par>
                            </p:childTnLst>
                          </p:cTn>
                        </p:par>
                        <p:par>
                          <p:cTn id="70" fill="hold">
                            <p:stCondLst>
                              <p:cond delay="6000"/>
                            </p:stCondLst>
                            <p:childTnLst>
                              <p:par>
                                <p:cTn id="71" presetID="22" presetClass="entr" presetSubtype="8" fill="hold" grpId="0" nodeType="afterEffect">
                                  <p:stCondLst>
                                    <p:cond delay="0"/>
                                  </p:stCondLst>
                                  <p:childTnLst>
                                    <p:set>
                                      <p:cBhvr>
                                        <p:cTn id="72" dur="1" fill="hold">
                                          <p:stCondLst>
                                            <p:cond delay="0"/>
                                          </p:stCondLst>
                                        </p:cTn>
                                        <p:tgtEl>
                                          <p:spTgt spid="144"/>
                                        </p:tgtEl>
                                        <p:attrNameLst>
                                          <p:attrName>style.visibility</p:attrName>
                                        </p:attrNameLst>
                                      </p:cBhvr>
                                      <p:to>
                                        <p:strVal val="visible"/>
                                      </p:to>
                                    </p:set>
                                    <p:animEffect transition="in" filter="wipe(left)">
                                      <p:cBhvr>
                                        <p:cTn id="73" dur="500"/>
                                        <p:tgtEl>
                                          <p:spTgt spid="144"/>
                                        </p:tgtEl>
                                      </p:cBhvr>
                                    </p:animEffect>
                                  </p:childTnLst>
                                </p:cTn>
                              </p:par>
                            </p:childTnLst>
                          </p:cTn>
                        </p:par>
                        <p:par>
                          <p:cTn id="74" fill="hold">
                            <p:stCondLst>
                              <p:cond delay="6500"/>
                            </p:stCondLst>
                            <p:childTnLst>
                              <p:par>
                                <p:cTn id="75" presetID="20" presetClass="entr" presetSubtype="0" fill="hold" grpId="0" nodeType="afterEffect">
                                  <p:stCondLst>
                                    <p:cond delay="0"/>
                                  </p:stCondLst>
                                  <p:childTnLst>
                                    <p:set>
                                      <p:cBhvr>
                                        <p:cTn id="76" dur="1" fill="hold">
                                          <p:stCondLst>
                                            <p:cond delay="0"/>
                                          </p:stCondLst>
                                        </p:cTn>
                                        <p:tgtEl>
                                          <p:spTgt spid="145"/>
                                        </p:tgtEl>
                                        <p:attrNameLst>
                                          <p:attrName>style.visibility</p:attrName>
                                        </p:attrNameLst>
                                      </p:cBhvr>
                                      <p:to>
                                        <p:strVal val="visible"/>
                                      </p:to>
                                    </p:set>
                                    <p:animEffect transition="in" filter="wedge">
                                      <p:cBhvr>
                                        <p:cTn id="77"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44" grpId="0" animBg="1"/>
      <p:bldGraphic spid="145" grpId="0">
        <p:bldAsOne/>
      </p:bldGraphic>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Africa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Africa Map Slide</a:t>
            </a:r>
            <a:endParaRPr lang="en-US" dirty="0"/>
          </a:p>
        </p:txBody>
      </p:sp>
      <p:grpSp>
        <p:nvGrpSpPr>
          <p:cNvPr id="121" name="Group 169"/>
          <p:cNvGrpSpPr/>
          <p:nvPr/>
        </p:nvGrpSpPr>
        <p:grpSpPr>
          <a:xfrm>
            <a:off x="3105529" y="2546547"/>
            <a:ext cx="2935348" cy="3368270"/>
            <a:chOff x="868363" y="935038"/>
            <a:chExt cx="3403600" cy="3905583"/>
          </a:xfrm>
        </p:grpSpPr>
        <p:sp>
          <p:nvSpPr>
            <p:cNvPr id="122" name="Freeform 7"/>
            <p:cNvSpPr>
              <a:spLocks/>
            </p:cNvSpPr>
            <p:nvPr/>
          </p:nvSpPr>
          <p:spPr bwMode="auto">
            <a:xfrm>
              <a:off x="2566988" y="4839033"/>
              <a:ext cx="3175" cy="1588"/>
            </a:xfrm>
            <a:custGeom>
              <a:avLst/>
              <a:gdLst/>
              <a:ahLst/>
              <a:cxnLst>
                <a:cxn ang="0">
                  <a:pos x="1" y="0"/>
                </a:cxn>
                <a:cxn ang="0">
                  <a:pos x="0" y="0"/>
                </a:cxn>
                <a:cxn ang="0">
                  <a:pos x="1" y="0"/>
                </a:cxn>
              </a:cxnLst>
              <a:rect l="0" t="0" r="r" b="b"/>
              <a:pathLst>
                <a:path w="1">
                  <a:moveTo>
                    <a:pt x="1" y="0"/>
                  </a:moveTo>
                  <a:cubicBezTo>
                    <a:pt x="0" y="0"/>
                    <a:pt x="0" y="0"/>
                    <a:pt x="0" y="0"/>
                  </a:cubicBezTo>
                  <a:cubicBezTo>
                    <a:pt x="0" y="0"/>
                    <a:pt x="1" y="0"/>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8"/>
            <p:cNvSpPr>
              <a:spLocks/>
            </p:cNvSpPr>
            <p:nvPr/>
          </p:nvSpPr>
          <p:spPr bwMode="auto">
            <a:xfrm>
              <a:off x="2590801" y="4834270"/>
              <a:ext cx="3175" cy="3175"/>
            </a:xfrm>
            <a:custGeom>
              <a:avLst/>
              <a:gdLst/>
              <a:ahLst/>
              <a:cxnLst>
                <a:cxn ang="0">
                  <a:pos x="1" y="0"/>
                </a:cxn>
                <a:cxn ang="0">
                  <a:pos x="0" y="1"/>
                </a:cxn>
                <a:cxn ang="0">
                  <a:pos x="1" y="0"/>
                </a:cxn>
              </a:cxnLst>
              <a:rect l="0" t="0" r="r" b="b"/>
              <a:pathLst>
                <a:path w="1" h="1">
                  <a:moveTo>
                    <a:pt x="1" y="0"/>
                  </a:moveTo>
                  <a:cubicBezTo>
                    <a:pt x="0" y="1"/>
                    <a:pt x="0" y="1"/>
                    <a:pt x="0" y="1"/>
                  </a:cubicBezTo>
                  <a:cubicBezTo>
                    <a:pt x="0" y="1"/>
                    <a:pt x="0" y="1"/>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9"/>
            <p:cNvSpPr>
              <a:spLocks/>
            </p:cNvSpPr>
            <p:nvPr/>
          </p:nvSpPr>
          <p:spPr bwMode="auto">
            <a:xfrm>
              <a:off x="2565401" y="4839033"/>
              <a:ext cx="1588" cy="1588"/>
            </a:xfrm>
            <a:custGeom>
              <a:avLst/>
              <a:gdLst/>
              <a:ahLst/>
              <a:cxnLst>
                <a:cxn ang="0">
                  <a:pos x="1" y="0"/>
                </a:cxn>
                <a:cxn ang="0">
                  <a:pos x="0" y="0"/>
                </a:cxn>
                <a:cxn ang="0">
                  <a:pos x="1" y="0"/>
                </a:cxn>
              </a:cxnLst>
              <a:rect l="0" t="0" r="r" b="b"/>
              <a:pathLst>
                <a:path w="1">
                  <a:moveTo>
                    <a:pt x="1" y="0"/>
                  </a:moveTo>
                  <a:cubicBezTo>
                    <a:pt x="1" y="0"/>
                    <a:pt x="0" y="0"/>
                    <a:pt x="0" y="0"/>
                  </a:cubicBezTo>
                  <a:cubicBezTo>
                    <a:pt x="0" y="0"/>
                    <a:pt x="1" y="0"/>
                    <a:pt x="1" y="0"/>
                  </a:cubicBez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5"/>
            <p:cNvSpPr>
              <a:spLocks/>
            </p:cNvSpPr>
            <p:nvPr/>
          </p:nvSpPr>
          <p:spPr bwMode="auto">
            <a:xfrm>
              <a:off x="2098675" y="935038"/>
              <a:ext cx="207963" cy="361950"/>
            </a:xfrm>
            <a:custGeom>
              <a:avLst/>
              <a:gdLst/>
              <a:ahLst/>
              <a:cxnLst>
                <a:cxn ang="0">
                  <a:pos x="196" y="96"/>
                </a:cxn>
                <a:cxn ang="0">
                  <a:pos x="208" y="92"/>
                </a:cxn>
                <a:cxn ang="0">
                  <a:pos x="128" y="156"/>
                </a:cxn>
                <a:cxn ang="0">
                  <a:pos x="160" y="172"/>
                </a:cxn>
                <a:cxn ang="0">
                  <a:pos x="142" y="276"/>
                </a:cxn>
                <a:cxn ang="0">
                  <a:pos x="159" y="388"/>
                </a:cxn>
                <a:cxn ang="0">
                  <a:pos x="148" y="468"/>
                </a:cxn>
                <a:cxn ang="0">
                  <a:pos x="136" y="472"/>
                </a:cxn>
                <a:cxn ang="0">
                  <a:pos x="77" y="517"/>
                </a:cxn>
                <a:cxn ang="0">
                  <a:pos x="58" y="546"/>
                </a:cxn>
                <a:cxn ang="0">
                  <a:pos x="18" y="644"/>
                </a:cxn>
                <a:cxn ang="0">
                  <a:pos x="44" y="692"/>
                </a:cxn>
                <a:cxn ang="0">
                  <a:pos x="59" y="736"/>
                </a:cxn>
                <a:cxn ang="0">
                  <a:pos x="134" y="780"/>
                </a:cxn>
                <a:cxn ang="0">
                  <a:pos x="165" y="859"/>
                </a:cxn>
                <a:cxn ang="0">
                  <a:pos x="267" y="930"/>
                </a:cxn>
                <a:cxn ang="0">
                  <a:pos x="324" y="1100"/>
                </a:cxn>
                <a:cxn ang="0">
                  <a:pos x="323" y="1264"/>
                </a:cxn>
                <a:cxn ang="0">
                  <a:pos x="500" y="1136"/>
                </a:cxn>
                <a:cxn ang="0">
                  <a:pos x="497" y="1005"/>
                </a:cxn>
                <a:cxn ang="0">
                  <a:pos x="539" y="989"/>
                </a:cxn>
                <a:cxn ang="0">
                  <a:pos x="636" y="907"/>
                </a:cxn>
                <a:cxn ang="0">
                  <a:pos x="732" y="848"/>
                </a:cxn>
                <a:cxn ang="0">
                  <a:pos x="724" y="752"/>
                </a:cxn>
                <a:cxn ang="0">
                  <a:pos x="657" y="728"/>
                </a:cxn>
                <a:cxn ang="0">
                  <a:pos x="639" y="665"/>
                </a:cxn>
                <a:cxn ang="0">
                  <a:pos x="604" y="676"/>
                </a:cxn>
                <a:cxn ang="0">
                  <a:pos x="568" y="680"/>
                </a:cxn>
                <a:cxn ang="0">
                  <a:pos x="570" y="650"/>
                </a:cxn>
                <a:cxn ang="0">
                  <a:pos x="527" y="651"/>
                </a:cxn>
                <a:cxn ang="0">
                  <a:pos x="466" y="552"/>
                </a:cxn>
                <a:cxn ang="0">
                  <a:pos x="508" y="528"/>
                </a:cxn>
                <a:cxn ang="0">
                  <a:pos x="556" y="504"/>
                </a:cxn>
                <a:cxn ang="0">
                  <a:pos x="552" y="496"/>
                </a:cxn>
                <a:cxn ang="0">
                  <a:pos x="652" y="384"/>
                </a:cxn>
                <a:cxn ang="0">
                  <a:pos x="652" y="380"/>
                </a:cxn>
                <a:cxn ang="0">
                  <a:pos x="628" y="313"/>
                </a:cxn>
                <a:cxn ang="0">
                  <a:pos x="539" y="204"/>
                </a:cxn>
                <a:cxn ang="0">
                  <a:pos x="586" y="172"/>
                </a:cxn>
                <a:cxn ang="0">
                  <a:pos x="632" y="56"/>
                </a:cxn>
                <a:cxn ang="0">
                  <a:pos x="500" y="116"/>
                </a:cxn>
                <a:cxn ang="0">
                  <a:pos x="512" y="92"/>
                </a:cxn>
                <a:cxn ang="0">
                  <a:pos x="488" y="76"/>
                </a:cxn>
                <a:cxn ang="0">
                  <a:pos x="484" y="76"/>
                </a:cxn>
                <a:cxn ang="0">
                  <a:pos x="464" y="84"/>
                </a:cxn>
                <a:cxn ang="0">
                  <a:pos x="464" y="80"/>
                </a:cxn>
                <a:cxn ang="0">
                  <a:pos x="500" y="48"/>
                </a:cxn>
                <a:cxn ang="0">
                  <a:pos x="500" y="44"/>
                </a:cxn>
                <a:cxn ang="0">
                  <a:pos x="416" y="48"/>
                </a:cxn>
                <a:cxn ang="0">
                  <a:pos x="432" y="20"/>
                </a:cxn>
                <a:cxn ang="0">
                  <a:pos x="248" y="72"/>
                </a:cxn>
                <a:cxn ang="0">
                  <a:pos x="196" y="96"/>
                </a:cxn>
              </a:cxnLst>
              <a:rect l="0" t="0" r="r" b="b"/>
              <a:pathLst>
                <a:path w="732" h="1264">
                  <a:moveTo>
                    <a:pt x="196" y="96"/>
                  </a:moveTo>
                  <a:cubicBezTo>
                    <a:pt x="208" y="92"/>
                    <a:pt x="208" y="92"/>
                    <a:pt x="208" y="92"/>
                  </a:cubicBezTo>
                  <a:cubicBezTo>
                    <a:pt x="192" y="123"/>
                    <a:pt x="157" y="139"/>
                    <a:pt x="128" y="156"/>
                  </a:cubicBezTo>
                  <a:cubicBezTo>
                    <a:pt x="136" y="170"/>
                    <a:pt x="144" y="171"/>
                    <a:pt x="160" y="172"/>
                  </a:cubicBezTo>
                  <a:cubicBezTo>
                    <a:pt x="142" y="276"/>
                    <a:pt x="142" y="276"/>
                    <a:pt x="142" y="276"/>
                  </a:cubicBezTo>
                  <a:cubicBezTo>
                    <a:pt x="159" y="388"/>
                    <a:pt x="159" y="388"/>
                    <a:pt x="159" y="388"/>
                  </a:cubicBezTo>
                  <a:cubicBezTo>
                    <a:pt x="148" y="468"/>
                    <a:pt x="148" y="468"/>
                    <a:pt x="148" y="468"/>
                  </a:cubicBezTo>
                  <a:cubicBezTo>
                    <a:pt x="136" y="472"/>
                    <a:pt x="136" y="472"/>
                    <a:pt x="136" y="472"/>
                  </a:cubicBezTo>
                  <a:cubicBezTo>
                    <a:pt x="132" y="504"/>
                    <a:pt x="99" y="502"/>
                    <a:pt x="77" y="517"/>
                  </a:cubicBezTo>
                  <a:cubicBezTo>
                    <a:pt x="67" y="524"/>
                    <a:pt x="66" y="537"/>
                    <a:pt x="58" y="546"/>
                  </a:cubicBezTo>
                  <a:cubicBezTo>
                    <a:pt x="26" y="579"/>
                    <a:pt x="0" y="591"/>
                    <a:pt x="18" y="644"/>
                  </a:cubicBezTo>
                  <a:cubicBezTo>
                    <a:pt x="24" y="661"/>
                    <a:pt x="37" y="674"/>
                    <a:pt x="44" y="692"/>
                  </a:cubicBezTo>
                  <a:cubicBezTo>
                    <a:pt x="49" y="706"/>
                    <a:pt x="46" y="725"/>
                    <a:pt x="59" y="736"/>
                  </a:cubicBezTo>
                  <a:cubicBezTo>
                    <a:pt x="81" y="757"/>
                    <a:pt x="113" y="753"/>
                    <a:pt x="134" y="780"/>
                  </a:cubicBezTo>
                  <a:cubicBezTo>
                    <a:pt x="151" y="802"/>
                    <a:pt x="146" y="842"/>
                    <a:pt x="165" y="859"/>
                  </a:cubicBezTo>
                  <a:cubicBezTo>
                    <a:pt x="198" y="888"/>
                    <a:pt x="242" y="893"/>
                    <a:pt x="267" y="930"/>
                  </a:cubicBezTo>
                  <a:cubicBezTo>
                    <a:pt x="298" y="972"/>
                    <a:pt x="309" y="1050"/>
                    <a:pt x="324" y="1100"/>
                  </a:cubicBezTo>
                  <a:cubicBezTo>
                    <a:pt x="304" y="1143"/>
                    <a:pt x="336" y="1220"/>
                    <a:pt x="323" y="1264"/>
                  </a:cubicBezTo>
                  <a:cubicBezTo>
                    <a:pt x="375" y="1252"/>
                    <a:pt x="497" y="1200"/>
                    <a:pt x="500" y="1136"/>
                  </a:cubicBezTo>
                  <a:cubicBezTo>
                    <a:pt x="502" y="1089"/>
                    <a:pt x="451" y="1043"/>
                    <a:pt x="497" y="1005"/>
                  </a:cubicBezTo>
                  <a:cubicBezTo>
                    <a:pt x="509" y="994"/>
                    <a:pt x="526" y="998"/>
                    <a:pt x="539" y="989"/>
                  </a:cubicBezTo>
                  <a:cubicBezTo>
                    <a:pt x="574" y="965"/>
                    <a:pt x="596" y="925"/>
                    <a:pt x="636" y="907"/>
                  </a:cubicBezTo>
                  <a:cubicBezTo>
                    <a:pt x="669" y="892"/>
                    <a:pt x="721" y="888"/>
                    <a:pt x="732" y="848"/>
                  </a:cubicBezTo>
                  <a:cubicBezTo>
                    <a:pt x="699" y="828"/>
                    <a:pt x="698" y="779"/>
                    <a:pt x="724" y="752"/>
                  </a:cubicBezTo>
                  <a:cubicBezTo>
                    <a:pt x="708" y="721"/>
                    <a:pt x="680" y="746"/>
                    <a:pt x="657" y="728"/>
                  </a:cubicBezTo>
                  <a:cubicBezTo>
                    <a:pt x="638" y="712"/>
                    <a:pt x="656" y="682"/>
                    <a:pt x="639" y="665"/>
                  </a:cubicBezTo>
                  <a:cubicBezTo>
                    <a:pt x="624" y="651"/>
                    <a:pt x="605" y="656"/>
                    <a:pt x="604" y="676"/>
                  </a:cubicBezTo>
                  <a:cubicBezTo>
                    <a:pt x="568" y="680"/>
                    <a:pt x="568" y="680"/>
                    <a:pt x="568" y="680"/>
                  </a:cubicBezTo>
                  <a:cubicBezTo>
                    <a:pt x="574" y="671"/>
                    <a:pt x="581" y="659"/>
                    <a:pt x="570" y="650"/>
                  </a:cubicBezTo>
                  <a:cubicBezTo>
                    <a:pt x="559" y="641"/>
                    <a:pt x="540" y="654"/>
                    <a:pt x="527" y="651"/>
                  </a:cubicBezTo>
                  <a:cubicBezTo>
                    <a:pt x="495" y="644"/>
                    <a:pt x="429" y="586"/>
                    <a:pt x="466" y="552"/>
                  </a:cubicBezTo>
                  <a:cubicBezTo>
                    <a:pt x="477" y="541"/>
                    <a:pt x="494" y="537"/>
                    <a:pt x="508" y="528"/>
                  </a:cubicBezTo>
                  <a:cubicBezTo>
                    <a:pt x="524" y="518"/>
                    <a:pt x="538" y="510"/>
                    <a:pt x="556" y="504"/>
                  </a:cubicBezTo>
                  <a:cubicBezTo>
                    <a:pt x="552" y="496"/>
                    <a:pt x="552" y="496"/>
                    <a:pt x="552" y="496"/>
                  </a:cubicBezTo>
                  <a:cubicBezTo>
                    <a:pt x="602" y="476"/>
                    <a:pt x="618" y="420"/>
                    <a:pt x="652" y="384"/>
                  </a:cubicBezTo>
                  <a:cubicBezTo>
                    <a:pt x="652" y="380"/>
                    <a:pt x="652" y="380"/>
                    <a:pt x="652" y="380"/>
                  </a:cubicBezTo>
                  <a:cubicBezTo>
                    <a:pt x="627" y="357"/>
                    <a:pt x="643" y="336"/>
                    <a:pt x="628" y="313"/>
                  </a:cubicBezTo>
                  <a:cubicBezTo>
                    <a:pt x="603" y="274"/>
                    <a:pt x="511" y="275"/>
                    <a:pt x="539" y="204"/>
                  </a:cubicBezTo>
                  <a:cubicBezTo>
                    <a:pt x="548" y="180"/>
                    <a:pt x="569" y="184"/>
                    <a:pt x="586" y="172"/>
                  </a:cubicBezTo>
                  <a:cubicBezTo>
                    <a:pt x="620" y="149"/>
                    <a:pt x="645" y="93"/>
                    <a:pt x="632" y="56"/>
                  </a:cubicBezTo>
                  <a:cubicBezTo>
                    <a:pt x="586" y="66"/>
                    <a:pt x="548" y="123"/>
                    <a:pt x="500" y="116"/>
                  </a:cubicBezTo>
                  <a:cubicBezTo>
                    <a:pt x="512" y="92"/>
                    <a:pt x="512" y="92"/>
                    <a:pt x="512" y="92"/>
                  </a:cubicBezTo>
                  <a:cubicBezTo>
                    <a:pt x="488" y="76"/>
                    <a:pt x="488" y="76"/>
                    <a:pt x="488" y="76"/>
                  </a:cubicBezTo>
                  <a:cubicBezTo>
                    <a:pt x="484" y="76"/>
                    <a:pt x="484" y="76"/>
                    <a:pt x="484" y="76"/>
                  </a:cubicBezTo>
                  <a:cubicBezTo>
                    <a:pt x="464" y="84"/>
                    <a:pt x="464" y="84"/>
                    <a:pt x="464" y="84"/>
                  </a:cubicBezTo>
                  <a:cubicBezTo>
                    <a:pt x="464" y="80"/>
                    <a:pt x="464" y="80"/>
                    <a:pt x="464" y="80"/>
                  </a:cubicBezTo>
                  <a:cubicBezTo>
                    <a:pt x="500" y="48"/>
                    <a:pt x="500" y="48"/>
                    <a:pt x="500" y="48"/>
                  </a:cubicBezTo>
                  <a:cubicBezTo>
                    <a:pt x="500" y="44"/>
                    <a:pt x="500" y="44"/>
                    <a:pt x="500" y="44"/>
                  </a:cubicBezTo>
                  <a:cubicBezTo>
                    <a:pt x="464" y="26"/>
                    <a:pt x="449" y="31"/>
                    <a:pt x="416" y="48"/>
                  </a:cubicBezTo>
                  <a:cubicBezTo>
                    <a:pt x="432" y="20"/>
                    <a:pt x="432" y="20"/>
                    <a:pt x="432" y="20"/>
                  </a:cubicBezTo>
                  <a:cubicBezTo>
                    <a:pt x="373" y="0"/>
                    <a:pt x="295" y="42"/>
                    <a:pt x="248" y="72"/>
                  </a:cubicBezTo>
                  <a:cubicBezTo>
                    <a:pt x="230" y="82"/>
                    <a:pt x="211" y="79"/>
                    <a:pt x="196" y="96"/>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6"/>
            <p:cNvSpPr>
              <a:spLocks/>
            </p:cNvSpPr>
            <p:nvPr/>
          </p:nvSpPr>
          <p:spPr bwMode="auto">
            <a:xfrm>
              <a:off x="877888" y="1008063"/>
              <a:ext cx="800100" cy="738188"/>
            </a:xfrm>
            <a:custGeom>
              <a:avLst/>
              <a:gdLst/>
              <a:ahLst/>
              <a:cxnLst>
                <a:cxn ang="0">
                  <a:pos x="1683" y="384"/>
                </a:cxn>
                <a:cxn ang="0">
                  <a:pos x="1484" y="473"/>
                </a:cxn>
                <a:cxn ang="0">
                  <a:pos x="1360" y="590"/>
                </a:cxn>
                <a:cxn ang="0">
                  <a:pos x="1265" y="785"/>
                </a:cxn>
                <a:cxn ang="0">
                  <a:pos x="1259" y="920"/>
                </a:cxn>
                <a:cxn ang="0">
                  <a:pos x="1227" y="1042"/>
                </a:cxn>
                <a:cxn ang="0">
                  <a:pos x="1044" y="1200"/>
                </a:cxn>
                <a:cxn ang="0">
                  <a:pos x="799" y="1327"/>
                </a:cxn>
                <a:cxn ang="0">
                  <a:pos x="643" y="1469"/>
                </a:cxn>
                <a:cxn ang="0">
                  <a:pos x="459" y="1641"/>
                </a:cxn>
                <a:cxn ang="0">
                  <a:pos x="395" y="1793"/>
                </a:cxn>
                <a:cxn ang="0">
                  <a:pos x="191" y="2085"/>
                </a:cxn>
                <a:cxn ang="0">
                  <a:pos x="211" y="2065"/>
                </a:cxn>
                <a:cxn ang="0">
                  <a:pos x="171" y="2153"/>
                </a:cxn>
                <a:cxn ang="0">
                  <a:pos x="69" y="2323"/>
                </a:cxn>
                <a:cxn ang="0">
                  <a:pos x="4" y="2549"/>
                </a:cxn>
                <a:cxn ang="0">
                  <a:pos x="47" y="2489"/>
                </a:cxn>
                <a:cxn ang="0">
                  <a:pos x="671" y="2489"/>
                </a:cxn>
                <a:cxn ang="0">
                  <a:pos x="710" y="2289"/>
                </a:cxn>
                <a:cxn ang="0">
                  <a:pos x="847" y="2134"/>
                </a:cxn>
                <a:cxn ang="0">
                  <a:pos x="895" y="2001"/>
                </a:cxn>
                <a:cxn ang="0">
                  <a:pos x="1479" y="1685"/>
                </a:cxn>
                <a:cxn ang="0">
                  <a:pos x="1543" y="1160"/>
                </a:cxn>
                <a:cxn ang="0">
                  <a:pos x="1686" y="1088"/>
                </a:cxn>
                <a:cxn ang="0">
                  <a:pos x="1827" y="1059"/>
                </a:cxn>
                <a:cxn ang="0">
                  <a:pos x="2011" y="1002"/>
                </a:cxn>
                <a:cxn ang="0">
                  <a:pos x="2155" y="935"/>
                </a:cxn>
                <a:cxn ang="0">
                  <a:pos x="2283" y="880"/>
                </a:cxn>
                <a:cxn ang="0">
                  <a:pos x="2350" y="847"/>
                </a:cxn>
                <a:cxn ang="0">
                  <a:pos x="2320" y="745"/>
                </a:cxn>
                <a:cxn ang="0">
                  <a:pos x="2439" y="725"/>
                </a:cxn>
                <a:cxn ang="0">
                  <a:pos x="2571" y="663"/>
                </a:cxn>
                <a:cxn ang="0">
                  <a:pos x="2755" y="657"/>
                </a:cxn>
                <a:cxn ang="0">
                  <a:pos x="2707" y="525"/>
                </a:cxn>
                <a:cxn ang="0">
                  <a:pos x="2696" y="421"/>
                </a:cxn>
                <a:cxn ang="0">
                  <a:pos x="2691" y="325"/>
                </a:cxn>
                <a:cxn ang="0">
                  <a:pos x="2679" y="253"/>
                </a:cxn>
                <a:cxn ang="0">
                  <a:pos x="2575" y="148"/>
                </a:cxn>
                <a:cxn ang="0">
                  <a:pos x="2455" y="97"/>
                </a:cxn>
                <a:cxn ang="0">
                  <a:pos x="2279" y="122"/>
                </a:cxn>
                <a:cxn ang="0">
                  <a:pos x="2055" y="13"/>
                </a:cxn>
                <a:cxn ang="0">
                  <a:pos x="1941" y="32"/>
                </a:cxn>
                <a:cxn ang="0">
                  <a:pos x="1840" y="245"/>
                </a:cxn>
              </a:cxnLst>
              <a:rect l="0" t="0" r="r" b="b"/>
              <a:pathLst>
                <a:path w="2799" h="2585">
                  <a:moveTo>
                    <a:pt x="1787" y="313"/>
                  </a:moveTo>
                  <a:cubicBezTo>
                    <a:pt x="1770" y="359"/>
                    <a:pt x="1724" y="369"/>
                    <a:pt x="1683" y="384"/>
                  </a:cubicBezTo>
                  <a:cubicBezTo>
                    <a:pt x="1662" y="391"/>
                    <a:pt x="1646" y="406"/>
                    <a:pt x="1626" y="414"/>
                  </a:cubicBezTo>
                  <a:cubicBezTo>
                    <a:pt x="1578" y="433"/>
                    <a:pt x="1528" y="443"/>
                    <a:pt x="1484" y="473"/>
                  </a:cubicBezTo>
                  <a:cubicBezTo>
                    <a:pt x="1468" y="484"/>
                    <a:pt x="1457" y="503"/>
                    <a:pt x="1443" y="516"/>
                  </a:cubicBezTo>
                  <a:cubicBezTo>
                    <a:pt x="1419" y="537"/>
                    <a:pt x="1374" y="561"/>
                    <a:pt x="1360" y="590"/>
                  </a:cubicBezTo>
                  <a:cubicBezTo>
                    <a:pt x="1350" y="611"/>
                    <a:pt x="1366" y="636"/>
                    <a:pt x="1351" y="657"/>
                  </a:cubicBezTo>
                  <a:cubicBezTo>
                    <a:pt x="1343" y="703"/>
                    <a:pt x="1278" y="734"/>
                    <a:pt x="1265" y="785"/>
                  </a:cubicBezTo>
                  <a:cubicBezTo>
                    <a:pt x="1257" y="815"/>
                    <a:pt x="1265" y="850"/>
                    <a:pt x="1263" y="881"/>
                  </a:cubicBezTo>
                  <a:cubicBezTo>
                    <a:pt x="1262" y="893"/>
                    <a:pt x="1255" y="907"/>
                    <a:pt x="1259" y="920"/>
                  </a:cubicBezTo>
                  <a:cubicBezTo>
                    <a:pt x="1265" y="938"/>
                    <a:pt x="1298" y="947"/>
                    <a:pt x="1293" y="969"/>
                  </a:cubicBezTo>
                  <a:cubicBezTo>
                    <a:pt x="1286" y="1000"/>
                    <a:pt x="1244" y="1018"/>
                    <a:pt x="1227" y="1042"/>
                  </a:cubicBezTo>
                  <a:cubicBezTo>
                    <a:pt x="1200" y="1080"/>
                    <a:pt x="1177" y="1121"/>
                    <a:pt x="1139" y="1150"/>
                  </a:cubicBezTo>
                  <a:cubicBezTo>
                    <a:pt x="1111" y="1172"/>
                    <a:pt x="1072" y="1178"/>
                    <a:pt x="1044" y="1200"/>
                  </a:cubicBezTo>
                  <a:cubicBezTo>
                    <a:pt x="1017" y="1221"/>
                    <a:pt x="1000" y="1255"/>
                    <a:pt x="971" y="1273"/>
                  </a:cubicBezTo>
                  <a:cubicBezTo>
                    <a:pt x="922" y="1303"/>
                    <a:pt x="855" y="1317"/>
                    <a:pt x="799" y="1327"/>
                  </a:cubicBezTo>
                  <a:cubicBezTo>
                    <a:pt x="776" y="1331"/>
                    <a:pt x="740" y="1324"/>
                    <a:pt x="722" y="1340"/>
                  </a:cubicBezTo>
                  <a:cubicBezTo>
                    <a:pt x="689" y="1369"/>
                    <a:pt x="659" y="1428"/>
                    <a:pt x="643" y="1469"/>
                  </a:cubicBezTo>
                  <a:cubicBezTo>
                    <a:pt x="632" y="1495"/>
                    <a:pt x="632" y="1524"/>
                    <a:pt x="611" y="1546"/>
                  </a:cubicBezTo>
                  <a:cubicBezTo>
                    <a:pt x="573" y="1587"/>
                    <a:pt x="486" y="1592"/>
                    <a:pt x="459" y="1641"/>
                  </a:cubicBezTo>
                  <a:cubicBezTo>
                    <a:pt x="452" y="1654"/>
                    <a:pt x="454" y="1671"/>
                    <a:pt x="447" y="1685"/>
                  </a:cubicBezTo>
                  <a:cubicBezTo>
                    <a:pt x="430" y="1720"/>
                    <a:pt x="403" y="1754"/>
                    <a:pt x="395" y="1793"/>
                  </a:cubicBezTo>
                  <a:cubicBezTo>
                    <a:pt x="388" y="1827"/>
                    <a:pt x="405" y="1862"/>
                    <a:pt x="386" y="1893"/>
                  </a:cubicBezTo>
                  <a:cubicBezTo>
                    <a:pt x="339" y="1967"/>
                    <a:pt x="222" y="2000"/>
                    <a:pt x="191" y="2085"/>
                  </a:cubicBezTo>
                  <a:cubicBezTo>
                    <a:pt x="195" y="2089"/>
                    <a:pt x="195" y="2089"/>
                    <a:pt x="195" y="2089"/>
                  </a:cubicBezTo>
                  <a:cubicBezTo>
                    <a:pt x="211" y="2065"/>
                    <a:pt x="211" y="2065"/>
                    <a:pt x="211" y="2065"/>
                  </a:cubicBezTo>
                  <a:cubicBezTo>
                    <a:pt x="235" y="2045"/>
                    <a:pt x="235" y="2045"/>
                    <a:pt x="235" y="2045"/>
                  </a:cubicBezTo>
                  <a:cubicBezTo>
                    <a:pt x="223" y="2083"/>
                    <a:pt x="189" y="2117"/>
                    <a:pt x="171" y="2153"/>
                  </a:cubicBezTo>
                  <a:cubicBezTo>
                    <a:pt x="147" y="2200"/>
                    <a:pt x="138" y="2259"/>
                    <a:pt x="107" y="2304"/>
                  </a:cubicBezTo>
                  <a:cubicBezTo>
                    <a:pt x="97" y="2317"/>
                    <a:pt x="81" y="2314"/>
                    <a:pt x="69" y="2323"/>
                  </a:cubicBezTo>
                  <a:cubicBezTo>
                    <a:pt x="38" y="2347"/>
                    <a:pt x="25" y="2388"/>
                    <a:pt x="23" y="2425"/>
                  </a:cubicBezTo>
                  <a:cubicBezTo>
                    <a:pt x="21" y="2466"/>
                    <a:pt x="11" y="2508"/>
                    <a:pt x="4" y="2549"/>
                  </a:cubicBezTo>
                  <a:cubicBezTo>
                    <a:pt x="0" y="2567"/>
                    <a:pt x="1" y="2585"/>
                    <a:pt x="23" y="2585"/>
                  </a:cubicBezTo>
                  <a:cubicBezTo>
                    <a:pt x="47" y="2489"/>
                    <a:pt x="47" y="2489"/>
                    <a:pt x="47" y="2489"/>
                  </a:cubicBezTo>
                  <a:cubicBezTo>
                    <a:pt x="543" y="2489"/>
                    <a:pt x="543" y="2489"/>
                    <a:pt x="543" y="2489"/>
                  </a:cubicBezTo>
                  <a:cubicBezTo>
                    <a:pt x="671" y="2489"/>
                    <a:pt x="671" y="2489"/>
                    <a:pt x="671" y="2489"/>
                  </a:cubicBezTo>
                  <a:cubicBezTo>
                    <a:pt x="683" y="2489"/>
                    <a:pt x="710" y="2493"/>
                    <a:pt x="720" y="2485"/>
                  </a:cubicBezTo>
                  <a:cubicBezTo>
                    <a:pt x="719" y="2464"/>
                    <a:pt x="716" y="2333"/>
                    <a:pt x="710" y="2289"/>
                  </a:cubicBezTo>
                  <a:cubicBezTo>
                    <a:pt x="707" y="2266"/>
                    <a:pt x="691" y="2246"/>
                    <a:pt x="700" y="2223"/>
                  </a:cubicBezTo>
                  <a:cubicBezTo>
                    <a:pt x="721" y="2166"/>
                    <a:pt x="800" y="2156"/>
                    <a:pt x="847" y="2134"/>
                  </a:cubicBezTo>
                  <a:cubicBezTo>
                    <a:pt x="859" y="2128"/>
                    <a:pt x="882" y="2126"/>
                    <a:pt x="891" y="2114"/>
                  </a:cubicBezTo>
                  <a:cubicBezTo>
                    <a:pt x="907" y="2093"/>
                    <a:pt x="895" y="2027"/>
                    <a:pt x="895" y="2001"/>
                  </a:cubicBezTo>
                  <a:cubicBezTo>
                    <a:pt x="895" y="1685"/>
                    <a:pt x="895" y="1685"/>
                    <a:pt x="895" y="1685"/>
                  </a:cubicBezTo>
                  <a:cubicBezTo>
                    <a:pt x="1479" y="1685"/>
                    <a:pt x="1479" y="1685"/>
                    <a:pt x="1479" y="1685"/>
                  </a:cubicBezTo>
                  <a:cubicBezTo>
                    <a:pt x="1479" y="1201"/>
                    <a:pt x="1479" y="1201"/>
                    <a:pt x="1479" y="1201"/>
                  </a:cubicBezTo>
                  <a:cubicBezTo>
                    <a:pt x="1506" y="1195"/>
                    <a:pt x="1520" y="1173"/>
                    <a:pt x="1543" y="1160"/>
                  </a:cubicBezTo>
                  <a:cubicBezTo>
                    <a:pt x="1576" y="1140"/>
                    <a:pt x="1612" y="1114"/>
                    <a:pt x="1647" y="1097"/>
                  </a:cubicBezTo>
                  <a:cubicBezTo>
                    <a:pt x="1659" y="1091"/>
                    <a:pt x="1673" y="1094"/>
                    <a:pt x="1686" y="1088"/>
                  </a:cubicBezTo>
                  <a:cubicBezTo>
                    <a:pt x="1704" y="1079"/>
                    <a:pt x="1714" y="1059"/>
                    <a:pt x="1735" y="1052"/>
                  </a:cubicBezTo>
                  <a:cubicBezTo>
                    <a:pt x="1767" y="1041"/>
                    <a:pt x="1796" y="1067"/>
                    <a:pt x="1827" y="1059"/>
                  </a:cubicBezTo>
                  <a:cubicBezTo>
                    <a:pt x="1846" y="1054"/>
                    <a:pt x="1848" y="1030"/>
                    <a:pt x="1867" y="1023"/>
                  </a:cubicBezTo>
                  <a:cubicBezTo>
                    <a:pt x="1911" y="1006"/>
                    <a:pt x="1965" y="1015"/>
                    <a:pt x="2011" y="1002"/>
                  </a:cubicBezTo>
                  <a:cubicBezTo>
                    <a:pt x="2036" y="994"/>
                    <a:pt x="2077" y="987"/>
                    <a:pt x="2099" y="974"/>
                  </a:cubicBezTo>
                  <a:cubicBezTo>
                    <a:pt x="2120" y="961"/>
                    <a:pt x="2130" y="944"/>
                    <a:pt x="2155" y="935"/>
                  </a:cubicBezTo>
                  <a:cubicBezTo>
                    <a:pt x="2173" y="929"/>
                    <a:pt x="2193" y="932"/>
                    <a:pt x="2211" y="925"/>
                  </a:cubicBezTo>
                  <a:cubicBezTo>
                    <a:pt x="2237" y="914"/>
                    <a:pt x="2257" y="890"/>
                    <a:pt x="2283" y="880"/>
                  </a:cubicBezTo>
                  <a:cubicBezTo>
                    <a:pt x="2303" y="873"/>
                    <a:pt x="2328" y="882"/>
                    <a:pt x="2345" y="866"/>
                  </a:cubicBezTo>
                  <a:cubicBezTo>
                    <a:pt x="2351" y="861"/>
                    <a:pt x="2354" y="854"/>
                    <a:pt x="2350" y="847"/>
                  </a:cubicBezTo>
                  <a:cubicBezTo>
                    <a:pt x="2344" y="835"/>
                    <a:pt x="2326" y="836"/>
                    <a:pt x="2317" y="826"/>
                  </a:cubicBezTo>
                  <a:cubicBezTo>
                    <a:pt x="2307" y="815"/>
                    <a:pt x="2306" y="753"/>
                    <a:pt x="2320" y="745"/>
                  </a:cubicBezTo>
                  <a:cubicBezTo>
                    <a:pt x="2332" y="738"/>
                    <a:pt x="2349" y="749"/>
                    <a:pt x="2363" y="748"/>
                  </a:cubicBezTo>
                  <a:cubicBezTo>
                    <a:pt x="2386" y="745"/>
                    <a:pt x="2416" y="733"/>
                    <a:pt x="2439" y="725"/>
                  </a:cubicBezTo>
                  <a:cubicBezTo>
                    <a:pt x="2466" y="716"/>
                    <a:pt x="2458" y="694"/>
                    <a:pt x="2476" y="680"/>
                  </a:cubicBezTo>
                  <a:cubicBezTo>
                    <a:pt x="2493" y="666"/>
                    <a:pt x="2549" y="663"/>
                    <a:pt x="2571" y="663"/>
                  </a:cubicBezTo>
                  <a:cubicBezTo>
                    <a:pt x="2630" y="662"/>
                    <a:pt x="2718" y="696"/>
                    <a:pt x="2775" y="669"/>
                  </a:cubicBezTo>
                  <a:cubicBezTo>
                    <a:pt x="2755" y="657"/>
                    <a:pt x="2755" y="657"/>
                    <a:pt x="2755" y="657"/>
                  </a:cubicBezTo>
                  <a:cubicBezTo>
                    <a:pt x="2763" y="630"/>
                    <a:pt x="2775" y="620"/>
                    <a:pt x="2799" y="605"/>
                  </a:cubicBezTo>
                  <a:cubicBezTo>
                    <a:pt x="2707" y="525"/>
                    <a:pt x="2707" y="525"/>
                    <a:pt x="2707" y="525"/>
                  </a:cubicBezTo>
                  <a:cubicBezTo>
                    <a:pt x="2735" y="506"/>
                    <a:pt x="2692" y="488"/>
                    <a:pt x="2687" y="467"/>
                  </a:cubicBezTo>
                  <a:cubicBezTo>
                    <a:pt x="2684" y="451"/>
                    <a:pt x="2697" y="436"/>
                    <a:pt x="2696" y="421"/>
                  </a:cubicBezTo>
                  <a:cubicBezTo>
                    <a:pt x="2694" y="385"/>
                    <a:pt x="2668" y="367"/>
                    <a:pt x="2691" y="329"/>
                  </a:cubicBezTo>
                  <a:cubicBezTo>
                    <a:pt x="2691" y="325"/>
                    <a:pt x="2691" y="325"/>
                    <a:pt x="2691" y="325"/>
                  </a:cubicBezTo>
                  <a:cubicBezTo>
                    <a:pt x="2663" y="273"/>
                    <a:pt x="2663" y="273"/>
                    <a:pt x="2663" y="273"/>
                  </a:cubicBezTo>
                  <a:cubicBezTo>
                    <a:pt x="2679" y="253"/>
                    <a:pt x="2679" y="253"/>
                    <a:pt x="2679" y="253"/>
                  </a:cubicBezTo>
                  <a:cubicBezTo>
                    <a:pt x="2657" y="241"/>
                    <a:pt x="2663" y="229"/>
                    <a:pt x="2671" y="209"/>
                  </a:cubicBezTo>
                  <a:cubicBezTo>
                    <a:pt x="2639" y="192"/>
                    <a:pt x="2608" y="159"/>
                    <a:pt x="2575" y="148"/>
                  </a:cubicBezTo>
                  <a:cubicBezTo>
                    <a:pt x="2556" y="141"/>
                    <a:pt x="2538" y="149"/>
                    <a:pt x="2519" y="147"/>
                  </a:cubicBezTo>
                  <a:cubicBezTo>
                    <a:pt x="2490" y="144"/>
                    <a:pt x="2471" y="118"/>
                    <a:pt x="2455" y="97"/>
                  </a:cubicBezTo>
                  <a:cubicBezTo>
                    <a:pt x="2440" y="104"/>
                    <a:pt x="2430" y="117"/>
                    <a:pt x="2415" y="122"/>
                  </a:cubicBezTo>
                  <a:cubicBezTo>
                    <a:pt x="2370" y="135"/>
                    <a:pt x="2324" y="119"/>
                    <a:pt x="2279" y="122"/>
                  </a:cubicBezTo>
                  <a:cubicBezTo>
                    <a:pt x="2226" y="125"/>
                    <a:pt x="2192" y="147"/>
                    <a:pt x="2139" y="119"/>
                  </a:cubicBezTo>
                  <a:cubicBezTo>
                    <a:pt x="2099" y="98"/>
                    <a:pt x="2041" y="64"/>
                    <a:pt x="2055" y="13"/>
                  </a:cubicBezTo>
                  <a:cubicBezTo>
                    <a:pt x="2028" y="0"/>
                    <a:pt x="2016" y="15"/>
                    <a:pt x="1991" y="22"/>
                  </a:cubicBezTo>
                  <a:cubicBezTo>
                    <a:pt x="1975" y="27"/>
                    <a:pt x="1954" y="21"/>
                    <a:pt x="1941" y="32"/>
                  </a:cubicBezTo>
                  <a:cubicBezTo>
                    <a:pt x="1928" y="43"/>
                    <a:pt x="1922" y="74"/>
                    <a:pt x="1915" y="89"/>
                  </a:cubicBezTo>
                  <a:cubicBezTo>
                    <a:pt x="1890" y="141"/>
                    <a:pt x="1873" y="196"/>
                    <a:pt x="1840" y="245"/>
                  </a:cubicBezTo>
                  <a:cubicBezTo>
                    <a:pt x="1827" y="264"/>
                    <a:pt x="1809" y="305"/>
                    <a:pt x="1787" y="31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7"/>
            <p:cNvSpPr>
              <a:spLocks/>
            </p:cNvSpPr>
            <p:nvPr/>
          </p:nvSpPr>
          <p:spPr bwMode="auto">
            <a:xfrm>
              <a:off x="1250950" y="1211263"/>
              <a:ext cx="1588" cy="1588"/>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8"/>
            <p:cNvSpPr>
              <a:spLocks/>
            </p:cNvSpPr>
            <p:nvPr/>
          </p:nvSpPr>
          <p:spPr bwMode="auto">
            <a:xfrm>
              <a:off x="1295400" y="949325"/>
              <a:ext cx="1028700" cy="885825"/>
            </a:xfrm>
            <a:custGeom>
              <a:avLst/>
              <a:gdLst/>
              <a:ahLst/>
              <a:cxnLst>
                <a:cxn ang="0">
                  <a:pos x="2505" y="56"/>
                </a:cxn>
                <a:cxn ang="0">
                  <a:pos x="2409" y="63"/>
                </a:cxn>
                <a:cxn ang="0">
                  <a:pos x="2113" y="63"/>
                </a:cxn>
                <a:cxn ang="0">
                  <a:pos x="2030" y="40"/>
                </a:cxn>
                <a:cxn ang="0">
                  <a:pos x="1965" y="93"/>
                </a:cxn>
                <a:cxn ang="0">
                  <a:pos x="1701" y="114"/>
                </a:cxn>
                <a:cxn ang="0">
                  <a:pos x="1473" y="231"/>
                </a:cxn>
                <a:cxn ang="0">
                  <a:pos x="1369" y="245"/>
                </a:cxn>
                <a:cxn ang="0">
                  <a:pos x="1125" y="355"/>
                </a:cxn>
                <a:cxn ang="0">
                  <a:pos x="1193" y="435"/>
                </a:cxn>
                <a:cxn ang="0">
                  <a:pos x="1205" y="487"/>
                </a:cxn>
                <a:cxn ang="0">
                  <a:pos x="1235" y="627"/>
                </a:cxn>
                <a:cxn ang="0">
                  <a:pos x="1249" y="727"/>
                </a:cxn>
                <a:cxn ang="0">
                  <a:pos x="1289" y="867"/>
                </a:cxn>
                <a:cxn ang="0">
                  <a:pos x="1313" y="875"/>
                </a:cxn>
                <a:cxn ang="0">
                  <a:pos x="985" y="924"/>
                </a:cxn>
                <a:cxn ang="0">
                  <a:pos x="855" y="947"/>
                </a:cxn>
                <a:cxn ang="0">
                  <a:pos x="885" y="1065"/>
                </a:cxn>
                <a:cxn ang="0">
                  <a:pos x="749" y="1126"/>
                </a:cxn>
                <a:cxn ang="0">
                  <a:pos x="629" y="1173"/>
                </a:cxn>
                <a:cxn ang="0">
                  <a:pos x="409" y="1222"/>
                </a:cxn>
                <a:cxn ang="0">
                  <a:pos x="285" y="1250"/>
                </a:cxn>
                <a:cxn ang="0">
                  <a:pos x="193" y="1294"/>
                </a:cxn>
                <a:cxn ang="0">
                  <a:pos x="49" y="1389"/>
                </a:cxn>
                <a:cxn ang="0">
                  <a:pos x="13" y="1531"/>
                </a:cxn>
                <a:cxn ang="0">
                  <a:pos x="73" y="1693"/>
                </a:cxn>
                <a:cxn ang="0">
                  <a:pos x="649" y="2037"/>
                </a:cxn>
                <a:cxn ang="0">
                  <a:pos x="1561" y="2637"/>
                </a:cxn>
                <a:cxn ang="0">
                  <a:pos x="1723" y="2795"/>
                </a:cxn>
                <a:cxn ang="0">
                  <a:pos x="1841" y="2879"/>
                </a:cxn>
                <a:cxn ang="0">
                  <a:pos x="1946" y="2921"/>
                </a:cxn>
                <a:cxn ang="0">
                  <a:pos x="2085" y="3023"/>
                </a:cxn>
                <a:cxn ang="0">
                  <a:pos x="2101" y="3100"/>
                </a:cxn>
                <a:cxn ang="0">
                  <a:pos x="2261" y="3071"/>
                </a:cxn>
                <a:cxn ang="0">
                  <a:pos x="2529" y="3019"/>
                </a:cxn>
                <a:cxn ang="0">
                  <a:pos x="2809" y="2782"/>
                </a:cxn>
                <a:cxn ang="0">
                  <a:pos x="3601" y="2315"/>
                </a:cxn>
                <a:cxn ang="0">
                  <a:pos x="3393" y="2134"/>
                </a:cxn>
                <a:cxn ang="0">
                  <a:pos x="3240" y="1967"/>
                </a:cxn>
                <a:cxn ang="0">
                  <a:pos x="3227" y="1799"/>
                </a:cxn>
                <a:cxn ang="0">
                  <a:pos x="3241" y="1603"/>
                </a:cxn>
                <a:cxn ang="0">
                  <a:pos x="3224" y="1471"/>
                </a:cxn>
                <a:cxn ang="0">
                  <a:pos x="3171" y="1203"/>
                </a:cxn>
                <a:cxn ang="0">
                  <a:pos x="3110" y="947"/>
                </a:cxn>
                <a:cxn ang="0">
                  <a:pos x="2982" y="807"/>
                </a:cxn>
                <a:cxn ang="0">
                  <a:pos x="2938" y="715"/>
                </a:cxn>
                <a:cxn ang="0">
                  <a:pos x="2858" y="639"/>
                </a:cxn>
                <a:cxn ang="0">
                  <a:pos x="2953" y="423"/>
                </a:cxn>
                <a:cxn ang="0">
                  <a:pos x="2978" y="340"/>
                </a:cxn>
                <a:cxn ang="0">
                  <a:pos x="2971" y="259"/>
                </a:cxn>
                <a:cxn ang="0">
                  <a:pos x="2945" y="115"/>
                </a:cxn>
                <a:cxn ang="0">
                  <a:pos x="3025" y="55"/>
                </a:cxn>
                <a:cxn ang="0">
                  <a:pos x="2941" y="34"/>
                </a:cxn>
                <a:cxn ang="0">
                  <a:pos x="2761" y="15"/>
                </a:cxn>
                <a:cxn ang="0">
                  <a:pos x="2773" y="23"/>
                </a:cxn>
                <a:cxn ang="0">
                  <a:pos x="2673" y="30"/>
                </a:cxn>
                <a:cxn ang="0">
                  <a:pos x="2601" y="39"/>
                </a:cxn>
              </a:cxnLst>
              <a:rect l="0" t="0" r="r" b="b"/>
              <a:pathLst>
                <a:path w="3601" h="3102">
                  <a:moveTo>
                    <a:pt x="2601" y="39"/>
                  </a:moveTo>
                  <a:cubicBezTo>
                    <a:pt x="2569" y="49"/>
                    <a:pt x="2535" y="46"/>
                    <a:pt x="2505" y="56"/>
                  </a:cubicBezTo>
                  <a:cubicBezTo>
                    <a:pt x="2484" y="63"/>
                    <a:pt x="2471" y="84"/>
                    <a:pt x="2449" y="86"/>
                  </a:cubicBezTo>
                  <a:cubicBezTo>
                    <a:pt x="2430" y="88"/>
                    <a:pt x="2414" y="80"/>
                    <a:pt x="2409" y="63"/>
                  </a:cubicBezTo>
                  <a:cubicBezTo>
                    <a:pt x="2335" y="47"/>
                    <a:pt x="2261" y="29"/>
                    <a:pt x="2185" y="40"/>
                  </a:cubicBezTo>
                  <a:cubicBezTo>
                    <a:pt x="2160" y="44"/>
                    <a:pt x="2139" y="61"/>
                    <a:pt x="2113" y="63"/>
                  </a:cubicBezTo>
                  <a:cubicBezTo>
                    <a:pt x="2101" y="63"/>
                    <a:pt x="2075" y="70"/>
                    <a:pt x="2064" y="65"/>
                  </a:cubicBezTo>
                  <a:cubicBezTo>
                    <a:pt x="2052" y="59"/>
                    <a:pt x="2046" y="35"/>
                    <a:pt x="2030" y="40"/>
                  </a:cubicBezTo>
                  <a:cubicBezTo>
                    <a:pt x="2020" y="43"/>
                    <a:pt x="2017" y="59"/>
                    <a:pt x="2011" y="67"/>
                  </a:cubicBezTo>
                  <a:cubicBezTo>
                    <a:pt x="2001" y="80"/>
                    <a:pt x="1982" y="90"/>
                    <a:pt x="1965" y="93"/>
                  </a:cubicBezTo>
                  <a:cubicBezTo>
                    <a:pt x="1950" y="96"/>
                    <a:pt x="1936" y="88"/>
                    <a:pt x="1921" y="89"/>
                  </a:cubicBezTo>
                  <a:cubicBezTo>
                    <a:pt x="1852" y="94"/>
                    <a:pt x="1767" y="96"/>
                    <a:pt x="1701" y="114"/>
                  </a:cubicBezTo>
                  <a:cubicBezTo>
                    <a:pt x="1655" y="127"/>
                    <a:pt x="1589" y="152"/>
                    <a:pt x="1549" y="181"/>
                  </a:cubicBezTo>
                  <a:cubicBezTo>
                    <a:pt x="1518" y="203"/>
                    <a:pt x="1522" y="236"/>
                    <a:pt x="1473" y="231"/>
                  </a:cubicBezTo>
                  <a:cubicBezTo>
                    <a:pt x="1464" y="191"/>
                    <a:pt x="1423" y="240"/>
                    <a:pt x="1409" y="244"/>
                  </a:cubicBezTo>
                  <a:cubicBezTo>
                    <a:pt x="1396" y="248"/>
                    <a:pt x="1382" y="242"/>
                    <a:pt x="1369" y="245"/>
                  </a:cubicBezTo>
                  <a:cubicBezTo>
                    <a:pt x="1322" y="254"/>
                    <a:pt x="1315" y="289"/>
                    <a:pt x="1281" y="313"/>
                  </a:cubicBezTo>
                  <a:cubicBezTo>
                    <a:pt x="1232" y="346"/>
                    <a:pt x="1182" y="355"/>
                    <a:pt x="1125" y="355"/>
                  </a:cubicBezTo>
                  <a:cubicBezTo>
                    <a:pt x="1138" y="381"/>
                    <a:pt x="1185" y="411"/>
                    <a:pt x="1213" y="419"/>
                  </a:cubicBezTo>
                  <a:cubicBezTo>
                    <a:pt x="1193" y="435"/>
                    <a:pt x="1193" y="435"/>
                    <a:pt x="1193" y="435"/>
                  </a:cubicBezTo>
                  <a:cubicBezTo>
                    <a:pt x="1193" y="447"/>
                    <a:pt x="1193" y="447"/>
                    <a:pt x="1193" y="447"/>
                  </a:cubicBezTo>
                  <a:cubicBezTo>
                    <a:pt x="1211" y="460"/>
                    <a:pt x="1212" y="467"/>
                    <a:pt x="1205" y="487"/>
                  </a:cubicBezTo>
                  <a:cubicBezTo>
                    <a:pt x="1236" y="516"/>
                    <a:pt x="1219" y="544"/>
                    <a:pt x="1217" y="579"/>
                  </a:cubicBezTo>
                  <a:cubicBezTo>
                    <a:pt x="1216" y="600"/>
                    <a:pt x="1233" y="609"/>
                    <a:pt x="1235" y="627"/>
                  </a:cubicBezTo>
                  <a:cubicBezTo>
                    <a:pt x="1236" y="642"/>
                    <a:pt x="1224" y="655"/>
                    <a:pt x="1226" y="671"/>
                  </a:cubicBezTo>
                  <a:cubicBezTo>
                    <a:pt x="1229" y="691"/>
                    <a:pt x="1260" y="708"/>
                    <a:pt x="1249" y="727"/>
                  </a:cubicBezTo>
                  <a:cubicBezTo>
                    <a:pt x="1266" y="764"/>
                    <a:pt x="1300" y="787"/>
                    <a:pt x="1337" y="803"/>
                  </a:cubicBezTo>
                  <a:cubicBezTo>
                    <a:pt x="1311" y="825"/>
                    <a:pt x="1302" y="836"/>
                    <a:pt x="1289" y="867"/>
                  </a:cubicBezTo>
                  <a:cubicBezTo>
                    <a:pt x="1313" y="867"/>
                    <a:pt x="1313" y="867"/>
                    <a:pt x="1313" y="867"/>
                  </a:cubicBezTo>
                  <a:cubicBezTo>
                    <a:pt x="1313" y="875"/>
                    <a:pt x="1313" y="875"/>
                    <a:pt x="1313" y="875"/>
                  </a:cubicBezTo>
                  <a:cubicBezTo>
                    <a:pt x="1225" y="868"/>
                    <a:pt x="1105" y="845"/>
                    <a:pt x="1021" y="877"/>
                  </a:cubicBezTo>
                  <a:cubicBezTo>
                    <a:pt x="999" y="886"/>
                    <a:pt x="1007" y="914"/>
                    <a:pt x="985" y="924"/>
                  </a:cubicBezTo>
                  <a:cubicBezTo>
                    <a:pt x="965" y="934"/>
                    <a:pt x="927" y="946"/>
                    <a:pt x="905" y="945"/>
                  </a:cubicBezTo>
                  <a:cubicBezTo>
                    <a:pt x="888" y="945"/>
                    <a:pt x="870" y="935"/>
                    <a:pt x="855" y="947"/>
                  </a:cubicBezTo>
                  <a:cubicBezTo>
                    <a:pt x="841" y="960"/>
                    <a:pt x="853" y="1029"/>
                    <a:pt x="857" y="1047"/>
                  </a:cubicBezTo>
                  <a:cubicBezTo>
                    <a:pt x="865" y="1047"/>
                    <a:pt x="894" y="1050"/>
                    <a:pt x="885" y="1065"/>
                  </a:cubicBezTo>
                  <a:cubicBezTo>
                    <a:pt x="876" y="1082"/>
                    <a:pt x="834" y="1075"/>
                    <a:pt x="817" y="1083"/>
                  </a:cubicBezTo>
                  <a:cubicBezTo>
                    <a:pt x="793" y="1096"/>
                    <a:pt x="775" y="1115"/>
                    <a:pt x="749" y="1126"/>
                  </a:cubicBezTo>
                  <a:cubicBezTo>
                    <a:pt x="725" y="1136"/>
                    <a:pt x="698" y="1135"/>
                    <a:pt x="673" y="1146"/>
                  </a:cubicBezTo>
                  <a:cubicBezTo>
                    <a:pt x="657" y="1153"/>
                    <a:pt x="646" y="1167"/>
                    <a:pt x="629" y="1173"/>
                  </a:cubicBezTo>
                  <a:cubicBezTo>
                    <a:pt x="585" y="1189"/>
                    <a:pt x="543" y="1204"/>
                    <a:pt x="497" y="1211"/>
                  </a:cubicBezTo>
                  <a:cubicBezTo>
                    <a:pt x="469" y="1215"/>
                    <a:pt x="436" y="1211"/>
                    <a:pt x="409" y="1222"/>
                  </a:cubicBezTo>
                  <a:cubicBezTo>
                    <a:pt x="393" y="1229"/>
                    <a:pt x="389" y="1250"/>
                    <a:pt x="373" y="1256"/>
                  </a:cubicBezTo>
                  <a:cubicBezTo>
                    <a:pt x="347" y="1264"/>
                    <a:pt x="313" y="1245"/>
                    <a:pt x="285" y="1250"/>
                  </a:cubicBezTo>
                  <a:cubicBezTo>
                    <a:pt x="259" y="1255"/>
                    <a:pt x="250" y="1276"/>
                    <a:pt x="229" y="1287"/>
                  </a:cubicBezTo>
                  <a:cubicBezTo>
                    <a:pt x="218" y="1293"/>
                    <a:pt x="204" y="1290"/>
                    <a:pt x="193" y="1294"/>
                  </a:cubicBezTo>
                  <a:cubicBezTo>
                    <a:pt x="175" y="1302"/>
                    <a:pt x="161" y="1319"/>
                    <a:pt x="145" y="1329"/>
                  </a:cubicBezTo>
                  <a:cubicBezTo>
                    <a:pt x="112" y="1351"/>
                    <a:pt x="80" y="1365"/>
                    <a:pt x="49" y="1389"/>
                  </a:cubicBezTo>
                  <a:cubicBezTo>
                    <a:pt x="39" y="1397"/>
                    <a:pt x="21" y="1401"/>
                    <a:pt x="15" y="1413"/>
                  </a:cubicBezTo>
                  <a:cubicBezTo>
                    <a:pt x="2" y="1441"/>
                    <a:pt x="13" y="1499"/>
                    <a:pt x="13" y="1531"/>
                  </a:cubicBezTo>
                  <a:cubicBezTo>
                    <a:pt x="13" y="1562"/>
                    <a:pt x="0" y="1631"/>
                    <a:pt x="17" y="1657"/>
                  </a:cubicBezTo>
                  <a:cubicBezTo>
                    <a:pt x="28" y="1674"/>
                    <a:pt x="56" y="1684"/>
                    <a:pt x="73" y="1693"/>
                  </a:cubicBezTo>
                  <a:cubicBezTo>
                    <a:pt x="119" y="1721"/>
                    <a:pt x="166" y="1749"/>
                    <a:pt x="213" y="1775"/>
                  </a:cubicBezTo>
                  <a:cubicBezTo>
                    <a:pt x="361" y="1857"/>
                    <a:pt x="505" y="1948"/>
                    <a:pt x="649" y="2037"/>
                  </a:cubicBezTo>
                  <a:cubicBezTo>
                    <a:pt x="902" y="2192"/>
                    <a:pt x="1148" y="2359"/>
                    <a:pt x="1393" y="2526"/>
                  </a:cubicBezTo>
                  <a:cubicBezTo>
                    <a:pt x="1448" y="2563"/>
                    <a:pt x="1503" y="2604"/>
                    <a:pt x="1561" y="2637"/>
                  </a:cubicBezTo>
                  <a:cubicBezTo>
                    <a:pt x="1609" y="2665"/>
                    <a:pt x="1667" y="2691"/>
                    <a:pt x="1708" y="2729"/>
                  </a:cubicBezTo>
                  <a:cubicBezTo>
                    <a:pt x="1729" y="2749"/>
                    <a:pt x="1706" y="2779"/>
                    <a:pt x="1723" y="2795"/>
                  </a:cubicBezTo>
                  <a:cubicBezTo>
                    <a:pt x="1741" y="2811"/>
                    <a:pt x="1773" y="2810"/>
                    <a:pt x="1792" y="2826"/>
                  </a:cubicBezTo>
                  <a:cubicBezTo>
                    <a:pt x="1813" y="2843"/>
                    <a:pt x="1812" y="2867"/>
                    <a:pt x="1841" y="2879"/>
                  </a:cubicBezTo>
                  <a:cubicBezTo>
                    <a:pt x="1862" y="2887"/>
                    <a:pt x="1888" y="2877"/>
                    <a:pt x="1907" y="2885"/>
                  </a:cubicBezTo>
                  <a:cubicBezTo>
                    <a:pt x="1924" y="2892"/>
                    <a:pt x="1929" y="2914"/>
                    <a:pt x="1946" y="2921"/>
                  </a:cubicBezTo>
                  <a:cubicBezTo>
                    <a:pt x="1984" y="2936"/>
                    <a:pt x="2029" y="2924"/>
                    <a:pt x="2064" y="2951"/>
                  </a:cubicBezTo>
                  <a:cubicBezTo>
                    <a:pt x="2088" y="2969"/>
                    <a:pt x="2062" y="3004"/>
                    <a:pt x="2085" y="3023"/>
                  </a:cubicBezTo>
                  <a:cubicBezTo>
                    <a:pt x="2085" y="3027"/>
                    <a:pt x="2085" y="3027"/>
                    <a:pt x="2085" y="3027"/>
                  </a:cubicBezTo>
                  <a:cubicBezTo>
                    <a:pt x="2060" y="3055"/>
                    <a:pt x="2046" y="3098"/>
                    <a:pt x="2101" y="3100"/>
                  </a:cubicBezTo>
                  <a:cubicBezTo>
                    <a:pt x="2157" y="3102"/>
                    <a:pt x="2206" y="3070"/>
                    <a:pt x="2261" y="3087"/>
                  </a:cubicBezTo>
                  <a:cubicBezTo>
                    <a:pt x="2261" y="3071"/>
                    <a:pt x="2261" y="3071"/>
                    <a:pt x="2261" y="3071"/>
                  </a:cubicBezTo>
                  <a:cubicBezTo>
                    <a:pt x="2315" y="3067"/>
                    <a:pt x="2367" y="3049"/>
                    <a:pt x="2421" y="3041"/>
                  </a:cubicBezTo>
                  <a:cubicBezTo>
                    <a:pt x="2454" y="3035"/>
                    <a:pt x="2499" y="3034"/>
                    <a:pt x="2529" y="3019"/>
                  </a:cubicBezTo>
                  <a:cubicBezTo>
                    <a:pt x="2556" y="3005"/>
                    <a:pt x="2578" y="2978"/>
                    <a:pt x="2601" y="2959"/>
                  </a:cubicBezTo>
                  <a:cubicBezTo>
                    <a:pt x="2671" y="2902"/>
                    <a:pt x="2735" y="2834"/>
                    <a:pt x="2809" y="2782"/>
                  </a:cubicBezTo>
                  <a:cubicBezTo>
                    <a:pt x="2954" y="2679"/>
                    <a:pt x="3115" y="2595"/>
                    <a:pt x="3269" y="2506"/>
                  </a:cubicBezTo>
                  <a:cubicBezTo>
                    <a:pt x="3378" y="2442"/>
                    <a:pt x="3486" y="2368"/>
                    <a:pt x="3601" y="2315"/>
                  </a:cubicBezTo>
                  <a:cubicBezTo>
                    <a:pt x="3587" y="2276"/>
                    <a:pt x="3555" y="2201"/>
                    <a:pt x="3522" y="2174"/>
                  </a:cubicBezTo>
                  <a:cubicBezTo>
                    <a:pt x="3497" y="2154"/>
                    <a:pt x="3426" y="2142"/>
                    <a:pt x="3393" y="2134"/>
                  </a:cubicBezTo>
                  <a:cubicBezTo>
                    <a:pt x="3368" y="2128"/>
                    <a:pt x="3339" y="2149"/>
                    <a:pt x="3317" y="2133"/>
                  </a:cubicBezTo>
                  <a:cubicBezTo>
                    <a:pt x="3260" y="2092"/>
                    <a:pt x="3278" y="2020"/>
                    <a:pt x="3240" y="1967"/>
                  </a:cubicBezTo>
                  <a:cubicBezTo>
                    <a:pt x="3219" y="1937"/>
                    <a:pt x="3160" y="1891"/>
                    <a:pt x="3157" y="1854"/>
                  </a:cubicBezTo>
                  <a:cubicBezTo>
                    <a:pt x="3153" y="1812"/>
                    <a:pt x="3206" y="1817"/>
                    <a:pt x="3227" y="1799"/>
                  </a:cubicBezTo>
                  <a:cubicBezTo>
                    <a:pt x="3242" y="1785"/>
                    <a:pt x="3242" y="1750"/>
                    <a:pt x="3245" y="1731"/>
                  </a:cubicBezTo>
                  <a:cubicBezTo>
                    <a:pt x="3207" y="1699"/>
                    <a:pt x="3202" y="1635"/>
                    <a:pt x="3241" y="1603"/>
                  </a:cubicBezTo>
                  <a:cubicBezTo>
                    <a:pt x="3241" y="1587"/>
                    <a:pt x="3249" y="1571"/>
                    <a:pt x="3246" y="1555"/>
                  </a:cubicBezTo>
                  <a:cubicBezTo>
                    <a:pt x="3241" y="1525"/>
                    <a:pt x="3223" y="1502"/>
                    <a:pt x="3224" y="1471"/>
                  </a:cubicBezTo>
                  <a:cubicBezTo>
                    <a:pt x="3225" y="1430"/>
                    <a:pt x="3244" y="1393"/>
                    <a:pt x="3235" y="1351"/>
                  </a:cubicBezTo>
                  <a:cubicBezTo>
                    <a:pt x="3224" y="1296"/>
                    <a:pt x="3189" y="1254"/>
                    <a:pt x="3171" y="1203"/>
                  </a:cubicBezTo>
                  <a:cubicBezTo>
                    <a:pt x="3162" y="1177"/>
                    <a:pt x="3159" y="1142"/>
                    <a:pt x="3153" y="1115"/>
                  </a:cubicBezTo>
                  <a:cubicBezTo>
                    <a:pt x="3138" y="1059"/>
                    <a:pt x="3125" y="1003"/>
                    <a:pt x="3110" y="947"/>
                  </a:cubicBezTo>
                  <a:cubicBezTo>
                    <a:pt x="3103" y="925"/>
                    <a:pt x="3102" y="895"/>
                    <a:pt x="3089" y="876"/>
                  </a:cubicBezTo>
                  <a:cubicBezTo>
                    <a:pt x="3067" y="842"/>
                    <a:pt x="3013" y="832"/>
                    <a:pt x="2982" y="807"/>
                  </a:cubicBezTo>
                  <a:cubicBezTo>
                    <a:pt x="2964" y="793"/>
                    <a:pt x="2971" y="778"/>
                    <a:pt x="2966" y="759"/>
                  </a:cubicBezTo>
                  <a:cubicBezTo>
                    <a:pt x="2962" y="743"/>
                    <a:pt x="2948" y="727"/>
                    <a:pt x="2938" y="715"/>
                  </a:cubicBezTo>
                  <a:cubicBezTo>
                    <a:pt x="2920" y="694"/>
                    <a:pt x="2889" y="700"/>
                    <a:pt x="2871" y="679"/>
                  </a:cubicBezTo>
                  <a:cubicBezTo>
                    <a:pt x="2862" y="668"/>
                    <a:pt x="2864" y="652"/>
                    <a:pt x="2858" y="639"/>
                  </a:cubicBezTo>
                  <a:cubicBezTo>
                    <a:pt x="2831" y="587"/>
                    <a:pt x="2803" y="533"/>
                    <a:pt x="2877" y="507"/>
                  </a:cubicBezTo>
                  <a:cubicBezTo>
                    <a:pt x="2883" y="457"/>
                    <a:pt x="2951" y="470"/>
                    <a:pt x="2953" y="423"/>
                  </a:cubicBezTo>
                  <a:cubicBezTo>
                    <a:pt x="2965" y="419"/>
                    <a:pt x="2965" y="419"/>
                    <a:pt x="2965" y="419"/>
                  </a:cubicBezTo>
                  <a:cubicBezTo>
                    <a:pt x="2953" y="383"/>
                    <a:pt x="2978" y="371"/>
                    <a:pt x="2978" y="340"/>
                  </a:cubicBezTo>
                  <a:cubicBezTo>
                    <a:pt x="2977" y="329"/>
                    <a:pt x="2968" y="318"/>
                    <a:pt x="2967" y="307"/>
                  </a:cubicBezTo>
                  <a:cubicBezTo>
                    <a:pt x="2965" y="291"/>
                    <a:pt x="2974" y="275"/>
                    <a:pt x="2971" y="259"/>
                  </a:cubicBezTo>
                  <a:cubicBezTo>
                    <a:pt x="2967" y="242"/>
                    <a:pt x="2957" y="230"/>
                    <a:pt x="2960" y="212"/>
                  </a:cubicBezTo>
                  <a:cubicBezTo>
                    <a:pt x="2965" y="177"/>
                    <a:pt x="2993" y="119"/>
                    <a:pt x="2945" y="115"/>
                  </a:cubicBezTo>
                  <a:cubicBezTo>
                    <a:pt x="2993" y="87"/>
                    <a:pt x="2993" y="87"/>
                    <a:pt x="2993" y="87"/>
                  </a:cubicBezTo>
                  <a:cubicBezTo>
                    <a:pt x="3025" y="55"/>
                    <a:pt x="3025" y="55"/>
                    <a:pt x="3025" y="55"/>
                  </a:cubicBezTo>
                  <a:cubicBezTo>
                    <a:pt x="3017" y="35"/>
                    <a:pt x="3017" y="35"/>
                    <a:pt x="3017" y="35"/>
                  </a:cubicBezTo>
                  <a:cubicBezTo>
                    <a:pt x="2991" y="40"/>
                    <a:pt x="2965" y="30"/>
                    <a:pt x="2941" y="34"/>
                  </a:cubicBezTo>
                  <a:cubicBezTo>
                    <a:pt x="2924" y="38"/>
                    <a:pt x="2908" y="53"/>
                    <a:pt x="2889" y="49"/>
                  </a:cubicBezTo>
                  <a:cubicBezTo>
                    <a:pt x="2846" y="41"/>
                    <a:pt x="2812" y="0"/>
                    <a:pt x="2761" y="15"/>
                  </a:cubicBezTo>
                  <a:cubicBezTo>
                    <a:pt x="2761" y="19"/>
                    <a:pt x="2761" y="19"/>
                    <a:pt x="2761" y="19"/>
                  </a:cubicBezTo>
                  <a:cubicBezTo>
                    <a:pt x="2773" y="23"/>
                    <a:pt x="2773" y="23"/>
                    <a:pt x="2773" y="23"/>
                  </a:cubicBezTo>
                  <a:cubicBezTo>
                    <a:pt x="2773" y="31"/>
                    <a:pt x="2773" y="31"/>
                    <a:pt x="2773" y="31"/>
                  </a:cubicBezTo>
                  <a:cubicBezTo>
                    <a:pt x="2740" y="45"/>
                    <a:pt x="2706" y="47"/>
                    <a:pt x="2673" y="30"/>
                  </a:cubicBezTo>
                  <a:cubicBezTo>
                    <a:pt x="2662" y="24"/>
                    <a:pt x="2654" y="11"/>
                    <a:pt x="2641" y="9"/>
                  </a:cubicBezTo>
                  <a:cubicBezTo>
                    <a:pt x="2620" y="5"/>
                    <a:pt x="2600" y="19"/>
                    <a:pt x="2601" y="39"/>
                  </a:cubicBezTo>
                  <a:close/>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9"/>
            <p:cNvSpPr>
              <a:spLocks/>
            </p:cNvSpPr>
            <p:nvPr/>
          </p:nvSpPr>
          <p:spPr bwMode="auto">
            <a:xfrm>
              <a:off x="2189163" y="1133475"/>
              <a:ext cx="792163" cy="677863"/>
            </a:xfrm>
            <a:custGeom>
              <a:avLst/>
              <a:gdLst/>
              <a:ahLst/>
              <a:cxnLst>
                <a:cxn ang="0">
                  <a:pos x="392" y="128"/>
                </a:cxn>
                <a:cxn ang="0">
                  <a:pos x="212" y="239"/>
                </a:cxn>
                <a:cxn ang="0">
                  <a:pos x="167" y="380"/>
                </a:cxn>
                <a:cxn ang="0">
                  <a:pos x="0" y="524"/>
                </a:cxn>
                <a:cxn ang="0">
                  <a:pos x="85" y="852"/>
                </a:cxn>
                <a:cxn ang="0">
                  <a:pos x="74" y="1016"/>
                </a:cxn>
                <a:cxn ang="0">
                  <a:pos x="19" y="1220"/>
                </a:cxn>
                <a:cxn ang="0">
                  <a:pos x="128" y="1436"/>
                </a:cxn>
                <a:cxn ang="0">
                  <a:pos x="248" y="1500"/>
                </a:cxn>
                <a:cxn ang="0">
                  <a:pos x="466" y="1672"/>
                </a:cxn>
                <a:cxn ang="0">
                  <a:pos x="736" y="1740"/>
                </a:cxn>
                <a:cxn ang="0">
                  <a:pos x="896" y="1816"/>
                </a:cxn>
                <a:cxn ang="0">
                  <a:pos x="1116" y="1710"/>
                </a:cxn>
                <a:cxn ang="0">
                  <a:pos x="1260" y="1735"/>
                </a:cxn>
                <a:cxn ang="0">
                  <a:pos x="2236" y="2209"/>
                </a:cxn>
                <a:cxn ang="0">
                  <a:pos x="2560" y="2372"/>
                </a:cxn>
                <a:cxn ang="0">
                  <a:pos x="2732" y="2288"/>
                </a:cxn>
                <a:cxn ang="0">
                  <a:pos x="2730" y="684"/>
                </a:cxn>
                <a:cxn ang="0">
                  <a:pos x="2708" y="480"/>
                </a:cxn>
                <a:cxn ang="0">
                  <a:pos x="2720" y="464"/>
                </a:cxn>
                <a:cxn ang="0">
                  <a:pos x="2736" y="412"/>
                </a:cxn>
                <a:cxn ang="0">
                  <a:pos x="2728" y="211"/>
                </a:cxn>
                <a:cxn ang="0">
                  <a:pos x="2568" y="198"/>
                </a:cxn>
                <a:cxn ang="0">
                  <a:pos x="2404" y="92"/>
                </a:cxn>
                <a:cxn ang="0">
                  <a:pos x="2088" y="64"/>
                </a:cxn>
                <a:cxn ang="0">
                  <a:pos x="1852" y="304"/>
                </a:cxn>
                <a:cxn ang="0">
                  <a:pos x="1712" y="500"/>
                </a:cxn>
                <a:cxn ang="0">
                  <a:pos x="1288" y="333"/>
                </a:cxn>
                <a:cxn ang="0">
                  <a:pos x="1061" y="217"/>
                </a:cxn>
                <a:cxn ang="0">
                  <a:pos x="908" y="110"/>
                </a:cxn>
                <a:cxn ang="0">
                  <a:pos x="748" y="61"/>
                </a:cxn>
                <a:cxn ang="0">
                  <a:pos x="548" y="60"/>
                </a:cxn>
                <a:cxn ang="0">
                  <a:pos x="384" y="0"/>
                </a:cxn>
              </a:cxnLst>
              <a:rect l="0" t="0" r="r" b="b"/>
              <a:pathLst>
                <a:path w="2775" h="2372">
                  <a:moveTo>
                    <a:pt x="384" y="0"/>
                  </a:moveTo>
                  <a:cubicBezTo>
                    <a:pt x="371" y="50"/>
                    <a:pt x="376" y="82"/>
                    <a:pt x="392" y="128"/>
                  </a:cubicBezTo>
                  <a:cubicBezTo>
                    <a:pt x="357" y="139"/>
                    <a:pt x="311" y="153"/>
                    <a:pt x="281" y="173"/>
                  </a:cubicBezTo>
                  <a:cubicBezTo>
                    <a:pt x="255" y="191"/>
                    <a:pt x="237" y="220"/>
                    <a:pt x="212" y="239"/>
                  </a:cubicBezTo>
                  <a:cubicBezTo>
                    <a:pt x="188" y="257"/>
                    <a:pt x="166" y="250"/>
                    <a:pt x="149" y="280"/>
                  </a:cubicBezTo>
                  <a:cubicBezTo>
                    <a:pt x="130" y="314"/>
                    <a:pt x="164" y="346"/>
                    <a:pt x="167" y="380"/>
                  </a:cubicBezTo>
                  <a:cubicBezTo>
                    <a:pt x="172" y="437"/>
                    <a:pt x="92" y="498"/>
                    <a:pt x="40" y="500"/>
                  </a:cubicBezTo>
                  <a:cubicBezTo>
                    <a:pt x="0" y="524"/>
                    <a:pt x="0" y="524"/>
                    <a:pt x="0" y="524"/>
                  </a:cubicBezTo>
                  <a:cubicBezTo>
                    <a:pt x="12" y="569"/>
                    <a:pt x="61" y="606"/>
                    <a:pt x="79" y="652"/>
                  </a:cubicBezTo>
                  <a:cubicBezTo>
                    <a:pt x="107" y="723"/>
                    <a:pt x="79" y="783"/>
                    <a:pt x="85" y="852"/>
                  </a:cubicBezTo>
                  <a:cubicBezTo>
                    <a:pt x="87" y="878"/>
                    <a:pt x="111" y="898"/>
                    <a:pt x="110" y="924"/>
                  </a:cubicBezTo>
                  <a:cubicBezTo>
                    <a:pt x="109" y="958"/>
                    <a:pt x="73" y="982"/>
                    <a:pt x="74" y="1016"/>
                  </a:cubicBezTo>
                  <a:cubicBezTo>
                    <a:pt x="75" y="1061"/>
                    <a:pt x="114" y="1095"/>
                    <a:pt x="99" y="1141"/>
                  </a:cubicBezTo>
                  <a:cubicBezTo>
                    <a:pt x="87" y="1176"/>
                    <a:pt x="4" y="1165"/>
                    <a:pt x="19" y="1220"/>
                  </a:cubicBezTo>
                  <a:cubicBezTo>
                    <a:pt x="32" y="1270"/>
                    <a:pt x="95" y="1311"/>
                    <a:pt x="120" y="1356"/>
                  </a:cubicBezTo>
                  <a:cubicBezTo>
                    <a:pt x="134" y="1381"/>
                    <a:pt x="124" y="1410"/>
                    <a:pt x="128" y="1436"/>
                  </a:cubicBezTo>
                  <a:cubicBezTo>
                    <a:pt x="131" y="1454"/>
                    <a:pt x="174" y="1501"/>
                    <a:pt x="192" y="1508"/>
                  </a:cubicBezTo>
                  <a:cubicBezTo>
                    <a:pt x="211" y="1517"/>
                    <a:pt x="228" y="1500"/>
                    <a:pt x="248" y="1500"/>
                  </a:cubicBezTo>
                  <a:cubicBezTo>
                    <a:pt x="282" y="1501"/>
                    <a:pt x="354" y="1523"/>
                    <a:pt x="383" y="1540"/>
                  </a:cubicBezTo>
                  <a:cubicBezTo>
                    <a:pt x="429" y="1567"/>
                    <a:pt x="425" y="1642"/>
                    <a:pt x="466" y="1672"/>
                  </a:cubicBezTo>
                  <a:cubicBezTo>
                    <a:pt x="480" y="1683"/>
                    <a:pt x="503" y="1683"/>
                    <a:pt x="520" y="1688"/>
                  </a:cubicBezTo>
                  <a:cubicBezTo>
                    <a:pt x="589" y="1709"/>
                    <a:pt x="671" y="1707"/>
                    <a:pt x="736" y="1740"/>
                  </a:cubicBezTo>
                  <a:cubicBezTo>
                    <a:pt x="774" y="1760"/>
                    <a:pt x="813" y="1826"/>
                    <a:pt x="856" y="1832"/>
                  </a:cubicBezTo>
                  <a:cubicBezTo>
                    <a:pt x="870" y="1834"/>
                    <a:pt x="884" y="1822"/>
                    <a:pt x="896" y="1816"/>
                  </a:cubicBezTo>
                  <a:cubicBezTo>
                    <a:pt x="924" y="1802"/>
                    <a:pt x="960" y="1778"/>
                    <a:pt x="992" y="1776"/>
                  </a:cubicBezTo>
                  <a:cubicBezTo>
                    <a:pt x="1022" y="1743"/>
                    <a:pt x="1075" y="1728"/>
                    <a:pt x="1116" y="1710"/>
                  </a:cubicBezTo>
                  <a:cubicBezTo>
                    <a:pt x="1131" y="1703"/>
                    <a:pt x="1151" y="1690"/>
                    <a:pt x="1168" y="1692"/>
                  </a:cubicBezTo>
                  <a:cubicBezTo>
                    <a:pt x="1198" y="1696"/>
                    <a:pt x="1233" y="1722"/>
                    <a:pt x="1260" y="1735"/>
                  </a:cubicBezTo>
                  <a:cubicBezTo>
                    <a:pt x="1321" y="1766"/>
                    <a:pt x="1385" y="1795"/>
                    <a:pt x="1448" y="1823"/>
                  </a:cubicBezTo>
                  <a:cubicBezTo>
                    <a:pt x="1715" y="1939"/>
                    <a:pt x="1974" y="2079"/>
                    <a:pt x="2236" y="2209"/>
                  </a:cubicBezTo>
                  <a:cubicBezTo>
                    <a:pt x="2313" y="2248"/>
                    <a:pt x="2387" y="2291"/>
                    <a:pt x="2464" y="2329"/>
                  </a:cubicBezTo>
                  <a:cubicBezTo>
                    <a:pt x="2494" y="2345"/>
                    <a:pt x="2525" y="2369"/>
                    <a:pt x="2560" y="2372"/>
                  </a:cubicBezTo>
                  <a:cubicBezTo>
                    <a:pt x="2560" y="2288"/>
                    <a:pt x="2560" y="2288"/>
                    <a:pt x="2560" y="2288"/>
                  </a:cubicBezTo>
                  <a:cubicBezTo>
                    <a:pt x="2732" y="2288"/>
                    <a:pt x="2732" y="2288"/>
                    <a:pt x="2732" y="2288"/>
                  </a:cubicBezTo>
                  <a:cubicBezTo>
                    <a:pt x="2732" y="916"/>
                    <a:pt x="2732" y="916"/>
                    <a:pt x="2732" y="916"/>
                  </a:cubicBezTo>
                  <a:cubicBezTo>
                    <a:pt x="2732" y="845"/>
                    <a:pt x="2747" y="753"/>
                    <a:pt x="2730" y="684"/>
                  </a:cubicBezTo>
                  <a:cubicBezTo>
                    <a:pt x="2720" y="645"/>
                    <a:pt x="2707" y="609"/>
                    <a:pt x="2700" y="568"/>
                  </a:cubicBezTo>
                  <a:cubicBezTo>
                    <a:pt x="2692" y="527"/>
                    <a:pt x="2668" y="515"/>
                    <a:pt x="2708" y="480"/>
                  </a:cubicBezTo>
                  <a:cubicBezTo>
                    <a:pt x="2704" y="472"/>
                    <a:pt x="2704" y="472"/>
                    <a:pt x="2704" y="472"/>
                  </a:cubicBezTo>
                  <a:cubicBezTo>
                    <a:pt x="2720" y="464"/>
                    <a:pt x="2720" y="464"/>
                    <a:pt x="2720" y="464"/>
                  </a:cubicBezTo>
                  <a:cubicBezTo>
                    <a:pt x="2736" y="416"/>
                    <a:pt x="2736" y="416"/>
                    <a:pt x="2736" y="416"/>
                  </a:cubicBezTo>
                  <a:cubicBezTo>
                    <a:pt x="2736" y="412"/>
                    <a:pt x="2736" y="412"/>
                    <a:pt x="2736" y="412"/>
                  </a:cubicBezTo>
                  <a:cubicBezTo>
                    <a:pt x="2716" y="385"/>
                    <a:pt x="2698" y="351"/>
                    <a:pt x="2710" y="317"/>
                  </a:cubicBezTo>
                  <a:cubicBezTo>
                    <a:pt x="2724" y="277"/>
                    <a:pt x="2775" y="258"/>
                    <a:pt x="2728" y="211"/>
                  </a:cubicBezTo>
                  <a:cubicBezTo>
                    <a:pt x="2708" y="190"/>
                    <a:pt x="2661" y="200"/>
                    <a:pt x="2636" y="200"/>
                  </a:cubicBezTo>
                  <a:cubicBezTo>
                    <a:pt x="2615" y="201"/>
                    <a:pt x="2588" y="204"/>
                    <a:pt x="2568" y="198"/>
                  </a:cubicBezTo>
                  <a:cubicBezTo>
                    <a:pt x="2547" y="192"/>
                    <a:pt x="2531" y="176"/>
                    <a:pt x="2508" y="170"/>
                  </a:cubicBezTo>
                  <a:cubicBezTo>
                    <a:pt x="2453" y="158"/>
                    <a:pt x="2388" y="175"/>
                    <a:pt x="2404" y="92"/>
                  </a:cubicBezTo>
                  <a:cubicBezTo>
                    <a:pt x="2327" y="66"/>
                    <a:pt x="2225" y="27"/>
                    <a:pt x="2144" y="37"/>
                  </a:cubicBezTo>
                  <a:cubicBezTo>
                    <a:pt x="2122" y="40"/>
                    <a:pt x="2110" y="61"/>
                    <a:pt x="2088" y="64"/>
                  </a:cubicBezTo>
                  <a:cubicBezTo>
                    <a:pt x="2010" y="73"/>
                    <a:pt x="1902" y="109"/>
                    <a:pt x="1858" y="181"/>
                  </a:cubicBezTo>
                  <a:cubicBezTo>
                    <a:pt x="1835" y="217"/>
                    <a:pt x="1835" y="266"/>
                    <a:pt x="1852" y="304"/>
                  </a:cubicBezTo>
                  <a:cubicBezTo>
                    <a:pt x="1860" y="322"/>
                    <a:pt x="1876" y="332"/>
                    <a:pt x="1878" y="352"/>
                  </a:cubicBezTo>
                  <a:cubicBezTo>
                    <a:pt x="1885" y="420"/>
                    <a:pt x="1772" y="500"/>
                    <a:pt x="1712" y="500"/>
                  </a:cubicBezTo>
                  <a:cubicBezTo>
                    <a:pt x="1638" y="501"/>
                    <a:pt x="1603" y="438"/>
                    <a:pt x="1544" y="411"/>
                  </a:cubicBezTo>
                  <a:cubicBezTo>
                    <a:pt x="1466" y="377"/>
                    <a:pt x="1372" y="345"/>
                    <a:pt x="1288" y="333"/>
                  </a:cubicBezTo>
                  <a:cubicBezTo>
                    <a:pt x="1222" y="324"/>
                    <a:pt x="1171" y="339"/>
                    <a:pt x="1112" y="296"/>
                  </a:cubicBezTo>
                  <a:cubicBezTo>
                    <a:pt x="1088" y="279"/>
                    <a:pt x="1068" y="246"/>
                    <a:pt x="1061" y="217"/>
                  </a:cubicBezTo>
                  <a:cubicBezTo>
                    <a:pt x="1052" y="186"/>
                    <a:pt x="1060" y="152"/>
                    <a:pt x="1024" y="134"/>
                  </a:cubicBezTo>
                  <a:cubicBezTo>
                    <a:pt x="990" y="117"/>
                    <a:pt x="944" y="123"/>
                    <a:pt x="908" y="110"/>
                  </a:cubicBezTo>
                  <a:cubicBezTo>
                    <a:pt x="887" y="102"/>
                    <a:pt x="872" y="85"/>
                    <a:pt x="852" y="78"/>
                  </a:cubicBezTo>
                  <a:cubicBezTo>
                    <a:pt x="817" y="66"/>
                    <a:pt x="781" y="70"/>
                    <a:pt x="748" y="61"/>
                  </a:cubicBezTo>
                  <a:cubicBezTo>
                    <a:pt x="726" y="55"/>
                    <a:pt x="707" y="41"/>
                    <a:pt x="684" y="41"/>
                  </a:cubicBezTo>
                  <a:cubicBezTo>
                    <a:pt x="638" y="40"/>
                    <a:pt x="597" y="66"/>
                    <a:pt x="548" y="60"/>
                  </a:cubicBezTo>
                  <a:cubicBezTo>
                    <a:pt x="515" y="56"/>
                    <a:pt x="492" y="35"/>
                    <a:pt x="464" y="21"/>
                  </a:cubicBezTo>
                  <a:cubicBezTo>
                    <a:pt x="441" y="11"/>
                    <a:pt x="408" y="5"/>
                    <a:pt x="384" y="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10"/>
            <p:cNvSpPr>
              <a:spLocks noEditPoints="1"/>
            </p:cNvSpPr>
            <p:nvPr/>
          </p:nvSpPr>
          <p:spPr bwMode="auto">
            <a:xfrm>
              <a:off x="2951163" y="1171575"/>
              <a:ext cx="606425" cy="520700"/>
            </a:xfrm>
            <a:custGeom>
              <a:avLst/>
              <a:gdLst/>
              <a:ahLst/>
              <a:cxnLst>
                <a:cxn ang="0">
                  <a:pos x="1872" y="4"/>
                </a:cxn>
                <a:cxn ang="0">
                  <a:pos x="1836" y="88"/>
                </a:cxn>
                <a:cxn ang="0">
                  <a:pos x="1836" y="88"/>
                </a:cxn>
                <a:cxn ang="0">
                  <a:pos x="28" y="228"/>
                </a:cxn>
                <a:cxn ang="0">
                  <a:pos x="2" y="392"/>
                </a:cxn>
                <a:cxn ang="0">
                  <a:pos x="27" y="496"/>
                </a:cxn>
                <a:cxn ang="0">
                  <a:pos x="56" y="1808"/>
                </a:cxn>
                <a:cxn ang="0">
                  <a:pos x="1028" y="1808"/>
                </a:cxn>
                <a:cxn ang="0">
                  <a:pos x="1180" y="1772"/>
                </a:cxn>
                <a:cxn ang="0">
                  <a:pos x="1384" y="1808"/>
                </a:cxn>
                <a:cxn ang="0">
                  <a:pos x="2024" y="1808"/>
                </a:cxn>
                <a:cxn ang="0">
                  <a:pos x="2045" y="1739"/>
                </a:cxn>
                <a:cxn ang="0">
                  <a:pos x="1928" y="1656"/>
                </a:cxn>
                <a:cxn ang="0">
                  <a:pos x="1880" y="1468"/>
                </a:cxn>
                <a:cxn ang="0">
                  <a:pos x="1888" y="1436"/>
                </a:cxn>
                <a:cxn ang="0">
                  <a:pos x="1775" y="1264"/>
                </a:cxn>
                <a:cxn ang="0">
                  <a:pos x="1612" y="992"/>
                </a:cxn>
                <a:cxn ang="0">
                  <a:pos x="1588" y="912"/>
                </a:cxn>
                <a:cxn ang="0">
                  <a:pos x="1571" y="875"/>
                </a:cxn>
                <a:cxn ang="0">
                  <a:pos x="1552" y="800"/>
                </a:cxn>
                <a:cxn ang="0">
                  <a:pos x="1417" y="637"/>
                </a:cxn>
                <a:cxn ang="0">
                  <a:pos x="1368" y="436"/>
                </a:cxn>
                <a:cxn ang="0">
                  <a:pos x="1478" y="664"/>
                </a:cxn>
                <a:cxn ang="0">
                  <a:pos x="1655" y="811"/>
                </a:cxn>
                <a:cxn ang="0">
                  <a:pos x="1704" y="772"/>
                </a:cxn>
                <a:cxn ang="0">
                  <a:pos x="1728" y="636"/>
                </a:cxn>
                <a:cxn ang="0">
                  <a:pos x="1784" y="476"/>
                </a:cxn>
                <a:cxn ang="0">
                  <a:pos x="1664" y="208"/>
                </a:cxn>
                <a:cxn ang="0">
                  <a:pos x="1696" y="136"/>
                </a:cxn>
                <a:cxn ang="0">
                  <a:pos x="1432" y="212"/>
                </a:cxn>
                <a:cxn ang="0">
                  <a:pos x="1328" y="194"/>
                </a:cxn>
                <a:cxn ang="0">
                  <a:pos x="1260" y="150"/>
                </a:cxn>
                <a:cxn ang="0">
                  <a:pos x="1116" y="136"/>
                </a:cxn>
                <a:cxn ang="0">
                  <a:pos x="984" y="152"/>
                </a:cxn>
                <a:cxn ang="0">
                  <a:pos x="916" y="188"/>
                </a:cxn>
                <a:cxn ang="0">
                  <a:pos x="656" y="231"/>
                </a:cxn>
                <a:cxn ang="0">
                  <a:pos x="488" y="204"/>
                </a:cxn>
                <a:cxn ang="0">
                  <a:pos x="308" y="155"/>
                </a:cxn>
                <a:cxn ang="0">
                  <a:pos x="84" y="148"/>
                </a:cxn>
                <a:cxn ang="0">
                  <a:pos x="76" y="124"/>
                </a:cxn>
              </a:cxnLst>
              <a:rect l="0" t="0" r="r" b="b"/>
              <a:pathLst>
                <a:path w="2124" h="1823">
                  <a:moveTo>
                    <a:pt x="1868" y="0"/>
                  </a:moveTo>
                  <a:cubicBezTo>
                    <a:pt x="1872" y="4"/>
                    <a:pt x="1872" y="4"/>
                    <a:pt x="1872" y="4"/>
                  </a:cubicBezTo>
                  <a:cubicBezTo>
                    <a:pt x="1868" y="0"/>
                    <a:pt x="1868" y="0"/>
                    <a:pt x="1868" y="0"/>
                  </a:cubicBezTo>
                  <a:moveTo>
                    <a:pt x="1836" y="88"/>
                  </a:moveTo>
                  <a:cubicBezTo>
                    <a:pt x="1840" y="92"/>
                    <a:pt x="1840" y="92"/>
                    <a:pt x="1840" y="92"/>
                  </a:cubicBezTo>
                  <a:cubicBezTo>
                    <a:pt x="1836" y="88"/>
                    <a:pt x="1836" y="88"/>
                    <a:pt x="1836" y="88"/>
                  </a:cubicBezTo>
                  <a:moveTo>
                    <a:pt x="76" y="124"/>
                  </a:moveTo>
                  <a:cubicBezTo>
                    <a:pt x="51" y="163"/>
                    <a:pt x="23" y="178"/>
                    <a:pt x="28" y="228"/>
                  </a:cubicBezTo>
                  <a:cubicBezTo>
                    <a:pt x="31" y="253"/>
                    <a:pt x="60" y="272"/>
                    <a:pt x="53" y="299"/>
                  </a:cubicBezTo>
                  <a:cubicBezTo>
                    <a:pt x="44" y="332"/>
                    <a:pt x="0" y="357"/>
                    <a:pt x="2" y="392"/>
                  </a:cubicBezTo>
                  <a:cubicBezTo>
                    <a:pt x="2" y="409"/>
                    <a:pt x="16" y="420"/>
                    <a:pt x="20" y="436"/>
                  </a:cubicBezTo>
                  <a:cubicBezTo>
                    <a:pt x="24" y="456"/>
                    <a:pt x="22" y="477"/>
                    <a:pt x="27" y="496"/>
                  </a:cubicBezTo>
                  <a:cubicBezTo>
                    <a:pt x="39" y="542"/>
                    <a:pt x="56" y="571"/>
                    <a:pt x="56" y="620"/>
                  </a:cubicBezTo>
                  <a:cubicBezTo>
                    <a:pt x="56" y="1808"/>
                    <a:pt x="56" y="1808"/>
                    <a:pt x="56" y="1808"/>
                  </a:cubicBezTo>
                  <a:cubicBezTo>
                    <a:pt x="784" y="1808"/>
                    <a:pt x="784" y="1808"/>
                    <a:pt x="784" y="1808"/>
                  </a:cubicBezTo>
                  <a:cubicBezTo>
                    <a:pt x="1028" y="1808"/>
                    <a:pt x="1028" y="1808"/>
                    <a:pt x="1028" y="1808"/>
                  </a:cubicBezTo>
                  <a:cubicBezTo>
                    <a:pt x="1139" y="1807"/>
                    <a:pt x="1139" y="1807"/>
                    <a:pt x="1139" y="1807"/>
                  </a:cubicBezTo>
                  <a:cubicBezTo>
                    <a:pt x="1180" y="1772"/>
                    <a:pt x="1180" y="1772"/>
                    <a:pt x="1180" y="1772"/>
                  </a:cubicBezTo>
                  <a:cubicBezTo>
                    <a:pt x="1172" y="1804"/>
                    <a:pt x="1172" y="1804"/>
                    <a:pt x="1172" y="1804"/>
                  </a:cubicBezTo>
                  <a:cubicBezTo>
                    <a:pt x="1234" y="1823"/>
                    <a:pt x="1319" y="1808"/>
                    <a:pt x="1384" y="1808"/>
                  </a:cubicBezTo>
                  <a:cubicBezTo>
                    <a:pt x="1836" y="1808"/>
                    <a:pt x="1836" y="1808"/>
                    <a:pt x="1836" y="1808"/>
                  </a:cubicBezTo>
                  <a:cubicBezTo>
                    <a:pt x="2024" y="1808"/>
                    <a:pt x="2024" y="1808"/>
                    <a:pt x="2024" y="1808"/>
                  </a:cubicBezTo>
                  <a:cubicBezTo>
                    <a:pt x="2056" y="1808"/>
                    <a:pt x="2093" y="1813"/>
                    <a:pt x="2124" y="1804"/>
                  </a:cubicBezTo>
                  <a:cubicBezTo>
                    <a:pt x="2045" y="1739"/>
                    <a:pt x="2045" y="1739"/>
                    <a:pt x="2045" y="1739"/>
                  </a:cubicBezTo>
                  <a:cubicBezTo>
                    <a:pt x="1999" y="1691"/>
                    <a:pt x="1999" y="1691"/>
                    <a:pt x="1999" y="1691"/>
                  </a:cubicBezTo>
                  <a:cubicBezTo>
                    <a:pt x="1928" y="1656"/>
                    <a:pt x="1928" y="1656"/>
                    <a:pt x="1928" y="1656"/>
                  </a:cubicBezTo>
                  <a:cubicBezTo>
                    <a:pt x="1880" y="1556"/>
                    <a:pt x="1880" y="1556"/>
                    <a:pt x="1880" y="1556"/>
                  </a:cubicBezTo>
                  <a:cubicBezTo>
                    <a:pt x="1880" y="1468"/>
                    <a:pt x="1880" y="1468"/>
                    <a:pt x="1880" y="1468"/>
                  </a:cubicBezTo>
                  <a:cubicBezTo>
                    <a:pt x="1936" y="1480"/>
                    <a:pt x="1936" y="1480"/>
                    <a:pt x="1936" y="1480"/>
                  </a:cubicBezTo>
                  <a:cubicBezTo>
                    <a:pt x="1888" y="1436"/>
                    <a:pt x="1888" y="1436"/>
                    <a:pt x="1888" y="1436"/>
                  </a:cubicBezTo>
                  <a:cubicBezTo>
                    <a:pt x="1819" y="1364"/>
                    <a:pt x="1819" y="1364"/>
                    <a:pt x="1819" y="1364"/>
                  </a:cubicBezTo>
                  <a:cubicBezTo>
                    <a:pt x="1775" y="1264"/>
                    <a:pt x="1775" y="1264"/>
                    <a:pt x="1775" y="1264"/>
                  </a:cubicBezTo>
                  <a:cubicBezTo>
                    <a:pt x="1685" y="1120"/>
                    <a:pt x="1685" y="1120"/>
                    <a:pt x="1685" y="1120"/>
                  </a:cubicBezTo>
                  <a:cubicBezTo>
                    <a:pt x="1612" y="992"/>
                    <a:pt x="1612" y="992"/>
                    <a:pt x="1612" y="992"/>
                  </a:cubicBezTo>
                  <a:cubicBezTo>
                    <a:pt x="1624" y="988"/>
                    <a:pt x="1624" y="988"/>
                    <a:pt x="1624" y="988"/>
                  </a:cubicBezTo>
                  <a:cubicBezTo>
                    <a:pt x="1588" y="912"/>
                    <a:pt x="1588" y="912"/>
                    <a:pt x="1588" y="912"/>
                  </a:cubicBezTo>
                  <a:cubicBezTo>
                    <a:pt x="1588" y="908"/>
                    <a:pt x="1588" y="908"/>
                    <a:pt x="1588" y="908"/>
                  </a:cubicBezTo>
                  <a:cubicBezTo>
                    <a:pt x="1596" y="893"/>
                    <a:pt x="1580" y="887"/>
                    <a:pt x="1571" y="875"/>
                  </a:cubicBezTo>
                  <a:cubicBezTo>
                    <a:pt x="1555" y="855"/>
                    <a:pt x="1530" y="826"/>
                    <a:pt x="1528" y="800"/>
                  </a:cubicBezTo>
                  <a:cubicBezTo>
                    <a:pt x="1552" y="800"/>
                    <a:pt x="1552" y="800"/>
                    <a:pt x="1552" y="800"/>
                  </a:cubicBezTo>
                  <a:cubicBezTo>
                    <a:pt x="1539" y="769"/>
                    <a:pt x="1515" y="758"/>
                    <a:pt x="1492" y="736"/>
                  </a:cubicBezTo>
                  <a:cubicBezTo>
                    <a:pt x="1463" y="708"/>
                    <a:pt x="1434" y="672"/>
                    <a:pt x="1417" y="637"/>
                  </a:cubicBezTo>
                  <a:cubicBezTo>
                    <a:pt x="1408" y="619"/>
                    <a:pt x="1365" y="599"/>
                    <a:pt x="1396" y="580"/>
                  </a:cubicBezTo>
                  <a:cubicBezTo>
                    <a:pt x="1381" y="518"/>
                    <a:pt x="1307" y="493"/>
                    <a:pt x="1368" y="436"/>
                  </a:cubicBezTo>
                  <a:cubicBezTo>
                    <a:pt x="1379" y="507"/>
                    <a:pt x="1425" y="538"/>
                    <a:pt x="1462" y="593"/>
                  </a:cubicBezTo>
                  <a:cubicBezTo>
                    <a:pt x="1475" y="614"/>
                    <a:pt x="1467" y="642"/>
                    <a:pt x="1478" y="664"/>
                  </a:cubicBezTo>
                  <a:cubicBezTo>
                    <a:pt x="1491" y="690"/>
                    <a:pt x="1515" y="703"/>
                    <a:pt x="1535" y="722"/>
                  </a:cubicBezTo>
                  <a:cubicBezTo>
                    <a:pt x="1568" y="753"/>
                    <a:pt x="1604" y="804"/>
                    <a:pt x="1655" y="811"/>
                  </a:cubicBezTo>
                  <a:cubicBezTo>
                    <a:pt x="1669" y="813"/>
                    <a:pt x="1682" y="780"/>
                    <a:pt x="1700" y="776"/>
                  </a:cubicBezTo>
                  <a:cubicBezTo>
                    <a:pt x="1704" y="772"/>
                    <a:pt x="1704" y="772"/>
                    <a:pt x="1704" y="772"/>
                  </a:cubicBezTo>
                  <a:cubicBezTo>
                    <a:pt x="1693" y="708"/>
                    <a:pt x="1693" y="708"/>
                    <a:pt x="1693" y="708"/>
                  </a:cubicBezTo>
                  <a:cubicBezTo>
                    <a:pt x="1728" y="636"/>
                    <a:pt x="1728" y="636"/>
                    <a:pt x="1728" y="636"/>
                  </a:cubicBezTo>
                  <a:cubicBezTo>
                    <a:pt x="1746" y="548"/>
                    <a:pt x="1746" y="548"/>
                    <a:pt x="1746" y="548"/>
                  </a:cubicBezTo>
                  <a:cubicBezTo>
                    <a:pt x="1784" y="476"/>
                    <a:pt x="1784" y="476"/>
                    <a:pt x="1784" y="476"/>
                  </a:cubicBezTo>
                  <a:cubicBezTo>
                    <a:pt x="1757" y="462"/>
                    <a:pt x="1750" y="423"/>
                    <a:pt x="1740" y="396"/>
                  </a:cubicBezTo>
                  <a:cubicBezTo>
                    <a:pt x="1716" y="333"/>
                    <a:pt x="1691" y="270"/>
                    <a:pt x="1664" y="208"/>
                  </a:cubicBezTo>
                  <a:cubicBezTo>
                    <a:pt x="1720" y="148"/>
                    <a:pt x="1720" y="148"/>
                    <a:pt x="1720" y="148"/>
                  </a:cubicBezTo>
                  <a:cubicBezTo>
                    <a:pt x="1696" y="136"/>
                    <a:pt x="1696" y="136"/>
                    <a:pt x="1696" y="136"/>
                  </a:cubicBezTo>
                  <a:cubicBezTo>
                    <a:pt x="1663" y="181"/>
                    <a:pt x="1607" y="223"/>
                    <a:pt x="1548" y="220"/>
                  </a:cubicBezTo>
                  <a:cubicBezTo>
                    <a:pt x="1502" y="218"/>
                    <a:pt x="1480" y="195"/>
                    <a:pt x="1432" y="212"/>
                  </a:cubicBezTo>
                  <a:cubicBezTo>
                    <a:pt x="1432" y="235"/>
                    <a:pt x="1384" y="237"/>
                    <a:pt x="1369" y="227"/>
                  </a:cubicBezTo>
                  <a:cubicBezTo>
                    <a:pt x="1354" y="217"/>
                    <a:pt x="1344" y="201"/>
                    <a:pt x="1328" y="194"/>
                  </a:cubicBezTo>
                  <a:cubicBezTo>
                    <a:pt x="1312" y="187"/>
                    <a:pt x="1296" y="188"/>
                    <a:pt x="1281" y="175"/>
                  </a:cubicBezTo>
                  <a:cubicBezTo>
                    <a:pt x="1273" y="168"/>
                    <a:pt x="1270" y="155"/>
                    <a:pt x="1260" y="150"/>
                  </a:cubicBezTo>
                  <a:cubicBezTo>
                    <a:pt x="1242" y="140"/>
                    <a:pt x="1212" y="166"/>
                    <a:pt x="1192" y="164"/>
                  </a:cubicBezTo>
                  <a:cubicBezTo>
                    <a:pt x="1166" y="162"/>
                    <a:pt x="1143" y="139"/>
                    <a:pt x="1116" y="136"/>
                  </a:cubicBezTo>
                  <a:cubicBezTo>
                    <a:pt x="1081" y="133"/>
                    <a:pt x="1050" y="160"/>
                    <a:pt x="1016" y="163"/>
                  </a:cubicBezTo>
                  <a:cubicBezTo>
                    <a:pt x="1004" y="164"/>
                    <a:pt x="995" y="155"/>
                    <a:pt x="984" y="152"/>
                  </a:cubicBezTo>
                  <a:cubicBezTo>
                    <a:pt x="980" y="156"/>
                    <a:pt x="980" y="156"/>
                    <a:pt x="980" y="156"/>
                  </a:cubicBezTo>
                  <a:cubicBezTo>
                    <a:pt x="980" y="211"/>
                    <a:pt x="951" y="191"/>
                    <a:pt x="916" y="188"/>
                  </a:cubicBezTo>
                  <a:cubicBezTo>
                    <a:pt x="896" y="226"/>
                    <a:pt x="800" y="280"/>
                    <a:pt x="756" y="271"/>
                  </a:cubicBezTo>
                  <a:cubicBezTo>
                    <a:pt x="723" y="264"/>
                    <a:pt x="691" y="239"/>
                    <a:pt x="656" y="231"/>
                  </a:cubicBezTo>
                  <a:cubicBezTo>
                    <a:pt x="617" y="221"/>
                    <a:pt x="578" y="243"/>
                    <a:pt x="556" y="200"/>
                  </a:cubicBezTo>
                  <a:cubicBezTo>
                    <a:pt x="534" y="206"/>
                    <a:pt x="510" y="217"/>
                    <a:pt x="488" y="204"/>
                  </a:cubicBezTo>
                  <a:cubicBezTo>
                    <a:pt x="476" y="197"/>
                    <a:pt x="473" y="181"/>
                    <a:pt x="459" y="177"/>
                  </a:cubicBezTo>
                  <a:cubicBezTo>
                    <a:pt x="412" y="164"/>
                    <a:pt x="357" y="162"/>
                    <a:pt x="308" y="155"/>
                  </a:cubicBezTo>
                  <a:cubicBezTo>
                    <a:pt x="278" y="151"/>
                    <a:pt x="250" y="137"/>
                    <a:pt x="220" y="134"/>
                  </a:cubicBezTo>
                  <a:cubicBezTo>
                    <a:pt x="174" y="128"/>
                    <a:pt x="133" y="157"/>
                    <a:pt x="84" y="148"/>
                  </a:cubicBezTo>
                  <a:cubicBezTo>
                    <a:pt x="84" y="124"/>
                    <a:pt x="84" y="124"/>
                    <a:pt x="84" y="124"/>
                  </a:cubicBezTo>
                  <a:lnTo>
                    <a:pt x="76" y="124"/>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1"/>
            <p:cNvSpPr>
              <a:spLocks/>
            </p:cNvSpPr>
            <p:nvPr/>
          </p:nvSpPr>
          <p:spPr bwMode="auto">
            <a:xfrm>
              <a:off x="3368675" y="1336675"/>
              <a:ext cx="1588" cy="1588"/>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2"/>
            <p:cNvSpPr>
              <a:spLocks/>
            </p:cNvSpPr>
            <p:nvPr/>
          </p:nvSpPr>
          <p:spPr bwMode="auto">
            <a:xfrm>
              <a:off x="3406775" y="1409700"/>
              <a:ext cx="9525" cy="9525"/>
            </a:xfrm>
            <a:custGeom>
              <a:avLst/>
              <a:gdLst/>
              <a:ahLst/>
              <a:cxnLst>
                <a:cxn ang="0">
                  <a:pos x="0" y="17"/>
                </a:cxn>
                <a:cxn ang="0">
                  <a:pos x="28" y="29"/>
                </a:cxn>
                <a:cxn ang="0">
                  <a:pos x="32" y="25"/>
                </a:cxn>
                <a:cxn ang="0">
                  <a:pos x="0" y="17"/>
                </a:cxn>
              </a:cxnLst>
              <a:rect l="0" t="0" r="r" b="b"/>
              <a:pathLst>
                <a:path w="32" h="29">
                  <a:moveTo>
                    <a:pt x="0" y="17"/>
                  </a:moveTo>
                  <a:cubicBezTo>
                    <a:pt x="28" y="29"/>
                    <a:pt x="28" y="29"/>
                    <a:pt x="28" y="29"/>
                  </a:cubicBezTo>
                  <a:cubicBezTo>
                    <a:pt x="32" y="25"/>
                    <a:pt x="32" y="25"/>
                    <a:pt x="32" y="25"/>
                  </a:cubicBezTo>
                  <a:cubicBezTo>
                    <a:pt x="25" y="8"/>
                    <a:pt x="12" y="0"/>
                    <a:pt x="0" y="1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3"/>
            <p:cNvSpPr>
              <a:spLocks/>
            </p:cNvSpPr>
            <p:nvPr/>
          </p:nvSpPr>
          <p:spPr bwMode="auto">
            <a:xfrm>
              <a:off x="2809875" y="1676400"/>
              <a:ext cx="833438" cy="930275"/>
            </a:xfrm>
            <a:custGeom>
              <a:avLst/>
              <a:gdLst/>
              <a:ahLst/>
              <a:cxnLst>
                <a:cxn ang="0">
                  <a:pos x="552" y="291"/>
                </a:cxn>
                <a:cxn ang="0">
                  <a:pos x="500" y="387"/>
                </a:cxn>
                <a:cxn ang="0">
                  <a:pos x="376" y="1131"/>
                </a:cxn>
                <a:cxn ang="0">
                  <a:pos x="192" y="1157"/>
                </a:cxn>
                <a:cxn ang="0">
                  <a:pos x="148" y="1311"/>
                </a:cxn>
                <a:cxn ang="0">
                  <a:pos x="117" y="1409"/>
                </a:cxn>
                <a:cxn ang="0">
                  <a:pos x="73" y="1543"/>
                </a:cxn>
                <a:cxn ang="0">
                  <a:pos x="68" y="1663"/>
                </a:cxn>
                <a:cxn ang="0">
                  <a:pos x="68" y="1651"/>
                </a:cxn>
                <a:cxn ang="0">
                  <a:pos x="131" y="1787"/>
                </a:cxn>
                <a:cxn ang="0">
                  <a:pos x="191" y="1892"/>
                </a:cxn>
                <a:cxn ang="0">
                  <a:pos x="247" y="2043"/>
                </a:cxn>
                <a:cxn ang="0">
                  <a:pos x="311" y="2243"/>
                </a:cxn>
                <a:cxn ang="0">
                  <a:pos x="300" y="2307"/>
                </a:cxn>
                <a:cxn ang="0">
                  <a:pos x="332" y="2351"/>
                </a:cxn>
                <a:cxn ang="0">
                  <a:pos x="412" y="2422"/>
                </a:cxn>
                <a:cxn ang="0">
                  <a:pos x="552" y="2482"/>
                </a:cxn>
                <a:cxn ang="0">
                  <a:pos x="580" y="2535"/>
                </a:cxn>
                <a:cxn ang="0">
                  <a:pos x="788" y="2703"/>
                </a:cxn>
                <a:cxn ang="0">
                  <a:pos x="796" y="2795"/>
                </a:cxn>
                <a:cxn ang="0">
                  <a:pos x="922" y="2865"/>
                </a:cxn>
                <a:cxn ang="0">
                  <a:pos x="1011" y="3016"/>
                </a:cxn>
                <a:cxn ang="0">
                  <a:pos x="1067" y="3078"/>
                </a:cxn>
                <a:cxn ang="0">
                  <a:pos x="1208" y="3071"/>
                </a:cxn>
                <a:cxn ang="0">
                  <a:pos x="1284" y="3105"/>
                </a:cxn>
                <a:cxn ang="0">
                  <a:pos x="1378" y="3074"/>
                </a:cxn>
                <a:cxn ang="0">
                  <a:pos x="1516" y="3191"/>
                </a:cxn>
                <a:cxn ang="0">
                  <a:pos x="1556" y="3227"/>
                </a:cxn>
                <a:cxn ang="0">
                  <a:pos x="1572" y="3255"/>
                </a:cxn>
                <a:cxn ang="0">
                  <a:pos x="1684" y="3224"/>
                </a:cxn>
                <a:cxn ang="0">
                  <a:pos x="1798" y="3248"/>
                </a:cxn>
                <a:cxn ang="0">
                  <a:pos x="1892" y="3209"/>
                </a:cxn>
                <a:cxn ang="0">
                  <a:pos x="2027" y="3209"/>
                </a:cxn>
                <a:cxn ang="0">
                  <a:pos x="2260" y="3063"/>
                </a:cxn>
                <a:cxn ang="0">
                  <a:pos x="2429" y="3011"/>
                </a:cxn>
                <a:cxn ang="0">
                  <a:pos x="2348" y="2927"/>
                </a:cxn>
                <a:cxn ang="0">
                  <a:pos x="2344" y="2903"/>
                </a:cxn>
                <a:cxn ang="0">
                  <a:pos x="2158" y="2634"/>
                </a:cxn>
                <a:cxn ang="0">
                  <a:pos x="1976" y="2507"/>
                </a:cxn>
                <a:cxn ang="0">
                  <a:pos x="1971" y="2449"/>
                </a:cxn>
                <a:cxn ang="0">
                  <a:pos x="2133" y="2375"/>
                </a:cxn>
                <a:cxn ang="0">
                  <a:pos x="2137" y="2175"/>
                </a:cxn>
                <a:cxn ang="0">
                  <a:pos x="2168" y="2031"/>
                </a:cxn>
                <a:cxn ang="0">
                  <a:pos x="2269" y="1994"/>
                </a:cxn>
                <a:cxn ang="0">
                  <a:pos x="2305" y="1863"/>
                </a:cxn>
                <a:cxn ang="0">
                  <a:pos x="2336" y="1775"/>
                </a:cxn>
                <a:cxn ang="0">
                  <a:pos x="2492" y="1655"/>
                </a:cxn>
                <a:cxn ang="0">
                  <a:pos x="2496" y="1623"/>
                </a:cxn>
                <a:cxn ang="0">
                  <a:pos x="2542" y="1263"/>
                </a:cxn>
                <a:cxn ang="0">
                  <a:pos x="2636" y="1039"/>
                </a:cxn>
                <a:cxn ang="0">
                  <a:pos x="2644" y="914"/>
                </a:cxn>
                <a:cxn ang="0">
                  <a:pos x="2812" y="826"/>
                </a:cxn>
                <a:cxn ang="0">
                  <a:pos x="2916" y="723"/>
                </a:cxn>
                <a:cxn ang="0">
                  <a:pos x="2769" y="617"/>
                </a:cxn>
                <a:cxn ang="0">
                  <a:pos x="2689" y="495"/>
                </a:cxn>
                <a:cxn ang="0">
                  <a:pos x="2684" y="239"/>
                </a:cxn>
                <a:cxn ang="0">
                  <a:pos x="2660" y="187"/>
                </a:cxn>
                <a:cxn ang="0">
                  <a:pos x="2646" y="155"/>
                </a:cxn>
                <a:cxn ang="0">
                  <a:pos x="1676" y="39"/>
                </a:cxn>
                <a:cxn ang="0">
                  <a:pos x="1624" y="38"/>
                </a:cxn>
                <a:cxn ang="0">
                  <a:pos x="552" y="39"/>
                </a:cxn>
              </a:cxnLst>
              <a:rect l="0" t="0" r="r" b="b"/>
              <a:pathLst>
                <a:path w="2916" h="3261">
                  <a:moveTo>
                    <a:pt x="552" y="39"/>
                  </a:moveTo>
                  <a:cubicBezTo>
                    <a:pt x="552" y="291"/>
                    <a:pt x="552" y="291"/>
                    <a:pt x="552" y="291"/>
                  </a:cubicBezTo>
                  <a:cubicBezTo>
                    <a:pt x="552" y="312"/>
                    <a:pt x="561" y="365"/>
                    <a:pt x="545" y="381"/>
                  </a:cubicBezTo>
                  <a:cubicBezTo>
                    <a:pt x="535" y="391"/>
                    <a:pt x="513" y="387"/>
                    <a:pt x="500" y="387"/>
                  </a:cubicBezTo>
                  <a:cubicBezTo>
                    <a:pt x="376" y="387"/>
                    <a:pt x="376" y="387"/>
                    <a:pt x="376" y="387"/>
                  </a:cubicBezTo>
                  <a:cubicBezTo>
                    <a:pt x="376" y="1131"/>
                    <a:pt x="376" y="1131"/>
                    <a:pt x="376" y="1131"/>
                  </a:cubicBezTo>
                  <a:cubicBezTo>
                    <a:pt x="333" y="1125"/>
                    <a:pt x="305" y="1131"/>
                    <a:pt x="264" y="1133"/>
                  </a:cubicBezTo>
                  <a:cubicBezTo>
                    <a:pt x="237" y="1135"/>
                    <a:pt x="209" y="1128"/>
                    <a:pt x="192" y="1157"/>
                  </a:cubicBezTo>
                  <a:cubicBezTo>
                    <a:pt x="179" y="1178"/>
                    <a:pt x="206" y="1199"/>
                    <a:pt x="194" y="1222"/>
                  </a:cubicBezTo>
                  <a:cubicBezTo>
                    <a:pt x="175" y="1258"/>
                    <a:pt x="136" y="1261"/>
                    <a:pt x="148" y="1311"/>
                  </a:cubicBezTo>
                  <a:cubicBezTo>
                    <a:pt x="139" y="1312"/>
                    <a:pt x="132" y="1313"/>
                    <a:pt x="124" y="1316"/>
                  </a:cubicBezTo>
                  <a:cubicBezTo>
                    <a:pt x="58" y="1334"/>
                    <a:pt x="138" y="1381"/>
                    <a:pt x="117" y="1409"/>
                  </a:cubicBezTo>
                  <a:cubicBezTo>
                    <a:pt x="99" y="1434"/>
                    <a:pt x="46" y="1425"/>
                    <a:pt x="44" y="1467"/>
                  </a:cubicBezTo>
                  <a:cubicBezTo>
                    <a:pt x="42" y="1493"/>
                    <a:pt x="80" y="1517"/>
                    <a:pt x="73" y="1543"/>
                  </a:cubicBezTo>
                  <a:cubicBezTo>
                    <a:pt x="63" y="1583"/>
                    <a:pt x="0" y="1582"/>
                    <a:pt x="0" y="1635"/>
                  </a:cubicBezTo>
                  <a:cubicBezTo>
                    <a:pt x="0" y="1674"/>
                    <a:pt x="42" y="1672"/>
                    <a:pt x="68" y="1663"/>
                  </a:cubicBezTo>
                  <a:cubicBezTo>
                    <a:pt x="64" y="1655"/>
                    <a:pt x="64" y="1655"/>
                    <a:pt x="64" y="1655"/>
                  </a:cubicBezTo>
                  <a:cubicBezTo>
                    <a:pt x="68" y="1651"/>
                    <a:pt x="68" y="1651"/>
                    <a:pt x="68" y="1651"/>
                  </a:cubicBezTo>
                  <a:cubicBezTo>
                    <a:pt x="108" y="1671"/>
                    <a:pt x="108" y="1671"/>
                    <a:pt x="108" y="1671"/>
                  </a:cubicBezTo>
                  <a:cubicBezTo>
                    <a:pt x="84" y="1713"/>
                    <a:pt x="126" y="1746"/>
                    <a:pt x="131" y="1787"/>
                  </a:cubicBezTo>
                  <a:cubicBezTo>
                    <a:pt x="133" y="1811"/>
                    <a:pt x="117" y="1836"/>
                    <a:pt x="134" y="1858"/>
                  </a:cubicBezTo>
                  <a:cubicBezTo>
                    <a:pt x="149" y="1876"/>
                    <a:pt x="180" y="1872"/>
                    <a:pt x="191" y="1892"/>
                  </a:cubicBezTo>
                  <a:cubicBezTo>
                    <a:pt x="208" y="1921"/>
                    <a:pt x="171" y="1948"/>
                    <a:pt x="183" y="1975"/>
                  </a:cubicBezTo>
                  <a:cubicBezTo>
                    <a:pt x="195" y="2004"/>
                    <a:pt x="227" y="2020"/>
                    <a:pt x="247" y="2043"/>
                  </a:cubicBezTo>
                  <a:cubicBezTo>
                    <a:pt x="273" y="2072"/>
                    <a:pt x="295" y="2112"/>
                    <a:pt x="313" y="2147"/>
                  </a:cubicBezTo>
                  <a:cubicBezTo>
                    <a:pt x="322" y="2164"/>
                    <a:pt x="319" y="2225"/>
                    <a:pt x="311" y="2243"/>
                  </a:cubicBezTo>
                  <a:cubicBezTo>
                    <a:pt x="305" y="2255"/>
                    <a:pt x="292" y="2261"/>
                    <a:pt x="286" y="2272"/>
                  </a:cubicBezTo>
                  <a:cubicBezTo>
                    <a:pt x="277" y="2289"/>
                    <a:pt x="281" y="2304"/>
                    <a:pt x="300" y="2307"/>
                  </a:cubicBezTo>
                  <a:cubicBezTo>
                    <a:pt x="296" y="2317"/>
                    <a:pt x="286" y="2331"/>
                    <a:pt x="291" y="2342"/>
                  </a:cubicBezTo>
                  <a:cubicBezTo>
                    <a:pt x="297" y="2355"/>
                    <a:pt x="320" y="2351"/>
                    <a:pt x="332" y="2351"/>
                  </a:cubicBezTo>
                  <a:cubicBezTo>
                    <a:pt x="360" y="2349"/>
                    <a:pt x="400" y="2348"/>
                    <a:pt x="420" y="2371"/>
                  </a:cubicBezTo>
                  <a:cubicBezTo>
                    <a:pt x="403" y="2381"/>
                    <a:pt x="390" y="2409"/>
                    <a:pt x="412" y="2422"/>
                  </a:cubicBezTo>
                  <a:cubicBezTo>
                    <a:pt x="439" y="2439"/>
                    <a:pt x="478" y="2430"/>
                    <a:pt x="508" y="2440"/>
                  </a:cubicBezTo>
                  <a:cubicBezTo>
                    <a:pt x="529" y="2447"/>
                    <a:pt x="536" y="2468"/>
                    <a:pt x="552" y="2482"/>
                  </a:cubicBezTo>
                  <a:cubicBezTo>
                    <a:pt x="575" y="2503"/>
                    <a:pt x="591" y="2495"/>
                    <a:pt x="600" y="2531"/>
                  </a:cubicBezTo>
                  <a:cubicBezTo>
                    <a:pt x="580" y="2535"/>
                    <a:pt x="580" y="2535"/>
                    <a:pt x="580" y="2535"/>
                  </a:cubicBezTo>
                  <a:cubicBezTo>
                    <a:pt x="584" y="2594"/>
                    <a:pt x="666" y="2604"/>
                    <a:pt x="704" y="2633"/>
                  </a:cubicBezTo>
                  <a:cubicBezTo>
                    <a:pt x="736" y="2657"/>
                    <a:pt x="746" y="2690"/>
                    <a:pt x="788" y="2703"/>
                  </a:cubicBezTo>
                  <a:cubicBezTo>
                    <a:pt x="767" y="2752"/>
                    <a:pt x="786" y="2747"/>
                    <a:pt x="812" y="2787"/>
                  </a:cubicBezTo>
                  <a:cubicBezTo>
                    <a:pt x="796" y="2795"/>
                    <a:pt x="796" y="2795"/>
                    <a:pt x="796" y="2795"/>
                  </a:cubicBezTo>
                  <a:cubicBezTo>
                    <a:pt x="796" y="2803"/>
                    <a:pt x="796" y="2803"/>
                    <a:pt x="796" y="2803"/>
                  </a:cubicBezTo>
                  <a:cubicBezTo>
                    <a:pt x="837" y="2823"/>
                    <a:pt x="887" y="2832"/>
                    <a:pt x="922" y="2865"/>
                  </a:cubicBezTo>
                  <a:cubicBezTo>
                    <a:pt x="950" y="2890"/>
                    <a:pt x="929" y="2921"/>
                    <a:pt x="944" y="2950"/>
                  </a:cubicBezTo>
                  <a:cubicBezTo>
                    <a:pt x="962" y="2983"/>
                    <a:pt x="986" y="2993"/>
                    <a:pt x="1011" y="3016"/>
                  </a:cubicBezTo>
                  <a:cubicBezTo>
                    <a:pt x="1026" y="3029"/>
                    <a:pt x="1024" y="3047"/>
                    <a:pt x="1035" y="3061"/>
                  </a:cubicBezTo>
                  <a:cubicBezTo>
                    <a:pt x="1043" y="3070"/>
                    <a:pt x="1057" y="3071"/>
                    <a:pt x="1067" y="3078"/>
                  </a:cubicBezTo>
                  <a:cubicBezTo>
                    <a:pt x="1111" y="3105"/>
                    <a:pt x="1169" y="3141"/>
                    <a:pt x="1200" y="3071"/>
                  </a:cubicBezTo>
                  <a:cubicBezTo>
                    <a:pt x="1208" y="3071"/>
                    <a:pt x="1208" y="3071"/>
                    <a:pt x="1208" y="3071"/>
                  </a:cubicBezTo>
                  <a:cubicBezTo>
                    <a:pt x="1218" y="3086"/>
                    <a:pt x="1232" y="3080"/>
                    <a:pt x="1248" y="3086"/>
                  </a:cubicBezTo>
                  <a:cubicBezTo>
                    <a:pt x="1260" y="3091"/>
                    <a:pt x="1270" y="3104"/>
                    <a:pt x="1284" y="3105"/>
                  </a:cubicBezTo>
                  <a:cubicBezTo>
                    <a:pt x="1307" y="3105"/>
                    <a:pt x="1327" y="3070"/>
                    <a:pt x="1332" y="3051"/>
                  </a:cubicBezTo>
                  <a:cubicBezTo>
                    <a:pt x="1347" y="3053"/>
                    <a:pt x="1370" y="3058"/>
                    <a:pt x="1378" y="3074"/>
                  </a:cubicBezTo>
                  <a:cubicBezTo>
                    <a:pt x="1383" y="3084"/>
                    <a:pt x="1378" y="3095"/>
                    <a:pt x="1386" y="3104"/>
                  </a:cubicBezTo>
                  <a:cubicBezTo>
                    <a:pt x="1420" y="3141"/>
                    <a:pt x="1462" y="3188"/>
                    <a:pt x="1516" y="3191"/>
                  </a:cubicBezTo>
                  <a:cubicBezTo>
                    <a:pt x="1512" y="3231"/>
                    <a:pt x="1512" y="3231"/>
                    <a:pt x="1512" y="3231"/>
                  </a:cubicBezTo>
                  <a:cubicBezTo>
                    <a:pt x="1556" y="3227"/>
                    <a:pt x="1556" y="3227"/>
                    <a:pt x="1556" y="3227"/>
                  </a:cubicBezTo>
                  <a:cubicBezTo>
                    <a:pt x="1564" y="3255"/>
                    <a:pt x="1564" y="3255"/>
                    <a:pt x="1564" y="3255"/>
                  </a:cubicBezTo>
                  <a:cubicBezTo>
                    <a:pt x="1572" y="3255"/>
                    <a:pt x="1572" y="3255"/>
                    <a:pt x="1572" y="3255"/>
                  </a:cubicBezTo>
                  <a:cubicBezTo>
                    <a:pt x="1582" y="3229"/>
                    <a:pt x="1607" y="3197"/>
                    <a:pt x="1640" y="3206"/>
                  </a:cubicBezTo>
                  <a:cubicBezTo>
                    <a:pt x="1655" y="3209"/>
                    <a:pt x="1668" y="3222"/>
                    <a:pt x="1684" y="3224"/>
                  </a:cubicBezTo>
                  <a:cubicBezTo>
                    <a:pt x="1701" y="3225"/>
                    <a:pt x="1719" y="3206"/>
                    <a:pt x="1735" y="3212"/>
                  </a:cubicBezTo>
                  <a:cubicBezTo>
                    <a:pt x="1756" y="3219"/>
                    <a:pt x="1768" y="3261"/>
                    <a:pt x="1798" y="3248"/>
                  </a:cubicBezTo>
                  <a:cubicBezTo>
                    <a:pt x="1812" y="3243"/>
                    <a:pt x="1817" y="3223"/>
                    <a:pt x="1832" y="3216"/>
                  </a:cubicBezTo>
                  <a:cubicBezTo>
                    <a:pt x="1850" y="3207"/>
                    <a:pt x="1872" y="3213"/>
                    <a:pt x="1892" y="3209"/>
                  </a:cubicBezTo>
                  <a:cubicBezTo>
                    <a:pt x="1908" y="3206"/>
                    <a:pt x="1923" y="3194"/>
                    <a:pt x="1938" y="3193"/>
                  </a:cubicBezTo>
                  <a:cubicBezTo>
                    <a:pt x="1966" y="3190"/>
                    <a:pt x="1995" y="3221"/>
                    <a:pt x="2027" y="3209"/>
                  </a:cubicBezTo>
                  <a:cubicBezTo>
                    <a:pt x="2086" y="3185"/>
                    <a:pt x="2121" y="3103"/>
                    <a:pt x="2176" y="3070"/>
                  </a:cubicBezTo>
                  <a:cubicBezTo>
                    <a:pt x="2199" y="3057"/>
                    <a:pt x="2234" y="3063"/>
                    <a:pt x="2260" y="3063"/>
                  </a:cubicBezTo>
                  <a:cubicBezTo>
                    <a:pt x="2321" y="3063"/>
                    <a:pt x="2388" y="3049"/>
                    <a:pt x="2448" y="3063"/>
                  </a:cubicBezTo>
                  <a:cubicBezTo>
                    <a:pt x="2447" y="3043"/>
                    <a:pt x="2432" y="3030"/>
                    <a:pt x="2429" y="3011"/>
                  </a:cubicBezTo>
                  <a:cubicBezTo>
                    <a:pt x="2425" y="2986"/>
                    <a:pt x="2444" y="2961"/>
                    <a:pt x="2430" y="2936"/>
                  </a:cubicBezTo>
                  <a:cubicBezTo>
                    <a:pt x="2415" y="2910"/>
                    <a:pt x="2366" y="2905"/>
                    <a:pt x="2348" y="2927"/>
                  </a:cubicBezTo>
                  <a:cubicBezTo>
                    <a:pt x="2344" y="2927"/>
                    <a:pt x="2344" y="2927"/>
                    <a:pt x="2344" y="2927"/>
                  </a:cubicBezTo>
                  <a:cubicBezTo>
                    <a:pt x="2344" y="2903"/>
                    <a:pt x="2344" y="2903"/>
                    <a:pt x="2344" y="2903"/>
                  </a:cubicBezTo>
                  <a:cubicBezTo>
                    <a:pt x="2282" y="2856"/>
                    <a:pt x="2283" y="2777"/>
                    <a:pt x="2247" y="2712"/>
                  </a:cubicBezTo>
                  <a:cubicBezTo>
                    <a:pt x="2227" y="2678"/>
                    <a:pt x="2184" y="2662"/>
                    <a:pt x="2158" y="2634"/>
                  </a:cubicBezTo>
                  <a:cubicBezTo>
                    <a:pt x="2131" y="2605"/>
                    <a:pt x="2122" y="2569"/>
                    <a:pt x="2091" y="2545"/>
                  </a:cubicBezTo>
                  <a:cubicBezTo>
                    <a:pt x="2053" y="2515"/>
                    <a:pt x="2022" y="2513"/>
                    <a:pt x="1976" y="2507"/>
                  </a:cubicBezTo>
                  <a:cubicBezTo>
                    <a:pt x="1964" y="2505"/>
                    <a:pt x="1945" y="2502"/>
                    <a:pt x="1944" y="2486"/>
                  </a:cubicBezTo>
                  <a:cubicBezTo>
                    <a:pt x="1943" y="2469"/>
                    <a:pt x="1964" y="2462"/>
                    <a:pt x="1971" y="2449"/>
                  </a:cubicBezTo>
                  <a:cubicBezTo>
                    <a:pt x="1981" y="2433"/>
                    <a:pt x="1964" y="2411"/>
                    <a:pt x="1984" y="2401"/>
                  </a:cubicBezTo>
                  <a:cubicBezTo>
                    <a:pt x="2034" y="2375"/>
                    <a:pt x="2093" y="2437"/>
                    <a:pt x="2133" y="2375"/>
                  </a:cubicBezTo>
                  <a:cubicBezTo>
                    <a:pt x="2151" y="2347"/>
                    <a:pt x="2136" y="2287"/>
                    <a:pt x="2136" y="2255"/>
                  </a:cubicBezTo>
                  <a:cubicBezTo>
                    <a:pt x="2136" y="2229"/>
                    <a:pt x="2130" y="2200"/>
                    <a:pt x="2137" y="2175"/>
                  </a:cubicBezTo>
                  <a:cubicBezTo>
                    <a:pt x="2146" y="2145"/>
                    <a:pt x="2169" y="2118"/>
                    <a:pt x="2175" y="2087"/>
                  </a:cubicBezTo>
                  <a:cubicBezTo>
                    <a:pt x="2179" y="2067"/>
                    <a:pt x="2162" y="2050"/>
                    <a:pt x="2168" y="2031"/>
                  </a:cubicBezTo>
                  <a:cubicBezTo>
                    <a:pt x="2174" y="2012"/>
                    <a:pt x="2195" y="1974"/>
                    <a:pt x="2219" y="1980"/>
                  </a:cubicBezTo>
                  <a:cubicBezTo>
                    <a:pt x="2239" y="1985"/>
                    <a:pt x="2246" y="2013"/>
                    <a:pt x="2269" y="1994"/>
                  </a:cubicBezTo>
                  <a:cubicBezTo>
                    <a:pt x="2292" y="1976"/>
                    <a:pt x="2276" y="1965"/>
                    <a:pt x="2280" y="1943"/>
                  </a:cubicBezTo>
                  <a:cubicBezTo>
                    <a:pt x="2285" y="1915"/>
                    <a:pt x="2299" y="1890"/>
                    <a:pt x="2305" y="1863"/>
                  </a:cubicBezTo>
                  <a:cubicBezTo>
                    <a:pt x="2309" y="1848"/>
                    <a:pt x="2305" y="1833"/>
                    <a:pt x="2309" y="1819"/>
                  </a:cubicBezTo>
                  <a:cubicBezTo>
                    <a:pt x="2315" y="1800"/>
                    <a:pt x="2336" y="1796"/>
                    <a:pt x="2336" y="1775"/>
                  </a:cubicBezTo>
                  <a:cubicBezTo>
                    <a:pt x="2417" y="1668"/>
                    <a:pt x="2417" y="1668"/>
                    <a:pt x="2417" y="1668"/>
                  </a:cubicBezTo>
                  <a:cubicBezTo>
                    <a:pt x="2492" y="1655"/>
                    <a:pt x="2492" y="1655"/>
                    <a:pt x="2492" y="1655"/>
                  </a:cubicBezTo>
                  <a:cubicBezTo>
                    <a:pt x="2496" y="1627"/>
                    <a:pt x="2496" y="1627"/>
                    <a:pt x="2496" y="1627"/>
                  </a:cubicBezTo>
                  <a:cubicBezTo>
                    <a:pt x="2496" y="1623"/>
                    <a:pt x="2496" y="1623"/>
                    <a:pt x="2496" y="1623"/>
                  </a:cubicBezTo>
                  <a:cubicBezTo>
                    <a:pt x="2478" y="1556"/>
                    <a:pt x="2535" y="1520"/>
                    <a:pt x="2545" y="1459"/>
                  </a:cubicBezTo>
                  <a:cubicBezTo>
                    <a:pt x="2557" y="1393"/>
                    <a:pt x="2537" y="1330"/>
                    <a:pt x="2542" y="1263"/>
                  </a:cubicBezTo>
                  <a:cubicBezTo>
                    <a:pt x="2545" y="1214"/>
                    <a:pt x="2574" y="1159"/>
                    <a:pt x="2594" y="1115"/>
                  </a:cubicBezTo>
                  <a:cubicBezTo>
                    <a:pt x="2607" y="1087"/>
                    <a:pt x="2610" y="1059"/>
                    <a:pt x="2636" y="1039"/>
                  </a:cubicBezTo>
                  <a:cubicBezTo>
                    <a:pt x="2620" y="1000"/>
                    <a:pt x="2628" y="987"/>
                    <a:pt x="2637" y="950"/>
                  </a:cubicBezTo>
                  <a:cubicBezTo>
                    <a:pt x="2640" y="939"/>
                    <a:pt x="2635" y="922"/>
                    <a:pt x="2644" y="914"/>
                  </a:cubicBezTo>
                  <a:cubicBezTo>
                    <a:pt x="2673" y="888"/>
                    <a:pt x="2727" y="925"/>
                    <a:pt x="2728" y="859"/>
                  </a:cubicBezTo>
                  <a:cubicBezTo>
                    <a:pt x="2812" y="826"/>
                    <a:pt x="2812" y="826"/>
                    <a:pt x="2812" y="826"/>
                  </a:cubicBezTo>
                  <a:cubicBezTo>
                    <a:pt x="2853" y="823"/>
                    <a:pt x="2853" y="823"/>
                    <a:pt x="2853" y="823"/>
                  </a:cubicBezTo>
                  <a:cubicBezTo>
                    <a:pt x="2916" y="723"/>
                    <a:pt x="2916" y="723"/>
                    <a:pt x="2916" y="723"/>
                  </a:cubicBezTo>
                  <a:cubicBezTo>
                    <a:pt x="2891" y="711"/>
                    <a:pt x="2859" y="704"/>
                    <a:pt x="2837" y="687"/>
                  </a:cubicBezTo>
                  <a:cubicBezTo>
                    <a:pt x="2812" y="668"/>
                    <a:pt x="2794" y="637"/>
                    <a:pt x="2769" y="617"/>
                  </a:cubicBezTo>
                  <a:cubicBezTo>
                    <a:pt x="2753" y="604"/>
                    <a:pt x="2733" y="615"/>
                    <a:pt x="2720" y="598"/>
                  </a:cubicBezTo>
                  <a:cubicBezTo>
                    <a:pt x="2697" y="568"/>
                    <a:pt x="2696" y="531"/>
                    <a:pt x="2689" y="495"/>
                  </a:cubicBezTo>
                  <a:cubicBezTo>
                    <a:pt x="2675" y="416"/>
                    <a:pt x="2676" y="336"/>
                    <a:pt x="2668" y="259"/>
                  </a:cubicBezTo>
                  <a:cubicBezTo>
                    <a:pt x="2684" y="261"/>
                    <a:pt x="2687" y="254"/>
                    <a:pt x="2684" y="239"/>
                  </a:cubicBezTo>
                  <a:cubicBezTo>
                    <a:pt x="2654" y="245"/>
                    <a:pt x="2653" y="210"/>
                    <a:pt x="2656" y="187"/>
                  </a:cubicBezTo>
                  <a:cubicBezTo>
                    <a:pt x="2660" y="187"/>
                    <a:pt x="2660" y="187"/>
                    <a:pt x="2660" y="187"/>
                  </a:cubicBezTo>
                  <a:cubicBezTo>
                    <a:pt x="2661" y="204"/>
                    <a:pt x="2691" y="231"/>
                    <a:pt x="2688" y="206"/>
                  </a:cubicBezTo>
                  <a:cubicBezTo>
                    <a:pt x="2686" y="186"/>
                    <a:pt x="2658" y="170"/>
                    <a:pt x="2646" y="155"/>
                  </a:cubicBezTo>
                  <a:cubicBezTo>
                    <a:pt x="2619" y="121"/>
                    <a:pt x="2610" y="81"/>
                    <a:pt x="2620" y="39"/>
                  </a:cubicBezTo>
                  <a:cubicBezTo>
                    <a:pt x="1676" y="39"/>
                    <a:pt x="1676" y="39"/>
                    <a:pt x="1676" y="39"/>
                  </a:cubicBezTo>
                  <a:cubicBezTo>
                    <a:pt x="1680" y="29"/>
                    <a:pt x="1691" y="5"/>
                    <a:pt x="1672" y="3"/>
                  </a:cubicBezTo>
                  <a:cubicBezTo>
                    <a:pt x="1651" y="0"/>
                    <a:pt x="1644" y="35"/>
                    <a:pt x="1624" y="38"/>
                  </a:cubicBezTo>
                  <a:cubicBezTo>
                    <a:pt x="1555" y="49"/>
                    <a:pt x="1477" y="39"/>
                    <a:pt x="1408" y="39"/>
                  </a:cubicBezTo>
                  <a:lnTo>
                    <a:pt x="552" y="39"/>
                  </a:lnTo>
                  <a:close/>
                </a:path>
              </a:pathLst>
            </a:custGeom>
            <a:solidFill>
              <a:schemeClr val="accent2"/>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4"/>
            <p:cNvSpPr>
              <a:spLocks/>
            </p:cNvSpPr>
            <p:nvPr/>
          </p:nvSpPr>
          <p:spPr bwMode="auto">
            <a:xfrm>
              <a:off x="2441575" y="2232025"/>
              <a:ext cx="647700" cy="439738"/>
            </a:xfrm>
            <a:custGeom>
              <a:avLst/>
              <a:gdLst/>
              <a:ahLst/>
              <a:cxnLst>
                <a:cxn ang="0">
                  <a:pos x="1271" y="121"/>
                </a:cxn>
                <a:cxn ang="0">
                  <a:pos x="1215" y="173"/>
                </a:cxn>
                <a:cxn ang="0">
                  <a:pos x="1116" y="269"/>
                </a:cxn>
                <a:cxn ang="0">
                  <a:pos x="1032" y="325"/>
                </a:cxn>
                <a:cxn ang="0">
                  <a:pos x="940" y="340"/>
                </a:cxn>
                <a:cxn ang="0">
                  <a:pos x="776" y="381"/>
                </a:cxn>
                <a:cxn ang="0">
                  <a:pos x="820" y="409"/>
                </a:cxn>
                <a:cxn ang="0">
                  <a:pos x="572" y="525"/>
                </a:cxn>
                <a:cxn ang="0">
                  <a:pos x="428" y="597"/>
                </a:cxn>
                <a:cxn ang="0">
                  <a:pos x="336" y="579"/>
                </a:cxn>
                <a:cxn ang="0">
                  <a:pos x="224" y="601"/>
                </a:cxn>
                <a:cxn ang="0">
                  <a:pos x="123" y="717"/>
                </a:cxn>
                <a:cxn ang="0">
                  <a:pos x="9" y="858"/>
                </a:cxn>
                <a:cxn ang="0">
                  <a:pos x="39" y="957"/>
                </a:cxn>
                <a:cxn ang="0">
                  <a:pos x="52" y="1033"/>
                </a:cxn>
                <a:cxn ang="0">
                  <a:pos x="110" y="1154"/>
                </a:cxn>
                <a:cxn ang="0">
                  <a:pos x="112" y="1209"/>
                </a:cxn>
                <a:cxn ang="0">
                  <a:pos x="286" y="1397"/>
                </a:cxn>
                <a:cxn ang="0">
                  <a:pos x="312" y="1541"/>
                </a:cxn>
                <a:cxn ang="0">
                  <a:pos x="373" y="1421"/>
                </a:cxn>
                <a:cxn ang="0">
                  <a:pos x="464" y="1298"/>
                </a:cxn>
                <a:cxn ang="0">
                  <a:pos x="608" y="1299"/>
                </a:cxn>
                <a:cxn ang="0">
                  <a:pos x="728" y="1309"/>
                </a:cxn>
                <a:cxn ang="0">
                  <a:pos x="749" y="1213"/>
                </a:cxn>
                <a:cxn ang="0">
                  <a:pos x="772" y="1149"/>
                </a:cxn>
                <a:cxn ang="0">
                  <a:pos x="932" y="1029"/>
                </a:cxn>
                <a:cxn ang="0">
                  <a:pos x="1072" y="1146"/>
                </a:cxn>
                <a:cxn ang="0">
                  <a:pos x="1188" y="1172"/>
                </a:cxn>
                <a:cxn ang="0">
                  <a:pos x="1432" y="1137"/>
                </a:cxn>
                <a:cxn ang="0">
                  <a:pos x="1458" y="1111"/>
                </a:cxn>
                <a:cxn ang="0">
                  <a:pos x="1596" y="1099"/>
                </a:cxn>
                <a:cxn ang="0">
                  <a:pos x="1748" y="1033"/>
                </a:cxn>
                <a:cxn ang="0">
                  <a:pos x="1828" y="1054"/>
                </a:cxn>
                <a:cxn ang="0">
                  <a:pos x="1900" y="1005"/>
                </a:cxn>
                <a:cxn ang="0">
                  <a:pos x="2052" y="1012"/>
                </a:cxn>
                <a:cxn ang="0">
                  <a:pos x="2164" y="1045"/>
                </a:cxn>
                <a:cxn ang="0">
                  <a:pos x="2208" y="1016"/>
                </a:cxn>
                <a:cxn ang="0">
                  <a:pos x="2240" y="937"/>
                </a:cxn>
                <a:cxn ang="0">
                  <a:pos x="2100" y="849"/>
                </a:cxn>
                <a:cxn ang="0">
                  <a:pos x="2096" y="757"/>
                </a:cxn>
                <a:cxn ang="0">
                  <a:pos x="2004" y="681"/>
                </a:cxn>
                <a:cxn ang="0">
                  <a:pos x="1880" y="609"/>
                </a:cxn>
                <a:cxn ang="0">
                  <a:pos x="1853" y="528"/>
                </a:cxn>
                <a:cxn ang="0">
                  <a:pos x="1713" y="468"/>
                </a:cxn>
                <a:cxn ang="0">
                  <a:pos x="1724" y="421"/>
                </a:cxn>
                <a:cxn ang="0">
                  <a:pos x="1600" y="345"/>
                </a:cxn>
                <a:cxn ang="0">
                  <a:pos x="1620" y="273"/>
                </a:cxn>
                <a:cxn ang="0">
                  <a:pos x="1624" y="237"/>
                </a:cxn>
                <a:cxn ang="0">
                  <a:pos x="1404" y="4"/>
                </a:cxn>
              </a:cxnLst>
              <a:rect l="0" t="0" r="r" b="b"/>
              <a:pathLst>
                <a:path w="2268" h="1541">
                  <a:moveTo>
                    <a:pt x="1272" y="61"/>
                  </a:moveTo>
                  <a:cubicBezTo>
                    <a:pt x="1270" y="78"/>
                    <a:pt x="1278" y="106"/>
                    <a:pt x="1271" y="121"/>
                  </a:cubicBezTo>
                  <a:cubicBezTo>
                    <a:pt x="1264" y="135"/>
                    <a:pt x="1248" y="135"/>
                    <a:pt x="1237" y="143"/>
                  </a:cubicBezTo>
                  <a:cubicBezTo>
                    <a:pt x="1226" y="151"/>
                    <a:pt x="1225" y="165"/>
                    <a:pt x="1215" y="173"/>
                  </a:cubicBezTo>
                  <a:cubicBezTo>
                    <a:pt x="1204" y="181"/>
                    <a:pt x="1191" y="181"/>
                    <a:pt x="1180" y="190"/>
                  </a:cubicBezTo>
                  <a:cubicBezTo>
                    <a:pt x="1153" y="212"/>
                    <a:pt x="1141" y="245"/>
                    <a:pt x="1116" y="269"/>
                  </a:cubicBezTo>
                  <a:cubicBezTo>
                    <a:pt x="1102" y="283"/>
                    <a:pt x="1081" y="286"/>
                    <a:pt x="1066" y="298"/>
                  </a:cubicBezTo>
                  <a:cubicBezTo>
                    <a:pt x="1054" y="307"/>
                    <a:pt x="1049" y="322"/>
                    <a:pt x="1032" y="325"/>
                  </a:cubicBezTo>
                  <a:cubicBezTo>
                    <a:pt x="1019" y="327"/>
                    <a:pt x="1005" y="322"/>
                    <a:pt x="992" y="323"/>
                  </a:cubicBezTo>
                  <a:cubicBezTo>
                    <a:pt x="974" y="325"/>
                    <a:pt x="958" y="337"/>
                    <a:pt x="940" y="340"/>
                  </a:cubicBezTo>
                  <a:cubicBezTo>
                    <a:pt x="906" y="345"/>
                    <a:pt x="871" y="344"/>
                    <a:pt x="836" y="345"/>
                  </a:cubicBezTo>
                  <a:cubicBezTo>
                    <a:pt x="811" y="346"/>
                    <a:pt x="784" y="355"/>
                    <a:pt x="776" y="381"/>
                  </a:cubicBezTo>
                  <a:cubicBezTo>
                    <a:pt x="820" y="405"/>
                    <a:pt x="820" y="405"/>
                    <a:pt x="820" y="405"/>
                  </a:cubicBezTo>
                  <a:cubicBezTo>
                    <a:pt x="820" y="409"/>
                    <a:pt x="820" y="409"/>
                    <a:pt x="820" y="409"/>
                  </a:cubicBezTo>
                  <a:cubicBezTo>
                    <a:pt x="787" y="438"/>
                    <a:pt x="765" y="493"/>
                    <a:pt x="723" y="511"/>
                  </a:cubicBezTo>
                  <a:cubicBezTo>
                    <a:pt x="680" y="530"/>
                    <a:pt x="617" y="519"/>
                    <a:pt x="572" y="525"/>
                  </a:cubicBezTo>
                  <a:cubicBezTo>
                    <a:pt x="532" y="530"/>
                    <a:pt x="505" y="552"/>
                    <a:pt x="475" y="573"/>
                  </a:cubicBezTo>
                  <a:cubicBezTo>
                    <a:pt x="458" y="584"/>
                    <a:pt x="439" y="578"/>
                    <a:pt x="428" y="597"/>
                  </a:cubicBezTo>
                  <a:cubicBezTo>
                    <a:pt x="409" y="584"/>
                    <a:pt x="392" y="569"/>
                    <a:pt x="388" y="545"/>
                  </a:cubicBezTo>
                  <a:cubicBezTo>
                    <a:pt x="361" y="548"/>
                    <a:pt x="357" y="567"/>
                    <a:pt x="336" y="579"/>
                  </a:cubicBezTo>
                  <a:cubicBezTo>
                    <a:pt x="317" y="591"/>
                    <a:pt x="292" y="585"/>
                    <a:pt x="284" y="609"/>
                  </a:cubicBezTo>
                  <a:cubicBezTo>
                    <a:pt x="224" y="601"/>
                    <a:pt x="224" y="601"/>
                    <a:pt x="224" y="601"/>
                  </a:cubicBezTo>
                  <a:cubicBezTo>
                    <a:pt x="201" y="619"/>
                    <a:pt x="172" y="625"/>
                    <a:pt x="152" y="651"/>
                  </a:cubicBezTo>
                  <a:cubicBezTo>
                    <a:pt x="137" y="669"/>
                    <a:pt x="133" y="696"/>
                    <a:pt x="123" y="717"/>
                  </a:cubicBezTo>
                  <a:cubicBezTo>
                    <a:pt x="112" y="745"/>
                    <a:pt x="86" y="783"/>
                    <a:pt x="69" y="809"/>
                  </a:cubicBezTo>
                  <a:cubicBezTo>
                    <a:pt x="54" y="830"/>
                    <a:pt x="19" y="834"/>
                    <a:pt x="9" y="858"/>
                  </a:cubicBezTo>
                  <a:cubicBezTo>
                    <a:pt x="0" y="878"/>
                    <a:pt x="24" y="891"/>
                    <a:pt x="40" y="889"/>
                  </a:cubicBezTo>
                  <a:cubicBezTo>
                    <a:pt x="39" y="957"/>
                    <a:pt x="39" y="957"/>
                    <a:pt x="39" y="957"/>
                  </a:cubicBezTo>
                  <a:cubicBezTo>
                    <a:pt x="28" y="993"/>
                    <a:pt x="28" y="993"/>
                    <a:pt x="28" y="993"/>
                  </a:cubicBezTo>
                  <a:cubicBezTo>
                    <a:pt x="52" y="1033"/>
                    <a:pt x="52" y="1033"/>
                    <a:pt x="52" y="1033"/>
                  </a:cubicBezTo>
                  <a:cubicBezTo>
                    <a:pt x="61" y="1113"/>
                    <a:pt x="61" y="1113"/>
                    <a:pt x="61" y="1113"/>
                  </a:cubicBezTo>
                  <a:cubicBezTo>
                    <a:pt x="110" y="1154"/>
                    <a:pt x="110" y="1154"/>
                    <a:pt x="110" y="1154"/>
                  </a:cubicBezTo>
                  <a:cubicBezTo>
                    <a:pt x="132" y="1205"/>
                    <a:pt x="132" y="1205"/>
                    <a:pt x="132" y="1205"/>
                  </a:cubicBezTo>
                  <a:cubicBezTo>
                    <a:pt x="112" y="1209"/>
                    <a:pt x="112" y="1209"/>
                    <a:pt x="112" y="1209"/>
                  </a:cubicBezTo>
                  <a:cubicBezTo>
                    <a:pt x="126" y="1268"/>
                    <a:pt x="193" y="1332"/>
                    <a:pt x="240" y="1368"/>
                  </a:cubicBezTo>
                  <a:cubicBezTo>
                    <a:pt x="256" y="1380"/>
                    <a:pt x="274" y="1381"/>
                    <a:pt x="286" y="1397"/>
                  </a:cubicBezTo>
                  <a:cubicBezTo>
                    <a:pt x="304" y="1420"/>
                    <a:pt x="291" y="1451"/>
                    <a:pt x="293" y="1477"/>
                  </a:cubicBezTo>
                  <a:cubicBezTo>
                    <a:pt x="295" y="1500"/>
                    <a:pt x="311" y="1518"/>
                    <a:pt x="312" y="1541"/>
                  </a:cubicBezTo>
                  <a:cubicBezTo>
                    <a:pt x="336" y="1533"/>
                    <a:pt x="335" y="1502"/>
                    <a:pt x="343" y="1481"/>
                  </a:cubicBezTo>
                  <a:cubicBezTo>
                    <a:pt x="351" y="1461"/>
                    <a:pt x="369" y="1443"/>
                    <a:pt x="373" y="1421"/>
                  </a:cubicBezTo>
                  <a:cubicBezTo>
                    <a:pt x="380" y="1384"/>
                    <a:pt x="371" y="1351"/>
                    <a:pt x="393" y="1314"/>
                  </a:cubicBezTo>
                  <a:cubicBezTo>
                    <a:pt x="408" y="1289"/>
                    <a:pt x="441" y="1301"/>
                    <a:pt x="464" y="1298"/>
                  </a:cubicBezTo>
                  <a:cubicBezTo>
                    <a:pt x="489" y="1295"/>
                    <a:pt x="517" y="1279"/>
                    <a:pt x="540" y="1278"/>
                  </a:cubicBezTo>
                  <a:cubicBezTo>
                    <a:pt x="564" y="1277"/>
                    <a:pt x="586" y="1295"/>
                    <a:pt x="608" y="1299"/>
                  </a:cubicBezTo>
                  <a:cubicBezTo>
                    <a:pt x="630" y="1303"/>
                    <a:pt x="642" y="1295"/>
                    <a:pt x="660" y="1313"/>
                  </a:cubicBezTo>
                  <a:cubicBezTo>
                    <a:pt x="688" y="1303"/>
                    <a:pt x="706" y="1270"/>
                    <a:pt x="728" y="1309"/>
                  </a:cubicBezTo>
                  <a:cubicBezTo>
                    <a:pt x="740" y="1305"/>
                    <a:pt x="740" y="1305"/>
                    <a:pt x="740" y="1305"/>
                  </a:cubicBezTo>
                  <a:cubicBezTo>
                    <a:pt x="749" y="1213"/>
                    <a:pt x="749" y="1213"/>
                    <a:pt x="749" y="1213"/>
                  </a:cubicBezTo>
                  <a:cubicBezTo>
                    <a:pt x="732" y="1157"/>
                    <a:pt x="732" y="1157"/>
                    <a:pt x="732" y="1157"/>
                  </a:cubicBezTo>
                  <a:cubicBezTo>
                    <a:pt x="772" y="1149"/>
                    <a:pt x="772" y="1149"/>
                    <a:pt x="772" y="1149"/>
                  </a:cubicBezTo>
                  <a:cubicBezTo>
                    <a:pt x="824" y="1057"/>
                    <a:pt x="824" y="1057"/>
                    <a:pt x="824" y="1057"/>
                  </a:cubicBezTo>
                  <a:cubicBezTo>
                    <a:pt x="867" y="1050"/>
                    <a:pt x="881" y="1007"/>
                    <a:pt x="932" y="1029"/>
                  </a:cubicBezTo>
                  <a:cubicBezTo>
                    <a:pt x="961" y="1041"/>
                    <a:pt x="1008" y="1066"/>
                    <a:pt x="1030" y="1089"/>
                  </a:cubicBezTo>
                  <a:cubicBezTo>
                    <a:pt x="1046" y="1106"/>
                    <a:pt x="1051" y="1136"/>
                    <a:pt x="1072" y="1146"/>
                  </a:cubicBezTo>
                  <a:cubicBezTo>
                    <a:pt x="1093" y="1156"/>
                    <a:pt x="1118" y="1142"/>
                    <a:pt x="1140" y="1146"/>
                  </a:cubicBezTo>
                  <a:cubicBezTo>
                    <a:pt x="1159" y="1149"/>
                    <a:pt x="1169" y="1168"/>
                    <a:pt x="1188" y="1172"/>
                  </a:cubicBezTo>
                  <a:cubicBezTo>
                    <a:pt x="1220" y="1178"/>
                    <a:pt x="1254" y="1167"/>
                    <a:pt x="1284" y="1173"/>
                  </a:cubicBezTo>
                  <a:cubicBezTo>
                    <a:pt x="1341" y="1184"/>
                    <a:pt x="1429" y="1235"/>
                    <a:pt x="1432" y="1137"/>
                  </a:cubicBezTo>
                  <a:cubicBezTo>
                    <a:pt x="1448" y="1137"/>
                    <a:pt x="1448" y="1137"/>
                    <a:pt x="1448" y="1137"/>
                  </a:cubicBezTo>
                  <a:cubicBezTo>
                    <a:pt x="1451" y="1128"/>
                    <a:pt x="1454" y="1120"/>
                    <a:pt x="1458" y="1111"/>
                  </a:cubicBezTo>
                  <a:cubicBezTo>
                    <a:pt x="1488" y="1050"/>
                    <a:pt x="1521" y="1125"/>
                    <a:pt x="1568" y="1120"/>
                  </a:cubicBezTo>
                  <a:cubicBezTo>
                    <a:pt x="1579" y="1118"/>
                    <a:pt x="1587" y="1105"/>
                    <a:pt x="1596" y="1099"/>
                  </a:cubicBezTo>
                  <a:cubicBezTo>
                    <a:pt x="1621" y="1085"/>
                    <a:pt x="1650" y="1077"/>
                    <a:pt x="1676" y="1067"/>
                  </a:cubicBezTo>
                  <a:cubicBezTo>
                    <a:pt x="1697" y="1058"/>
                    <a:pt x="1741" y="1057"/>
                    <a:pt x="1748" y="1033"/>
                  </a:cubicBezTo>
                  <a:cubicBezTo>
                    <a:pt x="1768" y="1037"/>
                    <a:pt x="1777" y="1058"/>
                    <a:pt x="1796" y="1062"/>
                  </a:cubicBezTo>
                  <a:cubicBezTo>
                    <a:pt x="1807" y="1064"/>
                    <a:pt x="1817" y="1056"/>
                    <a:pt x="1828" y="1054"/>
                  </a:cubicBezTo>
                  <a:cubicBezTo>
                    <a:pt x="1846" y="1050"/>
                    <a:pt x="1938" y="1050"/>
                    <a:pt x="1900" y="1009"/>
                  </a:cubicBezTo>
                  <a:cubicBezTo>
                    <a:pt x="1900" y="1005"/>
                    <a:pt x="1900" y="1005"/>
                    <a:pt x="1900" y="1005"/>
                  </a:cubicBezTo>
                  <a:cubicBezTo>
                    <a:pt x="1938" y="974"/>
                    <a:pt x="1955" y="1001"/>
                    <a:pt x="1996" y="1014"/>
                  </a:cubicBezTo>
                  <a:cubicBezTo>
                    <a:pt x="2016" y="1020"/>
                    <a:pt x="2033" y="1007"/>
                    <a:pt x="2052" y="1012"/>
                  </a:cubicBezTo>
                  <a:cubicBezTo>
                    <a:pt x="2070" y="1015"/>
                    <a:pt x="2082" y="1032"/>
                    <a:pt x="2100" y="1036"/>
                  </a:cubicBezTo>
                  <a:cubicBezTo>
                    <a:pt x="2124" y="1041"/>
                    <a:pt x="2141" y="1030"/>
                    <a:pt x="2164" y="1045"/>
                  </a:cubicBezTo>
                  <a:cubicBezTo>
                    <a:pt x="2168" y="1045"/>
                    <a:pt x="2168" y="1045"/>
                    <a:pt x="2168" y="1045"/>
                  </a:cubicBezTo>
                  <a:cubicBezTo>
                    <a:pt x="2179" y="1032"/>
                    <a:pt x="2190" y="1017"/>
                    <a:pt x="2208" y="1016"/>
                  </a:cubicBezTo>
                  <a:cubicBezTo>
                    <a:pt x="2230" y="1016"/>
                    <a:pt x="2254" y="1041"/>
                    <a:pt x="2268" y="1017"/>
                  </a:cubicBezTo>
                  <a:cubicBezTo>
                    <a:pt x="2233" y="989"/>
                    <a:pt x="2255" y="969"/>
                    <a:pt x="2240" y="937"/>
                  </a:cubicBezTo>
                  <a:cubicBezTo>
                    <a:pt x="2217" y="890"/>
                    <a:pt x="2147" y="868"/>
                    <a:pt x="2100" y="857"/>
                  </a:cubicBezTo>
                  <a:cubicBezTo>
                    <a:pt x="2100" y="849"/>
                    <a:pt x="2100" y="849"/>
                    <a:pt x="2100" y="849"/>
                  </a:cubicBezTo>
                  <a:cubicBezTo>
                    <a:pt x="2133" y="830"/>
                    <a:pt x="2084" y="814"/>
                    <a:pt x="2079" y="796"/>
                  </a:cubicBezTo>
                  <a:cubicBezTo>
                    <a:pt x="2075" y="782"/>
                    <a:pt x="2089" y="768"/>
                    <a:pt x="2096" y="757"/>
                  </a:cubicBezTo>
                  <a:cubicBezTo>
                    <a:pt x="2049" y="732"/>
                    <a:pt x="2049" y="732"/>
                    <a:pt x="2049" y="732"/>
                  </a:cubicBezTo>
                  <a:cubicBezTo>
                    <a:pt x="2004" y="681"/>
                    <a:pt x="2004" y="681"/>
                    <a:pt x="2004" y="681"/>
                  </a:cubicBezTo>
                  <a:cubicBezTo>
                    <a:pt x="1932" y="645"/>
                    <a:pt x="1932" y="645"/>
                    <a:pt x="1932" y="645"/>
                  </a:cubicBezTo>
                  <a:cubicBezTo>
                    <a:pt x="1880" y="609"/>
                    <a:pt x="1880" y="609"/>
                    <a:pt x="1880" y="609"/>
                  </a:cubicBezTo>
                  <a:cubicBezTo>
                    <a:pt x="1885" y="600"/>
                    <a:pt x="1895" y="593"/>
                    <a:pt x="1899" y="584"/>
                  </a:cubicBezTo>
                  <a:cubicBezTo>
                    <a:pt x="1916" y="548"/>
                    <a:pt x="1870" y="543"/>
                    <a:pt x="1853" y="528"/>
                  </a:cubicBezTo>
                  <a:cubicBezTo>
                    <a:pt x="1837" y="514"/>
                    <a:pt x="1830" y="494"/>
                    <a:pt x="1808" y="487"/>
                  </a:cubicBezTo>
                  <a:cubicBezTo>
                    <a:pt x="1779" y="477"/>
                    <a:pt x="1740" y="487"/>
                    <a:pt x="1713" y="468"/>
                  </a:cubicBezTo>
                  <a:cubicBezTo>
                    <a:pt x="1694" y="455"/>
                    <a:pt x="1712" y="435"/>
                    <a:pt x="1724" y="425"/>
                  </a:cubicBezTo>
                  <a:cubicBezTo>
                    <a:pt x="1724" y="421"/>
                    <a:pt x="1724" y="421"/>
                    <a:pt x="1724" y="421"/>
                  </a:cubicBezTo>
                  <a:cubicBezTo>
                    <a:pt x="1689" y="386"/>
                    <a:pt x="1634" y="397"/>
                    <a:pt x="1588" y="397"/>
                  </a:cubicBezTo>
                  <a:cubicBezTo>
                    <a:pt x="1599" y="379"/>
                    <a:pt x="1606" y="366"/>
                    <a:pt x="1600" y="345"/>
                  </a:cubicBezTo>
                  <a:cubicBezTo>
                    <a:pt x="1584" y="353"/>
                    <a:pt x="1584" y="353"/>
                    <a:pt x="1584" y="353"/>
                  </a:cubicBezTo>
                  <a:cubicBezTo>
                    <a:pt x="1620" y="273"/>
                    <a:pt x="1620" y="273"/>
                    <a:pt x="1620" y="273"/>
                  </a:cubicBezTo>
                  <a:cubicBezTo>
                    <a:pt x="1608" y="269"/>
                    <a:pt x="1608" y="269"/>
                    <a:pt x="1608" y="269"/>
                  </a:cubicBezTo>
                  <a:cubicBezTo>
                    <a:pt x="1624" y="237"/>
                    <a:pt x="1624" y="237"/>
                    <a:pt x="1624" y="237"/>
                  </a:cubicBezTo>
                  <a:cubicBezTo>
                    <a:pt x="1593" y="164"/>
                    <a:pt x="1563" y="108"/>
                    <a:pt x="1504" y="52"/>
                  </a:cubicBezTo>
                  <a:cubicBezTo>
                    <a:pt x="1472" y="20"/>
                    <a:pt x="1455" y="0"/>
                    <a:pt x="1404" y="4"/>
                  </a:cubicBezTo>
                  <a:cubicBezTo>
                    <a:pt x="1353" y="8"/>
                    <a:pt x="1320" y="54"/>
                    <a:pt x="1272" y="6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15"/>
            <p:cNvSpPr>
              <a:spLocks noEditPoints="1"/>
            </p:cNvSpPr>
            <p:nvPr/>
          </p:nvSpPr>
          <p:spPr bwMode="auto">
            <a:xfrm>
              <a:off x="1866900" y="2089150"/>
              <a:ext cx="596900" cy="485775"/>
            </a:xfrm>
            <a:custGeom>
              <a:avLst/>
              <a:gdLst/>
              <a:ahLst/>
              <a:cxnLst>
                <a:cxn ang="0">
                  <a:pos x="160" y="345"/>
                </a:cxn>
                <a:cxn ang="0">
                  <a:pos x="172" y="377"/>
                </a:cxn>
                <a:cxn ang="0">
                  <a:pos x="196" y="605"/>
                </a:cxn>
                <a:cxn ang="0">
                  <a:pos x="118" y="712"/>
                </a:cxn>
                <a:cxn ang="0">
                  <a:pos x="72" y="831"/>
                </a:cxn>
                <a:cxn ang="0">
                  <a:pos x="2" y="1037"/>
                </a:cxn>
                <a:cxn ang="0">
                  <a:pos x="0" y="1101"/>
                </a:cxn>
                <a:cxn ang="0">
                  <a:pos x="8" y="1317"/>
                </a:cxn>
                <a:cxn ang="0">
                  <a:pos x="192" y="1273"/>
                </a:cxn>
                <a:cxn ang="0">
                  <a:pos x="152" y="1309"/>
                </a:cxn>
                <a:cxn ang="0">
                  <a:pos x="488" y="1441"/>
                </a:cxn>
                <a:cxn ang="0">
                  <a:pos x="440" y="1455"/>
                </a:cxn>
                <a:cxn ang="0">
                  <a:pos x="512" y="1457"/>
                </a:cxn>
                <a:cxn ang="0">
                  <a:pos x="464" y="1525"/>
                </a:cxn>
                <a:cxn ang="0">
                  <a:pos x="472" y="1537"/>
                </a:cxn>
                <a:cxn ang="0">
                  <a:pos x="484" y="1545"/>
                </a:cxn>
                <a:cxn ang="0">
                  <a:pos x="632" y="1645"/>
                </a:cxn>
                <a:cxn ang="0">
                  <a:pos x="704" y="1669"/>
                </a:cxn>
                <a:cxn ang="0">
                  <a:pos x="748" y="1653"/>
                </a:cxn>
                <a:cxn ang="0">
                  <a:pos x="932" y="1629"/>
                </a:cxn>
                <a:cxn ang="0">
                  <a:pos x="1076" y="1521"/>
                </a:cxn>
                <a:cxn ang="0">
                  <a:pos x="1084" y="1406"/>
                </a:cxn>
                <a:cxn ang="0">
                  <a:pos x="1224" y="1289"/>
                </a:cxn>
                <a:cxn ang="0">
                  <a:pos x="1300" y="1205"/>
                </a:cxn>
                <a:cxn ang="0">
                  <a:pos x="1426" y="1238"/>
                </a:cxn>
                <a:cxn ang="0">
                  <a:pos x="1463" y="1298"/>
                </a:cxn>
                <a:cxn ang="0">
                  <a:pos x="1544" y="1225"/>
                </a:cxn>
                <a:cxn ang="0">
                  <a:pos x="1628" y="1101"/>
                </a:cxn>
                <a:cxn ang="0">
                  <a:pos x="1696" y="925"/>
                </a:cxn>
                <a:cxn ang="0">
                  <a:pos x="1785" y="786"/>
                </a:cxn>
                <a:cxn ang="0">
                  <a:pos x="1843" y="685"/>
                </a:cxn>
                <a:cxn ang="0">
                  <a:pos x="1884" y="593"/>
                </a:cxn>
                <a:cxn ang="0">
                  <a:pos x="2077" y="416"/>
                </a:cxn>
                <a:cxn ang="0">
                  <a:pos x="2000" y="265"/>
                </a:cxn>
                <a:cxn ang="0">
                  <a:pos x="2008" y="249"/>
                </a:cxn>
                <a:cxn ang="0">
                  <a:pos x="1901" y="35"/>
                </a:cxn>
                <a:cxn ang="0">
                  <a:pos x="1768" y="76"/>
                </a:cxn>
                <a:cxn ang="0">
                  <a:pos x="1584" y="109"/>
                </a:cxn>
                <a:cxn ang="0">
                  <a:pos x="1260" y="133"/>
                </a:cxn>
                <a:cxn ang="0">
                  <a:pos x="1000" y="140"/>
                </a:cxn>
                <a:cxn ang="0">
                  <a:pos x="752" y="156"/>
                </a:cxn>
                <a:cxn ang="0">
                  <a:pos x="544" y="23"/>
                </a:cxn>
                <a:cxn ang="0">
                  <a:pos x="440" y="28"/>
                </a:cxn>
                <a:cxn ang="0">
                  <a:pos x="251" y="125"/>
                </a:cxn>
                <a:cxn ang="0">
                  <a:pos x="175" y="239"/>
                </a:cxn>
                <a:cxn ang="0">
                  <a:pos x="800" y="1657"/>
                </a:cxn>
                <a:cxn ang="0">
                  <a:pos x="800" y="1657"/>
                </a:cxn>
                <a:cxn ang="0">
                  <a:pos x="732" y="1661"/>
                </a:cxn>
                <a:cxn ang="0">
                  <a:pos x="1004" y="1701"/>
                </a:cxn>
                <a:cxn ang="0">
                  <a:pos x="1004" y="1701"/>
                </a:cxn>
              </a:cxnLst>
              <a:rect l="0" t="0" r="r" b="b"/>
              <a:pathLst>
                <a:path w="2092" h="1705">
                  <a:moveTo>
                    <a:pt x="172" y="341"/>
                  </a:moveTo>
                  <a:cubicBezTo>
                    <a:pt x="160" y="345"/>
                    <a:pt x="160" y="345"/>
                    <a:pt x="160" y="345"/>
                  </a:cubicBezTo>
                  <a:cubicBezTo>
                    <a:pt x="172" y="373"/>
                    <a:pt x="172" y="373"/>
                    <a:pt x="172" y="373"/>
                  </a:cubicBezTo>
                  <a:cubicBezTo>
                    <a:pt x="172" y="377"/>
                    <a:pt x="172" y="377"/>
                    <a:pt x="172" y="377"/>
                  </a:cubicBezTo>
                  <a:cubicBezTo>
                    <a:pt x="115" y="412"/>
                    <a:pt x="153" y="448"/>
                    <a:pt x="175" y="489"/>
                  </a:cubicBezTo>
                  <a:cubicBezTo>
                    <a:pt x="190" y="517"/>
                    <a:pt x="205" y="575"/>
                    <a:pt x="196" y="605"/>
                  </a:cubicBezTo>
                  <a:cubicBezTo>
                    <a:pt x="136" y="593"/>
                    <a:pt x="179" y="664"/>
                    <a:pt x="154" y="692"/>
                  </a:cubicBezTo>
                  <a:cubicBezTo>
                    <a:pt x="144" y="703"/>
                    <a:pt x="128" y="702"/>
                    <a:pt x="118" y="712"/>
                  </a:cubicBezTo>
                  <a:cubicBezTo>
                    <a:pt x="109" y="721"/>
                    <a:pt x="90" y="756"/>
                    <a:pt x="84" y="769"/>
                  </a:cubicBezTo>
                  <a:cubicBezTo>
                    <a:pt x="75" y="788"/>
                    <a:pt x="86" y="813"/>
                    <a:pt x="72" y="831"/>
                  </a:cubicBezTo>
                  <a:cubicBezTo>
                    <a:pt x="57" y="850"/>
                    <a:pt x="24" y="827"/>
                    <a:pt x="16" y="857"/>
                  </a:cubicBezTo>
                  <a:cubicBezTo>
                    <a:pt x="0" y="913"/>
                    <a:pt x="9" y="979"/>
                    <a:pt x="2" y="1037"/>
                  </a:cubicBezTo>
                  <a:cubicBezTo>
                    <a:pt x="0" y="1058"/>
                    <a:pt x="14" y="1077"/>
                    <a:pt x="0" y="1097"/>
                  </a:cubicBezTo>
                  <a:cubicBezTo>
                    <a:pt x="0" y="1101"/>
                    <a:pt x="0" y="1101"/>
                    <a:pt x="0" y="1101"/>
                  </a:cubicBezTo>
                  <a:cubicBezTo>
                    <a:pt x="22" y="1125"/>
                    <a:pt x="14" y="1159"/>
                    <a:pt x="11" y="1189"/>
                  </a:cubicBezTo>
                  <a:cubicBezTo>
                    <a:pt x="6" y="1225"/>
                    <a:pt x="1" y="1281"/>
                    <a:pt x="8" y="1317"/>
                  </a:cubicBezTo>
                  <a:cubicBezTo>
                    <a:pt x="119" y="1310"/>
                    <a:pt x="119" y="1310"/>
                    <a:pt x="119" y="1310"/>
                  </a:cubicBezTo>
                  <a:cubicBezTo>
                    <a:pt x="192" y="1273"/>
                    <a:pt x="192" y="1273"/>
                    <a:pt x="192" y="1273"/>
                  </a:cubicBezTo>
                  <a:cubicBezTo>
                    <a:pt x="192" y="1277"/>
                    <a:pt x="192" y="1277"/>
                    <a:pt x="192" y="1277"/>
                  </a:cubicBezTo>
                  <a:cubicBezTo>
                    <a:pt x="152" y="1309"/>
                    <a:pt x="152" y="1309"/>
                    <a:pt x="152" y="1309"/>
                  </a:cubicBezTo>
                  <a:cubicBezTo>
                    <a:pt x="266" y="1287"/>
                    <a:pt x="381" y="1335"/>
                    <a:pt x="424" y="1449"/>
                  </a:cubicBezTo>
                  <a:cubicBezTo>
                    <a:pt x="488" y="1441"/>
                    <a:pt x="488" y="1441"/>
                    <a:pt x="488" y="1441"/>
                  </a:cubicBezTo>
                  <a:cubicBezTo>
                    <a:pt x="488" y="1445"/>
                    <a:pt x="488" y="1445"/>
                    <a:pt x="488" y="1445"/>
                  </a:cubicBezTo>
                  <a:cubicBezTo>
                    <a:pt x="477" y="1446"/>
                    <a:pt x="447" y="1444"/>
                    <a:pt x="440" y="1455"/>
                  </a:cubicBezTo>
                  <a:cubicBezTo>
                    <a:pt x="429" y="1474"/>
                    <a:pt x="467" y="1485"/>
                    <a:pt x="479" y="1482"/>
                  </a:cubicBezTo>
                  <a:cubicBezTo>
                    <a:pt x="493" y="1479"/>
                    <a:pt x="502" y="1465"/>
                    <a:pt x="512" y="1457"/>
                  </a:cubicBezTo>
                  <a:cubicBezTo>
                    <a:pt x="498" y="1477"/>
                    <a:pt x="489" y="1489"/>
                    <a:pt x="464" y="1493"/>
                  </a:cubicBezTo>
                  <a:cubicBezTo>
                    <a:pt x="464" y="1525"/>
                    <a:pt x="464" y="1525"/>
                    <a:pt x="464" y="1525"/>
                  </a:cubicBezTo>
                  <a:cubicBezTo>
                    <a:pt x="488" y="1525"/>
                    <a:pt x="488" y="1525"/>
                    <a:pt x="488" y="1525"/>
                  </a:cubicBezTo>
                  <a:cubicBezTo>
                    <a:pt x="472" y="1537"/>
                    <a:pt x="472" y="1537"/>
                    <a:pt x="472" y="1537"/>
                  </a:cubicBezTo>
                  <a:cubicBezTo>
                    <a:pt x="472" y="1541"/>
                    <a:pt x="472" y="1541"/>
                    <a:pt x="472" y="1541"/>
                  </a:cubicBezTo>
                  <a:cubicBezTo>
                    <a:pt x="484" y="1545"/>
                    <a:pt x="484" y="1545"/>
                    <a:pt x="484" y="1545"/>
                  </a:cubicBezTo>
                  <a:cubicBezTo>
                    <a:pt x="471" y="1594"/>
                    <a:pt x="549" y="1689"/>
                    <a:pt x="603" y="1675"/>
                  </a:cubicBezTo>
                  <a:cubicBezTo>
                    <a:pt x="617" y="1672"/>
                    <a:pt x="622" y="1654"/>
                    <a:pt x="632" y="1645"/>
                  </a:cubicBezTo>
                  <a:cubicBezTo>
                    <a:pt x="624" y="1673"/>
                    <a:pt x="624" y="1673"/>
                    <a:pt x="624" y="1673"/>
                  </a:cubicBezTo>
                  <a:cubicBezTo>
                    <a:pt x="704" y="1669"/>
                    <a:pt x="704" y="1669"/>
                    <a:pt x="704" y="1669"/>
                  </a:cubicBezTo>
                  <a:cubicBezTo>
                    <a:pt x="691" y="1627"/>
                    <a:pt x="707" y="1629"/>
                    <a:pt x="744" y="1633"/>
                  </a:cubicBezTo>
                  <a:cubicBezTo>
                    <a:pt x="748" y="1653"/>
                    <a:pt x="748" y="1653"/>
                    <a:pt x="748" y="1653"/>
                  </a:cubicBezTo>
                  <a:cubicBezTo>
                    <a:pt x="788" y="1629"/>
                    <a:pt x="788" y="1629"/>
                    <a:pt x="788" y="1629"/>
                  </a:cubicBezTo>
                  <a:cubicBezTo>
                    <a:pt x="838" y="1637"/>
                    <a:pt x="882" y="1630"/>
                    <a:pt x="932" y="1629"/>
                  </a:cubicBezTo>
                  <a:cubicBezTo>
                    <a:pt x="958" y="1628"/>
                    <a:pt x="992" y="1639"/>
                    <a:pt x="988" y="1601"/>
                  </a:cubicBezTo>
                  <a:cubicBezTo>
                    <a:pt x="1034" y="1620"/>
                    <a:pt x="1047" y="1544"/>
                    <a:pt x="1076" y="1521"/>
                  </a:cubicBezTo>
                  <a:cubicBezTo>
                    <a:pt x="1072" y="1491"/>
                    <a:pt x="1085" y="1474"/>
                    <a:pt x="1088" y="1449"/>
                  </a:cubicBezTo>
                  <a:cubicBezTo>
                    <a:pt x="1090" y="1432"/>
                    <a:pt x="1074" y="1422"/>
                    <a:pt x="1084" y="1406"/>
                  </a:cubicBezTo>
                  <a:cubicBezTo>
                    <a:pt x="1097" y="1386"/>
                    <a:pt x="1122" y="1371"/>
                    <a:pt x="1138" y="1353"/>
                  </a:cubicBezTo>
                  <a:cubicBezTo>
                    <a:pt x="1159" y="1329"/>
                    <a:pt x="1191" y="1294"/>
                    <a:pt x="1224" y="1289"/>
                  </a:cubicBezTo>
                  <a:cubicBezTo>
                    <a:pt x="1240" y="1241"/>
                    <a:pt x="1240" y="1241"/>
                    <a:pt x="1240" y="1241"/>
                  </a:cubicBezTo>
                  <a:cubicBezTo>
                    <a:pt x="1264" y="1241"/>
                    <a:pt x="1282" y="1219"/>
                    <a:pt x="1300" y="1205"/>
                  </a:cubicBezTo>
                  <a:cubicBezTo>
                    <a:pt x="1309" y="1234"/>
                    <a:pt x="1339" y="1225"/>
                    <a:pt x="1364" y="1225"/>
                  </a:cubicBezTo>
                  <a:cubicBezTo>
                    <a:pt x="1377" y="1173"/>
                    <a:pt x="1408" y="1220"/>
                    <a:pt x="1426" y="1238"/>
                  </a:cubicBezTo>
                  <a:cubicBezTo>
                    <a:pt x="1433" y="1245"/>
                    <a:pt x="1445" y="1246"/>
                    <a:pt x="1450" y="1256"/>
                  </a:cubicBezTo>
                  <a:cubicBezTo>
                    <a:pt x="1457" y="1269"/>
                    <a:pt x="1451" y="1287"/>
                    <a:pt x="1463" y="1298"/>
                  </a:cubicBezTo>
                  <a:cubicBezTo>
                    <a:pt x="1481" y="1316"/>
                    <a:pt x="1522" y="1302"/>
                    <a:pt x="1520" y="1277"/>
                  </a:cubicBezTo>
                  <a:cubicBezTo>
                    <a:pt x="1547" y="1268"/>
                    <a:pt x="1562" y="1251"/>
                    <a:pt x="1544" y="1225"/>
                  </a:cubicBezTo>
                  <a:cubicBezTo>
                    <a:pt x="1604" y="1185"/>
                    <a:pt x="1604" y="1185"/>
                    <a:pt x="1604" y="1185"/>
                  </a:cubicBezTo>
                  <a:cubicBezTo>
                    <a:pt x="1585" y="1139"/>
                    <a:pt x="1610" y="1140"/>
                    <a:pt x="1628" y="1101"/>
                  </a:cubicBezTo>
                  <a:cubicBezTo>
                    <a:pt x="1649" y="1055"/>
                    <a:pt x="1668" y="1008"/>
                    <a:pt x="1668" y="957"/>
                  </a:cubicBezTo>
                  <a:cubicBezTo>
                    <a:pt x="1688" y="957"/>
                    <a:pt x="1699" y="945"/>
                    <a:pt x="1696" y="925"/>
                  </a:cubicBezTo>
                  <a:cubicBezTo>
                    <a:pt x="1707" y="924"/>
                    <a:pt x="1720" y="924"/>
                    <a:pt x="1731" y="920"/>
                  </a:cubicBezTo>
                  <a:cubicBezTo>
                    <a:pt x="1792" y="899"/>
                    <a:pt x="1749" y="822"/>
                    <a:pt x="1785" y="786"/>
                  </a:cubicBezTo>
                  <a:cubicBezTo>
                    <a:pt x="1797" y="773"/>
                    <a:pt x="1822" y="773"/>
                    <a:pt x="1831" y="759"/>
                  </a:cubicBezTo>
                  <a:cubicBezTo>
                    <a:pt x="1845" y="739"/>
                    <a:pt x="1833" y="707"/>
                    <a:pt x="1843" y="685"/>
                  </a:cubicBezTo>
                  <a:cubicBezTo>
                    <a:pt x="1849" y="669"/>
                    <a:pt x="1869" y="666"/>
                    <a:pt x="1876" y="651"/>
                  </a:cubicBezTo>
                  <a:cubicBezTo>
                    <a:pt x="1883" y="635"/>
                    <a:pt x="1877" y="611"/>
                    <a:pt x="1884" y="593"/>
                  </a:cubicBezTo>
                  <a:cubicBezTo>
                    <a:pt x="1894" y="562"/>
                    <a:pt x="1923" y="515"/>
                    <a:pt x="1942" y="489"/>
                  </a:cubicBezTo>
                  <a:cubicBezTo>
                    <a:pt x="1971" y="451"/>
                    <a:pt x="2049" y="465"/>
                    <a:pt x="2077" y="416"/>
                  </a:cubicBezTo>
                  <a:cubicBezTo>
                    <a:pt x="2092" y="389"/>
                    <a:pt x="2068" y="344"/>
                    <a:pt x="2084" y="317"/>
                  </a:cubicBezTo>
                  <a:cubicBezTo>
                    <a:pt x="2072" y="272"/>
                    <a:pt x="2037" y="273"/>
                    <a:pt x="2000" y="265"/>
                  </a:cubicBezTo>
                  <a:cubicBezTo>
                    <a:pt x="2008" y="253"/>
                    <a:pt x="2008" y="253"/>
                    <a:pt x="2008" y="253"/>
                  </a:cubicBezTo>
                  <a:cubicBezTo>
                    <a:pt x="2008" y="249"/>
                    <a:pt x="2008" y="249"/>
                    <a:pt x="2008" y="249"/>
                  </a:cubicBezTo>
                  <a:cubicBezTo>
                    <a:pt x="1993" y="222"/>
                    <a:pt x="1984" y="179"/>
                    <a:pt x="1988" y="149"/>
                  </a:cubicBezTo>
                  <a:cubicBezTo>
                    <a:pt x="1952" y="119"/>
                    <a:pt x="1940" y="60"/>
                    <a:pt x="1901" y="35"/>
                  </a:cubicBezTo>
                  <a:cubicBezTo>
                    <a:pt x="1870" y="15"/>
                    <a:pt x="1844" y="48"/>
                    <a:pt x="1823" y="62"/>
                  </a:cubicBezTo>
                  <a:cubicBezTo>
                    <a:pt x="1807" y="72"/>
                    <a:pt x="1785" y="65"/>
                    <a:pt x="1768" y="76"/>
                  </a:cubicBezTo>
                  <a:cubicBezTo>
                    <a:pt x="1745" y="90"/>
                    <a:pt x="1711" y="141"/>
                    <a:pt x="1688" y="144"/>
                  </a:cubicBezTo>
                  <a:cubicBezTo>
                    <a:pt x="1649" y="148"/>
                    <a:pt x="1618" y="120"/>
                    <a:pt x="1584" y="109"/>
                  </a:cubicBezTo>
                  <a:cubicBezTo>
                    <a:pt x="1529" y="92"/>
                    <a:pt x="1460" y="84"/>
                    <a:pt x="1404" y="89"/>
                  </a:cubicBezTo>
                  <a:cubicBezTo>
                    <a:pt x="1358" y="94"/>
                    <a:pt x="1298" y="107"/>
                    <a:pt x="1260" y="133"/>
                  </a:cubicBezTo>
                  <a:cubicBezTo>
                    <a:pt x="1237" y="148"/>
                    <a:pt x="1225" y="185"/>
                    <a:pt x="1196" y="191"/>
                  </a:cubicBezTo>
                  <a:cubicBezTo>
                    <a:pt x="1126" y="206"/>
                    <a:pt x="1058" y="168"/>
                    <a:pt x="1000" y="140"/>
                  </a:cubicBezTo>
                  <a:cubicBezTo>
                    <a:pt x="976" y="128"/>
                    <a:pt x="959" y="106"/>
                    <a:pt x="932" y="102"/>
                  </a:cubicBezTo>
                  <a:cubicBezTo>
                    <a:pt x="865" y="91"/>
                    <a:pt x="816" y="156"/>
                    <a:pt x="752" y="156"/>
                  </a:cubicBezTo>
                  <a:cubicBezTo>
                    <a:pt x="721" y="155"/>
                    <a:pt x="682" y="82"/>
                    <a:pt x="661" y="62"/>
                  </a:cubicBezTo>
                  <a:cubicBezTo>
                    <a:pt x="632" y="34"/>
                    <a:pt x="581" y="41"/>
                    <a:pt x="544" y="23"/>
                  </a:cubicBezTo>
                  <a:cubicBezTo>
                    <a:pt x="525" y="15"/>
                    <a:pt x="510" y="0"/>
                    <a:pt x="488" y="1"/>
                  </a:cubicBezTo>
                  <a:cubicBezTo>
                    <a:pt x="467" y="2"/>
                    <a:pt x="460" y="25"/>
                    <a:pt x="440" y="28"/>
                  </a:cubicBezTo>
                  <a:cubicBezTo>
                    <a:pt x="376" y="38"/>
                    <a:pt x="303" y="16"/>
                    <a:pt x="256" y="79"/>
                  </a:cubicBezTo>
                  <a:cubicBezTo>
                    <a:pt x="247" y="90"/>
                    <a:pt x="252" y="111"/>
                    <a:pt x="251" y="125"/>
                  </a:cubicBezTo>
                  <a:cubicBezTo>
                    <a:pt x="250" y="146"/>
                    <a:pt x="241" y="167"/>
                    <a:pt x="230" y="185"/>
                  </a:cubicBezTo>
                  <a:cubicBezTo>
                    <a:pt x="216" y="207"/>
                    <a:pt x="190" y="218"/>
                    <a:pt x="175" y="239"/>
                  </a:cubicBezTo>
                  <a:cubicBezTo>
                    <a:pt x="159" y="259"/>
                    <a:pt x="163" y="318"/>
                    <a:pt x="172" y="341"/>
                  </a:cubicBezTo>
                  <a:moveTo>
                    <a:pt x="800" y="1657"/>
                  </a:moveTo>
                  <a:cubicBezTo>
                    <a:pt x="836" y="1649"/>
                    <a:pt x="836" y="1649"/>
                    <a:pt x="836" y="1649"/>
                  </a:cubicBezTo>
                  <a:cubicBezTo>
                    <a:pt x="827" y="1624"/>
                    <a:pt x="805" y="1638"/>
                    <a:pt x="800" y="1657"/>
                  </a:cubicBezTo>
                  <a:moveTo>
                    <a:pt x="704" y="1641"/>
                  </a:moveTo>
                  <a:cubicBezTo>
                    <a:pt x="707" y="1658"/>
                    <a:pt x="714" y="1667"/>
                    <a:pt x="732" y="1661"/>
                  </a:cubicBezTo>
                  <a:cubicBezTo>
                    <a:pt x="727" y="1644"/>
                    <a:pt x="721" y="1639"/>
                    <a:pt x="704" y="1641"/>
                  </a:cubicBezTo>
                  <a:moveTo>
                    <a:pt x="1004" y="1701"/>
                  </a:moveTo>
                  <a:cubicBezTo>
                    <a:pt x="1008" y="1705"/>
                    <a:pt x="1008" y="1705"/>
                    <a:pt x="1008" y="1705"/>
                  </a:cubicBezTo>
                  <a:lnTo>
                    <a:pt x="1004" y="1701"/>
                  </a:lnTo>
                  <a:close/>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6"/>
            <p:cNvSpPr>
              <a:spLocks/>
            </p:cNvSpPr>
            <p:nvPr/>
          </p:nvSpPr>
          <p:spPr bwMode="auto">
            <a:xfrm>
              <a:off x="2398713" y="1614488"/>
              <a:ext cx="528638" cy="798513"/>
            </a:xfrm>
            <a:custGeom>
              <a:avLst/>
              <a:gdLst/>
              <a:ahLst/>
              <a:cxnLst>
                <a:cxn ang="0">
                  <a:pos x="301" y="263"/>
                </a:cxn>
                <a:cxn ang="0">
                  <a:pos x="365" y="435"/>
                </a:cxn>
                <a:cxn ang="0">
                  <a:pos x="435" y="554"/>
                </a:cxn>
                <a:cxn ang="0">
                  <a:pos x="391" y="683"/>
                </a:cxn>
                <a:cxn ang="0">
                  <a:pos x="358" y="1079"/>
                </a:cxn>
                <a:cxn ang="0">
                  <a:pos x="315" y="1187"/>
                </a:cxn>
                <a:cxn ang="0">
                  <a:pos x="69" y="1483"/>
                </a:cxn>
                <a:cxn ang="0">
                  <a:pos x="8" y="1580"/>
                </a:cxn>
                <a:cxn ang="0">
                  <a:pos x="112" y="1815"/>
                </a:cxn>
                <a:cxn ang="0">
                  <a:pos x="198" y="1870"/>
                </a:cxn>
                <a:cxn ang="0">
                  <a:pos x="278" y="1991"/>
                </a:cxn>
                <a:cxn ang="0">
                  <a:pos x="281" y="2215"/>
                </a:cxn>
                <a:cxn ang="0">
                  <a:pos x="206" y="2351"/>
                </a:cxn>
                <a:cxn ang="0">
                  <a:pos x="86" y="2411"/>
                </a:cxn>
                <a:cxn ang="0">
                  <a:pos x="297" y="2607"/>
                </a:cxn>
                <a:cxn ang="0">
                  <a:pos x="354" y="2783"/>
                </a:cxn>
                <a:cxn ang="0">
                  <a:pos x="538" y="2723"/>
                </a:cxn>
                <a:cxn ang="0">
                  <a:pos x="682" y="2723"/>
                </a:cxn>
                <a:cxn ang="0">
                  <a:pos x="806" y="2696"/>
                </a:cxn>
                <a:cxn ang="0">
                  <a:pos x="919" y="2662"/>
                </a:cxn>
                <a:cxn ang="0">
                  <a:pos x="950" y="2551"/>
                </a:cxn>
                <a:cxn ang="0">
                  <a:pos x="1154" y="2505"/>
                </a:cxn>
                <a:cxn ang="0">
                  <a:pos x="1243" y="2470"/>
                </a:cxn>
                <a:cxn ang="0">
                  <a:pos x="1390" y="2355"/>
                </a:cxn>
                <a:cxn ang="0">
                  <a:pos x="1446" y="2245"/>
                </a:cxn>
                <a:cxn ang="0">
                  <a:pos x="1638" y="2195"/>
                </a:cxn>
                <a:cxn ang="0">
                  <a:pos x="1590" y="2075"/>
                </a:cxn>
                <a:cxn ang="0">
                  <a:pos x="1570" y="1891"/>
                </a:cxn>
                <a:cxn ang="0">
                  <a:pos x="1486" y="1885"/>
                </a:cxn>
                <a:cxn ang="0">
                  <a:pos x="1546" y="1763"/>
                </a:cxn>
                <a:cxn ang="0">
                  <a:pos x="1570" y="1639"/>
                </a:cxn>
                <a:cxn ang="0">
                  <a:pos x="1558" y="1555"/>
                </a:cxn>
                <a:cxn ang="0">
                  <a:pos x="1662" y="1443"/>
                </a:cxn>
                <a:cxn ang="0">
                  <a:pos x="1686" y="1365"/>
                </a:cxn>
                <a:cxn ang="0">
                  <a:pos x="1839" y="1354"/>
                </a:cxn>
                <a:cxn ang="0">
                  <a:pos x="1838" y="1187"/>
                </a:cxn>
                <a:cxn ang="0">
                  <a:pos x="1837" y="712"/>
                </a:cxn>
                <a:cxn ang="0">
                  <a:pos x="1470" y="506"/>
                </a:cxn>
                <a:cxn ang="0">
                  <a:pos x="538" y="54"/>
                </a:cxn>
                <a:cxn ang="0">
                  <a:pos x="233" y="83"/>
                </a:cxn>
              </a:cxnLst>
              <a:rect l="0" t="0" r="r" b="b"/>
              <a:pathLst>
                <a:path w="1849" h="2801">
                  <a:moveTo>
                    <a:pt x="233" y="83"/>
                  </a:moveTo>
                  <a:cubicBezTo>
                    <a:pt x="245" y="140"/>
                    <a:pt x="295" y="205"/>
                    <a:pt x="301" y="263"/>
                  </a:cubicBezTo>
                  <a:cubicBezTo>
                    <a:pt x="304" y="290"/>
                    <a:pt x="294" y="326"/>
                    <a:pt x="304" y="351"/>
                  </a:cubicBezTo>
                  <a:cubicBezTo>
                    <a:pt x="317" y="381"/>
                    <a:pt x="351" y="404"/>
                    <a:pt x="365" y="435"/>
                  </a:cubicBezTo>
                  <a:cubicBezTo>
                    <a:pt x="373" y="452"/>
                    <a:pt x="361" y="471"/>
                    <a:pt x="372" y="487"/>
                  </a:cubicBezTo>
                  <a:cubicBezTo>
                    <a:pt x="388" y="509"/>
                    <a:pt x="429" y="526"/>
                    <a:pt x="435" y="554"/>
                  </a:cubicBezTo>
                  <a:cubicBezTo>
                    <a:pt x="439" y="569"/>
                    <a:pt x="416" y="591"/>
                    <a:pt x="409" y="603"/>
                  </a:cubicBezTo>
                  <a:cubicBezTo>
                    <a:pt x="395" y="629"/>
                    <a:pt x="394" y="655"/>
                    <a:pt x="391" y="683"/>
                  </a:cubicBezTo>
                  <a:cubicBezTo>
                    <a:pt x="382" y="765"/>
                    <a:pt x="367" y="849"/>
                    <a:pt x="366" y="931"/>
                  </a:cubicBezTo>
                  <a:cubicBezTo>
                    <a:pt x="365" y="981"/>
                    <a:pt x="362" y="1030"/>
                    <a:pt x="358" y="1079"/>
                  </a:cubicBezTo>
                  <a:cubicBezTo>
                    <a:pt x="357" y="1099"/>
                    <a:pt x="362" y="1121"/>
                    <a:pt x="355" y="1139"/>
                  </a:cubicBezTo>
                  <a:cubicBezTo>
                    <a:pt x="348" y="1159"/>
                    <a:pt x="328" y="1172"/>
                    <a:pt x="315" y="1187"/>
                  </a:cubicBezTo>
                  <a:cubicBezTo>
                    <a:pt x="282" y="1225"/>
                    <a:pt x="248" y="1260"/>
                    <a:pt x="214" y="1295"/>
                  </a:cubicBezTo>
                  <a:cubicBezTo>
                    <a:pt x="162" y="1350"/>
                    <a:pt x="105" y="1417"/>
                    <a:pt x="69" y="1483"/>
                  </a:cubicBezTo>
                  <a:cubicBezTo>
                    <a:pt x="61" y="1498"/>
                    <a:pt x="62" y="1513"/>
                    <a:pt x="55" y="1527"/>
                  </a:cubicBezTo>
                  <a:cubicBezTo>
                    <a:pt x="46" y="1546"/>
                    <a:pt x="10" y="1564"/>
                    <a:pt x="8" y="1580"/>
                  </a:cubicBezTo>
                  <a:cubicBezTo>
                    <a:pt x="0" y="1645"/>
                    <a:pt x="42" y="1714"/>
                    <a:pt x="75" y="1763"/>
                  </a:cubicBezTo>
                  <a:cubicBezTo>
                    <a:pt x="85" y="1779"/>
                    <a:pt x="97" y="1805"/>
                    <a:pt x="112" y="1815"/>
                  </a:cubicBezTo>
                  <a:cubicBezTo>
                    <a:pt x="131" y="1828"/>
                    <a:pt x="157" y="1807"/>
                    <a:pt x="177" y="1822"/>
                  </a:cubicBezTo>
                  <a:cubicBezTo>
                    <a:pt x="195" y="1835"/>
                    <a:pt x="188" y="1854"/>
                    <a:pt x="198" y="1870"/>
                  </a:cubicBezTo>
                  <a:cubicBezTo>
                    <a:pt x="206" y="1883"/>
                    <a:pt x="226" y="1882"/>
                    <a:pt x="237" y="1893"/>
                  </a:cubicBezTo>
                  <a:cubicBezTo>
                    <a:pt x="265" y="1922"/>
                    <a:pt x="236" y="1979"/>
                    <a:pt x="278" y="1991"/>
                  </a:cubicBezTo>
                  <a:cubicBezTo>
                    <a:pt x="278" y="2022"/>
                    <a:pt x="284" y="2053"/>
                    <a:pt x="284" y="2083"/>
                  </a:cubicBezTo>
                  <a:cubicBezTo>
                    <a:pt x="283" y="2130"/>
                    <a:pt x="268" y="2168"/>
                    <a:pt x="281" y="2215"/>
                  </a:cubicBezTo>
                  <a:cubicBezTo>
                    <a:pt x="299" y="2277"/>
                    <a:pt x="346" y="2310"/>
                    <a:pt x="386" y="2351"/>
                  </a:cubicBezTo>
                  <a:cubicBezTo>
                    <a:pt x="206" y="2351"/>
                    <a:pt x="206" y="2351"/>
                    <a:pt x="206" y="2351"/>
                  </a:cubicBezTo>
                  <a:cubicBezTo>
                    <a:pt x="135" y="2350"/>
                    <a:pt x="135" y="2350"/>
                    <a:pt x="135" y="2350"/>
                  </a:cubicBezTo>
                  <a:cubicBezTo>
                    <a:pt x="86" y="2411"/>
                    <a:pt x="86" y="2411"/>
                    <a:pt x="86" y="2411"/>
                  </a:cubicBezTo>
                  <a:cubicBezTo>
                    <a:pt x="124" y="2441"/>
                    <a:pt x="146" y="2483"/>
                    <a:pt x="182" y="2515"/>
                  </a:cubicBezTo>
                  <a:cubicBezTo>
                    <a:pt x="220" y="2548"/>
                    <a:pt x="269" y="2565"/>
                    <a:pt x="297" y="2607"/>
                  </a:cubicBezTo>
                  <a:cubicBezTo>
                    <a:pt x="319" y="2640"/>
                    <a:pt x="331" y="2729"/>
                    <a:pt x="370" y="2739"/>
                  </a:cubicBezTo>
                  <a:cubicBezTo>
                    <a:pt x="354" y="2783"/>
                    <a:pt x="354" y="2783"/>
                    <a:pt x="354" y="2783"/>
                  </a:cubicBezTo>
                  <a:cubicBezTo>
                    <a:pt x="454" y="2787"/>
                    <a:pt x="454" y="2787"/>
                    <a:pt x="454" y="2787"/>
                  </a:cubicBezTo>
                  <a:cubicBezTo>
                    <a:pt x="538" y="2723"/>
                    <a:pt x="538" y="2723"/>
                    <a:pt x="538" y="2723"/>
                  </a:cubicBezTo>
                  <a:cubicBezTo>
                    <a:pt x="545" y="2743"/>
                    <a:pt x="588" y="2801"/>
                    <a:pt x="602" y="2759"/>
                  </a:cubicBezTo>
                  <a:cubicBezTo>
                    <a:pt x="682" y="2723"/>
                    <a:pt x="682" y="2723"/>
                    <a:pt x="682" y="2723"/>
                  </a:cubicBezTo>
                  <a:cubicBezTo>
                    <a:pt x="734" y="2699"/>
                    <a:pt x="734" y="2699"/>
                    <a:pt x="734" y="2699"/>
                  </a:cubicBezTo>
                  <a:cubicBezTo>
                    <a:pt x="757" y="2715"/>
                    <a:pt x="781" y="2698"/>
                    <a:pt x="806" y="2696"/>
                  </a:cubicBezTo>
                  <a:cubicBezTo>
                    <a:pt x="832" y="2693"/>
                    <a:pt x="870" y="2699"/>
                    <a:pt x="894" y="2689"/>
                  </a:cubicBezTo>
                  <a:cubicBezTo>
                    <a:pt x="907" y="2684"/>
                    <a:pt x="909" y="2670"/>
                    <a:pt x="919" y="2662"/>
                  </a:cubicBezTo>
                  <a:cubicBezTo>
                    <a:pt x="949" y="2635"/>
                    <a:pt x="970" y="2609"/>
                    <a:pt x="994" y="2575"/>
                  </a:cubicBezTo>
                  <a:cubicBezTo>
                    <a:pt x="950" y="2551"/>
                    <a:pt x="950" y="2551"/>
                    <a:pt x="950" y="2551"/>
                  </a:cubicBezTo>
                  <a:cubicBezTo>
                    <a:pt x="950" y="2539"/>
                    <a:pt x="950" y="2539"/>
                    <a:pt x="950" y="2539"/>
                  </a:cubicBezTo>
                  <a:cubicBezTo>
                    <a:pt x="1012" y="2514"/>
                    <a:pt x="1088" y="2517"/>
                    <a:pt x="1154" y="2505"/>
                  </a:cubicBezTo>
                  <a:cubicBezTo>
                    <a:pt x="1171" y="2502"/>
                    <a:pt x="1190" y="2510"/>
                    <a:pt x="1206" y="2504"/>
                  </a:cubicBezTo>
                  <a:cubicBezTo>
                    <a:pt x="1222" y="2497"/>
                    <a:pt x="1230" y="2480"/>
                    <a:pt x="1243" y="2470"/>
                  </a:cubicBezTo>
                  <a:cubicBezTo>
                    <a:pt x="1259" y="2457"/>
                    <a:pt x="1280" y="2455"/>
                    <a:pt x="1294" y="2439"/>
                  </a:cubicBezTo>
                  <a:cubicBezTo>
                    <a:pt x="1326" y="2402"/>
                    <a:pt x="1337" y="2365"/>
                    <a:pt x="1390" y="2355"/>
                  </a:cubicBezTo>
                  <a:cubicBezTo>
                    <a:pt x="1398" y="2320"/>
                    <a:pt x="1419" y="2318"/>
                    <a:pt x="1446" y="2299"/>
                  </a:cubicBezTo>
                  <a:cubicBezTo>
                    <a:pt x="1445" y="2286"/>
                    <a:pt x="1439" y="2256"/>
                    <a:pt x="1446" y="2245"/>
                  </a:cubicBezTo>
                  <a:cubicBezTo>
                    <a:pt x="1453" y="2232"/>
                    <a:pt x="1477" y="2225"/>
                    <a:pt x="1490" y="2218"/>
                  </a:cubicBezTo>
                  <a:cubicBezTo>
                    <a:pt x="1543" y="2187"/>
                    <a:pt x="1579" y="2173"/>
                    <a:pt x="1638" y="2195"/>
                  </a:cubicBezTo>
                  <a:cubicBezTo>
                    <a:pt x="1655" y="2161"/>
                    <a:pt x="1659" y="2136"/>
                    <a:pt x="1650" y="2099"/>
                  </a:cubicBezTo>
                  <a:cubicBezTo>
                    <a:pt x="1590" y="2075"/>
                    <a:pt x="1590" y="2075"/>
                    <a:pt x="1590" y="2075"/>
                  </a:cubicBezTo>
                  <a:cubicBezTo>
                    <a:pt x="1591" y="2056"/>
                    <a:pt x="1598" y="2022"/>
                    <a:pt x="1594" y="2003"/>
                  </a:cubicBezTo>
                  <a:cubicBezTo>
                    <a:pt x="1584" y="1960"/>
                    <a:pt x="1557" y="1940"/>
                    <a:pt x="1570" y="1891"/>
                  </a:cubicBezTo>
                  <a:cubicBezTo>
                    <a:pt x="1556" y="1886"/>
                    <a:pt x="1538" y="1871"/>
                    <a:pt x="1523" y="1873"/>
                  </a:cubicBezTo>
                  <a:cubicBezTo>
                    <a:pt x="1509" y="1875"/>
                    <a:pt x="1501" y="1889"/>
                    <a:pt x="1486" y="1885"/>
                  </a:cubicBezTo>
                  <a:cubicBezTo>
                    <a:pt x="1414" y="1864"/>
                    <a:pt x="1528" y="1785"/>
                    <a:pt x="1546" y="1767"/>
                  </a:cubicBezTo>
                  <a:cubicBezTo>
                    <a:pt x="1546" y="1763"/>
                    <a:pt x="1546" y="1763"/>
                    <a:pt x="1546" y="1763"/>
                  </a:cubicBezTo>
                  <a:cubicBezTo>
                    <a:pt x="1532" y="1747"/>
                    <a:pt x="1497" y="1703"/>
                    <a:pt x="1513" y="1681"/>
                  </a:cubicBezTo>
                  <a:cubicBezTo>
                    <a:pt x="1527" y="1660"/>
                    <a:pt x="1557" y="1660"/>
                    <a:pt x="1570" y="1639"/>
                  </a:cubicBezTo>
                  <a:cubicBezTo>
                    <a:pt x="1602" y="1638"/>
                    <a:pt x="1573" y="1573"/>
                    <a:pt x="1558" y="1563"/>
                  </a:cubicBezTo>
                  <a:cubicBezTo>
                    <a:pt x="1558" y="1555"/>
                    <a:pt x="1558" y="1555"/>
                    <a:pt x="1558" y="1555"/>
                  </a:cubicBezTo>
                  <a:cubicBezTo>
                    <a:pt x="1614" y="1535"/>
                    <a:pt x="1614" y="1535"/>
                    <a:pt x="1614" y="1535"/>
                  </a:cubicBezTo>
                  <a:cubicBezTo>
                    <a:pt x="1597" y="1486"/>
                    <a:pt x="1647" y="1481"/>
                    <a:pt x="1662" y="1443"/>
                  </a:cubicBezTo>
                  <a:cubicBezTo>
                    <a:pt x="1670" y="1422"/>
                    <a:pt x="1652" y="1407"/>
                    <a:pt x="1657" y="1388"/>
                  </a:cubicBezTo>
                  <a:cubicBezTo>
                    <a:pt x="1660" y="1376"/>
                    <a:pt x="1674" y="1367"/>
                    <a:pt x="1686" y="1365"/>
                  </a:cubicBezTo>
                  <a:cubicBezTo>
                    <a:pt x="1717" y="1360"/>
                    <a:pt x="1762" y="1352"/>
                    <a:pt x="1794" y="1356"/>
                  </a:cubicBezTo>
                  <a:cubicBezTo>
                    <a:pt x="1807" y="1358"/>
                    <a:pt x="1831" y="1370"/>
                    <a:pt x="1839" y="1354"/>
                  </a:cubicBezTo>
                  <a:cubicBezTo>
                    <a:pt x="1849" y="1334"/>
                    <a:pt x="1841" y="1298"/>
                    <a:pt x="1838" y="1277"/>
                  </a:cubicBezTo>
                  <a:cubicBezTo>
                    <a:pt x="1834" y="1248"/>
                    <a:pt x="1838" y="1217"/>
                    <a:pt x="1838" y="1187"/>
                  </a:cubicBezTo>
                  <a:cubicBezTo>
                    <a:pt x="1838" y="863"/>
                    <a:pt x="1838" y="863"/>
                    <a:pt x="1838" y="863"/>
                  </a:cubicBezTo>
                  <a:cubicBezTo>
                    <a:pt x="1838" y="817"/>
                    <a:pt x="1848" y="756"/>
                    <a:pt x="1837" y="712"/>
                  </a:cubicBezTo>
                  <a:cubicBezTo>
                    <a:pt x="1829" y="684"/>
                    <a:pt x="1773" y="667"/>
                    <a:pt x="1750" y="654"/>
                  </a:cubicBezTo>
                  <a:cubicBezTo>
                    <a:pt x="1658" y="602"/>
                    <a:pt x="1564" y="553"/>
                    <a:pt x="1470" y="506"/>
                  </a:cubicBezTo>
                  <a:cubicBezTo>
                    <a:pt x="1221" y="384"/>
                    <a:pt x="976" y="254"/>
                    <a:pt x="722" y="142"/>
                  </a:cubicBezTo>
                  <a:cubicBezTo>
                    <a:pt x="660" y="115"/>
                    <a:pt x="599" y="85"/>
                    <a:pt x="538" y="54"/>
                  </a:cubicBezTo>
                  <a:cubicBezTo>
                    <a:pt x="512" y="42"/>
                    <a:pt x="458" y="0"/>
                    <a:pt x="429" y="0"/>
                  </a:cubicBezTo>
                  <a:cubicBezTo>
                    <a:pt x="375" y="0"/>
                    <a:pt x="284" y="62"/>
                    <a:pt x="233" y="8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7"/>
            <p:cNvSpPr>
              <a:spLocks/>
            </p:cNvSpPr>
            <p:nvPr/>
          </p:nvSpPr>
          <p:spPr bwMode="auto">
            <a:xfrm>
              <a:off x="2227263" y="2617788"/>
              <a:ext cx="1588" cy="1588"/>
            </a:xfrm>
            <a:custGeom>
              <a:avLst/>
              <a:gdLst/>
              <a:ahLst/>
              <a:cxnLst>
                <a:cxn ang="0">
                  <a:pos x="0" y="0"/>
                </a:cxn>
                <a:cxn ang="0">
                  <a:pos x="1" y="1"/>
                </a:cxn>
                <a:cxn ang="0">
                  <a:pos x="0" y="0"/>
                </a:cxn>
              </a:cxnLst>
              <a:rect l="0" t="0" r="r" b="b"/>
              <a:pathLst>
                <a:path w="1" h="1">
                  <a:moveTo>
                    <a:pt x="0" y="0"/>
                  </a:moveTo>
                  <a:lnTo>
                    <a:pt x="1" y="1"/>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8"/>
            <p:cNvSpPr>
              <a:spLocks/>
            </p:cNvSpPr>
            <p:nvPr/>
          </p:nvSpPr>
          <p:spPr bwMode="auto">
            <a:xfrm>
              <a:off x="2100263" y="2697163"/>
              <a:ext cx="1588" cy="1588"/>
            </a:xfrm>
            <a:custGeom>
              <a:avLst/>
              <a:gdLst/>
              <a:ahLst/>
              <a:cxnLst>
                <a:cxn ang="0">
                  <a:pos x="0" y="0"/>
                </a:cxn>
                <a:cxn ang="0">
                  <a:pos x="0" y="1"/>
                </a:cxn>
                <a:cxn ang="0">
                  <a:pos x="0" y="0"/>
                </a:cxn>
              </a:cxnLst>
              <a:rect l="0" t="0" r="r" b="b"/>
              <a:pathLst>
                <a:path h="1">
                  <a:moveTo>
                    <a:pt x="0" y="0"/>
                  </a:moveTo>
                  <a:lnTo>
                    <a:pt x="0" y="1"/>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9"/>
            <p:cNvSpPr>
              <a:spLocks/>
            </p:cNvSpPr>
            <p:nvPr/>
          </p:nvSpPr>
          <p:spPr bwMode="auto">
            <a:xfrm>
              <a:off x="2152650" y="2130425"/>
              <a:ext cx="385763" cy="569913"/>
            </a:xfrm>
            <a:custGeom>
              <a:avLst/>
              <a:gdLst/>
              <a:ahLst/>
              <a:cxnLst>
                <a:cxn ang="0">
                  <a:pos x="992" y="92"/>
                </a:cxn>
                <a:cxn ang="0">
                  <a:pos x="1037" y="135"/>
                </a:cxn>
                <a:cxn ang="0">
                  <a:pos x="1062" y="236"/>
                </a:cxn>
                <a:cxn ang="0">
                  <a:pos x="953" y="319"/>
                </a:cxn>
                <a:cxn ang="0">
                  <a:pos x="878" y="432"/>
                </a:cxn>
                <a:cxn ang="0">
                  <a:pos x="827" y="529"/>
                </a:cxn>
                <a:cxn ang="0">
                  <a:pos x="769" y="644"/>
                </a:cxn>
                <a:cxn ang="0">
                  <a:pos x="685" y="800"/>
                </a:cxn>
                <a:cxn ang="0">
                  <a:pos x="569" y="1004"/>
                </a:cxn>
                <a:cxn ang="0">
                  <a:pos x="589" y="1040"/>
                </a:cxn>
                <a:cxn ang="0">
                  <a:pos x="533" y="1111"/>
                </a:cxn>
                <a:cxn ang="0">
                  <a:pos x="468" y="1142"/>
                </a:cxn>
                <a:cxn ang="0">
                  <a:pos x="425" y="1064"/>
                </a:cxn>
                <a:cxn ang="0">
                  <a:pos x="341" y="1075"/>
                </a:cxn>
                <a:cxn ang="0">
                  <a:pos x="229" y="1092"/>
                </a:cxn>
                <a:cxn ang="0">
                  <a:pos x="67" y="1264"/>
                </a:cxn>
                <a:cxn ang="0">
                  <a:pos x="13" y="1452"/>
                </a:cxn>
                <a:cxn ang="0">
                  <a:pos x="77" y="1488"/>
                </a:cxn>
                <a:cxn ang="0">
                  <a:pos x="189" y="1580"/>
                </a:cxn>
                <a:cxn ang="0">
                  <a:pos x="213" y="1600"/>
                </a:cxn>
                <a:cxn ang="0">
                  <a:pos x="208" y="1662"/>
                </a:cxn>
                <a:cxn ang="0">
                  <a:pos x="233" y="1844"/>
                </a:cxn>
                <a:cxn ang="0">
                  <a:pos x="305" y="1900"/>
                </a:cxn>
                <a:cxn ang="0">
                  <a:pos x="505" y="1876"/>
                </a:cxn>
                <a:cxn ang="0">
                  <a:pos x="681" y="1874"/>
                </a:cxn>
                <a:cxn ang="0">
                  <a:pos x="817" y="1881"/>
                </a:cxn>
                <a:cxn ang="0">
                  <a:pos x="929" y="1900"/>
                </a:cxn>
                <a:cxn ang="0">
                  <a:pos x="1157" y="1940"/>
                </a:cxn>
                <a:cxn ang="0">
                  <a:pos x="1269" y="1957"/>
                </a:cxn>
                <a:cxn ang="0">
                  <a:pos x="1345" y="1980"/>
                </a:cxn>
                <a:cxn ang="0">
                  <a:pos x="1353" y="1896"/>
                </a:cxn>
                <a:cxn ang="0">
                  <a:pos x="1337" y="1784"/>
                </a:cxn>
                <a:cxn ang="0">
                  <a:pos x="1165" y="1576"/>
                </a:cxn>
                <a:cxn ang="0">
                  <a:pos x="1097" y="1464"/>
                </a:cxn>
                <a:cxn ang="0">
                  <a:pos x="1075" y="1249"/>
                </a:cxn>
                <a:cxn ang="0">
                  <a:pos x="1100" y="1176"/>
                </a:cxn>
                <a:cxn ang="0">
                  <a:pos x="1237" y="936"/>
                </a:cxn>
                <a:cxn ang="0">
                  <a:pos x="1128" y="750"/>
                </a:cxn>
                <a:cxn ang="0">
                  <a:pos x="961" y="596"/>
                </a:cxn>
                <a:cxn ang="0">
                  <a:pos x="1001" y="555"/>
                </a:cxn>
                <a:cxn ang="0">
                  <a:pos x="1253" y="552"/>
                </a:cxn>
                <a:cxn ang="0">
                  <a:pos x="1166" y="437"/>
                </a:cxn>
                <a:cxn ang="0">
                  <a:pos x="1154" y="268"/>
                </a:cxn>
                <a:cxn ang="0">
                  <a:pos x="1110" y="84"/>
                </a:cxn>
                <a:cxn ang="0">
                  <a:pos x="977" y="0"/>
                </a:cxn>
              </a:cxnLst>
              <a:rect l="0" t="0" r="r" b="b"/>
              <a:pathLst>
                <a:path w="1353" h="1996">
                  <a:moveTo>
                    <a:pt x="977" y="0"/>
                  </a:moveTo>
                  <a:cubicBezTo>
                    <a:pt x="992" y="92"/>
                    <a:pt x="992" y="92"/>
                    <a:pt x="992" y="92"/>
                  </a:cubicBezTo>
                  <a:cubicBezTo>
                    <a:pt x="996" y="126"/>
                    <a:pt x="996" y="126"/>
                    <a:pt x="996" y="126"/>
                  </a:cubicBezTo>
                  <a:cubicBezTo>
                    <a:pt x="1037" y="135"/>
                    <a:pt x="1037" y="135"/>
                    <a:pt x="1037" y="135"/>
                  </a:cubicBezTo>
                  <a:cubicBezTo>
                    <a:pt x="1073" y="160"/>
                    <a:pt x="1073" y="160"/>
                    <a:pt x="1073" y="160"/>
                  </a:cubicBezTo>
                  <a:cubicBezTo>
                    <a:pt x="1066" y="182"/>
                    <a:pt x="1063" y="213"/>
                    <a:pt x="1062" y="236"/>
                  </a:cubicBezTo>
                  <a:cubicBezTo>
                    <a:pt x="1062" y="247"/>
                    <a:pt x="1070" y="257"/>
                    <a:pt x="1065" y="268"/>
                  </a:cubicBezTo>
                  <a:cubicBezTo>
                    <a:pt x="1045" y="307"/>
                    <a:pt x="983" y="303"/>
                    <a:pt x="953" y="319"/>
                  </a:cubicBezTo>
                  <a:cubicBezTo>
                    <a:pt x="926" y="333"/>
                    <a:pt x="922" y="368"/>
                    <a:pt x="901" y="388"/>
                  </a:cubicBezTo>
                  <a:cubicBezTo>
                    <a:pt x="897" y="404"/>
                    <a:pt x="883" y="416"/>
                    <a:pt x="878" y="432"/>
                  </a:cubicBezTo>
                  <a:cubicBezTo>
                    <a:pt x="871" y="454"/>
                    <a:pt x="875" y="484"/>
                    <a:pt x="861" y="504"/>
                  </a:cubicBezTo>
                  <a:cubicBezTo>
                    <a:pt x="853" y="516"/>
                    <a:pt x="834" y="514"/>
                    <a:pt x="827" y="529"/>
                  </a:cubicBezTo>
                  <a:cubicBezTo>
                    <a:pt x="817" y="552"/>
                    <a:pt x="838" y="581"/>
                    <a:pt x="824" y="604"/>
                  </a:cubicBezTo>
                  <a:cubicBezTo>
                    <a:pt x="812" y="624"/>
                    <a:pt x="781" y="619"/>
                    <a:pt x="769" y="644"/>
                  </a:cubicBezTo>
                  <a:cubicBezTo>
                    <a:pt x="740" y="704"/>
                    <a:pt x="770" y="764"/>
                    <a:pt x="681" y="776"/>
                  </a:cubicBezTo>
                  <a:cubicBezTo>
                    <a:pt x="685" y="800"/>
                    <a:pt x="685" y="800"/>
                    <a:pt x="685" y="800"/>
                  </a:cubicBezTo>
                  <a:cubicBezTo>
                    <a:pt x="643" y="809"/>
                    <a:pt x="654" y="850"/>
                    <a:pt x="644" y="884"/>
                  </a:cubicBezTo>
                  <a:cubicBezTo>
                    <a:pt x="632" y="924"/>
                    <a:pt x="603" y="978"/>
                    <a:pt x="569" y="1004"/>
                  </a:cubicBezTo>
                  <a:cubicBezTo>
                    <a:pt x="569" y="1012"/>
                    <a:pt x="569" y="1012"/>
                    <a:pt x="569" y="1012"/>
                  </a:cubicBezTo>
                  <a:cubicBezTo>
                    <a:pt x="589" y="1040"/>
                    <a:pt x="589" y="1040"/>
                    <a:pt x="589" y="1040"/>
                  </a:cubicBezTo>
                  <a:cubicBezTo>
                    <a:pt x="538" y="1080"/>
                    <a:pt x="538" y="1080"/>
                    <a:pt x="538" y="1080"/>
                  </a:cubicBezTo>
                  <a:cubicBezTo>
                    <a:pt x="533" y="1111"/>
                    <a:pt x="533" y="1111"/>
                    <a:pt x="533" y="1111"/>
                  </a:cubicBezTo>
                  <a:cubicBezTo>
                    <a:pt x="509" y="1148"/>
                    <a:pt x="509" y="1148"/>
                    <a:pt x="509" y="1148"/>
                  </a:cubicBezTo>
                  <a:cubicBezTo>
                    <a:pt x="497" y="1148"/>
                    <a:pt x="478" y="1151"/>
                    <a:pt x="468" y="1142"/>
                  </a:cubicBezTo>
                  <a:cubicBezTo>
                    <a:pt x="448" y="1122"/>
                    <a:pt x="470" y="1095"/>
                    <a:pt x="429" y="1092"/>
                  </a:cubicBezTo>
                  <a:cubicBezTo>
                    <a:pt x="425" y="1064"/>
                    <a:pt x="425" y="1064"/>
                    <a:pt x="425" y="1064"/>
                  </a:cubicBezTo>
                  <a:cubicBezTo>
                    <a:pt x="411" y="1057"/>
                    <a:pt x="383" y="1038"/>
                    <a:pt x="367" y="1048"/>
                  </a:cubicBezTo>
                  <a:cubicBezTo>
                    <a:pt x="356" y="1056"/>
                    <a:pt x="356" y="1071"/>
                    <a:pt x="341" y="1075"/>
                  </a:cubicBezTo>
                  <a:cubicBezTo>
                    <a:pt x="317" y="1081"/>
                    <a:pt x="312" y="1052"/>
                    <a:pt x="293" y="1054"/>
                  </a:cubicBezTo>
                  <a:cubicBezTo>
                    <a:pt x="269" y="1058"/>
                    <a:pt x="255" y="1087"/>
                    <a:pt x="229" y="1092"/>
                  </a:cubicBezTo>
                  <a:cubicBezTo>
                    <a:pt x="220" y="1145"/>
                    <a:pt x="152" y="1166"/>
                    <a:pt x="118" y="1204"/>
                  </a:cubicBezTo>
                  <a:cubicBezTo>
                    <a:pt x="105" y="1220"/>
                    <a:pt x="72" y="1245"/>
                    <a:pt x="67" y="1264"/>
                  </a:cubicBezTo>
                  <a:cubicBezTo>
                    <a:pt x="59" y="1295"/>
                    <a:pt x="76" y="1336"/>
                    <a:pt x="60" y="1368"/>
                  </a:cubicBezTo>
                  <a:cubicBezTo>
                    <a:pt x="46" y="1396"/>
                    <a:pt x="12" y="1416"/>
                    <a:pt x="13" y="1452"/>
                  </a:cubicBezTo>
                  <a:cubicBezTo>
                    <a:pt x="3" y="1459"/>
                    <a:pt x="0" y="1484"/>
                    <a:pt x="14" y="1490"/>
                  </a:cubicBezTo>
                  <a:cubicBezTo>
                    <a:pt x="33" y="1499"/>
                    <a:pt x="57" y="1489"/>
                    <a:pt x="77" y="1488"/>
                  </a:cubicBezTo>
                  <a:cubicBezTo>
                    <a:pt x="64" y="1535"/>
                    <a:pt x="93" y="1563"/>
                    <a:pt x="129" y="1581"/>
                  </a:cubicBezTo>
                  <a:cubicBezTo>
                    <a:pt x="153" y="1593"/>
                    <a:pt x="170" y="1609"/>
                    <a:pt x="189" y="1580"/>
                  </a:cubicBezTo>
                  <a:cubicBezTo>
                    <a:pt x="193" y="1580"/>
                    <a:pt x="193" y="1580"/>
                    <a:pt x="193" y="1580"/>
                  </a:cubicBezTo>
                  <a:cubicBezTo>
                    <a:pt x="213" y="1600"/>
                    <a:pt x="213" y="1600"/>
                    <a:pt x="213" y="1600"/>
                  </a:cubicBezTo>
                  <a:cubicBezTo>
                    <a:pt x="185" y="1608"/>
                    <a:pt x="185" y="1608"/>
                    <a:pt x="185" y="1608"/>
                  </a:cubicBezTo>
                  <a:cubicBezTo>
                    <a:pt x="192" y="1624"/>
                    <a:pt x="198" y="1649"/>
                    <a:pt x="208" y="1662"/>
                  </a:cubicBezTo>
                  <a:cubicBezTo>
                    <a:pt x="225" y="1683"/>
                    <a:pt x="252" y="1698"/>
                    <a:pt x="254" y="1728"/>
                  </a:cubicBezTo>
                  <a:cubicBezTo>
                    <a:pt x="257" y="1762"/>
                    <a:pt x="236" y="1808"/>
                    <a:pt x="233" y="1844"/>
                  </a:cubicBezTo>
                  <a:cubicBezTo>
                    <a:pt x="232" y="1855"/>
                    <a:pt x="224" y="1869"/>
                    <a:pt x="232" y="1879"/>
                  </a:cubicBezTo>
                  <a:cubicBezTo>
                    <a:pt x="248" y="1901"/>
                    <a:pt x="281" y="1900"/>
                    <a:pt x="305" y="1900"/>
                  </a:cubicBezTo>
                  <a:cubicBezTo>
                    <a:pt x="370" y="1900"/>
                    <a:pt x="446" y="1911"/>
                    <a:pt x="509" y="1896"/>
                  </a:cubicBezTo>
                  <a:cubicBezTo>
                    <a:pt x="505" y="1876"/>
                    <a:pt x="505" y="1876"/>
                    <a:pt x="505" y="1876"/>
                  </a:cubicBezTo>
                  <a:cubicBezTo>
                    <a:pt x="538" y="1870"/>
                    <a:pt x="565" y="1880"/>
                    <a:pt x="597" y="1880"/>
                  </a:cubicBezTo>
                  <a:cubicBezTo>
                    <a:pt x="625" y="1880"/>
                    <a:pt x="654" y="1873"/>
                    <a:pt x="681" y="1874"/>
                  </a:cubicBezTo>
                  <a:cubicBezTo>
                    <a:pt x="703" y="1875"/>
                    <a:pt x="723" y="1886"/>
                    <a:pt x="745" y="1886"/>
                  </a:cubicBezTo>
                  <a:cubicBezTo>
                    <a:pt x="768" y="1886"/>
                    <a:pt x="794" y="1878"/>
                    <a:pt x="817" y="1881"/>
                  </a:cubicBezTo>
                  <a:cubicBezTo>
                    <a:pt x="830" y="1883"/>
                    <a:pt x="837" y="1895"/>
                    <a:pt x="849" y="1898"/>
                  </a:cubicBezTo>
                  <a:cubicBezTo>
                    <a:pt x="873" y="1905"/>
                    <a:pt x="905" y="1900"/>
                    <a:pt x="929" y="1900"/>
                  </a:cubicBezTo>
                  <a:cubicBezTo>
                    <a:pt x="971" y="1900"/>
                    <a:pt x="1061" y="1884"/>
                    <a:pt x="1089" y="1916"/>
                  </a:cubicBezTo>
                  <a:cubicBezTo>
                    <a:pt x="1157" y="1940"/>
                    <a:pt x="1157" y="1940"/>
                    <a:pt x="1157" y="1940"/>
                  </a:cubicBezTo>
                  <a:cubicBezTo>
                    <a:pt x="1201" y="1941"/>
                    <a:pt x="1201" y="1941"/>
                    <a:pt x="1201" y="1941"/>
                  </a:cubicBezTo>
                  <a:cubicBezTo>
                    <a:pt x="1269" y="1957"/>
                    <a:pt x="1269" y="1957"/>
                    <a:pt x="1269" y="1957"/>
                  </a:cubicBezTo>
                  <a:cubicBezTo>
                    <a:pt x="1325" y="1996"/>
                    <a:pt x="1325" y="1996"/>
                    <a:pt x="1325" y="1996"/>
                  </a:cubicBezTo>
                  <a:cubicBezTo>
                    <a:pt x="1345" y="1980"/>
                    <a:pt x="1345" y="1980"/>
                    <a:pt x="1345" y="1980"/>
                  </a:cubicBezTo>
                  <a:cubicBezTo>
                    <a:pt x="1325" y="1900"/>
                    <a:pt x="1325" y="1900"/>
                    <a:pt x="1325" y="1900"/>
                  </a:cubicBezTo>
                  <a:cubicBezTo>
                    <a:pt x="1353" y="1896"/>
                    <a:pt x="1353" y="1896"/>
                    <a:pt x="1353" y="1896"/>
                  </a:cubicBezTo>
                  <a:cubicBezTo>
                    <a:pt x="1336" y="1864"/>
                    <a:pt x="1313" y="1822"/>
                    <a:pt x="1337" y="1788"/>
                  </a:cubicBezTo>
                  <a:cubicBezTo>
                    <a:pt x="1337" y="1784"/>
                    <a:pt x="1337" y="1784"/>
                    <a:pt x="1337" y="1784"/>
                  </a:cubicBezTo>
                  <a:cubicBezTo>
                    <a:pt x="1282" y="1709"/>
                    <a:pt x="1190" y="1669"/>
                    <a:pt x="1145" y="1580"/>
                  </a:cubicBezTo>
                  <a:cubicBezTo>
                    <a:pt x="1165" y="1576"/>
                    <a:pt x="1165" y="1576"/>
                    <a:pt x="1165" y="1576"/>
                  </a:cubicBezTo>
                  <a:cubicBezTo>
                    <a:pt x="1158" y="1549"/>
                    <a:pt x="1156" y="1528"/>
                    <a:pt x="1137" y="1505"/>
                  </a:cubicBezTo>
                  <a:cubicBezTo>
                    <a:pt x="1124" y="1489"/>
                    <a:pt x="1105" y="1484"/>
                    <a:pt x="1097" y="1464"/>
                  </a:cubicBezTo>
                  <a:cubicBezTo>
                    <a:pt x="1080" y="1424"/>
                    <a:pt x="1105" y="1374"/>
                    <a:pt x="1057" y="1352"/>
                  </a:cubicBezTo>
                  <a:cubicBezTo>
                    <a:pt x="1073" y="1328"/>
                    <a:pt x="1089" y="1278"/>
                    <a:pt x="1075" y="1249"/>
                  </a:cubicBezTo>
                  <a:cubicBezTo>
                    <a:pt x="1068" y="1237"/>
                    <a:pt x="1039" y="1242"/>
                    <a:pt x="1046" y="1220"/>
                  </a:cubicBezTo>
                  <a:cubicBezTo>
                    <a:pt x="1054" y="1197"/>
                    <a:pt x="1086" y="1194"/>
                    <a:pt x="1100" y="1176"/>
                  </a:cubicBezTo>
                  <a:cubicBezTo>
                    <a:pt x="1133" y="1133"/>
                    <a:pt x="1145" y="1073"/>
                    <a:pt x="1174" y="1028"/>
                  </a:cubicBezTo>
                  <a:cubicBezTo>
                    <a:pt x="1193" y="998"/>
                    <a:pt x="1230" y="975"/>
                    <a:pt x="1237" y="936"/>
                  </a:cubicBezTo>
                  <a:cubicBezTo>
                    <a:pt x="1240" y="920"/>
                    <a:pt x="1211" y="905"/>
                    <a:pt x="1207" y="888"/>
                  </a:cubicBezTo>
                  <a:cubicBezTo>
                    <a:pt x="1192" y="839"/>
                    <a:pt x="1170" y="783"/>
                    <a:pt x="1128" y="750"/>
                  </a:cubicBezTo>
                  <a:cubicBezTo>
                    <a:pt x="1102" y="729"/>
                    <a:pt x="1070" y="715"/>
                    <a:pt x="1045" y="692"/>
                  </a:cubicBezTo>
                  <a:cubicBezTo>
                    <a:pt x="1014" y="663"/>
                    <a:pt x="993" y="624"/>
                    <a:pt x="961" y="596"/>
                  </a:cubicBezTo>
                  <a:cubicBezTo>
                    <a:pt x="961" y="592"/>
                    <a:pt x="961" y="592"/>
                    <a:pt x="961" y="592"/>
                  </a:cubicBezTo>
                  <a:cubicBezTo>
                    <a:pt x="979" y="580"/>
                    <a:pt x="982" y="562"/>
                    <a:pt x="1001" y="555"/>
                  </a:cubicBezTo>
                  <a:cubicBezTo>
                    <a:pt x="1034" y="542"/>
                    <a:pt x="1092" y="542"/>
                    <a:pt x="1125" y="547"/>
                  </a:cubicBezTo>
                  <a:cubicBezTo>
                    <a:pt x="1165" y="553"/>
                    <a:pt x="1213" y="552"/>
                    <a:pt x="1253" y="552"/>
                  </a:cubicBezTo>
                  <a:cubicBezTo>
                    <a:pt x="1249" y="529"/>
                    <a:pt x="1233" y="526"/>
                    <a:pt x="1218" y="511"/>
                  </a:cubicBezTo>
                  <a:cubicBezTo>
                    <a:pt x="1199" y="493"/>
                    <a:pt x="1176" y="462"/>
                    <a:pt x="1166" y="437"/>
                  </a:cubicBezTo>
                  <a:cubicBezTo>
                    <a:pt x="1152" y="403"/>
                    <a:pt x="1139" y="378"/>
                    <a:pt x="1143" y="340"/>
                  </a:cubicBezTo>
                  <a:cubicBezTo>
                    <a:pt x="1145" y="323"/>
                    <a:pt x="1156" y="286"/>
                    <a:pt x="1154" y="268"/>
                  </a:cubicBezTo>
                  <a:cubicBezTo>
                    <a:pt x="1152" y="206"/>
                    <a:pt x="1133" y="178"/>
                    <a:pt x="1133" y="132"/>
                  </a:cubicBezTo>
                  <a:cubicBezTo>
                    <a:pt x="1116" y="130"/>
                    <a:pt x="1116" y="99"/>
                    <a:pt x="1110" y="84"/>
                  </a:cubicBezTo>
                  <a:cubicBezTo>
                    <a:pt x="1101" y="66"/>
                    <a:pt x="1084" y="60"/>
                    <a:pt x="1065" y="60"/>
                  </a:cubicBezTo>
                  <a:cubicBezTo>
                    <a:pt x="1058" y="0"/>
                    <a:pt x="1031" y="0"/>
                    <a:pt x="977" y="0"/>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20"/>
            <p:cNvSpPr>
              <a:spLocks noEditPoints="1"/>
            </p:cNvSpPr>
            <p:nvPr/>
          </p:nvSpPr>
          <p:spPr bwMode="auto">
            <a:xfrm>
              <a:off x="2198688" y="2641600"/>
              <a:ext cx="100013" cy="90488"/>
            </a:xfrm>
            <a:custGeom>
              <a:avLst/>
              <a:gdLst/>
              <a:ahLst/>
              <a:cxnLst>
                <a:cxn ang="0">
                  <a:pos x="84" y="0"/>
                </a:cxn>
                <a:cxn ang="0">
                  <a:pos x="88" y="4"/>
                </a:cxn>
                <a:cxn ang="0">
                  <a:pos x="84" y="0"/>
                </a:cxn>
                <a:cxn ang="0">
                  <a:pos x="68" y="84"/>
                </a:cxn>
                <a:cxn ang="0">
                  <a:pos x="69" y="160"/>
                </a:cxn>
                <a:cxn ang="0">
                  <a:pos x="11" y="252"/>
                </a:cxn>
                <a:cxn ang="0">
                  <a:pos x="0" y="290"/>
                </a:cxn>
                <a:cxn ang="0">
                  <a:pos x="56" y="300"/>
                </a:cxn>
                <a:cxn ang="0">
                  <a:pos x="56" y="304"/>
                </a:cxn>
                <a:cxn ang="0">
                  <a:pos x="40" y="308"/>
                </a:cxn>
                <a:cxn ang="0">
                  <a:pos x="40" y="312"/>
                </a:cxn>
                <a:cxn ang="0">
                  <a:pos x="348" y="316"/>
                </a:cxn>
                <a:cxn ang="0">
                  <a:pos x="352" y="108"/>
                </a:cxn>
                <a:cxn ang="0">
                  <a:pos x="124" y="108"/>
                </a:cxn>
                <a:cxn ang="0">
                  <a:pos x="100" y="104"/>
                </a:cxn>
                <a:cxn ang="0">
                  <a:pos x="88" y="84"/>
                </a:cxn>
                <a:cxn ang="0">
                  <a:pos x="68" y="84"/>
                </a:cxn>
              </a:cxnLst>
              <a:rect l="0" t="0" r="r" b="b"/>
              <a:pathLst>
                <a:path w="352" h="316">
                  <a:moveTo>
                    <a:pt x="84" y="0"/>
                  </a:moveTo>
                  <a:cubicBezTo>
                    <a:pt x="88" y="4"/>
                    <a:pt x="88" y="4"/>
                    <a:pt x="88" y="4"/>
                  </a:cubicBezTo>
                  <a:cubicBezTo>
                    <a:pt x="84" y="0"/>
                    <a:pt x="84" y="0"/>
                    <a:pt x="84" y="0"/>
                  </a:cubicBezTo>
                  <a:moveTo>
                    <a:pt x="68" y="84"/>
                  </a:moveTo>
                  <a:cubicBezTo>
                    <a:pt x="69" y="160"/>
                    <a:pt x="69" y="160"/>
                    <a:pt x="69" y="160"/>
                  </a:cubicBezTo>
                  <a:cubicBezTo>
                    <a:pt x="11" y="252"/>
                    <a:pt x="11" y="252"/>
                    <a:pt x="11" y="252"/>
                  </a:cubicBezTo>
                  <a:cubicBezTo>
                    <a:pt x="0" y="290"/>
                    <a:pt x="0" y="290"/>
                    <a:pt x="0" y="290"/>
                  </a:cubicBezTo>
                  <a:cubicBezTo>
                    <a:pt x="56" y="300"/>
                    <a:pt x="56" y="300"/>
                    <a:pt x="56" y="300"/>
                  </a:cubicBezTo>
                  <a:cubicBezTo>
                    <a:pt x="56" y="304"/>
                    <a:pt x="56" y="304"/>
                    <a:pt x="56" y="304"/>
                  </a:cubicBezTo>
                  <a:cubicBezTo>
                    <a:pt x="40" y="308"/>
                    <a:pt x="40" y="308"/>
                    <a:pt x="40" y="308"/>
                  </a:cubicBezTo>
                  <a:cubicBezTo>
                    <a:pt x="40" y="312"/>
                    <a:pt x="40" y="312"/>
                    <a:pt x="40" y="312"/>
                  </a:cubicBezTo>
                  <a:cubicBezTo>
                    <a:pt x="348" y="316"/>
                    <a:pt x="348" y="316"/>
                    <a:pt x="348" y="316"/>
                  </a:cubicBezTo>
                  <a:cubicBezTo>
                    <a:pt x="352" y="108"/>
                    <a:pt x="352" y="108"/>
                    <a:pt x="352" y="108"/>
                  </a:cubicBezTo>
                  <a:cubicBezTo>
                    <a:pt x="124" y="108"/>
                    <a:pt x="124" y="108"/>
                    <a:pt x="124" y="108"/>
                  </a:cubicBezTo>
                  <a:cubicBezTo>
                    <a:pt x="121" y="94"/>
                    <a:pt x="104" y="86"/>
                    <a:pt x="100" y="104"/>
                  </a:cubicBezTo>
                  <a:cubicBezTo>
                    <a:pt x="88" y="84"/>
                    <a:pt x="88" y="84"/>
                    <a:pt x="88" y="84"/>
                  </a:cubicBezTo>
                  <a:lnTo>
                    <a:pt x="68" y="84"/>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21"/>
            <p:cNvSpPr>
              <a:spLocks/>
            </p:cNvSpPr>
            <p:nvPr/>
          </p:nvSpPr>
          <p:spPr bwMode="auto">
            <a:xfrm>
              <a:off x="1743075" y="1608138"/>
              <a:ext cx="785813" cy="592138"/>
            </a:xfrm>
            <a:custGeom>
              <a:avLst/>
              <a:gdLst/>
              <a:ahLst/>
              <a:cxnLst>
                <a:cxn ang="0">
                  <a:pos x="702" y="1175"/>
                </a:cxn>
                <a:cxn ang="0">
                  <a:pos x="663" y="1311"/>
                </a:cxn>
                <a:cxn ang="0">
                  <a:pos x="588" y="1427"/>
                </a:cxn>
                <a:cxn ang="0">
                  <a:pos x="500" y="1431"/>
                </a:cxn>
                <a:cxn ang="0">
                  <a:pos x="208" y="1441"/>
                </a:cxn>
                <a:cxn ang="0">
                  <a:pos x="16" y="1491"/>
                </a:cxn>
                <a:cxn ang="0">
                  <a:pos x="38" y="1623"/>
                </a:cxn>
                <a:cxn ang="0">
                  <a:pos x="132" y="1737"/>
                </a:cxn>
                <a:cxn ang="0">
                  <a:pos x="196" y="1779"/>
                </a:cxn>
                <a:cxn ang="0">
                  <a:pos x="151" y="1835"/>
                </a:cxn>
                <a:cxn ang="0">
                  <a:pos x="308" y="1911"/>
                </a:cxn>
                <a:cxn ang="0">
                  <a:pos x="332" y="1947"/>
                </a:cxn>
                <a:cxn ang="0">
                  <a:pos x="400" y="1977"/>
                </a:cxn>
                <a:cxn ang="0">
                  <a:pos x="468" y="1953"/>
                </a:cxn>
                <a:cxn ang="0">
                  <a:pos x="600" y="2075"/>
                </a:cxn>
                <a:cxn ang="0">
                  <a:pos x="624" y="2019"/>
                </a:cxn>
                <a:cxn ang="0">
                  <a:pos x="673" y="1875"/>
                </a:cxn>
                <a:cxn ang="0">
                  <a:pos x="772" y="1720"/>
                </a:cxn>
                <a:cxn ang="0">
                  <a:pos x="928" y="1692"/>
                </a:cxn>
                <a:cxn ang="0">
                  <a:pos x="1096" y="1748"/>
                </a:cxn>
                <a:cxn ang="0">
                  <a:pos x="1232" y="1828"/>
                </a:cxn>
                <a:cxn ang="0">
                  <a:pos x="1348" y="1784"/>
                </a:cxn>
                <a:cxn ang="0">
                  <a:pos x="1644" y="1877"/>
                </a:cxn>
                <a:cxn ang="0">
                  <a:pos x="1788" y="1790"/>
                </a:cxn>
                <a:cxn ang="0">
                  <a:pos x="2139" y="1830"/>
                </a:cxn>
                <a:cxn ang="0">
                  <a:pos x="2224" y="1757"/>
                </a:cxn>
                <a:cxn ang="0">
                  <a:pos x="2344" y="1727"/>
                </a:cxn>
                <a:cxn ang="0">
                  <a:pos x="2370" y="1543"/>
                </a:cxn>
                <a:cxn ang="0">
                  <a:pos x="2477" y="1363"/>
                </a:cxn>
                <a:cxn ang="0">
                  <a:pos x="2667" y="1159"/>
                </a:cxn>
                <a:cxn ang="0">
                  <a:pos x="2701" y="707"/>
                </a:cxn>
                <a:cxn ang="0">
                  <a:pos x="2751" y="563"/>
                </a:cxn>
                <a:cxn ang="0">
                  <a:pos x="2686" y="451"/>
                </a:cxn>
                <a:cxn ang="0">
                  <a:pos x="2619" y="287"/>
                </a:cxn>
                <a:cxn ang="0">
                  <a:pos x="2340" y="90"/>
                </a:cxn>
                <a:cxn ang="0">
                  <a:pos x="2003" y="11"/>
                </a:cxn>
                <a:cxn ang="0">
                  <a:pos x="933" y="712"/>
                </a:cxn>
              </a:cxnLst>
              <a:rect l="0" t="0" r="r" b="b"/>
              <a:pathLst>
                <a:path w="2751" h="2075">
                  <a:moveTo>
                    <a:pt x="708" y="763"/>
                  </a:moveTo>
                  <a:cubicBezTo>
                    <a:pt x="708" y="899"/>
                    <a:pt x="719" y="1041"/>
                    <a:pt x="702" y="1175"/>
                  </a:cubicBezTo>
                  <a:cubicBezTo>
                    <a:pt x="700" y="1195"/>
                    <a:pt x="708" y="1215"/>
                    <a:pt x="702" y="1235"/>
                  </a:cubicBezTo>
                  <a:cubicBezTo>
                    <a:pt x="694" y="1261"/>
                    <a:pt x="672" y="1285"/>
                    <a:pt x="663" y="1311"/>
                  </a:cubicBezTo>
                  <a:cubicBezTo>
                    <a:pt x="657" y="1327"/>
                    <a:pt x="659" y="1349"/>
                    <a:pt x="649" y="1362"/>
                  </a:cubicBezTo>
                  <a:cubicBezTo>
                    <a:pt x="628" y="1390"/>
                    <a:pt x="594" y="1385"/>
                    <a:pt x="588" y="1427"/>
                  </a:cubicBezTo>
                  <a:cubicBezTo>
                    <a:pt x="496" y="1419"/>
                    <a:pt x="496" y="1419"/>
                    <a:pt x="496" y="1419"/>
                  </a:cubicBezTo>
                  <a:cubicBezTo>
                    <a:pt x="500" y="1431"/>
                    <a:pt x="500" y="1431"/>
                    <a:pt x="500" y="1431"/>
                  </a:cubicBezTo>
                  <a:cubicBezTo>
                    <a:pt x="429" y="1431"/>
                    <a:pt x="359" y="1434"/>
                    <a:pt x="288" y="1439"/>
                  </a:cubicBezTo>
                  <a:cubicBezTo>
                    <a:pt x="262" y="1441"/>
                    <a:pt x="233" y="1434"/>
                    <a:pt x="208" y="1441"/>
                  </a:cubicBezTo>
                  <a:cubicBezTo>
                    <a:pt x="181" y="1447"/>
                    <a:pt x="168" y="1478"/>
                    <a:pt x="144" y="1490"/>
                  </a:cubicBezTo>
                  <a:cubicBezTo>
                    <a:pt x="111" y="1506"/>
                    <a:pt x="51" y="1494"/>
                    <a:pt x="16" y="1491"/>
                  </a:cubicBezTo>
                  <a:cubicBezTo>
                    <a:pt x="14" y="1517"/>
                    <a:pt x="0" y="1558"/>
                    <a:pt x="8" y="1583"/>
                  </a:cubicBezTo>
                  <a:cubicBezTo>
                    <a:pt x="13" y="1599"/>
                    <a:pt x="33" y="1607"/>
                    <a:pt x="38" y="1623"/>
                  </a:cubicBezTo>
                  <a:cubicBezTo>
                    <a:pt x="50" y="1656"/>
                    <a:pt x="49" y="1695"/>
                    <a:pt x="82" y="1721"/>
                  </a:cubicBezTo>
                  <a:cubicBezTo>
                    <a:pt x="95" y="1732"/>
                    <a:pt x="117" y="1728"/>
                    <a:pt x="132" y="1737"/>
                  </a:cubicBezTo>
                  <a:cubicBezTo>
                    <a:pt x="158" y="1752"/>
                    <a:pt x="161" y="1774"/>
                    <a:pt x="196" y="1775"/>
                  </a:cubicBezTo>
                  <a:cubicBezTo>
                    <a:pt x="196" y="1779"/>
                    <a:pt x="196" y="1779"/>
                    <a:pt x="196" y="1779"/>
                  </a:cubicBezTo>
                  <a:cubicBezTo>
                    <a:pt x="183" y="1780"/>
                    <a:pt x="165" y="1770"/>
                    <a:pt x="153" y="1774"/>
                  </a:cubicBezTo>
                  <a:cubicBezTo>
                    <a:pt x="138" y="1779"/>
                    <a:pt x="140" y="1827"/>
                    <a:pt x="151" y="1835"/>
                  </a:cubicBezTo>
                  <a:cubicBezTo>
                    <a:pt x="173" y="1856"/>
                    <a:pt x="224" y="1895"/>
                    <a:pt x="252" y="1905"/>
                  </a:cubicBezTo>
                  <a:cubicBezTo>
                    <a:pt x="269" y="1911"/>
                    <a:pt x="290" y="1908"/>
                    <a:pt x="308" y="1911"/>
                  </a:cubicBezTo>
                  <a:cubicBezTo>
                    <a:pt x="323" y="1884"/>
                    <a:pt x="373" y="1900"/>
                    <a:pt x="362" y="1927"/>
                  </a:cubicBezTo>
                  <a:cubicBezTo>
                    <a:pt x="358" y="1937"/>
                    <a:pt x="341" y="1943"/>
                    <a:pt x="332" y="1947"/>
                  </a:cubicBezTo>
                  <a:cubicBezTo>
                    <a:pt x="342" y="1975"/>
                    <a:pt x="370" y="2022"/>
                    <a:pt x="396" y="2035"/>
                  </a:cubicBezTo>
                  <a:cubicBezTo>
                    <a:pt x="401" y="2019"/>
                    <a:pt x="393" y="1989"/>
                    <a:pt x="400" y="1977"/>
                  </a:cubicBezTo>
                  <a:cubicBezTo>
                    <a:pt x="407" y="1967"/>
                    <a:pt x="422" y="1969"/>
                    <a:pt x="432" y="1966"/>
                  </a:cubicBezTo>
                  <a:cubicBezTo>
                    <a:pt x="444" y="1963"/>
                    <a:pt x="456" y="1952"/>
                    <a:pt x="468" y="1953"/>
                  </a:cubicBezTo>
                  <a:cubicBezTo>
                    <a:pt x="502" y="1956"/>
                    <a:pt x="525" y="2009"/>
                    <a:pt x="546" y="2030"/>
                  </a:cubicBezTo>
                  <a:cubicBezTo>
                    <a:pt x="565" y="2049"/>
                    <a:pt x="584" y="2049"/>
                    <a:pt x="600" y="2075"/>
                  </a:cubicBezTo>
                  <a:cubicBezTo>
                    <a:pt x="624" y="2047"/>
                    <a:pt x="624" y="2047"/>
                    <a:pt x="624" y="2047"/>
                  </a:cubicBezTo>
                  <a:cubicBezTo>
                    <a:pt x="612" y="2036"/>
                    <a:pt x="612" y="2031"/>
                    <a:pt x="624" y="2019"/>
                  </a:cubicBezTo>
                  <a:cubicBezTo>
                    <a:pt x="615" y="1994"/>
                    <a:pt x="610" y="1944"/>
                    <a:pt x="627" y="1920"/>
                  </a:cubicBezTo>
                  <a:cubicBezTo>
                    <a:pt x="639" y="1902"/>
                    <a:pt x="661" y="1894"/>
                    <a:pt x="673" y="1875"/>
                  </a:cubicBezTo>
                  <a:cubicBezTo>
                    <a:pt x="696" y="1839"/>
                    <a:pt x="704" y="1801"/>
                    <a:pt x="704" y="1759"/>
                  </a:cubicBezTo>
                  <a:cubicBezTo>
                    <a:pt x="732" y="1755"/>
                    <a:pt x="745" y="1727"/>
                    <a:pt x="772" y="1720"/>
                  </a:cubicBezTo>
                  <a:cubicBezTo>
                    <a:pt x="813" y="1709"/>
                    <a:pt x="853" y="1724"/>
                    <a:pt x="892" y="1714"/>
                  </a:cubicBezTo>
                  <a:cubicBezTo>
                    <a:pt x="907" y="1710"/>
                    <a:pt x="913" y="1691"/>
                    <a:pt x="928" y="1692"/>
                  </a:cubicBezTo>
                  <a:cubicBezTo>
                    <a:pt x="962" y="1692"/>
                    <a:pt x="996" y="1719"/>
                    <a:pt x="1028" y="1727"/>
                  </a:cubicBezTo>
                  <a:cubicBezTo>
                    <a:pt x="1055" y="1734"/>
                    <a:pt x="1073" y="1726"/>
                    <a:pt x="1096" y="1748"/>
                  </a:cubicBezTo>
                  <a:cubicBezTo>
                    <a:pt x="1124" y="1773"/>
                    <a:pt x="1145" y="1828"/>
                    <a:pt x="1180" y="1841"/>
                  </a:cubicBezTo>
                  <a:cubicBezTo>
                    <a:pt x="1202" y="1849"/>
                    <a:pt x="1214" y="1835"/>
                    <a:pt x="1232" y="1828"/>
                  </a:cubicBezTo>
                  <a:cubicBezTo>
                    <a:pt x="1242" y="1824"/>
                    <a:pt x="1254" y="1826"/>
                    <a:pt x="1264" y="1822"/>
                  </a:cubicBezTo>
                  <a:cubicBezTo>
                    <a:pt x="1292" y="1811"/>
                    <a:pt x="1317" y="1784"/>
                    <a:pt x="1348" y="1784"/>
                  </a:cubicBezTo>
                  <a:cubicBezTo>
                    <a:pt x="1394" y="1783"/>
                    <a:pt x="1444" y="1832"/>
                    <a:pt x="1482" y="1854"/>
                  </a:cubicBezTo>
                  <a:cubicBezTo>
                    <a:pt x="1521" y="1876"/>
                    <a:pt x="1599" y="1883"/>
                    <a:pt x="1644" y="1877"/>
                  </a:cubicBezTo>
                  <a:cubicBezTo>
                    <a:pt x="1673" y="1873"/>
                    <a:pt x="1683" y="1832"/>
                    <a:pt x="1712" y="1823"/>
                  </a:cubicBezTo>
                  <a:cubicBezTo>
                    <a:pt x="1727" y="1794"/>
                    <a:pt x="1760" y="1796"/>
                    <a:pt x="1788" y="1790"/>
                  </a:cubicBezTo>
                  <a:cubicBezTo>
                    <a:pt x="1856" y="1775"/>
                    <a:pt x="1949" y="1767"/>
                    <a:pt x="2015" y="1793"/>
                  </a:cubicBezTo>
                  <a:cubicBezTo>
                    <a:pt x="2051" y="1806"/>
                    <a:pt x="2099" y="1841"/>
                    <a:pt x="2139" y="1830"/>
                  </a:cubicBezTo>
                  <a:cubicBezTo>
                    <a:pt x="2156" y="1826"/>
                    <a:pt x="2157" y="1807"/>
                    <a:pt x="2169" y="1798"/>
                  </a:cubicBezTo>
                  <a:cubicBezTo>
                    <a:pt x="2185" y="1785"/>
                    <a:pt x="2205" y="1765"/>
                    <a:pt x="2224" y="1757"/>
                  </a:cubicBezTo>
                  <a:cubicBezTo>
                    <a:pt x="2238" y="1751"/>
                    <a:pt x="2254" y="1756"/>
                    <a:pt x="2268" y="1750"/>
                  </a:cubicBezTo>
                  <a:cubicBezTo>
                    <a:pt x="2300" y="1734"/>
                    <a:pt x="2302" y="1710"/>
                    <a:pt x="2344" y="1727"/>
                  </a:cubicBezTo>
                  <a:cubicBezTo>
                    <a:pt x="2319" y="1600"/>
                    <a:pt x="2319" y="1600"/>
                    <a:pt x="2319" y="1600"/>
                  </a:cubicBezTo>
                  <a:cubicBezTo>
                    <a:pt x="2370" y="1543"/>
                    <a:pt x="2370" y="1543"/>
                    <a:pt x="2370" y="1543"/>
                  </a:cubicBezTo>
                  <a:cubicBezTo>
                    <a:pt x="2379" y="1499"/>
                    <a:pt x="2379" y="1499"/>
                    <a:pt x="2379" y="1499"/>
                  </a:cubicBezTo>
                  <a:cubicBezTo>
                    <a:pt x="2477" y="1363"/>
                    <a:pt x="2477" y="1363"/>
                    <a:pt x="2477" y="1363"/>
                  </a:cubicBezTo>
                  <a:cubicBezTo>
                    <a:pt x="2613" y="1223"/>
                    <a:pt x="2613" y="1223"/>
                    <a:pt x="2613" y="1223"/>
                  </a:cubicBezTo>
                  <a:cubicBezTo>
                    <a:pt x="2667" y="1159"/>
                    <a:pt x="2667" y="1159"/>
                    <a:pt x="2667" y="1159"/>
                  </a:cubicBezTo>
                  <a:cubicBezTo>
                    <a:pt x="2673" y="1043"/>
                    <a:pt x="2673" y="1043"/>
                    <a:pt x="2673" y="1043"/>
                  </a:cubicBezTo>
                  <a:cubicBezTo>
                    <a:pt x="2701" y="707"/>
                    <a:pt x="2701" y="707"/>
                    <a:pt x="2701" y="707"/>
                  </a:cubicBezTo>
                  <a:cubicBezTo>
                    <a:pt x="2728" y="611"/>
                    <a:pt x="2728" y="611"/>
                    <a:pt x="2728" y="611"/>
                  </a:cubicBezTo>
                  <a:cubicBezTo>
                    <a:pt x="2751" y="563"/>
                    <a:pt x="2751" y="563"/>
                    <a:pt x="2751" y="563"/>
                  </a:cubicBezTo>
                  <a:cubicBezTo>
                    <a:pt x="2688" y="491"/>
                    <a:pt x="2688" y="491"/>
                    <a:pt x="2688" y="491"/>
                  </a:cubicBezTo>
                  <a:cubicBezTo>
                    <a:pt x="2686" y="451"/>
                    <a:pt x="2686" y="451"/>
                    <a:pt x="2686" y="451"/>
                  </a:cubicBezTo>
                  <a:cubicBezTo>
                    <a:pt x="2624" y="363"/>
                    <a:pt x="2624" y="363"/>
                    <a:pt x="2624" y="363"/>
                  </a:cubicBezTo>
                  <a:cubicBezTo>
                    <a:pt x="2619" y="287"/>
                    <a:pt x="2619" y="287"/>
                    <a:pt x="2619" y="287"/>
                  </a:cubicBezTo>
                  <a:cubicBezTo>
                    <a:pt x="2543" y="91"/>
                    <a:pt x="2543" y="91"/>
                    <a:pt x="2543" y="91"/>
                  </a:cubicBezTo>
                  <a:cubicBezTo>
                    <a:pt x="2401" y="190"/>
                    <a:pt x="2371" y="110"/>
                    <a:pt x="2340" y="90"/>
                  </a:cubicBezTo>
                  <a:cubicBezTo>
                    <a:pt x="2284" y="54"/>
                    <a:pt x="2196" y="48"/>
                    <a:pt x="2132" y="29"/>
                  </a:cubicBezTo>
                  <a:cubicBezTo>
                    <a:pt x="2107" y="21"/>
                    <a:pt x="2029" y="0"/>
                    <a:pt x="2003" y="11"/>
                  </a:cubicBezTo>
                  <a:cubicBezTo>
                    <a:pt x="1884" y="61"/>
                    <a:pt x="1250" y="424"/>
                    <a:pt x="1183" y="481"/>
                  </a:cubicBezTo>
                  <a:cubicBezTo>
                    <a:pt x="1160" y="501"/>
                    <a:pt x="962" y="707"/>
                    <a:pt x="933" y="712"/>
                  </a:cubicBezTo>
                  <a:cubicBezTo>
                    <a:pt x="873" y="724"/>
                    <a:pt x="769" y="758"/>
                    <a:pt x="708" y="76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22"/>
            <p:cNvSpPr>
              <a:spLocks noEditPoints="1"/>
            </p:cNvSpPr>
            <p:nvPr/>
          </p:nvSpPr>
          <p:spPr bwMode="auto">
            <a:xfrm>
              <a:off x="1127125" y="1531938"/>
              <a:ext cx="819150" cy="747713"/>
            </a:xfrm>
            <a:custGeom>
              <a:avLst/>
              <a:gdLst/>
              <a:ahLst/>
              <a:cxnLst>
                <a:cxn ang="0">
                  <a:pos x="1021" y="359"/>
                </a:cxn>
                <a:cxn ang="0">
                  <a:pos x="1153" y="1483"/>
                </a:cxn>
                <a:cxn ang="0">
                  <a:pos x="1168" y="1663"/>
                </a:cxn>
                <a:cxn ang="0">
                  <a:pos x="520" y="1635"/>
                </a:cxn>
                <a:cxn ang="0">
                  <a:pos x="412" y="1686"/>
                </a:cxn>
                <a:cxn ang="0">
                  <a:pos x="240" y="1723"/>
                </a:cxn>
                <a:cxn ang="0">
                  <a:pos x="196" y="1687"/>
                </a:cxn>
                <a:cxn ang="0">
                  <a:pos x="116" y="1653"/>
                </a:cxn>
                <a:cxn ang="0">
                  <a:pos x="66" y="1771"/>
                </a:cxn>
                <a:cxn ang="0">
                  <a:pos x="10" y="1858"/>
                </a:cxn>
                <a:cxn ang="0">
                  <a:pos x="52" y="1943"/>
                </a:cxn>
                <a:cxn ang="0">
                  <a:pos x="96" y="2031"/>
                </a:cxn>
                <a:cxn ang="0">
                  <a:pos x="149" y="2115"/>
                </a:cxn>
                <a:cxn ang="0">
                  <a:pos x="148" y="2203"/>
                </a:cxn>
                <a:cxn ang="0">
                  <a:pos x="228" y="2243"/>
                </a:cxn>
                <a:cxn ang="0">
                  <a:pos x="344" y="2244"/>
                </a:cxn>
                <a:cxn ang="0">
                  <a:pos x="472" y="2242"/>
                </a:cxn>
                <a:cxn ang="0">
                  <a:pos x="572" y="2211"/>
                </a:cxn>
                <a:cxn ang="0">
                  <a:pos x="595" y="2275"/>
                </a:cxn>
                <a:cxn ang="0">
                  <a:pos x="672" y="2395"/>
                </a:cxn>
                <a:cxn ang="0">
                  <a:pos x="678" y="2447"/>
                </a:cxn>
                <a:cxn ang="0">
                  <a:pos x="696" y="2545"/>
                </a:cxn>
                <a:cxn ang="0">
                  <a:pos x="750" y="2591"/>
                </a:cxn>
                <a:cxn ang="0">
                  <a:pos x="909" y="2597"/>
                </a:cxn>
                <a:cxn ang="0">
                  <a:pos x="980" y="2559"/>
                </a:cxn>
                <a:cxn ang="0">
                  <a:pos x="980" y="2511"/>
                </a:cxn>
                <a:cxn ang="0">
                  <a:pos x="1028" y="2515"/>
                </a:cxn>
                <a:cxn ang="0">
                  <a:pos x="1048" y="2583"/>
                </a:cxn>
                <a:cxn ang="0">
                  <a:pos x="1184" y="2435"/>
                </a:cxn>
                <a:cxn ang="0">
                  <a:pos x="1219" y="2304"/>
                </a:cxn>
                <a:cxn ang="0">
                  <a:pos x="1364" y="2223"/>
                </a:cxn>
                <a:cxn ang="0">
                  <a:pos x="1404" y="2147"/>
                </a:cxn>
                <a:cxn ang="0">
                  <a:pos x="1440" y="2032"/>
                </a:cxn>
                <a:cxn ang="0">
                  <a:pos x="1568" y="1979"/>
                </a:cxn>
                <a:cxn ang="0">
                  <a:pos x="1672" y="1901"/>
                </a:cxn>
                <a:cxn ang="0">
                  <a:pos x="1782" y="1895"/>
                </a:cxn>
                <a:cxn ang="0">
                  <a:pos x="1840" y="1840"/>
                </a:cxn>
                <a:cxn ang="0">
                  <a:pos x="1944" y="1791"/>
                </a:cxn>
                <a:cxn ang="0">
                  <a:pos x="2136" y="1766"/>
                </a:cxn>
                <a:cxn ang="0">
                  <a:pos x="2244" y="1765"/>
                </a:cxn>
                <a:cxn ang="0">
                  <a:pos x="2372" y="1705"/>
                </a:cxn>
                <a:cxn ang="0">
                  <a:pos x="2652" y="1699"/>
                </a:cxn>
                <a:cxn ang="0">
                  <a:pos x="2752" y="1683"/>
                </a:cxn>
                <a:cxn ang="0">
                  <a:pos x="2802" y="1633"/>
                </a:cxn>
                <a:cxn ang="0">
                  <a:pos x="2862" y="1507"/>
                </a:cxn>
                <a:cxn ang="0">
                  <a:pos x="2871" y="1395"/>
                </a:cxn>
                <a:cxn ang="0">
                  <a:pos x="2868" y="1031"/>
                </a:cxn>
                <a:cxn ang="0">
                  <a:pos x="2704" y="991"/>
                </a:cxn>
                <a:cxn ang="0">
                  <a:pos x="2687" y="914"/>
                </a:cxn>
                <a:cxn ang="0">
                  <a:pos x="2512" y="838"/>
                </a:cxn>
                <a:cxn ang="0">
                  <a:pos x="2415" y="789"/>
                </a:cxn>
                <a:cxn ang="0">
                  <a:pos x="2335" y="700"/>
                </a:cxn>
                <a:cxn ang="0">
                  <a:pos x="2032" y="501"/>
                </a:cxn>
                <a:cxn ang="0">
                  <a:pos x="1296" y="19"/>
                </a:cxn>
                <a:cxn ang="0">
                  <a:pos x="980" y="19"/>
                </a:cxn>
                <a:cxn ang="0">
                  <a:pos x="185" y="2618"/>
                </a:cxn>
              </a:cxnLst>
              <a:rect l="0" t="0" r="r" b="b"/>
              <a:pathLst>
                <a:path w="2871" h="2618">
                  <a:moveTo>
                    <a:pt x="980" y="19"/>
                  </a:moveTo>
                  <a:cubicBezTo>
                    <a:pt x="1021" y="359"/>
                    <a:pt x="1021" y="359"/>
                    <a:pt x="1021" y="359"/>
                  </a:cubicBezTo>
                  <a:cubicBezTo>
                    <a:pt x="1117" y="1171"/>
                    <a:pt x="1117" y="1171"/>
                    <a:pt x="1117" y="1171"/>
                  </a:cubicBezTo>
                  <a:cubicBezTo>
                    <a:pt x="1153" y="1483"/>
                    <a:pt x="1153" y="1483"/>
                    <a:pt x="1153" y="1483"/>
                  </a:cubicBezTo>
                  <a:cubicBezTo>
                    <a:pt x="1195" y="1539"/>
                    <a:pt x="1195" y="1539"/>
                    <a:pt x="1195" y="1539"/>
                  </a:cubicBezTo>
                  <a:cubicBezTo>
                    <a:pt x="1168" y="1663"/>
                    <a:pt x="1168" y="1663"/>
                    <a:pt x="1168" y="1663"/>
                  </a:cubicBezTo>
                  <a:cubicBezTo>
                    <a:pt x="668" y="1663"/>
                    <a:pt x="668" y="1663"/>
                    <a:pt x="668" y="1663"/>
                  </a:cubicBezTo>
                  <a:cubicBezTo>
                    <a:pt x="637" y="1663"/>
                    <a:pt x="506" y="1680"/>
                    <a:pt x="520" y="1635"/>
                  </a:cubicBezTo>
                  <a:cubicBezTo>
                    <a:pt x="491" y="1629"/>
                    <a:pt x="486" y="1652"/>
                    <a:pt x="488" y="1675"/>
                  </a:cubicBezTo>
                  <a:cubicBezTo>
                    <a:pt x="412" y="1686"/>
                    <a:pt x="412" y="1686"/>
                    <a:pt x="412" y="1686"/>
                  </a:cubicBezTo>
                  <a:cubicBezTo>
                    <a:pt x="264" y="1675"/>
                    <a:pt x="264" y="1675"/>
                    <a:pt x="264" y="1675"/>
                  </a:cubicBezTo>
                  <a:cubicBezTo>
                    <a:pt x="240" y="1723"/>
                    <a:pt x="240" y="1723"/>
                    <a:pt x="240" y="1723"/>
                  </a:cubicBezTo>
                  <a:cubicBezTo>
                    <a:pt x="232" y="1723"/>
                    <a:pt x="232" y="1723"/>
                    <a:pt x="232" y="1723"/>
                  </a:cubicBezTo>
                  <a:cubicBezTo>
                    <a:pt x="223" y="1708"/>
                    <a:pt x="209" y="1699"/>
                    <a:pt x="196" y="1687"/>
                  </a:cubicBezTo>
                  <a:cubicBezTo>
                    <a:pt x="181" y="1675"/>
                    <a:pt x="169" y="1656"/>
                    <a:pt x="155" y="1646"/>
                  </a:cubicBezTo>
                  <a:cubicBezTo>
                    <a:pt x="140" y="1635"/>
                    <a:pt x="128" y="1645"/>
                    <a:pt x="116" y="1653"/>
                  </a:cubicBezTo>
                  <a:cubicBezTo>
                    <a:pt x="84" y="1672"/>
                    <a:pt x="74" y="1694"/>
                    <a:pt x="70" y="1731"/>
                  </a:cubicBezTo>
                  <a:cubicBezTo>
                    <a:pt x="68" y="1746"/>
                    <a:pt x="75" y="1758"/>
                    <a:pt x="66" y="1771"/>
                  </a:cubicBezTo>
                  <a:cubicBezTo>
                    <a:pt x="48" y="1798"/>
                    <a:pt x="26" y="1789"/>
                    <a:pt x="0" y="1795"/>
                  </a:cubicBezTo>
                  <a:cubicBezTo>
                    <a:pt x="10" y="1858"/>
                    <a:pt x="10" y="1858"/>
                    <a:pt x="10" y="1858"/>
                  </a:cubicBezTo>
                  <a:cubicBezTo>
                    <a:pt x="41" y="1892"/>
                    <a:pt x="41" y="1892"/>
                    <a:pt x="41" y="1892"/>
                  </a:cubicBezTo>
                  <a:cubicBezTo>
                    <a:pt x="52" y="1943"/>
                    <a:pt x="52" y="1943"/>
                    <a:pt x="52" y="1943"/>
                  </a:cubicBezTo>
                  <a:cubicBezTo>
                    <a:pt x="44" y="1955"/>
                    <a:pt x="31" y="1977"/>
                    <a:pt x="36" y="1991"/>
                  </a:cubicBezTo>
                  <a:cubicBezTo>
                    <a:pt x="43" y="2015"/>
                    <a:pt x="76" y="2071"/>
                    <a:pt x="96" y="2031"/>
                  </a:cubicBezTo>
                  <a:cubicBezTo>
                    <a:pt x="104" y="2031"/>
                    <a:pt x="104" y="2031"/>
                    <a:pt x="104" y="2031"/>
                  </a:cubicBezTo>
                  <a:cubicBezTo>
                    <a:pt x="116" y="2055"/>
                    <a:pt x="146" y="2091"/>
                    <a:pt x="149" y="2115"/>
                  </a:cubicBezTo>
                  <a:cubicBezTo>
                    <a:pt x="151" y="2130"/>
                    <a:pt x="142" y="2145"/>
                    <a:pt x="142" y="2159"/>
                  </a:cubicBezTo>
                  <a:cubicBezTo>
                    <a:pt x="143" y="2174"/>
                    <a:pt x="150" y="2188"/>
                    <a:pt x="148" y="2203"/>
                  </a:cubicBezTo>
                  <a:cubicBezTo>
                    <a:pt x="143" y="2240"/>
                    <a:pt x="120" y="2250"/>
                    <a:pt x="165" y="2274"/>
                  </a:cubicBezTo>
                  <a:cubicBezTo>
                    <a:pt x="197" y="2290"/>
                    <a:pt x="200" y="2240"/>
                    <a:pt x="228" y="2243"/>
                  </a:cubicBezTo>
                  <a:cubicBezTo>
                    <a:pt x="254" y="2246"/>
                    <a:pt x="251" y="2293"/>
                    <a:pt x="276" y="2293"/>
                  </a:cubicBezTo>
                  <a:cubicBezTo>
                    <a:pt x="301" y="2293"/>
                    <a:pt x="316" y="2250"/>
                    <a:pt x="344" y="2244"/>
                  </a:cubicBezTo>
                  <a:cubicBezTo>
                    <a:pt x="376" y="2237"/>
                    <a:pt x="402" y="2267"/>
                    <a:pt x="432" y="2269"/>
                  </a:cubicBezTo>
                  <a:cubicBezTo>
                    <a:pt x="454" y="2271"/>
                    <a:pt x="457" y="2252"/>
                    <a:pt x="472" y="2242"/>
                  </a:cubicBezTo>
                  <a:cubicBezTo>
                    <a:pt x="499" y="2225"/>
                    <a:pt x="536" y="2233"/>
                    <a:pt x="504" y="2191"/>
                  </a:cubicBezTo>
                  <a:cubicBezTo>
                    <a:pt x="572" y="2211"/>
                    <a:pt x="572" y="2211"/>
                    <a:pt x="572" y="2211"/>
                  </a:cubicBezTo>
                  <a:cubicBezTo>
                    <a:pt x="572" y="2215"/>
                    <a:pt x="572" y="2215"/>
                    <a:pt x="572" y="2215"/>
                  </a:cubicBezTo>
                  <a:cubicBezTo>
                    <a:pt x="555" y="2240"/>
                    <a:pt x="586" y="2254"/>
                    <a:pt x="595" y="2275"/>
                  </a:cubicBezTo>
                  <a:cubicBezTo>
                    <a:pt x="602" y="2293"/>
                    <a:pt x="595" y="2318"/>
                    <a:pt x="592" y="2335"/>
                  </a:cubicBezTo>
                  <a:cubicBezTo>
                    <a:pt x="613" y="2342"/>
                    <a:pt x="662" y="2376"/>
                    <a:pt x="672" y="2395"/>
                  </a:cubicBezTo>
                  <a:cubicBezTo>
                    <a:pt x="641" y="2393"/>
                    <a:pt x="615" y="2431"/>
                    <a:pt x="620" y="2459"/>
                  </a:cubicBezTo>
                  <a:cubicBezTo>
                    <a:pt x="633" y="2457"/>
                    <a:pt x="667" y="2439"/>
                    <a:pt x="678" y="2447"/>
                  </a:cubicBezTo>
                  <a:cubicBezTo>
                    <a:pt x="688" y="2455"/>
                    <a:pt x="681" y="2487"/>
                    <a:pt x="683" y="2499"/>
                  </a:cubicBezTo>
                  <a:cubicBezTo>
                    <a:pt x="686" y="2513"/>
                    <a:pt x="685" y="2535"/>
                    <a:pt x="696" y="2545"/>
                  </a:cubicBezTo>
                  <a:cubicBezTo>
                    <a:pt x="706" y="2556"/>
                    <a:pt x="724" y="2556"/>
                    <a:pt x="735" y="2567"/>
                  </a:cubicBezTo>
                  <a:cubicBezTo>
                    <a:pt x="742" y="2573"/>
                    <a:pt x="743" y="2586"/>
                    <a:pt x="750" y="2591"/>
                  </a:cubicBezTo>
                  <a:cubicBezTo>
                    <a:pt x="770" y="2604"/>
                    <a:pt x="785" y="2574"/>
                    <a:pt x="784" y="2559"/>
                  </a:cubicBezTo>
                  <a:cubicBezTo>
                    <a:pt x="837" y="2537"/>
                    <a:pt x="860" y="2589"/>
                    <a:pt x="909" y="2597"/>
                  </a:cubicBezTo>
                  <a:cubicBezTo>
                    <a:pt x="929" y="2600"/>
                    <a:pt x="924" y="2579"/>
                    <a:pt x="920" y="2567"/>
                  </a:cubicBezTo>
                  <a:cubicBezTo>
                    <a:pt x="980" y="2559"/>
                    <a:pt x="980" y="2559"/>
                    <a:pt x="980" y="2559"/>
                  </a:cubicBezTo>
                  <a:cubicBezTo>
                    <a:pt x="976" y="2511"/>
                    <a:pt x="976" y="2511"/>
                    <a:pt x="976" y="2511"/>
                  </a:cubicBezTo>
                  <a:cubicBezTo>
                    <a:pt x="980" y="2511"/>
                    <a:pt x="980" y="2511"/>
                    <a:pt x="980" y="2511"/>
                  </a:cubicBezTo>
                  <a:cubicBezTo>
                    <a:pt x="991" y="2528"/>
                    <a:pt x="1011" y="2528"/>
                    <a:pt x="1028" y="2519"/>
                  </a:cubicBezTo>
                  <a:cubicBezTo>
                    <a:pt x="1028" y="2515"/>
                    <a:pt x="1028" y="2515"/>
                    <a:pt x="1028" y="2515"/>
                  </a:cubicBezTo>
                  <a:cubicBezTo>
                    <a:pt x="1020" y="2499"/>
                    <a:pt x="1020" y="2499"/>
                    <a:pt x="1020" y="2499"/>
                  </a:cubicBezTo>
                  <a:cubicBezTo>
                    <a:pt x="1059" y="2497"/>
                    <a:pt x="1053" y="2555"/>
                    <a:pt x="1048" y="2583"/>
                  </a:cubicBezTo>
                  <a:cubicBezTo>
                    <a:pt x="1100" y="2602"/>
                    <a:pt x="1117" y="2526"/>
                    <a:pt x="1168" y="2551"/>
                  </a:cubicBezTo>
                  <a:cubicBezTo>
                    <a:pt x="1194" y="2509"/>
                    <a:pt x="1183" y="2479"/>
                    <a:pt x="1184" y="2435"/>
                  </a:cubicBezTo>
                  <a:cubicBezTo>
                    <a:pt x="1215" y="2432"/>
                    <a:pt x="1237" y="2381"/>
                    <a:pt x="1229" y="2351"/>
                  </a:cubicBezTo>
                  <a:cubicBezTo>
                    <a:pt x="1225" y="2335"/>
                    <a:pt x="1208" y="2321"/>
                    <a:pt x="1219" y="2304"/>
                  </a:cubicBezTo>
                  <a:cubicBezTo>
                    <a:pt x="1241" y="2266"/>
                    <a:pt x="1290" y="2281"/>
                    <a:pt x="1323" y="2265"/>
                  </a:cubicBezTo>
                  <a:cubicBezTo>
                    <a:pt x="1337" y="2258"/>
                    <a:pt x="1347" y="2233"/>
                    <a:pt x="1364" y="2223"/>
                  </a:cubicBezTo>
                  <a:cubicBezTo>
                    <a:pt x="1360" y="2151"/>
                    <a:pt x="1360" y="2151"/>
                    <a:pt x="1360" y="2151"/>
                  </a:cubicBezTo>
                  <a:cubicBezTo>
                    <a:pt x="1404" y="2147"/>
                    <a:pt x="1404" y="2147"/>
                    <a:pt x="1404" y="2147"/>
                  </a:cubicBezTo>
                  <a:cubicBezTo>
                    <a:pt x="1404" y="2103"/>
                    <a:pt x="1404" y="2103"/>
                    <a:pt x="1404" y="2103"/>
                  </a:cubicBezTo>
                  <a:cubicBezTo>
                    <a:pt x="1373" y="2079"/>
                    <a:pt x="1405" y="2037"/>
                    <a:pt x="1440" y="2032"/>
                  </a:cubicBezTo>
                  <a:cubicBezTo>
                    <a:pt x="1455" y="2030"/>
                    <a:pt x="1543" y="2104"/>
                    <a:pt x="1536" y="2055"/>
                  </a:cubicBezTo>
                  <a:cubicBezTo>
                    <a:pt x="1581" y="2055"/>
                    <a:pt x="1568" y="2016"/>
                    <a:pt x="1568" y="1979"/>
                  </a:cubicBezTo>
                  <a:cubicBezTo>
                    <a:pt x="1632" y="1991"/>
                    <a:pt x="1632" y="1991"/>
                    <a:pt x="1632" y="1991"/>
                  </a:cubicBezTo>
                  <a:cubicBezTo>
                    <a:pt x="1632" y="1945"/>
                    <a:pt x="1633" y="1930"/>
                    <a:pt x="1672" y="1901"/>
                  </a:cubicBezTo>
                  <a:cubicBezTo>
                    <a:pt x="1682" y="1893"/>
                    <a:pt x="1690" y="1881"/>
                    <a:pt x="1704" y="1882"/>
                  </a:cubicBezTo>
                  <a:cubicBezTo>
                    <a:pt x="1727" y="1883"/>
                    <a:pt x="1759" y="1915"/>
                    <a:pt x="1782" y="1895"/>
                  </a:cubicBezTo>
                  <a:cubicBezTo>
                    <a:pt x="1793" y="1885"/>
                    <a:pt x="1784" y="1865"/>
                    <a:pt x="1795" y="1854"/>
                  </a:cubicBezTo>
                  <a:cubicBezTo>
                    <a:pt x="1805" y="1843"/>
                    <a:pt x="1827" y="1846"/>
                    <a:pt x="1840" y="1840"/>
                  </a:cubicBezTo>
                  <a:cubicBezTo>
                    <a:pt x="1860" y="1831"/>
                    <a:pt x="1876" y="1814"/>
                    <a:pt x="1896" y="1805"/>
                  </a:cubicBezTo>
                  <a:cubicBezTo>
                    <a:pt x="1911" y="1798"/>
                    <a:pt x="1929" y="1799"/>
                    <a:pt x="1944" y="1791"/>
                  </a:cubicBezTo>
                  <a:cubicBezTo>
                    <a:pt x="1968" y="1779"/>
                    <a:pt x="1983" y="1748"/>
                    <a:pt x="2012" y="1744"/>
                  </a:cubicBezTo>
                  <a:cubicBezTo>
                    <a:pt x="2056" y="1737"/>
                    <a:pt x="2095" y="1759"/>
                    <a:pt x="2136" y="1766"/>
                  </a:cubicBezTo>
                  <a:cubicBezTo>
                    <a:pt x="2158" y="1770"/>
                    <a:pt x="2182" y="1760"/>
                    <a:pt x="2204" y="1759"/>
                  </a:cubicBezTo>
                  <a:cubicBezTo>
                    <a:pt x="2218" y="1759"/>
                    <a:pt x="2230" y="1766"/>
                    <a:pt x="2244" y="1765"/>
                  </a:cubicBezTo>
                  <a:cubicBezTo>
                    <a:pt x="2270" y="1762"/>
                    <a:pt x="2297" y="1758"/>
                    <a:pt x="2320" y="1743"/>
                  </a:cubicBezTo>
                  <a:cubicBezTo>
                    <a:pt x="2338" y="1731"/>
                    <a:pt x="2349" y="1710"/>
                    <a:pt x="2372" y="1705"/>
                  </a:cubicBezTo>
                  <a:cubicBezTo>
                    <a:pt x="2398" y="1699"/>
                    <a:pt x="2429" y="1704"/>
                    <a:pt x="2456" y="1703"/>
                  </a:cubicBezTo>
                  <a:cubicBezTo>
                    <a:pt x="2522" y="1700"/>
                    <a:pt x="2586" y="1699"/>
                    <a:pt x="2652" y="1699"/>
                  </a:cubicBezTo>
                  <a:cubicBezTo>
                    <a:pt x="2668" y="1670"/>
                    <a:pt x="2714" y="1690"/>
                    <a:pt x="2740" y="1695"/>
                  </a:cubicBezTo>
                  <a:cubicBezTo>
                    <a:pt x="2752" y="1683"/>
                    <a:pt x="2752" y="1683"/>
                    <a:pt x="2752" y="1683"/>
                  </a:cubicBezTo>
                  <a:cubicBezTo>
                    <a:pt x="2744" y="1667"/>
                    <a:pt x="2744" y="1667"/>
                    <a:pt x="2744" y="1667"/>
                  </a:cubicBezTo>
                  <a:cubicBezTo>
                    <a:pt x="2802" y="1633"/>
                    <a:pt x="2802" y="1633"/>
                    <a:pt x="2802" y="1633"/>
                  </a:cubicBezTo>
                  <a:cubicBezTo>
                    <a:pt x="2828" y="1547"/>
                    <a:pt x="2828" y="1547"/>
                    <a:pt x="2828" y="1547"/>
                  </a:cubicBezTo>
                  <a:cubicBezTo>
                    <a:pt x="2862" y="1507"/>
                    <a:pt x="2862" y="1507"/>
                    <a:pt x="2862" y="1507"/>
                  </a:cubicBezTo>
                  <a:cubicBezTo>
                    <a:pt x="2859" y="1428"/>
                    <a:pt x="2859" y="1428"/>
                    <a:pt x="2859" y="1428"/>
                  </a:cubicBezTo>
                  <a:cubicBezTo>
                    <a:pt x="2871" y="1395"/>
                    <a:pt x="2871" y="1395"/>
                    <a:pt x="2871" y="1395"/>
                  </a:cubicBezTo>
                  <a:cubicBezTo>
                    <a:pt x="2864" y="1211"/>
                    <a:pt x="2864" y="1211"/>
                    <a:pt x="2864" y="1211"/>
                  </a:cubicBezTo>
                  <a:cubicBezTo>
                    <a:pt x="2868" y="1031"/>
                    <a:pt x="2868" y="1031"/>
                    <a:pt x="2868" y="1031"/>
                  </a:cubicBezTo>
                  <a:cubicBezTo>
                    <a:pt x="2818" y="1038"/>
                    <a:pt x="2761" y="1061"/>
                    <a:pt x="2712" y="1058"/>
                  </a:cubicBezTo>
                  <a:cubicBezTo>
                    <a:pt x="2663" y="1055"/>
                    <a:pt x="2684" y="1014"/>
                    <a:pt x="2704" y="991"/>
                  </a:cubicBezTo>
                  <a:cubicBezTo>
                    <a:pt x="2704" y="987"/>
                    <a:pt x="2704" y="987"/>
                    <a:pt x="2704" y="987"/>
                  </a:cubicBezTo>
                  <a:cubicBezTo>
                    <a:pt x="2681" y="965"/>
                    <a:pt x="2705" y="933"/>
                    <a:pt x="2687" y="914"/>
                  </a:cubicBezTo>
                  <a:cubicBezTo>
                    <a:pt x="2652" y="879"/>
                    <a:pt x="2598" y="899"/>
                    <a:pt x="2560" y="878"/>
                  </a:cubicBezTo>
                  <a:cubicBezTo>
                    <a:pt x="2541" y="868"/>
                    <a:pt x="2535" y="841"/>
                    <a:pt x="2512" y="838"/>
                  </a:cubicBezTo>
                  <a:cubicBezTo>
                    <a:pt x="2492" y="834"/>
                    <a:pt x="2477" y="847"/>
                    <a:pt x="2456" y="838"/>
                  </a:cubicBezTo>
                  <a:cubicBezTo>
                    <a:pt x="2430" y="826"/>
                    <a:pt x="2432" y="806"/>
                    <a:pt x="2415" y="789"/>
                  </a:cubicBezTo>
                  <a:cubicBezTo>
                    <a:pt x="2396" y="770"/>
                    <a:pt x="2361" y="763"/>
                    <a:pt x="2336" y="759"/>
                  </a:cubicBezTo>
                  <a:cubicBezTo>
                    <a:pt x="2337" y="741"/>
                    <a:pt x="2345" y="718"/>
                    <a:pt x="2335" y="700"/>
                  </a:cubicBezTo>
                  <a:cubicBezTo>
                    <a:pt x="2319" y="674"/>
                    <a:pt x="2273" y="655"/>
                    <a:pt x="2248" y="639"/>
                  </a:cubicBezTo>
                  <a:cubicBezTo>
                    <a:pt x="2175" y="594"/>
                    <a:pt x="2103" y="548"/>
                    <a:pt x="2032" y="501"/>
                  </a:cubicBezTo>
                  <a:cubicBezTo>
                    <a:pt x="1860" y="386"/>
                    <a:pt x="1691" y="267"/>
                    <a:pt x="1516" y="158"/>
                  </a:cubicBezTo>
                  <a:cubicBezTo>
                    <a:pt x="1446" y="114"/>
                    <a:pt x="1372" y="48"/>
                    <a:pt x="1296" y="19"/>
                  </a:cubicBezTo>
                  <a:cubicBezTo>
                    <a:pt x="1270" y="9"/>
                    <a:pt x="1232" y="15"/>
                    <a:pt x="1204" y="15"/>
                  </a:cubicBezTo>
                  <a:cubicBezTo>
                    <a:pt x="1136" y="15"/>
                    <a:pt x="1045" y="0"/>
                    <a:pt x="980" y="19"/>
                  </a:cubicBezTo>
                  <a:moveTo>
                    <a:pt x="183" y="2617"/>
                  </a:moveTo>
                  <a:cubicBezTo>
                    <a:pt x="185" y="2618"/>
                    <a:pt x="185" y="2618"/>
                    <a:pt x="185" y="2618"/>
                  </a:cubicBezTo>
                  <a:lnTo>
                    <a:pt x="183" y="2617"/>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23"/>
            <p:cNvSpPr>
              <a:spLocks noEditPoints="1"/>
            </p:cNvSpPr>
            <p:nvPr/>
          </p:nvSpPr>
          <p:spPr bwMode="auto">
            <a:xfrm>
              <a:off x="873125" y="1422400"/>
              <a:ext cx="622300" cy="627063"/>
            </a:xfrm>
            <a:custGeom>
              <a:avLst/>
              <a:gdLst/>
              <a:ahLst/>
              <a:cxnLst>
                <a:cxn ang="0">
                  <a:pos x="1500" y="0"/>
                </a:cxn>
                <a:cxn ang="0">
                  <a:pos x="1491" y="228"/>
                </a:cxn>
                <a:cxn ang="0">
                  <a:pos x="911" y="228"/>
                </a:cxn>
                <a:cxn ang="0">
                  <a:pos x="911" y="648"/>
                </a:cxn>
                <a:cxn ang="0">
                  <a:pos x="843" y="692"/>
                </a:cxn>
                <a:cxn ang="0">
                  <a:pos x="722" y="764"/>
                </a:cxn>
                <a:cxn ang="0">
                  <a:pos x="732" y="850"/>
                </a:cxn>
                <a:cxn ang="0">
                  <a:pos x="740" y="1036"/>
                </a:cxn>
                <a:cxn ang="0">
                  <a:pos x="292" y="1036"/>
                </a:cxn>
                <a:cxn ang="0">
                  <a:pos x="76" y="1038"/>
                </a:cxn>
                <a:cxn ang="0">
                  <a:pos x="43" y="1140"/>
                </a:cxn>
                <a:cxn ang="0">
                  <a:pos x="80" y="1084"/>
                </a:cxn>
                <a:cxn ang="0">
                  <a:pos x="88" y="1084"/>
                </a:cxn>
                <a:cxn ang="0">
                  <a:pos x="126" y="1160"/>
                </a:cxn>
                <a:cxn ang="0">
                  <a:pos x="156" y="1152"/>
                </a:cxn>
                <a:cxn ang="0">
                  <a:pos x="160" y="1152"/>
                </a:cxn>
                <a:cxn ang="0">
                  <a:pos x="203" y="1252"/>
                </a:cxn>
                <a:cxn ang="0">
                  <a:pos x="184" y="1332"/>
                </a:cxn>
                <a:cxn ang="0">
                  <a:pos x="160" y="1380"/>
                </a:cxn>
                <a:cxn ang="0">
                  <a:pos x="148" y="1384"/>
                </a:cxn>
                <a:cxn ang="0">
                  <a:pos x="196" y="1440"/>
                </a:cxn>
                <a:cxn ang="0">
                  <a:pos x="224" y="1588"/>
                </a:cxn>
                <a:cxn ang="0">
                  <a:pos x="231" y="1652"/>
                </a:cxn>
                <a:cxn ang="0">
                  <a:pos x="144" y="1944"/>
                </a:cxn>
                <a:cxn ang="0">
                  <a:pos x="220" y="1872"/>
                </a:cxn>
                <a:cxn ang="0">
                  <a:pos x="300" y="1883"/>
                </a:cxn>
                <a:cxn ang="0">
                  <a:pos x="520" y="1860"/>
                </a:cxn>
                <a:cxn ang="0">
                  <a:pos x="600" y="1935"/>
                </a:cxn>
                <a:cxn ang="0">
                  <a:pos x="672" y="1949"/>
                </a:cxn>
                <a:cxn ang="0">
                  <a:pos x="768" y="2056"/>
                </a:cxn>
                <a:cxn ang="0">
                  <a:pos x="784" y="2084"/>
                </a:cxn>
                <a:cxn ang="0">
                  <a:pos x="776" y="2100"/>
                </a:cxn>
                <a:cxn ang="0">
                  <a:pos x="839" y="2137"/>
                </a:cxn>
                <a:cxn ang="0">
                  <a:pos x="928" y="2186"/>
                </a:cxn>
                <a:cxn ang="0">
                  <a:pos x="1004" y="2049"/>
                </a:cxn>
                <a:cxn ang="0">
                  <a:pos x="1028" y="2037"/>
                </a:cxn>
                <a:cxn ang="0">
                  <a:pos x="1054" y="2062"/>
                </a:cxn>
                <a:cxn ang="0">
                  <a:pos x="1128" y="2124"/>
                </a:cxn>
                <a:cxn ang="0">
                  <a:pos x="1224" y="2067"/>
                </a:cxn>
                <a:cxn ang="0">
                  <a:pos x="1276" y="2080"/>
                </a:cxn>
                <a:cxn ang="0">
                  <a:pos x="1384" y="2064"/>
                </a:cxn>
                <a:cxn ang="0">
                  <a:pos x="1396" y="2024"/>
                </a:cxn>
                <a:cxn ang="0">
                  <a:pos x="1456" y="2056"/>
                </a:cxn>
                <a:cxn ang="0">
                  <a:pos x="1632" y="2056"/>
                </a:cxn>
                <a:cxn ang="0">
                  <a:pos x="1948" y="2056"/>
                </a:cxn>
                <a:cxn ang="0">
                  <a:pos x="2061" y="2052"/>
                </a:cxn>
                <a:cxn ang="0">
                  <a:pos x="2073" y="2012"/>
                </a:cxn>
                <a:cxn ang="0">
                  <a:pos x="2092" y="1904"/>
                </a:cxn>
                <a:cxn ang="0">
                  <a:pos x="2035" y="1776"/>
                </a:cxn>
                <a:cxn ang="0">
                  <a:pos x="2007" y="1512"/>
                </a:cxn>
                <a:cxn ang="0">
                  <a:pos x="1968" y="1196"/>
                </a:cxn>
                <a:cxn ang="0">
                  <a:pos x="1919" y="720"/>
                </a:cxn>
                <a:cxn ang="0">
                  <a:pos x="1876" y="408"/>
                </a:cxn>
                <a:cxn ang="0">
                  <a:pos x="2180" y="408"/>
                </a:cxn>
                <a:cxn ang="0">
                  <a:pos x="2136" y="373"/>
                </a:cxn>
                <a:cxn ang="0">
                  <a:pos x="2024" y="304"/>
                </a:cxn>
                <a:cxn ang="0">
                  <a:pos x="1668" y="94"/>
                </a:cxn>
                <a:cxn ang="0">
                  <a:pos x="176" y="1340"/>
                </a:cxn>
                <a:cxn ang="0">
                  <a:pos x="188" y="1292"/>
                </a:cxn>
                <a:cxn ang="0">
                  <a:pos x="176" y="1340"/>
                </a:cxn>
              </a:cxnLst>
              <a:rect l="0" t="0" r="r" b="b"/>
              <a:pathLst>
                <a:path w="2180" h="2197">
                  <a:moveTo>
                    <a:pt x="1500" y="0"/>
                  </a:moveTo>
                  <a:cubicBezTo>
                    <a:pt x="1491" y="228"/>
                    <a:pt x="1491" y="228"/>
                    <a:pt x="1491" y="228"/>
                  </a:cubicBezTo>
                  <a:cubicBezTo>
                    <a:pt x="911" y="228"/>
                    <a:pt x="911" y="228"/>
                    <a:pt x="911" y="228"/>
                  </a:cubicBezTo>
                  <a:cubicBezTo>
                    <a:pt x="911" y="648"/>
                    <a:pt x="911" y="648"/>
                    <a:pt x="911" y="648"/>
                  </a:cubicBezTo>
                  <a:cubicBezTo>
                    <a:pt x="889" y="650"/>
                    <a:pt x="864" y="685"/>
                    <a:pt x="843" y="692"/>
                  </a:cubicBezTo>
                  <a:cubicBezTo>
                    <a:pt x="800" y="708"/>
                    <a:pt x="736" y="709"/>
                    <a:pt x="722" y="764"/>
                  </a:cubicBezTo>
                  <a:cubicBezTo>
                    <a:pt x="709" y="797"/>
                    <a:pt x="730" y="829"/>
                    <a:pt x="732" y="850"/>
                  </a:cubicBezTo>
                  <a:cubicBezTo>
                    <a:pt x="732" y="926"/>
                    <a:pt x="736" y="974"/>
                    <a:pt x="740" y="1036"/>
                  </a:cubicBezTo>
                  <a:cubicBezTo>
                    <a:pt x="292" y="1036"/>
                    <a:pt x="292" y="1036"/>
                    <a:pt x="292" y="1036"/>
                  </a:cubicBezTo>
                  <a:cubicBezTo>
                    <a:pt x="230" y="1036"/>
                    <a:pt x="135" y="1020"/>
                    <a:pt x="76" y="1038"/>
                  </a:cubicBezTo>
                  <a:cubicBezTo>
                    <a:pt x="55" y="1044"/>
                    <a:pt x="0" y="1142"/>
                    <a:pt x="43" y="1140"/>
                  </a:cubicBezTo>
                  <a:cubicBezTo>
                    <a:pt x="80" y="1084"/>
                    <a:pt x="80" y="1084"/>
                    <a:pt x="80" y="1084"/>
                  </a:cubicBezTo>
                  <a:cubicBezTo>
                    <a:pt x="88" y="1084"/>
                    <a:pt x="88" y="1084"/>
                    <a:pt x="88" y="1084"/>
                  </a:cubicBezTo>
                  <a:cubicBezTo>
                    <a:pt x="98" y="1109"/>
                    <a:pt x="110" y="1139"/>
                    <a:pt x="126" y="1160"/>
                  </a:cubicBezTo>
                  <a:cubicBezTo>
                    <a:pt x="142" y="1181"/>
                    <a:pt x="155" y="1177"/>
                    <a:pt x="156" y="1152"/>
                  </a:cubicBezTo>
                  <a:cubicBezTo>
                    <a:pt x="160" y="1152"/>
                    <a:pt x="160" y="1152"/>
                    <a:pt x="160" y="1152"/>
                  </a:cubicBezTo>
                  <a:cubicBezTo>
                    <a:pt x="168" y="1185"/>
                    <a:pt x="206" y="1218"/>
                    <a:pt x="203" y="1252"/>
                  </a:cubicBezTo>
                  <a:cubicBezTo>
                    <a:pt x="200" y="1277"/>
                    <a:pt x="196" y="1310"/>
                    <a:pt x="184" y="1332"/>
                  </a:cubicBezTo>
                  <a:cubicBezTo>
                    <a:pt x="175" y="1351"/>
                    <a:pt x="155" y="1358"/>
                    <a:pt x="160" y="1380"/>
                  </a:cubicBezTo>
                  <a:cubicBezTo>
                    <a:pt x="148" y="1384"/>
                    <a:pt x="148" y="1384"/>
                    <a:pt x="148" y="1384"/>
                  </a:cubicBezTo>
                  <a:cubicBezTo>
                    <a:pt x="160" y="1407"/>
                    <a:pt x="184" y="1417"/>
                    <a:pt x="196" y="1440"/>
                  </a:cubicBezTo>
                  <a:cubicBezTo>
                    <a:pt x="221" y="1486"/>
                    <a:pt x="218" y="1539"/>
                    <a:pt x="224" y="1588"/>
                  </a:cubicBezTo>
                  <a:cubicBezTo>
                    <a:pt x="227" y="1611"/>
                    <a:pt x="234" y="1629"/>
                    <a:pt x="231" y="1652"/>
                  </a:cubicBezTo>
                  <a:cubicBezTo>
                    <a:pt x="217" y="1756"/>
                    <a:pt x="144" y="1837"/>
                    <a:pt x="144" y="1944"/>
                  </a:cubicBezTo>
                  <a:cubicBezTo>
                    <a:pt x="192" y="1937"/>
                    <a:pt x="175" y="1884"/>
                    <a:pt x="220" y="1872"/>
                  </a:cubicBezTo>
                  <a:cubicBezTo>
                    <a:pt x="231" y="1889"/>
                    <a:pt x="280" y="1885"/>
                    <a:pt x="300" y="1883"/>
                  </a:cubicBezTo>
                  <a:cubicBezTo>
                    <a:pt x="371" y="1872"/>
                    <a:pt x="445" y="1846"/>
                    <a:pt x="520" y="1860"/>
                  </a:cubicBezTo>
                  <a:cubicBezTo>
                    <a:pt x="559" y="1868"/>
                    <a:pt x="571" y="1915"/>
                    <a:pt x="600" y="1935"/>
                  </a:cubicBezTo>
                  <a:cubicBezTo>
                    <a:pt x="624" y="1951"/>
                    <a:pt x="649" y="1940"/>
                    <a:pt x="672" y="1949"/>
                  </a:cubicBezTo>
                  <a:cubicBezTo>
                    <a:pt x="718" y="1967"/>
                    <a:pt x="707" y="2066"/>
                    <a:pt x="768" y="2056"/>
                  </a:cubicBezTo>
                  <a:cubicBezTo>
                    <a:pt x="784" y="2084"/>
                    <a:pt x="784" y="2084"/>
                    <a:pt x="784" y="2084"/>
                  </a:cubicBezTo>
                  <a:cubicBezTo>
                    <a:pt x="776" y="2100"/>
                    <a:pt x="776" y="2100"/>
                    <a:pt x="776" y="2100"/>
                  </a:cubicBezTo>
                  <a:cubicBezTo>
                    <a:pt x="796" y="2114"/>
                    <a:pt x="820" y="2123"/>
                    <a:pt x="839" y="2137"/>
                  </a:cubicBezTo>
                  <a:cubicBezTo>
                    <a:pt x="867" y="2159"/>
                    <a:pt x="881" y="2197"/>
                    <a:pt x="928" y="2186"/>
                  </a:cubicBezTo>
                  <a:cubicBezTo>
                    <a:pt x="998" y="2169"/>
                    <a:pt x="947" y="2083"/>
                    <a:pt x="1004" y="2049"/>
                  </a:cubicBezTo>
                  <a:cubicBezTo>
                    <a:pt x="1010" y="2045"/>
                    <a:pt x="1020" y="2036"/>
                    <a:pt x="1028" y="2037"/>
                  </a:cubicBezTo>
                  <a:cubicBezTo>
                    <a:pt x="1040" y="2038"/>
                    <a:pt x="1046" y="2055"/>
                    <a:pt x="1054" y="2062"/>
                  </a:cubicBezTo>
                  <a:cubicBezTo>
                    <a:pt x="1076" y="2083"/>
                    <a:pt x="1103" y="2107"/>
                    <a:pt x="1128" y="2124"/>
                  </a:cubicBezTo>
                  <a:cubicBezTo>
                    <a:pt x="1148" y="2085"/>
                    <a:pt x="1177" y="2059"/>
                    <a:pt x="1224" y="2067"/>
                  </a:cubicBezTo>
                  <a:cubicBezTo>
                    <a:pt x="1241" y="2069"/>
                    <a:pt x="1258" y="2080"/>
                    <a:pt x="1276" y="2080"/>
                  </a:cubicBezTo>
                  <a:cubicBezTo>
                    <a:pt x="1313" y="2079"/>
                    <a:pt x="1347" y="2064"/>
                    <a:pt x="1384" y="2064"/>
                  </a:cubicBezTo>
                  <a:cubicBezTo>
                    <a:pt x="1396" y="2024"/>
                    <a:pt x="1396" y="2024"/>
                    <a:pt x="1396" y="2024"/>
                  </a:cubicBezTo>
                  <a:cubicBezTo>
                    <a:pt x="1397" y="2063"/>
                    <a:pt x="1424" y="2056"/>
                    <a:pt x="1456" y="2056"/>
                  </a:cubicBezTo>
                  <a:cubicBezTo>
                    <a:pt x="1632" y="2056"/>
                    <a:pt x="1632" y="2056"/>
                    <a:pt x="1632" y="2056"/>
                  </a:cubicBezTo>
                  <a:cubicBezTo>
                    <a:pt x="1948" y="2056"/>
                    <a:pt x="1948" y="2056"/>
                    <a:pt x="1948" y="2056"/>
                  </a:cubicBezTo>
                  <a:cubicBezTo>
                    <a:pt x="1973" y="2056"/>
                    <a:pt x="2041" y="2068"/>
                    <a:pt x="2061" y="2052"/>
                  </a:cubicBezTo>
                  <a:cubicBezTo>
                    <a:pt x="2071" y="2045"/>
                    <a:pt x="2070" y="2023"/>
                    <a:pt x="2073" y="2012"/>
                  </a:cubicBezTo>
                  <a:cubicBezTo>
                    <a:pt x="2080" y="1977"/>
                    <a:pt x="2085" y="1940"/>
                    <a:pt x="2092" y="1904"/>
                  </a:cubicBezTo>
                  <a:cubicBezTo>
                    <a:pt x="2038" y="1874"/>
                    <a:pt x="2042" y="1832"/>
                    <a:pt x="2035" y="1776"/>
                  </a:cubicBezTo>
                  <a:cubicBezTo>
                    <a:pt x="2025" y="1688"/>
                    <a:pt x="2013" y="1601"/>
                    <a:pt x="2007" y="1512"/>
                  </a:cubicBezTo>
                  <a:cubicBezTo>
                    <a:pt x="2000" y="1406"/>
                    <a:pt x="1980" y="1302"/>
                    <a:pt x="1968" y="1196"/>
                  </a:cubicBezTo>
                  <a:cubicBezTo>
                    <a:pt x="1951" y="1037"/>
                    <a:pt x="1938" y="879"/>
                    <a:pt x="1919" y="720"/>
                  </a:cubicBezTo>
                  <a:cubicBezTo>
                    <a:pt x="1907" y="617"/>
                    <a:pt x="1880" y="512"/>
                    <a:pt x="1876" y="408"/>
                  </a:cubicBezTo>
                  <a:cubicBezTo>
                    <a:pt x="2180" y="408"/>
                    <a:pt x="2180" y="408"/>
                    <a:pt x="2180" y="408"/>
                  </a:cubicBezTo>
                  <a:cubicBezTo>
                    <a:pt x="2136" y="373"/>
                    <a:pt x="2136" y="373"/>
                    <a:pt x="2136" y="373"/>
                  </a:cubicBezTo>
                  <a:cubicBezTo>
                    <a:pt x="2024" y="304"/>
                    <a:pt x="2024" y="304"/>
                    <a:pt x="2024" y="304"/>
                  </a:cubicBezTo>
                  <a:cubicBezTo>
                    <a:pt x="1668" y="94"/>
                    <a:pt x="1668" y="94"/>
                    <a:pt x="1668" y="94"/>
                  </a:cubicBezTo>
                  <a:moveTo>
                    <a:pt x="176" y="1340"/>
                  </a:moveTo>
                  <a:cubicBezTo>
                    <a:pt x="188" y="1292"/>
                    <a:pt x="188" y="1292"/>
                    <a:pt x="188" y="1292"/>
                  </a:cubicBezTo>
                  <a:cubicBezTo>
                    <a:pt x="159" y="1300"/>
                    <a:pt x="129" y="1334"/>
                    <a:pt x="176" y="134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24"/>
            <p:cNvSpPr>
              <a:spLocks/>
            </p:cNvSpPr>
            <p:nvPr/>
          </p:nvSpPr>
          <p:spPr bwMode="auto">
            <a:xfrm>
              <a:off x="3359150" y="2039938"/>
              <a:ext cx="747713" cy="569913"/>
            </a:xfrm>
            <a:custGeom>
              <a:avLst/>
              <a:gdLst/>
              <a:ahLst/>
              <a:cxnLst>
                <a:cxn ang="0">
                  <a:pos x="808" y="132"/>
                </a:cxn>
                <a:cxn ang="0">
                  <a:pos x="724" y="104"/>
                </a:cxn>
                <a:cxn ang="0">
                  <a:pos x="613" y="192"/>
                </a:cxn>
                <a:cxn ang="0">
                  <a:pos x="560" y="376"/>
                </a:cxn>
                <a:cxn ang="0">
                  <a:pos x="376" y="536"/>
                </a:cxn>
                <a:cxn ang="0">
                  <a:pos x="356" y="700"/>
                </a:cxn>
                <a:cxn ang="0">
                  <a:pos x="243" y="744"/>
                </a:cxn>
                <a:cxn ang="0">
                  <a:pos x="205" y="928"/>
                </a:cxn>
                <a:cxn ang="0">
                  <a:pos x="144" y="1128"/>
                </a:cxn>
                <a:cxn ang="0">
                  <a:pos x="48" y="1172"/>
                </a:cxn>
                <a:cxn ang="0">
                  <a:pos x="88" y="1242"/>
                </a:cxn>
                <a:cxn ang="0">
                  <a:pos x="233" y="1371"/>
                </a:cxn>
                <a:cxn ang="0">
                  <a:pos x="402" y="1624"/>
                </a:cxn>
                <a:cxn ang="0">
                  <a:pos x="456" y="1646"/>
                </a:cxn>
                <a:cxn ang="0">
                  <a:pos x="533" y="1808"/>
                </a:cxn>
                <a:cxn ang="0">
                  <a:pos x="901" y="1956"/>
                </a:cxn>
                <a:cxn ang="0">
                  <a:pos x="1140" y="1984"/>
                </a:cxn>
                <a:cxn ang="0">
                  <a:pos x="1300" y="1875"/>
                </a:cxn>
                <a:cxn ang="0">
                  <a:pos x="1444" y="1903"/>
                </a:cxn>
                <a:cxn ang="0">
                  <a:pos x="1559" y="1897"/>
                </a:cxn>
                <a:cxn ang="0">
                  <a:pos x="1724" y="1840"/>
                </a:cxn>
                <a:cxn ang="0">
                  <a:pos x="1864" y="1741"/>
                </a:cxn>
                <a:cxn ang="0">
                  <a:pos x="2100" y="1728"/>
                </a:cxn>
                <a:cxn ang="0">
                  <a:pos x="2277" y="1536"/>
                </a:cxn>
                <a:cxn ang="0">
                  <a:pos x="2620" y="1192"/>
                </a:cxn>
                <a:cxn ang="0">
                  <a:pos x="2208" y="1109"/>
                </a:cxn>
                <a:cxn ang="0">
                  <a:pos x="1845" y="951"/>
                </a:cxn>
                <a:cxn ang="0">
                  <a:pos x="1730" y="804"/>
                </a:cxn>
                <a:cxn ang="0">
                  <a:pos x="1740" y="676"/>
                </a:cxn>
                <a:cxn ang="0">
                  <a:pos x="1548" y="676"/>
                </a:cxn>
                <a:cxn ang="0">
                  <a:pos x="1586" y="520"/>
                </a:cxn>
                <a:cxn ang="0">
                  <a:pos x="1640" y="412"/>
                </a:cxn>
                <a:cxn ang="0">
                  <a:pos x="1547" y="292"/>
                </a:cxn>
                <a:cxn ang="0">
                  <a:pos x="1378" y="130"/>
                </a:cxn>
                <a:cxn ang="0">
                  <a:pos x="1276" y="76"/>
                </a:cxn>
                <a:cxn ang="0">
                  <a:pos x="1069" y="42"/>
                </a:cxn>
                <a:cxn ang="0">
                  <a:pos x="940" y="36"/>
                </a:cxn>
                <a:cxn ang="0">
                  <a:pos x="868" y="0"/>
                </a:cxn>
              </a:cxnLst>
              <a:rect l="0" t="0" r="r" b="b"/>
              <a:pathLst>
                <a:path w="2620" h="1996">
                  <a:moveTo>
                    <a:pt x="868" y="0"/>
                  </a:moveTo>
                  <a:cubicBezTo>
                    <a:pt x="808" y="132"/>
                    <a:pt x="808" y="132"/>
                    <a:pt x="808" y="132"/>
                  </a:cubicBezTo>
                  <a:cubicBezTo>
                    <a:pt x="797" y="115"/>
                    <a:pt x="789" y="89"/>
                    <a:pt x="772" y="78"/>
                  </a:cubicBezTo>
                  <a:cubicBezTo>
                    <a:pt x="748" y="63"/>
                    <a:pt x="726" y="80"/>
                    <a:pt x="724" y="104"/>
                  </a:cubicBezTo>
                  <a:cubicBezTo>
                    <a:pt x="699" y="100"/>
                    <a:pt x="661" y="85"/>
                    <a:pt x="637" y="103"/>
                  </a:cubicBezTo>
                  <a:cubicBezTo>
                    <a:pt x="612" y="123"/>
                    <a:pt x="620" y="165"/>
                    <a:pt x="613" y="192"/>
                  </a:cubicBezTo>
                  <a:cubicBezTo>
                    <a:pt x="606" y="221"/>
                    <a:pt x="587" y="241"/>
                    <a:pt x="576" y="268"/>
                  </a:cubicBezTo>
                  <a:cubicBezTo>
                    <a:pt x="561" y="306"/>
                    <a:pt x="567" y="339"/>
                    <a:pt x="560" y="376"/>
                  </a:cubicBezTo>
                  <a:cubicBezTo>
                    <a:pt x="480" y="353"/>
                    <a:pt x="450" y="440"/>
                    <a:pt x="416" y="492"/>
                  </a:cubicBezTo>
                  <a:cubicBezTo>
                    <a:pt x="405" y="508"/>
                    <a:pt x="383" y="519"/>
                    <a:pt x="376" y="536"/>
                  </a:cubicBezTo>
                  <a:cubicBezTo>
                    <a:pt x="368" y="554"/>
                    <a:pt x="378" y="574"/>
                    <a:pt x="372" y="592"/>
                  </a:cubicBezTo>
                  <a:cubicBezTo>
                    <a:pt x="361" y="624"/>
                    <a:pt x="343" y="666"/>
                    <a:pt x="356" y="700"/>
                  </a:cubicBezTo>
                  <a:cubicBezTo>
                    <a:pt x="324" y="717"/>
                    <a:pt x="323" y="696"/>
                    <a:pt x="292" y="697"/>
                  </a:cubicBezTo>
                  <a:cubicBezTo>
                    <a:pt x="269" y="698"/>
                    <a:pt x="252" y="725"/>
                    <a:pt x="243" y="744"/>
                  </a:cubicBezTo>
                  <a:cubicBezTo>
                    <a:pt x="232" y="766"/>
                    <a:pt x="252" y="789"/>
                    <a:pt x="247" y="812"/>
                  </a:cubicBezTo>
                  <a:cubicBezTo>
                    <a:pt x="238" y="851"/>
                    <a:pt x="211" y="885"/>
                    <a:pt x="205" y="928"/>
                  </a:cubicBezTo>
                  <a:cubicBezTo>
                    <a:pt x="198" y="977"/>
                    <a:pt x="234" y="1056"/>
                    <a:pt x="199" y="1100"/>
                  </a:cubicBezTo>
                  <a:cubicBezTo>
                    <a:pt x="186" y="1116"/>
                    <a:pt x="162" y="1119"/>
                    <a:pt x="144" y="1128"/>
                  </a:cubicBezTo>
                  <a:cubicBezTo>
                    <a:pt x="133" y="1107"/>
                    <a:pt x="66" y="1102"/>
                    <a:pt x="49" y="1119"/>
                  </a:cubicBezTo>
                  <a:cubicBezTo>
                    <a:pt x="36" y="1133"/>
                    <a:pt x="44" y="1156"/>
                    <a:pt x="48" y="1172"/>
                  </a:cubicBezTo>
                  <a:cubicBezTo>
                    <a:pt x="26" y="1180"/>
                    <a:pt x="0" y="1211"/>
                    <a:pt x="24" y="1232"/>
                  </a:cubicBezTo>
                  <a:cubicBezTo>
                    <a:pt x="40" y="1246"/>
                    <a:pt x="69" y="1239"/>
                    <a:pt x="88" y="1242"/>
                  </a:cubicBezTo>
                  <a:cubicBezTo>
                    <a:pt x="124" y="1247"/>
                    <a:pt x="152" y="1263"/>
                    <a:pt x="177" y="1289"/>
                  </a:cubicBezTo>
                  <a:cubicBezTo>
                    <a:pt x="199" y="1313"/>
                    <a:pt x="207" y="1346"/>
                    <a:pt x="233" y="1371"/>
                  </a:cubicBezTo>
                  <a:cubicBezTo>
                    <a:pt x="260" y="1396"/>
                    <a:pt x="301" y="1413"/>
                    <a:pt x="322" y="1445"/>
                  </a:cubicBezTo>
                  <a:cubicBezTo>
                    <a:pt x="359" y="1502"/>
                    <a:pt x="356" y="1570"/>
                    <a:pt x="402" y="1624"/>
                  </a:cubicBezTo>
                  <a:cubicBezTo>
                    <a:pt x="410" y="1633"/>
                    <a:pt x="409" y="1650"/>
                    <a:pt x="421" y="1655"/>
                  </a:cubicBezTo>
                  <a:cubicBezTo>
                    <a:pt x="433" y="1660"/>
                    <a:pt x="444" y="1647"/>
                    <a:pt x="456" y="1646"/>
                  </a:cubicBezTo>
                  <a:cubicBezTo>
                    <a:pt x="472" y="1646"/>
                    <a:pt x="488" y="1657"/>
                    <a:pt x="504" y="1660"/>
                  </a:cubicBezTo>
                  <a:cubicBezTo>
                    <a:pt x="490" y="1708"/>
                    <a:pt x="491" y="1773"/>
                    <a:pt x="533" y="1808"/>
                  </a:cubicBezTo>
                  <a:cubicBezTo>
                    <a:pt x="573" y="1840"/>
                    <a:pt x="654" y="1801"/>
                    <a:pt x="700" y="1820"/>
                  </a:cubicBezTo>
                  <a:cubicBezTo>
                    <a:pt x="772" y="1849"/>
                    <a:pt x="832" y="1920"/>
                    <a:pt x="901" y="1956"/>
                  </a:cubicBezTo>
                  <a:cubicBezTo>
                    <a:pt x="922" y="1967"/>
                    <a:pt x="957" y="1959"/>
                    <a:pt x="980" y="1961"/>
                  </a:cubicBezTo>
                  <a:cubicBezTo>
                    <a:pt x="1033" y="1964"/>
                    <a:pt x="1086" y="1993"/>
                    <a:pt x="1140" y="1984"/>
                  </a:cubicBezTo>
                  <a:cubicBezTo>
                    <a:pt x="1160" y="1996"/>
                    <a:pt x="1160" y="1996"/>
                    <a:pt x="1160" y="1996"/>
                  </a:cubicBezTo>
                  <a:cubicBezTo>
                    <a:pt x="1179" y="1930"/>
                    <a:pt x="1244" y="1901"/>
                    <a:pt x="1300" y="1875"/>
                  </a:cubicBezTo>
                  <a:cubicBezTo>
                    <a:pt x="1319" y="1866"/>
                    <a:pt x="1346" y="1844"/>
                    <a:pt x="1368" y="1849"/>
                  </a:cubicBezTo>
                  <a:cubicBezTo>
                    <a:pt x="1401" y="1856"/>
                    <a:pt x="1410" y="1903"/>
                    <a:pt x="1444" y="1903"/>
                  </a:cubicBezTo>
                  <a:cubicBezTo>
                    <a:pt x="1470" y="1904"/>
                    <a:pt x="1495" y="1895"/>
                    <a:pt x="1520" y="1894"/>
                  </a:cubicBezTo>
                  <a:cubicBezTo>
                    <a:pt x="1533" y="1894"/>
                    <a:pt x="1547" y="1902"/>
                    <a:pt x="1559" y="1897"/>
                  </a:cubicBezTo>
                  <a:cubicBezTo>
                    <a:pt x="1579" y="1890"/>
                    <a:pt x="1585" y="1865"/>
                    <a:pt x="1608" y="1858"/>
                  </a:cubicBezTo>
                  <a:cubicBezTo>
                    <a:pt x="1646" y="1848"/>
                    <a:pt x="1686" y="1855"/>
                    <a:pt x="1724" y="1840"/>
                  </a:cubicBezTo>
                  <a:cubicBezTo>
                    <a:pt x="1747" y="1831"/>
                    <a:pt x="1748" y="1807"/>
                    <a:pt x="1764" y="1791"/>
                  </a:cubicBezTo>
                  <a:cubicBezTo>
                    <a:pt x="1790" y="1766"/>
                    <a:pt x="1830" y="1750"/>
                    <a:pt x="1864" y="1741"/>
                  </a:cubicBezTo>
                  <a:cubicBezTo>
                    <a:pt x="1918" y="1727"/>
                    <a:pt x="1972" y="1728"/>
                    <a:pt x="2028" y="1728"/>
                  </a:cubicBezTo>
                  <a:cubicBezTo>
                    <a:pt x="2048" y="1728"/>
                    <a:pt x="2083" y="1738"/>
                    <a:pt x="2100" y="1728"/>
                  </a:cubicBezTo>
                  <a:cubicBezTo>
                    <a:pt x="2120" y="1717"/>
                    <a:pt x="2132" y="1692"/>
                    <a:pt x="2148" y="1676"/>
                  </a:cubicBezTo>
                  <a:cubicBezTo>
                    <a:pt x="2193" y="1631"/>
                    <a:pt x="2234" y="1583"/>
                    <a:pt x="2277" y="1536"/>
                  </a:cubicBezTo>
                  <a:cubicBezTo>
                    <a:pt x="2352" y="1452"/>
                    <a:pt x="2436" y="1375"/>
                    <a:pt x="2516" y="1296"/>
                  </a:cubicBezTo>
                  <a:cubicBezTo>
                    <a:pt x="2549" y="1263"/>
                    <a:pt x="2597" y="1233"/>
                    <a:pt x="2620" y="1192"/>
                  </a:cubicBezTo>
                  <a:cubicBezTo>
                    <a:pt x="2444" y="1191"/>
                    <a:pt x="2444" y="1191"/>
                    <a:pt x="2444" y="1191"/>
                  </a:cubicBezTo>
                  <a:cubicBezTo>
                    <a:pt x="2208" y="1109"/>
                    <a:pt x="2208" y="1109"/>
                    <a:pt x="2208" y="1109"/>
                  </a:cubicBezTo>
                  <a:cubicBezTo>
                    <a:pt x="1936" y="1018"/>
                    <a:pt x="1936" y="1018"/>
                    <a:pt x="1936" y="1018"/>
                  </a:cubicBezTo>
                  <a:cubicBezTo>
                    <a:pt x="1845" y="951"/>
                    <a:pt x="1845" y="951"/>
                    <a:pt x="1845" y="951"/>
                  </a:cubicBezTo>
                  <a:cubicBezTo>
                    <a:pt x="1796" y="872"/>
                    <a:pt x="1796" y="872"/>
                    <a:pt x="1796" y="872"/>
                  </a:cubicBezTo>
                  <a:cubicBezTo>
                    <a:pt x="1730" y="804"/>
                    <a:pt x="1730" y="804"/>
                    <a:pt x="1730" y="804"/>
                  </a:cubicBezTo>
                  <a:cubicBezTo>
                    <a:pt x="1700" y="752"/>
                    <a:pt x="1700" y="752"/>
                    <a:pt x="1700" y="752"/>
                  </a:cubicBezTo>
                  <a:cubicBezTo>
                    <a:pt x="1740" y="676"/>
                    <a:pt x="1740" y="676"/>
                    <a:pt x="1740" y="676"/>
                  </a:cubicBezTo>
                  <a:cubicBezTo>
                    <a:pt x="1696" y="656"/>
                    <a:pt x="1696" y="656"/>
                    <a:pt x="1696" y="656"/>
                  </a:cubicBezTo>
                  <a:cubicBezTo>
                    <a:pt x="1548" y="676"/>
                    <a:pt x="1548" y="676"/>
                    <a:pt x="1548" y="676"/>
                  </a:cubicBezTo>
                  <a:cubicBezTo>
                    <a:pt x="1545" y="572"/>
                    <a:pt x="1545" y="572"/>
                    <a:pt x="1545" y="572"/>
                  </a:cubicBezTo>
                  <a:cubicBezTo>
                    <a:pt x="1586" y="520"/>
                    <a:pt x="1586" y="520"/>
                    <a:pt x="1586" y="520"/>
                  </a:cubicBezTo>
                  <a:cubicBezTo>
                    <a:pt x="1660" y="412"/>
                    <a:pt x="1660" y="412"/>
                    <a:pt x="1660" y="412"/>
                  </a:cubicBezTo>
                  <a:cubicBezTo>
                    <a:pt x="1640" y="412"/>
                    <a:pt x="1640" y="412"/>
                    <a:pt x="1640" y="412"/>
                  </a:cubicBezTo>
                  <a:cubicBezTo>
                    <a:pt x="1630" y="375"/>
                    <a:pt x="1601" y="367"/>
                    <a:pt x="1577" y="343"/>
                  </a:cubicBezTo>
                  <a:cubicBezTo>
                    <a:pt x="1563" y="328"/>
                    <a:pt x="1560" y="308"/>
                    <a:pt x="1547" y="292"/>
                  </a:cubicBezTo>
                  <a:cubicBezTo>
                    <a:pt x="1524" y="267"/>
                    <a:pt x="1495" y="254"/>
                    <a:pt x="1468" y="234"/>
                  </a:cubicBezTo>
                  <a:cubicBezTo>
                    <a:pt x="1430" y="206"/>
                    <a:pt x="1417" y="159"/>
                    <a:pt x="1378" y="130"/>
                  </a:cubicBezTo>
                  <a:cubicBezTo>
                    <a:pt x="1363" y="118"/>
                    <a:pt x="1341" y="119"/>
                    <a:pt x="1324" y="110"/>
                  </a:cubicBezTo>
                  <a:cubicBezTo>
                    <a:pt x="1306" y="101"/>
                    <a:pt x="1295" y="84"/>
                    <a:pt x="1276" y="76"/>
                  </a:cubicBezTo>
                  <a:cubicBezTo>
                    <a:pt x="1221" y="53"/>
                    <a:pt x="1152" y="68"/>
                    <a:pt x="1096" y="68"/>
                  </a:cubicBezTo>
                  <a:cubicBezTo>
                    <a:pt x="1093" y="55"/>
                    <a:pt x="1085" y="40"/>
                    <a:pt x="1069" y="42"/>
                  </a:cubicBezTo>
                  <a:cubicBezTo>
                    <a:pt x="1058" y="43"/>
                    <a:pt x="1049" y="56"/>
                    <a:pt x="1040" y="62"/>
                  </a:cubicBezTo>
                  <a:cubicBezTo>
                    <a:pt x="1006" y="81"/>
                    <a:pt x="941" y="90"/>
                    <a:pt x="940" y="36"/>
                  </a:cubicBezTo>
                  <a:cubicBezTo>
                    <a:pt x="911" y="27"/>
                    <a:pt x="894" y="28"/>
                    <a:pt x="876" y="0"/>
                  </a:cubicBezTo>
                  <a:lnTo>
                    <a:pt x="868"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25"/>
            <p:cNvSpPr>
              <a:spLocks/>
            </p:cNvSpPr>
            <p:nvPr/>
          </p:nvSpPr>
          <p:spPr bwMode="auto">
            <a:xfrm>
              <a:off x="3756025" y="2179638"/>
              <a:ext cx="515938" cy="679450"/>
            </a:xfrm>
            <a:custGeom>
              <a:avLst/>
              <a:gdLst/>
              <a:ahLst/>
              <a:cxnLst>
                <a:cxn ang="0">
                  <a:pos x="1214" y="703"/>
                </a:cxn>
                <a:cxn ang="0">
                  <a:pos x="1214" y="707"/>
                </a:cxn>
                <a:cxn ang="0">
                  <a:pos x="1089" y="826"/>
                </a:cxn>
                <a:cxn ang="0">
                  <a:pos x="883" y="1027"/>
                </a:cxn>
                <a:cxn ang="0">
                  <a:pos x="697" y="1227"/>
                </a:cxn>
                <a:cxn ang="0">
                  <a:pos x="526" y="1225"/>
                </a:cxn>
                <a:cxn ang="0">
                  <a:pos x="382" y="1276"/>
                </a:cxn>
                <a:cxn ang="0">
                  <a:pos x="326" y="1337"/>
                </a:cxn>
                <a:cxn ang="0">
                  <a:pos x="190" y="1365"/>
                </a:cxn>
                <a:cxn ang="0">
                  <a:pos x="115" y="1471"/>
                </a:cxn>
                <a:cxn ang="0">
                  <a:pos x="13" y="1592"/>
                </a:cxn>
                <a:cxn ang="0">
                  <a:pos x="10" y="1711"/>
                </a:cxn>
                <a:cxn ang="0">
                  <a:pos x="10" y="1995"/>
                </a:cxn>
                <a:cxn ang="0">
                  <a:pos x="10" y="2159"/>
                </a:cxn>
                <a:cxn ang="0">
                  <a:pos x="13" y="2235"/>
                </a:cxn>
                <a:cxn ang="0">
                  <a:pos x="110" y="2379"/>
                </a:cxn>
                <a:cxn ang="0">
                  <a:pos x="118" y="2379"/>
                </a:cxn>
                <a:cxn ang="0">
                  <a:pos x="193" y="2255"/>
                </a:cxn>
                <a:cxn ang="0">
                  <a:pos x="337" y="2099"/>
                </a:cxn>
                <a:cxn ang="0">
                  <a:pos x="654" y="1801"/>
                </a:cxn>
                <a:cxn ang="0">
                  <a:pos x="890" y="1665"/>
                </a:cxn>
                <a:cxn ang="0">
                  <a:pos x="1136" y="1414"/>
                </a:cxn>
                <a:cxn ang="0">
                  <a:pos x="1238" y="1303"/>
                </a:cxn>
                <a:cxn ang="0">
                  <a:pos x="1306" y="1187"/>
                </a:cxn>
                <a:cxn ang="0">
                  <a:pos x="1415" y="1019"/>
                </a:cxn>
                <a:cxn ang="0">
                  <a:pos x="1424" y="963"/>
                </a:cxn>
                <a:cxn ang="0">
                  <a:pos x="1478" y="863"/>
                </a:cxn>
                <a:cxn ang="0">
                  <a:pos x="1524" y="791"/>
                </a:cxn>
                <a:cxn ang="0">
                  <a:pos x="1557" y="703"/>
                </a:cxn>
                <a:cxn ang="0">
                  <a:pos x="1602" y="663"/>
                </a:cxn>
                <a:cxn ang="0">
                  <a:pos x="1714" y="475"/>
                </a:cxn>
                <a:cxn ang="0">
                  <a:pos x="1739" y="307"/>
                </a:cxn>
                <a:cxn ang="0">
                  <a:pos x="1772" y="275"/>
                </a:cxn>
                <a:cxn ang="0">
                  <a:pos x="1786" y="151"/>
                </a:cxn>
                <a:cxn ang="0">
                  <a:pos x="1770" y="147"/>
                </a:cxn>
                <a:cxn ang="0">
                  <a:pos x="1806" y="39"/>
                </a:cxn>
                <a:cxn ang="0">
                  <a:pos x="1766" y="21"/>
                </a:cxn>
                <a:cxn ang="0">
                  <a:pos x="1682" y="13"/>
                </a:cxn>
                <a:cxn ang="0">
                  <a:pos x="1646" y="54"/>
                </a:cxn>
                <a:cxn ang="0">
                  <a:pos x="1578" y="89"/>
                </a:cxn>
                <a:cxn ang="0">
                  <a:pos x="1506" y="95"/>
                </a:cxn>
                <a:cxn ang="0">
                  <a:pos x="1402" y="130"/>
                </a:cxn>
                <a:cxn ang="0">
                  <a:pos x="1322" y="120"/>
                </a:cxn>
                <a:cxn ang="0">
                  <a:pos x="1234" y="154"/>
                </a:cxn>
                <a:cxn ang="0">
                  <a:pos x="1122" y="144"/>
                </a:cxn>
                <a:cxn ang="0">
                  <a:pos x="982" y="222"/>
                </a:cxn>
                <a:cxn ang="0">
                  <a:pos x="842" y="197"/>
                </a:cxn>
                <a:cxn ang="0">
                  <a:pos x="794" y="227"/>
                </a:cxn>
                <a:cxn ang="0">
                  <a:pos x="594" y="270"/>
                </a:cxn>
                <a:cxn ang="0">
                  <a:pos x="449" y="127"/>
                </a:cxn>
                <a:cxn ang="0">
                  <a:pos x="401" y="98"/>
                </a:cxn>
                <a:cxn ang="0">
                  <a:pos x="360" y="159"/>
                </a:cxn>
                <a:cxn ang="0">
                  <a:pos x="302" y="235"/>
                </a:cxn>
                <a:cxn ang="0">
                  <a:pos x="320" y="279"/>
                </a:cxn>
                <a:cxn ang="0">
                  <a:pos x="394" y="380"/>
                </a:cxn>
                <a:cxn ang="0">
                  <a:pos x="443" y="459"/>
                </a:cxn>
                <a:cxn ang="0">
                  <a:pos x="762" y="601"/>
                </a:cxn>
                <a:cxn ang="0">
                  <a:pos x="1054" y="701"/>
                </a:cxn>
                <a:cxn ang="0">
                  <a:pos x="1214" y="703"/>
                </a:cxn>
              </a:cxnLst>
              <a:rect l="0" t="0" r="r" b="b"/>
              <a:pathLst>
                <a:path w="1806" h="2379">
                  <a:moveTo>
                    <a:pt x="1214" y="703"/>
                  </a:moveTo>
                  <a:cubicBezTo>
                    <a:pt x="1214" y="707"/>
                    <a:pt x="1214" y="707"/>
                    <a:pt x="1214" y="707"/>
                  </a:cubicBezTo>
                  <a:cubicBezTo>
                    <a:pt x="1165" y="730"/>
                    <a:pt x="1127" y="788"/>
                    <a:pt x="1089" y="826"/>
                  </a:cubicBezTo>
                  <a:cubicBezTo>
                    <a:pt x="1022" y="894"/>
                    <a:pt x="946" y="954"/>
                    <a:pt x="883" y="1027"/>
                  </a:cubicBezTo>
                  <a:cubicBezTo>
                    <a:pt x="827" y="1091"/>
                    <a:pt x="768" y="1179"/>
                    <a:pt x="697" y="1227"/>
                  </a:cubicBezTo>
                  <a:cubicBezTo>
                    <a:pt x="655" y="1257"/>
                    <a:pt x="576" y="1215"/>
                    <a:pt x="526" y="1225"/>
                  </a:cubicBezTo>
                  <a:cubicBezTo>
                    <a:pt x="478" y="1234"/>
                    <a:pt x="423" y="1247"/>
                    <a:pt x="382" y="1276"/>
                  </a:cubicBezTo>
                  <a:cubicBezTo>
                    <a:pt x="360" y="1292"/>
                    <a:pt x="349" y="1326"/>
                    <a:pt x="326" y="1337"/>
                  </a:cubicBezTo>
                  <a:cubicBezTo>
                    <a:pt x="283" y="1356"/>
                    <a:pt x="230" y="1339"/>
                    <a:pt x="190" y="1365"/>
                  </a:cubicBezTo>
                  <a:cubicBezTo>
                    <a:pt x="158" y="1386"/>
                    <a:pt x="137" y="1439"/>
                    <a:pt x="115" y="1471"/>
                  </a:cubicBezTo>
                  <a:cubicBezTo>
                    <a:pt x="87" y="1509"/>
                    <a:pt x="30" y="1551"/>
                    <a:pt x="13" y="1592"/>
                  </a:cubicBezTo>
                  <a:cubicBezTo>
                    <a:pt x="0" y="1623"/>
                    <a:pt x="10" y="1677"/>
                    <a:pt x="10" y="1711"/>
                  </a:cubicBezTo>
                  <a:cubicBezTo>
                    <a:pt x="10" y="1995"/>
                    <a:pt x="10" y="1995"/>
                    <a:pt x="10" y="1995"/>
                  </a:cubicBezTo>
                  <a:cubicBezTo>
                    <a:pt x="10" y="2159"/>
                    <a:pt x="10" y="2159"/>
                    <a:pt x="10" y="2159"/>
                  </a:cubicBezTo>
                  <a:cubicBezTo>
                    <a:pt x="10" y="2182"/>
                    <a:pt x="5" y="2213"/>
                    <a:pt x="13" y="2235"/>
                  </a:cubicBezTo>
                  <a:cubicBezTo>
                    <a:pt x="31" y="2289"/>
                    <a:pt x="90" y="2324"/>
                    <a:pt x="110" y="2379"/>
                  </a:cubicBezTo>
                  <a:cubicBezTo>
                    <a:pt x="118" y="2379"/>
                    <a:pt x="118" y="2379"/>
                    <a:pt x="118" y="2379"/>
                  </a:cubicBezTo>
                  <a:cubicBezTo>
                    <a:pt x="145" y="2339"/>
                    <a:pt x="165" y="2293"/>
                    <a:pt x="193" y="2255"/>
                  </a:cubicBezTo>
                  <a:cubicBezTo>
                    <a:pt x="234" y="2198"/>
                    <a:pt x="290" y="2150"/>
                    <a:pt x="337" y="2099"/>
                  </a:cubicBezTo>
                  <a:cubicBezTo>
                    <a:pt x="436" y="1992"/>
                    <a:pt x="537" y="1888"/>
                    <a:pt x="654" y="1801"/>
                  </a:cubicBezTo>
                  <a:cubicBezTo>
                    <a:pt x="727" y="1747"/>
                    <a:pt x="820" y="1726"/>
                    <a:pt x="890" y="1665"/>
                  </a:cubicBezTo>
                  <a:cubicBezTo>
                    <a:pt x="977" y="1590"/>
                    <a:pt x="1059" y="1500"/>
                    <a:pt x="1136" y="1414"/>
                  </a:cubicBezTo>
                  <a:cubicBezTo>
                    <a:pt x="1170" y="1377"/>
                    <a:pt x="1199" y="1334"/>
                    <a:pt x="1238" y="1303"/>
                  </a:cubicBezTo>
                  <a:cubicBezTo>
                    <a:pt x="1243" y="1262"/>
                    <a:pt x="1282" y="1218"/>
                    <a:pt x="1306" y="1187"/>
                  </a:cubicBezTo>
                  <a:cubicBezTo>
                    <a:pt x="1345" y="1135"/>
                    <a:pt x="1385" y="1077"/>
                    <a:pt x="1415" y="1019"/>
                  </a:cubicBezTo>
                  <a:cubicBezTo>
                    <a:pt x="1424" y="1001"/>
                    <a:pt x="1420" y="982"/>
                    <a:pt x="1424" y="963"/>
                  </a:cubicBezTo>
                  <a:cubicBezTo>
                    <a:pt x="1431" y="931"/>
                    <a:pt x="1455" y="885"/>
                    <a:pt x="1478" y="863"/>
                  </a:cubicBezTo>
                  <a:cubicBezTo>
                    <a:pt x="1485" y="836"/>
                    <a:pt x="1512" y="815"/>
                    <a:pt x="1524" y="791"/>
                  </a:cubicBezTo>
                  <a:cubicBezTo>
                    <a:pt x="1538" y="765"/>
                    <a:pt x="1541" y="726"/>
                    <a:pt x="1557" y="703"/>
                  </a:cubicBezTo>
                  <a:cubicBezTo>
                    <a:pt x="1569" y="686"/>
                    <a:pt x="1591" y="680"/>
                    <a:pt x="1602" y="663"/>
                  </a:cubicBezTo>
                  <a:cubicBezTo>
                    <a:pt x="1641" y="602"/>
                    <a:pt x="1657" y="522"/>
                    <a:pt x="1714" y="475"/>
                  </a:cubicBezTo>
                  <a:cubicBezTo>
                    <a:pt x="1739" y="307"/>
                    <a:pt x="1739" y="307"/>
                    <a:pt x="1739" y="307"/>
                  </a:cubicBezTo>
                  <a:cubicBezTo>
                    <a:pt x="1772" y="275"/>
                    <a:pt x="1772" y="275"/>
                    <a:pt x="1772" y="275"/>
                  </a:cubicBezTo>
                  <a:cubicBezTo>
                    <a:pt x="1786" y="151"/>
                    <a:pt x="1786" y="151"/>
                    <a:pt x="1786" y="151"/>
                  </a:cubicBezTo>
                  <a:cubicBezTo>
                    <a:pt x="1770" y="147"/>
                    <a:pt x="1770" y="147"/>
                    <a:pt x="1770" y="147"/>
                  </a:cubicBezTo>
                  <a:cubicBezTo>
                    <a:pt x="1769" y="104"/>
                    <a:pt x="1782" y="74"/>
                    <a:pt x="1806" y="39"/>
                  </a:cubicBezTo>
                  <a:cubicBezTo>
                    <a:pt x="1795" y="27"/>
                    <a:pt x="1782" y="25"/>
                    <a:pt x="1766" y="21"/>
                  </a:cubicBezTo>
                  <a:cubicBezTo>
                    <a:pt x="1738" y="13"/>
                    <a:pt x="1711" y="0"/>
                    <a:pt x="1682" y="13"/>
                  </a:cubicBezTo>
                  <a:cubicBezTo>
                    <a:pt x="1663" y="21"/>
                    <a:pt x="1660" y="40"/>
                    <a:pt x="1646" y="54"/>
                  </a:cubicBezTo>
                  <a:cubicBezTo>
                    <a:pt x="1629" y="70"/>
                    <a:pt x="1601" y="83"/>
                    <a:pt x="1578" y="89"/>
                  </a:cubicBezTo>
                  <a:cubicBezTo>
                    <a:pt x="1554" y="95"/>
                    <a:pt x="1529" y="88"/>
                    <a:pt x="1506" y="95"/>
                  </a:cubicBezTo>
                  <a:cubicBezTo>
                    <a:pt x="1470" y="106"/>
                    <a:pt x="1442" y="128"/>
                    <a:pt x="1402" y="130"/>
                  </a:cubicBezTo>
                  <a:cubicBezTo>
                    <a:pt x="1375" y="132"/>
                    <a:pt x="1350" y="116"/>
                    <a:pt x="1322" y="120"/>
                  </a:cubicBezTo>
                  <a:cubicBezTo>
                    <a:pt x="1290" y="124"/>
                    <a:pt x="1264" y="151"/>
                    <a:pt x="1234" y="154"/>
                  </a:cubicBezTo>
                  <a:cubicBezTo>
                    <a:pt x="1197" y="157"/>
                    <a:pt x="1156" y="137"/>
                    <a:pt x="1122" y="144"/>
                  </a:cubicBezTo>
                  <a:cubicBezTo>
                    <a:pt x="1071" y="155"/>
                    <a:pt x="1033" y="206"/>
                    <a:pt x="982" y="222"/>
                  </a:cubicBezTo>
                  <a:cubicBezTo>
                    <a:pt x="936" y="237"/>
                    <a:pt x="888" y="194"/>
                    <a:pt x="842" y="197"/>
                  </a:cubicBezTo>
                  <a:cubicBezTo>
                    <a:pt x="823" y="199"/>
                    <a:pt x="811" y="220"/>
                    <a:pt x="794" y="227"/>
                  </a:cubicBezTo>
                  <a:cubicBezTo>
                    <a:pt x="736" y="252"/>
                    <a:pt x="661" y="295"/>
                    <a:pt x="594" y="270"/>
                  </a:cubicBezTo>
                  <a:cubicBezTo>
                    <a:pt x="531" y="246"/>
                    <a:pt x="481" y="185"/>
                    <a:pt x="449" y="127"/>
                  </a:cubicBezTo>
                  <a:cubicBezTo>
                    <a:pt x="443" y="115"/>
                    <a:pt x="416" y="89"/>
                    <a:pt x="401" y="98"/>
                  </a:cubicBezTo>
                  <a:cubicBezTo>
                    <a:pt x="382" y="110"/>
                    <a:pt x="372" y="141"/>
                    <a:pt x="360" y="159"/>
                  </a:cubicBezTo>
                  <a:cubicBezTo>
                    <a:pt x="344" y="184"/>
                    <a:pt x="310" y="205"/>
                    <a:pt x="302" y="235"/>
                  </a:cubicBezTo>
                  <a:cubicBezTo>
                    <a:pt x="297" y="254"/>
                    <a:pt x="313" y="264"/>
                    <a:pt x="320" y="279"/>
                  </a:cubicBezTo>
                  <a:cubicBezTo>
                    <a:pt x="340" y="323"/>
                    <a:pt x="367" y="344"/>
                    <a:pt x="394" y="380"/>
                  </a:cubicBezTo>
                  <a:cubicBezTo>
                    <a:pt x="412" y="404"/>
                    <a:pt x="417" y="439"/>
                    <a:pt x="443" y="459"/>
                  </a:cubicBezTo>
                  <a:cubicBezTo>
                    <a:pt x="538" y="534"/>
                    <a:pt x="648" y="563"/>
                    <a:pt x="762" y="601"/>
                  </a:cubicBezTo>
                  <a:cubicBezTo>
                    <a:pt x="856" y="633"/>
                    <a:pt x="956" y="685"/>
                    <a:pt x="1054" y="701"/>
                  </a:cubicBezTo>
                  <a:cubicBezTo>
                    <a:pt x="1105" y="710"/>
                    <a:pt x="1163" y="703"/>
                    <a:pt x="1214" y="70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26"/>
            <p:cNvSpPr>
              <a:spLocks/>
            </p:cNvSpPr>
            <p:nvPr/>
          </p:nvSpPr>
          <p:spPr bwMode="auto">
            <a:xfrm>
              <a:off x="3795713" y="2147888"/>
              <a:ext cx="87313" cy="92075"/>
            </a:xfrm>
            <a:custGeom>
              <a:avLst/>
              <a:gdLst/>
              <a:ahLst/>
              <a:cxnLst>
                <a:cxn ang="0">
                  <a:pos x="179" y="27"/>
                </a:cxn>
                <a:cxn ang="0">
                  <a:pos x="183" y="51"/>
                </a:cxn>
                <a:cxn ang="0">
                  <a:pos x="147" y="27"/>
                </a:cxn>
                <a:cxn ang="0">
                  <a:pos x="63" y="111"/>
                </a:cxn>
                <a:cxn ang="0">
                  <a:pos x="2" y="207"/>
                </a:cxn>
                <a:cxn ang="0">
                  <a:pos x="7" y="255"/>
                </a:cxn>
                <a:cxn ang="0">
                  <a:pos x="10" y="302"/>
                </a:cxn>
                <a:cxn ang="0">
                  <a:pos x="111" y="298"/>
                </a:cxn>
                <a:cxn ang="0">
                  <a:pos x="159" y="289"/>
                </a:cxn>
                <a:cxn ang="0">
                  <a:pos x="199" y="304"/>
                </a:cxn>
                <a:cxn ang="0">
                  <a:pos x="267" y="211"/>
                </a:cxn>
                <a:cxn ang="0">
                  <a:pos x="191" y="197"/>
                </a:cxn>
                <a:cxn ang="0">
                  <a:pos x="143" y="203"/>
                </a:cxn>
                <a:cxn ang="0">
                  <a:pos x="195" y="170"/>
                </a:cxn>
                <a:cxn ang="0">
                  <a:pos x="296" y="115"/>
                </a:cxn>
                <a:cxn ang="0">
                  <a:pos x="238" y="2"/>
                </a:cxn>
                <a:cxn ang="0">
                  <a:pos x="179" y="27"/>
                </a:cxn>
              </a:cxnLst>
              <a:rect l="0" t="0" r="r" b="b"/>
              <a:pathLst>
                <a:path w="307" h="325">
                  <a:moveTo>
                    <a:pt x="179" y="27"/>
                  </a:moveTo>
                  <a:cubicBezTo>
                    <a:pt x="183" y="51"/>
                    <a:pt x="183" y="51"/>
                    <a:pt x="183" y="51"/>
                  </a:cubicBezTo>
                  <a:cubicBezTo>
                    <a:pt x="163" y="57"/>
                    <a:pt x="154" y="46"/>
                    <a:pt x="147" y="27"/>
                  </a:cubicBezTo>
                  <a:cubicBezTo>
                    <a:pt x="103" y="29"/>
                    <a:pt x="85" y="79"/>
                    <a:pt x="63" y="111"/>
                  </a:cubicBezTo>
                  <a:cubicBezTo>
                    <a:pt x="41" y="144"/>
                    <a:pt x="8" y="167"/>
                    <a:pt x="2" y="207"/>
                  </a:cubicBezTo>
                  <a:cubicBezTo>
                    <a:pt x="0" y="223"/>
                    <a:pt x="6" y="240"/>
                    <a:pt x="7" y="255"/>
                  </a:cubicBezTo>
                  <a:cubicBezTo>
                    <a:pt x="8" y="269"/>
                    <a:pt x="1" y="291"/>
                    <a:pt x="10" y="302"/>
                  </a:cubicBezTo>
                  <a:cubicBezTo>
                    <a:pt x="28" y="325"/>
                    <a:pt x="88" y="303"/>
                    <a:pt x="111" y="298"/>
                  </a:cubicBezTo>
                  <a:cubicBezTo>
                    <a:pt x="125" y="295"/>
                    <a:pt x="145" y="287"/>
                    <a:pt x="159" y="289"/>
                  </a:cubicBezTo>
                  <a:cubicBezTo>
                    <a:pt x="174" y="291"/>
                    <a:pt x="183" y="306"/>
                    <a:pt x="199" y="304"/>
                  </a:cubicBezTo>
                  <a:cubicBezTo>
                    <a:pt x="225" y="301"/>
                    <a:pt x="261" y="235"/>
                    <a:pt x="267" y="211"/>
                  </a:cubicBezTo>
                  <a:cubicBezTo>
                    <a:pt x="243" y="194"/>
                    <a:pt x="221" y="191"/>
                    <a:pt x="191" y="197"/>
                  </a:cubicBezTo>
                  <a:cubicBezTo>
                    <a:pt x="172" y="201"/>
                    <a:pt x="161" y="218"/>
                    <a:pt x="143" y="203"/>
                  </a:cubicBezTo>
                  <a:cubicBezTo>
                    <a:pt x="166" y="198"/>
                    <a:pt x="176" y="181"/>
                    <a:pt x="195" y="170"/>
                  </a:cubicBezTo>
                  <a:cubicBezTo>
                    <a:pt x="222" y="156"/>
                    <a:pt x="282" y="146"/>
                    <a:pt x="296" y="115"/>
                  </a:cubicBezTo>
                  <a:cubicBezTo>
                    <a:pt x="307" y="89"/>
                    <a:pt x="271" y="4"/>
                    <a:pt x="238" y="2"/>
                  </a:cubicBezTo>
                  <a:cubicBezTo>
                    <a:pt x="218" y="0"/>
                    <a:pt x="197" y="20"/>
                    <a:pt x="179" y="2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27"/>
            <p:cNvSpPr>
              <a:spLocks/>
            </p:cNvSpPr>
            <p:nvPr/>
          </p:nvSpPr>
          <p:spPr bwMode="auto">
            <a:xfrm>
              <a:off x="3409950" y="2540000"/>
              <a:ext cx="395288" cy="469900"/>
            </a:xfrm>
            <a:custGeom>
              <a:avLst/>
              <a:gdLst/>
              <a:ahLst/>
              <a:cxnLst>
                <a:cxn ang="0">
                  <a:pos x="13" y="101"/>
                </a:cxn>
                <a:cxn ang="0">
                  <a:pos x="50" y="171"/>
                </a:cxn>
                <a:cxn ang="0">
                  <a:pos x="91" y="198"/>
                </a:cxn>
                <a:cxn ang="0">
                  <a:pos x="83" y="242"/>
                </a:cxn>
                <a:cxn ang="0">
                  <a:pos x="129" y="337"/>
                </a:cxn>
                <a:cxn ang="0">
                  <a:pos x="166" y="413"/>
                </a:cxn>
                <a:cxn ang="0">
                  <a:pos x="149" y="581"/>
                </a:cxn>
                <a:cxn ang="0">
                  <a:pos x="157" y="609"/>
                </a:cxn>
                <a:cxn ang="0">
                  <a:pos x="117" y="633"/>
                </a:cxn>
                <a:cxn ang="0">
                  <a:pos x="90" y="673"/>
                </a:cxn>
                <a:cxn ang="0">
                  <a:pos x="41" y="717"/>
                </a:cxn>
                <a:cxn ang="0">
                  <a:pos x="0" y="809"/>
                </a:cxn>
                <a:cxn ang="0">
                  <a:pos x="7" y="861"/>
                </a:cxn>
                <a:cxn ang="0">
                  <a:pos x="5" y="1005"/>
                </a:cxn>
                <a:cxn ang="0">
                  <a:pos x="137" y="1074"/>
                </a:cxn>
                <a:cxn ang="0">
                  <a:pos x="473" y="1261"/>
                </a:cxn>
                <a:cxn ang="0">
                  <a:pos x="641" y="1354"/>
                </a:cxn>
                <a:cxn ang="0">
                  <a:pos x="641" y="1435"/>
                </a:cxn>
                <a:cxn ang="0">
                  <a:pos x="733" y="1508"/>
                </a:cxn>
                <a:cxn ang="0">
                  <a:pos x="929" y="1645"/>
                </a:cxn>
                <a:cxn ang="0">
                  <a:pos x="929" y="1629"/>
                </a:cxn>
                <a:cxn ang="0">
                  <a:pos x="937" y="1637"/>
                </a:cxn>
                <a:cxn ang="0">
                  <a:pos x="986" y="1573"/>
                </a:cxn>
                <a:cxn ang="0">
                  <a:pos x="1031" y="1489"/>
                </a:cxn>
                <a:cxn ang="0">
                  <a:pos x="1085" y="1397"/>
                </a:cxn>
                <a:cxn ang="0">
                  <a:pos x="1114" y="1285"/>
                </a:cxn>
                <a:cxn ang="0">
                  <a:pos x="1205" y="1245"/>
                </a:cxn>
                <a:cxn ang="0">
                  <a:pos x="1213" y="1217"/>
                </a:cxn>
                <a:cxn ang="0">
                  <a:pos x="1209" y="1229"/>
                </a:cxn>
                <a:cxn ang="0">
                  <a:pos x="1229" y="1209"/>
                </a:cxn>
                <a:cxn ang="0">
                  <a:pos x="1265" y="1197"/>
                </a:cxn>
                <a:cxn ang="0">
                  <a:pos x="1245" y="1177"/>
                </a:cxn>
                <a:cxn ang="0">
                  <a:pos x="1245" y="1173"/>
                </a:cxn>
                <a:cxn ang="0">
                  <a:pos x="1341" y="1105"/>
                </a:cxn>
                <a:cxn ang="0">
                  <a:pos x="1239" y="979"/>
                </a:cxn>
                <a:cxn ang="0">
                  <a:pos x="1237" y="845"/>
                </a:cxn>
                <a:cxn ang="0">
                  <a:pos x="1237" y="541"/>
                </a:cxn>
                <a:cxn ang="0">
                  <a:pos x="1237" y="401"/>
                </a:cxn>
                <a:cxn ang="0">
                  <a:pos x="1240" y="337"/>
                </a:cxn>
                <a:cxn ang="0">
                  <a:pos x="1291" y="281"/>
                </a:cxn>
                <a:cxn ang="0">
                  <a:pos x="1351" y="197"/>
                </a:cxn>
                <a:cxn ang="0">
                  <a:pos x="1385" y="133"/>
                </a:cxn>
                <a:cxn ang="0">
                  <a:pos x="1265" y="139"/>
                </a:cxn>
                <a:cxn ang="0">
                  <a:pos x="1193" y="87"/>
                </a:cxn>
                <a:cxn ang="0">
                  <a:pos x="1116" y="115"/>
                </a:cxn>
                <a:cxn ang="0">
                  <a:pos x="981" y="233"/>
                </a:cxn>
                <a:cxn ang="0">
                  <a:pos x="861" y="212"/>
                </a:cxn>
                <a:cxn ang="0">
                  <a:pos x="809" y="198"/>
                </a:cxn>
                <a:cxn ang="0">
                  <a:pos x="737" y="195"/>
                </a:cxn>
                <a:cxn ang="0">
                  <a:pos x="545" y="66"/>
                </a:cxn>
                <a:cxn ang="0">
                  <a:pos x="381" y="53"/>
                </a:cxn>
                <a:cxn ang="0">
                  <a:pos x="349" y="21"/>
                </a:cxn>
                <a:cxn ang="0">
                  <a:pos x="253" y="25"/>
                </a:cxn>
                <a:cxn ang="0">
                  <a:pos x="13" y="101"/>
                </a:cxn>
              </a:cxnLst>
              <a:rect l="0" t="0" r="r" b="b"/>
              <a:pathLst>
                <a:path w="1386" h="1645">
                  <a:moveTo>
                    <a:pt x="13" y="101"/>
                  </a:moveTo>
                  <a:cubicBezTo>
                    <a:pt x="50" y="171"/>
                    <a:pt x="50" y="171"/>
                    <a:pt x="50" y="171"/>
                  </a:cubicBezTo>
                  <a:cubicBezTo>
                    <a:pt x="91" y="198"/>
                    <a:pt x="91" y="198"/>
                    <a:pt x="91" y="198"/>
                  </a:cubicBezTo>
                  <a:cubicBezTo>
                    <a:pt x="83" y="242"/>
                    <a:pt x="83" y="242"/>
                    <a:pt x="83" y="242"/>
                  </a:cubicBezTo>
                  <a:cubicBezTo>
                    <a:pt x="129" y="337"/>
                    <a:pt x="129" y="337"/>
                    <a:pt x="129" y="337"/>
                  </a:cubicBezTo>
                  <a:cubicBezTo>
                    <a:pt x="153" y="338"/>
                    <a:pt x="163" y="392"/>
                    <a:pt x="166" y="413"/>
                  </a:cubicBezTo>
                  <a:cubicBezTo>
                    <a:pt x="176" y="470"/>
                    <a:pt x="218" y="540"/>
                    <a:pt x="149" y="581"/>
                  </a:cubicBezTo>
                  <a:cubicBezTo>
                    <a:pt x="157" y="609"/>
                    <a:pt x="157" y="609"/>
                    <a:pt x="157" y="609"/>
                  </a:cubicBezTo>
                  <a:cubicBezTo>
                    <a:pt x="141" y="614"/>
                    <a:pt x="123" y="616"/>
                    <a:pt x="117" y="633"/>
                  </a:cubicBezTo>
                  <a:cubicBezTo>
                    <a:pt x="95" y="637"/>
                    <a:pt x="99" y="656"/>
                    <a:pt x="90" y="673"/>
                  </a:cubicBezTo>
                  <a:cubicBezTo>
                    <a:pt x="80" y="694"/>
                    <a:pt x="63" y="710"/>
                    <a:pt x="41" y="717"/>
                  </a:cubicBezTo>
                  <a:cubicBezTo>
                    <a:pt x="0" y="809"/>
                    <a:pt x="0" y="809"/>
                    <a:pt x="0" y="809"/>
                  </a:cubicBezTo>
                  <a:cubicBezTo>
                    <a:pt x="7" y="861"/>
                    <a:pt x="7" y="861"/>
                    <a:pt x="7" y="861"/>
                  </a:cubicBezTo>
                  <a:cubicBezTo>
                    <a:pt x="5" y="1005"/>
                    <a:pt x="5" y="1005"/>
                    <a:pt x="5" y="1005"/>
                  </a:cubicBezTo>
                  <a:cubicBezTo>
                    <a:pt x="52" y="1016"/>
                    <a:pt x="95" y="1052"/>
                    <a:pt x="137" y="1074"/>
                  </a:cubicBezTo>
                  <a:cubicBezTo>
                    <a:pt x="251" y="1132"/>
                    <a:pt x="364" y="1195"/>
                    <a:pt x="473" y="1261"/>
                  </a:cubicBezTo>
                  <a:cubicBezTo>
                    <a:pt x="524" y="1292"/>
                    <a:pt x="599" y="1313"/>
                    <a:pt x="641" y="1354"/>
                  </a:cubicBezTo>
                  <a:cubicBezTo>
                    <a:pt x="673" y="1386"/>
                    <a:pt x="624" y="1410"/>
                    <a:pt x="641" y="1435"/>
                  </a:cubicBezTo>
                  <a:cubicBezTo>
                    <a:pt x="662" y="1465"/>
                    <a:pt x="704" y="1488"/>
                    <a:pt x="733" y="1508"/>
                  </a:cubicBezTo>
                  <a:cubicBezTo>
                    <a:pt x="791" y="1550"/>
                    <a:pt x="860" y="1627"/>
                    <a:pt x="929" y="1645"/>
                  </a:cubicBezTo>
                  <a:cubicBezTo>
                    <a:pt x="929" y="1629"/>
                    <a:pt x="929" y="1629"/>
                    <a:pt x="929" y="1629"/>
                  </a:cubicBezTo>
                  <a:cubicBezTo>
                    <a:pt x="937" y="1637"/>
                    <a:pt x="937" y="1637"/>
                    <a:pt x="937" y="1637"/>
                  </a:cubicBezTo>
                  <a:cubicBezTo>
                    <a:pt x="967" y="1629"/>
                    <a:pt x="974" y="1599"/>
                    <a:pt x="986" y="1573"/>
                  </a:cubicBezTo>
                  <a:cubicBezTo>
                    <a:pt x="1001" y="1545"/>
                    <a:pt x="1018" y="1519"/>
                    <a:pt x="1031" y="1489"/>
                  </a:cubicBezTo>
                  <a:cubicBezTo>
                    <a:pt x="1047" y="1451"/>
                    <a:pt x="1047" y="1422"/>
                    <a:pt x="1085" y="1397"/>
                  </a:cubicBezTo>
                  <a:cubicBezTo>
                    <a:pt x="1085" y="1365"/>
                    <a:pt x="1087" y="1305"/>
                    <a:pt x="1114" y="1285"/>
                  </a:cubicBezTo>
                  <a:cubicBezTo>
                    <a:pt x="1141" y="1264"/>
                    <a:pt x="1175" y="1267"/>
                    <a:pt x="1205" y="1245"/>
                  </a:cubicBezTo>
                  <a:cubicBezTo>
                    <a:pt x="1213" y="1217"/>
                    <a:pt x="1213" y="1217"/>
                    <a:pt x="1213" y="1217"/>
                  </a:cubicBezTo>
                  <a:cubicBezTo>
                    <a:pt x="1209" y="1229"/>
                    <a:pt x="1209" y="1229"/>
                    <a:pt x="1209" y="1229"/>
                  </a:cubicBezTo>
                  <a:cubicBezTo>
                    <a:pt x="1226" y="1232"/>
                    <a:pt x="1232" y="1226"/>
                    <a:pt x="1229" y="1209"/>
                  </a:cubicBezTo>
                  <a:cubicBezTo>
                    <a:pt x="1265" y="1197"/>
                    <a:pt x="1265" y="1197"/>
                    <a:pt x="1265" y="1197"/>
                  </a:cubicBezTo>
                  <a:cubicBezTo>
                    <a:pt x="1245" y="1177"/>
                    <a:pt x="1245" y="1177"/>
                    <a:pt x="1245" y="1177"/>
                  </a:cubicBezTo>
                  <a:cubicBezTo>
                    <a:pt x="1245" y="1173"/>
                    <a:pt x="1245" y="1173"/>
                    <a:pt x="1245" y="1173"/>
                  </a:cubicBezTo>
                  <a:cubicBezTo>
                    <a:pt x="1291" y="1173"/>
                    <a:pt x="1319" y="1145"/>
                    <a:pt x="1341" y="1105"/>
                  </a:cubicBezTo>
                  <a:cubicBezTo>
                    <a:pt x="1308" y="1081"/>
                    <a:pt x="1252" y="1019"/>
                    <a:pt x="1239" y="979"/>
                  </a:cubicBezTo>
                  <a:cubicBezTo>
                    <a:pt x="1226" y="943"/>
                    <a:pt x="1237" y="884"/>
                    <a:pt x="1237" y="845"/>
                  </a:cubicBezTo>
                  <a:cubicBezTo>
                    <a:pt x="1237" y="541"/>
                    <a:pt x="1237" y="541"/>
                    <a:pt x="1237" y="541"/>
                  </a:cubicBezTo>
                  <a:cubicBezTo>
                    <a:pt x="1237" y="401"/>
                    <a:pt x="1237" y="401"/>
                    <a:pt x="1237" y="401"/>
                  </a:cubicBezTo>
                  <a:cubicBezTo>
                    <a:pt x="1237" y="382"/>
                    <a:pt x="1233" y="356"/>
                    <a:pt x="1240" y="337"/>
                  </a:cubicBezTo>
                  <a:cubicBezTo>
                    <a:pt x="1248" y="314"/>
                    <a:pt x="1275" y="299"/>
                    <a:pt x="1291" y="281"/>
                  </a:cubicBezTo>
                  <a:cubicBezTo>
                    <a:pt x="1314" y="256"/>
                    <a:pt x="1331" y="225"/>
                    <a:pt x="1351" y="197"/>
                  </a:cubicBezTo>
                  <a:cubicBezTo>
                    <a:pt x="1365" y="179"/>
                    <a:pt x="1386" y="158"/>
                    <a:pt x="1385" y="133"/>
                  </a:cubicBezTo>
                  <a:cubicBezTo>
                    <a:pt x="1354" y="136"/>
                    <a:pt x="1294" y="150"/>
                    <a:pt x="1265" y="139"/>
                  </a:cubicBezTo>
                  <a:cubicBezTo>
                    <a:pt x="1237" y="128"/>
                    <a:pt x="1227" y="90"/>
                    <a:pt x="1193" y="87"/>
                  </a:cubicBezTo>
                  <a:cubicBezTo>
                    <a:pt x="1168" y="84"/>
                    <a:pt x="1138" y="105"/>
                    <a:pt x="1116" y="115"/>
                  </a:cubicBezTo>
                  <a:cubicBezTo>
                    <a:pt x="1064" y="140"/>
                    <a:pt x="992" y="167"/>
                    <a:pt x="981" y="233"/>
                  </a:cubicBezTo>
                  <a:cubicBezTo>
                    <a:pt x="945" y="214"/>
                    <a:pt x="901" y="219"/>
                    <a:pt x="861" y="212"/>
                  </a:cubicBezTo>
                  <a:cubicBezTo>
                    <a:pt x="844" y="209"/>
                    <a:pt x="827" y="199"/>
                    <a:pt x="809" y="198"/>
                  </a:cubicBezTo>
                  <a:cubicBezTo>
                    <a:pt x="786" y="197"/>
                    <a:pt x="761" y="203"/>
                    <a:pt x="737" y="195"/>
                  </a:cubicBezTo>
                  <a:cubicBezTo>
                    <a:pt x="669" y="171"/>
                    <a:pt x="607" y="104"/>
                    <a:pt x="545" y="66"/>
                  </a:cubicBezTo>
                  <a:cubicBezTo>
                    <a:pt x="497" y="37"/>
                    <a:pt x="434" y="61"/>
                    <a:pt x="381" y="53"/>
                  </a:cubicBezTo>
                  <a:cubicBezTo>
                    <a:pt x="360" y="49"/>
                    <a:pt x="366" y="26"/>
                    <a:pt x="349" y="21"/>
                  </a:cubicBezTo>
                  <a:cubicBezTo>
                    <a:pt x="322" y="12"/>
                    <a:pt x="281" y="25"/>
                    <a:pt x="253" y="25"/>
                  </a:cubicBezTo>
                  <a:cubicBezTo>
                    <a:pt x="163" y="28"/>
                    <a:pt x="58" y="0"/>
                    <a:pt x="13" y="10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28"/>
            <p:cNvSpPr>
              <a:spLocks/>
            </p:cNvSpPr>
            <p:nvPr/>
          </p:nvSpPr>
          <p:spPr bwMode="auto">
            <a:xfrm>
              <a:off x="3179763" y="2822575"/>
              <a:ext cx="554038" cy="533400"/>
            </a:xfrm>
            <a:custGeom>
              <a:avLst/>
              <a:gdLst/>
              <a:ahLst/>
              <a:cxnLst>
                <a:cxn ang="0">
                  <a:pos x="257" y="109"/>
                </a:cxn>
                <a:cxn ang="0">
                  <a:pos x="188" y="324"/>
                </a:cxn>
                <a:cxn ang="0">
                  <a:pos x="261" y="383"/>
                </a:cxn>
                <a:cxn ang="0">
                  <a:pos x="184" y="484"/>
                </a:cxn>
                <a:cxn ang="0">
                  <a:pos x="16" y="596"/>
                </a:cxn>
                <a:cxn ang="0">
                  <a:pos x="52" y="816"/>
                </a:cxn>
                <a:cxn ang="0">
                  <a:pos x="41" y="920"/>
                </a:cxn>
                <a:cxn ang="0">
                  <a:pos x="196" y="1144"/>
                </a:cxn>
                <a:cxn ang="0">
                  <a:pos x="272" y="1296"/>
                </a:cxn>
                <a:cxn ang="0">
                  <a:pos x="404" y="1374"/>
                </a:cxn>
                <a:cxn ang="0">
                  <a:pos x="464" y="1403"/>
                </a:cxn>
                <a:cxn ang="0">
                  <a:pos x="644" y="1460"/>
                </a:cxn>
                <a:cxn ang="0">
                  <a:pos x="807" y="1511"/>
                </a:cxn>
                <a:cxn ang="0">
                  <a:pos x="906" y="1584"/>
                </a:cxn>
                <a:cxn ang="0">
                  <a:pos x="927" y="1696"/>
                </a:cxn>
                <a:cxn ang="0">
                  <a:pos x="976" y="1836"/>
                </a:cxn>
                <a:cxn ang="0">
                  <a:pos x="1144" y="1816"/>
                </a:cxn>
                <a:cxn ang="0">
                  <a:pos x="1280" y="1863"/>
                </a:cxn>
                <a:cxn ang="0">
                  <a:pos x="1407" y="1866"/>
                </a:cxn>
                <a:cxn ang="0">
                  <a:pos x="1524" y="1788"/>
                </a:cxn>
                <a:cxn ang="0">
                  <a:pos x="1676" y="1768"/>
                </a:cxn>
                <a:cxn ang="0">
                  <a:pos x="1776" y="1739"/>
                </a:cxn>
                <a:cxn ang="0">
                  <a:pos x="1904" y="1596"/>
                </a:cxn>
                <a:cxn ang="0">
                  <a:pos x="1884" y="1592"/>
                </a:cxn>
                <a:cxn ang="0">
                  <a:pos x="1808" y="1488"/>
                </a:cxn>
                <a:cxn ang="0">
                  <a:pos x="1764" y="1380"/>
                </a:cxn>
                <a:cxn ang="0">
                  <a:pos x="1742" y="1296"/>
                </a:cxn>
                <a:cxn ang="0">
                  <a:pos x="1738" y="1128"/>
                </a:cxn>
                <a:cxn ang="0">
                  <a:pos x="1724" y="992"/>
                </a:cxn>
                <a:cxn ang="0">
                  <a:pos x="1686" y="780"/>
                </a:cxn>
                <a:cxn ang="0">
                  <a:pos x="1727" y="660"/>
                </a:cxn>
                <a:cxn ang="0">
                  <a:pos x="1504" y="481"/>
                </a:cxn>
                <a:cxn ang="0">
                  <a:pos x="1468" y="404"/>
                </a:cxn>
                <a:cxn ang="0">
                  <a:pos x="1364" y="303"/>
                </a:cxn>
                <a:cxn ang="0">
                  <a:pos x="924" y="59"/>
                </a:cxn>
                <a:cxn ang="0">
                  <a:pos x="656" y="0"/>
                </a:cxn>
                <a:cxn ang="0">
                  <a:pos x="192" y="8"/>
                </a:cxn>
              </a:cxnLst>
              <a:rect l="0" t="0" r="r" b="b"/>
              <a:pathLst>
                <a:path w="1944" h="1868">
                  <a:moveTo>
                    <a:pt x="192" y="8"/>
                  </a:moveTo>
                  <a:cubicBezTo>
                    <a:pt x="257" y="109"/>
                    <a:pt x="257" y="109"/>
                    <a:pt x="257" y="109"/>
                  </a:cubicBezTo>
                  <a:cubicBezTo>
                    <a:pt x="264" y="236"/>
                    <a:pt x="264" y="236"/>
                    <a:pt x="264" y="236"/>
                  </a:cubicBezTo>
                  <a:cubicBezTo>
                    <a:pt x="197" y="226"/>
                    <a:pt x="211" y="282"/>
                    <a:pt x="188" y="324"/>
                  </a:cubicBezTo>
                  <a:cubicBezTo>
                    <a:pt x="188" y="328"/>
                    <a:pt x="188" y="328"/>
                    <a:pt x="188" y="328"/>
                  </a:cubicBezTo>
                  <a:cubicBezTo>
                    <a:pt x="205" y="342"/>
                    <a:pt x="275" y="346"/>
                    <a:pt x="261" y="383"/>
                  </a:cubicBezTo>
                  <a:cubicBezTo>
                    <a:pt x="254" y="403"/>
                    <a:pt x="229" y="399"/>
                    <a:pt x="228" y="424"/>
                  </a:cubicBezTo>
                  <a:cubicBezTo>
                    <a:pt x="200" y="433"/>
                    <a:pt x="188" y="456"/>
                    <a:pt x="184" y="484"/>
                  </a:cubicBezTo>
                  <a:cubicBezTo>
                    <a:pt x="156" y="493"/>
                    <a:pt x="152" y="531"/>
                    <a:pt x="135" y="552"/>
                  </a:cubicBezTo>
                  <a:cubicBezTo>
                    <a:pt x="101" y="592"/>
                    <a:pt x="64" y="596"/>
                    <a:pt x="16" y="596"/>
                  </a:cubicBezTo>
                  <a:cubicBezTo>
                    <a:pt x="22" y="628"/>
                    <a:pt x="0" y="658"/>
                    <a:pt x="6" y="692"/>
                  </a:cubicBezTo>
                  <a:cubicBezTo>
                    <a:pt x="13" y="734"/>
                    <a:pt x="50" y="773"/>
                    <a:pt x="52" y="816"/>
                  </a:cubicBezTo>
                  <a:cubicBezTo>
                    <a:pt x="52" y="833"/>
                    <a:pt x="39" y="844"/>
                    <a:pt x="34" y="860"/>
                  </a:cubicBezTo>
                  <a:cubicBezTo>
                    <a:pt x="29" y="878"/>
                    <a:pt x="36" y="903"/>
                    <a:pt x="41" y="920"/>
                  </a:cubicBezTo>
                  <a:cubicBezTo>
                    <a:pt x="63" y="993"/>
                    <a:pt x="132" y="1009"/>
                    <a:pt x="170" y="1068"/>
                  </a:cubicBezTo>
                  <a:cubicBezTo>
                    <a:pt x="186" y="1093"/>
                    <a:pt x="187" y="1117"/>
                    <a:pt x="196" y="1144"/>
                  </a:cubicBezTo>
                  <a:cubicBezTo>
                    <a:pt x="206" y="1169"/>
                    <a:pt x="226" y="1188"/>
                    <a:pt x="237" y="1212"/>
                  </a:cubicBezTo>
                  <a:cubicBezTo>
                    <a:pt x="251" y="1239"/>
                    <a:pt x="255" y="1271"/>
                    <a:pt x="272" y="1296"/>
                  </a:cubicBezTo>
                  <a:cubicBezTo>
                    <a:pt x="299" y="1335"/>
                    <a:pt x="332" y="1316"/>
                    <a:pt x="368" y="1334"/>
                  </a:cubicBezTo>
                  <a:cubicBezTo>
                    <a:pt x="386" y="1343"/>
                    <a:pt x="389" y="1363"/>
                    <a:pt x="404" y="1374"/>
                  </a:cubicBezTo>
                  <a:cubicBezTo>
                    <a:pt x="417" y="1382"/>
                    <a:pt x="431" y="1374"/>
                    <a:pt x="443" y="1380"/>
                  </a:cubicBezTo>
                  <a:cubicBezTo>
                    <a:pt x="452" y="1386"/>
                    <a:pt x="454" y="1398"/>
                    <a:pt x="464" y="1403"/>
                  </a:cubicBezTo>
                  <a:cubicBezTo>
                    <a:pt x="488" y="1414"/>
                    <a:pt x="529" y="1420"/>
                    <a:pt x="556" y="1420"/>
                  </a:cubicBezTo>
                  <a:cubicBezTo>
                    <a:pt x="560" y="1446"/>
                    <a:pt x="620" y="1465"/>
                    <a:pt x="644" y="1460"/>
                  </a:cubicBezTo>
                  <a:cubicBezTo>
                    <a:pt x="666" y="1498"/>
                    <a:pt x="732" y="1490"/>
                    <a:pt x="768" y="1497"/>
                  </a:cubicBezTo>
                  <a:cubicBezTo>
                    <a:pt x="780" y="1500"/>
                    <a:pt x="794" y="1516"/>
                    <a:pt x="807" y="1511"/>
                  </a:cubicBezTo>
                  <a:cubicBezTo>
                    <a:pt x="818" y="1506"/>
                    <a:pt x="816" y="1489"/>
                    <a:pt x="816" y="1480"/>
                  </a:cubicBezTo>
                  <a:cubicBezTo>
                    <a:pt x="851" y="1498"/>
                    <a:pt x="896" y="1545"/>
                    <a:pt x="906" y="1584"/>
                  </a:cubicBezTo>
                  <a:cubicBezTo>
                    <a:pt x="912" y="1606"/>
                    <a:pt x="906" y="1627"/>
                    <a:pt x="910" y="1648"/>
                  </a:cubicBezTo>
                  <a:cubicBezTo>
                    <a:pt x="913" y="1665"/>
                    <a:pt x="926" y="1679"/>
                    <a:pt x="927" y="1696"/>
                  </a:cubicBezTo>
                  <a:cubicBezTo>
                    <a:pt x="928" y="1715"/>
                    <a:pt x="912" y="1732"/>
                    <a:pt x="917" y="1752"/>
                  </a:cubicBezTo>
                  <a:cubicBezTo>
                    <a:pt x="925" y="1786"/>
                    <a:pt x="972" y="1800"/>
                    <a:pt x="976" y="1836"/>
                  </a:cubicBezTo>
                  <a:cubicBezTo>
                    <a:pt x="1004" y="1844"/>
                    <a:pt x="1067" y="1850"/>
                    <a:pt x="1095" y="1843"/>
                  </a:cubicBezTo>
                  <a:cubicBezTo>
                    <a:pt x="1113" y="1838"/>
                    <a:pt x="1123" y="1815"/>
                    <a:pt x="1144" y="1816"/>
                  </a:cubicBezTo>
                  <a:cubicBezTo>
                    <a:pt x="1177" y="1817"/>
                    <a:pt x="1178" y="1857"/>
                    <a:pt x="1201" y="1863"/>
                  </a:cubicBezTo>
                  <a:cubicBezTo>
                    <a:pt x="1219" y="1867"/>
                    <a:pt x="1262" y="1868"/>
                    <a:pt x="1280" y="1863"/>
                  </a:cubicBezTo>
                  <a:cubicBezTo>
                    <a:pt x="1294" y="1858"/>
                    <a:pt x="1305" y="1843"/>
                    <a:pt x="1320" y="1842"/>
                  </a:cubicBezTo>
                  <a:cubicBezTo>
                    <a:pt x="1347" y="1840"/>
                    <a:pt x="1377" y="1867"/>
                    <a:pt x="1407" y="1866"/>
                  </a:cubicBezTo>
                  <a:cubicBezTo>
                    <a:pt x="1432" y="1866"/>
                    <a:pt x="1467" y="1840"/>
                    <a:pt x="1488" y="1828"/>
                  </a:cubicBezTo>
                  <a:cubicBezTo>
                    <a:pt x="1482" y="1804"/>
                    <a:pt x="1498" y="1786"/>
                    <a:pt x="1524" y="1788"/>
                  </a:cubicBezTo>
                  <a:cubicBezTo>
                    <a:pt x="1546" y="1790"/>
                    <a:pt x="1566" y="1809"/>
                    <a:pt x="1588" y="1809"/>
                  </a:cubicBezTo>
                  <a:cubicBezTo>
                    <a:pt x="1615" y="1808"/>
                    <a:pt x="1648" y="1776"/>
                    <a:pt x="1676" y="1768"/>
                  </a:cubicBezTo>
                  <a:cubicBezTo>
                    <a:pt x="1695" y="1762"/>
                    <a:pt x="1713" y="1775"/>
                    <a:pt x="1731" y="1769"/>
                  </a:cubicBezTo>
                  <a:cubicBezTo>
                    <a:pt x="1748" y="1763"/>
                    <a:pt x="1760" y="1746"/>
                    <a:pt x="1776" y="1739"/>
                  </a:cubicBezTo>
                  <a:cubicBezTo>
                    <a:pt x="1833" y="1714"/>
                    <a:pt x="1900" y="1692"/>
                    <a:pt x="1944" y="1644"/>
                  </a:cubicBezTo>
                  <a:cubicBezTo>
                    <a:pt x="1904" y="1596"/>
                    <a:pt x="1904" y="1596"/>
                    <a:pt x="1904" y="1596"/>
                  </a:cubicBezTo>
                  <a:cubicBezTo>
                    <a:pt x="1880" y="1604"/>
                    <a:pt x="1880" y="1604"/>
                    <a:pt x="1880" y="1604"/>
                  </a:cubicBezTo>
                  <a:cubicBezTo>
                    <a:pt x="1884" y="1592"/>
                    <a:pt x="1884" y="1592"/>
                    <a:pt x="1884" y="1592"/>
                  </a:cubicBezTo>
                  <a:cubicBezTo>
                    <a:pt x="1824" y="1560"/>
                    <a:pt x="1824" y="1560"/>
                    <a:pt x="1824" y="1560"/>
                  </a:cubicBezTo>
                  <a:cubicBezTo>
                    <a:pt x="1808" y="1488"/>
                    <a:pt x="1808" y="1488"/>
                    <a:pt x="1808" y="1488"/>
                  </a:cubicBezTo>
                  <a:cubicBezTo>
                    <a:pt x="1801" y="1428"/>
                    <a:pt x="1801" y="1428"/>
                    <a:pt x="1801" y="1428"/>
                  </a:cubicBezTo>
                  <a:cubicBezTo>
                    <a:pt x="1764" y="1380"/>
                    <a:pt x="1764" y="1380"/>
                    <a:pt x="1764" y="1380"/>
                  </a:cubicBezTo>
                  <a:cubicBezTo>
                    <a:pt x="1780" y="1376"/>
                    <a:pt x="1780" y="1376"/>
                    <a:pt x="1780" y="1376"/>
                  </a:cubicBezTo>
                  <a:cubicBezTo>
                    <a:pt x="1762" y="1350"/>
                    <a:pt x="1741" y="1330"/>
                    <a:pt x="1742" y="1296"/>
                  </a:cubicBezTo>
                  <a:cubicBezTo>
                    <a:pt x="1743" y="1262"/>
                    <a:pt x="1771" y="1229"/>
                    <a:pt x="1767" y="1196"/>
                  </a:cubicBezTo>
                  <a:cubicBezTo>
                    <a:pt x="1764" y="1168"/>
                    <a:pt x="1730" y="1162"/>
                    <a:pt x="1738" y="1128"/>
                  </a:cubicBezTo>
                  <a:cubicBezTo>
                    <a:pt x="1744" y="1098"/>
                    <a:pt x="1779" y="1080"/>
                    <a:pt x="1782" y="1052"/>
                  </a:cubicBezTo>
                  <a:cubicBezTo>
                    <a:pt x="1785" y="1028"/>
                    <a:pt x="1745" y="993"/>
                    <a:pt x="1724" y="992"/>
                  </a:cubicBezTo>
                  <a:cubicBezTo>
                    <a:pt x="1704" y="943"/>
                    <a:pt x="1655" y="940"/>
                    <a:pt x="1652" y="878"/>
                  </a:cubicBezTo>
                  <a:cubicBezTo>
                    <a:pt x="1650" y="840"/>
                    <a:pt x="1672" y="813"/>
                    <a:pt x="1686" y="780"/>
                  </a:cubicBezTo>
                  <a:cubicBezTo>
                    <a:pt x="1696" y="757"/>
                    <a:pt x="1699" y="731"/>
                    <a:pt x="1708" y="708"/>
                  </a:cubicBezTo>
                  <a:cubicBezTo>
                    <a:pt x="1714" y="692"/>
                    <a:pt x="1727" y="678"/>
                    <a:pt x="1727" y="660"/>
                  </a:cubicBezTo>
                  <a:cubicBezTo>
                    <a:pt x="1728" y="630"/>
                    <a:pt x="1689" y="616"/>
                    <a:pt x="1668" y="601"/>
                  </a:cubicBezTo>
                  <a:cubicBezTo>
                    <a:pt x="1612" y="562"/>
                    <a:pt x="1559" y="521"/>
                    <a:pt x="1504" y="481"/>
                  </a:cubicBezTo>
                  <a:cubicBezTo>
                    <a:pt x="1484" y="467"/>
                    <a:pt x="1473" y="438"/>
                    <a:pt x="1448" y="436"/>
                  </a:cubicBezTo>
                  <a:cubicBezTo>
                    <a:pt x="1468" y="404"/>
                    <a:pt x="1468" y="404"/>
                    <a:pt x="1468" y="404"/>
                  </a:cubicBezTo>
                  <a:cubicBezTo>
                    <a:pt x="1449" y="353"/>
                    <a:pt x="1449" y="353"/>
                    <a:pt x="1449" y="353"/>
                  </a:cubicBezTo>
                  <a:cubicBezTo>
                    <a:pt x="1364" y="303"/>
                    <a:pt x="1364" y="303"/>
                    <a:pt x="1364" y="303"/>
                  </a:cubicBezTo>
                  <a:cubicBezTo>
                    <a:pt x="1176" y="199"/>
                    <a:pt x="1176" y="199"/>
                    <a:pt x="1176" y="199"/>
                  </a:cubicBezTo>
                  <a:cubicBezTo>
                    <a:pt x="924" y="59"/>
                    <a:pt x="924" y="59"/>
                    <a:pt x="924" y="59"/>
                  </a:cubicBezTo>
                  <a:cubicBezTo>
                    <a:pt x="816" y="1"/>
                    <a:pt x="816" y="1"/>
                    <a:pt x="816" y="1"/>
                  </a:cubicBezTo>
                  <a:cubicBezTo>
                    <a:pt x="656" y="0"/>
                    <a:pt x="656" y="0"/>
                    <a:pt x="656" y="0"/>
                  </a:cubicBezTo>
                  <a:cubicBezTo>
                    <a:pt x="296" y="0"/>
                    <a:pt x="296" y="0"/>
                    <a:pt x="296" y="0"/>
                  </a:cubicBezTo>
                  <a:cubicBezTo>
                    <a:pt x="192" y="8"/>
                    <a:pt x="192" y="8"/>
                    <a:pt x="192" y="8"/>
                  </a:cubicBezTo>
                </a:path>
              </a:pathLst>
            </a:custGeom>
            <a:solidFill>
              <a:schemeClr val="accent4"/>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29"/>
            <p:cNvSpPr>
              <a:spLocks/>
            </p:cNvSpPr>
            <p:nvPr/>
          </p:nvSpPr>
          <p:spPr bwMode="auto">
            <a:xfrm>
              <a:off x="3197225" y="2562225"/>
              <a:ext cx="271463" cy="293688"/>
            </a:xfrm>
            <a:custGeom>
              <a:avLst/>
              <a:gdLst/>
              <a:ahLst/>
              <a:cxnLst>
                <a:cxn ang="0">
                  <a:pos x="768" y="0"/>
                </a:cxn>
                <a:cxn ang="0">
                  <a:pos x="672" y="83"/>
                </a:cxn>
                <a:cxn ang="0">
                  <a:pos x="600" y="66"/>
                </a:cxn>
                <a:cxn ang="0">
                  <a:pos x="552" y="82"/>
                </a:cxn>
                <a:cxn ang="0">
                  <a:pos x="452" y="124"/>
                </a:cxn>
                <a:cxn ang="0">
                  <a:pos x="412" y="108"/>
                </a:cxn>
                <a:cxn ang="0">
                  <a:pos x="344" y="97"/>
                </a:cxn>
                <a:cxn ang="0">
                  <a:pos x="296" y="78"/>
                </a:cxn>
                <a:cxn ang="0">
                  <a:pos x="216" y="132"/>
                </a:cxn>
                <a:cxn ang="0">
                  <a:pos x="232" y="132"/>
                </a:cxn>
                <a:cxn ang="0">
                  <a:pos x="206" y="192"/>
                </a:cxn>
                <a:cxn ang="0">
                  <a:pos x="221" y="241"/>
                </a:cxn>
                <a:cxn ang="0">
                  <a:pos x="196" y="316"/>
                </a:cxn>
                <a:cxn ang="0">
                  <a:pos x="244" y="328"/>
                </a:cxn>
                <a:cxn ang="0">
                  <a:pos x="248" y="328"/>
                </a:cxn>
                <a:cxn ang="0">
                  <a:pos x="290" y="369"/>
                </a:cxn>
                <a:cxn ang="0">
                  <a:pos x="229" y="441"/>
                </a:cxn>
                <a:cxn ang="0">
                  <a:pos x="155" y="519"/>
                </a:cxn>
                <a:cxn ang="0">
                  <a:pos x="118" y="537"/>
                </a:cxn>
                <a:cxn ang="0">
                  <a:pos x="101" y="571"/>
                </a:cxn>
                <a:cxn ang="0">
                  <a:pos x="72" y="593"/>
                </a:cxn>
                <a:cxn ang="0">
                  <a:pos x="24" y="732"/>
                </a:cxn>
                <a:cxn ang="0">
                  <a:pos x="0" y="984"/>
                </a:cxn>
                <a:cxn ang="0">
                  <a:pos x="52" y="972"/>
                </a:cxn>
                <a:cxn ang="0">
                  <a:pos x="132" y="948"/>
                </a:cxn>
                <a:cxn ang="0">
                  <a:pos x="140" y="924"/>
                </a:cxn>
                <a:cxn ang="0">
                  <a:pos x="216" y="917"/>
                </a:cxn>
                <a:cxn ang="0">
                  <a:pos x="312" y="916"/>
                </a:cxn>
                <a:cxn ang="0">
                  <a:pos x="756" y="916"/>
                </a:cxn>
                <a:cxn ang="0">
                  <a:pos x="766" y="768"/>
                </a:cxn>
                <a:cxn ang="0">
                  <a:pos x="763" y="715"/>
                </a:cxn>
                <a:cxn ang="0">
                  <a:pos x="800" y="642"/>
                </a:cxn>
                <a:cxn ang="0">
                  <a:pos x="860" y="552"/>
                </a:cxn>
                <a:cxn ang="0">
                  <a:pos x="908" y="496"/>
                </a:cxn>
                <a:cxn ang="0">
                  <a:pos x="924" y="492"/>
                </a:cxn>
                <a:cxn ang="0">
                  <a:pos x="943" y="448"/>
                </a:cxn>
                <a:cxn ang="0">
                  <a:pos x="929" y="330"/>
                </a:cxn>
                <a:cxn ang="0">
                  <a:pos x="908" y="280"/>
                </a:cxn>
                <a:cxn ang="0">
                  <a:pos x="881" y="230"/>
                </a:cxn>
                <a:cxn ang="0">
                  <a:pos x="854" y="176"/>
                </a:cxn>
                <a:cxn ang="0">
                  <a:pos x="854" y="105"/>
                </a:cxn>
                <a:cxn ang="0">
                  <a:pos x="807" y="75"/>
                </a:cxn>
                <a:cxn ang="0">
                  <a:pos x="768" y="0"/>
                </a:cxn>
              </a:cxnLst>
              <a:rect l="0" t="0" r="r" b="b"/>
              <a:pathLst>
                <a:path w="951" h="1028">
                  <a:moveTo>
                    <a:pt x="768" y="0"/>
                  </a:moveTo>
                  <a:cubicBezTo>
                    <a:pt x="743" y="25"/>
                    <a:pt x="707" y="73"/>
                    <a:pt x="672" y="83"/>
                  </a:cubicBezTo>
                  <a:cubicBezTo>
                    <a:pt x="644" y="90"/>
                    <a:pt x="626" y="70"/>
                    <a:pt x="600" y="66"/>
                  </a:cubicBezTo>
                  <a:cubicBezTo>
                    <a:pt x="583" y="64"/>
                    <a:pt x="568" y="78"/>
                    <a:pt x="552" y="82"/>
                  </a:cubicBezTo>
                  <a:cubicBezTo>
                    <a:pt x="519" y="91"/>
                    <a:pt x="460" y="76"/>
                    <a:pt x="452" y="124"/>
                  </a:cubicBezTo>
                  <a:cubicBezTo>
                    <a:pt x="412" y="108"/>
                    <a:pt x="412" y="108"/>
                    <a:pt x="412" y="108"/>
                  </a:cubicBezTo>
                  <a:cubicBezTo>
                    <a:pt x="411" y="52"/>
                    <a:pt x="369" y="99"/>
                    <a:pt x="344" y="97"/>
                  </a:cubicBezTo>
                  <a:cubicBezTo>
                    <a:pt x="327" y="96"/>
                    <a:pt x="313" y="81"/>
                    <a:pt x="296" y="78"/>
                  </a:cubicBezTo>
                  <a:cubicBezTo>
                    <a:pt x="258" y="71"/>
                    <a:pt x="232" y="103"/>
                    <a:pt x="216" y="132"/>
                  </a:cubicBezTo>
                  <a:cubicBezTo>
                    <a:pt x="232" y="132"/>
                    <a:pt x="232" y="132"/>
                    <a:pt x="232" y="132"/>
                  </a:cubicBezTo>
                  <a:cubicBezTo>
                    <a:pt x="206" y="192"/>
                    <a:pt x="206" y="192"/>
                    <a:pt x="206" y="192"/>
                  </a:cubicBezTo>
                  <a:cubicBezTo>
                    <a:pt x="221" y="241"/>
                    <a:pt x="221" y="241"/>
                    <a:pt x="221" y="241"/>
                  </a:cubicBezTo>
                  <a:cubicBezTo>
                    <a:pt x="196" y="316"/>
                    <a:pt x="196" y="316"/>
                    <a:pt x="196" y="316"/>
                  </a:cubicBezTo>
                  <a:cubicBezTo>
                    <a:pt x="212" y="328"/>
                    <a:pt x="226" y="342"/>
                    <a:pt x="244" y="328"/>
                  </a:cubicBezTo>
                  <a:cubicBezTo>
                    <a:pt x="248" y="328"/>
                    <a:pt x="248" y="328"/>
                    <a:pt x="248" y="328"/>
                  </a:cubicBezTo>
                  <a:cubicBezTo>
                    <a:pt x="258" y="341"/>
                    <a:pt x="287" y="353"/>
                    <a:pt x="290" y="369"/>
                  </a:cubicBezTo>
                  <a:cubicBezTo>
                    <a:pt x="294" y="395"/>
                    <a:pt x="246" y="427"/>
                    <a:pt x="229" y="441"/>
                  </a:cubicBezTo>
                  <a:cubicBezTo>
                    <a:pt x="200" y="463"/>
                    <a:pt x="181" y="494"/>
                    <a:pt x="155" y="519"/>
                  </a:cubicBezTo>
                  <a:cubicBezTo>
                    <a:pt x="144" y="529"/>
                    <a:pt x="129" y="529"/>
                    <a:pt x="118" y="537"/>
                  </a:cubicBezTo>
                  <a:cubicBezTo>
                    <a:pt x="107" y="545"/>
                    <a:pt x="109" y="561"/>
                    <a:pt x="101" y="571"/>
                  </a:cubicBezTo>
                  <a:cubicBezTo>
                    <a:pt x="93" y="581"/>
                    <a:pt x="79" y="583"/>
                    <a:pt x="72" y="593"/>
                  </a:cubicBezTo>
                  <a:cubicBezTo>
                    <a:pt x="48" y="632"/>
                    <a:pt x="75" y="707"/>
                    <a:pt x="24" y="732"/>
                  </a:cubicBezTo>
                  <a:cubicBezTo>
                    <a:pt x="0" y="984"/>
                    <a:pt x="0" y="984"/>
                    <a:pt x="0" y="984"/>
                  </a:cubicBezTo>
                  <a:cubicBezTo>
                    <a:pt x="52" y="972"/>
                    <a:pt x="52" y="972"/>
                    <a:pt x="52" y="972"/>
                  </a:cubicBezTo>
                  <a:cubicBezTo>
                    <a:pt x="47" y="1028"/>
                    <a:pt x="118" y="959"/>
                    <a:pt x="132" y="948"/>
                  </a:cubicBezTo>
                  <a:cubicBezTo>
                    <a:pt x="140" y="924"/>
                    <a:pt x="140" y="924"/>
                    <a:pt x="140" y="924"/>
                  </a:cubicBezTo>
                  <a:cubicBezTo>
                    <a:pt x="216" y="917"/>
                    <a:pt x="216" y="917"/>
                    <a:pt x="216" y="917"/>
                  </a:cubicBezTo>
                  <a:cubicBezTo>
                    <a:pt x="312" y="916"/>
                    <a:pt x="312" y="916"/>
                    <a:pt x="312" y="916"/>
                  </a:cubicBezTo>
                  <a:cubicBezTo>
                    <a:pt x="756" y="916"/>
                    <a:pt x="756" y="916"/>
                    <a:pt x="756" y="916"/>
                  </a:cubicBezTo>
                  <a:cubicBezTo>
                    <a:pt x="756" y="866"/>
                    <a:pt x="763" y="818"/>
                    <a:pt x="766" y="768"/>
                  </a:cubicBezTo>
                  <a:cubicBezTo>
                    <a:pt x="767" y="751"/>
                    <a:pt x="758" y="731"/>
                    <a:pt x="763" y="715"/>
                  </a:cubicBezTo>
                  <a:cubicBezTo>
                    <a:pt x="770" y="695"/>
                    <a:pt x="787" y="658"/>
                    <a:pt x="800" y="642"/>
                  </a:cubicBezTo>
                  <a:cubicBezTo>
                    <a:pt x="823" y="611"/>
                    <a:pt x="857" y="597"/>
                    <a:pt x="860" y="552"/>
                  </a:cubicBezTo>
                  <a:cubicBezTo>
                    <a:pt x="889" y="543"/>
                    <a:pt x="925" y="529"/>
                    <a:pt x="908" y="496"/>
                  </a:cubicBezTo>
                  <a:cubicBezTo>
                    <a:pt x="924" y="492"/>
                    <a:pt x="924" y="492"/>
                    <a:pt x="924" y="492"/>
                  </a:cubicBezTo>
                  <a:cubicBezTo>
                    <a:pt x="926" y="476"/>
                    <a:pt x="940" y="465"/>
                    <a:pt x="943" y="448"/>
                  </a:cubicBezTo>
                  <a:cubicBezTo>
                    <a:pt x="951" y="406"/>
                    <a:pt x="939" y="370"/>
                    <a:pt x="929" y="330"/>
                  </a:cubicBezTo>
                  <a:cubicBezTo>
                    <a:pt x="923" y="310"/>
                    <a:pt x="928" y="293"/>
                    <a:pt x="908" y="280"/>
                  </a:cubicBezTo>
                  <a:cubicBezTo>
                    <a:pt x="918" y="247"/>
                    <a:pt x="897" y="251"/>
                    <a:pt x="881" y="230"/>
                  </a:cubicBezTo>
                  <a:cubicBezTo>
                    <a:pt x="871" y="216"/>
                    <a:pt x="863" y="192"/>
                    <a:pt x="854" y="176"/>
                  </a:cubicBezTo>
                  <a:cubicBezTo>
                    <a:pt x="837" y="148"/>
                    <a:pt x="864" y="131"/>
                    <a:pt x="854" y="105"/>
                  </a:cubicBezTo>
                  <a:cubicBezTo>
                    <a:pt x="846" y="87"/>
                    <a:pt x="820" y="89"/>
                    <a:pt x="807" y="75"/>
                  </a:cubicBezTo>
                  <a:cubicBezTo>
                    <a:pt x="787" y="53"/>
                    <a:pt x="792" y="20"/>
                    <a:pt x="768" y="0"/>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30"/>
            <p:cNvSpPr>
              <a:spLocks/>
            </p:cNvSpPr>
            <p:nvPr/>
          </p:nvSpPr>
          <p:spPr bwMode="auto">
            <a:xfrm>
              <a:off x="3149600" y="2887663"/>
              <a:ext cx="107950" cy="111125"/>
            </a:xfrm>
            <a:custGeom>
              <a:avLst/>
              <a:gdLst/>
              <a:ahLst/>
              <a:cxnLst>
                <a:cxn ang="0">
                  <a:pos x="205" y="11"/>
                </a:cxn>
                <a:cxn ang="0">
                  <a:pos x="113" y="95"/>
                </a:cxn>
                <a:cxn ang="0">
                  <a:pos x="58" y="119"/>
                </a:cxn>
                <a:cxn ang="0">
                  <a:pos x="85" y="139"/>
                </a:cxn>
                <a:cxn ang="0">
                  <a:pos x="85" y="231"/>
                </a:cxn>
                <a:cxn ang="0">
                  <a:pos x="83" y="283"/>
                </a:cxn>
                <a:cxn ang="0">
                  <a:pos x="113" y="387"/>
                </a:cxn>
                <a:cxn ang="0">
                  <a:pos x="231" y="350"/>
                </a:cxn>
                <a:cxn ang="0">
                  <a:pos x="297" y="267"/>
                </a:cxn>
                <a:cxn ang="0">
                  <a:pos x="337" y="187"/>
                </a:cxn>
                <a:cxn ang="0">
                  <a:pos x="369" y="123"/>
                </a:cxn>
                <a:cxn ang="0">
                  <a:pos x="301" y="111"/>
                </a:cxn>
                <a:cxn ang="0">
                  <a:pos x="301" y="10"/>
                </a:cxn>
                <a:cxn ang="0">
                  <a:pos x="249" y="23"/>
                </a:cxn>
                <a:cxn ang="0">
                  <a:pos x="205" y="11"/>
                </a:cxn>
              </a:cxnLst>
              <a:rect l="0" t="0" r="r" b="b"/>
              <a:pathLst>
                <a:path w="379" h="387">
                  <a:moveTo>
                    <a:pt x="205" y="11"/>
                  </a:moveTo>
                  <a:cubicBezTo>
                    <a:pt x="206" y="87"/>
                    <a:pt x="178" y="84"/>
                    <a:pt x="113" y="95"/>
                  </a:cubicBezTo>
                  <a:cubicBezTo>
                    <a:pt x="117" y="32"/>
                    <a:pt x="0" y="60"/>
                    <a:pt x="58" y="119"/>
                  </a:cubicBezTo>
                  <a:cubicBezTo>
                    <a:pt x="66" y="128"/>
                    <a:pt x="74" y="134"/>
                    <a:pt x="85" y="139"/>
                  </a:cubicBezTo>
                  <a:cubicBezTo>
                    <a:pt x="85" y="231"/>
                    <a:pt x="85" y="231"/>
                    <a:pt x="85" y="231"/>
                  </a:cubicBezTo>
                  <a:cubicBezTo>
                    <a:pt x="83" y="283"/>
                    <a:pt x="83" y="283"/>
                    <a:pt x="83" y="283"/>
                  </a:cubicBezTo>
                  <a:cubicBezTo>
                    <a:pt x="113" y="387"/>
                    <a:pt x="113" y="387"/>
                    <a:pt x="113" y="387"/>
                  </a:cubicBezTo>
                  <a:cubicBezTo>
                    <a:pt x="157" y="384"/>
                    <a:pt x="197" y="383"/>
                    <a:pt x="231" y="350"/>
                  </a:cubicBezTo>
                  <a:cubicBezTo>
                    <a:pt x="258" y="322"/>
                    <a:pt x="257" y="278"/>
                    <a:pt x="297" y="267"/>
                  </a:cubicBezTo>
                  <a:cubicBezTo>
                    <a:pt x="279" y="228"/>
                    <a:pt x="340" y="221"/>
                    <a:pt x="337" y="187"/>
                  </a:cubicBezTo>
                  <a:cubicBezTo>
                    <a:pt x="379" y="176"/>
                    <a:pt x="370" y="160"/>
                    <a:pt x="369" y="123"/>
                  </a:cubicBezTo>
                  <a:cubicBezTo>
                    <a:pt x="301" y="111"/>
                    <a:pt x="301" y="111"/>
                    <a:pt x="301" y="111"/>
                  </a:cubicBezTo>
                  <a:cubicBezTo>
                    <a:pt x="307" y="84"/>
                    <a:pt x="335" y="27"/>
                    <a:pt x="301" y="10"/>
                  </a:cubicBezTo>
                  <a:cubicBezTo>
                    <a:pt x="282" y="0"/>
                    <a:pt x="268" y="22"/>
                    <a:pt x="249" y="23"/>
                  </a:cubicBezTo>
                  <a:cubicBezTo>
                    <a:pt x="235" y="23"/>
                    <a:pt x="221" y="12"/>
                    <a:pt x="205" y="11"/>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31"/>
            <p:cNvSpPr>
              <a:spLocks/>
            </p:cNvSpPr>
            <p:nvPr/>
          </p:nvSpPr>
          <p:spPr bwMode="auto">
            <a:xfrm>
              <a:off x="3157538" y="2827338"/>
              <a:ext cx="106363" cy="92075"/>
            </a:xfrm>
            <a:custGeom>
              <a:avLst/>
              <a:gdLst/>
              <a:ahLst/>
              <a:cxnLst>
                <a:cxn ang="0">
                  <a:pos x="193" y="72"/>
                </a:cxn>
                <a:cxn ang="0">
                  <a:pos x="78" y="100"/>
                </a:cxn>
                <a:cxn ang="0">
                  <a:pos x="48" y="207"/>
                </a:cxn>
                <a:cxn ang="0">
                  <a:pos x="3" y="248"/>
                </a:cxn>
                <a:cxn ang="0">
                  <a:pos x="49" y="276"/>
                </a:cxn>
                <a:cxn ang="0">
                  <a:pos x="98" y="313"/>
                </a:cxn>
                <a:cxn ang="0">
                  <a:pos x="197" y="287"/>
                </a:cxn>
                <a:cxn ang="0">
                  <a:pos x="201" y="232"/>
                </a:cxn>
                <a:cxn ang="0">
                  <a:pos x="273" y="224"/>
                </a:cxn>
                <a:cxn ang="0">
                  <a:pos x="277" y="224"/>
                </a:cxn>
                <a:cxn ang="0">
                  <a:pos x="293" y="248"/>
                </a:cxn>
                <a:cxn ang="0">
                  <a:pos x="352" y="233"/>
                </a:cxn>
                <a:cxn ang="0">
                  <a:pos x="358" y="160"/>
                </a:cxn>
                <a:cxn ang="0">
                  <a:pos x="342" y="76"/>
                </a:cxn>
                <a:cxn ang="0">
                  <a:pos x="293" y="0"/>
                </a:cxn>
                <a:cxn ang="0">
                  <a:pos x="193" y="72"/>
                </a:cxn>
              </a:cxnLst>
              <a:rect l="0" t="0" r="r" b="b"/>
              <a:pathLst>
                <a:path w="372" h="322">
                  <a:moveTo>
                    <a:pt x="193" y="72"/>
                  </a:moveTo>
                  <a:cubicBezTo>
                    <a:pt x="191" y="18"/>
                    <a:pt x="94" y="81"/>
                    <a:pt x="78" y="100"/>
                  </a:cubicBezTo>
                  <a:cubicBezTo>
                    <a:pt x="46" y="137"/>
                    <a:pt x="71" y="173"/>
                    <a:pt x="48" y="207"/>
                  </a:cubicBezTo>
                  <a:cubicBezTo>
                    <a:pt x="37" y="224"/>
                    <a:pt x="5" y="226"/>
                    <a:pt x="3" y="248"/>
                  </a:cubicBezTo>
                  <a:cubicBezTo>
                    <a:pt x="0" y="274"/>
                    <a:pt x="36" y="313"/>
                    <a:pt x="49" y="276"/>
                  </a:cubicBezTo>
                  <a:cubicBezTo>
                    <a:pt x="79" y="280"/>
                    <a:pt x="77" y="305"/>
                    <a:pt x="98" y="313"/>
                  </a:cubicBezTo>
                  <a:cubicBezTo>
                    <a:pt x="122" y="322"/>
                    <a:pt x="187" y="314"/>
                    <a:pt x="197" y="287"/>
                  </a:cubicBezTo>
                  <a:cubicBezTo>
                    <a:pt x="204" y="271"/>
                    <a:pt x="197" y="250"/>
                    <a:pt x="201" y="232"/>
                  </a:cubicBezTo>
                  <a:cubicBezTo>
                    <a:pt x="226" y="246"/>
                    <a:pt x="253" y="250"/>
                    <a:pt x="273" y="224"/>
                  </a:cubicBezTo>
                  <a:cubicBezTo>
                    <a:pt x="277" y="224"/>
                    <a:pt x="277" y="224"/>
                    <a:pt x="277" y="224"/>
                  </a:cubicBezTo>
                  <a:cubicBezTo>
                    <a:pt x="293" y="248"/>
                    <a:pt x="293" y="248"/>
                    <a:pt x="293" y="248"/>
                  </a:cubicBezTo>
                  <a:cubicBezTo>
                    <a:pt x="308" y="242"/>
                    <a:pt x="340" y="241"/>
                    <a:pt x="352" y="233"/>
                  </a:cubicBezTo>
                  <a:cubicBezTo>
                    <a:pt x="372" y="217"/>
                    <a:pt x="363" y="179"/>
                    <a:pt x="358" y="160"/>
                  </a:cubicBezTo>
                  <a:cubicBezTo>
                    <a:pt x="351" y="130"/>
                    <a:pt x="357" y="104"/>
                    <a:pt x="342" y="76"/>
                  </a:cubicBezTo>
                  <a:cubicBezTo>
                    <a:pt x="326" y="44"/>
                    <a:pt x="292" y="43"/>
                    <a:pt x="293" y="0"/>
                  </a:cubicBezTo>
                  <a:cubicBezTo>
                    <a:pt x="249" y="1"/>
                    <a:pt x="235" y="60"/>
                    <a:pt x="193" y="7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32"/>
            <p:cNvSpPr>
              <a:spLocks noEditPoints="1"/>
            </p:cNvSpPr>
            <p:nvPr/>
          </p:nvSpPr>
          <p:spPr bwMode="auto">
            <a:xfrm>
              <a:off x="2333625" y="2511425"/>
              <a:ext cx="955675" cy="963613"/>
            </a:xfrm>
            <a:custGeom>
              <a:avLst/>
              <a:gdLst/>
              <a:ahLst/>
              <a:cxnLst>
                <a:cxn ang="0">
                  <a:pos x="1948" y="136"/>
                </a:cxn>
                <a:cxn ang="0">
                  <a:pos x="1664" y="186"/>
                </a:cxn>
                <a:cxn ang="0">
                  <a:pos x="1464" y="163"/>
                </a:cxn>
                <a:cxn ang="0">
                  <a:pos x="1280" y="40"/>
                </a:cxn>
                <a:cxn ang="0">
                  <a:pos x="1115" y="372"/>
                </a:cxn>
                <a:cxn ang="0">
                  <a:pos x="1021" y="556"/>
                </a:cxn>
                <a:cxn ang="0">
                  <a:pos x="998" y="860"/>
                </a:cxn>
                <a:cxn ang="0">
                  <a:pos x="821" y="1138"/>
                </a:cxn>
                <a:cxn ang="0">
                  <a:pos x="696" y="1392"/>
                </a:cxn>
                <a:cxn ang="0">
                  <a:pos x="536" y="1672"/>
                </a:cxn>
                <a:cxn ang="0">
                  <a:pos x="396" y="1772"/>
                </a:cxn>
                <a:cxn ang="0">
                  <a:pos x="314" y="1702"/>
                </a:cxn>
                <a:cxn ang="0">
                  <a:pos x="248" y="1760"/>
                </a:cxn>
                <a:cxn ang="0">
                  <a:pos x="168" y="1727"/>
                </a:cxn>
                <a:cxn ang="0">
                  <a:pos x="60" y="1924"/>
                </a:cxn>
                <a:cxn ang="0">
                  <a:pos x="129" y="1954"/>
                </a:cxn>
                <a:cxn ang="0">
                  <a:pos x="624" y="1953"/>
                </a:cxn>
                <a:cxn ang="0">
                  <a:pos x="824" y="2144"/>
                </a:cxn>
                <a:cxn ang="0">
                  <a:pos x="934" y="2337"/>
                </a:cxn>
                <a:cxn ang="0">
                  <a:pos x="1036" y="2324"/>
                </a:cxn>
                <a:cxn ang="0">
                  <a:pos x="1252" y="2324"/>
                </a:cxn>
                <a:cxn ang="0">
                  <a:pos x="1420" y="2136"/>
                </a:cxn>
                <a:cxn ang="0">
                  <a:pos x="1612" y="2200"/>
                </a:cxn>
                <a:cxn ang="0">
                  <a:pos x="1688" y="2408"/>
                </a:cxn>
                <a:cxn ang="0">
                  <a:pos x="1732" y="2832"/>
                </a:cxn>
                <a:cxn ang="0">
                  <a:pos x="1952" y="2840"/>
                </a:cxn>
                <a:cxn ang="0">
                  <a:pos x="2056" y="2824"/>
                </a:cxn>
                <a:cxn ang="0">
                  <a:pos x="2188" y="2899"/>
                </a:cxn>
                <a:cxn ang="0">
                  <a:pos x="2392" y="2998"/>
                </a:cxn>
                <a:cxn ang="0">
                  <a:pos x="2604" y="2944"/>
                </a:cxn>
                <a:cxn ang="0">
                  <a:pos x="2806" y="3098"/>
                </a:cxn>
                <a:cxn ang="0">
                  <a:pos x="2956" y="3264"/>
                </a:cxn>
                <a:cxn ang="0">
                  <a:pos x="3064" y="3208"/>
                </a:cxn>
                <a:cxn ang="0">
                  <a:pos x="2929" y="3072"/>
                </a:cxn>
                <a:cxn ang="0">
                  <a:pos x="2848" y="2810"/>
                </a:cxn>
                <a:cxn ang="0">
                  <a:pos x="2848" y="2588"/>
                </a:cxn>
                <a:cxn ang="0">
                  <a:pos x="2908" y="2404"/>
                </a:cxn>
                <a:cxn ang="0">
                  <a:pos x="3123" y="2132"/>
                </a:cxn>
                <a:cxn ang="0">
                  <a:pos x="3032" y="1924"/>
                </a:cxn>
                <a:cxn ang="0">
                  <a:pos x="2965" y="1600"/>
                </a:cxn>
                <a:cxn ang="0">
                  <a:pos x="2932" y="1392"/>
                </a:cxn>
                <a:cxn ang="0">
                  <a:pos x="2970" y="1216"/>
                </a:cxn>
                <a:cxn ang="0">
                  <a:pos x="3033" y="1068"/>
                </a:cxn>
                <a:cxn ang="0">
                  <a:pos x="3089" y="848"/>
                </a:cxn>
                <a:cxn ang="0">
                  <a:pos x="3142" y="740"/>
                </a:cxn>
                <a:cxn ang="0">
                  <a:pos x="3324" y="560"/>
                </a:cxn>
                <a:cxn ang="0">
                  <a:pos x="3233" y="388"/>
                </a:cxn>
                <a:cxn ang="0">
                  <a:pos x="3192" y="260"/>
                </a:cxn>
                <a:cxn ang="0">
                  <a:pos x="2960" y="170"/>
                </a:cxn>
                <a:cxn ang="0">
                  <a:pos x="2637" y="44"/>
                </a:cxn>
                <a:cxn ang="0">
                  <a:pos x="2372" y="26"/>
                </a:cxn>
                <a:cxn ang="0">
                  <a:pos x="2172" y="80"/>
                </a:cxn>
                <a:cxn ang="0">
                  <a:pos x="3340" y="292"/>
                </a:cxn>
                <a:cxn ang="0">
                  <a:pos x="1712" y="3376"/>
                </a:cxn>
              </a:cxnLst>
              <a:rect l="0" t="0" r="r" b="b"/>
              <a:pathLst>
                <a:path w="3344" h="3376">
                  <a:moveTo>
                    <a:pt x="2172" y="80"/>
                  </a:moveTo>
                  <a:cubicBezTo>
                    <a:pt x="2163" y="63"/>
                    <a:pt x="2111" y="22"/>
                    <a:pt x="2112" y="64"/>
                  </a:cubicBezTo>
                  <a:cubicBezTo>
                    <a:pt x="2067" y="81"/>
                    <a:pt x="1972" y="91"/>
                    <a:pt x="1948" y="136"/>
                  </a:cubicBezTo>
                  <a:cubicBezTo>
                    <a:pt x="1901" y="109"/>
                    <a:pt x="1834" y="70"/>
                    <a:pt x="1824" y="152"/>
                  </a:cubicBezTo>
                  <a:cubicBezTo>
                    <a:pt x="1790" y="157"/>
                    <a:pt x="1803" y="204"/>
                    <a:pt x="1768" y="213"/>
                  </a:cubicBezTo>
                  <a:cubicBezTo>
                    <a:pt x="1743" y="219"/>
                    <a:pt x="1691" y="192"/>
                    <a:pt x="1664" y="186"/>
                  </a:cubicBezTo>
                  <a:cubicBezTo>
                    <a:pt x="1640" y="181"/>
                    <a:pt x="1614" y="194"/>
                    <a:pt x="1588" y="191"/>
                  </a:cubicBezTo>
                  <a:cubicBezTo>
                    <a:pt x="1564" y="189"/>
                    <a:pt x="1551" y="168"/>
                    <a:pt x="1528" y="162"/>
                  </a:cubicBezTo>
                  <a:cubicBezTo>
                    <a:pt x="1507" y="157"/>
                    <a:pt x="1485" y="168"/>
                    <a:pt x="1464" y="163"/>
                  </a:cubicBezTo>
                  <a:cubicBezTo>
                    <a:pt x="1445" y="158"/>
                    <a:pt x="1445" y="138"/>
                    <a:pt x="1435" y="124"/>
                  </a:cubicBezTo>
                  <a:cubicBezTo>
                    <a:pt x="1418" y="100"/>
                    <a:pt x="1383" y="72"/>
                    <a:pt x="1352" y="72"/>
                  </a:cubicBezTo>
                  <a:cubicBezTo>
                    <a:pt x="1338" y="43"/>
                    <a:pt x="1310" y="40"/>
                    <a:pt x="1280" y="40"/>
                  </a:cubicBezTo>
                  <a:cubicBezTo>
                    <a:pt x="1215" y="40"/>
                    <a:pt x="1161" y="112"/>
                    <a:pt x="1140" y="168"/>
                  </a:cubicBezTo>
                  <a:cubicBezTo>
                    <a:pt x="1082" y="165"/>
                    <a:pt x="1120" y="223"/>
                    <a:pt x="1114" y="256"/>
                  </a:cubicBezTo>
                  <a:cubicBezTo>
                    <a:pt x="1108" y="295"/>
                    <a:pt x="1121" y="335"/>
                    <a:pt x="1115" y="372"/>
                  </a:cubicBezTo>
                  <a:cubicBezTo>
                    <a:pt x="1112" y="395"/>
                    <a:pt x="1091" y="418"/>
                    <a:pt x="1081" y="440"/>
                  </a:cubicBezTo>
                  <a:cubicBezTo>
                    <a:pt x="1072" y="461"/>
                    <a:pt x="1065" y="484"/>
                    <a:pt x="1044" y="496"/>
                  </a:cubicBezTo>
                  <a:cubicBezTo>
                    <a:pt x="1042" y="519"/>
                    <a:pt x="1024" y="533"/>
                    <a:pt x="1021" y="556"/>
                  </a:cubicBezTo>
                  <a:cubicBezTo>
                    <a:pt x="1015" y="597"/>
                    <a:pt x="1027" y="640"/>
                    <a:pt x="1017" y="680"/>
                  </a:cubicBezTo>
                  <a:cubicBezTo>
                    <a:pt x="1010" y="707"/>
                    <a:pt x="988" y="732"/>
                    <a:pt x="985" y="760"/>
                  </a:cubicBezTo>
                  <a:cubicBezTo>
                    <a:pt x="981" y="793"/>
                    <a:pt x="1000" y="828"/>
                    <a:pt x="998" y="860"/>
                  </a:cubicBezTo>
                  <a:cubicBezTo>
                    <a:pt x="996" y="890"/>
                    <a:pt x="963" y="924"/>
                    <a:pt x="957" y="956"/>
                  </a:cubicBezTo>
                  <a:cubicBezTo>
                    <a:pt x="952" y="987"/>
                    <a:pt x="965" y="1010"/>
                    <a:pt x="947" y="1040"/>
                  </a:cubicBezTo>
                  <a:cubicBezTo>
                    <a:pt x="913" y="1095"/>
                    <a:pt x="868" y="1101"/>
                    <a:pt x="821" y="1138"/>
                  </a:cubicBezTo>
                  <a:cubicBezTo>
                    <a:pt x="783" y="1168"/>
                    <a:pt x="776" y="1218"/>
                    <a:pt x="747" y="1256"/>
                  </a:cubicBezTo>
                  <a:cubicBezTo>
                    <a:pt x="732" y="1276"/>
                    <a:pt x="703" y="1288"/>
                    <a:pt x="694" y="1312"/>
                  </a:cubicBezTo>
                  <a:cubicBezTo>
                    <a:pt x="685" y="1336"/>
                    <a:pt x="696" y="1367"/>
                    <a:pt x="696" y="1392"/>
                  </a:cubicBezTo>
                  <a:cubicBezTo>
                    <a:pt x="697" y="1469"/>
                    <a:pt x="697" y="1545"/>
                    <a:pt x="644" y="1607"/>
                  </a:cubicBezTo>
                  <a:cubicBezTo>
                    <a:pt x="629" y="1626"/>
                    <a:pt x="604" y="1621"/>
                    <a:pt x="585" y="1632"/>
                  </a:cubicBezTo>
                  <a:cubicBezTo>
                    <a:pt x="560" y="1647"/>
                    <a:pt x="572" y="1673"/>
                    <a:pt x="536" y="1672"/>
                  </a:cubicBezTo>
                  <a:cubicBezTo>
                    <a:pt x="477" y="1736"/>
                    <a:pt x="477" y="1736"/>
                    <a:pt x="477" y="1736"/>
                  </a:cubicBezTo>
                  <a:cubicBezTo>
                    <a:pt x="444" y="1773"/>
                    <a:pt x="444" y="1773"/>
                    <a:pt x="444" y="1773"/>
                  </a:cubicBezTo>
                  <a:cubicBezTo>
                    <a:pt x="396" y="1772"/>
                    <a:pt x="396" y="1772"/>
                    <a:pt x="396" y="1772"/>
                  </a:cubicBezTo>
                  <a:cubicBezTo>
                    <a:pt x="391" y="1736"/>
                    <a:pt x="392" y="1732"/>
                    <a:pt x="408" y="1700"/>
                  </a:cubicBezTo>
                  <a:cubicBezTo>
                    <a:pt x="392" y="1672"/>
                    <a:pt x="392" y="1672"/>
                    <a:pt x="392" y="1672"/>
                  </a:cubicBezTo>
                  <a:cubicBezTo>
                    <a:pt x="314" y="1702"/>
                    <a:pt x="314" y="1702"/>
                    <a:pt x="314" y="1702"/>
                  </a:cubicBezTo>
                  <a:cubicBezTo>
                    <a:pt x="264" y="1704"/>
                    <a:pt x="264" y="1704"/>
                    <a:pt x="264" y="1704"/>
                  </a:cubicBezTo>
                  <a:cubicBezTo>
                    <a:pt x="252" y="1760"/>
                    <a:pt x="252" y="1760"/>
                    <a:pt x="252" y="1760"/>
                  </a:cubicBezTo>
                  <a:cubicBezTo>
                    <a:pt x="248" y="1760"/>
                    <a:pt x="248" y="1760"/>
                    <a:pt x="248" y="1760"/>
                  </a:cubicBezTo>
                  <a:cubicBezTo>
                    <a:pt x="233" y="1751"/>
                    <a:pt x="224" y="1763"/>
                    <a:pt x="216" y="1776"/>
                  </a:cubicBezTo>
                  <a:cubicBezTo>
                    <a:pt x="212" y="1776"/>
                    <a:pt x="212" y="1776"/>
                    <a:pt x="212" y="1776"/>
                  </a:cubicBezTo>
                  <a:cubicBezTo>
                    <a:pt x="203" y="1763"/>
                    <a:pt x="184" y="1729"/>
                    <a:pt x="168" y="1727"/>
                  </a:cubicBezTo>
                  <a:cubicBezTo>
                    <a:pt x="158" y="1726"/>
                    <a:pt x="148" y="1737"/>
                    <a:pt x="140" y="1741"/>
                  </a:cubicBezTo>
                  <a:cubicBezTo>
                    <a:pt x="110" y="1757"/>
                    <a:pt x="77" y="1778"/>
                    <a:pt x="63" y="1812"/>
                  </a:cubicBezTo>
                  <a:cubicBezTo>
                    <a:pt x="51" y="1842"/>
                    <a:pt x="60" y="1891"/>
                    <a:pt x="60" y="1924"/>
                  </a:cubicBezTo>
                  <a:cubicBezTo>
                    <a:pt x="0" y="1928"/>
                    <a:pt x="0" y="1928"/>
                    <a:pt x="0" y="1928"/>
                  </a:cubicBezTo>
                  <a:cubicBezTo>
                    <a:pt x="4" y="1937"/>
                    <a:pt x="8" y="1946"/>
                    <a:pt x="14" y="1954"/>
                  </a:cubicBezTo>
                  <a:cubicBezTo>
                    <a:pt x="53" y="2006"/>
                    <a:pt x="83" y="1966"/>
                    <a:pt x="129" y="1954"/>
                  </a:cubicBezTo>
                  <a:cubicBezTo>
                    <a:pt x="146" y="1950"/>
                    <a:pt x="177" y="1953"/>
                    <a:pt x="196" y="1952"/>
                  </a:cubicBezTo>
                  <a:cubicBezTo>
                    <a:pt x="269" y="1947"/>
                    <a:pt x="343" y="1962"/>
                    <a:pt x="416" y="1961"/>
                  </a:cubicBezTo>
                  <a:cubicBezTo>
                    <a:pt x="485" y="1961"/>
                    <a:pt x="554" y="1949"/>
                    <a:pt x="624" y="1953"/>
                  </a:cubicBezTo>
                  <a:cubicBezTo>
                    <a:pt x="660" y="1955"/>
                    <a:pt x="719" y="1938"/>
                    <a:pt x="751" y="1957"/>
                  </a:cubicBezTo>
                  <a:cubicBezTo>
                    <a:pt x="787" y="1978"/>
                    <a:pt x="785" y="2056"/>
                    <a:pt x="797" y="2092"/>
                  </a:cubicBezTo>
                  <a:cubicBezTo>
                    <a:pt x="803" y="2110"/>
                    <a:pt x="820" y="2127"/>
                    <a:pt x="824" y="2144"/>
                  </a:cubicBezTo>
                  <a:cubicBezTo>
                    <a:pt x="829" y="2162"/>
                    <a:pt x="819" y="2177"/>
                    <a:pt x="830" y="2195"/>
                  </a:cubicBezTo>
                  <a:cubicBezTo>
                    <a:pt x="843" y="2218"/>
                    <a:pt x="864" y="2236"/>
                    <a:pt x="877" y="2260"/>
                  </a:cubicBezTo>
                  <a:cubicBezTo>
                    <a:pt x="888" y="2280"/>
                    <a:pt x="913" y="2328"/>
                    <a:pt x="934" y="2337"/>
                  </a:cubicBezTo>
                  <a:cubicBezTo>
                    <a:pt x="949" y="2345"/>
                    <a:pt x="968" y="2333"/>
                    <a:pt x="984" y="2334"/>
                  </a:cubicBezTo>
                  <a:cubicBezTo>
                    <a:pt x="1002" y="2335"/>
                    <a:pt x="1018" y="2344"/>
                    <a:pt x="1036" y="2344"/>
                  </a:cubicBezTo>
                  <a:cubicBezTo>
                    <a:pt x="1036" y="2324"/>
                    <a:pt x="1036" y="2324"/>
                    <a:pt x="1036" y="2324"/>
                  </a:cubicBezTo>
                  <a:cubicBezTo>
                    <a:pt x="1124" y="2313"/>
                    <a:pt x="1124" y="2313"/>
                    <a:pt x="1124" y="2313"/>
                  </a:cubicBezTo>
                  <a:cubicBezTo>
                    <a:pt x="1156" y="2323"/>
                    <a:pt x="1156" y="2323"/>
                    <a:pt x="1156" y="2323"/>
                  </a:cubicBezTo>
                  <a:cubicBezTo>
                    <a:pt x="1252" y="2324"/>
                    <a:pt x="1252" y="2324"/>
                    <a:pt x="1252" y="2324"/>
                  </a:cubicBezTo>
                  <a:cubicBezTo>
                    <a:pt x="1256" y="2252"/>
                    <a:pt x="1256" y="2252"/>
                    <a:pt x="1256" y="2252"/>
                  </a:cubicBezTo>
                  <a:cubicBezTo>
                    <a:pt x="1304" y="2238"/>
                    <a:pt x="1259" y="2189"/>
                    <a:pt x="1289" y="2161"/>
                  </a:cubicBezTo>
                  <a:cubicBezTo>
                    <a:pt x="1318" y="2134"/>
                    <a:pt x="1407" y="2177"/>
                    <a:pt x="1420" y="2136"/>
                  </a:cubicBezTo>
                  <a:cubicBezTo>
                    <a:pt x="1460" y="2136"/>
                    <a:pt x="1460" y="2136"/>
                    <a:pt x="1460" y="2136"/>
                  </a:cubicBezTo>
                  <a:cubicBezTo>
                    <a:pt x="1455" y="2155"/>
                    <a:pt x="1429" y="2196"/>
                    <a:pt x="1464" y="2200"/>
                  </a:cubicBezTo>
                  <a:cubicBezTo>
                    <a:pt x="1513" y="2204"/>
                    <a:pt x="1563" y="2200"/>
                    <a:pt x="1612" y="2200"/>
                  </a:cubicBezTo>
                  <a:cubicBezTo>
                    <a:pt x="1628" y="2200"/>
                    <a:pt x="1657" y="2194"/>
                    <a:pt x="1667" y="2209"/>
                  </a:cubicBezTo>
                  <a:cubicBezTo>
                    <a:pt x="1686" y="2238"/>
                    <a:pt x="1656" y="2281"/>
                    <a:pt x="1657" y="2312"/>
                  </a:cubicBezTo>
                  <a:cubicBezTo>
                    <a:pt x="1658" y="2344"/>
                    <a:pt x="1686" y="2374"/>
                    <a:pt x="1688" y="2408"/>
                  </a:cubicBezTo>
                  <a:cubicBezTo>
                    <a:pt x="1691" y="2486"/>
                    <a:pt x="1617" y="2627"/>
                    <a:pt x="1736" y="2660"/>
                  </a:cubicBezTo>
                  <a:cubicBezTo>
                    <a:pt x="1729" y="2699"/>
                    <a:pt x="1753" y="2737"/>
                    <a:pt x="1752" y="2776"/>
                  </a:cubicBezTo>
                  <a:cubicBezTo>
                    <a:pt x="1751" y="2799"/>
                    <a:pt x="1726" y="2808"/>
                    <a:pt x="1732" y="2832"/>
                  </a:cubicBezTo>
                  <a:cubicBezTo>
                    <a:pt x="1742" y="2874"/>
                    <a:pt x="1770" y="2900"/>
                    <a:pt x="1800" y="2852"/>
                  </a:cubicBezTo>
                  <a:cubicBezTo>
                    <a:pt x="1828" y="2862"/>
                    <a:pt x="1883" y="2866"/>
                    <a:pt x="1912" y="2858"/>
                  </a:cubicBezTo>
                  <a:cubicBezTo>
                    <a:pt x="1927" y="2854"/>
                    <a:pt x="1937" y="2842"/>
                    <a:pt x="1952" y="2840"/>
                  </a:cubicBezTo>
                  <a:cubicBezTo>
                    <a:pt x="1970" y="2837"/>
                    <a:pt x="1987" y="2847"/>
                    <a:pt x="2004" y="2848"/>
                  </a:cubicBezTo>
                  <a:cubicBezTo>
                    <a:pt x="2024" y="2849"/>
                    <a:pt x="2035" y="2841"/>
                    <a:pt x="2052" y="2836"/>
                  </a:cubicBezTo>
                  <a:cubicBezTo>
                    <a:pt x="2056" y="2824"/>
                    <a:pt x="2056" y="2824"/>
                    <a:pt x="2056" y="2824"/>
                  </a:cubicBezTo>
                  <a:cubicBezTo>
                    <a:pt x="2071" y="2835"/>
                    <a:pt x="2108" y="2852"/>
                    <a:pt x="2116" y="2868"/>
                  </a:cubicBezTo>
                  <a:cubicBezTo>
                    <a:pt x="2123" y="2884"/>
                    <a:pt x="2102" y="2902"/>
                    <a:pt x="2118" y="2916"/>
                  </a:cubicBezTo>
                  <a:cubicBezTo>
                    <a:pt x="2142" y="2938"/>
                    <a:pt x="2167" y="2907"/>
                    <a:pt x="2188" y="2899"/>
                  </a:cubicBezTo>
                  <a:cubicBezTo>
                    <a:pt x="2216" y="2887"/>
                    <a:pt x="2250" y="2890"/>
                    <a:pt x="2280" y="2880"/>
                  </a:cubicBezTo>
                  <a:cubicBezTo>
                    <a:pt x="2280" y="2956"/>
                    <a:pt x="2280" y="2956"/>
                    <a:pt x="2280" y="2956"/>
                  </a:cubicBezTo>
                  <a:cubicBezTo>
                    <a:pt x="2318" y="2967"/>
                    <a:pt x="2355" y="2988"/>
                    <a:pt x="2392" y="2998"/>
                  </a:cubicBezTo>
                  <a:cubicBezTo>
                    <a:pt x="2415" y="3004"/>
                    <a:pt x="2441" y="2998"/>
                    <a:pt x="2464" y="3002"/>
                  </a:cubicBezTo>
                  <a:cubicBezTo>
                    <a:pt x="2495" y="3007"/>
                    <a:pt x="2520" y="3021"/>
                    <a:pt x="2552" y="3010"/>
                  </a:cubicBezTo>
                  <a:cubicBezTo>
                    <a:pt x="2591" y="2996"/>
                    <a:pt x="2559" y="2949"/>
                    <a:pt x="2604" y="2944"/>
                  </a:cubicBezTo>
                  <a:cubicBezTo>
                    <a:pt x="2604" y="2986"/>
                    <a:pt x="2634" y="2985"/>
                    <a:pt x="2652" y="3017"/>
                  </a:cubicBezTo>
                  <a:cubicBezTo>
                    <a:pt x="2664" y="3038"/>
                    <a:pt x="2660" y="3060"/>
                    <a:pt x="2688" y="3069"/>
                  </a:cubicBezTo>
                  <a:cubicBezTo>
                    <a:pt x="2722" y="3080"/>
                    <a:pt x="2775" y="3074"/>
                    <a:pt x="2806" y="3098"/>
                  </a:cubicBezTo>
                  <a:cubicBezTo>
                    <a:pt x="2828" y="3116"/>
                    <a:pt x="2828" y="3147"/>
                    <a:pt x="2836" y="3172"/>
                  </a:cubicBezTo>
                  <a:cubicBezTo>
                    <a:pt x="2864" y="3164"/>
                    <a:pt x="2864" y="3164"/>
                    <a:pt x="2864" y="3164"/>
                  </a:cubicBezTo>
                  <a:cubicBezTo>
                    <a:pt x="2882" y="3200"/>
                    <a:pt x="2907" y="3273"/>
                    <a:pt x="2956" y="3264"/>
                  </a:cubicBezTo>
                  <a:cubicBezTo>
                    <a:pt x="2984" y="3259"/>
                    <a:pt x="3004" y="3235"/>
                    <a:pt x="3032" y="3232"/>
                  </a:cubicBezTo>
                  <a:cubicBezTo>
                    <a:pt x="3018" y="3254"/>
                    <a:pt x="3041" y="3289"/>
                    <a:pt x="3060" y="3265"/>
                  </a:cubicBezTo>
                  <a:cubicBezTo>
                    <a:pt x="3070" y="3253"/>
                    <a:pt x="3064" y="3223"/>
                    <a:pt x="3064" y="3208"/>
                  </a:cubicBezTo>
                  <a:cubicBezTo>
                    <a:pt x="3064" y="3155"/>
                    <a:pt x="3075" y="3087"/>
                    <a:pt x="3060" y="3036"/>
                  </a:cubicBezTo>
                  <a:cubicBezTo>
                    <a:pt x="3029" y="3042"/>
                    <a:pt x="2990" y="3042"/>
                    <a:pt x="2996" y="3084"/>
                  </a:cubicBezTo>
                  <a:cubicBezTo>
                    <a:pt x="2977" y="3078"/>
                    <a:pt x="2944" y="3080"/>
                    <a:pt x="2929" y="3072"/>
                  </a:cubicBezTo>
                  <a:cubicBezTo>
                    <a:pt x="2916" y="3065"/>
                    <a:pt x="2910" y="3046"/>
                    <a:pt x="2900" y="3036"/>
                  </a:cubicBezTo>
                  <a:cubicBezTo>
                    <a:pt x="2862" y="3002"/>
                    <a:pt x="2813" y="2983"/>
                    <a:pt x="2814" y="2924"/>
                  </a:cubicBezTo>
                  <a:cubicBezTo>
                    <a:pt x="2814" y="2896"/>
                    <a:pt x="2835" y="2836"/>
                    <a:pt x="2848" y="2810"/>
                  </a:cubicBezTo>
                  <a:cubicBezTo>
                    <a:pt x="2852" y="2800"/>
                    <a:pt x="2863" y="2794"/>
                    <a:pt x="2865" y="2783"/>
                  </a:cubicBezTo>
                  <a:cubicBezTo>
                    <a:pt x="2868" y="2769"/>
                    <a:pt x="2858" y="2754"/>
                    <a:pt x="2857" y="2740"/>
                  </a:cubicBezTo>
                  <a:cubicBezTo>
                    <a:pt x="2850" y="2684"/>
                    <a:pt x="2869" y="2641"/>
                    <a:pt x="2848" y="2588"/>
                  </a:cubicBezTo>
                  <a:cubicBezTo>
                    <a:pt x="2838" y="2565"/>
                    <a:pt x="2843" y="2554"/>
                    <a:pt x="2816" y="2544"/>
                  </a:cubicBezTo>
                  <a:cubicBezTo>
                    <a:pt x="2816" y="2536"/>
                    <a:pt x="2816" y="2536"/>
                    <a:pt x="2816" y="2536"/>
                  </a:cubicBezTo>
                  <a:cubicBezTo>
                    <a:pt x="2868" y="2516"/>
                    <a:pt x="2920" y="2460"/>
                    <a:pt x="2908" y="2404"/>
                  </a:cubicBezTo>
                  <a:cubicBezTo>
                    <a:pt x="3228" y="2360"/>
                    <a:pt x="3228" y="2360"/>
                    <a:pt x="3228" y="2360"/>
                  </a:cubicBezTo>
                  <a:cubicBezTo>
                    <a:pt x="3221" y="2317"/>
                    <a:pt x="3196" y="2290"/>
                    <a:pt x="3180" y="2252"/>
                  </a:cubicBezTo>
                  <a:cubicBezTo>
                    <a:pt x="3162" y="2210"/>
                    <a:pt x="3153" y="2169"/>
                    <a:pt x="3123" y="2132"/>
                  </a:cubicBezTo>
                  <a:cubicBezTo>
                    <a:pt x="3106" y="2113"/>
                    <a:pt x="3083" y="2109"/>
                    <a:pt x="3064" y="2094"/>
                  </a:cubicBezTo>
                  <a:cubicBezTo>
                    <a:pt x="3038" y="2073"/>
                    <a:pt x="3019" y="2032"/>
                    <a:pt x="3012" y="2000"/>
                  </a:cubicBezTo>
                  <a:cubicBezTo>
                    <a:pt x="3005" y="1969"/>
                    <a:pt x="3036" y="1950"/>
                    <a:pt x="3032" y="1924"/>
                  </a:cubicBezTo>
                  <a:cubicBezTo>
                    <a:pt x="3024" y="1877"/>
                    <a:pt x="2985" y="1834"/>
                    <a:pt x="2984" y="1787"/>
                  </a:cubicBezTo>
                  <a:cubicBezTo>
                    <a:pt x="2983" y="1757"/>
                    <a:pt x="3016" y="1706"/>
                    <a:pt x="2988" y="1688"/>
                  </a:cubicBezTo>
                  <a:cubicBezTo>
                    <a:pt x="2965" y="1600"/>
                    <a:pt x="2965" y="1600"/>
                    <a:pt x="2965" y="1600"/>
                  </a:cubicBezTo>
                  <a:cubicBezTo>
                    <a:pt x="2965" y="1464"/>
                    <a:pt x="2965" y="1464"/>
                    <a:pt x="2965" y="1464"/>
                  </a:cubicBezTo>
                  <a:cubicBezTo>
                    <a:pt x="2928" y="1425"/>
                    <a:pt x="2928" y="1425"/>
                    <a:pt x="2928" y="1425"/>
                  </a:cubicBezTo>
                  <a:cubicBezTo>
                    <a:pt x="2932" y="1392"/>
                    <a:pt x="2932" y="1392"/>
                    <a:pt x="2932" y="1392"/>
                  </a:cubicBezTo>
                  <a:cubicBezTo>
                    <a:pt x="2908" y="1394"/>
                    <a:pt x="2887" y="1379"/>
                    <a:pt x="2904" y="1353"/>
                  </a:cubicBezTo>
                  <a:cubicBezTo>
                    <a:pt x="2917" y="1333"/>
                    <a:pt x="2942" y="1334"/>
                    <a:pt x="2950" y="1308"/>
                  </a:cubicBezTo>
                  <a:cubicBezTo>
                    <a:pt x="2962" y="1271"/>
                    <a:pt x="2938" y="1251"/>
                    <a:pt x="2970" y="1216"/>
                  </a:cubicBezTo>
                  <a:cubicBezTo>
                    <a:pt x="2990" y="1194"/>
                    <a:pt x="3028" y="1189"/>
                    <a:pt x="3044" y="1164"/>
                  </a:cubicBezTo>
                  <a:cubicBezTo>
                    <a:pt x="3028" y="1164"/>
                    <a:pt x="3028" y="1164"/>
                    <a:pt x="3028" y="1164"/>
                  </a:cubicBezTo>
                  <a:cubicBezTo>
                    <a:pt x="3033" y="1068"/>
                    <a:pt x="3033" y="1068"/>
                    <a:pt x="3033" y="1068"/>
                  </a:cubicBezTo>
                  <a:cubicBezTo>
                    <a:pt x="3028" y="1032"/>
                    <a:pt x="3028" y="1032"/>
                    <a:pt x="3028" y="1032"/>
                  </a:cubicBezTo>
                  <a:cubicBezTo>
                    <a:pt x="3038" y="1007"/>
                    <a:pt x="3035" y="978"/>
                    <a:pt x="3043" y="952"/>
                  </a:cubicBezTo>
                  <a:cubicBezTo>
                    <a:pt x="3055" y="917"/>
                    <a:pt x="3080" y="882"/>
                    <a:pt x="3089" y="848"/>
                  </a:cubicBezTo>
                  <a:cubicBezTo>
                    <a:pt x="3093" y="831"/>
                    <a:pt x="3083" y="813"/>
                    <a:pt x="3092" y="797"/>
                  </a:cubicBezTo>
                  <a:cubicBezTo>
                    <a:pt x="3100" y="785"/>
                    <a:pt x="3115" y="785"/>
                    <a:pt x="3124" y="775"/>
                  </a:cubicBezTo>
                  <a:cubicBezTo>
                    <a:pt x="3133" y="765"/>
                    <a:pt x="3133" y="749"/>
                    <a:pt x="3142" y="740"/>
                  </a:cubicBezTo>
                  <a:cubicBezTo>
                    <a:pt x="3151" y="731"/>
                    <a:pt x="3165" y="732"/>
                    <a:pt x="3175" y="724"/>
                  </a:cubicBezTo>
                  <a:cubicBezTo>
                    <a:pt x="3196" y="709"/>
                    <a:pt x="3210" y="683"/>
                    <a:pt x="3229" y="665"/>
                  </a:cubicBezTo>
                  <a:cubicBezTo>
                    <a:pt x="3262" y="631"/>
                    <a:pt x="3304" y="605"/>
                    <a:pt x="3324" y="560"/>
                  </a:cubicBezTo>
                  <a:cubicBezTo>
                    <a:pt x="3308" y="548"/>
                    <a:pt x="3264" y="501"/>
                    <a:pt x="3248" y="524"/>
                  </a:cubicBezTo>
                  <a:cubicBezTo>
                    <a:pt x="3196" y="499"/>
                    <a:pt x="3245" y="474"/>
                    <a:pt x="3249" y="440"/>
                  </a:cubicBezTo>
                  <a:cubicBezTo>
                    <a:pt x="3251" y="421"/>
                    <a:pt x="3230" y="407"/>
                    <a:pt x="3233" y="388"/>
                  </a:cubicBezTo>
                  <a:cubicBezTo>
                    <a:pt x="3236" y="370"/>
                    <a:pt x="3284" y="315"/>
                    <a:pt x="3236" y="320"/>
                  </a:cubicBezTo>
                  <a:cubicBezTo>
                    <a:pt x="3230" y="299"/>
                    <a:pt x="3220" y="297"/>
                    <a:pt x="3200" y="300"/>
                  </a:cubicBezTo>
                  <a:cubicBezTo>
                    <a:pt x="3192" y="260"/>
                    <a:pt x="3192" y="260"/>
                    <a:pt x="3192" y="260"/>
                  </a:cubicBezTo>
                  <a:cubicBezTo>
                    <a:pt x="3141" y="257"/>
                    <a:pt x="3061" y="194"/>
                    <a:pt x="3064" y="140"/>
                  </a:cubicBezTo>
                  <a:cubicBezTo>
                    <a:pt x="3047" y="135"/>
                    <a:pt x="3016" y="113"/>
                    <a:pt x="2998" y="124"/>
                  </a:cubicBezTo>
                  <a:cubicBezTo>
                    <a:pt x="2982" y="135"/>
                    <a:pt x="2985" y="165"/>
                    <a:pt x="2960" y="170"/>
                  </a:cubicBezTo>
                  <a:cubicBezTo>
                    <a:pt x="2934" y="174"/>
                    <a:pt x="2902" y="136"/>
                    <a:pt x="2873" y="144"/>
                  </a:cubicBezTo>
                  <a:cubicBezTo>
                    <a:pt x="2847" y="151"/>
                    <a:pt x="2832" y="190"/>
                    <a:pt x="2800" y="183"/>
                  </a:cubicBezTo>
                  <a:cubicBezTo>
                    <a:pt x="2720" y="167"/>
                    <a:pt x="2706" y="77"/>
                    <a:pt x="2637" y="44"/>
                  </a:cubicBezTo>
                  <a:cubicBezTo>
                    <a:pt x="2582" y="18"/>
                    <a:pt x="2551" y="54"/>
                    <a:pt x="2496" y="53"/>
                  </a:cubicBezTo>
                  <a:cubicBezTo>
                    <a:pt x="2473" y="52"/>
                    <a:pt x="2455" y="30"/>
                    <a:pt x="2432" y="25"/>
                  </a:cubicBezTo>
                  <a:cubicBezTo>
                    <a:pt x="2411" y="22"/>
                    <a:pt x="2394" y="34"/>
                    <a:pt x="2372" y="26"/>
                  </a:cubicBezTo>
                  <a:cubicBezTo>
                    <a:pt x="2354" y="19"/>
                    <a:pt x="2331" y="0"/>
                    <a:pt x="2312" y="1"/>
                  </a:cubicBezTo>
                  <a:cubicBezTo>
                    <a:pt x="2269" y="4"/>
                    <a:pt x="2288" y="43"/>
                    <a:pt x="2264" y="60"/>
                  </a:cubicBezTo>
                  <a:cubicBezTo>
                    <a:pt x="2241" y="76"/>
                    <a:pt x="2199" y="69"/>
                    <a:pt x="2172" y="80"/>
                  </a:cubicBezTo>
                  <a:moveTo>
                    <a:pt x="3340" y="292"/>
                  </a:moveTo>
                  <a:cubicBezTo>
                    <a:pt x="3344" y="296"/>
                    <a:pt x="3344" y="296"/>
                    <a:pt x="3344" y="296"/>
                  </a:cubicBezTo>
                  <a:cubicBezTo>
                    <a:pt x="3340" y="292"/>
                    <a:pt x="3340" y="292"/>
                    <a:pt x="3340" y="292"/>
                  </a:cubicBezTo>
                  <a:moveTo>
                    <a:pt x="1700" y="3368"/>
                  </a:moveTo>
                  <a:cubicBezTo>
                    <a:pt x="1700" y="3376"/>
                    <a:pt x="1700" y="3376"/>
                    <a:pt x="1700" y="3376"/>
                  </a:cubicBezTo>
                  <a:cubicBezTo>
                    <a:pt x="1712" y="3376"/>
                    <a:pt x="1712" y="3376"/>
                    <a:pt x="1712" y="3376"/>
                  </a:cubicBezTo>
                  <a:cubicBezTo>
                    <a:pt x="1712" y="3368"/>
                    <a:pt x="1712" y="3368"/>
                    <a:pt x="1712" y="3368"/>
                  </a:cubicBezTo>
                  <a:lnTo>
                    <a:pt x="1700" y="3368"/>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33"/>
            <p:cNvSpPr>
              <a:spLocks/>
            </p:cNvSpPr>
            <p:nvPr/>
          </p:nvSpPr>
          <p:spPr bwMode="auto">
            <a:xfrm>
              <a:off x="2306638" y="3062288"/>
              <a:ext cx="615950" cy="611188"/>
            </a:xfrm>
            <a:custGeom>
              <a:avLst/>
              <a:gdLst/>
              <a:ahLst/>
              <a:cxnLst>
                <a:cxn ang="0">
                  <a:pos x="197" y="217"/>
                </a:cxn>
                <a:cxn ang="0">
                  <a:pos x="295" y="461"/>
                </a:cxn>
                <a:cxn ang="0">
                  <a:pos x="232" y="589"/>
                </a:cxn>
                <a:cxn ang="0">
                  <a:pos x="325" y="817"/>
                </a:cxn>
                <a:cxn ang="0">
                  <a:pos x="369" y="981"/>
                </a:cxn>
                <a:cxn ang="0">
                  <a:pos x="300" y="1186"/>
                </a:cxn>
                <a:cxn ang="0">
                  <a:pos x="214" y="1269"/>
                </a:cxn>
                <a:cxn ang="0">
                  <a:pos x="146" y="1405"/>
                </a:cxn>
                <a:cxn ang="0">
                  <a:pos x="111" y="1537"/>
                </a:cxn>
                <a:cxn ang="0">
                  <a:pos x="14" y="1757"/>
                </a:cxn>
                <a:cxn ang="0">
                  <a:pos x="24" y="1913"/>
                </a:cxn>
                <a:cxn ang="0">
                  <a:pos x="0" y="1873"/>
                </a:cxn>
                <a:cxn ang="0">
                  <a:pos x="16" y="2017"/>
                </a:cxn>
                <a:cxn ang="0">
                  <a:pos x="156" y="2007"/>
                </a:cxn>
                <a:cxn ang="0">
                  <a:pos x="424" y="2036"/>
                </a:cxn>
                <a:cxn ang="0">
                  <a:pos x="1164" y="2030"/>
                </a:cxn>
                <a:cxn ang="0">
                  <a:pos x="1312" y="2103"/>
                </a:cxn>
                <a:cxn ang="0">
                  <a:pos x="1588" y="2136"/>
                </a:cxn>
                <a:cxn ang="0">
                  <a:pos x="1700" y="2136"/>
                </a:cxn>
                <a:cxn ang="0">
                  <a:pos x="2000" y="2028"/>
                </a:cxn>
                <a:cxn ang="0">
                  <a:pos x="1830" y="1869"/>
                </a:cxn>
                <a:cxn ang="0">
                  <a:pos x="1804" y="1269"/>
                </a:cxn>
                <a:cxn ang="0">
                  <a:pos x="2146" y="1265"/>
                </a:cxn>
                <a:cxn ang="0">
                  <a:pos x="2160" y="1161"/>
                </a:cxn>
                <a:cxn ang="0">
                  <a:pos x="2156" y="1133"/>
                </a:cxn>
                <a:cxn ang="0">
                  <a:pos x="2148" y="893"/>
                </a:cxn>
                <a:cxn ang="0">
                  <a:pos x="2052" y="907"/>
                </a:cxn>
                <a:cxn ang="0">
                  <a:pos x="1884" y="921"/>
                </a:cxn>
                <a:cxn ang="0">
                  <a:pos x="1833" y="905"/>
                </a:cxn>
                <a:cxn ang="0">
                  <a:pos x="1831" y="738"/>
                </a:cxn>
                <a:cxn ang="0">
                  <a:pos x="1791" y="485"/>
                </a:cxn>
                <a:cxn ang="0">
                  <a:pos x="1772" y="277"/>
                </a:cxn>
                <a:cxn ang="0">
                  <a:pos x="1560" y="211"/>
                </a:cxn>
                <a:cxn ang="0">
                  <a:pos x="1404" y="221"/>
                </a:cxn>
                <a:cxn ang="0">
                  <a:pos x="1362" y="306"/>
                </a:cxn>
                <a:cxn ang="0">
                  <a:pos x="1336" y="393"/>
                </a:cxn>
                <a:cxn ang="0">
                  <a:pos x="1182" y="388"/>
                </a:cxn>
                <a:cxn ang="0">
                  <a:pos x="1107" y="410"/>
                </a:cxn>
                <a:cxn ang="0">
                  <a:pos x="1000" y="360"/>
                </a:cxn>
                <a:cxn ang="0">
                  <a:pos x="885" y="133"/>
                </a:cxn>
                <a:cxn ang="0">
                  <a:pos x="664" y="25"/>
                </a:cxn>
                <a:cxn ang="0">
                  <a:pos x="235" y="23"/>
                </a:cxn>
                <a:cxn ang="0">
                  <a:pos x="108" y="24"/>
                </a:cxn>
              </a:cxnLst>
              <a:rect l="0" t="0" r="r" b="b"/>
              <a:pathLst>
                <a:path w="2160" h="2138">
                  <a:moveTo>
                    <a:pt x="108" y="24"/>
                  </a:moveTo>
                  <a:cubicBezTo>
                    <a:pt x="132" y="81"/>
                    <a:pt x="169" y="164"/>
                    <a:pt x="197" y="217"/>
                  </a:cubicBezTo>
                  <a:cubicBezTo>
                    <a:pt x="217" y="255"/>
                    <a:pt x="220" y="305"/>
                    <a:pt x="239" y="345"/>
                  </a:cubicBezTo>
                  <a:cubicBezTo>
                    <a:pt x="256" y="380"/>
                    <a:pt x="288" y="424"/>
                    <a:pt x="295" y="461"/>
                  </a:cubicBezTo>
                  <a:cubicBezTo>
                    <a:pt x="298" y="473"/>
                    <a:pt x="302" y="513"/>
                    <a:pt x="294" y="523"/>
                  </a:cubicBezTo>
                  <a:cubicBezTo>
                    <a:pt x="276" y="543"/>
                    <a:pt x="222" y="548"/>
                    <a:pt x="232" y="589"/>
                  </a:cubicBezTo>
                  <a:cubicBezTo>
                    <a:pt x="237" y="609"/>
                    <a:pt x="254" y="626"/>
                    <a:pt x="261" y="645"/>
                  </a:cubicBezTo>
                  <a:cubicBezTo>
                    <a:pt x="283" y="704"/>
                    <a:pt x="297" y="760"/>
                    <a:pt x="325" y="817"/>
                  </a:cubicBezTo>
                  <a:cubicBezTo>
                    <a:pt x="342" y="852"/>
                    <a:pt x="368" y="878"/>
                    <a:pt x="378" y="917"/>
                  </a:cubicBezTo>
                  <a:cubicBezTo>
                    <a:pt x="384" y="939"/>
                    <a:pt x="372" y="960"/>
                    <a:pt x="369" y="981"/>
                  </a:cubicBezTo>
                  <a:cubicBezTo>
                    <a:pt x="365" y="1010"/>
                    <a:pt x="372" y="1040"/>
                    <a:pt x="366" y="1069"/>
                  </a:cubicBezTo>
                  <a:cubicBezTo>
                    <a:pt x="360" y="1104"/>
                    <a:pt x="328" y="1165"/>
                    <a:pt x="300" y="1186"/>
                  </a:cubicBezTo>
                  <a:cubicBezTo>
                    <a:pt x="280" y="1200"/>
                    <a:pt x="256" y="1198"/>
                    <a:pt x="236" y="1216"/>
                  </a:cubicBezTo>
                  <a:cubicBezTo>
                    <a:pt x="218" y="1232"/>
                    <a:pt x="227" y="1251"/>
                    <a:pt x="214" y="1269"/>
                  </a:cubicBezTo>
                  <a:cubicBezTo>
                    <a:pt x="198" y="1293"/>
                    <a:pt x="166" y="1309"/>
                    <a:pt x="152" y="1334"/>
                  </a:cubicBezTo>
                  <a:cubicBezTo>
                    <a:pt x="141" y="1354"/>
                    <a:pt x="155" y="1382"/>
                    <a:pt x="146" y="1405"/>
                  </a:cubicBezTo>
                  <a:cubicBezTo>
                    <a:pt x="139" y="1421"/>
                    <a:pt x="125" y="1432"/>
                    <a:pt x="119" y="1449"/>
                  </a:cubicBezTo>
                  <a:cubicBezTo>
                    <a:pt x="109" y="1476"/>
                    <a:pt x="117" y="1508"/>
                    <a:pt x="111" y="1537"/>
                  </a:cubicBezTo>
                  <a:cubicBezTo>
                    <a:pt x="99" y="1592"/>
                    <a:pt x="75" y="1646"/>
                    <a:pt x="62" y="1701"/>
                  </a:cubicBezTo>
                  <a:cubicBezTo>
                    <a:pt x="56" y="1728"/>
                    <a:pt x="17" y="1736"/>
                    <a:pt x="14" y="1757"/>
                  </a:cubicBezTo>
                  <a:cubicBezTo>
                    <a:pt x="8" y="1806"/>
                    <a:pt x="38" y="1862"/>
                    <a:pt x="28" y="1913"/>
                  </a:cubicBezTo>
                  <a:cubicBezTo>
                    <a:pt x="24" y="1913"/>
                    <a:pt x="24" y="1913"/>
                    <a:pt x="24" y="1913"/>
                  </a:cubicBezTo>
                  <a:cubicBezTo>
                    <a:pt x="16" y="1873"/>
                    <a:pt x="16" y="1873"/>
                    <a:pt x="16" y="1873"/>
                  </a:cubicBezTo>
                  <a:cubicBezTo>
                    <a:pt x="0" y="1873"/>
                    <a:pt x="0" y="1873"/>
                    <a:pt x="0" y="1873"/>
                  </a:cubicBezTo>
                  <a:cubicBezTo>
                    <a:pt x="19" y="1941"/>
                    <a:pt x="19" y="1941"/>
                    <a:pt x="19" y="1941"/>
                  </a:cubicBezTo>
                  <a:cubicBezTo>
                    <a:pt x="16" y="2017"/>
                    <a:pt x="16" y="2017"/>
                    <a:pt x="16" y="2017"/>
                  </a:cubicBezTo>
                  <a:cubicBezTo>
                    <a:pt x="34" y="2010"/>
                    <a:pt x="53" y="1988"/>
                    <a:pt x="72" y="1988"/>
                  </a:cubicBezTo>
                  <a:cubicBezTo>
                    <a:pt x="98" y="1988"/>
                    <a:pt x="130" y="2012"/>
                    <a:pt x="156" y="2007"/>
                  </a:cubicBezTo>
                  <a:cubicBezTo>
                    <a:pt x="212" y="1995"/>
                    <a:pt x="237" y="1944"/>
                    <a:pt x="300" y="1959"/>
                  </a:cubicBezTo>
                  <a:cubicBezTo>
                    <a:pt x="346" y="1971"/>
                    <a:pt x="367" y="2040"/>
                    <a:pt x="424" y="2036"/>
                  </a:cubicBezTo>
                  <a:cubicBezTo>
                    <a:pt x="587" y="2028"/>
                    <a:pt x="752" y="2029"/>
                    <a:pt x="916" y="2029"/>
                  </a:cubicBezTo>
                  <a:cubicBezTo>
                    <a:pt x="996" y="2029"/>
                    <a:pt x="1086" y="2017"/>
                    <a:pt x="1164" y="2030"/>
                  </a:cubicBezTo>
                  <a:cubicBezTo>
                    <a:pt x="1200" y="2035"/>
                    <a:pt x="1215" y="2089"/>
                    <a:pt x="1252" y="2101"/>
                  </a:cubicBezTo>
                  <a:cubicBezTo>
                    <a:pt x="1272" y="2108"/>
                    <a:pt x="1292" y="2101"/>
                    <a:pt x="1312" y="2103"/>
                  </a:cubicBezTo>
                  <a:cubicBezTo>
                    <a:pt x="1376" y="2109"/>
                    <a:pt x="1442" y="2106"/>
                    <a:pt x="1504" y="2112"/>
                  </a:cubicBezTo>
                  <a:cubicBezTo>
                    <a:pt x="1533" y="2115"/>
                    <a:pt x="1555" y="2136"/>
                    <a:pt x="1588" y="2136"/>
                  </a:cubicBezTo>
                  <a:cubicBezTo>
                    <a:pt x="1605" y="2136"/>
                    <a:pt x="1620" y="2126"/>
                    <a:pt x="1636" y="2125"/>
                  </a:cubicBezTo>
                  <a:cubicBezTo>
                    <a:pt x="1659" y="2124"/>
                    <a:pt x="1678" y="2138"/>
                    <a:pt x="1700" y="2136"/>
                  </a:cubicBezTo>
                  <a:cubicBezTo>
                    <a:pt x="1818" y="2128"/>
                    <a:pt x="1939" y="2086"/>
                    <a:pt x="2056" y="2069"/>
                  </a:cubicBezTo>
                  <a:cubicBezTo>
                    <a:pt x="2044" y="2052"/>
                    <a:pt x="2017" y="2043"/>
                    <a:pt x="2000" y="2028"/>
                  </a:cubicBezTo>
                  <a:cubicBezTo>
                    <a:pt x="1959" y="1994"/>
                    <a:pt x="1925" y="1955"/>
                    <a:pt x="1887" y="1918"/>
                  </a:cubicBezTo>
                  <a:cubicBezTo>
                    <a:pt x="1870" y="1901"/>
                    <a:pt x="1843" y="1889"/>
                    <a:pt x="1830" y="1869"/>
                  </a:cubicBezTo>
                  <a:cubicBezTo>
                    <a:pt x="1793" y="1812"/>
                    <a:pt x="1804" y="1738"/>
                    <a:pt x="1804" y="1673"/>
                  </a:cubicBezTo>
                  <a:cubicBezTo>
                    <a:pt x="1804" y="1269"/>
                    <a:pt x="1804" y="1269"/>
                    <a:pt x="1804" y="1269"/>
                  </a:cubicBezTo>
                  <a:cubicBezTo>
                    <a:pt x="2056" y="1269"/>
                    <a:pt x="2056" y="1269"/>
                    <a:pt x="2056" y="1269"/>
                  </a:cubicBezTo>
                  <a:cubicBezTo>
                    <a:pt x="2076" y="1269"/>
                    <a:pt x="2130" y="1278"/>
                    <a:pt x="2146" y="1265"/>
                  </a:cubicBezTo>
                  <a:cubicBezTo>
                    <a:pt x="2156" y="1256"/>
                    <a:pt x="2134" y="1232"/>
                    <a:pt x="2132" y="1221"/>
                  </a:cubicBezTo>
                  <a:cubicBezTo>
                    <a:pt x="2129" y="1197"/>
                    <a:pt x="2145" y="1177"/>
                    <a:pt x="2160" y="1161"/>
                  </a:cubicBezTo>
                  <a:cubicBezTo>
                    <a:pt x="2160" y="1157"/>
                    <a:pt x="2160" y="1157"/>
                    <a:pt x="2160" y="1157"/>
                  </a:cubicBezTo>
                  <a:cubicBezTo>
                    <a:pt x="2156" y="1133"/>
                    <a:pt x="2156" y="1133"/>
                    <a:pt x="2156" y="1133"/>
                  </a:cubicBezTo>
                  <a:cubicBezTo>
                    <a:pt x="2118" y="1099"/>
                    <a:pt x="2157" y="1027"/>
                    <a:pt x="2157" y="985"/>
                  </a:cubicBezTo>
                  <a:cubicBezTo>
                    <a:pt x="2157" y="953"/>
                    <a:pt x="2144" y="926"/>
                    <a:pt x="2148" y="893"/>
                  </a:cubicBezTo>
                  <a:cubicBezTo>
                    <a:pt x="2112" y="916"/>
                    <a:pt x="2112" y="916"/>
                    <a:pt x="2112" y="916"/>
                  </a:cubicBezTo>
                  <a:cubicBezTo>
                    <a:pt x="2052" y="907"/>
                    <a:pt x="2052" y="907"/>
                    <a:pt x="2052" y="907"/>
                  </a:cubicBezTo>
                  <a:cubicBezTo>
                    <a:pt x="1992" y="928"/>
                    <a:pt x="1992" y="928"/>
                    <a:pt x="1992" y="928"/>
                  </a:cubicBezTo>
                  <a:cubicBezTo>
                    <a:pt x="1884" y="921"/>
                    <a:pt x="1884" y="921"/>
                    <a:pt x="1884" y="921"/>
                  </a:cubicBezTo>
                  <a:cubicBezTo>
                    <a:pt x="1848" y="953"/>
                    <a:pt x="1848" y="953"/>
                    <a:pt x="1848" y="953"/>
                  </a:cubicBezTo>
                  <a:cubicBezTo>
                    <a:pt x="1848" y="934"/>
                    <a:pt x="1833" y="922"/>
                    <a:pt x="1833" y="905"/>
                  </a:cubicBezTo>
                  <a:cubicBezTo>
                    <a:pt x="1832" y="888"/>
                    <a:pt x="1851" y="880"/>
                    <a:pt x="1855" y="865"/>
                  </a:cubicBezTo>
                  <a:cubicBezTo>
                    <a:pt x="1862" y="830"/>
                    <a:pt x="1845" y="770"/>
                    <a:pt x="1831" y="738"/>
                  </a:cubicBezTo>
                  <a:cubicBezTo>
                    <a:pt x="1818" y="706"/>
                    <a:pt x="1775" y="698"/>
                    <a:pt x="1769" y="657"/>
                  </a:cubicBezTo>
                  <a:cubicBezTo>
                    <a:pt x="1760" y="598"/>
                    <a:pt x="1788" y="542"/>
                    <a:pt x="1791" y="485"/>
                  </a:cubicBezTo>
                  <a:cubicBezTo>
                    <a:pt x="1794" y="449"/>
                    <a:pt x="1763" y="419"/>
                    <a:pt x="1760" y="385"/>
                  </a:cubicBezTo>
                  <a:cubicBezTo>
                    <a:pt x="1757" y="348"/>
                    <a:pt x="1776" y="316"/>
                    <a:pt x="1772" y="277"/>
                  </a:cubicBezTo>
                  <a:cubicBezTo>
                    <a:pt x="1715" y="249"/>
                    <a:pt x="1611" y="269"/>
                    <a:pt x="1548" y="269"/>
                  </a:cubicBezTo>
                  <a:cubicBezTo>
                    <a:pt x="1548" y="254"/>
                    <a:pt x="1566" y="222"/>
                    <a:pt x="1560" y="211"/>
                  </a:cubicBezTo>
                  <a:cubicBezTo>
                    <a:pt x="1549" y="194"/>
                    <a:pt x="1506" y="204"/>
                    <a:pt x="1500" y="221"/>
                  </a:cubicBezTo>
                  <a:cubicBezTo>
                    <a:pt x="1404" y="221"/>
                    <a:pt x="1404" y="221"/>
                    <a:pt x="1404" y="221"/>
                  </a:cubicBezTo>
                  <a:cubicBezTo>
                    <a:pt x="1366" y="230"/>
                    <a:pt x="1366" y="230"/>
                    <a:pt x="1366" y="230"/>
                  </a:cubicBezTo>
                  <a:cubicBezTo>
                    <a:pt x="1362" y="306"/>
                    <a:pt x="1362" y="306"/>
                    <a:pt x="1362" y="306"/>
                  </a:cubicBezTo>
                  <a:cubicBezTo>
                    <a:pt x="1341" y="327"/>
                    <a:pt x="1341" y="327"/>
                    <a:pt x="1341" y="327"/>
                  </a:cubicBezTo>
                  <a:cubicBezTo>
                    <a:pt x="1336" y="393"/>
                    <a:pt x="1336" y="393"/>
                    <a:pt x="1336" y="393"/>
                  </a:cubicBezTo>
                  <a:cubicBezTo>
                    <a:pt x="1297" y="393"/>
                    <a:pt x="1262" y="384"/>
                    <a:pt x="1224" y="381"/>
                  </a:cubicBezTo>
                  <a:cubicBezTo>
                    <a:pt x="1208" y="380"/>
                    <a:pt x="1188" y="372"/>
                    <a:pt x="1182" y="388"/>
                  </a:cubicBezTo>
                  <a:cubicBezTo>
                    <a:pt x="1128" y="385"/>
                    <a:pt x="1128" y="385"/>
                    <a:pt x="1128" y="385"/>
                  </a:cubicBezTo>
                  <a:cubicBezTo>
                    <a:pt x="1107" y="410"/>
                    <a:pt x="1107" y="410"/>
                    <a:pt x="1107" y="410"/>
                  </a:cubicBezTo>
                  <a:cubicBezTo>
                    <a:pt x="1080" y="400"/>
                    <a:pt x="1057" y="416"/>
                    <a:pt x="1033" y="406"/>
                  </a:cubicBezTo>
                  <a:cubicBezTo>
                    <a:pt x="1019" y="401"/>
                    <a:pt x="1009" y="372"/>
                    <a:pt x="1000" y="360"/>
                  </a:cubicBezTo>
                  <a:cubicBezTo>
                    <a:pt x="977" y="330"/>
                    <a:pt x="910" y="265"/>
                    <a:pt x="932" y="229"/>
                  </a:cubicBezTo>
                  <a:cubicBezTo>
                    <a:pt x="915" y="196"/>
                    <a:pt x="893" y="171"/>
                    <a:pt x="885" y="133"/>
                  </a:cubicBezTo>
                  <a:cubicBezTo>
                    <a:pt x="878" y="102"/>
                    <a:pt x="887" y="55"/>
                    <a:pt x="859" y="32"/>
                  </a:cubicBezTo>
                  <a:cubicBezTo>
                    <a:pt x="818" y="0"/>
                    <a:pt x="713" y="25"/>
                    <a:pt x="664" y="25"/>
                  </a:cubicBezTo>
                  <a:cubicBezTo>
                    <a:pt x="607" y="25"/>
                    <a:pt x="547" y="33"/>
                    <a:pt x="491" y="30"/>
                  </a:cubicBezTo>
                  <a:cubicBezTo>
                    <a:pt x="412" y="25"/>
                    <a:pt x="314" y="7"/>
                    <a:pt x="235" y="23"/>
                  </a:cubicBezTo>
                  <a:cubicBezTo>
                    <a:pt x="203" y="26"/>
                    <a:pt x="174" y="37"/>
                    <a:pt x="156" y="49"/>
                  </a:cubicBezTo>
                  <a:cubicBezTo>
                    <a:pt x="130" y="13"/>
                    <a:pt x="133" y="18"/>
                    <a:pt x="108" y="24"/>
                  </a:cubicBezTo>
                  <a:close/>
                </a:path>
              </a:pathLst>
            </a:custGeom>
            <a:solidFill>
              <a:schemeClr val="accent1"/>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34"/>
            <p:cNvSpPr>
              <a:spLocks/>
            </p:cNvSpPr>
            <p:nvPr/>
          </p:nvSpPr>
          <p:spPr bwMode="auto">
            <a:xfrm>
              <a:off x="2305050" y="3617913"/>
              <a:ext cx="676275" cy="596900"/>
            </a:xfrm>
            <a:custGeom>
              <a:avLst/>
              <a:gdLst/>
              <a:ahLst/>
              <a:cxnLst>
                <a:cxn ang="0">
                  <a:pos x="506" y="1039"/>
                </a:cxn>
                <a:cxn ang="0">
                  <a:pos x="502" y="1171"/>
                </a:cxn>
                <a:cxn ang="0">
                  <a:pos x="549" y="1370"/>
                </a:cxn>
                <a:cxn ang="0">
                  <a:pos x="560" y="1531"/>
                </a:cxn>
                <a:cxn ang="0">
                  <a:pos x="584" y="1626"/>
                </a:cxn>
                <a:cxn ang="0">
                  <a:pos x="634" y="1767"/>
                </a:cxn>
                <a:cxn ang="0">
                  <a:pos x="719" y="1927"/>
                </a:cxn>
                <a:cxn ang="0">
                  <a:pos x="838" y="2026"/>
                </a:cxn>
                <a:cxn ang="0">
                  <a:pos x="898" y="2001"/>
                </a:cxn>
                <a:cxn ang="0">
                  <a:pos x="999" y="1976"/>
                </a:cxn>
                <a:cxn ang="0">
                  <a:pos x="1090" y="2058"/>
                </a:cxn>
                <a:cxn ang="0">
                  <a:pos x="1254" y="2067"/>
                </a:cxn>
                <a:cxn ang="0">
                  <a:pos x="1330" y="2051"/>
                </a:cxn>
                <a:cxn ang="0">
                  <a:pos x="1460" y="1992"/>
                </a:cxn>
                <a:cxn ang="0">
                  <a:pos x="1466" y="1767"/>
                </a:cxn>
                <a:cxn ang="0">
                  <a:pos x="1586" y="883"/>
                </a:cxn>
                <a:cxn ang="0">
                  <a:pos x="1638" y="835"/>
                </a:cxn>
                <a:cxn ang="0">
                  <a:pos x="1638" y="243"/>
                </a:cxn>
                <a:cxn ang="0">
                  <a:pos x="2068" y="243"/>
                </a:cxn>
                <a:cxn ang="0">
                  <a:pos x="2118" y="252"/>
                </a:cxn>
                <a:cxn ang="0">
                  <a:pos x="2249" y="197"/>
                </a:cxn>
                <a:cxn ang="0">
                  <a:pos x="2370" y="147"/>
                </a:cxn>
                <a:cxn ang="0">
                  <a:pos x="2326" y="107"/>
                </a:cxn>
                <a:cxn ang="0">
                  <a:pos x="2322" y="119"/>
                </a:cxn>
                <a:cxn ang="0">
                  <a:pos x="2182" y="96"/>
                </a:cxn>
                <a:cxn ang="0">
                  <a:pos x="1514" y="156"/>
                </a:cxn>
                <a:cxn ang="0">
                  <a:pos x="1266" y="145"/>
                </a:cxn>
                <a:cxn ang="0">
                  <a:pos x="986" y="75"/>
                </a:cxn>
                <a:cxn ang="0">
                  <a:pos x="422" y="76"/>
                </a:cxn>
                <a:cxn ang="0">
                  <a:pos x="170" y="47"/>
                </a:cxn>
                <a:cxn ang="0">
                  <a:pos x="58" y="235"/>
                </a:cxn>
                <a:cxn ang="0">
                  <a:pos x="136" y="331"/>
                </a:cxn>
                <a:cxn ang="0">
                  <a:pos x="276" y="579"/>
                </a:cxn>
                <a:cxn ang="0">
                  <a:pos x="406" y="847"/>
                </a:cxn>
              </a:cxnLst>
              <a:rect l="0" t="0" r="r" b="b"/>
              <a:pathLst>
                <a:path w="2370" h="2091">
                  <a:moveTo>
                    <a:pt x="406" y="847"/>
                  </a:moveTo>
                  <a:cubicBezTo>
                    <a:pt x="468" y="890"/>
                    <a:pt x="515" y="961"/>
                    <a:pt x="506" y="1039"/>
                  </a:cubicBezTo>
                  <a:cubicBezTo>
                    <a:pt x="490" y="1031"/>
                    <a:pt x="490" y="1031"/>
                    <a:pt x="490" y="1031"/>
                  </a:cubicBezTo>
                  <a:cubicBezTo>
                    <a:pt x="502" y="1171"/>
                    <a:pt x="502" y="1171"/>
                    <a:pt x="502" y="1171"/>
                  </a:cubicBezTo>
                  <a:cubicBezTo>
                    <a:pt x="499" y="1259"/>
                    <a:pt x="499" y="1259"/>
                    <a:pt x="499" y="1259"/>
                  </a:cubicBezTo>
                  <a:cubicBezTo>
                    <a:pt x="549" y="1370"/>
                    <a:pt x="549" y="1370"/>
                    <a:pt x="549" y="1370"/>
                  </a:cubicBezTo>
                  <a:cubicBezTo>
                    <a:pt x="565" y="1491"/>
                    <a:pt x="565" y="1491"/>
                    <a:pt x="565" y="1491"/>
                  </a:cubicBezTo>
                  <a:cubicBezTo>
                    <a:pt x="560" y="1531"/>
                    <a:pt x="560" y="1531"/>
                    <a:pt x="560" y="1531"/>
                  </a:cubicBezTo>
                  <a:cubicBezTo>
                    <a:pt x="581" y="1579"/>
                    <a:pt x="581" y="1579"/>
                    <a:pt x="581" y="1579"/>
                  </a:cubicBezTo>
                  <a:cubicBezTo>
                    <a:pt x="584" y="1626"/>
                    <a:pt x="584" y="1626"/>
                    <a:pt x="584" y="1626"/>
                  </a:cubicBezTo>
                  <a:cubicBezTo>
                    <a:pt x="618" y="1679"/>
                    <a:pt x="618" y="1679"/>
                    <a:pt x="618" y="1679"/>
                  </a:cubicBezTo>
                  <a:cubicBezTo>
                    <a:pt x="580" y="1691"/>
                    <a:pt x="632" y="1744"/>
                    <a:pt x="634" y="1767"/>
                  </a:cubicBezTo>
                  <a:cubicBezTo>
                    <a:pt x="636" y="1802"/>
                    <a:pt x="651" y="1815"/>
                    <a:pt x="669" y="1843"/>
                  </a:cubicBezTo>
                  <a:cubicBezTo>
                    <a:pt x="687" y="1870"/>
                    <a:pt x="697" y="1902"/>
                    <a:pt x="719" y="1927"/>
                  </a:cubicBezTo>
                  <a:cubicBezTo>
                    <a:pt x="734" y="1945"/>
                    <a:pt x="756" y="1956"/>
                    <a:pt x="774" y="1972"/>
                  </a:cubicBezTo>
                  <a:cubicBezTo>
                    <a:pt x="792" y="1988"/>
                    <a:pt x="813" y="2020"/>
                    <a:pt x="838" y="2026"/>
                  </a:cubicBezTo>
                  <a:cubicBezTo>
                    <a:pt x="851" y="2029"/>
                    <a:pt x="860" y="2017"/>
                    <a:pt x="870" y="2012"/>
                  </a:cubicBezTo>
                  <a:cubicBezTo>
                    <a:pt x="879" y="2007"/>
                    <a:pt x="891" y="2009"/>
                    <a:pt x="898" y="2001"/>
                  </a:cubicBezTo>
                  <a:cubicBezTo>
                    <a:pt x="928" y="1969"/>
                    <a:pt x="907" y="1925"/>
                    <a:pt x="970" y="1939"/>
                  </a:cubicBezTo>
                  <a:cubicBezTo>
                    <a:pt x="963" y="1969"/>
                    <a:pt x="991" y="1955"/>
                    <a:pt x="999" y="1976"/>
                  </a:cubicBezTo>
                  <a:cubicBezTo>
                    <a:pt x="1011" y="2008"/>
                    <a:pt x="984" y="2053"/>
                    <a:pt x="1038" y="2039"/>
                  </a:cubicBezTo>
                  <a:cubicBezTo>
                    <a:pt x="1042" y="2057"/>
                    <a:pt x="1074" y="2054"/>
                    <a:pt x="1090" y="2058"/>
                  </a:cubicBezTo>
                  <a:cubicBezTo>
                    <a:pt x="1108" y="2063"/>
                    <a:pt x="1122" y="2077"/>
                    <a:pt x="1142" y="2078"/>
                  </a:cubicBezTo>
                  <a:cubicBezTo>
                    <a:pt x="1179" y="2079"/>
                    <a:pt x="1216" y="2064"/>
                    <a:pt x="1254" y="2067"/>
                  </a:cubicBezTo>
                  <a:cubicBezTo>
                    <a:pt x="1275" y="2068"/>
                    <a:pt x="1288" y="2091"/>
                    <a:pt x="1310" y="2089"/>
                  </a:cubicBezTo>
                  <a:cubicBezTo>
                    <a:pt x="1333" y="2086"/>
                    <a:pt x="1340" y="2070"/>
                    <a:pt x="1330" y="2051"/>
                  </a:cubicBezTo>
                  <a:cubicBezTo>
                    <a:pt x="1365" y="2049"/>
                    <a:pt x="1366" y="2032"/>
                    <a:pt x="1391" y="2015"/>
                  </a:cubicBezTo>
                  <a:cubicBezTo>
                    <a:pt x="1410" y="2002"/>
                    <a:pt x="1442" y="2010"/>
                    <a:pt x="1460" y="1992"/>
                  </a:cubicBezTo>
                  <a:cubicBezTo>
                    <a:pt x="1472" y="1979"/>
                    <a:pt x="1466" y="1947"/>
                    <a:pt x="1466" y="1931"/>
                  </a:cubicBezTo>
                  <a:cubicBezTo>
                    <a:pt x="1466" y="1767"/>
                    <a:pt x="1466" y="1767"/>
                    <a:pt x="1466" y="1767"/>
                  </a:cubicBezTo>
                  <a:cubicBezTo>
                    <a:pt x="1466" y="883"/>
                    <a:pt x="1466" y="883"/>
                    <a:pt x="1466" y="883"/>
                  </a:cubicBezTo>
                  <a:cubicBezTo>
                    <a:pt x="1586" y="883"/>
                    <a:pt x="1586" y="883"/>
                    <a:pt x="1586" y="883"/>
                  </a:cubicBezTo>
                  <a:cubicBezTo>
                    <a:pt x="1632" y="879"/>
                    <a:pt x="1632" y="879"/>
                    <a:pt x="1632" y="879"/>
                  </a:cubicBezTo>
                  <a:cubicBezTo>
                    <a:pt x="1638" y="835"/>
                    <a:pt x="1638" y="835"/>
                    <a:pt x="1638" y="835"/>
                  </a:cubicBezTo>
                  <a:cubicBezTo>
                    <a:pt x="1638" y="719"/>
                    <a:pt x="1638" y="719"/>
                    <a:pt x="1638" y="719"/>
                  </a:cubicBezTo>
                  <a:cubicBezTo>
                    <a:pt x="1638" y="243"/>
                    <a:pt x="1638" y="243"/>
                    <a:pt x="1638" y="243"/>
                  </a:cubicBezTo>
                  <a:cubicBezTo>
                    <a:pt x="2030" y="187"/>
                    <a:pt x="2030" y="187"/>
                    <a:pt x="2030" y="187"/>
                  </a:cubicBezTo>
                  <a:cubicBezTo>
                    <a:pt x="2068" y="243"/>
                    <a:pt x="2068" y="243"/>
                    <a:pt x="2068" y="243"/>
                  </a:cubicBezTo>
                  <a:cubicBezTo>
                    <a:pt x="2087" y="270"/>
                    <a:pt x="2087" y="270"/>
                    <a:pt x="2087" y="270"/>
                  </a:cubicBezTo>
                  <a:cubicBezTo>
                    <a:pt x="2118" y="252"/>
                    <a:pt x="2118" y="252"/>
                    <a:pt x="2118" y="252"/>
                  </a:cubicBezTo>
                  <a:cubicBezTo>
                    <a:pt x="2202" y="191"/>
                    <a:pt x="2202" y="191"/>
                    <a:pt x="2202" y="191"/>
                  </a:cubicBezTo>
                  <a:cubicBezTo>
                    <a:pt x="2249" y="197"/>
                    <a:pt x="2249" y="197"/>
                    <a:pt x="2249" y="197"/>
                  </a:cubicBezTo>
                  <a:cubicBezTo>
                    <a:pt x="2302" y="160"/>
                    <a:pt x="2302" y="160"/>
                    <a:pt x="2302" y="160"/>
                  </a:cubicBezTo>
                  <a:cubicBezTo>
                    <a:pt x="2370" y="147"/>
                    <a:pt x="2370" y="147"/>
                    <a:pt x="2370" y="147"/>
                  </a:cubicBezTo>
                  <a:cubicBezTo>
                    <a:pt x="2330" y="107"/>
                    <a:pt x="2330" y="107"/>
                    <a:pt x="2330" y="107"/>
                  </a:cubicBezTo>
                  <a:cubicBezTo>
                    <a:pt x="2326" y="107"/>
                    <a:pt x="2326" y="107"/>
                    <a:pt x="2326" y="107"/>
                  </a:cubicBezTo>
                  <a:cubicBezTo>
                    <a:pt x="2326" y="119"/>
                    <a:pt x="2326" y="119"/>
                    <a:pt x="2326" y="119"/>
                  </a:cubicBezTo>
                  <a:cubicBezTo>
                    <a:pt x="2322" y="119"/>
                    <a:pt x="2322" y="119"/>
                    <a:pt x="2322" y="119"/>
                  </a:cubicBezTo>
                  <a:cubicBezTo>
                    <a:pt x="2322" y="103"/>
                    <a:pt x="2322" y="103"/>
                    <a:pt x="2322" y="103"/>
                  </a:cubicBezTo>
                  <a:cubicBezTo>
                    <a:pt x="2275" y="101"/>
                    <a:pt x="2229" y="91"/>
                    <a:pt x="2182" y="96"/>
                  </a:cubicBezTo>
                  <a:cubicBezTo>
                    <a:pt x="1982" y="116"/>
                    <a:pt x="1790" y="184"/>
                    <a:pt x="1590" y="179"/>
                  </a:cubicBezTo>
                  <a:cubicBezTo>
                    <a:pt x="1562" y="178"/>
                    <a:pt x="1541" y="157"/>
                    <a:pt x="1514" y="156"/>
                  </a:cubicBezTo>
                  <a:cubicBezTo>
                    <a:pt x="1451" y="154"/>
                    <a:pt x="1390" y="153"/>
                    <a:pt x="1326" y="147"/>
                  </a:cubicBezTo>
                  <a:cubicBezTo>
                    <a:pt x="1306" y="145"/>
                    <a:pt x="1285" y="150"/>
                    <a:pt x="1266" y="145"/>
                  </a:cubicBezTo>
                  <a:cubicBezTo>
                    <a:pt x="1228" y="134"/>
                    <a:pt x="1217" y="81"/>
                    <a:pt x="1182" y="75"/>
                  </a:cubicBezTo>
                  <a:cubicBezTo>
                    <a:pt x="1119" y="66"/>
                    <a:pt x="1049" y="75"/>
                    <a:pt x="986" y="75"/>
                  </a:cubicBezTo>
                  <a:cubicBezTo>
                    <a:pt x="586" y="75"/>
                    <a:pt x="586" y="75"/>
                    <a:pt x="586" y="75"/>
                  </a:cubicBezTo>
                  <a:cubicBezTo>
                    <a:pt x="539" y="75"/>
                    <a:pt x="465" y="90"/>
                    <a:pt x="422" y="76"/>
                  </a:cubicBezTo>
                  <a:cubicBezTo>
                    <a:pt x="362" y="58"/>
                    <a:pt x="339" y="3"/>
                    <a:pt x="274" y="1"/>
                  </a:cubicBezTo>
                  <a:cubicBezTo>
                    <a:pt x="230" y="0"/>
                    <a:pt x="210" y="41"/>
                    <a:pt x="170" y="47"/>
                  </a:cubicBezTo>
                  <a:cubicBezTo>
                    <a:pt x="124" y="54"/>
                    <a:pt x="55" y="6"/>
                    <a:pt x="25" y="67"/>
                  </a:cubicBezTo>
                  <a:cubicBezTo>
                    <a:pt x="0" y="121"/>
                    <a:pt x="32" y="190"/>
                    <a:pt x="58" y="235"/>
                  </a:cubicBezTo>
                  <a:cubicBezTo>
                    <a:pt x="66" y="249"/>
                    <a:pt x="67" y="266"/>
                    <a:pt x="79" y="278"/>
                  </a:cubicBezTo>
                  <a:cubicBezTo>
                    <a:pt x="96" y="298"/>
                    <a:pt x="120" y="310"/>
                    <a:pt x="136" y="331"/>
                  </a:cubicBezTo>
                  <a:cubicBezTo>
                    <a:pt x="160" y="363"/>
                    <a:pt x="173" y="401"/>
                    <a:pt x="192" y="435"/>
                  </a:cubicBezTo>
                  <a:cubicBezTo>
                    <a:pt x="218" y="482"/>
                    <a:pt x="256" y="531"/>
                    <a:pt x="276" y="579"/>
                  </a:cubicBezTo>
                  <a:cubicBezTo>
                    <a:pt x="290" y="612"/>
                    <a:pt x="296" y="651"/>
                    <a:pt x="313" y="683"/>
                  </a:cubicBezTo>
                  <a:cubicBezTo>
                    <a:pt x="339" y="733"/>
                    <a:pt x="406" y="787"/>
                    <a:pt x="406" y="84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35"/>
            <p:cNvSpPr>
              <a:spLocks/>
            </p:cNvSpPr>
            <p:nvPr/>
          </p:nvSpPr>
          <p:spPr bwMode="auto">
            <a:xfrm>
              <a:off x="2717800" y="3656013"/>
              <a:ext cx="469900" cy="458788"/>
            </a:xfrm>
            <a:custGeom>
              <a:avLst/>
              <a:gdLst/>
              <a:ahLst/>
              <a:cxnLst>
                <a:cxn ang="0">
                  <a:pos x="181" y="735"/>
                </a:cxn>
                <a:cxn ang="0">
                  <a:pos x="13" y="735"/>
                </a:cxn>
                <a:cxn ang="0">
                  <a:pos x="13" y="1079"/>
                </a:cxn>
                <a:cxn ang="0">
                  <a:pos x="15" y="1222"/>
                </a:cxn>
                <a:cxn ang="0">
                  <a:pos x="79" y="1271"/>
                </a:cxn>
                <a:cxn ang="0">
                  <a:pos x="152" y="1427"/>
                </a:cxn>
                <a:cxn ang="0">
                  <a:pos x="121" y="1570"/>
                </a:cxn>
                <a:cxn ang="0">
                  <a:pos x="173" y="1578"/>
                </a:cxn>
                <a:cxn ang="0">
                  <a:pos x="325" y="1551"/>
                </a:cxn>
                <a:cxn ang="0">
                  <a:pos x="422" y="1490"/>
                </a:cxn>
                <a:cxn ang="0">
                  <a:pos x="484" y="1439"/>
                </a:cxn>
                <a:cxn ang="0">
                  <a:pos x="509" y="1379"/>
                </a:cxn>
                <a:cxn ang="0">
                  <a:pos x="601" y="1309"/>
                </a:cxn>
                <a:cxn ang="0">
                  <a:pos x="690" y="1369"/>
                </a:cxn>
                <a:cxn ang="0">
                  <a:pos x="737" y="1375"/>
                </a:cxn>
                <a:cxn ang="0">
                  <a:pos x="833" y="1406"/>
                </a:cxn>
                <a:cxn ang="0">
                  <a:pos x="892" y="1395"/>
                </a:cxn>
                <a:cxn ang="0">
                  <a:pos x="953" y="1389"/>
                </a:cxn>
                <a:cxn ang="0">
                  <a:pos x="1052" y="1222"/>
                </a:cxn>
                <a:cxn ang="0">
                  <a:pos x="1129" y="1194"/>
                </a:cxn>
                <a:cxn ang="0">
                  <a:pos x="1159" y="1159"/>
                </a:cxn>
                <a:cxn ang="0">
                  <a:pos x="1202" y="1133"/>
                </a:cxn>
                <a:cxn ang="0">
                  <a:pos x="1231" y="1036"/>
                </a:cxn>
                <a:cxn ang="0">
                  <a:pos x="1285" y="989"/>
                </a:cxn>
                <a:cxn ang="0">
                  <a:pos x="1324" y="976"/>
                </a:cxn>
                <a:cxn ang="0">
                  <a:pos x="1390" y="921"/>
                </a:cxn>
                <a:cxn ang="0">
                  <a:pos x="1450" y="851"/>
                </a:cxn>
                <a:cxn ang="0">
                  <a:pos x="1545" y="827"/>
                </a:cxn>
                <a:cxn ang="0">
                  <a:pos x="1586" y="782"/>
                </a:cxn>
                <a:cxn ang="0">
                  <a:pos x="1641" y="775"/>
                </a:cxn>
                <a:cxn ang="0">
                  <a:pos x="1593" y="703"/>
                </a:cxn>
                <a:cxn ang="0">
                  <a:pos x="1509" y="674"/>
                </a:cxn>
                <a:cxn ang="0">
                  <a:pos x="1381" y="603"/>
                </a:cxn>
                <a:cxn ang="0">
                  <a:pos x="1353" y="556"/>
                </a:cxn>
                <a:cxn ang="0">
                  <a:pos x="1355" y="477"/>
                </a:cxn>
                <a:cxn ang="0">
                  <a:pos x="1294" y="466"/>
                </a:cxn>
                <a:cxn ang="0">
                  <a:pos x="1264" y="404"/>
                </a:cxn>
                <a:cxn ang="0">
                  <a:pos x="1201" y="384"/>
                </a:cxn>
                <a:cxn ang="0">
                  <a:pos x="1087" y="302"/>
                </a:cxn>
                <a:cxn ang="0">
                  <a:pos x="1055" y="207"/>
                </a:cxn>
                <a:cxn ang="0">
                  <a:pos x="1026" y="174"/>
                </a:cxn>
                <a:cxn ang="0">
                  <a:pos x="938" y="50"/>
                </a:cxn>
                <a:cxn ang="0">
                  <a:pos x="923" y="7"/>
                </a:cxn>
                <a:cxn ang="0">
                  <a:pos x="889" y="9"/>
                </a:cxn>
                <a:cxn ang="0">
                  <a:pos x="812" y="41"/>
                </a:cxn>
                <a:cxn ang="0">
                  <a:pos x="765" y="35"/>
                </a:cxn>
                <a:cxn ang="0">
                  <a:pos x="681" y="89"/>
                </a:cxn>
                <a:cxn ang="0">
                  <a:pos x="646" y="115"/>
                </a:cxn>
                <a:cxn ang="0">
                  <a:pos x="584" y="44"/>
                </a:cxn>
                <a:cxn ang="0">
                  <a:pos x="501" y="51"/>
                </a:cxn>
                <a:cxn ang="0">
                  <a:pos x="285" y="92"/>
                </a:cxn>
                <a:cxn ang="0">
                  <a:pos x="187" y="99"/>
                </a:cxn>
                <a:cxn ang="0">
                  <a:pos x="181" y="143"/>
                </a:cxn>
                <a:cxn ang="0">
                  <a:pos x="181" y="259"/>
                </a:cxn>
                <a:cxn ang="0">
                  <a:pos x="181" y="735"/>
                </a:cxn>
              </a:cxnLst>
              <a:rect l="0" t="0" r="r" b="b"/>
              <a:pathLst>
                <a:path w="1641" h="1607">
                  <a:moveTo>
                    <a:pt x="181" y="735"/>
                  </a:moveTo>
                  <a:cubicBezTo>
                    <a:pt x="13" y="735"/>
                    <a:pt x="13" y="735"/>
                    <a:pt x="13" y="735"/>
                  </a:cubicBezTo>
                  <a:cubicBezTo>
                    <a:pt x="13" y="1079"/>
                    <a:pt x="13" y="1079"/>
                    <a:pt x="13" y="1079"/>
                  </a:cubicBezTo>
                  <a:cubicBezTo>
                    <a:pt x="13" y="1119"/>
                    <a:pt x="0" y="1185"/>
                    <a:pt x="15" y="1222"/>
                  </a:cubicBezTo>
                  <a:cubicBezTo>
                    <a:pt x="25" y="1246"/>
                    <a:pt x="63" y="1251"/>
                    <a:pt x="79" y="1271"/>
                  </a:cubicBezTo>
                  <a:cubicBezTo>
                    <a:pt x="112" y="1313"/>
                    <a:pt x="138" y="1376"/>
                    <a:pt x="152" y="1427"/>
                  </a:cubicBezTo>
                  <a:cubicBezTo>
                    <a:pt x="167" y="1481"/>
                    <a:pt x="94" y="1510"/>
                    <a:pt x="121" y="1570"/>
                  </a:cubicBezTo>
                  <a:cubicBezTo>
                    <a:pt x="132" y="1595"/>
                    <a:pt x="154" y="1577"/>
                    <a:pt x="173" y="1578"/>
                  </a:cubicBezTo>
                  <a:cubicBezTo>
                    <a:pt x="207" y="1580"/>
                    <a:pt x="331" y="1607"/>
                    <a:pt x="325" y="1551"/>
                  </a:cubicBezTo>
                  <a:cubicBezTo>
                    <a:pt x="379" y="1551"/>
                    <a:pt x="385" y="1521"/>
                    <a:pt x="422" y="1490"/>
                  </a:cubicBezTo>
                  <a:cubicBezTo>
                    <a:pt x="443" y="1472"/>
                    <a:pt x="469" y="1464"/>
                    <a:pt x="484" y="1439"/>
                  </a:cubicBezTo>
                  <a:cubicBezTo>
                    <a:pt x="496" y="1419"/>
                    <a:pt x="491" y="1395"/>
                    <a:pt x="509" y="1379"/>
                  </a:cubicBezTo>
                  <a:cubicBezTo>
                    <a:pt x="507" y="1329"/>
                    <a:pt x="552" y="1295"/>
                    <a:pt x="601" y="1309"/>
                  </a:cubicBezTo>
                  <a:cubicBezTo>
                    <a:pt x="635" y="1318"/>
                    <a:pt x="659" y="1354"/>
                    <a:pt x="690" y="1369"/>
                  </a:cubicBezTo>
                  <a:cubicBezTo>
                    <a:pt x="705" y="1376"/>
                    <a:pt x="722" y="1369"/>
                    <a:pt x="737" y="1375"/>
                  </a:cubicBezTo>
                  <a:cubicBezTo>
                    <a:pt x="767" y="1387"/>
                    <a:pt x="799" y="1406"/>
                    <a:pt x="833" y="1406"/>
                  </a:cubicBezTo>
                  <a:cubicBezTo>
                    <a:pt x="854" y="1407"/>
                    <a:pt x="872" y="1397"/>
                    <a:pt x="892" y="1395"/>
                  </a:cubicBezTo>
                  <a:cubicBezTo>
                    <a:pt x="913" y="1392"/>
                    <a:pt x="933" y="1398"/>
                    <a:pt x="953" y="1389"/>
                  </a:cubicBezTo>
                  <a:cubicBezTo>
                    <a:pt x="1025" y="1357"/>
                    <a:pt x="1006" y="1272"/>
                    <a:pt x="1052" y="1222"/>
                  </a:cubicBezTo>
                  <a:cubicBezTo>
                    <a:pt x="1076" y="1197"/>
                    <a:pt x="1102" y="1207"/>
                    <a:pt x="1129" y="1194"/>
                  </a:cubicBezTo>
                  <a:cubicBezTo>
                    <a:pt x="1144" y="1187"/>
                    <a:pt x="1148" y="1170"/>
                    <a:pt x="1159" y="1159"/>
                  </a:cubicBezTo>
                  <a:cubicBezTo>
                    <a:pt x="1171" y="1148"/>
                    <a:pt x="1192" y="1146"/>
                    <a:pt x="1202" y="1133"/>
                  </a:cubicBezTo>
                  <a:cubicBezTo>
                    <a:pt x="1220" y="1108"/>
                    <a:pt x="1209" y="1063"/>
                    <a:pt x="1231" y="1036"/>
                  </a:cubicBezTo>
                  <a:cubicBezTo>
                    <a:pt x="1245" y="1019"/>
                    <a:pt x="1264" y="998"/>
                    <a:pt x="1285" y="989"/>
                  </a:cubicBezTo>
                  <a:cubicBezTo>
                    <a:pt x="1297" y="983"/>
                    <a:pt x="1313" y="985"/>
                    <a:pt x="1324" y="976"/>
                  </a:cubicBezTo>
                  <a:cubicBezTo>
                    <a:pt x="1344" y="960"/>
                    <a:pt x="1373" y="941"/>
                    <a:pt x="1390" y="921"/>
                  </a:cubicBezTo>
                  <a:cubicBezTo>
                    <a:pt x="1409" y="900"/>
                    <a:pt x="1427" y="867"/>
                    <a:pt x="1450" y="851"/>
                  </a:cubicBezTo>
                  <a:cubicBezTo>
                    <a:pt x="1475" y="833"/>
                    <a:pt x="1516" y="839"/>
                    <a:pt x="1545" y="827"/>
                  </a:cubicBezTo>
                  <a:cubicBezTo>
                    <a:pt x="1570" y="817"/>
                    <a:pt x="1567" y="796"/>
                    <a:pt x="1586" y="782"/>
                  </a:cubicBezTo>
                  <a:cubicBezTo>
                    <a:pt x="1601" y="771"/>
                    <a:pt x="1624" y="775"/>
                    <a:pt x="1641" y="775"/>
                  </a:cubicBezTo>
                  <a:cubicBezTo>
                    <a:pt x="1624" y="738"/>
                    <a:pt x="1584" y="752"/>
                    <a:pt x="1593" y="703"/>
                  </a:cubicBezTo>
                  <a:cubicBezTo>
                    <a:pt x="1568" y="692"/>
                    <a:pt x="1535" y="679"/>
                    <a:pt x="1509" y="674"/>
                  </a:cubicBezTo>
                  <a:cubicBezTo>
                    <a:pt x="1457" y="664"/>
                    <a:pt x="1393" y="670"/>
                    <a:pt x="1381" y="603"/>
                  </a:cubicBezTo>
                  <a:cubicBezTo>
                    <a:pt x="1365" y="590"/>
                    <a:pt x="1351" y="578"/>
                    <a:pt x="1353" y="556"/>
                  </a:cubicBezTo>
                  <a:cubicBezTo>
                    <a:pt x="1355" y="535"/>
                    <a:pt x="1373" y="496"/>
                    <a:pt x="1355" y="477"/>
                  </a:cubicBezTo>
                  <a:cubicBezTo>
                    <a:pt x="1339" y="462"/>
                    <a:pt x="1312" y="478"/>
                    <a:pt x="1294" y="466"/>
                  </a:cubicBezTo>
                  <a:cubicBezTo>
                    <a:pt x="1276" y="454"/>
                    <a:pt x="1285" y="419"/>
                    <a:pt x="1264" y="404"/>
                  </a:cubicBezTo>
                  <a:cubicBezTo>
                    <a:pt x="1245" y="390"/>
                    <a:pt x="1222" y="393"/>
                    <a:pt x="1201" y="384"/>
                  </a:cubicBezTo>
                  <a:cubicBezTo>
                    <a:pt x="1169" y="370"/>
                    <a:pt x="1110" y="328"/>
                    <a:pt x="1087" y="302"/>
                  </a:cubicBezTo>
                  <a:cubicBezTo>
                    <a:pt x="1061" y="274"/>
                    <a:pt x="1068" y="238"/>
                    <a:pt x="1055" y="207"/>
                  </a:cubicBezTo>
                  <a:cubicBezTo>
                    <a:pt x="1049" y="194"/>
                    <a:pt x="1034" y="186"/>
                    <a:pt x="1026" y="174"/>
                  </a:cubicBezTo>
                  <a:cubicBezTo>
                    <a:pt x="998" y="133"/>
                    <a:pt x="970" y="89"/>
                    <a:pt x="938" y="50"/>
                  </a:cubicBezTo>
                  <a:cubicBezTo>
                    <a:pt x="929" y="38"/>
                    <a:pt x="933" y="15"/>
                    <a:pt x="923" y="7"/>
                  </a:cubicBezTo>
                  <a:cubicBezTo>
                    <a:pt x="913" y="0"/>
                    <a:pt x="899" y="8"/>
                    <a:pt x="889" y="9"/>
                  </a:cubicBezTo>
                  <a:cubicBezTo>
                    <a:pt x="851" y="13"/>
                    <a:pt x="844" y="21"/>
                    <a:pt x="812" y="41"/>
                  </a:cubicBezTo>
                  <a:cubicBezTo>
                    <a:pt x="794" y="53"/>
                    <a:pt x="784" y="29"/>
                    <a:pt x="765" y="35"/>
                  </a:cubicBezTo>
                  <a:cubicBezTo>
                    <a:pt x="737" y="45"/>
                    <a:pt x="704" y="71"/>
                    <a:pt x="681" y="89"/>
                  </a:cubicBezTo>
                  <a:cubicBezTo>
                    <a:pt x="672" y="97"/>
                    <a:pt x="658" y="115"/>
                    <a:pt x="646" y="115"/>
                  </a:cubicBezTo>
                  <a:cubicBezTo>
                    <a:pt x="627" y="115"/>
                    <a:pt x="607" y="51"/>
                    <a:pt x="584" y="44"/>
                  </a:cubicBezTo>
                  <a:cubicBezTo>
                    <a:pt x="559" y="37"/>
                    <a:pt x="526" y="48"/>
                    <a:pt x="501" y="51"/>
                  </a:cubicBezTo>
                  <a:cubicBezTo>
                    <a:pt x="428" y="61"/>
                    <a:pt x="357" y="80"/>
                    <a:pt x="285" y="92"/>
                  </a:cubicBezTo>
                  <a:cubicBezTo>
                    <a:pt x="261" y="96"/>
                    <a:pt x="206" y="84"/>
                    <a:pt x="187" y="99"/>
                  </a:cubicBezTo>
                  <a:cubicBezTo>
                    <a:pt x="177" y="107"/>
                    <a:pt x="181" y="131"/>
                    <a:pt x="181" y="143"/>
                  </a:cubicBezTo>
                  <a:cubicBezTo>
                    <a:pt x="181" y="259"/>
                    <a:pt x="181" y="259"/>
                    <a:pt x="181" y="259"/>
                  </a:cubicBezTo>
                  <a:lnTo>
                    <a:pt x="181" y="735"/>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6"/>
            <p:cNvSpPr>
              <a:spLocks noEditPoints="1"/>
            </p:cNvSpPr>
            <p:nvPr/>
          </p:nvSpPr>
          <p:spPr bwMode="auto">
            <a:xfrm>
              <a:off x="2544763" y="3873500"/>
              <a:ext cx="817563" cy="630238"/>
            </a:xfrm>
            <a:custGeom>
              <a:avLst/>
              <a:gdLst/>
              <a:ahLst/>
              <a:cxnLst>
                <a:cxn ang="0">
                  <a:pos x="2186" y="15"/>
                </a:cxn>
                <a:cxn ang="0">
                  <a:pos x="2046" y="87"/>
                </a:cxn>
                <a:cxn ang="0">
                  <a:pos x="1842" y="264"/>
                </a:cxn>
                <a:cxn ang="0">
                  <a:pos x="1806" y="336"/>
                </a:cxn>
                <a:cxn ang="0">
                  <a:pos x="1750" y="396"/>
                </a:cxn>
                <a:cxn ang="0">
                  <a:pos x="1634" y="448"/>
                </a:cxn>
                <a:cxn ang="0">
                  <a:pos x="1546" y="628"/>
                </a:cxn>
                <a:cxn ang="0">
                  <a:pos x="1430" y="640"/>
                </a:cxn>
                <a:cxn ang="0">
                  <a:pos x="1374" y="628"/>
                </a:cxn>
                <a:cxn ang="0">
                  <a:pos x="1306" y="608"/>
                </a:cxn>
                <a:cxn ang="0">
                  <a:pos x="1190" y="540"/>
                </a:cxn>
                <a:cxn ang="0">
                  <a:pos x="1102" y="628"/>
                </a:cxn>
                <a:cxn ang="0">
                  <a:pos x="973" y="775"/>
                </a:cxn>
                <a:cxn ang="0">
                  <a:pos x="906" y="815"/>
                </a:cxn>
                <a:cxn ang="0">
                  <a:pos x="739" y="813"/>
                </a:cxn>
                <a:cxn ang="0">
                  <a:pos x="774" y="700"/>
                </a:cxn>
                <a:cxn ang="0">
                  <a:pos x="734" y="588"/>
                </a:cxn>
                <a:cxn ang="0">
                  <a:pos x="618" y="500"/>
                </a:cxn>
                <a:cxn ang="0">
                  <a:pos x="618" y="1092"/>
                </a:cxn>
                <a:cxn ang="0">
                  <a:pos x="486" y="1176"/>
                </a:cxn>
                <a:cxn ang="0">
                  <a:pos x="294" y="1166"/>
                </a:cxn>
                <a:cxn ang="0">
                  <a:pos x="158" y="1052"/>
                </a:cxn>
                <a:cxn ang="0">
                  <a:pos x="138" y="1036"/>
                </a:cxn>
                <a:cxn ang="0">
                  <a:pos x="52" y="1090"/>
                </a:cxn>
                <a:cxn ang="0">
                  <a:pos x="65" y="1220"/>
                </a:cxn>
                <a:cxn ang="0">
                  <a:pos x="326" y="1784"/>
                </a:cxn>
                <a:cxn ang="0">
                  <a:pos x="245" y="1860"/>
                </a:cxn>
                <a:cxn ang="0">
                  <a:pos x="350" y="2012"/>
                </a:cxn>
                <a:cxn ang="0">
                  <a:pos x="362" y="2124"/>
                </a:cxn>
                <a:cxn ang="0">
                  <a:pos x="413" y="2125"/>
                </a:cxn>
                <a:cxn ang="0">
                  <a:pos x="614" y="2202"/>
                </a:cxn>
                <a:cxn ang="0">
                  <a:pos x="790" y="2128"/>
                </a:cxn>
                <a:cxn ang="0">
                  <a:pos x="882" y="2128"/>
                </a:cxn>
                <a:cxn ang="0">
                  <a:pos x="1014" y="2075"/>
                </a:cxn>
                <a:cxn ang="0">
                  <a:pos x="1246" y="2060"/>
                </a:cxn>
                <a:cxn ang="0">
                  <a:pos x="1614" y="2064"/>
                </a:cxn>
                <a:cxn ang="0">
                  <a:pos x="1738" y="2023"/>
                </a:cxn>
                <a:cxn ang="0">
                  <a:pos x="2122" y="1802"/>
                </a:cxn>
                <a:cxn ang="0">
                  <a:pos x="2381" y="1568"/>
                </a:cxn>
                <a:cxn ang="0">
                  <a:pos x="2554" y="1308"/>
                </a:cxn>
                <a:cxn ang="0">
                  <a:pos x="2771" y="1112"/>
                </a:cxn>
                <a:cxn ang="0">
                  <a:pos x="2854" y="808"/>
                </a:cxn>
                <a:cxn ang="0">
                  <a:pos x="2704" y="812"/>
                </a:cxn>
                <a:cxn ang="0">
                  <a:pos x="2514" y="808"/>
                </a:cxn>
                <a:cxn ang="0">
                  <a:pos x="2598" y="637"/>
                </a:cxn>
                <a:cxn ang="0">
                  <a:pos x="2695" y="632"/>
                </a:cxn>
                <a:cxn ang="0">
                  <a:pos x="2702" y="432"/>
                </a:cxn>
                <a:cxn ang="0">
                  <a:pos x="2627" y="226"/>
                </a:cxn>
                <a:cxn ang="0">
                  <a:pos x="2578" y="36"/>
                </a:cxn>
                <a:cxn ang="0">
                  <a:pos x="2402" y="34"/>
                </a:cxn>
                <a:cxn ang="0">
                  <a:pos x="2263" y="1"/>
                </a:cxn>
                <a:cxn ang="0">
                  <a:pos x="2158" y="1152"/>
                </a:cxn>
                <a:cxn ang="0">
                  <a:pos x="2194" y="1332"/>
                </a:cxn>
                <a:cxn ang="0">
                  <a:pos x="2206" y="1352"/>
                </a:cxn>
                <a:cxn ang="0">
                  <a:pos x="2068" y="1394"/>
                </a:cxn>
                <a:cxn ang="0">
                  <a:pos x="1933" y="1436"/>
                </a:cxn>
                <a:cxn ang="0">
                  <a:pos x="1902" y="1260"/>
                </a:cxn>
                <a:cxn ang="0">
                  <a:pos x="2034" y="1157"/>
                </a:cxn>
              </a:cxnLst>
              <a:rect l="0" t="0" r="r" b="b"/>
              <a:pathLst>
                <a:path w="2864" h="2205">
                  <a:moveTo>
                    <a:pt x="2263" y="1"/>
                  </a:moveTo>
                  <a:cubicBezTo>
                    <a:pt x="2235" y="2"/>
                    <a:pt x="2206" y="7"/>
                    <a:pt x="2186" y="15"/>
                  </a:cubicBezTo>
                  <a:cubicBezTo>
                    <a:pt x="2166" y="24"/>
                    <a:pt x="2169" y="45"/>
                    <a:pt x="2153" y="56"/>
                  </a:cubicBezTo>
                  <a:cubicBezTo>
                    <a:pt x="2120" y="80"/>
                    <a:pt x="2078" y="66"/>
                    <a:pt x="2046" y="87"/>
                  </a:cubicBezTo>
                  <a:cubicBezTo>
                    <a:pt x="2014" y="107"/>
                    <a:pt x="2000" y="151"/>
                    <a:pt x="1970" y="174"/>
                  </a:cubicBezTo>
                  <a:cubicBezTo>
                    <a:pt x="1931" y="204"/>
                    <a:pt x="1865" y="217"/>
                    <a:pt x="1842" y="264"/>
                  </a:cubicBezTo>
                  <a:cubicBezTo>
                    <a:pt x="1830" y="260"/>
                    <a:pt x="1830" y="260"/>
                    <a:pt x="1830" y="260"/>
                  </a:cubicBezTo>
                  <a:cubicBezTo>
                    <a:pt x="1819" y="281"/>
                    <a:pt x="1812" y="313"/>
                    <a:pt x="1806" y="336"/>
                  </a:cubicBezTo>
                  <a:cubicBezTo>
                    <a:pt x="1803" y="347"/>
                    <a:pt x="1809" y="359"/>
                    <a:pt x="1802" y="368"/>
                  </a:cubicBezTo>
                  <a:cubicBezTo>
                    <a:pt x="1791" y="382"/>
                    <a:pt x="1763" y="383"/>
                    <a:pt x="1750" y="396"/>
                  </a:cubicBezTo>
                  <a:cubicBezTo>
                    <a:pt x="1740" y="405"/>
                    <a:pt x="1740" y="425"/>
                    <a:pt x="1726" y="432"/>
                  </a:cubicBezTo>
                  <a:cubicBezTo>
                    <a:pt x="1701" y="444"/>
                    <a:pt x="1652" y="421"/>
                    <a:pt x="1634" y="448"/>
                  </a:cubicBezTo>
                  <a:cubicBezTo>
                    <a:pt x="1629" y="456"/>
                    <a:pt x="1636" y="475"/>
                    <a:pt x="1634" y="484"/>
                  </a:cubicBezTo>
                  <a:cubicBezTo>
                    <a:pt x="1621" y="535"/>
                    <a:pt x="1600" y="606"/>
                    <a:pt x="1546" y="628"/>
                  </a:cubicBezTo>
                  <a:cubicBezTo>
                    <a:pt x="1526" y="636"/>
                    <a:pt x="1505" y="614"/>
                    <a:pt x="1490" y="620"/>
                  </a:cubicBezTo>
                  <a:cubicBezTo>
                    <a:pt x="1469" y="629"/>
                    <a:pt x="1457" y="647"/>
                    <a:pt x="1430" y="640"/>
                  </a:cubicBezTo>
                  <a:cubicBezTo>
                    <a:pt x="1419" y="637"/>
                    <a:pt x="1409" y="627"/>
                    <a:pt x="1398" y="624"/>
                  </a:cubicBezTo>
                  <a:cubicBezTo>
                    <a:pt x="1388" y="622"/>
                    <a:pt x="1382" y="631"/>
                    <a:pt x="1374" y="628"/>
                  </a:cubicBezTo>
                  <a:cubicBezTo>
                    <a:pt x="1362" y="623"/>
                    <a:pt x="1362" y="608"/>
                    <a:pt x="1350" y="604"/>
                  </a:cubicBezTo>
                  <a:cubicBezTo>
                    <a:pt x="1336" y="599"/>
                    <a:pt x="1320" y="615"/>
                    <a:pt x="1306" y="608"/>
                  </a:cubicBezTo>
                  <a:cubicBezTo>
                    <a:pt x="1290" y="600"/>
                    <a:pt x="1281" y="581"/>
                    <a:pt x="1266" y="572"/>
                  </a:cubicBezTo>
                  <a:cubicBezTo>
                    <a:pt x="1241" y="557"/>
                    <a:pt x="1218" y="547"/>
                    <a:pt x="1190" y="540"/>
                  </a:cubicBezTo>
                  <a:cubicBezTo>
                    <a:pt x="1141" y="528"/>
                    <a:pt x="1109" y="572"/>
                    <a:pt x="1106" y="608"/>
                  </a:cubicBezTo>
                  <a:cubicBezTo>
                    <a:pt x="1104" y="624"/>
                    <a:pt x="1086" y="615"/>
                    <a:pt x="1102" y="628"/>
                  </a:cubicBezTo>
                  <a:cubicBezTo>
                    <a:pt x="1054" y="708"/>
                    <a:pt x="1054" y="708"/>
                    <a:pt x="1054" y="708"/>
                  </a:cubicBezTo>
                  <a:cubicBezTo>
                    <a:pt x="1009" y="715"/>
                    <a:pt x="1003" y="750"/>
                    <a:pt x="973" y="775"/>
                  </a:cubicBezTo>
                  <a:cubicBezTo>
                    <a:pt x="959" y="787"/>
                    <a:pt x="935" y="785"/>
                    <a:pt x="918" y="792"/>
                  </a:cubicBezTo>
                  <a:cubicBezTo>
                    <a:pt x="918" y="803"/>
                    <a:pt x="918" y="812"/>
                    <a:pt x="906" y="815"/>
                  </a:cubicBezTo>
                  <a:cubicBezTo>
                    <a:pt x="866" y="826"/>
                    <a:pt x="817" y="811"/>
                    <a:pt x="778" y="809"/>
                  </a:cubicBezTo>
                  <a:cubicBezTo>
                    <a:pt x="765" y="808"/>
                    <a:pt x="751" y="820"/>
                    <a:pt x="739" y="813"/>
                  </a:cubicBezTo>
                  <a:cubicBezTo>
                    <a:pt x="720" y="801"/>
                    <a:pt x="724" y="767"/>
                    <a:pt x="734" y="752"/>
                  </a:cubicBezTo>
                  <a:cubicBezTo>
                    <a:pt x="746" y="734"/>
                    <a:pt x="761" y="717"/>
                    <a:pt x="774" y="700"/>
                  </a:cubicBezTo>
                  <a:cubicBezTo>
                    <a:pt x="774" y="696"/>
                    <a:pt x="774" y="696"/>
                    <a:pt x="774" y="696"/>
                  </a:cubicBezTo>
                  <a:cubicBezTo>
                    <a:pt x="734" y="588"/>
                    <a:pt x="734" y="588"/>
                    <a:pt x="734" y="588"/>
                  </a:cubicBezTo>
                  <a:cubicBezTo>
                    <a:pt x="737" y="530"/>
                    <a:pt x="663" y="497"/>
                    <a:pt x="634" y="460"/>
                  </a:cubicBezTo>
                  <a:cubicBezTo>
                    <a:pt x="615" y="466"/>
                    <a:pt x="618" y="483"/>
                    <a:pt x="618" y="500"/>
                  </a:cubicBezTo>
                  <a:cubicBezTo>
                    <a:pt x="618" y="612"/>
                    <a:pt x="618" y="612"/>
                    <a:pt x="618" y="612"/>
                  </a:cubicBezTo>
                  <a:cubicBezTo>
                    <a:pt x="618" y="1092"/>
                    <a:pt x="618" y="1092"/>
                    <a:pt x="618" y="1092"/>
                  </a:cubicBezTo>
                  <a:cubicBezTo>
                    <a:pt x="563" y="1097"/>
                    <a:pt x="529" y="1129"/>
                    <a:pt x="482" y="1148"/>
                  </a:cubicBezTo>
                  <a:cubicBezTo>
                    <a:pt x="486" y="1176"/>
                    <a:pt x="486" y="1176"/>
                    <a:pt x="486" y="1176"/>
                  </a:cubicBezTo>
                  <a:cubicBezTo>
                    <a:pt x="461" y="1180"/>
                    <a:pt x="450" y="1166"/>
                    <a:pt x="426" y="1164"/>
                  </a:cubicBezTo>
                  <a:cubicBezTo>
                    <a:pt x="385" y="1161"/>
                    <a:pt x="332" y="1178"/>
                    <a:pt x="294" y="1166"/>
                  </a:cubicBezTo>
                  <a:cubicBezTo>
                    <a:pt x="260" y="1155"/>
                    <a:pt x="209" y="1126"/>
                    <a:pt x="174" y="1136"/>
                  </a:cubicBezTo>
                  <a:cubicBezTo>
                    <a:pt x="158" y="1052"/>
                    <a:pt x="158" y="1052"/>
                    <a:pt x="158" y="1052"/>
                  </a:cubicBezTo>
                  <a:cubicBezTo>
                    <a:pt x="142" y="1060"/>
                    <a:pt x="142" y="1060"/>
                    <a:pt x="142" y="1060"/>
                  </a:cubicBezTo>
                  <a:cubicBezTo>
                    <a:pt x="138" y="1036"/>
                    <a:pt x="138" y="1036"/>
                    <a:pt x="138" y="1036"/>
                  </a:cubicBezTo>
                  <a:cubicBezTo>
                    <a:pt x="131" y="1032"/>
                    <a:pt x="125" y="1027"/>
                    <a:pt x="118" y="1024"/>
                  </a:cubicBezTo>
                  <a:cubicBezTo>
                    <a:pt x="64" y="1002"/>
                    <a:pt x="73" y="1067"/>
                    <a:pt x="52" y="1090"/>
                  </a:cubicBezTo>
                  <a:cubicBezTo>
                    <a:pt x="39" y="1103"/>
                    <a:pt x="0" y="1108"/>
                    <a:pt x="7" y="1132"/>
                  </a:cubicBezTo>
                  <a:cubicBezTo>
                    <a:pt x="16" y="1168"/>
                    <a:pt x="50" y="1187"/>
                    <a:pt x="65" y="1220"/>
                  </a:cubicBezTo>
                  <a:cubicBezTo>
                    <a:pt x="111" y="1326"/>
                    <a:pt x="140" y="1434"/>
                    <a:pt x="204" y="1532"/>
                  </a:cubicBezTo>
                  <a:cubicBezTo>
                    <a:pt x="259" y="1616"/>
                    <a:pt x="326" y="1677"/>
                    <a:pt x="326" y="1784"/>
                  </a:cubicBezTo>
                  <a:cubicBezTo>
                    <a:pt x="326" y="1805"/>
                    <a:pt x="315" y="1831"/>
                    <a:pt x="294" y="1839"/>
                  </a:cubicBezTo>
                  <a:cubicBezTo>
                    <a:pt x="277" y="1846"/>
                    <a:pt x="248" y="1833"/>
                    <a:pt x="245" y="1860"/>
                  </a:cubicBezTo>
                  <a:cubicBezTo>
                    <a:pt x="240" y="1898"/>
                    <a:pt x="265" y="1885"/>
                    <a:pt x="280" y="1905"/>
                  </a:cubicBezTo>
                  <a:cubicBezTo>
                    <a:pt x="303" y="1937"/>
                    <a:pt x="313" y="1988"/>
                    <a:pt x="350" y="2012"/>
                  </a:cubicBezTo>
                  <a:cubicBezTo>
                    <a:pt x="350" y="2016"/>
                    <a:pt x="350" y="2016"/>
                    <a:pt x="350" y="2016"/>
                  </a:cubicBezTo>
                  <a:cubicBezTo>
                    <a:pt x="327" y="2038"/>
                    <a:pt x="305" y="2137"/>
                    <a:pt x="362" y="2124"/>
                  </a:cubicBezTo>
                  <a:cubicBezTo>
                    <a:pt x="357" y="2098"/>
                    <a:pt x="377" y="2048"/>
                    <a:pt x="408" y="2085"/>
                  </a:cubicBezTo>
                  <a:cubicBezTo>
                    <a:pt x="417" y="2097"/>
                    <a:pt x="402" y="2115"/>
                    <a:pt x="413" y="2125"/>
                  </a:cubicBezTo>
                  <a:cubicBezTo>
                    <a:pt x="432" y="2143"/>
                    <a:pt x="506" y="2114"/>
                    <a:pt x="498" y="2168"/>
                  </a:cubicBezTo>
                  <a:cubicBezTo>
                    <a:pt x="538" y="2175"/>
                    <a:pt x="570" y="2205"/>
                    <a:pt x="614" y="2202"/>
                  </a:cubicBezTo>
                  <a:cubicBezTo>
                    <a:pt x="634" y="2200"/>
                    <a:pt x="656" y="2177"/>
                    <a:pt x="674" y="2168"/>
                  </a:cubicBezTo>
                  <a:cubicBezTo>
                    <a:pt x="708" y="2149"/>
                    <a:pt x="752" y="2132"/>
                    <a:pt x="790" y="2128"/>
                  </a:cubicBezTo>
                  <a:cubicBezTo>
                    <a:pt x="806" y="2126"/>
                    <a:pt x="822" y="2136"/>
                    <a:pt x="838" y="2138"/>
                  </a:cubicBezTo>
                  <a:cubicBezTo>
                    <a:pt x="854" y="2140"/>
                    <a:pt x="866" y="2129"/>
                    <a:pt x="882" y="2128"/>
                  </a:cubicBezTo>
                  <a:cubicBezTo>
                    <a:pt x="902" y="2126"/>
                    <a:pt x="918" y="2134"/>
                    <a:pt x="938" y="2127"/>
                  </a:cubicBezTo>
                  <a:cubicBezTo>
                    <a:pt x="967" y="2116"/>
                    <a:pt x="981" y="2082"/>
                    <a:pt x="1014" y="2075"/>
                  </a:cubicBezTo>
                  <a:cubicBezTo>
                    <a:pt x="1077" y="2062"/>
                    <a:pt x="1127" y="2080"/>
                    <a:pt x="1190" y="2079"/>
                  </a:cubicBezTo>
                  <a:cubicBezTo>
                    <a:pt x="1211" y="2079"/>
                    <a:pt x="1224" y="2061"/>
                    <a:pt x="1246" y="2060"/>
                  </a:cubicBezTo>
                  <a:cubicBezTo>
                    <a:pt x="1314" y="2059"/>
                    <a:pt x="1393" y="2083"/>
                    <a:pt x="1458" y="2100"/>
                  </a:cubicBezTo>
                  <a:cubicBezTo>
                    <a:pt x="1497" y="2025"/>
                    <a:pt x="1555" y="2089"/>
                    <a:pt x="1614" y="2064"/>
                  </a:cubicBezTo>
                  <a:cubicBezTo>
                    <a:pt x="1594" y="2033"/>
                    <a:pt x="1612" y="2019"/>
                    <a:pt x="1646" y="2014"/>
                  </a:cubicBezTo>
                  <a:cubicBezTo>
                    <a:pt x="1677" y="2009"/>
                    <a:pt x="1706" y="2028"/>
                    <a:pt x="1738" y="2023"/>
                  </a:cubicBezTo>
                  <a:cubicBezTo>
                    <a:pt x="1837" y="2007"/>
                    <a:pt x="1949" y="1932"/>
                    <a:pt x="2025" y="1869"/>
                  </a:cubicBezTo>
                  <a:cubicBezTo>
                    <a:pt x="2055" y="1844"/>
                    <a:pt x="2093" y="1829"/>
                    <a:pt x="2122" y="1802"/>
                  </a:cubicBezTo>
                  <a:cubicBezTo>
                    <a:pt x="2168" y="1759"/>
                    <a:pt x="2207" y="1705"/>
                    <a:pt x="2256" y="1665"/>
                  </a:cubicBezTo>
                  <a:cubicBezTo>
                    <a:pt x="2297" y="1631"/>
                    <a:pt x="2346" y="1610"/>
                    <a:pt x="2381" y="1568"/>
                  </a:cubicBezTo>
                  <a:cubicBezTo>
                    <a:pt x="2438" y="1500"/>
                    <a:pt x="2488" y="1423"/>
                    <a:pt x="2539" y="1351"/>
                  </a:cubicBezTo>
                  <a:cubicBezTo>
                    <a:pt x="2548" y="1339"/>
                    <a:pt x="2546" y="1322"/>
                    <a:pt x="2554" y="1308"/>
                  </a:cubicBezTo>
                  <a:cubicBezTo>
                    <a:pt x="2568" y="1283"/>
                    <a:pt x="2592" y="1262"/>
                    <a:pt x="2611" y="1240"/>
                  </a:cubicBezTo>
                  <a:cubicBezTo>
                    <a:pt x="2658" y="1189"/>
                    <a:pt x="2731" y="1170"/>
                    <a:pt x="2771" y="1112"/>
                  </a:cubicBezTo>
                  <a:cubicBezTo>
                    <a:pt x="2808" y="1060"/>
                    <a:pt x="2801" y="997"/>
                    <a:pt x="2820" y="939"/>
                  </a:cubicBezTo>
                  <a:cubicBezTo>
                    <a:pt x="2834" y="894"/>
                    <a:pt x="2864" y="857"/>
                    <a:pt x="2854" y="808"/>
                  </a:cubicBezTo>
                  <a:cubicBezTo>
                    <a:pt x="2823" y="821"/>
                    <a:pt x="2783" y="818"/>
                    <a:pt x="2750" y="816"/>
                  </a:cubicBezTo>
                  <a:cubicBezTo>
                    <a:pt x="2736" y="815"/>
                    <a:pt x="2717" y="803"/>
                    <a:pt x="2704" y="812"/>
                  </a:cubicBezTo>
                  <a:cubicBezTo>
                    <a:pt x="2684" y="827"/>
                    <a:pt x="2688" y="875"/>
                    <a:pt x="2690" y="896"/>
                  </a:cubicBezTo>
                  <a:cubicBezTo>
                    <a:pt x="2623" y="896"/>
                    <a:pt x="2527" y="893"/>
                    <a:pt x="2514" y="808"/>
                  </a:cubicBezTo>
                  <a:cubicBezTo>
                    <a:pt x="2485" y="791"/>
                    <a:pt x="2495" y="733"/>
                    <a:pt x="2526" y="724"/>
                  </a:cubicBezTo>
                  <a:cubicBezTo>
                    <a:pt x="2539" y="696"/>
                    <a:pt x="2557" y="632"/>
                    <a:pt x="2598" y="637"/>
                  </a:cubicBezTo>
                  <a:cubicBezTo>
                    <a:pt x="2635" y="641"/>
                    <a:pt x="2657" y="680"/>
                    <a:pt x="2694" y="684"/>
                  </a:cubicBezTo>
                  <a:cubicBezTo>
                    <a:pt x="2697" y="666"/>
                    <a:pt x="2691" y="649"/>
                    <a:pt x="2695" y="632"/>
                  </a:cubicBezTo>
                  <a:cubicBezTo>
                    <a:pt x="2702" y="594"/>
                    <a:pt x="2727" y="528"/>
                    <a:pt x="2702" y="492"/>
                  </a:cubicBezTo>
                  <a:cubicBezTo>
                    <a:pt x="2711" y="479"/>
                    <a:pt x="2703" y="448"/>
                    <a:pt x="2702" y="432"/>
                  </a:cubicBezTo>
                  <a:cubicBezTo>
                    <a:pt x="2701" y="400"/>
                    <a:pt x="2697" y="345"/>
                    <a:pt x="2682" y="316"/>
                  </a:cubicBezTo>
                  <a:cubicBezTo>
                    <a:pt x="2666" y="287"/>
                    <a:pt x="2637" y="259"/>
                    <a:pt x="2627" y="226"/>
                  </a:cubicBezTo>
                  <a:cubicBezTo>
                    <a:pt x="2616" y="189"/>
                    <a:pt x="2627" y="128"/>
                    <a:pt x="2590" y="100"/>
                  </a:cubicBezTo>
                  <a:cubicBezTo>
                    <a:pt x="2578" y="36"/>
                    <a:pt x="2578" y="36"/>
                    <a:pt x="2578" y="36"/>
                  </a:cubicBezTo>
                  <a:cubicBezTo>
                    <a:pt x="2553" y="34"/>
                    <a:pt x="2526" y="24"/>
                    <a:pt x="2502" y="26"/>
                  </a:cubicBezTo>
                  <a:cubicBezTo>
                    <a:pt x="2470" y="27"/>
                    <a:pt x="2433" y="39"/>
                    <a:pt x="2402" y="34"/>
                  </a:cubicBezTo>
                  <a:cubicBezTo>
                    <a:pt x="2381" y="31"/>
                    <a:pt x="2362" y="15"/>
                    <a:pt x="2342" y="9"/>
                  </a:cubicBezTo>
                  <a:cubicBezTo>
                    <a:pt x="2321" y="3"/>
                    <a:pt x="2292" y="0"/>
                    <a:pt x="2263" y="1"/>
                  </a:cubicBezTo>
                  <a:close/>
                  <a:moveTo>
                    <a:pt x="2102" y="1128"/>
                  </a:moveTo>
                  <a:cubicBezTo>
                    <a:pt x="2126" y="1128"/>
                    <a:pt x="2136" y="1146"/>
                    <a:pt x="2158" y="1152"/>
                  </a:cubicBezTo>
                  <a:cubicBezTo>
                    <a:pt x="2172" y="1188"/>
                    <a:pt x="2210" y="1191"/>
                    <a:pt x="2235" y="1215"/>
                  </a:cubicBezTo>
                  <a:cubicBezTo>
                    <a:pt x="2275" y="1251"/>
                    <a:pt x="2217" y="1302"/>
                    <a:pt x="2194" y="1332"/>
                  </a:cubicBezTo>
                  <a:cubicBezTo>
                    <a:pt x="2194" y="1336"/>
                    <a:pt x="2194" y="1336"/>
                    <a:pt x="2194" y="1336"/>
                  </a:cubicBezTo>
                  <a:cubicBezTo>
                    <a:pt x="2206" y="1352"/>
                    <a:pt x="2206" y="1352"/>
                    <a:pt x="2206" y="1352"/>
                  </a:cubicBezTo>
                  <a:cubicBezTo>
                    <a:pt x="2178" y="1356"/>
                    <a:pt x="2160" y="1377"/>
                    <a:pt x="2134" y="1382"/>
                  </a:cubicBezTo>
                  <a:cubicBezTo>
                    <a:pt x="2112" y="1387"/>
                    <a:pt x="2086" y="1378"/>
                    <a:pt x="2068" y="1394"/>
                  </a:cubicBezTo>
                  <a:cubicBezTo>
                    <a:pt x="2048" y="1411"/>
                    <a:pt x="2036" y="1466"/>
                    <a:pt x="2013" y="1473"/>
                  </a:cubicBezTo>
                  <a:cubicBezTo>
                    <a:pt x="1982" y="1483"/>
                    <a:pt x="1951" y="1457"/>
                    <a:pt x="1933" y="1436"/>
                  </a:cubicBezTo>
                  <a:cubicBezTo>
                    <a:pt x="1896" y="1396"/>
                    <a:pt x="1864" y="1351"/>
                    <a:pt x="1842" y="1300"/>
                  </a:cubicBezTo>
                  <a:cubicBezTo>
                    <a:pt x="1869" y="1294"/>
                    <a:pt x="1890" y="1287"/>
                    <a:pt x="1902" y="1260"/>
                  </a:cubicBezTo>
                  <a:cubicBezTo>
                    <a:pt x="1914" y="1264"/>
                    <a:pt x="1914" y="1264"/>
                    <a:pt x="1914" y="1264"/>
                  </a:cubicBezTo>
                  <a:cubicBezTo>
                    <a:pt x="1923" y="1201"/>
                    <a:pt x="1986" y="1182"/>
                    <a:pt x="2034" y="1157"/>
                  </a:cubicBezTo>
                  <a:cubicBezTo>
                    <a:pt x="2055" y="1146"/>
                    <a:pt x="2078" y="1128"/>
                    <a:pt x="2102" y="1128"/>
                  </a:cubicBezTo>
                  <a:close/>
                </a:path>
              </a:pathLst>
            </a:custGeom>
            <a:solidFill>
              <a:schemeClr val="accent6"/>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37"/>
            <p:cNvSpPr>
              <a:spLocks/>
            </p:cNvSpPr>
            <p:nvPr/>
          </p:nvSpPr>
          <p:spPr bwMode="auto">
            <a:xfrm>
              <a:off x="3741738" y="3486150"/>
              <a:ext cx="1588" cy="1588"/>
            </a:xfrm>
            <a:custGeom>
              <a:avLst/>
              <a:gdLst/>
              <a:ahLst/>
              <a:cxnLst>
                <a:cxn ang="0">
                  <a:pos x="0" y="0"/>
                </a:cxn>
                <a:cxn ang="0">
                  <a:pos x="0" y="1"/>
                </a:cxn>
                <a:cxn ang="0">
                  <a:pos x="0" y="0"/>
                </a:cxn>
              </a:cxnLst>
              <a:rect l="0" t="0" r="r" b="b"/>
              <a:pathLst>
                <a:path h="1">
                  <a:moveTo>
                    <a:pt x="0" y="0"/>
                  </a:moveTo>
                  <a:lnTo>
                    <a:pt x="0" y="1"/>
                  </a:lnTo>
                  <a:lnTo>
                    <a:pt x="0"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8"/>
            <p:cNvSpPr>
              <a:spLocks/>
            </p:cNvSpPr>
            <p:nvPr/>
          </p:nvSpPr>
          <p:spPr bwMode="auto">
            <a:xfrm>
              <a:off x="3224213" y="3289300"/>
              <a:ext cx="533400" cy="822325"/>
            </a:xfrm>
            <a:custGeom>
              <a:avLst/>
              <a:gdLst/>
              <a:ahLst/>
              <a:cxnLst>
                <a:cxn ang="0">
                  <a:pos x="1320" y="184"/>
                </a:cxn>
                <a:cxn ang="0">
                  <a:pos x="1156" y="190"/>
                </a:cxn>
                <a:cxn ang="0">
                  <a:pos x="1040" y="212"/>
                </a:cxn>
                <a:cxn ang="0">
                  <a:pos x="928" y="191"/>
                </a:cxn>
                <a:cxn ang="0">
                  <a:pos x="760" y="224"/>
                </a:cxn>
                <a:cxn ang="0">
                  <a:pos x="746" y="392"/>
                </a:cxn>
                <a:cxn ang="0">
                  <a:pos x="828" y="546"/>
                </a:cxn>
                <a:cxn ang="0">
                  <a:pos x="978" y="732"/>
                </a:cxn>
                <a:cxn ang="0">
                  <a:pos x="962" y="967"/>
                </a:cxn>
                <a:cxn ang="0">
                  <a:pos x="852" y="1048"/>
                </a:cxn>
                <a:cxn ang="0">
                  <a:pos x="864" y="1128"/>
                </a:cxn>
                <a:cxn ang="0">
                  <a:pos x="732" y="988"/>
                </a:cxn>
                <a:cxn ang="0">
                  <a:pos x="716" y="928"/>
                </a:cxn>
                <a:cxn ang="0">
                  <a:pos x="760" y="760"/>
                </a:cxn>
                <a:cxn ang="0">
                  <a:pos x="732" y="676"/>
                </a:cxn>
                <a:cxn ang="0">
                  <a:pos x="544" y="644"/>
                </a:cxn>
                <a:cxn ang="0">
                  <a:pos x="128" y="739"/>
                </a:cxn>
                <a:cxn ang="0">
                  <a:pos x="35" y="908"/>
                </a:cxn>
                <a:cxn ang="0">
                  <a:pos x="176" y="966"/>
                </a:cxn>
                <a:cxn ang="0">
                  <a:pos x="268" y="1005"/>
                </a:cxn>
                <a:cxn ang="0">
                  <a:pos x="396" y="1050"/>
                </a:cxn>
                <a:cxn ang="0">
                  <a:pos x="481" y="1188"/>
                </a:cxn>
                <a:cxn ang="0">
                  <a:pos x="496" y="1368"/>
                </a:cxn>
                <a:cxn ang="0">
                  <a:pos x="429" y="1472"/>
                </a:cxn>
                <a:cxn ang="0">
                  <a:pos x="446" y="1544"/>
                </a:cxn>
                <a:cxn ang="0">
                  <a:pos x="487" y="1632"/>
                </a:cxn>
                <a:cxn ang="0">
                  <a:pos x="397" y="1757"/>
                </a:cxn>
                <a:cxn ang="0">
                  <a:pos x="388" y="1876"/>
                </a:cxn>
                <a:cxn ang="0">
                  <a:pos x="229" y="2200"/>
                </a:cxn>
                <a:cxn ang="0">
                  <a:pos x="311" y="2432"/>
                </a:cxn>
                <a:cxn ang="0">
                  <a:pos x="299" y="2664"/>
                </a:cxn>
                <a:cxn ang="0">
                  <a:pos x="320" y="2770"/>
                </a:cxn>
                <a:cxn ang="0">
                  <a:pos x="316" y="2846"/>
                </a:cxn>
                <a:cxn ang="0">
                  <a:pos x="488" y="2702"/>
                </a:cxn>
                <a:cxn ang="0">
                  <a:pos x="620" y="2539"/>
                </a:cxn>
                <a:cxn ang="0">
                  <a:pos x="900" y="2324"/>
                </a:cxn>
                <a:cxn ang="0">
                  <a:pos x="948" y="2156"/>
                </a:cxn>
                <a:cxn ang="0">
                  <a:pos x="916" y="2116"/>
                </a:cxn>
                <a:cxn ang="0">
                  <a:pos x="908" y="2080"/>
                </a:cxn>
                <a:cxn ang="0">
                  <a:pos x="900" y="2012"/>
                </a:cxn>
                <a:cxn ang="0">
                  <a:pos x="850" y="1868"/>
                </a:cxn>
                <a:cxn ang="0">
                  <a:pos x="840" y="1772"/>
                </a:cxn>
                <a:cxn ang="0">
                  <a:pos x="800" y="1644"/>
                </a:cxn>
                <a:cxn ang="0">
                  <a:pos x="960" y="1501"/>
                </a:cxn>
                <a:cxn ang="0">
                  <a:pos x="1028" y="1468"/>
                </a:cxn>
                <a:cxn ang="0">
                  <a:pos x="1220" y="1270"/>
                </a:cxn>
                <a:cxn ang="0">
                  <a:pos x="1546" y="1132"/>
                </a:cxn>
                <a:cxn ang="0">
                  <a:pos x="1688" y="1004"/>
                </a:cxn>
                <a:cxn ang="0">
                  <a:pos x="1704" y="1000"/>
                </a:cxn>
                <a:cxn ang="0">
                  <a:pos x="1801" y="875"/>
                </a:cxn>
                <a:cxn ang="0">
                  <a:pos x="1816" y="688"/>
                </a:cxn>
                <a:cxn ang="0">
                  <a:pos x="1800" y="648"/>
                </a:cxn>
                <a:cxn ang="0">
                  <a:pos x="1808" y="540"/>
                </a:cxn>
                <a:cxn ang="0">
                  <a:pos x="1808" y="508"/>
                </a:cxn>
                <a:cxn ang="0">
                  <a:pos x="1812" y="432"/>
                </a:cxn>
                <a:cxn ang="0">
                  <a:pos x="1780" y="440"/>
                </a:cxn>
                <a:cxn ang="0">
                  <a:pos x="1820" y="400"/>
                </a:cxn>
                <a:cxn ang="0">
                  <a:pos x="1779" y="212"/>
                </a:cxn>
                <a:cxn ang="0">
                  <a:pos x="1816" y="68"/>
                </a:cxn>
                <a:cxn ang="0">
                  <a:pos x="1780" y="0"/>
                </a:cxn>
                <a:cxn ang="0">
                  <a:pos x="1572" y="113"/>
                </a:cxn>
                <a:cxn ang="0">
                  <a:pos x="1432" y="153"/>
                </a:cxn>
                <a:cxn ang="0">
                  <a:pos x="1324" y="144"/>
                </a:cxn>
              </a:cxnLst>
              <a:rect l="0" t="0" r="r" b="b"/>
              <a:pathLst>
                <a:path w="1868" h="2879">
                  <a:moveTo>
                    <a:pt x="1324" y="144"/>
                  </a:moveTo>
                  <a:cubicBezTo>
                    <a:pt x="1320" y="184"/>
                    <a:pt x="1320" y="184"/>
                    <a:pt x="1320" y="184"/>
                  </a:cubicBezTo>
                  <a:cubicBezTo>
                    <a:pt x="1244" y="212"/>
                    <a:pt x="1244" y="212"/>
                    <a:pt x="1244" y="212"/>
                  </a:cubicBezTo>
                  <a:cubicBezTo>
                    <a:pt x="1156" y="190"/>
                    <a:pt x="1156" y="190"/>
                    <a:pt x="1156" y="190"/>
                  </a:cubicBezTo>
                  <a:cubicBezTo>
                    <a:pt x="1116" y="213"/>
                    <a:pt x="1116" y="213"/>
                    <a:pt x="1116" y="213"/>
                  </a:cubicBezTo>
                  <a:cubicBezTo>
                    <a:pt x="1040" y="212"/>
                    <a:pt x="1040" y="212"/>
                    <a:pt x="1040" y="212"/>
                  </a:cubicBezTo>
                  <a:cubicBezTo>
                    <a:pt x="1046" y="183"/>
                    <a:pt x="1002" y="160"/>
                    <a:pt x="976" y="165"/>
                  </a:cubicBezTo>
                  <a:cubicBezTo>
                    <a:pt x="956" y="169"/>
                    <a:pt x="947" y="188"/>
                    <a:pt x="928" y="191"/>
                  </a:cubicBezTo>
                  <a:cubicBezTo>
                    <a:pt x="882" y="199"/>
                    <a:pt x="816" y="169"/>
                    <a:pt x="773" y="190"/>
                  </a:cubicBezTo>
                  <a:cubicBezTo>
                    <a:pt x="761" y="196"/>
                    <a:pt x="764" y="213"/>
                    <a:pt x="760" y="224"/>
                  </a:cubicBezTo>
                  <a:cubicBezTo>
                    <a:pt x="750" y="248"/>
                    <a:pt x="728" y="266"/>
                    <a:pt x="722" y="292"/>
                  </a:cubicBezTo>
                  <a:cubicBezTo>
                    <a:pt x="714" y="324"/>
                    <a:pt x="739" y="362"/>
                    <a:pt x="746" y="392"/>
                  </a:cubicBezTo>
                  <a:cubicBezTo>
                    <a:pt x="755" y="428"/>
                    <a:pt x="740" y="479"/>
                    <a:pt x="759" y="512"/>
                  </a:cubicBezTo>
                  <a:cubicBezTo>
                    <a:pt x="774" y="536"/>
                    <a:pt x="807" y="526"/>
                    <a:pt x="828" y="546"/>
                  </a:cubicBezTo>
                  <a:cubicBezTo>
                    <a:pt x="865" y="583"/>
                    <a:pt x="893" y="626"/>
                    <a:pt x="925" y="667"/>
                  </a:cubicBezTo>
                  <a:cubicBezTo>
                    <a:pt x="942" y="687"/>
                    <a:pt x="970" y="706"/>
                    <a:pt x="978" y="732"/>
                  </a:cubicBezTo>
                  <a:cubicBezTo>
                    <a:pt x="987" y="765"/>
                    <a:pt x="971" y="789"/>
                    <a:pt x="972" y="820"/>
                  </a:cubicBezTo>
                  <a:cubicBezTo>
                    <a:pt x="973" y="862"/>
                    <a:pt x="994" y="931"/>
                    <a:pt x="962" y="967"/>
                  </a:cubicBezTo>
                  <a:cubicBezTo>
                    <a:pt x="941" y="991"/>
                    <a:pt x="915" y="969"/>
                    <a:pt x="892" y="985"/>
                  </a:cubicBezTo>
                  <a:cubicBezTo>
                    <a:pt x="869" y="1002"/>
                    <a:pt x="879" y="1034"/>
                    <a:pt x="852" y="1048"/>
                  </a:cubicBezTo>
                  <a:cubicBezTo>
                    <a:pt x="854" y="1077"/>
                    <a:pt x="919" y="1151"/>
                    <a:pt x="848" y="1152"/>
                  </a:cubicBezTo>
                  <a:cubicBezTo>
                    <a:pt x="864" y="1128"/>
                    <a:pt x="864" y="1128"/>
                    <a:pt x="864" y="1128"/>
                  </a:cubicBezTo>
                  <a:cubicBezTo>
                    <a:pt x="864" y="1100"/>
                    <a:pt x="864" y="1100"/>
                    <a:pt x="864" y="1100"/>
                  </a:cubicBezTo>
                  <a:cubicBezTo>
                    <a:pt x="811" y="1085"/>
                    <a:pt x="770" y="1026"/>
                    <a:pt x="732" y="988"/>
                  </a:cubicBezTo>
                  <a:cubicBezTo>
                    <a:pt x="732" y="984"/>
                    <a:pt x="732" y="984"/>
                    <a:pt x="732" y="984"/>
                  </a:cubicBezTo>
                  <a:cubicBezTo>
                    <a:pt x="747" y="961"/>
                    <a:pt x="709" y="951"/>
                    <a:pt x="716" y="928"/>
                  </a:cubicBezTo>
                  <a:cubicBezTo>
                    <a:pt x="727" y="896"/>
                    <a:pt x="758" y="866"/>
                    <a:pt x="765" y="832"/>
                  </a:cubicBezTo>
                  <a:cubicBezTo>
                    <a:pt x="769" y="811"/>
                    <a:pt x="762" y="782"/>
                    <a:pt x="760" y="760"/>
                  </a:cubicBezTo>
                  <a:cubicBezTo>
                    <a:pt x="758" y="734"/>
                    <a:pt x="761" y="710"/>
                    <a:pt x="736" y="696"/>
                  </a:cubicBezTo>
                  <a:cubicBezTo>
                    <a:pt x="732" y="676"/>
                    <a:pt x="732" y="676"/>
                    <a:pt x="732" y="676"/>
                  </a:cubicBezTo>
                  <a:cubicBezTo>
                    <a:pt x="600" y="699"/>
                    <a:pt x="600" y="699"/>
                    <a:pt x="600" y="699"/>
                  </a:cubicBezTo>
                  <a:cubicBezTo>
                    <a:pt x="544" y="644"/>
                    <a:pt x="544" y="644"/>
                    <a:pt x="544" y="644"/>
                  </a:cubicBezTo>
                  <a:cubicBezTo>
                    <a:pt x="540" y="586"/>
                    <a:pt x="447" y="637"/>
                    <a:pt x="416" y="649"/>
                  </a:cubicBezTo>
                  <a:cubicBezTo>
                    <a:pt x="323" y="686"/>
                    <a:pt x="223" y="712"/>
                    <a:pt x="128" y="739"/>
                  </a:cubicBezTo>
                  <a:cubicBezTo>
                    <a:pt x="86" y="750"/>
                    <a:pt x="42" y="776"/>
                    <a:pt x="0" y="780"/>
                  </a:cubicBezTo>
                  <a:cubicBezTo>
                    <a:pt x="35" y="908"/>
                    <a:pt x="35" y="908"/>
                    <a:pt x="35" y="908"/>
                  </a:cubicBezTo>
                  <a:cubicBezTo>
                    <a:pt x="42" y="960"/>
                    <a:pt x="42" y="960"/>
                    <a:pt x="42" y="960"/>
                  </a:cubicBezTo>
                  <a:cubicBezTo>
                    <a:pt x="176" y="966"/>
                    <a:pt x="176" y="966"/>
                    <a:pt x="176" y="966"/>
                  </a:cubicBezTo>
                  <a:cubicBezTo>
                    <a:pt x="212" y="990"/>
                    <a:pt x="212" y="990"/>
                    <a:pt x="212" y="990"/>
                  </a:cubicBezTo>
                  <a:cubicBezTo>
                    <a:pt x="268" y="1005"/>
                    <a:pt x="268" y="1005"/>
                    <a:pt x="268" y="1005"/>
                  </a:cubicBezTo>
                  <a:cubicBezTo>
                    <a:pt x="304" y="1037"/>
                    <a:pt x="304" y="1037"/>
                    <a:pt x="304" y="1037"/>
                  </a:cubicBezTo>
                  <a:cubicBezTo>
                    <a:pt x="396" y="1050"/>
                    <a:pt x="396" y="1050"/>
                    <a:pt x="396" y="1050"/>
                  </a:cubicBezTo>
                  <a:cubicBezTo>
                    <a:pt x="476" y="1092"/>
                    <a:pt x="476" y="1092"/>
                    <a:pt x="476" y="1092"/>
                  </a:cubicBezTo>
                  <a:cubicBezTo>
                    <a:pt x="453" y="1129"/>
                    <a:pt x="478" y="1149"/>
                    <a:pt x="481" y="1188"/>
                  </a:cubicBezTo>
                  <a:cubicBezTo>
                    <a:pt x="487" y="1241"/>
                    <a:pt x="465" y="1289"/>
                    <a:pt x="484" y="1340"/>
                  </a:cubicBezTo>
                  <a:cubicBezTo>
                    <a:pt x="472" y="1351"/>
                    <a:pt x="485" y="1361"/>
                    <a:pt x="496" y="1368"/>
                  </a:cubicBezTo>
                  <a:cubicBezTo>
                    <a:pt x="470" y="1399"/>
                    <a:pt x="472" y="1401"/>
                    <a:pt x="468" y="1440"/>
                  </a:cubicBezTo>
                  <a:cubicBezTo>
                    <a:pt x="447" y="1437"/>
                    <a:pt x="423" y="1446"/>
                    <a:pt x="429" y="1472"/>
                  </a:cubicBezTo>
                  <a:cubicBezTo>
                    <a:pt x="433" y="1489"/>
                    <a:pt x="456" y="1487"/>
                    <a:pt x="459" y="1504"/>
                  </a:cubicBezTo>
                  <a:cubicBezTo>
                    <a:pt x="463" y="1519"/>
                    <a:pt x="449" y="1530"/>
                    <a:pt x="446" y="1544"/>
                  </a:cubicBezTo>
                  <a:cubicBezTo>
                    <a:pt x="443" y="1556"/>
                    <a:pt x="452" y="1569"/>
                    <a:pt x="456" y="1580"/>
                  </a:cubicBezTo>
                  <a:cubicBezTo>
                    <a:pt x="465" y="1600"/>
                    <a:pt x="493" y="1607"/>
                    <a:pt x="487" y="1632"/>
                  </a:cubicBezTo>
                  <a:cubicBezTo>
                    <a:pt x="481" y="1662"/>
                    <a:pt x="456" y="1709"/>
                    <a:pt x="434" y="1731"/>
                  </a:cubicBezTo>
                  <a:cubicBezTo>
                    <a:pt x="423" y="1742"/>
                    <a:pt x="405" y="1744"/>
                    <a:pt x="397" y="1757"/>
                  </a:cubicBezTo>
                  <a:cubicBezTo>
                    <a:pt x="386" y="1774"/>
                    <a:pt x="400" y="1790"/>
                    <a:pt x="396" y="1808"/>
                  </a:cubicBezTo>
                  <a:cubicBezTo>
                    <a:pt x="389" y="1840"/>
                    <a:pt x="363" y="1842"/>
                    <a:pt x="388" y="1876"/>
                  </a:cubicBezTo>
                  <a:cubicBezTo>
                    <a:pt x="306" y="1914"/>
                    <a:pt x="270" y="2031"/>
                    <a:pt x="184" y="2064"/>
                  </a:cubicBezTo>
                  <a:cubicBezTo>
                    <a:pt x="198" y="2108"/>
                    <a:pt x="220" y="2154"/>
                    <a:pt x="229" y="2200"/>
                  </a:cubicBezTo>
                  <a:cubicBezTo>
                    <a:pt x="233" y="2217"/>
                    <a:pt x="225" y="2235"/>
                    <a:pt x="231" y="2252"/>
                  </a:cubicBezTo>
                  <a:cubicBezTo>
                    <a:pt x="255" y="2315"/>
                    <a:pt x="302" y="2363"/>
                    <a:pt x="311" y="2432"/>
                  </a:cubicBezTo>
                  <a:cubicBezTo>
                    <a:pt x="316" y="2477"/>
                    <a:pt x="316" y="2535"/>
                    <a:pt x="311" y="2580"/>
                  </a:cubicBezTo>
                  <a:cubicBezTo>
                    <a:pt x="307" y="2606"/>
                    <a:pt x="296" y="2639"/>
                    <a:pt x="299" y="2664"/>
                  </a:cubicBezTo>
                  <a:cubicBezTo>
                    <a:pt x="301" y="2684"/>
                    <a:pt x="316" y="2713"/>
                    <a:pt x="322" y="2731"/>
                  </a:cubicBezTo>
                  <a:cubicBezTo>
                    <a:pt x="327" y="2743"/>
                    <a:pt x="319" y="2757"/>
                    <a:pt x="320" y="2770"/>
                  </a:cubicBezTo>
                  <a:cubicBezTo>
                    <a:pt x="322" y="2796"/>
                    <a:pt x="332" y="2819"/>
                    <a:pt x="332" y="2846"/>
                  </a:cubicBezTo>
                  <a:cubicBezTo>
                    <a:pt x="316" y="2846"/>
                    <a:pt x="316" y="2846"/>
                    <a:pt x="316" y="2846"/>
                  </a:cubicBezTo>
                  <a:cubicBezTo>
                    <a:pt x="339" y="2879"/>
                    <a:pt x="435" y="2862"/>
                    <a:pt x="472" y="2862"/>
                  </a:cubicBezTo>
                  <a:cubicBezTo>
                    <a:pt x="488" y="2702"/>
                    <a:pt x="488" y="2702"/>
                    <a:pt x="488" y="2702"/>
                  </a:cubicBezTo>
                  <a:cubicBezTo>
                    <a:pt x="415" y="2710"/>
                    <a:pt x="468" y="2612"/>
                    <a:pt x="500" y="2595"/>
                  </a:cubicBezTo>
                  <a:cubicBezTo>
                    <a:pt x="538" y="2575"/>
                    <a:pt x="578" y="2552"/>
                    <a:pt x="620" y="2539"/>
                  </a:cubicBezTo>
                  <a:cubicBezTo>
                    <a:pt x="746" y="2500"/>
                    <a:pt x="919" y="2469"/>
                    <a:pt x="932" y="2308"/>
                  </a:cubicBezTo>
                  <a:cubicBezTo>
                    <a:pt x="900" y="2324"/>
                    <a:pt x="900" y="2324"/>
                    <a:pt x="900" y="2324"/>
                  </a:cubicBezTo>
                  <a:cubicBezTo>
                    <a:pt x="900" y="2281"/>
                    <a:pt x="917" y="2191"/>
                    <a:pt x="948" y="2160"/>
                  </a:cubicBezTo>
                  <a:cubicBezTo>
                    <a:pt x="948" y="2156"/>
                    <a:pt x="948" y="2156"/>
                    <a:pt x="948" y="2156"/>
                  </a:cubicBezTo>
                  <a:cubicBezTo>
                    <a:pt x="928" y="2156"/>
                    <a:pt x="928" y="2156"/>
                    <a:pt x="928" y="2156"/>
                  </a:cubicBezTo>
                  <a:cubicBezTo>
                    <a:pt x="916" y="2116"/>
                    <a:pt x="916" y="2116"/>
                    <a:pt x="916" y="2116"/>
                  </a:cubicBezTo>
                  <a:cubicBezTo>
                    <a:pt x="946" y="2090"/>
                    <a:pt x="930" y="2043"/>
                    <a:pt x="924" y="2012"/>
                  </a:cubicBezTo>
                  <a:cubicBezTo>
                    <a:pt x="892" y="2023"/>
                    <a:pt x="904" y="2053"/>
                    <a:pt x="908" y="2080"/>
                  </a:cubicBezTo>
                  <a:cubicBezTo>
                    <a:pt x="885" y="2067"/>
                    <a:pt x="889" y="2036"/>
                    <a:pt x="900" y="2016"/>
                  </a:cubicBezTo>
                  <a:cubicBezTo>
                    <a:pt x="900" y="2012"/>
                    <a:pt x="900" y="2012"/>
                    <a:pt x="900" y="2012"/>
                  </a:cubicBezTo>
                  <a:cubicBezTo>
                    <a:pt x="886" y="1940"/>
                    <a:pt x="886" y="1940"/>
                    <a:pt x="886" y="1940"/>
                  </a:cubicBezTo>
                  <a:cubicBezTo>
                    <a:pt x="850" y="1868"/>
                    <a:pt x="850" y="1868"/>
                    <a:pt x="850" y="1868"/>
                  </a:cubicBezTo>
                  <a:cubicBezTo>
                    <a:pt x="857" y="1820"/>
                    <a:pt x="857" y="1820"/>
                    <a:pt x="857" y="1820"/>
                  </a:cubicBezTo>
                  <a:cubicBezTo>
                    <a:pt x="840" y="1772"/>
                    <a:pt x="840" y="1772"/>
                    <a:pt x="840" y="1772"/>
                  </a:cubicBezTo>
                  <a:cubicBezTo>
                    <a:pt x="787" y="1759"/>
                    <a:pt x="787" y="1732"/>
                    <a:pt x="793" y="1688"/>
                  </a:cubicBezTo>
                  <a:cubicBezTo>
                    <a:pt x="795" y="1673"/>
                    <a:pt x="790" y="1656"/>
                    <a:pt x="800" y="1644"/>
                  </a:cubicBezTo>
                  <a:cubicBezTo>
                    <a:pt x="796" y="1628"/>
                    <a:pt x="796" y="1628"/>
                    <a:pt x="796" y="1628"/>
                  </a:cubicBezTo>
                  <a:cubicBezTo>
                    <a:pt x="858" y="1642"/>
                    <a:pt x="921" y="1537"/>
                    <a:pt x="960" y="1501"/>
                  </a:cubicBezTo>
                  <a:cubicBezTo>
                    <a:pt x="979" y="1483"/>
                    <a:pt x="1004" y="1473"/>
                    <a:pt x="1024" y="1456"/>
                  </a:cubicBezTo>
                  <a:cubicBezTo>
                    <a:pt x="1028" y="1468"/>
                    <a:pt x="1028" y="1468"/>
                    <a:pt x="1028" y="1468"/>
                  </a:cubicBezTo>
                  <a:cubicBezTo>
                    <a:pt x="1061" y="1460"/>
                    <a:pt x="1076" y="1433"/>
                    <a:pt x="1097" y="1409"/>
                  </a:cubicBezTo>
                  <a:cubicBezTo>
                    <a:pt x="1134" y="1365"/>
                    <a:pt x="1175" y="1305"/>
                    <a:pt x="1220" y="1270"/>
                  </a:cubicBezTo>
                  <a:cubicBezTo>
                    <a:pt x="1286" y="1219"/>
                    <a:pt x="1374" y="1183"/>
                    <a:pt x="1452" y="1154"/>
                  </a:cubicBezTo>
                  <a:cubicBezTo>
                    <a:pt x="1481" y="1143"/>
                    <a:pt x="1520" y="1151"/>
                    <a:pt x="1546" y="1132"/>
                  </a:cubicBezTo>
                  <a:cubicBezTo>
                    <a:pt x="1560" y="1122"/>
                    <a:pt x="1565" y="1105"/>
                    <a:pt x="1580" y="1095"/>
                  </a:cubicBezTo>
                  <a:cubicBezTo>
                    <a:pt x="1611" y="1074"/>
                    <a:pt x="1701" y="1052"/>
                    <a:pt x="1688" y="1004"/>
                  </a:cubicBezTo>
                  <a:cubicBezTo>
                    <a:pt x="1696" y="996"/>
                    <a:pt x="1696" y="996"/>
                    <a:pt x="1696" y="996"/>
                  </a:cubicBezTo>
                  <a:cubicBezTo>
                    <a:pt x="1704" y="1000"/>
                    <a:pt x="1704" y="1000"/>
                    <a:pt x="1704" y="1000"/>
                  </a:cubicBezTo>
                  <a:cubicBezTo>
                    <a:pt x="1716" y="982"/>
                    <a:pt x="1723" y="962"/>
                    <a:pt x="1735" y="945"/>
                  </a:cubicBezTo>
                  <a:cubicBezTo>
                    <a:pt x="1752" y="919"/>
                    <a:pt x="1782" y="900"/>
                    <a:pt x="1801" y="875"/>
                  </a:cubicBezTo>
                  <a:cubicBezTo>
                    <a:pt x="1822" y="848"/>
                    <a:pt x="1831" y="809"/>
                    <a:pt x="1840" y="776"/>
                  </a:cubicBezTo>
                  <a:cubicBezTo>
                    <a:pt x="1848" y="749"/>
                    <a:pt x="1868" y="667"/>
                    <a:pt x="1816" y="688"/>
                  </a:cubicBezTo>
                  <a:cubicBezTo>
                    <a:pt x="1828" y="671"/>
                    <a:pt x="1832" y="660"/>
                    <a:pt x="1824" y="640"/>
                  </a:cubicBezTo>
                  <a:cubicBezTo>
                    <a:pt x="1800" y="648"/>
                    <a:pt x="1800" y="648"/>
                    <a:pt x="1800" y="648"/>
                  </a:cubicBezTo>
                  <a:cubicBezTo>
                    <a:pt x="1800" y="644"/>
                    <a:pt x="1800" y="644"/>
                    <a:pt x="1800" y="644"/>
                  </a:cubicBezTo>
                  <a:cubicBezTo>
                    <a:pt x="1839" y="618"/>
                    <a:pt x="1789" y="575"/>
                    <a:pt x="1808" y="540"/>
                  </a:cubicBezTo>
                  <a:cubicBezTo>
                    <a:pt x="1808" y="536"/>
                    <a:pt x="1808" y="536"/>
                    <a:pt x="1808" y="536"/>
                  </a:cubicBezTo>
                  <a:cubicBezTo>
                    <a:pt x="1801" y="524"/>
                    <a:pt x="1800" y="519"/>
                    <a:pt x="1808" y="508"/>
                  </a:cubicBezTo>
                  <a:cubicBezTo>
                    <a:pt x="1808" y="504"/>
                    <a:pt x="1808" y="504"/>
                    <a:pt x="1808" y="504"/>
                  </a:cubicBezTo>
                  <a:cubicBezTo>
                    <a:pt x="1795" y="484"/>
                    <a:pt x="1803" y="453"/>
                    <a:pt x="1812" y="432"/>
                  </a:cubicBezTo>
                  <a:cubicBezTo>
                    <a:pt x="1798" y="428"/>
                    <a:pt x="1791" y="428"/>
                    <a:pt x="1784" y="440"/>
                  </a:cubicBezTo>
                  <a:cubicBezTo>
                    <a:pt x="1780" y="440"/>
                    <a:pt x="1780" y="440"/>
                    <a:pt x="1780" y="440"/>
                  </a:cubicBezTo>
                  <a:cubicBezTo>
                    <a:pt x="1780" y="424"/>
                    <a:pt x="1780" y="424"/>
                    <a:pt x="1780" y="424"/>
                  </a:cubicBezTo>
                  <a:cubicBezTo>
                    <a:pt x="1820" y="400"/>
                    <a:pt x="1820" y="400"/>
                    <a:pt x="1820" y="400"/>
                  </a:cubicBezTo>
                  <a:cubicBezTo>
                    <a:pt x="1788" y="352"/>
                    <a:pt x="1788" y="352"/>
                    <a:pt x="1788" y="352"/>
                  </a:cubicBezTo>
                  <a:cubicBezTo>
                    <a:pt x="1809" y="302"/>
                    <a:pt x="1784" y="261"/>
                    <a:pt x="1779" y="212"/>
                  </a:cubicBezTo>
                  <a:cubicBezTo>
                    <a:pt x="1775" y="179"/>
                    <a:pt x="1785" y="142"/>
                    <a:pt x="1796" y="112"/>
                  </a:cubicBezTo>
                  <a:cubicBezTo>
                    <a:pt x="1804" y="92"/>
                    <a:pt x="1796" y="82"/>
                    <a:pt x="1816" y="68"/>
                  </a:cubicBezTo>
                  <a:cubicBezTo>
                    <a:pt x="1796" y="52"/>
                    <a:pt x="1796" y="52"/>
                    <a:pt x="1796" y="52"/>
                  </a:cubicBezTo>
                  <a:cubicBezTo>
                    <a:pt x="1806" y="37"/>
                    <a:pt x="1807" y="0"/>
                    <a:pt x="1780" y="0"/>
                  </a:cubicBezTo>
                  <a:cubicBezTo>
                    <a:pt x="1758" y="0"/>
                    <a:pt x="1725" y="35"/>
                    <a:pt x="1708" y="46"/>
                  </a:cubicBezTo>
                  <a:cubicBezTo>
                    <a:pt x="1670" y="72"/>
                    <a:pt x="1614" y="98"/>
                    <a:pt x="1572" y="113"/>
                  </a:cubicBezTo>
                  <a:cubicBezTo>
                    <a:pt x="1554" y="119"/>
                    <a:pt x="1534" y="110"/>
                    <a:pt x="1516" y="116"/>
                  </a:cubicBezTo>
                  <a:cubicBezTo>
                    <a:pt x="1490" y="124"/>
                    <a:pt x="1457" y="153"/>
                    <a:pt x="1432" y="153"/>
                  </a:cubicBezTo>
                  <a:cubicBezTo>
                    <a:pt x="1412" y="153"/>
                    <a:pt x="1391" y="138"/>
                    <a:pt x="1372" y="135"/>
                  </a:cubicBezTo>
                  <a:cubicBezTo>
                    <a:pt x="1356" y="132"/>
                    <a:pt x="1339" y="140"/>
                    <a:pt x="1324" y="144"/>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9"/>
            <p:cNvSpPr>
              <a:spLocks/>
            </p:cNvSpPr>
            <p:nvPr/>
          </p:nvSpPr>
          <p:spPr bwMode="auto">
            <a:xfrm>
              <a:off x="3834878" y="3357563"/>
              <a:ext cx="365125" cy="685800"/>
            </a:xfrm>
            <a:custGeom>
              <a:avLst/>
              <a:gdLst/>
              <a:ahLst/>
              <a:cxnLst>
                <a:cxn ang="0">
                  <a:pos x="1032" y="49"/>
                </a:cxn>
                <a:cxn ang="0">
                  <a:pos x="952" y="97"/>
                </a:cxn>
                <a:cxn ang="0">
                  <a:pos x="973" y="209"/>
                </a:cxn>
                <a:cxn ang="0">
                  <a:pos x="912" y="289"/>
                </a:cxn>
                <a:cxn ang="0">
                  <a:pos x="872" y="337"/>
                </a:cxn>
                <a:cxn ang="0">
                  <a:pos x="828" y="365"/>
                </a:cxn>
                <a:cxn ang="0">
                  <a:pos x="816" y="373"/>
                </a:cxn>
                <a:cxn ang="0">
                  <a:pos x="824" y="385"/>
                </a:cxn>
                <a:cxn ang="0">
                  <a:pos x="832" y="425"/>
                </a:cxn>
                <a:cxn ang="0">
                  <a:pos x="828" y="505"/>
                </a:cxn>
                <a:cxn ang="0">
                  <a:pos x="778" y="489"/>
                </a:cxn>
                <a:cxn ang="0">
                  <a:pos x="749" y="498"/>
                </a:cxn>
                <a:cxn ang="0">
                  <a:pos x="688" y="621"/>
                </a:cxn>
                <a:cxn ang="0">
                  <a:pos x="652" y="577"/>
                </a:cxn>
                <a:cxn ang="0">
                  <a:pos x="528" y="665"/>
                </a:cxn>
                <a:cxn ang="0">
                  <a:pos x="420" y="721"/>
                </a:cxn>
                <a:cxn ang="0">
                  <a:pos x="376" y="733"/>
                </a:cxn>
                <a:cxn ang="0">
                  <a:pos x="364" y="705"/>
                </a:cxn>
                <a:cxn ang="0">
                  <a:pos x="207" y="762"/>
                </a:cxn>
                <a:cxn ang="0">
                  <a:pos x="118" y="981"/>
                </a:cxn>
                <a:cxn ang="0">
                  <a:pos x="141" y="1137"/>
                </a:cxn>
                <a:cxn ang="0">
                  <a:pos x="175" y="1257"/>
                </a:cxn>
                <a:cxn ang="0">
                  <a:pos x="198" y="1369"/>
                </a:cxn>
                <a:cxn ang="0">
                  <a:pos x="164" y="1489"/>
                </a:cxn>
                <a:cxn ang="0">
                  <a:pos x="37" y="1692"/>
                </a:cxn>
                <a:cxn ang="0">
                  <a:pos x="24" y="1913"/>
                </a:cxn>
                <a:cxn ang="0">
                  <a:pos x="68" y="2061"/>
                </a:cxn>
                <a:cxn ang="0">
                  <a:pos x="114" y="2213"/>
                </a:cxn>
                <a:cxn ang="0">
                  <a:pos x="284" y="2347"/>
                </a:cxn>
                <a:cxn ang="0">
                  <a:pos x="540" y="2315"/>
                </a:cxn>
                <a:cxn ang="0">
                  <a:pos x="722" y="2165"/>
                </a:cxn>
                <a:cxn ang="0">
                  <a:pos x="815" y="1861"/>
                </a:cxn>
                <a:cxn ang="0">
                  <a:pos x="923" y="1537"/>
                </a:cxn>
                <a:cxn ang="0">
                  <a:pos x="1046" y="1193"/>
                </a:cxn>
                <a:cxn ang="0">
                  <a:pos x="1144" y="869"/>
                </a:cxn>
                <a:cxn ang="0">
                  <a:pos x="1155" y="758"/>
                </a:cxn>
                <a:cxn ang="0">
                  <a:pos x="1140" y="701"/>
                </a:cxn>
                <a:cxn ang="0">
                  <a:pos x="1156" y="633"/>
                </a:cxn>
                <a:cxn ang="0">
                  <a:pos x="1224" y="717"/>
                </a:cxn>
                <a:cxn ang="0">
                  <a:pos x="1272" y="593"/>
                </a:cxn>
                <a:cxn ang="0">
                  <a:pos x="1212" y="441"/>
                </a:cxn>
                <a:cxn ang="0">
                  <a:pos x="1208" y="405"/>
                </a:cxn>
                <a:cxn ang="0">
                  <a:pos x="1172" y="257"/>
                </a:cxn>
                <a:cxn ang="0">
                  <a:pos x="1108" y="133"/>
                </a:cxn>
                <a:cxn ang="0">
                  <a:pos x="1072" y="65"/>
                </a:cxn>
              </a:cxnLst>
              <a:rect l="0" t="0" r="r" b="b"/>
              <a:pathLst>
                <a:path w="1274" h="2400">
                  <a:moveTo>
                    <a:pt x="1020" y="45"/>
                  </a:moveTo>
                  <a:cubicBezTo>
                    <a:pt x="1032" y="49"/>
                    <a:pt x="1032" y="49"/>
                    <a:pt x="1032" y="49"/>
                  </a:cubicBezTo>
                  <a:cubicBezTo>
                    <a:pt x="992" y="105"/>
                    <a:pt x="992" y="105"/>
                    <a:pt x="992" y="105"/>
                  </a:cubicBezTo>
                  <a:cubicBezTo>
                    <a:pt x="952" y="97"/>
                    <a:pt x="952" y="97"/>
                    <a:pt x="952" y="97"/>
                  </a:cubicBezTo>
                  <a:cubicBezTo>
                    <a:pt x="963" y="121"/>
                    <a:pt x="984" y="133"/>
                    <a:pt x="989" y="161"/>
                  </a:cubicBezTo>
                  <a:cubicBezTo>
                    <a:pt x="992" y="180"/>
                    <a:pt x="979" y="192"/>
                    <a:pt x="973" y="209"/>
                  </a:cubicBezTo>
                  <a:cubicBezTo>
                    <a:pt x="956" y="251"/>
                    <a:pt x="968" y="273"/>
                    <a:pt x="912" y="273"/>
                  </a:cubicBezTo>
                  <a:cubicBezTo>
                    <a:pt x="912" y="289"/>
                    <a:pt x="912" y="289"/>
                    <a:pt x="912" y="289"/>
                  </a:cubicBezTo>
                  <a:cubicBezTo>
                    <a:pt x="884" y="289"/>
                    <a:pt x="884" y="289"/>
                    <a:pt x="884" y="289"/>
                  </a:cubicBezTo>
                  <a:cubicBezTo>
                    <a:pt x="886" y="309"/>
                    <a:pt x="885" y="320"/>
                    <a:pt x="872" y="337"/>
                  </a:cubicBezTo>
                  <a:cubicBezTo>
                    <a:pt x="844" y="285"/>
                    <a:pt x="844" y="285"/>
                    <a:pt x="844" y="285"/>
                  </a:cubicBezTo>
                  <a:cubicBezTo>
                    <a:pt x="810" y="296"/>
                    <a:pt x="782" y="348"/>
                    <a:pt x="828" y="365"/>
                  </a:cubicBezTo>
                  <a:cubicBezTo>
                    <a:pt x="828" y="369"/>
                    <a:pt x="828" y="369"/>
                    <a:pt x="828" y="369"/>
                  </a:cubicBezTo>
                  <a:cubicBezTo>
                    <a:pt x="816" y="373"/>
                    <a:pt x="816" y="373"/>
                    <a:pt x="816" y="373"/>
                  </a:cubicBezTo>
                  <a:cubicBezTo>
                    <a:pt x="824" y="381"/>
                    <a:pt x="824" y="381"/>
                    <a:pt x="824" y="381"/>
                  </a:cubicBezTo>
                  <a:cubicBezTo>
                    <a:pt x="824" y="385"/>
                    <a:pt x="824" y="385"/>
                    <a:pt x="824" y="385"/>
                  </a:cubicBezTo>
                  <a:cubicBezTo>
                    <a:pt x="808" y="389"/>
                    <a:pt x="808" y="389"/>
                    <a:pt x="808" y="389"/>
                  </a:cubicBezTo>
                  <a:cubicBezTo>
                    <a:pt x="832" y="425"/>
                    <a:pt x="832" y="425"/>
                    <a:pt x="832" y="425"/>
                  </a:cubicBezTo>
                  <a:cubicBezTo>
                    <a:pt x="804" y="414"/>
                    <a:pt x="744" y="425"/>
                    <a:pt x="780" y="467"/>
                  </a:cubicBezTo>
                  <a:cubicBezTo>
                    <a:pt x="797" y="487"/>
                    <a:pt x="825" y="468"/>
                    <a:pt x="828" y="505"/>
                  </a:cubicBezTo>
                  <a:cubicBezTo>
                    <a:pt x="824" y="505"/>
                    <a:pt x="824" y="505"/>
                    <a:pt x="824" y="505"/>
                  </a:cubicBezTo>
                  <a:cubicBezTo>
                    <a:pt x="820" y="485"/>
                    <a:pt x="795" y="475"/>
                    <a:pt x="778" y="489"/>
                  </a:cubicBezTo>
                  <a:cubicBezTo>
                    <a:pt x="758" y="504"/>
                    <a:pt x="752" y="537"/>
                    <a:pt x="736" y="557"/>
                  </a:cubicBezTo>
                  <a:cubicBezTo>
                    <a:pt x="738" y="539"/>
                    <a:pt x="758" y="517"/>
                    <a:pt x="749" y="498"/>
                  </a:cubicBezTo>
                  <a:cubicBezTo>
                    <a:pt x="740" y="480"/>
                    <a:pt x="717" y="499"/>
                    <a:pt x="711" y="509"/>
                  </a:cubicBezTo>
                  <a:cubicBezTo>
                    <a:pt x="683" y="552"/>
                    <a:pt x="656" y="572"/>
                    <a:pt x="688" y="621"/>
                  </a:cubicBezTo>
                  <a:cubicBezTo>
                    <a:pt x="656" y="633"/>
                    <a:pt x="656" y="633"/>
                    <a:pt x="656" y="633"/>
                  </a:cubicBezTo>
                  <a:cubicBezTo>
                    <a:pt x="667" y="608"/>
                    <a:pt x="659" y="602"/>
                    <a:pt x="652" y="577"/>
                  </a:cubicBezTo>
                  <a:cubicBezTo>
                    <a:pt x="593" y="595"/>
                    <a:pt x="503" y="653"/>
                    <a:pt x="564" y="713"/>
                  </a:cubicBezTo>
                  <a:cubicBezTo>
                    <a:pt x="537" y="711"/>
                    <a:pt x="529" y="689"/>
                    <a:pt x="528" y="665"/>
                  </a:cubicBezTo>
                  <a:cubicBezTo>
                    <a:pt x="508" y="665"/>
                    <a:pt x="497" y="668"/>
                    <a:pt x="496" y="689"/>
                  </a:cubicBezTo>
                  <a:cubicBezTo>
                    <a:pt x="463" y="680"/>
                    <a:pt x="415" y="671"/>
                    <a:pt x="420" y="721"/>
                  </a:cubicBezTo>
                  <a:cubicBezTo>
                    <a:pt x="376" y="709"/>
                    <a:pt x="376" y="709"/>
                    <a:pt x="376" y="709"/>
                  </a:cubicBezTo>
                  <a:cubicBezTo>
                    <a:pt x="376" y="733"/>
                    <a:pt x="376" y="733"/>
                    <a:pt x="376" y="733"/>
                  </a:cubicBezTo>
                  <a:cubicBezTo>
                    <a:pt x="368" y="733"/>
                    <a:pt x="368" y="733"/>
                    <a:pt x="368" y="733"/>
                  </a:cubicBezTo>
                  <a:cubicBezTo>
                    <a:pt x="364" y="705"/>
                    <a:pt x="364" y="705"/>
                    <a:pt x="364" y="705"/>
                  </a:cubicBezTo>
                  <a:cubicBezTo>
                    <a:pt x="333" y="712"/>
                    <a:pt x="320" y="741"/>
                    <a:pt x="292" y="748"/>
                  </a:cubicBezTo>
                  <a:cubicBezTo>
                    <a:pt x="268" y="755"/>
                    <a:pt x="221" y="736"/>
                    <a:pt x="207" y="762"/>
                  </a:cubicBezTo>
                  <a:cubicBezTo>
                    <a:pt x="190" y="790"/>
                    <a:pt x="216" y="820"/>
                    <a:pt x="195" y="853"/>
                  </a:cubicBezTo>
                  <a:cubicBezTo>
                    <a:pt x="175" y="884"/>
                    <a:pt x="118" y="945"/>
                    <a:pt x="118" y="981"/>
                  </a:cubicBezTo>
                  <a:cubicBezTo>
                    <a:pt x="118" y="1000"/>
                    <a:pt x="132" y="1012"/>
                    <a:pt x="135" y="1029"/>
                  </a:cubicBezTo>
                  <a:cubicBezTo>
                    <a:pt x="141" y="1063"/>
                    <a:pt x="133" y="1102"/>
                    <a:pt x="141" y="1137"/>
                  </a:cubicBezTo>
                  <a:cubicBezTo>
                    <a:pt x="146" y="1159"/>
                    <a:pt x="165" y="1175"/>
                    <a:pt x="172" y="1197"/>
                  </a:cubicBezTo>
                  <a:cubicBezTo>
                    <a:pt x="178" y="1217"/>
                    <a:pt x="168" y="1237"/>
                    <a:pt x="175" y="1257"/>
                  </a:cubicBezTo>
                  <a:cubicBezTo>
                    <a:pt x="182" y="1280"/>
                    <a:pt x="205" y="1294"/>
                    <a:pt x="212" y="1317"/>
                  </a:cubicBezTo>
                  <a:cubicBezTo>
                    <a:pt x="216" y="1333"/>
                    <a:pt x="198" y="1351"/>
                    <a:pt x="198" y="1369"/>
                  </a:cubicBezTo>
                  <a:cubicBezTo>
                    <a:pt x="198" y="1384"/>
                    <a:pt x="212" y="1396"/>
                    <a:pt x="220" y="1409"/>
                  </a:cubicBezTo>
                  <a:cubicBezTo>
                    <a:pt x="193" y="1426"/>
                    <a:pt x="179" y="1462"/>
                    <a:pt x="164" y="1489"/>
                  </a:cubicBezTo>
                  <a:cubicBezTo>
                    <a:pt x="137" y="1538"/>
                    <a:pt x="109" y="1572"/>
                    <a:pt x="100" y="1629"/>
                  </a:cubicBezTo>
                  <a:cubicBezTo>
                    <a:pt x="44" y="1629"/>
                    <a:pt x="54" y="1652"/>
                    <a:pt x="37" y="1692"/>
                  </a:cubicBezTo>
                  <a:cubicBezTo>
                    <a:pt x="20" y="1736"/>
                    <a:pt x="0" y="1758"/>
                    <a:pt x="2" y="1809"/>
                  </a:cubicBezTo>
                  <a:cubicBezTo>
                    <a:pt x="3" y="1837"/>
                    <a:pt x="12" y="1888"/>
                    <a:pt x="24" y="1913"/>
                  </a:cubicBezTo>
                  <a:cubicBezTo>
                    <a:pt x="43" y="1949"/>
                    <a:pt x="76" y="1977"/>
                    <a:pt x="86" y="2017"/>
                  </a:cubicBezTo>
                  <a:cubicBezTo>
                    <a:pt x="90" y="2033"/>
                    <a:pt x="67" y="2043"/>
                    <a:pt x="68" y="2061"/>
                  </a:cubicBezTo>
                  <a:cubicBezTo>
                    <a:pt x="71" y="2092"/>
                    <a:pt x="68" y="2145"/>
                    <a:pt x="80" y="2173"/>
                  </a:cubicBezTo>
                  <a:cubicBezTo>
                    <a:pt x="87" y="2190"/>
                    <a:pt x="107" y="2196"/>
                    <a:pt x="114" y="2213"/>
                  </a:cubicBezTo>
                  <a:cubicBezTo>
                    <a:pt x="136" y="2262"/>
                    <a:pt x="134" y="2284"/>
                    <a:pt x="188" y="2305"/>
                  </a:cubicBezTo>
                  <a:cubicBezTo>
                    <a:pt x="188" y="2345"/>
                    <a:pt x="257" y="2333"/>
                    <a:pt x="284" y="2347"/>
                  </a:cubicBezTo>
                  <a:cubicBezTo>
                    <a:pt x="304" y="2357"/>
                    <a:pt x="322" y="2378"/>
                    <a:pt x="344" y="2383"/>
                  </a:cubicBezTo>
                  <a:cubicBezTo>
                    <a:pt x="417" y="2400"/>
                    <a:pt x="472" y="2333"/>
                    <a:pt x="540" y="2315"/>
                  </a:cubicBezTo>
                  <a:cubicBezTo>
                    <a:pt x="586" y="2304"/>
                    <a:pt x="642" y="2319"/>
                    <a:pt x="680" y="2275"/>
                  </a:cubicBezTo>
                  <a:cubicBezTo>
                    <a:pt x="702" y="2249"/>
                    <a:pt x="710" y="2196"/>
                    <a:pt x="722" y="2165"/>
                  </a:cubicBezTo>
                  <a:cubicBezTo>
                    <a:pt x="733" y="2138"/>
                    <a:pt x="751" y="2113"/>
                    <a:pt x="760" y="2085"/>
                  </a:cubicBezTo>
                  <a:cubicBezTo>
                    <a:pt x="785" y="2013"/>
                    <a:pt x="797" y="1934"/>
                    <a:pt x="815" y="1861"/>
                  </a:cubicBezTo>
                  <a:cubicBezTo>
                    <a:pt x="835" y="1781"/>
                    <a:pt x="881" y="1708"/>
                    <a:pt x="905" y="1629"/>
                  </a:cubicBezTo>
                  <a:cubicBezTo>
                    <a:pt x="914" y="1599"/>
                    <a:pt x="915" y="1567"/>
                    <a:pt x="923" y="1537"/>
                  </a:cubicBezTo>
                  <a:cubicBezTo>
                    <a:pt x="935" y="1495"/>
                    <a:pt x="958" y="1458"/>
                    <a:pt x="972" y="1417"/>
                  </a:cubicBezTo>
                  <a:cubicBezTo>
                    <a:pt x="999" y="1343"/>
                    <a:pt x="1016" y="1266"/>
                    <a:pt x="1046" y="1193"/>
                  </a:cubicBezTo>
                  <a:cubicBezTo>
                    <a:pt x="1067" y="1142"/>
                    <a:pt x="1095" y="1076"/>
                    <a:pt x="1098" y="1021"/>
                  </a:cubicBezTo>
                  <a:cubicBezTo>
                    <a:pt x="1101" y="969"/>
                    <a:pt x="1067" y="887"/>
                    <a:pt x="1144" y="869"/>
                  </a:cubicBezTo>
                  <a:cubicBezTo>
                    <a:pt x="1138" y="842"/>
                    <a:pt x="1157" y="830"/>
                    <a:pt x="1159" y="805"/>
                  </a:cubicBezTo>
                  <a:cubicBezTo>
                    <a:pt x="1160" y="793"/>
                    <a:pt x="1160" y="768"/>
                    <a:pt x="1155" y="758"/>
                  </a:cubicBezTo>
                  <a:cubicBezTo>
                    <a:pt x="1143" y="733"/>
                    <a:pt x="1120" y="736"/>
                    <a:pt x="1140" y="705"/>
                  </a:cubicBezTo>
                  <a:cubicBezTo>
                    <a:pt x="1140" y="701"/>
                    <a:pt x="1140" y="701"/>
                    <a:pt x="1140" y="701"/>
                  </a:cubicBezTo>
                  <a:cubicBezTo>
                    <a:pt x="1125" y="683"/>
                    <a:pt x="1103" y="642"/>
                    <a:pt x="1136" y="625"/>
                  </a:cubicBezTo>
                  <a:cubicBezTo>
                    <a:pt x="1143" y="622"/>
                    <a:pt x="1152" y="627"/>
                    <a:pt x="1156" y="633"/>
                  </a:cubicBezTo>
                  <a:cubicBezTo>
                    <a:pt x="1170" y="659"/>
                    <a:pt x="1165" y="689"/>
                    <a:pt x="1192" y="709"/>
                  </a:cubicBezTo>
                  <a:cubicBezTo>
                    <a:pt x="1201" y="716"/>
                    <a:pt x="1212" y="730"/>
                    <a:pt x="1224" y="717"/>
                  </a:cubicBezTo>
                  <a:cubicBezTo>
                    <a:pt x="1244" y="695"/>
                    <a:pt x="1252" y="654"/>
                    <a:pt x="1260" y="625"/>
                  </a:cubicBezTo>
                  <a:cubicBezTo>
                    <a:pt x="1262" y="615"/>
                    <a:pt x="1274" y="604"/>
                    <a:pt x="1272" y="593"/>
                  </a:cubicBezTo>
                  <a:cubicBezTo>
                    <a:pt x="1264" y="563"/>
                    <a:pt x="1227" y="542"/>
                    <a:pt x="1216" y="509"/>
                  </a:cubicBezTo>
                  <a:cubicBezTo>
                    <a:pt x="1211" y="496"/>
                    <a:pt x="1210" y="448"/>
                    <a:pt x="1212" y="441"/>
                  </a:cubicBezTo>
                  <a:cubicBezTo>
                    <a:pt x="1212" y="439"/>
                    <a:pt x="1226" y="433"/>
                    <a:pt x="1224" y="425"/>
                  </a:cubicBezTo>
                  <a:cubicBezTo>
                    <a:pt x="1221" y="418"/>
                    <a:pt x="1208" y="413"/>
                    <a:pt x="1208" y="405"/>
                  </a:cubicBezTo>
                  <a:cubicBezTo>
                    <a:pt x="1206" y="387"/>
                    <a:pt x="1217" y="362"/>
                    <a:pt x="1212" y="341"/>
                  </a:cubicBezTo>
                  <a:cubicBezTo>
                    <a:pt x="1204" y="310"/>
                    <a:pt x="1184" y="286"/>
                    <a:pt x="1172" y="257"/>
                  </a:cubicBezTo>
                  <a:cubicBezTo>
                    <a:pt x="1164" y="239"/>
                    <a:pt x="1178" y="223"/>
                    <a:pt x="1172" y="205"/>
                  </a:cubicBezTo>
                  <a:cubicBezTo>
                    <a:pt x="1164" y="183"/>
                    <a:pt x="1117" y="135"/>
                    <a:pt x="1108" y="133"/>
                  </a:cubicBezTo>
                  <a:cubicBezTo>
                    <a:pt x="1126" y="80"/>
                    <a:pt x="1055" y="87"/>
                    <a:pt x="1052" y="57"/>
                  </a:cubicBezTo>
                  <a:cubicBezTo>
                    <a:pt x="1072" y="65"/>
                    <a:pt x="1072" y="65"/>
                    <a:pt x="1072" y="65"/>
                  </a:cubicBezTo>
                  <a:cubicBezTo>
                    <a:pt x="1065" y="22"/>
                    <a:pt x="1049" y="0"/>
                    <a:pt x="1020" y="45"/>
                  </a:cubicBezTo>
                </a:path>
              </a:pathLst>
            </a:custGeom>
            <a:solidFill>
              <a:schemeClr val="accent3"/>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40"/>
            <p:cNvSpPr>
              <a:spLocks/>
            </p:cNvSpPr>
            <p:nvPr/>
          </p:nvSpPr>
          <p:spPr bwMode="auto">
            <a:xfrm>
              <a:off x="4110038" y="3424238"/>
              <a:ext cx="14288" cy="15875"/>
            </a:xfrm>
            <a:custGeom>
              <a:avLst/>
              <a:gdLst/>
              <a:ahLst/>
              <a:cxnLst>
                <a:cxn ang="0">
                  <a:pos x="51" y="44"/>
                </a:cxn>
                <a:cxn ang="0">
                  <a:pos x="39" y="0"/>
                </a:cxn>
                <a:cxn ang="0">
                  <a:pos x="51" y="44"/>
                </a:cxn>
              </a:cxnLst>
              <a:rect l="0" t="0" r="r" b="b"/>
              <a:pathLst>
                <a:path w="51" h="56">
                  <a:moveTo>
                    <a:pt x="51" y="44"/>
                  </a:moveTo>
                  <a:cubicBezTo>
                    <a:pt x="39" y="0"/>
                    <a:pt x="39" y="0"/>
                    <a:pt x="39" y="0"/>
                  </a:cubicBezTo>
                  <a:cubicBezTo>
                    <a:pt x="0" y="13"/>
                    <a:pt x="9" y="56"/>
                    <a:pt x="51" y="4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41"/>
            <p:cNvSpPr>
              <a:spLocks/>
            </p:cNvSpPr>
            <p:nvPr/>
          </p:nvSpPr>
          <p:spPr bwMode="auto">
            <a:xfrm>
              <a:off x="4192588" y="3598863"/>
              <a:ext cx="12700" cy="20638"/>
            </a:xfrm>
            <a:custGeom>
              <a:avLst/>
              <a:gdLst/>
              <a:ahLst/>
              <a:cxnLst>
                <a:cxn ang="0">
                  <a:pos x="6" y="68"/>
                </a:cxn>
                <a:cxn ang="0">
                  <a:pos x="46" y="0"/>
                </a:cxn>
                <a:cxn ang="0">
                  <a:pos x="6" y="68"/>
                </a:cxn>
              </a:cxnLst>
              <a:rect l="0" t="0" r="r" b="b"/>
              <a:pathLst>
                <a:path w="46" h="68">
                  <a:moveTo>
                    <a:pt x="6" y="68"/>
                  </a:moveTo>
                  <a:cubicBezTo>
                    <a:pt x="30" y="56"/>
                    <a:pt x="39" y="24"/>
                    <a:pt x="46" y="0"/>
                  </a:cubicBezTo>
                  <a:cubicBezTo>
                    <a:pt x="19" y="10"/>
                    <a:pt x="0" y="39"/>
                    <a:pt x="6" y="68"/>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42"/>
            <p:cNvSpPr>
              <a:spLocks/>
            </p:cNvSpPr>
            <p:nvPr/>
          </p:nvSpPr>
          <p:spPr bwMode="auto">
            <a:xfrm>
              <a:off x="2324100" y="2984500"/>
              <a:ext cx="57150" cy="79375"/>
            </a:xfrm>
            <a:custGeom>
              <a:avLst/>
              <a:gdLst/>
              <a:ahLst/>
              <a:cxnLst>
                <a:cxn ang="0">
                  <a:pos x="108" y="66"/>
                </a:cxn>
                <a:cxn ang="0">
                  <a:pos x="60" y="74"/>
                </a:cxn>
                <a:cxn ang="0">
                  <a:pos x="32" y="98"/>
                </a:cxn>
                <a:cxn ang="0">
                  <a:pos x="1" y="154"/>
                </a:cxn>
                <a:cxn ang="0">
                  <a:pos x="29" y="218"/>
                </a:cxn>
                <a:cxn ang="0">
                  <a:pos x="29" y="271"/>
                </a:cxn>
                <a:cxn ang="0">
                  <a:pos x="92" y="274"/>
                </a:cxn>
                <a:cxn ang="0">
                  <a:pos x="96" y="154"/>
                </a:cxn>
                <a:cxn ang="0">
                  <a:pos x="145" y="105"/>
                </a:cxn>
                <a:cxn ang="0">
                  <a:pos x="190" y="86"/>
                </a:cxn>
                <a:cxn ang="0">
                  <a:pos x="196" y="66"/>
                </a:cxn>
                <a:cxn ang="0">
                  <a:pos x="108" y="66"/>
                </a:cxn>
              </a:cxnLst>
              <a:rect l="0" t="0" r="r" b="b"/>
              <a:pathLst>
                <a:path w="196" h="282">
                  <a:moveTo>
                    <a:pt x="108" y="66"/>
                  </a:moveTo>
                  <a:cubicBezTo>
                    <a:pt x="60" y="74"/>
                    <a:pt x="60" y="74"/>
                    <a:pt x="60" y="74"/>
                  </a:cubicBezTo>
                  <a:cubicBezTo>
                    <a:pt x="60" y="94"/>
                    <a:pt x="52" y="100"/>
                    <a:pt x="32" y="98"/>
                  </a:cubicBezTo>
                  <a:cubicBezTo>
                    <a:pt x="25" y="113"/>
                    <a:pt x="0" y="139"/>
                    <a:pt x="1" y="154"/>
                  </a:cubicBezTo>
                  <a:cubicBezTo>
                    <a:pt x="2" y="177"/>
                    <a:pt x="27" y="194"/>
                    <a:pt x="29" y="218"/>
                  </a:cubicBezTo>
                  <a:cubicBezTo>
                    <a:pt x="31" y="235"/>
                    <a:pt x="10" y="256"/>
                    <a:pt x="29" y="271"/>
                  </a:cubicBezTo>
                  <a:cubicBezTo>
                    <a:pt x="43" y="282"/>
                    <a:pt x="76" y="274"/>
                    <a:pt x="92" y="274"/>
                  </a:cubicBezTo>
                  <a:cubicBezTo>
                    <a:pt x="96" y="154"/>
                    <a:pt x="96" y="154"/>
                    <a:pt x="96" y="154"/>
                  </a:cubicBezTo>
                  <a:cubicBezTo>
                    <a:pt x="145" y="105"/>
                    <a:pt x="145" y="105"/>
                    <a:pt x="145" y="105"/>
                  </a:cubicBezTo>
                  <a:cubicBezTo>
                    <a:pt x="190" y="86"/>
                    <a:pt x="190" y="86"/>
                    <a:pt x="190" y="86"/>
                  </a:cubicBezTo>
                  <a:cubicBezTo>
                    <a:pt x="196" y="66"/>
                    <a:pt x="196" y="66"/>
                    <a:pt x="196" y="66"/>
                  </a:cubicBezTo>
                  <a:cubicBezTo>
                    <a:pt x="165" y="65"/>
                    <a:pt x="127" y="0"/>
                    <a:pt x="108" y="6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43"/>
            <p:cNvSpPr>
              <a:spLocks noEditPoints="1"/>
            </p:cNvSpPr>
            <p:nvPr/>
          </p:nvSpPr>
          <p:spPr bwMode="auto">
            <a:xfrm>
              <a:off x="2268538" y="2586038"/>
              <a:ext cx="388938" cy="460375"/>
            </a:xfrm>
            <a:custGeom>
              <a:avLst/>
              <a:gdLst/>
              <a:ahLst/>
              <a:cxnLst>
                <a:cxn ang="0">
                  <a:pos x="860" y="332"/>
                </a:cxn>
                <a:cxn ang="0">
                  <a:pos x="740" y="318"/>
                </a:cxn>
                <a:cxn ang="0">
                  <a:pos x="508" y="286"/>
                </a:cxn>
                <a:cxn ang="0">
                  <a:pos x="416" y="434"/>
                </a:cxn>
                <a:cxn ang="0">
                  <a:pos x="589" y="436"/>
                </a:cxn>
                <a:cxn ang="0">
                  <a:pos x="623" y="522"/>
                </a:cxn>
                <a:cxn ang="0">
                  <a:pos x="533" y="666"/>
                </a:cxn>
                <a:cxn ang="0">
                  <a:pos x="582" y="741"/>
                </a:cxn>
                <a:cxn ang="0">
                  <a:pos x="619" y="834"/>
                </a:cxn>
                <a:cxn ang="0">
                  <a:pos x="620" y="994"/>
                </a:cxn>
                <a:cxn ang="0">
                  <a:pos x="511" y="1030"/>
                </a:cxn>
                <a:cxn ang="0">
                  <a:pos x="367" y="1033"/>
                </a:cxn>
                <a:cxn ang="0">
                  <a:pos x="272" y="990"/>
                </a:cxn>
                <a:cxn ang="0">
                  <a:pos x="244" y="1072"/>
                </a:cxn>
                <a:cxn ang="0">
                  <a:pos x="134" y="1118"/>
                </a:cxn>
                <a:cxn ang="0">
                  <a:pos x="160" y="1190"/>
                </a:cxn>
                <a:cxn ang="0">
                  <a:pos x="192" y="1234"/>
                </a:cxn>
                <a:cxn ang="0">
                  <a:pos x="184" y="1290"/>
                </a:cxn>
                <a:cxn ang="0">
                  <a:pos x="112" y="1271"/>
                </a:cxn>
                <a:cxn ang="0">
                  <a:pos x="151" y="1450"/>
                </a:cxn>
                <a:cxn ang="0">
                  <a:pos x="200" y="1542"/>
                </a:cxn>
                <a:cxn ang="0">
                  <a:pos x="356" y="1426"/>
                </a:cxn>
                <a:cxn ang="0">
                  <a:pos x="400" y="1470"/>
                </a:cxn>
                <a:cxn ang="0">
                  <a:pos x="508" y="1434"/>
                </a:cxn>
                <a:cxn ang="0">
                  <a:pos x="620" y="1423"/>
                </a:cxn>
                <a:cxn ang="0">
                  <a:pos x="620" y="1514"/>
                </a:cxn>
                <a:cxn ang="0">
                  <a:pos x="760" y="1438"/>
                </a:cxn>
                <a:cxn ang="0">
                  <a:pos x="836" y="1364"/>
                </a:cxn>
                <a:cxn ang="0">
                  <a:pos x="940" y="1242"/>
                </a:cxn>
                <a:cxn ang="0">
                  <a:pos x="948" y="1102"/>
                </a:cxn>
                <a:cxn ang="0">
                  <a:pos x="1006" y="962"/>
                </a:cxn>
                <a:cxn ang="0">
                  <a:pos x="1130" y="840"/>
                </a:cxn>
                <a:cxn ang="0">
                  <a:pos x="1201" y="690"/>
                </a:cxn>
                <a:cxn ang="0">
                  <a:pos x="1230" y="486"/>
                </a:cxn>
                <a:cxn ang="0">
                  <a:pos x="1269" y="274"/>
                </a:cxn>
                <a:cxn ang="0">
                  <a:pos x="1359" y="98"/>
                </a:cxn>
                <a:cxn ang="0">
                  <a:pos x="1232" y="43"/>
                </a:cxn>
                <a:cxn ang="0">
                  <a:pos x="1080" y="44"/>
                </a:cxn>
                <a:cxn ang="0">
                  <a:pos x="968" y="190"/>
                </a:cxn>
                <a:cxn ang="0">
                  <a:pos x="236" y="1610"/>
                </a:cxn>
                <a:cxn ang="0">
                  <a:pos x="236" y="1610"/>
                </a:cxn>
              </a:cxnLst>
              <a:rect l="0" t="0" r="r" b="b"/>
              <a:pathLst>
                <a:path w="1364" h="1614">
                  <a:moveTo>
                    <a:pt x="920" y="366"/>
                  </a:moveTo>
                  <a:cubicBezTo>
                    <a:pt x="896" y="364"/>
                    <a:pt x="881" y="342"/>
                    <a:pt x="860" y="332"/>
                  </a:cubicBezTo>
                  <a:cubicBezTo>
                    <a:pt x="838" y="322"/>
                    <a:pt x="811" y="321"/>
                    <a:pt x="788" y="317"/>
                  </a:cubicBezTo>
                  <a:cubicBezTo>
                    <a:pt x="770" y="315"/>
                    <a:pt x="753" y="298"/>
                    <a:pt x="740" y="318"/>
                  </a:cubicBezTo>
                  <a:cubicBezTo>
                    <a:pt x="713" y="311"/>
                    <a:pt x="687" y="292"/>
                    <a:pt x="660" y="287"/>
                  </a:cubicBezTo>
                  <a:cubicBezTo>
                    <a:pt x="613" y="279"/>
                    <a:pt x="556" y="286"/>
                    <a:pt x="508" y="286"/>
                  </a:cubicBezTo>
                  <a:cubicBezTo>
                    <a:pt x="488" y="286"/>
                    <a:pt x="442" y="277"/>
                    <a:pt x="426" y="290"/>
                  </a:cubicBezTo>
                  <a:cubicBezTo>
                    <a:pt x="379" y="329"/>
                    <a:pt x="404" y="390"/>
                    <a:pt x="416" y="434"/>
                  </a:cubicBezTo>
                  <a:cubicBezTo>
                    <a:pt x="384" y="452"/>
                    <a:pt x="422" y="455"/>
                    <a:pt x="440" y="450"/>
                  </a:cubicBezTo>
                  <a:cubicBezTo>
                    <a:pt x="477" y="439"/>
                    <a:pt x="555" y="398"/>
                    <a:pt x="589" y="436"/>
                  </a:cubicBezTo>
                  <a:cubicBezTo>
                    <a:pt x="599" y="447"/>
                    <a:pt x="597" y="465"/>
                    <a:pt x="604" y="478"/>
                  </a:cubicBezTo>
                  <a:cubicBezTo>
                    <a:pt x="611" y="492"/>
                    <a:pt x="628" y="504"/>
                    <a:pt x="623" y="522"/>
                  </a:cubicBezTo>
                  <a:cubicBezTo>
                    <a:pt x="612" y="560"/>
                    <a:pt x="582" y="553"/>
                    <a:pt x="558" y="573"/>
                  </a:cubicBezTo>
                  <a:cubicBezTo>
                    <a:pt x="522" y="604"/>
                    <a:pt x="539" y="629"/>
                    <a:pt x="533" y="666"/>
                  </a:cubicBezTo>
                  <a:cubicBezTo>
                    <a:pt x="529" y="687"/>
                    <a:pt x="518" y="691"/>
                    <a:pt x="528" y="714"/>
                  </a:cubicBezTo>
                  <a:cubicBezTo>
                    <a:pt x="564" y="709"/>
                    <a:pt x="556" y="726"/>
                    <a:pt x="582" y="741"/>
                  </a:cubicBezTo>
                  <a:cubicBezTo>
                    <a:pt x="597" y="751"/>
                    <a:pt x="614" y="744"/>
                    <a:pt x="626" y="762"/>
                  </a:cubicBezTo>
                  <a:cubicBezTo>
                    <a:pt x="640" y="783"/>
                    <a:pt x="619" y="812"/>
                    <a:pt x="619" y="834"/>
                  </a:cubicBezTo>
                  <a:cubicBezTo>
                    <a:pt x="618" y="859"/>
                    <a:pt x="630" y="883"/>
                    <a:pt x="628" y="910"/>
                  </a:cubicBezTo>
                  <a:cubicBezTo>
                    <a:pt x="625" y="940"/>
                    <a:pt x="610" y="962"/>
                    <a:pt x="620" y="994"/>
                  </a:cubicBezTo>
                  <a:cubicBezTo>
                    <a:pt x="565" y="1000"/>
                    <a:pt x="605" y="1092"/>
                    <a:pt x="532" y="1094"/>
                  </a:cubicBezTo>
                  <a:cubicBezTo>
                    <a:pt x="531" y="1079"/>
                    <a:pt x="531" y="1033"/>
                    <a:pt x="511" y="1030"/>
                  </a:cubicBezTo>
                  <a:cubicBezTo>
                    <a:pt x="486" y="1025"/>
                    <a:pt x="473" y="1086"/>
                    <a:pt x="440" y="1079"/>
                  </a:cubicBezTo>
                  <a:cubicBezTo>
                    <a:pt x="408" y="1072"/>
                    <a:pt x="387" y="1059"/>
                    <a:pt x="367" y="1033"/>
                  </a:cubicBezTo>
                  <a:cubicBezTo>
                    <a:pt x="351" y="1011"/>
                    <a:pt x="349" y="981"/>
                    <a:pt x="316" y="976"/>
                  </a:cubicBezTo>
                  <a:cubicBezTo>
                    <a:pt x="301" y="974"/>
                    <a:pt x="286" y="987"/>
                    <a:pt x="272" y="990"/>
                  </a:cubicBezTo>
                  <a:cubicBezTo>
                    <a:pt x="275" y="1006"/>
                    <a:pt x="287" y="1030"/>
                    <a:pt x="284" y="1046"/>
                  </a:cubicBezTo>
                  <a:cubicBezTo>
                    <a:pt x="281" y="1064"/>
                    <a:pt x="259" y="1068"/>
                    <a:pt x="244" y="1072"/>
                  </a:cubicBezTo>
                  <a:cubicBezTo>
                    <a:pt x="206" y="1080"/>
                    <a:pt x="163" y="1062"/>
                    <a:pt x="124" y="1070"/>
                  </a:cubicBezTo>
                  <a:cubicBezTo>
                    <a:pt x="134" y="1118"/>
                    <a:pt x="134" y="1118"/>
                    <a:pt x="134" y="1118"/>
                  </a:cubicBezTo>
                  <a:cubicBezTo>
                    <a:pt x="124" y="1166"/>
                    <a:pt x="124" y="1166"/>
                    <a:pt x="124" y="1166"/>
                  </a:cubicBezTo>
                  <a:cubicBezTo>
                    <a:pt x="145" y="1162"/>
                    <a:pt x="152" y="1170"/>
                    <a:pt x="160" y="1190"/>
                  </a:cubicBezTo>
                  <a:cubicBezTo>
                    <a:pt x="144" y="1214"/>
                    <a:pt x="144" y="1214"/>
                    <a:pt x="144" y="1214"/>
                  </a:cubicBezTo>
                  <a:cubicBezTo>
                    <a:pt x="192" y="1234"/>
                    <a:pt x="192" y="1234"/>
                    <a:pt x="192" y="1234"/>
                  </a:cubicBezTo>
                  <a:cubicBezTo>
                    <a:pt x="172" y="1286"/>
                    <a:pt x="172" y="1286"/>
                    <a:pt x="172" y="1286"/>
                  </a:cubicBezTo>
                  <a:cubicBezTo>
                    <a:pt x="184" y="1290"/>
                    <a:pt x="184" y="1290"/>
                    <a:pt x="184" y="1290"/>
                  </a:cubicBezTo>
                  <a:cubicBezTo>
                    <a:pt x="184" y="1298"/>
                    <a:pt x="184" y="1298"/>
                    <a:pt x="184" y="1298"/>
                  </a:cubicBezTo>
                  <a:cubicBezTo>
                    <a:pt x="153" y="1304"/>
                    <a:pt x="138" y="1263"/>
                    <a:pt x="112" y="1271"/>
                  </a:cubicBezTo>
                  <a:cubicBezTo>
                    <a:pt x="102" y="1274"/>
                    <a:pt x="93" y="1281"/>
                    <a:pt x="84" y="1287"/>
                  </a:cubicBezTo>
                  <a:cubicBezTo>
                    <a:pt x="0" y="1341"/>
                    <a:pt x="116" y="1405"/>
                    <a:pt x="151" y="1450"/>
                  </a:cubicBezTo>
                  <a:cubicBezTo>
                    <a:pt x="162" y="1463"/>
                    <a:pt x="159" y="1479"/>
                    <a:pt x="166" y="1494"/>
                  </a:cubicBezTo>
                  <a:cubicBezTo>
                    <a:pt x="173" y="1512"/>
                    <a:pt x="189" y="1526"/>
                    <a:pt x="200" y="1542"/>
                  </a:cubicBezTo>
                  <a:cubicBezTo>
                    <a:pt x="226" y="1531"/>
                    <a:pt x="276" y="1491"/>
                    <a:pt x="276" y="1462"/>
                  </a:cubicBezTo>
                  <a:cubicBezTo>
                    <a:pt x="356" y="1426"/>
                    <a:pt x="356" y="1426"/>
                    <a:pt x="356" y="1426"/>
                  </a:cubicBezTo>
                  <a:cubicBezTo>
                    <a:pt x="380" y="1478"/>
                    <a:pt x="380" y="1478"/>
                    <a:pt x="380" y="1478"/>
                  </a:cubicBezTo>
                  <a:cubicBezTo>
                    <a:pt x="400" y="1470"/>
                    <a:pt x="400" y="1470"/>
                    <a:pt x="400" y="1470"/>
                  </a:cubicBezTo>
                  <a:cubicBezTo>
                    <a:pt x="411" y="1483"/>
                    <a:pt x="426" y="1504"/>
                    <a:pt x="444" y="1509"/>
                  </a:cubicBezTo>
                  <a:cubicBezTo>
                    <a:pt x="482" y="1518"/>
                    <a:pt x="513" y="1465"/>
                    <a:pt x="508" y="1434"/>
                  </a:cubicBezTo>
                  <a:cubicBezTo>
                    <a:pt x="519" y="1438"/>
                    <a:pt x="531" y="1446"/>
                    <a:pt x="544" y="1444"/>
                  </a:cubicBezTo>
                  <a:cubicBezTo>
                    <a:pt x="562" y="1441"/>
                    <a:pt x="603" y="1397"/>
                    <a:pt x="620" y="1423"/>
                  </a:cubicBezTo>
                  <a:cubicBezTo>
                    <a:pt x="628" y="1435"/>
                    <a:pt x="613" y="1444"/>
                    <a:pt x="611" y="1454"/>
                  </a:cubicBezTo>
                  <a:cubicBezTo>
                    <a:pt x="608" y="1469"/>
                    <a:pt x="616" y="1499"/>
                    <a:pt x="620" y="1514"/>
                  </a:cubicBezTo>
                  <a:cubicBezTo>
                    <a:pt x="684" y="1510"/>
                    <a:pt x="684" y="1510"/>
                    <a:pt x="684" y="1510"/>
                  </a:cubicBezTo>
                  <a:cubicBezTo>
                    <a:pt x="760" y="1438"/>
                    <a:pt x="760" y="1438"/>
                    <a:pt x="760" y="1438"/>
                  </a:cubicBezTo>
                  <a:cubicBezTo>
                    <a:pt x="768" y="1409"/>
                    <a:pt x="789" y="1422"/>
                    <a:pt x="806" y="1405"/>
                  </a:cubicBezTo>
                  <a:cubicBezTo>
                    <a:pt x="819" y="1391"/>
                    <a:pt x="817" y="1373"/>
                    <a:pt x="836" y="1364"/>
                  </a:cubicBezTo>
                  <a:cubicBezTo>
                    <a:pt x="850" y="1357"/>
                    <a:pt x="869" y="1361"/>
                    <a:pt x="881" y="1348"/>
                  </a:cubicBezTo>
                  <a:cubicBezTo>
                    <a:pt x="901" y="1327"/>
                    <a:pt x="936" y="1271"/>
                    <a:pt x="940" y="1242"/>
                  </a:cubicBezTo>
                  <a:cubicBezTo>
                    <a:pt x="944" y="1216"/>
                    <a:pt x="934" y="1185"/>
                    <a:pt x="936" y="1158"/>
                  </a:cubicBezTo>
                  <a:cubicBezTo>
                    <a:pt x="938" y="1139"/>
                    <a:pt x="947" y="1121"/>
                    <a:pt x="948" y="1102"/>
                  </a:cubicBezTo>
                  <a:cubicBezTo>
                    <a:pt x="930" y="1091"/>
                    <a:pt x="936" y="1076"/>
                    <a:pt x="939" y="1058"/>
                  </a:cubicBezTo>
                  <a:cubicBezTo>
                    <a:pt x="945" y="1023"/>
                    <a:pt x="986" y="992"/>
                    <a:pt x="1006" y="962"/>
                  </a:cubicBezTo>
                  <a:cubicBezTo>
                    <a:pt x="1022" y="937"/>
                    <a:pt x="1028" y="907"/>
                    <a:pt x="1049" y="886"/>
                  </a:cubicBezTo>
                  <a:cubicBezTo>
                    <a:pt x="1072" y="862"/>
                    <a:pt x="1105" y="859"/>
                    <a:pt x="1130" y="840"/>
                  </a:cubicBezTo>
                  <a:cubicBezTo>
                    <a:pt x="1163" y="816"/>
                    <a:pt x="1197" y="779"/>
                    <a:pt x="1202" y="738"/>
                  </a:cubicBezTo>
                  <a:cubicBezTo>
                    <a:pt x="1205" y="722"/>
                    <a:pt x="1199" y="706"/>
                    <a:pt x="1201" y="690"/>
                  </a:cubicBezTo>
                  <a:cubicBezTo>
                    <a:pt x="1204" y="669"/>
                    <a:pt x="1214" y="651"/>
                    <a:pt x="1212" y="630"/>
                  </a:cubicBezTo>
                  <a:cubicBezTo>
                    <a:pt x="1264" y="600"/>
                    <a:pt x="1223" y="536"/>
                    <a:pt x="1230" y="486"/>
                  </a:cubicBezTo>
                  <a:cubicBezTo>
                    <a:pt x="1234" y="455"/>
                    <a:pt x="1257" y="425"/>
                    <a:pt x="1263" y="394"/>
                  </a:cubicBezTo>
                  <a:cubicBezTo>
                    <a:pt x="1271" y="353"/>
                    <a:pt x="1251" y="316"/>
                    <a:pt x="1269" y="274"/>
                  </a:cubicBezTo>
                  <a:cubicBezTo>
                    <a:pt x="1286" y="233"/>
                    <a:pt x="1311" y="190"/>
                    <a:pt x="1332" y="150"/>
                  </a:cubicBezTo>
                  <a:cubicBezTo>
                    <a:pt x="1341" y="131"/>
                    <a:pt x="1357" y="120"/>
                    <a:pt x="1359" y="98"/>
                  </a:cubicBezTo>
                  <a:cubicBezTo>
                    <a:pt x="1364" y="54"/>
                    <a:pt x="1302" y="0"/>
                    <a:pt x="1280" y="54"/>
                  </a:cubicBezTo>
                  <a:cubicBezTo>
                    <a:pt x="1262" y="41"/>
                    <a:pt x="1251" y="48"/>
                    <a:pt x="1232" y="43"/>
                  </a:cubicBezTo>
                  <a:cubicBezTo>
                    <a:pt x="1208" y="38"/>
                    <a:pt x="1173" y="14"/>
                    <a:pt x="1148" y="20"/>
                  </a:cubicBezTo>
                  <a:cubicBezTo>
                    <a:pt x="1124" y="25"/>
                    <a:pt x="1107" y="41"/>
                    <a:pt x="1080" y="44"/>
                  </a:cubicBezTo>
                  <a:cubicBezTo>
                    <a:pt x="1055" y="46"/>
                    <a:pt x="1013" y="36"/>
                    <a:pt x="995" y="60"/>
                  </a:cubicBezTo>
                  <a:cubicBezTo>
                    <a:pt x="967" y="98"/>
                    <a:pt x="985" y="151"/>
                    <a:pt x="968" y="190"/>
                  </a:cubicBezTo>
                  <a:cubicBezTo>
                    <a:pt x="940" y="253"/>
                    <a:pt x="880" y="296"/>
                    <a:pt x="920" y="366"/>
                  </a:cubicBezTo>
                  <a:moveTo>
                    <a:pt x="236" y="1610"/>
                  </a:moveTo>
                  <a:cubicBezTo>
                    <a:pt x="240" y="1614"/>
                    <a:pt x="240" y="1614"/>
                    <a:pt x="240" y="1614"/>
                  </a:cubicBezTo>
                  <a:lnTo>
                    <a:pt x="236" y="161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44"/>
            <p:cNvSpPr>
              <a:spLocks/>
            </p:cNvSpPr>
            <p:nvPr/>
          </p:nvSpPr>
          <p:spPr bwMode="auto">
            <a:xfrm>
              <a:off x="2162175" y="2657475"/>
              <a:ext cx="293688" cy="315913"/>
            </a:xfrm>
            <a:custGeom>
              <a:avLst/>
              <a:gdLst/>
              <a:ahLst/>
              <a:cxnLst>
                <a:cxn ang="0">
                  <a:pos x="280" y="243"/>
                </a:cxn>
                <a:cxn ang="0">
                  <a:pos x="208" y="231"/>
                </a:cxn>
                <a:cxn ang="0">
                  <a:pos x="160" y="235"/>
                </a:cxn>
                <a:cxn ang="0">
                  <a:pos x="176" y="239"/>
                </a:cxn>
                <a:cxn ang="0">
                  <a:pos x="156" y="315"/>
                </a:cxn>
                <a:cxn ang="0">
                  <a:pos x="156" y="299"/>
                </a:cxn>
                <a:cxn ang="0">
                  <a:pos x="140" y="375"/>
                </a:cxn>
                <a:cxn ang="0">
                  <a:pos x="137" y="383"/>
                </a:cxn>
                <a:cxn ang="0">
                  <a:pos x="103" y="483"/>
                </a:cxn>
                <a:cxn ang="0">
                  <a:pos x="0" y="519"/>
                </a:cxn>
                <a:cxn ang="0">
                  <a:pos x="76" y="659"/>
                </a:cxn>
                <a:cxn ang="0">
                  <a:pos x="80" y="695"/>
                </a:cxn>
                <a:cxn ang="0">
                  <a:pos x="96" y="713"/>
                </a:cxn>
                <a:cxn ang="0">
                  <a:pos x="160" y="775"/>
                </a:cxn>
                <a:cxn ang="0">
                  <a:pos x="148" y="803"/>
                </a:cxn>
                <a:cxn ang="0">
                  <a:pos x="216" y="855"/>
                </a:cxn>
                <a:cxn ang="0">
                  <a:pos x="188" y="859"/>
                </a:cxn>
                <a:cxn ang="0">
                  <a:pos x="390" y="1059"/>
                </a:cxn>
                <a:cxn ang="0">
                  <a:pos x="491" y="1037"/>
                </a:cxn>
                <a:cxn ang="0">
                  <a:pos x="576" y="996"/>
                </a:cxn>
                <a:cxn ang="0">
                  <a:pos x="524" y="907"/>
                </a:cxn>
                <a:cxn ang="0">
                  <a:pos x="508" y="831"/>
                </a:cxn>
                <a:cxn ang="0">
                  <a:pos x="666" y="817"/>
                </a:cxn>
                <a:cxn ang="0">
                  <a:pos x="690" y="744"/>
                </a:cxn>
                <a:cxn ang="0">
                  <a:pos x="832" y="845"/>
                </a:cxn>
                <a:cxn ang="0">
                  <a:pos x="880" y="791"/>
                </a:cxn>
                <a:cxn ang="0">
                  <a:pos x="976" y="763"/>
                </a:cxn>
                <a:cxn ang="0">
                  <a:pos x="1000" y="695"/>
                </a:cxn>
                <a:cxn ang="0">
                  <a:pos x="1018" y="529"/>
                </a:cxn>
                <a:cxn ang="0">
                  <a:pos x="908" y="463"/>
                </a:cxn>
                <a:cxn ang="0">
                  <a:pos x="932" y="347"/>
                </a:cxn>
                <a:cxn ang="0">
                  <a:pos x="988" y="231"/>
                </a:cxn>
                <a:cxn ang="0">
                  <a:pos x="788" y="207"/>
                </a:cxn>
                <a:cxn ang="0">
                  <a:pos x="811" y="40"/>
                </a:cxn>
                <a:cxn ang="0">
                  <a:pos x="600" y="23"/>
                </a:cxn>
                <a:cxn ang="0">
                  <a:pos x="460" y="83"/>
                </a:cxn>
              </a:cxnLst>
              <a:rect l="0" t="0" r="r" b="b"/>
              <a:pathLst>
                <a:path w="1031" h="1107">
                  <a:moveTo>
                    <a:pt x="464" y="243"/>
                  </a:moveTo>
                  <a:cubicBezTo>
                    <a:pt x="280" y="243"/>
                    <a:pt x="280" y="243"/>
                    <a:pt x="280" y="243"/>
                  </a:cubicBezTo>
                  <a:cubicBezTo>
                    <a:pt x="263" y="243"/>
                    <a:pt x="224" y="235"/>
                    <a:pt x="220" y="255"/>
                  </a:cubicBezTo>
                  <a:cubicBezTo>
                    <a:pt x="208" y="231"/>
                    <a:pt x="208" y="231"/>
                    <a:pt x="208" y="231"/>
                  </a:cubicBezTo>
                  <a:cubicBezTo>
                    <a:pt x="160" y="231"/>
                    <a:pt x="160" y="231"/>
                    <a:pt x="160" y="231"/>
                  </a:cubicBezTo>
                  <a:cubicBezTo>
                    <a:pt x="160" y="235"/>
                    <a:pt x="160" y="235"/>
                    <a:pt x="160" y="235"/>
                  </a:cubicBezTo>
                  <a:cubicBezTo>
                    <a:pt x="176" y="235"/>
                    <a:pt x="176" y="235"/>
                    <a:pt x="176" y="235"/>
                  </a:cubicBezTo>
                  <a:cubicBezTo>
                    <a:pt x="176" y="239"/>
                    <a:pt x="176" y="239"/>
                    <a:pt x="176" y="239"/>
                  </a:cubicBezTo>
                  <a:cubicBezTo>
                    <a:pt x="140" y="245"/>
                    <a:pt x="160" y="290"/>
                    <a:pt x="168" y="315"/>
                  </a:cubicBezTo>
                  <a:cubicBezTo>
                    <a:pt x="156" y="315"/>
                    <a:pt x="156" y="315"/>
                    <a:pt x="156" y="315"/>
                  </a:cubicBezTo>
                  <a:cubicBezTo>
                    <a:pt x="156" y="311"/>
                    <a:pt x="156" y="311"/>
                    <a:pt x="156" y="311"/>
                  </a:cubicBezTo>
                  <a:cubicBezTo>
                    <a:pt x="156" y="299"/>
                    <a:pt x="156" y="299"/>
                    <a:pt x="156" y="299"/>
                  </a:cubicBezTo>
                  <a:cubicBezTo>
                    <a:pt x="108" y="307"/>
                    <a:pt x="108" y="307"/>
                    <a:pt x="108" y="307"/>
                  </a:cubicBezTo>
                  <a:cubicBezTo>
                    <a:pt x="140" y="375"/>
                    <a:pt x="140" y="375"/>
                    <a:pt x="140" y="375"/>
                  </a:cubicBezTo>
                  <a:cubicBezTo>
                    <a:pt x="188" y="399"/>
                    <a:pt x="188" y="399"/>
                    <a:pt x="188" y="399"/>
                  </a:cubicBezTo>
                  <a:cubicBezTo>
                    <a:pt x="137" y="383"/>
                    <a:pt x="137" y="383"/>
                    <a:pt x="137" y="383"/>
                  </a:cubicBezTo>
                  <a:cubicBezTo>
                    <a:pt x="108" y="359"/>
                    <a:pt x="108" y="359"/>
                    <a:pt x="108" y="359"/>
                  </a:cubicBezTo>
                  <a:cubicBezTo>
                    <a:pt x="108" y="399"/>
                    <a:pt x="120" y="444"/>
                    <a:pt x="103" y="483"/>
                  </a:cubicBezTo>
                  <a:cubicBezTo>
                    <a:pt x="91" y="509"/>
                    <a:pt x="44" y="522"/>
                    <a:pt x="48" y="547"/>
                  </a:cubicBezTo>
                  <a:cubicBezTo>
                    <a:pt x="0" y="519"/>
                    <a:pt x="0" y="519"/>
                    <a:pt x="0" y="519"/>
                  </a:cubicBezTo>
                  <a:cubicBezTo>
                    <a:pt x="2" y="548"/>
                    <a:pt x="47" y="650"/>
                    <a:pt x="76" y="655"/>
                  </a:cubicBezTo>
                  <a:cubicBezTo>
                    <a:pt x="76" y="659"/>
                    <a:pt x="76" y="659"/>
                    <a:pt x="76" y="659"/>
                  </a:cubicBezTo>
                  <a:cubicBezTo>
                    <a:pt x="64" y="659"/>
                    <a:pt x="64" y="659"/>
                    <a:pt x="64" y="659"/>
                  </a:cubicBezTo>
                  <a:cubicBezTo>
                    <a:pt x="80" y="695"/>
                    <a:pt x="80" y="695"/>
                    <a:pt x="80" y="695"/>
                  </a:cubicBezTo>
                  <a:cubicBezTo>
                    <a:pt x="136" y="691"/>
                    <a:pt x="136" y="691"/>
                    <a:pt x="136" y="691"/>
                  </a:cubicBezTo>
                  <a:cubicBezTo>
                    <a:pt x="126" y="701"/>
                    <a:pt x="103" y="702"/>
                    <a:pt x="96" y="713"/>
                  </a:cubicBezTo>
                  <a:cubicBezTo>
                    <a:pt x="78" y="742"/>
                    <a:pt x="144" y="755"/>
                    <a:pt x="160" y="759"/>
                  </a:cubicBezTo>
                  <a:cubicBezTo>
                    <a:pt x="160" y="775"/>
                    <a:pt x="160" y="775"/>
                    <a:pt x="160" y="775"/>
                  </a:cubicBezTo>
                  <a:cubicBezTo>
                    <a:pt x="116" y="759"/>
                    <a:pt x="116" y="759"/>
                    <a:pt x="116" y="759"/>
                  </a:cubicBezTo>
                  <a:cubicBezTo>
                    <a:pt x="123" y="778"/>
                    <a:pt x="137" y="787"/>
                    <a:pt x="148" y="803"/>
                  </a:cubicBezTo>
                  <a:cubicBezTo>
                    <a:pt x="173" y="840"/>
                    <a:pt x="173" y="862"/>
                    <a:pt x="220" y="831"/>
                  </a:cubicBezTo>
                  <a:cubicBezTo>
                    <a:pt x="216" y="855"/>
                    <a:pt x="216" y="855"/>
                    <a:pt x="216" y="855"/>
                  </a:cubicBezTo>
                  <a:cubicBezTo>
                    <a:pt x="256" y="859"/>
                    <a:pt x="256" y="859"/>
                    <a:pt x="256" y="859"/>
                  </a:cubicBezTo>
                  <a:cubicBezTo>
                    <a:pt x="242" y="888"/>
                    <a:pt x="211" y="864"/>
                    <a:pt x="188" y="859"/>
                  </a:cubicBezTo>
                  <a:cubicBezTo>
                    <a:pt x="204" y="898"/>
                    <a:pt x="261" y="924"/>
                    <a:pt x="292" y="951"/>
                  </a:cubicBezTo>
                  <a:cubicBezTo>
                    <a:pt x="326" y="982"/>
                    <a:pt x="362" y="1023"/>
                    <a:pt x="390" y="1059"/>
                  </a:cubicBezTo>
                  <a:cubicBezTo>
                    <a:pt x="404" y="1076"/>
                    <a:pt x="409" y="1094"/>
                    <a:pt x="428" y="1107"/>
                  </a:cubicBezTo>
                  <a:cubicBezTo>
                    <a:pt x="440" y="1081"/>
                    <a:pt x="457" y="1040"/>
                    <a:pt x="491" y="1037"/>
                  </a:cubicBezTo>
                  <a:cubicBezTo>
                    <a:pt x="515" y="1035"/>
                    <a:pt x="553" y="1097"/>
                    <a:pt x="572" y="1047"/>
                  </a:cubicBezTo>
                  <a:cubicBezTo>
                    <a:pt x="547" y="1023"/>
                    <a:pt x="580" y="1019"/>
                    <a:pt x="576" y="996"/>
                  </a:cubicBezTo>
                  <a:cubicBezTo>
                    <a:pt x="574" y="981"/>
                    <a:pt x="540" y="971"/>
                    <a:pt x="528" y="967"/>
                  </a:cubicBezTo>
                  <a:cubicBezTo>
                    <a:pt x="550" y="942"/>
                    <a:pt x="538" y="932"/>
                    <a:pt x="524" y="907"/>
                  </a:cubicBezTo>
                  <a:cubicBezTo>
                    <a:pt x="504" y="907"/>
                    <a:pt x="504" y="907"/>
                    <a:pt x="504" y="907"/>
                  </a:cubicBezTo>
                  <a:cubicBezTo>
                    <a:pt x="528" y="878"/>
                    <a:pt x="515" y="863"/>
                    <a:pt x="508" y="831"/>
                  </a:cubicBezTo>
                  <a:cubicBezTo>
                    <a:pt x="530" y="842"/>
                    <a:pt x="537" y="833"/>
                    <a:pt x="560" y="833"/>
                  </a:cubicBezTo>
                  <a:cubicBezTo>
                    <a:pt x="587" y="833"/>
                    <a:pt x="647" y="849"/>
                    <a:pt x="666" y="817"/>
                  </a:cubicBezTo>
                  <a:cubicBezTo>
                    <a:pt x="677" y="799"/>
                    <a:pt x="664" y="777"/>
                    <a:pt x="660" y="759"/>
                  </a:cubicBezTo>
                  <a:cubicBezTo>
                    <a:pt x="670" y="756"/>
                    <a:pt x="680" y="743"/>
                    <a:pt x="690" y="744"/>
                  </a:cubicBezTo>
                  <a:cubicBezTo>
                    <a:pt x="721" y="746"/>
                    <a:pt x="744" y="809"/>
                    <a:pt x="752" y="835"/>
                  </a:cubicBezTo>
                  <a:cubicBezTo>
                    <a:pt x="832" y="845"/>
                    <a:pt x="832" y="845"/>
                    <a:pt x="832" y="845"/>
                  </a:cubicBezTo>
                  <a:cubicBezTo>
                    <a:pt x="864" y="819"/>
                    <a:pt x="864" y="819"/>
                    <a:pt x="864" y="819"/>
                  </a:cubicBezTo>
                  <a:cubicBezTo>
                    <a:pt x="880" y="791"/>
                    <a:pt x="880" y="791"/>
                    <a:pt x="880" y="791"/>
                  </a:cubicBezTo>
                  <a:cubicBezTo>
                    <a:pt x="900" y="808"/>
                    <a:pt x="888" y="842"/>
                    <a:pt x="906" y="854"/>
                  </a:cubicBezTo>
                  <a:cubicBezTo>
                    <a:pt x="957" y="890"/>
                    <a:pt x="977" y="794"/>
                    <a:pt x="976" y="763"/>
                  </a:cubicBezTo>
                  <a:cubicBezTo>
                    <a:pt x="1008" y="751"/>
                    <a:pt x="1008" y="751"/>
                    <a:pt x="1008" y="751"/>
                  </a:cubicBezTo>
                  <a:cubicBezTo>
                    <a:pt x="1000" y="695"/>
                    <a:pt x="1000" y="695"/>
                    <a:pt x="1000" y="695"/>
                  </a:cubicBezTo>
                  <a:cubicBezTo>
                    <a:pt x="1031" y="669"/>
                    <a:pt x="1007" y="630"/>
                    <a:pt x="1004" y="599"/>
                  </a:cubicBezTo>
                  <a:cubicBezTo>
                    <a:pt x="1001" y="574"/>
                    <a:pt x="1022" y="552"/>
                    <a:pt x="1018" y="529"/>
                  </a:cubicBezTo>
                  <a:cubicBezTo>
                    <a:pt x="1014" y="501"/>
                    <a:pt x="988" y="500"/>
                    <a:pt x="969" y="490"/>
                  </a:cubicBezTo>
                  <a:cubicBezTo>
                    <a:pt x="944" y="476"/>
                    <a:pt x="943" y="453"/>
                    <a:pt x="908" y="463"/>
                  </a:cubicBezTo>
                  <a:cubicBezTo>
                    <a:pt x="904" y="459"/>
                    <a:pt x="904" y="459"/>
                    <a:pt x="904" y="459"/>
                  </a:cubicBezTo>
                  <a:cubicBezTo>
                    <a:pt x="925" y="417"/>
                    <a:pt x="903" y="386"/>
                    <a:pt x="932" y="347"/>
                  </a:cubicBezTo>
                  <a:cubicBezTo>
                    <a:pt x="955" y="315"/>
                    <a:pt x="1004" y="324"/>
                    <a:pt x="1013" y="271"/>
                  </a:cubicBezTo>
                  <a:cubicBezTo>
                    <a:pt x="1016" y="255"/>
                    <a:pt x="996" y="243"/>
                    <a:pt x="988" y="231"/>
                  </a:cubicBezTo>
                  <a:cubicBezTo>
                    <a:pt x="981" y="218"/>
                    <a:pt x="981" y="201"/>
                    <a:pt x="980" y="187"/>
                  </a:cubicBezTo>
                  <a:cubicBezTo>
                    <a:pt x="923" y="152"/>
                    <a:pt x="844" y="182"/>
                    <a:pt x="788" y="207"/>
                  </a:cubicBezTo>
                  <a:cubicBezTo>
                    <a:pt x="811" y="177"/>
                    <a:pt x="785" y="170"/>
                    <a:pt x="786" y="139"/>
                  </a:cubicBezTo>
                  <a:cubicBezTo>
                    <a:pt x="787" y="112"/>
                    <a:pt x="820" y="61"/>
                    <a:pt x="811" y="40"/>
                  </a:cubicBezTo>
                  <a:cubicBezTo>
                    <a:pt x="801" y="17"/>
                    <a:pt x="775" y="25"/>
                    <a:pt x="756" y="26"/>
                  </a:cubicBezTo>
                  <a:cubicBezTo>
                    <a:pt x="702" y="30"/>
                    <a:pt x="653" y="20"/>
                    <a:pt x="600" y="23"/>
                  </a:cubicBezTo>
                  <a:cubicBezTo>
                    <a:pt x="570" y="24"/>
                    <a:pt x="485" y="0"/>
                    <a:pt x="464" y="26"/>
                  </a:cubicBezTo>
                  <a:cubicBezTo>
                    <a:pt x="454" y="38"/>
                    <a:pt x="460" y="68"/>
                    <a:pt x="460" y="83"/>
                  </a:cubicBezTo>
                  <a:cubicBezTo>
                    <a:pt x="460" y="136"/>
                    <a:pt x="464" y="189"/>
                    <a:pt x="464" y="243"/>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45"/>
            <p:cNvSpPr>
              <a:spLocks/>
            </p:cNvSpPr>
            <p:nvPr/>
          </p:nvSpPr>
          <p:spPr bwMode="auto">
            <a:xfrm>
              <a:off x="1773238" y="2162175"/>
              <a:ext cx="153988" cy="304800"/>
            </a:xfrm>
            <a:custGeom>
              <a:avLst/>
              <a:gdLst/>
              <a:ahLst/>
              <a:cxnLst>
                <a:cxn ang="0">
                  <a:pos x="100" y="192"/>
                </a:cxn>
                <a:cxn ang="0">
                  <a:pos x="0" y="356"/>
                </a:cxn>
                <a:cxn ang="0">
                  <a:pos x="101" y="440"/>
                </a:cxn>
                <a:cxn ang="0">
                  <a:pos x="109" y="528"/>
                </a:cxn>
                <a:cxn ang="0">
                  <a:pos x="146" y="584"/>
                </a:cxn>
                <a:cxn ang="0">
                  <a:pos x="148" y="704"/>
                </a:cxn>
                <a:cxn ang="0">
                  <a:pos x="152" y="932"/>
                </a:cxn>
                <a:cxn ang="0">
                  <a:pos x="142" y="968"/>
                </a:cxn>
                <a:cxn ang="0">
                  <a:pos x="180" y="1068"/>
                </a:cxn>
                <a:cxn ang="0">
                  <a:pos x="344" y="1052"/>
                </a:cxn>
                <a:cxn ang="0">
                  <a:pos x="372" y="1020"/>
                </a:cxn>
                <a:cxn ang="0">
                  <a:pos x="352" y="812"/>
                </a:cxn>
                <a:cxn ang="0">
                  <a:pos x="356" y="728"/>
                </a:cxn>
                <a:cxn ang="0">
                  <a:pos x="356" y="724"/>
                </a:cxn>
                <a:cxn ang="0">
                  <a:pos x="362" y="586"/>
                </a:cxn>
                <a:cxn ang="0">
                  <a:pos x="412" y="580"/>
                </a:cxn>
                <a:cxn ang="0">
                  <a:pos x="460" y="454"/>
                </a:cxn>
                <a:cxn ang="0">
                  <a:pos x="505" y="420"/>
                </a:cxn>
                <a:cxn ang="0">
                  <a:pos x="500" y="360"/>
                </a:cxn>
                <a:cxn ang="0">
                  <a:pos x="532" y="352"/>
                </a:cxn>
                <a:cxn ang="0">
                  <a:pos x="544" y="292"/>
                </a:cxn>
                <a:cxn ang="0">
                  <a:pos x="520" y="224"/>
                </a:cxn>
                <a:cxn ang="0">
                  <a:pos x="480" y="164"/>
                </a:cxn>
                <a:cxn ang="0">
                  <a:pos x="500" y="116"/>
                </a:cxn>
                <a:cxn ang="0">
                  <a:pos x="448" y="88"/>
                </a:cxn>
                <a:cxn ang="0">
                  <a:pos x="360" y="1"/>
                </a:cxn>
                <a:cxn ang="0">
                  <a:pos x="320" y="14"/>
                </a:cxn>
                <a:cxn ang="0">
                  <a:pos x="282" y="27"/>
                </a:cxn>
                <a:cxn ang="0">
                  <a:pos x="281" y="80"/>
                </a:cxn>
                <a:cxn ang="0">
                  <a:pos x="232" y="151"/>
                </a:cxn>
                <a:cxn ang="0">
                  <a:pos x="100" y="192"/>
                </a:cxn>
              </a:cxnLst>
              <a:rect l="0" t="0" r="r" b="b"/>
              <a:pathLst>
                <a:path w="544" h="1068">
                  <a:moveTo>
                    <a:pt x="100" y="192"/>
                  </a:moveTo>
                  <a:cubicBezTo>
                    <a:pt x="19" y="207"/>
                    <a:pt x="12" y="290"/>
                    <a:pt x="0" y="356"/>
                  </a:cubicBezTo>
                  <a:cubicBezTo>
                    <a:pt x="33" y="374"/>
                    <a:pt x="90" y="402"/>
                    <a:pt x="101" y="440"/>
                  </a:cubicBezTo>
                  <a:cubicBezTo>
                    <a:pt x="110" y="470"/>
                    <a:pt x="97" y="497"/>
                    <a:pt x="109" y="528"/>
                  </a:cubicBezTo>
                  <a:cubicBezTo>
                    <a:pt x="117" y="550"/>
                    <a:pt x="140" y="561"/>
                    <a:pt x="146" y="584"/>
                  </a:cubicBezTo>
                  <a:cubicBezTo>
                    <a:pt x="156" y="619"/>
                    <a:pt x="148" y="667"/>
                    <a:pt x="148" y="704"/>
                  </a:cubicBezTo>
                  <a:cubicBezTo>
                    <a:pt x="148" y="780"/>
                    <a:pt x="152" y="856"/>
                    <a:pt x="152" y="932"/>
                  </a:cubicBezTo>
                  <a:cubicBezTo>
                    <a:pt x="132" y="939"/>
                    <a:pt x="141" y="951"/>
                    <a:pt x="142" y="968"/>
                  </a:cubicBezTo>
                  <a:cubicBezTo>
                    <a:pt x="145" y="1008"/>
                    <a:pt x="167" y="1030"/>
                    <a:pt x="180" y="1068"/>
                  </a:cubicBezTo>
                  <a:cubicBezTo>
                    <a:pt x="344" y="1052"/>
                    <a:pt x="344" y="1052"/>
                    <a:pt x="344" y="1052"/>
                  </a:cubicBezTo>
                  <a:cubicBezTo>
                    <a:pt x="372" y="1020"/>
                    <a:pt x="372" y="1020"/>
                    <a:pt x="372" y="1020"/>
                  </a:cubicBezTo>
                  <a:cubicBezTo>
                    <a:pt x="341" y="957"/>
                    <a:pt x="352" y="880"/>
                    <a:pt x="352" y="812"/>
                  </a:cubicBezTo>
                  <a:cubicBezTo>
                    <a:pt x="351" y="779"/>
                    <a:pt x="338" y="761"/>
                    <a:pt x="356" y="728"/>
                  </a:cubicBezTo>
                  <a:cubicBezTo>
                    <a:pt x="356" y="724"/>
                    <a:pt x="356" y="724"/>
                    <a:pt x="356" y="724"/>
                  </a:cubicBezTo>
                  <a:cubicBezTo>
                    <a:pt x="345" y="706"/>
                    <a:pt x="344" y="601"/>
                    <a:pt x="362" y="586"/>
                  </a:cubicBezTo>
                  <a:cubicBezTo>
                    <a:pt x="373" y="577"/>
                    <a:pt x="398" y="582"/>
                    <a:pt x="412" y="580"/>
                  </a:cubicBezTo>
                  <a:cubicBezTo>
                    <a:pt x="416" y="535"/>
                    <a:pt x="435" y="489"/>
                    <a:pt x="460" y="454"/>
                  </a:cubicBezTo>
                  <a:cubicBezTo>
                    <a:pt x="472" y="438"/>
                    <a:pt x="494" y="442"/>
                    <a:pt x="505" y="420"/>
                  </a:cubicBezTo>
                  <a:cubicBezTo>
                    <a:pt x="520" y="391"/>
                    <a:pt x="494" y="383"/>
                    <a:pt x="500" y="360"/>
                  </a:cubicBezTo>
                  <a:cubicBezTo>
                    <a:pt x="504" y="344"/>
                    <a:pt x="521" y="349"/>
                    <a:pt x="532" y="352"/>
                  </a:cubicBezTo>
                  <a:cubicBezTo>
                    <a:pt x="544" y="292"/>
                    <a:pt x="544" y="292"/>
                    <a:pt x="544" y="292"/>
                  </a:cubicBezTo>
                  <a:cubicBezTo>
                    <a:pt x="520" y="224"/>
                    <a:pt x="520" y="224"/>
                    <a:pt x="520" y="224"/>
                  </a:cubicBezTo>
                  <a:cubicBezTo>
                    <a:pt x="480" y="164"/>
                    <a:pt x="480" y="164"/>
                    <a:pt x="480" y="164"/>
                  </a:cubicBezTo>
                  <a:cubicBezTo>
                    <a:pt x="500" y="116"/>
                    <a:pt x="500" y="116"/>
                    <a:pt x="500" y="116"/>
                  </a:cubicBezTo>
                  <a:cubicBezTo>
                    <a:pt x="483" y="102"/>
                    <a:pt x="472" y="85"/>
                    <a:pt x="448" y="88"/>
                  </a:cubicBezTo>
                  <a:cubicBezTo>
                    <a:pt x="438" y="58"/>
                    <a:pt x="394" y="3"/>
                    <a:pt x="360" y="1"/>
                  </a:cubicBezTo>
                  <a:cubicBezTo>
                    <a:pt x="345" y="0"/>
                    <a:pt x="333" y="10"/>
                    <a:pt x="320" y="14"/>
                  </a:cubicBezTo>
                  <a:cubicBezTo>
                    <a:pt x="309" y="18"/>
                    <a:pt x="291" y="18"/>
                    <a:pt x="282" y="27"/>
                  </a:cubicBezTo>
                  <a:cubicBezTo>
                    <a:pt x="272" y="38"/>
                    <a:pt x="284" y="65"/>
                    <a:pt x="281" y="80"/>
                  </a:cubicBezTo>
                  <a:cubicBezTo>
                    <a:pt x="276" y="112"/>
                    <a:pt x="256" y="131"/>
                    <a:pt x="232" y="151"/>
                  </a:cubicBezTo>
                  <a:cubicBezTo>
                    <a:pt x="199" y="178"/>
                    <a:pt x="98" y="140"/>
                    <a:pt x="100" y="19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46"/>
            <p:cNvSpPr>
              <a:spLocks/>
            </p:cNvSpPr>
            <p:nvPr/>
          </p:nvSpPr>
          <p:spPr bwMode="auto">
            <a:xfrm>
              <a:off x="1728788" y="2225675"/>
              <a:ext cx="100013" cy="249238"/>
            </a:xfrm>
            <a:custGeom>
              <a:avLst/>
              <a:gdLst/>
              <a:ahLst/>
              <a:cxnLst>
                <a:cxn ang="0">
                  <a:pos x="24" y="0"/>
                </a:cxn>
                <a:cxn ang="0">
                  <a:pos x="11" y="80"/>
                </a:cxn>
                <a:cxn ang="0">
                  <a:pos x="75" y="131"/>
                </a:cxn>
                <a:cxn ang="0">
                  <a:pos x="96" y="200"/>
                </a:cxn>
                <a:cxn ang="0">
                  <a:pos x="63" y="287"/>
                </a:cxn>
                <a:cxn ang="0">
                  <a:pos x="110" y="294"/>
                </a:cxn>
                <a:cxn ang="0">
                  <a:pos x="102" y="360"/>
                </a:cxn>
                <a:cxn ang="0">
                  <a:pos x="108" y="392"/>
                </a:cxn>
                <a:cxn ang="0">
                  <a:pos x="88" y="404"/>
                </a:cxn>
                <a:cxn ang="0">
                  <a:pos x="143" y="476"/>
                </a:cxn>
                <a:cxn ang="0">
                  <a:pos x="127" y="512"/>
                </a:cxn>
                <a:cxn ang="0">
                  <a:pos x="130" y="556"/>
                </a:cxn>
                <a:cxn ang="0">
                  <a:pos x="136" y="648"/>
                </a:cxn>
                <a:cxn ang="0">
                  <a:pos x="112" y="716"/>
                </a:cxn>
                <a:cxn ang="0">
                  <a:pos x="152" y="788"/>
                </a:cxn>
                <a:cxn ang="0">
                  <a:pos x="212" y="864"/>
                </a:cxn>
                <a:cxn ang="0">
                  <a:pos x="348" y="840"/>
                </a:cxn>
                <a:cxn ang="0">
                  <a:pos x="310" y="772"/>
                </a:cxn>
                <a:cxn ang="0">
                  <a:pos x="304" y="716"/>
                </a:cxn>
                <a:cxn ang="0">
                  <a:pos x="320" y="620"/>
                </a:cxn>
                <a:cxn ang="0">
                  <a:pos x="316" y="404"/>
                </a:cxn>
                <a:cxn ang="0">
                  <a:pos x="280" y="320"/>
                </a:cxn>
                <a:cxn ang="0">
                  <a:pos x="276" y="280"/>
                </a:cxn>
                <a:cxn ang="0">
                  <a:pos x="260" y="276"/>
                </a:cxn>
                <a:cxn ang="0">
                  <a:pos x="266" y="240"/>
                </a:cxn>
                <a:cxn ang="0">
                  <a:pos x="264" y="194"/>
                </a:cxn>
                <a:cxn ang="0">
                  <a:pos x="169" y="124"/>
                </a:cxn>
                <a:cxn ang="0">
                  <a:pos x="188" y="16"/>
                </a:cxn>
                <a:cxn ang="0">
                  <a:pos x="24" y="0"/>
                </a:cxn>
              </a:cxnLst>
              <a:rect l="0" t="0" r="r" b="b"/>
              <a:pathLst>
                <a:path w="348" h="871">
                  <a:moveTo>
                    <a:pt x="24" y="0"/>
                  </a:moveTo>
                  <a:cubicBezTo>
                    <a:pt x="29" y="28"/>
                    <a:pt x="0" y="54"/>
                    <a:pt x="11" y="80"/>
                  </a:cubicBezTo>
                  <a:cubicBezTo>
                    <a:pt x="19" y="101"/>
                    <a:pt x="58" y="115"/>
                    <a:pt x="75" y="131"/>
                  </a:cubicBezTo>
                  <a:cubicBezTo>
                    <a:pt x="86" y="142"/>
                    <a:pt x="93" y="184"/>
                    <a:pt x="96" y="200"/>
                  </a:cubicBezTo>
                  <a:cubicBezTo>
                    <a:pt x="103" y="231"/>
                    <a:pt x="45" y="251"/>
                    <a:pt x="63" y="287"/>
                  </a:cubicBezTo>
                  <a:cubicBezTo>
                    <a:pt x="72" y="306"/>
                    <a:pt x="97" y="279"/>
                    <a:pt x="110" y="294"/>
                  </a:cubicBezTo>
                  <a:cubicBezTo>
                    <a:pt x="129" y="314"/>
                    <a:pt x="101" y="339"/>
                    <a:pt x="102" y="360"/>
                  </a:cubicBezTo>
                  <a:cubicBezTo>
                    <a:pt x="103" y="371"/>
                    <a:pt x="112" y="381"/>
                    <a:pt x="108" y="392"/>
                  </a:cubicBezTo>
                  <a:cubicBezTo>
                    <a:pt x="104" y="400"/>
                    <a:pt x="96" y="402"/>
                    <a:pt x="88" y="404"/>
                  </a:cubicBezTo>
                  <a:cubicBezTo>
                    <a:pt x="95" y="438"/>
                    <a:pt x="137" y="446"/>
                    <a:pt x="143" y="476"/>
                  </a:cubicBezTo>
                  <a:cubicBezTo>
                    <a:pt x="145" y="490"/>
                    <a:pt x="131" y="500"/>
                    <a:pt x="127" y="512"/>
                  </a:cubicBezTo>
                  <a:cubicBezTo>
                    <a:pt x="124" y="527"/>
                    <a:pt x="131" y="541"/>
                    <a:pt x="130" y="556"/>
                  </a:cubicBezTo>
                  <a:cubicBezTo>
                    <a:pt x="128" y="584"/>
                    <a:pt x="90" y="641"/>
                    <a:pt x="136" y="648"/>
                  </a:cubicBezTo>
                  <a:cubicBezTo>
                    <a:pt x="135" y="673"/>
                    <a:pt x="136" y="704"/>
                    <a:pt x="112" y="716"/>
                  </a:cubicBezTo>
                  <a:cubicBezTo>
                    <a:pt x="118" y="739"/>
                    <a:pt x="129" y="781"/>
                    <a:pt x="152" y="788"/>
                  </a:cubicBezTo>
                  <a:cubicBezTo>
                    <a:pt x="145" y="826"/>
                    <a:pt x="201" y="831"/>
                    <a:pt x="212" y="864"/>
                  </a:cubicBezTo>
                  <a:cubicBezTo>
                    <a:pt x="264" y="871"/>
                    <a:pt x="299" y="851"/>
                    <a:pt x="348" y="840"/>
                  </a:cubicBezTo>
                  <a:cubicBezTo>
                    <a:pt x="310" y="772"/>
                    <a:pt x="310" y="772"/>
                    <a:pt x="310" y="772"/>
                  </a:cubicBezTo>
                  <a:cubicBezTo>
                    <a:pt x="304" y="716"/>
                    <a:pt x="304" y="716"/>
                    <a:pt x="304" y="716"/>
                  </a:cubicBezTo>
                  <a:cubicBezTo>
                    <a:pt x="332" y="707"/>
                    <a:pt x="320" y="645"/>
                    <a:pt x="320" y="620"/>
                  </a:cubicBezTo>
                  <a:cubicBezTo>
                    <a:pt x="320" y="548"/>
                    <a:pt x="316" y="476"/>
                    <a:pt x="316" y="404"/>
                  </a:cubicBezTo>
                  <a:cubicBezTo>
                    <a:pt x="316" y="369"/>
                    <a:pt x="316" y="337"/>
                    <a:pt x="280" y="320"/>
                  </a:cubicBezTo>
                  <a:cubicBezTo>
                    <a:pt x="276" y="280"/>
                    <a:pt x="276" y="280"/>
                    <a:pt x="276" y="280"/>
                  </a:cubicBezTo>
                  <a:cubicBezTo>
                    <a:pt x="260" y="276"/>
                    <a:pt x="260" y="276"/>
                    <a:pt x="260" y="276"/>
                  </a:cubicBezTo>
                  <a:cubicBezTo>
                    <a:pt x="266" y="240"/>
                    <a:pt x="266" y="240"/>
                    <a:pt x="266" y="240"/>
                  </a:cubicBezTo>
                  <a:cubicBezTo>
                    <a:pt x="264" y="194"/>
                    <a:pt x="264" y="194"/>
                    <a:pt x="264" y="194"/>
                  </a:cubicBezTo>
                  <a:cubicBezTo>
                    <a:pt x="169" y="124"/>
                    <a:pt x="169" y="124"/>
                    <a:pt x="169" y="124"/>
                  </a:cubicBezTo>
                  <a:cubicBezTo>
                    <a:pt x="188" y="16"/>
                    <a:pt x="188" y="16"/>
                    <a:pt x="188" y="16"/>
                  </a:cubicBezTo>
                  <a:lnTo>
                    <a:pt x="24" y="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47"/>
            <p:cNvSpPr>
              <a:spLocks/>
            </p:cNvSpPr>
            <p:nvPr/>
          </p:nvSpPr>
          <p:spPr bwMode="auto">
            <a:xfrm>
              <a:off x="1069975" y="2279650"/>
              <a:ext cx="157163" cy="158750"/>
            </a:xfrm>
            <a:custGeom>
              <a:avLst/>
              <a:gdLst/>
              <a:ahLst/>
              <a:cxnLst>
                <a:cxn ang="0">
                  <a:pos x="260" y="24"/>
                </a:cxn>
                <a:cxn ang="0">
                  <a:pos x="165" y="32"/>
                </a:cxn>
                <a:cxn ang="0">
                  <a:pos x="121" y="111"/>
                </a:cxn>
                <a:cxn ang="0">
                  <a:pos x="80" y="139"/>
                </a:cxn>
                <a:cxn ang="0">
                  <a:pos x="60" y="168"/>
                </a:cxn>
                <a:cxn ang="0">
                  <a:pos x="16" y="176"/>
                </a:cxn>
                <a:cxn ang="0">
                  <a:pos x="44" y="204"/>
                </a:cxn>
                <a:cxn ang="0">
                  <a:pos x="44" y="208"/>
                </a:cxn>
                <a:cxn ang="0">
                  <a:pos x="34" y="255"/>
                </a:cxn>
                <a:cxn ang="0">
                  <a:pos x="80" y="248"/>
                </a:cxn>
                <a:cxn ang="0">
                  <a:pos x="84" y="260"/>
                </a:cxn>
                <a:cxn ang="0">
                  <a:pos x="52" y="264"/>
                </a:cxn>
                <a:cxn ang="0">
                  <a:pos x="52" y="276"/>
                </a:cxn>
                <a:cxn ang="0">
                  <a:pos x="0" y="264"/>
                </a:cxn>
                <a:cxn ang="0">
                  <a:pos x="40" y="328"/>
                </a:cxn>
                <a:cxn ang="0">
                  <a:pos x="76" y="372"/>
                </a:cxn>
                <a:cxn ang="0">
                  <a:pos x="104" y="396"/>
                </a:cxn>
                <a:cxn ang="0">
                  <a:pos x="136" y="416"/>
                </a:cxn>
                <a:cxn ang="0">
                  <a:pos x="136" y="420"/>
                </a:cxn>
                <a:cxn ang="0">
                  <a:pos x="76" y="440"/>
                </a:cxn>
                <a:cxn ang="0">
                  <a:pos x="160" y="460"/>
                </a:cxn>
                <a:cxn ang="0">
                  <a:pos x="256" y="506"/>
                </a:cxn>
                <a:cxn ang="0">
                  <a:pos x="344" y="548"/>
                </a:cxn>
                <a:cxn ang="0">
                  <a:pos x="377" y="498"/>
                </a:cxn>
                <a:cxn ang="0">
                  <a:pos x="493" y="399"/>
                </a:cxn>
                <a:cxn ang="0">
                  <a:pos x="499" y="353"/>
                </a:cxn>
                <a:cxn ang="0">
                  <a:pos x="540" y="335"/>
                </a:cxn>
                <a:cxn ang="0">
                  <a:pos x="552" y="272"/>
                </a:cxn>
                <a:cxn ang="0">
                  <a:pos x="516" y="292"/>
                </a:cxn>
                <a:cxn ang="0">
                  <a:pos x="512" y="236"/>
                </a:cxn>
                <a:cxn ang="0">
                  <a:pos x="512" y="232"/>
                </a:cxn>
                <a:cxn ang="0">
                  <a:pos x="500" y="180"/>
                </a:cxn>
                <a:cxn ang="0">
                  <a:pos x="500" y="176"/>
                </a:cxn>
                <a:cxn ang="0">
                  <a:pos x="468" y="168"/>
                </a:cxn>
                <a:cxn ang="0">
                  <a:pos x="488" y="132"/>
                </a:cxn>
                <a:cxn ang="0">
                  <a:pos x="388" y="12"/>
                </a:cxn>
                <a:cxn ang="0">
                  <a:pos x="324" y="8"/>
                </a:cxn>
                <a:cxn ang="0">
                  <a:pos x="260" y="24"/>
                </a:cxn>
              </a:cxnLst>
              <a:rect l="0" t="0" r="r" b="b"/>
              <a:pathLst>
                <a:path w="552" h="554">
                  <a:moveTo>
                    <a:pt x="260" y="24"/>
                  </a:moveTo>
                  <a:cubicBezTo>
                    <a:pt x="165" y="32"/>
                    <a:pt x="165" y="32"/>
                    <a:pt x="165" y="32"/>
                  </a:cubicBezTo>
                  <a:cubicBezTo>
                    <a:pt x="121" y="111"/>
                    <a:pt x="121" y="111"/>
                    <a:pt x="121" y="111"/>
                  </a:cubicBezTo>
                  <a:cubicBezTo>
                    <a:pt x="80" y="139"/>
                    <a:pt x="80" y="139"/>
                    <a:pt x="80" y="139"/>
                  </a:cubicBezTo>
                  <a:cubicBezTo>
                    <a:pt x="60" y="168"/>
                    <a:pt x="60" y="168"/>
                    <a:pt x="60" y="168"/>
                  </a:cubicBezTo>
                  <a:cubicBezTo>
                    <a:pt x="16" y="176"/>
                    <a:pt x="16" y="176"/>
                    <a:pt x="16" y="176"/>
                  </a:cubicBezTo>
                  <a:cubicBezTo>
                    <a:pt x="21" y="193"/>
                    <a:pt x="28" y="200"/>
                    <a:pt x="44" y="204"/>
                  </a:cubicBezTo>
                  <a:cubicBezTo>
                    <a:pt x="44" y="208"/>
                    <a:pt x="44" y="208"/>
                    <a:pt x="44" y="208"/>
                  </a:cubicBezTo>
                  <a:cubicBezTo>
                    <a:pt x="30" y="214"/>
                    <a:pt x="15" y="245"/>
                    <a:pt x="34" y="255"/>
                  </a:cubicBezTo>
                  <a:cubicBezTo>
                    <a:pt x="47" y="262"/>
                    <a:pt x="68" y="254"/>
                    <a:pt x="80" y="248"/>
                  </a:cubicBezTo>
                  <a:cubicBezTo>
                    <a:pt x="84" y="260"/>
                    <a:pt x="84" y="260"/>
                    <a:pt x="84" y="260"/>
                  </a:cubicBezTo>
                  <a:cubicBezTo>
                    <a:pt x="52" y="264"/>
                    <a:pt x="52" y="264"/>
                    <a:pt x="52" y="264"/>
                  </a:cubicBezTo>
                  <a:cubicBezTo>
                    <a:pt x="52" y="276"/>
                    <a:pt x="52" y="276"/>
                    <a:pt x="52" y="276"/>
                  </a:cubicBezTo>
                  <a:cubicBezTo>
                    <a:pt x="0" y="264"/>
                    <a:pt x="0" y="264"/>
                    <a:pt x="0" y="264"/>
                  </a:cubicBezTo>
                  <a:cubicBezTo>
                    <a:pt x="40" y="328"/>
                    <a:pt x="40" y="328"/>
                    <a:pt x="40" y="328"/>
                  </a:cubicBezTo>
                  <a:cubicBezTo>
                    <a:pt x="64" y="326"/>
                    <a:pt x="110" y="350"/>
                    <a:pt x="76" y="372"/>
                  </a:cubicBezTo>
                  <a:cubicBezTo>
                    <a:pt x="104" y="396"/>
                    <a:pt x="104" y="396"/>
                    <a:pt x="104" y="396"/>
                  </a:cubicBezTo>
                  <a:cubicBezTo>
                    <a:pt x="108" y="411"/>
                    <a:pt x="122" y="414"/>
                    <a:pt x="136" y="416"/>
                  </a:cubicBezTo>
                  <a:cubicBezTo>
                    <a:pt x="136" y="420"/>
                    <a:pt x="136" y="420"/>
                    <a:pt x="136" y="420"/>
                  </a:cubicBezTo>
                  <a:cubicBezTo>
                    <a:pt x="115" y="423"/>
                    <a:pt x="89" y="421"/>
                    <a:pt x="76" y="440"/>
                  </a:cubicBezTo>
                  <a:cubicBezTo>
                    <a:pt x="160" y="460"/>
                    <a:pt x="160" y="460"/>
                    <a:pt x="160" y="460"/>
                  </a:cubicBezTo>
                  <a:cubicBezTo>
                    <a:pt x="165" y="484"/>
                    <a:pt x="235" y="494"/>
                    <a:pt x="256" y="506"/>
                  </a:cubicBezTo>
                  <a:cubicBezTo>
                    <a:pt x="280" y="519"/>
                    <a:pt x="316" y="554"/>
                    <a:pt x="344" y="548"/>
                  </a:cubicBezTo>
                  <a:cubicBezTo>
                    <a:pt x="366" y="543"/>
                    <a:pt x="361" y="509"/>
                    <a:pt x="377" y="498"/>
                  </a:cubicBezTo>
                  <a:cubicBezTo>
                    <a:pt x="412" y="473"/>
                    <a:pt x="469" y="436"/>
                    <a:pt x="493" y="399"/>
                  </a:cubicBezTo>
                  <a:cubicBezTo>
                    <a:pt x="502" y="385"/>
                    <a:pt x="491" y="367"/>
                    <a:pt x="499" y="353"/>
                  </a:cubicBezTo>
                  <a:cubicBezTo>
                    <a:pt x="509" y="336"/>
                    <a:pt x="528" y="346"/>
                    <a:pt x="540" y="335"/>
                  </a:cubicBezTo>
                  <a:cubicBezTo>
                    <a:pt x="550" y="326"/>
                    <a:pt x="551" y="287"/>
                    <a:pt x="552" y="272"/>
                  </a:cubicBezTo>
                  <a:cubicBezTo>
                    <a:pt x="533" y="269"/>
                    <a:pt x="519" y="270"/>
                    <a:pt x="516" y="292"/>
                  </a:cubicBezTo>
                  <a:cubicBezTo>
                    <a:pt x="457" y="314"/>
                    <a:pt x="494" y="265"/>
                    <a:pt x="512" y="236"/>
                  </a:cubicBezTo>
                  <a:cubicBezTo>
                    <a:pt x="512" y="232"/>
                    <a:pt x="512" y="232"/>
                    <a:pt x="512" y="232"/>
                  </a:cubicBezTo>
                  <a:cubicBezTo>
                    <a:pt x="499" y="217"/>
                    <a:pt x="492" y="200"/>
                    <a:pt x="500" y="180"/>
                  </a:cubicBezTo>
                  <a:cubicBezTo>
                    <a:pt x="500" y="176"/>
                    <a:pt x="500" y="176"/>
                    <a:pt x="500" y="176"/>
                  </a:cubicBezTo>
                  <a:cubicBezTo>
                    <a:pt x="468" y="168"/>
                    <a:pt x="468" y="168"/>
                    <a:pt x="468" y="168"/>
                  </a:cubicBezTo>
                  <a:cubicBezTo>
                    <a:pt x="488" y="132"/>
                    <a:pt x="488" y="132"/>
                    <a:pt x="488" y="132"/>
                  </a:cubicBezTo>
                  <a:cubicBezTo>
                    <a:pt x="448" y="101"/>
                    <a:pt x="431" y="38"/>
                    <a:pt x="388" y="12"/>
                  </a:cubicBezTo>
                  <a:cubicBezTo>
                    <a:pt x="371" y="3"/>
                    <a:pt x="343" y="8"/>
                    <a:pt x="324" y="8"/>
                  </a:cubicBezTo>
                  <a:cubicBezTo>
                    <a:pt x="303" y="8"/>
                    <a:pt x="268" y="0"/>
                    <a:pt x="260" y="24"/>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48"/>
            <p:cNvSpPr>
              <a:spLocks/>
            </p:cNvSpPr>
            <p:nvPr/>
          </p:nvSpPr>
          <p:spPr bwMode="auto">
            <a:xfrm>
              <a:off x="1573213" y="2220913"/>
              <a:ext cx="222250" cy="320675"/>
            </a:xfrm>
            <a:custGeom>
              <a:avLst/>
              <a:gdLst/>
              <a:ahLst/>
              <a:cxnLst>
                <a:cxn ang="0">
                  <a:pos x="463" y="47"/>
                </a:cxn>
                <a:cxn ang="0">
                  <a:pos x="455" y="47"/>
                </a:cxn>
                <a:cxn ang="0">
                  <a:pos x="391" y="32"/>
                </a:cxn>
                <a:cxn ang="0">
                  <a:pos x="203" y="35"/>
                </a:cxn>
                <a:cxn ang="0">
                  <a:pos x="131" y="43"/>
                </a:cxn>
                <a:cxn ang="0">
                  <a:pos x="127" y="43"/>
                </a:cxn>
                <a:cxn ang="0">
                  <a:pos x="63" y="73"/>
                </a:cxn>
                <a:cxn ang="0">
                  <a:pos x="76" y="163"/>
                </a:cxn>
                <a:cxn ang="0">
                  <a:pos x="83" y="203"/>
                </a:cxn>
                <a:cxn ang="0">
                  <a:pos x="81" y="279"/>
                </a:cxn>
                <a:cxn ang="0">
                  <a:pos x="98" y="323"/>
                </a:cxn>
                <a:cxn ang="0">
                  <a:pos x="107" y="387"/>
                </a:cxn>
                <a:cxn ang="0">
                  <a:pos x="128" y="515"/>
                </a:cxn>
                <a:cxn ang="0">
                  <a:pos x="81" y="569"/>
                </a:cxn>
                <a:cxn ang="0">
                  <a:pos x="44" y="695"/>
                </a:cxn>
                <a:cxn ang="0">
                  <a:pos x="0" y="800"/>
                </a:cxn>
                <a:cxn ang="0">
                  <a:pos x="26" y="891"/>
                </a:cxn>
                <a:cxn ang="0">
                  <a:pos x="45" y="966"/>
                </a:cxn>
                <a:cxn ang="0">
                  <a:pos x="83" y="988"/>
                </a:cxn>
                <a:cxn ang="0">
                  <a:pos x="87" y="1055"/>
                </a:cxn>
                <a:cxn ang="0">
                  <a:pos x="47" y="1075"/>
                </a:cxn>
                <a:cxn ang="0">
                  <a:pos x="159" y="1099"/>
                </a:cxn>
                <a:cxn ang="0">
                  <a:pos x="223" y="1122"/>
                </a:cxn>
                <a:cxn ang="0">
                  <a:pos x="291" y="1082"/>
                </a:cxn>
                <a:cxn ang="0">
                  <a:pos x="431" y="1043"/>
                </a:cxn>
                <a:cxn ang="0">
                  <a:pos x="675" y="951"/>
                </a:cxn>
                <a:cxn ang="0">
                  <a:pos x="603" y="887"/>
                </a:cxn>
                <a:cxn ang="0">
                  <a:pos x="687" y="951"/>
                </a:cxn>
                <a:cxn ang="0">
                  <a:pos x="738" y="940"/>
                </a:cxn>
                <a:cxn ang="0">
                  <a:pos x="775" y="903"/>
                </a:cxn>
                <a:cxn ang="0">
                  <a:pos x="747" y="847"/>
                </a:cxn>
                <a:cxn ang="0">
                  <a:pos x="695" y="823"/>
                </a:cxn>
                <a:cxn ang="0">
                  <a:pos x="703" y="803"/>
                </a:cxn>
                <a:cxn ang="0">
                  <a:pos x="683" y="799"/>
                </a:cxn>
                <a:cxn ang="0">
                  <a:pos x="659" y="739"/>
                </a:cxn>
                <a:cxn ang="0">
                  <a:pos x="659" y="655"/>
                </a:cxn>
                <a:cxn ang="0">
                  <a:pos x="699" y="507"/>
                </a:cxn>
                <a:cxn ang="0">
                  <a:pos x="699" y="503"/>
                </a:cxn>
                <a:cxn ang="0">
                  <a:pos x="635" y="431"/>
                </a:cxn>
                <a:cxn ang="0">
                  <a:pos x="651" y="373"/>
                </a:cxn>
                <a:cxn ang="0">
                  <a:pos x="667" y="311"/>
                </a:cxn>
                <a:cxn ang="0">
                  <a:pos x="611" y="307"/>
                </a:cxn>
                <a:cxn ang="0">
                  <a:pos x="645" y="227"/>
                </a:cxn>
                <a:cxn ang="0">
                  <a:pos x="559" y="103"/>
                </a:cxn>
                <a:cxn ang="0">
                  <a:pos x="583" y="23"/>
                </a:cxn>
                <a:cxn ang="0">
                  <a:pos x="463" y="47"/>
                </a:cxn>
              </a:cxnLst>
              <a:rect l="0" t="0" r="r" b="b"/>
              <a:pathLst>
                <a:path w="775" h="1128">
                  <a:moveTo>
                    <a:pt x="463" y="47"/>
                  </a:moveTo>
                  <a:cubicBezTo>
                    <a:pt x="455" y="47"/>
                    <a:pt x="455" y="47"/>
                    <a:pt x="455" y="47"/>
                  </a:cubicBezTo>
                  <a:cubicBezTo>
                    <a:pt x="443" y="30"/>
                    <a:pt x="411" y="33"/>
                    <a:pt x="391" y="32"/>
                  </a:cubicBezTo>
                  <a:cubicBezTo>
                    <a:pt x="329" y="29"/>
                    <a:pt x="266" y="35"/>
                    <a:pt x="203" y="35"/>
                  </a:cubicBezTo>
                  <a:cubicBezTo>
                    <a:pt x="184" y="35"/>
                    <a:pt x="145" y="28"/>
                    <a:pt x="131" y="43"/>
                  </a:cubicBezTo>
                  <a:cubicBezTo>
                    <a:pt x="127" y="43"/>
                    <a:pt x="127" y="43"/>
                    <a:pt x="127" y="43"/>
                  </a:cubicBezTo>
                  <a:cubicBezTo>
                    <a:pt x="100" y="12"/>
                    <a:pt x="72" y="49"/>
                    <a:pt x="63" y="73"/>
                  </a:cubicBezTo>
                  <a:cubicBezTo>
                    <a:pt x="47" y="113"/>
                    <a:pt x="68" y="127"/>
                    <a:pt x="76" y="163"/>
                  </a:cubicBezTo>
                  <a:cubicBezTo>
                    <a:pt x="80" y="178"/>
                    <a:pt x="71" y="193"/>
                    <a:pt x="83" y="203"/>
                  </a:cubicBezTo>
                  <a:cubicBezTo>
                    <a:pt x="80" y="225"/>
                    <a:pt x="75" y="258"/>
                    <a:pt x="81" y="279"/>
                  </a:cubicBezTo>
                  <a:cubicBezTo>
                    <a:pt x="85" y="295"/>
                    <a:pt x="97" y="307"/>
                    <a:pt x="98" y="323"/>
                  </a:cubicBezTo>
                  <a:cubicBezTo>
                    <a:pt x="100" y="349"/>
                    <a:pt x="64" y="382"/>
                    <a:pt x="107" y="387"/>
                  </a:cubicBezTo>
                  <a:cubicBezTo>
                    <a:pt x="128" y="515"/>
                    <a:pt x="128" y="515"/>
                    <a:pt x="128" y="515"/>
                  </a:cubicBezTo>
                  <a:cubicBezTo>
                    <a:pt x="81" y="569"/>
                    <a:pt x="81" y="569"/>
                    <a:pt x="81" y="569"/>
                  </a:cubicBezTo>
                  <a:cubicBezTo>
                    <a:pt x="44" y="695"/>
                    <a:pt x="44" y="695"/>
                    <a:pt x="44" y="695"/>
                  </a:cubicBezTo>
                  <a:cubicBezTo>
                    <a:pt x="0" y="800"/>
                    <a:pt x="0" y="800"/>
                    <a:pt x="0" y="800"/>
                  </a:cubicBezTo>
                  <a:cubicBezTo>
                    <a:pt x="26" y="891"/>
                    <a:pt x="26" y="891"/>
                    <a:pt x="26" y="891"/>
                  </a:cubicBezTo>
                  <a:cubicBezTo>
                    <a:pt x="45" y="966"/>
                    <a:pt x="45" y="966"/>
                    <a:pt x="45" y="966"/>
                  </a:cubicBezTo>
                  <a:cubicBezTo>
                    <a:pt x="83" y="988"/>
                    <a:pt x="83" y="988"/>
                    <a:pt x="83" y="988"/>
                  </a:cubicBezTo>
                  <a:cubicBezTo>
                    <a:pt x="87" y="1055"/>
                    <a:pt x="87" y="1055"/>
                    <a:pt x="87" y="1055"/>
                  </a:cubicBezTo>
                  <a:cubicBezTo>
                    <a:pt x="70" y="1059"/>
                    <a:pt x="53" y="1057"/>
                    <a:pt x="47" y="1075"/>
                  </a:cubicBezTo>
                  <a:cubicBezTo>
                    <a:pt x="83" y="1080"/>
                    <a:pt x="126" y="1086"/>
                    <a:pt x="159" y="1099"/>
                  </a:cubicBezTo>
                  <a:cubicBezTo>
                    <a:pt x="183" y="1109"/>
                    <a:pt x="195" y="1128"/>
                    <a:pt x="223" y="1122"/>
                  </a:cubicBezTo>
                  <a:cubicBezTo>
                    <a:pt x="250" y="1117"/>
                    <a:pt x="267" y="1091"/>
                    <a:pt x="291" y="1082"/>
                  </a:cubicBezTo>
                  <a:cubicBezTo>
                    <a:pt x="335" y="1064"/>
                    <a:pt x="390" y="1063"/>
                    <a:pt x="431" y="1043"/>
                  </a:cubicBezTo>
                  <a:cubicBezTo>
                    <a:pt x="513" y="1005"/>
                    <a:pt x="584" y="951"/>
                    <a:pt x="675" y="951"/>
                  </a:cubicBezTo>
                  <a:cubicBezTo>
                    <a:pt x="675" y="900"/>
                    <a:pt x="635" y="912"/>
                    <a:pt x="603" y="887"/>
                  </a:cubicBezTo>
                  <a:cubicBezTo>
                    <a:pt x="647" y="891"/>
                    <a:pt x="687" y="900"/>
                    <a:pt x="687" y="951"/>
                  </a:cubicBezTo>
                  <a:cubicBezTo>
                    <a:pt x="738" y="940"/>
                    <a:pt x="738" y="940"/>
                    <a:pt x="738" y="940"/>
                  </a:cubicBezTo>
                  <a:cubicBezTo>
                    <a:pt x="775" y="903"/>
                    <a:pt x="775" y="903"/>
                    <a:pt x="775" y="903"/>
                  </a:cubicBezTo>
                  <a:cubicBezTo>
                    <a:pt x="747" y="847"/>
                    <a:pt x="747" y="847"/>
                    <a:pt x="747" y="847"/>
                  </a:cubicBezTo>
                  <a:cubicBezTo>
                    <a:pt x="695" y="823"/>
                    <a:pt x="695" y="823"/>
                    <a:pt x="695" y="823"/>
                  </a:cubicBezTo>
                  <a:cubicBezTo>
                    <a:pt x="703" y="803"/>
                    <a:pt x="703" y="803"/>
                    <a:pt x="703" y="803"/>
                  </a:cubicBezTo>
                  <a:cubicBezTo>
                    <a:pt x="683" y="799"/>
                    <a:pt x="683" y="799"/>
                    <a:pt x="683" y="799"/>
                  </a:cubicBezTo>
                  <a:cubicBezTo>
                    <a:pt x="659" y="739"/>
                    <a:pt x="659" y="739"/>
                    <a:pt x="659" y="739"/>
                  </a:cubicBezTo>
                  <a:cubicBezTo>
                    <a:pt x="691" y="730"/>
                    <a:pt x="694" y="665"/>
                    <a:pt x="659" y="655"/>
                  </a:cubicBezTo>
                  <a:cubicBezTo>
                    <a:pt x="673" y="607"/>
                    <a:pt x="662" y="539"/>
                    <a:pt x="699" y="507"/>
                  </a:cubicBezTo>
                  <a:cubicBezTo>
                    <a:pt x="699" y="503"/>
                    <a:pt x="699" y="503"/>
                    <a:pt x="699" y="503"/>
                  </a:cubicBezTo>
                  <a:cubicBezTo>
                    <a:pt x="635" y="431"/>
                    <a:pt x="635" y="431"/>
                    <a:pt x="635" y="431"/>
                  </a:cubicBezTo>
                  <a:cubicBezTo>
                    <a:pt x="674" y="416"/>
                    <a:pt x="647" y="400"/>
                    <a:pt x="651" y="373"/>
                  </a:cubicBezTo>
                  <a:cubicBezTo>
                    <a:pt x="655" y="352"/>
                    <a:pt x="663" y="332"/>
                    <a:pt x="667" y="311"/>
                  </a:cubicBezTo>
                  <a:cubicBezTo>
                    <a:pt x="646" y="296"/>
                    <a:pt x="635" y="294"/>
                    <a:pt x="611" y="307"/>
                  </a:cubicBezTo>
                  <a:cubicBezTo>
                    <a:pt x="612" y="274"/>
                    <a:pt x="637" y="257"/>
                    <a:pt x="645" y="227"/>
                  </a:cubicBezTo>
                  <a:cubicBezTo>
                    <a:pt x="659" y="180"/>
                    <a:pt x="605" y="111"/>
                    <a:pt x="559" y="103"/>
                  </a:cubicBezTo>
                  <a:cubicBezTo>
                    <a:pt x="583" y="23"/>
                    <a:pt x="583" y="23"/>
                    <a:pt x="583" y="23"/>
                  </a:cubicBezTo>
                  <a:cubicBezTo>
                    <a:pt x="544" y="8"/>
                    <a:pt x="484" y="0"/>
                    <a:pt x="463" y="47"/>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53"/>
            <p:cNvSpPr>
              <a:spLocks/>
            </p:cNvSpPr>
            <p:nvPr/>
          </p:nvSpPr>
          <p:spPr bwMode="auto">
            <a:xfrm>
              <a:off x="1460500" y="2028825"/>
              <a:ext cx="398463" cy="284163"/>
            </a:xfrm>
            <a:custGeom>
              <a:avLst/>
              <a:gdLst/>
              <a:ahLst/>
              <a:cxnLst>
                <a:cxn ang="0">
                  <a:pos x="614" y="160"/>
                </a:cxn>
                <a:cxn ang="0">
                  <a:pos x="538" y="139"/>
                </a:cxn>
                <a:cxn ang="0">
                  <a:pos x="458" y="252"/>
                </a:cxn>
                <a:cxn ang="0">
                  <a:pos x="394" y="240"/>
                </a:cxn>
                <a:cxn ang="0">
                  <a:pos x="398" y="312"/>
                </a:cxn>
                <a:cxn ang="0">
                  <a:pos x="362" y="316"/>
                </a:cxn>
                <a:cxn ang="0">
                  <a:pos x="366" y="332"/>
                </a:cxn>
                <a:cxn ang="0">
                  <a:pos x="278" y="280"/>
                </a:cxn>
                <a:cxn ang="0">
                  <a:pos x="254" y="299"/>
                </a:cxn>
                <a:cxn ang="0">
                  <a:pos x="213" y="340"/>
                </a:cxn>
                <a:cxn ang="0">
                  <a:pos x="206" y="411"/>
                </a:cxn>
                <a:cxn ang="0">
                  <a:pos x="186" y="412"/>
                </a:cxn>
                <a:cxn ang="0">
                  <a:pos x="145" y="525"/>
                </a:cxn>
                <a:cxn ang="0">
                  <a:pos x="49" y="562"/>
                </a:cxn>
                <a:cxn ang="0">
                  <a:pos x="54" y="648"/>
                </a:cxn>
                <a:cxn ang="0">
                  <a:pos x="12" y="701"/>
                </a:cxn>
                <a:cxn ang="0">
                  <a:pos x="18" y="742"/>
                </a:cxn>
                <a:cxn ang="0">
                  <a:pos x="3" y="808"/>
                </a:cxn>
                <a:cxn ang="0">
                  <a:pos x="72" y="839"/>
                </a:cxn>
                <a:cxn ang="0">
                  <a:pos x="107" y="898"/>
                </a:cxn>
                <a:cxn ang="0">
                  <a:pos x="226" y="956"/>
                </a:cxn>
                <a:cxn ang="0">
                  <a:pos x="226" y="932"/>
                </a:cxn>
                <a:cxn ang="0">
                  <a:pos x="406" y="908"/>
                </a:cxn>
                <a:cxn ang="0">
                  <a:pos x="465" y="976"/>
                </a:cxn>
                <a:cxn ang="0">
                  <a:pos x="494" y="984"/>
                </a:cxn>
                <a:cxn ang="0">
                  <a:pos x="510" y="988"/>
                </a:cxn>
                <a:cxn ang="0">
                  <a:pos x="482" y="932"/>
                </a:cxn>
                <a:cxn ang="0">
                  <a:pos x="482" y="928"/>
                </a:cxn>
                <a:cxn ang="0">
                  <a:pos x="467" y="784"/>
                </a:cxn>
                <a:cxn ang="0">
                  <a:pos x="482" y="716"/>
                </a:cxn>
                <a:cxn ang="0">
                  <a:pos x="790" y="713"/>
                </a:cxn>
                <a:cxn ang="0">
                  <a:pos x="858" y="727"/>
                </a:cxn>
                <a:cxn ang="0">
                  <a:pos x="919" y="693"/>
                </a:cxn>
                <a:cxn ang="0">
                  <a:pos x="1050" y="728"/>
                </a:cxn>
                <a:cxn ang="0">
                  <a:pos x="1170" y="668"/>
                </a:cxn>
                <a:cxn ang="0">
                  <a:pos x="1206" y="660"/>
                </a:cxn>
                <a:cxn ang="0">
                  <a:pos x="1198" y="652"/>
                </a:cxn>
                <a:cxn ang="0">
                  <a:pos x="1198" y="648"/>
                </a:cxn>
                <a:cxn ang="0">
                  <a:pos x="1313" y="641"/>
                </a:cxn>
                <a:cxn ang="0">
                  <a:pos x="1341" y="620"/>
                </a:cxn>
                <a:cxn ang="0">
                  <a:pos x="1326" y="480"/>
                </a:cxn>
                <a:cxn ang="0">
                  <a:pos x="1326" y="476"/>
                </a:cxn>
                <a:cxn ang="0">
                  <a:pos x="1362" y="464"/>
                </a:cxn>
                <a:cxn ang="0">
                  <a:pos x="1351" y="432"/>
                </a:cxn>
                <a:cxn ang="0">
                  <a:pos x="1242" y="423"/>
                </a:cxn>
                <a:cxn ang="0">
                  <a:pos x="1142" y="360"/>
                </a:cxn>
                <a:cxn ang="0">
                  <a:pos x="1142" y="304"/>
                </a:cxn>
                <a:cxn ang="0">
                  <a:pos x="1190" y="308"/>
                </a:cxn>
                <a:cxn ang="0">
                  <a:pos x="1071" y="235"/>
                </a:cxn>
                <a:cxn ang="0">
                  <a:pos x="998" y="108"/>
                </a:cxn>
                <a:cxn ang="0">
                  <a:pos x="1002" y="52"/>
                </a:cxn>
                <a:cxn ang="0">
                  <a:pos x="1002" y="48"/>
                </a:cxn>
                <a:cxn ang="0">
                  <a:pos x="1006" y="16"/>
                </a:cxn>
                <a:cxn ang="0">
                  <a:pos x="854" y="0"/>
                </a:cxn>
                <a:cxn ang="0">
                  <a:pos x="778" y="47"/>
                </a:cxn>
                <a:cxn ang="0">
                  <a:pos x="730" y="63"/>
                </a:cxn>
                <a:cxn ang="0">
                  <a:pos x="678" y="95"/>
                </a:cxn>
                <a:cxn ang="0">
                  <a:pos x="621" y="110"/>
                </a:cxn>
                <a:cxn ang="0">
                  <a:pos x="614" y="160"/>
                </a:cxn>
              </a:cxnLst>
              <a:rect l="0" t="0" r="r" b="b"/>
              <a:pathLst>
                <a:path w="1398" h="995">
                  <a:moveTo>
                    <a:pt x="614" y="160"/>
                  </a:moveTo>
                  <a:cubicBezTo>
                    <a:pt x="588" y="157"/>
                    <a:pt x="564" y="138"/>
                    <a:pt x="538" y="139"/>
                  </a:cubicBezTo>
                  <a:cubicBezTo>
                    <a:pt x="482" y="141"/>
                    <a:pt x="458" y="207"/>
                    <a:pt x="458" y="252"/>
                  </a:cubicBezTo>
                  <a:cubicBezTo>
                    <a:pt x="394" y="240"/>
                    <a:pt x="394" y="240"/>
                    <a:pt x="394" y="240"/>
                  </a:cubicBezTo>
                  <a:cubicBezTo>
                    <a:pt x="398" y="312"/>
                    <a:pt x="398" y="312"/>
                    <a:pt x="398" y="312"/>
                  </a:cubicBezTo>
                  <a:cubicBezTo>
                    <a:pt x="362" y="316"/>
                    <a:pt x="362" y="316"/>
                    <a:pt x="362" y="316"/>
                  </a:cubicBezTo>
                  <a:cubicBezTo>
                    <a:pt x="366" y="332"/>
                    <a:pt x="366" y="332"/>
                    <a:pt x="366" y="332"/>
                  </a:cubicBezTo>
                  <a:cubicBezTo>
                    <a:pt x="344" y="324"/>
                    <a:pt x="297" y="277"/>
                    <a:pt x="278" y="280"/>
                  </a:cubicBezTo>
                  <a:cubicBezTo>
                    <a:pt x="268" y="281"/>
                    <a:pt x="261" y="293"/>
                    <a:pt x="254" y="299"/>
                  </a:cubicBezTo>
                  <a:cubicBezTo>
                    <a:pt x="241" y="311"/>
                    <a:pt x="217" y="322"/>
                    <a:pt x="213" y="340"/>
                  </a:cubicBezTo>
                  <a:cubicBezTo>
                    <a:pt x="208" y="364"/>
                    <a:pt x="258" y="405"/>
                    <a:pt x="206" y="411"/>
                  </a:cubicBezTo>
                  <a:cubicBezTo>
                    <a:pt x="199" y="412"/>
                    <a:pt x="192" y="412"/>
                    <a:pt x="186" y="412"/>
                  </a:cubicBezTo>
                  <a:cubicBezTo>
                    <a:pt x="192" y="455"/>
                    <a:pt x="195" y="502"/>
                    <a:pt x="145" y="525"/>
                  </a:cubicBezTo>
                  <a:cubicBezTo>
                    <a:pt x="115" y="539"/>
                    <a:pt x="69" y="528"/>
                    <a:pt x="49" y="562"/>
                  </a:cubicBezTo>
                  <a:cubicBezTo>
                    <a:pt x="33" y="588"/>
                    <a:pt x="62" y="619"/>
                    <a:pt x="54" y="648"/>
                  </a:cubicBezTo>
                  <a:cubicBezTo>
                    <a:pt x="47" y="677"/>
                    <a:pt x="21" y="681"/>
                    <a:pt x="12" y="701"/>
                  </a:cubicBezTo>
                  <a:cubicBezTo>
                    <a:pt x="7" y="714"/>
                    <a:pt x="18" y="728"/>
                    <a:pt x="18" y="742"/>
                  </a:cubicBezTo>
                  <a:cubicBezTo>
                    <a:pt x="17" y="763"/>
                    <a:pt x="0" y="787"/>
                    <a:pt x="3" y="808"/>
                  </a:cubicBezTo>
                  <a:cubicBezTo>
                    <a:pt x="10" y="855"/>
                    <a:pt x="50" y="823"/>
                    <a:pt x="72" y="839"/>
                  </a:cubicBezTo>
                  <a:cubicBezTo>
                    <a:pt x="89" y="851"/>
                    <a:pt x="95" y="881"/>
                    <a:pt x="107" y="898"/>
                  </a:cubicBezTo>
                  <a:cubicBezTo>
                    <a:pt x="132" y="934"/>
                    <a:pt x="181" y="956"/>
                    <a:pt x="226" y="956"/>
                  </a:cubicBezTo>
                  <a:cubicBezTo>
                    <a:pt x="226" y="932"/>
                    <a:pt x="226" y="932"/>
                    <a:pt x="226" y="932"/>
                  </a:cubicBezTo>
                  <a:cubicBezTo>
                    <a:pt x="280" y="910"/>
                    <a:pt x="347" y="882"/>
                    <a:pt x="406" y="908"/>
                  </a:cubicBezTo>
                  <a:cubicBezTo>
                    <a:pt x="438" y="921"/>
                    <a:pt x="445" y="951"/>
                    <a:pt x="465" y="976"/>
                  </a:cubicBezTo>
                  <a:cubicBezTo>
                    <a:pt x="473" y="986"/>
                    <a:pt x="484" y="995"/>
                    <a:pt x="494" y="984"/>
                  </a:cubicBezTo>
                  <a:cubicBezTo>
                    <a:pt x="510" y="988"/>
                    <a:pt x="510" y="988"/>
                    <a:pt x="510" y="988"/>
                  </a:cubicBezTo>
                  <a:cubicBezTo>
                    <a:pt x="482" y="932"/>
                    <a:pt x="482" y="932"/>
                    <a:pt x="482" y="932"/>
                  </a:cubicBezTo>
                  <a:cubicBezTo>
                    <a:pt x="482" y="928"/>
                    <a:pt x="482" y="928"/>
                    <a:pt x="482" y="928"/>
                  </a:cubicBezTo>
                  <a:cubicBezTo>
                    <a:pt x="509" y="885"/>
                    <a:pt x="472" y="826"/>
                    <a:pt x="467" y="784"/>
                  </a:cubicBezTo>
                  <a:cubicBezTo>
                    <a:pt x="463" y="758"/>
                    <a:pt x="479" y="740"/>
                    <a:pt x="482" y="716"/>
                  </a:cubicBezTo>
                  <a:cubicBezTo>
                    <a:pt x="585" y="716"/>
                    <a:pt x="688" y="713"/>
                    <a:pt x="790" y="713"/>
                  </a:cubicBezTo>
                  <a:cubicBezTo>
                    <a:pt x="813" y="713"/>
                    <a:pt x="837" y="727"/>
                    <a:pt x="858" y="727"/>
                  </a:cubicBezTo>
                  <a:cubicBezTo>
                    <a:pt x="879" y="727"/>
                    <a:pt x="897" y="698"/>
                    <a:pt x="919" y="693"/>
                  </a:cubicBezTo>
                  <a:cubicBezTo>
                    <a:pt x="948" y="687"/>
                    <a:pt x="1035" y="700"/>
                    <a:pt x="1050" y="728"/>
                  </a:cubicBezTo>
                  <a:cubicBezTo>
                    <a:pt x="1095" y="713"/>
                    <a:pt x="1149" y="720"/>
                    <a:pt x="1170" y="668"/>
                  </a:cubicBezTo>
                  <a:cubicBezTo>
                    <a:pt x="1206" y="660"/>
                    <a:pt x="1206" y="660"/>
                    <a:pt x="1206" y="660"/>
                  </a:cubicBezTo>
                  <a:cubicBezTo>
                    <a:pt x="1198" y="652"/>
                    <a:pt x="1198" y="652"/>
                    <a:pt x="1198" y="652"/>
                  </a:cubicBezTo>
                  <a:cubicBezTo>
                    <a:pt x="1198" y="648"/>
                    <a:pt x="1198" y="648"/>
                    <a:pt x="1198" y="648"/>
                  </a:cubicBezTo>
                  <a:cubicBezTo>
                    <a:pt x="1232" y="631"/>
                    <a:pt x="1275" y="652"/>
                    <a:pt x="1313" y="641"/>
                  </a:cubicBezTo>
                  <a:cubicBezTo>
                    <a:pt x="1324" y="638"/>
                    <a:pt x="1332" y="627"/>
                    <a:pt x="1341" y="620"/>
                  </a:cubicBezTo>
                  <a:cubicBezTo>
                    <a:pt x="1398" y="574"/>
                    <a:pt x="1374" y="524"/>
                    <a:pt x="1326" y="480"/>
                  </a:cubicBezTo>
                  <a:cubicBezTo>
                    <a:pt x="1326" y="476"/>
                    <a:pt x="1326" y="476"/>
                    <a:pt x="1326" y="476"/>
                  </a:cubicBezTo>
                  <a:cubicBezTo>
                    <a:pt x="1362" y="464"/>
                    <a:pt x="1362" y="464"/>
                    <a:pt x="1362" y="464"/>
                  </a:cubicBezTo>
                  <a:cubicBezTo>
                    <a:pt x="1359" y="453"/>
                    <a:pt x="1356" y="442"/>
                    <a:pt x="1351" y="432"/>
                  </a:cubicBezTo>
                  <a:cubicBezTo>
                    <a:pt x="1328" y="384"/>
                    <a:pt x="1277" y="440"/>
                    <a:pt x="1242" y="423"/>
                  </a:cubicBezTo>
                  <a:cubicBezTo>
                    <a:pt x="1206" y="406"/>
                    <a:pt x="1184" y="363"/>
                    <a:pt x="1142" y="360"/>
                  </a:cubicBezTo>
                  <a:cubicBezTo>
                    <a:pt x="1142" y="304"/>
                    <a:pt x="1142" y="304"/>
                    <a:pt x="1142" y="304"/>
                  </a:cubicBezTo>
                  <a:cubicBezTo>
                    <a:pt x="1160" y="314"/>
                    <a:pt x="1171" y="314"/>
                    <a:pt x="1190" y="308"/>
                  </a:cubicBezTo>
                  <a:cubicBezTo>
                    <a:pt x="1173" y="266"/>
                    <a:pt x="1100" y="262"/>
                    <a:pt x="1071" y="235"/>
                  </a:cubicBezTo>
                  <a:cubicBezTo>
                    <a:pt x="1028" y="194"/>
                    <a:pt x="1051" y="137"/>
                    <a:pt x="998" y="108"/>
                  </a:cubicBezTo>
                  <a:cubicBezTo>
                    <a:pt x="1002" y="52"/>
                    <a:pt x="1002" y="52"/>
                    <a:pt x="1002" y="52"/>
                  </a:cubicBezTo>
                  <a:cubicBezTo>
                    <a:pt x="1002" y="48"/>
                    <a:pt x="1002" y="48"/>
                    <a:pt x="1002" y="48"/>
                  </a:cubicBezTo>
                  <a:cubicBezTo>
                    <a:pt x="1013" y="37"/>
                    <a:pt x="1011" y="30"/>
                    <a:pt x="1006" y="16"/>
                  </a:cubicBezTo>
                  <a:cubicBezTo>
                    <a:pt x="854" y="0"/>
                    <a:pt x="854" y="0"/>
                    <a:pt x="854" y="0"/>
                  </a:cubicBezTo>
                  <a:cubicBezTo>
                    <a:pt x="778" y="47"/>
                    <a:pt x="778" y="47"/>
                    <a:pt x="778" y="47"/>
                  </a:cubicBezTo>
                  <a:cubicBezTo>
                    <a:pt x="730" y="63"/>
                    <a:pt x="730" y="63"/>
                    <a:pt x="730" y="63"/>
                  </a:cubicBezTo>
                  <a:cubicBezTo>
                    <a:pt x="678" y="95"/>
                    <a:pt x="678" y="95"/>
                    <a:pt x="678" y="95"/>
                  </a:cubicBezTo>
                  <a:cubicBezTo>
                    <a:pt x="621" y="110"/>
                    <a:pt x="621" y="110"/>
                    <a:pt x="621" y="110"/>
                  </a:cubicBezTo>
                  <a:lnTo>
                    <a:pt x="614" y="16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54"/>
            <p:cNvSpPr>
              <a:spLocks/>
            </p:cNvSpPr>
            <p:nvPr/>
          </p:nvSpPr>
          <p:spPr bwMode="auto">
            <a:xfrm>
              <a:off x="1308100" y="2246313"/>
              <a:ext cx="304800" cy="317500"/>
            </a:xfrm>
            <a:custGeom>
              <a:avLst/>
              <a:gdLst/>
              <a:ahLst/>
              <a:cxnLst>
                <a:cxn ang="0">
                  <a:pos x="380" y="28"/>
                </a:cxn>
                <a:cxn ang="0">
                  <a:pos x="340" y="8"/>
                </a:cxn>
                <a:cxn ang="0">
                  <a:pos x="340" y="60"/>
                </a:cxn>
                <a:cxn ang="0">
                  <a:pos x="284" y="100"/>
                </a:cxn>
                <a:cxn ang="0">
                  <a:pos x="164" y="52"/>
                </a:cxn>
                <a:cxn ang="0">
                  <a:pos x="112" y="92"/>
                </a:cxn>
                <a:cxn ang="0">
                  <a:pos x="80" y="124"/>
                </a:cxn>
                <a:cxn ang="0">
                  <a:pos x="82" y="164"/>
                </a:cxn>
                <a:cxn ang="0">
                  <a:pos x="124" y="240"/>
                </a:cxn>
                <a:cxn ang="0">
                  <a:pos x="148" y="284"/>
                </a:cxn>
                <a:cxn ang="0">
                  <a:pos x="148" y="288"/>
                </a:cxn>
                <a:cxn ang="0">
                  <a:pos x="118" y="341"/>
                </a:cxn>
                <a:cxn ang="0">
                  <a:pos x="154" y="364"/>
                </a:cxn>
                <a:cxn ang="0">
                  <a:pos x="160" y="408"/>
                </a:cxn>
                <a:cxn ang="0">
                  <a:pos x="66" y="393"/>
                </a:cxn>
                <a:cxn ang="0">
                  <a:pos x="104" y="448"/>
                </a:cxn>
                <a:cxn ang="0">
                  <a:pos x="112" y="468"/>
                </a:cxn>
                <a:cxn ang="0">
                  <a:pos x="72" y="548"/>
                </a:cxn>
                <a:cxn ang="0">
                  <a:pos x="20" y="544"/>
                </a:cxn>
                <a:cxn ang="0">
                  <a:pos x="43" y="680"/>
                </a:cxn>
                <a:cxn ang="0">
                  <a:pos x="0" y="736"/>
                </a:cxn>
                <a:cxn ang="0">
                  <a:pos x="68" y="776"/>
                </a:cxn>
                <a:cxn ang="0">
                  <a:pos x="123" y="783"/>
                </a:cxn>
                <a:cxn ang="0">
                  <a:pos x="149" y="836"/>
                </a:cxn>
                <a:cxn ang="0">
                  <a:pos x="196" y="857"/>
                </a:cxn>
                <a:cxn ang="0">
                  <a:pos x="212" y="936"/>
                </a:cxn>
                <a:cxn ang="0">
                  <a:pos x="212" y="940"/>
                </a:cxn>
                <a:cxn ang="0">
                  <a:pos x="176" y="1112"/>
                </a:cxn>
                <a:cxn ang="0">
                  <a:pos x="352" y="1048"/>
                </a:cxn>
                <a:cxn ang="0">
                  <a:pos x="380" y="1029"/>
                </a:cxn>
                <a:cxn ang="0">
                  <a:pos x="482" y="994"/>
                </a:cxn>
                <a:cxn ang="0">
                  <a:pos x="616" y="980"/>
                </a:cxn>
                <a:cxn ang="0">
                  <a:pos x="804" y="960"/>
                </a:cxn>
                <a:cxn ang="0">
                  <a:pos x="892" y="975"/>
                </a:cxn>
                <a:cxn ang="0">
                  <a:pos x="927" y="978"/>
                </a:cxn>
                <a:cxn ang="0">
                  <a:pos x="940" y="936"/>
                </a:cxn>
                <a:cxn ang="0">
                  <a:pos x="944" y="984"/>
                </a:cxn>
                <a:cxn ang="0">
                  <a:pos x="1021" y="976"/>
                </a:cxn>
                <a:cxn ang="0">
                  <a:pos x="1017" y="896"/>
                </a:cxn>
                <a:cxn ang="0">
                  <a:pos x="981" y="876"/>
                </a:cxn>
                <a:cxn ang="0">
                  <a:pos x="964" y="828"/>
                </a:cxn>
                <a:cxn ang="0">
                  <a:pos x="947" y="764"/>
                </a:cxn>
                <a:cxn ang="0">
                  <a:pos x="945" y="674"/>
                </a:cxn>
                <a:cxn ang="0">
                  <a:pos x="979" y="616"/>
                </a:cxn>
                <a:cxn ang="0">
                  <a:pos x="1009" y="510"/>
                </a:cxn>
                <a:cxn ang="0">
                  <a:pos x="1064" y="436"/>
                </a:cxn>
                <a:cxn ang="0">
                  <a:pos x="1051" y="332"/>
                </a:cxn>
                <a:cxn ang="0">
                  <a:pos x="1025" y="280"/>
                </a:cxn>
                <a:cxn ang="0">
                  <a:pos x="1040" y="228"/>
                </a:cxn>
                <a:cxn ang="0">
                  <a:pos x="956" y="153"/>
                </a:cxn>
                <a:cxn ang="0">
                  <a:pos x="800" y="154"/>
                </a:cxn>
                <a:cxn ang="0">
                  <a:pos x="748" y="192"/>
                </a:cxn>
                <a:cxn ang="0">
                  <a:pos x="668" y="172"/>
                </a:cxn>
                <a:cxn ang="0">
                  <a:pos x="642" y="131"/>
                </a:cxn>
                <a:cxn ang="0">
                  <a:pos x="609" y="76"/>
                </a:cxn>
                <a:cxn ang="0">
                  <a:pos x="540" y="60"/>
                </a:cxn>
                <a:cxn ang="0">
                  <a:pos x="544" y="52"/>
                </a:cxn>
                <a:cxn ang="0">
                  <a:pos x="472" y="62"/>
                </a:cxn>
                <a:cxn ang="0">
                  <a:pos x="433" y="87"/>
                </a:cxn>
                <a:cxn ang="0">
                  <a:pos x="420" y="0"/>
                </a:cxn>
                <a:cxn ang="0">
                  <a:pos x="380" y="28"/>
                </a:cxn>
              </a:cxnLst>
              <a:rect l="0" t="0" r="r" b="b"/>
              <a:pathLst>
                <a:path w="1066" h="1112">
                  <a:moveTo>
                    <a:pt x="380" y="28"/>
                  </a:moveTo>
                  <a:cubicBezTo>
                    <a:pt x="340" y="8"/>
                    <a:pt x="340" y="8"/>
                    <a:pt x="340" y="8"/>
                  </a:cubicBezTo>
                  <a:cubicBezTo>
                    <a:pt x="330" y="27"/>
                    <a:pt x="331" y="41"/>
                    <a:pt x="340" y="60"/>
                  </a:cubicBezTo>
                  <a:cubicBezTo>
                    <a:pt x="309" y="67"/>
                    <a:pt x="278" y="58"/>
                    <a:pt x="284" y="100"/>
                  </a:cubicBezTo>
                  <a:cubicBezTo>
                    <a:pt x="260" y="82"/>
                    <a:pt x="194" y="41"/>
                    <a:pt x="164" y="52"/>
                  </a:cubicBezTo>
                  <a:cubicBezTo>
                    <a:pt x="139" y="62"/>
                    <a:pt x="143" y="94"/>
                    <a:pt x="112" y="92"/>
                  </a:cubicBezTo>
                  <a:cubicBezTo>
                    <a:pt x="101" y="103"/>
                    <a:pt x="86" y="110"/>
                    <a:pt x="80" y="124"/>
                  </a:cubicBezTo>
                  <a:cubicBezTo>
                    <a:pt x="74" y="138"/>
                    <a:pt x="81" y="149"/>
                    <a:pt x="82" y="164"/>
                  </a:cubicBezTo>
                  <a:cubicBezTo>
                    <a:pt x="84" y="200"/>
                    <a:pt x="71" y="238"/>
                    <a:pt x="124" y="240"/>
                  </a:cubicBezTo>
                  <a:cubicBezTo>
                    <a:pt x="114" y="266"/>
                    <a:pt x="121" y="276"/>
                    <a:pt x="148" y="284"/>
                  </a:cubicBezTo>
                  <a:cubicBezTo>
                    <a:pt x="148" y="288"/>
                    <a:pt x="148" y="288"/>
                    <a:pt x="148" y="288"/>
                  </a:cubicBezTo>
                  <a:cubicBezTo>
                    <a:pt x="128" y="291"/>
                    <a:pt x="96" y="319"/>
                    <a:pt x="118" y="341"/>
                  </a:cubicBezTo>
                  <a:cubicBezTo>
                    <a:pt x="129" y="351"/>
                    <a:pt x="144" y="350"/>
                    <a:pt x="154" y="364"/>
                  </a:cubicBezTo>
                  <a:cubicBezTo>
                    <a:pt x="162" y="377"/>
                    <a:pt x="160" y="393"/>
                    <a:pt x="160" y="408"/>
                  </a:cubicBezTo>
                  <a:cubicBezTo>
                    <a:pt x="143" y="390"/>
                    <a:pt x="87" y="366"/>
                    <a:pt x="66" y="393"/>
                  </a:cubicBezTo>
                  <a:cubicBezTo>
                    <a:pt x="46" y="420"/>
                    <a:pt x="77" y="451"/>
                    <a:pt x="104" y="448"/>
                  </a:cubicBezTo>
                  <a:cubicBezTo>
                    <a:pt x="112" y="468"/>
                    <a:pt x="112" y="468"/>
                    <a:pt x="112" y="468"/>
                  </a:cubicBezTo>
                  <a:cubicBezTo>
                    <a:pt x="83" y="473"/>
                    <a:pt x="76" y="523"/>
                    <a:pt x="72" y="548"/>
                  </a:cubicBezTo>
                  <a:cubicBezTo>
                    <a:pt x="20" y="544"/>
                    <a:pt x="20" y="544"/>
                    <a:pt x="20" y="544"/>
                  </a:cubicBezTo>
                  <a:cubicBezTo>
                    <a:pt x="31" y="589"/>
                    <a:pt x="66" y="633"/>
                    <a:pt x="43" y="680"/>
                  </a:cubicBezTo>
                  <a:cubicBezTo>
                    <a:pt x="33" y="702"/>
                    <a:pt x="11" y="714"/>
                    <a:pt x="0" y="736"/>
                  </a:cubicBezTo>
                  <a:cubicBezTo>
                    <a:pt x="68" y="776"/>
                    <a:pt x="68" y="776"/>
                    <a:pt x="68" y="776"/>
                  </a:cubicBezTo>
                  <a:cubicBezTo>
                    <a:pt x="123" y="783"/>
                    <a:pt x="123" y="783"/>
                    <a:pt x="123" y="783"/>
                  </a:cubicBezTo>
                  <a:cubicBezTo>
                    <a:pt x="149" y="836"/>
                    <a:pt x="149" y="836"/>
                    <a:pt x="149" y="836"/>
                  </a:cubicBezTo>
                  <a:cubicBezTo>
                    <a:pt x="196" y="857"/>
                    <a:pt x="196" y="857"/>
                    <a:pt x="196" y="857"/>
                  </a:cubicBezTo>
                  <a:cubicBezTo>
                    <a:pt x="212" y="936"/>
                    <a:pt x="212" y="936"/>
                    <a:pt x="212" y="936"/>
                  </a:cubicBezTo>
                  <a:cubicBezTo>
                    <a:pt x="212" y="940"/>
                    <a:pt x="212" y="940"/>
                    <a:pt x="212" y="940"/>
                  </a:cubicBezTo>
                  <a:cubicBezTo>
                    <a:pt x="161" y="988"/>
                    <a:pt x="187" y="1050"/>
                    <a:pt x="176" y="1112"/>
                  </a:cubicBezTo>
                  <a:cubicBezTo>
                    <a:pt x="352" y="1048"/>
                    <a:pt x="352" y="1048"/>
                    <a:pt x="352" y="1048"/>
                  </a:cubicBezTo>
                  <a:cubicBezTo>
                    <a:pt x="380" y="1029"/>
                    <a:pt x="380" y="1029"/>
                    <a:pt x="380" y="1029"/>
                  </a:cubicBezTo>
                  <a:cubicBezTo>
                    <a:pt x="482" y="994"/>
                    <a:pt x="482" y="994"/>
                    <a:pt x="482" y="994"/>
                  </a:cubicBezTo>
                  <a:cubicBezTo>
                    <a:pt x="616" y="980"/>
                    <a:pt x="616" y="980"/>
                    <a:pt x="616" y="980"/>
                  </a:cubicBezTo>
                  <a:cubicBezTo>
                    <a:pt x="804" y="960"/>
                    <a:pt x="804" y="960"/>
                    <a:pt x="804" y="960"/>
                  </a:cubicBezTo>
                  <a:cubicBezTo>
                    <a:pt x="892" y="975"/>
                    <a:pt x="892" y="975"/>
                    <a:pt x="892" y="975"/>
                  </a:cubicBezTo>
                  <a:cubicBezTo>
                    <a:pt x="927" y="978"/>
                    <a:pt x="927" y="978"/>
                    <a:pt x="927" y="978"/>
                  </a:cubicBezTo>
                  <a:cubicBezTo>
                    <a:pt x="940" y="936"/>
                    <a:pt x="940" y="936"/>
                    <a:pt x="940" y="936"/>
                  </a:cubicBezTo>
                  <a:cubicBezTo>
                    <a:pt x="944" y="984"/>
                    <a:pt x="944" y="984"/>
                    <a:pt x="944" y="984"/>
                  </a:cubicBezTo>
                  <a:cubicBezTo>
                    <a:pt x="963" y="987"/>
                    <a:pt x="1005" y="990"/>
                    <a:pt x="1021" y="976"/>
                  </a:cubicBezTo>
                  <a:cubicBezTo>
                    <a:pt x="1028" y="970"/>
                    <a:pt x="1022" y="906"/>
                    <a:pt x="1017" y="896"/>
                  </a:cubicBezTo>
                  <a:cubicBezTo>
                    <a:pt x="1010" y="881"/>
                    <a:pt x="989" y="889"/>
                    <a:pt x="981" y="876"/>
                  </a:cubicBezTo>
                  <a:cubicBezTo>
                    <a:pt x="972" y="860"/>
                    <a:pt x="981" y="841"/>
                    <a:pt x="964" y="828"/>
                  </a:cubicBezTo>
                  <a:cubicBezTo>
                    <a:pt x="970" y="803"/>
                    <a:pt x="954" y="786"/>
                    <a:pt x="947" y="764"/>
                  </a:cubicBezTo>
                  <a:cubicBezTo>
                    <a:pt x="938" y="738"/>
                    <a:pt x="937" y="700"/>
                    <a:pt x="945" y="674"/>
                  </a:cubicBezTo>
                  <a:cubicBezTo>
                    <a:pt x="951" y="652"/>
                    <a:pt x="971" y="638"/>
                    <a:pt x="979" y="616"/>
                  </a:cubicBezTo>
                  <a:cubicBezTo>
                    <a:pt x="991" y="580"/>
                    <a:pt x="989" y="545"/>
                    <a:pt x="1009" y="510"/>
                  </a:cubicBezTo>
                  <a:cubicBezTo>
                    <a:pt x="1021" y="489"/>
                    <a:pt x="1063" y="460"/>
                    <a:pt x="1064" y="436"/>
                  </a:cubicBezTo>
                  <a:cubicBezTo>
                    <a:pt x="1066" y="407"/>
                    <a:pt x="1060" y="359"/>
                    <a:pt x="1051" y="332"/>
                  </a:cubicBezTo>
                  <a:cubicBezTo>
                    <a:pt x="1045" y="316"/>
                    <a:pt x="1027" y="296"/>
                    <a:pt x="1025" y="280"/>
                  </a:cubicBezTo>
                  <a:cubicBezTo>
                    <a:pt x="1024" y="265"/>
                    <a:pt x="1035" y="242"/>
                    <a:pt x="1040" y="228"/>
                  </a:cubicBezTo>
                  <a:cubicBezTo>
                    <a:pt x="996" y="220"/>
                    <a:pt x="989" y="179"/>
                    <a:pt x="956" y="153"/>
                  </a:cubicBezTo>
                  <a:cubicBezTo>
                    <a:pt x="915" y="122"/>
                    <a:pt x="842" y="135"/>
                    <a:pt x="800" y="154"/>
                  </a:cubicBezTo>
                  <a:cubicBezTo>
                    <a:pt x="775" y="166"/>
                    <a:pt x="753" y="159"/>
                    <a:pt x="748" y="192"/>
                  </a:cubicBezTo>
                  <a:cubicBezTo>
                    <a:pt x="668" y="172"/>
                    <a:pt x="668" y="172"/>
                    <a:pt x="668" y="172"/>
                  </a:cubicBezTo>
                  <a:cubicBezTo>
                    <a:pt x="671" y="151"/>
                    <a:pt x="653" y="146"/>
                    <a:pt x="642" y="131"/>
                  </a:cubicBezTo>
                  <a:cubicBezTo>
                    <a:pt x="630" y="116"/>
                    <a:pt x="625" y="88"/>
                    <a:pt x="609" y="76"/>
                  </a:cubicBezTo>
                  <a:cubicBezTo>
                    <a:pt x="592" y="64"/>
                    <a:pt x="560" y="68"/>
                    <a:pt x="540" y="60"/>
                  </a:cubicBezTo>
                  <a:cubicBezTo>
                    <a:pt x="544" y="52"/>
                    <a:pt x="544" y="52"/>
                    <a:pt x="544" y="52"/>
                  </a:cubicBezTo>
                  <a:cubicBezTo>
                    <a:pt x="523" y="43"/>
                    <a:pt x="491" y="48"/>
                    <a:pt x="472" y="62"/>
                  </a:cubicBezTo>
                  <a:cubicBezTo>
                    <a:pt x="462" y="71"/>
                    <a:pt x="450" y="97"/>
                    <a:pt x="433" y="87"/>
                  </a:cubicBezTo>
                  <a:cubicBezTo>
                    <a:pt x="422" y="80"/>
                    <a:pt x="424" y="16"/>
                    <a:pt x="420" y="0"/>
                  </a:cubicBezTo>
                  <a:cubicBezTo>
                    <a:pt x="399" y="0"/>
                    <a:pt x="374" y="1"/>
                    <a:pt x="380" y="28"/>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55"/>
            <p:cNvSpPr>
              <a:spLocks noEditPoints="1"/>
            </p:cNvSpPr>
            <p:nvPr/>
          </p:nvSpPr>
          <p:spPr bwMode="auto">
            <a:xfrm>
              <a:off x="1166813" y="2354263"/>
              <a:ext cx="206375" cy="212725"/>
            </a:xfrm>
            <a:custGeom>
              <a:avLst/>
              <a:gdLst/>
              <a:ahLst/>
              <a:cxnLst>
                <a:cxn ang="0">
                  <a:pos x="0" y="283"/>
                </a:cxn>
                <a:cxn ang="0">
                  <a:pos x="108" y="371"/>
                </a:cxn>
                <a:cxn ang="0">
                  <a:pos x="176" y="423"/>
                </a:cxn>
                <a:cxn ang="0">
                  <a:pos x="232" y="464"/>
                </a:cxn>
                <a:cxn ang="0">
                  <a:pos x="384" y="605"/>
                </a:cxn>
                <a:cxn ang="0">
                  <a:pos x="536" y="685"/>
                </a:cxn>
                <a:cxn ang="0">
                  <a:pos x="613" y="715"/>
                </a:cxn>
                <a:cxn ang="0">
                  <a:pos x="675" y="738"/>
                </a:cxn>
                <a:cxn ang="0">
                  <a:pos x="684" y="624"/>
                </a:cxn>
                <a:cxn ang="0">
                  <a:pos x="720" y="559"/>
                </a:cxn>
                <a:cxn ang="0">
                  <a:pos x="704" y="551"/>
                </a:cxn>
                <a:cxn ang="0">
                  <a:pos x="712" y="475"/>
                </a:cxn>
                <a:cxn ang="0">
                  <a:pos x="648" y="459"/>
                </a:cxn>
                <a:cxn ang="0">
                  <a:pos x="522" y="367"/>
                </a:cxn>
                <a:cxn ang="0">
                  <a:pos x="545" y="322"/>
                </a:cxn>
                <a:cxn ang="0">
                  <a:pos x="559" y="251"/>
                </a:cxn>
                <a:cxn ang="0">
                  <a:pos x="510" y="156"/>
                </a:cxn>
                <a:cxn ang="0">
                  <a:pos x="480" y="187"/>
                </a:cxn>
                <a:cxn ang="0">
                  <a:pos x="425" y="231"/>
                </a:cxn>
                <a:cxn ang="0">
                  <a:pos x="360" y="199"/>
                </a:cxn>
                <a:cxn ang="0">
                  <a:pos x="360" y="183"/>
                </a:cxn>
                <a:cxn ang="0">
                  <a:pos x="368" y="99"/>
                </a:cxn>
                <a:cxn ang="0">
                  <a:pos x="338" y="26"/>
                </a:cxn>
                <a:cxn ang="0">
                  <a:pos x="214" y="16"/>
                </a:cxn>
                <a:cxn ang="0">
                  <a:pos x="197" y="66"/>
                </a:cxn>
                <a:cxn ang="0">
                  <a:pos x="154" y="89"/>
                </a:cxn>
                <a:cxn ang="0">
                  <a:pos x="142" y="138"/>
                </a:cxn>
                <a:cxn ang="0">
                  <a:pos x="30" y="238"/>
                </a:cxn>
                <a:cxn ang="0">
                  <a:pos x="0" y="283"/>
                </a:cxn>
                <a:cxn ang="0">
                  <a:pos x="568" y="11"/>
                </a:cxn>
                <a:cxn ang="0">
                  <a:pos x="572" y="15"/>
                </a:cxn>
                <a:cxn ang="0">
                  <a:pos x="568" y="11"/>
                </a:cxn>
              </a:cxnLst>
              <a:rect l="0" t="0" r="r" b="b"/>
              <a:pathLst>
                <a:path w="720" h="745">
                  <a:moveTo>
                    <a:pt x="0" y="283"/>
                  </a:moveTo>
                  <a:cubicBezTo>
                    <a:pt x="15" y="342"/>
                    <a:pt x="56" y="351"/>
                    <a:pt x="108" y="371"/>
                  </a:cubicBezTo>
                  <a:cubicBezTo>
                    <a:pt x="97" y="414"/>
                    <a:pt x="149" y="410"/>
                    <a:pt x="176" y="423"/>
                  </a:cubicBezTo>
                  <a:cubicBezTo>
                    <a:pt x="195" y="432"/>
                    <a:pt x="216" y="449"/>
                    <a:pt x="232" y="464"/>
                  </a:cubicBezTo>
                  <a:cubicBezTo>
                    <a:pt x="281" y="509"/>
                    <a:pt x="329" y="567"/>
                    <a:pt x="384" y="605"/>
                  </a:cubicBezTo>
                  <a:cubicBezTo>
                    <a:pt x="431" y="637"/>
                    <a:pt x="487" y="656"/>
                    <a:pt x="536" y="685"/>
                  </a:cubicBezTo>
                  <a:cubicBezTo>
                    <a:pt x="561" y="700"/>
                    <a:pt x="588" y="702"/>
                    <a:pt x="613" y="715"/>
                  </a:cubicBezTo>
                  <a:cubicBezTo>
                    <a:pt x="632" y="725"/>
                    <a:pt x="652" y="745"/>
                    <a:pt x="675" y="738"/>
                  </a:cubicBezTo>
                  <a:cubicBezTo>
                    <a:pt x="708" y="729"/>
                    <a:pt x="676" y="647"/>
                    <a:pt x="684" y="624"/>
                  </a:cubicBezTo>
                  <a:cubicBezTo>
                    <a:pt x="691" y="601"/>
                    <a:pt x="711" y="582"/>
                    <a:pt x="720" y="559"/>
                  </a:cubicBezTo>
                  <a:cubicBezTo>
                    <a:pt x="704" y="551"/>
                    <a:pt x="704" y="551"/>
                    <a:pt x="704" y="551"/>
                  </a:cubicBezTo>
                  <a:cubicBezTo>
                    <a:pt x="712" y="475"/>
                    <a:pt x="712" y="475"/>
                    <a:pt x="712" y="475"/>
                  </a:cubicBezTo>
                  <a:cubicBezTo>
                    <a:pt x="648" y="459"/>
                    <a:pt x="648" y="459"/>
                    <a:pt x="648" y="459"/>
                  </a:cubicBezTo>
                  <a:cubicBezTo>
                    <a:pt x="645" y="364"/>
                    <a:pt x="557" y="429"/>
                    <a:pt x="522" y="367"/>
                  </a:cubicBezTo>
                  <a:cubicBezTo>
                    <a:pt x="513" y="351"/>
                    <a:pt x="538" y="334"/>
                    <a:pt x="545" y="322"/>
                  </a:cubicBezTo>
                  <a:cubicBezTo>
                    <a:pt x="555" y="307"/>
                    <a:pt x="562" y="269"/>
                    <a:pt x="559" y="251"/>
                  </a:cubicBezTo>
                  <a:cubicBezTo>
                    <a:pt x="553" y="226"/>
                    <a:pt x="532" y="171"/>
                    <a:pt x="510" y="156"/>
                  </a:cubicBezTo>
                  <a:cubicBezTo>
                    <a:pt x="487" y="140"/>
                    <a:pt x="472" y="169"/>
                    <a:pt x="480" y="187"/>
                  </a:cubicBezTo>
                  <a:cubicBezTo>
                    <a:pt x="425" y="231"/>
                    <a:pt x="425" y="231"/>
                    <a:pt x="425" y="231"/>
                  </a:cubicBezTo>
                  <a:cubicBezTo>
                    <a:pt x="360" y="199"/>
                    <a:pt x="360" y="199"/>
                    <a:pt x="360" y="199"/>
                  </a:cubicBezTo>
                  <a:cubicBezTo>
                    <a:pt x="360" y="183"/>
                    <a:pt x="360" y="183"/>
                    <a:pt x="360" y="183"/>
                  </a:cubicBezTo>
                  <a:cubicBezTo>
                    <a:pt x="387" y="164"/>
                    <a:pt x="356" y="126"/>
                    <a:pt x="368" y="99"/>
                  </a:cubicBezTo>
                  <a:cubicBezTo>
                    <a:pt x="354" y="75"/>
                    <a:pt x="360" y="45"/>
                    <a:pt x="338" y="26"/>
                  </a:cubicBezTo>
                  <a:cubicBezTo>
                    <a:pt x="319" y="9"/>
                    <a:pt x="235" y="0"/>
                    <a:pt x="214" y="16"/>
                  </a:cubicBezTo>
                  <a:cubicBezTo>
                    <a:pt x="201" y="27"/>
                    <a:pt x="208" y="53"/>
                    <a:pt x="197" y="66"/>
                  </a:cubicBezTo>
                  <a:cubicBezTo>
                    <a:pt x="186" y="79"/>
                    <a:pt x="165" y="75"/>
                    <a:pt x="154" y="89"/>
                  </a:cubicBezTo>
                  <a:cubicBezTo>
                    <a:pt x="143" y="103"/>
                    <a:pt x="152" y="123"/>
                    <a:pt x="142" y="138"/>
                  </a:cubicBezTo>
                  <a:cubicBezTo>
                    <a:pt x="113" y="179"/>
                    <a:pt x="65" y="203"/>
                    <a:pt x="30" y="238"/>
                  </a:cubicBezTo>
                  <a:cubicBezTo>
                    <a:pt x="16" y="252"/>
                    <a:pt x="17" y="273"/>
                    <a:pt x="0" y="283"/>
                  </a:cubicBezTo>
                  <a:moveTo>
                    <a:pt x="568" y="11"/>
                  </a:moveTo>
                  <a:cubicBezTo>
                    <a:pt x="572" y="15"/>
                    <a:pt x="572" y="15"/>
                    <a:pt x="572" y="15"/>
                  </a:cubicBezTo>
                  <a:lnTo>
                    <a:pt x="568" y="11"/>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56"/>
            <p:cNvSpPr>
              <a:spLocks/>
            </p:cNvSpPr>
            <p:nvPr/>
          </p:nvSpPr>
          <p:spPr bwMode="auto">
            <a:xfrm>
              <a:off x="989013" y="2147888"/>
              <a:ext cx="371475" cy="274638"/>
            </a:xfrm>
            <a:custGeom>
              <a:avLst/>
              <a:gdLst/>
              <a:ahLst/>
              <a:cxnLst>
                <a:cxn ang="0">
                  <a:pos x="241" y="65"/>
                </a:cxn>
                <a:cxn ang="0">
                  <a:pos x="228" y="132"/>
                </a:cxn>
                <a:cxn ang="0">
                  <a:pos x="145" y="183"/>
                </a:cxn>
                <a:cxn ang="0">
                  <a:pos x="56" y="220"/>
                </a:cxn>
                <a:cxn ang="0">
                  <a:pos x="3" y="314"/>
                </a:cxn>
                <a:cxn ang="0">
                  <a:pos x="81" y="294"/>
                </a:cxn>
                <a:cxn ang="0">
                  <a:pos x="61" y="366"/>
                </a:cxn>
                <a:cxn ang="0">
                  <a:pos x="89" y="398"/>
                </a:cxn>
                <a:cxn ang="0">
                  <a:pos x="241" y="490"/>
                </a:cxn>
                <a:cxn ang="0">
                  <a:pos x="249" y="562"/>
                </a:cxn>
                <a:cxn ang="0">
                  <a:pos x="314" y="643"/>
                </a:cxn>
                <a:cxn ang="0">
                  <a:pos x="421" y="574"/>
                </a:cxn>
                <a:cxn ang="0">
                  <a:pos x="517" y="498"/>
                </a:cxn>
                <a:cxn ang="0">
                  <a:pos x="765" y="594"/>
                </a:cxn>
                <a:cxn ang="0">
                  <a:pos x="777" y="638"/>
                </a:cxn>
                <a:cxn ang="0">
                  <a:pos x="764" y="770"/>
                </a:cxn>
                <a:cxn ang="0">
                  <a:pos x="961" y="746"/>
                </a:cxn>
                <a:cxn ang="0">
                  <a:pos x="1033" y="962"/>
                </a:cxn>
                <a:cxn ang="0">
                  <a:pos x="1129" y="878"/>
                </a:cxn>
                <a:cxn ang="0">
                  <a:pos x="1141" y="902"/>
                </a:cxn>
                <a:cxn ang="0">
                  <a:pos x="1197" y="900"/>
                </a:cxn>
                <a:cxn ang="0">
                  <a:pos x="1213" y="834"/>
                </a:cxn>
                <a:cxn ang="0">
                  <a:pos x="1245" y="818"/>
                </a:cxn>
                <a:cxn ang="0">
                  <a:pos x="1193" y="738"/>
                </a:cxn>
                <a:cxn ang="0">
                  <a:pos x="1287" y="758"/>
                </a:cxn>
                <a:cxn ang="0">
                  <a:pos x="1281" y="634"/>
                </a:cxn>
                <a:cxn ang="0">
                  <a:pos x="1253" y="582"/>
                </a:cxn>
                <a:cxn ang="0">
                  <a:pos x="1241" y="450"/>
                </a:cxn>
                <a:cxn ang="0">
                  <a:pos x="1245" y="430"/>
                </a:cxn>
                <a:cxn ang="0">
                  <a:pos x="1176" y="293"/>
                </a:cxn>
                <a:cxn ang="0">
                  <a:pos x="1170" y="239"/>
                </a:cxn>
                <a:cxn ang="0">
                  <a:pos x="1113" y="202"/>
                </a:cxn>
                <a:cxn ang="0">
                  <a:pos x="1089" y="182"/>
                </a:cxn>
                <a:cxn ang="0">
                  <a:pos x="981" y="54"/>
                </a:cxn>
                <a:cxn ang="0">
                  <a:pos x="937" y="114"/>
                </a:cxn>
                <a:cxn ang="0">
                  <a:pos x="761" y="142"/>
                </a:cxn>
                <a:cxn ang="0">
                  <a:pos x="668" y="120"/>
                </a:cxn>
                <a:cxn ang="0">
                  <a:pos x="653" y="58"/>
                </a:cxn>
                <a:cxn ang="0">
                  <a:pos x="453" y="35"/>
                </a:cxn>
                <a:cxn ang="0">
                  <a:pos x="233" y="6"/>
                </a:cxn>
              </a:cxnLst>
              <a:rect l="0" t="0" r="r" b="b"/>
              <a:pathLst>
                <a:path w="1304" h="962">
                  <a:moveTo>
                    <a:pt x="233" y="6"/>
                  </a:moveTo>
                  <a:cubicBezTo>
                    <a:pt x="233" y="23"/>
                    <a:pt x="250" y="51"/>
                    <a:pt x="241" y="65"/>
                  </a:cubicBezTo>
                  <a:cubicBezTo>
                    <a:pt x="232" y="80"/>
                    <a:pt x="190" y="71"/>
                    <a:pt x="193" y="97"/>
                  </a:cubicBezTo>
                  <a:cubicBezTo>
                    <a:pt x="194" y="111"/>
                    <a:pt x="219" y="122"/>
                    <a:pt x="228" y="132"/>
                  </a:cubicBezTo>
                  <a:cubicBezTo>
                    <a:pt x="239" y="145"/>
                    <a:pt x="237" y="162"/>
                    <a:pt x="237" y="178"/>
                  </a:cubicBezTo>
                  <a:cubicBezTo>
                    <a:pt x="208" y="182"/>
                    <a:pt x="173" y="177"/>
                    <a:pt x="145" y="183"/>
                  </a:cubicBezTo>
                  <a:cubicBezTo>
                    <a:pt x="129" y="187"/>
                    <a:pt x="117" y="200"/>
                    <a:pt x="101" y="205"/>
                  </a:cubicBezTo>
                  <a:cubicBezTo>
                    <a:pt x="85" y="210"/>
                    <a:pt x="68" y="207"/>
                    <a:pt x="56" y="220"/>
                  </a:cubicBezTo>
                  <a:cubicBezTo>
                    <a:pt x="40" y="236"/>
                    <a:pt x="40" y="260"/>
                    <a:pt x="29" y="278"/>
                  </a:cubicBezTo>
                  <a:cubicBezTo>
                    <a:pt x="21" y="290"/>
                    <a:pt x="8" y="299"/>
                    <a:pt x="3" y="314"/>
                  </a:cubicBezTo>
                  <a:cubicBezTo>
                    <a:pt x="0" y="326"/>
                    <a:pt x="3" y="343"/>
                    <a:pt x="17" y="344"/>
                  </a:cubicBezTo>
                  <a:cubicBezTo>
                    <a:pt x="38" y="346"/>
                    <a:pt x="55" y="298"/>
                    <a:pt x="81" y="294"/>
                  </a:cubicBezTo>
                  <a:cubicBezTo>
                    <a:pt x="81" y="298"/>
                    <a:pt x="81" y="298"/>
                    <a:pt x="81" y="298"/>
                  </a:cubicBezTo>
                  <a:cubicBezTo>
                    <a:pt x="43" y="316"/>
                    <a:pt x="59" y="334"/>
                    <a:pt x="61" y="366"/>
                  </a:cubicBezTo>
                  <a:cubicBezTo>
                    <a:pt x="89" y="346"/>
                    <a:pt x="89" y="346"/>
                    <a:pt x="89" y="346"/>
                  </a:cubicBezTo>
                  <a:cubicBezTo>
                    <a:pt x="78" y="363"/>
                    <a:pt x="59" y="393"/>
                    <a:pt x="89" y="398"/>
                  </a:cubicBezTo>
                  <a:cubicBezTo>
                    <a:pt x="105" y="453"/>
                    <a:pt x="181" y="466"/>
                    <a:pt x="213" y="510"/>
                  </a:cubicBezTo>
                  <a:cubicBezTo>
                    <a:pt x="241" y="490"/>
                    <a:pt x="241" y="490"/>
                    <a:pt x="241" y="490"/>
                  </a:cubicBezTo>
                  <a:cubicBezTo>
                    <a:pt x="231" y="507"/>
                    <a:pt x="227" y="528"/>
                    <a:pt x="253" y="518"/>
                  </a:cubicBezTo>
                  <a:cubicBezTo>
                    <a:pt x="249" y="562"/>
                    <a:pt x="249" y="562"/>
                    <a:pt x="249" y="562"/>
                  </a:cubicBezTo>
                  <a:cubicBezTo>
                    <a:pt x="269" y="572"/>
                    <a:pt x="288" y="595"/>
                    <a:pt x="299" y="614"/>
                  </a:cubicBezTo>
                  <a:cubicBezTo>
                    <a:pt x="305" y="624"/>
                    <a:pt x="300" y="641"/>
                    <a:pt x="314" y="643"/>
                  </a:cubicBezTo>
                  <a:cubicBezTo>
                    <a:pt x="354" y="648"/>
                    <a:pt x="353" y="630"/>
                    <a:pt x="378" y="608"/>
                  </a:cubicBezTo>
                  <a:cubicBezTo>
                    <a:pt x="394" y="595"/>
                    <a:pt x="409" y="594"/>
                    <a:pt x="421" y="574"/>
                  </a:cubicBezTo>
                  <a:cubicBezTo>
                    <a:pt x="432" y="553"/>
                    <a:pt x="437" y="524"/>
                    <a:pt x="454" y="507"/>
                  </a:cubicBezTo>
                  <a:cubicBezTo>
                    <a:pt x="476" y="486"/>
                    <a:pt x="493" y="501"/>
                    <a:pt x="517" y="498"/>
                  </a:cubicBezTo>
                  <a:cubicBezTo>
                    <a:pt x="566" y="493"/>
                    <a:pt x="609" y="466"/>
                    <a:pt x="661" y="479"/>
                  </a:cubicBezTo>
                  <a:cubicBezTo>
                    <a:pt x="708" y="492"/>
                    <a:pt x="721" y="573"/>
                    <a:pt x="765" y="594"/>
                  </a:cubicBezTo>
                  <a:cubicBezTo>
                    <a:pt x="749" y="634"/>
                    <a:pt x="749" y="634"/>
                    <a:pt x="749" y="634"/>
                  </a:cubicBezTo>
                  <a:cubicBezTo>
                    <a:pt x="777" y="638"/>
                    <a:pt x="777" y="638"/>
                    <a:pt x="777" y="638"/>
                  </a:cubicBezTo>
                  <a:cubicBezTo>
                    <a:pt x="771" y="663"/>
                    <a:pt x="789" y="680"/>
                    <a:pt x="786" y="702"/>
                  </a:cubicBezTo>
                  <a:cubicBezTo>
                    <a:pt x="783" y="718"/>
                    <a:pt x="743" y="753"/>
                    <a:pt x="764" y="770"/>
                  </a:cubicBezTo>
                  <a:cubicBezTo>
                    <a:pt x="787" y="790"/>
                    <a:pt x="807" y="747"/>
                    <a:pt x="825" y="742"/>
                  </a:cubicBezTo>
                  <a:cubicBezTo>
                    <a:pt x="867" y="730"/>
                    <a:pt x="920" y="741"/>
                    <a:pt x="961" y="746"/>
                  </a:cubicBezTo>
                  <a:cubicBezTo>
                    <a:pt x="968" y="816"/>
                    <a:pt x="995" y="861"/>
                    <a:pt x="965" y="930"/>
                  </a:cubicBezTo>
                  <a:cubicBezTo>
                    <a:pt x="996" y="933"/>
                    <a:pt x="1017" y="927"/>
                    <a:pt x="1033" y="962"/>
                  </a:cubicBezTo>
                  <a:cubicBezTo>
                    <a:pt x="1070" y="957"/>
                    <a:pt x="1124" y="936"/>
                    <a:pt x="1105" y="886"/>
                  </a:cubicBezTo>
                  <a:cubicBezTo>
                    <a:pt x="1129" y="878"/>
                    <a:pt x="1129" y="878"/>
                    <a:pt x="1129" y="878"/>
                  </a:cubicBezTo>
                  <a:cubicBezTo>
                    <a:pt x="1129" y="894"/>
                    <a:pt x="1129" y="894"/>
                    <a:pt x="1129" y="894"/>
                  </a:cubicBezTo>
                  <a:cubicBezTo>
                    <a:pt x="1141" y="902"/>
                    <a:pt x="1141" y="902"/>
                    <a:pt x="1141" y="902"/>
                  </a:cubicBezTo>
                  <a:cubicBezTo>
                    <a:pt x="1164" y="893"/>
                    <a:pt x="1164" y="893"/>
                    <a:pt x="1164" y="893"/>
                  </a:cubicBezTo>
                  <a:cubicBezTo>
                    <a:pt x="1197" y="900"/>
                    <a:pt x="1197" y="900"/>
                    <a:pt x="1197" y="900"/>
                  </a:cubicBezTo>
                  <a:cubicBezTo>
                    <a:pt x="1221" y="858"/>
                    <a:pt x="1221" y="858"/>
                    <a:pt x="1221" y="858"/>
                  </a:cubicBezTo>
                  <a:cubicBezTo>
                    <a:pt x="1213" y="834"/>
                    <a:pt x="1213" y="834"/>
                    <a:pt x="1213" y="834"/>
                  </a:cubicBezTo>
                  <a:cubicBezTo>
                    <a:pt x="1221" y="822"/>
                    <a:pt x="1221" y="822"/>
                    <a:pt x="1221" y="822"/>
                  </a:cubicBezTo>
                  <a:cubicBezTo>
                    <a:pt x="1245" y="818"/>
                    <a:pt x="1245" y="818"/>
                    <a:pt x="1245" y="818"/>
                  </a:cubicBezTo>
                  <a:cubicBezTo>
                    <a:pt x="1233" y="790"/>
                    <a:pt x="1233" y="790"/>
                    <a:pt x="1233" y="790"/>
                  </a:cubicBezTo>
                  <a:cubicBezTo>
                    <a:pt x="1203" y="787"/>
                    <a:pt x="1194" y="767"/>
                    <a:pt x="1193" y="738"/>
                  </a:cubicBezTo>
                  <a:cubicBezTo>
                    <a:pt x="1211" y="738"/>
                    <a:pt x="1236" y="734"/>
                    <a:pt x="1253" y="742"/>
                  </a:cubicBezTo>
                  <a:cubicBezTo>
                    <a:pt x="1262" y="747"/>
                    <a:pt x="1275" y="766"/>
                    <a:pt x="1287" y="758"/>
                  </a:cubicBezTo>
                  <a:cubicBezTo>
                    <a:pt x="1304" y="746"/>
                    <a:pt x="1289" y="710"/>
                    <a:pt x="1279" y="699"/>
                  </a:cubicBezTo>
                  <a:cubicBezTo>
                    <a:pt x="1251" y="668"/>
                    <a:pt x="1231" y="661"/>
                    <a:pt x="1281" y="634"/>
                  </a:cubicBezTo>
                  <a:cubicBezTo>
                    <a:pt x="1281" y="630"/>
                    <a:pt x="1281" y="630"/>
                    <a:pt x="1281" y="630"/>
                  </a:cubicBezTo>
                  <a:cubicBezTo>
                    <a:pt x="1259" y="617"/>
                    <a:pt x="1247" y="609"/>
                    <a:pt x="1253" y="582"/>
                  </a:cubicBezTo>
                  <a:cubicBezTo>
                    <a:pt x="1192" y="567"/>
                    <a:pt x="1219" y="512"/>
                    <a:pt x="1205" y="466"/>
                  </a:cubicBezTo>
                  <a:cubicBezTo>
                    <a:pt x="1241" y="450"/>
                    <a:pt x="1241" y="450"/>
                    <a:pt x="1241" y="450"/>
                  </a:cubicBezTo>
                  <a:cubicBezTo>
                    <a:pt x="1245" y="434"/>
                    <a:pt x="1245" y="434"/>
                    <a:pt x="1245" y="434"/>
                  </a:cubicBezTo>
                  <a:cubicBezTo>
                    <a:pt x="1245" y="430"/>
                    <a:pt x="1245" y="430"/>
                    <a:pt x="1245" y="430"/>
                  </a:cubicBezTo>
                  <a:cubicBezTo>
                    <a:pt x="1230" y="411"/>
                    <a:pt x="1213" y="398"/>
                    <a:pt x="1189" y="394"/>
                  </a:cubicBezTo>
                  <a:cubicBezTo>
                    <a:pt x="1187" y="376"/>
                    <a:pt x="1189" y="302"/>
                    <a:pt x="1176" y="293"/>
                  </a:cubicBezTo>
                  <a:cubicBezTo>
                    <a:pt x="1159" y="280"/>
                    <a:pt x="1133" y="296"/>
                    <a:pt x="1117" y="302"/>
                  </a:cubicBezTo>
                  <a:cubicBezTo>
                    <a:pt x="1170" y="239"/>
                    <a:pt x="1170" y="239"/>
                    <a:pt x="1170" y="239"/>
                  </a:cubicBezTo>
                  <a:cubicBezTo>
                    <a:pt x="1145" y="214"/>
                    <a:pt x="1145" y="214"/>
                    <a:pt x="1145" y="214"/>
                  </a:cubicBezTo>
                  <a:cubicBezTo>
                    <a:pt x="1113" y="202"/>
                    <a:pt x="1113" y="202"/>
                    <a:pt x="1113" y="202"/>
                  </a:cubicBezTo>
                  <a:cubicBezTo>
                    <a:pt x="1117" y="190"/>
                    <a:pt x="1117" y="190"/>
                    <a:pt x="1117" y="190"/>
                  </a:cubicBezTo>
                  <a:cubicBezTo>
                    <a:pt x="1089" y="182"/>
                    <a:pt x="1089" y="182"/>
                    <a:pt x="1089" y="182"/>
                  </a:cubicBezTo>
                  <a:cubicBezTo>
                    <a:pt x="1092" y="124"/>
                    <a:pt x="1069" y="4"/>
                    <a:pt x="981" y="46"/>
                  </a:cubicBezTo>
                  <a:cubicBezTo>
                    <a:pt x="981" y="54"/>
                    <a:pt x="981" y="54"/>
                    <a:pt x="981" y="54"/>
                  </a:cubicBezTo>
                  <a:cubicBezTo>
                    <a:pt x="997" y="82"/>
                    <a:pt x="997" y="82"/>
                    <a:pt x="997" y="82"/>
                  </a:cubicBezTo>
                  <a:cubicBezTo>
                    <a:pt x="974" y="83"/>
                    <a:pt x="940" y="86"/>
                    <a:pt x="937" y="114"/>
                  </a:cubicBezTo>
                  <a:cubicBezTo>
                    <a:pt x="910" y="118"/>
                    <a:pt x="894" y="101"/>
                    <a:pt x="869" y="95"/>
                  </a:cubicBezTo>
                  <a:cubicBezTo>
                    <a:pt x="819" y="82"/>
                    <a:pt x="794" y="108"/>
                    <a:pt x="761" y="142"/>
                  </a:cubicBezTo>
                  <a:cubicBezTo>
                    <a:pt x="753" y="119"/>
                    <a:pt x="733" y="74"/>
                    <a:pt x="701" y="90"/>
                  </a:cubicBezTo>
                  <a:cubicBezTo>
                    <a:pt x="689" y="97"/>
                    <a:pt x="682" y="117"/>
                    <a:pt x="668" y="120"/>
                  </a:cubicBezTo>
                  <a:cubicBezTo>
                    <a:pt x="657" y="122"/>
                    <a:pt x="642" y="105"/>
                    <a:pt x="629" y="102"/>
                  </a:cubicBezTo>
                  <a:cubicBezTo>
                    <a:pt x="653" y="58"/>
                    <a:pt x="653" y="58"/>
                    <a:pt x="653" y="58"/>
                  </a:cubicBezTo>
                  <a:cubicBezTo>
                    <a:pt x="637" y="41"/>
                    <a:pt x="549" y="47"/>
                    <a:pt x="525" y="52"/>
                  </a:cubicBezTo>
                  <a:cubicBezTo>
                    <a:pt x="511" y="55"/>
                    <a:pt x="468" y="37"/>
                    <a:pt x="453" y="35"/>
                  </a:cubicBezTo>
                  <a:cubicBezTo>
                    <a:pt x="408" y="30"/>
                    <a:pt x="399" y="26"/>
                    <a:pt x="353" y="38"/>
                  </a:cubicBezTo>
                  <a:cubicBezTo>
                    <a:pt x="371" y="0"/>
                    <a:pt x="258" y="6"/>
                    <a:pt x="233" y="6"/>
                  </a:cubicBezTo>
                  <a:close/>
                </a:path>
              </a:pathLst>
            </a:custGeom>
            <a:solidFill>
              <a:schemeClr val="accent5"/>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57"/>
            <p:cNvSpPr>
              <a:spLocks/>
            </p:cNvSpPr>
            <p:nvPr/>
          </p:nvSpPr>
          <p:spPr bwMode="auto">
            <a:xfrm>
              <a:off x="909638" y="2146300"/>
              <a:ext cx="158750" cy="93663"/>
            </a:xfrm>
            <a:custGeom>
              <a:avLst/>
              <a:gdLst/>
              <a:ahLst/>
              <a:cxnLst>
                <a:cxn ang="0">
                  <a:pos x="0" y="69"/>
                </a:cxn>
                <a:cxn ang="0">
                  <a:pos x="52" y="105"/>
                </a:cxn>
                <a:cxn ang="0">
                  <a:pos x="80" y="165"/>
                </a:cxn>
                <a:cxn ang="0">
                  <a:pos x="104" y="181"/>
                </a:cxn>
                <a:cxn ang="0">
                  <a:pos x="116" y="165"/>
                </a:cxn>
                <a:cxn ang="0">
                  <a:pos x="116" y="185"/>
                </a:cxn>
                <a:cxn ang="0">
                  <a:pos x="216" y="145"/>
                </a:cxn>
                <a:cxn ang="0">
                  <a:pos x="284" y="141"/>
                </a:cxn>
                <a:cxn ang="0">
                  <a:pos x="284" y="165"/>
                </a:cxn>
                <a:cxn ang="0">
                  <a:pos x="188" y="185"/>
                </a:cxn>
                <a:cxn ang="0">
                  <a:pos x="280" y="197"/>
                </a:cxn>
                <a:cxn ang="0">
                  <a:pos x="192" y="257"/>
                </a:cxn>
                <a:cxn ang="0">
                  <a:pos x="224" y="241"/>
                </a:cxn>
                <a:cxn ang="0">
                  <a:pos x="236" y="285"/>
                </a:cxn>
                <a:cxn ang="0">
                  <a:pos x="260" y="301"/>
                </a:cxn>
                <a:cxn ang="0">
                  <a:pos x="264" y="301"/>
                </a:cxn>
                <a:cxn ang="0">
                  <a:pos x="268" y="333"/>
                </a:cxn>
                <a:cxn ang="0">
                  <a:pos x="340" y="231"/>
                </a:cxn>
                <a:cxn ang="0">
                  <a:pos x="420" y="197"/>
                </a:cxn>
                <a:cxn ang="0">
                  <a:pos x="507" y="190"/>
                </a:cxn>
                <a:cxn ang="0">
                  <a:pos x="472" y="105"/>
                </a:cxn>
                <a:cxn ang="0">
                  <a:pos x="516" y="83"/>
                </a:cxn>
                <a:cxn ang="0">
                  <a:pos x="507" y="16"/>
                </a:cxn>
                <a:cxn ang="0">
                  <a:pos x="376" y="13"/>
                </a:cxn>
                <a:cxn ang="0">
                  <a:pos x="252" y="15"/>
                </a:cxn>
                <a:cxn ang="0">
                  <a:pos x="168" y="54"/>
                </a:cxn>
                <a:cxn ang="0">
                  <a:pos x="96" y="51"/>
                </a:cxn>
                <a:cxn ang="0">
                  <a:pos x="0" y="69"/>
                </a:cxn>
              </a:cxnLst>
              <a:rect l="0" t="0" r="r" b="b"/>
              <a:pathLst>
                <a:path w="555" h="333">
                  <a:moveTo>
                    <a:pt x="0" y="69"/>
                  </a:moveTo>
                  <a:cubicBezTo>
                    <a:pt x="9" y="92"/>
                    <a:pt x="25" y="112"/>
                    <a:pt x="52" y="105"/>
                  </a:cubicBezTo>
                  <a:cubicBezTo>
                    <a:pt x="47" y="128"/>
                    <a:pt x="48" y="170"/>
                    <a:pt x="80" y="165"/>
                  </a:cubicBezTo>
                  <a:cubicBezTo>
                    <a:pt x="104" y="181"/>
                    <a:pt x="104" y="181"/>
                    <a:pt x="104" y="181"/>
                  </a:cubicBezTo>
                  <a:cubicBezTo>
                    <a:pt x="116" y="165"/>
                    <a:pt x="116" y="165"/>
                    <a:pt x="116" y="165"/>
                  </a:cubicBezTo>
                  <a:cubicBezTo>
                    <a:pt x="116" y="185"/>
                    <a:pt x="116" y="185"/>
                    <a:pt x="116" y="185"/>
                  </a:cubicBezTo>
                  <a:cubicBezTo>
                    <a:pt x="216" y="145"/>
                    <a:pt x="216" y="145"/>
                    <a:pt x="216" y="145"/>
                  </a:cubicBezTo>
                  <a:cubicBezTo>
                    <a:pt x="284" y="141"/>
                    <a:pt x="284" y="141"/>
                    <a:pt x="284" y="141"/>
                  </a:cubicBezTo>
                  <a:cubicBezTo>
                    <a:pt x="284" y="165"/>
                    <a:pt x="284" y="165"/>
                    <a:pt x="284" y="165"/>
                  </a:cubicBezTo>
                  <a:cubicBezTo>
                    <a:pt x="265" y="157"/>
                    <a:pt x="181" y="142"/>
                    <a:pt x="188" y="185"/>
                  </a:cubicBezTo>
                  <a:cubicBezTo>
                    <a:pt x="191" y="206"/>
                    <a:pt x="264" y="201"/>
                    <a:pt x="280" y="197"/>
                  </a:cubicBezTo>
                  <a:cubicBezTo>
                    <a:pt x="259" y="229"/>
                    <a:pt x="198" y="196"/>
                    <a:pt x="192" y="257"/>
                  </a:cubicBezTo>
                  <a:cubicBezTo>
                    <a:pt x="224" y="241"/>
                    <a:pt x="224" y="241"/>
                    <a:pt x="224" y="241"/>
                  </a:cubicBezTo>
                  <a:cubicBezTo>
                    <a:pt x="214" y="259"/>
                    <a:pt x="203" y="293"/>
                    <a:pt x="236" y="285"/>
                  </a:cubicBezTo>
                  <a:cubicBezTo>
                    <a:pt x="236" y="302"/>
                    <a:pt x="245" y="322"/>
                    <a:pt x="260" y="301"/>
                  </a:cubicBezTo>
                  <a:cubicBezTo>
                    <a:pt x="264" y="301"/>
                    <a:pt x="264" y="301"/>
                    <a:pt x="264" y="301"/>
                  </a:cubicBezTo>
                  <a:cubicBezTo>
                    <a:pt x="268" y="333"/>
                    <a:pt x="268" y="333"/>
                    <a:pt x="268" y="333"/>
                  </a:cubicBezTo>
                  <a:cubicBezTo>
                    <a:pt x="310" y="312"/>
                    <a:pt x="306" y="257"/>
                    <a:pt x="340" y="231"/>
                  </a:cubicBezTo>
                  <a:cubicBezTo>
                    <a:pt x="353" y="222"/>
                    <a:pt x="404" y="200"/>
                    <a:pt x="420" y="197"/>
                  </a:cubicBezTo>
                  <a:cubicBezTo>
                    <a:pt x="449" y="193"/>
                    <a:pt x="478" y="203"/>
                    <a:pt x="507" y="190"/>
                  </a:cubicBezTo>
                  <a:cubicBezTo>
                    <a:pt x="555" y="167"/>
                    <a:pt x="492" y="116"/>
                    <a:pt x="472" y="105"/>
                  </a:cubicBezTo>
                  <a:cubicBezTo>
                    <a:pt x="484" y="92"/>
                    <a:pt x="505" y="98"/>
                    <a:pt x="516" y="83"/>
                  </a:cubicBezTo>
                  <a:cubicBezTo>
                    <a:pt x="527" y="68"/>
                    <a:pt x="527" y="25"/>
                    <a:pt x="507" y="16"/>
                  </a:cubicBezTo>
                  <a:cubicBezTo>
                    <a:pt x="476" y="0"/>
                    <a:pt x="410" y="13"/>
                    <a:pt x="376" y="13"/>
                  </a:cubicBezTo>
                  <a:cubicBezTo>
                    <a:pt x="337" y="13"/>
                    <a:pt x="290" y="6"/>
                    <a:pt x="252" y="15"/>
                  </a:cubicBezTo>
                  <a:cubicBezTo>
                    <a:pt x="222" y="21"/>
                    <a:pt x="198" y="46"/>
                    <a:pt x="168" y="54"/>
                  </a:cubicBezTo>
                  <a:cubicBezTo>
                    <a:pt x="144" y="60"/>
                    <a:pt x="119" y="50"/>
                    <a:pt x="96" y="51"/>
                  </a:cubicBezTo>
                  <a:cubicBezTo>
                    <a:pt x="62" y="53"/>
                    <a:pt x="34" y="69"/>
                    <a:pt x="0" y="69"/>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58"/>
            <p:cNvSpPr>
              <a:spLocks/>
            </p:cNvSpPr>
            <p:nvPr/>
          </p:nvSpPr>
          <p:spPr bwMode="auto">
            <a:xfrm>
              <a:off x="909638" y="2146300"/>
              <a:ext cx="158750" cy="93663"/>
            </a:xfrm>
            <a:custGeom>
              <a:avLst/>
              <a:gdLst/>
              <a:ahLst/>
              <a:cxnLst>
                <a:cxn ang="0">
                  <a:pos x="0" y="69"/>
                </a:cxn>
                <a:cxn ang="0">
                  <a:pos x="52" y="105"/>
                </a:cxn>
                <a:cxn ang="0">
                  <a:pos x="80" y="165"/>
                </a:cxn>
                <a:cxn ang="0">
                  <a:pos x="104" y="181"/>
                </a:cxn>
                <a:cxn ang="0">
                  <a:pos x="116" y="165"/>
                </a:cxn>
                <a:cxn ang="0">
                  <a:pos x="116" y="185"/>
                </a:cxn>
                <a:cxn ang="0">
                  <a:pos x="216" y="145"/>
                </a:cxn>
                <a:cxn ang="0">
                  <a:pos x="284" y="141"/>
                </a:cxn>
                <a:cxn ang="0">
                  <a:pos x="284" y="165"/>
                </a:cxn>
                <a:cxn ang="0">
                  <a:pos x="188" y="185"/>
                </a:cxn>
                <a:cxn ang="0">
                  <a:pos x="280" y="197"/>
                </a:cxn>
                <a:cxn ang="0">
                  <a:pos x="192" y="257"/>
                </a:cxn>
                <a:cxn ang="0">
                  <a:pos x="224" y="241"/>
                </a:cxn>
                <a:cxn ang="0">
                  <a:pos x="236" y="285"/>
                </a:cxn>
                <a:cxn ang="0">
                  <a:pos x="260" y="301"/>
                </a:cxn>
                <a:cxn ang="0">
                  <a:pos x="264" y="301"/>
                </a:cxn>
                <a:cxn ang="0">
                  <a:pos x="268" y="333"/>
                </a:cxn>
                <a:cxn ang="0">
                  <a:pos x="340" y="231"/>
                </a:cxn>
                <a:cxn ang="0">
                  <a:pos x="420" y="197"/>
                </a:cxn>
                <a:cxn ang="0">
                  <a:pos x="507" y="190"/>
                </a:cxn>
                <a:cxn ang="0">
                  <a:pos x="472" y="105"/>
                </a:cxn>
                <a:cxn ang="0">
                  <a:pos x="516" y="83"/>
                </a:cxn>
                <a:cxn ang="0">
                  <a:pos x="507" y="16"/>
                </a:cxn>
                <a:cxn ang="0">
                  <a:pos x="376" y="13"/>
                </a:cxn>
                <a:cxn ang="0">
                  <a:pos x="252" y="15"/>
                </a:cxn>
                <a:cxn ang="0">
                  <a:pos x="168" y="54"/>
                </a:cxn>
                <a:cxn ang="0">
                  <a:pos x="96" y="51"/>
                </a:cxn>
                <a:cxn ang="0">
                  <a:pos x="0" y="69"/>
                </a:cxn>
              </a:cxnLst>
              <a:rect l="0" t="0" r="r" b="b"/>
              <a:pathLst>
                <a:path w="555" h="333">
                  <a:moveTo>
                    <a:pt x="0" y="69"/>
                  </a:moveTo>
                  <a:cubicBezTo>
                    <a:pt x="9" y="92"/>
                    <a:pt x="25" y="112"/>
                    <a:pt x="52" y="105"/>
                  </a:cubicBezTo>
                  <a:cubicBezTo>
                    <a:pt x="47" y="128"/>
                    <a:pt x="48" y="170"/>
                    <a:pt x="80" y="165"/>
                  </a:cubicBezTo>
                  <a:cubicBezTo>
                    <a:pt x="104" y="181"/>
                    <a:pt x="104" y="181"/>
                    <a:pt x="104" y="181"/>
                  </a:cubicBezTo>
                  <a:cubicBezTo>
                    <a:pt x="116" y="165"/>
                    <a:pt x="116" y="165"/>
                    <a:pt x="116" y="165"/>
                  </a:cubicBezTo>
                  <a:cubicBezTo>
                    <a:pt x="116" y="185"/>
                    <a:pt x="116" y="185"/>
                    <a:pt x="116" y="185"/>
                  </a:cubicBezTo>
                  <a:cubicBezTo>
                    <a:pt x="216" y="145"/>
                    <a:pt x="216" y="145"/>
                    <a:pt x="216" y="145"/>
                  </a:cubicBezTo>
                  <a:cubicBezTo>
                    <a:pt x="284" y="141"/>
                    <a:pt x="284" y="141"/>
                    <a:pt x="284" y="141"/>
                  </a:cubicBezTo>
                  <a:cubicBezTo>
                    <a:pt x="284" y="165"/>
                    <a:pt x="284" y="165"/>
                    <a:pt x="284" y="165"/>
                  </a:cubicBezTo>
                  <a:cubicBezTo>
                    <a:pt x="265" y="157"/>
                    <a:pt x="181" y="142"/>
                    <a:pt x="188" y="185"/>
                  </a:cubicBezTo>
                  <a:cubicBezTo>
                    <a:pt x="191" y="206"/>
                    <a:pt x="264" y="201"/>
                    <a:pt x="280" y="197"/>
                  </a:cubicBezTo>
                  <a:cubicBezTo>
                    <a:pt x="259" y="229"/>
                    <a:pt x="198" y="196"/>
                    <a:pt x="192" y="257"/>
                  </a:cubicBezTo>
                  <a:cubicBezTo>
                    <a:pt x="224" y="241"/>
                    <a:pt x="224" y="241"/>
                    <a:pt x="224" y="241"/>
                  </a:cubicBezTo>
                  <a:cubicBezTo>
                    <a:pt x="214" y="259"/>
                    <a:pt x="203" y="293"/>
                    <a:pt x="236" y="285"/>
                  </a:cubicBezTo>
                  <a:cubicBezTo>
                    <a:pt x="236" y="302"/>
                    <a:pt x="245" y="322"/>
                    <a:pt x="260" y="301"/>
                  </a:cubicBezTo>
                  <a:cubicBezTo>
                    <a:pt x="264" y="301"/>
                    <a:pt x="264" y="301"/>
                    <a:pt x="264" y="301"/>
                  </a:cubicBezTo>
                  <a:cubicBezTo>
                    <a:pt x="268" y="333"/>
                    <a:pt x="268" y="333"/>
                    <a:pt x="268" y="333"/>
                  </a:cubicBezTo>
                  <a:cubicBezTo>
                    <a:pt x="310" y="312"/>
                    <a:pt x="306" y="257"/>
                    <a:pt x="340" y="231"/>
                  </a:cubicBezTo>
                  <a:cubicBezTo>
                    <a:pt x="353" y="222"/>
                    <a:pt x="404" y="200"/>
                    <a:pt x="420" y="197"/>
                  </a:cubicBezTo>
                  <a:cubicBezTo>
                    <a:pt x="449" y="193"/>
                    <a:pt x="478" y="203"/>
                    <a:pt x="507" y="190"/>
                  </a:cubicBezTo>
                  <a:cubicBezTo>
                    <a:pt x="555" y="167"/>
                    <a:pt x="492" y="116"/>
                    <a:pt x="472" y="105"/>
                  </a:cubicBezTo>
                  <a:cubicBezTo>
                    <a:pt x="484" y="92"/>
                    <a:pt x="505" y="98"/>
                    <a:pt x="516" y="83"/>
                  </a:cubicBezTo>
                  <a:cubicBezTo>
                    <a:pt x="527" y="68"/>
                    <a:pt x="527" y="25"/>
                    <a:pt x="507" y="16"/>
                  </a:cubicBezTo>
                  <a:cubicBezTo>
                    <a:pt x="476" y="0"/>
                    <a:pt x="410" y="13"/>
                    <a:pt x="376" y="13"/>
                  </a:cubicBezTo>
                  <a:cubicBezTo>
                    <a:pt x="337" y="13"/>
                    <a:pt x="290" y="6"/>
                    <a:pt x="252" y="15"/>
                  </a:cubicBezTo>
                  <a:cubicBezTo>
                    <a:pt x="222" y="21"/>
                    <a:pt x="198" y="46"/>
                    <a:pt x="168" y="54"/>
                  </a:cubicBezTo>
                  <a:cubicBezTo>
                    <a:pt x="144" y="60"/>
                    <a:pt x="119" y="50"/>
                    <a:pt x="96" y="51"/>
                  </a:cubicBezTo>
                  <a:cubicBezTo>
                    <a:pt x="62" y="53"/>
                    <a:pt x="34" y="69"/>
                    <a:pt x="0" y="69"/>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59"/>
            <p:cNvSpPr>
              <a:spLocks/>
            </p:cNvSpPr>
            <p:nvPr/>
          </p:nvSpPr>
          <p:spPr bwMode="auto">
            <a:xfrm>
              <a:off x="901700" y="2085975"/>
              <a:ext cx="153988" cy="38100"/>
            </a:xfrm>
            <a:custGeom>
              <a:avLst/>
              <a:gdLst/>
              <a:ahLst/>
              <a:cxnLst>
                <a:cxn ang="0">
                  <a:pos x="235" y="56"/>
                </a:cxn>
                <a:cxn ang="0">
                  <a:pos x="31" y="52"/>
                </a:cxn>
                <a:cxn ang="0">
                  <a:pos x="203" y="80"/>
                </a:cxn>
                <a:cxn ang="0">
                  <a:pos x="203" y="84"/>
                </a:cxn>
                <a:cxn ang="0">
                  <a:pos x="47" y="104"/>
                </a:cxn>
                <a:cxn ang="0">
                  <a:pos x="7" y="90"/>
                </a:cxn>
                <a:cxn ang="0">
                  <a:pos x="7" y="136"/>
                </a:cxn>
                <a:cxn ang="0">
                  <a:pos x="131" y="136"/>
                </a:cxn>
                <a:cxn ang="0">
                  <a:pos x="180" y="132"/>
                </a:cxn>
                <a:cxn ang="0">
                  <a:pos x="187" y="100"/>
                </a:cxn>
                <a:cxn ang="0">
                  <a:pos x="295" y="64"/>
                </a:cxn>
                <a:cxn ang="0">
                  <a:pos x="483" y="116"/>
                </a:cxn>
                <a:cxn ang="0">
                  <a:pos x="534" y="92"/>
                </a:cxn>
                <a:cxn ang="0">
                  <a:pos x="435" y="73"/>
                </a:cxn>
                <a:cxn ang="0">
                  <a:pos x="367" y="52"/>
                </a:cxn>
                <a:cxn ang="0">
                  <a:pos x="235" y="56"/>
                </a:cxn>
              </a:cxnLst>
              <a:rect l="0" t="0" r="r" b="b"/>
              <a:pathLst>
                <a:path w="538" h="138">
                  <a:moveTo>
                    <a:pt x="235" y="56"/>
                  </a:moveTo>
                  <a:cubicBezTo>
                    <a:pt x="31" y="52"/>
                    <a:pt x="31" y="52"/>
                    <a:pt x="31" y="52"/>
                  </a:cubicBezTo>
                  <a:cubicBezTo>
                    <a:pt x="72" y="124"/>
                    <a:pt x="140" y="63"/>
                    <a:pt x="203" y="80"/>
                  </a:cubicBezTo>
                  <a:cubicBezTo>
                    <a:pt x="203" y="84"/>
                    <a:pt x="203" y="84"/>
                    <a:pt x="203" y="84"/>
                  </a:cubicBezTo>
                  <a:cubicBezTo>
                    <a:pt x="47" y="104"/>
                    <a:pt x="47" y="104"/>
                    <a:pt x="47" y="104"/>
                  </a:cubicBezTo>
                  <a:cubicBezTo>
                    <a:pt x="45" y="81"/>
                    <a:pt x="22" y="62"/>
                    <a:pt x="7" y="90"/>
                  </a:cubicBezTo>
                  <a:cubicBezTo>
                    <a:pt x="0" y="104"/>
                    <a:pt x="5" y="121"/>
                    <a:pt x="7" y="136"/>
                  </a:cubicBezTo>
                  <a:cubicBezTo>
                    <a:pt x="131" y="136"/>
                    <a:pt x="131" y="136"/>
                    <a:pt x="131" y="136"/>
                  </a:cubicBezTo>
                  <a:cubicBezTo>
                    <a:pt x="180" y="132"/>
                    <a:pt x="180" y="132"/>
                    <a:pt x="180" y="132"/>
                  </a:cubicBezTo>
                  <a:cubicBezTo>
                    <a:pt x="187" y="100"/>
                    <a:pt x="187" y="100"/>
                    <a:pt x="187" y="100"/>
                  </a:cubicBezTo>
                  <a:cubicBezTo>
                    <a:pt x="225" y="100"/>
                    <a:pt x="289" y="115"/>
                    <a:pt x="295" y="64"/>
                  </a:cubicBezTo>
                  <a:cubicBezTo>
                    <a:pt x="347" y="94"/>
                    <a:pt x="422" y="138"/>
                    <a:pt x="483" y="116"/>
                  </a:cubicBezTo>
                  <a:cubicBezTo>
                    <a:pt x="496" y="111"/>
                    <a:pt x="532" y="111"/>
                    <a:pt x="534" y="92"/>
                  </a:cubicBezTo>
                  <a:cubicBezTo>
                    <a:pt x="538" y="30"/>
                    <a:pt x="456" y="78"/>
                    <a:pt x="435" y="73"/>
                  </a:cubicBezTo>
                  <a:cubicBezTo>
                    <a:pt x="404" y="65"/>
                    <a:pt x="405" y="27"/>
                    <a:pt x="367" y="52"/>
                  </a:cubicBezTo>
                  <a:cubicBezTo>
                    <a:pt x="349" y="3"/>
                    <a:pt x="242" y="0"/>
                    <a:pt x="235" y="56"/>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60"/>
            <p:cNvSpPr>
              <a:spLocks/>
            </p:cNvSpPr>
            <p:nvPr/>
          </p:nvSpPr>
          <p:spPr bwMode="auto">
            <a:xfrm>
              <a:off x="868363" y="1947863"/>
              <a:ext cx="306388" cy="222250"/>
            </a:xfrm>
            <a:custGeom>
              <a:avLst/>
              <a:gdLst/>
              <a:ahLst/>
              <a:cxnLst>
                <a:cxn ang="0">
                  <a:pos x="0" y="348"/>
                </a:cxn>
                <a:cxn ang="0">
                  <a:pos x="124" y="480"/>
                </a:cxn>
                <a:cxn ang="0">
                  <a:pos x="168" y="468"/>
                </a:cxn>
                <a:cxn ang="0">
                  <a:pos x="132" y="520"/>
                </a:cxn>
                <a:cxn ang="0">
                  <a:pos x="164" y="500"/>
                </a:cxn>
                <a:cxn ang="0">
                  <a:pos x="168" y="543"/>
                </a:cxn>
                <a:cxn ang="0">
                  <a:pos x="344" y="544"/>
                </a:cxn>
                <a:cxn ang="0">
                  <a:pos x="378" y="517"/>
                </a:cxn>
                <a:cxn ang="0">
                  <a:pos x="440" y="506"/>
                </a:cxn>
                <a:cxn ang="0">
                  <a:pos x="481" y="538"/>
                </a:cxn>
                <a:cxn ang="0">
                  <a:pos x="512" y="538"/>
                </a:cxn>
                <a:cxn ang="0">
                  <a:pos x="540" y="563"/>
                </a:cxn>
                <a:cxn ang="0">
                  <a:pos x="600" y="560"/>
                </a:cxn>
                <a:cxn ang="0">
                  <a:pos x="600" y="548"/>
                </a:cxn>
                <a:cxn ang="0">
                  <a:pos x="634" y="582"/>
                </a:cxn>
                <a:cxn ang="0">
                  <a:pos x="564" y="600"/>
                </a:cxn>
                <a:cxn ang="0">
                  <a:pos x="420" y="543"/>
                </a:cxn>
                <a:cxn ang="0">
                  <a:pos x="368" y="577"/>
                </a:cxn>
                <a:cxn ang="0">
                  <a:pos x="292" y="612"/>
                </a:cxn>
                <a:cxn ang="0">
                  <a:pos x="150" y="615"/>
                </a:cxn>
                <a:cxn ang="0">
                  <a:pos x="132" y="728"/>
                </a:cxn>
                <a:cxn ang="0">
                  <a:pos x="136" y="768"/>
                </a:cxn>
                <a:cxn ang="0">
                  <a:pos x="308" y="747"/>
                </a:cxn>
                <a:cxn ang="0">
                  <a:pos x="367" y="721"/>
                </a:cxn>
                <a:cxn ang="0">
                  <a:pos x="432" y="704"/>
                </a:cxn>
                <a:cxn ang="0">
                  <a:pos x="772" y="708"/>
                </a:cxn>
                <a:cxn ang="0">
                  <a:pos x="856" y="760"/>
                </a:cxn>
                <a:cxn ang="0">
                  <a:pos x="860" y="760"/>
                </a:cxn>
                <a:cxn ang="0">
                  <a:pos x="868" y="748"/>
                </a:cxn>
                <a:cxn ang="0">
                  <a:pos x="872" y="748"/>
                </a:cxn>
                <a:cxn ang="0">
                  <a:pos x="956" y="753"/>
                </a:cxn>
                <a:cxn ang="0">
                  <a:pos x="1076" y="748"/>
                </a:cxn>
                <a:cxn ang="0">
                  <a:pos x="1076" y="648"/>
                </a:cxn>
                <a:cxn ang="0">
                  <a:pos x="984" y="584"/>
                </a:cxn>
                <a:cxn ang="0">
                  <a:pos x="959" y="532"/>
                </a:cxn>
                <a:cxn ang="0">
                  <a:pos x="974" y="496"/>
                </a:cxn>
                <a:cxn ang="0">
                  <a:pos x="960" y="420"/>
                </a:cxn>
                <a:cxn ang="0">
                  <a:pos x="928" y="392"/>
                </a:cxn>
                <a:cxn ang="0">
                  <a:pos x="924" y="348"/>
                </a:cxn>
                <a:cxn ang="0">
                  <a:pos x="928" y="340"/>
                </a:cxn>
                <a:cxn ang="0">
                  <a:pos x="874" y="292"/>
                </a:cxn>
                <a:cxn ang="0">
                  <a:pos x="796" y="208"/>
                </a:cxn>
                <a:cxn ang="0">
                  <a:pos x="668" y="100"/>
                </a:cxn>
                <a:cxn ang="0">
                  <a:pos x="668" y="88"/>
                </a:cxn>
                <a:cxn ang="0">
                  <a:pos x="552" y="11"/>
                </a:cxn>
                <a:cxn ang="0">
                  <a:pos x="448" y="0"/>
                </a:cxn>
                <a:cxn ang="0">
                  <a:pos x="356" y="22"/>
                </a:cxn>
                <a:cxn ang="0">
                  <a:pos x="316" y="35"/>
                </a:cxn>
                <a:cxn ang="0">
                  <a:pos x="217" y="33"/>
                </a:cxn>
                <a:cxn ang="0">
                  <a:pos x="197" y="72"/>
                </a:cxn>
                <a:cxn ang="0">
                  <a:pos x="167" y="112"/>
                </a:cxn>
                <a:cxn ang="0">
                  <a:pos x="163" y="166"/>
                </a:cxn>
                <a:cxn ang="0">
                  <a:pos x="102" y="264"/>
                </a:cxn>
                <a:cxn ang="0">
                  <a:pos x="52" y="315"/>
                </a:cxn>
                <a:cxn ang="0">
                  <a:pos x="0" y="348"/>
                </a:cxn>
              </a:cxnLst>
              <a:rect l="0" t="0" r="r" b="b"/>
              <a:pathLst>
                <a:path w="1076" h="777">
                  <a:moveTo>
                    <a:pt x="0" y="348"/>
                  </a:moveTo>
                  <a:cubicBezTo>
                    <a:pt x="53" y="348"/>
                    <a:pt x="128" y="424"/>
                    <a:pt x="124" y="480"/>
                  </a:cubicBezTo>
                  <a:cubicBezTo>
                    <a:pt x="168" y="468"/>
                    <a:pt x="168" y="468"/>
                    <a:pt x="168" y="468"/>
                  </a:cubicBezTo>
                  <a:cubicBezTo>
                    <a:pt x="149" y="483"/>
                    <a:pt x="125" y="492"/>
                    <a:pt x="132" y="520"/>
                  </a:cubicBezTo>
                  <a:cubicBezTo>
                    <a:pt x="164" y="500"/>
                    <a:pt x="164" y="500"/>
                    <a:pt x="164" y="500"/>
                  </a:cubicBezTo>
                  <a:cubicBezTo>
                    <a:pt x="153" y="513"/>
                    <a:pt x="146" y="537"/>
                    <a:pt x="168" y="543"/>
                  </a:cubicBezTo>
                  <a:cubicBezTo>
                    <a:pt x="213" y="555"/>
                    <a:pt x="298" y="551"/>
                    <a:pt x="344" y="544"/>
                  </a:cubicBezTo>
                  <a:cubicBezTo>
                    <a:pt x="361" y="541"/>
                    <a:pt x="363" y="523"/>
                    <a:pt x="378" y="517"/>
                  </a:cubicBezTo>
                  <a:cubicBezTo>
                    <a:pt x="390" y="512"/>
                    <a:pt x="427" y="504"/>
                    <a:pt x="440" y="506"/>
                  </a:cubicBezTo>
                  <a:cubicBezTo>
                    <a:pt x="461" y="510"/>
                    <a:pt x="464" y="531"/>
                    <a:pt x="481" y="538"/>
                  </a:cubicBezTo>
                  <a:cubicBezTo>
                    <a:pt x="491" y="542"/>
                    <a:pt x="501" y="535"/>
                    <a:pt x="512" y="538"/>
                  </a:cubicBezTo>
                  <a:cubicBezTo>
                    <a:pt x="524" y="542"/>
                    <a:pt x="529" y="558"/>
                    <a:pt x="540" y="563"/>
                  </a:cubicBezTo>
                  <a:cubicBezTo>
                    <a:pt x="557" y="571"/>
                    <a:pt x="582" y="561"/>
                    <a:pt x="600" y="560"/>
                  </a:cubicBezTo>
                  <a:cubicBezTo>
                    <a:pt x="600" y="548"/>
                    <a:pt x="600" y="548"/>
                    <a:pt x="600" y="548"/>
                  </a:cubicBezTo>
                  <a:cubicBezTo>
                    <a:pt x="612" y="549"/>
                    <a:pt x="654" y="565"/>
                    <a:pt x="634" y="582"/>
                  </a:cubicBezTo>
                  <a:cubicBezTo>
                    <a:pt x="622" y="592"/>
                    <a:pt x="580" y="600"/>
                    <a:pt x="564" y="600"/>
                  </a:cubicBezTo>
                  <a:cubicBezTo>
                    <a:pt x="512" y="598"/>
                    <a:pt x="470" y="548"/>
                    <a:pt x="420" y="543"/>
                  </a:cubicBezTo>
                  <a:cubicBezTo>
                    <a:pt x="401" y="541"/>
                    <a:pt x="391" y="573"/>
                    <a:pt x="368" y="577"/>
                  </a:cubicBezTo>
                  <a:cubicBezTo>
                    <a:pt x="335" y="583"/>
                    <a:pt x="293" y="567"/>
                    <a:pt x="292" y="612"/>
                  </a:cubicBezTo>
                  <a:cubicBezTo>
                    <a:pt x="254" y="612"/>
                    <a:pt x="185" y="599"/>
                    <a:pt x="150" y="615"/>
                  </a:cubicBezTo>
                  <a:cubicBezTo>
                    <a:pt x="118" y="629"/>
                    <a:pt x="119" y="703"/>
                    <a:pt x="132" y="728"/>
                  </a:cubicBezTo>
                  <a:cubicBezTo>
                    <a:pt x="116" y="739"/>
                    <a:pt x="128" y="754"/>
                    <a:pt x="136" y="768"/>
                  </a:cubicBezTo>
                  <a:cubicBezTo>
                    <a:pt x="197" y="753"/>
                    <a:pt x="246" y="748"/>
                    <a:pt x="308" y="747"/>
                  </a:cubicBezTo>
                  <a:cubicBezTo>
                    <a:pt x="323" y="747"/>
                    <a:pt x="365" y="736"/>
                    <a:pt x="367" y="721"/>
                  </a:cubicBezTo>
                  <a:cubicBezTo>
                    <a:pt x="432" y="704"/>
                    <a:pt x="432" y="704"/>
                    <a:pt x="432" y="704"/>
                  </a:cubicBezTo>
                  <a:cubicBezTo>
                    <a:pt x="772" y="708"/>
                    <a:pt x="772" y="708"/>
                    <a:pt x="772" y="708"/>
                  </a:cubicBezTo>
                  <a:cubicBezTo>
                    <a:pt x="757" y="751"/>
                    <a:pt x="830" y="733"/>
                    <a:pt x="856" y="760"/>
                  </a:cubicBezTo>
                  <a:cubicBezTo>
                    <a:pt x="860" y="760"/>
                    <a:pt x="860" y="760"/>
                    <a:pt x="860" y="760"/>
                  </a:cubicBezTo>
                  <a:cubicBezTo>
                    <a:pt x="868" y="748"/>
                    <a:pt x="868" y="748"/>
                    <a:pt x="868" y="748"/>
                  </a:cubicBezTo>
                  <a:cubicBezTo>
                    <a:pt x="872" y="748"/>
                    <a:pt x="872" y="748"/>
                    <a:pt x="872" y="748"/>
                  </a:cubicBezTo>
                  <a:cubicBezTo>
                    <a:pt x="902" y="777"/>
                    <a:pt x="922" y="756"/>
                    <a:pt x="956" y="753"/>
                  </a:cubicBezTo>
                  <a:cubicBezTo>
                    <a:pt x="995" y="749"/>
                    <a:pt x="1037" y="757"/>
                    <a:pt x="1076" y="748"/>
                  </a:cubicBezTo>
                  <a:cubicBezTo>
                    <a:pt x="1062" y="708"/>
                    <a:pt x="1063" y="689"/>
                    <a:pt x="1076" y="648"/>
                  </a:cubicBezTo>
                  <a:cubicBezTo>
                    <a:pt x="1039" y="618"/>
                    <a:pt x="1040" y="556"/>
                    <a:pt x="984" y="584"/>
                  </a:cubicBezTo>
                  <a:cubicBezTo>
                    <a:pt x="959" y="532"/>
                    <a:pt x="959" y="532"/>
                    <a:pt x="959" y="532"/>
                  </a:cubicBezTo>
                  <a:cubicBezTo>
                    <a:pt x="974" y="496"/>
                    <a:pt x="974" y="496"/>
                    <a:pt x="974" y="496"/>
                  </a:cubicBezTo>
                  <a:cubicBezTo>
                    <a:pt x="960" y="420"/>
                    <a:pt x="960" y="420"/>
                    <a:pt x="960" y="420"/>
                  </a:cubicBezTo>
                  <a:cubicBezTo>
                    <a:pt x="928" y="392"/>
                    <a:pt x="928" y="392"/>
                    <a:pt x="928" y="392"/>
                  </a:cubicBezTo>
                  <a:cubicBezTo>
                    <a:pt x="924" y="348"/>
                    <a:pt x="924" y="348"/>
                    <a:pt x="924" y="348"/>
                  </a:cubicBezTo>
                  <a:cubicBezTo>
                    <a:pt x="928" y="340"/>
                    <a:pt x="928" y="340"/>
                    <a:pt x="928" y="340"/>
                  </a:cubicBezTo>
                  <a:cubicBezTo>
                    <a:pt x="904" y="326"/>
                    <a:pt x="894" y="310"/>
                    <a:pt x="874" y="292"/>
                  </a:cubicBezTo>
                  <a:cubicBezTo>
                    <a:pt x="842" y="264"/>
                    <a:pt x="808" y="256"/>
                    <a:pt x="796" y="208"/>
                  </a:cubicBezTo>
                  <a:cubicBezTo>
                    <a:pt x="726" y="197"/>
                    <a:pt x="747" y="90"/>
                    <a:pt x="668" y="100"/>
                  </a:cubicBezTo>
                  <a:cubicBezTo>
                    <a:pt x="668" y="88"/>
                    <a:pt x="668" y="88"/>
                    <a:pt x="668" y="88"/>
                  </a:cubicBezTo>
                  <a:cubicBezTo>
                    <a:pt x="609" y="101"/>
                    <a:pt x="605" y="25"/>
                    <a:pt x="552" y="11"/>
                  </a:cubicBezTo>
                  <a:cubicBezTo>
                    <a:pt x="521" y="2"/>
                    <a:pt x="474" y="24"/>
                    <a:pt x="448" y="0"/>
                  </a:cubicBezTo>
                  <a:cubicBezTo>
                    <a:pt x="356" y="22"/>
                    <a:pt x="356" y="22"/>
                    <a:pt x="356" y="22"/>
                  </a:cubicBezTo>
                  <a:cubicBezTo>
                    <a:pt x="316" y="35"/>
                    <a:pt x="316" y="35"/>
                    <a:pt x="316" y="35"/>
                  </a:cubicBezTo>
                  <a:cubicBezTo>
                    <a:pt x="217" y="33"/>
                    <a:pt x="217" y="33"/>
                    <a:pt x="217" y="33"/>
                  </a:cubicBezTo>
                  <a:cubicBezTo>
                    <a:pt x="197" y="72"/>
                    <a:pt x="197" y="72"/>
                    <a:pt x="197" y="72"/>
                  </a:cubicBezTo>
                  <a:cubicBezTo>
                    <a:pt x="167" y="112"/>
                    <a:pt x="167" y="112"/>
                    <a:pt x="167" y="112"/>
                  </a:cubicBezTo>
                  <a:cubicBezTo>
                    <a:pt x="163" y="166"/>
                    <a:pt x="163" y="166"/>
                    <a:pt x="163" y="166"/>
                  </a:cubicBezTo>
                  <a:cubicBezTo>
                    <a:pt x="102" y="264"/>
                    <a:pt x="102" y="264"/>
                    <a:pt x="102" y="264"/>
                  </a:cubicBezTo>
                  <a:cubicBezTo>
                    <a:pt x="52" y="315"/>
                    <a:pt x="52" y="315"/>
                    <a:pt x="52" y="315"/>
                  </a:cubicBezTo>
                  <a:lnTo>
                    <a:pt x="0" y="348"/>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61"/>
            <p:cNvSpPr>
              <a:spLocks/>
            </p:cNvSpPr>
            <p:nvPr/>
          </p:nvSpPr>
          <p:spPr bwMode="auto">
            <a:xfrm>
              <a:off x="2976563" y="3540125"/>
              <a:ext cx="392113" cy="347663"/>
            </a:xfrm>
            <a:custGeom>
              <a:avLst/>
              <a:gdLst/>
              <a:ahLst/>
              <a:cxnLst>
                <a:cxn ang="0">
                  <a:pos x="16" y="382"/>
                </a:cxn>
                <a:cxn ang="0">
                  <a:pos x="0" y="382"/>
                </a:cxn>
                <a:cxn ang="0">
                  <a:pos x="129" y="601"/>
                </a:cxn>
                <a:cxn ang="0">
                  <a:pos x="173" y="708"/>
                </a:cxn>
                <a:cxn ang="0">
                  <a:pos x="273" y="777"/>
                </a:cxn>
                <a:cxn ang="0">
                  <a:pos x="353" y="813"/>
                </a:cxn>
                <a:cxn ang="0">
                  <a:pos x="360" y="873"/>
                </a:cxn>
                <a:cxn ang="0">
                  <a:pos x="436" y="873"/>
                </a:cxn>
                <a:cxn ang="0">
                  <a:pos x="431" y="974"/>
                </a:cxn>
                <a:cxn ang="0">
                  <a:pos x="497" y="1064"/>
                </a:cxn>
                <a:cxn ang="0">
                  <a:pos x="596" y="1079"/>
                </a:cxn>
                <a:cxn ang="0">
                  <a:pos x="668" y="1100"/>
                </a:cxn>
                <a:cxn ang="0">
                  <a:pos x="674" y="1146"/>
                </a:cxn>
                <a:cxn ang="0">
                  <a:pos x="712" y="1173"/>
                </a:cxn>
                <a:cxn ang="0">
                  <a:pos x="788" y="1166"/>
                </a:cxn>
                <a:cxn ang="0">
                  <a:pos x="888" y="1200"/>
                </a:cxn>
                <a:cxn ang="0">
                  <a:pos x="984" y="1191"/>
                </a:cxn>
                <a:cxn ang="0">
                  <a:pos x="1068" y="1207"/>
                </a:cxn>
                <a:cxn ang="0">
                  <a:pos x="1272" y="1019"/>
                </a:cxn>
                <a:cxn ang="0">
                  <a:pos x="1273" y="946"/>
                </a:cxn>
                <a:cxn ang="0">
                  <a:pos x="1273" y="898"/>
                </a:cxn>
                <a:cxn ang="0">
                  <a:pos x="1308" y="872"/>
                </a:cxn>
                <a:cxn ang="0">
                  <a:pos x="1368" y="735"/>
                </a:cxn>
                <a:cxn ang="0">
                  <a:pos x="1336" y="723"/>
                </a:cxn>
                <a:cxn ang="0">
                  <a:pos x="1344" y="625"/>
                </a:cxn>
                <a:cxn ang="0">
                  <a:pos x="1332" y="609"/>
                </a:cxn>
                <a:cxn ang="0">
                  <a:pos x="1304" y="605"/>
                </a:cxn>
                <a:cxn ang="0">
                  <a:pos x="1348" y="573"/>
                </a:cxn>
                <a:cxn ang="0">
                  <a:pos x="1376" y="491"/>
                </a:cxn>
                <a:cxn ang="0">
                  <a:pos x="1364" y="467"/>
                </a:cxn>
                <a:cxn ang="0">
                  <a:pos x="1364" y="463"/>
                </a:cxn>
                <a:cxn ang="0">
                  <a:pos x="1365" y="366"/>
                </a:cxn>
                <a:cxn ang="0">
                  <a:pos x="1368" y="321"/>
                </a:cxn>
                <a:cxn ang="0">
                  <a:pos x="1368" y="317"/>
                </a:cxn>
                <a:cxn ang="0">
                  <a:pos x="1341" y="252"/>
                </a:cxn>
                <a:cxn ang="0">
                  <a:pos x="1352" y="207"/>
                </a:cxn>
                <a:cxn ang="0">
                  <a:pos x="1308" y="199"/>
                </a:cxn>
                <a:cxn ang="0">
                  <a:pos x="1312" y="187"/>
                </a:cxn>
                <a:cxn ang="0">
                  <a:pos x="1172" y="155"/>
                </a:cxn>
                <a:cxn ang="0">
                  <a:pos x="1092" y="108"/>
                </a:cxn>
                <a:cxn ang="0">
                  <a:pos x="1056" y="83"/>
                </a:cxn>
                <a:cxn ang="0">
                  <a:pos x="916" y="78"/>
                </a:cxn>
                <a:cxn ang="0">
                  <a:pos x="916" y="17"/>
                </a:cxn>
                <a:cxn ang="0">
                  <a:pos x="639" y="81"/>
                </a:cxn>
                <a:cxn ang="0">
                  <a:pos x="615" y="173"/>
                </a:cxn>
                <a:cxn ang="0">
                  <a:pos x="569" y="185"/>
                </a:cxn>
                <a:cxn ang="0">
                  <a:pos x="496" y="230"/>
                </a:cxn>
                <a:cxn ang="0">
                  <a:pos x="451" y="250"/>
                </a:cxn>
                <a:cxn ang="0">
                  <a:pos x="414" y="313"/>
                </a:cxn>
                <a:cxn ang="0">
                  <a:pos x="316" y="419"/>
                </a:cxn>
                <a:cxn ang="0">
                  <a:pos x="180" y="413"/>
                </a:cxn>
                <a:cxn ang="0">
                  <a:pos x="133" y="427"/>
                </a:cxn>
                <a:cxn ang="0">
                  <a:pos x="92" y="398"/>
                </a:cxn>
                <a:cxn ang="0">
                  <a:pos x="16" y="382"/>
                </a:cxn>
              </a:cxnLst>
              <a:rect l="0" t="0" r="r" b="b"/>
              <a:pathLst>
                <a:path w="1376" h="1215">
                  <a:moveTo>
                    <a:pt x="16" y="382"/>
                  </a:moveTo>
                  <a:cubicBezTo>
                    <a:pt x="0" y="382"/>
                    <a:pt x="0" y="382"/>
                    <a:pt x="0" y="382"/>
                  </a:cubicBezTo>
                  <a:cubicBezTo>
                    <a:pt x="0" y="466"/>
                    <a:pt x="91" y="531"/>
                    <a:pt x="129" y="601"/>
                  </a:cubicBezTo>
                  <a:cubicBezTo>
                    <a:pt x="146" y="633"/>
                    <a:pt x="143" y="683"/>
                    <a:pt x="173" y="708"/>
                  </a:cubicBezTo>
                  <a:cubicBezTo>
                    <a:pt x="200" y="731"/>
                    <a:pt x="240" y="763"/>
                    <a:pt x="273" y="777"/>
                  </a:cubicBezTo>
                  <a:cubicBezTo>
                    <a:pt x="298" y="788"/>
                    <a:pt x="337" y="789"/>
                    <a:pt x="353" y="813"/>
                  </a:cubicBezTo>
                  <a:cubicBezTo>
                    <a:pt x="364" y="829"/>
                    <a:pt x="360" y="854"/>
                    <a:pt x="360" y="873"/>
                  </a:cubicBezTo>
                  <a:cubicBezTo>
                    <a:pt x="436" y="873"/>
                    <a:pt x="436" y="873"/>
                    <a:pt x="436" y="873"/>
                  </a:cubicBezTo>
                  <a:cubicBezTo>
                    <a:pt x="431" y="974"/>
                    <a:pt x="431" y="974"/>
                    <a:pt x="431" y="974"/>
                  </a:cubicBezTo>
                  <a:cubicBezTo>
                    <a:pt x="497" y="1064"/>
                    <a:pt x="497" y="1064"/>
                    <a:pt x="497" y="1064"/>
                  </a:cubicBezTo>
                  <a:cubicBezTo>
                    <a:pt x="596" y="1079"/>
                    <a:pt x="596" y="1079"/>
                    <a:pt x="596" y="1079"/>
                  </a:cubicBezTo>
                  <a:cubicBezTo>
                    <a:pt x="668" y="1100"/>
                    <a:pt x="668" y="1100"/>
                    <a:pt x="668" y="1100"/>
                  </a:cubicBezTo>
                  <a:cubicBezTo>
                    <a:pt x="665" y="1115"/>
                    <a:pt x="661" y="1134"/>
                    <a:pt x="674" y="1146"/>
                  </a:cubicBezTo>
                  <a:cubicBezTo>
                    <a:pt x="688" y="1159"/>
                    <a:pt x="709" y="1149"/>
                    <a:pt x="712" y="1173"/>
                  </a:cubicBezTo>
                  <a:cubicBezTo>
                    <a:pt x="738" y="1171"/>
                    <a:pt x="762" y="1161"/>
                    <a:pt x="788" y="1166"/>
                  </a:cubicBezTo>
                  <a:cubicBezTo>
                    <a:pt x="822" y="1173"/>
                    <a:pt x="855" y="1197"/>
                    <a:pt x="888" y="1200"/>
                  </a:cubicBezTo>
                  <a:cubicBezTo>
                    <a:pt x="920" y="1203"/>
                    <a:pt x="953" y="1190"/>
                    <a:pt x="984" y="1191"/>
                  </a:cubicBezTo>
                  <a:cubicBezTo>
                    <a:pt x="1007" y="1192"/>
                    <a:pt x="1049" y="1215"/>
                    <a:pt x="1068" y="1207"/>
                  </a:cubicBezTo>
                  <a:cubicBezTo>
                    <a:pt x="1153" y="1173"/>
                    <a:pt x="1184" y="1046"/>
                    <a:pt x="1272" y="1019"/>
                  </a:cubicBezTo>
                  <a:cubicBezTo>
                    <a:pt x="1247" y="980"/>
                    <a:pt x="1265" y="985"/>
                    <a:pt x="1273" y="946"/>
                  </a:cubicBezTo>
                  <a:cubicBezTo>
                    <a:pt x="1277" y="929"/>
                    <a:pt x="1264" y="914"/>
                    <a:pt x="1273" y="898"/>
                  </a:cubicBezTo>
                  <a:cubicBezTo>
                    <a:pt x="1280" y="885"/>
                    <a:pt x="1298" y="883"/>
                    <a:pt x="1308" y="872"/>
                  </a:cubicBezTo>
                  <a:cubicBezTo>
                    <a:pt x="1339" y="838"/>
                    <a:pt x="1368" y="782"/>
                    <a:pt x="1368" y="735"/>
                  </a:cubicBezTo>
                  <a:cubicBezTo>
                    <a:pt x="1336" y="723"/>
                    <a:pt x="1336" y="723"/>
                    <a:pt x="1336" y="723"/>
                  </a:cubicBezTo>
                  <a:cubicBezTo>
                    <a:pt x="1336" y="685"/>
                    <a:pt x="1327" y="663"/>
                    <a:pt x="1344" y="625"/>
                  </a:cubicBezTo>
                  <a:cubicBezTo>
                    <a:pt x="1332" y="609"/>
                    <a:pt x="1332" y="609"/>
                    <a:pt x="1332" y="609"/>
                  </a:cubicBezTo>
                  <a:cubicBezTo>
                    <a:pt x="1304" y="605"/>
                    <a:pt x="1304" y="605"/>
                    <a:pt x="1304" y="605"/>
                  </a:cubicBezTo>
                  <a:cubicBezTo>
                    <a:pt x="1311" y="578"/>
                    <a:pt x="1324" y="579"/>
                    <a:pt x="1348" y="573"/>
                  </a:cubicBezTo>
                  <a:cubicBezTo>
                    <a:pt x="1343" y="534"/>
                    <a:pt x="1359" y="524"/>
                    <a:pt x="1376" y="491"/>
                  </a:cubicBezTo>
                  <a:cubicBezTo>
                    <a:pt x="1364" y="484"/>
                    <a:pt x="1360" y="481"/>
                    <a:pt x="1364" y="467"/>
                  </a:cubicBezTo>
                  <a:cubicBezTo>
                    <a:pt x="1364" y="463"/>
                    <a:pt x="1364" y="463"/>
                    <a:pt x="1364" y="463"/>
                  </a:cubicBezTo>
                  <a:cubicBezTo>
                    <a:pt x="1344" y="425"/>
                    <a:pt x="1365" y="404"/>
                    <a:pt x="1365" y="366"/>
                  </a:cubicBezTo>
                  <a:cubicBezTo>
                    <a:pt x="1365" y="345"/>
                    <a:pt x="1354" y="342"/>
                    <a:pt x="1368" y="321"/>
                  </a:cubicBezTo>
                  <a:cubicBezTo>
                    <a:pt x="1368" y="317"/>
                    <a:pt x="1368" y="317"/>
                    <a:pt x="1368" y="317"/>
                  </a:cubicBezTo>
                  <a:cubicBezTo>
                    <a:pt x="1341" y="252"/>
                    <a:pt x="1341" y="252"/>
                    <a:pt x="1341" y="252"/>
                  </a:cubicBezTo>
                  <a:cubicBezTo>
                    <a:pt x="1352" y="207"/>
                    <a:pt x="1352" y="207"/>
                    <a:pt x="1352" y="207"/>
                  </a:cubicBezTo>
                  <a:cubicBezTo>
                    <a:pt x="1308" y="199"/>
                    <a:pt x="1308" y="199"/>
                    <a:pt x="1308" y="199"/>
                  </a:cubicBezTo>
                  <a:cubicBezTo>
                    <a:pt x="1312" y="187"/>
                    <a:pt x="1312" y="187"/>
                    <a:pt x="1312" y="187"/>
                  </a:cubicBezTo>
                  <a:cubicBezTo>
                    <a:pt x="1265" y="162"/>
                    <a:pt x="1224" y="155"/>
                    <a:pt x="1172" y="155"/>
                  </a:cubicBezTo>
                  <a:cubicBezTo>
                    <a:pt x="1160" y="114"/>
                    <a:pt x="1123" y="120"/>
                    <a:pt x="1092" y="108"/>
                  </a:cubicBezTo>
                  <a:cubicBezTo>
                    <a:pt x="1078" y="102"/>
                    <a:pt x="1071" y="88"/>
                    <a:pt x="1056" y="83"/>
                  </a:cubicBezTo>
                  <a:cubicBezTo>
                    <a:pt x="1014" y="69"/>
                    <a:pt x="960" y="78"/>
                    <a:pt x="916" y="78"/>
                  </a:cubicBezTo>
                  <a:cubicBezTo>
                    <a:pt x="916" y="17"/>
                    <a:pt x="916" y="17"/>
                    <a:pt x="916" y="17"/>
                  </a:cubicBezTo>
                  <a:cubicBezTo>
                    <a:pt x="825" y="16"/>
                    <a:pt x="707" y="0"/>
                    <a:pt x="639" y="81"/>
                  </a:cubicBezTo>
                  <a:cubicBezTo>
                    <a:pt x="618" y="105"/>
                    <a:pt x="645" y="151"/>
                    <a:pt x="615" y="173"/>
                  </a:cubicBezTo>
                  <a:cubicBezTo>
                    <a:pt x="603" y="182"/>
                    <a:pt x="584" y="179"/>
                    <a:pt x="569" y="185"/>
                  </a:cubicBezTo>
                  <a:cubicBezTo>
                    <a:pt x="542" y="196"/>
                    <a:pt x="522" y="217"/>
                    <a:pt x="496" y="230"/>
                  </a:cubicBezTo>
                  <a:cubicBezTo>
                    <a:pt x="482" y="237"/>
                    <a:pt x="463" y="238"/>
                    <a:pt x="451" y="250"/>
                  </a:cubicBezTo>
                  <a:cubicBezTo>
                    <a:pt x="433" y="267"/>
                    <a:pt x="427" y="293"/>
                    <a:pt x="414" y="313"/>
                  </a:cubicBezTo>
                  <a:cubicBezTo>
                    <a:pt x="393" y="343"/>
                    <a:pt x="347" y="400"/>
                    <a:pt x="316" y="419"/>
                  </a:cubicBezTo>
                  <a:cubicBezTo>
                    <a:pt x="261" y="452"/>
                    <a:pt x="235" y="412"/>
                    <a:pt x="180" y="413"/>
                  </a:cubicBezTo>
                  <a:cubicBezTo>
                    <a:pt x="163" y="413"/>
                    <a:pt x="150" y="431"/>
                    <a:pt x="133" y="427"/>
                  </a:cubicBezTo>
                  <a:cubicBezTo>
                    <a:pt x="117" y="423"/>
                    <a:pt x="108" y="403"/>
                    <a:pt x="92" y="398"/>
                  </a:cubicBezTo>
                  <a:cubicBezTo>
                    <a:pt x="64" y="390"/>
                    <a:pt x="35" y="421"/>
                    <a:pt x="16" y="382"/>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62"/>
            <p:cNvSpPr>
              <a:spLocks noEditPoints="1"/>
            </p:cNvSpPr>
            <p:nvPr/>
          </p:nvSpPr>
          <p:spPr bwMode="auto">
            <a:xfrm>
              <a:off x="3319463" y="3227388"/>
              <a:ext cx="190500" cy="395288"/>
            </a:xfrm>
            <a:custGeom>
              <a:avLst/>
              <a:gdLst/>
              <a:ahLst/>
              <a:cxnLst>
                <a:cxn ang="0">
                  <a:pos x="172" y="70"/>
                </a:cxn>
                <a:cxn ang="0">
                  <a:pos x="212" y="134"/>
                </a:cxn>
                <a:cxn ang="0">
                  <a:pos x="210" y="155"/>
                </a:cxn>
                <a:cxn ang="0">
                  <a:pos x="264" y="242"/>
                </a:cxn>
                <a:cxn ang="0">
                  <a:pos x="191" y="295"/>
                </a:cxn>
                <a:cxn ang="0">
                  <a:pos x="211" y="342"/>
                </a:cxn>
                <a:cxn ang="0">
                  <a:pos x="191" y="386"/>
                </a:cxn>
                <a:cxn ang="0">
                  <a:pos x="203" y="434"/>
                </a:cxn>
                <a:cxn ang="0">
                  <a:pos x="240" y="542"/>
                </a:cxn>
                <a:cxn ang="0">
                  <a:pos x="240" y="546"/>
                </a:cxn>
                <a:cxn ang="0">
                  <a:pos x="208" y="574"/>
                </a:cxn>
                <a:cxn ang="0">
                  <a:pos x="143" y="610"/>
                </a:cxn>
                <a:cxn ang="0">
                  <a:pos x="139" y="702"/>
                </a:cxn>
                <a:cxn ang="0">
                  <a:pos x="95" y="759"/>
                </a:cxn>
                <a:cxn ang="0">
                  <a:pos x="113" y="783"/>
                </a:cxn>
                <a:cxn ang="0">
                  <a:pos x="180" y="822"/>
                </a:cxn>
                <a:cxn ang="0">
                  <a:pos x="256" y="930"/>
                </a:cxn>
                <a:cxn ang="0">
                  <a:pos x="392" y="902"/>
                </a:cxn>
                <a:cxn ang="0">
                  <a:pos x="413" y="946"/>
                </a:cxn>
                <a:cxn ang="0">
                  <a:pos x="418" y="1046"/>
                </a:cxn>
                <a:cxn ang="0">
                  <a:pos x="366" y="1147"/>
                </a:cxn>
                <a:cxn ang="0">
                  <a:pos x="385" y="1186"/>
                </a:cxn>
                <a:cxn ang="0">
                  <a:pos x="425" y="1247"/>
                </a:cxn>
                <a:cxn ang="0">
                  <a:pos x="520" y="1322"/>
                </a:cxn>
                <a:cxn ang="0">
                  <a:pos x="500" y="1354"/>
                </a:cxn>
                <a:cxn ang="0">
                  <a:pos x="500" y="1358"/>
                </a:cxn>
                <a:cxn ang="0">
                  <a:pos x="508" y="1378"/>
                </a:cxn>
                <a:cxn ang="0">
                  <a:pos x="551" y="1372"/>
                </a:cxn>
                <a:cxn ang="0">
                  <a:pos x="520" y="1282"/>
                </a:cxn>
                <a:cxn ang="0">
                  <a:pos x="520" y="1278"/>
                </a:cxn>
                <a:cxn ang="0">
                  <a:pos x="558" y="1215"/>
                </a:cxn>
                <a:cxn ang="0">
                  <a:pos x="635" y="1192"/>
                </a:cxn>
                <a:cxn ang="0">
                  <a:pos x="644" y="1138"/>
                </a:cxn>
                <a:cxn ang="0">
                  <a:pos x="652" y="1079"/>
                </a:cxn>
                <a:cxn ang="0">
                  <a:pos x="643" y="1038"/>
                </a:cxn>
                <a:cxn ang="0">
                  <a:pos x="649" y="938"/>
                </a:cxn>
                <a:cxn ang="0">
                  <a:pos x="505" y="764"/>
                </a:cxn>
                <a:cxn ang="0">
                  <a:pos x="431" y="722"/>
                </a:cxn>
                <a:cxn ang="0">
                  <a:pos x="422" y="611"/>
                </a:cxn>
                <a:cxn ang="0">
                  <a:pos x="396" y="514"/>
                </a:cxn>
                <a:cxn ang="0">
                  <a:pos x="440" y="414"/>
                </a:cxn>
                <a:cxn ang="0">
                  <a:pos x="504" y="414"/>
                </a:cxn>
                <a:cxn ang="0">
                  <a:pos x="438" y="322"/>
                </a:cxn>
                <a:cxn ang="0">
                  <a:pos x="444" y="267"/>
                </a:cxn>
                <a:cxn ang="0">
                  <a:pos x="432" y="226"/>
                </a:cxn>
                <a:cxn ang="0">
                  <a:pos x="414" y="130"/>
                </a:cxn>
                <a:cxn ang="0">
                  <a:pos x="312" y="78"/>
                </a:cxn>
                <a:cxn ang="0">
                  <a:pos x="180" y="46"/>
                </a:cxn>
                <a:cxn ang="0">
                  <a:pos x="140" y="33"/>
                </a:cxn>
                <a:cxn ang="0">
                  <a:pos x="172" y="70"/>
                </a:cxn>
                <a:cxn ang="0">
                  <a:pos x="0" y="890"/>
                </a:cxn>
                <a:cxn ang="0">
                  <a:pos x="4" y="894"/>
                </a:cxn>
                <a:cxn ang="0">
                  <a:pos x="0" y="890"/>
                </a:cxn>
              </a:cxnLst>
              <a:rect l="0" t="0" r="r" b="b"/>
              <a:pathLst>
                <a:path w="671" h="1383">
                  <a:moveTo>
                    <a:pt x="172" y="70"/>
                  </a:moveTo>
                  <a:cubicBezTo>
                    <a:pt x="212" y="134"/>
                    <a:pt x="212" y="134"/>
                    <a:pt x="212" y="134"/>
                  </a:cubicBezTo>
                  <a:cubicBezTo>
                    <a:pt x="210" y="155"/>
                    <a:pt x="210" y="155"/>
                    <a:pt x="210" y="155"/>
                  </a:cubicBezTo>
                  <a:cubicBezTo>
                    <a:pt x="264" y="242"/>
                    <a:pt x="264" y="242"/>
                    <a:pt x="264" y="242"/>
                  </a:cubicBezTo>
                  <a:cubicBezTo>
                    <a:pt x="250" y="248"/>
                    <a:pt x="191" y="282"/>
                    <a:pt x="191" y="295"/>
                  </a:cubicBezTo>
                  <a:cubicBezTo>
                    <a:pt x="191" y="312"/>
                    <a:pt x="211" y="325"/>
                    <a:pt x="211" y="342"/>
                  </a:cubicBezTo>
                  <a:cubicBezTo>
                    <a:pt x="210" y="359"/>
                    <a:pt x="193" y="370"/>
                    <a:pt x="191" y="386"/>
                  </a:cubicBezTo>
                  <a:cubicBezTo>
                    <a:pt x="188" y="403"/>
                    <a:pt x="201" y="418"/>
                    <a:pt x="203" y="434"/>
                  </a:cubicBezTo>
                  <a:cubicBezTo>
                    <a:pt x="208" y="470"/>
                    <a:pt x="170" y="554"/>
                    <a:pt x="240" y="542"/>
                  </a:cubicBezTo>
                  <a:cubicBezTo>
                    <a:pt x="240" y="546"/>
                    <a:pt x="240" y="546"/>
                    <a:pt x="240" y="546"/>
                  </a:cubicBezTo>
                  <a:cubicBezTo>
                    <a:pt x="228" y="554"/>
                    <a:pt x="220" y="567"/>
                    <a:pt x="208" y="574"/>
                  </a:cubicBezTo>
                  <a:cubicBezTo>
                    <a:pt x="182" y="588"/>
                    <a:pt x="155" y="577"/>
                    <a:pt x="143" y="610"/>
                  </a:cubicBezTo>
                  <a:cubicBezTo>
                    <a:pt x="133" y="637"/>
                    <a:pt x="151" y="672"/>
                    <a:pt x="139" y="702"/>
                  </a:cubicBezTo>
                  <a:cubicBezTo>
                    <a:pt x="131" y="722"/>
                    <a:pt x="97" y="742"/>
                    <a:pt x="95" y="759"/>
                  </a:cubicBezTo>
                  <a:cubicBezTo>
                    <a:pt x="94" y="769"/>
                    <a:pt x="108" y="776"/>
                    <a:pt x="113" y="783"/>
                  </a:cubicBezTo>
                  <a:cubicBezTo>
                    <a:pt x="131" y="805"/>
                    <a:pt x="146" y="842"/>
                    <a:pt x="180" y="822"/>
                  </a:cubicBezTo>
                  <a:cubicBezTo>
                    <a:pt x="256" y="930"/>
                    <a:pt x="256" y="930"/>
                    <a:pt x="256" y="930"/>
                  </a:cubicBezTo>
                  <a:cubicBezTo>
                    <a:pt x="392" y="902"/>
                    <a:pt x="392" y="902"/>
                    <a:pt x="392" y="902"/>
                  </a:cubicBezTo>
                  <a:cubicBezTo>
                    <a:pt x="395" y="919"/>
                    <a:pt x="408" y="930"/>
                    <a:pt x="413" y="946"/>
                  </a:cubicBezTo>
                  <a:cubicBezTo>
                    <a:pt x="423" y="974"/>
                    <a:pt x="422" y="1017"/>
                    <a:pt x="418" y="1046"/>
                  </a:cubicBezTo>
                  <a:cubicBezTo>
                    <a:pt x="412" y="1082"/>
                    <a:pt x="372" y="1113"/>
                    <a:pt x="366" y="1147"/>
                  </a:cubicBezTo>
                  <a:cubicBezTo>
                    <a:pt x="362" y="1163"/>
                    <a:pt x="378" y="1173"/>
                    <a:pt x="385" y="1186"/>
                  </a:cubicBezTo>
                  <a:cubicBezTo>
                    <a:pt x="399" y="1213"/>
                    <a:pt x="404" y="1224"/>
                    <a:pt x="425" y="1247"/>
                  </a:cubicBezTo>
                  <a:cubicBezTo>
                    <a:pt x="448" y="1273"/>
                    <a:pt x="481" y="1327"/>
                    <a:pt x="520" y="1322"/>
                  </a:cubicBezTo>
                  <a:cubicBezTo>
                    <a:pt x="500" y="1354"/>
                    <a:pt x="500" y="1354"/>
                    <a:pt x="500" y="1354"/>
                  </a:cubicBezTo>
                  <a:cubicBezTo>
                    <a:pt x="500" y="1358"/>
                    <a:pt x="500" y="1358"/>
                    <a:pt x="500" y="1358"/>
                  </a:cubicBezTo>
                  <a:cubicBezTo>
                    <a:pt x="508" y="1378"/>
                    <a:pt x="508" y="1378"/>
                    <a:pt x="508" y="1378"/>
                  </a:cubicBezTo>
                  <a:cubicBezTo>
                    <a:pt x="519" y="1378"/>
                    <a:pt x="544" y="1383"/>
                    <a:pt x="551" y="1372"/>
                  </a:cubicBezTo>
                  <a:cubicBezTo>
                    <a:pt x="568" y="1348"/>
                    <a:pt x="548" y="1288"/>
                    <a:pt x="520" y="1282"/>
                  </a:cubicBezTo>
                  <a:cubicBezTo>
                    <a:pt x="520" y="1278"/>
                    <a:pt x="520" y="1278"/>
                    <a:pt x="520" y="1278"/>
                  </a:cubicBezTo>
                  <a:cubicBezTo>
                    <a:pt x="551" y="1263"/>
                    <a:pt x="537" y="1236"/>
                    <a:pt x="558" y="1215"/>
                  </a:cubicBezTo>
                  <a:cubicBezTo>
                    <a:pt x="576" y="1197"/>
                    <a:pt x="613" y="1212"/>
                    <a:pt x="635" y="1192"/>
                  </a:cubicBezTo>
                  <a:cubicBezTo>
                    <a:pt x="652" y="1177"/>
                    <a:pt x="644" y="1158"/>
                    <a:pt x="644" y="1138"/>
                  </a:cubicBezTo>
                  <a:cubicBezTo>
                    <a:pt x="644" y="1118"/>
                    <a:pt x="653" y="1099"/>
                    <a:pt x="652" y="1079"/>
                  </a:cubicBezTo>
                  <a:cubicBezTo>
                    <a:pt x="652" y="1065"/>
                    <a:pt x="643" y="1053"/>
                    <a:pt x="643" y="1038"/>
                  </a:cubicBezTo>
                  <a:cubicBezTo>
                    <a:pt x="643" y="1004"/>
                    <a:pt x="671" y="973"/>
                    <a:pt x="649" y="938"/>
                  </a:cubicBezTo>
                  <a:cubicBezTo>
                    <a:pt x="613" y="880"/>
                    <a:pt x="555" y="811"/>
                    <a:pt x="505" y="764"/>
                  </a:cubicBezTo>
                  <a:cubicBezTo>
                    <a:pt x="487" y="746"/>
                    <a:pt x="439" y="743"/>
                    <a:pt x="431" y="722"/>
                  </a:cubicBezTo>
                  <a:cubicBezTo>
                    <a:pt x="417" y="690"/>
                    <a:pt x="429" y="645"/>
                    <a:pt x="422" y="611"/>
                  </a:cubicBezTo>
                  <a:cubicBezTo>
                    <a:pt x="415" y="577"/>
                    <a:pt x="390" y="551"/>
                    <a:pt x="396" y="514"/>
                  </a:cubicBezTo>
                  <a:cubicBezTo>
                    <a:pt x="403" y="476"/>
                    <a:pt x="439" y="455"/>
                    <a:pt x="440" y="414"/>
                  </a:cubicBezTo>
                  <a:cubicBezTo>
                    <a:pt x="504" y="414"/>
                    <a:pt x="504" y="414"/>
                    <a:pt x="504" y="414"/>
                  </a:cubicBezTo>
                  <a:cubicBezTo>
                    <a:pt x="491" y="378"/>
                    <a:pt x="445" y="360"/>
                    <a:pt x="438" y="322"/>
                  </a:cubicBezTo>
                  <a:cubicBezTo>
                    <a:pt x="434" y="305"/>
                    <a:pt x="444" y="284"/>
                    <a:pt x="444" y="267"/>
                  </a:cubicBezTo>
                  <a:cubicBezTo>
                    <a:pt x="444" y="252"/>
                    <a:pt x="435" y="240"/>
                    <a:pt x="432" y="226"/>
                  </a:cubicBezTo>
                  <a:cubicBezTo>
                    <a:pt x="425" y="197"/>
                    <a:pt x="429" y="155"/>
                    <a:pt x="414" y="130"/>
                  </a:cubicBezTo>
                  <a:cubicBezTo>
                    <a:pt x="400" y="107"/>
                    <a:pt x="313" y="0"/>
                    <a:pt x="312" y="78"/>
                  </a:cubicBezTo>
                  <a:cubicBezTo>
                    <a:pt x="270" y="58"/>
                    <a:pt x="224" y="57"/>
                    <a:pt x="180" y="46"/>
                  </a:cubicBezTo>
                  <a:cubicBezTo>
                    <a:pt x="169" y="43"/>
                    <a:pt x="151" y="20"/>
                    <a:pt x="140" y="33"/>
                  </a:cubicBezTo>
                  <a:cubicBezTo>
                    <a:pt x="126" y="50"/>
                    <a:pt x="152" y="93"/>
                    <a:pt x="172" y="70"/>
                  </a:cubicBezTo>
                  <a:moveTo>
                    <a:pt x="0" y="890"/>
                  </a:moveTo>
                  <a:cubicBezTo>
                    <a:pt x="4" y="894"/>
                    <a:pt x="4" y="894"/>
                    <a:pt x="4" y="894"/>
                  </a:cubicBezTo>
                  <a:lnTo>
                    <a:pt x="0" y="890"/>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63"/>
            <p:cNvSpPr>
              <a:spLocks/>
            </p:cNvSpPr>
            <p:nvPr/>
          </p:nvSpPr>
          <p:spPr bwMode="auto">
            <a:xfrm>
              <a:off x="2819400" y="3181350"/>
              <a:ext cx="584200" cy="493713"/>
            </a:xfrm>
            <a:custGeom>
              <a:avLst/>
              <a:gdLst/>
              <a:ahLst/>
              <a:cxnLst>
                <a:cxn ang="0">
                  <a:pos x="1110" y="181"/>
                </a:cxn>
                <a:cxn ang="0">
                  <a:pos x="1150" y="391"/>
                </a:cxn>
                <a:cxn ang="0">
                  <a:pos x="1143" y="463"/>
                </a:cxn>
                <a:cxn ang="0">
                  <a:pos x="1108" y="588"/>
                </a:cxn>
                <a:cxn ang="0">
                  <a:pos x="1228" y="733"/>
                </a:cxn>
                <a:cxn ang="0">
                  <a:pos x="1322" y="733"/>
                </a:cxn>
                <a:cxn ang="0">
                  <a:pos x="1358" y="697"/>
                </a:cxn>
                <a:cxn ang="0">
                  <a:pos x="1334" y="902"/>
                </a:cxn>
                <a:cxn ang="0">
                  <a:pos x="1218" y="866"/>
                </a:cxn>
                <a:cxn ang="0">
                  <a:pos x="1146" y="818"/>
                </a:cxn>
                <a:cxn ang="0">
                  <a:pos x="1034" y="710"/>
                </a:cxn>
                <a:cxn ang="0">
                  <a:pos x="962" y="661"/>
                </a:cxn>
                <a:cxn ang="0">
                  <a:pos x="878" y="592"/>
                </a:cxn>
                <a:cxn ang="0">
                  <a:pos x="782" y="649"/>
                </a:cxn>
                <a:cxn ang="0">
                  <a:pos x="591" y="528"/>
                </a:cxn>
                <a:cxn ang="0">
                  <a:pos x="482" y="547"/>
                </a:cxn>
                <a:cxn ang="0">
                  <a:pos x="438" y="532"/>
                </a:cxn>
                <a:cxn ang="0">
                  <a:pos x="386" y="475"/>
                </a:cxn>
                <a:cxn ang="0">
                  <a:pos x="362" y="560"/>
                </a:cxn>
                <a:cxn ang="0">
                  <a:pos x="357" y="729"/>
                </a:cxn>
                <a:cxn ang="0">
                  <a:pos x="102" y="838"/>
                </a:cxn>
                <a:cxn ang="0">
                  <a:pos x="6" y="894"/>
                </a:cxn>
                <a:cxn ang="0">
                  <a:pos x="6" y="1277"/>
                </a:cxn>
                <a:cxn ang="0">
                  <a:pos x="86" y="1498"/>
                </a:cxn>
                <a:cxn ang="0">
                  <a:pos x="394" y="1628"/>
                </a:cxn>
                <a:cxn ang="0">
                  <a:pos x="558" y="1675"/>
                </a:cxn>
                <a:cxn ang="0">
                  <a:pos x="690" y="1717"/>
                </a:cxn>
                <a:cxn ang="0">
                  <a:pos x="818" y="1729"/>
                </a:cxn>
                <a:cxn ang="0">
                  <a:pos x="918" y="1667"/>
                </a:cxn>
                <a:cxn ang="0">
                  <a:pos x="1018" y="1543"/>
                </a:cxn>
                <a:cxn ang="0">
                  <a:pos x="1138" y="1466"/>
                </a:cxn>
                <a:cxn ang="0">
                  <a:pos x="1210" y="1374"/>
                </a:cxn>
                <a:cxn ang="0">
                  <a:pos x="1398" y="1301"/>
                </a:cxn>
                <a:cxn ang="0">
                  <a:pos x="1442" y="1188"/>
                </a:cxn>
                <a:cxn ang="0">
                  <a:pos x="1954" y="1023"/>
                </a:cxn>
                <a:cxn ang="0">
                  <a:pos x="1870" y="951"/>
                </a:cxn>
                <a:cxn ang="0">
                  <a:pos x="1922" y="789"/>
                </a:cxn>
                <a:cxn ang="0">
                  <a:pos x="2018" y="725"/>
                </a:cxn>
                <a:cxn ang="0">
                  <a:pos x="1982" y="616"/>
                </a:cxn>
                <a:cxn ang="0">
                  <a:pos x="1989" y="524"/>
                </a:cxn>
                <a:cxn ang="0">
                  <a:pos x="2002" y="459"/>
                </a:cxn>
                <a:cxn ang="0">
                  <a:pos x="2022" y="355"/>
                </a:cxn>
                <a:cxn ang="0">
                  <a:pos x="1918" y="250"/>
                </a:cxn>
                <a:cxn ang="0">
                  <a:pos x="1838" y="185"/>
                </a:cxn>
                <a:cxn ang="0">
                  <a:pos x="1687" y="118"/>
                </a:cxn>
                <a:cxn ang="0">
                  <a:pos x="1582" y="66"/>
                </a:cxn>
                <a:cxn ang="0">
                  <a:pos x="1286" y="38"/>
                </a:cxn>
              </a:cxnLst>
              <a:rect l="0" t="0" r="r" b="b"/>
              <a:pathLst>
                <a:path w="2046" h="1732">
                  <a:moveTo>
                    <a:pt x="1202" y="52"/>
                  </a:moveTo>
                  <a:cubicBezTo>
                    <a:pt x="1222" y="108"/>
                    <a:pt x="1156" y="162"/>
                    <a:pt x="1110" y="181"/>
                  </a:cubicBezTo>
                  <a:cubicBezTo>
                    <a:pt x="1118" y="211"/>
                    <a:pt x="1147" y="237"/>
                    <a:pt x="1158" y="270"/>
                  </a:cubicBezTo>
                  <a:cubicBezTo>
                    <a:pt x="1168" y="301"/>
                    <a:pt x="1148" y="356"/>
                    <a:pt x="1150" y="391"/>
                  </a:cubicBezTo>
                  <a:cubicBezTo>
                    <a:pt x="1150" y="404"/>
                    <a:pt x="1164" y="419"/>
                    <a:pt x="1162" y="431"/>
                  </a:cubicBezTo>
                  <a:cubicBezTo>
                    <a:pt x="1160" y="442"/>
                    <a:pt x="1147" y="452"/>
                    <a:pt x="1143" y="463"/>
                  </a:cubicBezTo>
                  <a:cubicBezTo>
                    <a:pt x="1135" y="488"/>
                    <a:pt x="1133" y="515"/>
                    <a:pt x="1124" y="540"/>
                  </a:cubicBezTo>
                  <a:cubicBezTo>
                    <a:pt x="1117" y="556"/>
                    <a:pt x="1104" y="570"/>
                    <a:pt x="1108" y="588"/>
                  </a:cubicBezTo>
                  <a:cubicBezTo>
                    <a:pt x="1121" y="639"/>
                    <a:pt x="1146" y="650"/>
                    <a:pt x="1182" y="681"/>
                  </a:cubicBezTo>
                  <a:cubicBezTo>
                    <a:pt x="1198" y="695"/>
                    <a:pt x="1211" y="722"/>
                    <a:pt x="1228" y="733"/>
                  </a:cubicBezTo>
                  <a:cubicBezTo>
                    <a:pt x="1243" y="743"/>
                    <a:pt x="1304" y="746"/>
                    <a:pt x="1322" y="741"/>
                  </a:cubicBezTo>
                  <a:cubicBezTo>
                    <a:pt x="1322" y="733"/>
                    <a:pt x="1322" y="733"/>
                    <a:pt x="1322" y="733"/>
                  </a:cubicBezTo>
                  <a:cubicBezTo>
                    <a:pt x="1306" y="729"/>
                    <a:pt x="1306" y="729"/>
                    <a:pt x="1306" y="729"/>
                  </a:cubicBezTo>
                  <a:cubicBezTo>
                    <a:pt x="1316" y="707"/>
                    <a:pt x="1334" y="700"/>
                    <a:pt x="1358" y="697"/>
                  </a:cubicBezTo>
                  <a:cubicBezTo>
                    <a:pt x="1358" y="918"/>
                    <a:pt x="1358" y="918"/>
                    <a:pt x="1358" y="918"/>
                  </a:cubicBezTo>
                  <a:cubicBezTo>
                    <a:pt x="1334" y="902"/>
                    <a:pt x="1334" y="902"/>
                    <a:pt x="1334" y="902"/>
                  </a:cubicBezTo>
                  <a:cubicBezTo>
                    <a:pt x="1350" y="886"/>
                    <a:pt x="1350" y="886"/>
                    <a:pt x="1350" y="886"/>
                  </a:cubicBezTo>
                  <a:cubicBezTo>
                    <a:pt x="1312" y="868"/>
                    <a:pt x="1215" y="954"/>
                    <a:pt x="1218" y="866"/>
                  </a:cubicBezTo>
                  <a:cubicBezTo>
                    <a:pt x="1186" y="822"/>
                    <a:pt x="1186" y="822"/>
                    <a:pt x="1186" y="822"/>
                  </a:cubicBezTo>
                  <a:cubicBezTo>
                    <a:pt x="1171" y="813"/>
                    <a:pt x="1162" y="811"/>
                    <a:pt x="1146" y="818"/>
                  </a:cubicBezTo>
                  <a:cubicBezTo>
                    <a:pt x="1144" y="805"/>
                    <a:pt x="1148" y="790"/>
                    <a:pt x="1143" y="777"/>
                  </a:cubicBezTo>
                  <a:cubicBezTo>
                    <a:pt x="1129" y="741"/>
                    <a:pt x="1069" y="721"/>
                    <a:pt x="1034" y="710"/>
                  </a:cubicBezTo>
                  <a:cubicBezTo>
                    <a:pt x="1020" y="706"/>
                    <a:pt x="1009" y="717"/>
                    <a:pt x="996" y="711"/>
                  </a:cubicBezTo>
                  <a:cubicBezTo>
                    <a:pt x="972" y="700"/>
                    <a:pt x="974" y="680"/>
                    <a:pt x="962" y="661"/>
                  </a:cubicBezTo>
                  <a:cubicBezTo>
                    <a:pt x="943" y="631"/>
                    <a:pt x="928" y="624"/>
                    <a:pt x="918" y="588"/>
                  </a:cubicBezTo>
                  <a:cubicBezTo>
                    <a:pt x="878" y="592"/>
                    <a:pt x="878" y="592"/>
                    <a:pt x="878" y="592"/>
                  </a:cubicBezTo>
                  <a:cubicBezTo>
                    <a:pt x="875" y="610"/>
                    <a:pt x="873" y="642"/>
                    <a:pt x="857" y="654"/>
                  </a:cubicBezTo>
                  <a:cubicBezTo>
                    <a:pt x="834" y="671"/>
                    <a:pt x="806" y="653"/>
                    <a:pt x="782" y="649"/>
                  </a:cubicBezTo>
                  <a:cubicBezTo>
                    <a:pt x="712" y="639"/>
                    <a:pt x="656" y="624"/>
                    <a:pt x="590" y="600"/>
                  </a:cubicBezTo>
                  <a:cubicBezTo>
                    <a:pt x="590" y="590"/>
                    <a:pt x="595" y="531"/>
                    <a:pt x="591" y="528"/>
                  </a:cubicBezTo>
                  <a:cubicBezTo>
                    <a:pt x="582" y="520"/>
                    <a:pt x="564" y="531"/>
                    <a:pt x="554" y="534"/>
                  </a:cubicBezTo>
                  <a:cubicBezTo>
                    <a:pt x="530" y="539"/>
                    <a:pt x="505" y="537"/>
                    <a:pt x="482" y="547"/>
                  </a:cubicBezTo>
                  <a:cubicBezTo>
                    <a:pt x="469" y="552"/>
                    <a:pt x="457" y="566"/>
                    <a:pt x="442" y="566"/>
                  </a:cubicBezTo>
                  <a:cubicBezTo>
                    <a:pt x="420" y="565"/>
                    <a:pt x="431" y="542"/>
                    <a:pt x="438" y="532"/>
                  </a:cubicBezTo>
                  <a:cubicBezTo>
                    <a:pt x="438" y="528"/>
                    <a:pt x="438" y="528"/>
                    <a:pt x="438" y="528"/>
                  </a:cubicBezTo>
                  <a:cubicBezTo>
                    <a:pt x="386" y="475"/>
                    <a:pt x="386" y="475"/>
                    <a:pt x="386" y="475"/>
                  </a:cubicBezTo>
                  <a:cubicBezTo>
                    <a:pt x="353" y="462"/>
                    <a:pt x="352" y="488"/>
                    <a:pt x="355" y="516"/>
                  </a:cubicBezTo>
                  <a:cubicBezTo>
                    <a:pt x="356" y="530"/>
                    <a:pt x="363" y="545"/>
                    <a:pt x="362" y="560"/>
                  </a:cubicBezTo>
                  <a:cubicBezTo>
                    <a:pt x="360" y="576"/>
                    <a:pt x="349" y="591"/>
                    <a:pt x="349" y="608"/>
                  </a:cubicBezTo>
                  <a:cubicBezTo>
                    <a:pt x="348" y="647"/>
                    <a:pt x="359" y="692"/>
                    <a:pt x="357" y="729"/>
                  </a:cubicBezTo>
                  <a:cubicBezTo>
                    <a:pt x="354" y="775"/>
                    <a:pt x="319" y="793"/>
                    <a:pt x="354" y="838"/>
                  </a:cubicBezTo>
                  <a:cubicBezTo>
                    <a:pt x="102" y="838"/>
                    <a:pt x="102" y="838"/>
                    <a:pt x="102" y="838"/>
                  </a:cubicBezTo>
                  <a:cubicBezTo>
                    <a:pt x="81" y="838"/>
                    <a:pt x="29" y="828"/>
                    <a:pt x="12" y="842"/>
                  </a:cubicBezTo>
                  <a:cubicBezTo>
                    <a:pt x="0" y="851"/>
                    <a:pt x="6" y="881"/>
                    <a:pt x="6" y="894"/>
                  </a:cubicBezTo>
                  <a:cubicBezTo>
                    <a:pt x="6" y="1051"/>
                    <a:pt x="6" y="1051"/>
                    <a:pt x="6" y="1051"/>
                  </a:cubicBezTo>
                  <a:cubicBezTo>
                    <a:pt x="6" y="1277"/>
                    <a:pt x="6" y="1277"/>
                    <a:pt x="6" y="1277"/>
                  </a:cubicBezTo>
                  <a:cubicBezTo>
                    <a:pt x="6" y="1338"/>
                    <a:pt x="2" y="1394"/>
                    <a:pt x="30" y="1450"/>
                  </a:cubicBezTo>
                  <a:cubicBezTo>
                    <a:pt x="40" y="1470"/>
                    <a:pt x="70" y="1482"/>
                    <a:pt x="86" y="1498"/>
                  </a:cubicBezTo>
                  <a:cubicBezTo>
                    <a:pt x="128" y="1540"/>
                    <a:pt x="166" y="1587"/>
                    <a:pt x="212" y="1625"/>
                  </a:cubicBezTo>
                  <a:cubicBezTo>
                    <a:pt x="266" y="1671"/>
                    <a:pt x="333" y="1634"/>
                    <a:pt x="394" y="1628"/>
                  </a:cubicBezTo>
                  <a:cubicBezTo>
                    <a:pt x="416" y="1625"/>
                    <a:pt x="436" y="1634"/>
                    <a:pt x="458" y="1634"/>
                  </a:cubicBezTo>
                  <a:cubicBezTo>
                    <a:pt x="489" y="1633"/>
                    <a:pt x="547" y="1639"/>
                    <a:pt x="558" y="1675"/>
                  </a:cubicBezTo>
                  <a:cubicBezTo>
                    <a:pt x="592" y="1700"/>
                    <a:pt x="614" y="1682"/>
                    <a:pt x="650" y="1689"/>
                  </a:cubicBezTo>
                  <a:cubicBezTo>
                    <a:pt x="667" y="1692"/>
                    <a:pt x="673" y="1713"/>
                    <a:pt x="690" y="1717"/>
                  </a:cubicBezTo>
                  <a:cubicBezTo>
                    <a:pt x="710" y="1722"/>
                    <a:pt x="726" y="1702"/>
                    <a:pt x="746" y="1702"/>
                  </a:cubicBezTo>
                  <a:cubicBezTo>
                    <a:pt x="774" y="1703"/>
                    <a:pt x="793" y="1726"/>
                    <a:pt x="818" y="1729"/>
                  </a:cubicBezTo>
                  <a:cubicBezTo>
                    <a:pt x="833" y="1732"/>
                    <a:pt x="877" y="1714"/>
                    <a:pt x="890" y="1706"/>
                  </a:cubicBezTo>
                  <a:cubicBezTo>
                    <a:pt x="905" y="1696"/>
                    <a:pt x="907" y="1679"/>
                    <a:pt x="918" y="1667"/>
                  </a:cubicBezTo>
                  <a:cubicBezTo>
                    <a:pt x="938" y="1647"/>
                    <a:pt x="967" y="1635"/>
                    <a:pt x="983" y="1611"/>
                  </a:cubicBezTo>
                  <a:cubicBezTo>
                    <a:pt x="996" y="1590"/>
                    <a:pt x="1002" y="1561"/>
                    <a:pt x="1018" y="1543"/>
                  </a:cubicBezTo>
                  <a:cubicBezTo>
                    <a:pt x="1039" y="1521"/>
                    <a:pt x="1080" y="1506"/>
                    <a:pt x="1106" y="1490"/>
                  </a:cubicBezTo>
                  <a:cubicBezTo>
                    <a:pt x="1117" y="1483"/>
                    <a:pt x="1136" y="1479"/>
                    <a:pt x="1138" y="1466"/>
                  </a:cubicBezTo>
                  <a:cubicBezTo>
                    <a:pt x="1150" y="1466"/>
                    <a:pt x="1165" y="1468"/>
                    <a:pt x="1177" y="1465"/>
                  </a:cubicBezTo>
                  <a:cubicBezTo>
                    <a:pt x="1215" y="1454"/>
                    <a:pt x="1194" y="1400"/>
                    <a:pt x="1210" y="1374"/>
                  </a:cubicBezTo>
                  <a:cubicBezTo>
                    <a:pt x="1219" y="1358"/>
                    <a:pt x="1246" y="1343"/>
                    <a:pt x="1262" y="1334"/>
                  </a:cubicBezTo>
                  <a:cubicBezTo>
                    <a:pt x="1301" y="1313"/>
                    <a:pt x="1353" y="1301"/>
                    <a:pt x="1398" y="1301"/>
                  </a:cubicBezTo>
                  <a:cubicBezTo>
                    <a:pt x="1425" y="1301"/>
                    <a:pt x="1451" y="1313"/>
                    <a:pt x="1478" y="1305"/>
                  </a:cubicBezTo>
                  <a:cubicBezTo>
                    <a:pt x="1461" y="1272"/>
                    <a:pt x="1440" y="1225"/>
                    <a:pt x="1442" y="1188"/>
                  </a:cubicBezTo>
                  <a:cubicBezTo>
                    <a:pt x="1550" y="1152"/>
                    <a:pt x="1550" y="1152"/>
                    <a:pt x="1550" y="1152"/>
                  </a:cubicBezTo>
                  <a:cubicBezTo>
                    <a:pt x="1954" y="1023"/>
                    <a:pt x="1954" y="1023"/>
                    <a:pt x="1954" y="1023"/>
                  </a:cubicBezTo>
                  <a:cubicBezTo>
                    <a:pt x="1950" y="1000"/>
                    <a:pt x="1934" y="1009"/>
                    <a:pt x="1918" y="997"/>
                  </a:cubicBezTo>
                  <a:cubicBezTo>
                    <a:pt x="1898" y="983"/>
                    <a:pt x="1895" y="955"/>
                    <a:pt x="1870" y="951"/>
                  </a:cubicBezTo>
                  <a:cubicBezTo>
                    <a:pt x="1921" y="874"/>
                    <a:pt x="1921" y="874"/>
                    <a:pt x="1921" y="874"/>
                  </a:cubicBezTo>
                  <a:cubicBezTo>
                    <a:pt x="1922" y="789"/>
                    <a:pt x="1922" y="789"/>
                    <a:pt x="1922" y="789"/>
                  </a:cubicBezTo>
                  <a:cubicBezTo>
                    <a:pt x="1974" y="768"/>
                    <a:pt x="1974" y="768"/>
                    <a:pt x="1974" y="768"/>
                  </a:cubicBezTo>
                  <a:cubicBezTo>
                    <a:pt x="2018" y="725"/>
                    <a:pt x="2018" y="725"/>
                    <a:pt x="2018" y="725"/>
                  </a:cubicBezTo>
                  <a:cubicBezTo>
                    <a:pt x="2007" y="720"/>
                    <a:pt x="1992" y="721"/>
                    <a:pt x="1983" y="714"/>
                  </a:cubicBezTo>
                  <a:cubicBezTo>
                    <a:pt x="1956" y="695"/>
                    <a:pt x="1983" y="643"/>
                    <a:pt x="1982" y="616"/>
                  </a:cubicBezTo>
                  <a:cubicBezTo>
                    <a:pt x="1981" y="599"/>
                    <a:pt x="1965" y="584"/>
                    <a:pt x="1967" y="568"/>
                  </a:cubicBezTo>
                  <a:cubicBezTo>
                    <a:pt x="1969" y="551"/>
                    <a:pt x="1989" y="541"/>
                    <a:pt x="1989" y="524"/>
                  </a:cubicBezTo>
                  <a:cubicBezTo>
                    <a:pt x="1990" y="506"/>
                    <a:pt x="1962" y="492"/>
                    <a:pt x="1968" y="474"/>
                  </a:cubicBezTo>
                  <a:cubicBezTo>
                    <a:pt x="1973" y="461"/>
                    <a:pt x="1991" y="464"/>
                    <a:pt x="2002" y="459"/>
                  </a:cubicBezTo>
                  <a:cubicBezTo>
                    <a:pt x="2017" y="451"/>
                    <a:pt x="2035" y="429"/>
                    <a:pt x="2046" y="415"/>
                  </a:cubicBezTo>
                  <a:cubicBezTo>
                    <a:pt x="2024" y="396"/>
                    <a:pt x="2016" y="383"/>
                    <a:pt x="2022" y="355"/>
                  </a:cubicBezTo>
                  <a:cubicBezTo>
                    <a:pt x="2010" y="348"/>
                    <a:pt x="1993" y="341"/>
                    <a:pt x="1986" y="329"/>
                  </a:cubicBezTo>
                  <a:cubicBezTo>
                    <a:pt x="1962" y="290"/>
                    <a:pt x="1981" y="242"/>
                    <a:pt x="1918" y="250"/>
                  </a:cubicBezTo>
                  <a:cubicBezTo>
                    <a:pt x="1906" y="206"/>
                    <a:pt x="1906" y="206"/>
                    <a:pt x="1906" y="206"/>
                  </a:cubicBezTo>
                  <a:cubicBezTo>
                    <a:pt x="1838" y="185"/>
                    <a:pt x="1838" y="185"/>
                    <a:pt x="1838" y="185"/>
                  </a:cubicBezTo>
                  <a:cubicBezTo>
                    <a:pt x="1829" y="157"/>
                    <a:pt x="1765" y="145"/>
                    <a:pt x="1738" y="149"/>
                  </a:cubicBezTo>
                  <a:cubicBezTo>
                    <a:pt x="1735" y="114"/>
                    <a:pt x="1708" y="131"/>
                    <a:pt x="1687" y="118"/>
                  </a:cubicBezTo>
                  <a:cubicBezTo>
                    <a:pt x="1672" y="109"/>
                    <a:pt x="1667" y="91"/>
                    <a:pt x="1653" y="82"/>
                  </a:cubicBezTo>
                  <a:cubicBezTo>
                    <a:pt x="1630" y="69"/>
                    <a:pt x="1604" y="74"/>
                    <a:pt x="1582" y="66"/>
                  </a:cubicBezTo>
                  <a:cubicBezTo>
                    <a:pt x="1559" y="57"/>
                    <a:pt x="1541" y="22"/>
                    <a:pt x="1534" y="0"/>
                  </a:cubicBezTo>
                  <a:cubicBezTo>
                    <a:pt x="1286" y="38"/>
                    <a:pt x="1286" y="38"/>
                    <a:pt x="1286" y="38"/>
                  </a:cubicBezTo>
                  <a:lnTo>
                    <a:pt x="1202" y="52"/>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64"/>
            <p:cNvSpPr>
              <a:spLocks/>
            </p:cNvSpPr>
            <p:nvPr/>
          </p:nvSpPr>
          <p:spPr bwMode="auto">
            <a:xfrm>
              <a:off x="3065463" y="4194175"/>
              <a:ext cx="125413" cy="104775"/>
            </a:xfrm>
            <a:custGeom>
              <a:avLst/>
              <a:gdLst/>
              <a:ahLst/>
              <a:cxnLst>
                <a:cxn ang="0">
                  <a:pos x="241" y="287"/>
                </a:cxn>
                <a:cxn ang="0">
                  <a:pos x="313" y="267"/>
                </a:cxn>
                <a:cxn ang="0">
                  <a:pos x="383" y="232"/>
                </a:cxn>
                <a:cxn ang="0">
                  <a:pos x="386" y="191"/>
                </a:cxn>
                <a:cxn ang="0">
                  <a:pos x="429" y="116"/>
                </a:cxn>
                <a:cxn ang="0">
                  <a:pos x="354" y="47"/>
                </a:cxn>
                <a:cxn ang="0">
                  <a:pos x="279" y="0"/>
                </a:cxn>
                <a:cxn ang="0">
                  <a:pos x="105" y="81"/>
                </a:cxn>
                <a:cxn ang="0">
                  <a:pos x="76" y="134"/>
                </a:cxn>
                <a:cxn ang="0">
                  <a:pos x="18" y="180"/>
                </a:cxn>
                <a:cxn ang="0">
                  <a:pos x="154" y="357"/>
                </a:cxn>
                <a:cxn ang="0">
                  <a:pos x="241" y="287"/>
                </a:cxn>
              </a:cxnLst>
              <a:rect l="0" t="0" r="r" b="b"/>
              <a:pathLst>
                <a:path w="441" h="368">
                  <a:moveTo>
                    <a:pt x="241" y="287"/>
                  </a:moveTo>
                  <a:cubicBezTo>
                    <a:pt x="241" y="287"/>
                    <a:pt x="281" y="270"/>
                    <a:pt x="313" y="267"/>
                  </a:cubicBezTo>
                  <a:cubicBezTo>
                    <a:pt x="345" y="264"/>
                    <a:pt x="377" y="244"/>
                    <a:pt x="383" y="232"/>
                  </a:cubicBezTo>
                  <a:cubicBezTo>
                    <a:pt x="389" y="220"/>
                    <a:pt x="365" y="212"/>
                    <a:pt x="386" y="191"/>
                  </a:cubicBezTo>
                  <a:cubicBezTo>
                    <a:pt x="406" y="171"/>
                    <a:pt x="441" y="151"/>
                    <a:pt x="429" y="116"/>
                  </a:cubicBezTo>
                  <a:cubicBezTo>
                    <a:pt x="418" y="81"/>
                    <a:pt x="360" y="70"/>
                    <a:pt x="354" y="47"/>
                  </a:cubicBezTo>
                  <a:cubicBezTo>
                    <a:pt x="348" y="23"/>
                    <a:pt x="310" y="0"/>
                    <a:pt x="279" y="0"/>
                  </a:cubicBezTo>
                  <a:cubicBezTo>
                    <a:pt x="247" y="0"/>
                    <a:pt x="119" y="64"/>
                    <a:pt x="105" y="81"/>
                  </a:cubicBezTo>
                  <a:cubicBezTo>
                    <a:pt x="90" y="99"/>
                    <a:pt x="93" y="136"/>
                    <a:pt x="76" y="134"/>
                  </a:cubicBezTo>
                  <a:cubicBezTo>
                    <a:pt x="58" y="145"/>
                    <a:pt x="41" y="174"/>
                    <a:pt x="18" y="180"/>
                  </a:cubicBezTo>
                  <a:cubicBezTo>
                    <a:pt x="0" y="180"/>
                    <a:pt x="131" y="362"/>
                    <a:pt x="154" y="357"/>
                  </a:cubicBezTo>
                  <a:cubicBezTo>
                    <a:pt x="189" y="368"/>
                    <a:pt x="235" y="354"/>
                    <a:pt x="241" y="287"/>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65"/>
            <p:cNvSpPr>
              <a:spLocks/>
            </p:cNvSpPr>
            <p:nvPr/>
          </p:nvSpPr>
          <p:spPr bwMode="auto">
            <a:xfrm>
              <a:off x="3255963" y="4052888"/>
              <a:ext cx="63500" cy="77788"/>
            </a:xfrm>
            <a:custGeom>
              <a:avLst/>
              <a:gdLst/>
              <a:ahLst/>
              <a:cxnLst>
                <a:cxn ang="0">
                  <a:pos x="199" y="269"/>
                </a:cxn>
                <a:cxn ang="0">
                  <a:pos x="209" y="191"/>
                </a:cxn>
                <a:cxn ang="0">
                  <a:pos x="209" y="121"/>
                </a:cxn>
                <a:cxn ang="0">
                  <a:pos x="207" y="52"/>
                </a:cxn>
                <a:cxn ang="0">
                  <a:pos x="132" y="17"/>
                </a:cxn>
                <a:cxn ang="0">
                  <a:pos x="54" y="48"/>
                </a:cxn>
                <a:cxn ang="0">
                  <a:pos x="15" y="105"/>
                </a:cxn>
                <a:cxn ang="0">
                  <a:pos x="19" y="183"/>
                </a:cxn>
                <a:cxn ang="0">
                  <a:pos x="41" y="228"/>
                </a:cxn>
                <a:cxn ang="0">
                  <a:pos x="199" y="269"/>
                </a:cxn>
              </a:cxnLst>
              <a:rect l="0" t="0" r="r" b="b"/>
              <a:pathLst>
                <a:path w="222" h="275">
                  <a:moveTo>
                    <a:pt x="199" y="269"/>
                  </a:moveTo>
                  <a:cubicBezTo>
                    <a:pt x="199" y="269"/>
                    <a:pt x="197" y="209"/>
                    <a:pt x="209" y="191"/>
                  </a:cubicBezTo>
                  <a:cubicBezTo>
                    <a:pt x="222" y="173"/>
                    <a:pt x="218" y="160"/>
                    <a:pt x="209" y="121"/>
                  </a:cubicBezTo>
                  <a:cubicBezTo>
                    <a:pt x="201" y="82"/>
                    <a:pt x="222" y="45"/>
                    <a:pt x="207" y="52"/>
                  </a:cubicBezTo>
                  <a:cubicBezTo>
                    <a:pt x="193" y="58"/>
                    <a:pt x="160" y="33"/>
                    <a:pt x="132" y="17"/>
                  </a:cubicBezTo>
                  <a:cubicBezTo>
                    <a:pt x="103" y="0"/>
                    <a:pt x="66" y="13"/>
                    <a:pt x="54" y="48"/>
                  </a:cubicBezTo>
                  <a:cubicBezTo>
                    <a:pt x="41" y="82"/>
                    <a:pt x="29" y="86"/>
                    <a:pt x="15" y="105"/>
                  </a:cubicBezTo>
                  <a:cubicBezTo>
                    <a:pt x="0" y="123"/>
                    <a:pt x="0" y="154"/>
                    <a:pt x="19" y="183"/>
                  </a:cubicBezTo>
                  <a:cubicBezTo>
                    <a:pt x="37" y="211"/>
                    <a:pt x="27" y="222"/>
                    <a:pt x="41" y="228"/>
                  </a:cubicBezTo>
                  <a:cubicBezTo>
                    <a:pt x="56" y="234"/>
                    <a:pt x="66" y="275"/>
                    <a:pt x="199" y="269"/>
                  </a:cubicBez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66"/>
            <p:cNvSpPr>
              <a:spLocks/>
            </p:cNvSpPr>
            <p:nvPr/>
          </p:nvSpPr>
          <p:spPr bwMode="auto">
            <a:xfrm>
              <a:off x="3529013" y="1882775"/>
              <a:ext cx="336550" cy="284163"/>
            </a:xfrm>
            <a:custGeom>
              <a:avLst/>
              <a:gdLst/>
              <a:ahLst/>
              <a:cxnLst>
                <a:cxn ang="0">
                  <a:pos x="391" y="0"/>
                </a:cxn>
                <a:cxn ang="0">
                  <a:pos x="299" y="96"/>
                </a:cxn>
                <a:cxn ang="0">
                  <a:pos x="259" y="104"/>
                </a:cxn>
                <a:cxn ang="0">
                  <a:pos x="200" y="130"/>
                </a:cxn>
                <a:cxn ang="0">
                  <a:pos x="163" y="176"/>
                </a:cxn>
                <a:cxn ang="0">
                  <a:pos x="103" y="176"/>
                </a:cxn>
                <a:cxn ang="0">
                  <a:pos x="90" y="260"/>
                </a:cxn>
                <a:cxn ang="0">
                  <a:pos x="100" y="307"/>
                </a:cxn>
                <a:cxn ang="0">
                  <a:pos x="59" y="376"/>
                </a:cxn>
                <a:cxn ang="0">
                  <a:pos x="38" y="460"/>
                </a:cxn>
                <a:cxn ang="0">
                  <a:pos x="13" y="508"/>
                </a:cxn>
                <a:cxn ang="0">
                  <a:pos x="27" y="660"/>
                </a:cxn>
                <a:cxn ang="0">
                  <a:pos x="119" y="663"/>
                </a:cxn>
                <a:cxn ang="0">
                  <a:pos x="153" y="637"/>
                </a:cxn>
                <a:cxn ang="0">
                  <a:pos x="215" y="692"/>
                </a:cxn>
                <a:cxn ang="0">
                  <a:pos x="267" y="568"/>
                </a:cxn>
                <a:cxn ang="0">
                  <a:pos x="275" y="568"/>
                </a:cxn>
                <a:cxn ang="0">
                  <a:pos x="322" y="596"/>
                </a:cxn>
                <a:cxn ang="0">
                  <a:pos x="351" y="634"/>
                </a:cxn>
                <a:cxn ang="0">
                  <a:pos x="467" y="608"/>
                </a:cxn>
                <a:cxn ang="0">
                  <a:pos x="463" y="596"/>
                </a:cxn>
                <a:cxn ang="0">
                  <a:pos x="491" y="628"/>
                </a:cxn>
                <a:cxn ang="0">
                  <a:pos x="547" y="616"/>
                </a:cxn>
                <a:cxn ang="0">
                  <a:pos x="655" y="632"/>
                </a:cxn>
                <a:cxn ang="0">
                  <a:pos x="707" y="664"/>
                </a:cxn>
                <a:cxn ang="0">
                  <a:pos x="761" y="685"/>
                </a:cxn>
                <a:cxn ang="0">
                  <a:pos x="840" y="778"/>
                </a:cxn>
                <a:cxn ang="0">
                  <a:pos x="930" y="845"/>
                </a:cxn>
                <a:cxn ang="0">
                  <a:pos x="962" y="899"/>
                </a:cxn>
                <a:cxn ang="0">
                  <a:pos x="1006" y="929"/>
                </a:cxn>
                <a:cxn ang="0">
                  <a:pos x="1043" y="980"/>
                </a:cxn>
                <a:cxn ang="0">
                  <a:pos x="1047" y="980"/>
                </a:cxn>
                <a:cxn ang="0">
                  <a:pos x="1059" y="964"/>
                </a:cxn>
                <a:cxn ang="0">
                  <a:pos x="1063" y="964"/>
                </a:cxn>
                <a:cxn ang="0">
                  <a:pos x="1127" y="980"/>
                </a:cxn>
                <a:cxn ang="0">
                  <a:pos x="1123" y="964"/>
                </a:cxn>
                <a:cxn ang="0">
                  <a:pos x="1179" y="932"/>
                </a:cxn>
                <a:cxn ang="0">
                  <a:pos x="1143" y="912"/>
                </a:cxn>
                <a:cxn ang="0">
                  <a:pos x="1111" y="872"/>
                </a:cxn>
                <a:cxn ang="0">
                  <a:pos x="1051" y="844"/>
                </a:cxn>
                <a:cxn ang="0">
                  <a:pos x="1035" y="780"/>
                </a:cxn>
                <a:cxn ang="0">
                  <a:pos x="973" y="729"/>
                </a:cxn>
                <a:cxn ang="0">
                  <a:pos x="929" y="711"/>
                </a:cxn>
                <a:cxn ang="0">
                  <a:pos x="838" y="596"/>
                </a:cxn>
                <a:cxn ang="0">
                  <a:pos x="651" y="492"/>
                </a:cxn>
                <a:cxn ang="0">
                  <a:pos x="635" y="492"/>
                </a:cxn>
                <a:cxn ang="0">
                  <a:pos x="593" y="468"/>
                </a:cxn>
                <a:cxn ang="0">
                  <a:pos x="607" y="520"/>
                </a:cxn>
                <a:cxn ang="0">
                  <a:pos x="535" y="436"/>
                </a:cxn>
                <a:cxn ang="0">
                  <a:pos x="506" y="352"/>
                </a:cxn>
                <a:cxn ang="0">
                  <a:pos x="489" y="232"/>
                </a:cxn>
                <a:cxn ang="0">
                  <a:pos x="465" y="172"/>
                </a:cxn>
                <a:cxn ang="0">
                  <a:pos x="431" y="96"/>
                </a:cxn>
                <a:cxn ang="0">
                  <a:pos x="391" y="0"/>
                </a:cxn>
              </a:cxnLst>
              <a:rect l="0" t="0" r="r" b="b"/>
              <a:pathLst>
                <a:path w="1179" h="997">
                  <a:moveTo>
                    <a:pt x="391" y="0"/>
                  </a:moveTo>
                  <a:cubicBezTo>
                    <a:pt x="363" y="31"/>
                    <a:pt x="343" y="94"/>
                    <a:pt x="299" y="96"/>
                  </a:cubicBezTo>
                  <a:cubicBezTo>
                    <a:pt x="295" y="70"/>
                    <a:pt x="268" y="95"/>
                    <a:pt x="259" y="104"/>
                  </a:cubicBezTo>
                  <a:cubicBezTo>
                    <a:pt x="241" y="119"/>
                    <a:pt x="216" y="115"/>
                    <a:pt x="200" y="130"/>
                  </a:cubicBezTo>
                  <a:cubicBezTo>
                    <a:pt x="184" y="145"/>
                    <a:pt x="186" y="167"/>
                    <a:pt x="163" y="176"/>
                  </a:cubicBezTo>
                  <a:cubicBezTo>
                    <a:pt x="142" y="185"/>
                    <a:pt x="124" y="170"/>
                    <a:pt x="103" y="176"/>
                  </a:cubicBezTo>
                  <a:cubicBezTo>
                    <a:pt x="116" y="211"/>
                    <a:pt x="94" y="228"/>
                    <a:pt x="90" y="260"/>
                  </a:cubicBezTo>
                  <a:cubicBezTo>
                    <a:pt x="87" y="277"/>
                    <a:pt x="104" y="291"/>
                    <a:pt x="100" y="307"/>
                  </a:cubicBezTo>
                  <a:cubicBezTo>
                    <a:pt x="94" y="330"/>
                    <a:pt x="69" y="354"/>
                    <a:pt x="59" y="376"/>
                  </a:cubicBezTo>
                  <a:cubicBezTo>
                    <a:pt x="48" y="402"/>
                    <a:pt x="47" y="433"/>
                    <a:pt x="38" y="460"/>
                  </a:cubicBezTo>
                  <a:cubicBezTo>
                    <a:pt x="33" y="478"/>
                    <a:pt x="19" y="491"/>
                    <a:pt x="13" y="508"/>
                  </a:cubicBezTo>
                  <a:cubicBezTo>
                    <a:pt x="0" y="549"/>
                    <a:pt x="26" y="616"/>
                    <a:pt x="27" y="660"/>
                  </a:cubicBezTo>
                  <a:cubicBezTo>
                    <a:pt x="119" y="663"/>
                    <a:pt x="119" y="663"/>
                    <a:pt x="119" y="663"/>
                  </a:cubicBezTo>
                  <a:cubicBezTo>
                    <a:pt x="153" y="637"/>
                    <a:pt x="153" y="637"/>
                    <a:pt x="153" y="637"/>
                  </a:cubicBezTo>
                  <a:cubicBezTo>
                    <a:pt x="215" y="692"/>
                    <a:pt x="215" y="692"/>
                    <a:pt x="215" y="692"/>
                  </a:cubicBezTo>
                  <a:cubicBezTo>
                    <a:pt x="267" y="568"/>
                    <a:pt x="267" y="568"/>
                    <a:pt x="267" y="568"/>
                  </a:cubicBezTo>
                  <a:cubicBezTo>
                    <a:pt x="275" y="568"/>
                    <a:pt x="275" y="568"/>
                    <a:pt x="275" y="568"/>
                  </a:cubicBezTo>
                  <a:cubicBezTo>
                    <a:pt x="286" y="591"/>
                    <a:pt x="303" y="584"/>
                    <a:pt x="322" y="596"/>
                  </a:cubicBezTo>
                  <a:cubicBezTo>
                    <a:pt x="335" y="605"/>
                    <a:pt x="337" y="624"/>
                    <a:pt x="351" y="634"/>
                  </a:cubicBezTo>
                  <a:cubicBezTo>
                    <a:pt x="378" y="651"/>
                    <a:pt x="443" y="623"/>
                    <a:pt x="467" y="608"/>
                  </a:cubicBezTo>
                  <a:cubicBezTo>
                    <a:pt x="463" y="596"/>
                    <a:pt x="463" y="596"/>
                    <a:pt x="463" y="596"/>
                  </a:cubicBezTo>
                  <a:cubicBezTo>
                    <a:pt x="491" y="628"/>
                    <a:pt x="491" y="628"/>
                    <a:pt x="491" y="628"/>
                  </a:cubicBezTo>
                  <a:cubicBezTo>
                    <a:pt x="509" y="628"/>
                    <a:pt x="534" y="631"/>
                    <a:pt x="547" y="616"/>
                  </a:cubicBezTo>
                  <a:cubicBezTo>
                    <a:pt x="655" y="632"/>
                    <a:pt x="655" y="632"/>
                    <a:pt x="655" y="632"/>
                  </a:cubicBezTo>
                  <a:cubicBezTo>
                    <a:pt x="707" y="664"/>
                    <a:pt x="707" y="664"/>
                    <a:pt x="707" y="664"/>
                  </a:cubicBezTo>
                  <a:cubicBezTo>
                    <a:pt x="761" y="685"/>
                    <a:pt x="761" y="685"/>
                    <a:pt x="761" y="685"/>
                  </a:cubicBezTo>
                  <a:cubicBezTo>
                    <a:pt x="840" y="778"/>
                    <a:pt x="840" y="778"/>
                    <a:pt x="840" y="778"/>
                  </a:cubicBezTo>
                  <a:cubicBezTo>
                    <a:pt x="930" y="845"/>
                    <a:pt x="930" y="845"/>
                    <a:pt x="930" y="845"/>
                  </a:cubicBezTo>
                  <a:cubicBezTo>
                    <a:pt x="962" y="899"/>
                    <a:pt x="962" y="899"/>
                    <a:pt x="962" y="899"/>
                  </a:cubicBezTo>
                  <a:cubicBezTo>
                    <a:pt x="1006" y="929"/>
                    <a:pt x="1006" y="929"/>
                    <a:pt x="1006" y="929"/>
                  </a:cubicBezTo>
                  <a:cubicBezTo>
                    <a:pt x="1043" y="980"/>
                    <a:pt x="1043" y="980"/>
                    <a:pt x="1043" y="980"/>
                  </a:cubicBezTo>
                  <a:cubicBezTo>
                    <a:pt x="1047" y="980"/>
                    <a:pt x="1047" y="980"/>
                    <a:pt x="1047" y="980"/>
                  </a:cubicBezTo>
                  <a:cubicBezTo>
                    <a:pt x="1059" y="964"/>
                    <a:pt x="1059" y="964"/>
                    <a:pt x="1059" y="964"/>
                  </a:cubicBezTo>
                  <a:cubicBezTo>
                    <a:pt x="1063" y="964"/>
                    <a:pt x="1063" y="964"/>
                    <a:pt x="1063" y="964"/>
                  </a:cubicBezTo>
                  <a:cubicBezTo>
                    <a:pt x="1082" y="989"/>
                    <a:pt x="1099" y="997"/>
                    <a:pt x="1127" y="980"/>
                  </a:cubicBezTo>
                  <a:cubicBezTo>
                    <a:pt x="1123" y="964"/>
                    <a:pt x="1123" y="964"/>
                    <a:pt x="1123" y="964"/>
                  </a:cubicBezTo>
                  <a:cubicBezTo>
                    <a:pt x="1179" y="932"/>
                    <a:pt x="1179" y="932"/>
                    <a:pt x="1179" y="932"/>
                  </a:cubicBezTo>
                  <a:cubicBezTo>
                    <a:pt x="1173" y="915"/>
                    <a:pt x="1158" y="886"/>
                    <a:pt x="1143" y="912"/>
                  </a:cubicBezTo>
                  <a:cubicBezTo>
                    <a:pt x="1123" y="905"/>
                    <a:pt x="1113" y="893"/>
                    <a:pt x="1111" y="872"/>
                  </a:cubicBezTo>
                  <a:cubicBezTo>
                    <a:pt x="1092" y="859"/>
                    <a:pt x="1075" y="839"/>
                    <a:pt x="1051" y="844"/>
                  </a:cubicBezTo>
                  <a:cubicBezTo>
                    <a:pt x="1035" y="780"/>
                    <a:pt x="1035" y="780"/>
                    <a:pt x="1035" y="780"/>
                  </a:cubicBezTo>
                  <a:cubicBezTo>
                    <a:pt x="1015" y="765"/>
                    <a:pt x="993" y="742"/>
                    <a:pt x="973" y="729"/>
                  </a:cubicBezTo>
                  <a:cubicBezTo>
                    <a:pt x="959" y="720"/>
                    <a:pt x="942" y="724"/>
                    <a:pt x="929" y="711"/>
                  </a:cubicBezTo>
                  <a:cubicBezTo>
                    <a:pt x="895" y="679"/>
                    <a:pt x="877" y="620"/>
                    <a:pt x="838" y="596"/>
                  </a:cubicBezTo>
                  <a:cubicBezTo>
                    <a:pt x="784" y="563"/>
                    <a:pt x="661" y="584"/>
                    <a:pt x="651" y="492"/>
                  </a:cubicBezTo>
                  <a:cubicBezTo>
                    <a:pt x="635" y="492"/>
                    <a:pt x="635" y="492"/>
                    <a:pt x="635" y="492"/>
                  </a:cubicBezTo>
                  <a:cubicBezTo>
                    <a:pt x="634" y="470"/>
                    <a:pt x="604" y="428"/>
                    <a:pt x="593" y="468"/>
                  </a:cubicBezTo>
                  <a:cubicBezTo>
                    <a:pt x="588" y="487"/>
                    <a:pt x="603" y="503"/>
                    <a:pt x="607" y="520"/>
                  </a:cubicBezTo>
                  <a:cubicBezTo>
                    <a:pt x="564" y="504"/>
                    <a:pt x="592" y="441"/>
                    <a:pt x="535" y="436"/>
                  </a:cubicBezTo>
                  <a:cubicBezTo>
                    <a:pt x="548" y="403"/>
                    <a:pt x="514" y="382"/>
                    <a:pt x="506" y="352"/>
                  </a:cubicBezTo>
                  <a:cubicBezTo>
                    <a:pt x="495" y="313"/>
                    <a:pt x="496" y="271"/>
                    <a:pt x="489" y="232"/>
                  </a:cubicBezTo>
                  <a:cubicBezTo>
                    <a:pt x="485" y="211"/>
                    <a:pt x="471" y="193"/>
                    <a:pt x="465" y="172"/>
                  </a:cubicBezTo>
                  <a:cubicBezTo>
                    <a:pt x="458" y="148"/>
                    <a:pt x="452" y="111"/>
                    <a:pt x="431" y="96"/>
                  </a:cubicBezTo>
                  <a:cubicBezTo>
                    <a:pt x="391" y="0"/>
                    <a:pt x="391" y="0"/>
                    <a:pt x="391" y="0"/>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67"/>
            <p:cNvSpPr>
              <a:spLocks/>
            </p:cNvSpPr>
            <p:nvPr/>
          </p:nvSpPr>
          <p:spPr bwMode="auto">
            <a:xfrm>
              <a:off x="3706813" y="1979613"/>
              <a:ext cx="7938" cy="7938"/>
            </a:xfrm>
            <a:custGeom>
              <a:avLst/>
              <a:gdLst/>
              <a:ahLst/>
              <a:cxnLst>
                <a:cxn ang="0">
                  <a:pos x="0" y="7"/>
                </a:cxn>
                <a:cxn ang="0">
                  <a:pos x="0" y="19"/>
                </a:cxn>
                <a:cxn ang="0">
                  <a:pos x="32" y="27"/>
                </a:cxn>
                <a:cxn ang="0">
                  <a:pos x="0" y="7"/>
                </a:cxn>
              </a:cxnLst>
              <a:rect l="0" t="0" r="r" b="b"/>
              <a:pathLst>
                <a:path w="32" h="27">
                  <a:moveTo>
                    <a:pt x="0" y="7"/>
                  </a:moveTo>
                  <a:cubicBezTo>
                    <a:pt x="0" y="19"/>
                    <a:pt x="0" y="19"/>
                    <a:pt x="0" y="19"/>
                  </a:cubicBezTo>
                  <a:cubicBezTo>
                    <a:pt x="32" y="27"/>
                    <a:pt x="32" y="27"/>
                    <a:pt x="32" y="27"/>
                  </a:cubicBezTo>
                  <a:cubicBezTo>
                    <a:pt x="30" y="6"/>
                    <a:pt x="20" y="0"/>
                    <a:pt x="0" y="7"/>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68"/>
            <p:cNvSpPr>
              <a:spLocks/>
            </p:cNvSpPr>
            <p:nvPr/>
          </p:nvSpPr>
          <p:spPr bwMode="auto">
            <a:xfrm>
              <a:off x="3703638" y="1989138"/>
              <a:ext cx="15875" cy="17463"/>
            </a:xfrm>
            <a:custGeom>
              <a:avLst/>
              <a:gdLst/>
              <a:ahLst/>
              <a:cxnLst>
                <a:cxn ang="0">
                  <a:pos x="20" y="0"/>
                </a:cxn>
                <a:cxn ang="0">
                  <a:pos x="20" y="16"/>
                </a:cxn>
                <a:cxn ang="0">
                  <a:pos x="0" y="28"/>
                </a:cxn>
                <a:cxn ang="0">
                  <a:pos x="24" y="32"/>
                </a:cxn>
                <a:cxn ang="0">
                  <a:pos x="24" y="40"/>
                </a:cxn>
                <a:cxn ang="0">
                  <a:pos x="8" y="40"/>
                </a:cxn>
                <a:cxn ang="0">
                  <a:pos x="12" y="56"/>
                </a:cxn>
                <a:cxn ang="0">
                  <a:pos x="20" y="0"/>
                </a:cxn>
              </a:cxnLst>
              <a:rect l="0" t="0" r="r" b="b"/>
              <a:pathLst>
                <a:path w="59" h="60">
                  <a:moveTo>
                    <a:pt x="20" y="0"/>
                  </a:moveTo>
                  <a:cubicBezTo>
                    <a:pt x="20" y="16"/>
                    <a:pt x="20" y="16"/>
                    <a:pt x="20" y="16"/>
                  </a:cubicBezTo>
                  <a:cubicBezTo>
                    <a:pt x="0" y="28"/>
                    <a:pt x="0" y="28"/>
                    <a:pt x="0" y="28"/>
                  </a:cubicBezTo>
                  <a:cubicBezTo>
                    <a:pt x="24" y="32"/>
                    <a:pt x="24" y="32"/>
                    <a:pt x="24" y="32"/>
                  </a:cubicBezTo>
                  <a:cubicBezTo>
                    <a:pt x="24" y="40"/>
                    <a:pt x="24" y="40"/>
                    <a:pt x="24" y="40"/>
                  </a:cubicBezTo>
                  <a:cubicBezTo>
                    <a:pt x="8" y="40"/>
                    <a:pt x="8" y="40"/>
                    <a:pt x="8" y="40"/>
                  </a:cubicBezTo>
                  <a:cubicBezTo>
                    <a:pt x="12" y="56"/>
                    <a:pt x="12" y="56"/>
                    <a:pt x="12" y="56"/>
                  </a:cubicBezTo>
                  <a:cubicBezTo>
                    <a:pt x="59" y="60"/>
                    <a:pt x="59" y="18"/>
                    <a:pt x="20" y="0"/>
                  </a:cubicBez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69"/>
            <p:cNvSpPr>
              <a:spLocks/>
            </p:cNvSpPr>
            <p:nvPr/>
          </p:nvSpPr>
          <p:spPr bwMode="auto">
            <a:xfrm>
              <a:off x="3719513" y="1998663"/>
              <a:ext cx="12700" cy="7938"/>
            </a:xfrm>
            <a:custGeom>
              <a:avLst/>
              <a:gdLst/>
              <a:ahLst/>
              <a:cxnLst>
                <a:cxn ang="0">
                  <a:pos x="0" y="5"/>
                </a:cxn>
                <a:cxn ang="0">
                  <a:pos x="8" y="5"/>
                </a:cxn>
                <a:cxn ang="0">
                  <a:pos x="3" y="0"/>
                </a:cxn>
                <a:cxn ang="0">
                  <a:pos x="0" y="5"/>
                </a:cxn>
              </a:cxnLst>
              <a:rect l="0" t="0" r="r" b="b"/>
              <a:pathLst>
                <a:path w="8" h="5">
                  <a:moveTo>
                    <a:pt x="0" y="5"/>
                  </a:moveTo>
                  <a:lnTo>
                    <a:pt x="8" y="5"/>
                  </a:lnTo>
                  <a:lnTo>
                    <a:pt x="3" y="0"/>
                  </a:lnTo>
                  <a:lnTo>
                    <a:pt x="0" y="5"/>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70"/>
            <p:cNvSpPr>
              <a:spLocks/>
            </p:cNvSpPr>
            <p:nvPr/>
          </p:nvSpPr>
          <p:spPr bwMode="auto">
            <a:xfrm>
              <a:off x="3719513" y="1998663"/>
              <a:ext cx="12700" cy="7938"/>
            </a:xfrm>
            <a:custGeom>
              <a:avLst/>
              <a:gdLst/>
              <a:ahLst/>
              <a:cxnLst>
                <a:cxn ang="0">
                  <a:pos x="0" y="5"/>
                </a:cxn>
                <a:cxn ang="0">
                  <a:pos x="8" y="5"/>
                </a:cxn>
                <a:cxn ang="0">
                  <a:pos x="3" y="0"/>
                </a:cxn>
                <a:cxn ang="0">
                  <a:pos x="0" y="5"/>
                </a:cxn>
              </a:cxnLst>
              <a:rect l="0" t="0" r="r" b="b"/>
              <a:pathLst>
                <a:path w="8" h="5">
                  <a:moveTo>
                    <a:pt x="0" y="5"/>
                  </a:moveTo>
                  <a:lnTo>
                    <a:pt x="8" y="5"/>
                  </a:lnTo>
                  <a:lnTo>
                    <a:pt x="3" y="0"/>
                  </a:lnTo>
                  <a:lnTo>
                    <a:pt x="0" y="5"/>
                  </a:ln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71"/>
            <p:cNvSpPr>
              <a:spLocks/>
            </p:cNvSpPr>
            <p:nvPr/>
          </p:nvSpPr>
          <p:spPr bwMode="auto">
            <a:xfrm>
              <a:off x="3840163" y="2079625"/>
              <a:ext cx="7938" cy="11113"/>
            </a:xfrm>
            <a:custGeom>
              <a:avLst/>
              <a:gdLst/>
              <a:ahLst/>
              <a:cxnLst>
                <a:cxn ang="0">
                  <a:pos x="0" y="2"/>
                </a:cxn>
                <a:cxn ang="0">
                  <a:pos x="5" y="7"/>
                </a:cxn>
                <a:cxn ang="0">
                  <a:pos x="5" y="0"/>
                </a:cxn>
                <a:cxn ang="0">
                  <a:pos x="0" y="2"/>
                </a:cxn>
              </a:cxnLst>
              <a:rect l="0" t="0" r="r" b="b"/>
              <a:pathLst>
                <a:path w="5" h="7">
                  <a:moveTo>
                    <a:pt x="0" y="2"/>
                  </a:moveTo>
                  <a:lnTo>
                    <a:pt x="5" y="7"/>
                  </a:lnTo>
                  <a:lnTo>
                    <a:pt x="5" y="0"/>
                  </a:lnTo>
                  <a:lnTo>
                    <a:pt x="0" y="2"/>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72"/>
            <p:cNvSpPr>
              <a:spLocks/>
            </p:cNvSpPr>
            <p:nvPr/>
          </p:nvSpPr>
          <p:spPr bwMode="auto">
            <a:xfrm>
              <a:off x="3840163" y="2079625"/>
              <a:ext cx="7938" cy="11113"/>
            </a:xfrm>
            <a:custGeom>
              <a:avLst/>
              <a:gdLst/>
              <a:ahLst/>
              <a:cxnLst>
                <a:cxn ang="0">
                  <a:pos x="0" y="2"/>
                </a:cxn>
                <a:cxn ang="0">
                  <a:pos x="5" y="7"/>
                </a:cxn>
                <a:cxn ang="0">
                  <a:pos x="5" y="0"/>
                </a:cxn>
                <a:cxn ang="0">
                  <a:pos x="0" y="2"/>
                </a:cxn>
              </a:cxnLst>
              <a:rect l="0" t="0" r="r" b="b"/>
              <a:pathLst>
                <a:path w="5" h="7">
                  <a:moveTo>
                    <a:pt x="0" y="2"/>
                  </a:moveTo>
                  <a:lnTo>
                    <a:pt x="5" y="7"/>
                  </a:lnTo>
                  <a:lnTo>
                    <a:pt x="5" y="0"/>
                  </a:lnTo>
                  <a:lnTo>
                    <a:pt x="0" y="2"/>
                  </a:lnTo>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73"/>
            <p:cNvSpPr>
              <a:spLocks/>
            </p:cNvSpPr>
            <p:nvPr/>
          </p:nvSpPr>
          <p:spPr bwMode="auto">
            <a:xfrm>
              <a:off x="3838575" y="2095500"/>
              <a:ext cx="11113" cy="6350"/>
            </a:xfrm>
            <a:custGeom>
              <a:avLst/>
              <a:gdLst/>
              <a:ahLst/>
              <a:cxnLst>
                <a:cxn ang="0">
                  <a:pos x="0" y="12"/>
                </a:cxn>
                <a:cxn ang="0">
                  <a:pos x="0" y="24"/>
                </a:cxn>
                <a:cxn ang="0">
                  <a:pos x="36" y="0"/>
                </a:cxn>
                <a:cxn ang="0">
                  <a:pos x="0" y="12"/>
                </a:cxn>
              </a:cxnLst>
              <a:rect l="0" t="0" r="r" b="b"/>
              <a:pathLst>
                <a:path w="36" h="25">
                  <a:moveTo>
                    <a:pt x="0" y="12"/>
                  </a:moveTo>
                  <a:cubicBezTo>
                    <a:pt x="0" y="24"/>
                    <a:pt x="0" y="24"/>
                    <a:pt x="0" y="24"/>
                  </a:cubicBezTo>
                  <a:cubicBezTo>
                    <a:pt x="18" y="25"/>
                    <a:pt x="28" y="17"/>
                    <a:pt x="36" y="0"/>
                  </a:cubicBezTo>
                  <a:lnTo>
                    <a:pt x="0" y="12"/>
                  </a:lnTo>
                  <a:close/>
                </a:path>
              </a:pathLst>
            </a:custGeom>
            <a:solidFill>
              <a:schemeClr val="tx1">
                <a:lumMod val="10000"/>
                <a:lumOff val="90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38" name="Group 90"/>
          <p:cNvGrpSpPr>
            <a:grpSpLocks noChangeAspect="1"/>
          </p:cNvGrpSpPr>
          <p:nvPr/>
        </p:nvGrpSpPr>
        <p:grpSpPr>
          <a:xfrm>
            <a:off x="707648" y="3906357"/>
            <a:ext cx="606930" cy="606928"/>
            <a:chOff x="4046972" y="1821242"/>
            <a:chExt cx="751216" cy="751214"/>
          </a:xfrm>
        </p:grpSpPr>
        <p:sp>
          <p:nvSpPr>
            <p:cNvPr id="239" name="Oval 238"/>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0" name="Group 179"/>
            <p:cNvGrpSpPr/>
            <p:nvPr/>
          </p:nvGrpSpPr>
          <p:grpSpPr>
            <a:xfrm>
              <a:off x="4321607" y="1938430"/>
              <a:ext cx="201944" cy="516839"/>
              <a:chOff x="5054600" y="1652588"/>
              <a:chExt cx="187325" cy="479424"/>
            </a:xfrm>
            <a:solidFill>
              <a:schemeClr val="bg1"/>
            </a:solidFill>
          </p:grpSpPr>
          <p:sp>
            <p:nvSpPr>
              <p:cNvPr id="241"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43" name="Group 91"/>
          <p:cNvGrpSpPr>
            <a:grpSpLocks noChangeAspect="1"/>
          </p:cNvGrpSpPr>
          <p:nvPr/>
        </p:nvGrpSpPr>
        <p:grpSpPr>
          <a:xfrm>
            <a:off x="707648" y="4770876"/>
            <a:ext cx="606930" cy="606928"/>
            <a:chOff x="5397701" y="1821242"/>
            <a:chExt cx="751216" cy="751214"/>
          </a:xfrm>
        </p:grpSpPr>
        <p:sp>
          <p:nvSpPr>
            <p:cNvPr id="244" name="Oval 243"/>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5" name="Group 184"/>
            <p:cNvGrpSpPr/>
            <p:nvPr/>
          </p:nvGrpSpPr>
          <p:grpSpPr>
            <a:xfrm>
              <a:off x="5653784" y="1940300"/>
              <a:ext cx="238994" cy="513083"/>
              <a:chOff x="6213475" y="1668463"/>
              <a:chExt cx="227013" cy="487362"/>
            </a:xfrm>
            <a:solidFill>
              <a:schemeClr val="bg1"/>
            </a:solidFill>
          </p:grpSpPr>
          <p:sp>
            <p:nvSpPr>
              <p:cNvPr id="246"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48" name="Group 80"/>
          <p:cNvGrpSpPr/>
          <p:nvPr/>
        </p:nvGrpSpPr>
        <p:grpSpPr>
          <a:xfrm>
            <a:off x="1358507" y="4767925"/>
            <a:ext cx="1317581" cy="612831"/>
            <a:chOff x="2913154" y="3468058"/>
            <a:chExt cx="1317581" cy="612831"/>
          </a:xfrm>
        </p:grpSpPr>
        <p:sp>
          <p:nvSpPr>
            <p:cNvPr id="249"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250"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251" name="Group 80"/>
          <p:cNvGrpSpPr/>
          <p:nvPr/>
        </p:nvGrpSpPr>
        <p:grpSpPr>
          <a:xfrm>
            <a:off x="1401227" y="3903406"/>
            <a:ext cx="1317581" cy="612831"/>
            <a:chOff x="2913154" y="3468058"/>
            <a:chExt cx="1317581" cy="612831"/>
          </a:xfrm>
        </p:grpSpPr>
        <p:sp>
          <p:nvSpPr>
            <p:cNvPr id="252"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sp>
          <p:nvSpPr>
            <p:cNvPr id="253"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
        <p:nvSpPr>
          <p:cNvPr id="254" name="Footer Text"/>
          <p:cNvSpPr txBox="1"/>
          <p:nvPr/>
        </p:nvSpPr>
        <p:spPr>
          <a:xfrm>
            <a:off x="609600" y="2438400"/>
            <a:ext cx="2441808" cy="1138773"/>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If you are going to use A  of the passage of lorem ipsum, you  of  need to be sure there embarrassing hidden in it.</a:t>
            </a:r>
          </a:p>
        </p:txBody>
      </p:sp>
      <p:grpSp>
        <p:nvGrpSpPr>
          <p:cNvPr id="255" name="Group 254"/>
          <p:cNvGrpSpPr/>
          <p:nvPr/>
        </p:nvGrpSpPr>
        <p:grpSpPr>
          <a:xfrm>
            <a:off x="6521004" y="2494681"/>
            <a:ext cx="2028825" cy="276225"/>
            <a:chOff x="3724275" y="1396446"/>
            <a:chExt cx="2028825" cy="276225"/>
          </a:xfrm>
        </p:grpSpPr>
        <p:sp>
          <p:nvSpPr>
            <p:cNvPr id="256" name="Rounded Rectangle 255"/>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Rounded Rectangle 256"/>
            <p:cNvSpPr/>
            <p:nvPr/>
          </p:nvSpPr>
          <p:spPr>
            <a:xfrm>
              <a:off x="3724275" y="1396446"/>
              <a:ext cx="1228725" cy="27622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258" name="Group 257"/>
          <p:cNvGrpSpPr/>
          <p:nvPr/>
        </p:nvGrpSpPr>
        <p:grpSpPr>
          <a:xfrm>
            <a:off x="6521004" y="3024160"/>
            <a:ext cx="2028825" cy="276225"/>
            <a:chOff x="3724275" y="1396446"/>
            <a:chExt cx="2028825" cy="276225"/>
          </a:xfrm>
        </p:grpSpPr>
        <p:sp>
          <p:nvSpPr>
            <p:cNvPr id="259" name="Rounded Rectangle 258"/>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Rounded Rectangle 259"/>
            <p:cNvSpPr/>
            <p:nvPr/>
          </p:nvSpPr>
          <p:spPr>
            <a:xfrm>
              <a:off x="3724275" y="1396446"/>
              <a:ext cx="1381125" cy="27622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60%</a:t>
              </a:r>
            </a:p>
          </p:txBody>
        </p:sp>
      </p:grpSp>
      <p:grpSp>
        <p:nvGrpSpPr>
          <p:cNvPr id="261" name="Group 260"/>
          <p:cNvGrpSpPr/>
          <p:nvPr/>
        </p:nvGrpSpPr>
        <p:grpSpPr>
          <a:xfrm>
            <a:off x="6521004" y="3553639"/>
            <a:ext cx="2028825" cy="276225"/>
            <a:chOff x="3724275" y="1396446"/>
            <a:chExt cx="2028825" cy="276225"/>
          </a:xfrm>
        </p:grpSpPr>
        <p:sp>
          <p:nvSpPr>
            <p:cNvPr id="262" name="Rounded Rectangle 261"/>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Rounded Rectangle 262"/>
            <p:cNvSpPr/>
            <p:nvPr/>
          </p:nvSpPr>
          <p:spPr>
            <a:xfrm>
              <a:off x="3724275" y="1396446"/>
              <a:ext cx="1533525" cy="27622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70%</a:t>
              </a:r>
            </a:p>
          </p:txBody>
        </p:sp>
      </p:grpSp>
      <p:grpSp>
        <p:nvGrpSpPr>
          <p:cNvPr id="264" name="Group 263"/>
          <p:cNvGrpSpPr/>
          <p:nvPr/>
        </p:nvGrpSpPr>
        <p:grpSpPr>
          <a:xfrm>
            <a:off x="6521004" y="4083118"/>
            <a:ext cx="2028825" cy="276225"/>
            <a:chOff x="3724275" y="1396446"/>
            <a:chExt cx="2028825" cy="276225"/>
          </a:xfrm>
        </p:grpSpPr>
        <p:sp>
          <p:nvSpPr>
            <p:cNvPr id="265" name="Rounded Rectangle 264"/>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Rounded Rectangle 265"/>
            <p:cNvSpPr/>
            <p:nvPr/>
          </p:nvSpPr>
          <p:spPr>
            <a:xfrm>
              <a:off x="3724275" y="1396446"/>
              <a:ext cx="923925" cy="27622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40%</a:t>
              </a:r>
            </a:p>
          </p:txBody>
        </p:sp>
      </p:grpSp>
      <p:grpSp>
        <p:nvGrpSpPr>
          <p:cNvPr id="267" name="Group 266"/>
          <p:cNvGrpSpPr/>
          <p:nvPr/>
        </p:nvGrpSpPr>
        <p:grpSpPr>
          <a:xfrm>
            <a:off x="6521004" y="4612597"/>
            <a:ext cx="2028825" cy="276225"/>
            <a:chOff x="3724275" y="1396446"/>
            <a:chExt cx="2028825" cy="276225"/>
          </a:xfrm>
        </p:grpSpPr>
        <p:sp>
          <p:nvSpPr>
            <p:cNvPr id="268" name="Rounded Rectangle 267"/>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Rounded Rectangle 268"/>
            <p:cNvSpPr/>
            <p:nvPr/>
          </p:nvSpPr>
          <p:spPr>
            <a:xfrm>
              <a:off x="3724275" y="1396446"/>
              <a:ext cx="1228725" cy="27622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270" name="Group 269"/>
          <p:cNvGrpSpPr/>
          <p:nvPr/>
        </p:nvGrpSpPr>
        <p:grpSpPr>
          <a:xfrm>
            <a:off x="6521004" y="5142077"/>
            <a:ext cx="2028825" cy="276225"/>
            <a:chOff x="3724275" y="1396446"/>
            <a:chExt cx="2028825" cy="276225"/>
          </a:xfrm>
        </p:grpSpPr>
        <p:sp>
          <p:nvSpPr>
            <p:cNvPr id="271" name="Rounded Rectangle 270"/>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Rounded Rectangle 271"/>
            <p:cNvSpPr/>
            <p:nvPr/>
          </p:nvSpPr>
          <p:spPr>
            <a:xfrm>
              <a:off x="3724275" y="1396446"/>
              <a:ext cx="1838325" cy="27622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90%</a:t>
              </a:r>
            </a:p>
          </p:txBody>
        </p:sp>
      </p:grpSp>
      <p:grpSp>
        <p:nvGrpSpPr>
          <p:cNvPr id="273" name="Group 272"/>
          <p:cNvGrpSpPr/>
          <p:nvPr/>
        </p:nvGrpSpPr>
        <p:grpSpPr>
          <a:xfrm>
            <a:off x="6172200" y="2548155"/>
            <a:ext cx="2326242" cy="3194551"/>
            <a:chOff x="3394521" y="1406024"/>
            <a:chExt cx="2326242" cy="3194551"/>
          </a:xfrm>
        </p:grpSpPr>
        <p:grpSp>
          <p:nvGrpSpPr>
            <p:cNvPr id="274" name="Group 357"/>
            <p:cNvGrpSpPr/>
            <p:nvPr/>
          </p:nvGrpSpPr>
          <p:grpSpPr>
            <a:xfrm>
              <a:off x="3817944" y="4431298"/>
              <a:ext cx="1902819" cy="169277"/>
              <a:chOff x="3798894" y="3850273"/>
              <a:chExt cx="1902819" cy="169277"/>
            </a:xfrm>
          </p:grpSpPr>
          <p:sp>
            <p:nvSpPr>
              <p:cNvPr id="281" name="Text Placeholder 3"/>
              <p:cNvSpPr txBox="1">
                <a:spLocks/>
              </p:cNvSpPr>
              <p:nvPr/>
            </p:nvSpPr>
            <p:spPr>
              <a:xfrm>
                <a:off x="3798894" y="3850273"/>
                <a:ext cx="163506"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0%</a:t>
                </a:r>
              </a:p>
            </p:txBody>
          </p:sp>
          <p:sp>
            <p:nvSpPr>
              <p:cNvPr id="282" name="Text Placeholder 3"/>
              <p:cNvSpPr txBox="1">
                <a:spLocks/>
              </p:cNvSpPr>
              <p:nvPr/>
            </p:nvSpPr>
            <p:spPr>
              <a:xfrm>
                <a:off x="414555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25%</a:t>
                </a:r>
              </a:p>
            </p:txBody>
          </p:sp>
          <p:sp>
            <p:nvSpPr>
              <p:cNvPr id="283" name="Text Placeholder 3"/>
              <p:cNvSpPr txBox="1">
                <a:spLocks/>
              </p:cNvSpPr>
              <p:nvPr/>
            </p:nvSpPr>
            <p:spPr>
              <a:xfrm>
                <a:off x="4562752"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50%</a:t>
                </a:r>
              </a:p>
            </p:txBody>
          </p:sp>
          <p:sp>
            <p:nvSpPr>
              <p:cNvPr id="284" name="Text Placeholder 3"/>
              <p:cNvSpPr txBox="1">
                <a:spLocks/>
              </p:cNvSpPr>
              <p:nvPr/>
            </p:nvSpPr>
            <p:spPr>
              <a:xfrm>
                <a:off x="497994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75%</a:t>
                </a:r>
              </a:p>
            </p:txBody>
          </p:sp>
          <p:sp>
            <p:nvSpPr>
              <p:cNvPr id="285" name="Text Placeholder 3"/>
              <p:cNvSpPr txBox="1">
                <a:spLocks/>
              </p:cNvSpPr>
              <p:nvPr/>
            </p:nvSpPr>
            <p:spPr>
              <a:xfrm>
                <a:off x="5397142" y="3850273"/>
                <a:ext cx="304571"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100%</a:t>
                </a:r>
              </a:p>
            </p:txBody>
          </p:sp>
        </p:grpSp>
        <p:sp>
          <p:nvSpPr>
            <p:cNvPr id="275" name="Text Placeholder 3"/>
            <p:cNvSpPr txBox="1">
              <a:spLocks/>
            </p:cNvSpPr>
            <p:nvPr/>
          </p:nvSpPr>
          <p:spPr>
            <a:xfrm>
              <a:off x="3394521" y="1406024"/>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2010</a:t>
              </a:r>
            </a:p>
          </p:txBody>
        </p:sp>
        <p:sp>
          <p:nvSpPr>
            <p:cNvPr id="276" name="Text Placeholder 3"/>
            <p:cNvSpPr txBox="1">
              <a:spLocks/>
            </p:cNvSpPr>
            <p:nvPr/>
          </p:nvSpPr>
          <p:spPr>
            <a:xfrm>
              <a:off x="3394521" y="1935503"/>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2011</a:t>
              </a:r>
            </a:p>
          </p:txBody>
        </p:sp>
        <p:sp>
          <p:nvSpPr>
            <p:cNvPr id="277" name="Text Placeholder 3"/>
            <p:cNvSpPr txBox="1">
              <a:spLocks/>
            </p:cNvSpPr>
            <p:nvPr/>
          </p:nvSpPr>
          <p:spPr>
            <a:xfrm>
              <a:off x="3394521" y="2464982"/>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2012</a:t>
              </a:r>
            </a:p>
          </p:txBody>
        </p:sp>
        <p:sp>
          <p:nvSpPr>
            <p:cNvPr id="278" name="Text Placeholder 3"/>
            <p:cNvSpPr txBox="1">
              <a:spLocks/>
            </p:cNvSpPr>
            <p:nvPr/>
          </p:nvSpPr>
          <p:spPr>
            <a:xfrm>
              <a:off x="3394521" y="2994461"/>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2013</a:t>
              </a:r>
            </a:p>
          </p:txBody>
        </p:sp>
        <p:sp>
          <p:nvSpPr>
            <p:cNvPr id="279" name="Text Placeholder 3"/>
            <p:cNvSpPr txBox="1">
              <a:spLocks/>
            </p:cNvSpPr>
            <p:nvPr/>
          </p:nvSpPr>
          <p:spPr>
            <a:xfrm>
              <a:off x="3394521" y="352394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2014</a:t>
              </a:r>
            </a:p>
          </p:txBody>
        </p:sp>
        <p:sp>
          <p:nvSpPr>
            <p:cNvPr id="280" name="Text Placeholder 3"/>
            <p:cNvSpPr txBox="1">
              <a:spLocks/>
            </p:cNvSpPr>
            <p:nvPr/>
          </p:nvSpPr>
          <p:spPr>
            <a:xfrm>
              <a:off x="3394521" y="405342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2015</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 calcmode="lin" valueType="num">
                                      <p:cBhvr>
                                        <p:cTn id="7" dur="500" fill="hold"/>
                                        <p:tgtEl>
                                          <p:spTgt spid="121"/>
                                        </p:tgtEl>
                                        <p:attrNameLst>
                                          <p:attrName>ppt_w</p:attrName>
                                        </p:attrNameLst>
                                      </p:cBhvr>
                                      <p:tavLst>
                                        <p:tav tm="0">
                                          <p:val>
                                            <p:fltVal val="0"/>
                                          </p:val>
                                        </p:tav>
                                        <p:tav tm="100000">
                                          <p:val>
                                            <p:strVal val="#ppt_w"/>
                                          </p:val>
                                        </p:tav>
                                      </p:tavLst>
                                    </p:anim>
                                    <p:anim calcmode="lin" valueType="num">
                                      <p:cBhvr>
                                        <p:cTn id="8" dur="500" fill="hold"/>
                                        <p:tgtEl>
                                          <p:spTgt spid="121"/>
                                        </p:tgtEl>
                                        <p:attrNameLst>
                                          <p:attrName>ppt_h</p:attrName>
                                        </p:attrNameLst>
                                      </p:cBhvr>
                                      <p:tavLst>
                                        <p:tav tm="0">
                                          <p:val>
                                            <p:fltVal val="0"/>
                                          </p:val>
                                        </p:tav>
                                        <p:tav tm="100000">
                                          <p:val>
                                            <p:strVal val="#ppt_h"/>
                                          </p:val>
                                        </p:tav>
                                      </p:tavLst>
                                    </p:anim>
                                    <p:animEffect transition="in" filter="fade">
                                      <p:cBhvr>
                                        <p:cTn id="9" dur="500"/>
                                        <p:tgtEl>
                                          <p:spTgt spid="121"/>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54"/>
                                        </p:tgtEl>
                                        <p:attrNameLst>
                                          <p:attrName>style.visibility</p:attrName>
                                        </p:attrNameLst>
                                      </p:cBhvr>
                                      <p:to>
                                        <p:strVal val="visible"/>
                                      </p:to>
                                    </p:set>
                                    <p:animEffect transition="in" filter="wipe(left)">
                                      <p:cBhvr>
                                        <p:cTn id="13" dur="500"/>
                                        <p:tgtEl>
                                          <p:spTgt spid="254"/>
                                        </p:tgtEl>
                                      </p:cBhvr>
                                    </p:animEffect>
                                  </p:childTnLst>
                                </p:cTn>
                              </p:par>
                            </p:childTnLst>
                          </p:cTn>
                        </p:par>
                        <p:par>
                          <p:cTn id="14" fill="hold">
                            <p:stCondLst>
                              <p:cond delay="1000"/>
                            </p:stCondLst>
                            <p:childTnLst>
                              <p:par>
                                <p:cTn id="15" presetID="53" presetClass="entr" presetSubtype="0" fill="hold" nodeType="afterEffect">
                                  <p:stCondLst>
                                    <p:cond delay="0"/>
                                  </p:stCondLst>
                                  <p:childTnLst>
                                    <p:set>
                                      <p:cBhvr>
                                        <p:cTn id="16" dur="1" fill="hold">
                                          <p:stCondLst>
                                            <p:cond delay="0"/>
                                          </p:stCondLst>
                                        </p:cTn>
                                        <p:tgtEl>
                                          <p:spTgt spid="238"/>
                                        </p:tgtEl>
                                        <p:attrNameLst>
                                          <p:attrName>style.visibility</p:attrName>
                                        </p:attrNameLst>
                                      </p:cBhvr>
                                      <p:to>
                                        <p:strVal val="visible"/>
                                      </p:to>
                                    </p:set>
                                    <p:anim calcmode="lin" valueType="num">
                                      <p:cBhvr>
                                        <p:cTn id="17" dur="500" fill="hold"/>
                                        <p:tgtEl>
                                          <p:spTgt spid="238"/>
                                        </p:tgtEl>
                                        <p:attrNameLst>
                                          <p:attrName>ppt_w</p:attrName>
                                        </p:attrNameLst>
                                      </p:cBhvr>
                                      <p:tavLst>
                                        <p:tav tm="0">
                                          <p:val>
                                            <p:fltVal val="0"/>
                                          </p:val>
                                        </p:tav>
                                        <p:tav tm="100000">
                                          <p:val>
                                            <p:strVal val="#ppt_w"/>
                                          </p:val>
                                        </p:tav>
                                      </p:tavLst>
                                    </p:anim>
                                    <p:anim calcmode="lin" valueType="num">
                                      <p:cBhvr>
                                        <p:cTn id="18" dur="500" fill="hold"/>
                                        <p:tgtEl>
                                          <p:spTgt spid="238"/>
                                        </p:tgtEl>
                                        <p:attrNameLst>
                                          <p:attrName>ppt_h</p:attrName>
                                        </p:attrNameLst>
                                      </p:cBhvr>
                                      <p:tavLst>
                                        <p:tav tm="0">
                                          <p:val>
                                            <p:fltVal val="0"/>
                                          </p:val>
                                        </p:tav>
                                        <p:tav tm="100000">
                                          <p:val>
                                            <p:strVal val="#ppt_h"/>
                                          </p:val>
                                        </p:tav>
                                      </p:tavLst>
                                    </p:anim>
                                    <p:animEffect transition="in" filter="fade">
                                      <p:cBhvr>
                                        <p:cTn id="19" dur="500"/>
                                        <p:tgtEl>
                                          <p:spTgt spid="238"/>
                                        </p:tgtEl>
                                      </p:cBhvr>
                                    </p:animEffect>
                                  </p:childTnLst>
                                </p:cTn>
                              </p:par>
                            </p:childTnLst>
                          </p:cTn>
                        </p:par>
                        <p:par>
                          <p:cTn id="20" fill="hold">
                            <p:stCondLst>
                              <p:cond delay="1500"/>
                            </p:stCondLst>
                            <p:childTnLst>
                              <p:par>
                                <p:cTn id="21" presetID="12" presetClass="entr" presetSubtype="4" fill="hold" nodeType="afterEffect">
                                  <p:stCondLst>
                                    <p:cond delay="0"/>
                                  </p:stCondLst>
                                  <p:childTnLst>
                                    <p:set>
                                      <p:cBhvr>
                                        <p:cTn id="22" dur="1" fill="hold">
                                          <p:stCondLst>
                                            <p:cond delay="0"/>
                                          </p:stCondLst>
                                        </p:cTn>
                                        <p:tgtEl>
                                          <p:spTgt spid="251"/>
                                        </p:tgtEl>
                                        <p:attrNameLst>
                                          <p:attrName>style.visibility</p:attrName>
                                        </p:attrNameLst>
                                      </p:cBhvr>
                                      <p:to>
                                        <p:strVal val="visible"/>
                                      </p:to>
                                    </p:set>
                                    <p:animEffect transition="in" filter="slide(fromBottom)">
                                      <p:cBhvr>
                                        <p:cTn id="23" dur="500"/>
                                        <p:tgtEl>
                                          <p:spTgt spid="251"/>
                                        </p:tgtEl>
                                      </p:cBhvr>
                                    </p:animEffect>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243"/>
                                        </p:tgtEl>
                                        <p:attrNameLst>
                                          <p:attrName>style.visibility</p:attrName>
                                        </p:attrNameLst>
                                      </p:cBhvr>
                                      <p:to>
                                        <p:strVal val="visible"/>
                                      </p:to>
                                    </p:set>
                                    <p:anim calcmode="lin" valueType="num">
                                      <p:cBhvr>
                                        <p:cTn id="27" dur="500" fill="hold"/>
                                        <p:tgtEl>
                                          <p:spTgt spid="243"/>
                                        </p:tgtEl>
                                        <p:attrNameLst>
                                          <p:attrName>ppt_w</p:attrName>
                                        </p:attrNameLst>
                                      </p:cBhvr>
                                      <p:tavLst>
                                        <p:tav tm="0">
                                          <p:val>
                                            <p:fltVal val="0"/>
                                          </p:val>
                                        </p:tav>
                                        <p:tav tm="100000">
                                          <p:val>
                                            <p:strVal val="#ppt_w"/>
                                          </p:val>
                                        </p:tav>
                                      </p:tavLst>
                                    </p:anim>
                                    <p:anim calcmode="lin" valueType="num">
                                      <p:cBhvr>
                                        <p:cTn id="28" dur="500" fill="hold"/>
                                        <p:tgtEl>
                                          <p:spTgt spid="243"/>
                                        </p:tgtEl>
                                        <p:attrNameLst>
                                          <p:attrName>ppt_h</p:attrName>
                                        </p:attrNameLst>
                                      </p:cBhvr>
                                      <p:tavLst>
                                        <p:tav tm="0">
                                          <p:val>
                                            <p:fltVal val="0"/>
                                          </p:val>
                                        </p:tav>
                                        <p:tav tm="100000">
                                          <p:val>
                                            <p:strVal val="#ppt_h"/>
                                          </p:val>
                                        </p:tav>
                                      </p:tavLst>
                                    </p:anim>
                                    <p:animEffect transition="in" filter="fade">
                                      <p:cBhvr>
                                        <p:cTn id="29" dur="500"/>
                                        <p:tgtEl>
                                          <p:spTgt spid="243"/>
                                        </p:tgtEl>
                                      </p:cBhvr>
                                    </p:animEffect>
                                  </p:childTnLst>
                                </p:cTn>
                              </p:par>
                            </p:childTnLst>
                          </p:cTn>
                        </p:par>
                        <p:par>
                          <p:cTn id="30" fill="hold">
                            <p:stCondLst>
                              <p:cond delay="2500"/>
                            </p:stCondLst>
                            <p:childTnLst>
                              <p:par>
                                <p:cTn id="31" presetID="12" presetClass="entr" presetSubtype="4" fill="hold" nodeType="afterEffect">
                                  <p:stCondLst>
                                    <p:cond delay="0"/>
                                  </p:stCondLst>
                                  <p:childTnLst>
                                    <p:set>
                                      <p:cBhvr>
                                        <p:cTn id="32" dur="1" fill="hold">
                                          <p:stCondLst>
                                            <p:cond delay="0"/>
                                          </p:stCondLst>
                                        </p:cTn>
                                        <p:tgtEl>
                                          <p:spTgt spid="248"/>
                                        </p:tgtEl>
                                        <p:attrNameLst>
                                          <p:attrName>style.visibility</p:attrName>
                                        </p:attrNameLst>
                                      </p:cBhvr>
                                      <p:to>
                                        <p:strVal val="visible"/>
                                      </p:to>
                                    </p:set>
                                    <p:animEffect transition="in" filter="slide(fromBottom)">
                                      <p:cBhvr>
                                        <p:cTn id="33" dur="500"/>
                                        <p:tgtEl>
                                          <p:spTgt spid="248"/>
                                        </p:tgtEl>
                                      </p:cBhvr>
                                    </p:animEffect>
                                  </p:childTnLst>
                                </p:cTn>
                              </p:par>
                            </p:childTnLst>
                          </p:cTn>
                        </p:par>
                        <p:par>
                          <p:cTn id="34" fill="hold">
                            <p:stCondLst>
                              <p:cond delay="3000"/>
                            </p:stCondLst>
                            <p:childTnLst>
                              <p:par>
                                <p:cTn id="35" presetID="22" presetClass="entr" presetSubtype="8" fill="hold" nodeType="afterEffect">
                                  <p:stCondLst>
                                    <p:cond delay="0"/>
                                  </p:stCondLst>
                                  <p:childTnLst>
                                    <p:set>
                                      <p:cBhvr>
                                        <p:cTn id="36" dur="1" fill="hold">
                                          <p:stCondLst>
                                            <p:cond delay="0"/>
                                          </p:stCondLst>
                                        </p:cTn>
                                        <p:tgtEl>
                                          <p:spTgt spid="273"/>
                                        </p:tgtEl>
                                        <p:attrNameLst>
                                          <p:attrName>style.visibility</p:attrName>
                                        </p:attrNameLst>
                                      </p:cBhvr>
                                      <p:to>
                                        <p:strVal val="visible"/>
                                      </p:to>
                                    </p:set>
                                    <p:animEffect transition="in" filter="wipe(left)">
                                      <p:cBhvr>
                                        <p:cTn id="37" dur="500"/>
                                        <p:tgtEl>
                                          <p:spTgt spid="273"/>
                                        </p:tgtEl>
                                      </p:cBhvr>
                                    </p:animEffect>
                                  </p:childTnLst>
                                </p:cTn>
                              </p:par>
                            </p:childTnLst>
                          </p:cTn>
                        </p:par>
                        <p:par>
                          <p:cTn id="38" fill="hold">
                            <p:stCondLst>
                              <p:cond delay="3500"/>
                            </p:stCondLst>
                            <p:childTnLst>
                              <p:par>
                                <p:cTn id="39" presetID="22" presetClass="entr" presetSubtype="8" fill="hold" nodeType="afterEffect">
                                  <p:stCondLst>
                                    <p:cond delay="0"/>
                                  </p:stCondLst>
                                  <p:childTnLst>
                                    <p:set>
                                      <p:cBhvr>
                                        <p:cTn id="40" dur="1" fill="hold">
                                          <p:stCondLst>
                                            <p:cond delay="0"/>
                                          </p:stCondLst>
                                        </p:cTn>
                                        <p:tgtEl>
                                          <p:spTgt spid="255"/>
                                        </p:tgtEl>
                                        <p:attrNameLst>
                                          <p:attrName>style.visibility</p:attrName>
                                        </p:attrNameLst>
                                      </p:cBhvr>
                                      <p:to>
                                        <p:strVal val="visible"/>
                                      </p:to>
                                    </p:set>
                                    <p:animEffect transition="in" filter="wipe(left)">
                                      <p:cBhvr>
                                        <p:cTn id="41" dur="500"/>
                                        <p:tgtEl>
                                          <p:spTgt spid="255"/>
                                        </p:tgtEl>
                                      </p:cBhvr>
                                    </p:animEffect>
                                  </p:childTnLst>
                                </p:cTn>
                              </p:par>
                            </p:childTnLst>
                          </p:cTn>
                        </p:par>
                        <p:par>
                          <p:cTn id="42" fill="hold">
                            <p:stCondLst>
                              <p:cond delay="4000"/>
                            </p:stCondLst>
                            <p:childTnLst>
                              <p:par>
                                <p:cTn id="43" presetID="22" presetClass="entr" presetSubtype="8" fill="hold" nodeType="afterEffect">
                                  <p:stCondLst>
                                    <p:cond delay="0"/>
                                  </p:stCondLst>
                                  <p:childTnLst>
                                    <p:set>
                                      <p:cBhvr>
                                        <p:cTn id="44" dur="1" fill="hold">
                                          <p:stCondLst>
                                            <p:cond delay="0"/>
                                          </p:stCondLst>
                                        </p:cTn>
                                        <p:tgtEl>
                                          <p:spTgt spid="258"/>
                                        </p:tgtEl>
                                        <p:attrNameLst>
                                          <p:attrName>style.visibility</p:attrName>
                                        </p:attrNameLst>
                                      </p:cBhvr>
                                      <p:to>
                                        <p:strVal val="visible"/>
                                      </p:to>
                                    </p:set>
                                    <p:animEffect transition="in" filter="wipe(left)">
                                      <p:cBhvr>
                                        <p:cTn id="45" dur="500"/>
                                        <p:tgtEl>
                                          <p:spTgt spid="258"/>
                                        </p:tgtEl>
                                      </p:cBhvr>
                                    </p:animEffect>
                                  </p:childTnLst>
                                </p:cTn>
                              </p:par>
                            </p:childTnLst>
                          </p:cTn>
                        </p:par>
                        <p:par>
                          <p:cTn id="46" fill="hold">
                            <p:stCondLst>
                              <p:cond delay="4500"/>
                            </p:stCondLst>
                            <p:childTnLst>
                              <p:par>
                                <p:cTn id="47" presetID="22" presetClass="entr" presetSubtype="8" fill="hold" nodeType="afterEffect">
                                  <p:stCondLst>
                                    <p:cond delay="0"/>
                                  </p:stCondLst>
                                  <p:childTnLst>
                                    <p:set>
                                      <p:cBhvr>
                                        <p:cTn id="48" dur="1" fill="hold">
                                          <p:stCondLst>
                                            <p:cond delay="0"/>
                                          </p:stCondLst>
                                        </p:cTn>
                                        <p:tgtEl>
                                          <p:spTgt spid="261"/>
                                        </p:tgtEl>
                                        <p:attrNameLst>
                                          <p:attrName>style.visibility</p:attrName>
                                        </p:attrNameLst>
                                      </p:cBhvr>
                                      <p:to>
                                        <p:strVal val="visible"/>
                                      </p:to>
                                    </p:set>
                                    <p:animEffect transition="in" filter="wipe(left)">
                                      <p:cBhvr>
                                        <p:cTn id="49" dur="500"/>
                                        <p:tgtEl>
                                          <p:spTgt spid="261"/>
                                        </p:tgtEl>
                                      </p:cBhvr>
                                    </p:animEffect>
                                  </p:childTnLst>
                                </p:cTn>
                              </p:par>
                            </p:childTnLst>
                          </p:cTn>
                        </p:par>
                        <p:par>
                          <p:cTn id="50" fill="hold">
                            <p:stCondLst>
                              <p:cond delay="5000"/>
                            </p:stCondLst>
                            <p:childTnLst>
                              <p:par>
                                <p:cTn id="51" presetID="22" presetClass="entr" presetSubtype="8" fill="hold" nodeType="afterEffect">
                                  <p:stCondLst>
                                    <p:cond delay="0"/>
                                  </p:stCondLst>
                                  <p:childTnLst>
                                    <p:set>
                                      <p:cBhvr>
                                        <p:cTn id="52" dur="1" fill="hold">
                                          <p:stCondLst>
                                            <p:cond delay="0"/>
                                          </p:stCondLst>
                                        </p:cTn>
                                        <p:tgtEl>
                                          <p:spTgt spid="264"/>
                                        </p:tgtEl>
                                        <p:attrNameLst>
                                          <p:attrName>style.visibility</p:attrName>
                                        </p:attrNameLst>
                                      </p:cBhvr>
                                      <p:to>
                                        <p:strVal val="visible"/>
                                      </p:to>
                                    </p:set>
                                    <p:animEffect transition="in" filter="wipe(left)">
                                      <p:cBhvr>
                                        <p:cTn id="53" dur="500"/>
                                        <p:tgtEl>
                                          <p:spTgt spid="264"/>
                                        </p:tgtEl>
                                      </p:cBhvr>
                                    </p:animEffect>
                                  </p:childTnLst>
                                </p:cTn>
                              </p:par>
                            </p:childTnLst>
                          </p:cTn>
                        </p:par>
                        <p:par>
                          <p:cTn id="54" fill="hold">
                            <p:stCondLst>
                              <p:cond delay="5500"/>
                            </p:stCondLst>
                            <p:childTnLst>
                              <p:par>
                                <p:cTn id="55" presetID="22" presetClass="entr" presetSubtype="8" fill="hold" nodeType="afterEffect">
                                  <p:stCondLst>
                                    <p:cond delay="0"/>
                                  </p:stCondLst>
                                  <p:childTnLst>
                                    <p:set>
                                      <p:cBhvr>
                                        <p:cTn id="56" dur="1" fill="hold">
                                          <p:stCondLst>
                                            <p:cond delay="0"/>
                                          </p:stCondLst>
                                        </p:cTn>
                                        <p:tgtEl>
                                          <p:spTgt spid="267"/>
                                        </p:tgtEl>
                                        <p:attrNameLst>
                                          <p:attrName>style.visibility</p:attrName>
                                        </p:attrNameLst>
                                      </p:cBhvr>
                                      <p:to>
                                        <p:strVal val="visible"/>
                                      </p:to>
                                    </p:set>
                                    <p:animEffect transition="in" filter="wipe(left)">
                                      <p:cBhvr>
                                        <p:cTn id="57" dur="500"/>
                                        <p:tgtEl>
                                          <p:spTgt spid="267"/>
                                        </p:tgtEl>
                                      </p:cBhvr>
                                    </p:animEffect>
                                  </p:childTnLst>
                                </p:cTn>
                              </p:par>
                            </p:childTnLst>
                          </p:cTn>
                        </p:par>
                        <p:par>
                          <p:cTn id="58" fill="hold">
                            <p:stCondLst>
                              <p:cond delay="6000"/>
                            </p:stCondLst>
                            <p:childTnLst>
                              <p:par>
                                <p:cTn id="59" presetID="22" presetClass="entr" presetSubtype="8" fill="hold" nodeType="afterEffect">
                                  <p:stCondLst>
                                    <p:cond delay="0"/>
                                  </p:stCondLst>
                                  <p:childTnLst>
                                    <p:set>
                                      <p:cBhvr>
                                        <p:cTn id="60" dur="1" fill="hold">
                                          <p:stCondLst>
                                            <p:cond delay="0"/>
                                          </p:stCondLst>
                                        </p:cTn>
                                        <p:tgtEl>
                                          <p:spTgt spid="270"/>
                                        </p:tgtEl>
                                        <p:attrNameLst>
                                          <p:attrName>style.visibility</p:attrName>
                                        </p:attrNameLst>
                                      </p:cBhvr>
                                      <p:to>
                                        <p:strVal val="visible"/>
                                      </p:to>
                                    </p:set>
                                    <p:animEffect transition="in" filter="wipe(left)">
                                      <p:cBhvr>
                                        <p:cTn id="61" dur="500"/>
                                        <p:tgtEl>
                                          <p:spTgt spid="2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Asia Map Slide</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Asia Map Slide</a:t>
            </a:r>
            <a:endParaRPr lang="en-US" dirty="0"/>
          </a:p>
        </p:txBody>
      </p:sp>
      <p:grpSp>
        <p:nvGrpSpPr>
          <p:cNvPr id="277" name="Group 504"/>
          <p:cNvGrpSpPr/>
          <p:nvPr/>
        </p:nvGrpSpPr>
        <p:grpSpPr>
          <a:xfrm>
            <a:off x="457200" y="2390694"/>
            <a:ext cx="4696400" cy="3112730"/>
            <a:chOff x="2206625" y="1096963"/>
            <a:chExt cx="5597525" cy="3709987"/>
          </a:xfrm>
          <a:solidFill>
            <a:schemeClr val="tx1">
              <a:lumMod val="10000"/>
              <a:lumOff val="90000"/>
            </a:schemeClr>
          </a:solidFill>
        </p:grpSpPr>
        <p:grpSp>
          <p:nvGrpSpPr>
            <p:cNvPr id="278" name="Group 205"/>
            <p:cNvGrpSpPr>
              <a:grpSpLocks/>
            </p:cNvGrpSpPr>
            <p:nvPr/>
          </p:nvGrpSpPr>
          <p:grpSpPr bwMode="auto">
            <a:xfrm>
              <a:off x="2224089" y="1096960"/>
              <a:ext cx="4314827" cy="3709984"/>
              <a:chOff x="1401" y="691"/>
              <a:chExt cx="2718" cy="2337"/>
            </a:xfrm>
            <a:grpFill/>
          </p:grpSpPr>
          <p:sp>
            <p:nvSpPr>
              <p:cNvPr id="350" name="Freeform 5"/>
              <p:cNvSpPr>
                <a:spLocks/>
              </p:cNvSpPr>
              <p:nvPr/>
            </p:nvSpPr>
            <p:spPr bwMode="auto">
              <a:xfrm>
                <a:off x="3025" y="2161"/>
                <a:ext cx="156" cy="377"/>
              </a:xfrm>
              <a:custGeom>
                <a:avLst/>
                <a:gdLst/>
                <a:ahLst/>
                <a:cxnLst>
                  <a:cxn ang="0">
                    <a:pos x="154" y="270"/>
                  </a:cxn>
                  <a:cxn ang="0">
                    <a:pos x="154" y="279"/>
                  </a:cxn>
                  <a:cxn ang="0">
                    <a:pos x="152" y="294"/>
                  </a:cxn>
                  <a:cxn ang="0">
                    <a:pos x="140" y="310"/>
                  </a:cxn>
                  <a:cxn ang="0">
                    <a:pos x="126" y="320"/>
                  </a:cxn>
                  <a:cxn ang="0">
                    <a:pos x="111" y="329"/>
                  </a:cxn>
                  <a:cxn ang="0">
                    <a:pos x="100" y="334"/>
                  </a:cxn>
                  <a:cxn ang="0">
                    <a:pos x="92" y="350"/>
                  </a:cxn>
                  <a:cxn ang="0">
                    <a:pos x="76" y="360"/>
                  </a:cxn>
                  <a:cxn ang="0">
                    <a:pos x="64" y="374"/>
                  </a:cxn>
                  <a:cxn ang="0">
                    <a:pos x="55" y="365"/>
                  </a:cxn>
                  <a:cxn ang="0">
                    <a:pos x="59" y="341"/>
                  </a:cxn>
                  <a:cxn ang="0">
                    <a:pos x="50" y="339"/>
                  </a:cxn>
                  <a:cxn ang="0">
                    <a:pos x="55" y="327"/>
                  </a:cxn>
                  <a:cxn ang="0">
                    <a:pos x="66" y="317"/>
                  </a:cxn>
                  <a:cxn ang="0">
                    <a:pos x="83" y="320"/>
                  </a:cxn>
                  <a:cxn ang="0">
                    <a:pos x="78" y="301"/>
                  </a:cxn>
                  <a:cxn ang="0">
                    <a:pos x="90" y="298"/>
                  </a:cxn>
                  <a:cxn ang="0">
                    <a:pos x="102" y="286"/>
                  </a:cxn>
                  <a:cxn ang="0">
                    <a:pos x="116" y="275"/>
                  </a:cxn>
                  <a:cxn ang="0">
                    <a:pos x="116" y="251"/>
                  </a:cxn>
                  <a:cxn ang="0">
                    <a:pos x="111" y="232"/>
                  </a:cxn>
                  <a:cxn ang="0">
                    <a:pos x="116" y="213"/>
                  </a:cxn>
                  <a:cxn ang="0">
                    <a:pos x="109" y="196"/>
                  </a:cxn>
                  <a:cxn ang="0">
                    <a:pos x="107" y="182"/>
                  </a:cxn>
                  <a:cxn ang="0">
                    <a:pos x="95" y="173"/>
                  </a:cxn>
                  <a:cxn ang="0">
                    <a:pos x="85" y="156"/>
                  </a:cxn>
                  <a:cxn ang="0">
                    <a:pos x="73" y="140"/>
                  </a:cxn>
                  <a:cxn ang="0">
                    <a:pos x="62" y="125"/>
                  </a:cxn>
                  <a:cxn ang="0">
                    <a:pos x="52" y="113"/>
                  </a:cxn>
                  <a:cxn ang="0">
                    <a:pos x="38" y="104"/>
                  </a:cxn>
                  <a:cxn ang="0">
                    <a:pos x="47" y="94"/>
                  </a:cxn>
                  <a:cxn ang="0">
                    <a:pos x="57" y="83"/>
                  </a:cxn>
                  <a:cxn ang="0">
                    <a:pos x="50" y="73"/>
                  </a:cxn>
                  <a:cxn ang="0">
                    <a:pos x="40" y="64"/>
                  </a:cxn>
                  <a:cxn ang="0">
                    <a:pos x="24" y="64"/>
                  </a:cxn>
                  <a:cxn ang="0">
                    <a:pos x="14" y="49"/>
                  </a:cxn>
                  <a:cxn ang="0">
                    <a:pos x="10" y="40"/>
                  </a:cxn>
                  <a:cxn ang="0">
                    <a:pos x="0" y="23"/>
                  </a:cxn>
                  <a:cxn ang="0">
                    <a:pos x="14" y="19"/>
                  </a:cxn>
                  <a:cxn ang="0">
                    <a:pos x="26" y="14"/>
                  </a:cxn>
                  <a:cxn ang="0">
                    <a:pos x="38" y="23"/>
                  </a:cxn>
                  <a:cxn ang="0">
                    <a:pos x="50" y="14"/>
                  </a:cxn>
                  <a:cxn ang="0">
                    <a:pos x="66" y="2"/>
                  </a:cxn>
                  <a:cxn ang="0">
                    <a:pos x="78" y="12"/>
                  </a:cxn>
                  <a:cxn ang="0">
                    <a:pos x="95" y="14"/>
                  </a:cxn>
                  <a:cxn ang="0">
                    <a:pos x="95" y="31"/>
                  </a:cxn>
                  <a:cxn ang="0">
                    <a:pos x="109" y="42"/>
                  </a:cxn>
                  <a:cxn ang="0">
                    <a:pos x="123" y="47"/>
                  </a:cxn>
                  <a:cxn ang="0">
                    <a:pos x="116" y="57"/>
                  </a:cxn>
                  <a:cxn ang="0">
                    <a:pos x="107" y="68"/>
                  </a:cxn>
                  <a:cxn ang="0">
                    <a:pos x="95" y="76"/>
                  </a:cxn>
                  <a:cxn ang="0">
                    <a:pos x="83" y="87"/>
                  </a:cxn>
                  <a:cxn ang="0">
                    <a:pos x="76" y="109"/>
                  </a:cxn>
                  <a:cxn ang="0">
                    <a:pos x="81" y="125"/>
                  </a:cxn>
                  <a:cxn ang="0">
                    <a:pos x="92" y="137"/>
                  </a:cxn>
                  <a:cxn ang="0">
                    <a:pos x="102" y="154"/>
                  </a:cxn>
                  <a:cxn ang="0">
                    <a:pos x="114" y="170"/>
                  </a:cxn>
                  <a:cxn ang="0">
                    <a:pos x="128" y="182"/>
                  </a:cxn>
                  <a:cxn ang="0">
                    <a:pos x="137" y="196"/>
                  </a:cxn>
                  <a:cxn ang="0">
                    <a:pos x="144" y="213"/>
                  </a:cxn>
                  <a:cxn ang="0">
                    <a:pos x="149" y="234"/>
                  </a:cxn>
                </a:cxnLst>
                <a:rect l="0" t="0" r="r" b="b"/>
                <a:pathLst>
                  <a:path w="156" h="377">
                    <a:moveTo>
                      <a:pt x="154" y="249"/>
                    </a:moveTo>
                    <a:lnTo>
                      <a:pt x="154" y="251"/>
                    </a:lnTo>
                    <a:lnTo>
                      <a:pt x="154" y="251"/>
                    </a:lnTo>
                    <a:lnTo>
                      <a:pt x="154" y="251"/>
                    </a:lnTo>
                    <a:lnTo>
                      <a:pt x="154" y="253"/>
                    </a:lnTo>
                    <a:lnTo>
                      <a:pt x="154" y="253"/>
                    </a:lnTo>
                    <a:lnTo>
                      <a:pt x="154" y="256"/>
                    </a:lnTo>
                    <a:lnTo>
                      <a:pt x="154" y="256"/>
                    </a:lnTo>
                    <a:lnTo>
                      <a:pt x="154" y="258"/>
                    </a:lnTo>
                    <a:lnTo>
                      <a:pt x="154" y="258"/>
                    </a:lnTo>
                    <a:lnTo>
                      <a:pt x="154" y="260"/>
                    </a:lnTo>
                    <a:lnTo>
                      <a:pt x="154" y="260"/>
                    </a:lnTo>
                    <a:lnTo>
                      <a:pt x="154" y="260"/>
                    </a:lnTo>
                    <a:lnTo>
                      <a:pt x="154" y="260"/>
                    </a:lnTo>
                    <a:lnTo>
                      <a:pt x="154" y="263"/>
                    </a:lnTo>
                    <a:lnTo>
                      <a:pt x="154" y="263"/>
                    </a:lnTo>
                    <a:lnTo>
                      <a:pt x="154" y="263"/>
                    </a:lnTo>
                    <a:lnTo>
                      <a:pt x="156" y="263"/>
                    </a:lnTo>
                    <a:lnTo>
                      <a:pt x="156" y="265"/>
                    </a:lnTo>
                    <a:lnTo>
                      <a:pt x="156" y="265"/>
                    </a:lnTo>
                    <a:lnTo>
                      <a:pt x="156" y="265"/>
                    </a:lnTo>
                    <a:lnTo>
                      <a:pt x="156" y="267"/>
                    </a:lnTo>
                    <a:lnTo>
                      <a:pt x="156" y="267"/>
                    </a:lnTo>
                    <a:lnTo>
                      <a:pt x="156" y="267"/>
                    </a:lnTo>
                    <a:lnTo>
                      <a:pt x="154" y="267"/>
                    </a:lnTo>
                    <a:lnTo>
                      <a:pt x="154" y="270"/>
                    </a:lnTo>
                    <a:lnTo>
                      <a:pt x="154" y="270"/>
                    </a:lnTo>
                    <a:lnTo>
                      <a:pt x="154" y="270"/>
                    </a:lnTo>
                    <a:lnTo>
                      <a:pt x="154" y="270"/>
                    </a:lnTo>
                    <a:lnTo>
                      <a:pt x="154" y="272"/>
                    </a:lnTo>
                    <a:lnTo>
                      <a:pt x="156" y="272"/>
                    </a:lnTo>
                    <a:lnTo>
                      <a:pt x="156" y="272"/>
                    </a:lnTo>
                    <a:lnTo>
                      <a:pt x="156" y="272"/>
                    </a:lnTo>
                    <a:lnTo>
                      <a:pt x="156" y="272"/>
                    </a:lnTo>
                    <a:lnTo>
                      <a:pt x="156" y="272"/>
                    </a:lnTo>
                    <a:lnTo>
                      <a:pt x="156" y="275"/>
                    </a:lnTo>
                    <a:lnTo>
                      <a:pt x="156" y="275"/>
                    </a:lnTo>
                    <a:lnTo>
                      <a:pt x="154" y="275"/>
                    </a:lnTo>
                    <a:lnTo>
                      <a:pt x="154" y="275"/>
                    </a:lnTo>
                    <a:lnTo>
                      <a:pt x="154" y="275"/>
                    </a:lnTo>
                    <a:lnTo>
                      <a:pt x="154" y="275"/>
                    </a:lnTo>
                    <a:lnTo>
                      <a:pt x="152" y="275"/>
                    </a:lnTo>
                    <a:lnTo>
                      <a:pt x="152" y="272"/>
                    </a:lnTo>
                    <a:lnTo>
                      <a:pt x="152" y="272"/>
                    </a:lnTo>
                    <a:lnTo>
                      <a:pt x="152" y="275"/>
                    </a:lnTo>
                    <a:lnTo>
                      <a:pt x="152" y="275"/>
                    </a:lnTo>
                    <a:lnTo>
                      <a:pt x="152" y="275"/>
                    </a:lnTo>
                    <a:lnTo>
                      <a:pt x="152" y="277"/>
                    </a:lnTo>
                    <a:lnTo>
                      <a:pt x="154" y="277"/>
                    </a:lnTo>
                    <a:lnTo>
                      <a:pt x="154" y="277"/>
                    </a:lnTo>
                    <a:lnTo>
                      <a:pt x="154" y="277"/>
                    </a:lnTo>
                    <a:lnTo>
                      <a:pt x="154" y="277"/>
                    </a:lnTo>
                    <a:lnTo>
                      <a:pt x="154" y="279"/>
                    </a:lnTo>
                    <a:lnTo>
                      <a:pt x="154" y="279"/>
                    </a:lnTo>
                    <a:lnTo>
                      <a:pt x="154" y="279"/>
                    </a:lnTo>
                    <a:lnTo>
                      <a:pt x="154" y="279"/>
                    </a:lnTo>
                    <a:lnTo>
                      <a:pt x="154" y="282"/>
                    </a:lnTo>
                    <a:lnTo>
                      <a:pt x="154" y="282"/>
                    </a:lnTo>
                    <a:lnTo>
                      <a:pt x="154" y="282"/>
                    </a:lnTo>
                    <a:lnTo>
                      <a:pt x="152" y="282"/>
                    </a:lnTo>
                    <a:lnTo>
                      <a:pt x="152" y="282"/>
                    </a:lnTo>
                    <a:lnTo>
                      <a:pt x="152" y="282"/>
                    </a:lnTo>
                    <a:lnTo>
                      <a:pt x="152" y="282"/>
                    </a:lnTo>
                    <a:lnTo>
                      <a:pt x="152" y="282"/>
                    </a:lnTo>
                    <a:lnTo>
                      <a:pt x="154" y="282"/>
                    </a:lnTo>
                    <a:lnTo>
                      <a:pt x="154" y="284"/>
                    </a:lnTo>
                    <a:lnTo>
                      <a:pt x="154" y="284"/>
                    </a:lnTo>
                    <a:lnTo>
                      <a:pt x="154" y="284"/>
                    </a:lnTo>
                    <a:lnTo>
                      <a:pt x="154" y="284"/>
                    </a:lnTo>
                    <a:lnTo>
                      <a:pt x="154" y="286"/>
                    </a:lnTo>
                    <a:lnTo>
                      <a:pt x="152" y="286"/>
                    </a:lnTo>
                    <a:lnTo>
                      <a:pt x="152" y="284"/>
                    </a:lnTo>
                    <a:lnTo>
                      <a:pt x="152" y="284"/>
                    </a:lnTo>
                    <a:lnTo>
                      <a:pt x="152" y="286"/>
                    </a:lnTo>
                    <a:lnTo>
                      <a:pt x="152" y="286"/>
                    </a:lnTo>
                    <a:lnTo>
                      <a:pt x="152" y="289"/>
                    </a:lnTo>
                    <a:lnTo>
                      <a:pt x="152" y="289"/>
                    </a:lnTo>
                    <a:lnTo>
                      <a:pt x="152" y="289"/>
                    </a:lnTo>
                    <a:lnTo>
                      <a:pt x="152" y="291"/>
                    </a:lnTo>
                    <a:lnTo>
                      <a:pt x="152" y="291"/>
                    </a:lnTo>
                    <a:lnTo>
                      <a:pt x="152" y="291"/>
                    </a:lnTo>
                    <a:lnTo>
                      <a:pt x="152" y="294"/>
                    </a:lnTo>
                    <a:lnTo>
                      <a:pt x="152" y="294"/>
                    </a:lnTo>
                    <a:lnTo>
                      <a:pt x="152" y="294"/>
                    </a:lnTo>
                    <a:lnTo>
                      <a:pt x="152" y="296"/>
                    </a:lnTo>
                    <a:lnTo>
                      <a:pt x="152" y="296"/>
                    </a:lnTo>
                    <a:lnTo>
                      <a:pt x="149" y="296"/>
                    </a:lnTo>
                    <a:lnTo>
                      <a:pt x="149" y="298"/>
                    </a:lnTo>
                    <a:lnTo>
                      <a:pt x="149" y="298"/>
                    </a:lnTo>
                    <a:lnTo>
                      <a:pt x="149" y="301"/>
                    </a:lnTo>
                    <a:lnTo>
                      <a:pt x="149" y="301"/>
                    </a:lnTo>
                    <a:lnTo>
                      <a:pt x="149" y="301"/>
                    </a:lnTo>
                    <a:lnTo>
                      <a:pt x="149" y="301"/>
                    </a:lnTo>
                    <a:lnTo>
                      <a:pt x="147" y="301"/>
                    </a:lnTo>
                    <a:lnTo>
                      <a:pt x="147" y="301"/>
                    </a:lnTo>
                    <a:lnTo>
                      <a:pt x="147" y="301"/>
                    </a:lnTo>
                    <a:lnTo>
                      <a:pt x="147" y="303"/>
                    </a:lnTo>
                    <a:lnTo>
                      <a:pt x="147" y="303"/>
                    </a:lnTo>
                    <a:lnTo>
                      <a:pt x="147" y="305"/>
                    </a:lnTo>
                    <a:lnTo>
                      <a:pt x="147" y="305"/>
                    </a:lnTo>
                    <a:lnTo>
                      <a:pt x="147" y="305"/>
                    </a:lnTo>
                    <a:lnTo>
                      <a:pt x="147" y="308"/>
                    </a:lnTo>
                    <a:lnTo>
                      <a:pt x="144" y="308"/>
                    </a:lnTo>
                    <a:lnTo>
                      <a:pt x="144" y="308"/>
                    </a:lnTo>
                    <a:lnTo>
                      <a:pt x="142" y="308"/>
                    </a:lnTo>
                    <a:lnTo>
                      <a:pt x="142" y="308"/>
                    </a:lnTo>
                    <a:lnTo>
                      <a:pt x="142" y="308"/>
                    </a:lnTo>
                    <a:lnTo>
                      <a:pt x="142" y="308"/>
                    </a:lnTo>
                    <a:lnTo>
                      <a:pt x="140" y="308"/>
                    </a:lnTo>
                    <a:lnTo>
                      <a:pt x="140" y="310"/>
                    </a:lnTo>
                    <a:lnTo>
                      <a:pt x="140" y="310"/>
                    </a:lnTo>
                    <a:lnTo>
                      <a:pt x="140" y="310"/>
                    </a:lnTo>
                    <a:lnTo>
                      <a:pt x="140" y="310"/>
                    </a:lnTo>
                    <a:lnTo>
                      <a:pt x="140" y="310"/>
                    </a:lnTo>
                    <a:lnTo>
                      <a:pt x="140" y="310"/>
                    </a:lnTo>
                    <a:lnTo>
                      <a:pt x="137" y="310"/>
                    </a:lnTo>
                    <a:lnTo>
                      <a:pt x="137" y="310"/>
                    </a:lnTo>
                    <a:lnTo>
                      <a:pt x="137" y="310"/>
                    </a:lnTo>
                    <a:lnTo>
                      <a:pt x="135" y="310"/>
                    </a:lnTo>
                    <a:lnTo>
                      <a:pt x="135" y="313"/>
                    </a:lnTo>
                    <a:lnTo>
                      <a:pt x="135" y="313"/>
                    </a:lnTo>
                    <a:lnTo>
                      <a:pt x="135" y="313"/>
                    </a:lnTo>
                    <a:lnTo>
                      <a:pt x="135" y="315"/>
                    </a:lnTo>
                    <a:lnTo>
                      <a:pt x="135" y="315"/>
                    </a:lnTo>
                    <a:lnTo>
                      <a:pt x="133" y="315"/>
                    </a:lnTo>
                    <a:lnTo>
                      <a:pt x="133" y="315"/>
                    </a:lnTo>
                    <a:lnTo>
                      <a:pt x="133" y="315"/>
                    </a:lnTo>
                    <a:lnTo>
                      <a:pt x="133" y="317"/>
                    </a:lnTo>
                    <a:lnTo>
                      <a:pt x="130" y="317"/>
                    </a:lnTo>
                    <a:lnTo>
                      <a:pt x="130" y="317"/>
                    </a:lnTo>
                    <a:lnTo>
                      <a:pt x="130" y="317"/>
                    </a:lnTo>
                    <a:lnTo>
                      <a:pt x="130" y="317"/>
                    </a:lnTo>
                    <a:lnTo>
                      <a:pt x="130" y="317"/>
                    </a:lnTo>
                    <a:lnTo>
                      <a:pt x="128" y="317"/>
                    </a:lnTo>
                    <a:lnTo>
                      <a:pt x="128" y="317"/>
                    </a:lnTo>
                    <a:lnTo>
                      <a:pt x="128" y="317"/>
                    </a:lnTo>
                    <a:lnTo>
                      <a:pt x="128" y="317"/>
                    </a:lnTo>
                    <a:lnTo>
                      <a:pt x="126" y="317"/>
                    </a:lnTo>
                    <a:lnTo>
                      <a:pt x="126" y="320"/>
                    </a:lnTo>
                    <a:lnTo>
                      <a:pt x="126" y="320"/>
                    </a:lnTo>
                    <a:lnTo>
                      <a:pt x="126" y="320"/>
                    </a:lnTo>
                    <a:lnTo>
                      <a:pt x="126" y="320"/>
                    </a:lnTo>
                    <a:lnTo>
                      <a:pt x="126" y="322"/>
                    </a:lnTo>
                    <a:lnTo>
                      <a:pt x="123" y="322"/>
                    </a:lnTo>
                    <a:lnTo>
                      <a:pt x="123" y="322"/>
                    </a:lnTo>
                    <a:lnTo>
                      <a:pt x="123" y="322"/>
                    </a:lnTo>
                    <a:lnTo>
                      <a:pt x="123" y="322"/>
                    </a:lnTo>
                    <a:lnTo>
                      <a:pt x="123" y="322"/>
                    </a:lnTo>
                    <a:lnTo>
                      <a:pt x="121" y="322"/>
                    </a:lnTo>
                    <a:lnTo>
                      <a:pt x="121" y="322"/>
                    </a:lnTo>
                    <a:lnTo>
                      <a:pt x="121" y="322"/>
                    </a:lnTo>
                    <a:lnTo>
                      <a:pt x="121" y="322"/>
                    </a:lnTo>
                    <a:lnTo>
                      <a:pt x="121" y="324"/>
                    </a:lnTo>
                    <a:lnTo>
                      <a:pt x="118" y="324"/>
                    </a:lnTo>
                    <a:lnTo>
                      <a:pt x="118" y="324"/>
                    </a:lnTo>
                    <a:lnTo>
                      <a:pt x="118" y="324"/>
                    </a:lnTo>
                    <a:lnTo>
                      <a:pt x="116" y="324"/>
                    </a:lnTo>
                    <a:lnTo>
                      <a:pt x="116" y="324"/>
                    </a:lnTo>
                    <a:lnTo>
                      <a:pt x="116" y="327"/>
                    </a:lnTo>
                    <a:lnTo>
                      <a:pt x="116" y="327"/>
                    </a:lnTo>
                    <a:lnTo>
                      <a:pt x="116" y="327"/>
                    </a:lnTo>
                    <a:lnTo>
                      <a:pt x="114" y="327"/>
                    </a:lnTo>
                    <a:lnTo>
                      <a:pt x="114" y="329"/>
                    </a:lnTo>
                    <a:lnTo>
                      <a:pt x="114" y="329"/>
                    </a:lnTo>
                    <a:lnTo>
                      <a:pt x="114" y="329"/>
                    </a:lnTo>
                    <a:lnTo>
                      <a:pt x="111" y="329"/>
                    </a:lnTo>
                    <a:lnTo>
                      <a:pt x="111" y="329"/>
                    </a:lnTo>
                    <a:lnTo>
                      <a:pt x="111" y="329"/>
                    </a:lnTo>
                    <a:lnTo>
                      <a:pt x="109" y="329"/>
                    </a:lnTo>
                    <a:lnTo>
                      <a:pt x="109" y="329"/>
                    </a:lnTo>
                    <a:lnTo>
                      <a:pt x="109" y="331"/>
                    </a:lnTo>
                    <a:lnTo>
                      <a:pt x="109" y="331"/>
                    </a:lnTo>
                    <a:lnTo>
                      <a:pt x="107" y="331"/>
                    </a:lnTo>
                    <a:lnTo>
                      <a:pt x="107" y="331"/>
                    </a:lnTo>
                    <a:lnTo>
                      <a:pt x="107" y="331"/>
                    </a:lnTo>
                    <a:lnTo>
                      <a:pt x="107" y="331"/>
                    </a:lnTo>
                    <a:lnTo>
                      <a:pt x="107" y="331"/>
                    </a:lnTo>
                    <a:lnTo>
                      <a:pt x="104" y="331"/>
                    </a:lnTo>
                    <a:lnTo>
                      <a:pt x="104" y="331"/>
                    </a:lnTo>
                    <a:lnTo>
                      <a:pt x="104" y="331"/>
                    </a:lnTo>
                    <a:lnTo>
                      <a:pt x="104" y="331"/>
                    </a:lnTo>
                    <a:lnTo>
                      <a:pt x="104" y="329"/>
                    </a:lnTo>
                    <a:lnTo>
                      <a:pt x="104" y="329"/>
                    </a:lnTo>
                    <a:lnTo>
                      <a:pt x="102" y="329"/>
                    </a:lnTo>
                    <a:lnTo>
                      <a:pt x="102" y="329"/>
                    </a:lnTo>
                    <a:lnTo>
                      <a:pt x="102" y="331"/>
                    </a:lnTo>
                    <a:lnTo>
                      <a:pt x="102" y="331"/>
                    </a:lnTo>
                    <a:lnTo>
                      <a:pt x="102" y="331"/>
                    </a:lnTo>
                    <a:lnTo>
                      <a:pt x="102" y="331"/>
                    </a:lnTo>
                    <a:lnTo>
                      <a:pt x="100" y="331"/>
                    </a:lnTo>
                    <a:lnTo>
                      <a:pt x="100" y="331"/>
                    </a:lnTo>
                    <a:lnTo>
                      <a:pt x="100" y="331"/>
                    </a:lnTo>
                    <a:lnTo>
                      <a:pt x="100" y="331"/>
                    </a:lnTo>
                    <a:lnTo>
                      <a:pt x="100" y="331"/>
                    </a:lnTo>
                    <a:lnTo>
                      <a:pt x="100" y="331"/>
                    </a:lnTo>
                    <a:lnTo>
                      <a:pt x="100" y="334"/>
                    </a:lnTo>
                    <a:lnTo>
                      <a:pt x="100" y="334"/>
                    </a:lnTo>
                    <a:lnTo>
                      <a:pt x="100" y="336"/>
                    </a:lnTo>
                    <a:lnTo>
                      <a:pt x="100" y="336"/>
                    </a:lnTo>
                    <a:lnTo>
                      <a:pt x="100" y="336"/>
                    </a:lnTo>
                    <a:lnTo>
                      <a:pt x="100" y="339"/>
                    </a:lnTo>
                    <a:lnTo>
                      <a:pt x="100" y="339"/>
                    </a:lnTo>
                    <a:lnTo>
                      <a:pt x="100" y="339"/>
                    </a:lnTo>
                    <a:lnTo>
                      <a:pt x="97" y="339"/>
                    </a:lnTo>
                    <a:lnTo>
                      <a:pt x="97" y="341"/>
                    </a:lnTo>
                    <a:lnTo>
                      <a:pt x="97" y="341"/>
                    </a:lnTo>
                    <a:lnTo>
                      <a:pt x="95" y="341"/>
                    </a:lnTo>
                    <a:lnTo>
                      <a:pt x="95" y="341"/>
                    </a:lnTo>
                    <a:lnTo>
                      <a:pt x="97" y="341"/>
                    </a:lnTo>
                    <a:lnTo>
                      <a:pt x="97" y="341"/>
                    </a:lnTo>
                    <a:lnTo>
                      <a:pt x="97" y="343"/>
                    </a:lnTo>
                    <a:lnTo>
                      <a:pt x="97" y="343"/>
                    </a:lnTo>
                    <a:lnTo>
                      <a:pt x="95" y="343"/>
                    </a:lnTo>
                    <a:lnTo>
                      <a:pt x="95" y="346"/>
                    </a:lnTo>
                    <a:lnTo>
                      <a:pt x="95" y="346"/>
                    </a:lnTo>
                    <a:lnTo>
                      <a:pt x="95" y="346"/>
                    </a:lnTo>
                    <a:lnTo>
                      <a:pt x="95" y="346"/>
                    </a:lnTo>
                    <a:lnTo>
                      <a:pt x="95" y="348"/>
                    </a:lnTo>
                    <a:lnTo>
                      <a:pt x="95" y="348"/>
                    </a:lnTo>
                    <a:lnTo>
                      <a:pt x="95" y="350"/>
                    </a:lnTo>
                    <a:lnTo>
                      <a:pt x="95" y="350"/>
                    </a:lnTo>
                    <a:lnTo>
                      <a:pt x="92" y="350"/>
                    </a:lnTo>
                    <a:lnTo>
                      <a:pt x="92" y="350"/>
                    </a:lnTo>
                    <a:lnTo>
                      <a:pt x="92" y="350"/>
                    </a:lnTo>
                    <a:lnTo>
                      <a:pt x="92" y="353"/>
                    </a:lnTo>
                    <a:lnTo>
                      <a:pt x="90" y="353"/>
                    </a:lnTo>
                    <a:lnTo>
                      <a:pt x="90" y="353"/>
                    </a:lnTo>
                    <a:lnTo>
                      <a:pt x="90" y="353"/>
                    </a:lnTo>
                    <a:lnTo>
                      <a:pt x="88" y="353"/>
                    </a:lnTo>
                    <a:lnTo>
                      <a:pt x="88" y="350"/>
                    </a:lnTo>
                    <a:lnTo>
                      <a:pt x="88" y="350"/>
                    </a:lnTo>
                    <a:lnTo>
                      <a:pt x="88" y="353"/>
                    </a:lnTo>
                    <a:lnTo>
                      <a:pt x="88" y="353"/>
                    </a:lnTo>
                    <a:lnTo>
                      <a:pt x="88" y="353"/>
                    </a:lnTo>
                    <a:lnTo>
                      <a:pt x="85" y="353"/>
                    </a:lnTo>
                    <a:lnTo>
                      <a:pt x="85" y="355"/>
                    </a:lnTo>
                    <a:lnTo>
                      <a:pt x="85" y="355"/>
                    </a:lnTo>
                    <a:lnTo>
                      <a:pt x="85" y="358"/>
                    </a:lnTo>
                    <a:lnTo>
                      <a:pt x="85" y="358"/>
                    </a:lnTo>
                    <a:lnTo>
                      <a:pt x="83" y="358"/>
                    </a:lnTo>
                    <a:lnTo>
                      <a:pt x="83" y="358"/>
                    </a:lnTo>
                    <a:lnTo>
                      <a:pt x="83" y="358"/>
                    </a:lnTo>
                    <a:lnTo>
                      <a:pt x="83" y="358"/>
                    </a:lnTo>
                    <a:lnTo>
                      <a:pt x="81" y="358"/>
                    </a:lnTo>
                    <a:lnTo>
                      <a:pt x="81" y="358"/>
                    </a:lnTo>
                    <a:lnTo>
                      <a:pt x="81" y="360"/>
                    </a:lnTo>
                    <a:lnTo>
                      <a:pt x="81" y="360"/>
                    </a:lnTo>
                    <a:lnTo>
                      <a:pt x="78" y="360"/>
                    </a:lnTo>
                    <a:lnTo>
                      <a:pt x="78" y="360"/>
                    </a:lnTo>
                    <a:lnTo>
                      <a:pt x="78" y="360"/>
                    </a:lnTo>
                    <a:lnTo>
                      <a:pt x="76" y="360"/>
                    </a:lnTo>
                    <a:lnTo>
                      <a:pt x="76" y="360"/>
                    </a:lnTo>
                    <a:lnTo>
                      <a:pt x="76" y="360"/>
                    </a:lnTo>
                    <a:lnTo>
                      <a:pt x="76" y="360"/>
                    </a:lnTo>
                    <a:lnTo>
                      <a:pt x="73" y="360"/>
                    </a:lnTo>
                    <a:lnTo>
                      <a:pt x="73" y="362"/>
                    </a:lnTo>
                    <a:lnTo>
                      <a:pt x="73" y="362"/>
                    </a:lnTo>
                    <a:lnTo>
                      <a:pt x="73" y="362"/>
                    </a:lnTo>
                    <a:lnTo>
                      <a:pt x="73" y="362"/>
                    </a:lnTo>
                    <a:lnTo>
                      <a:pt x="71" y="362"/>
                    </a:lnTo>
                    <a:lnTo>
                      <a:pt x="71" y="362"/>
                    </a:lnTo>
                    <a:lnTo>
                      <a:pt x="71" y="365"/>
                    </a:lnTo>
                    <a:lnTo>
                      <a:pt x="69" y="365"/>
                    </a:lnTo>
                    <a:lnTo>
                      <a:pt x="69" y="365"/>
                    </a:lnTo>
                    <a:lnTo>
                      <a:pt x="69" y="365"/>
                    </a:lnTo>
                    <a:lnTo>
                      <a:pt x="69" y="367"/>
                    </a:lnTo>
                    <a:lnTo>
                      <a:pt x="69" y="367"/>
                    </a:lnTo>
                    <a:lnTo>
                      <a:pt x="69" y="367"/>
                    </a:lnTo>
                    <a:lnTo>
                      <a:pt x="69" y="369"/>
                    </a:lnTo>
                    <a:lnTo>
                      <a:pt x="69" y="369"/>
                    </a:lnTo>
                    <a:lnTo>
                      <a:pt x="66" y="369"/>
                    </a:lnTo>
                    <a:lnTo>
                      <a:pt x="66" y="369"/>
                    </a:lnTo>
                    <a:lnTo>
                      <a:pt x="66" y="372"/>
                    </a:lnTo>
                    <a:lnTo>
                      <a:pt x="66" y="372"/>
                    </a:lnTo>
                    <a:lnTo>
                      <a:pt x="66" y="372"/>
                    </a:lnTo>
                    <a:lnTo>
                      <a:pt x="66" y="372"/>
                    </a:lnTo>
                    <a:lnTo>
                      <a:pt x="64" y="372"/>
                    </a:lnTo>
                    <a:lnTo>
                      <a:pt x="64" y="372"/>
                    </a:lnTo>
                    <a:lnTo>
                      <a:pt x="64" y="374"/>
                    </a:lnTo>
                    <a:lnTo>
                      <a:pt x="64" y="374"/>
                    </a:lnTo>
                    <a:lnTo>
                      <a:pt x="62" y="374"/>
                    </a:lnTo>
                    <a:lnTo>
                      <a:pt x="62" y="377"/>
                    </a:lnTo>
                    <a:lnTo>
                      <a:pt x="62" y="377"/>
                    </a:lnTo>
                    <a:lnTo>
                      <a:pt x="62" y="377"/>
                    </a:lnTo>
                    <a:lnTo>
                      <a:pt x="59" y="377"/>
                    </a:lnTo>
                    <a:lnTo>
                      <a:pt x="59" y="377"/>
                    </a:lnTo>
                    <a:lnTo>
                      <a:pt x="59" y="377"/>
                    </a:lnTo>
                    <a:lnTo>
                      <a:pt x="57" y="377"/>
                    </a:lnTo>
                    <a:lnTo>
                      <a:pt x="57" y="377"/>
                    </a:lnTo>
                    <a:lnTo>
                      <a:pt x="57" y="377"/>
                    </a:lnTo>
                    <a:lnTo>
                      <a:pt x="55" y="377"/>
                    </a:lnTo>
                    <a:lnTo>
                      <a:pt x="55" y="377"/>
                    </a:lnTo>
                    <a:lnTo>
                      <a:pt x="55" y="377"/>
                    </a:lnTo>
                    <a:lnTo>
                      <a:pt x="55" y="377"/>
                    </a:lnTo>
                    <a:lnTo>
                      <a:pt x="55" y="374"/>
                    </a:lnTo>
                    <a:lnTo>
                      <a:pt x="55" y="374"/>
                    </a:lnTo>
                    <a:lnTo>
                      <a:pt x="55" y="374"/>
                    </a:lnTo>
                    <a:lnTo>
                      <a:pt x="55" y="374"/>
                    </a:lnTo>
                    <a:lnTo>
                      <a:pt x="55" y="372"/>
                    </a:lnTo>
                    <a:lnTo>
                      <a:pt x="55" y="372"/>
                    </a:lnTo>
                    <a:lnTo>
                      <a:pt x="55" y="372"/>
                    </a:lnTo>
                    <a:lnTo>
                      <a:pt x="55" y="369"/>
                    </a:lnTo>
                    <a:lnTo>
                      <a:pt x="55" y="369"/>
                    </a:lnTo>
                    <a:lnTo>
                      <a:pt x="55" y="369"/>
                    </a:lnTo>
                    <a:lnTo>
                      <a:pt x="55" y="369"/>
                    </a:lnTo>
                    <a:lnTo>
                      <a:pt x="55" y="367"/>
                    </a:lnTo>
                    <a:lnTo>
                      <a:pt x="55" y="367"/>
                    </a:lnTo>
                    <a:lnTo>
                      <a:pt x="55" y="365"/>
                    </a:lnTo>
                    <a:lnTo>
                      <a:pt x="55" y="365"/>
                    </a:lnTo>
                    <a:lnTo>
                      <a:pt x="55" y="362"/>
                    </a:lnTo>
                    <a:lnTo>
                      <a:pt x="55" y="362"/>
                    </a:lnTo>
                    <a:lnTo>
                      <a:pt x="55" y="360"/>
                    </a:lnTo>
                    <a:lnTo>
                      <a:pt x="55" y="360"/>
                    </a:lnTo>
                    <a:lnTo>
                      <a:pt x="55" y="360"/>
                    </a:lnTo>
                    <a:lnTo>
                      <a:pt x="55" y="358"/>
                    </a:lnTo>
                    <a:lnTo>
                      <a:pt x="55" y="358"/>
                    </a:lnTo>
                    <a:lnTo>
                      <a:pt x="55" y="355"/>
                    </a:lnTo>
                    <a:lnTo>
                      <a:pt x="55" y="355"/>
                    </a:lnTo>
                    <a:lnTo>
                      <a:pt x="55" y="353"/>
                    </a:lnTo>
                    <a:lnTo>
                      <a:pt x="55" y="353"/>
                    </a:lnTo>
                    <a:lnTo>
                      <a:pt x="55" y="350"/>
                    </a:lnTo>
                    <a:lnTo>
                      <a:pt x="57" y="350"/>
                    </a:lnTo>
                    <a:lnTo>
                      <a:pt x="57" y="350"/>
                    </a:lnTo>
                    <a:lnTo>
                      <a:pt x="57" y="350"/>
                    </a:lnTo>
                    <a:lnTo>
                      <a:pt x="57" y="348"/>
                    </a:lnTo>
                    <a:lnTo>
                      <a:pt x="57" y="348"/>
                    </a:lnTo>
                    <a:lnTo>
                      <a:pt x="57" y="346"/>
                    </a:lnTo>
                    <a:lnTo>
                      <a:pt x="57" y="346"/>
                    </a:lnTo>
                    <a:lnTo>
                      <a:pt x="57" y="346"/>
                    </a:lnTo>
                    <a:lnTo>
                      <a:pt x="57" y="343"/>
                    </a:lnTo>
                    <a:lnTo>
                      <a:pt x="57" y="343"/>
                    </a:lnTo>
                    <a:lnTo>
                      <a:pt x="57" y="343"/>
                    </a:lnTo>
                    <a:lnTo>
                      <a:pt x="59" y="343"/>
                    </a:lnTo>
                    <a:lnTo>
                      <a:pt x="59" y="341"/>
                    </a:lnTo>
                    <a:lnTo>
                      <a:pt x="59" y="341"/>
                    </a:lnTo>
                    <a:lnTo>
                      <a:pt x="59" y="341"/>
                    </a:lnTo>
                    <a:lnTo>
                      <a:pt x="62" y="341"/>
                    </a:lnTo>
                    <a:lnTo>
                      <a:pt x="62" y="341"/>
                    </a:lnTo>
                    <a:lnTo>
                      <a:pt x="62" y="341"/>
                    </a:lnTo>
                    <a:lnTo>
                      <a:pt x="62" y="341"/>
                    </a:lnTo>
                    <a:lnTo>
                      <a:pt x="62" y="339"/>
                    </a:lnTo>
                    <a:lnTo>
                      <a:pt x="59" y="339"/>
                    </a:lnTo>
                    <a:lnTo>
                      <a:pt x="59" y="339"/>
                    </a:lnTo>
                    <a:lnTo>
                      <a:pt x="59" y="339"/>
                    </a:lnTo>
                    <a:lnTo>
                      <a:pt x="57" y="339"/>
                    </a:lnTo>
                    <a:lnTo>
                      <a:pt x="57" y="339"/>
                    </a:lnTo>
                    <a:lnTo>
                      <a:pt x="57" y="339"/>
                    </a:lnTo>
                    <a:lnTo>
                      <a:pt x="57" y="336"/>
                    </a:lnTo>
                    <a:lnTo>
                      <a:pt x="55" y="336"/>
                    </a:lnTo>
                    <a:lnTo>
                      <a:pt x="55" y="336"/>
                    </a:lnTo>
                    <a:lnTo>
                      <a:pt x="55" y="336"/>
                    </a:lnTo>
                    <a:lnTo>
                      <a:pt x="55" y="334"/>
                    </a:lnTo>
                    <a:lnTo>
                      <a:pt x="55" y="334"/>
                    </a:lnTo>
                    <a:lnTo>
                      <a:pt x="55" y="336"/>
                    </a:lnTo>
                    <a:lnTo>
                      <a:pt x="52" y="336"/>
                    </a:lnTo>
                    <a:lnTo>
                      <a:pt x="52" y="336"/>
                    </a:lnTo>
                    <a:lnTo>
                      <a:pt x="52" y="336"/>
                    </a:lnTo>
                    <a:lnTo>
                      <a:pt x="50" y="336"/>
                    </a:lnTo>
                    <a:lnTo>
                      <a:pt x="50" y="339"/>
                    </a:lnTo>
                    <a:lnTo>
                      <a:pt x="50" y="339"/>
                    </a:lnTo>
                    <a:lnTo>
                      <a:pt x="50" y="341"/>
                    </a:lnTo>
                    <a:lnTo>
                      <a:pt x="50" y="341"/>
                    </a:lnTo>
                    <a:lnTo>
                      <a:pt x="50" y="339"/>
                    </a:lnTo>
                    <a:lnTo>
                      <a:pt x="50" y="339"/>
                    </a:lnTo>
                    <a:lnTo>
                      <a:pt x="50" y="339"/>
                    </a:lnTo>
                    <a:lnTo>
                      <a:pt x="47" y="339"/>
                    </a:lnTo>
                    <a:lnTo>
                      <a:pt x="47" y="336"/>
                    </a:lnTo>
                    <a:lnTo>
                      <a:pt x="47" y="336"/>
                    </a:lnTo>
                    <a:lnTo>
                      <a:pt x="50" y="336"/>
                    </a:lnTo>
                    <a:lnTo>
                      <a:pt x="50" y="334"/>
                    </a:lnTo>
                    <a:lnTo>
                      <a:pt x="50" y="334"/>
                    </a:lnTo>
                    <a:lnTo>
                      <a:pt x="50" y="334"/>
                    </a:lnTo>
                    <a:lnTo>
                      <a:pt x="50" y="334"/>
                    </a:lnTo>
                    <a:lnTo>
                      <a:pt x="50" y="331"/>
                    </a:lnTo>
                    <a:lnTo>
                      <a:pt x="50" y="331"/>
                    </a:lnTo>
                    <a:lnTo>
                      <a:pt x="47" y="331"/>
                    </a:lnTo>
                    <a:lnTo>
                      <a:pt x="47" y="331"/>
                    </a:lnTo>
                    <a:lnTo>
                      <a:pt x="47" y="331"/>
                    </a:lnTo>
                    <a:lnTo>
                      <a:pt x="47" y="329"/>
                    </a:lnTo>
                    <a:lnTo>
                      <a:pt x="47" y="329"/>
                    </a:lnTo>
                    <a:lnTo>
                      <a:pt x="50" y="329"/>
                    </a:lnTo>
                    <a:lnTo>
                      <a:pt x="50" y="329"/>
                    </a:lnTo>
                    <a:lnTo>
                      <a:pt x="50" y="329"/>
                    </a:lnTo>
                    <a:lnTo>
                      <a:pt x="50" y="327"/>
                    </a:lnTo>
                    <a:lnTo>
                      <a:pt x="50" y="327"/>
                    </a:lnTo>
                    <a:lnTo>
                      <a:pt x="50" y="327"/>
                    </a:lnTo>
                    <a:lnTo>
                      <a:pt x="52" y="327"/>
                    </a:lnTo>
                    <a:lnTo>
                      <a:pt x="52" y="327"/>
                    </a:lnTo>
                    <a:lnTo>
                      <a:pt x="55" y="327"/>
                    </a:lnTo>
                    <a:lnTo>
                      <a:pt x="55" y="327"/>
                    </a:lnTo>
                    <a:lnTo>
                      <a:pt x="55" y="327"/>
                    </a:lnTo>
                    <a:lnTo>
                      <a:pt x="55" y="327"/>
                    </a:lnTo>
                    <a:lnTo>
                      <a:pt x="55" y="327"/>
                    </a:lnTo>
                    <a:lnTo>
                      <a:pt x="57" y="327"/>
                    </a:lnTo>
                    <a:lnTo>
                      <a:pt x="57" y="327"/>
                    </a:lnTo>
                    <a:lnTo>
                      <a:pt x="57" y="327"/>
                    </a:lnTo>
                    <a:lnTo>
                      <a:pt x="57" y="324"/>
                    </a:lnTo>
                    <a:lnTo>
                      <a:pt x="57" y="324"/>
                    </a:lnTo>
                    <a:lnTo>
                      <a:pt x="59" y="324"/>
                    </a:lnTo>
                    <a:lnTo>
                      <a:pt x="59" y="322"/>
                    </a:lnTo>
                    <a:lnTo>
                      <a:pt x="59" y="322"/>
                    </a:lnTo>
                    <a:lnTo>
                      <a:pt x="62" y="322"/>
                    </a:lnTo>
                    <a:lnTo>
                      <a:pt x="62" y="322"/>
                    </a:lnTo>
                    <a:lnTo>
                      <a:pt x="62" y="322"/>
                    </a:lnTo>
                    <a:lnTo>
                      <a:pt x="62" y="320"/>
                    </a:lnTo>
                    <a:lnTo>
                      <a:pt x="62" y="320"/>
                    </a:lnTo>
                    <a:lnTo>
                      <a:pt x="62" y="320"/>
                    </a:lnTo>
                    <a:lnTo>
                      <a:pt x="62" y="320"/>
                    </a:lnTo>
                    <a:lnTo>
                      <a:pt x="62" y="317"/>
                    </a:lnTo>
                    <a:lnTo>
                      <a:pt x="62" y="317"/>
                    </a:lnTo>
                    <a:lnTo>
                      <a:pt x="62" y="317"/>
                    </a:lnTo>
                    <a:lnTo>
                      <a:pt x="62" y="315"/>
                    </a:lnTo>
                    <a:lnTo>
                      <a:pt x="62" y="315"/>
                    </a:lnTo>
                    <a:lnTo>
                      <a:pt x="62" y="317"/>
                    </a:lnTo>
                    <a:lnTo>
                      <a:pt x="64" y="317"/>
                    </a:lnTo>
                    <a:lnTo>
                      <a:pt x="64" y="317"/>
                    </a:lnTo>
                    <a:lnTo>
                      <a:pt x="66" y="317"/>
                    </a:lnTo>
                    <a:lnTo>
                      <a:pt x="66" y="317"/>
                    </a:lnTo>
                    <a:lnTo>
                      <a:pt x="66" y="317"/>
                    </a:lnTo>
                    <a:lnTo>
                      <a:pt x="66" y="317"/>
                    </a:lnTo>
                    <a:lnTo>
                      <a:pt x="69" y="317"/>
                    </a:lnTo>
                    <a:lnTo>
                      <a:pt x="69" y="317"/>
                    </a:lnTo>
                    <a:lnTo>
                      <a:pt x="69" y="317"/>
                    </a:lnTo>
                    <a:lnTo>
                      <a:pt x="69" y="315"/>
                    </a:lnTo>
                    <a:lnTo>
                      <a:pt x="69" y="315"/>
                    </a:lnTo>
                    <a:lnTo>
                      <a:pt x="71" y="315"/>
                    </a:lnTo>
                    <a:lnTo>
                      <a:pt x="71" y="315"/>
                    </a:lnTo>
                    <a:lnTo>
                      <a:pt x="73" y="315"/>
                    </a:lnTo>
                    <a:lnTo>
                      <a:pt x="73" y="315"/>
                    </a:lnTo>
                    <a:lnTo>
                      <a:pt x="73" y="315"/>
                    </a:lnTo>
                    <a:lnTo>
                      <a:pt x="73" y="315"/>
                    </a:lnTo>
                    <a:lnTo>
                      <a:pt x="76" y="315"/>
                    </a:lnTo>
                    <a:lnTo>
                      <a:pt x="76" y="315"/>
                    </a:lnTo>
                    <a:lnTo>
                      <a:pt x="76" y="315"/>
                    </a:lnTo>
                    <a:lnTo>
                      <a:pt x="76" y="315"/>
                    </a:lnTo>
                    <a:lnTo>
                      <a:pt x="78" y="315"/>
                    </a:lnTo>
                    <a:lnTo>
                      <a:pt x="78" y="317"/>
                    </a:lnTo>
                    <a:lnTo>
                      <a:pt x="78" y="317"/>
                    </a:lnTo>
                    <a:lnTo>
                      <a:pt x="78" y="317"/>
                    </a:lnTo>
                    <a:lnTo>
                      <a:pt x="78" y="320"/>
                    </a:lnTo>
                    <a:lnTo>
                      <a:pt x="81" y="320"/>
                    </a:lnTo>
                    <a:lnTo>
                      <a:pt x="81" y="317"/>
                    </a:lnTo>
                    <a:lnTo>
                      <a:pt x="81" y="317"/>
                    </a:lnTo>
                    <a:lnTo>
                      <a:pt x="81" y="317"/>
                    </a:lnTo>
                    <a:lnTo>
                      <a:pt x="81" y="320"/>
                    </a:lnTo>
                    <a:lnTo>
                      <a:pt x="83" y="320"/>
                    </a:lnTo>
                    <a:lnTo>
                      <a:pt x="83" y="320"/>
                    </a:lnTo>
                    <a:lnTo>
                      <a:pt x="83" y="320"/>
                    </a:lnTo>
                    <a:lnTo>
                      <a:pt x="83" y="320"/>
                    </a:lnTo>
                    <a:lnTo>
                      <a:pt x="85" y="320"/>
                    </a:lnTo>
                    <a:lnTo>
                      <a:pt x="85" y="320"/>
                    </a:lnTo>
                    <a:lnTo>
                      <a:pt x="85" y="317"/>
                    </a:lnTo>
                    <a:lnTo>
                      <a:pt x="85" y="317"/>
                    </a:lnTo>
                    <a:lnTo>
                      <a:pt x="85" y="315"/>
                    </a:lnTo>
                    <a:lnTo>
                      <a:pt x="85" y="315"/>
                    </a:lnTo>
                    <a:lnTo>
                      <a:pt x="85" y="315"/>
                    </a:lnTo>
                    <a:lnTo>
                      <a:pt x="85" y="313"/>
                    </a:lnTo>
                    <a:lnTo>
                      <a:pt x="85" y="313"/>
                    </a:lnTo>
                    <a:lnTo>
                      <a:pt x="85" y="313"/>
                    </a:lnTo>
                    <a:lnTo>
                      <a:pt x="83" y="313"/>
                    </a:lnTo>
                    <a:lnTo>
                      <a:pt x="83" y="313"/>
                    </a:lnTo>
                    <a:lnTo>
                      <a:pt x="83" y="310"/>
                    </a:lnTo>
                    <a:lnTo>
                      <a:pt x="83" y="310"/>
                    </a:lnTo>
                    <a:lnTo>
                      <a:pt x="83" y="310"/>
                    </a:lnTo>
                    <a:lnTo>
                      <a:pt x="81" y="310"/>
                    </a:lnTo>
                    <a:lnTo>
                      <a:pt x="81" y="310"/>
                    </a:lnTo>
                    <a:lnTo>
                      <a:pt x="81" y="310"/>
                    </a:lnTo>
                    <a:lnTo>
                      <a:pt x="81" y="310"/>
                    </a:lnTo>
                    <a:lnTo>
                      <a:pt x="81" y="308"/>
                    </a:lnTo>
                    <a:lnTo>
                      <a:pt x="81" y="308"/>
                    </a:lnTo>
                    <a:lnTo>
                      <a:pt x="78" y="308"/>
                    </a:lnTo>
                    <a:lnTo>
                      <a:pt x="78" y="305"/>
                    </a:lnTo>
                    <a:lnTo>
                      <a:pt x="78" y="305"/>
                    </a:lnTo>
                    <a:lnTo>
                      <a:pt x="78" y="303"/>
                    </a:lnTo>
                    <a:lnTo>
                      <a:pt x="78" y="303"/>
                    </a:lnTo>
                    <a:lnTo>
                      <a:pt x="78" y="301"/>
                    </a:lnTo>
                    <a:lnTo>
                      <a:pt x="78" y="301"/>
                    </a:lnTo>
                    <a:lnTo>
                      <a:pt x="78" y="301"/>
                    </a:lnTo>
                    <a:lnTo>
                      <a:pt x="78" y="301"/>
                    </a:lnTo>
                    <a:lnTo>
                      <a:pt x="78" y="298"/>
                    </a:lnTo>
                    <a:lnTo>
                      <a:pt x="78" y="298"/>
                    </a:lnTo>
                    <a:lnTo>
                      <a:pt x="78" y="298"/>
                    </a:lnTo>
                    <a:lnTo>
                      <a:pt x="81" y="298"/>
                    </a:lnTo>
                    <a:lnTo>
                      <a:pt x="81" y="298"/>
                    </a:lnTo>
                    <a:lnTo>
                      <a:pt x="81" y="298"/>
                    </a:lnTo>
                    <a:lnTo>
                      <a:pt x="81" y="296"/>
                    </a:lnTo>
                    <a:lnTo>
                      <a:pt x="81" y="296"/>
                    </a:lnTo>
                    <a:lnTo>
                      <a:pt x="83" y="296"/>
                    </a:lnTo>
                    <a:lnTo>
                      <a:pt x="83" y="294"/>
                    </a:lnTo>
                    <a:lnTo>
                      <a:pt x="83" y="294"/>
                    </a:lnTo>
                    <a:lnTo>
                      <a:pt x="83" y="296"/>
                    </a:lnTo>
                    <a:lnTo>
                      <a:pt x="83" y="296"/>
                    </a:lnTo>
                    <a:lnTo>
                      <a:pt x="85" y="296"/>
                    </a:lnTo>
                    <a:lnTo>
                      <a:pt x="85" y="296"/>
                    </a:lnTo>
                    <a:lnTo>
                      <a:pt x="88" y="296"/>
                    </a:lnTo>
                    <a:lnTo>
                      <a:pt x="88" y="296"/>
                    </a:lnTo>
                    <a:lnTo>
                      <a:pt x="88" y="296"/>
                    </a:lnTo>
                    <a:lnTo>
                      <a:pt x="88" y="298"/>
                    </a:lnTo>
                    <a:lnTo>
                      <a:pt x="88" y="298"/>
                    </a:lnTo>
                    <a:lnTo>
                      <a:pt x="90" y="298"/>
                    </a:lnTo>
                    <a:lnTo>
                      <a:pt x="90" y="296"/>
                    </a:lnTo>
                    <a:lnTo>
                      <a:pt x="90" y="296"/>
                    </a:lnTo>
                    <a:lnTo>
                      <a:pt x="90" y="298"/>
                    </a:lnTo>
                    <a:lnTo>
                      <a:pt x="90" y="298"/>
                    </a:lnTo>
                    <a:lnTo>
                      <a:pt x="90" y="296"/>
                    </a:lnTo>
                    <a:lnTo>
                      <a:pt x="90" y="296"/>
                    </a:lnTo>
                    <a:lnTo>
                      <a:pt x="90" y="296"/>
                    </a:lnTo>
                    <a:lnTo>
                      <a:pt x="90" y="294"/>
                    </a:lnTo>
                    <a:lnTo>
                      <a:pt x="90" y="294"/>
                    </a:lnTo>
                    <a:lnTo>
                      <a:pt x="90" y="294"/>
                    </a:lnTo>
                    <a:lnTo>
                      <a:pt x="90" y="291"/>
                    </a:lnTo>
                    <a:lnTo>
                      <a:pt x="90" y="291"/>
                    </a:lnTo>
                    <a:lnTo>
                      <a:pt x="90" y="291"/>
                    </a:lnTo>
                    <a:lnTo>
                      <a:pt x="90" y="291"/>
                    </a:lnTo>
                    <a:lnTo>
                      <a:pt x="90" y="291"/>
                    </a:lnTo>
                    <a:lnTo>
                      <a:pt x="92" y="291"/>
                    </a:lnTo>
                    <a:lnTo>
                      <a:pt x="92" y="291"/>
                    </a:lnTo>
                    <a:lnTo>
                      <a:pt x="95" y="291"/>
                    </a:lnTo>
                    <a:lnTo>
                      <a:pt x="95" y="291"/>
                    </a:lnTo>
                    <a:lnTo>
                      <a:pt x="95" y="291"/>
                    </a:lnTo>
                    <a:lnTo>
                      <a:pt x="97" y="291"/>
                    </a:lnTo>
                    <a:lnTo>
                      <a:pt x="97" y="289"/>
                    </a:lnTo>
                    <a:lnTo>
                      <a:pt x="97" y="289"/>
                    </a:lnTo>
                    <a:lnTo>
                      <a:pt x="97" y="289"/>
                    </a:lnTo>
                    <a:lnTo>
                      <a:pt x="100" y="289"/>
                    </a:lnTo>
                    <a:lnTo>
                      <a:pt x="100" y="286"/>
                    </a:lnTo>
                    <a:lnTo>
                      <a:pt x="100" y="286"/>
                    </a:lnTo>
                    <a:lnTo>
                      <a:pt x="100" y="286"/>
                    </a:lnTo>
                    <a:lnTo>
                      <a:pt x="102" y="286"/>
                    </a:lnTo>
                    <a:lnTo>
                      <a:pt x="102" y="286"/>
                    </a:lnTo>
                    <a:lnTo>
                      <a:pt x="102" y="286"/>
                    </a:lnTo>
                    <a:lnTo>
                      <a:pt x="102" y="286"/>
                    </a:lnTo>
                    <a:lnTo>
                      <a:pt x="104" y="286"/>
                    </a:lnTo>
                    <a:lnTo>
                      <a:pt x="104" y="284"/>
                    </a:lnTo>
                    <a:lnTo>
                      <a:pt x="104" y="284"/>
                    </a:lnTo>
                    <a:lnTo>
                      <a:pt x="104" y="284"/>
                    </a:lnTo>
                    <a:lnTo>
                      <a:pt x="107" y="284"/>
                    </a:lnTo>
                    <a:lnTo>
                      <a:pt x="107" y="282"/>
                    </a:lnTo>
                    <a:lnTo>
                      <a:pt x="107" y="282"/>
                    </a:lnTo>
                    <a:lnTo>
                      <a:pt x="107" y="282"/>
                    </a:lnTo>
                    <a:lnTo>
                      <a:pt x="107" y="282"/>
                    </a:lnTo>
                    <a:lnTo>
                      <a:pt x="109" y="282"/>
                    </a:lnTo>
                    <a:lnTo>
                      <a:pt x="109" y="282"/>
                    </a:lnTo>
                    <a:lnTo>
                      <a:pt x="109" y="282"/>
                    </a:lnTo>
                    <a:lnTo>
                      <a:pt x="109" y="282"/>
                    </a:lnTo>
                    <a:lnTo>
                      <a:pt x="111" y="282"/>
                    </a:lnTo>
                    <a:lnTo>
                      <a:pt x="111" y="282"/>
                    </a:lnTo>
                    <a:lnTo>
                      <a:pt x="111" y="282"/>
                    </a:lnTo>
                    <a:lnTo>
                      <a:pt x="111" y="282"/>
                    </a:lnTo>
                    <a:lnTo>
                      <a:pt x="114" y="282"/>
                    </a:lnTo>
                    <a:lnTo>
                      <a:pt x="114" y="282"/>
                    </a:lnTo>
                    <a:lnTo>
                      <a:pt x="114" y="282"/>
                    </a:lnTo>
                    <a:lnTo>
                      <a:pt x="114" y="282"/>
                    </a:lnTo>
                    <a:lnTo>
                      <a:pt x="114" y="282"/>
                    </a:lnTo>
                    <a:lnTo>
                      <a:pt x="114" y="279"/>
                    </a:lnTo>
                    <a:lnTo>
                      <a:pt x="114" y="279"/>
                    </a:lnTo>
                    <a:lnTo>
                      <a:pt x="116" y="279"/>
                    </a:lnTo>
                    <a:lnTo>
                      <a:pt x="116" y="277"/>
                    </a:lnTo>
                    <a:lnTo>
                      <a:pt x="116" y="277"/>
                    </a:lnTo>
                    <a:lnTo>
                      <a:pt x="116" y="275"/>
                    </a:lnTo>
                    <a:lnTo>
                      <a:pt x="116" y="275"/>
                    </a:lnTo>
                    <a:lnTo>
                      <a:pt x="116" y="272"/>
                    </a:lnTo>
                    <a:lnTo>
                      <a:pt x="116" y="272"/>
                    </a:lnTo>
                    <a:lnTo>
                      <a:pt x="116" y="272"/>
                    </a:lnTo>
                    <a:lnTo>
                      <a:pt x="116" y="270"/>
                    </a:lnTo>
                    <a:lnTo>
                      <a:pt x="116" y="270"/>
                    </a:lnTo>
                    <a:lnTo>
                      <a:pt x="114" y="270"/>
                    </a:lnTo>
                    <a:lnTo>
                      <a:pt x="114" y="267"/>
                    </a:lnTo>
                    <a:lnTo>
                      <a:pt x="114" y="267"/>
                    </a:lnTo>
                    <a:lnTo>
                      <a:pt x="114" y="267"/>
                    </a:lnTo>
                    <a:lnTo>
                      <a:pt x="114" y="265"/>
                    </a:lnTo>
                    <a:lnTo>
                      <a:pt x="114" y="265"/>
                    </a:lnTo>
                    <a:lnTo>
                      <a:pt x="114" y="263"/>
                    </a:lnTo>
                    <a:lnTo>
                      <a:pt x="114" y="263"/>
                    </a:lnTo>
                    <a:lnTo>
                      <a:pt x="114" y="260"/>
                    </a:lnTo>
                    <a:lnTo>
                      <a:pt x="114" y="260"/>
                    </a:lnTo>
                    <a:lnTo>
                      <a:pt x="114" y="260"/>
                    </a:lnTo>
                    <a:lnTo>
                      <a:pt x="114" y="260"/>
                    </a:lnTo>
                    <a:lnTo>
                      <a:pt x="114" y="258"/>
                    </a:lnTo>
                    <a:lnTo>
                      <a:pt x="116" y="258"/>
                    </a:lnTo>
                    <a:lnTo>
                      <a:pt x="116" y="258"/>
                    </a:lnTo>
                    <a:lnTo>
                      <a:pt x="116" y="256"/>
                    </a:lnTo>
                    <a:lnTo>
                      <a:pt x="116" y="256"/>
                    </a:lnTo>
                    <a:lnTo>
                      <a:pt x="116" y="256"/>
                    </a:lnTo>
                    <a:lnTo>
                      <a:pt x="116" y="253"/>
                    </a:lnTo>
                    <a:lnTo>
                      <a:pt x="116" y="253"/>
                    </a:lnTo>
                    <a:lnTo>
                      <a:pt x="116" y="251"/>
                    </a:lnTo>
                    <a:lnTo>
                      <a:pt x="116" y="251"/>
                    </a:lnTo>
                    <a:lnTo>
                      <a:pt x="116" y="251"/>
                    </a:lnTo>
                    <a:lnTo>
                      <a:pt x="116" y="251"/>
                    </a:lnTo>
                    <a:lnTo>
                      <a:pt x="116" y="249"/>
                    </a:lnTo>
                    <a:lnTo>
                      <a:pt x="116" y="249"/>
                    </a:lnTo>
                    <a:lnTo>
                      <a:pt x="116" y="246"/>
                    </a:lnTo>
                    <a:lnTo>
                      <a:pt x="114" y="246"/>
                    </a:lnTo>
                    <a:lnTo>
                      <a:pt x="114" y="246"/>
                    </a:lnTo>
                    <a:lnTo>
                      <a:pt x="114" y="244"/>
                    </a:lnTo>
                    <a:lnTo>
                      <a:pt x="114" y="244"/>
                    </a:lnTo>
                    <a:lnTo>
                      <a:pt x="114" y="244"/>
                    </a:lnTo>
                    <a:lnTo>
                      <a:pt x="114" y="244"/>
                    </a:lnTo>
                    <a:lnTo>
                      <a:pt x="114" y="241"/>
                    </a:lnTo>
                    <a:lnTo>
                      <a:pt x="114" y="241"/>
                    </a:lnTo>
                    <a:lnTo>
                      <a:pt x="114" y="241"/>
                    </a:lnTo>
                    <a:lnTo>
                      <a:pt x="114" y="239"/>
                    </a:lnTo>
                    <a:lnTo>
                      <a:pt x="114" y="239"/>
                    </a:lnTo>
                    <a:lnTo>
                      <a:pt x="111" y="239"/>
                    </a:lnTo>
                    <a:lnTo>
                      <a:pt x="111" y="239"/>
                    </a:lnTo>
                    <a:lnTo>
                      <a:pt x="111" y="237"/>
                    </a:lnTo>
                    <a:lnTo>
                      <a:pt x="111" y="237"/>
                    </a:lnTo>
                    <a:lnTo>
                      <a:pt x="109" y="237"/>
                    </a:lnTo>
                    <a:lnTo>
                      <a:pt x="109" y="234"/>
                    </a:lnTo>
                    <a:lnTo>
                      <a:pt x="109" y="234"/>
                    </a:lnTo>
                    <a:lnTo>
                      <a:pt x="111" y="234"/>
                    </a:lnTo>
                    <a:lnTo>
                      <a:pt x="111" y="232"/>
                    </a:lnTo>
                    <a:lnTo>
                      <a:pt x="111" y="232"/>
                    </a:lnTo>
                    <a:lnTo>
                      <a:pt x="111" y="232"/>
                    </a:lnTo>
                    <a:lnTo>
                      <a:pt x="111" y="232"/>
                    </a:lnTo>
                    <a:lnTo>
                      <a:pt x="111" y="230"/>
                    </a:lnTo>
                    <a:lnTo>
                      <a:pt x="111" y="230"/>
                    </a:lnTo>
                    <a:lnTo>
                      <a:pt x="114" y="230"/>
                    </a:lnTo>
                    <a:lnTo>
                      <a:pt x="114" y="227"/>
                    </a:lnTo>
                    <a:lnTo>
                      <a:pt x="114" y="227"/>
                    </a:lnTo>
                    <a:lnTo>
                      <a:pt x="114" y="227"/>
                    </a:lnTo>
                    <a:lnTo>
                      <a:pt x="114" y="225"/>
                    </a:lnTo>
                    <a:lnTo>
                      <a:pt x="114" y="225"/>
                    </a:lnTo>
                    <a:lnTo>
                      <a:pt x="114" y="225"/>
                    </a:lnTo>
                    <a:lnTo>
                      <a:pt x="114" y="222"/>
                    </a:lnTo>
                    <a:lnTo>
                      <a:pt x="114" y="222"/>
                    </a:lnTo>
                    <a:lnTo>
                      <a:pt x="114" y="222"/>
                    </a:lnTo>
                    <a:lnTo>
                      <a:pt x="114" y="220"/>
                    </a:lnTo>
                    <a:lnTo>
                      <a:pt x="114" y="220"/>
                    </a:lnTo>
                    <a:lnTo>
                      <a:pt x="114" y="218"/>
                    </a:lnTo>
                    <a:lnTo>
                      <a:pt x="114" y="218"/>
                    </a:lnTo>
                    <a:lnTo>
                      <a:pt x="116" y="218"/>
                    </a:lnTo>
                    <a:lnTo>
                      <a:pt x="116" y="215"/>
                    </a:lnTo>
                    <a:lnTo>
                      <a:pt x="116" y="215"/>
                    </a:lnTo>
                    <a:lnTo>
                      <a:pt x="114" y="215"/>
                    </a:lnTo>
                    <a:lnTo>
                      <a:pt x="114" y="215"/>
                    </a:lnTo>
                    <a:lnTo>
                      <a:pt x="114" y="213"/>
                    </a:lnTo>
                    <a:lnTo>
                      <a:pt x="114" y="213"/>
                    </a:lnTo>
                    <a:lnTo>
                      <a:pt x="114" y="213"/>
                    </a:lnTo>
                    <a:lnTo>
                      <a:pt x="114" y="213"/>
                    </a:lnTo>
                    <a:lnTo>
                      <a:pt x="114" y="213"/>
                    </a:lnTo>
                    <a:lnTo>
                      <a:pt x="114" y="213"/>
                    </a:lnTo>
                    <a:lnTo>
                      <a:pt x="116" y="213"/>
                    </a:lnTo>
                    <a:lnTo>
                      <a:pt x="116" y="213"/>
                    </a:lnTo>
                    <a:lnTo>
                      <a:pt x="116" y="211"/>
                    </a:lnTo>
                    <a:lnTo>
                      <a:pt x="116" y="211"/>
                    </a:lnTo>
                    <a:lnTo>
                      <a:pt x="116" y="211"/>
                    </a:lnTo>
                    <a:lnTo>
                      <a:pt x="116" y="208"/>
                    </a:lnTo>
                    <a:lnTo>
                      <a:pt x="116" y="208"/>
                    </a:lnTo>
                    <a:lnTo>
                      <a:pt x="118" y="208"/>
                    </a:lnTo>
                    <a:lnTo>
                      <a:pt x="118" y="206"/>
                    </a:lnTo>
                    <a:lnTo>
                      <a:pt x="116" y="206"/>
                    </a:lnTo>
                    <a:lnTo>
                      <a:pt x="116" y="206"/>
                    </a:lnTo>
                    <a:lnTo>
                      <a:pt x="116" y="206"/>
                    </a:lnTo>
                    <a:lnTo>
                      <a:pt x="116" y="204"/>
                    </a:lnTo>
                    <a:lnTo>
                      <a:pt x="116" y="204"/>
                    </a:lnTo>
                    <a:lnTo>
                      <a:pt x="116" y="204"/>
                    </a:lnTo>
                    <a:lnTo>
                      <a:pt x="116" y="201"/>
                    </a:lnTo>
                    <a:lnTo>
                      <a:pt x="114" y="201"/>
                    </a:lnTo>
                    <a:lnTo>
                      <a:pt x="114" y="201"/>
                    </a:lnTo>
                    <a:lnTo>
                      <a:pt x="114" y="201"/>
                    </a:lnTo>
                    <a:lnTo>
                      <a:pt x="114" y="201"/>
                    </a:lnTo>
                    <a:lnTo>
                      <a:pt x="114" y="201"/>
                    </a:lnTo>
                    <a:lnTo>
                      <a:pt x="111" y="201"/>
                    </a:lnTo>
                    <a:lnTo>
                      <a:pt x="111" y="201"/>
                    </a:lnTo>
                    <a:lnTo>
                      <a:pt x="111" y="199"/>
                    </a:lnTo>
                    <a:lnTo>
                      <a:pt x="111" y="199"/>
                    </a:lnTo>
                    <a:lnTo>
                      <a:pt x="109" y="199"/>
                    </a:lnTo>
                    <a:lnTo>
                      <a:pt x="109" y="196"/>
                    </a:lnTo>
                    <a:lnTo>
                      <a:pt x="109" y="196"/>
                    </a:lnTo>
                    <a:lnTo>
                      <a:pt x="109" y="196"/>
                    </a:lnTo>
                    <a:lnTo>
                      <a:pt x="109" y="194"/>
                    </a:lnTo>
                    <a:lnTo>
                      <a:pt x="109" y="194"/>
                    </a:lnTo>
                    <a:lnTo>
                      <a:pt x="107" y="194"/>
                    </a:lnTo>
                    <a:lnTo>
                      <a:pt x="107" y="194"/>
                    </a:lnTo>
                    <a:lnTo>
                      <a:pt x="107" y="192"/>
                    </a:lnTo>
                    <a:lnTo>
                      <a:pt x="107" y="192"/>
                    </a:lnTo>
                    <a:lnTo>
                      <a:pt x="109" y="192"/>
                    </a:lnTo>
                    <a:lnTo>
                      <a:pt x="109" y="192"/>
                    </a:lnTo>
                    <a:lnTo>
                      <a:pt x="109" y="192"/>
                    </a:lnTo>
                    <a:lnTo>
                      <a:pt x="109" y="192"/>
                    </a:lnTo>
                    <a:lnTo>
                      <a:pt x="111" y="192"/>
                    </a:lnTo>
                    <a:lnTo>
                      <a:pt x="111" y="192"/>
                    </a:lnTo>
                    <a:lnTo>
                      <a:pt x="111" y="189"/>
                    </a:lnTo>
                    <a:lnTo>
                      <a:pt x="111" y="189"/>
                    </a:lnTo>
                    <a:lnTo>
                      <a:pt x="114" y="189"/>
                    </a:lnTo>
                    <a:lnTo>
                      <a:pt x="114" y="187"/>
                    </a:lnTo>
                    <a:lnTo>
                      <a:pt x="114" y="187"/>
                    </a:lnTo>
                    <a:lnTo>
                      <a:pt x="114" y="185"/>
                    </a:lnTo>
                    <a:lnTo>
                      <a:pt x="111" y="185"/>
                    </a:lnTo>
                    <a:lnTo>
                      <a:pt x="111" y="185"/>
                    </a:lnTo>
                    <a:lnTo>
                      <a:pt x="111" y="187"/>
                    </a:lnTo>
                    <a:lnTo>
                      <a:pt x="109" y="187"/>
                    </a:lnTo>
                    <a:lnTo>
                      <a:pt x="109" y="185"/>
                    </a:lnTo>
                    <a:lnTo>
                      <a:pt x="109" y="185"/>
                    </a:lnTo>
                    <a:lnTo>
                      <a:pt x="109" y="185"/>
                    </a:lnTo>
                    <a:lnTo>
                      <a:pt x="109" y="185"/>
                    </a:lnTo>
                    <a:lnTo>
                      <a:pt x="107" y="185"/>
                    </a:lnTo>
                    <a:lnTo>
                      <a:pt x="107" y="182"/>
                    </a:lnTo>
                    <a:lnTo>
                      <a:pt x="107" y="182"/>
                    </a:lnTo>
                    <a:lnTo>
                      <a:pt x="107" y="182"/>
                    </a:lnTo>
                    <a:lnTo>
                      <a:pt x="107" y="182"/>
                    </a:lnTo>
                    <a:lnTo>
                      <a:pt x="107" y="180"/>
                    </a:lnTo>
                    <a:lnTo>
                      <a:pt x="107" y="180"/>
                    </a:lnTo>
                    <a:lnTo>
                      <a:pt x="104" y="180"/>
                    </a:lnTo>
                    <a:lnTo>
                      <a:pt x="104" y="180"/>
                    </a:lnTo>
                    <a:lnTo>
                      <a:pt x="102" y="180"/>
                    </a:lnTo>
                    <a:lnTo>
                      <a:pt x="102" y="180"/>
                    </a:lnTo>
                    <a:lnTo>
                      <a:pt x="102" y="180"/>
                    </a:lnTo>
                    <a:lnTo>
                      <a:pt x="102" y="177"/>
                    </a:lnTo>
                    <a:lnTo>
                      <a:pt x="102" y="177"/>
                    </a:lnTo>
                    <a:lnTo>
                      <a:pt x="102" y="177"/>
                    </a:lnTo>
                    <a:lnTo>
                      <a:pt x="100" y="177"/>
                    </a:lnTo>
                    <a:lnTo>
                      <a:pt x="100" y="175"/>
                    </a:lnTo>
                    <a:lnTo>
                      <a:pt x="100" y="175"/>
                    </a:lnTo>
                    <a:lnTo>
                      <a:pt x="100" y="173"/>
                    </a:lnTo>
                    <a:lnTo>
                      <a:pt x="100" y="173"/>
                    </a:lnTo>
                    <a:lnTo>
                      <a:pt x="100" y="175"/>
                    </a:lnTo>
                    <a:lnTo>
                      <a:pt x="100" y="175"/>
                    </a:lnTo>
                    <a:lnTo>
                      <a:pt x="100" y="175"/>
                    </a:lnTo>
                    <a:lnTo>
                      <a:pt x="100" y="177"/>
                    </a:lnTo>
                    <a:lnTo>
                      <a:pt x="97" y="177"/>
                    </a:lnTo>
                    <a:lnTo>
                      <a:pt x="97" y="177"/>
                    </a:lnTo>
                    <a:lnTo>
                      <a:pt x="97" y="175"/>
                    </a:lnTo>
                    <a:lnTo>
                      <a:pt x="95" y="175"/>
                    </a:lnTo>
                    <a:lnTo>
                      <a:pt x="95" y="175"/>
                    </a:lnTo>
                    <a:lnTo>
                      <a:pt x="95" y="173"/>
                    </a:lnTo>
                    <a:lnTo>
                      <a:pt x="95" y="173"/>
                    </a:lnTo>
                    <a:lnTo>
                      <a:pt x="95" y="173"/>
                    </a:lnTo>
                    <a:lnTo>
                      <a:pt x="95" y="173"/>
                    </a:lnTo>
                    <a:lnTo>
                      <a:pt x="95" y="173"/>
                    </a:lnTo>
                    <a:lnTo>
                      <a:pt x="95" y="170"/>
                    </a:lnTo>
                    <a:lnTo>
                      <a:pt x="92" y="170"/>
                    </a:lnTo>
                    <a:lnTo>
                      <a:pt x="92" y="170"/>
                    </a:lnTo>
                    <a:lnTo>
                      <a:pt x="92" y="168"/>
                    </a:lnTo>
                    <a:lnTo>
                      <a:pt x="92" y="168"/>
                    </a:lnTo>
                    <a:lnTo>
                      <a:pt x="92" y="166"/>
                    </a:lnTo>
                    <a:lnTo>
                      <a:pt x="92" y="166"/>
                    </a:lnTo>
                    <a:lnTo>
                      <a:pt x="92" y="163"/>
                    </a:lnTo>
                    <a:lnTo>
                      <a:pt x="92" y="163"/>
                    </a:lnTo>
                    <a:lnTo>
                      <a:pt x="92" y="163"/>
                    </a:lnTo>
                    <a:lnTo>
                      <a:pt x="92" y="163"/>
                    </a:lnTo>
                    <a:lnTo>
                      <a:pt x="90" y="163"/>
                    </a:lnTo>
                    <a:lnTo>
                      <a:pt x="90" y="163"/>
                    </a:lnTo>
                    <a:lnTo>
                      <a:pt x="90" y="161"/>
                    </a:lnTo>
                    <a:lnTo>
                      <a:pt x="90" y="161"/>
                    </a:lnTo>
                    <a:lnTo>
                      <a:pt x="90" y="161"/>
                    </a:lnTo>
                    <a:lnTo>
                      <a:pt x="90" y="158"/>
                    </a:lnTo>
                    <a:lnTo>
                      <a:pt x="90" y="158"/>
                    </a:lnTo>
                    <a:lnTo>
                      <a:pt x="88" y="158"/>
                    </a:lnTo>
                    <a:lnTo>
                      <a:pt x="88" y="156"/>
                    </a:lnTo>
                    <a:lnTo>
                      <a:pt x="88" y="156"/>
                    </a:lnTo>
                    <a:lnTo>
                      <a:pt x="88" y="156"/>
                    </a:lnTo>
                    <a:lnTo>
                      <a:pt x="88" y="156"/>
                    </a:lnTo>
                    <a:lnTo>
                      <a:pt x="85" y="156"/>
                    </a:lnTo>
                    <a:lnTo>
                      <a:pt x="85" y="154"/>
                    </a:lnTo>
                    <a:lnTo>
                      <a:pt x="85" y="154"/>
                    </a:lnTo>
                    <a:lnTo>
                      <a:pt x="85" y="154"/>
                    </a:lnTo>
                    <a:lnTo>
                      <a:pt x="83" y="154"/>
                    </a:lnTo>
                    <a:lnTo>
                      <a:pt x="83" y="151"/>
                    </a:lnTo>
                    <a:lnTo>
                      <a:pt x="83" y="151"/>
                    </a:lnTo>
                    <a:lnTo>
                      <a:pt x="83" y="151"/>
                    </a:lnTo>
                    <a:lnTo>
                      <a:pt x="83" y="151"/>
                    </a:lnTo>
                    <a:lnTo>
                      <a:pt x="83" y="151"/>
                    </a:lnTo>
                    <a:lnTo>
                      <a:pt x="81" y="151"/>
                    </a:lnTo>
                    <a:lnTo>
                      <a:pt x="81" y="149"/>
                    </a:lnTo>
                    <a:lnTo>
                      <a:pt x="81" y="149"/>
                    </a:lnTo>
                    <a:lnTo>
                      <a:pt x="81" y="149"/>
                    </a:lnTo>
                    <a:lnTo>
                      <a:pt x="81" y="149"/>
                    </a:lnTo>
                    <a:lnTo>
                      <a:pt x="81" y="147"/>
                    </a:lnTo>
                    <a:lnTo>
                      <a:pt x="78" y="147"/>
                    </a:lnTo>
                    <a:lnTo>
                      <a:pt x="78" y="147"/>
                    </a:lnTo>
                    <a:lnTo>
                      <a:pt x="78" y="147"/>
                    </a:lnTo>
                    <a:lnTo>
                      <a:pt x="78" y="144"/>
                    </a:lnTo>
                    <a:lnTo>
                      <a:pt x="76" y="144"/>
                    </a:lnTo>
                    <a:lnTo>
                      <a:pt x="76" y="144"/>
                    </a:lnTo>
                    <a:lnTo>
                      <a:pt x="76" y="144"/>
                    </a:lnTo>
                    <a:lnTo>
                      <a:pt x="76" y="142"/>
                    </a:lnTo>
                    <a:lnTo>
                      <a:pt x="76" y="142"/>
                    </a:lnTo>
                    <a:lnTo>
                      <a:pt x="76" y="142"/>
                    </a:lnTo>
                    <a:lnTo>
                      <a:pt x="73" y="142"/>
                    </a:lnTo>
                    <a:lnTo>
                      <a:pt x="73" y="142"/>
                    </a:lnTo>
                    <a:lnTo>
                      <a:pt x="73" y="140"/>
                    </a:lnTo>
                    <a:lnTo>
                      <a:pt x="73" y="140"/>
                    </a:lnTo>
                    <a:lnTo>
                      <a:pt x="73" y="140"/>
                    </a:lnTo>
                    <a:lnTo>
                      <a:pt x="73" y="137"/>
                    </a:lnTo>
                    <a:lnTo>
                      <a:pt x="73" y="137"/>
                    </a:lnTo>
                    <a:lnTo>
                      <a:pt x="73" y="137"/>
                    </a:lnTo>
                    <a:lnTo>
                      <a:pt x="73" y="135"/>
                    </a:lnTo>
                    <a:lnTo>
                      <a:pt x="73" y="135"/>
                    </a:lnTo>
                    <a:lnTo>
                      <a:pt x="71" y="135"/>
                    </a:lnTo>
                    <a:lnTo>
                      <a:pt x="71" y="132"/>
                    </a:lnTo>
                    <a:lnTo>
                      <a:pt x="71" y="132"/>
                    </a:lnTo>
                    <a:lnTo>
                      <a:pt x="71" y="132"/>
                    </a:lnTo>
                    <a:lnTo>
                      <a:pt x="71" y="132"/>
                    </a:lnTo>
                    <a:lnTo>
                      <a:pt x="69" y="132"/>
                    </a:lnTo>
                    <a:lnTo>
                      <a:pt x="69" y="132"/>
                    </a:lnTo>
                    <a:lnTo>
                      <a:pt x="69" y="132"/>
                    </a:lnTo>
                    <a:lnTo>
                      <a:pt x="69" y="132"/>
                    </a:lnTo>
                    <a:lnTo>
                      <a:pt x="66" y="132"/>
                    </a:lnTo>
                    <a:lnTo>
                      <a:pt x="66" y="132"/>
                    </a:lnTo>
                    <a:lnTo>
                      <a:pt x="66" y="130"/>
                    </a:lnTo>
                    <a:lnTo>
                      <a:pt x="66" y="130"/>
                    </a:lnTo>
                    <a:lnTo>
                      <a:pt x="66" y="130"/>
                    </a:lnTo>
                    <a:lnTo>
                      <a:pt x="66" y="130"/>
                    </a:lnTo>
                    <a:lnTo>
                      <a:pt x="64" y="130"/>
                    </a:lnTo>
                    <a:lnTo>
                      <a:pt x="64" y="128"/>
                    </a:lnTo>
                    <a:lnTo>
                      <a:pt x="64" y="128"/>
                    </a:lnTo>
                    <a:lnTo>
                      <a:pt x="64" y="128"/>
                    </a:lnTo>
                    <a:lnTo>
                      <a:pt x="64" y="125"/>
                    </a:lnTo>
                    <a:lnTo>
                      <a:pt x="62" y="125"/>
                    </a:lnTo>
                    <a:lnTo>
                      <a:pt x="62" y="125"/>
                    </a:lnTo>
                    <a:lnTo>
                      <a:pt x="62" y="123"/>
                    </a:lnTo>
                    <a:lnTo>
                      <a:pt x="62" y="123"/>
                    </a:lnTo>
                    <a:lnTo>
                      <a:pt x="62" y="123"/>
                    </a:lnTo>
                    <a:lnTo>
                      <a:pt x="64" y="123"/>
                    </a:lnTo>
                    <a:lnTo>
                      <a:pt x="64" y="121"/>
                    </a:lnTo>
                    <a:lnTo>
                      <a:pt x="64" y="121"/>
                    </a:lnTo>
                    <a:lnTo>
                      <a:pt x="64" y="121"/>
                    </a:lnTo>
                    <a:lnTo>
                      <a:pt x="64" y="121"/>
                    </a:lnTo>
                    <a:lnTo>
                      <a:pt x="64" y="118"/>
                    </a:lnTo>
                    <a:lnTo>
                      <a:pt x="62" y="118"/>
                    </a:lnTo>
                    <a:lnTo>
                      <a:pt x="62" y="118"/>
                    </a:lnTo>
                    <a:lnTo>
                      <a:pt x="62" y="118"/>
                    </a:lnTo>
                    <a:lnTo>
                      <a:pt x="62" y="118"/>
                    </a:lnTo>
                    <a:lnTo>
                      <a:pt x="59" y="118"/>
                    </a:lnTo>
                    <a:lnTo>
                      <a:pt x="59" y="118"/>
                    </a:lnTo>
                    <a:lnTo>
                      <a:pt x="59" y="116"/>
                    </a:lnTo>
                    <a:lnTo>
                      <a:pt x="57" y="116"/>
                    </a:lnTo>
                    <a:lnTo>
                      <a:pt x="57" y="116"/>
                    </a:lnTo>
                    <a:lnTo>
                      <a:pt x="57" y="116"/>
                    </a:lnTo>
                    <a:lnTo>
                      <a:pt x="55" y="116"/>
                    </a:lnTo>
                    <a:lnTo>
                      <a:pt x="55" y="116"/>
                    </a:lnTo>
                    <a:lnTo>
                      <a:pt x="55" y="116"/>
                    </a:lnTo>
                    <a:lnTo>
                      <a:pt x="55" y="116"/>
                    </a:lnTo>
                    <a:lnTo>
                      <a:pt x="52" y="116"/>
                    </a:lnTo>
                    <a:lnTo>
                      <a:pt x="52" y="113"/>
                    </a:lnTo>
                    <a:lnTo>
                      <a:pt x="52" y="113"/>
                    </a:lnTo>
                    <a:lnTo>
                      <a:pt x="52" y="113"/>
                    </a:lnTo>
                    <a:lnTo>
                      <a:pt x="50" y="113"/>
                    </a:lnTo>
                    <a:lnTo>
                      <a:pt x="50" y="113"/>
                    </a:lnTo>
                    <a:lnTo>
                      <a:pt x="50" y="113"/>
                    </a:lnTo>
                    <a:lnTo>
                      <a:pt x="50" y="111"/>
                    </a:lnTo>
                    <a:lnTo>
                      <a:pt x="50" y="111"/>
                    </a:lnTo>
                    <a:lnTo>
                      <a:pt x="47" y="111"/>
                    </a:lnTo>
                    <a:lnTo>
                      <a:pt x="47" y="111"/>
                    </a:lnTo>
                    <a:lnTo>
                      <a:pt x="47" y="111"/>
                    </a:lnTo>
                    <a:lnTo>
                      <a:pt x="47" y="111"/>
                    </a:lnTo>
                    <a:lnTo>
                      <a:pt x="47" y="109"/>
                    </a:lnTo>
                    <a:lnTo>
                      <a:pt x="45" y="109"/>
                    </a:lnTo>
                    <a:lnTo>
                      <a:pt x="45" y="109"/>
                    </a:lnTo>
                    <a:lnTo>
                      <a:pt x="45" y="109"/>
                    </a:lnTo>
                    <a:lnTo>
                      <a:pt x="43" y="109"/>
                    </a:lnTo>
                    <a:lnTo>
                      <a:pt x="43" y="109"/>
                    </a:lnTo>
                    <a:lnTo>
                      <a:pt x="43" y="106"/>
                    </a:lnTo>
                    <a:lnTo>
                      <a:pt x="43" y="106"/>
                    </a:lnTo>
                    <a:lnTo>
                      <a:pt x="43" y="106"/>
                    </a:lnTo>
                    <a:lnTo>
                      <a:pt x="40" y="106"/>
                    </a:lnTo>
                    <a:lnTo>
                      <a:pt x="40" y="106"/>
                    </a:lnTo>
                    <a:lnTo>
                      <a:pt x="40" y="104"/>
                    </a:lnTo>
                    <a:lnTo>
                      <a:pt x="40" y="104"/>
                    </a:lnTo>
                    <a:lnTo>
                      <a:pt x="38" y="104"/>
                    </a:lnTo>
                    <a:lnTo>
                      <a:pt x="38" y="104"/>
                    </a:lnTo>
                    <a:lnTo>
                      <a:pt x="38" y="104"/>
                    </a:lnTo>
                    <a:lnTo>
                      <a:pt x="36" y="104"/>
                    </a:lnTo>
                    <a:lnTo>
                      <a:pt x="36" y="104"/>
                    </a:lnTo>
                    <a:lnTo>
                      <a:pt x="38" y="104"/>
                    </a:lnTo>
                    <a:lnTo>
                      <a:pt x="38" y="102"/>
                    </a:lnTo>
                    <a:lnTo>
                      <a:pt x="38" y="102"/>
                    </a:lnTo>
                    <a:lnTo>
                      <a:pt x="38" y="102"/>
                    </a:lnTo>
                    <a:lnTo>
                      <a:pt x="40" y="102"/>
                    </a:lnTo>
                    <a:lnTo>
                      <a:pt x="40" y="102"/>
                    </a:lnTo>
                    <a:lnTo>
                      <a:pt x="40" y="99"/>
                    </a:lnTo>
                    <a:lnTo>
                      <a:pt x="40" y="99"/>
                    </a:lnTo>
                    <a:lnTo>
                      <a:pt x="40" y="99"/>
                    </a:lnTo>
                    <a:lnTo>
                      <a:pt x="40" y="97"/>
                    </a:lnTo>
                    <a:lnTo>
                      <a:pt x="40" y="97"/>
                    </a:lnTo>
                    <a:lnTo>
                      <a:pt x="40" y="97"/>
                    </a:lnTo>
                    <a:lnTo>
                      <a:pt x="40" y="97"/>
                    </a:lnTo>
                    <a:lnTo>
                      <a:pt x="40" y="94"/>
                    </a:lnTo>
                    <a:lnTo>
                      <a:pt x="40" y="94"/>
                    </a:lnTo>
                    <a:lnTo>
                      <a:pt x="40" y="94"/>
                    </a:lnTo>
                    <a:lnTo>
                      <a:pt x="40" y="94"/>
                    </a:lnTo>
                    <a:lnTo>
                      <a:pt x="40" y="94"/>
                    </a:lnTo>
                    <a:lnTo>
                      <a:pt x="40" y="94"/>
                    </a:lnTo>
                    <a:lnTo>
                      <a:pt x="43" y="94"/>
                    </a:lnTo>
                    <a:lnTo>
                      <a:pt x="43" y="94"/>
                    </a:lnTo>
                    <a:lnTo>
                      <a:pt x="43" y="94"/>
                    </a:lnTo>
                    <a:lnTo>
                      <a:pt x="43" y="94"/>
                    </a:lnTo>
                    <a:lnTo>
                      <a:pt x="45" y="94"/>
                    </a:lnTo>
                    <a:lnTo>
                      <a:pt x="45" y="94"/>
                    </a:lnTo>
                    <a:lnTo>
                      <a:pt x="47" y="94"/>
                    </a:lnTo>
                    <a:lnTo>
                      <a:pt x="47" y="94"/>
                    </a:lnTo>
                    <a:lnTo>
                      <a:pt x="47" y="94"/>
                    </a:lnTo>
                    <a:lnTo>
                      <a:pt x="47" y="94"/>
                    </a:lnTo>
                    <a:lnTo>
                      <a:pt x="50" y="94"/>
                    </a:lnTo>
                    <a:lnTo>
                      <a:pt x="50" y="94"/>
                    </a:lnTo>
                    <a:lnTo>
                      <a:pt x="50" y="94"/>
                    </a:lnTo>
                    <a:lnTo>
                      <a:pt x="50" y="94"/>
                    </a:lnTo>
                    <a:lnTo>
                      <a:pt x="52" y="94"/>
                    </a:lnTo>
                    <a:lnTo>
                      <a:pt x="52" y="94"/>
                    </a:lnTo>
                    <a:lnTo>
                      <a:pt x="52" y="94"/>
                    </a:lnTo>
                    <a:lnTo>
                      <a:pt x="52" y="94"/>
                    </a:lnTo>
                    <a:lnTo>
                      <a:pt x="55" y="94"/>
                    </a:lnTo>
                    <a:lnTo>
                      <a:pt x="55" y="92"/>
                    </a:lnTo>
                    <a:lnTo>
                      <a:pt x="55" y="92"/>
                    </a:lnTo>
                    <a:lnTo>
                      <a:pt x="55" y="92"/>
                    </a:lnTo>
                    <a:lnTo>
                      <a:pt x="55" y="92"/>
                    </a:lnTo>
                    <a:lnTo>
                      <a:pt x="57" y="92"/>
                    </a:lnTo>
                    <a:lnTo>
                      <a:pt x="57" y="90"/>
                    </a:lnTo>
                    <a:lnTo>
                      <a:pt x="57" y="90"/>
                    </a:lnTo>
                    <a:lnTo>
                      <a:pt x="55" y="90"/>
                    </a:lnTo>
                    <a:lnTo>
                      <a:pt x="55" y="87"/>
                    </a:lnTo>
                    <a:lnTo>
                      <a:pt x="57" y="87"/>
                    </a:lnTo>
                    <a:lnTo>
                      <a:pt x="57" y="87"/>
                    </a:lnTo>
                    <a:lnTo>
                      <a:pt x="57" y="87"/>
                    </a:lnTo>
                    <a:lnTo>
                      <a:pt x="57" y="85"/>
                    </a:lnTo>
                    <a:lnTo>
                      <a:pt x="57" y="85"/>
                    </a:lnTo>
                    <a:lnTo>
                      <a:pt x="59" y="85"/>
                    </a:lnTo>
                    <a:lnTo>
                      <a:pt x="59" y="85"/>
                    </a:lnTo>
                    <a:lnTo>
                      <a:pt x="59" y="83"/>
                    </a:lnTo>
                    <a:lnTo>
                      <a:pt x="59" y="83"/>
                    </a:lnTo>
                    <a:lnTo>
                      <a:pt x="57" y="83"/>
                    </a:lnTo>
                    <a:lnTo>
                      <a:pt x="57" y="83"/>
                    </a:lnTo>
                    <a:lnTo>
                      <a:pt x="57" y="80"/>
                    </a:lnTo>
                    <a:lnTo>
                      <a:pt x="57" y="80"/>
                    </a:lnTo>
                    <a:lnTo>
                      <a:pt x="57" y="80"/>
                    </a:lnTo>
                    <a:lnTo>
                      <a:pt x="55" y="80"/>
                    </a:lnTo>
                    <a:lnTo>
                      <a:pt x="55" y="80"/>
                    </a:lnTo>
                    <a:lnTo>
                      <a:pt x="55" y="80"/>
                    </a:lnTo>
                    <a:lnTo>
                      <a:pt x="52" y="80"/>
                    </a:lnTo>
                    <a:lnTo>
                      <a:pt x="52" y="80"/>
                    </a:lnTo>
                    <a:lnTo>
                      <a:pt x="52" y="78"/>
                    </a:lnTo>
                    <a:lnTo>
                      <a:pt x="55" y="78"/>
                    </a:lnTo>
                    <a:lnTo>
                      <a:pt x="55" y="78"/>
                    </a:lnTo>
                    <a:lnTo>
                      <a:pt x="55" y="76"/>
                    </a:lnTo>
                    <a:lnTo>
                      <a:pt x="52" y="76"/>
                    </a:lnTo>
                    <a:lnTo>
                      <a:pt x="52" y="76"/>
                    </a:lnTo>
                    <a:lnTo>
                      <a:pt x="52" y="76"/>
                    </a:lnTo>
                    <a:lnTo>
                      <a:pt x="50" y="76"/>
                    </a:lnTo>
                    <a:lnTo>
                      <a:pt x="50" y="76"/>
                    </a:lnTo>
                    <a:lnTo>
                      <a:pt x="50" y="76"/>
                    </a:lnTo>
                    <a:lnTo>
                      <a:pt x="47" y="76"/>
                    </a:lnTo>
                    <a:lnTo>
                      <a:pt x="47" y="76"/>
                    </a:lnTo>
                    <a:lnTo>
                      <a:pt x="47" y="73"/>
                    </a:lnTo>
                    <a:lnTo>
                      <a:pt x="47" y="73"/>
                    </a:lnTo>
                    <a:lnTo>
                      <a:pt x="47" y="73"/>
                    </a:lnTo>
                    <a:lnTo>
                      <a:pt x="47" y="73"/>
                    </a:lnTo>
                    <a:lnTo>
                      <a:pt x="47" y="73"/>
                    </a:lnTo>
                    <a:lnTo>
                      <a:pt x="47" y="73"/>
                    </a:lnTo>
                    <a:lnTo>
                      <a:pt x="50" y="73"/>
                    </a:lnTo>
                    <a:lnTo>
                      <a:pt x="50" y="73"/>
                    </a:lnTo>
                    <a:lnTo>
                      <a:pt x="50" y="73"/>
                    </a:lnTo>
                    <a:lnTo>
                      <a:pt x="50" y="71"/>
                    </a:lnTo>
                    <a:lnTo>
                      <a:pt x="50" y="71"/>
                    </a:lnTo>
                    <a:lnTo>
                      <a:pt x="52" y="71"/>
                    </a:lnTo>
                    <a:lnTo>
                      <a:pt x="52" y="68"/>
                    </a:lnTo>
                    <a:lnTo>
                      <a:pt x="50" y="68"/>
                    </a:lnTo>
                    <a:lnTo>
                      <a:pt x="50" y="68"/>
                    </a:lnTo>
                    <a:lnTo>
                      <a:pt x="50" y="68"/>
                    </a:lnTo>
                    <a:lnTo>
                      <a:pt x="50" y="68"/>
                    </a:lnTo>
                    <a:lnTo>
                      <a:pt x="50" y="66"/>
                    </a:lnTo>
                    <a:lnTo>
                      <a:pt x="47" y="66"/>
                    </a:lnTo>
                    <a:lnTo>
                      <a:pt x="47" y="66"/>
                    </a:lnTo>
                    <a:lnTo>
                      <a:pt x="47" y="66"/>
                    </a:lnTo>
                    <a:lnTo>
                      <a:pt x="47" y="66"/>
                    </a:lnTo>
                    <a:lnTo>
                      <a:pt x="47" y="64"/>
                    </a:lnTo>
                    <a:lnTo>
                      <a:pt x="45" y="64"/>
                    </a:lnTo>
                    <a:lnTo>
                      <a:pt x="45" y="64"/>
                    </a:lnTo>
                    <a:lnTo>
                      <a:pt x="45" y="64"/>
                    </a:lnTo>
                    <a:lnTo>
                      <a:pt x="45" y="64"/>
                    </a:lnTo>
                    <a:lnTo>
                      <a:pt x="43" y="64"/>
                    </a:lnTo>
                    <a:lnTo>
                      <a:pt x="43" y="61"/>
                    </a:lnTo>
                    <a:lnTo>
                      <a:pt x="43" y="61"/>
                    </a:lnTo>
                    <a:lnTo>
                      <a:pt x="43" y="61"/>
                    </a:lnTo>
                    <a:lnTo>
                      <a:pt x="40" y="61"/>
                    </a:lnTo>
                    <a:lnTo>
                      <a:pt x="40" y="61"/>
                    </a:lnTo>
                    <a:lnTo>
                      <a:pt x="40" y="61"/>
                    </a:lnTo>
                    <a:lnTo>
                      <a:pt x="40" y="64"/>
                    </a:lnTo>
                    <a:lnTo>
                      <a:pt x="38" y="64"/>
                    </a:lnTo>
                    <a:lnTo>
                      <a:pt x="38" y="64"/>
                    </a:lnTo>
                    <a:lnTo>
                      <a:pt x="38" y="64"/>
                    </a:lnTo>
                    <a:lnTo>
                      <a:pt x="36" y="64"/>
                    </a:lnTo>
                    <a:lnTo>
                      <a:pt x="36" y="64"/>
                    </a:lnTo>
                    <a:lnTo>
                      <a:pt x="36" y="64"/>
                    </a:lnTo>
                    <a:lnTo>
                      <a:pt x="36" y="64"/>
                    </a:lnTo>
                    <a:lnTo>
                      <a:pt x="33" y="64"/>
                    </a:lnTo>
                    <a:lnTo>
                      <a:pt x="33" y="66"/>
                    </a:lnTo>
                    <a:lnTo>
                      <a:pt x="33" y="66"/>
                    </a:lnTo>
                    <a:lnTo>
                      <a:pt x="33" y="66"/>
                    </a:lnTo>
                    <a:lnTo>
                      <a:pt x="33" y="68"/>
                    </a:lnTo>
                    <a:lnTo>
                      <a:pt x="33" y="68"/>
                    </a:lnTo>
                    <a:lnTo>
                      <a:pt x="33" y="68"/>
                    </a:lnTo>
                    <a:lnTo>
                      <a:pt x="31" y="68"/>
                    </a:lnTo>
                    <a:lnTo>
                      <a:pt x="31" y="68"/>
                    </a:lnTo>
                    <a:lnTo>
                      <a:pt x="31" y="68"/>
                    </a:lnTo>
                    <a:lnTo>
                      <a:pt x="31" y="66"/>
                    </a:lnTo>
                    <a:lnTo>
                      <a:pt x="29" y="66"/>
                    </a:lnTo>
                    <a:lnTo>
                      <a:pt x="29" y="66"/>
                    </a:lnTo>
                    <a:lnTo>
                      <a:pt x="29" y="66"/>
                    </a:lnTo>
                    <a:lnTo>
                      <a:pt x="29" y="66"/>
                    </a:lnTo>
                    <a:lnTo>
                      <a:pt x="26" y="66"/>
                    </a:lnTo>
                    <a:lnTo>
                      <a:pt x="26" y="66"/>
                    </a:lnTo>
                    <a:lnTo>
                      <a:pt x="24" y="66"/>
                    </a:lnTo>
                    <a:lnTo>
                      <a:pt x="24" y="66"/>
                    </a:lnTo>
                    <a:lnTo>
                      <a:pt x="24" y="64"/>
                    </a:lnTo>
                    <a:lnTo>
                      <a:pt x="24" y="64"/>
                    </a:lnTo>
                    <a:lnTo>
                      <a:pt x="21" y="64"/>
                    </a:lnTo>
                    <a:lnTo>
                      <a:pt x="21" y="64"/>
                    </a:lnTo>
                    <a:lnTo>
                      <a:pt x="21" y="64"/>
                    </a:lnTo>
                    <a:lnTo>
                      <a:pt x="21" y="64"/>
                    </a:lnTo>
                    <a:lnTo>
                      <a:pt x="19" y="64"/>
                    </a:lnTo>
                    <a:lnTo>
                      <a:pt x="19" y="64"/>
                    </a:lnTo>
                    <a:lnTo>
                      <a:pt x="19" y="64"/>
                    </a:lnTo>
                    <a:lnTo>
                      <a:pt x="19" y="61"/>
                    </a:lnTo>
                    <a:lnTo>
                      <a:pt x="19" y="61"/>
                    </a:lnTo>
                    <a:lnTo>
                      <a:pt x="17" y="61"/>
                    </a:lnTo>
                    <a:lnTo>
                      <a:pt x="17" y="59"/>
                    </a:lnTo>
                    <a:lnTo>
                      <a:pt x="17" y="59"/>
                    </a:lnTo>
                    <a:lnTo>
                      <a:pt x="17" y="59"/>
                    </a:lnTo>
                    <a:lnTo>
                      <a:pt x="17" y="59"/>
                    </a:lnTo>
                    <a:lnTo>
                      <a:pt x="17" y="57"/>
                    </a:lnTo>
                    <a:lnTo>
                      <a:pt x="17" y="57"/>
                    </a:lnTo>
                    <a:lnTo>
                      <a:pt x="14" y="57"/>
                    </a:lnTo>
                    <a:lnTo>
                      <a:pt x="14" y="54"/>
                    </a:lnTo>
                    <a:lnTo>
                      <a:pt x="14" y="54"/>
                    </a:lnTo>
                    <a:lnTo>
                      <a:pt x="14" y="54"/>
                    </a:lnTo>
                    <a:lnTo>
                      <a:pt x="14" y="54"/>
                    </a:lnTo>
                    <a:lnTo>
                      <a:pt x="14" y="54"/>
                    </a:lnTo>
                    <a:lnTo>
                      <a:pt x="14" y="54"/>
                    </a:lnTo>
                    <a:lnTo>
                      <a:pt x="14" y="52"/>
                    </a:lnTo>
                    <a:lnTo>
                      <a:pt x="14" y="52"/>
                    </a:lnTo>
                    <a:lnTo>
                      <a:pt x="14" y="52"/>
                    </a:lnTo>
                    <a:lnTo>
                      <a:pt x="14" y="49"/>
                    </a:lnTo>
                    <a:lnTo>
                      <a:pt x="14" y="49"/>
                    </a:lnTo>
                    <a:lnTo>
                      <a:pt x="14" y="49"/>
                    </a:lnTo>
                    <a:lnTo>
                      <a:pt x="14" y="49"/>
                    </a:lnTo>
                    <a:lnTo>
                      <a:pt x="14" y="47"/>
                    </a:lnTo>
                    <a:lnTo>
                      <a:pt x="14" y="47"/>
                    </a:lnTo>
                    <a:lnTo>
                      <a:pt x="17" y="47"/>
                    </a:lnTo>
                    <a:lnTo>
                      <a:pt x="17" y="45"/>
                    </a:lnTo>
                    <a:lnTo>
                      <a:pt x="17" y="45"/>
                    </a:lnTo>
                    <a:lnTo>
                      <a:pt x="17" y="45"/>
                    </a:lnTo>
                    <a:lnTo>
                      <a:pt x="17" y="45"/>
                    </a:lnTo>
                    <a:lnTo>
                      <a:pt x="17" y="45"/>
                    </a:lnTo>
                    <a:lnTo>
                      <a:pt x="17" y="42"/>
                    </a:lnTo>
                    <a:lnTo>
                      <a:pt x="14" y="42"/>
                    </a:lnTo>
                    <a:lnTo>
                      <a:pt x="14" y="42"/>
                    </a:lnTo>
                    <a:lnTo>
                      <a:pt x="14" y="42"/>
                    </a:lnTo>
                    <a:lnTo>
                      <a:pt x="14" y="40"/>
                    </a:lnTo>
                    <a:lnTo>
                      <a:pt x="14" y="40"/>
                    </a:lnTo>
                    <a:lnTo>
                      <a:pt x="14" y="40"/>
                    </a:lnTo>
                    <a:lnTo>
                      <a:pt x="14" y="40"/>
                    </a:lnTo>
                    <a:lnTo>
                      <a:pt x="14" y="42"/>
                    </a:lnTo>
                    <a:lnTo>
                      <a:pt x="14" y="42"/>
                    </a:lnTo>
                    <a:lnTo>
                      <a:pt x="12" y="42"/>
                    </a:lnTo>
                    <a:lnTo>
                      <a:pt x="12" y="45"/>
                    </a:lnTo>
                    <a:lnTo>
                      <a:pt x="12" y="45"/>
                    </a:lnTo>
                    <a:lnTo>
                      <a:pt x="10" y="45"/>
                    </a:lnTo>
                    <a:lnTo>
                      <a:pt x="10" y="45"/>
                    </a:lnTo>
                    <a:lnTo>
                      <a:pt x="10" y="42"/>
                    </a:lnTo>
                    <a:lnTo>
                      <a:pt x="10" y="42"/>
                    </a:lnTo>
                    <a:lnTo>
                      <a:pt x="10" y="40"/>
                    </a:lnTo>
                    <a:lnTo>
                      <a:pt x="10" y="40"/>
                    </a:lnTo>
                    <a:lnTo>
                      <a:pt x="10" y="40"/>
                    </a:lnTo>
                    <a:lnTo>
                      <a:pt x="10" y="38"/>
                    </a:lnTo>
                    <a:lnTo>
                      <a:pt x="10" y="38"/>
                    </a:lnTo>
                    <a:lnTo>
                      <a:pt x="7" y="38"/>
                    </a:lnTo>
                    <a:lnTo>
                      <a:pt x="7" y="35"/>
                    </a:lnTo>
                    <a:lnTo>
                      <a:pt x="7" y="35"/>
                    </a:lnTo>
                    <a:lnTo>
                      <a:pt x="7" y="35"/>
                    </a:lnTo>
                    <a:lnTo>
                      <a:pt x="7" y="35"/>
                    </a:lnTo>
                    <a:lnTo>
                      <a:pt x="7" y="33"/>
                    </a:lnTo>
                    <a:lnTo>
                      <a:pt x="5" y="33"/>
                    </a:lnTo>
                    <a:lnTo>
                      <a:pt x="5" y="33"/>
                    </a:lnTo>
                    <a:lnTo>
                      <a:pt x="5" y="33"/>
                    </a:lnTo>
                    <a:lnTo>
                      <a:pt x="5" y="33"/>
                    </a:lnTo>
                    <a:lnTo>
                      <a:pt x="2" y="33"/>
                    </a:lnTo>
                    <a:lnTo>
                      <a:pt x="2" y="31"/>
                    </a:lnTo>
                    <a:lnTo>
                      <a:pt x="2" y="31"/>
                    </a:lnTo>
                    <a:lnTo>
                      <a:pt x="2" y="31"/>
                    </a:lnTo>
                    <a:lnTo>
                      <a:pt x="2" y="31"/>
                    </a:lnTo>
                    <a:lnTo>
                      <a:pt x="2" y="28"/>
                    </a:lnTo>
                    <a:lnTo>
                      <a:pt x="0" y="28"/>
                    </a:lnTo>
                    <a:lnTo>
                      <a:pt x="0" y="28"/>
                    </a:lnTo>
                    <a:lnTo>
                      <a:pt x="0" y="28"/>
                    </a:lnTo>
                    <a:lnTo>
                      <a:pt x="0" y="26"/>
                    </a:lnTo>
                    <a:lnTo>
                      <a:pt x="0" y="26"/>
                    </a:lnTo>
                    <a:lnTo>
                      <a:pt x="0" y="26"/>
                    </a:lnTo>
                    <a:lnTo>
                      <a:pt x="0" y="23"/>
                    </a:lnTo>
                    <a:lnTo>
                      <a:pt x="0" y="23"/>
                    </a:lnTo>
                    <a:lnTo>
                      <a:pt x="0" y="23"/>
                    </a:lnTo>
                    <a:lnTo>
                      <a:pt x="0" y="23"/>
                    </a:lnTo>
                    <a:lnTo>
                      <a:pt x="2" y="23"/>
                    </a:lnTo>
                    <a:lnTo>
                      <a:pt x="2" y="23"/>
                    </a:lnTo>
                    <a:lnTo>
                      <a:pt x="2" y="21"/>
                    </a:lnTo>
                    <a:lnTo>
                      <a:pt x="2" y="21"/>
                    </a:lnTo>
                    <a:lnTo>
                      <a:pt x="2" y="21"/>
                    </a:lnTo>
                    <a:lnTo>
                      <a:pt x="2" y="21"/>
                    </a:lnTo>
                    <a:lnTo>
                      <a:pt x="2" y="19"/>
                    </a:lnTo>
                    <a:lnTo>
                      <a:pt x="5" y="19"/>
                    </a:lnTo>
                    <a:lnTo>
                      <a:pt x="5" y="19"/>
                    </a:lnTo>
                    <a:lnTo>
                      <a:pt x="5" y="16"/>
                    </a:lnTo>
                    <a:lnTo>
                      <a:pt x="5" y="16"/>
                    </a:lnTo>
                    <a:lnTo>
                      <a:pt x="5" y="16"/>
                    </a:lnTo>
                    <a:lnTo>
                      <a:pt x="5" y="14"/>
                    </a:lnTo>
                    <a:lnTo>
                      <a:pt x="7" y="14"/>
                    </a:lnTo>
                    <a:lnTo>
                      <a:pt x="7" y="14"/>
                    </a:lnTo>
                    <a:lnTo>
                      <a:pt x="7" y="16"/>
                    </a:lnTo>
                    <a:lnTo>
                      <a:pt x="7" y="16"/>
                    </a:lnTo>
                    <a:lnTo>
                      <a:pt x="7" y="16"/>
                    </a:lnTo>
                    <a:lnTo>
                      <a:pt x="10" y="16"/>
                    </a:lnTo>
                    <a:lnTo>
                      <a:pt x="10" y="16"/>
                    </a:lnTo>
                    <a:lnTo>
                      <a:pt x="10" y="16"/>
                    </a:lnTo>
                    <a:lnTo>
                      <a:pt x="10" y="19"/>
                    </a:lnTo>
                    <a:lnTo>
                      <a:pt x="12" y="19"/>
                    </a:lnTo>
                    <a:lnTo>
                      <a:pt x="12" y="19"/>
                    </a:lnTo>
                    <a:lnTo>
                      <a:pt x="12" y="19"/>
                    </a:lnTo>
                    <a:lnTo>
                      <a:pt x="14" y="19"/>
                    </a:lnTo>
                    <a:lnTo>
                      <a:pt x="14" y="19"/>
                    </a:lnTo>
                    <a:lnTo>
                      <a:pt x="14" y="21"/>
                    </a:lnTo>
                    <a:lnTo>
                      <a:pt x="14" y="21"/>
                    </a:lnTo>
                    <a:lnTo>
                      <a:pt x="14" y="21"/>
                    </a:lnTo>
                    <a:lnTo>
                      <a:pt x="14" y="23"/>
                    </a:lnTo>
                    <a:lnTo>
                      <a:pt x="17" y="23"/>
                    </a:lnTo>
                    <a:lnTo>
                      <a:pt x="17" y="23"/>
                    </a:lnTo>
                    <a:lnTo>
                      <a:pt x="17" y="23"/>
                    </a:lnTo>
                    <a:lnTo>
                      <a:pt x="17" y="23"/>
                    </a:lnTo>
                    <a:lnTo>
                      <a:pt x="19" y="23"/>
                    </a:lnTo>
                    <a:lnTo>
                      <a:pt x="19" y="23"/>
                    </a:lnTo>
                    <a:lnTo>
                      <a:pt x="19" y="23"/>
                    </a:lnTo>
                    <a:lnTo>
                      <a:pt x="19" y="21"/>
                    </a:lnTo>
                    <a:lnTo>
                      <a:pt x="21" y="21"/>
                    </a:lnTo>
                    <a:lnTo>
                      <a:pt x="21" y="21"/>
                    </a:lnTo>
                    <a:lnTo>
                      <a:pt x="21" y="19"/>
                    </a:lnTo>
                    <a:lnTo>
                      <a:pt x="21" y="19"/>
                    </a:lnTo>
                    <a:lnTo>
                      <a:pt x="21" y="19"/>
                    </a:lnTo>
                    <a:lnTo>
                      <a:pt x="21" y="19"/>
                    </a:lnTo>
                    <a:lnTo>
                      <a:pt x="24" y="19"/>
                    </a:lnTo>
                    <a:lnTo>
                      <a:pt x="24" y="16"/>
                    </a:lnTo>
                    <a:lnTo>
                      <a:pt x="24" y="16"/>
                    </a:lnTo>
                    <a:lnTo>
                      <a:pt x="24" y="16"/>
                    </a:lnTo>
                    <a:lnTo>
                      <a:pt x="24" y="14"/>
                    </a:lnTo>
                    <a:lnTo>
                      <a:pt x="24" y="14"/>
                    </a:lnTo>
                    <a:lnTo>
                      <a:pt x="24" y="14"/>
                    </a:lnTo>
                    <a:lnTo>
                      <a:pt x="24" y="14"/>
                    </a:lnTo>
                    <a:lnTo>
                      <a:pt x="26" y="14"/>
                    </a:lnTo>
                    <a:lnTo>
                      <a:pt x="26" y="16"/>
                    </a:lnTo>
                    <a:lnTo>
                      <a:pt x="26" y="16"/>
                    </a:lnTo>
                    <a:lnTo>
                      <a:pt x="26" y="16"/>
                    </a:lnTo>
                    <a:lnTo>
                      <a:pt x="26" y="19"/>
                    </a:lnTo>
                    <a:lnTo>
                      <a:pt x="29" y="19"/>
                    </a:lnTo>
                    <a:lnTo>
                      <a:pt x="29" y="19"/>
                    </a:lnTo>
                    <a:lnTo>
                      <a:pt x="29" y="19"/>
                    </a:lnTo>
                    <a:lnTo>
                      <a:pt x="29" y="19"/>
                    </a:lnTo>
                    <a:lnTo>
                      <a:pt x="29" y="19"/>
                    </a:lnTo>
                    <a:lnTo>
                      <a:pt x="29" y="16"/>
                    </a:lnTo>
                    <a:lnTo>
                      <a:pt x="29" y="16"/>
                    </a:lnTo>
                    <a:lnTo>
                      <a:pt x="31" y="16"/>
                    </a:lnTo>
                    <a:lnTo>
                      <a:pt x="31" y="14"/>
                    </a:lnTo>
                    <a:lnTo>
                      <a:pt x="31" y="14"/>
                    </a:lnTo>
                    <a:lnTo>
                      <a:pt x="31" y="16"/>
                    </a:lnTo>
                    <a:lnTo>
                      <a:pt x="33" y="16"/>
                    </a:lnTo>
                    <a:lnTo>
                      <a:pt x="33" y="16"/>
                    </a:lnTo>
                    <a:lnTo>
                      <a:pt x="33" y="16"/>
                    </a:lnTo>
                    <a:lnTo>
                      <a:pt x="33" y="19"/>
                    </a:lnTo>
                    <a:lnTo>
                      <a:pt x="33" y="19"/>
                    </a:lnTo>
                    <a:lnTo>
                      <a:pt x="33" y="19"/>
                    </a:lnTo>
                    <a:lnTo>
                      <a:pt x="36" y="19"/>
                    </a:lnTo>
                    <a:lnTo>
                      <a:pt x="36" y="21"/>
                    </a:lnTo>
                    <a:lnTo>
                      <a:pt x="36" y="21"/>
                    </a:lnTo>
                    <a:lnTo>
                      <a:pt x="36" y="21"/>
                    </a:lnTo>
                    <a:lnTo>
                      <a:pt x="36" y="21"/>
                    </a:lnTo>
                    <a:lnTo>
                      <a:pt x="38" y="21"/>
                    </a:lnTo>
                    <a:lnTo>
                      <a:pt x="38" y="23"/>
                    </a:lnTo>
                    <a:lnTo>
                      <a:pt x="38" y="23"/>
                    </a:lnTo>
                    <a:lnTo>
                      <a:pt x="38" y="21"/>
                    </a:lnTo>
                    <a:lnTo>
                      <a:pt x="38" y="21"/>
                    </a:lnTo>
                    <a:lnTo>
                      <a:pt x="40" y="21"/>
                    </a:lnTo>
                    <a:lnTo>
                      <a:pt x="40" y="19"/>
                    </a:lnTo>
                    <a:lnTo>
                      <a:pt x="40" y="19"/>
                    </a:lnTo>
                    <a:lnTo>
                      <a:pt x="40" y="16"/>
                    </a:lnTo>
                    <a:lnTo>
                      <a:pt x="40" y="16"/>
                    </a:lnTo>
                    <a:lnTo>
                      <a:pt x="40" y="16"/>
                    </a:lnTo>
                    <a:lnTo>
                      <a:pt x="40" y="14"/>
                    </a:lnTo>
                    <a:lnTo>
                      <a:pt x="40" y="14"/>
                    </a:lnTo>
                    <a:lnTo>
                      <a:pt x="43" y="14"/>
                    </a:lnTo>
                    <a:lnTo>
                      <a:pt x="43" y="14"/>
                    </a:lnTo>
                    <a:lnTo>
                      <a:pt x="43" y="14"/>
                    </a:lnTo>
                    <a:lnTo>
                      <a:pt x="43" y="14"/>
                    </a:lnTo>
                    <a:lnTo>
                      <a:pt x="43" y="14"/>
                    </a:lnTo>
                    <a:lnTo>
                      <a:pt x="43" y="16"/>
                    </a:lnTo>
                    <a:lnTo>
                      <a:pt x="45" y="16"/>
                    </a:lnTo>
                    <a:lnTo>
                      <a:pt x="45" y="16"/>
                    </a:lnTo>
                    <a:lnTo>
                      <a:pt x="45" y="16"/>
                    </a:lnTo>
                    <a:lnTo>
                      <a:pt x="47" y="16"/>
                    </a:lnTo>
                    <a:lnTo>
                      <a:pt x="47" y="16"/>
                    </a:lnTo>
                    <a:lnTo>
                      <a:pt x="47" y="16"/>
                    </a:lnTo>
                    <a:lnTo>
                      <a:pt x="47" y="16"/>
                    </a:lnTo>
                    <a:lnTo>
                      <a:pt x="50" y="16"/>
                    </a:lnTo>
                    <a:lnTo>
                      <a:pt x="50" y="14"/>
                    </a:lnTo>
                    <a:lnTo>
                      <a:pt x="50" y="14"/>
                    </a:lnTo>
                    <a:lnTo>
                      <a:pt x="50" y="14"/>
                    </a:lnTo>
                    <a:lnTo>
                      <a:pt x="50" y="14"/>
                    </a:lnTo>
                    <a:lnTo>
                      <a:pt x="52" y="14"/>
                    </a:lnTo>
                    <a:lnTo>
                      <a:pt x="52" y="14"/>
                    </a:lnTo>
                    <a:lnTo>
                      <a:pt x="55" y="14"/>
                    </a:lnTo>
                    <a:lnTo>
                      <a:pt x="55" y="14"/>
                    </a:lnTo>
                    <a:lnTo>
                      <a:pt x="55" y="14"/>
                    </a:lnTo>
                    <a:lnTo>
                      <a:pt x="55" y="14"/>
                    </a:lnTo>
                    <a:lnTo>
                      <a:pt x="55" y="12"/>
                    </a:lnTo>
                    <a:lnTo>
                      <a:pt x="57" y="12"/>
                    </a:lnTo>
                    <a:lnTo>
                      <a:pt x="57" y="12"/>
                    </a:lnTo>
                    <a:lnTo>
                      <a:pt x="57" y="9"/>
                    </a:lnTo>
                    <a:lnTo>
                      <a:pt x="57" y="9"/>
                    </a:lnTo>
                    <a:lnTo>
                      <a:pt x="57" y="7"/>
                    </a:lnTo>
                    <a:lnTo>
                      <a:pt x="57" y="7"/>
                    </a:lnTo>
                    <a:lnTo>
                      <a:pt x="57" y="7"/>
                    </a:lnTo>
                    <a:lnTo>
                      <a:pt x="57" y="4"/>
                    </a:lnTo>
                    <a:lnTo>
                      <a:pt x="57" y="4"/>
                    </a:lnTo>
                    <a:lnTo>
                      <a:pt x="59" y="4"/>
                    </a:lnTo>
                    <a:lnTo>
                      <a:pt x="59" y="4"/>
                    </a:lnTo>
                    <a:lnTo>
                      <a:pt x="59" y="4"/>
                    </a:lnTo>
                    <a:lnTo>
                      <a:pt x="62" y="4"/>
                    </a:lnTo>
                    <a:lnTo>
                      <a:pt x="62" y="4"/>
                    </a:lnTo>
                    <a:lnTo>
                      <a:pt x="62" y="4"/>
                    </a:lnTo>
                    <a:lnTo>
                      <a:pt x="62" y="4"/>
                    </a:lnTo>
                    <a:lnTo>
                      <a:pt x="64" y="4"/>
                    </a:lnTo>
                    <a:lnTo>
                      <a:pt x="64" y="2"/>
                    </a:lnTo>
                    <a:lnTo>
                      <a:pt x="64" y="2"/>
                    </a:lnTo>
                    <a:lnTo>
                      <a:pt x="66" y="2"/>
                    </a:lnTo>
                    <a:lnTo>
                      <a:pt x="66" y="2"/>
                    </a:lnTo>
                    <a:lnTo>
                      <a:pt x="66" y="2"/>
                    </a:lnTo>
                    <a:lnTo>
                      <a:pt x="66" y="0"/>
                    </a:lnTo>
                    <a:lnTo>
                      <a:pt x="66" y="0"/>
                    </a:lnTo>
                    <a:lnTo>
                      <a:pt x="69" y="0"/>
                    </a:lnTo>
                    <a:lnTo>
                      <a:pt x="69" y="2"/>
                    </a:lnTo>
                    <a:lnTo>
                      <a:pt x="69" y="2"/>
                    </a:lnTo>
                    <a:lnTo>
                      <a:pt x="69" y="2"/>
                    </a:lnTo>
                    <a:lnTo>
                      <a:pt x="69" y="2"/>
                    </a:lnTo>
                    <a:lnTo>
                      <a:pt x="69" y="4"/>
                    </a:lnTo>
                    <a:lnTo>
                      <a:pt x="71" y="4"/>
                    </a:lnTo>
                    <a:lnTo>
                      <a:pt x="71" y="4"/>
                    </a:lnTo>
                    <a:lnTo>
                      <a:pt x="71" y="4"/>
                    </a:lnTo>
                    <a:lnTo>
                      <a:pt x="71" y="4"/>
                    </a:lnTo>
                    <a:lnTo>
                      <a:pt x="73" y="4"/>
                    </a:lnTo>
                    <a:lnTo>
                      <a:pt x="73" y="7"/>
                    </a:lnTo>
                    <a:lnTo>
                      <a:pt x="73" y="7"/>
                    </a:lnTo>
                    <a:lnTo>
                      <a:pt x="73" y="7"/>
                    </a:lnTo>
                    <a:lnTo>
                      <a:pt x="73" y="7"/>
                    </a:lnTo>
                    <a:lnTo>
                      <a:pt x="76" y="7"/>
                    </a:lnTo>
                    <a:lnTo>
                      <a:pt x="76" y="9"/>
                    </a:lnTo>
                    <a:lnTo>
                      <a:pt x="76" y="9"/>
                    </a:lnTo>
                    <a:lnTo>
                      <a:pt x="76" y="9"/>
                    </a:lnTo>
                    <a:lnTo>
                      <a:pt x="76" y="9"/>
                    </a:lnTo>
                    <a:lnTo>
                      <a:pt x="78" y="9"/>
                    </a:lnTo>
                    <a:lnTo>
                      <a:pt x="78" y="12"/>
                    </a:lnTo>
                    <a:lnTo>
                      <a:pt x="78" y="12"/>
                    </a:lnTo>
                    <a:lnTo>
                      <a:pt x="78" y="12"/>
                    </a:lnTo>
                    <a:lnTo>
                      <a:pt x="81" y="12"/>
                    </a:lnTo>
                    <a:lnTo>
                      <a:pt x="81" y="12"/>
                    </a:lnTo>
                    <a:lnTo>
                      <a:pt x="81" y="12"/>
                    </a:lnTo>
                    <a:lnTo>
                      <a:pt x="81" y="12"/>
                    </a:lnTo>
                    <a:lnTo>
                      <a:pt x="81" y="9"/>
                    </a:lnTo>
                    <a:lnTo>
                      <a:pt x="83" y="9"/>
                    </a:lnTo>
                    <a:lnTo>
                      <a:pt x="83" y="9"/>
                    </a:lnTo>
                    <a:lnTo>
                      <a:pt x="83" y="9"/>
                    </a:lnTo>
                    <a:lnTo>
                      <a:pt x="85" y="9"/>
                    </a:lnTo>
                    <a:lnTo>
                      <a:pt x="85" y="9"/>
                    </a:lnTo>
                    <a:lnTo>
                      <a:pt x="85" y="12"/>
                    </a:lnTo>
                    <a:lnTo>
                      <a:pt x="88" y="12"/>
                    </a:lnTo>
                    <a:lnTo>
                      <a:pt x="88" y="12"/>
                    </a:lnTo>
                    <a:lnTo>
                      <a:pt x="88" y="14"/>
                    </a:lnTo>
                    <a:lnTo>
                      <a:pt x="88" y="14"/>
                    </a:lnTo>
                    <a:lnTo>
                      <a:pt x="88" y="14"/>
                    </a:lnTo>
                    <a:lnTo>
                      <a:pt x="90" y="14"/>
                    </a:lnTo>
                    <a:lnTo>
                      <a:pt x="90" y="14"/>
                    </a:lnTo>
                    <a:lnTo>
                      <a:pt x="90" y="14"/>
                    </a:lnTo>
                    <a:lnTo>
                      <a:pt x="90" y="12"/>
                    </a:lnTo>
                    <a:lnTo>
                      <a:pt x="92" y="12"/>
                    </a:lnTo>
                    <a:lnTo>
                      <a:pt x="92" y="12"/>
                    </a:lnTo>
                    <a:lnTo>
                      <a:pt x="92" y="12"/>
                    </a:lnTo>
                    <a:lnTo>
                      <a:pt x="92" y="12"/>
                    </a:lnTo>
                    <a:lnTo>
                      <a:pt x="95" y="12"/>
                    </a:lnTo>
                    <a:lnTo>
                      <a:pt x="95" y="12"/>
                    </a:lnTo>
                    <a:lnTo>
                      <a:pt x="95" y="14"/>
                    </a:lnTo>
                    <a:lnTo>
                      <a:pt x="95" y="14"/>
                    </a:lnTo>
                    <a:lnTo>
                      <a:pt x="97" y="14"/>
                    </a:lnTo>
                    <a:lnTo>
                      <a:pt x="97" y="14"/>
                    </a:lnTo>
                    <a:lnTo>
                      <a:pt x="97" y="14"/>
                    </a:lnTo>
                    <a:lnTo>
                      <a:pt x="100" y="14"/>
                    </a:lnTo>
                    <a:lnTo>
                      <a:pt x="100" y="14"/>
                    </a:lnTo>
                    <a:lnTo>
                      <a:pt x="100" y="16"/>
                    </a:lnTo>
                    <a:lnTo>
                      <a:pt x="100" y="16"/>
                    </a:lnTo>
                    <a:lnTo>
                      <a:pt x="97" y="16"/>
                    </a:lnTo>
                    <a:lnTo>
                      <a:pt x="97" y="19"/>
                    </a:lnTo>
                    <a:lnTo>
                      <a:pt x="97" y="19"/>
                    </a:lnTo>
                    <a:lnTo>
                      <a:pt x="97" y="19"/>
                    </a:lnTo>
                    <a:lnTo>
                      <a:pt x="97" y="21"/>
                    </a:lnTo>
                    <a:lnTo>
                      <a:pt x="95" y="21"/>
                    </a:lnTo>
                    <a:lnTo>
                      <a:pt x="95" y="21"/>
                    </a:lnTo>
                    <a:lnTo>
                      <a:pt x="95" y="21"/>
                    </a:lnTo>
                    <a:lnTo>
                      <a:pt x="95" y="21"/>
                    </a:lnTo>
                    <a:lnTo>
                      <a:pt x="95" y="23"/>
                    </a:lnTo>
                    <a:lnTo>
                      <a:pt x="95" y="23"/>
                    </a:lnTo>
                    <a:lnTo>
                      <a:pt x="95" y="23"/>
                    </a:lnTo>
                    <a:lnTo>
                      <a:pt x="95" y="26"/>
                    </a:lnTo>
                    <a:lnTo>
                      <a:pt x="95" y="26"/>
                    </a:lnTo>
                    <a:lnTo>
                      <a:pt x="95" y="26"/>
                    </a:lnTo>
                    <a:lnTo>
                      <a:pt x="95" y="26"/>
                    </a:lnTo>
                    <a:lnTo>
                      <a:pt x="95" y="28"/>
                    </a:lnTo>
                    <a:lnTo>
                      <a:pt x="97" y="28"/>
                    </a:lnTo>
                    <a:lnTo>
                      <a:pt x="97" y="28"/>
                    </a:lnTo>
                    <a:lnTo>
                      <a:pt x="95" y="28"/>
                    </a:lnTo>
                    <a:lnTo>
                      <a:pt x="95" y="31"/>
                    </a:lnTo>
                    <a:lnTo>
                      <a:pt x="95" y="31"/>
                    </a:lnTo>
                    <a:lnTo>
                      <a:pt x="97" y="31"/>
                    </a:lnTo>
                    <a:lnTo>
                      <a:pt x="97" y="33"/>
                    </a:lnTo>
                    <a:lnTo>
                      <a:pt x="97" y="33"/>
                    </a:lnTo>
                    <a:lnTo>
                      <a:pt x="97" y="33"/>
                    </a:lnTo>
                    <a:lnTo>
                      <a:pt x="97" y="35"/>
                    </a:lnTo>
                    <a:lnTo>
                      <a:pt x="97" y="35"/>
                    </a:lnTo>
                    <a:lnTo>
                      <a:pt x="100" y="35"/>
                    </a:lnTo>
                    <a:lnTo>
                      <a:pt x="100" y="35"/>
                    </a:lnTo>
                    <a:lnTo>
                      <a:pt x="100" y="35"/>
                    </a:lnTo>
                    <a:lnTo>
                      <a:pt x="102" y="35"/>
                    </a:lnTo>
                    <a:lnTo>
                      <a:pt x="102" y="35"/>
                    </a:lnTo>
                    <a:lnTo>
                      <a:pt x="102" y="35"/>
                    </a:lnTo>
                    <a:lnTo>
                      <a:pt x="102" y="38"/>
                    </a:lnTo>
                    <a:lnTo>
                      <a:pt x="102" y="38"/>
                    </a:lnTo>
                    <a:lnTo>
                      <a:pt x="102" y="35"/>
                    </a:lnTo>
                    <a:lnTo>
                      <a:pt x="104" y="35"/>
                    </a:lnTo>
                    <a:lnTo>
                      <a:pt x="104" y="38"/>
                    </a:lnTo>
                    <a:lnTo>
                      <a:pt x="104" y="38"/>
                    </a:lnTo>
                    <a:lnTo>
                      <a:pt x="104" y="40"/>
                    </a:lnTo>
                    <a:lnTo>
                      <a:pt x="104" y="40"/>
                    </a:lnTo>
                    <a:lnTo>
                      <a:pt x="104" y="40"/>
                    </a:lnTo>
                    <a:lnTo>
                      <a:pt x="107" y="40"/>
                    </a:lnTo>
                    <a:lnTo>
                      <a:pt x="107" y="42"/>
                    </a:lnTo>
                    <a:lnTo>
                      <a:pt x="107" y="42"/>
                    </a:lnTo>
                    <a:lnTo>
                      <a:pt x="107" y="42"/>
                    </a:lnTo>
                    <a:lnTo>
                      <a:pt x="107" y="42"/>
                    </a:lnTo>
                    <a:lnTo>
                      <a:pt x="109" y="42"/>
                    </a:lnTo>
                    <a:lnTo>
                      <a:pt x="109" y="42"/>
                    </a:lnTo>
                    <a:lnTo>
                      <a:pt x="109" y="42"/>
                    </a:lnTo>
                    <a:lnTo>
                      <a:pt x="109" y="42"/>
                    </a:lnTo>
                    <a:lnTo>
                      <a:pt x="109" y="42"/>
                    </a:lnTo>
                    <a:lnTo>
                      <a:pt x="109" y="45"/>
                    </a:lnTo>
                    <a:lnTo>
                      <a:pt x="111" y="45"/>
                    </a:lnTo>
                    <a:lnTo>
                      <a:pt x="111" y="45"/>
                    </a:lnTo>
                    <a:lnTo>
                      <a:pt x="111" y="45"/>
                    </a:lnTo>
                    <a:lnTo>
                      <a:pt x="111" y="45"/>
                    </a:lnTo>
                    <a:lnTo>
                      <a:pt x="114" y="45"/>
                    </a:lnTo>
                    <a:lnTo>
                      <a:pt x="114" y="45"/>
                    </a:lnTo>
                    <a:lnTo>
                      <a:pt x="114" y="45"/>
                    </a:lnTo>
                    <a:lnTo>
                      <a:pt x="114" y="45"/>
                    </a:lnTo>
                    <a:lnTo>
                      <a:pt x="116" y="45"/>
                    </a:lnTo>
                    <a:lnTo>
                      <a:pt x="116" y="45"/>
                    </a:lnTo>
                    <a:lnTo>
                      <a:pt x="116" y="45"/>
                    </a:lnTo>
                    <a:lnTo>
                      <a:pt x="118" y="45"/>
                    </a:lnTo>
                    <a:lnTo>
                      <a:pt x="118" y="45"/>
                    </a:lnTo>
                    <a:lnTo>
                      <a:pt x="118" y="45"/>
                    </a:lnTo>
                    <a:lnTo>
                      <a:pt x="121" y="45"/>
                    </a:lnTo>
                    <a:lnTo>
                      <a:pt x="121" y="45"/>
                    </a:lnTo>
                    <a:lnTo>
                      <a:pt x="121" y="45"/>
                    </a:lnTo>
                    <a:lnTo>
                      <a:pt x="121" y="45"/>
                    </a:lnTo>
                    <a:lnTo>
                      <a:pt x="123" y="45"/>
                    </a:lnTo>
                    <a:lnTo>
                      <a:pt x="123" y="45"/>
                    </a:lnTo>
                    <a:lnTo>
                      <a:pt x="123" y="45"/>
                    </a:lnTo>
                    <a:lnTo>
                      <a:pt x="123" y="47"/>
                    </a:lnTo>
                    <a:lnTo>
                      <a:pt x="123" y="47"/>
                    </a:lnTo>
                    <a:lnTo>
                      <a:pt x="126" y="47"/>
                    </a:lnTo>
                    <a:lnTo>
                      <a:pt x="126" y="47"/>
                    </a:lnTo>
                    <a:lnTo>
                      <a:pt x="126" y="47"/>
                    </a:lnTo>
                    <a:lnTo>
                      <a:pt x="126" y="49"/>
                    </a:lnTo>
                    <a:lnTo>
                      <a:pt x="126" y="49"/>
                    </a:lnTo>
                    <a:lnTo>
                      <a:pt x="123" y="49"/>
                    </a:lnTo>
                    <a:lnTo>
                      <a:pt x="123" y="49"/>
                    </a:lnTo>
                    <a:lnTo>
                      <a:pt x="126" y="49"/>
                    </a:lnTo>
                    <a:lnTo>
                      <a:pt x="126" y="52"/>
                    </a:lnTo>
                    <a:lnTo>
                      <a:pt x="123" y="52"/>
                    </a:lnTo>
                    <a:lnTo>
                      <a:pt x="123" y="52"/>
                    </a:lnTo>
                    <a:lnTo>
                      <a:pt x="123" y="52"/>
                    </a:lnTo>
                    <a:lnTo>
                      <a:pt x="123" y="52"/>
                    </a:lnTo>
                    <a:lnTo>
                      <a:pt x="121" y="52"/>
                    </a:lnTo>
                    <a:lnTo>
                      <a:pt x="121" y="52"/>
                    </a:lnTo>
                    <a:lnTo>
                      <a:pt x="121" y="54"/>
                    </a:lnTo>
                    <a:lnTo>
                      <a:pt x="121" y="54"/>
                    </a:lnTo>
                    <a:lnTo>
                      <a:pt x="121" y="54"/>
                    </a:lnTo>
                    <a:lnTo>
                      <a:pt x="118" y="54"/>
                    </a:lnTo>
                    <a:lnTo>
                      <a:pt x="118" y="54"/>
                    </a:lnTo>
                    <a:lnTo>
                      <a:pt x="118" y="54"/>
                    </a:lnTo>
                    <a:lnTo>
                      <a:pt x="118" y="54"/>
                    </a:lnTo>
                    <a:lnTo>
                      <a:pt x="116" y="54"/>
                    </a:lnTo>
                    <a:lnTo>
                      <a:pt x="116" y="54"/>
                    </a:lnTo>
                    <a:lnTo>
                      <a:pt x="116" y="54"/>
                    </a:lnTo>
                    <a:lnTo>
                      <a:pt x="116" y="57"/>
                    </a:lnTo>
                    <a:lnTo>
                      <a:pt x="116" y="57"/>
                    </a:lnTo>
                    <a:lnTo>
                      <a:pt x="116" y="57"/>
                    </a:lnTo>
                    <a:lnTo>
                      <a:pt x="116" y="57"/>
                    </a:lnTo>
                    <a:lnTo>
                      <a:pt x="116" y="57"/>
                    </a:lnTo>
                    <a:lnTo>
                      <a:pt x="116" y="59"/>
                    </a:lnTo>
                    <a:lnTo>
                      <a:pt x="116" y="59"/>
                    </a:lnTo>
                    <a:lnTo>
                      <a:pt x="116" y="59"/>
                    </a:lnTo>
                    <a:lnTo>
                      <a:pt x="116" y="61"/>
                    </a:lnTo>
                    <a:lnTo>
                      <a:pt x="116" y="61"/>
                    </a:lnTo>
                    <a:lnTo>
                      <a:pt x="116" y="61"/>
                    </a:lnTo>
                    <a:lnTo>
                      <a:pt x="116" y="64"/>
                    </a:lnTo>
                    <a:lnTo>
                      <a:pt x="114" y="64"/>
                    </a:lnTo>
                    <a:lnTo>
                      <a:pt x="114" y="64"/>
                    </a:lnTo>
                    <a:lnTo>
                      <a:pt x="114" y="64"/>
                    </a:lnTo>
                    <a:lnTo>
                      <a:pt x="114" y="64"/>
                    </a:lnTo>
                    <a:lnTo>
                      <a:pt x="114" y="66"/>
                    </a:lnTo>
                    <a:lnTo>
                      <a:pt x="114" y="66"/>
                    </a:lnTo>
                    <a:lnTo>
                      <a:pt x="114" y="68"/>
                    </a:lnTo>
                    <a:lnTo>
                      <a:pt x="114" y="68"/>
                    </a:lnTo>
                    <a:lnTo>
                      <a:pt x="111" y="68"/>
                    </a:lnTo>
                    <a:lnTo>
                      <a:pt x="111" y="68"/>
                    </a:lnTo>
                    <a:lnTo>
                      <a:pt x="109" y="68"/>
                    </a:lnTo>
                    <a:lnTo>
                      <a:pt x="109" y="66"/>
                    </a:lnTo>
                    <a:lnTo>
                      <a:pt x="109" y="66"/>
                    </a:lnTo>
                    <a:lnTo>
                      <a:pt x="109" y="66"/>
                    </a:lnTo>
                    <a:lnTo>
                      <a:pt x="109" y="66"/>
                    </a:lnTo>
                    <a:lnTo>
                      <a:pt x="107" y="66"/>
                    </a:lnTo>
                    <a:lnTo>
                      <a:pt x="107" y="66"/>
                    </a:lnTo>
                    <a:lnTo>
                      <a:pt x="107" y="68"/>
                    </a:lnTo>
                    <a:lnTo>
                      <a:pt x="107" y="68"/>
                    </a:lnTo>
                    <a:lnTo>
                      <a:pt x="107" y="68"/>
                    </a:lnTo>
                    <a:lnTo>
                      <a:pt x="104" y="68"/>
                    </a:lnTo>
                    <a:lnTo>
                      <a:pt x="104" y="68"/>
                    </a:lnTo>
                    <a:lnTo>
                      <a:pt x="104" y="68"/>
                    </a:lnTo>
                    <a:lnTo>
                      <a:pt x="102" y="68"/>
                    </a:lnTo>
                    <a:lnTo>
                      <a:pt x="102" y="68"/>
                    </a:lnTo>
                    <a:lnTo>
                      <a:pt x="102" y="68"/>
                    </a:lnTo>
                    <a:lnTo>
                      <a:pt x="102" y="66"/>
                    </a:lnTo>
                    <a:lnTo>
                      <a:pt x="102" y="66"/>
                    </a:lnTo>
                    <a:lnTo>
                      <a:pt x="100" y="66"/>
                    </a:lnTo>
                    <a:lnTo>
                      <a:pt x="100" y="66"/>
                    </a:lnTo>
                    <a:lnTo>
                      <a:pt x="100" y="68"/>
                    </a:lnTo>
                    <a:lnTo>
                      <a:pt x="100" y="68"/>
                    </a:lnTo>
                    <a:lnTo>
                      <a:pt x="100" y="68"/>
                    </a:lnTo>
                    <a:lnTo>
                      <a:pt x="97" y="68"/>
                    </a:lnTo>
                    <a:lnTo>
                      <a:pt x="97" y="68"/>
                    </a:lnTo>
                    <a:lnTo>
                      <a:pt x="97" y="71"/>
                    </a:lnTo>
                    <a:lnTo>
                      <a:pt x="95" y="71"/>
                    </a:lnTo>
                    <a:lnTo>
                      <a:pt x="95" y="71"/>
                    </a:lnTo>
                    <a:lnTo>
                      <a:pt x="95" y="71"/>
                    </a:lnTo>
                    <a:lnTo>
                      <a:pt x="95" y="73"/>
                    </a:lnTo>
                    <a:lnTo>
                      <a:pt x="95" y="73"/>
                    </a:lnTo>
                    <a:lnTo>
                      <a:pt x="95" y="73"/>
                    </a:lnTo>
                    <a:lnTo>
                      <a:pt x="95" y="73"/>
                    </a:lnTo>
                    <a:lnTo>
                      <a:pt x="95" y="73"/>
                    </a:lnTo>
                    <a:lnTo>
                      <a:pt x="95" y="76"/>
                    </a:lnTo>
                    <a:lnTo>
                      <a:pt x="95" y="76"/>
                    </a:lnTo>
                    <a:lnTo>
                      <a:pt x="95" y="76"/>
                    </a:lnTo>
                    <a:lnTo>
                      <a:pt x="95" y="78"/>
                    </a:lnTo>
                    <a:lnTo>
                      <a:pt x="95" y="78"/>
                    </a:lnTo>
                    <a:lnTo>
                      <a:pt x="95" y="78"/>
                    </a:lnTo>
                    <a:lnTo>
                      <a:pt x="95" y="80"/>
                    </a:lnTo>
                    <a:lnTo>
                      <a:pt x="95" y="80"/>
                    </a:lnTo>
                    <a:lnTo>
                      <a:pt x="95" y="80"/>
                    </a:lnTo>
                    <a:lnTo>
                      <a:pt x="92" y="80"/>
                    </a:lnTo>
                    <a:lnTo>
                      <a:pt x="92" y="80"/>
                    </a:lnTo>
                    <a:lnTo>
                      <a:pt x="90" y="80"/>
                    </a:lnTo>
                    <a:lnTo>
                      <a:pt x="90" y="83"/>
                    </a:lnTo>
                    <a:lnTo>
                      <a:pt x="90" y="83"/>
                    </a:lnTo>
                    <a:lnTo>
                      <a:pt x="90" y="83"/>
                    </a:lnTo>
                    <a:lnTo>
                      <a:pt x="90" y="83"/>
                    </a:lnTo>
                    <a:lnTo>
                      <a:pt x="88" y="83"/>
                    </a:lnTo>
                    <a:lnTo>
                      <a:pt x="88" y="83"/>
                    </a:lnTo>
                    <a:lnTo>
                      <a:pt x="88" y="83"/>
                    </a:lnTo>
                    <a:lnTo>
                      <a:pt x="88" y="85"/>
                    </a:lnTo>
                    <a:lnTo>
                      <a:pt x="88" y="85"/>
                    </a:lnTo>
                    <a:lnTo>
                      <a:pt x="88" y="85"/>
                    </a:lnTo>
                    <a:lnTo>
                      <a:pt x="85" y="85"/>
                    </a:lnTo>
                    <a:lnTo>
                      <a:pt x="85" y="87"/>
                    </a:lnTo>
                    <a:lnTo>
                      <a:pt x="85" y="87"/>
                    </a:lnTo>
                    <a:lnTo>
                      <a:pt x="85" y="87"/>
                    </a:lnTo>
                    <a:lnTo>
                      <a:pt x="85" y="90"/>
                    </a:lnTo>
                    <a:lnTo>
                      <a:pt x="83" y="90"/>
                    </a:lnTo>
                    <a:lnTo>
                      <a:pt x="83" y="90"/>
                    </a:lnTo>
                    <a:lnTo>
                      <a:pt x="83" y="90"/>
                    </a:lnTo>
                    <a:lnTo>
                      <a:pt x="83" y="87"/>
                    </a:lnTo>
                    <a:lnTo>
                      <a:pt x="83" y="87"/>
                    </a:lnTo>
                    <a:lnTo>
                      <a:pt x="81" y="87"/>
                    </a:lnTo>
                    <a:lnTo>
                      <a:pt x="81" y="87"/>
                    </a:lnTo>
                    <a:lnTo>
                      <a:pt x="81" y="90"/>
                    </a:lnTo>
                    <a:lnTo>
                      <a:pt x="81" y="90"/>
                    </a:lnTo>
                    <a:lnTo>
                      <a:pt x="81" y="90"/>
                    </a:lnTo>
                    <a:lnTo>
                      <a:pt x="81" y="92"/>
                    </a:lnTo>
                    <a:lnTo>
                      <a:pt x="81" y="92"/>
                    </a:lnTo>
                    <a:lnTo>
                      <a:pt x="81" y="92"/>
                    </a:lnTo>
                    <a:lnTo>
                      <a:pt x="81" y="94"/>
                    </a:lnTo>
                    <a:lnTo>
                      <a:pt x="78" y="94"/>
                    </a:lnTo>
                    <a:lnTo>
                      <a:pt x="78" y="94"/>
                    </a:lnTo>
                    <a:lnTo>
                      <a:pt x="78" y="94"/>
                    </a:lnTo>
                    <a:lnTo>
                      <a:pt x="78" y="94"/>
                    </a:lnTo>
                    <a:lnTo>
                      <a:pt x="78" y="97"/>
                    </a:lnTo>
                    <a:lnTo>
                      <a:pt x="78" y="97"/>
                    </a:lnTo>
                    <a:lnTo>
                      <a:pt x="78" y="99"/>
                    </a:lnTo>
                    <a:lnTo>
                      <a:pt x="78" y="99"/>
                    </a:lnTo>
                    <a:lnTo>
                      <a:pt x="78" y="102"/>
                    </a:lnTo>
                    <a:lnTo>
                      <a:pt x="78" y="102"/>
                    </a:lnTo>
                    <a:lnTo>
                      <a:pt x="78" y="104"/>
                    </a:lnTo>
                    <a:lnTo>
                      <a:pt x="78" y="104"/>
                    </a:lnTo>
                    <a:lnTo>
                      <a:pt x="78" y="104"/>
                    </a:lnTo>
                    <a:lnTo>
                      <a:pt x="76" y="104"/>
                    </a:lnTo>
                    <a:lnTo>
                      <a:pt x="76" y="106"/>
                    </a:lnTo>
                    <a:lnTo>
                      <a:pt x="76" y="106"/>
                    </a:lnTo>
                    <a:lnTo>
                      <a:pt x="76" y="106"/>
                    </a:lnTo>
                    <a:lnTo>
                      <a:pt x="76" y="109"/>
                    </a:lnTo>
                    <a:lnTo>
                      <a:pt x="76" y="109"/>
                    </a:lnTo>
                    <a:lnTo>
                      <a:pt x="76" y="109"/>
                    </a:lnTo>
                    <a:lnTo>
                      <a:pt x="76" y="111"/>
                    </a:lnTo>
                    <a:lnTo>
                      <a:pt x="73" y="111"/>
                    </a:lnTo>
                    <a:lnTo>
                      <a:pt x="73" y="111"/>
                    </a:lnTo>
                    <a:lnTo>
                      <a:pt x="73" y="111"/>
                    </a:lnTo>
                    <a:lnTo>
                      <a:pt x="73" y="113"/>
                    </a:lnTo>
                    <a:lnTo>
                      <a:pt x="73" y="113"/>
                    </a:lnTo>
                    <a:lnTo>
                      <a:pt x="73" y="113"/>
                    </a:lnTo>
                    <a:lnTo>
                      <a:pt x="76" y="113"/>
                    </a:lnTo>
                    <a:lnTo>
                      <a:pt x="76" y="113"/>
                    </a:lnTo>
                    <a:lnTo>
                      <a:pt x="76" y="113"/>
                    </a:lnTo>
                    <a:lnTo>
                      <a:pt x="76" y="116"/>
                    </a:lnTo>
                    <a:lnTo>
                      <a:pt x="76" y="116"/>
                    </a:lnTo>
                    <a:lnTo>
                      <a:pt x="76" y="116"/>
                    </a:lnTo>
                    <a:lnTo>
                      <a:pt x="76" y="118"/>
                    </a:lnTo>
                    <a:lnTo>
                      <a:pt x="76" y="118"/>
                    </a:lnTo>
                    <a:lnTo>
                      <a:pt x="78" y="118"/>
                    </a:lnTo>
                    <a:lnTo>
                      <a:pt x="78" y="121"/>
                    </a:lnTo>
                    <a:lnTo>
                      <a:pt x="78" y="121"/>
                    </a:lnTo>
                    <a:lnTo>
                      <a:pt x="78" y="121"/>
                    </a:lnTo>
                    <a:lnTo>
                      <a:pt x="78" y="123"/>
                    </a:lnTo>
                    <a:lnTo>
                      <a:pt x="78" y="123"/>
                    </a:lnTo>
                    <a:lnTo>
                      <a:pt x="81" y="123"/>
                    </a:lnTo>
                    <a:lnTo>
                      <a:pt x="81" y="123"/>
                    </a:lnTo>
                    <a:lnTo>
                      <a:pt x="81" y="123"/>
                    </a:lnTo>
                    <a:lnTo>
                      <a:pt x="81" y="125"/>
                    </a:lnTo>
                    <a:lnTo>
                      <a:pt x="81" y="125"/>
                    </a:lnTo>
                    <a:lnTo>
                      <a:pt x="81" y="125"/>
                    </a:lnTo>
                    <a:lnTo>
                      <a:pt x="83" y="125"/>
                    </a:lnTo>
                    <a:lnTo>
                      <a:pt x="83" y="128"/>
                    </a:lnTo>
                    <a:lnTo>
                      <a:pt x="83" y="128"/>
                    </a:lnTo>
                    <a:lnTo>
                      <a:pt x="83" y="128"/>
                    </a:lnTo>
                    <a:lnTo>
                      <a:pt x="83" y="130"/>
                    </a:lnTo>
                    <a:lnTo>
                      <a:pt x="83" y="130"/>
                    </a:lnTo>
                    <a:lnTo>
                      <a:pt x="85" y="130"/>
                    </a:lnTo>
                    <a:lnTo>
                      <a:pt x="85" y="130"/>
                    </a:lnTo>
                    <a:lnTo>
                      <a:pt x="85" y="130"/>
                    </a:lnTo>
                    <a:lnTo>
                      <a:pt x="88" y="130"/>
                    </a:lnTo>
                    <a:lnTo>
                      <a:pt x="88" y="130"/>
                    </a:lnTo>
                    <a:lnTo>
                      <a:pt x="88" y="132"/>
                    </a:lnTo>
                    <a:lnTo>
                      <a:pt x="88" y="132"/>
                    </a:lnTo>
                    <a:lnTo>
                      <a:pt x="88" y="132"/>
                    </a:lnTo>
                    <a:lnTo>
                      <a:pt x="90" y="132"/>
                    </a:lnTo>
                    <a:lnTo>
                      <a:pt x="90" y="132"/>
                    </a:lnTo>
                    <a:lnTo>
                      <a:pt x="90" y="132"/>
                    </a:lnTo>
                    <a:lnTo>
                      <a:pt x="90" y="132"/>
                    </a:lnTo>
                    <a:lnTo>
                      <a:pt x="90" y="132"/>
                    </a:lnTo>
                    <a:lnTo>
                      <a:pt x="90" y="132"/>
                    </a:lnTo>
                    <a:lnTo>
                      <a:pt x="90" y="135"/>
                    </a:lnTo>
                    <a:lnTo>
                      <a:pt x="90" y="135"/>
                    </a:lnTo>
                    <a:lnTo>
                      <a:pt x="92" y="135"/>
                    </a:lnTo>
                    <a:lnTo>
                      <a:pt x="92" y="137"/>
                    </a:lnTo>
                    <a:lnTo>
                      <a:pt x="92" y="137"/>
                    </a:lnTo>
                    <a:lnTo>
                      <a:pt x="92" y="137"/>
                    </a:lnTo>
                    <a:lnTo>
                      <a:pt x="92" y="137"/>
                    </a:lnTo>
                    <a:lnTo>
                      <a:pt x="92" y="140"/>
                    </a:lnTo>
                    <a:lnTo>
                      <a:pt x="92" y="140"/>
                    </a:lnTo>
                    <a:lnTo>
                      <a:pt x="90" y="140"/>
                    </a:lnTo>
                    <a:lnTo>
                      <a:pt x="90" y="142"/>
                    </a:lnTo>
                    <a:lnTo>
                      <a:pt x="90" y="142"/>
                    </a:lnTo>
                    <a:lnTo>
                      <a:pt x="92" y="142"/>
                    </a:lnTo>
                    <a:lnTo>
                      <a:pt x="92" y="142"/>
                    </a:lnTo>
                    <a:lnTo>
                      <a:pt x="92" y="144"/>
                    </a:lnTo>
                    <a:lnTo>
                      <a:pt x="92" y="144"/>
                    </a:lnTo>
                    <a:lnTo>
                      <a:pt x="92" y="144"/>
                    </a:lnTo>
                    <a:lnTo>
                      <a:pt x="92" y="147"/>
                    </a:lnTo>
                    <a:lnTo>
                      <a:pt x="95" y="147"/>
                    </a:lnTo>
                    <a:lnTo>
                      <a:pt x="95" y="147"/>
                    </a:lnTo>
                    <a:lnTo>
                      <a:pt x="95" y="147"/>
                    </a:lnTo>
                    <a:lnTo>
                      <a:pt x="95" y="149"/>
                    </a:lnTo>
                    <a:lnTo>
                      <a:pt x="95" y="149"/>
                    </a:lnTo>
                    <a:lnTo>
                      <a:pt x="95" y="149"/>
                    </a:lnTo>
                    <a:lnTo>
                      <a:pt x="95" y="151"/>
                    </a:lnTo>
                    <a:lnTo>
                      <a:pt x="97" y="151"/>
                    </a:lnTo>
                    <a:lnTo>
                      <a:pt x="97" y="151"/>
                    </a:lnTo>
                    <a:lnTo>
                      <a:pt x="97" y="151"/>
                    </a:lnTo>
                    <a:lnTo>
                      <a:pt x="97" y="151"/>
                    </a:lnTo>
                    <a:lnTo>
                      <a:pt x="100" y="151"/>
                    </a:lnTo>
                    <a:lnTo>
                      <a:pt x="100" y="154"/>
                    </a:lnTo>
                    <a:lnTo>
                      <a:pt x="100" y="154"/>
                    </a:lnTo>
                    <a:lnTo>
                      <a:pt x="100" y="154"/>
                    </a:lnTo>
                    <a:lnTo>
                      <a:pt x="100" y="154"/>
                    </a:lnTo>
                    <a:lnTo>
                      <a:pt x="102" y="154"/>
                    </a:lnTo>
                    <a:lnTo>
                      <a:pt x="102" y="156"/>
                    </a:lnTo>
                    <a:lnTo>
                      <a:pt x="102" y="156"/>
                    </a:lnTo>
                    <a:lnTo>
                      <a:pt x="102" y="156"/>
                    </a:lnTo>
                    <a:lnTo>
                      <a:pt x="102" y="156"/>
                    </a:lnTo>
                    <a:lnTo>
                      <a:pt x="102" y="158"/>
                    </a:lnTo>
                    <a:lnTo>
                      <a:pt x="104" y="158"/>
                    </a:lnTo>
                    <a:lnTo>
                      <a:pt x="104" y="158"/>
                    </a:lnTo>
                    <a:lnTo>
                      <a:pt x="104" y="158"/>
                    </a:lnTo>
                    <a:lnTo>
                      <a:pt x="107" y="158"/>
                    </a:lnTo>
                    <a:lnTo>
                      <a:pt x="107" y="161"/>
                    </a:lnTo>
                    <a:lnTo>
                      <a:pt x="107" y="161"/>
                    </a:lnTo>
                    <a:lnTo>
                      <a:pt x="107" y="163"/>
                    </a:lnTo>
                    <a:lnTo>
                      <a:pt x="107" y="163"/>
                    </a:lnTo>
                    <a:lnTo>
                      <a:pt x="107" y="163"/>
                    </a:lnTo>
                    <a:lnTo>
                      <a:pt x="107" y="163"/>
                    </a:lnTo>
                    <a:lnTo>
                      <a:pt x="107" y="163"/>
                    </a:lnTo>
                    <a:lnTo>
                      <a:pt x="109" y="163"/>
                    </a:lnTo>
                    <a:lnTo>
                      <a:pt x="109" y="166"/>
                    </a:lnTo>
                    <a:lnTo>
                      <a:pt x="109" y="166"/>
                    </a:lnTo>
                    <a:lnTo>
                      <a:pt x="109" y="166"/>
                    </a:lnTo>
                    <a:lnTo>
                      <a:pt x="109" y="166"/>
                    </a:lnTo>
                    <a:lnTo>
                      <a:pt x="109" y="168"/>
                    </a:lnTo>
                    <a:lnTo>
                      <a:pt x="111" y="168"/>
                    </a:lnTo>
                    <a:lnTo>
                      <a:pt x="111" y="168"/>
                    </a:lnTo>
                    <a:lnTo>
                      <a:pt x="111" y="168"/>
                    </a:lnTo>
                    <a:lnTo>
                      <a:pt x="114" y="168"/>
                    </a:lnTo>
                    <a:lnTo>
                      <a:pt x="114" y="170"/>
                    </a:lnTo>
                    <a:lnTo>
                      <a:pt x="114" y="170"/>
                    </a:lnTo>
                    <a:lnTo>
                      <a:pt x="114" y="170"/>
                    </a:lnTo>
                    <a:lnTo>
                      <a:pt x="114" y="170"/>
                    </a:lnTo>
                    <a:lnTo>
                      <a:pt x="116" y="170"/>
                    </a:lnTo>
                    <a:lnTo>
                      <a:pt x="116" y="173"/>
                    </a:lnTo>
                    <a:lnTo>
                      <a:pt x="116" y="173"/>
                    </a:lnTo>
                    <a:lnTo>
                      <a:pt x="116" y="173"/>
                    </a:lnTo>
                    <a:lnTo>
                      <a:pt x="116" y="173"/>
                    </a:lnTo>
                    <a:lnTo>
                      <a:pt x="118" y="173"/>
                    </a:lnTo>
                    <a:lnTo>
                      <a:pt x="118" y="173"/>
                    </a:lnTo>
                    <a:lnTo>
                      <a:pt x="118" y="173"/>
                    </a:lnTo>
                    <a:lnTo>
                      <a:pt x="118" y="175"/>
                    </a:lnTo>
                    <a:lnTo>
                      <a:pt x="121" y="175"/>
                    </a:lnTo>
                    <a:lnTo>
                      <a:pt x="121" y="175"/>
                    </a:lnTo>
                    <a:lnTo>
                      <a:pt x="121" y="175"/>
                    </a:lnTo>
                    <a:lnTo>
                      <a:pt x="121" y="175"/>
                    </a:lnTo>
                    <a:lnTo>
                      <a:pt x="121" y="177"/>
                    </a:lnTo>
                    <a:lnTo>
                      <a:pt x="123" y="177"/>
                    </a:lnTo>
                    <a:lnTo>
                      <a:pt x="123" y="177"/>
                    </a:lnTo>
                    <a:lnTo>
                      <a:pt x="123" y="177"/>
                    </a:lnTo>
                    <a:lnTo>
                      <a:pt x="123" y="177"/>
                    </a:lnTo>
                    <a:lnTo>
                      <a:pt x="126" y="177"/>
                    </a:lnTo>
                    <a:lnTo>
                      <a:pt x="126" y="180"/>
                    </a:lnTo>
                    <a:lnTo>
                      <a:pt x="126" y="180"/>
                    </a:lnTo>
                    <a:lnTo>
                      <a:pt x="126" y="180"/>
                    </a:lnTo>
                    <a:lnTo>
                      <a:pt x="126" y="182"/>
                    </a:lnTo>
                    <a:lnTo>
                      <a:pt x="128" y="182"/>
                    </a:lnTo>
                    <a:lnTo>
                      <a:pt x="128" y="182"/>
                    </a:lnTo>
                    <a:lnTo>
                      <a:pt x="128" y="182"/>
                    </a:lnTo>
                    <a:lnTo>
                      <a:pt x="128" y="182"/>
                    </a:lnTo>
                    <a:lnTo>
                      <a:pt x="128" y="182"/>
                    </a:lnTo>
                    <a:lnTo>
                      <a:pt x="130" y="182"/>
                    </a:lnTo>
                    <a:lnTo>
                      <a:pt x="130" y="182"/>
                    </a:lnTo>
                    <a:lnTo>
                      <a:pt x="130" y="182"/>
                    </a:lnTo>
                    <a:lnTo>
                      <a:pt x="133" y="182"/>
                    </a:lnTo>
                    <a:lnTo>
                      <a:pt x="133" y="185"/>
                    </a:lnTo>
                    <a:lnTo>
                      <a:pt x="133" y="185"/>
                    </a:lnTo>
                    <a:lnTo>
                      <a:pt x="130" y="185"/>
                    </a:lnTo>
                    <a:lnTo>
                      <a:pt x="130" y="185"/>
                    </a:lnTo>
                    <a:lnTo>
                      <a:pt x="130" y="187"/>
                    </a:lnTo>
                    <a:lnTo>
                      <a:pt x="130" y="187"/>
                    </a:lnTo>
                    <a:lnTo>
                      <a:pt x="130" y="187"/>
                    </a:lnTo>
                    <a:lnTo>
                      <a:pt x="130" y="189"/>
                    </a:lnTo>
                    <a:lnTo>
                      <a:pt x="133" y="189"/>
                    </a:lnTo>
                    <a:lnTo>
                      <a:pt x="133" y="189"/>
                    </a:lnTo>
                    <a:lnTo>
                      <a:pt x="133" y="189"/>
                    </a:lnTo>
                    <a:lnTo>
                      <a:pt x="133" y="192"/>
                    </a:lnTo>
                    <a:lnTo>
                      <a:pt x="133" y="192"/>
                    </a:lnTo>
                    <a:lnTo>
                      <a:pt x="135" y="192"/>
                    </a:lnTo>
                    <a:lnTo>
                      <a:pt x="135" y="192"/>
                    </a:lnTo>
                    <a:lnTo>
                      <a:pt x="135" y="194"/>
                    </a:lnTo>
                    <a:lnTo>
                      <a:pt x="135" y="194"/>
                    </a:lnTo>
                    <a:lnTo>
                      <a:pt x="135" y="194"/>
                    </a:lnTo>
                    <a:lnTo>
                      <a:pt x="135" y="196"/>
                    </a:lnTo>
                    <a:lnTo>
                      <a:pt x="135" y="196"/>
                    </a:lnTo>
                    <a:lnTo>
                      <a:pt x="135" y="196"/>
                    </a:lnTo>
                    <a:lnTo>
                      <a:pt x="137" y="196"/>
                    </a:lnTo>
                    <a:lnTo>
                      <a:pt x="137" y="199"/>
                    </a:lnTo>
                    <a:lnTo>
                      <a:pt x="137" y="199"/>
                    </a:lnTo>
                    <a:lnTo>
                      <a:pt x="137" y="199"/>
                    </a:lnTo>
                    <a:lnTo>
                      <a:pt x="140" y="199"/>
                    </a:lnTo>
                    <a:lnTo>
                      <a:pt x="140" y="199"/>
                    </a:lnTo>
                    <a:lnTo>
                      <a:pt x="140" y="201"/>
                    </a:lnTo>
                    <a:lnTo>
                      <a:pt x="140" y="201"/>
                    </a:lnTo>
                    <a:lnTo>
                      <a:pt x="140" y="201"/>
                    </a:lnTo>
                    <a:lnTo>
                      <a:pt x="140" y="201"/>
                    </a:lnTo>
                    <a:lnTo>
                      <a:pt x="142" y="201"/>
                    </a:lnTo>
                    <a:lnTo>
                      <a:pt x="142" y="201"/>
                    </a:lnTo>
                    <a:lnTo>
                      <a:pt x="142" y="201"/>
                    </a:lnTo>
                    <a:lnTo>
                      <a:pt x="142" y="201"/>
                    </a:lnTo>
                    <a:lnTo>
                      <a:pt x="142" y="204"/>
                    </a:lnTo>
                    <a:lnTo>
                      <a:pt x="142" y="204"/>
                    </a:lnTo>
                    <a:lnTo>
                      <a:pt x="142" y="204"/>
                    </a:lnTo>
                    <a:lnTo>
                      <a:pt x="144" y="204"/>
                    </a:lnTo>
                    <a:lnTo>
                      <a:pt x="144" y="206"/>
                    </a:lnTo>
                    <a:lnTo>
                      <a:pt x="144" y="206"/>
                    </a:lnTo>
                    <a:lnTo>
                      <a:pt x="144" y="206"/>
                    </a:lnTo>
                    <a:lnTo>
                      <a:pt x="144" y="208"/>
                    </a:lnTo>
                    <a:lnTo>
                      <a:pt x="144" y="208"/>
                    </a:lnTo>
                    <a:lnTo>
                      <a:pt x="144" y="208"/>
                    </a:lnTo>
                    <a:lnTo>
                      <a:pt x="144" y="211"/>
                    </a:lnTo>
                    <a:lnTo>
                      <a:pt x="144" y="211"/>
                    </a:lnTo>
                    <a:lnTo>
                      <a:pt x="144" y="213"/>
                    </a:lnTo>
                    <a:lnTo>
                      <a:pt x="144" y="213"/>
                    </a:lnTo>
                    <a:lnTo>
                      <a:pt x="144" y="213"/>
                    </a:lnTo>
                    <a:lnTo>
                      <a:pt x="144" y="213"/>
                    </a:lnTo>
                    <a:lnTo>
                      <a:pt x="144" y="215"/>
                    </a:lnTo>
                    <a:lnTo>
                      <a:pt x="147" y="215"/>
                    </a:lnTo>
                    <a:lnTo>
                      <a:pt x="147" y="215"/>
                    </a:lnTo>
                    <a:lnTo>
                      <a:pt x="147" y="218"/>
                    </a:lnTo>
                    <a:lnTo>
                      <a:pt x="147" y="218"/>
                    </a:lnTo>
                    <a:lnTo>
                      <a:pt x="147" y="218"/>
                    </a:lnTo>
                    <a:lnTo>
                      <a:pt x="147" y="218"/>
                    </a:lnTo>
                    <a:lnTo>
                      <a:pt x="147" y="220"/>
                    </a:lnTo>
                    <a:lnTo>
                      <a:pt x="147" y="220"/>
                    </a:lnTo>
                    <a:lnTo>
                      <a:pt x="149" y="220"/>
                    </a:lnTo>
                    <a:lnTo>
                      <a:pt x="149" y="222"/>
                    </a:lnTo>
                    <a:lnTo>
                      <a:pt x="147" y="222"/>
                    </a:lnTo>
                    <a:lnTo>
                      <a:pt x="147" y="222"/>
                    </a:lnTo>
                    <a:lnTo>
                      <a:pt x="147" y="222"/>
                    </a:lnTo>
                    <a:lnTo>
                      <a:pt x="147" y="225"/>
                    </a:lnTo>
                    <a:lnTo>
                      <a:pt x="149" y="225"/>
                    </a:lnTo>
                    <a:lnTo>
                      <a:pt x="149" y="225"/>
                    </a:lnTo>
                    <a:lnTo>
                      <a:pt x="149" y="227"/>
                    </a:lnTo>
                    <a:lnTo>
                      <a:pt x="149" y="227"/>
                    </a:lnTo>
                    <a:lnTo>
                      <a:pt x="149" y="227"/>
                    </a:lnTo>
                    <a:lnTo>
                      <a:pt x="149" y="230"/>
                    </a:lnTo>
                    <a:lnTo>
                      <a:pt x="149" y="230"/>
                    </a:lnTo>
                    <a:lnTo>
                      <a:pt x="149" y="230"/>
                    </a:lnTo>
                    <a:lnTo>
                      <a:pt x="149" y="232"/>
                    </a:lnTo>
                    <a:lnTo>
                      <a:pt x="149" y="232"/>
                    </a:lnTo>
                    <a:lnTo>
                      <a:pt x="149" y="232"/>
                    </a:lnTo>
                    <a:lnTo>
                      <a:pt x="149" y="234"/>
                    </a:lnTo>
                    <a:lnTo>
                      <a:pt x="152" y="234"/>
                    </a:lnTo>
                    <a:lnTo>
                      <a:pt x="152" y="234"/>
                    </a:lnTo>
                    <a:lnTo>
                      <a:pt x="152" y="237"/>
                    </a:lnTo>
                    <a:lnTo>
                      <a:pt x="152" y="237"/>
                    </a:lnTo>
                    <a:lnTo>
                      <a:pt x="152" y="237"/>
                    </a:lnTo>
                    <a:lnTo>
                      <a:pt x="152" y="239"/>
                    </a:lnTo>
                    <a:lnTo>
                      <a:pt x="152" y="239"/>
                    </a:lnTo>
                    <a:lnTo>
                      <a:pt x="152" y="241"/>
                    </a:lnTo>
                    <a:lnTo>
                      <a:pt x="154" y="241"/>
                    </a:lnTo>
                    <a:lnTo>
                      <a:pt x="154" y="241"/>
                    </a:lnTo>
                    <a:lnTo>
                      <a:pt x="154" y="241"/>
                    </a:lnTo>
                    <a:lnTo>
                      <a:pt x="154" y="244"/>
                    </a:lnTo>
                    <a:lnTo>
                      <a:pt x="154" y="244"/>
                    </a:lnTo>
                    <a:lnTo>
                      <a:pt x="152" y="244"/>
                    </a:lnTo>
                    <a:lnTo>
                      <a:pt x="152" y="244"/>
                    </a:lnTo>
                    <a:lnTo>
                      <a:pt x="152" y="246"/>
                    </a:lnTo>
                    <a:lnTo>
                      <a:pt x="152" y="246"/>
                    </a:lnTo>
                    <a:lnTo>
                      <a:pt x="152" y="249"/>
                    </a:lnTo>
                    <a:lnTo>
                      <a:pt x="152" y="249"/>
                    </a:lnTo>
                    <a:lnTo>
                      <a:pt x="152" y="249"/>
                    </a:lnTo>
                    <a:lnTo>
                      <a:pt x="154" y="24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6"/>
              <p:cNvSpPr>
                <a:spLocks/>
              </p:cNvSpPr>
              <p:nvPr/>
            </p:nvSpPr>
            <p:spPr bwMode="auto">
              <a:xfrm>
                <a:off x="3025" y="2161"/>
                <a:ext cx="156" cy="377"/>
              </a:xfrm>
              <a:custGeom>
                <a:avLst/>
                <a:gdLst/>
                <a:ahLst/>
                <a:cxnLst>
                  <a:cxn ang="0">
                    <a:pos x="154" y="270"/>
                  </a:cxn>
                  <a:cxn ang="0">
                    <a:pos x="154" y="279"/>
                  </a:cxn>
                  <a:cxn ang="0">
                    <a:pos x="152" y="294"/>
                  </a:cxn>
                  <a:cxn ang="0">
                    <a:pos x="140" y="310"/>
                  </a:cxn>
                  <a:cxn ang="0">
                    <a:pos x="126" y="320"/>
                  </a:cxn>
                  <a:cxn ang="0">
                    <a:pos x="111" y="329"/>
                  </a:cxn>
                  <a:cxn ang="0">
                    <a:pos x="100" y="334"/>
                  </a:cxn>
                  <a:cxn ang="0">
                    <a:pos x="92" y="350"/>
                  </a:cxn>
                  <a:cxn ang="0">
                    <a:pos x="76" y="360"/>
                  </a:cxn>
                  <a:cxn ang="0">
                    <a:pos x="64" y="374"/>
                  </a:cxn>
                  <a:cxn ang="0">
                    <a:pos x="55" y="365"/>
                  </a:cxn>
                  <a:cxn ang="0">
                    <a:pos x="59" y="341"/>
                  </a:cxn>
                  <a:cxn ang="0">
                    <a:pos x="50" y="339"/>
                  </a:cxn>
                  <a:cxn ang="0">
                    <a:pos x="55" y="327"/>
                  </a:cxn>
                  <a:cxn ang="0">
                    <a:pos x="66" y="317"/>
                  </a:cxn>
                  <a:cxn ang="0">
                    <a:pos x="83" y="320"/>
                  </a:cxn>
                  <a:cxn ang="0">
                    <a:pos x="78" y="301"/>
                  </a:cxn>
                  <a:cxn ang="0">
                    <a:pos x="90" y="298"/>
                  </a:cxn>
                  <a:cxn ang="0">
                    <a:pos x="102" y="286"/>
                  </a:cxn>
                  <a:cxn ang="0">
                    <a:pos x="116" y="275"/>
                  </a:cxn>
                  <a:cxn ang="0">
                    <a:pos x="116" y="251"/>
                  </a:cxn>
                  <a:cxn ang="0">
                    <a:pos x="111" y="232"/>
                  </a:cxn>
                  <a:cxn ang="0">
                    <a:pos x="116" y="213"/>
                  </a:cxn>
                  <a:cxn ang="0">
                    <a:pos x="109" y="196"/>
                  </a:cxn>
                  <a:cxn ang="0">
                    <a:pos x="107" y="182"/>
                  </a:cxn>
                  <a:cxn ang="0">
                    <a:pos x="95" y="173"/>
                  </a:cxn>
                  <a:cxn ang="0">
                    <a:pos x="85" y="156"/>
                  </a:cxn>
                  <a:cxn ang="0">
                    <a:pos x="73" y="140"/>
                  </a:cxn>
                  <a:cxn ang="0">
                    <a:pos x="62" y="125"/>
                  </a:cxn>
                  <a:cxn ang="0">
                    <a:pos x="52" y="113"/>
                  </a:cxn>
                  <a:cxn ang="0">
                    <a:pos x="38" y="104"/>
                  </a:cxn>
                  <a:cxn ang="0">
                    <a:pos x="47" y="94"/>
                  </a:cxn>
                  <a:cxn ang="0">
                    <a:pos x="57" y="83"/>
                  </a:cxn>
                  <a:cxn ang="0">
                    <a:pos x="50" y="73"/>
                  </a:cxn>
                  <a:cxn ang="0">
                    <a:pos x="40" y="64"/>
                  </a:cxn>
                  <a:cxn ang="0">
                    <a:pos x="24" y="64"/>
                  </a:cxn>
                  <a:cxn ang="0">
                    <a:pos x="14" y="49"/>
                  </a:cxn>
                  <a:cxn ang="0">
                    <a:pos x="10" y="40"/>
                  </a:cxn>
                  <a:cxn ang="0">
                    <a:pos x="0" y="23"/>
                  </a:cxn>
                  <a:cxn ang="0">
                    <a:pos x="14" y="19"/>
                  </a:cxn>
                  <a:cxn ang="0">
                    <a:pos x="26" y="14"/>
                  </a:cxn>
                  <a:cxn ang="0">
                    <a:pos x="38" y="23"/>
                  </a:cxn>
                  <a:cxn ang="0">
                    <a:pos x="50" y="14"/>
                  </a:cxn>
                  <a:cxn ang="0">
                    <a:pos x="66" y="2"/>
                  </a:cxn>
                  <a:cxn ang="0">
                    <a:pos x="78" y="12"/>
                  </a:cxn>
                  <a:cxn ang="0">
                    <a:pos x="95" y="14"/>
                  </a:cxn>
                  <a:cxn ang="0">
                    <a:pos x="95" y="31"/>
                  </a:cxn>
                  <a:cxn ang="0">
                    <a:pos x="109" y="42"/>
                  </a:cxn>
                  <a:cxn ang="0">
                    <a:pos x="123" y="47"/>
                  </a:cxn>
                  <a:cxn ang="0">
                    <a:pos x="116" y="57"/>
                  </a:cxn>
                  <a:cxn ang="0">
                    <a:pos x="107" y="68"/>
                  </a:cxn>
                  <a:cxn ang="0">
                    <a:pos x="95" y="76"/>
                  </a:cxn>
                  <a:cxn ang="0">
                    <a:pos x="83" y="87"/>
                  </a:cxn>
                  <a:cxn ang="0">
                    <a:pos x="76" y="109"/>
                  </a:cxn>
                  <a:cxn ang="0">
                    <a:pos x="81" y="125"/>
                  </a:cxn>
                  <a:cxn ang="0">
                    <a:pos x="92" y="137"/>
                  </a:cxn>
                  <a:cxn ang="0">
                    <a:pos x="102" y="154"/>
                  </a:cxn>
                  <a:cxn ang="0">
                    <a:pos x="114" y="170"/>
                  </a:cxn>
                  <a:cxn ang="0">
                    <a:pos x="128" y="182"/>
                  </a:cxn>
                  <a:cxn ang="0">
                    <a:pos x="137" y="196"/>
                  </a:cxn>
                  <a:cxn ang="0">
                    <a:pos x="144" y="213"/>
                  </a:cxn>
                  <a:cxn ang="0">
                    <a:pos x="149" y="234"/>
                  </a:cxn>
                </a:cxnLst>
                <a:rect l="0" t="0" r="r" b="b"/>
                <a:pathLst>
                  <a:path w="156" h="377">
                    <a:moveTo>
                      <a:pt x="154" y="249"/>
                    </a:moveTo>
                    <a:lnTo>
                      <a:pt x="154" y="251"/>
                    </a:lnTo>
                    <a:lnTo>
                      <a:pt x="154" y="251"/>
                    </a:lnTo>
                    <a:lnTo>
                      <a:pt x="154" y="251"/>
                    </a:lnTo>
                    <a:lnTo>
                      <a:pt x="154" y="253"/>
                    </a:lnTo>
                    <a:lnTo>
                      <a:pt x="154" y="253"/>
                    </a:lnTo>
                    <a:lnTo>
                      <a:pt x="154" y="256"/>
                    </a:lnTo>
                    <a:lnTo>
                      <a:pt x="154" y="256"/>
                    </a:lnTo>
                    <a:lnTo>
                      <a:pt x="154" y="258"/>
                    </a:lnTo>
                    <a:lnTo>
                      <a:pt x="154" y="258"/>
                    </a:lnTo>
                    <a:lnTo>
                      <a:pt x="154" y="260"/>
                    </a:lnTo>
                    <a:lnTo>
                      <a:pt x="154" y="260"/>
                    </a:lnTo>
                    <a:lnTo>
                      <a:pt x="154" y="260"/>
                    </a:lnTo>
                    <a:lnTo>
                      <a:pt x="154" y="260"/>
                    </a:lnTo>
                    <a:lnTo>
                      <a:pt x="154" y="263"/>
                    </a:lnTo>
                    <a:lnTo>
                      <a:pt x="154" y="263"/>
                    </a:lnTo>
                    <a:lnTo>
                      <a:pt x="154" y="263"/>
                    </a:lnTo>
                    <a:lnTo>
                      <a:pt x="156" y="263"/>
                    </a:lnTo>
                    <a:lnTo>
                      <a:pt x="156" y="265"/>
                    </a:lnTo>
                    <a:lnTo>
                      <a:pt x="156" y="265"/>
                    </a:lnTo>
                    <a:lnTo>
                      <a:pt x="156" y="265"/>
                    </a:lnTo>
                    <a:lnTo>
                      <a:pt x="156" y="267"/>
                    </a:lnTo>
                    <a:lnTo>
                      <a:pt x="156" y="267"/>
                    </a:lnTo>
                    <a:lnTo>
                      <a:pt x="156" y="267"/>
                    </a:lnTo>
                    <a:lnTo>
                      <a:pt x="154" y="267"/>
                    </a:lnTo>
                    <a:lnTo>
                      <a:pt x="154" y="270"/>
                    </a:lnTo>
                    <a:lnTo>
                      <a:pt x="154" y="270"/>
                    </a:lnTo>
                    <a:lnTo>
                      <a:pt x="154" y="270"/>
                    </a:lnTo>
                    <a:lnTo>
                      <a:pt x="154" y="270"/>
                    </a:lnTo>
                    <a:lnTo>
                      <a:pt x="154" y="272"/>
                    </a:lnTo>
                    <a:lnTo>
                      <a:pt x="156" y="272"/>
                    </a:lnTo>
                    <a:lnTo>
                      <a:pt x="156" y="272"/>
                    </a:lnTo>
                    <a:lnTo>
                      <a:pt x="156" y="272"/>
                    </a:lnTo>
                    <a:lnTo>
                      <a:pt x="156" y="272"/>
                    </a:lnTo>
                    <a:lnTo>
                      <a:pt x="156" y="272"/>
                    </a:lnTo>
                    <a:lnTo>
                      <a:pt x="156" y="275"/>
                    </a:lnTo>
                    <a:lnTo>
                      <a:pt x="156" y="275"/>
                    </a:lnTo>
                    <a:lnTo>
                      <a:pt x="154" y="275"/>
                    </a:lnTo>
                    <a:lnTo>
                      <a:pt x="154" y="275"/>
                    </a:lnTo>
                    <a:lnTo>
                      <a:pt x="154" y="275"/>
                    </a:lnTo>
                    <a:lnTo>
                      <a:pt x="154" y="275"/>
                    </a:lnTo>
                    <a:lnTo>
                      <a:pt x="152" y="275"/>
                    </a:lnTo>
                    <a:lnTo>
                      <a:pt x="152" y="272"/>
                    </a:lnTo>
                    <a:lnTo>
                      <a:pt x="152" y="272"/>
                    </a:lnTo>
                    <a:lnTo>
                      <a:pt x="152" y="275"/>
                    </a:lnTo>
                    <a:lnTo>
                      <a:pt x="152" y="275"/>
                    </a:lnTo>
                    <a:lnTo>
                      <a:pt x="152" y="275"/>
                    </a:lnTo>
                    <a:lnTo>
                      <a:pt x="152" y="277"/>
                    </a:lnTo>
                    <a:lnTo>
                      <a:pt x="154" y="277"/>
                    </a:lnTo>
                    <a:lnTo>
                      <a:pt x="154" y="277"/>
                    </a:lnTo>
                    <a:lnTo>
                      <a:pt x="154" y="277"/>
                    </a:lnTo>
                    <a:lnTo>
                      <a:pt x="154" y="277"/>
                    </a:lnTo>
                    <a:lnTo>
                      <a:pt x="154" y="279"/>
                    </a:lnTo>
                    <a:lnTo>
                      <a:pt x="154" y="279"/>
                    </a:lnTo>
                    <a:lnTo>
                      <a:pt x="154" y="279"/>
                    </a:lnTo>
                    <a:lnTo>
                      <a:pt x="154" y="279"/>
                    </a:lnTo>
                    <a:lnTo>
                      <a:pt x="154" y="282"/>
                    </a:lnTo>
                    <a:lnTo>
                      <a:pt x="154" y="282"/>
                    </a:lnTo>
                    <a:lnTo>
                      <a:pt x="154" y="282"/>
                    </a:lnTo>
                    <a:lnTo>
                      <a:pt x="152" y="282"/>
                    </a:lnTo>
                    <a:lnTo>
                      <a:pt x="152" y="282"/>
                    </a:lnTo>
                    <a:lnTo>
                      <a:pt x="152" y="282"/>
                    </a:lnTo>
                    <a:lnTo>
                      <a:pt x="152" y="282"/>
                    </a:lnTo>
                    <a:lnTo>
                      <a:pt x="152" y="282"/>
                    </a:lnTo>
                    <a:lnTo>
                      <a:pt x="154" y="282"/>
                    </a:lnTo>
                    <a:lnTo>
                      <a:pt x="154" y="284"/>
                    </a:lnTo>
                    <a:lnTo>
                      <a:pt x="154" y="284"/>
                    </a:lnTo>
                    <a:lnTo>
                      <a:pt x="154" y="284"/>
                    </a:lnTo>
                    <a:lnTo>
                      <a:pt x="154" y="284"/>
                    </a:lnTo>
                    <a:lnTo>
                      <a:pt x="154" y="286"/>
                    </a:lnTo>
                    <a:lnTo>
                      <a:pt x="152" y="286"/>
                    </a:lnTo>
                    <a:lnTo>
                      <a:pt x="152" y="284"/>
                    </a:lnTo>
                    <a:lnTo>
                      <a:pt x="152" y="284"/>
                    </a:lnTo>
                    <a:lnTo>
                      <a:pt x="152" y="286"/>
                    </a:lnTo>
                    <a:lnTo>
                      <a:pt x="152" y="286"/>
                    </a:lnTo>
                    <a:lnTo>
                      <a:pt x="152" y="289"/>
                    </a:lnTo>
                    <a:lnTo>
                      <a:pt x="152" y="289"/>
                    </a:lnTo>
                    <a:lnTo>
                      <a:pt x="152" y="289"/>
                    </a:lnTo>
                    <a:lnTo>
                      <a:pt x="152" y="291"/>
                    </a:lnTo>
                    <a:lnTo>
                      <a:pt x="152" y="291"/>
                    </a:lnTo>
                    <a:lnTo>
                      <a:pt x="152" y="291"/>
                    </a:lnTo>
                    <a:lnTo>
                      <a:pt x="152" y="294"/>
                    </a:lnTo>
                    <a:lnTo>
                      <a:pt x="152" y="294"/>
                    </a:lnTo>
                    <a:lnTo>
                      <a:pt x="152" y="294"/>
                    </a:lnTo>
                    <a:lnTo>
                      <a:pt x="152" y="296"/>
                    </a:lnTo>
                    <a:lnTo>
                      <a:pt x="152" y="296"/>
                    </a:lnTo>
                    <a:lnTo>
                      <a:pt x="149" y="296"/>
                    </a:lnTo>
                    <a:lnTo>
                      <a:pt x="149" y="298"/>
                    </a:lnTo>
                    <a:lnTo>
                      <a:pt x="149" y="298"/>
                    </a:lnTo>
                    <a:lnTo>
                      <a:pt x="149" y="301"/>
                    </a:lnTo>
                    <a:lnTo>
                      <a:pt x="149" y="301"/>
                    </a:lnTo>
                    <a:lnTo>
                      <a:pt x="149" y="301"/>
                    </a:lnTo>
                    <a:lnTo>
                      <a:pt x="149" y="301"/>
                    </a:lnTo>
                    <a:lnTo>
                      <a:pt x="147" y="301"/>
                    </a:lnTo>
                    <a:lnTo>
                      <a:pt x="147" y="301"/>
                    </a:lnTo>
                    <a:lnTo>
                      <a:pt x="147" y="301"/>
                    </a:lnTo>
                    <a:lnTo>
                      <a:pt x="147" y="303"/>
                    </a:lnTo>
                    <a:lnTo>
                      <a:pt x="147" y="303"/>
                    </a:lnTo>
                    <a:lnTo>
                      <a:pt x="147" y="305"/>
                    </a:lnTo>
                    <a:lnTo>
                      <a:pt x="147" y="305"/>
                    </a:lnTo>
                    <a:lnTo>
                      <a:pt x="147" y="305"/>
                    </a:lnTo>
                    <a:lnTo>
                      <a:pt x="147" y="308"/>
                    </a:lnTo>
                    <a:lnTo>
                      <a:pt x="144" y="308"/>
                    </a:lnTo>
                    <a:lnTo>
                      <a:pt x="144" y="308"/>
                    </a:lnTo>
                    <a:lnTo>
                      <a:pt x="142" y="308"/>
                    </a:lnTo>
                    <a:lnTo>
                      <a:pt x="142" y="308"/>
                    </a:lnTo>
                    <a:lnTo>
                      <a:pt x="142" y="308"/>
                    </a:lnTo>
                    <a:lnTo>
                      <a:pt x="142" y="308"/>
                    </a:lnTo>
                    <a:lnTo>
                      <a:pt x="140" y="308"/>
                    </a:lnTo>
                    <a:lnTo>
                      <a:pt x="140" y="310"/>
                    </a:lnTo>
                    <a:lnTo>
                      <a:pt x="140" y="310"/>
                    </a:lnTo>
                    <a:lnTo>
                      <a:pt x="140" y="310"/>
                    </a:lnTo>
                    <a:lnTo>
                      <a:pt x="140" y="310"/>
                    </a:lnTo>
                    <a:lnTo>
                      <a:pt x="140" y="310"/>
                    </a:lnTo>
                    <a:lnTo>
                      <a:pt x="140" y="310"/>
                    </a:lnTo>
                    <a:lnTo>
                      <a:pt x="137" y="310"/>
                    </a:lnTo>
                    <a:lnTo>
                      <a:pt x="137" y="310"/>
                    </a:lnTo>
                    <a:lnTo>
                      <a:pt x="137" y="310"/>
                    </a:lnTo>
                    <a:lnTo>
                      <a:pt x="135" y="310"/>
                    </a:lnTo>
                    <a:lnTo>
                      <a:pt x="135" y="313"/>
                    </a:lnTo>
                    <a:lnTo>
                      <a:pt x="135" y="313"/>
                    </a:lnTo>
                    <a:lnTo>
                      <a:pt x="135" y="313"/>
                    </a:lnTo>
                    <a:lnTo>
                      <a:pt x="135" y="315"/>
                    </a:lnTo>
                    <a:lnTo>
                      <a:pt x="135" y="315"/>
                    </a:lnTo>
                    <a:lnTo>
                      <a:pt x="133" y="315"/>
                    </a:lnTo>
                    <a:lnTo>
                      <a:pt x="133" y="315"/>
                    </a:lnTo>
                    <a:lnTo>
                      <a:pt x="133" y="315"/>
                    </a:lnTo>
                    <a:lnTo>
                      <a:pt x="133" y="317"/>
                    </a:lnTo>
                    <a:lnTo>
                      <a:pt x="130" y="317"/>
                    </a:lnTo>
                    <a:lnTo>
                      <a:pt x="130" y="317"/>
                    </a:lnTo>
                    <a:lnTo>
                      <a:pt x="130" y="317"/>
                    </a:lnTo>
                    <a:lnTo>
                      <a:pt x="130" y="317"/>
                    </a:lnTo>
                    <a:lnTo>
                      <a:pt x="130" y="317"/>
                    </a:lnTo>
                    <a:lnTo>
                      <a:pt x="128" y="317"/>
                    </a:lnTo>
                    <a:lnTo>
                      <a:pt x="128" y="317"/>
                    </a:lnTo>
                    <a:lnTo>
                      <a:pt x="128" y="317"/>
                    </a:lnTo>
                    <a:lnTo>
                      <a:pt x="128" y="317"/>
                    </a:lnTo>
                    <a:lnTo>
                      <a:pt x="126" y="317"/>
                    </a:lnTo>
                    <a:lnTo>
                      <a:pt x="126" y="320"/>
                    </a:lnTo>
                    <a:lnTo>
                      <a:pt x="126" y="320"/>
                    </a:lnTo>
                    <a:lnTo>
                      <a:pt x="126" y="320"/>
                    </a:lnTo>
                    <a:lnTo>
                      <a:pt x="126" y="320"/>
                    </a:lnTo>
                    <a:lnTo>
                      <a:pt x="126" y="322"/>
                    </a:lnTo>
                    <a:lnTo>
                      <a:pt x="123" y="322"/>
                    </a:lnTo>
                    <a:lnTo>
                      <a:pt x="123" y="322"/>
                    </a:lnTo>
                    <a:lnTo>
                      <a:pt x="123" y="322"/>
                    </a:lnTo>
                    <a:lnTo>
                      <a:pt x="123" y="322"/>
                    </a:lnTo>
                    <a:lnTo>
                      <a:pt x="123" y="322"/>
                    </a:lnTo>
                    <a:lnTo>
                      <a:pt x="121" y="322"/>
                    </a:lnTo>
                    <a:lnTo>
                      <a:pt x="121" y="322"/>
                    </a:lnTo>
                    <a:lnTo>
                      <a:pt x="121" y="322"/>
                    </a:lnTo>
                    <a:lnTo>
                      <a:pt x="121" y="322"/>
                    </a:lnTo>
                    <a:lnTo>
                      <a:pt x="121" y="324"/>
                    </a:lnTo>
                    <a:lnTo>
                      <a:pt x="118" y="324"/>
                    </a:lnTo>
                    <a:lnTo>
                      <a:pt x="118" y="324"/>
                    </a:lnTo>
                    <a:lnTo>
                      <a:pt x="118" y="324"/>
                    </a:lnTo>
                    <a:lnTo>
                      <a:pt x="116" y="324"/>
                    </a:lnTo>
                    <a:lnTo>
                      <a:pt x="116" y="324"/>
                    </a:lnTo>
                    <a:lnTo>
                      <a:pt x="116" y="327"/>
                    </a:lnTo>
                    <a:lnTo>
                      <a:pt x="116" y="327"/>
                    </a:lnTo>
                    <a:lnTo>
                      <a:pt x="116" y="327"/>
                    </a:lnTo>
                    <a:lnTo>
                      <a:pt x="114" y="327"/>
                    </a:lnTo>
                    <a:lnTo>
                      <a:pt x="114" y="329"/>
                    </a:lnTo>
                    <a:lnTo>
                      <a:pt x="114" y="329"/>
                    </a:lnTo>
                    <a:lnTo>
                      <a:pt x="114" y="329"/>
                    </a:lnTo>
                    <a:lnTo>
                      <a:pt x="111" y="329"/>
                    </a:lnTo>
                    <a:lnTo>
                      <a:pt x="111" y="329"/>
                    </a:lnTo>
                    <a:lnTo>
                      <a:pt x="111" y="329"/>
                    </a:lnTo>
                    <a:lnTo>
                      <a:pt x="109" y="329"/>
                    </a:lnTo>
                    <a:lnTo>
                      <a:pt x="109" y="329"/>
                    </a:lnTo>
                    <a:lnTo>
                      <a:pt x="109" y="331"/>
                    </a:lnTo>
                    <a:lnTo>
                      <a:pt x="109" y="331"/>
                    </a:lnTo>
                    <a:lnTo>
                      <a:pt x="107" y="331"/>
                    </a:lnTo>
                    <a:lnTo>
                      <a:pt x="107" y="331"/>
                    </a:lnTo>
                    <a:lnTo>
                      <a:pt x="107" y="331"/>
                    </a:lnTo>
                    <a:lnTo>
                      <a:pt x="107" y="331"/>
                    </a:lnTo>
                    <a:lnTo>
                      <a:pt x="107" y="331"/>
                    </a:lnTo>
                    <a:lnTo>
                      <a:pt x="104" y="331"/>
                    </a:lnTo>
                    <a:lnTo>
                      <a:pt x="104" y="331"/>
                    </a:lnTo>
                    <a:lnTo>
                      <a:pt x="104" y="331"/>
                    </a:lnTo>
                    <a:lnTo>
                      <a:pt x="104" y="331"/>
                    </a:lnTo>
                    <a:lnTo>
                      <a:pt x="104" y="329"/>
                    </a:lnTo>
                    <a:lnTo>
                      <a:pt x="104" y="329"/>
                    </a:lnTo>
                    <a:lnTo>
                      <a:pt x="102" y="329"/>
                    </a:lnTo>
                    <a:lnTo>
                      <a:pt x="102" y="329"/>
                    </a:lnTo>
                    <a:lnTo>
                      <a:pt x="102" y="331"/>
                    </a:lnTo>
                    <a:lnTo>
                      <a:pt x="102" y="331"/>
                    </a:lnTo>
                    <a:lnTo>
                      <a:pt x="102" y="331"/>
                    </a:lnTo>
                    <a:lnTo>
                      <a:pt x="102" y="331"/>
                    </a:lnTo>
                    <a:lnTo>
                      <a:pt x="100" y="331"/>
                    </a:lnTo>
                    <a:lnTo>
                      <a:pt x="100" y="331"/>
                    </a:lnTo>
                    <a:lnTo>
                      <a:pt x="100" y="331"/>
                    </a:lnTo>
                    <a:lnTo>
                      <a:pt x="100" y="331"/>
                    </a:lnTo>
                    <a:lnTo>
                      <a:pt x="100" y="331"/>
                    </a:lnTo>
                    <a:lnTo>
                      <a:pt x="100" y="331"/>
                    </a:lnTo>
                    <a:lnTo>
                      <a:pt x="100" y="334"/>
                    </a:lnTo>
                    <a:lnTo>
                      <a:pt x="100" y="334"/>
                    </a:lnTo>
                    <a:lnTo>
                      <a:pt x="100" y="336"/>
                    </a:lnTo>
                    <a:lnTo>
                      <a:pt x="100" y="336"/>
                    </a:lnTo>
                    <a:lnTo>
                      <a:pt x="100" y="336"/>
                    </a:lnTo>
                    <a:lnTo>
                      <a:pt x="100" y="339"/>
                    </a:lnTo>
                    <a:lnTo>
                      <a:pt x="100" y="339"/>
                    </a:lnTo>
                    <a:lnTo>
                      <a:pt x="100" y="339"/>
                    </a:lnTo>
                    <a:lnTo>
                      <a:pt x="97" y="339"/>
                    </a:lnTo>
                    <a:lnTo>
                      <a:pt x="97" y="341"/>
                    </a:lnTo>
                    <a:lnTo>
                      <a:pt x="97" y="341"/>
                    </a:lnTo>
                    <a:lnTo>
                      <a:pt x="95" y="341"/>
                    </a:lnTo>
                    <a:lnTo>
                      <a:pt x="95" y="341"/>
                    </a:lnTo>
                    <a:lnTo>
                      <a:pt x="97" y="341"/>
                    </a:lnTo>
                    <a:lnTo>
                      <a:pt x="97" y="341"/>
                    </a:lnTo>
                    <a:lnTo>
                      <a:pt x="97" y="343"/>
                    </a:lnTo>
                    <a:lnTo>
                      <a:pt x="97" y="343"/>
                    </a:lnTo>
                    <a:lnTo>
                      <a:pt x="95" y="343"/>
                    </a:lnTo>
                    <a:lnTo>
                      <a:pt x="95" y="346"/>
                    </a:lnTo>
                    <a:lnTo>
                      <a:pt x="95" y="346"/>
                    </a:lnTo>
                    <a:lnTo>
                      <a:pt x="95" y="346"/>
                    </a:lnTo>
                    <a:lnTo>
                      <a:pt x="95" y="346"/>
                    </a:lnTo>
                    <a:lnTo>
                      <a:pt x="95" y="348"/>
                    </a:lnTo>
                    <a:lnTo>
                      <a:pt x="95" y="348"/>
                    </a:lnTo>
                    <a:lnTo>
                      <a:pt x="95" y="350"/>
                    </a:lnTo>
                    <a:lnTo>
                      <a:pt x="95" y="350"/>
                    </a:lnTo>
                    <a:lnTo>
                      <a:pt x="92" y="350"/>
                    </a:lnTo>
                    <a:lnTo>
                      <a:pt x="92" y="350"/>
                    </a:lnTo>
                    <a:lnTo>
                      <a:pt x="92" y="350"/>
                    </a:lnTo>
                    <a:lnTo>
                      <a:pt x="92" y="353"/>
                    </a:lnTo>
                    <a:lnTo>
                      <a:pt x="90" y="353"/>
                    </a:lnTo>
                    <a:lnTo>
                      <a:pt x="90" y="353"/>
                    </a:lnTo>
                    <a:lnTo>
                      <a:pt x="90" y="353"/>
                    </a:lnTo>
                    <a:lnTo>
                      <a:pt x="88" y="353"/>
                    </a:lnTo>
                    <a:lnTo>
                      <a:pt x="88" y="350"/>
                    </a:lnTo>
                    <a:lnTo>
                      <a:pt x="88" y="350"/>
                    </a:lnTo>
                    <a:lnTo>
                      <a:pt x="88" y="353"/>
                    </a:lnTo>
                    <a:lnTo>
                      <a:pt x="88" y="353"/>
                    </a:lnTo>
                    <a:lnTo>
                      <a:pt x="88" y="353"/>
                    </a:lnTo>
                    <a:lnTo>
                      <a:pt x="85" y="353"/>
                    </a:lnTo>
                    <a:lnTo>
                      <a:pt x="85" y="355"/>
                    </a:lnTo>
                    <a:lnTo>
                      <a:pt x="85" y="355"/>
                    </a:lnTo>
                    <a:lnTo>
                      <a:pt x="85" y="358"/>
                    </a:lnTo>
                    <a:lnTo>
                      <a:pt x="85" y="358"/>
                    </a:lnTo>
                    <a:lnTo>
                      <a:pt x="83" y="358"/>
                    </a:lnTo>
                    <a:lnTo>
                      <a:pt x="83" y="358"/>
                    </a:lnTo>
                    <a:lnTo>
                      <a:pt x="83" y="358"/>
                    </a:lnTo>
                    <a:lnTo>
                      <a:pt x="83" y="358"/>
                    </a:lnTo>
                    <a:lnTo>
                      <a:pt x="81" y="358"/>
                    </a:lnTo>
                    <a:lnTo>
                      <a:pt x="81" y="358"/>
                    </a:lnTo>
                    <a:lnTo>
                      <a:pt x="81" y="360"/>
                    </a:lnTo>
                    <a:lnTo>
                      <a:pt x="81" y="360"/>
                    </a:lnTo>
                    <a:lnTo>
                      <a:pt x="78" y="360"/>
                    </a:lnTo>
                    <a:lnTo>
                      <a:pt x="78" y="360"/>
                    </a:lnTo>
                    <a:lnTo>
                      <a:pt x="78" y="360"/>
                    </a:lnTo>
                    <a:lnTo>
                      <a:pt x="76" y="360"/>
                    </a:lnTo>
                    <a:lnTo>
                      <a:pt x="76" y="360"/>
                    </a:lnTo>
                    <a:lnTo>
                      <a:pt x="76" y="360"/>
                    </a:lnTo>
                    <a:lnTo>
                      <a:pt x="76" y="360"/>
                    </a:lnTo>
                    <a:lnTo>
                      <a:pt x="73" y="360"/>
                    </a:lnTo>
                    <a:lnTo>
                      <a:pt x="73" y="362"/>
                    </a:lnTo>
                    <a:lnTo>
                      <a:pt x="73" y="362"/>
                    </a:lnTo>
                    <a:lnTo>
                      <a:pt x="73" y="362"/>
                    </a:lnTo>
                    <a:lnTo>
                      <a:pt x="73" y="362"/>
                    </a:lnTo>
                    <a:lnTo>
                      <a:pt x="71" y="362"/>
                    </a:lnTo>
                    <a:lnTo>
                      <a:pt x="71" y="362"/>
                    </a:lnTo>
                    <a:lnTo>
                      <a:pt x="71" y="365"/>
                    </a:lnTo>
                    <a:lnTo>
                      <a:pt x="69" y="365"/>
                    </a:lnTo>
                    <a:lnTo>
                      <a:pt x="69" y="365"/>
                    </a:lnTo>
                    <a:lnTo>
                      <a:pt x="69" y="365"/>
                    </a:lnTo>
                    <a:lnTo>
                      <a:pt x="69" y="367"/>
                    </a:lnTo>
                    <a:lnTo>
                      <a:pt x="69" y="367"/>
                    </a:lnTo>
                    <a:lnTo>
                      <a:pt x="69" y="367"/>
                    </a:lnTo>
                    <a:lnTo>
                      <a:pt x="69" y="369"/>
                    </a:lnTo>
                    <a:lnTo>
                      <a:pt x="69" y="369"/>
                    </a:lnTo>
                    <a:lnTo>
                      <a:pt x="66" y="369"/>
                    </a:lnTo>
                    <a:lnTo>
                      <a:pt x="66" y="369"/>
                    </a:lnTo>
                    <a:lnTo>
                      <a:pt x="66" y="372"/>
                    </a:lnTo>
                    <a:lnTo>
                      <a:pt x="66" y="372"/>
                    </a:lnTo>
                    <a:lnTo>
                      <a:pt x="66" y="372"/>
                    </a:lnTo>
                    <a:lnTo>
                      <a:pt x="66" y="372"/>
                    </a:lnTo>
                    <a:lnTo>
                      <a:pt x="64" y="372"/>
                    </a:lnTo>
                    <a:lnTo>
                      <a:pt x="64" y="372"/>
                    </a:lnTo>
                    <a:lnTo>
                      <a:pt x="64" y="374"/>
                    </a:lnTo>
                    <a:lnTo>
                      <a:pt x="64" y="374"/>
                    </a:lnTo>
                    <a:lnTo>
                      <a:pt x="62" y="374"/>
                    </a:lnTo>
                    <a:lnTo>
                      <a:pt x="62" y="377"/>
                    </a:lnTo>
                    <a:lnTo>
                      <a:pt x="62" y="377"/>
                    </a:lnTo>
                    <a:lnTo>
                      <a:pt x="62" y="377"/>
                    </a:lnTo>
                    <a:lnTo>
                      <a:pt x="59" y="377"/>
                    </a:lnTo>
                    <a:lnTo>
                      <a:pt x="59" y="377"/>
                    </a:lnTo>
                    <a:lnTo>
                      <a:pt x="59" y="377"/>
                    </a:lnTo>
                    <a:lnTo>
                      <a:pt x="57" y="377"/>
                    </a:lnTo>
                    <a:lnTo>
                      <a:pt x="57" y="377"/>
                    </a:lnTo>
                    <a:lnTo>
                      <a:pt x="57" y="377"/>
                    </a:lnTo>
                    <a:lnTo>
                      <a:pt x="55" y="377"/>
                    </a:lnTo>
                    <a:lnTo>
                      <a:pt x="55" y="377"/>
                    </a:lnTo>
                    <a:lnTo>
                      <a:pt x="55" y="377"/>
                    </a:lnTo>
                    <a:lnTo>
                      <a:pt x="55" y="377"/>
                    </a:lnTo>
                    <a:lnTo>
                      <a:pt x="55" y="374"/>
                    </a:lnTo>
                    <a:lnTo>
                      <a:pt x="55" y="374"/>
                    </a:lnTo>
                    <a:lnTo>
                      <a:pt x="55" y="374"/>
                    </a:lnTo>
                    <a:lnTo>
                      <a:pt x="55" y="374"/>
                    </a:lnTo>
                    <a:lnTo>
                      <a:pt x="55" y="372"/>
                    </a:lnTo>
                    <a:lnTo>
                      <a:pt x="55" y="372"/>
                    </a:lnTo>
                    <a:lnTo>
                      <a:pt x="55" y="372"/>
                    </a:lnTo>
                    <a:lnTo>
                      <a:pt x="55" y="369"/>
                    </a:lnTo>
                    <a:lnTo>
                      <a:pt x="55" y="369"/>
                    </a:lnTo>
                    <a:lnTo>
                      <a:pt x="55" y="369"/>
                    </a:lnTo>
                    <a:lnTo>
                      <a:pt x="55" y="369"/>
                    </a:lnTo>
                    <a:lnTo>
                      <a:pt x="55" y="367"/>
                    </a:lnTo>
                    <a:lnTo>
                      <a:pt x="55" y="367"/>
                    </a:lnTo>
                    <a:lnTo>
                      <a:pt x="55" y="365"/>
                    </a:lnTo>
                    <a:lnTo>
                      <a:pt x="55" y="365"/>
                    </a:lnTo>
                    <a:lnTo>
                      <a:pt x="55" y="362"/>
                    </a:lnTo>
                    <a:lnTo>
                      <a:pt x="55" y="362"/>
                    </a:lnTo>
                    <a:lnTo>
                      <a:pt x="55" y="360"/>
                    </a:lnTo>
                    <a:lnTo>
                      <a:pt x="55" y="360"/>
                    </a:lnTo>
                    <a:lnTo>
                      <a:pt x="55" y="360"/>
                    </a:lnTo>
                    <a:lnTo>
                      <a:pt x="55" y="358"/>
                    </a:lnTo>
                    <a:lnTo>
                      <a:pt x="55" y="358"/>
                    </a:lnTo>
                    <a:lnTo>
                      <a:pt x="55" y="355"/>
                    </a:lnTo>
                    <a:lnTo>
                      <a:pt x="55" y="355"/>
                    </a:lnTo>
                    <a:lnTo>
                      <a:pt x="55" y="353"/>
                    </a:lnTo>
                    <a:lnTo>
                      <a:pt x="55" y="353"/>
                    </a:lnTo>
                    <a:lnTo>
                      <a:pt x="55" y="350"/>
                    </a:lnTo>
                    <a:lnTo>
                      <a:pt x="57" y="350"/>
                    </a:lnTo>
                    <a:lnTo>
                      <a:pt x="57" y="350"/>
                    </a:lnTo>
                    <a:lnTo>
                      <a:pt x="57" y="350"/>
                    </a:lnTo>
                    <a:lnTo>
                      <a:pt x="57" y="348"/>
                    </a:lnTo>
                    <a:lnTo>
                      <a:pt x="57" y="348"/>
                    </a:lnTo>
                    <a:lnTo>
                      <a:pt x="57" y="346"/>
                    </a:lnTo>
                    <a:lnTo>
                      <a:pt x="57" y="346"/>
                    </a:lnTo>
                    <a:lnTo>
                      <a:pt x="57" y="346"/>
                    </a:lnTo>
                    <a:lnTo>
                      <a:pt x="57" y="343"/>
                    </a:lnTo>
                    <a:lnTo>
                      <a:pt x="57" y="343"/>
                    </a:lnTo>
                    <a:lnTo>
                      <a:pt x="57" y="343"/>
                    </a:lnTo>
                    <a:lnTo>
                      <a:pt x="59" y="343"/>
                    </a:lnTo>
                    <a:lnTo>
                      <a:pt x="59" y="341"/>
                    </a:lnTo>
                    <a:lnTo>
                      <a:pt x="59" y="341"/>
                    </a:lnTo>
                    <a:lnTo>
                      <a:pt x="59" y="341"/>
                    </a:lnTo>
                    <a:lnTo>
                      <a:pt x="62" y="341"/>
                    </a:lnTo>
                    <a:lnTo>
                      <a:pt x="62" y="341"/>
                    </a:lnTo>
                    <a:lnTo>
                      <a:pt x="62" y="341"/>
                    </a:lnTo>
                    <a:lnTo>
                      <a:pt x="62" y="341"/>
                    </a:lnTo>
                    <a:lnTo>
                      <a:pt x="62" y="339"/>
                    </a:lnTo>
                    <a:lnTo>
                      <a:pt x="59" y="339"/>
                    </a:lnTo>
                    <a:lnTo>
                      <a:pt x="59" y="339"/>
                    </a:lnTo>
                    <a:lnTo>
                      <a:pt x="59" y="339"/>
                    </a:lnTo>
                    <a:lnTo>
                      <a:pt x="57" y="339"/>
                    </a:lnTo>
                    <a:lnTo>
                      <a:pt x="57" y="339"/>
                    </a:lnTo>
                    <a:lnTo>
                      <a:pt x="57" y="339"/>
                    </a:lnTo>
                    <a:lnTo>
                      <a:pt x="57" y="336"/>
                    </a:lnTo>
                    <a:lnTo>
                      <a:pt x="55" y="336"/>
                    </a:lnTo>
                    <a:lnTo>
                      <a:pt x="55" y="336"/>
                    </a:lnTo>
                    <a:lnTo>
                      <a:pt x="55" y="336"/>
                    </a:lnTo>
                    <a:lnTo>
                      <a:pt x="55" y="334"/>
                    </a:lnTo>
                    <a:lnTo>
                      <a:pt x="55" y="334"/>
                    </a:lnTo>
                    <a:lnTo>
                      <a:pt x="55" y="336"/>
                    </a:lnTo>
                    <a:lnTo>
                      <a:pt x="52" y="336"/>
                    </a:lnTo>
                    <a:lnTo>
                      <a:pt x="52" y="336"/>
                    </a:lnTo>
                    <a:lnTo>
                      <a:pt x="52" y="336"/>
                    </a:lnTo>
                    <a:lnTo>
                      <a:pt x="50" y="336"/>
                    </a:lnTo>
                    <a:lnTo>
                      <a:pt x="50" y="339"/>
                    </a:lnTo>
                    <a:lnTo>
                      <a:pt x="50" y="339"/>
                    </a:lnTo>
                    <a:lnTo>
                      <a:pt x="50" y="341"/>
                    </a:lnTo>
                    <a:lnTo>
                      <a:pt x="50" y="341"/>
                    </a:lnTo>
                    <a:lnTo>
                      <a:pt x="50" y="339"/>
                    </a:lnTo>
                    <a:lnTo>
                      <a:pt x="50" y="339"/>
                    </a:lnTo>
                    <a:lnTo>
                      <a:pt x="50" y="339"/>
                    </a:lnTo>
                    <a:lnTo>
                      <a:pt x="47" y="339"/>
                    </a:lnTo>
                    <a:lnTo>
                      <a:pt x="47" y="336"/>
                    </a:lnTo>
                    <a:lnTo>
                      <a:pt x="47" y="336"/>
                    </a:lnTo>
                    <a:lnTo>
                      <a:pt x="50" y="336"/>
                    </a:lnTo>
                    <a:lnTo>
                      <a:pt x="50" y="334"/>
                    </a:lnTo>
                    <a:lnTo>
                      <a:pt x="50" y="334"/>
                    </a:lnTo>
                    <a:lnTo>
                      <a:pt x="50" y="334"/>
                    </a:lnTo>
                    <a:lnTo>
                      <a:pt x="50" y="334"/>
                    </a:lnTo>
                    <a:lnTo>
                      <a:pt x="50" y="331"/>
                    </a:lnTo>
                    <a:lnTo>
                      <a:pt x="50" y="331"/>
                    </a:lnTo>
                    <a:lnTo>
                      <a:pt x="47" y="331"/>
                    </a:lnTo>
                    <a:lnTo>
                      <a:pt x="47" y="331"/>
                    </a:lnTo>
                    <a:lnTo>
                      <a:pt x="47" y="331"/>
                    </a:lnTo>
                    <a:lnTo>
                      <a:pt x="47" y="329"/>
                    </a:lnTo>
                    <a:lnTo>
                      <a:pt x="47" y="329"/>
                    </a:lnTo>
                    <a:lnTo>
                      <a:pt x="50" y="329"/>
                    </a:lnTo>
                    <a:lnTo>
                      <a:pt x="50" y="329"/>
                    </a:lnTo>
                    <a:lnTo>
                      <a:pt x="50" y="329"/>
                    </a:lnTo>
                    <a:lnTo>
                      <a:pt x="50" y="327"/>
                    </a:lnTo>
                    <a:lnTo>
                      <a:pt x="50" y="327"/>
                    </a:lnTo>
                    <a:lnTo>
                      <a:pt x="50" y="327"/>
                    </a:lnTo>
                    <a:lnTo>
                      <a:pt x="52" y="327"/>
                    </a:lnTo>
                    <a:lnTo>
                      <a:pt x="52" y="327"/>
                    </a:lnTo>
                    <a:lnTo>
                      <a:pt x="55" y="327"/>
                    </a:lnTo>
                    <a:lnTo>
                      <a:pt x="55" y="327"/>
                    </a:lnTo>
                    <a:lnTo>
                      <a:pt x="55" y="327"/>
                    </a:lnTo>
                    <a:lnTo>
                      <a:pt x="55" y="327"/>
                    </a:lnTo>
                    <a:lnTo>
                      <a:pt x="55" y="327"/>
                    </a:lnTo>
                    <a:lnTo>
                      <a:pt x="57" y="327"/>
                    </a:lnTo>
                    <a:lnTo>
                      <a:pt x="57" y="327"/>
                    </a:lnTo>
                    <a:lnTo>
                      <a:pt x="57" y="327"/>
                    </a:lnTo>
                    <a:lnTo>
                      <a:pt x="57" y="324"/>
                    </a:lnTo>
                    <a:lnTo>
                      <a:pt x="57" y="324"/>
                    </a:lnTo>
                    <a:lnTo>
                      <a:pt x="59" y="324"/>
                    </a:lnTo>
                    <a:lnTo>
                      <a:pt x="59" y="322"/>
                    </a:lnTo>
                    <a:lnTo>
                      <a:pt x="59" y="322"/>
                    </a:lnTo>
                    <a:lnTo>
                      <a:pt x="62" y="322"/>
                    </a:lnTo>
                    <a:lnTo>
                      <a:pt x="62" y="322"/>
                    </a:lnTo>
                    <a:lnTo>
                      <a:pt x="62" y="322"/>
                    </a:lnTo>
                    <a:lnTo>
                      <a:pt x="62" y="320"/>
                    </a:lnTo>
                    <a:lnTo>
                      <a:pt x="62" y="320"/>
                    </a:lnTo>
                    <a:lnTo>
                      <a:pt x="62" y="320"/>
                    </a:lnTo>
                    <a:lnTo>
                      <a:pt x="62" y="320"/>
                    </a:lnTo>
                    <a:lnTo>
                      <a:pt x="62" y="317"/>
                    </a:lnTo>
                    <a:lnTo>
                      <a:pt x="62" y="317"/>
                    </a:lnTo>
                    <a:lnTo>
                      <a:pt x="62" y="317"/>
                    </a:lnTo>
                    <a:lnTo>
                      <a:pt x="62" y="315"/>
                    </a:lnTo>
                    <a:lnTo>
                      <a:pt x="62" y="315"/>
                    </a:lnTo>
                    <a:lnTo>
                      <a:pt x="62" y="317"/>
                    </a:lnTo>
                    <a:lnTo>
                      <a:pt x="64" y="317"/>
                    </a:lnTo>
                    <a:lnTo>
                      <a:pt x="64" y="317"/>
                    </a:lnTo>
                    <a:lnTo>
                      <a:pt x="66" y="317"/>
                    </a:lnTo>
                    <a:lnTo>
                      <a:pt x="66" y="317"/>
                    </a:lnTo>
                    <a:lnTo>
                      <a:pt x="66" y="317"/>
                    </a:lnTo>
                    <a:lnTo>
                      <a:pt x="66" y="317"/>
                    </a:lnTo>
                    <a:lnTo>
                      <a:pt x="69" y="317"/>
                    </a:lnTo>
                    <a:lnTo>
                      <a:pt x="69" y="317"/>
                    </a:lnTo>
                    <a:lnTo>
                      <a:pt x="69" y="317"/>
                    </a:lnTo>
                    <a:lnTo>
                      <a:pt x="69" y="315"/>
                    </a:lnTo>
                    <a:lnTo>
                      <a:pt x="69" y="315"/>
                    </a:lnTo>
                    <a:lnTo>
                      <a:pt x="71" y="315"/>
                    </a:lnTo>
                    <a:lnTo>
                      <a:pt x="71" y="315"/>
                    </a:lnTo>
                    <a:lnTo>
                      <a:pt x="73" y="315"/>
                    </a:lnTo>
                    <a:lnTo>
                      <a:pt x="73" y="315"/>
                    </a:lnTo>
                    <a:lnTo>
                      <a:pt x="73" y="315"/>
                    </a:lnTo>
                    <a:lnTo>
                      <a:pt x="73" y="315"/>
                    </a:lnTo>
                    <a:lnTo>
                      <a:pt x="76" y="315"/>
                    </a:lnTo>
                    <a:lnTo>
                      <a:pt x="76" y="315"/>
                    </a:lnTo>
                    <a:lnTo>
                      <a:pt x="76" y="315"/>
                    </a:lnTo>
                    <a:lnTo>
                      <a:pt x="76" y="315"/>
                    </a:lnTo>
                    <a:lnTo>
                      <a:pt x="78" y="315"/>
                    </a:lnTo>
                    <a:lnTo>
                      <a:pt x="78" y="317"/>
                    </a:lnTo>
                    <a:lnTo>
                      <a:pt x="78" y="317"/>
                    </a:lnTo>
                    <a:lnTo>
                      <a:pt x="78" y="317"/>
                    </a:lnTo>
                    <a:lnTo>
                      <a:pt x="78" y="320"/>
                    </a:lnTo>
                    <a:lnTo>
                      <a:pt x="81" y="320"/>
                    </a:lnTo>
                    <a:lnTo>
                      <a:pt x="81" y="317"/>
                    </a:lnTo>
                    <a:lnTo>
                      <a:pt x="81" y="317"/>
                    </a:lnTo>
                    <a:lnTo>
                      <a:pt x="81" y="317"/>
                    </a:lnTo>
                    <a:lnTo>
                      <a:pt x="81" y="320"/>
                    </a:lnTo>
                    <a:lnTo>
                      <a:pt x="83" y="320"/>
                    </a:lnTo>
                    <a:lnTo>
                      <a:pt x="83" y="320"/>
                    </a:lnTo>
                    <a:lnTo>
                      <a:pt x="83" y="320"/>
                    </a:lnTo>
                    <a:lnTo>
                      <a:pt x="83" y="320"/>
                    </a:lnTo>
                    <a:lnTo>
                      <a:pt x="85" y="320"/>
                    </a:lnTo>
                    <a:lnTo>
                      <a:pt x="85" y="320"/>
                    </a:lnTo>
                    <a:lnTo>
                      <a:pt x="85" y="317"/>
                    </a:lnTo>
                    <a:lnTo>
                      <a:pt x="85" y="317"/>
                    </a:lnTo>
                    <a:lnTo>
                      <a:pt x="85" y="315"/>
                    </a:lnTo>
                    <a:lnTo>
                      <a:pt x="85" y="315"/>
                    </a:lnTo>
                    <a:lnTo>
                      <a:pt x="85" y="315"/>
                    </a:lnTo>
                    <a:lnTo>
                      <a:pt x="85" y="313"/>
                    </a:lnTo>
                    <a:lnTo>
                      <a:pt x="85" y="313"/>
                    </a:lnTo>
                    <a:lnTo>
                      <a:pt x="85" y="313"/>
                    </a:lnTo>
                    <a:lnTo>
                      <a:pt x="83" y="313"/>
                    </a:lnTo>
                    <a:lnTo>
                      <a:pt x="83" y="313"/>
                    </a:lnTo>
                    <a:lnTo>
                      <a:pt x="83" y="310"/>
                    </a:lnTo>
                    <a:lnTo>
                      <a:pt x="83" y="310"/>
                    </a:lnTo>
                    <a:lnTo>
                      <a:pt x="83" y="310"/>
                    </a:lnTo>
                    <a:lnTo>
                      <a:pt x="81" y="310"/>
                    </a:lnTo>
                    <a:lnTo>
                      <a:pt x="81" y="310"/>
                    </a:lnTo>
                    <a:lnTo>
                      <a:pt x="81" y="310"/>
                    </a:lnTo>
                    <a:lnTo>
                      <a:pt x="81" y="310"/>
                    </a:lnTo>
                    <a:lnTo>
                      <a:pt x="81" y="308"/>
                    </a:lnTo>
                    <a:lnTo>
                      <a:pt x="81" y="308"/>
                    </a:lnTo>
                    <a:lnTo>
                      <a:pt x="78" y="308"/>
                    </a:lnTo>
                    <a:lnTo>
                      <a:pt x="78" y="305"/>
                    </a:lnTo>
                    <a:lnTo>
                      <a:pt x="78" y="305"/>
                    </a:lnTo>
                    <a:lnTo>
                      <a:pt x="78" y="303"/>
                    </a:lnTo>
                    <a:lnTo>
                      <a:pt x="78" y="303"/>
                    </a:lnTo>
                    <a:lnTo>
                      <a:pt x="78" y="301"/>
                    </a:lnTo>
                    <a:lnTo>
                      <a:pt x="78" y="301"/>
                    </a:lnTo>
                    <a:lnTo>
                      <a:pt x="78" y="301"/>
                    </a:lnTo>
                    <a:lnTo>
                      <a:pt x="78" y="301"/>
                    </a:lnTo>
                    <a:lnTo>
                      <a:pt x="78" y="298"/>
                    </a:lnTo>
                    <a:lnTo>
                      <a:pt x="78" y="298"/>
                    </a:lnTo>
                    <a:lnTo>
                      <a:pt x="78" y="298"/>
                    </a:lnTo>
                    <a:lnTo>
                      <a:pt x="81" y="298"/>
                    </a:lnTo>
                    <a:lnTo>
                      <a:pt x="81" y="298"/>
                    </a:lnTo>
                    <a:lnTo>
                      <a:pt x="81" y="298"/>
                    </a:lnTo>
                    <a:lnTo>
                      <a:pt x="81" y="296"/>
                    </a:lnTo>
                    <a:lnTo>
                      <a:pt x="81" y="296"/>
                    </a:lnTo>
                    <a:lnTo>
                      <a:pt x="83" y="296"/>
                    </a:lnTo>
                    <a:lnTo>
                      <a:pt x="83" y="294"/>
                    </a:lnTo>
                    <a:lnTo>
                      <a:pt x="83" y="294"/>
                    </a:lnTo>
                    <a:lnTo>
                      <a:pt x="83" y="296"/>
                    </a:lnTo>
                    <a:lnTo>
                      <a:pt x="83" y="296"/>
                    </a:lnTo>
                    <a:lnTo>
                      <a:pt x="85" y="296"/>
                    </a:lnTo>
                    <a:lnTo>
                      <a:pt x="85" y="296"/>
                    </a:lnTo>
                    <a:lnTo>
                      <a:pt x="88" y="296"/>
                    </a:lnTo>
                    <a:lnTo>
                      <a:pt x="88" y="296"/>
                    </a:lnTo>
                    <a:lnTo>
                      <a:pt x="88" y="296"/>
                    </a:lnTo>
                    <a:lnTo>
                      <a:pt x="88" y="298"/>
                    </a:lnTo>
                    <a:lnTo>
                      <a:pt x="88" y="298"/>
                    </a:lnTo>
                    <a:lnTo>
                      <a:pt x="90" y="298"/>
                    </a:lnTo>
                    <a:lnTo>
                      <a:pt x="90" y="296"/>
                    </a:lnTo>
                    <a:lnTo>
                      <a:pt x="90" y="296"/>
                    </a:lnTo>
                    <a:lnTo>
                      <a:pt x="90" y="298"/>
                    </a:lnTo>
                    <a:lnTo>
                      <a:pt x="90" y="298"/>
                    </a:lnTo>
                    <a:lnTo>
                      <a:pt x="90" y="296"/>
                    </a:lnTo>
                    <a:lnTo>
                      <a:pt x="90" y="296"/>
                    </a:lnTo>
                    <a:lnTo>
                      <a:pt x="90" y="296"/>
                    </a:lnTo>
                    <a:lnTo>
                      <a:pt x="90" y="294"/>
                    </a:lnTo>
                    <a:lnTo>
                      <a:pt x="90" y="294"/>
                    </a:lnTo>
                    <a:lnTo>
                      <a:pt x="90" y="294"/>
                    </a:lnTo>
                    <a:lnTo>
                      <a:pt x="90" y="291"/>
                    </a:lnTo>
                    <a:lnTo>
                      <a:pt x="90" y="291"/>
                    </a:lnTo>
                    <a:lnTo>
                      <a:pt x="90" y="291"/>
                    </a:lnTo>
                    <a:lnTo>
                      <a:pt x="90" y="291"/>
                    </a:lnTo>
                    <a:lnTo>
                      <a:pt x="90" y="291"/>
                    </a:lnTo>
                    <a:lnTo>
                      <a:pt x="92" y="291"/>
                    </a:lnTo>
                    <a:lnTo>
                      <a:pt x="92" y="291"/>
                    </a:lnTo>
                    <a:lnTo>
                      <a:pt x="95" y="291"/>
                    </a:lnTo>
                    <a:lnTo>
                      <a:pt x="95" y="291"/>
                    </a:lnTo>
                    <a:lnTo>
                      <a:pt x="95" y="291"/>
                    </a:lnTo>
                    <a:lnTo>
                      <a:pt x="97" y="291"/>
                    </a:lnTo>
                    <a:lnTo>
                      <a:pt x="97" y="289"/>
                    </a:lnTo>
                    <a:lnTo>
                      <a:pt x="97" y="289"/>
                    </a:lnTo>
                    <a:lnTo>
                      <a:pt x="97" y="289"/>
                    </a:lnTo>
                    <a:lnTo>
                      <a:pt x="100" y="289"/>
                    </a:lnTo>
                    <a:lnTo>
                      <a:pt x="100" y="286"/>
                    </a:lnTo>
                    <a:lnTo>
                      <a:pt x="100" y="286"/>
                    </a:lnTo>
                    <a:lnTo>
                      <a:pt x="100" y="286"/>
                    </a:lnTo>
                    <a:lnTo>
                      <a:pt x="102" y="286"/>
                    </a:lnTo>
                    <a:lnTo>
                      <a:pt x="102" y="286"/>
                    </a:lnTo>
                    <a:lnTo>
                      <a:pt x="102" y="286"/>
                    </a:lnTo>
                    <a:lnTo>
                      <a:pt x="102" y="286"/>
                    </a:lnTo>
                    <a:lnTo>
                      <a:pt x="104" y="286"/>
                    </a:lnTo>
                    <a:lnTo>
                      <a:pt x="104" y="284"/>
                    </a:lnTo>
                    <a:lnTo>
                      <a:pt x="104" y="284"/>
                    </a:lnTo>
                    <a:lnTo>
                      <a:pt x="104" y="284"/>
                    </a:lnTo>
                    <a:lnTo>
                      <a:pt x="107" y="284"/>
                    </a:lnTo>
                    <a:lnTo>
                      <a:pt x="107" y="282"/>
                    </a:lnTo>
                    <a:lnTo>
                      <a:pt x="107" y="282"/>
                    </a:lnTo>
                    <a:lnTo>
                      <a:pt x="107" y="282"/>
                    </a:lnTo>
                    <a:lnTo>
                      <a:pt x="107" y="282"/>
                    </a:lnTo>
                    <a:lnTo>
                      <a:pt x="109" y="282"/>
                    </a:lnTo>
                    <a:lnTo>
                      <a:pt x="109" y="282"/>
                    </a:lnTo>
                    <a:lnTo>
                      <a:pt x="109" y="282"/>
                    </a:lnTo>
                    <a:lnTo>
                      <a:pt x="109" y="282"/>
                    </a:lnTo>
                    <a:lnTo>
                      <a:pt x="111" y="282"/>
                    </a:lnTo>
                    <a:lnTo>
                      <a:pt x="111" y="282"/>
                    </a:lnTo>
                    <a:lnTo>
                      <a:pt x="111" y="282"/>
                    </a:lnTo>
                    <a:lnTo>
                      <a:pt x="111" y="282"/>
                    </a:lnTo>
                    <a:lnTo>
                      <a:pt x="114" y="282"/>
                    </a:lnTo>
                    <a:lnTo>
                      <a:pt x="114" y="282"/>
                    </a:lnTo>
                    <a:lnTo>
                      <a:pt x="114" y="282"/>
                    </a:lnTo>
                    <a:lnTo>
                      <a:pt x="114" y="282"/>
                    </a:lnTo>
                    <a:lnTo>
                      <a:pt x="114" y="282"/>
                    </a:lnTo>
                    <a:lnTo>
                      <a:pt x="114" y="279"/>
                    </a:lnTo>
                    <a:lnTo>
                      <a:pt x="114" y="279"/>
                    </a:lnTo>
                    <a:lnTo>
                      <a:pt x="116" y="279"/>
                    </a:lnTo>
                    <a:lnTo>
                      <a:pt x="116" y="277"/>
                    </a:lnTo>
                    <a:lnTo>
                      <a:pt x="116" y="277"/>
                    </a:lnTo>
                    <a:lnTo>
                      <a:pt x="116" y="275"/>
                    </a:lnTo>
                    <a:lnTo>
                      <a:pt x="116" y="275"/>
                    </a:lnTo>
                    <a:lnTo>
                      <a:pt x="116" y="272"/>
                    </a:lnTo>
                    <a:lnTo>
                      <a:pt x="116" y="272"/>
                    </a:lnTo>
                    <a:lnTo>
                      <a:pt x="116" y="272"/>
                    </a:lnTo>
                    <a:lnTo>
                      <a:pt x="116" y="270"/>
                    </a:lnTo>
                    <a:lnTo>
                      <a:pt x="116" y="270"/>
                    </a:lnTo>
                    <a:lnTo>
                      <a:pt x="114" y="270"/>
                    </a:lnTo>
                    <a:lnTo>
                      <a:pt x="114" y="267"/>
                    </a:lnTo>
                    <a:lnTo>
                      <a:pt x="114" y="267"/>
                    </a:lnTo>
                    <a:lnTo>
                      <a:pt x="114" y="267"/>
                    </a:lnTo>
                    <a:lnTo>
                      <a:pt x="114" y="265"/>
                    </a:lnTo>
                    <a:lnTo>
                      <a:pt x="114" y="265"/>
                    </a:lnTo>
                    <a:lnTo>
                      <a:pt x="114" y="263"/>
                    </a:lnTo>
                    <a:lnTo>
                      <a:pt x="114" y="263"/>
                    </a:lnTo>
                    <a:lnTo>
                      <a:pt x="114" y="260"/>
                    </a:lnTo>
                    <a:lnTo>
                      <a:pt x="114" y="260"/>
                    </a:lnTo>
                    <a:lnTo>
                      <a:pt x="114" y="260"/>
                    </a:lnTo>
                    <a:lnTo>
                      <a:pt x="114" y="260"/>
                    </a:lnTo>
                    <a:lnTo>
                      <a:pt x="114" y="258"/>
                    </a:lnTo>
                    <a:lnTo>
                      <a:pt x="116" y="258"/>
                    </a:lnTo>
                    <a:lnTo>
                      <a:pt x="116" y="258"/>
                    </a:lnTo>
                    <a:lnTo>
                      <a:pt x="116" y="256"/>
                    </a:lnTo>
                    <a:lnTo>
                      <a:pt x="116" y="256"/>
                    </a:lnTo>
                    <a:lnTo>
                      <a:pt x="116" y="256"/>
                    </a:lnTo>
                    <a:lnTo>
                      <a:pt x="116" y="253"/>
                    </a:lnTo>
                    <a:lnTo>
                      <a:pt x="116" y="253"/>
                    </a:lnTo>
                    <a:lnTo>
                      <a:pt x="116" y="251"/>
                    </a:lnTo>
                    <a:lnTo>
                      <a:pt x="116" y="251"/>
                    </a:lnTo>
                    <a:lnTo>
                      <a:pt x="116" y="251"/>
                    </a:lnTo>
                    <a:lnTo>
                      <a:pt x="116" y="251"/>
                    </a:lnTo>
                    <a:lnTo>
                      <a:pt x="116" y="249"/>
                    </a:lnTo>
                    <a:lnTo>
                      <a:pt x="116" y="249"/>
                    </a:lnTo>
                    <a:lnTo>
                      <a:pt x="116" y="246"/>
                    </a:lnTo>
                    <a:lnTo>
                      <a:pt x="114" y="246"/>
                    </a:lnTo>
                    <a:lnTo>
                      <a:pt x="114" y="246"/>
                    </a:lnTo>
                    <a:lnTo>
                      <a:pt x="114" y="244"/>
                    </a:lnTo>
                    <a:lnTo>
                      <a:pt x="114" y="244"/>
                    </a:lnTo>
                    <a:lnTo>
                      <a:pt x="114" y="244"/>
                    </a:lnTo>
                    <a:lnTo>
                      <a:pt x="114" y="244"/>
                    </a:lnTo>
                    <a:lnTo>
                      <a:pt x="114" y="241"/>
                    </a:lnTo>
                    <a:lnTo>
                      <a:pt x="114" y="241"/>
                    </a:lnTo>
                    <a:lnTo>
                      <a:pt x="114" y="241"/>
                    </a:lnTo>
                    <a:lnTo>
                      <a:pt x="114" y="239"/>
                    </a:lnTo>
                    <a:lnTo>
                      <a:pt x="114" y="239"/>
                    </a:lnTo>
                    <a:lnTo>
                      <a:pt x="111" y="239"/>
                    </a:lnTo>
                    <a:lnTo>
                      <a:pt x="111" y="239"/>
                    </a:lnTo>
                    <a:lnTo>
                      <a:pt x="111" y="237"/>
                    </a:lnTo>
                    <a:lnTo>
                      <a:pt x="111" y="237"/>
                    </a:lnTo>
                    <a:lnTo>
                      <a:pt x="109" y="237"/>
                    </a:lnTo>
                    <a:lnTo>
                      <a:pt x="109" y="234"/>
                    </a:lnTo>
                    <a:lnTo>
                      <a:pt x="109" y="234"/>
                    </a:lnTo>
                    <a:lnTo>
                      <a:pt x="111" y="234"/>
                    </a:lnTo>
                    <a:lnTo>
                      <a:pt x="111" y="232"/>
                    </a:lnTo>
                    <a:lnTo>
                      <a:pt x="111" y="232"/>
                    </a:lnTo>
                    <a:lnTo>
                      <a:pt x="111" y="232"/>
                    </a:lnTo>
                    <a:lnTo>
                      <a:pt x="111" y="232"/>
                    </a:lnTo>
                    <a:lnTo>
                      <a:pt x="111" y="230"/>
                    </a:lnTo>
                    <a:lnTo>
                      <a:pt x="111" y="230"/>
                    </a:lnTo>
                    <a:lnTo>
                      <a:pt x="114" y="230"/>
                    </a:lnTo>
                    <a:lnTo>
                      <a:pt x="114" y="227"/>
                    </a:lnTo>
                    <a:lnTo>
                      <a:pt x="114" y="227"/>
                    </a:lnTo>
                    <a:lnTo>
                      <a:pt x="114" y="227"/>
                    </a:lnTo>
                    <a:lnTo>
                      <a:pt x="114" y="225"/>
                    </a:lnTo>
                    <a:lnTo>
                      <a:pt x="114" y="225"/>
                    </a:lnTo>
                    <a:lnTo>
                      <a:pt x="114" y="225"/>
                    </a:lnTo>
                    <a:lnTo>
                      <a:pt x="114" y="222"/>
                    </a:lnTo>
                    <a:lnTo>
                      <a:pt x="114" y="222"/>
                    </a:lnTo>
                    <a:lnTo>
                      <a:pt x="114" y="222"/>
                    </a:lnTo>
                    <a:lnTo>
                      <a:pt x="114" y="220"/>
                    </a:lnTo>
                    <a:lnTo>
                      <a:pt x="114" y="220"/>
                    </a:lnTo>
                    <a:lnTo>
                      <a:pt x="114" y="218"/>
                    </a:lnTo>
                    <a:lnTo>
                      <a:pt x="114" y="218"/>
                    </a:lnTo>
                    <a:lnTo>
                      <a:pt x="116" y="218"/>
                    </a:lnTo>
                    <a:lnTo>
                      <a:pt x="116" y="215"/>
                    </a:lnTo>
                    <a:lnTo>
                      <a:pt x="116" y="215"/>
                    </a:lnTo>
                    <a:lnTo>
                      <a:pt x="114" y="215"/>
                    </a:lnTo>
                    <a:lnTo>
                      <a:pt x="114" y="215"/>
                    </a:lnTo>
                    <a:lnTo>
                      <a:pt x="114" y="213"/>
                    </a:lnTo>
                    <a:lnTo>
                      <a:pt x="114" y="213"/>
                    </a:lnTo>
                    <a:lnTo>
                      <a:pt x="114" y="213"/>
                    </a:lnTo>
                    <a:lnTo>
                      <a:pt x="114" y="213"/>
                    </a:lnTo>
                    <a:lnTo>
                      <a:pt x="114" y="213"/>
                    </a:lnTo>
                    <a:lnTo>
                      <a:pt x="114" y="213"/>
                    </a:lnTo>
                    <a:lnTo>
                      <a:pt x="116" y="213"/>
                    </a:lnTo>
                    <a:lnTo>
                      <a:pt x="116" y="213"/>
                    </a:lnTo>
                    <a:lnTo>
                      <a:pt x="116" y="211"/>
                    </a:lnTo>
                    <a:lnTo>
                      <a:pt x="116" y="211"/>
                    </a:lnTo>
                    <a:lnTo>
                      <a:pt x="116" y="211"/>
                    </a:lnTo>
                    <a:lnTo>
                      <a:pt x="116" y="208"/>
                    </a:lnTo>
                    <a:lnTo>
                      <a:pt x="116" y="208"/>
                    </a:lnTo>
                    <a:lnTo>
                      <a:pt x="118" y="208"/>
                    </a:lnTo>
                    <a:lnTo>
                      <a:pt x="118" y="206"/>
                    </a:lnTo>
                    <a:lnTo>
                      <a:pt x="116" y="206"/>
                    </a:lnTo>
                    <a:lnTo>
                      <a:pt x="116" y="206"/>
                    </a:lnTo>
                    <a:lnTo>
                      <a:pt x="116" y="206"/>
                    </a:lnTo>
                    <a:lnTo>
                      <a:pt x="116" y="204"/>
                    </a:lnTo>
                    <a:lnTo>
                      <a:pt x="116" y="204"/>
                    </a:lnTo>
                    <a:lnTo>
                      <a:pt x="116" y="204"/>
                    </a:lnTo>
                    <a:lnTo>
                      <a:pt x="116" y="201"/>
                    </a:lnTo>
                    <a:lnTo>
                      <a:pt x="114" y="201"/>
                    </a:lnTo>
                    <a:lnTo>
                      <a:pt x="114" y="201"/>
                    </a:lnTo>
                    <a:lnTo>
                      <a:pt x="114" y="201"/>
                    </a:lnTo>
                    <a:lnTo>
                      <a:pt x="114" y="201"/>
                    </a:lnTo>
                    <a:lnTo>
                      <a:pt x="114" y="201"/>
                    </a:lnTo>
                    <a:lnTo>
                      <a:pt x="111" y="201"/>
                    </a:lnTo>
                    <a:lnTo>
                      <a:pt x="111" y="201"/>
                    </a:lnTo>
                    <a:lnTo>
                      <a:pt x="111" y="199"/>
                    </a:lnTo>
                    <a:lnTo>
                      <a:pt x="111" y="199"/>
                    </a:lnTo>
                    <a:lnTo>
                      <a:pt x="109" y="199"/>
                    </a:lnTo>
                    <a:lnTo>
                      <a:pt x="109" y="196"/>
                    </a:lnTo>
                    <a:lnTo>
                      <a:pt x="109" y="196"/>
                    </a:lnTo>
                    <a:lnTo>
                      <a:pt x="109" y="196"/>
                    </a:lnTo>
                    <a:lnTo>
                      <a:pt x="109" y="194"/>
                    </a:lnTo>
                    <a:lnTo>
                      <a:pt x="109" y="194"/>
                    </a:lnTo>
                    <a:lnTo>
                      <a:pt x="107" y="194"/>
                    </a:lnTo>
                    <a:lnTo>
                      <a:pt x="107" y="194"/>
                    </a:lnTo>
                    <a:lnTo>
                      <a:pt x="107" y="192"/>
                    </a:lnTo>
                    <a:lnTo>
                      <a:pt x="107" y="192"/>
                    </a:lnTo>
                    <a:lnTo>
                      <a:pt x="109" y="192"/>
                    </a:lnTo>
                    <a:lnTo>
                      <a:pt x="109" y="192"/>
                    </a:lnTo>
                    <a:lnTo>
                      <a:pt x="109" y="192"/>
                    </a:lnTo>
                    <a:lnTo>
                      <a:pt x="109" y="192"/>
                    </a:lnTo>
                    <a:lnTo>
                      <a:pt x="111" y="192"/>
                    </a:lnTo>
                    <a:lnTo>
                      <a:pt x="111" y="192"/>
                    </a:lnTo>
                    <a:lnTo>
                      <a:pt x="111" y="189"/>
                    </a:lnTo>
                    <a:lnTo>
                      <a:pt x="111" y="189"/>
                    </a:lnTo>
                    <a:lnTo>
                      <a:pt x="114" y="189"/>
                    </a:lnTo>
                    <a:lnTo>
                      <a:pt x="114" y="187"/>
                    </a:lnTo>
                    <a:lnTo>
                      <a:pt x="114" y="187"/>
                    </a:lnTo>
                    <a:lnTo>
                      <a:pt x="114" y="185"/>
                    </a:lnTo>
                    <a:lnTo>
                      <a:pt x="111" y="185"/>
                    </a:lnTo>
                    <a:lnTo>
                      <a:pt x="111" y="185"/>
                    </a:lnTo>
                    <a:lnTo>
                      <a:pt x="111" y="187"/>
                    </a:lnTo>
                    <a:lnTo>
                      <a:pt x="109" y="187"/>
                    </a:lnTo>
                    <a:lnTo>
                      <a:pt x="109" y="185"/>
                    </a:lnTo>
                    <a:lnTo>
                      <a:pt x="109" y="185"/>
                    </a:lnTo>
                    <a:lnTo>
                      <a:pt x="109" y="185"/>
                    </a:lnTo>
                    <a:lnTo>
                      <a:pt x="109" y="185"/>
                    </a:lnTo>
                    <a:lnTo>
                      <a:pt x="107" y="185"/>
                    </a:lnTo>
                    <a:lnTo>
                      <a:pt x="107" y="182"/>
                    </a:lnTo>
                    <a:lnTo>
                      <a:pt x="107" y="182"/>
                    </a:lnTo>
                    <a:lnTo>
                      <a:pt x="107" y="182"/>
                    </a:lnTo>
                    <a:lnTo>
                      <a:pt x="107" y="182"/>
                    </a:lnTo>
                    <a:lnTo>
                      <a:pt x="107" y="180"/>
                    </a:lnTo>
                    <a:lnTo>
                      <a:pt x="107" y="180"/>
                    </a:lnTo>
                    <a:lnTo>
                      <a:pt x="104" y="180"/>
                    </a:lnTo>
                    <a:lnTo>
                      <a:pt x="104" y="180"/>
                    </a:lnTo>
                    <a:lnTo>
                      <a:pt x="102" y="180"/>
                    </a:lnTo>
                    <a:lnTo>
                      <a:pt x="102" y="180"/>
                    </a:lnTo>
                    <a:lnTo>
                      <a:pt x="102" y="180"/>
                    </a:lnTo>
                    <a:lnTo>
                      <a:pt x="102" y="177"/>
                    </a:lnTo>
                    <a:lnTo>
                      <a:pt x="102" y="177"/>
                    </a:lnTo>
                    <a:lnTo>
                      <a:pt x="102" y="177"/>
                    </a:lnTo>
                    <a:lnTo>
                      <a:pt x="100" y="177"/>
                    </a:lnTo>
                    <a:lnTo>
                      <a:pt x="100" y="175"/>
                    </a:lnTo>
                    <a:lnTo>
                      <a:pt x="100" y="175"/>
                    </a:lnTo>
                    <a:lnTo>
                      <a:pt x="100" y="173"/>
                    </a:lnTo>
                    <a:lnTo>
                      <a:pt x="100" y="173"/>
                    </a:lnTo>
                    <a:lnTo>
                      <a:pt x="100" y="175"/>
                    </a:lnTo>
                    <a:lnTo>
                      <a:pt x="100" y="175"/>
                    </a:lnTo>
                    <a:lnTo>
                      <a:pt x="100" y="175"/>
                    </a:lnTo>
                    <a:lnTo>
                      <a:pt x="100" y="177"/>
                    </a:lnTo>
                    <a:lnTo>
                      <a:pt x="97" y="177"/>
                    </a:lnTo>
                    <a:lnTo>
                      <a:pt x="97" y="177"/>
                    </a:lnTo>
                    <a:lnTo>
                      <a:pt x="97" y="175"/>
                    </a:lnTo>
                    <a:lnTo>
                      <a:pt x="95" y="175"/>
                    </a:lnTo>
                    <a:lnTo>
                      <a:pt x="95" y="175"/>
                    </a:lnTo>
                    <a:lnTo>
                      <a:pt x="95" y="173"/>
                    </a:lnTo>
                    <a:lnTo>
                      <a:pt x="95" y="173"/>
                    </a:lnTo>
                    <a:lnTo>
                      <a:pt x="95" y="173"/>
                    </a:lnTo>
                    <a:lnTo>
                      <a:pt x="95" y="173"/>
                    </a:lnTo>
                    <a:lnTo>
                      <a:pt x="95" y="173"/>
                    </a:lnTo>
                    <a:lnTo>
                      <a:pt x="95" y="170"/>
                    </a:lnTo>
                    <a:lnTo>
                      <a:pt x="92" y="170"/>
                    </a:lnTo>
                    <a:lnTo>
                      <a:pt x="92" y="170"/>
                    </a:lnTo>
                    <a:lnTo>
                      <a:pt x="92" y="168"/>
                    </a:lnTo>
                    <a:lnTo>
                      <a:pt x="92" y="168"/>
                    </a:lnTo>
                    <a:lnTo>
                      <a:pt x="92" y="166"/>
                    </a:lnTo>
                    <a:lnTo>
                      <a:pt x="92" y="166"/>
                    </a:lnTo>
                    <a:lnTo>
                      <a:pt x="92" y="163"/>
                    </a:lnTo>
                    <a:lnTo>
                      <a:pt x="92" y="163"/>
                    </a:lnTo>
                    <a:lnTo>
                      <a:pt x="92" y="163"/>
                    </a:lnTo>
                    <a:lnTo>
                      <a:pt x="92" y="163"/>
                    </a:lnTo>
                    <a:lnTo>
                      <a:pt x="90" y="163"/>
                    </a:lnTo>
                    <a:lnTo>
                      <a:pt x="90" y="163"/>
                    </a:lnTo>
                    <a:lnTo>
                      <a:pt x="90" y="161"/>
                    </a:lnTo>
                    <a:lnTo>
                      <a:pt x="90" y="161"/>
                    </a:lnTo>
                    <a:lnTo>
                      <a:pt x="90" y="161"/>
                    </a:lnTo>
                    <a:lnTo>
                      <a:pt x="90" y="158"/>
                    </a:lnTo>
                    <a:lnTo>
                      <a:pt x="90" y="158"/>
                    </a:lnTo>
                    <a:lnTo>
                      <a:pt x="88" y="158"/>
                    </a:lnTo>
                    <a:lnTo>
                      <a:pt x="88" y="156"/>
                    </a:lnTo>
                    <a:lnTo>
                      <a:pt x="88" y="156"/>
                    </a:lnTo>
                    <a:lnTo>
                      <a:pt x="88" y="156"/>
                    </a:lnTo>
                    <a:lnTo>
                      <a:pt x="88" y="156"/>
                    </a:lnTo>
                    <a:lnTo>
                      <a:pt x="85" y="156"/>
                    </a:lnTo>
                    <a:lnTo>
                      <a:pt x="85" y="154"/>
                    </a:lnTo>
                    <a:lnTo>
                      <a:pt x="85" y="154"/>
                    </a:lnTo>
                    <a:lnTo>
                      <a:pt x="85" y="154"/>
                    </a:lnTo>
                    <a:lnTo>
                      <a:pt x="83" y="154"/>
                    </a:lnTo>
                    <a:lnTo>
                      <a:pt x="83" y="151"/>
                    </a:lnTo>
                    <a:lnTo>
                      <a:pt x="83" y="151"/>
                    </a:lnTo>
                    <a:lnTo>
                      <a:pt x="83" y="151"/>
                    </a:lnTo>
                    <a:lnTo>
                      <a:pt x="83" y="151"/>
                    </a:lnTo>
                    <a:lnTo>
                      <a:pt x="83" y="151"/>
                    </a:lnTo>
                    <a:lnTo>
                      <a:pt x="81" y="151"/>
                    </a:lnTo>
                    <a:lnTo>
                      <a:pt x="81" y="149"/>
                    </a:lnTo>
                    <a:lnTo>
                      <a:pt x="81" y="149"/>
                    </a:lnTo>
                    <a:lnTo>
                      <a:pt x="81" y="149"/>
                    </a:lnTo>
                    <a:lnTo>
                      <a:pt x="81" y="149"/>
                    </a:lnTo>
                    <a:lnTo>
                      <a:pt x="81" y="147"/>
                    </a:lnTo>
                    <a:lnTo>
                      <a:pt x="78" y="147"/>
                    </a:lnTo>
                    <a:lnTo>
                      <a:pt x="78" y="147"/>
                    </a:lnTo>
                    <a:lnTo>
                      <a:pt x="78" y="147"/>
                    </a:lnTo>
                    <a:lnTo>
                      <a:pt x="78" y="144"/>
                    </a:lnTo>
                    <a:lnTo>
                      <a:pt x="76" y="144"/>
                    </a:lnTo>
                    <a:lnTo>
                      <a:pt x="76" y="144"/>
                    </a:lnTo>
                    <a:lnTo>
                      <a:pt x="76" y="144"/>
                    </a:lnTo>
                    <a:lnTo>
                      <a:pt x="76" y="142"/>
                    </a:lnTo>
                    <a:lnTo>
                      <a:pt x="76" y="142"/>
                    </a:lnTo>
                    <a:lnTo>
                      <a:pt x="76" y="142"/>
                    </a:lnTo>
                    <a:lnTo>
                      <a:pt x="73" y="142"/>
                    </a:lnTo>
                    <a:lnTo>
                      <a:pt x="73" y="142"/>
                    </a:lnTo>
                    <a:lnTo>
                      <a:pt x="73" y="140"/>
                    </a:lnTo>
                    <a:lnTo>
                      <a:pt x="73" y="140"/>
                    </a:lnTo>
                    <a:lnTo>
                      <a:pt x="73" y="140"/>
                    </a:lnTo>
                    <a:lnTo>
                      <a:pt x="73" y="137"/>
                    </a:lnTo>
                    <a:lnTo>
                      <a:pt x="73" y="137"/>
                    </a:lnTo>
                    <a:lnTo>
                      <a:pt x="73" y="137"/>
                    </a:lnTo>
                    <a:lnTo>
                      <a:pt x="73" y="135"/>
                    </a:lnTo>
                    <a:lnTo>
                      <a:pt x="73" y="135"/>
                    </a:lnTo>
                    <a:lnTo>
                      <a:pt x="71" y="135"/>
                    </a:lnTo>
                    <a:lnTo>
                      <a:pt x="71" y="132"/>
                    </a:lnTo>
                    <a:lnTo>
                      <a:pt x="71" y="132"/>
                    </a:lnTo>
                    <a:lnTo>
                      <a:pt x="71" y="132"/>
                    </a:lnTo>
                    <a:lnTo>
                      <a:pt x="71" y="132"/>
                    </a:lnTo>
                    <a:lnTo>
                      <a:pt x="69" y="132"/>
                    </a:lnTo>
                    <a:lnTo>
                      <a:pt x="69" y="132"/>
                    </a:lnTo>
                    <a:lnTo>
                      <a:pt x="69" y="132"/>
                    </a:lnTo>
                    <a:lnTo>
                      <a:pt x="69" y="132"/>
                    </a:lnTo>
                    <a:lnTo>
                      <a:pt x="66" y="132"/>
                    </a:lnTo>
                    <a:lnTo>
                      <a:pt x="66" y="132"/>
                    </a:lnTo>
                    <a:lnTo>
                      <a:pt x="66" y="130"/>
                    </a:lnTo>
                    <a:lnTo>
                      <a:pt x="66" y="130"/>
                    </a:lnTo>
                    <a:lnTo>
                      <a:pt x="66" y="130"/>
                    </a:lnTo>
                    <a:lnTo>
                      <a:pt x="66" y="130"/>
                    </a:lnTo>
                    <a:lnTo>
                      <a:pt x="64" y="130"/>
                    </a:lnTo>
                    <a:lnTo>
                      <a:pt x="64" y="128"/>
                    </a:lnTo>
                    <a:lnTo>
                      <a:pt x="64" y="128"/>
                    </a:lnTo>
                    <a:lnTo>
                      <a:pt x="64" y="128"/>
                    </a:lnTo>
                    <a:lnTo>
                      <a:pt x="64" y="125"/>
                    </a:lnTo>
                    <a:lnTo>
                      <a:pt x="62" y="125"/>
                    </a:lnTo>
                    <a:lnTo>
                      <a:pt x="62" y="125"/>
                    </a:lnTo>
                    <a:lnTo>
                      <a:pt x="62" y="123"/>
                    </a:lnTo>
                    <a:lnTo>
                      <a:pt x="62" y="123"/>
                    </a:lnTo>
                    <a:lnTo>
                      <a:pt x="62" y="123"/>
                    </a:lnTo>
                    <a:lnTo>
                      <a:pt x="64" y="123"/>
                    </a:lnTo>
                    <a:lnTo>
                      <a:pt x="64" y="121"/>
                    </a:lnTo>
                    <a:lnTo>
                      <a:pt x="64" y="121"/>
                    </a:lnTo>
                    <a:lnTo>
                      <a:pt x="64" y="121"/>
                    </a:lnTo>
                    <a:lnTo>
                      <a:pt x="64" y="121"/>
                    </a:lnTo>
                    <a:lnTo>
                      <a:pt x="64" y="118"/>
                    </a:lnTo>
                    <a:lnTo>
                      <a:pt x="62" y="118"/>
                    </a:lnTo>
                    <a:lnTo>
                      <a:pt x="62" y="118"/>
                    </a:lnTo>
                    <a:lnTo>
                      <a:pt x="62" y="118"/>
                    </a:lnTo>
                    <a:lnTo>
                      <a:pt x="62" y="118"/>
                    </a:lnTo>
                    <a:lnTo>
                      <a:pt x="59" y="118"/>
                    </a:lnTo>
                    <a:lnTo>
                      <a:pt x="59" y="118"/>
                    </a:lnTo>
                    <a:lnTo>
                      <a:pt x="59" y="116"/>
                    </a:lnTo>
                    <a:lnTo>
                      <a:pt x="57" y="116"/>
                    </a:lnTo>
                    <a:lnTo>
                      <a:pt x="57" y="116"/>
                    </a:lnTo>
                    <a:lnTo>
                      <a:pt x="57" y="116"/>
                    </a:lnTo>
                    <a:lnTo>
                      <a:pt x="55" y="116"/>
                    </a:lnTo>
                    <a:lnTo>
                      <a:pt x="55" y="116"/>
                    </a:lnTo>
                    <a:lnTo>
                      <a:pt x="55" y="116"/>
                    </a:lnTo>
                    <a:lnTo>
                      <a:pt x="55" y="116"/>
                    </a:lnTo>
                    <a:lnTo>
                      <a:pt x="52" y="116"/>
                    </a:lnTo>
                    <a:lnTo>
                      <a:pt x="52" y="113"/>
                    </a:lnTo>
                    <a:lnTo>
                      <a:pt x="52" y="113"/>
                    </a:lnTo>
                    <a:lnTo>
                      <a:pt x="52" y="113"/>
                    </a:lnTo>
                    <a:lnTo>
                      <a:pt x="50" y="113"/>
                    </a:lnTo>
                    <a:lnTo>
                      <a:pt x="50" y="113"/>
                    </a:lnTo>
                    <a:lnTo>
                      <a:pt x="50" y="113"/>
                    </a:lnTo>
                    <a:lnTo>
                      <a:pt x="50" y="111"/>
                    </a:lnTo>
                    <a:lnTo>
                      <a:pt x="50" y="111"/>
                    </a:lnTo>
                    <a:lnTo>
                      <a:pt x="47" y="111"/>
                    </a:lnTo>
                    <a:lnTo>
                      <a:pt x="47" y="111"/>
                    </a:lnTo>
                    <a:lnTo>
                      <a:pt x="47" y="111"/>
                    </a:lnTo>
                    <a:lnTo>
                      <a:pt x="47" y="111"/>
                    </a:lnTo>
                    <a:lnTo>
                      <a:pt x="47" y="109"/>
                    </a:lnTo>
                    <a:lnTo>
                      <a:pt x="45" y="109"/>
                    </a:lnTo>
                    <a:lnTo>
                      <a:pt x="45" y="109"/>
                    </a:lnTo>
                    <a:lnTo>
                      <a:pt x="45" y="109"/>
                    </a:lnTo>
                    <a:lnTo>
                      <a:pt x="43" y="109"/>
                    </a:lnTo>
                    <a:lnTo>
                      <a:pt x="43" y="109"/>
                    </a:lnTo>
                    <a:lnTo>
                      <a:pt x="43" y="106"/>
                    </a:lnTo>
                    <a:lnTo>
                      <a:pt x="43" y="106"/>
                    </a:lnTo>
                    <a:lnTo>
                      <a:pt x="43" y="106"/>
                    </a:lnTo>
                    <a:lnTo>
                      <a:pt x="40" y="106"/>
                    </a:lnTo>
                    <a:lnTo>
                      <a:pt x="40" y="106"/>
                    </a:lnTo>
                    <a:lnTo>
                      <a:pt x="40" y="104"/>
                    </a:lnTo>
                    <a:lnTo>
                      <a:pt x="40" y="104"/>
                    </a:lnTo>
                    <a:lnTo>
                      <a:pt x="38" y="104"/>
                    </a:lnTo>
                    <a:lnTo>
                      <a:pt x="38" y="104"/>
                    </a:lnTo>
                    <a:lnTo>
                      <a:pt x="38" y="104"/>
                    </a:lnTo>
                    <a:lnTo>
                      <a:pt x="36" y="104"/>
                    </a:lnTo>
                    <a:lnTo>
                      <a:pt x="36" y="104"/>
                    </a:lnTo>
                    <a:lnTo>
                      <a:pt x="38" y="104"/>
                    </a:lnTo>
                    <a:lnTo>
                      <a:pt x="38" y="102"/>
                    </a:lnTo>
                    <a:lnTo>
                      <a:pt x="38" y="102"/>
                    </a:lnTo>
                    <a:lnTo>
                      <a:pt x="38" y="102"/>
                    </a:lnTo>
                    <a:lnTo>
                      <a:pt x="40" y="102"/>
                    </a:lnTo>
                    <a:lnTo>
                      <a:pt x="40" y="102"/>
                    </a:lnTo>
                    <a:lnTo>
                      <a:pt x="40" y="99"/>
                    </a:lnTo>
                    <a:lnTo>
                      <a:pt x="40" y="99"/>
                    </a:lnTo>
                    <a:lnTo>
                      <a:pt x="40" y="99"/>
                    </a:lnTo>
                    <a:lnTo>
                      <a:pt x="40" y="97"/>
                    </a:lnTo>
                    <a:lnTo>
                      <a:pt x="40" y="97"/>
                    </a:lnTo>
                    <a:lnTo>
                      <a:pt x="40" y="97"/>
                    </a:lnTo>
                    <a:lnTo>
                      <a:pt x="40" y="97"/>
                    </a:lnTo>
                    <a:lnTo>
                      <a:pt x="40" y="94"/>
                    </a:lnTo>
                    <a:lnTo>
                      <a:pt x="40" y="94"/>
                    </a:lnTo>
                    <a:lnTo>
                      <a:pt x="40" y="94"/>
                    </a:lnTo>
                    <a:lnTo>
                      <a:pt x="40" y="94"/>
                    </a:lnTo>
                    <a:lnTo>
                      <a:pt x="40" y="94"/>
                    </a:lnTo>
                    <a:lnTo>
                      <a:pt x="40" y="94"/>
                    </a:lnTo>
                    <a:lnTo>
                      <a:pt x="43" y="94"/>
                    </a:lnTo>
                    <a:lnTo>
                      <a:pt x="43" y="94"/>
                    </a:lnTo>
                    <a:lnTo>
                      <a:pt x="43" y="94"/>
                    </a:lnTo>
                    <a:lnTo>
                      <a:pt x="43" y="94"/>
                    </a:lnTo>
                    <a:lnTo>
                      <a:pt x="45" y="94"/>
                    </a:lnTo>
                    <a:lnTo>
                      <a:pt x="45" y="94"/>
                    </a:lnTo>
                    <a:lnTo>
                      <a:pt x="47" y="94"/>
                    </a:lnTo>
                    <a:lnTo>
                      <a:pt x="47" y="94"/>
                    </a:lnTo>
                    <a:lnTo>
                      <a:pt x="47" y="94"/>
                    </a:lnTo>
                    <a:lnTo>
                      <a:pt x="47" y="94"/>
                    </a:lnTo>
                    <a:lnTo>
                      <a:pt x="50" y="94"/>
                    </a:lnTo>
                    <a:lnTo>
                      <a:pt x="50" y="94"/>
                    </a:lnTo>
                    <a:lnTo>
                      <a:pt x="50" y="94"/>
                    </a:lnTo>
                    <a:lnTo>
                      <a:pt x="50" y="94"/>
                    </a:lnTo>
                    <a:lnTo>
                      <a:pt x="52" y="94"/>
                    </a:lnTo>
                    <a:lnTo>
                      <a:pt x="52" y="94"/>
                    </a:lnTo>
                    <a:lnTo>
                      <a:pt x="52" y="94"/>
                    </a:lnTo>
                    <a:lnTo>
                      <a:pt x="52" y="94"/>
                    </a:lnTo>
                    <a:lnTo>
                      <a:pt x="55" y="94"/>
                    </a:lnTo>
                    <a:lnTo>
                      <a:pt x="55" y="92"/>
                    </a:lnTo>
                    <a:lnTo>
                      <a:pt x="55" y="92"/>
                    </a:lnTo>
                    <a:lnTo>
                      <a:pt x="55" y="92"/>
                    </a:lnTo>
                    <a:lnTo>
                      <a:pt x="55" y="92"/>
                    </a:lnTo>
                    <a:lnTo>
                      <a:pt x="57" y="92"/>
                    </a:lnTo>
                    <a:lnTo>
                      <a:pt x="57" y="90"/>
                    </a:lnTo>
                    <a:lnTo>
                      <a:pt x="57" y="90"/>
                    </a:lnTo>
                    <a:lnTo>
                      <a:pt x="55" y="90"/>
                    </a:lnTo>
                    <a:lnTo>
                      <a:pt x="55" y="87"/>
                    </a:lnTo>
                    <a:lnTo>
                      <a:pt x="57" y="87"/>
                    </a:lnTo>
                    <a:lnTo>
                      <a:pt x="57" y="87"/>
                    </a:lnTo>
                    <a:lnTo>
                      <a:pt x="57" y="87"/>
                    </a:lnTo>
                    <a:lnTo>
                      <a:pt x="57" y="85"/>
                    </a:lnTo>
                    <a:lnTo>
                      <a:pt x="57" y="85"/>
                    </a:lnTo>
                    <a:lnTo>
                      <a:pt x="59" y="85"/>
                    </a:lnTo>
                    <a:lnTo>
                      <a:pt x="59" y="85"/>
                    </a:lnTo>
                    <a:lnTo>
                      <a:pt x="59" y="83"/>
                    </a:lnTo>
                    <a:lnTo>
                      <a:pt x="59" y="83"/>
                    </a:lnTo>
                    <a:lnTo>
                      <a:pt x="57" y="83"/>
                    </a:lnTo>
                    <a:lnTo>
                      <a:pt x="57" y="83"/>
                    </a:lnTo>
                    <a:lnTo>
                      <a:pt x="57" y="80"/>
                    </a:lnTo>
                    <a:lnTo>
                      <a:pt x="57" y="80"/>
                    </a:lnTo>
                    <a:lnTo>
                      <a:pt x="57" y="80"/>
                    </a:lnTo>
                    <a:lnTo>
                      <a:pt x="55" y="80"/>
                    </a:lnTo>
                    <a:lnTo>
                      <a:pt x="55" y="80"/>
                    </a:lnTo>
                    <a:lnTo>
                      <a:pt x="55" y="80"/>
                    </a:lnTo>
                    <a:lnTo>
                      <a:pt x="52" y="80"/>
                    </a:lnTo>
                    <a:lnTo>
                      <a:pt x="52" y="80"/>
                    </a:lnTo>
                    <a:lnTo>
                      <a:pt x="52" y="78"/>
                    </a:lnTo>
                    <a:lnTo>
                      <a:pt x="55" y="78"/>
                    </a:lnTo>
                    <a:lnTo>
                      <a:pt x="55" y="78"/>
                    </a:lnTo>
                    <a:lnTo>
                      <a:pt x="55" y="76"/>
                    </a:lnTo>
                    <a:lnTo>
                      <a:pt x="52" y="76"/>
                    </a:lnTo>
                    <a:lnTo>
                      <a:pt x="52" y="76"/>
                    </a:lnTo>
                    <a:lnTo>
                      <a:pt x="52" y="76"/>
                    </a:lnTo>
                    <a:lnTo>
                      <a:pt x="50" y="76"/>
                    </a:lnTo>
                    <a:lnTo>
                      <a:pt x="50" y="76"/>
                    </a:lnTo>
                    <a:lnTo>
                      <a:pt x="50" y="76"/>
                    </a:lnTo>
                    <a:lnTo>
                      <a:pt x="47" y="76"/>
                    </a:lnTo>
                    <a:lnTo>
                      <a:pt x="47" y="76"/>
                    </a:lnTo>
                    <a:lnTo>
                      <a:pt x="47" y="73"/>
                    </a:lnTo>
                    <a:lnTo>
                      <a:pt x="47" y="73"/>
                    </a:lnTo>
                    <a:lnTo>
                      <a:pt x="47" y="73"/>
                    </a:lnTo>
                    <a:lnTo>
                      <a:pt x="47" y="73"/>
                    </a:lnTo>
                    <a:lnTo>
                      <a:pt x="47" y="73"/>
                    </a:lnTo>
                    <a:lnTo>
                      <a:pt x="47" y="73"/>
                    </a:lnTo>
                    <a:lnTo>
                      <a:pt x="50" y="73"/>
                    </a:lnTo>
                    <a:lnTo>
                      <a:pt x="50" y="73"/>
                    </a:lnTo>
                    <a:lnTo>
                      <a:pt x="50" y="73"/>
                    </a:lnTo>
                    <a:lnTo>
                      <a:pt x="50" y="71"/>
                    </a:lnTo>
                    <a:lnTo>
                      <a:pt x="50" y="71"/>
                    </a:lnTo>
                    <a:lnTo>
                      <a:pt x="52" y="71"/>
                    </a:lnTo>
                    <a:lnTo>
                      <a:pt x="52" y="68"/>
                    </a:lnTo>
                    <a:lnTo>
                      <a:pt x="50" y="68"/>
                    </a:lnTo>
                    <a:lnTo>
                      <a:pt x="50" y="68"/>
                    </a:lnTo>
                    <a:lnTo>
                      <a:pt x="50" y="68"/>
                    </a:lnTo>
                    <a:lnTo>
                      <a:pt x="50" y="68"/>
                    </a:lnTo>
                    <a:lnTo>
                      <a:pt x="50" y="66"/>
                    </a:lnTo>
                    <a:lnTo>
                      <a:pt x="47" y="66"/>
                    </a:lnTo>
                    <a:lnTo>
                      <a:pt x="47" y="66"/>
                    </a:lnTo>
                    <a:lnTo>
                      <a:pt x="47" y="66"/>
                    </a:lnTo>
                    <a:lnTo>
                      <a:pt x="47" y="66"/>
                    </a:lnTo>
                    <a:lnTo>
                      <a:pt x="47" y="64"/>
                    </a:lnTo>
                    <a:lnTo>
                      <a:pt x="45" y="64"/>
                    </a:lnTo>
                    <a:lnTo>
                      <a:pt x="45" y="64"/>
                    </a:lnTo>
                    <a:lnTo>
                      <a:pt x="45" y="64"/>
                    </a:lnTo>
                    <a:lnTo>
                      <a:pt x="45" y="64"/>
                    </a:lnTo>
                    <a:lnTo>
                      <a:pt x="43" y="64"/>
                    </a:lnTo>
                    <a:lnTo>
                      <a:pt x="43" y="61"/>
                    </a:lnTo>
                    <a:lnTo>
                      <a:pt x="43" y="61"/>
                    </a:lnTo>
                    <a:lnTo>
                      <a:pt x="43" y="61"/>
                    </a:lnTo>
                    <a:lnTo>
                      <a:pt x="40" y="61"/>
                    </a:lnTo>
                    <a:lnTo>
                      <a:pt x="40" y="61"/>
                    </a:lnTo>
                    <a:lnTo>
                      <a:pt x="40" y="61"/>
                    </a:lnTo>
                    <a:lnTo>
                      <a:pt x="40" y="64"/>
                    </a:lnTo>
                    <a:lnTo>
                      <a:pt x="38" y="64"/>
                    </a:lnTo>
                    <a:lnTo>
                      <a:pt x="38" y="64"/>
                    </a:lnTo>
                    <a:lnTo>
                      <a:pt x="38" y="64"/>
                    </a:lnTo>
                    <a:lnTo>
                      <a:pt x="36" y="64"/>
                    </a:lnTo>
                    <a:lnTo>
                      <a:pt x="36" y="64"/>
                    </a:lnTo>
                    <a:lnTo>
                      <a:pt x="36" y="64"/>
                    </a:lnTo>
                    <a:lnTo>
                      <a:pt x="36" y="64"/>
                    </a:lnTo>
                    <a:lnTo>
                      <a:pt x="33" y="64"/>
                    </a:lnTo>
                    <a:lnTo>
                      <a:pt x="33" y="66"/>
                    </a:lnTo>
                    <a:lnTo>
                      <a:pt x="33" y="66"/>
                    </a:lnTo>
                    <a:lnTo>
                      <a:pt x="33" y="66"/>
                    </a:lnTo>
                    <a:lnTo>
                      <a:pt x="33" y="68"/>
                    </a:lnTo>
                    <a:lnTo>
                      <a:pt x="33" y="68"/>
                    </a:lnTo>
                    <a:lnTo>
                      <a:pt x="33" y="68"/>
                    </a:lnTo>
                    <a:lnTo>
                      <a:pt x="31" y="68"/>
                    </a:lnTo>
                    <a:lnTo>
                      <a:pt x="31" y="68"/>
                    </a:lnTo>
                    <a:lnTo>
                      <a:pt x="31" y="68"/>
                    </a:lnTo>
                    <a:lnTo>
                      <a:pt x="31" y="66"/>
                    </a:lnTo>
                    <a:lnTo>
                      <a:pt x="29" y="66"/>
                    </a:lnTo>
                    <a:lnTo>
                      <a:pt x="29" y="66"/>
                    </a:lnTo>
                    <a:lnTo>
                      <a:pt x="29" y="66"/>
                    </a:lnTo>
                    <a:lnTo>
                      <a:pt x="29" y="66"/>
                    </a:lnTo>
                    <a:lnTo>
                      <a:pt x="26" y="66"/>
                    </a:lnTo>
                    <a:lnTo>
                      <a:pt x="26" y="66"/>
                    </a:lnTo>
                    <a:lnTo>
                      <a:pt x="24" y="66"/>
                    </a:lnTo>
                    <a:lnTo>
                      <a:pt x="24" y="66"/>
                    </a:lnTo>
                    <a:lnTo>
                      <a:pt x="24" y="64"/>
                    </a:lnTo>
                    <a:lnTo>
                      <a:pt x="24" y="64"/>
                    </a:lnTo>
                    <a:lnTo>
                      <a:pt x="21" y="64"/>
                    </a:lnTo>
                    <a:lnTo>
                      <a:pt x="21" y="64"/>
                    </a:lnTo>
                    <a:lnTo>
                      <a:pt x="21" y="64"/>
                    </a:lnTo>
                    <a:lnTo>
                      <a:pt x="21" y="64"/>
                    </a:lnTo>
                    <a:lnTo>
                      <a:pt x="19" y="64"/>
                    </a:lnTo>
                    <a:lnTo>
                      <a:pt x="19" y="64"/>
                    </a:lnTo>
                    <a:lnTo>
                      <a:pt x="19" y="64"/>
                    </a:lnTo>
                    <a:lnTo>
                      <a:pt x="19" y="61"/>
                    </a:lnTo>
                    <a:lnTo>
                      <a:pt x="19" y="61"/>
                    </a:lnTo>
                    <a:lnTo>
                      <a:pt x="17" y="61"/>
                    </a:lnTo>
                    <a:lnTo>
                      <a:pt x="17" y="59"/>
                    </a:lnTo>
                    <a:lnTo>
                      <a:pt x="17" y="59"/>
                    </a:lnTo>
                    <a:lnTo>
                      <a:pt x="17" y="59"/>
                    </a:lnTo>
                    <a:lnTo>
                      <a:pt x="17" y="59"/>
                    </a:lnTo>
                    <a:lnTo>
                      <a:pt x="17" y="57"/>
                    </a:lnTo>
                    <a:lnTo>
                      <a:pt x="17" y="57"/>
                    </a:lnTo>
                    <a:lnTo>
                      <a:pt x="14" y="57"/>
                    </a:lnTo>
                    <a:lnTo>
                      <a:pt x="14" y="54"/>
                    </a:lnTo>
                    <a:lnTo>
                      <a:pt x="14" y="54"/>
                    </a:lnTo>
                    <a:lnTo>
                      <a:pt x="14" y="54"/>
                    </a:lnTo>
                    <a:lnTo>
                      <a:pt x="14" y="54"/>
                    </a:lnTo>
                    <a:lnTo>
                      <a:pt x="14" y="54"/>
                    </a:lnTo>
                    <a:lnTo>
                      <a:pt x="14" y="54"/>
                    </a:lnTo>
                    <a:lnTo>
                      <a:pt x="14" y="52"/>
                    </a:lnTo>
                    <a:lnTo>
                      <a:pt x="14" y="52"/>
                    </a:lnTo>
                    <a:lnTo>
                      <a:pt x="14" y="52"/>
                    </a:lnTo>
                    <a:lnTo>
                      <a:pt x="14" y="49"/>
                    </a:lnTo>
                    <a:lnTo>
                      <a:pt x="14" y="49"/>
                    </a:lnTo>
                    <a:lnTo>
                      <a:pt x="14" y="49"/>
                    </a:lnTo>
                    <a:lnTo>
                      <a:pt x="14" y="49"/>
                    </a:lnTo>
                    <a:lnTo>
                      <a:pt x="14" y="47"/>
                    </a:lnTo>
                    <a:lnTo>
                      <a:pt x="14" y="47"/>
                    </a:lnTo>
                    <a:lnTo>
                      <a:pt x="17" y="47"/>
                    </a:lnTo>
                    <a:lnTo>
                      <a:pt x="17" y="45"/>
                    </a:lnTo>
                    <a:lnTo>
                      <a:pt x="17" y="45"/>
                    </a:lnTo>
                    <a:lnTo>
                      <a:pt x="17" y="45"/>
                    </a:lnTo>
                    <a:lnTo>
                      <a:pt x="17" y="45"/>
                    </a:lnTo>
                    <a:lnTo>
                      <a:pt x="17" y="45"/>
                    </a:lnTo>
                    <a:lnTo>
                      <a:pt x="17" y="42"/>
                    </a:lnTo>
                    <a:lnTo>
                      <a:pt x="14" y="42"/>
                    </a:lnTo>
                    <a:lnTo>
                      <a:pt x="14" y="42"/>
                    </a:lnTo>
                    <a:lnTo>
                      <a:pt x="14" y="42"/>
                    </a:lnTo>
                    <a:lnTo>
                      <a:pt x="14" y="40"/>
                    </a:lnTo>
                    <a:lnTo>
                      <a:pt x="14" y="40"/>
                    </a:lnTo>
                    <a:lnTo>
                      <a:pt x="14" y="40"/>
                    </a:lnTo>
                    <a:lnTo>
                      <a:pt x="14" y="40"/>
                    </a:lnTo>
                    <a:lnTo>
                      <a:pt x="14" y="42"/>
                    </a:lnTo>
                    <a:lnTo>
                      <a:pt x="14" y="42"/>
                    </a:lnTo>
                    <a:lnTo>
                      <a:pt x="12" y="42"/>
                    </a:lnTo>
                    <a:lnTo>
                      <a:pt x="12" y="45"/>
                    </a:lnTo>
                    <a:lnTo>
                      <a:pt x="12" y="45"/>
                    </a:lnTo>
                    <a:lnTo>
                      <a:pt x="10" y="45"/>
                    </a:lnTo>
                    <a:lnTo>
                      <a:pt x="10" y="45"/>
                    </a:lnTo>
                    <a:lnTo>
                      <a:pt x="10" y="42"/>
                    </a:lnTo>
                    <a:lnTo>
                      <a:pt x="10" y="42"/>
                    </a:lnTo>
                    <a:lnTo>
                      <a:pt x="10" y="40"/>
                    </a:lnTo>
                    <a:lnTo>
                      <a:pt x="10" y="40"/>
                    </a:lnTo>
                    <a:lnTo>
                      <a:pt x="10" y="40"/>
                    </a:lnTo>
                    <a:lnTo>
                      <a:pt x="10" y="38"/>
                    </a:lnTo>
                    <a:lnTo>
                      <a:pt x="10" y="38"/>
                    </a:lnTo>
                    <a:lnTo>
                      <a:pt x="7" y="38"/>
                    </a:lnTo>
                    <a:lnTo>
                      <a:pt x="7" y="35"/>
                    </a:lnTo>
                    <a:lnTo>
                      <a:pt x="7" y="35"/>
                    </a:lnTo>
                    <a:lnTo>
                      <a:pt x="7" y="35"/>
                    </a:lnTo>
                    <a:lnTo>
                      <a:pt x="7" y="35"/>
                    </a:lnTo>
                    <a:lnTo>
                      <a:pt x="7" y="33"/>
                    </a:lnTo>
                    <a:lnTo>
                      <a:pt x="5" y="33"/>
                    </a:lnTo>
                    <a:lnTo>
                      <a:pt x="5" y="33"/>
                    </a:lnTo>
                    <a:lnTo>
                      <a:pt x="5" y="33"/>
                    </a:lnTo>
                    <a:lnTo>
                      <a:pt x="5" y="33"/>
                    </a:lnTo>
                    <a:lnTo>
                      <a:pt x="2" y="33"/>
                    </a:lnTo>
                    <a:lnTo>
                      <a:pt x="2" y="31"/>
                    </a:lnTo>
                    <a:lnTo>
                      <a:pt x="2" y="31"/>
                    </a:lnTo>
                    <a:lnTo>
                      <a:pt x="2" y="31"/>
                    </a:lnTo>
                    <a:lnTo>
                      <a:pt x="2" y="31"/>
                    </a:lnTo>
                    <a:lnTo>
                      <a:pt x="2" y="28"/>
                    </a:lnTo>
                    <a:lnTo>
                      <a:pt x="0" y="28"/>
                    </a:lnTo>
                    <a:lnTo>
                      <a:pt x="0" y="28"/>
                    </a:lnTo>
                    <a:lnTo>
                      <a:pt x="0" y="28"/>
                    </a:lnTo>
                    <a:lnTo>
                      <a:pt x="0" y="26"/>
                    </a:lnTo>
                    <a:lnTo>
                      <a:pt x="0" y="26"/>
                    </a:lnTo>
                    <a:lnTo>
                      <a:pt x="0" y="26"/>
                    </a:lnTo>
                    <a:lnTo>
                      <a:pt x="0" y="23"/>
                    </a:lnTo>
                    <a:lnTo>
                      <a:pt x="0" y="23"/>
                    </a:lnTo>
                    <a:lnTo>
                      <a:pt x="0" y="23"/>
                    </a:lnTo>
                    <a:lnTo>
                      <a:pt x="0" y="23"/>
                    </a:lnTo>
                    <a:lnTo>
                      <a:pt x="2" y="23"/>
                    </a:lnTo>
                    <a:lnTo>
                      <a:pt x="2" y="23"/>
                    </a:lnTo>
                    <a:lnTo>
                      <a:pt x="2" y="21"/>
                    </a:lnTo>
                    <a:lnTo>
                      <a:pt x="2" y="21"/>
                    </a:lnTo>
                    <a:lnTo>
                      <a:pt x="2" y="21"/>
                    </a:lnTo>
                    <a:lnTo>
                      <a:pt x="2" y="21"/>
                    </a:lnTo>
                    <a:lnTo>
                      <a:pt x="2" y="19"/>
                    </a:lnTo>
                    <a:lnTo>
                      <a:pt x="5" y="19"/>
                    </a:lnTo>
                    <a:lnTo>
                      <a:pt x="5" y="19"/>
                    </a:lnTo>
                    <a:lnTo>
                      <a:pt x="5" y="16"/>
                    </a:lnTo>
                    <a:lnTo>
                      <a:pt x="5" y="16"/>
                    </a:lnTo>
                    <a:lnTo>
                      <a:pt x="5" y="16"/>
                    </a:lnTo>
                    <a:lnTo>
                      <a:pt x="5" y="14"/>
                    </a:lnTo>
                    <a:lnTo>
                      <a:pt x="7" y="14"/>
                    </a:lnTo>
                    <a:lnTo>
                      <a:pt x="7" y="14"/>
                    </a:lnTo>
                    <a:lnTo>
                      <a:pt x="7" y="16"/>
                    </a:lnTo>
                    <a:lnTo>
                      <a:pt x="7" y="16"/>
                    </a:lnTo>
                    <a:lnTo>
                      <a:pt x="7" y="16"/>
                    </a:lnTo>
                    <a:lnTo>
                      <a:pt x="10" y="16"/>
                    </a:lnTo>
                    <a:lnTo>
                      <a:pt x="10" y="16"/>
                    </a:lnTo>
                    <a:lnTo>
                      <a:pt x="10" y="16"/>
                    </a:lnTo>
                    <a:lnTo>
                      <a:pt x="10" y="19"/>
                    </a:lnTo>
                    <a:lnTo>
                      <a:pt x="12" y="19"/>
                    </a:lnTo>
                    <a:lnTo>
                      <a:pt x="12" y="19"/>
                    </a:lnTo>
                    <a:lnTo>
                      <a:pt x="12" y="19"/>
                    </a:lnTo>
                    <a:lnTo>
                      <a:pt x="14" y="19"/>
                    </a:lnTo>
                    <a:lnTo>
                      <a:pt x="14" y="19"/>
                    </a:lnTo>
                    <a:lnTo>
                      <a:pt x="14" y="21"/>
                    </a:lnTo>
                    <a:lnTo>
                      <a:pt x="14" y="21"/>
                    </a:lnTo>
                    <a:lnTo>
                      <a:pt x="14" y="21"/>
                    </a:lnTo>
                    <a:lnTo>
                      <a:pt x="14" y="23"/>
                    </a:lnTo>
                    <a:lnTo>
                      <a:pt x="17" y="23"/>
                    </a:lnTo>
                    <a:lnTo>
                      <a:pt x="17" y="23"/>
                    </a:lnTo>
                    <a:lnTo>
                      <a:pt x="17" y="23"/>
                    </a:lnTo>
                    <a:lnTo>
                      <a:pt x="17" y="23"/>
                    </a:lnTo>
                    <a:lnTo>
                      <a:pt x="19" y="23"/>
                    </a:lnTo>
                    <a:lnTo>
                      <a:pt x="19" y="23"/>
                    </a:lnTo>
                    <a:lnTo>
                      <a:pt x="19" y="23"/>
                    </a:lnTo>
                    <a:lnTo>
                      <a:pt x="19" y="21"/>
                    </a:lnTo>
                    <a:lnTo>
                      <a:pt x="21" y="21"/>
                    </a:lnTo>
                    <a:lnTo>
                      <a:pt x="21" y="21"/>
                    </a:lnTo>
                    <a:lnTo>
                      <a:pt x="21" y="19"/>
                    </a:lnTo>
                    <a:lnTo>
                      <a:pt x="21" y="19"/>
                    </a:lnTo>
                    <a:lnTo>
                      <a:pt x="21" y="19"/>
                    </a:lnTo>
                    <a:lnTo>
                      <a:pt x="21" y="19"/>
                    </a:lnTo>
                    <a:lnTo>
                      <a:pt x="24" y="19"/>
                    </a:lnTo>
                    <a:lnTo>
                      <a:pt x="24" y="16"/>
                    </a:lnTo>
                    <a:lnTo>
                      <a:pt x="24" y="16"/>
                    </a:lnTo>
                    <a:lnTo>
                      <a:pt x="24" y="16"/>
                    </a:lnTo>
                    <a:lnTo>
                      <a:pt x="24" y="14"/>
                    </a:lnTo>
                    <a:lnTo>
                      <a:pt x="24" y="14"/>
                    </a:lnTo>
                    <a:lnTo>
                      <a:pt x="24" y="14"/>
                    </a:lnTo>
                    <a:lnTo>
                      <a:pt x="24" y="14"/>
                    </a:lnTo>
                    <a:lnTo>
                      <a:pt x="26" y="14"/>
                    </a:lnTo>
                    <a:lnTo>
                      <a:pt x="26" y="16"/>
                    </a:lnTo>
                    <a:lnTo>
                      <a:pt x="26" y="16"/>
                    </a:lnTo>
                    <a:lnTo>
                      <a:pt x="26" y="16"/>
                    </a:lnTo>
                    <a:lnTo>
                      <a:pt x="26" y="19"/>
                    </a:lnTo>
                    <a:lnTo>
                      <a:pt x="29" y="19"/>
                    </a:lnTo>
                    <a:lnTo>
                      <a:pt x="29" y="19"/>
                    </a:lnTo>
                    <a:lnTo>
                      <a:pt x="29" y="19"/>
                    </a:lnTo>
                    <a:lnTo>
                      <a:pt x="29" y="19"/>
                    </a:lnTo>
                    <a:lnTo>
                      <a:pt x="29" y="19"/>
                    </a:lnTo>
                    <a:lnTo>
                      <a:pt x="29" y="16"/>
                    </a:lnTo>
                    <a:lnTo>
                      <a:pt x="29" y="16"/>
                    </a:lnTo>
                    <a:lnTo>
                      <a:pt x="31" y="16"/>
                    </a:lnTo>
                    <a:lnTo>
                      <a:pt x="31" y="14"/>
                    </a:lnTo>
                    <a:lnTo>
                      <a:pt x="31" y="14"/>
                    </a:lnTo>
                    <a:lnTo>
                      <a:pt x="31" y="16"/>
                    </a:lnTo>
                    <a:lnTo>
                      <a:pt x="33" y="16"/>
                    </a:lnTo>
                    <a:lnTo>
                      <a:pt x="33" y="16"/>
                    </a:lnTo>
                    <a:lnTo>
                      <a:pt x="33" y="16"/>
                    </a:lnTo>
                    <a:lnTo>
                      <a:pt x="33" y="19"/>
                    </a:lnTo>
                    <a:lnTo>
                      <a:pt x="33" y="19"/>
                    </a:lnTo>
                    <a:lnTo>
                      <a:pt x="33" y="19"/>
                    </a:lnTo>
                    <a:lnTo>
                      <a:pt x="36" y="19"/>
                    </a:lnTo>
                    <a:lnTo>
                      <a:pt x="36" y="21"/>
                    </a:lnTo>
                    <a:lnTo>
                      <a:pt x="36" y="21"/>
                    </a:lnTo>
                    <a:lnTo>
                      <a:pt x="36" y="21"/>
                    </a:lnTo>
                    <a:lnTo>
                      <a:pt x="36" y="21"/>
                    </a:lnTo>
                    <a:lnTo>
                      <a:pt x="38" y="21"/>
                    </a:lnTo>
                    <a:lnTo>
                      <a:pt x="38" y="23"/>
                    </a:lnTo>
                    <a:lnTo>
                      <a:pt x="38" y="23"/>
                    </a:lnTo>
                    <a:lnTo>
                      <a:pt x="38" y="21"/>
                    </a:lnTo>
                    <a:lnTo>
                      <a:pt x="38" y="21"/>
                    </a:lnTo>
                    <a:lnTo>
                      <a:pt x="40" y="21"/>
                    </a:lnTo>
                    <a:lnTo>
                      <a:pt x="40" y="19"/>
                    </a:lnTo>
                    <a:lnTo>
                      <a:pt x="40" y="19"/>
                    </a:lnTo>
                    <a:lnTo>
                      <a:pt x="40" y="16"/>
                    </a:lnTo>
                    <a:lnTo>
                      <a:pt x="40" y="16"/>
                    </a:lnTo>
                    <a:lnTo>
                      <a:pt x="40" y="16"/>
                    </a:lnTo>
                    <a:lnTo>
                      <a:pt x="40" y="14"/>
                    </a:lnTo>
                    <a:lnTo>
                      <a:pt x="40" y="14"/>
                    </a:lnTo>
                    <a:lnTo>
                      <a:pt x="43" y="14"/>
                    </a:lnTo>
                    <a:lnTo>
                      <a:pt x="43" y="14"/>
                    </a:lnTo>
                    <a:lnTo>
                      <a:pt x="43" y="14"/>
                    </a:lnTo>
                    <a:lnTo>
                      <a:pt x="43" y="14"/>
                    </a:lnTo>
                    <a:lnTo>
                      <a:pt x="43" y="14"/>
                    </a:lnTo>
                    <a:lnTo>
                      <a:pt x="43" y="16"/>
                    </a:lnTo>
                    <a:lnTo>
                      <a:pt x="45" y="16"/>
                    </a:lnTo>
                    <a:lnTo>
                      <a:pt x="45" y="16"/>
                    </a:lnTo>
                    <a:lnTo>
                      <a:pt x="45" y="16"/>
                    </a:lnTo>
                    <a:lnTo>
                      <a:pt x="47" y="16"/>
                    </a:lnTo>
                    <a:lnTo>
                      <a:pt x="47" y="16"/>
                    </a:lnTo>
                    <a:lnTo>
                      <a:pt x="47" y="16"/>
                    </a:lnTo>
                    <a:lnTo>
                      <a:pt x="47" y="16"/>
                    </a:lnTo>
                    <a:lnTo>
                      <a:pt x="50" y="16"/>
                    </a:lnTo>
                    <a:lnTo>
                      <a:pt x="50" y="14"/>
                    </a:lnTo>
                    <a:lnTo>
                      <a:pt x="50" y="14"/>
                    </a:lnTo>
                    <a:lnTo>
                      <a:pt x="50" y="14"/>
                    </a:lnTo>
                    <a:lnTo>
                      <a:pt x="50" y="14"/>
                    </a:lnTo>
                    <a:lnTo>
                      <a:pt x="52" y="14"/>
                    </a:lnTo>
                    <a:lnTo>
                      <a:pt x="52" y="14"/>
                    </a:lnTo>
                    <a:lnTo>
                      <a:pt x="55" y="14"/>
                    </a:lnTo>
                    <a:lnTo>
                      <a:pt x="55" y="14"/>
                    </a:lnTo>
                    <a:lnTo>
                      <a:pt x="55" y="14"/>
                    </a:lnTo>
                    <a:lnTo>
                      <a:pt x="55" y="14"/>
                    </a:lnTo>
                    <a:lnTo>
                      <a:pt x="55" y="12"/>
                    </a:lnTo>
                    <a:lnTo>
                      <a:pt x="57" y="12"/>
                    </a:lnTo>
                    <a:lnTo>
                      <a:pt x="57" y="12"/>
                    </a:lnTo>
                    <a:lnTo>
                      <a:pt x="57" y="9"/>
                    </a:lnTo>
                    <a:lnTo>
                      <a:pt x="57" y="9"/>
                    </a:lnTo>
                    <a:lnTo>
                      <a:pt x="57" y="7"/>
                    </a:lnTo>
                    <a:lnTo>
                      <a:pt x="57" y="7"/>
                    </a:lnTo>
                    <a:lnTo>
                      <a:pt x="57" y="7"/>
                    </a:lnTo>
                    <a:lnTo>
                      <a:pt x="57" y="4"/>
                    </a:lnTo>
                    <a:lnTo>
                      <a:pt x="57" y="4"/>
                    </a:lnTo>
                    <a:lnTo>
                      <a:pt x="59" y="4"/>
                    </a:lnTo>
                    <a:lnTo>
                      <a:pt x="59" y="4"/>
                    </a:lnTo>
                    <a:lnTo>
                      <a:pt x="59" y="4"/>
                    </a:lnTo>
                    <a:lnTo>
                      <a:pt x="62" y="4"/>
                    </a:lnTo>
                    <a:lnTo>
                      <a:pt x="62" y="4"/>
                    </a:lnTo>
                    <a:lnTo>
                      <a:pt x="62" y="4"/>
                    </a:lnTo>
                    <a:lnTo>
                      <a:pt x="62" y="4"/>
                    </a:lnTo>
                    <a:lnTo>
                      <a:pt x="64" y="4"/>
                    </a:lnTo>
                    <a:lnTo>
                      <a:pt x="64" y="2"/>
                    </a:lnTo>
                    <a:lnTo>
                      <a:pt x="64" y="2"/>
                    </a:lnTo>
                    <a:lnTo>
                      <a:pt x="66" y="2"/>
                    </a:lnTo>
                    <a:lnTo>
                      <a:pt x="66" y="2"/>
                    </a:lnTo>
                    <a:lnTo>
                      <a:pt x="66" y="2"/>
                    </a:lnTo>
                    <a:lnTo>
                      <a:pt x="66" y="0"/>
                    </a:lnTo>
                    <a:lnTo>
                      <a:pt x="66" y="0"/>
                    </a:lnTo>
                    <a:lnTo>
                      <a:pt x="69" y="0"/>
                    </a:lnTo>
                    <a:lnTo>
                      <a:pt x="69" y="2"/>
                    </a:lnTo>
                    <a:lnTo>
                      <a:pt x="69" y="2"/>
                    </a:lnTo>
                    <a:lnTo>
                      <a:pt x="69" y="2"/>
                    </a:lnTo>
                    <a:lnTo>
                      <a:pt x="69" y="2"/>
                    </a:lnTo>
                    <a:lnTo>
                      <a:pt x="69" y="4"/>
                    </a:lnTo>
                    <a:lnTo>
                      <a:pt x="71" y="4"/>
                    </a:lnTo>
                    <a:lnTo>
                      <a:pt x="71" y="4"/>
                    </a:lnTo>
                    <a:lnTo>
                      <a:pt x="71" y="4"/>
                    </a:lnTo>
                    <a:lnTo>
                      <a:pt x="71" y="4"/>
                    </a:lnTo>
                    <a:lnTo>
                      <a:pt x="73" y="4"/>
                    </a:lnTo>
                    <a:lnTo>
                      <a:pt x="73" y="7"/>
                    </a:lnTo>
                    <a:lnTo>
                      <a:pt x="73" y="7"/>
                    </a:lnTo>
                    <a:lnTo>
                      <a:pt x="73" y="7"/>
                    </a:lnTo>
                    <a:lnTo>
                      <a:pt x="73" y="7"/>
                    </a:lnTo>
                    <a:lnTo>
                      <a:pt x="76" y="7"/>
                    </a:lnTo>
                    <a:lnTo>
                      <a:pt x="76" y="9"/>
                    </a:lnTo>
                    <a:lnTo>
                      <a:pt x="76" y="9"/>
                    </a:lnTo>
                    <a:lnTo>
                      <a:pt x="76" y="9"/>
                    </a:lnTo>
                    <a:lnTo>
                      <a:pt x="76" y="9"/>
                    </a:lnTo>
                    <a:lnTo>
                      <a:pt x="78" y="9"/>
                    </a:lnTo>
                    <a:lnTo>
                      <a:pt x="78" y="12"/>
                    </a:lnTo>
                    <a:lnTo>
                      <a:pt x="78" y="12"/>
                    </a:lnTo>
                    <a:lnTo>
                      <a:pt x="78" y="12"/>
                    </a:lnTo>
                    <a:lnTo>
                      <a:pt x="81" y="12"/>
                    </a:lnTo>
                    <a:lnTo>
                      <a:pt x="81" y="12"/>
                    </a:lnTo>
                    <a:lnTo>
                      <a:pt x="81" y="12"/>
                    </a:lnTo>
                    <a:lnTo>
                      <a:pt x="81" y="12"/>
                    </a:lnTo>
                    <a:lnTo>
                      <a:pt x="81" y="9"/>
                    </a:lnTo>
                    <a:lnTo>
                      <a:pt x="83" y="9"/>
                    </a:lnTo>
                    <a:lnTo>
                      <a:pt x="83" y="9"/>
                    </a:lnTo>
                    <a:lnTo>
                      <a:pt x="83" y="9"/>
                    </a:lnTo>
                    <a:lnTo>
                      <a:pt x="85" y="9"/>
                    </a:lnTo>
                    <a:lnTo>
                      <a:pt x="85" y="9"/>
                    </a:lnTo>
                    <a:lnTo>
                      <a:pt x="85" y="12"/>
                    </a:lnTo>
                    <a:lnTo>
                      <a:pt x="88" y="12"/>
                    </a:lnTo>
                    <a:lnTo>
                      <a:pt x="88" y="12"/>
                    </a:lnTo>
                    <a:lnTo>
                      <a:pt x="88" y="14"/>
                    </a:lnTo>
                    <a:lnTo>
                      <a:pt x="88" y="14"/>
                    </a:lnTo>
                    <a:lnTo>
                      <a:pt x="88" y="14"/>
                    </a:lnTo>
                    <a:lnTo>
                      <a:pt x="90" y="14"/>
                    </a:lnTo>
                    <a:lnTo>
                      <a:pt x="90" y="14"/>
                    </a:lnTo>
                    <a:lnTo>
                      <a:pt x="90" y="14"/>
                    </a:lnTo>
                    <a:lnTo>
                      <a:pt x="90" y="12"/>
                    </a:lnTo>
                    <a:lnTo>
                      <a:pt x="92" y="12"/>
                    </a:lnTo>
                    <a:lnTo>
                      <a:pt x="92" y="12"/>
                    </a:lnTo>
                    <a:lnTo>
                      <a:pt x="92" y="12"/>
                    </a:lnTo>
                    <a:lnTo>
                      <a:pt x="92" y="12"/>
                    </a:lnTo>
                    <a:lnTo>
                      <a:pt x="95" y="12"/>
                    </a:lnTo>
                    <a:lnTo>
                      <a:pt x="95" y="12"/>
                    </a:lnTo>
                    <a:lnTo>
                      <a:pt x="95" y="14"/>
                    </a:lnTo>
                    <a:lnTo>
                      <a:pt x="95" y="14"/>
                    </a:lnTo>
                    <a:lnTo>
                      <a:pt x="97" y="14"/>
                    </a:lnTo>
                    <a:lnTo>
                      <a:pt x="97" y="14"/>
                    </a:lnTo>
                    <a:lnTo>
                      <a:pt x="97" y="14"/>
                    </a:lnTo>
                    <a:lnTo>
                      <a:pt x="100" y="14"/>
                    </a:lnTo>
                    <a:lnTo>
                      <a:pt x="100" y="14"/>
                    </a:lnTo>
                    <a:lnTo>
                      <a:pt x="100" y="16"/>
                    </a:lnTo>
                    <a:lnTo>
                      <a:pt x="100" y="16"/>
                    </a:lnTo>
                    <a:lnTo>
                      <a:pt x="97" y="16"/>
                    </a:lnTo>
                    <a:lnTo>
                      <a:pt x="97" y="19"/>
                    </a:lnTo>
                    <a:lnTo>
                      <a:pt x="97" y="19"/>
                    </a:lnTo>
                    <a:lnTo>
                      <a:pt x="97" y="19"/>
                    </a:lnTo>
                    <a:lnTo>
                      <a:pt x="97" y="21"/>
                    </a:lnTo>
                    <a:lnTo>
                      <a:pt x="95" y="21"/>
                    </a:lnTo>
                    <a:lnTo>
                      <a:pt x="95" y="21"/>
                    </a:lnTo>
                    <a:lnTo>
                      <a:pt x="95" y="21"/>
                    </a:lnTo>
                    <a:lnTo>
                      <a:pt x="95" y="21"/>
                    </a:lnTo>
                    <a:lnTo>
                      <a:pt x="95" y="23"/>
                    </a:lnTo>
                    <a:lnTo>
                      <a:pt x="95" y="23"/>
                    </a:lnTo>
                    <a:lnTo>
                      <a:pt x="95" y="23"/>
                    </a:lnTo>
                    <a:lnTo>
                      <a:pt x="95" y="26"/>
                    </a:lnTo>
                    <a:lnTo>
                      <a:pt x="95" y="26"/>
                    </a:lnTo>
                    <a:lnTo>
                      <a:pt x="95" y="26"/>
                    </a:lnTo>
                    <a:lnTo>
                      <a:pt x="95" y="26"/>
                    </a:lnTo>
                    <a:lnTo>
                      <a:pt x="95" y="28"/>
                    </a:lnTo>
                    <a:lnTo>
                      <a:pt x="97" y="28"/>
                    </a:lnTo>
                    <a:lnTo>
                      <a:pt x="97" y="28"/>
                    </a:lnTo>
                    <a:lnTo>
                      <a:pt x="95" y="28"/>
                    </a:lnTo>
                    <a:lnTo>
                      <a:pt x="95" y="31"/>
                    </a:lnTo>
                    <a:lnTo>
                      <a:pt x="95" y="31"/>
                    </a:lnTo>
                    <a:lnTo>
                      <a:pt x="97" y="31"/>
                    </a:lnTo>
                    <a:lnTo>
                      <a:pt x="97" y="33"/>
                    </a:lnTo>
                    <a:lnTo>
                      <a:pt x="97" y="33"/>
                    </a:lnTo>
                    <a:lnTo>
                      <a:pt x="97" y="33"/>
                    </a:lnTo>
                    <a:lnTo>
                      <a:pt x="97" y="35"/>
                    </a:lnTo>
                    <a:lnTo>
                      <a:pt x="97" y="35"/>
                    </a:lnTo>
                    <a:lnTo>
                      <a:pt x="100" y="35"/>
                    </a:lnTo>
                    <a:lnTo>
                      <a:pt x="100" y="35"/>
                    </a:lnTo>
                    <a:lnTo>
                      <a:pt x="100" y="35"/>
                    </a:lnTo>
                    <a:lnTo>
                      <a:pt x="102" y="35"/>
                    </a:lnTo>
                    <a:lnTo>
                      <a:pt x="102" y="35"/>
                    </a:lnTo>
                    <a:lnTo>
                      <a:pt x="102" y="35"/>
                    </a:lnTo>
                    <a:lnTo>
                      <a:pt x="102" y="38"/>
                    </a:lnTo>
                    <a:lnTo>
                      <a:pt x="102" y="38"/>
                    </a:lnTo>
                    <a:lnTo>
                      <a:pt x="102" y="35"/>
                    </a:lnTo>
                    <a:lnTo>
                      <a:pt x="104" y="35"/>
                    </a:lnTo>
                    <a:lnTo>
                      <a:pt x="104" y="38"/>
                    </a:lnTo>
                    <a:lnTo>
                      <a:pt x="104" y="38"/>
                    </a:lnTo>
                    <a:lnTo>
                      <a:pt x="104" y="40"/>
                    </a:lnTo>
                    <a:lnTo>
                      <a:pt x="104" y="40"/>
                    </a:lnTo>
                    <a:lnTo>
                      <a:pt x="104" y="40"/>
                    </a:lnTo>
                    <a:lnTo>
                      <a:pt x="107" y="40"/>
                    </a:lnTo>
                    <a:lnTo>
                      <a:pt x="107" y="42"/>
                    </a:lnTo>
                    <a:lnTo>
                      <a:pt x="107" y="42"/>
                    </a:lnTo>
                    <a:lnTo>
                      <a:pt x="107" y="42"/>
                    </a:lnTo>
                    <a:lnTo>
                      <a:pt x="107" y="42"/>
                    </a:lnTo>
                    <a:lnTo>
                      <a:pt x="109" y="42"/>
                    </a:lnTo>
                    <a:lnTo>
                      <a:pt x="109" y="42"/>
                    </a:lnTo>
                    <a:lnTo>
                      <a:pt x="109" y="42"/>
                    </a:lnTo>
                    <a:lnTo>
                      <a:pt x="109" y="42"/>
                    </a:lnTo>
                    <a:lnTo>
                      <a:pt x="109" y="42"/>
                    </a:lnTo>
                    <a:lnTo>
                      <a:pt x="109" y="45"/>
                    </a:lnTo>
                    <a:lnTo>
                      <a:pt x="111" y="45"/>
                    </a:lnTo>
                    <a:lnTo>
                      <a:pt x="111" y="45"/>
                    </a:lnTo>
                    <a:lnTo>
                      <a:pt x="111" y="45"/>
                    </a:lnTo>
                    <a:lnTo>
                      <a:pt x="111" y="45"/>
                    </a:lnTo>
                    <a:lnTo>
                      <a:pt x="114" y="45"/>
                    </a:lnTo>
                    <a:lnTo>
                      <a:pt x="114" y="45"/>
                    </a:lnTo>
                    <a:lnTo>
                      <a:pt x="114" y="45"/>
                    </a:lnTo>
                    <a:lnTo>
                      <a:pt x="114" y="45"/>
                    </a:lnTo>
                    <a:lnTo>
                      <a:pt x="116" y="45"/>
                    </a:lnTo>
                    <a:lnTo>
                      <a:pt x="116" y="45"/>
                    </a:lnTo>
                    <a:lnTo>
                      <a:pt x="116" y="45"/>
                    </a:lnTo>
                    <a:lnTo>
                      <a:pt x="118" y="45"/>
                    </a:lnTo>
                    <a:lnTo>
                      <a:pt x="118" y="45"/>
                    </a:lnTo>
                    <a:lnTo>
                      <a:pt x="118" y="45"/>
                    </a:lnTo>
                    <a:lnTo>
                      <a:pt x="121" y="45"/>
                    </a:lnTo>
                    <a:lnTo>
                      <a:pt x="121" y="45"/>
                    </a:lnTo>
                    <a:lnTo>
                      <a:pt x="121" y="45"/>
                    </a:lnTo>
                    <a:lnTo>
                      <a:pt x="121" y="45"/>
                    </a:lnTo>
                    <a:lnTo>
                      <a:pt x="123" y="45"/>
                    </a:lnTo>
                    <a:lnTo>
                      <a:pt x="123" y="45"/>
                    </a:lnTo>
                    <a:lnTo>
                      <a:pt x="123" y="45"/>
                    </a:lnTo>
                    <a:lnTo>
                      <a:pt x="123" y="47"/>
                    </a:lnTo>
                    <a:lnTo>
                      <a:pt x="123" y="47"/>
                    </a:lnTo>
                    <a:lnTo>
                      <a:pt x="126" y="47"/>
                    </a:lnTo>
                    <a:lnTo>
                      <a:pt x="126" y="47"/>
                    </a:lnTo>
                    <a:lnTo>
                      <a:pt x="126" y="47"/>
                    </a:lnTo>
                    <a:lnTo>
                      <a:pt x="126" y="49"/>
                    </a:lnTo>
                    <a:lnTo>
                      <a:pt x="126" y="49"/>
                    </a:lnTo>
                    <a:lnTo>
                      <a:pt x="123" y="49"/>
                    </a:lnTo>
                    <a:lnTo>
                      <a:pt x="123" y="49"/>
                    </a:lnTo>
                    <a:lnTo>
                      <a:pt x="126" y="49"/>
                    </a:lnTo>
                    <a:lnTo>
                      <a:pt x="126" y="52"/>
                    </a:lnTo>
                    <a:lnTo>
                      <a:pt x="123" y="52"/>
                    </a:lnTo>
                    <a:lnTo>
                      <a:pt x="123" y="52"/>
                    </a:lnTo>
                    <a:lnTo>
                      <a:pt x="123" y="52"/>
                    </a:lnTo>
                    <a:lnTo>
                      <a:pt x="123" y="52"/>
                    </a:lnTo>
                    <a:lnTo>
                      <a:pt x="121" y="52"/>
                    </a:lnTo>
                    <a:lnTo>
                      <a:pt x="121" y="52"/>
                    </a:lnTo>
                    <a:lnTo>
                      <a:pt x="121" y="54"/>
                    </a:lnTo>
                    <a:lnTo>
                      <a:pt x="121" y="54"/>
                    </a:lnTo>
                    <a:lnTo>
                      <a:pt x="121" y="54"/>
                    </a:lnTo>
                    <a:lnTo>
                      <a:pt x="118" y="54"/>
                    </a:lnTo>
                    <a:lnTo>
                      <a:pt x="118" y="54"/>
                    </a:lnTo>
                    <a:lnTo>
                      <a:pt x="118" y="54"/>
                    </a:lnTo>
                    <a:lnTo>
                      <a:pt x="118" y="54"/>
                    </a:lnTo>
                    <a:lnTo>
                      <a:pt x="116" y="54"/>
                    </a:lnTo>
                    <a:lnTo>
                      <a:pt x="116" y="54"/>
                    </a:lnTo>
                    <a:lnTo>
                      <a:pt x="116" y="54"/>
                    </a:lnTo>
                    <a:lnTo>
                      <a:pt x="116" y="57"/>
                    </a:lnTo>
                    <a:lnTo>
                      <a:pt x="116" y="57"/>
                    </a:lnTo>
                    <a:lnTo>
                      <a:pt x="116" y="57"/>
                    </a:lnTo>
                    <a:lnTo>
                      <a:pt x="116" y="57"/>
                    </a:lnTo>
                    <a:lnTo>
                      <a:pt x="116" y="57"/>
                    </a:lnTo>
                    <a:lnTo>
                      <a:pt x="116" y="59"/>
                    </a:lnTo>
                    <a:lnTo>
                      <a:pt x="116" y="59"/>
                    </a:lnTo>
                    <a:lnTo>
                      <a:pt x="116" y="59"/>
                    </a:lnTo>
                    <a:lnTo>
                      <a:pt x="116" y="61"/>
                    </a:lnTo>
                    <a:lnTo>
                      <a:pt x="116" y="61"/>
                    </a:lnTo>
                    <a:lnTo>
                      <a:pt x="116" y="61"/>
                    </a:lnTo>
                    <a:lnTo>
                      <a:pt x="116" y="64"/>
                    </a:lnTo>
                    <a:lnTo>
                      <a:pt x="114" y="64"/>
                    </a:lnTo>
                    <a:lnTo>
                      <a:pt x="114" y="64"/>
                    </a:lnTo>
                    <a:lnTo>
                      <a:pt x="114" y="64"/>
                    </a:lnTo>
                    <a:lnTo>
                      <a:pt x="114" y="64"/>
                    </a:lnTo>
                    <a:lnTo>
                      <a:pt x="114" y="66"/>
                    </a:lnTo>
                    <a:lnTo>
                      <a:pt x="114" y="66"/>
                    </a:lnTo>
                    <a:lnTo>
                      <a:pt x="114" y="68"/>
                    </a:lnTo>
                    <a:lnTo>
                      <a:pt x="114" y="68"/>
                    </a:lnTo>
                    <a:lnTo>
                      <a:pt x="111" y="68"/>
                    </a:lnTo>
                    <a:lnTo>
                      <a:pt x="111" y="68"/>
                    </a:lnTo>
                    <a:lnTo>
                      <a:pt x="109" y="68"/>
                    </a:lnTo>
                    <a:lnTo>
                      <a:pt x="109" y="66"/>
                    </a:lnTo>
                    <a:lnTo>
                      <a:pt x="109" y="66"/>
                    </a:lnTo>
                    <a:lnTo>
                      <a:pt x="109" y="66"/>
                    </a:lnTo>
                    <a:lnTo>
                      <a:pt x="109" y="66"/>
                    </a:lnTo>
                    <a:lnTo>
                      <a:pt x="107" y="66"/>
                    </a:lnTo>
                    <a:lnTo>
                      <a:pt x="107" y="66"/>
                    </a:lnTo>
                    <a:lnTo>
                      <a:pt x="107" y="68"/>
                    </a:lnTo>
                    <a:lnTo>
                      <a:pt x="107" y="68"/>
                    </a:lnTo>
                    <a:lnTo>
                      <a:pt x="107" y="68"/>
                    </a:lnTo>
                    <a:lnTo>
                      <a:pt x="104" y="68"/>
                    </a:lnTo>
                    <a:lnTo>
                      <a:pt x="104" y="68"/>
                    </a:lnTo>
                    <a:lnTo>
                      <a:pt x="104" y="68"/>
                    </a:lnTo>
                    <a:lnTo>
                      <a:pt x="102" y="68"/>
                    </a:lnTo>
                    <a:lnTo>
                      <a:pt x="102" y="68"/>
                    </a:lnTo>
                    <a:lnTo>
                      <a:pt x="102" y="68"/>
                    </a:lnTo>
                    <a:lnTo>
                      <a:pt x="102" y="66"/>
                    </a:lnTo>
                    <a:lnTo>
                      <a:pt x="102" y="66"/>
                    </a:lnTo>
                    <a:lnTo>
                      <a:pt x="100" y="66"/>
                    </a:lnTo>
                    <a:lnTo>
                      <a:pt x="100" y="66"/>
                    </a:lnTo>
                    <a:lnTo>
                      <a:pt x="100" y="68"/>
                    </a:lnTo>
                    <a:lnTo>
                      <a:pt x="100" y="68"/>
                    </a:lnTo>
                    <a:lnTo>
                      <a:pt x="100" y="68"/>
                    </a:lnTo>
                    <a:lnTo>
                      <a:pt x="97" y="68"/>
                    </a:lnTo>
                    <a:lnTo>
                      <a:pt x="97" y="68"/>
                    </a:lnTo>
                    <a:lnTo>
                      <a:pt x="97" y="71"/>
                    </a:lnTo>
                    <a:lnTo>
                      <a:pt x="95" y="71"/>
                    </a:lnTo>
                    <a:lnTo>
                      <a:pt x="95" y="71"/>
                    </a:lnTo>
                    <a:lnTo>
                      <a:pt x="95" y="71"/>
                    </a:lnTo>
                    <a:lnTo>
                      <a:pt x="95" y="73"/>
                    </a:lnTo>
                    <a:lnTo>
                      <a:pt x="95" y="73"/>
                    </a:lnTo>
                    <a:lnTo>
                      <a:pt x="95" y="73"/>
                    </a:lnTo>
                    <a:lnTo>
                      <a:pt x="95" y="73"/>
                    </a:lnTo>
                    <a:lnTo>
                      <a:pt x="95" y="73"/>
                    </a:lnTo>
                    <a:lnTo>
                      <a:pt x="95" y="76"/>
                    </a:lnTo>
                    <a:lnTo>
                      <a:pt x="95" y="76"/>
                    </a:lnTo>
                    <a:lnTo>
                      <a:pt x="95" y="76"/>
                    </a:lnTo>
                    <a:lnTo>
                      <a:pt x="95" y="78"/>
                    </a:lnTo>
                    <a:lnTo>
                      <a:pt x="95" y="78"/>
                    </a:lnTo>
                    <a:lnTo>
                      <a:pt x="95" y="78"/>
                    </a:lnTo>
                    <a:lnTo>
                      <a:pt x="95" y="80"/>
                    </a:lnTo>
                    <a:lnTo>
                      <a:pt x="95" y="80"/>
                    </a:lnTo>
                    <a:lnTo>
                      <a:pt x="95" y="80"/>
                    </a:lnTo>
                    <a:lnTo>
                      <a:pt x="92" y="80"/>
                    </a:lnTo>
                    <a:lnTo>
                      <a:pt x="92" y="80"/>
                    </a:lnTo>
                    <a:lnTo>
                      <a:pt x="90" y="80"/>
                    </a:lnTo>
                    <a:lnTo>
                      <a:pt x="90" y="83"/>
                    </a:lnTo>
                    <a:lnTo>
                      <a:pt x="90" y="83"/>
                    </a:lnTo>
                    <a:lnTo>
                      <a:pt x="90" y="83"/>
                    </a:lnTo>
                    <a:lnTo>
                      <a:pt x="90" y="83"/>
                    </a:lnTo>
                    <a:lnTo>
                      <a:pt x="88" y="83"/>
                    </a:lnTo>
                    <a:lnTo>
                      <a:pt x="88" y="83"/>
                    </a:lnTo>
                    <a:lnTo>
                      <a:pt x="88" y="83"/>
                    </a:lnTo>
                    <a:lnTo>
                      <a:pt x="88" y="85"/>
                    </a:lnTo>
                    <a:lnTo>
                      <a:pt x="88" y="85"/>
                    </a:lnTo>
                    <a:lnTo>
                      <a:pt x="88" y="85"/>
                    </a:lnTo>
                    <a:lnTo>
                      <a:pt x="85" y="85"/>
                    </a:lnTo>
                    <a:lnTo>
                      <a:pt x="85" y="87"/>
                    </a:lnTo>
                    <a:lnTo>
                      <a:pt x="85" y="87"/>
                    </a:lnTo>
                    <a:lnTo>
                      <a:pt x="85" y="87"/>
                    </a:lnTo>
                    <a:lnTo>
                      <a:pt x="85" y="90"/>
                    </a:lnTo>
                    <a:lnTo>
                      <a:pt x="83" y="90"/>
                    </a:lnTo>
                    <a:lnTo>
                      <a:pt x="83" y="90"/>
                    </a:lnTo>
                    <a:lnTo>
                      <a:pt x="83" y="90"/>
                    </a:lnTo>
                    <a:lnTo>
                      <a:pt x="83" y="87"/>
                    </a:lnTo>
                    <a:lnTo>
                      <a:pt x="83" y="87"/>
                    </a:lnTo>
                    <a:lnTo>
                      <a:pt x="81" y="87"/>
                    </a:lnTo>
                    <a:lnTo>
                      <a:pt x="81" y="87"/>
                    </a:lnTo>
                    <a:lnTo>
                      <a:pt x="81" y="90"/>
                    </a:lnTo>
                    <a:lnTo>
                      <a:pt x="81" y="90"/>
                    </a:lnTo>
                    <a:lnTo>
                      <a:pt x="81" y="90"/>
                    </a:lnTo>
                    <a:lnTo>
                      <a:pt x="81" y="92"/>
                    </a:lnTo>
                    <a:lnTo>
                      <a:pt x="81" y="92"/>
                    </a:lnTo>
                    <a:lnTo>
                      <a:pt x="81" y="92"/>
                    </a:lnTo>
                    <a:lnTo>
                      <a:pt x="81" y="94"/>
                    </a:lnTo>
                    <a:lnTo>
                      <a:pt x="78" y="94"/>
                    </a:lnTo>
                    <a:lnTo>
                      <a:pt x="78" y="94"/>
                    </a:lnTo>
                    <a:lnTo>
                      <a:pt x="78" y="94"/>
                    </a:lnTo>
                    <a:lnTo>
                      <a:pt x="78" y="94"/>
                    </a:lnTo>
                    <a:lnTo>
                      <a:pt x="78" y="97"/>
                    </a:lnTo>
                    <a:lnTo>
                      <a:pt x="78" y="97"/>
                    </a:lnTo>
                    <a:lnTo>
                      <a:pt x="78" y="99"/>
                    </a:lnTo>
                    <a:lnTo>
                      <a:pt x="78" y="99"/>
                    </a:lnTo>
                    <a:lnTo>
                      <a:pt x="78" y="102"/>
                    </a:lnTo>
                    <a:lnTo>
                      <a:pt x="78" y="102"/>
                    </a:lnTo>
                    <a:lnTo>
                      <a:pt x="78" y="104"/>
                    </a:lnTo>
                    <a:lnTo>
                      <a:pt x="78" y="104"/>
                    </a:lnTo>
                    <a:lnTo>
                      <a:pt x="78" y="104"/>
                    </a:lnTo>
                    <a:lnTo>
                      <a:pt x="76" y="104"/>
                    </a:lnTo>
                    <a:lnTo>
                      <a:pt x="76" y="106"/>
                    </a:lnTo>
                    <a:lnTo>
                      <a:pt x="76" y="106"/>
                    </a:lnTo>
                    <a:lnTo>
                      <a:pt x="76" y="106"/>
                    </a:lnTo>
                    <a:lnTo>
                      <a:pt x="76" y="109"/>
                    </a:lnTo>
                    <a:lnTo>
                      <a:pt x="76" y="109"/>
                    </a:lnTo>
                    <a:lnTo>
                      <a:pt x="76" y="109"/>
                    </a:lnTo>
                    <a:lnTo>
                      <a:pt x="76" y="111"/>
                    </a:lnTo>
                    <a:lnTo>
                      <a:pt x="73" y="111"/>
                    </a:lnTo>
                    <a:lnTo>
                      <a:pt x="73" y="111"/>
                    </a:lnTo>
                    <a:lnTo>
                      <a:pt x="73" y="111"/>
                    </a:lnTo>
                    <a:lnTo>
                      <a:pt x="73" y="113"/>
                    </a:lnTo>
                    <a:lnTo>
                      <a:pt x="73" y="113"/>
                    </a:lnTo>
                    <a:lnTo>
                      <a:pt x="73" y="113"/>
                    </a:lnTo>
                    <a:lnTo>
                      <a:pt x="76" y="113"/>
                    </a:lnTo>
                    <a:lnTo>
                      <a:pt x="76" y="113"/>
                    </a:lnTo>
                    <a:lnTo>
                      <a:pt x="76" y="113"/>
                    </a:lnTo>
                    <a:lnTo>
                      <a:pt x="76" y="116"/>
                    </a:lnTo>
                    <a:lnTo>
                      <a:pt x="76" y="116"/>
                    </a:lnTo>
                    <a:lnTo>
                      <a:pt x="76" y="116"/>
                    </a:lnTo>
                    <a:lnTo>
                      <a:pt x="76" y="118"/>
                    </a:lnTo>
                    <a:lnTo>
                      <a:pt x="76" y="118"/>
                    </a:lnTo>
                    <a:lnTo>
                      <a:pt x="78" y="118"/>
                    </a:lnTo>
                    <a:lnTo>
                      <a:pt x="78" y="121"/>
                    </a:lnTo>
                    <a:lnTo>
                      <a:pt x="78" y="121"/>
                    </a:lnTo>
                    <a:lnTo>
                      <a:pt x="78" y="121"/>
                    </a:lnTo>
                    <a:lnTo>
                      <a:pt x="78" y="123"/>
                    </a:lnTo>
                    <a:lnTo>
                      <a:pt x="78" y="123"/>
                    </a:lnTo>
                    <a:lnTo>
                      <a:pt x="81" y="123"/>
                    </a:lnTo>
                    <a:lnTo>
                      <a:pt x="81" y="123"/>
                    </a:lnTo>
                    <a:lnTo>
                      <a:pt x="81" y="123"/>
                    </a:lnTo>
                    <a:lnTo>
                      <a:pt x="81" y="125"/>
                    </a:lnTo>
                    <a:lnTo>
                      <a:pt x="81" y="125"/>
                    </a:lnTo>
                    <a:lnTo>
                      <a:pt x="81" y="125"/>
                    </a:lnTo>
                    <a:lnTo>
                      <a:pt x="83" y="125"/>
                    </a:lnTo>
                    <a:lnTo>
                      <a:pt x="83" y="128"/>
                    </a:lnTo>
                    <a:lnTo>
                      <a:pt x="83" y="128"/>
                    </a:lnTo>
                    <a:lnTo>
                      <a:pt x="83" y="128"/>
                    </a:lnTo>
                    <a:lnTo>
                      <a:pt x="83" y="130"/>
                    </a:lnTo>
                    <a:lnTo>
                      <a:pt x="83" y="130"/>
                    </a:lnTo>
                    <a:lnTo>
                      <a:pt x="85" y="130"/>
                    </a:lnTo>
                    <a:lnTo>
                      <a:pt x="85" y="130"/>
                    </a:lnTo>
                    <a:lnTo>
                      <a:pt x="85" y="130"/>
                    </a:lnTo>
                    <a:lnTo>
                      <a:pt x="88" y="130"/>
                    </a:lnTo>
                    <a:lnTo>
                      <a:pt x="88" y="130"/>
                    </a:lnTo>
                    <a:lnTo>
                      <a:pt x="88" y="132"/>
                    </a:lnTo>
                    <a:lnTo>
                      <a:pt x="88" y="132"/>
                    </a:lnTo>
                    <a:lnTo>
                      <a:pt x="88" y="132"/>
                    </a:lnTo>
                    <a:lnTo>
                      <a:pt x="90" y="132"/>
                    </a:lnTo>
                    <a:lnTo>
                      <a:pt x="90" y="132"/>
                    </a:lnTo>
                    <a:lnTo>
                      <a:pt x="90" y="132"/>
                    </a:lnTo>
                    <a:lnTo>
                      <a:pt x="90" y="132"/>
                    </a:lnTo>
                    <a:lnTo>
                      <a:pt x="90" y="132"/>
                    </a:lnTo>
                    <a:lnTo>
                      <a:pt x="90" y="132"/>
                    </a:lnTo>
                    <a:lnTo>
                      <a:pt x="90" y="135"/>
                    </a:lnTo>
                    <a:lnTo>
                      <a:pt x="90" y="135"/>
                    </a:lnTo>
                    <a:lnTo>
                      <a:pt x="92" y="135"/>
                    </a:lnTo>
                    <a:lnTo>
                      <a:pt x="92" y="137"/>
                    </a:lnTo>
                    <a:lnTo>
                      <a:pt x="92" y="137"/>
                    </a:lnTo>
                    <a:lnTo>
                      <a:pt x="92" y="137"/>
                    </a:lnTo>
                    <a:lnTo>
                      <a:pt x="92" y="137"/>
                    </a:lnTo>
                    <a:lnTo>
                      <a:pt x="92" y="140"/>
                    </a:lnTo>
                    <a:lnTo>
                      <a:pt x="92" y="140"/>
                    </a:lnTo>
                    <a:lnTo>
                      <a:pt x="90" y="140"/>
                    </a:lnTo>
                    <a:lnTo>
                      <a:pt x="90" y="142"/>
                    </a:lnTo>
                    <a:lnTo>
                      <a:pt x="90" y="142"/>
                    </a:lnTo>
                    <a:lnTo>
                      <a:pt x="92" y="142"/>
                    </a:lnTo>
                    <a:lnTo>
                      <a:pt x="92" y="142"/>
                    </a:lnTo>
                    <a:lnTo>
                      <a:pt x="92" y="144"/>
                    </a:lnTo>
                    <a:lnTo>
                      <a:pt x="92" y="144"/>
                    </a:lnTo>
                    <a:lnTo>
                      <a:pt x="92" y="144"/>
                    </a:lnTo>
                    <a:lnTo>
                      <a:pt x="92" y="147"/>
                    </a:lnTo>
                    <a:lnTo>
                      <a:pt x="95" y="147"/>
                    </a:lnTo>
                    <a:lnTo>
                      <a:pt x="95" y="147"/>
                    </a:lnTo>
                    <a:lnTo>
                      <a:pt x="95" y="147"/>
                    </a:lnTo>
                    <a:lnTo>
                      <a:pt x="95" y="149"/>
                    </a:lnTo>
                    <a:lnTo>
                      <a:pt x="95" y="149"/>
                    </a:lnTo>
                    <a:lnTo>
                      <a:pt x="95" y="149"/>
                    </a:lnTo>
                    <a:lnTo>
                      <a:pt x="95" y="151"/>
                    </a:lnTo>
                    <a:lnTo>
                      <a:pt x="97" y="151"/>
                    </a:lnTo>
                    <a:lnTo>
                      <a:pt x="97" y="151"/>
                    </a:lnTo>
                    <a:lnTo>
                      <a:pt x="97" y="151"/>
                    </a:lnTo>
                    <a:lnTo>
                      <a:pt x="97" y="151"/>
                    </a:lnTo>
                    <a:lnTo>
                      <a:pt x="100" y="151"/>
                    </a:lnTo>
                    <a:lnTo>
                      <a:pt x="100" y="154"/>
                    </a:lnTo>
                    <a:lnTo>
                      <a:pt x="100" y="154"/>
                    </a:lnTo>
                    <a:lnTo>
                      <a:pt x="100" y="154"/>
                    </a:lnTo>
                    <a:lnTo>
                      <a:pt x="100" y="154"/>
                    </a:lnTo>
                    <a:lnTo>
                      <a:pt x="102" y="154"/>
                    </a:lnTo>
                    <a:lnTo>
                      <a:pt x="102" y="156"/>
                    </a:lnTo>
                    <a:lnTo>
                      <a:pt x="102" y="156"/>
                    </a:lnTo>
                    <a:lnTo>
                      <a:pt x="102" y="156"/>
                    </a:lnTo>
                    <a:lnTo>
                      <a:pt x="102" y="156"/>
                    </a:lnTo>
                    <a:lnTo>
                      <a:pt x="102" y="158"/>
                    </a:lnTo>
                    <a:lnTo>
                      <a:pt x="104" y="158"/>
                    </a:lnTo>
                    <a:lnTo>
                      <a:pt x="104" y="158"/>
                    </a:lnTo>
                    <a:lnTo>
                      <a:pt x="104" y="158"/>
                    </a:lnTo>
                    <a:lnTo>
                      <a:pt x="107" y="158"/>
                    </a:lnTo>
                    <a:lnTo>
                      <a:pt x="107" y="161"/>
                    </a:lnTo>
                    <a:lnTo>
                      <a:pt x="107" y="161"/>
                    </a:lnTo>
                    <a:lnTo>
                      <a:pt x="107" y="163"/>
                    </a:lnTo>
                    <a:lnTo>
                      <a:pt x="107" y="163"/>
                    </a:lnTo>
                    <a:lnTo>
                      <a:pt x="107" y="163"/>
                    </a:lnTo>
                    <a:lnTo>
                      <a:pt x="107" y="163"/>
                    </a:lnTo>
                    <a:lnTo>
                      <a:pt x="107" y="163"/>
                    </a:lnTo>
                    <a:lnTo>
                      <a:pt x="109" y="163"/>
                    </a:lnTo>
                    <a:lnTo>
                      <a:pt x="109" y="166"/>
                    </a:lnTo>
                    <a:lnTo>
                      <a:pt x="109" y="166"/>
                    </a:lnTo>
                    <a:lnTo>
                      <a:pt x="109" y="166"/>
                    </a:lnTo>
                    <a:lnTo>
                      <a:pt x="109" y="166"/>
                    </a:lnTo>
                    <a:lnTo>
                      <a:pt x="109" y="168"/>
                    </a:lnTo>
                    <a:lnTo>
                      <a:pt x="111" y="168"/>
                    </a:lnTo>
                    <a:lnTo>
                      <a:pt x="111" y="168"/>
                    </a:lnTo>
                    <a:lnTo>
                      <a:pt x="111" y="168"/>
                    </a:lnTo>
                    <a:lnTo>
                      <a:pt x="114" y="168"/>
                    </a:lnTo>
                    <a:lnTo>
                      <a:pt x="114" y="170"/>
                    </a:lnTo>
                    <a:lnTo>
                      <a:pt x="114" y="170"/>
                    </a:lnTo>
                    <a:lnTo>
                      <a:pt x="114" y="170"/>
                    </a:lnTo>
                    <a:lnTo>
                      <a:pt x="114" y="170"/>
                    </a:lnTo>
                    <a:lnTo>
                      <a:pt x="116" y="170"/>
                    </a:lnTo>
                    <a:lnTo>
                      <a:pt x="116" y="173"/>
                    </a:lnTo>
                    <a:lnTo>
                      <a:pt x="116" y="173"/>
                    </a:lnTo>
                    <a:lnTo>
                      <a:pt x="116" y="173"/>
                    </a:lnTo>
                    <a:lnTo>
                      <a:pt x="116" y="173"/>
                    </a:lnTo>
                    <a:lnTo>
                      <a:pt x="118" y="173"/>
                    </a:lnTo>
                    <a:lnTo>
                      <a:pt x="118" y="173"/>
                    </a:lnTo>
                    <a:lnTo>
                      <a:pt x="118" y="173"/>
                    </a:lnTo>
                    <a:lnTo>
                      <a:pt x="118" y="175"/>
                    </a:lnTo>
                    <a:lnTo>
                      <a:pt x="121" y="175"/>
                    </a:lnTo>
                    <a:lnTo>
                      <a:pt x="121" y="175"/>
                    </a:lnTo>
                    <a:lnTo>
                      <a:pt x="121" y="175"/>
                    </a:lnTo>
                    <a:lnTo>
                      <a:pt x="121" y="175"/>
                    </a:lnTo>
                    <a:lnTo>
                      <a:pt x="121" y="177"/>
                    </a:lnTo>
                    <a:lnTo>
                      <a:pt x="123" y="177"/>
                    </a:lnTo>
                    <a:lnTo>
                      <a:pt x="123" y="177"/>
                    </a:lnTo>
                    <a:lnTo>
                      <a:pt x="123" y="177"/>
                    </a:lnTo>
                    <a:lnTo>
                      <a:pt x="123" y="177"/>
                    </a:lnTo>
                    <a:lnTo>
                      <a:pt x="126" y="177"/>
                    </a:lnTo>
                    <a:lnTo>
                      <a:pt x="126" y="180"/>
                    </a:lnTo>
                    <a:lnTo>
                      <a:pt x="126" y="180"/>
                    </a:lnTo>
                    <a:lnTo>
                      <a:pt x="126" y="180"/>
                    </a:lnTo>
                    <a:lnTo>
                      <a:pt x="126" y="182"/>
                    </a:lnTo>
                    <a:lnTo>
                      <a:pt x="128" y="182"/>
                    </a:lnTo>
                    <a:lnTo>
                      <a:pt x="128" y="182"/>
                    </a:lnTo>
                    <a:lnTo>
                      <a:pt x="128" y="182"/>
                    </a:lnTo>
                    <a:lnTo>
                      <a:pt x="128" y="182"/>
                    </a:lnTo>
                    <a:lnTo>
                      <a:pt x="128" y="182"/>
                    </a:lnTo>
                    <a:lnTo>
                      <a:pt x="130" y="182"/>
                    </a:lnTo>
                    <a:lnTo>
                      <a:pt x="130" y="182"/>
                    </a:lnTo>
                    <a:lnTo>
                      <a:pt x="130" y="182"/>
                    </a:lnTo>
                    <a:lnTo>
                      <a:pt x="133" y="182"/>
                    </a:lnTo>
                    <a:lnTo>
                      <a:pt x="133" y="185"/>
                    </a:lnTo>
                    <a:lnTo>
                      <a:pt x="133" y="185"/>
                    </a:lnTo>
                    <a:lnTo>
                      <a:pt x="130" y="185"/>
                    </a:lnTo>
                    <a:lnTo>
                      <a:pt x="130" y="185"/>
                    </a:lnTo>
                    <a:lnTo>
                      <a:pt x="130" y="187"/>
                    </a:lnTo>
                    <a:lnTo>
                      <a:pt x="130" y="187"/>
                    </a:lnTo>
                    <a:lnTo>
                      <a:pt x="130" y="187"/>
                    </a:lnTo>
                    <a:lnTo>
                      <a:pt x="130" y="189"/>
                    </a:lnTo>
                    <a:lnTo>
                      <a:pt x="133" y="189"/>
                    </a:lnTo>
                    <a:lnTo>
                      <a:pt x="133" y="189"/>
                    </a:lnTo>
                    <a:lnTo>
                      <a:pt x="133" y="189"/>
                    </a:lnTo>
                    <a:lnTo>
                      <a:pt x="133" y="192"/>
                    </a:lnTo>
                    <a:lnTo>
                      <a:pt x="133" y="192"/>
                    </a:lnTo>
                    <a:lnTo>
                      <a:pt x="135" y="192"/>
                    </a:lnTo>
                    <a:lnTo>
                      <a:pt x="135" y="192"/>
                    </a:lnTo>
                    <a:lnTo>
                      <a:pt x="135" y="194"/>
                    </a:lnTo>
                    <a:lnTo>
                      <a:pt x="135" y="194"/>
                    </a:lnTo>
                    <a:lnTo>
                      <a:pt x="135" y="194"/>
                    </a:lnTo>
                    <a:lnTo>
                      <a:pt x="135" y="196"/>
                    </a:lnTo>
                    <a:lnTo>
                      <a:pt x="135" y="196"/>
                    </a:lnTo>
                    <a:lnTo>
                      <a:pt x="135" y="196"/>
                    </a:lnTo>
                    <a:lnTo>
                      <a:pt x="137" y="196"/>
                    </a:lnTo>
                    <a:lnTo>
                      <a:pt x="137" y="199"/>
                    </a:lnTo>
                    <a:lnTo>
                      <a:pt x="137" y="199"/>
                    </a:lnTo>
                    <a:lnTo>
                      <a:pt x="137" y="199"/>
                    </a:lnTo>
                    <a:lnTo>
                      <a:pt x="140" y="199"/>
                    </a:lnTo>
                    <a:lnTo>
                      <a:pt x="140" y="199"/>
                    </a:lnTo>
                    <a:lnTo>
                      <a:pt x="140" y="201"/>
                    </a:lnTo>
                    <a:lnTo>
                      <a:pt x="140" y="201"/>
                    </a:lnTo>
                    <a:lnTo>
                      <a:pt x="140" y="201"/>
                    </a:lnTo>
                    <a:lnTo>
                      <a:pt x="140" y="201"/>
                    </a:lnTo>
                    <a:lnTo>
                      <a:pt x="142" y="201"/>
                    </a:lnTo>
                    <a:lnTo>
                      <a:pt x="142" y="201"/>
                    </a:lnTo>
                    <a:lnTo>
                      <a:pt x="142" y="201"/>
                    </a:lnTo>
                    <a:lnTo>
                      <a:pt x="142" y="201"/>
                    </a:lnTo>
                    <a:lnTo>
                      <a:pt x="142" y="204"/>
                    </a:lnTo>
                    <a:lnTo>
                      <a:pt x="142" y="204"/>
                    </a:lnTo>
                    <a:lnTo>
                      <a:pt x="142" y="204"/>
                    </a:lnTo>
                    <a:lnTo>
                      <a:pt x="144" y="204"/>
                    </a:lnTo>
                    <a:lnTo>
                      <a:pt x="144" y="206"/>
                    </a:lnTo>
                    <a:lnTo>
                      <a:pt x="144" y="206"/>
                    </a:lnTo>
                    <a:lnTo>
                      <a:pt x="144" y="206"/>
                    </a:lnTo>
                    <a:lnTo>
                      <a:pt x="144" y="208"/>
                    </a:lnTo>
                    <a:lnTo>
                      <a:pt x="144" y="208"/>
                    </a:lnTo>
                    <a:lnTo>
                      <a:pt x="144" y="208"/>
                    </a:lnTo>
                    <a:lnTo>
                      <a:pt x="144" y="211"/>
                    </a:lnTo>
                    <a:lnTo>
                      <a:pt x="144" y="211"/>
                    </a:lnTo>
                    <a:lnTo>
                      <a:pt x="144" y="213"/>
                    </a:lnTo>
                    <a:lnTo>
                      <a:pt x="144" y="213"/>
                    </a:lnTo>
                    <a:lnTo>
                      <a:pt x="144" y="213"/>
                    </a:lnTo>
                    <a:lnTo>
                      <a:pt x="144" y="213"/>
                    </a:lnTo>
                    <a:lnTo>
                      <a:pt x="144" y="215"/>
                    </a:lnTo>
                    <a:lnTo>
                      <a:pt x="147" y="215"/>
                    </a:lnTo>
                    <a:lnTo>
                      <a:pt x="147" y="215"/>
                    </a:lnTo>
                    <a:lnTo>
                      <a:pt x="147" y="218"/>
                    </a:lnTo>
                    <a:lnTo>
                      <a:pt x="147" y="218"/>
                    </a:lnTo>
                    <a:lnTo>
                      <a:pt x="147" y="218"/>
                    </a:lnTo>
                    <a:lnTo>
                      <a:pt x="147" y="218"/>
                    </a:lnTo>
                    <a:lnTo>
                      <a:pt x="147" y="220"/>
                    </a:lnTo>
                    <a:lnTo>
                      <a:pt x="147" y="220"/>
                    </a:lnTo>
                    <a:lnTo>
                      <a:pt x="149" y="220"/>
                    </a:lnTo>
                    <a:lnTo>
                      <a:pt x="149" y="222"/>
                    </a:lnTo>
                    <a:lnTo>
                      <a:pt x="147" y="222"/>
                    </a:lnTo>
                    <a:lnTo>
                      <a:pt x="147" y="222"/>
                    </a:lnTo>
                    <a:lnTo>
                      <a:pt x="147" y="222"/>
                    </a:lnTo>
                    <a:lnTo>
                      <a:pt x="147" y="225"/>
                    </a:lnTo>
                    <a:lnTo>
                      <a:pt x="149" y="225"/>
                    </a:lnTo>
                    <a:lnTo>
                      <a:pt x="149" y="225"/>
                    </a:lnTo>
                    <a:lnTo>
                      <a:pt x="149" y="227"/>
                    </a:lnTo>
                    <a:lnTo>
                      <a:pt x="149" y="227"/>
                    </a:lnTo>
                    <a:lnTo>
                      <a:pt x="149" y="227"/>
                    </a:lnTo>
                    <a:lnTo>
                      <a:pt x="149" y="230"/>
                    </a:lnTo>
                    <a:lnTo>
                      <a:pt x="149" y="230"/>
                    </a:lnTo>
                    <a:lnTo>
                      <a:pt x="149" y="230"/>
                    </a:lnTo>
                    <a:lnTo>
                      <a:pt x="149" y="232"/>
                    </a:lnTo>
                    <a:lnTo>
                      <a:pt x="149" y="232"/>
                    </a:lnTo>
                    <a:lnTo>
                      <a:pt x="149" y="232"/>
                    </a:lnTo>
                    <a:lnTo>
                      <a:pt x="149" y="234"/>
                    </a:lnTo>
                    <a:lnTo>
                      <a:pt x="152" y="234"/>
                    </a:lnTo>
                    <a:lnTo>
                      <a:pt x="152" y="234"/>
                    </a:lnTo>
                    <a:lnTo>
                      <a:pt x="152" y="237"/>
                    </a:lnTo>
                    <a:lnTo>
                      <a:pt x="152" y="237"/>
                    </a:lnTo>
                    <a:lnTo>
                      <a:pt x="152" y="237"/>
                    </a:lnTo>
                    <a:lnTo>
                      <a:pt x="152" y="239"/>
                    </a:lnTo>
                    <a:lnTo>
                      <a:pt x="152" y="239"/>
                    </a:lnTo>
                    <a:lnTo>
                      <a:pt x="152" y="241"/>
                    </a:lnTo>
                    <a:lnTo>
                      <a:pt x="154" y="241"/>
                    </a:lnTo>
                    <a:lnTo>
                      <a:pt x="154" y="241"/>
                    </a:lnTo>
                    <a:lnTo>
                      <a:pt x="154" y="241"/>
                    </a:lnTo>
                    <a:lnTo>
                      <a:pt x="154" y="244"/>
                    </a:lnTo>
                    <a:lnTo>
                      <a:pt x="154" y="244"/>
                    </a:lnTo>
                    <a:lnTo>
                      <a:pt x="152" y="244"/>
                    </a:lnTo>
                    <a:lnTo>
                      <a:pt x="152" y="244"/>
                    </a:lnTo>
                    <a:lnTo>
                      <a:pt x="152" y="246"/>
                    </a:lnTo>
                    <a:lnTo>
                      <a:pt x="152" y="246"/>
                    </a:lnTo>
                    <a:lnTo>
                      <a:pt x="152" y="249"/>
                    </a:lnTo>
                    <a:lnTo>
                      <a:pt x="152" y="249"/>
                    </a:lnTo>
                    <a:lnTo>
                      <a:pt x="152" y="249"/>
                    </a:lnTo>
                    <a:lnTo>
                      <a:pt x="154" y="24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Rectangle 7"/>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Rectangle 8"/>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9"/>
              <p:cNvSpPr>
                <a:spLocks/>
              </p:cNvSpPr>
              <p:nvPr/>
            </p:nvSpPr>
            <p:spPr bwMode="auto">
              <a:xfrm>
                <a:off x="2083" y="1680"/>
                <a:ext cx="2" cy="2"/>
              </a:xfrm>
              <a:custGeom>
                <a:avLst/>
                <a:gdLst/>
                <a:ahLst/>
                <a:cxnLst>
                  <a:cxn ang="0">
                    <a:pos x="2" y="0"/>
                  </a:cxn>
                  <a:cxn ang="0">
                    <a:pos x="2" y="0"/>
                  </a:cxn>
                  <a:cxn ang="0">
                    <a:pos x="2" y="0"/>
                  </a:cxn>
                  <a:cxn ang="0">
                    <a:pos x="2" y="2"/>
                  </a:cxn>
                  <a:cxn ang="0">
                    <a:pos x="2" y="2"/>
                  </a:cxn>
                  <a:cxn ang="0">
                    <a:pos x="0" y="2"/>
                  </a:cxn>
                  <a:cxn ang="0">
                    <a:pos x="0" y="0"/>
                  </a:cxn>
                  <a:cxn ang="0">
                    <a:pos x="0" y="0"/>
                  </a:cxn>
                  <a:cxn ang="0">
                    <a:pos x="2" y="0"/>
                  </a:cxn>
                </a:cxnLst>
                <a:rect l="0" t="0" r="r" b="b"/>
                <a:pathLst>
                  <a:path w="2" h="2">
                    <a:moveTo>
                      <a:pt x="2" y="0"/>
                    </a:moveTo>
                    <a:lnTo>
                      <a:pt x="2" y="0"/>
                    </a:lnTo>
                    <a:lnTo>
                      <a:pt x="2" y="0"/>
                    </a:lnTo>
                    <a:lnTo>
                      <a:pt x="2" y="2"/>
                    </a:lnTo>
                    <a:lnTo>
                      <a:pt x="2" y="2"/>
                    </a:lnTo>
                    <a:lnTo>
                      <a:pt x="0" y="2"/>
                    </a:lnTo>
                    <a:lnTo>
                      <a:pt x="0" y="0"/>
                    </a:lnTo>
                    <a:lnTo>
                      <a:pt x="0" y="0"/>
                    </a:lnTo>
                    <a:lnTo>
                      <a:pt x="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0"/>
              <p:cNvSpPr>
                <a:spLocks/>
              </p:cNvSpPr>
              <p:nvPr/>
            </p:nvSpPr>
            <p:spPr bwMode="auto">
              <a:xfrm>
                <a:off x="2083" y="1680"/>
                <a:ext cx="2" cy="2"/>
              </a:xfrm>
              <a:custGeom>
                <a:avLst/>
                <a:gdLst/>
                <a:ahLst/>
                <a:cxnLst>
                  <a:cxn ang="0">
                    <a:pos x="2" y="0"/>
                  </a:cxn>
                  <a:cxn ang="0">
                    <a:pos x="2" y="0"/>
                  </a:cxn>
                  <a:cxn ang="0">
                    <a:pos x="2" y="0"/>
                  </a:cxn>
                  <a:cxn ang="0">
                    <a:pos x="2" y="2"/>
                  </a:cxn>
                  <a:cxn ang="0">
                    <a:pos x="2" y="2"/>
                  </a:cxn>
                  <a:cxn ang="0">
                    <a:pos x="0" y="2"/>
                  </a:cxn>
                  <a:cxn ang="0">
                    <a:pos x="0" y="0"/>
                  </a:cxn>
                  <a:cxn ang="0">
                    <a:pos x="0" y="0"/>
                  </a:cxn>
                  <a:cxn ang="0">
                    <a:pos x="2" y="0"/>
                  </a:cxn>
                </a:cxnLst>
                <a:rect l="0" t="0" r="r" b="b"/>
                <a:pathLst>
                  <a:path w="2" h="2">
                    <a:moveTo>
                      <a:pt x="2" y="0"/>
                    </a:moveTo>
                    <a:lnTo>
                      <a:pt x="2" y="0"/>
                    </a:lnTo>
                    <a:lnTo>
                      <a:pt x="2" y="0"/>
                    </a:lnTo>
                    <a:lnTo>
                      <a:pt x="2" y="2"/>
                    </a:lnTo>
                    <a:lnTo>
                      <a:pt x="2" y="2"/>
                    </a:lnTo>
                    <a:lnTo>
                      <a:pt x="0" y="2"/>
                    </a:lnTo>
                    <a:lnTo>
                      <a:pt x="0" y="0"/>
                    </a:lnTo>
                    <a:lnTo>
                      <a:pt x="0" y="0"/>
                    </a:lnTo>
                    <a:lnTo>
                      <a:pt x="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1"/>
              <p:cNvSpPr>
                <a:spLocks/>
              </p:cNvSpPr>
              <p:nvPr/>
            </p:nvSpPr>
            <p:spPr bwMode="auto">
              <a:xfrm>
                <a:off x="2033" y="1597"/>
                <a:ext cx="367" cy="213"/>
              </a:xfrm>
              <a:custGeom>
                <a:avLst/>
                <a:gdLst/>
                <a:ahLst/>
                <a:cxnLst>
                  <a:cxn ang="0">
                    <a:pos x="339" y="135"/>
                  </a:cxn>
                  <a:cxn ang="0">
                    <a:pos x="320" y="135"/>
                  </a:cxn>
                  <a:cxn ang="0">
                    <a:pos x="313" y="128"/>
                  </a:cxn>
                  <a:cxn ang="0">
                    <a:pos x="308" y="118"/>
                  </a:cxn>
                  <a:cxn ang="0">
                    <a:pos x="289" y="123"/>
                  </a:cxn>
                  <a:cxn ang="0">
                    <a:pos x="284" y="137"/>
                  </a:cxn>
                  <a:cxn ang="0">
                    <a:pos x="277" y="137"/>
                  </a:cxn>
                  <a:cxn ang="0">
                    <a:pos x="273" y="144"/>
                  </a:cxn>
                  <a:cxn ang="0">
                    <a:pos x="254" y="151"/>
                  </a:cxn>
                  <a:cxn ang="0">
                    <a:pos x="244" y="163"/>
                  </a:cxn>
                  <a:cxn ang="0">
                    <a:pos x="261" y="170"/>
                  </a:cxn>
                  <a:cxn ang="0">
                    <a:pos x="265" y="187"/>
                  </a:cxn>
                  <a:cxn ang="0">
                    <a:pos x="254" y="206"/>
                  </a:cxn>
                  <a:cxn ang="0">
                    <a:pos x="237" y="208"/>
                  </a:cxn>
                  <a:cxn ang="0">
                    <a:pos x="225" y="199"/>
                  </a:cxn>
                  <a:cxn ang="0">
                    <a:pos x="213" y="187"/>
                  </a:cxn>
                  <a:cxn ang="0">
                    <a:pos x="194" y="177"/>
                  </a:cxn>
                  <a:cxn ang="0">
                    <a:pos x="176" y="168"/>
                  </a:cxn>
                  <a:cxn ang="0">
                    <a:pos x="159" y="156"/>
                  </a:cxn>
                  <a:cxn ang="0">
                    <a:pos x="140" y="144"/>
                  </a:cxn>
                  <a:cxn ang="0">
                    <a:pos x="131" y="125"/>
                  </a:cxn>
                  <a:cxn ang="0">
                    <a:pos x="116" y="109"/>
                  </a:cxn>
                  <a:cxn ang="0">
                    <a:pos x="95" y="111"/>
                  </a:cxn>
                  <a:cxn ang="0">
                    <a:pos x="90" y="97"/>
                  </a:cxn>
                  <a:cxn ang="0">
                    <a:pos x="83" y="85"/>
                  </a:cxn>
                  <a:cxn ang="0">
                    <a:pos x="62" y="78"/>
                  </a:cxn>
                  <a:cxn ang="0">
                    <a:pos x="48" y="76"/>
                  </a:cxn>
                  <a:cxn ang="0">
                    <a:pos x="36" y="87"/>
                  </a:cxn>
                  <a:cxn ang="0">
                    <a:pos x="22" y="99"/>
                  </a:cxn>
                  <a:cxn ang="0">
                    <a:pos x="7" y="109"/>
                  </a:cxn>
                  <a:cxn ang="0">
                    <a:pos x="0" y="87"/>
                  </a:cxn>
                  <a:cxn ang="0">
                    <a:pos x="0" y="54"/>
                  </a:cxn>
                  <a:cxn ang="0">
                    <a:pos x="0" y="21"/>
                  </a:cxn>
                  <a:cxn ang="0">
                    <a:pos x="17" y="9"/>
                  </a:cxn>
                  <a:cxn ang="0">
                    <a:pos x="41" y="4"/>
                  </a:cxn>
                  <a:cxn ang="0">
                    <a:pos x="52" y="7"/>
                  </a:cxn>
                  <a:cxn ang="0">
                    <a:pos x="48" y="28"/>
                  </a:cxn>
                  <a:cxn ang="0">
                    <a:pos x="57" y="45"/>
                  </a:cxn>
                  <a:cxn ang="0">
                    <a:pos x="74" y="42"/>
                  </a:cxn>
                  <a:cxn ang="0">
                    <a:pos x="78" y="54"/>
                  </a:cxn>
                  <a:cxn ang="0">
                    <a:pos x="93" y="40"/>
                  </a:cxn>
                  <a:cxn ang="0">
                    <a:pos x="109" y="35"/>
                  </a:cxn>
                  <a:cxn ang="0">
                    <a:pos x="123" y="49"/>
                  </a:cxn>
                  <a:cxn ang="0">
                    <a:pos x="147" y="49"/>
                  </a:cxn>
                  <a:cxn ang="0">
                    <a:pos x="173" y="49"/>
                  </a:cxn>
                  <a:cxn ang="0">
                    <a:pos x="194" y="45"/>
                  </a:cxn>
                  <a:cxn ang="0">
                    <a:pos x="209" y="64"/>
                  </a:cxn>
                  <a:cxn ang="0">
                    <a:pos x="216" y="80"/>
                  </a:cxn>
                  <a:cxn ang="0">
                    <a:pos x="225" y="97"/>
                  </a:cxn>
                  <a:cxn ang="0">
                    <a:pos x="242" y="111"/>
                  </a:cxn>
                  <a:cxn ang="0">
                    <a:pos x="258" y="118"/>
                  </a:cxn>
                  <a:cxn ang="0">
                    <a:pos x="270" y="123"/>
                  </a:cxn>
                  <a:cxn ang="0">
                    <a:pos x="280" y="109"/>
                  </a:cxn>
                  <a:cxn ang="0">
                    <a:pos x="299" y="99"/>
                  </a:cxn>
                  <a:cxn ang="0">
                    <a:pos x="313" y="90"/>
                  </a:cxn>
                  <a:cxn ang="0">
                    <a:pos x="322" y="90"/>
                  </a:cxn>
                  <a:cxn ang="0">
                    <a:pos x="303" y="102"/>
                  </a:cxn>
                  <a:cxn ang="0">
                    <a:pos x="318" y="111"/>
                  </a:cxn>
                  <a:cxn ang="0">
                    <a:pos x="334" y="106"/>
                  </a:cxn>
                  <a:cxn ang="0">
                    <a:pos x="348" y="113"/>
                  </a:cxn>
                  <a:cxn ang="0">
                    <a:pos x="365" y="121"/>
                  </a:cxn>
                </a:cxnLst>
                <a:rect l="0" t="0" r="r" b="b"/>
                <a:pathLst>
                  <a:path w="367" h="213">
                    <a:moveTo>
                      <a:pt x="353" y="128"/>
                    </a:moveTo>
                    <a:lnTo>
                      <a:pt x="353" y="128"/>
                    </a:lnTo>
                    <a:lnTo>
                      <a:pt x="353" y="130"/>
                    </a:lnTo>
                    <a:lnTo>
                      <a:pt x="353" y="130"/>
                    </a:lnTo>
                    <a:lnTo>
                      <a:pt x="353" y="132"/>
                    </a:lnTo>
                    <a:lnTo>
                      <a:pt x="351" y="132"/>
                    </a:lnTo>
                    <a:lnTo>
                      <a:pt x="351" y="132"/>
                    </a:lnTo>
                    <a:lnTo>
                      <a:pt x="351" y="130"/>
                    </a:lnTo>
                    <a:lnTo>
                      <a:pt x="348" y="130"/>
                    </a:lnTo>
                    <a:lnTo>
                      <a:pt x="348" y="130"/>
                    </a:lnTo>
                    <a:lnTo>
                      <a:pt x="348" y="130"/>
                    </a:lnTo>
                    <a:lnTo>
                      <a:pt x="348" y="130"/>
                    </a:lnTo>
                    <a:lnTo>
                      <a:pt x="346" y="130"/>
                    </a:lnTo>
                    <a:lnTo>
                      <a:pt x="346" y="130"/>
                    </a:lnTo>
                    <a:lnTo>
                      <a:pt x="346" y="130"/>
                    </a:lnTo>
                    <a:lnTo>
                      <a:pt x="346" y="130"/>
                    </a:lnTo>
                    <a:lnTo>
                      <a:pt x="346" y="132"/>
                    </a:lnTo>
                    <a:lnTo>
                      <a:pt x="346" y="132"/>
                    </a:lnTo>
                    <a:lnTo>
                      <a:pt x="344" y="132"/>
                    </a:lnTo>
                    <a:lnTo>
                      <a:pt x="344" y="132"/>
                    </a:lnTo>
                    <a:lnTo>
                      <a:pt x="344" y="135"/>
                    </a:lnTo>
                    <a:lnTo>
                      <a:pt x="341" y="135"/>
                    </a:lnTo>
                    <a:lnTo>
                      <a:pt x="341" y="135"/>
                    </a:lnTo>
                    <a:lnTo>
                      <a:pt x="344" y="135"/>
                    </a:lnTo>
                    <a:lnTo>
                      <a:pt x="344" y="135"/>
                    </a:lnTo>
                    <a:lnTo>
                      <a:pt x="341" y="135"/>
                    </a:lnTo>
                    <a:lnTo>
                      <a:pt x="341" y="137"/>
                    </a:lnTo>
                    <a:lnTo>
                      <a:pt x="341" y="137"/>
                    </a:lnTo>
                    <a:lnTo>
                      <a:pt x="341" y="135"/>
                    </a:lnTo>
                    <a:lnTo>
                      <a:pt x="341" y="135"/>
                    </a:lnTo>
                    <a:lnTo>
                      <a:pt x="339" y="135"/>
                    </a:lnTo>
                    <a:lnTo>
                      <a:pt x="339" y="137"/>
                    </a:lnTo>
                    <a:lnTo>
                      <a:pt x="339" y="137"/>
                    </a:lnTo>
                    <a:lnTo>
                      <a:pt x="339" y="137"/>
                    </a:lnTo>
                    <a:lnTo>
                      <a:pt x="336" y="137"/>
                    </a:lnTo>
                    <a:lnTo>
                      <a:pt x="336" y="137"/>
                    </a:lnTo>
                    <a:lnTo>
                      <a:pt x="336" y="137"/>
                    </a:lnTo>
                    <a:lnTo>
                      <a:pt x="336" y="137"/>
                    </a:lnTo>
                    <a:lnTo>
                      <a:pt x="336" y="135"/>
                    </a:lnTo>
                    <a:lnTo>
                      <a:pt x="334" y="135"/>
                    </a:lnTo>
                    <a:lnTo>
                      <a:pt x="334" y="137"/>
                    </a:lnTo>
                    <a:lnTo>
                      <a:pt x="334" y="137"/>
                    </a:lnTo>
                    <a:lnTo>
                      <a:pt x="334" y="137"/>
                    </a:lnTo>
                    <a:lnTo>
                      <a:pt x="332" y="137"/>
                    </a:lnTo>
                    <a:lnTo>
                      <a:pt x="332" y="135"/>
                    </a:lnTo>
                    <a:lnTo>
                      <a:pt x="332" y="135"/>
                    </a:lnTo>
                    <a:lnTo>
                      <a:pt x="329" y="135"/>
                    </a:lnTo>
                    <a:lnTo>
                      <a:pt x="329" y="135"/>
                    </a:lnTo>
                    <a:lnTo>
                      <a:pt x="329" y="135"/>
                    </a:lnTo>
                    <a:lnTo>
                      <a:pt x="329" y="135"/>
                    </a:lnTo>
                    <a:lnTo>
                      <a:pt x="327" y="135"/>
                    </a:lnTo>
                    <a:lnTo>
                      <a:pt x="327" y="135"/>
                    </a:lnTo>
                    <a:lnTo>
                      <a:pt x="327" y="135"/>
                    </a:lnTo>
                    <a:lnTo>
                      <a:pt x="327" y="135"/>
                    </a:lnTo>
                    <a:lnTo>
                      <a:pt x="325" y="135"/>
                    </a:lnTo>
                    <a:lnTo>
                      <a:pt x="325" y="135"/>
                    </a:lnTo>
                    <a:lnTo>
                      <a:pt x="325" y="135"/>
                    </a:lnTo>
                    <a:lnTo>
                      <a:pt x="322" y="135"/>
                    </a:lnTo>
                    <a:lnTo>
                      <a:pt x="322" y="135"/>
                    </a:lnTo>
                    <a:lnTo>
                      <a:pt x="322" y="135"/>
                    </a:lnTo>
                    <a:lnTo>
                      <a:pt x="322" y="135"/>
                    </a:lnTo>
                    <a:lnTo>
                      <a:pt x="320" y="135"/>
                    </a:lnTo>
                    <a:lnTo>
                      <a:pt x="320" y="137"/>
                    </a:lnTo>
                    <a:lnTo>
                      <a:pt x="320" y="137"/>
                    </a:lnTo>
                    <a:lnTo>
                      <a:pt x="320" y="137"/>
                    </a:lnTo>
                    <a:lnTo>
                      <a:pt x="318" y="137"/>
                    </a:lnTo>
                    <a:lnTo>
                      <a:pt x="318" y="137"/>
                    </a:lnTo>
                    <a:lnTo>
                      <a:pt x="318" y="137"/>
                    </a:lnTo>
                    <a:lnTo>
                      <a:pt x="315" y="137"/>
                    </a:lnTo>
                    <a:lnTo>
                      <a:pt x="315" y="137"/>
                    </a:lnTo>
                    <a:lnTo>
                      <a:pt x="315" y="137"/>
                    </a:lnTo>
                    <a:lnTo>
                      <a:pt x="313" y="137"/>
                    </a:lnTo>
                    <a:lnTo>
                      <a:pt x="313" y="137"/>
                    </a:lnTo>
                    <a:lnTo>
                      <a:pt x="313" y="137"/>
                    </a:lnTo>
                    <a:lnTo>
                      <a:pt x="313" y="135"/>
                    </a:lnTo>
                    <a:lnTo>
                      <a:pt x="313" y="135"/>
                    </a:lnTo>
                    <a:lnTo>
                      <a:pt x="313" y="135"/>
                    </a:lnTo>
                    <a:lnTo>
                      <a:pt x="313" y="135"/>
                    </a:lnTo>
                    <a:lnTo>
                      <a:pt x="313" y="132"/>
                    </a:lnTo>
                    <a:lnTo>
                      <a:pt x="310" y="132"/>
                    </a:lnTo>
                    <a:lnTo>
                      <a:pt x="310" y="132"/>
                    </a:lnTo>
                    <a:lnTo>
                      <a:pt x="308" y="132"/>
                    </a:lnTo>
                    <a:lnTo>
                      <a:pt x="308" y="132"/>
                    </a:lnTo>
                    <a:lnTo>
                      <a:pt x="308" y="132"/>
                    </a:lnTo>
                    <a:lnTo>
                      <a:pt x="308" y="132"/>
                    </a:lnTo>
                    <a:lnTo>
                      <a:pt x="308" y="130"/>
                    </a:lnTo>
                    <a:lnTo>
                      <a:pt x="308" y="130"/>
                    </a:lnTo>
                    <a:lnTo>
                      <a:pt x="308" y="130"/>
                    </a:lnTo>
                    <a:lnTo>
                      <a:pt x="308" y="130"/>
                    </a:lnTo>
                    <a:lnTo>
                      <a:pt x="310" y="130"/>
                    </a:lnTo>
                    <a:lnTo>
                      <a:pt x="310" y="130"/>
                    </a:lnTo>
                    <a:lnTo>
                      <a:pt x="310" y="128"/>
                    </a:lnTo>
                    <a:lnTo>
                      <a:pt x="313" y="128"/>
                    </a:lnTo>
                    <a:lnTo>
                      <a:pt x="313" y="128"/>
                    </a:lnTo>
                    <a:lnTo>
                      <a:pt x="313" y="128"/>
                    </a:lnTo>
                    <a:lnTo>
                      <a:pt x="313" y="128"/>
                    </a:lnTo>
                    <a:lnTo>
                      <a:pt x="313" y="125"/>
                    </a:lnTo>
                    <a:lnTo>
                      <a:pt x="315" y="125"/>
                    </a:lnTo>
                    <a:lnTo>
                      <a:pt x="315" y="125"/>
                    </a:lnTo>
                    <a:lnTo>
                      <a:pt x="315" y="125"/>
                    </a:lnTo>
                    <a:lnTo>
                      <a:pt x="315" y="125"/>
                    </a:lnTo>
                    <a:lnTo>
                      <a:pt x="315" y="123"/>
                    </a:lnTo>
                    <a:lnTo>
                      <a:pt x="318" y="123"/>
                    </a:lnTo>
                    <a:lnTo>
                      <a:pt x="318" y="123"/>
                    </a:lnTo>
                    <a:lnTo>
                      <a:pt x="315" y="123"/>
                    </a:lnTo>
                    <a:lnTo>
                      <a:pt x="315" y="123"/>
                    </a:lnTo>
                    <a:lnTo>
                      <a:pt x="315" y="123"/>
                    </a:lnTo>
                    <a:lnTo>
                      <a:pt x="315" y="123"/>
                    </a:lnTo>
                    <a:lnTo>
                      <a:pt x="315" y="123"/>
                    </a:lnTo>
                    <a:lnTo>
                      <a:pt x="315" y="121"/>
                    </a:lnTo>
                    <a:lnTo>
                      <a:pt x="315" y="121"/>
                    </a:lnTo>
                    <a:lnTo>
                      <a:pt x="315" y="121"/>
                    </a:lnTo>
                    <a:lnTo>
                      <a:pt x="313" y="121"/>
                    </a:lnTo>
                    <a:lnTo>
                      <a:pt x="313" y="118"/>
                    </a:lnTo>
                    <a:lnTo>
                      <a:pt x="313" y="118"/>
                    </a:lnTo>
                    <a:lnTo>
                      <a:pt x="313" y="118"/>
                    </a:lnTo>
                    <a:lnTo>
                      <a:pt x="313" y="118"/>
                    </a:lnTo>
                    <a:lnTo>
                      <a:pt x="313" y="116"/>
                    </a:lnTo>
                    <a:lnTo>
                      <a:pt x="310" y="116"/>
                    </a:lnTo>
                    <a:lnTo>
                      <a:pt x="310" y="116"/>
                    </a:lnTo>
                    <a:lnTo>
                      <a:pt x="310" y="116"/>
                    </a:lnTo>
                    <a:lnTo>
                      <a:pt x="308" y="116"/>
                    </a:lnTo>
                    <a:lnTo>
                      <a:pt x="308" y="116"/>
                    </a:lnTo>
                    <a:lnTo>
                      <a:pt x="308" y="118"/>
                    </a:lnTo>
                    <a:lnTo>
                      <a:pt x="308" y="118"/>
                    </a:lnTo>
                    <a:lnTo>
                      <a:pt x="308" y="118"/>
                    </a:lnTo>
                    <a:lnTo>
                      <a:pt x="308" y="121"/>
                    </a:lnTo>
                    <a:lnTo>
                      <a:pt x="308" y="121"/>
                    </a:lnTo>
                    <a:lnTo>
                      <a:pt x="306" y="121"/>
                    </a:lnTo>
                    <a:lnTo>
                      <a:pt x="306" y="121"/>
                    </a:lnTo>
                    <a:lnTo>
                      <a:pt x="306" y="121"/>
                    </a:lnTo>
                    <a:lnTo>
                      <a:pt x="303" y="121"/>
                    </a:lnTo>
                    <a:lnTo>
                      <a:pt x="303" y="121"/>
                    </a:lnTo>
                    <a:lnTo>
                      <a:pt x="303" y="121"/>
                    </a:lnTo>
                    <a:lnTo>
                      <a:pt x="303" y="123"/>
                    </a:lnTo>
                    <a:lnTo>
                      <a:pt x="301" y="123"/>
                    </a:lnTo>
                    <a:lnTo>
                      <a:pt x="301" y="123"/>
                    </a:lnTo>
                    <a:lnTo>
                      <a:pt x="301" y="123"/>
                    </a:lnTo>
                    <a:lnTo>
                      <a:pt x="301" y="123"/>
                    </a:lnTo>
                    <a:lnTo>
                      <a:pt x="299" y="123"/>
                    </a:lnTo>
                    <a:lnTo>
                      <a:pt x="299" y="123"/>
                    </a:lnTo>
                    <a:lnTo>
                      <a:pt x="299" y="123"/>
                    </a:lnTo>
                    <a:lnTo>
                      <a:pt x="296" y="123"/>
                    </a:lnTo>
                    <a:lnTo>
                      <a:pt x="296" y="123"/>
                    </a:lnTo>
                    <a:lnTo>
                      <a:pt x="296" y="123"/>
                    </a:lnTo>
                    <a:lnTo>
                      <a:pt x="296" y="125"/>
                    </a:lnTo>
                    <a:lnTo>
                      <a:pt x="294" y="125"/>
                    </a:lnTo>
                    <a:lnTo>
                      <a:pt x="294" y="125"/>
                    </a:lnTo>
                    <a:lnTo>
                      <a:pt x="294" y="125"/>
                    </a:lnTo>
                    <a:lnTo>
                      <a:pt x="294" y="125"/>
                    </a:lnTo>
                    <a:lnTo>
                      <a:pt x="294" y="125"/>
                    </a:lnTo>
                    <a:lnTo>
                      <a:pt x="291" y="125"/>
                    </a:lnTo>
                    <a:lnTo>
                      <a:pt x="291" y="125"/>
                    </a:lnTo>
                    <a:lnTo>
                      <a:pt x="291" y="123"/>
                    </a:lnTo>
                    <a:lnTo>
                      <a:pt x="289" y="123"/>
                    </a:lnTo>
                    <a:lnTo>
                      <a:pt x="289" y="123"/>
                    </a:lnTo>
                    <a:lnTo>
                      <a:pt x="289" y="123"/>
                    </a:lnTo>
                    <a:lnTo>
                      <a:pt x="289" y="123"/>
                    </a:lnTo>
                    <a:lnTo>
                      <a:pt x="289" y="123"/>
                    </a:lnTo>
                    <a:lnTo>
                      <a:pt x="287" y="123"/>
                    </a:lnTo>
                    <a:lnTo>
                      <a:pt x="287" y="123"/>
                    </a:lnTo>
                    <a:lnTo>
                      <a:pt x="287" y="123"/>
                    </a:lnTo>
                    <a:lnTo>
                      <a:pt x="287" y="123"/>
                    </a:lnTo>
                    <a:lnTo>
                      <a:pt x="287" y="123"/>
                    </a:lnTo>
                    <a:lnTo>
                      <a:pt x="287" y="125"/>
                    </a:lnTo>
                    <a:lnTo>
                      <a:pt x="287" y="125"/>
                    </a:lnTo>
                    <a:lnTo>
                      <a:pt x="287" y="125"/>
                    </a:lnTo>
                    <a:lnTo>
                      <a:pt x="287" y="128"/>
                    </a:lnTo>
                    <a:lnTo>
                      <a:pt x="287" y="128"/>
                    </a:lnTo>
                    <a:lnTo>
                      <a:pt x="284" y="128"/>
                    </a:lnTo>
                    <a:lnTo>
                      <a:pt x="284" y="128"/>
                    </a:lnTo>
                    <a:lnTo>
                      <a:pt x="284" y="128"/>
                    </a:lnTo>
                    <a:lnTo>
                      <a:pt x="284" y="130"/>
                    </a:lnTo>
                    <a:lnTo>
                      <a:pt x="284" y="130"/>
                    </a:lnTo>
                    <a:lnTo>
                      <a:pt x="284" y="130"/>
                    </a:lnTo>
                    <a:lnTo>
                      <a:pt x="284" y="132"/>
                    </a:lnTo>
                    <a:lnTo>
                      <a:pt x="284" y="132"/>
                    </a:lnTo>
                    <a:lnTo>
                      <a:pt x="287" y="132"/>
                    </a:lnTo>
                    <a:lnTo>
                      <a:pt x="287" y="135"/>
                    </a:lnTo>
                    <a:lnTo>
                      <a:pt x="287" y="135"/>
                    </a:lnTo>
                    <a:lnTo>
                      <a:pt x="284" y="135"/>
                    </a:lnTo>
                    <a:lnTo>
                      <a:pt x="284" y="135"/>
                    </a:lnTo>
                    <a:lnTo>
                      <a:pt x="284" y="135"/>
                    </a:lnTo>
                    <a:lnTo>
                      <a:pt x="284" y="135"/>
                    </a:lnTo>
                    <a:lnTo>
                      <a:pt x="284" y="137"/>
                    </a:lnTo>
                    <a:lnTo>
                      <a:pt x="284" y="137"/>
                    </a:lnTo>
                    <a:lnTo>
                      <a:pt x="282" y="137"/>
                    </a:lnTo>
                    <a:lnTo>
                      <a:pt x="282" y="137"/>
                    </a:lnTo>
                    <a:lnTo>
                      <a:pt x="282" y="137"/>
                    </a:lnTo>
                    <a:lnTo>
                      <a:pt x="280" y="137"/>
                    </a:lnTo>
                    <a:lnTo>
                      <a:pt x="280" y="137"/>
                    </a:lnTo>
                    <a:lnTo>
                      <a:pt x="280" y="137"/>
                    </a:lnTo>
                    <a:lnTo>
                      <a:pt x="277" y="137"/>
                    </a:lnTo>
                    <a:lnTo>
                      <a:pt x="277" y="137"/>
                    </a:lnTo>
                    <a:lnTo>
                      <a:pt x="275" y="137"/>
                    </a:lnTo>
                    <a:lnTo>
                      <a:pt x="275" y="137"/>
                    </a:lnTo>
                    <a:lnTo>
                      <a:pt x="275" y="137"/>
                    </a:lnTo>
                    <a:lnTo>
                      <a:pt x="273" y="137"/>
                    </a:lnTo>
                    <a:lnTo>
                      <a:pt x="273" y="137"/>
                    </a:lnTo>
                    <a:lnTo>
                      <a:pt x="273" y="137"/>
                    </a:lnTo>
                    <a:lnTo>
                      <a:pt x="273" y="137"/>
                    </a:lnTo>
                    <a:lnTo>
                      <a:pt x="270" y="137"/>
                    </a:lnTo>
                    <a:lnTo>
                      <a:pt x="270" y="137"/>
                    </a:lnTo>
                    <a:lnTo>
                      <a:pt x="268" y="137"/>
                    </a:lnTo>
                    <a:lnTo>
                      <a:pt x="268" y="139"/>
                    </a:lnTo>
                    <a:lnTo>
                      <a:pt x="270" y="139"/>
                    </a:lnTo>
                    <a:lnTo>
                      <a:pt x="270" y="139"/>
                    </a:lnTo>
                    <a:lnTo>
                      <a:pt x="270" y="139"/>
                    </a:lnTo>
                    <a:lnTo>
                      <a:pt x="273" y="139"/>
                    </a:lnTo>
                    <a:lnTo>
                      <a:pt x="273" y="139"/>
                    </a:lnTo>
                    <a:lnTo>
                      <a:pt x="273" y="139"/>
                    </a:lnTo>
                    <a:lnTo>
                      <a:pt x="273" y="139"/>
                    </a:lnTo>
                    <a:lnTo>
                      <a:pt x="275" y="139"/>
                    </a:lnTo>
                    <a:lnTo>
                      <a:pt x="275" y="139"/>
                    </a:lnTo>
                    <a:lnTo>
                      <a:pt x="275" y="139"/>
                    </a:lnTo>
                    <a:lnTo>
                      <a:pt x="275" y="137"/>
                    </a:lnTo>
                    <a:lnTo>
                      <a:pt x="277" y="137"/>
                    </a:lnTo>
                    <a:lnTo>
                      <a:pt x="277" y="137"/>
                    </a:lnTo>
                    <a:lnTo>
                      <a:pt x="280" y="137"/>
                    </a:lnTo>
                    <a:lnTo>
                      <a:pt x="280" y="139"/>
                    </a:lnTo>
                    <a:lnTo>
                      <a:pt x="280" y="139"/>
                    </a:lnTo>
                    <a:lnTo>
                      <a:pt x="277" y="139"/>
                    </a:lnTo>
                    <a:lnTo>
                      <a:pt x="277" y="139"/>
                    </a:lnTo>
                    <a:lnTo>
                      <a:pt x="275" y="139"/>
                    </a:lnTo>
                    <a:lnTo>
                      <a:pt x="275" y="142"/>
                    </a:lnTo>
                    <a:lnTo>
                      <a:pt x="275" y="142"/>
                    </a:lnTo>
                    <a:lnTo>
                      <a:pt x="275" y="139"/>
                    </a:lnTo>
                    <a:lnTo>
                      <a:pt x="275" y="139"/>
                    </a:lnTo>
                    <a:lnTo>
                      <a:pt x="275" y="142"/>
                    </a:lnTo>
                    <a:lnTo>
                      <a:pt x="275" y="142"/>
                    </a:lnTo>
                    <a:lnTo>
                      <a:pt x="275" y="142"/>
                    </a:lnTo>
                    <a:lnTo>
                      <a:pt x="275" y="144"/>
                    </a:lnTo>
                    <a:lnTo>
                      <a:pt x="275" y="144"/>
                    </a:lnTo>
                    <a:lnTo>
                      <a:pt x="275" y="144"/>
                    </a:lnTo>
                    <a:lnTo>
                      <a:pt x="275" y="144"/>
                    </a:lnTo>
                    <a:lnTo>
                      <a:pt x="275" y="144"/>
                    </a:lnTo>
                    <a:lnTo>
                      <a:pt x="275" y="144"/>
                    </a:lnTo>
                    <a:lnTo>
                      <a:pt x="275" y="144"/>
                    </a:lnTo>
                    <a:lnTo>
                      <a:pt x="277" y="144"/>
                    </a:lnTo>
                    <a:lnTo>
                      <a:pt x="277" y="144"/>
                    </a:lnTo>
                    <a:lnTo>
                      <a:pt x="275" y="144"/>
                    </a:lnTo>
                    <a:lnTo>
                      <a:pt x="275" y="144"/>
                    </a:lnTo>
                    <a:lnTo>
                      <a:pt x="275" y="144"/>
                    </a:lnTo>
                    <a:lnTo>
                      <a:pt x="275" y="147"/>
                    </a:lnTo>
                    <a:lnTo>
                      <a:pt x="273" y="147"/>
                    </a:lnTo>
                    <a:lnTo>
                      <a:pt x="273" y="144"/>
                    </a:lnTo>
                    <a:lnTo>
                      <a:pt x="273" y="144"/>
                    </a:lnTo>
                    <a:lnTo>
                      <a:pt x="273" y="144"/>
                    </a:lnTo>
                    <a:lnTo>
                      <a:pt x="273" y="147"/>
                    </a:lnTo>
                    <a:lnTo>
                      <a:pt x="273" y="147"/>
                    </a:lnTo>
                    <a:lnTo>
                      <a:pt x="270" y="147"/>
                    </a:lnTo>
                    <a:lnTo>
                      <a:pt x="270" y="149"/>
                    </a:lnTo>
                    <a:lnTo>
                      <a:pt x="270" y="149"/>
                    </a:lnTo>
                    <a:lnTo>
                      <a:pt x="270" y="149"/>
                    </a:lnTo>
                    <a:lnTo>
                      <a:pt x="270" y="149"/>
                    </a:lnTo>
                    <a:lnTo>
                      <a:pt x="270" y="151"/>
                    </a:lnTo>
                    <a:lnTo>
                      <a:pt x="270" y="151"/>
                    </a:lnTo>
                    <a:lnTo>
                      <a:pt x="270" y="151"/>
                    </a:lnTo>
                    <a:lnTo>
                      <a:pt x="270" y="154"/>
                    </a:lnTo>
                    <a:lnTo>
                      <a:pt x="268" y="154"/>
                    </a:lnTo>
                    <a:lnTo>
                      <a:pt x="268" y="154"/>
                    </a:lnTo>
                    <a:lnTo>
                      <a:pt x="268" y="154"/>
                    </a:lnTo>
                    <a:lnTo>
                      <a:pt x="268" y="154"/>
                    </a:lnTo>
                    <a:lnTo>
                      <a:pt x="265" y="154"/>
                    </a:lnTo>
                    <a:lnTo>
                      <a:pt x="265" y="154"/>
                    </a:lnTo>
                    <a:lnTo>
                      <a:pt x="263" y="154"/>
                    </a:lnTo>
                    <a:lnTo>
                      <a:pt x="263" y="154"/>
                    </a:lnTo>
                    <a:lnTo>
                      <a:pt x="263" y="154"/>
                    </a:lnTo>
                    <a:lnTo>
                      <a:pt x="261" y="154"/>
                    </a:lnTo>
                    <a:lnTo>
                      <a:pt x="261" y="154"/>
                    </a:lnTo>
                    <a:lnTo>
                      <a:pt x="261" y="154"/>
                    </a:lnTo>
                    <a:lnTo>
                      <a:pt x="261" y="154"/>
                    </a:lnTo>
                    <a:lnTo>
                      <a:pt x="258" y="154"/>
                    </a:lnTo>
                    <a:lnTo>
                      <a:pt x="258" y="154"/>
                    </a:lnTo>
                    <a:lnTo>
                      <a:pt x="256" y="154"/>
                    </a:lnTo>
                    <a:lnTo>
                      <a:pt x="256" y="154"/>
                    </a:lnTo>
                    <a:lnTo>
                      <a:pt x="256" y="154"/>
                    </a:lnTo>
                    <a:lnTo>
                      <a:pt x="256" y="151"/>
                    </a:lnTo>
                    <a:lnTo>
                      <a:pt x="254" y="151"/>
                    </a:lnTo>
                    <a:lnTo>
                      <a:pt x="254" y="151"/>
                    </a:lnTo>
                    <a:lnTo>
                      <a:pt x="254" y="151"/>
                    </a:lnTo>
                    <a:lnTo>
                      <a:pt x="254" y="151"/>
                    </a:lnTo>
                    <a:lnTo>
                      <a:pt x="254" y="151"/>
                    </a:lnTo>
                    <a:lnTo>
                      <a:pt x="251" y="151"/>
                    </a:lnTo>
                    <a:lnTo>
                      <a:pt x="251" y="151"/>
                    </a:lnTo>
                    <a:lnTo>
                      <a:pt x="251" y="151"/>
                    </a:lnTo>
                    <a:lnTo>
                      <a:pt x="251" y="151"/>
                    </a:lnTo>
                    <a:lnTo>
                      <a:pt x="249" y="151"/>
                    </a:lnTo>
                    <a:lnTo>
                      <a:pt x="249" y="151"/>
                    </a:lnTo>
                    <a:lnTo>
                      <a:pt x="249" y="154"/>
                    </a:lnTo>
                    <a:lnTo>
                      <a:pt x="249" y="154"/>
                    </a:lnTo>
                    <a:lnTo>
                      <a:pt x="247" y="154"/>
                    </a:lnTo>
                    <a:lnTo>
                      <a:pt x="247" y="154"/>
                    </a:lnTo>
                    <a:lnTo>
                      <a:pt x="247" y="154"/>
                    </a:lnTo>
                    <a:lnTo>
                      <a:pt x="247" y="154"/>
                    </a:lnTo>
                    <a:lnTo>
                      <a:pt x="244" y="154"/>
                    </a:lnTo>
                    <a:lnTo>
                      <a:pt x="244" y="154"/>
                    </a:lnTo>
                    <a:lnTo>
                      <a:pt x="247" y="154"/>
                    </a:lnTo>
                    <a:lnTo>
                      <a:pt x="247" y="156"/>
                    </a:lnTo>
                    <a:lnTo>
                      <a:pt x="247" y="156"/>
                    </a:lnTo>
                    <a:lnTo>
                      <a:pt x="247" y="156"/>
                    </a:lnTo>
                    <a:lnTo>
                      <a:pt x="247" y="158"/>
                    </a:lnTo>
                    <a:lnTo>
                      <a:pt x="247" y="158"/>
                    </a:lnTo>
                    <a:lnTo>
                      <a:pt x="247" y="158"/>
                    </a:lnTo>
                    <a:lnTo>
                      <a:pt x="247" y="161"/>
                    </a:lnTo>
                    <a:lnTo>
                      <a:pt x="244" y="161"/>
                    </a:lnTo>
                    <a:lnTo>
                      <a:pt x="244" y="161"/>
                    </a:lnTo>
                    <a:lnTo>
                      <a:pt x="244" y="161"/>
                    </a:lnTo>
                    <a:lnTo>
                      <a:pt x="244" y="161"/>
                    </a:lnTo>
                    <a:lnTo>
                      <a:pt x="244" y="163"/>
                    </a:lnTo>
                    <a:lnTo>
                      <a:pt x="247" y="163"/>
                    </a:lnTo>
                    <a:lnTo>
                      <a:pt x="247" y="163"/>
                    </a:lnTo>
                    <a:lnTo>
                      <a:pt x="247" y="163"/>
                    </a:lnTo>
                    <a:lnTo>
                      <a:pt x="247" y="163"/>
                    </a:lnTo>
                    <a:lnTo>
                      <a:pt x="249" y="163"/>
                    </a:lnTo>
                    <a:lnTo>
                      <a:pt x="249" y="163"/>
                    </a:lnTo>
                    <a:lnTo>
                      <a:pt x="249" y="163"/>
                    </a:lnTo>
                    <a:lnTo>
                      <a:pt x="249" y="163"/>
                    </a:lnTo>
                    <a:lnTo>
                      <a:pt x="249" y="166"/>
                    </a:lnTo>
                    <a:lnTo>
                      <a:pt x="249" y="166"/>
                    </a:lnTo>
                    <a:lnTo>
                      <a:pt x="251" y="166"/>
                    </a:lnTo>
                    <a:lnTo>
                      <a:pt x="251" y="168"/>
                    </a:lnTo>
                    <a:lnTo>
                      <a:pt x="251" y="168"/>
                    </a:lnTo>
                    <a:lnTo>
                      <a:pt x="251" y="166"/>
                    </a:lnTo>
                    <a:lnTo>
                      <a:pt x="254" y="166"/>
                    </a:lnTo>
                    <a:lnTo>
                      <a:pt x="254" y="168"/>
                    </a:lnTo>
                    <a:lnTo>
                      <a:pt x="254" y="168"/>
                    </a:lnTo>
                    <a:lnTo>
                      <a:pt x="254" y="168"/>
                    </a:lnTo>
                    <a:lnTo>
                      <a:pt x="256" y="168"/>
                    </a:lnTo>
                    <a:lnTo>
                      <a:pt x="256" y="166"/>
                    </a:lnTo>
                    <a:lnTo>
                      <a:pt x="256" y="166"/>
                    </a:lnTo>
                    <a:lnTo>
                      <a:pt x="256" y="166"/>
                    </a:lnTo>
                    <a:lnTo>
                      <a:pt x="256" y="168"/>
                    </a:lnTo>
                    <a:lnTo>
                      <a:pt x="258" y="168"/>
                    </a:lnTo>
                    <a:lnTo>
                      <a:pt x="258" y="166"/>
                    </a:lnTo>
                    <a:lnTo>
                      <a:pt x="258" y="166"/>
                    </a:lnTo>
                    <a:lnTo>
                      <a:pt x="258" y="168"/>
                    </a:lnTo>
                    <a:lnTo>
                      <a:pt x="261" y="168"/>
                    </a:lnTo>
                    <a:lnTo>
                      <a:pt x="261" y="168"/>
                    </a:lnTo>
                    <a:lnTo>
                      <a:pt x="261" y="168"/>
                    </a:lnTo>
                    <a:lnTo>
                      <a:pt x="261" y="170"/>
                    </a:lnTo>
                    <a:lnTo>
                      <a:pt x="261" y="170"/>
                    </a:lnTo>
                    <a:lnTo>
                      <a:pt x="261" y="170"/>
                    </a:lnTo>
                    <a:lnTo>
                      <a:pt x="261" y="170"/>
                    </a:lnTo>
                    <a:lnTo>
                      <a:pt x="261" y="173"/>
                    </a:lnTo>
                    <a:lnTo>
                      <a:pt x="261" y="173"/>
                    </a:lnTo>
                    <a:lnTo>
                      <a:pt x="258" y="173"/>
                    </a:lnTo>
                    <a:lnTo>
                      <a:pt x="258" y="173"/>
                    </a:lnTo>
                    <a:lnTo>
                      <a:pt x="258" y="173"/>
                    </a:lnTo>
                    <a:lnTo>
                      <a:pt x="261" y="173"/>
                    </a:lnTo>
                    <a:lnTo>
                      <a:pt x="261" y="175"/>
                    </a:lnTo>
                    <a:lnTo>
                      <a:pt x="258" y="175"/>
                    </a:lnTo>
                    <a:lnTo>
                      <a:pt x="258" y="175"/>
                    </a:lnTo>
                    <a:lnTo>
                      <a:pt x="258" y="177"/>
                    </a:lnTo>
                    <a:lnTo>
                      <a:pt x="258" y="177"/>
                    </a:lnTo>
                    <a:lnTo>
                      <a:pt x="258" y="180"/>
                    </a:lnTo>
                    <a:lnTo>
                      <a:pt x="258" y="180"/>
                    </a:lnTo>
                    <a:lnTo>
                      <a:pt x="261" y="180"/>
                    </a:lnTo>
                    <a:lnTo>
                      <a:pt x="261" y="182"/>
                    </a:lnTo>
                    <a:lnTo>
                      <a:pt x="261" y="182"/>
                    </a:lnTo>
                    <a:lnTo>
                      <a:pt x="261" y="182"/>
                    </a:lnTo>
                    <a:lnTo>
                      <a:pt x="261" y="182"/>
                    </a:lnTo>
                    <a:lnTo>
                      <a:pt x="261" y="182"/>
                    </a:lnTo>
                    <a:lnTo>
                      <a:pt x="263" y="182"/>
                    </a:lnTo>
                    <a:lnTo>
                      <a:pt x="263" y="185"/>
                    </a:lnTo>
                    <a:lnTo>
                      <a:pt x="263" y="185"/>
                    </a:lnTo>
                    <a:lnTo>
                      <a:pt x="263" y="185"/>
                    </a:lnTo>
                    <a:lnTo>
                      <a:pt x="263" y="185"/>
                    </a:lnTo>
                    <a:lnTo>
                      <a:pt x="263" y="187"/>
                    </a:lnTo>
                    <a:lnTo>
                      <a:pt x="265" y="187"/>
                    </a:lnTo>
                    <a:lnTo>
                      <a:pt x="265" y="187"/>
                    </a:lnTo>
                    <a:lnTo>
                      <a:pt x="265" y="187"/>
                    </a:lnTo>
                    <a:lnTo>
                      <a:pt x="265" y="189"/>
                    </a:lnTo>
                    <a:lnTo>
                      <a:pt x="265" y="189"/>
                    </a:lnTo>
                    <a:lnTo>
                      <a:pt x="265" y="189"/>
                    </a:lnTo>
                    <a:lnTo>
                      <a:pt x="265" y="192"/>
                    </a:lnTo>
                    <a:lnTo>
                      <a:pt x="263" y="192"/>
                    </a:lnTo>
                    <a:lnTo>
                      <a:pt x="263" y="192"/>
                    </a:lnTo>
                    <a:lnTo>
                      <a:pt x="263" y="192"/>
                    </a:lnTo>
                    <a:lnTo>
                      <a:pt x="263" y="194"/>
                    </a:lnTo>
                    <a:lnTo>
                      <a:pt x="263" y="194"/>
                    </a:lnTo>
                    <a:lnTo>
                      <a:pt x="263" y="194"/>
                    </a:lnTo>
                    <a:lnTo>
                      <a:pt x="263" y="194"/>
                    </a:lnTo>
                    <a:lnTo>
                      <a:pt x="263" y="196"/>
                    </a:lnTo>
                    <a:lnTo>
                      <a:pt x="261" y="196"/>
                    </a:lnTo>
                    <a:lnTo>
                      <a:pt x="261" y="196"/>
                    </a:lnTo>
                    <a:lnTo>
                      <a:pt x="261" y="196"/>
                    </a:lnTo>
                    <a:lnTo>
                      <a:pt x="261" y="196"/>
                    </a:lnTo>
                    <a:lnTo>
                      <a:pt x="258" y="196"/>
                    </a:lnTo>
                    <a:lnTo>
                      <a:pt x="258" y="199"/>
                    </a:lnTo>
                    <a:lnTo>
                      <a:pt x="258" y="199"/>
                    </a:lnTo>
                    <a:lnTo>
                      <a:pt x="258" y="199"/>
                    </a:lnTo>
                    <a:lnTo>
                      <a:pt x="258" y="201"/>
                    </a:lnTo>
                    <a:lnTo>
                      <a:pt x="256" y="201"/>
                    </a:lnTo>
                    <a:lnTo>
                      <a:pt x="256" y="201"/>
                    </a:lnTo>
                    <a:lnTo>
                      <a:pt x="256" y="201"/>
                    </a:lnTo>
                    <a:lnTo>
                      <a:pt x="256" y="203"/>
                    </a:lnTo>
                    <a:lnTo>
                      <a:pt x="256" y="203"/>
                    </a:lnTo>
                    <a:lnTo>
                      <a:pt x="256" y="203"/>
                    </a:lnTo>
                    <a:lnTo>
                      <a:pt x="254" y="203"/>
                    </a:lnTo>
                    <a:lnTo>
                      <a:pt x="254" y="203"/>
                    </a:lnTo>
                    <a:lnTo>
                      <a:pt x="254" y="203"/>
                    </a:lnTo>
                    <a:lnTo>
                      <a:pt x="254" y="206"/>
                    </a:lnTo>
                    <a:lnTo>
                      <a:pt x="254" y="206"/>
                    </a:lnTo>
                    <a:lnTo>
                      <a:pt x="254" y="208"/>
                    </a:lnTo>
                    <a:lnTo>
                      <a:pt x="254" y="208"/>
                    </a:lnTo>
                    <a:lnTo>
                      <a:pt x="254" y="211"/>
                    </a:lnTo>
                    <a:lnTo>
                      <a:pt x="254" y="211"/>
                    </a:lnTo>
                    <a:lnTo>
                      <a:pt x="254" y="213"/>
                    </a:lnTo>
                    <a:lnTo>
                      <a:pt x="254" y="213"/>
                    </a:lnTo>
                    <a:lnTo>
                      <a:pt x="254" y="213"/>
                    </a:lnTo>
                    <a:lnTo>
                      <a:pt x="251" y="213"/>
                    </a:lnTo>
                    <a:lnTo>
                      <a:pt x="251" y="213"/>
                    </a:lnTo>
                    <a:lnTo>
                      <a:pt x="251" y="213"/>
                    </a:lnTo>
                    <a:lnTo>
                      <a:pt x="249" y="213"/>
                    </a:lnTo>
                    <a:lnTo>
                      <a:pt x="249" y="213"/>
                    </a:lnTo>
                    <a:lnTo>
                      <a:pt x="249" y="213"/>
                    </a:lnTo>
                    <a:lnTo>
                      <a:pt x="247" y="213"/>
                    </a:lnTo>
                    <a:lnTo>
                      <a:pt x="247" y="213"/>
                    </a:lnTo>
                    <a:lnTo>
                      <a:pt x="247" y="213"/>
                    </a:lnTo>
                    <a:lnTo>
                      <a:pt x="244" y="213"/>
                    </a:lnTo>
                    <a:lnTo>
                      <a:pt x="244" y="213"/>
                    </a:lnTo>
                    <a:lnTo>
                      <a:pt x="244" y="213"/>
                    </a:lnTo>
                    <a:lnTo>
                      <a:pt x="242" y="213"/>
                    </a:lnTo>
                    <a:lnTo>
                      <a:pt x="242" y="213"/>
                    </a:lnTo>
                    <a:lnTo>
                      <a:pt x="242" y="213"/>
                    </a:lnTo>
                    <a:lnTo>
                      <a:pt x="239" y="213"/>
                    </a:lnTo>
                    <a:lnTo>
                      <a:pt x="239" y="213"/>
                    </a:lnTo>
                    <a:lnTo>
                      <a:pt x="239" y="213"/>
                    </a:lnTo>
                    <a:lnTo>
                      <a:pt x="239" y="213"/>
                    </a:lnTo>
                    <a:lnTo>
                      <a:pt x="239" y="211"/>
                    </a:lnTo>
                    <a:lnTo>
                      <a:pt x="237" y="211"/>
                    </a:lnTo>
                    <a:lnTo>
                      <a:pt x="237" y="211"/>
                    </a:lnTo>
                    <a:lnTo>
                      <a:pt x="237" y="208"/>
                    </a:lnTo>
                    <a:lnTo>
                      <a:pt x="237" y="208"/>
                    </a:lnTo>
                    <a:lnTo>
                      <a:pt x="235" y="208"/>
                    </a:lnTo>
                    <a:lnTo>
                      <a:pt x="235" y="208"/>
                    </a:lnTo>
                    <a:lnTo>
                      <a:pt x="235" y="208"/>
                    </a:lnTo>
                    <a:lnTo>
                      <a:pt x="232" y="208"/>
                    </a:lnTo>
                    <a:lnTo>
                      <a:pt x="232" y="208"/>
                    </a:lnTo>
                    <a:lnTo>
                      <a:pt x="232" y="211"/>
                    </a:lnTo>
                    <a:lnTo>
                      <a:pt x="230" y="211"/>
                    </a:lnTo>
                    <a:lnTo>
                      <a:pt x="230" y="208"/>
                    </a:lnTo>
                    <a:lnTo>
                      <a:pt x="230" y="208"/>
                    </a:lnTo>
                    <a:lnTo>
                      <a:pt x="230" y="211"/>
                    </a:lnTo>
                    <a:lnTo>
                      <a:pt x="230" y="211"/>
                    </a:lnTo>
                    <a:lnTo>
                      <a:pt x="228" y="211"/>
                    </a:lnTo>
                    <a:lnTo>
                      <a:pt x="228" y="211"/>
                    </a:lnTo>
                    <a:lnTo>
                      <a:pt x="228" y="208"/>
                    </a:lnTo>
                    <a:lnTo>
                      <a:pt x="228" y="208"/>
                    </a:lnTo>
                    <a:lnTo>
                      <a:pt x="225" y="208"/>
                    </a:lnTo>
                    <a:lnTo>
                      <a:pt x="225" y="208"/>
                    </a:lnTo>
                    <a:lnTo>
                      <a:pt x="228" y="208"/>
                    </a:lnTo>
                    <a:lnTo>
                      <a:pt x="228" y="208"/>
                    </a:lnTo>
                    <a:lnTo>
                      <a:pt x="228" y="206"/>
                    </a:lnTo>
                    <a:lnTo>
                      <a:pt x="228" y="206"/>
                    </a:lnTo>
                    <a:lnTo>
                      <a:pt x="228" y="206"/>
                    </a:lnTo>
                    <a:lnTo>
                      <a:pt x="228" y="203"/>
                    </a:lnTo>
                    <a:lnTo>
                      <a:pt x="225" y="203"/>
                    </a:lnTo>
                    <a:lnTo>
                      <a:pt x="225" y="203"/>
                    </a:lnTo>
                    <a:lnTo>
                      <a:pt x="225" y="203"/>
                    </a:lnTo>
                    <a:lnTo>
                      <a:pt x="225" y="201"/>
                    </a:lnTo>
                    <a:lnTo>
                      <a:pt x="225" y="201"/>
                    </a:lnTo>
                    <a:lnTo>
                      <a:pt x="225" y="199"/>
                    </a:lnTo>
                    <a:lnTo>
                      <a:pt x="225" y="199"/>
                    </a:lnTo>
                    <a:lnTo>
                      <a:pt x="225" y="196"/>
                    </a:lnTo>
                    <a:lnTo>
                      <a:pt x="228" y="196"/>
                    </a:lnTo>
                    <a:lnTo>
                      <a:pt x="228" y="196"/>
                    </a:lnTo>
                    <a:lnTo>
                      <a:pt x="228" y="196"/>
                    </a:lnTo>
                    <a:lnTo>
                      <a:pt x="228" y="194"/>
                    </a:lnTo>
                    <a:lnTo>
                      <a:pt x="228" y="194"/>
                    </a:lnTo>
                    <a:lnTo>
                      <a:pt x="228" y="194"/>
                    </a:lnTo>
                    <a:lnTo>
                      <a:pt x="228" y="194"/>
                    </a:lnTo>
                    <a:lnTo>
                      <a:pt x="228" y="194"/>
                    </a:lnTo>
                    <a:lnTo>
                      <a:pt x="228" y="192"/>
                    </a:lnTo>
                    <a:lnTo>
                      <a:pt x="228" y="192"/>
                    </a:lnTo>
                    <a:lnTo>
                      <a:pt x="225" y="192"/>
                    </a:lnTo>
                    <a:lnTo>
                      <a:pt x="225" y="192"/>
                    </a:lnTo>
                    <a:lnTo>
                      <a:pt x="223" y="192"/>
                    </a:lnTo>
                    <a:lnTo>
                      <a:pt x="223" y="192"/>
                    </a:lnTo>
                    <a:lnTo>
                      <a:pt x="223" y="192"/>
                    </a:lnTo>
                    <a:lnTo>
                      <a:pt x="220" y="192"/>
                    </a:lnTo>
                    <a:lnTo>
                      <a:pt x="220" y="192"/>
                    </a:lnTo>
                    <a:lnTo>
                      <a:pt x="220" y="192"/>
                    </a:lnTo>
                    <a:lnTo>
                      <a:pt x="220" y="189"/>
                    </a:lnTo>
                    <a:lnTo>
                      <a:pt x="220" y="189"/>
                    </a:lnTo>
                    <a:lnTo>
                      <a:pt x="220" y="189"/>
                    </a:lnTo>
                    <a:lnTo>
                      <a:pt x="218" y="189"/>
                    </a:lnTo>
                    <a:lnTo>
                      <a:pt x="218" y="189"/>
                    </a:lnTo>
                    <a:lnTo>
                      <a:pt x="216" y="189"/>
                    </a:lnTo>
                    <a:lnTo>
                      <a:pt x="216" y="187"/>
                    </a:lnTo>
                    <a:lnTo>
                      <a:pt x="216" y="187"/>
                    </a:lnTo>
                    <a:lnTo>
                      <a:pt x="216" y="187"/>
                    </a:lnTo>
                    <a:lnTo>
                      <a:pt x="213" y="187"/>
                    </a:lnTo>
                    <a:lnTo>
                      <a:pt x="213" y="187"/>
                    </a:lnTo>
                    <a:lnTo>
                      <a:pt x="213" y="187"/>
                    </a:lnTo>
                    <a:lnTo>
                      <a:pt x="213" y="187"/>
                    </a:lnTo>
                    <a:lnTo>
                      <a:pt x="213" y="185"/>
                    </a:lnTo>
                    <a:lnTo>
                      <a:pt x="211" y="185"/>
                    </a:lnTo>
                    <a:lnTo>
                      <a:pt x="211" y="187"/>
                    </a:lnTo>
                    <a:lnTo>
                      <a:pt x="211" y="187"/>
                    </a:lnTo>
                    <a:lnTo>
                      <a:pt x="209" y="187"/>
                    </a:lnTo>
                    <a:lnTo>
                      <a:pt x="209" y="187"/>
                    </a:lnTo>
                    <a:lnTo>
                      <a:pt x="209" y="187"/>
                    </a:lnTo>
                    <a:lnTo>
                      <a:pt x="206" y="187"/>
                    </a:lnTo>
                    <a:lnTo>
                      <a:pt x="206" y="187"/>
                    </a:lnTo>
                    <a:lnTo>
                      <a:pt x="206" y="185"/>
                    </a:lnTo>
                    <a:lnTo>
                      <a:pt x="206" y="185"/>
                    </a:lnTo>
                    <a:lnTo>
                      <a:pt x="204" y="185"/>
                    </a:lnTo>
                    <a:lnTo>
                      <a:pt x="204" y="185"/>
                    </a:lnTo>
                    <a:lnTo>
                      <a:pt x="204" y="185"/>
                    </a:lnTo>
                    <a:lnTo>
                      <a:pt x="202" y="185"/>
                    </a:lnTo>
                    <a:lnTo>
                      <a:pt x="202" y="185"/>
                    </a:lnTo>
                    <a:lnTo>
                      <a:pt x="202" y="182"/>
                    </a:lnTo>
                    <a:lnTo>
                      <a:pt x="202" y="182"/>
                    </a:lnTo>
                    <a:lnTo>
                      <a:pt x="199" y="182"/>
                    </a:lnTo>
                    <a:lnTo>
                      <a:pt x="199" y="182"/>
                    </a:lnTo>
                    <a:lnTo>
                      <a:pt x="199" y="182"/>
                    </a:lnTo>
                    <a:lnTo>
                      <a:pt x="197" y="182"/>
                    </a:lnTo>
                    <a:lnTo>
                      <a:pt x="197" y="182"/>
                    </a:lnTo>
                    <a:lnTo>
                      <a:pt x="197" y="182"/>
                    </a:lnTo>
                    <a:lnTo>
                      <a:pt x="197" y="180"/>
                    </a:lnTo>
                    <a:lnTo>
                      <a:pt x="197" y="180"/>
                    </a:lnTo>
                    <a:lnTo>
                      <a:pt x="197" y="180"/>
                    </a:lnTo>
                    <a:lnTo>
                      <a:pt x="194" y="180"/>
                    </a:lnTo>
                    <a:lnTo>
                      <a:pt x="194" y="180"/>
                    </a:lnTo>
                    <a:lnTo>
                      <a:pt x="194" y="177"/>
                    </a:lnTo>
                    <a:lnTo>
                      <a:pt x="194" y="177"/>
                    </a:lnTo>
                    <a:lnTo>
                      <a:pt x="194" y="177"/>
                    </a:lnTo>
                    <a:lnTo>
                      <a:pt x="192" y="177"/>
                    </a:lnTo>
                    <a:lnTo>
                      <a:pt x="192" y="177"/>
                    </a:lnTo>
                    <a:lnTo>
                      <a:pt x="190" y="177"/>
                    </a:lnTo>
                    <a:lnTo>
                      <a:pt x="190" y="175"/>
                    </a:lnTo>
                    <a:lnTo>
                      <a:pt x="190" y="175"/>
                    </a:lnTo>
                    <a:lnTo>
                      <a:pt x="190" y="175"/>
                    </a:lnTo>
                    <a:lnTo>
                      <a:pt x="190" y="175"/>
                    </a:lnTo>
                    <a:lnTo>
                      <a:pt x="187" y="175"/>
                    </a:lnTo>
                    <a:lnTo>
                      <a:pt x="187" y="175"/>
                    </a:lnTo>
                    <a:lnTo>
                      <a:pt x="187" y="173"/>
                    </a:lnTo>
                    <a:lnTo>
                      <a:pt x="187" y="173"/>
                    </a:lnTo>
                    <a:lnTo>
                      <a:pt x="185" y="173"/>
                    </a:lnTo>
                    <a:lnTo>
                      <a:pt x="185" y="173"/>
                    </a:lnTo>
                    <a:lnTo>
                      <a:pt x="185" y="173"/>
                    </a:lnTo>
                    <a:lnTo>
                      <a:pt x="183" y="173"/>
                    </a:lnTo>
                    <a:lnTo>
                      <a:pt x="183" y="173"/>
                    </a:lnTo>
                    <a:lnTo>
                      <a:pt x="183" y="173"/>
                    </a:lnTo>
                    <a:lnTo>
                      <a:pt x="183" y="173"/>
                    </a:lnTo>
                    <a:lnTo>
                      <a:pt x="183" y="170"/>
                    </a:lnTo>
                    <a:lnTo>
                      <a:pt x="180" y="170"/>
                    </a:lnTo>
                    <a:lnTo>
                      <a:pt x="180" y="170"/>
                    </a:lnTo>
                    <a:lnTo>
                      <a:pt x="180" y="170"/>
                    </a:lnTo>
                    <a:lnTo>
                      <a:pt x="180" y="170"/>
                    </a:lnTo>
                    <a:lnTo>
                      <a:pt x="180" y="168"/>
                    </a:lnTo>
                    <a:lnTo>
                      <a:pt x="178" y="168"/>
                    </a:lnTo>
                    <a:lnTo>
                      <a:pt x="178" y="168"/>
                    </a:lnTo>
                    <a:lnTo>
                      <a:pt x="178" y="168"/>
                    </a:lnTo>
                    <a:lnTo>
                      <a:pt x="178" y="168"/>
                    </a:lnTo>
                    <a:lnTo>
                      <a:pt x="176" y="168"/>
                    </a:lnTo>
                    <a:lnTo>
                      <a:pt x="176" y="168"/>
                    </a:lnTo>
                    <a:lnTo>
                      <a:pt x="176" y="168"/>
                    </a:lnTo>
                    <a:lnTo>
                      <a:pt x="173" y="168"/>
                    </a:lnTo>
                    <a:lnTo>
                      <a:pt x="173" y="168"/>
                    </a:lnTo>
                    <a:lnTo>
                      <a:pt x="173" y="168"/>
                    </a:lnTo>
                    <a:lnTo>
                      <a:pt x="173" y="166"/>
                    </a:lnTo>
                    <a:lnTo>
                      <a:pt x="173" y="166"/>
                    </a:lnTo>
                    <a:lnTo>
                      <a:pt x="171" y="166"/>
                    </a:lnTo>
                    <a:lnTo>
                      <a:pt x="171" y="166"/>
                    </a:lnTo>
                    <a:lnTo>
                      <a:pt x="171" y="166"/>
                    </a:lnTo>
                    <a:lnTo>
                      <a:pt x="168" y="166"/>
                    </a:lnTo>
                    <a:lnTo>
                      <a:pt x="168" y="163"/>
                    </a:lnTo>
                    <a:lnTo>
                      <a:pt x="168" y="163"/>
                    </a:lnTo>
                    <a:lnTo>
                      <a:pt x="168" y="163"/>
                    </a:lnTo>
                    <a:lnTo>
                      <a:pt x="168" y="163"/>
                    </a:lnTo>
                    <a:lnTo>
                      <a:pt x="166" y="163"/>
                    </a:lnTo>
                    <a:lnTo>
                      <a:pt x="166" y="163"/>
                    </a:lnTo>
                    <a:lnTo>
                      <a:pt x="166" y="163"/>
                    </a:lnTo>
                    <a:lnTo>
                      <a:pt x="166" y="163"/>
                    </a:lnTo>
                    <a:lnTo>
                      <a:pt x="166" y="161"/>
                    </a:lnTo>
                    <a:lnTo>
                      <a:pt x="164" y="161"/>
                    </a:lnTo>
                    <a:lnTo>
                      <a:pt x="164" y="161"/>
                    </a:lnTo>
                    <a:lnTo>
                      <a:pt x="164" y="161"/>
                    </a:lnTo>
                    <a:lnTo>
                      <a:pt x="164" y="158"/>
                    </a:lnTo>
                    <a:lnTo>
                      <a:pt x="161" y="158"/>
                    </a:lnTo>
                    <a:lnTo>
                      <a:pt x="161" y="158"/>
                    </a:lnTo>
                    <a:lnTo>
                      <a:pt x="161" y="158"/>
                    </a:lnTo>
                    <a:lnTo>
                      <a:pt x="161" y="158"/>
                    </a:lnTo>
                    <a:lnTo>
                      <a:pt x="161" y="156"/>
                    </a:lnTo>
                    <a:lnTo>
                      <a:pt x="159" y="156"/>
                    </a:lnTo>
                    <a:lnTo>
                      <a:pt x="159" y="156"/>
                    </a:lnTo>
                    <a:lnTo>
                      <a:pt x="159" y="156"/>
                    </a:lnTo>
                    <a:lnTo>
                      <a:pt x="157" y="156"/>
                    </a:lnTo>
                    <a:lnTo>
                      <a:pt x="157" y="156"/>
                    </a:lnTo>
                    <a:lnTo>
                      <a:pt x="157" y="154"/>
                    </a:lnTo>
                    <a:lnTo>
                      <a:pt x="157" y="154"/>
                    </a:lnTo>
                    <a:lnTo>
                      <a:pt x="157" y="154"/>
                    </a:lnTo>
                    <a:lnTo>
                      <a:pt x="154" y="154"/>
                    </a:lnTo>
                    <a:lnTo>
                      <a:pt x="154" y="154"/>
                    </a:lnTo>
                    <a:lnTo>
                      <a:pt x="154" y="154"/>
                    </a:lnTo>
                    <a:lnTo>
                      <a:pt x="154" y="154"/>
                    </a:lnTo>
                    <a:lnTo>
                      <a:pt x="152" y="154"/>
                    </a:lnTo>
                    <a:lnTo>
                      <a:pt x="152" y="151"/>
                    </a:lnTo>
                    <a:lnTo>
                      <a:pt x="152" y="151"/>
                    </a:lnTo>
                    <a:lnTo>
                      <a:pt x="149" y="151"/>
                    </a:lnTo>
                    <a:lnTo>
                      <a:pt x="149" y="151"/>
                    </a:lnTo>
                    <a:lnTo>
                      <a:pt x="149" y="151"/>
                    </a:lnTo>
                    <a:lnTo>
                      <a:pt x="149" y="151"/>
                    </a:lnTo>
                    <a:lnTo>
                      <a:pt x="149" y="149"/>
                    </a:lnTo>
                    <a:lnTo>
                      <a:pt x="147" y="149"/>
                    </a:lnTo>
                    <a:lnTo>
                      <a:pt x="147" y="149"/>
                    </a:lnTo>
                    <a:lnTo>
                      <a:pt x="147" y="149"/>
                    </a:lnTo>
                    <a:lnTo>
                      <a:pt x="147" y="149"/>
                    </a:lnTo>
                    <a:lnTo>
                      <a:pt x="145" y="149"/>
                    </a:lnTo>
                    <a:lnTo>
                      <a:pt x="145" y="147"/>
                    </a:lnTo>
                    <a:lnTo>
                      <a:pt x="145" y="147"/>
                    </a:lnTo>
                    <a:lnTo>
                      <a:pt x="145" y="147"/>
                    </a:lnTo>
                    <a:lnTo>
                      <a:pt x="142" y="147"/>
                    </a:lnTo>
                    <a:lnTo>
                      <a:pt x="142" y="147"/>
                    </a:lnTo>
                    <a:lnTo>
                      <a:pt x="142" y="144"/>
                    </a:lnTo>
                    <a:lnTo>
                      <a:pt x="142" y="144"/>
                    </a:lnTo>
                    <a:lnTo>
                      <a:pt x="140" y="144"/>
                    </a:lnTo>
                    <a:lnTo>
                      <a:pt x="140" y="144"/>
                    </a:lnTo>
                    <a:lnTo>
                      <a:pt x="140" y="144"/>
                    </a:lnTo>
                    <a:lnTo>
                      <a:pt x="140" y="144"/>
                    </a:lnTo>
                    <a:lnTo>
                      <a:pt x="140" y="144"/>
                    </a:lnTo>
                    <a:lnTo>
                      <a:pt x="138" y="144"/>
                    </a:lnTo>
                    <a:lnTo>
                      <a:pt x="138" y="142"/>
                    </a:lnTo>
                    <a:lnTo>
                      <a:pt x="138" y="142"/>
                    </a:lnTo>
                    <a:lnTo>
                      <a:pt x="138" y="142"/>
                    </a:lnTo>
                    <a:lnTo>
                      <a:pt x="138" y="139"/>
                    </a:lnTo>
                    <a:lnTo>
                      <a:pt x="138" y="139"/>
                    </a:lnTo>
                    <a:lnTo>
                      <a:pt x="138" y="137"/>
                    </a:lnTo>
                    <a:lnTo>
                      <a:pt x="138" y="137"/>
                    </a:lnTo>
                    <a:lnTo>
                      <a:pt x="135" y="137"/>
                    </a:lnTo>
                    <a:lnTo>
                      <a:pt x="135" y="135"/>
                    </a:lnTo>
                    <a:lnTo>
                      <a:pt x="135" y="135"/>
                    </a:lnTo>
                    <a:lnTo>
                      <a:pt x="135" y="135"/>
                    </a:lnTo>
                    <a:lnTo>
                      <a:pt x="135" y="132"/>
                    </a:lnTo>
                    <a:lnTo>
                      <a:pt x="135" y="132"/>
                    </a:lnTo>
                    <a:lnTo>
                      <a:pt x="135" y="132"/>
                    </a:lnTo>
                    <a:lnTo>
                      <a:pt x="135" y="130"/>
                    </a:lnTo>
                    <a:lnTo>
                      <a:pt x="135" y="130"/>
                    </a:lnTo>
                    <a:lnTo>
                      <a:pt x="133" y="130"/>
                    </a:lnTo>
                    <a:lnTo>
                      <a:pt x="133" y="130"/>
                    </a:lnTo>
                    <a:lnTo>
                      <a:pt x="133" y="130"/>
                    </a:lnTo>
                    <a:lnTo>
                      <a:pt x="133" y="128"/>
                    </a:lnTo>
                    <a:lnTo>
                      <a:pt x="133" y="128"/>
                    </a:lnTo>
                    <a:lnTo>
                      <a:pt x="131" y="128"/>
                    </a:lnTo>
                    <a:lnTo>
                      <a:pt x="131" y="128"/>
                    </a:lnTo>
                    <a:lnTo>
                      <a:pt x="131" y="125"/>
                    </a:lnTo>
                    <a:lnTo>
                      <a:pt x="131" y="125"/>
                    </a:lnTo>
                    <a:lnTo>
                      <a:pt x="131" y="125"/>
                    </a:lnTo>
                    <a:lnTo>
                      <a:pt x="131" y="123"/>
                    </a:lnTo>
                    <a:lnTo>
                      <a:pt x="128" y="123"/>
                    </a:lnTo>
                    <a:lnTo>
                      <a:pt x="128" y="123"/>
                    </a:lnTo>
                    <a:lnTo>
                      <a:pt x="128" y="123"/>
                    </a:lnTo>
                    <a:lnTo>
                      <a:pt x="128" y="123"/>
                    </a:lnTo>
                    <a:lnTo>
                      <a:pt x="128" y="121"/>
                    </a:lnTo>
                    <a:lnTo>
                      <a:pt x="128" y="121"/>
                    </a:lnTo>
                    <a:lnTo>
                      <a:pt x="128" y="118"/>
                    </a:lnTo>
                    <a:lnTo>
                      <a:pt x="128" y="118"/>
                    </a:lnTo>
                    <a:lnTo>
                      <a:pt x="128" y="116"/>
                    </a:lnTo>
                    <a:lnTo>
                      <a:pt x="128" y="116"/>
                    </a:lnTo>
                    <a:lnTo>
                      <a:pt x="128" y="116"/>
                    </a:lnTo>
                    <a:lnTo>
                      <a:pt x="126" y="116"/>
                    </a:lnTo>
                    <a:lnTo>
                      <a:pt x="126" y="113"/>
                    </a:lnTo>
                    <a:lnTo>
                      <a:pt x="126" y="113"/>
                    </a:lnTo>
                    <a:lnTo>
                      <a:pt x="126" y="113"/>
                    </a:lnTo>
                    <a:lnTo>
                      <a:pt x="123" y="113"/>
                    </a:lnTo>
                    <a:lnTo>
                      <a:pt x="123" y="113"/>
                    </a:lnTo>
                    <a:lnTo>
                      <a:pt x="123" y="113"/>
                    </a:lnTo>
                    <a:lnTo>
                      <a:pt x="123" y="113"/>
                    </a:lnTo>
                    <a:lnTo>
                      <a:pt x="123" y="111"/>
                    </a:lnTo>
                    <a:lnTo>
                      <a:pt x="121" y="111"/>
                    </a:lnTo>
                    <a:lnTo>
                      <a:pt x="121" y="111"/>
                    </a:lnTo>
                    <a:lnTo>
                      <a:pt x="121" y="111"/>
                    </a:lnTo>
                    <a:lnTo>
                      <a:pt x="121" y="111"/>
                    </a:lnTo>
                    <a:lnTo>
                      <a:pt x="121" y="109"/>
                    </a:lnTo>
                    <a:lnTo>
                      <a:pt x="119" y="109"/>
                    </a:lnTo>
                    <a:lnTo>
                      <a:pt x="119" y="111"/>
                    </a:lnTo>
                    <a:lnTo>
                      <a:pt x="119" y="111"/>
                    </a:lnTo>
                    <a:lnTo>
                      <a:pt x="119" y="109"/>
                    </a:lnTo>
                    <a:lnTo>
                      <a:pt x="116" y="109"/>
                    </a:lnTo>
                    <a:lnTo>
                      <a:pt x="116" y="109"/>
                    </a:lnTo>
                    <a:lnTo>
                      <a:pt x="116" y="109"/>
                    </a:lnTo>
                    <a:lnTo>
                      <a:pt x="116" y="111"/>
                    </a:lnTo>
                    <a:lnTo>
                      <a:pt x="116" y="111"/>
                    </a:lnTo>
                    <a:lnTo>
                      <a:pt x="114" y="111"/>
                    </a:lnTo>
                    <a:lnTo>
                      <a:pt x="114" y="113"/>
                    </a:lnTo>
                    <a:lnTo>
                      <a:pt x="114" y="113"/>
                    </a:lnTo>
                    <a:lnTo>
                      <a:pt x="114" y="113"/>
                    </a:lnTo>
                    <a:lnTo>
                      <a:pt x="112" y="113"/>
                    </a:lnTo>
                    <a:lnTo>
                      <a:pt x="112" y="113"/>
                    </a:lnTo>
                    <a:lnTo>
                      <a:pt x="109" y="113"/>
                    </a:lnTo>
                    <a:lnTo>
                      <a:pt x="109" y="111"/>
                    </a:lnTo>
                    <a:lnTo>
                      <a:pt x="109" y="111"/>
                    </a:lnTo>
                    <a:lnTo>
                      <a:pt x="109" y="111"/>
                    </a:lnTo>
                    <a:lnTo>
                      <a:pt x="107" y="111"/>
                    </a:lnTo>
                    <a:lnTo>
                      <a:pt x="107" y="111"/>
                    </a:lnTo>
                    <a:lnTo>
                      <a:pt x="107" y="111"/>
                    </a:lnTo>
                    <a:lnTo>
                      <a:pt x="107" y="111"/>
                    </a:lnTo>
                    <a:lnTo>
                      <a:pt x="104" y="111"/>
                    </a:lnTo>
                    <a:lnTo>
                      <a:pt x="104" y="111"/>
                    </a:lnTo>
                    <a:lnTo>
                      <a:pt x="102" y="111"/>
                    </a:lnTo>
                    <a:lnTo>
                      <a:pt x="102" y="111"/>
                    </a:lnTo>
                    <a:lnTo>
                      <a:pt x="102" y="111"/>
                    </a:lnTo>
                    <a:lnTo>
                      <a:pt x="102" y="111"/>
                    </a:lnTo>
                    <a:lnTo>
                      <a:pt x="100" y="111"/>
                    </a:lnTo>
                    <a:lnTo>
                      <a:pt x="100" y="111"/>
                    </a:lnTo>
                    <a:lnTo>
                      <a:pt x="100" y="111"/>
                    </a:lnTo>
                    <a:lnTo>
                      <a:pt x="97" y="111"/>
                    </a:lnTo>
                    <a:lnTo>
                      <a:pt x="97" y="111"/>
                    </a:lnTo>
                    <a:lnTo>
                      <a:pt x="95" y="111"/>
                    </a:lnTo>
                    <a:lnTo>
                      <a:pt x="95" y="111"/>
                    </a:lnTo>
                    <a:lnTo>
                      <a:pt x="95" y="111"/>
                    </a:lnTo>
                    <a:lnTo>
                      <a:pt x="95" y="111"/>
                    </a:lnTo>
                    <a:lnTo>
                      <a:pt x="93" y="111"/>
                    </a:lnTo>
                    <a:lnTo>
                      <a:pt x="93" y="109"/>
                    </a:lnTo>
                    <a:lnTo>
                      <a:pt x="93" y="109"/>
                    </a:lnTo>
                    <a:lnTo>
                      <a:pt x="90" y="109"/>
                    </a:lnTo>
                    <a:lnTo>
                      <a:pt x="90" y="109"/>
                    </a:lnTo>
                    <a:lnTo>
                      <a:pt x="90" y="109"/>
                    </a:lnTo>
                    <a:lnTo>
                      <a:pt x="90" y="109"/>
                    </a:lnTo>
                    <a:lnTo>
                      <a:pt x="90" y="106"/>
                    </a:lnTo>
                    <a:lnTo>
                      <a:pt x="88" y="106"/>
                    </a:lnTo>
                    <a:lnTo>
                      <a:pt x="88" y="106"/>
                    </a:lnTo>
                    <a:lnTo>
                      <a:pt x="88" y="106"/>
                    </a:lnTo>
                    <a:lnTo>
                      <a:pt x="88" y="106"/>
                    </a:lnTo>
                    <a:lnTo>
                      <a:pt x="88" y="104"/>
                    </a:lnTo>
                    <a:lnTo>
                      <a:pt x="88" y="104"/>
                    </a:lnTo>
                    <a:lnTo>
                      <a:pt x="88" y="104"/>
                    </a:lnTo>
                    <a:lnTo>
                      <a:pt x="88" y="104"/>
                    </a:lnTo>
                    <a:lnTo>
                      <a:pt x="88" y="102"/>
                    </a:lnTo>
                    <a:lnTo>
                      <a:pt x="88" y="102"/>
                    </a:lnTo>
                    <a:lnTo>
                      <a:pt x="88" y="102"/>
                    </a:lnTo>
                    <a:lnTo>
                      <a:pt x="88" y="102"/>
                    </a:lnTo>
                    <a:lnTo>
                      <a:pt x="88" y="99"/>
                    </a:lnTo>
                    <a:lnTo>
                      <a:pt x="88" y="99"/>
                    </a:lnTo>
                    <a:lnTo>
                      <a:pt x="88" y="99"/>
                    </a:lnTo>
                    <a:lnTo>
                      <a:pt x="88" y="97"/>
                    </a:lnTo>
                    <a:lnTo>
                      <a:pt x="88" y="97"/>
                    </a:lnTo>
                    <a:lnTo>
                      <a:pt x="88" y="97"/>
                    </a:lnTo>
                    <a:lnTo>
                      <a:pt x="88" y="97"/>
                    </a:lnTo>
                    <a:lnTo>
                      <a:pt x="90" y="97"/>
                    </a:lnTo>
                    <a:lnTo>
                      <a:pt x="90" y="97"/>
                    </a:lnTo>
                    <a:lnTo>
                      <a:pt x="90" y="97"/>
                    </a:lnTo>
                    <a:lnTo>
                      <a:pt x="90" y="97"/>
                    </a:lnTo>
                    <a:lnTo>
                      <a:pt x="90" y="97"/>
                    </a:lnTo>
                    <a:lnTo>
                      <a:pt x="90" y="97"/>
                    </a:lnTo>
                    <a:lnTo>
                      <a:pt x="90" y="94"/>
                    </a:lnTo>
                    <a:lnTo>
                      <a:pt x="90" y="94"/>
                    </a:lnTo>
                    <a:lnTo>
                      <a:pt x="88" y="94"/>
                    </a:lnTo>
                    <a:lnTo>
                      <a:pt x="88" y="94"/>
                    </a:lnTo>
                    <a:lnTo>
                      <a:pt x="88" y="94"/>
                    </a:lnTo>
                    <a:lnTo>
                      <a:pt x="88" y="94"/>
                    </a:lnTo>
                    <a:lnTo>
                      <a:pt x="88" y="94"/>
                    </a:lnTo>
                    <a:lnTo>
                      <a:pt x="86" y="94"/>
                    </a:lnTo>
                    <a:lnTo>
                      <a:pt x="86" y="92"/>
                    </a:lnTo>
                    <a:lnTo>
                      <a:pt x="86" y="92"/>
                    </a:lnTo>
                    <a:lnTo>
                      <a:pt x="83" y="92"/>
                    </a:lnTo>
                    <a:lnTo>
                      <a:pt x="83" y="92"/>
                    </a:lnTo>
                    <a:lnTo>
                      <a:pt x="86" y="92"/>
                    </a:lnTo>
                    <a:lnTo>
                      <a:pt x="86" y="92"/>
                    </a:lnTo>
                    <a:lnTo>
                      <a:pt x="86" y="90"/>
                    </a:lnTo>
                    <a:lnTo>
                      <a:pt x="86" y="90"/>
                    </a:lnTo>
                    <a:lnTo>
                      <a:pt x="86" y="90"/>
                    </a:lnTo>
                    <a:lnTo>
                      <a:pt x="86" y="87"/>
                    </a:lnTo>
                    <a:lnTo>
                      <a:pt x="86" y="87"/>
                    </a:lnTo>
                    <a:lnTo>
                      <a:pt x="86" y="87"/>
                    </a:lnTo>
                    <a:lnTo>
                      <a:pt x="86" y="85"/>
                    </a:lnTo>
                    <a:lnTo>
                      <a:pt x="86" y="85"/>
                    </a:lnTo>
                    <a:lnTo>
                      <a:pt x="83" y="85"/>
                    </a:lnTo>
                    <a:lnTo>
                      <a:pt x="83" y="85"/>
                    </a:lnTo>
                    <a:lnTo>
                      <a:pt x="83" y="85"/>
                    </a:lnTo>
                    <a:lnTo>
                      <a:pt x="83" y="85"/>
                    </a:lnTo>
                    <a:lnTo>
                      <a:pt x="83" y="85"/>
                    </a:lnTo>
                    <a:lnTo>
                      <a:pt x="81" y="85"/>
                    </a:lnTo>
                    <a:lnTo>
                      <a:pt x="81" y="85"/>
                    </a:lnTo>
                    <a:lnTo>
                      <a:pt x="81" y="85"/>
                    </a:lnTo>
                    <a:lnTo>
                      <a:pt x="78" y="85"/>
                    </a:lnTo>
                    <a:lnTo>
                      <a:pt x="78" y="85"/>
                    </a:lnTo>
                    <a:lnTo>
                      <a:pt x="76" y="85"/>
                    </a:lnTo>
                    <a:lnTo>
                      <a:pt x="76" y="85"/>
                    </a:lnTo>
                    <a:lnTo>
                      <a:pt x="76" y="85"/>
                    </a:lnTo>
                    <a:lnTo>
                      <a:pt x="74" y="85"/>
                    </a:lnTo>
                    <a:lnTo>
                      <a:pt x="74" y="85"/>
                    </a:lnTo>
                    <a:lnTo>
                      <a:pt x="74" y="85"/>
                    </a:lnTo>
                    <a:lnTo>
                      <a:pt x="71" y="85"/>
                    </a:lnTo>
                    <a:lnTo>
                      <a:pt x="71" y="83"/>
                    </a:lnTo>
                    <a:lnTo>
                      <a:pt x="71" y="83"/>
                    </a:lnTo>
                    <a:lnTo>
                      <a:pt x="71" y="83"/>
                    </a:lnTo>
                    <a:lnTo>
                      <a:pt x="69" y="83"/>
                    </a:lnTo>
                    <a:lnTo>
                      <a:pt x="69" y="80"/>
                    </a:lnTo>
                    <a:lnTo>
                      <a:pt x="69" y="80"/>
                    </a:lnTo>
                    <a:lnTo>
                      <a:pt x="69" y="80"/>
                    </a:lnTo>
                    <a:lnTo>
                      <a:pt x="69" y="78"/>
                    </a:lnTo>
                    <a:lnTo>
                      <a:pt x="69" y="78"/>
                    </a:lnTo>
                    <a:lnTo>
                      <a:pt x="67" y="78"/>
                    </a:lnTo>
                    <a:lnTo>
                      <a:pt x="67" y="78"/>
                    </a:lnTo>
                    <a:lnTo>
                      <a:pt x="67" y="78"/>
                    </a:lnTo>
                    <a:lnTo>
                      <a:pt x="67" y="78"/>
                    </a:lnTo>
                    <a:lnTo>
                      <a:pt x="67" y="78"/>
                    </a:lnTo>
                    <a:lnTo>
                      <a:pt x="64" y="78"/>
                    </a:lnTo>
                    <a:lnTo>
                      <a:pt x="64" y="78"/>
                    </a:lnTo>
                    <a:lnTo>
                      <a:pt x="64" y="78"/>
                    </a:lnTo>
                    <a:lnTo>
                      <a:pt x="62" y="78"/>
                    </a:lnTo>
                    <a:lnTo>
                      <a:pt x="62" y="78"/>
                    </a:lnTo>
                    <a:lnTo>
                      <a:pt x="62" y="76"/>
                    </a:lnTo>
                    <a:lnTo>
                      <a:pt x="62" y="76"/>
                    </a:lnTo>
                    <a:lnTo>
                      <a:pt x="60" y="76"/>
                    </a:lnTo>
                    <a:lnTo>
                      <a:pt x="60" y="76"/>
                    </a:lnTo>
                    <a:lnTo>
                      <a:pt x="60" y="76"/>
                    </a:lnTo>
                    <a:lnTo>
                      <a:pt x="60" y="76"/>
                    </a:lnTo>
                    <a:lnTo>
                      <a:pt x="60" y="76"/>
                    </a:lnTo>
                    <a:lnTo>
                      <a:pt x="60" y="73"/>
                    </a:lnTo>
                    <a:lnTo>
                      <a:pt x="57" y="73"/>
                    </a:lnTo>
                    <a:lnTo>
                      <a:pt x="57" y="73"/>
                    </a:lnTo>
                    <a:lnTo>
                      <a:pt x="57" y="73"/>
                    </a:lnTo>
                    <a:lnTo>
                      <a:pt x="57" y="71"/>
                    </a:lnTo>
                    <a:lnTo>
                      <a:pt x="55" y="71"/>
                    </a:lnTo>
                    <a:lnTo>
                      <a:pt x="55" y="73"/>
                    </a:lnTo>
                    <a:lnTo>
                      <a:pt x="55" y="73"/>
                    </a:lnTo>
                    <a:lnTo>
                      <a:pt x="55" y="73"/>
                    </a:lnTo>
                    <a:lnTo>
                      <a:pt x="55" y="76"/>
                    </a:lnTo>
                    <a:lnTo>
                      <a:pt x="55" y="76"/>
                    </a:lnTo>
                    <a:lnTo>
                      <a:pt x="52" y="76"/>
                    </a:lnTo>
                    <a:lnTo>
                      <a:pt x="52" y="76"/>
                    </a:lnTo>
                    <a:lnTo>
                      <a:pt x="50" y="76"/>
                    </a:lnTo>
                    <a:lnTo>
                      <a:pt x="50" y="76"/>
                    </a:lnTo>
                    <a:lnTo>
                      <a:pt x="50" y="76"/>
                    </a:lnTo>
                    <a:lnTo>
                      <a:pt x="48" y="76"/>
                    </a:lnTo>
                    <a:lnTo>
                      <a:pt x="48" y="76"/>
                    </a:lnTo>
                    <a:lnTo>
                      <a:pt x="48" y="76"/>
                    </a:lnTo>
                    <a:lnTo>
                      <a:pt x="45" y="76"/>
                    </a:lnTo>
                    <a:lnTo>
                      <a:pt x="45" y="76"/>
                    </a:lnTo>
                    <a:lnTo>
                      <a:pt x="45" y="76"/>
                    </a:lnTo>
                    <a:lnTo>
                      <a:pt x="48" y="76"/>
                    </a:lnTo>
                    <a:lnTo>
                      <a:pt x="48" y="76"/>
                    </a:lnTo>
                    <a:lnTo>
                      <a:pt x="48" y="78"/>
                    </a:lnTo>
                    <a:lnTo>
                      <a:pt x="48" y="78"/>
                    </a:lnTo>
                    <a:lnTo>
                      <a:pt x="50" y="78"/>
                    </a:lnTo>
                    <a:lnTo>
                      <a:pt x="50" y="78"/>
                    </a:lnTo>
                    <a:lnTo>
                      <a:pt x="50" y="80"/>
                    </a:lnTo>
                    <a:lnTo>
                      <a:pt x="48" y="80"/>
                    </a:lnTo>
                    <a:lnTo>
                      <a:pt x="48" y="80"/>
                    </a:lnTo>
                    <a:lnTo>
                      <a:pt x="48" y="80"/>
                    </a:lnTo>
                    <a:lnTo>
                      <a:pt x="45" y="80"/>
                    </a:lnTo>
                    <a:lnTo>
                      <a:pt x="45" y="80"/>
                    </a:lnTo>
                    <a:lnTo>
                      <a:pt x="43" y="80"/>
                    </a:lnTo>
                    <a:lnTo>
                      <a:pt x="43" y="78"/>
                    </a:lnTo>
                    <a:lnTo>
                      <a:pt x="43" y="78"/>
                    </a:lnTo>
                    <a:lnTo>
                      <a:pt x="43" y="78"/>
                    </a:lnTo>
                    <a:lnTo>
                      <a:pt x="43" y="80"/>
                    </a:lnTo>
                    <a:lnTo>
                      <a:pt x="41" y="80"/>
                    </a:lnTo>
                    <a:lnTo>
                      <a:pt x="41" y="80"/>
                    </a:lnTo>
                    <a:lnTo>
                      <a:pt x="41" y="80"/>
                    </a:lnTo>
                    <a:lnTo>
                      <a:pt x="41" y="83"/>
                    </a:lnTo>
                    <a:lnTo>
                      <a:pt x="41" y="83"/>
                    </a:lnTo>
                    <a:lnTo>
                      <a:pt x="41" y="83"/>
                    </a:lnTo>
                    <a:lnTo>
                      <a:pt x="41" y="83"/>
                    </a:lnTo>
                    <a:lnTo>
                      <a:pt x="41" y="85"/>
                    </a:lnTo>
                    <a:lnTo>
                      <a:pt x="41" y="85"/>
                    </a:lnTo>
                    <a:lnTo>
                      <a:pt x="41" y="85"/>
                    </a:lnTo>
                    <a:lnTo>
                      <a:pt x="38" y="85"/>
                    </a:lnTo>
                    <a:lnTo>
                      <a:pt x="38" y="85"/>
                    </a:lnTo>
                    <a:lnTo>
                      <a:pt x="38" y="87"/>
                    </a:lnTo>
                    <a:lnTo>
                      <a:pt x="38" y="87"/>
                    </a:lnTo>
                    <a:lnTo>
                      <a:pt x="36" y="87"/>
                    </a:lnTo>
                    <a:lnTo>
                      <a:pt x="36" y="87"/>
                    </a:lnTo>
                    <a:lnTo>
                      <a:pt x="36" y="87"/>
                    </a:lnTo>
                    <a:lnTo>
                      <a:pt x="33" y="87"/>
                    </a:lnTo>
                    <a:lnTo>
                      <a:pt x="33" y="87"/>
                    </a:lnTo>
                    <a:lnTo>
                      <a:pt x="33" y="87"/>
                    </a:lnTo>
                    <a:lnTo>
                      <a:pt x="33" y="87"/>
                    </a:lnTo>
                    <a:lnTo>
                      <a:pt x="31" y="87"/>
                    </a:lnTo>
                    <a:lnTo>
                      <a:pt x="31" y="87"/>
                    </a:lnTo>
                    <a:lnTo>
                      <a:pt x="31" y="90"/>
                    </a:lnTo>
                    <a:lnTo>
                      <a:pt x="29" y="90"/>
                    </a:lnTo>
                    <a:lnTo>
                      <a:pt x="29" y="90"/>
                    </a:lnTo>
                    <a:lnTo>
                      <a:pt x="29" y="90"/>
                    </a:lnTo>
                    <a:lnTo>
                      <a:pt x="29" y="92"/>
                    </a:lnTo>
                    <a:lnTo>
                      <a:pt x="29" y="92"/>
                    </a:lnTo>
                    <a:lnTo>
                      <a:pt x="29" y="92"/>
                    </a:lnTo>
                    <a:lnTo>
                      <a:pt x="26" y="92"/>
                    </a:lnTo>
                    <a:lnTo>
                      <a:pt x="26" y="94"/>
                    </a:lnTo>
                    <a:lnTo>
                      <a:pt x="26" y="94"/>
                    </a:lnTo>
                    <a:lnTo>
                      <a:pt x="26" y="94"/>
                    </a:lnTo>
                    <a:lnTo>
                      <a:pt x="24" y="94"/>
                    </a:lnTo>
                    <a:lnTo>
                      <a:pt x="24" y="94"/>
                    </a:lnTo>
                    <a:lnTo>
                      <a:pt x="22" y="94"/>
                    </a:lnTo>
                    <a:lnTo>
                      <a:pt x="22" y="94"/>
                    </a:lnTo>
                    <a:lnTo>
                      <a:pt x="22" y="94"/>
                    </a:lnTo>
                    <a:lnTo>
                      <a:pt x="22" y="94"/>
                    </a:lnTo>
                    <a:lnTo>
                      <a:pt x="22" y="94"/>
                    </a:lnTo>
                    <a:lnTo>
                      <a:pt x="19" y="94"/>
                    </a:lnTo>
                    <a:lnTo>
                      <a:pt x="19" y="97"/>
                    </a:lnTo>
                    <a:lnTo>
                      <a:pt x="19" y="97"/>
                    </a:lnTo>
                    <a:lnTo>
                      <a:pt x="19" y="99"/>
                    </a:lnTo>
                    <a:lnTo>
                      <a:pt x="19" y="99"/>
                    </a:lnTo>
                    <a:lnTo>
                      <a:pt x="22" y="99"/>
                    </a:lnTo>
                    <a:lnTo>
                      <a:pt x="22" y="102"/>
                    </a:lnTo>
                    <a:lnTo>
                      <a:pt x="22" y="102"/>
                    </a:lnTo>
                    <a:lnTo>
                      <a:pt x="22" y="102"/>
                    </a:lnTo>
                    <a:lnTo>
                      <a:pt x="22" y="104"/>
                    </a:lnTo>
                    <a:lnTo>
                      <a:pt x="22" y="104"/>
                    </a:lnTo>
                    <a:lnTo>
                      <a:pt x="22" y="104"/>
                    </a:lnTo>
                    <a:lnTo>
                      <a:pt x="22" y="106"/>
                    </a:lnTo>
                    <a:lnTo>
                      <a:pt x="22" y="106"/>
                    </a:lnTo>
                    <a:lnTo>
                      <a:pt x="22" y="106"/>
                    </a:lnTo>
                    <a:lnTo>
                      <a:pt x="24" y="106"/>
                    </a:lnTo>
                    <a:lnTo>
                      <a:pt x="24" y="109"/>
                    </a:lnTo>
                    <a:lnTo>
                      <a:pt x="22" y="109"/>
                    </a:lnTo>
                    <a:lnTo>
                      <a:pt x="22" y="109"/>
                    </a:lnTo>
                    <a:lnTo>
                      <a:pt x="22" y="109"/>
                    </a:lnTo>
                    <a:lnTo>
                      <a:pt x="22" y="111"/>
                    </a:lnTo>
                    <a:lnTo>
                      <a:pt x="22" y="111"/>
                    </a:lnTo>
                    <a:lnTo>
                      <a:pt x="19" y="111"/>
                    </a:lnTo>
                    <a:lnTo>
                      <a:pt x="19" y="111"/>
                    </a:lnTo>
                    <a:lnTo>
                      <a:pt x="17" y="111"/>
                    </a:lnTo>
                    <a:lnTo>
                      <a:pt x="17" y="109"/>
                    </a:lnTo>
                    <a:lnTo>
                      <a:pt x="17" y="109"/>
                    </a:lnTo>
                    <a:lnTo>
                      <a:pt x="17" y="109"/>
                    </a:lnTo>
                    <a:lnTo>
                      <a:pt x="15" y="109"/>
                    </a:lnTo>
                    <a:lnTo>
                      <a:pt x="15" y="109"/>
                    </a:lnTo>
                    <a:lnTo>
                      <a:pt x="15" y="109"/>
                    </a:lnTo>
                    <a:lnTo>
                      <a:pt x="12" y="109"/>
                    </a:lnTo>
                    <a:lnTo>
                      <a:pt x="12" y="109"/>
                    </a:lnTo>
                    <a:lnTo>
                      <a:pt x="10" y="109"/>
                    </a:lnTo>
                    <a:lnTo>
                      <a:pt x="10" y="109"/>
                    </a:lnTo>
                    <a:lnTo>
                      <a:pt x="10" y="109"/>
                    </a:lnTo>
                    <a:lnTo>
                      <a:pt x="7" y="109"/>
                    </a:lnTo>
                    <a:lnTo>
                      <a:pt x="7" y="109"/>
                    </a:lnTo>
                    <a:lnTo>
                      <a:pt x="7" y="109"/>
                    </a:lnTo>
                    <a:lnTo>
                      <a:pt x="5" y="109"/>
                    </a:lnTo>
                    <a:lnTo>
                      <a:pt x="5" y="109"/>
                    </a:lnTo>
                    <a:lnTo>
                      <a:pt x="3" y="109"/>
                    </a:lnTo>
                    <a:lnTo>
                      <a:pt x="3" y="109"/>
                    </a:lnTo>
                    <a:lnTo>
                      <a:pt x="3" y="109"/>
                    </a:lnTo>
                    <a:lnTo>
                      <a:pt x="3" y="109"/>
                    </a:lnTo>
                    <a:lnTo>
                      <a:pt x="0" y="109"/>
                    </a:lnTo>
                    <a:lnTo>
                      <a:pt x="0" y="109"/>
                    </a:lnTo>
                    <a:lnTo>
                      <a:pt x="0" y="109"/>
                    </a:lnTo>
                    <a:lnTo>
                      <a:pt x="0" y="106"/>
                    </a:lnTo>
                    <a:lnTo>
                      <a:pt x="0" y="106"/>
                    </a:lnTo>
                    <a:lnTo>
                      <a:pt x="0" y="104"/>
                    </a:lnTo>
                    <a:lnTo>
                      <a:pt x="0" y="104"/>
                    </a:lnTo>
                    <a:lnTo>
                      <a:pt x="0" y="104"/>
                    </a:lnTo>
                    <a:lnTo>
                      <a:pt x="0" y="102"/>
                    </a:lnTo>
                    <a:lnTo>
                      <a:pt x="0" y="102"/>
                    </a:lnTo>
                    <a:lnTo>
                      <a:pt x="0" y="99"/>
                    </a:lnTo>
                    <a:lnTo>
                      <a:pt x="0" y="99"/>
                    </a:lnTo>
                    <a:lnTo>
                      <a:pt x="0" y="97"/>
                    </a:lnTo>
                    <a:lnTo>
                      <a:pt x="0" y="97"/>
                    </a:lnTo>
                    <a:lnTo>
                      <a:pt x="0" y="94"/>
                    </a:lnTo>
                    <a:lnTo>
                      <a:pt x="0" y="94"/>
                    </a:lnTo>
                    <a:lnTo>
                      <a:pt x="0" y="94"/>
                    </a:lnTo>
                    <a:lnTo>
                      <a:pt x="0" y="92"/>
                    </a:lnTo>
                    <a:lnTo>
                      <a:pt x="0" y="92"/>
                    </a:lnTo>
                    <a:lnTo>
                      <a:pt x="0" y="90"/>
                    </a:lnTo>
                    <a:lnTo>
                      <a:pt x="0" y="90"/>
                    </a:lnTo>
                    <a:lnTo>
                      <a:pt x="0" y="87"/>
                    </a:lnTo>
                    <a:lnTo>
                      <a:pt x="0" y="87"/>
                    </a:lnTo>
                    <a:lnTo>
                      <a:pt x="0" y="85"/>
                    </a:lnTo>
                    <a:lnTo>
                      <a:pt x="0" y="85"/>
                    </a:lnTo>
                    <a:lnTo>
                      <a:pt x="0" y="85"/>
                    </a:lnTo>
                    <a:lnTo>
                      <a:pt x="0" y="83"/>
                    </a:lnTo>
                    <a:lnTo>
                      <a:pt x="0" y="83"/>
                    </a:lnTo>
                    <a:lnTo>
                      <a:pt x="0" y="80"/>
                    </a:lnTo>
                    <a:lnTo>
                      <a:pt x="0" y="80"/>
                    </a:lnTo>
                    <a:lnTo>
                      <a:pt x="0" y="78"/>
                    </a:lnTo>
                    <a:lnTo>
                      <a:pt x="0" y="78"/>
                    </a:lnTo>
                    <a:lnTo>
                      <a:pt x="0" y="76"/>
                    </a:lnTo>
                    <a:lnTo>
                      <a:pt x="0" y="76"/>
                    </a:lnTo>
                    <a:lnTo>
                      <a:pt x="0" y="76"/>
                    </a:lnTo>
                    <a:lnTo>
                      <a:pt x="0" y="73"/>
                    </a:lnTo>
                    <a:lnTo>
                      <a:pt x="0" y="73"/>
                    </a:lnTo>
                    <a:lnTo>
                      <a:pt x="0" y="71"/>
                    </a:lnTo>
                    <a:lnTo>
                      <a:pt x="0" y="71"/>
                    </a:lnTo>
                    <a:lnTo>
                      <a:pt x="0" y="68"/>
                    </a:lnTo>
                    <a:lnTo>
                      <a:pt x="0" y="68"/>
                    </a:lnTo>
                    <a:lnTo>
                      <a:pt x="0" y="66"/>
                    </a:lnTo>
                    <a:lnTo>
                      <a:pt x="0" y="66"/>
                    </a:lnTo>
                    <a:lnTo>
                      <a:pt x="0" y="64"/>
                    </a:lnTo>
                    <a:lnTo>
                      <a:pt x="0" y="64"/>
                    </a:lnTo>
                    <a:lnTo>
                      <a:pt x="0" y="64"/>
                    </a:lnTo>
                    <a:lnTo>
                      <a:pt x="0" y="61"/>
                    </a:lnTo>
                    <a:lnTo>
                      <a:pt x="0" y="61"/>
                    </a:lnTo>
                    <a:lnTo>
                      <a:pt x="0" y="59"/>
                    </a:lnTo>
                    <a:lnTo>
                      <a:pt x="0" y="59"/>
                    </a:lnTo>
                    <a:lnTo>
                      <a:pt x="0" y="57"/>
                    </a:lnTo>
                    <a:lnTo>
                      <a:pt x="0" y="57"/>
                    </a:lnTo>
                    <a:lnTo>
                      <a:pt x="0" y="54"/>
                    </a:lnTo>
                    <a:lnTo>
                      <a:pt x="0" y="54"/>
                    </a:lnTo>
                    <a:lnTo>
                      <a:pt x="0" y="54"/>
                    </a:lnTo>
                    <a:lnTo>
                      <a:pt x="0" y="52"/>
                    </a:lnTo>
                    <a:lnTo>
                      <a:pt x="0" y="52"/>
                    </a:lnTo>
                    <a:lnTo>
                      <a:pt x="0" y="49"/>
                    </a:lnTo>
                    <a:lnTo>
                      <a:pt x="0" y="49"/>
                    </a:lnTo>
                    <a:lnTo>
                      <a:pt x="0" y="47"/>
                    </a:lnTo>
                    <a:lnTo>
                      <a:pt x="0" y="47"/>
                    </a:lnTo>
                    <a:lnTo>
                      <a:pt x="0" y="45"/>
                    </a:lnTo>
                    <a:lnTo>
                      <a:pt x="0" y="45"/>
                    </a:lnTo>
                    <a:lnTo>
                      <a:pt x="0" y="45"/>
                    </a:lnTo>
                    <a:lnTo>
                      <a:pt x="0" y="42"/>
                    </a:lnTo>
                    <a:lnTo>
                      <a:pt x="0" y="42"/>
                    </a:lnTo>
                    <a:lnTo>
                      <a:pt x="0" y="40"/>
                    </a:lnTo>
                    <a:lnTo>
                      <a:pt x="0" y="40"/>
                    </a:lnTo>
                    <a:lnTo>
                      <a:pt x="0" y="38"/>
                    </a:lnTo>
                    <a:lnTo>
                      <a:pt x="0" y="38"/>
                    </a:lnTo>
                    <a:lnTo>
                      <a:pt x="0" y="35"/>
                    </a:lnTo>
                    <a:lnTo>
                      <a:pt x="0" y="35"/>
                    </a:lnTo>
                    <a:lnTo>
                      <a:pt x="0" y="35"/>
                    </a:lnTo>
                    <a:lnTo>
                      <a:pt x="0" y="33"/>
                    </a:lnTo>
                    <a:lnTo>
                      <a:pt x="0" y="33"/>
                    </a:lnTo>
                    <a:lnTo>
                      <a:pt x="0" y="30"/>
                    </a:lnTo>
                    <a:lnTo>
                      <a:pt x="0" y="30"/>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4"/>
                    </a:lnTo>
                    <a:lnTo>
                      <a:pt x="0" y="14"/>
                    </a:lnTo>
                    <a:lnTo>
                      <a:pt x="0" y="14"/>
                    </a:lnTo>
                    <a:lnTo>
                      <a:pt x="3" y="14"/>
                    </a:lnTo>
                    <a:lnTo>
                      <a:pt x="3" y="14"/>
                    </a:lnTo>
                    <a:lnTo>
                      <a:pt x="3" y="14"/>
                    </a:lnTo>
                    <a:lnTo>
                      <a:pt x="3" y="14"/>
                    </a:lnTo>
                    <a:lnTo>
                      <a:pt x="3" y="14"/>
                    </a:lnTo>
                    <a:lnTo>
                      <a:pt x="5" y="14"/>
                    </a:lnTo>
                    <a:lnTo>
                      <a:pt x="5" y="14"/>
                    </a:lnTo>
                    <a:lnTo>
                      <a:pt x="7" y="14"/>
                    </a:lnTo>
                    <a:lnTo>
                      <a:pt x="7" y="14"/>
                    </a:lnTo>
                    <a:lnTo>
                      <a:pt x="7" y="14"/>
                    </a:lnTo>
                    <a:lnTo>
                      <a:pt x="10" y="14"/>
                    </a:lnTo>
                    <a:lnTo>
                      <a:pt x="10" y="12"/>
                    </a:lnTo>
                    <a:lnTo>
                      <a:pt x="10" y="12"/>
                    </a:lnTo>
                    <a:lnTo>
                      <a:pt x="10" y="12"/>
                    </a:lnTo>
                    <a:lnTo>
                      <a:pt x="12" y="12"/>
                    </a:lnTo>
                    <a:lnTo>
                      <a:pt x="12" y="12"/>
                    </a:lnTo>
                    <a:lnTo>
                      <a:pt x="12" y="12"/>
                    </a:lnTo>
                    <a:lnTo>
                      <a:pt x="15" y="12"/>
                    </a:lnTo>
                    <a:lnTo>
                      <a:pt x="15" y="12"/>
                    </a:lnTo>
                    <a:lnTo>
                      <a:pt x="15" y="12"/>
                    </a:lnTo>
                    <a:lnTo>
                      <a:pt x="17" y="12"/>
                    </a:lnTo>
                    <a:lnTo>
                      <a:pt x="17" y="9"/>
                    </a:lnTo>
                    <a:lnTo>
                      <a:pt x="17" y="9"/>
                    </a:lnTo>
                    <a:lnTo>
                      <a:pt x="17" y="9"/>
                    </a:lnTo>
                    <a:lnTo>
                      <a:pt x="19" y="9"/>
                    </a:lnTo>
                    <a:lnTo>
                      <a:pt x="19" y="9"/>
                    </a:lnTo>
                    <a:lnTo>
                      <a:pt x="22" y="9"/>
                    </a:lnTo>
                    <a:lnTo>
                      <a:pt x="22" y="9"/>
                    </a:lnTo>
                    <a:lnTo>
                      <a:pt x="22" y="9"/>
                    </a:lnTo>
                    <a:lnTo>
                      <a:pt x="22" y="9"/>
                    </a:lnTo>
                    <a:lnTo>
                      <a:pt x="24" y="9"/>
                    </a:lnTo>
                    <a:lnTo>
                      <a:pt x="24" y="9"/>
                    </a:lnTo>
                    <a:lnTo>
                      <a:pt x="24" y="7"/>
                    </a:lnTo>
                    <a:lnTo>
                      <a:pt x="26" y="7"/>
                    </a:lnTo>
                    <a:lnTo>
                      <a:pt x="26" y="7"/>
                    </a:lnTo>
                    <a:lnTo>
                      <a:pt x="26" y="7"/>
                    </a:lnTo>
                    <a:lnTo>
                      <a:pt x="29" y="7"/>
                    </a:lnTo>
                    <a:lnTo>
                      <a:pt x="29" y="7"/>
                    </a:lnTo>
                    <a:lnTo>
                      <a:pt x="29" y="7"/>
                    </a:lnTo>
                    <a:lnTo>
                      <a:pt x="29" y="7"/>
                    </a:lnTo>
                    <a:lnTo>
                      <a:pt x="31" y="7"/>
                    </a:lnTo>
                    <a:lnTo>
                      <a:pt x="31" y="7"/>
                    </a:lnTo>
                    <a:lnTo>
                      <a:pt x="33" y="7"/>
                    </a:lnTo>
                    <a:lnTo>
                      <a:pt x="33" y="4"/>
                    </a:lnTo>
                    <a:lnTo>
                      <a:pt x="33" y="4"/>
                    </a:lnTo>
                    <a:lnTo>
                      <a:pt x="33" y="4"/>
                    </a:lnTo>
                    <a:lnTo>
                      <a:pt x="36" y="4"/>
                    </a:lnTo>
                    <a:lnTo>
                      <a:pt x="36" y="4"/>
                    </a:lnTo>
                    <a:lnTo>
                      <a:pt x="36" y="4"/>
                    </a:lnTo>
                    <a:lnTo>
                      <a:pt x="36" y="4"/>
                    </a:lnTo>
                    <a:lnTo>
                      <a:pt x="38" y="4"/>
                    </a:lnTo>
                    <a:lnTo>
                      <a:pt x="38" y="4"/>
                    </a:lnTo>
                    <a:lnTo>
                      <a:pt x="41" y="4"/>
                    </a:lnTo>
                    <a:lnTo>
                      <a:pt x="41" y="4"/>
                    </a:lnTo>
                    <a:lnTo>
                      <a:pt x="41" y="4"/>
                    </a:lnTo>
                    <a:lnTo>
                      <a:pt x="41" y="4"/>
                    </a:lnTo>
                    <a:lnTo>
                      <a:pt x="43" y="4"/>
                    </a:lnTo>
                    <a:lnTo>
                      <a:pt x="43" y="4"/>
                    </a:lnTo>
                    <a:lnTo>
                      <a:pt x="43" y="4"/>
                    </a:lnTo>
                    <a:lnTo>
                      <a:pt x="45" y="4"/>
                    </a:lnTo>
                    <a:lnTo>
                      <a:pt x="45" y="2"/>
                    </a:lnTo>
                    <a:lnTo>
                      <a:pt x="45" y="2"/>
                    </a:lnTo>
                    <a:lnTo>
                      <a:pt x="48" y="2"/>
                    </a:lnTo>
                    <a:lnTo>
                      <a:pt x="48" y="2"/>
                    </a:lnTo>
                    <a:lnTo>
                      <a:pt x="48" y="2"/>
                    </a:lnTo>
                    <a:lnTo>
                      <a:pt x="48" y="2"/>
                    </a:lnTo>
                    <a:lnTo>
                      <a:pt x="50" y="2"/>
                    </a:lnTo>
                    <a:lnTo>
                      <a:pt x="50" y="2"/>
                    </a:lnTo>
                    <a:lnTo>
                      <a:pt x="50" y="2"/>
                    </a:lnTo>
                    <a:lnTo>
                      <a:pt x="52" y="2"/>
                    </a:lnTo>
                    <a:lnTo>
                      <a:pt x="52" y="0"/>
                    </a:lnTo>
                    <a:lnTo>
                      <a:pt x="52" y="0"/>
                    </a:lnTo>
                    <a:lnTo>
                      <a:pt x="55" y="0"/>
                    </a:lnTo>
                    <a:lnTo>
                      <a:pt x="55" y="0"/>
                    </a:lnTo>
                    <a:lnTo>
                      <a:pt x="55" y="0"/>
                    </a:lnTo>
                    <a:lnTo>
                      <a:pt x="55" y="2"/>
                    </a:lnTo>
                    <a:lnTo>
                      <a:pt x="55" y="2"/>
                    </a:lnTo>
                    <a:lnTo>
                      <a:pt x="55" y="2"/>
                    </a:lnTo>
                    <a:lnTo>
                      <a:pt x="55" y="4"/>
                    </a:lnTo>
                    <a:lnTo>
                      <a:pt x="55" y="4"/>
                    </a:lnTo>
                    <a:lnTo>
                      <a:pt x="55" y="4"/>
                    </a:lnTo>
                    <a:lnTo>
                      <a:pt x="55" y="4"/>
                    </a:lnTo>
                    <a:lnTo>
                      <a:pt x="52" y="4"/>
                    </a:lnTo>
                    <a:lnTo>
                      <a:pt x="52" y="7"/>
                    </a:lnTo>
                    <a:lnTo>
                      <a:pt x="52" y="7"/>
                    </a:lnTo>
                    <a:lnTo>
                      <a:pt x="52" y="7"/>
                    </a:lnTo>
                    <a:lnTo>
                      <a:pt x="50" y="7"/>
                    </a:lnTo>
                    <a:lnTo>
                      <a:pt x="50" y="9"/>
                    </a:lnTo>
                    <a:lnTo>
                      <a:pt x="50" y="9"/>
                    </a:lnTo>
                    <a:lnTo>
                      <a:pt x="50" y="9"/>
                    </a:lnTo>
                    <a:lnTo>
                      <a:pt x="50" y="12"/>
                    </a:lnTo>
                    <a:lnTo>
                      <a:pt x="50" y="12"/>
                    </a:lnTo>
                    <a:lnTo>
                      <a:pt x="50" y="14"/>
                    </a:lnTo>
                    <a:lnTo>
                      <a:pt x="50" y="14"/>
                    </a:lnTo>
                    <a:lnTo>
                      <a:pt x="50" y="14"/>
                    </a:lnTo>
                    <a:lnTo>
                      <a:pt x="48" y="14"/>
                    </a:lnTo>
                    <a:lnTo>
                      <a:pt x="48" y="14"/>
                    </a:lnTo>
                    <a:lnTo>
                      <a:pt x="48" y="16"/>
                    </a:lnTo>
                    <a:lnTo>
                      <a:pt x="48" y="16"/>
                    </a:lnTo>
                    <a:lnTo>
                      <a:pt x="48" y="16"/>
                    </a:lnTo>
                    <a:lnTo>
                      <a:pt x="48" y="19"/>
                    </a:lnTo>
                    <a:lnTo>
                      <a:pt x="48" y="19"/>
                    </a:lnTo>
                    <a:lnTo>
                      <a:pt x="48" y="19"/>
                    </a:lnTo>
                    <a:lnTo>
                      <a:pt x="48" y="21"/>
                    </a:lnTo>
                    <a:lnTo>
                      <a:pt x="48" y="21"/>
                    </a:lnTo>
                    <a:lnTo>
                      <a:pt x="48" y="21"/>
                    </a:lnTo>
                    <a:lnTo>
                      <a:pt x="48" y="23"/>
                    </a:lnTo>
                    <a:lnTo>
                      <a:pt x="48" y="23"/>
                    </a:lnTo>
                    <a:lnTo>
                      <a:pt x="48" y="23"/>
                    </a:lnTo>
                    <a:lnTo>
                      <a:pt x="50" y="23"/>
                    </a:lnTo>
                    <a:lnTo>
                      <a:pt x="50" y="26"/>
                    </a:lnTo>
                    <a:lnTo>
                      <a:pt x="50" y="26"/>
                    </a:lnTo>
                    <a:lnTo>
                      <a:pt x="48" y="26"/>
                    </a:lnTo>
                    <a:lnTo>
                      <a:pt x="48" y="26"/>
                    </a:lnTo>
                    <a:lnTo>
                      <a:pt x="48" y="26"/>
                    </a:lnTo>
                    <a:lnTo>
                      <a:pt x="48" y="28"/>
                    </a:lnTo>
                    <a:lnTo>
                      <a:pt x="48" y="28"/>
                    </a:lnTo>
                    <a:lnTo>
                      <a:pt x="48" y="30"/>
                    </a:lnTo>
                    <a:lnTo>
                      <a:pt x="48" y="30"/>
                    </a:lnTo>
                    <a:lnTo>
                      <a:pt x="48" y="33"/>
                    </a:lnTo>
                    <a:lnTo>
                      <a:pt x="48" y="33"/>
                    </a:lnTo>
                    <a:lnTo>
                      <a:pt x="48" y="33"/>
                    </a:lnTo>
                    <a:lnTo>
                      <a:pt x="50" y="33"/>
                    </a:lnTo>
                    <a:lnTo>
                      <a:pt x="50" y="35"/>
                    </a:lnTo>
                    <a:lnTo>
                      <a:pt x="50" y="35"/>
                    </a:lnTo>
                    <a:lnTo>
                      <a:pt x="50" y="35"/>
                    </a:lnTo>
                    <a:lnTo>
                      <a:pt x="50" y="35"/>
                    </a:lnTo>
                    <a:lnTo>
                      <a:pt x="50" y="35"/>
                    </a:lnTo>
                    <a:lnTo>
                      <a:pt x="50" y="38"/>
                    </a:lnTo>
                    <a:lnTo>
                      <a:pt x="50" y="38"/>
                    </a:lnTo>
                    <a:lnTo>
                      <a:pt x="50" y="40"/>
                    </a:lnTo>
                    <a:lnTo>
                      <a:pt x="50" y="40"/>
                    </a:lnTo>
                    <a:lnTo>
                      <a:pt x="50" y="42"/>
                    </a:lnTo>
                    <a:lnTo>
                      <a:pt x="50" y="42"/>
                    </a:lnTo>
                    <a:lnTo>
                      <a:pt x="50" y="42"/>
                    </a:lnTo>
                    <a:lnTo>
                      <a:pt x="50" y="45"/>
                    </a:lnTo>
                    <a:lnTo>
                      <a:pt x="50" y="45"/>
                    </a:lnTo>
                    <a:lnTo>
                      <a:pt x="50" y="45"/>
                    </a:lnTo>
                    <a:lnTo>
                      <a:pt x="52" y="45"/>
                    </a:lnTo>
                    <a:lnTo>
                      <a:pt x="52" y="45"/>
                    </a:lnTo>
                    <a:lnTo>
                      <a:pt x="52" y="45"/>
                    </a:lnTo>
                    <a:lnTo>
                      <a:pt x="55" y="45"/>
                    </a:lnTo>
                    <a:lnTo>
                      <a:pt x="55" y="45"/>
                    </a:lnTo>
                    <a:lnTo>
                      <a:pt x="55" y="45"/>
                    </a:lnTo>
                    <a:lnTo>
                      <a:pt x="57" y="45"/>
                    </a:lnTo>
                    <a:lnTo>
                      <a:pt x="57" y="45"/>
                    </a:lnTo>
                    <a:lnTo>
                      <a:pt x="57" y="45"/>
                    </a:lnTo>
                    <a:lnTo>
                      <a:pt x="57" y="45"/>
                    </a:lnTo>
                    <a:lnTo>
                      <a:pt x="57" y="45"/>
                    </a:lnTo>
                    <a:lnTo>
                      <a:pt x="57" y="42"/>
                    </a:lnTo>
                    <a:lnTo>
                      <a:pt x="57" y="42"/>
                    </a:lnTo>
                    <a:lnTo>
                      <a:pt x="57" y="42"/>
                    </a:lnTo>
                    <a:lnTo>
                      <a:pt x="60" y="42"/>
                    </a:lnTo>
                    <a:lnTo>
                      <a:pt x="60" y="40"/>
                    </a:lnTo>
                    <a:lnTo>
                      <a:pt x="60" y="40"/>
                    </a:lnTo>
                    <a:lnTo>
                      <a:pt x="60" y="40"/>
                    </a:lnTo>
                    <a:lnTo>
                      <a:pt x="60" y="42"/>
                    </a:lnTo>
                    <a:lnTo>
                      <a:pt x="62" y="42"/>
                    </a:lnTo>
                    <a:lnTo>
                      <a:pt x="62" y="42"/>
                    </a:lnTo>
                    <a:lnTo>
                      <a:pt x="62" y="42"/>
                    </a:lnTo>
                    <a:lnTo>
                      <a:pt x="62" y="42"/>
                    </a:lnTo>
                    <a:lnTo>
                      <a:pt x="64" y="42"/>
                    </a:lnTo>
                    <a:lnTo>
                      <a:pt x="64" y="45"/>
                    </a:lnTo>
                    <a:lnTo>
                      <a:pt x="64" y="45"/>
                    </a:lnTo>
                    <a:lnTo>
                      <a:pt x="64" y="45"/>
                    </a:lnTo>
                    <a:lnTo>
                      <a:pt x="67" y="45"/>
                    </a:lnTo>
                    <a:lnTo>
                      <a:pt x="67" y="45"/>
                    </a:lnTo>
                    <a:lnTo>
                      <a:pt x="67" y="42"/>
                    </a:lnTo>
                    <a:lnTo>
                      <a:pt x="67" y="42"/>
                    </a:lnTo>
                    <a:lnTo>
                      <a:pt x="67" y="42"/>
                    </a:lnTo>
                    <a:lnTo>
                      <a:pt x="67" y="45"/>
                    </a:lnTo>
                    <a:lnTo>
                      <a:pt x="69" y="45"/>
                    </a:lnTo>
                    <a:lnTo>
                      <a:pt x="69" y="45"/>
                    </a:lnTo>
                    <a:lnTo>
                      <a:pt x="69" y="42"/>
                    </a:lnTo>
                    <a:lnTo>
                      <a:pt x="69" y="42"/>
                    </a:lnTo>
                    <a:lnTo>
                      <a:pt x="71" y="42"/>
                    </a:lnTo>
                    <a:lnTo>
                      <a:pt x="71" y="42"/>
                    </a:lnTo>
                    <a:lnTo>
                      <a:pt x="74" y="42"/>
                    </a:lnTo>
                    <a:lnTo>
                      <a:pt x="74" y="42"/>
                    </a:lnTo>
                    <a:lnTo>
                      <a:pt x="74" y="42"/>
                    </a:lnTo>
                    <a:lnTo>
                      <a:pt x="74" y="42"/>
                    </a:lnTo>
                    <a:lnTo>
                      <a:pt x="76" y="42"/>
                    </a:lnTo>
                    <a:lnTo>
                      <a:pt x="76" y="42"/>
                    </a:lnTo>
                    <a:lnTo>
                      <a:pt x="76" y="45"/>
                    </a:lnTo>
                    <a:lnTo>
                      <a:pt x="74" y="45"/>
                    </a:lnTo>
                    <a:lnTo>
                      <a:pt x="74" y="45"/>
                    </a:lnTo>
                    <a:lnTo>
                      <a:pt x="76" y="45"/>
                    </a:lnTo>
                    <a:lnTo>
                      <a:pt x="76" y="45"/>
                    </a:lnTo>
                    <a:lnTo>
                      <a:pt x="76" y="47"/>
                    </a:lnTo>
                    <a:lnTo>
                      <a:pt x="76" y="47"/>
                    </a:lnTo>
                    <a:lnTo>
                      <a:pt x="76" y="47"/>
                    </a:lnTo>
                    <a:lnTo>
                      <a:pt x="76" y="47"/>
                    </a:lnTo>
                    <a:lnTo>
                      <a:pt x="78" y="47"/>
                    </a:lnTo>
                    <a:lnTo>
                      <a:pt x="78" y="47"/>
                    </a:lnTo>
                    <a:lnTo>
                      <a:pt x="81" y="47"/>
                    </a:lnTo>
                    <a:lnTo>
                      <a:pt x="81" y="47"/>
                    </a:lnTo>
                    <a:lnTo>
                      <a:pt x="81" y="47"/>
                    </a:lnTo>
                    <a:lnTo>
                      <a:pt x="83" y="47"/>
                    </a:lnTo>
                    <a:lnTo>
                      <a:pt x="83" y="49"/>
                    </a:lnTo>
                    <a:lnTo>
                      <a:pt x="83" y="49"/>
                    </a:lnTo>
                    <a:lnTo>
                      <a:pt x="83" y="52"/>
                    </a:lnTo>
                    <a:lnTo>
                      <a:pt x="83" y="52"/>
                    </a:lnTo>
                    <a:lnTo>
                      <a:pt x="81" y="52"/>
                    </a:lnTo>
                    <a:lnTo>
                      <a:pt x="81" y="52"/>
                    </a:lnTo>
                    <a:lnTo>
                      <a:pt x="81" y="52"/>
                    </a:lnTo>
                    <a:lnTo>
                      <a:pt x="81" y="52"/>
                    </a:lnTo>
                    <a:lnTo>
                      <a:pt x="78" y="52"/>
                    </a:lnTo>
                    <a:lnTo>
                      <a:pt x="78" y="52"/>
                    </a:lnTo>
                    <a:lnTo>
                      <a:pt x="78" y="54"/>
                    </a:lnTo>
                    <a:lnTo>
                      <a:pt x="81" y="54"/>
                    </a:lnTo>
                    <a:lnTo>
                      <a:pt x="81" y="54"/>
                    </a:lnTo>
                    <a:lnTo>
                      <a:pt x="81" y="54"/>
                    </a:lnTo>
                    <a:lnTo>
                      <a:pt x="81" y="54"/>
                    </a:lnTo>
                    <a:lnTo>
                      <a:pt x="81" y="54"/>
                    </a:lnTo>
                    <a:lnTo>
                      <a:pt x="83" y="54"/>
                    </a:lnTo>
                    <a:lnTo>
                      <a:pt x="83" y="54"/>
                    </a:lnTo>
                    <a:lnTo>
                      <a:pt x="83" y="54"/>
                    </a:lnTo>
                    <a:lnTo>
                      <a:pt x="83" y="52"/>
                    </a:lnTo>
                    <a:lnTo>
                      <a:pt x="83" y="52"/>
                    </a:lnTo>
                    <a:lnTo>
                      <a:pt x="86" y="52"/>
                    </a:lnTo>
                    <a:lnTo>
                      <a:pt x="86" y="49"/>
                    </a:lnTo>
                    <a:lnTo>
                      <a:pt x="86" y="49"/>
                    </a:lnTo>
                    <a:lnTo>
                      <a:pt x="86" y="47"/>
                    </a:lnTo>
                    <a:lnTo>
                      <a:pt x="86" y="47"/>
                    </a:lnTo>
                    <a:lnTo>
                      <a:pt x="86" y="47"/>
                    </a:lnTo>
                    <a:lnTo>
                      <a:pt x="86" y="45"/>
                    </a:lnTo>
                    <a:lnTo>
                      <a:pt x="88" y="45"/>
                    </a:lnTo>
                    <a:lnTo>
                      <a:pt x="88" y="45"/>
                    </a:lnTo>
                    <a:lnTo>
                      <a:pt x="88" y="45"/>
                    </a:lnTo>
                    <a:lnTo>
                      <a:pt x="88" y="45"/>
                    </a:lnTo>
                    <a:lnTo>
                      <a:pt x="88" y="45"/>
                    </a:lnTo>
                    <a:lnTo>
                      <a:pt x="88" y="42"/>
                    </a:lnTo>
                    <a:lnTo>
                      <a:pt x="90" y="42"/>
                    </a:lnTo>
                    <a:lnTo>
                      <a:pt x="90" y="42"/>
                    </a:lnTo>
                    <a:lnTo>
                      <a:pt x="90" y="42"/>
                    </a:lnTo>
                    <a:lnTo>
                      <a:pt x="90" y="42"/>
                    </a:lnTo>
                    <a:lnTo>
                      <a:pt x="90" y="42"/>
                    </a:lnTo>
                    <a:lnTo>
                      <a:pt x="93" y="42"/>
                    </a:lnTo>
                    <a:lnTo>
                      <a:pt x="93" y="42"/>
                    </a:lnTo>
                    <a:lnTo>
                      <a:pt x="93" y="40"/>
                    </a:lnTo>
                    <a:lnTo>
                      <a:pt x="93" y="40"/>
                    </a:lnTo>
                    <a:lnTo>
                      <a:pt x="95" y="40"/>
                    </a:lnTo>
                    <a:lnTo>
                      <a:pt x="95" y="40"/>
                    </a:lnTo>
                    <a:lnTo>
                      <a:pt x="95" y="40"/>
                    </a:lnTo>
                    <a:lnTo>
                      <a:pt x="95" y="40"/>
                    </a:lnTo>
                    <a:lnTo>
                      <a:pt x="97" y="40"/>
                    </a:lnTo>
                    <a:lnTo>
                      <a:pt x="97" y="38"/>
                    </a:lnTo>
                    <a:lnTo>
                      <a:pt x="97" y="38"/>
                    </a:lnTo>
                    <a:lnTo>
                      <a:pt x="100" y="38"/>
                    </a:lnTo>
                    <a:lnTo>
                      <a:pt x="100" y="38"/>
                    </a:lnTo>
                    <a:lnTo>
                      <a:pt x="100" y="38"/>
                    </a:lnTo>
                    <a:lnTo>
                      <a:pt x="100" y="38"/>
                    </a:lnTo>
                    <a:lnTo>
                      <a:pt x="100" y="35"/>
                    </a:lnTo>
                    <a:lnTo>
                      <a:pt x="102" y="35"/>
                    </a:lnTo>
                    <a:lnTo>
                      <a:pt x="102" y="35"/>
                    </a:lnTo>
                    <a:lnTo>
                      <a:pt x="102" y="35"/>
                    </a:lnTo>
                    <a:lnTo>
                      <a:pt x="102" y="35"/>
                    </a:lnTo>
                    <a:lnTo>
                      <a:pt x="102" y="35"/>
                    </a:lnTo>
                    <a:lnTo>
                      <a:pt x="102" y="33"/>
                    </a:lnTo>
                    <a:lnTo>
                      <a:pt x="104" y="33"/>
                    </a:lnTo>
                    <a:lnTo>
                      <a:pt x="104" y="33"/>
                    </a:lnTo>
                    <a:lnTo>
                      <a:pt x="104" y="33"/>
                    </a:lnTo>
                    <a:lnTo>
                      <a:pt x="107" y="33"/>
                    </a:lnTo>
                    <a:lnTo>
                      <a:pt x="107" y="33"/>
                    </a:lnTo>
                    <a:lnTo>
                      <a:pt x="107" y="33"/>
                    </a:lnTo>
                    <a:lnTo>
                      <a:pt x="107" y="30"/>
                    </a:lnTo>
                    <a:lnTo>
                      <a:pt x="109" y="30"/>
                    </a:lnTo>
                    <a:lnTo>
                      <a:pt x="109" y="30"/>
                    </a:lnTo>
                    <a:lnTo>
                      <a:pt x="109" y="33"/>
                    </a:lnTo>
                    <a:lnTo>
                      <a:pt x="109" y="33"/>
                    </a:lnTo>
                    <a:lnTo>
                      <a:pt x="109" y="35"/>
                    </a:lnTo>
                    <a:lnTo>
                      <a:pt x="109" y="35"/>
                    </a:lnTo>
                    <a:lnTo>
                      <a:pt x="109" y="35"/>
                    </a:lnTo>
                    <a:lnTo>
                      <a:pt x="112" y="35"/>
                    </a:lnTo>
                    <a:lnTo>
                      <a:pt x="112" y="35"/>
                    </a:lnTo>
                    <a:lnTo>
                      <a:pt x="112" y="35"/>
                    </a:lnTo>
                    <a:lnTo>
                      <a:pt x="112" y="38"/>
                    </a:lnTo>
                    <a:lnTo>
                      <a:pt x="114" y="38"/>
                    </a:lnTo>
                    <a:lnTo>
                      <a:pt x="114" y="38"/>
                    </a:lnTo>
                    <a:lnTo>
                      <a:pt x="114" y="38"/>
                    </a:lnTo>
                    <a:lnTo>
                      <a:pt x="114" y="38"/>
                    </a:lnTo>
                    <a:lnTo>
                      <a:pt x="114" y="40"/>
                    </a:lnTo>
                    <a:lnTo>
                      <a:pt x="116" y="40"/>
                    </a:lnTo>
                    <a:lnTo>
                      <a:pt x="116" y="40"/>
                    </a:lnTo>
                    <a:lnTo>
                      <a:pt x="116" y="40"/>
                    </a:lnTo>
                    <a:lnTo>
                      <a:pt x="116" y="42"/>
                    </a:lnTo>
                    <a:lnTo>
                      <a:pt x="116" y="42"/>
                    </a:lnTo>
                    <a:lnTo>
                      <a:pt x="116" y="42"/>
                    </a:lnTo>
                    <a:lnTo>
                      <a:pt x="119" y="42"/>
                    </a:lnTo>
                    <a:lnTo>
                      <a:pt x="119" y="45"/>
                    </a:lnTo>
                    <a:lnTo>
                      <a:pt x="119" y="45"/>
                    </a:lnTo>
                    <a:lnTo>
                      <a:pt x="119" y="45"/>
                    </a:lnTo>
                    <a:lnTo>
                      <a:pt x="121" y="45"/>
                    </a:lnTo>
                    <a:lnTo>
                      <a:pt x="121" y="45"/>
                    </a:lnTo>
                    <a:lnTo>
                      <a:pt x="121" y="45"/>
                    </a:lnTo>
                    <a:lnTo>
                      <a:pt x="121" y="45"/>
                    </a:lnTo>
                    <a:lnTo>
                      <a:pt x="121" y="47"/>
                    </a:lnTo>
                    <a:lnTo>
                      <a:pt x="123" y="47"/>
                    </a:lnTo>
                    <a:lnTo>
                      <a:pt x="123" y="47"/>
                    </a:lnTo>
                    <a:lnTo>
                      <a:pt x="123" y="47"/>
                    </a:lnTo>
                    <a:lnTo>
                      <a:pt x="123" y="49"/>
                    </a:lnTo>
                    <a:lnTo>
                      <a:pt x="123" y="49"/>
                    </a:lnTo>
                    <a:lnTo>
                      <a:pt x="123" y="49"/>
                    </a:lnTo>
                    <a:lnTo>
                      <a:pt x="126" y="49"/>
                    </a:lnTo>
                    <a:lnTo>
                      <a:pt x="126" y="52"/>
                    </a:lnTo>
                    <a:lnTo>
                      <a:pt x="126" y="52"/>
                    </a:lnTo>
                    <a:lnTo>
                      <a:pt x="126" y="52"/>
                    </a:lnTo>
                    <a:lnTo>
                      <a:pt x="128" y="52"/>
                    </a:lnTo>
                    <a:lnTo>
                      <a:pt x="128" y="54"/>
                    </a:lnTo>
                    <a:lnTo>
                      <a:pt x="128" y="54"/>
                    </a:lnTo>
                    <a:lnTo>
                      <a:pt x="128" y="54"/>
                    </a:lnTo>
                    <a:lnTo>
                      <a:pt x="131" y="54"/>
                    </a:lnTo>
                    <a:lnTo>
                      <a:pt x="131" y="54"/>
                    </a:lnTo>
                    <a:lnTo>
                      <a:pt x="133" y="54"/>
                    </a:lnTo>
                    <a:lnTo>
                      <a:pt x="133" y="54"/>
                    </a:lnTo>
                    <a:lnTo>
                      <a:pt x="133" y="54"/>
                    </a:lnTo>
                    <a:lnTo>
                      <a:pt x="133" y="52"/>
                    </a:lnTo>
                    <a:lnTo>
                      <a:pt x="135" y="52"/>
                    </a:lnTo>
                    <a:lnTo>
                      <a:pt x="135" y="52"/>
                    </a:lnTo>
                    <a:lnTo>
                      <a:pt x="135" y="52"/>
                    </a:lnTo>
                    <a:lnTo>
                      <a:pt x="138" y="52"/>
                    </a:lnTo>
                    <a:lnTo>
                      <a:pt x="138" y="52"/>
                    </a:lnTo>
                    <a:lnTo>
                      <a:pt x="140" y="52"/>
                    </a:lnTo>
                    <a:lnTo>
                      <a:pt x="140" y="52"/>
                    </a:lnTo>
                    <a:lnTo>
                      <a:pt x="140" y="52"/>
                    </a:lnTo>
                    <a:lnTo>
                      <a:pt x="140" y="52"/>
                    </a:lnTo>
                    <a:lnTo>
                      <a:pt x="142" y="52"/>
                    </a:lnTo>
                    <a:lnTo>
                      <a:pt x="142" y="52"/>
                    </a:lnTo>
                    <a:lnTo>
                      <a:pt x="142" y="52"/>
                    </a:lnTo>
                    <a:lnTo>
                      <a:pt x="145" y="52"/>
                    </a:lnTo>
                    <a:lnTo>
                      <a:pt x="145" y="52"/>
                    </a:lnTo>
                    <a:lnTo>
                      <a:pt x="147" y="52"/>
                    </a:lnTo>
                    <a:lnTo>
                      <a:pt x="147" y="49"/>
                    </a:lnTo>
                    <a:lnTo>
                      <a:pt x="147" y="49"/>
                    </a:lnTo>
                    <a:lnTo>
                      <a:pt x="147" y="49"/>
                    </a:lnTo>
                    <a:lnTo>
                      <a:pt x="149" y="49"/>
                    </a:lnTo>
                    <a:lnTo>
                      <a:pt x="149" y="49"/>
                    </a:lnTo>
                    <a:lnTo>
                      <a:pt x="149" y="49"/>
                    </a:lnTo>
                    <a:lnTo>
                      <a:pt x="152" y="49"/>
                    </a:lnTo>
                    <a:lnTo>
                      <a:pt x="152" y="49"/>
                    </a:lnTo>
                    <a:lnTo>
                      <a:pt x="154" y="49"/>
                    </a:lnTo>
                    <a:lnTo>
                      <a:pt x="154" y="49"/>
                    </a:lnTo>
                    <a:lnTo>
                      <a:pt x="154" y="49"/>
                    </a:lnTo>
                    <a:lnTo>
                      <a:pt x="154" y="49"/>
                    </a:lnTo>
                    <a:lnTo>
                      <a:pt x="157" y="49"/>
                    </a:lnTo>
                    <a:lnTo>
                      <a:pt x="157" y="49"/>
                    </a:lnTo>
                    <a:lnTo>
                      <a:pt x="157" y="49"/>
                    </a:lnTo>
                    <a:lnTo>
                      <a:pt x="159" y="49"/>
                    </a:lnTo>
                    <a:lnTo>
                      <a:pt x="159" y="49"/>
                    </a:lnTo>
                    <a:lnTo>
                      <a:pt x="161" y="49"/>
                    </a:lnTo>
                    <a:lnTo>
                      <a:pt x="161" y="49"/>
                    </a:lnTo>
                    <a:lnTo>
                      <a:pt x="161" y="49"/>
                    </a:lnTo>
                    <a:lnTo>
                      <a:pt x="164" y="49"/>
                    </a:lnTo>
                    <a:lnTo>
                      <a:pt x="164" y="49"/>
                    </a:lnTo>
                    <a:lnTo>
                      <a:pt x="164" y="49"/>
                    </a:lnTo>
                    <a:lnTo>
                      <a:pt x="166" y="49"/>
                    </a:lnTo>
                    <a:lnTo>
                      <a:pt x="166" y="49"/>
                    </a:lnTo>
                    <a:lnTo>
                      <a:pt x="166" y="49"/>
                    </a:lnTo>
                    <a:lnTo>
                      <a:pt x="168" y="49"/>
                    </a:lnTo>
                    <a:lnTo>
                      <a:pt x="168" y="49"/>
                    </a:lnTo>
                    <a:lnTo>
                      <a:pt x="168" y="49"/>
                    </a:lnTo>
                    <a:lnTo>
                      <a:pt x="171" y="49"/>
                    </a:lnTo>
                    <a:lnTo>
                      <a:pt x="171" y="49"/>
                    </a:lnTo>
                    <a:lnTo>
                      <a:pt x="173" y="49"/>
                    </a:lnTo>
                    <a:lnTo>
                      <a:pt x="173" y="49"/>
                    </a:lnTo>
                    <a:lnTo>
                      <a:pt x="173" y="49"/>
                    </a:lnTo>
                    <a:lnTo>
                      <a:pt x="176" y="49"/>
                    </a:lnTo>
                    <a:lnTo>
                      <a:pt x="176" y="49"/>
                    </a:lnTo>
                    <a:lnTo>
                      <a:pt x="176" y="49"/>
                    </a:lnTo>
                    <a:lnTo>
                      <a:pt x="178" y="49"/>
                    </a:lnTo>
                    <a:lnTo>
                      <a:pt x="178" y="49"/>
                    </a:lnTo>
                    <a:lnTo>
                      <a:pt x="180" y="49"/>
                    </a:lnTo>
                    <a:lnTo>
                      <a:pt x="180" y="49"/>
                    </a:lnTo>
                    <a:lnTo>
                      <a:pt x="180" y="52"/>
                    </a:lnTo>
                    <a:lnTo>
                      <a:pt x="180" y="52"/>
                    </a:lnTo>
                    <a:lnTo>
                      <a:pt x="183" y="52"/>
                    </a:lnTo>
                    <a:lnTo>
                      <a:pt x="183" y="52"/>
                    </a:lnTo>
                    <a:lnTo>
                      <a:pt x="183" y="49"/>
                    </a:lnTo>
                    <a:lnTo>
                      <a:pt x="183" y="49"/>
                    </a:lnTo>
                    <a:lnTo>
                      <a:pt x="185" y="49"/>
                    </a:lnTo>
                    <a:lnTo>
                      <a:pt x="185" y="49"/>
                    </a:lnTo>
                    <a:lnTo>
                      <a:pt x="185" y="49"/>
                    </a:lnTo>
                    <a:lnTo>
                      <a:pt x="187" y="49"/>
                    </a:lnTo>
                    <a:lnTo>
                      <a:pt x="187" y="49"/>
                    </a:lnTo>
                    <a:lnTo>
                      <a:pt x="187" y="49"/>
                    </a:lnTo>
                    <a:lnTo>
                      <a:pt x="187" y="47"/>
                    </a:lnTo>
                    <a:lnTo>
                      <a:pt x="190" y="47"/>
                    </a:lnTo>
                    <a:lnTo>
                      <a:pt x="190" y="47"/>
                    </a:lnTo>
                    <a:lnTo>
                      <a:pt x="190" y="47"/>
                    </a:lnTo>
                    <a:lnTo>
                      <a:pt x="190" y="47"/>
                    </a:lnTo>
                    <a:lnTo>
                      <a:pt x="192" y="47"/>
                    </a:lnTo>
                    <a:lnTo>
                      <a:pt x="192" y="47"/>
                    </a:lnTo>
                    <a:lnTo>
                      <a:pt x="194" y="47"/>
                    </a:lnTo>
                    <a:lnTo>
                      <a:pt x="194" y="45"/>
                    </a:lnTo>
                    <a:lnTo>
                      <a:pt x="194" y="45"/>
                    </a:lnTo>
                    <a:lnTo>
                      <a:pt x="194" y="45"/>
                    </a:lnTo>
                    <a:lnTo>
                      <a:pt x="194" y="47"/>
                    </a:lnTo>
                    <a:lnTo>
                      <a:pt x="197" y="47"/>
                    </a:lnTo>
                    <a:lnTo>
                      <a:pt x="197" y="47"/>
                    </a:lnTo>
                    <a:lnTo>
                      <a:pt x="197" y="47"/>
                    </a:lnTo>
                    <a:lnTo>
                      <a:pt x="197" y="49"/>
                    </a:lnTo>
                    <a:lnTo>
                      <a:pt x="197" y="49"/>
                    </a:lnTo>
                    <a:lnTo>
                      <a:pt x="197" y="49"/>
                    </a:lnTo>
                    <a:lnTo>
                      <a:pt x="197" y="52"/>
                    </a:lnTo>
                    <a:lnTo>
                      <a:pt x="199" y="52"/>
                    </a:lnTo>
                    <a:lnTo>
                      <a:pt x="199" y="52"/>
                    </a:lnTo>
                    <a:lnTo>
                      <a:pt x="199" y="52"/>
                    </a:lnTo>
                    <a:lnTo>
                      <a:pt x="199" y="54"/>
                    </a:lnTo>
                    <a:lnTo>
                      <a:pt x="202" y="54"/>
                    </a:lnTo>
                    <a:lnTo>
                      <a:pt x="202" y="54"/>
                    </a:lnTo>
                    <a:lnTo>
                      <a:pt x="202" y="54"/>
                    </a:lnTo>
                    <a:lnTo>
                      <a:pt x="202" y="54"/>
                    </a:lnTo>
                    <a:lnTo>
                      <a:pt x="202" y="54"/>
                    </a:lnTo>
                    <a:lnTo>
                      <a:pt x="204" y="54"/>
                    </a:lnTo>
                    <a:lnTo>
                      <a:pt x="204" y="57"/>
                    </a:lnTo>
                    <a:lnTo>
                      <a:pt x="204" y="57"/>
                    </a:lnTo>
                    <a:lnTo>
                      <a:pt x="206" y="57"/>
                    </a:lnTo>
                    <a:lnTo>
                      <a:pt x="206" y="57"/>
                    </a:lnTo>
                    <a:lnTo>
                      <a:pt x="206" y="57"/>
                    </a:lnTo>
                    <a:lnTo>
                      <a:pt x="206" y="59"/>
                    </a:lnTo>
                    <a:lnTo>
                      <a:pt x="206" y="59"/>
                    </a:lnTo>
                    <a:lnTo>
                      <a:pt x="206" y="59"/>
                    </a:lnTo>
                    <a:lnTo>
                      <a:pt x="206" y="61"/>
                    </a:lnTo>
                    <a:lnTo>
                      <a:pt x="209" y="61"/>
                    </a:lnTo>
                    <a:lnTo>
                      <a:pt x="209" y="61"/>
                    </a:lnTo>
                    <a:lnTo>
                      <a:pt x="209" y="64"/>
                    </a:lnTo>
                    <a:lnTo>
                      <a:pt x="209" y="64"/>
                    </a:lnTo>
                    <a:lnTo>
                      <a:pt x="209" y="64"/>
                    </a:lnTo>
                    <a:lnTo>
                      <a:pt x="209" y="64"/>
                    </a:lnTo>
                    <a:lnTo>
                      <a:pt x="209" y="66"/>
                    </a:lnTo>
                    <a:lnTo>
                      <a:pt x="209" y="66"/>
                    </a:lnTo>
                    <a:lnTo>
                      <a:pt x="209" y="66"/>
                    </a:lnTo>
                    <a:lnTo>
                      <a:pt x="209" y="68"/>
                    </a:lnTo>
                    <a:lnTo>
                      <a:pt x="211" y="68"/>
                    </a:lnTo>
                    <a:lnTo>
                      <a:pt x="211" y="68"/>
                    </a:lnTo>
                    <a:lnTo>
                      <a:pt x="211" y="68"/>
                    </a:lnTo>
                    <a:lnTo>
                      <a:pt x="213" y="68"/>
                    </a:lnTo>
                    <a:lnTo>
                      <a:pt x="213" y="68"/>
                    </a:lnTo>
                    <a:lnTo>
                      <a:pt x="213" y="68"/>
                    </a:lnTo>
                    <a:lnTo>
                      <a:pt x="213" y="68"/>
                    </a:lnTo>
                    <a:lnTo>
                      <a:pt x="216" y="68"/>
                    </a:lnTo>
                    <a:lnTo>
                      <a:pt x="216" y="66"/>
                    </a:lnTo>
                    <a:lnTo>
                      <a:pt x="216" y="66"/>
                    </a:lnTo>
                    <a:lnTo>
                      <a:pt x="216" y="68"/>
                    </a:lnTo>
                    <a:lnTo>
                      <a:pt x="216" y="68"/>
                    </a:lnTo>
                    <a:lnTo>
                      <a:pt x="216" y="71"/>
                    </a:lnTo>
                    <a:lnTo>
                      <a:pt x="216" y="71"/>
                    </a:lnTo>
                    <a:lnTo>
                      <a:pt x="216" y="73"/>
                    </a:lnTo>
                    <a:lnTo>
                      <a:pt x="216" y="73"/>
                    </a:lnTo>
                    <a:lnTo>
                      <a:pt x="216" y="76"/>
                    </a:lnTo>
                    <a:lnTo>
                      <a:pt x="216" y="76"/>
                    </a:lnTo>
                    <a:lnTo>
                      <a:pt x="216" y="76"/>
                    </a:lnTo>
                    <a:lnTo>
                      <a:pt x="216" y="76"/>
                    </a:lnTo>
                    <a:lnTo>
                      <a:pt x="216" y="78"/>
                    </a:lnTo>
                    <a:lnTo>
                      <a:pt x="216" y="78"/>
                    </a:lnTo>
                    <a:lnTo>
                      <a:pt x="216" y="80"/>
                    </a:lnTo>
                    <a:lnTo>
                      <a:pt x="216" y="80"/>
                    </a:lnTo>
                    <a:lnTo>
                      <a:pt x="216" y="83"/>
                    </a:lnTo>
                    <a:lnTo>
                      <a:pt x="216" y="83"/>
                    </a:lnTo>
                    <a:lnTo>
                      <a:pt x="216" y="83"/>
                    </a:lnTo>
                    <a:lnTo>
                      <a:pt x="213" y="83"/>
                    </a:lnTo>
                    <a:lnTo>
                      <a:pt x="213" y="83"/>
                    </a:lnTo>
                    <a:lnTo>
                      <a:pt x="213" y="85"/>
                    </a:lnTo>
                    <a:lnTo>
                      <a:pt x="213" y="85"/>
                    </a:lnTo>
                    <a:lnTo>
                      <a:pt x="213" y="85"/>
                    </a:lnTo>
                    <a:lnTo>
                      <a:pt x="213" y="87"/>
                    </a:lnTo>
                    <a:lnTo>
                      <a:pt x="213" y="87"/>
                    </a:lnTo>
                    <a:lnTo>
                      <a:pt x="213" y="90"/>
                    </a:lnTo>
                    <a:lnTo>
                      <a:pt x="213" y="90"/>
                    </a:lnTo>
                    <a:lnTo>
                      <a:pt x="213" y="92"/>
                    </a:lnTo>
                    <a:lnTo>
                      <a:pt x="213" y="92"/>
                    </a:lnTo>
                    <a:lnTo>
                      <a:pt x="216" y="92"/>
                    </a:lnTo>
                    <a:lnTo>
                      <a:pt x="216" y="92"/>
                    </a:lnTo>
                    <a:lnTo>
                      <a:pt x="216" y="94"/>
                    </a:lnTo>
                    <a:lnTo>
                      <a:pt x="216" y="94"/>
                    </a:lnTo>
                    <a:lnTo>
                      <a:pt x="218" y="94"/>
                    </a:lnTo>
                    <a:lnTo>
                      <a:pt x="218" y="94"/>
                    </a:lnTo>
                    <a:lnTo>
                      <a:pt x="220" y="94"/>
                    </a:lnTo>
                    <a:lnTo>
                      <a:pt x="220" y="94"/>
                    </a:lnTo>
                    <a:lnTo>
                      <a:pt x="220" y="94"/>
                    </a:lnTo>
                    <a:lnTo>
                      <a:pt x="223" y="94"/>
                    </a:lnTo>
                    <a:lnTo>
                      <a:pt x="223" y="94"/>
                    </a:lnTo>
                    <a:lnTo>
                      <a:pt x="223" y="94"/>
                    </a:lnTo>
                    <a:lnTo>
                      <a:pt x="225" y="94"/>
                    </a:lnTo>
                    <a:lnTo>
                      <a:pt x="225" y="94"/>
                    </a:lnTo>
                    <a:lnTo>
                      <a:pt x="225" y="94"/>
                    </a:lnTo>
                    <a:lnTo>
                      <a:pt x="225" y="94"/>
                    </a:lnTo>
                    <a:lnTo>
                      <a:pt x="225" y="97"/>
                    </a:lnTo>
                    <a:lnTo>
                      <a:pt x="225" y="97"/>
                    </a:lnTo>
                    <a:lnTo>
                      <a:pt x="225" y="99"/>
                    </a:lnTo>
                    <a:lnTo>
                      <a:pt x="225" y="99"/>
                    </a:lnTo>
                    <a:lnTo>
                      <a:pt x="225" y="102"/>
                    </a:lnTo>
                    <a:lnTo>
                      <a:pt x="228" y="102"/>
                    </a:lnTo>
                    <a:lnTo>
                      <a:pt x="228" y="102"/>
                    </a:lnTo>
                    <a:lnTo>
                      <a:pt x="228" y="104"/>
                    </a:lnTo>
                    <a:lnTo>
                      <a:pt x="228" y="104"/>
                    </a:lnTo>
                    <a:lnTo>
                      <a:pt x="228" y="104"/>
                    </a:lnTo>
                    <a:lnTo>
                      <a:pt x="228" y="106"/>
                    </a:lnTo>
                    <a:lnTo>
                      <a:pt x="228" y="106"/>
                    </a:lnTo>
                    <a:lnTo>
                      <a:pt x="228" y="109"/>
                    </a:lnTo>
                    <a:lnTo>
                      <a:pt x="228" y="109"/>
                    </a:lnTo>
                    <a:lnTo>
                      <a:pt x="228" y="111"/>
                    </a:lnTo>
                    <a:lnTo>
                      <a:pt x="228" y="111"/>
                    </a:lnTo>
                    <a:lnTo>
                      <a:pt x="228" y="111"/>
                    </a:lnTo>
                    <a:lnTo>
                      <a:pt x="230" y="111"/>
                    </a:lnTo>
                    <a:lnTo>
                      <a:pt x="230" y="111"/>
                    </a:lnTo>
                    <a:lnTo>
                      <a:pt x="230" y="111"/>
                    </a:lnTo>
                    <a:lnTo>
                      <a:pt x="232" y="111"/>
                    </a:lnTo>
                    <a:lnTo>
                      <a:pt x="232" y="111"/>
                    </a:lnTo>
                    <a:lnTo>
                      <a:pt x="235" y="111"/>
                    </a:lnTo>
                    <a:lnTo>
                      <a:pt x="235" y="111"/>
                    </a:lnTo>
                    <a:lnTo>
                      <a:pt x="235" y="111"/>
                    </a:lnTo>
                    <a:lnTo>
                      <a:pt x="235" y="111"/>
                    </a:lnTo>
                    <a:lnTo>
                      <a:pt x="237" y="111"/>
                    </a:lnTo>
                    <a:lnTo>
                      <a:pt x="237" y="111"/>
                    </a:lnTo>
                    <a:lnTo>
                      <a:pt x="239" y="111"/>
                    </a:lnTo>
                    <a:lnTo>
                      <a:pt x="239" y="111"/>
                    </a:lnTo>
                    <a:lnTo>
                      <a:pt x="239" y="111"/>
                    </a:lnTo>
                    <a:lnTo>
                      <a:pt x="242" y="111"/>
                    </a:lnTo>
                    <a:lnTo>
                      <a:pt x="242" y="111"/>
                    </a:lnTo>
                    <a:lnTo>
                      <a:pt x="242" y="111"/>
                    </a:lnTo>
                    <a:lnTo>
                      <a:pt x="244" y="111"/>
                    </a:lnTo>
                    <a:lnTo>
                      <a:pt x="244" y="111"/>
                    </a:lnTo>
                    <a:lnTo>
                      <a:pt x="247" y="111"/>
                    </a:lnTo>
                    <a:lnTo>
                      <a:pt x="247" y="111"/>
                    </a:lnTo>
                    <a:lnTo>
                      <a:pt x="247" y="111"/>
                    </a:lnTo>
                    <a:lnTo>
                      <a:pt x="249" y="111"/>
                    </a:lnTo>
                    <a:lnTo>
                      <a:pt x="249" y="111"/>
                    </a:lnTo>
                    <a:lnTo>
                      <a:pt x="249" y="111"/>
                    </a:lnTo>
                    <a:lnTo>
                      <a:pt x="251" y="111"/>
                    </a:lnTo>
                    <a:lnTo>
                      <a:pt x="251" y="111"/>
                    </a:lnTo>
                    <a:lnTo>
                      <a:pt x="254" y="111"/>
                    </a:lnTo>
                    <a:lnTo>
                      <a:pt x="254" y="113"/>
                    </a:lnTo>
                    <a:lnTo>
                      <a:pt x="254" y="113"/>
                    </a:lnTo>
                    <a:lnTo>
                      <a:pt x="254" y="113"/>
                    </a:lnTo>
                    <a:lnTo>
                      <a:pt x="256" y="113"/>
                    </a:lnTo>
                    <a:lnTo>
                      <a:pt x="256" y="111"/>
                    </a:lnTo>
                    <a:lnTo>
                      <a:pt x="256" y="111"/>
                    </a:lnTo>
                    <a:lnTo>
                      <a:pt x="256" y="113"/>
                    </a:lnTo>
                    <a:lnTo>
                      <a:pt x="256" y="113"/>
                    </a:lnTo>
                    <a:lnTo>
                      <a:pt x="256" y="113"/>
                    </a:lnTo>
                    <a:lnTo>
                      <a:pt x="258" y="113"/>
                    </a:lnTo>
                    <a:lnTo>
                      <a:pt x="258" y="113"/>
                    </a:lnTo>
                    <a:lnTo>
                      <a:pt x="261" y="113"/>
                    </a:lnTo>
                    <a:lnTo>
                      <a:pt x="261" y="113"/>
                    </a:lnTo>
                    <a:lnTo>
                      <a:pt x="261" y="116"/>
                    </a:lnTo>
                    <a:lnTo>
                      <a:pt x="258" y="116"/>
                    </a:lnTo>
                    <a:lnTo>
                      <a:pt x="258" y="116"/>
                    </a:lnTo>
                    <a:lnTo>
                      <a:pt x="258" y="118"/>
                    </a:lnTo>
                    <a:lnTo>
                      <a:pt x="258" y="118"/>
                    </a:lnTo>
                    <a:lnTo>
                      <a:pt x="258" y="118"/>
                    </a:lnTo>
                    <a:lnTo>
                      <a:pt x="258" y="121"/>
                    </a:lnTo>
                    <a:lnTo>
                      <a:pt x="256" y="121"/>
                    </a:lnTo>
                    <a:lnTo>
                      <a:pt x="256" y="121"/>
                    </a:lnTo>
                    <a:lnTo>
                      <a:pt x="256" y="121"/>
                    </a:lnTo>
                    <a:lnTo>
                      <a:pt x="256" y="121"/>
                    </a:lnTo>
                    <a:lnTo>
                      <a:pt x="256" y="123"/>
                    </a:lnTo>
                    <a:lnTo>
                      <a:pt x="258" y="123"/>
                    </a:lnTo>
                    <a:lnTo>
                      <a:pt x="258" y="123"/>
                    </a:lnTo>
                    <a:lnTo>
                      <a:pt x="258" y="123"/>
                    </a:lnTo>
                    <a:lnTo>
                      <a:pt x="261" y="123"/>
                    </a:lnTo>
                    <a:lnTo>
                      <a:pt x="261" y="123"/>
                    </a:lnTo>
                    <a:lnTo>
                      <a:pt x="261" y="123"/>
                    </a:lnTo>
                    <a:lnTo>
                      <a:pt x="261" y="123"/>
                    </a:lnTo>
                    <a:lnTo>
                      <a:pt x="263" y="123"/>
                    </a:lnTo>
                    <a:lnTo>
                      <a:pt x="263" y="125"/>
                    </a:lnTo>
                    <a:lnTo>
                      <a:pt x="263" y="125"/>
                    </a:lnTo>
                    <a:lnTo>
                      <a:pt x="263" y="125"/>
                    </a:lnTo>
                    <a:lnTo>
                      <a:pt x="263" y="125"/>
                    </a:lnTo>
                    <a:lnTo>
                      <a:pt x="265" y="125"/>
                    </a:lnTo>
                    <a:lnTo>
                      <a:pt x="265" y="125"/>
                    </a:lnTo>
                    <a:lnTo>
                      <a:pt x="265" y="128"/>
                    </a:lnTo>
                    <a:lnTo>
                      <a:pt x="268" y="128"/>
                    </a:lnTo>
                    <a:lnTo>
                      <a:pt x="268" y="128"/>
                    </a:lnTo>
                    <a:lnTo>
                      <a:pt x="268" y="128"/>
                    </a:lnTo>
                    <a:lnTo>
                      <a:pt x="270" y="128"/>
                    </a:lnTo>
                    <a:lnTo>
                      <a:pt x="270" y="128"/>
                    </a:lnTo>
                    <a:lnTo>
                      <a:pt x="270" y="125"/>
                    </a:lnTo>
                    <a:lnTo>
                      <a:pt x="270" y="125"/>
                    </a:lnTo>
                    <a:lnTo>
                      <a:pt x="270" y="123"/>
                    </a:lnTo>
                    <a:lnTo>
                      <a:pt x="270" y="123"/>
                    </a:lnTo>
                    <a:lnTo>
                      <a:pt x="270" y="123"/>
                    </a:lnTo>
                    <a:lnTo>
                      <a:pt x="270" y="123"/>
                    </a:lnTo>
                    <a:lnTo>
                      <a:pt x="270" y="121"/>
                    </a:lnTo>
                    <a:lnTo>
                      <a:pt x="270" y="121"/>
                    </a:lnTo>
                    <a:lnTo>
                      <a:pt x="270" y="118"/>
                    </a:lnTo>
                    <a:lnTo>
                      <a:pt x="268" y="118"/>
                    </a:lnTo>
                    <a:lnTo>
                      <a:pt x="268" y="118"/>
                    </a:lnTo>
                    <a:lnTo>
                      <a:pt x="268" y="118"/>
                    </a:lnTo>
                    <a:lnTo>
                      <a:pt x="268" y="116"/>
                    </a:lnTo>
                    <a:lnTo>
                      <a:pt x="268" y="116"/>
                    </a:lnTo>
                    <a:lnTo>
                      <a:pt x="270" y="116"/>
                    </a:lnTo>
                    <a:lnTo>
                      <a:pt x="270" y="116"/>
                    </a:lnTo>
                    <a:lnTo>
                      <a:pt x="273" y="116"/>
                    </a:lnTo>
                    <a:lnTo>
                      <a:pt x="273" y="118"/>
                    </a:lnTo>
                    <a:lnTo>
                      <a:pt x="273" y="118"/>
                    </a:lnTo>
                    <a:lnTo>
                      <a:pt x="273" y="118"/>
                    </a:lnTo>
                    <a:lnTo>
                      <a:pt x="273" y="116"/>
                    </a:lnTo>
                    <a:lnTo>
                      <a:pt x="273" y="116"/>
                    </a:lnTo>
                    <a:lnTo>
                      <a:pt x="275" y="116"/>
                    </a:lnTo>
                    <a:lnTo>
                      <a:pt x="275" y="113"/>
                    </a:lnTo>
                    <a:lnTo>
                      <a:pt x="275" y="113"/>
                    </a:lnTo>
                    <a:lnTo>
                      <a:pt x="275" y="113"/>
                    </a:lnTo>
                    <a:lnTo>
                      <a:pt x="275" y="113"/>
                    </a:lnTo>
                    <a:lnTo>
                      <a:pt x="275" y="113"/>
                    </a:lnTo>
                    <a:lnTo>
                      <a:pt x="277" y="113"/>
                    </a:lnTo>
                    <a:lnTo>
                      <a:pt x="277" y="111"/>
                    </a:lnTo>
                    <a:lnTo>
                      <a:pt x="277" y="111"/>
                    </a:lnTo>
                    <a:lnTo>
                      <a:pt x="277" y="111"/>
                    </a:lnTo>
                    <a:lnTo>
                      <a:pt x="280" y="111"/>
                    </a:lnTo>
                    <a:lnTo>
                      <a:pt x="280" y="109"/>
                    </a:lnTo>
                    <a:lnTo>
                      <a:pt x="280" y="109"/>
                    </a:lnTo>
                    <a:lnTo>
                      <a:pt x="280" y="109"/>
                    </a:lnTo>
                    <a:lnTo>
                      <a:pt x="280" y="109"/>
                    </a:lnTo>
                    <a:lnTo>
                      <a:pt x="280" y="106"/>
                    </a:lnTo>
                    <a:lnTo>
                      <a:pt x="282" y="106"/>
                    </a:lnTo>
                    <a:lnTo>
                      <a:pt x="282" y="106"/>
                    </a:lnTo>
                    <a:lnTo>
                      <a:pt x="282" y="106"/>
                    </a:lnTo>
                    <a:lnTo>
                      <a:pt x="282" y="104"/>
                    </a:lnTo>
                    <a:lnTo>
                      <a:pt x="282" y="104"/>
                    </a:lnTo>
                    <a:lnTo>
                      <a:pt x="284" y="104"/>
                    </a:lnTo>
                    <a:lnTo>
                      <a:pt x="284" y="104"/>
                    </a:lnTo>
                    <a:lnTo>
                      <a:pt x="287" y="104"/>
                    </a:lnTo>
                    <a:lnTo>
                      <a:pt x="287" y="104"/>
                    </a:lnTo>
                    <a:lnTo>
                      <a:pt x="287" y="104"/>
                    </a:lnTo>
                    <a:lnTo>
                      <a:pt x="287" y="104"/>
                    </a:lnTo>
                    <a:lnTo>
                      <a:pt x="287" y="104"/>
                    </a:lnTo>
                    <a:lnTo>
                      <a:pt x="289" y="104"/>
                    </a:lnTo>
                    <a:lnTo>
                      <a:pt x="289" y="104"/>
                    </a:lnTo>
                    <a:lnTo>
                      <a:pt x="289" y="102"/>
                    </a:lnTo>
                    <a:lnTo>
                      <a:pt x="289" y="102"/>
                    </a:lnTo>
                    <a:lnTo>
                      <a:pt x="289" y="102"/>
                    </a:lnTo>
                    <a:lnTo>
                      <a:pt x="291" y="102"/>
                    </a:lnTo>
                    <a:lnTo>
                      <a:pt x="291" y="102"/>
                    </a:lnTo>
                    <a:lnTo>
                      <a:pt x="291" y="99"/>
                    </a:lnTo>
                    <a:lnTo>
                      <a:pt x="294" y="99"/>
                    </a:lnTo>
                    <a:lnTo>
                      <a:pt x="294" y="99"/>
                    </a:lnTo>
                    <a:lnTo>
                      <a:pt x="294" y="99"/>
                    </a:lnTo>
                    <a:lnTo>
                      <a:pt x="294" y="99"/>
                    </a:lnTo>
                    <a:lnTo>
                      <a:pt x="296" y="99"/>
                    </a:lnTo>
                    <a:lnTo>
                      <a:pt x="296" y="99"/>
                    </a:lnTo>
                    <a:lnTo>
                      <a:pt x="296" y="99"/>
                    </a:lnTo>
                    <a:lnTo>
                      <a:pt x="299" y="99"/>
                    </a:lnTo>
                    <a:lnTo>
                      <a:pt x="299" y="99"/>
                    </a:lnTo>
                    <a:lnTo>
                      <a:pt x="299" y="97"/>
                    </a:lnTo>
                    <a:lnTo>
                      <a:pt x="301" y="97"/>
                    </a:lnTo>
                    <a:lnTo>
                      <a:pt x="301" y="97"/>
                    </a:lnTo>
                    <a:lnTo>
                      <a:pt x="301" y="97"/>
                    </a:lnTo>
                    <a:lnTo>
                      <a:pt x="301" y="97"/>
                    </a:lnTo>
                    <a:lnTo>
                      <a:pt x="301" y="94"/>
                    </a:lnTo>
                    <a:lnTo>
                      <a:pt x="303" y="94"/>
                    </a:lnTo>
                    <a:lnTo>
                      <a:pt x="303" y="94"/>
                    </a:lnTo>
                    <a:lnTo>
                      <a:pt x="303" y="94"/>
                    </a:lnTo>
                    <a:lnTo>
                      <a:pt x="303" y="94"/>
                    </a:lnTo>
                    <a:lnTo>
                      <a:pt x="303" y="94"/>
                    </a:lnTo>
                    <a:lnTo>
                      <a:pt x="306" y="94"/>
                    </a:lnTo>
                    <a:lnTo>
                      <a:pt x="306" y="92"/>
                    </a:lnTo>
                    <a:lnTo>
                      <a:pt x="306" y="92"/>
                    </a:lnTo>
                    <a:lnTo>
                      <a:pt x="308" y="92"/>
                    </a:lnTo>
                    <a:lnTo>
                      <a:pt x="308" y="92"/>
                    </a:lnTo>
                    <a:lnTo>
                      <a:pt x="308" y="90"/>
                    </a:lnTo>
                    <a:lnTo>
                      <a:pt x="308" y="90"/>
                    </a:lnTo>
                    <a:lnTo>
                      <a:pt x="308" y="90"/>
                    </a:lnTo>
                    <a:lnTo>
                      <a:pt x="308" y="90"/>
                    </a:lnTo>
                    <a:lnTo>
                      <a:pt x="308" y="87"/>
                    </a:lnTo>
                    <a:lnTo>
                      <a:pt x="310" y="87"/>
                    </a:lnTo>
                    <a:lnTo>
                      <a:pt x="310" y="90"/>
                    </a:lnTo>
                    <a:lnTo>
                      <a:pt x="310" y="90"/>
                    </a:lnTo>
                    <a:lnTo>
                      <a:pt x="313" y="90"/>
                    </a:lnTo>
                    <a:lnTo>
                      <a:pt x="313" y="90"/>
                    </a:lnTo>
                    <a:lnTo>
                      <a:pt x="313" y="90"/>
                    </a:lnTo>
                    <a:lnTo>
                      <a:pt x="313" y="92"/>
                    </a:lnTo>
                    <a:lnTo>
                      <a:pt x="313" y="92"/>
                    </a:lnTo>
                    <a:lnTo>
                      <a:pt x="313" y="90"/>
                    </a:lnTo>
                    <a:lnTo>
                      <a:pt x="315" y="90"/>
                    </a:lnTo>
                    <a:lnTo>
                      <a:pt x="315" y="90"/>
                    </a:lnTo>
                    <a:lnTo>
                      <a:pt x="315" y="87"/>
                    </a:lnTo>
                    <a:lnTo>
                      <a:pt x="315" y="87"/>
                    </a:lnTo>
                    <a:lnTo>
                      <a:pt x="315" y="87"/>
                    </a:lnTo>
                    <a:lnTo>
                      <a:pt x="315" y="87"/>
                    </a:lnTo>
                    <a:lnTo>
                      <a:pt x="315" y="85"/>
                    </a:lnTo>
                    <a:lnTo>
                      <a:pt x="318" y="85"/>
                    </a:lnTo>
                    <a:lnTo>
                      <a:pt x="318" y="85"/>
                    </a:lnTo>
                    <a:lnTo>
                      <a:pt x="320" y="85"/>
                    </a:lnTo>
                    <a:lnTo>
                      <a:pt x="320" y="85"/>
                    </a:lnTo>
                    <a:lnTo>
                      <a:pt x="320" y="85"/>
                    </a:lnTo>
                    <a:lnTo>
                      <a:pt x="320" y="85"/>
                    </a:lnTo>
                    <a:lnTo>
                      <a:pt x="322" y="85"/>
                    </a:lnTo>
                    <a:lnTo>
                      <a:pt x="322" y="85"/>
                    </a:lnTo>
                    <a:lnTo>
                      <a:pt x="322" y="85"/>
                    </a:lnTo>
                    <a:lnTo>
                      <a:pt x="322" y="85"/>
                    </a:lnTo>
                    <a:lnTo>
                      <a:pt x="325" y="85"/>
                    </a:lnTo>
                    <a:lnTo>
                      <a:pt x="325" y="85"/>
                    </a:lnTo>
                    <a:lnTo>
                      <a:pt x="325" y="85"/>
                    </a:lnTo>
                    <a:lnTo>
                      <a:pt x="327" y="85"/>
                    </a:lnTo>
                    <a:lnTo>
                      <a:pt x="327" y="85"/>
                    </a:lnTo>
                    <a:lnTo>
                      <a:pt x="327" y="85"/>
                    </a:lnTo>
                    <a:lnTo>
                      <a:pt x="327" y="87"/>
                    </a:lnTo>
                    <a:lnTo>
                      <a:pt x="327" y="87"/>
                    </a:lnTo>
                    <a:lnTo>
                      <a:pt x="327" y="87"/>
                    </a:lnTo>
                    <a:lnTo>
                      <a:pt x="325" y="87"/>
                    </a:lnTo>
                    <a:lnTo>
                      <a:pt x="325" y="87"/>
                    </a:lnTo>
                    <a:lnTo>
                      <a:pt x="325" y="90"/>
                    </a:lnTo>
                    <a:lnTo>
                      <a:pt x="322" y="90"/>
                    </a:lnTo>
                    <a:lnTo>
                      <a:pt x="322" y="90"/>
                    </a:lnTo>
                    <a:lnTo>
                      <a:pt x="322" y="90"/>
                    </a:lnTo>
                    <a:lnTo>
                      <a:pt x="322" y="90"/>
                    </a:lnTo>
                    <a:lnTo>
                      <a:pt x="320" y="90"/>
                    </a:lnTo>
                    <a:lnTo>
                      <a:pt x="320" y="90"/>
                    </a:lnTo>
                    <a:lnTo>
                      <a:pt x="320" y="90"/>
                    </a:lnTo>
                    <a:lnTo>
                      <a:pt x="318" y="90"/>
                    </a:lnTo>
                    <a:lnTo>
                      <a:pt x="318" y="92"/>
                    </a:lnTo>
                    <a:lnTo>
                      <a:pt x="318" y="92"/>
                    </a:lnTo>
                    <a:lnTo>
                      <a:pt x="318" y="94"/>
                    </a:lnTo>
                    <a:lnTo>
                      <a:pt x="318" y="94"/>
                    </a:lnTo>
                    <a:lnTo>
                      <a:pt x="315" y="94"/>
                    </a:lnTo>
                    <a:lnTo>
                      <a:pt x="315" y="94"/>
                    </a:lnTo>
                    <a:lnTo>
                      <a:pt x="315" y="94"/>
                    </a:lnTo>
                    <a:lnTo>
                      <a:pt x="315" y="94"/>
                    </a:lnTo>
                    <a:lnTo>
                      <a:pt x="313" y="94"/>
                    </a:lnTo>
                    <a:lnTo>
                      <a:pt x="313" y="94"/>
                    </a:lnTo>
                    <a:lnTo>
                      <a:pt x="313" y="94"/>
                    </a:lnTo>
                    <a:lnTo>
                      <a:pt x="313" y="97"/>
                    </a:lnTo>
                    <a:lnTo>
                      <a:pt x="313" y="97"/>
                    </a:lnTo>
                    <a:lnTo>
                      <a:pt x="310" y="97"/>
                    </a:lnTo>
                    <a:lnTo>
                      <a:pt x="310" y="97"/>
                    </a:lnTo>
                    <a:lnTo>
                      <a:pt x="310" y="99"/>
                    </a:lnTo>
                    <a:lnTo>
                      <a:pt x="310" y="99"/>
                    </a:lnTo>
                    <a:lnTo>
                      <a:pt x="308" y="99"/>
                    </a:lnTo>
                    <a:lnTo>
                      <a:pt x="308" y="99"/>
                    </a:lnTo>
                    <a:lnTo>
                      <a:pt x="308" y="99"/>
                    </a:lnTo>
                    <a:lnTo>
                      <a:pt x="308" y="102"/>
                    </a:lnTo>
                    <a:lnTo>
                      <a:pt x="308" y="102"/>
                    </a:lnTo>
                    <a:lnTo>
                      <a:pt x="306" y="102"/>
                    </a:lnTo>
                    <a:lnTo>
                      <a:pt x="306" y="102"/>
                    </a:lnTo>
                    <a:lnTo>
                      <a:pt x="303" y="102"/>
                    </a:lnTo>
                    <a:lnTo>
                      <a:pt x="303" y="102"/>
                    </a:lnTo>
                    <a:lnTo>
                      <a:pt x="303" y="102"/>
                    </a:lnTo>
                    <a:lnTo>
                      <a:pt x="303" y="104"/>
                    </a:lnTo>
                    <a:lnTo>
                      <a:pt x="303" y="104"/>
                    </a:lnTo>
                    <a:lnTo>
                      <a:pt x="303" y="104"/>
                    </a:lnTo>
                    <a:lnTo>
                      <a:pt x="306" y="104"/>
                    </a:lnTo>
                    <a:lnTo>
                      <a:pt x="306" y="104"/>
                    </a:lnTo>
                    <a:lnTo>
                      <a:pt x="308" y="104"/>
                    </a:lnTo>
                    <a:lnTo>
                      <a:pt x="308" y="104"/>
                    </a:lnTo>
                    <a:lnTo>
                      <a:pt x="308" y="104"/>
                    </a:lnTo>
                    <a:lnTo>
                      <a:pt x="308" y="104"/>
                    </a:lnTo>
                    <a:lnTo>
                      <a:pt x="310" y="104"/>
                    </a:lnTo>
                    <a:lnTo>
                      <a:pt x="310" y="106"/>
                    </a:lnTo>
                    <a:lnTo>
                      <a:pt x="310" y="106"/>
                    </a:lnTo>
                    <a:lnTo>
                      <a:pt x="313" y="106"/>
                    </a:lnTo>
                    <a:lnTo>
                      <a:pt x="313" y="106"/>
                    </a:lnTo>
                    <a:lnTo>
                      <a:pt x="313" y="104"/>
                    </a:lnTo>
                    <a:lnTo>
                      <a:pt x="313" y="104"/>
                    </a:lnTo>
                    <a:lnTo>
                      <a:pt x="315" y="104"/>
                    </a:lnTo>
                    <a:lnTo>
                      <a:pt x="315" y="104"/>
                    </a:lnTo>
                    <a:lnTo>
                      <a:pt x="315" y="104"/>
                    </a:lnTo>
                    <a:lnTo>
                      <a:pt x="315" y="106"/>
                    </a:lnTo>
                    <a:lnTo>
                      <a:pt x="315" y="106"/>
                    </a:lnTo>
                    <a:lnTo>
                      <a:pt x="318" y="106"/>
                    </a:lnTo>
                    <a:lnTo>
                      <a:pt x="318" y="109"/>
                    </a:lnTo>
                    <a:lnTo>
                      <a:pt x="318" y="109"/>
                    </a:lnTo>
                    <a:lnTo>
                      <a:pt x="318" y="111"/>
                    </a:lnTo>
                    <a:lnTo>
                      <a:pt x="318" y="111"/>
                    </a:lnTo>
                    <a:lnTo>
                      <a:pt x="318" y="113"/>
                    </a:lnTo>
                    <a:lnTo>
                      <a:pt x="318" y="113"/>
                    </a:lnTo>
                    <a:lnTo>
                      <a:pt x="318" y="111"/>
                    </a:lnTo>
                    <a:lnTo>
                      <a:pt x="320" y="111"/>
                    </a:lnTo>
                    <a:lnTo>
                      <a:pt x="320" y="111"/>
                    </a:lnTo>
                    <a:lnTo>
                      <a:pt x="320" y="113"/>
                    </a:lnTo>
                    <a:lnTo>
                      <a:pt x="320" y="113"/>
                    </a:lnTo>
                    <a:lnTo>
                      <a:pt x="322" y="113"/>
                    </a:lnTo>
                    <a:lnTo>
                      <a:pt x="322" y="111"/>
                    </a:lnTo>
                    <a:lnTo>
                      <a:pt x="322" y="111"/>
                    </a:lnTo>
                    <a:lnTo>
                      <a:pt x="322" y="113"/>
                    </a:lnTo>
                    <a:lnTo>
                      <a:pt x="322" y="113"/>
                    </a:lnTo>
                    <a:lnTo>
                      <a:pt x="325" y="113"/>
                    </a:lnTo>
                    <a:lnTo>
                      <a:pt x="325" y="113"/>
                    </a:lnTo>
                    <a:lnTo>
                      <a:pt x="327" y="113"/>
                    </a:lnTo>
                    <a:lnTo>
                      <a:pt x="327" y="113"/>
                    </a:lnTo>
                    <a:lnTo>
                      <a:pt x="327" y="113"/>
                    </a:lnTo>
                    <a:lnTo>
                      <a:pt x="327" y="113"/>
                    </a:lnTo>
                    <a:lnTo>
                      <a:pt x="329" y="113"/>
                    </a:lnTo>
                    <a:lnTo>
                      <a:pt x="329" y="113"/>
                    </a:lnTo>
                    <a:lnTo>
                      <a:pt x="329" y="113"/>
                    </a:lnTo>
                    <a:lnTo>
                      <a:pt x="329" y="113"/>
                    </a:lnTo>
                    <a:lnTo>
                      <a:pt x="329" y="113"/>
                    </a:lnTo>
                    <a:lnTo>
                      <a:pt x="332" y="113"/>
                    </a:lnTo>
                    <a:lnTo>
                      <a:pt x="332" y="113"/>
                    </a:lnTo>
                    <a:lnTo>
                      <a:pt x="332" y="111"/>
                    </a:lnTo>
                    <a:lnTo>
                      <a:pt x="332" y="111"/>
                    </a:lnTo>
                    <a:lnTo>
                      <a:pt x="332" y="109"/>
                    </a:lnTo>
                    <a:lnTo>
                      <a:pt x="332" y="109"/>
                    </a:lnTo>
                    <a:lnTo>
                      <a:pt x="334" y="109"/>
                    </a:lnTo>
                    <a:lnTo>
                      <a:pt x="334" y="109"/>
                    </a:lnTo>
                    <a:lnTo>
                      <a:pt x="334" y="109"/>
                    </a:lnTo>
                    <a:lnTo>
                      <a:pt x="334" y="109"/>
                    </a:lnTo>
                    <a:lnTo>
                      <a:pt x="334" y="106"/>
                    </a:lnTo>
                    <a:lnTo>
                      <a:pt x="336" y="106"/>
                    </a:lnTo>
                    <a:lnTo>
                      <a:pt x="336" y="106"/>
                    </a:lnTo>
                    <a:lnTo>
                      <a:pt x="336" y="104"/>
                    </a:lnTo>
                    <a:lnTo>
                      <a:pt x="336" y="104"/>
                    </a:lnTo>
                    <a:lnTo>
                      <a:pt x="336" y="104"/>
                    </a:lnTo>
                    <a:lnTo>
                      <a:pt x="336" y="104"/>
                    </a:lnTo>
                    <a:lnTo>
                      <a:pt x="336" y="104"/>
                    </a:lnTo>
                    <a:lnTo>
                      <a:pt x="336" y="104"/>
                    </a:lnTo>
                    <a:lnTo>
                      <a:pt x="336" y="104"/>
                    </a:lnTo>
                    <a:lnTo>
                      <a:pt x="339" y="104"/>
                    </a:lnTo>
                    <a:lnTo>
                      <a:pt x="339" y="106"/>
                    </a:lnTo>
                    <a:lnTo>
                      <a:pt x="339" y="106"/>
                    </a:lnTo>
                    <a:lnTo>
                      <a:pt x="339" y="106"/>
                    </a:lnTo>
                    <a:lnTo>
                      <a:pt x="341" y="106"/>
                    </a:lnTo>
                    <a:lnTo>
                      <a:pt x="341" y="109"/>
                    </a:lnTo>
                    <a:lnTo>
                      <a:pt x="341" y="109"/>
                    </a:lnTo>
                    <a:lnTo>
                      <a:pt x="341" y="109"/>
                    </a:lnTo>
                    <a:lnTo>
                      <a:pt x="341" y="111"/>
                    </a:lnTo>
                    <a:lnTo>
                      <a:pt x="341" y="111"/>
                    </a:lnTo>
                    <a:lnTo>
                      <a:pt x="341" y="111"/>
                    </a:lnTo>
                    <a:lnTo>
                      <a:pt x="341" y="113"/>
                    </a:lnTo>
                    <a:lnTo>
                      <a:pt x="341" y="113"/>
                    </a:lnTo>
                    <a:lnTo>
                      <a:pt x="341" y="113"/>
                    </a:lnTo>
                    <a:lnTo>
                      <a:pt x="344" y="113"/>
                    </a:lnTo>
                    <a:lnTo>
                      <a:pt x="344" y="113"/>
                    </a:lnTo>
                    <a:lnTo>
                      <a:pt x="344" y="113"/>
                    </a:lnTo>
                    <a:lnTo>
                      <a:pt x="346" y="113"/>
                    </a:lnTo>
                    <a:lnTo>
                      <a:pt x="346" y="113"/>
                    </a:lnTo>
                    <a:lnTo>
                      <a:pt x="346" y="113"/>
                    </a:lnTo>
                    <a:lnTo>
                      <a:pt x="346" y="113"/>
                    </a:lnTo>
                    <a:lnTo>
                      <a:pt x="348" y="113"/>
                    </a:lnTo>
                    <a:lnTo>
                      <a:pt x="348" y="113"/>
                    </a:lnTo>
                    <a:lnTo>
                      <a:pt x="348" y="113"/>
                    </a:lnTo>
                    <a:lnTo>
                      <a:pt x="348" y="116"/>
                    </a:lnTo>
                    <a:lnTo>
                      <a:pt x="348" y="116"/>
                    </a:lnTo>
                    <a:lnTo>
                      <a:pt x="348" y="116"/>
                    </a:lnTo>
                    <a:lnTo>
                      <a:pt x="348" y="116"/>
                    </a:lnTo>
                    <a:lnTo>
                      <a:pt x="348" y="116"/>
                    </a:lnTo>
                    <a:lnTo>
                      <a:pt x="351" y="116"/>
                    </a:lnTo>
                    <a:lnTo>
                      <a:pt x="351" y="116"/>
                    </a:lnTo>
                    <a:lnTo>
                      <a:pt x="353" y="116"/>
                    </a:lnTo>
                    <a:lnTo>
                      <a:pt x="353" y="116"/>
                    </a:lnTo>
                    <a:lnTo>
                      <a:pt x="353" y="116"/>
                    </a:lnTo>
                    <a:lnTo>
                      <a:pt x="353" y="116"/>
                    </a:lnTo>
                    <a:lnTo>
                      <a:pt x="353" y="118"/>
                    </a:lnTo>
                    <a:lnTo>
                      <a:pt x="355" y="118"/>
                    </a:lnTo>
                    <a:lnTo>
                      <a:pt x="355" y="118"/>
                    </a:lnTo>
                    <a:lnTo>
                      <a:pt x="355" y="118"/>
                    </a:lnTo>
                    <a:lnTo>
                      <a:pt x="355" y="121"/>
                    </a:lnTo>
                    <a:lnTo>
                      <a:pt x="355" y="121"/>
                    </a:lnTo>
                    <a:lnTo>
                      <a:pt x="358" y="121"/>
                    </a:lnTo>
                    <a:lnTo>
                      <a:pt x="358" y="121"/>
                    </a:lnTo>
                    <a:lnTo>
                      <a:pt x="360" y="121"/>
                    </a:lnTo>
                    <a:lnTo>
                      <a:pt x="360" y="121"/>
                    </a:lnTo>
                    <a:lnTo>
                      <a:pt x="360" y="121"/>
                    </a:lnTo>
                    <a:lnTo>
                      <a:pt x="362" y="121"/>
                    </a:lnTo>
                    <a:lnTo>
                      <a:pt x="362" y="121"/>
                    </a:lnTo>
                    <a:lnTo>
                      <a:pt x="362" y="121"/>
                    </a:lnTo>
                    <a:lnTo>
                      <a:pt x="362" y="121"/>
                    </a:lnTo>
                    <a:lnTo>
                      <a:pt x="365" y="121"/>
                    </a:lnTo>
                    <a:lnTo>
                      <a:pt x="365" y="121"/>
                    </a:lnTo>
                    <a:lnTo>
                      <a:pt x="365" y="121"/>
                    </a:lnTo>
                    <a:lnTo>
                      <a:pt x="365" y="121"/>
                    </a:lnTo>
                    <a:lnTo>
                      <a:pt x="367" y="121"/>
                    </a:lnTo>
                    <a:lnTo>
                      <a:pt x="367" y="121"/>
                    </a:lnTo>
                    <a:lnTo>
                      <a:pt x="367" y="121"/>
                    </a:lnTo>
                    <a:lnTo>
                      <a:pt x="367" y="121"/>
                    </a:lnTo>
                    <a:lnTo>
                      <a:pt x="367" y="123"/>
                    </a:lnTo>
                    <a:lnTo>
                      <a:pt x="367" y="123"/>
                    </a:lnTo>
                    <a:lnTo>
                      <a:pt x="365" y="123"/>
                    </a:lnTo>
                    <a:lnTo>
                      <a:pt x="365" y="123"/>
                    </a:lnTo>
                    <a:lnTo>
                      <a:pt x="365" y="123"/>
                    </a:lnTo>
                    <a:lnTo>
                      <a:pt x="362" y="123"/>
                    </a:lnTo>
                    <a:lnTo>
                      <a:pt x="362" y="123"/>
                    </a:lnTo>
                    <a:lnTo>
                      <a:pt x="362" y="123"/>
                    </a:lnTo>
                    <a:lnTo>
                      <a:pt x="362" y="123"/>
                    </a:lnTo>
                    <a:lnTo>
                      <a:pt x="360" y="123"/>
                    </a:lnTo>
                    <a:lnTo>
                      <a:pt x="360" y="125"/>
                    </a:lnTo>
                    <a:lnTo>
                      <a:pt x="360" y="125"/>
                    </a:lnTo>
                    <a:lnTo>
                      <a:pt x="360" y="125"/>
                    </a:lnTo>
                    <a:lnTo>
                      <a:pt x="360" y="125"/>
                    </a:lnTo>
                    <a:lnTo>
                      <a:pt x="360" y="128"/>
                    </a:lnTo>
                    <a:lnTo>
                      <a:pt x="358" y="128"/>
                    </a:lnTo>
                    <a:lnTo>
                      <a:pt x="358" y="128"/>
                    </a:lnTo>
                    <a:lnTo>
                      <a:pt x="358" y="128"/>
                    </a:lnTo>
                    <a:lnTo>
                      <a:pt x="355" y="128"/>
                    </a:lnTo>
                    <a:lnTo>
                      <a:pt x="355" y="128"/>
                    </a:lnTo>
                    <a:lnTo>
                      <a:pt x="355" y="128"/>
                    </a:lnTo>
                    <a:lnTo>
                      <a:pt x="353" y="128"/>
                    </a:lnTo>
                    <a:lnTo>
                      <a:pt x="353" y="128"/>
                    </a:lnTo>
                    <a:lnTo>
                      <a:pt x="353" y="128"/>
                    </a:lnTo>
                    <a:lnTo>
                      <a:pt x="353" y="12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2"/>
              <p:cNvSpPr>
                <a:spLocks/>
              </p:cNvSpPr>
              <p:nvPr/>
            </p:nvSpPr>
            <p:spPr bwMode="auto">
              <a:xfrm>
                <a:off x="2033" y="1597"/>
                <a:ext cx="367" cy="213"/>
              </a:xfrm>
              <a:custGeom>
                <a:avLst/>
                <a:gdLst/>
                <a:ahLst/>
                <a:cxnLst>
                  <a:cxn ang="0">
                    <a:pos x="339" y="135"/>
                  </a:cxn>
                  <a:cxn ang="0">
                    <a:pos x="320" y="135"/>
                  </a:cxn>
                  <a:cxn ang="0">
                    <a:pos x="313" y="128"/>
                  </a:cxn>
                  <a:cxn ang="0">
                    <a:pos x="308" y="118"/>
                  </a:cxn>
                  <a:cxn ang="0">
                    <a:pos x="289" y="123"/>
                  </a:cxn>
                  <a:cxn ang="0">
                    <a:pos x="284" y="137"/>
                  </a:cxn>
                  <a:cxn ang="0">
                    <a:pos x="277" y="137"/>
                  </a:cxn>
                  <a:cxn ang="0">
                    <a:pos x="273" y="144"/>
                  </a:cxn>
                  <a:cxn ang="0">
                    <a:pos x="254" y="151"/>
                  </a:cxn>
                  <a:cxn ang="0">
                    <a:pos x="244" y="163"/>
                  </a:cxn>
                  <a:cxn ang="0">
                    <a:pos x="261" y="170"/>
                  </a:cxn>
                  <a:cxn ang="0">
                    <a:pos x="265" y="187"/>
                  </a:cxn>
                  <a:cxn ang="0">
                    <a:pos x="254" y="206"/>
                  </a:cxn>
                  <a:cxn ang="0">
                    <a:pos x="237" y="208"/>
                  </a:cxn>
                  <a:cxn ang="0">
                    <a:pos x="225" y="199"/>
                  </a:cxn>
                  <a:cxn ang="0">
                    <a:pos x="213" y="187"/>
                  </a:cxn>
                  <a:cxn ang="0">
                    <a:pos x="194" y="177"/>
                  </a:cxn>
                  <a:cxn ang="0">
                    <a:pos x="176" y="168"/>
                  </a:cxn>
                  <a:cxn ang="0">
                    <a:pos x="159" y="156"/>
                  </a:cxn>
                  <a:cxn ang="0">
                    <a:pos x="140" y="144"/>
                  </a:cxn>
                  <a:cxn ang="0">
                    <a:pos x="131" y="125"/>
                  </a:cxn>
                  <a:cxn ang="0">
                    <a:pos x="116" y="109"/>
                  </a:cxn>
                  <a:cxn ang="0">
                    <a:pos x="95" y="111"/>
                  </a:cxn>
                  <a:cxn ang="0">
                    <a:pos x="90" y="97"/>
                  </a:cxn>
                  <a:cxn ang="0">
                    <a:pos x="83" y="85"/>
                  </a:cxn>
                  <a:cxn ang="0">
                    <a:pos x="62" y="78"/>
                  </a:cxn>
                  <a:cxn ang="0">
                    <a:pos x="48" y="76"/>
                  </a:cxn>
                  <a:cxn ang="0">
                    <a:pos x="36" y="87"/>
                  </a:cxn>
                  <a:cxn ang="0">
                    <a:pos x="22" y="99"/>
                  </a:cxn>
                  <a:cxn ang="0">
                    <a:pos x="7" y="109"/>
                  </a:cxn>
                  <a:cxn ang="0">
                    <a:pos x="0" y="87"/>
                  </a:cxn>
                  <a:cxn ang="0">
                    <a:pos x="0" y="54"/>
                  </a:cxn>
                  <a:cxn ang="0">
                    <a:pos x="0" y="21"/>
                  </a:cxn>
                  <a:cxn ang="0">
                    <a:pos x="17" y="9"/>
                  </a:cxn>
                  <a:cxn ang="0">
                    <a:pos x="41" y="4"/>
                  </a:cxn>
                  <a:cxn ang="0">
                    <a:pos x="52" y="7"/>
                  </a:cxn>
                  <a:cxn ang="0">
                    <a:pos x="48" y="28"/>
                  </a:cxn>
                  <a:cxn ang="0">
                    <a:pos x="57" y="45"/>
                  </a:cxn>
                  <a:cxn ang="0">
                    <a:pos x="74" y="42"/>
                  </a:cxn>
                  <a:cxn ang="0">
                    <a:pos x="78" y="54"/>
                  </a:cxn>
                  <a:cxn ang="0">
                    <a:pos x="93" y="40"/>
                  </a:cxn>
                  <a:cxn ang="0">
                    <a:pos x="109" y="35"/>
                  </a:cxn>
                  <a:cxn ang="0">
                    <a:pos x="123" y="49"/>
                  </a:cxn>
                  <a:cxn ang="0">
                    <a:pos x="147" y="49"/>
                  </a:cxn>
                  <a:cxn ang="0">
                    <a:pos x="173" y="49"/>
                  </a:cxn>
                  <a:cxn ang="0">
                    <a:pos x="194" y="45"/>
                  </a:cxn>
                  <a:cxn ang="0">
                    <a:pos x="209" y="64"/>
                  </a:cxn>
                  <a:cxn ang="0">
                    <a:pos x="216" y="80"/>
                  </a:cxn>
                  <a:cxn ang="0">
                    <a:pos x="225" y="97"/>
                  </a:cxn>
                  <a:cxn ang="0">
                    <a:pos x="242" y="111"/>
                  </a:cxn>
                  <a:cxn ang="0">
                    <a:pos x="258" y="118"/>
                  </a:cxn>
                  <a:cxn ang="0">
                    <a:pos x="270" y="123"/>
                  </a:cxn>
                  <a:cxn ang="0">
                    <a:pos x="280" y="109"/>
                  </a:cxn>
                  <a:cxn ang="0">
                    <a:pos x="299" y="99"/>
                  </a:cxn>
                  <a:cxn ang="0">
                    <a:pos x="313" y="90"/>
                  </a:cxn>
                  <a:cxn ang="0">
                    <a:pos x="322" y="90"/>
                  </a:cxn>
                  <a:cxn ang="0">
                    <a:pos x="303" y="102"/>
                  </a:cxn>
                  <a:cxn ang="0">
                    <a:pos x="318" y="111"/>
                  </a:cxn>
                  <a:cxn ang="0">
                    <a:pos x="334" y="106"/>
                  </a:cxn>
                  <a:cxn ang="0">
                    <a:pos x="348" y="113"/>
                  </a:cxn>
                  <a:cxn ang="0">
                    <a:pos x="365" y="121"/>
                  </a:cxn>
                </a:cxnLst>
                <a:rect l="0" t="0" r="r" b="b"/>
                <a:pathLst>
                  <a:path w="367" h="213">
                    <a:moveTo>
                      <a:pt x="353" y="128"/>
                    </a:moveTo>
                    <a:lnTo>
                      <a:pt x="353" y="128"/>
                    </a:lnTo>
                    <a:lnTo>
                      <a:pt x="353" y="130"/>
                    </a:lnTo>
                    <a:lnTo>
                      <a:pt x="353" y="130"/>
                    </a:lnTo>
                    <a:lnTo>
                      <a:pt x="353" y="132"/>
                    </a:lnTo>
                    <a:lnTo>
                      <a:pt x="351" y="132"/>
                    </a:lnTo>
                    <a:lnTo>
                      <a:pt x="351" y="132"/>
                    </a:lnTo>
                    <a:lnTo>
                      <a:pt x="351" y="130"/>
                    </a:lnTo>
                    <a:lnTo>
                      <a:pt x="348" y="130"/>
                    </a:lnTo>
                    <a:lnTo>
                      <a:pt x="348" y="130"/>
                    </a:lnTo>
                    <a:lnTo>
                      <a:pt x="348" y="130"/>
                    </a:lnTo>
                    <a:lnTo>
                      <a:pt x="348" y="130"/>
                    </a:lnTo>
                    <a:lnTo>
                      <a:pt x="346" y="130"/>
                    </a:lnTo>
                    <a:lnTo>
                      <a:pt x="346" y="130"/>
                    </a:lnTo>
                    <a:lnTo>
                      <a:pt x="346" y="130"/>
                    </a:lnTo>
                    <a:lnTo>
                      <a:pt x="346" y="130"/>
                    </a:lnTo>
                    <a:lnTo>
                      <a:pt x="346" y="132"/>
                    </a:lnTo>
                    <a:lnTo>
                      <a:pt x="346" y="132"/>
                    </a:lnTo>
                    <a:lnTo>
                      <a:pt x="344" y="132"/>
                    </a:lnTo>
                    <a:lnTo>
                      <a:pt x="344" y="132"/>
                    </a:lnTo>
                    <a:lnTo>
                      <a:pt x="344" y="135"/>
                    </a:lnTo>
                    <a:lnTo>
                      <a:pt x="341" y="135"/>
                    </a:lnTo>
                    <a:lnTo>
                      <a:pt x="341" y="135"/>
                    </a:lnTo>
                    <a:lnTo>
                      <a:pt x="344" y="135"/>
                    </a:lnTo>
                    <a:lnTo>
                      <a:pt x="344" y="135"/>
                    </a:lnTo>
                    <a:lnTo>
                      <a:pt x="341" y="135"/>
                    </a:lnTo>
                    <a:lnTo>
                      <a:pt x="341" y="137"/>
                    </a:lnTo>
                    <a:lnTo>
                      <a:pt x="341" y="137"/>
                    </a:lnTo>
                    <a:lnTo>
                      <a:pt x="341" y="135"/>
                    </a:lnTo>
                    <a:lnTo>
                      <a:pt x="341" y="135"/>
                    </a:lnTo>
                    <a:lnTo>
                      <a:pt x="339" y="135"/>
                    </a:lnTo>
                    <a:lnTo>
                      <a:pt x="339" y="137"/>
                    </a:lnTo>
                    <a:lnTo>
                      <a:pt x="339" y="137"/>
                    </a:lnTo>
                    <a:lnTo>
                      <a:pt x="339" y="137"/>
                    </a:lnTo>
                    <a:lnTo>
                      <a:pt x="336" y="137"/>
                    </a:lnTo>
                    <a:lnTo>
                      <a:pt x="336" y="137"/>
                    </a:lnTo>
                    <a:lnTo>
                      <a:pt x="336" y="137"/>
                    </a:lnTo>
                    <a:lnTo>
                      <a:pt x="336" y="137"/>
                    </a:lnTo>
                    <a:lnTo>
                      <a:pt x="336" y="135"/>
                    </a:lnTo>
                    <a:lnTo>
                      <a:pt x="334" y="135"/>
                    </a:lnTo>
                    <a:lnTo>
                      <a:pt x="334" y="137"/>
                    </a:lnTo>
                    <a:lnTo>
                      <a:pt x="334" y="137"/>
                    </a:lnTo>
                    <a:lnTo>
                      <a:pt x="334" y="137"/>
                    </a:lnTo>
                    <a:lnTo>
                      <a:pt x="332" y="137"/>
                    </a:lnTo>
                    <a:lnTo>
                      <a:pt x="332" y="135"/>
                    </a:lnTo>
                    <a:lnTo>
                      <a:pt x="332" y="135"/>
                    </a:lnTo>
                    <a:lnTo>
                      <a:pt x="329" y="135"/>
                    </a:lnTo>
                    <a:lnTo>
                      <a:pt x="329" y="135"/>
                    </a:lnTo>
                    <a:lnTo>
                      <a:pt x="329" y="135"/>
                    </a:lnTo>
                    <a:lnTo>
                      <a:pt x="329" y="135"/>
                    </a:lnTo>
                    <a:lnTo>
                      <a:pt x="327" y="135"/>
                    </a:lnTo>
                    <a:lnTo>
                      <a:pt x="327" y="135"/>
                    </a:lnTo>
                    <a:lnTo>
                      <a:pt x="327" y="135"/>
                    </a:lnTo>
                    <a:lnTo>
                      <a:pt x="327" y="135"/>
                    </a:lnTo>
                    <a:lnTo>
                      <a:pt x="325" y="135"/>
                    </a:lnTo>
                    <a:lnTo>
                      <a:pt x="325" y="135"/>
                    </a:lnTo>
                    <a:lnTo>
                      <a:pt x="325" y="135"/>
                    </a:lnTo>
                    <a:lnTo>
                      <a:pt x="322" y="135"/>
                    </a:lnTo>
                    <a:lnTo>
                      <a:pt x="322" y="135"/>
                    </a:lnTo>
                    <a:lnTo>
                      <a:pt x="322" y="135"/>
                    </a:lnTo>
                    <a:lnTo>
                      <a:pt x="322" y="135"/>
                    </a:lnTo>
                    <a:lnTo>
                      <a:pt x="320" y="135"/>
                    </a:lnTo>
                    <a:lnTo>
                      <a:pt x="320" y="137"/>
                    </a:lnTo>
                    <a:lnTo>
                      <a:pt x="320" y="137"/>
                    </a:lnTo>
                    <a:lnTo>
                      <a:pt x="320" y="137"/>
                    </a:lnTo>
                    <a:lnTo>
                      <a:pt x="318" y="137"/>
                    </a:lnTo>
                    <a:lnTo>
                      <a:pt x="318" y="137"/>
                    </a:lnTo>
                    <a:lnTo>
                      <a:pt x="318" y="137"/>
                    </a:lnTo>
                    <a:lnTo>
                      <a:pt x="315" y="137"/>
                    </a:lnTo>
                    <a:lnTo>
                      <a:pt x="315" y="137"/>
                    </a:lnTo>
                    <a:lnTo>
                      <a:pt x="315" y="137"/>
                    </a:lnTo>
                    <a:lnTo>
                      <a:pt x="313" y="137"/>
                    </a:lnTo>
                    <a:lnTo>
                      <a:pt x="313" y="137"/>
                    </a:lnTo>
                    <a:lnTo>
                      <a:pt x="313" y="137"/>
                    </a:lnTo>
                    <a:lnTo>
                      <a:pt x="313" y="135"/>
                    </a:lnTo>
                    <a:lnTo>
                      <a:pt x="313" y="135"/>
                    </a:lnTo>
                    <a:lnTo>
                      <a:pt x="313" y="135"/>
                    </a:lnTo>
                    <a:lnTo>
                      <a:pt x="313" y="135"/>
                    </a:lnTo>
                    <a:lnTo>
                      <a:pt x="313" y="132"/>
                    </a:lnTo>
                    <a:lnTo>
                      <a:pt x="310" y="132"/>
                    </a:lnTo>
                    <a:lnTo>
                      <a:pt x="310" y="132"/>
                    </a:lnTo>
                    <a:lnTo>
                      <a:pt x="308" y="132"/>
                    </a:lnTo>
                    <a:lnTo>
                      <a:pt x="308" y="132"/>
                    </a:lnTo>
                    <a:lnTo>
                      <a:pt x="308" y="132"/>
                    </a:lnTo>
                    <a:lnTo>
                      <a:pt x="308" y="132"/>
                    </a:lnTo>
                    <a:lnTo>
                      <a:pt x="308" y="130"/>
                    </a:lnTo>
                    <a:lnTo>
                      <a:pt x="308" y="130"/>
                    </a:lnTo>
                    <a:lnTo>
                      <a:pt x="308" y="130"/>
                    </a:lnTo>
                    <a:lnTo>
                      <a:pt x="308" y="130"/>
                    </a:lnTo>
                    <a:lnTo>
                      <a:pt x="310" y="130"/>
                    </a:lnTo>
                    <a:lnTo>
                      <a:pt x="310" y="130"/>
                    </a:lnTo>
                    <a:lnTo>
                      <a:pt x="310" y="128"/>
                    </a:lnTo>
                    <a:lnTo>
                      <a:pt x="313" y="128"/>
                    </a:lnTo>
                    <a:lnTo>
                      <a:pt x="313" y="128"/>
                    </a:lnTo>
                    <a:lnTo>
                      <a:pt x="313" y="128"/>
                    </a:lnTo>
                    <a:lnTo>
                      <a:pt x="313" y="128"/>
                    </a:lnTo>
                    <a:lnTo>
                      <a:pt x="313" y="125"/>
                    </a:lnTo>
                    <a:lnTo>
                      <a:pt x="315" y="125"/>
                    </a:lnTo>
                    <a:lnTo>
                      <a:pt x="315" y="125"/>
                    </a:lnTo>
                    <a:lnTo>
                      <a:pt x="315" y="125"/>
                    </a:lnTo>
                    <a:lnTo>
                      <a:pt x="315" y="125"/>
                    </a:lnTo>
                    <a:lnTo>
                      <a:pt x="315" y="123"/>
                    </a:lnTo>
                    <a:lnTo>
                      <a:pt x="318" y="123"/>
                    </a:lnTo>
                    <a:lnTo>
                      <a:pt x="318" y="123"/>
                    </a:lnTo>
                    <a:lnTo>
                      <a:pt x="315" y="123"/>
                    </a:lnTo>
                    <a:lnTo>
                      <a:pt x="315" y="123"/>
                    </a:lnTo>
                    <a:lnTo>
                      <a:pt x="315" y="123"/>
                    </a:lnTo>
                    <a:lnTo>
                      <a:pt x="315" y="123"/>
                    </a:lnTo>
                    <a:lnTo>
                      <a:pt x="315" y="123"/>
                    </a:lnTo>
                    <a:lnTo>
                      <a:pt x="315" y="121"/>
                    </a:lnTo>
                    <a:lnTo>
                      <a:pt x="315" y="121"/>
                    </a:lnTo>
                    <a:lnTo>
                      <a:pt x="315" y="121"/>
                    </a:lnTo>
                    <a:lnTo>
                      <a:pt x="313" y="121"/>
                    </a:lnTo>
                    <a:lnTo>
                      <a:pt x="313" y="118"/>
                    </a:lnTo>
                    <a:lnTo>
                      <a:pt x="313" y="118"/>
                    </a:lnTo>
                    <a:lnTo>
                      <a:pt x="313" y="118"/>
                    </a:lnTo>
                    <a:lnTo>
                      <a:pt x="313" y="118"/>
                    </a:lnTo>
                    <a:lnTo>
                      <a:pt x="313" y="116"/>
                    </a:lnTo>
                    <a:lnTo>
                      <a:pt x="310" y="116"/>
                    </a:lnTo>
                    <a:lnTo>
                      <a:pt x="310" y="116"/>
                    </a:lnTo>
                    <a:lnTo>
                      <a:pt x="310" y="116"/>
                    </a:lnTo>
                    <a:lnTo>
                      <a:pt x="308" y="116"/>
                    </a:lnTo>
                    <a:lnTo>
                      <a:pt x="308" y="116"/>
                    </a:lnTo>
                    <a:lnTo>
                      <a:pt x="308" y="118"/>
                    </a:lnTo>
                    <a:lnTo>
                      <a:pt x="308" y="118"/>
                    </a:lnTo>
                    <a:lnTo>
                      <a:pt x="308" y="118"/>
                    </a:lnTo>
                    <a:lnTo>
                      <a:pt x="308" y="121"/>
                    </a:lnTo>
                    <a:lnTo>
                      <a:pt x="308" y="121"/>
                    </a:lnTo>
                    <a:lnTo>
                      <a:pt x="306" y="121"/>
                    </a:lnTo>
                    <a:lnTo>
                      <a:pt x="306" y="121"/>
                    </a:lnTo>
                    <a:lnTo>
                      <a:pt x="306" y="121"/>
                    </a:lnTo>
                    <a:lnTo>
                      <a:pt x="303" y="121"/>
                    </a:lnTo>
                    <a:lnTo>
                      <a:pt x="303" y="121"/>
                    </a:lnTo>
                    <a:lnTo>
                      <a:pt x="303" y="121"/>
                    </a:lnTo>
                    <a:lnTo>
                      <a:pt x="303" y="123"/>
                    </a:lnTo>
                    <a:lnTo>
                      <a:pt x="301" y="123"/>
                    </a:lnTo>
                    <a:lnTo>
                      <a:pt x="301" y="123"/>
                    </a:lnTo>
                    <a:lnTo>
                      <a:pt x="301" y="123"/>
                    </a:lnTo>
                    <a:lnTo>
                      <a:pt x="301" y="123"/>
                    </a:lnTo>
                    <a:lnTo>
                      <a:pt x="299" y="123"/>
                    </a:lnTo>
                    <a:lnTo>
                      <a:pt x="299" y="123"/>
                    </a:lnTo>
                    <a:lnTo>
                      <a:pt x="299" y="123"/>
                    </a:lnTo>
                    <a:lnTo>
                      <a:pt x="296" y="123"/>
                    </a:lnTo>
                    <a:lnTo>
                      <a:pt x="296" y="123"/>
                    </a:lnTo>
                    <a:lnTo>
                      <a:pt x="296" y="123"/>
                    </a:lnTo>
                    <a:lnTo>
                      <a:pt x="296" y="125"/>
                    </a:lnTo>
                    <a:lnTo>
                      <a:pt x="294" y="125"/>
                    </a:lnTo>
                    <a:lnTo>
                      <a:pt x="294" y="125"/>
                    </a:lnTo>
                    <a:lnTo>
                      <a:pt x="294" y="125"/>
                    </a:lnTo>
                    <a:lnTo>
                      <a:pt x="294" y="125"/>
                    </a:lnTo>
                    <a:lnTo>
                      <a:pt x="294" y="125"/>
                    </a:lnTo>
                    <a:lnTo>
                      <a:pt x="291" y="125"/>
                    </a:lnTo>
                    <a:lnTo>
                      <a:pt x="291" y="125"/>
                    </a:lnTo>
                    <a:lnTo>
                      <a:pt x="291" y="123"/>
                    </a:lnTo>
                    <a:lnTo>
                      <a:pt x="289" y="123"/>
                    </a:lnTo>
                    <a:lnTo>
                      <a:pt x="289" y="123"/>
                    </a:lnTo>
                    <a:lnTo>
                      <a:pt x="289" y="123"/>
                    </a:lnTo>
                    <a:lnTo>
                      <a:pt x="289" y="123"/>
                    </a:lnTo>
                    <a:lnTo>
                      <a:pt x="289" y="123"/>
                    </a:lnTo>
                    <a:lnTo>
                      <a:pt x="287" y="123"/>
                    </a:lnTo>
                    <a:lnTo>
                      <a:pt x="287" y="123"/>
                    </a:lnTo>
                    <a:lnTo>
                      <a:pt x="287" y="123"/>
                    </a:lnTo>
                    <a:lnTo>
                      <a:pt x="287" y="123"/>
                    </a:lnTo>
                    <a:lnTo>
                      <a:pt x="287" y="123"/>
                    </a:lnTo>
                    <a:lnTo>
                      <a:pt x="287" y="125"/>
                    </a:lnTo>
                    <a:lnTo>
                      <a:pt x="287" y="125"/>
                    </a:lnTo>
                    <a:lnTo>
                      <a:pt x="287" y="125"/>
                    </a:lnTo>
                    <a:lnTo>
                      <a:pt x="287" y="128"/>
                    </a:lnTo>
                    <a:lnTo>
                      <a:pt x="287" y="128"/>
                    </a:lnTo>
                    <a:lnTo>
                      <a:pt x="284" y="128"/>
                    </a:lnTo>
                    <a:lnTo>
                      <a:pt x="284" y="128"/>
                    </a:lnTo>
                    <a:lnTo>
                      <a:pt x="284" y="128"/>
                    </a:lnTo>
                    <a:lnTo>
                      <a:pt x="284" y="130"/>
                    </a:lnTo>
                    <a:lnTo>
                      <a:pt x="284" y="130"/>
                    </a:lnTo>
                    <a:lnTo>
                      <a:pt x="284" y="130"/>
                    </a:lnTo>
                    <a:lnTo>
                      <a:pt x="284" y="132"/>
                    </a:lnTo>
                    <a:lnTo>
                      <a:pt x="284" y="132"/>
                    </a:lnTo>
                    <a:lnTo>
                      <a:pt x="287" y="132"/>
                    </a:lnTo>
                    <a:lnTo>
                      <a:pt x="287" y="135"/>
                    </a:lnTo>
                    <a:lnTo>
                      <a:pt x="287" y="135"/>
                    </a:lnTo>
                    <a:lnTo>
                      <a:pt x="284" y="135"/>
                    </a:lnTo>
                    <a:lnTo>
                      <a:pt x="284" y="135"/>
                    </a:lnTo>
                    <a:lnTo>
                      <a:pt x="284" y="135"/>
                    </a:lnTo>
                    <a:lnTo>
                      <a:pt x="284" y="135"/>
                    </a:lnTo>
                    <a:lnTo>
                      <a:pt x="284" y="137"/>
                    </a:lnTo>
                    <a:lnTo>
                      <a:pt x="284" y="137"/>
                    </a:lnTo>
                    <a:lnTo>
                      <a:pt x="282" y="137"/>
                    </a:lnTo>
                    <a:lnTo>
                      <a:pt x="282" y="137"/>
                    </a:lnTo>
                    <a:lnTo>
                      <a:pt x="282" y="137"/>
                    </a:lnTo>
                    <a:lnTo>
                      <a:pt x="280" y="137"/>
                    </a:lnTo>
                    <a:lnTo>
                      <a:pt x="280" y="137"/>
                    </a:lnTo>
                    <a:lnTo>
                      <a:pt x="280" y="137"/>
                    </a:lnTo>
                    <a:lnTo>
                      <a:pt x="277" y="137"/>
                    </a:lnTo>
                    <a:lnTo>
                      <a:pt x="277" y="137"/>
                    </a:lnTo>
                    <a:lnTo>
                      <a:pt x="275" y="137"/>
                    </a:lnTo>
                    <a:lnTo>
                      <a:pt x="275" y="137"/>
                    </a:lnTo>
                    <a:lnTo>
                      <a:pt x="275" y="137"/>
                    </a:lnTo>
                    <a:lnTo>
                      <a:pt x="273" y="137"/>
                    </a:lnTo>
                    <a:lnTo>
                      <a:pt x="273" y="137"/>
                    </a:lnTo>
                    <a:lnTo>
                      <a:pt x="273" y="137"/>
                    </a:lnTo>
                    <a:lnTo>
                      <a:pt x="273" y="137"/>
                    </a:lnTo>
                    <a:lnTo>
                      <a:pt x="270" y="137"/>
                    </a:lnTo>
                    <a:lnTo>
                      <a:pt x="270" y="137"/>
                    </a:lnTo>
                    <a:lnTo>
                      <a:pt x="268" y="137"/>
                    </a:lnTo>
                    <a:lnTo>
                      <a:pt x="268" y="139"/>
                    </a:lnTo>
                    <a:lnTo>
                      <a:pt x="270" y="139"/>
                    </a:lnTo>
                    <a:lnTo>
                      <a:pt x="270" y="139"/>
                    </a:lnTo>
                    <a:lnTo>
                      <a:pt x="270" y="139"/>
                    </a:lnTo>
                    <a:lnTo>
                      <a:pt x="273" y="139"/>
                    </a:lnTo>
                    <a:lnTo>
                      <a:pt x="273" y="139"/>
                    </a:lnTo>
                    <a:lnTo>
                      <a:pt x="273" y="139"/>
                    </a:lnTo>
                    <a:lnTo>
                      <a:pt x="273" y="139"/>
                    </a:lnTo>
                    <a:lnTo>
                      <a:pt x="275" y="139"/>
                    </a:lnTo>
                    <a:lnTo>
                      <a:pt x="275" y="139"/>
                    </a:lnTo>
                    <a:lnTo>
                      <a:pt x="275" y="139"/>
                    </a:lnTo>
                    <a:lnTo>
                      <a:pt x="275" y="137"/>
                    </a:lnTo>
                    <a:lnTo>
                      <a:pt x="277" y="137"/>
                    </a:lnTo>
                    <a:lnTo>
                      <a:pt x="277" y="137"/>
                    </a:lnTo>
                    <a:lnTo>
                      <a:pt x="280" y="137"/>
                    </a:lnTo>
                    <a:lnTo>
                      <a:pt x="280" y="139"/>
                    </a:lnTo>
                    <a:lnTo>
                      <a:pt x="280" y="139"/>
                    </a:lnTo>
                    <a:lnTo>
                      <a:pt x="277" y="139"/>
                    </a:lnTo>
                    <a:lnTo>
                      <a:pt x="277" y="139"/>
                    </a:lnTo>
                    <a:lnTo>
                      <a:pt x="275" y="139"/>
                    </a:lnTo>
                    <a:lnTo>
                      <a:pt x="275" y="142"/>
                    </a:lnTo>
                    <a:lnTo>
                      <a:pt x="275" y="142"/>
                    </a:lnTo>
                    <a:lnTo>
                      <a:pt x="275" y="139"/>
                    </a:lnTo>
                    <a:lnTo>
                      <a:pt x="275" y="139"/>
                    </a:lnTo>
                    <a:lnTo>
                      <a:pt x="275" y="142"/>
                    </a:lnTo>
                    <a:lnTo>
                      <a:pt x="275" y="142"/>
                    </a:lnTo>
                    <a:lnTo>
                      <a:pt x="275" y="142"/>
                    </a:lnTo>
                    <a:lnTo>
                      <a:pt x="275" y="144"/>
                    </a:lnTo>
                    <a:lnTo>
                      <a:pt x="275" y="144"/>
                    </a:lnTo>
                    <a:lnTo>
                      <a:pt x="275" y="144"/>
                    </a:lnTo>
                    <a:lnTo>
                      <a:pt x="275" y="144"/>
                    </a:lnTo>
                    <a:lnTo>
                      <a:pt x="275" y="144"/>
                    </a:lnTo>
                    <a:lnTo>
                      <a:pt x="275" y="144"/>
                    </a:lnTo>
                    <a:lnTo>
                      <a:pt x="275" y="144"/>
                    </a:lnTo>
                    <a:lnTo>
                      <a:pt x="277" y="144"/>
                    </a:lnTo>
                    <a:lnTo>
                      <a:pt x="277" y="144"/>
                    </a:lnTo>
                    <a:lnTo>
                      <a:pt x="275" y="144"/>
                    </a:lnTo>
                    <a:lnTo>
                      <a:pt x="275" y="144"/>
                    </a:lnTo>
                    <a:lnTo>
                      <a:pt x="275" y="144"/>
                    </a:lnTo>
                    <a:lnTo>
                      <a:pt x="275" y="147"/>
                    </a:lnTo>
                    <a:lnTo>
                      <a:pt x="273" y="147"/>
                    </a:lnTo>
                    <a:lnTo>
                      <a:pt x="273" y="144"/>
                    </a:lnTo>
                    <a:lnTo>
                      <a:pt x="273" y="144"/>
                    </a:lnTo>
                    <a:lnTo>
                      <a:pt x="273" y="144"/>
                    </a:lnTo>
                    <a:lnTo>
                      <a:pt x="273" y="147"/>
                    </a:lnTo>
                    <a:lnTo>
                      <a:pt x="273" y="147"/>
                    </a:lnTo>
                    <a:lnTo>
                      <a:pt x="270" y="147"/>
                    </a:lnTo>
                    <a:lnTo>
                      <a:pt x="270" y="149"/>
                    </a:lnTo>
                    <a:lnTo>
                      <a:pt x="270" y="149"/>
                    </a:lnTo>
                    <a:lnTo>
                      <a:pt x="270" y="149"/>
                    </a:lnTo>
                    <a:lnTo>
                      <a:pt x="270" y="149"/>
                    </a:lnTo>
                    <a:lnTo>
                      <a:pt x="270" y="151"/>
                    </a:lnTo>
                    <a:lnTo>
                      <a:pt x="270" y="151"/>
                    </a:lnTo>
                    <a:lnTo>
                      <a:pt x="270" y="151"/>
                    </a:lnTo>
                    <a:lnTo>
                      <a:pt x="270" y="154"/>
                    </a:lnTo>
                    <a:lnTo>
                      <a:pt x="268" y="154"/>
                    </a:lnTo>
                    <a:lnTo>
                      <a:pt x="268" y="154"/>
                    </a:lnTo>
                    <a:lnTo>
                      <a:pt x="268" y="154"/>
                    </a:lnTo>
                    <a:lnTo>
                      <a:pt x="268" y="154"/>
                    </a:lnTo>
                    <a:lnTo>
                      <a:pt x="265" y="154"/>
                    </a:lnTo>
                    <a:lnTo>
                      <a:pt x="265" y="154"/>
                    </a:lnTo>
                    <a:lnTo>
                      <a:pt x="263" y="154"/>
                    </a:lnTo>
                    <a:lnTo>
                      <a:pt x="263" y="154"/>
                    </a:lnTo>
                    <a:lnTo>
                      <a:pt x="263" y="154"/>
                    </a:lnTo>
                    <a:lnTo>
                      <a:pt x="261" y="154"/>
                    </a:lnTo>
                    <a:lnTo>
                      <a:pt x="261" y="154"/>
                    </a:lnTo>
                    <a:lnTo>
                      <a:pt x="261" y="154"/>
                    </a:lnTo>
                    <a:lnTo>
                      <a:pt x="261" y="154"/>
                    </a:lnTo>
                    <a:lnTo>
                      <a:pt x="258" y="154"/>
                    </a:lnTo>
                    <a:lnTo>
                      <a:pt x="258" y="154"/>
                    </a:lnTo>
                    <a:lnTo>
                      <a:pt x="256" y="154"/>
                    </a:lnTo>
                    <a:lnTo>
                      <a:pt x="256" y="154"/>
                    </a:lnTo>
                    <a:lnTo>
                      <a:pt x="256" y="154"/>
                    </a:lnTo>
                    <a:lnTo>
                      <a:pt x="256" y="151"/>
                    </a:lnTo>
                    <a:lnTo>
                      <a:pt x="254" y="151"/>
                    </a:lnTo>
                    <a:lnTo>
                      <a:pt x="254" y="151"/>
                    </a:lnTo>
                    <a:lnTo>
                      <a:pt x="254" y="151"/>
                    </a:lnTo>
                    <a:lnTo>
                      <a:pt x="254" y="151"/>
                    </a:lnTo>
                    <a:lnTo>
                      <a:pt x="254" y="151"/>
                    </a:lnTo>
                    <a:lnTo>
                      <a:pt x="251" y="151"/>
                    </a:lnTo>
                    <a:lnTo>
                      <a:pt x="251" y="151"/>
                    </a:lnTo>
                    <a:lnTo>
                      <a:pt x="251" y="151"/>
                    </a:lnTo>
                    <a:lnTo>
                      <a:pt x="251" y="151"/>
                    </a:lnTo>
                    <a:lnTo>
                      <a:pt x="249" y="151"/>
                    </a:lnTo>
                    <a:lnTo>
                      <a:pt x="249" y="151"/>
                    </a:lnTo>
                    <a:lnTo>
                      <a:pt x="249" y="154"/>
                    </a:lnTo>
                    <a:lnTo>
                      <a:pt x="249" y="154"/>
                    </a:lnTo>
                    <a:lnTo>
                      <a:pt x="247" y="154"/>
                    </a:lnTo>
                    <a:lnTo>
                      <a:pt x="247" y="154"/>
                    </a:lnTo>
                    <a:lnTo>
                      <a:pt x="247" y="154"/>
                    </a:lnTo>
                    <a:lnTo>
                      <a:pt x="247" y="154"/>
                    </a:lnTo>
                    <a:lnTo>
                      <a:pt x="244" y="154"/>
                    </a:lnTo>
                    <a:lnTo>
                      <a:pt x="244" y="154"/>
                    </a:lnTo>
                    <a:lnTo>
                      <a:pt x="247" y="154"/>
                    </a:lnTo>
                    <a:lnTo>
                      <a:pt x="247" y="156"/>
                    </a:lnTo>
                    <a:lnTo>
                      <a:pt x="247" y="156"/>
                    </a:lnTo>
                    <a:lnTo>
                      <a:pt x="247" y="156"/>
                    </a:lnTo>
                    <a:lnTo>
                      <a:pt x="247" y="158"/>
                    </a:lnTo>
                    <a:lnTo>
                      <a:pt x="247" y="158"/>
                    </a:lnTo>
                    <a:lnTo>
                      <a:pt x="247" y="158"/>
                    </a:lnTo>
                    <a:lnTo>
                      <a:pt x="247" y="161"/>
                    </a:lnTo>
                    <a:lnTo>
                      <a:pt x="244" y="161"/>
                    </a:lnTo>
                    <a:lnTo>
                      <a:pt x="244" y="161"/>
                    </a:lnTo>
                    <a:lnTo>
                      <a:pt x="244" y="161"/>
                    </a:lnTo>
                    <a:lnTo>
                      <a:pt x="244" y="161"/>
                    </a:lnTo>
                    <a:lnTo>
                      <a:pt x="244" y="163"/>
                    </a:lnTo>
                    <a:lnTo>
                      <a:pt x="247" y="163"/>
                    </a:lnTo>
                    <a:lnTo>
                      <a:pt x="247" y="163"/>
                    </a:lnTo>
                    <a:lnTo>
                      <a:pt x="247" y="163"/>
                    </a:lnTo>
                    <a:lnTo>
                      <a:pt x="247" y="163"/>
                    </a:lnTo>
                    <a:lnTo>
                      <a:pt x="249" y="163"/>
                    </a:lnTo>
                    <a:lnTo>
                      <a:pt x="249" y="163"/>
                    </a:lnTo>
                    <a:lnTo>
                      <a:pt x="249" y="163"/>
                    </a:lnTo>
                    <a:lnTo>
                      <a:pt x="249" y="163"/>
                    </a:lnTo>
                    <a:lnTo>
                      <a:pt x="249" y="166"/>
                    </a:lnTo>
                    <a:lnTo>
                      <a:pt x="249" y="166"/>
                    </a:lnTo>
                    <a:lnTo>
                      <a:pt x="251" y="166"/>
                    </a:lnTo>
                    <a:lnTo>
                      <a:pt x="251" y="168"/>
                    </a:lnTo>
                    <a:lnTo>
                      <a:pt x="251" y="168"/>
                    </a:lnTo>
                    <a:lnTo>
                      <a:pt x="251" y="166"/>
                    </a:lnTo>
                    <a:lnTo>
                      <a:pt x="254" y="166"/>
                    </a:lnTo>
                    <a:lnTo>
                      <a:pt x="254" y="168"/>
                    </a:lnTo>
                    <a:lnTo>
                      <a:pt x="254" y="168"/>
                    </a:lnTo>
                    <a:lnTo>
                      <a:pt x="254" y="168"/>
                    </a:lnTo>
                    <a:lnTo>
                      <a:pt x="256" y="168"/>
                    </a:lnTo>
                    <a:lnTo>
                      <a:pt x="256" y="166"/>
                    </a:lnTo>
                    <a:lnTo>
                      <a:pt x="256" y="166"/>
                    </a:lnTo>
                    <a:lnTo>
                      <a:pt x="256" y="166"/>
                    </a:lnTo>
                    <a:lnTo>
                      <a:pt x="256" y="168"/>
                    </a:lnTo>
                    <a:lnTo>
                      <a:pt x="258" y="168"/>
                    </a:lnTo>
                    <a:lnTo>
                      <a:pt x="258" y="166"/>
                    </a:lnTo>
                    <a:lnTo>
                      <a:pt x="258" y="166"/>
                    </a:lnTo>
                    <a:lnTo>
                      <a:pt x="258" y="168"/>
                    </a:lnTo>
                    <a:lnTo>
                      <a:pt x="261" y="168"/>
                    </a:lnTo>
                    <a:lnTo>
                      <a:pt x="261" y="168"/>
                    </a:lnTo>
                    <a:lnTo>
                      <a:pt x="261" y="168"/>
                    </a:lnTo>
                    <a:lnTo>
                      <a:pt x="261" y="170"/>
                    </a:lnTo>
                    <a:lnTo>
                      <a:pt x="261" y="170"/>
                    </a:lnTo>
                    <a:lnTo>
                      <a:pt x="261" y="170"/>
                    </a:lnTo>
                    <a:lnTo>
                      <a:pt x="261" y="170"/>
                    </a:lnTo>
                    <a:lnTo>
                      <a:pt x="261" y="173"/>
                    </a:lnTo>
                    <a:lnTo>
                      <a:pt x="261" y="173"/>
                    </a:lnTo>
                    <a:lnTo>
                      <a:pt x="258" y="173"/>
                    </a:lnTo>
                    <a:lnTo>
                      <a:pt x="258" y="173"/>
                    </a:lnTo>
                    <a:lnTo>
                      <a:pt x="258" y="173"/>
                    </a:lnTo>
                    <a:lnTo>
                      <a:pt x="261" y="173"/>
                    </a:lnTo>
                    <a:lnTo>
                      <a:pt x="261" y="175"/>
                    </a:lnTo>
                    <a:lnTo>
                      <a:pt x="258" y="175"/>
                    </a:lnTo>
                    <a:lnTo>
                      <a:pt x="258" y="175"/>
                    </a:lnTo>
                    <a:lnTo>
                      <a:pt x="258" y="177"/>
                    </a:lnTo>
                    <a:lnTo>
                      <a:pt x="258" y="177"/>
                    </a:lnTo>
                    <a:lnTo>
                      <a:pt x="258" y="180"/>
                    </a:lnTo>
                    <a:lnTo>
                      <a:pt x="258" y="180"/>
                    </a:lnTo>
                    <a:lnTo>
                      <a:pt x="261" y="180"/>
                    </a:lnTo>
                    <a:lnTo>
                      <a:pt x="261" y="182"/>
                    </a:lnTo>
                    <a:lnTo>
                      <a:pt x="261" y="182"/>
                    </a:lnTo>
                    <a:lnTo>
                      <a:pt x="261" y="182"/>
                    </a:lnTo>
                    <a:lnTo>
                      <a:pt x="261" y="182"/>
                    </a:lnTo>
                    <a:lnTo>
                      <a:pt x="261" y="182"/>
                    </a:lnTo>
                    <a:lnTo>
                      <a:pt x="263" y="182"/>
                    </a:lnTo>
                    <a:lnTo>
                      <a:pt x="263" y="185"/>
                    </a:lnTo>
                    <a:lnTo>
                      <a:pt x="263" y="185"/>
                    </a:lnTo>
                    <a:lnTo>
                      <a:pt x="263" y="185"/>
                    </a:lnTo>
                    <a:lnTo>
                      <a:pt x="263" y="185"/>
                    </a:lnTo>
                    <a:lnTo>
                      <a:pt x="263" y="187"/>
                    </a:lnTo>
                    <a:lnTo>
                      <a:pt x="265" y="187"/>
                    </a:lnTo>
                    <a:lnTo>
                      <a:pt x="265" y="187"/>
                    </a:lnTo>
                    <a:lnTo>
                      <a:pt x="265" y="187"/>
                    </a:lnTo>
                    <a:lnTo>
                      <a:pt x="265" y="189"/>
                    </a:lnTo>
                    <a:lnTo>
                      <a:pt x="265" y="189"/>
                    </a:lnTo>
                    <a:lnTo>
                      <a:pt x="265" y="189"/>
                    </a:lnTo>
                    <a:lnTo>
                      <a:pt x="265" y="192"/>
                    </a:lnTo>
                    <a:lnTo>
                      <a:pt x="263" y="192"/>
                    </a:lnTo>
                    <a:lnTo>
                      <a:pt x="263" y="192"/>
                    </a:lnTo>
                    <a:lnTo>
                      <a:pt x="263" y="192"/>
                    </a:lnTo>
                    <a:lnTo>
                      <a:pt x="263" y="194"/>
                    </a:lnTo>
                    <a:lnTo>
                      <a:pt x="263" y="194"/>
                    </a:lnTo>
                    <a:lnTo>
                      <a:pt x="263" y="194"/>
                    </a:lnTo>
                    <a:lnTo>
                      <a:pt x="263" y="194"/>
                    </a:lnTo>
                    <a:lnTo>
                      <a:pt x="263" y="196"/>
                    </a:lnTo>
                    <a:lnTo>
                      <a:pt x="261" y="196"/>
                    </a:lnTo>
                    <a:lnTo>
                      <a:pt x="261" y="196"/>
                    </a:lnTo>
                    <a:lnTo>
                      <a:pt x="261" y="196"/>
                    </a:lnTo>
                    <a:lnTo>
                      <a:pt x="261" y="196"/>
                    </a:lnTo>
                    <a:lnTo>
                      <a:pt x="258" y="196"/>
                    </a:lnTo>
                    <a:lnTo>
                      <a:pt x="258" y="199"/>
                    </a:lnTo>
                    <a:lnTo>
                      <a:pt x="258" y="199"/>
                    </a:lnTo>
                    <a:lnTo>
                      <a:pt x="258" y="199"/>
                    </a:lnTo>
                    <a:lnTo>
                      <a:pt x="258" y="201"/>
                    </a:lnTo>
                    <a:lnTo>
                      <a:pt x="256" y="201"/>
                    </a:lnTo>
                    <a:lnTo>
                      <a:pt x="256" y="201"/>
                    </a:lnTo>
                    <a:lnTo>
                      <a:pt x="256" y="201"/>
                    </a:lnTo>
                    <a:lnTo>
                      <a:pt x="256" y="203"/>
                    </a:lnTo>
                    <a:lnTo>
                      <a:pt x="256" y="203"/>
                    </a:lnTo>
                    <a:lnTo>
                      <a:pt x="256" y="203"/>
                    </a:lnTo>
                    <a:lnTo>
                      <a:pt x="254" y="203"/>
                    </a:lnTo>
                    <a:lnTo>
                      <a:pt x="254" y="203"/>
                    </a:lnTo>
                    <a:lnTo>
                      <a:pt x="254" y="203"/>
                    </a:lnTo>
                    <a:lnTo>
                      <a:pt x="254" y="206"/>
                    </a:lnTo>
                    <a:lnTo>
                      <a:pt x="254" y="206"/>
                    </a:lnTo>
                    <a:lnTo>
                      <a:pt x="254" y="208"/>
                    </a:lnTo>
                    <a:lnTo>
                      <a:pt x="254" y="208"/>
                    </a:lnTo>
                    <a:lnTo>
                      <a:pt x="254" y="211"/>
                    </a:lnTo>
                    <a:lnTo>
                      <a:pt x="254" y="211"/>
                    </a:lnTo>
                    <a:lnTo>
                      <a:pt x="254" y="213"/>
                    </a:lnTo>
                    <a:lnTo>
                      <a:pt x="254" y="213"/>
                    </a:lnTo>
                    <a:lnTo>
                      <a:pt x="254" y="213"/>
                    </a:lnTo>
                    <a:lnTo>
                      <a:pt x="251" y="213"/>
                    </a:lnTo>
                    <a:lnTo>
                      <a:pt x="251" y="213"/>
                    </a:lnTo>
                    <a:lnTo>
                      <a:pt x="251" y="213"/>
                    </a:lnTo>
                    <a:lnTo>
                      <a:pt x="249" y="213"/>
                    </a:lnTo>
                    <a:lnTo>
                      <a:pt x="249" y="213"/>
                    </a:lnTo>
                    <a:lnTo>
                      <a:pt x="249" y="213"/>
                    </a:lnTo>
                    <a:lnTo>
                      <a:pt x="247" y="213"/>
                    </a:lnTo>
                    <a:lnTo>
                      <a:pt x="247" y="213"/>
                    </a:lnTo>
                    <a:lnTo>
                      <a:pt x="247" y="213"/>
                    </a:lnTo>
                    <a:lnTo>
                      <a:pt x="244" y="213"/>
                    </a:lnTo>
                    <a:lnTo>
                      <a:pt x="244" y="213"/>
                    </a:lnTo>
                    <a:lnTo>
                      <a:pt x="244" y="213"/>
                    </a:lnTo>
                    <a:lnTo>
                      <a:pt x="242" y="213"/>
                    </a:lnTo>
                    <a:lnTo>
                      <a:pt x="242" y="213"/>
                    </a:lnTo>
                    <a:lnTo>
                      <a:pt x="242" y="213"/>
                    </a:lnTo>
                    <a:lnTo>
                      <a:pt x="239" y="213"/>
                    </a:lnTo>
                    <a:lnTo>
                      <a:pt x="239" y="213"/>
                    </a:lnTo>
                    <a:lnTo>
                      <a:pt x="239" y="213"/>
                    </a:lnTo>
                    <a:lnTo>
                      <a:pt x="239" y="213"/>
                    </a:lnTo>
                    <a:lnTo>
                      <a:pt x="239" y="211"/>
                    </a:lnTo>
                    <a:lnTo>
                      <a:pt x="237" y="211"/>
                    </a:lnTo>
                    <a:lnTo>
                      <a:pt x="237" y="211"/>
                    </a:lnTo>
                    <a:lnTo>
                      <a:pt x="237" y="208"/>
                    </a:lnTo>
                    <a:lnTo>
                      <a:pt x="237" y="208"/>
                    </a:lnTo>
                    <a:lnTo>
                      <a:pt x="235" y="208"/>
                    </a:lnTo>
                    <a:lnTo>
                      <a:pt x="235" y="208"/>
                    </a:lnTo>
                    <a:lnTo>
                      <a:pt x="235" y="208"/>
                    </a:lnTo>
                    <a:lnTo>
                      <a:pt x="232" y="208"/>
                    </a:lnTo>
                    <a:lnTo>
                      <a:pt x="232" y="208"/>
                    </a:lnTo>
                    <a:lnTo>
                      <a:pt x="232" y="211"/>
                    </a:lnTo>
                    <a:lnTo>
                      <a:pt x="230" y="211"/>
                    </a:lnTo>
                    <a:lnTo>
                      <a:pt x="230" y="208"/>
                    </a:lnTo>
                    <a:lnTo>
                      <a:pt x="230" y="208"/>
                    </a:lnTo>
                    <a:lnTo>
                      <a:pt x="230" y="211"/>
                    </a:lnTo>
                    <a:lnTo>
                      <a:pt x="230" y="211"/>
                    </a:lnTo>
                    <a:lnTo>
                      <a:pt x="228" y="211"/>
                    </a:lnTo>
                    <a:lnTo>
                      <a:pt x="228" y="211"/>
                    </a:lnTo>
                    <a:lnTo>
                      <a:pt x="228" y="208"/>
                    </a:lnTo>
                    <a:lnTo>
                      <a:pt x="228" y="208"/>
                    </a:lnTo>
                    <a:lnTo>
                      <a:pt x="225" y="208"/>
                    </a:lnTo>
                    <a:lnTo>
                      <a:pt x="225" y="208"/>
                    </a:lnTo>
                    <a:lnTo>
                      <a:pt x="228" y="208"/>
                    </a:lnTo>
                    <a:lnTo>
                      <a:pt x="228" y="208"/>
                    </a:lnTo>
                    <a:lnTo>
                      <a:pt x="228" y="206"/>
                    </a:lnTo>
                    <a:lnTo>
                      <a:pt x="228" y="206"/>
                    </a:lnTo>
                    <a:lnTo>
                      <a:pt x="228" y="206"/>
                    </a:lnTo>
                    <a:lnTo>
                      <a:pt x="228" y="203"/>
                    </a:lnTo>
                    <a:lnTo>
                      <a:pt x="225" y="203"/>
                    </a:lnTo>
                    <a:lnTo>
                      <a:pt x="225" y="203"/>
                    </a:lnTo>
                    <a:lnTo>
                      <a:pt x="225" y="203"/>
                    </a:lnTo>
                    <a:lnTo>
                      <a:pt x="225" y="201"/>
                    </a:lnTo>
                    <a:lnTo>
                      <a:pt x="225" y="201"/>
                    </a:lnTo>
                    <a:lnTo>
                      <a:pt x="225" y="199"/>
                    </a:lnTo>
                    <a:lnTo>
                      <a:pt x="225" y="199"/>
                    </a:lnTo>
                    <a:lnTo>
                      <a:pt x="225" y="196"/>
                    </a:lnTo>
                    <a:lnTo>
                      <a:pt x="228" y="196"/>
                    </a:lnTo>
                    <a:lnTo>
                      <a:pt x="228" y="196"/>
                    </a:lnTo>
                    <a:lnTo>
                      <a:pt x="228" y="196"/>
                    </a:lnTo>
                    <a:lnTo>
                      <a:pt x="228" y="194"/>
                    </a:lnTo>
                    <a:lnTo>
                      <a:pt x="228" y="194"/>
                    </a:lnTo>
                    <a:lnTo>
                      <a:pt x="228" y="194"/>
                    </a:lnTo>
                    <a:lnTo>
                      <a:pt x="228" y="194"/>
                    </a:lnTo>
                    <a:lnTo>
                      <a:pt x="228" y="194"/>
                    </a:lnTo>
                    <a:lnTo>
                      <a:pt x="228" y="192"/>
                    </a:lnTo>
                    <a:lnTo>
                      <a:pt x="228" y="192"/>
                    </a:lnTo>
                    <a:lnTo>
                      <a:pt x="225" y="192"/>
                    </a:lnTo>
                    <a:lnTo>
                      <a:pt x="225" y="192"/>
                    </a:lnTo>
                    <a:lnTo>
                      <a:pt x="223" y="192"/>
                    </a:lnTo>
                    <a:lnTo>
                      <a:pt x="223" y="192"/>
                    </a:lnTo>
                    <a:lnTo>
                      <a:pt x="223" y="192"/>
                    </a:lnTo>
                    <a:lnTo>
                      <a:pt x="220" y="192"/>
                    </a:lnTo>
                    <a:lnTo>
                      <a:pt x="220" y="192"/>
                    </a:lnTo>
                    <a:lnTo>
                      <a:pt x="220" y="192"/>
                    </a:lnTo>
                    <a:lnTo>
                      <a:pt x="220" y="189"/>
                    </a:lnTo>
                    <a:lnTo>
                      <a:pt x="220" y="189"/>
                    </a:lnTo>
                    <a:lnTo>
                      <a:pt x="220" y="189"/>
                    </a:lnTo>
                    <a:lnTo>
                      <a:pt x="218" y="189"/>
                    </a:lnTo>
                    <a:lnTo>
                      <a:pt x="218" y="189"/>
                    </a:lnTo>
                    <a:lnTo>
                      <a:pt x="216" y="189"/>
                    </a:lnTo>
                    <a:lnTo>
                      <a:pt x="216" y="187"/>
                    </a:lnTo>
                    <a:lnTo>
                      <a:pt x="216" y="187"/>
                    </a:lnTo>
                    <a:lnTo>
                      <a:pt x="216" y="187"/>
                    </a:lnTo>
                    <a:lnTo>
                      <a:pt x="213" y="187"/>
                    </a:lnTo>
                    <a:lnTo>
                      <a:pt x="213" y="187"/>
                    </a:lnTo>
                    <a:lnTo>
                      <a:pt x="213" y="187"/>
                    </a:lnTo>
                    <a:lnTo>
                      <a:pt x="213" y="187"/>
                    </a:lnTo>
                    <a:lnTo>
                      <a:pt x="213" y="185"/>
                    </a:lnTo>
                    <a:lnTo>
                      <a:pt x="211" y="185"/>
                    </a:lnTo>
                    <a:lnTo>
                      <a:pt x="211" y="187"/>
                    </a:lnTo>
                    <a:lnTo>
                      <a:pt x="211" y="187"/>
                    </a:lnTo>
                    <a:lnTo>
                      <a:pt x="209" y="187"/>
                    </a:lnTo>
                    <a:lnTo>
                      <a:pt x="209" y="187"/>
                    </a:lnTo>
                    <a:lnTo>
                      <a:pt x="209" y="187"/>
                    </a:lnTo>
                    <a:lnTo>
                      <a:pt x="206" y="187"/>
                    </a:lnTo>
                    <a:lnTo>
                      <a:pt x="206" y="187"/>
                    </a:lnTo>
                    <a:lnTo>
                      <a:pt x="206" y="185"/>
                    </a:lnTo>
                    <a:lnTo>
                      <a:pt x="206" y="185"/>
                    </a:lnTo>
                    <a:lnTo>
                      <a:pt x="204" y="185"/>
                    </a:lnTo>
                    <a:lnTo>
                      <a:pt x="204" y="185"/>
                    </a:lnTo>
                    <a:lnTo>
                      <a:pt x="204" y="185"/>
                    </a:lnTo>
                    <a:lnTo>
                      <a:pt x="202" y="185"/>
                    </a:lnTo>
                    <a:lnTo>
                      <a:pt x="202" y="185"/>
                    </a:lnTo>
                    <a:lnTo>
                      <a:pt x="202" y="182"/>
                    </a:lnTo>
                    <a:lnTo>
                      <a:pt x="202" y="182"/>
                    </a:lnTo>
                    <a:lnTo>
                      <a:pt x="199" y="182"/>
                    </a:lnTo>
                    <a:lnTo>
                      <a:pt x="199" y="182"/>
                    </a:lnTo>
                    <a:lnTo>
                      <a:pt x="199" y="182"/>
                    </a:lnTo>
                    <a:lnTo>
                      <a:pt x="197" y="182"/>
                    </a:lnTo>
                    <a:lnTo>
                      <a:pt x="197" y="182"/>
                    </a:lnTo>
                    <a:lnTo>
                      <a:pt x="197" y="182"/>
                    </a:lnTo>
                    <a:lnTo>
                      <a:pt x="197" y="180"/>
                    </a:lnTo>
                    <a:lnTo>
                      <a:pt x="197" y="180"/>
                    </a:lnTo>
                    <a:lnTo>
                      <a:pt x="197" y="180"/>
                    </a:lnTo>
                    <a:lnTo>
                      <a:pt x="194" y="180"/>
                    </a:lnTo>
                    <a:lnTo>
                      <a:pt x="194" y="180"/>
                    </a:lnTo>
                    <a:lnTo>
                      <a:pt x="194" y="177"/>
                    </a:lnTo>
                    <a:lnTo>
                      <a:pt x="194" y="177"/>
                    </a:lnTo>
                    <a:lnTo>
                      <a:pt x="194" y="177"/>
                    </a:lnTo>
                    <a:lnTo>
                      <a:pt x="192" y="177"/>
                    </a:lnTo>
                    <a:lnTo>
                      <a:pt x="192" y="177"/>
                    </a:lnTo>
                    <a:lnTo>
                      <a:pt x="190" y="177"/>
                    </a:lnTo>
                    <a:lnTo>
                      <a:pt x="190" y="175"/>
                    </a:lnTo>
                    <a:lnTo>
                      <a:pt x="190" y="175"/>
                    </a:lnTo>
                    <a:lnTo>
                      <a:pt x="190" y="175"/>
                    </a:lnTo>
                    <a:lnTo>
                      <a:pt x="190" y="175"/>
                    </a:lnTo>
                    <a:lnTo>
                      <a:pt x="187" y="175"/>
                    </a:lnTo>
                    <a:lnTo>
                      <a:pt x="187" y="175"/>
                    </a:lnTo>
                    <a:lnTo>
                      <a:pt x="187" y="173"/>
                    </a:lnTo>
                    <a:lnTo>
                      <a:pt x="187" y="173"/>
                    </a:lnTo>
                    <a:lnTo>
                      <a:pt x="185" y="173"/>
                    </a:lnTo>
                    <a:lnTo>
                      <a:pt x="185" y="173"/>
                    </a:lnTo>
                    <a:lnTo>
                      <a:pt x="185" y="173"/>
                    </a:lnTo>
                    <a:lnTo>
                      <a:pt x="183" y="173"/>
                    </a:lnTo>
                    <a:lnTo>
                      <a:pt x="183" y="173"/>
                    </a:lnTo>
                    <a:lnTo>
                      <a:pt x="183" y="173"/>
                    </a:lnTo>
                    <a:lnTo>
                      <a:pt x="183" y="173"/>
                    </a:lnTo>
                    <a:lnTo>
                      <a:pt x="183" y="170"/>
                    </a:lnTo>
                    <a:lnTo>
                      <a:pt x="180" y="170"/>
                    </a:lnTo>
                    <a:lnTo>
                      <a:pt x="180" y="170"/>
                    </a:lnTo>
                    <a:lnTo>
                      <a:pt x="180" y="170"/>
                    </a:lnTo>
                    <a:lnTo>
                      <a:pt x="180" y="170"/>
                    </a:lnTo>
                    <a:lnTo>
                      <a:pt x="180" y="168"/>
                    </a:lnTo>
                    <a:lnTo>
                      <a:pt x="178" y="168"/>
                    </a:lnTo>
                    <a:lnTo>
                      <a:pt x="178" y="168"/>
                    </a:lnTo>
                    <a:lnTo>
                      <a:pt x="178" y="168"/>
                    </a:lnTo>
                    <a:lnTo>
                      <a:pt x="178" y="168"/>
                    </a:lnTo>
                    <a:lnTo>
                      <a:pt x="176" y="168"/>
                    </a:lnTo>
                    <a:lnTo>
                      <a:pt x="176" y="168"/>
                    </a:lnTo>
                    <a:lnTo>
                      <a:pt x="176" y="168"/>
                    </a:lnTo>
                    <a:lnTo>
                      <a:pt x="173" y="168"/>
                    </a:lnTo>
                    <a:lnTo>
                      <a:pt x="173" y="168"/>
                    </a:lnTo>
                    <a:lnTo>
                      <a:pt x="173" y="168"/>
                    </a:lnTo>
                    <a:lnTo>
                      <a:pt x="173" y="166"/>
                    </a:lnTo>
                    <a:lnTo>
                      <a:pt x="173" y="166"/>
                    </a:lnTo>
                    <a:lnTo>
                      <a:pt x="171" y="166"/>
                    </a:lnTo>
                    <a:lnTo>
                      <a:pt x="171" y="166"/>
                    </a:lnTo>
                    <a:lnTo>
                      <a:pt x="171" y="166"/>
                    </a:lnTo>
                    <a:lnTo>
                      <a:pt x="168" y="166"/>
                    </a:lnTo>
                    <a:lnTo>
                      <a:pt x="168" y="163"/>
                    </a:lnTo>
                    <a:lnTo>
                      <a:pt x="168" y="163"/>
                    </a:lnTo>
                    <a:lnTo>
                      <a:pt x="168" y="163"/>
                    </a:lnTo>
                    <a:lnTo>
                      <a:pt x="168" y="163"/>
                    </a:lnTo>
                    <a:lnTo>
                      <a:pt x="166" y="163"/>
                    </a:lnTo>
                    <a:lnTo>
                      <a:pt x="166" y="163"/>
                    </a:lnTo>
                    <a:lnTo>
                      <a:pt x="166" y="163"/>
                    </a:lnTo>
                    <a:lnTo>
                      <a:pt x="166" y="163"/>
                    </a:lnTo>
                    <a:lnTo>
                      <a:pt x="166" y="161"/>
                    </a:lnTo>
                    <a:lnTo>
                      <a:pt x="164" y="161"/>
                    </a:lnTo>
                    <a:lnTo>
                      <a:pt x="164" y="161"/>
                    </a:lnTo>
                    <a:lnTo>
                      <a:pt x="164" y="161"/>
                    </a:lnTo>
                    <a:lnTo>
                      <a:pt x="164" y="158"/>
                    </a:lnTo>
                    <a:lnTo>
                      <a:pt x="161" y="158"/>
                    </a:lnTo>
                    <a:lnTo>
                      <a:pt x="161" y="158"/>
                    </a:lnTo>
                    <a:lnTo>
                      <a:pt x="161" y="158"/>
                    </a:lnTo>
                    <a:lnTo>
                      <a:pt x="161" y="158"/>
                    </a:lnTo>
                    <a:lnTo>
                      <a:pt x="161" y="156"/>
                    </a:lnTo>
                    <a:lnTo>
                      <a:pt x="159" y="156"/>
                    </a:lnTo>
                    <a:lnTo>
                      <a:pt x="159" y="156"/>
                    </a:lnTo>
                    <a:lnTo>
                      <a:pt x="159" y="156"/>
                    </a:lnTo>
                    <a:lnTo>
                      <a:pt x="157" y="156"/>
                    </a:lnTo>
                    <a:lnTo>
                      <a:pt x="157" y="156"/>
                    </a:lnTo>
                    <a:lnTo>
                      <a:pt x="157" y="154"/>
                    </a:lnTo>
                    <a:lnTo>
                      <a:pt x="157" y="154"/>
                    </a:lnTo>
                    <a:lnTo>
                      <a:pt x="157" y="154"/>
                    </a:lnTo>
                    <a:lnTo>
                      <a:pt x="154" y="154"/>
                    </a:lnTo>
                    <a:lnTo>
                      <a:pt x="154" y="154"/>
                    </a:lnTo>
                    <a:lnTo>
                      <a:pt x="154" y="154"/>
                    </a:lnTo>
                    <a:lnTo>
                      <a:pt x="154" y="154"/>
                    </a:lnTo>
                    <a:lnTo>
                      <a:pt x="152" y="154"/>
                    </a:lnTo>
                    <a:lnTo>
                      <a:pt x="152" y="151"/>
                    </a:lnTo>
                    <a:lnTo>
                      <a:pt x="152" y="151"/>
                    </a:lnTo>
                    <a:lnTo>
                      <a:pt x="149" y="151"/>
                    </a:lnTo>
                    <a:lnTo>
                      <a:pt x="149" y="151"/>
                    </a:lnTo>
                    <a:lnTo>
                      <a:pt x="149" y="151"/>
                    </a:lnTo>
                    <a:lnTo>
                      <a:pt x="149" y="151"/>
                    </a:lnTo>
                    <a:lnTo>
                      <a:pt x="149" y="149"/>
                    </a:lnTo>
                    <a:lnTo>
                      <a:pt x="147" y="149"/>
                    </a:lnTo>
                    <a:lnTo>
                      <a:pt x="147" y="149"/>
                    </a:lnTo>
                    <a:lnTo>
                      <a:pt x="147" y="149"/>
                    </a:lnTo>
                    <a:lnTo>
                      <a:pt x="147" y="149"/>
                    </a:lnTo>
                    <a:lnTo>
                      <a:pt x="145" y="149"/>
                    </a:lnTo>
                    <a:lnTo>
                      <a:pt x="145" y="147"/>
                    </a:lnTo>
                    <a:lnTo>
                      <a:pt x="145" y="147"/>
                    </a:lnTo>
                    <a:lnTo>
                      <a:pt x="145" y="147"/>
                    </a:lnTo>
                    <a:lnTo>
                      <a:pt x="142" y="147"/>
                    </a:lnTo>
                    <a:lnTo>
                      <a:pt x="142" y="147"/>
                    </a:lnTo>
                    <a:lnTo>
                      <a:pt x="142" y="144"/>
                    </a:lnTo>
                    <a:lnTo>
                      <a:pt x="142" y="144"/>
                    </a:lnTo>
                    <a:lnTo>
                      <a:pt x="140" y="144"/>
                    </a:lnTo>
                    <a:lnTo>
                      <a:pt x="140" y="144"/>
                    </a:lnTo>
                    <a:lnTo>
                      <a:pt x="140" y="144"/>
                    </a:lnTo>
                    <a:lnTo>
                      <a:pt x="140" y="144"/>
                    </a:lnTo>
                    <a:lnTo>
                      <a:pt x="140" y="144"/>
                    </a:lnTo>
                    <a:lnTo>
                      <a:pt x="138" y="144"/>
                    </a:lnTo>
                    <a:lnTo>
                      <a:pt x="138" y="142"/>
                    </a:lnTo>
                    <a:lnTo>
                      <a:pt x="138" y="142"/>
                    </a:lnTo>
                    <a:lnTo>
                      <a:pt x="138" y="142"/>
                    </a:lnTo>
                    <a:lnTo>
                      <a:pt x="138" y="139"/>
                    </a:lnTo>
                    <a:lnTo>
                      <a:pt x="138" y="139"/>
                    </a:lnTo>
                    <a:lnTo>
                      <a:pt x="138" y="137"/>
                    </a:lnTo>
                    <a:lnTo>
                      <a:pt x="138" y="137"/>
                    </a:lnTo>
                    <a:lnTo>
                      <a:pt x="135" y="137"/>
                    </a:lnTo>
                    <a:lnTo>
                      <a:pt x="135" y="135"/>
                    </a:lnTo>
                    <a:lnTo>
                      <a:pt x="135" y="135"/>
                    </a:lnTo>
                    <a:lnTo>
                      <a:pt x="135" y="135"/>
                    </a:lnTo>
                    <a:lnTo>
                      <a:pt x="135" y="132"/>
                    </a:lnTo>
                    <a:lnTo>
                      <a:pt x="135" y="132"/>
                    </a:lnTo>
                    <a:lnTo>
                      <a:pt x="135" y="132"/>
                    </a:lnTo>
                    <a:lnTo>
                      <a:pt x="135" y="130"/>
                    </a:lnTo>
                    <a:lnTo>
                      <a:pt x="135" y="130"/>
                    </a:lnTo>
                    <a:lnTo>
                      <a:pt x="133" y="130"/>
                    </a:lnTo>
                    <a:lnTo>
                      <a:pt x="133" y="130"/>
                    </a:lnTo>
                    <a:lnTo>
                      <a:pt x="133" y="130"/>
                    </a:lnTo>
                    <a:lnTo>
                      <a:pt x="133" y="128"/>
                    </a:lnTo>
                    <a:lnTo>
                      <a:pt x="133" y="128"/>
                    </a:lnTo>
                    <a:lnTo>
                      <a:pt x="131" y="128"/>
                    </a:lnTo>
                    <a:lnTo>
                      <a:pt x="131" y="128"/>
                    </a:lnTo>
                    <a:lnTo>
                      <a:pt x="131" y="125"/>
                    </a:lnTo>
                    <a:lnTo>
                      <a:pt x="131" y="125"/>
                    </a:lnTo>
                    <a:lnTo>
                      <a:pt x="131" y="125"/>
                    </a:lnTo>
                    <a:lnTo>
                      <a:pt x="131" y="123"/>
                    </a:lnTo>
                    <a:lnTo>
                      <a:pt x="128" y="123"/>
                    </a:lnTo>
                    <a:lnTo>
                      <a:pt x="128" y="123"/>
                    </a:lnTo>
                    <a:lnTo>
                      <a:pt x="128" y="123"/>
                    </a:lnTo>
                    <a:lnTo>
                      <a:pt x="128" y="123"/>
                    </a:lnTo>
                    <a:lnTo>
                      <a:pt x="128" y="121"/>
                    </a:lnTo>
                    <a:lnTo>
                      <a:pt x="128" y="121"/>
                    </a:lnTo>
                    <a:lnTo>
                      <a:pt x="128" y="118"/>
                    </a:lnTo>
                    <a:lnTo>
                      <a:pt x="128" y="118"/>
                    </a:lnTo>
                    <a:lnTo>
                      <a:pt x="128" y="116"/>
                    </a:lnTo>
                    <a:lnTo>
                      <a:pt x="128" y="116"/>
                    </a:lnTo>
                    <a:lnTo>
                      <a:pt x="128" y="116"/>
                    </a:lnTo>
                    <a:lnTo>
                      <a:pt x="126" y="116"/>
                    </a:lnTo>
                    <a:lnTo>
                      <a:pt x="126" y="113"/>
                    </a:lnTo>
                    <a:lnTo>
                      <a:pt x="126" y="113"/>
                    </a:lnTo>
                    <a:lnTo>
                      <a:pt x="126" y="113"/>
                    </a:lnTo>
                    <a:lnTo>
                      <a:pt x="123" y="113"/>
                    </a:lnTo>
                    <a:lnTo>
                      <a:pt x="123" y="113"/>
                    </a:lnTo>
                    <a:lnTo>
                      <a:pt x="123" y="113"/>
                    </a:lnTo>
                    <a:lnTo>
                      <a:pt x="123" y="113"/>
                    </a:lnTo>
                    <a:lnTo>
                      <a:pt x="123" y="111"/>
                    </a:lnTo>
                    <a:lnTo>
                      <a:pt x="121" y="111"/>
                    </a:lnTo>
                    <a:lnTo>
                      <a:pt x="121" y="111"/>
                    </a:lnTo>
                    <a:lnTo>
                      <a:pt x="121" y="111"/>
                    </a:lnTo>
                    <a:lnTo>
                      <a:pt x="121" y="111"/>
                    </a:lnTo>
                    <a:lnTo>
                      <a:pt x="121" y="109"/>
                    </a:lnTo>
                    <a:lnTo>
                      <a:pt x="119" y="109"/>
                    </a:lnTo>
                    <a:lnTo>
                      <a:pt x="119" y="111"/>
                    </a:lnTo>
                    <a:lnTo>
                      <a:pt x="119" y="111"/>
                    </a:lnTo>
                    <a:lnTo>
                      <a:pt x="119" y="109"/>
                    </a:lnTo>
                    <a:lnTo>
                      <a:pt x="116" y="109"/>
                    </a:lnTo>
                    <a:lnTo>
                      <a:pt x="116" y="109"/>
                    </a:lnTo>
                    <a:lnTo>
                      <a:pt x="116" y="109"/>
                    </a:lnTo>
                    <a:lnTo>
                      <a:pt x="116" y="111"/>
                    </a:lnTo>
                    <a:lnTo>
                      <a:pt x="116" y="111"/>
                    </a:lnTo>
                    <a:lnTo>
                      <a:pt x="114" y="111"/>
                    </a:lnTo>
                    <a:lnTo>
                      <a:pt x="114" y="113"/>
                    </a:lnTo>
                    <a:lnTo>
                      <a:pt x="114" y="113"/>
                    </a:lnTo>
                    <a:lnTo>
                      <a:pt x="114" y="113"/>
                    </a:lnTo>
                    <a:lnTo>
                      <a:pt x="112" y="113"/>
                    </a:lnTo>
                    <a:lnTo>
                      <a:pt x="112" y="113"/>
                    </a:lnTo>
                    <a:lnTo>
                      <a:pt x="109" y="113"/>
                    </a:lnTo>
                    <a:lnTo>
                      <a:pt x="109" y="111"/>
                    </a:lnTo>
                    <a:lnTo>
                      <a:pt x="109" y="111"/>
                    </a:lnTo>
                    <a:lnTo>
                      <a:pt x="109" y="111"/>
                    </a:lnTo>
                    <a:lnTo>
                      <a:pt x="107" y="111"/>
                    </a:lnTo>
                    <a:lnTo>
                      <a:pt x="107" y="111"/>
                    </a:lnTo>
                    <a:lnTo>
                      <a:pt x="107" y="111"/>
                    </a:lnTo>
                    <a:lnTo>
                      <a:pt x="107" y="111"/>
                    </a:lnTo>
                    <a:lnTo>
                      <a:pt x="104" y="111"/>
                    </a:lnTo>
                    <a:lnTo>
                      <a:pt x="104" y="111"/>
                    </a:lnTo>
                    <a:lnTo>
                      <a:pt x="102" y="111"/>
                    </a:lnTo>
                    <a:lnTo>
                      <a:pt x="102" y="111"/>
                    </a:lnTo>
                    <a:lnTo>
                      <a:pt x="102" y="111"/>
                    </a:lnTo>
                    <a:lnTo>
                      <a:pt x="102" y="111"/>
                    </a:lnTo>
                    <a:lnTo>
                      <a:pt x="100" y="111"/>
                    </a:lnTo>
                    <a:lnTo>
                      <a:pt x="100" y="111"/>
                    </a:lnTo>
                    <a:lnTo>
                      <a:pt x="100" y="111"/>
                    </a:lnTo>
                    <a:lnTo>
                      <a:pt x="97" y="111"/>
                    </a:lnTo>
                    <a:lnTo>
                      <a:pt x="97" y="111"/>
                    </a:lnTo>
                    <a:lnTo>
                      <a:pt x="95" y="111"/>
                    </a:lnTo>
                    <a:lnTo>
                      <a:pt x="95" y="111"/>
                    </a:lnTo>
                    <a:lnTo>
                      <a:pt x="95" y="111"/>
                    </a:lnTo>
                    <a:lnTo>
                      <a:pt x="95" y="111"/>
                    </a:lnTo>
                    <a:lnTo>
                      <a:pt x="93" y="111"/>
                    </a:lnTo>
                    <a:lnTo>
                      <a:pt x="93" y="109"/>
                    </a:lnTo>
                    <a:lnTo>
                      <a:pt x="93" y="109"/>
                    </a:lnTo>
                    <a:lnTo>
                      <a:pt x="90" y="109"/>
                    </a:lnTo>
                    <a:lnTo>
                      <a:pt x="90" y="109"/>
                    </a:lnTo>
                    <a:lnTo>
                      <a:pt x="90" y="109"/>
                    </a:lnTo>
                    <a:lnTo>
                      <a:pt x="90" y="109"/>
                    </a:lnTo>
                    <a:lnTo>
                      <a:pt x="90" y="106"/>
                    </a:lnTo>
                    <a:lnTo>
                      <a:pt x="88" y="106"/>
                    </a:lnTo>
                    <a:lnTo>
                      <a:pt x="88" y="106"/>
                    </a:lnTo>
                    <a:lnTo>
                      <a:pt x="88" y="106"/>
                    </a:lnTo>
                    <a:lnTo>
                      <a:pt x="88" y="106"/>
                    </a:lnTo>
                    <a:lnTo>
                      <a:pt x="88" y="104"/>
                    </a:lnTo>
                    <a:lnTo>
                      <a:pt x="88" y="104"/>
                    </a:lnTo>
                    <a:lnTo>
                      <a:pt x="88" y="104"/>
                    </a:lnTo>
                    <a:lnTo>
                      <a:pt x="88" y="104"/>
                    </a:lnTo>
                    <a:lnTo>
                      <a:pt x="88" y="102"/>
                    </a:lnTo>
                    <a:lnTo>
                      <a:pt x="88" y="102"/>
                    </a:lnTo>
                    <a:lnTo>
                      <a:pt x="88" y="102"/>
                    </a:lnTo>
                    <a:lnTo>
                      <a:pt x="88" y="102"/>
                    </a:lnTo>
                    <a:lnTo>
                      <a:pt x="88" y="99"/>
                    </a:lnTo>
                    <a:lnTo>
                      <a:pt x="88" y="99"/>
                    </a:lnTo>
                    <a:lnTo>
                      <a:pt x="88" y="99"/>
                    </a:lnTo>
                    <a:lnTo>
                      <a:pt x="88" y="97"/>
                    </a:lnTo>
                    <a:lnTo>
                      <a:pt x="88" y="97"/>
                    </a:lnTo>
                    <a:lnTo>
                      <a:pt x="88" y="97"/>
                    </a:lnTo>
                    <a:lnTo>
                      <a:pt x="88" y="97"/>
                    </a:lnTo>
                    <a:lnTo>
                      <a:pt x="90" y="97"/>
                    </a:lnTo>
                    <a:lnTo>
                      <a:pt x="90" y="97"/>
                    </a:lnTo>
                    <a:lnTo>
                      <a:pt x="90" y="97"/>
                    </a:lnTo>
                    <a:lnTo>
                      <a:pt x="90" y="97"/>
                    </a:lnTo>
                    <a:lnTo>
                      <a:pt x="90" y="97"/>
                    </a:lnTo>
                    <a:lnTo>
                      <a:pt x="90" y="97"/>
                    </a:lnTo>
                    <a:lnTo>
                      <a:pt x="90" y="94"/>
                    </a:lnTo>
                    <a:lnTo>
                      <a:pt x="90" y="94"/>
                    </a:lnTo>
                    <a:lnTo>
                      <a:pt x="88" y="94"/>
                    </a:lnTo>
                    <a:lnTo>
                      <a:pt x="88" y="94"/>
                    </a:lnTo>
                    <a:lnTo>
                      <a:pt x="88" y="94"/>
                    </a:lnTo>
                    <a:lnTo>
                      <a:pt x="88" y="94"/>
                    </a:lnTo>
                    <a:lnTo>
                      <a:pt x="88" y="94"/>
                    </a:lnTo>
                    <a:lnTo>
                      <a:pt x="86" y="94"/>
                    </a:lnTo>
                    <a:lnTo>
                      <a:pt x="86" y="92"/>
                    </a:lnTo>
                    <a:lnTo>
                      <a:pt x="86" y="92"/>
                    </a:lnTo>
                    <a:lnTo>
                      <a:pt x="83" y="92"/>
                    </a:lnTo>
                    <a:lnTo>
                      <a:pt x="83" y="92"/>
                    </a:lnTo>
                    <a:lnTo>
                      <a:pt x="86" y="92"/>
                    </a:lnTo>
                    <a:lnTo>
                      <a:pt x="86" y="92"/>
                    </a:lnTo>
                    <a:lnTo>
                      <a:pt x="86" y="90"/>
                    </a:lnTo>
                    <a:lnTo>
                      <a:pt x="86" y="90"/>
                    </a:lnTo>
                    <a:lnTo>
                      <a:pt x="86" y="90"/>
                    </a:lnTo>
                    <a:lnTo>
                      <a:pt x="86" y="87"/>
                    </a:lnTo>
                    <a:lnTo>
                      <a:pt x="86" y="87"/>
                    </a:lnTo>
                    <a:lnTo>
                      <a:pt x="86" y="87"/>
                    </a:lnTo>
                    <a:lnTo>
                      <a:pt x="86" y="85"/>
                    </a:lnTo>
                    <a:lnTo>
                      <a:pt x="86" y="85"/>
                    </a:lnTo>
                    <a:lnTo>
                      <a:pt x="83" y="85"/>
                    </a:lnTo>
                    <a:lnTo>
                      <a:pt x="83" y="85"/>
                    </a:lnTo>
                    <a:lnTo>
                      <a:pt x="83" y="85"/>
                    </a:lnTo>
                    <a:lnTo>
                      <a:pt x="83" y="85"/>
                    </a:lnTo>
                    <a:lnTo>
                      <a:pt x="83" y="85"/>
                    </a:lnTo>
                    <a:lnTo>
                      <a:pt x="81" y="85"/>
                    </a:lnTo>
                    <a:lnTo>
                      <a:pt x="81" y="85"/>
                    </a:lnTo>
                    <a:lnTo>
                      <a:pt x="81" y="85"/>
                    </a:lnTo>
                    <a:lnTo>
                      <a:pt x="78" y="85"/>
                    </a:lnTo>
                    <a:lnTo>
                      <a:pt x="78" y="85"/>
                    </a:lnTo>
                    <a:lnTo>
                      <a:pt x="76" y="85"/>
                    </a:lnTo>
                    <a:lnTo>
                      <a:pt x="76" y="85"/>
                    </a:lnTo>
                    <a:lnTo>
                      <a:pt x="76" y="85"/>
                    </a:lnTo>
                    <a:lnTo>
                      <a:pt x="74" y="85"/>
                    </a:lnTo>
                    <a:lnTo>
                      <a:pt x="74" y="85"/>
                    </a:lnTo>
                    <a:lnTo>
                      <a:pt x="74" y="85"/>
                    </a:lnTo>
                    <a:lnTo>
                      <a:pt x="71" y="85"/>
                    </a:lnTo>
                    <a:lnTo>
                      <a:pt x="71" y="83"/>
                    </a:lnTo>
                    <a:lnTo>
                      <a:pt x="71" y="83"/>
                    </a:lnTo>
                    <a:lnTo>
                      <a:pt x="71" y="83"/>
                    </a:lnTo>
                    <a:lnTo>
                      <a:pt x="69" y="83"/>
                    </a:lnTo>
                    <a:lnTo>
                      <a:pt x="69" y="80"/>
                    </a:lnTo>
                    <a:lnTo>
                      <a:pt x="69" y="80"/>
                    </a:lnTo>
                    <a:lnTo>
                      <a:pt x="69" y="80"/>
                    </a:lnTo>
                    <a:lnTo>
                      <a:pt x="69" y="78"/>
                    </a:lnTo>
                    <a:lnTo>
                      <a:pt x="69" y="78"/>
                    </a:lnTo>
                    <a:lnTo>
                      <a:pt x="67" y="78"/>
                    </a:lnTo>
                    <a:lnTo>
                      <a:pt x="67" y="78"/>
                    </a:lnTo>
                    <a:lnTo>
                      <a:pt x="67" y="78"/>
                    </a:lnTo>
                    <a:lnTo>
                      <a:pt x="67" y="78"/>
                    </a:lnTo>
                    <a:lnTo>
                      <a:pt x="67" y="78"/>
                    </a:lnTo>
                    <a:lnTo>
                      <a:pt x="64" y="78"/>
                    </a:lnTo>
                    <a:lnTo>
                      <a:pt x="64" y="78"/>
                    </a:lnTo>
                    <a:lnTo>
                      <a:pt x="64" y="78"/>
                    </a:lnTo>
                    <a:lnTo>
                      <a:pt x="62" y="78"/>
                    </a:lnTo>
                    <a:lnTo>
                      <a:pt x="62" y="78"/>
                    </a:lnTo>
                    <a:lnTo>
                      <a:pt x="62" y="76"/>
                    </a:lnTo>
                    <a:lnTo>
                      <a:pt x="62" y="76"/>
                    </a:lnTo>
                    <a:lnTo>
                      <a:pt x="60" y="76"/>
                    </a:lnTo>
                    <a:lnTo>
                      <a:pt x="60" y="76"/>
                    </a:lnTo>
                    <a:lnTo>
                      <a:pt x="60" y="76"/>
                    </a:lnTo>
                    <a:lnTo>
                      <a:pt x="60" y="76"/>
                    </a:lnTo>
                    <a:lnTo>
                      <a:pt x="60" y="76"/>
                    </a:lnTo>
                    <a:lnTo>
                      <a:pt x="60" y="73"/>
                    </a:lnTo>
                    <a:lnTo>
                      <a:pt x="57" y="73"/>
                    </a:lnTo>
                    <a:lnTo>
                      <a:pt x="57" y="73"/>
                    </a:lnTo>
                    <a:lnTo>
                      <a:pt x="57" y="73"/>
                    </a:lnTo>
                    <a:lnTo>
                      <a:pt x="57" y="71"/>
                    </a:lnTo>
                    <a:lnTo>
                      <a:pt x="55" y="71"/>
                    </a:lnTo>
                    <a:lnTo>
                      <a:pt x="55" y="73"/>
                    </a:lnTo>
                    <a:lnTo>
                      <a:pt x="55" y="73"/>
                    </a:lnTo>
                    <a:lnTo>
                      <a:pt x="55" y="73"/>
                    </a:lnTo>
                    <a:lnTo>
                      <a:pt x="55" y="76"/>
                    </a:lnTo>
                    <a:lnTo>
                      <a:pt x="55" y="76"/>
                    </a:lnTo>
                    <a:lnTo>
                      <a:pt x="52" y="76"/>
                    </a:lnTo>
                    <a:lnTo>
                      <a:pt x="52" y="76"/>
                    </a:lnTo>
                    <a:lnTo>
                      <a:pt x="50" y="76"/>
                    </a:lnTo>
                    <a:lnTo>
                      <a:pt x="50" y="76"/>
                    </a:lnTo>
                    <a:lnTo>
                      <a:pt x="50" y="76"/>
                    </a:lnTo>
                    <a:lnTo>
                      <a:pt x="48" y="76"/>
                    </a:lnTo>
                    <a:lnTo>
                      <a:pt x="48" y="76"/>
                    </a:lnTo>
                    <a:lnTo>
                      <a:pt x="48" y="76"/>
                    </a:lnTo>
                    <a:lnTo>
                      <a:pt x="45" y="76"/>
                    </a:lnTo>
                    <a:lnTo>
                      <a:pt x="45" y="76"/>
                    </a:lnTo>
                    <a:lnTo>
                      <a:pt x="45" y="76"/>
                    </a:lnTo>
                    <a:lnTo>
                      <a:pt x="48" y="76"/>
                    </a:lnTo>
                    <a:lnTo>
                      <a:pt x="48" y="76"/>
                    </a:lnTo>
                    <a:lnTo>
                      <a:pt x="48" y="78"/>
                    </a:lnTo>
                    <a:lnTo>
                      <a:pt x="48" y="78"/>
                    </a:lnTo>
                    <a:lnTo>
                      <a:pt x="50" y="78"/>
                    </a:lnTo>
                    <a:lnTo>
                      <a:pt x="50" y="78"/>
                    </a:lnTo>
                    <a:lnTo>
                      <a:pt x="50" y="80"/>
                    </a:lnTo>
                    <a:lnTo>
                      <a:pt x="48" y="80"/>
                    </a:lnTo>
                    <a:lnTo>
                      <a:pt x="48" y="80"/>
                    </a:lnTo>
                    <a:lnTo>
                      <a:pt x="48" y="80"/>
                    </a:lnTo>
                    <a:lnTo>
                      <a:pt x="45" y="80"/>
                    </a:lnTo>
                    <a:lnTo>
                      <a:pt x="45" y="80"/>
                    </a:lnTo>
                    <a:lnTo>
                      <a:pt x="43" y="80"/>
                    </a:lnTo>
                    <a:lnTo>
                      <a:pt x="43" y="78"/>
                    </a:lnTo>
                    <a:lnTo>
                      <a:pt x="43" y="78"/>
                    </a:lnTo>
                    <a:lnTo>
                      <a:pt x="43" y="78"/>
                    </a:lnTo>
                    <a:lnTo>
                      <a:pt x="43" y="80"/>
                    </a:lnTo>
                    <a:lnTo>
                      <a:pt x="41" y="80"/>
                    </a:lnTo>
                    <a:lnTo>
                      <a:pt x="41" y="80"/>
                    </a:lnTo>
                    <a:lnTo>
                      <a:pt x="41" y="80"/>
                    </a:lnTo>
                    <a:lnTo>
                      <a:pt x="41" y="83"/>
                    </a:lnTo>
                    <a:lnTo>
                      <a:pt x="41" y="83"/>
                    </a:lnTo>
                    <a:lnTo>
                      <a:pt x="41" y="83"/>
                    </a:lnTo>
                    <a:lnTo>
                      <a:pt x="41" y="83"/>
                    </a:lnTo>
                    <a:lnTo>
                      <a:pt x="41" y="85"/>
                    </a:lnTo>
                    <a:lnTo>
                      <a:pt x="41" y="85"/>
                    </a:lnTo>
                    <a:lnTo>
                      <a:pt x="41" y="85"/>
                    </a:lnTo>
                    <a:lnTo>
                      <a:pt x="38" y="85"/>
                    </a:lnTo>
                    <a:lnTo>
                      <a:pt x="38" y="85"/>
                    </a:lnTo>
                    <a:lnTo>
                      <a:pt x="38" y="87"/>
                    </a:lnTo>
                    <a:lnTo>
                      <a:pt x="38" y="87"/>
                    </a:lnTo>
                    <a:lnTo>
                      <a:pt x="36" y="87"/>
                    </a:lnTo>
                    <a:lnTo>
                      <a:pt x="36" y="87"/>
                    </a:lnTo>
                    <a:lnTo>
                      <a:pt x="36" y="87"/>
                    </a:lnTo>
                    <a:lnTo>
                      <a:pt x="33" y="87"/>
                    </a:lnTo>
                    <a:lnTo>
                      <a:pt x="33" y="87"/>
                    </a:lnTo>
                    <a:lnTo>
                      <a:pt x="33" y="87"/>
                    </a:lnTo>
                    <a:lnTo>
                      <a:pt x="33" y="87"/>
                    </a:lnTo>
                    <a:lnTo>
                      <a:pt x="31" y="87"/>
                    </a:lnTo>
                    <a:lnTo>
                      <a:pt x="31" y="87"/>
                    </a:lnTo>
                    <a:lnTo>
                      <a:pt x="31" y="90"/>
                    </a:lnTo>
                    <a:lnTo>
                      <a:pt x="29" y="90"/>
                    </a:lnTo>
                    <a:lnTo>
                      <a:pt x="29" y="90"/>
                    </a:lnTo>
                    <a:lnTo>
                      <a:pt x="29" y="90"/>
                    </a:lnTo>
                    <a:lnTo>
                      <a:pt x="29" y="92"/>
                    </a:lnTo>
                    <a:lnTo>
                      <a:pt x="29" y="92"/>
                    </a:lnTo>
                    <a:lnTo>
                      <a:pt x="29" y="92"/>
                    </a:lnTo>
                    <a:lnTo>
                      <a:pt x="26" y="92"/>
                    </a:lnTo>
                    <a:lnTo>
                      <a:pt x="26" y="94"/>
                    </a:lnTo>
                    <a:lnTo>
                      <a:pt x="26" y="94"/>
                    </a:lnTo>
                    <a:lnTo>
                      <a:pt x="26" y="94"/>
                    </a:lnTo>
                    <a:lnTo>
                      <a:pt x="24" y="94"/>
                    </a:lnTo>
                    <a:lnTo>
                      <a:pt x="24" y="94"/>
                    </a:lnTo>
                    <a:lnTo>
                      <a:pt x="22" y="94"/>
                    </a:lnTo>
                    <a:lnTo>
                      <a:pt x="22" y="94"/>
                    </a:lnTo>
                    <a:lnTo>
                      <a:pt x="22" y="94"/>
                    </a:lnTo>
                    <a:lnTo>
                      <a:pt x="22" y="94"/>
                    </a:lnTo>
                    <a:lnTo>
                      <a:pt x="22" y="94"/>
                    </a:lnTo>
                    <a:lnTo>
                      <a:pt x="19" y="94"/>
                    </a:lnTo>
                    <a:lnTo>
                      <a:pt x="19" y="97"/>
                    </a:lnTo>
                    <a:lnTo>
                      <a:pt x="19" y="97"/>
                    </a:lnTo>
                    <a:lnTo>
                      <a:pt x="19" y="99"/>
                    </a:lnTo>
                    <a:lnTo>
                      <a:pt x="19" y="99"/>
                    </a:lnTo>
                    <a:lnTo>
                      <a:pt x="22" y="99"/>
                    </a:lnTo>
                    <a:lnTo>
                      <a:pt x="22" y="102"/>
                    </a:lnTo>
                    <a:lnTo>
                      <a:pt x="22" y="102"/>
                    </a:lnTo>
                    <a:lnTo>
                      <a:pt x="22" y="102"/>
                    </a:lnTo>
                    <a:lnTo>
                      <a:pt x="22" y="104"/>
                    </a:lnTo>
                    <a:lnTo>
                      <a:pt x="22" y="104"/>
                    </a:lnTo>
                    <a:lnTo>
                      <a:pt x="22" y="104"/>
                    </a:lnTo>
                    <a:lnTo>
                      <a:pt x="22" y="106"/>
                    </a:lnTo>
                    <a:lnTo>
                      <a:pt x="22" y="106"/>
                    </a:lnTo>
                    <a:lnTo>
                      <a:pt x="22" y="106"/>
                    </a:lnTo>
                    <a:lnTo>
                      <a:pt x="24" y="106"/>
                    </a:lnTo>
                    <a:lnTo>
                      <a:pt x="24" y="109"/>
                    </a:lnTo>
                    <a:lnTo>
                      <a:pt x="22" y="109"/>
                    </a:lnTo>
                    <a:lnTo>
                      <a:pt x="22" y="109"/>
                    </a:lnTo>
                    <a:lnTo>
                      <a:pt x="22" y="109"/>
                    </a:lnTo>
                    <a:lnTo>
                      <a:pt x="22" y="111"/>
                    </a:lnTo>
                    <a:lnTo>
                      <a:pt x="22" y="111"/>
                    </a:lnTo>
                    <a:lnTo>
                      <a:pt x="19" y="111"/>
                    </a:lnTo>
                    <a:lnTo>
                      <a:pt x="19" y="111"/>
                    </a:lnTo>
                    <a:lnTo>
                      <a:pt x="17" y="111"/>
                    </a:lnTo>
                    <a:lnTo>
                      <a:pt x="17" y="109"/>
                    </a:lnTo>
                    <a:lnTo>
                      <a:pt x="17" y="109"/>
                    </a:lnTo>
                    <a:lnTo>
                      <a:pt x="17" y="109"/>
                    </a:lnTo>
                    <a:lnTo>
                      <a:pt x="15" y="109"/>
                    </a:lnTo>
                    <a:lnTo>
                      <a:pt x="15" y="109"/>
                    </a:lnTo>
                    <a:lnTo>
                      <a:pt x="15" y="109"/>
                    </a:lnTo>
                    <a:lnTo>
                      <a:pt x="12" y="109"/>
                    </a:lnTo>
                    <a:lnTo>
                      <a:pt x="12" y="109"/>
                    </a:lnTo>
                    <a:lnTo>
                      <a:pt x="10" y="109"/>
                    </a:lnTo>
                    <a:lnTo>
                      <a:pt x="10" y="109"/>
                    </a:lnTo>
                    <a:lnTo>
                      <a:pt x="10" y="109"/>
                    </a:lnTo>
                    <a:lnTo>
                      <a:pt x="7" y="109"/>
                    </a:lnTo>
                    <a:lnTo>
                      <a:pt x="7" y="109"/>
                    </a:lnTo>
                    <a:lnTo>
                      <a:pt x="7" y="109"/>
                    </a:lnTo>
                    <a:lnTo>
                      <a:pt x="5" y="109"/>
                    </a:lnTo>
                    <a:lnTo>
                      <a:pt x="5" y="109"/>
                    </a:lnTo>
                    <a:lnTo>
                      <a:pt x="3" y="109"/>
                    </a:lnTo>
                    <a:lnTo>
                      <a:pt x="3" y="109"/>
                    </a:lnTo>
                    <a:lnTo>
                      <a:pt x="3" y="109"/>
                    </a:lnTo>
                    <a:lnTo>
                      <a:pt x="3" y="109"/>
                    </a:lnTo>
                    <a:lnTo>
                      <a:pt x="0" y="109"/>
                    </a:lnTo>
                    <a:lnTo>
                      <a:pt x="0" y="109"/>
                    </a:lnTo>
                    <a:lnTo>
                      <a:pt x="0" y="109"/>
                    </a:lnTo>
                    <a:lnTo>
                      <a:pt x="0" y="106"/>
                    </a:lnTo>
                    <a:lnTo>
                      <a:pt x="0" y="106"/>
                    </a:lnTo>
                    <a:lnTo>
                      <a:pt x="0" y="104"/>
                    </a:lnTo>
                    <a:lnTo>
                      <a:pt x="0" y="104"/>
                    </a:lnTo>
                    <a:lnTo>
                      <a:pt x="0" y="104"/>
                    </a:lnTo>
                    <a:lnTo>
                      <a:pt x="0" y="102"/>
                    </a:lnTo>
                    <a:lnTo>
                      <a:pt x="0" y="102"/>
                    </a:lnTo>
                    <a:lnTo>
                      <a:pt x="0" y="99"/>
                    </a:lnTo>
                    <a:lnTo>
                      <a:pt x="0" y="99"/>
                    </a:lnTo>
                    <a:lnTo>
                      <a:pt x="0" y="97"/>
                    </a:lnTo>
                    <a:lnTo>
                      <a:pt x="0" y="97"/>
                    </a:lnTo>
                    <a:lnTo>
                      <a:pt x="0" y="94"/>
                    </a:lnTo>
                    <a:lnTo>
                      <a:pt x="0" y="94"/>
                    </a:lnTo>
                    <a:lnTo>
                      <a:pt x="0" y="94"/>
                    </a:lnTo>
                    <a:lnTo>
                      <a:pt x="0" y="92"/>
                    </a:lnTo>
                    <a:lnTo>
                      <a:pt x="0" y="92"/>
                    </a:lnTo>
                    <a:lnTo>
                      <a:pt x="0" y="90"/>
                    </a:lnTo>
                    <a:lnTo>
                      <a:pt x="0" y="90"/>
                    </a:lnTo>
                    <a:lnTo>
                      <a:pt x="0" y="87"/>
                    </a:lnTo>
                    <a:lnTo>
                      <a:pt x="0" y="87"/>
                    </a:lnTo>
                    <a:lnTo>
                      <a:pt x="0" y="85"/>
                    </a:lnTo>
                    <a:lnTo>
                      <a:pt x="0" y="85"/>
                    </a:lnTo>
                    <a:lnTo>
                      <a:pt x="0" y="85"/>
                    </a:lnTo>
                    <a:lnTo>
                      <a:pt x="0" y="83"/>
                    </a:lnTo>
                    <a:lnTo>
                      <a:pt x="0" y="83"/>
                    </a:lnTo>
                    <a:lnTo>
                      <a:pt x="0" y="80"/>
                    </a:lnTo>
                    <a:lnTo>
                      <a:pt x="0" y="80"/>
                    </a:lnTo>
                    <a:lnTo>
                      <a:pt x="0" y="78"/>
                    </a:lnTo>
                    <a:lnTo>
                      <a:pt x="0" y="78"/>
                    </a:lnTo>
                    <a:lnTo>
                      <a:pt x="0" y="76"/>
                    </a:lnTo>
                    <a:lnTo>
                      <a:pt x="0" y="76"/>
                    </a:lnTo>
                    <a:lnTo>
                      <a:pt x="0" y="76"/>
                    </a:lnTo>
                    <a:lnTo>
                      <a:pt x="0" y="73"/>
                    </a:lnTo>
                    <a:lnTo>
                      <a:pt x="0" y="73"/>
                    </a:lnTo>
                    <a:lnTo>
                      <a:pt x="0" y="71"/>
                    </a:lnTo>
                    <a:lnTo>
                      <a:pt x="0" y="71"/>
                    </a:lnTo>
                    <a:lnTo>
                      <a:pt x="0" y="68"/>
                    </a:lnTo>
                    <a:lnTo>
                      <a:pt x="0" y="68"/>
                    </a:lnTo>
                    <a:lnTo>
                      <a:pt x="0" y="66"/>
                    </a:lnTo>
                    <a:lnTo>
                      <a:pt x="0" y="66"/>
                    </a:lnTo>
                    <a:lnTo>
                      <a:pt x="0" y="64"/>
                    </a:lnTo>
                    <a:lnTo>
                      <a:pt x="0" y="64"/>
                    </a:lnTo>
                    <a:lnTo>
                      <a:pt x="0" y="64"/>
                    </a:lnTo>
                    <a:lnTo>
                      <a:pt x="0" y="61"/>
                    </a:lnTo>
                    <a:lnTo>
                      <a:pt x="0" y="61"/>
                    </a:lnTo>
                    <a:lnTo>
                      <a:pt x="0" y="59"/>
                    </a:lnTo>
                    <a:lnTo>
                      <a:pt x="0" y="59"/>
                    </a:lnTo>
                    <a:lnTo>
                      <a:pt x="0" y="57"/>
                    </a:lnTo>
                    <a:lnTo>
                      <a:pt x="0" y="57"/>
                    </a:lnTo>
                    <a:lnTo>
                      <a:pt x="0" y="54"/>
                    </a:lnTo>
                    <a:lnTo>
                      <a:pt x="0" y="54"/>
                    </a:lnTo>
                    <a:lnTo>
                      <a:pt x="0" y="54"/>
                    </a:lnTo>
                    <a:lnTo>
                      <a:pt x="0" y="52"/>
                    </a:lnTo>
                    <a:lnTo>
                      <a:pt x="0" y="52"/>
                    </a:lnTo>
                    <a:lnTo>
                      <a:pt x="0" y="49"/>
                    </a:lnTo>
                    <a:lnTo>
                      <a:pt x="0" y="49"/>
                    </a:lnTo>
                    <a:lnTo>
                      <a:pt x="0" y="47"/>
                    </a:lnTo>
                    <a:lnTo>
                      <a:pt x="0" y="47"/>
                    </a:lnTo>
                    <a:lnTo>
                      <a:pt x="0" y="45"/>
                    </a:lnTo>
                    <a:lnTo>
                      <a:pt x="0" y="45"/>
                    </a:lnTo>
                    <a:lnTo>
                      <a:pt x="0" y="45"/>
                    </a:lnTo>
                    <a:lnTo>
                      <a:pt x="0" y="42"/>
                    </a:lnTo>
                    <a:lnTo>
                      <a:pt x="0" y="42"/>
                    </a:lnTo>
                    <a:lnTo>
                      <a:pt x="0" y="40"/>
                    </a:lnTo>
                    <a:lnTo>
                      <a:pt x="0" y="40"/>
                    </a:lnTo>
                    <a:lnTo>
                      <a:pt x="0" y="38"/>
                    </a:lnTo>
                    <a:lnTo>
                      <a:pt x="0" y="38"/>
                    </a:lnTo>
                    <a:lnTo>
                      <a:pt x="0" y="35"/>
                    </a:lnTo>
                    <a:lnTo>
                      <a:pt x="0" y="35"/>
                    </a:lnTo>
                    <a:lnTo>
                      <a:pt x="0" y="35"/>
                    </a:lnTo>
                    <a:lnTo>
                      <a:pt x="0" y="33"/>
                    </a:lnTo>
                    <a:lnTo>
                      <a:pt x="0" y="33"/>
                    </a:lnTo>
                    <a:lnTo>
                      <a:pt x="0" y="30"/>
                    </a:lnTo>
                    <a:lnTo>
                      <a:pt x="0" y="30"/>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4"/>
                    </a:lnTo>
                    <a:lnTo>
                      <a:pt x="0" y="14"/>
                    </a:lnTo>
                    <a:lnTo>
                      <a:pt x="0" y="14"/>
                    </a:lnTo>
                    <a:lnTo>
                      <a:pt x="3" y="14"/>
                    </a:lnTo>
                    <a:lnTo>
                      <a:pt x="3" y="14"/>
                    </a:lnTo>
                    <a:lnTo>
                      <a:pt x="3" y="14"/>
                    </a:lnTo>
                    <a:lnTo>
                      <a:pt x="3" y="14"/>
                    </a:lnTo>
                    <a:lnTo>
                      <a:pt x="3" y="14"/>
                    </a:lnTo>
                    <a:lnTo>
                      <a:pt x="5" y="14"/>
                    </a:lnTo>
                    <a:lnTo>
                      <a:pt x="5" y="14"/>
                    </a:lnTo>
                    <a:lnTo>
                      <a:pt x="7" y="14"/>
                    </a:lnTo>
                    <a:lnTo>
                      <a:pt x="7" y="14"/>
                    </a:lnTo>
                    <a:lnTo>
                      <a:pt x="7" y="14"/>
                    </a:lnTo>
                    <a:lnTo>
                      <a:pt x="10" y="14"/>
                    </a:lnTo>
                    <a:lnTo>
                      <a:pt x="10" y="12"/>
                    </a:lnTo>
                    <a:lnTo>
                      <a:pt x="10" y="12"/>
                    </a:lnTo>
                    <a:lnTo>
                      <a:pt x="10" y="12"/>
                    </a:lnTo>
                    <a:lnTo>
                      <a:pt x="12" y="12"/>
                    </a:lnTo>
                    <a:lnTo>
                      <a:pt x="12" y="12"/>
                    </a:lnTo>
                    <a:lnTo>
                      <a:pt x="12" y="12"/>
                    </a:lnTo>
                    <a:lnTo>
                      <a:pt x="15" y="12"/>
                    </a:lnTo>
                    <a:lnTo>
                      <a:pt x="15" y="12"/>
                    </a:lnTo>
                    <a:lnTo>
                      <a:pt x="15" y="12"/>
                    </a:lnTo>
                    <a:lnTo>
                      <a:pt x="17" y="12"/>
                    </a:lnTo>
                    <a:lnTo>
                      <a:pt x="17" y="9"/>
                    </a:lnTo>
                    <a:lnTo>
                      <a:pt x="17" y="9"/>
                    </a:lnTo>
                    <a:lnTo>
                      <a:pt x="17" y="9"/>
                    </a:lnTo>
                    <a:lnTo>
                      <a:pt x="19" y="9"/>
                    </a:lnTo>
                    <a:lnTo>
                      <a:pt x="19" y="9"/>
                    </a:lnTo>
                    <a:lnTo>
                      <a:pt x="22" y="9"/>
                    </a:lnTo>
                    <a:lnTo>
                      <a:pt x="22" y="9"/>
                    </a:lnTo>
                    <a:lnTo>
                      <a:pt x="22" y="9"/>
                    </a:lnTo>
                    <a:lnTo>
                      <a:pt x="22" y="9"/>
                    </a:lnTo>
                    <a:lnTo>
                      <a:pt x="24" y="9"/>
                    </a:lnTo>
                    <a:lnTo>
                      <a:pt x="24" y="9"/>
                    </a:lnTo>
                    <a:lnTo>
                      <a:pt x="24" y="7"/>
                    </a:lnTo>
                    <a:lnTo>
                      <a:pt x="26" y="7"/>
                    </a:lnTo>
                    <a:lnTo>
                      <a:pt x="26" y="7"/>
                    </a:lnTo>
                    <a:lnTo>
                      <a:pt x="26" y="7"/>
                    </a:lnTo>
                    <a:lnTo>
                      <a:pt x="29" y="7"/>
                    </a:lnTo>
                    <a:lnTo>
                      <a:pt x="29" y="7"/>
                    </a:lnTo>
                    <a:lnTo>
                      <a:pt x="29" y="7"/>
                    </a:lnTo>
                    <a:lnTo>
                      <a:pt x="29" y="7"/>
                    </a:lnTo>
                    <a:lnTo>
                      <a:pt x="31" y="7"/>
                    </a:lnTo>
                    <a:lnTo>
                      <a:pt x="31" y="7"/>
                    </a:lnTo>
                    <a:lnTo>
                      <a:pt x="33" y="7"/>
                    </a:lnTo>
                    <a:lnTo>
                      <a:pt x="33" y="4"/>
                    </a:lnTo>
                    <a:lnTo>
                      <a:pt x="33" y="4"/>
                    </a:lnTo>
                    <a:lnTo>
                      <a:pt x="33" y="4"/>
                    </a:lnTo>
                    <a:lnTo>
                      <a:pt x="36" y="4"/>
                    </a:lnTo>
                    <a:lnTo>
                      <a:pt x="36" y="4"/>
                    </a:lnTo>
                    <a:lnTo>
                      <a:pt x="36" y="4"/>
                    </a:lnTo>
                    <a:lnTo>
                      <a:pt x="36" y="4"/>
                    </a:lnTo>
                    <a:lnTo>
                      <a:pt x="38" y="4"/>
                    </a:lnTo>
                    <a:lnTo>
                      <a:pt x="38" y="4"/>
                    </a:lnTo>
                    <a:lnTo>
                      <a:pt x="41" y="4"/>
                    </a:lnTo>
                    <a:lnTo>
                      <a:pt x="41" y="4"/>
                    </a:lnTo>
                    <a:lnTo>
                      <a:pt x="41" y="4"/>
                    </a:lnTo>
                    <a:lnTo>
                      <a:pt x="41" y="4"/>
                    </a:lnTo>
                    <a:lnTo>
                      <a:pt x="43" y="4"/>
                    </a:lnTo>
                    <a:lnTo>
                      <a:pt x="43" y="4"/>
                    </a:lnTo>
                    <a:lnTo>
                      <a:pt x="43" y="4"/>
                    </a:lnTo>
                    <a:lnTo>
                      <a:pt x="45" y="4"/>
                    </a:lnTo>
                    <a:lnTo>
                      <a:pt x="45" y="2"/>
                    </a:lnTo>
                    <a:lnTo>
                      <a:pt x="45" y="2"/>
                    </a:lnTo>
                    <a:lnTo>
                      <a:pt x="48" y="2"/>
                    </a:lnTo>
                    <a:lnTo>
                      <a:pt x="48" y="2"/>
                    </a:lnTo>
                    <a:lnTo>
                      <a:pt x="48" y="2"/>
                    </a:lnTo>
                    <a:lnTo>
                      <a:pt x="48" y="2"/>
                    </a:lnTo>
                    <a:lnTo>
                      <a:pt x="50" y="2"/>
                    </a:lnTo>
                    <a:lnTo>
                      <a:pt x="50" y="2"/>
                    </a:lnTo>
                    <a:lnTo>
                      <a:pt x="50" y="2"/>
                    </a:lnTo>
                    <a:lnTo>
                      <a:pt x="52" y="2"/>
                    </a:lnTo>
                    <a:lnTo>
                      <a:pt x="52" y="0"/>
                    </a:lnTo>
                    <a:lnTo>
                      <a:pt x="52" y="0"/>
                    </a:lnTo>
                    <a:lnTo>
                      <a:pt x="55" y="0"/>
                    </a:lnTo>
                    <a:lnTo>
                      <a:pt x="55" y="0"/>
                    </a:lnTo>
                    <a:lnTo>
                      <a:pt x="55" y="0"/>
                    </a:lnTo>
                    <a:lnTo>
                      <a:pt x="55" y="2"/>
                    </a:lnTo>
                    <a:lnTo>
                      <a:pt x="55" y="2"/>
                    </a:lnTo>
                    <a:lnTo>
                      <a:pt x="55" y="2"/>
                    </a:lnTo>
                    <a:lnTo>
                      <a:pt x="55" y="4"/>
                    </a:lnTo>
                    <a:lnTo>
                      <a:pt x="55" y="4"/>
                    </a:lnTo>
                    <a:lnTo>
                      <a:pt x="55" y="4"/>
                    </a:lnTo>
                    <a:lnTo>
                      <a:pt x="55" y="4"/>
                    </a:lnTo>
                    <a:lnTo>
                      <a:pt x="52" y="4"/>
                    </a:lnTo>
                    <a:lnTo>
                      <a:pt x="52" y="7"/>
                    </a:lnTo>
                    <a:lnTo>
                      <a:pt x="52" y="7"/>
                    </a:lnTo>
                    <a:lnTo>
                      <a:pt x="52" y="7"/>
                    </a:lnTo>
                    <a:lnTo>
                      <a:pt x="50" y="7"/>
                    </a:lnTo>
                    <a:lnTo>
                      <a:pt x="50" y="9"/>
                    </a:lnTo>
                    <a:lnTo>
                      <a:pt x="50" y="9"/>
                    </a:lnTo>
                    <a:lnTo>
                      <a:pt x="50" y="9"/>
                    </a:lnTo>
                    <a:lnTo>
                      <a:pt x="50" y="12"/>
                    </a:lnTo>
                    <a:lnTo>
                      <a:pt x="50" y="12"/>
                    </a:lnTo>
                    <a:lnTo>
                      <a:pt x="50" y="14"/>
                    </a:lnTo>
                    <a:lnTo>
                      <a:pt x="50" y="14"/>
                    </a:lnTo>
                    <a:lnTo>
                      <a:pt x="50" y="14"/>
                    </a:lnTo>
                    <a:lnTo>
                      <a:pt x="48" y="14"/>
                    </a:lnTo>
                    <a:lnTo>
                      <a:pt x="48" y="14"/>
                    </a:lnTo>
                    <a:lnTo>
                      <a:pt x="48" y="16"/>
                    </a:lnTo>
                    <a:lnTo>
                      <a:pt x="48" y="16"/>
                    </a:lnTo>
                    <a:lnTo>
                      <a:pt x="48" y="16"/>
                    </a:lnTo>
                    <a:lnTo>
                      <a:pt x="48" y="19"/>
                    </a:lnTo>
                    <a:lnTo>
                      <a:pt x="48" y="19"/>
                    </a:lnTo>
                    <a:lnTo>
                      <a:pt x="48" y="19"/>
                    </a:lnTo>
                    <a:lnTo>
                      <a:pt x="48" y="21"/>
                    </a:lnTo>
                    <a:lnTo>
                      <a:pt x="48" y="21"/>
                    </a:lnTo>
                    <a:lnTo>
                      <a:pt x="48" y="21"/>
                    </a:lnTo>
                    <a:lnTo>
                      <a:pt x="48" y="23"/>
                    </a:lnTo>
                    <a:lnTo>
                      <a:pt x="48" y="23"/>
                    </a:lnTo>
                    <a:lnTo>
                      <a:pt x="48" y="23"/>
                    </a:lnTo>
                    <a:lnTo>
                      <a:pt x="50" y="23"/>
                    </a:lnTo>
                    <a:lnTo>
                      <a:pt x="50" y="26"/>
                    </a:lnTo>
                    <a:lnTo>
                      <a:pt x="50" y="26"/>
                    </a:lnTo>
                    <a:lnTo>
                      <a:pt x="48" y="26"/>
                    </a:lnTo>
                    <a:lnTo>
                      <a:pt x="48" y="26"/>
                    </a:lnTo>
                    <a:lnTo>
                      <a:pt x="48" y="26"/>
                    </a:lnTo>
                    <a:lnTo>
                      <a:pt x="48" y="28"/>
                    </a:lnTo>
                    <a:lnTo>
                      <a:pt x="48" y="28"/>
                    </a:lnTo>
                    <a:lnTo>
                      <a:pt x="48" y="30"/>
                    </a:lnTo>
                    <a:lnTo>
                      <a:pt x="48" y="30"/>
                    </a:lnTo>
                    <a:lnTo>
                      <a:pt x="48" y="33"/>
                    </a:lnTo>
                    <a:lnTo>
                      <a:pt x="48" y="33"/>
                    </a:lnTo>
                    <a:lnTo>
                      <a:pt x="48" y="33"/>
                    </a:lnTo>
                    <a:lnTo>
                      <a:pt x="50" y="33"/>
                    </a:lnTo>
                    <a:lnTo>
                      <a:pt x="50" y="35"/>
                    </a:lnTo>
                    <a:lnTo>
                      <a:pt x="50" y="35"/>
                    </a:lnTo>
                    <a:lnTo>
                      <a:pt x="50" y="35"/>
                    </a:lnTo>
                    <a:lnTo>
                      <a:pt x="50" y="35"/>
                    </a:lnTo>
                    <a:lnTo>
                      <a:pt x="50" y="35"/>
                    </a:lnTo>
                    <a:lnTo>
                      <a:pt x="50" y="38"/>
                    </a:lnTo>
                    <a:lnTo>
                      <a:pt x="50" y="38"/>
                    </a:lnTo>
                    <a:lnTo>
                      <a:pt x="50" y="40"/>
                    </a:lnTo>
                    <a:lnTo>
                      <a:pt x="50" y="40"/>
                    </a:lnTo>
                    <a:lnTo>
                      <a:pt x="50" y="42"/>
                    </a:lnTo>
                    <a:lnTo>
                      <a:pt x="50" y="42"/>
                    </a:lnTo>
                    <a:lnTo>
                      <a:pt x="50" y="42"/>
                    </a:lnTo>
                    <a:lnTo>
                      <a:pt x="50" y="45"/>
                    </a:lnTo>
                    <a:lnTo>
                      <a:pt x="50" y="45"/>
                    </a:lnTo>
                    <a:lnTo>
                      <a:pt x="50" y="45"/>
                    </a:lnTo>
                    <a:lnTo>
                      <a:pt x="52" y="45"/>
                    </a:lnTo>
                    <a:lnTo>
                      <a:pt x="52" y="45"/>
                    </a:lnTo>
                    <a:lnTo>
                      <a:pt x="52" y="45"/>
                    </a:lnTo>
                    <a:lnTo>
                      <a:pt x="55" y="45"/>
                    </a:lnTo>
                    <a:lnTo>
                      <a:pt x="55" y="45"/>
                    </a:lnTo>
                    <a:lnTo>
                      <a:pt x="55" y="45"/>
                    </a:lnTo>
                    <a:lnTo>
                      <a:pt x="57" y="45"/>
                    </a:lnTo>
                    <a:lnTo>
                      <a:pt x="57" y="45"/>
                    </a:lnTo>
                    <a:lnTo>
                      <a:pt x="57" y="45"/>
                    </a:lnTo>
                    <a:lnTo>
                      <a:pt x="57" y="45"/>
                    </a:lnTo>
                    <a:lnTo>
                      <a:pt x="57" y="45"/>
                    </a:lnTo>
                    <a:lnTo>
                      <a:pt x="57" y="42"/>
                    </a:lnTo>
                    <a:lnTo>
                      <a:pt x="57" y="42"/>
                    </a:lnTo>
                    <a:lnTo>
                      <a:pt x="57" y="42"/>
                    </a:lnTo>
                    <a:lnTo>
                      <a:pt x="60" y="42"/>
                    </a:lnTo>
                    <a:lnTo>
                      <a:pt x="60" y="40"/>
                    </a:lnTo>
                    <a:lnTo>
                      <a:pt x="60" y="40"/>
                    </a:lnTo>
                    <a:lnTo>
                      <a:pt x="60" y="40"/>
                    </a:lnTo>
                    <a:lnTo>
                      <a:pt x="60" y="42"/>
                    </a:lnTo>
                    <a:lnTo>
                      <a:pt x="62" y="42"/>
                    </a:lnTo>
                    <a:lnTo>
                      <a:pt x="62" y="42"/>
                    </a:lnTo>
                    <a:lnTo>
                      <a:pt x="62" y="42"/>
                    </a:lnTo>
                    <a:lnTo>
                      <a:pt x="62" y="42"/>
                    </a:lnTo>
                    <a:lnTo>
                      <a:pt x="64" y="42"/>
                    </a:lnTo>
                    <a:lnTo>
                      <a:pt x="64" y="45"/>
                    </a:lnTo>
                    <a:lnTo>
                      <a:pt x="64" y="45"/>
                    </a:lnTo>
                    <a:lnTo>
                      <a:pt x="64" y="45"/>
                    </a:lnTo>
                    <a:lnTo>
                      <a:pt x="67" y="45"/>
                    </a:lnTo>
                    <a:lnTo>
                      <a:pt x="67" y="45"/>
                    </a:lnTo>
                    <a:lnTo>
                      <a:pt x="67" y="42"/>
                    </a:lnTo>
                    <a:lnTo>
                      <a:pt x="67" y="42"/>
                    </a:lnTo>
                    <a:lnTo>
                      <a:pt x="67" y="42"/>
                    </a:lnTo>
                    <a:lnTo>
                      <a:pt x="67" y="45"/>
                    </a:lnTo>
                    <a:lnTo>
                      <a:pt x="69" y="45"/>
                    </a:lnTo>
                    <a:lnTo>
                      <a:pt x="69" y="45"/>
                    </a:lnTo>
                    <a:lnTo>
                      <a:pt x="69" y="42"/>
                    </a:lnTo>
                    <a:lnTo>
                      <a:pt x="69" y="42"/>
                    </a:lnTo>
                    <a:lnTo>
                      <a:pt x="71" y="42"/>
                    </a:lnTo>
                    <a:lnTo>
                      <a:pt x="71" y="42"/>
                    </a:lnTo>
                    <a:lnTo>
                      <a:pt x="74" y="42"/>
                    </a:lnTo>
                    <a:lnTo>
                      <a:pt x="74" y="42"/>
                    </a:lnTo>
                    <a:lnTo>
                      <a:pt x="74" y="42"/>
                    </a:lnTo>
                    <a:lnTo>
                      <a:pt x="74" y="42"/>
                    </a:lnTo>
                    <a:lnTo>
                      <a:pt x="76" y="42"/>
                    </a:lnTo>
                    <a:lnTo>
                      <a:pt x="76" y="42"/>
                    </a:lnTo>
                    <a:lnTo>
                      <a:pt x="76" y="45"/>
                    </a:lnTo>
                    <a:lnTo>
                      <a:pt x="74" y="45"/>
                    </a:lnTo>
                    <a:lnTo>
                      <a:pt x="74" y="45"/>
                    </a:lnTo>
                    <a:lnTo>
                      <a:pt x="76" y="45"/>
                    </a:lnTo>
                    <a:lnTo>
                      <a:pt x="76" y="45"/>
                    </a:lnTo>
                    <a:lnTo>
                      <a:pt x="76" y="47"/>
                    </a:lnTo>
                    <a:lnTo>
                      <a:pt x="76" y="47"/>
                    </a:lnTo>
                    <a:lnTo>
                      <a:pt x="76" y="47"/>
                    </a:lnTo>
                    <a:lnTo>
                      <a:pt x="76" y="47"/>
                    </a:lnTo>
                    <a:lnTo>
                      <a:pt x="78" y="47"/>
                    </a:lnTo>
                    <a:lnTo>
                      <a:pt x="78" y="47"/>
                    </a:lnTo>
                    <a:lnTo>
                      <a:pt x="81" y="47"/>
                    </a:lnTo>
                    <a:lnTo>
                      <a:pt x="81" y="47"/>
                    </a:lnTo>
                    <a:lnTo>
                      <a:pt x="81" y="47"/>
                    </a:lnTo>
                    <a:lnTo>
                      <a:pt x="83" y="47"/>
                    </a:lnTo>
                    <a:lnTo>
                      <a:pt x="83" y="49"/>
                    </a:lnTo>
                    <a:lnTo>
                      <a:pt x="83" y="49"/>
                    </a:lnTo>
                    <a:lnTo>
                      <a:pt x="83" y="52"/>
                    </a:lnTo>
                    <a:lnTo>
                      <a:pt x="83" y="52"/>
                    </a:lnTo>
                    <a:lnTo>
                      <a:pt x="81" y="52"/>
                    </a:lnTo>
                    <a:lnTo>
                      <a:pt x="81" y="52"/>
                    </a:lnTo>
                    <a:lnTo>
                      <a:pt x="81" y="52"/>
                    </a:lnTo>
                    <a:lnTo>
                      <a:pt x="81" y="52"/>
                    </a:lnTo>
                    <a:lnTo>
                      <a:pt x="78" y="52"/>
                    </a:lnTo>
                    <a:lnTo>
                      <a:pt x="78" y="52"/>
                    </a:lnTo>
                    <a:lnTo>
                      <a:pt x="78" y="54"/>
                    </a:lnTo>
                    <a:lnTo>
                      <a:pt x="81" y="54"/>
                    </a:lnTo>
                    <a:lnTo>
                      <a:pt x="81" y="54"/>
                    </a:lnTo>
                    <a:lnTo>
                      <a:pt x="81" y="54"/>
                    </a:lnTo>
                    <a:lnTo>
                      <a:pt x="81" y="54"/>
                    </a:lnTo>
                    <a:lnTo>
                      <a:pt x="81" y="54"/>
                    </a:lnTo>
                    <a:lnTo>
                      <a:pt x="83" y="54"/>
                    </a:lnTo>
                    <a:lnTo>
                      <a:pt x="83" y="54"/>
                    </a:lnTo>
                    <a:lnTo>
                      <a:pt x="83" y="54"/>
                    </a:lnTo>
                    <a:lnTo>
                      <a:pt x="83" y="52"/>
                    </a:lnTo>
                    <a:lnTo>
                      <a:pt x="83" y="52"/>
                    </a:lnTo>
                    <a:lnTo>
                      <a:pt x="86" y="52"/>
                    </a:lnTo>
                    <a:lnTo>
                      <a:pt x="86" y="49"/>
                    </a:lnTo>
                    <a:lnTo>
                      <a:pt x="86" y="49"/>
                    </a:lnTo>
                    <a:lnTo>
                      <a:pt x="86" y="47"/>
                    </a:lnTo>
                    <a:lnTo>
                      <a:pt x="86" y="47"/>
                    </a:lnTo>
                    <a:lnTo>
                      <a:pt x="86" y="47"/>
                    </a:lnTo>
                    <a:lnTo>
                      <a:pt x="86" y="45"/>
                    </a:lnTo>
                    <a:lnTo>
                      <a:pt x="88" y="45"/>
                    </a:lnTo>
                    <a:lnTo>
                      <a:pt x="88" y="45"/>
                    </a:lnTo>
                    <a:lnTo>
                      <a:pt x="88" y="45"/>
                    </a:lnTo>
                    <a:lnTo>
                      <a:pt x="88" y="45"/>
                    </a:lnTo>
                    <a:lnTo>
                      <a:pt x="88" y="45"/>
                    </a:lnTo>
                    <a:lnTo>
                      <a:pt x="88" y="42"/>
                    </a:lnTo>
                    <a:lnTo>
                      <a:pt x="90" y="42"/>
                    </a:lnTo>
                    <a:lnTo>
                      <a:pt x="90" y="42"/>
                    </a:lnTo>
                    <a:lnTo>
                      <a:pt x="90" y="42"/>
                    </a:lnTo>
                    <a:lnTo>
                      <a:pt x="90" y="42"/>
                    </a:lnTo>
                    <a:lnTo>
                      <a:pt x="90" y="42"/>
                    </a:lnTo>
                    <a:lnTo>
                      <a:pt x="93" y="42"/>
                    </a:lnTo>
                    <a:lnTo>
                      <a:pt x="93" y="42"/>
                    </a:lnTo>
                    <a:lnTo>
                      <a:pt x="93" y="40"/>
                    </a:lnTo>
                    <a:lnTo>
                      <a:pt x="93" y="40"/>
                    </a:lnTo>
                    <a:lnTo>
                      <a:pt x="95" y="40"/>
                    </a:lnTo>
                    <a:lnTo>
                      <a:pt x="95" y="40"/>
                    </a:lnTo>
                    <a:lnTo>
                      <a:pt x="95" y="40"/>
                    </a:lnTo>
                    <a:lnTo>
                      <a:pt x="95" y="40"/>
                    </a:lnTo>
                    <a:lnTo>
                      <a:pt x="97" y="40"/>
                    </a:lnTo>
                    <a:lnTo>
                      <a:pt x="97" y="38"/>
                    </a:lnTo>
                    <a:lnTo>
                      <a:pt x="97" y="38"/>
                    </a:lnTo>
                    <a:lnTo>
                      <a:pt x="100" y="38"/>
                    </a:lnTo>
                    <a:lnTo>
                      <a:pt x="100" y="38"/>
                    </a:lnTo>
                    <a:lnTo>
                      <a:pt x="100" y="38"/>
                    </a:lnTo>
                    <a:lnTo>
                      <a:pt x="100" y="38"/>
                    </a:lnTo>
                    <a:lnTo>
                      <a:pt x="100" y="35"/>
                    </a:lnTo>
                    <a:lnTo>
                      <a:pt x="102" y="35"/>
                    </a:lnTo>
                    <a:lnTo>
                      <a:pt x="102" y="35"/>
                    </a:lnTo>
                    <a:lnTo>
                      <a:pt x="102" y="35"/>
                    </a:lnTo>
                    <a:lnTo>
                      <a:pt x="102" y="35"/>
                    </a:lnTo>
                    <a:lnTo>
                      <a:pt x="102" y="35"/>
                    </a:lnTo>
                    <a:lnTo>
                      <a:pt x="102" y="33"/>
                    </a:lnTo>
                    <a:lnTo>
                      <a:pt x="104" y="33"/>
                    </a:lnTo>
                    <a:lnTo>
                      <a:pt x="104" y="33"/>
                    </a:lnTo>
                    <a:lnTo>
                      <a:pt x="104" y="33"/>
                    </a:lnTo>
                    <a:lnTo>
                      <a:pt x="107" y="33"/>
                    </a:lnTo>
                    <a:lnTo>
                      <a:pt x="107" y="33"/>
                    </a:lnTo>
                    <a:lnTo>
                      <a:pt x="107" y="33"/>
                    </a:lnTo>
                    <a:lnTo>
                      <a:pt x="107" y="30"/>
                    </a:lnTo>
                    <a:lnTo>
                      <a:pt x="109" y="30"/>
                    </a:lnTo>
                    <a:lnTo>
                      <a:pt x="109" y="30"/>
                    </a:lnTo>
                    <a:lnTo>
                      <a:pt x="109" y="33"/>
                    </a:lnTo>
                    <a:lnTo>
                      <a:pt x="109" y="33"/>
                    </a:lnTo>
                    <a:lnTo>
                      <a:pt x="109" y="35"/>
                    </a:lnTo>
                    <a:lnTo>
                      <a:pt x="109" y="35"/>
                    </a:lnTo>
                    <a:lnTo>
                      <a:pt x="109" y="35"/>
                    </a:lnTo>
                    <a:lnTo>
                      <a:pt x="112" y="35"/>
                    </a:lnTo>
                    <a:lnTo>
                      <a:pt x="112" y="35"/>
                    </a:lnTo>
                    <a:lnTo>
                      <a:pt x="112" y="35"/>
                    </a:lnTo>
                    <a:lnTo>
                      <a:pt x="112" y="38"/>
                    </a:lnTo>
                    <a:lnTo>
                      <a:pt x="114" y="38"/>
                    </a:lnTo>
                    <a:lnTo>
                      <a:pt x="114" y="38"/>
                    </a:lnTo>
                    <a:lnTo>
                      <a:pt x="114" y="38"/>
                    </a:lnTo>
                    <a:lnTo>
                      <a:pt x="114" y="38"/>
                    </a:lnTo>
                    <a:lnTo>
                      <a:pt x="114" y="40"/>
                    </a:lnTo>
                    <a:lnTo>
                      <a:pt x="116" y="40"/>
                    </a:lnTo>
                    <a:lnTo>
                      <a:pt x="116" y="40"/>
                    </a:lnTo>
                    <a:lnTo>
                      <a:pt x="116" y="40"/>
                    </a:lnTo>
                    <a:lnTo>
                      <a:pt x="116" y="42"/>
                    </a:lnTo>
                    <a:lnTo>
                      <a:pt x="116" y="42"/>
                    </a:lnTo>
                    <a:lnTo>
                      <a:pt x="116" y="42"/>
                    </a:lnTo>
                    <a:lnTo>
                      <a:pt x="119" y="42"/>
                    </a:lnTo>
                    <a:lnTo>
                      <a:pt x="119" y="45"/>
                    </a:lnTo>
                    <a:lnTo>
                      <a:pt x="119" y="45"/>
                    </a:lnTo>
                    <a:lnTo>
                      <a:pt x="119" y="45"/>
                    </a:lnTo>
                    <a:lnTo>
                      <a:pt x="121" y="45"/>
                    </a:lnTo>
                    <a:lnTo>
                      <a:pt x="121" y="45"/>
                    </a:lnTo>
                    <a:lnTo>
                      <a:pt x="121" y="45"/>
                    </a:lnTo>
                    <a:lnTo>
                      <a:pt x="121" y="45"/>
                    </a:lnTo>
                    <a:lnTo>
                      <a:pt x="121" y="47"/>
                    </a:lnTo>
                    <a:lnTo>
                      <a:pt x="123" y="47"/>
                    </a:lnTo>
                    <a:lnTo>
                      <a:pt x="123" y="47"/>
                    </a:lnTo>
                    <a:lnTo>
                      <a:pt x="123" y="47"/>
                    </a:lnTo>
                    <a:lnTo>
                      <a:pt x="123" y="49"/>
                    </a:lnTo>
                    <a:lnTo>
                      <a:pt x="123" y="49"/>
                    </a:lnTo>
                    <a:lnTo>
                      <a:pt x="123" y="49"/>
                    </a:lnTo>
                    <a:lnTo>
                      <a:pt x="126" y="49"/>
                    </a:lnTo>
                    <a:lnTo>
                      <a:pt x="126" y="52"/>
                    </a:lnTo>
                    <a:lnTo>
                      <a:pt x="126" y="52"/>
                    </a:lnTo>
                    <a:lnTo>
                      <a:pt x="126" y="52"/>
                    </a:lnTo>
                    <a:lnTo>
                      <a:pt x="128" y="52"/>
                    </a:lnTo>
                    <a:lnTo>
                      <a:pt x="128" y="54"/>
                    </a:lnTo>
                    <a:lnTo>
                      <a:pt x="128" y="54"/>
                    </a:lnTo>
                    <a:lnTo>
                      <a:pt x="128" y="54"/>
                    </a:lnTo>
                    <a:lnTo>
                      <a:pt x="131" y="54"/>
                    </a:lnTo>
                    <a:lnTo>
                      <a:pt x="131" y="54"/>
                    </a:lnTo>
                    <a:lnTo>
                      <a:pt x="133" y="54"/>
                    </a:lnTo>
                    <a:lnTo>
                      <a:pt x="133" y="54"/>
                    </a:lnTo>
                    <a:lnTo>
                      <a:pt x="133" y="54"/>
                    </a:lnTo>
                    <a:lnTo>
                      <a:pt x="133" y="52"/>
                    </a:lnTo>
                    <a:lnTo>
                      <a:pt x="135" y="52"/>
                    </a:lnTo>
                    <a:lnTo>
                      <a:pt x="135" y="52"/>
                    </a:lnTo>
                    <a:lnTo>
                      <a:pt x="135" y="52"/>
                    </a:lnTo>
                    <a:lnTo>
                      <a:pt x="138" y="52"/>
                    </a:lnTo>
                    <a:lnTo>
                      <a:pt x="138" y="52"/>
                    </a:lnTo>
                    <a:lnTo>
                      <a:pt x="140" y="52"/>
                    </a:lnTo>
                    <a:lnTo>
                      <a:pt x="140" y="52"/>
                    </a:lnTo>
                    <a:lnTo>
                      <a:pt x="140" y="52"/>
                    </a:lnTo>
                    <a:lnTo>
                      <a:pt x="140" y="52"/>
                    </a:lnTo>
                    <a:lnTo>
                      <a:pt x="142" y="52"/>
                    </a:lnTo>
                    <a:lnTo>
                      <a:pt x="142" y="52"/>
                    </a:lnTo>
                    <a:lnTo>
                      <a:pt x="142" y="52"/>
                    </a:lnTo>
                    <a:lnTo>
                      <a:pt x="145" y="52"/>
                    </a:lnTo>
                    <a:lnTo>
                      <a:pt x="145" y="52"/>
                    </a:lnTo>
                    <a:lnTo>
                      <a:pt x="147" y="52"/>
                    </a:lnTo>
                    <a:lnTo>
                      <a:pt x="147" y="49"/>
                    </a:lnTo>
                    <a:lnTo>
                      <a:pt x="147" y="49"/>
                    </a:lnTo>
                    <a:lnTo>
                      <a:pt x="147" y="49"/>
                    </a:lnTo>
                    <a:lnTo>
                      <a:pt x="149" y="49"/>
                    </a:lnTo>
                    <a:lnTo>
                      <a:pt x="149" y="49"/>
                    </a:lnTo>
                    <a:lnTo>
                      <a:pt x="149" y="49"/>
                    </a:lnTo>
                    <a:lnTo>
                      <a:pt x="152" y="49"/>
                    </a:lnTo>
                    <a:lnTo>
                      <a:pt x="152" y="49"/>
                    </a:lnTo>
                    <a:lnTo>
                      <a:pt x="154" y="49"/>
                    </a:lnTo>
                    <a:lnTo>
                      <a:pt x="154" y="49"/>
                    </a:lnTo>
                    <a:lnTo>
                      <a:pt x="154" y="49"/>
                    </a:lnTo>
                    <a:lnTo>
                      <a:pt x="154" y="49"/>
                    </a:lnTo>
                    <a:lnTo>
                      <a:pt x="157" y="49"/>
                    </a:lnTo>
                    <a:lnTo>
                      <a:pt x="157" y="49"/>
                    </a:lnTo>
                    <a:lnTo>
                      <a:pt x="157" y="49"/>
                    </a:lnTo>
                    <a:lnTo>
                      <a:pt x="159" y="49"/>
                    </a:lnTo>
                    <a:lnTo>
                      <a:pt x="159" y="49"/>
                    </a:lnTo>
                    <a:lnTo>
                      <a:pt x="161" y="49"/>
                    </a:lnTo>
                    <a:lnTo>
                      <a:pt x="161" y="49"/>
                    </a:lnTo>
                    <a:lnTo>
                      <a:pt x="161" y="49"/>
                    </a:lnTo>
                    <a:lnTo>
                      <a:pt x="164" y="49"/>
                    </a:lnTo>
                    <a:lnTo>
                      <a:pt x="164" y="49"/>
                    </a:lnTo>
                    <a:lnTo>
                      <a:pt x="164" y="49"/>
                    </a:lnTo>
                    <a:lnTo>
                      <a:pt x="166" y="49"/>
                    </a:lnTo>
                    <a:lnTo>
                      <a:pt x="166" y="49"/>
                    </a:lnTo>
                    <a:lnTo>
                      <a:pt x="166" y="49"/>
                    </a:lnTo>
                    <a:lnTo>
                      <a:pt x="168" y="49"/>
                    </a:lnTo>
                    <a:lnTo>
                      <a:pt x="168" y="49"/>
                    </a:lnTo>
                    <a:lnTo>
                      <a:pt x="168" y="49"/>
                    </a:lnTo>
                    <a:lnTo>
                      <a:pt x="171" y="49"/>
                    </a:lnTo>
                    <a:lnTo>
                      <a:pt x="171" y="49"/>
                    </a:lnTo>
                    <a:lnTo>
                      <a:pt x="173" y="49"/>
                    </a:lnTo>
                    <a:lnTo>
                      <a:pt x="173" y="49"/>
                    </a:lnTo>
                    <a:lnTo>
                      <a:pt x="173" y="49"/>
                    </a:lnTo>
                    <a:lnTo>
                      <a:pt x="176" y="49"/>
                    </a:lnTo>
                    <a:lnTo>
                      <a:pt x="176" y="49"/>
                    </a:lnTo>
                    <a:lnTo>
                      <a:pt x="176" y="49"/>
                    </a:lnTo>
                    <a:lnTo>
                      <a:pt x="178" y="49"/>
                    </a:lnTo>
                    <a:lnTo>
                      <a:pt x="178" y="49"/>
                    </a:lnTo>
                    <a:lnTo>
                      <a:pt x="180" y="49"/>
                    </a:lnTo>
                    <a:lnTo>
                      <a:pt x="180" y="49"/>
                    </a:lnTo>
                    <a:lnTo>
                      <a:pt x="180" y="52"/>
                    </a:lnTo>
                    <a:lnTo>
                      <a:pt x="180" y="52"/>
                    </a:lnTo>
                    <a:lnTo>
                      <a:pt x="183" y="52"/>
                    </a:lnTo>
                    <a:lnTo>
                      <a:pt x="183" y="52"/>
                    </a:lnTo>
                    <a:lnTo>
                      <a:pt x="183" y="49"/>
                    </a:lnTo>
                    <a:lnTo>
                      <a:pt x="183" y="49"/>
                    </a:lnTo>
                    <a:lnTo>
                      <a:pt x="185" y="49"/>
                    </a:lnTo>
                    <a:lnTo>
                      <a:pt x="185" y="49"/>
                    </a:lnTo>
                    <a:lnTo>
                      <a:pt x="185" y="49"/>
                    </a:lnTo>
                    <a:lnTo>
                      <a:pt x="187" y="49"/>
                    </a:lnTo>
                    <a:lnTo>
                      <a:pt x="187" y="49"/>
                    </a:lnTo>
                    <a:lnTo>
                      <a:pt x="187" y="49"/>
                    </a:lnTo>
                    <a:lnTo>
                      <a:pt x="187" y="47"/>
                    </a:lnTo>
                    <a:lnTo>
                      <a:pt x="190" y="47"/>
                    </a:lnTo>
                    <a:lnTo>
                      <a:pt x="190" y="47"/>
                    </a:lnTo>
                    <a:lnTo>
                      <a:pt x="190" y="47"/>
                    </a:lnTo>
                    <a:lnTo>
                      <a:pt x="190" y="47"/>
                    </a:lnTo>
                    <a:lnTo>
                      <a:pt x="192" y="47"/>
                    </a:lnTo>
                    <a:lnTo>
                      <a:pt x="192" y="47"/>
                    </a:lnTo>
                    <a:lnTo>
                      <a:pt x="194" y="47"/>
                    </a:lnTo>
                    <a:lnTo>
                      <a:pt x="194" y="45"/>
                    </a:lnTo>
                    <a:lnTo>
                      <a:pt x="194" y="45"/>
                    </a:lnTo>
                    <a:lnTo>
                      <a:pt x="194" y="45"/>
                    </a:lnTo>
                    <a:lnTo>
                      <a:pt x="194" y="47"/>
                    </a:lnTo>
                    <a:lnTo>
                      <a:pt x="197" y="47"/>
                    </a:lnTo>
                    <a:lnTo>
                      <a:pt x="197" y="47"/>
                    </a:lnTo>
                    <a:lnTo>
                      <a:pt x="197" y="47"/>
                    </a:lnTo>
                    <a:lnTo>
                      <a:pt x="197" y="49"/>
                    </a:lnTo>
                    <a:lnTo>
                      <a:pt x="197" y="49"/>
                    </a:lnTo>
                    <a:lnTo>
                      <a:pt x="197" y="49"/>
                    </a:lnTo>
                    <a:lnTo>
                      <a:pt x="197" y="52"/>
                    </a:lnTo>
                    <a:lnTo>
                      <a:pt x="199" y="52"/>
                    </a:lnTo>
                    <a:lnTo>
                      <a:pt x="199" y="52"/>
                    </a:lnTo>
                    <a:lnTo>
                      <a:pt x="199" y="52"/>
                    </a:lnTo>
                    <a:lnTo>
                      <a:pt x="199" y="54"/>
                    </a:lnTo>
                    <a:lnTo>
                      <a:pt x="202" y="54"/>
                    </a:lnTo>
                    <a:lnTo>
                      <a:pt x="202" y="54"/>
                    </a:lnTo>
                    <a:lnTo>
                      <a:pt x="202" y="54"/>
                    </a:lnTo>
                    <a:lnTo>
                      <a:pt x="202" y="54"/>
                    </a:lnTo>
                    <a:lnTo>
                      <a:pt x="202" y="54"/>
                    </a:lnTo>
                    <a:lnTo>
                      <a:pt x="204" y="54"/>
                    </a:lnTo>
                    <a:lnTo>
                      <a:pt x="204" y="57"/>
                    </a:lnTo>
                    <a:lnTo>
                      <a:pt x="204" y="57"/>
                    </a:lnTo>
                    <a:lnTo>
                      <a:pt x="206" y="57"/>
                    </a:lnTo>
                    <a:lnTo>
                      <a:pt x="206" y="57"/>
                    </a:lnTo>
                    <a:lnTo>
                      <a:pt x="206" y="57"/>
                    </a:lnTo>
                    <a:lnTo>
                      <a:pt x="206" y="59"/>
                    </a:lnTo>
                    <a:lnTo>
                      <a:pt x="206" y="59"/>
                    </a:lnTo>
                    <a:lnTo>
                      <a:pt x="206" y="59"/>
                    </a:lnTo>
                    <a:lnTo>
                      <a:pt x="206" y="61"/>
                    </a:lnTo>
                    <a:lnTo>
                      <a:pt x="209" y="61"/>
                    </a:lnTo>
                    <a:lnTo>
                      <a:pt x="209" y="61"/>
                    </a:lnTo>
                    <a:lnTo>
                      <a:pt x="209" y="64"/>
                    </a:lnTo>
                    <a:lnTo>
                      <a:pt x="209" y="64"/>
                    </a:lnTo>
                    <a:lnTo>
                      <a:pt x="209" y="64"/>
                    </a:lnTo>
                    <a:lnTo>
                      <a:pt x="209" y="64"/>
                    </a:lnTo>
                    <a:lnTo>
                      <a:pt x="209" y="66"/>
                    </a:lnTo>
                    <a:lnTo>
                      <a:pt x="209" y="66"/>
                    </a:lnTo>
                    <a:lnTo>
                      <a:pt x="209" y="66"/>
                    </a:lnTo>
                    <a:lnTo>
                      <a:pt x="209" y="68"/>
                    </a:lnTo>
                    <a:lnTo>
                      <a:pt x="211" y="68"/>
                    </a:lnTo>
                    <a:lnTo>
                      <a:pt x="211" y="68"/>
                    </a:lnTo>
                    <a:lnTo>
                      <a:pt x="211" y="68"/>
                    </a:lnTo>
                    <a:lnTo>
                      <a:pt x="213" y="68"/>
                    </a:lnTo>
                    <a:lnTo>
                      <a:pt x="213" y="68"/>
                    </a:lnTo>
                    <a:lnTo>
                      <a:pt x="213" y="68"/>
                    </a:lnTo>
                    <a:lnTo>
                      <a:pt x="213" y="68"/>
                    </a:lnTo>
                    <a:lnTo>
                      <a:pt x="216" y="68"/>
                    </a:lnTo>
                    <a:lnTo>
                      <a:pt x="216" y="66"/>
                    </a:lnTo>
                    <a:lnTo>
                      <a:pt x="216" y="66"/>
                    </a:lnTo>
                    <a:lnTo>
                      <a:pt x="216" y="68"/>
                    </a:lnTo>
                    <a:lnTo>
                      <a:pt x="216" y="68"/>
                    </a:lnTo>
                    <a:lnTo>
                      <a:pt x="216" y="71"/>
                    </a:lnTo>
                    <a:lnTo>
                      <a:pt x="216" y="71"/>
                    </a:lnTo>
                    <a:lnTo>
                      <a:pt x="216" y="73"/>
                    </a:lnTo>
                    <a:lnTo>
                      <a:pt x="216" y="73"/>
                    </a:lnTo>
                    <a:lnTo>
                      <a:pt x="216" y="76"/>
                    </a:lnTo>
                    <a:lnTo>
                      <a:pt x="216" y="76"/>
                    </a:lnTo>
                    <a:lnTo>
                      <a:pt x="216" y="76"/>
                    </a:lnTo>
                    <a:lnTo>
                      <a:pt x="216" y="76"/>
                    </a:lnTo>
                    <a:lnTo>
                      <a:pt x="216" y="78"/>
                    </a:lnTo>
                    <a:lnTo>
                      <a:pt x="216" y="78"/>
                    </a:lnTo>
                    <a:lnTo>
                      <a:pt x="216" y="80"/>
                    </a:lnTo>
                    <a:lnTo>
                      <a:pt x="216" y="80"/>
                    </a:lnTo>
                    <a:lnTo>
                      <a:pt x="216" y="83"/>
                    </a:lnTo>
                    <a:lnTo>
                      <a:pt x="216" y="83"/>
                    </a:lnTo>
                    <a:lnTo>
                      <a:pt x="216" y="83"/>
                    </a:lnTo>
                    <a:lnTo>
                      <a:pt x="213" y="83"/>
                    </a:lnTo>
                    <a:lnTo>
                      <a:pt x="213" y="83"/>
                    </a:lnTo>
                    <a:lnTo>
                      <a:pt x="213" y="85"/>
                    </a:lnTo>
                    <a:lnTo>
                      <a:pt x="213" y="85"/>
                    </a:lnTo>
                    <a:lnTo>
                      <a:pt x="213" y="85"/>
                    </a:lnTo>
                    <a:lnTo>
                      <a:pt x="213" y="87"/>
                    </a:lnTo>
                    <a:lnTo>
                      <a:pt x="213" y="87"/>
                    </a:lnTo>
                    <a:lnTo>
                      <a:pt x="213" y="90"/>
                    </a:lnTo>
                    <a:lnTo>
                      <a:pt x="213" y="90"/>
                    </a:lnTo>
                    <a:lnTo>
                      <a:pt x="213" y="92"/>
                    </a:lnTo>
                    <a:lnTo>
                      <a:pt x="213" y="92"/>
                    </a:lnTo>
                    <a:lnTo>
                      <a:pt x="216" y="92"/>
                    </a:lnTo>
                    <a:lnTo>
                      <a:pt x="216" y="92"/>
                    </a:lnTo>
                    <a:lnTo>
                      <a:pt x="216" y="94"/>
                    </a:lnTo>
                    <a:lnTo>
                      <a:pt x="216" y="94"/>
                    </a:lnTo>
                    <a:lnTo>
                      <a:pt x="218" y="94"/>
                    </a:lnTo>
                    <a:lnTo>
                      <a:pt x="218" y="94"/>
                    </a:lnTo>
                    <a:lnTo>
                      <a:pt x="220" y="94"/>
                    </a:lnTo>
                    <a:lnTo>
                      <a:pt x="220" y="94"/>
                    </a:lnTo>
                    <a:lnTo>
                      <a:pt x="220" y="94"/>
                    </a:lnTo>
                    <a:lnTo>
                      <a:pt x="223" y="94"/>
                    </a:lnTo>
                    <a:lnTo>
                      <a:pt x="223" y="94"/>
                    </a:lnTo>
                    <a:lnTo>
                      <a:pt x="223" y="94"/>
                    </a:lnTo>
                    <a:lnTo>
                      <a:pt x="225" y="94"/>
                    </a:lnTo>
                    <a:lnTo>
                      <a:pt x="225" y="94"/>
                    </a:lnTo>
                    <a:lnTo>
                      <a:pt x="225" y="94"/>
                    </a:lnTo>
                    <a:lnTo>
                      <a:pt x="225" y="94"/>
                    </a:lnTo>
                    <a:lnTo>
                      <a:pt x="225" y="97"/>
                    </a:lnTo>
                    <a:lnTo>
                      <a:pt x="225" y="97"/>
                    </a:lnTo>
                    <a:lnTo>
                      <a:pt x="225" y="99"/>
                    </a:lnTo>
                    <a:lnTo>
                      <a:pt x="225" y="99"/>
                    </a:lnTo>
                    <a:lnTo>
                      <a:pt x="225" y="102"/>
                    </a:lnTo>
                    <a:lnTo>
                      <a:pt x="228" y="102"/>
                    </a:lnTo>
                    <a:lnTo>
                      <a:pt x="228" y="102"/>
                    </a:lnTo>
                    <a:lnTo>
                      <a:pt x="228" y="104"/>
                    </a:lnTo>
                    <a:lnTo>
                      <a:pt x="228" y="104"/>
                    </a:lnTo>
                    <a:lnTo>
                      <a:pt x="228" y="104"/>
                    </a:lnTo>
                    <a:lnTo>
                      <a:pt x="228" y="106"/>
                    </a:lnTo>
                    <a:lnTo>
                      <a:pt x="228" y="106"/>
                    </a:lnTo>
                    <a:lnTo>
                      <a:pt x="228" y="109"/>
                    </a:lnTo>
                    <a:lnTo>
                      <a:pt x="228" y="109"/>
                    </a:lnTo>
                    <a:lnTo>
                      <a:pt x="228" y="111"/>
                    </a:lnTo>
                    <a:lnTo>
                      <a:pt x="228" y="111"/>
                    </a:lnTo>
                    <a:lnTo>
                      <a:pt x="228" y="111"/>
                    </a:lnTo>
                    <a:lnTo>
                      <a:pt x="230" y="111"/>
                    </a:lnTo>
                    <a:lnTo>
                      <a:pt x="230" y="111"/>
                    </a:lnTo>
                    <a:lnTo>
                      <a:pt x="230" y="111"/>
                    </a:lnTo>
                    <a:lnTo>
                      <a:pt x="232" y="111"/>
                    </a:lnTo>
                    <a:lnTo>
                      <a:pt x="232" y="111"/>
                    </a:lnTo>
                    <a:lnTo>
                      <a:pt x="235" y="111"/>
                    </a:lnTo>
                    <a:lnTo>
                      <a:pt x="235" y="111"/>
                    </a:lnTo>
                    <a:lnTo>
                      <a:pt x="235" y="111"/>
                    </a:lnTo>
                    <a:lnTo>
                      <a:pt x="235" y="111"/>
                    </a:lnTo>
                    <a:lnTo>
                      <a:pt x="237" y="111"/>
                    </a:lnTo>
                    <a:lnTo>
                      <a:pt x="237" y="111"/>
                    </a:lnTo>
                    <a:lnTo>
                      <a:pt x="239" y="111"/>
                    </a:lnTo>
                    <a:lnTo>
                      <a:pt x="239" y="111"/>
                    </a:lnTo>
                    <a:lnTo>
                      <a:pt x="239" y="111"/>
                    </a:lnTo>
                    <a:lnTo>
                      <a:pt x="242" y="111"/>
                    </a:lnTo>
                    <a:lnTo>
                      <a:pt x="242" y="111"/>
                    </a:lnTo>
                    <a:lnTo>
                      <a:pt x="242" y="111"/>
                    </a:lnTo>
                    <a:lnTo>
                      <a:pt x="244" y="111"/>
                    </a:lnTo>
                    <a:lnTo>
                      <a:pt x="244" y="111"/>
                    </a:lnTo>
                    <a:lnTo>
                      <a:pt x="247" y="111"/>
                    </a:lnTo>
                    <a:lnTo>
                      <a:pt x="247" y="111"/>
                    </a:lnTo>
                    <a:lnTo>
                      <a:pt x="247" y="111"/>
                    </a:lnTo>
                    <a:lnTo>
                      <a:pt x="249" y="111"/>
                    </a:lnTo>
                    <a:lnTo>
                      <a:pt x="249" y="111"/>
                    </a:lnTo>
                    <a:lnTo>
                      <a:pt x="249" y="111"/>
                    </a:lnTo>
                    <a:lnTo>
                      <a:pt x="251" y="111"/>
                    </a:lnTo>
                    <a:lnTo>
                      <a:pt x="251" y="111"/>
                    </a:lnTo>
                    <a:lnTo>
                      <a:pt x="254" y="111"/>
                    </a:lnTo>
                    <a:lnTo>
                      <a:pt x="254" y="113"/>
                    </a:lnTo>
                    <a:lnTo>
                      <a:pt x="254" y="113"/>
                    </a:lnTo>
                    <a:lnTo>
                      <a:pt x="254" y="113"/>
                    </a:lnTo>
                    <a:lnTo>
                      <a:pt x="256" y="113"/>
                    </a:lnTo>
                    <a:lnTo>
                      <a:pt x="256" y="111"/>
                    </a:lnTo>
                    <a:lnTo>
                      <a:pt x="256" y="111"/>
                    </a:lnTo>
                    <a:lnTo>
                      <a:pt x="256" y="113"/>
                    </a:lnTo>
                    <a:lnTo>
                      <a:pt x="256" y="113"/>
                    </a:lnTo>
                    <a:lnTo>
                      <a:pt x="256" y="113"/>
                    </a:lnTo>
                    <a:lnTo>
                      <a:pt x="258" y="113"/>
                    </a:lnTo>
                    <a:lnTo>
                      <a:pt x="258" y="113"/>
                    </a:lnTo>
                    <a:lnTo>
                      <a:pt x="261" y="113"/>
                    </a:lnTo>
                    <a:lnTo>
                      <a:pt x="261" y="113"/>
                    </a:lnTo>
                    <a:lnTo>
                      <a:pt x="261" y="116"/>
                    </a:lnTo>
                    <a:lnTo>
                      <a:pt x="258" y="116"/>
                    </a:lnTo>
                    <a:lnTo>
                      <a:pt x="258" y="116"/>
                    </a:lnTo>
                    <a:lnTo>
                      <a:pt x="258" y="118"/>
                    </a:lnTo>
                    <a:lnTo>
                      <a:pt x="258" y="118"/>
                    </a:lnTo>
                    <a:lnTo>
                      <a:pt x="258" y="118"/>
                    </a:lnTo>
                    <a:lnTo>
                      <a:pt x="258" y="121"/>
                    </a:lnTo>
                    <a:lnTo>
                      <a:pt x="256" y="121"/>
                    </a:lnTo>
                    <a:lnTo>
                      <a:pt x="256" y="121"/>
                    </a:lnTo>
                    <a:lnTo>
                      <a:pt x="256" y="121"/>
                    </a:lnTo>
                    <a:lnTo>
                      <a:pt x="256" y="121"/>
                    </a:lnTo>
                    <a:lnTo>
                      <a:pt x="256" y="123"/>
                    </a:lnTo>
                    <a:lnTo>
                      <a:pt x="258" y="123"/>
                    </a:lnTo>
                    <a:lnTo>
                      <a:pt x="258" y="123"/>
                    </a:lnTo>
                    <a:lnTo>
                      <a:pt x="258" y="123"/>
                    </a:lnTo>
                    <a:lnTo>
                      <a:pt x="261" y="123"/>
                    </a:lnTo>
                    <a:lnTo>
                      <a:pt x="261" y="123"/>
                    </a:lnTo>
                    <a:lnTo>
                      <a:pt x="261" y="123"/>
                    </a:lnTo>
                    <a:lnTo>
                      <a:pt x="261" y="123"/>
                    </a:lnTo>
                    <a:lnTo>
                      <a:pt x="263" y="123"/>
                    </a:lnTo>
                    <a:lnTo>
                      <a:pt x="263" y="125"/>
                    </a:lnTo>
                    <a:lnTo>
                      <a:pt x="263" y="125"/>
                    </a:lnTo>
                    <a:lnTo>
                      <a:pt x="263" y="125"/>
                    </a:lnTo>
                    <a:lnTo>
                      <a:pt x="263" y="125"/>
                    </a:lnTo>
                    <a:lnTo>
                      <a:pt x="265" y="125"/>
                    </a:lnTo>
                    <a:lnTo>
                      <a:pt x="265" y="125"/>
                    </a:lnTo>
                    <a:lnTo>
                      <a:pt x="265" y="128"/>
                    </a:lnTo>
                    <a:lnTo>
                      <a:pt x="268" y="128"/>
                    </a:lnTo>
                    <a:lnTo>
                      <a:pt x="268" y="128"/>
                    </a:lnTo>
                    <a:lnTo>
                      <a:pt x="268" y="128"/>
                    </a:lnTo>
                    <a:lnTo>
                      <a:pt x="270" y="128"/>
                    </a:lnTo>
                    <a:lnTo>
                      <a:pt x="270" y="128"/>
                    </a:lnTo>
                    <a:lnTo>
                      <a:pt x="270" y="125"/>
                    </a:lnTo>
                    <a:lnTo>
                      <a:pt x="270" y="125"/>
                    </a:lnTo>
                    <a:lnTo>
                      <a:pt x="270" y="123"/>
                    </a:lnTo>
                    <a:lnTo>
                      <a:pt x="270" y="123"/>
                    </a:lnTo>
                    <a:lnTo>
                      <a:pt x="270" y="123"/>
                    </a:lnTo>
                    <a:lnTo>
                      <a:pt x="270" y="123"/>
                    </a:lnTo>
                    <a:lnTo>
                      <a:pt x="270" y="121"/>
                    </a:lnTo>
                    <a:lnTo>
                      <a:pt x="270" y="121"/>
                    </a:lnTo>
                    <a:lnTo>
                      <a:pt x="270" y="118"/>
                    </a:lnTo>
                    <a:lnTo>
                      <a:pt x="268" y="118"/>
                    </a:lnTo>
                    <a:lnTo>
                      <a:pt x="268" y="118"/>
                    </a:lnTo>
                    <a:lnTo>
                      <a:pt x="268" y="118"/>
                    </a:lnTo>
                    <a:lnTo>
                      <a:pt x="268" y="116"/>
                    </a:lnTo>
                    <a:lnTo>
                      <a:pt x="268" y="116"/>
                    </a:lnTo>
                    <a:lnTo>
                      <a:pt x="270" y="116"/>
                    </a:lnTo>
                    <a:lnTo>
                      <a:pt x="270" y="116"/>
                    </a:lnTo>
                    <a:lnTo>
                      <a:pt x="273" y="116"/>
                    </a:lnTo>
                    <a:lnTo>
                      <a:pt x="273" y="118"/>
                    </a:lnTo>
                    <a:lnTo>
                      <a:pt x="273" y="118"/>
                    </a:lnTo>
                    <a:lnTo>
                      <a:pt x="273" y="118"/>
                    </a:lnTo>
                    <a:lnTo>
                      <a:pt x="273" y="116"/>
                    </a:lnTo>
                    <a:lnTo>
                      <a:pt x="273" y="116"/>
                    </a:lnTo>
                    <a:lnTo>
                      <a:pt x="275" y="116"/>
                    </a:lnTo>
                    <a:lnTo>
                      <a:pt x="275" y="113"/>
                    </a:lnTo>
                    <a:lnTo>
                      <a:pt x="275" y="113"/>
                    </a:lnTo>
                    <a:lnTo>
                      <a:pt x="275" y="113"/>
                    </a:lnTo>
                    <a:lnTo>
                      <a:pt x="275" y="113"/>
                    </a:lnTo>
                    <a:lnTo>
                      <a:pt x="275" y="113"/>
                    </a:lnTo>
                    <a:lnTo>
                      <a:pt x="277" y="113"/>
                    </a:lnTo>
                    <a:lnTo>
                      <a:pt x="277" y="111"/>
                    </a:lnTo>
                    <a:lnTo>
                      <a:pt x="277" y="111"/>
                    </a:lnTo>
                    <a:lnTo>
                      <a:pt x="277" y="111"/>
                    </a:lnTo>
                    <a:lnTo>
                      <a:pt x="280" y="111"/>
                    </a:lnTo>
                    <a:lnTo>
                      <a:pt x="280" y="109"/>
                    </a:lnTo>
                    <a:lnTo>
                      <a:pt x="280" y="109"/>
                    </a:lnTo>
                    <a:lnTo>
                      <a:pt x="280" y="109"/>
                    </a:lnTo>
                    <a:lnTo>
                      <a:pt x="280" y="109"/>
                    </a:lnTo>
                    <a:lnTo>
                      <a:pt x="280" y="106"/>
                    </a:lnTo>
                    <a:lnTo>
                      <a:pt x="282" y="106"/>
                    </a:lnTo>
                    <a:lnTo>
                      <a:pt x="282" y="106"/>
                    </a:lnTo>
                    <a:lnTo>
                      <a:pt x="282" y="106"/>
                    </a:lnTo>
                    <a:lnTo>
                      <a:pt x="282" y="104"/>
                    </a:lnTo>
                    <a:lnTo>
                      <a:pt x="282" y="104"/>
                    </a:lnTo>
                    <a:lnTo>
                      <a:pt x="284" y="104"/>
                    </a:lnTo>
                    <a:lnTo>
                      <a:pt x="284" y="104"/>
                    </a:lnTo>
                    <a:lnTo>
                      <a:pt x="287" y="104"/>
                    </a:lnTo>
                    <a:lnTo>
                      <a:pt x="287" y="104"/>
                    </a:lnTo>
                    <a:lnTo>
                      <a:pt x="287" y="104"/>
                    </a:lnTo>
                    <a:lnTo>
                      <a:pt x="287" y="104"/>
                    </a:lnTo>
                    <a:lnTo>
                      <a:pt x="287" y="104"/>
                    </a:lnTo>
                    <a:lnTo>
                      <a:pt x="289" y="104"/>
                    </a:lnTo>
                    <a:lnTo>
                      <a:pt x="289" y="104"/>
                    </a:lnTo>
                    <a:lnTo>
                      <a:pt x="289" y="102"/>
                    </a:lnTo>
                    <a:lnTo>
                      <a:pt x="289" y="102"/>
                    </a:lnTo>
                    <a:lnTo>
                      <a:pt x="289" y="102"/>
                    </a:lnTo>
                    <a:lnTo>
                      <a:pt x="291" y="102"/>
                    </a:lnTo>
                    <a:lnTo>
                      <a:pt x="291" y="102"/>
                    </a:lnTo>
                    <a:lnTo>
                      <a:pt x="291" y="99"/>
                    </a:lnTo>
                    <a:lnTo>
                      <a:pt x="294" y="99"/>
                    </a:lnTo>
                    <a:lnTo>
                      <a:pt x="294" y="99"/>
                    </a:lnTo>
                    <a:lnTo>
                      <a:pt x="294" y="99"/>
                    </a:lnTo>
                    <a:lnTo>
                      <a:pt x="294" y="99"/>
                    </a:lnTo>
                    <a:lnTo>
                      <a:pt x="296" y="99"/>
                    </a:lnTo>
                    <a:lnTo>
                      <a:pt x="296" y="99"/>
                    </a:lnTo>
                    <a:lnTo>
                      <a:pt x="296" y="99"/>
                    </a:lnTo>
                    <a:lnTo>
                      <a:pt x="299" y="99"/>
                    </a:lnTo>
                    <a:lnTo>
                      <a:pt x="299" y="99"/>
                    </a:lnTo>
                    <a:lnTo>
                      <a:pt x="299" y="97"/>
                    </a:lnTo>
                    <a:lnTo>
                      <a:pt x="301" y="97"/>
                    </a:lnTo>
                    <a:lnTo>
                      <a:pt x="301" y="97"/>
                    </a:lnTo>
                    <a:lnTo>
                      <a:pt x="301" y="97"/>
                    </a:lnTo>
                    <a:lnTo>
                      <a:pt x="301" y="97"/>
                    </a:lnTo>
                    <a:lnTo>
                      <a:pt x="301" y="94"/>
                    </a:lnTo>
                    <a:lnTo>
                      <a:pt x="303" y="94"/>
                    </a:lnTo>
                    <a:lnTo>
                      <a:pt x="303" y="94"/>
                    </a:lnTo>
                    <a:lnTo>
                      <a:pt x="303" y="94"/>
                    </a:lnTo>
                    <a:lnTo>
                      <a:pt x="303" y="94"/>
                    </a:lnTo>
                    <a:lnTo>
                      <a:pt x="303" y="94"/>
                    </a:lnTo>
                    <a:lnTo>
                      <a:pt x="306" y="94"/>
                    </a:lnTo>
                    <a:lnTo>
                      <a:pt x="306" y="92"/>
                    </a:lnTo>
                    <a:lnTo>
                      <a:pt x="306" y="92"/>
                    </a:lnTo>
                    <a:lnTo>
                      <a:pt x="308" y="92"/>
                    </a:lnTo>
                    <a:lnTo>
                      <a:pt x="308" y="92"/>
                    </a:lnTo>
                    <a:lnTo>
                      <a:pt x="308" y="90"/>
                    </a:lnTo>
                    <a:lnTo>
                      <a:pt x="308" y="90"/>
                    </a:lnTo>
                    <a:lnTo>
                      <a:pt x="308" y="90"/>
                    </a:lnTo>
                    <a:lnTo>
                      <a:pt x="308" y="90"/>
                    </a:lnTo>
                    <a:lnTo>
                      <a:pt x="308" y="87"/>
                    </a:lnTo>
                    <a:lnTo>
                      <a:pt x="310" y="87"/>
                    </a:lnTo>
                    <a:lnTo>
                      <a:pt x="310" y="90"/>
                    </a:lnTo>
                    <a:lnTo>
                      <a:pt x="310" y="90"/>
                    </a:lnTo>
                    <a:lnTo>
                      <a:pt x="313" y="90"/>
                    </a:lnTo>
                    <a:lnTo>
                      <a:pt x="313" y="90"/>
                    </a:lnTo>
                    <a:lnTo>
                      <a:pt x="313" y="90"/>
                    </a:lnTo>
                    <a:lnTo>
                      <a:pt x="313" y="92"/>
                    </a:lnTo>
                    <a:lnTo>
                      <a:pt x="313" y="92"/>
                    </a:lnTo>
                    <a:lnTo>
                      <a:pt x="313" y="90"/>
                    </a:lnTo>
                    <a:lnTo>
                      <a:pt x="315" y="90"/>
                    </a:lnTo>
                    <a:lnTo>
                      <a:pt x="315" y="90"/>
                    </a:lnTo>
                    <a:lnTo>
                      <a:pt x="315" y="87"/>
                    </a:lnTo>
                    <a:lnTo>
                      <a:pt x="315" y="87"/>
                    </a:lnTo>
                    <a:lnTo>
                      <a:pt x="315" y="87"/>
                    </a:lnTo>
                    <a:lnTo>
                      <a:pt x="315" y="87"/>
                    </a:lnTo>
                    <a:lnTo>
                      <a:pt x="315" y="85"/>
                    </a:lnTo>
                    <a:lnTo>
                      <a:pt x="318" y="85"/>
                    </a:lnTo>
                    <a:lnTo>
                      <a:pt x="318" y="85"/>
                    </a:lnTo>
                    <a:lnTo>
                      <a:pt x="320" y="85"/>
                    </a:lnTo>
                    <a:lnTo>
                      <a:pt x="320" y="85"/>
                    </a:lnTo>
                    <a:lnTo>
                      <a:pt x="320" y="85"/>
                    </a:lnTo>
                    <a:lnTo>
                      <a:pt x="320" y="85"/>
                    </a:lnTo>
                    <a:lnTo>
                      <a:pt x="322" y="85"/>
                    </a:lnTo>
                    <a:lnTo>
                      <a:pt x="322" y="85"/>
                    </a:lnTo>
                    <a:lnTo>
                      <a:pt x="322" y="85"/>
                    </a:lnTo>
                    <a:lnTo>
                      <a:pt x="322" y="85"/>
                    </a:lnTo>
                    <a:lnTo>
                      <a:pt x="325" y="85"/>
                    </a:lnTo>
                    <a:lnTo>
                      <a:pt x="325" y="85"/>
                    </a:lnTo>
                    <a:lnTo>
                      <a:pt x="325" y="85"/>
                    </a:lnTo>
                    <a:lnTo>
                      <a:pt x="327" y="85"/>
                    </a:lnTo>
                    <a:lnTo>
                      <a:pt x="327" y="85"/>
                    </a:lnTo>
                    <a:lnTo>
                      <a:pt x="327" y="85"/>
                    </a:lnTo>
                    <a:lnTo>
                      <a:pt x="327" y="87"/>
                    </a:lnTo>
                    <a:lnTo>
                      <a:pt x="327" y="87"/>
                    </a:lnTo>
                    <a:lnTo>
                      <a:pt x="327" y="87"/>
                    </a:lnTo>
                    <a:lnTo>
                      <a:pt x="325" y="87"/>
                    </a:lnTo>
                    <a:lnTo>
                      <a:pt x="325" y="87"/>
                    </a:lnTo>
                    <a:lnTo>
                      <a:pt x="325" y="90"/>
                    </a:lnTo>
                    <a:lnTo>
                      <a:pt x="322" y="90"/>
                    </a:lnTo>
                    <a:lnTo>
                      <a:pt x="322" y="90"/>
                    </a:lnTo>
                    <a:lnTo>
                      <a:pt x="322" y="90"/>
                    </a:lnTo>
                    <a:lnTo>
                      <a:pt x="322" y="90"/>
                    </a:lnTo>
                    <a:lnTo>
                      <a:pt x="320" y="90"/>
                    </a:lnTo>
                    <a:lnTo>
                      <a:pt x="320" y="90"/>
                    </a:lnTo>
                    <a:lnTo>
                      <a:pt x="320" y="90"/>
                    </a:lnTo>
                    <a:lnTo>
                      <a:pt x="318" y="90"/>
                    </a:lnTo>
                    <a:lnTo>
                      <a:pt x="318" y="92"/>
                    </a:lnTo>
                    <a:lnTo>
                      <a:pt x="318" y="92"/>
                    </a:lnTo>
                    <a:lnTo>
                      <a:pt x="318" y="94"/>
                    </a:lnTo>
                    <a:lnTo>
                      <a:pt x="318" y="94"/>
                    </a:lnTo>
                    <a:lnTo>
                      <a:pt x="315" y="94"/>
                    </a:lnTo>
                    <a:lnTo>
                      <a:pt x="315" y="94"/>
                    </a:lnTo>
                    <a:lnTo>
                      <a:pt x="315" y="94"/>
                    </a:lnTo>
                    <a:lnTo>
                      <a:pt x="315" y="94"/>
                    </a:lnTo>
                    <a:lnTo>
                      <a:pt x="313" y="94"/>
                    </a:lnTo>
                    <a:lnTo>
                      <a:pt x="313" y="94"/>
                    </a:lnTo>
                    <a:lnTo>
                      <a:pt x="313" y="94"/>
                    </a:lnTo>
                    <a:lnTo>
                      <a:pt x="313" y="97"/>
                    </a:lnTo>
                    <a:lnTo>
                      <a:pt x="313" y="97"/>
                    </a:lnTo>
                    <a:lnTo>
                      <a:pt x="310" y="97"/>
                    </a:lnTo>
                    <a:lnTo>
                      <a:pt x="310" y="97"/>
                    </a:lnTo>
                    <a:lnTo>
                      <a:pt x="310" y="99"/>
                    </a:lnTo>
                    <a:lnTo>
                      <a:pt x="310" y="99"/>
                    </a:lnTo>
                    <a:lnTo>
                      <a:pt x="308" y="99"/>
                    </a:lnTo>
                    <a:lnTo>
                      <a:pt x="308" y="99"/>
                    </a:lnTo>
                    <a:lnTo>
                      <a:pt x="308" y="99"/>
                    </a:lnTo>
                    <a:lnTo>
                      <a:pt x="308" y="102"/>
                    </a:lnTo>
                    <a:lnTo>
                      <a:pt x="308" y="102"/>
                    </a:lnTo>
                    <a:lnTo>
                      <a:pt x="306" y="102"/>
                    </a:lnTo>
                    <a:lnTo>
                      <a:pt x="306" y="102"/>
                    </a:lnTo>
                    <a:lnTo>
                      <a:pt x="303" y="102"/>
                    </a:lnTo>
                    <a:lnTo>
                      <a:pt x="303" y="102"/>
                    </a:lnTo>
                    <a:lnTo>
                      <a:pt x="303" y="102"/>
                    </a:lnTo>
                    <a:lnTo>
                      <a:pt x="303" y="104"/>
                    </a:lnTo>
                    <a:lnTo>
                      <a:pt x="303" y="104"/>
                    </a:lnTo>
                    <a:lnTo>
                      <a:pt x="303" y="104"/>
                    </a:lnTo>
                    <a:lnTo>
                      <a:pt x="306" y="104"/>
                    </a:lnTo>
                    <a:lnTo>
                      <a:pt x="306" y="104"/>
                    </a:lnTo>
                    <a:lnTo>
                      <a:pt x="308" y="104"/>
                    </a:lnTo>
                    <a:lnTo>
                      <a:pt x="308" y="104"/>
                    </a:lnTo>
                    <a:lnTo>
                      <a:pt x="308" y="104"/>
                    </a:lnTo>
                    <a:lnTo>
                      <a:pt x="308" y="104"/>
                    </a:lnTo>
                    <a:lnTo>
                      <a:pt x="310" y="104"/>
                    </a:lnTo>
                    <a:lnTo>
                      <a:pt x="310" y="106"/>
                    </a:lnTo>
                    <a:lnTo>
                      <a:pt x="310" y="106"/>
                    </a:lnTo>
                    <a:lnTo>
                      <a:pt x="313" y="106"/>
                    </a:lnTo>
                    <a:lnTo>
                      <a:pt x="313" y="106"/>
                    </a:lnTo>
                    <a:lnTo>
                      <a:pt x="313" y="104"/>
                    </a:lnTo>
                    <a:lnTo>
                      <a:pt x="313" y="104"/>
                    </a:lnTo>
                    <a:lnTo>
                      <a:pt x="315" y="104"/>
                    </a:lnTo>
                    <a:lnTo>
                      <a:pt x="315" y="104"/>
                    </a:lnTo>
                    <a:lnTo>
                      <a:pt x="315" y="104"/>
                    </a:lnTo>
                    <a:lnTo>
                      <a:pt x="315" y="106"/>
                    </a:lnTo>
                    <a:lnTo>
                      <a:pt x="315" y="106"/>
                    </a:lnTo>
                    <a:lnTo>
                      <a:pt x="318" y="106"/>
                    </a:lnTo>
                    <a:lnTo>
                      <a:pt x="318" y="109"/>
                    </a:lnTo>
                    <a:lnTo>
                      <a:pt x="318" y="109"/>
                    </a:lnTo>
                    <a:lnTo>
                      <a:pt x="318" y="111"/>
                    </a:lnTo>
                    <a:lnTo>
                      <a:pt x="318" y="111"/>
                    </a:lnTo>
                    <a:lnTo>
                      <a:pt x="318" y="113"/>
                    </a:lnTo>
                    <a:lnTo>
                      <a:pt x="318" y="113"/>
                    </a:lnTo>
                    <a:lnTo>
                      <a:pt x="318" y="111"/>
                    </a:lnTo>
                    <a:lnTo>
                      <a:pt x="320" y="111"/>
                    </a:lnTo>
                    <a:lnTo>
                      <a:pt x="320" y="111"/>
                    </a:lnTo>
                    <a:lnTo>
                      <a:pt x="320" y="113"/>
                    </a:lnTo>
                    <a:lnTo>
                      <a:pt x="320" y="113"/>
                    </a:lnTo>
                    <a:lnTo>
                      <a:pt x="322" y="113"/>
                    </a:lnTo>
                    <a:lnTo>
                      <a:pt x="322" y="111"/>
                    </a:lnTo>
                    <a:lnTo>
                      <a:pt x="322" y="111"/>
                    </a:lnTo>
                    <a:lnTo>
                      <a:pt x="322" y="113"/>
                    </a:lnTo>
                    <a:lnTo>
                      <a:pt x="322" y="113"/>
                    </a:lnTo>
                    <a:lnTo>
                      <a:pt x="325" y="113"/>
                    </a:lnTo>
                    <a:lnTo>
                      <a:pt x="325" y="113"/>
                    </a:lnTo>
                    <a:lnTo>
                      <a:pt x="327" y="113"/>
                    </a:lnTo>
                    <a:lnTo>
                      <a:pt x="327" y="113"/>
                    </a:lnTo>
                    <a:lnTo>
                      <a:pt x="327" y="113"/>
                    </a:lnTo>
                    <a:lnTo>
                      <a:pt x="327" y="113"/>
                    </a:lnTo>
                    <a:lnTo>
                      <a:pt x="329" y="113"/>
                    </a:lnTo>
                    <a:lnTo>
                      <a:pt x="329" y="113"/>
                    </a:lnTo>
                    <a:lnTo>
                      <a:pt x="329" y="113"/>
                    </a:lnTo>
                    <a:lnTo>
                      <a:pt x="329" y="113"/>
                    </a:lnTo>
                    <a:lnTo>
                      <a:pt x="329" y="113"/>
                    </a:lnTo>
                    <a:lnTo>
                      <a:pt x="332" y="113"/>
                    </a:lnTo>
                    <a:lnTo>
                      <a:pt x="332" y="113"/>
                    </a:lnTo>
                    <a:lnTo>
                      <a:pt x="332" y="111"/>
                    </a:lnTo>
                    <a:lnTo>
                      <a:pt x="332" y="111"/>
                    </a:lnTo>
                    <a:lnTo>
                      <a:pt x="332" y="109"/>
                    </a:lnTo>
                    <a:lnTo>
                      <a:pt x="332" y="109"/>
                    </a:lnTo>
                    <a:lnTo>
                      <a:pt x="334" y="109"/>
                    </a:lnTo>
                    <a:lnTo>
                      <a:pt x="334" y="109"/>
                    </a:lnTo>
                    <a:lnTo>
                      <a:pt x="334" y="109"/>
                    </a:lnTo>
                    <a:lnTo>
                      <a:pt x="334" y="109"/>
                    </a:lnTo>
                    <a:lnTo>
                      <a:pt x="334" y="106"/>
                    </a:lnTo>
                    <a:lnTo>
                      <a:pt x="336" y="106"/>
                    </a:lnTo>
                    <a:lnTo>
                      <a:pt x="336" y="106"/>
                    </a:lnTo>
                    <a:lnTo>
                      <a:pt x="336" y="104"/>
                    </a:lnTo>
                    <a:lnTo>
                      <a:pt x="336" y="104"/>
                    </a:lnTo>
                    <a:lnTo>
                      <a:pt x="336" y="104"/>
                    </a:lnTo>
                    <a:lnTo>
                      <a:pt x="336" y="104"/>
                    </a:lnTo>
                    <a:lnTo>
                      <a:pt x="336" y="104"/>
                    </a:lnTo>
                    <a:lnTo>
                      <a:pt x="336" y="104"/>
                    </a:lnTo>
                    <a:lnTo>
                      <a:pt x="336" y="104"/>
                    </a:lnTo>
                    <a:lnTo>
                      <a:pt x="339" y="104"/>
                    </a:lnTo>
                    <a:lnTo>
                      <a:pt x="339" y="106"/>
                    </a:lnTo>
                    <a:lnTo>
                      <a:pt x="339" y="106"/>
                    </a:lnTo>
                    <a:lnTo>
                      <a:pt x="339" y="106"/>
                    </a:lnTo>
                    <a:lnTo>
                      <a:pt x="341" y="106"/>
                    </a:lnTo>
                    <a:lnTo>
                      <a:pt x="341" y="109"/>
                    </a:lnTo>
                    <a:lnTo>
                      <a:pt x="341" y="109"/>
                    </a:lnTo>
                    <a:lnTo>
                      <a:pt x="341" y="109"/>
                    </a:lnTo>
                    <a:lnTo>
                      <a:pt x="341" y="111"/>
                    </a:lnTo>
                    <a:lnTo>
                      <a:pt x="341" y="111"/>
                    </a:lnTo>
                    <a:lnTo>
                      <a:pt x="341" y="111"/>
                    </a:lnTo>
                    <a:lnTo>
                      <a:pt x="341" y="113"/>
                    </a:lnTo>
                    <a:lnTo>
                      <a:pt x="341" y="113"/>
                    </a:lnTo>
                    <a:lnTo>
                      <a:pt x="341" y="113"/>
                    </a:lnTo>
                    <a:lnTo>
                      <a:pt x="344" y="113"/>
                    </a:lnTo>
                    <a:lnTo>
                      <a:pt x="344" y="113"/>
                    </a:lnTo>
                    <a:lnTo>
                      <a:pt x="344" y="113"/>
                    </a:lnTo>
                    <a:lnTo>
                      <a:pt x="346" y="113"/>
                    </a:lnTo>
                    <a:lnTo>
                      <a:pt x="346" y="113"/>
                    </a:lnTo>
                    <a:lnTo>
                      <a:pt x="346" y="113"/>
                    </a:lnTo>
                    <a:lnTo>
                      <a:pt x="346" y="113"/>
                    </a:lnTo>
                    <a:lnTo>
                      <a:pt x="348" y="113"/>
                    </a:lnTo>
                    <a:lnTo>
                      <a:pt x="348" y="113"/>
                    </a:lnTo>
                    <a:lnTo>
                      <a:pt x="348" y="113"/>
                    </a:lnTo>
                    <a:lnTo>
                      <a:pt x="348" y="116"/>
                    </a:lnTo>
                    <a:lnTo>
                      <a:pt x="348" y="116"/>
                    </a:lnTo>
                    <a:lnTo>
                      <a:pt x="348" y="116"/>
                    </a:lnTo>
                    <a:lnTo>
                      <a:pt x="348" y="116"/>
                    </a:lnTo>
                    <a:lnTo>
                      <a:pt x="348" y="116"/>
                    </a:lnTo>
                    <a:lnTo>
                      <a:pt x="351" y="116"/>
                    </a:lnTo>
                    <a:lnTo>
                      <a:pt x="351" y="116"/>
                    </a:lnTo>
                    <a:lnTo>
                      <a:pt x="353" y="116"/>
                    </a:lnTo>
                    <a:lnTo>
                      <a:pt x="353" y="116"/>
                    </a:lnTo>
                    <a:lnTo>
                      <a:pt x="353" y="116"/>
                    </a:lnTo>
                    <a:lnTo>
                      <a:pt x="353" y="116"/>
                    </a:lnTo>
                    <a:lnTo>
                      <a:pt x="353" y="118"/>
                    </a:lnTo>
                    <a:lnTo>
                      <a:pt x="355" y="118"/>
                    </a:lnTo>
                    <a:lnTo>
                      <a:pt x="355" y="118"/>
                    </a:lnTo>
                    <a:lnTo>
                      <a:pt x="355" y="118"/>
                    </a:lnTo>
                    <a:lnTo>
                      <a:pt x="355" y="121"/>
                    </a:lnTo>
                    <a:lnTo>
                      <a:pt x="355" y="121"/>
                    </a:lnTo>
                    <a:lnTo>
                      <a:pt x="358" y="121"/>
                    </a:lnTo>
                    <a:lnTo>
                      <a:pt x="358" y="121"/>
                    </a:lnTo>
                    <a:lnTo>
                      <a:pt x="360" y="121"/>
                    </a:lnTo>
                    <a:lnTo>
                      <a:pt x="360" y="121"/>
                    </a:lnTo>
                    <a:lnTo>
                      <a:pt x="360" y="121"/>
                    </a:lnTo>
                    <a:lnTo>
                      <a:pt x="362" y="121"/>
                    </a:lnTo>
                    <a:lnTo>
                      <a:pt x="362" y="121"/>
                    </a:lnTo>
                    <a:lnTo>
                      <a:pt x="362" y="121"/>
                    </a:lnTo>
                    <a:lnTo>
                      <a:pt x="362" y="121"/>
                    </a:lnTo>
                    <a:lnTo>
                      <a:pt x="365" y="121"/>
                    </a:lnTo>
                    <a:lnTo>
                      <a:pt x="365" y="121"/>
                    </a:lnTo>
                    <a:lnTo>
                      <a:pt x="365" y="121"/>
                    </a:lnTo>
                    <a:lnTo>
                      <a:pt x="365" y="121"/>
                    </a:lnTo>
                    <a:lnTo>
                      <a:pt x="367" y="121"/>
                    </a:lnTo>
                    <a:lnTo>
                      <a:pt x="367" y="121"/>
                    </a:lnTo>
                    <a:lnTo>
                      <a:pt x="367" y="121"/>
                    </a:lnTo>
                    <a:lnTo>
                      <a:pt x="367" y="121"/>
                    </a:lnTo>
                    <a:lnTo>
                      <a:pt x="367" y="123"/>
                    </a:lnTo>
                    <a:lnTo>
                      <a:pt x="367" y="123"/>
                    </a:lnTo>
                    <a:lnTo>
                      <a:pt x="365" y="123"/>
                    </a:lnTo>
                    <a:lnTo>
                      <a:pt x="365" y="123"/>
                    </a:lnTo>
                    <a:lnTo>
                      <a:pt x="365" y="123"/>
                    </a:lnTo>
                    <a:lnTo>
                      <a:pt x="362" y="123"/>
                    </a:lnTo>
                    <a:lnTo>
                      <a:pt x="362" y="123"/>
                    </a:lnTo>
                    <a:lnTo>
                      <a:pt x="362" y="123"/>
                    </a:lnTo>
                    <a:lnTo>
                      <a:pt x="362" y="123"/>
                    </a:lnTo>
                    <a:lnTo>
                      <a:pt x="360" y="123"/>
                    </a:lnTo>
                    <a:lnTo>
                      <a:pt x="360" y="125"/>
                    </a:lnTo>
                    <a:lnTo>
                      <a:pt x="360" y="125"/>
                    </a:lnTo>
                    <a:lnTo>
                      <a:pt x="360" y="125"/>
                    </a:lnTo>
                    <a:lnTo>
                      <a:pt x="360" y="125"/>
                    </a:lnTo>
                    <a:lnTo>
                      <a:pt x="360" y="128"/>
                    </a:lnTo>
                    <a:lnTo>
                      <a:pt x="358" y="128"/>
                    </a:lnTo>
                    <a:lnTo>
                      <a:pt x="358" y="128"/>
                    </a:lnTo>
                    <a:lnTo>
                      <a:pt x="358" y="128"/>
                    </a:lnTo>
                    <a:lnTo>
                      <a:pt x="355" y="128"/>
                    </a:lnTo>
                    <a:lnTo>
                      <a:pt x="355" y="128"/>
                    </a:lnTo>
                    <a:lnTo>
                      <a:pt x="355" y="128"/>
                    </a:lnTo>
                    <a:lnTo>
                      <a:pt x="353" y="128"/>
                    </a:lnTo>
                    <a:lnTo>
                      <a:pt x="353" y="128"/>
                    </a:lnTo>
                    <a:lnTo>
                      <a:pt x="353" y="128"/>
                    </a:lnTo>
                    <a:lnTo>
                      <a:pt x="353" y="12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Rectangle 13"/>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9" name="Rectangle 14"/>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Rectangle 15"/>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1" name="Rectangle 16"/>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17"/>
              <p:cNvSpPr>
                <a:spLocks/>
              </p:cNvSpPr>
              <p:nvPr/>
            </p:nvSpPr>
            <p:spPr bwMode="auto">
              <a:xfrm>
                <a:off x="3406" y="2111"/>
                <a:ext cx="45" cy="88"/>
              </a:xfrm>
              <a:custGeom>
                <a:avLst/>
                <a:gdLst/>
                <a:ahLst/>
                <a:cxnLst>
                  <a:cxn ang="0">
                    <a:pos x="40" y="14"/>
                  </a:cxn>
                  <a:cxn ang="0">
                    <a:pos x="40" y="19"/>
                  </a:cxn>
                  <a:cxn ang="0">
                    <a:pos x="40" y="21"/>
                  </a:cxn>
                  <a:cxn ang="0">
                    <a:pos x="40" y="24"/>
                  </a:cxn>
                  <a:cxn ang="0">
                    <a:pos x="38" y="28"/>
                  </a:cxn>
                  <a:cxn ang="0">
                    <a:pos x="38" y="33"/>
                  </a:cxn>
                  <a:cxn ang="0">
                    <a:pos x="38" y="35"/>
                  </a:cxn>
                  <a:cxn ang="0">
                    <a:pos x="36" y="38"/>
                  </a:cxn>
                  <a:cxn ang="0">
                    <a:pos x="33" y="43"/>
                  </a:cxn>
                  <a:cxn ang="0">
                    <a:pos x="33" y="47"/>
                  </a:cxn>
                  <a:cxn ang="0">
                    <a:pos x="33" y="52"/>
                  </a:cxn>
                  <a:cxn ang="0">
                    <a:pos x="31" y="54"/>
                  </a:cxn>
                  <a:cxn ang="0">
                    <a:pos x="31" y="59"/>
                  </a:cxn>
                  <a:cxn ang="0">
                    <a:pos x="29" y="64"/>
                  </a:cxn>
                  <a:cxn ang="0">
                    <a:pos x="26" y="66"/>
                  </a:cxn>
                  <a:cxn ang="0">
                    <a:pos x="24" y="69"/>
                  </a:cxn>
                  <a:cxn ang="0">
                    <a:pos x="21" y="71"/>
                  </a:cxn>
                  <a:cxn ang="0">
                    <a:pos x="21" y="76"/>
                  </a:cxn>
                  <a:cxn ang="0">
                    <a:pos x="21" y="81"/>
                  </a:cxn>
                  <a:cxn ang="0">
                    <a:pos x="21" y="85"/>
                  </a:cxn>
                  <a:cxn ang="0">
                    <a:pos x="19" y="88"/>
                  </a:cxn>
                  <a:cxn ang="0">
                    <a:pos x="14" y="88"/>
                  </a:cxn>
                  <a:cxn ang="0">
                    <a:pos x="14" y="83"/>
                  </a:cxn>
                  <a:cxn ang="0">
                    <a:pos x="14" y="78"/>
                  </a:cxn>
                  <a:cxn ang="0">
                    <a:pos x="12" y="76"/>
                  </a:cxn>
                  <a:cxn ang="0">
                    <a:pos x="10" y="73"/>
                  </a:cxn>
                  <a:cxn ang="0">
                    <a:pos x="7" y="71"/>
                  </a:cxn>
                  <a:cxn ang="0">
                    <a:pos x="5" y="66"/>
                  </a:cxn>
                  <a:cxn ang="0">
                    <a:pos x="5" y="64"/>
                  </a:cxn>
                  <a:cxn ang="0">
                    <a:pos x="3" y="59"/>
                  </a:cxn>
                  <a:cxn ang="0">
                    <a:pos x="0" y="57"/>
                  </a:cxn>
                  <a:cxn ang="0">
                    <a:pos x="3" y="52"/>
                  </a:cxn>
                  <a:cxn ang="0">
                    <a:pos x="5" y="50"/>
                  </a:cxn>
                  <a:cxn ang="0">
                    <a:pos x="3" y="45"/>
                  </a:cxn>
                  <a:cxn ang="0">
                    <a:pos x="5" y="43"/>
                  </a:cxn>
                  <a:cxn ang="0">
                    <a:pos x="5" y="38"/>
                  </a:cxn>
                  <a:cxn ang="0">
                    <a:pos x="7" y="35"/>
                  </a:cxn>
                  <a:cxn ang="0">
                    <a:pos x="10" y="33"/>
                  </a:cxn>
                  <a:cxn ang="0">
                    <a:pos x="12" y="28"/>
                  </a:cxn>
                  <a:cxn ang="0">
                    <a:pos x="12" y="24"/>
                  </a:cxn>
                  <a:cxn ang="0">
                    <a:pos x="14" y="21"/>
                  </a:cxn>
                  <a:cxn ang="0">
                    <a:pos x="17" y="19"/>
                  </a:cxn>
                  <a:cxn ang="0">
                    <a:pos x="19" y="17"/>
                  </a:cxn>
                  <a:cxn ang="0">
                    <a:pos x="19" y="12"/>
                  </a:cxn>
                  <a:cxn ang="0">
                    <a:pos x="21" y="9"/>
                  </a:cxn>
                  <a:cxn ang="0">
                    <a:pos x="24" y="7"/>
                  </a:cxn>
                  <a:cxn ang="0">
                    <a:pos x="29" y="5"/>
                  </a:cxn>
                  <a:cxn ang="0">
                    <a:pos x="31" y="5"/>
                  </a:cxn>
                  <a:cxn ang="0">
                    <a:pos x="33" y="2"/>
                  </a:cxn>
                  <a:cxn ang="0">
                    <a:pos x="36" y="2"/>
                  </a:cxn>
                  <a:cxn ang="0">
                    <a:pos x="38" y="5"/>
                  </a:cxn>
                  <a:cxn ang="0">
                    <a:pos x="43" y="5"/>
                  </a:cxn>
                  <a:cxn ang="0">
                    <a:pos x="45" y="7"/>
                  </a:cxn>
                  <a:cxn ang="0">
                    <a:pos x="43" y="9"/>
                  </a:cxn>
                </a:cxnLst>
                <a:rect l="0" t="0" r="r" b="b"/>
                <a:pathLst>
                  <a:path w="45" h="88">
                    <a:moveTo>
                      <a:pt x="43" y="12"/>
                    </a:moveTo>
                    <a:lnTo>
                      <a:pt x="40" y="12"/>
                    </a:lnTo>
                    <a:lnTo>
                      <a:pt x="40" y="14"/>
                    </a:lnTo>
                    <a:lnTo>
                      <a:pt x="40" y="14"/>
                    </a:lnTo>
                    <a:lnTo>
                      <a:pt x="40" y="14"/>
                    </a:lnTo>
                    <a:lnTo>
                      <a:pt x="40" y="14"/>
                    </a:lnTo>
                    <a:lnTo>
                      <a:pt x="40" y="17"/>
                    </a:lnTo>
                    <a:lnTo>
                      <a:pt x="40" y="17"/>
                    </a:lnTo>
                    <a:lnTo>
                      <a:pt x="40" y="17"/>
                    </a:lnTo>
                    <a:lnTo>
                      <a:pt x="40" y="19"/>
                    </a:lnTo>
                    <a:lnTo>
                      <a:pt x="43" y="19"/>
                    </a:lnTo>
                    <a:lnTo>
                      <a:pt x="43" y="19"/>
                    </a:lnTo>
                    <a:lnTo>
                      <a:pt x="40" y="19"/>
                    </a:lnTo>
                    <a:lnTo>
                      <a:pt x="40" y="21"/>
                    </a:lnTo>
                    <a:lnTo>
                      <a:pt x="40" y="21"/>
                    </a:lnTo>
                    <a:lnTo>
                      <a:pt x="40" y="24"/>
                    </a:lnTo>
                    <a:lnTo>
                      <a:pt x="40" y="24"/>
                    </a:lnTo>
                    <a:lnTo>
                      <a:pt x="40" y="24"/>
                    </a:lnTo>
                    <a:lnTo>
                      <a:pt x="40" y="24"/>
                    </a:lnTo>
                    <a:lnTo>
                      <a:pt x="40" y="24"/>
                    </a:lnTo>
                    <a:lnTo>
                      <a:pt x="40" y="26"/>
                    </a:lnTo>
                    <a:lnTo>
                      <a:pt x="40" y="26"/>
                    </a:lnTo>
                    <a:lnTo>
                      <a:pt x="38" y="26"/>
                    </a:lnTo>
                    <a:lnTo>
                      <a:pt x="38" y="28"/>
                    </a:lnTo>
                    <a:lnTo>
                      <a:pt x="38" y="28"/>
                    </a:lnTo>
                    <a:lnTo>
                      <a:pt x="38" y="28"/>
                    </a:lnTo>
                    <a:lnTo>
                      <a:pt x="38" y="31"/>
                    </a:lnTo>
                    <a:lnTo>
                      <a:pt x="38" y="31"/>
                    </a:lnTo>
                    <a:lnTo>
                      <a:pt x="38" y="31"/>
                    </a:lnTo>
                    <a:lnTo>
                      <a:pt x="38" y="33"/>
                    </a:lnTo>
                    <a:lnTo>
                      <a:pt x="36" y="33"/>
                    </a:lnTo>
                    <a:lnTo>
                      <a:pt x="36" y="33"/>
                    </a:lnTo>
                    <a:lnTo>
                      <a:pt x="38" y="33"/>
                    </a:lnTo>
                    <a:lnTo>
                      <a:pt x="38" y="35"/>
                    </a:lnTo>
                    <a:lnTo>
                      <a:pt x="38" y="35"/>
                    </a:lnTo>
                    <a:lnTo>
                      <a:pt x="36" y="35"/>
                    </a:lnTo>
                    <a:lnTo>
                      <a:pt x="36" y="35"/>
                    </a:lnTo>
                    <a:lnTo>
                      <a:pt x="36" y="38"/>
                    </a:lnTo>
                    <a:lnTo>
                      <a:pt x="36" y="38"/>
                    </a:lnTo>
                    <a:lnTo>
                      <a:pt x="36" y="38"/>
                    </a:lnTo>
                    <a:lnTo>
                      <a:pt x="36" y="40"/>
                    </a:lnTo>
                    <a:lnTo>
                      <a:pt x="36" y="40"/>
                    </a:lnTo>
                    <a:lnTo>
                      <a:pt x="36" y="43"/>
                    </a:lnTo>
                    <a:lnTo>
                      <a:pt x="36" y="43"/>
                    </a:lnTo>
                    <a:lnTo>
                      <a:pt x="33" y="43"/>
                    </a:lnTo>
                    <a:lnTo>
                      <a:pt x="33" y="45"/>
                    </a:lnTo>
                    <a:lnTo>
                      <a:pt x="33" y="45"/>
                    </a:lnTo>
                    <a:lnTo>
                      <a:pt x="33" y="45"/>
                    </a:lnTo>
                    <a:lnTo>
                      <a:pt x="33" y="47"/>
                    </a:lnTo>
                    <a:lnTo>
                      <a:pt x="33" y="47"/>
                    </a:lnTo>
                    <a:lnTo>
                      <a:pt x="33" y="47"/>
                    </a:lnTo>
                    <a:lnTo>
                      <a:pt x="33" y="50"/>
                    </a:lnTo>
                    <a:lnTo>
                      <a:pt x="33" y="50"/>
                    </a:lnTo>
                    <a:lnTo>
                      <a:pt x="33" y="52"/>
                    </a:lnTo>
                    <a:lnTo>
                      <a:pt x="33" y="52"/>
                    </a:lnTo>
                    <a:lnTo>
                      <a:pt x="33" y="52"/>
                    </a:lnTo>
                    <a:lnTo>
                      <a:pt x="33" y="54"/>
                    </a:lnTo>
                    <a:lnTo>
                      <a:pt x="31" y="54"/>
                    </a:lnTo>
                    <a:lnTo>
                      <a:pt x="31" y="54"/>
                    </a:lnTo>
                    <a:lnTo>
                      <a:pt x="31" y="54"/>
                    </a:lnTo>
                    <a:lnTo>
                      <a:pt x="31" y="57"/>
                    </a:lnTo>
                    <a:lnTo>
                      <a:pt x="31" y="57"/>
                    </a:lnTo>
                    <a:lnTo>
                      <a:pt x="31" y="57"/>
                    </a:lnTo>
                    <a:lnTo>
                      <a:pt x="31" y="59"/>
                    </a:lnTo>
                    <a:lnTo>
                      <a:pt x="31" y="59"/>
                    </a:lnTo>
                    <a:lnTo>
                      <a:pt x="29" y="59"/>
                    </a:lnTo>
                    <a:lnTo>
                      <a:pt x="29" y="62"/>
                    </a:lnTo>
                    <a:lnTo>
                      <a:pt x="29" y="62"/>
                    </a:lnTo>
                    <a:lnTo>
                      <a:pt x="29" y="62"/>
                    </a:lnTo>
                    <a:lnTo>
                      <a:pt x="29" y="64"/>
                    </a:lnTo>
                    <a:lnTo>
                      <a:pt x="29" y="64"/>
                    </a:lnTo>
                    <a:lnTo>
                      <a:pt x="29" y="64"/>
                    </a:lnTo>
                    <a:lnTo>
                      <a:pt x="26" y="64"/>
                    </a:lnTo>
                    <a:lnTo>
                      <a:pt x="26" y="64"/>
                    </a:lnTo>
                    <a:lnTo>
                      <a:pt x="26" y="66"/>
                    </a:lnTo>
                    <a:lnTo>
                      <a:pt x="26" y="66"/>
                    </a:lnTo>
                    <a:lnTo>
                      <a:pt x="26" y="66"/>
                    </a:lnTo>
                    <a:lnTo>
                      <a:pt x="26" y="66"/>
                    </a:lnTo>
                    <a:lnTo>
                      <a:pt x="26" y="69"/>
                    </a:lnTo>
                    <a:lnTo>
                      <a:pt x="24" y="69"/>
                    </a:lnTo>
                    <a:lnTo>
                      <a:pt x="24" y="69"/>
                    </a:lnTo>
                    <a:lnTo>
                      <a:pt x="24" y="69"/>
                    </a:lnTo>
                    <a:lnTo>
                      <a:pt x="24" y="71"/>
                    </a:lnTo>
                    <a:lnTo>
                      <a:pt x="21" y="71"/>
                    </a:lnTo>
                    <a:lnTo>
                      <a:pt x="21" y="71"/>
                    </a:lnTo>
                    <a:lnTo>
                      <a:pt x="21" y="73"/>
                    </a:lnTo>
                    <a:lnTo>
                      <a:pt x="21" y="73"/>
                    </a:lnTo>
                    <a:lnTo>
                      <a:pt x="21" y="73"/>
                    </a:lnTo>
                    <a:lnTo>
                      <a:pt x="21" y="73"/>
                    </a:lnTo>
                    <a:lnTo>
                      <a:pt x="21" y="76"/>
                    </a:lnTo>
                    <a:lnTo>
                      <a:pt x="21" y="76"/>
                    </a:lnTo>
                    <a:lnTo>
                      <a:pt x="21" y="76"/>
                    </a:lnTo>
                    <a:lnTo>
                      <a:pt x="21" y="78"/>
                    </a:lnTo>
                    <a:lnTo>
                      <a:pt x="21" y="78"/>
                    </a:lnTo>
                    <a:lnTo>
                      <a:pt x="21" y="81"/>
                    </a:lnTo>
                    <a:lnTo>
                      <a:pt x="21" y="81"/>
                    </a:lnTo>
                    <a:lnTo>
                      <a:pt x="21" y="83"/>
                    </a:lnTo>
                    <a:lnTo>
                      <a:pt x="21" y="83"/>
                    </a:lnTo>
                    <a:lnTo>
                      <a:pt x="21" y="83"/>
                    </a:lnTo>
                    <a:lnTo>
                      <a:pt x="21" y="85"/>
                    </a:lnTo>
                    <a:lnTo>
                      <a:pt x="19" y="85"/>
                    </a:lnTo>
                    <a:lnTo>
                      <a:pt x="19" y="85"/>
                    </a:lnTo>
                    <a:lnTo>
                      <a:pt x="19" y="88"/>
                    </a:lnTo>
                    <a:lnTo>
                      <a:pt x="19" y="88"/>
                    </a:lnTo>
                    <a:lnTo>
                      <a:pt x="19" y="88"/>
                    </a:lnTo>
                    <a:lnTo>
                      <a:pt x="19" y="88"/>
                    </a:lnTo>
                    <a:lnTo>
                      <a:pt x="19" y="88"/>
                    </a:lnTo>
                    <a:lnTo>
                      <a:pt x="17" y="88"/>
                    </a:lnTo>
                    <a:lnTo>
                      <a:pt x="17" y="88"/>
                    </a:lnTo>
                    <a:lnTo>
                      <a:pt x="14" y="88"/>
                    </a:lnTo>
                    <a:lnTo>
                      <a:pt x="14" y="85"/>
                    </a:lnTo>
                    <a:lnTo>
                      <a:pt x="14" y="85"/>
                    </a:lnTo>
                    <a:lnTo>
                      <a:pt x="14" y="83"/>
                    </a:lnTo>
                    <a:lnTo>
                      <a:pt x="14" y="83"/>
                    </a:lnTo>
                    <a:lnTo>
                      <a:pt x="14" y="83"/>
                    </a:lnTo>
                    <a:lnTo>
                      <a:pt x="14" y="81"/>
                    </a:lnTo>
                    <a:lnTo>
                      <a:pt x="14" y="81"/>
                    </a:lnTo>
                    <a:lnTo>
                      <a:pt x="14" y="81"/>
                    </a:lnTo>
                    <a:lnTo>
                      <a:pt x="14" y="78"/>
                    </a:lnTo>
                    <a:lnTo>
                      <a:pt x="14" y="78"/>
                    </a:lnTo>
                    <a:lnTo>
                      <a:pt x="14" y="78"/>
                    </a:lnTo>
                    <a:lnTo>
                      <a:pt x="14" y="76"/>
                    </a:lnTo>
                    <a:lnTo>
                      <a:pt x="12" y="76"/>
                    </a:lnTo>
                    <a:lnTo>
                      <a:pt x="12" y="76"/>
                    </a:lnTo>
                    <a:lnTo>
                      <a:pt x="12" y="76"/>
                    </a:lnTo>
                    <a:lnTo>
                      <a:pt x="12" y="73"/>
                    </a:lnTo>
                    <a:lnTo>
                      <a:pt x="12" y="73"/>
                    </a:lnTo>
                    <a:lnTo>
                      <a:pt x="10" y="73"/>
                    </a:lnTo>
                    <a:lnTo>
                      <a:pt x="10" y="73"/>
                    </a:lnTo>
                    <a:lnTo>
                      <a:pt x="10" y="73"/>
                    </a:lnTo>
                    <a:lnTo>
                      <a:pt x="7" y="73"/>
                    </a:lnTo>
                    <a:lnTo>
                      <a:pt x="7" y="73"/>
                    </a:lnTo>
                    <a:lnTo>
                      <a:pt x="7" y="73"/>
                    </a:lnTo>
                    <a:lnTo>
                      <a:pt x="7" y="71"/>
                    </a:lnTo>
                    <a:lnTo>
                      <a:pt x="7" y="71"/>
                    </a:lnTo>
                    <a:lnTo>
                      <a:pt x="7" y="71"/>
                    </a:lnTo>
                    <a:lnTo>
                      <a:pt x="7" y="69"/>
                    </a:lnTo>
                    <a:lnTo>
                      <a:pt x="5" y="69"/>
                    </a:lnTo>
                    <a:lnTo>
                      <a:pt x="5" y="69"/>
                    </a:lnTo>
                    <a:lnTo>
                      <a:pt x="5" y="66"/>
                    </a:lnTo>
                    <a:lnTo>
                      <a:pt x="5" y="66"/>
                    </a:lnTo>
                    <a:lnTo>
                      <a:pt x="5" y="64"/>
                    </a:lnTo>
                    <a:lnTo>
                      <a:pt x="5" y="64"/>
                    </a:lnTo>
                    <a:lnTo>
                      <a:pt x="5" y="64"/>
                    </a:lnTo>
                    <a:lnTo>
                      <a:pt x="5" y="64"/>
                    </a:lnTo>
                    <a:lnTo>
                      <a:pt x="5" y="62"/>
                    </a:lnTo>
                    <a:lnTo>
                      <a:pt x="5" y="62"/>
                    </a:lnTo>
                    <a:lnTo>
                      <a:pt x="5" y="62"/>
                    </a:lnTo>
                    <a:lnTo>
                      <a:pt x="5" y="59"/>
                    </a:lnTo>
                    <a:lnTo>
                      <a:pt x="3" y="59"/>
                    </a:lnTo>
                    <a:lnTo>
                      <a:pt x="3" y="59"/>
                    </a:lnTo>
                    <a:lnTo>
                      <a:pt x="3" y="59"/>
                    </a:lnTo>
                    <a:lnTo>
                      <a:pt x="0" y="59"/>
                    </a:lnTo>
                    <a:lnTo>
                      <a:pt x="0" y="57"/>
                    </a:lnTo>
                    <a:lnTo>
                      <a:pt x="0" y="57"/>
                    </a:lnTo>
                    <a:lnTo>
                      <a:pt x="3" y="57"/>
                    </a:lnTo>
                    <a:lnTo>
                      <a:pt x="3" y="54"/>
                    </a:lnTo>
                    <a:lnTo>
                      <a:pt x="3" y="54"/>
                    </a:lnTo>
                    <a:lnTo>
                      <a:pt x="3" y="54"/>
                    </a:lnTo>
                    <a:lnTo>
                      <a:pt x="3" y="52"/>
                    </a:lnTo>
                    <a:lnTo>
                      <a:pt x="3" y="52"/>
                    </a:lnTo>
                    <a:lnTo>
                      <a:pt x="3" y="52"/>
                    </a:lnTo>
                    <a:lnTo>
                      <a:pt x="3" y="50"/>
                    </a:lnTo>
                    <a:lnTo>
                      <a:pt x="5" y="50"/>
                    </a:lnTo>
                    <a:lnTo>
                      <a:pt x="5" y="50"/>
                    </a:lnTo>
                    <a:lnTo>
                      <a:pt x="5" y="47"/>
                    </a:lnTo>
                    <a:lnTo>
                      <a:pt x="5" y="47"/>
                    </a:lnTo>
                    <a:lnTo>
                      <a:pt x="5" y="45"/>
                    </a:lnTo>
                    <a:lnTo>
                      <a:pt x="5" y="45"/>
                    </a:lnTo>
                    <a:lnTo>
                      <a:pt x="3" y="45"/>
                    </a:lnTo>
                    <a:lnTo>
                      <a:pt x="3" y="45"/>
                    </a:lnTo>
                    <a:lnTo>
                      <a:pt x="5" y="45"/>
                    </a:lnTo>
                    <a:lnTo>
                      <a:pt x="5" y="43"/>
                    </a:lnTo>
                    <a:lnTo>
                      <a:pt x="5" y="43"/>
                    </a:lnTo>
                    <a:lnTo>
                      <a:pt x="5" y="43"/>
                    </a:lnTo>
                    <a:lnTo>
                      <a:pt x="5" y="40"/>
                    </a:lnTo>
                    <a:lnTo>
                      <a:pt x="5" y="40"/>
                    </a:lnTo>
                    <a:lnTo>
                      <a:pt x="5" y="40"/>
                    </a:lnTo>
                    <a:lnTo>
                      <a:pt x="5" y="38"/>
                    </a:lnTo>
                    <a:lnTo>
                      <a:pt x="5" y="38"/>
                    </a:lnTo>
                    <a:lnTo>
                      <a:pt x="7" y="38"/>
                    </a:lnTo>
                    <a:lnTo>
                      <a:pt x="7" y="35"/>
                    </a:lnTo>
                    <a:lnTo>
                      <a:pt x="7" y="35"/>
                    </a:lnTo>
                    <a:lnTo>
                      <a:pt x="7" y="35"/>
                    </a:lnTo>
                    <a:lnTo>
                      <a:pt x="7" y="35"/>
                    </a:lnTo>
                    <a:lnTo>
                      <a:pt x="7" y="35"/>
                    </a:lnTo>
                    <a:lnTo>
                      <a:pt x="7" y="33"/>
                    </a:lnTo>
                    <a:lnTo>
                      <a:pt x="10" y="33"/>
                    </a:lnTo>
                    <a:lnTo>
                      <a:pt x="10" y="33"/>
                    </a:lnTo>
                    <a:lnTo>
                      <a:pt x="10" y="33"/>
                    </a:lnTo>
                    <a:lnTo>
                      <a:pt x="10" y="31"/>
                    </a:lnTo>
                    <a:lnTo>
                      <a:pt x="10" y="31"/>
                    </a:lnTo>
                    <a:lnTo>
                      <a:pt x="12" y="31"/>
                    </a:lnTo>
                    <a:lnTo>
                      <a:pt x="12" y="28"/>
                    </a:lnTo>
                    <a:lnTo>
                      <a:pt x="12" y="28"/>
                    </a:lnTo>
                    <a:lnTo>
                      <a:pt x="12" y="28"/>
                    </a:lnTo>
                    <a:lnTo>
                      <a:pt x="12" y="26"/>
                    </a:lnTo>
                    <a:lnTo>
                      <a:pt x="12" y="26"/>
                    </a:lnTo>
                    <a:lnTo>
                      <a:pt x="12" y="26"/>
                    </a:lnTo>
                    <a:lnTo>
                      <a:pt x="12" y="24"/>
                    </a:lnTo>
                    <a:lnTo>
                      <a:pt x="12" y="24"/>
                    </a:lnTo>
                    <a:lnTo>
                      <a:pt x="14" y="24"/>
                    </a:lnTo>
                    <a:lnTo>
                      <a:pt x="14" y="24"/>
                    </a:lnTo>
                    <a:lnTo>
                      <a:pt x="14" y="24"/>
                    </a:lnTo>
                    <a:lnTo>
                      <a:pt x="14" y="21"/>
                    </a:lnTo>
                    <a:lnTo>
                      <a:pt x="14" y="21"/>
                    </a:lnTo>
                    <a:lnTo>
                      <a:pt x="14" y="21"/>
                    </a:lnTo>
                    <a:lnTo>
                      <a:pt x="14" y="19"/>
                    </a:lnTo>
                    <a:lnTo>
                      <a:pt x="14" y="19"/>
                    </a:lnTo>
                    <a:lnTo>
                      <a:pt x="17" y="19"/>
                    </a:lnTo>
                    <a:lnTo>
                      <a:pt x="17" y="19"/>
                    </a:lnTo>
                    <a:lnTo>
                      <a:pt x="17" y="17"/>
                    </a:lnTo>
                    <a:lnTo>
                      <a:pt x="17" y="17"/>
                    </a:lnTo>
                    <a:lnTo>
                      <a:pt x="19" y="17"/>
                    </a:lnTo>
                    <a:lnTo>
                      <a:pt x="19" y="17"/>
                    </a:lnTo>
                    <a:lnTo>
                      <a:pt x="19" y="14"/>
                    </a:lnTo>
                    <a:lnTo>
                      <a:pt x="19" y="14"/>
                    </a:lnTo>
                    <a:lnTo>
                      <a:pt x="19" y="14"/>
                    </a:lnTo>
                    <a:lnTo>
                      <a:pt x="19" y="14"/>
                    </a:lnTo>
                    <a:lnTo>
                      <a:pt x="19" y="12"/>
                    </a:lnTo>
                    <a:lnTo>
                      <a:pt x="21" y="12"/>
                    </a:lnTo>
                    <a:lnTo>
                      <a:pt x="21" y="12"/>
                    </a:lnTo>
                    <a:lnTo>
                      <a:pt x="21" y="12"/>
                    </a:lnTo>
                    <a:lnTo>
                      <a:pt x="21" y="9"/>
                    </a:lnTo>
                    <a:lnTo>
                      <a:pt x="21" y="9"/>
                    </a:lnTo>
                    <a:lnTo>
                      <a:pt x="21" y="9"/>
                    </a:lnTo>
                    <a:lnTo>
                      <a:pt x="21" y="7"/>
                    </a:lnTo>
                    <a:lnTo>
                      <a:pt x="24" y="7"/>
                    </a:lnTo>
                    <a:lnTo>
                      <a:pt x="24" y="7"/>
                    </a:lnTo>
                    <a:lnTo>
                      <a:pt x="24" y="7"/>
                    </a:lnTo>
                    <a:lnTo>
                      <a:pt x="26" y="7"/>
                    </a:lnTo>
                    <a:lnTo>
                      <a:pt x="26" y="5"/>
                    </a:lnTo>
                    <a:lnTo>
                      <a:pt x="26" y="5"/>
                    </a:lnTo>
                    <a:lnTo>
                      <a:pt x="26" y="5"/>
                    </a:lnTo>
                    <a:lnTo>
                      <a:pt x="29" y="5"/>
                    </a:lnTo>
                    <a:lnTo>
                      <a:pt x="29" y="5"/>
                    </a:lnTo>
                    <a:lnTo>
                      <a:pt x="29" y="5"/>
                    </a:lnTo>
                    <a:lnTo>
                      <a:pt x="29" y="5"/>
                    </a:lnTo>
                    <a:lnTo>
                      <a:pt x="31" y="5"/>
                    </a:lnTo>
                    <a:lnTo>
                      <a:pt x="31" y="5"/>
                    </a:lnTo>
                    <a:lnTo>
                      <a:pt x="31" y="5"/>
                    </a:lnTo>
                    <a:lnTo>
                      <a:pt x="31" y="2"/>
                    </a:lnTo>
                    <a:lnTo>
                      <a:pt x="31" y="2"/>
                    </a:lnTo>
                    <a:lnTo>
                      <a:pt x="33" y="2"/>
                    </a:lnTo>
                    <a:lnTo>
                      <a:pt x="33" y="2"/>
                    </a:lnTo>
                    <a:lnTo>
                      <a:pt x="33" y="0"/>
                    </a:lnTo>
                    <a:lnTo>
                      <a:pt x="33" y="0"/>
                    </a:lnTo>
                    <a:lnTo>
                      <a:pt x="36" y="0"/>
                    </a:lnTo>
                    <a:lnTo>
                      <a:pt x="36" y="0"/>
                    </a:lnTo>
                    <a:lnTo>
                      <a:pt x="36" y="2"/>
                    </a:lnTo>
                    <a:lnTo>
                      <a:pt x="38" y="2"/>
                    </a:lnTo>
                    <a:lnTo>
                      <a:pt x="38" y="2"/>
                    </a:lnTo>
                    <a:lnTo>
                      <a:pt x="38" y="2"/>
                    </a:lnTo>
                    <a:lnTo>
                      <a:pt x="38" y="5"/>
                    </a:lnTo>
                    <a:lnTo>
                      <a:pt x="38" y="5"/>
                    </a:lnTo>
                    <a:lnTo>
                      <a:pt x="38" y="5"/>
                    </a:lnTo>
                    <a:lnTo>
                      <a:pt x="40" y="5"/>
                    </a:lnTo>
                    <a:lnTo>
                      <a:pt x="40" y="5"/>
                    </a:lnTo>
                    <a:lnTo>
                      <a:pt x="40" y="5"/>
                    </a:lnTo>
                    <a:lnTo>
                      <a:pt x="43" y="5"/>
                    </a:lnTo>
                    <a:lnTo>
                      <a:pt x="43" y="5"/>
                    </a:lnTo>
                    <a:lnTo>
                      <a:pt x="43" y="5"/>
                    </a:lnTo>
                    <a:lnTo>
                      <a:pt x="43" y="7"/>
                    </a:lnTo>
                    <a:lnTo>
                      <a:pt x="43" y="7"/>
                    </a:lnTo>
                    <a:lnTo>
                      <a:pt x="45" y="7"/>
                    </a:lnTo>
                    <a:lnTo>
                      <a:pt x="45" y="7"/>
                    </a:lnTo>
                    <a:lnTo>
                      <a:pt x="45" y="9"/>
                    </a:lnTo>
                    <a:lnTo>
                      <a:pt x="45" y="9"/>
                    </a:lnTo>
                    <a:lnTo>
                      <a:pt x="45" y="9"/>
                    </a:lnTo>
                    <a:lnTo>
                      <a:pt x="43" y="9"/>
                    </a:lnTo>
                    <a:lnTo>
                      <a:pt x="43" y="9"/>
                    </a:lnTo>
                    <a:lnTo>
                      <a:pt x="43" y="12"/>
                    </a:lnTo>
                    <a:lnTo>
                      <a:pt x="43" y="1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18"/>
              <p:cNvSpPr>
                <a:spLocks/>
              </p:cNvSpPr>
              <p:nvPr/>
            </p:nvSpPr>
            <p:spPr bwMode="auto">
              <a:xfrm>
                <a:off x="3406" y="2111"/>
                <a:ext cx="45" cy="88"/>
              </a:xfrm>
              <a:custGeom>
                <a:avLst/>
                <a:gdLst/>
                <a:ahLst/>
                <a:cxnLst>
                  <a:cxn ang="0">
                    <a:pos x="40" y="14"/>
                  </a:cxn>
                  <a:cxn ang="0">
                    <a:pos x="40" y="19"/>
                  </a:cxn>
                  <a:cxn ang="0">
                    <a:pos x="40" y="21"/>
                  </a:cxn>
                  <a:cxn ang="0">
                    <a:pos x="40" y="24"/>
                  </a:cxn>
                  <a:cxn ang="0">
                    <a:pos x="38" y="28"/>
                  </a:cxn>
                  <a:cxn ang="0">
                    <a:pos x="38" y="33"/>
                  </a:cxn>
                  <a:cxn ang="0">
                    <a:pos x="38" y="35"/>
                  </a:cxn>
                  <a:cxn ang="0">
                    <a:pos x="36" y="38"/>
                  </a:cxn>
                  <a:cxn ang="0">
                    <a:pos x="33" y="43"/>
                  </a:cxn>
                  <a:cxn ang="0">
                    <a:pos x="33" y="47"/>
                  </a:cxn>
                  <a:cxn ang="0">
                    <a:pos x="33" y="52"/>
                  </a:cxn>
                  <a:cxn ang="0">
                    <a:pos x="31" y="54"/>
                  </a:cxn>
                  <a:cxn ang="0">
                    <a:pos x="31" y="59"/>
                  </a:cxn>
                  <a:cxn ang="0">
                    <a:pos x="29" y="64"/>
                  </a:cxn>
                  <a:cxn ang="0">
                    <a:pos x="26" y="66"/>
                  </a:cxn>
                  <a:cxn ang="0">
                    <a:pos x="24" y="69"/>
                  </a:cxn>
                  <a:cxn ang="0">
                    <a:pos x="21" y="71"/>
                  </a:cxn>
                  <a:cxn ang="0">
                    <a:pos x="21" y="76"/>
                  </a:cxn>
                  <a:cxn ang="0">
                    <a:pos x="21" y="81"/>
                  </a:cxn>
                  <a:cxn ang="0">
                    <a:pos x="21" y="85"/>
                  </a:cxn>
                  <a:cxn ang="0">
                    <a:pos x="19" y="88"/>
                  </a:cxn>
                  <a:cxn ang="0">
                    <a:pos x="14" y="88"/>
                  </a:cxn>
                  <a:cxn ang="0">
                    <a:pos x="14" y="83"/>
                  </a:cxn>
                  <a:cxn ang="0">
                    <a:pos x="14" y="78"/>
                  </a:cxn>
                  <a:cxn ang="0">
                    <a:pos x="12" y="76"/>
                  </a:cxn>
                  <a:cxn ang="0">
                    <a:pos x="10" y="73"/>
                  </a:cxn>
                  <a:cxn ang="0">
                    <a:pos x="7" y="71"/>
                  </a:cxn>
                  <a:cxn ang="0">
                    <a:pos x="5" y="66"/>
                  </a:cxn>
                  <a:cxn ang="0">
                    <a:pos x="5" y="64"/>
                  </a:cxn>
                  <a:cxn ang="0">
                    <a:pos x="3" y="59"/>
                  </a:cxn>
                  <a:cxn ang="0">
                    <a:pos x="0" y="57"/>
                  </a:cxn>
                  <a:cxn ang="0">
                    <a:pos x="3" y="52"/>
                  </a:cxn>
                  <a:cxn ang="0">
                    <a:pos x="5" y="50"/>
                  </a:cxn>
                  <a:cxn ang="0">
                    <a:pos x="3" y="45"/>
                  </a:cxn>
                  <a:cxn ang="0">
                    <a:pos x="5" y="43"/>
                  </a:cxn>
                  <a:cxn ang="0">
                    <a:pos x="5" y="38"/>
                  </a:cxn>
                  <a:cxn ang="0">
                    <a:pos x="7" y="35"/>
                  </a:cxn>
                  <a:cxn ang="0">
                    <a:pos x="10" y="33"/>
                  </a:cxn>
                  <a:cxn ang="0">
                    <a:pos x="12" y="28"/>
                  </a:cxn>
                  <a:cxn ang="0">
                    <a:pos x="12" y="24"/>
                  </a:cxn>
                  <a:cxn ang="0">
                    <a:pos x="14" y="21"/>
                  </a:cxn>
                  <a:cxn ang="0">
                    <a:pos x="17" y="19"/>
                  </a:cxn>
                  <a:cxn ang="0">
                    <a:pos x="19" y="17"/>
                  </a:cxn>
                  <a:cxn ang="0">
                    <a:pos x="19" y="12"/>
                  </a:cxn>
                  <a:cxn ang="0">
                    <a:pos x="21" y="9"/>
                  </a:cxn>
                  <a:cxn ang="0">
                    <a:pos x="24" y="7"/>
                  </a:cxn>
                  <a:cxn ang="0">
                    <a:pos x="29" y="5"/>
                  </a:cxn>
                  <a:cxn ang="0">
                    <a:pos x="31" y="5"/>
                  </a:cxn>
                  <a:cxn ang="0">
                    <a:pos x="33" y="2"/>
                  </a:cxn>
                  <a:cxn ang="0">
                    <a:pos x="36" y="2"/>
                  </a:cxn>
                  <a:cxn ang="0">
                    <a:pos x="38" y="5"/>
                  </a:cxn>
                  <a:cxn ang="0">
                    <a:pos x="43" y="5"/>
                  </a:cxn>
                  <a:cxn ang="0">
                    <a:pos x="45" y="7"/>
                  </a:cxn>
                  <a:cxn ang="0">
                    <a:pos x="43" y="9"/>
                  </a:cxn>
                </a:cxnLst>
                <a:rect l="0" t="0" r="r" b="b"/>
                <a:pathLst>
                  <a:path w="45" h="88">
                    <a:moveTo>
                      <a:pt x="43" y="12"/>
                    </a:moveTo>
                    <a:lnTo>
                      <a:pt x="40" y="12"/>
                    </a:lnTo>
                    <a:lnTo>
                      <a:pt x="40" y="14"/>
                    </a:lnTo>
                    <a:lnTo>
                      <a:pt x="40" y="14"/>
                    </a:lnTo>
                    <a:lnTo>
                      <a:pt x="40" y="14"/>
                    </a:lnTo>
                    <a:lnTo>
                      <a:pt x="40" y="14"/>
                    </a:lnTo>
                    <a:lnTo>
                      <a:pt x="40" y="17"/>
                    </a:lnTo>
                    <a:lnTo>
                      <a:pt x="40" y="17"/>
                    </a:lnTo>
                    <a:lnTo>
                      <a:pt x="40" y="17"/>
                    </a:lnTo>
                    <a:lnTo>
                      <a:pt x="40" y="19"/>
                    </a:lnTo>
                    <a:lnTo>
                      <a:pt x="43" y="19"/>
                    </a:lnTo>
                    <a:lnTo>
                      <a:pt x="43" y="19"/>
                    </a:lnTo>
                    <a:lnTo>
                      <a:pt x="40" y="19"/>
                    </a:lnTo>
                    <a:lnTo>
                      <a:pt x="40" y="21"/>
                    </a:lnTo>
                    <a:lnTo>
                      <a:pt x="40" y="21"/>
                    </a:lnTo>
                    <a:lnTo>
                      <a:pt x="40" y="24"/>
                    </a:lnTo>
                    <a:lnTo>
                      <a:pt x="40" y="24"/>
                    </a:lnTo>
                    <a:lnTo>
                      <a:pt x="40" y="24"/>
                    </a:lnTo>
                    <a:lnTo>
                      <a:pt x="40" y="24"/>
                    </a:lnTo>
                    <a:lnTo>
                      <a:pt x="40" y="24"/>
                    </a:lnTo>
                    <a:lnTo>
                      <a:pt x="40" y="26"/>
                    </a:lnTo>
                    <a:lnTo>
                      <a:pt x="40" y="26"/>
                    </a:lnTo>
                    <a:lnTo>
                      <a:pt x="38" y="26"/>
                    </a:lnTo>
                    <a:lnTo>
                      <a:pt x="38" y="28"/>
                    </a:lnTo>
                    <a:lnTo>
                      <a:pt x="38" y="28"/>
                    </a:lnTo>
                    <a:lnTo>
                      <a:pt x="38" y="28"/>
                    </a:lnTo>
                    <a:lnTo>
                      <a:pt x="38" y="31"/>
                    </a:lnTo>
                    <a:lnTo>
                      <a:pt x="38" y="31"/>
                    </a:lnTo>
                    <a:lnTo>
                      <a:pt x="38" y="31"/>
                    </a:lnTo>
                    <a:lnTo>
                      <a:pt x="38" y="33"/>
                    </a:lnTo>
                    <a:lnTo>
                      <a:pt x="36" y="33"/>
                    </a:lnTo>
                    <a:lnTo>
                      <a:pt x="36" y="33"/>
                    </a:lnTo>
                    <a:lnTo>
                      <a:pt x="38" y="33"/>
                    </a:lnTo>
                    <a:lnTo>
                      <a:pt x="38" y="35"/>
                    </a:lnTo>
                    <a:lnTo>
                      <a:pt x="38" y="35"/>
                    </a:lnTo>
                    <a:lnTo>
                      <a:pt x="36" y="35"/>
                    </a:lnTo>
                    <a:lnTo>
                      <a:pt x="36" y="35"/>
                    </a:lnTo>
                    <a:lnTo>
                      <a:pt x="36" y="38"/>
                    </a:lnTo>
                    <a:lnTo>
                      <a:pt x="36" y="38"/>
                    </a:lnTo>
                    <a:lnTo>
                      <a:pt x="36" y="38"/>
                    </a:lnTo>
                    <a:lnTo>
                      <a:pt x="36" y="40"/>
                    </a:lnTo>
                    <a:lnTo>
                      <a:pt x="36" y="40"/>
                    </a:lnTo>
                    <a:lnTo>
                      <a:pt x="36" y="43"/>
                    </a:lnTo>
                    <a:lnTo>
                      <a:pt x="36" y="43"/>
                    </a:lnTo>
                    <a:lnTo>
                      <a:pt x="33" y="43"/>
                    </a:lnTo>
                    <a:lnTo>
                      <a:pt x="33" y="45"/>
                    </a:lnTo>
                    <a:lnTo>
                      <a:pt x="33" y="45"/>
                    </a:lnTo>
                    <a:lnTo>
                      <a:pt x="33" y="45"/>
                    </a:lnTo>
                    <a:lnTo>
                      <a:pt x="33" y="47"/>
                    </a:lnTo>
                    <a:lnTo>
                      <a:pt x="33" y="47"/>
                    </a:lnTo>
                    <a:lnTo>
                      <a:pt x="33" y="47"/>
                    </a:lnTo>
                    <a:lnTo>
                      <a:pt x="33" y="50"/>
                    </a:lnTo>
                    <a:lnTo>
                      <a:pt x="33" y="50"/>
                    </a:lnTo>
                    <a:lnTo>
                      <a:pt x="33" y="52"/>
                    </a:lnTo>
                    <a:lnTo>
                      <a:pt x="33" y="52"/>
                    </a:lnTo>
                    <a:lnTo>
                      <a:pt x="33" y="52"/>
                    </a:lnTo>
                    <a:lnTo>
                      <a:pt x="33" y="54"/>
                    </a:lnTo>
                    <a:lnTo>
                      <a:pt x="31" y="54"/>
                    </a:lnTo>
                    <a:lnTo>
                      <a:pt x="31" y="54"/>
                    </a:lnTo>
                    <a:lnTo>
                      <a:pt x="31" y="54"/>
                    </a:lnTo>
                    <a:lnTo>
                      <a:pt x="31" y="57"/>
                    </a:lnTo>
                    <a:lnTo>
                      <a:pt x="31" y="57"/>
                    </a:lnTo>
                    <a:lnTo>
                      <a:pt x="31" y="57"/>
                    </a:lnTo>
                    <a:lnTo>
                      <a:pt x="31" y="59"/>
                    </a:lnTo>
                    <a:lnTo>
                      <a:pt x="31" y="59"/>
                    </a:lnTo>
                    <a:lnTo>
                      <a:pt x="29" y="59"/>
                    </a:lnTo>
                    <a:lnTo>
                      <a:pt x="29" y="62"/>
                    </a:lnTo>
                    <a:lnTo>
                      <a:pt x="29" y="62"/>
                    </a:lnTo>
                    <a:lnTo>
                      <a:pt x="29" y="62"/>
                    </a:lnTo>
                    <a:lnTo>
                      <a:pt x="29" y="64"/>
                    </a:lnTo>
                    <a:lnTo>
                      <a:pt x="29" y="64"/>
                    </a:lnTo>
                    <a:lnTo>
                      <a:pt x="29" y="64"/>
                    </a:lnTo>
                    <a:lnTo>
                      <a:pt x="26" y="64"/>
                    </a:lnTo>
                    <a:lnTo>
                      <a:pt x="26" y="64"/>
                    </a:lnTo>
                    <a:lnTo>
                      <a:pt x="26" y="66"/>
                    </a:lnTo>
                    <a:lnTo>
                      <a:pt x="26" y="66"/>
                    </a:lnTo>
                    <a:lnTo>
                      <a:pt x="26" y="66"/>
                    </a:lnTo>
                    <a:lnTo>
                      <a:pt x="26" y="66"/>
                    </a:lnTo>
                    <a:lnTo>
                      <a:pt x="26" y="69"/>
                    </a:lnTo>
                    <a:lnTo>
                      <a:pt x="24" y="69"/>
                    </a:lnTo>
                    <a:lnTo>
                      <a:pt x="24" y="69"/>
                    </a:lnTo>
                    <a:lnTo>
                      <a:pt x="24" y="69"/>
                    </a:lnTo>
                    <a:lnTo>
                      <a:pt x="24" y="71"/>
                    </a:lnTo>
                    <a:lnTo>
                      <a:pt x="21" y="71"/>
                    </a:lnTo>
                    <a:lnTo>
                      <a:pt x="21" y="71"/>
                    </a:lnTo>
                    <a:lnTo>
                      <a:pt x="21" y="73"/>
                    </a:lnTo>
                    <a:lnTo>
                      <a:pt x="21" y="73"/>
                    </a:lnTo>
                    <a:lnTo>
                      <a:pt x="21" y="73"/>
                    </a:lnTo>
                    <a:lnTo>
                      <a:pt x="21" y="73"/>
                    </a:lnTo>
                    <a:lnTo>
                      <a:pt x="21" y="76"/>
                    </a:lnTo>
                    <a:lnTo>
                      <a:pt x="21" y="76"/>
                    </a:lnTo>
                    <a:lnTo>
                      <a:pt x="21" y="76"/>
                    </a:lnTo>
                    <a:lnTo>
                      <a:pt x="21" y="78"/>
                    </a:lnTo>
                    <a:lnTo>
                      <a:pt x="21" y="78"/>
                    </a:lnTo>
                    <a:lnTo>
                      <a:pt x="21" y="81"/>
                    </a:lnTo>
                    <a:lnTo>
                      <a:pt x="21" y="81"/>
                    </a:lnTo>
                    <a:lnTo>
                      <a:pt x="21" y="83"/>
                    </a:lnTo>
                    <a:lnTo>
                      <a:pt x="21" y="83"/>
                    </a:lnTo>
                    <a:lnTo>
                      <a:pt x="21" y="83"/>
                    </a:lnTo>
                    <a:lnTo>
                      <a:pt x="21" y="85"/>
                    </a:lnTo>
                    <a:lnTo>
                      <a:pt x="19" y="85"/>
                    </a:lnTo>
                    <a:lnTo>
                      <a:pt x="19" y="85"/>
                    </a:lnTo>
                    <a:lnTo>
                      <a:pt x="19" y="88"/>
                    </a:lnTo>
                    <a:lnTo>
                      <a:pt x="19" y="88"/>
                    </a:lnTo>
                    <a:lnTo>
                      <a:pt x="19" y="88"/>
                    </a:lnTo>
                    <a:lnTo>
                      <a:pt x="19" y="88"/>
                    </a:lnTo>
                    <a:lnTo>
                      <a:pt x="19" y="88"/>
                    </a:lnTo>
                    <a:lnTo>
                      <a:pt x="17" y="88"/>
                    </a:lnTo>
                    <a:lnTo>
                      <a:pt x="17" y="88"/>
                    </a:lnTo>
                    <a:lnTo>
                      <a:pt x="14" y="88"/>
                    </a:lnTo>
                    <a:lnTo>
                      <a:pt x="14" y="85"/>
                    </a:lnTo>
                    <a:lnTo>
                      <a:pt x="14" y="85"/>
                    </a:lnTo>
                    <a:lnTo>
                      <a:pt x="14" y="83"/>
                    </a:lnTo>
                    <a:lnTo>
                      <a:pt x="14" y="83"/>
                    </a:lnTo>
                    <a:lnTo>
                      <a:pt x="14" y="83"/>
                    </a:lnTo>
                    <a:lnTo>
                      <a:pt x="14" y="81"/>
                    </a:lnTo>
                    <a:lnTo>
                      <a:pt x="14" y="81"/>
                    </a:lnTo>
                    <a:lnTo>
                      <a:pt x="14" y="81"/>
                    </a:lnTo>
                    <a:lnTo>
                      <a:pt x="14" y="78"/>
                    </a:lnTo>
                    <a:lnTo>
                      <a:pt x="14" y="78"/>
                    </a:lnTo>
                    <a:lnTo>
                      <a:pt x="14" y="78"/>
                    </a:lnTo>
                    <a:lnTo>
                      <a:pt x="14" y="76"/>
                    </a:lnTo>
                    <a:lnTo>
                      <a:pt x="12" y="76"/>
                    </a:lnTo>
                    <a:lnTo>
                      <a:pt x="12" y="76"/>
                    </a:lnTo>
                    <a:lnTo>
                      <a:pt x="12" y="76"/>
                    </a:lnTo>
                    <a:lnTo>
                      <a:pt x="12" y="73"/>
                    </a:lnTo>
                    <a:lnTo>
                      <a:pt x="12" y="73"/>
                    </a:lnTo>
                    <a:lnTo>
                      <a:pt x="10" y="73"/>
                    </a:lnTo>
                    <a:lnTo>
                      <a:pt x="10" y="73"/>
                    </a:lnTo>
                    <a:lnTo>
                      <a:pt x="10" y="73"/>
                    </a:lnTo>
                    <a:lnTo>
                      <a:pt x="7" y="73"/>
                    </a:lnTo>
                    <a:lnTo>
                      <a:pt x="7" y="73"/>
                    </a:lnTo>
                    <a:lnTo>
                      <a:pt x="7" y="73"/>
                    </a:lnTo>
                    <a:lnTo>
                      <a:pt x="7" y="71"/>
                    </a:lnTo>
                    <a:lnTo>
                      <a:pt x="7" y="71"/>
                    </a:lnTo>
                    <a:lnTo>
                      <a:pt x="7" y="71"/>
                    </a:lnTo>
                    <a:lnTo>
                      <a:pt x="7" y="69"/>
                    </a:lnTo>
                    <a:lnTo>
                      <a:pt x="5" y="69"/>
                    </a:lnTo>
                    <a:lnTo>
                      <a:pt x="5" y="69"/>
                    </a:lnTo>
                    <a:lnTo>
                      <a:pt x="5" y="66"/>
                    </a:lnTo>
                    <a:lnTo>
                      <a:pt x="5" y="66"/>
                    </a:lnTo>
                    <a:lnTo>
                      <a:pt x="5" y="64"/>
                    </a:lnTo>
                    <a:lnTo>
                      <a:pt x="5" y="64"/>
                    </a:lnTo>
                    <a:lnTo>
                      <a:pt x="5" y="64"/>
                    </a:lnTo>
                    <a:lnTo>
                      <a:pt x="5" y="64"/>
                    </a:lnTo>
                    <a:lnTo>
                      <a:pt x="5" y="62"/>
                    </a:lnTo>
                    <a:lnTo>
                      <a:pt x="5" y="62"/>
                    </a:lnTo>
                    <a:lnTo>
                      <a:pt x="5" y="62"/>
                    </a:lnTo>
                    <a:lnTo>
                      <a:pt x="5" y="59"/>
                    </a:lnTo>
                    <a:lnTo>
                      <a:pt x="3" y="59"/>
                    </a:lnTo>
                    <a:lnTo>
                      <a:pt x="3" y="59"/>
                    </a:lnTo>
                    <a:lnTo>
                      <a:pt x="3" y="59"/>
                    </a:lnTo>
                    <a:lnTo>
                      <a:pt x="0" y="59"/>
                    </a:lnTo>
                    <a:lnTo>
                      <a:pt x="0" y="57"/>
                    </a:lnTo>
                    <a:lnTo>
                      <a:pt x="0" y="57"/>
                    </a:lnTo>
                    <a:lnTo>
                      <a:pt x="3" y="57"/>
                    </a:lnTo>
                    <a:lnTo>
                      <a:pt x="3" y="54"/>
                    </a:lnTo>
                    <a:lnTo>
                      <a:pt x="3" y="54"/>
                    </a:lnTo>
                    <a:lnTo>
                      <a:pt x="3" y="54"/>
                    </a:lnTo>
                    <a:lnTo>
                      <a:pt x="3" y="52"/>
                    </a:lnTo>
                    <a:lnTo>
                      <a:pt x="3" y="52"/>
                    </a:lnTo>
                    <a:lnTo>
                      <a:pt x="3" y="52"/>
                    </a:lnTo>
                    <a:lnTo>
                      <a:pt x="3" y="50"/>
                    </a:lnTo>
                    <a:lnTo>
                      <a:pt x="5" y="50"/>
                    </a:lnTo>
                    <a:lnTo>
                      <a:pt x="5" y="50"/>
                    </a:lnTo>
                    <a:lnTo>
                      <a:pt x="5" y="47"/>
                    </a:lnTo>
                    <a:lnTo>
                      <a:pt x="5" y="47"/>
                    </a:lnTo>
                    <a:lnTo>
                      <a:pt x="5" y="45"/>
                    </a:lnTo>
                    <a:lnTo>
                      <a:pt x="5" y="45"/>
                    </a:lnTo>
                    <a:lnTo>
                      <a:pt x="3" y="45"/>
                    </a:lnTo>
                    <a:lnTo>
                      <a:pt x="3" y="45"/>
                    </a:lnTo>
                    <a:lnTo>
                      <a:pt x="5" y="45"/>
                    </a:lnTo>
                    <a:lnTo>
                      <a:pt x="5" y="43"/>
                    </a:lnTo>
                    <a:lnTo>
                      <a:pt x="5" y="43"/>
                    </a:lnTo>
                    <a:lnTo>
                      <a:pt x="5" y="43"/>
                    </a:lnTo>
                    <a:lnTo>
                      <a:pt x="5" y="40"/>
                    </a:lnTo>
                    <a:lnTo>
                      <a:pt x="5" y="40"/>
                    </a:lnTo>
                    <a:lnTo>
                      <a:pt x="5" y="40"/>
                    </a:lnTo>
                    <a:lnTo>
                      <a:pt x="5" y="38"/>
                    </a:lnTo>
                    <a:lnTo>
                      <a:pt x="5" y="38"/>
                    </a:lnTo>
                    <a:lnTo>
                      <a:pt x="7" y="38"/>
                    </a:lnTo>
                    <a:lnTo>
                      <a:pt x="7" y="35"/>
                    </a:lnTo>
                    <a:lnTo>
                      <a:pt x="7" y="35"/>
                    </a:lnTo>
                    <a:lnTo>
                      <a:pt x="7" y="35"/>
                    </a:lnTo>
                    <a:lnTo>
                      <a:pt x="7" y="35"/>
                    </a:lnTo>
                    <a:lnTo>
                      <a:pt x="7" y="35"/>
                    </a:lnTo>
                    <a:lnTo>
                      <a:pt x="7" y="33"/>
                    </a:lnTo>
                    <a:lnTo>
                      <a:pt x="10" y="33"/>
                    </a:lnTo>
                    <a:lnTo>
                      <a:pt x="10" y="33"/>
                    </a:lnTo>
                    <a:lnTo>
                      <a:pt x="10" y="33"/>
                    </a:lnTo>
                    <a:lnTo>
                      <a:pt x="10" y="31"/>
                    </a:lnTo>
                    <a:lnTo>
                      <a:pt x="10" y="31"/>
                    </a:lnTo>
                    <a:lnTo>
                      <a:pt x="12" y="31"/>
                    </a:lnTo>
                    <a:lnTo>
                      <a:pt x="12" y="28"/>
                    </a:lnTo>
                    <a:lnTo>
                      <a:pt x="12" y="28"/>
                    </a:lnTo>
                    <a:lnTo>
                      <a:pt x="12" y="28"/>
                    </a:lnTo>
                    <a:lnTo>
                      <a:pt x="12" y="26"/>
                    </a:lnTo>
                    <a:lnTo>
                      <a:pt x="12" y="26"/>
                    </a:lnTo>
                    <a:lnTo>
                      <a:pt x="12" y="26"/>
                    </a:lnTo>
                    <a:lnTo>
                      <a:pt x="12" y="24"/>
                    </a:lnTo>
                    <a:lnTo>
                      <a:pt x="12" y="24"/>
                    </a:lnTo>
                    <a:lnTo>
                      <a:pt x="14" y="24"/>
                    </a:lnTo>
                    <a:lnTo>
                      <a:pt x="14" y="24"/>
                    </a:lnTo>
                    <a:lnTo>
                      <a:pt x="14" y="24"/>
                    </a:lnTo>
                    <a:lnTo>
                      <a:pt x="14" y="21"/>
                    </a:lnTo>
                    <a:lnTo>
                      <a:pt x="14" y="21"/>
                    </a:lnTo>
                    <a:lnTo>
                      <a:pt x="14" y="21"/>
                    </a:lnTo>
                    <a:lnTo>
                      <a:pt x="14" y="19"/>
                    </a:lnTo>
                    <a:lnTo>
                      <a:pt x="14" y="19"/>
                    </a:lnTo>
                    <a:lnTo>
                      <a:pt x="17" y="19"/>
                    </a:lnTo>
                    <a:lnTo>
                      <a:pt x="17" y="19"/>
                    </a:lnTo>
                    <a:lnTo>
                      <a:pt x="17" y="17"/>
                    </a:lnTo>
                    <a:lnTo>
                      <a:pt x="17" y="17"/>
                    </a:lnTo>
                    <a:lnTo>
                      <a:pt x="19" y="17"/>
                    </a:lnTo>
                    <a:lnTo>
                      <a:pt x="19" y="17"/>
                    </a:lnTo>
                    <a:lnTo>
                      <a:pt x="19" y="14"/>
                    </a:lnTo>
                    <a:lnTo>
                      <a:pt x="19" y="14"/>
                    </a:lnTo>
                    <a:lnTo>
                      <a:pt x="19" y="14"/>
                    </a:lnTo>
                    <a:lnTo>
                      <a:pt x="19" y="14"/>
                    </a:lnTo>
                    <a:lnTo>
                      <a:pt x="19" y="12"/>
                    </a:lnTo>
                    <a:lnTo>
                      <a:pt x="21" y="12"/>
                    </a:lnTo>
                    <a:lnTo>
                      <a:pt x="21" y="12"/>
                    </a:lnTo>
                    <a:lnTo>
                      <a:pt x="21" y="12"/>
                    </a:lnTo>
                    <a:lnTo>
                      <a:pt x="21" y="9"/>
                    </a:lnTo>
                    <a:lnTo>
                      <a:pt x="21" y="9"/>
                    </a:lnTo>
                    <a:lnTo>
                      <a:pt x="21" y="9"/>
                    </a:lnTo>
                    <a:lnTo>
                      <a:pt x="21" y="7"/>
                    </a:lnTo>
                    <a:lnTo>
                      <a:pt x="24" y="7"/>
                    </a:lnTo>
                    <a:lnTo>
                      <a:pt x="24" y="7"/>
                    </a:lnTo>
                    <a:lnTo>
                      <a:pt x="24" y="7"/>
                    </a:lnTo>
                    <a:lnTo>
                      <a:pt x="26" y="7"/>
                    </a:lnTo>
                    <a:lnTo>
                      <a:pt x="26" y="5"/>
                    </a:lnTo>
                    <a:lnTo>
                      <a:pt x="26" y="5"/>
                    </a:lnTo>
                    <a:lnTo>
                      <a:pt x="26" y="5"/>
                    </a:lnTo>
                    <a:lnTo>
                      <a:pt x="29" y="5"/>
                    </a:lnTo>
                    <a:lnTo>
                      <a:pt x="29" y="5"/>
                    </a:lnTo>
                    <a:lnTo>
                      <a:pt x="29" y="5"/>
                    </a:lnTo>
                    <a:lnTo>
                      <a:pt x="29" y="5"/>
                    </a:lnTo>
                    <a:lnTo>
                      <a:pt x="31" y="5"/>
                    </a:lnTo>
                    <a:lnTo>
                      <a:pt x="31" y="5"/>
                    </a:lnTo>
                    <a:lnTo>
                      <a:pt x="31" y="5"/>
                    </a:lnTo>
                    <a:lnTo>
                      <a:pt x="31" y="2"/>
                    </a:lnTo>
                    <a:lnTo>
                      <a:pt x="31" y="2"/>
                    </a:lnTo>
                    <a:lnTo>
                      <a:pt x="33" y="2"/>
                    </a:lnTo>
                    <a:lnTo>
                      <a:pt x="33" y="2"/>
                    </a:lnTo>
                    <a:lnTo>
                      <a:pt x="33" y="0"/>
                    </a:lnTo>
                    <a:lnTo>
                      <a:pt x="33" y="0"/>
                    </a:lnTo>
                    <a:lnTo>
                      <a:pt x="36" y="0"/>
                    </a:lnTo>
                    <a:lnTo>
                      <a:pt x="36" y="0"/>
                    </a:lnTo>
                    <a:lnTo>
                      <a:pt x="36" y="2"/>
                    </a:lnTo>
                    <a:lnTo>
                      <a:pt x="38" y="2"/>
                    </a:lnTo>
                    <a:lnTo>
                      <a:pt x="38" y="2"/>
                    </a:lnTo>
                    <a:lnTo>
                      <a:pt x="38" y="2"/>
                    </a:lnTo>
                    <a:lnTo>
                      <a:pt x="38" y="5"/>
                    </a:lnTo>
                    <a:lnTo>
                      <a:pt x="38" y="5"/>
                    </a:lnTo>
                    <a:lnTo>
                      <a:pt x="38" y="5"/>
                    </a:lnTo>
                    <a:lnTo>
                      <a:pt x="40" y="5"/>
                    </a:lnTo>
                    <a:lnTo>
                      <a:pt x="40" y="5"/>
                    </a:lnTo>
                    <a:lnTo>
                      <a:pt x="40" y="5"/>
                    </a:lnTo>
                    <a:lnTo>
                      <a:pt x="43" y="5"/>
                    </a:lnTo>
                    <a:lnTo>
                      <a:pt x="43" y="5"/>
                    </a:lnTo>
                    <a:lnTo>
                      <a:pt x="43" y="5"/>
                    </a:lnTo>
                    <a:lnTo>
                      <a:pt x="43" y="7"/>
                    </a:lnTo>
                    <a:lnTo>
                      <a:pt x="43" y="7"/>
                    </a:lnTo>
                    <a:lnTo>
                      <a:pt x="45" y="7"/>
                    </a:lnTo>
                    <a:lnTo>
                      <a:pt x="45" y="7"/>
                    </a:lnTo>
                    <a:lnTo>
                      <a:pt x="45" y="9"/>
                    </a:lnTo>
                    <a:lnTo>
                      <a:pt x="45" y="9"/>
                    </a:lnTo>
                    <a:lnTo>
                      <a:pt x="45" y="9"/>
                    </a:lnTo>
                    <a:lnTo>
                      <a:pt x="43" y="9"/>
                    </a:lnTo>
                    <a:lnTo>
                      <a:pt x="43" y="9"/>
                    </a:lnTo>
                    <a:lnTo>
                      <a:pt x="43" y="12"/>
                    </a:lnTo>
                    <a:lnTo>
                      <a:pt x="43" y="1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Rectangle 19"/>
              <p:cNvSpPr>
                <a:spLocks noChangeArrowheads="1"/>
              </p:cNvSpPr>
              <p:nvPr/>
            </p:nvSpPr>
            <p:spPr bwMode="auto">
              <a:xfrm>
                <a:off x="1790" y="1746"/>
                <a:ext cx="2"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5" name="Rectangle 20"/>
              <p:cNvSpPr>
                <a:spLocks noChangeArrowheads="1"/>
              </p:cNvSpPr>
              <p:nvPr/>
            </p:nvSpPr>
            <p:spPr bwMode="auto">
              <a:xfrm>
                <a:off x="1790" y="1746"/>
                <a:ext cx="2"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6" name="Rectangle 21"/>
              <p:cNvSpPr>
                <a:spLocks noChangeArrowheads="1"/>
              </p:cNvSpPr>
              <p:nvPr/>
            </p:nvSpPr>
            <p:spPr bwMode="auto">
              <a:xfrm>
                <a:off x="1792" y="1748"/>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7" name="Rectangle 22"/>
              <p:cNvSpPr>
                <a:spLocks noChangeArrowheads="1"/>
              </p:cNvSpPr>
              <p:nvPr/>
            </p:nvSpPr>
            <p:spPr bwMode="auto">
              <a:xfrm>
                <a:off x="1792" y="1748"/>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23"/>
              <p:cNvSpPr>
                <a:spLocks/>
              </p:cNvSpPr>
              <p:nvPr/>
            </p:nvSpPr>
            <p:spPr bwMode="auto">
              <a:xfrm>
                <a:off x="3513" y="2966"/>
                <a:ext cx="52" cy="29"/>
              </a:xfrm>
              <a:custGeom>
                <a:avLst/>
                <a:gdLst/>
                <a:ahLst/>
                <a:cxnLst>
                  <a:cxn ang="0">
                    <a:pos x="47" y="0"/>
                  </a:cxn>
                  <a:cxn ang="0">
                    <a:pos x="49" y="0"/>
                  </a:cxn>
                  <a:cxn ang="0">
                    <a:pos x="52" y="3"/>
                  </a:cxn>
                  <a:cxn ang="0">
                    <a:pos x="52" y="5"/>
                  </a:cxn>
                  <a:cxn ang="0">
                    <a:pos x="49" y="8"/>
                  </a:cxn>
                  <a:cxn ang="0">
                    <a:pos x="47" y="8"/>
                  </a:cxn>
                  <a:cxn ang="0">
                    <a:pos x="45" y="10"/>
                  </a:cxn>
                  <a:cxn ang="0">
                    <a:pos x="42" y="10"/>
                  </a:cxn>
                  <a:cxn ang="0">
                    <a:pos x="40" y="12"/>
                  </a:cxn>
                  <a:cxn ang="0">
                    <a:pos x="38" y="12"/>
                  </a:cxn>
                  <a:cxn ang="0">
                    <a:pos x="35" y="15"/>
                  </a:cxn>
                  <a:cxn ang="0">
                    <a:pos x="33" y="17"/>
                  </a:cxn>
                  <a:cxn ang="0">
                    <a:pos x="28" y="17"/>
                  </a:cxn>
                  <a:cxn ang="0">
                    <a:pos x="26" y="19"/>
                  </a:cxn>
                  <a:cxn ang="0">
                    <a:pos x="23" y="19"/>
                  </a:cxn>
                  <a:cxn ang="0">
                    <a:pos x="21" y="22"/>
                  </a:cxn>
                  <a:cxn ang="0">
                    <a:pos x="19" y="22"/>
                  </a:cxn>
                  <a:cxn ang="0">
                    <a:pos x="16" y="24"/>
                  </a:cxn>
                  <a:cxn ang="0">
                    <a:pos x="14" y="22"/>
                  </a:cxn>
                  <a:cxn ang="0">
                    <a:pos x="12" y="24"/>
                  </a:cxn>
                  <a:cxn ang="0">
                    <a:pos x="9" y="27"/>
                  </a:cxn>
                  <a:cxn ang="0">
                    <a:pos x="7" y="29"/>
                  </a:cxn>
                  <a:cxn ang="0">
                    <a:pos x="4" y="29"/>
                  </a:cxn>
                  <a:cxn ang="0">
                    <a:pos x="4" y="27"/>
                  </a:cxn>
                  <a:cxn ang="0">
                    <a:pos x="2" y="24"/>
                  </a:cxn>
                  <a:cxn ang="0">
                    <a:pos x="2" y="22"/>
                  </a:cxn>
                  <a:cxn ang="0">
                    <a:pos x="4" y="22"/>
                  </a:cxn>
                  <a:cxn ang="0">
                    <a:pos x="4" y="19"/>
                  </a:cxn>
                  <a:cxn ang="0">
                    <a:pos x="4" y="19"/>
                  </a:cxn>
                  <a:cxn ang="0">
                    <a:pos x="0" y="19"/>
                  </a:cxn>
                  <a:cxn ang="0">
                    <a:pos x="0" y="17"/>
                  </a:cxn>
                  <a:cxn ang="0">
                    <a:pos x="2" y="15"/>
                  </a:cxn>
                  <a:cxn ang="0">
                    <a:pos x="4" y="12"/>
                  </a:cxn>
                  <a:cxn ang="0">
                    <a:pos x="4" y="8"/>
                  </a:cxn>
                  <a:cxn ang="0">
                    <a:pos x="7" y="8"/>
                  </a:cxn>
                  <a:cxn ang="0">
                    <a:pos x="9" y="5"/>
                  </a:cxn>
                  <a:cxn ang="0">
                    <a:pos x="12" y="5"/>
                  </a:cxn>
                  <a:cxn ang="0">
                    <a:pos x="14" y="5"/>
                  </a:cxn>
                  <a:cxn ang="0">
                    <a:pos x="19" y="5"/>
                  </a:cxn>
                  <a:cxn ang="0">
                    <a:pos x="21" y="3"/>
                  </a:cxn>
                  <a:cxn ang="0">
                    <a:pos x="23" y="5"/>
                  </a:cxn>
                  <a:cxn ang="0">
                    <a:pos x="28" y="5"/>
                  </a:cxn>
                  <a:cxn ang="0">
                    <a:pos x="28" y="3"/>
                  </a:cxn>
                  <a:cxn ang="0">
                    <a:pos x="33" y="3"/>
                  </a:cxn>
                  <a:cxn ang="0">
                    <a:pos x="35" y="3"/>
                  </a:cxn>
                  <a:cxn ang="0">
                    <a:pos x="38" y="3"/>
                  </a:cxn>
                  <a:cxn ang="0">
                    <a:pos x="40" y="0"/>
                  </a:cxn>
                  <a:cxn ang="0">
                    <a:pos x="42" y="0"/>
                  </a:cxn>
                </a:cxnLst>
                <a:rect l="0" t="0" r="r" b="b"/>
                <a:pathLst>
                  <a:path w="52" h="29">
                    <a:moveTo>
                      <a:pt x="45" y="0"/>
                    </a:moveTo>
                    <a:lnTo>
                      <a:pt x="45" y="0"/>
                    </a:lnTo>
                    <a:lnTo>
                      <a:pt x="47" y="0"/>
                    </a:lnTo>
                    <a:lnTo>
                      <a:pt x="47" y="0"/>
                    </a:lnTo>
                    <a:lnTo>
                      <a:pt x="47" y="0"/>
                    </a:lnTo>
                    <a:lnTo>
                      <a:pt x="49" y="0"/>
                    </a:lnTo>
                    <a:lnTo>
                      <a:pt x="49" y="0"/>
                    </a:lnTo>
                    <a:lnTo>
                      <a:pt x="49" y="0"/>
                    </a:lnTo>
                    <a:lnTo>
                      <a:pt x="52" y="0"/>
                    </a:lnTo>
                    <a:lnTo>
                      <a:pt x="52" y="0"/>
                    </a:lnTo>
                    <a:lnTo>
                      <a:pt x="52" y="3"/>
                    </a:lnTo>
                    <a:lnTo>
                      <a:pt x="52" y="3"/>
                    </a:lnTo>
                    <a:lnTo>
                      <a:pt x="52" y="3"/>
                    </a:lnTo>
                    <a:lnTo>
                      <a:pt x="52" y="3"/>
                    </a:lnTo>
                    <a:lnTo>
                      <a:pt x="52" y="3"/>
                    </a:lnTo>
                    <a:lnTo>
                      <a:pt x="52" y="5"/>
                    </a:lnTo>
                    <a:lnTo>
                      <a:pt x="49" y="5"/>
                    </a:lnTo>
                    <a:lnTo>
                      <a:pt x="49" y="5"/>
                    </a:lnTo>
                    <a:lnTo>
                      <a:pt x="49" y="5"/>
                    </a:lnTo>
                    <a:lnTo>
                      <a:pt x="49" y="8"/>
                    </a:lnTo>
                    <a:lnTo>
                      <a:pt x="47" y="8"/>
                    </a:lnTo>
                    <a:lnTo>
                      <a:pt x="47" y="8"/>
                    </a:lnTo>
                    <a:lnTo>
                      <a:pt x="47" y="8"/>
                    </a:lnTo>
                    <a:lnTo>
                      <a:pt x="47" y="8"/>
                    </a:lnTo>
                    <a:lnTo>
                      <a:pt x="47" y="10"/>
                    </a:lnTo>
                    <a:lnTo>
                      <a:pt x="47" y="10"/>
                    </a:lnTo>
                    <a:lnTo>
                      <a:pt x="45" y="10"/>
                    </a:lnTo>
                    <a:lnTo>
                      <a:pt x="45" y="10"/>
                    </a:lnTo>
                    <a:lnTo>
                      <a:pt x="45" y="10"/>
                    </a:lnTo>
                    <a:lnTo>
                      <a:pt x="45" y="10"/>
                    </a:lnTo>
                    <a:lnTo>
                      <a:pt x="42" y="10"/>
                    </a:lnTo>
                    <a:lnTo>
                      <a:pt x="42" y="10"/>
                    </a:lnTo>
                    <a:lnTo>
                      <a:pt x="42" y="12"/>
                    </a:lnTo>
                    <a:lnTo>
                      <a:pt x="40" y="12"/>
                    </a:lnTo>
                    <a:lnTo>
                      <a:pt x="40" y="12"/>
                    </a:lnTo>
                    <a:lnTo>
                      <a:pt x="40" y="12"/>
                    </a:lnTo>
                    <a:lnTo>
                      <a:pt x="38" y="12"/>
                    </a:lnTo>
                    <a:lnTo>
                      <a:pt x="38" y="12"/>
                    </a:lnTo>
                    <a:lnTo>
                      <a:pt x="38" y="12"/>
                    </a:lnTo>
                    <a:lnTo>
                      <a:pt x="38" y="12"/>
                    </a:lnTo>
                    <a:lnTo>
                      <a:pt x="35" y="12"/>
                    </a:lnTo>
                    <a:lnTo>
                      <a:pt x="35" y="15"/>
                    </a:lnTo>
                    <a:lnTo>
                      <a:pt x="35" y="15"/>
                    </a:lnTo>
                    <a:lnTo>
                      <a:pt x="35" y="15"/>
                    </a:lnTo>
                    <a:lnTo>
                      <a:pt x="35" y="17"/>
                    </a:lnTo>
                    <a:lnTo>
                      <a:pt x="33" y="17"/>
                    </a:lnTo>
                    <a:lnTo>
                      <a:pt x="33" y="17"/>
                    </a:lnTo>
                    <a:lnTo>
                      <a:pt x="33" y="17"/>
                    </a:lnTo>
                    <a:lnTo>
                      <a:pt x="30" y="17"/>
                    </a:lnTo>
                    <a:lnTo>
                      <a:pt x="30" y="17"/>
                    </a:lnTo>
                    <a:lnTo>
                      <a:pt x="30" y="17"/>
                    </a:lnTo>
                    <a:lnTo>
                      <a:pt x="28" y="17"/>
                    </a:lnTo>
                    <a:lnTo>
                      <a:pt x="28" y="17"/>
                    </a:lnTo>
                    <a:lnTo>
                      <a:pt x="28" y="17"/>
                    </a:lnTo>
                    <a:lnTo>
                      <a:pt x="26" y="17"/>
                    </a:lnTo>
                    <a:lnTo>
                      <a:pt x="26" y="19"/>
                    </a:lnTo>
                    <a:lnTo>
                      <a:pt x="26" y="19"/>
                    </a:lnTo>
                    <a:lnTo>
                      <a:pt x="26" y="19"/>
                    </a:lnTo>
                    <a:lnTo>
                      <a:pt x="26" y="19"/>
                    </a:lnTo>
                    <a:lnTo>
                      <a:pt x="23" y="19"/>
                    </a:lnTo>
                    <a:lnTo>
                      <a:pt x="23" y="19"/>
                    </a:lnTo>
                    <a:lnTo>
                      <a:pt x="23" y="19"/>
                    </a:lnTo>
                    <a:lnTo>
                      <a:pt x="23" y="22"/>
                    </a:lnTo>
                    <a:lnTo>
                      <a:pt x="21" y="22"/>
                    </a:lnTo>
                    <a:lnTo>
                      <a:pt x="21" y="22"/>
                    </a:lnTo>
                    <a:lnTo>
                      <a:pt x="21" y="22"/>
                    </a:lnTo>
                    <a:lnTo>
                      <a:pt x="19" y="22"/>
                    </a:lnTo>
                    <a:lnTo>
                      <a:pt x="19" y="22"/>
                    </a:lnTo>
                    <a:lnTo>
                      <a:pt x="19" y="22"/>
                    </a:lnTo>
                    <a:lnTo>
                      <a:pt x="19" y="22"/>
                    </a:lnTo>
                    <a:lnTo>
                      <a:pt x="16" y="22"/>
                    </a:lnTo>
                    <a:lnTo>
                      <a:pt x="16" y="24"/>
                    </a:lnTo>
                    <a:lnTo>
                      <a:pt x="16" y="24"/>
                    </a:lnTo>
                    <a:lnTo>
                      <a:pt x="16" y="22"/>
                    </a:lnTo>
                    <a:lnTo>
                      <a:pt x="14" y="22"/>
                    </a:lnTo>
                    <a:lnTo>
                      <a:pt x="14" y="22"/>
                    </a:lnTo>
                    <a:lnTo>
                      <a:pt x="14" y="24"/>
                    </a:lnTo>
                    <a:lnTo>
                      <a:pt x="14" y="24"/>
                    </a:lnTo>
                    <a:lnTo>
                      <a:pt x="12" y="24"/>
                    </a:lnTo>
                    <a:lnTo>
                      <a:pt x="12" y="24"/>
                    </a:lnTo>
                    <a:lnTo>
                      <a:pt x="12" y="24"/>
                    </a:lnTo>
                    <a:lnTo>
                      <a:pt x="12" y="24"/>
                    </a:lnTo>
                    <a:lnTo>
                      <a:pt x="9" y="24"/>
                    </a:lnTo>
                    <a:lnTo>
                      <a:pt x="9" y="27"/>
                    </a:lnTo>
                    <a:lnTo>
                      <a:pt x="9" y="27"/>
                    </a:lnTo>
                    <a:lnTo>
                      <a:pt x="9" y="27"/>
                    </a:lnTo>
                    <a:lnTo>
                      <a:pt x="7" y="27"/>
                    </a:lnTo>
                    <a:lnTo>
                      <a:pt x="7" y="29"/>
                    </a:lnTo>
                    <a:lnTo>
                      <a:pt x="7" y="29"/>
                    </a:lnTo>
                    <a:lnTo>
                      <a:pt x="7" y="29"/>
                    </a:lnTo>
                    <a:lnTo>
                      <a:pt x="7" y="29"/>
                    </a:lnTo>
                    <a:lnTo>
                      <a:pt x="4" y="29"/>
                    </a:lnTo>
                    <a:lnTo>
                      <a:pt x="4" y="29"/>
                    </a:lnTo>
                    <a:lnTo>
                      <a:pt x="4" y="29"/>
                    </a:lnTo>
                    <a:lnTo>
                      <a:pt x="4" y="29"/>
                    </a:lnTo>
                    <a:lnTo>
                      <a:pt x="4" y="27"/>
                    </a:lnTo>
                    <a:lnTo>
                      <a:pt x="2" y="27"/>
                    </a:lnTo>
                    <a:lnTo>
                      <a:pt x="2" y="27"/>
                    </a:lnTo>
                    <a:lnTo>
                      <a:pt x="2" y="27"/>
                    </a:lnTo>
                    <a:lnTo>
                      <a:pt x="2" y="24"/>
                    </a:lnTo>
                    <a:lnTo>
                      <a:pt x="2" y="24"/>
                    </a:lnTo>
                    <a:lnTo>
                      <a:pt x="2" y="22"/>
                    </a:lnTo>
                    <a:lnTo>
                      <a:pt x="2" y="22"/>
                    </a:lnTo>
                    <a:lnTo>
                      <a:pt x="2" y="22"/>
                    </a:lnTo>
                    <a:lnTo>
                      <a:pt x="4" y="22"/>
                    </a:lnTo>
                    <a:lnTo>
                      <a:pt x="4" y="22"/>
                    </a:lnTo>
                    <a:lnTo>
                      <a:pt x="4" y="22"/>
                    </a:lnTo>
                    <a:lnTo>
                      <a:pt x="4" y="22"/>
                    </a:lnTo>
                    <a:lnTo>
                      <a:pt x="4" y="22"/>
                    </a:lnTo>
                    <a:lnTo>
                      <a:pt x="4" y="19"/>
                    </a:lnTo>
                    <a:lnTo>
                      <a:pt x="4" y="19"/>
                    </a:lnTo>
                    <a:lnTo>
                      <a:pt x="4" y="19"/>
                    </a:lnTo>
                    <a:lnTo>
                      <a:pt x="4" y="17"/>
                    </a:lnTo>
                    <a:lnTo>
                      <a:pt x="4" y="17"/>
                    </a:lnTo>
                    <a:lnTo>
                      <a:pt x="4" y="17"/>
                    </a:lnTo>
                    <a:lnTo>
                      <a:pt x="4" y="19"/>
                    </a:lnTo>
                    <a:lnTo>
                      <a:pt x="2" y="19"/>
                    </a:lnTo>
                    <a:lnTo>
                      <a:pt x="2" y="19"/>
                    </a:lnTo>
                    <a:lnTo>
                      <a:pt x="2" y="19"/>
                    </a:lnTo>
                    <a:lnTo>
                      <a:pt x="0" y="19"/>
                    </a:lnTo>
                    <a:lnTo>
                      <a:pt x="0" y="19"/>
                    </a:lnTo>
                    <a:lnTo>
                      <a:pt x="0" y="19"/>
                    </a:lnTo>
                    <a:lnTo>
                      <a:pt x="0" y="17"/>
                    </a:lnTo>
                    <a:lnTo>
                      <a:pt x="0" y="17"/>
                    </a:lnTo>
                    <a:lnTo>
                      <a:pt x="0" y="17"/>
                    </a:lnTo>
                    <a:lnTo>
                      <a:pt x="0" y="15"/>
                    </a:lnTo>
                    <a:lnTo>
                      <a:pt x="0" y="15"/>
                    </a:lnTo>
                    <a:lnTo>
                      <a:pt x="2" y="15"/>
                    </a:lnTo>
                    <a:lnTo>
                      <a:pt x="2" y="12"/>
                    </a:lnTo>
                    <a:lnTo>
                      <a:pt x="2" y="12"/>
                    </a:lnTo>
                    <a:lnTo>
                      <a:pt x="2" y="12"/>
                    </a:lnTo>
                    <a:lnTo>
                      <a:pt x="4" y="12"/>
                    </a:lnTo>
                    <a:lnTo>
                      <a:pt x="4" y="10"/>
                    </a:lnTo>
                    <a:lnTo>
                      <a:pt x="4" y="10"/>
                    </a:lnTo>
                    <a:lnTo>
                      <a:pt x="4" y="10"/>
                    </a:lnTo>
                    <a:lnTo>
                      <a:pt x="4" y="8"/>
                    </a:lnTo>
                    <a:lnTo>
                      <a:pt x="4" y="8"/>
                    </a:lnTo>
                    <a:lnTo>
                      <a:pt x="4" y="8"/>
                    </a:lnTo>
                    <a:lnTo>
                      <a:pt x="4" y="8"/>
                    </a:lnTo>
                    <a:lnTo>
                      <a:pt x="7" y="8"/>
                    </a:lnTo>
                    <a:lnTo>
                      <a:pt x="7" y="8"/>
                    </a:lnTo>
                    <a:lnTo>
                      <a:pt x="7" y="8"/>
                    </a:lnTo>
                    <a:lnTo>
                      <a:pt x="9" y="8"/>
                    </a:lnTo>
                    <a:lnTo>
                      <a:pt x="9" y="5"/>
                    </a:lnTo>
                    <a:lnTo>
                      <a:pt x="9" y="5"/>
                    </a:lnTo>
                    <a:lnTo>
                      <a:pt x="12" y="5"/>
                    </a:lnTo>
                    <a:lnTo>
                      <a:pt x="12" y="5"/>
                    </a:lnTo>
                    <a:lnTo>
                      <a:pt x="12" y="5"/>
                    </a:lnTo>
                    <a:lnTo>
                      <a:pt x="14" y="5"/>
                    </a:lnTo>
                    <a:lnTo>
                      <a:pt x="14" y="5"/>
                    </a:lnTo>
                    <a:lnTo>
                      <a:pt x="14" y="5"/>
                    </a:lnTo>
                    <a:lnTo>
                      <a:pt x="14" y="5"/>
                    </a:lnTo>
                    <a:lnTo>
                      <a:pt x="16" y="5"/>
                    </a:lnTo>
                    <a:lnTo>
                      <a:pt x="16" y="5"/>
                    </a:lnTo>
                    <a:lnTo>
                      <a:pt x="19" y="5"/>
                    </a:lnTo>
                    <a:lnTo>
                      <a:pt x="19" y="5"/>
                    </a:lnTo>
                    <a:lnTo>
                      <a:pt x="19" y="3"/>
                    </a:lnTo>
                    <a:lnTo>
                      <a:pt x="19" y="3"/>
                    </a:lnTo>
                    <a:lnTo>
                      <a:pt x="21" y="3"/>
                    </a:lnTo>
                    <a:lnTo>
                      <a:pt x="21" y="3"/>
                    </a:lnTo>
                    <a:lnTo>
                      <a:pt x="21" y="3"/>
                    </a:lnTo>
                    <a:lnTo>
                      <a:pt x="23" y="3"/>
                    </a:lnTo>
                    <a:lnTo>
                      <a:pt x="23" y="5"/>
                    </a:lnTo>
                    <a:lnTo>
                      <a:pt x="23" y="5"/>
                    </a:lnTo>
                    <a:lnTo>
                      <a:pt x="26" y="5"/>
                    </a:lnTo>
                    <a:lnTo>
                      <a:pt x="26" y="5"/>
                    </a:lnTo>
                    <a:lnTo>
                      <a:pt x="26" y="5"/>
                    </a:lnTo>
                    <a:lnTo>
                      <a:pt x="28" y="5"/>
                    </a:lnTo>
                    <a:lnTo>
                      <a:pt x="28" y="3"/>
                    </a:lnTo>
                    <a:lnTo>
                      <a:pt x="28" y="3"/>
                    </a:lnTo>
                    <a:lnTo>
                      <a:pt x="28" y="3"/>
                    </a:lnTo>
                    <a:lnTo>
                      <a:pt x="28" y="3"/>
                    </a:lnTo>
                    <a:lnTo>
                      <a:pt x="30" y="3"/>
                    </a:lnTo>
                    <a:lnTo>
                      <a:pt x="30" y="3"/>
                    </a:lnTo>
                    <a:lnTo>
                      <a:pt x="33" y="3"/>
                    </a:lnTo>
                    <a:lnTo>
                      <a:pt x="33" y="3"/>
                    </a:lnTo>
                    <a:lnTo>
                      <a:pt x="33" y="3"/>
                    </a:lnTo>
                    <a:lnTo>
                      <a:pt x="35" y="3"/>
                    </a:lnTo>
                    <a:lnTo>
                      <a:pt x="35" y="3"/>
                    </a:lnTo>
                    <a:lnTo>
                      <a:pt x="35" y="3"/>
                    </a:lnTo>
                    <a:lnTo>
                      <a:pt x="35" y="3"/>
                    </a:lnTo>
                    <a:lnTo>
                      <a:pt x="38" y="3"/>
                    </a:lnTo>
                    <a:lnTo>
                      <a:pt x="38" y="3"/>
                    </a:lnTo>
                    <a:lnTo>
                      <a:pt x="38" y="3"/>
                    </a:lnTo>
                    <a:lnTo>
                      <a:pt x="38" y="0"/>
                    </a:lnTo>
                    <a:lnTo>
                      <a:pt x="40" y="0"/>
                    </a:lnTo>
                    <a:lnTo>
                      <a:pt x="40" y="0"/>
                    </a:lnTo>
                    <a:lnTo>
                      <a:pt x="40" y="0"/>
                    </a:lnTo>
                    <a:lnTo>
                      <a:pt x="42" y="0"/>
                    </a:lnTo>
                    <a:lnTo>
                      <a:pt x="42" y="0"/>
                    </a:lnTo>
                    <a:lnTo>
                      <a:pt x="42" y="0"/>
                    </a:lnTo>
                    <a:lnTo>
                      <a:pt x="42" y="0"/>
                    </a:lnTo>
                    <a:lnTo>
                      <a:pt x="45" y="0"/>
                    </a:lnTo>
                    <a:lnTo>
                      <a:pt x="45" y="0"/>
                    </a:lnTo>
                    <a:lnTo>
                      <a:pt x="4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24"/>
              <p:cNvSpPr>
                <a:spLocks/>
              </p:cNvSpPr>
              <p:nvPr/>
            </p:nvSpPr>
            <p:spPr bwMode="auto">
              <a:xfrm>
                <a:off x="3513" y="2966"/>
                <a:ext cx="52" cy="29"/>
              </a:xfrm>
              <a:custGeom>
                <a:avLst/>
                <a:gdLst/>
                <a:ahLst/>
                <a:cxnLst>
                  <a:cxn ang="0">
                    <a:pos x="47" y="0"/>
                  </a:cxn>
                  <a:cxn ang="0">
                    <a:pos x="49" y="0"/>
                  </a:cxn>
                  <a:cxn ang="0">
                    <a:pos x="52" y="3"/>
                  </a:cxn>
                  <a:cxn ang="0">
                    <a:pos x="52" y="5"/>
                  </a:cxn>
                  <a:cxn ang="0">
                    <a:pos x="49" y="8"/>
                  </a:cxn>
                  <a:cxn ang="0">
                    <a:pos x="47" y="8"/>
                  </a:cxn>
                  <a:cxn ang="0">
                    <a:pos x="45" y="10"/>
                  </a:cxn>
                  <a:cxn ang="0">
                    <a:pos x="42" y="10"/>
                  </a:cxn>
                  <a:cxn ang="0">
                    <a:pos x="40" y="12"/>
                  </a:cxn>
                  <a:cxn ang="0">
                    <a:pos x="38" y="12"/>
                  </a:cxn>
                  <a:cxn ang="0">
                    <a:pos x="35" y="15"/>
                  </a:cxn>
                  <a:cxn ang="0">
                    <a:pos x="33" y="17"/>
                  </a:cxn>
                  <a:cxn ang="0">
                    <a:pos x="28" y="17"/>
                  </a:cxn>
                  <a:cxn ang="0">
                    <a:pos x="26" y="19"/>
                  </a:cxn>
                  <a:cxn ang="0">
                    <a:pos x="23" y="19"/>
                  </a:cxn>
                  <a:cxn ang="0">
                    <a:pos x="21" y="22"/>
                  </a:cxn>
                  <a:cxn ang="0">
                    <a:pos x="19" y="22"/>
                  </a:cxn>
                  <a:cxn ang="0">
                    <a:pos x="16" y="24"/>
                  </a:cxn>
                  <a:cxn ang="0">
                    <a:pos x="14" y="22"/>
                  </a:cxn>
                  <a:cxn ang="0">
                    <a:pos x="12" y="24"/>
                  </a:cxn>
                  <a:cxn ang="0">
                    <a:pos x="9" y="27"/>
                  </a:cxn>
                  <a:cxn ang="0">
                    <a:pos x="7" y="29"/>
                  </a:cxn>
                  <a:cxn ang="0">
                    <a:pos x="4" y="29"/>
                  </a:cxn>
                  <a:cxn ang="0">
                    <a:pos x="4" y="27"/>
                  </a:cxn>
                  <a:cxn ang="0">
                    <a:pos x="2" y="24"/>
                  </a:cxn>
                  <a:cxn ang="0">
                    <a:pos x="2" y="22"/>
                  </a:cxn>
                  <a:cxn ang="0">
                    <a:pos x="4" y="22"/>
                  </a:cxn>
                  <a:cxn ang="0">
                    <a:pos x="4" y="19"/>
                  </a:cxn>
                  <a:cxn ang="0">
                    <a:pos x="4" y="19"/>
                  </a:cxn>
                  <a:cxn ang="0">
                    <a:pos x="0" y="19"/>
                  </a:cxn>
                  <a:cxn ang="0">
                    <a:pos x="0" y="17"/>
                  </a:cxn>
                  <a:cxn ang="0">
                    <a:pos x="2" y="15"/>
                  </a:cxn>
                  <a:cxn ang="0">
                    <a:pos x="4" y="12"/>
                  </a:cxn>
                  <a:cxn ang="0">
                    <a:pos x="4" y="8"/>
                  </a:cxn>
                  <a:cxn ang="0">
                    <a:pos x="7" y="8"/>
                  </a:cxn>
                  <a:cxn ang="0">
                    <a:pos x="9" y="5"/>
                  </a:cxn>
                  <a:cxn ang="0">
                    <a:pos x="12" y="5"/>
                  </a:cxn>
                  <a:cxn ang="0">
                    <a:pos x="14" y="5"/>
                  </a:cxn>
                  <a:cxn ang="0">
                    <a:pos x="19" y="5"/>
                  </a:cxn>
                  <a:cxn ang="0">
                    <a:pos x="21" y="3"/>
                  </a:cxn>
                  <a:cxn ang="0">
                    <a:pos x="23" y="5"/>
                  </a:cxn>
                  <a:cxn ang="0">
                    <a:pos x="28" y="5"/>
                  </a:cxn>
                  <a:cxn ang="0">
                    <a:pos x="28" y="3"/>
                  </a:cxn>
                  <a:cxn ang="0">
                    <a:pos x="33" y="3"/>
                  </a:cxn>
                  <a:cxn ang="0">
                    <a:pos x="35" y="3"/>
                  </a:cxn>
                  <a:cxn ang="0">
                    <a:pos x="38" y="3"/>
                  </a:cxn>
                  <a:cxn ang="0">
                    <a:pos x="40" y="0"/>
                  </a:cxn>
                  <a:cxn ang="0">
                    <a:pos x="42" y="0"/>
                  </a:cxn>
                </a:cxnLst>
                <a:rect l="0" t="0" r="r" b="b"/>
                <a:pathLst>
                  <a:path w="52" h="29">
                    <a:moveTo>
                      <a:pt x="45" y="0"/>
                    </a:moveTo>
                    <a:lnTo>
                      <a:pt x="45" y="0"/>
                    </a:lnTo>
                    <a:lnTo>
                      <a:pt x="47" y="0"/>
                    </a:lnTo>
                    <a:lnTo>
                      <a:pt x="47" y="0"/>
                    </a:lnTo>
                    <a:lnTo>
                      <a:pt x="47" y="0"/>
                    </a:lnTo>
                    <a:lnTo>
                      <a:pt x="49" y="0"/>
                    </a:lnTo>
                    <a:lnTo>
                      <a:pt x="49" y="0"/>
                    </a:lnTo>
                    <a:lnTo>
                      <a:pt x="49" y="0"/>
                    </a:lnTo>
                    <a:lnTo>
                      <a:pt x="52" y="0"/>
                    </a:lnTo>
                    <a:lnTo>
                      <a:pt x="52" y="0"/>
                    </a:lnTo>
                    <a:lnTo>
                      <a:pt x="52" y="3"/>
                    </a:lnTo>
                    <a:lnTo>
                      <a:pt x="52" y="3"/>
                    </a:lnTo>
                    <a:lnTo>
                      <a:pt x="52" y="3"/>
                    </a:lnTo>
                    <a:lnTo>
                      <a:pt x="52" y="3"/>
                    </a:lnTo>
                    <a:lnTo>
                      <a:pt x="52" y="3"/>
                    </a:lnTo>
                    <a:lnTo>
                      <a:pt x="52" y="5"/>
                    </a:lnTo>
                    <a:lnTo>
                      <a:pt x="49" y="5"/>
                    </a:lnTo>
                    <a:lnTo>
                      <a:pt x="49" y="5"/>
                    </a:lnTo>
                    <a:lnTo>
                      <a:pt x="49" y="5"/>
                    </a:lnTo>
                    <a:lnTo>
                      <a:pt x="49" y="8"/>
                    </a:lnTo>
                    <a:lnTo>
                      <a:pt x="47" y="8"/>
                    </a:lnTo>
                    <a:lnTo>
                      <a:pt x="47" y="8"/>
                    </a:lnTo>
                    <a:lnTo>
                      <a:pt x="47" y="8"/>
                    </a:lnTo>
                    <a:lnTo>
                      <a:pt x="47" y="8"/>
                    </a:lnTo>
                    <a:lnTo>
                      <a:pt x="47" y="10"/>
                    </a:lnTo>
                    <a:lnTo>
                      <a:pt x="47" y="10"/>
                    </a:lnTo>
                    <a:lnTo>
                      <a:pt x="45" y="10"/>
                    </a:lnTo>
                    <a:lnTo>
                      <a:pt x="45" y="10"/>
                    </a:lnTo>
                    <a:lnTo>
                      <a:pt x="45" y="10"/>
                    </a:lnTo>
                    <a:lnTo>
                      <a:pt x="45" y="10"/>
                    </a:lnTo>
                    <a:lnTo>
                      <a:pt x="42" y="10"/>
                    </a:lnTo>
                    <a:lnTo>
                      <a:pt x="42" y="10"/>
                    </a:lnTo>
                    <a:lnTo>
                      <a:pt x="42" y="12"/>
                    </a:lnTo>
                    <a:lnTo>
                      <a:pt x="40" y="12"/>
                    </a:lnTo>
                    <a:lnTo>
                      <a:pt x="40" y="12"/>
                    </a:lnTo>
                    <a:lnTo>
                      <a:pt x="40" y="12"/>
                    </a:lnTo>
                    <a:lnTo>
                      <a:pt x="38" y="12"/>
                    </a:lnTo>
                    <a:lnTo>
                      <a:pt x="38" y="12"/>
                    </a:lnTo>
                    <a:lnTo>
                      <a:pt x="38" y="12"/>
                    </a:lnTo>
                    <a:lnTo>
                      <a:pt x="38" y="12"/>
                    </a:lnTo>
                    <a:lnTo>
                      <a:pt x="35" y="12"/>
                    </a:lnTo>
                    <a:lnTo>
                      <a:pt x="35" y="15"/>
                    </a:lnTo>
                    <a:lnTo>
                      <a:pt x="35" y="15"/>
                    </a:lnTo>
                    <a:lnTo>
                      <a:pt x="35" y="15"/>
                    </a:lnTo>
                    <a:lnTo>
                      <a:pt x="35" y="17"/>
                    </a:lnTo>
                    <a:lnTo>
                      <a:pt x="33" y="17"/>
                    </a:lnTo>
                    <a:lnTo>
                      <a:pt x="33" y="17"/>
                    </a:lnTo>
                    <a:lnTo>
                      <a:pt x="33" y="17"/>
                    </a:lnTo>
                    <a:lnTo>
                      <a:pt x="30" y="17"/>
                    </a:lnTo>
                    <a:lnTo>
                      <a:pt x="30" y="17"/>
                    </a:lnTo>
                    <a:lnTo>
                      <a:pt x="30" y="17"/>
                    </a:lnTo>
                    <a:lnTo>
                      <a:pt x="28" y="17"/>
                    </a:lnTo>
                    <a:lnTo>
                      <a:pt x="28" y="17"/>
                    </a:lnTo>
                    <a:lnTo>
                      <a:pt x="28" y="17"/>
                    </a:lnTo>
                    <a:lnTo>
                      <a:pt x="26" y="17"/>
                    </a:lnTo>
                    <a:lnTo>
                      <a:pt x="26" y="19"/>
                    </a:lnTo>
                    <a:lnTo>
                      <a:pt x="26" y="19"/>
                    </a:lnTo>
                    <a:lnTo>
                      <a:pt x="26" y="19"/>
                    </a:lnTo>
                    <a:lnTo>
                      <a:pt x="26" y="19"/>
                    </a:lnTo>
                    <a:lnTo>
                      <a:pt x="23" y="19"/>
                    </a:lnTo>
                    <a:lnTo>
                      <a:pt x="23" y="19"/>
                    </a:lnTo>
                    <a:lnTo>
                      <a:pt x="23" y="19"/>
                    </a:lnTo>
                    <a:lnTo>
                      <a:pt x="23" y="22"/>
                    </a:lnTo>
                    <a:lnTo>
                      <a:pt x="21" y="22"/>
                    </a:lnTo>
                    <a:lnTo>
                      <a:pt x="21" y="22"/>
                    </a:lnTo>
                    <a:lnTo>
                      <a:pt x="21" y="22"/>
                    </a:lnTo>
                    <a:lnTo>
                      <a:pt x="19" y="22"/>
                    </a:lnTo>
                    <a:lnTo>
                      <a:pt x="19" y="22"/>
                    </a:lnTo>
                    <a:lnTo>
                      <a:pt x="19" y="22"/>
                    </a:lnTo>
                    <a:lnTo>
                      <a:pt x="19" y="22"/>
                    </a:lnTo>
                    <a:lnTo>
                      <a:pt x="16" y="22"/>
                    </a:lnTo>
                    <a:lnTo>
                      <a:pt x="16" y="24"/>
                    </a:lnTo>
                    <a:lnTo>
                      <a:pt x="16" y="24"/>
                    </a:lnTo>
                    <a:lnTo>
                      <a:pt x="16" y="22"/>
                    </a:lnTo>
                    <a:lnTo>
                      <a:pt x="14" y="22"/>
                    </a:lnTo>
                    <a:lnTo>
                      <a:pt x="14" y="22"/>
                    </a:lnTo>
                    <a:lnTo>
                      <a:pt x="14" y="24"/>
                    </a:lnTo>
                    <a:lnTo>
                      <a:pt x="14" y="24"/>
                    </a:lnTo>
                    <a:lnTo>
                      <a:pt x="12" y="24"/>
                    </a:lnTo>
                    <a:lnTo>
                      <a:pt x="12" y="24"/>
                    </a:lnTo>
                    <a:lnTo>
                      <a:pt x="12" y="24"/>
                    </a:lnTo>
                    <a:lnTo>
                      <a:pt x="12" y="24"/>
                    </a:lnTo>
                    <a:lnTo>
                      <a:pt x="9" y="24"/>
                    </a:lnTo>
                    <a:lnTo>
                      <a:pt x="9" y="27"/>
                    </a:lnTo>
                    <a:lnTo>
                      <a:pt x="9" y="27"/>
                    </a:lnTo>
                    <a:lnTo>
                      <a:pt x="9" y="27"/>
                    </a:lnTo>
                    <a:lnTo>
                      <a:pt x="7" y="27"/>
                    </a:lnTo>
                    <a:lnTo>
                      <a:pt x="7" y="29"/>
                    </a:lnTo>
                    <a:lnTo>
                      <a:pt x="7" y="29"/>
                    </a:lnTo>
                    <a:lnTo>
                      <a:pt x="7" y="29"/>
                    </a:lnTo>
                    <a:lnTo>
                      <a:pt x="7" y="29"/>
                    </a:lnTo>
                    <a:lnTo>
                      <a:pt x="4" y="29"/>
                    </a:lnTo>
                    <a:lnTo>
                      <a:pt x="4" y="29"/>
                    </a:lnTo>
                    <a:lnTo>
                      <a:pt x="4" y="29"/>
                    </a:lnTo>
                    <a:lnTo>
                      <a:pt x="4" y="29"/>
                    </a:lnTo>
                    <a:lnTo>
                      <a:pt x="4" y="27"/>
                    </a:lnTo>
                    <a:lnTo>
                      <a:pt x="2" y="27"/>
                    </a:lnTo>
                    <a:lnTo>
                      <a:pt x="2" y="27"/>
                    </a:lnTo>
                    <a:lnTo>
                      <a:pt x="2" y="27"/>
                    </a:lnTo>
                    <a:lnTo>
                      <a:pt x="2" y="24"/>
                    </a:lnTo>
                    <a:lnTo>
                      <a:pt x="2" y="24"/>
                    </a:lnTo>
                    <a:lnTo>
                      <a:pt x="2" y="22"/>
                    </a:lnTo>
                    <a:lnTo>
                      <a:pt x="2" y="22"/>
                    </a:lnTo>
                    <a:lnTo>
                      <a:pt x="2" y="22"/>
                    </a:lnTo>
                    <a:lnTo>
                      <a:pt x="4" y="22"/>
                    </a:lnTo>
                    <a:lnTo>
                      <a:pt x="4" y="22"/>
                    </a:lnTo>
                    <a:lnTo>
                      <a:pt x="4" y="22"/>
                    </a:lnTo>
                    <a:lnTo>
                      <a:pt x="4" y="22"/>
                    </a:lnTo>
                    <a:lnTo>
                      <a:pt x="4" y="22"/>
                    </a:lnTo>
                    <a:lnTo>
                      <a:pt x="4" y="19"/>
                    </a:lnTo>
                    <a:lnTo>
                      <a:pt x="4" y="19"/>
                    </a:lnTo>
                    <a:lnTo>
                      <a:pt x="4" y="19"/>
                    </a:lnTo>
                    <a:lnTo>
                      <a:pt x="4" y="17"/>
                    </a:lnTo>
                    <a:lnTo>
                      <a:pt x="4" y="17"/>
                    </a:lnTo>
                    <a:lnTo>
                      <a:pt x="4" y="17"/>
                    </a:lnTo>
                    <a:lnTo>
                      <a:pt x="4" y="19"/>
                    </a:lnTo>
                    <a:lnTo>
                      <a:pt x="2" y="19"/>
                    </a:lnTo>
                    <a:lnTo>
                      <a:pt x="2" y="19"/>
                    </a:lnTo>
                    <a:lnTo>
                      <a:pt x="2" y="19"/>
                    </a:lnTo>
                    <a:lnTo>
                      <a:pt x="0" y="19"/>
                    </a:lnTo>
                    <a:lnTo>
                      <a:pt x="0" y="19"/>
                    </a:lnTo>
                    <a:lnTo>
                      <a:pt x="0" y="19"/>
                    </a:lnTo>
                    <a:lnTo>
                      <a:pt x="0" y="17"/>
                    </a:lnTo>
                    <a:lnTo>
                      <a:pt x="0" y="17"/>
                    </a:lnTo>
                    <a:lnTo>
                      <a:pt x="0" y="17"/>
                    </a:lnTo>
                    <a:lnTo>
                      <a:pt x="0" y="15"/>
                    </a:lnTo>
                    <a:lnTo>
                      <a:pt x="0" y="15"/>
                    </a:lnTo>
                    <a:lnTo>
                      <a:pt x="2" y="15"/>
                    </a:lnTo>
                    <a:lnTo>
                      <a:pt x="2" y="12"/>
                    </a:lnTo>
                    <a:lnTo>
                      <a:pt x="2" y="12"/>
                    </a:lnTo>
                    <a:lnTo>
                      <a:pt x="2" y="12"/>
                    </a:lnTo>
                    <a:lnTo>
                      <a:pt x="4" y="12"/>
                    </a:lnTo>
                    <a:lnTo>
                      <a:pt x="4" y="10"/>
                    </a:lnTo>
                    <a:lnTo>
                      <a:pt x="4" y="10"/>
                    </a:lnTo>
                    <a:lnTo>
                      <a:pt x="4" y="10"/>
                    </a:lnTo>
                    <a:lnTo>
                      <a:pt x="4" y="8"/>
                    </a:lnTo>
                    <a:lnTo>
                      <a:pt x="4" y="8"/>
                    </a:lnTo>
                    <a:lnTo>
                      <a:pt x="4" y="8"/>
                    </a:lnTo>
                    <a:lnTo>
                      <a:pt x="4" y="8"/>
                    </a:lnTo>
                    <a:lnTo>
                      <a:pt x="7" y="8"/>
                    </a:lnTo>
                    <a:lnTo>
                      <a:pt x="7" y="8"/>
                    </a:lnTo>
                    <a:lnTo>
                      <a:pt x="7" y="8"/>
                    </a:lnTo>
                    <a:lnTo>
                      <a:pt x="9" y="8"/>
                    </a:lnTo>
                    <a:lnTo>
                      <a:pt x="9" y="5"/>
                    </a:lnTo>
                    <a:lnTo>
                      <a:pt x="9" y="5"/>
                    </a:lnTo>
                    <a:lnTo>
                      <a:pt x="12" y="5"/>
                    </a:lnTo>
                    <a:lnTo>
                      <a:pt x="12" y="5"/>
                    </a:lnTo>
                    <a:lnTo>
                      <a:pt x="12" y="5"/>
                    </a:lnTo>
                    <a:lnTo>
                      <a:pt x="14" y="5"/>
                    </a:lnTo>
                    <a:lnTo>
                      <a:pt x="14" y="5"/>
                    </a:lnTo>
                    <a:lnTo>
                      <a:pt x="14" y="5"/>
                    </a:lnTo>
                    <a:lnTo>
                      <a:pt x="14" y="5"/>
                    </a:lnTo>
                    <a:lnTo>
                      <a:pt x="16" y="5"/>
                    </a:lnTo>
                    <a:lnTo>
                      <a:pt x="16" y="5"/>
                    </a:lnTo>
                    <a:lnTo>
                      <a:pt x="19" y="5"/>
                    </a:lnTo>
                    <a:lnTo>
                      <a:pt x="19" y="5"/>
                    </a:lnTo>
                    <a:lnTo>
                      <a:pt x="19" y="3"/>
                    </a:lnTo>
                    <a:lnTo>
                      <a:pt x="19" y="3"/>
                    </a:lnTo>
                    <a:lnTo>
                      <a:pt x="21" y="3"/>
                    </a:lnTo>
                    <a:lnTo>
                      <a:pt x="21" y="3"/>
                    </a:lnTo>
                    <a:lnTo>
                      <a:pt x="21" y="3"/>
                    </a:lnTo>
                    <a:lnTo>
                      <a:pt x="23" y="3"/>
                    </a:lnTo>
                    <a:lnTo>
                      <a:pt x="23" y="5"/>
                    </a:lnTo>
                    <a:lnTo>
                      <a:pt x="23" y="5"/>
                    </a:lnTo>
                    <a:lnTo>
                      <a:pt x="26" y="5"/>
                    </a:lnTo>
                    <a:lnTo>
                      <a:pt x="26" y="5"/>
                    </a:lnTo>
                    <a:lnTo>
                      <a:pt x="26" y="5"/>
                    </a:lnTo>
                    <a:lnTo>
                      <a:pt x="28" y="5"/>
                    </a:lnTo>
                    <a:lnTo>
                      <a:pt x="28" y="3"/>
                    </a:lnTo>
                    <a:lnTo>
                      <a:pt x="28" y="3"/>
                    </a:lnTo>
                    <a:lnTo>
                      <a:pt x="28" y="3"/>
                    </a:lnTo>
                    <a:lnTo>
                      <a:pt x="28" y="3"/>
                    </a:lnTo>
                    <a:lnTo>
                      <a:pt x="30" y="3"/>
                    </a:lnTo>
                    <a:lnTo>
                      <a:pt x="30" y="3"/>
                    </a:lnTo>
                    <a:lnTo>
                      <a:pt x="33" y="3"/>
                    </a:lnTo>
                    <a:lnTo>
                      <a:pt x="33" y="3"/>
                    </a:lnTo>
                    <a:lnTo>
                      <a:pt x="33" y="3"/>
                    </a:lnTo>
                    <a:lnTo>
                      <a:pt x="35" y="3"/>
                    </a:lnTo>
                    <a:lnTo>
                      <a:pt x="35" y="3"/>
                    </a:lnTo>
                    <a:lnTo>
                      <a:pt x="35" y="3"/>
                    </a:lnTo>
                    <a:lnTo>
                      <a:pt x="35" y="3"/>
                    </a:lnTo>
                    <a:lnTo>
                      <a:pt x="38" y="3"/>
                    </a:lnTo>
                    <a:lnTo>
                      <a:pt x="38" y="3"/>
                    </a:lnTo>
                    <a:lnTo>
                      <a:pt x="38" y="3"/>
                    </a:lnTo>
                    <a:lnTo>
                      <a:pt x="38" y="0"/>
                    </a:lnTo>
                    <a:lnTo>
                      <a:pt x="40" y="0"/>
                    </a:lnTo>
                    <a:lnTo>
                      <a:pt x="40" y="0"/>
                    </a:lnTo>
                    <a:lnTo>
                      <a:pt x="40" y="0"/>
                    </a:lnTo>
                    <a:lnTo>
                      <a:pt x="42" y="0"/>
                    </a:lnTo>
                    <a:lnTo>
                      <a:pt x="42" y="0"/>
                    </a:lnTo>
                    <a:lnTo>
                      <a:pt x="42" y="0"/>
                    </a:lnTo>
                    <a:lnTo>
                      <a:pt x="42" y="0"/>
                    </a:lnTo>
                    <a:lnTo>
                      <a:pt x="45" y="0"/>
                    </a:lnTo>
                    <a:lnTo>
                      <a:pt x="45" y="0"/>
                    </a:lnTo>
                    <a:lnTo>
                      <a:pt x="4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25"/>
              <p:cNvSpPr>
                <a:spLocks/>
              </p:cNvSpPr>
              <p:nvPr/>
            </p:nvSpPr>
            <p:spPr bwMode="auto">
              <a:xfrm>
                <a:off x="1967" y="1760"/>
                <a:ext cx="2" cy="12"/>
              </a:xfrm>
              <a:custGeom>
                <a:avLst/>
                <a:gdLst/>
                <a:ahLst/>
                <a:cxnLst>
                  <a:cxn ang="0">
                    <a:pos x="2" y="7"/>
                  </a:cxn>
                  <a:cxn ang="0">
                    <a:pos x="2" y="10"/>
                  </a:cxn>
                  <a:cxn ang="0">
                    <a:pos x="2" y="10"/>
                  </a:cxn>
                  <a:cxn ang="0">
                    <a:pos x="2" y="10"/>
                  </a:cxn>
                  <a:cxn ang="0">
                    <a:pos x="2" y="12"/>
                  </a:cxn>
                  <a:cxn ang="0">
                    <a:pos x="2" y="12"/>
                  </a:cxn>
                  <a:cxn ang="0">
                    <a:pos x="2" y="10"/>
                  </a:cxn>
                  <a:cxn ang="0">
                    <a:pos x="2" y="10"/>
                  </a:cxn>
                  <a:cxn ang="0">
                    <a:pos x="2" y="10"/>
                  </a:cxn>
                  <a:cxn ang="0">
                    <a:pos x="2" y="7"/>
                  </a:cxn>
                  <a:cxn ang="0">
                    <a:pos x="0" y="7"/>
                  </a:cxn>
                  <a:cxn ang="0">
                    <a:pos x="0" y="7"/>
                  </a:cxn>
                  <a:cxn ang="0">
                    <a:pos x="0" y="5"/>
                  </a:cxn>
                  <a:cxn ang="0">
                    <a:pos x="0" y="5"/>
                  </a:cxn>
                  <a:cxn ang="0">
                    <a:pos x="0" y="3"/>
                  </a:cxn>
                  <a:cxn ang="0">
                    <a:pos x="0" y="3"/>
                  </a:cxn>
                  <a:cxn ang="0">
                    <a:pos x="2" y="3"/>
                  </a:cxn>
                  <a:cxn ang="0">
                    <a:pos x="2" y="0"/>
                  </a:cxn>
                  <a:cxn ang="0">
                    <a:pos x="2" y="0"/>
                  </a:cxn>
                  <a:cxn ang="0">
                    <a:pos x="2" y="0"/>
                  </a:cxn>
                  <a:cxn ang="0">
                    <a:pos x="2" y="3"/>
                  </a:cxn>
                  <a:cxn ang="0">
                    <a:pos x="2" y="3"/>
                  </a:cxn>
                  <a:cxn ang="0">
                    <a:pos x="2" y="3"/>
                  </a:cxn>
                  <a:cxn ang="0">
                    <a:pos x="2" y="5"/>
                  </a:cxn>
                  <a:cxn ang="0">
                    <a:pos x="2" y="5"/>
                  </a:cxn>
                  <a:cxn ang="0">
                    <a:pos x="2" y="7"/>
                  </a:cxn>
                  <a:cxn ang="0">
                    <a:pos x="2" y="7"/>
                  </a:cxn>
                </a:cxnLst>
                <a:rect l="0" t="0" r="r" b="b"/>
                <a:pathLst>
                  <a:path w="2" h="12">
                    <a:moveTo>
                      <a:pt x="2" y="7"/>
                    </a:moveTo>
                    <a:lnTo>
                      <a:pt x="2" y="10"/>
                    </a:lnTo>
                    <a:lnTo>
                      <a:pt x="2" y="10"/>
                    </a:lnTo>
                    <a:lnTo>
                      <a:pt x="2" y="10"/>
                    </a:lnTo>
                    <a:lnTo>
                      <a:pt x="2" y="12"/>
                    </a:lnTo>
                    <a:lnTo>
                      <a:pt x="2" y="12"/>
                    </a:lnTo>
                    <a:lnTo>
                      <a:pt x="2" y="10"/>
                    </a:lnTo>
                    <a:lnTo>
                      <a:pt x="2" y="10"/>
                    </a:lnTo>
                    <a:lnTo>
                      <a:pt x="2" y="10"/>
                    </a:lnTo>
                    <a:lnTo>
                      <a:pt x="2" y="7"/>
                    </a:lnTo>
                    <a:lnTo>
                      <a:pt x="0" y="7"/>
                    </a:lnTo>
                    <a:lnTo>
                      <a:pt x="0" y="7"/>
                    </a:lnTo>
                    <a:lnTo>
                      <a:pt x="0" y="5"/>
                    </a:lnTo>
                    <a:lnTo>
                      <a:pt x="0" y="5"/>
                    </a:lnTo>
                    <a:lnTo>
                      <a:pt x="0" y="3"/>
                    </a:lnTo>
                    <a:lnTo>
                      <a:pt x="0" y="3"/>
                    </a:lnTo>
                    <a:lnTo>
                      <a:pt x="2" y="3"/>
                    </a:lnTo>
                    <a:lnTo>
                      <a:pt x="2" y="0"/>
                    </a:lnTo>
                    <a:lnTo>
                      <a:pt x="2" y="0"/>
                    </a:lnTo>
                    <a:lnTo>
                      <a:pt x="2" y="0"/>
                    </a:lnTo>
                    <a:lnTo>
                      <a:pt x="2" y="3"/>
                    </a:lnTo>
                    <a:lnTo>
                      <a:pt x="2" y="3"/>
                    </a:lnTo>
                    <a:lnTo>
                      <a:pt x="2" y="3"/>
                    </a:lnTo>
                    <a:lnTo>
                      <a:pt x="2" y="5"/>
                    </a:lnTo>
                    <a:lnTo>
                      <a:pt x="2" y="5"/>
                    </a:lnTo>
                    <a:lnTo>
                      <a:pt x="2" y="7"/>
                    </a:lnTo>
                    <a:lnTo>
                      <a:pt x="2" y="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26"/>
              <p:cNvSpPr>
                <a:spLocks/>
              </p:cNvSpPr>
              <p:nvPr/>
            </p:nvSpPr>
            <p:spPr bwMode="auto">
              <a:xfrm>
                <a:off x="1967" y="1760"/>
                <a:ext cx="2" cy="12"/>
              </a:xfrm>
              <a:custGeom>
                <a:avLst/>
                <a:gdLst/>
                <a:ahLst/>
                <a:cxnLst>
                  <a:cxn ang="0">
                    <a:pos x="2" y="7"/>
                  </a:cxn>
                  <a:cxn ang="0">
                    <a:pos x="2" y="10"/>
                  </a:cxn>
                  <a:cxn ang="0">
                    <a:pos x="2" y="10"/>
                  </a:cxn>
                  <a:cxn ang="0">
                    <a:pos x="2" y="10"/>
                  </a:cxn>
                  <a:cxn ang="0">
                    <a:pos x="2" y="12"/>
                  </a:cxn>
                  <a:cxn ang="0">
                    <a:pos x="2" y="12"/>
                  </a:cxn>
                  <a:cxn ang="0">
                    <a:pos x="2" y="10"/>
                  </a:cxn>
                  <a:cxn ang="0">
                    <a:pos x="2" y="10"/>
                  </a:cxn>
                  <a:cxn ang="0">
                    <a:pos x="2" y="10"/>
                  </a:cxn>
                  <a:cxn ang="0">
                    <a:pos x="2" y="7"/>
                  </a:cxn>
                  <a:cxn ang="0">
                    <a:pos x="0" y="7"/>
                  </a:cxn>
                  <a:cxn ang="0">
                    <a:pos x="0" y="7"/>
                  </a:cxn>
                  <a:cxn ang="0">
                    <a:pos x="0" y="5"/>
                  </a:cxn>
                  <a:cxn ang="0">
                    <a:pos x="0" y="5"/>
                  </a:cxn>
                  <a:cxn ang="0">
                    <a:pos x="0" y="3"/>
                  </a:cxn>
                  <a:cxn ang="0">
                    <a:pos x="0" y="3"/>
                  </a:cxn>
                  <a:cxn ang="0">
                    <a:pos x="2" y="3"/>
                  </a:cxn>
                  <a:cxn ang="0">
                    <a:pos x="2" y="0"/>
                  </a:cxn>
                  <a:cxn ang="0">
                    <a:pos x="2" y="0"/>
                  </a:cxn>
                  <a:cxn ang="0">
                    <a:pos x="2" y="0"/>
                  </a:cxn>
                  <a:cxn ang="0">
                    <a:pos x="2" y="3"/>
                  </a:cxn>
                  <a:cxn ang="0">
                    <a:pos x="2" y="3"/>
                  </a:cxn>
                  <a:cxn ang="0">
                    <a:pos x="2" y="3"/>
                  </a:cxn>
                  <a:cxn ang="0">
                    <a:pos x="2" y="5"/>
                  </a:cxn>
                  <a:cxn ang="0">
                    <a:pos x="2" y="5"/>
                  </a:cxn>
                  <a:cxn ang="0">
                    <a:pos x="2" y="7"/>
                  </a:cxn>
                  <a:cxn ang="0">
                    <a:pos x="2" y="7"/>
                  </a:cxn>
                </a:cxnLst>
                <a:rect l="0" t="0" r="r" b="b"/>
                <a:pathLst>
                  <a:path w="2" h="12">
                    <a:moveTo>
                      <a:pt x="2" y="7"/>
                    </a:moveTo>
                    <a:lnTo>
                      <a:pt x="2" y="10"/>
                    </a:lnTo>
                    <a:lnTo>
                      <a:pt x="2" y="10"/>
                    </a:lnTo>
                    <a:lnTo>
                      <a:pt x="2" y="10"/>
                    </a:lnTo>
                    <a:lnTo>
                      <a:pt x="2" y="12"/>
                    </a:lnTo>
                    <a:lnTo>
                      <a:pt x="2" y="12"/>
                    </a:lnTo>
                    <a:lnTo>
                      <a:pt x="2" y="10"/>
                    </a:lnTo>
                    <a:lnTo>
                      <a:pt x="2" y="10"/>
                    </a:lnTo>
                    <a:lnTo>
                      <a:pt x="2" y="10"/>
                    </a:lnTo>
                    <a:lnTo>
                      <a:pt x="2" y="7"/>
                    </a:lnTo>
                    <a:lnTo>
                      <a:pt x="0" y="7"/>
                    </a:lnTo>
                    <a:lnTo>
                      <a:pt x="0" y="7"/>
                    </a:lnTo>
                    <a:lnTo>
                      <a:pt x="0" y="5"/>
                    </a:lnTo>
                    <a:lnTo>
                      <a:pt x="0" y="5"/>
                    </a:lnTo>
                    <a:lnTo>
                      <a:pt x="0" y="3"/>
                    </a:lnTo>
                    <a:lnTo>
                      <a:pt x="0" y="3"/>
                    </a:lnTo>
                    <a:lnTo>
                      <a:pt x="2" y="3"/>
                    </a:lnTo>
                    <a:lnTo>
                      <a:pt x="2" y="0"/>
                    </a:lnTo>
                    <a:lnTo>
                      <a:pt x="2" y="0"/>
                    </a:lnTo>
                    <a:lnTo>
                      <a:pt x="2" y="0"/>
                    </a:lnTo>
                    <a:lnTo>
                      <a:pt x="2" y="3"/>
                    </a:lnTo>
                    <a:lnTo>
                      <a:pt x="2" y="3"/>
                    </a:lnTo>
                    <a:lnTo>
                      <a:pt x="2" y="3"/>
                    </a:lnTo>
                    <a:lnTo>
                      <a:pt x="2" y="5"/>
                    </a:lnTo>
                    <a:lnTo>
                      <a:pt x="2" y="5"/>
                    </a:lnTo>
                    <a:lnTo>
                      <a:pt x="2" y="7"/>
                    </a:lnTo>
                    <a:lnTo>
                      <a:pt x="2" y="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27"/>
              <p:cNvSpPr>
                <a:spLocks/>
              </p:cNvSpPr>
              <p:nvPr/>
            </p:nvSpPr>
            <p:spPr bwMode="auto">
              <a:xfrm>
                <a:off x="1955" y="1668"/>
                <a:ext cx="306" cy="194"/>
              </a:xfrm>
              <a:custGeom>
                <a:avLst/>
                <a:gdLst/>
                <a:ahLst/>
                <a:cxnLst>
                  <a:cxn ang="0">
                    <a:pos x="133" y="2"/>
                  </a:cxn>
                  <a:cxn ang="0">
                    <a:pos x="145" y="7"/>
                  </a:cxn>
                  <a:cxn ang="0">
                    <a:pos x="159" y="14"/>
                  </a:cxn>
                  <a:cxn ang="0">
                    <a:pos x="166" y="23"/>
                  </a:cxn>
                  <a:cxn ang="0">
                    <a:pos x="166" y="31"/>
                  </a:cxn>
                  <a:cxn ang="0">
                    <a:pos x="175" y="40"/>
                  </a:cxn>
                  <a:cxn ang="0">
                    <a:pos x="192" y="42"/>
                  </a:cxn>
                  <a:cxn ang="0">
                    <a:pos x="204" y="42"/>
                  </a:cxn>
                  <a:cxn ang="0">
                    <a:pos x="211" y="57"/>
                  </a:cxn>
                  <a:cxn ang="0">
                    <a:pos x="218" y="73"/>
                  </a:cxn>
                  <a:cxn ang="0">
                    <a:pos x="230" y="80"/>
                  </a:cxn>
                  <a:cxn ang="0">
                    <a:pos x="242" y="90"/>
                  </a:cxn>
                  <a:cxn ang="0">
                    <a:pos x="256" y="97"/>
                  </a:cxn>
                  <a:cxn ang="0">
                    <a:pos x="268" y="104"/>
                  </a:cxn>
                  <a:cxn ang="0">
                    <a:pos x="280" y="114"/>
                  </a:cxn>
                  <a:cxn ang="0">
                    <a:pos x="294" y="116"/>
                  </a:cxn>
                  <a:cxn ang="0">
                    <a:pos x="306" y="125"/>
                  </a:cxn>
                  <a:cxn ang="0">
                    <a:pos x="301" y="140"/>
                  </a:cxn>
                  <a:cxn ang="0">
                    <a:pos x="287" y="132"/>
                  </a:cxn>
                  <a:cxn ang="0">
                    <a:pos x="272" y="142"/>
                  </a:cxn>
                  <a:cxn ang="0">
                    <a:pos x="265" y="151"/>
                  </a:cxn>
                  <a:cxn ang="0">
                    <a:pos x="258" y="168"/>
                  </a:cxn>
                  <a:cxn ang="0">
                    <a:pos x="244" y="173"/>
                  </a:cxn>
                  <a:cxn ang="0">
                    <a:pos x="232" y="180"/>
                  </a:cxn>
                  <a:cxn ang="0">
                    <a:pos x="225" y="189"/>
                  </a:cxn>
                  <a:cxn ang="0">
                    <a:pos x="213" y="192"/>
                  </a:cxn>
                  <a:cxn ang="0">
                    <a:pos x="199" y="187"/>
                  </a:cxn>
                  <a:cxn ang="0">
                    <a:pos x="190" y="178"/>
                  </a:cxn>
                  <a:cxn ang="0">
                    <a:pos x="187" y="161"/>
                  </a:cxn>
                  <a:cxn ang="0">
                    <a:pos x="178" y="156"/>
                  </a:cxn>
                  <a:cxn ang="0">
                    <a:pos x="166" y="147"/>
                  </a:cxn>
                  <a:cxn ang="0">
                    <a:pos x="152" y="140"/>
                  </a:cxn>
                  <a:cxn ang="0">
                    <a:pos x="140" y="130"/>
                  </a:cxn>
                  <a:cxn ang="0">
                    <a:pos x="126" y="130"/>
                  </a:cxn>
                  <a:cxn ang="0">
                    <a:pos x="111" y="123"/>
                  </a:cxn>
                  <a:cxn ang="0">
                    <a:pos x="100" y="118"/>
                  </a:cxn>
                  <a:cxn ang="0">
                    <a:pos x="85" y="118"/>
                  </a:cxn>
                  <a:cxn ang="0">
                    <a:pos x="71" y="121"/>
                  </a:cxn>
                  <a:cxn ang="0">
                    <a:pos x="55" y="125"/>
                  </a:cxn>
                  <a:cxn ang="0">
                    <a:pos x="45" y="135"/>
                  </a:cxn>
                  <a:cxn ang="0">
                    <a:pos x="31" y="137"/>
                  </a:cxn>
                  <a:cxn ang="0">
                    <a:pos x="31" y="118"/>
                  </a:cxn>
                  <a:cxn ang="0">
                    <a:pos x="33" y="99"/>
                  </a:cxn>
                  <a:cxn ang="0">
                    <a:pos x="22" y="90"/>
                  </a:cxn>
                  <a:cxn ang="0">
                    <a:pos x="14" y="83"/>
                  </a:cxn>
                  <a:cxn ang="0">
                    <a:pos x="22" y="80"/>
                  </a:cxn>
                  <a:cxn ang="0">
                    <a:pos x="12" y="71"/>
                  </a:cxn>
                  <a:cxn ang="0">
                    <a:pos x="12" y="78"/>
                  </a:cxn>
                  <a:cxn ang="0">
                    <a:pos x="5" y="64"/>
                  </a:cxn>
                  <a:cxn ang="0">
                    <a:pos x="10" y="50"/>
                  </a:cxn>
                  <a:cxn ang="0">
                    <a:pos x="5" y="33"/>
                  </a:cxn>
                  <a:cxn ang="0">
                    <a:pos x="5" y="23"/>
                  </a:cxn>
                  <a:cxn ang="0">
                    <a:pos x="19" y="14"/>
                  </a:cxn>
                  <a:cxn ang="0">
                    <a:pos x="36" y="12"/>
                  </a:cxn>
                  <a:cxn ang="0">
                    <a:pos x="50" y="19"/>
                  </a:cxn>
                  <a:cxn ang="0">
                    <a:pos x="59" y="31"/>
                  </a:cxn>
                  <a:cxn ang="0">
                    <a:pos x="71" y="38"/>
                  </a:cxn>
                  <a:cxn ang="0">
                    <a:pos x="88" y="38"/>
                  </a:cxn>
                  <a:cxn ang="0">
                    <a:pos x="100" y="33"/>
                  </a:cxn>
                  <a:cxn ang="0">
                    <a:pos x="104" y="21"/>
                  </a:cxn>
                  <a:cxn ang="0">
                    <a:pos x="119" y="14"/>
                  </a:cxn>
                </a:cxnLst>
                <a:rect l="0" t="0" r="r" b="b"/>
                <a:pathLst>
                  <a:path w="306" h="194">
                    <a:moveTo>
                      <a:pt x="128" y="9"/>
                    </a:moveTo>
                    <a:lnTo>
                      <a:pt x="128" y="7"/>
                    </a:lnTo>
                    <a:lnTo>
                      <a:pt x="128" y="7"/>
                    </a:lnTo>
                    <a:lnTo>
                      <a:pt x="126" y="7"/>
                    </a:lnTo>
                    <a:lnTo>
                      <a:pt x="126" y="7"/>
                    </a:lnTo>
                    <a:lnTo>
                      <a:pt x="126" y="5"/>
                    </a:lnTo>
                    <a:lnTo>
                      <a:pt x="126" y="5"/>
                    </a:lnTo>
                    <a:lnTo>
                      <a:pt x="123" y="5"/>
                    </a:lnTo>
                    <a:lnTo>
                      <a:pt x="123" y="5"/>
                    </a:lnTo>
                    <a:lnTo>
                      <a:pt x="123" y="5"/>
                    </a:lnTo>
                    <a:lnTo>
                      <a:pt x="126" y="5"/>
                    </a:lnTo>
                    <a:lnTo>
                      <a:pt x="126" y="5"/>
                    </a:lnTo>
                    <a:lnTo>
                      <a:pt x="126" y="5"/>
                    </a:lnTo>
                    <a:lnTo>
                      <a:pt x="128" y="5"/>
                    </a:lnTo>
                    <a:lnTo>
                      <a:pt x="128" y="5"/>
                    </a:lnTo>
                    <a:lnTo>
                      <a:pt x="128" y="5"/>
                    </a:lnTo>
                    <a:lnTo>
                      <a:pt x="130" y="5"/>
                    </a:lnTo>
                    <a:lnTo>
                      <a:pt x="130" y="5"/>
                    </a:lnTo>
                    <a:lnTo>
                      <a:pt x="133" y="5"/>
                    </a:lnTo>
                    <a:lnTo>
                      <a:pt x="133" y="5"/>
                    </a:lnTo>
                    <a:lnTo>
                      <a:pt x="133" y="2"/>
                    </a:lnTo>
                    <a:lnTo>
                      <a:pt x="133" y="2"/>
                    </a:lnTo>
                    <a:lnTo>
                      <a:pt x="133" y="2"/>
                    </a:lnTo>
                    <a:lnTo>
                      <a:pt x="133" y="0"/>
                    </a:lnTo>
                    <a:lnTo>
                      <a:pt x="135" y="0"/>
                    </a:lnTo>
                    <a:lnTo>
                      <a:pt x="135" y="2"/>
                    </a:lnTo>
                    <a:lnTo>
                      <a:pt x="135" y="2"/>
                    </a:lnTo>
                    <a:lnTo>
                      <a:pt x="135" y="2"/>
                    </a:lnTo>
                    <a:lnTo>
                      <a:pt x="138" y="2"/>
                    </a:lnTo>
                    <a:lnTo>
                      <a:pt x="138" y="5"/>
                    </a:lnTo>
                    <a:lnTo>
                      <a:pt x="138" y="5"/>
                    </a:lnTo>
                    <a:lnTo>
                      <a:pt x="138" y="5"/>
                    </a:lnTo>
                    <a:lnTo>
                      <a:pt x="138" y="5"/>
                    </a:lnTo>
                    <a:lnTo>
                      <a:pt x="138" y="5"/>
                    </a:lnTo>
                    <a:lnTo>
                      <a:pt x="140" y="5"/>
                    </a:lnTo>
                    <a:lnTo>
                      <a:pt x="140" y="5"/>
                    </a:lnTo>
                    <a:lnTo>
                      <a:pt x="140" y="7"/>
                    </a:lnTo>
                    <a:lnTo>
                      <a:pt x="140" y="7"/>
                    </a:lnTo>
                    <a:lnTo>
                      <a:pt x="142" y="7"/>
                    </a:lnTo>
                    <a:lnTo>
                      <a:pt x="142" y="7"/>
                    </a:lnTo>
                    <a:lnTo>
                      <a:pt x="142" y="7"/>
                    </a:lnTo>
                    <a:lnTo>
                      <a:pt x="145" y="7"/>
                    </a:lnTo>
                    <a:lnTo>
                      <a:pt x="145" y="7"/>
                    </a:lnTo>
                    <a:lnTo>
                      <a:pt x="145" y="7"/>
                    </a:lnTo>
                    <a:lnTo>
                      <a:pt x="145" y="7"/>
                    </a:lnTo>
                    <a:lnTo>
                      <a:pt x="145" y="7"/>
                    </a:lnTo>
                    <a:lnTo>
                      <a:pt x="147" y="7"/>
                    </a:lnTo>
                    <a:lnTo>
                      <a:pt x="147" y="7"/>
                    </a:lnTo>
                    <a:lnTo>
                      <a:pt x="147" y="9"/>
                    </a:lnTo>
                    <a:lnTo>
                      <a:pt x="147" y="9"/>
                    </a:lnTo>
                    <a:lnTo>
                      <a:pt x="147" y="9"/>
                    </a:lnTo>
                    <a:lnTo>
                      <a:pt x="147" y="12"/>
                    </a:lnTo>
                    <a:lnTo>
                      <a:pt x="149" y="12"/>
                    </a:lnTo>
                    <a:lnTo>
                      <a:pt x="149" y="12"/>
                    </a:lnTo>
                    <a:lnTo>
                      <a:pt x="149" y="12"/>
                    </a:lnTo>
                    <a:lnTo>
                      <a:pt x="149" y="14"/>
                    </a:lnTo>
                    <a:lnTo>
                      <a:pt x="152" y="14"/>
                    </a:lnTo>
                    <a:lnTo>
                      <a:pt x="152" y="14"/>
                    </a:lnTo>
                    <a:lnTo>
                      <a:pt x="152" y="14"/>
                    </a:lnTo>
                    <a:lnTo>
                      <a:pt x="154" y="14"/>
                    </a:lnTo>
                    <a:lnTo>
                      <a:pt x="154" y="14"/>
                    </a:lnTo>
                    <a:lnTo>
                      <a:pt x="154" y="14"/>
                    </a:lnTo>
                    <a:lnTo>
                      <a:pt x="156" y="14"/>
                    </a:lnTo>
                    <a:lnTo>
                      <a:pt x="156" y="14"/>
                    </a:lnTo>
                    <a:lnTo>
                      <a:pt x="159" y="14"/>
                    </a:lnTo>
                    <a:lnTo>
                      <a:pt x="159" y="14"/>
                    </a:lnTo>
                    <a:lnTo>
                      <a:pt x="159" y="14"/>
                    </a:lnTo>
                    <a:lnTo>
                      <a:pt x="161" y="14"/>
                    </a:lnTo>
                    <a:lnTo>
                      <a:pt x="161" y="14"/>
                    </a:lnTo>
                    <a:lnTo>
                      <a:pt x="161" y="14"/>
                    </a:lnTo>
                    <a:lnTo>
                      <a:pt x="161" y="14"/>
                    </a:lnTo>
                    <a:lnTo>
                      <a:pt x="161" y="14"/>
                    </a:lnTo>
                    <a:lnTo>
                      <a:pt x="164" y="14"/>
                    </a:lnTo>
                    <a:lnTo>
                      <a:pt x="164" y="14"/>
                    </a:lnTo>
                    <a:lnTo>
                      <a:pt x="164" y="16"/>
                    </a:lnTo>
                    <a:lnTo>
                      <a:pt x="164" y="16"/>
                    </a:lnTo>
                    <a:lnTo>
                      <a:pt x="164" y="16"/>
                    </a:lnTo>
                    <a:lnTo>
                      <a:pt x="164" y="19"/>
                    </a:lnTo>
                    <a:lnTo>
                      <a:pt x="164" y="19"/>
                    </a:lnTo>
                    <a:lnTo>
                      <a:pt x="164" y="19"/>
                    </a:lnTo>
                    <a:lnTo>
                      <a:pt x="164" y="21"/>
                    </a:lnTo>
                    <a:lnTo>
                      <a:pt x="164" y="21"/>
                    </a:lnTo>
                    <a:lnTo>
                      <a:pt x="161" y="21"/>
                    </a:lnTo>
                    <a:lnTo>
                      <a:pt x="161" y="21"/>
                    </a:lnTo>
                    <a:lnTo>
                      <a:pt x="164" y="21"/>
                    </a:lnTo>
                    <a:lnTo>
                      <a:pt x="164" y="21"/>
                    </a:lnTo>
                    <a:lnTo>
                      <a:pt x="164" y="23"/>
                    </a:lnTo>
                    <a:lnTo>
                      <a:pt x="166" y="23"/>
                    </a:lnTo>
                    <a:lnTo>
                      <a:pt x="166" y="23"/>
                    </a:lnTo>
                    <a:lnTo>
                      <a:pt x="166" y="23"/>
                    </a:lnTo>
                    <a:lnTo>
                      <a:pt x="166" y="23"/>
                    </a:lnTo>
                    <a:lnTo>
                      <a:pt x="166" y="23"/>
                    </a:lnTo>
                    <a:lnTo>
                      <a:pt x="168" y="23"/>
                    </a:lnTo>
                    <a:lnTo>
                      <a:pt x="168" y="23"/>
                    </a:lnTo>
                    <a:lnTo>
                      <a:pt x="168" y="26"/>
                    </a:lnTo>
                    <a:lnTo>
                      <a:pt x="168" y="26"/>
                    </a:lnTo>
                    <a:lnTo>
                      <a:pt x="168" y="26"/>
                    </a:lnTo>
                    <a:lnTo>
                      <a:pt x="168" y="26"/>
                    </a:lnTo>
                    <a:lnTo>
                      <a:pt x="168" y="26"/>
                    </a:lnTo>
                    <a:lnTo>
                      <a:pt x="168" y="26"/>
                    </a:lnTo>
                    <a:lnTo>
                      <a:pt x="166" y="26"/>
                    </a:lnTo>
                    <a:lnTo>
                      <a:pt x="166" y="26"/>
                    </a:lnTo>
                    <a:lnTo>
                      <a:pt x="166" y="26"/>
                    </a:lnTo>
                    <a:lnTo>
                      <a:pt x="166" y="26"/>
                    </a:lnTo>
                    <a:lnTo>
                      <a:pt x="166" y="28"/>
                    </a:lnTo>
                    <a:lnTo>
                      <a:pt x="166" y="28"/>
                    </a:lnTo>
                    <a:lnTo>
                      <a:pt x="166" y="28"/>
                    </a:lnTo>
                    <a:lnTo>
                      <a:pt x="166" y="31"/>
                    </a:lnTo>
                    <a:lnTo>
                      <a:pt x="166" y="31"/>
                    </a:lnTo>
                    <a:lnTo>
                      <a:pt x="166" y="31"/>
                    </a:lnTo>
                    <a:lnTo>
                      <a:pt x="166" y="31"/>
                    </a:lnTo>
                    <a:lnTo>
                      <a:pt x="166" y="33"/>
                    </a:lnTo>
                    <a:lnTo>
                      <a:pt x="166" y="33"/>
                    </a:lnTo>
                    <a:lnTo>
                      <a:pt x="166" y="33"/>
                    </a:lnTo>
                    <a:lnTo>
                      <a:pt x="166" y="33"/>
                    </a:lnTo>
                    <a:lnTo>
                      <a:pt x="166" y="35"/>
                    </a:lnTo>
                    <a:lnTo>
                      <a:pt x="166" y="35"/>
                    </a:lnTo>
                    <a:lnTo>
                      <a:pt x="166" y="35"/>
                    </a:lnTo>
                    <a:lnTo>
                      <a:pt x="166" y="35"/>
                    </a:lnTo>
                    <a:lnTo>
                      <a:pt x="168" y="35"/>
                    </a:lnTo>
                    <a:lnTo>
                      <a:pt x="168" y="38"/>
                    </a:lnTo>
                    <a:lnTo>
                      <a:pt x="168" y="38"/>
                    </a:lnTo>
                    <a:lnTo>
                      <a:pt x="168" y="38"/>
                    </a:lnTo>
                    <a:lnTo>
                      <a:pt x="168" y="38"/>
                    </a:lnTo>
                    <a:lnTo>
                      <a:pt x="171" y="38"/>
                    </a:lnTo>
                    <a:lnTo>
                      <a:pt x="171" y="38"/>
                    </a:lnTo>
                    <a:lnTo>
                      <a:pt x="171" y="40"/>
                    </a:lnTo>
                    <a:lnTo>
                      <a:pt x="173" y="40"/>
                    </a:lnTo>
                    <a:lnTo>
                      <a:pt x="173" y="40"/>
                    </a:lnTo>
                    <a:lnTo>
                      <a:pt x="173" y="40"/>
                    </a:lnTo>
                    <a:lnTo>
                      <a:pt x="173" y="40"/>
                    </a:lnTo>
                    <a:lnTo>
                      <a:pt x="175" y="40"/>
                    </a:lnTo>
                    <a:lnTo>
                      <a:pt x="175" y="40"/>
                    </a:lnTo>
                    <a:lnTo>
                      <a:pt x="178" y="40"/>
                    </a:lnTo>
                    <a:lnTo>
                      <a:pt x="178" y="40"/>
                    </a:lnTo>
                    <a:lnTo>
                      <a:pt x="178" y="40"/>
                    </a:lnTo>
                    <a:lnTo>
                      <a:pt x="180" y="40"/>
                    </a:lnTo>
                    <a:lnTo>
                      <a:pt x="180" y="40"/>
                    </a:lnTo>
                    <a:lnTo>
                      <a:pt x="180" y="40"/>
                    </a:lnTo>
                    <a:lnTo>
                      <a:pt x="180" y="40"/>
                    </a:lnTo>
                    <a:lnTo>
                      <a:pt x="182" y="40"/>
                    </a:lnTo>
                    <a:lnTo>
                      <a:pt x="182" y="40"/>
                    </a:lnTo>
                    <a:lnTo>
                      <a:pt x="185" y="40"/>
                    </a:lnTo>
                    <a:lnTo>
                      <a:pt x="185" y="40"/>
                    </a:lnTo>
                    <a:lnTo>
                      <a:pt x="185" y="40"/>
                    </a:lnTo>
                    <a:lnTo>
                      <a:pt x="185" y="40"/>
                    </a:lnTo>
                    <a:lnTo>
                      <a:pt x="187" y="40"/>
                    </a:lnTo>
                    <a:lnTo>
                      <a:pt x="187" y="40"/>
                    </a:lnTo>
                    <a:lnTo>
                      <a:pt x="187" y="40"/>
                    </a:lnTo>
                    <a:lnTo>
                      <a:pt x="187" y="42"/>
                    </a:lnTo>
                    <a:lnTo>
                      <a:pt x="190" y="42"/>
                    </a:lnTo>
                    <a:lnTo>
                      <a:pt x="190" y="42"/>
                    </a:lnTo>
                    <a:lnTo>
                      <a:pt x="192" y="42"/>
                    </a:lnTo>
                    <a:lnTo>
                      <a:pt x="192" y="42"/>
                    </a:lnTo>
                    <a:lnTo>
                      <a:pt x="192" y="42"/>
                    </a:lnTo>
                    <a:lnTo>
                      <a:pt x="192" y="40"/>
                    </a:lnTo>
                    <a:lnTo>
                      <a:pt x="194" y="40"/>
                    </a:lnTo>
                    <a:lnTo>
                      <a:pt x="194" y="40"/>
                    </a:lnTo>
                    <a:lnTo>
                      <a:pt x="194" y="38"/>
                    </a:lnTo>
                    <a:lnTo>
                      <a:pt x="194" y="38"/>
                    </a:lnTo>
                    <a:lnTo>
                      <a:pt x="194" y="38"/>
                    </a:lnTo>
                    <a:lnTo>
                      <a:pt x="197" y="38"/>
                    </a:lnTo>
                    <a:lnTo>
                      <a:pt x="197" y="40"/>
                    </a:lnTo>
                    <a:lnTo>
                      <a:pt x="197" y="40"/>
                    </a:lnTo>
                    <a:lnTo>
                      <a:pt x="197" y="38"/>
                    </a:lnTo>
                    <a:lnTo>
                      <a:pt x="199" y="38"/>
                    </a:lnTo>
                    <a:lnTo>
                      <a:pt x="199" y="40"/>
                    </a:lnTo>
                    <a:lnTo>
                      <a:pt x="199" y="40"/>
                    </a:lnTo>
                    <a:lnTo>
                      <a:pt x="199" y="40"/>
                    </a:lnTo>
                    <a:lnTo>
                      <a:pt x="199" y="40"/>
                    </a:lnTo>
                    <a:lnTo>
                      <a:pt x="201" y="40"/>
                    </a:lnTo>
                    <a:lnTo>
                      <a:pt x="201" y="42"/>
                    </a:lnTo>
                    <a:lnTo>
                      <a:pt x="201" y="42"/>
                    </a:lnTo>
                    <a:lnTo>
                      <a:pt x="201" y="42"/>
                    </a:lnTo>
                    <a:lnTo>
                      <a:pt x="201" y="42"/>
                    </a:lnTo>
                    <a:lnTo>
                      <a:pt x="204" y="42"/>
                    </a:lnTo>
                    <a:lnTo>
                      <a:pt x="204" y="42"/>
                    </a:lnTo>
                    <a:lnTo>
                      <a:pt x="204" y="42"/>
                    </a:lnTo>
                    <a:lnTo>
                      <a:pt x="204" y="45"/>
                    </a:lnTo>
                    <a:lnTo>
                      <a:pt x="206" y="45"/>
                    </a:lnTo>
                    <a:lnTo>
                      <a:pt x="206" y="45"/>
                    </a:lnTo>
                    <a:lnTo>
                      <a:pt x="206" y="45"/>
                    </a:lnTo>
                    <a:lnTo>
                      <a:pt x="206" y="47"/>
                    </a:lnTo>
                    <a:lnTo>
                      <a:pt x="206" y="47"/>
                    </a:lnTo>
                    <a:lnTo>
                      <a:pt x="206" y="50"/>
                    </a:lnTo>
                    <a:lnTo>
                      <a:pt x="206" y="50"/>
                    </a:lnTo>
                    <a:lnTo>
                      <a:pt x="206" y="52"/>
                    </a:lnTo>
                    <a:lnTo>
                      <a:pt x="206" y="52"/>
                    </a:lnTo>
                    <a:lnTo>
                      <a:pt x="206" y="52"/>
                    </a:lnTo>
                    <a:lnTo>
                      <a:pt x="206" y="52"/>
                    </a:lnTo>
                    <a:lnTo>
                      <a:pt x="209" y="52"/>
                    </a:lnTo>
                    <a:lnTo>
                      <a:pt x="209" y="54"/>
                    </a:lnTo>
                    <a:lnTo>
                      <a:pt x="209" y="54"/>
                    </a:lnTo>
                    <a:lnTo>
                      <a:pt x="209" y="54"/>
                    </a:lnTo>
                    <a:lnTo>
                      <a:pt x="209" y="57"/>
                    </a:lnTo>
                    <a:lnTo>
                      <a:pt x="209" y="57"/>
                    </a:lnTo>
                    <a:lnTo>
                      <a:pt x="211" y="57"/>
                    </a:lnTo>
                    <a:lnTo>
                      <a:pt x="211" y="57"/>
                    </a:lnTo>
                    <a:lnTo>
                      <a:pt x="211" y="59"/>
                    </a:lnTo>
                    <a:lnTo>
                      <a:pt x="211" y="59"/>
                    </a:lnTo>
                    <a:lnTo>
                      <a:pt x="211" y="59"/>
                    </a:lnTo>
                    <a:lnTo>
                      <a:pt x="213" y="59"/>
                    </a:lnTo>
                    <a:lnTo>
                      <a:pt x="213" y="59"/>
                    </a:lnTo>
                    <a:lnTo>
                      <a:pt x="213" y="61"/>
                    </a:lnTo>
                    <a:lnTo>
                      <a:pt x="213" y="61"/>
                    </a:lnTo>
                    <a:lnTo>
                      <a:pt x="213" y="61"/>
                    </a:lnTo>
                    <a:lnTo>
                      <a:pt x="213" y="64"/>
                    </a:lnTo>
                    <a:lnTo>
                      <a:pt x="213" y="64"/>
                    </a:lnTo>
                    <a:lnTo>
                      <a:pt x="213" y="64"/>
                    </a:lnTo>
                    <a:lnTo>
                      <a:pt x="213" y="66"/>
                    </a:lnTo>
                    <a:lnTo>
                      <a:pt x="216" y="66"/>
                    </a:lnTo>
                    <a:lnTo>
                      <a:pt x="216" y="66"/>
                    </a:lnTo>
                    <a:lnTo>
                      <a:pt x="216" y="68"/>
                    </a:lnTo>
                    <a:lnTo>
                      <a:pt x="216" y="68"/>
                    </a:lnTo>
                    <a:lnTo>
                      <a:pt x="216" y="71"/>
                    </a:lnTo>
                    <a:lnTo>
                      <a:pt x="216" y="71"/>
                    </a:lnTo>
                    <a:lnTo>
                      <a:pt x="216" y="71"/>
                    </a:lnTo>
                    <a:lnTo>
                      <a:pt x="216" y="73"/>
                    </a:lnTo>
                    <a:lnTo>
                      <a:pt x="218" y="73"/>
                    </a:lnTo>
                    <a:lnTo>
                      <a:pt x="218" y="73"/>
                    </a:lnTo>
                    <a:lnTo>
                      <a:pt x="218" y="73"/>
                    </a:lnTo>
                    <a:lnTo>
                      <a:pt x="218" y="73"/>
                    </a:lnTo>
                    <a:lnTo>
                      <a:pt x="218" y="73"/>
                    </a:lnTo>
                    <a:lnTo>
                      <a:pt x="220" y="73"/>
                    </a:lnTo>
                    <a:lnTo>
                      <a:pt x="220" y="73"/>
                    </a:lnTo>
                    <a:lnTo>
                      <a:pt x="220" y="76"/>
                    </a:lnTo>
                    <a:lnTo>
                      <a:pt x="220" y="76"/>
                    </a:lnTo>
                    <a:lnTo>
                      <a:pt x="223" y="76"/>
                    </a:lnTo>
                    <a:lnTo>
                      <a:pt x="223" y="76"/>
                    </a:lnTo>
                    <a:lnTo>
                      <a:pt x="223" y="76"/>
                    </a:lnTo>
                    <a:lnTo>
                      <a:pt x="223" y="78"/>
                    </a:lnTo>
                    <a:lnTo>
                      <a:pt x="225" y="78"/>
                    </a:lnTo>
                    <a:lnTo>
                      <a:pt x="225" y="78"/>
                    </a:lnTo>
                    <a:lnTo>
                      <a:pt x="225" y="78"/>
                    </a:lnTo>
                    <a:lnTo>
                      <a:pt x="225" y="78"/>
                    </a:lnTo>
                    <a:lnTo>
                      <a:pt x="227" y="78"/>
                    </a:lnTo>
                    <a:lnTo>
                      <a:pt x="227" y="80"/>
                    </a:lnTo>
                    <a:lnTo>
                      <a:pt x="227" y="80"/>
                    </a:lnTo>
                    <a:lnTo>
                      <a:pt x="227" y="80"/>
                    </a:lnTo>
                    <a:lnTo>
                      <a:pt x="227" y="80"/>
                    </a:lnTo>
                    <a:lnTo>
                      <a:pt x="230" y="80"/>
                    </a:lnTo>
                    <a:lnTo>
                      <a:pt x="230" y="80"/>
                    </a:lnTo>
                    <a:lnTo>
                      <a:pt x="230" y="83"/>
                    </a:lnTo>
                    <a:lnTo>
                      <a:pt x="232" y="83"/>
                    </a:lnTo>
                    <a:lnTo>
                      <a:pt x="232" y="83"/>
                    </a:lnTo>
                    <a:lnTo>
                      <a:pt x="232" y="83"/>
                    </a:lnTo>
                    <a:lnTo>
                      <a:pt x="232" y="83"/>
                    </a:lnTo>
                    <a:lnTo>
                      <a:pt x="235" y="83"/>
                    </a:lnTo>
                    <a:lnTo>
                      <a:pt x="235" y="83"/>
                    </a:lnTo>
                    <a:lnTo>
                      <a:pt x="235" y="83"/>
                    </a:lnTo>
                    <a:lnTo>
                      <a:pt x="235" y="85"/>
                    </a:lnTo>
                    <a:lnTo>
                      <a:pt x="235" y="85"/>
                    </a:lnTo>
                    <a:lnTo>
                      <a:pt x="237" y="85"/>
                    </a:lnTo>
                    <a:lnTo>
                      <a:pt x="237" y="85"/>
                    </a:lnTo>
                    <a:lnTo>
                      <a:pt x="237" y="85"/>
                    </a:lnTo>
                    <a:lnTo>
                      <a:pt x="239" y="85"/>
                    </a:lnTo>
                    <a:lnTo>
                      <a:pt x="239" y="87"/>
                    </a:lnTo>
                    <a:lnTo>
                      <a:pt x="239" y="87"/>
                    </a:lnTo>
                    <a:lnTo>
                      <a:pt x="239" y="87"/>
                    </a:lnTo>
                    <a:lnTo>
                      <a:pt x="239" y="87"/>
                    </a:lnTo>
                    <a:lnTo>
                      <a:pt x="242" y="87"/>
                    </a:lnTo>
                    <a:lnTo>
                      <a:pt x="242" y="90"/>
                    </a:lnTo>
                    <a:lnTo>
                      <a:pt x="242" y="90"/>
                    </a:lnTo>
                    <a:lnTo>
                      <a:pt x="242" y="90"/>
                    </a:lnTo>
                    <a:lnTo>
                      <a:pt x="244" y="90"/>
                    </a:lnTo>
                    <a:lnTo>
                      <a:pt x="244" y="92"/>
                    </a:lnTo>
                    <a:lnTo>
                      <a:pt x="244" y="92"/>
                    </a:lnTo>
                    <a:lnTo>
                      <a:pt x="244" y="92"/>
                    </a:lnTo>
                    <a:lnTo>
                      <a:pt x="244" y="92"/>
                    </a:lnTo>
                    <a:lnTo>
                      <a:pt x="246" y="92"/>
                    </a:lnTo>
                    <a:lnTo>
                      <a:pt x="246" y="92"/>
                    </a:lnTo>
                    <a:lnTo>
                      <a:pt x="246" y="92"/>
                    </a:lnTo>
                    <a:lnTo>
                      <a:pt x="246" y="92"/>
                    </a:lnTo>
                    <a:lnTo>
                      <a:pt x="246" y="95"/>
                    </a:lnTo>
                    <a:lnTo>
                      <a:pt x="249" y="95"/>
                    </a:lnTo>
                    <a:lnTo>
                      <a:pt x="249" y="95"/>
                    </a:lnTo>
                    <a:lnTo>
                      <a:pt x="249" y="95"/>
                    </a:lnTo>
                    <a:lnTo>
                      <a:pt x="251" y="95"/>
                    </a:lnTo>
                    <a:lnTo>
                      <a:pt x="251" y="95"/>
                    </a:lnTo>
                    <a:lnTo>
                      <a:pt x="251" y="97"/>
                    </a:lnTo>
                    <a:lnTo>
                      <a:pt x="251" y="97"/>
                    </a:lnTo>
                    <a:lnTo>
                      <a:pt x="251" y="97"/>
                    </a:lnTo>
                    <a:lnTo>
                      <a:pt x="254" y="97"/>
                    </a:lnTo>
                    <a:lnTo>
                      <a:pt x="254" y="97"/>
                    </a:lnTo>
                    <a:lnTo>
                      <a:pt x="254" y="97"/>
                    </a:lnTo>
                    <a:lnTo>
                      <a:pt x="256" y="97"/>
                    </a:lnTo>
                    <a:lnTo>
                      <a:pt x="256" y="97"/>
                    </a:lnTo>
                    <a:lnTo>
                      <a:pt x="256" y="97"/>
                    </a:lnTo>
                    <a:lnTo>
                      <a:pt x="256" y="97"/>
                    </a:lnTo>
                    <a:lnTo>
                      <a:pt x="258" y="97"/>
                    </a:lnTo>
                    <a:lnTo>
                      <a:pt x="258" y="99"/>
                    </a:lnTo>
                    <a:lnTo>
                      <a:pt x="258" y="99"/>
                    </a:lnTo>
                    <a:lnTo>
                      <a:pt x="258" y="99"/>
                    </a:lnTo>
                    <a:lnTo>
                      <a:pt x="258" y="99"/>
                    </a:lnTo>
                    <a:lnTo>
                      <a:pt x="261" y="99"/>
                    </a:lnTo>
                    <a:lnTo>
                      <a:pt x="261" y="102"/>
                    </a:lnTo>
                    <a:lnTo>
                      <a:pt x="261" y="102"/>
                    </a:lnTo>
                    <a:lnTo>
                      <a:pt x="261" y="102"/>
                    </a:lnTo>
                    <a:lnTo>
                      <a:pt x="261" y="102"/>
                    </a:lnTo>
                    <a:lnTo>
                      <a:pt x="263" y="102"/>
                    </a:lnTo>
                    <a:lnTo>
                      <a:pt x="263" y="102"/>
                    </a:lnTo>
                    <a:lnTo>
                      <a:pt x="263" y="102"/>
                    </a:lnTo>
                    <a:lnTo>
                      <a:pt x="265" y="102"/>
                    </a:lnTo>
                    <a:lnTo>
                      <a:pt x="265" y="102"/>
                    </a:lnTo>
                    <a:lnTo>
                      <a:pt x="265" y="104"/>
                    </a:lnTo>
                    <a:lnTo>
                      <a:pt x="265" y="104"/>
                    </a:lnTo>
                    <a:lnTo>
                      <a:pt x="268" y="104"/>
                    </a:lnTo>
                    <a:lnTo>
                      <a:pt x="268" y="104"/>
                    </a:lnTo>
                    <a:lnTo>
                      <a:pt x="268" y="104"/>
                    </a:lnTo>
                    <a:lnTo>
                      <a:pt x="268" y="104"/>
                    </a:lnTo>
                    <a:lnTo>
                      <a:pt x="268" y="106"/>
                    </a:lnTo>
                    <a:lnTo>
                      <a:pt x="270" y="106"/>
                    </a:lnTo>
                    <a:lnTo>
                      <a:pt x="270" y="106"/>
                    </a:lnTo>
                    <a:lnTo>
                      <a:pt x="272" y="106"/>
                    </a:lnTo>
                    <a:lnTo>
                      <a:pt x="272" y="106"/>
                    </a:lnTo>
                    <a:lnTo>
                      <a:pt x="272" y="106"/>
                    </a:lnTo>
                    <a:lnTo>
                      <a:pt x="272" y="109"/>
                    </a:lnTo>
                    <a:lnTo>
                      <a:pt x="272" y="109"/>
                    </a:lnTo>
                    <a:lnTo>
                      <a:pt x="275" y="109"/>
                    </a:lnTo>
                    <a:lnTo>
                      <a:pt x="275" y="109"/>
                    </a:lnTo>
                    <a:lnTo>
                      <a:pt x="275" y="109"/>
                    </a:lnTo>
                    <a:lnTo>
                      <a:pt x="275" y="111"/>
                    </a:lnTo>
                    <a:lnTo>
                      <a:pt x="275" y="111"/>
                    </a:lnTo>
                    <a:lnTo>
                      <a:pt x="275" y="111"/>
                    </a:lnTo>
                    <a:lnTo>
                      <a:pt x="277" y="111"/>
                    </a:lnTo>
                    <a:lnTo>
                      <a:pt x="277" y="111"/>
                    </a:lnTo>
                    <a:lnTo>
                      <a:pt x="277" y="111"/>
                    </a:lnTo>
                    <a:lnTo>
                      <a:pt x="280" y="111"/>
                    </a:lnTo>
                    <a:lnTo>
                      <a:pt x="280" y="111"/>
                    </a:lnTo>
                    <a:lnTo>
                      <a:pt x="280" y="114"/>
                    </a:lnTo>
                    <a:lnTo>
                      <a:pt x="280" y="114"/>
                    </a:lnTo>
                    <a:lnTo>
                      <a:pt x="282" y="114"/>
                    </a:lnTo>
                    <a:lnTo>
                      <a:pt x="282" y="114"/>
                    </a:lnTo>
                    <a:lnTo>
                      <a:pt x="282" y="114"/>
                    </a:lnTo>
                    <a:lnTo>
                      <a:pt x="284" y="114"/>
                    </a:lnTo>
                    <a:lnTo>
                      <a:pt x="284" y="114"/>
                    </a:lnTo>
                    <a:lnTo>
                      <a:pt x="284" y="116"/>
                    </a:lnTo>
                    <a:lnTo>
                      <a:pt x="284" y="116"/>
                    </a:lnTo>
                    <a:lnTo>
                      <a:pt x="287" y="116"/>
                    </a:lnTo>
                    <a:lnTo>
                      <a:pt x="287" y="116"/>
                    </a:lnTo>
                    <a:lnTo>
                      <a:pt x="287" y="116"/>
                    </a:lnTo>
                    <a:lnTo>
                      <a:pt x="289" y="116"/>
                    </a:lnTo>
                    <a:lnTo>
                      <a:pt x="289" y="116"/>
                    </a:lnTo>
                    <a:lnTo>
                      <a:pt x="289" y="114"/>
                    </a:lnTo>
                    <a:lnTo>
                      <a:pt x="291" y="114"/>
                    </a:lnTo>
                    <a:lnTo>
                      <a:pt x="291" y="116"/>
                    </a:lnTo>
                    <a:lnTo>
                      <a:pt x="291" y="116"/>
                    </a:lnTo>
                    <a:lnTo>
                      <a:pt x="291" y="116"/>
                    </a:lnTo>
                    <a:lnTo>
                      <a:pt x="291" y="116"/>
                    </a:lnTo>
                    <a:lnTo>
                      <a:pt x="294" y="116"/>
                    </a:lnTo>
                    <a:lnTo>
                      <a:pt x="294" y="116"/>
                    </a:lnTo>
                    <a:lnTo>
                      <a:pt x="294" y="116"/>
                    </a:lnTo>
                    <a:lnTo>
                      <a:pt x="294" y="118"/>
                    </a:lnTo>
                    <a:lnTo>
                      <a:pt x="296" y="118"/>
                    </a:lnTo>
                    <a:lnTo>
                      <a:pt x="296" y="118"/>
                    </a:lnTo>
                    <a:lnTo>
                      <a:pt x="298" y="118"/>
                    </a:lnTo>
                    <a:lnTo>
                      <a:pt x="298" y="118"/>
                    </a:lnTo>
                    <a:lnTo>
                      <a:pt x="298" y="118"/>
                    </a:lnTo>
                    <a:lnTo>
                      <a:pt x="298" y="121"/>
                    </a:lnTo>
                    <a:lnTo>
                      <a:pt x="298" y="121"/>
                    </a:lnTo>
                    <a:lnTo>
                      <a:pt x="298" y="121"/>
                    </a:lnTo>
                    <a:lnTo>
                      <a:pt x="301" y="121"/>
                    </a:lnTo>
                    <a:lnTo>
                      <a:pt x="301" y="121"/>
                    </a:lnTo>
                    <a:lnTo>
                      <a:pt x="301" y="121"/>
                    </a:lnTo>
                    <a:lnTo>
                      <a:pt x="303" y="121"/>
                    </a:lnTo>
                    <a:lnTo>
                      <a:pt x="303" y="121"/>
                    </a:lnTo>
                    <a:lnTo>
                      <a:pt x="306" y="121"/>
                    </a:lnTo>
                    <a:lnTo>
                      <a:pt x="306" y="121"/>
                    </a:lnTo>
                    <a:lnTo>
                      <a:pt x="306" y="123"/>
                    </a:lnTo>
                    <a:lnTo>
                      <a:pt x="306" y="123"/>
                    </a:lnTo>
                    <a:lnTo>
                      <a:pt x="306" y="123"/>
                    </a:lnTo>
                    <a:lnTo>
                      <a:pt x="306" y="123"/>
                    </a:lnTo>
                    <a:lnTo>
                      <a:pt x="306" y="123"/>
                    </a:lnTo>
                    <a:lnTo>
                      <a:pt x="306" y="125"/>
                    </a:lnTo>
                    <a:lnTo>
                      <a:pt x="306" y="125"/>
                    </a:lnTo>
                    <a:lnTo>
                      <a:pt x="306" y="125"/>
                    </a:lnTo>
                    <a:lnTo>
                      <a:pt x="303" y="125"/>
                    </a:lnTo>
                    <a:lnTo>
                      <a:pt x="303" y="128"/>
                    </a:lnTo>
                    <a:lnTo>
                      <a:pt x="303" y="128"/>
                    </a:lnTo>
                    <a:lnTo>
                      <a:pt x="303" y="130"/>
                    </a:lnTo>
                    <a:lnTo>
                      <a:pt x="303" y="130"/>
                    </a:lnTo>
                    <a:lnTo>
                      <a:pt x="303" y="132"/>
                    </a:lnTo>
                    <a:lnTo>
                      <a:pt x="303" y="132"/>
                    </a:lnTo>
                    <a:lnTo>
                      <a:pt x="303" y="132"/>
                    </a:lnTo>
                    <a:lnTo>
                      <a:pt x="306" y="132"/>
                    </a:lnTo>
                    <a:lnTo>
                      <a:pt x="306" y="135"/>
                    </a:lnTo>
                    <a:lnTo>
                      <a:pt x="306" y="135"/>
                    </a:lnTo>
                    <a:lnTo>
                      <a:pt x="306" y="135"/>
                    </a:lnTo>
                    <a:lnTo>
                      <a:pt x="306" y="137"/>
                    </a:lnTo>
                    <a:lnTo>
                      <a:pt x="306" y="137"/>
                    </a:lnTo>
                    <a:lnTo>
                      <a:pt x="303" y="137"/>
                    </a:lnTo>
                    <a:lnTo>
                      <a:pt x="303" y="137"/>
                    </a:lnTo>
                    <a:lnTo>
                      <a:pt x="303" y="140"/>
                    </a:lnTo>
                    <a:lnTo>
                      <a:pt x="303" y="140"/>
                    </a:lnTo>
                    <a:lnTo>
                      <a:pt x="301" y="140"/>
                    </a:lnTo>
                    <a:lnTo>
                      <a:pt x="301" y="140"/>
                    </a:lnTo>
                    <a:lnTo>
                      <a:pt x="301" y="140"/>
                    </a:lnTo>
                    <a:lnTo>
                      <a:pt x="298" y="140"/>
                    </a:lnTo>
                    <a:lnTo>
                      <a:pt x="298" y="140"/>
                    </a:lnTo>
                    <a:lnTo>
                      <a:pt x="298" y="140"/>
                    </a:lnTo>
                    <a:lnTo>
                      <a:pt x="298" y="137"/>
                    </a:lnTo>
                    <a:lnTo>
                      <a:pt x="296" y="137"/>
                    </a:lnTo>
                    <a:lnTo>
                      <a:pt x="296" y="137"/>
                    </a:lnTo>
                    <a:lnTo>
                      <a:pt x="294" y="137"/>
                    </a:lnTo>
                    <a:lnTo>
                      <a:pt x="294" y="137"/>
                    </a:lnTo>
                    <a:lnTo>
                      <a:pt x="294" y="137"/>
                    </a:lnTo>
                    <a:lnTo>
                      <a:pt x="294" y="135"/>
                    </a:lnTo>
                    <a:lnTo>
                      <a:pt x="294" y="135"/>
                    </a:lnTo>
                    <a:lnTo>
                      <a:pt x="291" y="135"/>
                    </a:lnTo>
                    <a:lnTo>
                      <a:pt x="291" y="135"/>
                    </a:lnTo>
                    <a:lnTo>
                      <a:pt x="291" y="135"/>
                    </a:lnTo>
                    <a:lnTo>
                      <a:pt x="289" y="135"/>
                    </a:lnTo>
                    <a:lnTo>
                      <a:pt x="289" y="135"/>
                    </a:lnTo>
                    <a:lnTo>
                      <a:pt x="289" y="135"/>
                    </a:lnTo>
                    <a:lnTo>
                      <a:pt x="287" y="135"/>
                    </a:lnTo>
                    <a:lnTo>
                      <a:pt x="287" y="132"/>
                    </a:lnTo>
                    <a:lnTo>
                      <a:pt x="287" y="132"/>
                    </a:lnTo>
                    <a:lnTo>
                      <a:pt x="287" y="132"/>
                    </a:lnTo>
                    <a:lnTo>
                      <a:pt x="287" y="135"/>
                    </a:lnTo>
                    <a:lnTo>
                      <a:pt x="284" y="135"/>
                    </a:lnTo>
                    <a:lnTo>
                      <a:pt x="284" y="135"/>
                    </a:lnTo>
                    <a:lnTo>
                      <a:pt x="284" y="137"/>
                    </a:lnTo>
                    <a:lnTo>
                      <a:pt x="284" y="137"/>
                    </a:lnTo>
                    <a:lnTo>
                      <a:pt x="284" y="137"/>
                    </a:lnTo>
                    <a:lnTo>
                      <a:pt x="284" y="140"/>
                    </a:lnTo>
                    <a:lnTo>
                      <a:pt x="284" y="140"/>
                    </a:lnTo>
                    <a:lnTo>
                      <a:pt x="284" y="140"/>
                    </a:lnTo>
                    <a:lnTo>
                      <a:pt x="284" y="142"/>
                    </a:lnTo>
                    <a:lnTo>
                      <a:pt x="282" y="142"/>
                    </a:lnTo>
                    <a:lnTo>
                      <a:pt x="282" y="142"/>
                    </a:lnTo>
                    <a:lnTo>
                      <a:pt x="280" y="142"/>
                    </a:lnTo>
                    <a:lnTo>
                      <a:pt x="280" y="142"/>
                    </a:lnTo>
                    <a:lnTo>
                      <a:pt x="280" y="142"/>
                    </a:lnTo>
                    <a:lnTo>
                      <a:pt x="277" y="142"/>
                    </a:lnTo>
                    <a:lnTo>
                      <a:pt x="277" y="142"/>
                    </a:lnTo>
                    <a:lnTo>
                      <a:pt x="275" y="142"/>
                    </a:lnTo>
                    <a:lnTo>
                      <a:pt x="275" y="142"/>
                    </a:lnTo>
                    <a:lnTo>
                      <a:pt x="275" y="142"/>
                    </a:lnTo>
                    <a:lnTo>
                      <a:pt x="272" y="142"/>
                    </a:lnTo>
                    <a:lnTo>
                      <a:pt x="272" y="142"/>
                    </a:lnTo>
                    <a:lnTo>
                      <a:pt x="272" y="142"/>
                    </a:lnTo>
                    <a:lnTo>
                      <a:pt x="272" y="142"/>
                    </a:lnTo>
                    <a:lnTo>
                      <a:pt x="270" y="142"/>
                    </a:lnTo>
                    <a:lnTo>
                      <a:pt x="270" y="142"/>
                    </a:lnTo>
                    <a:lnTo>
                      <a:pt x="268" y="142"/>
                    </a:lnTo>
                    <a:lnTo>
                      <a:pt x="268" y="142"/>
                    </a:lnTo>
                    <a:lnTo>
                      <a:pt x="268" y="142"/>
                    </a:lnTo>
                    <a:lnTo>
                      <a:pt x="268" y="142"/>
                    </a:lnTo>
                    <a:lnTo>
                      <a:pt x="268" y="144"/>
                    </a:lnTo>
                    <a:lnTo>
                      <a:pt x="265" y="144"/>
                    </a:lnTo>
                    <a:lnTo>
                      <a:pt x="265" y="144"/>
                    </a:lnTo>
                    <a:lnTo>
                      <a:pt x="265" y="144"/>
                    </a:lnTo>
                    <a:lnTo>
                      <a:pt x="265" y="147"/>
                    </a:lnTo>
                    <a:lnTo>
                      <a:pt x="265" y="147"/>
                    </a:lnTo>
                    <a:lnTo>
                      <a:pt x="265" y="147"/>
                    </a:lnTo>
                    <a:lnTo>
                      <a:pt x="265" y="149"/>
                    </a:lnTo>
                    <a:lnTo>
                      <a:pt x="265" y="149"/>
                    </a:lnTo>
                    <a:lnTo>
                      <a:pt x="265" y="149"/>
                    </a:lnTo>
                    <a:lnTo>
                      <a:pt x="265" y="151"/>
                    </a:lnTo>
                    <a:lnTo>
                      <a:pt x="265" y="151"/>
                    </a:lnTo>
                    <a:lnTo>
                      <a:pt x="265" y="151"/>
                    </a:lnTo>
                    <a:lnTo>
                      <a:pt x="265" y="151"/>
                    </a:lnTo>
                    <a:lnTo>
                      <a:pt x="263" y="151"/>
                    </a:lnTo>
                    <a:lnTo>
                      <a:pt x="263" y="154"/>
                    </a:lnTo>
                    <a:lnTo>
                      <a:pt x="263" y="154"/>
                    </a:lnTo>
                    <a:lnTo>
                      <a:pt x="263" y="154"/>
                    </a:lnTo>
                    <a:lnTo>
                      <a:pt x="263" y="156"/>
                    </a:lnTo>
                    <a:lnTo>
                      <a:pt x="263" y="156"/>
                    </a:lnTo>
                    <a:lnTo>
                      <a:pt x="263" y="159"/>
                    </a:lnTo>
                    <a:lnTo>
                      <a:pt x="263" y="159"/>
                    </a:lnTo>
                    <a:lnTo>
                      <a:pt x="263" y="161"/>
                    </a:lnTo>
                    <a:lnTo>
                      <a:pt x="263" y="161"/>
                    </a:lnTo>
                    <a:lnTo>
                      <a:pt x="263" y="161"/>
                    </a:lnTo>
                    <a:lnTo>
                      <a:pt x="261" y="161"/>
                    </a:lnTo>
                    <a:lnTo>
                      <a:pt x="261" y="163"/>
                    </a:lnTo>
                    <a:lnTo>
                      <a:pt x="261" y="163"/>
                    </a:lnTo>
                    <a:lnTo>
                      <a:pt x="261" y="163"/>
                    </a:lnTo>
                    <a:lnTo>
                      <a:pt x="261" y="166"/>
                    </a:lnTo>
                    <a:lnTo>
                      <a:pt x="261" y="166"/>
                    </a:lnTo>
                    <a:lnTo>
                      <a:pt x="258" y="166"/>
                    </a:lnTo>
                    <a:lnTo>
                      <a:pt x="258" y="166"/>
                    </a:lnTo>
                    <a:lnTo>
                      <a:pt x="258" y="166"/>
                    </a:lnTo>
                    <a:lnTo>
                      <a:pt x="258" y="166"/>
                    </a:lnTo>
                    <a:lnTo>
                      <a:pt x="258" y="168"/>
                    </a:lnTo>
                    <a:lnTo>
                      <a:pt x="256" y="168"/>
                    </a:lnTo>
                    <a:lnTo>
                      <a:pt x="256" y="168"/>
                    </a:lnTo>
                    <a:lnTo>
                      <a:pt x="256" y="168"/>
                    </a:lnTo>
                    <a:lnTo>
                      <a:pt x="254" y="168"/>
                    </a:lnTo>
                    <a:lnTo>
                      <a:pt x="254" y="168"/>
                    </a:lnTo>
                    <a:lnTo>
                      <a:pt x="254" y="168"/>
                    </a:lnTo>
                    <a:lnTo>
                      <a:pt x="254" y="170"/>
                    </a:lnTo>
                    <a:lnTo>
                      <a:pt x="251" y="170"/>
                    </a:lnTo>
                    <a:lnTo>
                      <a:pt x="251" y="170"/>
                    </a:lnTo>
                    <a:lnTo>
                      <a:pt x="251" y="170"/>
                    </a:lnTo>
                    <a:lnTo>
                      <a:pt x="251" y="170"/>
                    </a:lnTo>
                    <a:lnTo>
                      <a:pt x="251" y="173"/>
                    </a:lnTo>
                    <a:lnTo>
                      <a:pt x="251" y="173"/>
                    </a:lnTo>
                    <a:lnTo>
                      <a:pt x="251" y="170"/>
                    </a:lnTo>
                    <a:lnTo>
                      <a:pt x="249" y="170"/>
                    </a:lnTo>
                    <a:lnTo>
                      <a:pt x="249" y="170"/>
                    </a:lnTo>
                    <a:lnTo>
                      <a:pt x="246" y="170"/>
                    </a:lnTo>
                    <a:lnTo>
                      <a:pt x="246" y="170"/>
                    </a:lnTo>
                    <a:lnTo>
                      <a:pt x="246" y="170"/>
                    </a:lnTo>
                    <a:lnTo>
                      <a:pt x="246" y="173"/>
                    </a:lnTo>
                    <a:lnTo>
                      <a:pt x="244" y="173"/>
                    </a:lnTo>
                    <a:lnTo>
                      <a:pt x="244" y="173"/>
                    </a:lnTo>
                    <a:lnTo>
                      <a:pt x="244" y="173"/>
                    </a:lnTo>
                    <a:lnTo>
                      <a:pt x="244" y="173"/>
                    </a:lnTo>
                    <a:lnTo>
                      <a:pt x="242" y="173"/>
                    </a:lnTo>
                    <a:lnTo>
                      <a:pt x="242" y="173"/>
                    </a:lnTo>
                    <a:lnTo>
                      <a:pt x="239" y="173"/>
                    </a:lnTo>
                    <a:lnTo>
                      <a:pt x="239" y="173"/>
                    </a:lnTo>
                    <a:lnTo>
                      <a:pt x="239" y="175"/>
                    </a:lnTo>
                    <a:lnTo>
                      <a:pt x="239" y="175"/>
                    </a:lnTo>
                    <a:lnTo>
                      <a:pt x="237" y="175"/>
                    </a:lnTo>
                    <a:lnTo>
                      <a:pt x="237" y="175"/>
                    </a:lnTo>
                    <a:lnTo>
                      <a:pt x="237" y="175"/>
                    </a:lnTo>
                    <a:lnTo>
                      <a:pt x="235" y="175"/>
                    </a:lnTo>
                    <a:lnTo>
                      <a:pt x="235" y="175"/>
                    </a:lnTo>
                    <a:lnTo>
                      <a:pt x="235" y="175"/>
                    </a:lnTo>
                    <a:lnTo>
                      <a:pt x="232" y="175"/>
                    </a:lnTo>
                    <a:lnTo>
                      <a:pt x="232" y="175"/>
                    </a:lnTo>
                    <a:lnTo>
                      <a:pt x="232" y="175"/>
                    </a:lnTo>
                    <a:lnTo>
                      <a:pt x="230" y="175"/>
                    </a:lnTo>
                    <a:lnTo>
                      <a:pt x="230" y="178"/>
                    </a:lnTo>
                    <a:lnTo>
                      <a:pt x="230" y="178"/>
                    </a:lnTo>
                    <a:lnTo>
                      <a:pt x="232" y="178"/>
                    </a:lnTo>
                    <a:lnTo>
                      <a:pt x="232" y="180"/>
                    </a:lnTo>
                    <a:lnTo>
                      <a:pt x="232" y="180"/>
                    </a:lnTo>
                    <a:lnTo>
                      <a:pt x="232" y="180"/>
                    </a:lnTo>
                    <a:lnTo>
                      <a:pt x="232" y="180"/>
                    </a:lnTo>
                    <a:lnTo>
                      <a:pt x="232" y="182"/>
                    </a:lnTo>
                    <a:lnTo>
                      <a:pt x="232" y="182"/>
                    </a:lnTo>
                    <a:lnTo>
                      <a:pt x="232" y="182"/>
                    </a:lnTo>
                    <a:lnTo>
                      <a:pt x="230" y="182"/>
                    </a:lnTo>
                    <a:lnTo>
                      <a:pt x="230" y="182"/>
                    </a:lnTo>
                    <a:lnTo>
                      <a:pt x="230" y="182"/>
                    </a:lnTo>
                    <a:lnTo>
                      <a:pt x="230" y="182"/>
                    </a:lnTo>
                    <a:lnTo>
                      <a:pt x="230" y="182"/>
                    </a:lnTo>
                    <a:lnTo>
                      <a:pt x="230" y="185"/>
                    </a:lnTo>
                    <a:lnTo>
                      <a:pt x="230" y="185"/>
                    </a:lnTo>
                    <a:lnTo>
                      <a:pt x="230" y="187"/>
                    </a:lnTo>
                    <a:lnTo>
                      <a:pt x="230" y="187"/>
                    </a:lnTo>
                    <a:lnTo>
                      <a:pt x="230" y="187"/>
                    </a:lnTo>
                    <a:lnTo>
                      <a:pt x="227" y="187"/>
                    </a:lnTo>
                    <a:lnTo>
                      <a:pt x="227" y="187"/>
                    </a:lnTo>
                    <a:lnTo>
                      <a:pt x="227" y="187"/>
                    </a:lnTo>
                    <a:lnTo>
                      <a:pt x="227" y="189"/>
                    </a:lnTo>
                    <a:lnTo>
                      <a:pt x="225" y="189"/>
                    </a:lnTo>
                    <a:lnTo>
                      <a:pt x="225" y="189"/>
                    </a:lnTo>
                    <a:lnTo>
                      <a:pt x="225" y="189"/>
                    </a:lnTo>
                    <a:lnTo>
                      <a:pt x="225" y="189"/>
                    </a:lnTo>
                    <a:lnTo>
                      <a:pt x="225" y="192"/>
                    </a:lnTo>
                    <a:lnTo>
                      <a:pt x="223" y="192"/>
                    </a:lnTo>
                    <a:lnTo>
                      <a:pt x="223" y="192"/>
                    </a:lnTo>
                    <a:lnTo>
                      <a:pt x="223" y="192"/>
                    </a:lnTo>
                    <a:lnTo>
                      <a:pt x="220" y="192"/>
                    </a:lnTo>
                    <a:lnTo>
                      <a:pt x="220" y="192"/>
                    </a:lnTo>
                    <a:lnTo>
                      <a:pt x="220" y="192"/>
                    </a:lnTo>
                    <a:lnTo>
                      <a:pt x="218" y="192"/>
                    </a:lnTo>
                    <a:lnTo>
                      <a:pt x="218" y="192"/>
                    </a:lnTo>
                    <a:lnTo>
                      <a:pt x="218" y="192"/>
                    </a:lnTo>
                    <a:lnTo>
                      <a:pt x="218" y="192"/>
                    </a:lnTo>
                    <a:lnTo>
                      <a:pt x="216" y="192"/>
                    </a:lnTo>
                    <a:lnTo>
                      <a:pt x="216" y="192"/>
                    </a:lnTo>
                    <a:lnTo>
                      <a:pt x="216" y="192"/>
                    </a:lnTo>
                    <a:lnTo>
                      <a:pt x="216" y="192"/>
                    </a:lnTo>
                    <a:lnTo>
                      <a:pt x="213" y="192"/>
                    </a:lnTo>
                    <a:lnTo>
                      <a:pt x="213" y="194"/>
                    </a:lnTo>
                    <a:lnTo>
                      <a:pt x="213" y="194"/>
                    </a:lnTo>
                    <a:lnTo>
                      <a:pt x="213" y="194"/>
                    </a:lnTo>
                    <a:lnTo>
                      <a:pt x="213" y="192"/>
                    </a:lnTo>
                    <a:lnTo>
                      <a:pt x="213" y="192"/>
                    </a:lnTo>
                    <a:lnTo>
                      <a:pt x="213" y="192"/>
                    </a:lnTo>
                    <a:lnTo>
                      <a:pt x="211" y="192"/>
                    </a:lnTo>
                    <a:lnTo>
                      <a:pt x="211" y="189"/>
                    </a:lnTo>
                    <a:lnTo>
                      <a:pt x="211" y="189"/>
                    </a:lnTo>
                    <a:lnTo>
                      <a:pt x="211" y="189"/>
                    </a:lnTo>
                    <a:lnTo>
                      <a:pt x="209" y="189"/>
                    </a:lnTo>
                    <a:lnTo>
                      <a:pt x="209" y="189"/>
                    </a:lnTo>
                    <a:lnTo>
                      <a:pt x="209" y="189"/>
                    </a:lnTo>
                    <a:lnTo>
                      <a:pt x="209" y="187"/>
                    </a:lnTo>
                    <a:lnTo>
                      <a:pt x="206" y="187"/>
                    </a:lnTo>
                    <a:lnTo>
                      <a:pt x="206" y="187"/>
                    </a:lnTo>
                    <a:lnTo>
                      <a:pt x="206" y="187"/>
                    </a:lnTo>
                    <a:lnTo>
                      <a:pt x="206" y="187"/>
                    </a:lnTo>
                    <a:lnTo>
                      <a:pt x="204" y="187"/>
                    </a:lnTo>
                    <a:lnTo>
                      <a:pt x="204" y="187"/>
                    </a:lnTo>
                    <a:lnTo>
                      <a:pt x="204" y="187"/>
                    </a:lnTo>
                    <a:lnTo>
                      <a:pt x="201" y="187"/>
                    </a:lnTo>
                    <a:lnTo>
                      <a:pt x="201" y="187"/>
                    </a:lnTo>
                    <a:lnTo>
                      <a:pt x="201" y="187"/>
                    </a:lnTo>
                    <a:lnTo>
                      <a:pt x="199" y="187"/>
                    </a:lnTo>
                    <a:lnTo>
                      <a:pt x="199" y="187"/>
                    </a:lnTo>
                    <a:lnTo>
                      <a:pt x="199" y="187"/>
                    </a:lnTo>
                    <a:lnTo>
                      <a:pt x="197" y="187"/>
                    </a:lnTo>
                    <a:lnTo>
                      <a:pt x="197" y="187"/>
                    </a:lnTo>
                    <a:lnTo>
                      <a:pt x="197" y="187"/>
                    </a:lnTo>
                    <a:lnTo>
                      <a:pt x="197" y="185"/>
                    </a:lnTo>
                    <a:lnTo>
                      <a:pt x="194" y="185"/>
                    </a:lnTo>
                    <a:lnTo>
                      <a:pt x="194" y="185"/>
                    </a:lnTo>
                    <a:lnTo>
                      <a:pt x="194" y="185"/>
                    </a:lnTo>
                    <a:lnTo>
                      <a:pt x="194" y="185"/>
                    </a:lnTo>
                    <a:lnTo>
                      <a:pt x="194" y="182"/>
                    </a:lnTo>
                    <a:lnTo>
                      <a:pt x="192" y="182"/>
                    </a:lnTo>
                    <a:lnTo>
                      <a:pt x="192" y="182"/>
                    </a:lnTo>
                    <a:lnTo>
                      <a:pt x="192" y="182"/>
                    </a:lnTo>
                    <a:lnTo>
                      <a:pt x="192" y="182"/>
                    </a:lnTo>
                    <a:lnTo>
                      <a:pt x="190" y="182"/>
                    </a:lnTo>
                    <a:lnTo>
                      <a:pt x="190" y="182"/>
                    </a:lnTo>
                    <a:lnTo>
                      <a:pt x="190" y="182"/>
                    </a:lnTo>
                    <a:lnTo>
                      <a:pt x="190" y="180"/>
                    </a:lnTo>
                    <a:lnTo>
                      <a:pt x="190" y="180"/>
                    </a:lnTo>
                    <a:lnTo>
                      <a:pt x="190" y="180"/>
                    </a:lnTo>
                    <a:lnTo>
                      <a:pt x="190" y="178"/>
                    </a:lnTo>
                    <a:lnTo>
                      <a:pt x="190" y="178"/>
                    </a:lnTo>
                    <a:lnTo>
                      <a:pt x="190" y="175"/>
                    </a:lnTo>
                    <a:lnTo>
                      <a:pt x="190" y="175"/>
                    </a:lnTo>
                    <a:lnTo>
                      <a:pt x="190" y="175"/>
                    </a:lnTo>
                    <a:lnTo>
                      <a:pt x="190" y="173"/>
                    </a:lnTo>
                    <a:lnTo>
                      <a:pt x="187" y="173"/>
                    </a:lnTo>
                    <a:lnTo>
                      <a:pt x="187" y="173"/>
                    </a:lnTo>
                    <a:lnTo>
                      <a:pt x="187" y="173"/>
                    </a:lnTo>
                    <a:lnTo>
                      <a:pt x="187" y="173"/>
                    </a:lnTo>
                    <a:lnTo>
                      <a:pt x="187" y="170"/>
                    </a:lnTo>
                    <a:lnTo>
                      <a:pt x="190" y="170"/>
                    </a:lnTo>
                    <a:lnTo>
                      <a:pt x="190" y="170"/>
                    </a:lnTo>
                    <a:lnTo>
                      <a:pt x="190" y="170"/>
                    </a:lnTo>
                    <a:lnTo>
                      <a:pt x="190" y="170"/>
                    </a:lnTo>
                    <a:lnTo>
                      <a:pt x="190" y="168"/>
                    </a:lnTo>
                    <a:lnTo>
                      <a:pt x="190" y="168"/>
                    </a:lnTo>
                    <a:lnTo>
                      <a:pt x="190" y="168"/>
                    </a:lnTo>
                    <a:lnTo>
                      <a:pt x="190" y="166"/>
                    </a:lnTo>
                    <a:lnTo>
                      <a:pt x="190" y="166"/>
                    </a:lnTo>
                    <a:lnTo>
                      <a:pt x="187" y="166"/>
                    </a:lnTo>
                    <a:lnTo>
                      <a:pt x="187" y="163"/>
                    </a:lnTo>
                    <a:lnTo>
                      <a:pt x="187" y="163"/>
                    </a:lnTo>
                    <a:lnTo>
                      <a:pt x="187" y="161"/>
                    </a:lnTo>
                    <a:lnTo>
                      <a:pt x="187" y="161"/>
                    </a:lnTo>
                    <a:lnTo>
                      <a:pt x="187" y="161"/>
                    </a:lnTo>
                    <a:lnTo>
                      <a:pt x="187" y="159"/>
                    </a:lnTo>
                    <a:lnTo>
                      <a:pt x="190" y="159"/>
                    </a:lnTo>
                    <a:lnTo>
                      <a:pt x="190" y="159"/>
                    </a:lnTo>
                    <a:lnTo>
                      <a:pt x="187" y="159"/>
                    </a:lnTo>
                    <a:lnTo>
                      <a:pt x="187" y="156"/>
                    </a:lnTo>
                    <a:lnTo>
                      <a:pt x="187" y="156"/>
                    </a:lnTo>
                    <a:lnTo>
                      <a:pt x="187" y="156"/>
                    </a:lnTo>
                    <a:lnTo>
                      <a:pt x="187" y="156"/>
                    </a:lnTo>
                    <a:lnTo>
                      <a:pt x="185" y="156"/>
                    </a:lnTo>
                    <a:lnTo>
                      <a:pt x="185" y="156"/>
                    </a:lnTo>
                    <a:lnTo>
                      <a:pt x="185" y="156"/>
                    </a:lnTo>
                    <a:lnTo>
                      <a:pt x="182" y="156"/>
                    </a:lnTo>
                    <a:lnTo>
                      <a:pt x="182" y="156"/>
                    </a:lnTo>
                    <a:lnTo>
                      <a:pt x="182" y="156"/>
                    </a:lnTo>
                    <a:lnTo>
                      <a:pt x="180" y="156"/>
                    </a:lnTo>
                    <a:lnTo>
                      <a:pt x="180" y="156"/>
                    </a:lnTo>
                    <a:lnTo>
                      <a:pt x="180" y="156"/>
                    </a:lnTo>
                    <a:lnTo>
                      <a:pt x="178" y="156"/>
                    </a:lnTo>
                    <a:lnTo>
                      <a:pt x="178" y="156"/>
                    </a:lnTo>
                    <a:lnTo>
                      <a:pt x="178" y="156"/>
                    </a:lnTo>
                    <a:lnTo>
                      <a:pt x="175" y="156"/>
                    </a:lnTo>
                    <a:lnTo>
                      <a:pt x="175" y="156"/>
                    </a:lnTo>
                    <a:lnTo>
                      <a:pt x="173" y="156"/>
                    </a:lnTo>
                    <a:lnTo>
                      <a:pt x="173" y="156"/>
                    </a:lnTo>
                    <a:lnTo>
                      <a:pt x="173" y="156"/>
                    </a:lnTo>
                    <a:lnTo>
                      <a:pt x="171" y="156"/>
                    </a:lnTo>
                    <a:lnTo>
                      <a:pt x="171" y="156"/>
                    </a:lnTo>
                    <a:lnTo>
                      <a:pt x="171" y="156"/>
                    </a:lnTo>
                    <a:lnTo>
                      <a:pt x="168" y="156"/>
                    </a:lnTo>
                    <a:lnTo>
                      <a:pt x="168" y="154"/>
                    </a:lnTo>
                    <a:lnTo>
                      <a:pt x="168" y="154"/>
                    </a:lnTo>
                    <a:lnTo>
                      <a:pt x="168" y="154"/>
                    </a:lnTo>
                    <a:lnTo>
                      <a:pt x="168" y="151"/>
                    </a:lnTo>
                    <a:lnTo>
                      <a:pt x="168" y="151"/>
                    </a:lnTo>
                    <a:lnTo>
                      <a:pt x="168" y="151"/>
                    </a:lnTo>
                    <a:lnTo>
                      <a:pt x="166" y="151"/>
                    </a:lnTo>
                    <a:lnTo>
                      <a:pt x="166" y="151"/>
                    </a:lnTo>
                    <a:lnTo>
                      <a:pt x="166" y="151"/>
                    </a:lnTo>
                    <a:lnTo>
                      <a:pt x="166" y="149"/>
                    </a:lnTo>
                    <a:lnTo>
                      <a:pt x="166" y="149"/>
                    </a:lnTo>
                    <a:lnTo>
                      <a:pt x="166" y="149"/>
                    </a:lnTo>
                    <a:lnTo>
                      <a:pt x="166" y="147"/>
                    </a:lnTo>
                    <a:lnTo>
                      <a:pt x="164" y="147"/>
                    </a:lnTo>
                    <a:lnTo>
                      <a:pt x="164" y="147"/>
                    </a:lnTo>
                    <a:lnTo>
                      <a:pt x="164" y="147"/>
                    </a:lnTo>
                    <a:lnTo>
                      <a:pt x="161" y="147"/>
                    </a:lnTo>
                    <a:lnTo>
                      <a:pt x="161" y="147"/>
                    </a:lnTo>
                    <a:lnTo>
                      <a:pt x="161" y="147"/>
                    </a:lnTo>
                    <a:lnTo>
                      <a:pt x="161" y="144"/>
                    </a:lnTo>
                    <a:lnTo>
                      <a:pt x="159" y="144"/>
                    </a:lnTo>
                    <a:lnTo>
                      <a:pt x="159" y="144"/>
                    </a:lnTo>
                    <a:lnTo>
                      <a:pt x="159" y="144"/>
                    </a:lnTo>
                    <a:lnTo>
                      <a:pt x="159" y="144"/>
                    </a:lnTo>
                    <a:lnTo>
                      <a:pt x="156" y="144"/>
                    </a:lnTo>
                    <a:lnTo>
                      <a:pt x="156" y="144"/>
                    </a:lnTo>
                    <a:lnTo>
                      <a:pt x="154" y="144"/>
                    </a:lnTo>
                    <a:lnTo>
                      <a:pt x="154" y="144"/>
                    </a:lnTo>
                    <a:lnTo>
                      <a:pt x="154" y="144"/>
                    </a:lnTo>
                    <a:lnTo>
                      <a:pt x="154" y="142"/>
                    </a:lnTo>
                    <a:lnTo>
                      <a:pt x="152" y="142"/>
                    </a:lnTo>
                    <a:lnTo>
                      <a:pt x="152" y="142"/>
                    </a:lnTo>
                    <a:lnTo>
                      <a:pt x="152" y="142"/>
                    </a:lnTo>
                    <a:lnTo>
                      <a:pt x="152" y="142"/>
                    </a:lnTo>
                    <a:lnTo>
                      <a:pt x="152" y="140"/>
                    </a:lnTo>
                    <a:lnTo>
                      <a:pt x="152" y="140"/>
                    </a:lnTo>
                    <a:lnTo>
                      <a:pt x="152" y="140"/>
                    </a:lnTo>
                    <a:lnTo>
                      <a:pt x="149" y="140"/>
                    </a:lnTo>
                    <a:lnTo>
                      <a:pt x="149" y="137"/>
                    </a:lnTo>
                    <a:lnTo>
                      <a:pt x="149" y="137"/>
                    </a:lnTo>
                    <a:lnTo>
                      <a:pt x="149" y="135"/>
                    </a:lnTo>
                    <a:lnTo>
                      <a:pt x="149" y="135"/>
                    </a:lnTo>
                    <a:lnTo>
                      <a:pt x="149" y="135"/>
                    </a:lnTo>
                    <a:lnTo>
                      <a:pt x="147" y="135"/>
                    </a:lnTo>
                    <a:lnTo>
                      <a:pt x="147" y="135"/>
                    </a:lnTo>
                    <a:lnTo>
                      <a:pt x="147" y="135"/>
                    </a:lnTo>
                    <a:lnTo>
                      <a:pt x="147" y="132"/>
                    </a:lnTo>
                    <a:lnTo>
                      <a:pt x="145" y="132"/>
                    </a:lnTo>
                    <a:lnTo>
                      <a:pt x="145" y="132"/>
                    </a:lnTo>
                    <a:lnTo>
                      <a:pt x="145" y="132"/>
                    </a:lnTo>
                    <a:lnTo>
                      <a:pt x="145" y="132"/>
                    </a:lnTo>
                    <a:lnTo>
                      <a:pt x="145" y="132"/>
                    </a:lnTo>
                    <a:lnTo>
                      <a:pt x="142" y="132"/>
                    </a:lnTo>
                    <a:lnTo>
                      <a:pt x="142" y="132"/>
                    </a:lnTo>
                    <a:lnTo>
                      <a:pt x="140" y="132"/>
                    </a:lnTo>
                    <a:lnTo>
                      <a:pt x="140" y="130"/>
                    </a:lnTo>
                    <a:lnTo>
                      <a:pt x="140" y="130"/>
                    </a:lnTo>
                    <a:lnTo>
                      <a:pt x="140" y="130"/>
                    </a:lnTo>
                    <a:lnTo>
                      <a:pt x="138" y="130"/>
                    </a:lnTo>
                    <a:lnTo>
                      <a:pt x="138" y="130"/>
                    </a:lnTo>
                    <a:lnTo>
                      <a:pt x="138" y="130"/>
                    </a:lnTo>
                    <a:lnTo>
                      <a:pt x="138" y="132"/>
                    </a:lnTo>
                    <a:lnTo>
                      <a:pt x="135" y="132"/>
                    </a:lnTo>
                    <a:lnTo>
                      <a:pt x="135" y="132"/>
                    </a:lnTo>
                    <a:lnTo>
                      <a:pt x="133" y="132"/>
                    </a:lnTo>
                    <a:lnTo>
                      <a:pt x="133" y="130"/>
                    </a:lnTo>
                    <a:lnTo>
                      <a:pt x="133" y="130"/>
                    </a:lnTo>
                    <a:lnTo>
                      <a:pt x="133" y="130"/>
                    </a:lnTo>
                    <a:lnTo>
                      <a:pt x="133" y="130"/>
                    </a:lnTo>
                    <a:lnTo>
                      <a:pt x="133" y="130"/>
                    </a:lnTo>
                    <a:lnTo>
                      <a:pt x="130" y="130"/>
                    </a:lnTo>
                    <a:lnTo>
                      <a:pt x="130" y="132"/>
                    </a:lnTo>
                    <a:lnTo>
                      <a:pt x="130" y="132"/>
                    </a:lnTo>
                    <a:lnTo>
                      <a:pt x="128" y="132"/>
                    </a:lnTo>
                    <a:lnTo>
                      <a:pt x="128" y="132"/>
                    </a:lnTo>
                    <a:lnTo>
                      <a:pt x="128" y="130"/>
                    </a:lnTo>
                    <a:lnTo>
                      <a:pt x="128" y="130"/>
                    </a:lnTo>
                    <a:lnTo>
                      <a:pt x="126" y="130"/>
                    </a:lnTo>
                    <a:lnTo>
                      <a:pt x="126" y="130"/>
                    </a:lnTo>
                    <a:lnTo>
                      <a:pt x="126" y="130"/>
                    </a:lnTo>
                    <a:lnTo>
                      <a:pt x="126" y="130"/>
                    </a:lnTo>
                    <a:lnTo>
                      <a:pt x="126" y="128"/>
                    </a:lnTo>
                    <a:lnTo>
                      <a:pt x="126" y="128"/>
                    </a:lnTo>
                    <a:lnTo>
                      <a:pt x="123" y="128"/>
                    </a:lnTo>
                    <a:lnTo>
                      <a:pt x="123" y="128"/>
                    </a:lnTo>
                    <a:lnTo>
                      <a:pt x="121" y="128"/>
                    </a:lnTo>
                    <a:lnTo>
                      <a:pt x="121" y="128"/>
                    </a:lnTo>
                    <a:lnTo>
                      <a:pt x="121" y="128"/>
                    </a:lnTo>
                    <a:lnTo>
                      <a:pt x="121" y="125"/>
                    </a:lnTo>
                    <a:lnTo>
                      <a:pt x="119" y="125"/>
                    </a:lnTo>
                    <a:lnTo>
                      <a:pt x="119" y="125"/>
                    </a:lnTo>
                    <a:lnTo>
                      <a:pt x="119" y="125"/>
                    </a:lnTo>
                    <a:lnTo>
                      <a:pt x="119" y="125"/>
                    </a:lnTo>
                    <a:lnTo>
                      <a:pt x="116" y="125"/>
                    </a:lnTo>
                    <a:lnTo>
                      <a:pt x="116" y="125"/>
                    </a:lnTo>
                    <a:lnTo>
                      <a:pt x="114" y="125"/>
                    </a:lnTo>
                    <a:lnTo>
                      <a:pt x="114" y="123"/>
                    </a:lnTo>
                    <a:lnTo>
                      <a:pt x="114" y="123"/>
                    </a:lnTo>
                    <a:lnTo>
                      <a:pt x="114" y="123"/>
                    </a:lnTo>
                    <a:lnTo>
                      <a:pt x="111" y="123"/>
                    </a:lnTo>
                    <a:lnTo>
                      <a:pt x="111" y="123"/>
                    </a:lnTo>
                    <a:lnTo>
                      <a:pt x="111" y="123"/>
                    </a:lnTo>
                    <a:lnTo>
                      <a:pt x="109" y="123"/>
                    </a:lnTo>
                    <a:lnTo>
                      <a:pt x="109" y="123"/>
                    </a:lnTo>
                    <a:lnTo>
                      <a:pt x="109" y="123"/>
                    </a:lnTo>
                    <a:lnTo>
                      <a:pt x="107" y="123"/>
                    </a:lnTo>
                    <a:lnTo>
                      <a:pt x="107" y="123"/>
                    </a:lnTo>
                    <a:lnTo>
                      <a:pt x="107" y="123"/>
                    </a:lnTo>
                    <a:lnTo>
                      <a:pt x="107" y="121"/>
                    </a:lnTo>
                    <a:lnTo>
                      <a:pt x="107" y="121"/>
                    </a:lnTo>
                    <a:lnTo>
                      <a:pt x="107" y="121"/>
                    </a:lnTo>
                    <a:lnTo>
                      <a:pt x="107" y="118"/>
                    </a:lnTo>
                    <a:lnTo>
                      <a:pt x="104" y="118"/>
                    </a:lnTo>
                    <a:lnTo>
                      <a:pt x="104" y="118"/>
                    </a:lnTo>
                    <a:lnTo>
                      <a:pt x="104" y="116"/>
                    </a:lnTo>
                    <a:lnTo>
                      <a:pt x="104" y="116"/>
                    </a:lnTo>
                    <a:lnTo>
                      <a:pt x="104" y="116"/>
                    </a:lnTo>
                    <a:lnTo>
                      <a:pt x="104" y="116"/>
                    </a:lnTo>
                    <a:lnTo>
                      <a:pt x="102" y="116"/>
                    </a:lnTo>
                    <a:lnTo>
                      <a:pt x="102" y="116"/>
                    </a:lnTo>
                    <a:lnTo>
                      <a:pt x="102" y="116"/>
                    </a:lnTo>
                    <a:lnTo>
                      <a:pt x="100" y="116"/>
                    </a:lnTo>
                    <a:lnTo>
                      <a:pt x="100" y="118"/>
                    </a:lnTo>
                    <a:lnTo>
                      <a:pt x="100" y="118"/>
                    </a:lnTo>
                    <a:lnTo>
                      <a:pt x="100" y="118"/>
                    </a:lnTo>
                    <a:lnTo>
                      <a:pt x="100" y="116"/>
                    </a:lnTo>
                    <a:lnTo>
                      <a:pt x="97" y="116"/>
                    </a:lnTo>
                    <a:lnTo>
                      <a:pt x="97" y="116"/>
                    </a:lnTo>
                    <a:lnTo>
                      <a:pt x="95" y="116"/>
                    </a:lnTo>
                    <a:lnTo>
                      <a:pt x="95" y="116"/>
                    </a:lnTo>
                    <a:lnTo>
                      <a:pt x="95" y="116"/>
                    </a:lnTo>
                    <a:lnTo>
                      <a:pt x="95" y="116"/>
                    </a:lnTo>
                    <a:lnTo>
                      <a:pt x="93" y="116"/>
                    </a:lnTo>
                    <a:lnTo>
                      <a:pt x="93" y="116"/>
                    </a:lnTo>
                    <a:lnTo>
                      <a:pt x="93" y="116"/>
                    </a:lnTo>
                    <a:lnTo>
                      <a:pt x="90" y="116"/>
                    </a:lnTo>
                    <a:lnTo>
                      <a:pt x="90" y="116"/>
                    </a:lnTo>
                    <a:lnTo>
                      <a:pt x="88" y="116"/>
                    </a:lnTo>
                    <a:lnTo>
                      <a:pt x="88" y="116"/>
                    </a:lnTo>
                    <a:lnTo>
                      <a:pt x="88" y="116"/>
                    </a:lnTo>
                    <a:lnTo>
                      <a:pt x="85" y="116"/>
                    </a:lnTo>
                    <a:lnTo>
                      <a:pt x="85" y="116"/>
                    </a:lnTo>
                    <a:lnTo>
                      <a:pt x="85" y="116"/>
                    </a:lnTo>
                    <a:lnTo>
                      <a:pt x="85" y="116"/>
                    </a:lnTo>
                    <a:lnTo>
                      <a:pt x="85" y="118"/>
                    </a:lnTo>
                    <a:lnTo>
                      <a:pt x="85" y="118"/>
                    </a:lnTo>
                    <a:lnTo>
                      <a:pt x="85" y="121"/>
                    </a:lnTo>
                    <a:lnTo>
                      <a:pt x="83" y="121"/>
                    </a:lnTo>
                    <a:lnTo>
                      <a:pt x="83" y="121"/>
                    </a:lnTo>
                    <a:lnTo>
                      <a:pt x="83" y="121"/>
                    </a:lnTo>
                    <a:lnTo>
                      <a:pt x="81" y="121"/>
                    </a:lnTo>
                    <a:lnTo>
                      <a:pt x="81" y="121"/>
                    </a:lnTo>
                    <a:lnTo>
                      <a:pt x="81" y="121"/>
                    </a:lnTo>
                    <a:lnTo>
                      <a:pt x="81" y="121"/>
                    </a:lnTo>
                    <a:lnTo>
                      <a:pt x="78" y="121"/>
                    </a:lnTo>
                    <a:lnTo>
                      <a:pt x="78" y="121"/>
                    </a:lnTo>
                    <a:lnTo>
                      <a:pt x="78" y="121"/>
                    </a:lnTo>
                    <a:lnTo>
                      <a:pt x="76" y="121"/>
                    </a:lnTo>
                    <a:lnTo>
                      <a:pt x="76" y="121"/>
                    </a:lnTo>
                    <a:lnTo>
                      <a:pt x="74" y="121"/>
                    </a:lnTo>
                    <a:lnTo>
                      <a:pt x="74" y="121"/>
                    </a:lnTo>
                    <a:lnTo>
                      <a:pt x="74" y="118"/>
                    </a:lnTo>
                    <a:lnTo>
                      <a:pt x="74" y="118"/>
                    </a:lnTo>
                    <a:lnTo>
                      <a:pt x="71" y="118"/>
                    </a:lnTo>
                    <a:lnTo>
                      <a:pt x="71" y="118"/>
                    </a:lnTo>
                    <a:lnTo>
                      <a:pt x="71" y="121"/>
                    </a:lnTo>
                    <a:lnTo>
                      <a:pt x="71" y="121"/>
                    </a:lnTo>
                    <a:lnTo>
                      <a:pt x="69" y="121"/>
                    </a:lnTo>
                    <a:lnTo>
                      <a:pt x="69" y="121"/>
                    </a:lnTo>
                    <a:lnTo>
                      <a:pt x="67" y="121"/>
                    </a:lnTo>
                    <a:lnTo>
                      <a:pt x="67" y="121"/>
                    </a:lnTo>
                    <a:lnTo>
                      <a:pt x="67" y="121"/>
                    </a:lnTo>
                    <a:lnTo>
                      <a:pt x="67" y="121"/>
                    </a:lnTo>
                    <a:lnTo>
                      <a:pt x="64" y="121"/>
                    </a:lnTo>
                    <a:lnTo>
                      <a:pt x="64" y="121"/>
                    </a:lnTo>
                    <a:lnTo>
                      <a:pt x="64" y="123"/>
                    </a:lnTo>
                    <a:lnTo>
                      <a:pt x="62" y="123"/>
                    </a:lnTo>
                    <a:lnTo>
                      <a:pt x="62" y="123"/>
                    </a:lnTo>
                    <a:lnTo>
                      <a:pt x="62" y="123"/>
                    </a:lnTo>
                    <a:lnTo>
                      <a:pt x="62" y="123"/>
                    </a:lnTo>
                    <a:lnTo>
                      <a:pt x="59" y="123"/>
                    </a:lnTo>
                    <a:lnTo>
                      <a:pt x="59" y="123"/>
                    </a:lnTo>
                    <a:lnTo>
                      <a:pt x="59" y="123"/>
                    </a:lnTo>
                    <a:lnTo>
                      <a:pt x="59" y="123"/>
                    </a:lnTo>
                    <a:lnTo>
                      <a:pt x="57" y="123"/>
                    </a:lnTo>
                    <a:lnTo>
                      <a:pt x="57" y="123"/>
                    </a:lnTo>
                    <a:lnTo>
                      <a:pt x="57" y="125"/>
                    </a:lnTo>
                    <a:lnTo>
                      <a:pt x="55" y="125"/>
                    </a:lnTo>
                    <a:lnTo>
                      <a:pt x="55" y="125"/>
                    </a:lnTo>
                    <a:lnTo>
                      <a:pt x="55" y="125"/>
                    </a:lnTo>
                    <a:lnTo>
                      <a:pt x="55" y="128"/>
                    </a:lnTo>
                    <a:lnTo>
                      <a:pt x="55" y="128"/>
                    </a:lnTo>
                    <a:lnTo>
                      <a:pt x="52" y="128"/>
                    </a:lnTo>
                    <a:lnTo>
                      <a:pt x="52" y="128"/>
                    </a:lnTo>
                    <a:lnTo>
                      <a:pt x="52" y="128"/>
                    </a:lnTo>
                    <a:lnTo>
                      <a:pt x="52" y="130"/>
                    </a:lnTo>
                    <a:lnTo>
                      <a:pt x="52" y="130"/>
                    </a:lnTo>
                    <a:lnTo>
                      <a:pt x="52" y="130"/>
                    </a:lnTo>
                    <a:lnTo>
                      <a:pt x="52" y="132"/>
                    </a:lnTo>
                    <a:lnTo>
                      <a:pt x="52" y="132"/>
                    </a:lnTo>
                    <a:lnTo>
                      <a:pt x="52" y="132"/>
                    </a:lnTo>
                    <a:lnTo>
                      <a:pt x="52" y="135"/>
                    </a:lnTo>
                    <a:lnTo>
                      <a:pt x="50" y="135"/>
                    </a:lnTo>
                    <a:lnTo>
                      <a:pt x="50" y="135"/>
                    </a:lnTo>
                    <a:lnTo>
                      <a:pt x="50" y="135"/>
                    </a:lnTo>
                    <a:lnTo>
                      <a:pt x="48" y="135"/>
                    </a:lnTo>
                    <a:lnTo>
                      <a:pt x="48" y="137"/>
                    </a:lnTo>
                    <a:lnTo>
                      <a:pt x="48" y="137"/>
                    </a:lnTo>
                    <a:lnTo>
                      <a:pt x="48" y="135"/>
                    </a:lnTo>
                    <a:lnTo>
                      <a:pt x="48" y="135"/>
                    </a:lnTo>
                    <a:lnTo>
                      <a:pt x="45" y="135"/>
                    </a:lnTo>
                    <a:lnTo>
                      <a:pt x="45" y="137"/>
                    </a:lnTo>
                    <a:lnTo>
                      <a:pt x="45" y="137"/>
                    </a:lnTo>
                    <a:lnTo>
                      <a:pt x="45" y="137"/>
                    </a:lnTo>
                    <a:lnTo>
                      <a:pt x="45" y="137"/>
                    </a:lnTo>
                    <a:lnTo>
                      <a:pt x="43" y="137"/>
                    </a:lnTo>
                    <a:lnTo>
                      <a:pt x="43" y="137"/>
                    </a:lnTo>
                    <a:lnTo>
                      <a:pt x="43" y="140"/>
                    </a:lnTo>
                    <a:lnTo>
                      <a:pt x="40" y="140"/>
                    </a:lnTo>
                    <a:lnTo>
                      <a:pt x="40" y="140"/>
                    </a:lnTo>
                    <a:lnTo>
                      <a:pt x="40" y="140"/>
                    </a:lnTo>
                    <a:lnTo>
                      <a:pt x="40" y="140"/>
                    </a:lnTo>
                    <a:lnTo>
                      <a:pt x="38" y="140"/>
                    </a:lnTo>
                    <a:lnTo>
                      <a:pt x="38" y="140"/>
                    </a:lnTo>
                    <a:lnTo>
                      <a:pt x="38" y="140"/>
                    </a:lnTo>
                    <a:lnTo>
                      <a:pt x="38" y="140"/>
                    </a:lnTo>
                    <a:lnTo>
                      <a:pt x="36" y="140"/>
                    </a:lnTo>
                    <a:lnTo>
                      <a:pt x="36" y="140"/>
                    </a:lnTo>
                    <a:lnTo>
                      <a:pt x="33" y="140"/>
                    </a:lnTo>
                    <a:lnTo>
                      <a:pt x="33" y="140"/>
                    </a:lnTo>
                    <a:lnTo>
                      <a:pt x="33" y="140"/>
                    </a:lnTo>
                    <a:lnTo>
                      <a:pt x="31" y="140"/>
                    </a:lnTo>
                    <a:lnTo>
                      <a:pt x="31" y="137"/>
                    </a:lnTo>
                    <a:lnTo>
                      <a:pt x="31" y="137"/>
                    </a:lnTo>
                    <a:lnTo>
                      <a:pt x="31" y="135"/>
                    </a:lnTo>
                    <a:lnTo>
                      <a:pt x="31" y="135"/>
                    </a:lnTo>
                    <a:lnTo>
                      <a:pt x="31" y="135"/>
                    </a:lnTo>
                    <a:lnTo>
                      <a:pt x="31" y="132"/>
                    </a:lnTo>
                    <a:lnTo>
                      <a:pt x="31" y="132"/>
                    </a:lnTo>
                    <a:lnTo>
                      <a:pt x="31" y="132"/>
                    </a:lnTo>
                    <a:lnTo>
                      <a:pt x="31" y="130"/>
                    </a:lnTo>
                    <a:lnTo>
                      <a:pt x="31" y="130"/>
                    </a:lnTo>
                    <a:lnTo>
                      <a:pt x="31" y="130"/>
                    </a:lnTo>
                    <a:lnTo>
                      <a:pt x="31" y="128"/>
                    </a:lnTo>
                    <a:lnTo>
                      <a:pt x="31" y="128"/>
                    </a:lnTo>
                    <a:lnTo>
                      <a:pt x="31" y="125"/>
                    </a:lnTo>
                    <a:lnTo>
                      <a:pt x="31" y="125"/>
                    </a:lnTo>
                    <a:lnTo>
                      <a:pt x="31" y="123"/>
                    </a:lnTo>
                    <a:lnTo>
                      <a:pt x="31" y="123"/>
                    </a:lnTo>
                    <a:lnTo>
                      <a:pt x="31" y="123"/>
                    </a:lnTo>
                    <a:lnTo>
                      <a:pt x="31" y="121"/>
                    </a:lnTo>
                    <a:lnTo>
                      <a:pt x="31" y="121"/>
                    </a:lnTo>
                    <a:lnTo>
                      <a:pt x="31" y="121"/>
                    </a:lnTo>
                    <a:lnTo>
                      <a:pt x="31" y="118"/>
                    </a:lnTo>
                    <a:lnTo>
                      <a:pt x="31" y="118"/>
                    </a:lnTo>
                    <a:lnTo>
                      <a:pt x="31" y="116"/>
                    </a:lnTo>
                    <a:lnTo>
                      <a:pt x="31" y="116"/>
                    </a:lnTo>
                    <a:lnTo>
                      <a:pt x="31" y="114"/>
                    </a:lnTo>
                    <a:lnTo>
                      <a:pt x="31" y="114"/>
                    </a:lnTo>
                    <a:lnTo>
                      <a:pt x="31" y="111"/>
                    </a:lnTo>
                    <a:lnTo>
                      <a:pt x="31" y="111"/>
                    </a:lnTo>
                    <a:lnTo>
                      <a:pt x="31" y="111"/>
                    </a:lnTo>
                    <a:lnTo>
                      <a:pt x="31" y="111"/>
                    </a:lnTo>
                    <a:lnTo>
                      <a:pt x="31" y="109"/>
                    </a:lnTo>
                    <a:lnTo>
                      <a:pt x="31" y="109"/>
                    </a:lnTo>
                    <a:lnTo>
                      <a:pt x="31" y="106"/>
                    </a:lnTo>
                    <a:lnTo>
                      <a:pt x="31" y="106"/>
                    </a:lnTo>
                    <a:lnTo>
                      <a:pt x="31" y="106"/>
                    </a:lnTo>
                    <a:lnTo>
                      <a:pt x="31" y="104"/>
                    </a:lnTo>
                    <a:lnTo>
                      <a:pt x="31" y="104"/>
                    </a:lnTo>
                    <a:lnTo>
                      <a:pt x="31" y="104"/>
                    </a:lnTo>
                    <a:lnTo>
                      <a:pt x="31" y="102"/>
                    </a:lnTo>
                    <a:lnTo>
                      <a:pt x="33" y="102"/>
                    </a:lnTo>
                    <a:lnTo>
                      <a:pt x="33" y="102"/>
                    </a:lnTo>
                    <a:lnTo>
                      <a:pt x="33" y="102"/>
                    </a:lnTo>
                    <a:lnTo>
                      <a:pt x="33" y="99"/>
                    </a:lnTo>
                    <a:lnTo>
                      <a:pt x="33" y="99"/>
                    </a:lnTo>
                    <a:lnTo>
                      <a:pt x="33" y="99"/>
                    </a:lnTo>
                    <a:lnTo>
                      <a:pt x="33" y="99"/>
                    </a:lnTo>
                    <a:lnTo>
                      <a:pt x="31" y="99"/>
                    </a:lnTo>
                    <a:lnTo>
                      <a:pt x="31" y="97"/>
                    </a:lnTo>
                    <a:lnTo>
                      <a:pt x="31" y="97"/>
                    </a:lnTo>
                    <a:lnTo>
                      <a:pt x="31" y="97"/>
                    </a:lnTo>
                    <a:lnTo>
                      <a:pt x="31" y="97"/>
                    </a:lnTo>
                    <a:lnTo>
                      <a:pt x="29" y="97"/>
                    </a:lnTo>
                    <a:lnTo>
                      <a:pt x="29" y="97"/>
                    </a:lnTo>
                    <a:lnTo>
                      <a:pt x="29" y="95"/>
                    </a:lnTo>
                    <a:lnTo>
                      <a:pt x="26" y="95"/>
                    </a:lnTo>
                    <a:lnTo>
                      <a:pt x="26" y="95"/>
                    </a:lnTo>
                    <a:lnTo>
                      <a:pt x="26" y="95"/>
                    </a:lnTo>
                    <a:lnTo>
                      <a:pt x="26" y="92"/>
                    </a:lnTo>
                    <a:lnTo>
                      <a:pt x="26" y="92"/>
                    </a:lnTo>
                    <a:lnTo>
                      <a:pt x="26" y="92"/>
                    </a:lnTo>
                    <a:lnTo>
                      <a:pt x="24" y="92"/>
                    </a:lnTo>
                    <a:lnTo>
                      <a:pt x="24" y="92"/>
                    </a:lnTo>
                    <a:lnTo>
                      <a:pt x="24" y="90"/>
                    </a:lnTo>
                    <a:lnTo>
                      <a:pt x="24" y="90"/>
                    </a:lnTo>
                    <a:lnTo>
                      <a:pt x="24" y="90"/>
                    </a:lnTo>
                    <a:lnTo>
                      <a:pt x="22" y="90"/>
                    </a:lnTo>
                    <a:lnTo>
                      <a:pt x="22" y="87"/>
                    </a:lnTo>
                    <a:lnTo>
                      <a:pt x="22" y="87"/>
                    </a:lnTo>
                    <a:lnTo>
                      <a:pt x="22" y="87"/>
                    </a:lnTo>
                    <a:lnTo>
                      <a:pt x="19" y="87"/>
                    </a:lnTo>
                    <a:lnTo>
                      <a:pt x="19" y="87"/>
                    </a:lnTo>
                    <a:lnTo>
                      <a:pt x="19" y="87"/>
                    </a:lnTo>
                    <a:lnTo>
                      <a:pt x="17" y="87"/>
                    </a:lnTo>
                    <a:lnTo>
                      <a:pt x="17" y="90"/>
                    </a:lnTo>
                    <a:lnTo>
                      <a:pt x="17" y="90"/>
                    </a:lnTo>
                    <a:lnTo>
                      <a:pt x="17" y="92"/>
                    </a:lnTo>
                    <a:lnTo>
                      <a:pt x="17" y="92"/>
                    </a:lnTo>
                    <a:lnTo>
                      <a:pt x="17" y="90"/>
                    </a:lnTo>
                    <a:lnTo>
                      <a:pt x="14" y="90"/>
                    </a:lnTo>
                    <a:lnTo>
                      <a:pt x="14" y="90"/>
                    </a:lnTo>
                    <a:lnTo>
                      <a:pt x="14" y="87"/>
                    </a:lnTo>
                    <a:lnTo>
                      <a:pt x="14" y="87"/>
                    </a:lnTo>
                    <a:lnTo>
                      <a:pt x="14" y="87"/>
                    </a:lnTo>
                    <a:lnTo>
                      <a:pt x="14" y="85"/>
                    </a:lnTo>
                    <a:lnTo>
                      <a:pt x="14" y="85"/>
                    </a:lnTo>
                    <a:lnTo>
                      <a:pt x="14" y="83"/>
                    </a:lnTo>
                    <a:lnTo>
                      <a:pt x="14" y="83"/>
                    </a:lnTo>
                    <a:lnTo>
                      <a:pt x="14" y="83"/>
                    </a:lnTo>
                    <a:lnTo>
                      <a:pt x="17" y="83"/>
                    </a:lnTo>
                    <a:lnTo>
                      <a:pt x="17" y="83"/>
                    </a:lnTo>
                    <a:lnTo>
                      <a:pt x="17" y="83"/>
                    </a:lnTo>
                    <a:lnTo>
                      <a:pt x="17" y="80"/>
                    </a:lnTo>
                    <a:lnTo>
                      <a:pt x="17" y="80"/>
                    </a:lnTo>
                    <a:lnTo>
                      <a:pt x="19" y="80"/>
                    </a:lnTo>
                    <a:lnTo>
                      <a:pt x="19" y="78"/>
                    </a:lnTo>
                    <a:lnTo>
                      <a:pt x="19" y="78"/>
                    </a:lnTo>
                    <a:lnTo>
                      <a:pt x="19" y="78"/>
                    </a:lnTo>
                    <a:lnTo>
                      <a:pt x="22" y="78"/>
                    </a:lnTo>
                    <a:lnTo>
                      <a:pt x="22" y="80"/>
                    </a:lnTo>
                    <a:lnTo>
                      <a:pt x="19" y="80"/>
                    </a:lnTo>
                    <a:lnTo>
                      <a:pt x="19" y="80"/>
                    </a:lnTo>
                    <a:lnTo>
                      <a:pt x="19" y="80"/>
                    </a:lnTo>
                    <a:lnTo>
                      <a:pt x="19" y="83"/>
                    </a:lnTo>
                    <a:lnTo>
                      <a:pt x="19" y="83"/>
                    </a:lnTo>
                    <a:lnTo>
                      <a:pt x="22" y="83"/>
                    </a:lnTo>
                    <a:lnTo>
                      <a:pt x="22" y="83"/>
                    </a:lnTo>
                    <a:lnTo>
                      <a:pt x="22" y="83"/>
                    </a:lnTo>
                    <a:lnTo>
                      <a:pt x="22" y="80"/>
                    </a:lnTo>
                    <a:lnTo>
                      <a:pt x="22" y="80"/>
                    </a:lnTo>
                    <a:lnTo>
                      <a:pt x="22" y="80"/>
                    </a:lnTo>
                    <a:lnTo>
                      <a:pt x="22" y="78"/>
                    </a:lnTo>
                    <a:lnTo>
                      <a:pt x="22" y="78"/>
                    </a:lnTo>
                    <a:lnTo>
                      <a:pt x="22" y="78"/>
                    </a:lnTo>
                    <a:lnTo>
                      <a:pt x="22" y="76"/>
                    </a:lnTo>
                    <a:lnTo>
                      <a:pt x="22" y="76"/>
                    </a:lnTo>
                    <a:lnTo>
                      <a:pt x="22" y="76"/>
                    </a:lnTo>
                    <a:lnTo>
                      <a:pt x="22" y="73"/>
                    </a:lnTo>
                    <a:lnTo>
                      <a:pt x="22" y="73"/>
                    </a:lnTo>
                    <a:lnTo>
                      <a:pt x="22" y="73"/>
                    </a:lnTo>
                    <a:lnTo>
                      <a:pt x="22" y="73"/>
                    </a:lnTo>
                    <a:lnTo>
                      <a:pt x="19" y="73"/>
                    </a:lnTo>
                    <a:lnTo>
                      <a:pt x="19" y="73"/>
                    </a:lnTo>
                    <a:lnTo>
                      <a:pt x="19" y="73"/>
                    </a:lnTo>
                    <a:lnTo>
                      <a:pt x="19" y="73"/>
                    </a:lnTo>
                    <a:lnTo>
                      <a:pt x="19" y="73"/>
                    </a:lnTo>
                    <a:lnTo>
                      <a:pt x="17" y="73"/>
                    </a:lnTo>
                    <a:lnTo>
                      <a:pt x="17" y="73"/>
                    </a:lnTo>
                    <a:lnTo>
                      <a:pt x="14" y="73"/>
                    </a:lnTo>
                    <a:lnTo>
                      <a:pt x="14" y="73"/>
                    </a:lnTo>
                    <a:lnTo>
                      <a:pt x="14" y="73"/>
                    </a:lnTo>
                    <a:lnTo>
                      <a:pt x="14" y="71"/>
                    </a:lnTo>
                    <a:lnTo>
                      <a:pt x="12" y="71"/>
                    </a:lnTo>
                    <a:lnTo>
                      <a:pt x="12" y="71"/>
                    </a:lnTo>
                    <a:lnTo>
                      <a:pt x="12" y="71"/>
                    </a:lnTo>
                    <a:lnTo>
                      <a:pt x="12" y="73"/>
                    </a:lnTo>
                    <a:lnTo>
                      <a:pt x="12" y="73"/>
                    </a:lnTo>
                    <a:lnTo>
                      <a:pt x="12" y="73"/>
                    </a:lnTo>
                    <a:lnTo>
                      <a:pt x="12" y="73"/>
                    </a:lnTo>
                    <a:lnTo>
                      <a:pt x="12" y="73"/>
                    </a:lnTo>
                    <a:lnTo>
                      <a:pt x="12" y="76"/>
                    </a:lnTo>
                    <a:lnTo>
                      <a:pt x="14" y="76"/>
                    </a:lnTo>
                    <a:lnTo>
                      <a:pt x="14" y="76"/>
                    </a:lnTo>
                    <a:lnTo>
                      <a:pt x="14" y="76"/>
                    </a:lnTo>
                    <a:lnTo>
                      <a:pt x="14" y="78"/>
                    </a:lnTo>
                    <a:lnTo>
                      <a:pt x="14" y="78"/>
                    </a:lnTo>
                    <a:lnTo>
                      <a:pt x="14" y="78"/>
                    </a:lnTo>
                    <a:lnTo>
                      <a:pt x="17" y="78"/>
                    </a:lnTo>
                    <a:lnTo>
                      <a:pt x="17" y="80"/>
                    </a:lnTo>
                    <a:lnTo>
                      <a:pt x="14" y="80"/>
                    </a:lnTo>
                    <a:lnTo>
                      <a:pt x="14" y="80"/>
                    </a:lnTo>
                    <a:lnTo>
                      <a:pt x="14" y="78"/>
                    </a:lnTo>
                    <a:lnTo>
                      <a:pt x="14" y="78"/>
                    </a:lnTo>
                    <a:lnTo>
                      <a:pt x="14" y="78"/>
                    </a:lnTo>
                    <a:lnTo>
                      <a:pt x="12" y="78"/>
                    </a:lnTo>
                    <a:lnTo>
                      <a:pt x="12" y="78"/>
                    </a:lnTo>
                    <a:lnTo>
                      <a:pt x="12" y="76"/>
                    </a:lnTo>
                    <a:lnTo>
                      <a:pt x="12" y="76"/>
                    </a:lnTo>
                    <a:lnTo>
                      <a:pt x="12" y="76"/>
                    </a:lnTo>
                    <a:lnTo>
                      <a:pt x="10" y="76"/>
                    </a:lnTo>
                    <a:lnTo>
                      <a:pt x="10" y="73"/>
                    </a:lnTo>
                    <a:lnTo>
                      <a:pt x="10" y="73"/>
                    </a:lnTo>
                    <a:lnTo>
                      <a:pt x="10" y="73"/>
                    </a:lnTo>
                    <a:lnTo>
                      <a:pt x="10" y="73"/>
                    </a:lnTo>
                    <a:lnTo>
                      <a:pt x="7" y="73"/>
                    </a:lnTo>
                    <a:lnTo>
                      <a:pt x="7" y="71"/>
                    </a:lnTo>
                    <a:lnTo>
                      <a:pt x="7" y="71"/>
                    </a:lnTo>
                    <a:lnTo>
                      <a:pt x="7" y="71"/>
                    </a:lnTo>
                    <a:lnTo>
                      <a:pt x="7" y="71"/>
                    </a:lnTo>
                    <a:lnTo>
                      <a:pt x="7" y="68"/>
                    </a:lnTo>
                    <a:lnTo>
                      <a:pt x="7" y="68"/>
                    </a:lnTo>
                    <a:lnTo>
                      <a:pt x="7" y="68"/>
                    </a:lnTo>
                    <a:lnTo>
                      <a:pt x="7" y="66"/>
                    </a:lnTo>
                    <a:lnTo>
                      <a:pt x="7" y="66"/>
                    </a:lnTo>
                    <a:lnTo>
                      <a:pt x="7" y="66"/>
                    </a:lnTo>
                    <a:lnTo>
                      <a:pt x="7" y="64"/>
                    </a:lnTo>
                    <a:lnTo>
                      <a:pt x="5" y="64"/>
                    </a:lnTo>
                    <a:lnTo>
                      <a:pt x="5" y="64"/>
                    </a:lnTo>
                    <a:lnTo>
                      <a:pt x="5" y="64"/>
                    </a:lnTo>
                    <a:lnTo>
                      <a:pt x="7" y="64"/>
                    </a:lnTo>
                    <a:lnTo>
                      <a:pt x="7" y="61"/>
                    </a:lnTo>
                    <a:lnTo>
                      <a:pt x="7" y="61"/>
                    </a:lnTo>
                    <a:lnTo>
                      <a:pt x="7" y="59"/>
                    </a:lnTo>
                    <a:lnTo>
                      <a:pt x="7" y="59"/>
                    </a:lnTo>
                    <a:lnTo>
                      <a:pt x="7" y="57"/>
                    </a:lnTo>
                    <a:lnTo>
                      <a:pt x="7" y="57"/>
                    </a:lnTo>
                    <a:lnTo>
                      <a:pt x="7" y="57"/>
                    </a:lnTo>
                    <a:lnTo>
                      <a:pt x="7" y="57"/>
                    </a:lnTo>
                    <a:lnTo>
                      <a:pt x="7" y="54"/>
                    </a:lnTo>
                    <a:lnTo>
                      <a:pt x="7" y="54"/>
                    </a:lnTo>
                    <a:lnTo>
                      <a:pt x="10" y="54"/>
                    </a:lnTo>
                    <a:lnTo>
                      <a:pt x="10" y="52"/>
                    </a:lnTo>
                    <a:lnTo>
                      <a:pt x="7" y="52"/>
                    </a:lnTo>
                    <a:lnTo>
                      <a:pt x="7" y="52"/>
                    </a:lnTo>
                    <a:lnTo>
                      <a:pt x="10" y="52"/>
                    </a:lnTo>
                    <a:lnTo>
                      <a:pt x="10" y="52"/>
                    </a:lnTo>
                    <a:lnTo>
                      <a:pt x="10" y="52"/>
                    </a:lnTo>
                    <a:lnTo>
                      <a:pt x="10" y="50"/>
                    </a:lnTo>
                    <a:lnTo>
                      <a:pt x="10" y="50"/>
                    </a:lnTo>
                    <a:lnTo>
                      <a:pt x="10" y="47"/>
                    </a:lnTo>
                    <a:lnTo>
                      <a:pt x="12" y="47"/>
                    </a:lnTo>
                    <a:lnTo>
                      <a:pt x="12" y="47"/>
                    </a:lnTo>
                    <a:lnTo>
                      <a:pt x="12" y="45"/>
                    </a:lnTo>
                    <a:lnTo>
                      <a:pt x="10" y="45"/>
                    </a:lnTo>
                    <a:lnTo>
                      <a:pt x="10" y="45"/>
                    </a:lnTo>
                    <a:lnTo>
                      <a:pt x="10" y="45"/>
                    </a:lnTo>
                    <a:lnTo>
                      <a:pt x="10" y="42"/>
                    </a:lnTo>
                    <a:lnTo>
                      <a:pt x="10" y="42"/>
                    </a:lnTo>
                    <a:lnTo>
                      <a:pt x="10" y="42"/>
                    </a:lnTo>
                    <a:lnTo>
                      <a:pt x="10" y="40"/>
                    </a:lnTo>
                    <a:lnTo>
                      <a:pt x="7" y="40"/>
                    </a:lnTo>
                    <a:lnTo>
                      <a:pt x="7" y="40"/>
                    </a:lnTo>
                    <a:lnTo>
                      <a:pt x="7" y="38"/>
                    </a:lnTo>
                    <a:lnTo>
                      <a:pt x="7" y="38"/>
                    </a:lnTo>
                    <a:lnTo>
                      <a:pt x="7" y="38"/>
                    </a:lnTo>
                    <a:lnTo>
                      <a:pt x="7" y="35"/>
                    </a:lnTo>
                    <a:lnTo>
                      <a:pt x="7" y="35"/>
                    </a:lnTo>
                    <a:lnTo>
                      <a:pt x="7" y="35"/>
                    </a:lnTo>
                    <a:lnTo>
                      <a:pt x="5" y="35"/>
                    </a:lnTo>
                    <a:lnTo>
                      <a:pt x="5" y="33"/>
                    </a:lnTo>
                    <a:lnTo>
                      <a:pt x="5" y="33"/>
                    </a:lnTo>
                    <a:lnTo>
                      <a:pt x="5" y="33"/>
                    </a:lnTo>
                    <a:lnTo>
                      <a:pt x="5" y="33"/>
                    </a:lnTo>
                    <a:lnTo>
                      <a:pt x="3" y="33"/>
                    </a:lnTo>
                    <a:lnTo>
                      <a:pt x="3" y="33"/>
                    </a:lnTo>
                    <a:lnTo>
                      <a:pt x="3" y="31"/>
                    </a:lnTo>
                    <a:lnTo>
                      <a:pt x="3" y="31"/>
                    </a:lnTo>
                    <a:lnTo>
                      <a:pt x="5" y="31"/>
                    </a:lnTo>
                    <a:lnTo>
                      <a:pt x="5" y="28"/>
                    </a:lnTo>
                    <a:lnTo>
                      <a:pt x="3" y="28"/>
                    </a:lnTo>
                    <a:lnTo>
                      <a:pt x="3" y="28"/>
                    </a:lnTo>
                    <a:lnTo>
                      <a:pt x="3" y="28"/>
                    </a:lnTo>
                    <a:lnTo>
                      <a:pt x="0" y="28"/>
                    </a:lnTo>
                    <a:lnTo>
                      <a:pt x="0" y="26"/>
                    </a:lnTo>
                    <a:lnTo>
                      <a:pt x="0" y="26"/>
                    </a:lnTo>
                    <a:lnTo>
                      <a:pt x="3" y="26"/>
                    </a:lnTo>
                    <a:lnTo>
                      <a:pt x="3" y="23"/>
                    </a:lnTo>
                    <a:lnTo>
                      <a:pt x="3" y="23"/>
                    </a:lnTo>
                    <a:lnTo>
                      <a:pt x="5" y="23"/>
                    </a:lnTo>
                    <a:lnTo>
                      <a:pt x="5" y="23"/>
                    </a:lnTo>
                    <a:lnTo>
                      <a:pt x="5" y="23"/>
                    </a:lnTo>
                    <a:lnTo>
                      <a:pt x="5" y="23"/>
                    </a:lnTo>
                    <a:lnTo>
                      <a:pt x="5" y="23"/>
                    </a:lnTo>
                    <a:lnTo>
                      <a:pt x="7" y="23"/>
                    </a:lnTo>
                    <a:lnTo>
                      <a:pt x="7" y="21"/>
                    </a:lnTo>
                    <a:lnTo>
                      <a:pt x="7" y="21"/>
                    </a:lnTo>
                    <a:lnTo>
                      <a:pt x="7" y="21"/>
                    </a:lnTo>
                    <a:lnTo>
                      <a:pt x="7" y="21"/>
                    </a:lnTo>
                    <a:lnTo>
                      <a:pt x="10" y="21"/>
                    </a:lnTo>
                    <a:lnTo>
                      <a:pt x="10" y="19"/>
                    </a:lnTo>
                    <a:lnTo>
                      <a:pt x="10" y="19"/>
                    </a:lnTo>
                    <a:lnTo>
                      <a:pt x="12" y="19"/>
                    </a:lnTo>
                    <a:lnTo>
                      <a:pt x="12" y="19"/>
                    </a:lnTo>
                    <a:lnTo>
                      <a:pt x="12" y="19"/>
                    </a:lnTo>
                    <a:lnTo>
                      <a:pt x="12" y="16"/>
                    </a:lnTo>
                    <a:lnTo>
                      <a:pt x="12" y="16"/>
                    </a:lnTo>
                    <a:lnTo>
                      <a:pt x="14" y="16"/>
                    </a:lnTo>
                    <a:lnTo>
                      <a:pt x="14" y="16"/>
                    </a:lnTo>
                    <a:lnTo>
                      <a:pt x="14" y="16"/>
                    </a:lnTo>
                    <a:lnTo>
                      <a:pt x="14" y="16"/>
                    </a:lnTo>
                    <a:lnTo>
                      <a:pt x="17" y="16"/>
                    </a:lnTo>
                    <a:lnTo>
                      <a:pt x="17" y="16"/>
                    </a:lnTo>
                    <a:lnTo>
                      <a:pt x="17" y="14"/>
                    </a:lnTo>
                    <a:lnTo>
                      <a:pt x="19" y="14"/>
                    </a:lnTo>
                    <a:lnTo>
                      <a:pt x="19" y="14"/>
                    </a:lnTo>
                    <a:lnTo>
                      <a:pt x="19" y="14"/>
                    </a:lnTo>
                    <a:lnTo>
                      <a:pt x="19" y="14"/>
                    </a:lnTo>
                    <a:lnTo>
                      <a:pt x="22" y="14"/>
                    </a:lnTo>
                    <a:lnTo>
                      <a:pt x="22" y="14"/>
                    </a:lnTo>
                    <a:lnTo>
                      <a:pt x="22" y="14"/>
                    </a:lnTo>
                    <a:lnTo>
                      <a:pt x="22" y="14"/>
                    </a:lnTo>
                    <a:lnTo>
                      <a:pt x="24" y="14"/>
                    </a:lnTo>
                    <a:lnTo>
                      <a:pt x="24" y="14"/>
                    </a:lnTo>
                    <a:lnTo>
                      <a:pt x="26" y="14"/>
                    </a:lnTo>
                    <a:lnTo>
                      <a:pt x="26" y="14"/>
                    </a:lnTo>
                    <a:lnTo>
                      <a:pt x="26" y="14"/>
                    </a:lnTo>
                    <a:lnTo>
                      <a:pt x="29" y="14"/>
                    </a:lnTo>
                    <a:lnTo>
                      <a:pt x="29" y="14"/>
                    </a:lnTo>
                    <a:lnTo>
                      <a:pt x="29" y="12"/>
                    </a:lnTo>
                    <a:lnTo>
                      <a:pt x="31" y="12"/>
                    </a:lnTo>
                    <a:lnTo>
                      <a:pt x="31" y="12"/>
                    </a:lnTo>
                    <a:lnTo>
                      <a:pt x="31" y="12"/>
                    </a:lnTo>
                    <a:lnTo>
                      <a:pt x="33" y="12"/>
                    </a:lnTo>
                    <a:lnTo>
                      <a:pt x="33" y="12"/>
                    </a:lnTo>
                    <a:lnTo>
                      <a:pt x="33" y="12"/>
                    </a:lnTo>
                    <a:lnTo>
                      <a:pt x="36" y="12"/>
                    </a:lnTo>
                    <a:lnTo>
                      <a:pt x="36" y="12"/>
                    </a:lnTo>
                    <a:lnTo>
                      <a:pt x="38" y="12"/>
                    </a:lnTo>
                    <a:lnTo>
                      <a:pt x="38" y="12"/>
                    </a:lnTo>
                    <a:lnTo>
                      <a:pt x="38" y="12"/>
                    </a:lnTo>
                    <a:lnTo>
                      <a:pt x="40" y="12"/>
                    </a:lnTo>
                    <a:lnTo>
                      <a:pt x="40" y="12"/>
                    </a:lnTo>
                    <a:lnTo>
                      <a:pt x="40" y="14"/>
                    </a:lnTo>
                    <a:lnTo>
                      <a:pt x="40" y="14"/>
                    </a:lnTo>
                    <a:lnTo>
                      <a:pt x="43" y="14"/>
                    </a:lnTo>
                    <a:lnTo>
                      <a:pt x="43" y="14"/>
                    </a:lnTo>
                    <a:lnTo>
                      <a:pt x="43" y="14"/>
                    </a:lnTo>
                    <a:lnTo>
                      <a:pt x="45" y="14"/>
                    </a:lnTo>
                    <a:lnTo>
                      <a:pt x="45" y="14"/>
                    </a:lnTo>
                    <a:lnTo>
                      <a:pt x="45" y="14"/>
                    </a:lnTo>
                    <a:lnTo>
                      <a:pt x="45" y="16"/>
                    </a:lnTo>
                    <a:lnTo>
                      <a:pt x="45" y="16"/>
                    </a:lnTo>
                    <a:lnTo>
                      <a:pt x="48" y="16"/>
                    </a:lnTo>
                    <a:lnTo>
                      <a:pt x="48" y="16"/>
                    </a:lnTo>
                    <a:lnTo>
                      <a:pt x="48" y="16"/>
                    </a:lnTo>
                    <a:lnTo>
                      <a:pt x="48" y="16"/>
                    </a:lnTo>
                    <a:lnTo>
                      <a:pt x="48" y="19"/>
                    </a:lnTo>
                    <a:lnTo>
                      <a:pt x="50" y="19"/>
                    </a:lnTo>
                    <a:lnTo>
                      <a:pt x="50" y="19"/>
                    </a:lnTo>
                    <a:lnTo>
                      <a:pt x="50" y="19"/>
                    </a:lnTo>
                    <a:lnTo>
                      <a:pt x="52" y="19"/>
                    </a:lnTo>
                    <a:lnTo>
                      <a:pt x="52" y="19"/>
                    </a:lnTo>
                    <a:lnTo>
                      <a:pt x="52" y="21"/>
                    </a:lnTo>
                    <a:lnTo>
                      <a:pt x="52" y="21"/>
                    </a:lnTo>
                    <a:lnTo>
                      <a:pt x="52" y="21"/>
                    </a:lnTo>
                    <a:lnTo>
                      <a:pt x="55" y="21"/>
                    </a:lnTo>
                    <a:lnTo>
                      <a:pt x="55" y="23"/>
                    </a:lnTo>
                    <a:lnTo>
                      <a:pt x="55" y="23"/>
                    </a:lnTo>
                    <a:lnTo>
                      <a:pt x="55" y="23"/>
                    </a:lnTo>
                    <a:lnTo>
                      <a:pt x="55" y="23"/>
                    </a:lnTo>
                    <a:lnTo>
                      <a:pt x="55" y="26"/>
                    </a:lnTo>
                    <a:lnTo>
                      <a:pt x="55" y="26"/>
                    </a:lnTo>
                    <a:lnTo>
                      <a:pt x="55" y="26"/>
                    </a:lnTo>
                    <a:lnTo>
                      <a:pt x="57" y="26"/>
                    </a:lnTo>
                    <a:lnTo>
                      <a:pt x="57" y="28"/>
                    </a:lnTo>
                    <a:lnTo>
                      <a:pt x="57" y="28"/>
                    </a:lnTo>
                    <a:lnTo>
                      <a:pt x="57" y="28"/>
                    </a:lnTo>
                    <a:lnTo>
                      <a:pt x="59" y="28"/>
                    </a:lnTo>
                    <a:lnTo>
                      <a:pt x="59" y="31"/>
                    </a:lnTo>
                    <a:lnTo>
                      <a:pt x="59" y="31"/>
                    </a:lnTo>
                    <a:lnTo>
                      <a:pt x="59" y="31"/>
                    </a:lnTo>
                    <a:lnTo>
                      <a:pt x="59" y="33"/>
                    </a:lnTo>
                    <a:lnTo>
                      <a:pt x="59" y="33"/>
                    </a:lnTo>
                    <a:lnTo>
                      <a:pt x="59" y="33"/>
                    </a:lnTo>
                    <a:lnTo>
                      <a:pt x="59" y="33"/>
                    </a:lnTo>
                    <a:lnTo>
                      <a:pt x="62" y="33"/>
                    </a:lnTo>
                    <a:lnTo>
                      <a:pt x="62" y="35"/>
                    </a:lnTo>
                    <a:lnTo>
                      <a:pt x="62" y="35"/>
                    </a:lnTo>
                    <a:lnTo>
                      <a:pt x="62" y="35"/>
                    </a:lnTo>
                    <a:lnTo>
                      <a:pt x="62" y="35"/>
                    </a:lnTo>
                    <a:lnTo>
                      <a:pt x="64" y="35"/>
                    </a:lnTo>
                    <a:lnTo>
                      <a:pt x="64" y="38"/>
                    </a:lnTo>
                    <a:lnTo>
                      <a:pt x="64" y="38"/>
                    </a:lnTo>
                    <a:lnTo>
                      <a:pt x="64" y="38"/>
                    </a:lnTo>
                    <a:lnTo>
                      <a:pt x="67" y="38"/>
                    </a:lnTo>
                    <a:lnTo>
                      <a:pt x="67" y="40"/>
                    </a:lnTo>
                    <a:lnTo>
                      <a:pt x="67" y="40"/>
                    </a:lnTo>
                    <a:lnTo>
                      <a:pt x="67" y="40"/>
                    </a:lnTo>
                    <a:lnTo>
                      <a:pt x="69" y="40"/>
                    </a:lnTo>
                    <a:lnTo>
                      <a:pt x="69" y="40"/>
                    </a:lnTo>
                    <a:lnTo>
                      <a:pt x="71" y="40"/>
                    </a:lnTo>
                    <a:lnTo>
                      <a:pt x="71" y="38"/>
                    </a:lnTo>
                    <a:lnTo>
                      <a:pt x="71" y="38"/>
                    </a:lnTo>
                    <a:lnTo>
                      <a:pt x="71" y="38"/>
                    </a:lnTo>
                    <a:lnTo>
                      <a:pt x="74" y="38"/>
                    </a:lnTo>
                    <a:lnTo>
                      <a:pt x="74" y="38"/>
                    </a:lnTo>
                    <a:lnTo>
                      <a:pt x="74" y="38"/>
                    </a:lnTo>
                    <a:lnTo>
                      <a:pt x="74" y="38"/>
                    </a:lnTo>
                    <a:lnTo>
                      <a:pt x="76" y="38"/>
                    </a:lnTo>
                    <a:lnTo>
                      <a:pt x="76" y="38"/>
                    </a:lnTo>
                    <a:lnTo>
                      <a:pt x="78" y="38"/>
                    </a:lnTo>
                    <a:lnTo>
                      <a:pt x="78" y="38"/>
                    </a:lnTo>
                    <a:lnTo>
                      <a:pt x="78" y="38"/>
                    </a:lnTo>
                    <a:lnTo>
                      <a:pt x="81" y="38"/>
                    </a:lnTo>
                    <a:lnTo>
                      <a:pt x="81" y="38"/>
                    </a:lnTo>
                    <a:lnTo>
                      <a:pt x="81" y="38"/>
                    </a:lnTo>
                    <a:lnTo>
                      <a:pt x="81" y="38"/>
                    </a:lnTo>
                    <a:lnTo>
                      <a:pt x="83" y="38"/>
                    </a:lnTo>
                    <a:lnTo>
                      <a:pt x="83" y="38"/>
                    </a:lnTo>
                    <a:lnTo>
                      <a:pt x="85" y="38"/>
                    </a:lnTo>
                    <a:lnTo>
                      <a:pt x="85" y="38"/>
                    </a:lnTo>
                    <a:lnTo>
                      <a:pt x="85" y="38"/>
                    </a:lnTo>
                    <a:lnTo>
                      <a:pt x="88" y="38"/>
                    </a:lnTo>
                    <a:lnTo>
                      <a:pt x="88" y="38"/>
                    </a:lnTo>
                    <a:lnTo>
                      <a:pt x="88" y="38"/>
                    </a:lnTo>
                    <a:lnTo>
                      <a:pt x="90" y="38"/>
                    </a:lnTo>
                    <a:lnTo>
                      <a:pt x="90" y="38"/>
                    </a:lnTo>
                    <a:lnTo>
                      <a:pt x="93" y="38"/>
                    </a:lnTo>
                    <a:lnTo>
                      <a:pt x="93" y="38"/>
                    </a:lnTo>
                    <a:lnTo>
                      <a:pt x="93" y="38"/>
                    </a:lnTo>
                    <a:lnTo>
                      <a:pt x="95" y="38"/>
                    </a:lnTo>
                    <a:lnTo>
                      <a:pt x="95" y="38"/>
                    </a:lnTo>
                    <a:lnTo>
                      <a:pt x="95" y="38"/>
                    </a:lnTo>
                    <a:lnTo>
                      <a:pt x="95" y="40"/>
                    </a:lnTo>
                    <a:lnTo>
                      <a:pt x="97" y="40"/>
                    </a:lnTo>
                    <a:lnTo>
                      <a:pt x="97" y="40"/>
                    </a:lnTo>
                    <a:lnTo>
                      <a:pt x="100" y="40"/>
                    </a:lnTo>
                    <a:lnTo>
                      <a:pt x="100" y="40"/>
                    </a:lnTo>
                    <a:lnTo>
                      <a:pt x="100" y="38"/>
                    </a:lnTo>
                    <a:lnTo>
                      <a:pt x="100" y="38"/>
                    </a:lnTo>
                    <a:lnTo>
                      <a:pt x="100" y="38"/>
                    </a:lnTo>
                    <a:lnTo>
                      <a:pt x="102" y="38"/>
                    </a:lnTo>
                    <a:lnTo>
                      <a:pt x="102" y="35"/>
                    </a:lnTo>
                    <a:lnTo>
                      <a:pt x="100" y="35"/>
                    </a:lnTo>
                    <a:lnTo>
                      <a:pt x="100" y="35"/>
                    </a:lnTo>
                    <a:lnTo>
                      <a:pt x="100" y="35"/>
                    </a:lnTo>
                    <a:lnTo>
                      <a:pt x="100" y="33"/>
                    </a:lnTo>
                    <a:lnTo>
                      <a:pt x="100" y="33"/>
                    </a:lnTo>
                    <a:lnTo>
                      <a:pt x="100" y="33"/>
                    </a:lnTo>
                    <a:lnTo>
                      <a:pt x="100" y="31"/>
                    </a:lnTo>
                    <a:lnTo>
                      <a:pt x="100" y="31"/>
                    </a:lnTo>
                    <a:lnTo>
                      <a:pt x="100" y="31"/>
                    </a:lnTo>
                    <a:lnTo>
                      <a:pt x="100" y="28"/>
                    </a:lnTo>
                    <a:lnTo>
                      <a:pt x="97" y="28"/>
                    </a:lnTo>
                    <a:lnTo>
                      <a:pt x="97" y="28"/>
                    </a:lnTo>
                    <a:lnTo>
                      <a:pt x="97" y="26"/>
                    </a:lnTo>
                    <a:lnTo>
                      <a:pt x="97" y="26"/>
                    </a:lnTo>
                    <a:lnTo>
                      <a:pt x="97" y="23"/>
                    </a:lnTo>
                    <a:lnTo>
                      <a:pt x="100" y="23"/>
                    </a:lnTo>
                    <a:lnTo>
                      <a:pt x="100" y="23"/>
                    </a:lnTo>
                    <a:lnTo>
                      <a:pt x="100" y="23"/>
                    </a:lnTo>
                    <a:lnTo>
                      <a:pt x="100" y="23"/>
                    </a:lnTo>
                    <a:lnTo>
                      <a:pt x="100" y="23"/>
                    </a:lnTo>
                    <a:lnTo>
                      <a:pt x="102" y="23"/>
                    </a:lnTo>
                    <a:lnTo>
                      <a:pt x="102" y="23"/>
                    </a:lnTo>
                    <a:lnTo>
                      <a:pt x="104" y="23"/>
                    </a:lnTo>
                    <a:lnTo>
                      <a:pt x="104" y="23"/>
                    </a:lnTo>
                    <a:lnTo>
                      <a:pt x="104" y="23"/>
                    </a:lnTo>
                    <a:lnTo>
                      <a:pt x="104" y="21"/>
                    </a:lnTo>
                    <a:lnTo>
                      <a:pt x="107" y="21"/>
                    </a:lnTo>
                    <a:lnTo>
                      <a:pt x="107" y="21"/>
                    </a:lnTo>
                    <a:lnTo>
                      <a:pt x="107" y="21"/>
                    </a:lnTo>
                    <a:lnTo>
                      <a:pt x="107" y="19"/>
                    </a:lnTo>
                    <a:lnTo>
                      <a:pt x="107" y="19"/>
                    </a:lnTo>
                    <a:lnTo>
                      <a:pt x="107" y="19"/>
                    </a:lnTo>
                    <a:lnTo>
                      <a:pt x="109" y="19"/>
                    </a:lnTo>
                    <a:lnTo>
                      <a:pt x="109" y="16"/>
                    </a:lnTo>
                    <a:lnTo>
                      <a:pt x="109" y="16"/>
                    </a:lnTo>
                    <a:lnTo>
                      <a:pt x="111" y="16"/>
                    </a:lnTo>
                    <a:lnTo>
                      <a:pt x="111" y="16"/>
                    </a:lnTo>
                    <a:lnTo>
                      <a:pt x="111" y="16"/>
                    </a:lnTo>
                    <a:lnTo>
                      <a:pt x="111" y="16"/>
                    </a:lnTo>
                    <a:lnTo>
                      <a:pt x="114" y="16"/>
                    </a:lnTo>
                    <a:lnTo>
                      <a:pt x="114" y="16"/>
                    </a:lnTo>
                    <a:lnTo>
                      <a:pt x="114" y="16"/>
                    </a:lnTo>
                    <a:lnTo>
                      <a:pt x="116" y="16"/>
                    </a:lnTo>
                    <a:lnTo>
                      <a:pt x="116" y="16"/>
                    </a:lnTo>
                    <a:lnTo>
                      <a:pt x="116" y="14"/>
                    </a:lnTo>
                    <a:lnTo>
                      <a:pt x="116" y="14"/>
                    </a:lnTo>
                    <a:lnTo>
                      <a:pt x="119" y="14"/>
                    </a:lnTo>
                    <a:lnTo>
                      <a:pt x="119" y="14"/>
                    </a:lnTo>
                    <a:lnTo>
                      <a:pt x="119" y="14"/>
                    </a:lnTo>
                    <a:lnTo>
                      <a:pt x="119" y="12"/>
                    </a:lnTo>
                    <a:lnTo>
                      <a:pt x="119" y="12"/>
                    </a:lnTo>
                    <a:lnTo>
                      <a:pt x="119" y="12"/>
                    </a:lnTo>
                    <a:lnTo>
                      <a:pt x="119" y="12"/>
                    </a:lnTo>
                    <a:lnTo>
                      <a:pt x="119" y="9"/>
                    </a:lnTo>
                    <a:lnTo>
                      <a:pt x="119" y="9"/>
                    </a:lnTo>
                    <a:lnTo>
                      <a:pt x="119" y="9"/>
                    </a:lnTo>
                    <a:lnTo>
                      <a:pt x="121" y="9"/>
                    </a:lnTo>
                    <a:lnTo>
                      <a:pt x="121" y="7"/>
                    </a:lnTo>
                    <a:lnTo>
                      <a:pt x="121" y="7"/>
                    </a:lnTo>
                    <a:lnTo>
                      <a:pt x="121" y="7"/>
                    </a:lnTo>
                    <a:lnTo>
                      <a:pt x="121" y="9"/>
                    </a:lnTo>
                    <a:lnTo>
                      <a:pt x="123" y="9"/>
                    </a:lnTo>
                    <a:lnTo>
                      <a:pt x="123" y="9"/>
                    </a:lnTo>
                    <a:lnTo>
                      <a:pt x="126" y="9"/>
                    </a:lnTo>
                    <a:lnTo>
                      <a:pt x="126" y="9"/>
                    </a:lnTo>
                    <a:lnTo>
                      <a:pt x="126" y="9"/>
                    </a:lnTo>
                    <a:lnTo>
                      <a:pt x="128" y="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28"/>
              <p:cNvSpPr>
                <a:spLocks/>
              </p:cNvSpPr>
              <p:nvPr/>
            </p:nvSpPr>
            <p:spPr bwMode="auto">
              <a:xfrm>
                <a:off x="1955" y="1668"/>
                <a:ext cx="306" cy="194"/>
              </a:xfrm>
              <a:custGeom>
                <a:avLst/>
                <a:gdLst/>
                <a:ahLst/>
                <a:cxnLst>
                  <a:cxn ang="0">
                    <a:pos x="133" y="2"/>
                  </a:cxn>
                  <a:cxn ang="0">
                    <a:pos x="145" y="7"/>
                  </a:cxn>
                  <a:cxn ang="0">
                    <a:pos x="159" y="14"/>
                  </a:cxn>
                  <a:cxn ang="0">
                    <a:pos x="166" y="23"/>
                  </a:cxn>
                  <a:cxn ang="0">
                    <a:pos x="166" y="31"/>
                  </a:cxn>
                  <a:cxn ang="0">
                    <a:pos x="175" y="40"/>
                  </a:cxn>
                  <a:cxn ang="0">
                    <a:pos x="192" y="42"/>
                  </a:cxn>
                  <a:cxn ang="0">
                    <a:pos x="204" y="42"/>
                  </a:cxn>
                  <a:cxn ang="0">
                    <a:pos x="211" y="57"/>
                  </a:cxn>
                  <a:cxn ang="0">
                    <a:pos x="218" y="73"/>
                  </a:cxn>
                  <a:cxn ang="0">
                    <a:pos x="230" y="80"/>
                  </a:cxn>
                  <a:cxn ang="0">
                    <a:pos x="242" y="90"/>
                  </a:cxn>
                  <a:cxn ang="0">
                    <a:pos x="256" y="97"/>
                  </a:cxn>
                  <a:cxn ang="0">
                    <a:pos x="268" y="104"/>
                  </a:cxn>
                  <a:cxn ang="0">
                    <a:pos x="280" y="114"/>
                  </a:cxn>
                  <a:cxn ang="0">
                    <a:pos x="294" y="116"/>
                  </a:cxn>
                  <a:cxn ang="0">
                    <a:pos x="306" y="125"/>
                  </a:cxn>
                  <a:cxn ang="0">
                    <a:pos x="301" y="140"/>
                  </a:cxn>
                  <a:cxn ang="0">
                    <a:pos x="287" y="132"/>
                  </a:cxn>
                  <a:cxn ang="0">
                    <a:pos x="272" y="142"/>
                  </a:cxn>
                  <a:cxn ang="0">
                    <a:pos x="265" y="151"/>
                  </a:cxn>
                  <a:cxn ang="0">
                    <a:pos x="258" y="168"/>
                  </a:cxn>
                  <a:cxn ang="0">
                    <a:pos x="244" y="173"/>
                  </a:cxn>
                  <a:cxn ang="0">
                    <a:pos x="232" y="180"/>
                  </a:cxn>
                  <a:cxn ang="0">
                    <a:pos x="225" y="189"/>
                  </a:cxn>
                  <a:cxn ang="0">
                    <a:pos x="213" y="192"/>
                  </a:cxn>
                  <a:cxn ang="0">
                    <a:pos x="199" y="187"/>
                  </a:cxn>
                  <a:cxn ang="0">
                    <a:pos x="190" y="178"/>
                  </a:cxn>
                  <a:cxn ang="0">
                    <a:pos x="187" y="161"/>
                  </a:cxn>
                  <a:cxn ang="0">
                    <a:pos x="178" y="156"/>
                  </a:cxn>
                  <a:cxn ang="0">
                    <a:pos x="166" y="147"/>
                  </a:cxn>
                  <a:cxn ang="0">
                    <a:pos x="152" y="140"/>
                  </a:cxn>
                  <a:cxn ang="0">
                    <a:pos x="140" y="130"/>
                  </a:cxn>
                  <a:cxn ang="0">
                    <a:pos x="126" y="130"/>
                  </a:cxn>
                  <a:cxn ang="0">
                    <a:pos x="111" y="123"/>
                  </a:cxn>
                  <a:cxn ang="0">
                    <a:pos x="100" y="118"/>
                  </a:cxn>
                  <a:cxn ang="0">
                    <a:pos x="85" y="118"/>
                  </a:cxn>
                  <a:cxn ang="0">
                    <a:pos x="71" y="121"/>
                  </a:cxn>
                  <a:cxn ang="0">
                    <a:pos x="55" y="125"/>
                  </a:cxn>
                  <a:cxn ang="0">
                    <a:pos x="45" y="135"/>
                  </a:cxn>
                  <a:cxn ang="0">
                    <a:pos x="31" y="137"/>
                  </a:cxn>
                  <a:cxn ang="0">
                    <a:pos x="31" y="118"/>
                  </a:cxn>
                  <a:cxn ang="0">
                    <a:pos x="33" y="99"/>
                  </a:cxn>
                  <a:cxn ang="0">
                    <a:pos x="22" y="90"/>
                  </a:cxn>
                  <a:cxn ang="0">
                    <a:pos x="14" y="83"/>
                  </a:cxn>
                  <a:cxn ang="0">
                    <a:pos x="22" y="80"/>
                  </a:cxn>
                  <a:cxn ang="0">
                    <a:pos x="12" y="71"/>
                  </a:cxn>
                  <a:cxn ang="0">
                    <a:pos x="12" y="78"/>
                  </a:cxn>
                  <a:cxn ang="0">
                    <a:pos x="5" y="64"/>
                  </a:cxn>
                  <a:cxn ang="0">
                    <a:pos x="10" y="50"/>
                  </a:cxn>
                  <a:cxn ang="0">
                    <a:pos x="5" y="33"/>
                  </a:cxn>
                  <a:cxn ang="0">
                    <a:pos x="5" y="23"/>
                  </a:cxn>
                  <a:cxn ang="0">
                    <a:pos x="19" y="14"/>
                  </a:cxn>
                  <a:cxn ang="0">
                    <a:pos x="36" y="12"/>
                  </a:cxn>
                  <a:cxn ang="0">
                    <a:pos x="50" y="19"/>
                  </a:cxn>
                  <a:cxn ang="0">
                    <a:pos x="59" y="31"/>
                  </a:cxn>
                  <a:cxn ang="0">
                    <a:pos x="71" y="38"/>
                  </a:cxn>
                  <a:cxn ang="0">
                    <a:pos x="88" y="38"/>
                  </a:cxn>
                  <a:cxn ang="0">
                    <a:pos x="100" y="33"/>
                  </a:cxn>
                  <a:cxn ang="0">
                    <a:pos x="104" y="21"/>
                  </a:cxn>
                  <a:cxn ang="0">
                    <a:pos x="119" y="14"/>
                  </a:cxn>
                </a:cxnLst>
                <a:rect l="0" t="0" r="r" b="b"/>
                <a:pathLst>
                  <a:path w="306" h="194">
                    <a:moveTo>
                      <a:pt x="128" y="9"/>
                    </a:moveTo>
                    <a:lnTo>
                      <a:pt x="128" y="7"/>
                    </a:lnTo>
                    <a:lnTo>
                      <a:pt x="128" y="7"/>
                    </a:lnTo>
                    <a:lnTo>
                      <a:pt x="126" y="7"/>
                    </a:lnTo>
                    <a:lnTo>
                      <a:pt x="126" y="7"/>
                    </a:lnTo>
                    <a:lnTo>
                      <a:pt x="126" y="5"/>
                    </a:lnTo>
                    <a:lnTo>
                      <a:pt x="126" y="5"/>
                    </a:lnTo>
                    <a:lnTo>
                      <a:pt x="123" y="5"/>
                    </a:lnTo>
                    <a:lnTo>
                      <a:pt x="123" y="5"/>
                    </a:lnTo>
                    <a:lnTo>
                      <a:pt x="123" y="5"/>
                    </a:lnTo>
                    <a:lnTo>
                      <a:pt x="126" y="5"/>
                    </a:lnTo>
                    <a:lnTo>
                      <a:pt x="126" y="5"/>
                    </a:lnTo>
                    <a:lnTo>
                      <a:pt x="126" y="5"/>
                    </a:lnTo>
                    <a:lnTo>
                      <a:pt x="128" y="5"/>
                    </a:lnTo>
                    <a:lnTo>
                      <a:pt x="128" y="5"/>
                    </a:lnTo>
                    <a:lnTo>
                      <a:pt x="128" y="5"/>
                    </a:lnTo>
                    <a:lnTo>
                      <a:pt x="130" y="5"/>
                    </a:lnTo>
                    <a:lnTo>
                      <a:pt x="130" y="5"/>
                    </a:lnTo>
                    <a:lnTo>
                      <a:pt x="133" y="5"/>
                    </a:lnTo>
                    <a:lnTo>
                      <a:pt x="133" y="5"/>
                    </a:lnTo>
                    <a:lnTo>
                      <a:pt x="133" y="2"/>
                    </a:lnTo>
                    <a:lnTo>
                      <a:pt x="133" y="2"/>
                    </a:lnTo>
                    <a:lnTo>
                      <a:pt x="133" y="2"/>
                    </a:lnTo>
                    <a:lnTo>
                      <a:pt x="133" y="0"/>
                    </a:lnTo>
                    <a:lnTo>
                      <a:pt x="135" y="0"/>
                    </a:lnTo>
                    <a:lnTo>
                      <a:pt x="135" y="2"/>
                    </a:lnTo>
                    <a:lnTo>
                      <a:pt x="135" y="2"/>
                    </a:lnTo>
                    <a:lnTo>
                      <a:pt x="135" y="2"/>
                    </a:lnTo>
                    <a:lnTo>
                      <a:pt x="138" y="2"/>
                    </a:lnTo>
                    <a:lnTo>
                      <a:pt x="138" y="5"/>
                    </a:lnTo>
                    <a:lnTo>
                      <a:pt x="138" y="5"/>
                    </a:lnTo>
                    <a:lnTo>
                      <a:pt x="138" y="5"/>
                    </a:lnTo>
                    <a:lnTo>
                      <a:pt x="138" y="5"/>
                    </a:lnTo>
                    <a:lnTo>
                      <a:pt x="138" y="5"/>
                    </a:lnTo>
                    <a:lnTo>
                      <a:pt x="140" y="5"/>
                    </a:lnTo>
                    <a:lnTo>
                      <a:pt x="140" y="5"/>
                    </a:lnTo>
                    <a:lnTo>
                      <a:pt x="140" y="7"/>
                    </a:lnTo>
                    <a:lnTo>
                      <a:pt x="140" y="7"/>
                    </a:lnTo>
                    <a:lnTo>
                      <a:pt x="142" y="7"/>
                    </a:lnTo>
                    <a:lnTo>
                      <a:pt x="142" y="7"/>
                    </a:lnTo>
                    <a:lnTo>
                      <a:pt x="142" y="7"/>
                    </a:lnTo>
                    <a:lnTo>
                      <a:pt x="145" y="7"/>
                    </a:lnTo>
                    <a:lnTo>
                      <a:pt x="145" y="7"/>
                    </a:lnTo>
                    <a:lnTo>
                      <a:pt x="145" y="7"/>
                    </a:lnTo>
                    <a:lnTo>
                      <a:pt x="145" y="7"/>
                    </a:lnTo>
                    <a:lnTo>
                      <a:pt x="145" y="7"/>
                    </a:lnTo>
                    <a:lnTo>
                      <a:pt x="147" y="7"/>
                    </a:lnTo>
                    <a:lnTo>
                      <a:pt x="147" y="7"/>
                    </a:lnTo>
                    <a:lnTo>
                      <a:pt x="147" y="9"/>
                    </a:lnTo>
                    <a:lnTo>
                      <a:pt x="147" y="9"/>
                    </a:lnTo>
                    <a:lnTo>
                      <a:pt x="147" y="9"/>
                    </a:lnTo>
                    <a:lnTo>
                      <a:pt x="147" y="12"/>
                    </a:lnTo>
                    <a:lnTo>
                      <a:pt x="149" y="12"/>
                    </a:lnTo>
                    <a:lnTo>
                      <a:pt x="149" y="12"/>
                    </a:lnTo>
                    <a:lnTo>
                      <a:pt x="149" y="12"/>
                    </a:lnTo>
                    <a:lnTo>
                      <a:pt x="149" y="14"/>
                    </a:lnTo>
                    <a:lnTo>
                      <a:pt x="152" y="14"/>
                    </a:lnTo>
                    <a:lnTo>
                      <a:pt x="152" y="14"/>
                    </a:lnTo>
                    <a:lnTo>
                      <a:pt x="152" y="14"/>
                    </a:lnTo>
                    <a:lnTo>
                      <a:pt x="154" y="14"/>
                    </a:lnTo>
                    <a:lnTo>
                      <a:pt x="154" y="14"/>
                    </a:lnTo>
                    <a:lnTo>
                      <a:pt x="154" y="14"/>
                    </a:lnTo>
                    <a:lnTo>
                      <a:pt x="156" y="14"/>
                    </a:lnTo>
                    <a:lnTo>
                      <a:pt x="156" y="14"/>
                    </a:lnTo>
                    <a:lnTo>
                      <a:pt x="159" y="14"/>
                    </a:lnTo>
                    <a:lnTo>
                      <a:pt x="159" y="14"/>
                    </a:lnTo>
                    <a:lnTo>
                      <a:pt x="159" y="14"/>
                    </a:lnTo>
                    <a:lnTo>
                      <a:pt x="161" y="14"/>
                    </a:lnTo>
                    <a:lnTo>
                      <a:pt x="161" y="14"/>
                    </a:lnTo>
                    <a:lnTo>
                      <a:pt x="161" y="14"/>
                    </a:lnTo>
                    <a:lnTo>
                      <a:pt x="161" y="14"/>
                    </a:lnTo>
                    <a:lnTo>
                      <a:pt x="161" y="14"/>
                    </a:lnTo>
                    <a:lnTo>
                      <a:pt x="164" y="14"/>
                    </a:lnTo>
                    <a:lnTo>
                      <a:pt x="164" y="14"/>
                    </a:lnTo>
                    <a:lnTo>
                      <a:pt x="164" y="16"/>
                    </a:lnTo>
                    <a:lnTo>
                      <a:pt x="164" y="16"/>
                    </a:lnTo>
                    <a:lnTo>
                      <a:pt x="164" y="16"/>
                    </a:lnTo>
                    <a:lnTo>
                      <a:pt x="164" y="19"/>
                    </a:lnTo>
                    <a:lnTo>
                      <a:pt x="164" y="19"/>
                    </a:lnTo>
                    <a:lnTo>
                      <a:pt x="164" y="19"/>
                    </a:lnTo>
                    <a:lnTo>
                      <a:pt x="164" y="21"/>
                    </a:lnTo>
                    <a:lnTo>
                      <a:pt x="164" y="21"/>
                    </a:lnTo>
                    <a:lnTo>
                      <a:pt x="161" y="21"/>
                    </a:lnTo>
                    <a:lnTo>
                      <a:pt x="161" y="21"/>
                    </a:lnTo>
                    <a:lnTo>
                      <a:pt x="164" y="21"/>
                    </a:lnTo>
                    <a:lnTo>
                      <a:pt x="164" y="21"/>
                    </a:lnTo>
                    <a:lnTo>
                      <a:pt x="164" y="23"/>
                    </a:lnTo>
                    <a:lnTo>
                      <a:pt x="166" y="23"/>
                    </a:lnTo>
                    <a:lnTo>
                      <a:pt x="166" y="23"/>
                    </a:lnTo>
                    <a:lnTo>
                      <a:pt x="166" y="23"/>
                    </a:lnTo>
                    <a:lnTo>
                      <a:pt x="166" y="23"/>
                    </a:lnTo>
                    <a:lnTo>
                      <a:pt x="166" y="23"/>
                    </a:lnTo>
                    <a:lnTo>
                      <a:pt x="168" y="23"/>
                    </a:lnTo>
                    <a:lnTo>
                      <a:pt x="168" y="23"/>
                    </a:lnTo>
                    <a:lnTo>
                      <a:pt x="168" y="26"/>
                    </a:lnTo>
                    <a:lnTo>
                      <a:pt x="168" y="26"/>
                    </a:lnTo>
                    <a:lnTo>
                      <a:pt x="168" y="26"/>
                    </a:lnTo>
                    <a:lnTo>
                      <a:pt x="168" y="26"/>
                    </a:lnTo>
                    <a:lnTo>
                      <a:pt x="168" y="26"/>
                    </a:lnTo>
                    <a:lnTo>
                      <a:pt x="168" y="26"/>
                    </a:lnTo>
                    <a:lnTo>
                      <a:pt x="166" y="26"/>
                    </a:lnTo>
                    <a:lnTo>
                      <a:pt x="166" y="26"/>
                    </a:lnTo>
                    <a:lnTo>
                      <a:pt x="166" y="26"/>
                    </a:lnTo>
                    <a:lnTo>
                      <a:pt x="166" y="26"/>
                    </a:lnTo>
                    <a:lnTo>
                      <a:pt x="166" y="28"/>
                    </a:lnTo>
                    <a:lnTo>
                      <a:pt x="166" y="28"/>
                    </a:lnTo>
                    <a:lnTo>
                      <a:pt x="166" y="28"/>
                    </a:lnTo>
                    <a:lnTo>
                      <a:pt x="166" y="31"/>
                    </a:lnTo>
                    <a:lnTo>
                      <a:pt x="166" y="31"/>
                    </a:lnTo>
                    <a:lnTo>
                      <a:pt x="166" y="31"/>
                    </a:lnTo>
                    <a:lnTo>
                      <a:pt x="166" y="31"/>
                    </a:lnTo>
                    <a:lnTo>
                      <a:pt x="166" y="33"/>
                    </a:lnTo>
                    <a:lnTo>
                      <a:pt x="166" y="33"/>
                    </a:lnTo>
                    <a:lnTo>
                      <a:pt x="166" y="33"/>
                    </a:lnTo>
                    <a:lnTo>
                      <a:pt x="166" y="33"/>
                    </a:lnTo>
                    <a:lnTo>
                      <a:pt x="166" y="35"/>
                    </a:lnTo>
                    <a:lnTo>
                      <a:pt x="166" y="35"/>
                    </a:lnTo>
                    <a:lnTo>
                      <a:pt x="166" y="35"/>
                    </a:lnTo>
                    <a:lnTo>
                      <a:pt x="166" y="35"/>
                    </a:lnTo>
                    <a:lnTo>
                      <a:pt x="168" y="35"/>
                    </a:lnTo>
                    <a:lnTo>
                      <a:pt x="168" y="38"/>
                    </a:lnTo>
                    <a:lnTo>
                      <a:pt x="168" y="38"/>
                    </a:lnTo>
                    <a:lnTo>
                      <a:pt x="168" y="38"/>
                    </a:lnTo>
                    <a:lnTo>
                      <a:pt x="168" y="38"/>
                    </a:lnTo>
                    <a:lnTo>
                      <a:pt x="171" y="38"/>
                    </a:lnTo>
                    <a:lnTo>
                      <a:pt x="171" y="38"/>
                    </a:lnTo>
                    <a:lnTo>
                      <a:pt x="171" y="40"/>
                    </a:lnTo>
                    <a:lnTo>
                      <a:pt x="173" y="40"/>
                    </a:lnTo>
                    <a:lnTo>
                      <a:pt x="173" y="40"/>
                    </a:lnTo>
                    <a:lnTo>
                      <a:pt x="173" y="40"/>
                    </a:lnTo>
                    <a:lnTo>
                      <a:pt x="173" y="40"/>
                    </a:lnTo>
                    <a:lnTo>
                      <a:pt x="175" y="40"/>
                    </a:lnTo>
                    <a:lnTo>
                      <a:pt x="175" y="40"/>
                    </a:lnTo>
                    <a:lnTo>
                      <a:pt x="178" y="40"/>
                    </a:lnTo>
                    <a:lnTo>
                      <a:pt x="178" y="40"/>
                    </a:lnTo>
                    <a:lnTo>
                      <a:pt x="178" y="40"/>
                    </a:lnTo>
                    <a:lnTo>
                      <a:pt x="180" y="40"/>
                    </a:lnTo>
                    <a:lnTo>
                      <a:pt x="180" y="40"/>
                    </a:lnTo>
                    <a:lnTo>
                      <a:pt x="180" y="40"/>
                    </a:lnTo>
                    <a:lnTo>
                      <a:pt x="180" y="40"/>
                    </a:lnTo>
                    <a:lnTo>
                      <a:pt x="182" y="40"/>
                    </a:lnTo>
                    <a:lnTo>
                      <a:pt x="182" y="40"/>
                    </a:lnTo>
                    <a:lnTo>
                      <a:pt x="185" y="40"/>
                    </a:lnTo>
                    <a:lnTo>
                      <a:pt x="185" y="40"/>
                    </a:lnTo>
                    <a:lnTo>
                      <a:pt x="185" y="40"/>
                    </a:lnTo>
                    <a:lnTo>
                      <a:pt x="185" y="40"/>
                    </a:lnTo>
                    <a:lnTo>
                      <a:pt x="187" y="40"/>
                    </a:lnTo>
                    <a:lnTo>
                      <a:pt x="187" y="40"/>
                    </a:lnTo>
                    <a:lnTo>
                      <a:pt x="187" y="40"/>
                    </a:lnTo>
                    <a:lnTo>
                      <a:pt x="187" y="42"/>
                    </a:lnTo>
                    <a:lnTo>
                      <a:pt x="190" y="42"/>
                    </a:lnTo>
                    <a:lnTo>
                      <a:pt x="190" y="42"/>
                    </a:lnTo>
                    <a:lnTo>
                      <a:pt x="192" y="42"/>
                    </a:lnTo>
                    <a:lnTo>
                      <a:pt x="192" y="42"/>
                    </a:lnTo>
                    <a:lnTo>
                      <a:pt x="192" y="42"/>
                    </a:lnTo>
                    <a:lnTo>
                      <a:pt x="192" y="40"/>
                    </a:lnTo>
                    <a:lnTo>
                      <a:pt x="194" y="40"/>
                    </a:lnTo>
                    <a:lnTo>
                      <a:pt x="194" y="40"/>
                    </a:lnTo>
                    <a:lnTo>
                      <a:pt x="194" y="38"/>
                    </a:lnTo>
                    <a:lnTo>
                      <a:pt x="194" y="38"/>
                    </a:lnTo>
                    <a:lnTo>
                      <a:pt x="194" y="38"/>
                    </a:lnTo>
                    <a:lnTo>
                      <a:pt x="197" y="38"/>
                    </a:lnTo>
                    <a:lnTo>
                      <a:pt x="197" y="40"/>
                    </a:lnTo>
                    <a:lnTo>
                      <a:pt x="197" y="40"/>
                    </a:lnTo>
                    <a:lnTo>
                      <a:pt x="197" y="38"/>
                    </a:lnTo>
                    <a:lnTo>
                      <a:pt x="199" y="38"/>
                    </a:lnTo>
                    <a:lnTo>
                      <a:pt x="199" y="40"/>
                    </a:lnTo>
                    <a:lnTo>
                      <a:pt x="199" y="40"/>
                    </a:lnTo>
                    <a:lnTo>
                      <a:pt x="199" y="40"/>
                    </a:lnTo>
                    <a:lnTo>
                      <a:pt x="199" y="40"/>
                    </a:lnTo>
                    <a:lnTo>
                      <a:pt x="201" y="40"/>
                    </a:lnTo>
                    <a:lnTo>
                      <a:pt x="201" y="42"/>
                    </a:lnTo>
                    <a:lnTo>
                      <a:pt x="201" y="42"/>
                    </a:lnTo>
                    <a:lnTo>
                      <a:pt x="201" y="42"/>
                    </a:lnTo>
                    <a:lnTo>
                      <a:pt x="201" y="42"/>
                    </a:lnTo>
                    <a:lnTo>
                      <a:pt x="204" y="42"/>
                    </a:lnTo>
                    <a:lnTo>
                      <a:pt x="204" y="42"/>
                    </a:lnTo>
                    <a:lnTo>
                      <a:pt x="204" y="42"/>
                    </a:lnTo>
                    <a:lnTo>
                      <a:pt x="204" y="45"/>
                    </a:lnTo>
                    <a:lnTo>
                      <a:pt x="206" y="45"/>
                    </a:lnTo>
                    <a:lnTo>
                      <a:pt x="206" y="45"/>
                    </a:lnTo>
                    <a:lnTo>
                      <a:pt x="206" y="45"/>
                    </a:lnTo>
                    <a:lnTo>
                      <a:pt x="206" y="47"/>
                    </a:lnTo>
                    <a:lnTo>
                      <a:pt x="206" y="47"/>
                    </a:lnTo>
                    <a:lnTo>
                      <a:pt x="206" y="50"/>
                    </a:lnTo>
                    <a:lnTo>
                      <a:pt x="206" y="50"/>
                    </a:lnTo>
                    <a:lnTo>
                      <a:pt x="206" y="52"/>
                    </a:lnTo>
                    <a:lnTo>
                      <a:pt x="206" y="52"/>
                    </a:lnTo>
                    <a:lnTo>
                      <a:pt x="206" y="52"/>
                    </a:lnTo>
                    <a:lnTo>
                      <a:pt x="206" y="52"/>
                    </a:lnTo>
                    <a:lnTo>
                      <a:pt x="209" y="52"/>
                    </a:lnTo>
                    <a:lnTo>
                      <a:pt x="209" y="54"/>
                    </a:lnTo>
                    <a:lnTo>
                      <a:pt x="209" y="54"/>
                    </a:lnTo>
                    <a:lnTo>
                      <a:pt x="209" y="54"/>
                    </a:lnTo>
                    <a:lnTo>
                      <a:pt x="209" y="57"/>
                    </a:lnTo>
                    <a:lnTo>
                      <a:pt x="209" y="57"/>
                    </a:lnTo>
                    <a:lnTo>
                      <a:pt x="211" y="57"/>
                    </a:lnTo>
                    <a:lnTo>
                      <a:pt x="211" y="57"/>
                    </a:lnTo>
                    <a:lnTo>
                      <a:pt x="211" y="59"/>
                    </a:lnTo>
                    <a:lnTo>
                      <a:pt x="211" y="59"/>
                    </a:lnTo>
                    <a:lnTo>
                      <a:pt x="211" y="59"/>
                    </a:lnTo>
                    <a:lnTo>
                      <a:pt x="213" y="59"/>
                    </a:lnTo>
                    <a:lnTo>
                      <a:pt x="213" y="59"/>
                    </a:lnTo>
                    <a:lnTo>
                      <a:pt x="213" y="61"/>
                    </a:lnTo>
                    <a:lnTo>
                      <a:pt x="213" y="61"/>
                    </a:lnTo>
                    <a:lnTo>
                      <a:pt x="213" y="61"/>
                    </a:lnTo>
                    <a:lnTo>
                      <a:pt x="213" y="64"/>
                    </a:lnTo>
                    <a:lnTo>
                      <a:pt x="213" y="64"/>
                    </a:lnTo>
                    <a:lnTo>
                      <a:pt x="213" y="64"/>
                    </a:lnTo>
                    <a:lnTo>
                      <a:pt x="213" y="66"/>
                    </a:lnTo>
                    <a:lnTo>
                      <a:pt x="216" y="66"/>
                    </a:lnTo>
                    <a:lnTo>
                      <a:pt x="216" y="66"/>
                    </a:lnTo>
                    <a:lnTo>
                      <a:pt x="216" y="68"/>
                    </a:lnTo>
                    <a:lnTo>
                      <a:pt x="216" y="68"/>
                    </a:lnTo>
                    <a:lnTo>
                      <a:pt x="216" y="71"/>
                    </a:lnTo>
                    <a:lnTo>
                      <a:pt x="216" y="71"/>
                    </a:lnTo>
                    <a:lnTo>
                      <a:pt x="216" y="71"/>
                    </a:lnTo>
                    <a:lnTo>
                      <a:pt x="216" y="73"/>
                    </a:lnTo>
                    <a:lnTo>
                      <a:pt x="218" y="73"/>
                    </a:lnTo>
                    <a:lnTo>
                      <a:pt x="218" y="73"/>
                    </a:lnTo>
                    <a:lnTo>
                      <a:pt x="218" y="73"/>
                    </a:lnTo>
                    <a:lnTo>
                      <a:pt x="218" y="73"/>
                    </a:lnTo>
                    <a:lnTo>
                      <a:pt x="218" y="73"/>
                    </a:lnTo>
                    <a:lnTo>
                      <a:pt x="220" y="73"/>
                    </a:lnTo>
                    <a:lnTo>
                      <a:pt x="220" y="73"/>
                    </a:lnTo>
                    <a:lnTo>
                      <a:pt x="220" y="76"/>
                    </a:lnTo>
                    <a:lnTo>
                      <a:pt x="220" y="76"/>
                    </a:lnTo>
                    <a:lnTo>
                      <a:pt x="223" y="76"/>
                    </a:lnTo>
                    <a:lnTo>
                      <a:pt x="223" y="76"/>
                    </a:lnTo>
                    <a:lnTo>
                      <a:pt x="223" y="76"/>
                    </a:lnTo>
                    <a:lnTo>
                      <a:pt x="223" y="78"/>
                    </a:lnTo>
                    <a:lnTo>
                      <a:pt x="225" y="78"/>
                    </a:lnTo>
                    <a:lnTo>
                      <a:pt x="225" y="78"/>
                    </a:lnTo>
                    <a:lnTo>
                      <a:pt x="225" y="78"/>
                    </a:lnTo>
                    <a:lnTo>
                      <a:pt x="225" y="78"/>
                    </a:lnTo>
                    <a:lnTo>
                      <a:pt x="227" y="78"/>
                    </a:lnTo>
                    <a:lnTo>
                      <a:pt x="227" y="80"/>
                    </a:lnTo>
                    <a:lnTo>
                      <a:pt x="227" y="80"/>
                    </a:lnTo>
                    <a:lnTo>
                      <a:pt x="227" y="80"/>
                    </a:lnTo>
                    <a:lnTo>
                      <a:pt x="227" y="80"/>
                    </a:lnTo>
                    <a:lnTo>
                      <a:pt x="230" y="80"/>
                    </a:lnTo>
                    <a:lnTo>
                      <a:pt x="230" y="80"/>
                    </a:lnTo>
                    <a:lnTo>
                      <a:pt x="230" y="83"/>
                    </a:lnTo>
                    <a:lnTo>
                      <a:pt x="232" y="83"/>
                    </a:lnTo>
                    <a:lnTo>
                      <a:pt x="232" y="83"/>
                    </a:lnTo>
                    <a:lnTo>
                      <a:pt x="232" y="83"/>
                    </a:lnTo>
                    <a:lnTo>
                      <a:pt x="232" y="83"/>
                    </a:lnTo>
                    <a:lnTo>
                      <a:pt x="235" y="83"/>
                    </a:lnTo>
                    <a:lnTo>
                      <a:pt x="235" y="83"/>
                    </a:lnTo>
                    <a:lnTo>
                      <a:pt x="235" y="83"/>
                    </a:lnTo>
                    <a:lnTo>
                      <a:pt x="235" y="85"/>
                    </a:lnTo>
                    <a:lnTo>
                      <a:pt x="235" y="85"/>
                    </a:lnTo>
                    <a:lnTo>
                      <a:pt x="237" y="85"/>
                    </a:lnTo>
                    <a:lnTo>
                      <a:pt x="237" y="85"/>
                    </a:lnTo>
                    <a:lnTo>
                      <a:pt x="237" y="85"/>
                    </a:lnTo>
                    <a:lnTo>
                      <a:pt x="239" y="85"/>
                    </a:lnTo>
                    <a:lnTo>
                      <a:pt x="239" y="87"/>
                    </a:lnTo>
                    <a:lnTo>
                      <a:pt x="239" y="87"/>
                    </a:lnTo>
                    <a:lnTo>
                      <a:pt x="239" y="87"/>
                    </a:lnTo>
                    <a:lnTo>
                      <a:pt x="239" y="87"/>
                    </a:lnTo>
                    <a:lnTo>
                      <a:pt x="242" y="87"/>
                    </a:lnTo>
                    <a:lnTo>
                      <a:pt x="242" y="90"/>
                    </a:lnTo>
                    <a:lnTo>
                      <a:pt x="242" y="90"/>
                    </a:lnTo>
                    <a:lnTo>
                      <a:pt x="242" y="90"/>
                    </a:lnTo>
                    <a:lnTo>
                      <a:pt x="244" y="90"/>
                    </a:lnTo>
                    <a:lnTo>
                      <a:pt x="244" y="92"/>
                    </a:lnTo>
                    <a:lnTo>
                      <a:pt x="244" y="92"/>
                    </a:lnTo>
                    <a:lnTo>
                      <a:pt x="244" y="92"/>
                    </a:lnTo>
                    <a:lnTo>
                      <a:pt x="244" y="92"/>
                    </a:lnTo>
                    <a:lnTo>
                      <a:pt x="246" y="92"/>
                    </a:lnTo>
                    <a:lnTo>
                      <a:pt x="246" y="92"/>
                    </a:lnTo>
                    <a:lnTo>
                      <a:pt x="246" y="92"/>
                    </a:lnTo>
                    <a:lnTo>
                      <a:pt x="246" y="92"/>
                    </a:lnTo>
                    <a:lnTo>
                      <a:pt x="246" y="95"/>
                    </a:lnTo>
                    <a:lnTo>
                      <a:pt x="249" y="95"/>
                    </a:lnTo>
                    <a:lnTo>
                      <a:pt x="249" y="95"/>
                    </a:lnTo>
                    <a:lnTo>
                      <a:pt x="249" y="95"/>
                    </a:lnTo>
                    <a:lnTo>
                      <a:pt x="251" y="95"/>
                    </a:lnTo>
                    <a:lnTo>
                      <a:pt x="251" y="95"/>
                    </a:lnTo>
                    <a:lnTo>
                      <a:pt x="251" y="97"/>
                    </a:lnTo>
                    <a:lnTo>
                      <a:pt x="251" y="97"/>
                    </a:lnTo>
                    <a:lnTo>
                      <a:pt x="251" y="97"/>
                    </a:lnTo>
                    <a:lnTo>
                      <a:pt x="254" y="97"/>
                    </a:lnTo>
                    <a:lnTo>
                      <a:pt x="254" y="97"/>
                    </a:lnTo>
                    <a:lnTo>
                      <a:pt x="254" y="97"/>
                    </a:lnTo>
                    <a:lnTo>
                      <a:pt x="256" y="97"/>
                    </a:lnTo>
                    <a:lnTo>
                      <a:pt x="256" y="97"/>
                    </a:lnTo>
                    <a:lnTo>
                      <a:pt x="256" y="97"/>
                    </a:lnTo>
                    <a:lnTo>
                      <a:pt x="256" y="97"/>
                    </a:lnTo>
                    <a:lnTo>
                      <a:pt x="258" y="97"/>
                    </a:lnTo>
                    <a:lnTo>
                      <a:pt x="258" y="99"/>
                    </a:lnTo>
                    <a:lnTo>
                      <a:pt x="258" y="99"/>
                    </a:lnTo>
                    <a:lnTo>
                      <a:pt x="258" y="99"/>
                    </a:lnTo>
                    <a:lnTo>
                      <a:pt x="258" y="99"/>
                    </a:lnTo>
                    <a:lnTo>
                      <a:pt x="261" y="99"/>
                    </a:lnTo>
                    <a:lnTo>
                      <a:pt x="261" y="102"/>
                    </a:lnTo>
                    <a:lnTo>
                      <a:pt x="261" y="102"/>
                    </a:lnTo>
                    <a:lnTo>
                      <a:pt x="261" y="102"/>
                    </a:lnTo>
                    <a:lnTo>
                      <a:pt x="261" y="102"/>
                    </a:lnTo>
                    <a:lnTo>
                      <a:pt x="263" y="102"/>
                    </a:lnTo>
                    <a:lnTo>
                      <a:pt x="263" y="102"/>
                    </a:lnTo>
                    <a:lnTo>
                      <a:pt x="263" y="102"/>
                    </a:lnTo>
                    <a:lnTo>
                      <a:pt x="265" y="102"/>
                    </a:lnTo>
                    <a:lnTo>
                      <a:pt x="265" y="102"/>
                    </a:lnTo>
                    <a:lnTo>
                      <a:pt x="265" y="104"/>
                    </a:lnTo>
                    <a:lnTo>
                      <a:pt x="265" y="104"/>
                    </a:lnTo>
                    <a:lnTo>
                      <a:pt x="268" y="104"/>
                    </a:lnTo>
                    <a:lnTo>
                      <a:pt x="268" y="104"/>
                    </a:lnTo>
                    <a:lnTo>
                      <a:pt x="268" y="104"/>
                    </a:lnTo>
                    <a:lnTo>
                      <a:pt x="268" y="104"/>
                    </a:lnTo>
                    <a:lnTo>
                      <a:pt x="268" y="106"/>
                    </a:lnTo>
                    <a:lnTo>
                      <a:pt x="270" y="106"/>
                    </a:lnTo>
                    <a:lnTo>
                      <a:pt x="270" y="106"/>
                    </a:lnTo>
                    <a:lnTo>
                      <a:pt x="272" y="106"/>
                    </a:lnTo>
                    <a:lnTo>
                      <a:pt x="272" y="106"/>
                    </a:lnTo>
                    <a:lnTo>
                      <a:pt x="272" y="106"/>
                    </a:lnTo>
                    <a:lnTo>
                      <a:pt x="272" y="109"/>
                    </a:lnTo>
                    <a:lnTo>
                      <a:pt x="272" y="109"/>
                    </a:lnTo>
                    <a:lnTo>
                      <a:pt x="275" y="109"/>
                    </a:lnTo>
                    <a:lnTo>
                      <a:pt x="275" y="109"/>
                    </a:lnTo>
                    <a:lnTo>
                      <a:pt x="275" y="109"/>
                    </a:lnTo>
                    <a:lnTo>
                      <a:pt x="275" y="111"/>
                    </a:lnTo>
                    <a:lnTo>
                      <a:pt x="275" y="111"/>
                    </a:lnTo>
                    <a:lnTo>
                      <a:pt x="275" y="111"/>
                    </a:lnTo>
                    <a:lnTo>
                      <a:pt x="277" y="111"/>
                    </a:lnTo>
                    <a:lnTo>
                      <a:pt x="277" y="111"/>
                    </a:lnTo>
                    <a:lnTo>
                      <a:pt x="277" y="111"/>
                    </a:lnTo>
                    <a:lnTo>
                      <a:pt x="280" y="111"/>
                    </a:lnTo>
                    <a:lnTo>
                      <a:pt x="280" y="111"/>
                    </a:lnTo>
                    <a:lnTo>
                      <a:pt x="280" y="114"/>
                    </a:lnTo>
                    <a:lnTo>
                      <a:pt x="280" y="114"/>
                    </a:lnTo>
                    <a:lnTo>
                      <a:pt x="282" y="114"/>
                    </a:lnTo>
                    <a:lnTo>
                      <a:pt x="282" y="114"/>
                    </a:lnTo>
                    <a:lnTo>
                      <a:pt x="282" y="114"/>
                    </a:lnTo>
                    <a:lnTo>
                      <a:pt x="284" y="114"/>
                    </a:lnTo>
                    <a:lnTo>
                      <a:pt x="284" y="114"/>
                    </a:lnTo>
                    <a:lnTo>
                      <a:pt x="284" y="116"/>
                    </a:lnTo>
                    <a:lnTo>
                      <a:pt x="284" y="116"/>
                    </a:lnTo>
                    <a:lnTo>
                      <a:pt x="287" y="116"/>
                    </a:lnTo>
                    <a:lnTo>
                      <a:pt x="287" y="116"/>
                    </a:lnTo>
                    <a:lnTo>
                      <a:pt x="287" y="116"/>
                    </a:lnTo>
                    <a:lnTo>
                      <a:pt x="289" y="116"/>
                    </a:lnTo>
                    <a:lnTo>
                      <a:pt x="289" y="116"/>
                    </a:lnTo>
                    <a:lnTo>
                      <a:pt x="289" y="114"/>
                    </a:lnTo>
                    <a:lnTo>
                      <a:pt x="291" y="114"/>
                    </a:lnTo>
                    <a:lnTo>
                      <a:pt x="291" y="116"/>
                    </a:lnTo>
                    <a:lnTo>
                      <a:pt x="291" y="116"/>
                    </a:lnTo>
                    <a:lnTo>
                      <a:pt x="291" y="116"/>
                    </a:lnTo>
                    <a:lnTo>
                      <a:pt x="291" y="116"/>
                    </a:lnTo>
                    <a:lnTo>
                      <a:pt x="294" y="116"/>
                    </a:lnTo>
                    <a:lnTo>
                      <a:pt x="294" y="116"/>
                    </a:lnTo>
                    <a:lnTo>
                      <a:pt x="294" y="116"/>
                    </a:lnTo>
                    <a:lnTo>
                      <a:pt x="294" y="118"/>
                    </a:lnTo>
                    <a:lnTo>
                      <a:pt x="296" y="118"/>
                    </a:lnTo>
                    <a:lnTo>
                      <a:pt x="296" y="118"/>
                    </a:lnTo>
                    <a:lnTo>
                      <a:pt x="298" y="118"/>
                    </a:lnTo>
                    <a:lnTo>
                      <a:pt x="298" y="118"/>
                    </a:lnTo>
                    <a:lnTo>
                      <a:pt x="298" y="118"/>
                    </a:lnTo>
                    <a:lnTo>
                      <a:pt x="298" y="121"/>
                    </a:lnTo>
                    <a:lnTo>
                      <a:pt x="298" y="121"/>
                    </a:lnTo>
                    <a:lnTo>
                      <a:pt x="298" y="121"/>
                    </a:lnTo>
                    <a:lnTo>
                      <a:pt x="301" y="121"/>
                    </a:lnTo>
                    <a:lnTo>
                      <a:pt x="301" y="121"/>
                    </a:lnTo>
                    <a:lnTo>
                      <a:pt x="301" y="121"/>
                    </a:lnTo>
                    <a:lnTo>
                      <a:pt x="303" y="121"/>
                    </a:lnTo>
                    <a:lnTo>
                      <a:pt x="303" y="121"/>
                    </a:lnTo>
                    <a:lnTo>
                      <a:pt x="306" y="121"/>
                    </a:lnTo>
                    <a:lnTo>
                      <a:pt x="306" y="121"/>
                    </a:lnTo>
                    <a:lnTo>
                      <a:pt x="306" y="123"/>
                    </a:lnTo>
                    <a:lnTo>
                      <a:pt x="306" y="123"/>
                    </a:lnTo>
                    <a:lnTo>
                      <a:pt x="306" y="123"/>
                    </a:lnTo>
                    <a:lnTo>
                      <a:pt x="306" y="123"/>
                    </a:lnTo>
                    <a:lnTo>
                      <a:pt x="306" y="123"/>
                    </a:lnTo>
                    <a:lnTo>
                      <a:pt x="306" y="125"/>
                    </a:lnTo>
                    <a:lnTo>
                      <a:pt x="306" y="125"/>
                    </a:lnTo>
                    <a:lnTo>
                      <a:pt x="306" y="125"/>
                    </a:lnTo>
                    <a:lnTo>
                      <a:pt x="303" y="125"/>
                    </a:lnTo>
                    <a:lnTo>
                      <a:pt x="303" y="128"/>
                    </a:lnTo>
                    <a:lnTo>
                      <a:pt x="303" y="128"/>
                    </a:lnTo>
                    <a:lnTo>
                      <a:pt x="303" y="130"/>
                    </a:lnTo>
                    <a:lnTo>
                      <a:pt x="303" y="130"/>
                    </a:lnTo>
                    <a:lnTo>
                      <a:pt x="303" y="132"/>
                    </a:lnTo>
                    <a:lnTo>
                      <a:pt x="303" y="132"/>
                    </a:lnTo>
                    <a:lnTo>
                      <a:pt x="303" y="132"/>
                    </a:lnTo>
                    <a:lnTo>
                      <a:pt x="306" y="132"/>
                    </a:lnTo>
                    <a:lnTo>
                      <a:pt x="306" y="135"/>
                    </a:lnTo>
                    <a:lnTo>
                      <a:pt x="306" y="135"/>
                    </a:lnTo>
                    <a:lnTo>
                      <a:pt x="306" y="135"/>
                    </a:lnTo>
                    <a:lnTo>
                      <a:pt x="306" y="137"/>
                    </a:lnTo>
                    <a:lnTo>
                      <a:pt x="306" y="137"/>
                    </a:lnTo>
                    <a:lnTo>
                      <a:pt x="303" y="137"/>
                    </a:lnTo>
                    <a:lnTo>
                      <a:pt x="303" y="137"/>
                    </a:lnTo>
                    <a:lnTo>
                      <a:pt x="303" y="140"/>
                    </a:lnTo>
                    <a:lnTo>
                      <a:pt x="303" y="140"/>
                    </a:lnTo>
                    <a:lnTo>
                      <a:pt x="301" y="140"/>
                    </a:lnTo>
                    <a:lnTo>
                      <a:pt x="301" y="140"/>
                    </a:lnTo>
                    <a:lnTo>
                      <a:pt x="301" y="140"/>
                    </a:lnTo>
                    <a:lnTo>
                      <a:pt x="298" y="140"/>
                    </a:lnTo>
                    <a:lnTo>
                      <a:pt x="298" y="140"/>
                    </a:lnTo>
                    <a:lnTo>
                      <a:pt x="298" y="140"/>
                    </a:lnTo>
                    <a:lnTo>
                      <a:pt x="298" y="137"/>
                    </a:lnTo>
                    <a:lnTo>
                      <a:pt x="296" y="137"/>
                    </a:lnTo>
                    <a:lnTo>
                      <a:pt x="296" y="137"/>
                    </a:lnTo>
                    <a:lnTo>
                      <a:pt x="294" y="137"/>
                    </a:lnTo>
                    <a:lnTo>
                      <a:pt x="294" y="137"/>
                    </a:lnTo>
                    <a:lnTo>
                      <a:pt x="294" y="137"/>
                    </a:lnTo>
                    <a:lnTo>
                      <a:pt x="294" y="135"/>
                    </a:lnTo>
                    <a:lnTo>
                      <a:pt x="294" y="135"/>
                    </a:lnTo>
                    <a:lnTo>
                      <a:pt x="291" y="135"/>
                    </a:lnTo>
                    <a:lnTo>
                      <a:pt x="291" y="135"/>
                    </a:lnTo>
                    <a:lnTo>
                      <a:pt x="291" y="135"/>
                    </a:lnTo>
                    <a:lnTo>
                      <a:pt x="289" y="135"/>
                    </a:lnTo>
                    <a:lnTo>
                      <a:pt x="289" y="135"/>
                    </a:lnTo>
                    <a:lnTo>
                      <a:pt x="289" y="135"/>
                    </a:lnTo>
                    <a:lnTo>
                      <a:pt x="287" y="135"/>
                    </a:lnTo>
                    <a:lnTo>
                      <a:pt x="287" y="132"/>
                    </a:lnTo>
                    <a:lnTo>
                      <a:pt x="287" y="132"/>
                    </a:lnTo>
                    <a:lnTo>
                      <a:pt x="287" y="132"/>
                    </a:lnTo>
                    <a:lnTo>
                      <a:pt x="287" y="135"/>
                    </a:lnTo>
                    <a:lnTo>
                      <a:pt x="284" y="135"/>
                    </a:lnTo>
                    <a:lnTo>
                      <a:pt x="284" y="135"/>
                    </a:lnTo>
                    <a:lnTo>
                      <a:pt x="284" y="137"/>
                    </a:lnTo>
                    <a:lnTo>
                      <a:pt x="284" y="137"/>
                    </a:lnTo>
                    <a:lnTo>
                      <a:pt x="284" y="137"/>
                    </a:lnTo>
                    <a:lnTo>
                      <a:pt x="284" y="140"/>
                    </a:lnTo>
                    <a:lnTo>
                      <a:pt x="284" y="140"/>
                    </a:lnTo>
                    <a:lnTo>
                      <a:pt x="284" y="140"/>
                    </a:lnTo>
                    <a:lnTo>
                      <a:pt x="284" y="142"/>
                    </a:lnTo>
                    <a:lnTo>
                      <a:pt x="282" y="142"/>
                    </a:lnTo>
                    <a:lnTo>
                      <a:pt x="282" y="142"/>
                    </a:lnTo>
                    <a:lnTo>
                      <a:pt x="280" y="142"/>
                    </a:lnTo>
                    <a:lnTo>
                      <a:pt x="280" y="142"/>
                    </a:lnTo>
                    <a:lnTo>
                      <a:pt x="280" y="142"/>
                    </a:lnTo>
                    <a:lnTo>
                      <a:pt x="277" y="142"/>
                    </a:lnTo>
                    <a:lnTo>
                      <a:pt x="277" y="142"/>
                    </a:lnTo>
                    <a:lnTo>
                      <a:pt x="275" y="142"/>
                    </a:lnTo>
                    <a:lnTo>
                      <a:pt x="275" y="142"/>
                    </a:lnTo>
                    <a:lnTo>
                      <a:pt x="275" y="142"/>
                    </a:lnTo>
                    <a:lnTo>
                      <a:pt x="272" y="142"/>
                    </a:lnTo>
                    <a:lnTo>
                      <a:pt x="272" y="142"/>
                    </a:lnTo>
                    <a:lnTo>
                      <a:pt x="272" y="142"/>
                    </a:lnTo>
                    <a:lnTo>
                      <a:pt x="272" y="142"/>
                    </a:lnTo>
                    <a:lnTo>
                      <a:pt x="270" y="142"/>
                    </a:lnTo>
                    <a:lnTo>
                      <a:pt x="270" y="142"/>
                    </a:lnTo>
                    <a:lnTo>
                      <a:pt x="268" y="142"/>
                    </a:lnTo>
                    <a:lnTo>
                      <a:pt x="268" y="142"/>
                    </a:lnTo>
                    <a:lnTo>
                      <a:pt x="268" y="142"/>
                    </a:lnTo>
                    <a:lnTo>
                      <a:pt x="268" y="142"/>
                    </a:lnTo>
                    <a:lnTo>
                      <a:pt x="268" y="144"/>
                    </a:lnTo>
                    <a:lnTo>
                      <a:pt x="265" y="144"/>
                    </a:lnTo>
                    <a:lnTo>
                      <a:pt x="265" y="144"/>
                    </a:lnTo>
                    <a:lnTo>
                      <a:pt x="265" y="144"/>
                    </a:lnTo>
                    <a:lnTo>
                      <a:pt x="265" y="147"/>
                    </a:lnTo>
                    <a:lnTo>
                      <a:pt x="265" y="147"/>
                    </a:lnTo>
                    <a:lnTo>
                      <a:pt x="265" y="147"/>
                    </a:lnTo>
                    <a:lnTo>
                      <a:pt x="265" y="149"/>
                    </a:lnTo>
                    <a:lnTo>
                      <a:pt x="265" y="149"/>
                    </a:lnTo>
                    <a:lnTo>
                      <a:pt x="265" y="149"/>
                    </a:lnTo>
                    <a:lnTo>
                      <a:pt x="265" y="151"/>
                    </a:lnTo>
                    <a:lnTo>
                      <a:pt x="265" y="151"/>
                    </a:lnTo>
                    <a:lnTo>
                      <a:pt x="265" y="151"/>
                    </a:lnTo>
                    <a:lnTo>
                      <a:pt x="265" y="151"/>
                    </a:lnTo>
                    <a:lnTo>
                      <a:pt x="263" y="151"/>
                    </a:lnTo>
                    <a:lnTo>
                      <a:pt x="263" y="154"/>
                    </a:lnTo>
                    <a:lnTo>
                      <a:pt x="263" y="154"/>
                    </a:lnTo>
                    <a:lnTo>
                      <a:pt x="263" y="154"/>
                    </a:lnTo>
                    <a:lnTo>
                      <a:pt x="263" y="156"/>
                    </a:lnTo>
                    <a:lnTo>
                      <a:pt x="263" y="156"/>
                    </a:lnTo>
                    <a:lnTo>
                      <a:pt x="263" y="159"/>
                    </a:lnTo>
                    <a:lnTo>
                      <a:pt x="263" y="159"/>
                    </a:lnTo>
                    <a:lnTo>
                      <a:pt x="263" y="161"/>
                    </a:lnTo>
                    <a:lnTo>
                      <a:pt x="263" y="161"/>
                    </a:lnTo>
                    <a:lnTo>
                      <a:pt x="263" y="161"/>
                    </a:lnTo>
                    <a:lnTo>
                      <a:pt x="261" y="161"/>
                    </a:lnTo>
                    <a:lnTo>
                      <a:pt x="261" y="163"/>
                    </a:lnTo>
                    <a:lnTo>
                      <a:pt x="261" y="163"/>
                    </a:lnTo>
                    <a:lnTo>
                      <a:pt x="261" y="163"/>
                    </a:lnTo>
                    <a:lnTo>
                      <a:pt x="261" y="166"/>
                    </a:lnTo>
                    <a:lnTo>
                      <a:pt x="261" y="166"/>
                    </a:lnTo>
                    <a:lnTo>
                      <a:pt x="258" y="166"/>
                    </a:lnTo>
                    <a:lnTo>
                      <a:pt x="258" y="166"/>
                    </a:lnTo>
                    <a:lnTo>
                      <a:pt x="258" y="166"/>
                    </a:lnTo>
                    <a:lnTo>
                      <a:pt x="258" y="166"/>
                    </a:lnTo>
                    <a:lnTo>
                      <a:pt x="258" y="168"/>
                    </a:lnTo>
                    <a:lnTo>
                      <a:pt x="256" y="168"/>
                    </a:lnTo>
                    <a:lnTo>
                      <a:pt x="256" y="168"/>
                    </a:lnTo>
                    <a:lnTo>
                      <a:pt x="256" y="168"/>
                    </a:lnTo>
                    <a:lnTo>
                      <a:pt x="254" y="168"/>
                    </a:lnTo>
                    <a:lnTo>
                      <a:pt x="254" y="168"/>
                    </a:lnTo>
                    <a:lnTo>
                      <a:pt x="254" y="168"/>
                    </a:lnTo>
                    <a:lnTo>
                      <a:pt x="254" y="170"/>
                    </a:lnTo>
                    <a:lnTo>
                      <a:pt x="251" y="170"/>
                    </a:lnTo>
                    <a:lnTo>
                      <a:pt x="251" y="170"/>
                    </a:lnTo>
                    <a:lnTo>
                      <a:pt x="251" y="170"/>
                    </a:lnTo>
                    <a:lnTo>
                      <a:pt x="251" y="170"/>
                    </a:lnTo>
                    <a:lnTo>
                      <a:pt x="251" y="173"/>
                    </a:lnTo>
                    <a:lnTo>
                      <a:pt x="251" y="173"/>
                    </a:lnTo>
                    <a:lnTo>
                      <a:pt x="251" y="170"/>
                    </a:lnTo>
                    <a:lnTo>
                      <a:pt x="249" y="170"/>
                    </a:lnTo>
                    <a:lnTo>
                      <a:pt x="249" y="170"/>
                    </a:lnTo>
                    <a:lnTo>
                      <a:pt x="246" y="170"/>
                    </a:lnTo>
                    <a:lnTo>
                      <a:pt x="246" y="170"/>
                    </a:lnTo>
                    <a:lnTo>
                      <a:pt x="246" y="170"/>
                    </a:lnTo>
                    <a:lnTo>
                      <a:pt x="246" y="173"/>
                    </a:lnTo>
                    <a:lnTo>
                      <a:pt x="244" y="173"/>
                    </a:lnTo>
                    <a:lnTo>
                      <a:pt x="244" y="173"/>
                    </a:lnTo>
                    <a:lnTo>
                      <a:pt x="244" y="173"/>
                    </a:lnTo>
                    <a:lnTo>
                      <a:pt x="244" y="173"/>
                    </a:lnTo>
                    <a:lnTo>
                      <a:pt x="242" y="173"/>
                    </a:lnTo>
                    <a:lnTo>
                      <a:pt x="242" y="173"/>
                    </a:lnTo>
                    <a:lnTo>
                      <a:pt x="239" y="173"/>
                    </a:lnTo>
                    <a:lnTo>
                      <a:pt x="239" y="173"/>
                    </a:lnTo>
                    <a:lnTo>
                      <a:pt x="239" y="175"/>
                    </a:lnTo>
                    <a:lnTo>
                      <a:pt x="239" y="175"/>
                    </a:lnTo>
                    <a:lnTo>
                      <a:pt x="237" y="175"/>
                    </a:lnTo>
                    <a:lnTo>
                      <a:pt x="237" y="175"/>
                    </a:lnTo>
                    <a:lnTo>
                      <a:pt x="237" y="175"/>
                    </a:lnTo>
                    <a:lnTo>
                      <a:pt x="235" y="175"/>
                    </a:lnTo>
                    <a:lnTo>
                      <a:pt x="235" y="175"/>
                    </a:lnTo>
                    <a:lnTo>
                      <a:pt x="235" y="175"/>
                    </a:lnTo>
                    <a:lnTo>
                      <a:pt x="232" y="175"/>
                    </a:lnTo>
                    <a:lnTo>
                      <a:pt x="232" y="175"/>
                    </a:lnTo>
                    <a:lnTo>
                      <a:pt x="232" y="175"/>
                    </a:lnTo>
                    <a:lnTo>
                      <a:pt x="230" y="175"/>
                    </a:lnTo>
                    <a:lnTo>
                      <a:pt x="230" y="178"/>
                    </a:lnTo>
                    <a:lnTo>
                      <a:pt x="230" y="178"/>
                    </a:lnTo>
                    <a:lnTo>
                      <a:pt x="232" y="178"/>
                    </a:lnTo>
                    <a:lnTo>
                      <a:pt x="232" y="180"/>
                    </a:lnTo>
                    <a:lnTo>
                      <a:pt x="232" y="180"/>
                    </a:lnTo>
                    <a:lnTo>
                      <a:pt x="232" y="180"/>
                    </a:lnTo>
                    <a:lnTo>
                      <a:pt x="232" y="180"/>
                    </a:lnTo>
                    <a:lnTo>
                      <a:pt x="232" y="182"/>
                    </a:lnTo>
                    <a:lnTo>
                      <a:pt x="232" y="182"/>
                    </a:lnTo>
                    <a:lnTo>
                      <a:pt x="232" y="182"/>
                    </a:lnTo>
                    <a:lnTo>
                      <a:pt x="230" y="182"/>
                    </a:lnTo>
                    <a:lnTo>
                      <a:pt x="230" y="182"/>
                    </a:lnTo>
                    <a:lnTo>
                      <a:pt x="230" y="182"/>
                    </a:lnTo>
                    <a:lnTo>
                      <a:pt x="230" y="182"/>
                    </a:lnTo>
                    <a:lnTo>
                      <a:pt x="230" y="182"/>
                    </a:lnTo>
                    <a:lnTo>
                      <a:pt x="230" y="185"/>
                    </a:lnTo>
                    <a:lnTo>
                      <a:pt x="230" y="185"/>
                    </a:lnTo>
                    <a:lnTo>
                      <a:pt x="230" y="187"/>
                    </a:lnTo>
                    <a:lnTo>
                      <a:pt x="230" y="187"/>
                    </a:lnTo>
                    <a:lnTo>
                      <a:pt x="230" y="187"/>
                    </a:lnTo>
                    <a:lnTo>
                      <a:pt x="227" y="187"/>
                    </a:lnTo>
                    <a:lnTo>
                      <a:pt x="227" y="187"/>
                    </a:lnTo>
                    <a:lnTo>
                      <a:pt x="227" y="187"/>
                    </a:lnTo>
                    <a:lnTo>
                      <a:pt x="227" y="189"/>
                    </a:lnTo>
                    <a:lnTo>
                      <a:pt x="225" y="189"/>
                    </a:lnTo>
                    <a:lnTo>
                      <a:pt x="225" y="189"/>
                    </a:lnTo>
                    <a:lnTo>
                      <a:pt x="225" y="189"/>
                    </a:lnTo>
                    <a:lnTo>
                      <a:pt x="225" y="189"/>
                    </a:lnTo>
                    <a:lnTo>
                      <a:pt x="225" y="192"/>
                    </a:lnTo>
                    <a:lnTo>
                      <a:pt x="223" y="192"/>
                    </a:lnTo>
                    <a:lnTo>
                      <a:pt x="223" y="192"/>
                    </a:lnTo>
                    <a:lnTo>
                      <a:pt x="223" y="192"/>
                    </a:lnTo>
                    <a:lnTo>
                      <a:pt x="220" y="192"/>
                    </a:lnTo>
                    <a:lnTo>
                      <a:pt x="220" y="192"/>
                    </a:lnTo>
                    <a:lnTo>
                      <a:pt x="220" y="192"/>
                    </a:lnTo>
                    <a:lnTo>
                      <a:pt x="218" y="192"/>
                    </a:lnTo>
                    <a:lnTo>
                      <a:pt x="218" y="192"/>
                    </a:lnTo>
                    <a:lnTo>
                      <a:pt x="218" y="192"/>
                    </a:lnTo>
                    <a:lnTo>
                      <a:pt x="218" y="192"/>
                    </a:lnTo>
                    <a:lnTo>
                      <a:pt x="216" y="192"/>
                    </a:lnTo>
                    <a:lnTo>
                      <a:pt x="216" y="192"/>
                    </a:lnTo>
                    <a:lnTo>
                      <a:pt x="216" y="192"/>
                    </a:lnTo>
                    <a:lnTo>
                      <a:pt x="216" y="192"/>
                    </a:lnTo>
                    <a:lnTo>
                      <a:pt x="213" y="192"/>
                    </a:lnTo>
                    <a:lnTo>
                      <a:pt x="213" y="194"/>
                    </a:lnTo>
                    <a:lnTo>
                      <a:pt x="213" y="194"/>
                    </a:lnTo>
                    <a:lnTo>
                      <a:pt x="213" y="194"/>
                    </a:lnTo>
                    <a:lnTo>
                      <a:pt x="213" y="192"/>
                    </a:lnTo>
                    <a:lnTo>
                      <a:pt x="213" y="192"/>
                    </a:lnTo>
                    <a:lnTo>
                      <a:pt x="213" y="192"/>
                    </a:lnTo>
                    <a:lnTo>
                      <a:pt x="211" y="192"/>
                    </a:lnTo>
                    <a:lnTo>
                      <a:pt x="211" y="189"/>
                    </a:lnTo>
                    <a:lnTo>
                      <a:pt x="211" y="189"/>
                    </a:lnTo>
                    <a:lnTo>
                      <a:pt x="211" y="189"/>
                    </a:lnTo>
                    <a:lnTo>
                      <a:pt x="209" y="189"/>
                    </a:lnTo>
                    <a:lnTo>
                      <a:pt x="209" y="189"/>
                    </a:lnTo>
                    <a:lnTo>
                      <a:pt x="209" y="189"/>
                    </a:lnTo>
                    <a:lnTo>
                      <a:pt x="209" y="187"/>
                    </a:lnTo>
                    <a:lnTo>
                      <a:pt x="206" y="187"/>
                    </a:lnTo>
                    <a:lnTo>
                      <a:pt x="206" y="187"/>
                    </a:lnTo>
                    <a:lnTo>
                      <a:pt x="206" y="187"/>
                    </a:lnTo>
                    <a:lnTo>
                      <a:pt x="206" y="187"/>
                    </a:lnTo>
                    <a:lnTo>
                      <a:pt x="204" y="187"/>
                    </a:lnTo>
                    <a:lnTo>
                      <a:pt x="204" y="187"/>
                    </a:lnTo>
                    <a:lnTo>
                      <a:pt x="204" y="187"/>
                    </a:lnTo>
                    <a:lnTo>
                      <a:pt x="201" y="187"/>
                    </a:lnTo>
                    <a:lnTo>
                      <a:pt x="201" y="187"/>
                    </a:lnTo>
                    <a:lnTo>
                      <a:pt x="201" y="187"/>
                    </a:lnTo>
                    <a:lnTo>
                      <a:pt x="199" y="187"/>
                    </a:lnTo>
                    <a:lnTo>
                      <a:pt x="199" y="187"/>
                    </a:lnTo>
                    <a:lnTo>
                      <a:pt x="199" y="187"/>
                    </a:lnTo>
                    <a:lnTo>
                      <a:pt x="197" y="187"/>
                    </a:lnTo>
                    <a:lnTo>
                      <a:pt x="197" y="187"/>
                    </a:lnTo>
                    <a:lnTo>
                      <a:pt x="197" y="187"/>
                    </a:lnTo>
                    <a:lnTo>
                      <a:pt x="197" y="185"/>
                    </a:lnTo>
                    <a:lnTo>
                      <a:pt x="194" y="185"/>
                    </a:lnTo>
                    <a:lnTo>
                      <a:pt x="194" y="185"/>
                    </a:lnTo>
                    <a:lnTo>
                      <a:pt x="194" y="185"/>
                    </a:lnTo>
                    <a:lnTo>
                      <a:pt x="194" y="185"/>
                    </a:lnTo>
                    <a:lnTo>
                      <a:pt x="194" y="182"/>
                    </a:lnTo>
                    <a:lnTo>
                      <a:pt x="192" y="182"/>
                    </a:lnTo>
                    <a:lnTo>
                      <a:pt x="192" y="182"/>
                    </a:lnTo>
                    <a:lnTo>
                      <a:pt x="192" y="182"/>
                    </a:lnTo>
                    <a:lnTo>
                      <a:pt x="192" y="182"/>
                    </a:lnTo>
                    <a:lnTo>
                      <a:pt x="190" y="182"/>
                    </a:lnTo>
                    <a:lnTo>
                      <a:pt x="190" y="182"/>
                    </a:lnTo>
                    <a:lnTo>
                      <a:pt x="190" y="182"/>
                    </a:lnTo>
                    <a:lnTo>
                      <a:pt x="190" y="180"/>
                    </a:lnTo>
                    <a:lnTo>
                      <a:pt x="190" y="180"/>
                    </a:lnTo>
                    <a:lnTo>
                      <a:pt x="190" y="180"/>
                    </a:lnTo>
                    <a:lnTo>
                      <a:pt x="190" y="178"/>
                    </a:lnTo>
                    <a:lnTo>
                      <a:pt x="190" y="178"/>
                    </a:lnTo>
                    <a:lnTo>
                      <a:pt x="190" y="175"/>
                    </a:lnTo>
                    <a:lnTo>
                      <a:pt x="190" y="175"/>
                    </a:lnTo>
                    <a:lnTo>
                      <a:pt x="190" y="175"/>
                    </a:lnTo>
                    <a:lnTo>
                      <a:pt x="190" y="173"/>
                    </a:lnTo>
                    <a:lnTo>
                      <a:pt x="187" y="173"/>
                    </a:lnTo>
                    <a:lnTo>
                      <a:pt x="187" y="173"/>
                    </a:lnTo>
                    <a:lnTo>
                      <a:pt x="187" y="173"/>
                    </a:lnTo>
                    <a:lnTo>
                      <a:pt x="187" y="173"/>
                    </a:lnTo>
                    <a:lnTo>
                      <a:pt x="187" y="170"/>
                    </a:lnTo>
                    <a:lnTo>
                      <a:pt x="190" y="170"/>
                    </a:lnTo>
                    <a:lnTo>
                      <a:pt x="190" y="170"/>
                    </a:lnTo>
                    <a:lnTo>
                      <a:pt x="190" y="170"/>
                    </a:lnTo>
                    <a:lnTo>
                      <a:pt x="190" y="170"/>
                    </a:lnTo>
                    <a:lnTo>
                      <a:pt x="190" y="168"/>
                    </a:lnTo>
                    <a:lnTo>
                      <a:pt x="190" y="168"/>
                    </a:lnTo>
                    <a:lnTo>
                      <a:pt x="190" y="168"/>
                    </a:lnTo>
                    <a:lnTo>
                      <a:pt x="190" y="166"/>
                    </a:lnTo>
                    <a:lnTo>
                      <a:pt x="190" y="166"/>
                    </a:lnTo>
                    <a:lnTo>
                      <a:pt x="187" y="166"/>
                    </a:lnTo>
                    <a:lnTo>
                      <a:pt x="187" y="163"/>
                    </a:lnTo>
                    <a:lnTo>
                      <a:pt x="187" y="163"/>
                    </a:lnTo>
                    <a:lnTo>
                      <a:pt x="187" y="161"/>
                    </a:lnTo>
                    <a:lnTo>
                      <a:pt x="187" y="161"/>
                    </a:lnTo>
                    <a:lnTo>
                      <a:pt x="187" y="161"/>
                    </a:lnTo>
                    <a:lnTo>
                      <a:pt x="187" y="159"/>
                    </a:lnTo>
                    <a:lnTo>
                      <a:pt x="190" y="159"/>
                    </a:lnTo>
                    <a:lnTo>
                      <a:pt x="190" y="159"/>
                    </a:lnTo>
                    <a:lnTo>
                      <a:pt x="187" y="159"/>
                    </a:lnTo>
                    <a:lnTo>
                      <a:pt x="187" y="156"/>
                    </a:lnTo>
                    <a:lnTo>
                      <a:pt x="187" y="156"/>
                    </a:lnTo>
                    <a:lnTo>
                      <a:pt x="187" y="156"/>
                    </a:lnTo>
                    <a:lnTo>
                      <a:pt x="187" y="156"/>
                    </a:lnTo>
                    <a:lnTo>
                      <a:pt x="185" y="156"/>
                    </a:lnTo>
                    <a:lnTo>
                      <a:pt x="185" y="156"/>
                    </a:lnTo>
                    <a:lnTo>
                      <a:pt x="185" y="156"/>
                    </a:lnTo>
                    <a:lnTo>
                      <a:pt x="182" y="156"/>
                    </a:lnTo>
                    <a:lnTo>
                      <a:pt x="182" y="156"/>
                    </a:lnTo>
                    <a:lnTo>
                      <a:pt x="182" y="156"/>
                    </a:lnTo>
                    <a:lnTo>
                      <a:pt x="180" y="156"/>
                    </a:lnTo>
                    <a:lnTo>
                      <a:pt x="180" y="156"/>
                    </a:lnTo>
                    <a:lnTo>
                      <a:pt x="180" y="156"/>
                    </a:lnTo>
                    <a:lnTo>
                      <a:pt x="178" y="156"/>
                    </a:lnTo>
                    <a:lnTo>
                      <a:pt x="178" y="156"/>
                    </a:lnTo>
                    <a:lnTo>
                      <a:pt x="178" y="156"/>
                    </a:lnTo>
                    <a:lnTo>
                      <a:pt x="175" y="156"/>
                    </a:lnTo>
                    <a:lnTo>
                      <a:pt x="175" y="156"/>
                    </a:lnTo>
                    <a:lnTo>
                      <a:pt x="173" y="156"/>
                    </a:lnTo>
                    <a:lnTo>
                      <a:pt x="173" y="156"/>
                    </a:lnTo>
                    <a:lnTo>
                      <a:pt x="173" y="156"/>
                    </a:lnTo>
                    <a:lnTo>
                      <a:pt x="171" y="156"/>
                    </a:lnTo>
                    <a:lnTo>
                      <a:pt x="171" y="156"/>
                    </a:lnTo>
                    <a:lnTo>
                      <a:pt x="171" y="156"/>
                    </a:lnTo>
                    <a:lnTo>
                      <a:pt x="168" y="156"/>
                    </a:lnTo>
                    <a:lnTo>
                      <a:pt x="168" y="154"/>
                    </a:lnTo>
                    <a:lnTo>
                      <a:pt x="168" y="154"/>
                    </a:lnTo>
                    <a:lnTo>
                      <a:pt x="168" y="154"/>
                    </a:lnTo>
                    <a:lnTo>
                      <a:pt x="168" y="151"/>
                    </a:lnTo>
                    <a:lnTo>
                      <a:pt x="168" y="151"/>
                    </a:lnTo>
                    <a:lnTo>
                      <a:pt x="168" y="151"/>
                    </a:lnTo>
                    <a:lnTo>
                      <a:pt x="166" y="151"/>
                    </a:lnTo>
                    <a:lnTo>
                      <a:pt x="166" y="151"/>
                    </a:lnTo>
                    <a:lnTo>
                      <a:pt x="166" y="151"/>
                    </a:lnTo>
                    <a:lnTo>
                      <a:pt x="166" y="149"/>
                    </a:lnTo>
                    <a:lnTo>
                      <a:pt x="166" y="149"/>
                    </a:lnTo>
                    <a:lnTo>
                      <a:pt x="166" y="149"/>
                    </a:lnTo>
                    <a:lnTo>
                      <a:pt x="166" y="147"/>
                    </a:lnTo>
                    <a:lnTo>
                      <a:pt x="164" y="147"/>
                    </a:lnTo>
                    <a:lnTo>
                      <a:pt x="164" y="147"/>
                    </a:lnTo>
                    <a:lnTo>
                      <a:pt x="164" y="147"/>
                    </a:lnTo>
                    <a:lnTo>
                      <a:pt x="161" y="147"/>
                    </a:lnTo>
                    <a:lnTo>
                      <a:pt x="161" y="147"/>
                    </a:lnTo>
                    <a:lnTo>
                      <a:pt x="161" y="147"/>
                    </a:lnTo>
                    <a:lnTo>
                      <a:pt x="161" y="144"/>
                    </a:lnTo>
                    <a:lnTo>
                      <a:pt x="159" y="144"/>
                    </a:lnTo>
                    <a:lnTo>
                      <a:pt x="159" y="144"/>
                    </a:lnTo>
                    <a:lnTo>
                      <a:pt x="159" y="144"/>
                    </a:lnTo>
                    <a:lnTo>
                      <a:pt x="159" y="144"/>
                    </a:lnTo>
                    <a:lnTo>
                      <a:pt x="156" y="144"/>
                    </a:lnTo>
                    <a:lnTo>
                      <a:pt x="156" y="144"/>
                    </a:lnTo>
                    <a:lnTo>
                      <a:pt x="154" y="144"/>
                    </a:lnTo>
                    <a:lnTo>
                      <a:pt x="154" y="144"/>
                    </a:lnTo>
                    <a:lnTo>
                      <a:pt x="154" y="144"/>
                    </a:lnTo>
                    <a:lnTo>
                      <a:pt x="154" y="142"/>
                    </a:lnTo>
                    <a:lnTo>
                      <a:pt x="152" y="142"/>
                    </a:lnTo>
                    <a:lnTo>
                      <a:pt x="152" y="142"/>
                    </a:lnTo>
                    <a:lnTo>
                      <a:pt x="152" y="142"/>
                    </a:lnTo>
                    <a:lnTo>
                      <a:pt x="152" y="142"/>
                    </a:lnTo>
                    <a:lnTo>
                      <a:pt x="152" y="140"/>
                    </a:lnTo>
                    <a:lnTo>
                      <a:pt x="152" y="140"/>
                    </a:lnTo>
                    <a:lnTo>
                      <a:pt x="152" y="140"/>
                    </a:lnTo>
                    <a:lnTo>
                      <a:pt x="149" y="140"/>
                    </a:lnTo>
                    <a:lnTo>
                      <a:pt x="149" y="137"/>
                    </a:lnTo>
                    <a:lnTo>
                      <a:pt x="149" y="137"/>
                    </a:lnTo>
                    <a:lnTo>
                      <a:pt x="149" y="135"/>
                    </a:lnTo>
                    <a:lnTo>
                      <a:pt x="149" y="135"/>
                    </a:lnTo>
                    <a:lnTo>
                      <a:pt x="149" y="135"/>
                    </a:lnTo>
                    <a:lnTo>
                      <a:pt x="147" y="135"/>
                    </a:lnTo>
                    <a:lnTo>
                      <a:pt x="147" y="135"/>
                    </a:lnTo>
                    <a:lnTo>
                      <a:pt x="147" y="135"/>
                    </a:lnTo>
                    <a:lnTo>
                      <a:pt x="147" y="132"/>
                    </a:lnTo>
                    <a:lnTo>
                      <a:pt x="145" y="132"/>
                    </a:lnTo>
                    <a:lnTo>
                      <a:pt x="145" y="132"/>
                    </a:lnTo>
                    <a:lnTo>
                      <a:pt x="145" y="132"/>
                    </a:lnTo>
                    <a:lnTo>
                      <a:pt x="145" y="132"/>
                    </a:lnTo>
                    <a:lnTo>
                      <a:pt x="145" y="132"/>
                    </a:lnTo>
                    <a:lnTo>
                      <a:pt x="142" y="132"/>
                    </a:lnTo>
                    <a:lnTo>
                      <a:pt x="142" y="132"/>
                    </a:lnTo>
                    <a:lnTo>
                      <a:pt x="140" y="132"/>
                    </a:lnTo>
                    <a:lnTo>
                      <a:pt x="140" y="130"/>
                    </a:lnTo>
                    <a:lnTo>
                      <a:pt x="140" y="130"/>
                    </a:lnTo>
                    <a:lnTo>
                      <a:pt x="140" y="130"/>
                    </a:lnTo>
                    <a:lnTo>
                      <a:pt x="138" y="130"/>
                    </a:lnTo>
                    <a:lnTo>
                      <a:pt x="138" y="130"/>
                    </a:lnTo>
                    <a:lnTo>
                      <a:pt x="138" y="130"/>
                    </a:lnTo>
                    <a:lnTo>
                      <a:pt x="138" y="132"/>
                    </a:lnTo>
                    <a:lnTo>
                      <a:pt x="135" y="132"/>
                    </a:lnTo>
                    <a:lnTo>
                      <a:pt x="135" y="132"/>
                    </a:lnTo>
                    <a:lnTo>
                      <a:pt x="133" y="132"/>
                    </a:lnTo>
                    <a:lnTo>
                      <a:pt x="133" y="130"/>
                    </a:lnTo>
                    <a:lnTo>
                      <a:pt x="133" y="130"/>
                    </a:lnTo>
                    <a:lnTo>
                      <a:pt x="133" y="130"/>
                    </a:lnTo>
                    <a:lnTo>
                      <a:pt x="133" y="130"/>
                    </a:lnTo>
                    <a:lnTo>
                      <a:pt x="133" y="130"/>
                    </a:lnTo>
                    <a:lnTo>
                      <a:pt x="130" y="130"/>
                    </a:lnTo>
                    <a:lnTo>
                      <a:pt x="130" y="132"/>
                    </a:lnTo>
                    <a:lnTo>
                      <a:pt x="130" y="132"/>
                    </a:lnTo>
                    <a:lnTo>
                      <a:pt x="128" y="132"/>
                    </a:lnTo>
                    <a:lnTo>
                      <a:pt x="128" y="132"/>
                    </a:lnTo>
                    <a:lnTo>
                      <a:pt x="128" y="130"/>
                    </a:lnTo>
                    <a:lnTo>
                      <a:pt x="128" y="130"/>
                    </a:lnTo>
                    <a:lnTo>
                      <a:pt x="126" y="130"/>
                    </a:lnTo>
                    <a:lnTo>
                      <a:pt x="126" y="130"/>
                    </a:lnTo>
                    <a:lnTo>
                      <a:pt x="126" y="130"/>
                    </a:lnTo>
                    <a:lnTo>
                      <a:pt x="126" y="130"/>
                    </a:lnTo>
                    <a:lnTo>
                      <a:pt x="126" y="128"/>
                    </a:lnTo>
                    <a:lnTo>
                      <a:pt x="126" y="128"/>
                    </a:lnTo>
                    <a:lnTo>
                      <a:pt x="123" y="128"/>
                    </a:lnTo>
                    <a:lnTo>
                      <a:pt x="123" y="128"/>
                    </a:lnTo>
                    <a:lnTo>
                      <a:pt x="121" y="128"/>
                    </a:lnTo>
                    <a:lnTo>
                      <a:pt x="121" y="128"/>
                    </a:lnTo>
                    <a:lnTo>
                      <a:pt x="121" y="128"/>
                    </a:lnTo>
                    <a:lnTo>
                      <a:pt x="121" y="125"/>
                    </a:lnTo>
                    <a:lnTo>
                      <a:pt x="119" y="125"/>
                    </a:lnTo>
                    <a:lnTo>
                      <a:pt x="119" y="125"/>
                    </a:lnTo>
                    <a:lnTo>
                      <a:pt x="119" y="125"/>
                    </a:lnTo>
                    <a:lnTo>
                      <a:pt x="119" y="125"/>
                    </a:lnTo>
                    <a:lnTo>
                      <a:pt x="116" y="125"/>
                    </a:lnTo>
                    <a:lnTo>
                      <a:pt x="116" y="125"/>
                    </a:lnTo>
                    <a:lnTo>
                      <a:pt x="114" y="125"/>
                    </a:lnTo>
                    <a:lnTo>
                      <a:pt x="114" y="123"/>
                    </a:lnTo>
                    <a:lnTo>
                      <a:pt x="114" y="123"/>
                    </a:lnTo>
                    <a:lnTo>
                      <a:pt x="114" y="123"/>
                    </a:lnTo>
                    <a:lnTo>
                      <a:pt x="111" y="123"/>
                    </a:lnTo>
                    <a:lnTo>
                      <a:pt x="111" y="123"/>
                    </a:lnTo>
                    <a:lnTo>
                      <a:pt x="111" y="123"/>
                    </a:lnTo>
                    <a:lnTo>
                      <a:pt x="109" y="123"/>
                    </a:lnTo>
                    <a:lnTo>
                      <a:pt x="109" y="123"/>
                    </a:lnTo>
                    <a:lnTo>
                      <a:pt x="109" y="123"/>
                    </a:lnTo>
                    <a:lnTo>
                      <a:pt x="107" y="123"/>
                    </a:lnTo>
                    <a:lnTo>
                      <a:pt x="107" y="123"/>
                    </a:lnTo>
                    <a:lnTo>
                      <a:pt x="107" y="123"/>
                    </a:lnTo>
                    <a:lnTo>
                      <a:pt x="107" y="121"/>
                    </a:lnTo>
                    <a:lnTo>
                      <a:pt x="107" y="121"/>
                    </a:lnTo>
                    <a:lnTo>
                      <a:pt x="107" y="121"/>
                    </a:lnTo>
                    <a:lnTo>
                      <a:pt x="107" y="118"/>
                    </a:lnTo>
                    <a:lnTo>
                      <a:pt x="104" y="118"/>
                    </a:lnTo>
                    <a:lnTo>
                      <a:pt x="104" y="118"/>
                    </a:lnTo>
                    <a:lnTo>
                      <a:pt x="104" y="116"/>
                    </a:lnTo>
                    <a:lnTo>
                      <a:pt x="104" y="116"/>
                    </a:lnTo>
                    <a:lnTo>
                      <a:pt x="104" y="116"/>
                    </a:lnTo>
                    <a:lnTo>
                      <a:pt x="104" y="116"/>
                    </a:lnTo>
                    <a:lnTo>
                      <a:pt x="102" y="116"/>
                    </a:lnTo>
                    <a:lnTo>
                      <a:pt x="102" y="116"/>
                    </a:lnTo>
                    <a:lnTo>
                      <a:pt x="102" y="116"/>
                    </a:lnTo>
                    <a:lnTo>
                      <a:pt x="100" y="116"/>
                    </a:lnTo>
                    <a:lnTo>
                      <a:pt x="100" y="118"/>
                    </a:lnTo>
                    <a:lnTo>
                      <a:pt x="100" y="118"/>
                    </a:lnTo>
                    <a:lnTo>
                      <a:pt x="100" y="118"/>
                    </a:lnTo>
                    <a:lnTo>
                      <a:pt x="100" y="116"/>
                    </a:lnTo>
                    <a:lnTo>
                      <a:pt x="97" y="116"/>
                    </a:lnTo>
                    <a:lnTo>
                      <a:pt x="97" y="116"/>
                    </a:lnTo>
                    <a:lnTo>
                      <a:pt x="95" y="116"/>
                    </a:lnTo>
                    <a:lnTo>
                      <a:pt x="95" y="116"/>
                    </a:lnTo>
                    <a:lnTo>
                      <a:pt x="95" y="116"/>
                    </a:lnTo>
                    <a:lnTo>
                      <a:pt x="95" y="116"/>
                    </a:lnTo>
                    <a:lnTo>
                      <a:pt x="93" y="116"/>
                    </a:lnTo>
                    <a:lnTo>
                      <a:pt x="93" y="116"/>
                    </a:lnTo>
                    <a:lnTo>
                      <a:pt x="93" y="116"/>
                    </a:lnTo>
                    <a:lnTo>
                      <a:pt x="90" y="116"/>
                    </a:lnTo>
                    <a:lnTo>
                      <a:pt x="90" y="116"/>
                    </a:lnTo>
                    <a:lnTo>
                      <a:pt x="88" y="116"/>
                    </a:lnTo>
                    <a:lnTo>
                      <a:pt x="88" y="116"/>
                    </a:lnTo>
                    <a:lnTo>
                      <a:pt x="88" y="116"/>
                    </a:lnTo>
                    <a:lnTo>
                      <a:pt x="85" y="116"/>
                    </a:lnTo>
                    <a:lnTo>
                      <a:pt x="85" y="116"/>
                    </a:lnTo>
                    <a:lnTo>
                      <a:pt x="85" y="116"/>
                    </a:lnTo>
                    <a:lnTo>
                      <a:pt x="85" y="116"/>
                    </a:lnTo>
                    <a:lnTo>
                      <a:pt x="85" y="118"/>
                    </a:lnTo>
                    <a:lnTo>
                      <a:pt x="85" y="118"/>
                    </a:lnTo>
                    <a:lnTo>
                      <a:pt x="85" y="121"/>
                    </a:lnTo>
                    <a:lnTo>
                      <a:pt x="83" y="121"/>
                    </a:lnTo>
                    <a:lnTo>
                      <a:pt x="83" y="121"/>
                    </a:lnTo>
                    <a:lnTo>
                      <a:pt x="83" y="121"/>
                    </a:lnTo>
                    <a:lnTo>
                      <a:pt x="81" y="121"/>
                    </a:lnTo>
                    <a:lnTo>
                      <a:pt x="81" y="121"/>
                    </a:lnTo>
                    <a:lnTo>
                      <a:pt x="81" y="121"/>
                    </a:lnTo>
                    <a:lnTo>
                      <a:pt x="81" y="121"/>
                    </a:lnTo>
                    <a:lnTo>
                      <a:pt x="78" y="121"/>
                    </a:lnTo>
                    <a:lnTo>
                      <a:pt x="78" y="121"/>
                    </a:lnTo>
                    <a:lnTo>
                      <a:pt x="78" y="121"/>
                    </a:lnTo>
                    <a:lnTo>
                      <a:pt x="76" y="121"/>
                    </a:lnTo>
                    <a:lnTo>
                      <a:pt x="76" y="121"/>
                    </a:lnTo>
                    <a:lnTo>
                      <a:pt x="74" y="121"/>
                    </a:lnTo>
                    <a:lnTo>
                      <a:pt x="74" y="121"/>
                    </a:lnTo>
                    <a:lnTo>
                      <a:pt x="74" y="118"/>
                    </a:lnTo>
                    <a:lnTo>
                      <a:pt x="74" y="118"/>
                    </a:lnTo>
                    <a:lnTo>
                      <a:pt x="71" y="118"/>
                    </a:lnTo>
                    <a:lnTo>
                      <a:pt x="71" y="118"/>
                    </a:lnTo>
                    <a:lnTo>
                      <a:pt x="71" y="121"/>
                    </a:lnTo>
                    <a:lnTo>
                      <a:pt x="71" y="121"/>
                    </a:lnTo>
                    <a:lnTo>
                      <a:pt x="69" y="121"/>
                    </a:lnTo>
                    <a:lnTo>
                      <a:pt x="69" y="121"/>
                    </a:lnTo>
                    <a:lnTo>
                      <a:pt x="67" y="121"/>
                    </a:lnTo>
                    <a:lnTo>
                      <a:pt x="67" y="121"/>
                    </a:lnTo>
                    <a:lnTo>
                      <a:pt x="67" y="121"/>
                    </a:lnTo>
                    <a:lnTo>
                      <a:pt x="67" y="121"/>
                    </a:lnTo>
                    <a:lnTo>
                      <a:pt x="64" y="121"/>
                    </a:lnTo>
                    <a:lnTo>
                      <a:pt x="64" y="121"/>
                    </a:lnTo>
                    <a:lnTo>
                      <a:pt x="64" y="123"/>
                    </a:lnTo>
                    <a:lnTo>
                      <a:pt x="62" y="123"/>
                    </a:lnTo>
                    <a:lnTo>
                      <a:pt x="62" y="123"/>
                    </a:lnTo>
                    <a:lnTo>
                      <a:pt x="62" y="123"/>
                    </a:lnTo>
                    <a:lnTo>
                      <a:pt x="62" y="123"/>
                    </a:lnTo>
                    <a:lnTo>
                      <a:pt x="59" y="123"/>
                    </a:lnTo>
                    <a:lnTo>
                      <a:pt x="59" y="123"/>
                    </a:lnTo>
                    <a:lnTo>
                      <a:pt x="59" y="123"/>
                    </a:lnTo>
                    <a:lnTo>
                      <a:pt x="59" y="123"/>
                    </a:lnTo>
                    <a:lnTo>
                      <a:pt x="57" y="123"/>
                    </a:lnTo>
                    <a:lnTo>
                      <a:pt x="57" y="123"/>
                    </a:lnTo>
                    <a:lnTo>
                      <a:pt x="57" y="125"/>
                    </a:lnTo>
                    <a:lnTo>
                      <a:pt x="55" y="125"/>
                    </a:lnTo>
                    <a:lnTo>
                      <a:pt x="55" y="125"/>
                    </a:lnTo>
                    <a:lnTo>
                      <a:pt x="55" y="125"/>
                    </a:lnTo>
                    <a:lnTo>
                      <a:pt x="55" y="128"/>
                    </a:lnTo>
                    <a:lnTo>
                      <a:pt x="55" y="128"/>
                    </a:lnTo>
                    <a:lnTo>
                      <a:pt x="52" y="128"/>
                    </a:lnTo>
                    <a:lnTo>
                      <a:pt x="52" y="128"/>
                    </a:lnTo>
                    <a:lnTo>
                      <a:pt x="52" y="128"/>
                    </a:lnTo>
                    <a:lnTo>
                      <a:pt x="52" y="130"/>
                    </a:lnTo>
                    <a:lnTo>
                      <a:pt x="52" y="130"/>
                    </a:lnTo>
                    <a:lnTo>
                      <a:pt x="52" y="130"/>
                    </a:lnTo>
                    <a:lnTo>
                      <a:pt x="52" y="132"/>
                    </a:lnTo>
                    <a:lnTo>
                      <a:pt x="52" y="132"/>
                    </a:lnTo>
                    <a:lnTo>
                      <a:pt x="52" y="132"/>
                    </a:lnTo>
                    <a:lnTo>
                      <a:pt x="52" y="135"/>
                    </a:lnTo>
                    <a:lnTo>
                      <a:pt x="50" y="135"/>
                    </a:lnTo>
                    <a:lnTo>
                      <a:pt x="50" y="135"/>
                    </a:lnTo>
                    <a:lnTo>
                      <a:pt x="50" y="135"/>
                    </a:lnTo>
                    <a:lnTo>
                      <a:pt x="48" y="135"/>
                    </a:lnTo>
                    <a:lnTo>
                      <a:pt x="48" y="137"/>
                    </a:lnTo>
                    <a:lnTo>
                      <a:pt x="48" y="137"/>
                    </a:lnTo>
                    <a:lnTo>
                      <a:pt x="48" y="135"/>
                    </a:lnTo>
                    <a:lnTo>
                      <a:pt x="48" y="135"/>
                    </a:lnTo>
                    <a:lnTo>
                      <a:pt x="45" y="135"/>
                    </a:lnTo>
                    <a:lnTo>
                      <a:pt x="45" y="137"/>
                    </a:lnTo>
                    <a:lnTo>
                      <a:pt x="45" y="137"/>
                    </a:lnTo>
                    <a:lnTo>
                      <a:pt x="45" y="137"/>
                    </a:lnTo>
                    <a:lnTo>
                      <a:pt x="45" y="137"/>
                    </a:lnTo>
                    <a:lnTo>
                      <a:pt x="43" y="137"/>
                    </a:lnTo>
                    <a:lnTo>
                      <a:pt x="43" y="137"/>
                    </a:lnTo>
                    <a:lnTo>
                      <a:pt x="43" y="140"/>
                    </a:lnTo>
                    <a:lnTo>
                      <a:pt x="40" y="140"/>
                    </a:lnTo>
                    <a:lnTo>
                      <a:pt x="40" y="140"/>
                    </a:lnTo>
                    <a:lnTo>
                      <a:pt x="40" y="140"/>
                    </a:lnTo>
                    <a:lnTo>
                      <a:pt x="40" y="140"/>
                    </a:lnTo>
                    <a:lnTo>
                      <a:pt x="38" y="140"/>
                    </a:lnTo>
                    <a:lnTo>
                      <a:pt x="38" y="140"/>
                    </a:lnTo>
                    <a:lnTo>
                      <a:pt x="38" y="140"/>
                    </a:lnTo>
                    <a:lnTo>
                      <a:pt x="38" y="140"/>
                    </a:lnTo>
                    <a:lnTo>
                      <a:pt x="36" y="140"/>
                    </a:lnTo>
                    <a:lnTo>
                      <a:pt x="36" y="140"/>
                    </a:lnTo>
                    <a:lnTo>
                      <a:pt x="33" y="140"/>
                    </a:lnTo>
                    <a:lnTo>
                      <a:pt x="33" y="140"/>
                    </a:lnTo>
                    <a:lnTo>
                      <a:pt x="33" y="140"/>
                    </a:lnTo>
                    <a:lnTo>
                      <a:pt x="31" y="140"/>
                    </a:lnTo>
                    <a:lnTo>
                      <a:pt x="31" y="137"/>
                    </a:lnTo>
                    <a:lnTo>
                      <a:pt x="31" y="137"/>
                    </a:lnTo>
                    <a:lnTo>
                      <a:pt x="31" y="135"/>
                    </a:lnTo>
                    <a:lnTo>
                      <a:pt x="31" y="135"/>
                    </a:lnTo>
                    <a:lnTo>
                      <a:pt x="31" y="135"/>
                    </a:lnTo>
                    <a:lnTo>
                      <a:pt x="31" y="132"/>
                    </a:lnTo>
                    <a:lnTo>
                      <a:pt x="31" y="132"/>
                    </a:lnTo>
                    <a:lnTo>
                      <a:pt x="31" y="132"/>
                    </a:lnTo>
                    <a:lnTo>
                      <a:pt x="31" y="130"/>
                    </a:lnTo>
                    <a:lnTo>
                      <a:pt x="31" y="130"/>
                    </a:lnTo>
                    <a:lnTo>
                      <a:pt x="31" y="130"/>
                    </a:lnTo>
                    <a:lnTo>
                      <a:pt x="31" y="128"/>
                    </a:lnTo>
                    <a:lnTo>
                      <a:pt x="31" y="128"/>
                    </a:lnTo>
                    <a:lnTo>
                      <a:pt x="31" y="125"/>
                    </a:lnTo>
                    <a:lnTo>
                      <a:pt x="31" y="125"/>
                    </a:lnTo>
                    <a:lnTo>
                      <a:pt x="31" y="123"/>
                    </a:lnTo>
                    <a:lnTo>
                      <a:pt x="31" y="123"/>
                    </a:lnTo>
                    <a:lnTo>
                      <a:pt x="31" y="123"/>
                    </a:lnTo>
                    <a:lnTo>
                      <a:pt x="31" y="121"/>
                    </a:lnTo>
                    <a:lnTo>
                      <a:pt x="31" y="121"/>
                    </a:lnTo>
                    <a:lnTo>
                      <a:pt x="31" y="121"/>
                    </a:lnTo>
                    <a:lnTo>
                      <a:pt x="31" y="118"/>
                    </a:lnTo>
                    <a:lnTo>
                      <a:pt x="31" y="118"/>
                    </a:lnTo>
                    <a:lnTo>
                      <a:pt x="31" y="116"/>
                    </a:lnTo>
                    <a:lnTo>
                      <a:pt x="31" y="116"/>
                    </a:lnTo>
                    <a:lnTo>
                      <a:pt x="31" y="114"/>
                    </a:lnTo>
                    <a:lnTo>
                      <a:pt x="31" y="114"/>
                    </a:lnTo>
                    <a:lnTo>
                      <a:pt x="31" y="111"/>
                    </a:lnTo>
                    <a:lnTo>
                      <a:pt x="31" y="111"/>
                    </a:lnTo>
                    <a:lnTo>
                      <a:pt x="31" y="111"/>
                    </a:lnTo>
                    <a:lnTo>
                      <a:pt x="31" y="111"/>
                    </a:lnTo>
                    <a:lnTo>
                      <a:pt x="31" y="109"/>
                    </a:lnTo>
                    <a:lnTo>
                      <a:pt x="31" y="109"/>
                    </a:lnTo>
                    <a:lnTo>
                      <a:pt x="31" y="106"/>
                    </a:lnTo>
                    <a:lnTo>
                      <a:pt x="31" y="106"/>
                    </a:lnTo>
                    <a:lnTo>
                      <a:pt x="31" y="106"/>
                    </a:lnTo>
                    <a:lnTo>
                      <a:pt x="31" y="104"/>
                    </a:lnTo>
                    <a:lnTo>
                      <a:pt x="31" y="104"/>
                    </a:lnTo>
                    <a:lnTo>
                      <a:pt x="31" y="104"/>
                    </a:lnTo>
                    <a:lnTo>
                      <a:pt x="31" y="102"/>
                    </a:lnTo>
                    <a:lnTo>
                      <a:pt x="33" y="102"/>
                    </a:lnTo>
                    <a:lnTo>
                      <a:pt x="33" y="102"/>
                    </a:lnTo>
                    <a:lnTo>
                      <a:pt x="33" y="102"/>
                    </a:lnTo>
                    <a:lnTo>
                      <a:pt x="33" y="99"/>
                    </a:lnTo>
                    <a:lnTo>
                      <a:pt x="33" y="99"/>
                    </a:lnTo>
                    <a:lnTo>
                      <a:pt x="33" y="99"/>
                    </a:lnTo>
                    <a:lnTo>
                      <a:pt x="33" y="99"/>
                    </a:lnTo>
                    <a:lnTo>
                      <a:pt x="31" y="99"/>
                    </a:lnTo>
                    <a:lnTo>
                      <a:pt x="31" y="97"/>
                    </a:lnTo>
                    <a:lnTo>
                      <a:pt x="31" y="97"/>
                    </a:lnTo>
                    <a:lnTo>
                      <a:pt x="31" y="97"/>
                    </a:lnTo>
                    <a:lnTo>
                      <a:pt x="31" y="97"/>
                    </a:lnTo>
                    <a:lnTo>
                      <a:pt x="29" y="97"/>
                    </a:lnTo>
                    <a:lnTo>
                      <a:pt x="29" y="97"/>
                    </a:lnTo>
                    <a:lnTo>
                      <a:pt x="29" y="95"/>
                    </a:lnTo>
                    <a:lnTo>
                      <a:pt x="26" y="95"/>
                    </a:lnTo>
                    <a:lnTo>
                      <a:pt x="26" y="95"/>
                    </a:lnTo>
                    <a:lnTo>
                      <a:pt x="26" y="95"/>
                    </a:lnTo>
                    <a:lnTo>
                      <a:pt x="26" y="92"/>
                    </a:lnTo>
                    <a:lnTo>
                      <a:pt x="26" y="92"/>
                    </a:lnTo>
                    <a:lnTo>
                      <a:pt x="26" y="92"/>
                    </a:lnTo>
                    <a:lnTo>
                      <a:pt x="24" y="92"/>
                    </a:lnTo>
                    <a:lnTo>
                      <a:pt x="24" y="92"/>
                    </a:lnTo>
                    <a:lnTo>
                      <a:pt x="24" y="90"/>
                    </a:lnTo>
                    <a:lnTo>
                      <a:pt x="24" y="90"/>
                    </a:lnTo>
                    <a:lnTo>
                      <a:pt x="24" y="90"/>
                    </a:lnTo>
                    <a:lnTo>
                      <a:pt x="22" y="90"/>
                    </a:lnTo>
                    <a:lnTo>
                      <a:pt x="22" y="87"/>
                    </a:lnTo>
                    <a:lnTo>
                      <a:pt x="22" y="87"/>
                    </a:lnTo>
                    <a:lnTo>
                      <a:pt x="22" y="87"/>
                    </a:lnTo>
                    <a:lnTo>
                      <a:pt x="19" y="87"/>
                    </a:lnTo>
                    <a:lnTo>
                      <a:pt x="19" y="87"/>
                    </a:lnTo>
                    <a:lnTo>
                      <a:pt x="19" y="87"/>
                    </a:lnTo>
                    <a:lnTo>
                      <a:pt x="17" y="87"/>
                    </a:lnTo>
                    <a:lnTo>
                      <a:pt x="17" y="90"/>
                    </a:lnTo>
                    <a:lnTo>
                      <a:pt x="17" y="90"/>
                    </a:lnTo>
                    <a:lnTo>
                      <a:pt x="17" y="92"/>
                    </a:lnTo>
                    <a:lnTo>
                      <a:pt x="17" y="92"/>
                    </a:lnTo>
                    <a:lnTo>
                      <a:pt x="17" y="90"/>
                    </a:lnTo>
                    <a:lnTo>
                      <a:pt x="14" y="90"/>
                    </a:lnTo>
                    <a:lnTo>
                      <a:pt x="14" y="90"/>
                    </a:lnTo>
                    <a:lnTo>
                      <a:pt x="14" y="87"/>
                    </a:lnTo>
                    <a:lnTo>
                      <a:pt x="14" y="87"/>
                    </a:lnTo>
                    <a:lnTo>
                      <a:pt x="14" y="87"/>
                    </a:lnTo>
                    <a:lnTo>
                      <a:pt x="14" y="85"/>
                    </a:lnTo>
                    <a:lnTo>
                      <a:pt x="14" y="85"/>
                    </a:lnTo>
                    <a:lnTo>
                      <a:pt x="14" y="83"/>
                    </a:lnTo>
                    <a:lnTo>
                      <a:pt x="14" y="83"/>
                    </a:lnTo>
                    <a:lnTo>
                      <a:pt x="14" y="83"/>
                    </a:lnTo>
                    <a:lnTo>
                      <a:pt x="17" y="83"/>
                    </a:lnTo>
                    <a:lnTo>
                      <a:pt x="17" y="83"/>
                    </a:lnTo>
                    <a:lnTo>
                      <a:pt x="17" y="83"/>
                    </a:lnTo>
                    <a:lnTo>
                      <a:pt x="17" y="80"/>
                    </a:lnTo>
                    <a:lnTo>
                      <a:pt x="17" y="80"/>
                    </a:lnTo>
                    <a:lnTo>
                      <a:pt x="19" y="80"/>
                    </a:lnTo>
                    <a:lnTo>
                      <a:pt x="19" y="78"/>
                    </a:lnTo>
                    <a:lnTo>
                      <a:pt x="19" y="78"/>
                    </a:lnTo>
                    <a:lnTo>
                      <a:pt x="19" y="78"/>
                    </a:lnTo>
                    <a:lnTo>
                      <a:pt x="22" y="78"/>
                    </a:lnTo>
                    <a:lnTo>
                      <a:pt x="22" y="80"/>
                    </a:lnTo>
                    <a:lnTo>
                      <a:pt x="19" y="80"/>
                    </a:lnTo>
                    <a:lnTo>
                      <a:pt x="19" y="80"/>
                    </a:lnTo>
                    <a:lnTo>
                      <a:pt x="19" y="80"/>
                    </a:lnTo>
                    <a:lnTo>
                      <a:pt x="19" y="83"/>
                    </a:lnTo>
                    <a:lnTo>
                      <a:pt x="19" y="83"/>
                    </a:lnTo>
                    <a:lnTo>
                      <a:pt x="22" y="83"/>
                    </a:lnTo>
                    <a:lnTo>
                      <a:pt x="22" y="83"/>
                    </a:lnTo>
                    <a:lnTo>
                      <a:pt x="22" y="83"/>
                    </a:lnTo>
                    <a:lnTo>
                      <a:pt x="22" y="80"/>
                    </a:lnTo>
                    <a:lnTo>
                      <a:pt x="22" y="80"/>
                    </a:lnTo>
                    <a:lnTo>
                      <a:pt x="22" y="80"/>
                    </a:lnTo>
                    <a:lnTo>
                      <a:pt x="22" y="78"/>
                    </a:lnTo>
                    <a:lnTo>
                      <a:pt x="22" y="78"/>
                    </a:lnTo>
                    <a:lnTo>
                      <a:pt x="22" y="78"/>
                    </a:lnTo>
                    <a:lnTo>
                      <a:pt x="22" y="76"/>
                    </a:lnTo>
                    <a:lnTo>
                      <a:pt x="22" y="76"/>
                    </a:lnTo>
                    <a:lnTo>
                      <a:pt x="22" y="76"/>
                    </a:lnTo>
                    <a:lnTo>
                      <a:pt x="22" y="73"/>
                    </a:lnTo>
                    <a:lnTo>
                      <a:pt x="22" y="73"/>
                    </a:lnTo>
                    <a:lnTo>
                      <a:pt x="22" y="73"/>
                    </a:lnTo>
                    <a:lnTo>
                      <a:pt x="22" y="73"/>
                    </a:lnTo>
                    <a:lnTo>
                      <a:pt x="19" y="73"/>
                    </a:lnTo>
                    <a:lnTo>
                      <a:pt x="19" y="73"/>
                    </a:lnTo>
                    <a:lnTo>
                      <a:pt x="19" y="73"/>
                    </a:lnTo>
                    <a:lnTo>
                      <a:pt x="19" y="73"/>
                    </a:lnTo>
                    <a:lnTo>
                      <a:pt x="19" y="73"/>
                    </a:lnTo>
                    <a:lnTo>
                      <a:pt x="17" y="73"/>
                    </a:lnTo>
                    <a:lnTo>
                      <a:pt x="17" y="73"/>
                    </a:lnTo>
                    <a:lnTo>
                      <a:pt x="14" y="73"/>
                    </a:lnTo>
                    <a:lnTo>
                      <a:pt x="14" y="73"/>
                    </a:lnTo>
                    <a:lnTo>
                      <a:pt x="14" y="73"/>
                    </a:lnTo>
                    <a:lnTo>
                      <a:pt x="14" y="71"/>
                    </a:lnTo>
                    <a:lnTo>
                      <a:pt x="12" y="71"/>
                    </a:lnTo>
                    <a:lnTo>
                      <a:pt x="12" y="71"/>
                    </a:lnTo>
                    <a:lnTo>
                      <a:pt x="12" y="71"/>
                    </a:lnTo>
                    <a:lnTo>
                      <a:pt x="12" y="73"/>
                    </a:lnTo>
                    <a:lnTo>
                      <a:pt x="12" y="73"/>
                    </a:lnTo>
                    <a:lnTo>
                      <a:pt x="12" y="73"/>
                    </a:lnTo>
                    <a:lnTo>
                      <a:pt x="12" y="73"/>
                    </a:lnTo>
                    <a:lnTo>
                      <a:pt x="12" y="73"/>
                    </a:lnTo>
                    <a:lnTo>
                      <a:pt x="12" y="76"/>
                    </a:lnTo>
                    <a:lnTo>
                      <a:pt x="14" y="76"/>
                    </a:lnTo>
                    <a:lnTo>
                      <a:pt x="14" y="76"/>
                    </a:lnTo>
                    <a:lnTo>
                      <a:pt x="14" y="76"/>
                    </a:lnTo>
                    <a:lnTo>
                      <a:pt x="14" y="78"/>
                    </a:lnTo>
                    <a:lnTo>
                      <a:pt x="14" y="78"/>
                    </a:lnTo>
                    <a:lnTo>
                      <a:pt x="14" y="78"/>
                    </a:lnTo>
                    <a:lnTo>
                      <a:pt x="17" y="78"/>
                    </a:lnTo>
                    <a:lnTo>
                      <a:pt x="17" y="80"/>
                    </a:lnTo>
                    <a:lnTo>
                      <a:pt x="14" y="80"/>
                    </a:lnTo>
                    <a:lnTo>
                      <a:pt x="14" y="80"/>
                    </a:lnTo>
                    <a:lnTo>
                      <a:pt x="14" y="78"/>
                    </a:lnTo>
                    <a:lnTo>
                      <a:pt x="14" y="78"/>
                    </a:lnTo>
                    <a:lnTo>
                      <a:pt x="14" y="78"/>
                    </a:lnTo>
                    <a:lnTo>
                      <a:pt x="12" y="78"/>
                    </a:lnTo>
                    <a:lnTo>
                      <a:pt x="12" y="78"/>
                    </a:lnTo>
                    <a:lnTo>
                      <a:pt x="12" y="76"/>
                    </a:lnTo>
                    <a:lnTo>
                      <a:pt x="12" y="76"/>
                    </a:lnTo>
                    <a:lnTo>
                      <a:pt x="12" y="76"/>
                    </a:lnTo>
                    <a:lnTo>
                      <a:pt x="10" y="76"/>
                    </a:lnTo>
                    <a:lnTo>
                      <a:pt x="10" y="73"/>
                    </a:lnTo>
                    <a:lnTo>
                      <a:pt x="10" y="73"/>
                    </a:lnTo>
                    <a:lnTo>
                      <a:pt x="10" y="73"/>
                    </a:lnTo>
                    <a:lnTo>
                      <a:pt x="10" y="73"/>
                    </a:lnTo>
                    <a:lnTo>
                      <a:pt x="7" y="73"/>
                    </a:lnTo>
                    <a:lnTo>
                      <a:pt x="7" y="71"/>
                    </a:lnTo>
                    <a:lnTo>
                      <a:pt x="7" y="71"/>
                    </a:lnTo>
                    <a:lnTo>
                      <a:pt x="7" y="71"/>
                    </a:lnTo>
                    <a:lnTo>
                      <a:pt x="7" y="71"/>
                    </a:lnTo>
                    <a:lnTo>
                      <a:pt x="7" y="68"/>
                    </a:lnTo>
                    <a:lnTo>
                      <a:pt x="7" y="68"/>
                    </a:lnTo>
                    <a:lnTo>
                      <a:pt x="7" y="68"/>
                    </a:lnTo>
                    <a:lnTo>
                      <a:pt x="7" y="66"/>
                    </a:lnTo>
                    <a:lnTo>
                      <a:pt x="7" y="66"/>
                    </a:lnTo>
                    <a:lnTo>
                      <a:pt x="7" y="66"/>
                    </a:lnTo>
                    <a:lnTo>
                      <a:pt x="7" y="64"/>
                    </a:lnTo>
                    <a:lnTo>
                      <a:pt x="5" y="64"/>
                    </a:lnTo>
                    <a:lnTo>
                      <a:pt x="5" y="64"/>
                    </a:lnTo>
                    <a:lnTo>
                      <a:pt x="5" y="64"/>
                    </a:lnTo>
                    <a:lnTo>
                      <a:pt x="7" y="64"/>
                    </a:lnTo>
                    <a:lnTo>
                      <a:pt x="7" y="61"/>
                    </a:lnTo>
                    <a:lnTo>
                      <a:pt x="7" y="61"/>
                    </a:lnTo>
                    <a:lnTo>
                      <a:pt x="7" y="59"/>
                    </a:lnTo>
                    <a:lnTo>
                      <a:pt x="7" y="59"/>
                    </a:lnTo>
                    <a:lnTo>
                      <a:pt x="7" y="57"/>
                    </a:lnTo>
                    <a:lnTo>
                      <a:pt x="7" y="57"/>
                    </a:lnTo>
                    <a:lnTo>
                      <a:pt x="7" y="57"/>
                    </a:lnTo>
                    <a:lnTo>
                      <a:pt x="7" y="57"/>
                    </a:lnTo>
                    <a:lnTo>
                      <a:pt x="7" y="54"/>
                    </a:lnTo>
                    <a:lnTo>
                      <a:pt x="7" y="54"/>
                    </a:lnTo>
                    <a:lnTo>
                      <a:pt x="10" y="54"/>
                    </a:lnTo>
                    <a:lnTo>
                      <a:pt x="10" y="52"/>
                    </a:lnTo>
                    <a:lnTo>
                      <a:pt x="7" y="52"/>
                    </a:lnTo>
                    <a:lnTo>
                      <a:pt x="7" y="52"/>
                    </a:lnTo>
                    <a:lnTo>
                      <a:pt x="10" y="52"/>
                    </a:lnTo>
                    <a:lnTo>
                      <a:pt x="10" y="52"/>
                    </a:lnTo>
                    <a:lnTo>
                      <a:pt x="10" y="52"/>
                    </a:lnTo>
                    <a:lnTo>
                      <a:pt x="10" y="50"/>
                    </a:lnTo>
                    <a:lnTo>
                      <a:pt x="10" y="50"/>
                    </a:lnTo>
                    <a:lnTo>
                      <a:pt x="10" y="47"/>
                    </a:lnTo>
                    <a:lnTo>
                      <a:pt x="12" y="47"/>
                    </a:lnTo>
                    <a:lnTo>
                      <a:pt x="12" y="47"/>
                    </a:lnTo>
                    <a:lnTo>
                      <a:pt x="12" y="45"/>
                    </a:lnTo>
                    <a:lnTo>
                      <a:pt x="10" y="45"/>
                    </a:lnTo>
                    <a:lnTo>
                      <a:pt x="10" y="45"/>
                    </a:lnTo>
                    <a:lnTo>
                      <a:pt x="10" y="45"/>
                    </a:lnTo>
                    <a:lnTo>
                      <a:pt x="10" y="42"/>
                    </a:lnTo>
                    <a:lnTo>
                      <a:pt x="10" y="42"/>
                    </a:lnTo>
                    <a:lnTo>
                      <a:pt x="10" y="42"/>
                    </a:lnTo>
                    <a:lnTo>
                      <a:pt x="10" y="40"/>
                    </a:lnTo>
                    <a:lnTo>
                      <a:pt x="7" y="40"/>
                    </a:lnTo>
                    <a:lnTo>
                      <a:pt x="7" y="40"/>
                    </a:lnTo>
                    <a:lnTo>
                      <a:pt x="7" y="38"/>
                    </a:lnTo>
                    <a:lnTo>
                      <a:pt x="7" y="38"/>
                    </a:lnTo>
                    <a:lnTo>
                      <a:pt x="7" y="38"/>
                    </a:lnTo>
                    <a:lnTo>
                      <a:pt x="7" y="35"/>
                    </a:lnTo>
                    <a:lnTo>
                      <a:pt x="7" y="35"/>
                    </a:lnTo>
                    <a:lnTo>
                      <a:pt x="7" y="35"/>
                    </a:lnTo>
                    <a:lnTo>
                      <a:pt x="5" y="35"/>
                    </a:lnTo>
                    <a:lnTo>
                      <a:pt x="5" y="33"/>
                    </a:lnTo>
                    <a:lnTo>
                      <a:pt x="5" y="33"/>
                    </a:lnTo>
                    <a:lnTo>
                      <a:pt x="5" y="33"/>
                    </a:lnTo>
                    <a:lnTo>
                      <a:pt x="5" y="33"/>
                    </a:lnTo>
                    <a:lnTo>
                      <a:pt x="3" y="33"/>
                    </a:lnTo>
                    <a:lnTo>
                      <a:pt x="3" y="33"/>
                    </a:lnTo>
                    <a:lnTo>
                      <a:pt x="3" y="31"/>
                    </a:lnTo>
                    <a:lnTo>
                      <a:pt x="3" y="31"/>
                    </a:lnTo>
                    <a:lnTo>
                      <a:pt x="5" y="31"/>
                    </a:lnTo>
                    <a:lnTo>
                      <a:pt x="5" y="28"/>
                    </a:lnTo>
                    <a:lnTo>
                      <a:pt x="3" y="28"/>
                    </a:lnTo>
                    <a:lnTo>
                      <a:pt x="3" y="28"/>
                    </a:lnTo>
                    <a:lnTo>
                      <a:pt x="3" y="28"/>
                    </a:lnTo>
                    <a:lnTo>
                      <a:pt x="0" y="28"/>
                    </a:lnTo>
                    <a:lnTo>
                      <a:pt x="0" y="26"/>
                    </a:lnTo>
                    <a:lnTo>
                      <a:pt x="0" y="26"/>
                    </a:lnTo>
                    <a:lnTo>
                      <a:pt x="3" y="26"/>
                    </a:lnTo>
                    <a:lnTo>
                      <a:pt x="3" y="23"/>
                    </a:lnTo>
                    <a:lnTo>
                      <a:pt x="3" y="23"/>
                    </a:lnTo>
                    <a:lnTo>
                      <a:pt x="5" y="23"/>
                    </a:lnTo>
                    <a:lnTo>
                      <a:pt x="5" y="23"/>
                    </a:lnTo>
                    <a:lnTo>
                      <a:pt x="5" y="23"/>
                    </a:lnTo>
                    <a:lnTo>
                      <a:pt x="5" y="23"/>
                    </a:lnTo>
                    <a:lnTo>
                      <a:pt x="5" y="23"/>
                    </a:lnTo>
                    <a:lnTo>
                      <a:pt x="7" y="23"/>
                    </a:lnTo>
                    <a:lnTo>
                      <a:pt x="7" y="21"/>
                    </a:lnTo>
                    <a:lnTo>
                      <a:pt x="7" y="21"/>
                    </a:lnTo>
                    <a:lnTo>
                      <a:pt x="7" y="21"/>
                    </a:lnTo>
                    <a:lnTo>
                      <a:pt x="7" y="21"/>
                    </a:lnTo>
                    <a:lnTo>
                      <a:pt x="10" y="21"/>
                    </a:lnTo>
                    <a:lnTo>
                      <a:pt x="10" y="19"/>
                    </a:lnTo>
                    <a:lnTo>
                      <a:pt x="10" y="19"/>
                    </a:lnTo>
                    <a:lnTo>
                      <a:pt x="12" y="19"/>
                    </a:lnTo>
                    <a:lnTo>
                      <a:pt x="12" y="19"/>
                    </a:lnTo>
                    <a:lnTo>
                      <a:pt x="12" y="19"/>
                    </a:lnTo>
                    <a:lnTo>
                      <a:pt x="12" y="16"/>
                    </a:lnTo>
                    <a:lnTo>
                      <a:pt x="12" y="16"/>
                    </a:lnTo>
                    <a:lnTo>
                      <a:pt x="14" y="16"/>
                    </a:lnTo>
                    <a:lnTo>
                      <a:pt x="14" y="16"/>
                    </a:lnTo>
                    <a:lnTo>
                      <a:pt x="14" y="16"/>
                    </a:lnTo>
                    <a:lnTo>
                      <a:pt x="14" y="16"/>
                    </a:lnTo>
                    <a:lnTo>
                      <a:pt x="17" y="16"/>
                    </a:lnTo>
                    <a:lnTo>
                      <a:pt x="17" y="16"/>
                    </a:lnTo>
                    <a:lnTo>
                      <a:pt x="17" y="14"/>
                    </a:lnTo>
                    <a:lnTo>
                      <a:pt x="19" y="14"/>
                    </a:lnTo>
                    <a:lnTo>
                      <a:pt x="19" y="14"/>
                    </a:lnTo>
                    <a:lnTo>
                      <a:pt x="19" y="14"/>
                    </a:lnTo>
                    <a:lnTo>
                      <a:pt x="19" y="14"/>
                    </a:lnTo>
                    <a:lnTo>
                      <a:pt x="22" y="14"/>
                    </a:lnTo>
                    <a:lnTo>
                      <a:pt x="22" y="14"/>
                    </a:lnTo>
                    <a:lnTo>
                      <a:pt x="22" y="14"/>
                    </a:lnTo>
                    <a:lnTo>
                      <a:pt x="22" y="14"/>
                    </a:lnTo>
                    <a:lnTo>
                      <a:pt x="24" y="14"/>
                    </a:lnTo>
                    <a:lnTo>
                      <a:pt x="24" y="14"/>
                    </a:lnTo>
                    <a:lnTo>
                      <a:pt x="26" y="14"/>
                    </a:lnTo>
                    <a:lnTo>
                      <a:pt x="26" y="14"/>
                    </a:lnTo>
                    <a:lnTo>
                      <a:pt x="26" y="14"/>
                    </a:lnTo>
                    <a:lnTo>
                      <a:pt x="29" y="14"/>
                    </a:lnTo>
                    <a:lnTo>
                      <a:pt x="29" y="14"/>
                    </a:lnTo>
                    <a:lnTo>
                      <a:pt x="29" y="12"/>
                    </a:lnTo>
                    <a:lnTo>
                      <a:pt x="31" y="12"/>
                    </a:lnTo>
                    <a:lnTo>
                      <a:pt x="31" y="12"/>
                    </a:lnTo>
                    <a:lnTo>
                      <a:pt x="31" y="12"/>
                    </a:lnTo>
                    <a:lnTo>
                      <a:pt x="33" y="12"/>
                    </a:lnTo>
                    <a:lnTo>
                      <a:pt x="33" y="12"/>
                    </a:lnTo>
                    <a:lnTo>
                      <a:pt x="33" y="12"/>
                    </a:lnTo>
                    <a:lnTo>
                      <a:pt x="36" y="12"/>
                    </a:lnTo>
                    <a:lnTo>
                      <a:pt x="36" y="12"/>
                    </a:lnTo>
                    <a:lnTo>
                      <a:pt x="38" y="12"/>
                    </a:lnTo>
                    <a:lnTo>
                      <a:pt x="38" y="12"/>
                    </a:lnTo>
                    <a:lnTo>
                      <a:pt x="38" y="12"/>
                    </a:lnTo>
                    <a:lnTo>
                      <a:pt x="40" y="12"/>
                    </a:lnTo>
                    <a:lnTo>
                      <a:pt x="40" y="12"/>
                    </a:lnTo>
                    <a:lnTo>
                      <a:pt x="40" y="14"/>
                    </a:lnTo>
                    <a:lnTo>
                      <a:pt x="40" y="14"/>
                    </a:lnTo>
                    <a:lnTo>
                      <a:pt x="43" y="14"/>
                    </a:lnTo>
                    <a:lnTo>
                      <a:pt x="43" y="14"/>
                    </a:lnTo>
                    <a:lnTo>
                      <a:pt x="43" y="14"/>
                    </a:lnTo>
                    <a:lnTo>
                      <a:pt x="45" y="14"/>
                    </a:lnTo>
                    <a:lnTo>
                      <a:pt x="45" y="14"/>
                    </a:lnTo>
                    <a:lnTo>
                      <a:pt x="45" y="14"/>
                    </a:lnTo>
                    <a:lnTo>
                      <a:pt x="45" y="16"/>
                    </a:lnTo>
                    <a:lnTo>
                      <a:pt x="45" y="16"/>
                    </a:lnTo>
                    <a:lnTo>
                      <a:pt x="48" y="16"/>
                    </a:lnTo>
                    <a:lnTo>
                      <a:pt x="48" y="16"/>
                    </a:lnTo>
                    <a:lnTo>
                      <a:pt x="48" y="16"/>
                    </a:lnTo>
                    <a:lnTo>
                      <a:pt x="48" y="16"/>
                    </a:lnTo>
                    <a:lnTo>
                      <a:pt x="48" y="19"/>
                    </a:lnTo>
                    <a:lnTo>
                      <a:pt x="50" y="19"/>
                    </a:lnTo>
                    <a:lnTo>
                      <a:pt x="50" y="19"/>
                    </a:lnTo>
                    <a:lnTo>
                      <a:pt x="50" y="19"/>
                    </a:lnTo>
                    <a:lnTo>
                      <a:pt x="52" y="19"/>
                    </a:lnTo>
                    <a:lnTo>
                      <a:pt x="52" y="19"/>
                    </a:lnTo>
                    <a:lnTo>
                      <a:pt x="52" y="21"/>
                    </a:lnTo>
                    <a:lnTo>
                      <a:pt x="52" y="21"/>
                    </a:lnTo>
                    <a:lnTo>
                      <a:pt x="52" y="21"/>
                    </a:lnTo>
                    <a:lnTo>
                      <a:pt x="55" y="21"/>
                    </a:lnTo>
                    <a:lnTo>
                      <a:pt x="55" y="23"/>
                    </a:lnTo>
                    <a:lnTo>
                      <a:pt x="55" y="23"/>
                    </a:lnTo>
                    <a:lnTo>
                      <a:pt x="55" y="23"/>
                    </a:lnTo>
                    <a:lnTo>
                      <a:pt x="55" y="23"/>
                    </a:lnTo>
                    <a:lnTo>
                      <a:pt x="55" y="26"/>
                    </a:lnTo>
                    <a:lnTo>
                      <a:pt x="55" y="26"/>
                    </a:lnTo>
                    <a:lnTo>
                      <a:pt x="55" y="26"/>
                    </a:lnTo>
                    <a:lnTo>
                      <a:pt x="57" y="26"/>
                    </a:lnTo>
                    <a:lnTo>
                      <a:pt x="57" y="28"/>
                    </a:lnTo>
                    <a:lnTo>
                      <a:pt x="57" y="28"/>
                    </a:lnTo>
                    <a:lnTo>
                      <a:pt x="57" y="28"/>
                    </a:lnTo>
                    <a:lnTo>
                      <a:pt x="59" y="28"/>
                    </a:lnTo>
                    <a:lnTo>
                      <a:pt x="59" y="31"/>
                    </a:lnTo>
                    <a:lnTo>
                      <a:pt x="59" y="31"/>
                    </a:lnTo>
                    <a:lnTo>
                      <a:pt x="59" y="31"/>
                    </a:lnTo>
                    <a:lnTo>
                      <a:pt x="59" y="33"/>
                    </a:lnTo>
                    <a:lnTo>
                      <a:pt x="59" y="33"/>
                    </a:lnTo>
                    <a:lnTo>
                      <a:pt x="59" y="33"/>
                    </a:lnTo>
                    <a:lnTo>
                      <a:pt x="59" y="33"/>
                    </a:lnTo>
                    <a:lnTo>
                      <a:pt x="62" y="33"/>
                    </a:lnTo>
                    <a:lnTo>
                      <a:pt x="62" y="35"/>
                    </a:lnTo>
                    <a:lnTo>
                      <a:pt x="62" y="35"/>
                    </a:lnTo>
                    <a:lnTo>
                      <a:pt x="62" y="35"/>
                    </a:lnTo>
                    <a:lnTo>
                      <a:pt x="62" y="35"/>
                    </a:lnTo>
                    <a:lnTo>
                      <a:pt x="64" y="35"/>
                    </a:lnTo>
                    <a:lnTo>
                      <a:pt x="64" y="38"/>
                    </a:lnTo>
                    <a:lnTo>
                      <a:pt x="64" y="38"/>
                    </a:lnTo>
                    <a:lnTo>
                      <a:pt x="64" y="38"/>
                    </a:lnTo>
                    <a:lnTo>
                      <a:pt x="67" y="38"/>
                    </a:lnTo>
                    <a:lnTo>
                      <a:pt x="67" y="40"/>
                    </a:lnTo>
                    <a:lnTo>
                      <a:pt x="67" y="40"/>
                    </a:lnTo>
                    <a:lnTo>
                      <a:pt x="67" y="40"/>
                    </a:lnTo>
                    <a:lnTo>
                      <a:pt x="69" y="40"/>
                    </a:lnTo>
                    <a:lnTo>
                      <a:pt x="69" y="40"/>
                    </a:lnTo>
                    <a:lnTo>
                      <a:pt x="71" y="40"/>
                    </a:lnTo>
                    <a:lnTo>
                      <a:pt x="71" y="38"/>
                    </a:lnTo>
                    <a:lnTo>
                      <a:pt x="71" y="38"/>
                    </a:lnTo>
                    <a:lnTo>
                      <a:pt x="71" y="38"/>
                    </a:lnTo>
                    <a:lnTo>
                      <a:pt x="74" y="38"/>
                    </a:lnTo>
                    <a:lnTo>
                      <a:pt x="74" y="38"/>
                    </a:lnTo>
                    <a:lnTo>
                      <a:pt x="74" y="38"/>
                    </a:lnTo>
                    <a:lnTo>
                      <a:pt x="74" y="38"/>
                    </a:lnTo>
                    <a:lnTo>
                      <a:pt x="76" y="38"/>
                    </a:lnTo>
                    <a:lnTo>
                      <a:pt x="76" y="38"/>
                    </a:lnTo>
                    <a:lnTo>
                      <a:pt x="78" y="38"/>
                    </a:lnTo>
                    <a:lnTo>
                      <a:pt x="78" y="38"/>
                    </a:lnTo>
                    <a:lnTo>
                      <a:pt x="78" y="38"/>
                    </a:lnTo>
                    <a:lnTo>
                      <a:pt x="81" y="38"/>
                    </a:lnTo>
                    <a:lnTo>
                      <a:pt x="81" y="38"/>
                    </a:lnTo>
                    <a:lnTo>
                      <a:pt x="81" y="38"/>
                    </a:lnTo>
                    <a:lnTo>
                      <a:pt x="81" y="38"/>
                    </a:lnTo>
                    <a:lnTo>
                      <a:pt x="83" y="38"/>
                    </a:lnTo>
                    <a:lnTo>
                      <a:pt x="83" y="38"/>
                    </a:lnTo>
                    <a:lnTo>
                      <a:pt x="85" y="38"/>
                    </a:lnTo>
                    <a:lnTo>
                      <a:pt x="85" y="38"/>
                    </a:lnTo>
                    <a:lnTo>
                      <a:pt x="85" y="38"/>
                    </a:lnTo>
                    <a:lnTo>
                      <a:pt x="88" y="38"/>
                    </a:lnTo>
                    <a:lnTo>
                      <a:pt x="88" y="38"/>
                    </a:lnTo>
                    <a:lnTo>
                      <a:pt x="88" y="38"/>
                    </a:lnTo>
                    <a:lnTo>
                      <a:pt x="90" y="38"/>
                    </a:lnTo>
                    <a:lnTo>
                      <a:pt x="90" y="38"/>
                    </a:lnTo>
                    <a:lnTo>
                      <a:pt x="93" y="38"/>
                    </a:lnTo>
                    <a:lnTo>
                      <a:pt x="93" y="38"/>
                    </a:lnTo>
                    <a:lnTo>
                      <a:pt x="93" y="38"/>
                    </a:lnTo>
                    <a:lnTo>
                      <a:pt x="95" y="38"/>
                    </a:lnTo>
                    <a:lnTo>
                      <a:pt x="95" y="38"/>
                    </a:lnTo>
                    <a:lnTo>
                      <a:pt x="95" y="38"/>
                    </a:lnTo>
                    <a:lnTo>
                      <a:pt x="95" y="40"/>
                    </a:lnTo>
                    <a:lnTo>
                      <a:pt x="97" y="40"/>
                    </a:lnTo>
                    <a:lnTo>
                      <a:pt x="97" y="40"/>
                    </a:lnTo>
                    <a:lnTo>
                      <a:pt x="100" y="40"/>
                    </a:lnTo>
                    <a:lnTo>
                      <a:pt x="100" y="40"/>
                    </a:lnTo>
                    <a:lnTo>
                      <a:pt x="100" y="38"/>
                    </a:lnTo>
                    <a:lnTo>
                      <a:pt x="100" y="38"/>
                    </a:lnTo>
                    <a:lnTo>
                      <a:pt x="100" y="38"/>
                    </a:lnTo>
                    <a:lnTo>
                      <a:pt x="102" y="38"/>
                    </a:lnTo>
                    <a:lnTo>
                      <a:pt x="102" y="35"/>
                    </a:lnTo>
                    <a:lnTo>
                      <a:pt x="100" y="35"/>
                    </a:lnTo>
                    <a:lnTo>
                      <a:pt x="100" y="35"/>
                    </a:lnTo>
                    <a:lnTo>
                      <a:pt x="100" y="35"/>
                    </a:lnTo>
                    <a:lnTo>
                      <a:pt x="100" y="33"/>
                    </a:lnTo>
                    <a:lnTo>
                      <a:pt x="100" y="33"/>
                    </a:lnTo>
                    <a:lnTo>
                      <a:pt x="100" y="33"/>
                    </a:lnTo>
                    <a:lnTo>
                      <a:pt x="100" y="31"/>
                    </a:lnTo>
                    <a:lnTo>
                      <a:pt x="100" y="31"/>
                    </a:lnTo>
                    <a:lnTo>
                      <a:pt x="100" y="31"/>
                    </a:lnTo>
                    <a:lnTo>
                      <a:pt x="100" y="28"/>
                    </a:lnTo>
                    <a:lnTo>
                      <a:pt x="97" y="28"/>
                    </a:lnTo>
                    <a:lnTo>
                      <a:pt x="97" y="28"/>
                    </a:lnTo>
                    <a:lnTo>
                      <a:pt x="97" y="26"/>
                    </a:lnTo>
                    <a:lnTo>
                      <a:pt x="97" y="26"/>
                    </a:lnTo>
                    <a:lnTo>
                      <a:pt x="97" y="23"/>
                    </a:lnTo>
                    <a:lnTo>
                      <a:pt x="100" y="23"/>
                    </a:lnTo>
                    <a:lnTo>
                      <a:pt x="100" y="23"/>
                    </a:lnTo>
                    <a:lnTo>
                      <a:pt x="100" y="23"/>
                    </a:lnTo>
                    <a:lnTo>
                      <a:pt x="100" y="23"/>
                    </a:lnTo>
                    <a:lnTo>
                      <a:pt x="100" y="23"/>
                    </a:lnTo>
                    <a:lnTo>
                      <a:pt x="102" y="23"/>
                    </a:lnTo>
                    <a:lnTo>
                      <a:pt x="102" y="23"/>
                    </a:lnTo>
                    <a:lnTo>
                      <a:pt x="104" y="23"/>
                    </a:lnTo>
                    <a:lnTo>
                      <a:pt x="104" y="23"/>
                    </a:lnTo>
                    <a:lnTo>
                      <a:pt x="104" y="23"/>
                    </a:lnTo>
                    <a:lnTo>
                      <a:pt x="104" y="21"/>
                    </a:lnTo>
                    <a:lnTo>
                      <a:pt x="107" y="21"/>
                    </a:lnTo>
                    <a:lnTo>
                      <a:pt x="107" y="21"/>
                    </a:lnTo>
                    <a:lnTo>
                      <a:pt x="107" y="21"/>
                    </a:lnTo>
                    <a:lnTo>
                      <a:pt x="107" y="19"/>
                    </a:lnTo>
                    <a:lnTo>
                      <a:pt x="107" y="19"/>
                    </a:lnTo>
                    <a:lnTo>
                      <a:pt x="107" y="19"/>
                    </a:lnTo>
                    <a:lnTo>
                      <a:pt x="109" y="19"/>
                    </a:lnTo>
                    <a:lnTo>
                      <a:pt x="109" y="16"/>
                    </a:lnTo>
                    <a:lnTo>
                      <a:pt x="109" y="16"/>
                    </a:lnTo>
                    <a:lnTo>
                      <a:pt x="111" y="16"/>
                    </a:lnTo>
                    <a:lnTo>
                      <a:pt x="111" y="16"/>
                    </a:lnTo>
                    <a:lnTo>
                      <a:pt x="111" y="16"/>
                    </a:lnTo>
                    <a:lnTo>
                      <a:pt x="111" y="16"/>
                    </a:lnTo>
                    <a:lnTo>
                      <a:pt x="114" y="16"/>
                    </a:lnTo>
                    <a:lnTo>
                      <a:pt x="114" y="16"/>
                    </a:lnTo>
                    <a:lnTo>
                      <a:pt x="114" y="16"/>
                    </a:lnTo>
                    <a:lnTo>
                      <a:pt x="116" y="16"/>
                    </a:lnTo>
                    <a:lnTo>
                      <a:pt x="116" y="16"/>
                    </a:lnTo>
                    <a:lnTo>
                      <a:pt x="116" y="14"/>
                    </a:lnTo>
                    <a:lnTo>
                      <a:pt x="116" y="14"/>
                    </a:lnTo>
                    <a:lnTo>
                      <a:pt x="119" y="14"/>
                    </a:lnTo>
                    <a:lnTo>
                      <a:pt x="119" y="14"/>
                    </a:lnTo>
                    <a:lnTo>
                      <a:pt x="119" y="14"/>
                    </a:lnTo>
                    <a:lnTo>
                      <a:pt x="119" y="12"/>
                    </a:lnTo>
                    <a:lnTo>
                      <a:pt x="119" y="12"/>
                    </a:lnTo>
                    <a:lnTo>
                      <a:pt x="119" y="12"/>
                    </a:lnTo>
                    <a:lnTo>
                      <a:pt x="119" y="12"/>
                    </a:lnTo>
                    <a:lnTo>
                      <a:pt x="119" y="9"/>
                    </a:lnTo>
                    <a:lnTo>
                      <a:pt x="119" y="9"/>
                    </a:lnTo>
                    <a:lnTo>
                      <a:pt x="119" y="9"/>
                    </a:lnTo>
                    <a:lnTo>
                      <a:pt x="121" y="9"/>
                    </a:lnTo>
                    <a:lnTo>
                      <a:pt x="121" y="7"/>
                    </a:lnTo>
                    <a:lnTo>
                      <a:pt x="121" y="7"/>
                    </a:lnTo>
                    <a:lnTo>
                      <a:pt x="121" y="7"/>
                    </a:lnTo>
                    <a:lnTo>
                      <a:pt x="121" y="9"/>
                    </a:lnTo>
                    <a:lnTo>
                      <a:pt x="123" y="9"/>
                    </a:lnTo>
                    <a:lnTo>
                      <a:pt x="123" y="9"/>
                    </a:lnTo>
                    <a:lnTo>
                      <a:pt x="126" y="9"/>
                    </a:lnTo>
                    <a:lnTo>
                      <a:pt x="126" y="9"/>
                    </a:lnTo>
                    <a:lnTo>
                      <a:pt x="126" y="9"/>
                    </a:lnTo>
                    <a:lnTo>
                      <a:pt x="128" y="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Rectangle 29"/>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5" name="Rectangle 30"/>
              <p:cNvSpPr>
                <a:spLocks noChangeArrowheads="1"/>
              </p:cNvSpPr>
              <p:nvPr/>
            </p:nvSpPr>
            <p:spPr bwMode="auto">
              <a:xfrm>
                <a:off x="2083" y="1677"/>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31"/>
              <p:cNvSpPr>
                <a:spLocks/>
              </p:cNvSpPr>
              <p:nvPr/>
            </p:nvSpPr>
            <p:spPr bwMode="auto">
              <a:xfrm>
                <a:off x="2083" y="1680"/>
                <a:ext cx="2" cy="2"/>
              </a:xfrm>
              <a:custGeom>
                <a:avLst/>
                <a:gdLst/>
                <a:ahLst/>
                <a:cxnLst>
                  <a:cxn ang="0">
                    <a:pos x="0" y="0"/>
                  </a:cxn>
                  <a:cxn ang="0">
                    <a:pos x="0" y="0"/>
                  </a:cxn>
                  <a:cxn ang="0">
                    <a:pos x="0" y="2"/>
                  </a:cxn>
                  <a:cxn ang="0">
                    <a:pos x="2" y="2"/>
                  </a:cxn>
                  <a:cxn ang="0">
                    <a:pos x="2" y="2"/>
                  </a:cxn>
                  <a:cxn ang="0">
                    <a:pos x="2" y="0"/>
                  </a:cxn>
                  <a:cxn ang="0">
                    <a:pos x="2" y="0"/>
                  </a:cxn>
                  <a:cxn ang="0">
                    <a:pos x="2" y="0"/>
                  </a:cxn>
                  <a:cxn ang="0">
                    <a:pos x="0" y="0"/>
                  </a:cxn>
                </a:cxnLst>
                <a:rect l="0" t="0" r="r" b="b"/>
                <a:pathLst>
                  <a:path w="2" h="2">
                    <a:moveTo>
                      <a:pt x="0" y="0"/>
                    </a:moveTo>
                    <a:lnTo>
                      <a:pt x="0" y="0"/>
                    </a:lnTo>
                    <a:lnTo>
                      <a:pt x="0" y="2"/>
                    </a:lnTo>
                    <a:lnTo>
                      <a:pt x="2" y="2"/>
                    </a:lnTo>
                    <a:lnTo>
                      <a:pt x="2" y="2"/>
                    </a:lnTo>
                    <a:lnTo>
                      <a:pt x="2" y="0"/>
                    </a:lnTo>
                    <a:lnTo>
                      <a:pt x="2" y="0"/>
                    </a:lnTo>
                    <a:lnTo>
                      <a:pt x="2"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32"/>
              <p:cNvSpPr>
                <a:spLocks/>
              </p:cNvSpPr>
              <p:nvPr/>
            </p:nvSpPr>
            <p:spPr bwMode="auto">
              <a:xfrm>
                <a:off x="2083" y="1680"/>
                <a:ext cx="2" cy="2"/>
              </a:xfrm>
              <a:custGeom>
                <a:avLst/>
                <a:gdLst/>
                <a:ahLst/>
                <a:cxnLst>
                  <a:cxn ang="0">
                    <a:pos x="0" y="0"/>
                  </a:cxn>
                  <a:cxn ang="0">
                    <a:pos x="0" y="0"/>
                  </a:cxn>
                  <a:cxn ang="0">
                    <a:pos x="0" y="2"/>
                  </a:cxn>
                  <a:cxn ang="0">
                    <a:pos x="2" y="2"/>
                  </a:cxn>
                  <a:cxn ang="0">
                    <a:pos x="2" y="2"/>
                  </a:cxn>
                  <a:cxn ang="0">
                    <a:pos x="2" y="0"/>
                  </a:cxn>
                  <a:cxn ang="0">
                    <a:pos x="2" y="0"/>
                  </a:cxn>
                  <a:cxn ang="0">
                    <a:pos x="2" y="0"/>
                  </a:cxn>
                  <a:cxn ang="0">
                    <a:pos x="0" y="0"/>
                  </a:cxn>
                </a:cxnLst>
                <a:rect l="0" t="0" r="r" b="b"/>
                <a:pathLst>
                  <a:path w="2" h="2">
                    <a:moveTo>
                      <a:pt x="0" y="0"/>
                    </a:moveTo>
                    <a:lnTo>
                      <a:pt x="0" y="0"/>
                    </a:lnTo>
                    <a:lnTo>
                      <a:pt x="0" y="2"/>
                    </a:lnTo>
                    <a:lnTo>
                      <a:pt x="2" y="2"/>
                    </a:lnTo>
                    <a:lnTo>
                      <a:pt x="2" y="2"/>
                    </a:lnTo>
                    <a:lnTo>
                      <a:pt x="2" y="0"/>
                    </a:lnTo>
                    <a:lnTo>
                      <a:pt x="2" y="0"/>
                    </a:lnTo>
                    <a:lnTo>
                      <a:pt x="2"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Rectangle 33"/>
              <p:cNvSpPr>
                <a:spLocks noChangeArrowheads="1"/>
              </p:cNvSpPr>
              <p:nvPr/>
            </p:nvSpPr>
            <p:spPr bwMode="auto">
              <a:xfrm>
                <a:off x="2308" y="1741"/>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9" name="Rectangle 34"/>
              <p:cNvSpPr>
                <a:spLocks noChangeArrowheads="1"/>
              </p:cNvSpPr>
              <p:nvPr/>
            </p:nvSpPr>
            <p:spPr bwMode="auto">
              <a:xfrm>
                <a:off x="2308" y="1741"/>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0" name="Rectangle 35"/>
              <p:cNvSpPr>
                <a:spLocks noChangeArrowheads="1"/>
              </p:cNvSpPr>
              <p:nvPr/>
            </p:nvSpPr>
            <p:spPr bwMode="auto">
              <a:xfrm>
                <a:off x="2308" y="1736"/>
                <a:ext cx="1"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1" name="Rectangle 36"/>
              <p:cNvSpPr>
                <a:spLocks noChangeArrowheads="1"/>
              </p:cNvSpPr>
              <p:nvPr/>
            </p:nvSpPr>
            <p:spPr bwMode="auto">
              <a:xfrm>
                <a:off x="2308" y="1736"/>
                <a:ext cx="1"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37"/>
              <p:cNvSpPr>
                <a:spLocks/>
              </p:cNvSpPr>
              <p:nvPr/>
            </p:nvSpPr>
            <p:spPr bwMode="auto">
              <a:xfrm>
                <a:off x="2277" y="1713"/>
                <a:ext cx="166" cy="111"/>
              </a:xfrm>
              <a:custGeom>
                <a:avLst/>
                <a:gdLst/>
                <a:ahLst/>
                <a:cxnLst>
                  <a:cxn ang="0">
                    <a:pos x="29" y="23"/>
                  </a:cxn>
                  <a:cxn ang="0">
                    <a:pos x="31" y="21"/>
                  </a:cxn>
                  <a:cxn ang="0">
                    <a:pos x="43" y="16"/>
                  </a:cxn>
                  <a:cxn ang="0">
                    <a:pos x="43" y="7"/>
                  </a:cxn>
                  <a:cxn ang="0">
                    <a:pos x="52" y="7"/>
                  </a:cxn>
                  <a:cxn ang="0">
                    <a:pos x="64" y="5"/>
                  </a:cxn>
                  <a:cxn ang="0">
                    <a:pos x="71" y="5"/>
                  </a:cxn>
                  <a:cxn ang="0">
                    <a:pos x="69" y="12"/>
                  </a:cxn>
                  <a:cxn ang="0">
                    <a:pos x="69" y="19"/>
                  </a:cxn>
                  <a:cxn ang="0">
                    <a:pos x="74" y="21"/>
                  </a:cxn>
                  <a:cxn ang="0">
                    <a:pos x="66" y="28"/>
                  </a:cxn>
                  <a:cxn ang="0">
                    <a:pos x="59" y="21"/>
                  </a:cxn>
                  <a:cxn ang="0">
                    <a:pos x="47" y="23"/>
                  </a:cxn>
                  <a:cxn ang="0">
                    <a:pos x="43" y="28"/>
                  </a:cxn>
                  <a:cxn ang="0">
                    <a:pos x="47" y="38"/>
                  </a:cxn>
                  <a:cxn ang="0">
                    <a:pos x="57" y="38"/>
                  </a:cxn>
                  <a:cxn ang="0">
                    <a:pos x="69" y="38"/>
                  </a:cxn>
                  <a:cxn ang="0">
                    <a:pos x="78" y="40"/>
                  </a:cxn>
                  <a:cxn ang="0">
                    <a:pos x="90" y="38"/>
                  </a:cxn>
                  <a:cxn ang="0">
                    <a:pos x="97" y="45"/>
                  </a:cxn>
                  <a:cxn ang="0">
                    <a:pos x="104" y="47"/>
                  </a:cxn>
                  <a:cxn ang="0">
                    <a:pos x="114" y="42"/>
                  </a:cxn>
                  <a:cxn ang="0">
                    <a:pos x="126" y="42"/>
                  </a:cxn>
                  <a:cxn ang="0">
                    <a:pos x="135" y="45"/>
                  </a:cxn>
                  <a:cxn ang="0">
                    <a:pos x="137" y="54"/>
                  </a:cxn>
                  <a:cxn ang="0">
                    <a:pos x="142" y="64"/>
                  </a:cxn>
                  <a:cxn ang="0">
                    <a:pos x="152" y="61"/>
                  </a:cxn>
                  <a:cxn ang="0">
                    <a:pos x="159" y="66"/>
                  </a:cxn>
                  <a:cxn ang="0">
                    <a:pos x="163" y="80"/>
                  </a:cxn>
                  <a:cxn ang="0">
                    <a:pos x="166" y="90"/>
                  </a:cxn>
                  <a:cxn ang="0">
                    <a:pos x="159" y="92"/>
                  </a:cxn>
                  <a:cxn ang="0">
                    <a:pos x="147" y="92"/>
                  </a:cxn>
                  <a:cxn ang="0">
                    <a:pos x="135" y="97"/>
                  </a:cxn>
                  <a:cxn ang="0">
                    <a:pos x="128" y="90"/>
                  </a:cxn>
                  <a:cxn ang="0">
                    <a:pos x="118" y="97"/>
                  </a:cxn>
                  <a:cxn ang="0">
                    <a:pos x="109" y="102"/>
                  </a:cxn>
                  <a:cxn ang="0">
                    <a:pos x="97" y="109"/>
                  </a:cxn>
                  <a:cxn ang="0">
                    <a:pos x="90" y="106"/>
                  </a:cxn>
                  <a:cxn ang="0">
                    <a:pos x="88" y="92"/>
                  </a:cxn>
                  <a:cxn ang="0">
                    <a:pos x="90" y="78"/>
                  </a:cxn>
                  <a:cxn ang="0">
                    <a:pos x="85" y="73"/>
                  </a:cxn>
                  <a:cxn ang="0">
                    <a:pos x="78" y="66"/>
                  </a:cxn>
                  <a:cxn ang="0">
                    <a:pos x="69" y="69"/>
                  </a:cxn>
                  <a:cxn ang="0">
                    <a:pos x="62" y="78"/>
                  </a:cxn>
                  <a:cxn ang="0">
                    <a:pos x="59" y="87"/>
                  </a:cxn>
                  <a:cxn ang="0">
                    <a:pos x="47" y="87"/>
                  </a:cxn>
                  <a:cxn ang="0">
                    <a:pos x="43" y="97"/>
                  </a:cxn>
                  <a:cxn ang="0">
                    <a:pos x="33" y="95"/>
                  </a:cxn>
                  <a:cxn ang="0">
                    <a:pos x="24" y="97"/>
                  </a:cxn>
                  <a:cxn ang="0">
                    <a:pos x="12" y="104"/>
                  </a:cxn>
                  <a:cxn ang="0">
                    <a:pos x="10" y="92"/>
                  </a:cxn>
                  <a:cxn ang="0">
                    <a:pos x="14" y="80"/>
                  </a:cxn>
                  <a:cxn ang="0">
                    <a:pos x="21" y="71"/>
                  </a:cxn>
                  <a:cxn ang="0">
                    <a:pos x="14" y="61"/>
                  </a:cxn>
                  <a:cxn ang="0">
                    <a:pos x="17" y="52"/>
                  </a:cxn>
                  <a:cxn ang="0">
                    <a:pos x="7" y="50"/>
                  </a:cxn>
                  <a:cxn ang="0">
                    <a:pos x="3" y="42"/>
                  </a:cxn>
                  <a:cxn ang="0">
                    <a:pos x="7" y="35"/>
                  </a:cxn>
                  <a:cxn ang="0">
                    <a:pos x="17" y="38"/>
                  </a:cxn>
                  <a:cxn ang="0">
                    <a:pos x="26" y="33"/>
                  </a:cxn>
                  <a:cxn ang="0">
                    <a:pos x="31" y="28"/>
                  </a:cxn>
                </a:cxnLst>
                <a:rect l="0" t="0" r="r" b="b"/>
                <a:pathLst>
                  <a:path w="166" h="111">
                    <a:moveTo>
                      <a:pt x="31" y="28"/>
                    </a:moveTo>
                    <a:lnTo>
                      <a:pt x="31" y="26"/>
                    </a:lnTo>
                    <a:lnTo>
                      <a:pt x="31" y="26"/>
                    </a:lnTo>
                    <a:lnTo>
                      <a:pt x="31" y="26"/>
                    </a:lnTo>
                    <a:lnTo>
                      <a:pt x="31" y="23"/>
                    </a:lnTo>
                    <a:lnTo>
                      <a:pt x="33" y="23"/>
                    </a:lnTo>
                    <a:lnTo>
                      <a:pt x="33" y="23"/>
                    </a:lnTo>
                    <a:lnTo>
                      <a:pt x="36" y="23"/>
                    </a:lnTo>
                    <a:lnTo>
                      <a:pt x="36" y="23"/>
                    </a:lnTo>
                    <a:lnTo>
                      <a:pt x="36" y="21"/>
                    </a:lnTo>
                    <a:lnTo>
                      <a:pt x="33" y="21"/>
                    </a:lnTo>
                    <a:lnTo>
                      <a:pt x="33" y="21"/>
                    </a:lnTo>
                    <a:lnTo>
                      <a:pt x="31" y="21"/>
                    </a:lnTo>
                    <a:lnTo>
                      <a:pt x="31" y="23"/>
                    </a:lnTo>
                    <a:lnTo>
                      <a:pt x="31" y="23"/>
                    </a:lnTo>
                    <a:lnTo>
                      <a:pt x="31" y="23"/>
                    </a:lnTo>
                    <a:lnTo>
                      <a:pt x="29" y="23"/>
                    </a:lnTo>
                    <a:lnTo>
                      <a:pt x="29" y="23"/>
                    </a:lnTo>
                    <a:lnTo>
                      <a:pt x="29" y="23"/>
                    </a:lnTo>
                    <a:lnTo>
                      <a:pt x="29" y="23"/>
                    </a:lnTo>
                    <a:lnTo>
                      <a:pt x="26" y="23"/>
                    </a:lnTo>
                    <a:lnTo>
                      <a:pt x="26" y="23"/>
                    </a:lnTo>
                    <a:lnTo>
                      <a:pt x="26" y="23"/>
                    </a:lnTo>
                    <a:lnTo>
                      <a:pt x="24" y="23"/>
                    </a:lnTo>
                    <a:lnTo>
                      <a:pt x="24" y="21"/>
                    </a:lnTo>
                    <a:lnTo>
                      <a:pt x="26" y="21"/>
                    </a:lnTo>
                    <a:lnTo>
                      <a:pt x="26" y="21"/>
                    </a:lnTo>
                    <a:lnTo>
                      <a:pt x="29" y="21"/>
                    </a:lnTo>
                    <a:lnTo>
                      <a:pt x="29" y="21"/>
                    </a:lnTo>
                    <a:lnTo>
                      <a:pt x="29" y="21"/>
                    </a:lnTo>
                    <a:lnTo>
                      <a:pt x="29" y="21"/>
                    </a:lnTo>
                    <a:lnTo>
                      <a:pt x="31" y="21"/>
                    </a:lnTo>
                    <a:lnTo>
                      <a:pt x="31" y="21"/>
                    </a:lnTo>
                    <a:lnTo>
                      <a:pt x="31" y="21"/>
                    </a:lnTo>
                    <a:lnTo>
                      <a:pt x="33" y="21"/>
                    </a:lnTo>
                    <a:lnTo>
                      <a:pt x="33" y="21"/>
                    </a:lnTo>
                    <a:lnTo>
                      <a:pt x="36" y="21"/>
                    </a:lnTo>
                    <a:lnTo>
                      <a:pt x="36" y="21"/>
                    </a:lnTo>
                    <a:lnTo>
                      <a:pt x="36" y="21"/>
                    </a:lnTo>
                    <a:lnTo>
                      <a:pt x="38" y="21"/>
                    </a:lnTo>
                    <a:lnTo>
                      <a:pt x="38" y="21"/>
                    </a:lnTo>
                    <a:lnTo>
                      <a:pt x="38" y="21"/>
                    </a:lnTo>
                    <a:lnTo>
                      <a:pt x="40" y="21"/>
                    </a:lnTo>
                    <a:lnTo>
                      <a:pt x="40" y="21"/>
                    </a:lnTo>
                    <a:lnTo>
                      <a:pt x="40" y="19"/>
                    </a:lnTo>
                    <a:lnTo>
                      <a:pt x="40" y="19"/>
                    </a:lnTo>
                    <a:lnTo>
                      <a:pt x="40" y="19"/>
                    </a:lnTo>
                    <a:lnTo>
                      <a:pt x="40" y="19"/>
                    </a:lnTo>
                    <a:lnTo>
                      <a:pt x="43" y="19"/>
                    </a:lnTo>
                    <a:lnTo>
                      <a:pt x="43" y="19"/>
                    </a:lnTo>
                    <a:lnTo>
                      <a:pt x="43" y="16"/>
                    </a:lnTo>
                    <a:lnTo>
                      <a:pt x="40" y="16"/>
                    </a:lnTo>
                    <a:lnTo>
                      <a:pt x="40" y="16"/>
                    </a:lnTo>
                    <a:lnTo>
                      <a:pt x="40" y="14"/>
                    </a:lnTo>
                    <a:lnTo>
                      <a:pt x="40" y="14"/>
                    </a:lnTo>
                    <a:lnTo>
                      <a:pt x="40" y="14"/>
                    </a:lnTo>
                    <a:lnTo>
                      <a:pt x="40" y="12"/>
                    </a:lnTo>
                    <a:lnTo>
                      <a:pt x="40" y="12"/>
                    </a:lnTo>
                    <a:lnTo>
                      <a:pt x="40" y="12"/>
                    </a:lnTo>
                    <a:lnTo>
                      <a:pt x="43" y="12"/>
                    </a:lnTo>
                    <a:lnTo>
                      <a:pt x="43" y="12"/>
                    </a:lnTo>
                    <a:lnTo>
                      <a:pt x="43" y="9"/>
                    </a:lnTo>
                    <a:lnTo>
                      <a:pt x="43" y="9"/>
                    </a:lnTo>
                    <a:lnTo>
                      <a:pt x="43" y="9"/>
                    </a:lnTo>
                    <a:lnTo>
                      <a:pt x="43" y="7"/>
                    </a:lnTo>
                    <a:lnTo>
                      <a:pt x="43" y="7"/>
                    </a:lnTo>
                    <a:lnTo>
                      <a:pt x="43" y="7"/>
                    </a:lnTo>
                    <a:lnTo>
                      <a:pt x="43" y="7"/>
                    </a:lnTo>
                    <a:lnTo>
                      <a:pt x="43" y="7"/>
                    </a:lnTo>
                    <a:lnTo>
                      <a:pt x="45" y="7"/>
                    </a:lnTo>
                    <a:lnTo>
                      <a:pt x="45" y="7"/>
                    </a:lnTo>
                    <a:lnTo>
                      <a:pt x="45" y="7"/>
                    </a:lnTo>
                    <a:lnTo>
                      <a:pt x="45" y="7"/>
                    </a:lnTo>
                    <a:lnTo>
                      <a:pt x="45" y="7"/>
                    </a:lnTo>
                    <a:lnTo>
                      <a:pt x="47" y="7"/>
                    </a:lnTo>
                    <a:lnTo>
                      <a:pt x="47" y="9"/>
                    </a:lnTo>
                    <a:lnTo>
                      <a:pt x="47" y="9"/>
                    </a:lnTo>
                    <a:lnTo>
                      <a:pt x="50" y="9"/>
                    </a:lnTo>
                    <a:lnTo>
                      <a:pt x="50" y="9"/>
                    </a:lnTo>
                    <a:lnTo>
                      <a:pt x="50" y="9"/>
                    </a:lnTo>
                    <a:lnTo>
                      <a:pt x="50" y="9"/>
                    </a:lnTo>
                    <a:lnTo>
                      <a:pt x="50" y="9"/>
                    </a:lnTo>
                    <a:lnTo>
                      <a:pt x="52" y="9"/>
                    </a:lnTo>
                    <a:lnTo>
                      <a:pt x="52" y="7"/>
                    </a:lnTo>
                    <a:lnTo>
                      <a:pt x="52" y="7"/>
                    </a:lnTo>
                    <a:lnTo>
                      <a:pt x="52" y="7"/>
                    </a:lnTo>
                    <a:lnTo>
                      <a:pt x="55" y="7"/>
                    </a:lnTo>
                    <a:lnTo>
                      <a:pt x="55" y="7"/>
                    </a:lnTo>
                    <a:lnTo>
                      <a:pt x="55" y="7"/>
                    </a:lnTo>
                    <a:lnTo>
                      <a:pt x="57" y="7"/>
                    </a:lnTo>
                    <a:lnTo>
                      <a:pt x="57" y="7"/>
                    </a:lnTo>
                    <a:lnTo>
                      <a:pt x="57" y="7"/>
                    </a:lnTo>
                    <a:lnTo>
                      <a:pt x="57" y="7"/>
                    </a:lnTo>
                    <a:lnTo>
                      <a:pt x="59" y="7"/>
                    </a:lnTo>
                    <a:lnTo>
                      <a:pt x="59" y="5"/>
                    </a:lnTo>
                    <a:lnTo>
                      <a:pt x="59" y="5"/>
                    </a:lnTo>
                    <a:lnTo>
                      <a:pt x="59" y="5"/>
                    </a:lnTo>
                    <a:lnTo>
                      <a:pt x="62" y="5"/>
                    </a:lnTo>
                    <a:lnTo>
                      <a:pt x="62" y="5"/>
                    </a:lnTo>
                    <a:lnTo>
                      <a:pt x="62" y="5"/>
                    </a:lnTo>
                    <a:lnTo>
                      <a:pt x="64" y="5"/>
                    </a:lnTo>
                    <a:lnTo>
                      <a:pt x="64" y="5"/>
                    </a:lnTo>
                    <a:lnTo>
                      <a:pt x="64" y="2"/>
                    </a:lnTo>
                    <a:lnTo>
                      <a:pt x="64" y="2"/>
                    </a:lnTo>
                    <a:lnTo>
                      <a:pt x="64" y="2"/>
                    </a:lnTo>
                    <a:lnTo>
                      <a:pt x="64" y="0"/>
                    </a:lnTo>
                    <a:lnTo>
                      <a:pt x="64" y="0"/>
                    </a:lnTo>
                    <a:lnTo>
                      <a:pt x="66" y="0"/>
                    </a:lnTo>
                    <a:lnTo>
                      <a:pt x="66" y="0"/>
                    </a:lnTo>
                    <a:lnTo>
                      <a:pt x="66" y="0"/>
                    </a:lnTo>
                    <a:lnTo>
                      <a:pt x="69" y="0"/>
                    </a:lnTo>
                    <a:lnTo>
                      <a:pt x="69" y="2"/>
                    </a:lnTo>
                    <a:lnTo>
                      <a:pt x="69" y="2"/>
                    </a:lnTo>
                    <a:lnTo>
                      <a:pt x="69" y="2"/>
                    </a:lnTo>
                    <a:lnTo>
                      <a:pt x="69" y="2"/>
                    </a:lnTo>
                    <a:lnTo>
                      <a:pt x="69" y="5"/>
                    </a:lnTo>
                    <a:lnTo>
                      <a:pt x="71" y="5"/>
                    </a:lnTo>
                    <a:lnTo>
                      <a:pt x="71" y="5"/>
                    </a:lnTo>
                    <a:lnTo>
                      <a:pt x="71" y="5"/>
                    </a:lnTo>
                    <a:lnTo>
                      <a:pt x="71" y="7"/>
                    </a:lnTo>
                    <a:lnTo>
                      <a:pt x="71" y="7"/>
                    </a:lnTo>
                    <a:lnTo>
                      <a:pt x="71" y="7"/>
                    </a:lnTo>
                    <a:lnTo>
                      <a:pt x="71" y="7"/>
                    </a:lnTo>
                    <a:lnTo>
                      <a:pt x="71" y="7"/>
                    </a:lnTo>
                    <a:lnTo>
                      <a:pt x="74" y="7"/>
                    </a:lnTo>
                    <a:lnTo>
                      <a:pt x="74" y="7"/>
                    </a:lnTo>
                    <a:lnTo>
                      <a:pt x="71" y="7"/>
                    </a:lnTo>
                    <a:lnTo>
                      <a:pt x="71" y="9"/>
                    </a:lnTo>
                    <a:lnTo>
                      <a:pt x="71" y="9"/>
                    </a:lnTo>
                    <a:lnTo>
                      <a:pt x="71" y="9"/>
                    </a:lnTo>
                    <a:lnTo>
                      <a:pt x="71" y="9"/>
                    </a:lnTo>
                    <a:lnTo>
                      <a:pt x="69" y="9"/>
                    </a:lnTo>
                    <a:lnTo>
                      <a:pt x="69" y="12"/>
                    </a:lnTo>
                    <a:lnTo>
                      <a:pt x="69" y="12"/>
                    </a:lnTo>
                    <a:lnTo>
                      <a:pt x="69" y="12"/>
                    </a:lnTo>
                    <a:lnTo>
                      <a:pt x="69" y="12"/>
                    </a:lnTo>
                    <a:lnTo>
                      <a:pt x="66" y="12"/>
                    </a:lnTo>
                    <a:lnTo>
                      <a:pt x="66" y="14"/>
                    </a:lnTo>
                    <a:lnTo>
                      <a:pt x="66" y="14"/>
                    </a:lnTo>
                    <a:lnTo>
                      <a:pt x="64" y="14"/>
                    </a:lnTo>
                    <a:lnTo>
                      <a:pt x="64" y="14"/>
                    </a:lnTo>
                    <a:lnTo>
                      <a:pt x="64" y="14"/>
                    </a:lnTo>
                    <a:lnTo>
                      <a:pt x="64" y="14"/>
                    </a:lnTo>
                    <a:lnTo>
                      <a:pt x="64" y="16"/>
                    </a:lnTo>
                    <a:lnTo>
                      <a:pt x="64" y="16"/>
                    </a:lnTo>
                    <a:lnTo>
                      <a:pt x="64" y="16"/>
                    </a:lnTo>
                    <a:lnTo>
                      <a:pt x="64" y="16"/>
                    </a:lnTo>
                    <a:lnTo>
                      <a:pt x="66" y="16"/>
                    </a:lnTo>
                    <a:lnTo>
                      <a:pt x="66" y="16"/>
                    </a:lnTo>
                    <a:lnTo>
                      <a:pt x="69" y="16"/>
                    </a:lnTo>
                    <a:lnTo>
                      <a:pt x="69" y="19"/>
                    </a:lnTo>
                    <a:lnTo>
                      <a:pt x="69" y="19"/>
                    </a:lnTo>
                    <a:lnTo>
                      <a:pt x="69" y="19"/>
                    </a:lnTo>
                    <a:lnTo>
                      <a:pt x="69" y="19"/>
                    </a:lnTo>
                    <a:lnTo>
                      <a:pt x="69" y="21"/>
                    </a:lnTo>
                    <a:lnTo>
                      <a:pt x="69" y="21"/>
                    </a:lnTo>
                    <a:lnTo>
                      <a:pt x="69" y="21"/>
                    </a:lnTo>
                    <a:lnTo>
                      <a:pt x="71" y="21"/>
                    </a:lnTo>
                    <a:lnTo>
                      <a:pt x="71" y="21"/>
                    </a:lnTo>
                    <a:lnTo>
                      <a:pt x="71" y="21"/>
                    </a:lnTo>
                    <a:lnTo>
                      <a:pt x="74" y="21"/>
                    </a:lnTo>
                    <a:lnTo>
                      <a:pt x="74" y="21"/>
                    </a:lnTo>
                    <a:lnTo>
                      <a:pt x="74" y="21"/>
                    </a:lnTo>
                    <a:lnTo>
                      <a:pt x="76" y="21"/>
                    </a:lnTo>
                    <a:lnTo>
                      <a:pt x="76" y="21"/>
                    </a:lnTo>
                    <a:lnTo>
                      <a:pt x="76" y="21"/>
                    </a:lnTo>
                    <a:lnTo>
                      <a:pt x="76" y="21"/>
                    </a:lnTo>
                    <a:lnTo>
                      <a:pt x="76" y="21"/>
                    </a:lnTo>
                    <a:lnTo>
                      <a:pt x="76" y="21"/>
                    </a:lnTo>
                    <a:lnTo>
                      <a:pt x="74" y="21"/>
                    </a:lnTo>
                    <a:lnTo>
                      <a:pt x="74" y="23"/>
                    </a:lnTo>
                    <a:lnTo>
                      <a:pt x="74" y="23"/>
                    </a:lnTo>
                    <a:lnTo>
                      <a:pt x="74" y="23"/>
                    </a:lnTo>
                    <a:lnTo>
                      <a:pt x="71" y="23"/>
                    </a:lnTo>
                    <a:lnTo>
                      <a:pt x="71" y="23"/>
                    </a:lnTo>
                    <a:lnTo>
                      <a:pt x="71" y="23"/>
                    </a:lnTo>
                    <a:lnTo>
                      <a:pt x="71" y="26"/>
                    </a:lnTo>
                    <a:lnTo>
                      <a:pt x="71" y="26"/>
                    </a:lnTo>
                    <a:lnTo>
                      <a:pt x="69" y="26"/>
                    </a:lnTo>
                    <a:lnTo>
                      <a:pt x="69" y="28"/>
                    </a:lnTo>
                    <a:lnTo>
                      <a:pt x="69" y="28"/>
                    </a:lnTo>
                    <a:lnTo>
                      <a:pt x="69" y="28"/>
                    </a:lnTo>
                    <a:lnTo>
                      <a:pt x="69" y="28"/>
                    </a:lnTo>
                    <a:lnTo>
                      <a:pt x="66" y="28"/>
                    </a:lnTo>
                    <a:lnTo>
                      <a:pt x="66" y="28"/>
                    </a:lnTo>
                    <a:lnTo>
                      <a:pt x="66" y="28"/>
                    </a:lnTo>
                    <a:lnTo>
                      <a:pt x="66" y="28"/>
                    </a:lnTo>
                    <a:lnTo>
                      <a:pt x="66" y="26"/>
                    </a:lnTo>
                    <a:lnTo>
                      <a:pt x="69" y="26"/>
                    </a:lnTo>
                    <a:lnTo>
                      <a:pt x="69" y="26"/>
                    </a:lnTo>
                    <a:lnTo>
                      <a:pt x="66" y="26"/>
                    </a:lnTo>
                    <a:lnTo>
                      <a:pt x="66" y="26"/>
                    </a:lnTo>
                    <a:lnTo>
                      <a:pt x="64" y="26"/>
                    </a:lnTo>
                    <a:lnTo>
                      <a:pt x="64" y="23"/>
                    </a:lnTo>
                    <a:lnTo>
                      <a:pt x="64" y="23"/>
                    </a:lnTo>
                    <a:lnTo>
                      <a:pt x="64" y="23"/>
                    </a:lnTo>
                    <a:lnTo>
                      <a:pt x="64" y="23"/>
                    </a:lnTo>
                    <a:lnTo>
                      <a:pt x="62" y="23"/>
                    </a:lnTo>
                    <a:lnTo>
                      <a:pt x="62" y="23"/>
                    </a:lnTo>
                    <a:lnTo>
                      <a:pt x="59" y="23"/>
                    </a:lnTo>
                    <a:lnTo>
                      <a:pt x="59" y="23"/>
                    </a:lnTo>
                    <a:lnTo>
                      <a:pt x="59" y="21"/>
                    </a:lnTo>
                    <a:lnTo>
                      <a:pt x="59" y="21"/>
                    </a:lnTo>
                    <a:lnTo>
                      <a:pt x="59" y="21"/>
                    </a:lnTo>
                    <a:lnTo>
                      <a:pt x="57" y="21"/>
                    </a:lnTo>
                    <a:lnTo>
                      <a:pt x="57" y="21"/>
                    </a:lnTo>
                    <a:lnTo>
                      <a:pt x="57" y="19"/>
                    </a:lnTo>
                    <a:lnTo>
                      <a:pt x="57" y="19"/>
                    </a:lnTo>
                    <a:lnTo>
                      <a:pt x="57" y="21"/>
                    </a:lnTo>
                    <a:lnTo>
                      <a:pt x="55" y="21"/>
                    </a:lnTo>
                    <a:lnTo>
                      <a:pt x="55" y="21"/>
                    </a:lnTo>
                    <a:lnTo>
                      <a:pt x="55" y="21"/>
                    </a:lnTo>
                    <a:lnTo>
                      <a:pt x="52" y="21"/>
                    </a:lnTo>
                    <a:lnTo>
                      <a:pt x="52" y="21"/>
                    </a:lnTo>
                    <a:lnTo>
                      <a:pt x="52" y="21"/>
                    </a:lnTo>
                    <a:lnTo>
                      <a:pt x="50" y="21"/>
                    </a:lnTo>
                    <a:lnTo>
                      <a:pt x="50" y="23"/>
                    </a:lnTo>
                    <a:lnTo>
                      <a:pt x="50" y="23"/>
                    </a:lnTo>
                    <a:lnTo>
                      <a:pt x="50" y="23"/>
                    </a:lnTo>
                    <a:lnTo>
                      <a:pt x="47" y="23"/>
                    </a:lnTo>
                    <a:lnTo>
                      <a:pt x="47" y="23"/>
                    </a:lnTo>
                    <a:lnTo>
                      <a:pt x="47" y="23"/>
                    </a:lnTo>
                    <a:lnTo>
                      <a:pt x="45" y="23"/>
                    </a:lnTo>
                    <a:lnTo>
                      <a:pt x="45" y="23"/>
                    </a:lnTo>
                    <a:lnTo>
                      <a:pt x="45" y="26"/>
                    </a:lnTo>
                    <a:lnTo>
                      <a:pt x="45" y="26"/>
                    </a:lnTo>
                    <a:lnTo>
                      <a:pt x="45" y="26"/>
                    </a:lnTo>
                    <a:lnTo>
                      <a:pt x="45" y="28"/>
                    </a:lnTo>
                    <a:lnTo>
                      <a:pt x="45" y="28"/>
                    </a:lnTo>
                    <a:lnTo>
                      <a:pt x="45" y="28"/>
                    </a:lnTo>
                    <a:lnTo>
                      <a:pt x="45" y="28"/>
                    </a:lnTo>
                    <a:lnTo>
                      <a:pt x="43" y="28"/>
                    </a:lnTo>
                    <a:lnTo>
                      <a:pt x="43" y="28"/>
                    </a:lnTo>
                    <a:lnTo>
                      <a:pt x="43" y="28"/>
                    </a:lnTo>
                    <a:lnTo>
                      <a:pt x="43" y="26"/>
                    </a:lnTo>
                    <a:lnTo>
                      <a:pt x="43" y="26"/>
                    </a:lnTo>
                    <a:lnTo>
                      <a:pt x="43" y="28"/>
                    </a:lnTo>
                    <a:lnTo>
                      <a:pt x="43" y="28"/>
                    </a:lnTo>
                    <a:lnTo>
                      <a:pt x="43" y="28"/>
                    </a:lnTo>
                    <a:lnTo>
                      <a:pt x="40" y="28"/>
                    </a:lnTo>
                    <a:lnTo>
                      <a:pt x="40" y="31"/>
                    </a:lnTo>
                    <a:lnTo>
                      <a:pt x="40" y="31"/>
                    </a:lnTo>
                    <a:lnTo>
                      <a:pt x="40" y="33"/>
                    </a:lnTo>
                    <a:lnTo>
                      <a:pt x="40" y="33"/>
                    </a:lnTo>
                    <a:lnTo>
                      <a:pt x="43" y="33"/>
                    </a:lnTo>
                    <a:lnTo>
                      <a:pt x="43" y="35"/>
                    </a:lnTo>
                    <a:lnTo>
                      <a:pt x="43" y="35"/>
                    </a:lnTo>
                    <a:lnTo>
                      <a:pt x="43" y="38"/>
                    </a:lnTo>
                    <a:lnTo>
                      <a:pt x="43" y="38"/>
                    </a:lnTo>
                    <a:lnTo>
                      <a:pt x="43" y="38"/>
                    </a:lnTo>
                    <a:lnTo>
                      <a:pt x="43" y="38"/>
                    </a:lnTo>
                    <a:lnTo>
                      <a:pt x="45" y="38"/>
                    </a:lnTo>
                    <a:lnTo>
                      <a:pt x="45" y="38"/>
                    </a:lnTo>
                    <a:lnTo>
                      <a:pt x="45" y="38"/>
                    </a:lnTo>
                    <a:lnTo>
                      <a:pt x="47" y="38"/>
                    </a:lnTo>
                    <a:lnTo>
                      <a:pt x="47" y="38"/>
                    </a:lnTo>
                    <a:lnTo>
                      <a:pt x="47" y="38"/>
                    </a:lnTo>
                    <a:lnTo>
                      <a:pt x="50" y="38"/>
                    </a:lnTo>
                    <a:lnTo>
                      <a:pt x="50" y="38"/>
                    </a:lnTo>
                    <a:lnTo>
                      <a:pt x="50" y="38"/>
                    </a:lnTo>
                    <a:lnTo>
                      <a:pt x="52" y="38"/>
                    </a:lnTo>
                    <a:lnTo>
                      <a:pt x="52" y="38"/>
                    </a:lnTo>
                    <a:lnTo>
                      <a:pt x="52" y="38"/>
                    </a:lnTo>
                    <a:lnTo>
                      <a:pt x="52" y="38"/>
                    </a:lnTo>
                    <a:lnTo>
                      <a:pt x="55" y="38"/>
                    </a:lnTo>
                    <a:lnTo>
                      <a:pt x="55" y="38"/>
                    </a:lnTo>
                    <a:lnTo>
                      <a:pt x="55" y="38"/>
                    </a:lnTo>
                    <a:lnTo>
                      <a:pt x="55" y="38"/>
                    </a:lnTo>
                    <a:lnTo>
                      <a:pt x="57" y="38"/>
                    </a:lnTo>
                    <a:lnTo>
                      <a:pt x="57" y="38"/>
                    </a:lnTo>
                    <a:lnTo>
                      <a:pt x="57" y="38"/>
                    </a:lnTo>
                    <a:lnTo>
                      <a:pt x="57" y="38"/>
                    </a:lnTo>
                    <a:lnTo>
                      <a:pt x="59" y="38"/>
                    </a:lnTo>
                    <a:lnTo>
                      <a:pt x="59" y="38"/>
                    </a:lnTo>
                    <a:lnTo>
                      <a:pt x="59" y="38"/>
                    </a:lnTo>
                    <a:lnTo>
                      <a:pt x="62" y="38"/>
                    </a:lnTo>
                    <a:lnTo>
                      <a:pt x="62" y="38"/>
                    </a:lnTo>
                    <a:lnTo>
                      <a:pt x="62" y="38"/>
                    </a:lnTo>
                    <a:lnTo>
                      <a:pt x="64" y="38"/>
                    </a:lnTo>
                    <a:lnTo>
                      <a:pt x="64" y="38"/>
                    </a:lnTo>
                    <a:lnTo>
                      <a:pt x="64" y="38"/>
                    </a:lnTo>
                    <a:lnTo>
                      <a:pt x="64" y="38"/>
                    </a:lnTo>
                    <a:lnTo>
                      <a:pt x="66" y="38"/>
                    </a:lnTo>
                    <a:lnTo>
                      <a:pt x="66" y="38"/>
                    </a:lnTo>
                    <a:lnTo>
                      <a:pt x="66" y="35"/>
                    </a:lnTo>
                    <a:lnTo>
                      <a:pt x="69" y="35"/>
                    </a:lnTo>
                    <a:lnTo>
                      <a:pt x="69" y="38"/>
                    </a:lnTo>
                    <a:lnTo>
                      <a:pt x="69" y="38"/>
                    </a:lnTo>
                    <a:lnTo>
                      <a:pt x="69" y="38"/>
                    </a:lnTo>
                    <a:lnTo>
                      <a:pt x="71" y="38"/>
                    </a:lnTo>
                    <a:lnTo>
                      <a:pt x="71" y="38"/>
                    </a:lnTo>
                    <a:lnTo>
                      <a:pt x="71" y="38"/>
                    </a:lnTo>
                    <a:lnTo>
                      <a:pt x="71" y="38"/>
                    </a:lnTo>
                    <a:lnTo>
                      <a:pt x="71" y="38"/>
                    </a:lnTo>
                    <a:lnTo>
                      <a:pt x="71" y="40"/>
                    </a:lnTo>
                    <a:lnTo>
                      <a:pt x="71" y="40"/>
                    </a:lnTo>
                    <a:lnTo>
                      <a:pt x="71" y="42"/>
                    </a:lnTo>
                    <a:lnTo>
                      <a:pt x="74" y="42"/>
                    </a:lnTo>
                    <a:lnTo>
                      <a:pt x="74" y="42"/>
                    </a:lnTo>
                    <a:lnTo>
                      <a:pt x="76" y="42"/>
                    </a:lnTo>
                    <a:lnTo>
                      <a:pt x="76" y="42"/>
                    </a:lnTo>
                    <a:lnTo>
                      <a:pt x="76" y="42"/>
                    </a:lnTo>
                    <a:lnTo>
                      <a:pt x="76" y="40"/>
                    </a:lnTo>
                    <a:lnTo>
                      <a:pt x="78" y="40"/>
                    </a:lnTo>
                    <a:lnTo>
                      <a:pt x="78" y="40"/>
                    </a:lnTo>
                    <a:lnTo>
                      <a:pt x="78" y="40"/>
                    </a:lnTo>
                    <a:lnTo>
                      <a:pt x="78" y="40"/>
                    </a:lnTo>
                    <a:lnTo>
                      <a:pt x="78" y="38"/>
                    </a:lnTo>
                    <a:lnTo>
                      <a:pt x="81" y="38"/>
                    </a:lnTo>
                    <a:lnTo>
                      <a:pt x="81" y="38"/>
                    </a:lnTo>
                    <a:lnTo>
                      <a:pt x="83" y="38"/>
                    </a:lnTo>
                    <a:lnTo>
                      <a:pt x="83" y="38"/>
                    </a:lnTo>
                    <a:lnTo>
                      <a:pt x="83" y="38"/>
                    </a:lnTo>
                    <a:lnTo>
                      <a:pt x="83" y="38"/>
                    </a:lnTo>
                    <a:lnTo>
                      <a:pt x="85" y="38"/>
                    </a:lnTo>
                    <a:lnTo>
                      <a:pt x="85" y="38"/>
                    </a:lnTo>
                    <a:lnTo>
                      <a:pt x="85" y="38"/>
                    </a:lnTo>
                    <a:lnTo>
                      <a:pt x="85" y="38"/>
                    </a:lnTo>
                    <a:lnTo>
                      <a:pt x="88" y="38"/>
                    </a:lnTo>
                    <a:lnTo>
                      <a:pt x="88" y="38"/>
                    </a:lnTo>
                    <a:lnTo>
                      <a:pt x="90" y="38"/>
                    </a:lnTo>
                    <a:lnTo>
                      <a:pt x="90" y="38"/>
                    </a:lnTo>
                    <a:lnTo>
                      <a:pt x="90" y="38"/>
                    </a:lnTo>
                    <a:lnTo>
                      <a:pt x="90" y="40"/>
                    </a:lnTo>
                    <a:lnTo>
                      <a:pt x="90" y="40"/>
                    </a:lnTo>
                    <a:lnTo>
                      <a:pt x="90" y="40"/>
                    </a:lnTo>
                    <a:lnTo>
                      <a:pt x="92" y="40"/>
                    </a:lnTo>
                    <a:lnTo>
                      <a:pt x="92" y="40"/>
                    </a:lnTo>
                    <a:lnTo>
                      <a:pt x="92" y="40"/>
                    </a:lnTo>
                    <a:lnTo>
                      <a:pt x="95" y="40"/>
                    </a:lnTo>
                    <a:lnTo>
                      <a:pt x="95" y="40"/>
                    </a:lnTo>
                    <a:lnTo>
                      <a:pt x="95" y="42"/>
                    </a:lnTo>
                    <a:lnTo>
                      <a:pt x="92" y="42"/>
                    </a:lnTo>
                    <a:lnTo>
                      <a:pt x="92" y="42"/>
                    </a:lnTo>
                    <a:lnTo>
                      <a:pt x="92" y="45"/>
                    </a:lnTo>
                    <a:lnTo>
                      <a:pt x="95" y="45"/>
                    </a:lnTo>
                    <a:lnTo>
                      <a:pt x="95" y="45"/>
                    </a:lnTo>
                    <a:lnTo>
                      <a:pt x="95" y="45"/>
                    </a:lnTo>
                    <a:lnTo>
                      <a:pt x="95" y="45"/>
                    </a:lnTo>
                    <a:lnTo>
                      <a:pt x="97" y="45"/>
                    </a:lnTo>
                    <a:lnTo>
                      <a:pt x="97" y="45"/>
                    </a:lnTo>
                    <a:lnTo>
                      <a:pt x="97" y="45"/>
                    </a:lnTo>
                    <a:lnTo>
                      <a:pt x="97" y="42"/>
                    </a:lnTo>
                    <a:lnTo>
                      <a:pt x="100" y="42"/>
                    </a:lnTo>
                    <a:lnTo>
                      <a:pt x="100" y="42"/>
                    </a:lnTo>
                    <a:lnTo>
                      <a:pt x="100" y="42"/>
                    </a:lnTo>
                    <a:lnTo>
                      <a:pt x="100" y="42"/>
                    </a:lnTo>
                    <a:lnTo>
                      <a:pt x="102" y="42"/>
                    </a:lnTo>
                    <a:lnTo>
                      <a:pt x="102" y="45"/>
                    </a:lnTo>
                    <a:lnTo>
                      <a:pt x="102" y="45"/>
                    </a:lnTo>
                    <a:lnTo>
                      <a:pt x="102" y="45"/>
                    </a:lnTo>
                    <a:lnTo>
                      <a:pt x="102" y="45"/>
                    </a:lnTo>
                    <a:lnTo>
                      <a:pt x="104" y="45"/>
                    </a:lnTo>
                    <a:lnTo>
                      <a:pt x="104" y="47"/>
                    </a:lnTo>
                    <a:lnTo>
                      <a:pt x="104" y="47"/>
                    </a:lnTo>
                    <a:lnTo>
                      <a:pt x="104" y="47"/>
                    </a:lnTo>
                    <a:lnTo>
                      <a:pt x="104" y="47"/>
                    </a:lnTo>
                    <a:lnTo>
                      <a:pt x="104" y="47"/>
                    </a:lnTo>
                    <a:lnTo>
                      <a:pt x="104" y="45"/>
                    </a:lnTo>
                    <a:lnTo>
                      <a:pt x="104" y="45"/>
                    </a:lnTo>
                    <a:lnTo>
                      <a:pt x="107" y="45"/>
                    </a:lnTo>
                    <a:lnTo>
                      <a:pt x="107" y="42"/>
                    </a:lnTo>
                    <a:lnTo>
                      <a:pt x="107" y="42"/>
                    </a:lnTo>
                    <a:lnTo>
                      <a:pt x="109" y="42"/>
                    </a:lnTo>
                    <a:lnTo>
                      <a:pt x="109" y="42"/>
                    </a:lnTo>
                    <a:lnTo>
                      <a:pt x="109" y="42"/>
                    </a:lnTo>
                    <a:lnTo>
                      <a:pt x="109" y="42"/>
                    </a:lnTo>
                    <a:lnTo>
                      <a:pt x="111" y="42"/>
                    </a:lnTo>
                    <a:lnTo>
                      <a:pt x="111" y="42"/>
                    </a:lnTo>
                    <a:lnTo>
                      <a:pt x="111" y="42"/>
                    </a:lnTo>
                    <a:lnTo>
                      <a:pt x="111" y="42"/>
                    </a:lnTo>
                    <a:lnTo>
                      <a:pt x="111" y="42"/>
                    </a:lnTo>
                    <a:lnTo>
                      <a:pt x="114" y="42"/>
                    </a:lnTo>
                    <a:lnTo>
                      <a:pt x="114" y="42"/>
                    </a:lnTo>
                    <a:lnTo>
                      <a:pt x="116" y="42"/>
                    </a:lnTo>
                    <a:lnTo>
                      <a:pt x="116" y="42"/>
                    </a:lnTo>
                    <a:lnTo>
                      <a:pt x="116" y="42"/>
                    </a:lnTo>
                    <a:lnTo>
                      <a:pt x="116" y="42"/>
                    </a:lnTo>
                    <a:lnTo>
                      <a:pt x="118" y="42"/>
                    </a:lnTo>
                    <a:lnTo>
                      <a:pt x="118" y="45"/>
                    </a:lnTo>
                    <a:lnTo>
                      <a:pt x="118" y="45"/>
                    </a:lnTo>
                    <a:lnTo>
                      <a:pt x="118" y="42"/>
                    </a:lnTo>
                    <a:lnTo>
                      <a:pt x="118" y="42"/>
                    </a:lnTo>
                    <a:lnTo>
                      <a:pt x="121" y="42"/>
                    </a:lnTo>
                    <a:lnTo>
                      <a:pt x="121" y="42"/>
                    </a:lnTo>
                    <a:lnTo>
                      <a:pt x="123" y="42"/>
                    </a:lnTo>
                    <a:lnTo>
                      <a:pt x="123" y="42"/>
                    </a:lnTo>
                    <a:lnTo>
                      <a:pt x="123" y="42"/>
                    </a:lnTo>
                    <a:lnTo>
                      <a:pt x="123" y="42"/>
                    </a:lnTo>
                    <a:lnTo>
                      <a:pt x="126" y="42"/>
                    </a:lnTo>
                    <a:lnTo>
                      <a:pt x="126" y="42"/>
                    </a:lnTo>
                    <a:lnTo>
                      <a:pt x="126" y="42"/>
                    </a:lnTo>
                    <a:lnTo>
                      <a:pt x="128" y="42"/>
                    </a:lnTo>
                    <a:lnTo>
                      <a:pt x="128" y="40"/>
                    </a:lnTo>
                    <a:lnTo>
                      <a:pt x="128" y="40"/>
                    </a:lnTo>
                    <a:lnTo>
                      <a:pt x="128" y="40"/>
                    </a:lnTo>
                    <a:lnTo>
                      <a:pt x="130" y="40"/>
                    </a:lnTo>
                    <a:lnTo>
                      <a:pt x="130" y="40"/>
                    </a:lnTo>
                    <a:lnTo>
                      <a:pt x="130" y="40"/>
                    </a:lnTo>
                    <a:lnTo>
                      <a:pt x="133" y="40"/>
                    </a:lnTo>
                    <a:lnTo>
                      <a:pt x="133" y="40"/>
                    </a:lnTo>
                    <a:lnTo>
                      <a:pt x="135" y="40"/>
                    </a:lnTo>
                    <a:lnTo>
                      <a:pt x="135" y="40"/>
                    </a:lnTo>
                    <a:lnTo>
                      <a:pt x="135" y="40"/>
                    </a:lnTo>
                    <a:lnTo>
                      <a:pt x="135" y="42"/>
                    </a:lnTo>
                    <a:lnTo>
                      <a:pt x="135" y="42"/>
                    </a:lnTo>
                    <a:lnTo>
                      <a:pt x="135" y="42"/>
                    </a:lnTo>
                    <a:lnTo>
                      <a:pt x="135" y="45"/>
                    </a:lnTo>
                    <a:lnTo>
                      <a:pt x="133" y="45"/>
                    </a:lnTo>
                    <a:lnTo>
                      <a:pt x="133" y="45"/>
                    </a:lnTo>
                    <a:lnTo>
                      <a:pt x="135" y="45"/>
                    </a:lnTo>
                    <a:lnTo>
                      <a:pt x="135" y="47"/>
                    </a:lnTo>
                    <a:lnTo>
                      <a:pt x="135" y="47"/>
                    </a:lnTo>
                    <a:lnTo>
                      <a:pt x="135" y="47"/>
                    </a:lnTo>
                    <a:lnTo>
                      <a:pt x="135" y="47"/>
                    </a:lnTo>
                    <a:lnTo>
                      <a:pt x="135" y="47"/>
                    </a:lnTo>
                    <a:lnTo>
                      <a:pt x="135" y="50"/>
                    </a:lnTo>
                    <a:lnTo>
                      <a:pt x="135" y="50"/>
                    </a:lnTo>
                    <a:lnTo>
                      <a:pt x="137" y="50"/>
                    </a:lnTo>
                    <a:lnTo>
                      <a:pt x="137" y="50"/>
                    </a:lnTo>
                    <a:lnTo>
                      <a:pt x="137" y="50"/>
                    </a:lnTo>
                    <a:lnTo>
                      <a:pt x="137" y="52"/>
                    </a:lnTo>
                    <a:lnTo>
                      <a:pt x="137" y="52"/>
                    </a:lnTo>
                    <a:lnTo>
                      <a:pt x="137" y="54"/>
                    </a:lnTo>
                    <a:lnTo>
                      <a:pt x="137" y="54"/>
                    </a:lnTo>
                    <a:lnTo>
                      <a:pt x="137" y="54"/>
                    </a:lnTo>
                    <a:lnTo>
                      <a:pt x="135" y="54"/>
                    </a:lnTo>
                    <a:lnTo>
                      <a:pt x="135" y="54"/>
                    </a:lnTo>
                    <a:lnTo>
                      <a:pt x="135" y="57"/>
                    </a:lnTo>
                    <a:lnTo>
                      <a:pt x="137" y="57"/>
                    </a:lnTo>
                    <a:lnTo>
                      <a:pt x="137" y="57"/>
                    </a:lnTo>
                    <a:lnTo>
                      <a:pt x="137" y="57"/>
                    </a:lnTo>
                    <a:lnTo>
                      <a:pt x="137" y="59"/>
                    </a:lnTo>
                    <a:lnTo>
                      <a:pt x="137" y="59"/>
                    </a:lnTo>
                    <a:lnTo>
                      <a:pt x="137" y="59"/>
                    </a:lnTo>
                    <a:lnTo>
                      <a:pt x="137" y="61"/>
                    </a:lnTo>
                    <a:lnTo>
                      <a:pt x="137" y="61"/>
                    </a:lnTo>
                    <a:lnTo>
                      <a:pt x="137" y="61"/>
                    </a:lnTo>
                    <a:lnTo>
                      <a:pt x="140" y="61"/>
                    </a:lnTo>
                    <a:lnTo>
                      <a:pt x="140" y="61"/>
                    </a:lnTo>
                    <a:lnTo>
                      <a:pt x="140" y="64"/>
                    </a:lnTo>
                    <a:lnTo>
                      <a:pt x="142" y="64"/>
                    </a:lnTo>
                    <a:lnTo>
                      <a:pt x="142" y="64"/>
                    </a:lnTo>
                    <a:lnTo>
                      <a:pt x="142" y="64"/>
                    </a:lnTo>
                    <a:lnTo>
                      <a:pt x="145" y="64"/>
                    </a:lnTo>
                    <a:lnTo>
                      <a:pt x="145" y="61"/>
                    </a:lnTo>
                    <a:lnTo>
                      <a:pt x="145" y="61"/>
                    </a:lnTo>
                    <a:lnTo>
                      <a:pt x="145" y="61"/>
                    </a:lnTo>
                    <a:lnTo>
                      <a:pt x="145" y="59"/>
                    </a:lnTo>
                    <a:lnTo>
                      <a:pt x="145" y="59"/>
                    </a:lnTo>
                    <a:lnTo>
                      <a:pt x="147" y="59"/>
                    </a:lnTo>
                    <a:lnTo>
                      <a:pt x="147" y="59"/>
                    </a:lnTo>
                    <a:lnTo>
                      <a:pt x="149" y="59"/>
                    </a:lnTo>
                    <a:lnTo>
                      <a:pt x="149" y="59"/>
                    </a:lnTo>
                    <a:lnTo>
                      <a:pt x="149" y="59"/>
                    </a:lnTo>
                    <a:lnTo>
                      <a:pt x="152" y="59"/>
                    </a:lnTo>
                    <a:lnTo>
                      <a:pt x="152" y="61"/>
                    </a:lnTo>
                    <a:lnTo>
                      <a:pt x="152" y="61"/>
                    </a:lnTo>
                    <a:lnTo>
                      <a:pt x="152" y="61"/>
                    </a:lnTo>
                    <a:lnTo>
                      <a:pt x="154" y="61"/>
                    </a:lnTo>
                    <a:lnTo>
                      <a:pt x="154" y="61"/>
                    </a:lnTo>
                    <a:lnTo>
                      <a:pt x="154" y="61"/>
                    </a:lnTo>
                    <a:lnTo>
                      <a:pt x="156" y="61"/>
                    </a:lnTo>
                    <a:lnTo>
                      <a:pt x="156" y="61"/>
                    </a:lnTo>
                    <a:lnTo>
                      <a:pt x="156" y="64"/>
                    </a:lnTo>
                    <a:lnTo>
                      <a:pt x="156" y="64"/>
                    </a:lnTo>
                    <a:lnTo>
                      <a:pt x="159" y="64"/>
                    </a:lnTo>
                    <a:lnTo>
                      <a:pt x="159" y="64"/>
                    </a:lnTo>
                    <a:lnTo>
                      <a:pt x="159" y="64"/>
                    </a:lnTo>
                    <a:lnTo>
                      <a:pt x="159" y="64"/>
                    </a:lnTo>
                    <a:lnTo>
                      <a:pt x="161" y="64"/>
                    </a:lnTo>
                    <a:lnTo>
                      <a:pt x="161" y="66"/>
                    </a:lnTo>
                    <a:lnTo>
                      <a:pt x="161" y="66"/>
                    </a:lnTo>
                    <a:lnTo>
                      <a:pt x="161" y="66"/>
                    </a:lnTo>
                    <a:lnTo>
                      <a:pt x="159" y="66"/>
                    </a:lnTo>
                    <a:lnTo>
                      <a:pt x="159" y="66"/>
                    </a:lnTo>
                    <a:lnTo>
                      <a:pt x="159" y="69"/>
                    </a:lnTo>
                    <a:lnTo>
                      <a:pt x="159" y="69"/>
                    </a:lnTo>
                    <a:lnTo>
                      <a:pt x="159" y="71"/>
                    </a:lnTo>
                    <a:lnTo>
                      <a:pt x="159" y="71"/>
                    </a:lnTo>
                    <a:lnTo>
                      <a:pt x="159" y="73"/>
                    </a:lnTo>
                    <a:lnTo>
                      <a:pt x="159" y="73"/>
                    </a:lnTo>
                    <a:lnTo>
                      <a:pt x="159" y="73"/>
                    </a:lnTo>
                    <a:lnTo>
                      <a:pt x="159" y="76"/>
                    </a:lnTo>
                    <a:lnTo>
                      <a:pt x="159" y="76"/>
                    </a:lnTo>
                    <a:lnTo>
                      <a:pt x="161" y="76"/>
                    </a:lnTo>
                    <a:lnTo>
                      <a:pt x="161" y="76"/>
                    </a:lnTo>
                    <a:lnTo>
                      <a:pt x="161" y="78"/>
                    </a:lnTo>
                    <a:lnTo>
                      <a:pt x="161" y="78"/>
                    </a:lnTo>
                    <a:lnTo>
                      <a:pt x="161" y="78"/>
                    </a:lnTo>
                    <a:lnTo>
                      <a:pt x="161" y="80"/>
                    </a:lnTo>
                    <a:lnTo>
                      <a:pt x="161" y="80"/>
                    </a:lnTo>
                    <a:lnTo>
                      <a:pt x="163" y="80"/>
                    </a:lnTo>
                    <a:lnTo>
                      <a:pt x="163" y="83"/>
                    </a:lnTo>
                    <a:lnTo>
                      <a:pt x="163" y="83"/>
                    </a:lnTo>
                    <a:lnTo>
                      <a:pt x="163" y="83"/>
                    </a:lnTo>
                    <a:lnTo>
                      <a:pt x="163" y="83"/>
                    </a:lnTo>
                    <a:lnTo>
                      <a:pt x="163" y="85"/>
                    </a:lnTo>
                    <a:lnTo>
                      <a:pt x="161" y="85"/>
                    </a:lnTo>
                    <a:lnTo>
                      <a:pt x="161" y="85"/>
                    </a:lnTo>
                    <a:lnTo>
                      <a:pt x="161" y="87"/>
                    </a:lnTo>
                    <a:lnTo>
                      <a:pt x="161" y="87"/>
                    </a:lnTo>
                    <a:lnTo>
                      <a:pt x="161" y="87"/>
                    </a:lnTo>
                    <a:lnTo>
                      <a:pt x="163" y="87"/>
                    </a:lnTo>
                    <a:lnTo>
                      <a:pt x="163" y="87"/>
                    </a:lnTo>
                    <a:lnTo>
                      <a:pt x="163" y="87"/>
                    </a:lnTo>
                    <a:lnTo>
                      <a:pt x="163" y="90"/>
                    </a:lnTo>
                    <a:lnTo>
                      <a:pt x="166" y="90"/>
                    </a:lnTo>
                    <a:lnTo>
                      <a:pt x="166" y="90"/>
                    </a:lnTo>
                    <a:lnTo>
                      <a:pt x="166" y="90"/>
                    </a:lnTo>
                    <a:lnTo>
                      <a:pt x="166" y="92"/>
                    </a:lnTo>
                    <a:lnTo>
                      <a:pt x="166" y="92"/>
                    </a:lnTo>
                    <a:lnTo>
                      <a:pt x="166" y="95"/>
                    </a:lnTo>
                    <a:lnTo>
                      <a:pt x="166" y="95"/>
                    </a:lnTo>
                    <a:lnTo>
                      <a:pt x="163" y="95"/>
                    </a:lnTo>
                    <a:lnTo>
                      <a:pt x="163" y="95"/>
                    </a:lnTo>
                    <a:lnTo>
                      <a:pt x="163" y="95"/>
                    </a:lnTo>
                    <a:lnTo>
                      <a:pt x="163" y="95"/>
                    </a:lnTo>
                    <a:lnTo>
                      <a:pt x="161" y="95"/>
                    </a:lnTo>
                    <a:lnTo>
                      <a:pt x="161" y="97"/>
                    </a:lnTo>
                    <a:lnTo>
                      <a:pt x="161" y="97"/>
                    </a:lnTo>
                    <a:lnTo>
                      <a:pt x="161" y="95"/>
                    </a:lnTo>
                    <a:lnTo>
                      <a:pt x="159" y="95"/>
                    </a:lnTo>
                    <a:lnTo>
                      <a:pt x="159" y="95"/>
                    </a:lnTo>
                    <a:lnTo>
                      <a:pt x="159" y="95"/>
                    </a:lnTo>
                    <a:lnTo>
                      <a:pt x="159" y="92"/>
                    </a:lnTo>
                    <a:lnTo>
                      <a:pt x="159" y="92"/>
                    </a:lnTo>
                    <a:lnTo>
                      <a:pt x="156" y="92"/>
                    </a:lnTo>
                    <a:lnTo>
                      <a:pt x="156" y="92"/>
                    </a:lnTo>
                    <a:lnTo>
                      <a:pt x="156" y="92"/>
                    </a:lnTo>
                    <a:lnTo>
                      <a:pt x="154" y="92"/>
                    </a:lnTo>
                    <a:lnTo>
                      <a:pt x="154" y="92"/>
                    </a:lnTo>
                    <a:lnTo>
                      <a:pt x="154" y="92"/>
                    </a:lnTo>
                    <a:lnTo>
                      <a:pt x="152" y="92"/>
                    </a:lnTo>
                    <a:lnTo>
                      <a:pt x="152" y="92"/>
                    </a:lnTo>
                    <a:lnTo>
                      <a:pt x="152" y="92"/>
                    </a:lnTo>
                    <a:lnTo>
                      <a:pt x="152" y="92"/>
                    </a:lnTo>
                    <a:lnTo>
                      <a:pt x="149" y="92"/>
                    </a:lnTo>
                    <a:lnTo>
                      <a:pt x="149" y="92"/>
                    </a:lnTo>
                    <a:lnTo>
                      <a:pt x="149" y="92"/>
                    </a:lnTo>
                    <a:lnTo>
                      <a:pt x="149" y="92"/>
                    </a:lnTo>
                    <a:lnTo>
                      <a:pt x="147" y="92"/>
                    </a:lnTo>
                    <a:lnTo>
                      <a:pt x="147" y="92"/>
                    </a:lnTo>
                    <a:lnTo>
                      <a:pt x="147" y="92"/>
                    </a:lnTo>
                    <a:lnTo>
                      <a:pt x="147" y="95"/>
                    </a:lnTo>
                    <a:lnTo>
                      <a:pt x="145" y="95"/>
                    </a:lnTo>
                    <a:lnTo>
                      <a:pt x="145" y="95"/>
                    </a:lnTo>
                    <a:lnTo>
                      <a:pt x="145" y="95"/>
                    </a:lnTo>
                    <a:lnTo>
                      <a:pt x="145" y="95"/>
                    </a:lnTo>
                    <a:lnTo>
                      <a:pt x="142" y="95"/>
                    </a:lnTo>
                    <a:lnTo>
                      <a:pt x="142" y="95"/>
                    </a:lnTo>
                    <a:lnTo>
                      <a:pt x="142" y="95"/>
                    </a:lnTo>
                    <a:lnTo>
                      <a:pt x="140" y="95"/>
                    </a:lnTo>
                    <a:lnTo>
                      <a:pt x="140" y="97"/>
                    </a:lnTo>
                    <a:lnTo>
                      <a:pt x="140" y="97"/>
                    </a:lnTo>
                    <a:lnTo>
                      <a:pt x="137" y="97"/>
                    </a:lnTo>
                    <a:lnTo>
                      <a:pt x="137" y="97"/>
                    </a:lnTo>
                    <a:lnTo>
                      <a:pt x="137" y="97"/>
                    </a:lnTo>
                    <a:lnTo>
                      <a:pt x="135" y="97"/>
                    </a:lnTo>
                    <a:lnTo>
                      <a:pt x="135" y="97"/>
                    </a:lnTo>
                    <a:lnTo>
                      <a:pt x="135" y="97"/>
                    </a:lnTo>
                    <a:lnTo>
                      <a:pt x="135" y="95"/>
                    </a:lnTo>
                    <a:lnTo>
                      <a:pt x="135" y="95"/>
                    </a:lnTo>
                    <a:lnTo>
                      <a:pt x="135" y="95"/>
                    </a:lnTo>
                    <a:lnTo>
                      <a:pt x="135" y="95"/>
                    </a:lnTo>
                    <a:lnTo>
                      <a:pt x="137" y="95"/>
                    </a:lnTo>
                    <a:lnTo>
                      <a:pt x="137" y="92"/>
                    </a:lnTo>
                    <a:lnTo>
                      <a:pt x="137" y="92"/>
                    </a:lnTo>
                    <a:lnTo>
                      <a:pt x="135" y="92"/>
                    </a:lnTo>
                    <a:lnTo>
                      <a:pt x="135" y="92"/>
                    </a:lnTo>
                    <a:lnTo>
                      <a:pt x="135" y="92"/>
                    </a:lnTo>
                    <a:lnTo>
                      <a:pt x="135" y="90"/>
                    </a:lnTo>
                    <a:lnTo>
                      <a:pt x="133" y="90"/>
                    </a:lnTo>
                    <a:lnTo>
                      <a:pt x="133" y="90"/>
                    </a:lnTo>
                    <a:lnTo>
                      <a:pt x="130" y="90"/>
                    </a:lnTo>
                    <a:lnTo>
                      <a:pt x="130" y="90"/>
                    </a:lnTo>
                    <a:lnTo>
                      <a:pt x="130" y="90"/>
                    </a:lnTo>
                    <a:lnTo>
                      <a:pt x="128" y="90"/>
                    </a:lnTo>
                    <a:lnTo>
                      <a:pt x="128" y="90"/>
                    </a:lnTo>
                    <a:lnTo>
                      <a:pt x="126" y="90"/>
                    </a:lnTo>
                    <a:lnTo>
                      <a:pt x="126" y="90"/>
                    </a:lnTo>
                    <a:lnTo>
                      <a:pt x="126" y="92"/>
                    </a:lnTo>
                    <a:lnTo>
                      <a:pt x="126" y="92"/>
                    </a:lnTo>
                    <a:lnTo>
                      <a:pt x="123" y="92"/>
                    </a:lnTo>
                    <a:lnTo>
                      <a:pt x="123" y="92"/>
                    </a:lnTo>
                    <a:lnTo>
                      <a:pt x="123" y="92"/>
                    </a:lnTo>
                    <a:lnTo>
                      <a:pt x="123" y="95"/>
                    </a:lnTo>
                    <a:lnTo>
                      <a:pt x="123" y="95"/>
                    </a:lnTo>
                    <a:lnTo>
                      <a:pt x="121" y="95"/>
                    </a:lnTo>
                    <a:lnTo>
                      <a:pt x="121" y="95"/>
                    </a:lnTo>
                    <a:lnTo>
                      <a:pt x="121" y="95"/>
                    </a:lnTo>
                    <a:lnTo>
                      <a:pt x="118" y="95"/>
                    </a:lnTo>
                    <a:lnTo>
                      <a:pt x="118" y="95"/>
                    </a:lnTo>
                    <a:lnTo>
                      <a:pt x="118" y="97"/>
                    </a:lnTo>
                    <a:lnTo>
                      <a:pt x="118" y="97"/>
                    </a:lnTo>
                    <a:lnTo>
                      <a:pt x="116" y="97"/>
                    </a:lnTo>
                    <a:lnTo>
                      <a:pt x="116" y="97"/>
                    </a:lnTo>
                    <a:lnTo>
                      <a:pt x="116" y="97"/>
                    </a:lnTo>
                    <a:lnTo>
                      <a:pt x="116" y="97"/>
                    </a:lnTo>
                    <a:lnTo>
                      <a:pt x="116" y="97"/>
                    </a:lnTo>
                    <a:lnTo>
                      <a:pt x="116" y="99"/>
                    </a:lnTo>
                    <a:lnTo>
                      <a:pt x="114" y="99"/>
                    </a:lnTo>
                    <a:lnTo>
                      <a:pt x="114" y="99"/>
                    </a:lnTo>
                    <a:lnTo>
                      <a:pt x="114" y="102"/>
                    </a:lnTo>
                    <a:lnTo>
                      <a:pt x="114" y="102"/>
                    </a:lnTo>
                    <a:lnTo>
                      <a:pt x="111" y="102"/>
                    </a:lnTo>
                    <a:lnTo>
                      <a:pt x="111" y="102"/>
                    </a:lnTo>
                    <a:lnTo>
                      <a:pt x="111" y="102"/>
                    </a:lnTo>
                    <a:lnTo>
                      <a:pt x="111" y="102"/>
                    </a:lnTo>
                    <a:lnTo>
                      <a:pt x="109" y="102"/>
                    </a:lnTo>
                    <a:lnTo>
                      <a:pt x="109" y="102"/>
                    </a:lnTo>
                    <a:lnTo>
                      <a:pt x="109" y="102"/>
                    </a:lnTo>
                    <a:lnTo>
                      <a:pt x="107" y="102"/>
                    </a:lnTo>
                    <a:lnTo>
                      <a:pt x="107" y="102"/>
                    </a:lnTo>
                    <a:lnTo>
                      <a:pt x="107" y="104"/>
                    </a:lnTo>
                    <a:lnTo>
                      <a:pt x="104" y="104"/>
                    </a:lnTo>
                    <a:lnTo>
                      <a:pt x="104" y="104"/>
                    </a:lnTo>
                    <a:lnTo>
                      <a:pt x="104" y="104"/>
                    </a:lnTo>
                    <a:lnTo>
                      <a:pt x="104" y="104"/>
                    </a:lnTo>
                    <a:lnTo>
                      <a:pt x="102" y="104"/>
                    </a:lnTo>
                    <a:lnTo>
                      <a:pt x="102" y="106"/>
                    </a:lnTo>
                    <a:lnTo>
                      <a:pt x="102" y="106"/>
                    </a:lnTo>
                    <a:lnTo>
                      <a:pt x="102" y="106"/>
                    </a:lnTo>
                    <a:lnTo>
                      <a:pt x="102" y="106"/>
                    </a:lnTo>
                    <a:lnTo>
                      <a:pt x="100" y="106"/>
                    </a:lnTo>
                    <a:lnTo>
                      <a:pt x="100" y="106"/>
                    </a:lnTo>
                    <a:lnTo>
                      <a:pt x="100" y="106"/>
                    </a:lnTo>
                    <a:lnTo>
                      <a:pt x="97" y="106"/>
                    </a:lnTo>
                    <a:lnTo>
                      <a:pt x="97" y="109"/>
                    </a:lnTo>
                    <a:lnTo>
                      <a:pt x="97" y="109"/>
                    </a:lnTo>
                    <a:lnTo>
                      <a:pt x="97" y="109"/>
                    </a:lnTo>
                    <a:lnTo>
                      <a:pt x="97" y="109"/>
                    </a:lnTo>
                    <a:lnTo>
                      <a:pt x="95" y="109"/>
                    </a:lnTo>
                    <a:lnTo>
                      <a:pt x="95" y="111"/>
                    </a:lnTo>
                    <a:lnTo>
                      <a:pt x="95" y="111"/>
                    </a:lnTo>
                    <a:lnTo>
                      <a:pt x="92" y="111"/>
                    </a:lnTo>
                    <a:lnTo>
                      <a:pt x="92" y="111"/>
                    </a:lnTo>
                    <a:lnTo>
                      <a:pt x="92" y="111"/>
                    </a:lnTo>
                    <a:lnTo>
                      <a:pt x="92" y="109"/>
                    </a:lnTo>
                    <a:lnTo>
                      <a:pt x="90" y="109"/>
                    </a:lnTo>
                    <a:lnTo>
                      <a:pt x="90" y="109"/>
                    </a:lnTo>
                    <a:lnTo>
                      <a:pt x="90" y="109"/>
                    </a:lnTo>
                    <a:lnTo>
                      <a:pt x="90" y="109"/>
                    </a:lnTo>
                    <a:lnTo>
                      <a:pt x="90" y="106"/>
                    </a:lnTo>
                    <a:lnTo>
                      <a:pt x="90" y="106"/>
                    </a:lnTo>
                    <a:lnTo>
                      <a:pt x="90" y="106"/>
                    </a:lnTo>
                    <a:lnTo>
                      <a:pt x="88" y="106"/>
                    </a:lnTo>
                    <a:lnTo>
                      <a:pt x="88" y="104"/>
                    </a:lnTo>
                    <a:lnTo>
                      <a:pt x="88" y="104"/>
                    </a:lnTo>
                    <a:lnTo>
                      <a:pt x="88" y="104"/>
                    </a:lnTo>
                    <a:lnTo>
                      <a:pt x="88" y="102"/>
                    </a:lnTo>
                    <a:lnTo>
                      <a:pt x="88" y="102"/>
                    </a:lnTo>
                    <a:lnTo>
                      <a:pt x="85" y="102"/>
                    </a:lnTo>
                    <a:lnTo>
                      <a:pt x="85" y="99"/>
                    </a:lnTo>
                    <a:lnTo>
                      <a:pt x="88" y="99"/>
                    </a:lnTo>
                    <a:lnTo>
                      <a:pt x="88" y="99"/>
                    </a:lnTo>
                    <a:lnTo>
                      <a:pt x="88" y="97"/>
                    </a:lnTo>
                    <a:lnTo>
                      <a:pt x="88" y="97"/>
                    </a:lnTo>
                    <a:lnTo>
                      <a:pt x="88" y="97"/>
                    </a:lnTo>
                    <a:lnTo>
                      <a:pt x="88" y="97"/>
                    </a:lnTo>
                    <a:lnTo>
                      <a:pt x="88" y="95"/>
                    </a:lnTo>
                    <a:lnTo>
                      <a:pt x="88" y="95"/>
                    </a:lnTo>
                    <a:lnTo>
                      <a:pt x="88" y="92"/>
                    </a:lnTo>
                    <a:lnTo>
                      <a:pt x="88" y="92"/>
                    </a:lnTo>
                    <a:lnTo>
                      <a:pt x="88" y="90"/>
                    </a:lnTo>
                    <a:lnTo>
                      <a:pt x="88" y="90"/>
                    </a:lnTo>
                    <a:lnTo>
                      <a:pt x="88" y="87"/>
                    </a:lnTo>
                    <a:lnTo>
                      <a:pt x="88" y="87"/>
                    </a:lnTo>
                    <a:lnTo>
                      <a:pt x="88" y="87"/>
                    </a:lnTo>
                    <a:lnTo>
                      <a:pt x="90" y="87"/>
                    </a:lnTo>
                    <a:lnTo>
                      <a:pt x="90" y="85"/>
                    </a:lnTo>
                    <a:lnTo>
                      <a:pt x="90" y="85"/>
                    </a:lnTo>
                    <a:lnTo>
                      <a:pt x="90" y="83"/>
                    </a:lnTo>
                    <a:lnTo>
                      <a:pt x="90" y="83"/>
                    </a:lnTo>
                    <a:lnTo>
                      <a:pt x="90" y="83"/>
                    </a:lnTo>
                    <a:lnTo>
                      <a:pt x="90" y="80"/>
                    </a:lnTo>
                    <a:lnTo>
                      <a:pt x="90" y="80"/>
                    </a:lnTo>
                    <a:lnTo>
                      <a:pt x="90" y="78"/>
                    </a:lnTo>
                    <a:lnTo>
                      <a:pt x="90" y="78"/>
                    </a:lnTo>
                    <a:lnTo>
                      <a:pt x="90" y="78"/>
                    </a:lnTo>
                    <a:lnTo>
                      <a:pt x="88" y="78"/>
                    </a:lnTo>
                    <a:lnTo>
                      <a:pt x="88" y="78"/>
                    </a:lnTo>
                    <a:lnTo>
                      <a:pt x="88" y="78"/>
                    </a:lnTo>
                    <a:lnTo>
                      <a:pt x="85" y="78"/>
                    </a:lnTo>
                    <a:lnTo>
                      <a:pt x="85" y="78"/>
                    </a:lnTo>
                    <a:lnTo>
                      <a:pt x="85" y="80"/>
                    </a:lnTo>
                    <a:lnTo>
                      <a:pt x="85" y="80"/>
                    </a:lnTo>
                    <a:lnTo>
                      <a:pt x="85" y="78"/>
                    </a:lnTo>
                    <a:lnTo>
                      <a:pt x="83" y="78"/>
                    </a:lnTo>
                    <a:lnTo>
                      <a:pt x="83" y="78"/>
                    </a:lnTo>
                    <a:lnTo>
                      <a:pt x="83" y="78"/>
                    </a:lnTo>
                    <a:lnTo>
                      <a:pt x="83" y="78"/>
                    </a:lnTo>
                    <a:lnTo>
                      <a:pt x="83" y="78"/>
                    </a:lnTo>
                    <a:lnTo>
                      <a:pt x="83" y="76"/>
                    </a:lnTo>
                    <a:lnTo>
                      <a:pt x="83" y="76"/>
                    </a:lnTo>
                    <a:lnTo>
                      <a:pt x="85" y="76"/>
                    </a:lnTo>
                    <a:lnTo>
                      <a:pt x="85" y="73"/>
                    </a:lnTo>
                    <a:lnTo>
                      <a:pt x="85" y="73"/>
                    </a:lnTo>
                    <a:lnTo>
                      <a:pt x="85" y="73"/>
                    </a:lnTo>
                    <a:lnTo>
                      <a:pt x="85" y="71"/>
                    </a:lnTo>
                    <a:lnTo>
                      <a:pt x="85" y="71"/>
                    </a:lnTo>
                    <a:lnTo>
                      <a:pt x="85" y="71"/>
                    </a:lnTo>
                    <a:lnTo>
                      <a:pt x="85" y="69"/>
                    </a:lnTo>
                    <a:lnTo>
                      <a:pt x="83" y="69"/>
                    </a:lnTo>
                    <a:lnTo>
                      <a:pt x="83" y="69"/>
                    </a:lnTo>
                    <a:lnTo>
                      <a:pt x="83" y="69"/>
                    </a:lnTo>
                    <a:lnTo>
                      <a:pt x="83" y="69"/>
                    </a:lnTo>
                    <a:lnTo>
                      <a:pt x="81" y="69"/>
                    </a:lnTo>
                    <a:lnTo>
                      <a:pt x="81" y="66"/>
                    </a:lnTo>
                    <a:lnTo>
                      <a:pt x="81" y="66"/>
                    </a:lnTo>
                    <a:lnTo>
                      <a:pt x="81" y="66"/>
                    </a:lnTo>
                    <a:lnTo>
                      <a:pt x="78" y="66"/>
                    </a:lnTo>
                    <a:lnTo>
                      <a:pt x="78" y="66"/>
                    </a:lnTo>
                    <a:lnTo>
                      <a:pt x="78" y="66"/>
                    </a:lnTo>
                    <a:lnTo>
                      <a:pt x="78" y="66"/>
                    </a:lnTo>
                    <a:lnTo>
                      <a:pt x="76" y="66"/>
                    </a:lnTo>
                    <a:lnTo>
                      <a:pt x="76" y="66"/>
                    </a:lnTo>
                    <a:lnTo>
                      <a:pt x="76" y="66"/>
                    </a:lnTo>
                    <a:lnTo>
                      <a:pt x="76" y="66"/>
                    </a:lnTo>
                    <a:lnTo>
                      <a:pt x="76" y="66"/>
                    </a:lnTo>
                    <a:lnTo>
                      <a:pt x="74" y="66"/>
                    </a:lnTo>
                    <a:lnTo>
                      <a:pt x="74" y="66"/>
                    </a:lnTo>
                    <a:lnTo>
                      <a:pt x="71" y="66"/>
                    </a:lnTo>
                    <a:lnTo>
                      <a:pt x="71" y="66"/>
                    </a:lnTo>
                    <a:lnTo>
                      <a:pt x="71" y="66"/>
                    </a:lnTo>
                    <a:lnTo>
                      <a:pt x="71" y="66"/>
                    </a:lnTo>
                    <a:lnTo>
                      <a:pt x="71" y="66"/>
                    </a:lnTo>
                    <a:lnTo>
                      <a:pt x="71" y="69"/>
                    </a:lnTo>
                    <a:lnTo>
                      <a:pt x="69" y="69"/>
                    </a:lnTo>
                    <a:lnTo>
                      <a:pt x="69" y="69"/>
                    </a:lnTo>
                    <a:lnTo>
                      <a:pt x="69" y="69"/>
                    </a:lnTo>
                    <a:lnTo>
                      <a:pt x="69" y="71"/>
                    </a:lnTo>
                    <a:lnTo>
                      <a:pt x="69" y="71"/>
                    </a:lnTo>
                    <a:lnTo>
                      <a:pt x="69" y="71"/>
                    </a:lnTo>
                    <a:lnTo>
                      <a:pt x="66" y="71"/>
                    </a:lnTo>
                    <a:lnTo>
                      <a:pt x="66" y="73"/>
                    </a:lnTo>
                    <a:lnTo>
                      <a:pt x="66" y="73"/>
                    </a:lnTo>
                    <a:lnTo>
                      <a:pt x="66" y="73"/>
                    </a:lnTo>
                    <a:lnTo>
                      <a:pt x="66" y="76"/>
                    </a:lnTo>
                    <a:lnTo>
                      <a:pt x="64" y="76"/>
                    </a:lnTo>
                    <a:lnTo>
                      <a:pt x="64" y="76"/>
                    </a:lnTo>
                    <a:lnTo>
                      <a:pt x="64" y="76"/>
                    </a:lnTo>
                    <a:lnTo>
                      <a:pt x="64" y="76"/>
                    </a:lnTo>
                    <a:lnTo>
                      <a:pt x="64" y="78"/>
                    </a:lnTo>
                    <a:lnTo>
                      <a:pt x="62" y="78"/>
                    </a:lnTo>
                    <a:lnTo>
                      <a:pt x="62" y="78"/>
                    </a:lnTo>
                    <a:lnTo>
                      <a:pt x="62" y="78"/>
                    </a:lnTo>
                    <a:lnTo>
                      <a:pt x="62" y="78"/>
                    </a:lnTo>
                    <a:lnTo>
                      <a:pt x="59" y="78"/>
                    </a:lnTo>
                    <a:lnTo>
                      <a:pt x="59" y="78"/>
                    </a:lnTo>
                    <a:lnTo>
                      <a:pt x="59" y="80"/>
                    </a:lnTo>
                    <a:lnTo>
                      <a:pt x="59" y="80"/>
                    </a:lnTo>
                    <a:lnTo>
                      <a:pt x="59" y="80"/>
                    </a:lnTo>
                    <a:lnTo>
                      <a:pt x="62" y="80"/>
                    </a:lnTo>
                    <a:lnTo>
                      <a:pt x="62" y="80"/>
                    </a:lnTo>
                    <a:lnTo>
                      <a:pt x="62" y="83"/>
                    </a:lnTo>
                    <a:lnTo>
                      <a:pt x="62" y="83"/>
                    </a:lnTo>
                    <a:lnTo>
                      <a:pt x="62" y="85"/>
                    </a:lnTo>
                    <a:lnTo>
                      <a:pt x="62" y="85"/>
                    </a:lnTo>
                    <a:lnTo>
                      <a:pt x="62" y="87"/>
                    </a:lnTo>
                    <a:lnTo>
                      <a:pt x="62" y="87"/>
                    </a:lnTo>
                    <a:lnTo>
                      <a:pt x="62" y="87"/>
                    </a:lnTo>
                    <a:lnTo>
                      <a:pt x="59" y="87"/>
                    </a:lnTo>
                    <a:lnTo>
                      <a:pt x="59" y="87"/>
                    </a:lnTo>
                    <a:lnTo>
                      <a:pt x="59" y="87"/>
                    </a:lnTo>
                    <a:lnTo>
                      <a:pt x="59" y="87"/>
                    </a:lnTo>
                    <a:lnTo>
                      <a:pt x="57" y="87"/>
                    </a:lnTo>
                    <a:lnTo>
                      <a:pt x="57" y="87"/>
                    </a:lnTo>
                    <a:lnTo>
                      <a:pt x="57" y="87"/>
                    </a:lnTo>
                    <a:lnTo>
                      <a:pt x="57" y="87"/>
                    </a:lnTo>
                    <a:lnTo>
                      <a:pt x="55" y="87"/>
                    </a:lnTo>
                    <a:lnTo>
                      <a:pt x="55" y="87"/>
                    </a:lnTo>
                    <a:lnTo>
                      <a:pt x="55" y="87"/>
                    </a:lnTo>
                    <a:lnTo>
                      <a:pt x="52" y="87"/>
                    </a:lnTo>
                    <a:lnTo>
                      <a:pt x="52" y="87"/>
                    </a:lnTo>
                    <a:lnTo>
                      <a:pt x="52" y="87"/>
                    </a:lnTo>
                    <a:lnTo>
                      <a:pt x="52" y="87"/>
                    </a:lnTo>
                    <a:lnTo>
                      <a:pt x="50" y="87"/>
                    </a:lnTo>
                    <a:lnTo>
                      <a:pt x="50" y="87"/>
                    </a:lnTo>
                    <a:lnTo>
                      <a:pt x="50" y="87"/>
                    </a:lnTo>
                    <a:lnTo>
                      <a:pt x="47" y="87"/>
                    </a:lnTo>
                    <a:lnTo>
                      <a:pt x="47" y="87"/>
                    </a:lnTo>
                    <a:lnTo>
                      <a:pt x="45" y="87"/>
                    </a:lnTo>
                    <a:lnTo>
                      <a:pt x="45" y="87"/>
                    </a:lnTo>
                    <a:lnTo>
                      <a:pt x="45" y="87"/>
                    </a:lnTo>
                    <a:lnTo>
                      <a:pt x="45" y="87"/>
                    </a:lnTo>
                    <a:lnTo>
                      <a:pt x="45" y="90"/>
                    </a:lnTo>
                    <a:lnTo>
                      <a:pt x="43" y="90"/>
                    </a:lnTo>
                    <a:lnTo>
                      <a:pt x="43" y="90"/>
                    </a:lnTo>
                    <a:lnTo>
                      <a:pt x="43" y="90"/>
                    </a:lnTo>
                    <a:lnTo>
                      <a:pt x="43" y="92"/>
                    </a:lnTo>
                    <a:lnTo>
                      <a:pt x="43" y="92"/>
                    </a:lnTo>
                    <a:lnTo>
                      <a:pt x="43" y="95"/>
                    </a:lnTo>
                    <a:lnTo>
                      <a:pt x="43" y="95"/>
                    </a:lnTo>
                    <a:lnTo>
                      <a:pt x="43" y="95"/>
                    </a:lnTo>
                    <a:lnTo>
                      <a:pt x="43" y="97"/>
                    </a:lnTo>
                    <a:lnTo>
                      <a:pt x="43" y="97"/>
                    </a:lnTo>
                    <a:lnTo>
                      <a:pt x="43" y="97"/>
                    </a:lnTo>
                    <a:lnTo>
                      <a:pt x="43" y="97"/>
                    </a:lnTo>
                    <a:lnTo>
                      <a:pt x="43" y="97"/>
                    </a:lnTo>
                    <a:lnTo>
                      <a:pt x="43" y="99"/>
                    </a:lnTo>
                    <a:lnTo>
                      <a:pt x="40" y="99"/>
                    </a:lnTo>
                    <a:lnTo>
                      <a:pt x="40" y="99"/>
                    </a:lnTo>
                    <a:lnTo>
                      <a:pt x="38" y="99"/>
                    </a:lnTo>
                    <a:lnTo>
                      <a:pt x="38" y="99"/>
                    </a:lnTo>
                    <a:lnTo>
                      <a:pt x="38" y="97"/>
                    </a:lnTo>
                    <a:lnTo>
                      <a:pt x="38" y="97"/>
                    </a:lnTo>
                    <a:lnTo>
                      <a:pt x="38" y="97"/>
                    </a:lnTo>
                    <a:lnTo>
                      <a:pt x="36" y="97"/>
                    </a:lnTo>
                    <a:lnTo>
                      <a:pt x="36" y="97"/>
                    </a:lnTo>
                    <a:lnTo>
                      <a:pt x="36" y="97"/>
                    </a:lnTo>
                    <a:lnTo>
                      <a:pt x="36" y="95"/>
                    </a:lnTo>
                    <a:lnTo>
                      <a:pt x="36" y="95"/>
                    </a:lnTo>
                    <a:lnTo>
                      <a:pt x="36" y="95"/>
                    </a:lnTo>
                    <a:lnTo>
                      <a:pt x="33" y="95"/>
                    </a:lnTo>
                    <a:lnTo>
                      <a:pt x="33" y="95"/>
                    </a:lnTo>
                    <a:lnTo>
                      <a:pt x="33" y="95"/>
                    </a:lnTo>
                    <a:lnTo>
                      <a:pt x="31" y="95"/>
                    </a:lnTo>
                    <a:lnTo>
                      <a:pt x="31" y="95"/>
                    </a:lnTo>
                    <a:lnTo>
                      <a:pt x="31" y="97"/>
                    </a:lnTo>
                    <a:lnTo>
                      <a:pt x="31" y="97"/>
                    </a:lnTo>
                    <a:lnTo>
                      <a:pt x="31" y="95"/>
                    </a:lnTo>
                    <a:lnTo>
                      <a:pt x="29" y="95"/>
                    </a:lnTo>
                    <a:lnTo>
                      <a:pt x="29" y="95"/>
                    </a:lnTo>
                    <a:lnTo>
                      <a:pt x="29" y="95"/>
                    </a:lnTo>
                    <a:lnTo>
                      <a:pt x="29" y="97"/>
                    </a:lnTo>
                    <a:lnTo>
                      <a:pt x="29" y="97"/>
                    </a:lnTo>
                    <a:lnTo>
                      <a:pt x="26" y="97"/>
                    </a:lnTo>
                    <a:lnTo>
                      <a:pt x="26" y="97"/>
                    </a:lnTo>
                    <a:lnTo>
                      <a:pt x="26" y="97"/>
                    </a:lnTo>
                    <a:lnTo>
                      <a:pt x="24" y="97"/>
                    </a:lnTo>
                    <a:lnTo>
                      <a:pt x="24" y="97"/>
                    </a:lnTo>
                    <a:lnTo>
                      <a:pt x="24" y="97"/>
                    </a:lnTo>
                    <a:lnTo>
                      <a:pt x="24" y="99"/>
                    </a:lnTo>
                    <a:lnTo>
                      <a:pt x="21" y="99"/>
                    </a:lnTo>
                    <a:lnTo>
                      <a:pt x="21" y="99"/>
                    </a:lnTo>
                    <a:lnTo>
                      <a:pt x="19" y="99"/>
                    </a:lnTo>
                    <a:lnTo>
                      <a:pt x="19" y="99"/>
                    </a:lnTo>
                    <a:lnTo>
                      <a:pt x="19" y="99"/>
                    </a:lnTo>
                    <a:lnTo>
                      <a:pt x="19" y="102"/>
                    </a:lnTo>
                    <a:lnTo>
                      <a:pt x="19" y="102"/>
                    </a:lnTo>
                    <a:lnTo>
                      <a:pt x="19" y="102"/>
                    </a:lnTo>
                    <a:lnTo>
                      <a:pt x="17" y="102"/>
                    </a:lnTo>
                    <a:lnTo>
                      <a:pt x="17" y="102"/>
                    </a:lnTo>
                    <a:lnTo>
                      <a:pt x="17" y="102"/>
                    </a:lnTo>
                    <a:lnTo>
                      <a:pt x="17" y="104"/>
                    </a:lnTo>
                    <a:lnTo>
                      <a:pt x="14" y="104"/>
                    </a:lnTo>
                    <a:lnTo>
                      <a:pt x="14" y="104"/>
                    </a:lnTo>
                    <a:lnTo>
                      <a:pt x="14" y="104"/>
                    </a:lnTo>
                    <a:lnTo>
                      <a:pt x="12" y="104"/>
                    </a:lnTo>
                    <a:lnTo>
                      <a:pt x="12" y="104"/>
                    </a:lnTo>
                    <a:lnTo>
                      <a:pt x="12" y="104"/>
                    </a:lnTo>
                    <a:lnTo>
                      <a:pt x="12" y="102"/>
                    </a:lnTo>
                    <a:lnTo>
                      <a:pt x="12" y="102"/>
                    </a:lnTo>
                    <a:lnTo>
                      <a:pt x="12" y="102"/>
                    </a:lnTo>
                    <a:lnTo>
                      <a:pt x="10" y="102"/>
                    </a:lnTo>
                    <a:lnTo>
                      <a:pt x="10"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0" y="90"/>
                    </a:lnTo>
                    <a:lnTo>
                      <a:pt x="10" y="90"/>
                    </a:lnTo>
                    <a:lnTo>
                      <a:pt x="10" y="87"/>
                    </a:lnTo>
                    <a:lnTo>
                      <a:pt x="10" y="87"/>
                    </a:lnTo>
                    <a:lnTo>
                      <a:pt x="10" y="87"/>
                    </a:lnTo>
                    <a:lnTo>
                      <a:pt x="12" y="87"/>
                    </a:lnTo>
                    <a:lnTo>
                      <a:pt x="12" y="87"/>
                    </a:lnTo>
                    <a:lnTo>
                      <a:pt x="12" y="87"/>
                    </a:lnTo>
                    <a:lnTo>
                      <a:pt x="12" y="85"/>
                    </a:lnTo>
                    <a:lnTo>
                      <a:pt x="12" y="85"/>
                    </a:lnTo>
                    <a:lnTo>
                      <a:pt x="12" y="85"/>
                    </a:lnTo>
                    <a:lnTo>
                      <a:pt x="14" y="85"/>
                    </a:lnTo>
                    <a:lnTo>
                      <a:pt x="14" y="83"/>
                    </a:lnTo>
                    <a:lnTo>
                      <a:pt x="14" y="83"/>
                    </a:lnTo>
                    <a:lnTo>
                      <a:pt x="14" y="83"/>
                    </a:lnTo>
                    <a:lnTo>
                      <a:pt x="14" y="80"/>
                    </a:lnTo>
                    <a:lnTo>
                      <a:pt x="17" y="80"/>
                    </a:lnTo>
                    <a:lnTo>
                      <a:pt x="17" y="80"/>
                    </a:lnTo>
                    <a:lnTo>
                      <a:pt x="17" y="80"/>
                    </a:lnTo>
                    <a:lnTo>
                      <a:pt x="17" y="80"/>
                    </a:lnTo>
                    <a:lnTo>
                      <a:pt x="19" y="80"/>
                    </a:lnTo>
                    <a:lnTo>
                      <a:pt x="19" y="78"/>
                    </a:lnTo>
                    <a:lnTo>
                      <a:pt x="19" y="78"/>
                    </a:lnTo>
                    <a:lnTo>
                      <a:pt x="19" y="78"/>
                    </a:lnTo>
                    <a:lnTo>
                      <a:pt x="19" y="78"/>
                    </a:lnTo>
                    <a:lnTo>
                      <a:pt x="19" y="76"/>
                    </a:lnTo>
                    <a:lnTo>
                      <a:pt x="19" y="76"/>
                    </a:lnTo>
                    <a:lnTo>
                      <a:pt x="19" y="76"/>
                    </a:lnTo>
                    <a:lnTo>
                      <a:pt x="21" y="76"/>
                    </a:lnTo>
                    <a:lnTo>
                      <a:pt x="21" y="73"/>
                    </a:lnTo>
                    <a:lnTo>
                      <a:pt x="21" y="73"/>
                    </a:lnTo>
                    <a:lnTo>
                      <a:pt x="21" y="73"/>
                    </a:lnTo>
                    <a:lnTo>
                      <a:pt x="21" y="71"/>
                    </a:lnTo>
                    <a:lnTo>
                      <a:pt x="21" y="71"/>
                    </a:lnTo>
                    <a:lnTo>
                      <a:pt x="21" y="71"/>
                    </a:lnTo>
                    <a:lnTo>
                      <a:pt x="19" y="71"/>
                    </a:lnTo>
                    <a:lnTo>
                      <a:pt x="19" y="69"/>
                    </a:lnTo>
                    <a:lnTo>
                      <a:pt x="19" y="69"/>
                    </a:lnTo>
                    <a:lnTo>
                      <a:pt x="19" y="69"/>
                    </a:lnTo>
                    <a:lnTo>
                      <a:pt x="19" y="69"/>
                    </a:lnTo>
                    <a:lnTo>
                      <a:pt x="19" y="66"/>
                    </a:lnTo>
                    <a:lnTo>
                      <a:pt x="17" y="66"/>
                    </a:lnTo>
                    <a:lnTo>
                      <a:pt x="17" y="66"/>
                    </a:lnTo>
                    <a:lnTo>
                      <a:pt x="17" y="66"/>
                    </a:lnTo>
                    <a:lnTo>
                      <a:pt x="17" y="66"/>
                    </a:lnTo>
                    <a:lnTo>
                      <a:pt x="17" y="66"/>
                    </a:lnTo>
                    <a:lnTo>
                      <a:pt x="17" y="64"/>
                    </a:lnTo>
                    <a:lnTo>
                      <a:pt x="14" y="64"/>
                    </a:lnTo>
                    <a:lnTo>
                      <a:pt x="14" y="64"/>
                    </a:lnTo>
                    <a:lnTo>
                      <a:pt x="14" y="61"/>
                    </a:lnTo>
                    <a:lnTo>
                      <a:pt x="14" y="61"/>
                    </a:lnTo>
                    <a:lnTo>
                      <a:pt x="14" y="59"/>
                    </a:lnTo>
                    <a:lnTo>
                      <a:pt x="14" y="59"/>
                    </a:lnTo>
                    <a:lnTo>
                      <a:pt x="17" y="59"/>
                    </a:lnTo>
                    <a:lnTo>
                      <a:pt x="17" y="57"/>
                    </a:lnTo>
                    <a:lnTo>
                      <a:pt x="14" y="57"/>
                    </a:lnTo>
                    <a:lnTo>
                      <a:pt x="14" y="57"/>
                    </a:lnTo>
                    <a:lnTo>
                      <a:pt x="14" y="57"/>
                    </a:lnTo>
                    <a:lnTo>
                      <a:pt x="17" y="57"/>
                    </a:lnTo>
                    <a:lnTo>
                      <a:pt x="17" y="57"/>
                    </a:lnTo>
                    <a:lnTo>
                      <a:pt x="17" y="54"/>
                    </a:lnTo>
                    <a:lnTo>
                      <a:pt x="17" y="54"/>
                    </a:lnTo>
                    <a:lnTo>
                      <a:pt x="17" y="54"/>
                    </a:lnTo>
                    <a:lnTo>
                      <a:pt x="17" y="54"/>
                    </a:lnTo>
                    <a:lnTo>
                      <a:pt x="17" y="52"/>
                    </a:lnTo>
                    <a:lnTo>
                      <a:pt x="17" y="52"/>
                    </a:lnTo>
                    <a:lnTo>
                      <a:pt x="17" y="52"/>
                    </a:lnTo>
                    <a:lnTo>
                      <a:pt x="14" y="52"/>
                    </a:lnTo>
                    <a:lnTo>
                      <a:pt x="14" y="50"/>
                    </a:lnTo>
                    <a:lnTo>
                      <a:pt x="14" y="50"/>
                    </a:lnTo>
                    <a:lnTo>
                      <a:pt x="14" y="52"/>
                    </a:lnTo>
                    <a:lnTo>
                      <a:pt x="12" y="52"/>
                    </a:lnTo>
                    <a:lnTo>
                      <a:pt x="12" y="50"/>
                    </a:lnTo>
                    <a:lnTo>
                      <a:pt x="12" y="50"/>
                    </a:lnTo>
                    <a:lnTo>
                      <a:pt x="12" y="50"/>
                    </a:lnTo>
                    <a:lnTo>
                      <a:pt x="12" y="52"/>
                    </a:lnTo>
                    <a:lnTo>
                      <a:pt x="10" y="52"/>
                    </a:lnTo>
                    <a:lnTo>
                      <a:pt x="10" y="52"/>
                    </a:lnTo>
                    <a:lnTo>
                      <a:pt x="10" y="52"/>
                    </a:lnTo>
                    <a:lnTo>
                      <a:pt x="10" y="50"/>
                    </a:lnTo>
                    <a:lnTo>
                      <a:pt x="7" y="50"/>
                    </a:lnTo>
                    <a:lnTo>
                      <a:pt x="7" y="52"/>
                    </a:lnTo>
                    <a:lnTo>
                      <a:pt x="7" y="52"/>
                    </a:lnTo>
                    <a:lnTo>
                      <a:pt x="7" y="50"/>
                    </a:lnTo>
                    <a:lnTo>
                      <a:pt x="5" y="50"/>
                    </a:lnTo>
                    <a:lnTo>
                      <a:pt x="5" y="50"/>
                    </a:lnTo>
                    <a:lnTo>
                      <a:pt x="5" y="47"/>
                    </a:lnTo>
                    <a:lnTo>
                      <a:pt x="5" y="47"/>
                    </a:lnTo>
                    <a:lnTo>
                      <a:pt x="5" y="47"/>
                    </a:lnTo>
                    <a:lnTo>
                      <a:pt x="5" y="47"/>
                    </a:lnTo>
                    <a:lnTo>
                      <a:pt x="3" y="47"/>
                    </a:lnTo>
                    <a:lnTo>
                      <a:pt x="3" y="47"/>
                    </a:lnTo>
                    <a:lnTo>
                      <a:pt x="3" y="47"/>
                    </a:lnTo>
                    <a:lnTo>
                      <a:pt x="3" y="47"/>
                    </a:lnTo>
                    <a:lnTo>
                      <a:pt x="0" y="47"/>
                    </a:lnTo>
                    <a:lnTo>
                      <a:pt x="0" y="45"/>
                    </a:lnTo>
                    <a:lnTo>
                      <a:pt x="0" y="45"/>
                    </a:lnTo>
                    <a:lnTo>
                      <a:pt x="0" y="45"/>
                    </a:lnTo>
                    <a:lnTo>
                      <a:pt x="0" y="45"/>
                    </a:lnTo>
                    <a:lnTo>
                      <a:pt x="3" y="45"/>
                    </a:lnTo>
                    <a:lnTo>
                      <a:pt x="3" y="42"/>
                    </a:lnTo>
                    <a:lnTo>
                      <a:pt x="3" y="42"/>
                    </a:lnTo>
                    <a:lnTo>
                      <a:pt x="3" y="42"/>
                    </a:lnTo>
                    <a:lnTo>
                      <a:pt x="3" y="40"/>
                    </a:lnTo>
                    <a:lnTo>
                      <a:pt x="3" y="40"/>
                    </a:lnTo>
                    <a:lnTo>
                      <a:pt x="3" y="40"/>
                    </a:lnTo>
                    <a:lnTo>
                      <a:pt x="3" y="38"/>
                    </a:lnTo>
                    <a:lnTo>
                      <a:pt x="0" y="38"/>
                    </a:lnTo>
                    <a:lnTo>
                      <a:pt x="0" y="38"/>
                    </a:lnTo>
                    <a:lnTo>
                      <a:pt x="3" y="38"/>
                    </a:lnTo>
                    <a:lnTo>
                      <a:pt x="3" y="38"/>
                    </a:lnTo>
                    <a:lnTo>
                      <a:pt x="3" y="38"/>
                    </a:lnTo>
                    <a:lnTo>
                      <a:pt x="3" y="38"/>
                    </a:lnTo>
                    <a:lnTo>
                      <a:pt x="5" y="38"/>
                    </a:lnTo>
                    <a:lnTo>
                      <a:pt x="5" y="38"/>
                    </a:lnTo>
                    <a:lnTo>
                      <a:pt x="5" y="35"/>
                    </a:lnTo>
                    <a:lnTo>
                      <a:pt x="5" y="35"/>
                    </a:lnTo>
                    <a:lnTo>
                      <a:pt x="7" y="35"/>
                    </a:lnTo>
                    <a:lnTo>
                      <a:pt x="7" y="35"/>
                    </a:lnTo>
                    <a:lnTo>
                      <a:pt x="7" y="35"/>
                    </a:lnTo>
                    <a:lnTo>
                      <a:pt x="7" y="35"/>
                    </a:lnTo>
                    <a:lnTo>
                      <a:pt x="10" y="35"/>
                    </a:lnTo>
                    <a:lnTo>
                      <a:pt x="10" y="35"/>
                    </a:lnTo>
                    <a:lnTo>
                      <a:pt x="10" y="35"/>
                    </a:lnTo>
                    <a:lnTo>
                      <a:pt x="10" y="35"/>
                    </a:lnTo>
                    <a:lnTo>
                      <a:pt x="10" y="35"/>
                    </a:lnTo>
                    <a:lnTo>
                      <a:pt x="12" y="35"/>
                    </a:lnTo>
                    <a:lnTo>
                      <a:pt x="12" y="38"/>
                    </a:lnTo>
                    <a:lnTo>
                      <a:pt x="12" y="38"/>
                    </a:lnTo>
                    <a:lnTo>
                      <a:pt x="12" y="38"/>
                    </a:lnTo>
                    <a:lnTo>
                      <a:pt x="14" y="38"/>
                    </a:lnTo>
                    <a:lnTo>
                      <a:pt x="14" y="38"/>
                    </a:lnTo>
                    <a:lnTo>
                      <a:pt x="17" y="38"/>
                    </a:lnTo>
                    <a:lnTo>
                      <a:pt x="17" y="38"/>
                    </a:lnTo>
                    <a:lnTo>
                      <a:pt x="17" y="38"/>
                    </a:lnTo>
                    <a:lnTo>
                      <a:pt x="17" y="38"/>
                    </a:lnTo>
                    <a:lnTo>
                      <a:pt x="19" y="38"/>
                    </a:lnTo>
                    <a:lnTo>
                      <a:pt x="19" y="38"/>
                    </a:lnTo>
                    <a:lnTo>
                      <a:pt x="19" y="38"/>
                    </a:lnTo>
                    <a:lnTo>
                      <a:pt x="21" y="38"/>
                    </a:lnTo>
                    <a:lnTo>
                      <a:pt x="21" y="38"/>
                    </a:lnTo>
                    <a:lnTo>
                      <a:pt x="24" y="38"/>
                    </a:lnTo>
                    <a:lnTo>
                      <a:pt x="24" y="38"/>
                    </a:lnTo>
                    <a:lnTo>
                      <a:pt x="24" y="38"/>
                    </a:lnTo>
                    <a:lnTo>
                      <a:pt x="24" y="38"/>
                    </a:lnTo>
                    <a:lnTo>
                      <a:pt x="26" y="38"/>
                    </a:lnTo>
                    <a:lnTo>
                      <a:pt x="26" y="35"/>
                    </a:lnTo>
                    <a:lnTo>
                      <a:pt x="26" y="35"/>
                    </a:lnTo>
                    <a:lnTo>
                      <a:pt x="26" y="35"/>
                    </a:lnTo>
                    <a:lnTo>
                      <a:pt x="26" y="33"/>
                    </a:lnTo>
                    <a:lnTo>
                      <a:pt x="26" y="33"/>
                    </a:lnTo>
                    <a:lnTo>
                      <a:pt x="26" y="33"/>
                    </a:lnTo>
                    <a:lnTo>
                      <a:pt x="26" y="33"/>
                    </a:lnTo>
                    <a:lnTo>
                      <a:pt x="26" y="31"/>
                    </a:lnTo>
                    <a:lnTo>
                      <a:pt x="29" y="31"/>
                    </a:lnTo>
                    <a:lnTo>
                      <a:pt x="29" y="31"/>
                    </a:lnTo>
                    <a:lnTo>
                      <a:pt x="29" y="28"/>
                    </a:lnTo>
                    <a:lnTo>
                      <a:pt x="29" y="28"/>
                    </a:lnTo>
                    <a:lnTo>
                      <a:pt x="29" y="28"/>
                    </a:lnTo>
                    <a:lnTo>
                      <a:pt x="29" y="31"/>
                    </a:lnTo>
                    <a:lnTo>
                      <a:pt x="31" y="31"/>
                    </a:lnTo>
                    <a:lnTo>
                      <a:pt x="31" y="28"/>
                    </a:lnTo>
                    <a:lnTo>
                      <a:pt x="31" y="28"/>
                    </a:lnTo>
                    <a:lnTo>
                      <a:pt x="31" y="28"/>
                    </a:lnTo>
                    <a:lnTo>
                      <a:pt x="33" y="28"/>
                    </a:lnTo>
                    <a:lnTo>
                      <a:pt x="33" y="28"/>
                    </a:lnTo>
                    <a:lnTo>
                      <a:pt x="31" y="28"/>
                    </a:lnTo>
                    <a:lnTo>
                      <a:pt x="31" y="28"/>
                    </a:lnTo>
                    <a:lnTo>
                      <a:pt x="31" y="2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38"/>
              <p:cNvSpPr>
                <a:spLocks/>
              </p:cNvSpPr>
              <p:nvPr/>
            </p:nvSpPr>
            <p:spPr bwMode="auto">
              <a:xfrm>
                <a:off x="2277" y="1713"/>
                <a:ext cx="166" cy="111"/>
              </a:xfrm>
              <a:custGeom>
                <a:avLst/>
                <a:gdLst/>
                <a:ahLst/>
                <a:cxnLst>
                  <a:cxn ang="0">
                    <a:pos x="29" y="23"/>
                  </a:cxn>
                  <a:cxn ang="0">
                    <a:pos x="31" y="21"/>
                  </a:cxn>
                  <a:cxn ang="0">
                    <a:pos x="43" y="16"/>
                  </a:cxn>
                  <a:cxn ang="0">
                    <a:pos x="43" y="7"/>
                  </a:cxn>
                  <a:cxn ang="0">
                    <a:pos x="52" y="7"/>
                  </a:cxn>
                  <a:cxn ang="0">
                    <a:pos x="64" y="5"/>
                  </a:cxn>
                  <a:cxn ang="0">
                    <a:pos x="71" y="5"/>
                  </a:cxn>
                  <a:cxn ang="0">
                    <a:pos x="69" y="12"/>
                  </a:cxn>
                  <a:cxn ang="0">
                    <a:pos x="69" y="19"/>
                  </a:cxn>
                  <a:cxn ang="0">
                    <a:pos x="74" y="21"/>
                  </a:cxn>
                  <a:cxn ang="0">
                    <a:pos x="66" y="28"/>
                  </a:cxn>
                  <a:cxn ang="0">
                    <a:pos x="59" y="21"/>
                  </a:cxn>
                  <a:cxn ang="0">
                    <a:pos x="47" y="23"/>
                  </a:cxn>
                  <a:cxn ang="0">
                    <a:pos x="43" y="28"/>
                  </a:cxn>
                  <a:cxn ang="0">
                    <a:pos x="47" y="38"/>
                  </a:cxn>
                  <a:cxn ang="0">
                    <a:pos x="57" y="38"/>
                  </a:cxn>
                  <a:cxn ang="0">
                    <a:pos x="69" y="38"/>
                  </a:cxn>
                  <a:cxn ang="0">
                    <a:pos x="78" y="40"/>
                  </a:cxn>
                  <a:cxn ang="0">
                    <a:pos x="90" y="38"/>
                  </a:cxn>
                  <a:cxn ang="0">
                    <a:pos x="97" y="45"/>
                  </a:cxn>
                  <a:cxn ang="0">
                    <a:pos x="104" y="47"/>
                  </a:cxn>
                  <a:cxn ang="0">
                    <a:pos x="114" y="42"/>
                  </a:cxn>
                  <a:cxn ang="0">
                    <a:pos x="126" y="42"/>
                  </a:cxn>
                  <a:cxn ang="0">
                    <a:pos x="135" y="45"/>
                  </a:cxn>
                  <a:cxn ang="0">
                    <a:pos x="137" y="54"/>
                  </a:cxn>
                  <a:cxn ang="0">
                    <a:pos x="142" y="64"/>
                  </a:cxn>
                  <a:cxn ang="0">
                    <a:pos x="152" y="61"/>
                  </a:cxn>
                  <a:cxn ang="0">
                    <a:pos x="159" y="66"/>
                  </a:cxn>
                  <a:cxn ang="0">
                    <a:pos x="163" y="80"/>
                  </a:cxn>
                  <a:cxn ang="0">
                    <a:pos x="166" y="90"/>
                  </a:cxn>
                  <a:cxn ang="0">
                    <a:pos x="159" y="92"/>
                  </a:cxn>
                  <a:cxn ang="0">
                    <a:pos x="147" y="92"/>
                  </a:cxn>
                  <a:cxn ang="0">
                    <a:pos x="135" y="97"/>
                  </a:cxn>
                  <a:cxn ang="0">
                    <a:pos x="128" y="90"/>
                  </a:cxn>
                  <a:cxn ang="0">
                    <a:pos x="118" y="97"/>
                  </a:cxn>
                  <a:cxn ang="0">
                    <a:pos x="109" y="102"/>
                  </a:cxn>
                  <a:cxn ang="0">
                    <a:pos x="97" y="109"/>
                  </a:cxn>
                  <a:cxn ang="0">
                    <a:pos x="90" y="106"/>
                  </a:cxn>
                  <a:cxn ang="0">
                    <a:pos x="88" y="92"/>
                  </a:cxn>
                  <a:cxn ang="0">
                    <a:pos x="90" y="78"/>
                  </a:cxn>
                  <a:cxn ang="0">
                    <a:pos x="85" y="73"/>
                  </a:cxn>
                  <a:cxn ang="0">
                    <a:pos x="78" y="66"/>
                  </a:cxn>
                  <a:cxn ang="0">
                    <a:pos x="69" y="69"/>
                  </a:cxn>
                  <a:cxn ang="0">
                    <a:pos x="62" y="78"/>
                  </a:cxn>
                  <a:cxn ang="0">
                    <a:pos x="59" y="87"/>
                  </a:cxn>
                  <a:cxn ang="0">
                    <a:pos x="47" y="87"/>
                  </a:cxn>
                  <a:cxn ang="0">
                    <a:pos x="43" y="97"/>
                  </a:cxn>
                  <a:cxn ang="0">
                    <a:pos x="33" y="95"/>
                  </a:cxn>
                  <a:cxn ang="0">
                    <a:pos x="24" y="97"/>
                  </a:cxn>
                  <a:cxn ang="0">
                    <a:pos x="12" y="104"/>
                  </a:cxn>
                  <a:cxn ang="0">
                    <a:pos x="10" y="92"/>
                  </a:cxn>
                  <a:cxn ang="0">
                    <a:pos x="14" y="80"/>
                  </a:cxn>
                  <a:cxn ang="0">
                    <a:pos x="21" y="71"/>
                  </a:cxn>
                  <a:cxn ang="0">
                    <a:pos x="14" y="61"/>
                  </a:cxn>
                  <a:cxn ang="0">
                    <a:pos x="17" y="52"/>
                  </a:cxn>
                  <a:cxn ang="0">
                    <a:pos x="7" y="50"/>
                  </a:cxn>
                  <a:cxn ang="0">
                    <a:pos x="3" y="42"/>
                  </a:cxn>
                  <a:cxn ang="0">
                    <a:pos x="7" y="35"/>
                  </a:cxn>
                  <a:cxn ang="0">
                    <a:pos x="17" y="38"/>
                  </a:cxn>
                  <a:cxn ang="0">
                    <a:pos x="26" y="33"/>
                  </a:cxn>
                  <a:cxn ang="0">
                    <a:pos x="31" y="28"/>
                  </a:cxn>
                </a:cxnLst>
                <a:rect l="0" t="0" r="r" b="b"/>
                <a:pathLst>
                  <a:path w="166" h="111">
                    <a:moveTo>
                      <a:pt x="31" y="28"/>
                    </a:moveTo>
                    <a:lnTo>
                      <a:pt x="31" y="26"/>
                    </a:lnTo>
                    <a:lnTo>
                      <a:pt x="31" y="26"/>
                    </a:lnTo>
                    <a:lnTo>
                      <a:pt x="31" y="26"/>
                    </a:lnTo>
                    <a:lnTo>
                      <a:pt x="31" y="23"/>
                    </a:lnTo>
                    <a:lnTo>
                      <a:pt x="33" y="23"/>
                    </a:lnTo>
                    <a:lnTo>
                      <a:pt x="33" y="23"/>
                    </a:lnTo>
                    <a:lnTo>
                      <a:pt x="36" y="23"/>
                    </a:lnTo>
                    <a:lnTo>
                      <a:pt x="36" y="23"/>
                    </a:lnTo>
                    <a:lnTo>
                      <a:pt x="36" y="21"/>
                    </a:lnTo>
                    <a:lnTo>
                      <a:pt x="33" y="21"/>
                    </a:lnTo>
                    <a:lnTo>
                      <a:pt x="33" y="21"/>
                    </a:lnTo>
                    <a:lnTo>
                      <a:pt x="31" y="21"/>
                    </a:lnTo>
                    <a:lnTo>
                      <a:pt x="31" y="23"/>
                    </a:lnTo>
                    <a:lnTo>
                      <a:pt x="31" y="23"/>
                    </a:lnTo>
                    <a:lnTo>
                      <a:pt x="31" y="23"/>
                    </a:lnTo>
                    <a:lnTo>
                      <a:pt x="29" y="23"/>
                    </a:lnTo>
                    <a:lnTo>
                      <a:pt x="29" y="23"/>
                    </a:lnTo>
                    <a:lnTo>
                      <a:pt x="29" y="23"/>
                    </a:lnTo>
                    <a:lnTo>
                      <a:pt x="29" y="23"/>
                    </a:lnTo>
                    <a:lnTo>
                      <a:pt x="26" y="23"/>
                    </a:lnTo>
                    <a:lnTo>
                      <a:pt x="26" y="23"/>
                    </a:lnTo>
                    <a:lnTo>
                      <a:pt x="26" y="23"/>
                    </a:lnTo>
                    <a:lnTo>
                      <a:pt x="24" y="23"/>
                    </a:lnTo>
                    <a:lnTo>
                      <a:pt x="24" y="21"/>
                    </a:lnTo>
                    <a:lnTo>
                      <a:pt x="26" y="21"/>
                    </a:lnTo>
                    <a:lnTo>
                      <a:pt x="26" y="21"/>
                    </a:lnTo>
                    <a:lnTo>
                      <a:pt x="29" y="21"/>
                    </a:lnTo>
                    <a:lnTo>
                      <a:pt x="29" y="21"/>
                    </a:lnTo>
                    <a:lnTo>
                      <a:pt x="29" y="21"/>
                    </a:lnTo>
                    <a:lnTo>
                      <a:pt x="29" y="21"/>
                    </a:lnTo>
                    <a:lnTo>
                      <a:pt x="31" y="21"/>
                    </a:lnTo>
                    <a:lnTo>
                      <a:pt x="31" y="21"/>
                    </a:lnTo>
                    <a:lnTo>
                      <a:pt x="31" y="21"/>
                    </a:lnTo>
                    <a:lnTo>
                      <a:pt x="33" y="21"/>
                    </a:lnTo>
                    <a:lnTo>
                      <a:pt x="33" y="21"/>
                    </a:lnTo>
                    <a:lnTo>
                      <a:pt x="36" y="21"/>
                    </a:lnTo>
                    <a:lnTo>
                      <a:pt x="36" y="21"/>
                    </a:lnTo>
                    <a:lnTo>
                      <a:pt x="36" y="21"/>
                    </a:lnTo>
                    <a:lnTo>
                      <a:pt x="38" y="21"/>
                    </a:lnTo>
                    <a:lnTo>
                      <a:pt x="38" y="21"/>
                    </a:lnTo>
                    <a:lnTo>
                      <a:pt x="38" y="21"/>
                    </a:lnTo>
                    <a:lnTo>
                      <a:pt x="40" y="21"/>
                    </a:lnTo>
                    <a:lnTo>
                      <a:pt x="40" y="21"/>
                    </a:lnTo>
                    <a:lnTo>
                      <a:pt x="40" y="19"/>
                    </a:lnTo>
                    <a:lnTo>
                      <a:pt x="40" y="19"/>
                    </a:lnTo>
                    <a:lnTo>
                      <a:pt x="40" y="19"/>
                    </a:lnTo>
                    <a:lnTo>
                      <a:pt x="40" y="19"/>
                    </a:lnTo>
                    <a:lnTo>
                      <a:pt x="43" y="19"/>
                    </a:lnTo>
                    <a:lnTo>
                      <a:pt x="43" y="19"/>
                    </a:lnTo>
                    <a:lnTo>
                      <a:pt x="43" y="16"/>
                    </a:lnTo>
                    <a:lnTo>
                      <a:pt x="40" y="16"/>
                    </a:lnTo>
                    <a:lnTo>
                      <a:pt x="40" y="16"/>
                    </a:lnTo>
                    <a:lnTo>
                      <a:pt x="40" y="14"/>
                    </a:lnTo>
                    <a:lnTo>
                      <a:pt x="40" y="14"/>
                    </a:lnTo>
                    <a:lnTo>
                      <a:pt x="40" y="14"/>
                    </a:lnTo>
                    <a:lnTo>
                      <a:pt x="40" y="12"/>
                    </a:lnTo>
                    <a:lnTo>
                      <a:pt x="40" y="12"/>
                    </a:lnTo>
                    <a:lnTo>
                      <a:pt x="40" y="12"/>
                    </a:lnTo>
                    <a:lnTo>
                      <a:pt x="43" y="12"/>
                    </a:lnTo>
                    <a:lnTo>
                      <a:pt x="43" y="12"/>
                    </a:lnTo>
                    <a:lnTo>
                      <a:pt x="43" y="9"/>
                    </a:lnTo>
                    <a:lnTo>
                      <a:pt x="43" y="9"/>
                    </a:lnTo>
                    <a:lnTo>
                      <a:pt x="43" y="9"/>
                    </a:lnTo>
                    <a:lnTo>
                      <a:pt x="43" y="7"/>
                    </a:lnTo>
                    <a:lnTo>
                      <a:pt x="43" y="7"/>
                    </a:lnTo>
                    <a:lnTo>
                      <a:pt x="43" y="7"/>
                    </a:lnTo>
                    <a:lnTo>
                      <a:pt x="43" y="7"/>
                    </a:lnTo>
                    <a:lnTo>
                      <a:pt x="43" y="7"/>
                    </a:lnTo>
                    <a:lnTo>
                      <a:pt x="45" y="7"/>
                    </a:lnTo>
                    <a:lnTo>
                      <a:pt x="45" y="7"/>
                    </a:lnTo>
                    <a:lnTo>
                      <a:pt x="45" y="7"/>
                    </a:lnTo>
                    <a:lnTo>
                      <a:pt x="45" y="7"/>
                    </a:lnTo>
                    <a:lnTo>
                      <a:pt x="45" y="7"/>
                    </a:lnTo>
                    <a:lnTo>
                      <a:pt x="47" y="7"/>
                    </a:lnTo>
                    <a:lnTo>
                      <a:pt x="47" y="9"/>
                    </a:lnTo>
                    <a:lnTo>
                      <a:pt x="47" y="9"/>
                    </a:lnTo>
                    <a:lnTo>
                      <a:pt x="50" y="9"/>
                    </a:lnTo>
                    <a:lnTo>
                      <a:pt x="50" y="9"/>
                    </a:lnTo>
                    <a:lnTo>
                      <a:pt x="50" y="9"/>
                    </a:lnTo>
                    <a:lnTo>
                      <a:pt x="50" y="9"/>
                    </a:lnTo>
                    <a:lnTo>
                      <a:pt x="50" y="9"/>
                    </a:lnTo>
                    <a:lnTo>
                      <a:pt x="52" y="9"/>
                    </a:lnTo>
                    <a:lnTo>
                      <a:pt x="52" y="7"/>
                    </a:lnTo>
                    <a:lnTo>
                      <a:pt x="52" y="7"/>
                    </a:lnTo>
                    <a:lnTo>
                      <a:pt x="52" y="7"/>
                    </a:lnTo>
                    <a:lnTo>
                      <a:pt x="55" y="7"/>
                    </a:lnTo>
                    <a:lnTo>
                      <a:pt x="55" y="7"/>
                    </a:lnTo>
                    <a:lnTo>
                      <a:pt x="55" y="7"/>
                    </a:lnTo>
                    <a:lnTo>
                      <a:pt x="57" y="7"/>
                    </a:lnTo>
                    <a:lnTo>
                      <a:pt x="57" y="7"/>
                    </a:lnTo>
                    <a:lnTo>
                      <a:pt x="57" y="7"/>
                    </a:lnTo>
                    <a:lnTo>
                      <a:pt x="57" y="7"/>
                    </a:lnTo>
                    <a:lnTo>
                      <a:pt x="59" y="7"/>
                    </a:lnTo>
                    <a:lnTo>
                      <a:pt x="59" y="5"/>
                    </a:lnTo>
                    <a:lnTo>
                      <a:pt x="59" y="5"/>
                    </a:lnTo>
                    <a:lnTo>
                      <a:pt x="59" y="5"/>
                    </a:lnTo>
                    <a:lnTo>
                      <a:pt x="62" y="5"/>
                    </a:lnTo>
                    <a:lnTo>
                      <a:pt x="62" y="5"/>
                    </a:lnTo>
                    <a:lnTo>
                      <a:pt x="62" y="5"/>
                    </a:lnTo>
                    <a:lnTo>
                      <a:pt x="64" y="5"/>
                    </a:lnTo>
                    <a:lnTo>
                      <a:pt x="64" y="5"/>
                    </a:lnTo>
                    <a:lnTo>
                      <a:pt x="64" y="2"/>
                    </a:lnTo>
                    <a:lnTo>
                      <a:pt x="64" y="2"/>
                    </a:lnTo>
                    <a:lnTo>
                      <a:pt x="64" y="2"/>
                    </a:lnTo>
                    <a:lnTo>
                      <a:pt x="64" y="0"/>
                    </a:lnTo>
                    <a:lnTo>
                      <a:pt x="64" y="0"/>
                    </a:lnTo>
                    <a:lnTo>
                      <a:pt x="66" y="0"/>
                    </a:lnTo>
                    <a:lnTo>
                      <a:pt x="66" y="0"/>
                    </a:lnTo>
                    <a:lnTo>
                      <a:pt x="66" y="0"/>
                    </a:lnTo>
                    <a:lnTo>
                      <a:pt x="69" y="0"/>
                    </a:lnTo>
                    <a:lnTo>
                      <a:pt x="69" y="2"/>
                    </a:lnTo>
                    <a:lnTo>
                      <a:pt x="69" y="2"/>
                    </a:lnTo>
                    <a:lnTo>
                      <a:pt x="69" y="2"/>
                    </a:lnTo>
                    <a:lnTo>
                      <a:pt x="69" y="2"/>
                    </a:lnTo>
                    <a:lnTo>
                      <a:pt x="69" y="5"/>
                    </a:lnTo>
                    <a:lnTo>
                      <a:pt x="71" y="5"/>
                    </a:lnTo>
                    <a:lnTo>
                      <a:pt x="71" y="5"/>
                    </a:lnTo>
                    <a:lnTo>
                      <a:pt x="71" y="5"/>
                    </a:lnTo>
                    <a:lnTo>
                      <a:pt x="71" y="7"/>
                    </a:lnTo>
                    <a:lnTo>
                      <a:pt x="71" y="7"/>
                    </a:lnTo>
                    <a:lnTo>
                      <a:pt x="71" y="7"/>
                    </a:lnTo>
                    <a:lnTo>
                      <a:pt x="71" y="7"/>
                    </a:lnTo>
                    <a:lnTo>
                      <a:pt x="71" y="7"/>
                    </a:lnTo>
                    <a:lnTo>
                      <a:pt x="74" y="7"/>
                    </a:lnTo>
                    <a:lnTo>
                      <a:pt x="74" y="7"/>
                    </a:lnTo>
                    <a:lnTo>
                      <a:pt x="71" y="7"/>
                    </a:lnTo>
                    <a:lnTo>
                      <a:pt x="71" y="9"/>
                    </a:lnTo>
                    <a:lnTo>
                      <a:pt x="71" y="9"/>
                    </a:lnTo>
                    <a:lnTo>
                      <a:pt x="71" y="9"/>
                    </a:lnTo>
                    <a:lnTo>
                      <a:pt x="71" y="9"/>
                    </a:lnTo>
                    <a:lnTo>
                      <a:pt x="69" y="9"/>
                    </a:lnTo>
                    <a:lnTo>
                      <a:pt x="69" y="12"/>
                    </a:lnTo>
                    <a:lnTo>
                      <a:pt x="69" y="12"/>
                    </a:lnTo>
                    <a:lnTo>
                      <a:pt x="69" y="12"/>
                    </a:lnTo>
                    <a:lnTo>
                      <a:pt x="69" y="12"/>
                    </a:lnTo>
                    <a:lnTo>
                      <a:pt x="66" y="12"/>
                    </a:lnTo>
                    <a:lnTo>
                      <a:pt x="66" y="14"/>
                    </a:lnTo>
                    <a:lnTo>
                      <a:pt x="66" y="14"/>
                    </a:lnTo>
                    <a:lnTo>
                      <a:pt x="64" y="14"/>
                    </a:lnTo>
                    <a:lnTo>
                      <a:pt x="64" y="14"/>
                    </a:lnTo>
                    <a:lnTo>
                      <a:pt x="64" y="14"/>
                    </a:lnTo>
                    <a:lnTo>
                      <a:pt x="64" y="14"/>
                    </a:lnTo>
                    <a:lnTo>
                      <a:pt x="64" y="16"/>
                    </a:lnTo>
                    <a:lnTo>
                      <a:pt x="64" y="16"/>
                    </a:lnTo>
                    <a:lnTo>
                      <a:pt x="64" y="16"/>
                    </a:lnTo>
                    <a:lnTo>
                      <a:pt x="64" y="16"/>
                    </a:lnTo>
                    <a:lnTo>
                      <a:pt x="66" y="16"/>
                    </a:lnTo>
                    <a:lnTo>
                      <a:pt x="66" y="16"/>
                    </a:lnTo>
                    <a:lnTo>
                      <a:pt x="69" y="16"/>
                    </a:lnTo>
                    <a:lnTo>
                      <a:pt x="69" y="19"/>
                    </a:lnTo>
                    <a:lnTo>
                      <a:pt x="69" y="19"/>
                    </a:lnTo>
                    <a:lnTo>
                      <a:pt x="69" y="19"/>
                    </a:lnTo>
                    <a:lnTo>
                      <a:pt x="69" y="19"/>
                    </a:lnTo>
                    <a:lnTo>
                      <a:pt x="69" y="21"/>
                    </a:lnTo>
                    <a:lnTo>
                      <a:pt x="69" y="21"/>
                    </a:lnTo>
                    <a:lnTo>
                      <a:pt x="69" y="21"/>
                    </a:lnTo>
                    <a:lnTo>
                      <a:pt x="71" y="21"/>
                    </a:lnTo>
                    <a:lnTo>
                      <a:pt x="71" y="21"/>
                    </a:lnTo>
                    <a:lnTo>
                      <a:pt x="71" y="21"/>
                    </a:lnTo>
                    <a:lnTo>
                      <a:pt x="74" y="21"/>
                    </a:lnTo>
                    <a:lnTo>
                      <a:pt x="74" y="21"/>
                    </a:lnTo>
                    <a:lnTo>
                      <a:pt x="74" y="21"/>
                    </a:lnTo>
                    <a:lnTo>
                      <a:pt x="76" y="21"/>
                    </a:lnTo>
                    <a:lnTo>
                      <a:pt x="76" y="21"/>
                    </a:lnTo>
                    <a:lnTo>
                      <a:pt x="76" y="21"/>
                    </a:lnTo>
                    <a:lnTo>
                      <a:pt x="76" y="21"/>
                    </a:lnTo>
                    <a:lnTo>
                      <a:pt x="76" y="21"/>
                    </a:lnTo>
                    <a:lnTo>
                      <a:pt x="76" y="21"/>
                    </a:lnTo>
                    <a:lnTo>
                      <a:pt x="74" y="21"/>
                    </a:lnTo>
                    <a:lnTo>
                      <a:pt x="74" y="23"/>
                    </a:lnTo>
                    <a:lnTo>
                      <a:pt x="74" y="23"/>
                    </a:lnTo>
                    <a:lnTo>
                      <a:pt x="74" y="23"/>
                    </a:lnTo>
                    <a:lnTo>
                      <a:pt x="71" y="23"/>
                    </a:lnTo>
                    <a:lnTo>
                      <a:pt x="71" y="23"/>
                    </a:lnTo>
                    <a:lnTo>
                      <a:pt x="71" y="23"/>
                    </a:lnTo>
                    <a:lnTo>
                      <a:pt x="71" y="26"/>
                    </a:lnTo>
                    <a:lnTo>
                      <a:pt x="71" y="26"/>
                    </a:lnTo>
                    <a:lnTo>
                      <a:pt x="69" y="26"/>
                    </a:lnTo>
                    <a:lnTo>
                      <a:pt x="69" y="28"/>
                    </a:lnTo>
                    <a:lnTo>
                      <a:pt x="69" y="28"/>
                    </a:lnTo>
                    <a:lnTo>
                      <a:pt x="69" y="28"/>
                    </a:lnTo>
                    <a:lnTo>
                      <a:pt x="69" y="28"/>
                    </a:lnTo>
                    <a:lnTo>
                      <a:pt x="66" y="28"/>
                    </a:lnTo>
                    <a:lnTo>
                      <a:pt x="66" y="28"/>
                    </a:lnTo>
                    <a:lnTo>
                      <a:pt x="66" y="28"/>
                    </a:lnTo>
                    <a:lnTo>
                      <a:pt x="66" y="28"/>
                    </a:lnTo>
                    <a:lnTo>
                      <a:pt x="66" y="26"/>
                    </a:lnTo>
                    <a:lnTo>
                      <a:pt x="69" y="26"/>
                    </a:lnTo>
                    <a:lnTo>
                      <a:pt x="69" y="26"/>
                    </a:lnTo>
                    <a:lnTo>
                      <a:pt x="66" y="26"/>
                    </a:lnTo>
                    <a:lnTo>
                      <a:pt x="66" y="26"/>
                    </a:lnTo>
                    <a:lnTo>
                      <a:pt x="64" y="26"/>
                    </a:lnTo>
                    <a:lnTo>
                      <a:pt x="64" y="23"/>
                    </a:lnTo>
                    <a:lnTo>
                      <a:pt x="64" y="23"/>
                    </a:lnTo>
                    <a:lnTo>
                      <a:pt x="64" y="23"/>
                    </a:lnTo>
                    <a:lnTo>
                      <a:pt x="64" y="23"/>
                    </a:lnTo>
                    <a:lnTo>
                      <a:pt x="62" y="23"/>
                    </a:lnTo>
                    <a:lnTo>
                      <a:pt x="62" y="23"/>
                    </a:lnTo>
                    <a:lnTo>
                      <a:pt x="59" y="23"/>
                    </a:lnTo>
                    <a:lnTo>
                      <a:pt x="59" y="23"/>
                    </a:lnTo>
                    <a:lnTo>
                      <a:pt x="59" y="21"/>
                    </a:lnTo>
                    <a:lnTo>
                      <a:pt x="59" y="21"/>
                    </a:lnTo>
                    <a:lnTo>
                      <a:pt x="59" y="21"/>
                    </a:lnTo>
                    <a:lnTo>
                      <a:pt x="57" y="21"/>
                    </a:lnTo>
                    <a:lnTo>
                      <a:pt x="57" y="21"/>
                    </a:lnTo>
                    <a:lnTo>
                      <a:pt x="57" y="19"/>
                    </a:lnTo>
                    <a:lnTo>
                      <a:pt x="57" y="19"/>
                    </a:lnTo>
                    <a:lnTo>
                      <a:pt x="57" y="21"/>
                    </a:lnTo>
                    <a:lnTo>
                      <a:pt x="55" y="21"/>
                    </a:lnTo>
                    <a:lnTo>
                      <a:pt x="55" y="21"/>
                    </a:lnTo>
                    <a:lnTo>
                      <a:pt x="55" y="21"/>
                    </a:lnTo>
                    <a:lnTo>
                      <a:pt x="52" y="21"/>
                    </a:lnTo>
                    <a:lnTo>
                      <a:pt x="52" y="21"/>
                    </a:lnTo>
                    <a:lnTo>
                      <a:pt x="52" y="21"/>
                    </a:lnTo>
                    <a:lnTo>
                      <a:pt x="50" y="21"/>
                    </a:lnTo>
                    <a:lnTo>
                      <a:pt x="50" y="23"/>
                    </a:lnTo>
                    <a:lnTo>
                      <a:pt x="50" y="23"/>
                    </a:lnTo>
                    <a:lnTo>
                      <a:pt x="50" y="23"/>
                    </a:lnTo>
                    <a:lnTo>
                      <a:pt x="47" y="23"/>
                    </a:lnTo>
                    <a:lnTo>
                      <a:pt x="47" y="23"/>
                    </a:lnTo>
                    <a:lnTo>
                      <a:pt x="47" y="23"/>
                    </a:lnTo>
                    <a:lnTo>
                      <a:pt x="45" y="23"/>
                    </a:lnTo>
                    <a:lnTo>
                      <a:pt x="45" y="23"/>
                    </a:lnTo>
                    <a:lnTo>
                      <a:pt x="45" y="26"/>
                    </a:lnTo>
                    <a:lnTo>
                      <a:pt x="45" y="26"/>
                    </a:lnTo>
                    <a:lnTo>
                      <a:pt x="45" y="26"/>
                    </a:lnTo>
                    <a:lnTo>
                      <a:pt x="45" y="28"/>
                    </a:lnTo>
                    <a:lnTo>
                      <a:pt x="45" y="28"/>
                    </a:lnTo>
                    <a:lnTo>
                      <a:pt x="45" y="28"/>
                    </a:lnTo>
                    <a:lnTo>
                      <a:pt x="45" y="28"/>
                    </a:lnTo>
                    <a:lnTo>
                      <a:pt x="43" y="28"/>
                    </a:lnTo>
                    <a:lnTo>
                      <a:pt x="43" y="28"/>
                    </a:lnTo>
                    <a:lnTo>
                      <a:pt x="43" y="28"/>
                    </a:lnTo>
                    <a:lnTo>
                      <a:pt x="43" y="26"/>
                    </a:lnTo>
                    <a:lnTo>
                      <a:pt x="43" y="26"/>
                    </a:lnTo>
                    <a:lnTo>
                      <a:pt x="43" y="28"/>
                    </a:lnTo>
                    <a:lnTo>
                      <a:pt x="43" y="28"/>
                    </a:lnTo>
                    <a:lnTo>
                      <a:pt x="43" y="28"/>
                    </a:lnTo>
                    <a:lnTo>
                      <a:pt x="40" y="28"/>
                    </a:lnTo>
                    <a:lnTo>
                      <a:pt x="40" y="31"/>
                    </a:lnTo>
                    <a:lnTo>
                      <a:pt x="40" y="31"/>
                    </a:lnTo>
                    <a:lnTo>
                      <a:pt x="40" y="33"/>
                    </a:lnTo>
                    <a:lnTo>
                      <a:pt x="40" y="33"/>
                    </a:lnTo>
                    <a:lnTo>
                      <a:pt x="43" y="33"/>
                    </a:lnTo>
                    <a:lnTo>
                      <a:pt x="43" y="35"/>
                    </a:lnTo>
                    <a:lnTo>
                      <a:pt x="43" y="35"/>
                    </a:lnTo>
                    <a:lnTo>
                      <a:pt x="43" y="38"/>
                    </a:lnTo>
                    <a:lnTo>
                      <a:pt x="43" y="38"/>
                    </a:lnTo>
                    <a:lnTo>
                      <a:pt x="43" y="38"/>
                    </a:lnTo>
                    <a:lnTo>
                      <a:pt x="43" y="38"/>
                    </a:lnTo>
                    <a:lnTo>
                      <a:pt x="45" y="38"/>
                    </a:lnTo>
                    <a:lnTo>
                      <a:pt x="45" y="38"/>
                    </a:lnTo>
                    <a:lnTo>
                      <a:pt x="45" y="38"/>
                    </a:lnTo>
                    <a:lnTo>
                      <a:pt x="47" y="38"/>
                    </a:lnTo>
                    <a:lnTo>
                      <a:pt x="47" y="38"/>
                    </a:lnTo>
                    <a:lnTo>
                      <a:pt x="47" y="38"/>
                    </a:lnTo>
                    <a:lnTo>
                      <a:pt x="50" y="38"/>
                    </a:lnTo>
                    <a:lnTo>
                      <a:pt x="50" y="38"/>
                    </a:lnTo>
                    <a:lnTo>
                      <a:pt x="50" y="38"/>
                    </a:lnTo>
                    <a:lnTo>
                      <a:pt x="52" y="38"/>
                    </a:lnTo>
                    <a:lnTo>
                      <a:pt x="52" y="38"/>
                    </a:lnTo>
                    <a:lnTo>
                      <a:pt x="52" y="38"/>
                    </a:lnTo>
                    <a:lnTo>
                      <a:pt x="52" y="38"/>
                    </a:lnTo>
                    <a:lnTo>
                      <a:pt x="55" y="38"/>
                    </a:lnTo>
                    <a:lnTo>
                      <a:pt x="55" y="38"/>
                    </a:lnTo>
                    <a:lnTo>
                      <a:pt x="55" y="38"/>
                    </a:lnTo>
                    <a:lnTo>
                      <a:pt x="55" y="38"/>
                    </a:lnTo>
                    <a:lnTo>
                      <a:pt x="57" y="38"/>
                    </a:lnTo>
                    <a:lnTo>
                      <a:pt x="57" y="38"/>
                    </a:lnTo>
                    <a:lnTo>
                      <a:pt x="57" y="38"/>
                    </a:lnTo>
                    <a:lnTo>
                      <a:pt x="57" y="38"/>
                    </a:lnTo>
                    <a:lnTo>
                      <a:pt x="59" y="38"/>
                    </a:lnTo>
                    <a:lnTo>
                      <a:pt x="59" y="38"/>
                    </a:lnTo>
                    <a:lnTo>
                      <a:pt x="59" y="38"/>
                    </a:lnTo>
                    <a:lnTo>
                      <a:pt x="62" y="38"/>
                    </a:lnTo>
                    <a:lnTo>
                      <a:pt x="62" y="38"/>
                    </a:lnTo>
                    <a:lnTo>
                      <a:pt x="62" y="38"/>
                    </a:lnTo>
                    <a:lnTo>
                      <a:pt x="64" y="38"/>
                    </a:lnTo>
                    <a:lnTo>
                      <a:pt x="64" y="38"/>
                    </a:lnTo>
                    <a:lnTo>
                      <a:pt x="64" y="38"/>
                    </a:lnTo>
                    <a:lnTo>
                      <a:pt x="64" y="38"/>
                    </a:lnTo>
                    <a:lnTo>
                      <a:pt x="66" y="38"/>
                    </a:lnTo>
                    <a:lnTo>
                      <a:pt x="66" y="38"/>
                    </a:lnTo>
                    <a:lnTo>
                      <a:pt x="66" y="35"/>
                    </a:lnTo>
                    <a:lnTo>
                      <a:pt x="69" y="35"/>
                    </a:lnTo>
                    <a:lnTo>
                      <a:pt x="69" y="38"/>
                    </a:lnTo>
                    <a:lnTo>
                      <a:pt x="69" y="38"/>
                    </a:lnTo>
                    <a:lnTo>
                      <a:pt x="69" y="38"/>
                    </a:lnTo>
                    <a:lnTo>
                      <a:pt x="71" y="38"/>
                    </a:lnTo>
                    <a:lnTo>
                      <a:pt x="71" y="38"/>
                    </a:lnTo>
                    <a:lnTo>
                      <a:pt x="71" y="38"/>
                    </a:lnTo>
                    <a:lnTo>
                      <a:pt x="71" y="38"/>
                    </a:lnTo>
                    <a:lnTo>
                      <a:pt x="71" y="38"/>
                    </a:lnTo>
                    <a:lnTo>
                      <a:pt x="71" y="40"/>
                    </a:lnTo>
                    <a:lnTo>
                      <a:pt x="71" y="40"/>
                    </a:lnTo>
                    <a:lnTo>
                      <a:pt x="71" y="42"/>
                    </a:lnTo>
                    <a:lnTo>
                      <a:pt x="74" y="42"/>
                    </a:lnTo>
                    <a:lnTo>
                      <a:pt x="74" y="42"/>
                    </a:lnTo>
                    <a:lnTo>
                      <a:pt x="76" y="42"/>
                    </a:lnTo>
                    <a:lnTo>
                      <a:pt x="76" y="42"/>
                    </a:lnTo>
                    <a:lnTo>
                      <a:pt x="76" y="42"/>
                    </a:lnTo>
                    <a:lnTo>
                      <a:pt x="76" y="40"/>
                    </a:lnTo>
                    <a:lnTo>
                      <a:pt x="78" y="40"/>
                    </a:lnTo>
                    <a:lnTo>
                      <a:pt x="78" y="40"/>
                    </a:lnTo>
                    <a:lnTo>
                      <a:pt x="78" y="40"/>
                    </a:lnTo>
                    <a:lnTo>
                      <a:pt x="78" y="40"/>
                    </a:lnTo>
                    <a:lnTo>
                      <a:pt x="78" y="38"/>
                    </a:lnTo>
                    <a:lnTo>
                      <a:pt x="81" y="38"/>
                    </a:lnTo>
                    <a:lnTo>
                      <a:pt x="81" y="38"/>
                    </a:lnTo>
                    <a:lnTo>
                      <a:pt x="83" y="38"/>
                    </a:lnTo>
                    <a:lnTo>
                      <a:pt x="83" y="38"/>
                    </a:lnTo>
                    <a:lnTo>
                      <a:pt x="83" y="38"/>
                    </a:lnTo>
                    <a:lnTo>
                      <a:pt x="83" y="38"/>
                    </a:lnTo>
                    <a:lnTo>
                      <a:pt x="85" y="38"/>
                    </a:lnTo>
                    <a:lnTo>
                      <a:pt x="85" y="38"/>
                    </a:lnTo>
                    <a:lnTo>
                      <a:pt x="85" y="38"/>
                    </a:lnTo>
                    <a:lnTo>
                      <a:pt x="85" y="38"/>
                    </a:lnTo>
                    <a:lnTo>
                      <a:pt x="88" y="38"/>
                    </a:lnTo>
                    <a:lnTo>
                      <a:pt x="88" y="38"/>
                    </a:lnTo>
                    <a:lnTo>
                      <a:pt x="90" y="38"/>
                    </a:lnTo>
                    <a:lnTo>
                      <a:pt x="90" y="38"/>
                    </a:lnTo>
                    <a:lnTo>
                      <a:pt x="90" y="38"/>
                    </a:lnTo>
                    <a:lnTo>
                      <a:pt x="90" y="40"/>
                    </a:lnTo>
                    <a:lnTo>
                      <a:pt x="90" y="40"/>
                    </a:lnTo>
                    <a:lnTo>
                      <a:pt x="90" y="40"/>
                    </a:lnTo>
                    <a:lnTo>
                      <a:pt x="92" y="40"/>
                    </a:lnTo>
                    <a:lnTo>
                      <a:pt x="92" y="40"/>
                    </a:lnTo>
                    <a:lnTo>
                      <a:pt x="92" y="40"/>
                    </a:lnTo>
                    <a:lnTo>
                      <a:pt x="95" y="40"/>
                    </a:lnTo>
                    <a:lnTo>
                      <a:pt x="95" y="40"/>
                    </a:lnTo>
                    <a:lnTo>
                      <a:pt x="95" y="42"/>
                    </a:lnTo>
                    <a:lnTo>
                      <a:pt x="92" y="42"/>
                    </a:lnTo>
                    <a:lnTo>
                      <a:pt x="92" y="42"/>
                    </a:lnTo>
                    <a:lnTo>
                      <a:pt x="92" y="45"/>
                    </a:lnTo>
                    <a:lnTo>
                      <a:pt x="95" y="45"/>
                    </a:lnTo>
                    <a:lnTo>
                      <a:pt x="95" y="45"/>
                    </a:lnTo>
                    <a:lnTo>
                      <a:pt x="95" y="45"/>
                    </a:lnTo>
                    <a:lnTo>
                      <a:pt x="95" y="45"/>
                    </a:lnTo>
                    <a:lnTo>
                      <a:pt x="97" y="45"/>
                    </a:lnTo>
                    <a:lnTo>
                      <a:pt x="97" y="45"/>
                    </a:lnTo>
                    <a:lnTo>
                      <a:pt x="97" y="45"/>
                    </a:lnTo>
                    <a:lnTo>
                      <a:pt x="97" y="42"/>
                    </a:lnTo>
                    <a:lnTo>
                      <a:pt x="100" y="42"/>
                    </a:lnTo>
                    <a:lnTo>
                      <a:pt x="100" y="42"/>
                    </a:lnTo>
                    <a:lnTo>
                      <a:pt x="100" y="42"/>
                    </a:lnTo>
                    <a:lnTo>
                      <a:pt x="100" y="42"/>
                    </a:lnTo>
                    <a:lnTo>
                      <a:pt x="102" y="42"/>
                    </a:lnTo>
                    <a:lnTo>
                      <a:pt x="102" y="45"/>
                    </a:lnTo>
                    <a:lnTo>
                      <a:pt x="102" y="45"/>
                    </a:lnTo>
                    <a:lnTo>
                      <a:pt x="102" y="45"/>
                    </a:lnTo>
                    <a:lnTo>
                      <a:pt x="102" y="45"/>
                    </a:lnTo>
                    <a:lnTo>
                      <a:pt x="104" y="45"/>
                    </a:lnTo>
                    <a:lnTo>
                      <a:pt x="104" y="47"/>
                    </a:lnTo>
                    <a:lnTo>
                      <a:pt x="104" y="47"/>
                    </a:lnTo>
                    <a:lnTo>
                      <a:pt x="104" y="47"/>
                    </a:lnTo>
                    <a:lnTo>
                      <a:pt x="104" y="47"/>
                    </a:lnTo>
                    <a:lnTo>
                      <a:pt x="104" y="47"/>
                    </a:lnTo>
                    <a:lnTo>
                      <a:pt x="104" y="45"/>
                    </a:lnTo>
                    <a:lnTo>
                      <a:pt x="104" y="45"/>
                    </a:lnTo>
                    <a:lnTo>
                      <a:pt x="107" y="45"/>
                    </a:lnTo>
                    <a:lnTo>
                      <a:pt x="107" y="42"/>
                    </a:lnTo>
                    <a:lnTo>
                      <a:pt x="107" y="42"/>
                    </a:lnTo>
                    <a:lnTo>
                      <a:pt x="109" y="42"/>
                    </a:lnTo>
                    <a:lnTo>
                      <a:pt x="109" y="42"/>
                    </a:lnTo>
                    <a:lnTo>
                      <a:pt x="109" y="42"/>
                    </a:lnTo>
                    <a:lnTo>
                      <a:pt x="109" y="42"/>
                    </a:lnTo>
                    <a:lnTo>
                      <a:pt x="111" y="42"/>
                    </a:lnTo>
                    <a:lnTo>
                      <a:pt x="111" y="42"/>
                    </a:lnTo>
                    <a:lnTo>
                      <a:pt x="111" y="42"/>
                    </a:lnTo>
                    <a:lnTo>
                      <a:pt x="111" y="42"/>
                    </a:lnTo>
                    <a:lnTo>
                      <a:pt x="111" y="42"/>
                    </a:lnTo>
                    <a:lnTo>
                      <a:pt x="114" y="42"/>
                    </a:lnTo>
                    <a:lnTo>
                      <a:pt x="114" y="42"/>
                    </a:lnTo>
                    <a:lnTo>
                      <a:pt x="116" y="42"/>
                    </a:lnTo>
                    <a:lnTo>
                      <a:pt x="116" y="42"/>
                    </a:lnTo>
                    <a:lnTo>
                      <a:pt x="116" y="42"/>
                    </a:lnTo>
                    <a:lnTo>
                      <a:pt x="116" y="42"/>
                    </a:lnTo>
                    <a:lnTo>
                      <a:pt x="118" y="42"/>
                    </a:lnTo>
                    <a:lnTo>
                      <a:pt x="118" y="45"/>
                    </a:lnTo>
                    <a:lnTo>
                      <a:pt x="118" y="45"/>
                    </a:lnTo>
                    <a:lnTo>
                      <a:pt x="118" y="42"/>
                    </a:lnTo>
                    <a:lnTo>
                      <a:pt x="118" y="42"/>
                    </a:lnTo>
                    <a:lnTo>
                      <a:pt x="121" y="42"/>
                    </a:lnTo>
                    <a:lnTo>
                      <a:pt x="121" y="42"/>
                    </a:lnTo>
                    <a:lnTo>
                      <a:pt x="123" y="42"/>
                    </a:lnTo>
                    <a:lnTo>
                      <a:pt x="123" y="42"/>
                    </a:lnTo>
                    <a:lnTo>
                      <a:pt x="123" y="42"/>
                    </a:lnTo>
                    <a:lnTo>
                      <a:pt x="123" y="42"/>
                    </a:lnTo>
                    <a:lnTo>
                      <a:pt x="126" y="42"/>
                    </a:lnTo>
                    <a:lnTo>
                      <a:pt x="126" y="42"/>
                    </a:lnTo>
                    <a:lnTo>
                      <a:pt x="126" y="42"/>
                    </a:lnTo>
                    <a:lnTo>
                      <a:pt x="128" y="42"/>
                    </a:lnTo>
                    <a:lnTo>
                      <a:pt x="128" y="40"/>
                    </a:lnTo>
                    <a:lnTo>
                      <a:pt x="128" y="40"/>
                    </a:lnTo>
                    <a:lnTo>
                      <a:pt x="128" y="40"/>
                    </a:lnTo>
                    <a:lnTo>
                      <a:pt x="130" y="40"/>
                    </a:lnTo>
                    <a:lnTo>
                      <a:pt x="130" y="40"/>
                    </a:lnTo>
                    <a:lnTo>
                      <a:pt x="130" y="40"/>
                    </a:lnTo>
                    <a:lnTo>
                      <a:pt x="133" y="40"/>
                    </a:lnTo>
                    <a:lnTo>
                      <a:pt x="133" y="40"/>
                    </a:lnTo>
                    <a:lnTo>
                      <a:pt x="135" y="40"/>
                    </a:lnTo>
                    <a:lnTo>
                      <a:pt x="135" y="40"/>
                    </a:lnTo>
                    <a:lnTo>
                      <a:pt x="135" y="40"/>
                    </a:lnTo>
                    <a:lnTo>
                      <a:pt x="135" y="42"/>
                    </a:lnTo>
                    <a:lnTo>
                      <a:pt x="135" y="42"/>
                    </a:lnTo>
                    <a:lnTo>
                      <a:pt x="135" y="42"/>
                    </a:lnTo>
                    <a:lnTo>
                      <a:pt x="135" y="45"/>
                    </a:lnTo>
                    <a:lnTo>
                      <a:pt x="133" y="45"/>
                    </a:lnTo>
                    <a:lnTo>
                      <a:pt x="133" y="45"/>
                    </a:lnTo>
                    <a:lnTo>
                      <a:pt x="135" y="45"/>
                    </a:lnTo>
                    <a:lnTo>
                      <a:pt x="135" y="47"/>
                    </a:lnTo>
                    <a:lnTo>
                      <a:pt x="135" y="47"/>
                    </a:lnTo>
                    <a:lnTo>
                      <a:pt x="135" y="47"/>
                    </a:lnTo>
                    <a:lnTo>
                      <a:pt x="135" y="47"/>
                    </a:lnTo>
                    <a:lnTo>
                      <a:pt x="135" y="47"/>
                    </a:lnTo>
                    <a:lnTo>
                      <a:pt x="135" y="50"/>
                    </a:lnTo>
                    <a:lnTo>
                      <a:pt x="135" y="50"/>
                    </a:lnTo>
                    <a:lnTo>
                      <a:pt x="137" y="50"/>
                    </a:lnTo>
                    <a:lnTo>
                      <a:pt x="137" y="50"/>
                    </a:lnTo>
                    <a:lnTo>
                      <a:pt x="137" y="50"/>
                    </a:lnTo>
                    <a:lnTo>
                      <a:pt x="137" y="52"/>
                    </a:lnTo>
                    <a:lnTo>
                      <a:pt x="137" y="52"/>
                    </a:lnTo>
                    <a:lnTo>
                      <a:pt x="137" y="54"/>
                    </a:lnTo>
                    <a:lnTo>
                      <a:pt x="137" y="54"/>
                    </a:lnTo>
                    <a:lnTo>
                      <a:pt x="137" y="54"/>
                    </a:lnTo>
                    <a:lnTo>
                      <a:pt x="135" y="54"/>
                    </a:lnTo>
                    <a:lnTo>
                      <a:pt x="135" y="54"/>
                    </a:lnTo>
                    <a:lnTo>
                      <a:pt x="135" y="57"/>
                    </a:lnTo>
                    <a:lnTo>
                      <a:pt x="137" y="57"/>
                    </a:lnTo>
                    <a:lnTo>
                      <a:pt x="137" y="57"/>
                    </a:lnTo>
                    <a:lnTo>
                      <a:pt x="137" y="57"/>
                    </a:lnTo>
                    <a:lnTo>
                      <a:pt x="137" y="59"/>
                    </a:lnTo>
                    <a:lnTo>
                      <a:pt x="137" y="59"/>
                    </a:lnTo>
                    <a:lnTo>
                      <a:pt x="137" y="59"/>
                    </a:lnTo>
                    <a:lnTo>
                      <a:pt x="137" y="61"/>
                    </a:lnTo>
                    <a:lnTo>
                      <a:pt x="137" y="61"/>
                    </a:lnTo>
                    <a:lnTo>
                      <a:pt x="137" y="61"/>
                    </a:lnTo>
                    <a:lnTo>
                      <a:pt x="140" y="61"/>
                    </a:lnTo>
                    <a:lnTo>
                      <a:pt x="140" y="61"/>
                    </a:lnTo>
                    <a:lnTo>
                      <a:pt x="140" y="64"/>
                    </a:lnTo>
                    <a:lnTo>
                      <a:pt x="142" y="64"/>
                    </a:lnTo>
                    <a:lnTo>
                      <a:pt x="142" y="64"/>
                    </a:lnTo>
                    <a:lnTo>
                      <a:pt x="142" y="64"/>
                    </a:lnTo>
                    <a:lnTo>
                      <a:pt x="145" y="64"/>
                    </a:lnTo>
                    <a:lnTo>
                      <a:pt x="145" y="61"/>
                    </a:lnTo>
                    <a:lnTo>
                      <a:pt x="145" y="61"/>
                    </a:lnTo>
                    <a:lnTo>
                      <a:pt x="145" y="61"/>
                    </a:lnTo>
                    <a:lnTo>
                      <a:pt x="145" y="59"/>
                    </a:lnTo>
                    <a:lnTo>
                      <a:pt x="145" y="59"/>
                    </a:lnTo>
                    <a:lnTo>
                      <a:pt x="147" y="59"/>
                    </a:lnTo>
                    <a:lnTo>
                      <a:pt x="147" y="59"/>
                    </a:lnTo>
                    <a:lnTo>
                      <a:pt x="149" y="59"/>
                    </a:lnTo>
                    <a:lnTo>
                      <a:pt x="149" y="59"/>
                    </a:lnTo>
                    <a:lnTo>
                      <a:pt x="149" y="59"/>
                    </a:lnTo>
                    <a:lnTo>
                      <a:pt x="152" y="59"/>
                    </a:lnTo>
                    <a:lnTo>
                      <a:pt x="152" y="61"/>
                    </a:lnTo>
                    <a:lnTo>
                      <a:pt x="152" y="61"/>
                    </a:lnTo>
                    <a:lnTo>
                      <a:pt x="152" y="61"/>
                    </a:lnTo>
                    <a:lnTo>
                      <a:pt x="154" y="61"/>
                    </a:lnTo>
                    <a:lnTo>
                      <a:pt x="154" y="61"/>
                    </a:lnTo>
                    <a:lnTo>
                      <a:pt x="154" y="61"/>
                    </a:lnTo>
                    <a:lnTo>
                      <a:pt x="156" y="61"/>
                    </a:lnTo>
                    <a:lnTo>
                      <a:pt x="156" y="61"/>
                    </a:lnTo>
                    <a:lnTo>
                      <a:pt x="156" y="64"/>
                    </a:lnTo>
                    <a:lnTo>
                      <a:pt x="156" y="64"/>
                    </a:lnTo>
                    <a:lnTo>
                      <a:pt x="159" y="64"/>
                    </a:lnTo>
                    <a:lnTo>
                      <a:pt x="159" y="64"/>
                    </a:lnTo>
                    <a:lnTo>
                      <a:pt x="159" y="64"/>
                    </a:lnTo>
                    <a:lnTo>
                      <a:pt x="159" y="64"/>
                    </a:lnTo>
                    <a:lnTo>
                      <a:pt x="161" y="64"/>
                    </a:lnTo>
                    <a:lnTo>
                      <a:pt x="161" y="66"/>
                    </a:lnTo>
                    <a:lnTo>
                      <a:pt x="161" y="66"/>
                    </a:lnTo>
                    <a:lnTo>
                      <a:pt x="161" y="66"/>
                    </a:lnTo>
                    <a:lnTo>
                      <a:pt x="159" y="66"/>
                    </a:lnTo>
                    <a:lnTo>
                      <a:pt x="159" y="66"/>
                    </a:lnTo>
                    <a:lnTo>
                      <a:pt x="159" y="69"/>
                    </a:lnTo>
                    <a:lnTo>
                      <a:pt x="159" y="69"/>
                    </a:lnTo>
                    <a:lnTo>
                      <a:pt x="159" y="71"/>
                    </a:lnTo>
                    <a:lnTo>
                      <a:pt x="159" y="71"/>
                    </a:lnTo>
                    <a:lnTo>
                      <a:pt x="159" y="73"/>
                    </a:lnTo>
                    <a:lnTo>
                      <a:pt x="159" y="73"/>
                    </a:lnTo>
                    <a:lnTo>
                      <a:pt x="159" y="73"/>
                    </a:lnTo>
                    <a:lnTo>
                      <a:pt x="159" y="76"/>
                    </a:lnTo>
                    <a:lnTo>
                      <a:pt x="159" y="76"/>
                    </a:lnTo>
                    <a:lnTo>
                      <a:pt x="161" y="76"/>
                    </a:lnTo>
                    <a:lnTo>
                      <a:pt x="161" y="76"/>
                    </a:lnTo>
                    <a:lnTo>
                      <a:pt x="161" y="78"/>
                    </a:lnTo>
                    <a:lnTo>
                      <a:pt x="161" y="78"/>
                    </a:lnTo>
                    <a:lnTo>
                      <a:pt x="161" y="78"/>
                    </a:lnTo>
                    <a:lnTo>
                      <a:pt x="161" y="80"/>
                    </a:lnTo>
                    <a:lnTo>
                      <a:pt x="161" y="80"/>
                    </a:lnTo>
                    <a:lnTo>
                      <a:pt x="163" y="80"/>
                    </a:lnTo>
                    <a:lnTo>
                      <a:pt x="163" y="83"/>
                    </a:lnTo>
                    <a:lnTo>
                      <a:pt x="163" y="83"/>
                    </a:lnTo>
                    <a:lnTo>
                      <a:pt x="163" y="83"/>
                    </a:lnTo>
                    <a:lnTo>
                      <a:pt x="163" y="83"/>
                    </a:lnTo>
                    <a:lnTo>
                      <a:pt x="163" y="85"/>
                    </a:lnTo>
                    <a:lnTo>
                      <a:pt x="161" y="85"/>
                    </a:lnTo>
                    <a:lnTo>
                      <a:pt x="161" y="85"/>
                    </a:lnTo>
                    <a:lnTo>
                      <a:pt x="161" y="87"/>
                    </a:lnTo>
                    <a:lnTo>
                      <a:pt x="161" y="87"/>
                    </a:lnTo>
                    <a:lnTo>
                      <a:pt x="161" y="87"/>
                    </a:lnTo>
                    <a:lnTo>
                      <a:pt x="163" y="87"/>
                    </a:lnTo>
                    <a:lnTo>
                      <a:pt x="163" y="87"/>
                    </a:lnTo>
                    <a:lnTo>
                      <a:pt x="163" y="87"/>
                    </a:lnTo>
                    <a:lnTo>
                      <a:pt x="163" y="90"/>
                    </a:lnTo>
                    <a:lnTo>
                      <a:pt x="166" y="90"/>
                    </a:lnTo>
                    <a:lnTo>
                      <a:pt x="166" y="90"/>
                    </a:lnTo>
                    <a:lnTo>
                      <a:pt x="166" y="90"/>
                    </a:lnTo>
                    <a:lnTo>
                      <a:pt x="166" y="92"/>
                    </a:lnTo>
                    <a:lnTo>
                      <a:pt x="166" y="92"/>
                    </a:lnTo>
                    <a:lnTo>
                      <a:pt x="166" y="95"/>
                    </a:lnTo>
                    <a:lnTo>
                      <a:pt x="166" y="95"/>
                    </a:lnTo>
                    <a:lnTo>
                      <a:pt x="163" y="95"/>
                    </a:lnTo>
                    <a:lnTo>
                      <a:pt x="163" y="95"/>
                    </a:lnTo>
                    <a:lnTo>
                      <a:pt x="163" y="95"/>
                    </a:lnTo>
                    <a:lnTo>
                      <a:pt x="163" y="95"/>
                    </a:lnTo>
                    <a:lnTo>
                      <a:pt x="161" y="95"/>
                    </a:lnTo>
                    <a:lnTo>
                      <a:pt x="161" y="97"/>
                    </a:lnTo>
                    <a:lnTo>
                      <a:pt x="161" y="97"/>
                    </a:lnTo>
                    <a:lnTo>
                      <a:pt x="161" y="95"/>
                    </a:lnTo>
                    <a:lnTo>
                      <a:pt x="159" y="95"/>
                    </a:lnTo>
                    <a:lnTo>
                      <a:pt x="159" y="95"/>
                    </a:lnTo>
                    <a:lnTo>
                      <a:pt x="159" y="95"/>
                    </a:lnTo>
                    <a:lnTo>
                      <a:pt x="159" y="92"/>
                    </a:lnTo>
                    <a:lnTo>
                      <a:pt x="159" y="92"/>
                    </a:lnTo>
                    <a:lnTo>
                      <a:pt x="156" y="92"/>
                    </a:lnTo>
                    <a:lnTo>
                      <a:pt x="156" y="92"/>
                    </a:lnTo>
                    <a:lnTo>
                      <a:pt x="156" y="92"/>
                    </a:lnTo>
                    <a:lnTo>
                      <a:pt x="154" y="92"/>
                    </a:lnTo>
                    <a:lnTo>
                      <a:pt x="154" y="92"/>
                    </a:lnTo>
                    <a:lnTo>
                      <a:pt x="154" y="92"/>
                    </a:lnTo>
                    <a:lnTo>
                      <a:pt x="152" y="92"/>
                    </a:lnTo>
                    <a:lnTo>
                      <a:pt x="152" y="92"/>
                    </a:lnTo>
                    <a:lnTo>
                      <a:pt x="152" y="92"/>
                    </a:lnTo>
                    <a:lnTo>
                      <a:pt x="152" y="92"/>
                    </a:lnTo>
                    <a:lnTo>
                      <a:pt x="149" y="92"/>
                    </a:lnTo>
                    <a:lnTo>
                      <a:pt x="149" y="92"/>
                    </a:lnTo>
                    <a:lnTo>
                      <a:pt x="149" y="92"/>
                    </a:lnTo>
                    <a:lnTo>
                      <a:pt x="149" y="92"/>
                    </a:lnTo>
                    <a:lnTo>
                      <a:pt x="147" y="92"/>
                    </a:lnTo>
                    <a:lnTo>
                      <a:pt x="147" y="92"/>
                    </a:lnTo>
                    <a:lnTo>
                      <a:pt x="147" y="92"/>
                    </a:lnTo>
                    <a:lnTo>
                      <a:pt x="147" y="95"/>
                    </a:lnTo>
                    <a:lnTo>
                      <a:pt x="145" y="95"/>
                    </a:lnTo>
                    <a:lnTo>
                      <a:pt x="145" y="95"/>
                    </a:lnTo>
                    <a:lnTo>
                      <a:pt x="145" y="95"/>
                    </a:lnTo>
                    <a:lnTo>
                      <a:pt x="145" y="95"/>
                    </a:lnTo>
                    <a:lnTo>
                      <a:pt x="142" y="95"/>
                    </a:lnTo>
                    <a:lnTo>
                      <a:pt x="142" y="95"/>
                    </a:lnTo>
                    <a:lnTo>
                      <a:pt x="142" y="95"/>
                    </a:lnTo>
                    <a:lnTo>
                      <a:pt x="140" y="95"/>
                    </a:lnTo>
                    <a:lnTo>
                      <a:pt x="140" y="97"/>
                    </a:lnTo>
                    <a:lnTo>
                      <a:pt x="140" y="97"/>
                    </a:lnTo>
                    <a:lnTo>
                      <a:pt x="137" y="97"/>
                    </a:lnTo>
                    <a:lnTo>
                      <a:pt x="137" y="97"/>
                    </a:lnTo>
                    <a:lnTo>
                      <a:pt x="137" y="97"/>
                    </a:lnTo>
                    <a:lnTo>
                      <a:pt x="135" y="97"/>
                    </a:lnTo>
                    <a:lnTo>
                      <a:pt x="135" y="97"/>
                    </a:lnTo>
                    <a:lnTo>
                      <a:pt x="135" y="97"/>
                    </a:lnTo>
                    <a:lnTo>
                      <a:pt x="135" y="95"/>
                    </a:lnTo>
                    <a:lnTo>
                      <a:pt x="135" y="95"/>
                    </a:lnTo>
                    <a:lnTo>
                      <a:pt x="135" y="95"/>
                    </a:lnTo>
                    <a:lnTo>
                      <a:pt x="135" y="95"/>
                    </a:lnTo>
                    <a:lnTo>
                      <a:pt x="137" y="95"/>
                    </a:lnTo>
                    <a:lnTo>
                      <a:pt x="137" y="92"/>
                    </a:lnTo>
                    <a:lnTo>
                      <a:pt x="137" y="92"/>
                    </a:lnTo>
                    <a:lnTo>
                      <a:pt x="135" y="92"/>
                    </a:lnTo>
                    <a:lnTo>
                      <a:pt x="135" y="92"/>
                    </a:lnTo>
                    <a:lnTo>
                      <a:pt x="135" y="92"/>
                    </a:lnTo>
                    <a:lnTo>
                      <a:pt x="135" y="90"/>
                    </a:lnTo>
                    <a:lnTo>
                      <a:pt x="133" y="90"/>
                    </a:lnTo>
                    <a:lnTo>
                      <a:pt x="133" y="90"/>
                    </a:lnTo>
                    <a:lnTo>
                      <a:pt x="130" y="90"/>
                    </a:lnTo>
                    <a:lnTo>
                      <a:pt x="130" y="90"/>
                    </a:lnTo>
                    <a:lnTo>
                      <a:pt x="130" y="90"/>
                    </a:lnTo>
                    <a:lnTo>
                      <a:pt x="128" y="90"/>
                    </a:lnTo>
                    <a:lnTo>
                      <a:pt x="128" y="90"/>
                    </a:lnTo>
                    <a:lnTo>
                      <a:pt x="126" y="90"/>
                    </a:lnTo>
                    <a:lnTo>
                      <a:pt x="126" y="90"/>
                    </a:lnTo>
                    <a:lnTo>
                      <a:pt x="126" y="92"/>
                    </a:lnTo>
                    <a:lnTo>
                      <a:pt x="126" y="92"/>
                    </a:lnTo>
                    <a:lnTo>
                      <a:pt x="123" y="92"/>
                    </a:lnTo>
                    <a:lnTo>
                      <a:pt x="123" y="92"/>
                    </a:lnTo>
                    <a:lnTo>
                      <a:pt x="123" y="92"/>
                    </a:lnTo>
                    <a:lnTo>
                      <a:pt x="123" y="95"/>
                    </a:lnTo>
                    <a:lnTo>
                      <a:pt x="123" y="95"/>
                    </a:lnTo>
                    <a:lnTo>
                      <a:pt x="121" y="95"/>
                    </a:lnTo>
                    <a:lnTo>
                      <a:pt x="121" y="95"/>
                    </a:lnTo>
                    <a:lnTo>
                      <a:pt x="121" y="95"/>
                    </a:lnTo>
                    <a:lnTo>
                      <a:pt x="118" y="95"/>
                    </a:lnTo>
                    <a:lnTo>
                      <a:pt x="118" y="95"/>
                    </a:lnTo>
                    <a:lnTo>
                      <a:pt x="118" y="97"/>
                    </a:lnTo>
                    <a:lnTo>
                      <a:pt x="118" y="97"/>
                    </a:lnTo>
                    <a:lnTo>
                      <a:pt x="116" y="97"/>
                    </a:lnTo>
                    <a:lnTo>
                      <a:pt x="116" y="97"/>
                    </a:lnTo>
                    <a:lnTo>
                      <a:pt x="116" y="97"/>
                    </a:lnTo>
                    <a:lnTo>
                      <a:pt x="116" y="97"/>
                    </a:lnTo>
                    <a:lnTo>
                      <a:pt x="116" y="97"/>
                    </a:lnTo>
                    <a:lnTo>
                      <a:pt x="116" y="99"/>
                    </a:lnTo>
                    <a:lnTo>
                      <a:pt x="114" y="99"/>
                    </a:lnTo>
                    <a:lnTo>
                      <a:pt x="114" y="99"/>
                    </a:lnTo>
                    <a:lnTo>
                      <a:pt x="114" y="102"/>
                    </a:lnTo>
                    <a:lnTo>
                      <a:pt x="114" y="102"/>
                    </a:lnTo>
                    <a:lnTo>
                      <a:pt x="111" y="102"/>
                    </a:lnTo>
                    <a:lnTo>
                      <a:pt x="111" y="102"/>
                    </a:lnTo>
                    <a:lnTo>
                      <a:pt x="111" y="102"/>
                    </a:lnTo>
                    <a:lnTo>
                      <a:pt x="111" y="102"/>
                    </a:lnTo>
                    <a:lnTo>
                      <a:pt x="109" y="102"/>
                    </a:lnTo>
                    <a:lnTo>
                      <a:pt x="109" y="102"/>
                    </a:lnTo>
                    <a:lnTo>
                      <a:pt x="109" y="102"/>
                    </a:lnTo>
                    <a:lnTo>
                      <a:pt x="107" y="102"/>
                    </a:lnTo>
                    <a:lnTo>
                      <a:pt x="107" y="102"/>
                    </a:lnTo>
                    <a:lnTo>
                      <a:pt x="107" y="104"/>
                    </a:lnTo>
                    <a:lnTo>
                      <a:pt x="104" y="104"/>
                    </a:lnTo>
                    <a:lnTo>
                      <a:pt x="104" y="104"/>
                    </a:lnTo>
                    <a:lnTo>
                      <a:pt x="104" y="104"/>
                    </a:lnTo>
                    <a:lnTo>
                      <a:pt x="104" y="104"/>
                    </a:lnTo>
                    <a:lnTo>
                      <a:pt x="102" y="104"/>
                    </a:lnTo>
                    <a:lnTo>
                      <a:pt x="102" y="106"/>
                    </a:lnTo>
                    <a:lnTo>
                      <a:pt x="102" y="106"/>
                    </a:lnTo>
                    <a:lnTo>
                      <a:pt x="102" y="106"/>
                    </a:lnTo>
                    <a:lnTo>
                      <a:pt x="102" y="106"/>
                    </a:lnTo>
                    <a:lnTo>
                      <a:pt x="100" y="106"/>
                    </a:lnTo>
                    <a:lnTo>
                      <a:pt x="100" y="106"/>
                    </a:lnTo>
                    <a:lnTo>
                      <a:pt x="100" y="106"/>
                    </a:lnTo>
                    <a:lnTo>
                      <a:pt x="97" y="106"/>
                    </a:lnTo>
                    <a:lnTo>
                      <a:pt x="97" y="109"/>
                    </a:lnTo>
                    <a:lnTo>
                      <a:pt x="97" y="109"/>
                    </a:lnTo>
                    <a:lnTo>
                      <a:pt x="97" y="109"/>
                    </a:lnTo>
                    <a:lnTo>
                      <a:pt x="97" y="109"/>
                    </a:lnTo>
                    <a:lnTo>
                      <a:pt x="95" y="109"/>
                    </a:lnTo>
                    <a:lnTo>
                      <a:pt x="95" y="111"/>
                    </a:lnTo>
                    <a:lnTo>
                      <a:pt x="95" y="111"/>
                    </a:lnTo>
                    <a:lnTo>
                      <a:pt x="92" y="111"/>
                    </a:lnTo>
                    <a:lnTo>
                      <a:pt x="92" y="111"/>
                    </a:lnTo>
                    <a:lnTo>
                      <a:pt x="92" y="111"/>
                    </a:lnTo>
                    <a:lnTo>
                      <a:pt x="92" y="109"/>
                    </a:lnTo>
                    <a:lnTo>
                      <a:pt x="90" y="109"/>
                    </a:lnTo>
                    <a:lnTo>
                      <a:pt x="90" y="109"/>
                    </a:lnTo>
                    <a:lnTo>
                      <a:pt x="90" y="109"/>
                    </a:lnTo>
                    <a:lnTo>
                      <a:pt x="90" y="109"/>
                    </a:lnTo>
                    <a:lnTo>
                      <a:pt x="90" y="106"/>
                    </a:lnTo>
                    <a:lnTo>
                      <a:pt x="90" y="106"/>
                    </a:lnTo>
                    <a:lnTo>
                      <a:pt x="90" y="106"/>
                    </a:lnTo>
                    <a:lnTo>
                      <a:pt x="88" y="106"/>
                    </a:lnTo>
                    <a:lnTo>
                      <a:pt x="88" y="104"/>
                    </a:lnTo>
                    <a:lnTo>
                      <a:pt x="88" y="104"/>
                    </a:lnTo>
                    <a:lnTo>
                      <a:pt x="88" y="104"/>
                    </a:lnTo>
                    <a:lnTo>
                      <a:pt x="88" y="102"/>
                    </a:lnTo>
                    <a:lnTo>
                      <a:pt x="88" y="102"/>
                    </a:lnTo>
                    <a:lnTo>
                      <a:pt x="85" y="102"/>
                    </a:lnTo>
                    <a:lnTo>
                      <a:pt x="85" y="99"/>
                    </a:lnTo>
                    <a:lnTo>
                      <a:pt x="88" y="99"/>
                    </a:lnTo>
                    <a:lnTo>
                      <a:pt x="88" y="99"/>
                    </a:lnTo>
                    <a:lnTo>
                      <a:pt x="88" y="97"/>
                    </a:lnTo>
                    <a:lnTo>
                      <a:pt x="88" y="97"/>
                    </a:lnTo>
                    <a:lnTo>
                      <a:pt x="88" y="97"/>
                    </a:lnTo>
                    <a:lnTo>
                      <a:pt x="88" y="97"/>
                    </a:lnTo>
                    <a:lnTo>
                      <a:pt x="88" y="95"/>
                    </a:lnTo>
                    <a:lnTo>
                      <a:pt x="88" y="95"/>
                    </a:lnTo>
                    <a:lnTo>
                      <a:pt x="88" y="92"/>
                    </a:lnTo>
                    <a:lnTo>
                      <a:pt x="88" y="92"/>
                    </a:lnTo>
                    <a:lnTo>
                      <a:pt x="88" y="90"/>
                    </a:lnTo>
                    <a:lnTo>
                      <a:pt x="88" y="90"/>
                    </a:lnTo>
                    <a:lnTo>
                      <a:pt x="88" y="87"/>
                    </a:lnTo>
                    <a:lnTo>
                      <a:pt x="88" y="87"/>
                    </a:lnTo>
                    <a:lnTo>
                      <a:pt x="88" y="87"/>
                    </a:lnTo>
                    <a:lnTo>
                      <a:pt x="90" y="87"/>
                    </a:lnTo>
                    <a:lnTo>
                      <a:pt x="90" y="85"/>
                    </a:lnTo>
                    <a:lnTo>
                      <a:pt x="90" y="85"/>
                    </a:lnTo>
                    <a:lnTo>
                      <a:pt x="90" y="83"/>
                    </a:lnTo>
                    <a:lnTo>
                      <a:pt x="90" y="83"/>
                    </a:lnTo>
                    <a:lnTo>
                      <a:pt x="90" y="83"/>
                    </a:lnTo>
                    <a:lnTo>
                      <a:pt x="90" y="80"/>
                    </a:lnTo>
                    <a:lnTo>
                      <a:pt x="90" y="80"/>
                    </a:lnTo>
                    <a:lnTo>
                      <a:pt x="90" y="78"/>
                    </a:lnTo>
                    <a:lnTo>
                      <a:pt x="90" y="78"/>
                    </a:lnTo>
                    <a:lnTo>
                      <a:pt x="90" y="78"/>
                    </a:lnTo>
                    <a:lnTo>
                      <a:pt x="88" y="78"/>
                    </a:lnTo>
                    <a:lnTo>
                      <a:pt x="88" y="78"/>
                    </a:lnTo>
                    <a:lnTo>
                      <a:pt x="88" y="78"/>
                    </a:lnTo>
                    <a:lnTo>
                      <a:pt x="85" y="78"/>
                    </a:lnTo>
                    <a:lnTo>
                      <a:pt x="85" y="78"/>
                    </a:lnTo>
                    <a:lnTo>
                      <a:pt x="85" y="80"/>
                    </a:lnTo>
                    <a:lnTo>
                      <a:pt x="85" y="80"/>
                    </a:lnTo>
                    <a:lnTo>
                      <a:pt x="85" y="78"/>
                    </a:lnTo>
                    <a:lnTo>
                      <a:pt x="83" y="78"/>
                    </a:lnTo>
                    <a:lnTo>
                      <a:pt x="83" y="78"/>
                    </a:lnTo>
                    <a:lnTo>
                      <a:pt x="83" y="78"/>
                    </a:lnTo>
                    <a:lnTo>
                      <a:pt x="83" y="78"/>
                    </a:lnTo>
                    <a:lnTo>
                      <a:pt x="83" y="78"/>
                    </a:lnTo>
                    <a:lnTo>
                      <a:pt x="83" y="76"/>
                    </a:lnTo>
                    <a:lnTo>
                      <a:pt x="83" y="76"/>
                    </a:lnTo>
                    <a:lnTo>
                      <a:pt x="85" y="76"/>
                    </a:lnTo>
                    <a:lnTo>
                      <a:pt x="85" y="73"/>
                    </a:lnTo>
                    <a:lnTo>
                      <a:pt x="85" y="73"/>
                    </a:lnTo>
                    <a:lnTo>
                      <a:pt x="85" y="73"/>
                    </a:lnTo>
                    <a:lnTo>
                      <a:pt x="85" y="71"/>
                    </a:lnTo>
                    <a:lnTo>
                      <a:pt x="85" y="71"/>
                    </a:lnTo>
                    <a:lnTo>
                      <a:pt x="85" y="71"/>
                    </a:lnTo>
                    <a:lnTo>
                      <a:pt x="85" y="69"/>
                    </a:lnTo>
                    <a:lnTo>
                      <a:pt x="83" y="69"/>
                    </a:lnTo>
                    <a:lnTo>
                      <a:pt x="83" y="69"/>
                    </a:lnTo>
                    <a:lnTo>
                      <a:pt x="83" y="69"/>
                    </a:lnTo>
                    <a:lnTo>
                      <a:pt x="83" y="69"/>
                    </a:lnTo>
                    <a:lnTo>
                      <a:pt x="81" y="69"/>
                    </a:lnTo>
                    <a:lnTo>
                      <a:pt x="81" y="66"/>
                    </a:lnTo>
                    <a:lnTo>
                      <a:pt x="81" y="66"/>
                    </a:lnTo>
                    <a:lnTo>
                      <a:pt x="81" y="66"/>
                    </a:lnTo>
                    <a:lnTo>
                      <a:pt x="78" y="66"/>
                    </a:lnTo>
                    <a:lnTo>
                      <a:pt x="78" y="66"/>
                    </a:lnTo>
                    <a:lnTo>
                      <a:pt x="78" y="66"/>
                    </a:lnTo>
                    <a:lnTo>
                      <a:pt x="78" y="66"/>
                    </a:lnTo>
                    <a:lnTo>
                      <a:pt x="76" y="66"/>
                    </a:lnTo>
                    <a:lnTo>
                      <a:pt x="76" y="66"/>
                    </a:lnTo>
                    <a:lnTo>
                      <a:pt x="76" y="66"/>
                    </a:lnTo>
                    <a:lnTo>
                      <a:pt x="76" y="66"/>
                    </a:lnTo>
                    <a:lnTo>
                      <a:pt x="76" y="66"/>
                    </a:lnTo>
                    <a:lnTo>
                      <a:pt x="74" y="66"/>
                    </a:lnTo>
                    <a:lnTo>
                      <a:pt x="74" y="66"/>
                    </a:lnTo>
                    <a:lnTo>
                      <a:pt x="71" y="66"/>
                    </a:lnTo>
                    <a:lnTo>
                      <a:pt x="71" y="66"/>
                    </a:lnTo>
                    <a:lnTo>
                      <a:pt x="71" y="66"/>
                    </a:lnTo>
                    <a:lnTo>
                      <a:pt x="71" y="66"/>
                    </a:lnTo>
                    <a:lnTo>
                      <a:pt x="71" y="66"/>
                    </a:lnTo>
                    <a:lnTo>
                      <a:pt x="71" y="69"/>
                    </a:lnTo>
                    <a:lnTo>
                      <a:pt x="69" y="69"/>
                    </a:lnTo>
                    <a:lnTo>
                      <a:pt x="69" y="69"/>
                    </a:lnTo>
                    <a:lnTo>
                      <a:pt x="69" y="69"/>
                    </a:lnTo>
                    <a:lnTo>
                      <a:pt x="69" y="71"/>
                    </a:lnTo>
                    <a:lnTo>
                      <a:pt x="69" y="71"/>
                    </a:lnTo>
                    <a:lnTo>
                      <a:pt x="69" y="71"/>
                    </a:lnTo>
                    <a:lnTo>
                      <a:pt x="66" y="71"/>
                    </a:lnTo>
                    <a:lnTo>
                      <a:pt x="66" y="73"/>
                    </a:lnTo>
                    <a:lnTo>
                      <a:pt x="66" y="73"/>
                    </a:lnTo>
                    <a:lnTo>
                      <a:pt x="66" y="73"/>
                    </a:lnTo>
                    <a:lnTo>
                      <a:pt x="66" y="76"/>
                    </a:lnTo>
                    <a:lnTo>
                      <a:pt x="64" y="76"/>
                    </a:lnTo>
                    <a:lnTo>
                      <a:pt x="64" y="76"/>
                    </a:lnTo>
                    <a:lnTo>
                      <a:pt x="64" y="76"/>
                    </a:lnTo>
                    <a:lnTo>
                      <a:pt x="64" y="76"/>
                    </a:lnTo>
                    <a:lnTo>
                      <a:pt x="64" y="78"/>
                    </a:lnTo>
                    <a:lnTo>
                      <a:pt x="62" y="78"/>
                    </a:lnTo>
                    <a:lnTo>
                      <a:pt x="62" y="78"/>
                    </a:lnTo>
                    <a:lnTo>
                      <a:pt x="62" y="78"/>
                    </a:lnTo>
                    <a:lnTo>
                      <a:pt x="62" y="78"/>
                    </a:lnTo>
                    <a:lnTo>
                      <a:pt x="59" y="78"/>
                    </a:lnTo>
                    <a:lnTo>
                      <a:pt x="59" y="78"/>
                    </a:lnTo>
                    <a:lnTo>
                      <a:pt x="59" y="80"/>
                    </a:lnTo>
                    <a:lnTo>
                      <a:pt x="59" y="80"/>
                    </a:lnTo>
                    <a:lnTo>
                      <a:pt x="59" y="80"/>
                    </a:lnTo>
                    <a:lnTo>
                      <a:pt x="62" y="80"/>
                    </a:lnTo>
                    <a:lnTo>
                      <a:pt x="62" y="80"/>
                    </a:lnTo>
                    <a:lnTo>
                      <a:pt x="62" y="83"/>
                    </a:lnTo>
                    <a:lnTo>
                      <a:pt x="62" y="83"/>
                    </a:lnTo>
                    <a:lnTo>
                      <a:pt x="62" y="85"/>
                    </a:lnTo>
                    <a:lnTo>
                      <a:pt x="62" y="85"/>
                    </a:lnTo>
                    <a:lnTo>
                      <a:pt x="62" y="87"/>
                    </a:lnTo>
                    <a:lnTo>
                      <a:pt x="62" y="87"/>
                    </a:lnTo>
                    <a:lnTo>
                      <a:pt x="62" y="87"/>
                    </a:lnTo>
                    <a:lnTo>
                      <a:pt x="59" y="87"/>
                    </a:lnTo>
                    <a:lnTo>
                      <a:pt x="59" y="87"/>
                    </a:lnTo>
                    <a:lnTo>
                      <a:pt x="59" y="87"/>
                    </a:lnTo>
                    <a:lnTo>
                      <a:pt x="59" y="87"/>
                    </a:lnTo>
                    <a:lnTo>
                      <a:pt x="57" y="87"/>
                    </a:lnTo>
                    <a:lnTo>
                      <a:pt x="57" y="87"/>
                    </a:lnTo>
                    <a:lnTo>
                      <a:pt x="57" y="87"/>
                    </a:lnTo>
                    <a:lnTo>
                      <a:pt x="57" y="87"/>
                    </a:lnTo>
                    <a:lnTo>
                      <a:pt x="55" y="87"/>
                    </a:lnTo>
                    <a:lnTo>
                      <a:pt x="55" y="87"/>
                    </a:lnTo>
                    <a:lnTo>
                      <a:pt x="55" y="87"/>
                    </a:lnTo>
                    <a:lnTo>
                      <a:pt x="52" y="87"/>
                    </a:lnTo>
                    <a:lnTo>
                      <a:pt x="52" y="87"/>
                    </a:lnTo>
                    <a:lnTo>
                      <a:pt x="52" y="87"/>
                    </a:lnTo>
                    <a:lnTo>
                      <a:pt x="52" y="87"/>
                    </a:lnTo>
                    <a:lnTo>
                      <a:pt x="50" y="87"/>
                    </a:lnTo>
                    <a:lnTo>
                      <a:pt x="50" y="87"/>
                    </a:lnTo>
                    <a:lnTo>
                      <a:pt x="50" y="87"/>
                    </a:lnTo>
                    <a:lnTo>
                      <a:pt x="47" y="87"/>
                    </a:lnTo>
                    <a:lnTo>
                      <a:pt x="47" y="87"/>
                    </a:lnTo>
                    <a:lnTo>
                      <a:pt x="45" y="87"/>
                    </a:lnTo>
                    <a:lnTo>
                      <a:pt x="45" y="87"/>
                    </a:lnTo>
                    <a:lnTo>
                      <a:pt x="45" y="87"/>
                    </a:lnTo>
                    <a:lnTo>
                      <a:pt x="45" y="87"/>
                    </a:lnTo>
                    <a:lnTo>
                      <a:pt x="45" y="90"/>
                    </a:lnTo>
                    <a:lnTo>
                      <a:pt x="43" y="90"/>
                    </a:lnTo>
                    <a:lnTo>
                      <a:pt x="43" y="90"/>
                    </a:lnTo>
                    <a:lnTo>
                      <a:pt x="43" y="90"/>
                    </a:lnTo>
                    <a:lnTo>
                      <a:pt x="43" y="92"/>
                    </a:lnTo>
                    <a:lnTo>
                      <a:pt x="43" y="92"/>
                    </a:lnTo>
                    <a:lnTo>
                      <a:pt x="43" y="95"/>
                    </a:lnTo>
                    <a:lnTo>
                      <a:pt x="43" y="95"/>
                    </a:lnTo>
                    <a:lnTo>
                      <a:pt x="43" y="95"/>
                    </a:lnTo>
                    <a:lnTo>
                      <a:pt x="43" y="97"/>
                    </a:lnTo>
                    <a:lnTo>
                      <a:pt x="43" y="97"/>
                    </a:lnTo>
                    <a:lnTo>
                      <a:pt x="43" y="97"/>
                    </a:lnTo>
                    <a:lnTo>
                      <a:pt x="43" y="97"/>
                    </a:lnTo>
                    <a:lnTo>
                      <a:pt x="43" y="97"/>
                    </a:lnTo>
                    <a:lnTo>
                      <a:pt x="43" y="99"/>
                    </a:lnTo>
                    <a:lnTo>
                      <a:pt x="40" y="99"/>
                    </a:lnTo>
                    <a:lnTo>
                      <a:pt x="40" y="99"/>
                    </a:lnTo>
                    <a:lnTo>
                      <a:pt x="38" y="99"/>
                    </a:lnTo>
                    <a:lnTo>
                      <a:pt x="38" y="99"/>
                    </a:lnTo>
                    <a:lnTo>
                      <a:pt x="38" y="97"/>
                    </a:lnTo>
                    <a:lnTo>
                      <a:pt x="38" y="97"/>
                    </a:lnTo>
                    <a:lnTo>
                      <a:pt x="38" y="97"/>
                    </a:lnTo>
                    <a:lnTo>
                      <a:pt x="36" y="97"/>
                    </a:lnTo>
                    <a:lnTo>
                      <a:pt x="36" y="97"/>
                    </a:lnTo>
                    <a:lnTo>
                      <a:pt x="36" y="97"/>
                    </a:lnTo>
                    <a:lnTo>
                      <a:pt x="36" y="95"/>
                    </a:lnTo>
                    <a:lnTo>
                      <a:pt x="36" y="95"/>
                    </a:lnTo>
                    <a:lnTo>
                      <a:pt x="36" y="95"/>
                    </a:lnTo>
                    <a:lnTo>
                      <a:pt x="33" y="95"/>
                    </a:lnTo>
                    <a:lnTo>
                      <a:pt x="33" y="95"/>
                    </a:lnTo>
                    <a:lnTo>
                      <a:pt x="33" y="95"/>
                    </a:lnTo>
                    <a:lnTo>
                      <a:pt x="31" y="95"/>
                    </a:lnTo>
                    <a:lnTo>
                      <a:pt x="31" y="95"/>
                    </a:lnTo>
                    <a:lnTo>
                      <a:pt x="31" y="97"/>
                    </a:lnTo>
                    <a:lnTo>
                      <a:pt x="31" y="97"/>
                    </a:lnTo>
                    <a:lnTo>
                      <a:pt x="31" y="95"/>
                    </a:lnTo>
                    <a:lnTo>
                      <a:pt x="29" y="95"/>
                    </a:lnTo>
                    <a:lnTo>
                      <a:pt x="29" y="95"/>
                    </a:lnTo>
                    <a:lnTo>
                      <a:pt x="29" y="95"/>
                    </a:lnTo>
                    <a:lnTo>
                      <a:pt x="29" y="97"/>
                    </a:lnTo>
                    <a:lnTo>
                      <a:pt x="29" y="97"/>
                    </a:lnTo>
                    <a:lnTo>
                      <a:pt x="26" y="97"/>
                    </a:lnTo>
                    <a:lnTo>
                      <a:pt x="26" y="97"/>
                    </a:lnTo>
                    <a:lnTo>
                      <a:pt x="26" y="97"/>
                    </a:lnTo>
                    <a:lnTo>
                      <a:pt x="24" y="97"/>
                    </a:lnTo>
                    <a:lnTo>
                      <a:pt x="24" y="97"/>
                    </a:lnTo>
                    <a:lnTo>
                      <a:pt x="24" y="97"/>
                    </a:lnTo>
                    <a:lnTo>
                      <a:pt x="24" y="99"/>
                    </a:lnTo>
                    <a:lnTo>
                      <a:pt x="21" y="99"/>
                    </a:lnTo>
                    <a:lnTo>
                      <a:pt x="21" y="99"/>
                    </a:lnTo>
                    <a:lnTo>
                      <a:pt x="19" y="99"/>
                    </a:lnTo>
                    <a:lnTo>
                      <a:pt x="19" y="99"/>
                    </a:lnTo>
                    <a:lnTo>
                      <a:pt x="19" y="99"/>
                    </a:lnTo>
                    <a:lnTo>
                      <a:pt x="19" y="102"/>
                    </a:lnTo>
                    <a:lnTo>
                      <a:pt x="19" y="102"/>
                    </a:lnTo>
                    <a:lnTo>
                      <a:pt x="19" y="102"/>
                    </a:lnTo>
                    <a:lnTo>
                      <a:pt x="17" y="102"/>
                    </a:lnTo>
                    <a:lnTo>
                      <a:pt x="17" y="102"/>
                    </a:lnTo>
                    <a:lnTo>
                      <a:pt x="17" y="102"/>
                    </a:lnTo>
                    <a:lnTo>
                      <a:pt x="17" y="104"/>
                    </a:lnTo>
                    <a:lnTo>
                      <a:pt x="14" y="104"/>
                    </a:lnTo>
                    <a:lnTo>
                      <a:pt x="14" y="104"/>
                    </a:lnTo>
                    <a:lnTo>
                      <a:pt x="14" y="104"/>
                    </a:lnTo>
                    <a:lnTo>
                      <a:pt x="12" y="104"/>
                    </a:lnTo>
                    <a:lnTo>
                      <a:pt x="12" y="104"/>
                    </a:lnTo>
                    <a:lnTo>
                      <a:pt x="12" y="104"/>
                    </a:lnTo>
                    <a:lnTo>
                      <a:pt x="12" y="102"/>
                    </a:lnTo>
                    <a:lnTo>
                      <a:pt x="12" y="102"/>
                    </a:lnTo>
                    <a:lnTo>
                      <a:pt x="12" y="102"/>
                    </a:lnTo>
                    <a:lnTo>
                      <a:pt x="10" y="102"/>
                    </a:lnTo>
                    <a:lnTo>
                      <a:pt x="10"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0" y="90"/>
                    </a:lnTo>
                    <a:lnTo>
                      <a:pt x="10" y="90"/>
                    </a:lnTo>
                    <a:lnTo>
                      <a:pt x="10" y="87"/>
                    </a:lnTo>
                    <a:lnTo>
                      <a:pt x="10" y="87"/>
                    </a:lnTo>
                    <a:lnTo>
                      <a:pt x="10" y="87"/>
                    </a:lnTo>
                    <a:lnTo>
                      <a:pt x="12" y="87"/>
                    </a:lnTo>
                    <a:lnTo>
                      <a:pt x="12" y="87"/>
                    </a:lnTo>
                    <a:lnTo>
                      <a:pt x="12" y="87"/>
                    </a:lnTo>
                    <a:lnTo>
                      <a:pt x="12" y="85"/>
                    </a:lnTo>
                    <a:lnTo>
                      <a:pt x="12" y="85"/>
                    </a:lnTo>
                    <a:lnTo>
                      <a:pt x="12" y="85"/>
                    </a:lnTo>
                    <a:lnTo>
                      <a:pt x="14" y="85"/>
                    </a:lnTo>
                    <a:lnTo>
                      <a:pt x="14" y="83"/>
                    </a:lnTo>
                    <a:lnTo>
                      <a:pt x="14" y="83"/>
                    </a:lnTo>
                    <a:lnTo>
                      <a:pt x="14" y="83"/>
                    </a:lnTo>
                    <a:lnTo>
                      <a:pt x="14" y="80"/>
                    </a:lnTo>
                    <a:lnTo>
                      <a:pt x="17" y="80"/>
                    </a:lnTo>
                    <a:lnTo>
                      <a:pt x="17" y="80"/>
                    </a:lnTo>
                    <a:lnTo>
                      <a:pt x="17" y="80"/>
                    </a:lnTo>
                    <a:lnTo>
                      <a:pt x="17" y="80"/>
                    </a:lnTo>
                    <a:lnTo>
                      <a:pt x="19" y="80"/>
                    </a:lnTo>
                    <a:lnTo>
                      <a:pt x="19" y="78"/>
                    </a:lnTo>
                    <a:lnTo>
                      <a:pt x="19" y="78"/>
                    </a:lnTo>
                    <a:lnTo>
                      <a:pt x="19" y="78"/>
                    </a:lnTo>
                    <a:lnTo>
                      <a:pt x="19" y="78"/>
                    </a:lnTo>
                    <a:lnTo>
                      <a:pt x="19" y="76"/>
                    </a:lnTo>
                    <a:lnTo>
                      <a:pt x="19" y="76"/>
                    </a:lnTo>
                    <a:lnTo>
                      <a:pt x="19" y="76"/>
                    </a:lnTo>
                    <a:lnTo>
                      <a:pt x="21" y="76"/>
                    </a:lnTo>
                    <a:lnTo>
                      <a:pt x="21" y="73"/>
                    </a:lnTo>
                    <a:lnTo>
                      <a:pt x="21" y="73"/>
                    </a:lnTo>
                    <a:lnTo>
                      <a:pt x="21" y="73"/>
                    </a:lnTo>
                    <a:lnTo>
                      <a:pt x="21" y="71"/>
                    </a:lnTo>
                    <a:lnTo>
                      <a:pt x="21" y="71"/>
                    </a:lnTo>
                    <a:lnTo>
                      <a:pt x="21" y="71"/>
                    </a:lnTo>
                    <a:lnTo>
                      <a:pt x="19" y="71"/>
                    </a:lnTo>
                    <a:lnTo>
                      <a:pt x="19" y="69"/>
                    </a:lnTo>
                    <a:lnTo>
                      <a:pt x="19" y="69"/>
                    </a:lnTo>
                    <a:lnTo>
                      <a:pt x="19" y="69"/>
                    </a:lnTo>
                    <a:lnTo>
                      <a:pt x="19" y="69"/>
                    </a:lnTo>
                    <a:lnTo>
                      <a:pt x="19" y="66"/>
                    </a:lnTo>
                    <a:lnTo>
                      <a:pt x="17" y="66"/>
                    </a:lnTo>
                    <a:lnTo>
                      <a:pt x="17" y="66"/>
                    </a:lnTo>
                    <a:lnTo>
                      <a:pt x="17" y="66"/>
                    </a:lnTo>
                    <a:lnTo>
                      <a:pt x="17" y="66"/>
                    </a:lnTo>
                    <a:lnTo>
                      <a:pt x="17" y="66"/>
                    </a:lnTo>
                    <a:lnTo>
                      <a:pt x="17" y="64"/>
                    </a:lnTo>
                    <a:lnTo>
                      <a:pt x="14" y="64"/>
                    </a:lnTo>
                    <a:lnTo>
                      <a:pt x="14" y="64"/>
                    </a:lnTo>
                    <a:lnTo>
                      <a:pt x="14" y="61"/>
                    </a:lnTo>
                    <a:lnTo>
                      <a:pt x="14" y="61"/>
                    </a:lnTo>
                    <a:lnTo>
                      <a:pt x="14" y="59"/>
                    </a:lnTo>
                    <a:lnTo>
                      <a:pt x="14" y="59"/>
                    </a:lnTo>
                    <a:lnTo>
                      <a:pt x="17" y="59"/>
                    </a:lnTo>
                    <a:lnTo>
                      <a:pt x="17" y="57"/>
                    </a:lnTo>
                    <a:lnTo>
                      <a:pt x="14" y="57"/>
                    </a:lnTo>
                    <a:lnTo>
                      <a:pt x="14" y="57"/>
                    </a:lnTo>
                    <a:lnTo>
                      <a:pt x="14" y="57"/>
                    </a:lnTo>
                    <a:lnTo>
                      <a:pt x="17" y="57"/>
                    </a:lnTo>
                    <a:lnTo>
                      <a:pt x="17" y="57"/>
                    </a:lnTo>
                    <a:lnTo>
                      <a:pt x="17" y="54"/>
                    </a:lnTo>
                    <a:lnTo>
                      <a:pt x="17" y="54"/>
                    </a:lnTo>
                    <a:lnTo>
                      <a:pt x="17" y="54"/>
                    </a:lnTo>
                    <a:lnTo>
                      <a:pt x="17" y="54"/>
                    </a:lnTo>
                    <a:lnTo>
                      <a:pt x="17" y="52"/>
                    </a:lnTo>
                    <a:lnTo>
                      <a:pt x="17" y="52"/>
                    </a:lnTo>
                    <a:lnTo>
                      <a:pt x="17" y="52"/>
                    </a:lnTo>
                    <a:lnTo>
                      <a:pt x="14" y="52"/>
                    </a:lnTo>
                    <a:lnTo>
                      <a:pt x="14" y="50"/>
                    </a:lnTo>
                    <a:lnTo>
                      <a:pt x="14" y="50"/>
                    </a:lnTo>
                    <a:lnTo>
                      <a:pt x="14" y="52"/>
                    </a:lnTo>
                    <a:lnTo>
                      <a:pt x="12" y="52"/>
                    </a:lnTo>
                    <a:lnTo>
                      <a:pt x="12" y="50"/>
                    </a:lnTo>
                    <a:lnTo>
                      <a:pt x="12" y="50"/>
                    </a:lnTo>
                    <a:lnTo>
                      <a:pt x="12" y="50"/>
                    </a:lnTo>
                    <a:lnTo>
                      <a:pt x="12" y="52"/>
                    </a:lnTo>
                    <a:lnTo>
                      <a:pt x="10" y="52"/>
                    </a:lnTo>
                    <a:lnTo>
                      <a:pt x="10" y="52"/>
                    </a:lnTo>
                    <a:lnTo>
                      <a:pt x="10" y="52"/>
                    </a:lnTo>
                    <a:lnTo>
                      <a:pt x="10" y="50"/>
                    </a:lnTo>
                    <a:lnTo>
                      <a:pt x="7" y="50"/>
                    </a:lnTo>
                    <a:lnTo>
                      <a:pt x="7" y="52"/>
                    </a:lnTo>
                    <a:lnTo>
                      <a:pt x="7" y="52"/>
                    </a:lnTo>
                    <a:lnTo>
                      <a:pt x="7" y="50"/>
                    </a:lnTo>
                    <a:lnTo>
                      <a:pt x="5" y="50"/>
                    </a:lnTo>
                    <a:lnTo>
                      <a:pt x="5" y="50"/>
                    </a:lnTo>
                    <a:lnTo>
                      <a:pt x="5" y="47"/>
                    </a:lnTo>
                    <a:lnTo>
                      <a:pt x="5" y="47"/>
                    </a:lnTo>
                    <a:lnTo>
                      <a:pt x="5" y="47"/>
                    </a:lnTo>
                    <a:lnTo>
                      <a:pt x="5" y="47"/>
                    </a:lnTo>
                    <a:lnTo>
                      <a:pt x="3" y="47"/>
                    </a:lnTo>
                    <a:lnTo>
                      <a:pt x="3" y="47"/>
                    </a:lnTo>
                    <a:lnTo>
                      <a:pt x="3" y="47"/>
                    </a:lnTo>
                    <a:lnTo>
                      <a:pt x="3" y="47"/>
                    </a:lnTo>
                    <a:lnTo>
                      <a:pt x="0" y="47"/>
                    </a:lnTo>
                    <a:lnTo>
                      <a:pt x="0" y="45"/>
                    </a:lnTo>
                    <a:lnTo>
                      <a:pt x="0" y="45"/>
                    </a:lnTo>
                    <a:lnTo>
                      <a:pt x="0" y="45"/>
                    </a:lnTo>
                    <a:lnTo>
                      <a:pt x="0" y="45"/>
                    </a:lnTo>
                    <a:lnTo>
                      <a:pt x="3" y="45"/>
                    </a:lnTo>
                    <a:lnTo>
                      <a:pt x="3" y="42"/>
                    </a:lnTo>
                    <a:lnTo>
                      <a:pt x="3" y="42"/>
                    </a:lnTo>
                    <a:lnTo>
                      <a:pt x="3" y="42"/>
                    </a:lnTo>
                    <a:lnTo>
                      <a:pt x="3" y="40"/>
                    </a:lnTo>
                    <a:lnTo>
                      <a:pt x="3" y="40"/>
                    </a:lnTo>
                    <a:lnTo>
                      <a:pt x="3" y="40"/>
                    </a:lnTo>
                    <a:lnTo>
                      <a:pt x="3" y="38"/>
                    </a:lnTo>
                    <a:lnTo>
                      <a:pt x="0" y="38"/>
                    </a:lnTo>
                    <a:lnTo>
                      <a:pt x="0" y="38"/>
                    </a:lnTo>
                    <a:lnTo>
                      <a:pt x="3" y="38"/>
                    </a:lnTo>
                    <a:lnTo>
                      <a:pt x="3" y="38"/>
                    </a:lnTo>
                    <a:lnTo>
                      <a:pt x="3" y="38"/>
                    </a:lnTo>
                    <a:lnTo>
                      <a:pt x="3" y="38"/>
                    </a:lnTo>
                    <a:lnTo>
                      <a:pt x="5" y="38"/>
                    </a:lnTo>
                    <a:lnTo>
                      <a:pt x="5" y="38"/>
                    </a:lnTo>
                    <a:lnTo>
                      <a:pt x="5" y="35"/>
                    </a:lnTo>
                    <a:lnTo>
                      <a:pt x="5" y="35"/>
                    </a:lnTo>
                    <a:lnTo>
                      <a:pt x="7" y="35"/>
                    </a:lnTo>
                    <a:lnTo>
                      <a:pt x="7" y="35"/>
                    </a:lnTo>
                    <a:lnTo>
                      <a:pt x="7" y="35"/>
                    </a:lnTo>
                    <a:lnTo>
                      <a:pt x="7" y="35"/>
                    </a:lnTo>
                    <a:lnTo>
                      <a:pt x="10" y="35"/>
                    </a:lnTo>
                    <a:lnTo>
                      <a:pt x="10" y="35"/>
                    </a:lnTo>
                    <a:lnTo>
                      <a:pt x="10" y="35"/>
                    </a:lnTo>
                    <a:lnTo>
                      <a:pt x="10" y="35"/>
                    </a:lnTo>
                    <a:lnTo>
                      <a:pt x="10" y="35"/>
                    </a:lnTo>
                    <a:lnTo>
                      <a:pt x="12" y="35"/>
                    </a:lnTo>
                    <a:lnTo>
                      <a:pt x="12" y="38"/>
                    </a:lnTo>
                    <a:lnTo>
                      <a:pt x="12" y="38"/>
                    </a:lnTo>
                    <a:lnTo>
                      <a:pt x="12" y="38"/>
                    </a:lnTo>
                    <a:lnTo>
                      <a:pt x="14" y="38"/>
                    </a:lnTo>
                    <a:lnTo>
                      <a:pt x="14" y="38"/>
                    </a:lnTo>
                    <a:lnTo>
                      <a:pt x="17" y="38"/>
                    </a:lnTo>
                    <a:lnTo>
                      <a:pt x="17" y="38"/>
                    </a:lnTo>
                    <a:lnTo>
                      <a:pt x="17" y="38"/>
                    </a:lnTo>
                    <a:lnTo>
                      <a:pt x="17" y="38"/>
                    </a:lnTo>
                    <a:lnTo>
                      <a:pt x="19" y="38"/>
                    </a:lnTo>
                    <a:lnTo>
                      <a:pt x="19" y="38"/>
                    </a:lnTo>
                    <a:lnTo>
                      <a:pt x="19" y="38"/>
                    </a:lnTo>
                    <a:lnTo>
                      <a:pt x="21" y="38"/>
                    </a:lnTo>
                    <a:lnTo>
                      <a:pt x="21" y="38"/>
                    </a:lnTo>
                    <a:lnTo>
                      <a:pt x="24" y="38"/>
                    </a:lnTo>
                    <a:lnTo>
                      <a:pt x="24" y="38"/>
                    </a:lnTo>
                    <a:lnTo>
                      <a:pt x="24" y="38"/>
                    </a:lnTo>
                    <a:lnTo>
                      <a:pt x="24" y="38"/>
                    </a:lnTo>
                    <a:lnTo>
                      <a:pt x="26" y="38"/>
                    </a:lnTo>
                    <a:lnTo>
                      <a:pt x="26" y="35"/>
                    </a:lnTo>
                    <a:lnTo>
                      <a:pt x="26" y="35"/>
                    </a:lnTo>
                    <a:lnTo>
                      <a:pt x="26" y="35"/>
                    </a:lnTo>
                    <a:lnTo>
                      <a:pt x="26" y="33"/>
                    </a:lnTo>
                    <a:lnTo>
                      <a:pt x="26" y="33"/>
                    </a:lnTo>
                    <a:lnTo>
                      <a:pt x="26" y="33"/>
                    </a:lnTo>
                    <a:lnTo>
                      <a:pt x="26" y="33"/>
                    </a:lnTo>
                    <a:lnTo>
                      <a:pt x="26" y="31"/>
                    </a:lnTo>
                    <a:lnTo>
                      <a:pt x="29" y="31"/>
                    </a:lnTo>
                    <a:lnTo>
                      <a:pt x="29" y="31"/>
                    </a:lnTo>
                    <a:lnTo>
                      <a:pt x="29" y="28"/>
                    </a:lnTo>
                    <a:lnTo>
                      <a:pt x="29" y="28"/>
                    </a:lnTo>
                    <a:lnTo>
                      <a:pt x="29" y="28"/>
                    </a:lnTo>
                    <a:lnTo>
                      <a:pt x="29" y="31"/>
                    </a:lnTo>
                    <a:lnTo>
                      <a:pt x="31" y="31"/>
                    </a:lnTo>
                    <a:lnTo>
                      <a:pt x="31" y="28"/>
                    </a:lnTo>
                    <a:lnTo>
                      <a:pt x="31" y="28"/>
                    </a:lnTo>
                    <a:lnTo>
                      <a:pt x="31" y="28"/>
                    </a:lnTo>
                    <a:lnTo>
                      <a:pt x="33" y="28"/>
                    </a:lnTo>
                    <a:lnTo>
                      <a:pt x="33" y="28"/>
                    </a:lnTo>
                    <a:lnTo>
                      <a:pt x="31" y="28"/>
                    </a:lnTo>
                    <a:lnTo>
                      <a:pt x="31" y="28"/>
                    </a:lnTo>
                    <a:lnTo>
                      <a:pt x="31" y="2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39"/>
              <p:cNvSpPr>
                <a:spLocks/>
              </p:cNvSpPr>
              <p:nvPr/>
            </p:nvSpPr>
            <p:spPr bwMode="auto">
              <a:xfrm>
                <a:off x="2921" y="2234"/>
                <a:ext cx="177" cy="377"/>
              </a:xfrm>
              <a:custGeom>
                <a:avLst/>
                <a:gdLst/>
                <a:ahLst/>
                <a:cxnLst>
                  <a:cxn ang="0">
                    <a:pos x="111" y="218"/>
                  </a:cxn>
                  <a:cxn ang="0">
                    <a:pos x="99" y="204"/>
                  </a:cxn>
                  <a:cxn ang="0">
                    <a:pos x="83" y="199"/>
                  </a:cxn>
                  <a:cxn ang="0">
                    <a:pos x="73" y="192"/>
                  </a:cxn>
                  <a:cxn ang="0">
                    <a:pos x="71" y="178"/>
                  </a:cxn>
                  <a:cxn ang="0">
                    <a:pos x="59" y="187"/>
                  </a:cxn>
                  <a:cxn ang="0">
                    <a:pos x="57" y="213"/>
                  </a:cxn>
                  <a:cxn ang="0">
                    <a:pos x="47" y="235"/>
                  </a:cxn>
                  <a:cxn ang="0">
                    <a:pos x="40" y="256"/>
                  </a:cxn>
                  <a:cxn ang="0">
                    <a:pos x="38" y="273"/>
                  </a:cxn>
                  <a:cxn ang="0">
                    <a:pos x="47" y="285"/>
                  </a:cxn>
                  <a:cxn ang="0">
                    <a:pos x="50" y="285"/>
                  </a:cxn>
                  <a:cxn ang="0">
                    <a:pos x="59" y="275"/>
                  </a:cxn>
                  <a:cxn ang="0">
                    <a:pos x="54" y="299"/>
                  </a:cxn>
                  <a:cxn ang="0">
                    <a:pos x="64" y="318"/>
                  </a:cxn>
                  <a:cxn ang="0">
                    <a:pos x="71" y="341"/>
                  </a:cxn>
                  <a:cxn ang="0">
                    <a:pos x="90" y="346"/>
                  </a:cxn>
                  <a:cxn ang="0">
                    <a:pos x="102" y="365"/>
                  </a:cxn>
                  <a:cxn ang="0">
                    <a:pos x="85" y="372"/>
                  </a:cxn>
                  <a:cxn ang="0">
                    <a:pos x="80" y="365"/>
                  </a:cxn>
                  <a:cxn ang="0">
                    <a:pos x="66" y="356"/>
                  </a:cxn>
                  <a:cxn ang="0">
                    <a:pos x="54" y="351"/>
                  </a:cxn>
                  <a:cxn ang="0">
                    <a:pos x="45" y="337"/>
                  </a:cxn>
                  <a:cxn ang="0">
                    <a:pos x="40" y="330"/>
                  </a:cxn>
                  <a:cxn ang="0">
                    <a:pos x="31" y="318"/>
                  </a:cxn>
                  <a:cxn ang="0">
                    <a:pos x="21" y="325"/>
                  </a:cxn>
                  <a:cxn ang="0">
                    <a:pos x="19" y="299"/>
                  </a:cxn>
                  <a:cxn ang="0">
                    <a:pos x="21" y="277"/>
                  </a:cxn>
                  <a:cxn ang="0">
                    <a:pos x="28" y="258"/>
                  </a:cxn>
                  <a:cxn ang="0">
                    <a:pos x="38" y="240"/>
                  </a:cxn>
                  <a:cxn ang="0">
                    <a:pos x="50" y="221"/>
                  </a:cxn>
                  <a:cxn ang="0">
                    <a:pos x="43" y="199"/>
                  </a:cxn>
                  <a:cxn ang="0">
                    <a:pos x="38" y="176"/>
                  </a:cxn>
                  <a:cxn ang="0">
                    <a:pos x="26" y="157"/>
                  </a:cxn>
                  <a:cxn ang="0">
                    <a:pos x="19" y="135"/>
                  </a:cxn>
                  <a:cxn ang="0">
                    <a:pos x="26" y="119"/>
                  </a:cxn>
                  <a:cxn ang="0">
                    <a:pos x="31" y="107"/>
                  </a:cxn>
                  <a:cxn ang="0">
                    <a:pos x="24" y="90"/>
                  </a:cxn>
                  <a:cxn ang="0">
                    <a:pos x="9" y="71"/>
                  </a:cxn>
                  <a:cxn ang="0">
                    <a:pos x="2" y="57"/>
                  </a:cxn>
                  <a:cxn ang="0">
                    <a:pos x="7" y="40"/>
                  </a:cxn>
                  <a:cxn ang="0">
                    <a:pos x="14" y="19"/>
                  </a:cxn>
                  <a:cxn ang="0">
                    <a:pos x="33" y="19"/>
                  </a:cxn>
                  <a:cxn ang="0">
                    <a:pos x="45" y="5"/>
                  </a:cxn>
                  <a:cxn ang="0">
                    <a:pos x="61" y="5"/>
                  </a:cxn>
                  <a:cxn ang="0">
                    <a:pos x="66" y="21"/>
                  </a:cxn>
                  <a:cxn ang="0">
                    <a:pos x="85" y="24"/>
                  </a:cxn>
                  <a:cxn ang="0">
                    <a:pos x="83" y="50"/>
                  </a:cxn>
                  <a:cxn ang="0">
                    <a:pos x="78" y="69"/>
                  </a:cxn>
                  <a:cxn ang="0">
                    <a:pos x="90" y="67"/>
                  </a:cxn>
                  <a:cxn ang="0">
                    <a:pos x="106" y="62"/>
                  </a:cxn>
                  <a:cxn ang="0">
                    <a:pos x="123" y="59"/>
                  </a:cxn>
                  <a:cxn ang="0">
                    <a:pos x="140" y="55"/>
                  </a:cxn>
                  <a:cxn ang="0">
                    <a:pos x="151" y="71"/>
                  </a:cxn>
                  <a:cxn ang="0">
                    <a:pos x="159" y="90"/>
                  </a:cxn>
                  <a:cxn ang="0">
                    <a:pos x="166" y="112"/>
                  </a:cxn>
                  <a:cxn ang="0">
                    <a:pos x="175" y="131"/>
                  </a:cxn>
                  <a:cxn ang="0">
                    <a:pos x="175" y="147"/>
                  </a:cxn>
                  <a:cxn ang="0">
                    <a:pos x="163" y="157"/>
                  </a:cxn>
                  <a:cxn ang="0">
                    <a:pos x="142" y="157"/>
                  </a:cxn>
                  <a:cxn ang="0">
                    <a:pos x="121" y="159"/>
                  </a:cxn>
                  <a:cxn ang="0">
                    <a:pos x="106" y="176"/>
                  </a:cxn>
                  <a:cxn ang="0">
                    <a:pos x="111" y="199"/>
                  </a:cxn>
                </a:cxnLst>
                <a:rect l="0" t="0" r="r" b="b"/>
                <a:pathLst>
                  <a:path w="177" h="377">
                    <a:moveTo>
                      <a:pt x="118" y="221"/>
                    </a:moveTo>
                    <a:lnTo>
                      <a:pt x="116" y="221"/>
                    </a:lnTo>
                    <a:lnTo>
                      <a:pt x="116" y="218"/>
                    </a:lnTo>
                    <a:lnTo>
                      <a:pt x="116" y="218"/>
                    </a:lnTo>
                    <a:lnTo>
                      <a:pt x="116" y="218"/>
                    </a:lnTo>
                    <a:lnTo>
                      <a:pt x="116" y="218"/>
                    </a:lnTo>
                    <a:lnTo>
                      <a:pt x="116" y="216"/>
                    </a:lnTo>
                    <a:lnTo>
                      <a:pt x="116" y="216"/>
                    </a:lnTo>
                    <a:lnTo>
                      <a:pt x="114" y="216"/>
                    </a:lnTo>
                    <a:lnTo>
                      <a:pt x="114" y="216"/>
                    </a:lnTo>
                    <a:lnTo>
                      <a:pt x="114" y="213"/>
                    </a:lnTo>
                    <a:lnTo>
                      <a:pt x="114" y="213"/>
                    </a:lnTo>
                    <a:lnTo>
                      <a:pt x="114" y="213"/>
                    </a:lnTo>
                    <a:lnTo>
                      <a:pt x="111" y="213"/>
                    </a:lnTo>
                    <a:lnTo>
                      <a:pt x="111" y="213"/>
                    </a:lnTo>
                    <a:lnTo>
                      <a:pt x="111" y="216"/>
                    </a:lnTo>
                    <a:lnTo>
                      <a:pt x="111" y="216"/>
                    </a:lnTo>
                    <a:lnTo>
                      <a:pt x="111" y="213"/>
                    </a:lnTo>
                    <a:lnTo>
                      <a:pt x="111" y="213"/>
                    </a:lnTo>
                    <a:lnTo>
                      <a:pt x="111" y="213"/>
                    </a:lnTo>
                    <a:lnTo>
                      <a:pt x="109" y="213"/>
                    </a:lnTo>
                    <a:lnTo>
                      <a:pt x="109" y="213"/>
                    </a:lnTo>
                    <a:lnTo>
                      <a:pt x="106" y="213"/>
                    </a:lnTo>
                    <a:lnTo>
                      <a:pt x="106" y="213"/>
                    </a:lnTo>
                    <a:lnTo>
                      <a:pt x="109" y="213"/>
                    </a:lnTo>
                    <a:lnTo>
                      <a:pt x="109" y="216"/>
                    </a:lnTo>
                    <a:lnTo>
                      <a:pt x="109" y="216"/>
                    </a:lnTo>
                    <a:lnTo>
                      <a:pt x="109" y="216"/>
                    </a:lnTo>
                    <a:lnTo>
                      <a:pt x="109" y="218"/>
                    </a:lnTo>
                    <a:lnTo>
                      <a:pt x="111" y="218"/>
                    </a:lnTo>
                    <a:lnTo>
                      <a:pt x="111" y="218"/>
                    </a:lnTo>
                    <a:lnTo>
                      <a:pt x="111" y="218"/>
                    </a:lnTo>
                    <a:lnTo>
                      <a:pt x="111" y="218"/>
                    </a:lnTo>
                    <a:lnTo>
                      <a:pt x="109" y="218"/>
                    </a:lnTo>
                    <a:lnTo>
                      <a:pt x="109" y="218"/>
                    </a:lnTo>
                    <a:lnTo>
                      <a:pt x="109" y="218"/>
                    </a:lnTo>
                    <a:lnTo>
                      <a:pt x="106" y="218"/>
                    </a:lnTo>
                    <a:lnTo>
                      <a:pt x="106" y="218"/>
                    </a:lnTo>
                    <a:lnTo>
                      <a:pt x="106" y="218"/>
                    </a:lnTo>
                    <a:lnTo>
                      <a:pt x="106" y="218"/>
                    </a:lnTo>
                    <a:lnTo>
                      <a:pt x="106" y="218"/>
                    </a:lnTo>
                    <a:lnTo>
                      <a:pt x="104" y="218"/>
                    </a:lnTo>
                    <a:lnTo>
                      <a:pt x="104" y="216"/>
                    </a:lnTo>
                    <a:lnTo>
                      <a:pt x="104" y="216"/>
                    </a:lnTo>
                    <a:lnTo>
                      <a:pt x="104" y="213"/>
                    </a:lnTo>
                    <a:lnTo>
                      <a:pt x="104" y="213"/>
                    </a:lnTo>
                    <a:lnTo>
                      <a:pt x="104" y="211"/>
                    </a:lnTo>
                    <a:lnTo>
                      <a:pt x="104" y="211"/>
                    </a:lnTo>
                    <a:lnTo>
                      <a:pt x="104" y="209"/>
                    </a:lnTo>
                    <a:lnTo>
                      <a:pt x="104" y="209"/>
                    </a:lnTo>
                    <a:lnTo>
                      <a:pt x="104" y="209"/>
                    </a:lnTo>
                    <a:lnTo>
                      <a:pt x="104" y="209"/>
                    </a:lnTo>
                    <a:lnTo>
                      <a:pt x="104" y="209"/>
                    </a:lnTo>
                    <a:lnTo>
                      <a:pt x="104" y="206"/>
                    </a:lnTo>
                    <a:lnTo>
                      <a:pt x="102" y="206"/>
                    </a:lnTo>
                    <a:lnTo>
                      <a:pt x="102" y="206"/>
                    </a:lnTo>
                    <a:lnTo>
                      <a:pt x="102" y="206"/>
                    </a:lnTo>
                    <a:lnTo>
                      <a:pt x="102" y="204"/>
                    </a:lnTo>
                    <a:lnTo>
                      <a:pt x="99" y="204"/>
                    </a:lnTo>
                    <a:lnTo>
                      <a:pt x="99" y="204"/>
                    </a:lnTo>
                    <a:lnTo>
                      <a:pt x="99" y="204"/>
                    </a:lnTo>
                    <a:lnTo>
                      <a:pt x="99" y="204"/>
                    </a:lnTo>
                    <a:lnTo>
                      <a:pt x="97" y="204"/>
                    </a:lnTo>
                    <a:lnTo>
                      <a:pt x="97" y="202"/>
                    </a:lnTo>
                    <a:lnTo>
                      <a:pt x="97" y="202"/>
                    </a:lnTo>
                    <a:lnTo>
                      <a:pt x="97" y="202"/>
                    </a:lnTo>
                    <a:lnTo>
                      <a:pt x="97" y="202"/>
                    </a:lnTo>
                    <a:lnTo>
                      <a:pt x="97" y="199"/>
                    </a:lnTo>
                    <a:lnTo>
                      <a:pt x="97" y="199"/>
                    </a:lnTo>
                    <a:lnTo>
                      <a:pt x="95" y="199"/>
                    </a:lnTo>
                    <a:lnTo>
                      <a:pt x="95" y="199"/>
                    </a:lnTo>
                    <a:lnTo>
                      <a:pt x="92" y="199"/>
                    </a:lnTo>
                    <a:lnTo>
                      <a:pt x="92" y="199"/>
                    </a:lnTo>
                    <a:lnTo>
                      <a:pt x="92" y="199"/>
                    </a:lnTo>
                    <a:lnTo>
                      <a:pt x="92" y="199"/>
                    </a:lnTo>
                    <a:lnTo>
                      <a:pt x="90" y="199"/>
                    </a:lnTo>
                    <a:lnTo>
                      <a:pt x="90" y="199"/>
                    </a:lnTo>
                    <a:lnTo>
                      <a:pt x="88" y="199"/>
                    </a:lnTo>
                    <a:lnTo>
                      <a:pt x="88" y="199"/>
                    </a:lnTo>
                    <a:lnTo>
                      <a:pt x="88" y="202"/>
                    </a:lnTo>
                    <a:lnTo>
                      <a:pt x="88" y="202"/>
                    </a:lnTo>
                    <a:lnTo>
                      <a:pt x="88" y="202"/>
                    </a:lnTo>
                    <a:lnTo>
                      <a:pt x="88" y="202"/>
                    </a:lnTo>
                    <a:lnTo>
                      <a:pt x="88" y="204"/>
                    </a:lnTo>
                    <a:lnTo>
                      <a:pt x="88" y="204"/>
                    </a:lnTo>
                    <a:lnTo>
                      <a:pt x="88" y="202"/>
                    </a:lnTo>
                    <a:lnTo>
                      <a:pt x="88" y="202"/>
                    </a:lnTo>
                    <a:lnTo>
                      <a:pt x="85" y="202"/>
                    </a:lnTo>
                    <a:lnTo>
                      <a:pt x="85" y="202"/>
                    </a:lnTo>
                    <a:lnTo>
                      <a:pt x="85" y="199"/>
                    </a:lnTo>
                    <a:lnTo>
                      <a:pt x="85" y="199"/>
                    </a:lnTo>
                    <a:lnTo>
                      <a:pt x="83" y="199"/>
                    </a:lnTo>
                    <a:lnTo>
                      <a:pt x="83" y="199"/>
                    </a:lnTo>
                    <a:lnTo>
                      <a:pt x="80" y="199"/>
                    </a:lnTo>
                    <a:lnTo>
                      <a:pt x="80" y="199"/>
                    </a:lnTo>
                    <a:lnTo>
                      <a:pt x="80" y="199"/>
                    </a:lnTo>
                    <a:lnTo>
                      <a:pt x="80" y="199"/>
                    </a:lnTo>
                    <a:lnTo>
                      <a:pt x="80" y="199"/>
                    </a:lnTo>
                    <a:lnTo>
                      <a:pt x="78" y="199"/>
                    </a:lnTo>
                    <a:lnTo>
                      <a:pt x="78" y="199"/>
                    </a:lnTo>
                    <a:lnTo>
                      <a:pt x="78" y="202"/>
                    </a:lnTo>
                    <a:lnTo>
                      <a:pt x="78" y="202"/>
                    </a:lnTo>
                    <a:lnTo>
                      <a:pt x="78" y="204"/>
                    </a:lnTo>
                    <a:lnTo>
                      <a:pt x="78" y="204"/>
                    </a:lnTo>
                    <a:lnTo>
                      <a:pt x="76" y="204"/>
                    </a:lnTo>
                    <a:lnTo>
                      <a:pt x="76" y="202"/>
                    </a:lnTo>
                    <a:lnTo>
                      <a:pt x="76" y="202"/>
                    </a:lnTo>
                    <a:lnTo>
                      <a:pt x="76" y="199"/>
                    </a:lnTo>
                    <a:lnTo>
                      <a:pt x="76" y="199"/>
                    </a:lnTo>
                    <a:lnTo>
                      <a:pt x="73" y="199"/>
                    </a:lnTo>
                    <a:lnTo>
                      <a:pt x="73" y="199"/>
                    </a:lnTo>
                    <a:lnTo>
                      <a:pt x="73" y="199"/>
                    </a:lnTo>
                    <a:lnTo>
                      <a:pt x="73" y="199"/>
                    </a:lnTo>
                    <a:lnTo>
                      <a:pt x="73" y="199"/>
                    </a:lnTo>
                    <a:lnTo>
                      <a:pt x="73" y="197"/>
                    </a:lnTo>
                    <a:lnTo>
                      <a:pt x="73" y="197"/>
                    </a:lnTo>
                    <a:lnTo>
                      <a:pt x="73" y="197"/>
                    </a:lnTo>
                    <a:lnTo>
                      <a:pt x="73" y="197"/>
                    </a:lnTo>
                    <a:lnTo>
                      <a:pt x="76" y="197"/>
                    </a:lnTo>
                    <a:lnTo>
                      <a:pt x="76" y="194"/>
                    </a:lnTo>
                    <a:lnTo>
                      <a:pt x="76" y="194"/>
                    </a:lnTo>
                    <a:lnTo>
                      <a:pt x="73" y="194"/>
                    </a:lnTo>
                    <a:lnTo>
                      <a:pt x="73" y="192"/>
                    </a:lnTo>
                    <a:lnTo>
                      <a:pt x="73" y="192"/>
                    </a:lnTo>
                    <a:lnTo>
                      <a:pt x="73" y="194"/>
                    </a:lnTo>
                    <a:lnTo>
                      <a:pt x="73" y="194"/>
                    </a:lnTo>
                    <a:lnTo>
                      <a:pt x="73" y="192"/>
                    </a:lnTo>
                    <a:lnTo>
                      <a:pt x="73" y="192"/>
                    </a:lnTo>
                    <a:lnTo>
                      <a:pt x="73" y="192"/>
                    </a:lnTo>
                    <a:lnTo>
                      <a:pt x="73" y="192"/>
                    </a:lnTo>
                    <a:lnTo>
                      <a:pt x="76" y="192"/>
                    </a:lnTo>
                    <a:lnTo>
                      <a:pt x="76" y="190"/>
                    </a:lnTo>
                    <a:lnTo>
                      <a:pt x="76" y="190"/>
                    </a:lnTo>
                    <a:lnTo>
                      <a:pt x="76" y="190"/>
                    </a:lnTo>
                    <a:lnTo>
                      <a:pt x="76" y="190"/>
                    </a:lnTo>
                    <a:lnTo>
                      <a:pt x="76" y="187"/>
                    </a:lnTo>
                    <a:lnTo>
                      <a:pt x="76" y="187"/>
                    </a:lnTo>
                    <a:lnTo>
                      <a:pt x="76" y="187"/>
                    </a:lnTo>
                    <a:lnTo>
                      <a:pt x="76" y="187"/>
                    </a:lnTo>
                    <a:lnTo>
                      <a:pt x="76" y="185"/>
                    </a:lnTo>
                    <a:lnTo>
                      <a:pt x="76" y="185"/>
                    </a:lnTo>
                    <a:lnTo>
                      <a:pt x="76" y="185"/>
                    </a:lnTo>
                    <a:lnTo>
                      <a:pt x="76" y="183"/>
                    </a:lnTo>
                    <a:lnTo>
                      <a:pt x="76" y="183"/>
                    </a:lnTo>
                    <a:lnTo>
                      <a:pt x="76" y="183"/>
                    </a:lnTo>
                    <a:lnTo>
                      <a:pt x="76" y="180"/>
                    </a:lnTo>
                    <a:lnTo>
                      <a:pt x="78" y="180"/>
                    </a:lnTo>
                    <a:lnTo>
                      <a:pt x="78" y="180"/>
                    </a:lnTo>
                    <a:lnTo>
                      <a:pt x="78" y="178"/>
                    </a:lnTo>
                    <a:lnTo>
                      <a:pt x="76" y="178"/>
                    </a:lnTo>
                    <a:lnTo>
                      <a:pt x="76" y="178"/>
                    </a:lnTo>
                    <a:lnTo>
                      <a:pt x="73" y="178"/>
                    </a:lnTo>
                    <a:lnTo>
                      <a:pt x="73" y="178"/>
                    </a:lnTo>
                    <a:lnTo>
                      <a:pt x="73" y="178"/>
                    </a:lnTo>
                    <a:lnTo>
                      <a:pt x="71" y="178"/>
                    </a:lnTo>
                    <a:lnTo>
                      <a:pt x="71" y="178"/>
                    </a:lnTo>
                    <a:lnTo>
                      <a:pt x="71" y="178"/>
                    </a:lnTo>
                    <a:lnTo>
                      <a:pt x="71" y="178"/>
                    </a:lnTo>
                    <a:lnTo>
                      <a:pt x="69" y="178"/>
                    </a:lnTo>
                    <a:lnTo>
                      <a:pt x="69" y="178"/>
                    </a:lnTo>
                    <a:lnTo>
                      <a:pt x="69" y="178"/>
                    </a:lnTo>
                    <a:lnTo>
                      <a:pt x="66" y="178"/>
                    </a:lnTo>
                    <a:lnTo>
                      <a:pt x="66" y="178"/>
                    </a:lnTo>
                    <a:lnTo>
                      <a:pt x="66" y="178"/>
                    </a:lnTo>
                    <a:lnTo>
                      <a:pt x="64" y="178"/>
                    </a:lnTo>
                    <a:lnTo>
                      <a:pt x="64" y="178"/>
                    </a:lnTo>
                    <a:lnTo>
                      <a:pt x="64" y="178"/>
                    </a:lnTo>
                    <a:lnTo>
                      <a:pt x="61" y="178"/>
                    </a:lnTo>
                    <a:lnTo>
                      <a:pt x="61" y="178"/>
                    </a:lnTo>
                    <a:lnTo>
                      <a:pt x="61" y="180"/>
                    </a:lnTo>
                    <a:lnTo>
                      <a:pt x="59" y="180"/>
                    </a:lnTo>
                    <a:lnTo>
                      <a:pt x="59" y="180"/>
                    </a:lnTo>
                    <a:lnTo>
                      <a:pt x="59" y="180"/>
                    </a:lnTo>
                    <a:lnTo>
                      <a:pt x="59" y="180"/>
                    </a:lnTo>
                    <a:lnTo>
                      <a:pt x="57" y="180"/>
                    </a:lnTo>
                    <a:lnTo>
                      <a:pt x="57" y="183"/>
                    </a:lnTo>
                    <a:lnTo>
                      <a:pt x="57" y="183"/>
                    </a:lnTo>
                    <a:lnTo>
                      <a:pt x="57" y="183"/>
                    </a:lnTo>
                    <a:lnTo>
                      <a:pt x="57" y="185"/>
                    </a:lnTo>
                    <a:lnTo>
                      <a:pt x="57" y="185"/>
                    </a:lnTo>
                    <a:lnTo>
                      <a:pt x="57" y="185"/>
                    </a:lnTo>
                    <a:lnTo>
                      <a:pt x="59" y="185"/>
                    </a:lnTo>
                    <a:lnTo>
                      <a:pt x="59" y="187"/>
                    </a:lnTo>
                    <a:lnTo>
                      <a:pt x="59" y="187"/>
                    </a:lnTo>
                    <a:lnTo>
                      <a:pt x="59" y="187"/>
                    </a:lnTo>
                    <a:lnTo>
                      <a:pt x="59" y="187"/>
                    </a:lnTo>
                    <a:lnTo>
                      <a:pt x="59" y="190"/>
                    </a:lnTo>
                    <a:lnTo>
                      <a:pt x="59" y="190"/>
                    </a:lnTo>
                    <a:lnTo>
                      <a:pt x="59" y="190"/>
                    </a:lnTo>
                    <a:lnTo>
                      <a:pt x="59" y="192"/>
                    </a:lnTo>
                    <a:lnTo>
                      <a:pt x="57" y="192"/>
                    </a:lnTo>
                    <a:lnTo>
                      <a:pt x="57" y="192"/>
                    </a:lnTo>
                    <a:lnTo>
                      <a:pt x="57" y="194"/>
                    </a:lnTo>
                    <a:lnTo>
                      <a:pt x="57" y="194"/>
                    </a:lnTo>
                    <a:lnTo>
                      <a:pt x="57" y="194"/>
                    </a:lnTo>
                    <a:lnTo>
                      <a:pt x="57" y="197"/>
                    </a:lnTo>
                    <a:lnTo>
                      <a:pt x="57" y="197"/>
                    </a:lnTo>
                    <a:lnTo>
                      <a:pt x="57" y="199"/>
                    </a:lnTo>
                    <a:lnTo>
                      <a:pt x="57" y="199"/>
                    </a:lnTo>
                    <a:lnTo>
                      <a:pt x="54" y="199"/>
                    </a:lnTo>
                    <a:lnTo>
                      <a:pt x="54" y="199"/>
                    </a:lnTo>
                    <a:lnTo>
                      <a:pt x="54" y="202"/>
                    </a:lnTo>
                    <a:lnTo>
                      <a:pt x="57" y="202"/>
                    </a:lnTo>
                    <a:lnTo>
                      <a:pt x="57" y="202"/>
                    </a:lnTo>
                    <a:lnTo>
                      <a:pt x="57" y="204"/>
                    </a:lnTo>
                    <a:lnTo>
                      <a:pt x="57" y="204"/>
                    </a:lnTo>
                    <a:lnTo>
                      <a:pt x="57" y="206"/>
                    </a:lnTo>
                    <a:lnTo>
                      <a:pt x="57" y="206"/>
                    </a:lnTo>
                    <a:lnTo>
                      <a:pt x="57" y="209"/>
                    </a:lnTo>
                    <a:lnTo>
                      <a:pt x="57" y="209"/>
                    </a:lnTo>
                    <a:lnTo>
                      <a:pt x="57" y="209"/>
                    </a:lnTo>
                    <a:lnTo>
                      <a:pt x="57" y="209"/>
                    </a:lnTo>
                    <a:lnTo>
                      <a:pt x="57" y="211"/>
                    </a:lnTo>
                    <a:lnTo>
                      <a:pt x="57" y="211"/>
                    </a:lnTo>
                    <a:lnTo>
                      <a:pt x="57" y="211"/>
                    </a:lnTo>
                    <a:lnTo>
                      <a:pt x="57" y="213"/>
                    </a:lnTo>
                    <a:lnTo>
                      <a:pt x="57" y="213"/>
                    </a:lnTo>
                    <a:lnTo>
                      <a:pt x="54" y="213"/>
                    </a:lnTo>
                    <a:lnTo>
                      <a:pt x="54" y="216"/>
                    </a:lnTo>
                    <a:lnTo>
                      <a:pt x="54" y="216"/>
                    </a:lnTo>
                    <a:lnTo>
                      <a:pt x="54" y="216"/>
                    </a:lnTo>
                    <a:lnTo>
                      <a:pt x="54" y="216"/>
                    </a:lnTo>
                    <a:lnTo>
                      <a:pt x="54" y="218"/>
                    </a:lnTo>
                    <a:lnTo>
                      <a:pt x="54" y="218"/>
                    </a:lnTo>
                    <a:lnTo>
                      <a:pt x="52" y="218"/>
                    </a:lnTo>
                    <a:lnTo>
                      <a:pt x="52" y="218"/>
                    </a:lnTo>
                    <a:lnTo>
                      <a:pt x="54" y="218"/>
                    </a:lnTo>
                    <a:lnTo>
                      <a:pt x="54" y="221"/>
                    </a:lnTo>
                    <a:lnTo>
                      <a:pt x="54" y="221"/>
                    </a:lnTo>
                    <a:lnTo>
                      <a:pt x="52" y="221"/>
                    </a:lnTo>
                    <a:lnTo>
                      <a:pt x="52" y="223"/>
                    </a:lnTo>
                    <a:lnTo>
                      <a:pt x="52" y="223"/>
                    </a:lnTo>
                    <a:lnTo>
                      <a:pt x="52" y="223"/>
                    </a:lnTo>
                    <a:lnTo>
                      <a:pt x="52" y="225"/>
                    </a:lnTo>
                    <a:lnTo>
                      <a:pt x="52" y="225"/>
                    </a:lnTo>
                    <a:lnTo>
                      <a:pt x="52" y="225"/>
                    </a:lnTo>
                    <a:lnTo>
                      <a:pt x="50" y="225"/>
                    </a:lnTo>
                    <a:lnTo>
                      <a:pt x="50" y="228"/>
                    </a:lnTo>
                    <a:lnTo>
                      <a:pt x="50" y="228"/>
                    </a:lnTo>
                    <a:lnTo>
                      <a:pt x="50" y="228"/>
                    </a:lnTo>
                    <a:lnTo>
                      <a:pt x="50" y="228"/>
                    </a:lnTo>
                    <a:lnTo>
                      <a:pt x="50" y="230"/>
                    </a:lnTo>
                    <a:lnTo>
                      <a:pt x="47" y="230"/>
                    </a:lnTo>
                    <a:lnTo>
                      <a:pt x="47" y="230"/>
                    </a:lnTo>
                    <a:lnTo>
                      <a:pt x="47" y="232"/>
                    </a:lnTo>
                    <a:lnTo>
                      <a:pt x="47" y="232"/>
                    </a:lnTo>
                    <a:lnTo>
                      <a:pt x="47" y="232"/>
                    </a:lnTo>
                    <a:lnTo>
                      <a:pt x="47" y="235"/>
                    </a:lnTo>
                    <a:lnTo>
                      <a:pt x="47" y="235"/>
                    </a:lnTo>
                    <a:lnTo>
                      <a:pt x="47" y="237"/>
                    </a:lnTo>
                    <a:lnTo>
                      <a:pt x="47" y="237"/>
                    </a:lnTo>
                    <a:lnTo>
                      <a:pt x="47" y="237"/>
                    </a:lnTo>
                    <a:lnTo>
                      <a:pt x="47" y="237"/>
                    </a:lnTo>
                    <a:lnTo>
                      <a:pt x="45" y="237"/>
                    </a:lnTo>
                    <a:lnTo>
                      <a:pt x="45" y="240"/>
                    </a:lnTo>
                    <a:lnTo>
                      <a:pt x="47" y="240"/>
                    </a:lnTo>
                    <a:lnTo>
                      <a:pt x="47" y="240"/>
                    </a:lnTo>
                    <a:lnTo>
                      <a:pt x="47" y="240"/>
                    </a:lnTo>
                    <a:lnTo>
                      <a:pt x="47" y="240"/>
                    </a:lnTo>
                    <a:lnTo>
                      <a:pt x="47" y="242"/>
                    </a:lnTo>
                    <a:lnTo>
                      <a:pt x="47" y="242"/>
                    </a:lnTo>
                    <a:lnTo>
                      <a:pt x="47" y="244"/>
                    </a:lnTo>
                    <a:lnTo>
                      <a:pt x="47" y="244"/>
                    </a:lnTo>
                    <a:lnTo>
                      <a:pt x="47" y="247"/>
                    </a:lnTo>
                    <a:lnTo>
                      <a:pt x="45" y="247"/>
                    </a:lnTo>
                    <a:lnTo>
                      <a:pt x="45" y="247"/>
                    </a:lnTo>
                    <a:lnTo>
                      <a:pt x="45" y="247"/>
                    </a:lnTo>
                    <a:lnTo>
                      <a:pt x="45" y="247"/>
                    </a:lnTo>
                    <a:lnTo>
                      <a:pt x="45" y="247"/>
                    </a:lnTo>
                    <a:lnTo>
                      <a:pt x="45" y="249"/>
                    </a:lnTo>
                    <a:lnTo>
                      <a:pt x="45" y="249"/>
                    </a:lnTo>
                    <a:lnTo>
                      <a:pt x="43" y="249"/>
                    </a:lnTo>
                    <a:lnTo>
                      <a:pt x="43" y="249"/>
                    </a:lnTo>
                    <a:lnTo>
                      <a:pt x="43" y="251"/>
                    </a:lnTo>
                    <a:lnTo>
                      <a:pt x="43" y="251"/>
                    </a:lnTo>
                    <a:lnTo>
                      <a:pt x="40" y="251"/>
                    </a:lnTo>
                    <a:lnTo>
                      <a:pt x="40" y="254"/>
                    </a:lnTo>
                    <a:lnTo>
                      <a:pt x="40" y="254"/>
                    </a:lnTo>
                    <a:lnTo>
                      <a:pt x="40" y="256"/>
                    </a:lnTo>
                    <a:lnTo>
                      <a:pt x="43" y="256"/>
                    </a:lnTo>
                    <a:lnTo>
                      <a:pt x="43" y="256"/>
                    </a:lnTo>
                    <a:lnTo>
                      <a:pt x="40" y="256"/>
                    </a:lnTo>
                    <a:lnTo>
                      <a:pt x="40" y="258"/>
                    </a:lnTo>
                    <a:lnTo>
                      <a:pt x="40" y="258"/>
                    </a:lnTo>
                    <a:lnTo>
                      <a:pt x="40" y="258"/>
                    </a:lnTo>
                    <a:lnTo>
                      <a:pt x="40" y="258"/>
                    </a:lnTo>
                    <a:lnTo>
                      <a:pt x="38" y="258"/>
                    </a:lnTo>
                    <a:lnTo>
                      <a:pt x="38" y="258"/>
                    </a:lnTo>
                    <a:lnTo>
                      <a:pt x="40" y="258"/>
                    </a:lnTo>
                    <a:lnTo>
                      <a:pt x="40" y="258"/>
                    </a:lnTo>
                    <a:lnTo>
                      <a:pt x="40" y="258"/>
                    </a:lnTo>
                    <a:lnTo>
                      <a:pt x="40" y="261"/>
                    </a:lnTo>
                    <a:lnTo>
                      <a:pt x="40" y="261"/>
                    </a:lnTo>
                    <a:lnTo>
                      <a:pt x="40" y="261"/>
                    </a:lnTo>
                    <a:lnTo>
                      <a:pt x="40" y="263"/>
                    </a:lnTo>
                    <a:lnTo>
                      <a:pt x="40" y="263"/>
                    </a:lnTo>
                    <a:lnTo>
                      <a:pt x="40" y="263"/>
                    </a:lnTo>
                    <a:lnTo>
                      <a:pt x="38" y="263"/>
                    </a:lnTo>
                    <a:lnTo>
                      <a:pt x="38" y="266"/>
                    </a:lnTo>
                    <a:lnTo>
                      <a:pt x="40" y="266"/>
                    </a:lnTo>
                    <a:lnTo>
                      <a:pt x="40" y="266"/>
                    </a:lnTo>
                    <a:lnTo>
                      <a:pt x="40" y="268"/>
                    </a:lnTo>
                    <a:lnTo>
                      <a:pt x="38" y="268"/>
                    </a:lnTo>
                    <a:lnTo>
                      <a:pt x="38" y="268"/>
                    </a:lnTo>
                    <a:lnTo>
                      <a:pt x="38" y="268"/>
                    </a:lnTo>
                    <a:lnTo>
                      <a:pt x="38" y="270"/>
                    </a:lnTo>
                    <a:lnTo>
                      <a:pt x="40" y="270"/>
                    </a:lnTo>
                    <a:lnTo>
                      <a:pt x="40" y="270"/>
                    </a:lnTo>
                    <a:lnTo>
                      <a:pt x="38" y="270"/>
                    </a:lnTo>
                    <a:lnTo>
                      <a:pt x="38" y="273"/>
                    </a:lnTo>
                    <a:lnTo>
                      <a:pt x="38" y="273"/>
                    </a:lnTo>
                    <a:lnTo>
                      <a:pt x="38" y="275"/>
                    </a:lnTo>
                    <a:lnTo>
                      <a:pt x="40" y="275"/>
                    </a:lnTo>
                    <a:lnTo>
                      <a:pt x="40" y="275"/>
                    </a:lnTo>
                    <a:lnTo>
                      <a:pt x="40" y="277"/>
                    </a:lnTo>
                    <a:lnTo>
                      <a:pt x="40" y="277"/>
                    </a:lnTo>
                    <a:lnTo>
                      <a:pt x="40" y="277"/>
                    </a:lnTo>
                    <a:lnTo>
                      <a:pt x="40" y="277"/>
                    </a:lnTo>
                    <a:lnTo>
                      <a:pt x="40" y="280"/>
                    </a:lnTo>
                    <a:lnTo>
                      <a:pt x="40" y="280"/>
                    </a:lnTo>
                    <a:lnTo>
                      <a:pt x="40" y="280"/>
                    </a:lnTo>
                    <a:lnTo>
                      <a:pt x="43" y="280"/>
                    </a:lnTo>
                    <a:lnTo>
                      <a:pt x="43" y="282"/>
                    </a:lnTo>
                    <a:lnTo>
                      <a:pt x="43" y="282"/>
                    </a:lnTo>
                    <a:lnTo>
                      <a:pt x="43" y="285"/>
                    </a:lnTo>
                    <a:lnTo>
                      <a:pt x="43" y="285"/>
                    </a:lnTo>
                    <a:lnTo>
                      <a:pt x="40" y="285"/>
                    </a:lnTo>
                    <a:lnTo>
                      <a:pt x="40" y="285"/>
                    </a:lnTo>
                    <a:lnTo>
                      <a:pt x="40" y="285"/>
                    </a:lnTo>
                    <a:lnTo>
                      <a:pt x="40" y="285"/>
                    </a:lnTo>
                    <a:lnTo>
                      <a:pt x="40" y="287"/>
                    </a:lnTo>
                    <a:lnTo>
                      <a:pt x="40" y="287"/>
                    </a:lnTo>
                    <a:lnTo>
                      <a:pt x="43" y="287"/>
                    </a:lnTo>
                    <a:lnTo>
                      <a:pt x="43" y="287"/>
                    </a:lnTo>
                    <a:lnTo>
                      <a:pt x="43" y="287"/>
                    </a:lnTo>
                    <a:lnTo>
                      <a:pt x="45" y="287"/>
                    </a:lnTo>
                    <a:lnTo>
                      <a:pt x="45" y="287"/>
                    </a:lnTo>
                    <a:lnTo>
                      <a:pt x="45" y="287"/>
                    </a:lnTo>
                    <a:lnTo>
                      <a:pt x="45" y="287"/>
                    </a:lnTo>
                    <a:lnTo>
                      <a:pt x="45" y="285"/>
                    </a:lnTo>
                    <a:lnTo>
                      <a:pt x="47" y="285"/>
                    </a:lnTo>
                    <a:lnTo>
                      <a:pt x="47" y="285"/>
                    </a:lnTo>
                    <a:lnTo>
                      <a:pt x="47" y="285"/>
                    </a:lnTo>
                    <a:lnTo>
                      <a:pt x="47" y="285"/>
                    </a:lnTo>
                    <a:lnTo>
                      <a:pt x="50" y="285"/>
                    </a:lnTo>
                    <a:lnTo>
                      <a:pt x="50" y="282"/>
                    </a:lnTo>
                    <a:lnTo>
                      <a:pt x="47" y="282"/>
                    </a:lnTo>
                    <a:lnTo>
                      <a:pt x="47" y="282"/>
                    </a:lnTo>
                    <a:lnTo>
                      <a:pt x="50" y="282"/>
                    </a:lnTo>
                    <a:lnTo>
                      <a:pt x="50" y="280"/>
                    </a:lnTo>
                    <a:lnTo>
                      <a:pt x="50" y="280"/>
                    </a:lnTo>
                    <a:lnTo>
                      <a:pt x="47" y="280"/>
                    </a:lnTo>
                    <a:lnTo>
                      <a:pt x="47" y="277"/>
                    </a:lnTo>
                    <a:lnTo>
                      <a:pt x="47" y="277"/>
                    </a:lnTo>
                    <a:lnTo>
                      <a:pt x="50" y="277"/>
                    </a:lnTo>
                    <a:lnTo>
                      <a:pt x="50" y="277"/>
                    </a:lnTo>
                    <a:lnTo>
                      <a:pt x="47" y="277"/>
                    </a:lnTo>
                    <a:lnTo>
                      <a:pt x="47" y="275"/>
                    </a:lnTo>
                    <a:lnTo>
                      <a:pt x="50" y="275"/>
                    </a:lnTo>
                    <a:lnTo>
                      <a:pt x="50" y="275"/>
                    </a:lnTo>
                    <a:lnTo>
                      <a:pt x="50" y="275"/>
                    </a:lnTo>
                    <a:lnTo>
                      <a:pt x="50" y="275"/>
                    </a:lnTo>
                    <a:lnTo>
                      <a:pt x="50" y="277"/>
                    </a:lnTo>
                    <a:lnTo>
                      <a:pt x="52" y="277"/>
                    </a:lnTo>
                    <a:lnTo>
                      <a:pt x="52" y="277"/>
                    </a:lnTo>
                    <a:lnTo>
                      <a:pt x="52" y="277"/>
                    </a:lnTo>
                    <a:lnTo>
                      <a:pt x="52" y="280"/>
                    </a:lnTo>
                    <a:lnTo>
                      <a:pt x="50" y="280"/>
                    </a:lnTo>
                    <a:lnTo>
                      <a:pt x="50" y="280"/>
                    </a:lnTo>
                    <a:lnTo>
                      <a:pt x="50" y="282"/>
                    </a:lnTo>
                    <a:lnTo>
                      <a:pt x="50" y="282"/>
                    </a:lnTo>
                    <a:lnTo>
                      <a:pt x="50" y="285"/>
                    </a:lnTo>
                    <a:lnTo>
                      <a:pt x="52" y="285"/>
                    </a:lnTo>
                    <a:lnTo>
                      <a:pt x="52" y="285"/>
                    </a:lnTo>
                    <a:lnTo>
                      <a:pt x="52" y="285"/>
                    </a:lnTo>
                    <a:lnTo>
                      <a:pt x="54" y="285"/>
                    </a:lnTo>
                    <a:lnTo>
                      <a:pt x="54" y="285"/>
                    </a:lnTo>
                    <a:lnTo>
                      <a:pt x="54" y="282"/>
                    </a:lnTo>
                    <a:lnTo>
                      <a:pt x="54" y="282"/>
                    </a:lnTo>
                    <a:lnTo>
                      <a:pt x="54" y="280"/>
                    </a:lnTo>
                    <a:lnTo>
                      <a:pt x="54" y="280"/>
                    </a:lnTo>
                    <a:lnTo>
                      <a:pt x="54" y="277"/>
                    </a:lnTo>
                    <a:lnTo>
                      <a:pt x="54" y="277"/>
                    </a:lnTo>
                    <a:lnTo>
                      <a:pt x="54" y="277"/>
                    </a:lnTo>
                    <a:lnTo>
                      <a:pt x="54" y="277"/>
                    </a:lnTo>
                    <a:lnTo>
                      <a:pt x="57" y="277"/>
                    </a:lnTo>
                    <a:lnTo>
                      <a:pt x="57" y="277"/>
                    </a:lnTo>
                    <a:lnTo>
                      <a:pt x="57" y="277"/>
                    </a:lnTo>
                    <a:lnTo>
                      <a:pt x="57" y="277"/>
                    </a:lnTo>
                    <a:lnTo>
                      <a:pt x="57" y="275"/>
                    </a:lnTo>
                    <a:lnTo>
                      <a:pt x="57" y="275"/>
                    </a:lnTo>
                    <a:lnTo>
                      <a:pt x="54" y="275"/>
                    </a:lnTo>
                    <a:lnTo>
                      <a:pt x="54" y="275"/>
                    </a:lnTo>
                    <a:lnTo>
                      <a:pt x="54" y="273"/>
                    </a:lnTo>
                    <a:lnTo>
                      <a:pt x="54" y="273"/>
                    </a:lnTo>
                    <a:lnTo>
                      <a:pt x="54" y="270"/>
                    </a:lnTo>
                    <a:lnTo>
                      <a:pt x="57" y="270"/>
                    </a:lnTo>
                    <a:lnTo>
                      <a:pt x="57" y="270"/>
                    </a:lnTo>
                    <a:lnTo>
                      <a:pt x="57" y="273"/>
                    </a:lnTo>
                    <a:lnTo>
                      <a:pt x="59" y="273"/>
                    </a:lnTo>
                    <a:lnTo>
                      <a:pt x="59" y="273"/>
                    </a:lnTo>
                    <a:lnTo>
                      <a:pt x="59" y="275"/>
                    </a:lnTo>
                    <a:lnTo>
                      <a:pt x="59" y="275"/>
                    </a:lnTo>
                    <a:lnTo>
                      <a:pt x="59" y="277"/>
                    </a:lnTo>
                    <a:lnTo>
                      <a:pt x="59" y="277"/>
                    </a:lnTo>
                    <a:lnTo>
                      <a:pt x="59" y="277"/>
                    </a:lnTo>
                    <a:lnTo>
                      <a:pt x="59" y="277"/>
                    </a:lnTo>
                    <a:lnTo>
                      <a:pt x="59" y="277"/>
                    </a:lnTo>
                    <a:lnTo>
                      <a:pt x="59" y="280"/>
                    </a:lnTo>
                    <a:lnTo>
                      <a:pt x="59" y="280"/>
                    </a:lnTo>
                    <a:lnTo>
                      <a:pt x="59" y="282"/>
                    </a:lnTo>
                    <a:lnTo>
                      <a:pt x="57" y="282"/>
                    </a:lnTo>
                    <a:lnTo>
                      <a:pt x="57" y="282"/>
                    </a:lnTo>
                    <a:lnTo>
                      <a:pt x="57" y="282"/>
                    </a:lnTo>
                    <a:lnTo>
                      <a:pt x="57" y="285"/>
                    </a:lnTo>
                    <a:lnTo>
                      <a:pt x="57" y="285"/>
                    </a:lnTo>
                    <a:lnTo>
                      <a:pt x="54" y="285"/>
                    </a:lnTo>
                    <a:lnTo>
                      <a:pt x="54" y="285"/>
                    </a:lnTo>
                    <a:lnTo>
                      <a:pt x="54" y="285"/>
                    </a:lnTo>
                    <a:lnTo>
                      <a:pt x="54" y="287"/>
                    </a:lnTo>
                    <a:lnTo>
                      <a:pt x="54" y="287"/>
                    </a:lnTo>
                    <a:lnTo>
                      <a:pt x="54" y="287"/>
                    </a:lnTo>
                    <a:lnTo>
                      <a:pt x="54" y="287"/>
                    </a:lnTo>
                    <a:lnTo>
                      <a:pt x="54" y="289"/>
                    </a:lnTo>
                    <a:lnTo>
                      <a:pt x="54" y="289"/>
                    </a:lnTo>
                    <a:lnTo>
                      <a:pt x="54" y="292"/>
                    </a:lnTo>
                    <a:lnTo>
                      <a:pt x="54" y="292"/>
                    </a:lnTo>
                    <a:lnTo>
                      <a:pt x="54" y="292"/>
                    </a:lnTo>
                    <a:lnTo>
                      <a:pt x="54" y="294"/>
                    </a:lnTo>
                    <a:lnTo>
                      <a:pt x="54" y="294"/>
                    </a:lnTo>
                    <a:lnTo>
                      <a:pt x="54" y="296"/>
                    </a:lnTo>
                    <a:lnTo>
                      <a:pt x="54" y="296"/>
                    </a:lnTo>
                    <a:lnTo>
                      <a:pt x="54" y="296"/>
                    </a:lnTo>
                    <a:lnTo>
                      <a:pt x="54" y="299"/>
                    </a:lnTo>
                    <a:lnTo>
                      <a:pt x="54" y="299"/>
                    </a:lnTo>
                    <a:lnTo>
                      <a:pt x="54" y="301"/>
                    </a:lnTo>
                    <a:lnTo>
                      <a:pt x="54" y="301"/>
                    </a:lnTo>
                    <a:lnTo>
                      <a:pt x="57" y="301"/>
                    </a:lnTo>
                    <a:lnTo>
                      <a:pt x="57" y="304"/>
                    </a:lnTo>
                    <a:lnTo>
                      <a:pt x="57" y="304"/>
                    </a:lnTo>
                    <a:lnTo>
                      <a:pt x="57" y="304"/>
                    </a:lnTo>
                    <a:lnTo>
                      <a:pt x="59" y="304"/>
                    </a:lnTo>
                    <a:lnTo>
                      <a:pt x="59" y="306"/>
                    </a:lnTo>
                    <a:lnTo>
                      <a:pt x="59" y="306"/>
                    </a:lnTo>
                    <a:lnTo>
                      <a:pt x="59" y="306"/>
                    </a:lnTo>
                    <a:lnTo>
                      <a:pt x="59" y="306"/>
                    </a:lnTo>
                    <a:lnTo>
                      <a:pt x="59" y="304"/>
                    </a:lnTo>
                    <a:lnTo>
                      <a:pt x="59" y="304"/>
                    </a:lnTo>
                    <a:lnTo>
                      <a:pt x="61" y="304"/>
                    </a:lnTo>
                    <a:lnTo>
                      <a:pt x="61" y="306"/>
                    </a:lnTo>
                    <a:lnTo>
                      <a:pt x="61" y="306"/>
                    </a:lnTo>
                    <a:lnTo>
                      <a:pt x="61" y="306"/>
                    </a:lnTo>
                    <a:lnTo>
                      <a:pt x="61" y="306"/>
                    </a:lnTo>
                    <a:lnTo>
                      <a:pt x="61" y="308"/>
                    </a:lnTo>
                    <a:lnTo>
                      <a:pt x="64" y="308"/>
                    </a:lnTo>
                    <a:lnTo>
                      <a:pt x="64" y="308"/>
                    </a:lnTo>
                    <a:lnTo>
                      <a:pt x="64" y="311"/>
                    </a:lnTo>
                    <a:lnTo>
                      <a:pt x="64" y="311"/>
                    </a:lnTo>
                    <a:lnTo>
                      <a:pt x="64" y="313"/>
                    </a:lnTo>
                    <a:lnTo>
                      <a:pt x="64" y="313"/>
                    </a:lnTo>
                    <a:lnTo>
                      <a:pt x="64" y="313"/>
                    </a:lnTo>
                    <a:lnTo>
                      <a:pt x="64" y="315"/>
                    </a:lnTo>
                    <a:lnTo>
                      <a:pt x="64" y="315"/>
                    </a:lnTo>
                    <a:lnTo>
                      <a:pt x="64" y="318"/>
                    </a:lnTo>
                    <a:lnTo>
                      <a:pt x="64" y="318"/>
                    </a:lnTo>
                    <a:lnTo>
                      <a:pt x="64" y="318"/>
                    </a:lnTo>
                    <a:lnTo>
                      <a:pt x="64" y="318"/>
                    </a:lnTo>
                    <a:lnTo>
                      <a:pt x="64" y="320"/>
                    </a:lnTo>
                    <a:lnTo>
                      <a:pt x="64" y="320"/>
                    </a:lnTo>
                    <a:lnTo>
                      <a:pt x="64" y="322"/>
                    </a:lnTo>
                    <a:lnTo>
                      <a:pt x="64" y="322"/>
                    </a:lnTo>
                    <a:lnTo>
                      <a:pt x="66" y="322"/>
                    </a:lnTo>
                    <a:lnTo>
                      <a:pt x="66" y="325"/>
                    </a:lnTo>
                    <a:lnTo>
                      <a:pt x="66" y="325"/>
                    </a:lnTo>
                    <a:lnTo>
                      <a:pt x="66" y="327"/>
                    </a:lnTo>
                    <a:lnTo>
                      <a:pt x="66" y="327"/>
                    </a:lnTo>
                    <a:lnTo>
                      <a:pt x="66" y="327"/>
                    </a:lnTo>
                    <a:lnTo>
                      <a:pt x="66" y="327"/>
                    </a:lnTo>
                    <a:lnTo>
                      <a:pt x="66" y="330"/>
                    </a:lnTo>
                    <a:lnTo>
                      <a:pt x="66" y="330"/>
                    </a:lnTo>
                    <a:lnTo>
                      <a:pt x="66" y="332"/>
                    </a:lnTo>
                    <a:lnTo>
                      <a:pt x="66" y="332"/>
                    </a:lnTo>
                    <a:lnTo>
                      <a:pt x="66" y="332"/>
                    </a:lnTo>
                    <a:lnTo>
                      <a:pt x="66" y="334"/>
                    </a:lnTo>
                    <a:lnTo>
                      <a:pt x="69" y="334"/>
                    </a:lnTo>
                    <a:lnTo>
                      <a:pt x="69" y="334"/>
                    </a:lnTo>
                    <a:lnTo>
                      <a:pt x="69" y="337"/>
                    </a:lnTo>
                    <a:lnTo>
                      <a:pt x="69" y="337"/>
                    </a:lnTo>
                    <a:lnTo>
                      <a:pt x="69" y="337"/>
                    </a:lnTo>
                    <a:lnTo>
                      <a:pt x="71" y="337"/>
                    </a:lnTo>
                    <a:lnTo>
                      <a:pt x="71" y="337"/>
                    </a:lnTo>
                    <a:lnTo>
                      <a:pt x="71" y="337"/>
                    </a:lnTo>
                    <a:lnTo>
                      <a:pt x="71" y="339"/>
                    </a:lnTo>
                    <a:lnTo>
                      <a:pt x="71" y="339"/>
                    </a:lnTo>
                    <a:lnTo>
                      <a:pt x="71" y="339"/>
                    </a:lnTo>
                    <a:lnTo>
                      <a:pt x="71" y="341"/>
                    </a:lnTo>
                    <a:lnTo>
                      <a:pt x="73" y="341"/>
                    </a:lnTo>
                    <a:lnTo>
                      <a:pt x="73" y="341"/>
                    </a:lnTo>
                    <a:lnTo>
                      <a:pt x="73" y="341"/>
                    </a:lnTo>
                    <a:lnTo>
                      <a:pt x="73" y="344"/>
                    </a:lnTo>
                    <a:lnTo>
                      <a:pt x="73" y="344"/>
                    </a:lnTo>
                    <a:lnTo>
                      <a:pt x="73" y="344"/>
                    </a:lnTo>
                    <a:lnTo>
                      <a:pt x="76" y="344"/>
                    </a:lnTo>
                    <a:lnTo>
                      <a:pt x="76" y="344"/>
                    </a:lnTo>
                    <a:lnTo>
                      <a:pt x="76" y="346"/>
                    </a:lnTo>
                    <a:lnTo>
                      <a:pt x="78" y="346"/>
                    </a:lnTo>
                    <a:lnTo>
                      <a:pt x="78" y="346"/>
                    </a:lnTo>
                    <a:lnTo>
                      <a:pt x="78" y="346"/>
                    </a:lnTo>
                    <a:lnTo>
                      <a:pt x="78" y="346"/>
                    </a:lnTo>
                    <a:lnTo>
                      <a:pt x="80" y="346"/>
                    </a:lnTo>
                    <a:lnTo>
                      <a:pt x="80" y="346"/>
                    </a:lnTo>
                    <a:lnTo>
                      <a:pt x="80" y="346"/>
                    </a:lnTo>
                    <a:lnTo>
                      <a:pt x="83" y="346"/>
                    </a:lnTo>
                    <a:lnTo>
                      <a:pt x="83" y="346"/>
                    </a:lnTo>
                    <a:lnTo>
                      <a:pt x="83" y="344"/>
                    </a:lnTo>
                    <a:lnTo>
                      <a:pt x="83" y="344"/>
                    </a:lnTo>
                    <a:lnTo>
                      <a:pt x="85" y="344"/>
                    </a:lnTo>
                    <a:lnTo>
                      <a:pt x="85" y="344"/>
                    </a:lnTo>
                    <a:lnTo>
                      <a:pt x="85" y="344"/>
                    </a:lnTo>
                    <a:lnTo>
                      <a:pt x="85" y="346"/>
                    </a:lnTo>
                    <a:lnTo>
                      <a:pt x="88" y="346"/>
                    </a:lnTo>
                    <a:lnTo>
                      <a:pt x="88" y="346"/>
                    </a:lnTo>
                    <a:lnTo>
                      <a:pt x="88" y="346"/>
                    </a:lnTo>
                    <a:lnTo>
                      <a:pt x="88" y="346"/>
                    </a:lnTo>
                    <a:lnTo>
                      <a:pt x="90" y="346"/>
                    </a:lnTo>
                    <a:lnTo>
                      <a:pt x="90" y="346"/>
                    </a:lnTo>
                    <a:lnTo>
                      <a:pt x="90" y="346"/>
                    </a:lnTo>
                    <a:lnTo>
                      <a:pt x="92" y="346"/>
                    </a:lnTo>
                    <a:lnTo>
                      <a:pt x="92" y="349"/>
                    </a:lnTo>
                    <a:lnTo>
                      <a:pt x="92" y="349"/>
                    </a:lnTo>
                    <a:lnTo>
                      <a:pt x="92" y="349"/>
                    </a:lnTo>
                    <a:lnTo>
                      <a:pt x="92" y="351"/>
                    </a:lnTo>
                    <a:lnTo>
                      <a:pt x="92" y="351"/>
                    </a:lnTo>
                    <a:lnTo>
                      <a:pt x="92" y="351"/>
                    </a:lnTo>
                    <a:lnTo>
                      <a:pt x="92" y="353"/>
                    </a:lnTo>
                    <a:lnTo>
                      <a:pt x="95" y="353"/>
                    </a:lnTo>
                    <a:lnTo>
                      <a:pt x="95" y="353"/>
                    </a:lnTo>
                    <a:lnTo>
                      <a:pt x="95" y="353"/>
                    </a:lnTo>
                    <a:lnTo>
                      <a:pt x="95" y="356"/>
                    </a:lnTo>
                    <a:lnTo>
                      <a:pt x="95" y="356"/>
                    </a:lnTo>
                    <a:lnTo>
                      <a:pt x="97" y="356"/>
                    </a:lnTo>
                    <a:lnTo>
                      <a:pt x="97" y="356"/>
                    </a:lnTo>
                    <a:lnTo>
                      <a:pt x="97" y="356"/>
                    </a:lnTo>
                    <a:lnTo>
                      <a:pt x="97" y="356"/>
                    </a:lnTo>
                    <a:lnTo>
                      <a:pt x="97" y="358"/>
                    </a:lnTo>
                    <a:lnTo>
                      <a:pt x="99" y="358"/>
                    </a:lnTo>
                    <a:lnTo>
                      <a:pt x="99" y="358"/>
                    </a:lnTo>
                    <a:lnTo>
                      <a:pt x="99" y="358"/>
                    </a:lnTo>
                    <a:lnTo>
                      <a:pt x="99" y="360"/>
                    </a:lnTo>
                    <a:lnTo>
                      <a:pt x="99" y="360"/>
                    </a:lnTo>
                    <a:lnTo>
                      <a:pt x="99" y="360"/>
                    </a:lnTo>
                    <a:lnTo>
                      <a:pt x="102" y="360"/>
                    </a:lnTo>
                    <a:lnTo>
                      <a:pt x="102" y="360"/>
                    </a:lnTo>
                    <a:lnTo>
                      <a:pt x="102" y="363"/>
                    </a:lnTo>
                    <a:lnTo>
                      <a:pt x="102" y="363"/>
                    </a:lnTo>
                    <a:lnTo>
                      <a:pt x="102" y="363"/>
                    </a:lnTo>
                    <a:lnTo>
                      <a:pt x="102" y="365"/>
                    </a:lnTo>
                    <a:lnTo>
                      <a:pt x="102" y="365"/>
                    </a:lnTo>
                    <a:lnTo>
                      <a:pt x="102" y="365"/>
                    </a:lnTo>
                    <a:lnTo>
                      <a:pt x="99" y="365"/>
                    </a:lnTo>
                    <a:lnTo>
                      <a:pt x="99" y="365"/>
                    </a:lnTo>
                    <a:lnTo>
                      <a:pt x="99" y="367"/>
                    </a:lnTo>
                    <a:lnTo>
                      <a:pt x="99" y="367"/>
                    </a:lnTo>
                    <a:lnTo>
                      <a:pt x="99" y="367"/>
                    </a:lnTo>
                    <a:lnTo>
                      <a:pt x="99" y="370"/>
                    </a:lnTo>
                    <a:lnTo>
                      <a:pt x="97" y="370"/>
                    </a:lnTo>
                    <a:lnTo>
                      <a:pt x="97" y="370"/>
                    </a:lnTo>
                    <a:lnTo>
                      <a:pt x="97" y="372"/>
                    </a:lnTo>
                    <a:lnTo>
                      <a:pt x="97" y="372"/>
                    </a:lnTo>
                    <a:lnTo>
                      <a:pt x="97" y="372"/>
                    </a:lnTo>
                    <a:lnTo>
                      <a:pt x="97" y="375"/>
                    </a:lnTo>
                    <a:lnTo>
                      <a:pt x="97" y="375"/>
                    </a:lnTo>
                    <a:lnTo>
                      <a:pt x="97" y="375"/>
                    </a:lnTo>
                    <a:lnTo>
                      <a:pt x="95" y="375"/>
                    </a:lnTo>
                    <a:lnTo>
                      <a:pt x="95" y="375"/>
                    </a:lnTo>
                    <a:lnTo>
                      <a:pt x="95" y="375"/>
                    </a:lnTo>
                    <a:lnTo>
                      <a:pt x="92" y="375"/>
                    </a:lnTo>
                    <a:lnTo>
                      <a:pt x="92" y="375"/>
                    </a:lnTo>
                    <a:lnTo>
                      <a:pt x="92" y="372"/>
                    </a:lnTo>
                    <a:lnTo>
                      <a:pt x="92" y="372"/>
                    </a:lnTo>
                    <a:lnTo>
                      <a:pt x="92" y="372"/>
                    </a:lnTo>
                    <a:lnTo>
                      <a:pt x="92" y="370"/>
                    </a:lnTo>
                    <a:lnTo>
                      <a:pt x="90" y="370"/>
                    </a:lnTo>
                    <a:lnTo>
                      <a:pt x="90" y="370"/>
                    </a:lnTo>
                    <a:lnTo>
                      <a:pt x="88" y="370"/>
                    </a:lnTo>
                    <a:lnTo>
                      <a:pt x="88" y="372"/>
                    </a:lnTo>
                    <a:lnTo>
                      <a:pt x="88" y="372"/>
                    </a:lnTo>
                    <a:lnTo>
                      <a:pt x="88" y="372"/>
                    </a:lnTo>
                    <a:lnTo>
                      <a:pt x="85" y="372"/>
                    </a:lnTo>
                    <a:lnTo>
                      <a:pt x="85" y="372"/>
                    </a:lnTo>
                    <a:lnTo>
                      <a:pt x="85" y="372"/>
                    </a:lnTo>
                    <a:lnTo>
                      <a:pt x="85" y="375"/>
                    </a:lnTo>
                    <a:lnTo>
                      <a:pt x="85" y="375"/>
                    </a:lnTo>
                    <a:lnTo>
                      <a:pt x="83" y="375"/>
                    </a:lnTo>
                    <a:lnTo>
                      <a:pt x="83" y="375"/>
                    </a:lnTo>
                    <a:lnTo>
                      <a:pt x="83" y="377"/>
                    </a:lnTo>
                    <a:lnTo>
                      <a:pt x="83" y="377"/>
                    </a:lnTo>
                    <a:lnTo>
                      <a:pt x="83" y="377"/>
                    </a:lnTo>
                    <a:lnTo>
                      <a:pt x="80" y="377"/>
                    </a:lnTo>
                    <a:lnTo>
                      <a:pt x="80" y="377"/>
                    </a:lnTo>
                    <a:lnTo>
                      <a:pt x="80" y="377"/>
                    </a:lnTo>
                    <a:lnTo>
                      <a:pt x="80" y="377"/>
                    </a:lnTo>
                    <a:lnTo>
                      <a:pt x="80" y="377"/>
                    </a:lnTo>
                    <a:lnTo>
                      <a:pt x="80" y="377"/>
                    </a:lnTo>
                    <a:lnTo>
                      <a:pt x="80" y="375"/>
                    </a:lnTo>
                    <a:lnTo>
                      <a:pt x="78" y="375"/>
                    </a:lnTo>
                    <a:lnTo>
                      <a:pt x="78" y="375"/>
                    </a:lnTo>
                    <a:lnTo>
                      <a:pt x="78" y="375"/>
                    </a:lnTo>
                    <a:lnTo>
                      <a:pt x="78" y="372"/>
                    </a:lnTo>
                    <a:lnTo>
                      <a:pt x="78" y="372"/>
                    </a:lnTo>
                    <a:lnTo>
                      <a:pt x="78" y="372"/>
                    </a:lnTo>
                    <a:lnTo>
                      <a:pt x="78" y="370"/>
                    </a:lnTo>
                    <a:lnTo>
                      <a:pt x="80" y="370"/>
                    </a:lnTo>
                    <a:lnTo>
                      <a:pt x="80" y="370"/>
                    </a:lnTo>
                    <a:lnTo>
                      <a:pt x="80" y="370"/>
                    </a:lnTo>
                    <a:lnTo>
                      <a:pt x="80" y="367"/>
                    </a:lnTo>
                    <a:lnTo>
                      <a:pt x="80" y="367"/>
                    </a:lnTo>
                    <a:lnTo>
                      <a:pt x="80" y="365"/>
                    </a:lnTo>
                    <a:lnTo>
                      <a:pt x="80" y="365"/>
                    </a:lnTo>
                    <a:lnTo>
                      <a:pt x="80" y="365"/>
                    </a:lnTo>
                    <a:lnTo>
                      <a:pt x="80" y="365"/>
                    </a:lnTo>
                    <a:lnTo>
                      <a:pt x="80" y="365"/>
                    </a:lnTo>
                    <a:lnTo>
                      <a:pt x="80" y="363"/>
                    </a:lnTo>
                    <a:lnTo>
                      <a:pt x="80" y="363"/>
                    </a:lnTo>
                    <a:lnTo>
                      <a:pt x="80" y="363"/>
                    </a:lnTo>
                    <a:lnTo>
                      <a:pt x="78" y="363"/>
                    </a:lnTo>
                    <a:lnTo>
                      <a:pt x="78" y="363"/>
                    </a:lnTo>
                    <a:lnTo>
                      <a:pt x="78" y="360"/>
                    </a:lnTo>
                    <a:lnTo>
                      <a:pt x="78" y="360"/>
                    </a:lnTo>
                    <a:lnTo>
                      <a:pt x="78" y="363"/>
                    </a:lnTo>
                    <a:lnTo>
                      <a:pt x="76" y="363"/>
                    </a:lnTo>
                    <a:lnTo>
                      <a:pt x="76" y="363"/>
                    </a:lnTo>
                    <a:lnTo>
                      <a:pt x="73" y="363"/>
                    </a:lnTo>
                    <a:lnTo>
                      <a:pt x="73" y="360"/>
                    </a:lnTo>
                    <a:lnTo>
                      <a:pt x="73" y="360"/>
                    </a:lnTo>
                    <a:lnTo>
                      <a:pt x="73" y="358"/>
                    </a:lnTo>
                    <a:lnTo>
                      <a:pt x="73" y="358"/>
                    </a:lnTo>
                    <a:lnTo>
                      <a:pt x="73" y="358"/>
                    </a:lnTo>
                    <a:lnTo>
                      <a:pt x="73" y="356"/>
                    </a:lnTo>
                    <a:lnTo>
                      <a:pt x="73" y="356"/>
                    </a:lnTo>
                    <a:lnTo>
                      <a:pt x="73" y="356"/>
                    </a:lnTo>
                    <a:lnTo>
                      <a:pt x="71" y="356"/>
                    </a:lnTo>
                    <a:lnTo>
                      <a:pt x="71" y="356"/>
                    </a:lnTo>
                    <a:lnTo>
                      <a:pt x="71" y="356"/>
                    </a:lnTo>
                    <a:lnTo>
                      <a:pt x="71" y="356"/>
                    </a:lnTo>
                    <a:lnTo>
                      <a:pt x="69" y="356"/>
                    </a:lnTo>
                    <a:lnTo>
                      <a:pt x="69" y="356"/>
                    </a:lnTo>
                    <a:lnTo>
                      <a:pt x="69" y="356"/>
                    </a:lnTo>
                    <a:lnTo>
                      <a:pt x="66" y="356"/>
                    </a:lnTo>
                    <a:lnTo>
                      <a:pt x="66" y="356"/>
                    </a:lnTo>
                    <a:lnTo>
                      <a:pt x="66" y="356"/>
                    </a:lnTo>
                    <a:lnTo>
                      <a:pt x="66" y="356"/>
                    </a:lnTo>
                    <a:lnTo>
                      <a:pt x="64" y="356"/>
                    </a:lnTo>
                    <a:lnTo>
                      <a:pt x="64" y="356"/>
                    </a:lnTo>
                    <a:lnTo>
                      <a:pt x="64" y="353"/>
                    </a:lnTo>
                    <a:lnTo>
                      <a:pt x="64" y="353"/>
                    </a:lnTo>
                    <a:lnTo>
                      <a:pt x="64" y="351"/>
                    </a:lnTo>
                    <a:lnTo>
                      <a:pt x="64" y="351"/>
                    </a:lnTo>
                    <a:lnTo>
                      <a:pt x="64" y="351"/>
                    </a:lnTo>
                    <a:lnTo>
                      <a:pt x="61" y="351"/>
                    </a:lnTo>
                    <a:lnTo>
                      <a:pt x="61" y="351"/>
                    </a:lnTo>
                    <a:lnTo>
                      <a:pt x="59" y="351"/>
                    </a:lnTo>
                    <a:lnTo>
                      <a:pt x="59" y="351"/>
                    </a:lnTo>
                    <a:lnTo>
                      <a:pt x="59" y="353"/>
                    </a:lnTo>
                    <a:lnTo>
                      <a:pt x="59" y="353"/>
                    </a:lnTo>
                    <a:lnTo>
                      <a:pt x="59" y="356"/>
                    </a:lnTo>
                    <a:lnTo>
                      <a:pt x="59" y="356"/>
                    </a:lnTo>
                    <a:lnTo>
                      <a:pt x="59" y="356"/>
                    </a:lnTo>
                    <a:lnTo>
                      <a:pt x="59" y="356"/>
                    </a:lnTo>
                    <a:lnTo>
                      <a:pt x="59" y="358"/>
                    </a:lnTo>
                    <a:lnTo>
                      <a:pt x="59" y="358"/>
                    </a:lnTo>
                    <a:lnTo>
                      <a:pt x="57" y="358"/>
                    </a:lnTo>
                    <a:lnTo>
                      <a:pt x="57" y="356"/>
                    </a:lnTo>
                    <a:lnTo>
                      <a:pt x="57" y="356"/>
                    </a:lnTo>
                    <a:lnTo>
                      <a:pt x="57" y="356"/>
                    </a:lnTo>
                    <a:lnTo>
                      <a:pt x="57" y="356"/>
                    </a:lnTo>
                    <a:lnTo>
                      <a:pt x="54" y="356"/>
                    </a:lnTo>
                    <a:lnTo>
                      <a:pt x="54" y="356"/>
                    </a:lnTo>
                    <a:lnTo>
                      <a:pt x="54" y="353"/>
                    </a:lnTo>
                    <a:lnTo>
                      <a:pt x="54" y="353"/>
                    </a:lnTo>
                    <a:lnTo>
                      <a:pt x="54" y="351"/>
                    </a:lnTo>
                    <a:lnTo>
                      <a:pt x="54" y="351"/>
                    </a:lnTo>
                    <a:lnTo>
                      <a:pt x="54" y="353"/>
                    </a:lnTo>
                    <a:lnTo>
                      <a:pt x="52" y="353"/>
                    </a:lnTo>
                    <a:lnTo>
                      <a:pt x="52" y="351"/>
                    </a:lnTo>
                    <a:lnTo>
                      <a:pt x="52" y="351"/>
                    </a:lnTo>
                    <a:lnTo>
                      <a:pt x="52" y="351"/>
                    </a:lnTo>
                    <a:lnTo>
                      <a:pt x="52" y="349"/>
                    </a:lnTo>
                    <a:lnTo>
                      <a:pt x="52" y="349"/>
                    </a:lnTo>
                    <a:lnTo>
                      <a:pt x="52" y="349"/>
                    </a:lnTo>
                    <a:lnTo>
                      <a:pt x="50" y="349"/>
                    </a:lnTo>
                    <a:lnTo>
                      <a:pt x="50" y="349"/>
                    </a:lnTo>
                    <a:lnTo>
                      <a:pt x="50" y="346"/>
                    </a:lnTo>
                    <a:lnTo>
                      <a:pt x="50" y="346"/>
                    </a:lnTo>
                    <a:lnTo>
                      <a:pt x="50" y="346"/>
                    </a:lnTo>
                    <a:lnTo>
                      <a:pt x="50" y="344"/>
                    </a:lnTo>
                    <a:lnTo>
                      <a:pt x="50" y="344"/>
                    </a:lnTo>
                    <a:lnTo>
                      <a:pt x="50" y="341"/>
                    </a:lnTo>
                    <a:lnTo>
                      <a:pt x="50" y="341"/>
                    </a:lnTo>
                    <a:lnTo>
                      <a:pt x="50" y="339"/>
                    </a:lnTo>
                    <a:lnTo>
                      <a:pt x="47" y="339"/>
                    </a:lnTo>
                    <a:lnTo>
                      <a:pt x="47" y="341"/>
                    </a:lnTo>
                    <a:lnTo>
                      <a:pt x="47" y="341"/>
                    </a:lnTo>
                    <a:lnTo>
                      <a:pt x="47" y="341"/>
                    </a:lnTo>
                    <a:lnTo>
                      <a:pt x="47" y="341"/>
                    </a:lnTo>
                    <a:lnTo>
                      <a:pt x="47" y="341"/>
                    </a:lnTo>
                    <a:lnTo>
                      <a:pt x="47" y="339"/>
                    </a:lnTo>
                    <a:lnTo>
                      <a:pt x="47" y="339"/>
                    </a:lnTo>
                    <a:lnTo>
                      <a:pt x="47" y="337"/>
                    </a:lnTo>
                    <a:lnTo>
                      <a:pt x="45" y="337"/>
                    </a:lnTo>
                    <a:lnTo>
                      <a:pt x="45" y="337"/>
                    </a:lnTo>
                    <a:lnTo>
                      <a:pt x="45" y="337"/>
                    </a:lnTo>
                    <a:lnTo>
                      <a:pt x="45" y="337"/>
                    </a:lnTo>
                    <a:lnTo>
                      <a:pt x="45" y="337"/>
                    </a:lnTo>
                    <a:lnTo>
                      <a:pt x="45" y="339"/>
                    </a:lnTo>
                    <a:lnTo>
                      <a:pt x="43" y="339"/>
                    </a:lnTo>
                    <a:lnTo>
                      <a:pt x="43" y="337"/>
                    </a:lnTo>
                    <a:lnTo>
                      <a:pt x="43" y="337"/>
                    </a:lnTo>
                    <a:lnTo>
                      <a:pt x="43" y="337"/>
                    </a:lnTo>
                    <a:lnTo>
                      <a:pt x="43" y="337"/>
                    </a:lnTo>
                    <a:lnTo>
                      <a:pt x="43" y="337"/>
                    </a:lnTo>
                    <a:lnTo>
                      <a:pt x="43" y="334"/>
                    </a:lnTo>
                    <a:lnTo>
                      <a:pt x="43" y="334"/>
                    </a:lnTo>
                    <a:lnTo>
                      <a:pt x="40" y="334"/>
                    </a:lnTo>
                    <a:lnTo>
                      <a:pt x="40" y="337"/>
                    </a:lnTo>
                    <a:lnTo>
                      <a:pt x="40" y="337"/>
                    </a:lnTo>
                    <a:lnTo>
                      <a:pt x="40" y="337"/>
                    </a:lnTo>
                    <a:lnTo>
                      <a:pt x="40" y="334"/>
                    </a:lnTo>
                    <a:lnTo>
                      <a:pt x="40" y="334"/>
                    </a:lnTo>
                    <a:lnTo>
                      <a:pt x="40" y="334"/>
                    </a:lnTo>
                    <a:lnTo>
                      <a:pt x="40" y="334"/>
                    </a:lnTo>
                    <a:lnTo>
                      <a:pt x="38" y="334"/>
                    </a:lnTo>
                    <a:lnTo>
                      <a:pt x="38" y="332"/>
                    </a:lnTo>
                    <a:lnTo>
                      <a:pt x="38" y="332"/>
                    </a:lnTo>
                    <a:lnTo>
                      <a:pt x="40" y="332"/>
                    </a:lnTo>
                    <a:lnTo>
                      <a:pt x="40" y="332"/>
                    </a:lnTo>
                    <a:lnTo>
                      <a:pt x="40" y="332"/>
                    </a:lnTo>
                    <a:lnTo>
                      <a:pt x="40" y="332"/>
                    </a:lnTo>
                    <a:lnTo>
                      <a:pt x="43" y="332"/>
                    </a:lnTo>
                    <a:lnTo>
                      <a:pt x="43" y="332"/>
                    </a:lnTo>
                    <a:lnTo>
                      <a:pt x="40" y="332"/>
                    </a:lnTo>
                    <a:lnTo>
                      <a:pt x="40" y="330"/>
                    </a:lnTo>
                    <a:lnTo>
                      <a:pt x="40" y="330"/>
                    </a:lnTo>
                    <a:lnTo>
                      <a:pt x="40" y="330"/>
                    </a:lnTo>
                    <a:lnTo>
                      <a:pt x="40" y="327"/>
                    </a:lnTo>
                    <a:lnTo>
                      <a:pt x="40" y="327"/>
                    </a:lnTo>
                    <a:lnTo>
                      <a:pt x="40" y="327"/>
                    </a:lnTo>
                    <a:lnTo>
                      <a:pt x="38" y="327"/>
                    </a:lnTo>
                    <a:lnTo>
                      <a:pt x="38" y="327"/>
                    </a:lnTo>
                    <a:lnTo>
                      <a:pt x="38" y="330"/>
                    </a:lnTo>
                    <a:lnTo>
                      <a:pt x="38" y="330"/>
                    </a:lnTo>
                    <a:lnTo>
                      <a:pt x="38" y="330"/>
                    </a:lnTo>
                    <a:lnTo>
                      <a:pt x="38" y="332"/>
                    </a:lnTo>
                    <a:lnTo>
                      <a:pt x="38" y="332"/>
                    </a:lnTo>
                    <a:lnTo>
                      <a:pt x="35" y="332"/>
                    </a:lnTo>
                    <a:lnTo>
                      <a:pt x="35" y="330"/>
                    </a:lnTo>
                    <a:lnTo>
                      <a:pt x="35" y="330"/>
                    </a:lnTo>
                    <a:lnTo>
                      <a:pt x="35" y="330"/>
                    </a:lnTo>
                    <a:lnTo>
                      <a:pt x="35" y="327"/>
                    </a:lnTo>
                    <a:lnTo>
                      <a:pt x="35" y="327"/>
                    </a:lnTo>
                    <a:lnTo>
                      <a:pt x="35" y="327"/>
                    </a:lnTo>
                    <a:lnTo>
                      <a:pt x="35" y="325"/>
                    </a:lnTo>
                    <a:lnTo>
                      <a:pt x="35" y="325"/>
                    </a:lnTo>
                    <a:lnTo>
                      <a:pt x="33" y="325"/>
                    </a:lnTo>
                    <a:lnTo>
                      <a:pt x="33" y="322"/>
                    </a:lnTo>
                    <a:lnTo>
                      <a:pt x="33" y="322"/>
                    </a:lnTo>
                    <a:lnTo>
                      <a:pt x="33" y="322"/>
                    </a:lnTo>
                    <a:lnTo>
                      <a:pt x="33" y="320"/>
                    </a:lnTo>
                    <a:lnTo>
                      <a:pt x="33" y="320"/>
                    </a:lnTo>
                    <a:lnTo>
                      <a:pt x="33" y="320"/>
                    </a:lnTo>
                    <a:lnTo>
                      <a:pt x="33" y="320"/>
                    </a:lnTo>
                    <a:lnTo>
                      <a:pt x="33" y="318"/>
                    </a:lnTo>
                    <a:lnTo>
                      <a:pt x="33" y="318"/>
                    </a:lnTo>
                    <a:lnTo>
                      <a:pt x="33" y="318"/>
                    </a:lnTo>
                    <a:lnTo>
                      <a:pt x="31" y="318"/>
                    </a:lnTo>
                    <a:lnTo>
                      <a:pt x="31" y="318"/>
                    </a:lnTo>
                    <a:lnTo>
                      <a:pt x="31" y="318"/>
                    </a:lnTo>
                    <a:lnTo>
                      <a:pt x="31" y="318"/>
                    </a:lnTo>
                    <a:lnTo>
                      <a:pt x="28" y="318"/>
                    </a:lnTo>
                    <a:lnTo>
                      <a:pt x="28" y="318"/>
                    </a:lnTo>
                    <a:lnTo>
                      <a:pt x="28" y="315"/>
                    </a:lnTo>
                    <a:lnTo>
                      <a:pt x="26" y="315"/>
                    </a:lnTo>
                    <a:lnTo>
                      <a:pt x="26" y="318"/>
                    </a:lnTo>
                    <a:lnTo>
                      <a:pt x="26" y="318"/>
                    </a:lnTo>
                    <a:lnTo>
                      <a:pt x="26" y="318"/>
                    </a:lnTo>
                    <a:lnTo>
                      <a:pt x="26" y="320"/>
                    </a:lnTo>
                    <a:lnTo>
                      <a:pt x="26" y="320"/>
                    </a:lnTo>
                    <a:lnTo>
                      <a:pt x="26" y="320"/>
                    </a:lnTo>
                    <a:lnTo>
                      <a:pt x="26" y="320"/>
                    </a:lnTo>
                    <a:lnTo>
                      <a:pt x="26" y="320"/>
                    </a:lnTo>
                    <a:lnTo>
                      <a:pt x="26" y="318"/>
                    </a:lnTo>
                    <a:lnTo>
                      <a:pt x="26" y="318"/>
                    </a:lnTo>
                    <a:lnTo>
                      <a:pt x="26" y="318"/>
                    </a:lnTo>
                    <a:lnTo>
                      <a:pt x="24" y="318"/>
                    </a:lnTo>
                    <a:lnTo>
                      <a:pt x="24" y="318"/>
                    </a:lnTo>
                    <a:lnTo>
                      <a:pt x="24" y="318"/>
                    </a:lnTo>
                    <a:lnTo>
                      <a:pt x="24" y="318"/>
                    </a:lnTo>
                    <a:lnTo>
                      <a:pt x="24" y="320"/>
                    </a:lnTo>
                    <a:lnTo>
                      <a:pt x="24" y="320"/>
                    </a:lnTo>
                    <a:lnTo>
                      <a:pt x="24" y="322"/>
                    </a:lnTo>
                    <a:lnTo>
                      <a:pt x="21" y="322"/>
                    </a:lnTo>
                    <a:lnTo>
                      <a:pt x="21" y="322"/>
                    </a:lnTo>
                    <a:lnTo>
                      <a:pt x="21" y="325"/>
                    </a:lnTo>
                    <a:lnTo>
                      <a:pt x="21" y="325"/>
                    </a:lnTo>
                    <a:lnTo>
                      <a:pt x="21" y="325"/>
                    </a:lnTo>
                    <a:lnTo>
                      <a:pt x="21" y="325"/>
                    </a:lnTo>
                    <a:lnTo>
                      <a:pt x="21" y="325"/>
                    </a:lnTo>
                    <a:lnTo>
                      <a:pt x="19" y="325"/>
                    </a:lnTo>
                    <a:lnTo>
                      <a:pt x="19" y="325"/>
                    </a:lnTo>
                    <a:lnTo>
                      <a:pt x="19" y="322"/>
                    </a:lnTo>
                    <a:lnTo>
                      <a:pt x="19" y="322"/>
                    </a:lnTo>
                    <a:lnTo>
                      <a:pt x="19" y="320"/>
                    </a:lnTo>
                    <a:lnTo>
                      <a:pt x="19" y="320"/>
                    </a:lnTo>
                    <a:lnTo>
                      <a:pt x="19" y="318"/>
                    </a:lnTo>
                    <a:lnTo>
                      <a:pt x="19" y="318"/>
                    </a:lnTo>
                    <a:lnTo>
                      <a:pt x="19" y="318"/>
                    </a:lnTo>
                    <a:lnTo>
                      <a:pt x="19" y="315"/>
                    </a:lnTo>
                    <a:lnTo>
                      <a:pt x="19" y="315"/>
                    </a:lnTo>
                    <a:lnTo>
                      <a:pt x="19" y="315"/>
                    </a:lnTo>
                    <a:lnTo>
                      <a:pt x="19" y="313"/>
                    </a:lnTo>
                    <a:lnTo>
                      <a:pt x="19" y="313"/>
                    </a:lnTo>
                    <a:lnTo>
                      <a:pt x="19" y="313"/>
                    </a:lnTo>
                    <a:lnTo>
                      <a:pt x="19" y="311"/>
                    </a:lnTo>
                    <a:lnTo>
                      <a:pt x="19" y="311"/>
                    </a:lnTo>
                    <a:lnTo>
                      <a:pt x="19" y="308"/>
                    </a:lnTo>
                    <a:lnTo>
                      <a:pt x="19" y="308"/>
                    </a:lnTo>
                    <a:lnTo>
                      <a:pt x="19" y="308"/>
                    </a:lnTo>
                    <a:lnTo>
                      <a:pt x="19" y="306"/>
                    </a:lnTo>
                    <a:lnTo>
                      <a:pt x="19" y="306"/>
                    </a:lnTo>
                    <a:lnTo>
                      <a:pt x="19" y="306"/>
                    </a:lnTo>
                    <a:lnTo>
                      <a:pt x="19" y="304"/>
                    </a:lnTo>
                    <a:lnTo>
                      <a:pt x="17" y="304"/>
                    </a:lnTo>
                    <a:lnTo>
                      <a:pt x="17" y="304"/>
                    </a:lnTo>
                    <a:lnTo>
                      <a:pt x="19" y="304"/>
                    </a:lnTo>
                    <a:lnTo>
                      <a:pt x="19" y="301"/>
                    </a:lnTo>
                    <a:lnTo>
                      <a:pt x="19" y="301"/>
                    </a:lnTo>
                    <a:lnTo>
                      <a:pt x="19" y="299"/>
                    </a:lnTo>
                    <a:lnTo>
                      <a:pt x="19" y="299"/>
                    </a:lnTo>
                    <a:lnTo>
                      <a:pt x="19" y="299"/>
                    </a:lnTo>
                    <a:lnTo>
                      <a:pt x="19" y="296"/>
                    </a:lnTo>
                    <a:lnTo>
                      <a:pt x="19" y="296"/>
                    </a:lnTo>
                    <a:lnTo>
                      <a:pt x="19" y="296"/>
                    </a:lnTo>
                    <a:lnTo>
                      <a:pt x="19" y="294"/>
                    </a:lnTo>
                    <a:lnTo>
                      <a:pt x="19" y="294"/>
                    </a:lnTo>
                    <a:lnTo>
                      <a:pt x="19" y="292"/>
                    </a:lnTo>
                    <a:lnTo>
                      <a:pt x="19" y="292"/>
                    </a:lnTo>
                    <a:lnTo>
                      <a:pt x="19" y="292"/>
                    </a:lnTo>
                    <a:lnTo>
                      <a:pt x="19" y="289"/>
                    </a:lnTo>
                    <a:lnTo>
                      <a:pt x="19" y="289"/>
                    </a:lnTo>
                    <a:lnTo>
                      <a:pt x="19" y="289"/>
                    </a:lnTo>
                    <a:lnTo>
                      <a:pt x="19" y="287"/>
                    </a:lnTo>
                    <a:lnTo>
                      <a:pt x="19" y="287"/>
                    </a:lnTo>
                    <a:lnTo>
                      <a:pt x="19" y="287"/>
                    </a:lnTo>
                    <a:lnTo>
                      <a:pt x="19" y="287"/>
                    </a:lnTo>
                    <a:lnTo>
                      <a:pt x="19" y="285"/>
                    </a:lnTo>
                    <a:lnTo>
                      <a:pt x="21" y="285"/>
                    </a:lnTo>
                    <a:lnTo>
                      <a:pt x="21" y="285"/>
                    </a:lnTo>
                    <a:lnTo>
                      <a:pt x="21" y="285"/>
                    </a:lnTo>
                    <a:lnTo>
                      <a:pt x="21" y="282"/>
                    </a:lnTo>
                    <a:lnTo>
                      <a:pt x="21" y="282"/>
                    </a:lnTo>
                    <a:lnTo>
                      <a:pt x="21" y="282"/>
                    </a:lnTo>
                    <a:lnTo>
                      <a:pt x="21" y="280"/>
                    </a:lnTo>
                    <a:lnTo>
                      <a:pt x="21" y="280"/>
                    </a:lnTo>
                    <a:lnTo>
                      <a:pt x="21" y="280"/>
                    </a:lnTo>
                    <a:lnTo>
                      <a:pt x="21" y="280"/>
                    </a:lnTo>
                    <a:lnTo>
                      <a:pt x="21" y="277"/>
                    </a:lnTo>
                    <a:lnTo>
                      <a:pt x="21" y="277"/>
                    </a:lnTo>
                    <a:lnTo>
                      <a:pt x="21" y="277"/>
                    </a:lnTo>
                    <a:lnTo>
                      <a:pt x="21" y="277"/>
                    </a:lnTo>
                    <a:lnTo>
                      <a:pt x="24" y="277"/>
                    </a:lnTo>
                    <a:lnTo>
                      <a:pt x="24" y="277"/>
                    </a:lnTo>
                    <a:lnTo>
                      <a:pt x="24" y="275"/>
                    </a:lnTo>
                    <a:lnTo>
                      <a:pt x="24" y="275"/>
                    </a:lnTo>
                    <a:lnTo>
                      <a:pt x="21" y="275"/>
                    </a:lnTo>
                    <a:lnTo>
                      <a:pt x="21" y="275"/>
                    </a:lnTo>
                    <a:lnTo>
                      <a:pt x="21" y="275"/>
                    </a:lnTo>
                    <a:lnTo>
                      <a:pt x="21" y="275"/>
                    </a:lnTo>
                    <a:lnTo>
                      <a:pt x="21" y="273"/>
                    </a:lnTo>
                    <a:lnTo>
                      <a:pt x="21" y="273"/>
                    </a:lnTo>
                    <a:lnTo>
                      <a:pt x="21" y="273"/>
                    </a:lnTo>
                    <a:lnTo>
                      <a:pt x="21" y="270"/>
                    </a:lnTo>
                    <a:lnTo>
                      <a:pt x="21" y="270"/>
                    </a:lnTo>
                    <a:lnTo>
                      <a:pt x="24" y="270"/>
                    </a:lnTo>
                    <a:lnTo>
                      <a:pt x="24" y="268"/>
                    </a:lnTo>
                    <a:lnTo>
                      <a:pt x="24" y="268"/>
                    </a:lnTo>
                    <a:lnTo>
                      <a:pt x="26" y="268"/>
                    </a:lnTo>
                    <a:lnTo>
                      <a:pt x="26" y="268"/>
                    </a:lnTo>
                    <a:lnTo>
                      <a:pt x="26" y="268"/>
                    </a:lnTo>
                    <a:lnTo>
                      <a:pt x="26" y="268"/>
                    </a:lnTo>
                    <a:lnTo>
                      <a:pt x="26" y="266"/>
                    </a:lnTo>
                    <a:lnTo>
                      <a:pt x="26" y="266"/>
                    </a:lnTo>
                    <a:lnTo>
                      <a:pt x="26" y="266"/>
                    </a:lnTo>
                    <a:lnTo>
                      <a:pt x="26" y="263"/>
                    </a:lnTo>
                    <a:lnTo>
                      <a:pt x="28" y="263"/>
                    </a:lnTo>
                    <a:lnTo>
                      <a:pt x="28" y="263"/>
                    </a:lnTo>
                    <a:lnTo>
                      <a:pt x="28" y="263"/>
                    </a:lnTo>
                    <a:lnTo>
                      <a:pt x="28" y="261"/>
                    </a:lnTo>
                    <a:lnTo>
                      <a:pt x="28" y="261"/>
                    </a:lnTo>
                    <a:lnTo>
                      <a:pt x="28" y="258"/>
                    </a:lnTo>
                    <a:lnTo>
                      <a:pt x="31" y="258"/>
                    </a:lnTo>
                    <a:lnTo>
                      <a:pt x="31" y="258"/>
                    </a:lnTo>
                    <a:lnTo>
                      <a:pt x="31" y="258"/>
                    </a:lnTo>
                    <a:lnTo>
                      <a:pt x="31" y="256"/>
                    </a:lnTo>
                    <a:lnTo>
                      <a:pt x="31" y="256"/>
                    </a:lnTo>
                    <a:lnTo>
                      <a:pt x="31" y="256"/>
                    </a:lnTo>
                    <a:lnTo>
                      <a:pt x="31" y="254"/>
                    </a:lnTo>
                    <a:lnTo>
                      <a:pt x="31" y="254"/>
                    </a:lnTo>
                    <a:lnTo>
                      <a:pt x="31" y="254"/>
                    </a:lnTo>
                    <a:lnTo>
                      <a:pt x="31" y="254"/>
                    </a:lnTo>
                    <a:lnTo>
                      <a:pt x="31" y="251"/>
                    </a:lnTo>
                    <a:lnTo>
                      <a:pt x="31" y="251"/>
                    </a:lnTo>
                    <a:lnTo>
                      <a:pt x="31" y="249"/>
                    </a:lnTo>
                    <a:lnTo>
                      <a:pt x="31" y="249"/>
                    </a:lnTo>
                    <a:lnTo>
                      <a:pt x="31" y="249"/>
                    </a:lnTo>
                    <a:lnTo>
                      <a:pt x="31" y="247"/>
                    </a:lnTo>
                    <a:lnTo>
                      <a:pt x="33" y="247"/>
                    </a:lnTo>
                    <a:lnTo>
                      <a:pt x="33" y="247"/>
                    </a:lnTo>
                    <a:lnTo>
                      <a:pt x="33" y="247"/>
                    </a:lnTo>
                    <a:lnTo>
                      <a:pt x="33" y="247"/>
                    </a:lnTo>
                    <a:lnTo>
                      <a:pt x="33" y="247"/>
                    </a:lnTo>
                    <a:lnTo>
                      <a:pt x="35" y="247"/>
                    </a:lnTo>
                    <a:lnTo>
                      <a:pt x="35" y="244"/>
                    </a:lnTo>
                    <a:lnTo>
                      <a:pt x="35" y="244"/>
                    </a:lnTo>
                    <a:lnTo>
                      <a:pt x="35" y="242"/>
                    </a:lnTo>
                    <a:lnTo>
                      <a:pt x="35" y="242"/>
                    </a:lnTo>
                    <a:lnTo>
                      <a:pt x="38" y="242"/>
                    </a:lnTo>
                    <a:lnTo>
                      <a:pt x="38" y="242"/>
                    </a:lnTo>
                    <a:lnTo>
                      <a:pt x="38" y="242"/>
                    </a:lnTo>
                    <a:lnTo>
                      <a:pt x="38" y="240"/>
                    </a:lnTo>
                    <a:lnTo>
                      <a:pt x="38" y="240"/>
                    </a:lnTo>
                    <a:lnTo>
                      <a:pt x="38" y="240"/>
                    </a:lnTo>
                    <a:lnTo>
                      <a:pt x="40" y="240"/>
                    </a:lnTo>
                    <a:lnTo>
                      <a:pt x="40" y="237"/>
                    </a:lnTo>
                    <a:lnTo>
                      <a:pt x="40" y="237"/>
                    </a:lnTo>
                    <a:lnTo>
                      <a:pt x="40" y="237"/>
                    </a:lnTo>
                    <a:lnTo>
                      <a:pt x="40" y="237"/>
                    </a:lnTo>
                    <a:lnTo>
                      <a:pt x="40" y="237"/>
                    </a:lnTo>
                    <a:lnTo>
                      <a:pt x="40" y="235"/>
                    </a:lnTo>
                    <a:lnTo>
                      <a:pt x="43" y="235"/>
                    </a:lnTo>
                    <a:lnTo>
                      <a:pt x="43" y="235"/>
                    </a:lnTo>
                    <a:lnTo>
                      <a:pt x="43" y="232"/>
                    </a:lnTo>
                    <a:lnTo>
                      <a:pt x="43" y="232"/>
                    </a:lnTo>
                    <a:lnTo>
                      <a:pt x="43" y="232"/>
                    </a:lnTo>
                    <a:lnTo>
                      <a:pt x="45" y="232"/>
                    </a:lnTo>
                    <a:lnTo>
                      <a:pt x="45" y="230"/>
                    </a:lnTo>
                    <a:lnTo>
                      <a:pt x="45" y="230"/>
                    </a:lnTo>
                    <a:lnTo>
                      <a:pt x="45" y="228"/>
                    </a:lnTo>
                    <a:lnTo>
                      <a:pt x="45" y="228"/>
                    </a:lnTo>
                    <a:lnTo>
                      <a:pt x="45" y="228"/>
                    </a:lnTo>
                    <a:lnTo>
                      <a:pt x="45" y="228"/>
                    </a:lnTo>
                    <a:lnTo>
                      <a:pt x="45" y="225"/>
                    </a:lnTo>
                    <a:lnTo>
                      <a:pt x="45" y="225"/>
                    </a:lnTo>
                    <a:lnTo>
                      <a:pt x="47" y="225"/>
                    </a:lnTo>
                    <a:lnTo>
                      <a:pt x="47" y="225"/>
                    </a:lnTo>
                    <a:lnTo>
                      <a:pt x="47" y="225"/>
                    </a:lnTo>
                    <a:lnTo>
                      <a:pt x="47" y="223"/>
                    </a:lnTo>
                    <a:lnTo>
                      <a:pt x="47" y="223"/>
                    </a:lnTo>
                    <a:lnTo>
                      <a:pt x="47" y="223"/>
                    </a:lnTo>
                    <a:lnTo>
                      <a:pt x="50" y="223"/>
                    </a:lnTo>
                    <a:lnTo>
                      <a:pt x="50" y="221"/>
                    </a:lnTo>
                    <a:lnTo>
                      <a:pt x="50" y="221"/>
                    </a:lnTo>
                    <a:lnTo>
                      <a:pt x="47" y="221"/>
                    </a:lnTo>
                    <a:lnTo>
                      <a:pt x="47" y="218"/>
                    </a:lnTo>
                    <a:lnTo>
                      <a:pt x="47" y="218"/>
                    </a:lnTo>
                    <a:lnTo>
                      <a:pt x="47" y="218"/>
                    </a:lnTo>
                    <a:lnTo>
                      <a:pt x="47" y="218"/>
                    </a:lnTo>
                    <a:lnTo>
                      <a:pt x="47" y="216"/>
                    </a:lnTo>
                    <a:lnTo>
                      <a:pt x="47" y="216"/>
                    </a:lnTo>
                    <a:lnTo>
                      <a:pt x="47" y="216"/>
                    </a:lnTo>
                    <a:lnTo>
                      <a:pt x="47" y="213"/>
                    </a:lnTo>
                    <a:lnTo>
                      <a:pt x="47" y="213"/>
                    </a:lnTo>
                    <a:lnTo>
                      <a:pt x="47" y="213"/>
                    </a:lnTo>
                    <a:lnTo>
                      <a:pt x="47" y="213"/>
                    </a:lnTo>
                    <a:lnTo>
                      <a:pt x="45" y="213"/>
                    </a:lnTo>
                    <a:lnTo>
                      <a:pt x="45" y="211"/>
                    </a:lnTo>
                    <a:lnTo>
                      <a:pt x="45" y="211"/>
                    </a:lnTo>
                    <a:lnTo>
                      <a:pt x="45" y="209"/>
                    </a:lnTo>
                    <a:lnTo>
                      <a:pt x="45" y="209"/>
                    </a:lnTo>
                    <a:lnTo>
                      <a:pt x="45" y="209"/>
                    </a:lnTo>
                    <a:lnTo>
                      <a:pt x="45" y="209"/>
                    </a:lnTo>
                    <a:lnTo>
                      <a:pt x="45" y="206"/>
                    </a:lnTo>
                    <a:lnTo>
                      <a:pt x="45" y="206"/>
                    </a:lnTo>
                    <a:lnTo>
                      <a:pt x="45" y="206"/>
                    </a:lnTo>
                    <a:lnTo>
                      <a:pt x="45" y="204"/>
                    </a:lnTo>
                    <a:lnTo>
                      <a:pt x="45" y="204"/>
                    </a:lnTo>
                    <a:lnTo>
                      <a:pt x="45" y="202"/>
                    </a:lnTo>
                    <a:lnTo>
                      <a:pt x="45" y="202"/>
                    </a:lnTo>
                    <a:lnTo>
                      <a:pt x="45" y="202"/>
                    </a:lnTo>
                    <a:lnTo>
                      <a:pt x="45" y="202"/>
                    </a:lnTo>
                    <a:lnTo>
                      <a:pt x="45" y="199"/>
                    </a:lnTo>
                    <a:lnTo>
                      <a:pt x="43" y="199"/>
                    </a:lnTo>
                    <a:lnTo>
                      <a:pt x="43" y="199"/>
                    </a:lnTo>
                    <a:lnTo>
                      <a:pt x="43" y="199"/>
                    </a:lnTo>
                    <a:lnTo>
                      <a:pt x="40" y="199"/>
                    </a:lnTo>
                    <a:lnTo>
                      <a:pt x="40" y="199"/>
                    </a:lnTo>
                    <a:lnTo>
                      <a:pt x="40" y="199"/>
                    </a:lnTo>
                    <a:lnTo>
                      <a:pt x="40" y="197"/>
                    </a:lnTo>
                    <a:lnTo>
                      <a:pt x="40" y="197"/>
                    </a:lnTo>
                    <a:lnTo>
                      <a:pt x="40" y="197"/>
                    </a:lnTo>
                    <a:lnTo>
                      <a:pt x="40" y="194"/>
                    </a:lnTo>
                    <a:lnTo>
                      <a:pt x="40" y="194"/>
                    </a:lnTo>
                    <a:lnTo>
                      <a:pt x="40" y="192"/>
                    </a:lnTo>
                    <a:lnTo>
                      <a:pt x="40" y="192"/>
                    </a:lnTo>
                    <a:lnTo>
                      <a:pt x="40" y="190"/>
                    </a:lnTo>
                    <a:lnTo>
                      <a:pt x="38" y="190"/>
                    </a:lnTo>
                    <a:lnTo>
                      <a:pt x="38" y="190"/>
                    </a:lnTo>
                    <a:lnTo>
                      <a:pt x="38" y="190"/>
                    </a:lnTo>
                    <a:lnTo>
                      <a:pt x="38" y="187"/>
                    </a:lnTo>
                    <a:lnTo>
                      <a:pt x="38" y="187"/>
                    </a:lnTo>
                    <a:lnTo>
                      <a:pt x="38" y="187"/>
                    </a:lnTo>
                    <a:lnTo>
                      <a:pt x="38" y="185"/>
                    </a:lnTo>
                    <a:lnTo>
                      <a:pt x="38" y="185"/>
                    </a:lnTo>
                    <a:lnTo>
                      <a:pt x="40" y="185"/>
                    </a:lnTo>
                    <a:lnTo>
                      <a:pt x="40" y="185"/>
                    </a:lnTo>
                    <a:lnTo>
                      <a:pt x="40" y="183"/>
                    </a:lnTo>
                    <a:lnTo>
                      <a:pt x="40" y="183"/>
                    </a:lnTo>
                    <a:lnTo>
                      <a:pt x="40" y="180"/>
                    </a:lnTo>
                    <a:lnTo>
                      <a:pt x="40" y="180"/>
                    </a:lnTo>
                    <a:lnTo>
                      <a:pt x="40" y="178"/>
                    </a:lnTo>
                    <a:lnTo>
                      <a:pt x="40" y="178"/>
                    </a:lnTo>
                    <a:lnTo>
                      <a:pt x="40" y="178"/>
                    </a:lnTo>
                    <a:lnTo>
                      <a:pt x="38" y="178"/>
                    </a:lnTo>
                    <a:lnTo>
                      <a:pt x="38" y="176"/>
                    </a:lnTo>
                    <a:lnTo>
                      <a:pt x="38" y="176"/>
                    </a:lnTo>
                    <a:lnTo>
                      <a:pt x="38" y="173"/>
                    </a:lnTo>
                    <a:lnTo>
                      <a:pt x="38" y="173"/>
                    </a:lnTo>
                    <a:lnTo>
                      <a:pt x="38" y="171"/>
                    </a:lnTo>
                    <a:lnTo>
                      <a:pt x="38" y="171"/>
                    </a:lnTo>
                    <a:lnTo>
                      <a:pt x="38" y="171"/>
                    </a:lnTo>
                    <a:lnTo>
                      <a:pt x="38" y="168"/>
                    </a:lnTo>
                    <a:lnTo>
                      <a:pt x="38" y="168"/>
                    </a:lnTo>
                    <a:lnTo>
                      <a:pt x="38" y="168"/>
                    </a:lnTo>
                    <a:lnTo>
                      <a:pt x="38" y="168"/>
                    </a:lnTo>
                    <a:lnTo>
                      <a:pt x="35" y="168"/>
                    </a:lnTo>
                    <a:lnTo>
                      <a:pt x="35" y="166"/>
                    </a:lnTo>
                    <a:lnTo>
                      <a:pt x="35" y="166"/>
                    </a:lnTo>
                    <a:lnTo>
                      <a:pt x="35" y="166"/>
                    </a:lnTo>
                    <a:lnTo>
                      <a:pt x="35" y="164"/>
                    </a:lnTo>
                    <a:lnTo>
                      <a:pt x="33" y="164"/>
                    </a:lnTo>
                    <a:lnTo>
                      <a:pt x="33" y="164"/>
                    </a:lnTo>
                    <a:lnTo>
                      <a:pt x="33" y="164"/>
                    </a:lnTo>
                    <a:lnTo>
                      <a:pt x="33" y="161"/>
                    </a:lnTo>
                    <a:lnTo>
                      <a:pt x="33" y="161"/>
                    </a:lnTo>
                    <a:lnTo>
                      <a:pt x="33" y="161"/>
                    </a:lnTo>
                    <a:lnTo>
                      <a:pt x="31" y="161"/>
                    </a:lnTo>
                    <a:lnTo>
                      <a:pt x="31" y="161"/>
                    </a:lnTo>
                    <a:lnTo>
                      <a:pt x="31" y="159"/>
                    </a:lnTo>
                    <a:lnTo>
                      <a:pt x="31" y="159"/>
                    </a:lnTo>
                    <a:lnTo>
                      <a:pt x="31" y="159"/>
                    </a:lnTo>
                    <a:lnTo>
                      <a:pt x="28" y="159"/>
                    </a:lnTo>
                    <a:lnTo>
                      <a:pt x="28" y="159"/>
                    </a:lnTo>
                    <a:lnTo>
                      <a:pt x="28" y="159"/>
                    </a:lnTo>
                    <a:lnTo>
                      <a:pt x="26" y="159"/>
                    </a:lnTo>
                    <a:lnTo>
                      <a:pt x="26" y="157"/>
                    </a:lnTo>
                    <a:lnTo>
                      <a:pt x="26" y="157"/>
                    </a:lnTo>
                    <a:lnTo>
                      <a:pt x="26" y="157"/>
                    </a:lnTo>
                    <a:lnTo>
                      <a:pt x="26" y="154"/>
                    </a:lnTo>
                    <a:lnTo>
                      <a:pt x="26" y="154"/>
                    </a:lnTo>
                    <a:lnTo>
                      <a:pt x="26" y="154"/>
                    </a:lnTo>
                    <a:lnTo>
                      <a:pt x="24" y="154"/>
                    </a:lnTo>
                    <a:lnTo>
                      <a:pt x="24" y="152"/>
                    </a:lnTo>
                    <a:lnTo>
                      <a:pt x="24" y="152"/>
                    </a:lnTo>
                    <a:lnTo>
                      <a:pt x="24" y="152"/>
                    </a:lnTo>
                    <a:lnTo>
                      <a:pt x="24" y="149"/>
                    </a:lnTo>
                    <a:lnTo>
                      <a:pt x="24" y="149"/>
                    </a:lnTo>
                    <a:lnTo>
                      <a:pt x="21" y="149"/>
                    </a:lnTo>
                    <a:lnTo>
                      <a:pt x="21" y="149"/>
                    </a:lnTo>
                    <a:lnTo>
                      <a:pt x="21" y="149"/>
                    </a:lnTo>
                    <a:lnTo>
                      <a:pt x="21" y="147"/>
                    </a:lnTo>
                    <a:lnTo>
                      <a:pt x="21" y="147"/>
                    </a:lnTo>
                    <a:lnTo>
                      <a:pt x="21" y="147"/>
                    </a:lnTo>
                    <a:lnTo>
                      <a:pt x="19" y="147"/>
                    </a:lnTo>
                    <a:lnTo>
                      <a:pt x="19" y="145"/>
                    </a:lnTo>
                    <a:lnTo>
                      <a:pt x="19" y="145"/>
                    </a:lnTo>
                    <a:lnTo>
                      <a:pt x="19" y="145"/>
                    </a:lnTo>
                    <a:lnTo>
                      <a:pt x="19" y="142"/>
                    </a:lnTo>
                    <a:lnTo>
                      <a:pt x="19" y="142"/>
                    </a:lnTo>
                    <a:lnTo>
                      <a:pt x="19" y="140"/>
                    </a:lnTo>
                    <a:lnTo>
                      <a:pt x="19" y="140"/>
                    </a:lnTo>
                    <a:lnTo>
                      <a:pt x="19" y="140"/>
                    </a:lnTo>
                    <a:lnTo>
                      <a:pt x="19" y="140"/>
                    </a:lnTo>
                    <a:lnTo>
                      <a:pt x="19" y="138"/>
                    </a:lnTo>
                    <a:lnTo>
                      <a:pt x="19" y="138"/>
                    </a:lnTo>
                    <a:lnTo>
                      <a:pt x="19" y="135"/>
                    </a:lnTo>
                    <a:lnTo>
                      <a:pt x="19" y="135"/>
                    </a:lnTo>
                    <a:lnTo>
                      <a:pt x="19" y="135"/>
                    </a:lnTo>
                    <a:lnTo>
                      <a:pt x="19" y="133"/>
                    </a:lnTo>
                    <a:lnTo>
                      <a:pt x="19" y="133"/>
                    </a:lnTo>
                    <a:lnTo>
                      <a:pt x="19" y="133"/>
                    </a:lnTo>
                    <a:lnTo>
                      <a:pt x="21" y="133"/>
                    </a:lnTo>
                    <a:lnTo>
                      <a:pt x="21" y="133"/>
                    </a:lnTo>
                    <a:lnTo>
                      <a:pt x="21" y="133"/>
                    </a:lnTo>
                    <a:lnTo>
                      <a:pt x="21" y="133"/>
                    </a:lnTo>
                    <a:lnTo>
                      <a:pt x="21" y="133"/>
                    </a:lnTo>
                    <a:lnTo>
                      <a:pt x="21" y="131"/>
                    </a:lnTo>
                    <a:lnTo>
                      <a:pt x="21" y="131"/>
                    </a:lnTo>
                    <a:lnTo>
                      <a:pt x="24" y="131"/>
                    </a:lnTo>
                    <a:lnTo>
                      <a:pt x="24" y="131"/>
                    </a:lnTo>
                    <a:lnTo>
                      <a:pt x="26" y="131"/>
                    </a:lnTo>
                    <a:lnTo>
                      <a:pt x="26" y="131"/>
                    </a:lnTo>
                    <a:lnTo>
                      <a:pt x="26" y="131"/>
                    </a:lnTo>
                    <a:lnTo>
                      <a:pt x="26" y="131"/>
                    </a:lnTo>
                    <a:lnTo>
                      <a:pt x="26" y="128"/>
                    </a:lnTo>
                    <a:lnTo>
                      <a:pt x="26" y="128"/>
                    </a:lnTo>
                    <a:lnTo>
                      <a:pt x="26" y="128"/>
                    </a:lnTo>
                    <a:lnTo>
                      <a:pt x="26" y="126"/>
                    </a:lnTo>
                    <a:lnTo>
                      <a:pt x="26" y="126"/>
                    </a:lnTo>
                    <a:lnTo>
                      <a:pt x="26" y="123"/>
                    </a:lnTo>
                    <a:lnTo>
                      <a:pt x="26" y="123"/>
                    </a:lnTo>
                    <a:lnTo>
                      <a:pt x="26" y="123"/>
                    </a:lnTo>
                    <a:lnTo>
                      <a:pt x="26" y="121"/>
                    </a:lnTo>
                    <a:lnTo>
                      <a:pt x="26" y="121"/>
                    </a:lnTo>
                    <a:lnTo>
                      <a:pt x="26" y="121"/>
                    </a:lnTo>
                    <a:lnTo>
                      <a:pt x="26" y="119"/>
                    </a:lnTo>
                    <a:lnTo>
                      <a:pt x="26" y="119"/>
                    </a:lnTo>
                    <a:lnTo>
                      <a:pt x="26" y="119"/>
                    </a:lnTo>
                    <a:lnTo>
                      <a:pt x="26" y="119"/>
                    </a:lnTo>
                    <a:lnTo>
                      <a:pt x="26" y="119"/>
                    </a:lnTo>
                    <a:lnTo>
                      <a:pt x="26" y="116"/>
                    </a:lnTo>
                    <a:lnTo>
                      <a:pt x="26" y="116"/>
                    </a:lnTo>
                    <a:lnTo>
                      <a:pt x="26" y="116"/>
                    </a:lnTo>
                    <a:lnTo>
                      <a:pt x="26" y="114"/>
                    </a:lnTo>
                    <a:lnTo>
                      <a:pt x="26" y="114"/>
                    </a:lnTo>
                    <a:lnTo>
                      <a:pt x="26" y="114"/>
                    </a:lnTo>
                    <a:lnTo>
                      <a:pt x="26" y="114"/>
                    </a:lnTo>
                    <a:lnTo>
                      <a:pt x="26" y="112"/>
                    </a:lnTo>
                    <a:lnTo>
                      <a:pt x="28" y="112"/>
                    </a:lnTo>
                    <a:lnTo>
                      <a:pt x="28" y="112"/>
                    </a:lnTo>
                    <a:lnTo>
                      <a:pt x="28" y="112"/>
                    </a:lnTo>
                    <a:lnTo>
                      <a:pt x="31" y="112"/>
                    </a:lnTo>
                    <a:lnTo>
                      <a:pt x="31" y="112"/>
                    </a:lnTo>
                    <a:lnTo>
                      <a:pt x="31" y="112"/>
                    </a:lnTo>
                    <a:lnTo>
                      <a:pt x="31" y="109"/>
                    </a:lnTo>
                    <a:lnTo>
                      <a:pt x="33" y="109"/>
                    </a:lnTo>
                    <a:lnTo>
                      <a:pt x="33" y="109"/>
                    </a:lnTo>
                    <a:lnTo>
                      <a:pt x="33" y="109"/>
                    </a:lnTo>
                    <a:lnTo>
                      <a:pt x="33" y="109"/>
                    </a:lnTo>
                    <a:lnTo>
                      <a:pt x="33" y="107"/>
                    </a:lnTo>
                    <a:lnTo>
                      <a:pt x="33" y="107"/>
                    </a:lnTo>
                    <a:lnTo>
                      <a:pt x="33" y="104"/>
                    </a:lnTo>
                    <a:lnTo>
                      <a:pt x="33" y="104"/>
                    </a:lnTo>
                    <a:lnTo>
                      <a:pt x="33" y="104"/>
                    </a:lnTo>
                    <a:lnTo>
                      <a:pt x="31" y="104"/>
                    </a:lnTo>
                    <a:lnTo>
                      <a:pt x="31" y="104"/>
                    </a:lnTo>
                    <a:lnTo>
                      <a:pt x="31" y="104"/>
                    </a:lnTo>
                    <a:lnTo>
                      <a:pt x="31" y="107"/>
                    </a:lnTo>
                    <a:lnTo>
                      <a:pt x="31" y="107"/>
                    </a:lnTo>
                    <a:lnTo>
                      <a:pt x="31" y="107"/>
                    </a:lnTo>
                    <a:lnTo>
                      <a:pt x="28" y="107"/>
                    </a:lnTo>
                    <a:lnTo>
                      <a:pt x="28" y="107"/>
                    </a:lnTo>
                    <a:lnTo>
                      <a:pt x="28" y="107"/>
                    </a:lnTo>
                    <a:lnTo>
                      <a:pt x="28" y="104"/>
                    </a:lnTo>
                    <a:lnTo>
                      <a:pt x="28" y="104"/>
                    </a:lnTo>
                    <a:lnTo>
                      <a:pt x="28" y="102"/>
                    </a:lnTo>
                    <a:lnTo>
                      <a:pt x="26" y="102"/>
                    </a:lnTo>
                    <a:lnTo>
                      <a:pt x="26" y="102"/>
                    </a:lnTo>
                    <a:lnTo>
                      <a:pt x="26" y="100"/>
                    </a:lnTo>
                    <a:lnTo>
                      <a:pt x="26" y="100"/>
                    </a:lnTo>
                    <a:lnTo>
                      <a:pt x="26" y="100"/>
                    </a:lnTo>
                    <a:lnTo>
                      <a:pt x="26" y="100"/>
                    </a:lnTo>
                    <a:lnTo>
                      <a:pt x="26" y="100"/>
                    </a:lnTo>
                    <a:lnTo>
                      <a:pt x="26" y="97"/>
                    </a:lnTo>
                    <a:lnTo>
                      <a:pt x="24" y="97"/>
                    </a:lnTo>
                    <a:lnTo>
                      <a:pt x="24" y="97"/>
                    </a:lnTo>
                    <a:lnTo>
                      <a:pt x="24" y="97"/>
                    </a:lnTo>
                    <a:lnTo>
                      <a:pt x="24" y="95"/>
                    </a:lnTo>
                    <a:lnTo>
                      <a:pt x="24" y="95"/>
                    </a:lnTo>
                    <a:lnTo>
                      <a:pt x="24" y="95"/>
                    </a:lnTo>
                    <a:lnTo>
                      <a:pt x="26" y="95"/>
                    </a:lnTo>
                    <a:lnTo>
                      <a:pt x="26" y="93"/>
                    </a:lnTo>
                    <a:lnTo>
                      <a:pt x="24" y="93"/>
                    </a:lnTo>
                    <a:lnTo>
                      <a:pt x="24" y="93"/>
                    </a:lnTo>
                    <a:lnTo>
                      <a:pt x="26" y="93"/>
                    </a:lnTo>
                    <a:lnTo>
                      <a:pt x="26" y="90"/>
                    </a:lnTo>
                    <a:lnTo>
                      <a:pt x="24" y="90"/>
                    </a:lnTo>
                    <a:lnTo>
                      <a:pt x="24" y="90"/>
                    </a:lnTo>
                    <a:lnTo>
                      <a:pt x="24" y="90"/>
                    </a:lnTo>
                    <a:lnTo>
                      <a:pt x="24" y="90"/>
                    </a:lnTo>
                    <a:lnTo>
                      <a:pt x="24" y="88"/>
                    </a:lnTo>
                    <a:lnTo>
                      <a:pt x="21" y="88"/>
                    </a:lnTo>
                    <a:lnTo>
                      <a:pt x="21" y="88"/>
                    </a:lnTo>
                    <a:lnTo>
                      <a:pt x="21" y="88"/>
                    </a:lnTo>
                    <a:lnTo>
                      <a:pt x="21" y="88"/>
                    </a:lnTo>
                    <a:lnTo>
                      <a:pt x="19" y="88"/>
                    </a:lnTo>
                    <a:lnTo>
                      <a:pt x="19" y="85"/>
                    </a:lnTo>
                    <a:lnTo>
                      <a:pt x="19" y="85"/>
                    </a:lnTo>
                    <a:lnTo>
                      <a:pt x="19" y="85"/>
                    </a:lnTo>
                    <a:lnTo>
                      <a:pt x="19" y="83"/>
                    </a:lnTo>
                    <a:lnTo>
                      <a:pt x="19" y="83"/>
                    </a:lnTo>
                    <a:lnTo>
                      <a:pt x="19" y="83"/>
                    </a:lnTo>
                    <a:lnTo>
                      <a:pt x="17" y="83"/>
                    </a:lnTo>
                    <a:lnTo>
                      <a:pt x="17" y="81"/>
                    </a:lnTo>
                    <a:lnTo>
                      <a:pt x="17" y="81"/>
                    </a:lnTo>
                    <a:lnTo>
                      <a:pt x="17" y="81"/>
                    </a:lnTo>
                    <a:lnTo>
                      <a:pt x="17" y="78"/>
                    </a:lnTo>
                    <a:lnTo>
                      <a:pt x="14" y="78"/>
                    </a:lnTo>
                    <a:lnTo>
                      <a:pt x="14" y="78"/>
                    </a:lnTo>
                    <a:lnTo>
                      <a:pt x="14" y="78"/>
                    </a:lnTo>
                    <a:lnTo>
                      <a:pt x="14" y="78"/>
                    </a:lnTo>
                    <a:lnTo>
                      <a:pt x="14" y="78"/>
                    </a:lnTo>
                    <a:lnTo>
                      <a:pt x="14" y="76"/>
                    </a:lnTo>
                    <a:lnTo>
                      <a:pt x="12" y="76"/>
                    </a:lnTo>
                    <a:lnTo>
                      <a:pt x="12" y="76"/>
                    </a:lnTo>
                    <a:lnTo>
                      <a:pt x="12" y="76"/>
                    </a:lnTo>
                    <a:lnTo>
                      <a:pt x="12" y="74"/>
                    </a:lnTo>
                    <a:lnTo>
                      <a:pt x="12" y="74"/>
                    </a:lnTo>
                    <a:lnTo>
                      <a:pt x="12" y="74"/>
                    </a:lnTo>
                    <a:lnTo>
                      <a:pt x="9" y="74"/>
                    </a:lnTo>
                    <a:lnTo>
                      <a:pt x="9" y="71"/>
                    </a:lnTo>
                    <a:lnTo>
                      <a:pt x="9" y="71"/>
                    </a:lnTo>
                    <a:lnTo>
                      <a:pt x="9" y="71"/>
                    </a:lnTo>
                    <a:lnTo>
                      <a:pt x="9" y="69"/>
                    </a:lnTo>
                    <a:lnTo>
                      <a:pt x="7" y="69"/>
                    </a:lnTo>
                    <a:lnTo>
                      <a:pt x="7" y="69"/>
                    </a:lnTo>
                    <a:lnTo>
                      <a:pt x="7" y="69"/>
                    </a:lnTo>
                    <a:lnTo>
                      <a:pt x="7" y="69"/>
                    </a:lnTo>
                    <a:lnTo>
                      <a:pt x="7" y="69"/>
                    </a:lnTo>
                    <a:lnTo>
                      <a:pt x="7" y="67"/>
                    </a:lnTo>
                    <a:lnTo>
                      <a:pt x="7" y="67"/>
                    </a:lnTo>
                    <a:lnTo>
                      <a:pt x="7" y="67"/>
                    </a:lnTo>
                    <a:lnTo>
                      <a:pt x="7" y="64"/>
                    </a:lnTo>
                    <a:lnTo>
                      <a:pt x="7" y="64"/>
                    </a:lnTo>
                    <a:lnTo>
                      <a:pt x="7" y="64"/>
                    </a:lnTo>
                    <a:lnTo>
                      <a:pt x="7" y="64"/>
                    </a:lnTo>
                    <a:lnTo>
                      <a:pt x="7" y="62"/>
                    </a:lnTo>
                    <a:lnTo>
                      <a:pt x="7" y="62"/>
                    </a:lnTo>
                    <a:lnTo>
                      <a:pt x="7" y="59"/>
                    </a:lnTo>
                    <a:lnTo>
                      <a:pt x="7" y="59"/>
                    </a:lnTo>
                    <a:lnTo>
                      <a:pt x="7" y="59"/>
                    </a:lnTo>
                    <a:lnTo>
                      <a:pt x="7" y="59"/>
                    </a:lnTo>
                    <a:lnTo>
                      <a:pt x="5" y="59"/>
                    </a:lnTo>
                    <a:lnTo>
                      <a:pt x="5" y="57"/>
                    </a:lnTo>
                    <a:lnTo>
                      <a:pt x="5" y="57"/>
                    </a:lnTo>
                    <a:lnTo>
                      <a:pt x="5" y="55"/>
                    </a:lnTo>
                    <a:lnTo>
                      <a:pt x="5" y="55"/>
                    </a:lnTo>
                    <a:lnTo>
                      <a:pt x="5" y="55"/>
                    </a:lnTo>
                    <a:lnTo>
                      <a:pt x="5" y="57"/>
                    </a:lnTo>
                    <a:lnTo>
                      <a:pt x="5" y="57"/>
                    </a:lnTo>
                    <a:lnTo>
                      <a:pt x="2" y="57"/>
                    </a:lnTo>
                    <a:lnTo>
                      <a:pt x="2" y="57"/>
                    </a:lnTo>
                    <a:lnTo>
                      <a:pt x="2" y="57"/>
                    </a:lnTo>
                    <a:lnTo>
                      <a:pt x="2" y="55"/>
                    </a:lnTo>
                    <a:lnTo>
                      <a:pt x="2" y="55"/>
                    </a:lnTo>
                    <a:lnTo>
                      <a:pt x="2" y="52"/>
                    </a:lnTo>
                    <a:lnTo>
                      <a:pt x="0" y="52"/>
                    </a:lnTo>
                    <a:lnTo>
                      <a:pt x="0" y="52"/>
                    </a:lnTo>
                    <a:lnTo>
                      <a:pt x="0" y="50"/>
                    </a:lnTo>
                    <a:lnTo>
                      <a:pt x="2" y="50"/>
                    </a:lnTo>
                    <a:lnTo>
                      <a:pt x="2" y="50"/>
                    </a:lnTo>
                    <a:lnTo>
                      <a:pt x="5" y="50"/>
                    </a:lnTo>
                    <a:lnTo>
                      <a:pt x="5" y="50"/>
                    </a:lnTo>
                    <a:lnTo>
                      <a:pt x="5" y="50"/>
                    </a:lnTo>
                    <a:lnTo>
                      <a:pt x="5" y="50"/>
                    </a:lnTo>
                    <a:lnTo>
                      <a:pt x="5" y="50"/>
                    </a:lnTo>
                    <a:lnTo>
                      <a:pt x="7" y="50"/>
                    </a:lnTo>
                    <a:lnTo>
                      <a:pt x="7" y="50"/>
                    </a:lnTo>
                    <a:lnTo>
                      <a:pt x="7" y="50"/>
                    </a:lnTo>
                    <a:lnTo>
                      <a:pt x="9" y="50"/>
                    </a:lnTo>
                    <a:lnTo>
                      <a:pt x="9" y="48"/>
                    </a:lnTo>
                    <a:lnTo>
                      <a:pt x="7" y="48"/>
                    </a:lnTo>
                    <a:lnTo>
                      <a:pt x="7" y="48"/>
                    </a:lnTo>
                    <a:lnTo>
                      <a:pt x="7" y="45"/>
                    </a:lnTo>
                    <a:lnTo>
                      <a:pt x="7" y="45"/>
                    </a:lnTo>
                    <a:lnTo>
                      <a:pt x="7" y="43"/>
                    </a:lnTo>
                    <a:lnTo>
                      <a:pt x="7" y="43"/>
                    </a:lnTo>
                    <a:lnTo>
                      <a:pt x="7" y="40"/>
                    </a:lnTo>
                    <a:lnTo>
                      <a:pt x="7" y="40"/>
                    </a:lnTo>
                    <a:lnTo>
                      <a:pt x="7" y="40"/>
                    </a:lnTo>
                    <a:lnTo>
                      <a:pt x="7" y="40"/>
                    </a:lnTo>
                    <a:lnTo>
                      <a:pt x="7" y="40"/>
                    </a:lnTo>
                    <a:lnTo>
                      <a:pt x="7" y="40"/>
                    </a:lnTo>
                    <a:lnTo>
                      <a:pt x="7" y="40"/>
                    </a:lnTo>
                    <a:lnTo>
                      <a:pt x="7" y="38"/>
                    </a:lnTo>
                    <a:lnTo>
                      <a:pt x="7" y="38"/>
                    </a:lnTo>
                    <a:lnTo>
                      <a:pt x="9" y="38"/>
                    </a:lnTo>
                    <a:lnTo>
                      <a:pt x="9" y="36"/>
                    </a:lnTo>
                    <a:lnTo>
                      <a:pt x="9" y="36"/>
                    </a:lnTo>
                    <a:lnTo>
                      <a:pt x="9" y="36"/>
                    </a:lnTo>
                    <a:lnTo>
                      <a:pt x="9" y="33"/>
                    </a:lnTo>
                    <a:lnTo>
                      <a:pt x="9" y="33"/>
                    </a:lnTo>
                    <a:lnTo>
                      <a:pt x="9" y="31"/>
                    </a:lnTo>
                    <a:lnTo>
                      <a:pt x="9" y="31"/>
                    </a:lnTo>
                    <a:lnTo>
                      <a:pt x="9" y="31"/>
                    </a:lnTo>
                    <a:lnTo>
                      <a:pt x="9" y="31"/>
                    </a:lnTo>
                    <a:lnTo>
                      <a:pt x="9" y="31"/>
                    </a:lnTo>
                    <a:lnTo>
                      <a:pt x="9" y="31"/>
                    </a:lnTo>
                    <a:lnTo>
                      <a:pt x="9" y="29"/>
                    </a:lnTo>
                    <a:lnTo>
                      <a:pt x="9" y="29"/>
                    </a:lnTo>
                    <a:lnTo>
                      <a:pt x="9" y="29"/>
                    </a:lnTo>
                    <a:lnTo>
                      <a:pt x="9" y="26"/>
                    </a:lnTo>
                    <a:lnTo>
                      <a:pt x="12" y="26"/>
                    </a:lnTo>
                    <a:lnTo>
                      <a:pt x="12" y="26"/>
                    </a:lnTo>
                    <a:lnTo>
                      <a:pt x="12" y="24"/>
                    </a:lnTo>
                    <a:lnTo>
                      <a:pt x="12" y="24"/>
                    </a:lnTo>
                    <a:lnTo>
                      <a:pt x="12" y="24"/>
                    </a:lnTo>
                    <a:lnTo>
                      <a:pt x="12" y="24"/>
                    </a:lnTo>
                    <a:lnTo>
                      <a:pt x="12" y="21"/>
                    </a:lnTo>
                    <a:lnTo>
                      <a:pt x="14" y="21"/>
                    </a:lnTo>
                    <a:lnTo>
                      <a:pt x="14" y="21"/>
                    </a:lnTo>
                    <a:lnTo>
                      <a:pt x="14" y="21"/>
                    </a:lnTo>
                    <a:lnTo>
                      <a:pt x="14" y="21"/>
                    </a:lnTo>
                    <a:lnTo>
                      <a:pt x="14" y="19"/>
                    </a:lnTo>
                    <a:lnTo>
                      <a:pt x="14" y="19"/>
                    </a:lnTo>
                    <a:lnTo>
                      <a:pt x="14" y="19"/>
                    </a:lnTo>
                    <a:lnTo>
                      <a:pt x="17" y="19"/>
                    </a:lnTo>
                    <a:lnTo>
                      <a:pt x="17" y="19"/>
                    </a:lnTo>
                    <a:lnTo>
                      <a:pt x="17" y="19"/>
                    </a:lnTo>
                    <a:lnTo>
                      <a:pt x="19" y="19"/>
                    </a:lnTo>
                    <a:lnTo>
                      <a:pt x="19" y="21"/>
                    </a:lnTo>
                    <a:lnTo>
                      <a:pt x="19" y="21"/>
                    </a:lnTo>
                    <a:lnTo>
                      <a:pt x="19" y="21"/>
                    </a:lnTo>
                    <a:lnTo>
                      <a:pt x="19" y="21"/>
                    </a:lnTo>
                    <a:lnTo>
                      <a:pt x="19" y="21"/>
                    </a:lnTo>
                    <a:lnTo>
                      <a:pt x="21" y="21"/>
                    </a:lnTo>
                    <a:lnTo>
                      <a:pt x="21" y="21"/>
                    </a:lnTo>
                    <a:lnTo>
                      <a:pt x="21" y="21"/>
                    </a:lnTo>
                    <a:lnTo>
                      <a:pt x="24" y="21"/>
                    </a:lnTo>
                    <a:lnTo>
                      <a:pt x="24" y="21"/>
                    </a:lnTo>
                    <a:lnTo>
                      <a:pt x="26" y="21"/>
                    </a:lnTo>
                    <a:lnTo>
                      <a:pt x="26" y="21"/>
                    </a:lnTo>
                    <a:lnTo>
                      <a:pt x="26" y="21"/>
                    </a:lnTo>
                    <a:lnTo>
                      <a:pt x="26" y="19"/>
                    </a:lnTo>
                    <a:lnTo>
                      <a:pt x="28" y="19"/>
                    </a:lnTo>
                    <a:lnTo>
                      <a:pt x="28" y="19"/>
                    </a:lnTo>
                    <a:lnTo>
                      <a:pt x="31" y="19"/>
                    </a:lnTo>
                    <a:lnTo>
                      <a:pt x="31" y="19"/>
                    </a:lnTo>
                    <a:lnTo>
                      <a:pt x="31" y="19"/>
                    </a:lnTo>
                    <a:lnTo>
                      <a:pt x="31" y="19"/>
                    </a:lnTo>
                    <a:lnTo>
                      <a:pt x="33" y="19"/>
                    </a:lnTo>
                    <a:lnTo>
                      <a:pt x="33" y="19"/>
                    </a:lnTo>
                    <a:lnTo>
                      <a:pt x="33" y="19"/>
                    </a:lnTo>
                    <a:lnTo>
                      <a:pt x="33" y="19"/>
                    </a:lnTo>
                    <a:lnTo>
                      <a:pt x="33" y="19"/>
                    </a:lnTo>
                    <a:lnTo>
                      <a:pt x="35" y="19"/>
                    </a:lnTo>
                    <a:lnTo>
                      <a:pt x="35" y="17"/>
                    </a:lnTo>
                    <a:lnTo>
                      <a:pt x="35" y="17"/>
                    </a:lnTo>
                    <a:lnTo>
                      <a:pt x="35" y="17"/>
                    </a:lnTo>
                    <a:lnTo>
                      <a:pt x="35" y="14"/>
                    </a:lnTo>
                    <a:lnTo>
                      <a:pt x="35" y="14"/>
                    </a:lnTo>
                    <a:lnTo>
                      <a:pt x="35" y="12"/>
                    </a:lnTo>
                    <a:lnTo>
                      <a:pt x="35" y="12"/>
                    </a:lnTo>
                    <a:lnTo>
                      <a:pt x="38" y="12"/>
                    </a:lnTo>
                    <a:lnTo>
                      <a:pt x="38" y="10"/>
                    </a:lnTo>
                    <a:lnTo>
                      <a:pt x="38" y="10"/>
                    </a:lnTo>
                    <a:lnTo>
                      <a:pt x="38" y="10"/>
                    </a:lnTo>
                    <a:lnTo>
                      <a:pt x="38" y="10"/>
                    </a:lnTo>
                    <a:lnTo>
                      <a:pt x="40" y="10"/>
                    </a:lnTo>
                    <a:lnTo>
                      <a:pt x="40" y="10"/>
                    </a:lnTo>
                    <a:lnTo>
                      <a:pt x="40" y="10"/>
                    </a:lnTo>
                    <a:lnTo>
                      <a:pt x="40" y="10"/>
                    </a:lnTo>
                    <a:lnTo>
                      <a:pt x="43" y="10"/>
                    </a:lnTo>
                    <a:lnTo>
                      <a:pt x="43" y="10"/>
                    </a:lnTo>
                    <a:lnTo>
                      <a:pt x="45" y="10"/>
                    </a:lnTo>
                    <a:lnTo>
                      <a:pt x="45" y="10"/>
                    </a:lnTo>
                    <a:lnTo>
                      <a:pt x="45" y="10"/>
                    </a:lnTo>
                    <a:lnTo>
                      <a:pt x="45" y="10"/>
                    </a:lnTo>
                    <a:lnTo>
                      <a:pt x="47" y="10"/>
                    </a:lnTo>
                    <a:lnTo>
                      <a:pt x="47" y="10"/>
                    </a:lnTo>
                    <a:lnTo>
                      <a:pt x="47" y="7"/>
                    </a:lnTo>
                    <a:lnTo>
                      <a:pt x="47" y="7"/>
                    </a:lnTo>
                    <a:lnTo>
                      <a:pt x="45" y="7"/>
                    </a:lnTo>
                    <a:lnTo>
                      <a:pt x="45" y="5"/>
                    </a:lnTo>
                    <a:lnTo>
                      <a:pt x="45" y="5"/>
                    </a:lnTo>
                    <a:lnTo>
                      <a:pt x="45" y="5"/>
                    </a:lnTo>
                    <a:lnTo>
                      <a:pt x="45" y="3"/>
                    </a:lnTo>
                    <a:lnTo>
                      <a:pt x="45" y="3"/>
                    </a:lnTo>
                    <a:lnTo>
                      <a:pt x="47" y="3"/>
                    </a:lnTo>
                    <a:lnTo>
                      <a:pt x="47" y="5"/>
                    </a:lnTo>
                    <a:lnTo>
                      <a:pt x="47" y="5"/>
                    </a:lnTo>
                    <a:lnTo>
                      <a:pt x="47" y="5"/>
                    </a:lnTo>
                    <a:lnTo>
                      <a:pt x="50" y="5"/>
                    </a:lnTo>
                    <a:lnTo>
                      <a:pt x="50" y="5"/>
                    </a:lnTo>
                    <a:lnTo>
                      <a:pt x="52" y="5"/>
                    </a:lnTo>
                    <a:lnTo>
                      <a:pt x="52" y="5"/>
                    </a:lnTo>
                    <a:lnTo>
                      <a:pt x="52" y="5"/>
                    </a:lnTo>
                    <a:lnTo>
                      <a:pt x="52" y="3"/>
                    </a:lnTo>
                    <a:lnTo>
                      <a:pt x="52" y="3"/>
                    </a:lnTo>
                    <a:lnTo>
                      <a:pt x="54" y="3"/>
                    </a:lnTo>
                    <a:lnTo>
                      <a:pt x="54" y="0"/>
                    </a:lnTo>
                    <a:lnTo>
                      <a:pt x="54" y="0"/>
                    </a:lnTo>
                    <a:lnTo>
                      <a:pt x="54" y="0"/>
                    </a:lnTo>
                    <a:lnTo>
                      <a:pt x="57" y="0"/>
                    </a:lnTo>
                    <a:lnTo>
                      <a:pt x="57" y="3"/>
                    </a:lnTo>
                    <a:lnTo>
                      <a:pt x="57" y="3"/>
                    </a:lnTo>
                    <a:lnTo>
                      <a:pt x="57" y="3"/>
                    </a:lnTo>
                    <a:lnTo>
                      <a:pt x="59" y="3"/>
                    </a:lnTo>
                    <a:lnTo>
                      <a:pt x="59" y="5"/>
                    </a:lnTo>
                    <a:lnTo>
                      <a:pt x="59" y="5"/>
                    </a:lnTo>
                    <a:lnTo>
                      <a:pt x="59" y="7"/>
                    </a:lnTo>
                    <a:lnTo>
                      <a:pt x="59" y="7"/>
                    </a:lnTo>
                    <a:lnTo>
                      <a:pt x="59" y="7"/>
                    </a:lnTo>
                    <a:lnTo>
                      <a:pt x="59" y="5"/>
                    </a:lnTo>
                    <a:lnTo>
                      <a:pt x="61" y="5"/>
                    </a:lnTo>
                    <a:lnTo>
                      <a:pt x="61" y="5"/>
                    </a:lnTo>
                    <a:lnTo>
                      <a:pt x="61" y="5"/>
                    </a:lnTo>
                    <a:lnTo>
                      <a:pt x="61" y="3"/>
                    </a:lnTo>
                    <a:lnTo>
                      <a:pt x="64" y="3"/>
                    </a:lnTo>
                    <a:lnTo>
                      <a:pt x="64" y="3"/>
                    </a:lnTo>
                    <a:lnTo>
                      <a:pt x="64" y="3"/>
                    </a:lnTo>
                    <a:lnTo>
                      <a:pt x="64" y="5"/>
                    </a:lnTo>
                    <a:lnTo>
                      <a:pt x="64" y="5"/>
                    </a:lnTo>
                    <a:lnTo>
                      <a:pt x="66" y="5"/>
                    </a:lnTo>
                    <a:lnTo>
                      <a:pt x="66" y="7"/>
                    </a:lnTo>
                    <a:lnTo>
                      <a:pt x="66" y="7"/>
                    </a:lnTo>
                    <a:lnTo>
                      <a:pt x="66" y="7"/>
                    </a:lnTo>
                    <a:lnTo>
                      <a:pt x="66" y="10"/>
                    </a:lnTo>
                    <a:lnTo>
                      <a:pt x="66" y="10"/>
                    </a:lnTo>
                    <a:lnTo>
                      <a:pt x="69" y="10"/>
                    </a:lnTo>
                    <a:lnTo>
                      <a:pt x="69" y="10"/>
                    </a:lnTo>
                    <a:lnTo>
                      <a:pt x="69" y="10"/>
                    </a:lnTo>
                    <a:lnTo>
                      <a:pt x="69" y="10"/>
                    </a:lnTo>
                    <a:lnTo>
                      <a:pt x="69" y="10"/>
                    </a:lnTo>
                    <a:lnTo>
                      <a:pt x="69" y="12"/>
                    </a:lnTo>
                    <a:lnTo>
                      <a:pt x="69" y="12"/>
                    </a:lnTo>
                    <a:lnTo>
                      <a:pt x="69" y="14"/>
                    </a:lnTo>
                    <a:lnTo>
                      <a:pt x="69" y="14"/>
                    </a:lnTo>
                    <a:lnTo>
                      <a:pt x="66" y="14"/>
                    </a:lnTo>
                    <a:lnTo>
                      <a:pt x="66" y="17"/>
                    </a:lnTo>
                    <a:lnTo>
                      <a:pt x="66" y="17"/>
                    </a:lnTo>
                    <a:lnTo>
                      <a:pt x="66" y="17"/>
                    </a:lnTo>
                    <a:lnTo>
                      <a:pt x="66" y="19"/>
                    </a:lnTo>
                    <a:lnTo>
                      <a:pt x="66" y="19"/>
                    </a:lnTo>
                    <a:lnTo>
                      <a:pt x="66" y="19"/>
                    </a:lnTo>
                    <a:lnTo>
                      <a:pt x="66" y="21"/>
                    </a:lnTo>
                    <a:lnTo>
                      <a:pt x="66" y="21"/>
                    </a:lnTo>
                    <a:lnTo>
                      <a:pt x="66" y="21"/>
                    </a:lnTo>
                    <a:lnTo>
                      <a:pt x="66" y="21"/>
                    </a:lnTo>
                    <a:lnTo>
                      <a:pt x="66" y="21"/>
                    </a:lnTo>
                    <a:lnTo>
                      <a:pt x="66" y="24"/>
                    </a:lnTo>
                    <a:lnTo>
                      <a:pt x="66" y="24"/>
                    </a:lnTo>
                    <a:lnTo>
                      <a:pt x="69" y="24"/>
                    </a:lnTo>
                    <a:lnTo>
                      <a:pt x="69" y="26"/>
                    </a:lnTo>
                    <a:lnTo>
                      <a:pt x="69" y="26"/>
                    </a:lnTo>
                    <a:lnTo>
                      <a:pt x="69" y="24"/>
                    </a:lnTo>
                    <a:lnTo>
                      <a:pt x="71" y="24"/>
                    </a:lnTo>
                    <a:lnTo>
                      <a:pt x="71" y="24"/>
                    </a:lnTo>
                    <a:lnTo>
                      <a:pt x="71" y="24"/>
                    </a:lnTo>
                    <a:lnTo>
                      <a:pt x="73" y="24"/>
                    </a:lnTo>
                    <a:lnTo>
                      <a:pt x="73" y="26"/>
                    </a:lnTo>
                    <a:lnTo>
                      <a:pt x="73" y="26"/>
                    </a:lnTo>
                    <a:lnTo>
                      <a:pt x="73" y="24"/>
                    </a:lnTo>
                    <a:lnTo>
                      <a:pt x="73" y="24"/>
                    </a:lnTo>
                    <a:lnTo>
                      <a:pt x="73" y="24"/>
                    </a:lnTo>
                    <a:lnTo>
                      <a:pt x="76" y="24"/>
                    </a:lnTo>
                    <a:lnTo>
                      <a:pt x="76" y="21"/>
                    </a:lnTo>
                    <a:lnTo>
                      <a:pt x="76" y="21"/>
                    </a:lnTo>
                    <a:lnTo>
                      <a:pt x="78" y="21"/>
                    </a:lnTo>
                    <a:lnTo>
                      <a:pt x="78" y="21"/>
                    </a:lnTo>
                    <a:lnTo>
                      <a:pt x="78" y="21"/>
                    </a:lnTo>
                    <a:lnTo>
                      <a:pt x="80" y="21"/>
                    </a:lnTo>
                    <a:lnTo>
                      <a:pt x="80" y="24"/>
                    </a:lnTo>
                    <a:lnTo>
                      <a:pt x="80" y="24"/>
                    </a:lnTo>
                    <a:lnTo>
                      <a:pt x="80" y="24"/>
                    </a:lnTo>
                    <a:lnTo>
                      <a:pt x="83" y="24"/>
                    </a:lnTo>
                    <a:lnTo>
                      <a:pt x="83" y="24"/>
                    </a:lnTo>
                    <a:lnTo>
                      <a:pt x="85" y="24"/>
                    </a:lnTo>
                    <a:lnTo>
                      <a:pt x="85" y="24"/>
                    </a:lnTo>
                    <a:lnTo>
                      <a:pt x="85" y="26"/>
                    </a:lnTo>
                    <a:lnTo>
                      <a:pt x="83" y="26"/>
                    </a:lnTo>
                    <a:lnTo>
                      <a:pt x="83" y="26"/>
                    </a:lnTo>
                    <a:lnTo>
                      <a:pt x="83" y="26"/>
                    </a:lnTo>
                    <a:lnTo>
                      <a:pt x="83" y="29"/>
                    </a:lnTo>
                    <a:lnTo>
                      <a:pt x="83" y="29"/>
                    </a:lnTo>
                    <a:lnTo>
                      <a:pt x="83" y="31"/>
                    </a:lnTo>
                    <a:lnTo>
                      <a:pt x="83" y="31"/>
                    </a:lnTo>
                    <a:lnTo>
                      <a:pt x="83" y="31"/>
                    </a:lnTo>
                    <a:lnTo>
                      <a:pt x="83" y="31"/>
                    </a:lnTo>
                    <a:lnTo>
                      <a:pt x="83" y="33"/>
                    </a:lnTo>
                    <a:lnTo>
                      <a:pt x="83" y="33"/>
                    </a:lnTo>
                    <a:lnTo>
                      <a:pt x="83" y="36"/>
                    </a:lnTo>
                    <a:lnTo>
                      <a:pt x="85" y="36"/>
                    </a:lnTo>
                    <a:lnTo>
                      <a:pt x="85" y="36"/>
                    </a:lnTo>
                    <a:lnTo>
                      <a:pt x="85" y="36"/>
                    </a:lnTo>
                    <a:lnTo>
                      <a:pt x="85" y="38"/>
                    </a:lnTo>
                    <a:lnTo>
                      <a:pt x="85" y="38"/>
                    </a:lnTo>
                    <a:lnTo>
                      <a:pt x="85" y="38"/>
                    </a:lnTo>
                    <a:lnTo>
                      <a:pt x="85" y="40"/>
                    </a:lnTo>
                    <a:lnTo>
                      <a:pt x="85" y="40"/>
                    </a:lnTo>
                    <a:lnTo>
                      <a:pt x="83" y="40"/>
                    </a:lnTo>
                    <a:lnTo>
                      <a:pt x="83" y="40"/>
                    </a:lnTo>
                    <a:lnTo>
                      <a:pt x="83" y="43"/>
                    </a:lnTo>
                    <a:lnTo>
                      <a:pt x="83" y="43"/>
                    </a:lnTo>
                    <a:lnTo>
                      <a:pt x="83" y="45"/>
                    </a:lnTo>
                    <a:lnTo>
                      <a:pt x="83" y="45"/>
                    </a:lnTo>
                    <a:lnTo>
                      <a:pt x="83" y="48"/>
                    </a:lnTo>
                    <a:lnTo>
                      <a:pt x="83" y="48"/>
                    </a:lnTo>
                    <a:lnTo>
                      <a:pt x="83" y="48"/>
                    </a:lnTo>
                    <a:lnTo>
                      <a:pt x="83" y="50"/>
                    </a:lnTo>
                    <a:lnTo>
                      <a:pt x="80" y="50"/>
                    </a:lnTo>
                    <a:lnTo>
                      <a:pt x="80" y="50"/>
                    </a:lnTo>
                    <a:lnTo>
                      <a:pt x="80" y="50"/>
                    </a:lnTo>
                    <a:lnTo>
                      <a:pt x="80" y="50"/>
                    </a:lnTo>
                    <a:lnTo>
                      <a:pt x="80" y="50"/>
                    </a:lnTo>
                    <a:lnTo>
                      <a:pt x="80" y="52"/>
                    </a:lnTo>
                    <a:lnTo>
                      <a:pt x="78" y="52"/>
                    </a:lnTo>
                    <a:lnTo>
                      <a:pt x="78" y="52"/>
                    </a:lnTo>
                    <a:lnTo>
                      <a:pt x="80" y="52"/>
                    </a:lnTo>
                    <a:lnTo>
                      <a:pt x="80" y="55"/>
                    </a:lnTo>
                    <a:lnTo>
                      <a:pt x="80" y="55"/>
                    </a:lnTo>
                    <a:lnTo>
                      <a:pt x="80" y="55"/>
                    </a:lnTo>
                    <a:lnTo>
                      <a:pt x="80" y="55"/>
                    </a:lnTo>
                    <a:lnTo>
                      <a:pt x="80" y="57"/>
                    </a:lnTo>
                    <a:lnTo>
                      <a:pt x="80" y="57"/>
                    </a:lnTo>
                    <a:lnTo>
                      <a:pt x="80" y="59"/>
                    </a:lnTo>
                    <a:lnTo>
                      <a:pt x="80" y="59"/>
                    </a:lnTo>
                    <a:lnTo>
                      <a:pt x="80" y="59"/>
                    </a:lnTo>
                    <a:lnTo>
                      <a:pt x="80" y="62"/>
                    </a:lnTo>
                    <a:lnTo>
                      <a:pt x="80" y="62"/>
                    </a:lnTo>
                    <a:lnTo>
                      <a:pt x="80" y="62"/>
                    </a:lnTo>
                    <a:lnTo>
                      <a:pt x="80" y="64"/>
                    </a:lnTo>
                    <a:lnTo>
                      <a:pt x="80" y="64"/>
                    </a:lnTo>
                    <a:lnTo>
                      <a:pt x="80" y="64"/>
                    </a:lnTo>
                    <a:lnTo>
                      <a:pt x="80" y="67"/>
                    </a:lnTo>
                    <a:lnTo>
                      <a:pt x="78" y="67"/>
                    </a:lnTo>
                    <a:lnTo>
                      <a:pt x="78" y="67"/>
                    </a:lnTo>
                    <a:lnTo>
                      <a:pt x="78" y="69"/>
                    </a:lnTo>
                    <a:lnTo>
                      <a:pt x="78" y="69"/>
                    </a:lnTo>
                    <a:lnTo>
                      <a:pt x="78" y="69"/>
                    </a:lnTo>
                    <a:lnTo>
                      <a:pt x="78" y="69"/>
                    </a:lnTo>
                    <a:lnTo>
                      <a:pt x="78" y="71"/>
                    </a:lnTo>
                    <a:lnTo>
                      <a:pt x="78" y="71"/>
                    </a:lnTo>
                    <a:lnTo>
                      <a:pt x="78" y="74"/>
                    </a:lnTo>
                    <a:lnTo>
                      <a:pt x="78" y="74"/>
                    </a:lnTo>
                    <a:lnTo>
                      <a:pt x="78" y="76"/>
                    </a:lnTo>
                    <a:lnTo>
                      <a:pt x="78" y="76"/>
                    </a:lnTo>
                    <a:lnTo>
                      <a:pt x="80" y="76"/>
                    </a:lnTo>
                    <a:lnTo>
                      <a:pt x="80" y="76"/>
                    </a:lnTo>
                    <a:lnTo>
                      <a:pt x="80" y="76"/>
                    </a:lnTo>
                    <a:lnTo>
                      <a:pt x="80" y="78"/>
                    </a:lnTo>
                    <a:lnTo>
                      <a:pt x="80" y="78"/>
                    </a:lnTo>
                    <a:lnTo>
                      <a:pt x="80" y="76"/>
                    </a:lnTo>
                    <a:lnTo>
                      <a:pt x="83" y="76"/>
                    </a:lnTo>
                    <a:lnTo>
                      <a:pt x="83" y="76"/>
                    </a:lnTo>
                    <a:lnTo>
                      <a:pt x="83" y="76"/>
                    </a:lnTo>
                    <a:lnTo>
                      <a:pt x="83" y="74"/>
                    </a:lnTo>
                    <a:lnTo>
                      <a:pt x="85" y="74"/>
                    </a:lnTo>
                    <a:lnTo>
                      <a:pt x="85" y="74"/>
                    </a:lnTo>
                    <a:lnTo>
                      <a:pt x="85" y="74"/>
                    </a:lnTo>
                    <a:lnTo>
                      <a:pt x="85" y="71"/>
                    </a:lnTo>
                    <a:lnTo>
                      <a:pt x="85" y="71"/>
                    </a:lnTo>
                    <a:lnTo>
                      <a:pt x="85" y="71"/>
                    </a:lnTo>
                    <a:lnTo>
                      <a:pt x="88" y="71"/>
                    </a:lnTo>
                    <a:lnTo>
                      <a:pt x="88" y="71"/>
                    </a:lnTo>
                    <a:lnTo>
                      <a:pt x="88" y="69"/>
                    </a:lnTo>
                    <a:lnTo>
                      <a:pt x="88" y="69"/>
                    </a:lnTo>
                    <a:lnTo>
                      <a:pt x="90" y="69"/>
                    </a:lnTo>
                    <a:lnTo>
                      <a:pt x="90" y="69"/>
                    </a:lnTo>
                    <a:lnTo>
                      <a:pt x="90" y="69"/>
                    </a:lnTo>
                    <a:lnTo>
                      <a:pt x="90" y="69"/>
                    </a:lnTo>
                    <a:lnTo>
                      <a:pt x="90" y="67"/>
                    </a:lnTo>
                    <a:lnTo>
                      <a:pt x="92" y="67"/>
                    </a:lnTo>
                    <a:lnTo>
                      <a:pt x="92" y="67"/>
                    </a:lnTo>
                    <a:lnTo>
                      <a:pt x="92" y="67"/>
                    </a:lnTo>
                    <a:lnTo>
                      <a:pt x="92" y="67"/>
                    </a:lnTo>
                    <a:lnTo>
                      <a:pt x="95" y="67"/>
                    </a:lnTo>
                    <a:lnTo>
                      <a:pt x="95" y="64"/>
                    </a:lnTo>
                    <a:lnTo>
                      <a:pt x="95" y="64"/>
                    </a:lnTo>
                    <a:lnTo>
                      <a:pt x="95" y="62"/>
                    </a:lnTo>
                    <a:lnTo>
                      <a:pt x="95" y="62"/>
                    </a:lnTo>
                    <a:lnTo>
                      <a:pt x="97" y="62"/>
                    </a:lnTo>
                    <a:lnTo>
                      <a:pt x="97" y="62"/>
                    </a:lnTo>
                    <a:lnTo>
                      <a:pt x="97" y="62"/>
                    </a:lnTo>
                    <a:lnTo>
                      <a:pt x="97" y="62"/>
                    </a:lnTo>
                    <a:lnTo>
                      <a:pt x="99" y="62"/>
                    </a:lnTo>
                    <a:lnTo>
                      <a:pt x="99" y="59"/>
                    </a:lnTo>
                    <a:lnTo>
                      <a:pt x="99" y="59"/>
                    </a:lnTo>
                    <a:lnTo>
                      <a:pt x="99" y="59"/>
                    </a:lnTo>
                    <a:lnTo>
                      <a:pt x="99" y="59"/>
                    </a:lnTo>
                    <a:lnTo>
                      <a:pt x="99" y="59"/>
                    </a:lnTo>
                    <a:lnTo>
                      <a:pt x="102" y="59"/>
                    </a:lnTo>
                    <a:lnTo>
                      <a:pt x="102" y="59"/>
                    </a:lnTo>
                    <a:lnTo>
                      <a:pt x="104" y="59"/>
                    </a:lnTo>
                    <a:lnTo>
                      <a:pt x="104" y="59"/>
                    </a:lnTo>
                    <a:lnTo>
                      <a:pt x="104" y="59"/>
                    </a:lnTo>
                    <a:lnTo>
                      <a:pt x="104" y="59"/>
                    </a:lnTo>
                    <a:lnTo>
                      <a:pt x="104" y="59"/>
                    </a:lnTo>
                    <a:lnTo>
                      <a:pt x="104" y="62"/>
                    </a:lnTo>
                    <a:lnTo>
                      <a:pt x="106" y="62"/>
                    </a:lnTo>
                    <a:lnTo>
                      <a:pt x="106" y="62"/>
                    </a:lnTo>
                    <a:lnTo>
                      <a:pt x="106" y="62"/>
                    </a:lnTo>
                    <a:lnTo>
                      <a:pt x="106" y="62"/>
                    </a:lnTo>
                    <a:lnTo>
                      <a:pt x="106" y="64"/>
                    </a:lnTo>
                    <a:lnTo>
                      <a:pt x="109" y="64"/>
                    </a:lnTo>
                    <a:lnTo>
                      <a:pt x="109" y="64"/>
                    </a:lnTo>
                    <a:lnTo>
                      <a:pt x="109" y="64"/>
                    </a:lnTo>
                    <a:lnTo>
                      <a:pt x="111" y="64"/>
                    </a:lnTo>
                    <a:lnTo>
                      <a:pt x="111" y="64"/>
                    </a:lnTo>
                    <a:lnTo>
                      <a:pt x="111" y="64"/>
                    </a:lnTo>
                    <a:lnTo>
                      <a:pt x="114" y="64"/>
                    </a:lnTo>
                    <a:lnTo>
                      <a:pt x="114" y="67"/>
                    </a:lnTo>
                    <a:lnTo>
                      <a:pt x="114" y="67"/>
                    </a:lnTo>
                    <a:lnTo>
                      <a:pt x="111" y="67"/>
                    </a:lnTo>
                    <a:lnTo>
                      <a:pt x="111" y="69"/>
                    </a:lnTo>
                    <a:lnTo>
                      <a:pt x="114" y="69"/>
                    </a:lnTo>
                    <a:lnTo>
                      <a:pt x="114" y="69"/>
                    </a:lnTo>
                    <a:lnTo>
                      <a:pt x="114" y="67"/>
                    </a:lnTo>
                    <a:lnTo>
                      <a:pt x="114" y="67"/>
                    </a:lnTo>
                    <a:lnTo>
                      <a:pt x="116" y="67"/>
                    </a:lnTo>
                    <a:lnTo>
                      <a:pt x="116" y="67"/>
                    </a:lnTo>
                    <a:lnTo>
                      <a:pt x="116" y="67"/>
                    </a:lnTo>
                    <a:lnTo>
                      <a:pt x="116" y="64"/>
                    </a:lnTo>
                    <a:lnTo>
                      <a:pt x="118" y="64"/>
                    </a:lnTo>
                    <a:lnTo>
                      <a:pt x="118" y="64"/>
                    </a:lnTo>
                    <a:lnTo>
                      <a:pt x="118" y="64"/>
                    </a:lnTo>
                    <a:lnTo>
                      <a:pt x="118" y="64"/>
                    </a:lnTo>
                    <a:lnTo>
                      <a:pt x="121" y="64"/>
                    </a:lnTo>
                    <a:lnTo>
                      <a:pt x="121" y="64"/>
                    </a:lnTo>
                    <a:lnTo>
                      <a:pt x="121" y="64"/>
                    </a:lnTo>
                    <a:lnTo>
                      <a:pt x="123" y="64"/>
                    </a:lnTo>
                    <a:lnTo>
                      <a:pt x="123" y="62"/>
                    </a:lnTo>
                    <a:lnTo>
                      <a:pt x="123" y="62"/>
                    </a:lnTo>
                    <a:lnTo>
                      <a:pt x="123" y="59"/>
                    </a:lnTo>
                    <a:lnTo>
                      <a:pt x="123" y="59"/>
                    </a:lnTo>
                    <a:lnTo>
                      <a:pt x="123" y="59"/>
                    </a:lnTo>
                    <a:lnTo>
                      <a:pt x="125" y="59"/>
                    </a:lnTo>
                    <a:lnTo>
                      <a:pt x="125" y="59"/>
                    </a:lnTo>
                    <a:lnTo>
                      <a:pt x="125" y="57"/>
                    </a:lnTo>
                    <a:lnTo>
                      <a:pt x="125" y="57"/>
                    </a:lnTo>
                    <a:lnTo>
                      <a:pt x="125" y="57"/>
                    </a:lnTo>
                    <a:lnTo>
                      <a:pt x="125" y="57"/>
                    </a:lnTo>
                    <a:lnTo>
                      <a:pt x="128" y="57"/>
                    </a:lnTo>
                    <a:lnTo>
                      <a:pt x="128" y="55"/>
                    </a:lnTo>
                    <a:lnTo>
                      <a:pt x="125" y="55"/>
                    </a:lnTo>
                    <a:lnTo>
                      <a:pt x="125" y="55"/>
                    </a:lnTo>
                    <a:lnTo>
                      <a:pt x="125" y="52"/>
                    </a:lnTo>
                    <a:lnTo>
                      <a:pt x="128" y="52"/>
                    </a:lnTo>
                    <a:lnTo>
                      <a:pt x="128" y="52"/>
                    </a:lnTo>
                    <a:lnTo>
                      <a:pt x="128" y="52"/>
                    </a:lnTo>
                    <a:lnTo>
                      <a:pt x="128" y="52"/>
                    </a:lnTo>
                    <a:lnTo>
                      <a:pt x="130" y="52"/>
                    </a:lnTo>
                    <a:lnTo>
                      <a:pt x="130" y="52"/>
                    </a:lnTo>
                    <a:lnTo>
                      <a:pt x="130" y="52"/>
                    </a:lnTo>
                    <a:lnTo>
                      <a:pt x="133" y="52"/>
                    </a:lnTo>
                    <a:lnTo>
                      <a:pt x="133" y="52"/>
                    </a:lnTo>
                    <a:lnTo>
                      <a:pt x="133" y="52"/>
                    </a:lnTo>
                    <a:lnTo>
                      <a:pt x="135" y="52"/>
                    </a:lnTo>
                    <a:lnTo>
                      <a:pt x="135" y="55"/>
                    </a:lnTo>
                    <a:lnTo>
                      <a:pt x="135" y="55"/>
                    </a:lnTo>
                    <a:lnTo>
                      <a:pt x="137" y="55"/>
                    </a:lnTo>
                    <a:lnTo>
                      <a:pt x="137" y="55"/>
                    </a:lnTo>
                    <a:lnTo>
                      <a:pt x="137" y="55"/>
                    </a:lnTo>
                    <a:lnTo>
                      <a:pt x="137" y="55"/>
                    </a:lnTo>
                    <a:lnTo>
                      <a:pt x="140" y="55"/>
                    </a:lnTo>
                    <a:lnTo>
                      <a:pt x="140" y="57"/>
                    </a:lnTo>
                    <a:lnTo>
                      <a:pt x="140" y="57"/>
                    </a:lnTo>
                    <a:lnTo>
                      <a:pt x="140" y="57"/>
                    </a:lnTo>
                    <a:lnTo>
                      <a:pt x="140" y="55"/>
                    </a:lnTo>
                    <a:lnTo>
                      <a:pt x="142" y="55"/>
                    </a:lnTo>
                    <a:lnTo>
                      <a:pt x="142" y="55"/>
                    </a:lnTo>
                    <a:lnTo>
                      <a:pt x="142" y="57"/>
                    </a:lnTo>
                    <a:lnTo>
                      <a:pt x="144" y="57"/>
                    </a:lnTo>
                    <a:lnTo>
                      <a:pt x="144" y="57"/>
                    </a:lnTo>
                    <a:lnTo>
                      <a:pt x="144" y="59"/>
                    </a:lnTo>
                    <a:lnTo>
                      <a:pt x="144" y="59"/>
                    </a:lnTo>
                    <a:lnTo>
                      <a:pt x="144" y="59"/>
                    </a:lnTo>
                    <a:lnTo>
                      <a:pt x="144" y="59"/>
                    </a:lnTo>
                    <a:lnTo>
                      <a:pt x="144" y="59"/>
                    </a:lnTo>
                    <a:lnTo>
                      <a:pt x="144" y="62"/>
                    </a:lnTo>
                    <a:lnTo>
                      <a:pt x="147" y="62"/>
                    </a:lnTo>
                    <a:lnTo>
                      <a:pt x="147" y="62"/>
                    </a:lnTo>
                    <a:lnTo>
                      <a:pt x="147" y="62"/>
                    </a:lnTo>
                    <a:lnTo>
                      <a:pt x="147" y="64"/>
                    </a:lnTo>
                    <a:lnTo>
                      <a:pt x="147" y="64"/>
                    </a:lnTo>
                    <a:lnTo>
                      <a:pt x="147" y="64"/>
                    </a:lnTo>
                    <a:lnTo>
                      <a:pt x="147" y="67"/>
                    </a:lnTo>
                    <a:lnTo>
                      <a:pt x="147" y="67"/>
                    </a:lnTo>
                    <a:lnTo>
                      <a:pt x="149" y="67"/>
                    </a:lnTo>
                    <a:lnTo>
                      <a:pt x="149" y="69"/>
                    </a:lnTo>
                    <a:lnTo>
                      <a:pt x="149" y="69"/>
                    </a:lnTo>
                    <a:lnTo>
                      <a:pt x="151" y="69"/>
                    </a:lnTo>
                    <a:lnTo>
                      <a:pt x="151" y="69"/>
                    </a:lnTo>
                    <a:lnTo>
                      <a:pt x="151" y="69"/>
                    </a:lnTo>
                    <a:lnTo>
                      <a:pt x="151" y="69"/>
                    </a:lnTo>
                    <a:lnTo>
                      <a:pt x="151" y="71"/>
                    </a:lnTo>
                    <a:lnTo>
                      <a:pt x="151" y="71"/>
                    </a:lnTo>
                    <a:lnTo>
                      <a:pt x="151" y="71"/>
                    </a:lnTo>
                    <a:lnTo>
                      <a:pt x="154" y="71"/>
                    </a:lnTo>
                    <a:lnTo>
                      <a:pt x="154" y="74"/>
                    </a:lnTo>
                    <a:lnTo>
                      <a:pt x="154" y="74"/>
                    </a:lnTo>
                    <a:lnTo>
                      <a:pt x="154" y="74"/>
                    </a:lnTo>
                    <a:lnTo>
                      <a:pt x="154" y="74"/>
                    </a:lnTo>
                    <a:lnTo>
                      <a:pt x="156" y="74"/>
                    </a:lnTo>
                    <a:lnTo>
                      <a:pt x="156" y="74"/>
                    </a:lnTo>
                    <a:lnTo>
                      <a:pt x="156" y="76"/>
                    </a:lnTo>
                    <a:lnTo>
                      <a:pt x="159" y="76"/>
                    </a:lnTo>
                    <a:lnTo>
                      <a:pt x="159" y="76"/>
                    </a:lnTo>
                    <a:lnTo>
                      <a:pt x="159" y="76"/>
                    </a:lnTo>
                    <a:lnTo>
                      <a:pt x="159" y="78"/>
                    </a:lnTo>
                    <a:lnTo>
                      <a:pt x="159" y="78"/>
                    </a:lnTo>
                    <a:lnTo>
                      <a:pt x="159" y="78"/>
                    </a:lnTo>
                    <a:lnTo>
                      <a:pt x="159" y="78"/>
                    </a:lnTo>
                    <a:lnTo>
                      <a:pt x="159" y="81"/>
                    </a:lnTo>
                    <a:lnTo>
                      <a:pt x="161" y="81"/>
                    </a:lnTo>
                    <a:lnTo>
                      <a:pt x="161" y="81"/>
                    </a:lnTo>
                    <a:lnTo>
                      <a:pt x="161" y="83"/>
                    </a:lnTo>
                    <a:lnTo>
                      <a:pt x="161" y="83"/>
                    </a:lnTo>
                    <a:lnTo>
                      <a:pt x="159" y="83"/>
                    </a:lnTo>
                    <a:lnTo>
                      <a:pt x="159" y="85"/>
                    </a:lnTo>
                    <a:lnTo>
                      <a:pt x="159" y="85"/>
                    </a:lnTo>
                    <a:lnTo>
                      <a:pt x="159" y="88"/>
                    </a:lnTo>
                    <a:lnTo>
                      <a:pt x="159" y="88"/>
                    </a:lnTo>
                    <a:lnTo>
                      <a:pt x="159" y="88"/>
                    </a:lnTo>
                    <a:lnTo>
                      <a:pt x="159" y="90"/>
                    </a:lnTo>
                    <a:lnTo>
                      <a:pt x="159" y="90"/>
                    </a:lnTo>
                    <a:lnTo>
                      <a:pt x="159" y="90"/>
                    </a:lnTo>
                    <a:lnTo>
                      <a:pt x="159" y="93"/>
                    </a:lnTo>
                    <a:lnTo>
                      <a:pt x="159" y="93"/>
                    </a:lnTo>
                    <a:lnTo>
                      <a:pt x="159" y="95"/>
                    </a:lnTo>
                    <a:lnTo>
                      <a:pt x="159" y="95"/>
                    </a:lnTo>
                    <a:lnTo>
                      <a:pt x="159" y="95"/>
                    </a:lnTo>
                    <a:lnTo>
                      <a:pt x="159" y="97"/>
                    </a:lnTo>
                    <a:lnTo>
                      <a:pt x="159" y="97"/>
                    </a:lnTo>
                    <a:lnTo>
                      <a:pt x="159" y="97"/>
                    </a:lnTo>
                    <a:lnTo>
                      <a:pt x="159" y="100"/>
                    </a:lnTo>
                    <a:lnTo>
                      <a:pt x="159" y="100"/>
                    </a:lnTo>
                    <a:lnTo>
                      <a:pt x="159" y="100"/>
                    </a:lnTo>
                    <a:lnTo>
                      <a:pt x="159" y="102"/>
                    </a:lnTo>
                    <a:lnTo>
                      <a:pt x="159" y="102"/>
                    </a:lnTo>
                    <a:lnTo>
                      <a:pt x="159" y="102"/>
                    </a:lnTo>
                    <a:lnTo>
                      <a:pt x="161" y="102"/>
                    </a:lnTo>
                    <a:lnTo>
                      <a:pt x="161" y="102"/>
                    </a:lnTo>
                    <a:lnTo>
                      <a:pt x="161" y="104"/>
                    </a:lnTo>
                    <a:lnTo>
                      <a:pt x="161" y="104"/>
                    </a:lnTo>
                    <a:lnTo>
                      <a:pt x="161" y="104"/>
                    </a:lnTo>
                    <a:lnTo>
                      <a:pt x="161" y="107"/>
                    </a:lnTo>
                    <a:lnTo>
                      <a:pt x="163" y="107"/>
                    </a:lnTo>
                    <a:lnTo>
                      <a:pt x="163" y="107"/>
                    </a:lnTo>
                    <a:lnTo>
                      <a:pt x="163" y="107"/>
                    </a:lnTo>
                    <a:lnTo>
                      <a:pt x="163" y="109"/>
                    </a:lnTo>
                    <a:lnTo>
                      <a:pt x="163" y="109"/>
                    </a:lnTo>
                    <a:lnTo>
                      <a:pt x="163" y="109"/>
                    </a:lnTo>
                    <a:lnTo>
                      <a:pt x="166" y="109"/>
                    </a:lnTo>
                    <a:lnTo>
                      <a:pt x="166" y="112"/>
                    </a:lnTo>
                    <a:lnTo>
                      <a:pt x="166" y="112"/>
                    </a:lnTo>
                    <a:lnTo>
                      <a:pt x="166" y="112"/>
                    </a:lnTo>
                    <a:lnTo>
                      <a:pt x="166" y="112"/>
                    </a:lnTo>
                    <a:lnTo>
                      <a:pt x="168" y="112"/>
                    </a:lnTo>
                    <a:lnTo>
                      <a:pt x="168" y="114"/>
                    </a:lnTo>
                    <a:lnTo>
                      <a:pt x="168" y="114"/>
                    </a:lnTo>
                    <a:lnTo>
                      <a:pt x="170" y="114"/>
                    </a:lnTo>
                    <a:lnTo>
                      <a:pt x="170" y="114"/>
                    </a:lnTo>
                    <a:lnTo>
                      <a:pt x="170" y="114"/>
                    </a:lnTo>
                    <a:lnTo>
                      <a:pt x="173" y="114"/>
                    </a:lnTo>
                    <a:lnTo>
                      <a:pt x="173" y="114"/>
                    </a:lnTo>
                    <a:lnTo>
                      <a:pt x="173" y="116"/>
                    </a:lnTo>
                    <a:lnTo>
                      <a:pt x="173" y="116"/>
                    </a:lnTo>
                    <a:lnTo>
                      <a:pt x="173" y="119"/>
                    </a:lnTo>
                    <a:lnTo>
                      <a:pt x="173" y="119"/>
                    </a:lnTo>
                    <a:lnTo>
                      <a:pt x="173" y="119"/>
                    </a:lnTo>
                    <a:lnTo>
                      <a:pt x="173" y="119"/>
                    </a:lnTo>
                    <a:lnTo>
                      <a:pt x="173" y="121"/>
                    </a:lnTo>
                    <a:lnTo>
                      <a:pt x="173" y="121"/>
                    </a:lnTo>
                    <a:lnTo>
                      <a:pt x="175" y="121"/>
                    </a:lnTo>
                    <a:lnTo>
                      <a:pt x="175" y="121"/>
                    </a:lnTo>
                    <a:lnTo>
                      <a:pt x="177" y="121"/>
                    </a:lnTo>
                    <a:lnTo>
                      <a:pt x="177" y="121"/>
                    </a:lnTo>
                    <a:lnTo>
                      <a:pt x="177" y="121"/>
                    </a:lnTo>
                    <a:lnTo>
                      <a:pt x="177" y="123"/>
                    </a:lnTo>
                    <a:lnTo>
                      <a:pt x="177" y="123"/>
                    </a:lnTo>
                    <a:lnTo>
                      <a:pt x="177" y="126"/>
                    </a:lnTo>
                    <a:lnTo>
                      <a:pt x="177" y="126"/>
                    </a:lnTo>
                    <a:lnTo>
                      <a:pt x="177" y="128"/>
                    </a:lnTo>
                    <a:lnTo>
                      <a:pt x="177" y="128"/>
                    </a:lnTo>
                    <a:lnTo>
                      <a:pt x="177" y="128"/>
                    </a:lnTo>
                    <a:lnTo>
                      <a:pt x="177" y="128"/>
                    </a:lnTo>
                    <a:lnTo>
                      <a:pt x="177" y="131"/>
                    </a:lnTo>
                    <a:lnTo>
                      <a:pt x="175" y="131"/>
                    </a:lnTo>
                    <a:lnTo>
                      <a:pt x="175" y="131"/>
                    </a:lnTo>
                    <a:lnTo>
                      <a:pt x="173" y="131"/>
                    </a:lnTo>
                    <a:lnTo>
                      <a:pt x="173" y="131"/>
                    </a:lnTo>
                    <a:lnTo>
                      <a:pt x="175" y="131"/>
                    </a:lnTo>
                    <a:lnTo>
                      <a:pt x="175" y="131"/>
                    </a:lnTo>
                    <a:lnTo>
                      <a:pt x="177" y="131"/>
                    </a:lnTo>
                    <a:lnTo>
                      <a:pt x="177" y="133"/>
                    </a:lnTo>
                    <a:lnTo>
                      <a:pt x="177" y="133"/>
                    </a:lnTo>
                    <a:lnTo>
                      <a:pt x="175" y="133"/>
                    </a:lnTo>
                    <a:lnTo>
                      <a:pt x="175" y="135"/>
                    </a:lnTo>
                    <a:lnTo>
                      <a:pt x="175" y="135"/>
                    </a:lnTo>
                    <a:lnTo>
                      <a:pt x="175" y="135"/>
                    </a:lnTo>
                    <a:lnTo>
                      <a:pt x="173" y="135"/>
                    </a:lnTo>
                    <a:lnTo>
                      <a:pt x="173" y="138"/>
                    </a:lnTo>
                    <a:lnTo>
                      <a:pt x="173" y="138"/>
                    </a:lnTo>
                    <a:lnTo>
                      <a:pt x="175" y="138"/>
                    </a:lnTo>
                    <a:lnTo>
                      <a:pt x="175" y="138"/>
                    </a:lnTo>
                    <a:lnTo>
                      <a:pt x="175" y="140"/>
                    </a:lnTo>
                    <a:lnTo>
                      <a:pt x="177" y="140"/>
                    </a:lnTo>
                    <a:lnTo>
                      <a:pt x="177" y="140"/>
                    </a:lnTo>
                    <a:lnTo>
                      <a:pt x="177" y="140"/>
                    </a:lnTo>
                    <a:lnTo>
                      <a:pt x="177" y="140"/>
                    </a:lnTo>
                    <a:lnTo>
                      <a:pt x="177" y="140"/>
                    </a:lnTo>
                    <a:lnTo>
                      <a:pt x="177" y="142"/>
                    </a:lnTo>
                    <a:lnTo>
                      <a:pt x="177" y="142"/>
                    </a:lnTo>
                    <a:lnTo>
                      <a:pt x="175" y="142"/>
                    </a:lnTo>
                    <a:lnTo>
                      <a:pt x="175" y="145"/>
                    </a:lnTo>
                    <a:lnTo>
                      <a:pt x="175" y="145"/>
                    </a:lnTo>
                    <a:lnTo>
                      <a:pt x="175" y="145"/>
                    </a:lnTo>
                    <a:lnTo>
                      <a:pt x="175" y="147"/>
                    </a:lnTo>
                    <a:lnTo>
                      <a:pt x="175" y="147"/>
                    </a:lnTo>
                    <a:lnTo>
                      <a:pt x="175" y="147"/>
                    </a:lnTo>
                    <a:lnTo>
                      <a:pt x="175" y="149"/>
                    </a:lnTo>
                    <a:lnTo>
                      <a:pt x="175" y="149"/>
                    </a:lnTo>
                    <a:lnTo>
                      <a:pt x="175" y="149"/>
                    </a:lnTo>
                    <a:lnTo>
                      <a:pt x="175" y="152"/>
                    </a:lnTo>
                    <a:lnTo>
                      <a:pt x="175" y="152"/>
                    </a:lnTo>
                    <a:lnTo>
                      <a:pt x="175" y="152"/>
                    </a:lnTo>
                    <a:lnTo>
                      <a:pt x="175" y="154"/>
                    </a:lnTo>
                    <a:lnTo>
                      <a:pt x="173" y="154"/>
                    </a:lnTo>
                    <a:lnTo>
                      <a:pt x="173" y="154"/>
                    </a:lnTo>
                    <a:lnTo>
                      <a:pt x="173" y="154"/>
                    </a:lnTo>
                    <a:lnTo>
                      <a:pt x="173" y="154"/>
                    </a:lnTo>
                    <a:lnTo>
                      <a:pt x="173" y="157"/>
                    </a:lnTo>
                    <a:lnTo>
                      <a:pt x="170" y="157"/>
                    </a:lnTo>
                    <a:lnTo>
                      <a:pt x="170" y="157"/>
                    </a:lnTo>
                    <a:lnTo>
                      <a:pt x="170" y="157"/>
                    </a:lnTo>
                    <a:lnTo>
                      <a:pt x="170" y="157"/>
                    </a:lnTo>
                    <a:lnTo>
                      <a:pt x="168" y="157"/>
                    </a:lnTo>
                    <a:lnTo>
                      <a:pt x="168" y="157"/>
                    </a:lnTo>
                    <a:lnTo>
                      <a:pt x="168" y="159"/>
                    </a:lnTo>
                    <a:lnTo>
                      <a:pt x="168" y="159"/>
                    </a:lnTo>
                    <a:lnTo>
                      <a:pt x="166" y="159"/>
                    </a:lnTo>
                    <a:lnTo>
                      <a:pt x="166" y="159"/>
                    </a:lnTo>
                    <a:lnTo>
                      <a:pt x="166" y="159"/>
                    </a:lnTo>
                    <a:lnTo>
                      <a:pt x="166" y="159"/>
                    </a:lnTo>
                    <a:lnTo>
                      <a:pt x="166" y="159"/>
                    </a:lnTo>
                    <a:lnTo>
                      <a:pt x="163" y="159"/>
                    </a:lnTo>
                    <a:lnTo>
                      <a:pt x="163" y="159"/>
                    </a:lnTo>
                    <a:lnTo>
                      <a:pt x="163" y="157"/>
                    </a:lnTo>
                    <a:lnTo>
                      <a:pt x="163" y="157"/>
                    </a:lnTo>
                    <a:lnTo>
                      <a:pt x="163" y="157"/>
                    </a:lnTo>
                    <a:lnTo>
                      <a:pt x="161" y="157"/>
                    </a:lnTo>
                    <a:lnTo>
                      <a:pt x="161" y="154"/>
                    </a:lnTo>
                    <a:lnTo>
                      <a:pt x="161" y="154"/>
                    </a:lnTo>
                    <a:lnTo>
                      <a:pt x="161" y="154"/>
                    </a:lnTo>
                    <a:lnTo>
                      <a:pt x="159" y="154"/>
                    </a:lnTo>
                    <a:lnTo>
                      <a:pt x="159" y="154"/>
                    </a:lnTo>
                    <a:lnTo>
                      <a:pt x="159" y="154"/>
                    </a:lnTo>
                    <a:lnTo>
                      <a:pt x="156" y="154"/>
                    </a:lnTo>
                    <a:lnTo>
                      <a:pt x="156" y="154"/>
                    </a:lnTo>
                    <a:lnTo>
                      <a:pt x="156" y="157"/>
                    </a:lnTo>
                    <a:lnTo>
                      <a:pt x="154" y="157"/>
                    </a:lnTo>
                    <a:lnTo>
                      <a:pt x="154" y="157"/>
                    </a:lnTo>
                    <a:lnTo>
                      <a:pt x="154" y="157"/>
                    </a:lnTo>
                    <a:lnTo>
                      <a:pt x="154" y="157"/>
                    </a:lnTo>
                    <a:lnTo>
                      <a:pt x="154" y="157"/>
                    </a:lnTo>
                    <a:lnTo>
                      <a:pt x="154" y="157"/>
                    </a:lnTo>
                    <a:lnTo>
                      <a:pt x="151" y="157"/>
                    </a:lnTo>
                    <a:lnTo>
                      <a:pt x="151" y="157"/>
                    </a:lnTo>
                    <a:lnTo>
                      <a:pt x="151" y="157"/>
                    </a:lnTo>
                    <a:lnTo>
                      <a:pt x="151" y="157"/>
                    </a:lnTo>
                    <a:lnTo>
                      <a:pt x="149" y="157"/>
                    </a:lnTo>
                    <a:lnTo>
                      <a:pt x="149" y="157"/>
                    </a:lnTo>
                    <a:lnTo>
                      <a:pt x="147" y="157"/>
                    </a:lnTo>
                    <a:lnTo>
                      <a:pt x="147" y="157"/>
                    </a:lnTo>
                    <a:lnTo>
                      <a:pt x="147" y="157"/>
                    </a:lnTo>
                    <a:lnTo>
                      <a:pt x="144" y="157"/>
                    </a:lnTo>
                    <a:lnTo>
                      <a:pt x="144" y="157"/>
                    </a:lnTo>
                    <a:lnTo>
                      <a:pt x="144" y="157"/>
                    </a:lnTo>
                    <a:lnTo>
                      <a:pt x="144" y="157"/>
                    </a:lnTo>
                    <a:lnTo>
                      <a:pt x="142" y="157"/>
                    </a:lnTo>
                    <a:lnTo>
                      <a:pt x="142" y="157"/>
                    </a:lnTo>
                    <a:lnTo>
                      <a:pt x="140" y="157"/>
                    </a:lnTo>
                    <a:lnTo>
                      <a:pt x="140" y="157"/>
                    </a:lnTo>
                    <a:lnTo>
                      <a:pt x="140" y="157"/>
                    </a:lnTo>
                    <a:lnTo>
                      <a:pt x="140" y="157"/>
                    </a:lnTo>
                    <a:lnTo>
                      <a:pt x="137" y="157"/>
                    </a:lnTo>
                    <a:lnTo>
                      <a:pt x="137" y="157"/>
                    </a:lnTo>
                    <a:lnTo>
                      <a:pt x="137" y="157"/>
                    </a:lnTo>
                    <a:lnTo>
                      <a:pt x="137" y="154"/>
                    </a:lnTo>
                    <a:lnTo>
                      <a:pt x="135" y="154"/>
                    </a:lnTo>
                    <a:lnTo>
                      <a:pt x="135" y="154"/>
                    </a:lnTo>
                    <a:lnTo>
                      <a:pt x="133" y="154"/>
                    </a:lnTo>
                    <a:lnTo>
                      <a:pt x="133" y="154"/>
                    </a:lnTo>
                    <a:lnTo>
                      <a:pt x="133" y="154"/>
                    </a:lnTo>
                    <a:lnTo>
                      <a:pt x="133" y="157"/>
                    </a:lnTo>
                    <a:lnTo>
                      <a:pt x="130" y="157"/>
                    </a:lnTo>
                    <a:lnTo>
                      <a:pt x="130" y="157"/>
                    </a:lnTo>
                    <a:lnTo>
                      <a:pt x="128" y="157"/>
                    </a:lnTo>
                    <a:lnTo>
                      <a:pt x="128" y="157"/>
                    </a:lnTo>
                    <a:lnTo>
                      <a:pt x="128" y="157"/>
                    </a:lnTo>
                    <a:lnTo>
                      <a:pt x="128" y="157"/>
                    </a:lnTo>
                    <a:lnTo>
                      <a:pt x="125" y="157"/>
                    </a:lnTo>
                    <a:lnTo>
                      <a:pt x="125" y="157"/>
                    </a:lnTo>
                    <a:lnTo>
                      <a:pt x="125" y="157"/>
                    </a:lnTo>
                    <a:lnTo>
                      <a:pt x="123" y="157"/>
                    </a:lnTo>
                    <a:lnTo>
                      <a:pt x="123" y="159"/>
                    </a:lnTo>
                    <a:lnTo>
                      <a:pt x="123" y="159"/>
                    </a:lnTo>
                    <a:lnTo>
                      <a:pt x="121" y="159"/>
                    </a:lnTo>
                    <a:lnTo>
                      <a:pt x="121" y="159"/>
                    </a:lnTo>
                    <a:lnTo>
                      <a:pt x="121" y="159"/>
                    </a:lnTo>
                    <a:lnTo>
                      <a:pt x="121" y="159"/>
                    </a:lnTo>
                    <a:lnTo>
                      <a:pt x="121" y="159"/>
                    </a:lnTo>
                    <a:lnTo>
                      <a:pt x="121" y="161"/>
                    </a:lnTo>
                    <a:lnTo>
                      <a:pt x="121" y="161"/>
                    </a:lnTo>
                    <a:lnTo>
                      <a:pt x="118" y="161"/>
                    </a:lnTo>
                    <a:lnTo>
                      <a:pt x="118" y="164"/>
                    </a:lnTo>
                    <a:lnTo>
                      <a:pt x="118" y="164"/>
                    </a:lnTo>
                    <a:lnTo>
                      <a:pt x="118" y="166"/>
                    </a:lnTo>
                    <a:lnTo>
                      <a:pt x="118" y="166"/>
                    </a:lnTo>
                    <a:lnTo>
                      <a:pt x="118" y="166"/>
                    </a:lnTo>
                    <a:lnTo>
                      <a:pt x="118" y="166"/>
                    </a:lnTo>
                    <a:lnTo>
                      <a:pt x="116" y="166"/>
                    </a:lnTo>
                    <a:lnTo>
                      <a:pt x="116" y="168"/>
                    </a:lnTo>
                    <a:lnTo>
                      <a:pt x="116" y="168"/>
                    </a:lnTo>
                    <a:lnTo>
                      <a:pt x="116" y="168"/>
                    </a:lnTo>
                    <a:lnTo>
                      <a:pt x="116" y="168"/>
                    </a:lnTo>
                    <a:lnTo>
                      <a:pt x="116" y="171"/>
                    </a:lnTo>
                    <a:lnTo>
                      <a:pt x="114" y="171"/>
                    </a:lnTo>
                    <a:lnTo>
                      <a:pt x="114" y="171"/>
                    </a:lnTo>
                    <a:lnTo>
                      <a:pt x="114" y="171"/>
                    </a:lnTo>
                    <a:lnTo>
                      <a:pt x="114" y="173"/>
                    </a:lnTo>
                    <a:lnTo>
                      <a:pt x="114" y="173"/>
                    </a:lnTo>
                    <a:lnTo>
                      <a:pt x="111" y="173"/>
                    </a:lnTo>
                    <a:lnTo>
                      <a:pt x="111" y="173"/>
                    </a:lnTo>
                    <a:lnTo>
                      <a:pt x="111" y="176"/>
                    </a:lnTo>
                    <a:lnTo>
                      <a:pt x="111" y="176"/>
                    </a:lnTo>
                    <a:lnTo>
                      <a:pt x="111" y="176"/>
                    </a:lnTo>
                    <a:lnTo>
                      <a:pt x="111" y="176"/>
                    </a:lnTo>
                    <a:lnTo>
                      <a:pt x="109" y="176"/>
                    </a:lnTo>
                    <a:lnTo>
                      <a:pt x="109" y="178"/>
                    </a:lnTo>
                    <a:lnTo>
                      <a:pt x="109" y="178"/>
                    </a:lnTo>
                    <a:lnTo>
                      <a:pt x="109" y="176"/>
                    </a:lnTo>
                    <a:lnTo>
                      <a:pt x="106" y="176"/>
                    </a:lnTo>
                    <a:lnTo>
                      <a:pt x="106" y="178"/>
                    </a:lnTo>
                    <a:lnTo>
                      <a:pt x="106" y="178"/>
                    </a:lnTo>
                    <a:lnTo>
                      <a:pt x="106" y="178"/>
                    </a:lnTo>
                    <a:lnTo>
                      <a:pt x="106" y="178"/>
                    </a:lnTo>
                    <a:lnTo>
                      <a:pt x="106" y="178"/>
                    </a:lnTo>
                    <a:lnTo>
                      <a:pt x="106" y="180"/>
                    </a:lnTo>
                    <a:lnTo>
                      <a:pt x="106" y="180"/>
                    </a:lnTo>
                    <a:lnTo>
                      <a:pt x="106" y="183"/>
                    </a:lnTo>
                    <a:lnTo>
                      <a:pt x="106" y="183"/>
                    </a:lnTo>
                    <a:lnTo>
                      <a:pt x="106" y="185"/>
                    </a:lnTo>
                    <a:lnTo>
                      <a:pt x="106" y="185"/>
                    </a:lnTo>
                    <a:lnTo>
                      <a:pt x="106" y="187"/>
                    </a:lnTo>
                    <a:lnTo>
                      <a:pt x="109" y="187"/>
                    </a:lnTo>
                    <a:lnTo>
                      <a:pt x="109" y="187"/>
                    </a:lnTo>
                    <a:lnTo>
                      <a:pt x="109" y="187"/>
                    </a:lnTo>
                    <a:lnTo>
                      <a:pt x="109" y="187"/>
                    </a:lnTo>
                    <a:lnTo>
                      <a:pt x="109" y="190"/>
                    </a:lnTo>
                    <a:lnTo>
                      <a:pt x="111" y="190"/>
                    </a:lnTo>
                    <a:lnTo>
                      <a:pt x="111" y="190"/>
                    </a:lnTo>
                    <a:lnTo>
                      <a:pt x="111" y="192"/>
                    </a:lnTo>
                    <a:lnTo>
                      <a:pt x="111" y="192"/>
                    </a:lnTo>
                    <a:lnTo>
                      <a:pt x="111" y="194"/>
                    </a:lnTo>
                    <a:lnTo>
                      <a:pt x="111" y="194"/>
                    </a:lnTo>
                    <a:lnTo>
                      <a:pt x="111" y="194"/>
                    </a:lnTo>
                    <a:lnTo>
                      <a:pt x="111" y="197"/>
                    </a:lnTo>
                    <a:lnTo>
                      <a:pt x="111" y="197"/>
                    </a:lnTo>
                    <a:lnTo>
                      <a:pt x="111" y="197"/>
                    </a:lnTo>
                    <a:lnTo>
                      <a:pt x="111" y="199"/>
                    </a:lnTo>
                    <a:lnTo>
                      <a:pt x="111" y="199"/>
                    </a:lnTo>
                    <a:lnTo>
                      <a:pt x="111" y="199"/>
                    </a:lnTo>
                    <a:lnTo>
                      <a:pt x="111" y="199"/>
                    </a:lnTo>
                    <a:lnTo>
                      <a:pt x="111" y="199"/>
                    </a:lnTo>
                    <a:lnTo>
                      <a:pt x="114" y="199"/>
                    </a:lnTo>
                    <a:lnTo>
                      <a:pt x="114" y="202"/>
                    </a:lnTo>
                    <a:lnTo>
                      <a:pt x="114" y="202"/>
                    </a:lnTo>
                    <a:lnTo>
                      <a:pt x="114" y="202"/>
                    </a:lnTo>
                    <a:lnTo>
                      <a:pt x="114" y="202"/>
                    </a:lnTo>
                    <a:lnTo>
                      <a:pt x="114" y="204"/>
                    </a:lnTo>
                    <a:lnTo>
                      <a:pt x="116" y="204"/>
                    </a:lnTo>
                    <a:lnTo>
                      <a:pt x="116" y="204"/>
                    </a:lnTo>
                    <a:lnTo>
                      <a:pt x="116" y="204"/>
                    </a:lnTo>
                    <a:lnTo>
                      <a:pt x="116" y="206"/>
                    </a:lnTo>
                    <a:lnTo>
                      <a:pt x="116" y="206"/>
                    </a:lnTo>
                    <a:lnTo>
                      <a:pt x="116" y="206"/>
                    </a:lnTo>
                    <a:lnTo>
                      <a:pt x="116" y="209"/>
                    </a:lnTo>
                    <a:lnTo>
                      <a:pt x="116" y="209"/>
                    </a:lnTo>
                    <a:lnTo>
                      <a:pt x="116" y="209"/>
                    </a:lnTo>
                    <a:lnTo>
                      <a:pt x="114" y="209"/>
                    </a:lnTo>
                    <a:lnTo>
                      <a:pt x="114" y="211"/>
                    </a:lnTo>
                    <a:lnTo>
                      <a:pt x="114" y="211"/>
                    </a:lnTo>
                    <a:lnTo>
                      <a:pt x="114" y="213"/>
                    </a:lnTo>
                    <a:lnTo>
                      <a:pt x="116" y="213"/>
                    </a:lnTo>
                    <a:lnTo>
                      <a:pt x="116" y="213"/>
                    </a:lnTo>
                    <a:lnTo>
                      <a:pt x="116" y="213"/>
                    </a:lnTo>
                    <a:lnTo>
                      <a:pt x="116" y="216"/>
                    </a:lnTo>
                    <a:lnTo>
                      <a:pt x="116" y="216"/>
                    </a:lnTo>
                    <a:lnTo>
                      <a:pt x="116" y="218"/>
                    </a:lnTo>
                    <a:lnTo>
                      <a:pt x="116" y="218"/>
                    </a:lnTo>
                    <a:lnTo>
                      <a:pt x="118" y="218"/>
                    </a:lnTo>
                    <a:lnTo>
                      <a:pt x="118" y="218"/>
                    </a:lnTo>
                    <a:lnTo>
                      <a:pt x="118" y="22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40"/>
              <p:cNvSpPr>
                <a:spLocks/>
              </p:cNvSpPr>
              <p:nvPr/>
            </p:nvSpPr>
            <p:spPr bwMode="auto">
              <a:xfrm>
                <a:off x="2921" y="2234"/>
                <a:ext cx="177" cy="377"/>
              </a:xfrm>
              <a:custGeom>
                <a:avLst/>
                <a:gdLst/>
                <a:ahLst/>
                <a:cxnLst>
                  <a:cxn ang="0">
                    <a:pos x="111" y="218"/>
                  </a:cxn>
                  <a:cxn ang="0">
                    <a:pos x="99" y="204"/>
                  </a:cxn>
                  <a:cxn ang="0">
                    <a:pos x="83" y="199"/>
                  </a:cxn>
                  <a:cxn ang="0">
                    <a:pos x="73" y="192"/>
                  </a:cxn>
                  <a:cxn ang="0">
                    <a:pos x="71" y="178"/>
                  </a:cxn>
                  <a:cxn ang="0">
                    <a:pos x="59" y="187"/>
                  </a:cxn>
                  <a:cxn ang="0">
                    <a:pos x="57" y="213"/>
                  </a:cxn>
                  <a:cxn ang="0">
                    <a:pos x="47" y="235"/>
                  </a:cxn>
                  <a:cxn ang="0">
                    <a:pos x="40" y="256"/>
                  </a:cxn>
                  <a:cxn ang="0">
                    <a:pos x="38" y="273"/>
                  </a:cxn>
                  <a:cxn ang="0">
                    <a:pos x="47" y="285"/>
                  </a:cxn>
                  <a:cxn ang="0">
                    <a:pos x="50" y="285"/>
                  </a:cxn>
                  <a:cxn ang="0">
                    <a:pos x="59" y="275"/>
                  </a:cxn>
                  <a:cxn ang="0">
                    <a:pos x="54" y="299"/>
                  </a:cxn>
                  <a:cxn ang="0">
                    <a:pos x="64" y="318"/>
                  </a:cxn>
                  <a:cxn ang="0">
                    <a:pos x="71" y="341"/>
                  </a:cxn>
                  <a:cxn ang="0">
                    <a:pos x="90" y="346"/>
                  </a:cxn>
                  <a:cxn ang="0">
                    <a:pos x="102" y="365"/>
                  </a:cxn>
                  <a:cxn ang="0">
                    <a:pos x="85" y="372"/>
                  </a:cxn>
                  <a:cxn ang="0">
                    <a:pos x="80" y="365"/>
                  </a:cxn>
                  <a:cxn ang="0">
                    <a:pos x="66" y="356"/>
                  </a:cxn>
                  <a:cxn ang="0">
                    <a:pos x="54" y="351"/>
                  </a:cxn>
                  <a:cxn ang="0">
                    <a:pos x="45" y="337"/>
                  </a:cxn>
                  <a:cxn ang="0">
                    <a:pos x="40" y="330"/>
                  </a:cxn>
                  <a:cxn ang="0">
                    <a:pos x="31" y="318"/>
                  </a:cxn>
                  <a:cxn ang="0">
                    <a:pos x="21" y="325"/>
                  </a:cxn>
                  <a:cxn ang="0">
                    <a:pos x="19" y="299"/>
                  </a:cxn>
                  <a:cxn ang="0">
                    <a:pos x="21" y="277"/>
                  </a:cxn>
                  <a:cxn ang="0">
                    <a:pos x="28" y="258"/>
                  </a:cxn>
                  <a:cxn ang="0">
                    <a:pos x="38" y="240"/>
                  </a:cxn>
                  <a:cxn ang="0">
                    <a:pos x="50" y="221"/>
                  </a:cxn>
                  <a:cxn ang="0">
                    <a:pos x="43" y="199"/>
                  </a:cxn>
                  <a:cxn ang="0">
                    <a:pos x="38" y="176"/>
                  </a:cxn>
                  <a:cxn ang="0">
                    <a:pos x="26" y="157"/>
                  </a:cxn>
                  <a:cxn ang="0">
                    <a:pos x="19" y="135"/>
                  </a:cxn>
                  <a:cxn ang="0">
                    <a:pos x="26" y="119"/>
                  </a:cxn>
                  <a:cxn ang="0">
                    <a:pos x="31" y="107"/>
                  </a:cxn>
                  <a:cxn ang="0">
                    <a:pos x="24" y="90"/>
                  </a:cxn>
                  <a:cxn ang="0">
                    <a:pos x="9" y="71"/>
                  </a:cxn>
                  <a:cxn ang="0">
                    <a:pos x="2" y="57"/>
                  </a:cxn>
                  <a:cxn ang="0">
                    <a:pos x="7" y="40"/>
                  </a:cxn>
                  <a:cxn ang="0">
                    <a:pos x="14" y="19"/>
                  </a:cxn>
                  <a:cxn ang="0">
                    <a:pos x="33" y="19"/>
                  </a:cxn>
                  <a:cxn ang="0">
                    <a:pos x="45" y="5"/>
                  </a:cxn>
                  <a:cxn ang="0">
                    <a:pos x="61" y="5"/>
                  </a:cxn>
                  <a:cxn ang="0">
                    <a:pos x="66" y="21"/>
                  </a:cxn>
                  <a:cxn ang="0">
                    <a:pos x="85" y="24"/>
                  </a:cxn>
                  <a:cxn ang="0">
                    <a:pos x="83" y="50"/>
                  </a:cxn>
                  <a:cxn ang="0">
                    <a:pos x="78" y="69"/>
                  </a:cxn>
                  <a:cxn ang="0">
                    <a:pos x="90" y="67"/>
                  </a:cxn>
                  <a:cxn ang="0">
                    <a:pos x="106" y="62"/>
                  </a:cxn>
                  <a:cxn ang="0">
                    <a:pos x="123" y="59"/>
                  </a:cxn>
                  <a:cxn ang="0">
                    <a:pos x="140" y="55"/>
                  </a:cxn>
                  <a:cxn ang="0">
                    <a:pos x="151" y="71"/>
                  </a:cxn>
                  <a:cxn ang="0">
                    <a:pos x="159" y="90"/>
                  </a:cxn>
                  <a:cxn ang="0">
                    <a:pos x="166" y="112"/>
                  </a:cxn>
                  <a:cxn ang="0">
                    <a:pos x="175" y="131"/>
                  </a:cxn>
                  <a:cxn ang="0">
                    <a:pos x="175" y="147"/>
                  </a:cxn>
                  <a:cxn ang="0">
                    <a:pos x="163" y="157"/>
                  </a:cxn>
                  <a:cxn ang="0">
                    <a:pos x="142" y="157"/>
                  </a:cxn>
                  <a:cxn ang="0">
                    <a:pos x="121" y="159"/>
                  </a:cxn>
                  <a:cxn ang="0">
                    <a:pos x="106" y="176"/>
                  </a:cxn>
                  <a:cxn ang="0">
                    <a:pos x="111" y="199"/>
                  </a:cxn>
                </a:cxnLst>
                <a:rect l="0" t="0" r="r" b="b"/>
                <a:pathLst>
                  <a:path w="177" h="377">
                    <a:moveTo>
                      <a:pt x="118" y="221"/>
                    </a:moveTo>
                    <a:lnTo>
                      <a:pt x="116" y="221"/>
                    </a:lnTo>
                    <a:lnTo>
                      <a:pt x="116" y="218"/>
                    </a:lnTo>
                    <a:lnTo>
                      <a:pt x="116" y="218"/>
                    </a:lnTo>
                    <a:lnTo>
                      <a:pt x="116" y="218"/>
                    </a:lnTo>
                    <a:lnTo>
                      <a:pt x="116" y="218"/>
                    </a:lnTo>
                    <a:lnTo>
                      <a:pt x="116" y="216"/>
                    </a:lnTo>
                    <a:lnTo>
                      <a:pt x="116" y="216"/>
                    </a:lnTo>
                    <a:lnTo>
                      <a:pt x="114" y="216"/>
                    </a:lnTo>
                    <a:lnTo>
                      <a:pt x="114" y="216"/>
                    </a:lnTo>
                    <a:lnTo>
                      <a:pt x="114" y="213"/>
                    </a:lnTo>
                    <a:lnTo>
                      <a:pt x="114" y="213"/>
                    </a:lnTo>
                    <a:lnTo>
                      <a:pt x="114" y="213"/>
                    </a:lnTo>
                    <a:lnTo>
                      <a:pt x="111" y="213"/>
                    </a:lnTo>
                    <a:lnTo>
                      <a:pt x="111" y="213"/>
                    </a:lnTo>
                    <a:lnTo>
                      <a:pt x="111" y="216"/>
                    </a:lnTo>
                    <a:lnTo>
                      <a:pt x="111" y="216"/>
                    </a:lnTo>
                    <a:lnTo>
                      <a:pt x="111" y="213"/>
                    </a:lnTo>
                    <a:lnTo>
                      <a:pt x="111" y="213"/>
                    </a:lnTo>
                    <a:lnTo>
                      <a:pt x="111" y="213"/>
                    </a:lnTo>
                    <a:lnTo>
                      <a:pt x="109" y="213"/>
                    </a:lnTo>
                    <a:lnTo>
                      <a:pt x="109" y="213"/>
                    </a:lnTo>
                    <a:lnTo>
                      <a:pt x="106" y="213"/>
                    </a:lnTo>
                    <a:lnTo>
                      <a:pt x="106" y="213"/>
                    </a:lnTo>
                    <a:lnTo>
                      <a:pt x="109" y="213"/>
                    </a:lnTo>
                    <a:lnTo>
                      <a:pt x="109" y="216"/>
                    </a:lnTo>
                    <a:lnTo>
                      <a:pt x="109" y="216"/>
                    </a:lnTo>
                    <a:lnTo>
                      <a:pt x="109" y="216"/>
                    </a:lnTo>
                    <a:lnTo>
                      <a:pt x="109" y="218"/>
                    </a:lnTo>
                    <a:lnTo>
                      <a:pt x="111" y="218"/>
                    </a:lnTo>
                    <a:lnTo>
                      <a:pt x="111" y="218"/>
                    </a:lnTo>
                    <a:lnTo>
                      <a:pt x="111" y="218"/>
                    </a:lnTo>
                    <a:lnTo>
                      <a:pt x="111" y="218"/>
                    </a:lnTo>
                    <a:lnTo>
                      <a:pt x="109" y="218"/>
                    </a:lnTo>
                    <a:lnTo>
                      <a:pt x="109" y="218"/>
                    </a:lnTo>
                    <a:lnTo>
                      <a:pt x="109" y="218"/>
                    </a:lnTo>
                    <a:lnTo>
                      <a:pt x="106" y="218"/>
                    </a:lnTo>
                    <a:lnTo>
                      <a:pt x="106" y="218"/>
                    </a:lnTo>
                    <a:lnTo>
                      <a:pt x="106" y="218"/>
                    </a:lnTo>
                    <a:lnTo>
                      <a:pt x="106" y="218"/>
                    </a:lnTo>
                    <a:lnTo>
                      <a:pt x="106" y="218"/>
                    </a:lnTo>
                    <a:lnTo>
                      <a:pt x="104" y="218"/>
                    </a:lnTo>
                    <a:lnTo>
                      <a:pt x="104" y="216"/>
                    </a:lnTo>
                    <a:lnTo>
                      <a:pt x="104" y="216"/>
                    </a:lnTo>
                    <a:lnTo>
                      <a:pt x="104" y="213"/>
                    </a:lnTo>
                    <a:lnTo>
                      <a:pt x="104" y="213"/>
                    </a:lnTo>
                    <a:lnTo>
                      <a:pt x="104" y="211"/>
                    </a:lnTo>
                    <a:lnTo>
                      <a:pt x="104" y="211"/>
                    </a:lnTo>
                    <a:lnTo>
                      <a:pt x="104" y="209"/>
                    </a:lnTo>
                    <a:lnTo>
                      <a:pt x="104" y="209"/>
                    </a:lnTo>
                    <a:lnTo>
                      <a:pt x="104" y="209"/>
                    </a:lnTo>
                    <a:lnTo>
                      <a:pt x="104" y="209"/>
                    </a:lnTo>
                    <a:lnTo>
                      <a:pt x="104" y="209"/>
                    </a:lnTo>
                    <a:lnTo>
                      <a:pt x="104" y="206"/>
                    </a:lnTo>
                    <a:lnTo>
                      <a:pt x="102" y="206"/>
                    </a:lnTo>
                    <a:lnTo>
                      <a:pt x="102" y="206"/>
                    </a:lnTo>
                    <a:lnTo>
                      <a:pt x="102" y="206"/>
                    </a:lnTo>
                    <a:lnTo>
                      <a:pt x="102" y="204"/>
                    </a:lnTo>
                    <a:lnTo>
                      <a:pt x="99" y="204"/>
                    </a:lnTo>
                    <a:lnTo>
                      <a:pt x="99" y="204"/>
                    </a:lnTo>
                    <a:lnTo>
                      <a:pt x="99" y="204"/>
                    </a:lnTo>
                    <a:lnTo>
                      <a:pt x="99" y="204"/>
                    </a:lnTo>
                    <a:lnTo>
                      <a:pt x="97" y="204"/>
                    </a:lnTo>
                    <a:lnTo>
                      <a:pt x="97" y="202"/>
                    </a:lnTo>
                    <a:lnTo>
                      <a:pt x="97" y="202"/>
                    </a:lnTo>
                    <a:lnTo>
                      <a:pt x="97" y="202"/>
                    </a:lnTo>
                    <a:lnTo>
                      <a:pt x="97" y="202"/>
                    </a:lnTo>
                    <a:lnTo>
                      <a:pt x="97" y="199"/>
                    </a:lnTo>
                    <a:lnTo>
                      <a:pt x="97" y="199"/>
                    </a:lnTo>
                    <a:lnTo>
                      <a:pt x="95" y="199"/>
                    </a:lnTo>
                    <a:lnTo>
                      <a:pt x="95" y="199"/>
                    </a:lnTo>
                    <a:lnTo>
                      <a:pt x="92" y="199"/>
                    </a:lnTo>
                    <a:lnTo>
                      <a:pt x="92" y="199"/>
                    </a:lnTo>
                    <a:lnTo>
                      <a:pt x="92" y="199"/>
                    </a:lnTo>
                    <a:lnTo>
                      <a:pt x="92" y="199"/>
                    </a:lnTo>
                    <a:lnTo>
                      <a:pt x="90" y="199"/>
                    </a:lnTo>
                    <a:lnTo>
                      <a:pt x="90" y="199"/>
                    </a:lnTo>
                    <a:lnTo>
                      <a:pt x="88" y="199"/>
                    </a:lnTo>
                    <a:lnTo>
                      <a:pt x="88" y="199"/>
                    </a:lnTo>
                    <a:lnTo>
                      <a:pt x="88" y="202"/>
                    </a:lnTo>
                    <a:lnTo>
                      <a:pt x="88" y="202"/>
                    </a:lnTo>
                    <a:lnTo>
                      <a:pt x="88" y="202"/>
                    </a:lnTo>
                    <a:lnTo>
                      <a:pt x="88" y="202"/>
                    </a:lnTo>
                    <a:lnTo>
                      <a:pt x="88" y="204"/>
                    </a:lnTo>
                    <a:lnTo>
                      <a:pt x="88" y="204"/>
                    </a:lnTo>
                    <a:lnTo>
                      <a:pt x="88" y="202"/>
                    </a:lnTo>
                    <a:lnTo>
                      <a:pt x="88" y="202"/>
                    </a:lnTo>
                    <a:lnTo>
                      <a:pt x="85" y="202"/>
                    </a:lnTo>
                    <a:lnTo>
                      <a:pt x="85" y="202"/>
                    </a:lnTo>
                    <a:lnTo>
                      <a:pt x="85" y="199"/>
                    </a:lnTo>
                    <a:lnTo>
                      <a:pt x="85" y="199"/>
                    </a:lnTo>
                    <a:lnTo>
                      <a:pt x="83" y="199"/>
                    </a:lnTo>
                    <a:lnTo>
                      <a:pt x="83" y="199"/>
                    </a:lnTo>
                    <a:lnTo>
                      <a:pt x="80" y="199"/>
                    </a:lnTo>
                    <a:lnTo>
                      <a:pt x="80" y="199"/>
                    </a:lnTo>
                    <a:lnTo>
                      <a:pt x="80" y="199"/>
                    </a:lnTo>
                    <a:lnTo>
                      <a:pt x="80" y="199"/>
                    </a:lnTo>
                    <a:lnTo>
                      <a:pt x="80" y="199"/>
                    </a:lnTo>
                    <a:lnTo>
                      <a:pt x="78" y="199"/>
                    </a:lnTo>
                    <a:lnTo>
                      <a:pt x="78" y="199"/>
                    </a:lnTo>
                    <a:lnTo>
                      <a:pt x="78" y="202"/>
                    </a:lnTo>
                    <a:lnTo>
                      <a:pt x="78" y="202"/>
                    </a:lnTo>
                    <a:lnTo>
                      <a:pt x="78" y="204"/>
                    </a:lnTo>
                    <a:lnTo>
                      <a:pt x="78" y="204"/>
                    </a:lnTo>
                    <a:lnTo>
                      <a:pt x="76" y="204"/>
                    </a:lnTo>
                    <a:lnTo>
                      <a:pt x="76" y="202"/>
                    </a:lnTo>
                    <a:lnTo>
                      <a:pt x="76" y="202"/>
                    </a:lnTo>
                    <a:lnTo>
                      <a:pt x="76" y="199"/>
                    </a:lnTo>
                    <a:lnTo>
                      <a:pt x="76" y="199"/>
                    </a:lnTo>
                    <a:lnTo>
                      <a:pt x="73" y="199"/>
                    </a:lnTo>
                    <a:lnTo>
                      <a:pt x="73" y="199"/>
                    </a:lnTo>
                    <a:lnTo>
                      <a:pt x="73" y="199"/>
                    </a:lnTo>
                    <a:lnTo>
                      <a:pt x="73" y="199"/>
                    </a:lnTo>
                    <a:lnTo>
                      <a:pt x="73" y="199"/>
                    </a:lnTo>
                    <a:lnTo>
                      <a:pt x="73" y="197"/>
                    </a:lnTo>
                    <a:lnTo>
                      <a:pt x="73" y="197"/>
                    </a:lnTo>
                    <a:lnTo>
                      <a:pt x="73" y="197"/>
                    </a:lnTo>
                    <a:lnTo>
                      <a:pt x="73" y="197"/>
                    </a:lnTo>
                    <a:lnTo>
                      <a:pt x="76" y="197"/>
                    </a:lnTo>
                    <a:lnTo>
                      <a:pt x="76" y="194"/>
                    </a:lnTo>
                    <a:lnTo>
                      <a:pt x="76" y="194"/>
                    </a:lnTo>
                    <a:lnTo>
                      <a:pt x="73" y="194"/>
                    </a:lnTo>
                    <a:lnTo>
                      <a:pt x="73" y="192"/>
                    </a:lnTo>
                    <a:lnTo>
                      <a:pt x="73" y="192"/>
                    </a:lnTo>
                    <a:lnTo>
                      <a:pt x="73" y="194"/>
                    </a:lnTo>
                    <a:lnTo>
                      <a:pt x="73" y="194"/>
                    </a:lnTo>
                    <a:lnTo>
                      <a:pt x="73" y="192"/>
                    </a:lnTo>
                    <a:lnTo>
                      <a:pt x="73" y="192"/>
                    </a:lnTo>
                    <a:lnTo>
                      <a:pt x="73" y="192"/>
                    </a:lnTo>
                    <a:lnTo>
                      <a:pt x="73" y="192"/>
                    </a:lnTo>
                    <a:lnTo>
                      <a:pt x="76" y="192"/>
                    </a:lnTo>
                    <a:lnTo>
                      <a:pt x="76" y="190"/>
                    </a:lnTo>
                    <a:lnTo>
                      <a:pt x="76" y="190"/>
                    </a:lnTo>
                    <a:lnTo>
                      <a:pt x="76" y="190"/>
                    </a:lnTo>
                    <a:lnTo>
                      <a:pt x="76" y="190"/>
                    </a:lnTo>
                    <a:lnTo>
                      <a:pt x="76" y="187"/>
                    </a:lnTo>
                    <a:lnTo>
                      <a:pt x="76" y="187"/>
                    </a:lnTo>
                    <a:lnTo>
                      <a:pt x="76" y="187"/>
                    </a:lnTo>
                    <a:lnTo>
                      <a:pt x="76" y="187"/>
                    </a:lnTo>
                    <a:lnTo>
                      <a:pt x="76" y="185"/>
                    </a:lnTo>
                    <a:lnTo>
                      <a:pt x="76" y="185"/>
                    </a:lnTo>
                    <a:lnTo>
                      <a:pt x="76" y="185"/>
                    </a:lnTo>
                    <a:lnTo>
                      <a:pt x="76" y="183"/>
                    </a:lnTo>
                    <a:lnTo>
                      <a:pt x="76" y="183"/>
                    </a:lnTo>
                    <a:lnTo>
                      <a:pt x="76" y="183"/>
                    </a:lnTo>
                    <a:lnTo>
                      <a:pt x="76" y="180"/>
                    </a:lnTo>
                    <a:lnTo>
                      <a:pt x="78" y="180"/>
                    </a:lnTo>
                    <a:lnTo>
                      <a:pt x="78" y="180"/>
                    </a:lnTo>
                    <a:lnTo>
                      <a:pt x="78" y="178"/>
                    </a:lnTo>
                    <a:lnTo>
                      <a:pt x="76" y="178"/>
                    </a:lnTo>
                    <a:lnTo>
                      <a:pt x="76" y="178"/>
                    </a:lnTo>
                    <a:lnTo>
                      <a:pt x="73" y="178"/>
                    </a:lnTo>
                    <a:lnTo>
                      <a:pt x="73" y="178"/>
                    </a:lnTo>
                    <a:lnTo>
                      <a:pt x="73" y="178"/>
                    </a:lnTo>
                    <a:lnTo>
                      <a:pt x="71" y="178"/>
                    </a:lnTo>
                    <a:lnTo>
                      <a:pt x="71" y="178"/>
                    </a:lnTo>
                    <a:lnTo>
                      <a:pt x="71" y="178"/>
                    </a:lnTo>
                    <a:lnTo>
                      <a:pt x="71" y="178"/>
                    </a:lnTo>
                    <a:lnTo>
                      <a:pt x="69" y="178"/>
                    </a:lnTo>
                    <a:lnTo>
                      <a:pt x="69" y="178"/>
                    </a:lnTo>
                    <a:lnTo>
                      <a:pt x="69" y="178"/>
                    </a:lnTo>
                    <a:lnTo>
                      <a:pt x="66" y="178"/>
                    </a:lnTo>
                    <a:lnTo>
                      <a:pt x="66" y="178"/>
                    </a:lnTo>
                    <a:lnTo>
                      <a:pt x="66" y="178"/>
                    </a:lnTo>
                    <a:lnTo>
                      <a:pt x="64" y="178"/>
                    </a:lnTo>
                    <a:lnTo>
                      <a:pt x="64" y="178"/>
                    </a:lnTo>
                    <a:lnTo>
                      <a:pt x="64" y="178"/>
                    </a:lnTo>
                    <a:lnTo>
                      <a:pt x="61" y="178"/>
                    </a:lnTo>
                    <a:lnTo>
                      <a:pt x="61" y="178"/>
                    </a:lnTo>
                    <a:lnTo>
                      <a:pt x="61" y="180"/>
                    </a:lnTo>
                    <a:lnTo>
                      <a:pt x="59" y="180"/>
                    </a:lnTo>
                    <a:lnTo>
                      <a:pt x="59" y="180"/>
                    </a:lnTo>
                    <a:lnTo>
                      <a:pt x="59" y="180"/>
                    </a:lnTo>
                    <a:lnTo>
                      <a:pt x="59" y="180"/>
                    </a:lnTo>
                    <a:lnTo>
                      <a:pt x="57" y="180"/>
                    </a:lnTo>
                    <a:lnTo>
                      <a:pt x="57" y="183"/>
                    </a:lnTo>
                    <a:lnTo>
                      <a:pt x="57" y="183"/>
                    </a:lnTo>
                    <a:lnTo>
                      <a:pt x="57" y="183"/>
                    </a:lnTo>
                    <a:lnTo>
                      <a:pt x="57" y="185"/>
                    </a:lnTo>
                    <a:lnTo>
                      <a:pt x="57" y="185"/>
                    </a:lnTo>
                    <a:lnTo>
                      <a:pt x="57" y="185"/>
                    </a:lnTo>
                    <a:lnTo>
                      <a:pt x="59" y="185"/>
                    </a:lnTo>
                    <a:lnTo>
                      <a:pt x="59" y="187"/>
                    </a:lnTo>
                    <a:lnTo>
                      <a:pt x="59" y="187"/>
                    </a:lnTo>
                    <a:lnTo>
                      <a:pt x="59" y="187"/>
                    </a:lnTo>
                    <a:lnTo>
                      <a:pt x="59" y="187"/>
                    </a:lnTo>
                    <a:lnTo>
                      <a:pt x="59" y="190"/>
                    </a:lnTo>
                    <a:lnTo>
                      <a:pt x="59" y="190"/>
                    </a:lnTo>
                    <a:lnTo>
                      <a:pt x="59" y="190"/>
                    </a:lnTo>
                    <a:lnTo>
                      <a:pt x="59" y="192"/>
                    </a:lnTo>
                    <a:lnTo>
                      <a:pt x="57" y="192"/>
                    </a:lnTo>
                    <a:lnTo>
                      <a:pt x="57" y="192"/>
                    </a:lnTo>
                    <a:lnTo>
                      <a:pt x="57" y="194"/>
                    </a:lnTo>
                    <a:lnTo>
                      <a:pt x="57" y="194"/>
                    </a:lnTo>
                    <a:lnTo>
                      <a:pt x="57" y="194"/>
                    </a:lnTo>
                    <a:lnTo>
                      <a:pt x="57" y="197"/>
                    </a:lnTo>
                    <a:lnTo>
                      <a:pt x="57" y="197"/>
                    </a:lnTo>
                    <a:lnTo>
                      <a:pt x="57" y="199"/>
                    </a:lnTo>
                    <a:lnTo>
                      <a:pt x="57" y="199"/>
                    </a:lnTo>
                    <a:lnTo>
                      <a:pt x="54" y="199"/>
                    </a:lnTo>
                    <a:lnTo>
                      <a:pt x="54" y="199"/>
                    </a:lnTo>
                    <a:lnTo>
                      <a:pt x="54" y="202"/>
                    </a:lnTo>
                    <a:lnTo>
                      <a:pt x="57" y="202"/>
                    </a:lnTo>
                    <a:lnTo>
                      <a:pt x="57" y="202"/>
                    </a:lnTo>
                    <a:lnTo>
                      <a:pt x="57" y="204"/>
                    </a:lnTo>
                    <a:lnTo>
                      <a:pt x="57" y="204"/>
                    </a:lnTo>
                    <a:lnTo>
                      <a:pt x="57" y="206"/>
                    </a:lnTo>
                    <a:lnTo>
                      <a:pt x="57" y="206"/>
                    </a:lnTo>
                    <a:lnTo>
                      <a:pt x="57" y="209"/>
                    </a:lnTo>
                    <a:lnTo>
                      <a:pt x="57" y="209"/>
                    </a:lnTo>
                    <a:lnTo>
                      <a:pt x="57" y="209"/>
                    </a:lnTo>
                    <a:lnTo>
                      <a:pt x="57" y="209"/>
                    </a:lnTo>
                    <a:lnTo>
                      <a:pt x="57" y="211"/>
                    </a:lnTo>
                    <a:lnTo>
                      <a:pt x="57" y="211"/>
                    </a:lnTo>
                    <a:lnTo>
                      <a:pt x="57" y="211"/>
                    </a:lnTo>
                    <a:lnTo>
                      <a:pt x="57" y="213"/>
                    </a:lnTo>
                    <a:lnTo>
                      <a:pt x="57" y="213"/>
                    </a:lnTo>
                    <a:lnTo>
                      <a:pt x="54" y="213"/>
                    </a:lnTo>
                    <a:lnTo>
                      <a:pt x="54" y="216"/>
                    </a:lnTo>
                    <a:lnTo>
                      <a:pt x="54" y="216"/>
                    </a:lnTo>
                    <a:lnTo>
                      <a:pt x="54" y="216"/>
                    </a:lnTo>
                    <a:lnTo>
                      <a:pt x="54" y="216"/>
                    </a:lnTo>
                    <a:lnTo>
                      <a:pt x="54" y="218"/>
                    </a:lnTo>
                    <a:lnTo>
                      <a:pt x="54" y="218"/>
                    </a:lnTo>
                    <a:lnTo>
                      <a:pt x="52" y="218"/>
                    </a:lnTo>
                    <a:lnTo>
                      <a:pt x="52" y="218"/>
                    </a:lnTo>
                    <a:lnTo>
                      <a:pt x="54" y="218"/>
                    </a:lnTo>
                    <a:lnTo>
                      <a:pt x="54" y="221"/>
                    </a:lnTo>
                    <a:lnTo>
                      <a:pt x="54" y="221"/>
                    </a:lnTo>
                    <a:lnTo>
                      <a:pt x="52" y="221"/>
                    </a:lnTo>
                    <a:lnTo>
                      <a:pt x="52" y="223"/>
                    </a:lnTo>
                    <a:lnTo>
                      <a:pt x="52" y="223"/>
                    </a:lnTo>
                    <a:lnTo>
                      <a:pt x="52" y="223"/>
                    </a:lnTo>
                    <a:lnTo>
                      <a:pt x="52" y="225"/>
                    </a:lnTo>
                    <a:lnTo>
                      <a:pt x="52" y="225"/>
                    </a:lnTo>
                    <a:lnTo>
                      <a:pt x="52" y="225"/>
                    </a:lnTo>
                    <a:lnTo>
                      <a:pt x="50" y="225"/>
                    </a:lnTo>
                    <a:lnTo>
                      <a:pt x="50" y="228"/>
                    </a:lnTo>
                    <a:lnTo>
                      <a:pt x="50" y="228"/>
                    </a:lnTo>
                    <a:lnTo>
                      <a:pt x="50" y="228"/>
                    </a:lnTo>
                    <a:lnTo>
                      <a:pt x="50" y="228"/>
                    </a:lnTo>
                    <a:lnTo>
                      <a:pt x="50" y="230"/>
                    </a:lnTo>
                    <a:lnTo>
                      <a:pt x="47" y="230"/>
                    </a:lnTo>
                    <a:lnTo>
                      <a:pt x="47" y="230"/>
                    </a:lnTo>
                    <a:lnTo>
                      <a:pt x="47" y="232"/>
                    </a:lnTo>
                    <a:lnTo>
                      <a:pt x="47" y="232"/>
                    </a:lnTo>
                    <a:lnTo>
                      <a:pt x="47" y="232"/>
                    </a:lnTo>
                    <a:lnTo>
                      <a:pt x="47" y="235"/>
                    </a:lnTo>
                    <a:lnTo>
                      <a:pt x="47" y="235"/>
                    </a:lnTo>
                    <a:lnTo>
                      <a:pt x="47" y="237"/>
                    </a:lnTo>
                    <a:lnTo>
                      <a:pt x="47" y="237"/>
                    </a:lnTo>
                    <a:lnTo>
                      <a:pt x="47" y="237"/>
                    </a:lnTo>
                    <a:lnTo>
                      <a:pt x="47" y="237"/>
                    </a:lnTo>
                    <a:lnTo>
                      <a:pt x="45" y="237"/>
                    </a:lnTo>
                    <a:lnTo>
                      <a:pt x="45" y="240"/>
                    </a:lnTo>
                    <a:lnTo>
                      <a:pt x="47" y="240"/>
                    </a:lnTo>
                    <a:lnTo>
                      <a:pt x="47" y="240"/>
                    </a:lnTo>
                    <a:lnTo>
                      <a:pt x="47" y="240"/>
                    </a:lnTo>
                    <a:lnTo>
                      <a:pt x="47" y="240"/>
                    </a:lnTo>
                    <a:lnTo>
                      <a:pt x="47" y="242"/>
                    </a:lnTo>
                    <a:lnTo>
                      <a:pt x="47" y="242"/>
                    </a:lnTo>
                    <a:lnTo>
                      <a:pt x="47" y="244"/>
                    </a:lnTo>
                    <a:lnTo>
                      <a:pt x="47" y="244"/>
                    </a:lnTo>
                    <a:lnTo>
                      <a:pt x="47" y="247"/>
                    </a:lnTo>
                    <a:lnTo>
                      <a:pt x="45" y="247"/>
                    </a:lnTo>
                    <a:lnTo>
                      <a:pt x="45" y="247"/>
                    </a:lnTo>
                    <a:lnTo>
                      <a:pt x="45" y="247"/>
                    </a:lnTo>
                    <a:lnTo>
                      <a:pt x="45" y="247"/>
                    </a:lnTo>
                    <a:lnTo>
                      <a:pt x="45" y="247"/>
                    </a:lnTo>
                    <a:lnTo>
                      <a:pt x="45" y="249"/>
                    </a:lnTo>
                    <a:lnTo>
                      <a:pt x="45" y="249"/>
                    </a:lnTo>
                    <a:lnTo>
                      <a:pt x="43" y="249"/>
                    </a:lnTo>
                    <a:lnTo>
                      <a:pt x="43" y="249"/>
                    </a:lnTo>
                    <a:lnTo>
                      <a:pt x="43" y="251"/>
                    </a:lnTo>
                    <a:lnTo>
                      <a:pt x="43" y="251"/>
                    </a:lnTo>
                    <a:lnTo>
                      <a:pt x="40" y="251"/>
                    </a:lnTo>
                    <a:lnTo>
                      <a:pt x="40" y="254"/>
                    </a:lnTo>
                    <a:lnTo>
                      <a:pt x="40" y="254"/>
                    </a:lnTo>
                    <a:lnTo>
                      <a:pt x="40" y="256"/>
                    </a:lnTo>
                    <a:lnTo>
                      <a:pt x="43" y="256"/>
                    </a:lnTo>
                    <a:lnTo>
                      <a:pt x="43" y="256"/>
                    </a:lnTo>
                    <a:lnTo>
                      <a:pt x="40" y="256"/>
                    </a:lnTo>
                    <a:lnTo>
                      <a:pt x="40" y="258"/>
                    </a:lnTo>
                    <a:lnTo>
                      <a:pt x="40" y="258"/>
                    </a:lnTo>
                    <a:lnTo>
                      <a:pt x="40" y="258"/>
                    </a:lnTo>
                    <a:lnTo>
                      <a:pt x="40" y="258"/>
                    </a:lnTo>
                    <a:lnTo>
                      <a:pt x="38" y="258"/>
                    </a:lnTo>
                    <a:lnTo>
                      <a:pt x="38" y="258"/>
                    </a:lnTo>
                    <a:lnTo>
                      <a:pt x="40" y="258"/>
                    </a:lnTo>
                    <a:lnTo>
                      <a:pt x="40" y="258"/>
                    </a:lnTo>
                    <a:lnTo>
                      <a:pt x="40" y="258"/>
                    </a:lnTo>
                    <a:lnTo>
                      <a:pt x="40" y="261"/>
                    </a:lnTo>
                    <a:lnTo>
                      <a:pt x="40" y="261"/>
                    </a:lnTo>
                    <a:lnTo>
                      <a:pt x="40" y="261"/>
                    </a:lnTo>
                    <a:lnTo>
                      <a:pt x="40" y="263"/>
                    </a:lnTo>
                    <a:lnTo>
                      <a:pt x="40" y="263"/>
                    </a:lnTo>
                    <a:lnTo>
                      <a:pt x="40" y="263"/>
                    </a:lnTo>
                    <a:lnTo>
                      <a:pt x="38" y="263"/>
                    </a:lnTo>
                    <a:lnTo>
                      <a:pt x="38" y="266"/>
                    </a:lnTo>
                    <a:lnTo>
                      <a:pt x="40" y="266"/>
                    </a:lnTo>
                    <a:lnTo>
                      <a:pt x="40" y="266"/>
                    </a:lnTo>
                    <a:lnTo>
                      <a:pt x="40" y="268"/>
                    </a:lnTo>
                    <a:lnTo>
                      <a:pt x="38" y="268"/>
                    </a:lnTo>
                    <a:lnTo>
                      <a:pt x="38" y="268"/>
                    </a:lnTo>
                    <a:lnTo>
                      <a:pt x="38" y="268"/>
                    </a:lnTo>
                    <a:lnTo>
                      <a:pt x="38" y="270"/>
                    </a:lnTo>
                    <a:lnTo>
                      <a:pt x="40" y="270"/>
                    </a:lnTo>
                    <a:lnTo>
                      <a:pt x="40" y="270"/>
                    </a:lnTo>
                    <a:lnTo>
                      <a:pt x="38" y="270"/>
                    </a:lnTo>
                    <a:lnTo>
                      <a:pt x="38" y="273"/>
                    </a:lnTo>
                    <a:lnTo>
                      <a:pt x="38" y="273"/>
                    </a:lnTo>
                    <a:lnTo>
                      <a:pt x="38" y="275"/>
                    </a:lnTo>
                    <a:lnTo>
                      <a:pt x="40" y="275"/>
                    </a:lnTo>
                    <a:lnTo>
                      <a:pt x="40" y="275"/>
                    </a:lnTo>
                    <a:lnTo>
                      <a:pt x="40" y="277"/>
                    </a:lnTo>
                    <a:lnTo>
                      <a:pt x="40" y="277"/>
                    </a:lnTo>
                    <a:lnTo>
                      <a:pt x="40" y="277"/>
                    </a:lnTo>
                    <a:lnTo>
                      <a:pt x="40" y="277"/>
                    </a:lnTo>
                    <a:lnTo>
                      <a:pt x="40" y="280"/>
                    </a:lnTo>
                    <a:lnTo>
                      <a:pt x="40" y="280"/>
                    </a:lnTo>
                    <a:lnTo>
                      <a:pt x="40" y="280"/>
                    </a:lnTo>
                    <a:lnTo>
                      <a:pt x="43" y="280"/>
                    </a:lnTo>
                    <a:lnTo>
                      <a:pt x="43" y="282"/>
                    </a:lnTo>
                    <a:lnTo>
                      <a:pt x="43" y="282"/>
                    </a:lnTo>
                    <a:lnTo>
                      <a:pt x="43" y="285"/>
                    </a:lnTo>
                    <a:lnTo>
                      <a:pt x="43" y="285"/>
                    </a:lnTo>
                    <a:lnTo>
                      <a:pt x="40" y="285"/>
                    </a:lnTo>
                    <a:lnTo>
                      <a:pt x="40" y="285"/>
                    </a:lnTo>
                    <a:lnTo>
                      <a:pt x="40" y="285"/>
                    </a:lnTo>
                    <a:lnTo>
                      <a:pt x="40" y="285"/>
                    </a:lnTo>
                    <a:lnTo>
                      <a:pt x="40" y="287"/>
                    </a:lnTo>
                    <a:lnTo>
                      <a:pt x="40" y="287"/>
                    </a:lnTo>
                    <a:lnTo>
                      <a:pt x="43" y="287"/>
                    </a:lnTo>
                    <a:lnTo>
                      <a:pt x="43" y="287"/>
                    </a:lnTo>
                    <a:lnTo>
                      <a:pt x="43" y="287"/>
                    </a:lnTo>
                    <a:lnTo>
                      <a:pt x="45" y="287"/>
                    </a:lnTo>
                    <a:lnTo>
                      <a:pt x="45" y="287"/>
                    </a:lnTo>
                    <a:lnTo>
                      <a:pt x="45" y="287"/>
                    </a:lnTo>
                    <a:lnTo>
                      <a:pt x="45" y="287"/>
                    </a:lnTo>
                    <a:lnTo>
                      <a:pt x="45" y="285"/>
                    </a:lnTo>
                    <a:lnTo>
                      <a:pt x="47" y="285"/>
                    </a:lnTo>
                    <a:lnTo>
                      <a:pt x="47" y="285"/>
                    </a:lnTo>
                    <a:lnTo>
                      <a:pt x="47" y="285"/>
                    </a:lnTo>
                    <a:lnTo>
                      <a:pt x="47" y="285"/>
                    </a:lnTo>
                    <a:lnTo>
                      <a:pt x="50" y="285"/>
                    </a:lnTo>
                    <a:lnTo>
                      <a:pt x="50" y="282"/>
                    </a:lnTo>
                    <a:lnTo>
                      <a:pt x="47" y="282"/>
                    </a:lnTo>
                    <a:lnTo>
                      <a:pt x="47" y="282"/>
                    </a:lnTo>
                    <a:lnTo>
                      <a:pt x="50" y="282"/>
                    </a:lnTo>
                    <a:lnTo>
                      <a:pt x="50" y="280"/>
                    </a:lnTo>
                    <a:lnTo>
                      <a:pt x="50" y="280"/>
                    </a:lnTo>
                    <a:lnTo>
                      <a:pt x="47" y="280"/>
                    </a:lnTo>
                    <a:lnTo>
                      <a:pt x="47" y="277"/>
                    </a:lnTo>
                    <a:lnTo>
                      <a:pt x="47" y="277"/>
                    </a:lnTo>
                    <a:lnTo>
                      <a:pt x="50" y="277"/>
                    </a:lnTo>
                    <a:lnTo>
                      <a:pt x="50" y="277"/>
                    </a:lnTo>
                    <a:lnTo>
                      <a:pt x="47" y="277"/>
                    </a:lnTo>
                    <a:lnTo>
                      <a:pt x="47" y="275"/>
                    </a:lnTo>
                    <a:lnTo>
                      <a:pt x="50" y="275"/>
                    </a:lnTo>
                    <a:lnTo>
                      <a:pt x="50" y="275"/>
                    </a:lnTo>
                    <a:lnTo>
                      <a:pt x="50" y="275"/>
                    </a:lnTo>
                    <a:lnTo>
                      <a:pt x="50" y="275"/>
                    </a:lnTo>
                    <a:lnTo>
                      <a:pt x="50" y="277"/>
                    </a:lnTo>
                    <a:lnTo>
                      <a:pt x="52" y="277"/>
                    </a:lnTo>
                    <a:lnTo>
                      <a:pt x="52" y="277"/>
                    </a:lnTo>
                    <a:lnTo>
                      <a:pt x="52" y="277"/>
                    </a:lnTo>
                    <a:lnTo>
                      <a:pt x="52" y="280"/>
                    </a:lnTo>
                    <a:lnTo>
                      <a:pt x="50" y="280"/>
                    </a:lnTo>
                    <a:lnTo>
                      <a:pt x="50" y="280"/>
                    </a:lnTo>
                    <a:lnTo>
                      <a:pt x="50" y="282"/>
                    </a:lnTo>
                    <a:lnTo>
                      <a:pt x="50" y="282"/>
                    </a:lnTo>
                    <a:lnTo>
                      <a:pt x="50" y="285"/>
                    </a:lnTo>
                    <a:lnTo>
                      <a:pt x="52" y="285"/>
                    </a:lnTo>
                    <a:lnTo>
                      <a:pt x="52" y="285"/>
                    </a:lnTo>
                    <a:lnTo>
                      <a:pt x="52" y="285"/>
                    </a:lnTo>
                    <a:lnTo>
                      <a:pt x="54" y="285"/>
                    </a:lnTo>
                    <a:lnTo>
                      <a:pt x="54" y="285"/>
                    </a:lnTo>
                    <a:lnTo>
                      <a:pt x="54" y="282"/>
                    </a:lnTo>
                    <a:lnTo>
                      <a:pt x="54" y="282"/>
                    </a:lnTo>
                    <a:lnTo>
                      <a:pt x="54" y="280"/>
                    </a:lnTo>
                    <a:lnTo>
                      <a:pt x="54" y="280"/>
                    </a:lnTo>
                    <a:lnTo>
                      <a:pt x="54" y="277"/>
                    </a:lnTo>
                    <a:lnTo>
                      <a:pt x="54" y="277"/>
                    </a:lnTo>
                    <a:lnTo>
                      <a:pt x="54" y="277"/>
                    </a:lnTo>
                    <a:lnTo>
                      <a:pt x="54" y="277"/>
                    </a:lnTo>
                    <a:lnTo>
                      <a:pt x="57" y="277"/>
                    </a:lnTo>
                    <a:lnTo>
                      <a:pt x="57" y="277"/>
                    </a:lnTo>
                    <a:lnTo>
                      <a:pt x="57" y="277"/>
                    </a:lnTo>
                    <a:lnTo>
                      <a:pt x="57" y="277"/>
                    </a:lnTo>
                    <a:lnTo>
                      <a:pt x="57" y="275"/>
                    </a:lnTo>
                    <a:lnTo>
                      <a:pt x="57" y="275"/>
                    </a:lnTo>
                    <a:lnTo>
                      <a:pt x="54" y="275"/>
                    </a:lnTo>
                    <a:lnTo>
                      <a:pt x="54" y="275"/>
                    </a:lnTo>
                    <a:lnTo>
                      <a:pt x="54" y="273"/>
                    </a:lnTo>
                    <a:lnTo>
                      <a:pt x="54" y="273"/>
                    </a:lnTo>
                    <a:lnTo>
                      <a:pt x="54" y="270"/>
                    </a:lnTo>
                    <a:lnTo>
                      <a:pt x="57" y="270"/>
                    </a:lnTo>
                    <a:lnTo>
                      <a:pt x="57" y="270"/>
                    </a:lnTo>
                    <a:lnTo>
                      <a:pt x="57" y="273"/>
                    </a:lnTo>
                    <a:lnTo>
                      <a:pt x="59" y="273"/>
                    </a:lnTo>
                    <a:lnTo>
                      <a:pt x="59" y="273"/>
                    </a:lnTo>
                    <a:lnTo>
                      <a:pt x="59" y="275"/>
                    </a:lnTo>
                    <a:lnTo>
                      <a:pt x="59" y="275"/>
                    </a:lnTo>
                    <a:lnTo>
                      <a:pt x="59" y="277"/>
                    </a:lnTo>
                    <a:lnTo>
                      <a:pt x="59" y="277"/>
                    </a:lnTo>
                    <a:lnTo>
                      <a:pt x="59" y="277"/>
                    </a:lnTo>
                    <a:lnTo>
                      <a:pt x="59" y="277"/>
                    </a:lnTo>
                    <a:lnTo>
                      <a:pt x="59" y="277"/>
                    </a:lnTo>
                    <a:lnTo>
                      <a:pt x="59" y="280"/>
                    </a:lnTo>
                    <a:lnTo>
                      <a:pt x="59" y="280"/>
                    </a:lnTo>
                    <a:lnTo>
                      <a:pt x="59" y="282"/>
                    </a:lnTo>
                    <a:lnTo>
                      <a:pt x="57" y="282"/>
                    </a:lnTo>
                    <a:lnTo>
                      <a:pt x="57" y="282"/>
                    </a:lnTo>
                    <a:lnTo>
                      <a:pt x="57" y="282"/>
                    </a:lnTo>
                    <a:lnTo>
                      <a:pt x="57" y="285"/>
                    </a:lnTo>
                    <a:lnTo>
                      <a:pt x="57" y="285"/>
                    </a:lnTo>
                    <a:lnTo>
                      <a:pt x="54" y="285"/>
                    </a:lnTo>
                    <a:lnTo>
                      <a:pt x="54" y="285"/>
                    </a:lnTo>
                    <a:lnTo>
                      <a:pt x="54" y="285"/>
                    </a:lnTo>
                    <a:lnTo>
                      <a:pt x="54" y="287"/>
                    </a:lnTo>
                    <a:lnTo>
                      <a:pt x="54" y="287"/>
                    </a:lnTo>
                    <a:lnTo>
                      <a:pt x="54" y="287"/>
                    </a:lnTo>
                    <a:lnTo>
                      <a:pt x="54" y="287"/>
                    </a:lnTo>
                    <a:lnTo>
                      <a:pt x="54" y="289"/>
                    </a:lnTo>
                    <a:lnTo>
                      <a:pt x="54" y="289"/>
                    </a:lnTo>
                    <a:lnTo>
                      <a:pt x="54" y="292"/>
                    </a:lnTo>
                    <a:lnTo>
                      <a:pt x="54" y="292"/>
                    </a:lnTo>
                    <a:lnTo>
                      <a:pt x="54" y="292"/>
                    </a:lnTo>
                    <a:lnTo>
                      <a:pt x="54" y="294"/>
                    </a:lnTo>
                    <a:lnTo>
                      <a:pt x="54" y="294"/>
                    </a:lnTo>
                    <a:lnTo>
                      <a:pt x="54" y="296"/>
                    </a:lnTo>
                    <a:lnTo>
                      <a:pt x="54" y="296"/>
                    </a:lnTo>
                    <a:lnTo>
                      <a:pt x="54" y="296"/>
                    </a:lnTo>
                    <a:lnTo>
                      <a:pt x="54" y="299"/>
                    </a:lnTo>
                    <a:lnTo>
                      <a:pt x="54" y="299"/>
                    </a:lnTo>
                    <a:lnTo>
                      <a:pt x="54" y="301"/>
                    </a:lnTo>
                    <a:lnTo>
                      <a:pt x="54" y="301"/>
                    </a:lnTo>
                    <a:lnTo>
                      <a:pt x="57" y="301"/>
                    </a:lnTo>
                    <a:lnTo>
                      <a:pt x="57" y="304"/>
                    </a:lnTo>
                    <a:lnTo>
                      <a:pt x="57" y="304"/>
                    </a:lnTo>
                    <a:lnTo>
                      <a:pt x="57" y="304"/>
                    </a:lnTo>
                    <a:lnTo>
                      <a:pt x="59" y="304"/>
                    </a:lnTo>
                    <a:lnTo>
                      <a:pt x="59" y="306"/>
                    </a:lnTo>
                    <a:lnTo>
                      <a:pt x="59" y="306"/>
                    </a:lnTo>
                    <a:lnTo>
                      <a:pt x="59" y="306"/>
                    </a:lnTo>
                    <a:lnTo>
                      <a:pt x="59" y="306"/>
                    </a:lnTo>
                    <a:lnTo>
                      <a:pt x="59" y="304"/>
                    </a:lnTo>
                    <a:lnTo>
                      <a:pt x="59" y="304"/>
                    </a:lnTo>
                    <a:lnTo>
                      <a:pt x="61" y="304"/>
                    </a:lnTo>
                    <a:lnTo>
                      <a:pt x="61" y="306"/>
                    </a:lnTo>
                    <a:lnTo>
                      <a:pt x="61" y="306"/>
                    </a:lnTo>
                    <a:lnTo>
                      <a:pt x="61" y="306"/>
                    </a:lnTo>
                    <a:lnTo>
                      <a:pt x="61" y="306"/>
                    </a:lnTo>
                    <a:lnTo>
                      <a:pt x="61" y="308"/>
                    </a:lnTo>
                    <a:lnTo>
                      <a:pt x="64" y="308"/>
                    </a:lnTo>
                    <a:lnTo>
                      <a:pt x="64" y="308"/>
                    </a:lnTo>
                    <a:lnTo>
                      <a:pt x="64" y="311"/>
                    </a:lnTo>
                    <a:lnTo>
                      <a:pt x="64" y="311"/>
                    </a:lnTo>
                    <a:lnTo>
                      <a:pt x="64" y="313"/>
                    </a:lnTo>
                    <a:lnTo>
                      <a:pt x="64" y="313"/>
                    </a:lnTo>
                    <a:lnTo>
                      <a:pt x="64" y="313"/>
                    </a:lnTo>
                    <a:lnTo>
                      <a:pt x="64" y="315"/>
                    </a:lnTo>
                    <a:lnTo>
                      <a:pt x="64" y="315"/>
                    </a:lnTo>
                    <a:lnTo>
                      <a:pt x="64" y="318"/>
                    </a:lnTo>
                    <a:lnTo>
                      <a:pt x="64" y="318"/>
                    </a:lnTo>
                    <a:lnTo>
                      <a:pt x="64" y="318"/>
                    </a:lnTo>
                    <a:lnTo>
                      <a:pt x="64" y="318"/>
                    </a:lnTo>
                    <a:lnTo>
                      <a:pt x="64" y="320"/>
                    </a:lnTo>
                    <a:lnTo>
                      <a:pt x="64" y="320"/>
                    </a:lnTo>
                    <a:lnTo>
                      <a:pt x="64" y="322"/>
                    </a:lnTo>
                    <a:lnTo>
                      <a:pt x="64" y="322"/>
                    </a:lnTo>
                    <a:lnTo>
                      <a:pt x="66" y="322"/>
                    </a:lnTo>
                    <a:lnTo>
                      <a:pt x="66" y="325"/>
                    </a:lnTo>
                    <a:lnTo>
                      <a:pt x="66" y="325"/>
                    </a:lnTo>
                    <a:lnTo>
                      <a:pt x="66" y="327"/>
                    </a:lnTo>
                    <a:lnTo>
                      <a:pt x="66" y="327"/>
                    </a:lnTo>
                    <a:lnTo>
                      <a:pt x="66" y="327"/>
                    </a:lnTo>
                    <a:lnTo>
                      <a:pt x="66" y="327"/>
                    </a:lnTo>
                    <a:lnTo>
                      <a:pt x="66" y="330"/>
                    </a:lnTo>
                    <a:lnTo>
                      <a:pt x="66" y="330"/>
                    </a:lnTo>
                    <a:lnTo>
                      <a:pt x="66" y="332"/>
                    </a:lnTo>
                    <a:lnTo>
                      <a:pt x="66" y="332"/>
                    </a:lnTo>
                    <a:lnTo>
                      <a:pt x="66" y="332"/>
                    </a:lnTo>
                    <a:lnTo>
                      <a:pt x="66" y="334"/>
                    </a:lnTo>
                    <a:lnTo>
                      <a:pt x="69" y="334"/>
                    </a:lnTo>
                    <a:lnTo>
                      <a:pt x="69" y="334"/>
                    </a:lnTo>
                    <a:lnTo>
                      <a:pt x="69" y="337"/>
                    </a:lnTo>
                    <a:lnTo>
                      <a:pt x="69" y="337"/>
                    </a:lnTo>
                    <a:lnTo>
                      <a:pt x="69" y="337"/>
                    </a:lnTo>
                    <a:lnTo>
                      <a:pt x="71" y="337"/>
                    </a:lnTo>
                    <a:lnTo>
                      <a:pt x="71" y="337"/>
                    </a:lnTo>
                    <a:lnTo>
                      <a:pt x="71" y="337"/>
                    </a:lnTo>
                    <a:lnTo>
                      <a:pt x="71" y="339"/>
                    </a:lnTo>
                    <a:lnTo>
                      <a:pt x="71" y="339"/>
                    </a:lnTo>
                    <a:lnTo>
                      <a:pt x="71" y="339"/>
                    </a:lnTo>
                    <a:lnTo>
                      <a:pt x="71" y="341"/>
                    </a:lnTo>
                    <a:lnTo>
                      <a:pt x="73" y="341"/>
                    </a:lnTo>
                    <a:lnTo>
                      <a:pt x="73" y="341"/>
                    </a:lnTo>
                    <a:lnTo>
                      <a:pt x="73" y="341"/>
                    </a:lnTo>
                    <a:lnTo>
                      <a:pt x="73" y="344"/>
                    </a:lnTo>
                    <a:lnTo>
                      <a:pt x="73" y="344"/>
                    </a:lnTo>
                    <a:lnTo>
                      <a:pt x="73" y="344"/>
                    </a:lnTo>
                    <a:lnTo>
                      <a:pt x="76" y="344"/>
                    </a:lnTo>
                    <a:lnTo>
                      <a:pt x="76" y="344"/>
                    </a:lnTo>
                    <a:lnTo>
                      <a:pt x="76" y="346"/>
                    </a:lnTo>
                    <a:lnTo>
                      <a:pt x="78" y="346"/>
                    </a:lnTo>
                    <a:lnTo>
                      <a:pt x="78" y="346"/>
                    </a:lnTo>
                    <a:lnTo>
                      <a:pt x="78" y="346"/>
                    </a:lnTo>
                    <a:lnTo>
                      <a:pt x="78" y="346"/>
                    </a:lnTo>
                    <a:lnTo>
                      <a:pt x="80" y="346"/>
                    </a:lnTo>
                    <a:lnTo>
                      <a:pt x="80" y="346"/>
                    </a:lnTo>
                    <a:lnTo>
                      <a:pt x="80" y="346"/>
                    </a:lnTo>
                    <a:lnTo>
                      <a:pt x="83" y="346"/>
                    </a:lnTo>
                    <a:lnTo>
                      <a:pt x="83" y="346"/>
                    </a:lnTo>
                    <a:lnTo>
                      <a:pt x="83" y="344"/>
                    </a:lnTo>
                    <a:lnTo>
                      <a:pt x="83" y="344"/>
                    </a:lnTo>
                    <a:lnTo>
                      <a:pt x="85" y="344"/>
                    </a:lnTo>
                    <a:lnTo>
                      <a:pt x="85" y="344"/>
                    </a:lnTo>
                    <a:lnTo>
                      <a:pt x="85" y="344"/>
                    </a:lnTo>
                    <a:lnTo>
                      <a:pt x="85" y="346"/>
                    </a:lnTo>
                    <a:lnTo>
                      <a:pt x="88" y="346"/>
                    </a:lnTo>
                    <a:lnTo>
                      <a:pt x="88" y="346"/>
                    </a:lnTo>
                    <a:lnTo>
                      <a:pt x="88" y="346"/>
                    </a:lnTo>
                    <a:lnTo>
                      <a:pt x="88" y="346"/>
                    </a:lnTo>
                    <a:lnTo>
                      <a:pt x="90" y="346"/>
                    </a:lnTo>
                    <a:lnTo>
                      <a:pt x="90" y="346"/>
                    </a:lnTo>
                    <a:lnTo>
                      <a:pt x="90" y="346"/>
                    </a:lnTo>
                    <a:lnTo>
                      <a:pt x="92" y="346"/>
                    </a:lnTo>
                    <a:lnTo>
                      <a:pt x="92" y="349"/>
                    </a:lnTo>
                    <a:lnTo>
                      <a:pt x="92" y="349"/>
                    </a:lnTo>
                    <a:lnTo>
                      <a:pt x="92" y="349"/>
                    </a:lnTo>
                    <a:lnTo>
                      <a:pt x="92" y="351"/>
                    </a:lnTo>
                    <a:lnTo>
                      <a:pt x="92" y="351"/>
                    </a:lnTo>
                    <a:lnTo>
                      <a:pt x="92" y="351"/>
                    </a:lnTo>
                    <a:lnTo>
                      <a:pt x="92" y="353"/>
                    </a:lnTo>
                    <a:lnTo>
                      <a:pt x="95" y="353"/>
                    </a:lnTo>
                    <a:lnTo>
                      <a:pt x="95" y="353"/>
                    </a:lnTo>
                    <a:lnTo>
                      <a:pt x="95" y="353"/>
                    </a:lnTo>
                    <a:lnTo>
                      <a:pt x="95" y="356"/>
                    </a:lnTo>
                    <a:lnTo>
                      <a:pt x="95" y="356"/>
                    </a:lnTo>
                    <a:lnTo>
                      <a:pt x="97" y="356"/>
                    </a:lnTo>
                    <a:lnTo>
                      <a:pt x="97" y="356"/>
                    </a:lnTo>
                    <a:lnTo>
                      <a:pt x="97" y="356"/>
                    </a:lnTo>
                    <a:lnTo>
                      <a:pt x="97" y="356"/>
                    </a:lnTo>
                    <a:lnTo>
                      <a:pt x="97" y="358"/>
                    </a:lnTo>
                    <a:lnTo>
                      <a:pt x="99" y="358"/>
                    </a:lnTo>
                    <a:lnTo>
                      <a:pt x="99" y="358"/>
                    </a:lnTo>
                    <a:lnTo>
                      <a:pt x="99" y="358"/>
                    </a:lnTo>
                    <a:lnTo>
                      <a:pt x="99" y="360"/>
                    </a:lnTo>
                    <a:lnTo>
                      <a:pt x="99" y="360"/>
                    </a:lnTo>
                    <a:lnTo>
                      <a:pt x="99" y="360"/>
                    </a:lnTo>
                    <a:lnTo>
                      <a:pt x="102" y="360"/>
                    </a:lnTo>
                    <a:lnTo>
                      <a:pt x="102" y="360"/>
                    </a:lnTo>
                    <a:lnTo>
                      <a:pt x="102" y="363"/>
                    </a:lnTo>
                    <a:lnTo>
                      <a:pt x="102" y="363"/>
                    </a:lnTo>
                    <a:lnTo>
                      <a:pt x="102" y="363"/>
                    </a:lnTo>
                    <a:lnTo>
                      <a:pt x="102" y="365"/>
                    </a:lnTo>
                    <a:lnTo>
                      <a:pt x="102" y="365"/>
                    </a:lnTo>
                    <a:lnTo>
                      <a:pt x="102" y="365"/>
                    </a:lnTo>
                    <a:lnTo>
                      <a:pt x="99" y="365"/>
                    </a:lnTo>
                    <a:lnTo>
                      <a:pt x="99" y="365"/>
                    </a:lnTo>
                    <a:lnTo>
                      <a:pt x="99" y="367"/>
                    </a:lnTo>
                    <a:lnTo>
                      <a:pt x="99" y="367"/>
                    </a:lnTo>
                    <a:lnTo>
                      <a:pt x="99" y="367"/>
                    </a:lnTo>
                    <a:lnTo>
                      <a:pt x="99" y="370"/>
                    </a:lnTo>
                    <a:lnTo>
                      <a:pt x="97" y="370"/>
                    </a:lnTo>
                    <a:lnTo>
                      <a:pt x="97" y="370"/>
                    </a:lnTo>
                    <a:lnTo>
                      <a:pt x="97" y="372"/>
                    </a:lnTo>
                    <a:lnTo>
                      <a:pt x="97" y="372"/>
                    </a:lnTo>
                    <a:lnTo>
                      <a:pt x="97" y="372"/>
                    </a:lnTo>
                    <a:lnTo>
                      <a:pt x="97" y="375"/>
                    </a:lnTo>
                    <a:lnTo>
                      <a:pt x="97" y="375"/>
                    </a:lnTo>
                    <a:lnTo>
                      <a:pt x="97" y="375"/>
                    </a:lnTo>
                    <a:lnTo>
                      <a:pt x="95" y="375"/>
                    </a:lnTo>
                    <a:lnTo>
                      <a:pt x="95" y="375"/>
                    </a:lnTo>
                    <a:lnTo>
                      <a:pt x="95" y="375"/>
                    </a:lnTo>
                    <a:lnTo>
                      <a:pt x="92" y="375"/>
                    </a:lnTo>
                    <a:lnTo>
                      <a:pt x="92" y="375"/>
                    </a:lnTo>
                    <a:lnTo>
                      <a:pt x="92" y="372"/>
                    </a:lnTo>
                    <a:lnTo>
                      <a:pt x="92" y="372"/>
                    </a:lnTo>
                    <a:lnTo>
                      <a:pt x="92" y="372"/>
                    </a:lnTo>
                    <a:lnTo>
                      <a:pt x="92" y="370"/>
                    </a:lnTo>
                    <a:lnTo>
                      <a:pt x="90" y="370"/>
                    </a:lnTo>
                    <a:lnTo>
                      <a:pt x="90" y="370"/>
                    </a:lnTo>
                    <a:lnTo>
                      <a:pt x="88" y="370"/>
                    </a:lnTo>
                    <a:lnTo>
                      <a:pt x="88" y="372"/>
                    </a:lnTo>
                    <a:lnTo>
                      <a:pt x="88" y="372"/>
                    </a:lnTo>
                    <a:lnTo>
                      <a:pt x="88" y="372"/>
                    </a:lnTo>
                    <a:lnTo>
                      <a:pt x="85" y="372"/>
                    </a:lnTo>
                    <a:lnTo>
                      <a:pt x="85" y="372"/>
                    </a:lnTo>
                    <a:lnTo>
                      <a:pt x="85" y="372"/>
                    </a:lnTo>
                    <a:lnTo>
                      <a:pt x="85" y="375"/>
                    </a:lnTo>
                    <a:lnTo>
                      <a:pt x="85" y="375"/>
                    </a:lnTo>
                    <a:lnTo>
                      <a:pt x="83" y="375"/>
                    </a:lnTo>
                    <a:lnTo>
                      <a:pt x="83" y="375"/>
                    </a:lnTo>
                    <a:lnTo>
                      <a:pt x="83" y="377"/>
                    </a:lnTo>
                    <a:lnTo>
                      <a:pt x="83" y="377"/>
                    </a:lnTo>
                    <a:lnTo>
                      <a:pt x="83" y="377"/>
                    </a:lnTo>
                    <a:lnTo>
                      <a:pt x="80" y="377"/>
                    </a:lnTo>
                    <a:lnTo>
                      <a:pt x="80" y="377"/>
                    </a:lnTo>
                    <a:lnTo>
                      <a:pt x="80" y="377"/>
                    </a:lnTo>
                    <a:lnTo>
                      <a:pt x="80" y="377"/>
                    </a:lnTo>
                    <a:lnTo>
                      <a:pt x="80" y="377"/>
                    </a:lnTo>
                    <a:lnTo>
                      <a:pt x="80" y="377"/>
                    </a:lnTo>
                    <a:lnTo>
                      <a:pt x="80" y="375"/>
                    </a:lnTo>
                    <a:lnTo>
                      <a:pt x="78" y="375"/>
                    </a:lnTo>
                    <a:lnTo>
                      <a:pt x="78" y="375"/>
                    </a:lnTo>
                    <a:lnTo>
                      <a:pt x="78" y="375"/>
                    </a:lnTo>
                    <a:lnTo>
                      <a:pt x="78" y="372"/>
                    </a:lnTo>
                    <a:lnTo>
                      <a:pt x="78" y="372"/>
                    </a:lnTo>
                    <a:lnTo>
                      <a:pt x="78" y="372"/>
                    </a:lnTo>
                    <a:lnTo>
                      <a:pt x="78" y="370"/>
                    </a:lnTo>
                    <a:lnTo>
                      <a:pt x="80" y="370"/>
                    </a:lnTo>
                    <a:lnTo>
                      <a:pt x="80" y="370"/>
                    </a:lnTo>
                    <a:lnTo>
                      <a:pt x="80" y="370"/>
                    </a:lnTo>
                    <a:lnTo>
                      <a:pt x="80" y="367"/>
                    </a:lnTo>
                    <a:lnTo>
                      <a:pt x="80" y="367"/>
                    </a:lnTo>
                    <a:lnTo>
                      <a:pt x="80" y="365"/>
                    </a:lnTo>
                    <a:lnTo>
                      <a:pt x="80" y="365"/>
                    </a:lnTo>
                    <a:lnTo>
                      <a:pt x="80" y="365"/>
                    </a:lnTo>
                    <a:lnTo>
                      <a:pt x="80" y="365"/>
                    </a:lnTo>
                    <a:lnTo>
                      <a:pt x="80" y="365"/>
                    </a:lnTo>
                    <a:lnTo>
                      <a:pt x="80" y="363"/>
                    </a:lnTo>
                    <a:lnTo>
                      <a:pt x="80" y="363"/>
                    </a:lnTo>
                    <a:lnTo>
                      <a:pt x="80" y="363"/>
                    </a:lnTo>
                    <a:lnTo>
                      <a:pt x="78" y="363"/>
                    </a:lnTo>
                    <a:lnTo>
                      <a:pt x="78" y="363"/>
                    </a:lnTo>
                    <a:lnTo>
                      <a:pt x="78" y="360"/>
                    </a:lnTo>
                    <a:lnTo>
                      <a:pt x="78" y="360"/>
                    </a:lnTo>
                    <a:lnTo>
                      <a:pt x="78" y="363"/>
                    </a:lnTo>
                    <a:lnTo>
                      <a:pt x="76" y="363"/>
                    </a:lnTo>
                    <a:lnTo>
                      <a:pt x="76" y="363"/>
                    </a:lnTo>
                    <a:lnTo>
                      <a:pt x="73" y="363"/>
                    </a:lnTo>
                    <a:lnTo>
                      <a:pt x="73" y="360"/>
                    </a:lnTo>
                    <a:lnTo>
                      <a:pt x="73" y="360"/>
                    </a:lnTo>
                    <a:lnTo>
                      <a:pt x="73" y="358"/>
                    </a:lnTo>
                    <a:lnTo>
                      <a:pt x="73" y="358"/>
                    </a:lnTo>
                    <a:lnTo>
                      <a:pt x="73" y="358"/>
                    </a:lnTo>
                    <a:lnTo>
                      <a:pt x="73" y="356"/>
                    </a:lnTo>
                    <a:lnTo>
                      <a:pt x="73" y="356"/>
                    </a:lnTo>
                    <a:lnTo>
                      <a:pt x="73" y="356"/>
                    </a:lnTo>
                    <a:lnTo>
                      <a:pt x="71" y="356"/>
                    </a:lnTo>
                    <a:lnTo>
                      <a:pt x="71" y="356"/>
                    </a:lnTo>
                    <a:lnTo>
                      <a:pt x="71" y="356"/>
                    </a:lnTo>
                    <a:lnTo>
                      <a:pt x="71" y="356"/>
                    </a:lnTo>
                    <a:lnTo>
                      <a:pt x="69" y="356"/>
                    </a:lnTo>
                    <a:lnTo>
                      <a:pt x="69" y="356"/>
                    </a:lnTo>
                    <a:lnTo>
                      <a:pt x="69" y="356"/>
                    </a:lnTo>
                    <a:lnTo>
                      <a:pt x="66" y="356"/>
                    </a:lnTo>
                    <a:lnTo>
                      <a:pt x="66" y="356"/>
                    </a:lnTo>
                    <a:lnTo>
                      <a:pt x="66" y="356"/>
                    </a:lnTo>
                    <a:lnTo>
                      <a:pt x="66" y="356"/>
                    </a:lnTo>
                    <a:lnTo>
                      <a:pt x="64" y="356"/>
                    </a:lnTo>
                    <a:lnTo>
                      <a:pt x="64" y="356"/>
                    </a:lnTo>
                    <a:lnTo>
                      <a:pt x="64" y="353"/>
                    </a:lnTo>
                    <a:lnTo>
                      <a:pt x="64" y="353"/>
                    </a:lnTo>
                    <a:lnTo>
                      <a:pt x="64" y="351"/>
                    </a:lnTo>
                    <a:lnTo>
                      <a:pt x="64" y="351"/>
                    </a:lnTo>
                    <a:lnTo>
                      <a:pt x="64" y="351"/>
                    </a:lnTo>
                    <a:lnTo>
                      <a:pt x="61" y="351"/>
                    </a:lnTo>
                    <a:lnTo>
                      <a:pt x="61" y="351"/>
                    </a:lnTo>
                    <a:lnTo>
                      <a:pt x="59" y="351"/>
                    </a:lnTo>
                    <a:lnTo>
                      <a:pt x="59" y="351"/>
                    </a:lnTo>
                    <a:lnTo>
                      <a:pt x="59" y="353"/>
                    </a:lnTo>
                    <a:lnTo>
                      <a:pt x="59" y="353"/>
                    </a:lnTo>
                    <a:lnTo>
                      <a:pt x="59" y="356"/>
                    </a:lnTo>
                    <a:lnTo>
                      <a:pt x="59" y="356"/>
                    </a:lnTo>
                    <a:lnTo>
                      <a:pt x="59" y="356"/>
                    </a:lnTo>
                    <a:lnTo>
                      <a:pt x="59" y="356"/>
                    </a:lnTo>
                    <a:lnTo>
                      <a:pt x="59" y="358"/>
                    </a:lnTo>
                    <a:lnTo>
                      <a:pt x="59" y="358"/>
                    </a:lnTo>
                    <a:lnTo>
                      <a:pt x="57" y="358"/>
                    </a:lnTo>
                    <a:lnTo>
                      <a:pt x="57" y="356"/>
                    </a:lnTo>
                    <a:lnTo>
                      <a:pt x="57" y="356"/>
                    </a:lnTo>
                    <a:lnTo>
                      <a:pt x="57" y="356"/>
                    </a:lnTo>
                    <a:lnTo>
                      <a:pt x="57" y="356"/>
                    </a:lnTo>
                    <a:lnTo>
                      <a:pt x="54" y="356"/>
                    </a:lnTo>
                    <a:lnTo>
                      <a:pt x="54" y="356"/>
                    </a:lnTo>
                    <a:lnTo>
                      <a:pt x="54" y="353"/>
                    </a:lnTo>
                    <a:lnTo>
                      <a:pt x="54" y="353"/>
                    </a:lnTo>
                    <a:lnTo>
                      <a:pt x="54" y="351"/>
                    </a:lnTo>
                    <a:lnTo>
                      <a:pt x="54" y="351"/>
                    </a:lnTo>
                    <a:lnTo>
                      <a:pt x="54" y="353"/>
                    </a:lnTo>
                    <a:lnTo>
                      <a:pt x="52" y="353"/>
                    </a:lnTo>
                    <a:lnTo>
                      <a:pt x="52" y="351"/>
                    </a:lnTo>
                    <a:lnTo>
                      <a:pt x="52" y="351"/>
                    </a:lnTo>
                    <a:lnTo>
                      <a:pt x="52" y="351"/>
                    </a:lnTo>
                    <a:lnTo>
                      <a:pt x="52" y="349"/>
                    </a:lnTo>
                    <a:lnTo>
                      <a:pt x="52" y="349"/>
                    </a:lnTo>
                    <a:lnTo>
                      <a:pt x="52" y="349"/>
                    </a:lnTo>
                    <a:lnTo>
                      <a:pt x="50" y="349"/>
                    </a:lnTo>
                    <a:lnTo>
                      <a:pt x="50" y="349"/>
                    </a:lnTo>
                    <a:lnTo>
                      <a:pt x="50" y="346"/>
                    </a:lnTo>
                    <a:lnTo>
                      <a:pt x="50" y="346"/>
                    </a:lnTo>
                    <a:lnTo>
                      <a:pt x="50" y="346"/>
                    </a:lnTo>
                    <a:lnTo>
                      <a:pt x="50" y="344"/>
                    </a:lnTo>
                    <a:lnTo>
                      <a:pt x="50" y="344"/>
                    </a:lnTo>
                    <a:lnTo>
                      <a:pt x="50" y="341"/>
                    </a:lnTo>
                    <a:lnTo>
                      <a:pt x="50" y="341"/>
                    </a:lnTo>
                    <a:lnTo>
                      <a:pt x="50" y="339"/>
                    </a:lnTo>
                    <a:lnTo>
                      <a:pt x="47" y="339"/>
                    </a:lnTo>
                    <a:lnTo>
                      <a:pt x="47" y="341"/>
                    </a:lnTo>
                    <a:lnTo>
                      <a:pt x="47" y="341"/>
                    </a:lnTo>
                    <a:lnTo>
                      <a:pt x="47" y="341"/>
                    </a:lnTo>
                    <a:lnTo>
                      <a:pt x="47" y="341"/>
                    </a:lnTo>
                    <a:lnTo>
                      <a:pt x="47" y="341"/>
                    </a:lnTo>
                    <a:lnTo>
                      <a:pt x="47" y="339"/>
                    </a:lnTo>
                    <a:lnTo>
                      <a:pt x="47" y="339"/>
                    </a:lnTo>
                    <a:lnTo>
                      <a:pt x="47" y="337"/>
                    </a:lnTo>
                    <a:lnTo>
                      <a:pt x="45" y="337"/>
                    </a:lnTo>
                    <a:lnTo>
                      <a:pt x="45" y="337"/>
                    </a:lnTo>
                    <a:lnTo>
                      <a:pt x="45" y="337"/>
                    </a:lnTo>
                    <a:lnTo>
                      <a:pt x="45" y="337"/>
                    </a:lnTo>
                    <a:lnTo>
                      <a:pt x="45" y="337"/>
                    </a:lnTo>
                    <a:lnTo>
                      <a:pt x="45" y="339"/>
                    </a:lnTo>
                    <a:lnTo>
                      <a:pt x="43" y="339"/>
                    </a:lnTo>
                    <a:lnTo>
                      <a:pt x="43" y="337"/>
                    </a:lnTo>
                    <a:lnTo>
                      <a:pt x="43" y="337"/>
                    </a:lnTo>
                    <a:lnTo>
                      <a:pt x="43" y="337"/>
                    </a:lnTo>
                    <a:lnTo>
                      <a:pt x="43" y="337"/>
                    </a:lnTo>
                    <a:lnTo>
                      <a:pt x="43" y="337"/>
                    </a:lnTo>
                    <a:lnTo>
                      <a:pt x="43" y="334"/>
                    </a:lnTo>
                    <a:lnTo>
                      <a:pt x="43" y="334"/>
                    </a:lnTo>
                    <a:lnTo>
                      <a:pt x="40" y="334"/>
                    </a:lnTo>
                    <a:lnTo>
                      <a:pt x="40" y="337"/>
                    </a:lnTo>
                    <a:lnTo>
                      <a:pt x="40" y="337"/>
                    </a:lnTo>
                    <a:lnTo>
                      <a:pt x="40" y="337"/>
                    </a:lnTo>
                    <a:lnTo>
                      <a:pt x="40" y="334"/>
                    </a:lnTo>
                    <a:lnTo>
                      <a:pt x="40" y="334"/>
                    </a:lnTo>
                    <a:lnTo>
                      <a:pt x="40" y="334"/>
                    </a:lnTo>
                    <a:lnTo>
                      <a:pt x="40" y="334"/>
                    </a:lnTo>
                    <a:lnTo>
                      <a:pt x="38" y="334"/>
                    </a:lnTo>
                    <a:lnTo>
                      <a:pt x="38" y="332"/>
                    </a:lnTo>
                    <a:lnTo>
                      <a:pt x="38" y="332"/>
                    </a:lnTo>
                    <a:lnTo>
                      <a:pt x="40" y="332"/>
                    </a:lnTo>
                    <a:lnTo>
                      <a:pt x="40" y="332"/>
                    </a:lnTo>
                    <a:lnTo>
                      <a:pt x="40" y="332"/>
                    </a:lnTo>
                    <a:lnTo>
                      <a:pt x="40" y="332"/>
                    </a:lnTo>
                    <a:lnTo>
                      <a:pt x="43" y="332"/>
                    </a:lnTo>
                    <a:lnTo>
                      <a:pt x="43" y="332"/>
                    </a:lnTo>
                    <a:lnTo>
                      <a:pt x="40" y="332"/>
                    </a:lnTo>
                    <a:lnTo>
                      <a:pt x="40" y="330"/>
                    </a:lnTo>
                    <a:lnTo>
                      <a:pt x="40" y="330"/>
                    </a:lnTo>
                    <a:lnTo>
                      <a:pt x="40" y="330"/>
                    </a:lnTo>
                    <a:lnTo>
                      <a:pt x="40" y="327"/>
                    </a:lnTo>
                    <a:lnTo>
                      <a:pt x="40" y="327"/>
                    </a:lnTo>
                    <a:lnTo>
                      <a:pt x="40" y="327"/>
                    </a:lnTo>
                    <a:lnTo>
                      <a:pt x="38" y="327"/>
                    </a:lnTo>
                    <a:lnTo>
                      <a:pt x="38" y="327"/>
                    </a:lnTo>
                    <a:lnTo>
                      <a:pt x="38" y="330"/>
                    </a:lnTo>
                    <a:lnTo>
                      <a:pt x="38" y="330"/>
                    </a:lnTo>
                    <a:lnTo>
                      <a:pt x="38" y="330"/>
                    </a:lnTo>
                    <a:lnTo>
                      <a:pt x="38" y="332"/>
                    </a:lnTo>
                    <a:lnTo>
                      <a:pt x="38" y="332"/>
                    </a:lnTo>
                    <a:lnTo>
                      <a:pt x="35" y="332"/>
                    </a:lnTo>
                    <a:lnTo>
                      <a:pt x="35" y="330"/>
                    </a:lnTo>
                    <a:lnTo>
                      <a:pt x="35" y="330"/>
                    </a:lnTo>
                    <a:lnTo>
                      <a:pt x="35" y="330"/>
                    </a:lnTo>
                    <a:lnTo>
                      <a:pt x="35" y="327"/>
                    </a:lnTo>
                    <a:lnTo>
                      <a:pt x="35" y="327"/>
                    </a:lnTo>
                    <a:lnTo>
                      <a:pt x="35" y="327"/>
                    </a:lnTo>
                    <a:lnTo>
                      <a:pt x="35" y="325"/>
                    </a:lnTo>
                    <a:lnTo>
                      <a:pt x="35" y="325"/>
                    </a:lnTo>
                    <a:lnTo>
                      <a:pt x="33" y="325"/>
                    </a:lnTo>
                    <a:lnTo>
                      <a:pt x="33" y="322"/>
                    </a:lnTo>
                    <a:lnTo>
                      <a:pt x="33" y="322"/>
                    </a:lnTo>
                    <a:lnTo>
                      <a:pt x="33" y="322"/>
                    </a:lnTo>
                    <a:lnTo>
                      <a:pt x="33" y="320"/>
                    </a:lnTo>
                    <a:lnTo>
                      <a:pt x="33" y="320"/>
                    </a:lnTo>
                    <a:lnTo>
                      <a:pt x="33" y="320"/>
                    </a:lnTo>
                    <a:lnTo>
                      <a:pt x="33" y="320"/>
                    </a:lnTo>
                    <a:lnTo>
                      <a:pt x="33" y="318"/>
                    </a:lnTo>
                    <a:lnTo>
                      <a:pt x="33" y="318"/>
                    </a:lnTo>
                    <a:lnTo>
                      <a:pt x="33" y="318"/>
                    </a:lnTo>
                    <a:lnTo>
                      <a:pt x="31" y="318"/>
                    </a:lnTo>
                    <a:lnTo>
                      <a:pt x="31" y="318"/>
                    </a:lnTo>
                    <a:lnTo>
                      <a:pt x="31" y="318"/>
                    </a:lnTo>
                    <a:lnTo>
                      <a:pt x="31" y="318"/>
                    </a:lnTo>
                    <a:lnTo>
                      <a:pt x="28" y="318"/>
                    </a:lnTo>
                    <a:lnTo>
                      <a:pt x="28" y="318"/>
                    </a:lnTo>
                    <a:lnTo>
                      <a:pt x="28" y="315"/>
                    </a:lnTo>
                    <a:lnTo>
                      <a:pt x="26" y="315"/>
                    </a:lnTo>
                    <a:lnTo>
                      <a:pt x="26" y="318"/>
                    </a:lnTo>
                    <a:lnTo>
                      <a:pt x="26" y="318"/>
                    </a:lnTo>
                    <a:lnTo>
                      <a:pt x="26" y="318"/>
                    </a:lnTo>
                    <a:lnTo>
                      <a:pt x="26" y="320"/>
                    </a:lnTo>
                    <a:lnTo>
                      <a:pt x="26" y="320"/>
                    </a:lnTo>
                    <a:lnTo>
                      <a:pt x="26" y="320"/>
                    </a:lnTo>
                    <a:lnTo>
                      <a:pt x="26" y="320"/>
                    </a:lnTo>
                    <a:lnTo>
                      <a:pt x="26" y="320"/>
                    </a:lnTo>
                    <a:lnTo>
                      <a:pt x="26" y="318"/>
                    </a:lnTo>
                    <a:lnTo>
                      <a:pt x="26" y="318"/>
                    </a:lnTo>
                    <a:lnTo>
                      <a:pt x="26" y="318"/>
                    </a:lnTo>
                    <a:lnTo>
                      <a:pt x="24" y="318"/>
                    </a:lnTo>
                    <a:lnTo>
                      <a:pt x="24" y="318"/>
                    </a:lnTo>
                    <a:lnTo>
                      <a:pt x="24" y="318"/>
                    </a:lnTo>
                    <a:lnTo>
                      <a:pt x="24" y="318"/>
                    </a:lnTo>
                    <a:lnTo>
                      <a:pt x="24" y="320"/>
                    </a:lnTo>
                    <a:lnTo>
                      <a:pt x="24" y="320"/>
                    </a:lnTo>
                    <a:lnTo>
                      <a:pt x="24" y="322"/>
                    </a:lnTo>
                    <a:lnTo>
                      <a:pt x="21" y="322"/>
                    </a:lnTo>
                    <a:lnTo>
                      <a:pt x="21" y="322"/>
                    </a:lnTo>
                    <a:lnTo>
                      <a:pt x="21" y="325"/>
                    </a:lnTo>
                    <a:lnTo>
                      <a:pt x="21" y="325"/>
                    </a:lnTo>
                    <a:lnTo>
                      <a:pt x="21" y="325"/>
                    </a:lnTo>
                    <a:lnTo>
                      <a:pt x="21" y="325"/>
                    </a:lnTo>
                    <a:lnTo>
                      <a:pt x="21" y="325"/>
                    </a:lnTo>
                    <a:lnTo>
                      <a:pt x="19" y="325"/>
                    </a:lnTo>
                    <a:lnTo>
                      <a:pt x="19" y="325"/>
                    </a:lnTo>
                    <a:lnTo>
                      <a:pt x="19" y="322"/>
                    </a:lnTo>
                    <a:lnTo>
                      <a:pt x="19" y="322"/>
                    </a:lnTo>
                    <a:lnTo>
                      <a:pt x="19" y="320"/>
                    </a:lnTo>
                    <a:lnTo>
                      <a:pt x="19" y="320"/>
                    </a:lnTo>
                    <a:lnTo>
                      <a:pt x="19" y="318"/>
                    </a:lnTo>
                    <a:lnTo>
                      <a:pt x="19" y="318"/>
                    </a:lnTo>
                    <a:lnTo>
                      <a:pt x="19" y="318"/>
                    </a:lnTo>
                    <a:lnTo>
                      <a:pt x="19" y="315"/>
                    </a:lnTo>
                    <a:lnTo>
                      <a:pt x="19" y="315"/>
                    </a:lnTo>
                    <a:lnTo>
                      <a:pt x="19" y="315"/>
                    </a:lnTo>
                    <a:lnTo>
                      <a:pt x="19" y="313"/>
                    </a:lnTo>
                    <a:lnTo>
                      <a:pt x="19" y="313"/>
                    </a:lnTo>
                    <a:lnTo>
                      <a:pt x="19" y="313"/>
                    </a:lnTo>
                    <a:lnTo>
                      <a:pt x="19" y="311"/>
                    </a:lnTo>
                    <a:lnTo>
                      <a:pt x="19" y="311"/>
                    </a:lnTo>
                    <a:lnTo>
                      <a:pt x="19" y="308"/>
                    </a:lnTo>
                    <a:lnTo>
                      <a:pt x="19" y="308"/>
                    </a:lnTo>
                    <a:lnTo>
                      <a:pt x="19" y="308"/>
                    </a:lnTo>
                    <a:lnTo>
                      <a:pt x="19" y="306"/>
                    </a:lnTo>
                    <a:lnTo>
                      <a:pt x="19" y="306"/>
                    </a:lnTo>
                    <a:lnTo>
                      <a:pt x="19" y="306"/>
                    </a:lnTo>
                    <a:lnTo>
                      <a:pt x="19" y="304"/>
                    </a:lnTo>
                    <a:lnTo>
                      <a:pt x="17" y="304"/>
                    </a:lnTo>
                    <a:lnTo>
                      <a:pt x="17" y="304"/>
                    </a:lnTo>
                    <a:lnTo>
                      <a:pt x="19" y="304"/>
                    </a:lnTo>
                    <a:lnTo>
                      <a:pt x="19" y="301"/>
                    </a:lnTo>
                    <a:lnTo>
                      <a:pt x="19" y="301"/>
                    </a:lnTo>
                    <a:lnTo>
                      <a:pt x="19" y="299"/>
                    </a:lnTo>
                    <a:lnTo>
                      <a:pt x="19" y="299"/>
                    </a:lnTo>
                    <a:lnTo>
                      <a:pt x="19" y="299"/>
                    </a:lnTo>
                    <a:lnTo>
                      <a:pt x="19" y="296"/>
                    </a:lnTo>
                    <a:lnTo>
                      <a:pt x="19" y="296"/>
                    </a:lnTo>
                    <a:lnTo>
                      <a:pt x="19" y="296"/>
                    </a:lnTo>
                    <a:lnTo>
                      <a:pt x="19" y="294"/>
                    </a:lnTo>
                    <a:lnTo>
                      <a:pt x="19" y="294"/>
                    </a:lnTo>
                    <a:lnTo>
                      <a:pt x="19" y="292"/>
                    </a:lnTo>
                    <a:lnTo>
                      <a:pt x="19" y="292"/>
                    </a:lnTo>
                    <a:lnTo>
                      <a:pt x="19" y="292"/>
                    </a:lnTo>
                    <a:lnTo>
                      <a:pt x="19" y="289"/>
                    </a:lnTo>
                    <a:lnTo>
                      <a:pt x="19" y="289"/>
                    </a:lnTo>
                    <a:lnTo>
                      <a:pt x="19" y="289"/>
                    </a:lnTo>
                    <a:lnTo>
                      <a:pt x="19" y="287"/>
                    </a:lnTo>
                    <a:lnTo>
                      <a:pt x="19" y="287"/>
                    </a:lnTo>
                    <a:lnTo>
                      <a:pt x="19" y="287"/>
                    </a:lnTo>
                    <a:lnTo>
                      <a:pt x="19" y="287"/>
                    </a:lnTo>
                    <a:lnTo>
                      <a:pt x="19" y="285"/>
                    </a:lnTo>
                    <a:lnTo>
                      <a:pt x="21" y="285"/>
                    </a:lnTo>
                    <a:lnTo>
                      <a:pt x="21" y="285"/>
                    </a:lnTo>
                    <a:lnTo>
                      <a:pt x="21" y="285"/>
                    </a:lnTo>
                    <a:lnTo>
                      <a:pt x="21" y="282"/>
                    </a:lnTo>
                    <a:lnTo>
                      <a:pt x="21" y="282"/>
                    </a:lnTo>
                    <a:lnTo>
                      <a:pt x="21" y="282"/>
                    </a:lnTo>
                    <a:lnTo>
                      <a:pt x="21" y="280"/>
                    </a:lnTo>
                    <a:lnTo>
                      <a:pt x="21" y="280"/>
                    </a:lnTo>
                    <a:lnTo>
                      <a:pt x="21" y="280"/>
                    </a:lnTo>
                    <a:lnTo>
                      <a:pt x="21" y="280"/>
                    </a:lnTo>
                    <a:lnTo>
                      <a:pt x="21" y="277"/>
                    </a:lnTo>
                    <a:lnTo>
                      <a:pt x="21" y="277"/>
                    </a:lnTo>
                    <a:lnTo>
                      <a:pt x="21" y="277"/>
                    </a:lnTo>
                    <a:lnTo>
                      <a:pt x="21" y="277"/>
                    </a:lnTo>
                    <a:lnTo>
                      <a:pt x="24" y="277"/>
                    </a:lnTo>
                    <a:lnTo>
                      <a:pt x="24" y="277"/>
                    </a:lnTo>
                    <a:lnTo>
                      <a:pt x="24" y="275"/>
                    </a:lnTo>
                    <a:lnTo>
                      <a:pt x="24" y="275"/>
                    </a:lnTo>
                    <a:lnTo>
                      <a:pt x="21" y="275"/>
                    </a:lnTo>
                    <a:lnTo>
                      <a:pt x="21" y="275"/>
                    </a:lnTo>
                    <a:lnTo>
                      <a:pt x="21" y="275"/>
                    </a:lnTo>
                    <a:lnTo>
                      <a:pt x="21" y="275"/>
                    </a:lnTo>
                    <a:lnTo>
                      <a:pt x="21" y="273"/>
                    </a:lnTo>
                    <a:lnTo>
                      <a:pt x="21" y="273"/>
                    </a:lnTo>
                    <a:lnTo>
                      <a:pt x="21" y="273"/>
                    </a:lnTo>
                    <a:lnTo>
                      <a:pt x="21" y="270"/>
                    </a:lnTo>
                    <a:lnTo>
                      <a:pt x="21" y="270"/>
                    </a:lnTo>
                    <a:lnTo>
                      <a:pt x="24" y="270"/>
                    </a:lnTo>
                    <a:lnTo>
                      <a:pt x="24" y="268"/>
                    </a:lnTo>
                    <a:lnTo>
                      <a:pt x="24" y="268"/>
                    </a:lnTo>
                    <a:lnTo>
                      <a:pt x="26" y="268"/>
                    </a:lnTo>
                    <a:lnTo>
                      <a:pt x="26" y="268"/>
                    </a:lnTo>
                    <a:lnTo>
                      <a:pt x="26" y="268"/>
                    </a:lnTo>
                    <a:lnTo>
                      <a:pt x="26" y="268"/>
                    </a:lnTo>
                    <a:lnTo>
                      <a:pt x="26" y="266"/>
                    </a:lnTo>
                    <a:lnTo>
                      <a:pt x="26" y="266"/>
                    </a:lnTo>
                    <a:lnTo>
                      <a:pt x="26" y="266"/>
                    </a:lnTo>
                    <a:lnTo>
                      <a:pt x="26" y="263"/>
                    </a:lnTo>
                    <a:lnTo>
                      <a:pt x="28" y="263"/>
                    </a:lnTo>
                    <a:lnTo>
                      <a:pt x="28" y="263"/>
                    </a:lnTo>
                    <a:lnTo>
                      <a:pt x="28" y="263"/>
                    </a:lnTo>
                    <a:lnTo>
                      <a:pt x="28" y="261"/>
                    </a:lnTo>
                    <a:lnTo>
                      <a:pt x="28" y="261"/>
                    </a:lnTo>
                    <a:lnTo>
                      <a:pt x="28" y="258"/>
                    </a:lnTo>
                    <a:lnTo>
                      <a:pt x="31" y="258"/>
                    </a:lnTo>
                    <a:lnTo>
                      <a:pt x="31" y="258"/>
                    </a:lnTo>
                    <a:lnTo>
                      <a:pt x="31" y="258"/>
                    </a:lnTo>
                    <a:lnTo>
                      <a:pt x="31" y="256"/>
                    </a:lnTo>
                    <a:lnTo>
                      <a:pt x="31" y="256"/>
                    </a:lnTo>
                    <a:lnTo>
                      <a:pt x="31" y="256"/>
                    </a:lnTo>
                    <a:lnTo>
                      <a:pt x="31" y="254"/>
                    </a:lnTo>
                    <a:lnTo>
                      <a:pt x="31" y="254"/>
                    </a:lnTo>
                    <a:lnTo>
                      <a:pt x="31" y="254"/>
                    </a:lnTo>
                    <a:lnTo>
                      <a:pt x="31" y="254"/>
                    </a:lnTo>
                    <a:lnTo>
                      <a:pt x="31" y="251"/>
                    </a:lnTo>
                    <a:lnTo>
                      <a:pt x="31" y="251"/>
                    </a:lnTo>
                    <a:lnTo>
                      <a:pt x="31" y="249"/>
                    </a:lnTo>
                    <a:lnTo>
                      <a:pt x="31" y="249"/>
                    </a:lnTo>
                    <a:lnTo>
                      <a:pt x="31" y="249"/>
                    </a:lnTo>
                    <a:lnTo>
                      <a:pt x="31" y="247"/>
                    </a:lnTo>
                    <a:lnTo>
                      <a:pt x="33" y="247"/>
                    </a:lnTo>
                    <a:lnTo>
                      <a:pt x="33" y="247"/>
                    </a:lnTo>
                    <a:lnTo>
                      <a:pt x="33" y="247"/>
                    </a:lnTo>
                    <a:lnTo>
                      <a:pt x="33" y="247"/>
                    </a:lnTo>
                    <a:lnTo>
                      <a:pt x="33" y="247"/>
                    </a:lnTo>
                    <a:lnTo>
                      <a:pt x="35" y="247"/>
                    </a:lnTo>
                    <a:lnTo>
                      <a:pt x="35" y="244"/>
                    </a:lnTo>
                    <a:lnTo>
                      <a:pt x="35" y="244"/>
                    </a:lnTo>
                    <a:lnTo>
                      <a:pt x="35" y="242"/>
                    </a:lnTo>
                    <a:lnTo>
                      <a:pt x="35" y="242"/>
                    </a:lnTo>
                    <a:lnTo>
                      <a:pt x="38" y="242"/>
                    </a:lnTo>
                    <a:lnTo>
                      <a:pt x="38" y="242"/>
                    </a:lnTo>
                    <a:lnTo>
                      <a:pt x="38" y="242"/>
                    </a:lnTo>
                    <a:lnTo>
                      <a:pt x="38" y="240"/>
                    </a:lnTo>
                    <a:lnTo>
                      <a:pt x="38" y="240"/>
                    </a:lnTo>
                    <a:lnTo>
                      <a:pt x="38" y="240"/>
                    </a:lnTo>
                    <a:lnTo>
                      <a:pt x="40" y="240"/>
                    </a:lnTo>
                    <a:lnTo>
                      <a:pt x="40" y="237"/>
                    </a:lnTo>
                    <a:lnTo>
                      <a:pt x="40" y="237"/>
                    </a:lnTo>
                    <a:lnTo>
                      <a:pt x="40" y="237"/>
                    </a:lnTo>
                    <a:lnTo>
                      <a:pt x="40" y="237"/>
                    </a:lnTo>
                    <a:lnTo>
                      <a:pt x="40" y="237"/>
                    </a:lnTo>
                    <a:lnTo>
                      <a:pt x="40" y="235"/>
                    </a:lnTo>
                    <a:lnTo>
                      <a:pt x="43" y="235"/>
                    </a:lnTo>
                    <a:lnTo>
                      <a:pt x="43" y="235"/>
                    </a:lnTo>
                    <a:lnTo>
                      <a:pt x="43" y="232"/>
                    </a:lnTo>
                    <a:lnTo>
                      <a:pt x="43" y="232"/>
                    </a:lnTo>
                    <a:lnTo>
                      <a:pt x="43" y="232"/>
                    </a:lnTo>
                    <a:lnTo>
                      <a:pt x="45" y="232"/>
                    </a:lnTo>
                    <a:lnTo>
                      <a:pt x="45" y="230"/>
                    </a:lnTo>
                    <a:lnTo>
                      <a:pt x="45" y="230"/>
                    </a:lnTo>
                    <a:lnTo>
                      <a:pt x="45" y="228"/>
                    </a:lnTo>
                    <a:lnTo>
                      <a:pt x="45" y="228"/>
                    </a:lnTo>
                    <a:lnTo>
                      <a:pt x="45" y="228"/>
                    </a:lnTo>
                    <a:lnTo>
                      <a:pt x="45" y="228"/>
                    </a:lnTo>
                    <a:lnTo>
                      <a:pt x="45" y="225"/>
                    </a:lnTo>
                    <a:lnTo>
                      <a:pt x="45" y="225"/>
                    </a:lnTo>
                    <a:lnTo>
                      <a:pt x="47" y="225"/>
                    </a:lnTo>
                    <a:lnTo>
                      <a:pt x="47" y="225"/>
                    </a:lnTo>
                    <a:lnTo>
                      <a:pt x="47" y="225"/>
                    </a:lnTo>
                    <a:lnTo>
                      <a:pt x="47" y="223"/>
                    </a:lnTo>
                    <a:lnTo>
                      <a:pt x="47" y="223"/>
                    </a:lnTo>
                    <a:lnTo>
                      <a:pt x="47" y="223"/>
                    </a:lnTo>
                    <a:lnTo>
                      <a:pt x="50" y="223"/>
                    </a:lnTo>
                    <a:lnTo>
                      <a:pt x="50" y="221"/>
                    </a:lnTo>
                    <a:lnTo>
                      <a:pt x="50" y="221"/>
                    </a:lnTo>
                    <a:lnTo>
                      <a:pt x="47" y="221"/>
                    </a:lnTo>
                    <a:lnTo>
                      <a:pt x="47" y="218"/>
                    </a:lnTo>
                    <a:lnTo>
                      <a:pt x="47" y="218"/>
                    </a:lnTo>
                    <a:lnTo>
                      <a:pt x="47" y="218"/>
                    </a:lnTo>
                    <a:lnTo>
                      <a:pt x="47" y="218"/>
                    </a:lnTo>
                    <a:lnTo>
                      <a:pt x="47" y="216"/>
                    </a:lnTo>
                    <a:lnTo>
                      <a:pt x="47" y="216"/>
                    </a:lnTo>
                    <a:lnTo>
                      <a:pt x="47" y="216"/>
                    </a:lnTo>
                    <a:lnTo>
                      <a:pt x="47" y="213"/>
                    </a:lnTo>
                    <a:lnTo>
                      <a:pt x="47" y="213"/>
                    </a:lnTo>
                    <a:lnTo>
                      <a:pt x="47" y="213"/>
                    </a:lnTo>
                    <a:lnTo>
                      <a:pt x="47" y="213"/>
                    </a:lnTo>
                    <a:lnTo>
                      <a:pt x="45" y="213"/>
                    </a:lnTo>
                    <a:lnTo>
                      <a:pt x="45" y="211"/>
                    </a:lnTo>
                    <a:lnTo>
                      <a:pt x="45" y="211"/>
                    </a:lnTo>
                    <a:lnTo>
                      <a:pt x="45" y="209"/>
                    </a:lnTo>
                    <a:lnTo>
                      <a:pt x="45" y="209"/>
                    </a:lnTo>
                    <a:lnTo>
                      <a:pt x="45" y="209"/>
                    </a:lnTo>
                    <a:lnTo>
                      <a:pt x="45" y="209"/>
                    </a:lnTo>
                    <a:lnTo>
                      <a:pt x="45" y="206"/>
                    </a:lnTo>
                    <a:lnTo>
                      <a:pt x="45" y="206"/>
                    </a:lnTo>
                    <a:lnTo>
                      <a:pt x="45" y="206"/>
                    </a:lnTo>
                    <a:lnTo>
                      <a:pt x="45" y="204"/>
                    </a:lnTo>
                    <a:lnTo>
                      <a:pt x="45" y="204"/>
                    </a:lnTo>
                    <a:lnTo>
                      <a:pt x="45" y="202"/>
                    </a:lnTo>
                    <a:lnTo>
                      <a:pt x="45" y="202"/>
                    </a:lnTo>
                    <a:lnTo>
                      <a:pt x="45" y="202"/>
                    </a:lnTo>
                    <a:lnTo>
                      <a:pt x="45" y="202"/>
                    </a:lnTo>
                    <a:lnTo>
                      <a:pt x="45" y="199"/>
                    </a:lnTo>
                    <a:lnTo>
                      <a:pt x="43" y="199"/>
                    </a:lnTo>
                    <a:lnTo>
                      <a:pt x="43" y="199"/>
                    </a:lnTo>
                    <a:lnTo>
                      <a:pt x="43" y="199"/>
                    </a:lnTo>
                    <a:lnTo>
                      <a:pt x="40" y="199"/>
                    </a:lnTo>
                    <a:lnTo>
                      <a:pt x="40" y="199"/>
                    </a:lnTo>
                    <a:lnTo>
                      <a:pt x="40" y="199"/>
                    </a:lnTo>
                    <a:lnTo>
                      <a:pt x="40" y="197"/>
                    </a:lnTo>
                    <a:lnTo>
                      <a:pt x="40" y="197"/>
                    </a:lnTo>
                    <a:lnTo>
                      <a:pt x="40" y="197"/>
                    </a:lnTo>
                    <a:lnTo>
                      <a:pt x="40" y="194"/>
                    </a:lnTo>
                    <a:lnTo>
                      <a:pt x="40" y="194"/>
                    </a:lnTo>
                    <a:lnTo>
                      <a:pt x="40" y="192"/>
                    </a:lnTo>
                    <a:lnTo>
                      <a:pt x="40" y="192"/>
                    </a:lnTo>
                    <a:lnTo>
                      <a:pt x="40" y="190"/>
                    </a:lnTo>
                    <a:lnTo>
                      <a:pt x="38" y="190"/>
                    </a:lnTo>
                    <a:lnTo>
                      <a:pt x="38" y="190"/>
                    </a:lnTo>
                    <a:lnTo>
                      <a:pt x="38" y="190"/>
                    </a:lnTo>
                    <a:lnTo>
                      <a:pt x="38" y="187"/>
                    </a:lnTo>
                    <a:lnTo>
                      <a:pt x="38" y="187"/>
                    </a:lnTo>
                    <a:lnTo>
                      <a:pt x="38" y="187"/>
                    </a:lnTo>
                    <a:lnTo>
                      <a:pt x="38" y="185"/>
                    </a:lnTo>
                    <a:lnTo>
                      <a:pt x="38" y="185"/>
                    </a:lnTo>
                    <a:lnTo>
                      <a:pt x="40" y="185"/>
                    </a:lnTo>
                    <a:lnTo>
                      <a:pt x="40" y="185"/>
                    </a:lnTo>
                    <a:lnTo>
                      <a:pt x="40" y="183"/>
                    </a:lnTo>
                    <a:lnTo>
                      <a:pt x="40" y="183"/>
                    </a:lnTo>
                    <a:lnTo>
                      <a:pt x="40" y="180"/>
                    </a:lnTo>
                    <a:lnTo>
                      <a:pt x="40" y="180"/>
                    </a:lnTo>
                    <a:lnTo>
                      <a:pt x="40" y="178"/>
                    </a:lnTo>
                    <a:lnTo>
                      <a:pt x="40" y="178"/>
                    </a:lnTo>
                    <a:lnTo>
                      <a:pt x="40" y="178"/>
                    </a:lnTo>
                    <a:lnTo>
                      <a:pt x="38" y="178"/>
                    </a:lnTo>
                    <a:lnTo>
                      <a:pt x="38" y="176"/>
                    </a:lnTo>
                    <a:lnTo>
                      <a:pt x="38" y="176"/>
                    </a:lnTo>
                    <a:lnTo>
                      <a:pt x="38" y="173"/>
                    </a:lnTo>
                    <a:lnTo>
                      <a:pt x="38" y="173"/>
                    </a:lnTo>
                    <a:lnTo>
                      <a:pt x="38" y="171"/>
                    </a:lnTo>
                    <a:lnTo>
                      <a:pt x="38" y="171"/>
                    </a:lnTo>
                    <a:lnTo>
                      <a:pt x="38" y="171"/>
                    </a:lnTo>
                    <a:lnTo>
                      <a:pt x="38" y="168"/>
                    </a:lnTo>
                    <a:lnTo>
                      <a:pt x="38" y="168"/>
                    </a:lnTo>
                    <a:lnTo>
                      <a:pt x="38" y="168"/>
                    </a:lnTo>
                    <a:lnTo>
                      <a:pt x="38" y="168"/>
                    </a:lnTo>
                    <a:lnTo>
                      <a:pt x="35" y="168"/>
                    </a:lnTo>
                    <a:lnTo>
                      <a:pt x="35" y="166"/>
                    </a:lnTo>
                    <a:lnTo>
                      <a:pt x="35" y="166"/>
                    </a:lnTo>
                    <a:lnTo>
                      <a:pt x="35" y="166"/>
                    </a:lnTo>
                    <a:lnTo>
                      <a:pt x="35" y="164"/>
                    </a:lnTo>
                    <a:lnTo>
                      <a:pt x="33" y="164"/>
                    </a:lnTo>
                    <a:lnTo>
                      <a:pt x="33" y="164"/>
                    </a:lnTo>
                    <a:lnTo>
                      <a:pt x="33" y="164"/>
                    </a:lnTo>
                    <a:lnTo>
                      <a:pt x="33" y="161"/>
                    </a:lnTo>
                    <a:lnTo>
                      <a:pt x="33" y="161"/>
                    </a:lnTo>
                    <a:lnTo>
                      <a:pt x="33" y="161"/>
                    </a:lnTo>
                    <a:lnTo>
                      <a:pt x="31" y="161"/>
                    </a:lnTo>
                    <a:lnTo>
                      <a:pt x="31" y="161"/>
                    </a:lnTo>
                    <a:lnTo>
                      <a:pt x="31" y="159"/>
                    </a:lnTo>
                    <a:lnTo>
                      <a:pt x="31" y="159"/>
                    </a:lnTo>
                    <a:lnTo>
                      <a:pt x="31" y="159"/>
                    </a:lnTo>
                    <a:lnTo>
                      <a:pt x="28" y="159"/>
                    </a:lnTo>
                    <a:lnTo>
                      <a:pt x="28" y="159"/>
                    </a:lnTo>
                    <a:lnTo>
                      <a:pt x="28" y="159"/>
                    </a:lnTo>
                    <a:lnTo>
                      <a:pt x="26" y="159"/>
                    </a:lnTo>
                    <a:lnTo>
                      <a:pt x="26" y="157"/>
                    </a:lnTo>
                    <a:lnTo>
                      <a:pt x="26" y="157"/>
                    </a:lnTo>
                    <a:lnTo>
                      <a:pt x="26" y="157"/>
                    </a:lnTo>
                    <a:lnTo>
                      <a:pt x="26" y="154"/>
                    </a:lnTo>
                    <a:lnTo>
                      <a:pt x="26" y="154"/>
                    </a:lnTo>
                    <a:lnTo>
                      <a:pt x="26" y="154"/>
                    </a:lnTo>
                    <a:lnTo>
                      <a:pt x="24" y="154"/>
                    </a:lnTo>
                    <a:lnTo>
                      <a:pt x="24" y="152"/>
                    </a:lnTo>
                    <a:lnTo>
                      <a:pt x="24" y="152"/>
                    </a:lnTo>
                    <a:lnTo>
                      <a:pt x="24" y="152"/>
                    </a:lnTo>
                    <a:lnTo>
                      <a:pt x="24" y="149"/>
                    </a:lnTo>
                    <a:lnTo>
                      <a:pt x="24" y="149"/>
                    </a:lnTo>
                    <a:lnTo>
                      <a:pt x="21" y="149"/>
                    </a:lnTo>
                    <a:lnTo>
                      <a:pt x="21" y="149"/>
                    </a:lnTo>
                    <a:lnTo>
                      <a:pt x="21" y="149"/>
                    </a:lnTo>
                    <a:lnTo>
                      <a:pt x="21" y="147"/>
                    </a:lnTo>
                    <a:lnTo>
                      <a:pt x="21" y="147"/>
                    </a:lnTo>
                    <a:lnTo>
                      <a:pt x="21" y="147"/>
                    </a:lnTo>
                    <a:lnTo>
                      <a:pt x="19" y="147"/>
                    </a:lnTo>
                    <a:lnTo>
                      <a:pt x="19" y="145"/>
                    </a:lnTo>
                    <a:lnTo>
                      <a:pt x="19" y="145"/>
                    </a:lnTo>
                    <a:lnTo>
                      <a:pt x="19" y="145"/>
                    </a:lnTo>
                    <a:lnTo>
                      <a:pt x="19" y="142"/>
                    </a:lnTo>
                    <a:lnTo>
                      <a:pt x="19" y="142"/>
                    </a:lnTo>
                    <a:lnTo>
                      <a:pt x="19" y="140"/>
                    </a:lnTo>
                    <a:lnTo>
                      <a:pt x="19" y="140"/>
                    </a:lnTo>
                    <a:lnTo>
                      <a:pt x="19" y="140"/>
                    </a:lnTo>
                    <a:lnTo>
                      <a:pt x="19" y="140"/>
                    </a:lnTo>
                    <a:lnTo>
                      <a:pt x="19" y="138"/>
                    </a:lnTo>
                    <a:lnTo>
                      <a:pt x="19" y="138"/>
                    </a:lnTo>
                    <a:lnTo>
                      <a:pt x="19" y="135"/>
                    </a:lnTo>
                    <a:lnTo>
                      <a:pt x="19" y="135"/>
                    </a:lnTo>
                    <a:lnTo>
                      <a:pt x="19" y="135"/>
                    </a:lnTo>
                    <a:lnTo>
                      <a:pt x="19" y="133"/>
                    </a:lnTo>
                    <a:lnTo>
                      <a:pt x="19" y="133"/>
                    </a:lnTo>
                    <a:lnTo>
                      <a:pt x="19" y="133"/>
                    </a:lnTo>
                    <a:lnTo>
                      <a:pt x="21" y="133"/>
                    </a:lnTo>
                    <a:lnTo>
                      <a:pt x="21" y="133"/>
                    </a:lnTo>
                    <a:lnTo>
                      <a:pt x="21" y="133"/>
                    </a:lnTo>
                    <a:lnTo>
                      <a:pt x="21" y="133"/>
                    </a:lnTo>
                    <a:lnTo>
                      <a:pt x="21" y="133"/>
                    </a:lnTo>
                    <a:lnTo>
                      <a:pt x="21" y="131"/>
                    </a:lnTo>
                    <a:lnTo>
                      <a:pt x="21" y="131"/>
                    </a:lnTo>
                    <a:lnTo>
                      <a:pt x="24" y="131"/>
                    </a:lnTo>
                    <a:lnTo>
                      <a:pt x="24" y="131"/>
                    </a:lnTo>
                    <a:lnTo>
                      <a:pt x="26" y="131"/>
                    </a:lnTo>
                    <a:lnTo>
                      <a:pt x="26" y="131"/>
                    </a:lnTo>
                    <a:lnTo>
                      <a:pt x="26" y="131"/>
                    </a:lnTo>
                    <a:lnTo>
                      <a:pt x="26" y="131"/>
                    </a:lnTo>
                    <a:lnTo>
                      <a:pt x="26" y="128"/>
                    </a:lnTo>
                    <a:lnTo>
                      <a:pt x="26" y="128"/>
                    </a:lnTo>
                    <a:lnTo>
                      <a:pt x="26" y="128"/>
                    </a:lnTo>
                    <a:lnTo>
                      <a:pt x="26" y="126"/>
                    </a:lnTo>
                    <a:lnTo>
                      <a:pt x="26" y="126"/>
                    </a:lnTo>
                    <a:lnTo>
                      <a:pt x="26" y="123"/>
                    </a:lnTo>
                    <a:lnTo>
                      <a:pt x="26" y="123"/>
                    </a:lnTo>
                    <a:lnTo>
                      <a:pt x="26" y="123"/>
                    </a:lnTo>
                    <a:lnTo>
                      <a:pt x="26" y="121"/>
                    </a:lnTo>
                    <a:lnTo>
                      <a:pt x="26" y="121"/>
                    </a:lnTo>
                    <a:lnTo>
                      <a:pt x="26" y="121"/>
                    </a:lnTo>
                    <a:lnTo>
                      <a:pt x="26" y="119"/>
                    </a:lnTo>
                    <a:lnTo>
                      <a:pt x="26" y="119"/>
                    </a:lnTo>
                    <a:lnTo>
                      <a:pt x="26" y="119"/>
                    </a:lnTo>
                    <a:lnTo>
                      <a:pt x="26" y="119"/>
                    </a:lnTo>
                    <a:lnTo>
                      <a:pt x="26" y="119"/>
                    </a:lnTo>
                    <a:lnTo>
                      <a:pt x="26" y="116"/>
                    </a:lnTo>
                    <a:lnTo>
                      <a:pt x="26" y="116"/>
                    </a:lnTo>
                    <a:lnTo>
                      <a:pt x="26" y="116"/>
                    </a:lnTo>
                    <a:lnTo>
                      <a:pt x="26" y="114"/>
                    </a:lnTo>
                    <a:lnTo>
                      <a:pt x="26" y="114"/>
                    </a:lnTo>
                    <a:lnTo>
                      <a:pt x="26" y="114"/>
                    </a:lnTo>
                    <a:lnTo>
                      <a:pt x="26" y="114"/>
                    </a:lnTo>
                    <a:lnTo>
                      <a:pt x="26" y="112"/>
                    </a:lnTo>
                    <a:lnTo>
                      <a:pt x="28" y="112"/>
                    </a:lnTo>
                    <a:lnTo>
                      <a:pt x="28" y="112"/>
                    </a:lnTo>
                    <a:lnTo>
                      <a:pt x="28" y="112"/>
                    </a:lnTo>
                    <a:lnTo>
                      <a:pt x="31" y="112"/>
                    </a:lnTo>
                    <a:lnTo>
                      <a:pt x="31" y="112"/>
                    </a:lnTo>
                    <a:lnTo>
                      <a:pt x="31" y="112"/>
                    </a:lnTo>
                    <a:lnTo>
                      <a:pt x="31" y="109"/>
                    </a:lnTo>
                    <a:lnTo>
                      <a:pt x="33" y="109"/>
                    </a:lnTo>
                    <a:lnTo>
                      <a:pt x="33" y="109"/>
                    </a:lnTo>
                    <a:lnTo>
                      <a:pt x="33" y="109"/>
                    </a:lnTo>
                    <a:lnTo>
                      <a:pt x="33" y="109"/>
                    </a:lnTo>
                    <a:lnTo>
                      <a:pt x="33" y="107"/>
                    </a:lnTo>
                    <a:lnTo>
                      <a:pt x="33" y="107"/>
                    </a:lnTo>
                    <a:lnTo>
                      <a:pt x="33" y="104"/>
                    </a:lnTo>
                    <a:lnTo>
                      <a:pt x="33" y="104"/>
                    </a:lnTo>
                    <a:lnTo>
                      <a:pt x="33" y="104"/>
                    </a:lnTo>
                    <a:lnTo>
                      <a:pt x="31" y="104"/>
                    </a:lnTo>
                    <a:lnTo>
                      <a:pt x="31" y="104"/>
                    </a:lnTo>
                    <a:lnTo>
                      <a:pt x="31" y="104"/>
                    </a:lnTo>
                    <a:lnTo>
                      <a:pt x="31" y="107"/>
                    </a:lnTo>
                    <a:lnTo>
                      <a:pt x="31" y="107"/>
                    </a:lnTo>
                    <a:lnTo>
                      <a:pt x="31" y="107"/>
                    </a:lnTo>
                    <a:lnTo>
                      <a:pt x="28" y="107"/>
                    </a:lnTo>
                    <a:lnTo>
                      <a:pt x="28" y="107"/>
                    </a:lnTo>
                    <a:lnTo>
                      <a:pt x="28" y="107"/>
                    </a:lnTo>
                    <a:lnTo>
                      <a:pt x="28" y="104"/>
                    </a:lnTo>
                    <a:lnTo>
                      <a:pt x="28" y="104"/>
                    </a:lnTo>
                    <a:lnTo>
                      <a:pt x="28" y="102"/>
                    </a:lnTo>
                    <a:lnTo>
                      <a:pt x="26" y="102"/>
                    </a:lnTo>
                    <a:lnTo>
                      <a:pt x="26" y="102"/>
                    </a:lnTo>
                    <a:lnTo>
                      <a:pt x="26" y="100"/>
                    </a:lnTo>
                    <a:lnTo>
                      <a:pt x="26" y="100"/>
                    </a:lnTo>
                    <a:lnTo>
                      <a:pt x="26" y="100"/>
                    </a:lnTo>
                    <a:lnTo>
                      <a:pt x="26" y="100"/>
                    </a:lnTo>
                    <a:lnTo>
                      <a:pt x="26" y="100"/>
                    </a:lnTo>
                    <a:lnTo>
                      <a:pt x="26" y="97"/>
                    </a:lnTo>
                    <a:lnTo>
                      <a:pt x="24" y="97"/>
                    </a:lnTo>
                    <a:lnTo>
                      <a:pt x="24" y="97"/>
                    </a:lnTo>
                    <a:lnTo>
                      <a:pt x="24" y="97"/>
                    </a:lnTo>
                    <a:lnTo>
                      <a:pt x="24" y="95"/>
                    </a:lnTo>
                    <a:lnTo>
                      <a:pt x="24" y="95"/>
                    </a:lnTo>
                    <a:lnTo>
                      <a:pt x="24" y="95"/>
                    </a:lnTo>
                    <a:lnTo>
                      <a:pt x="26" y="95"/>
                    </a:lnTo>
                    <a:lnTo>
                      <a:pt x="26" y="93"/>
                    </a:lnTo>
                    <a:lnTo>
                      <a:pt x="24" y="93"/>
                    </a:lnTo>
                    <a:lnTo>
                      <a:pt x="24" y="93"/>
                    </a:lnTo>
                    <a:lnTo>
                      <a:pt x="26" y="93"/>
                    </a:lnTo>
                    <a:lnTo>
                      <a:pt x="26" y="90"/>
                    </a:lnTo>
                    <a:lnTo>
                      <a:pt x="24" y="90"/>
                    </a:lnTo>
                    <a:lnTo>
                      <a:pt x="24" y="90"/>
                    </a:lnTo>
                    <a:lnTo>
                      <a:pt x="24" y="90"/>
                    </a:lnTo>
                    <a:lnTo>
                      <a:pt x="24" y="90"/>
                    </a:lnTo>
                    <a:lnTo>
                      <a:pt x="24" y="88"/>
                    </a:lnTo>
                    <a:lnTo>
                      <a:pt x="21" y="88"/>
                    </a:lnTo>
                    <a:lnTo>
                      <a:pt x="21" y="88"/>
                    </a:lnTo>
                    <a:lnTo>
                      <a:pt x="21" y="88"/>
                    </a:lnTo>
                    <a:lnTo>
                      <a:pt x="21" y="88"/>
                    </a:lnTo>
                    <a:lnTo>
                      <a:pt x="19" y="88"/>
                    </a:lnTo>
                    <a:lnTo>
                      <a:pt x="19" y="85"/>
                    </a:lnTo>
                    <a:lnTo>
                      <a:pt x="19" y="85"/>
                    </a:lnTo>
                    <a:lnTo>
                      <a:pt x="19" y="85"/>
                    </a:lnTo>
                    <a:lnTo>
                      <a:pt x="19" y="83"/>
                    </a:lnTo>
                    <a:lnTo>
                      <a:pt x="19" y="83"/>
                    </a:lnTo>
                    <a:lnTo>
                      <a:pt x="19" y="83"/>
                    </a:lnTo>
                    <a:lnTo>
                      <a:pt x="17" y="83"/>
                    </a:lnTo>
                    <a:lnTo>
                      <a:pt x="17" y="81"/>
                    </a:lnTo>
                    <a:lnTo>
                      <a:pt x="17" y="81"/>
                    </a:lnTo>
                    <a:lnTo>
                      <a:pt x="17" y="81"/>
                    </a:lnTo>
                    <a:lnTo>
                      <a:pt x="17" y="78"/>
                    </a:lnTo>
                    <a:lnTo>
                      <a:pt x="14" y="78"/>
                    </a:lnTo>
                    <a:lnTo>
                      <a:pt x="14" y="78"/>
                    </a:lnTo>
                    <a:lnTo>
                      <a:pt x="14" y="78"/>
                    </a:lnTo>
                    <a:lnTo>
                      <a:pt x="14" y="78"/>
                    </a:lnTo>
                    <a:lnTo>
                      <a:pt x="14" y="78"/>
                    </a:lnTo>
                    <a:lnTo>
                      <a:pt x="14" y="76"/>
                    </a:lnTo>
                    <a:lnTo>
                      <a:pt x="12" y="76"/>
                    </a:lnTo>
                    <a:lnTo>
                      <a:pt x="12" y="76"/>
                    </a:lnTo>
                    <a:lnTo>
                      <a:pt x="12" y="76"/>
                    </a:lnTo>
                    <a:lnTo>
                      <a:pt x="12" y="74"/>
                    </a:lnTo>
                    <a:lnTo>
                      <a:pt x="12" y="74"/>
                    </a:lnTo>
                    <a:lnTo>
                      <a:pt x="12" y="74"/>
                    </a:lnTo>
                    <a:lnTo>
                      <a:pt x="9" y="74"/>
                    </a:lnTo>
                    <a:lnTo>
                      <a:pt x="9" y="71"/>
                    </a:lnTo>
                    <a:lnTo>
                      <a:pt x="9" y="71"/>
                    </a:lnTo>
                    <a:lnTo>
                      <a:pt x="9" y="71"/>
                    </a:lnTo>
                    <a:lnTo>
                      <a:pt x="9" y="69"/>
                    </a:lnTo>
                    <a:lnTo>
                      <a:pt x="7" y="69"/>
                    </a:lnTo>
                    <a:lnTo>
                      <a:pt x="7" y="69"/>
                    </a:lnTo>
                    <a:lnTo>
                      <a:pt x="7" y="69"/>
                    </a:lnTo>
                    <a:lnTo>
                      <a:pt x="7" y="69"/>
                    </a:lnTo>
                    <a:lnTo>
                      <a:pt x="7" y="69"/>
                    </a:lnTo>
                    <a:lnTo>
                      <a:pt x="7" y="67"/>
                    </a:lnTo>
                    <a:lnTo>
                      <a:pt x="7" y="67"/>
                    </a:lnTo>
                    <a:lnTo>
                      <a:pt x="7" y="67"/>
                    </a:lnTo>
                    <a:lnTo>
                      <a:pt x="7" y="64"/>
                    </a:lnTo>
                    <a:lnTo>
                      <a:pt x="7" y="64"/>
                    </a:lnTo>
                    <a:lnTo>
                      <a:pt x="7" y="64"/>
                    </a:lnTo>
                    <a:lnTo>
                      <a:pt x="7" y="64"/>
                    </a:lnTo>
                    <a:lnTo>
                      <a:pt x="7" y="62"/>
                    </a:lnTo>
                    <a:lnTo>
                      <a:pt x="7" y="62"/>
                    </a:lnTo>
                    <a:lnTo>
                      <a:pt x="7" y="59"/>
                    </a:lnTo>
                    <a:lnTo>
                      <a:pt x="7" y="59"/>
                    </a:lnTo>
                    <a:lnTo>
                      <a:pt x="7" y="59"/>
                    </a:lnTo>
                    <a:lnTo>
                      <a:pt x="7" y="59"/>
                    </a:lnTo>
                    <a:lnTo>
                      <a:pt x="5" y="59"/>
                    </a:lnTo>
                    <a:lnTo>
                      <a:pt x="5" y="57"/>
                    </a:lnTo>
                    <a:lnTo>
                      <a:pt x="5" y="57"/>
                    </a:lnTo>
                    <a:lnTo>
                      <a:pt x="5" y="55"/>
                    </a:lnTo>
                    <a:lnTo>
                      <a:pt x="5" y="55"/>
                    </a:lnTo>
                    <a:lnTo>
                      <a:pt x="5" y="55"/>
                    </a:lnTo>
                    <a:lnTo>
                      <a:pt x="5" y="57"/>
                    </a:lnTo>
                    <a:lnTo>
                      <a:pt x="5" y="57"/>
                    </a:lnTo>
                    <a:lnTo>
                      <a:pt x="2" y="57"/>
                    </a:lnTo>
                    <a:lnTo>
                      <a:pt x="2" y="57"/>
                    </a:lnTo>
                    <a:lnTo>
                      <a:pt x="2" y="57"/>
                    </a:lnTo>
                    <a:lnTo>
                      <a:pt x="2" y="55"/>
                    </a:lnTo>
                    <a:lnTo>
                      <a:pt x="2" y="55"/>
                    </a:lnTo>
                    <a:lnTo>
                      <a:pt x="2" y="52"/>
                    </a:lnTo>
                    <a:lnTo>
                      <a:pt x="0" y="52"/>
                    </a:lnTo>
                    <a:lnTo>
                      <a:pt x="0" y="52"/>
                    </a:lnTo>
                    <a:lnTo>
                      <a:pt x="0" y="50"/>
                    </a:lnTo>
                    <a:lnTo>
                      <a:pt x="2" y="50"/>
                    </a:lnTo>
                    <a:lnTo>
                      <a:pt x="2" y="50"/>
                    </a:lnTo>
                    <a:lnTo>
                      <a:pt x="5" y="50"/>
                    </a:lnTo>
                    <a:lnTo>
                      <a:pt x="5" y="50"/>
                    </a:lnTo>
                    <a:lnTo>
                      <a:pt x="5" y="50"/>
                    </a:lnTo>
                    <a:lnTo>
                      <a:pt x="5" y="50"/>
                    </a:lnTo>
                    <a:lnTo>
                      <a:pt x="5" y="50"/>
                    </a:lnTo>
                    <a:lnTo>
                      <a:pt x="7" y="50"/>
                    </a:lnTo>
                    <a:lnTo>
                      <a:pt x="7" y="50"/>
                    </a:lnTo>
                    <a:lnTo>
                      <a:pt x="7" y="50"/>
                    </a:lnTo>
                    <a:lnTo>
                      <a:pt x="9" y="50"/>
                    </a:lnTo>
                    <a:lnTo>
                      <a:pt x="9" y="48"/>
                    </a:lnTo>
                    <a:lnTo>
                      <a:pt x="7" y="48"/>
                    </a:lnTo>
                    <a:lnTo>
                      <a:pt x="7" y="48"/>
                    </a:lnTo>
                    <a:lnTo>
                      <a:pt x="7" y="45"/>
                    </a:lnTo>
                    <a:lnTo>
                      <a:pt x="7" y="45"/>
                    </a:lnTo>
                    <a:lnTo>
                      <a:pt x="7" y="43"/>
                    </a:lnTo>
                    <a:lnTo>
                      <a:pt x="7" y="43"/>
                    </a:lnTo>
                    <a:lnTo>
                      <a:pt x="7" y="40"/>
                    </a:lnTo>
                    <a:lnTo>
                      <a:pt x="7" y="40"/>
                    </a:lnTo>
                    <a:lnTo>
                      <a:pt x="7" y="40"/>
                    </a:lnTo>
                    <a:lnTo>
                      <a:pt x="7" y="40"/>
                    </a:lnTo>
                    <a:lnTo>
                      <a:pt x="7" y="40"/>
                    </a:lnTo>
                    <a:lnTo>
                      <a:pt x="7" y="40"/>
                    </a:lnTo>
                    <a:lnTo>
                      <a:pt x="7" y="40"/>
                    </a:lnTo>
                    <a:lnTo>
                      <a:pt x="7" y="38"/>
                    </a:lnTo>
                    <a:lnTo>
                      <a:pt x="7" y="38"/>
                    </a:lnTo>
                    <a:lnTo>
                      <a:pt x="9" y="38"/>
                    </a:lnTo>
                    <a:lnTo>
                      <a:pt x="9" y="36"/>
                    </a:lnTo>
                    <a:lnTo>
                      <a:pt x="9" y="36"/>
                    </a:lnTo>
                    <a:lnTo>
                      <a:pt x="9" y="36"/>
                    </a:lnTo>
                    <a:lnTo>
                      <a:pt x="9" y="33"/>
                    </a:lnTo>
                    <a:lnTo>
                      <a:pt x="9" y="33"/>
                    </a:lnTo>
                    <a:lnTo>
                      <a:pt x="9" y="31"/>
                    </a:lnTo>
                    <a:lnTo>
                      <a:pt x="9" y="31"/>
                    </a:lnTo>
                    <a:lnTo>
                      <a:pt x="9" y="31"/>
                    </a:lnTo>
                    <a:lnTo>
                      <a:pt x="9" y="31"/>
                    </a:lnTo>
                    <a:lnTo>
                      <a:pt x="9" y="31"/>
                    </a:lnTo>
                    <a:lnTo>
                      <a:pt x="9" y="31"/>
                    </a:lnTo>
                    <a:lnTo>
                      <a:pt x="9" y="29"/>
                    </a:lnTo>
                    <a:lnTo>
                      <a:pt x="9" y="29"/>
                    </a:lnTo>
                    <a:lnTo>
                      <a:pt x="9" y="29"/>
                    </a:lnTo>
                    <a:lnTo>
                      <a:pt x="9" y="26"/>
                    </a:lnTo>
                    <a:lnTo>
                      <a:pt x="12" y="26"/>
                    </a:lnTo>
                    <a:lnTo>
                      <a:pt x="12" y="26"/>
                    </a:lnTo>
                    <a:lnTo>
                      <a:pt x="12" y="24"/>
                    </a:lnTo>
                    <a:lnTo>
                      <a:pt x="12" y="24"/>
                    </a:lnTo>
                    <a:lnTo>
                      <a:pt x="12" y="24"/>
                    </a:lnTo>
                    <a:lnTo>
                      <a:pt x="12" y="24"/>
                    </a:lnTo>
                    <a:lnTo>
                      <a:pt x="12" y="21"/>
                    </a:lnTo>
                    <a:lnTo>
                      <a:pt x="14" y="21"/>
                    </a:lnTo>
                    <a:lnTo>
                      <a:pt x="14" y="21"/>
                    </a:lnTo>
                    <a:lnTo>
                      <a:pt x="14" y="21"/>
                    </a:lnTo>
                    <a:lnTo>
                      <a:pt x="14" y="21"/>
                    </a:lnTo>
                    <a:lnTo>
                      <a:pt x="14" y="19"/>
                    </a:lnTo>
                    <a:lnTo>
                      <a:pt x="14" y="19"/>
                    </a:lnTo>
                    <a:lnTo>
                      <a:pt x="14" y="19"/>
                    </a:lnTo>
                    <a:lnTo>
                      <a:pt x="17" y="19"/>
                    </a:lnTo>
                    <a:lnTo>
                      <a:pt x="17" y="19"/>
                    </a:lnTo>
                    <a:lnTo>
                      <a:pt x="17" y="19"/>
                    </a:lnTo>
                    <a:lnTo>
                      <a:pt x="19" y="19"/>
                    </a:lnTo>
                    <a:lnTo>
                      <a:pt x="19" y="21"/>
                    </a:lnTo>
                    <a:lnTo>
                      <a:pt x="19" y="21"/>
                    </a:lnTo>
                    <a:lnTo>
                      <a:pt x="19" y="21"/>
                    </a:lnTo>
                    <a:lnTo>
                      <a:pt x="19" y="21"/>
                    </a:lnTo>
                    <a:lnTo>
                      <a:pt x="19" y="21"/>
                    </a:lnTo>
                    <a:lnTo>
                      <a:pt x="21" y="21"/>
                    </a:lnTo>
                    <a:lnTo>
                      <a:pt x="21" y="21"/>
                    </a:lnTo>
                    <a:lnTo>
                      <a:pt x="21" y="21"/>
                    </a:lnTo>
                    <a:lnTo>
                      <a:pt x="24" y="21"/>
                    </a:lnTo>
                    <a:lnTo>
                      <a:pt x="24" y="21"/>
                    </a:lnTo>
                    <a:lnTo>
                      <a:pt x="26" y="21"/>
                    </a:lnTo>
                    <a:lnTo>
                      <a:pt x="26" y="21"/>
                    </a:lnTo>
                    <a:lnTo>
                      <a:pt x="26" y="21"/>
                    </a:lnTo>
                    <a:lnTo>
                      <a:pt x="26" y="19"/>
                    </a:lnTo>
                    <a:lnTo>
                      <a:pt x="28" y="19"/>
                    </a:lnTo>
                    <a:lnTo>
                      <a:pt x="28" y="19"/>
                    </a:lnTo>
                    <a:lnTo>
                      <a:pt x="31" y="19"/>
                    </a:lnTo>
                    <a:lnTo>
                      <a:pt x="31" y="19"/>
                    </a:lnTo>
                    <a:lnTo>
                      <a:pt x="31" y="19"/>
                    </a:lnTo>
                    <a:lnTo>
                      <a:pt x="31" y="19"/>
                    </a:lnTo>
                    <a:lnTo>
                      <a:pt x="33" y="19"/>
                    </a:lnTo>
                    <a:lnTo>
                      <a:pt x="33" y="19"/>
                    </a:lnTo>
                    <a:lnTo>
                      <a:pt x="33" y="19"/>
                    </a:lnTo>
                    <a:lnTo>
                      <a:pt x="33" y="19"/>
                    </a:lnTo>
                    <a:lnTo>
                      <a:pt x="33" y="19"/>
                    </a:lnTo>
                    <a:lnTo>
                      <a:pt x="35" y="19"/>
                    </a:lnTo>
                    <a:lnTo>
                      <a:pt x="35" y="17"/>
                    </a:lnTo>
                    <a:lnTo>
                      <a:pt x="35" y="17"/>
                    </a:lnTo>
                    <a:lnTo>
                      <a:pt x="35" y="17"/>
                    </a:lnTo>
                    <a:lnTo>
                      <a:pt x="35" y="14"/>
                    </a:lnTo>
                    <a:lnTo>
                      <a:pt x="35" y="14"/>
                    </a:lnTo>
                    <a:lnTo>
                      <a:pt x="35" y="12"/>
                    </a:lnTo>
                    <a:lnTo>
                      <a:pt x="35" y="12"/>
                    </a:lnTo>
                    <a:lnTo>
                      <a:pt x="38" y="12"/>
                    </a:lnTo>
                    <a:lnTo>
                      <a:pt x="38" y="10"/>
                    </a:lnTo>
                    <a:lnTo>
                      <a:pt x="38" y="10"/>
                    </a:lnTo>
                    <a:lnTo>
                      <a:pt x="38" y="10"/>
                    </a:lnTo>
                    <a:lnTo>
                      <a:pt x="38" y="10"/>
                    </a:lnTo>
                    <a:lnTo>
                      <a:pt x="40" y="10"/>
                    </a:lnTo>
                    <a:lnTo>
                      <a:pt x="40" y="10"/>
                    </a:lnTo>
                    <a:lnTo>
                      <a:pt x="40" y="10"/>
                    </a:lnTo>
                    <a:lnTo>
                      <a:pt x="40" y="10"/>
                    </a:lnTo>
                    <a:lnTo>
                      <a:pt x="43" y="10"/>
                    </a:lnTo>
                    <a:lnTo>
                      <a:pt x="43" y="10"/>
                    </a:lnTo>
                    <a:lnTo>
                      <a:pt x="45" y="10"/>
                    </a:lnTo>
                    <a:lnTo>
                      <a:pt x="45" y="10"/>
                    </a:lnTo>
                    <a:lnTo>
                      <a:pt x="45" y="10"/>
                    </a:lnTo>
                    <a:lnTo>
                      <a:pt x="45" y="10"/>
                    </a:lnTo>
                    <a:lnTo>
                      <a:pt x="47" y="10"/>
                    </a:lnTo>
                    <a:lnTo>
                      <a:pt x="47" y="10"/>
                    </a:lnTo>
                    <a:lnTo>
                      <a:pt x="47" y="7"/>
                    </a:lnTo>
                    <a:lnTo>
                      <a:pt x="47" y="7"/>
                    </a:lnTo>
                    <a:lnTo>
                      <a:pt x="45" y="7"/>
                    </a:lnTo>
                    <a:lnTo>
                      <a:pt x="45" y="5"/>
                    </a:lnTo>
                    <a:lnTo>
                      <a:pt x="45" y="5"/>
                    </a:lnTo>
                    <a:lnTo>
                      <a:pt x="45" y="5"/>
                    </a:lnTo>
                    <a:lnTo>
                      <a:pt x="45" y="3"/>
                    </a:lnTo>
                    <a:lnTo>
                      <a:pt x="45" y="3"/>
                    </a:lnTo>
                    <a:lnTo>
                      <a:pt x="47" y="3"/>
                    </a:lnTo>
                    <a:lnTo>
                      <a:pt x="47" y="5"/>
                    </a:lnTo>
                    <a:lnTo>
                      <a:pt x="47" y="5"/>
                    </a:lnTo>
                    <a:lnTo>
                      <a:pt x="47" y="5"/>
                    </a:lnTo>
                    <a:lnTo>
                      <a:pt x="50" y="5"/>
                    </a:lnTo>
                    <a:lnTo>
                      <a:pt x="50" y="5"/>
                    </a:lnTo>
                    <a:lnTo>
                      <a:pt x="52" y="5"/>
                    </a:lnTo>
                    <a:lnTo>
                      <a:pt x="52" y="5"/>
                    </a:lnTo>
                    <a:lnTo>
                      <a:pt x="52" y="5"/>
                    </a:lnTo>
                    <a:lnTo>
                      <a:pt x="52" y="3"/>
                    </a:lnTo>
                    <a:lnTo>
                      <a:pt x="52" y="3"/>
                    </a:lnTo>
                    <a:lnTo>
                      <a:pt x="54" y="3"/>
                    </a:lnTo>
                    <a:lnTo>
                      <a:pt x="54" y="0"/>
                    </a:lnTo>
                    <a:lnTo>
                      <a:pt x="54" y="0"/>
                    </a:lnTo>
                    <a:lnTo>
                      <a:pt x="54" y="0"/>
                    </a:lnTo>
                    <a:lnTo>
                      <a:pt x="57" y="0"/>
                    </a:lnTo>
                    <a:lnTo>
                      <a:pt x="57" y="3"/>
                    </a:lnTo>
                    <a:lnTo>
                      <a:pt x="57" y="3"/>
                    </a:lnTo>
                    <a:lnTo>
                      <a:pt x="57" y="3"/>
                    </a:lnTo>
                    <a:lnTo>
                      <a:pt x="59" y="3"/>
                    </a:lnTo>
                    <a:lnTo>
                      <a:pt x="59" y="5"/>
                    </a:lnTo>
                    <a:lnTo>
                      <a:pt x="59" y="5"/>
                    </a:lnTo>
                    <a:lnTo>
                      <a:pt x="59" y="7"/>
                    </a:lnTo>
                    <a:lnTo>
                      <a:pt x="59" y="7"/>
                    </a:lnTo>
                    <a:lnTo>
                      <a:pt x="59" y="7"/>
                    </a:lnTo>
                    <a:lnTo>
                      <a:pt x="59" y="5"/>
                    </a:lnTo>
                    <a:lnTo>
                      <a:pt x="61" y="5"/>
                    </a:lnTo>
                    <a:lnTo>
                      <a:pt x="61" y="5"/>
                    </a:lnTo>
                    <a:lnTo>
                      <a:pt x="61" y="5"/>
                    </a:lnTo>
                    <a:lnTo>
                      <a:pt x="61" y="3"/>
                    </a:lnTo>
                    <a:lnTo>
                      <a:pt x="64" y="3"/>
                    </a:lnTo>
                    <a:lnTo>
                      <a:pt x="64" y="3"/>
                    </a:lnTo>
                    <a:lnTo>
                      <a:pt x="64" y="3"/>
                    </a:lnTo>
                    <a:lnTo>
                      <a:pt x="64" y="5"/>
                    </a:lnTo>
                    <a:lnTo>
                      <a:pt x="64" y="5"/>
                    </a:lnTo>
                    <a:lnTo>
                      <a:pt x="66" y="5"/>
                    </a:lnTo>
                    <a:lnTo>
                      <a:pt x="66" y="7"/>
                    </a:lnTo>
                    <a:lnTo>
                      <a:pt x="66" y="7"/>
                    </a:lnTo>
                    <a:lnTo>
                      <a:pt x="66" y="7"/>
                    </a:lnTo>
                    <a:lnTo>
                      <a:pt x="66" y="10"/>
                    </a:lnTo>
                    <a:lnTo>
                      <a:pt x="66" y="10"/>
                    </a:lnTo>
                    <a:lnTo>
                      <a:pt x="69" y="10"/>
                    </a:lnTo>
                    <a:lnTo>
                      <a:pt x="69" y="10"/>
                    </a:lnTo>
                    <a:lnTo>
                      <a:pt x="69" y="10"/>
                    </a:lnTo>
                    <a:lnTo>
                      <a:pt x="69" y="10"/>
                    </a:lnTo>
                    <a:lnTo>
                      <a:pt x="69" y="10"/>
                    </a:lnTo>
                    <a:lnTo>
                      <a:pt x="69" y="12"/>
                    </a:lnTo>
                    <a:lnTo>
                      <a:pt x="69" y="12"/>
                    </a:lnTo>
                    <a:lnTo>
                      <a:pt x="69" y="14"/>
                    </a:lnTo>
                    <a:lnTo>
                      <a:pt x="69" y="14"/>
                    </a:lnTo>
                    <a:lnTo>
                      <a:pt x="66" y="14"/>
                    </a:lnTo>
                    <a:lnTo>
                      <a:pt x="66" y="17"/>
                    </a:lnTo>
                    <a:lnTo>
                      <a:pt x="66" y="17"/>
                    </a:lnTo>
                    <a:lnTo>
                      <a:pt x="66" y="17"/>
                    </a:lnTo>
                    <a:lnTo>
                      <a:pt x="66" y="19"/>
                    </a:lnTo>
                    <a:lnTo>
                      <a:pt x="66" y="19"/>
                    </a:lnTo>
                    <a:lnTo>
                      <a:pt x="66" y="19"/>
                    </a:lnTo>
                    <a:lnTo>
                      <a:pt x="66" y="21"/>
                    </a:lnTo>
                    <a:lnTo>
                      <a:pt x="66" y="21"/>
                    </a:lnTo>
                    <a:lnTo>
                      <a:pt x="66" y="21"/>
                    </a:lnTo>
                    <a:lnTo>
                      <a:pt x="66" y="21"/>
                    </a:lnTo>
                    <a:lnTo>
                      <a:pt x="66" y="21"/>
                    </a:lnTo>
                    <a:lnTo>
                      <a:pt x="66" y="24"/>
                    </a:lnTo>
                    <a:lnTo>
                      <a:pt x="66" y="24"/>
                    </a:lnTo>
                    <a:lnTo>
                      <a:pt x="69" y="24"/>
                    </a:lnTo>
                    <a:lnTo>
                      <a:pt x="69" y="26"/>
                    </a:lnTo>
                    <a:lnTo>
                      <a:pt x="69" y="26"/>
                    </a:lnTo>
                    <a:lnTo>
                      <a:pt x="69" y="24"/>
                    </a:lnTo>
                    <a:lnTo>
                      <a:pt x="71" y="24"/>
                    </a:lnTo>
                    <a:lnTo>
                      <a:pt x="71" y="24"/>
                    </a:lnTo>
                    <a:lnTo>
                      <a:pt x="71" y="24"/>
                    </a:lnTo>
                    <a:lnTo>
                      <a:pt x="73" y="24"/>
                    </a:lnTo>
                    <a:lnTo>
                      <a:pt x="73" y="26"/>
                    </a:lnTo>
                    <a:lnTo>
                      <a:pt x="73" y="26"/>
                    </a:lnTo>
                    <a:lnTo>
                      <a:pt x="73" y="24"/>
                    </a:lnTo>
                    <a:lnTo>
                      <a:pt x="73" y="24"/>
                    </a:lnTo>
                    <a:lnTo>
                      <a:pt x="73" y="24"/>
                    </a:lnTo>
                    <a:lnTo>
                      <a:pt x="76" y="24"/>
                    </a:lnTo>
                    <a:lnTo>
                      <a:pt x="76" y="21"/>
                    </a:lnTo>
                    <a:lnTo>
                      <a:pt x="76" y="21"/>
                    </a:lnTo>
                    <a:lnTo>
                      <a:pt x="78" y="21"/>
                    </a:lnTo>
                    <a:lnTo>
                      <a:pt x="78" y="21"/>
                    </a:lnTo>
                    <a:lnTo>
                      <a:pt x="78" y="21"/>
                    </a:lnTo>
                    <a:lnTo>
                      <a:pt x="80" y="21"/>
                    </a:lnTo>
                    <a:lnTo>
                      <a:pt x="80" y="24"/>
                    </a:lnTo>
                    <a:lnTo>
                      <a:pt x="80" y="24"/>
                    </a:lnTo>
                    <a:lnTo>
                      <a:pt x="80" y="24"/>
                    </a:lnTo>
                    <a:lnTo>
                      <a:pt x="83" y="24"/>
                    </a:lnTo>
                    <a:lnTo>
                      <a:pt x="83" y="24"/>
                    </a:lnTo>
                    <a:lnTo>
                      <a:pt x="85" y="24"/>
                    </a:lnTo>
                    <a:lnTo>
                      <a:pt x="85" y="24"/>
                    </a:lnTo>
                    <a:lnTo>
                      <a:pt x="85" y="26"/>
                    </a:lnTo>
                    <a:lnTo>
                      <a:pt x="83" y="26"/>
                    </a:lnTo>
                    <a:lnTo>
                      <a:pt x="83" y="26"/>
                    </a:lnTo>
                    <a:lnTo>
                      <a:pt x="83" y="26"/>
                    </a:lnTo>
                    <a:lnTo>
                      <a:pt x="83" y="29"/>
                    </a:lnTo>
                    <a:lnTo>
                      <a:pt x="83" y="29"/>
                    </a:lnTo>
                    <a:lnTo>
                      <a:pt x="83" y="31"/>
                    </a:lnTo>
                    <a:lnTo>
                      <a:pt x="83" y="31"/>
                    </a:lnTo>
                    <a:lnTo>
                      <a:pt x="83" y="31"/>
                    </a:lnTo>
                    <a:lnTo>
                      <a:pt x="83" y="31"/>
                    </a:lnTo>
                    <a:lnTo>
                      <a:pt x="83" y="33"/>
                    </a:lnTo>
                    <a:lnTo>
                      <a:pt x="83" y="33"/>
                    </a:lnTo>
                    <a:lnTo>
                      <a:pt x="83" y="36"/>
                    </a:lnTo>
                    <a:lnTo>
                      <a:pt x="85" y="36"/>
                    </a:lnTo>
                    <a:lnTo>
                      <a:pt x="85" y="36"/>
                    </a:lnTo>
                    <a:lnTo>
                      <a:pt x="85" y="36"/>
                    </a:lnTo>
                    <a:lnTo>
                      <a:pt x="85" y="38"/>
                    </a:lnTo>
                    <a:lnTo>
                      <a:pt x="85" y="38"/>
                    </a:lnTo>
                    <a:lnTo>
                      <a:pt x="85" y="38"/>
                    </a:lnTo>
                    <a:lnTo>
                      <a:pt x="85" y="40"/>
                    </a:lnTo>
                    <a:lnTo>
                      <a:pt x="85" y="40"/>
                    </a:lnTo>
                    <a:lnTo>
                      <a:pt x="83" y="40"/>
                    </a:lnTo>
                    <a:lnTo>
                      <a:pt x="83" y="40"/>
                    </a:lnTo>
                    <a:lnTo>
                      <a:pt x="83" y="43"/>
                    </a:lnTo>
                    <a:lnTo>
                      <a:pt x="83" y="43"/>
                    </a:lnTo>
                    <a:lnTo>
                      <a:pt x="83" y="45"/>
                    </a:lnTo>
                    <a:lnTo>
                      <a:pt x="83" y="45"/>
                    </a:lnTo>
                    <a:lnTo>
                      <a:pt x="83" y="48"/>
                    </a:lnTo>
                    <a:lnTo>
                      <a:pt x="83" y="48"/>
                    </a:lnTo>
                    <a:lnTo>
                      <a:pt x="83" y="48"/>
                    </a:lnTo>
                    <a:lnTo>
                      <a:pt x="83" y="50"/>
                    </a:lnTo>
                    <a:lnTo>
                      <a:pt x="80" y="50"/>
                    </a:lnTo>
                    <a:lnTo>
                      <a:pt x="80" y="50"/>
                    </a:lnTo>
                    <a:lnTo>
                      <a:pt x="80" y="50"/>
                    </a:lnTo>
                    <a:lnTo>
                      <a:pt x="80" y="50"/>
                    </a:lnTo>
                    <a:lnTo>
                      <a:pt x="80" y="50"/>
                    </a:lnTo>
                    <a:lnTo>
                      <a:pt x="80" y="52"/>
                    </a:lnTo>
                    <a:lnTo>
                      <a:pt x="78" y="52"/>
                    </a:lnTo>
                    <a:lnTo>
                      <a:pt x="78" y="52"/>
                    </a:lnTo>
                    <a:lnTo>
                      <a:pt x="80" y="52"/>
                    </a:lnTo>
                    <a:lnTo>
                      <a:pt x="80" y="55"/>
                    </a:lnTo>
                    <a:lnTo>
                      <a:pt x="80" y="55"/>
                    </a:lnTo>
                    <a:lnTo>
                      <a:pt x="80" y="55"/>
                    </a:lnTo>
                    <a:lnTo>
                      <a:pt x="80" y="55"/>
                    </a:lnTo>
                    <a:lnTo>
                      <a:pt x="80" y="57"/>
                    </a:lnTo>
                    <a:lnTo>
                      <a:pt x="80" y="57"/>
                    </a:lnTo>
                    <a:lnTo>
                      <a:pt x="80" y="59"/>
                    </a:lnTo>
                    <a:lnTo>
                      <a:pt x="80" y="59"/>
                    </a:lnTo>
                    <a:lnTo>
                      <a:pt x="80" y="59"/>
                    </a:lnTo>
                    <a:lnTo>
                      <a:pt x="80" y="62"/>
                    </a:lnTo>
                    <a:lnTo>
                      <a:pt x="80" y="62"/>
                    </a:lnTo>
                    <a:lnTo>
                      <a:pt x="80" y="62"/>
                    </a:lnTo>
                    <a:lnTo>
                      <a:pt x="80" y="64"/>
                    </a:lnTo>
                    <a:lnTo>
                      <a:pt x="80" y="64"/>
                    </a:lnTo>
                    <a:lnTo>
                      <a:pt x="80" y="64"/>
                    </a:lnTo>
                    <a:lnTo>
                      <a:pt x="80" y="67"/>
                    </a:lnTo>
                    <a:lnTo>
                      <a:pt x="78" y="67"/>
                    </a:lnTo>
                    <a:lnTo>
                      <a:pt x="78" y="67"/>
                    </a:lnTo>
                    <a:lnTo>
                      <a:pt x="78" y="69"/>
                    </a:lnTo>
                    <a:lnTo>
                      <a:pt x="78" y="69"/>
                    </a:lnTo>
                    <a:lnTo>
                      <a:pt x="78" y="69"/>
                    </a:lnTo>
                    <a:lnTo>
                      <a:pt x="78" y="69"/>
                    </a:lnTo>
                    <a:lnTo>
                      <a:pt x="78" y="71"/>
                    </a:lnTo>
                    <a:lnTo>
                      <a:pt x="78" y="71"/>
                    </a:lnTo>
                    <a:lnTo>
                      <a:pt x="78" y="74"/>
                    </a:lnTo>
                    <a:lnTo>
                      <a:pt x="78" y="74"/>
                    </a:lnTo>
                    <a:lnTo>
                      <a:pt x="78" y="76"/>
                    </a:lnTo>
                    <a:lnTo>
                      <a:pt x="78" y="76"/>
                    </a:lnTo>
                    <a:lnTo>
                      <a:pt x="80" y="76"/>
                    </a:lnTo>
                    <a:lnTo>
                      <a:pt x="80" y="76"/>
                    </a:lnTo>
                    <a:lnTo>
                      <a:pt x="80" y="76"/>
                    </a:lnTo>
                    <a:lnTo>
                      <a:pt x="80" y="78"/>
                    </a:lnTo>
                    <a:lnTo>
                      <a:pt x="80" y="78"/>
                    </a:lnTo>
                    <a:lnTo>
                      <a:pt x="80" y="76"/>
                    </a:lnTo>
                    <a:lnTo>
                      <a:pt x="83" y="76"/>
                    </a:lnTo>
                    <a:lnTo>
                      <a:pt x="83" y="76"/>
                    </a:lnTo>
                    <a:lnTo>
                      <a:pt x="83" y="76"/>
                    </a:lnTo>
                    <a:lnTo>
                      <a:pt x="83" y="74"/>
                    </a:lnTo>
                    <a:lnTo>
                      <a:pt x="85" y="74"/>
                    </a:lnTo>
                    <a:lnTo>
                      <a:pt x="85" y="74"/>
                    </a:lnTo>
                    <a:lnTo>
                      <a:pt x="85" y="74"/>
                    </a:lnTo>
                    <a:lnTo>
                      <a:pt x="85" y="71"/>
                    </a:lnTo>
                    <a:lnTo>
                      <a:pt x="85" y="71"/>
                    </a:lnTo>
                    <a:lnTo>
                      <a:pt x="85" y="71"/>
                    </a:lnTo>
                    <a:lnTo>
                      <a:pt x="88" y="71"/>
                    </a:lnTo>
                    <a:lnTo>
                      <a:pt x="88" y="71"/>
                    </a:lnTo>
                    <a:lnTo>
                      <a:pt x="88" y="69"/>
                    </a:lnTo>
                    <a:lnTo>
                      <a:pt x="88" y="69"/>
                    </a:lnTo>
                    <a:lnTo>
                      <a:pt x="90" y="69"/>
                    </a:lnTo>
                    <a:lnTo>
                      <a:pt x="90" y="69"/>
                    </a:lnTo>
                    <a:lnTo>
                      <a:pt x="90" y="69"/>
                    </a:lnTo>
                    <a:lnTo>
                      <a:pt x="90" y="69"/>
                    </a:lnTo>
                    <a:lnTo>
                      <a:pt x="90" y="67"/>
                    </a:lnTo>
                    <a:lnTo>
                      <a:pt x="92" y="67"/>
                    </a:lnTo>
                    <a:lnTo>
                      <a:pt x="92" y="67"/>
                    </a:lnTo>
                    <a:lnTo>
                      <a:pt x="92" y="67"/>
                    </a:lnTo>
                    <a:lnTo>
                      <a:pt x="92" y="67"/>
                    </a:lnTo>
                    <a:lnTo>
                      <a:pt x="95" y="67"/>
                    </a:lnTo>
                    <a:lnTo>
                      <a:pt x="95" y="64"/>
                    </a:lnTo>
                    <a:lnTo>
                      <a:pt x="95" y="64"/>
                    </a:lnTo>
                    <a:lnTo>
                      <a:pt x="95" y="62"/>
                    </a:lnTo>
                    <a:lnTo>
                      <a:pt x="95" y="62"/>
                    </a:lnTo>
                    <a:lnTo>
                      <a:pt x="97" y="62"/>
                    </a:lnTo>
                    <a:lnTo>
                      <a:pt x="97" y="62"/>
                    </a:lnTo>
                    <a:lnTo>
                      <a:pt x="97" y="62"/>
                    </a:lnTo>
                    <a:lnTo>
                      <a:pt x="97" y="62"/>
                    </a:lnTo>
                    <a:lnTo>
                      <a:pt x="99" y="62"/>
                    </a:lnTo>
                    <a:lnTo>
                      <a:pt x="99" y="59"/>
                    </a:lnTo>
                    <a:lnTo>
                      <a:pt x="99" y="59"/>
                    </a:lnTo>
                    <a:lnTo>
                      <a:pt x="99" y="59"/>
                    </a:lnTo>
                    <a:lnTo>
                      <a:pt x="99" y="59"/>
                    </a:lnTo>
                    <a:lnTo>
                      <a:pt x="99" y="59"/>
                    </a:lnTo>
                    <a:lnTo>
                      <a:pt x="102" y="59"/>
                    </a:lnTo>
                    <a:lnTo>
                      <a:pt x="102" y="59"/>
                    </a:lnTo>
                    <a:lnTo>
                      <a:pt x="104" y="59"/>
                    </a:lnTo>
                    <a:lnTo>
                      <a:pt x="104" y="59"/>
                    </a:lnTo>
                    <a:lnTo>
                      <a:pt x="104" y="59"/>
                    </a:lnTo>
                    <a:lnTo>
                      <a:pt x="104" y="59"/>
                    </a:lnTo>
                    <a:lnTo>
                      <a:pt x="104" y="59"/>
                    </a:lnTo>
                    <a:lnTo>
                      <a:pt x="104" y="62"/>
                    </a:lnTo>
                    <a:lnTo>
                      <a:pt x="106" y="62"/>
                    </a:lnTo>
                    <a:lnTo>
                      <a:pt x="106" y="62"/>
                    </a:lnTo>
                    <a:lnTo>
                      <a:pt x="106" y="62"/>
                    </a:lnTo>
                    <a:lnTo>
                      <a:pt x="106" y="62"/>
                    </a:lnTo>
                    <a:lnTo>
                      <a:pt x="106" y="64"/>
                    </a:lnTo>
                    <a:lnTo>
                      <a:pt x="109" y="64"/>
                    </a:lnTo>
                    <a:lnTo>
                      <a:pt x="109" y="64"/>
                    </a:lnTo>
                    <a:lnTo>
                      <a:pt x="109" y="64"/>
                    </a:lnTo>
                    <a:lnTo>
                      <a:pt x="111" y="64"/>
                    </a:lnTo>
                    <a:lnTo>
                      <a:pt x="111" y="64"/>
                    </a:lnTo>
                    <a:lnTo>
                      <a:pt x="111" y="64"/>
                    </a:lnTo>
                    <a:lnTo>
                      <a:pt x="114" y="64"/>
                    </a:lnTo>
                    <a:lnTo>
                      <a:pt x="114" y="67"/>
                    </a:lnTo>
                    <a:lnTo>
                      <a:pt x="114" y="67"/>
                    </a:lnTo>
                    <a:lnTo>
                      <a:pt x="111" y="67"/>
                    </a:lnTo>
                    <a:lnTo>
                      <a:pt x="111" y="69"/>
                    </a:lnTo>
                    <a:lnTo>
                      <a:pt x="114" y="69"/>
                    </a:lnTo>
                    <a:lnTo>
                      <a:pt x="114" y="69"/>
                    </a:lnTo>
                    <a:lnTo>
                      <a:pt x="114" y="67"/>
                    </a:lnTo>
                    <a:lnTo>
                      <a:pt x="114" y="67"/>
                    </a:lnTo>
                    <a:lnTo>
                      <a:pt x="116" y="67"/>
                    </a:lnTo>
                    <a:lnTo>
                      <a:pt x="116" y="67"/>
                    </a:lnTo>
                    <a:lnTo>
                      <a:pt x="116" y="67"/>
                    </a:lnTo>
                    <a:lnTo>
                      <a:pt x="116" y="64"/>
                    </a:lnTo>
                    <a:lnTo>
                      <a:pt x="118" y="64"/>
                    </a:lnTo>
                    <a:lnTo>
                      <a:pt x="118" y="64"/>
                    </a:lnTo>
                    <a:lnTo>
                      <a:pt x="118" y="64"/>
                    </a:lnTo>
                    <a:lnTo>
                      <a:pt x="118" y="64"/>
                    </a:lnTo>
                    <a:lnTo>
                      <a:pt x="121" y="64"/>
                    </a:lnTo>
                    <a:lnTo>
                      <a:pt x="121" y="64"/>
                    </a:lnTo>
                    <a:lnTo>
                      <a:pt x="121" y="64"/>
                    </a:lnTo>
                    <a:lnTo>
                      <a:pt x="123" y="64"/>
                    </a:lnTo>
                    <a:lnTo>
                      <a:pt x="123" y="62"/>
                    </a:lnTo>
                    <a:lnTo>
                      <a:pt x="123" y="62"/>
                    </a:lnTo>
                    <a:lnTo>
                      <a:pt x="123" y="59"/>
                    </a:lnTo>
                    <a:lnTo>
                      <a:pt x="123" y="59"/>
                    </a:lnTo>
                    <a:lnTo>
                      <a:pt x="123" y="59"/>
                    </a:lnTo>
                    <a:lnTo>
                      <a:pt x="125" y="59"/>
                    </a:lnTo>
                    <a:lnTo>
                      <a:pt x="125" y="59"/>
                    </a:lnTo>
                    <a:lnTo>
                      <a:pt x="125" y="57"/>
                    </a:lnTo>
                    <a:lnTo>
                      <a:pt x="125" y="57"/>
                    </a:lnTo>
                    <a:lnTo>
                      <a:pt x="125" y="57"/>
                    </a:lnTo>
                    <a:lnTo>
                      <a:pt x="125" y="57"/>
                    </a:lnTo>
                    <a:lnTo>
                      <a:pt x="128" y="57"/>
                    </a:lnTo>
                    <a:lnTo>
                      <a:pt x="128" y="55"/>
                    </a:lnTo>
                    <a:lnTo>
                      <a:pt x="125" y="55"/>
                    </a:lnTo>
                    <a:lnTo>
                      <a:pt x="125" y="55"/>
                    </a:lnTo>
                    <a:lnTo>
                      <a:pt x="125" y="52"/>
                    </a:lnTo>
                    <a:lnTo>
                      <a:pt x="128" y="52"/>
                    </a:lnTo>
                    <a:lnTo>
                      <a:pt x="128" y="52"/>
                    </a:lnTo>
                    <a:lnTo>
                      <a:pt x="128" y="52"/>
                    </a:lnTo>
                    <a:lnTo>
                      <a:pt x="128" y="52"/>
                    </a:lnTo>
                    <a:lnTo>
                      <a:pt x="130" y="52"/>
                    </a:lnTo>
                    <a:lnTo>
                      <a:pt x="130" y="52"/>
                    </a:lnTo>
                    <a:lnTo>
                      <a:pt x="130" y="52"/>
                    </a:lnTo>
                    <a:lnTo>
                      <a:pt x="133" y="52"/>
                    </a:lnTo>
                    <a:lnTo>
                      <a:pt x="133" y="52"/>
                    </a:lnTo>
                    <a:lnTo>
                      <a:pt x="133" y="52"/>
                    </a:lnTo>
                    <a:lnTo>
                      <a:pt x="135" y="52"/>
                    </a:lnTo>
                    <a:lnTo>
                      <a:pt x="135" y="55"/>
                    </a:lnTo>
                    <a:lnTo>
                      <a:pt x="135" y="55"/>
                    </a:lnTo>
                    <a:lnTo>
                      <a:pt x="137" y="55"/>
                    </a:lnTo>
                    <a:lnTo>
                      <a:pt x="137" y="55"/>
                    </a:lnTo>
                    <a:lnTo>
                      <a:pt x="137" y="55"/>
                    </a:lnTo>
                    <a:lnTo>
                      <a:pt x="137" y="55"/>
                    </a:lnTo>
                    <a:lnTo>
                      <a:pt x="140" y="55"/>
                    </a:lnTo>
                    <a:lnTo>
                      <a:pt x="140" y="57"/>
                    </a:lnTo>
                    <a:lnTo>
                      <a:pt x="140" y="57"/>
                    </a:lnTo>
                    <a:lnTo>
                      <a:pt x="140" y="57"/>
                    </a:lnTo>
                    <a:lnTo>
                      <a:pt x="140" y="55"/>
                    </a:lnTo>
                    <a:lnTo>
                      <a:pt x="142" y="55"/>
                    </a:lnTo>
                    <a:lnTo>
                      <a:pt x="142" y="55"/>
                    </a:lnTo>
                    <a:lnTo>
                      <a:pt x="142" y="57"/>
                    </a:lnTo>
                    <a:lnTo>
                      <a:pt x="144" y="57"/>
                    </a:lnTo>
                    <a:lnTo>
                      <a:pt x="144" y="57"/>
                    </a:lnTo>
                    <a:lnTo>
                      <a:pt x="144" y="59"/>
                    </a:lnTo>
                    <a:lnTo>
                      <a:pt x="144" y="59"/>
                    </a:lnTo>
                    <a:lnTo>
                      <a:pt x="144" y="59"/>
                    </a:lnTo>
                    <a:lnTo>
                      <a:pt x="144" y="59"/>
                    </a:lnTo>
                    <a:lnTo>
                      <a:pt x="144" y="59"/>
                    </a:lnTo>
                    <a:lnTo>
                      <a:pt x="144" y="62"/>
                    </a:lnTo>
                    <a:lnTo>
                      <a:pt x="147" y="62"/>
                    </a:lnTo>
                    <a:lnTo>
                      <a:pt x="147" y="62"/>
                    </a:lnTo>
                    <a:lnTo>
                      <a:pt x="147" y="62"/>
                    </a:lnTo>
                    <a:lnTo>
                      <a:pt x="147" y="64"/>
                    </a:lnTo>
                    <a:lnTo>
                      <a:pt x="147" y="64"/>
                    </a:lnTo>
                    <a:lnTo>
                      <a:pt x="147" y="64"/>
                    </a:lnTo>
                    <a:lnTo>
                      <a:pt x="147" y="67"/>
                    </a:lnTo>
                    <a:lnTo>
                      <a:pt x="147" y="67"/>
                    </a:lnTo>
                    <a:lnTo>
                      <a:pt x="149" y="67"/>
                    </a:lnTo>
                    <a:lnTo>
                      <a:pt x="149" y="69"/>
                    </a:lnTo>
                    <a:lnTo>
                      <a:pt x="149" y="69"/>
                    </a:lnTo>
                    <a:lnTo>
                      <a:pt x="151" y="69"/>
                    </a:lnTo>
                    <a:lnTo>
                      <a:pt x="151" y="69"/>
                    </a:lnTo>
                    <a:lnTo>
                      <a:pt x="151" y="69"/>
                    </a:lnTo>
                    <a:lnTo>
                      <a:pt x="151" y="69"/>
                    </a:lnTo>
                    <a:lnTo>
                      <a:pt x="151" y="71"/>
                    </a:lnTo>
                    <a:lnTo>
                      <a:pt x="151" y="71"/>
                    </a:lnTo>
                    <a:lnTo>
                      <a:pt x="151" y="71"/>
                    </a:lnTo>
                    <a:lnTo>
                      <a:pt x="154" y="71"/>
                    </a:lnTo>
                    <a:lnTo>
                      <a:pt x="154" y="74"/>
                    </a:lnTo>
                    <a:lnTo>
                      <a:pt x="154" y="74"/>
                    </a:lnTo>
                    <a:lnTo>
                      <a:pt x="154" y="74"/>
                    </a:lnTo>
                    <a:lnTo>
                      <a:pt x="154" y="74"/>
                    </a:lnTo>
                    <a:lnTo>
                      <a:pt x="156" y="74"/>
                    </a:lnTo>
                    <a:lnTo>
                      <a:pt x="156" y="74"/>
                    </a:lnTo>
                    <a:lnTo>
                      <a:pt x="156" y="76"/>
                    </a:lnTo>
                    <a:lnTo>
                      <a:pt x="159" y="76"/>
                    </a:lnTo>
                    <a:lnTo>
                      <a:pt x="159" y="76"/>
                    </a:lnTo>
                    <a:lnTo>
                      <a:pt x="159" y="76"/>
                    </a:lnTo>
                    <a:lnTo>
                      <a:pt x="159" y="78"/>
                    </a:lnTo>
                    <a:lnTo>
                      <a:pt x="159" y="78"/>
                    </a:lnTo>
                    <a:lnTo>
                      <a:pt x="159" y="78"/>
                    </a:lnTo>
                    <a:lnTo>
                      <a:pt x="159" y="78"/>
                    </a:lnTo>
                    <a:lnTo>
                      <a:pt x="159" y="81"/>
                    </a:lnTo>
                    <a:lnTo>
                      <a:pt x="161" y="81"/>
                    </a:lnTo>
                    <a:lnTo>
                      <a:pt x="161" y="81"/>
                    </a:lnTo>
                    <a:lnTo>
                      <a:pt x="161" y="83"/>
                    </a:lnTo>
                    <a:lnTo>
                      <a:pt x="161" y="83"/>
                    </a:lnTo>
                    <a:lnTo>
                      <a:pt x="159" y="83"/>
                    </a:lnTo>
                    <a:lnTo>
                      <a:pt x="159" y="85"/>
                    </a:lnTo>
                    <a:lnTo>
                      <a:pt x="159" y="85"/>
                    </a:lnTo>
                    <a:lnTo>
                      <a:pt x="159" y="88"/>
                    </a:lnTo>
                    <a:lnTo>
                      <a:pt x="159" y="88"/>
                    </a:lnTo>
                    <a:lnTo>
                      <a:pt x="159" y="88"/>
                    </a:lnTo>
                    <a:lnTo>
                      <a:pt x="159" y="90"/>
                    </a:lnTo>
                    <a:lnTo>
                      <a:pt x="159" y="90"/>
                    </a:lnTo>
                    <a:lnTo>
                      <a:pt x="159" y="90"/>
                    </a:lnTo>
                    <a:lnTo>
                      <a:pt x="159" y="93"/>
                    </a:lnTo>
                    <a:lnTo>
                      <a:pt x="159" y="93"/>
                    </a:lnTo>
                    <a:lnTo>
                      <a:pt x="159" y="95"/>
                    </a:lnTo>
                    <a:lnTo>
                      <a:pt x="159" y="95"/>
                    </a:lnTo>
                    <a:lnTo>
                      <a:pt x="159" y="95"/>
                    </a:lnTo>
                    <a:lnTo>
                      <a:pt x="159" y="97"/>
                    </a:lnTo>
                    <a:lnTo>
                      <a:pt x="159" y="97"/>
                    </a:lnTo>
                    <a:lnTo>
                      <a:pt x="159" y="97"/>
                    </a:lnTo>
                    <a:lnTo>
                      <a:pt x="159" y="100"/>
                    </a:lnTo>
                    <a:lnTo>
                      <a:pt x="159" y="100"/>
                    </a:lnTo>
                    <a:lnTo>
                      <a:pt x="159" y="100"/>
                    </a:lnTo>
                    <a:lnTo>
                      <a:pt x="159" y="102"/>
                    </a:lnTo>
                    <a:lnTo>
                      <a:pt x="159" y="102"/>
                    </a:lnTo>
                    <a:lnTo>
                      <a:pt x="159" y="102"/>
                    </a:lnTo>
                    <a:lnTo>
                      <a:pt x="161" y="102"/>
                    </a:lnTo>
                    <a:lnTo>
                      <a:pt x="161" y="102"/>
                    </a:lnTo>
                    <a:lnTo>
                      <a:pt x="161" y="104"/>
                    </a:lnTo>
                    <a:lnTo>
                      <a:pt x="161" y="104"/>
                    </a:lnTo>
                    <a:lnTo>
                      <a:pt x="161" y="104"/>
                    </a:lnTo>
                    <a:lnTo>
                      <a:pt x="161" y="107"/>
                    </a:lnTo>
                    <a:lnTo>
                      <a:pt x="163" y="107"/>
                    </a:lnTo>
                    <a:lnTo>
                      <a:pt x="163" y="107"/>
                    </a:lnTo>
                    <a:lnTo>
                      <a:pt x="163" y="107"/>
                    </a:lnTo>
                    <a:lnTo>
                      <a:pt x="163" y="109"/>
                    </a:lnTo>
                    <a:lnTo>
                      <a:pt x="163" y="109"/>
                    </a:lnTo>
                    <a:lnTo>
                      <a:pt x="163" y="109"/>
                    </a:lnTo>
                    <a:lnTo>
                      <a:pt x="166" y="109"/>
                    </a:lnTo>
                    <a:lnTo>
                      <a:pt x="166" y="112"/>
                    </a:lnTo>
                    <a:lnTo>
                      <a:pt x="166" y="112"/>
                    </a:lnTo>
                    <a:lnTo>
                      <a:pt x="166" y="112"/>
                    </a:lnTo>
                    <a:lnTo>
                      <a:pt x="166" y="112"/>
                    </a:lnTo>
                    <a:lnTo>
                      <a:pt x="168" y="112"/>
                    </a:lnTo>
                    <a:lnTo>
                      <a:pt x="168" y="114"/>
                    </a:lnTo>
                    <a:lnTo>
                      <a:pt x="168" y="114"/>
                    </a:lnTo>
                    <a:lnTo>
                      <a:pt x="170" y="114"/>
                    </a:lnTo>
                    <a:lnTo>
                      <a:pt x="170" y="114"/>
                    </a:lnTo>
                    <a:lnTo>
                      <a:pt x="170" y="114"/>
                    </a:lnTo>
                    <a:lnTo>
                      <a:pt x="173" y="114"/>
                    </a:lnTo>
                    <a:lnTo>
                      <a:pt x="173" y="114"/>
                    </a:lnTo>
                    <a:lnTo>
                      <a:pt x="173" y="116"/>
                    </a:lnTo>
                    <a:lnTo>
                      <a:pt x="173" y="116"/>
                    </a:lnTo>
                    <a:lnTo>
                      <a:pt x="173" y="119"/>
                    </a:lnTo>
                    <a:lnTo>
                      <a:pt x="173" y="119"/>
                    </a:lnTo>
                    <a:lnTo>
                      <a:pt x="173" y="119"/>
                    </a:lnTo>
                    <a:lnTo>
                      <a:pt x="173" y="119"/>
                    </a:lnTo>
                    <a:lnTo>
                      <a:pt x="173" y="121"/>
                    </a:lnTo>
                    <a:lnTo>
                      <a:pt x="173" y="121"/>
                    </a:lnTo>
                    <a:lnTo>
                      <a:pt x="175" y="121"/>
                    </a:lnTo>
                    <a:lnTo>
                      <a:pt x="175" y="121"/>
                    </a:lnTo>
                    <a:lnTo>
                      <a:pt x="177" y="121"/>
                    </a:lnTo>
                    <a:lnTo>
                      <a:pt x="177" y="121"/>
                    </a:lnTo>
                    <a:lnTo>
                      <a:pt x="177" y="121"/>
                    </a:lnTo>
                    <a:lnTo>
                      <a:pt x="177" y="123"/>
                    </a:lnTo>
                    <a:lnTo>
                      <a:pt x="177" y="123"/>
                    </a:lnTo>
                    <a:lnTo>
                      <a:pt x="177" y="126"/>
                    </a:lnTo>
                    <a:lnTo>
                      <a:pt x="177" y="126"/>
                    </a:lnTo>
                    <a:lnTo>
                      <a:pt x="177" y="128"/>
                    </a:lnTo>
                    <a:lnTo>
                      <a:pt x="177" y="128"/>
                    </a:lnTo>
                    <a:lnTo>
                      <a:pt x="177" y="128"/>
                    </a:lnTo>
                    <a:lnTo>
                      <a:pt x="177" y="128"/>
                    </a:lnTo>
                    <a:lnTo>
                      <a:pt x="177" y="131"/>
                    </a:lnTo>
                    <a:lnTo>
                      <a:pt x="175" y="131"/>
                    </a:lnTo>
                    <a:lnTo>
                      <a:pt x="175" y="131"/>
                    </a:lnTo>
                    <a:lnTo>
                      <a:pt x="173" y="131"/>
                    </a:lnTo>
                    <a:lnTo>
                      <a:pt x="173" y="131"/>
                    </a:lnTo>
                    <a:lnTo>
                      <a:pt x="175" y="131"/>
                    </a:lnTo>
                    <a:lnTo>
                      <a:pt x="175" y="131"/>
                    </a:lnTo>
                    <a:lnTo>
                      <a:pt x="177" y="131"/>
                    </a:lnTo>
                    <a:lnTo>
                      <a:pt x="177" y="133"/>
                    </a:lnTo>
                    <a:lnTo>
                      <a:pt x="177" y="133"/>
                    </a:lnTo>
                    <a:lnTo>
                      <a:pt x="175" y="133"/>
                    </a:lnTo>
                    <a:lnTo>
                      <a:pt x="175" y="135"/>
                    </a:lnTo>
                    <a:lnTo>
                      <a:pt x="175" y="135"/>
                    </a:lnTo>
                    <a:lnTo>
                      <a:pt x="175" y="135"/>
                    </a:lnTo>
                    <a:lnTo>
                      <a:pt x="173" y="135"/>
                    </a:lnTo>
                    <a:lnTo>
                      <a:pt x="173" y="138"/>
                    </a:lnTo>
                    <a:lnTo>
                      <a:pt x="173" y="138"/>
                    </a:lnTo>
                    <a:lnTo>
                      <a:pt x="175" y="138"/>
                    </a:lnTo>
                    <a:lnTo>
                      <a:pt x="175" y="138"/>
                    </a:lnTo>
                    <a:lnTo>
                      <a:pt x="175" y="140"/>
                    </a:lnTo>
                    <a:lnTo>
                      <a:pt x="177" y="140"/>
                    </a:lnTo>
                    <a:lnTo>
                      <a:pt x="177" y="140"/>
                    </a:lnTo>
                    <a:lnTo>
                      <a:pt x="177" y="140"/>
                    </a:lnTo>
                    <a:lnTo>
                      <a:pt x="177" y="140"/>
                    </a:lnTo>
                    <a:lnTo>
                      <a:pt x="177" y="140"/>
                    </a:lnTo>
                    <a:lnTo>
                      <a:pt x="177" y="142"/>
                    </a:lnTo>
                    <a:lnTo>
                      <a:pt x="177" y="142"/>
                    </a:lnTo>
                    <a:lnTo>
                      <a:pt x="175" y="142"/>
                    </a:lnTo>
                    <a:lnTo>
                      <a:pt x="175" y="145"/>
                    </a:lnTo>
                    <a:lnTo>
                      <a:pt x="175" y="145"/>
                    </a:lnTo>
                    <a:lnTo>
                      <a:pt x="175" y="145"/>
                    </a:lnTo>
                    <a:lnTo>
                      <a:pt x="175" y="147"/>
                    </a:lnTo>
                    <a:lnTo>
                      <a:pt x="175" y="147"/>
                    </a:lnTo>
                    <a:lnTo>
                      <a:pt x="175" y="147"/>
                    </a:lnTo>
                    <a:lnTo>
                      <a:pt x="175" y="149"/>
                    </a:lnTo>
                    <a:lnTo>
                      <a:pt x="175" y="149"/>
                    </a:lnTo>
                    <a:lnTo>
                      <a:pt x="175" y="149"/>
                    </a:lnTo>
                    <a:lnTo>
                      <a:pt x="175" y="152"/>
                    </a:lnTo>
                    <a:lnTo>
                      <a:pt x="175" y="152"/>
                    </a:lnTo>
                    <a:lnTo>
                      <a:pt x="175" y="152"/>
                    </a:lnTo>
                    <a:lnTo>
                      <a:pt x="175" y="154"/>
                    </a:lnTo>
                    <a:lnTo>
                      <a:pt x="173" y="154"/>
                    </a:lnTo>
                    <a:lnTo>
                      <a:pt x="173" y="154"/>
                    </a:lnTo>
                    <a:lnTo>
                      <a:pt x="173" y="154"/>
                    </a:lnTo>
                    <a:lnTo>
                      <a:pt x="173" y="154"/>
                    </a:lnTo>
                    <a:lnTo>
                      <a:pt x="173" y="157"/>
                    </a:lnTo>
                    <a:lnTo>
                      <a:pt x="170" y="157"/>
                    </a:lnTo>
                    <a:lnTo>
                      <a:pt x="170" y="157"/>
                    </a:lnTo>
                    <a:lnTo>
                      <a:pt x="170" y="157"/>
                    </a:lnTo>
                    <a:lnTo>
                      <a:pt x="170" y="157"/>
                    </a:lnTo>
                    <a:lnTo>
                      <a:pt x="168" y="157"/>
                    </a:lnTo>
                    <a:lnTo>
                      <a:pt x="168" y="157"/>
                    </a:lnTo>
                    <a:lnTo>
                      <a:pt x="168" y="159"/>
                    </a:lnTo>
                    <a:lnTo>
                      <a:pt x="168" y="159"/>
                    </a:lnTo>
                    <a:lnTo>
                      <a:pt x="166" y="159"/>
                    </a:lnTo>
                    <a:lnTo>
                      <a:pt x="166" y="159"/>
                    </a:lnTo>
                    <a:lnTo>
                      <a:pt x="166" y="159"/>
                    </a:lnTo>
                    <a:lnTo>
                      <a:pt x="166" y="159"/>
                    </a:lnTo>
                    <a:lnTo>
                      <a:pt x="166" y="159"/>
                    </a:lnTo>
                    <a:lnTo>
                      <a:pt x="163" y="159"/>
                    </a:lnTo>
                    <a:lnTo>
                      <a:pt x="163" y="159"/>
                    </a:lnTo>
                    <a:lnTo>
                      <a:pt x="163" y="157"/>
                    </a:lnTo>
                    <a:lnTo>
                      <a:pt x="163" y="157"/>
                    </a:lnTo>
                    <a:lnTo>
                      <a:pt x="163" y="157"/>
                    </a:lnTo>
                    <a:lnTo>
                      <a:pt x="161" y="157"/>
                    </a:lnTo>
                    <a:lnTo>
                      <a:pt x="161" y="154"/>
                    </a:lnTo>
                    <a:lnTo>
                      <a:pt x="161" y="154"/>
                    </a:lnTo>
                    <a:lnTo>
                      <a:pt x="161" y="154"/>
                    </a:lnTo>
                    <a:lnTo>
                      <a:pt x="159" y="154"/>
                    </a:lnTo>
                    <a:lnTo>
                      <a:pt x="159" y="154"/>
                    </a:lnTo>
                    <a:lnTo>
                      <a:pt x="159" y="154"/>
                    </a:lnTo>
                    <a:lnTo>
                      <a:pt x="156" y="154"/>
                    </a:lnTo>
                    <a:lnTo>
                      <a:pt x="156" y="154"/>
                    </a:lnTo>
                    <a:lnTo>
                      <a:pt x="156" y="157"/>
                    </a:lnTo>
                    <a:lnTo>
                      <a:pt x="154" y="157"/>
                    </a:lnTo>
                    <a:lnTo>
                      <a:pt x="154" y="157"/>
                    </a:lnTo>
                    <a:lnTo>
                      <a:pt x="154" y="157"/>
                    </a:lnTo>
                    <a:lnTo>
                      <a:pt x="154" y="157"/>
                    </a:lnTo>
                    <a:lnTo>
                      <a:pt x="154" y="157"/>
                    </a:lnTo>
                    <a:lnTo>
                      <a:pt x="154" y="157"/>
                    </a:lnTo>
                    <a:lnTo>
                      <a:pt x="151" y="157"/>
                    </a:lnTo>
                    <a:lnTo>
                      <a:pt x="151" y="157"/>
                    </a:lnTo>
                    <a:lnTo>
                      <a:pt x="151" y="157"/>
                    </a:lnTo>
                    <a:lnTo>
                      <a:pt x="151" y="157"/>
                    </a:lnTo>
                    <a:lnTo>
                      <a:pt x="149" y="157"/>
                    </a:lnTo>
                    <a:lnTo>
                      <a:pt x="149" y="157"/>
                    </a:lnTo>
                    <a:lnTo>
                      <a:pt x="147" y="157"/>
                    </a:lnTo>
                    <a:lnTo>
                      <a:pt x="147" y="157"/>
                    </a:lnTo>
                    <a:lnTo>
                      <a:pt x="147" y="157"/>
                    </a:lnTo>
                    <a:lnTo>
                      <a:pt x="144" y="157"/>
                    </a:lnTo>
                    <a:lnTo>
                      <a:pt x="144" y="157"/>
                    </a:lnTo>
                    <a:lnTo>
                      <a:pt x="144" y="157"/>
                    </a:lnTo>
                    <a:lnTo>
                      <a:pt x="144" y="157"/>
                    </a:lnTo>
                    <a:lnTo>
                      <a:pt x="142" y="157"/>
                    </a:lnTo>
                    <a:lnTo>
                      <a:pt x="142" y="157"/>
                    </a:lnTo>
                    <a:lnTo>
                      <a:pt x="140" y="157"/>
                    </a:lnTo>
                    <a:lnTo>
                      <a:pt x="140" y="157"/>
                    </a:lnTo>
                    <a:lnTo>
                      <a:pt x="140" y="157"/>
                    </a:lnTo>
                    <a:lnTo>
                      <a:pt x="140" y="157"/>
                    </a:lnTo>
                    <a:lnTo>
                      <a:pt x="137" y="157"/>
                    </a:lnTo>
                    <a:lnTo>
                      <a:pt x="137" y="157"/>
                    </a:lnTo>
                    <a:lnTo>
                      <a:pt x="137" y="157"/>
                    </a:lnTo>
                    <a:lnTo>
                      <a:pt x="137" y="154"/>
                    </a:lnTo>
                    <a:lnTo>
                      <a:pt x="135" y="154"/>
                    </a:lnTo>
                    <a:lnTo>
                      <a:pt x="135" y="154"/>
                    </a:lnTo>
                    <a:lnTo>
                      <a:pt x="133" y="154"/>
                    </a:lnTo>
                    <a:lnTo>
                      <a:pt x="133" y="154"/>
                    </a:lnTo>
                    <a:lnTo>
                      <a:pt x="133" y="154"/>
                    </a:lnTo>
                    <a:lnTo>
                      <a:pt x="133" y="157"/>
                    </a:lnTo>
                    <a:lnTo>
                      <a:pt x="130" y="157"/>
                    </a:lnTo>
                    <a:lnTo>
                      <a:pt x="130" y="157"/>
                    </a:lnTo>
                    <a:lnTo>
                      <a:pt x="128" y="157"/>
                    </a:lnTo>
                    <a:lnTo>
                      <a:pt x="128" y="157"/>
                    </a:lnTo>
                    <a:lnTo>
                      <a:pt x="128" y="157"/>
                    </a:lnTo>
                    <a:lnTo>
                      <a:pt x="128" y="157"/>
                    </a:lnTo>
                    <a:lnTo>
                      <a:pt x="125" y="157"/>
                    </a:lnTo>
                    <a:lnTo>
                      <a:pt x="125" y="157"/>
                    </a:lnTo>
                    <a:lnTo>
                      <a:pt x="125" y="157"/>
                    </a:lnTo>
                    <a:lnTo>
                      <a:pt x="123" y="157"/>
                    </a:lnTo>
                    <a:lnTo>
                      <a:pt x="123" y="159"/>
                    </a:lnTo>
                    <a:lnTo>
                      <a:pt x="123" y="159"/>
                    </a:lnTo>
                    <a:lnTo>
                      <a:pt x="121" y="159"/>
                    </a:lnTo>
                    <a:lnTo>
                      <a:pt x="121" y="159"/>
                    </a:lnTo>
                    <a:lnTo>
                      <a:pt x="121" y="159"/>
                    </a:lnTo>
                    <a:lnTo>
                      <a:pt x="121" y="159"/>
                    </a:lnTo>
                    <a:lnTo>
                      <a:pt x="121" y="159"/>
                    </a:lnTo>
                    <a:lnTo>
                      <a:pt x="121" y="161"/>
                    </a:lnTo>
                    <a:lnTo>
                      <a:pt x="121" y="161"/>
                    </a:lnTo>
                    <a:lnTo>
                      <a:pt x="118" y="161"/>
                    </a:lnTo>
                    <a:lnTo>
                      <a:pt x="118" y="164"/>
                    </a:lnTo>
                    <a:lnTo>
                      <a:pt x="118" y="164"/>
                    </a:lnTo>
                    <a:lnTo>
                      <a:pt x="118" y="166"/>
                    </a:lnTo>
                    <a:lnTo>
                      <a:pt x="118" y="166"/>
                    </a:lnTo>
                    <a:lnTo>
                      <a:pt x="118" y="166"/>
                    </a:lnTo>
                    <a:lnTo>
                      <a:pt x="118" y="166"/>
                    </a:lnTo>
                    <a:lnTo>
                      <a:pt x="116" y="166"/>
                    </a:lnTo>
                    <a:lnTo>
                      <a:pt x="116" y="168"/>
                    </a:lnTo>
                    <a:lnTo>
                      <a:pt x="116" y="168"/>
                    </a:lnTo>
                    <a:lnTo>
                      <a:pt x="116" y="168"/>
                    </a:lnTo>
                    <a:lnTo>
                      <a:pt x="116" y="168"/>
                    </a:lnTo>
                    <a:lnTo>
                      <a:pt x="116" y="171"/>
                    </a:lnTo>
                    <a:lnTo>
                      <a:pt x="114" y="171"/>
                    </a:lnTo>
                    <a:lnTo>
                      <a:pt x="114" y="171"/>
                    </a:lnTo>
                    <a:lnTo>
                      <a:pt x="114" y="171"/>
                    </a:lnTo>
                    <a:lnTo>
                      <a:pt x="114" y="173"/>
                    </a:lnTo>
                    <a:lnTo>
                      <a:pt x="114" y="173"/>
                    </a:lnTo>
                    <a:lnTo>
                      <a:pt x="111" y="173"/>
                    </a:lnTo>
                    <a:lnTo>
                      <a:pt x="111" y="173"/>
                    </a:lnTo>
                    <a:lnTo>
                      <a:pt x="111" y="176"/>
                    </a:lnTo>
                    <a:lnTo>
                      <a:pt x="111" y="176"/>
                    </a:lnTo>
                    <a:lnTo>
                      <a:pt x="111" y="176"/>
                    </a:lnTo>
                    <a:lnTo>
                      <a:pt x="111" y="176"/>
                    </a:lnTo>
                    <a:lnTo>
                      <a:pt x="109" y="176"/>
                    </a:lnTo>
                    <a:lnTo>
                      <a:pt x="109" y="178"/>
                    </a:lnTo>
                    <a:lnTo>
                      <a:pt x="109" y="178"/>
                    </a:lnTo>
                    <a:lnTo>
                      <a:pt x="109" y="176"/>
                    </a:lnTo>
                    <a:lnTo>
                      <a:pt x="106" y="176"/>
                    </a:lnTo>
                    <a:lnTo>
                      <a:pt x="106" y="178"/>
                    </a:lnTo>
                    <a:lnTo>
                      <a:pt x="106" y="178"/>
                    </a:lnTo>
                    <a:lnTo>
                      <a:pt x="106" y="178"/>
                    </a:lnTo>
                    <a:lnTo>
                      <a:pt x="106" y="178"/>
                    </a:lnTo>
                    <a:lnTo>
                      <a:pt x="106" y="178"/>
                    </a:lnTo>
                    <a:lnTo>
                      <a:pt x="106" y="180"/>
                    </a:lnTo>
                    <a:lnTo>
                      <a:pt x="106" y="180"/>
                    </a:lnTo>
                    <a:lnTo>
                      <a:pt x="106" y="183"/>
                    </a:lnTo>
                    <a:lnTo>
                      <a:pt x="106" y="183"/>
                    </a:lnTo>
                    <a:lnTo>
                      <a:pt x="106" y="185"/>
                    </a:lnTo>
                    <a:lnTo>
                      <a:pt x="106" y="185"/>
                    </a:lnTo>
                    <a:lnTo>
                      <a:pt x="106" y="187"/>
                    </a:lnTo>
                    <a:lnTo>
                      <a:pt x="109" y="187"/>
                    </a:lnTo>
                    <a:lnTo>
                      <a:pt x="109" y="187"/>
                    </a:lnTo>
                    <a:lnTo>
                      <a:pt x="109" y="187"/>
                    </a:lnTo>
                    <a:lnTo>
                      <a:pt x="109" y="187"/>
                    </a:lnTo>
                    <a:lnTo>
                      <a:pt x="109" y="190"/>
                    </a:lnTo>
                    <a:lnTo>
                      <a:pt x="111" y="190"/>
                    </a:lnTo>
                    <a:lnTo>
                      <a:pt x="111" y="190"/>
                    </a:lnTo>
                    <a:lnTo>
                      <a:pt x="111" y="192"/>
                    </a:lnTo>
                    <a:lnTo>
                      <a:pt x="111" y="192"/>
                    </a:lnTo>
                    <a:lnTo>
                      <a:pt x="111" y="194"/>
                    </a:lnTo>
                    <a:lnTo>
                      <a:pt x="111" y="194"/>
                    </a:lnTo>
                    <a:lnTo>
                      <a:pt x="111" y="194"/>
                    </a:lnTo>
                    <a:lnTo>
                      <a:pt x="111" y="197"/>
                    </a:lnTo>
                    <a:lnTo>
                      <a:pt x="111" y="197"/>
                    </a:lnTo>
                    <a:lnTo>
                      <a:pt x="111" y="197"/>
                    </a:lnTo>
                    <a:lnTo>
                      <a:pt x="111" y="199"/>
                    </a:lnTo>
                    <a:lnTo>
                      <a:pt x="111" y="199"/>
                    </a:lnTo>
                    <a:lnTo>
                      <a:pt x="111" y="199"/>
                    </a:lnTo>
                    <a:lnTo>
                      <a:pt x="111" y="199"/>
                    </a:lnTo>
                    <a:lnTo>
                      <a:pt x="111" y="199"/>
                    </a:lnTo>
                    <a:lnTo>
                      <a:pt x="114" y="199"/>
                    </a:lnTo>
                    <a:lnTo>
                      <a:pt x="114" y="202"/>
                    </a:lnTo>
                    <a:lnTo>
                      <a:pt x="114" y="202"/>
                    </a:lnTo>
                    <a:lnTo>
                      <a:pt x="114" y="202"/>
                    </a:lnTo>
                    <a:lnTo>
                      <a:pt x="114" y="202"/>
                    </a:lnTo>
                    <a:lnTo>
                      <a:pt x="114" y="204"/>
                    </a:lnTo>
                    <a:lnTo>
                      <a:pt x="116" y="204"/>
                    </a:lnTo>
                    <a:lnTo>
                      <a:pt x="116" y="204"/>
                    </a:lnTo>
                    <a:lnTo>
                      <a:pt x="116" y="204"/>
                    </a:lnTo>
                    <a:lnTo>
                      <a:pt x="116" y="206"/>
                    </a:lnTo>
                    <a:lnTo>
                      <a:pt x="116" y="206"/>
                    </a:lnTo>
                    <a:lnTo>
                      <a:pt x="116" y="206"/>
                    </a:lnTo>
                    <a:lnTo>
                      <a:pt x="116" y="209"/>
                    </a:lnTo>
                    <a:lnTo>
                      <a:pt x="116" y="209"/>
                    </a:lnTo>
                    <a:lnTo>
                      <a:pt x="116" y="209"/>
                    </a:lnTo>
                    <a:lnTo>
                      <a:pt x="114" y="209"/>
                    </a:lnTo>
                    <a:lnTo>
                      <a:pt x="114" y="211"/>
                    </a:lnTo>
                    <a:lnTo>
                      <a:pt x="114" y="211"/>
                    </a:lnTo>
                    <a:lnTo>
                      <a:pt x="114" y="213"/>
                    </a:lnTo>
                    <a:lnTo>
                      <a:pt x="116" y="213"/>
                    </a:lnTo>
                    <a:lnTo>
                      <a:pt x="116" y="213"/>
                    </a:lnTo>
                    <a:lnTo>
                      <a:pt x="116" y="213"/>
                    </a:lnTo>
                    <a:lnTo>
                      <a:pt x="116" y="216"/>
                    </a:lnTo>
                    <a:lnTo>
                      <a:pt x="116" y="216"/>
                    </a:lnTo>
                    <a:lnTo>
                      <a:pt x="116" y="218"/>
                    </a:lnTo>
                    <a:lnTo>
                      <a:pt x="116" y="218"/>
                    </a:lnTo>
                    <a:lnTo>
                      <a:pt x="118" y="218"/>
                    </a:lnTo>
                    <a:lnTo>
                      <a:pt x="118" y="218"/>
                    </a:lnTo>
                    <a:lnTo>
                      <a:pt x="118" y="22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41"/>
              <p:cNvSpPr>
                <a:spLocks/>
              </p:cNvSpPr>
              <p:nvPr/>
            </p:nvSpPr>
            <p:spPr bwMode="auto">
              <a:xfrm>
                <a:off x="1595" y="1808"/>
                <a:ext cx="145" cy="125"/>
              </a:xfrm>
              <a:custGeom>
                <a:avLst/>
                <a:gdLst/>
                <a:ahLst/>
                <a:cxnLst>
                  <a:cxn ang="0">
                    <a:pos x="140" y="9"/>
                  </a:cxn>
                  <a:cxn ang="0">
                    <a:pos x="135" y="16"/>
                  </a:cxn>
                  <a:cxn ang="0">
                    <a:pos x="128" y="19"/>
                  </a:cxn>
                  <a:cxn ang="0">
                    <a:pos x="121" y="23"/>
                  </a:cxn>
                  <a:cxn ang="0">
                    <a:pos x="121" y="30"/>
                  </a:cxn>
                  <a:cxn ang="0">
                    <a:pos x="124" y="42"/>
                  </a:cxn>
                  <a:cxn ang="0">
                    <a:pos x="121" y="49"/>
                  </a:cxn>
                  <a:cxn ang="0">
                    <a:pos x="121" y="59"/>
                  </a:cxn>
                  <a:cxn ang="0">
                    <a:pos x="119" y="68"/>
                  </a:cxn>
                  <a:cxn ang="0">
                    <a:pos x="114" y="73"/>
                  </a:cxn>
                  <a:cxn ang="0">
                    <a:pos x="107" y="78"/>
                  </a:cxn>
                  <a:cxn ang="0">
                    <a:pos x="100" y="80"/>
                  </a:cxn>
                  <a:cxn ang="0">
                    <a:pos x="93" y="85"/>
                  </a:cxn>
                  <a:cxn ang="0">
                    <a:pos x="86" y="90"/>
                  </a:cxn>
                  <a:cxn ang="0">
                    <a:pos x="81" y="92"/>
                  </a:cxn>
                  <a:cxn ang="0">
                    <a:pos x="74" y="97"/>
                  </a:cxn>
                  <a:cxn ang="0">
                    <a:pos x="67" y="101"/>
                  </a:cxn>
                  <a:cxn ang="0">
                    <a:pos x="60" y="104"/>
                  </a:cxn>
                  <a:cxn ang="0">
                    <a:pos x="53" y="109"/>
                  </a:cxn>
                  <a:cxn ang="0">
                    <a:pos x="48" y="111"/>
                  </a:cxn>
                  <a:cxn ang="0">
                    <a:pos x="41" y="116"/>
                  </a:cxn>
                  <a:cxn ang="0">
                    <a:pos x="34" y="120"/>
                  </a:cxn>
                  <a:cxn ang="0">
                    <a:pos x="29" y="125"/>
                  </a:cxn>
                  <a:cxn ang="0">
                    <a:pos x="19" y="125"/>
                  </a:cxn>
                  <a:cxn ang="0">
                    <a:pos x="12" y="120"/>
                  </a:cxn>
                  <a:cxn ang="0">
                    <a:pos x="8" y="118"/>
                  </a:cxn>
                  <a:cxn ang="0">
                    <a:pos x="5" y="111"/>
                  </a:cxn>
                  <a:cxn ang="0">
                    <a:pos x="5" y="104"/>
                  </a:cxn>
                  <a:cxn ang="0">
                    <a:pos x="8" y="94"/>
                  </a:cxn>
                  <a:cxn ang="0">
                    <a:pos x="8" y="90"/>
                  </a:cxn>
                  <a:cxn ang="0">
                    <a:pos x="15" y="87"/>
                  </a:cxn>
                  <a:cxn ang="0">
                    <a:pos x="19" y="83"/>
                  </a:cxn>
                  <a:cxn ang="0">
                    <a:pos x="19" y="75"/>
                  </a:cxn>
                  <a:cxn ang="0">
                    <a:pos x="17" y="71"/>
                  </a:cxn>
                  <a:cxn ang="0">
                    <a:pos x="12" y="68"/>
                  </a:cxn>
                  <a:cxn ang="0">
                    <a:pos x="5" y="64"/>
                  </a:cxn>
                  <a:cxn ang="0">
                    <a:pos x="5" y="54"/>
                  </a:cxn>
                  <a:cxn ang="0">
                    <a:pos x="3" y="45"/>
                  </a:cxn>
                  <a:cxn ang="0">
                    <a:pos x="5" y="40"/>
                  </a:cxn>
                  <a:cxn ang="0">
                    <a:pos x="8" y="35"/>
                  </a:cxn>
                  <a:cxn ang="0">
                    <a:pos x="12" y="33"/>
                  </a:cxn>
                  <a:cxn ang="0">
                    <a:pos x="17" y="28"/>
                  </a:cxn>
                  <a:cxn ang="0">
                    <a:pos x="22" y="26"/>
                  </a:cxn>
                  <a:cxn ang="0">
                    <a:pos x="19" y="19"/>
                  </a:cxn>
                  <a:cxn ang="0">
                    <a:pos x="24" y="11"/>
                  </a:cxn>
                  <a:cxn ang="0">
                    <a:pos x="29" y="16"/>
                  </a:cxn>
                  <a:cxn ang="0">
                    <a:pos x="38" y="16"/>
                  </a:cxn>
                  <a:cxn ang="0">
                    <a:pos x="45" y="14"/>
                  </a:cxn>
                  <a:cxn ang="0">
                    <a:pos x="53" y="11"/>
                  </a:cxn>
                  <a:cxn ang="0">
                    <a:pos x="60" y="11"/>
                  </a:cxn>
                  <a:cxn ang="0">
                    <a:pos x="67" y="14"/>
                  </a:cxn>
                  <a:cxn ang="0">
                    <a:pos x="74" y="16"/>
                  </a:cxn>
                  <a:cxn ang="0">
                    <a:pos x="83" y="14"/>
                  </a:cxn>
                  <a:cxn ang="0">
                    <a:pos x="93" y="11"/>
                  </a:cxn>
                  <a:cxn ang="0">
                    <a:pos x="100" y="9"/>
                  </a:cxn>
                  <a:cxn ang="0">
                    <a:pos x="107" y="7"/>
                  </a:cxn>
                  <a:cxn ang="0">
                    <a:pos x="114" y="4"/>
                  </a:cxn>
                  <a:cxn ang="0">
                    <a:pos x="124" y="4"/>
                  </a:cxn>
                  <a:cxn ang="0">
                    <a:pos x="133" y="4"/>
                  </a:cxn>
                  <a:cxn ang="0">
                    <a:pos x="140" y="2"/>
                  </a:cxn>
                  <a:cxn ang="0">
                    <a:pos x="145" y="4"/>
                  </a:cxn>
                </a:cxnLst>
                <a:rect l="0" t="0" r="r" b="b"/>
                <a:pathLst>
                  <a:path w="145" h="125">
                    <a:moveTo>
                      <a:pt x="145" y="4"/>
                    </a:moveTo>
                    <a:lnTo>
                      <a:pt x="145" y="4"/>
                    </a:lnTo>
                    <a:lnTo>
                      <a:pt x="145" y="7"/>
                    </a:lnTo>
                    <a:lnTo>
                      <a:pt x="145" y="7"/>
                    </a:lnTo>
                    <a:lnTo>
                      <a:pt x="145" y="7"/>
                    </a:lnTo>
                    <a:lnTo>
                      <a:pt x="142" y="7"/>
                    </a:lnTo>
                    <a:lnTo>
                      <a:pt x="142" y="9"/>
                    </a:lnTo>
                    <a:lnTo>
                      <a:pt x="142" y="9"/>
                    </a:lnTo>
                    <a:lnTo>
                      <a:pt x="140" y="9"/>
                    </a:lnTo>
                    <a:lnTo>
                      <a:pt x="140" y="9"/>
                    </a:lnTo>
                    <a:lnTo>
                      <a:pt x="140" y="9"/>
                    </a:lnTo>
                    <a:lnTo>
                      <a:pt x="140" y="11"/>
                    </a:lnTo>
                    <a:lnTo>
                      <a:pt x="140" y="11"/>
                    </a:lnTo>
                    <a:lnTo>
                      <a:pt x="140" y="11"/>
                    </a:lnTo>
                    <a:lnTo>
                      <a:pt x="138" y="11"/>
                    </a:lnTo>
                    <a:lnTo>
                      <a:pt x="138" y="11"/>
                    </a:lnTo>
                    <a:lnTo>
                      <a:pt x="138" y="11"/>
                    </a:lnTo>
                    <a:lnTo>
                      <a:pt x="138" y="14"/>
                    </a:lnTo>
                    <a:lnTo>
                      <a:pt x="135" y="14"/>
                    </a:lnTo>
                    <a:lnTo>
                      <a:pt x="135" y="14"/>
                    </a:lnTo>
                    <a:lnTo>
                      <a:pt x="135" y="14"/>
                    </a:lnTo>
                    <a:lnTo>
                      <a:pt x="135" y="16"/>
                    </a:lnTo>
                    <a:lnTo>
                      <a:pt x="135" y="16"/>
                    </a:lnTo>
                    <a:lnTo>
                      <a:pt x="135" y="16"/>
                    </a:lnTo>
                    <a:lnTo>
                      <a:pt x="133" y="16"/>
                    </a:lnTo>
                    <a:lnTo>
                      <a:pt x="133" y="16"/>
                    </a:lnTo>
                    <a:lnTo>
                      <a:pt x="133" y="19"/>
                    </a:lnTo>
                    <a:lnTo>
                      <a:pt x="133" y="19"/>
                    </a:lnTo>
                    <a:lnTo>
                      <a:pt x="131" y="19"/>
                    </a:lnTo>
                    <a:lnTo>
                      <a:pt x="131" y="19"/>
                    </a:lnTo>
                    <a:lnTo>
                      <a:pt x="128" y="19"/>
                    </a:lnTo>
                    <a:lnTo>
                      <a:pt x="128" y="19"/>
                    </a:lnTo>
                    <a:lnTo>
                      <a:pt x="128" y="19"/>
                    </a:lnTo>
                    <a:lnTo>
                      <a:pt x="128" y="19"/>
                    </a:lnTo>
                    <a:lnTo>
                      <a:pt x="126" y="19"/>
                    </a:lnTo>
                    <a:lnTo>
                      <a:pt x="126" y="19"/>
                    </a:lnTo>
                    <a:lnTo>
                      <a:pt x="126" y="19"/>
                    </a:lnTo>
                    <a:lnTo>
                      <a:pt x="124" y="19"/>
                    </a:lnTo>
                    <a:lnTo>
                      <a:pt x="124" y="21"/>
                    </a:lnTo>
                    <a:lnTo>
                      <a:pt x="124" y="21"/>
                    </a:lnTo>
                    <a:lnTo>
                      <a:pt x="124" y="21"/>
                    </a:lnTo>
                    <a:lnTo>
                      <a:pt x="121" y="21"/>
                    </a:lnTo>
                    <a:lnTo>
                      <a:pt x="121" y="21"/>
                    </a:lnTo>
                    <a:lnTo>
                      <a:pt x="121" y="23"/>
                    </a:lnTo>
                    <a:lnTo>
                      <a:pt x="121" y="23"/>
                    </a:lnTo>
                    <a:lnTo>
                      <a:pt x="121" y="23"/>
                    </a:lnTo>
                    <a:lnTo>
                      <a:pt x="121" y="26"/>
                    </a:lnTo>
                    <a:lnTo>
                      <a:pt x="121" y="26"/>
                    </a:lnTo>
                    <a:lnTo>
                      <a:pt x="121" y="28"/>
                    </a:lnTo>
                    <a:lnTo>
                      <a:pt x="121" y="28"/>
                    </a:lnTo>
                    <a:lnTo>
                      <a:pt x="121" y="30"/>
                    </a:lnTo>
                    <a:lnTo>
                      <a:pt x="121" y="30"/>
                    </a:lnTo>
                    <a:lnTo>
                      <a:pt x="121" y="30"/>
                    </a:lnTo>
                    <a:lnTo>
                      <a:pt x="121" y="30"/>
                    </a:lnTo>
                    <a:lnTo>
                      <a:pt x="121" y="30"/>
                    </a:lnTo>
                    <a:lnTo>
                      <a:pt x="121" y="33"/>
                    </a:lnTo>
                    <a:lnTo>
                      <a:pt x="121" y="33"/>
                    </a:lnTo>
                    <a:lnTo>
                      <a:pt x="121" y="33"/>
                    </a:lnTo>
                    <a:lnTo>
                      <a:pt x="121" y="35"/>
                    </a:lnTo>
                    <a:lnTo>
                      <a:pt x="121" y="35"/>
                    </a:lnTo>
                    <a:lnTo>
                      <a:pt x="124" y="35"/>
                    </a:lnTo>
                    <a:lnTo>
                      <a:pt x="124" y="38"/>
                    </a:lnTo>
                    <a:lnTo>
                      <a:pt x="124" y="38"/>
                    </a:lnTo>
                    <a:lnTo>
                      <a:pt x="124" y="40"/>
                    </a:lnTo>
                    <a:lnTo>
                      <a:pt x="124" y="40"/>
                    </a:lnTo>
                    <a:lnTo>
                      <a:pt x="124" y="42"/>
                    </a:lnTo>
                    <a:lnTo>
                      <a:pt x="124" y="42"/>
                    </a:lnTo>
                    <a:lnTo>
                      <a:pt x="124" y="42"/>
                    </a:lnTo>
                    <a:lnTo>
                      <a:pt x="121" y="42"/>
                    </a:lnTo>
                    <a:lnTo>
                      <a:pt x="121" y="45"/>
                    </a:lnTo>
                    <a:lnTo>
                      <a:pt x="121" y="45"/>
                    </a:lnTo>
                    <a:lnTo>
                      <a:pt x="121" y="45"/>
                    </a:lnTo>
                    <a:lnTo>
                      <a:pt x="121" y="47"/>
                    </a:lnTo>
                    <a:lnTo>
                      <a:pt x="121" y="47"/>
                    </a:lnTo>
                    <a:lnTo>
                      <a:pt x="121" y="49"/>
                    </a:lnTo>
                    <a:lnTo>
                      <a:pt x="121" y="49"/>
                    </a:lnTo>
                    <a:lnTo>
                      <a:pt x="121" y="49"/>
                    </a:lnTo>
                    <a:lnTo>
                      <a:pt x="121" y="52"/>
                    </a:lnTo>
                    <a:lnTo>
                      <a:pt x="121" y="52"/>
                    </a:lnTo>
                    <a:lnTo>
                      <a:pt x="121" y="52"/>
                    </a:lnTo>
                    <a:lnTo>
                      <a:pt x="119" y="52"/>
                    </a:lnTo>
                    <a:lnTo>
                      <a:pt x="119" y="54"/>
                    </a:lnTo>
                    <a:lnTo>
                      <a:pt x="119" y="54"/>
                    </a:lnTo>
                    <a:lnTo>
                      <a:pt x="119" y="56"/>
                    </a:lnTo>
                    <a:lnTo>
                      <a:pt x="119" y="56"/>
                    </a:lnTo>
                    <a:lnTo>
                      <a:pt x="119" y="59"/>
                    </a:lnTo>
                    <a:lnTo>
                      <a:pt x="119" y="59"/>
                    </a:lnTo>
                    <a:lnTo>
                      <a:pt x="121" y="59"/>
                    </a:lnTo>
                    <a:lnTo>
                      <a:pt x="121" y="61"/>
                    </a:lnTo>
                    <a:lnTo>
                      <a:pt x="121" y="61"/>
                    </a:lnTo>
                    <a:lnTo>
                      <a:pt x="121" y="61"/>
                    </a:lnTo>
                    <a:lnTo>
                      <a:pt x="119" y="61"/>
                    </a:lnTo>
                    <a:lnTo>
                      <a:pt x="119" y="64"/>
                    </a:lnTo>
                    <a:lnTo>
                      <a:pt x="119" y="64"/>
                    </a:lnTo>
                    <a:lnTo>
                      <a:pt x="119" y="66"/>
                    </a:lnTo>
                    <a:lnTo>
                      <a:pt x="119" y="66"/>
                    </a:lnTo>
                    <a:lnTo>
                      <a:pt x="119" y="66"/>
                    </a:lnTo>
                    <a:lnTo>
                      <a:pt x="119" y="66"/>
                    </a:lnTo>
                    <a:lnTo>
                      <a:pt x="119" y="68"/>
                    </a:lnTo>
                    <a:lnTo>
                      <a:pt x="119" y="68"/>
                    </a:lnTo>
                    <a:lnTo>
                      <a:pt x="116" y="68"/>
                    </a:lnTo>
                    <a:lnTo>
                      <a:pt x="116" y="71"/>
                    </a:lnTo>
                    <a:lnTo>
                      <a:pt x="116" y="71"/>
                    </a:lnTo>
                    <a:lnTo>
                      <a:pt x="116" y="71"/>
                    </a:lnTo>
                    <a:lnTo>
                      <a:pt x="116" y="71"/>
                    </a:lnTo>
                    <a:lnTo>
                      <a:pt x="114" y="71"/>
                    </a:lnTo>
                    <a:lnTo>
                      <a:pt x="114" y="73"/>
                    </a:lnTo>
                    <a:lnTo>
                      <a:pt x="114" y="73"/>
                    </a:lnTo>
                    <a:lnTo>
                      <a:pt x="114" y="73"/>
                    </a:lnTo>
                    <a:lnTo>
                      <a:pt x="114" y="73"/>
                    </a:lnTo>
                    <a:lnTo>
                      <a:pt x="112" y="73"/>
                    </a:lnTo>
                    <a:lnTo>
                      <a:pt x="112" y="75"/>
                    </a:lnTo>
                    <a:lnTo>
                      <a:pt x="112" y="75"/>
                    </a:lnTo>
                    <a:lnTo>
                      <a:pt x="112" y="75"/>
                    </a:lnTo>
                    <a:lnTo>
                      <a:pt x="112" y="75"/>
                    </a:lnTo>
                    <a:lnTo>
                      <a:pt x="109" y="75"/>
                    </a:lnTo>
                    <a:lnTo>
                      <a:pt x="109" y="75"/>
                    </a:lnTo>
                    <a:lnTo>
                      <a:pt x="107" y="75"/>
                    </a:lnTo>
                    <a:lnTo>
                      <a:pt x="107" y="78"/>
                    </a:lnTo>
                    <a:lnTo>
                      <a:pt x="107" y="78"/>
                    </a:lnTo>
                    <a:lnTo>
                      <a:pt x="107" y="78"/>
                    </a:lnTo>
                    <a:lnTo>
                      <a:pt x="107" y="78"/>
                    </a:lnTo>
                    <a:lnTo>
                      <a:pt x="105" y="78"/>
                    </a:lnTo>
                    <a:lnTo>
                      <a:pt x="105" y="78"/>
                    </a:lnTo>
                    <a:lnTo>
                      <a:pt x="105" y="80"/>
                    </a:lnTo>
                    <a:lnTo>
                      <a:pt x="102" y="80"/>
                    </a:lnTo>
                    <a:lnTo>
                      <a:pt x="102" y="80"/>
                    </a:lnTo>
                    <a:lnTo>
                      <a:pt x="102" y="80"/>
                    </a:lnTo>
                    <a:lnTo>
                      <a:pt x="102" y="80"/>
                    </a:lnTo>
                    <a:lnTo>
                      <a:pt x="100" y="80"/>
                    </a:lnTo>
                    <a:lnTo>
                      <a:pt x="100" y="80"/>
                    </a:lnTo>
                    <a:lnTo>
                      <a:pt x="100" y="80"/>
                    </a:lnTo>
                    <a:lnTo>
                      <a:pt x="100" y="80"/>
                    </a:lnTo>
                    <a:lnTo>
                      <a:pt x="98" y="80"/>
                    </a:lnTo>
                    <a:lnTo>
                      <a:pt x="98" y="83"/>
                    </a:lnTo>
                    <a:lnTo>
                      <a:pt x="98" y="83"/>
                    </a:lnTo>
                    <a:lnTo>
                      <a:pt x="95" y="83"/>
                    </a:lnTo>
                    <a:lnTo>
                      <a:pt x="95" y="83"/>
                    </a:lnTo>
                    <a:lnTo>
                      <a:pt x="95" y="83"/>
                    </a:lnTo>
                    <a:lnTo>
                      <a:pt x="95" y="83"/>
                    </a:lnTo>
                    <a:lnTo>
                      <a:pt x="95" y="85"/>
                    </a:lnTo>
                    <a:lnTo>
                      <a:pt x="93" y="85"/>
                    </a:lnTo>
                    <a:lnTo>
                      <a:pt x="93" y="85"/>
                    </a:lnTo>
                    <a:lnTo>
                      <a:pt x="93" y="85"/>
                    </a:lnTo>
                    <a:lnTo>
                      <a:pt x="93" y="85"/>
                    </a:lnTo>
                    <a:lnTo>
                      <a:pt x="90" y="85"/>
                    </a:lnTo>
                    <a:lnTo>
                      <a:pt x="90" y="87"/>
                    </a:lnTo>
                    <a:lnTo>
                      <a:pt x="90" y="87"/>
                    </a:lnTo>
                    <a:lnTo>
                      <a:pt x="88" y="87"/>
                    </a:lnTo>
                    <a:lnTo>
                      <a:pt x="88" y="87"/>
                    </a:lnTo>
                    <a:lnTo>
                      <a:pt x="88" y="87"/>
                    </a:lnTo>
                    <a:lnTo>
                      <a:pt x="88" y="87"/>
                    </a:lnTo>
                    <a:lnTo>
                      <a:pt x="88" y="90"/>
                    </a:lnTo>
                    <a:lnTo>
                      <a:pt x="86" y="90"/>
                    </a:lnTo>
                    <a:lnTo>
                      <a:pt x="86" y="90"/>
                    </a:lnTo>
                    <a:lnTo>
                      <a:pt x="86" y="90"/>
                    </a:lnTo>
                    <a:lnTo>
                      <a:pt x="86" y="90"/>
                    </a:lnTo>
                    <a:lnTo>
                      <a:pt x="83" y="90"/>
                    </a:lnTo>
                    <a:lnTo>
                      <a:pt x="83" y="90"/>
                    </a:lnTo>
                    <a:lnTo>
                      <a:pt x="83" y="90"/>
                    </a:lnTo>
                    <a:lnTo>
                      <a:pt x="81" y="90"/>
                    </a:lnTo>
                    <a:lnTo>
                      <a:pt x="81" y="92"/>
                    </a:lnTo>
                    <a:lnTo>
                      <a:pt x="81" y="92"/>
                    </a:lnTo>
                    <a:lnTo>
                      <a:pt x="81" y="92"/>
                    </a:lnTo>
                    <a:lnTo>
                      <a:pt x="81" y="92"/>
                    </a:lnTo>
                    <a:lnTo>
                      <a:pt x="79" y="92"/>
                    </a:lnTo>
                    <a:lnTo>
                      <a:pt x="79" y="92"/>
                    </a:lnTo>
                    <a:lnTo>
                      <a:pt x="79" y="94"/>
                    </a:lnTo>
                    <a:lnTo>
                      <a:pt x="79" y="94"/>
                    </a:lnTo>
                    <a:lnTo>
                      <a:pt x="76" y="94"/>
                    </a:lnTo>
                    <a:lnTo>
                      <a:pt x="76" y="94"/>
                    </a:lnTo>
                    <a:lnTo>
                      <a:pt x="76" y="94"/>
                    </a:lnTo>
                    <a:lnTo>
                      <a:pt x="74" y="94"/>
                    </a:lnTo>
                    <a:lnTo>
                      <a:pt x="74" y="97"/>
                    </a:lnTo>
                    <a:lnTo>
                      <a:pt x="74" y="97"/>
                    </a:lnTo>
                    <a:lnTo>
                      <a:pt x="74" y="97"/>
                    </a:lnTo>
                    <a:lnTo>
                      <a:pt x="74" y="97"/>
                    </a:lnTo>
                    <a:lnTo>
                      <a:pt x="71" y="97"/>
                    </a:lnTo>
                    <a:lnTo>
                      <a:pt x="71" y="97"/>
                    </a:lnTo>
                    <a:lnTo>
                      <a:pt x="71" y="97"/>
                    </a:lnTo>
                    <a:lnTo>
                      <a:pt x="71" y="99"/>
                    </a:lnTo>
                    <a:lnTo>
                      <a:pt x="69" y="99"/>
                    </a:lnTo>
                    <a:lnTo>
                      <a:pt x="69" y="99"/>
                    </a:lnTo>
                    <a:lnTo>
                      <a:pt x="69" y="99"/>
                    </a:lnTo>
                    <a:lnTo>
                      <a:pt x="67" y="99"/>
                    </a:lnTo>
                    <a:lnTo>
                      <a:pt x="67" y="99"/>
                    </a:lnTo>
                    <a:lnTo>
                      <a:pt x="67" y="101"/>
                    </a:lnTo>
                    <a:lnTo>
                      <a:pt x="67" y="101"/>
                    </a:lnTo>
                    <a:lnTo>
                      <a:pt x="67" y="101"/>
                    </a:lnTo>
                    <a:lnTo>
                      <a:pt x="64" y="101"/>
                    </a:lnTo>
                    <a:lnTo>
                      <a:pt x="64" y="101"/>
                    </a:lnTo>
                    <a:lnTo>
                      <a:pt x="64" y="101"/>
                    </a:lnTo>
                    <a:lnTo>
                      <a:pt x="62" y="101"/>
                    </a:lnTo>
                    <a:lnTo>
                      <a:pt x="62" y="101"/>
                    </a:lnTo>
                    <a:lnTo>
                      <a:pt x="62" y="104"/>
                    </a:lnTo>
                    <a:lnTo>
                      <a:pt x="62" y="104"/>
                    </a:lnTo>
                    <a:lnTo>
                      <a:pt x="60" y="104"/>
                    </a:lnTo>
                    <a:lnTo>
                      <a:pt x="60" y="104"/>
                    </a:lnTo>
                    <a:lnTo>
                      <a:pt x="60" y="104"/>
                    </a:lnTo>
                    <a:lnTo>
                      <a:pt x="60" y="104"/>
                    </a:lnTo>
                    <a:lnTo>
                      <a:pt x="60" y="106"/>
                    </a:lnTo>
                    <a:lnTo>
                      <a:pt x="57" y="106"/>
                    </a:lnTo>
                    <a:lnTo>
                      <a:pt x="57" y="106"/>
                    </a:lnTo>
                    <a:lnTo>
                      <a:pt x="57" y="106"/>
                    </a:lnTo>
                    <a:lnTo>
                      <a:pt x="55" y="106"/>
                    </a:lnTo>
                    <a:lnTo>
                      <a:pt x="55" y="106"/>
                    </a:lnTo>
                    <a:lnTo>
                      <a:pt x="55" y="109"/>
                    </a:lnTo>
                    <a:lnTo>
                      <a:pt x="55" y="109"/>
                    </a:lnTo>
                    <a:lnTo>
                      <a:pt x="53" y="109"/>
                    </a:lnTo>
                    <a:lnTo>
                      <a:pt x="53" y="109"/>
                    </a:lnTo>
                    <a:lnTo>
                      <a:pt x="53" y="109"/>
                    </a:lnTo>
                    <a:lnTo>
                      <a:pt x="53" y="109"/>
                    </a:lnTo>
                    <a:lnTo>
                      <a:pt x="53" y="111"/>
                    </a:lnTo>
                    <a:lnTo>
                      <a:pt x="50" y="111"/>
                    </a:lnTo>
                    <a:lnTo>
                      <a:pt x="50" y="111"/>
                    </a:lnTo>
                    <a:lnTo>
                      <a:pt x="50" y="111"/>
                    </a:lnTo>
                    <a:lnTo>
                      <a:pt x="48" y="111"/>
                    </a:lnTo>
                    <a:lnTo>
                      <a:pt x="48" y="111"/>
                    </a:lnTo>
                    <a:lnTo>
                      <a:pt x="48" y="111"/>
                    </a:lnTo>
                    <a:lnTo>
                      <a:pt x="48" y="111"/>
                    </a:lnTo>
                    <a:lnTo>
                      <a:pt x="48" y="113"/>
                    </a:lnTo>
                    <a:lnTo>
                      <a:pt x="45" y="113"/>
                    </a:lnTo>
                    <a:lnTo>
                      <a:pt x="45" y="113"/>
                    </a:lnTo>
                    <a:lnTo>
                      <a:pt x="45" y="113"/>
                    </a:lnTo>
                    <a:lnTo>
                      <a:pt x="45" y="113"/>
                    </a:lnTo>
                    <a:lnTo>
                      <a:pt x="43" y="113"/>
                    </a:lnTo>
                    <a:lnTo>
                      <a:pt x="43" y="116"/>
                    </a:lnTo>
                    <a:lnTo>
                      <a:pt x="43" y="116"/>
                    </a:lnTo>
                    <a:lnTo>
                      <a:pt x="41" y="116"/>
                    </a:lnTo>
                    <a:lnTo>
                      <a:pt x="41" y="116"/>
                    </a:lnTo>
                    <a:lnTo>
                      <a:pt x="41" y="116"/>
                    </a:lnTo>
                    <a:lnTo>
                      <a:pt x="41" y="116"/>
                    </a:lnTo>
                    <a:lnTo>
                      <a:pt x="41" y="118"/>
                    </a:lnTo>
                    <a:lnTo>
                      <a:pt x="38" y="118"/>
                    </a:lnTo>
                    <a:lnTo>
                      <a:pt x="38" y="118"/>
                    </a:lnTo>
                    <a:lnTo>
                      <a:pt x="38" y="118"/>
                    </a:lnTo>
                    <a:lnTo>
                      <a:pt x="38" y="118"/>
                    </a:lnTo>
                    <a:lnTo>
                      <a:pt x="36" y="118"/>
                    </a:lnTo>
                    <a:lnTo>
                      <a:pt x="36" y="120"/>
                    </a:lnTo>
                    <a:lnTo>
                      <a:pt x="36" y="120"/>
                    </a:lnTo>
                    <a:lnTo>
                      <a:pt x="36" y="120"/>
                    </a:lnTo>
                    <a:lnTo>
                      <a:pt x="34" y="120"/>
                    </a:lnTo>
                    <a:lnTo>
                      <a:pt x="34" y="120"/>
                    </a:lnTo>
                    <a:lnTo>
                      <a:pt x="34" y="120"/>
                    </a:lnTo>
                    <a:lnTo>
                      <a:pt x="34" y="120"/>
                    </a:lnTo>
                    <a:lnTo>
                      <a:pt x="31" y="120"/>
                    </a:lnTo>
                    <a:lnTo>
                      <a:pt x="31" y="123"/>
                    </a:lnTo>
                    <a:lnTo>
                      <a:pt x="31" y="123"/>
                    </a:lnTo>
                    <a:lnTo>
                      <a:pt x="29" y="123"/>
                    </a:lnTo>
                    <a:lnTo>
                      <a:pt x="29" y="123"/>
                    </a:lnTo>
                    <a:lnTo>
                      <a:pt x="29" y="123"/>
                    </a:lnTo>
                    <a:lnTo>
                      <a:pt x="29" y="123"/>
                    </a:lnTo>
                    <a:lnTo>
                      <a:pt x="29" y="125"/>
                    </a:lnTo>
                    <a:lnTo>
                      <a:pt x="27" y="125"/>
                    </a:lnTo>
                    <a:lnTo>
                      <a:pt x="27" y="125"/>
                    </a:lnTo>
                    <a:lnTo>
                      <a:pt x="27" y="125"/>
                    </a:lnTo>
                    <a:lnTo>
                      <a:pt x="27" y="125"/>
                    </a:lnTo>
                    <a:lnTo>
                      <a:pt x="24" y="125"/>
                    </a:lnTo>
                    <a:lnTo>
                      <a:pt x="24" y="125"/>
                    </a:lnTo>
                    <a:lnTo>
                      <a:pt x="22" y="125"/>
                    </a:lnTo>
                    <a:lnTo>
                      <a:pt x="22" y="125"/>
                    </a:lnTo>
                    <a:lnTo>
                      <a:pt x="22" y="125"/>
                    </a:lnTo>
                    <a:lnTo>
                      <a:pt x="19" y="125"/>
                    </a:lnTo>
                    <a:lnTo>
                      <a:pt x="19" y="125"/>
                    </a:lnTo>
                    <a:lnTo>
                      <a:pt x="19" y="125"/>
                    </a:lnTo>
                    <a:lnTo>
                      <a:pt x="19" y="125"/>
                    </a:lnTo>
                    <a:lnTo>
                      <a:pt x="17" y="125"/>
                    </a:lnTo>
                    <a:lnTo>
                      <a:pt x="17" y="125"/>
                    </a:lnTo>
                    <a:lnTo>
                      <a:pt x="15" y="125"/>
                    </a:lnTo>
                    <a:lnTo>
                      <a:pt x="15" y="123"/>
                    </a:lnTo>
                    <a:lnTo>
                      <a:pt x="15" y="123"/>
                    </a:lnTo>
                    <a:lnTo>
                      <a:pt x="15" y="123"/>
                    </a:lnTo>
                    <a:lnTo>
                      <a:pt x="15" y="123"/>
                    </a:lnTo>
                    <a:lnTo>
                      <a:pt x="15" y="120"/>
                    </a:lnTo>
                    <a:lnTo>
                      <a:pt x="12" y="120"/>
                    </a:lnTo>
                    <a:lnTo>
                      <a:pt x="12" y="120"/>
                    </a:lnTo>
                    <a:lnTo>
                      <a:pt x="12" y="120"/>
                    </a:lnTo>
                    <a:lnTo>
                      <a:pt x="12" y="120"/>
                    </a:lnTo>
                    <a:lnTo>
                      <a:pt x="10" y="120"/>
                    </a:lnTo>
                    <a:lnTo>
                      <a:pt x="10" y="120"/>
                    </a:lnTo>
                    <a:lnTo>
                      <a:pt x="10" y="120"/>
                    </a:lnTo>
                    <a:lnTo>
                      <a:pt x="8" y="120"/>
                    </a:lnTo>
                    <a:lnTo>
                      <a:pt x="8" y="118"/>
                    </a:lnTo>
                    <a:lnTo>
                      <a:pt x="8" y="118"/>
                    </a:lnTo>
                    <a:lnTo>
                      <a:pt x="8" y="118"/>
                    </a:lnTo>
                    <a:lnTo>
                      <a:pt x="8" y="118"/>
                    </a:lnTo>
                    <a:lnTo>
                      <a:pt x="8" y="116"/>
                    </a:lnTo>
                    <a:lnTo>
                      <a:pt x="5" y="116"/>
                    </a:lnTo>
                    <a:lnTo>
                      <a:pt x="5" y="116"/>
                    </a:lnTo>
                    <a:lnTo>
                      <a:pt x="5" y="116"/>
                    </a:lnTo>
                    <a:lnTo>
                      <a:pt x="5" y="116"/>
                    </a:lnTo>
                    <a:lnTo>
                      <a:pt x="5" y="113"/>
                    </a:lnTo>
                    <a:lnTo>
                      <a:pt x="5" y="113"/>
                    </a:lnTo>
                    <a:lnTo>
                      <a:pt x="5" y="113"/>
                    </a:lnTo>
                    <a:lnTo>
                      <a:pt x="5" y="111"/>
                    </a:lnTo>
                    <a:lnTo>
                      <a:pt x="5" y="111"/>
                    </a:lnTo>
                    <a:lnTo>
                      <a:pt x="5" y="111"/>
                    </a:lnTo>
                    <a:lnTo>
                      <a:pt x="5" y="111"/>
                    </a:lnTo>
                    <a:lnTo>
                      <a:pt x="5" y="111"/>
                    </a:lnTo>
                    <a:lnTo>
                      <a:pt x="5" y="109"/>
                    </a:lnTo>
                    <a:lnTo>
                      <a:pt x="5" y="109"/>
                    </a:lnTo>
                    <a:lnTo>
                      <a:pt x="5" y="106"/>
                    </a:lnTo>
                    <a:lnTo>
                      <a:pt x="5" y="106"/>
                    </a:lnTo>
                    <a:lnTo>
                      <a:pt x="5" y="106"/>
                    </a:lnTo>
                    <a:lnTo>
                      <a:pt x="5" y="104"/>
                    </a:lnTo>
                    <a:lnTo>
                      <a:pt x="5" y="104"/>
                    </a:lnTo>
                    <a:lnTo>
                      <a:pt x="5" y="104"/>
                    </a:lnTo>
                    <a:lnTo>
                      <a:pt x="5" y="104"/>
                    </a:lnTo>
                    <a:lnTo>
                      <a:pt x="5" y="101"/>
                    </a:lnTo>
                    <a:lnTo>
                      <a:pt x="5" y="101"/>
                    </a:lnTo>
                    <a:lnTo>
                      <a:pt x="5" y="101"/>
                    </a:lnTo>
                    <a:lnTo>
                      <a:pt x="5" y="101"/>
                    </a:lnTo>
                    <a:lnTo>
                      <a:pt x="5" y="99"/>
                    </a:lnTo>
                    <a:lnTo>
                      <a:pt x="5" y="99"/>
                    </a:lnTo>
                    <a:lnTo>
                      <a:pt x="5" y="99"/>
                    </a:lnTo>
                    <a:lnTo>
                      <a:pt x="5" y="97"/>
                    </a:lnTo>
                    <a:lnTo>
                      <a:pt x="8" y="97"/>
                    </a:lnTo>
                    <a:lnTo>
                      <a:pt x="8" y="97"/>
                    </a:lnTo>
                    <a:lnTo>
                      <a:pt x="8" y="94"/>
                    </a:lnTo>
                    <a:lnTo>
                      <a:pt x="8" y="94"/>
                    </a:lnTo>
                    <a:lnTo>
                      <a:pt x="8" y="94"/>
                    </a:lnTo>
                    <a:lnTo>
                      <a:pt x="8" y="94"/>
                    </a:lnTo>
                    <a:lnTo>
                      <a:pt x="8" y="92"/>
                    </a:lnTo>
                    <a:lnTo>
                      <a:pt x="8" y="92"/>
                    </a:lnTo>
                    <a:lnTo>
                      <a:pt x="8" y="92"/>
                    </a:lnTo>
                    <a:lnTo>
                      <a:pt x="8" y="92"/>
                    </a:lnTo>
                    <a:lnTo>
                      <a:pt x="8" y="90"/>
                    </a:lnTo>
                    <a:lnTo>
                      <a:pt x="8" y="90"/>
                    </a:lnTo>
                    <a:lnTo>
                      <a:pt x="8" y="90"/>
                    </a:lnTo>
                    <a:lnTo>
                      <a:pt x="8" y="90"/>
                    </a:lnTo>
                    <a:lnTo>
                      <a:pt x="8" y="90"/>
                    </a:lnTo>
                    <a:lnTo>
                      <a:pt x="10" y="90"/>
                    </a:lnTo>
                    <a:lnTo>
                      <a:pt x="10" y="87"/>
                    </a:lnTo>
                    <a:lnTo>
                      <a:pt x="10" y="87"/>
                    </a:lnTo>
                    <a:lnTo>
                      <a:pt x="12" y="87"/>
                    </a:lnTo>
                    <a:lnTo>
                      <a:pt x="12" y="87"/>
                    </a:lnTo>
                    <a:lnTo>
                      <a:pt x="12" y="87"/>
                    </a:lnTo>
                    <a:lnTo>
                      <a:pt x="15" y="87"/>
                    </a:lnTo>
                    <a:lnTo>
                      <a:pt x="15" y="87"/>
                    </a:lnTo>
                    <a:lnTo>
                      <a:pt x="15" y="87"/>
                    </a:lnTo>
                    <a:lnTo>
                      <a:pt x="15" y="87"/>
                    </a:lnTo>
                    <a:lnTo>
                      <a:pt x="15" y="87"/>
                    </a:lnTo>
                    <a:lnTo>
                      <a:pt x="15" y="87"/>
                    </a:lnTo>
                    <a:lnTo>
                      <a:pt x="15" y="85"/>
                    </a:lnTo>
                    <a:lnTo>
                      <a:pt x="15" y="85"/>
                    </a:lnTo>
                    <a:lnTo>
                      <a:pt x="15" y="85"/>
                    </a:lnTo>
                    <a:lnTo>
                      <a:pt x="15" y="83"/>
                    </a:lnTo>
                    <a:lnTo>
                      <a:pt x="15" y="83"/>
                    </a:lnTo>
                    <a:lnTo>
                      <a:pt x="17" y="83"/>
                    </a:lnTo>
                    <a:lnTo>
                      <a:pt x="17" y="83"/>
                    </a:lnTo>
                    <a:lnTo>
                      <a:pt x="17" y="83"/>
                    </a:lnTo>
                    <a:lnTo>
                      <a:pt x="19" y="83"/>
                    </a:lnTo>
                    <a:lnTo>
                      <a:pt x="19" y="80"/>
                    </a:lnTo>
                    <a:lnTo>
                      <a:pt x="19" y="80"/>
                    </a:lnTo>
                    <a:lnTo>
                      <a:pt x="19" y="80"/>
                    </a:lnTo>
                    <a:lnTo>
                      <a:pt x="19" y="80"/>
                    </a:lnTo>
                    <a:lnTo>
                      <a:pt x="19" y="80"/>
                    </a:lnTo>
                    <a:lnTo>
                      <a:pt x="22" y="80"/>
                    </a:lnTo>
                    <a:lnTo>
                      <a:pt x="22" y="78"/>
                    </a:lnTo>
                    <a:lnTo>
                      <a:pt x="22" y="78"/>
                    </a:lnTo>
                    <a:lnTo>
                      <a:pt x="19" y="78"/>
                    </a:lnTo>
                    <a:lnTo>
                      <a:pt x="19" y="75"/>
                    </a:lnTo>
                    <a:lnTo>
                      <a:pt x="19" y="75"/>
                    </a:lnTo>
                    <a:lnTo>
                      <a:pt x="19" y="75"/>
                    </a:lnTo>
                    <a:lnTo>
                      <a:pt x="19" y="73"/>
                    </a:lnTo>
                    <a:lnTo>
                      <a:pt x="19" y="73"/>
                    </a:lnTo>
                    <a:lnTo>
                      <a:pt x="19" y="71"/>
                    </a:lnTo>
                    <a:lnTo>
                      <a:pt x="19" y="71"/>
                    </a:lnTo>
                    <a:lnTo>
                      <a:pt x="17" y="71"/>
                    </a:lnTo>
                    <a:lnTo>
                      <a:pt x="17" y="71"/>
                    </a:lnTo>
                    <a:lnTo>
                      <a:pt x="17" y="71"/>
                    </a:lnTo>
                    <a:lnTo>
                      <a:pt x="15" y="71"/>
                    </a:lnTo>
                    <a:lnTo>
                      <a:pt x="15" y="71"/>
                    </a:lnTo>
                    <a:lnTo>
                      <a:pt x="17" y="71"/>
                    </a:lnTo>
                    <a:lnTo>
                      <a:pt x="17" y="68"/>
                    </a:lnTo>
                    <a:lnTo>
                      <a:pt x="17" y="68"/>
                    </a:lnTo>
                    <a:lnTo>
                      <a:pt x="17" y="68"/>
                    </a:lnTo>
                    <a:lnTo>
                      <a:pt x="17" y="68"/>
                    </a:lnTo>
                    <a:lnTo>
                      <a:pt x="15" y="68"/>
                    </a:lnTo>
                    <a:lnTo>
                      <a:pt x="15" y="66"/>
                    </a:lnTo>
                    <a:lnTo>
                      <a:pt x="15" y="66"/>
                    </a:lnTo>
                    <a:lnTo>
                      <a:pt x="15" y="66"/>
                    </a:lnTo>
                    <a:lnTo>
                      <a:pt x="15" y="68"/>
                    </a:lnTo>
                    <a:lnTo>
                      <a:pt x="12" y="68"/>
                    </a:lnTo>
                    <a:lnTo>
                      <a:pt x="12" y="68"/>
                    </a:lnTo>
                    <a:lnTo>
                      <a:pt x="12" y="68"/>
                    </a:lnTo>
                    <a:lnTo>
                      <a:pt x="10" y="68"/>
                    </a:lnTo>
                    <a:lnTo>
                      <a:pt x="10" y="68"/>
                    </a:lnTo>
                    <a:lnTo>
                      <a:pt x="8" y="68"/>
                    </a:lnTo>
                    <a:lnTo>
                      <a:pt x="8" y="68"/>
                    </a:lnTo>
                    <a:lnTo>
                      <a:pt x="8" y="66"/>
                    </a:lnTo>
                    <a:lnTo>
                      <a:pt x="8" y="66"/>
                    </a:lnTo>
                    <a:lnTo>
                      <a:pt x="5" y="66"/>
                    </a:lnTo>
                    <a:lnTo>
                      <a:pt x="5" y="66"/>
                    </a:lnTo>
                    <a:lnTo>
                      <a:pt x="5" y="64"/>
                    </a:lnTo>
                    <a:lnTo>
                      <a:pt x="5" y="64"/>
                    </a:lnTo>
                    <a:lnTo>
                      <a:pt x="5" y="64"/>
                    </a:lnTo>
                    <a:lnTo>
                      <a:pt x="5" y="61"/>
                    </a:lnTo>
                    <a:lnTo>
                      <a:pt x="5" y="61"/>
                    </a:lnTo>
                    <a:lnTo>
                      <a:pt x="5" y="61"/>
                    </a:lnTo>
                    <a:lnTo>
                      <a:pt x="5" y="59"/>
                    </a:lnTo>
                    <a:lnTo>
                      <a:pt x="5" y="59"/>
                    </a:lnTo>
                    <a:lnTo>
                      <a:pt x="5" y="56"/>
                    </a:lnTo>
                    <a:lnTo>
                      <a:pt x="5" y="56"/>
                    </a:lnTo>
                    <a:lnTo>
                      <a:pt x="5" y="54"/>
                    </a:lnTo>
                    <a:lnTo>
                      <a:pt x="5" y="54"/>
                    </a:lnTo>
                    <a:lnTo>
                      <a:pt x="5" y="54"/>
                    </a:lnTo>
                    <a:lnTo>
                      <a:pt x="5" y="52"/>
                    </a:lnTo>
                    <a:lnTo>
                      <a:pt x="5" y="52"/>
                    </a:lnTo>
                    <a:lnTo>
                      <a:pt x="5" y="52"/>
                    </a:lnTo>
                    <a:lnTo>
                      <a:pt x="5" y="49"/>
                    </a:lnTo>
                    <a:lnTo>
                      <a:pt x="5" y="49"/>
                    </a:lnTo>
                    <a:lnTo>
                      <a:pt x="5" y="47"/>
                    </a:lnTo>
                    <a:lnTo>
                      <a:pt x="5" y="47"/>
                    </a:lnTo>
                    <a:lnTo>
                      <a:pt x="5" y="47"/>
                    </a:lnTo>
                    <a:lnTo>
                      <a:pt x="5" y="47"/>
                    </a:lnTo>
                    <a:lnTo>
                      <a:pt x="3" y="47"/>
                    </a:lnTo>
                    <a:lnTo>
                      <a:pt x="3" y="45"/>
                    </a:lnTo>
                    <a:lnTo>
                      <a:pt x="3" y="45"/>
                    </a:lnTo>
                    <a:lnTo>
                      <a:pt x="3" y="45"/>
                    </a:lnTo>
                    <a:lnTo>
                      <a:pt x="0" y="45"/>
                    </a:lnTo>
                    <a:lnTo>
                      <a:pt x="0" y="42"/>
                    </a:lnTo>
                    <a:lnTo>
                      <a:pt x="0" y="42"/>
                    </a:lnTo>
                    <a:lnTo>
                      <a:pt x="3" y="42"/>
                    </a:lnTo>
                    <a:lnTo>
                      <a:pt x="3" y="42"/>
                    </a:lnTo>
                    <a:lnTo>
                      <a:pt x="3" y="40"/>
                    </a:lnTo>
                    <a:lnTo>
                      <a:pt x="3" y="40"/>
                    </a:lnTo>
                    <a:lnTo>
                      <a:pt x="3" y="40"/>
                    </a:lnTo>
                    <a:lnTo>
                      <a:pt x="5" y="40"/>
                    </a:lnTo>
                    <a:lnTo>
                      <a:pt x="5" y="38"/>
                    </a:lnTo>
                    <a:lnTo>
                      <a:pt x="3" y="38"/>
                    </a:lnTo>
                    <a:lnTo>
                      <a:pt x="3" y="38"/>
                    </a:lnTo>
                    <a:lnTo>
                      <a:pt x="3" y="35"/>
                    </a:lnTo>
                    <a:lnTo>
                      <a:pt x="5" y="35"/>
                    </a:lnTo>
                    <a:lnTo>
                      <a:pt x="5" y="35"/>
                    </a:lnTo>
                    <a:lnTo>
                      <a:pt x="5" y="35"/>
                    </a:lnTo>
                    <a:lnTo>
                      <a:pt x="5" y="33"/>
                    </a:lnTo>
                    <a:lnTo>
                      <a:pt x="5" y="33"/>
                    </a:lnTo>
                    <a:lnTo>
                      <a:pt x="5" y="35"/>
                    </a:lnTo>
                    <a:lnTo>
                      <a:pt x="8" y="35"/>
                    </a:lnTo>
                    <a:lnTo>
                      <a:pt x="8" y="35"/>
                    </a:lnTo>
                    <a:lnTo>
                      <a:pt x="8" y="35"/>
                    </a:lnTo>
                    <a:lnTo>
                      <a:pt x="8" y="35"/>
                    </a:lnTo>
                    <a:lnTo>
                      <a:pt x="10" y="35"/>
                    </a:lnTo>
                    <a:lnTo>
                      <a:pt x="10" y="35"/>
                    </a:lnTo>
                    <a:lnTo>
                      <a:pt x="10" y="38"/>
                    </a:lnTo>
                    <a:lnTo>
                      <a:pt x="12" y="38"/>
                    </a:lnTo>
                    <a:lnTo>
                      <a:pt x="12" y="35"/>
                    </a:lnTo>
                    <a:lnTo>
                      <a:pt x="12" y="35"/>
                    </a:lnTo>
                    <a:lnTo>
                      <a:pt x="12" y="35"/>
                    </a:lnTo>
                    <a:lnTo>
                      <a:pt x="12" y="33"/>
                    </a:lnTo>
                    <a:lnTo>
                      <a:pt x="12" y="33"/>
                    </a:lnTo>
                    <a:lnTo>
                      <a:pt x="15" y="33"/>
                    </a:lnTo>
                    <a:lnTo>
                      <a:pt x="15" y="33"/>
                    </a:lnTo>
                    <a:lnTo>
                      <a:pt x="15" y="33"/>
                    </a:lnTo>
                    <a:lnTo>
                      <a:pt x="15" y="33"/>
                    </a:lnTo>
                    <a:lnTo>
                      <a:pt x="15" y="30"/>
                    </a:lnTo>
                    <a:lnTo>
                      <a:pt x="15" y="30"/>
                    </a:lnTo>
                    <a:lnTo>
                      <a:pt x="15" y="30"/>
                    </a:lnTo>
                    <a:lnTo>
                      <a:pt x="15" y="28"/>
                    </a:lnTo>
                    <a:lnTo>
                      <a:pt x="15" y="28"/>
                    </a:lnTo>
                    <a:lnTo>
                      <a:pt x="17" y="28"/>
                    </a:lnTo>
                    <a:lnTo>
                      <a:pt x="17" y="28"/>
                    </a:lnTo>
                    <a:lnTo>
                      <a:pt x="19" y="28"/>
                    </a:lnTo>
                    <a:lnTo>
                      <a:pt x="19" y="26"/>
                    </a:lnTo>
                    <a:lnTo>
                      <a:pt x="19" y="26"/>
                    </a:lnTo>
                    <a:lnTo>
                      <a:pt x="19" y="26"/>
                    </a:lnTo>
                    <a:lnTo>
                      <a:pt x="19" y="28"/>
                    </a:lnTo>
                    <a:lnTo>
                      <a:pt x="22" y="28"/>
                    </a:lnTo>
                    <a:lnTo>
                      <a:pt x="22" y="28"/>
                    </a:lnTo>
                    <a:lnTo>
                      <a:pt x="22" y="26"/>
                    </a:lnTo>
                    <a:lnTo>
                      <a:pt x="22" y="26"/>
                    </a:lnTo>
                    <a:lnTo>
                      <a:pt x="22" y="26"/>
                    </a:lnTo>
                    <a:lnTo>
                      <a:pt x="22" y="26"/>
                    </a:lnTo>
                    <a:lnTo>
                      <a:pt x="22" y="23"/>
                    </a:lnTo>
                    <a:lnTo>
                      <a:pt x="22" y="23"/>
                    </a:lnTo>
                    <a:lnTo>
                      <a:pt x="22" y="23"/>
                    </a:lnTo>
                    <a:lnTo>
                      <a:pt x="19" y="23"/>
                    </a:lnTo>
                    <a:lnTo>
                      <a:pt x="19" y="21"/>
                    </a:lnTo>
                    <a:lnTo>
                      <a:pt x="19" y="21"/>
                    </a:lnTo>
                    <a:lnTo>
                      <a:pt x="19" y="21"/>
                    </a:lnTo>
                    <a:lnTo>
                      <a:pt x="19" y="21"/>
                    </a:lnTo>
                    <a:lnTo>
                      <a:pt x="19" y="21"/>
                    </a:lnTo>
                    <a:lnTo>
                      <a:pt x="19" y="19"/>
                    </a:lnTo>
                    <a:lnTo>
                      <a:pt x="19" y="19"/>
                    </a:lnTo>
                    <a:lnTo>
                      <a:pt x="19" y="16"/>
                    </a:lnTo>
                    <a:lnTo>
                      <a:pt x="19" y="16"/>
                    </a:lnTo>
                    <a:lnTo>
                      <a:pt x="22" y="16"/>
                    </a:lnTo>
                    <a:lnTo>
                      <a:pt x="22" y="14"/>
                    </a:lnTo>
                    <a:lnTo>
                      <a:pt x="22" y="14"/>
                    </a:lnTo>
                    <a:lnTo>
                      <a:pt x="22" y="11"/>
                    </a:lnTo>
                    <a:lnTo>
                      <a:pt x="22" y="11"/>
                    </a:lnTo>
                    <a:lnTo>
                      <a:pt x="22" y="11"/>
                    </a:lnTo>
                    <a:lnTo>
                      <a:pt x="22" y="11"/>
                    </a:lnTo>
                    <a:lnTo>
                      <a:pt x="24" y="11"/>
                    </a:lnTo>
                    <a:lnTo>
                      <a:pt x="24" y="11"/>
                    </a:lnTo>
                    <a:lnTo>
                      <a:pt x="24" y="11"/>
                    </a:lnTo>
                    <a:lnTo>
                      <a:pt x="27" y="11"/>
                    </a:lnTo>
                    <a:lnTo>
                      <a:pt x="27" y="11"/>
                    </a:lnTo>
                    <a:lnTo>
                      <a:pt x="27" y="11"/>
                    </a:lnTo>
                    <a:lnTo>
                      <a:pt x="29" y="11"/>
                    </a:lnTo>
                    <a:lnTo>
                      <a:pt x="29" y="14"/>
                    </a:lnTo>
                    <a:lnTo>
                      <a:pt x="29" y="14"/>
                    </a:lnTo>
                    <a:lnTo>
                      <a:pt x="29" y="14"/>
                    </a:lnTo>
                    <a:lnTo>
                      <a:pt x="29" y="14"/>
                    </a:lnTo>
                    <a:lnTo>
                      <a:pt x="29" y="16"/>
                    </a:lnTo>
                    <a:lnTo>
                      <a:pt x="29" y="16"/>
                    </a:lnTo>
                    <a:lnTo>
                      <a:pt x="31" y="16"/>
                    </a:lnTo>
                    <a:lnTo>
                      <a:pt x="31" y="16"/>
                    </a:lnTo>
                    <a:lnTo>
                      <a:pt x="31" y="16"/>
                    </a:lnTo>
                    <a:lnTo>
                      <a:pt x="34" y="16"/>
                    </a:lnTo>
                    <a:lnTo>
                      <a:pt x="34" y="16"/>
                    </a:lnTo>
                    <a:lnTo>
                      <a:pt x="34" y="16"/>
                    </a:lnTo>
                    <a:lnTo>
                      <a:pt x="36" y="16"/>
                    </a:lnTo>
                    <a:lnTo>
                      <a:pt x="36" y="16"/>
                    </a:lnTo>
                    <a:lnTo>
                      <a:pt x="38" y="16"/>
                    </a:lnTo>
                    <a:lnTo>
                      <a:pt x="38" y="16"/>
                    </a:lnTo>
                    <a:lnTo>
                      <a:pt x="38" y="16"/>
                    </a:lnTo>
                    <a:lnTo>
                      <a:pt x="38" y="16"/>
                    </a:lnTo>
                    <a:lnTo>
                      <a:pt x="41" y="16"/>
                    </a:lnTo>
                    <a:lnTo>
                      <a:pt x="41" y="16"/>
                    </a:lnTo>
                    <a:lnTo>
                      <a:pt x="41" y="16"/>
                    </a:lnTo>
                    <a:lnTo>
                      <a:pt x="41" y="14"/>
                    </a:lnTo>
                    <a:lnTo>
                      <a:pt x="41" y="14"/>
                    </a:lnTo>
                    <a:lnTo>
                      <a:pt x="43" y="14"/>
                    </a:lnTo>
                    <a:lnTo>
                      <a:pt x="43" y="14"/>
                    </a:lnTo>
                    <a:lnTo>
                      <a:pt x="43" y="14"/>
                    </a:lnTo>
                    <a:lnTo>
                      <a:pt x="45" y="14"/>
                    </a:lnTo>
                    <a:lnTo>
                      <a:pt x="45" y="14"/>
                    </a:lnTo>
                    <a:lnTo>
                      <a:pt x="45" y="14"/>
                    </a:lnTo>
                    <a:lnTo>
                      <a:pt x="48" y="14"/>
                    </a:lnTo>
                    <a:lnTo>
                      <a:pt x="48" y="11"/>
                    </a:lnTo>
                    <a:lnTo>
                      <a:pt x="48" y="11"/>
                    </a:lnTo>
                    <a:lnTo>
                      <a:pt x="48" y="11"/>
                    </a:lnTo>
                    <a:lnTo>
                      <a:pt x="50" y="11"/>
                    </a:lnTo>
                    <a:lnTo>
                      <a:pt x="50" y="11"/>
                    </a:lnTo>
                    <a:lnTo>
                      <a:pt x="50" y="11"/>
                    </a:lnTo>
                    <a:lnTo>
                      <a:pt x="53" y="11"/>
                    </a:lnTo>
                    <a:lnTo>
                      <a:pt x="53" y="11"/>
                    </a:lnTo>
                    <a:lnTo>
                      <a:pt x="53" y="11"/>
                    </a:lnTo>
                    <a:lnTo>
                      <a:pt x="53" y="11"/>
                    </a:lnTo>
                    <a:lnTo>
                      <a:pt x="55" y="11"/>
                    </a:lnTo>
                    <a:lnTo>
                      <a:pt x="55" y="9"/>
                    </a:lnTo>
                    <a:lnTo>
                      <a:pt x="55" y="9"/>
                    </a:lnTo>
                    <a:lnTo>
                      <a:pt x="55" y="9"/>
                    </a:lnTo>
                    <a:lnTo>
                      <a:pt x="57" y="9"/>
                    </a:lnTo>
                    <a:lnTo>
                      <a:pt x="57" y="9"/>
                    </a:lnTo>
                    <a:lnTo>
                      <a:pt x="60" y="9"/>
                    </a:lnTo>
                    <a:lnTo>
                      <a:pt x="60" y="9"/>
                    </a:lnTo>
                    <a:lnTo>
                      <a:pt x="60" y="11"/>
                    </a:lnTo>
                    <a:lnTo>
                      <a:pt x="60" y="11"/>
                    </a:lnTo>
                    <a:lnTo>
                      <a:pt x="62" y="11"/>
                    </a:lnTo>
                    <a:lnTo>
                      <a:pt x="62" y="11"/>
                    </a:lnTo>
                    <a:lnTo>
                      <a:pt x="62" y="11"/>
                    </a:lnTo>
                    <a:lnTo>
                      <a:pt x="62" y="11"/>
                    </a:lnTo>
                    <a:lnTo>
                      <a:pt x="62" y="11"/>
                    </a:lnTo>
                    <a:lnTo>
                      <a:pt x="64" y="11"/>
                    </a:lnTo>
                    <a:lnTo>
                      <a:pt x="64" y="14"/>
                    </a:lnTo>
                    <a:lnTo>
                      <a:pt x="64" y="14"/>
                    </a:lnTo>
                    <a:lnTo>
                      <a:pt x="67" y="14"/>
                    </a:lnTo>
                    <a:lnTo>
                      <a:pt x="67" y="14"/>
                    </a:lnTo>
                    <a:lnTo>
                      <a:pt x="67" y="14"/>
                    </a:lnTo>
                    <a:lnTo>
                      <a:pt x="67" y="14"/>
                    </a:lnTo>
                    <a:lnTo>
                      <a:pt x="69" y="14"/>
                    </a:lnTo>
                    <a:lnTo>
                      <a:pt x="69" y="14"/>
                    </a:lnTo>
                    <a:lnTo>
                      <a:pt x="71" y="14"/>
                    </a:lnTo>
                    <a:lnTo>
                      <a:pt x="71" y="14"/>
                    </a:lnTo>
                    <a:lnTo>
                      <a:pt x="71" y="14"/>
                    </a:lnTo>
                    <a:lnTo>
                      <a:pt x="74" y="14"/>
                    </a:lnTo>
                    <a:lnTo>
                      <a:pt x="74" y="14"/>
                    </a:lnTo>
                    <a:lnTo>
                      <a:pt x="74" y="14"/>
                    </a:lnTo>
                    <a:lnTo>
                      <a:pt x="74" y="16"/>
                    </a:lnTo>
                    <a:lnTo>
                      <a:pt x="76" y="16"/>
                    </a:lnTo>
                    <a:lnTo>
                      <a:pt x="76" y="16"/>
                    </a:lnTo>
                    <a:lnTo>
                      <a:pt x="79" y="16"/>
                    </a:lnTo>
                    <a:lnTo>
                      <a:pt x="79" y="16"/>
                    </a:lnTo>
                    <a:lnTo>
                      <a:pt x="79" y="16"/>
                    </a:lnTo>
                    <a:lnTo>
                      <a:pt x="79" y="14"/>
                    </a:lnTo>
                    <a:lnTo>
                      <a:pt x="81" y="14"/>
                    </a:lnTo>
                    <a:lnTo>
                      <a:pt x="81" y="14"/>
                    </a:lnTo>
                    <a:lnTo>
                      <a:pt x="81" y="14"/>
                    </a:lnTo>
                    <a:lnTo>
                      <a:pt x="83" y="14"/>
                    </a:lnTo>
                    <a:lnTo>
                      <a:pt x="83" y="14"/>
                    </a:lnTo>
                    <a:lnTo>
                      <a:pt x="86" y="14"/>
                    </a:lnTo>
                    <a:lnTo>
                      <a:pt x="86" y="14"/>
                    </a:lnTo>
                    <a:lnTo>
                      <a:pt x="86" y="14"/>
                    </a:lnTo>
                    <a:lnTo>
                      <a:pt x="86" y="14"/>
                    </a:lnTo>
                    <a:lnTo>
                      <a:pt x="88" y="14"/>
                    </a:lnTo>
                    <a:lnTo>
                      <a:pt x="88" y="14"/>
                    </a:lnTo>
                    <a:lnTo>
                      <a:pt x="88" y="14"/>
                    </a:lnTo>
                    <a:lnTo>
                      <a:pt x="90" y="14"/>
                    </a:lnTo>
                    <a:lnTo>
                      <a:pt x="90" y="14"/>
                    </a:lnTo>
                    <a:lnTo>
                      <a:pt x="90" y="11"/>
                    </a:lnTo>
                    <a:lnTo>
                      <a:pt x="93" y="11"/>
                    </a:lnTo>
                    <a:lnTo>
                      <a:pt x="93" y="11"/>
                    </a:lnTo>
                    <a:lnTo>
                      <a:pt x="93" y="11"/>
                    </a:lnTo>
                    <a:lnTo>
                      <a:pt x="93" y="11"/>
                    </a:lnTo>
                    <a:lnTo>
                      <a:pt x="95" y="11"/>
                    </a:lnTo>
                    <a:lnTo>
                      <a:pt x="95" y="11"/>
                    </a:lnTo>
                    <a:lnTo>
                      <a:pt x="95" y="11"/>
                    </a:lnTo>
                    <a:lnTo>
                      <a:pt x="95" y="11"/>
                    </a:lnTo>
                    <a:lnTo>
                      <a:pt x="98" y="11"/>
                    </a:lnTo>
                    <a:lnTo>
                      <a:pt x="98" y="11"/>
                    </a:lnTo>
                    <a:lnTo>
                      <a:pt x="98" y="9"/>
                    </a:lnTo>
                    <a:lnTo>
                      <a:pt x="100" y="9"/>
                    </a:lnTo>
                    <a:lnTo>
                      <a:pt x="100" y="9"/>
                    </a:lnTo>
                    <a:lnTo>
                      <a:pt x="100" y="9"/>
                    </a:lnTo>
                    <a:lnTo>
                      <a:pt x="100" y="9"/>
                    </a:lnTo>
                    <a:lnTo>
                      <a:pt x="102" y="9"/>
                    </a:lnTo>
                    <a:lnTo>
                      <a:pt x="102" y="7"/>
                    </a:lnTo>
                    <a:lnTo>
                      <a:pt x="102" y="7"/>
                    </a:lnTo>
                    <a:lnTo>
                      <a:pt x="102" y="7"/>
                    </a:lnTo>
                    <a:lnTo>
                      <a:pt x="105" y="7"/>
                    </a:lnTo>
                    <a:lnTo>
                      <a:pt x="105" y="7"/>
                    </a:lnTo>
                    <a:lnTo>
                      <a:pt x="105" y="7"/>
                    </a:lnTo>
                    <a:lnTo>
                      <a:pt x="107" y="7"/>
                    </a:lnTo>
                    <a:lnTo>
                      <a:pt x="107" y="7"/>
                    </a:lnTo>
                    <a:lnTo>
                      <a:pt x="107" y="4"/>
                    </a:lnTo>
                    <a:lnTo>
                      <a:pt x="107" y="4"/>
                    </a:lnTo>
                    <a:lnTo>
                      <a:pt x="109" y="4"/>
                    </a:lnTo>
                    <a:lnTo>
                      <a:pt x="109" y="4"/>
                    </a:lnTo>
                    <a:lnTo>
                      <a:pt x="109" y="4"/>
                    </a:lnTo>
                    <a:lnTo>
                      <a:pt x="112" y="4"/>
                    </a:lnTo>
                    <a:lnTo>
                      <a:pt x="112" y="4"/>
                    </a:lnTo>
                    <a:lnTo>
                      <a:pt x="112" y="4"/>
                    </a:lnTo>
                    <a:lnTo>
                      <a:pt x="114" y="4"/>
                    </a:lnTo>
                    <a:lnTo>
                      <a:pt x="114" y="4"/>
                    </a:lnTo>
                    <a:lnTo>
                      <a:pt x="114" y="4"/>
                    </a:lnTo>
                    <a:lnTo>
                      <a:pt x="116" y="4"/>
                    </a:lnTo>
                    <a:lnTo>
                      <a:pt x="116" y="4"/>
                    </a:lnTo>
                    <a:lnTo>
                      <a:pt x="116" y="4"/>
                    </a:lnTo>
                    <a:lnTo>
                      <a:pt x="119" y="4"/>
                    </a:lnTo>
                    <a:lnTo>
                      <a:pt x="119" y="4"/>
                    </a:lnTo>
                    <a:lnTo>
                      <a:pt x="119" y="4"/>
                    </a:lnTo>
                    <a:lnTo>
                      <a:pt x="121" y="4"/>
                    </a:lnTo>
                    <a:lnTo>
                      <a:pt x="121" y="4"/>
                    </a:lnTo>
                    <a:lnTo>
                      <a:pt x="121" y="4"/>
                    </a:lnTo>
                    <a:lnTo>
                      <a:pt x="124" y="4"/>
                    </a:lnTo>
                    <a:lnTo>
                      <a:pt x="124" y="4"/>
                    </a:lnTo>
                    <a:lnTo>
                      <a:pt x="126" y="4"/>
                    </a:lnTo>
                    <a:lnTo>
                      <a:pt x="126" y="4"/>
                    </a:lnTo>
                    <a:lnTo>
                      <a:pt x="126" y="4"/>
                    </a:lnTo>
                    <a:lnTo>
                      <a:pt x="128" y="4"/>
                    </a:lnTo>
                    <a:lnTo>
                      <a:pt x="128" y="4"/>
                    </a:lnTo>
                    <a:lnTo>
                      <a:pt x="128" y="4"/>
                    </a:lnTo>
                    <a:lnTo>
                      <a:pt x="128" y="4"/>
                    </a:lnTo>
                    <a:lnTo>
                      <a:pt x="131" y="4"/>
                    </a:lnTo>
                    <a:lnTo>
                      <a:pt x="131" y="4"/>
                    </a:lnTo>
                    <a:lnTo>
                      <a:pt x="133" y="4"/>
                    </a:lnTo>
                    <a:lnTo>
                      <a:pt x="133" y="4"/>
                    </a:lnTo>
                    <a:lnTo>
                      <a:pt x="133" y="4"/>
                    </a:lnTo>
                    <a:lnTo>
                      <a:pt x="135" y="4"/>
                    </a:lnTo>
                    <a:lnTo>
                      <a:pt x="135" y="2"/>
                    </a:lnTo>
                    <a:lnTo>
                      <a:pt x="135" y="2"/>
                    </a:lnTo>
                    <a:lnTo>
                      <a:pt x="135" y="2"/>
                    </a:lnTo>
                    <a:lnTo>
                      <a:pt x="138" y="2"/>
                    </a:lnTo>
                    <a:lnTo>
                      <a:pt x="138" y="2"/>
                    </a:lnTo>
                    <a:lnTo>
                      <a:pt x="138" y="2"/>
                    </a:lnTo>
                    <a:lnTo>
                      <a:pt x="140" y="2"/>
                    </a:lnTo>
                    <a:lnTo>
                      <a:pt x="140" y="2"/>
                    </a:lnTo>
                    <a:lnTo>
                      <a:pt x="140" y="2"/>
                    </a:lnTo>
                    <a:lnTo>
                      <a:pt x="140" y="0"/>
                    </a:lnTo>
                    <a:lnTo>
                      <a:pt x="140" y="0"/>
                    </a:lnTo>
                    <a:lnTo>
                      <a:pt x="142" y="0"/>
                    </a:lnTo>
                    <a:lnTo>
                      <a:pt x="142" y="0"/>
                    </a:lnTo>
                    <a:lnTo>
                      <a:pt x="142" y="2"/>
                    </a:lnTo>
                    <a:lnTo>
                      <a:pt x="145" y="2"/>
                    </a:lnTo>
                    <a:lnTo>
                      <a:pt x="145" y="2"/>
                    </a:lnTo>
                    <a:lnTo>
                      <a:pt x="145" y="2"/>
                    </a:lnTo>
                    <a:lnTo>
                      <a:pt x="145" y="4"/>
                    </a:lnTo>
                    <a:lnTo>
                      <a:pt x="145" y="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42"/>
              <p:cNvSpPr>
                <a:spLocks/>
              </p:cNvSpPr>
              <p:nvPr/>
            </p:nvSpPr>
            <p:spPr bwMode="auto">
              <a:xfrm>
                <a:off x="1595" y="1808"/>
                <a:ext cx="145" cy="125"/>
              </a:xfrm>
              <a:custGeom>
                <a:avLst/>
                <a:gdLst/>
                <a:ahLst/>
                <a:cxnLst>
                  <a:cxn ang="0">
                    <a:pos x="140" y="9"/>
                  </a:cxn>
                  <a:cxn ang="0">
                    <a:pos x="135" y="16"/>
                  </a:cxn>
                  <a:cxn ang="0">
                    <a:pos x="128" y="19"/>
                  </a:cxn>
                  <a:cxn ang="0">
                    <a:pos x="121" y="23"/>
                  </a:cxn>
                  <a:cxn ang="0">
                    <a:pos x="121" y="30"/>
                  </a:cxn>
                  <a:cxn ang="0">
                    <a:pos x="124" y="42"/>
                  </a:cxn>
                  <a:cxn ang="0">
                    <a:pos x="121" y="49"/>
                  </a:cxn>
                  <a:cxn ang="0">
                    <a:pos x="121" y="59"/>
                  </a:cxn>
                  <a:cxn ang="0">
                    <a:pos x="119" y="68"/>
                  </a:cxn>
                  <a:cxn ang="0">
                    <a:pos x="114" y="73"/>
                  </a:cxn>
                  <a:cxn ang="0">
                    <a:pos x="107" y="78"/>
                  </a:cxn>
                  <a:cxn ang="0">
                    <a:pos x="100" y="80"/>
                  </a:cxn>
                  <a:cxn ang="0">
                    <a:pos x="93" y="85"/>
                  </a:cxn>
                  <a:cxn ang="0">
                    <a:pos x="86" y="90"/>
                  </a:cxn>
                  <a:cxn ang="0">
                    <a:pos x="81" y="92"/>
                  </a:cxn>
                  <a:cxn ang="0">
                    <a:pos x="74" y="97"/>
                  </a:cxn>
                  <a:cxn ang="0">
                    <a:pos x="67" y="101"/>
                  </a:cxn>
                  <a:cxn ang="0">
                    <a:pos x="60" y="104"/>
                  </a:cxn>
                  <a:cxn ang="0">
                    <a:pos x="53" y="109"/>
                  </a:cxn>
                  <a:cxn ang="0">
                    <a:pos x="48" y="111"/>
                  </a:cxn>
                  <a:cxn ang="0">
                    <a:pos x="41" y="116"/>
                  </a:cxn>
                  <a:cxn ang="0">
                    <a:pos x="34" y="120"/>
                  </a:cxn>
                  <a:cxn ang="0">
                    <a:pos x="29" y="125"/>
                  </a:cxn>
                  <a:cxn ang="0">
                    <a:pos x="19" y="125"/>
                  </a:cxn>
                  <a:cxn ang="0">
                    <a:pos x="12" y="120"/>
                  </a:cxn>
                  <a:cxn ang="0">
                    <a:pos x="8" y="118"/>
                  </a:cxn>
                  <a:cxn ang="0">
                    <a:pos x="5" y="111"/>
                  </a:cxn>
                  <a:cxn ang="0">
                    <a:pos x="5" y="104"/>
                  </a:cxn>
                  <a:cxn ang="0">
                    <a:pos x="8" y="94"/>
                  </a:cxn>
                  <a:cxn ang="0">
                    <a:pos x="8" y="90"/>
                  </a:cxn>
                  <a:cxn ang="0">
                    <a:pos x="15" y="87"/>
                  </a:cxn>
                  <a:cxn ang="0">
                    <a:pos x="19" y="83"/>
                  </a:cxn>
                  <a:cxn ang="0">
                    <a:pos x="19" y="75"/>
                  </a:cxn>
                  <a:cxn ang="0">
                    <a:pos x="17" y="71"/>
                  </a:cxn>
                  <a:cxn ang="0">
                    <a:pos x="12" y="68"/>
                  </a:cxn>
                  <a:cxn ang="0">
                    <a:pos x="5" y="64"/>
                  </a:cxn>
                  <a:cxn ang="0">
                    <a:pos x="5" y="54"/>
                  </a:cxn>
                  <a:cxn ang="0">
                    <a:pos x="3" y="45"/>
                  </a:cxn>
                  <a:cxn ang="0">
                    <a:pos x="5" y="40"/>
                  </a:cxn>
                  <a:cxn ang="0">
                    <a:pos x="8" y="35"/>
                  </a:cxn>
                  <a:cxn ang="0">
                    <a:pos x="12" y="33"/>
                  </a:cxn>
                  <a:cxn ang="0">
                    <a:pos x="17" y="28"/>
                  </a:cxn>
                  <a:cxn ang="0">
                    <a:pos x="22" y="26"/>
                  </a:cxn>
                  <a:cxn ang="0">
                    <a:pos x="19" y="19"/>
                  </a:cxn>
                  <a:cxn ang="0">
                    <a:pos x="24" y="11"/>
                  </a:cxn>
                  <a:cxn ang="0">
                    <a:pos x="29" y="16"/>
                  </a:cxn>
                  <a:cxn ang="0">
                    <a:pos x="38" y="16"/>
                  </a:cxn>
                  <a:cxn ang="0">
                    <a:pos x="45" y="14"/>
                  </a:cxn>
                  <a:cxn ang="0">
                    <a:pos x="53" y="11"/>
                  </a:cxn>
                  <a:cxn ang="0">
                    <a:pos x="60" y="11"/>
                  </a:cxn>
                  <a:cxn ang="0">
                    <a:pos x="67" y="14"/>
                  </a:cxn>
                  <a:cxn ang="0">
                    <a:pos x="74" y="16"/>
                  </a:cxn>
                  <a:cxn ang="0">
                    <a:pos x="83" y="14"/>
                  </a:cxn>
                  <a:cxn ang="0">
                    <a:pos x="93" y="11"/>
                  </a:cxn>
                  <a:cxn ang="0">
                    <a:pos x="100" y="9"/>
                  </a:cxn>
                  <a:cxn ang="0">
                    <a:pos x="107" y="7"/>
                  </a:cxn>
                  <a:cxn ang="0">
                    <a:pos x="114" y="4"/>
                  </a:cxn>
                  <a:cxn ang="0">
                    <a:pos x="124" y="4"/>
                  </a:cxn>
                  <a:cxn ang="0">
                    <a:pos x="133" y="4"/>
                  </a:cxn>
                  <a:cxn ang="0">
                    <a:pos x="140" y="2"/>
                  </a:cxn>
                  <a:cxn ang="0">
                    <a:pos x="145" y="4"/>
                  </a:cxn>
                </a:cxnLst>
                <a:rect l="0" t="0" r="r" b="b"/>
                <a:pathLst>
                  <a:path w="145" h="125">
                    <a:moveTo>
                      <a:pt x="145" y="4"/>
                    </a:moveTo>
                    <a:lnTo>
                      <a:pt x="145" y="4"/>
                    </a:lnTo>
                    <a:lnTo>
                      <a:pt x="145" y="7"/>
                    </a:lnTo>
                    <a:lnTo>
                      <a:pt x="145" y="7"/>
                    </a:lnTo>
                    <a:lnTo>
                      <a:pt x="145" y="7"/>
                    </a:lnTo>
                    <a:lnTo>
                      <a:pt x="142" y="7"/>
                    </a:lnTo>
                    <a:lnTo>
                      <a:pt x="142" y="9"/>
                    </a:lnTo>
                    <a:lnTo>
                      <a:pt x="142" y="9"/>
                    </a:lnTo>
                    <a:lnTo>
                      <a:pt x="140" y="9"/>
                    </a:lnTo>
                    <a:lnTo>
                      <a:pt x="140" y="9"/>
                    </a:lnTo>
                    <a:lnTo>
                      <a:pt x="140" y="9"/>
                    </a:lnTo>
                    <a:lnTo>
                      <a:pt x="140" y="11"/>
                    </a:lnTo>
                    <a:lnTo>
                      <a:pt x="140" y="11"/>
                    </a:lnTo>
                    <a:lnTo>
                      <a:pt x="140" y="11"/>
                    </a:lnTo>
                    <a:lnTo>
                      <a:pt x="138" y="11"/>
                    </a:lnTo>
                    <a:lnTo>
                      <a:pt x="138" y="11"/>
                    </a:lnTo>
                    <a:lnTo>
                      <a:pt x="138" y="11"/>
                    </a:lnTo>
                    <a:lnTo>
                      <a:pt x="138" y="14"/>
                    </a:lnTo>
                    <a:lnTo>
                      <a:pt x="135" y="14"/>
                    </a:lnTo>
                    <a:lnTo>
                      <a:pt x="135" y="14"/>
                    </a:lnTo>
                    <a:lnTo>
                      <a:pt x="135" y="14"/>
                    </a:lnTo>
                    <a:lnTo>
                      <a:pt x="135" y="16"/>
                    </a:lnTo>
                    <a:lnTo>
                      <a:pt x="135" y="16"/>
                    </a:lnTo>
                    <a:lnTo>
                      <a:pt x="135" y="16"/>
                    </a:lnTo>
                    <a:lnTo>
                      <a:pt x="133" y="16"/>
                    </a:lnTo>
                    <a:lnTo>
                      <a:pt x="133" y="16"/>
                    </a:lnTo>
                    <a:lnTo>
                      <a:pt x="133" y="19"/>
                    </a:lnTo>
                    <a:lnTo>
                      <a:pt x="133" y="19"/>
                    </a:lnTo>
                    <a:lnTo>
                      <a:pt x="131" y="19"/>
                    </a:lnTo>
                    <a:lnTo>
                      <a:pt x="131" y="19"/>
                    </a:lnTo>
                    <a:lnTo>
                      <a:pt x="128" y="19"/>
                    </a:lnTo>
                    <a:lnTo>
                      <a:pt x="128" y="19"/>
                    </a:lnTo>
                    <a:lnTo>
                      <a:pt x="128" y="19"/>
                    </a:lnTo>
                    <a:lnTo>
                      <a:pt x="128" y="19"/>
                    </a:lnTo>
                    <a:lnTo>
                      <a:pt x="126" y="19"/>
                    </a:lnTo>
                    <a:lnTo>
                      <a:pt x="126" y="19"/>
                    </a:lnTo>
                    <a:lnTo>
                      <a:pt x="126" y="19"/>
                    </a:lnTo>
                    <a:lnTo>
                      <a:pt x="124" y="19"/>
                    </a:lnTo>
                    <a:lnTo>
                      <a:pt x="124" y="21"/>
                    </a:lnTo>
                    <a:lnTo>
                      <a:pt x="124" y="21"/>
                    </a:lnTo>
                    <a:lnTo>
                      <a:pt x="124" y="21"/>
                    </a:lnTo>
                    <a:lnTo>
                      <a:pt x="121" y="21"/>
                    </a:lnTo>
                    <a:lnTo>
                      <a:pt x="121" y="21"/>
                    </a:lnTo>
                    <a:lnTo>
                      <a:pt x="121" y="23"/>
                    </a:lnTo>
                    <a:lnTo>
                      <a:pt x="121" y="23"/>
                    </a:lnTo>
                    <a:lnTo>
                      <a:pt x="121" y="23"/>
                    </a:lnTo>
                    <a:lnTo>
                      <a:pt x="121" y="26"/>
                    </a:lnTo>
                    <a:lnTo>
                      <a:pt x="121" y="26"/>
                    </a:lnTo>
                    <a:lnTo>
                      <a:pt x="121" y="28"/>
                    </a:lnTo>
                    <a:lnTo>
                      <a:pt x="121" y="28"/>
                    </a:lnTo>
                    <a:lnTo>
                      <a:pt x="121" y="30"/>
                    </a:lnTo>
                    <a:lnTo>
                      <a:pt x="121" y="30"/>
                    </a:lnTo>
                    <a:lnTo>
                      <a:pt x="121" y="30"/>
                    </a:lnTo>
                    <a:lnTo>
                      <a:pt x="121" y="30"/>
                    </a:lnTo>
                    <a:lnTo>
                      <a:pt x="121" y="30"/>
                    </a:lnTo>
                    <a:lnTo>
                      <a:pt x="121" y="33"/>
                    </a:lnTo>
                    <a:lnTo>
                      <a:pt x="121" y="33"/>
                    </a:lnTo>
                    <a:lnTo>
                      <a:pt x="121" y="33"/>
                    </a:lnTo>
                    <a:lnTo>
                      <a:pt x="121" y="35"/>
                    </a:lnTo>
                    <a:lnTo>
                      <a:pt x="121" y="35"/>
                    </a:lnTo>
                    <a:lnTo>
                      <a:pt x="124" y="35"/>
                    </a:lnTo>
                    <a:lnTo>
                      <a:pt x="124" y="38"/>
                    </a:lnTo>
                    <a:lnTo>
                      <a:pt x="124" y="38"/>
                    </a:lnTo>
                    <a:lnTo>
                      <a:pt x="124" y="40"/>
                    </a:lnTo>
                    <a:lnTo>
                      <a:pt x="124" y="40"/>
                    </a:lnTo>
                    <a:lnTo>
                      <a:pt x="124" y="42"/>
                    </a:lnTo>
                    <a:lnTo>
                      <a:pt x="124" y="42"/>
                    </a:lnTo>
                    <a:lnTo>
                      <a:pt x="124" y="42"/>
                    </a:lnTo>
                    <a:lnTo>
                      <a:pt x="121" y="42"/>
                    </a:lnTo>
                    <a:lnTo>
                      <a:pt x="121" y="45"/>
                    </a:lnTo>
                    <a:lnTo>
                      <a:pt x="121" y="45"/>
                    </a:lnTo>
                    <a:lnTo>
                      <a:pt x="121" y="45"/>
                    </a:lnTo>
                    <a:lnTo>
                      <a:pt x="121" y="47"/>
                    </a:lnTo>
                    <a:lnTo>
                      <a:pt x="121" y="47"/>
                    </a:lnTo>
                    <a:lnTo>
                      <a:pt x="121" y="49"/>
                    </a:lnTo>
                    <a:lnTo>
                      <a:pt x="121" y="49"/>
                    </a:lnTo>
                    <a:lnTo>
                      <a:pt x="121" y="49"/>
                    </a:lnTo>
                    <a:lnTo>
                      <a:pt x="121" y="52"/>
                    </a:lnTo>
                    <a:lnTo>
                      <a:pt x="121" y="52"/>
                    </a:lnTo>
                    <a:lnTo>
                      <a:pt x="121" y="52"/>
                    </a:lnTo>
                    <a:lnTo>
                      <a:pt x="119" y="52"/>
                    </a:lnTo>
                    <a:lnTo>
                      <a:pt x="119" y="54"/>
                    </a:lnTo>
                    <a:lnTo>
                      <a:pt x="119" y="54"/>
                    </a:lnTo>
                    <a:lnTo>
                      <a:pt x="119" y="56"/>
                    </a:lnTo>
                    <a:lnTo>
                      <a:pt x="119" y="56"/>
                    </a:lnTo>
                    <a:lnTo>
                      <a:pt x="119" y="59"/>
                    </a:lnTo>
                    <a:lnTo>
                      <a:pt x="119" y="59"/>
                    </a:lnTo>
                    <a:lnTo>
                      <a:pt x="121" y="59"/>
                    </a:lnTo>
                    <a:lnTo>
                      <a:pt x="121" y="61"/>
                    </a:lnTo>
                    <a:lnTo>
                      <a:pt x="121" y="61"/>
                    </a:lnTo>
                    <a:lnTo>
                      <a:pt x="121" y="61"/>
                    </a:lnTo>
                    <a:lnTo>
                      <a:pt x="119" y="61"/>
                    </a:lnTo>
                    <a:lnTo>
                      <a:pt x="119" y="64"/>
                    </a:lnTo>
                    <a:lnTo>
                      <a:pt x="119" y="64"/>
                    </a:lnTo>
                    <a:lnTo>
                      <a:pt x="119" y="66"/>
                    </a:lnTo>
                    <a:lnTo>
                      <a:pt x="119" y="66"/>
                    </a:lnTo>
                    <a:lnTo>
                      <a:pt x="119" y="66"/>
                    </a:lnTo>
                    <a:lnTo>
                      <a:pt x="119" y="66"/>
                    </a:lnTo>
                    <a:lnTo>
                      <a:pt x="119" y="68"/>
                    </a:lnTo>
                    <a:lnTo>
                      <a:pt x="119" y="68"/>
                    </a:lnTo>
                    <a:lnTo>
                      <a:pt x="116" y="68"/>
                    </a:lnTo>
                    <a:lnTo>
                      <a:pt x="116" y="71"/>
                    </a:lnTo>
                    <a:lnTo>
                      <a:pt x="116" y="71"/>
                    </a:lnTo>
                    <a:lnTo>
                      <a:pt x="116" y="71"/>
                    </a:lnTo>
                    <a:lnTo>
                      <a:pt x="116" y="71"/>
                    </a:lnTo>
                    <a:lnTo>
                      <a:pt x="114" y="71"/>
                    </a:lnTo>
                    <a:lnTo>
                      <a:pt x="114" y="73"/>
                    </a:lnTo>
                    <a:lnTo>
                      <a:pt x="114" y="73"/>
                    </a:lnTo>
                    <a:lnTo>
                      <a:pt x="114" y="73"/>
                    </a:lnTo>
                    <a:lnTo>
                      <a:pt x="114" y="73"/>
                    </a:lnTo>
                    <a:lnTo>
                      <a:pt x="112" y="73"/>
                    </a:lnTo>
                    <a:lnTo>
                      <a:pt x="112" y="75"/>
                    </a:lnTo>
                    <a:lnTo>
                      <a:pt x="112" y="75"/>
                    </a:lnTo>
                    <a:lnTo>
                      <a:pt x="112" y="75"/>
                    </a:lnTo>
                    <a:lnTo>
                      <a:pt x="112" y="75"/>
                    </a:lnTo>
                    <a:lnTo>
                      <a:pt x="109" y="75"/>
                    </a:lnTo>
                    <a:lnTo>
                      <a:pt x="109" y="75"/>
                    </a:lnTo>
                    <a:lnTo>
                      <a:pt x="107" y="75"/>
                    </a:lnTo>
                    <a:lnTo>
                      <a:pt x="107" y="78"/>
                    </a:lnTo>
                    <a:lnTo>
                      <a:pt x="107" y="78"/>
                    </a:lnTo>
                    <a:lnTo>
                      <a:pt x="107" y="78"/>
                    </a:lnTo>
                    <a:lnTo>
                      <a:pt x="107" y="78"/>
                    </a:lnTo>
                    <a:lnTo>
                      <a:pt x="105" y="78"/>
                    </a:lnTo>
                    <a:lnTo>
                      <a:pt x="105" y="78"/>
                    </a:lnTo>
                    <a:lnTo>
                      <a:pt x="105" y="80"/>
                    </a:lnTo>
                    <a:lnTo>
                      <a:pt x="102" y="80"/>
                    </a:lnTo>
                    <a:lnTo>
                      <a:pt x="102" y="80"/>
                    </a:lnTo>
                    <a:lnTo>
                      <a:pt x="102" y="80"/>
                    </a:lnTo>
                    <a:lnTo>
                      <a:pt x="102" y="80"/>
                    </a:lnTo>
                    <a:lnTo>
                      <a:pt x="100" y="80"/>
                    </a:lnTo>
                    <a:lnTo>
                      <a:pt x="100" y="80"/>
                    </a:lnTo>
                    <a:lnTo>
                      <a:pt x="100" y="80"/>
                    </a:lnTo>
                    <a:lnTo>
                      <a:pt x="100" y="80"/>
                    </a:lnTo>
                    <a:lnTo>
                      <a:pt x="98" y="80"/>
                    </a:lnTo>
                    <a:lnTo>
                      <a:pt x="98" y="83"/>
                    </a:lnTo>
                    <a:lnTo>
                      <a:pt x="98" y="83"/>
                    </a:lnTo>
                    <a:lnTo>
                      <a:pt x="95" y="83"/>
                    </a:lnTo>
                    <a:lnTo>
                      <a:pt x="95" y="83"/>
                    </a:lnTo>
                    <a:lnTo>
                      <a:pt x="95" y="83"/>
                    </a:lnTo>
                    <a:lnTo>
                      <a:pt x="95" y="83"/>
                    </a:lnTo>
                    <a:lnTo>
                      <a:pt x="95" y="85"/>
                    </a:lnTo>
                    <a:lnTo>
                      <a:pt x="93" y="85"/>
                    </a:lnTo>
                    <a:lnTo>
                      <a:pt x="93" y="85"/>
                    </a:lnTo>
                    <a:lnTo>
                      <a:pt x="93" y="85"/>
                    </a:lnTo>
                    <a:lnTo>
                      <a:pt x="93" y="85"/>
                    </a:lnTo>
                    <a:lnTo>
                      <a:pt x="90" y="85"/>
                    </a:lnTo>
                    <a:lnTo>
                      <a:pt x="90" y="87"/>
                    </a:lnTo>
                    <a:lnTo>
                      <a:pt x="90" y="87"/>
                    </a:lnTo>
                    <a:lnTo>
                      <a:pt x="88" y="87"/>
                    </a:lnTo>
                    <a:lnTo>
                      <a:pt x="88" y="87"/>
                    </a:lnTo>
                    <a:lnTo>
                      <a:pt x="88" y="87"/>
                    </a:lnTo>
                    <a:lnTo>
                      <a:pt x="88" y="87"/>
                    </a:lnTo>
                    <a:lnTo>
                      <a:pt x="88" y="90"/>
                    </a:lnTo>
                    <a:lnTo>
                      <a:pt x="86" y="90"/>
                    </a:lnTo>
                    <a:lnTo>
                      <a:pt x="86" y="90"/>
                    </a:lnTo>
                    <a:lnTo>
                      <a:pt x="86" y="90"/>
                    </a:lnTo>
                    <a:lnTo>
                      <a:pt x="86" y="90"/>
                    </a:lnTo>
                    <a:lnTo>
                      <a:pt x="83" y="90"/>
                    </a:lnTo>
                    <a:lnTo>
                      <a:pt x="83" y="90"/>
                    </a:lnTo>
                    <a:lnTo>
                      <a:pt x="83" y="90"/>
                    </a:lnTo>
                    <a:lnTo>
                      <a:pt x="81" y="90"/>
                    </a:lnTo>
                    <a:lnTo>
                      <a:pt x="81" y="92"/>
                    </a:lnTo>
                    <a:lnTo>
                      <a:pt x="81" y="92"/>
                    </a:lnTo>
                    <a:lnTo>
                      <a:pt x="81" y="92"/>
                    </a:lnTo>
                    <a:lnTo>
                      <a:pt x="81" y="92"/>
                    </a:lnTo>
                    <a:lnTo>
                      <a:pt x="79" y="92"/>
                    </a:lnTo>
                    <a:lnTo>
                      <a:pt x="79" y="92"/>
                    </a:lnTo>
                    <a:lnTo>
                      <a:pt x="79" y="94"/>
                    </a:lnTo>
                    <a:lnTo>
                      <a:pt x="79" y="94"/>
                    </a:lnTo>
                    <a:lnTo>
                      <a:pt x="76" y="94"/>
                    </a:lnTo>
                    <a:lnTo>
                      <a:pt x="76" y="94"/>
                    </a:lnTo>
                    <a:lnTo>
                      <a:pt x="76" y="94"/>
                    </a:lnTo>
                    <a:lnTo>
                      <a:pt x="74" y="94"/>
                    </a:lnTo>
                    <a:lnTo>
                      <a:pt x="74" y="97"/>
                    </a:lnTo>
                    <a:lnTo>
                      <a:pt x="74" y="97"/>
                    </a:lnTo>
                    <a:lnTo>
                      <a:pt x="74" y="97"/>
                    </a:lnTo>
                    <a:lnTo>
                      <a:pt x="74" y="97"/>
                    </a:lnTo>
                    <a:lnTo>
                      <a:pt x="71" y="97"/>
                    </a:lnTo>
                    <a:lnTo>
                      <a:pt x="71" y="97"/>
                    </a:lnTo>
                    <a:lnTo>
                      <a:pt x="71" y="97"/>
                    </a:lnTo>
                    <a:lnTo>
                      <a:pt x="71" y="99"/>
                    </a:lnTo>
                    <a:lnTo>
                      <a:pt x="69" y="99"/>
                    </a:lnTo>
                    <a:lnTo>
                      <a:pt x="69" y="99"/>
                    </a:lnTo>
                    <a:lnTo>
                      <a:pt x="69" y="99"/>
                    </a:lnTo>
                    <a:lnTo>
                      <a:pt x="67" y="99"/>
                    </a:lnTo>
                    <a:lnTo>
                      <a:pt x="67" y="99"/>
                    </a:lnTo>
                    <a:lnTo>
                      <a:pt x="67" y="101"/>
                    </a:lnTo>
                    <a:lnTo>
                      <a:pt x="67" y="101"/>
                    </a:lnTo>
                    <a:lnTo>
                      <a:pt x="67" y="101"/>
                    </a:lnTo>
                    <a:lnTo>
                      <a:pt x="64" y="101"/>
                    </a:lnTo>
                    <a:lnTo>
                      <a:pt x="64" y="101"/>
                    </a:lnTo>
                    <a:lnTo>
                      <a:pt x="64" y="101"/>
                    </a:lnTo>
                    <a:lnTo>
                      <a:pt x="62" y="101"/>
                    </a:lnTo>
                    <a:lnTo>
                      <a:pt x="62" y="101"/>
                    </a:lnTo>
                    <a:lnTo>
                      <a:pt x="62" y="104"/>
                    </a:lnTo>
                    <a:lnTo>
                      <a:pt x="62" y="104"/>
                    </a:lnTo>
                    <a:lnTo>
                      <a:pt x="60" y="104"/>
                    </a:lnTo>
                    <a:lnTo>
                      <a:pt x="60" y="104"/>
                    </a:lnTo>
                    <a:lnTo>
                      <a:pt x="60" y="104"/>
                    </a:lnTo>
                    <a:lnTo>
                      <a:pt x="60" y="104"/>
                    </a:lnTo>
                    <a:lnTo>
                      <a:pt x="60" y="106"/>
                    </a:lnTo>
                    <a:lnTo>
                      <a:pt x="57" y="106"/>
                    </a:lnTo>
                    <a:lnTo>
                      <a:pt x="57" y="106"/>
                    </a:lnTo>
                    <a:lnTo>
                      <a:pt x="57" y="106"/>
                    </a:lnTo>
                    <a:lnTo>
                      <a:pt x="55" y="106"/>
                    </a:lnTo>
                    <a:lnTo>
                      <a:pt x="55" y="106"/>
                    </a:lnTo>
                    <a:lnTo>
                      <a:pt x="55" y="109"/>
                    </a:lnTo>
                    <a:lnTo>
                      <a:pt x="55" y="109"/>
                    </a:lnTo>
                    <a:lnTo>
                      <a:pt x="53" y="109"/>
                    </a:lnTo>
                    <a:lnTo>
                      <a:pt x="53" y="109"/>
                    </a:lnTo>
                    <a:lnTo>
                      <a:pt x="53" y="109"/>
                    </a:lnTo>
                    <a:lnTo>
                      <a:pt x="53" y="109"/>
                    </a:lnTo>
                    <a:lnTo>
                      <a:pt x="53" y="111"/>
                    </a:lnTo>
                    <a:lnTo>
                      <a:pt x="50" y="111"/>
                    </a:lnTo>
                    <a:lnTo>
                      <a:pt x="50" y="111"/>
                    </a:lnTo>
                    <a:lnTo>
                      <a:pt x="50" y="111"/>
                    </a:lnTo>
                    <a:lnTo>
                      <a:pt x="48" y="111"/>
                    </a:lnTo>
                    <a:lnTo>
                      <a:pt x="48" y="111"/>
                    </a:lnTo>
                    <a:lnTo>
                      <a:pt x="48" y="111"/>
                    </a:lnTo>
                    <a:lnTo>
                      <a:pt x="48" y="111"/>
                    </a:lnTo>
                    <a:lnTo>
                      <a:pt x="48" y="113"/>
                    </a:lnTo>
                    <a:lnTo>
                      <a:pt x="45" y="113"/>
                    </a:lnTo>
                    <a:lnTo>
                      <a:pt x="45" y="113"/>
                    </a:lnTo>
                    <a:lnTo>
                      <a:pt x="45" y="113"/>
                    </a:lnTo>
                    <a:lnTo>
                      <a:pt x="45" y="113"/>
                    </a:lnTo>
                    <a:lnTo>
                      <a:pt x="43" y="113"/>
                    </a:lnTo>
                    <a:lnTo>
                      <a:pt x="43" y="116"/>
                    </a:lnTo>
                    <a:lnTo>
                      <a:pt x="43" y="116"/>
                    </a:lnTo>
                    <a:lnTo>
                      <a:pt x="41" y="116"/>
                    </a:lnTo>
                    <a:lnTo>
                      <a:pt x="41" y="116"/>
                    </a:lnTo>
                    <a:lnTo>
                      <a:pt x="41" y="116"/>
                    </a:lnTo>
                    <a:lnTo>
                      <a:pt x="41" y="116"/>
                    </a:lnTo>
                    <a:lnTo>
                      <a:pt x="41" y="118"/>
                    </a:lnTo>
                    <a:lnTo>
                      <a:pt x="38" y="118"/>
                    </a:lnTo>
                    <a:lnTo>
                      <a:pt x="38" y="118"/>
                    </a:lnTo>
                    <a:lnTo>
                      <a:pt x="38" y="118"/>
                    </a:lnTo>
                    <a:lnTo>
                      <a:pt x="38" y="118"/>
                    </a:lnTo>
                    <a:lnTo>
                      <a:pt x="36" y="118"/>
                    </a:lnTo>
                    <a:lnTo>
                      <a:pt x="36" y="120"/>
                    </a:lnTo>
                    <a:lnTo>
                      <a:pt x="36" y="120"/>
                    </a:lnTo>
                    <a:lnTo>
                      <a:pt x="36" y="120"/>
                    </a:lnTo>
                    <a:lnTo>
                      <a:pt x="34" y="120"/>
                    </a:lnTo>
                    <a:lnTo>
                      <a:pt x="34" y="120"/>
                    </a:lnTo>
                    <a:lnTo>
                      <a:pt x="34" y="120"/>
                    </a:lnTo>
                    <a:lnTo>
                      <a:pt x="34" y="120"/>
                    </a:lnTo>
                    <a:lnTo>
                      <a:pt x="31" y="120"/>
                    </a:lnTo>
                    <a:lnTo>
                      <a:pt x="31" y="123"/>
                    </a:lnTo>
                    <a:lnTo>
                      <a:pt x="31" y="123"/>
                    </a:lnTo>
                    <a:lnTo>
                      <a:pt x="29" y="123"/>
                    </a:lnTo>
                    <a:lnTo>
                      <a:pt x="29" y="123"/>
                    </a:lnTo>
                    <a:lnTo>
                      <a:pt x="29" y="123"/>
                    </a:lnTo>
                    <a:lnTo>
                      <a:pt x="29" y="123"/>
                    </a:lnTo>
                    <a:lnTo>
                      <a:pt x="29" y="125"/>
                    </a:lnTo>
                    <a:lnTo>
                      <a:pt x="27" y="125"/>
                    </a:lnTo>
                    <a:lnTo>
                      <a:pt x="27" y="125"/>
                    </a:lnTo>
                    <a:lnTo>
                      <a:pt x="27" y="125"/>
                    </a:lnTo>
                    <a:lnTo>
                      <a:pt x="27" y="125"/>
                    </a:lnTo>
                    <a:lnTo>
                      <a:pt x="24" y="125"/>
                    </a:lnTo>
                    <a:lnTo>
                      <a:pt x="24" y="125"/>
                    </a:lnTo>
                    <a:lnTo>
                      <a:pt x="22" y="125"/>
                    </a:lnTo>
                    <a:lnTo>
                      <a:pt x="22" y="125"/>
                    </a:lnTo>
                    <a:lnTo>
                      <a:pt x="22" y="125"/>
                    </a:lnTo>
                    <a:lnTo>
                      <a:pt x="19" y="125"/>
                    </a:lnTo>
                    <a:lnTo>
                      <a:pt x="19" y="125"/>
                    </a:lnTo>
                    <a:lnTo>
                      <a:pt x="19" y="125"/>
                    </a:lnTo>
                    <a:lnTo>
                      <a:pt x="19" y="125"/>
                    </a:lnTo>
                    <a:lnTo>
                      <a:pt x="17" y="125"/>
                    </a:lnTo>
                    <a:lnTo>
                      <a:pt x="17" y="125"/>
                    </a:lnTo>
                    <a:lnTo>
                      <a:pt x="15" y="125"/>
                    </a:lnTo>
                    <a:lnTo>
                      <a:pt x="15" y="123"/>
                    </a:lnTo>
                    <a:lnTo>
                      <a:pt x="15" y="123"/>
                    </a:lnTo>
                    <a:lnTo>
                      <a:pt x="15" y="123"/>
                    </a:lnTo>
                    <a:lnTo>
                      <a:pt x="15" y="123"/>
                    </a:lnTo>
                    <a:lnTo>
                      <a:pt x="15" y="120"/>
                    </a:lnTo>
                    <a:lnTo>
                      <a:pt x="12" y="120"/>
                    </a:lnTo>
                    <a:lnTo>
                      <a:pt x="12" y="120"/>
                    </a:lnTo>
                    <a:lnTo>
                      <a:pt x="12" y="120"/>
                    </a:lnTo>
                    <a:lnTo>
                      <a:pt x="12" y="120"/>
                    </a:lnTo>
                    <a:lnTo>
                      <a:pt x="10" y="120"/>
                    </a:lnTo>
                    <a:lnTo>
                      <a:pt x="10" y="120"/>
                    </a:lnTo>
                    <a:lnTo>
                      <a:pt x="10" y="120"/>
                    </a:lnTo>
                    <a:lnTo>
                      <a:pt x="8" y="120"/>
                    </a:lnTo>
                    <a:lnTo>
                      <a:pt x="8" y="118"/>
                    </a:lnTo>
                    <a:lnTo>
                      <a:pt x="8" y="118"/>
                    </a:lnTo>
                    <a:lnTo>
                      <a:pt x="8" y="118"/>
                    </a:lnTo>
                    <a:lnTo>
                      <a:pt x="8" y="118"/>
                    </a:lnTo>
                    <a:lnTo>
                      <a:pt x="8" y="116"/>
                    </a:lnTo>
                    <a:lnTo>
                      <a:pt x="5" y="116"/>
                    </a:lnTo>
                    <a:lnTo>
                      <a:pt x="5" y="116"/>
                    </a:lnTo>
                    <a:lnTo>
                      <a:pt x="5" y="116"/>
                    </a:lnTo>
                    <a:lnTo>
                      <a:pt x="5" y="116"/>
                    </a:lnTo>
                    <a:lnTo>
                      <a:pt x="5" y="113"/>
                    </a:lnTo>
                    <a:lnTo>
                      <a:pt x="5" y="113"/>
                    </a:lnTo>
                    <a:lnTo>
                      <a:pt x="5" y="113"/>
                    </a:lnTo>
                    <a:lnTo>
                      <a:pt x="5" y="111"/>
                    </a:lnTo>
                    <a:lnTo>
                      <a:pt x="5" y="111"/>
                    </a:lnTo>
                    <a:lnTo>
                      <a:pt x="5" y="111"/>
                    </a:lnTo>
                    <a:lnTo>
                      <a:pt x="5" y="111"/>
                    </a:lnTo>
                    <a:lnTo>
                      <a:pt x="5" y="111"/>
                    </a:lnTo>
                    <a:lnTo>
                      <a:pt x="5" y="109"/>
                    </a:lnTo>
                    <a:lnTo>
                      <a:pt x="5" y="109"/>
                    </a:lnTo>
                    <a:lnTo>
                      <a:pt x="5" y="106"/>
                    </a:lnTo>
                    <a:lnTo>
                      <a:pt x="5" y="106"/>
                    </a:lnTo>
                    <a:lnTo>
                      <a:pt x="5" y="106"/>
                    </a:lnTo>
                    <a:lnTo>
                      <a:pt x="5" y="104"/>
                    </a:lnTo>
                    <a:lnTo>
                      <a:pt x="5" y="104"/>
                    </a:lnTo>
                    <a:lnTo>
                      <a:pt x="5" y="104"/>
                    </a:lnTo>
                    <a:lnTo>
                      <a:pt x="5" y="104"/>
                    </a:lnTo>
                    <a:lnTo>
                      <a:pt x="5" y="101"/>
                    </a:lnTo>
                    <a:lnTo>
                      <a:pt x="5" y="101"/>
                    </a:lnTo>
                    <a:lnTo>
                      <a:pt x="5" y="101"/>
                    </a:lnTo>
                    <a:lnTo>
                      <a:pt x="5" y="101"/>
                    </a:lnTo>
                    <a:lnTo>
                      <a:pt x="5" y="99"/>
                    </a:lnTo>
                    <a:lnTo>
                      <a:pt x="5" y="99"/>
                    </a:lnTo>
                    <a:lnTo>
                      <a:pt x="5" y="99"/>
                    </a:lnTo>
                    <a:lnTo>
                      <a:pt x="5" y="97"/>
                    </a:lnTo>
                    <a:lnTo>
                      <a:pt x="8" y="97"/>
                    </a:lnTo>
                    <a:lnTo>
                      <a:pt x="8" y="97"/>
                    </a:lnTo>
                    <a:lnTo>
                      <a:pt x="8" y="94"/>
                    </a:lnTo>
                    <a:lnTo>
                      <a:pt x="8" y="94"/>
                    </a:lnTo>
                    <a:lnTo>
                      <a:pt x="8" y="94"/>
                    </a:lnTo>
                    <a:lnTo>
                      <a:pt x="8" y="94"/>
                    </a:lnTo>
                    <a:lnTo>
                      <a:pt x="8" y="92"/>
                    </a:lnTo>
                    <a:lnTo>
                      <a:pt x="8" y="92"/>
                    </a:lnTo>
                    <a:lnTo>
                      <a:pt x="8" y="92"/>
                    </a:lnTo>
                    <a:lnTo>
                      <a:pt x="8" y="92"/>
                    </a:lnTo>
                    <a:lnTo>
                      <a:pt x="8" y="90"/>
                    </a:lnTo>
                    <a:lnTo>
                      <a:pt x="8" y="90"/>
                    </a:lnTo>
                    <a:lnTo>
                      <a:pt x="8" y="90"/>
                    </a:lnTo>
                    <a:lnTo>
                      <a:pt x="8" y="90"/>
                    </a:lnTo>
                    <a:lnTo>
                      <a:pt x="8" y="90"/>
                    </a:lnTo>
                    <a:lnTo>
                      <a:pt x="10" y="90"/>
                    </a:lnTo>
                    <a:lnTo>
                      <a:pt x="10" y="87"/>
                    </a:lnTo>
                    <a:lnTo>
                      <a:pt x="10" y="87"/>
                    </a:lnTo>
                    <a:lnTo>
                      <a:pt x="12" y="87"/>
                    </a:lnTo>
                    <a:lnTo>
                      <a:pt x="12" y="87"/>
                    </a:lnTo>
                    <a:lnTo>
                      <a:pt x="12" y="87"/>
                    </a:lnTo>
                    <a:lnTo>
                      <a:pt x="15" y="87"/>
                    </a:lnTo>
                    <a:lnTo>
                      <a:pt x="15" y="87"/>
                    </a:lnTo>
                    <a:lnTo>
                      <a:pt x="15" y="87"/>
                    </a:lnTo>
                    <a:lnTo>
                      <a:pt x="15" y="87"/>
                    </a:lnTo>
                    <a:lnTo>
                      <a:pt x="15" y="87"/>
                    </a:lnTo>
                    <a:lnTo>
                      <a:pt x="15" y="87"/>
                    </a:lnTo>
                    <a:lnTo>
                      <a:pt x="15" y="85"/>
                    </a:lnTo>
                    <a:lnTo>
                      <a:pt x="15" y="85"/>
                    </a:lnTo>
                    <a:lnTo>
                      <a:pt x="15" y="85"/>
                    </a:lnTo>
                    <a:lnTo>
                      <a:pt x="15" y="83"/>
                    </a:lnTo>
                    <a:lnTo>
                      <a:pt x="15" y="83"/>
                    </a:lnTo>
                    <a:lnTo>
                      <a:pt x="17" y="83"/>
                    </a:lnTo>
                    <a:lnTo>
                      <a:pt x="17" y="83"/>
                    </a:lnTo>
                    <a:lnTo>
                      <a:pt x="17" y="83"/>
                    </a:lnTo>
                    <a:lnTo>
                      <a:pt x="19" y="83"/>
                    </a:lnTo>
                    <a:lnTo>
                      <a:pt x="19" y="80"/>
                    </a:lnTo>
                    <a:lnTo>
                      <a:pt x="19" y="80"/>
                    </a:lnTo>
                    <a:lnTo>
                      <a:pt x="19" y="80"/>
                    </a:lnTo>
                    <a:lnTo>
                      <a:pt x="19" y="80"/>
                    </a:lnTo>
                    <a:lnTo>
                      <a:pt x="19" y="80"/>
                    </a:lnTo>
                    <a:lnTo>
                      <a:pt x="22" y="80"/>
                    </a:lnTo>
                    <a:lnTo>
                      <a:pt x="22" y="78"/>
                    </a:lnTo>
                    <a:lnTo>
                      <a:pt x="22" y="78"/>
                    </a:lnTo>
                    <a:lnTo>
                      <a:pt x="19" y="78"/>
                    </a:lnTo>
                    <a:lnTo>
                      <a:pt x="19" y="75"/>
                    </a:lnTo>
                    <a:lnTo>
                      <a:pt x="19" y="75"/>
                    </a:lnTo>
                    <a:lnTo>
                      <a:pt x="19" y="75"/>
                    </a:lnTo>
                    <a:lnTo>
                      <a:pt x="19" y="73"/>
                    </a:lnTo>
                    <a:lnTo>
                      <a:pt x="19" y="73"/>
                    </a:lnTo>
                    <a:lnTo>
                      <a:pt x="19" y="71"/>
                    </a:lnTo>
                    <a:lnTo>
                      <a:pt x="19" y="71"/>
                    </a:lnTo>
                    <a:lnTo>
                      <a:pt x="17" y="71"/>
                    </a:lnTo>
                    <a:lnTo>
                      <a:pt x="17" y="71"/>
                    </a:lnTo>
                    <a:lnTo>
                      <a:pt x="17" y="71"/>
                    </a:lnTo>
                    <a:lnTo>
                      <a:pt x="15" y="71"/>
                    </a:lnTo>
                    <a:lnTo>
                      <a:pt x="15" y="71"/>
                    </a:lnTo>
                    <a:lnTo>
                      <a:pt x="17" y="71"/>
                    </a:lnTo>
                    <a:lnTo>
                      <a:pt x="17" y="68"/>
                    </a:lnTo>
                    <a:lnTo>
                      <a:pt x="17" y="68"/>
                    </a:lnTo>
                    <a:lnTo>
                      <a:pt x="17" y="68"/>
                    </a:lnTo>
                    <a:lnTo>
                      <a:pt x="17" y="68"/>
                    </a:lnTo>
                    <a:lnTo>
                      <a:pt x="15" y="68"/>
                    </a:lnTo>
                    <a:lnTo>
                      <a:pt x="15" y="66"/>
                    </a:lnTo>
                    <a:lnTo>
                      <a:pt x="15" y="66"/>
                    </a:lnTo>
                    <a:lnTo>
                      <a:pt x="15" y="66"/>
                    </a:lnTo>
                    <a:lnTo>
                      <a:pt x="15" y="68"/>
                    </a:lnTo>
                    <a:lnTo>
                      <a:pt x="12" y="68"/>
                    </a:lnTo>
                    <a:lnTo>
                      <a:pt x="12" y="68"/>
                    </a:lnTo>
                    <a:lnTo>
                      <a:pt x="12" y="68"/>
                    </a:lnTo>
                    <a:lnTo>
                      <a:pt x="10" y="68"/>
                    </a:lnTo>
                    <a:lnTo>
                      <a:pt x="10" y="68"/>
                    </a:lnTo>
                    <a:lnTo>
                      <a:pt x="8" y="68"/>
                    </a:lnTo>
                    <a:lnTo>
                      <a:pt x="8" y="68"/>
                    </a:lnTo>
                    <a:lnTo>
                      <a:pt x="8" y="66"/>
                    </a:lnTo>
                    <a:lnTo>
                      <a:pt x="8" y="66"/>
                    </a:lnTo>
                    <a:lnTo>
                      <a:pt x="5" y="66"/>
                    </a:lnTo>
                    <a:lnTo>
                      <a:pt x="5" y="66"/>
                    </a:lnTo>
                    <a:lnTo>
                      <a:pt x="5" y="64"/>
                    </a:lnTo>
                    <a:lnTo>
                      <a:pt x="5" y="64"/>
                    </a:lnTo>
                    <a:lnTo>
                      <a:pt x="5" y="64"/>
                    </a:lnTo>
                    <a:lnTo>
                      <a:pt x="5" y="61"/>
                    </a:lnTo>
                    <a:lnTo>
                      <a:pt x="5" y="61"/>
                    </a:lnTo>
                    <a:lnTo>
                      <a:pt x="5" y="61"/>
                    </a:lnTo>
                    <a:lnTo>
                      <a:pt x="5" y="59"/>
                    </a:lnTo>
                    <a:lnTo>
                      <a:pt x="5" y="59"/>
                    </a:lnTo>
                    <a:lnTo>
                      <a:pt x="5" y="56"/>
                    </a:lnTo>
                    <a:lnTo>
                      <a:pt x="5" y="56"/>
                    </a:lnTo>
                    <a:lnTo>
                      <a:pt x="5" y="54"/>
                    </a:lnTo>
                    <a:lnTo>
                      <a:pt x="5" y="54"/>
                    </a:lnTo>
                    <a:lnTo>
                      <a:pt x="5" y="54"/>
                    </a:lnTo>
                    <a:lnTo>
                      <a:pt x="5" y="52"/>
                    </a:lnTo>
                    <a:lnTo>
                      <a:pt x="5" y="52"/>
                    </a:lnTo>
                    <a:lnTo>
                      <a:pt x="5" y="52"/>
                    </a:lnTo>
                    <a:lnTo>
                      <a:pt x="5" y="49"/>
                    </a:lnTo>
                    <a:lnTo>
                      <a:pt x="5" y="49"/>
                    </a:lnTo>
                    <a:lnTo>
                      <a:pt x="5" y="47"/>
                    </a:lnTo>
                    <a:lnTo>
                      <a:pt x="5" y="47"/>
                    </a:lnTo>
                    <a:lnTo>
                      <a:pt x="5" y="47"/>
                    </a:lnTo>
                    <a:lnTo>
                      <a:pt x="5" y="47"/>
                    </a:lnTo>
                    <a:lnTo>
                      <a:pt x="3" y="47"/>
                    </a:lnTo>
                    <a:lnTo>
                      <a:pt x="3" y="45"/>
                    </a:lnTo>
                    <a:lnTo>
                      <a:pt x="3" y="45"/>
                    </a:lnTo>
                    <a:lnTo>
                      <a:pt x="3" y="45"/>
                    </a:lnTo>
                    <a:lnTo>
                      <a:pt x="0" y="45"/>
                    </a:lnTo>
                    <a:lnTo>
                      <a:pt x="0" y="42"/>
                    </a:lnTo>
                    <a:lnTo>
                      <a:pt x="0" y="42"/>
                    </a:lnTo>
                    <a:lnTo>
                      <a:pt x="3" y="42"/>
                    </a:lnTo>
                    <a:lnTo>
                      <a:pt x="3" y="42"/>
                    </a:lnTo>
                    <a:lnTo>
                      <a:pt x="3" y="40"/>
                    </a:lnTo>
                    <a:lnTo>
                      <a:pt x="3" y="40"/>
                    </a:lnTo>
                    <a:lnTo>
                      <a:pt x="3" y="40"/>
                    </a:lnTo>
                    <a:lnTo>
                      <a:pt x="5" y="40"/>
                    </a:lnTo>
                    <a:lnTo>
                      <a:pt x="5" y="38"/>
                    </a:lnTo>
                    <a:lnTo>
                      <a:pt x="3" y="38"/>
                    </a:lnTo>
                    <a:lnTo>
                      <a:pt x="3" y="38"/>
                    </a:lnTo>
                    <a:lnTo>
                      <a:pt x="3" y="35"/>
                    </a:lnTo>
                    <a:lnTo>
                      <a:pt x="5" y="35"/>
                    </a:lnTo>
                    <a:lnTo>
                      <a:pt x="5" y="35"/>
                    </a:lnTo>
                    <a:lnTo>
                      <a:pt x="5" y="35"/>
                    </a:lnTo>
                    <a:lnTo>
                      <a:pt x="5" y="33"/>
                    </a:lnTo>
                    <a:lnTo>
                      <a:pt x="5" y="33"/>
                    </a:lnTo>
                    <a:lnTo>
                      <a:pt x="5" y="35"/>
                    </a:lnTo>
                    <a:lnTo>
                      <a:pt x="8" y="35"/>
                    </a:lnTo>
                    <a:lnTo>
                      <a:pt x="8" y="35"/>
                    </a:lnTo>
                    <a:lnTo>
                      <a:pt x="8" y="35"/>
                    </a:lnTo>
                    <a:lnTo>
                      <a:pt x="8" y="35"/>
                    </a:lnTo>
                    <a:lnTo>
                      <a:pt x="10" y="35"/>
                    </a:lnTo>
                    <a:lnTo>
                      <a:pt x="10" y="35"/>
                    </a:lnTo>
                    <a:lnTo>
                      <a:pt x="10" y="38"/>
                    </a:lnTo>
                    <a:lnTo>
                      <a:pt x="12" y="38"/>
                    </a:lnTo>
                    <a:lnTo>
                      <a:pt x="12" y="35"/>
                    </a:lnTo>
                    <a:lnTo>
                      <a:pt x="12" y="35"/>
                    </a:lnTo>
                    <a:lnTo>
                      <a:pt x="12" y="35"/>
                    </a:lnTo>
                    <a:lnTo>
                      <a:pt x="12" y="33"/>
                    </a:lnTo>
                    <a:lnTo>
                      <a:pt x="12" y="33"/>
                    </a:lnTo>
                    <a:lnTo>
                      <a:pt x="15" y="33"/>
                    </a:lnTo>
                    <a:lnTo>
                      <a:pt x="15" y="33"/>
                    </a:lnTo>
                    <a:lnTo>
                      <a:pt x="15" y="33"/>
                    </a:lnTo>
                    <a:lnTo>
                      <a:pt x="15" y="33"/>
                    </a:lnTo>
                    <a:lnTo>
                      <a:pt x="15" y="30"/>
                    </a:lnTo>
                    <a:lnTo>
                      <a:pt x="15" y="30"/>
                    </a:lnTo>
                    <a:lnTo>
                      <a:pt x="15" y="30"/>
                    </a:lnTo>
                    <a:lnTo>
                      <a:pt x="15" y="28"/>
                    </a:lnTo>
                    <a:lnTo>
                      <a:pt x="15" y="28"/>
                    </a:lnTo>
                    <a:lnTo>
                      <a:pt x="17" y="28"/>
                    </a:lnTo>
                    <a:lnTo>
                      <a:pt x="17" y="28"/>
                    </a:lnTo>
                    <a:lnTo>
                      <a:pt x="19" y="28"/>
                    </a:lnTo>
                    <a:lnTo>
                      <a:pt x="19" y="26"/>
                    </a:lnTo>
                    <a:lnTo>
                      <a:pt x="19" y="26"/>
                    </a:lnTo>
                    <a:lnTo>
                      <a:pt x="19" y="26"/>
                    </a:lnTo>
                    <a:lnTo>
                      <a:pt x="19" y="28"/>
                    </a:lnTo>
                    <a:lnTo>
                      <a:pt x="22" y="28"/>
                    </a:lnTo>
                    <a:lnTo>
                      <a:pt x="22" y="28"/>
                    </a:lnTo>
                    <a:lnTo>
                      <a:pt x="22" y="26"/>
                    </a:lnTo>
                    <a:lnTo>
                      <a:pt x="22" y="26"/>
                    </a:lnTo>
                    <a:lnTo>
                      <a:pt x="22" y="26"/>
                    </a:lnTo>
                    <a:lnTo>
                      <a:pt x="22" y="26"/>
                    </a:lnTo>
                    <a:lnTo>
                      <a:pt x="22" y="23"/>
                    </a:lnTo>
                    <a:lnTo>
                      <a:pt x="22" y="23"/>
                    </a:lnTo>
                    <a:lnTo>
                      <a:pt x="22" y="23"/>
                    </a:lnTo>
                    <a:lnTo>
                      <a:pt x="19" y="23"/>
                    </a:lnTo>
                    <a:lnTo>
                      <a:pt x="19" y="21"/>
                    </a:lnTo>
                    <a:lnTo>
                      <a:pt x="19" y="21"/>
                    </a:lnTo>
                    <a:lnTo>
                      <a:pt x="19" y="21"/>
                    </a:lnTo>
                    <a:lnTo>
                      <a:pt x="19" y="21"/>
                    </a:lnTo>
                    <a:lnTo>
                      <a:pt x="19" y="21"/>
                    </a:lnTo>
                    <a:lnTo>
                      <a:pt x="19" y="19"/>
                    </a:lnTo>
                    <a:lnTo>
                      <a:pt x="19" y="19"/>
                    </a:lnTo>
                    <a:lnTo>
                      <a:pt x="19" y="16"/>
                    </a:lnTo>
                    <a:lnTo>
                      <a:pt x="19" y="16"/>
                    </a:lnTo>
                    <a:lnTo>
                      <a:pt x="22" y="16"/>
                    </a:lnTo>
                    <a:lnTo>
                      <a:pt x="22" y="14"/>
                    </a:lnTo>
                    <a:lnTo>
                      <a:pt x="22" y="14"/>
                    </a:lnTo>
                    <a:lnTo>
                      <a:pt x="22" y="11"/>
                    </a:lnTo>
                    <a:lnTo>
                      <a:pt x="22" y="11"/>
                    </a:lnTo>
                    <a:lnTo>
                      <a:pt x="22" y="11"/>
                    </a:lnTo>
                    <a:lnTo>
                      <a:pt x="22" y="11"/>
                    </a:lnTo>
                    <a:lnTo>
                      <a:pt x="24" y="11"/>
                    </a:lnTo>
                    <a:lnTo>
                      <a:pt x="24" y="11"/>
                    </a:lnTo>
                    <a:lnTo>
                      <a:pt x="24" y="11"/>
                    </a:lnTo>
                    <a:lnTo>
                      <a:pt x="27" y="11"/>
                    </a:lnTo>
                    <a:lnTo>
                      <a:pt x="27" y="11"/>
                    </a:lnTo>
                    <a:lnTo>
                      <a:pt x="27" y="11"/>
                    </a:lnTo>
                    <a:lnTo>
                      <a:pt x="29" y="11"/>
                    </a:lnTo>
                    <a:lnTo>
                      <a:pt x="29" y="14"/>
                    </a:lnTo>
                    <a:lnTo>
                      <a:pt x="29" y="14"/>
                    </a:lnTo>
                    <a:lnTo>
                      <a:pt x="29" y="14"/>
                    </a:lnTo>
                    <a:lnTo>
                      <a:pt x="29" y="14"/>
                    </a:lnTo>
                    <a:lnTo>
                      <a:pt x="29" y="16"/>
                    </a:lnTo>
                    <a:lnTo>
                      <a:pt x="29" y="16"/>
                    </a:lnTo>
                    <a:lnTo>
                      <a:pt x="31" y="16"/>
                    </a:lnTo>
                    <a:lnTo>
                      <a:pt x="31" y="16"/>
                    </a:lnTo>
                    <a:lnTo>
                      <a:pt x="31" y="16"/>
                    </a:lnTo>
                    <a:lnTo>
                      <a:pt x="34" y="16"/>
                    </a:lnTo>
                    <a:lnTo>
                      <a:pt x="34" y="16"/>
                    </a:lnTo>
                    <a:lnTo>
                      <a:pt x="34" y="16"/>
                    </a:lnTo>
                    <a:lnTo>
                      <a:pt x="36" y="16"/>
                    </a:lnTo>
                    <a:lnTo>
                      <a:pt x="36" y="16"/>
                    </a:lnTo>
                    <a:lnTo>
                      <a:pt x="38" y="16"/>
                    </a:lnTo>
                    <a:lnTo>
                      <a:pt x="38" y="16"/>
                    </a:lnTo>
                    <a:lnTo>
                      <a:pt x="38" y="16"/>
                    </a:lnTo>
                    <a:lnTo>
                      <a:pt x="38" y="16"/>
                    </a:lnTo>
                    <a:lnTo>
                      <a:pt x="41" y="16"/>
                    </a:lnTo>
                    <a:lnTo>
                      <a:pt x="41" y="16"/>
                    </a:lnTo>
                    <a:lnTo>
                      <a:pt x="41" y="16"/>
                    </a:lnTo>
                    <a:lnTo>
                      <a:pt x="41" y="14"/>
                    </a:lnTo>
                    <a:lnTo>
                      <a:pt x="41" y="14"/>
                    </a:lnTo>
                    <a:lnTo>
                      <a:pt x="43" y="14"/>
                    </a:lnTo>
                    <a:lnTo>
                      <a:pt x="43" y="14"/>
                    </a:lnTo>
                    <a:lnTo>
                      <a:pt x="43" y="14"/>
                    </a:lnTo>
                    <a:lnTo>
                      <a:pt x="45" y="14"/>
                    </a:lnTo>
                    <a:lnTo>
                      <a:pt x="45" y="14"/>
                    </a:lnTo>
                    <a:lnTo>
                      <a:pt x="45" y="14"/>
                    </a:lnTo>
                    <a:lnTo>
                      <a:pt x="48" y="14"/>
                    </a:lnTo>
                    <a:lnTo>
                      <a:pt x="48" y="11"/>
                    </a:lnTo>
                    <a:lnTo>
                      <a:pt x="48" y="11"/>
                    </a:lnTo>
                    <a:lnTo>
                      <a:pt x="48" y="11"/>
                    </a:lnTo>
                    <a:lnTo>
                      <a:pt x="50" y="11"/>
                    </a:lnTo>
                    <a:lnTo>
                      <a:pt x="50" y="11"/>
                    </a:lnTo>
                    <a:lnTo>
                      <a:pt x="50" y="11"/>
                    </a:lnTo>
                    <a:lnTo>
                      <a:pt x="53" y="11"/>
                    </a:lnTo>
                    <a:lnTo>
                      <a:pt x="53" y="11"/>
                    </a:lnTo>
                    <a:lnTo>
                      <a:pt x="53" y="11"/>
                    </a:lnTo>
                    <a:lnTo>
                      <a:pt x="53" y="11"/>
                    </a:lnTo>
                    <a:lnTo>
                      <a:pt x="55" y="11"/>
                    </a:lnTo>
                    <a:lnTo>
                      <a:pt x="55" y="9"/>
                    </a:lnTo>
                    <a:lnTo>
                      <a:pt x="55" y="9"/>
                    </a:lnTo>
                    <a:lnTo>
                      <a:pt x="55" y="9"/>
                    </a:lnTo>
                    <a:lnTo>
                      <a:pt x="57" y="9"/>
                    </a:lnTo>
                    <a:lnTo>
                      <a:pt x="57" y="9"/>
                    </a:lnTo>
                    <a:lnTo>
                      <a:pt x="60" y="9"/>
                    </a:lnTo>
                    <a:lnTo>
                      <a:pt x="60" y="9"/>
                    </a:lnTo>
                    <a:lnTo>
                      <a:pt x="60" y="11"/>
                    </a:lnTo>
                    <a:lnTo>
                      <a:pt x="60" y="11"/>
                    </a:lnTo>
                    <a:lnTo>
                      <a:pt x="62" y="11"/>
                    </a:lnTo>
                    <a:lnTo>
                      <a:pt x="62" y="11"/>
                    </a:lnTo>
                    <a:lnTo>
                      <a:pt x="62" y="11"/>
                    </a:lnTo>
                    <a:lnTo>
                      <a:pt x="62" y="11"/>
                    </a:lnTo>
                    <a:lnTo>
                      <a:pt x="62" y="11"/>
                    </a:lnTo>
                    <a:lnTo>
                      <a:pt x="64" y="11"/>
                    </a:lnTo>
                    <a:lnTo>
                      <a:pt x="64" y="14"/>
                    </a:lnTo>
                    <a:lnTo>
                      <a:pt x="64" y="14"/>
                    </a:lnTo>
                    <a:lnTo>
                      <a:pt x="67" y="14"/>
                    </a:lnTo>
                    <a:lnTo>
                      <a:pt x="67" y="14"/>
                    </a:lnTo>
                    <a:lnTo>
                      <a:pt x="67" y="14"/>
                    </a:lnTo>
                    <a:lnTo>
                      <a:pt x="67" y="14"/>
                    </a:lnTo>
                    <a:lnTo>
                      <a:pt x="69" y="14"/>
                    </a:lnTo>
                    <a:lnTo>
                      <a:pt x="69" y="14"/>
                    </a:lnTo>
                    <a:lnTo>
                      <a:pt x="71" y="14"/>
                    </a:lnTo>
                    <a:lnTo>
                      <a:pt x="71" y="14"/>
                    </a:lnTo>
                    <a:lnTo>
                      <a:pt x="71" y="14"/>
                    </a:lnTo>
                    <a:lnTo>
                      <a:pt x="74" y="14"/>
                    </a:lnTo>
                    <a:lnTo>
                      <a:pt x="74" y="14"/>
                    </a:lnTo>
                    <a:lnTo>
                      <a:pt x="74" y="14"/>
                    </a:lnTo>
                    <a:lnTo>
                      <a:pt x="74" y="16"/>
                    </a:lnTo>
                    <a:lnTo>
                      <a:pt x="76" y="16"/>
                    </a:lnTo>
                    <a:lnTo>
                      <a:pt x="76" y="16"/>
                    </a:lnTo>
                    <a:lnTo>
                      <a:pt x="79" y="16"/>
                    </a:lnTo>
                    <a:lnTo>
                      <a:pt x="79" y="16"/>
                    </a:lnTo>
                    <a:lnTo>
                      <a:pt x="79" y="16"/>
                    </a:lnTo>
                    <a:lnTo>
                      <a:pt x="79" y="14"/>
                    </a:lnTo>
                    <a:lnTo>
                      <a:pt x="81" y="14"/>
                    </a:lnTo>
                    <a:lnTo>
                      <a:pt x="81" y="14"/>
                    </a:lnTo>
                    <a:lnTo>
                      <a:pt x="81" y="14"/>
                    </a:lnTo>
                    <a:lnTo>
                      <a:pt x="83" y="14"/>
                    </a:lnTo>
                    <a:lnTo>
                      <a:pt x="83" y="14"/>
                    </a:lnTo>
                    <a:lnTo>
                      <a:pt x="86" y="14"/>
                    </a:lnTo>
                    <a:lnTo>
                      <a:pt x="86" y="14"/>
                    </a:lnTo>
                    <a:lnTo>
                      <a:pt x="86" y="14"/>
                    </a:lnTo>
                    <a:lnTo>
                      <a:pt x="86" y="14"/>
                    </a:lnTo>
                    <a:lnTo>
                      <a:pt x="88" y="14"/>
                    </a:lnTo>
                    <a:lnTo>
                      <a:pt x="88" y="14"/>
                    </a:lnTo>
                    <a:lnTo>
                      <a:pt x="88" y="14"/>
                    </a:lnTo>
                    <a:lnTo>
                      <a:pt x="90" y="14"/>
                    </a:lnTo>
                    <a:lnTo>
                      <a:pt x="90" y="14"/>
                    </a:lnTo>
                    <a:lnTo>
                      <a:pt x="90" y="11"/>
                    </a:lnTo>
                    <a:lnTo>
                      <a:pt x="93" y="11"/>
                    </a:lnTo>
                    <a:lnTo>
                      <a:pt x="93" y="11"/>
                    </a:lnTo>
                    <a:lnTo>
                      <a:pt x="93" y="11"/>
                    </a:lnTo>
                    <a:lnTo>
                      <a:pt x="93" y="11"/>
                    </a:lnTo>
                    <a:lnTo>
                      <a:pt x="95" y="11"/>
                    </a:lnTo>
                    <a:lnTo>
                      <a:pt x="95" y="11"/>
                    </a:lnTo>
                    <a:lnTo>
                      <a:pt x="95" y="11"/>
                    </a:lnTo>
                    <a:lnTo>
                      <a:pt x="95" y="11"/>
                    </a:lnTo>
                    <a:lnTo>
                      <a:pt x="98" y="11"/>
                    </a:lnTo>
                    <a:lnTo>
                      <a:pt x="98" y="11"/>
                    </a:lnTo>
                    <a:lnTo>
                      <a:pt x="98" y="9"/>
                    </a:lnTo>
                    <a:lnTo>
                      <a:pt x="100" y="9"/>
                    </a:lnTo>
                    <a:lnTo>
                      <a:pt x="100" y="9"/>
                    </a:lnTo>
                    <a:lnTo>
                      <a:pt x="100" y="9"/>
                    </a:lnTo>
                    <a:lnTo>
                      <a:pt x="100" y="9"/>
                    </a:lnTo>
                    <a:lnTo>
                      <a:pt x="102" y="9"/>
                    </a:lnTo>
                    <a:lnTo>
                      <a:pt x="102" y="7"/>
                    </a:lnTo>
                    <a:lnTo>
                      <a:pt x="102" y="7"/>
                    </a:lnTo>
                    <a:lnTo>
                      <a:pt x="102" y="7"/>
                    </a:lnTo>
                    <a:lnTo>
                      <a:pt x="105" y="7"/>
                    </a:lnTo>
                    <a:lnTo>
                      <a:pt x="105" y="7"/>
                    </a:lnTo>
                    <a:lnTo>
                      <a:pt x="105" y="7"/>
                    </a:lnTo>
                    <a:lnTo>
                      <a:pt x="107" y="7"/>
                    </a:lnTo>
                    <a:lnTo>
                      <a:pt x="107" y="7"/>
                    </a:lnTo>
                    <a:lnTo>
                      <a:pt x="107" y="4"/>
                    </a:lnTo>
                    <a:lnTo>
                      <a:pt x="107" y="4"/>
                    </a:lnTo>
                    <a:lnTo>
                      <a:pt x="109" y="4"/>
                    </a:lnTo>
                    <a:lnTo>
                      <a:pt x="109" y="4"/>
                    </a:lnTo>
                    <a:lnTo>
                      <a:pt x="109" y="4"/>
                    </a:lnTo>
                    <a:lnTo>
                      <a:pt x="112" y="4"/>
                    </a:lnTo>
                    <a:lnTo>
                      <a:pt x="112" y="4"/>
                    </a:lnTo>
                    <a:lnTo>
                      <a:pt x="112" y="4"/>
                    </a:lnTo>
                    <a:lnTo>
                      <a:pt x="114" y="4"/>
                    </a:lnTo>
                    <a:lnTo>
                      <a:pt x="114" y="4"/>
                    </a:lnTo>
                    <a:lnTo>
                      <a:pt x="114" y="4"/>
                    </a:lnTo>
                    <a:lnTo>
                      <a:pt x="116" y="4"/>
                    </a:lnTo>
                    <a:lnTo>
                      <a:pt x="116" y="4"/>
                    </a:lnTo>
                    <a:lnTo>
                      <a:pt x="116" y="4"/>
                    </a:lnTo>
                    <a:lnTo>
                      <a:pt x="119" y="4"/>
                    </a:lnTo>
                    <a:lnTo>
                      <a:pt x="119" y="4"/>
                    </a:lnTo>
                    <a:lnTo>
                      <a:pt x="119" y="4"/>
                    </a:lnTo>
                    <a:lnTo>
                      <a:pt x="121" y="4"/>
                    </a:lnTo>
                    <a:lnTo>
                      <a:pt x="121" y="4"/>
                    </a:lnTo>
                    <a:lnTo>
                      <a:pt x="121" y="4"/>
                    </a:lnTo>
                    <a:lnTo>
                      <a:pt x="124" y="4"/>
                    </a:lnTo>
                    <a:lnTo>
                      <a:pt x="124" y="4"/>
                    </a:lnTo>
                    <a:lnTo>
                      <a:pt x="126" y="4"/>
                    </a:lnTo>
                    <a:lnTo>
                      <a:pt x="126" y="4"/>
                    </a:lnTo>
                    <a:lnTo>
                      <a:pt x="126" y="4"/>
                    </a:lnTo>
                    <a:lnTo>
                      <a:pt x="128" y="4"/>
                    </a:lnTo>
                    <a:lnTo>
                      <a:pt x="128" y="4"/>
                    </a:lnTo>
                    <a:lnTo>
                      <a:pt x="128" y="4"/>
                    </a:lnTo>
                    <a:lnTo>
                      <a:pt x="128" y="4"/>
                    </a:lnTo>
                    <a:lnTo>
                      <a:pt x="131" y="4"/>
                    </a:lnTo>
                    <a:lnTo>
                      <a:pt x="131" y="4"/>
                    </a:lnTo>
                    <a:lnTo>
                      <a:pt x="133" y="4"/>
                    </a:lnTo>
                    <a:lnTo>
                      <a:pt x="133" y="4"/>
                    </a:lnTo>
                    <a:lnTo>
                      <a:pt x="133" y="4"/>
                    </a:lnTo>
                    <a:lnTo>
                      <a:pt x="135" y="4"/>
                    </a:lnTo>
                    <a:lnTo>
                      <a:pt x="135" y="2"/>
                    </a:lnTo>
                    <a:lnTo>
                      <a:pt x="135" y="2"/>
                    </a:lnTo>
                    <a:lnTo>
                      <a:pt x="135" y="2"/>
                    </a:lnTo>
                    <a:lnTo>
                      <a:pt x="138" y="2"/>
                    </a:lnTo>
                    <a:lnTo>
                      <a:pt x="138" y="2"/>
                    </a:lnTo>
                    <a:lnTo>
                      <a:pt x="138" y="2"/>
                    </a:lnTo>
                    <a:lnTo>
                      <a:pt x="140" y="2"/>
                    </a:lnTo>
                    <a:lnTo>
                      <a:pt x="140" y="2"/>
                    </a:lnTo>
                    <a:lnTo>
                      <a:pt x="140" y="2"/>
                    </a:lnTo>
                    <a:lnTo>
                      <a:pt x="140" y="0"/>
                    </a:lnTo>
                    <a:lnTo>
                      <a:pt x="140" y="0"/>
                    </a:lnTo>
                    <a:lnTo>
                      <a:pt x="142" y="0"/>
                    </a:lnTo>
                    <a:lnTo>
                      <a:pt x="142" y="0"/>
                    </a:lnTo>
                    <a:lnTo>
                      <a:pt x="142" y="2"/>
                    </a:lnTo>
                    <a:lnTo>
                      <a:pt x="145" y="2"/>
                    </a:lnTo>
                    <a:lnTo>
                      <a:pt x="145" y="2"/>
                    </a:lnTo>
                    <a:lnTo>
                      <a:pt x="145" y="2"/>
                    </a:lnTo>
                    <a:lnTo>
                      <a:pt x="145" y="4"/>
                    </a:lnTo>
                    <a:lnTo>
                      <a:pt x="145" y="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43"/>
              <p:cNvSpPr>
                <a:spLocks/>
              </p:cNvSpPr>
              <p:nvPr/>
            </p:nvSpPr>
            <p:spPr bwMode="auto">
              <a:xfrm>
                <a:off x="2379" y="1379"/>
                <a:ext cx="1" cy="2"/>
              </a:xfrm>
              <a:custGeom>
                <a:avLst/>
                <a:gdLst/>
                <a:ahLst/>
                <a:cxnLst>
                  <a:cxn ang="0">
                    <a:pos x="0" y="0"/>
                  </a:cxn>
                  <a:cxn ang="0">
                    <a:pos x="0" y="0"/>
                  </a:cxn>
                  <a:cxn ang="0">
                    <a:pos x="0" y="0"/>
                  </a:cxn>
                  <a:cxn ang="0">
                    <a:pos x="0" y="0"/>
                  </a:cxn>
                  <a:cxn ang="0">
                    <a:pos x="0" y="2"/>
                  </a:cxn>
                  <a:cxn ang="0">
                    <a:pos x="0" y="2"/>
                  </a:cxn>
                  <a:cxn ang="0">
                    <a:pos x="0" y="0"/>
                  </a:cxn>
                  <a:cxn ang="0">
                    <a:pos x="0" y="0"/>
                  </a:cxn>
                  <a:cxn ang="0">
                    <a:pos x="0" y="0"/>
                  </a:cxn>
                </a:cxnLst>
                <a:rect l="0" t="0" r="r" b="b"/>
                <a:pathLst>
                  <a:path h="2">
                    <a:moveTo>
                      <a:pt x="0" y="0"/>
                    </a:moveTo>
                    <a:lnTo>
                      <a:pt x="0" y="0"/>
                    </a:lnTo>
                    <a:lnTo>
                      <a:pt x="0" y="0"/>
                    </a:lnTo>
                    <a:lnTo>
                      <a:pt x="0" y="0"/>
                    </a:lnTo>
                    <a:lnTo>
                      <a:pt x="0" y="2"/>
                    </a:lnTo>
                    <a:lnTo>
                      <a:pt x="0" y="2"/>
                    </a:lnTo>
                    <a:lnTo>
                      <a:pt x="0" y="0"/>
                    </a:lnTo>
                    <a:lnTo>
                      <a:pt x="0"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44"/>
              <p:cNvSpPr>
                <a:spLocks/>
              </p:cNvSpPr>
              <p:nvPr/>
            </p:nvSpPr>
            <p:spPr bwMode="auto">
              <a:xfrm>
                <a:off x="2379" y="1379"/>
                <a:ext cx="1" cy="2"/>
              </a:xfrm>
              <a:custGeom>
                <a:avLst/>
                <a:gdLst/>
                <a:ahLst/>
                <a:cxnLst>
                  <a:cxn ang="0">
                    <a:pos x="0" y="0"/>
                  </a:cxn>
                  <a:cxn ang="0">
                    <a:pos x="0" y="0"/>
                  </a:cxn>
                  <a:cxn ang="0">
                    <a:pos x="0" y="0"/>
                  </a:cxn>
                  <a:cxn ang="0">
                    <a:pos x="0" y="0"/>
                  </a:cxn>
                  <a:cxn ang="0">
                    <a:pos x="0" y="2"/>
                  </a:cxn>
                  <a:cxn ang="0">
                    <a:pos x="0" y="2"/>
                  </a:cxn>
                  <a:cxn ang="0">
                    <a:pos x="0" y="0"/>
                  </a:cxn>
                  <a:cxn ang="0">
                    <a:pos x="0" y="0"/>
                  </a:cxn>
                  <a:cxn ang="0">
                    <a:pos x="0" y="0"/>
                  </a:cxn>
                </a:cxnLst>
                <a:rect l="0" t="0" r="r" b="b"/>
                <a:pathLst>
                  <a:path h="2">
                    <a:moveTo>
                      <a:pt x="0" y="0"/>
                    </a:moveTo>
                    <a:lnTo>
                      <a:pt x="0" y="0"/>
                    </a:lnTo>
                    <a:lnTo>
                      <a:pt x="0" y="0"/>
                    </a:lnTo>
                    <a:lnTo>
                      <a:pt x="0" y="0"/>
                    </a:lnTo>
                    <a:lnTo>
                      <a:pt x="0" y="2"/>
                    </a:lnTo>
                    <a:lnTo>
                      <a:pt x="0" y="2"/>
                    </a:lnTo>
                    <a:lnTo>
                      <a:pt x="0" y="0"/>
                    </a:lnTo>
                    <a:lnTo>
                      <a:pt x="0"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45"/>
              <p:cNvSpPr>
                <a:spLocks/>
              </p:cNvSpPr>
              <p:nvPr/>
            </p:nvSpPr>
            <p:spPr bwMode="auto">
              <a:xfrm>
                <a:off x="1591" y="1111"/>
                <a:ext cx="4" cy="2"/>
              </a:xfrm>
              <a:custGeom>
                <a:avLst/>
                <a:gdLst/>
                <a:ahLst/>
                <a:cxnLst>
                  <a:cxn ang="0">
                    <a:pos x="4" y="2"/>
                  </a:cxn>
                  <a:cxn ang="0">
                    <a:pos x="2" y="2"/>
                  </a:cxn>
                  <a:cxn ang="0">
                    <a:pos x="2" y="2"/>
                  </a:cxn>
                  <a:cxn ang="0">
                    <a:pos x="0" y="2"/>
                  </a:cxn>
                  <a:cxn ang="0">
                    <a:pos x="0" y="0"/>
                  </a:cxn>
                  <a:cxn ang="0">
                    <a:pos x="2" y="0"/>
                  </a:cxn>
                  <a:cxn ang="0">
                    <a:pos x="2" y="0"/>
                  </a:cxn>
                  <a:cxn ang="0">
                    <a:pos x="4" y="0"/>
                  </a:cxn>
                  <a:cxn ang="0">
                    <a:pos x="4" y="2"/>
                  </a:cxn>
                </a:cxnLst>
                <a:rect l="0" t="0" r="r" b="b"/>
                <a:pathLst>
                  <a:path w="4" h="2">
                    <a:moveTo>
                      <a:pt x="4" y="2"/>
                    </a:moveTo>
                    <a:lnTo>
                      <a:pt x="2" y="2"/>
                    </a:lnTo>
                    <a:lnTo>
                      <a:pt x="2" y="2"/>
                    </a:lnTo>
                    <a:lnTo>
                      <a:pt x="0" y="2"/>
                    </a:lnTo>
                    <a:lnTo>
                      <a:pt x="0" y="0"/>
                    </a:lnTo>
                    <a:lnTo>
                      <a:pt x="2" y="0"/>
                    </a:lnTo>
                    <a:lnTo>
                      <a:pt x="2" y="0"/>
                    </a:lnTo>
                    <a:lnTo>
                      <a:pt x="4" y="0"/>
                    </a:lnTo>
                    <a:lnTo>
                      <a:pt x="4"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46"/>
              <p:cNvSpPr>
                <a:spLocks/>
              </p:cNvSpPr>
              <p:nvPr/>
            </p:nvSpPr>
            <p:spPr bwMode="auto">
              <a:xfrm>
                <a:off x="1591" y="1111"/>
                <a:ext cx="4" cy="2"/>
              </a:xfrm>
              <a:custGeom>
                <a:avLst/>
                <a:gdLst/>
                <a:ahLst/>
                <a:cxnLst>
                  <a:cxn ang="0">
                    <a:pos x="4" y="2"/>
                  </a:cxn>
                  <a:cxn ang="0">
                    <a:pos x="2" y="2"/>
                  </a:cxn>
                  <a:cxn ang="0">
                    <a:pos x="2" y="2"/>
                  </a:cxn>
                  <a:cxn ang="0">
                    <a:pos x="0" y="2"/>
                  </a:cxn>
                  <a:cxn ang="0">
                    <a:pos x="0" y="0"/>
                  </a:cxn>
                  <a:cxn ang="0">
                    <a:pos x="2" y="0"/>
                  </a:cxn>
                  <a:cxn ang="0">
                    <a:pos x="2" y="0"/>
                  </a:cxn>
                  <a:cxn ang="0">
                    <a:pos x="4" y="0"/>
                  </a:cxn>
                  <a:cxn ang="0">
                    <a:pos x="4" y="2"/>
                  </a:cxn>
                </a:cxnLst>
                <a:rect l="0" t="0" r="r" b="b"/>
                <a:pathLst>
                  <a:path w="4" h="2">
                    <a:moveTo>
                      <a:pt x="4" y="2"/>
                    </a:moveTo>
                    <a:lnTo>
                      <a:pt x="2" y="2"/>
                    </a:lnTo>
                    <a:lnTo>
                      <a:pt x="2" y="2"/>
                    </a:lnTo>
                    <a:lnTo>
                      <a:pt x="0" y="2"/>
                    </a:lnTo>
                    <a:lnTo>
                      <a:pt x="0" y="0"/>
                    </a:lnTo>
                    <a:lnTo>
                      <a:pt x="2" y="0"/>
                    </a:lnTo>
                    <a:lnTo>
                      <a:pt x="2" y="0"/>
                    </a:lnTo>
                    <a:lnTo>
                      <a:pt x="4" y="0"/>
                    </a:lnTo>
                    <a:lnTo>
                      <a:pt x="4"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47"/>
              <p:cNvSpPr>
                <a:spLocks/>
              </p:cNvSpPr>
              <p:nvPr/>
            </p:nvSpPr>
            <p:spPr bwMode="auto">
              <a:xfrm>
                <a:off x="1508" y="981"/>
                <a:ext cx="1" cy="2"/>
              </a:xfrm>
              <a:custGeom>
                <a:avLst/>
                <a:gdLst/>
                <a:ahLst/>
                <a:cxnLst>
                  <a:cxn ang="0">
                    <a:pos x="0" y="2"/>
                  </a:cxn>
                  <a:cxn ang="0">
                    <a:pos x="0" y="2"/>
                  </a:cxn>
                  <a:cxn ang="0">
                    <a:pos x="0" y="0"/>
                  </a:cxn>
                  <a:cxn ang="0">
                    <a:pos x="0" y="0"/>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0"/>
                    </a:lnTo>
                    <a:lnTo>
                      <a:pt x="0" y="0"/>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48"/>
              <p:cNvSpPr>
                <a:spLocks/>
              </p:cNvSpPr>
              <p:nvPr/>
            </p:nvSpPr>
            <p:spPr bwMode="auto">
              <a:xfrm>
                <a:off x="1508" y="981"/>
                <a:ext cx="1" cy="2"/>
              </a:xfrm>
              <a:custGeom>
                <a:avLst/>
                <a:gdLst/>
                <a:ahLst/>
                <a:cxnLst>
                  <a:cxn ang="0">
                    <a:pos x="0" y="2"/>
                  </a:cxn>
                  <a:cxn ang="0">
                    <a:pos x="0" y="2"/>
                  </a:cxn>
                  <a:cxn ang="0">
                    <a:pos x="0" y="0"/>
                  </a:cxn>
                  <a:cxn ang="0">
                    <a:pos x="0" y="0"/>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0"/>
                    </a:lnTo>
                    <a:lnTo>
                      <a:pt x="0" y="0"/>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49"/>
              <p:cNvSpPr>
                <a:spLocks/>
              </p:cNvSpPr>
              <p:nvPr/>
            </p:nvSpPr>
            <p:spPr bwMode="auto">
              <a:xfrm>
                <a:off x="3832" y="876"/>
                <a:ext cx="83" cy="22"/>
              </a:xfrm>
              <a:custGeom>
                <a:avLst/>
                <a:gdLst/>
                <a:ahLst/>
                <a:cxnLst>
                  <a:cxn ang="0">
                    <a:pos x="52" y="3"/>
                  </a:cxn>
                  <a:cxn ang="0">
                    <a:pos x="55" y="3"/>
                  </a:cxn>
                  <a:cxn ang="0">
                    <a:pos x="59" y="3"/>
                  </a:cxn>
                  <a:cxn ang="0">
                    <a:pos x="62" y="5"/>
                  </a:cxn>
                  <a:cxn ang="0">
                    <a:pos x="64" y="5"/>
                  </a:cxn>
                  <a:cxn ang="0">
                    <a:pos x="66" y="5"/>
                  </a:cxn>
                  <a:cxn ang="0">
                    <a:pos x="69" y="7"/>
                  </a:cxn>
                  <a:cxn ang="0">
                    <a:pos x="71" y="7"/>
                  </a:cxn>
                  <a:cxn ang="0">
                    <a:pos x="76" y="7"/>
                  </a:cxn>
                  <a:cxn ang="0">
                    <a:pos x="78" y="10"/>
                  </a:cxn>
                  <a:cxn ang="0">
                    <a:pos x="81" y="12"/>
                  </a:cxn>
                  <a:cxn ang="0">
                    <a:pos x="83" y="12"/>
                  </a:cxn>
                  <a:cxn ang="0">
                    <a:pos x="81" y="14"/>
                  </a:cxn>
                  <a:cxn ang="0">
                    <a:pos x="81" y="17"/>
                  </a:cxn>
                  <a:cxn ang="0">
                    <a:pos x="81" y="19"/>
                  </a:cxn>
                  <a:cxn ang="0">
                    <a:pos x="78" y="22"/>
                  </a:cxn>
                  <a:cxn ang="0">
                    <a:pos x="76" y="22"/>
                  </a:cxn>
                  <a:cxn ang="0">
                    <a:pos x="71" y="22"/>
                  </a:cxn>
                  <a:cxn ang="0">
                    <a:pos x="69" y="22"/>
                  </a:cxn>
                  <a:cxn ang="0">
                    <a:pos x="66" y="19"/>
                  </a:cxn>
                  <a:cxn ang="0">
                    <a:pos x="62" y="19"/>
                  </a:cxn>
                  <a:cxn ang="0">
                    <a:pos x="59" y="19"/>
                  </a:cxn>
                  <a:cxn ang="0">
                    <a:pos x="55" y="19"/>
                  </a:cxn>
                  <a:cxn ang="0">
                    <a:pos x="52" y="19"/>
                  </a:cxn>
                  <a:cxn ang="0">
                    <a:pos x="48" y="19"/>
                  </a:cxn>
                  <a:cxn ang="0">
                    <a:pos x="45" y="19"/>
                  </a:cxn>
                  <a:cxn ang="0">
                    <a:pos x="40" y="19"/>
                  </a:cxn>
                  <a:cxn ang="0">
                    <a:pos x="38" y="17"/>
                  </a:cxn>
                  <a:cxn ang="0">
                    <a:pos x="36" y="17"/>
                  </a:cxn>
                  <a:cxn ang="0">
                    <a:pos x="33" y="17"/>
                  </a:cxn>
                  <a:cxn ang="0">
                    <a:pos x="29" y="17"/>
                  </a:cxn>
                  <a:cxn ang="0">
                    <a:pos x="26" y="14"/>
                  </a:cxn>
                  <a:cxn ang="0">
                    <a:pos x="24" y="14"/>
                  </a:cxn>
                  <a:cxn ang="0">
                    <a:pos x="19" y="14"/>
                  </a:cxn>
                  <a:cxn ang="0">
                    <a:pos x="17" y="14"/>
                  </a:cxn>
                  <a:cxn ang="0">
                    <a:pos x="14" y="14"/>
                  </a:cxn>
                  <a:cxn ang="0">
                    <a:pos x="10" y="14"/>
                  </a:cxn>
                  <a:cxn ang="0">
                    <a:pos x="7" y="17"/>
                  </a:cxn>
                  <a:cxn ang="0">
                    <a:pos x="5" y="17"/>
                  </a:cxn>
                  <a:cxn ang="0">
                    <a:pos x="0" y="14"/>
                  </a:cxn>
                  <a:cxn ang="0">
                    <a:pos x="0" y="14"/>
                  </a:cxn>
                  <a:cxn ang="0">
                    <a:pos x="5" y="14"/>
                  </a:cxn>
                  <a:cxn ang="0">
                    <a:pos x="7" y="14"/>
                  </a:cxn>
                  <a:cxn ang="0">
                    <a:pos x="12" y="14"/>
                  </a:cxn>
                  <a:cxn ang="0">
                    <a:pos x="14" y="12"/>
                  </a:cxn>
                  <a:cxn ang="0">
                    <a:pos x="17" y="12"/>
                  </a:cxn>
                  <a:cxn ang="0">
                    <a:pos x="19" y="10"/>
                  </a:cxn>
                  <a:cxn ang="0">
                    <a:pos x="22" y="7"/>
                  </a:cxn>
                  <a:cxn ang="0">
                    <a:pos x="24" y="5"/>
                  </a:cxn>
                  <a:cxn ang="0">
                    <a:pos x="26" y="5"/>
                  </a:cxn>
                  <a:cxn ang="0">
                    <a:pos x="29" y="3"/>
                  </a:cxn>
                  <a:cxn ang="0">
                    <a:pos x="31" y="3"/>
                  </a:cxn>
                  <a:cxn ang="0">
                    <a:pos x="36" y="3"/>
                  </a:cxn>
                  <a:cxn ang="0">
                    <a:pos x="38" y="3"/>
                  </a:cxn>
                  <a:cxn ang="0">
                    <a:pos x="40" y="3"/>
                  </a:cxn>
                  <a:cxn ang="0">
                    <a:pos x="45" y="3"/>
                  </a:cxn>
                  <a:cxn ang="0">
                    <a:pos x="48" y="3"/>
                  </a:cxn>
                </a:cxnLst>
                <a:rect l="0" t="0" r="r" b="b"/>
                <a:pathLst>
                  <a:path w="83" h="22">
                    <a:moveTo>
                      <a:pt x="50" y="0"/>
                    </a:moveTo>
                    <a:lnTo>
                      <a:pt x="50" y="3"/>
                    </a:lnTo>
                    <a:lnTo>
                      <a:pt x="52" y="3"/>
                    </a:lnTo>
                    <a:lnTo>
                      <a:pt x="52" y="3"/>
                    </a:lnTo>
                    <a:lnTo>
                      <a:pt x="52" y="3"/>
                    </a:lnTo>
                    <a:lnTo>
                      <a:pt x="55" y="3"/>
                    </a:lnTo>
                    <a:lnTo>
                      <a:pt x="55" y="3"/>
                    </a:lnTo>
                    <a:lnTo>
                      <a:pt x="55" y="3"/>
                    </a:lnTo>
                    <a:lnTo>
                      <a:pt x="55" y="3"/>
                    </a:lnTo>
                    <a:lnTo>
                      <a:pt x="57" y="3"/>
                    </a:lnTo>
                    <a:lnTo>
                      <a:pt x="57" y="3"/>
                    </a:lnTo>
                    <a:lnTo>
                      <a:pt x="59" y="3"/>
                    </a:lnTo>
                    <a:lnTo>
                      <a:pt x="59" y="3"/>
                    </a:lnTo>
                    <a:lnTo>
                      <a:pt x="59" y="3"/>
                    </a:lnTo>
                    <a:lnTo>
                      <a:pt x="62" y="3"/>
                    </a:lnTo>
                    <a:lnTo>
                      <a:pt x="62" y="5"/>
                    </a:lnTo>
                    <a:lnTo>
                      <a:pt x="62" y="5"/>
                    </a:lnTo>
                    <a:lnTo>
                      <a:pt x="62" y="5"/>
                    </a:lnTo>
                    <a:lnTo>
                      <a:pt x="64" y="5"/>
                    </a:lnTo>
                    <a:lnTo>
                      <a:pt x="64" y="5"/>
                    </a:lnTo>
                    <a:lnTo>
                      <a:pt x="64" y="5"/>
                    </a:lnTo>
                    <a:lnTo>
                      <a:pt x="66" y="5"/>
                    </a:lnTo>
                    <a:lnTo>
                      <a:pt x="66" y="5"/>
                    </a:lnTo>
                    <a:lnTo>
                      <a:pt x="66" y="5"/>
                    </a:lnTo>
                    <a:lnTo>
                      <a:pt x="66" y="5"/>
                    </a:lnTo>
                    <a:lnTo>
                      <a:pt x="69" y="5"/>
                    </a:lnTo>
                    <a:lnTo>
                      <a:pt x="69" y="5"/>
                    </a:lnTo>
                    <a:lnTo>
                      <a:pt x="69" y="7"/>
                    </a:lnTo>
                    <a:lnTo>
                      <a:pt x="71" y="7"/>
                    </a:lnTo>
                    <a:lnTo>
                      <a:pt x="71" y="7"/>
                    </a:lnTo>
                    <a:lnTo>
                      <a:pt x="71" y="7"/>
                    </a:lnTo>
                    <a:lnTo>
                      <a:pt x="71" y="7"/>
                    </a:lnTo>
                    <a:lnTo>
                      <a:pt x="74" y="7"/>
                    </a:lnTo>
                    <a:lnTo>
                      <a:pt x="74" y="7"/>
                    </a:lnTo>
                    <a:lnTo>
                      <a:pt x="74" y="7"/>
                    </a:lnTo>
                    <a:lnTo>
                      <a:pt x="76" y="7"/>
                    </a:lnTo>
                    <a:lnTo>
                      <a:pt x="76" y="10"/>
                    </a:lnTo>
                    <a:lnTo>
                      <a:pt x="76" y="10"/>
                    </a:lnTo>
                    <a:lnTo>
                      <a:pt x="78" y="10"/>
                    </a:lnTo>
                    <a:lnTo>
                      <a:pt x="78" y="10"/>
                    </a:lnTo>
                    <a:lnTo>
                      <a:pt x="78" y="10"/>
                    </a:lnTo>
                    <a:lnTo>
                      <a:pt x="78" y="10"/>
                    </a:lnTo>
                    <a:lnTo>
                      <a:pt x="81" y="10"/>
                    </a:lnTo>
                    <a:lnTo>
                      <a:pt x="81" y="12"/>
                    </a:lnTo>
                    <a:lnTo>
                      <a:pt x="81" y="12"/>
                    </a:lnTo>
                    <a:lnTo>
                      <a:pt x="81" y="12"/>
                    </a:lnTo>
                    <a:lnTo>
                      <a:pt x="81" y="12"/>
                    </a:lnTo>
                    <a:lnTo>
                      <a:pt x="83" y="12"/>
                    </a:lnTo>
                    <a:lnTo>
                      <a:pt x="83" y="14"/>
                    </a:lnTo>
                    <a:lnTo>
                      <a:pt x="83" y="14"/>
                    </a:lnTo>
                    <a:lnTo>
                      <a:pt x="81" y="14"/>
                    </a:lnTo>
                    <a:lnTo>
                      <a:pt x="81" y="14"/>
                    </a:lnTo>
                    <a:lnTo>
                      <a:pt x="81" y="14"/>
                    </a:lnTo>
                    <a:lnTo>
                      <a:pt x="81" y="17"/>
                    </a:lnTo>
                    <a:lnTo>
                      <a:pt x="81" y="17"/>
                    </a:lnTo>
                    <a:lnTo>
                      <a:pt x="81" y="17"/>
                    </a:lnTo>
                    <a:lnTo>
                      <a:pt x="81" y="19"/>
                    </a:lnTo>
                    <a:lnTo>
                      <a:pt x="83" y="19"/>
                    </a:lnTo>
                    <a:lnTo>
                      <a:pt x="83" y="19"/>
                    </a:lnTo>
                    <a:lnTo>
                      <a:pt x="81" y="19"/>
                    </a:lnTo>
                    <a:lnTo>
                      <a:pt x="81" y="19"/>
                    </a:lnTo>
                    <a:lnTo>
                      <a:pt x="81" y="19"/>
                    </a:lnTo>
                    <a:lnTo>
                      <a:pt x="78" y="19"/>
                    </a:lnTo>
                    <a:lnTo>
                      <a:pt x="78" y="22"/>
                    </a:lnTo>
                    <a:lnTo>
                      <a:pt x="78" y="22"/>
                    </a:lnTo>
                    <a:lnTo>
                      <a:pt x="78" y="22"/>
                    </a:lnTo>
                    <a:lnTo>
                      <a:pt x="76" y="22"/>
                    </a:lnTo>
                    <a:lnTo>
                      <a:pt x="76" y="22"/>
                    </a:lnTo>
                    <a:lnTo>
                      <a:pt x="74" y="22"/>
                    </a:lnTo>
                    <a:lnTo>
                      <a:pt x="74" y="22"/>
                    </a:lnTo>
                    <a:lnTo>
                      <a:pt x="74" y="22"/>
                    </a:lnTo>
                    <a:lnTo>
                      <a:pt x="71" y="22"/>
                    </a:lnTo>
                    <a:lnTo>
                      <a:pt x="71" y="22"/>
                    </a:lnTo>
                    <a:lnTo>
                      <a:pt x="71" y="22"/>
                    </a:lnTo>
                    <a:lnTo>
                      <a:pt x="69" y="22"/>
                    </a:lnTo>
                    <a:lnTo>
                      <a:pt x="69" y="22"/>
                    </a:lnTo>
                    <a:lnTo>
                      <a:pt x="69" y="19"/>
                    </a:lnTo>
                    <a:lnTo>
                      <a:pt x="66" y="19"/>
                    </a:lnTo>
                    <a:lnTo>
                      <a:pt x="66" y="19"/>
                    </a:lnTo>
                    <a:lnTo>
                      <a:pt x="66" y="19"/>
                    </a:lnTo>
                    <a:lnTo>
                      <a:pt x="64" y="19"/>
                    </a:lnTo>
                    <a:lnTo>
                      <a:pt x="64" y="19"/>
                    </a:lnTo>
                    <a:lnTo>
                      <a:pt x="62" y="19"/>
                    </a:lnTo>
                    <a:lnTo>
                      <a:pt x="62" y="19"/>
                    </a:lnTo>
                    <a:lnTo>
                      <a:pt x="62" y="19"/>
                    </a:lnTo>
                    <a:lnTo>
                      <a:pt x="59" y="19"/>
                    </a:lnTo>
                    <a:lnTo>
                      <a:pt x="59" y="19"/>
                    </a:lnTo>
                    <a:lnTo>
                      <a:pt x="59" y="19"/>
                    </a:lnTo>
                    <a:lnTo>
                      <a:pt x="57" y="19"/>
                    </a:lnTo>
                    <a:lnTo>
                      <a:pt x="57" y="19"/>
                    </a:lnTo>
                    <a:lnTo>
                      <a:pt x="55" y="19"/>
                    </a:lnTo>
                    <a:lnTo>
                      <a:pt x="55" y="19"/>
                    </a:lnTo>
                    <a:lnTo>
                      <a:pt x="55" y="19"/>
                    </a:lnTo>
                    <a:lnTo>
                      <a:pt x="55" y="19"/>
                    </a:lnTo>
                    <a:lnTo>
                      <a:pt x="52" y="19"/>
                    </a:lnTo>
                    <a:lnTo>
                      <a:pt x="52" y="19"/>
                    </a:lnTo>
                    <a:lnTo>
                      <a:pt x="52" y="19"/>
                    </a:lnTo>
                    <a:lnTo>
                      <a:pt x="50" y="19"/>
                    </a:lnTo>
                    <a:lnTo>
                      <a:pt x="50" y="19"/>
                    </a:lnTo>
                    <a:lnTo>
                      <a:pt x="48" y="19"/>
                    </a:lnTo>
                    <a:lnTo>
                      <a:pt x="48" y="19"/>
                    </a:lnTo>
                    <a:lnTo>
                      <a:pt x="48" y="19"/>
                    </a:lnTo>
                    <a:lnTo>
                      <a:pt x="45" y="19"/>
                    </a:lnTo>
                    <a:lnTo>
                      <a:pt x="45" y="19"/>
                    </a:lnTo>
                    <a:lnTo>
                      <a:pt x="45" y="19"/>
                    </a:lnTo>
                    <a:lnTo>
                      <a:pt x="43" y="19"/>
                    </a:lnTo>
                    <a:lnTo>
                      <a:pt x="43" y="19"/>
                    </a:lnTo>
                    <a:lnTo>
                      <a:pt x="40" y="19"/>
                    </a:lnTo>
                    <a:lnTo>
                      <a:pt x="40" y="19"/>
                    </a:lnTo>
                    <a:lnTo>
                      <a:pt x="40" y="19"/>
                    </a:lnTo>
                    <a:lnTo>
                      <a:pt x="40" y="17"/>
                    </a:lnTo>
                    <a:lnTo>
                      <a:pt x="38" y="17"/>
                    </a:lnTo>
                    <a:lnTo>
                      <a:pt x="38" y="17"/>
                    </a:lnTo>
                    <a:lnTo>
                      <a:pt x="38" y="17"/>
                    </a:lnTo>
                    <a:lnTo>
                      <a:pt x="36" y="17"/>
                    </a:lnTo>
                    <a:lnTo>
                      <a:pt x="36" y="17"/>
                    </a:lnTo>
                    <a:lnTo>
                      <a:pt x="33" y="17"/>
                    </a:lnTo>
                    <a:lnTo>
                      <a:pt x="33" y="17"/>
                    </a:lnTo>
                    <a:lnTo>
                      <a:pt x="33" y="17"/>
                    </a:lnTo>
                    <a:lnTo>
                      <a:pt x="33" y="17"/>
                    </a:lnTo>
                    <a:lnTo>
                      <a:pt x="31" y="17"/>
                    </a:lnTo>
                    <a:lnTo>
                      <a:pt x="31" y="17"/>
                    </a:lnTo>
                    <a:lnTo>
                      <a:pt x="29" y="17"/>
                    </a:lnTo>
                    <a:lnTo>
                      <a:pt x="29" y="17"/>
                    </a:lnTo>
                    <a:lnTo>
                      <a:pt x="29" y="14"/>
                    </a:lnTo>
                    <a:lnTo>
                      <a:pt x="29" y="14"/>
                    </a:lnTo>
                    <a:lnTo>
                      <a:pt x="26" y="14"/>
                    </a:lnTo>
                    <a:lnTo>
                      <a:pt x="26" y="14"/>
                    </a:lnTo>
                    <a:lnTo>
                      <a:pt x="26" y="14"/>
                    </a:lnTo>
                    <a:lnTo>
                      <a:pt x="24" y="14"/>
                    </a:lnTo>
                    <a:lnTo>
                      <a:pt x="24" y="14"/>
                    </a:lnTo>
                    <a:lnTo>
                      <a:pt x="24" y="14"/>
                    </a:lnTo>
                    <a:lnTo>
                      <a:pt x="22" y="14"/>
                    </a:lnTo>
                    <a:lnTo>
                      <a:pt x="22" y="14"/>
                    </a:lnTo>
                    <a:lnTo>
                      <a:pt x="22" y="14"/>
                    </a:lnTo>
                    <a:lnTo>
                      <a:pt x="19" y="14"/>
                    </a:lnTo>
                    <a:lnTo>
                      <a:pt x="19" y="14"/>
                    </a:lnTo>
                    <a:lnTo>
                      <a:pt x="19" y="14"/>
                    </a:lnTo>
                    <a:lnTo>
                      <a:pt x="17" y="14"/>
                    </a:lnTo>
                    <a:lnTo>
                      <a:pt x="17" y="14"/>
                    </a:lnTo>
                    <a:lnTo>
                      <a:pt x="14" y="14"/>
                    </a:lnTo>
                    <a:lnTo>
                      <a:pt x="14" y="14"/>
                    </a:lnTo>
                    <a:lnTo>
                      <a:pt x="14" y="14"/>
                    </a:lnTo>
                    <a:lnTo>
                      <a:pt x="14" y="14"/>
                    </a:lnTo>
                    <a:lnTo>
                      <a:pt x="12" y="14"/>
                    </a:lnTo>
                    <a:lnTo>
                      <a:pt x="12" y="14"/>
                    </a:lnTo>
                    <a:lnTo>
                      <a:pt x="12" y="14"/>
                    </a:lnTo>
                    <a:lnTo>
                      <a:pt x="10" y="14"/>
                    </a:lnTo>
                    <a:lnTo>
                      <a:pt x="10" y="17"/>
                    </a:lnTo>
                    <a:lnTo>
                      <a:pt x="10" y="17"/>
                    </a:lnTo>
                    <a:lnTo>
                      <a:pt x="7" y="17"/>
                    </a:lnTo>
                    <a:lnTo>
                      <a:pt x="7" y="17"/>
                    </a:lnTo>
                    <a:lnTo>
                      <a:pt x="7" y="17"/>
                    </a:lnTo>
                    <a:lnTo>
                      <a:pt x="5" y="17"/>
                    </a:lnTo>
                    <a:lnTo>
                      <a:pt x="5" y="17"/>
                    </a:lnTo>
                    <a:lnTo>
                      <a:pt x="5" y="17"/>
                    </a:lnTo>
                    <a:lnTo>
                      <a:pt x="3" y="17"/>
                    </a:lnTo>
                    <a:lnTo>
                      <a:pt x="3" y="17"/>
                    </a:lnTo>
                    <a:lnTo>
                      <a:pt x="0" y="17"/>
                    </a:lnTo>
                    <a:lnTo>
                      <a:pt x="0" y="14"/>
                    </a:lnTo>
                    <a:lnTo>
                      <a:pt x="0" y="14"/>
                    </a:lnTo>
                    <a:lnTo>
                      <a:pt x="0" y="14"/>
                    </a:lnTo>
                    <a:lnTo>
                      <a:pt x="0" y="14"/>
                    </a:lnTo>
                    <a:lnTo>
                      <a:pt x="0" y="14"/>
                    </a:lnTo>
                    <a:lnTo>
                      <a:pt x="3" y="14"/>
                    </a:lnTo>
                    <a:lnTo>
                      <a:pt x="3" y="14"/>
                    </a:lnTo>
                    <a:lnTo>
                      <a:pt x="5" y="14"/>
                    </a:lnTo>
                    <a:lnTo>
                      <a:pt x="5" y="14"/>
                    </a:lnTo>
                    <a:lnTo>
                      <a:pt x="5" y="14"/>
                    </a:lnTo>
                    <a:lnTo>
                      <a:pt x="7" y="14"/>
                    </a:lnTo>
                    <a:lnTo>
                      <a:pt x="7" y="14"/>
                    </a:lnTo>
                    <a:lnTo>
                      <a:pt x="7" y="14"/>
                    </a:lnTo>
                    <a:lnTo>
                      <a:pt x="10" y="14"/>
                    </a:lnTo>
                    <a:lnTo>
                      <a:pt x="10" y="14"/>
                    </a:lnTo>
                    <a:lnTo>
                      <a:pt x="12" y="14"/>
                    </a:lnTo>
                    <a:lnTo>
                      <a:pt x="12" y="14"/>
                    </a:lnTo>
                    <a:lnTo>
                      <a:pt x="12" y="14"/>
                    </a:lnTo>
                    <a:lnTo>
                      <a:pt x="14" y="14"/>
                    </a:lnTo>
                    <a:lnTo>
                      <a:pt x="14" y="12"/>
                    </a:lnTo>
                    <a:lnTo>
                      <a:pt x="14" y="12"/>
                    </a:lnTo>
                    <a:lnTo>
                      <a:pt x="14" y="12"/>
                    </a:lnTo>
                    <a:lnTo>
                      <a:pt x="17" y="12"/>
                    </a:lnTo>
                    <a:lnTo>
                      <a:pt x="17" y="12"/>
                    </a:lnTo>
                    <a:lnTo>
                      <a:pt x="17" y="12"/>
                    </a:lnTo>
                    <a:lnTo>
                      <a:pt x="19" y="12"/>
                    </a:lnTo>
                    <a:lnTo>
                      <a:pt x="19" y="12"/>
                    </a:lnTo>
                    <a:lnTo>
                      <a:pt x="19" y="10"/>
                    </a:lnTo>
                    <a:lnTo>
                      <a:pt x="19" y="10"/>
                    </a:lnTo>
                    <a:lnTo>
                      <a:pt x="19" y="10"/>
                    </a:lnTo>
                    <a:lnTo>
                      <a:pt x="22" y="10"/>
                    </a:lnTo>
                    <a:lnTo>
                      <a:pt x="22" y="10"/>
                    </a:lnTo>
                    <a:lnTo>
                      <a:pt x="22" y="7"/>
                    </a:lnTo>
                    <a:lnTo>
                      <a:pt x="22" y="7"/>
                    </a:lnTo>
                    <a:lnTo>
                      <a:pt x="22" y="7"/>
                    </a:lnTo>
                    <a:lnTo>
                      <a:pt x="24" y="7"/>
                    </a:lnTo>
                    <a:lnTo>
                      <a:pt x="24" y="5"/>
                    </a:lnTo>
                    <a:lnTo>
                      <a:pt x="24" y="5"/>
                    </a:lnTo>
                    <a:lnTo>
                      <a:pt x="24" y="5"/>
                    </a:lnTo>
                    <a:lnTo>
                      <a:pt x="26" y="5"/>
                    </a:lnTo>
                    <a:lnTo>
                      <a:pt x="26" y="5"/>
                    </a:lnTo>
                    <a:lnTo>
                      <a:pt x="26" y="5"/>
                    </a:lnTo>
                    <a:lnTo>
                      <a:pt x="26" y="5"/>
                    </a:lnTo>
                    <a:lnTo>
                      <a:pt x="26" y="3"/>
                    </a:lnTo>
                    <a:lnTo>
                      <a:pt x="29" y="3"/>
                    </a:lnTo>
                    <a:lnTo>
                      <a:pt x="29" y="3"/>
                    </a:lnTo>
                    <a:lnTo>
                      <a:pt x="29" y="3"/>
                    </a:lnTo>
                    <a:lnTo>
                      <a:pt x="31" y="3"/>
                    </a:lnTo>
                    <a:lnTo>
                      <a:pt x="31" y="3"/>
                    </a:lnTo>
                    <a:lnTo>
                      <a:pt x="33" y="3"/>
                    </a:lnTo>
                    <a:lnTo>
                      <a:pt x="33" y="3"/>
                    </a:lnTo>
                    <a:lnTo>
                      <a:pt x="33" y="3"/>
                    </a:lnTo>
                    <a:lnTo>
                      <a:pt x="36" y="3"/>
                    </a:lnTo>
                    <a:lnTo>
                      <a:pt x="36" y="3"/>
                    </a:lnTo>
                    <a:lnTo>
                      <a:pt x="38" y="3"/>
                    </a:lnTo>
                    <a:lnTo>
                      <a:pt x="38" y="3"/>
                    </a:lnTo>
                    <a:lnTo>
                      <a:pt x="38" y="3"/>
                    </a:lnTo>
                    <a:lnTo>
                      <a:pt x="38" y="3"/>
                    </a:lnTo>
                    <a:lnTo>
                      <a:pt x="40" y="3"/>
                    </a:lnTo>
                    <a:lnTo>
                      <a:pt x="40" y="3"/>
                    </a:lnTo>
                    <a:lnTo>
                      <a:pt x="40" y="3"/>
                    </a:lnTo>
                    <a:lnTo>
                      <a:pt x="43" y="3"/>
                    </a:lnTo>
                    <a:lnTo>
                      <a:pt x="43" y="3"/>
                    </a:lnTo>
                    <a:lnTo>
                      <a:pt x="45" y="3"/>
                    </a:lnTo>
                    <a:lnTo>
                      <a:pt x="45" y="3"/>
                    </a:lnTo>
                    <a:lnTo>
                      <a:pt x="45" y="3"/>
                    </a:lnTo>
                    <a:lnTo>
                      <a:pt x="48" y="3"/>
                    </a:lnTo>
                    <a:lnTo>
                      <a:pt x="48" y="3"/>
                    </a:lnTo>
                    <a:lnTo>
                      <a:pt x="48" y="3"/>
                    </a:lnTo>
                    <a:lnTo>
                      <a:pt x="48" y="0"/>
                    </a:lnTo>
                    <a:lnTo>
                      <a:pt x="50" y="0"/>
                    </a:lnTo>
                    <a:lnTo>
                      <a:pt x="5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50"/>
              <p:cNvSpPr>
                <a:spLocks/>
              </p:cNvSpPr>
              <p:nvPr/>
            </p:nvSpPr>
            <p:spPr bwMode="auto">
              <a:xfrm>
                <a:off x="3832" y="876"/>
                <a:ext cx="83" cy="22"/>
              </a:xfrm>
              <a:custGeom>
                <a:avLst/>
                <a:gdLst/>
                <a:ahLst/>
                <a:cxnLst>
                  <a:cxn ang="0">
                    <a:pos x="52" y="3"/>
                  </a:cxn>
                  <a:cxn ang="0">
                    <a:pos x="55" y="3"/>
                  </a:cxn>
                  <a:cxn ang="0">
                    <a:pos x="59" y="3"/>
                  </a:cxn>
                  <a:cxn ang="0">
                    <a:pos x="62" y="5"/>
                  </a:cxn>
                  <a:cxn ang="0">
                    <a:pos x="64" y="5"/>
                  </a:cxn>
                  <a:cxn ang="0">
                    <a:pos x="66" y="5"/>
                  </a:cxn>
                  <a:cxn ang="0">
                    <a:pos x="69" y="7"/>
                  </a:cxn>
                  <a:cxn ang="0">
                    <a:pos x="71" y="7"/>
                  </a:cxn>
                  <a:cxn ang="0">
                    <a:pos x="76" y="7"/>
                  </a:cxn>
                  <a:cxn ang="0">
                    <a:pos x="78" y="10"/>
                  </a:cxn>
                  <a:cxn ang="0">
                    <a:pos x="81" y="12"/>
                  </a:cxn>
                  <a:cxn ang="0">
                    <a:pos x="83" y="12"/>
                  </a:cxn>
                  <a:cxn ang="0">
                    <a:pos x="81" y="14"/>
                  </a:cxn>
                  <a:cxn ang="0">
                    <a:pos x="81" y="17"/>
                  </a:cxn>
                  <a:cxn ang="0">
                    <a:pos x="81" y="19"/>
                  </a:cxn>
                  <a:cxn ang="0">
                    <a:pos x="78" y="22"/>
                  </a:cxn>
                  <a:cxn ang="0">
                    <a:pos x="76" y="22"/>
                  </a:cxn>
                  <a:cxn ang="0">
                    <a:pos x="71" y="22"/>
                  </a:cxn>
                  <a:cxn ang="0">
                    <a:pos x="69" y="22"/>
                  </a:cxn>
                  <a:cxn ang="0">
                    <a:pos x="66" y="19"/>
                  </a:cxn>
                  <a:cxn ang="0">
                    <a:pos x="62" y="19"/>
                  </a:cxn>
                  <a:cxn ang="0">
                    <a:pos x="59" y="19"/>
                  </a:cxn>
                  <a:cxn ang="0">
                    <a:pos x="55" y="19"/>
                  </a:cxn>
                  <a:cxn ang="0">
                    <a:pos x="52" y="19"/>
                  </a:cxn>
                  <a:cxn ang="0">
                    <a:pos x="48" y="19"/>
                  </a:cxn>
                  <a:cxn ang="0">
                    <a:pos x="45" y="19"/>
                  </a:cxn>
                  <a:cxn ang="0">
                    <a:pos x="40" y="19"/>
                  </a:cxn>
                  <a:cxn ang="0">
                    <a:pos x="38" y="17"/>
                  </a:cxn>
                  <a:cxn ang="0">
                    <a:pos x="36" y="17"/>
                  </a:cxn>
                  <a:cxn ang="0">
                    <a:pos x="33" y="17"/>
                  </a:cxn>
                  <a:cxn ang="0">
                    <a:pos x="29" y="17"/>
                  </a:cxn>
                  <a:cxn ang="0">
                    <a:pos x="26" y="14"/>
                  </a:cxn>
                  <a:cxn ang="0">
                    <a:pos x="24" y="14"/>
                  </a:cxn>
                  <a:cxn ang="0">
                    <a:pos x="19" y="14"/>
                  </a:cxn>
                  <a:cxn ang="0">
                    <a:pos x="17" y="14"/>
                  </a:cxn>
                  <a:cxn ang="0">
                    <a:pos x="14" y="14"/>
                  </a:cxn>
                  <a:cxn ang="0">
                    <a:pos x="10" y="14"/>
                  </a:cxn>
                  <a:cxn ang="0">
                    <a:pos x="7" y="17"/>
                  </a:cxn>
                  <a:cxn ang="0">
                    <a:pos x="5" y="17"/>
                  </a:cxn>
                  <a:cxn ang="0">
                    <a:pos x="0" y="14"/>
                  </a:cxn>
                  <a:cxn ang="0">
                    <a:pos x="0" y="14"/>
                  </a:cxn>
                  <a:cxn ang="0">
                    <a:pos x="5" y="14"/>
                  </a:cxn>
                  <a:cxn ang="0">
                    <a:pos x="7" y="14"/>
                  </a:cxn>
                  <a:cxn ang="0">
                    <a:pos x="12" y="14"/>
                  </a:cxn>
                  <a:cxn ang="0">
                    <a:pos x="14" y="12"/>
                  </a:cxn>
                  <a:cxn ang="0">
                    <a:pos x="17" y="12"/>
                  </a:cxn>
                  <a:cxn ang="0">
                    <a:pos x="19" y="10"/>
                  </a:cxn>
                  <a:cxn ang="0">
                    <a:pos x="22" y="7"/>
                  </a:cxn>
                  <a:cxn ang="0">
                    <a:pos x="24" y="5"/>
                  </a:cxn>
                  <a:cxn ang="0">
                    <a:pos x="26" y="5"/>
                  </a:cxn>
                  <a:cxn ang="0">
                    <a:pos x="29" y="3"/>
                  </a:cxn>
                  <a:cxn ang="0">
                    <a:pos x="31" y="3"/>
                  </a:cxn>
                  <a:cxn ang="0">
                    <a:pos x="36" y="3"/>
                  </a:cxn>
                  <a:cxn ang="0">
                    <a:pos x="38" y="3"/>
                  </a:cxn>
                  <a:cxn ang="0">
                    <a:pos x="40" y="3"/>
                  </a:cxn>
                  <a:cxn ang="0">
                    <a:pos x="45" y="3"/>
                  </a:cxn>
                  <a:cxn ang="0">
                    <a:pos x="48" y="3"/>
                  </a:cxn>
                </a:cxnLst>
                <a:rect l="0" t="0" r="r" b="b"/>
                <a:pathLst>
                  <a:path w="83" h="22">
                    <a:moveTo>
                      <a:pt x="50" y="0"/>
                    </a:moveTo>
                    <a:lnTo>
                      <a:pt x="50" y="3"/>
                    </a:lnTo>
                    <a:lnTo>
                      <a:pt x="52" y="3"/>
                    </a:lnTo>
                    <a:lnTo>
                      <a:pt x="52" y="3"/>
                    </a:lnTo>
                    <a:lnTo>
                      <a:pt x="52" y="3"/>
                    </a:lnTo>
                    <a:lnTo>
                      <a:pt x="55" y="3"/>
                    </a:lnTo>
                    <a:lnTo>
                      <a:pt x="55" y="3"/>
                    </a:lnTo>
                    <a:lnTo>
                      <a:pt x="55" y="3"/>
                    </a:lnTo>
                    <a:lnTo>
                      <a:pt x="55" y="3"/>
                    </a:lnTo>
                    <a:lnTo>
                      <a:pt x="57" y="3"/>
                    </a:lnTo>
                    <a:lnTo>
                      <a:pt x="57" y="3"/>
                    </a:lnTo>
                    <a:lnTo>
                      <a:pt x="59" y="3"/>
                    </a:lnTo>
                    <a:lnTo>
                      <a:pt x="59" y="3"/>
                    </a:lnTo>
                    <a:lnTo>
                      <a:pt x="59" y="3"/>
                    </a:lnTo>
                    <a:lnTo>
                      <a:pt x="62" y="3"/>
                    </a:lnTo>
                    <a:lnTo>
                      <a:pt x="62" y="5"/>
                    </a:lnTo>
                    <a:lnTo>
                      <a:pt x="62" y="5"/>
                    </a:lnTo>
                    <a:lnTo>
                      <a:pt x="62" y="5"/>
                    </a:lnTo>
                    <a:lnTo>
                      <a:pt x="64" y="5"/>
                    </a:lnTo>
                    <a:lnTo>
                      <a:pt x="64" y="5"/>
                    </a:lnTo>
                    <a:lnTo>
                      <a:pt x="64" y="5"/>
                    </a:lnTo>
                    <a:lnTo>
                      <a:pt x="66" y="5"/>
                    </a:lnTo>
                    <a:lnTo>
                      <a:pt x="66" y="5"/>
                    </a:lnTo>
                    <a:lnTo>
                      <a:pt x="66" y="5"/>
                    </a:lnTo>
                    <a:lnTo>
                      <a:pt x="66" y="5"/>
                    </a:lnTo>
                    <a:lnTo>
                      <a:pt x="69" y="5"/>
                    </a:lnTo>
                    <a:lnTo>
                      <a:pt x="69" y="5"/>
                    </a:lnTo>
                    <a:lnTo>
                      <a:pt x="69" y="7"/>
                    </a:lnTo>
                    <a:lnTo>
                      <a:pt x="71" y="7"/>
                    </a:lnTo>
                    <a:lnTo>
                      <a:pt x="71" y="7"/>
                    </a:lnTo>
                    <a:lnTo>
                      <a:pt x="71" y="7"/>
                    </a:lnTo>
                    <a:lnTo>
                      <a:pt x="71" y="7"/>
                    </a:lnTo>
                    <a:lnTo>
                      <a:pt x="74" y="7"/>
                    </a:lnTo>
                    <a:lnTo>
                      <a:pt x="74" y="7"/>
                    </a:lnTo>
                    <a:lnTo>
                      <a:pt x="74" y="7"/>
                    </a:lnTo>
                    <a:lnTo>
                      <a:pt x="76" y="7"/>
                    </a:lnTo>
                    <a:lnTo>
                      <a:pt x="76" y="10"/>
                    </a:lnTo>
                    <a:lnTo>
                      <a:pt x="76" y="10"/>
                    </a:lnTo>
                    <a:lnTo>
                      <a:pt x="78" y="10"/>
                    </a:lnTo>
                    <a:lnTo>
                      <a:pt x="78" y="10"/>
                    </a:lnTo>
                    <a:lnTo>
                      <a:pt x="78" y="10"/>
                    </a:lnTo>
                    <a:lnTo>
                      <a:pt x="78" y="10"/>
                    </a:lnTo>
                    <a:lnTo>
                      <a:pt x="81" y="10"/>
                    </a:lnTo>
                    <a:lnTo>
                      <a:pt x="81" y="12"/>
                    </a:lnTo>
                    <a:lnTo>
                      <a:pt x="81" y="12"/>
                    </a:lnTo>
                    <a:lnTo>
                      <a:pt x="81" y="12"/>
                    </a:lnTo>
                    <a:lnTo>
                      <a:pt x="81" y="12"/>
                    </a:lnTo>
                    <a:lnTo>
                      <a:pt x="83" y="12"/>
                    </a:lnTo>
                    <a:lnTo>
                      <a:pt x="83" y="14"/>
                    </a:lnTo>
                    <a:lnTo>
                      <a:pt x="83" y="14"/>
                    </a:lnTo>
                    <a:lnTo>
                      <a:pt x="81" y="14"/>
                    </a:lnTo>
                    <a:lnTo>
                      <a:pt x="81" y="14"/>
                    </a:lnTo>
                    <a:lnTo>
                      <a:pt x="81" y="14"/>
                    </a:lnTo>
                    <a:lnTo>
                      <a:pt x="81" y="17"/>
                    </a:lnTo>
                    <a:lnTo>
                      <a:pt x="81" y="17"/>
                    </a:lnTo>
                    <a:lnTo>
                      <a:pt x="81" y="17"/>
                    </a:lnTo>
                    <a:lnTo>
                      <a:pt x="81" y="19"/>
                    </a:lnTo>
                    <a:lnTo>
                      <a:pt x="83" y="19"/>
                    </a:lnTo>
                    <a:lnTo>
                      <a:pt x="83" y="19"/>
                    </a:lnTo>
                    <a:lnTo>
                      <a:pt x="81" y="19"/>
                    </a:lnTo>
                    <a:lnTo>
                      <a:pt x="81" y="19"/>
                    </a:lnTo>
                    <a:lnTo>
                      <a:pt x="81" y="19"/>
                    </a:lnTo>
                    <a:lnTo>
                      <a:pt x="78" y="19"/>
                    </a:lnTo>
                    <a:lnTo>
                      <a:pt x="78" y="22"/>
                    </a:lnTo>
                    <a:lnTo>
                      <a:pt x="78" y="22"/>
                    </a:lnTo>
                    <a:lnTo>
                      <a:pt x="78" y="22"/>
                    </a:lnTo>
                    <a:lnTo>
                      <a:pt x="76" y="22"/>
                    </a:lnTo>
                    <a:lnTo>
                      <a:pt x="76" y="22"/>
                    </a:lnTo>
                    <a:lnTo>
                      <a:pt x="74" y="22"/>
                    </a:lnTo>
                    <a:lnTo>
                      <a:pt x="74" y="22"/>
                    </a:lnTo>
                    <a:lnTo>
                      <a:pt x="74" y="22"/>
                    </a:lnTo>
                    <a:lnTo>
                      <a:pt x="71" y="22"/>
                    </a:lnTo>
                    <a:lnTo>
                      <a:pt x="71" y="22"/>
                    </a:lnTo>
                    <a:lnTo>
                      <a:pt x="71" y="22"/>
                    </a:lnTo>
                    <a:lnTo>
                      <a:pt x="69" y="22"/>
                    </a:lnTo>
                    <a:lnTo>
                      <a:pt x="69" y="22"/>
                    </a:lnTo>
                    <a:lnTo>
                      <a:pt x="69" y="19"/>
                    </a:lnTo>
                    <a:lnTo>
                      <a:pt x="66" y="19"/>
                    </a:lnTo>
                    <a:lnTo>
                      <a:pt x="66" y="19"/>
                    </a:lnTo>
                    <a:lnTo>
                      <a:pt x="66" y="19"/>
                    </a:lnTo>
                    <a:lnTo>
                      <a:pt x="64" y="19"/>
                    </a:lnTo>
                    <a:lnTo>
                      <a:pt x="64" y="19"/>
                    </a:lnTo>
                    <a:lnTo>
                      <a:pt x="62" y="19"/>
                    </a:lnTo>
                    <a:lnTo>
                      <a:pt x="62" y="19"/>
                    </a:lnTo>
                    <a:lnTo>
                      <a:pt x="62" y="19"/>
                    </a:lnTo>
                    <a:lnTo>
                      <a:pt x="59" y="19"/>
                    </a:lnTo>
                    <a:lnTo>
                      <a:pt x="59" y="19"/>
                    </a:lnTo>
                    <a:lnTo>
                      <a:pt x="59" y="19"/>
                    </a:lnTo>
                    <a:lnTo>
                      <a:pt x="57" y="19"/>
                    </a:lnTo>
                    <a:lnTo>
                      <a:pt x="57" y="19"/>
                    </a:lnTo>
                    <a:lnTo>
                      <a:pt x="55" y="19"/>
                    </a:lnTo>
                    <a:lnTo>
                      <a:pt x="55" y="19"/>
                    </a:lnTo>
                    <a:lnTo>
                      <a:pt x="55" y="19"/>
                    </a:lnTo>
                    <a:lnTo>
                      <a:pt x="55" y="19"/>
                    </a:lnTo>
                    <a:lnTo>
                      <a:pt x="52" y="19"/>
                    </a:lnTo>
                    <a:lnTo>
                      <a:pt x="52" y="19"/>
                    </a:lnTo>
                    <a:lnTo>
                      <a:pt x="52" y="19"/>
                    </a:lnTo>
                    <a:lnTo>
                      <a:pt x="50" y="19"/>
                    </a:lnTo>
                    <a:lnTo>
                      <a:pt x="50" y="19"/>
                    </a:lnTo>
                    <a:lnTo>
                      <a:pt x="48" y="19"/>
                    </a:lnTo>
                    <a:lnTo>
                      <a:pt x="48" y="19"/>
                    </a:lnTo>
                    <a:lnTo>
                      <a:pt x="48" y="19"/>
                    </a:lnTo>
                    <a:lnTo>
                      <a:pt x="45" y="19"/>
                    </a:lnTo>
                    <a:lnTo>
                      <a:pt x="45" y="19"/>
                    </a:lnTo>
                    <a:lnTo>
                      <a:pt x="45" y="19"/>
                    </a:lnTo>
                    <a:lnTo>
                      <a:pt x="43" y="19"/>
                    </a:lnTo>
                    <a:lnTo>
                      <a:pt x="43" y="19"/>
                    </a:lnTo>
                    <a:lnTo>
                      <a:pt x="40" y="19"/>
                    </a:lnTo>
                    <a:lnTo>
                      <a:pt x="40" y="19"/>
                    </a:lnTo>
                    <a:lnTo>
                      <a:pt x="40" y="19"/>
                    </a:lnTo>
                    <a:lnTo>
                      <a:pt x="40" y="17"/>
                    </a:lnTo>
                    <a:lnTo>
                      <a:pt x="38" y="17"/>
                    </a:lnTo>
                    <a:lnTo>
                      <a:pt x="38" y="17"/>
                    </a:lnTo>
                    <a:lnTo>
                      <a:pt x="38" y="17"/>
                    </a:lnTo>
                    <a:lnTo>
                      <a:pt x="36" y="17"/>
                    </a:lnTo>
                    <a:lnTo>
                      <a:pt x="36" y="17"/>
                    </a:lnTo>
                    <a:lnTo>
                      <a:pt x="33" y="17"/>
                    </a:lnTo>
                    <a:lnTo>
                      <a:pt x="33" y="17"/>
                    </a:lnTo>
                    <a:lnTo>
                      <a:pt x="33" y="17"/>
                    </a:lnTo>
                    <a:lnTo>
                      <a:pt x="33" y="17"/>
                    </a:lnTo>
                    <a:lnTo>
                      <a:pt x="31" y="17"/>
                    </a:lnTo>
                    <a:lnTo>
                      <a:pt x="31" y="17"/>
                    </a:lnTo>
                    <a:lnTo>
                      <a:pt x="29" y="17"/>
                    </a:lnTo>
                    <a:lnTo>
                      <a:pt x="29" y="17"/>
                    </a:lnTo>
                    <a:lnTo>
                      <a:pt x="29" y="14"/>
                    </a:lnTo>
                    <a:lnTo>
                      <a:pt x="29" y="14"/>
                    </a:lnTo>
                    <a:lnTo>
                      <a:pt x="26" y="14"/>
                    </a:lnTo>
                    <a:lnTo>
                      <a:pt x="26" y="14"/>
                    </a:lnTo>
                    <a:lnTo>
                      <a:pt x="26" y="14"/>
                    </a:lnTo>
                    <a:lnTo>
                      <a:pt x="24" y="14"/>
                    </a:lnTo>
                    <a:lnTo>
                      <a:pt x="24" y="14"/>
                    </a:lnTo>
                    <a:lnTo>
                      <a:pt x="24" y="14"/>
                    </a:lnTo>
                    <a:lnTo>
                      <a:pt x="22" y="14"/>
                    </a:lnTo>
                    <a:lnTo>
                      <a:pt x="22" y="14"/>
                    </a:lnTo>
                    <a:lnTo>
                      <a:pt x="22" y="14"/>
                    </a:lnTo>
                    <a:lnTo>
                      <a:pt x="19" y="14"/>
                    </a:lnTo>
                    <a:lnTo>
                      <a:pt x="19" y="14"/>
                    </a:lnTo>
                    <a:lnTo>
                      <a:pt x="19" y="14"/>
                    </a:lnTo>
                    <a:lnTo>
                      <a:pt x="17" y="14"/>
                    </a:lnTo>
                    <a:lnTo>
                      <a:pt x="17" y="14"/>
                    </a:lnTo>
                    <a:lnTo>
                      <a:pt x="14" y="14"/>
                    </a:lnTo>
                    <a:lnTo>
                      <a:pt x="14" y="14"/>
                    </a:lnTo>
                    <a:lnTo>
                      <a:pt x="14" y="14"/>
                    </a:lnTo>
                    <a:lnTo>
                      <a:pt x="14" y="14"/>
                    </a:lnTo>
                    <a:lnTo>
                      <a:pt x="12" y="14"/>
                    </a:lnTo>
                    <a:lnTo>
                      <a:pt x="12" y="14"/>
                    </a:lnTo>
                    <a:lnTo>
                      <a:pt x="12" y="14"/>
                    </a:lnTo>
                    <a:lnTo>
                      <a:pt x="10" y="14"/>
                    </a:lnTo>
                    <a:lnTo>
                      <a:pt x="10" y="17"/>
                    </a:lnTo>
                    <a:lnTo>
                      <a:pt x="10" y="17"/>
                    </a:lnTo>
                    <a:lnTo>
                      <a:pt x="7" y="17"/>
                    </a:lnTo>
                    <a:lnTo>
                      <a:pt x="7" y="17"/>
                    </a:lnTo>
                    <a:lnTo>
                      <a:pt x="7" y="17"/>
                    </a:lnTo>
                    <a:lnTo>
                      <a:pt x="5" y="17"/>
                    </a:lnTo>
                    <a:lnTo>
                      <a:pt x="5" y="17"/>
                    </a:lnTo>
                    <a:lnTo>
                      <a:pt x="5" y="17"/>
                    </a:lnTo>
                    <a:lnTo>
                      <a:pt x="3" y="17"/>
                    </a:lnTo>
                    <a:lnTo>
                      <a:pt x="3" y="17"/>
                    </a:lnTo>
                    <a:lnTo>
                      <a:pt x="0" y="17"/>
                    </a:lnTo>
                    <a:lnTo>
                      <a:pt x="0" y="14"/>
                    </a:lnTo>
                    <a:lnTo>
                      <a:pt x="0" y="14"/>
                    </a:lnTo>
                    <a:lnTo>
                      <a:pt x="0" y="14"/>
                    </a:lnTo>
                    <a:lnTo>
                      <a:pt x="0" y="14"/>
                    </a:lnTo>
                    <a:lnTo>
                      <a:pt x="0" y="14"/>
                    </a:lnTo>
                    <a:lnTo>
                      <a:pt x="3" y="14"/>
                    </a:lnTo>
                    <a:lnTo>
                      <a:pt x="3" y="14"/>
                    </a:lnTo>
                    <a:lnTo>
                      <a:pt x="5" y="14"/>
                    </a:lnTo>
                    <a:lnTo>
                      <a:pt x="5" y="14"/>
                    </a:lnTo>
                    <a:lnTo>
                      <a:pt x="5" y="14"/>
                    </a:lnTo>
                    <a:lnTo>
                      <a:pt x="7" y="14"/>
                    </a:lnTo>
                    <a:lnTo>
                      <a:pt x="7" y="14"/>
                    </a:lnTo>
                    <a:lnTo>
                      <a:pt x="7" y="14"/>
                    </a:lnTo>
                    <a:lnTo>
                      <a:pt x="10" y="14"/>
                    </a:lnTo>
                    <a:lnTo>
                      <a:pt x="10" y="14"/>
                    </a:lnTo>
                    <a:lnTo>
                      <a:pt x="12" y="14"/>
                    </a:lnTo>
                    <a:lnTo>
                      <a:pt x="12" y="14"/>
                    </a:lnTo>
                    <a:lnTo>
                      <a:pt x="12" y="14"/>
                    </a:lnTo>
                    <a:lnTo>
                      <a:pt x="14" y="14"/>
                    </a:lnTo>
                    <a:lnTo>
                      <a:pt x="14" y="12"/>
                    </a:lnTo>
                    <a:lnTo>
                      <a:pt x="14" y="12"/>
                    </a:lnTo>
                    <a:lnTo>
                      <a:pt x="14" y="12"/>
                    </a:lnTo>
                    <a:lnTo>
                      <a:pt x="17" y="12"/>
                    </a:lnTo>
                    <a:lnTo>
                      <a:pt x="17" y="12"/>
                    </a:lnTo>
                    <a:lnTo>
                      <a:pt x="17" y="12"/>
                    </a:lnTo>
                    <a:lnTo>
                      <a:pt x="19" y="12"/>
                    </a:lnTo>
                    <a:lnTo>
                      <a:pt x="19" y="12"/>
                    </a:lnTo>
                    <a:lnTo>
                      <a:pt x="19" y="10"/>
                    </a:lnTo>
                    <a:lnTo>
                      <a:pt x="19" y="10"/>
                    </a:lnTo>
                    <a:lnTo>
                      <a:pt x="19" y="10"/>
                    </a:lnTo>
                    <a:lnTo>
                      <a:pt x="22" y="10"/>
                    </a:lnTo>
                    <a:lnTo>
                      <a:pt x="22" y="10"/>
                    </a:lnTo>
                    <a:lnTo>
                      <a:pt x="22" y="7"/>
                    </a:lnTo>
                    <a:lnTo>
                      <a:pt x="22" y="7"/>
                    </a:lnTo>
                    <a:lnTo>
                      <a:pt x="22" y="7"/>
                    </a:lnTo>
                    <a:lnTo>
                      <a:pt x="24" y="7"/>
                    </a:lnTo>
                    <a:lnTo>
                      <a:pt x="24" y="5"/>
                    </a:lnTo>
                    <a:lnTo>
                      <a:pt x="24" y="5"/>
                    </a:lnTo>
                    <a:lnTo>
                      <a:pt x="24" y="5"/>
                    </a:lnTo>
                    <a:lnTo>
                      <a:pt x="26" y="5"/>
                    </a:lnTo>
                    <a:lnTo>
                      <a:pt x="26" y="5"/>
                    </a:lnTo>
                    <a:lnTo>
                      <a:pt x="26" y="5"/>
                    </a:lnTo>
                    <a:lnTo>
                      <a:pt x="26" y="5"/>
                    </a:lnTo>
                    <a:lnTo>
                      <a:pt x="26" y="3"/>
                    </a:lnTo>
                    <a:lnTo>
                      <a:pt x="29" y="3"/>
                    </a:lnTo>
                    <a:lnTo>
                      <a:pt x="29" y="3"/>
                    </a:lnTo>
                    <a:lnTo>
                      <a:pt x="29" y="3"/>
                    </a:lnTo>
                    <a:lnTo>
                      <a:pt x="31" y="3"/>
                    </a:lnTo>
                    <a:lnTo>
                      <a:pt x="31" y="3"/>
                    </a:lnTo>
                    <a:lnTo>
                      <a:pt x="33" y="3"/>
                    </a:lnTo>
                    <a:lnTo>
                      <a:pt x="33" y="3"/>
                    </a:lnTo>
                    <a:lnTo>
                      <a:pt x="33" y="3"/>
                    </a:lnTo>
                    <a:lnTo>
                      <a:pt x="36" y="3"/>
                    </a:lnTo>
                    <a:lnTo>
                      <a:pt x="36" y="3"/>
                    </a:lnTo>
                    <a:lnTo>
                      <a:pt x="38" y="3"/>
                    </a:lnTo>
                    <a:lnTo>
                      <a:pt x="38" y="3"/>
                    </a:lnTo>
                    <a:lnTo>
                      <a:pt x="38" y="3"/>
                    </a:lnTo>
                    <a:lnTo>
                      <a:pt x="38" y="3"/>
                    </a:lnTo>
                    <a:lnTo>
                      <a:pt x="40" y="3"/>
                    </a:lnTo>
                    <a:lnTo>
                      <a:pt x="40" y="3"/>
                    </a:lnTo>
                    <a:lnTo>
                      <a:pt x="40" y="3"/>
                    </a:lnTo>
                    <a:lnTo>
                      <a:pt x="43" y="3"/>
                    </a:lnTo>
                    <a:lnTo>
                      <a:pt x="43" y="3"/>
                    </a:lnTo>
                    <a:lnTo>
                      <a:pt x="45" y="3"/>
                    </a:lnTo>
                    <a:lnTo>
                      <a:pt x="45" y="3"/>
                    </a:lnTo>
                    <a:lnTo>
                      <a:pt x="45" y="3"/>
                    </a:lnTo>
                    <a:lnTo>
                      <a:pt x="48" y="3"/>
                    </a:lnTo>
                    <a:lnTo>
                      <a:pt x="48" y="3"/>
                    </a:lnTo>
                    <a:lnTo>
                      <a:pt x="48" y="3"/>
                    </a:lnTo>
                    <a:lnTo>
                      <a:pt x="48" y="0"/>
                    </a:lnTo>
                    <a:lnTo>
                      <a:pt x="50" y="0"/>
                    </a:lnTo>
                    <a:lnTo>
                      <a:pt x="5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51"/>
              <p:cNvSpPr>
                <a:spLocks/>
              </p:cNvSpPr>
              <p:nvPr/>
            </p:nvSpPr>
            <p:spPr bwMode="auto">
              <a:xfrm>
                <a:off x="3970" y="834"/>
                <a:ext cx="104" cy="23"/>
              </a:xfrm>
              <a:custGeom>
                <a:avLst/>
                <a:gdLst/>
                <a:ahLst/>
                <a:cxnLst>
                  <a:cxn ang="0">
                    <a:pos x="11" y="2"/>
                  </a:cxn>
                  <a:cxn ang="0">
                    <a:pos x="14" y="4"/>
                  </a:cxn>
                  <a:cxn ang="0">
                    <a:pos x="11" y="7"/>
                  </a:cxn>
                  <a:cxn ang="0">
                    <a:pos x="16" y="7"/>
                  </a:cxn>
                  <a:cxn ang="0">
                    <a:pos x="21" y="7"/>
                  </a:cxn>
                  <a:cxn ang="0">
                    <a:pos x="23" y="7"/>
                  </a:cxn>
                  <a:cxn ang="0">
                    <a:pos x="26" y="4"/>
                  </a:cxn>
                  <a:cxn ang="0">
                    <a:pos x="30" y="4"/>
                  </a:cxn>
                  <a:cxn ang="0">
                    <a:pos x="35" y="4"/>
                  </a:cxn>
                  <a:cxn ang="0">
                    <a:pos x="37" y="7"/>
                  </a:cxn>
                  <a:cxn ang="0">
                    <a:pos x="42" y="7"/>
                  </a:cxn>
                  <a:cxn ang="0">
                    <a:pos x="47" y="7"/>
                  </a:cxn>
                  <a:cxn ang="0">
                    <a:pos x="52" y="7"/>
                  </a:cxn>
                  <a:cxn ang="0">
                    <a:pos x="52" y="9"/>
                  </a:cxn>
                  <a:cxn ang="0">
                    <a:pos x="54" y="11"/>
                  </a:cxn>
                  <a:cxn ang="0">
                    <a:pos x="59" y="9"/>
                  </a:cxn>
                  <a:cxn ang="0">
                    <a:pos x="63" y="9"/>
                  </a:cxn>
                  <a:cxn ang="0">
                    <a:pos x="66" y="9"/>
                  </a:cxn>
                  <a:cxn ang="0">
                    <a:pos x="71" y="9"/>
                  </a:cxn>
                  <a:cxn ang="0">
                    <a:pos x="75" y="9"/>
                  </a:cxn>
                  <a:cxn ang="0">
                    <a:pos x="80" y="9"/>
                  </a:cxn>
                  <a:cxn ang="0">
                    <a:pos x="82" y="9"/>
                  </a:cxn>
                  <a:cxn ang="0">
                    <a:pos x="87" y="11"/>
                  </a:cxn>
                  <a:cxn ang="0">
                    <a:pos x="89" y="11"/>
                  </a:cxn>
                  <a:cxn ang="0">
                    <a:pos x="94" y="14"/>
                  </a:cxn>
                  <a:cxn ang="0">
                    <a:pos x="97" y="11"/>
                  </a:cxn>
                  <a:cxn ang="0">
                    <a:pos x="101" y="11"/>
                  </a:cxn>
                  <a:cxn ang="0">
                    <a:pos x="101" y="14"/>
                  </a:cxn>
                  <a:cxn ang="0">
                    <a:pos x="99" y="16"/>
                  </a:cxn>
                  <a:cxn ang="0">
                    <a:pos x="97" y="19"/>
                  </a:cxn>
                  <a:cxn ang="0">
                    <a:pos x="94" y="21"/>
                  </a:cxn>
                  <a:cxn ang="0">
                    <a:pos x="89" y="21"/>
                  </a:cxn>
                  <a:cxn ang="0">
                    <a:pos x="85" y="21"/>
                  </a:cxn>
                  <a:cxn ang="0">
                    <a:pos x="80" y="21"/>
                  </a:cxn>
                  <a:cxn ang="0">
                    <a:pos x="78" y="23"/>
                  </a:cxn>
                  <a:cxn ang="0">
                    <a:pos x="73" y="23"/>
                  </a:cxn>
                  <a:cxn ang="0">
                    <a:pos x="68" y="23"/>
                  </a:cxn>
                  <a:cxn ang="0">
                    <a:pos x="63" y="23"/>
                  </a:cxn>
                  <a:cxn ang="0">
                    <a:pos x="61" y="23"/>
                  </a:cxn>
                  <a:cxn ang="0">
                    <a:pos x="56" y="23"/>
                  </a:cxn>
                  <a:cxn ang="0">
                    <a:pos x="52" y="23"/>
                  </a:cxn>
                  <a:cxn ang="0">
                    <a:pos x="47" y="23"/>
                  </a:cxn>
                  <a:cxn ang="0">
                    <a:pos x="42" y="23"/>
                  </a:cxn>
                  <a:cxn ang="0">
                    <a:pos x="40" y="21"/>
                  </a:cxn>
                  <a:cxn ang="0">
                    <a:pos x="37" y="19"/>
                  </a:cxn>
                  <a:cxn ang="0">
                    <a:pos x="33" y="19"/>
                  </a:cxn>
                  <a:cxn ang="0">
                    <a:pos x="30" y="16"/>
                  </a:cxn>
                  <a:cxn ang="0">
                    <a:pos x="26" y="16"/>
                  </a:cxn>
                  <a:cxn ang="0">
                    <a:pos x="21" y="16"/>
                  </a:cxn>
                  <a:cxn ang="0">
                    <a:pos x="16" y="16"/>
                  </a:cxn>
                  <a:cxn ang="0">
                    <a:pos x="14" y="16"/>
                  </a:cxn>
                  <a:cxn ang="0">
                    <a:pos x="9" y="14"/>
                  </a:cxn>
                  <a:cxn ang="0">
                    <a:pos x="7" y="14"/>
                  </a:cxn>
                  <a:cxn ang="0">
                    <a:pos x="2" y="11"/>
                  </a:cxn>
                  <a:cxn ang="0">
                    <a:pos x="0" y="11"/>
                  </a:cxn>
                  <a:cxn ang="0">
                    <a:pos x="2" y="7"/>
                  </a:cxn>
                  <a:cxn ang="0">
                    <a:pos x="2" y="4"/>
                  </a:cxn>
                  <a:cxn ang="0">
                    <a:pos x="4" y="2"/>
                  </a:cxn>
                  <a:cxn ang="0">
                    <a:pos x="7" y="0"/>
                  </a:cxn>
                </a:cxnLst>
                <a:rect l="0" t="0" r="r" b="b"/>
                <a:pathLst>
                  <a:path w="104" h="23">
                    <a:moveTo>
                      <a:pt x="9" y="0"/>
                    </a:moveTo>
                    <a:lnTo>
                      <a:pt x="9" y="2"/>
                    </a:lnTo>
                    <a:lnTo>
                      <a:pt x="9" y="2"/>
                    </a:lnTo>
                    <a:lnTo>
                      <a:pt x="9" y="2"/>
                    </a:lnTo>
                    <a:lnTo>
                      <a:pt x="11" y="2"/>
                    </a:lnTo>
                    <a:lnTo>
                      <a:pt x="11" y="2"/>
                    </a:lnTo>
                    <a:lnTo>
                      <a:pt x="11" y="2"/>
                    </a:lnTo>
                    <a:lnTo>
                      <a:pt x="14" y="2"/>
                    </a:lnTo>
                    <a:lnTo>
                      <a:pt x="14" y="4"/>
                    </a:lnTo>
                    <a:lnTo>
                      <a:pt x="14" y="4"/>
                    </a:lnTo>
                    <a:lnTo>
                      <a:pt x="11" y="4"/>
                    </a:lnTo>
                    <a:lnTo>
                      <a:pt x="11" y="4"/>
                    </a:lnTo>
                    <a:lnTo>
                      <a:pt x="11" y="7"/>
                    </a:lnTo>
                    <a:lnTo>
                      <a:pt x="11" y="7"/>
                    </a:lnTo>
                    <a:lnTo>
                      <a:pt x="11" y="7"/>
                    </a:lnTo>
                    <a:lnTo>
                      <a:pt x="14" y="7"/>
                    </a:lnTo>
                    <a:lnTo>
                      <a:pt x="14" y="7"/>
                    </a:lnTo>
                    <a:lnTo>
                      <a:pt x="14" y="7"/>
                    </a:lnTo>
                    <a:lnTo>
                      <a:pt x="16" y="7"/>
                    </a:lnTo>
                    <a:lnTo>
                      <a:pt x="16" y="7"/>
                    </a:lnTo>
                    <a:lnTo>
                      <a:pt x="16" y="7"/>
                    </a:lnTo>
                    <a:lnTo>
                      <a:pt x="16" y="7"/>
                    </a:lnTo>
                    <a:lnTo>
                      <a:pt x="18" y="7"/>
                    </a:lnTo>
                    <a:lnTo>
                      <a:pt x="18" y="7"/>
                    </a:lnTo>
                    <a:lnTo>
                      <a:pt x="21" y="7"/>
                    </a:lnTo>
                    <a:lnTo>
                      <a:pt x="21" y="7"/>
                    </a:lnTo>
                    <a:lnTo>
                      <a:pt x="21" y="7"/>
                    </a:lnTo>
                    <a:lnTo>
                      <a:pt x="21" y="7"/>
                    </a:lnTo>
                    <a:lnTo>
                      <a:pt x="21" y="7"/>
                    </a:lnTo>
                    <a:lnTo>
                      <a:pt x="23" y="7"/>
                    </a:lnTo>
                    <a:lnTo>
                      <a:pt x="23" y="7"/>
                    </a:lnTo>
                    <a:lnTo>
                      <a:pt x="23" y="7"/>
                    </a:lnTo>
                    <a:lnTo>
                      <a:pt x="23" y="4"/>
                    </a:lnTo>
                    <a:lnTo>
                      <a:pt x="26" y="4"/>
                    </a:lnTo>
                    <a:lnTo>
                      <a:pt x="26" y="4"/>
                    </a:lnTo>
                    <a:lnTo>
                      <a:pt x="28" y="4"/>
                    </a:lnTo>
                    <a:lnTo>
                      <a:pt x="28" y="4"/>
                    </a:lnTo>
                    <a:lnTo>
                      <a:pt x="28" y="4"/>
                    </a:lnTo>
                    <a:lnTo>
                      <a:pt x="30" y="4"/>
                    </a:lnTo>
                    <a:lnTo>
                      <a:pt x="30" y="4"/>
                    </a:lnTo>
                    <a:lnTo>
                      <a:pt x="30" y="4"/>
                    </a:lnTo>
                    <a:lnTo>
                      <a:pt x="33" y="4"/>
                    </a:lnTo>
                    <a:lnTo>
                      <a:pt x="33" y="4"/>
                    </a:lnTo>
                    <a:lnTo>
                      <a:pt x="35" y="4"/>
                    </a:lnTo>
                    <a:lnTo>
                      <a:pt x="35" y="4"/>
                    </a:lnTo>
                    <a:lnTo>
                      <a:pt x="35" y="4"/>
                    </a:lnTo>
                    <a:lnTo>
                      <a:pt x="35" y="7"/>
                    </a:lnTo>
                    <a:lnTo>
                      <a:pt x="37" y="7"/>
                    </a:lnTo>
                    <a:lnTo>
                      <a:pt x="37" y="7"/>
                    </a:lnTo>
                    <a:lnTo>
                      <a:pt x="37" y="7"/>
                    </a:lnTo>
                    <a:lnTo>
                      <a:pt x="40" y="7"/>
                    </a:lnTo>
                    <a:lnTo>
                      <a:pt x="40" y="7"/>
                    </a:lnTo>
                    <a:lnTo>
                      <a:pt x="42" y="7"/>
                    </a:lnTo>
                    <a:lnTo>
                      <a:pt x="42" y="7"/>
                    </a:lnTo>
                    <a:lnTo>
                      <a:pt x="42" y="7"/>
                    </a:lnTo>
                    <a:lnTo>
                      <a:pt x="44" y="7"/>
                    </a:lnTo>
                    <a:lnTo>
                      <a:pt x="44" y="7"/>
                    </a:lnTo>
                    <a:lnTo>
                      <a:pt x="47" y="7"/>
                    </a:lnTo>
                    <a:lnTo>
                      <a:pt x="47" y="7"/>
                    </a:lnTo>
                    <a:lnTo>
                      <a:pt x="47" y="7"/>
                    </a:lnTo>
                    <a:lnTo>
                      <a:pt x="49" y="7"/>
                    </a:lnTo>
                    <a:lnTo>
                      <a:pt x="49" y="7"/>
                    </a:lnTo>
                    <a:lnTo>
                      <a:pt x="49" y="7"/>
                    </a:lnTo>
                    <a:lnTo>
                      <a:pt x="52" y="7"/>
                    </a:lnTo>
                    <a:lnTo>
                      <a:pt x="52" y="7"/>
                    </a:lnTo>
                    <a:lnTo>
                      <a:pt x="52" y="7"/>
                    </a:lnTo>
                    <a:lnTo>
                      <a:pt x="52" y="7"/>
                    </a:lnTo>
                    <a:lnTo>
                      <a:pt x="52" y="7"/>
                    </a:lnTo>
                    <a:lnTo>
                      <a:pt x="52" y="9"/>
                    </a:lnTo>
                    <a:lnTo>
                      <a:pt x="52" y="9"/>
                    </a:lnTo>
                    <a:lnTo>
                      <a:pt x="52" y="9"/>
                    </a:lnTo>
                    <a:lnTo>
                      <a:pt x="52" y="11"/>
                    </a:lnTo>
                    <a:lnTo>
                      <a:pt x="54" y="11"/>
                    </a:lnTo>
                    <a:lnTo>
                      <a:pt x="54" y="11"/>
                    </a:lnTo>
                    <a:lnTo>
                      <a:pt x="54" y="11"/>
                    </a:lnTo>
                    <a:lnTo>
                      <a:pt x="56" y="11"/>
                    </a:lnTo>
                    <a:lnTo>
                      <a:pt x="56" y="11"/>
                    </a:lnTo>
                    <a:lnTo>
                      <a:pt x="56" y="11"/>
                    </a:lnTo>
                    <a:lnTo>
                      <a:pt x="56" y="9"/>
                    </a:lnTo>
                    <a:lnTo>
                      <a:pt x="59" y="9"/>
                    </a:lnTo>
                    <a:lnTo>
                      <a:pt x="59" y="9"/>
                    </a:lnTo>
                    <a:lnTo>
                      <a:pt x="61" y="9"/>
                    </a:lnTo>
                    <a:lnTo>
                      <a:pt x="61" y="9"/>
                    </a:lnTo>
                    <a:lnTo>
                      <a:pt x="61" y="9"/>
                    </a:lnTo>
                    <a:lnTo>
                      <a:pt x="63" y="9"/>
                    </a:lnTo>
                    <a:lnTo>
                      <a:pt x="63" y="9"/>
                    </a:lnTo>
                    <a:lnTo>
                      <a:pt x="63" y="9"/>
                    </a:lnTo>
                    <a:lnTo>
                      <a:pt x="63" y="9"/>
                    </a:lnTo>
                    <a:lnTo>
                      <a:pt x="66" y="9"/>
                    </a:lnTo>
                    <a:lnTo>
                      <a:pt x="66" y="9"/>
                    </a:lnTo>
                    <a:lnTo>
                      <a:pt x="68" y="9"/>
                    </a:lnTo>
                    <a:lnTo>
                      <a:pt x="68" y="9"/>
                    </a:lnTo>
                    <a:lnTo>
                      <a:pt x="68" y="9"/>
                    </a:lnTo>
                    <a:lnTo>
                      <a:pt x="71" y="9"/>
                    </a:lnTo>
                    <a:lnTo>
                      <a:pt x="71" y="9"/>
                    </a:lnTo>
                    <a:lnTo>
                      <a:pt x="71" y="9"/>
                    </a:lnTo>
                    <a:lnTo>
                      <a:pt x="71" y="9"/>
                    </a:lnTo>
                    <a:lnTo>
                      <a:pt x="73" y="9"/>
                    </a:lnTo>
                    <a:lnTo>
                      <a:pt x="73" y="9"/>
                    </a:lnTo>
                    <a:lnTo>
                      <a:pt x="75" y="9"/>
                    </a:lnTo>
                    <a:lnTo>
                      <a:pt x="75" y="9"/>
                    </a:lnTo>
                    <a:lnTo>
                      <a:pt x="75" y="9"/>
                    </a:lnTo>
                    <a:lnTo>
                      <a:pt x="78" y="9"/>
                    </a:lnTo>
                    <a:lnTo>
                      <a:pt x="78" y="9"/>
                    </a:lnTo>
                    <a:lnTo>
                      <a:pt x="80" y="9"/>
                    </a:lnTo>
                    <a:lnTo>
                      <a:pt x="80" y="9"/>
                    </a:lnTo>
                    <a:lnTo>
                      <a:pt x="80" y="9"/>
                    </a:lnTo>
                    <a:lnTo>
                      <a:pt x="82" y="9"/>
                    </a:lnTo>
                    <a:lnTo>
                      <a:pt x="82" y="9"/>
                    </a:lnTo>
                    <a:lnTo>
                      <a:pt x="82" y="9"/>
                    </a:lnTo>
                    <a:lnTo>
                      <a:pt x="85" y="9"/>
                    </a:lnTo>
                    <a:lnTo>
                      <a:pt x="85" y="9"/>
                    </a:lnTo>
                    <a:lnTo>
                      <a:pt x="85" y="11"/>
                    </a:lnTo>
                    <a:lnTo>
                      <a:pt x="87" y="11"/>
                    </a:lnTo>
                    <a:lnTo>
                      <a:pt x="87" y="11"/>
                    </a:lnTo>
                    <a:lnTo>
                      <a:pt x="87" y="11"/>
                    </a:lnTo>
                    <a:lnTo>
                      <a:pt x="89" y="11"/>
                    </a:lnTo>
                    <a:lnTo>
                      <a:pt x="89" y="11"/>
                    </a:lnTo>
                    <a:lnTo>
                      <a:pt x="89" y="11"/>
                    </a:lnTo>
                    <a:lnTo>
                      <a:pt x="89" y="11"/>
                    </a:lnTo>
                    <a:lnTo>
                      <a:pt x="89" y="14"/>
                    </a:lnTo>
                    <a:lnTo>
                      <a:pt x="92" y="14"/>
                    </a:lnTo>
                    <a:lnTo>
                      <a:pt x="92" y="14"/>
                    </a:lnTo>
                    <a:lnTo>
                      <a:pt x="94" y="14"/>
                    </a:lnTo>
                    <a:lnTo>
                      <a:pt x="94" y="14"/>
                    </a:lnTo>
                    <a:lnTo>
                      <a:pt x="94" y="14"/>
                    </a:lnTo>
                    <a:lnTo>
                      <a:pt x="97" y="14"/>
                    </a:lnTo>
                    <a:lnTo>
                      <a:pt x="97" y="11"/>
                    </a:lnTo>
                    <a:lnTo>
                      <a:pt x="97" y="11"/>
                    </a:lnTo>
                    <a:lnTo>
                      <a:pt x="97" y="11"/>
                    </a:lnTo>
                    <a:lnTo>
                      <a:pt x="99" y="11"/>
                    </a:lnTo>
                    <a:lnTo>
                      <a:pt x="99" y="11"/>
                    </a:lnTo>
                    <a:lnTo>
                      <a:pt x="101" y="11"/>
                    </a:lnTo>
                    <a:lnTo>
                      <a:pt x="101" y="11"/>
                    </a:lnTo>
                    <a:lnTo>
                      <a:pt x="101" y="11"/>
                    </a:lnTo>
                    <a:lnTo>
                      <a:pt x="104" y="11"/>
                    </a:lnTo>
                    <a:lnTo>
                      <a:pt x="104" y="14"/>
                    </a:lnTo>
                    <a:lnTo>
                      <a:pt x="104" y="14"/>
                    </a:lnTo>
                    <a:lnTo>
                      <a:pt x="101" y="14"/>
                    </a:lnTo>
                    <a:lnTo>
                      <a:pt x="101" y="14"/>
                    </a:lnTo>
                    <a:lnTo>
                      <a:pt x="101" y="14"/>
                    </a:lnTo>
                    <a:lnTo>
                      <a:pt x="101" y="16"/>
                    </a:lnTo>
                    <a:lnTo>
                      <a:pt x="99" y="16"/>
                    </a:lnTo>
                    <a:lnTo>
                      <a:pt x="99" y="16"/>
                    </a:lnTo>
                    <a:lnTo>
                      <a:pt x="99" y="16"/>
                    </a:lnTo>
                    <a:lnTo>
                      <a:pt x="97" y="16"/>
                    </a:lnTo>
                    <a:lnTo>
                      <a:pt x="97" y="16"/>
                    </a:lnTo>
                    <a:lnTo>
                      <a:pt x="97" y="19"/>
                    </a:lnTo>
                    <a:lnTo>
                      <a:pt x="97" y="19"/>
                    </a:lnTo>
                    <a:lnTo>
                      <a:pt x="97" y="19"/>
                    </a:lnTo>
                    <a:lnTo>
                      <a:pt x="97" y="19"/>
                    </a:lnTo>
                    <a:lnTo>
                      <a:pt x="97" y="21"/>
                    </a:lnTo>
                    <a:lnTo>
                      <a:pt x="94" y="21"/>
                    </a:lnTo>
                    <a:lnTo>
                      <a:pt x="94" y="21"/>
                    </a:lnTo>
                    <a:lnTo>
                      <a:pt x="94" y="21"/>
                    </a:lnTo>
                    <a:lnTo>
                      <a:pt x="92" y="21"/>
                    </a:lnTo>
                    <a:lnTo>
                      <a:pt x="92" y="21"/>
                    </a:lnTo>
                    <a:lnTo>
                      <a:pt x="89" y="21"/>
                    </a:lnTo>
                    <a:lnTo>
                      <a:pt x="89" y="21"/>
                    </a:lnTo>
                    <a:lnTo>
                      <a:pt x="89" y="21"/>
                    </a:lnTo>
                    <a:lnTo>
                      <a:pt x="89" y="21"/>
                    </a:lnTo>
                    <a:lnTo>
                      <a:pt x="87" y="21"/>
                    </a:lnTo>
                    <a:lnTo>
                      <a:pt x="87" y="21"/>
                    </a:lnTo>
                    <a:lnTo>
                      <a:pt x="87" y="21"/>
                    </a:lnTo>
                    <a:lnTo>
                      <a:pt x="85" y="21"/>
                    </a:lnTo>
                    <a:lnTo>
                      <a:pt x="85" y="21"/>
                    </a:lnTo>
                    <a:lnTo>
                      <a:pt x="82" y="21"/>
                    </a:lnTo>
                    <a:lnTo>
                      <a:pt x="82" y="21"/>
                    </a:lnTo>
                    <a:lnTo>
                      <a:pt x="82" y="21"/>
                    </a:lnTo>
                    <a:lnTo>
                      <a:pt x="80" y="21"/>
                    </a:lnTo>
                    <a:lnTo>
                      <a:pt x="80" y="23"/>
                    </a:lnTo>
                    <a:lnTo>
                      <a:pt x="80" y="23"/>
                    </a:lnTo>
                    <a:lnTo>
                      <a:pt x="80" y="23"/>
                    </a:lnTo>
                    <a:lnTo>
                      <a:pt x="78" y="23"/>
                    </a:lnTo>
                    <a:lnTo>
                      <a:pt x="78" y="23"/>
                    </a:lnTo>
                    <a:lnTo>
                      <a:pt x="75" y="23"/>
                    </a:lnTo>
                    <a:lnTo>
                      <a:pt x="75" y="23"/>
                    </a:lnTo>
                    <a:lnTo>
                      <a:pt x="75" y="23"/>
                    </a:lnTo>
                    <a:lnTo>
                      <a:pt x="73" y="23"/>
                    </a:lnTo>
                    <a:lnTo>
                      <a:pt x="73" y="23"/>
                    </a:lnTo>
                    <a:lnTo>
                      <a:pt x="71" y="23"/>
                    </a:lnTo>
                    <a:lnTo>
                      <a:pt x="71" y="23"/>
                    </a:lnTo>
                    <a:lnTo>
                      <a:pt x="71" y="23"/>
                    </a:lnTo>
                    <a:lnTo>
                      <a:pt x="71" y="23"/>
                    </a:lnTo>
                    <a:lnTo>
                      <a:pt x="68" y="23"/>
                    </a:lnTo>
                    <a:lnTo>
                      <a:pt x="68" y="23"/>
                    </a:lnTo>
                    <a:lnTo>
                      <a:pt x="68" y="23"/>
                    </a:lnTo>
                    <a:lnTo>
                      <a:pt x="66" y="23"/>
                    </a:lnTo>
                    <a:lnTo>
                      <a:pt x="66" y="23"/>
                    </a:lnTo>
                    <a:lnTo>
                      <a:pt x="63" y="23"/>
                    </a:lnTo>
                    <a:lnTo>
                      <a:pt x="63" y="23"/>
                    </a:lnTo>
                    <a:lnTo>
                      <a:pt x="63" y="23"/>
                    </a:lnTo>
                    <a:lnTo>
                      <a:pt x="61" y="23"/>
                    </a:lnTo>
                    <a:lnTo>
                      <a:pt x="61" y="23"/>
                    </a:lnTo>
                    <a:lnTo>
                      <a:pt x="61" y="23"/>
                    </a:lnTo>
                    <a:lnTo>
                      <a:pt x="59" y="23"/>
                    </a:lnTo>
                    <a:lnTo>
                      <a:pt x="59" y="23"/>
                    </a:lnTo>
                    <a:lnTo>
                      <a:pt x="56" y="23"/>
                    </a:lnTo>
                    <a:lnTo>
                      <a:pt x="56" y="23"/>
                    </a:lnTo>
                    <a:lnTo>
                      <a:pt x="56" y="23"/>
                    </a:lnTo>
                    <a:lnTo>
                      <a:pt x="54" y="23"/>
                    </a:lnTo>
                    <a:lnTo>
                      <a:pt x="54" y="23"/>
                    </a:lnTo>
                    <a:lnTo>
                      <a:pt x="54" y="23"/>
                    </a:lnTo>
                    <a:lnTo>
                      <a:pt x="52" y="23"/>
                    </a:lnTo>
                    <a:lnTo>
                      <a:pt x="52" y="23"/>
                    </a:lnTo>
                    <a:lnTo>
                      <a:pt x="52" y="23"/>
                    </a:lnTo>
                    <a:lnTo>
                      <a:pt x="49" y="23"/>
                    </a:lnTo>
                    <a:lnTo>
                      <a:pt x="49" y="23"/>
                    </a:lnTo>
                    <a:lnTo>
                      <a:pt x="49" y="23"/>
                    </a:lnTo>
                    <a:lnTo>
                      <a:pt x="47" y="23"/>
                    </a:lnTo>
                    <a:lnTo>
                      <a:pt x="47" y="23"/>
                    </a:lnTo>
                    <a:lnTo>
                      <a:pt x="47" y="23"/>
                    </a:lnTo>
                    <a:lnTo>
                      <a:pt x="44" y="23"/>
                    </a:lnTo>
                    <a:lnTo>
                      <a:pt x="44" y="23"/>
                    </a:lnTo>
                    <a:lnTo>
                      <a:pt x="42" y="23"/>
                    </a:lnTo>
                    <a:lnTo>
                      <a:pt x="42" y="23"/>
                    </a:lnTo>
                    <a:lnTo>
                      <a:pt x="42" y="23"/>
                    </a:lnTo>
                    <a:lnTo>
                      <a:pt x="42" y="21"/>
                    </a:lnTo>
                    <a:lnTo>
                      <a:pt x="40" y="21"/>
                    </a:lnTo>
                    <a:lnTo>
                      <a:pt x="40" y="21"/>
                    </a:lnTo>
                    <a:lnTo>
                      <a:pt x="37" y="21"/>
                    </a:lnTo>
                    <a:lnTo>
                      <a:pt x="37" y="21"/>
                    </a:lnTo>
                    <a:lnTo>
                      <a:pt x="37" y="21"/>
                    </a:lnTo>
                    <a:lnTo>
                      <a:pt x="37" y="21"/>
                    </a:lnTo>
                    <a:lnTo>
                      <a:pt x="37" y="19"/>
                    </a:lnTo>
                    <a:lnTo>
                      <a:pt x="35" y="19"/>
                    </a:lnTo>
                    <a:lnTo>
                      <a:pt x="35" y="19"/>
                    </a:lnTo>
                    <a:lnTo>
                      <a:pt x="35" y="19"/>
                    </a:lnTo>
                    <a:lnTo>
                      <a:pt x="33" y="19"/>
                    </a:lnTo>
                    <a:lnTo>
                      <a:pt x="33" y="19"/>
                    </a:lnTo>
                    <a:lnTo>
                      <a:pt x="33" y="19"/>
                    </a:lnTo>
                    <a:lnTo>
                      <a:pt x="30" y="19"/>
                    </a:lnTo>
                    <a:lnTo>
                      <a:pt x="30" y="19"/>
                    </a:lnTo>
                    <a:lnTo>
                      <a:pt x="30" y="16"/>
                    </a:lnTo>
                    <a:lnTo>
                      <a:pt x="30" y="16"/>
                    </a:lnTo>
                    <a:lnTo>
                      <a:pt x="28" y="16"/>
                    </a:lnTo>
                    <a:lnTo>
                      <a:pt x="28" y="16"/>
                    </a:lnTo>
                    <a:lnTo>
                      <a:pt x="28" y="16"/>
                    </a:lnTo>
                    <a:lnTo>
                      <a:pt x="26" y="16"/>
                    </a:lnTo>
                    <a:lnTo>
                      <a:pt x="26" y="16"/>
                    </a:lnTo>
                    <a:lnTo>
                      <a:pt x="23" y="16"/>
                    </a:lnTo>
                    <a:lnTo>
                      <a:pt x="23" y="16"/>
                    </a:lnTo>
                    <a:lnTo>
                      <a:pt x="23" y="16"/>
                    </a:lnTo>
                    <a:lnTo>
                      <a:pt x="21" y="16"/>
                    </a:lnTo>
                    <a:lnTo>
                      <a:pt x="21" y="16"/>
                    </a:lnTo>
                    <a:lnTo>
                      <a:pt x="21" y="16"/>
                    </a:lnTo>
                    <a:lnTo>
                      <a:pt x="21" y="16"/>
                    </a:lnTo>
                    <a:lnTo>
                      <a:pt x="18" y="16"/>
                    </a:lnTo>
                    <a:lnTo>
                      <a:pt x="18" y="16"/>
                    </a:lnTo>
                    <a:lnTo>
                      <a:pt x="16" y="16"/>
                    </a:lnTo>
                    <a:lnTo>
                      <a:pt x="16" y="16"/>
                    </a:lnTo>
                    <a:lnTo>
                      <a:pt x="16" y="16"/>
                    </a:lnTo>
                    <a:lnTo>
                      <a:pt x="16" y="16"/>
                    </a:lnTo>
                    <a:lnTo>
                      <a:pt x="14" y="16"/>
                    </a:lnTo>
                    <a:lnTo>
                      <a:pt x="14" y="16"/>
                    </a:lnTo>
                    <a:lnTo>
                      <a:pt x="14" y="14"/>
                    </a:lnTo>
                    <a:lnTo>
                      <a:pt x="14" y="14"/>
                    </a:lnTo>
                    <a:lnTo>
                      <a:pt x="11" y="14"/>
                    </a:lnTo>
                    <a:lnTo>
                      <a:pt x="11" y="14"/>
                    </a:lnTo>
                    <a:lnTo>
                      <a:pt x="9" y="14"/>
                    </a:lnTo>
                    <a:lnTo>
                      <a:pt x="9" y="14"/>
                    </a:lnTo>
                    <a:lnTo>
                      <a:pt x="9" y="14"/>
                    </a:lnTo>
                    <a:lnTo>
                      <a:pt x="9" y="14"/>
                    </a:lnTo>
                    <a:lnTo>
                      <a:pt x="7" y="14"/>
                    </a:lnTo>
                    <a:lnTo>
                      <a:pt x="7" y="14"/>
                    </a:lnTo>
                    <a:lnTo>
                      <a:pt x="7" y="14"/>
                    </a:lnTo>
                    <a:lnTo>
                      <a:pt x="4" y="14"/>
                    </a:lnTo>
                    <a:lnTo>
                      <a:pt x="4" y="14"/>
                    </a:lnTo>
                    <a:lnTo>
                      <a:pt x="2" y="14"/>
                    </a:lnTo>
                    <a:lnTo>
                      <a:pt x="2" y="11"/>
                    </a:lnTo>
                    <a:lnTo>
                      <a:pt x="2" y="11"/>
                    </a:lnTo>
                    <a:lnTo>
                      <a:pt x="2" y="11"/>
                    </a:lnTo>
                    <a:lnTo>
                      <a:pt x="0" y="11"/>
                    </a:lnTo>
                    <a:lnTo>
                      <a:pt x="0" y="11"/>
                    </a:lnTo>
                    <a:lnTo>
                      <a:pt x="0" y="11"/>
                    </a:lnTo>
                    <a:lnTo>
                      <a:pt x="0" y="9"/>
                    </a:lnTo>
                    <a:lnTo>
                      <a:pt x="0" y="9"/>
                    </a:lnTo>
                    <a:lnTo>
                      <a:pt x="0" y="9"/>
                    </a:lnTo>
                    <a:lnTo>
                      <a:pt x="2" y="9"/>
                    </a:lnTo>
                    <a:lnTo>
                      <a:pt x="2" y="7"/>
                    </a:lnTo>
                    <a:lnTo>
                      <a:pt x="0" y="7"/>
                    </a:lnTo>
                    <a:lnTo>
                      <a:pt x="0" y="7"/>
                    </a:lnTo>
                    <a:lnTo>
                      <a:pt x="0" y="7"/>
                    </a:lnTo>
                    <a:lnTo>
                      <a:pt x="2" y="7"/>
                    </a:lnTo>
                    <a:lnTo>
                      <a:pt x="2" y="4"/>
                    </a:lnTo>
                    <a:lnTo>
                      <a:pt x="2" y="4"/>
                    </a:lnTo>
                    <a:lnTo>
                      <a:pt x="2" y="4"/>
                    </a:lnTo>
                    <a:lnTo>
                      <a:pt x="4" y="4"/>
                    </a:lnTo>
                    <a:lnTo>
                      <a:pt x="4" y="4"/>
                    </a:lnTo>
                    <a:lnTo>
                      <a:pt x="4" y="2"/>
                    </a:lnTo>
                    <a:lnTo>
                      <a:pt x="4" y="2"/>
                    </a:lnTo>
                    <a:lnTo>
                      <a:pt x="4" y="2"/>
                    </a:lnTo>
                    <a:lnTo>
                      <a:pt x="4" y="0"/>
                    </a:lnTo>
                    <a:lnTo>
                      <a:pt x="7" y="0"/>
                    </a:lnTo>
                    <a:lnTo>
                      <a:pt x="7" y="0"/>
                    </a:lnTo>
                    <a:lnTo>
                      <a:pt x="7" y="0"/>
                    </a:lnTo>
                    <a:lnTo>
                      <a:pt x="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52"/>
              <p:cNvSpPr>
                <a:spLocks/>
              </p:cNvSpPr>
              <p:nvPr/>
            </p:nvSpPr>
            <p:spPr bwMode="auto">
              <a:xfrm>
                <a:off x="3970" y="834"/>
                <a:ext cx="104" cy="23"/>
              </a:xfrm>
              <a:custGeom>
                <a:avLst/>
                <a:gdLst/>
                <a:ahLst/>
                <a:cxnLst>
                  <a:cxn ang="0">
                    <a:pos x="11" y="2"/>
                  </a:cxn>
                  <a:cxn ang="0">
                    <a:pos x="14" y="4"/>
                  </a:cxn>
                  <a:cxn ang="0">
                    <a:pos x="11" y="7"/>
                  </a:cxn>
                  <a:cxn ang="0">
                    <a:pos x="16" y="7"/>
                  </a:cxn>
                  <a:cxn ang="0">
                    <a:pos x="21" y="7"/>
                  </a:cxn>
                  <a:cxn ang="0">
                    <a:pos x="23" y="7"/>
                  </a:cxn>
                  <a:cxn ang="0">
                    <a:pos x="26" y="4"/>
                  </a:cxn>
                  <a:cxn ang="0">
                    <a:pos x="30" y="4"/>
                  </a:cxn>
                  <a:cxn ang="0">
                    <a:pos x="35" y="4"/>
                  </a:cxn>
                  <a:cxn ang="0">
                    <a:pos x="37" y="7"/>
                  </a:cxn>
                  <a:cxn ang="0">
                    <a:pos x="42" y="7"/>
                  </a:cxn>
                  <a:cxn ang="0">
                    <a:pos x="47" y="7"/>
                  </a:cxn>
                  <a:cxn ang="0">
                    <a:pos x="52" y="7"/>
                  </a:cxn>
                  <a:cxn ang="0">
                    <a:pos x="52" y="9"/>
                  </a:cxn>
                  <a:cxn ang="0">
                    <a:pos x="54" y="11"/>
                  </a:cxn>
                  <a:cxn ang="0">
                    <a:pos x="59" y="9"/>
                  </a:cxn>
                  <a:cxn ang="0">
                    <a:pos x="63" y="9"/>
                  </a:cxn>
                  <a:cxn ang="0">
                    <a:pos x="66" y="9"/>
                  </a:cxn>
                  <a:cxn ang="0">
                    <a:pos x="71" y="9"/>
                  </a:cxn>
                  <a:cxn ang="0">
                    <a:pos x="75" y="9"/>
                  </a:cxn>
                  <a:cxn ang="0">
                    <a:pos x="80" y="9"/>
                  </a:cxn>
                  <a:cxn ang="0">
                    <a:pos x="82" y="9"/>
                  </a:cxn>
                  <a:cxn ang="0">
                    <a:pos x="87" y="11"/>
                  </a:cxn>
                  <a:cxn ang="0">
                    <a:pos x="89" y="11"/>
                  </a:cxn>
                  <a:cxn ang="0">
                    <a:pos x="94" y="14"/>
                  </a:cxn>
                  <a:cxn ang="0">
                    <a:pos x="97" y="11"/>
                  </a:cxn>
                  <a:cxn ang="0">
                    <a:pos x="101" y="11"/>
                  </a:cxn>
                  <a:cxn ang="0">
                    <a:pos x="101" y="14"/>
                  </a:cxn>
                  <a:cxn ang="0">
                    <a:pos x="99" y="16"/>
                  </a:cxn>
                  <a:cxn ang="0">
                    <a:pos x="97" y="19"/>
                  </a:cxn>
                  <a:cxn ang="0">
                    <a:pos x="94" y="21"/>
                  </a:cxn>
                  <a:cxn ang="0">
                    <a:pos x="89" y="21"/>
                  </a:cxn>
                  <a:cxn ang="0">
                    <a:pos x="85" y="21"/>
                  </a:cxn>
                  <a:cxn ang="0">
                    <a:pos x="80" y="21"/>
                  </a:cxn>
                  <a:cxn ang="0">
                    <a:pos x="78" y="23"/>
                  </a:cxn>
                  <a:cxn ang="0">
                    <a:pos x="73" y="23"/>
                  </a:cxn>
                  <a:cxn ang="0">
                    <a:pos x="68" y="23"/>
                  </a:cxn>
                  <a:cxn ang="0">
                    <a:pos x="63" y="23"/>
                  </a:cxn>
                  <a:cxn ang="0">
                    <a:pos x="61" y="23"/>
                  </a:cxn>
                  <a:cxn ang="0">
                    <a:pos x="56" y="23"/>
                  </a:cxn>
                  <a:cxn ang="0">
                    <a:pos x="52" y="23"/>
                  </a:cxn>
                  <a:cxn ang="0">
                    <a:pos x="47" y="23"/>
                  </a:cxn>
                  <a:cxn ang="0">
                    <a:pos x="42" y="23"/>
                  </a:cxn>
                  <a:cxn ang="0">
                    <a:pos x="40" y="21"/>
                  </a:cxn>
                  <a:cxn ang="0">
                    <a:pos x="37" y="19"/>
                  </a:cxn>
                  <a:cxn ang="0">
                    <a:pos x="33" y="19"/>
                  </a:cxn>
                  <a:cxn ang="0">
                    <a:pos x="30" y="16"/>
                  </a:cxn>
                  <a:cxn ang="0">
                    <a:pos x="26" y="16"/>
                  </a:cxn>
                  <a:cxn ang="0">
                    <a:pos x="21" y="16"/>
                  </a:cxn>
                  <a:cxn ang="0">
                    <a:pos x="16" y="16"/>
                  </a:cxn>
                  <a:cxn ang="0">
                    <a:pos x="14" y="16"/>
                  </a:cxn>
                  <a:cxn ang="0">
                    <a:pos x="9" y="14"/>
                  </a:cxn>
                  <a:cxn ang="0">
                    <a:pos x="7" y="14"/>
                  </a:cxn>
                  <a:cxn ang="0">
                    <a:pos x="2" y="11"/>
                  </a:cxn>
                  <a:cxn ang="0">
                    <a:pos x="0" y="11"/>
                  </a:cxn>
                  <a:cxn ang="0">
                    <a:pos x="2" y="7"/>
                  </a:cxn>
                  <a:cxn ang="0">
                    <a:pos x="2" y="4"/>
                  </a:cxn>
                  <a:cxn ang="0">
                    <a:pos x="4" y="2"/>
                  </a:cxn>
                  <a:cxn ang="0">
                    <a:pos x="7" y="0"/>
                  </a:cxn>
                </a:cxnLst>
                <a:rect l="0" t="0" r="r" b="b"/>
                <a:pathLst>
                  <a:path w="104" h="23">
                    <a:moveTo>
                      <a:pt x="9" y="0"/>
                    </a:moveTo>
                    <a:lnTo>
                      <a:pt x="9" y="2"/>
                    </a:lnTo>
                    <a:lnTo>
                      <a:pt x="9" y="2"/>
                    </a:lnTo>
                    <a:lnTo>
                      <a:pt x="9" y="2"/>
                    </a:lnTo>
                    <a:lnTo>
                      <a:pt x="11" y="2"/>
                    </a:lnTo>
                    <a:lnTo>
                      <a:pt x="11" y="2"/>
                    </a:lnTo>
                    <a:lnTo>
                      <a:pt x="11" y="2"/>
                    </a:lnTo>
                    <a:lnTo>
                      <a:pt x="14" y="2"/>
                    </a:lnTo>
                    <a:lnTo>
                      <a:pt x="14" y="4"/>
                    </a:lnTo>
                    <a:lnTo>
                      <a:pt x="14" y="4"/>
                    </a:lnTo>
                    <a:lnTo>
                      <a:pt x="11" y="4"/>
                    </a:lnTo>
                    <a:lnTo>
                      <a:pt x="11" y="4"/>
                    </a:lnTo>
                    <a:lnTo>
                      <a:pt x="11" y="7"/>
                    </a:lnTo>
                    <a:lnTo>
                      <a:pt x="11" y="7"/>
                    </a:lnTo>
                    <a:lnTo>
                      <a:pt x="11" y="7"/>
                    </a:lnTo>
                    <a:lnTo>
                      <a:pt x="14" y="7"/>
                    </a:lnTo>
                    <a:lnTo>
                      <a:pt x="14" y="7"/>
                    </a:lnTo>
                    <a:lnTo>
                      <a:pt x="14" y="7"/>
                    </a:lnTo>
                    <a:lnTo>
                      <a:pt x="16" y="7"/>
                    </a:lnTo>
                    <a:lnTo>
                      <a:pt x="16" y="7"/>
                    </a:lnTo>
                    <a:lnTo>
                      <a:pt x="16" y="7"/>
                    </a:lnTo>
                    <a:lnTo>
                      <a:pt x="16" y="7"/>
                    </a:lnTo>
                    <a:lnTo>
                      <a:pt x="18" y="7"/>
                    </a:lnTo>
                    <a:lnTo>
                      <a:pt x="18" y="7"/>
                    </a:lnTo>
                    <a:lnTo>
                      <a:pt x="21" y="7"/>
                    </a:lnTo>
                    <a:lnTo>
                      <a:pt x="21" y="7"/>
                    </a:lnTo>
                    <a:lnTo>
                      <a:pt x="21" y="7"/>
                    </a:lnTo>
                    <a:lnTo>
                      <a:pt x="21" y="7"/>
                    </a:lnTo>
                    <a:lnTo>
                      <a:pt x="21" y="7"/>
                    </a:lnTo>
                    <a:lnTo>
                      <a:pt x="23" y="7"/>
                    </a:lnTo>
                    <a:lnTo>
                      <a:pt x="23" y="7"/>
                    </a:lnTo>
                    <a:lnTo>
                      <a:pt x="23" y="7"/>
                    </a:lnTo>
                    <a:lnTo>
                      <a:pt x="23" y="4"/>
                    </a:lnTo>
                    <a:lnTo>
                      <a:pt x="26" y="4"/>
                    </a:lnTo>
                    <a:lnTo>
                      <a:pt x="26" y="4"/>
                    </a:lnTo>
                    <a:lnTo>
                      <a:pt x="28" y="4"/>
                    </a:lnTo>
                    <a:lnTo>
                      <a:pt x="28" y="4"/>
                    </a:lnTo>
                    <a:lnTo>
                      <a:pt x="28" y="4"/>
                    </a:lnTo>
                    <a:lnTo>
                      <a:pt x="30" y="4"/>
                    </a:lnTo>
                    <a:lnTo>
                      <a:pt x="30" y="4"/>
                    </a:lnTo>
                    <a:lnTo>
                      <a:pt x="30" y="4"/>
                    </a:lnTo>
                    <a:lnTo>
                      <a:pt x="33" y="4"/>
                    </a:lnTo>
                    <a:lnTo>
                      <a:pt x="33" y="4"/>
                    </a:lnTo>
                    <a:lnTo>
                      <a:pt x="35" y="4"/>
                    </a:lnTo>
                    <a:lnTo>
                      <a:pt x="35" y="4"/>
                    </a:lnTo>
                    <a:lnTo>
                      <a:pt x="35" y="4"/>
                    </a:lnTo>
                    <a:lnTo>
                      <a:pt x="35" y="7"/>
                    </a:lnTo>
                    <a:lnTo>
                      <a:pt x="37" y="7"/>
                    </a:lnTo>
                    <a:lnTo>
                      <a:pt x="37" y="7"/>
                    </a:lnTo>
                    <a:lnTo>
                      <a:pt x="37" y="7"/>
                    </a:lnTo>
                    <a:lnTo>
                      <a:pt x="40" y="7"/>
                    </a:lnTo>
                    <a:lnTo>
                      <a:pt x="40" y="7"/>
                    </a:lnTo>
                    <a:lnTo>
                      <a:pt x="42" y="7"/>
                    </a:lnTo>
                    <a:lnTo>
                      <a:pt x="42" y="7"/>
                    </a:lnTo>
                    <a:lnTo>
                      <a:pt x="42" y="7"/>
                    </a:lnTo>
                    <a:lnTo>
                      <a:pt x="44" y="7"/>
                    </a:lnTo>
                    <a:lnTo>
                      <a:pt x="44" y="7"/>
                    </a:lnTo>
                    <a:lnTo>
                      <a:pt x="47" y="7"/>
                    </a:lnTo>
                    <a:lnTo>
                      <a:pt x="47" y="7"/>
                    </a:lnTo>
                    <a:lnTo>
                      <a:pt x="47" y="7"/>
                    </a:lnTo>
                    <a:lnTo>
                      <a:pt x="49" y="7"/>
                    </a:lnTo>
                    <a:lnTo>
                      <a:pt x="49" y="7"/>
                    </a:lnTo>
                    <a:lnTo>
                      <a:pt x="49" y="7"/>
                    </a:lnTo>
                    <a:lnTo>
                      <a:pt x="52" y="7"/>
                    </a:lnTo>
                    <a:lnTo>
                      <a:pt x="52" y="7"/>
                    </a:lnTo>
                    <a:lnTo>
                      <a:pt x="52" y="7"/>
                    </a:lnTo>
                    <a:lnTo>
                      <a:pt x="52" y="7"/>
                    </a:lnTo>
                    <a:lnTo>
                      <a:pt x="52" y="7"/>
                    </a:lnTo>
                    <a:lnTo>
                      <a:pt x="52" y="9"/>
                    </a:lnTo>
                    <a:lnTo>
                      <a:pt x="52" y="9"/>
                    </a:lnTo>
                    <a:lnTo>
                      <a:pt x="52" y="9"/>
                    </a:lnTo>
                    <a:lnTo>
                      <a:pt x="52" y="11"/>
                    </a:lnTo>
                    <a:lnTo>
                      <a:pt x="54" y="11"/>
                    </a:lnTo>
                    <a:lnTo>
                      <a:pt x="54" y="11"/>
                    </a:lnTo>
                    <a:lnTo>
                      <a:pt x="54" y="11"/>
                    </a:lnTo>
                    <a:lnTo>
                      <a:pt x="56" y="11"/>
                    </a:lnTo>
                    <a:lnTo>
                      <a:pt x="56" y="11"/>
                    </a:lnTo>
                    <a:lnTo>
                      <a:pt x="56" y="11"/>
                    </a:lnTo>
                    <a:lnTo>
                      <a:pt x="56" y="9"/>
                    </a:lnTo>
                    <a:lnTo>
                      <a:pt x="59" y="9"/>
                    </a:lnTo>
                    <a:lnTo>
                      <a:pt x="59" y="9"/>
                    </a:lnTo>
                    <a:lnTo>
                      <a:pt x="61" y="9"/>
                    </a:lnTo>
                    <a:lnTo>
                      <a:pt x="61" y="9"/>
                    </a:lnTo>
                    <a:lnTo>
                      <a:pt x="61" y="9"/>
                    </a:lnTo>
                    <a:lnTo>
                      <a:pt x="63" y="9"/>
                    </a:lnTo>
                    <a:lnTo>
                      <a:pt x="63" y="9"/>
                    </a:lnTo>
                    <a:lnTo>
                      <a:pt x="63" y="9"/>
                    </a:lnTo>
                    <a:lnTo>
                      <a:pt x="63" y="9"/>
                    </a:lnTo>
                    <a:lnTo>
                      <a:pt x="66" y="9"/>
                    </a:lnTo>
                    <a:lnTo>
                      <a:pt x="66" y="9"/>
                    </a:lnTo>
                    <a:lnTo>
                      <a:pt x="68" y="9"/>
                    </a:lnTo>
                    <a:lnTo>
                      <a:pt x="68" y="9"/>
                    </a:lnTo>
                    <a:lnTo>
                      <a:pt x="68" y="9"/>
                    </a:lnTo>
                    <a:lnTo>
                      <a:pt x="71" y="9"/>
                    </a:lnTo>
                    <a:lnTo>
                      <a:pt x="71" y="9"/>
                    </a:lnTo>
                    <a:lnTo>
                      <a:pt x="71" y="9"/>
                    </a:lnTo>
                    <a:lnTo>
                      <a:pt x="71" y="9"/>
                    </a:lnTo>
                    <a:lnTo>
                      <a:pt x="73" y="9"/>
                    </a:lnTo>
                    <a:lnTo>
                      <a:pt x="73" y="9"/>
                    </a:lnTo>
                    <a:lnTo>
                      <a:pt x="75" y="9"/>
                    </a:lnTo>
                    <a:lnTo>
                      <a:pt x="75" y="9"/>
                    </a:lnTo>
                    <a:lnTo>
                      <a:pt x="75" y="9"/>
                    </a:lnTo>
                    <a:lnTo>
                      <a:pt x="78" y="9"/>
                    </a:lnTo>
                    <a:lnTo>
                      <a:pt x="78" y="9"/>
                    </a:lnTo>
                    <a:lnTo>
                      <a:pt x="80" y="9"/>
                    </a:lnTo>
                    <a:lnTo>
                      <a:pt x="80" y="9"/>
                    </a:lnTo>
                    <a:lnTo>
                      <a:pt x="80" y="9"/>
                    </a:lnTo>
                    <a:lnTo>
                      <a:pt x="82" y="9"/>
                    </a:lnTo>
                    <a:lnTo>
                      <a:pt x="82" y="9"/>
                    </a:lnTo>
                    <a:lnTo>
                      <a:pt x="82" y="9"/>
                    </a:lnTo>
                    <a:lnTo>
                      <a:pt x="85" y="9"/>
                    </a:lnTo>
                    <a:lnTo>
                      <a:pt x="85" y="9"/>
                    </a:lnTo>
                    <a:lnTo>
                      <a:pt x="85" y="11"/>
                    </a:lnTo>
                    <a:lnTo>
                      <a:pt x="87" y="11"/>
                    </a:lnTo>
                    <a:lnTo>
                      <a:pt x="87" y="11"/>
                    </a:lnTo>
                    <a:lnTo>
                      <a:pt x="87" y="11"/>
                    </a:lnTo>
                    <a:lnTo>
                      <a:pt x="89" y="11"/>
                    </a:lnTo>
                    <a:lnTo>
                      <a:pt x="89" y="11"/>
                    </a:lnTo>
                    <a:lnTo>
                      <a:pt x="89" y="11"/>
                    </a:lnTo>
                    <a:lnTo>
                      <a:pt x="89" y="11"/>
                    </a:lnTo>
                    <a:lnTo>
                      <a:pt x="89" y="14"/>
                    </a:lnTo>
                    <a:lnTo>
                      <a:pt x="92" y="14"/>
                    </a:lnTo>
                    <a:lnTo>
                      <a:pt x="92" y="14"/>
                    </a:lnTo>
                    <a:lnTo>
                      <a:pt x="94" y="14"/>
                    </a:lnTo>
                    <a:lnTo>
                      <a:pt x="94" y="14"/>
                    </a:lnTo>
                    <a:lnTo>
                      <a:pt x="94" y="14"/>
                    </a:lnTo>
                    <a:lnTo>
                      <a:pt x="97" y="14"/>
                    </a:lnTo>
                    <a:lnTo>
                      <a:pt x="97" y="11"/>
                    </a:lnTo>
                    <a:lnTo>
                      <a:pt x="97" y="11"/>
                    </a:lnTo>
                    <a:lnTo>
                      <a:pt x="97" y="11"/>
                    </a:lnTo>
                    <a:lnTo>
                      <a:pt x="99" y="11"/>
                    </a:lnTo>
                    <a:lnTo>
                      <a:pt x="99" y="11"/>
                    </a:lnTo>
                    <a:lnTo>
                      <a:pt x="101" y="11"/>
                    </a:lnTo>
                    <a:lnTo>
                      <a:pt x="101" y="11"/>
                    </a:lnTo>
                    <a:lnTo>
                      <a:pt x="101" y="11"/>
                    </a:lnTo>
                    <a:lnTo>
                      <a:pt x="104" y="11"/>
                    </a:lnTo>
                    <a:lnTo>
                      <a:pt x="104" y="14"/>
                    </a:lnTo>
                    <a:lnTo>
                      <a:pt x="104" y="14"/>
                    </a:lnTo>
                    <a:lnTo>
                      <a:pt x="101" y="14"/>
                    </a:lnTo>
                    <a:lnTo>
                      <a:pt x="101" y="14"/>
                    </a:lnTo>
                    <a:lnTo>
                      <a:pt x="101" y="14"/>
                    </a:lnTo>
                    <a:lnTo>
                      <a:pt x="101" y="16"/>
                    </a:lnTo>
                    <a:lnTo>
                      <a:pt x="99" y="16"/>
                    </a:lnTo>
                    <a:lnTo>
                      <a:pt x="99" y="16"/>
                    </a:lnTo>
                    <a:lnTo>
                      <a:pt x="99" y="16"/>
                    </a:lnTo>
                    <a:lnTo>
                      <a:pt x="97" y="16"/>
                    </a:lnTo>
                    <a:lnTo>
                      <a:pt x="97" y="16"/>
                    </a:lnTo>
                    <a:lnTo>
                      <a:pt x="97" y="19"/>
                    </a:lnTo>
                    <a:lnTo>
                      <a:pt x="97" y="19"/>
                    </a:lnTo>
                    <a:lnTo>
                      <a:pt x="97" y="19"/>
                    </a:lnTo>
                    <a:lnTo>
                      <a:pt x="97" y="19"/>
                    </a:lnTo>
                    <a:lnTo>
                      <a:pt x="97" y="21"/>
                    </a:lnTo>
                    <a:lnTo>
                      <a:pt x="94" y="21"/>
                    </a:lnTo>
                    <a:lnTo>
                      <a:pt x="94" y="21"/>
                    </a:lnTo>
                    <a:lnTo>
                      <a:pt x="94" y="21"/>
                    </a:lnTo>
                    <a:lnTo>
                      <a:pt x="92" y="21"/>
                    </a:lnTo>
                    <a:lnTo>
                      <a:pt x="92" y="21"/>
                    </a:lnTo>
                    <a:lnTo>
                      <a:pt x="89" y="21"/>
                    </a:lnTo>
                    <a:lnTo>
                      <a:pt x="89" y="21"/>
                    </a:lnTo>
                    <a:lnTo>
                      <a:pt x="89" y="21"/>
                    </a:lnTo>
                    <a:lnTo>
                      <a:pt x="89" y="21"/>
                    </a:lnTo>
                    <a:lnTo>
                      <a:pt x="87" y="21"/>
                    </a:lnTo>
                    <a:lnTo>
                      <a:pt x="87" y="21"/>
                    </a:lnTo>
                    <a:lnTo>
                      <a:pt x="87" y="21"/>
                    </a:lnTo>
                    <a:lnTo>
                      <a:pt x="85" y="21"/>
                    </a:lnTo>
                    <a:lnTo>
                      <a:pt x="85" y="21"/>
                    </a:lnTo>
                    <a:lnTo>
                      <a:pt x="82" y="21"/>
                    </a:lnTo>
                    <a:lnTo>
                      <a:pt x="82" y="21"/>
                    </a:lnTo>
                    <a:lnTo>
                      <a:pt x="82" y="21"/>
                    </a:lnTo>
                    <a:lnTo>
                      <a:pt x="80" y="21"/>
                    </a:lnTo>
                    <a:lnTo>
                      <a:pt x="80" y="23"/>
                    </a:lnTo>
                    <a:lnTo>
                      <a:pt x="80" y="23"/>
                    </a:lnTo>
                    <a:lnTo>
                      <a:pt x="80" y="23"/>
                    </a:lnTo>
                    <a:lnTo>
                      <a:pt x="78" y="23"/>
                    </a:lnTo>
                    <a:lnTo>
                      <a:pt x="78" y="23"/>
                    </a:lnTo>
                    <a:lnTo>
                      <a:pt x="75" y="23"/>
                    </a:lnTo>
                    <a:lnTo>
                      <a:pt x="75" y="23"/>
                    </a:lnTo>
                    <a:lnTo>
                      <a:pt x="75" y="23"/>
                    </a:lnTo>
                    <a:lnTo>
                      <a:pt x="73" y="23"/>
                    </a:lnTo>
                    <a:lnTo>
                      <a:pt x="73" y="23"/>
                    </a:lnTo>
                    <a:lnTo>
                      <a:pt x="71" y="23"/>
                    </a:lnTo>
                    <a:lnTo>
                      <a:pt x="71" y="23"/>
                    </a:lnTo>
                    <a:lnTo>
                      <a:pt x="71" y="23"/>
                    </a:lnTo>
                    <a:lnTo>
                      <a:pt x="71" y="23"/>
                    </a:lnTo>
                    <a:lnTo>
                      <a:pt x="68" y="23"/>
                    </a:lnTo>
                    <a:lnTo>
                      <a:pt x="68" y="23"/>
                    </a:lnTo>
                    <a:lnTo>
                      <a:pt x="68" y="23"/>
                    </a:lnTo>
                    <a:lnTo>
                      <a:pt x="66" y="23"/>
                    </a:lnTo>
                    <a:lnTo>
                      <a:pt x="66" y="23"/>
                    </a:lnTo>
                    <a:lnTo>
                      <a:pt x="63" y="23"/>
                    </a:lnTo>
                    <a:lnTo>
                      <a:pt x="63" y="23"/>
                    </a:lnTo>
                    <a:lnTo>
                      <a:pt x="63" y="23"/>
                    </a:lnTo>
                    <a:lnTo>
                      <a:pt x="61" y="23"/>
                    </a:lnTo>
                    <a:lnTo>
                      <a:pt x="61" y="23"/>
                    </a:lnTo>
                    <a:lnTo>
                      <a:pt x="61" y="23"/>
                    </a:lnTo>
                    <a:lnTo>
                      <a:pt x="59" y="23"/>
                    </a:lnTo>
                    <a:lnTo>
                      <a:pt x="59" y="23"/>
                    </a:lnTo>
                    <a:lnTo>
                      <a:pt x="56" y="23"/>
                    </a:lnTo>
                    <a:lnTo>
                      <a:pt x="56" y="23"/>
                    </a:lnTo>
                    <a:lnTo>
                      <a:pt x="56" y="23"/>
                    </a:lnTo>
                    <a:lnTo>
                      <a:pt x="54" y="23"/>
                    </a:lnTo>
                    <a:lnTo>
                      <a:pt x="54" y="23"/>
                    </a:lnTo>
                    <a:lnTo>
                      <a:pt x="54" y="23"/>
                    </a:lnTo>
                    <a:lnTo>
                      <a:pt x="52" y="23"/>
                    </a:lnTo>
                    <a:lnTo>
                      <a:pt x="52" y="23"/>
                    </a:lnTo>
                    <a:lnTo>
                      <a:pt x="52" y="23"/>
                    </a:lnTo>
                    <a:lnTo>
                      <a:pt x="49" y="23"/>
                    </a:lnTo>
                    <a:lnTo>
                      <a:pt x="49" y="23"/>
                    </a:lnTo>
                    <a:lnTo>
                      <a:pt x="49" y="23"/>
                    </a:lnTo>
                    <a:lnTo>
                      <a:pt x="47" y="23"/>
                    </a:lnTo>
                    <a:lnTo>
                      <a:pt x="47" y="23"/>
                    </a:lnTo>
                    <a:lnTo>
                      <a:pt x="47" y="23"/>
                    </a:lnTo>
                    <a:lnTo>
                      <a:pt x="44" y="23"/>
                    </a:lnTo>
                    <a:lnTo>
                      <a:pt x="44" y="23"/>
                    </a:lnTo>
                    <a:lnTo>
                      <a:pt x="42" y="23"/>
                    </a:lnTo>
                    <a:lnTo>
                      <a:pt x="42" y="23"/>
                    </a:lnTo>
                    <a:lnTo>
                      <a:pt x="42" y="23"/>
                    </a:lnTo>
                    <a:lnTo>
                      <a:pt x="42" y="21"/>
                    </a:lnTo>
                    <a:lnTo>
                      <a:pt x="40" y="21"/>
                    </a:lnTo>
                    <a:lnTo>
                      <a:pt x="40" y="21"/>
                    </a:lnTo>
                    <a:lnTo>
                      <a:pt x="37" y="21"/>
                    </a:lnTo>
                    <a:lnTo>
                      <a:pt x="37" y="21"/>
                    </a:lnTo>
                    <a:lnTo>
                      <a:pt x="37" y="21"/>
                    </a:lnTo>
                    <a:lnTo>
                      <a:pt x="37" y="21"/>
                    </a:lnTo>
                    <a:lnTo>
                      <a:pt x="37" y="19"/>
                    </a:lnTo>
                    <a:lnTo>
                      <a:pt x="35" y="19"/>
                    </a:lnTo>
                    <a:lnTo>
                      <a:pt x="35" y="19"/>
                    </a:lnTo>
                    <a:lnTo>
                      <a:pt x="35" y="19"/>
                    </a:lnTo>
                    <a:lnTo>
                      <a:pt x="33" y="19"/>
                    </a:lnTo>
                    <a:lnTo>
                      <a:pt x="33" y="19"/>
                    </a:lnTo>
                    <a:lnTo>
                      <a:pt x="33" y="19"/>
                    </a:lnTo>
                    <a:lnTo>
                      <a:pt x="30" y="19"/>
                    </a:lnTo>
                    <a:lnTo>
                      <a:pt x="30" y="19"/>
                    </a:lnTo>
                    <a:lnTo>
                      <a:pt x="30" y="16"/>
                    </a:lnTo>
                    <a:lnTo>
                      <a:pt x="30" y="16"/>
                    </a:lnTo>
                    <a:lnTo>
                      <a:pt x="28" y="16"/>
                    </a:lnTo>
                    <a:lnTo>
                      <a:pt x="28" y="16"/>
                    </a:lnTo>
                    <a:lnTo>
                      <a:pt x="28" y="16"/>
                    </a:lnTo>
                    <a:lnTo>
                      <a:pt x="26" y="16"/>
                    </a:lnTo>
                    <a:lnTo>
                      <a:pt x="26" y="16"/>
                    </a:lnTo>
                    <a:lnTo>
                      <a:pt x="23" y="16"/>
                    </a:lnTo>
                    <a:lnTo>
                      <a:pt x="23" y="16"/>
                    </a:lnTo>
                    <a:lnTo>
                      <a:pt x="23" y="16"/>
                    </a:lnTo>
                    <a:lnTo>
                      <a:pt x="21" y="16"/>
                    </a:lnTo>
                    <a:lnTo>
                      <a:pt x="21" y="16"/>
                    </a:lnTo>
                    <a:lnTo>
                      <a:pt x="21" y="16"/>
                    </a:lnTo>
                    <a:lnTo>
                      <a:pt x="21" y="16"/>
                    </a:lnTo>
                    <a:lnTo>
                      <a:pt x="18" y="16"/>
                    </a:lnTo>
                    <a:lnTo>
                      <a:pt x="18" y="16"/>
                    </a:lnTo>
                    <a:lnTo>
                      <a:pt x="16" y="16"/>
                    </a:lnTo>
                    <a:lnTo>
                      <a:pt x="16" y="16"/>
                    </a:lnTo>
                    <a:lnTo>
                      <a:pt x="16" y="16"/>
                    </a:lnTo>
                    <a:lnTo>
                      <a:pt x="16" y="16"/>
                    </a:lnTo>
                    <a:lnTo>
                      <a:pt x="14" y="16"/>
                    </a:lnTo>
                    <a:lnTo>
                      <a:pt x="14" y="16"/>
                    </a:lnTo>
                    <a:lnTo>
                      <a:pt x="14" y="14"/>
                    </a:lnTo>
                    <a:lnTo>
                      <a:pt x="14" y="14"/>
                    </a:lnTo>
                    <a:lnTo>
                      <a:pt x="11" y="14"/>
                    </a:lnTo>
                    <a:lnTo>
                      <a:pt x="11" y="14"/>
                    </a:lnTo>
                    <a:lnTo>
                      <a:pt x="9" y="14"/>
                    </a:lnTo>
                    <a:lnTo>
                      <a:pt x="9" y="14"/>
                    </a:lnTo>
                    <a:lnTo>
                      <a:pt x="9" y="14"/>
                    </a:lnTo>
                    <a:lnTo>
                      <a:pt x="9" y="14"/>
                    </a:lnTo>
                    <a:lnTo>
                      <a:pt x="7" y="14"/>
                    </a:lnTo>
                    <a:lnTo>
                      <a:pt x="7" y="14"/>
                    </a:lnTo>
                    <a:lnTo>
                      <a:pt x="7" y="14"/>
                    </a:lnTo>
                    <a:lnTo>
                      <a:pt x="4" y="14"/>
                    </a:lnTo>
                    <a:lnTo>
                      <a:pt x="4" y="14"/>
                    </a:lnTo>
                    <a:lnTo>
                      <a:pt x="2" y="14"/>
                    </a:lnTo>
                    <a:lnTo>
                      <a:pt x="2" y="11"/>
                    </a:lnTo>
                    <a:lnTo>
                      <a:pt x="2" y="11"/>
                    </a:lnTo>
                    <a:lnTo>
                      <a:pt x="2" y="11"/>
                    </a:lnTo>
                    <a:lnTo>
                      <a:pt x="0" y="11"/>
                    </a:lnTo>
                    <a:lnTo>
                      <a:pt x="0" y="11"/>
                    </a:lnTo>
                    <a:lnTo>
                      <a:pt x="0" y="11"/>
                    </a:lnTo>
                    <a:lnTo>
                      <a:pt x="0" y="9"/>
                    </a:lnTo>
                    <a:lnTo>
                      <a:pt x="0" y="9"/>
                    </a:lnTo>
                    <a:lnTo>
                      <a:pt x="0" y="9"/>
                    </a:lnTo>
                    <a:lnTo>
                      <a:pt x="2" y="9"/>
                    </a:lnTo>
                    <a:lnTo>
                      <a:pt x="2" y="7"/>
                    </a:lnTo>
                    <a:lnTo>
                      <a:pt x="0" y="7"/>
                    </a:lnTo>
                    <a:lnTo>
                      <a:pt x="0" y="7"/>
                    </a:lnTo>
                    <a:lnTo>
                      <a:pt x="0" y="7"/>
                    </a:lnTo>
                    <a:lnTo>
                      <a:pt x="2" y="7"/>
                    </a:lnTo>
                    <a:lnTo>
                      <a:pt x="2" y="4"/>
                    </a:lnTo>
                    <a:lnTo>
                      <a:pt x="2" y="4"/>
                    </a:lnTo>
                    <a:lnTo>
                      <a:pt x="2" y="4"/>
                    </a:lnTo>
                    <a:lnTo>
                      <a:pt x="4" y="4"/>
                    </a:lnTo>
                    <a:lnTo>
                      <a:pt x="4" y="4"/>
                    </a:lnTo>
                    <a:lnTo>
                      <a:pt x="4" y="2"/>
                    </a:lnTo>
                    <a:lnTo>
                      <a:pt x="4" y="2"/>
                    </a:lnTo>
                    <a:lnTo>
                      <a:pt x="4" y="2"/>
                    </a:lnTo>
                    <a:lnTo>
                      <a:pt x="4" y="0"/>
                    </a:lnTo>
                    <a:lnTo>
                      <a:pt x="7" y="0"/>
                    </a:lnTo>
                    <a:lnTo>
                      <a:pt x="7" y="0"/>
                    </a:lnTo>
                    <a:lnTo>
                      <a:pt x="7" y="0"/>
                    </a:lnTo>
                    <a:lnTo>
                      <a:pt x="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53"/>
              <p:cNvSpPr>
                <a:spLocks/>
              </p:cNvSpPr>
              <p:nvPr/>
            </p:nvSpPr>
            <p:spPr bwMode="auto">
              <a:xfrm>
                <a:off x="2966" y="739"/>
                <a:ext cx="128" cy="38"/>
              </a:xfrm>
              <a:custGeom>
                <a:avLst/>
                <a:gdLst/>
                <a:ahLst/>
                <a:cxnLst>
                  <a:cxn ang="0">
                    <a:pos x="73" y="0"/>
                  </a:cxn>
                  <a:cxn ang="0">
                    <a:pos x="80" y="2"/>
                  </a:cxn>
                  <a:cxn ang="0">
                    <a:pos x="78" y="5"/>
                  </a:cxn>
                  <a:cxn ang="0">
                    <a:pos x="73" y="7"/>
                  </a:cxn>
                  <a:cxn ang="0">
                    <a:pos x="71" y="12"/>
                  </a:cxn>
                  <a:cxn ang="0">
                    <a:pos x="76" y="9"/>
                  </a:cxn>
                  <a:cxn ang="0">
                    <a:pos x="80" y="7"/>
                  </a:cxn>
                  <a:cxn ang="0">
                    <a:pos x="83" y="5"/>
                  </a:cxn>
                  <a:cxn ang="0">
                    <a:pos x="88" y="5"/>
                  </a:cxn>
                  <a:cxn ang="0">
                    <a:pos x="95" y="5"/>
                  </a:cxn>
                  <a:cxn ang="0">
                    <a:pos x="99" y="7"/>
                  </a:cxn>
                  <a:cxn ang="0">
                    <a:pos x="104" y="9"/>
                  </a:cxn>
                  <a:cxn ang="0">
                    <a:pos x="109" y="12"/>
                  </a:cxn>
                  <a:cxn ang="0">
                    <a:pos x="111" y="12"/>
                  </a:cxn>
                  <a:cxn ang="0">
                    <a:pos x="116" y="14"/>
                  </a:cxn>
                  <a:cxn ang="0">
                    <a:pos x="118" y="14"/>
                  </a:cxn>
                  <a:cxn ang="0">
                    <a:pos x="123" y="14"/>
                  </a:cxn>
                  <a:cxn ang="0">
                    <a:pos x="125" y="19"/>
                  </a:cxn>
                  <a:cxn ang="0">
                    <a:pos x="128" y="23"/>
                  </a:cxn>
                  <a:cxn ang="0">
                    <a:pos x="123" y="23"/>
                  </a:cxn>
                  <a:cxn ang="0">
                    <a:pos x="118" y="26"/>
                  </a:cxn>
                  <a:cxn ang="0">
                    <a:pos x="114" y="28"/>
                  </a:cxn>
                  <a:cxn ang="0">
                    <a:pos x="106" y="28"/>
                  </a:cxn>
                  <a:cxn ang="0">
                    <a:pos x="102" y="28"/>
                  </a:cxn>
                  <a:cxn ang="0">
                    <a:pos x="95" y="28"/>
                  </a:cxn>
                  <a:cxn ang="0">
                    <a:pos x="90" y="31"/>
                  </a:cxn>
                  <a:cxn ang="0">
                    <a:pos x="83" y="31"/>
                  </a:cxn>
                  <a:cxn ang="0">
                    <a:pos x="78" y="31"/>
                  </a:cxn>
                  <a:cxn ang="0">
                    <a:pos x="76" y="33"/>
                  </a:cxn>
                  <a:cxn ang="0">
                    <a:pos x="71" y="31"/>
                  </a:cxn>
                  <a:cxn ang="0">
                    <a:pos x="66" y="31"/>
                  </a:cxn>
                  <a:cxn ang="0">
                    <a:pos x="61" y="31"/>
                  </a:cxn>
                  <a:cxn ang="0">
                    <a:pos x="57" y="33"/>
                  </a:cxn>
                  <a:cxn ang="0">
                    <a:pos x="52" y="31"/>
                  </a:cxn>
                  <a:cxn ang="0">
                    <a:pos x="45" y="31"/>
                  </a:cxn>
                  <a:cxn ang="0">
                    <a:pos x="40" y="33"/>
                  </a:cxn>
                  <a:cxn ang="0">
                    <a:pos x="33" y="33"/>
                  </a:cxn>
                  <a:cxn ang="0">
                    <a:pos x="28" y="33"/>
                  </a:cxn>
                  <a:cxn ang="0">
                    <a:pos x="24" y="35"/>
                  </a:cxn>
                  <a:cxn ang="0">
                    <a:pos x="19" y="35"/>
                  </a:cxn>
                  <a:cxn ang="0">
                    <a:pos x="12" y="38"/>
                  </a:cxn>
                  <a:cxn ang="0">
                    <a:pos x="7" y="38"/>
                  </a:cxn>
                  <a:cxn ang="0">
                    <a:pos x="2" y="35"/>
                  </a:cxn>
                  <a:cxn ang="0">
                    <a:pos x="0" y="33"/>
                  </a:cxn>
                  <a:cxn ang="0">
                    <a:pos x="5" y="31"/>
                  </a:cxn>
                  <a:cxn ang="0">
                    <a:pos x="9" y="28"/>
                  </a:cxn>
                  <a:cxn ang="0">
                    <a:pos x="14" y="26"/>
                  </a:cxn>
                  <a:cxn ang="0">
                    <a:pos x="16" y="23"/>
                  </a:cxn>
                  <a:cxn ang="0">
                    <a:pos x="19" y="19"/>
                  </a:cxn>
                  <a:cxn ang="0">
                    <a:pos x="24" y="16"/>
                  </a:cxn>
                  <a:cxn ang="0">
                    <a:pos x="28" y="14"/>
                  </a:cxn>
                  <a:cxn ang="0">
                    <a:pos x="31" y="12"/>
                  </a:cxn>
                  <a:cxn ang="0">
                    <a:pos x="35" y="9"/>
                  </a:cxn>
                  <a:cxn ang="0">
                    <a:pos x="38" y="5"/>
                  </a:cxn>
                  <a:cxn ang="0">
                    <a:pos x="43" y="5"/>
                  </a:cxn>
                  <a:cxn ang="0">
                    <a:pos x="47" y="2"/>
                  </a:cxn>
                  <a:cxn ang="0">
                    <a:pos x="52" y="0"/>
                  </a:cxn>
                  <a:cxn ang="0">
                    <a:pos x="57" y="5"/>
                  </a:cxn>
                  <a:cxn ang="0">
                    <a:pos x="59" y="5"/>
                  </a:cxn>
                  <a:cxn ang="0">
                    <a:pos x="61" y="0"/>
                  </a:cxn>
                  <a:cxn ang="0">
                    <a:pos x="69" y="0"/>
                  </a:cxn>
                </a:cxnLst>
                <a:rect l="0" t="0" r="r" b="b"/>
                <a:pathLst>
                  <a:path w="128" h="38">
                    <a:moveTo>
                      <a:pt x="69" y="0"/>
                    </a:moveTo>
                    <a:lnTo>
                      <a:pt x="69" y="0"/>
                    </a:lnTo>
                    <a:lnTo>
                      <a:pt x="71" y="0"/>
                    </a:lnTo>
                    <a:lnTo>
                      <a:pt x="71" y="0"/>
                    </a:lnTo>
                    <a:lnTo>
                      <a:pt x="73" y="0"/>
                    </a:lnTo>
                    <a:lnTo>
                      <a:pt x="73" y="0"/>
                    </a:lnTo>
                    <a:lnTo>
                      <a:pt x="73" y="0"/>
                    </a:lnTo>
                    <a:lnTo>
                      <a:pt x="76" y="0"/>
                    </a:lnTo>
                    <a:lnTo>
                      <a:pt x="76" y="2"/>
                    </a:lnTo>
                    <a:lnTo>
                      <a:pt x="76" y="2"/>
                    </a:lnTo>
                    <a:lnTo>
                      <a:pt x="76" y="2"/>
                    </a:lnTo>
                    <a:lnTo>
                      <a:pt x="78" y="2"/>
                    </a:lnTo>
                    <a:lnTo>
                      <a:pt x="78" y="2"/>
                    </a:lnTo>
                    <a:lnTo>
                      <a:pt x="80" y="2"/>
                    </a:lnTo>
                    <a:lnTo>
                      <a:pt x="80" y="2"/>
                    </a:lnTo>
                    <a:lnTo>
                      <a:pt x="80" y="2"/>
                    </a:lnTo>
                    <a:lnTo>
                      <a:pt x="80" y="5"/>
                    </a:lnTo>
                    <a:lnTo>
                      <a:pt x="80" y="5"/>
                    </a:lnTo>
                    <a:lnTo>
                      <a:pt x="78" y="5"/>
                    </a:lnTo>
                    <a:lnTo>
                      <a:pt x="78" y="5"/>
                    </a:lnTo>
                    <a:lnTo>
                      <a:pt x="78" y="5"/>
                    </a:lnTo>
                    <a:lnTo>
                      <a:pt x="76" y="5"/>
                    </a:lnTo>
                    <a:lnTo>
                      <a:pt x="76" y="5"/>
                    </a:lnTo>
                    <a:lnTo>
                      <a:pt x="76" y="5"/>
                    </a:lnTo>
                    <a:lnTo>
                      <a:pt x="76" y="5"/>
                    </a:lnTo>
                    <a:lnTo>
                      <a:pt x="73" y="5"/>
                    </a:lnTo>
                    <a:lnTo>
                      <a:pt x="73" y="5"/>
                    </a:lnTo>
                    <a:lnTo>
                      <a:pt x="73" y="7"/>
                    </a:lnTo>
                    <a:lnTo>
                      <a:pt x="73" y="7"/>
                    </a:lnTo>
                    <a:lnTo>
                      <a:pt x="73" y="7"/>
                    </a:lnTo>
                    <a:lnTo>
                      <a:pt x="73" y="9"/>
                    </a:lnTo>
                    <a:lnTo>
                      <a:pt x="71" y="9"/>
                    </a:lnTo>
                    <a:lnTo>
                      <a:pt x="71" y="9"/>
                    </a:lnTo>
                    <a:lnTo>
                      <a:pt x="71" y="12"/>
                    </a:lnTo>
                    <a:lnTo>
                      <a:pt x="71" y="12"/>
                    </a:lnTo>
                    <a:lnTo>
                      <a:pt x="73" y="12"/>
                    </a:lnTo>
                    <a:lnTo>
                      <a:pt x="73" y="12"/>
                    </a:lnTo>
                    <a:lnTo>
                      <a:pt x="73" y="12"/>
                    </a:lnTo>
                    <a:lnTo>
                      <a:pt x="73" y="12"/>
                    </a:lnTo>
                    <a:lnTo>
                      <a:pt x="73" y="9"/>
                    </a:lnTo>
                    <a:lnTo>
                      <a:pt x="76" y="9"/>
                    </a:lnTo>
                    <a:lnTo>
                      <a:pt x="76" y="9"/>
                    </a:lnTo>
                    <a:lnTo>
                      <a:pt x="76" y="9"/>
                    </a:lnTo>
                    <a:lnTo>
                      <a:pt x="76" y="9"/>
                    </a:lnTo>
                    <a:lnTo>
                      <a:pt x="78" y="9"/>
                    </a:lnTo>
                    <a:lnTo>
                      <a:pt x="78" y="9"/>
                    </a:lnTo>
                    <a:lnTo>
                      <a:pt x="80" y="9"/>
                    </a:lnTo>
                    <a:lnTo>
                      <a:pt x="80" y="9"/>
                    </a:lnTo>
                    <a:lnTo>
                      <a:pt x="80" y="7"/>
                    </a:lnTo>
                    <a:lnTo>
                      <a:pt x="80" y="7"/>
                    </a:lnTo>
                    <a:lnTo>
                      <a:pt x="83" y="7"/>
                    </a:lnTo>
                    <a:lnTo>
                      <a:pt x="83" y="7"/>
                    </a:lnTo>
                    <a:lnTo>
                      <a:pt x="83" y="7"/>
                    </a:lnTo>
                    <a:lnTo>
                      <a:pt x="83" y="7"/>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2" y="5"/>
                    </a:lnTo>
                    <a:lnTo>
                      <a:pt x="92" y="5"/>
                    </a:lnTo>
                    <a:lnTo>
                      <a:pt x="92" y="5"/>
                    </a:lnTo>
                    <a:lnTo>
                      <a:pt x="95" y="5"/>
                    </a:lnTo>
                    <a:lnTo>
                      <a:pt x="95" y="5"/>
                    </a:lnTo>
                    <a:lnTo>
                      <a:pt x="95" y="5"/>
                    </a:lnTo>
                    <a:lnTo>
                      <a:pt x="95" y="7"/>
                    </a:lnTo>
                    <a:lnTo>
                      <a:pt x="97" y="7"/>
                    </a:lnTo>
                    <a:lnTo>
                      <a:pt x="97" y="7"/>
                    </a:lnTo>
                    <a:lnTo>
                      <a:pt x="99" y="7"/>
                    </a:lnTo>
                    <a:lnTo>
                      <a:pt x="99" y="7"/>
                    </a:lnTo>
                    <a:lnTo>
                      <a:pt x="99" y="7"/>
                    </a:lnTo>
                    <a:lnTo>
                      <a:pt x="99" y="9"/>
                    </a:lnTo>
                    <a:lnTo>
                      <a:pt x="99" y="9"/>
                    </a:lnTo>
                    <a:lnTo>
                      <a:pt x="102" y="9"/>
                    </a:lnTo>
                    <a:lnTo>
                      <a:pt x="102" y="9"/>
                    </a:lnTo>
                    <a:lnTo>
                      <a:pt x="102" y="9"/>
                    </a:lnTo>
                    <a:lnTo>
                      <a:pt x="104" y="9"/>
                    </a:lnTo>
                    <a:lnTo>
                      <a:pt x="104" y="9"/>
                    </a:lnTo>
                    <a:lnTo>
                      <a:pt x="106" y="9"/>
                    </a:lnTo>
                    <a:lnTo>
                      <a:pt x="106" y="9"/>
                    </a:lnTo>
                    <a:lnTo>
                      <a:pt x="106" y="9"/>
                    </a:lnTo>
                    <a:lnTo>
                      <a:pt x="106" y="12"/>
                    </a:lnTo>
                    <a:lnTo>
                      <a:pt x="106" y="12"/>
                    </a:lnTo>
                    <a:lnTo>
                      <a:pt x="109" y="12"/>
                    </a:lnTo>
                    <a:lnTo>
                      <a:pt x="109" y="12"/>
                    </a:lnTo>
                    <a:lnTo>
                      <a:pt x="109" y="12"/>
                    </a:lnTo>
                    <a:lnTo>
                      <a:pt x="109" y="14"/>
                    </a:lnTo>
                    <a:lnTo>
                      <a:pt x="109" y="14"/>
                    </a:lnTo>
                    <a:lnTo>
                      <a:pt x="111" y="14"/>
                    </a:lnTo>
                    <a:lnTo>
                      <a:pt x="111" y="14"/>
                    </a:lnTo>
                    <a:lnTo>
                      <a:pt x="111" y="12"/>
                    </a:lnTo>
                    <a:lnTo>
                      <a:pt x="114" y="12"/>
                    </a:lnTo>
                    <a:lnTo>
                      <a:pt x="114" y="12"/>
                    </a:lnTo>
                    <a:lnTo>
                      <a:pt x="114" y="12"/>
                    </a:lnTo>
                    <a:lnTo>
                      <a:pt x="114" y="14"/>
                    </a:lnTo>
                    <a:lnTo>
                      <a:pt x="116" y="14"/>
                    </a:lnTo>
                    <a:lnTo>
                      <a:pt x="116" y="14"/>
                    </a:lnTo>
                    <a:lnTo>
                      <a:pt x="116" y="14"/>
                    </a:lnTo>
                    <a:lnTo>
                      <a:pt x="116" y="12"/>
                    </a:lnTo>
                    <a:lnTo>
                      <a:pt x="118" y="12"/>
                    </a:lnTo>
                    <a:lnTo>
                      <a:pt x="118" y="12"/>
                    </a:lnTo>
                    <a:lnTo>
                      <a:pt x="121" y="12"/>
                    </a:lnTo>
                    <a:lnTo>
                      <a:pt x="121" y="14"/>
                    </a:lnTo>
                    <a:lnTo>
                      <a:pt x="118" y="14"/>
                    </a:lnTo>
                    <a:lnTo>
                      <a:pt x="118" y="14"/>
                    </a:lnTo>
                    <a:lnTo>
                      <a:pt x="118" y="14"/>
                    </a:lnTo>
                    <a:lnTo>
                      <a:pt x="118" y="14"/>
                    </a:lnTo>
                    <a:lnTo>
                      <a:pt x="121" y="14"/>
                    </a:lnTo>
                    <a:lnTo>
                      <a:pt x="121" y="14"/>
                    </a:lnTo>
                    <a:lnTo>
                      <a:pt x="121" y="14"/>
                    </a:lnTo>
                    <a:lnTo>
                      <a:pt x="123" y="14"/>
                    </a:lnTo>
                    <a:lnTo>
                      <a:pt x="123" y="14"/>
                    </a:lnTo>
                    <a:lnTo>
                      <a:pt x="125" y="14"/>
                    </a:lnTo>
                    <a:lnTo>
                      <a:pt x="125" y="14"/>
                    </a:lnTo>
                    <a:lnTo>
                      <a:pt x="125" y="14"/>
                    </a:lnTo>
                    <a:lnTo>
                      <a:pt x="125" y="16"/>
                    </a:lnTo>
                    <a:lnTo>
                      <a:pt x="125" y="16"/>
                    </a:lnTo>
                    <a:lnTo>
                      <a:pt x="125" y="16"/>
                    </a:lnTo>
                    <a:lnTo>
                      <a:pt x="125" y="19"/>
                    </a:lnTo>
                    <a:lnTo>
                      <a:pt x="128" y="19"/>
                    </a:lnTo>
                    <a:lnTo>
                      <a:pt x="128" y="19"/>
                    </a:lnTo>
                    <a:lnTo>
                      <a:pt x="128" y="21"/>
                    </a:lnTo>
                    <a:lnTo>
                      <a:pt x="128" y="21"/>
                    </a:lnTo>
                    <a:lnTo>
                      <a:pt x="128" y="21"/>
                    </a:lnTo>
                    <a:lnTo>
                      <a:pt x="128" y="23"/>
                    </a:lnTo>
                    <a:lnTo>
                      <a:pt x="128" y="23"/>
                    </a:lnTo>
                    <a:lnTo>
                      <a:pt x="128" y="23"/>
                    </a:lnTo>
                    <a:lnTo>
                      <a:pt x="125" y="23"/>
                    </a:lnTo>
                    <a:lnTo>
                      <a:pt x="125" y="23"/>
                    </a:lnTo>
                    <a:lnTo>
                      <a:pt x="125" y="23"/>
                    </a:lnTo>
                    <a:lnTo>
                      <a:pt x="125" y="23"/>
                    </a:lnTo>
                    <a:lnTo>
                      <a:pt x="123" y="23"/>
                    </a:lnTo>
                    <a:lnTo>
                      <a:pt x="123" y="23"/>
                    </a:lnTo>
                    <a:lnTo>
                      <a:pt x="123" y="26"/>
                    </a:lnTo>
                    <a:lnTo>
                      <a:pt x="121" y="26"/>
                    </a:lnTo>
                    <a:lnTo>
                      <a:pt x="121" y="26"/>
                    </a:lnTo>
                    <a:lnTo>
                      <a:pt x="121" y="26"/>
                    </a:lnTo>
                    <a:lnTo>
                      <a:pt x="121" y="26"/>
                    </a:lnTo>
                    <a:lnTo>
                      <a:pt x="118" y="26"/>
                    </a:lnTo>
                    <a:lnTo>
                      <a:pt x="118" y="26"/>
                    </a:lnTo>
                    <a:lnTo>
                      <a:pt x="116" y="26"/>
                    </a:lnTo>
                    <a:lnTo>
                      <a:pt x="116" y="28"/>
                    </a:lnTo>
                    <a:lnTo>
                      <a:pt x="116" y="28"/>
                    </a:lnTo>
                    <a:lnTo>
                      <a:pt x="116" y="28"/>
                    </a:lnTo>
                    <a:lnTo>
                      <a:pt x="114" y="28"/>
                    </a:lnTo>
                    <a:lnTo>
                      <a:pt x="114" y="28"/>
                    </a:lnTo>
                    <a:lnTo>
                      <a:pt x="114" y="28"/>
                    </a:lnTo>
                    <a:lnTo>
                      <a:pt x="111" y="28"/>
                    </a:lnTo>
                    <a:lnTo>
                      <a:pt x="111" y="28"/>
                    </a:lnTo>
                    <a:lnTo>
                      <a:pt x="109" y="28"/>
                    </a:lnTo>
                    <a:lnTo>
                      <a:pt x="109" y="28"/>
                    </a:lnTo>
                    <a:lnTo>
                      <a:pt x="109" y="28"/>
                    </a:lnTo>
                    <a:lnTo>
                      <a:pt x="106" y="28"/>
                    </a:lnTo>
                    <a:lnTo>
                      <a:pt x="106" y="28"/>
                    </a:lnTo>
                    <a:lnTo>
                      <a:pt x="106" y="28"/>
                    </a:lnTo>
                    <a:lnTo>
                      <a:pt x="104" y="28"/>
                    </a:lnTo>
                    <a:lnTo>
                      <a:pt x="104" y="28"/>
                    </a:lnTo>
                    <a:lnTo>
                      <a:pt x="102" y="28"/>
                    </a:lnTo>
                    <a:lnTo>
                      <a:pt x="102" y="28"/>
                    </a:lnTo>
                    <a:lnTo>
                      <a:pt x="102" y="28"/>
                    </a:lnTo>
                    <a:lnTo>
                      <a:pt x="102" y="28"/>
                    </a:lnTo>
                    <a:lnTo>
                      <a:pt x="99" y="28"/>
                    </a:lnTo>
                    <a:lnTo>
                      <a:pt x="99" y="28"/>
                    </a:lnTo>
                    <a:lnTo>
                      <a:pt x="99" y="28"/>
                    </a:lnTo>
                    <a:lnTo>
                      <a:pt x="97" y="28"/>
                    </a:lnTo>
                    <a:lnTo>
                      <a:pt x="97" y="28"/>
                    </a:lnTo>
                    <a:lnTo>
                      <a:pt x="95" y="28"/>
                    </a:lnTo>
                    <a:lnTo>
                      <a:pt x="95" y="28"/>
                    </a:lnTo>
                    <a:lnTo>
                      <a:pt x="95" y="28"/>
                    </a:lnTo>
                    <a:lnTo>
                      <a:pt x="92" y="28"/>
                    </a:lnTo>
                    <a:lnTo>
                      <a:pt x="92" y="31"/>
                    </a:lnTo>
                    <a:lnTo>
                      <a:pt x="92" y="31"/>
                    </a:lnTo>
                    <a:lnTo>
                      <a:pt x="92" y="31"/>
                    </a:lnTo>
                    <a:lnTo>
                      <a:pt x="90" y="31"/>
                    </a:lnTo>
                    <a:lnTo>
                      <a:pt x="90" y="31"/>
                    </a:lnTo>
                    <a:lnTo>
                      <a:pt x="88" y="31"/>
                    </a:lnTo>
                    <a:lnTo>
                      <a:pt x="88" y="31"/>
                    </a:lnTo>
                    <a:lnTo>
                      <a:pt x="88" y="31"/>
                    </a:lnTo>
                    <a:lnTo>
                      <a:pt x="85" y="31"/>
                    </a:lnTo>
                    <a:lnTo>
                      <a:pt x="85" y="31"/>
                    </a:lnTo>
                    <a:lnTo>
                      <a:pt x="83" y="31"/>
                    </a:lnTo>
                    <a:lnTo>
                      <a:pt x="83" y="31"/>
                    </a:lnTo>
                    <a:lnTo>
                      <a:pt x="83" y="31"/>
                    </a:lnTo>
                    <a:lnTo>
                      <a:pt x="80" y="31"/>
                    </a:lnTo>
                    <a:lnTo>
                      <a:pt x="80" y="31"/>
                    </a:lnTo>
                    <a:lnTo>
                      <a:pt x="80" y="31"/>
                    </a:lnTo>
                    <a:lnTo>
                      <a:pt x="80" y="31"/>
                    </a:lnTo>
                    <a:lnTo>
                      <a:pt x="78" y="31"/>
                    </a:lnTo>
                    <a:lnTo>
                      <a:pt x="78" y="31"/>
                    </a:lnTo>
                    <a:lnTo>
                      <a:pt x="78" y="31"/>
                    </a:lnTo>
                    <a:lnTo>
                      <a:pt x="76" y="31"/>
                    </a:lnTo>
                    <a:lnTo>
                      <a:pt x="76" y="31"/>
                    </a:lnTo>
                    <a:lnTo>
                      <a:pt x="76" y="31"/>
                    </a:lnTo>
                    <a:lnTo>
                      <a:pt x="76" y="31"/>
                    </a:lnTo>
                    <a:lnTo>
                      <a:pt x="76" y="33"/>
                    </a:lnTo>
                    <a:lnTo>
                      <a:pt x="76" y="33"/>
                    </a:lnTo>
                    <a:lnTo>
                      <a:pt x="73" y="33"/>
                    </a:lnTo>
                    <a:lnTo>
                      <a:pt x="73" y="33"/>
                    </a:lnTo>
                    <a:lnTo>
                      <a:pt x="73" y="33"/>
                    </a:lnTo>
                    <a:lnTo>
                      <a:pt x="73" y="33"/>
                    </a:lnTo>
                    <a:lnTo>
                      <a:pt x="71" y="33"/>
                    </a:lnTo>
                    <a:lnTo>
                      <a:pt x="71" y="33"/>
                    </a:lnTo>
                    <a:lnTo>
                      <a:pt x="71" y="31"/>
                    </a:lnTo>
                    <a:lnTo>
                      <a:pt x="69" y="31"/>
                    </a:lnTo>
                    <a:lnTo>
                      <a:pt x="69" y="31"/>
                    </a:lnTo>
                    <a:lnTo>
                      <a:pt x="69" y="31"/>
                    </a:lnTo>
                    <a:lnTo>
                      <a:pt x="69" y="31"/>
                    </a:lnTo>
                    <a:lnTo>
                      <a:pt x="69" y="31"/>
                    </a:lnTo>
                    <a:lnTo>
                      <a:pt x="66" y="31"/>
                    </a:lnTo>
                    <a:lnTo>
                      <a:pt x="66" y="31"/>
                    </a:lnTo>
                    <a:lnTo>
                      <a:pt x="66" y="31"/>
                    </a:lnTo>
                    <a:lnTo>
                      <a:pt x="66" y="31"/>
                    </a:lnTo>
                    <a:lnTo>
                      <a:pt x="66" y="31"/>
                    </a:lnTo>
                    <a:lnTo>
                      <a:pt x="64" y="31"/>
                    </a:lnTo>
                    <a:lnTo>
                      <a:pt x="64" y="31"/>
                    </a:lnTo>
                    <a:lnTo>
                      <a:pt x="61" y="31"/>
                    </a:lnTo>
                    <a:lnTo>
                      <a:pt x="61" y="31"/>
                    </a:lnTo>
                    <a:lnTo>
                      <a:pt x="61" y="31"/>
                    </a:lnTo>
                    <a:lnTo>
                      <a:pt x="59" y="31"/>
                    </a:lnTo>
                    <a:lnTo>
                      <a:pt x="59" y="31"/>
                    </a:lnTo>
                    <a:lnTo>
                      <a:pt x="59" y="31"/>
                    </a:lnTo>
                    <a:lnTo>
                      <a:pt x="57" y="31"/>
                    </a:lnTo>
                    <a:lnTo>
                      <a:pt x="57" y="33"/>
                    </a:lnTo>
                    <a:lnTo>
                      <a:pt x="57" y="33"/>
                    </a:lnTo>
                    <a:lnTo>
                      <a:pt x="54" y="33"/>
                    </a:lnTo>
                    <a:lnTo>
                      <a:pt x="54" y="31"/>
                    </a:lnTo>
                    <a:lnTo>
                      <a:pt x="54" y="31"/>
                    </a:lnTo>
                    <a:lnTo>
                      <a:pt x="54" y="31"/>
                    </a:lnTo>
                    <a:lnTo>
                      <a:pt x="52" y="31"/>
                    </a:lnTo>
                    <a:lnTo>
                      <a:pt x="52" y="31"/>
                    </a:lnTo>
                    <a:lnTo>
                      <a:pt x="52" y="31"/>
                    </a:lnTo>
                    <a:lnTo>
                      <a:pt x="50" y="31"/>
                    </a:lnTo>
                    <a:lnTo>
                      <a:pt x="50" y="31"/>
                    </a:lnTo>
                    <a:lnTo>
                      <a:pt x="47" y="31"/>
                    </a:lnTo>
                    <a:lnTo>
                      <a:pt x="47" y="31"/>
                    </a:lnTo>
                    <a:lnTo>
                      <a:pt x="47" y="31"/>
                    </a:lnTo>
                    <a:lnTo>
                      <a:pt x="45" y="31"/>
                    </a:lnTo>
                    <a:lnTo>
                      <a:pt x="45" y="31"/>
                    </a:lnTo>
                    <a:lnTo>
                      <a:pt x="43" y="31"/>
                    </a:lnTo>
                    <a:lnTo>
                      <a:pt x="43" y="31"/>
                    </a:lnTo>
                    <a:lnTo>
                      <a:pt x="43" y="31"/>
                    </a:lnTo>
                    <a:lnTo>
                      <a:pt x="40" y="31"/>
                    </a:lnTo>
                    <a:lnTo>
                      <a:pt x="40" y="31"/>
                    </a:lnTo>
                    <a:lnTo>
                      <a:pt x="40" y="31"/>
                    </a:lnTo>
                    <a:lnTo>
                      <a:pt x="40" y="33"/>
                    </a:lnTo>
                    <a:lnTo>
                      <a:pt x="38" y="33"/>
                    </a:lnTo>
                    <a:lnTo>
                      <a:pt x="38" y="33"/>
                    </a:lnTo>
                    <a:lnTo>
                      <a:pt x="35" y="33"/>
                    </a:lnTo>
                    <a:lnTo>
                      <a:pt x="35" y="33"/>
                    </a:lnTo>
                    <a:lnTo>
                      <a:pt x="35" y="33"/>
                    </a:lnTo>
                    <a:lnTo>
                      <a:pt x="35" y="33"/>
                    </a:lnTo>
                    <a:lnTo>
                      <a:pt x="33" y="33"/>
                    </a:lnTo>
                    <a:lnTo>
                      <a:pt x="33" y="33"/>
                    </a:lnTo>
                    <a:lnTo>
                      <a:pt x="33" y="33"/>
                    </a:lnTo>
                    <a:lnTo>
                      <a:pt x="31" y="33"/>
                    </a:lnTo>
                    <a:lnTo>
                      <a:pt x="31" y="33"/>
                    </a:lnTo>
                    <a:lnTo>
                      <a:pt x="31" y="33"/>
                    </a:lnTo>
                    <a:lnTo>
                      <a:pt x="28" y="33"/>
                    </a:lnTo>
                    <a:lnTo>
                      <a:pt x="28" y="33"/>
                    </a:lnTo>
                    <a:lnTo>
                      <a:pt x="28" y="33"/>
                    </a:lnTo>
                    <a:lnTo>
                      <a:pt x="26" y="33"/>
                    </a:lnTo>
                    <a:lnTo>
                      <a:pt x="26" y="33"/>
                    </a:lnTo>
                    <a:lnTo>
                      <a:pt x="26" y="33"/>
                    </a:lnTo>
                    <a:lnTo>
                      <a:pt x="24" y="33"/>
                    </a:lnTo>
                    <a:lnTo>
                      <a:pt x="24" y="35"/>
                    </a:lnTo>
                    <a:lnTo>
                      <a:pt x="24" y="35"/>
                    </a:lnTo>
                    <a:lnTo>
                      <a:pt x="21" y="35"/>
                    </a:lnTo>
                    <a:lnTo>
                      <a:pt x="21" y="35"/>
                    </a:lnTo>
                    <a:lnTo>
                      <a:pt x="21" y="35"/>
                    </a:lnTo>
                    <a:lnTo>
                      <a:pt x="21" y="35"/>
                    </a:lnTo>
                    <a:lnTo>
                      <a:pt x="19" y="35"/>
                    </a:lnTo>
                    <a:lnTo>
                      <a:pt x="19" y="35"/>
                    </a:lnTo>
                    <a:lnTo>
                      <a:pt x="19" y="35"/>
                    </a:lnTo>
                    <a:lnTo>
                      <a:pt x="16" y="35"/>
                    </a:lnTo>
                    <a:lnTo>
                      <a:pt x="16" y="35"/>
                    </a:lnTo>
                    <a:lnTo>
                      <a:pt x="14" y="35"/>
                    </a:lnTo>
                    <a:lnTo>
                      <a:pt x="14" y="38"/>
                    </a:lnTo>
                    <a:lnTo>
                      <a:pt x="14" y="38"/>
                    </a:lnTo>
                    <a:lnTo>
                      <a:pt x="14" y="38"/>
                    </a:lnTo>
                    <a:lnTo>
                      <a:pt x="12" y="38"/>
                    </a:lnTo>
                    <a:lnTo>
                      <a:pt x="12" y="38"/>
                    </a:lnTo>
                    <a:lnTo>
                      <a:pt x="9" y="38"/>
                    </a:lnTo>
                    <a:lnTo>
                      <a:pt x="9" y="38"/>
                    </a:lnTo>
                    <a:lnTo>
                      <a:pt x="9" y="35"/>
                    </a:lnTo>
                    <a:lnTo>
                      <a:pt x="9" y="35"/>
                    </a:lnTo>
                    <a:lnTo>
                      <a:pt x="9" y="38"/>
                    </a:lnTo>
                    <a:lnTo>
                      <a:pt x="7" y="38"/>
                    </a:lnTo>
                    <a:lnTo>
                      <a:pt x="7" y="38"/>
                    </a:lnTo>
                    <a:lnTo>
                      <a:pt x="7" y="38"/>
                    </a:lnTo>
                    <a:lnTo>
                      <a:pt x="5" y="38"/>
                    </a:lnTo>
                    <a:lnTo>
                      <a:pt x="5" y="38"/>
                    </a:lnTo>
                    <a:lnTo>
                      <a:pt x="2" y="38"/>
                    </a:lnTo>
                    <a:lnTo>
                      <a:pt x="2" y="38"/>
                    </a:lnTo>
                    <a:lnTo>
                      <a:pt x="2" y="35"/>
                    </a:lnTo>
                    <a:lnTo>
                      <a:pt x="2" y="35"/>
                    </a:lnTo>
                    <a:lnTo>
                      <a:pt x="2" y="35"/>
                    </a:lnTo>
                    <a:lnTo>
                      <a:pt x="0" y="35"/>
                    </a:lnTo>
                    <a:lnTo>
                      <a:pt x="0" y="35"/>
                    </a:lnTo>
                    <a:lnTo>
                      <a:pt x="0" y="33"/>
                    </a:lnTo>
                    <a:lnTo>
                      <a:pt x="0" y="33"/>
                    </a:lnTo>
                    <a:lnTo>
                      <a:pt x="0" y="33"/>
                    </a:lnTo>
                    <a:lnTo>
                      <a:pt x="2" y="33"/>
                    </a:lnTo>
                    <a:lnTo>
                      <a:pt x="2" y="33"/>
                    </a:lnTo>
                    <a:lnTo>
                      <a:pt x="2" y="33"/>
                    </a:lnTo>
                    <a:lnTo>
                      <a:pt x="2" y="33"/>
                    </a:lnTo>
                    <a:lnTo>
                      <a:pt x="2" y="31"/>
                    </a:lnTo>
                    <a:lnTo>
                      <a:pt x="5" y="31"/>
                    </a:lnTo>
                    <a:lnTo>
                      <a:pt x="5" y="31"/>
                    </a:lnTo>
                    <a:lnTo>
                      <a:pt x="5" y="31"/>
                    </a:lnTo>
                    <a:lnTo>
                      <a:pt x="7" y="31"/>
                    </a:lnTo>
                    <a:lnTo>
                      <a:pt x="7" y="31"/>
                    </a:lnTo>
                    <a:lnTo>
                      <a:pt x="7" y="31"/>
                    </a:lnTo>
                    <a:lnTo>
                      <a:pt x="7" y="28"/>
                    </a:lnTo>
                    <a:lnTo>
                      <a:pt x="9" y="28"/>
                    </a:lnTo>
                    <a:lnTo>
                      <a:pt x="9" y="28"/>
                    </a:lnTo>
                    <a:lnTo>
                      <a:pt x="9" y="28"/>
                    </a:lnTo>
                    <a:lnTo>
                      <a:pt x="9" y="28"/>
                    </a:lnTo>
                    <a:lnTo>
                      <a:pt x="12" y="28"/>
                    </a:lnTo>
                    <a:lnTo>
                      <a:pt x="12" y="28"/>
                    </a:lnTo>
                    <a:lnTo>
                      <a:pt x="12" y="26"/>
                    </a:lnTo>
                    <a:lnTo>
                      <a:pt x="14" y="26"/>
                    </a:lnTo>
                    <a:lnTo>
                      <a:pt x="14" y="26"/>
                    </a:lnTo>
                    <a:lnTo>
                      <a:pt x="14" y="26"/>
                    </a:lnTo>
                    <a:lnTo>
                      <a:pt x="14" y="23"/>
                    </a:lnTo>
                    <a:lnTo>
                      <a:pt x="14" y="23"/>
                    </a:lnTo>
                    <a:lnTo>
                      <a:pt x="14" y="23"/>
                    </a:lnTo>
                    <a:lnTo>
                      <a:pt x="16" y="23"/>
                    </a:lnTo>
                    <a:lnTo>
                      <a:pt x="16" y="23"/>
                    </a:lnTo>
                    <a:lnTo>
                      <a:pt x="16" y="23"/>
                    </a:lnTo>
                    <a:lnTo>
                      <a:pt x="19" y="23"/>
                    </a:lnTo>
                    <a:lnTo>
                      <a:pt x="19" y="21"/>
                    </a:lnTo>
                    <a:lnTo>
                      <a:pt x="19" y="21"/>
                    </a:lnTo>
                    <a:lnTo>
                      <a:pt x="19" y="21"/>
                    </a:lnTo>
                    <a:lnTo>
                      <a:pt x="19" y="21"/>
                    </a:lnTo>
                    <a:lnTo>
                      <a:pt x="19" y="19"/>
                    </a:lnTo>
                    <a:lnTo>
                      <a:pt x="19" y="19"/>
                    </a:lnTo>
                    <a:lnTo>
                      <a:pt x="21" y="19"/>
                    </a:lnTo>
                    <a:lnTo>
                      <a:pt x="21" y="16"/>
                    </a:lnTo>
                    <a:lnTo>
                      <a:pt x="21" y="16"/>
                    </a:lnTo>
                    <a:lnTo>
                      <a:pt x="21" y="16"/>
                    </a:lnTo>
                    <a:lnTo>
                      <a:pt x="21" y="16"/>
                    </a:lnTo>
                    <a:lnTo>
                      <a:pt x="24" y="16"/>
                    </a:lnTo>
                    <a:lnTo>
                      <a:pt x="24" y="16"/>
                    </a:lnTo>
                    <a:lnTo>
                      <a:pt x="26" y="16"/>
                    </a:lnTo>
                    <a:lnTo>
                      <a:pt x="26" y="14"/>
                    </a:lnTo>
                    <a:lnTo>
                      <a:pt x="26" y="14"/>
                    </a:lnTo>
                    <a:lnTo>
                      <a:pt x="26" y="14"/>
                    </a:lnTo>
                    <a:lnTo>
                      <a:pt x="26" y="14"/>
                    </a:lnTo>
                    <a:lnTo>
                      <a:pt x="28" y="14"/>
                    </a:lnTo>
                    <a:lnTo>
                      <a:pt x="28" y="14"/>
                    </a:lnTo>
                    <a:lnTo>
                      <a:pt x="28" y="14"/>
                    </a:lnTo>
                    <a:lnTo>
                      <a:pt x="28" y="14"/>
                    </a:lnTo>
                    <a:lnTo>
                      <a:pt x="28" y="14"/>
                    </a:lnTo>
                    <a:lnTo>
                      <a:pt x="28" y="14"/>
                    </a:lnTo>
                    <a:lnTo>
                      <a:pt x="31" y="14"/>
                    </a:lnTo>
                    <a:lnTo>
                      <a:pt x="31" y="12"/>
                    </a:lnTo>
                    <a:lnTo>
                      <a:pt x="31" y="12"/>
                    </a:lnTo>
                    <a:lnTo>
                      <a:pt x="33" y="12"/>
                    </a:lnTo>
                    <a:lnTo>
                      <a:pt x="33" y="12"/>
                    </a:lnTo>
                    <a:lnTo>
                      <a:pt x="33" y="12"/>
                    </a:lnTo>
                    <a:lnTo>
                      <a:pt x="33" y="9"/>
                    </a:lnTo>
                    <a:lnTo>
                      <a:pt x="33" y="9"/>
                    </a:lnTo>
                    <a:lnTo>
                      <a:pt x="35" y="9"/>
                    </a:lnTo>
                    <a:lnTo>
                      <a:pt x="35" y="9"/>
                    </a:lnTo>
                    <a:lnTo>
                      <a:pt x="35" y="9"/>
                    </a:lnTo>
                    <a:lnTo>
                      <a:pt x="35" y="7"/>
                    </a:lnTo>
                    <a:lnTo>
                      <a:pt x="35" y="7"/>
                    </a:lnTo>
                    <a:lnTo>
                      <a:pt x="35" y="7"/>
                    </a:lnTo>
                    <a:lnTo>
                      <a:pt x="38" y="7"/>
                    </a:lnTo>
                    <a:lnTo>
                      <a:pt x="38" y="7"/>
                    </a:lnTo>
                    <a:lnTo>
                      <a:pt x="38" y="5"/>
                    </a:lnTo>
                    <a:lnTo>
                      <a:pt x="40" y="5"/>
                    </a:lnTo>
                    <a:lnTo>
                      <a:pt x="40" y="5"/>
                    </a:lnTo>
                    <a:lnTo>
                      <a:pt x="40" y="5"/>
                    </a:lnTo>
                    <a:lnTo>
                      <a:pt x="40" y="5"/>
                    </a:lnTo>
                    <a:lnTo>
                      <a:pt x="43" y="5"/>
                    </a:lnTo>
                    <a:lnTo>
                      <a:pt x="43" y="5"/>
                    </a:lnTo>
                    <a:lnTo>
                      <a:pt x="43" y="5"/>
                    </a:lnTo>
                    <a:lnTo>
                      <a:pt x="43" y="5"/>
                    </a:lnTo>
                    <a:lnTo>
                      <a:pt x="45" y="5"/>
                    </a:lnTo>
                    <a:lnTo>
                      <a:pt x="45" y="5"/>
                    </a:lnTo>
                    <a:lnTo>
                      <a:pt x="47" y="5"/>
                    </a:lnTo>
                    <a:lnTo>
                      <a:pt x="47" y="2"/>
                    </a:lnTo>
                    <a:lnTo>
                      <a:pt x="47" y="2"/>
                    </a:lnTo>
                    <a:lnTo>
                      <a:pt x="47" y="2"/>
                    </a:lnTo>
                    <a:lnTo>
                      <a:pt x="47" y="2"/>
                    </a:lnTo>
                    <a:lnTo>
                      <a:pt x="50" y="2"/>
                    </a:lnTo>
                    <a:lnTo>
                      <a:pt x="50" y="0"/>
                    </a:lnTo>
                    <a:lnTo>
                      <a:pt x="50" y="0"/>
                    </a:lnTo>
                    <a:lnTo>
                      <a:pt x="52" y="0"/>
                    </a:lnTo>
                    <a:lnTo>
                      <a:pt x="52" y="0"/>
                    </a:lnTo>
                    <a:lnTo>
                      <a:pt x="52" y="0"/>
                    </a:lnTo>
                    <a:lnTo>
                      <a:pt x="52" y="2"/>
                    </a:lnTo>
                    <a:lnTo>
                      <a:pt x="54" y="2"/>
                    </a:lnTo>
                    <a:lnTo>
                      <a:pt x="54" y="2"/>
                    </a:lnTo>
                    <a:lnTo>
                      <a:pt x="54" y="2"/>
                    </a:lnTo>
                    <a:lnTo>
                      <a:pt x="54" y="2"/>
                    </a:lnTo>
                    <a:lnTo>
                      <a:pt x="54" y="5"/>
                    </a:lnTo>
                    <a:lnTo>
                      <a:pt x="57" y="5"/>
                    </a:lnTo>
                    <a:lnTo>
                      <a:pt x="57" y="5"/>
                    </a:lnTo>
                    <a:lnTo>
                      <a:pt x="59" y="5"/>
                    </a:lnTo>
                    <a:lnTo>
                      <a:pt x="59" y="5"/>
                    </a:lnTo>
                    <a:lnTo>
                      <a:pt x="59" y="5"/>
                    </a:lnTo>
                    <a:lnTo>
                      <a:pt x="59" y="5"/>
                    </a:lnTo>
                    <a:lnTo>
                      <a:pt x="59" y="5"/>
                    </a:lnTo>
                    <a:lnTo>
                      <a:pt x="59" y="5"/>
                    </a:lnTo>
                    <a:lnTo>
                      <a:pt x="59" y="2"/>
                    </a:lnTo>
                    <a:lnTo>
                      <a:pt x="59" y="2"/>
                    </a:lnTo>
                    <a:lnTo>
                      <a:pt x="59" y="0"/>
                    </a:lnTo>
                    <a:lnTo>
                      <a:pt x="59" y="0"/>
                    </a:lnTo>
                    <a:lnTo>
                      <a:pt x="59" y="0"/>
                    </a:lnTo>
                    <a:lnTo>
                      <a:pt x="61" y="0"/>
                    </a:lnTo>
                    <a:lnTo>
                      <a:pt x="61" y="0"/>
                    </a:lnTo>
                    <a:lnTo>
                      <a:pt x="61" y="0"/>
                    </a:lnTo>
                    <a:lnTo>
                      <a:pt x="64" y="0"/>
                    </a:lnTo>
                    <a:lnTo>
                      <a:pt x="64" y="0"/>
                    </a:lnTo>
                    <a:lnTo>
                      <a:pt x="66" y="0"/>
                    </a:lnTo>
                    <a:lnTo>
                      <a:pt x="66" y="0"/>
                    </a:lnTo>
                    <a:lnTo>
                      <a:pt x="66" y="0"/>
                    </a:lnTo>
                    <a:lnTo>
                      <a:pt x="69" y="0"/>
                    </a:lnTo>
                    <a:lnTo>
                      <a:pt x="69" y="0"/>
                    </a:lnTo>
                    <a:lnTo>
                      <a:pt x="6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54"/>
              <p:cNvSpPr>
                <a:spLocks/>
              </p:cNvSpPr>
              <p:nvPr/>
            </p:nvSpPr>
            <p:spPr bwMode="auto">
              <a:xfrm>
                <a:off x="2966" y="739"/>
                <a:ext cx="128" cy="38"/>
              </a:xfrm>
              <a:custGeom>
                <a:avLst/>
                <a:gdLst/>
                <a:ahLst/>
                <a:cxnLst>
                  <a:cxn ang="0">
                    <a:pos x="73" y="0"/>
                  </a:cxn>
                  <a:cxn ang="0">
                    <a:pos x="80" y="2"/>
                  </a:cxn>
                  <a:cxn ang="0">
                    <a:pos x="78" y="5"/>
                  </a:cxn>
                  <a:cxn ang="0">
                    <a:pos x="73" y="7"/>
                  </a:cxn>
                  <a:cxn ang="0">
                    <a:pos x="71" y="12"/>
                  </a:cxn>
                  <a:cxn ang="0">
                    <a:pos x="76" y="9"/>
                  </a:cxn>
                  <a:cxn ang="0">
                    <a:pos x="80" y="7"/>
                  </a:cxn>
                  <a:cxn ang="0">
                    <a:pos x="83" y="5"/>
                  </a:cxn>
                  <a:cxn ang="0">
                    <a:pos x="88" y="5"/>
                  </a:cxn>
                  <a:cxn ang="0">
                    <a:pos x="95" y="5"/>
                  </a:cxn>
                  <a:cxn ang="0">
                    <a:pos x="99" y="7"/>
                  </a:cxn>
                  <a:cxn ang="0">
                    <a:pos x="104" y="9"/>
                  </a:cxn>
                  <a:cxn ang="0">
                    <a:pos x="109" y="12"/>
                  </a:cxn>
                  <a:cxn ang="0">
                    <a:pos x="111" y="12"/>
                  </a:cxn>
                  <a:cxn ang="0">
                    <a:pos x="116" y="14"/>
                  </a:cxn>
                  <a:cxn ang="0">
                    <a:pos x="118" y="14"/>
                  </a:cxn>
                  <a:cxn ang="0">
                    <a:pos x="123" y="14"/>
                  </a:cxn>
                  <a:cxn ang="0">
                    <a:pos x="125" y="19"/>
                  </a:cxn>
                  <a:cxn ang="0">
                    <a:pos x="128" y="23"/>
                  </a:cxn>
                  <a:cxn ang="0">
                    <a:pos x="123" y="23"/>
                  </a:cxn>
                  <a:cxn ang="0">
                    <a:pos x="118" y="26"/>
                  </a:cxn>
                  <a:cxn ang="0">
                    <a:pos x="114" y="28"/>
                  </a:cxn>
                  <a:cxn ang="0">
                    <a:pos x="106" y="28"/>
                  </a:cxn>
                  <a:cxn ang="0">
                    <a:pos x="102" y="28"/>
                  </a:cxn>
                  <a:cxn ang="0">
                    <a:pos x="95" y="28"/>
                  </a:cxn>
                  <a:cxn ang="0">
                    <a:pos x="90" y="31"/>
                  </a:cxn>
                  <a:cxn ang="0">
                    <a:pos x="83" y="31"/>
                  </a:cxn>
                  <a:cxn ang="0">
                    <a:pos x="78" y="31"/>
                  </a:cxn>
                  <a:cxn ang="0">
                    <a:pos x="76" y="33"/>
                  </a:cxn>
                  <a:cxn ang="0">
                    <a:pos x="71" y="31"/>
                  </a:cxn>
                  <a:cxn ang="0">
                    <a:pos x="66" y="31"/>
                  </a:cxn>
                  <a:cxn ang="0">
                    <a:pos x="61" y="31"/>
                  </a:cxn>
                  <a:cxn ang="0">
                    <a:pos x="57" y="33"/>
                  </a:cxn>
                  <a:cxn ang="0">
                    <a:pos x="52" y="31"/>
                  </a:cxn>
                  <a:cxn ang="0">
                    <a:pos x="45" y="31"/>
                  </a:cxn>
                  <a:cxn ang="0">
                    <a:pos x="40" y="33"/>
                  </a:cxn>
                  <a:cxn ang="0">
                    <a:pos x="33" y="33"/>
                  </a:cxn>
                  <a:cxn ang="0">
                    <a:pos x="28" y="33"/>
                  </a:cxn>
                  <a:cxn ang="0">
                    <a:pos x="24" y="35"/>
                  </a:cxn>
                  <a:cxn ang="0">
                    <a:pos x="19" y="35"/>
                  </a:cxn>
                  <a:cxn ang="0">
                    <a:pos x="12" y="38"/>
                  </a:cxn>
                  <a:cxn ang="0">
                    <a:pos x="7" y="38"/>
                  </a:cxn>
                  <a:cxn ang="0">
                    <a:pos x="2" y="35"/>
                  </a:cxn>
                  <a:cxn ang="0">
                    <a:pos x="0" y="33"/>
                  </a:cxn>
                  <a:cxn ang="0">
                    <a:pos x="5" y="31"/>
                  </a:cxn>
                  <a:cxn ang="0">
                    <a:pos x="9" y="28"/>
                  </a:cxn>
                  <a:cxn ang="0">
                    <a:pos x="14" y="26"/>
                  </a:cxn>
                  <a:cxn ang="0">
                    <a:pos x="16" y="23"/>
                  </a:cxn>
                  <a:cxn ang="0">
                    <a:pos x="19" y="19"/>
                  </a:cxn>
                  <a:cxn ang="0">
                    <a:pos x="24" y="16"/>
                  </a:cxn>
                  <a:cxn ang="0">
                    <a:pos x="28" y="14"/>
                  </a:cxn>
                  <a:cxn ang="0">
                    <a:pos x="31" y="12"/>
                  </a:cxn>
                  <a:cxn ang="0">
                    <a:pos x="35" y="9"/>
                  </a:cxn>
                  <a:cxn ang="0">
                    <a:pos x="38" y="5"/>
                  </a:cxn>
                  <a:cxn ang="0">
                    <a:pos x="43" y="5"/>
                  </a:cxn>
                  <a:cxn ang="0">
                    <a:pos x="47" y="2"/>
                  </a:cxn>
                  <a:cxn ang="0">
                    <a:pos x="52" y="0"/>
                  </a:cxn>
                  <a:cxn ang="0">
                    <a:pos x="57" y="5"/>
                  </a:cxn>
                  <a:cxn ang="0">
                    <a:pos x="59" y="5"/>
                  </a:cxn>
                  <a:cxn ang="0">
                    <a:pos x="61" y="0"/>
                  </a:cxn>
                  <a:cxn ang="0">
                    <a:pos x="69" y="0"/>
                  </a:cxn>
                </a:cxnLst>
                <a:rect l="0" t="0" r="r" b="b"/>
                <a:pathLst>
                  <a:path w="128" h="38">
                    <a:moveTo>
                      <a:pt x="69" y="0"/>
                    </a:moveTo>
                    <a:lnTo>
                      <a:pt x="69" y="0"/>
                    </a:lnTo>
                    <a:lnTo>
                      <a:pt x="71" y="0"/>
                    </a:lnTo>
                    <a:lnTo>
                      <a:pt x="71" y="0"/>
                    </a:lnTo>
                    <a:lnTo>
                      <a:pt x="73" y="0"/>
                    </a:lnTo>
                    <a:lnTo>
                      <a:pt x="73" y="0"/>
                    </a:lnTo>
                    <a:lnTo>
                      <a:pt x="73" y="0"/>
                    </a:lnTo>
                    <a:lnTo>
                      <a:pt x="76" y="0"/>
                    </a:lnTo>
                    <a:lnTo>
                      <a:pt x="76" y="2"/>
                    </a:lnTo>
                    <a:lnTo>
                      <a:pt x="76" y="2"/>
                    </a:lnTo>
                    <a:lnTo>
                      <a:pt x="76" y="2"/>
                    </a:lnTo>
                    <a:lnTo>
                      <a:pt x="78" y="2"/>
                    </a:lnTo>
                    <a:lnTo>
                      <a:pt x="78" y="2"/>
                    </a:lnTo>
                    <a:lnTo>
                      <a:pt x="80" y="2"/>
                    </a:lnTo>
                    <a:lnTo>
                      <a:pt x="80" y="2"/>
                    </a:lnTo>
                    <a:lnTo>
                      <a:pt x="80" y="2"/>
                    </a:lnTo>
                    <a:lnTo>
                      <a:pt x="80" y="5"/>
                    </a:lnTo>
                    <a:lnTo>
                      <a:pt x="80" y="5"/>
                    </a:lnTo>
                    <a:lnTo>
                      <a:pt x="78" y="5"/>
                    </a:lnTo>
                    <a:lnTo>
                      <a:pt x="78" y="5"/>
                    </a:lnTo>
                    <a:lnTo>
                      <a:pt x="78" y="5"/>
                    </a:lnTo>
                    <a:lnTo>
                      <a:pt x="76" y="5"/>
                    </a:lnTo>
                    <a:lnTo>
                      <a:pt x="76" y="5"/>
                    </a:lnTo>
                    <a:lnTo>
                      <a:pt x="76" y="5"/>
                    </a:lnTo>
                    <a:lnTo>
                      <a:pt x="76" y="5"/>
                    </a:lnTo>
                    <a:lnTo>
                      <a:pt x="73" y="5"/>
                    </a:lnTo>
                    <a:lnTo>
                      <a:pt x="73" y="5"/>
                    </a:lnTo>
                    <a:lnTo>
                      <a:pt x="73" y="7"/>
                    </a:lnTo>
                    <a:lnTo>
                      <a:pt x="73" y="7"/>
                    </a:lnTo>
                    <a:lnTo>
                      <a:pt x="73" y="7"/>
                    </a:lnTo>
                    <a:lnTo>
                      <a:pt x="73" y="9"/>
                    </a:lnTo>
                    <a:lnTo>
                      <a:pt x="71" y="9"/>
                    </a:lnTo>
                    <a:lnTo>
                      <a:pt x="71" y="9"/>
                    </a:lnTo>
                    <a:lnTo>
                      <a:pt x="71" y="12"/>
                    </a:lnTo>
                    <a:lnTo>
                      <a:pt x="71" y="12"/>
                    </a:lnTo>
                    <a:lnTo>
                      <a:pt x="73" y="12"/>
                    </a:lnTo>
                    <a:lnTo>
                      <a:pt x="73" y="12"/>
                    </a:lnTo>
                    <a:lnTo>
                      <a:pt x="73" y="12"/>
                    </a:lnTo>
                    <a:lnTo>
                      <a:pt x="73" y="12"/>
                    </a:lnTo>
                    <a:lnTo>
                      <a:pt x="73" y="9"/>
                    </a:lnTo>
                    <a:lnTo>
                      <a:pt x="76" y="9"/>
                    </a:lnTo>
                    <a:lnTo>
                      <a:pt x="76" y="9"/>
                    </a:lnTo>
                    <a:lnTo>
                      <a:pt x="76" y="9"/>
                    </a:lnTo>
                    <a:lnTo>
                      <a:pt x="76" y="9"/>
                    </a:lnTo>
                    <a:lnTo>
                      <a:pt x="78" y="9"/>
                    </a:lnTo>
                    <a:lnTo>
                      <a:pt x="78" y="9"/>
                    </a:lnTo>
                    <a:lnTo>
                      <a:pt x="80" y="9"/>
                    </a:lnTo>
                    <a:lnTo>
                      <a:pt x="80" y="9"/>
                    </a:lnTo>
                    <a:lnTo>
                      <a:pt x="80" y="7"/>
                    </a:lnTo>
                    <a:lnTo>
                      <a:pt x="80" y="7"/>
                    </a:lnTo>
                    <a:lnTo>
                      <a:pt x="83" y="7"/>
                    </a:lnTo>
                    <a:lnTo>
                      <a:pt x="83" y="7"/>
                    </a:lnTo>
                    <a:lnTo>
                      <a:pt x="83" y="7"/>
                    </a:lnTo>
                    <a:lnTo>
                      <a:pt x="83" y="7"/>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2" y="5"/>
                    </a:lnTo>
                    <a:lnTo>
                      <a:pt x="92" y="5"/>
                    </a:lnTo>
                    <a:lnTo>
                      <a:pt x="92" y="5"/>
                    </a:lnTo>
                    <a:lnTo>
                      <a:pt x="95" y="5"/>
                    </a:lnTo>
                    <a:lnTo>
                      <a:pt x="95" y="5"/>
                    </a:lnTo>
                    <a:lnTo>
                      <a:pt x="95" y="5"/>
                    </a:lnTo>
                    <a:lnTo>
                      <a:pt x="95" y="7"/>
                    </a:lnTo>
                    <a:lnTo>
                      <a:pt x="97" y="7"/>
                    </a:lnTo>
                    <a:lnTo>
                      <a:pt x="97" y="7"/>
                    </a:lnTo>
                    <a:lnTo>
                      <a:pt x="99" y="7"/>
                    </a:lnTo>
                    <a:lnTo>
                      <a:pt x="99" y="7"/>
                    </a:lnTo>
                    <a:lnTo>
                      <a:pt x="99" y="7"/>
                    </a:lnTo>
                    <a:lnTo>
                      <a:pt x="99" y="9"/>
                    </a:lnTo>
                    <a:lnTo>
                      <a:pt x="99" y="9"/>
                    </a:lnTo>
                    <a:lnTo>
                      <a:pt x="102" y="9"/>
                    </a:lnTo>
                    <a:lnTo>
                      <a:pt x="102" y="9"/>
                    </a:lnTo>
                    <a:lnTo>
                      <a:pt x="102" y="9"/>
                    </a:lnTo>
                    <a:lnTo>
                      <a:pt x="104" y="9"/>
                    </a:lnTo>
                    <a:lnTo>
                      <a:pt x="104" y="9"/>
                    </a:lnTo>
                    <a:lnTo>
                      <a:pt x="106" y="9"/>
                    </a:lnTo>
                    <a:lnTo>
                      <a:pt x="106" y="9"/>
                    </a:lnTo>
                    <a:lnTo>
                      <a:pt x="106" y="9"/>
                    </a:lnTo>
                    <a:lnTo>
                      <a:pt x="106" y="12"/>
                    </a:lnTo>
                    <a:lnTo>
                      <a:pt x="106" y="12"/>
                    </a:lnTo>
                    <a:lnTo>
                      <a:pt x="109" y="12"/>
                    </a:lnTo>
                    <a:lnTo>
                      <a:pt x="109" y="12"/>
                    </a:lnTo>
                    <a:lnTo>
                      <a:pt x="109" y="12"/>
                    </a:lnTo>
                    <a:lnTo>
                      <a:pt x="109" y="14"/>
                    </a:lnTo>
                    <a:lnTo>
                      <a:pt x="109" y="14"/>
                    </a:lnTo>
                    <a:lnTo>
                      <a:pt x="111" y="14"/>
                    </a:lnTo>
                    <a:lnTo>
                      <a:pt x="111" y="14"/>
                    </a:lnTo>
                    <a:lnTo>
                      <a:pt x="111" y="12"/>
                    </a:lnTo>
                    <a:lnTo>
                      <a:pt x="114" y="12"/>
                    </a:lnTo>
                    <a:lnTo>
                      <a:pt x="114" y="12"/>
                    </a:lnTo>
                    <a:lnTo>
                      <a:pt x="114" y="12"/>
                    </a:lnTo>
                    <a:lnTo>
                      <a:pt x="114" y="14"/>
                    </a:lnTo>
                    <a:lnTo>
                      <a:pt x="116" y="14"/>
                    </a:lnTo>
                    <a:lnTo>
                      <a:pt x="116" y="14"/>
                    </a:lnTo>
                    <a:lnTo>
                      <a:pt x="116" y="14"/>
                    </a:lnTo>
                    <a:lnTo>
                      <a:pt x="116" y="12"/>
                    </a:lnTo>
                    <a:lnTo>
                      <a:pt x="118" y="12"/>
                    </a:lnTo>
                    <a:lnTo>
                      <a:pt x="118" y="12"/>
                    </a:lnTo>
                    <a:lnTo>
                      <a:pt x="121" y="12"/>
                    </a:lnTo>
                    <a:lnTo>
                      <a:pt x="121" y="14"/>
                    </a:lnTo>
                    <a:lnTo>
                      <a:pt x="118" y="14"/>
                    </a:lnTo>
                    <a:lnTo>
                      <a:pt x="118" y="14"/>
                    </a:lnTo>
                    <a:lnTo>
                      <a:pt x="118" y="14"/>
                    </a:lnTo>
                    <a:lnTo>
                      <a:pt x="118" y="14"/>
                    </a:lnTo>
                    <a:lnTo>
                      <a:pt x="121" y="14"/>
                    </a:lnTo>
                    <a:lnTo>
                      <a:pt x="121" y="14"/>
                    </a:lnTo>
                    <a:lnTo>
                      <a:pt x="121" y="14"/>
                    </a:lnTo>
                    <a:lnTo>
                      <a:pt x="123" y="14"/>
                    </a:lnTo>
                    <a:lnTo>
                      <a:pt x="123" y="14"/>
                    </a:lnTo>
                    <a:lnTo>
                      <a:pt x="125" y="14"/>
                    </a:lnTo>
                    <a:lnTo>
                      <a:pt x="125" y="14"/>
                    </a:lnTo>
                    <a:lnTo>
                      <a:pt x="125" y="14"/>
                    </a:lnTo>
                    <a:lnTo>
                      <a:pt x="125" y="16"/>
                    </a:lnTo>
                    <a:lnTo>
                      <a:pt x="125" y="16"/>
                    </a:lnTo>
                    <a:lnTo>
                      <a:pt x="125" y="16"/>
                    </a:lnTo>
                    <a:lnTo>
                      <a:pt x="125" y="19"/>
                    </a:lnTo>
                    <a:lnTo>
                      <a:pt x="128" y="19"/>
                    </a:lnTo>
                    <a:lnTo>
                      <a:pt x="128" y="19"/>
                    </a:lnTo>
                    <a:lnTo>
                      <a:pt x="128" y="21"/>
                    </a:lnTo>
                    <a:lnTo>
                      <a:pt x="128" y="21"/>
                    </a:lnTo>
                    <a:lnTo>
                      <a:pt x="128" y="21"/>
                    </a:lnTo>
                    <a:lnTo>
                      <a:pt x="128" y="23"/>
                    </a:lnTo>
                    <a:lnTo>
                      <a:pt x="128" y="23"/>
                    </a:lnTo>
                    <a:lnTo>
                      <a:pt x="128" y="23"/>
                    </a:lnTo>
                    <a:lnTo>
                      <a:pt x="125" y="23"/>
                    </a:lnTo>
                    <a:lnTo>
                      <a:pt x="125" y="23"/>
                    </a:lnTo>
                    <a:lnTo>
                      <a:pt x="125" y="23"/>
                    </a:lnTo>
                    <a:lnTo>
                      <a:pt x="125" y="23"/>
                    </a:lnTo>
                    <a:lnTo>
                      <a:pt x="123" y="23"/>
                    </a:lnTo>
                    <a:lnTo>
                      <a:pt x="123" y="23"/>
                    </a:lnTo>
                    <a:lnTo>
                      <a:pt x="123" y="26"/>
                    </a:lnTo>
                    <a:lnTo>
                      <a:pt x="121" y="26"/>
                    </a:lnTo>
                    <a:lnTo>
                      <a:pt x="121" y="26"/>
                    </a:lnTo>
                    <a:lnTo>
                      <a:pt x="121" y="26"/>
                    </a:lnTo>
                    <a:lnTo>
                      <a:pt x="121" y="26"/>
                    </a:lnTo>
                    <a:lnTo>
                      <a:pt x="118" y="26"/>
                    </a:lnTo>
                    <a:lnTo>
                      <a:pt x="118" y="26"/>
                    </a:lnTo>
                    <a:lnTo>
                      <a:pt x="116" y="26"/>
                    </a:lnTo>
                    <a:lnTo>
                      <a:pt x="116" y="28"/>
                    </a:lnTo>
                    <a:lnTo>
                      <a:pt x="116" y="28"/>
                    </a:lnTo>
                    <a:lnTo>
                      <a:pt x="116" y="28"/>
                    </a:lnTo>
                    <a:lnTo>
                      <a:pt x="114" y="28"/>
                    </a:lnTo>
                    <a:lnTo>
                      <a:pt x="114" y="28"/>
                    </a:lnTo>
                    <a:lnTo>
                      <a:pt x="114" y="28"/>
                    </a:lnTo>
                    <a:lnTo>
                      <a:pt x="111" y="28"/>
                    </a:lnTo>
                    <a:lnTo>
                      <a:pt x="111" y="28"/>
                    </a:lnTo>
                    <a:lnTo>
                      <a:pt x="109" y="28"/>
                    </a:lnTo>
                    <a:lnTo>
                      <a:pt x="109" y="28"/>
                    </a:lnTo>
                    <a:lnTo>
                      <a:pt x="109" y="28"/>
                    </a:lnTo>
                    <a:lnTo>
                      <a:pt x="106" y="28"/>
                    </a:lnTo>
                    <a:lnTo>
                      <a:pt x="106" y="28"/>
                    </a:lnTo>
                    <a:lnTo>
                      <a:pt x="106" y="28"/>
                    </a:lnTo>
                    <a:lnTo>
                      <a:pt x="104" y="28"/>
                    </a:lnTo>
                    <a:lnTo>
                      <a:pt x="104" y="28"/>
                    </a:lnTo>
                    <a:lnTo>
                      <a:pt x="102" y="28"/>
                    </a:lnTo>
                    <a:lnTo>
                      <a:pt x="102" y="28"/>
                    </a:lnTo>
                    <a:lnTo>
                      <a:pt x="102" y="28"/>
                    </a:lnTo>
                    <a:lnTo>
                      <a:pt x="102" y="28"/>
                    </a:lnTo>
                    <a:lnTo>
                      <a:pt x="99" y="28"/>
                    </a:lnTo>
                    <a:lnTo>
                      <a:pt x="99" y="28"/>
                    </a:lnTo>
                    <a:lnTo>
                      <a:pt x="99" y="28"/>
                    </a:lnTo>
                    <a:lnTo>
                      <a:pt x="97" y="28"/>
                    </a:lnTo>
                    <a:lnTo>
                      <a:pt x="97" y="28"/>
                    </a:lnTo>
                    <a:lnTo>
                      <a:pt x="95" y="28"/>
                    </a:lnTo>
                    <a:lnTo>
                      <a:pt x="95" y="28"/>
                    </a:lnTo>
                    <a:lnTo>
                      <a:pt x="95" y="28"/>
                    </a:lnTo>
                    <a:lnTo>
                      <a:pt x="92" y="28"/>
                    </a:lnTo>
                    <a:lnTo>
                      <a:pt x="92" y="31"/>
                    </a:lnTo>
                    <a:lnTo>
                      <a:pt x="92" y="31"/>
                    </a:lnTo>
                    <a:lnTo>
                      <a:pt x="92" y="31"/>
                    </a:lnTo>
                    <a:lnTo>
                      <a:pt x="90" y="31"/>
                    </a:lnTo>
                    <a:lnTo>
                      <a:pt x="90" y="31"/>
                    </a:lnTo>
                    <a:lnTo>
                      <a:pt x="88" y="31"/>
                    </a:lnTo>
                    <a:lnTo>
                      <a:pt x="88" y="31"/>
                    </a:lnTo>
                    <a:lnTo>
                      <a:pt x="88" y="31"/>
                    </a:lnTo>
                    <a:lnTo>
                      <a:pt x="85" y="31"/>
                    </a:lnTo>
                    <a:lnTo>
                      <a:pt x="85" y="31"/>
                    </a:lnTo>
                    <a:lnTo>
                      <a:pt x="83" y="31"/>
                    </a:lnTo>
                    <a:lnTo>
                      <a:pt x="83" y="31"/>
                    </a:lnTo>
                    <a:lnTo>
                      <a:pt x="83" y="31"/>
                    </a:lnTo>
                    <a:lnTo>
                      <a:pt x="80" y="31"/>
                    </a:lnTo>
                    <a:lnTo>
                      <a:pt x="80" y="31"/>
                    </a:lnTo>
                    <a:lnTo>
                      <a:pt x="80" y="31"/>
                    </a:lnTo>
                    <a:lnTo>
                      <a:pt x="80" y="31"/>
                    </a:lnTo>
                    <a:lnTo>
                      <a:pt x="78" y="31"/>
                    </a:lnTo>
                    <a:lnTo>
                      <a:pt x="78" y="31"/>
                    </a:lnTo>
                    <a:lnTo>
                      <a:pt x="78" y="31"/>
                    </a:lnTo>
                    <a:lnTo>
                      <a:pt x="76" y="31"/>
                    </a:lnTo>
                    <a:lnTo>
                      <a:pt x="76" y="31"/>
                    </a:lnTo>
                    <a:lnTo>
                      <a:pt x="76" y="31"/>
                    </a:lnTo>
                    <a:lnTo>
                      <a:pt x="76" y="31"/>
                    </a:lnTo>
                    <a:lnTo>
                      <a:pt x="76" y="33"/>
                    </a:lnTo>
                    <a:lnTo>
                      <a:pt x="76" y="33"/>
                    </a:lnTo>
                    <a:lnTo>
                      <a:pt x="73" y="33"/>
                    </a:lnTo>
                    <a:lnTo>
                      <a:pt x="73" y="33"/>
                    </a:lnTo>
                    <a:lnTo>
                      <a:pt x="73" y="33"/>
                    </a:lnTo>
                    <a:lnTo>
                      <a:pt x="73" y="33"/>
                    </a:lnTo>
                    <a:lnTo>
                      <a:pt x="71" y="33"/>
                    </a:lnTo>
                    <a:lnTo>
                      <a:pt x="71" y="33"/>
                    </a:lnTo>
                    <a:lnTo>
                      <a:pt x="71" y="31"/>
                    </a:lnTo>
                    <a:lnTo>
                      <a:pt x="69" y="31"/>
                    </a:lnTo>
                    <a:lnTo>
                      <a:pt x="69" y="31"/>
                    </a:lnTo>
                    <a:lnTo>
                      <a:pt x="69" y="31"/>
                    </a:lnTo>
                    <a:lnTo>
                      <a:pt x="69" y="31"/>
                    </a:lnTo>
                    <a:lnTo>
                      <a:pt x="69" y="31"/>
                    </a:lnTo>
                    <a:lnTo>
                      <a:pt x="66" y="31"/>
                    </a:lnTo>
                    <a:lnTo>
                      <a:pt x="66" y="31"/>
                    </a:lnTo>
                    <a:lnTo>
                      <a:pt x="66" y="31"/>
                    </a:lnTo>
                    <a:lnTo>
                      <a:pt x="66" y="31"/>
                    </a:lnTo>
                    <a:lnTo>
                      <a:pt x="66" y="31"/>
                    </a:lnTo>
                    <a:lnTo>
                      <a:pt x="64" y="31"/>
                    </a:lnTo>
                    <a:lnTo>
                      <a:pt x="64" y="31"/>
                    </a:lnTo>
                    <a:lnTo>
                      <a:pt x="61" y="31"/>
                    </a:lnTo>
                    <a:lnTo>
                      <a:pt x="61" y="31"/>
                    </a:lnTo>
                    <a:lnTo>
                      <a:pt x="61" y="31"/>
                    </a:lnTo>
                    <a:lnTo>
                      <a:pt x="59" y="31"/>
                    </a:lnTo>
                    <a:lnTo>
                      <a:pt x="59" y="31"/>
                    </a:lnTo>
                    <a:lnTo>
                      <a:pt x="59" y="31"/>
                    </a:lnTo>
                    <a:lnTo>
                      <a:pt x="57" y="31"/>
                    </a:lnTo>
                    <a:lnTo>
                      <a:pt x="57" y="33"/>
                    </a:lnTo>
                    <a:lnTo>
                      <a:pt x="57" y="33"/>
                    </a:lnTo>
                    <a:lnTo>
                      <a:pt x="54" y="33"/>
                    </a:lnTo>
                    <a:lnTo>
                      <a:pt x="54" y="31"/>
                    </a:lnTo>
                    <a:lnTo>
                      <a:pt x="54" y="31"/>
                    </a:lnTo>
                    <a:lnTo>
                      <a:pt x="54" y="31"/>
                    </a:lnTo>
                    <a:lnTo>
                      <a:pt x="52" y="31"/>
                    </a:lnTo>
                    <a:lnTo>
                      <a:pt x="52" y="31"/>
                    </a:lnTo>
                    <a:lnTo>
                      <a:pt x="52" y="31"/>
                    </a:lnTo>
                    <a:lnTo>
                      <a:pt x="50" y="31"/>
                    </a:lnTo>
                    <a:lnTo>
                      <a:pt x="50" y="31"/>
                    </a:lnTo>
                    <a:lnTo>
                      <a:pt x="47" y="31"/>
                    </a:lnTo>
                    <a:lnTo>
                      <a:pt x="47" y="31"/>
                    </a:lnTo>
                    <a:lnTo>
                      <a:pt x="47" y="31"/>
                    </a:lnTo>
                    <a:lnTo>
                      <a:pt x="45" y="31"/>
                    </a:lnTo>
                    <a:lnTo>
                      <a:pt x="45" y="31"/>
                    </a:lnTo>
                    <a:lnTo>
                      <a:pt x="43" y="31"/>
                    </a:lnTo>
                    <a:lnTo>
                      <a:pt x="43" y="31"/>
                    </a:lnTo>
                    <a:lnTo>
                      <a:pt x="43" y="31"/>
                    </a:lnTo>
                    <a:lnTo>
                      <a:pt x="40" y="31"/>
                    </a:lnTo>
                    <a:lnTo>
                      <a:pt x="40" y="31"/>
                    </a:lnTo>
                    <a:lnTo>
                      <a:pt x="40" y="31"/>
                    </a:lnTo>
                    <a:lnTo>
                      <a:pt x="40" y="33"/>
                    </a:lnTo>
                    <a:lnTo>
                      <a:pt x="38" y="33"/>
                    </a:lnTo>
                    <a:lnTo>
                      <a:pt x="38" y="33"/>
                    </a:lnTo>
                    <a:lnTo>
                      <a:pt x="35" y="33"/>
                    </a:lnTo>
                    <a:lnTo>
                      <a:pt x="35" y="33"/>
                    </a:lnTo>
                    <a:lnTo>
                      <a:pt x="35" y="33"/>
                    </a:lnTo>
                    <a:lnTo>
                      <a:pt x="35" y="33"/>
                    </a:lnTo>
                    <a:lnTo>
                      <a:pt x="33" y="33"/>
                    </a:lnTo>
                    <a:lnTo>
                      <a:pt x="33" y="33"/>
                    </a:lnTo>
                    <a:lnTo>
                      <a:pt x="33" y="33"/>
                    </a:lnTo>
                    <a:lnTo>
                      <a:pt x="31" y="33"/>
                    </a:lnTo>
                    <a:lnTo>
                      <a:pt x="31" y="33"/>
                    </a:lnTo>
                    <a:lnTo>
                      <a:pt x="31" y="33"/>
                    </a:lnTo>
                    <a:lnTo>
                      <a:pt x="28" y="33"/>
                    </a:lnTo>
                    <a:lnTo>
                      <a:pt x="28" y="33"/>
                    </a:lnTo>
                    <a:lnTo>
                      <a:pt x="28" y="33"/>
                    </a:lnTo>
                    <a:lnTo>
                      <a:pt x="26" y="33"/>
                    </a:lnTo>
                    <a:lnTo>
                      <a:pt x="26" y="33"/>
                    </a:lnTo>
                    <a:lnTo>
                      <a:pt x="26" y="33"/>
                    </a:lnTo>
                    <a:lnTo>
                      <a:pt x="24" y="33"/>
                    </a:lnTo>
                    <a:lnTo>
                      <a:pt x="24" y="35"/>
                    </a:lnTo>
                    <a:lnTo>
                      <a:pt x="24" y="35"/>
                    </a:lnTo>
                    <a:lnTo>
                      <a:pt x="21" y="35"/>
                    </a:lnTo>
                    <a:lnTo>
                      <a:pt x="21" y="35"/>
                    </a:lnTo>
                    <a:lnTo>
                      <a:pt x="21" y="35"/>
                    </a:lnTo>
                    <a:lnTo>
                      <a:pt x="21" y="35"/>
                    </a:lnTo>
                    <a:lnTo>
                      <a:pt x="19" y="35"/>
                    </a:lnTo>
                    <a:lnTo>
                      <a:pt x="19" y="35"/>
                    </a:lnTo>
                    <a:lnTo>
                      <a:pt x="19" y="35"/>
                    </a:lnTo>
                    <a:lnTo>
                      <a:pt x="16" y="35"/>
                    </a:lnTo>
                    <a:lnTo>
                      <a:pt x="16" y="35"/>
                    </a:lnTo>
                    <a:lnTo>
                      <a:pt x="14" y="35"/>
                    </a:lnTo>
                    <a:lnTo>
                      <a:pt x="14" y="38"/>
                    </a:lnTo>
                    <a:lnTo>
                      <a:pt x="14" y="38"/>
                    </a:lnTo>
                    <a:lnTo>
                      <a:pt x="14" y="38"/>
                    </a:lnTo>
                    <a:lnTo>
                      <a:pt x="12" y="38"/>
                    </a:lnTo>
                    <a:lnTo>
                      <a:pt x="12" y="38"/>
                    </a:lnTo>
                    <a:lnTo>
                      <a:pt x="9" y="38"/>
                    </a:lnTo>
                    <a:lnTo>
                      <a:pt x="9" y="38"/>
                    </a:lnTo>
                    <a:lnTo>
                      <a:pt x="9" y="35"/>
                    </a:lnTo>
                    <a:lnTo>
                      <a:pt x="9" y="35"/>
                    </a:lnTo>
                    <a:lnTo>
                      <a:pt x="9" y="38"/>
                    </a:lnTo>
                    <a:lnTo>
                      <a:pt x="7" y="38"/>
                    </a:lnTo>
                    <a:lnTo>
                      <a:pt x="7" y="38"/>
                    </a:lnTo>
                    <a:lnTo>
                      <a:pt x="7" y="38"/>
                    </a:lnTo>
                    <a:lnTo>
                      <a:pt x="5" y="38"/>
                    </a:lnTo>
                    <a:lnTo>
                      <a:pt x="5" y="38"/>
                    </a:lnTo>
                    <a:lnTo>
                      <a:pt x="2" y="38"/>
                    </a:lnTo>
                    <a:lnTo>
                      <a:pt x="2" y="38"/>
                    </a:lnTo>
                    <a:lnTo>
                      <a:pt x="2" y="35"/>
                    </a:lnTo>
                    <a:lnTo>
                      <a:pt x="2" y="35"/>
                    </a:lnTo>
                    <a:lnTo>
                      <a:pt x="2" y="35"/>
                    </a:lnTo>
                    <a:lnTo>
                      <a:pt x="0" y="35"/>
                    </a:lnTo>
                    <a:lnTo>
                      <a:pt x="0" y="35"/>
                    </a:lnTo>
                    <a:lnTo>
                      <a:pt x="0" y="33"/>
                    </a:lnTo>
                    <a:lnTo>
                      <a:pt x="0" y="33"/>
                    </a:lnTo>
                    <a:lnTo>
                      <a:pt x="0" y="33"/>
                    </a:lnTo>
                    <a:lnTo>
                      <a:pt x="2" y="33"/>
                    </a:lnTo>
                    <a:lnTo>
                      <a:pt x="2" y="33"/>
                    </a:lnTo>
                    <a:lnTo>
                      <a:pt x="2" y="33"/>
                    </a:lnTo>
                    <a:lnTo>
                      <a:pt x="2" y="33"/>
                    </a:lnTo>
                    <a:lnTo>
                      <a:pt x="2" y="31"/>
                    </a:lnTo>
                    <a:lnTo>
                      <a:pt x="5" y="31"/>
                    </a:lnTo>
                    <a:lnTo>
                      <a:pt x="5" y="31"/>
                    </a:lnTo>
                    <a:lnTo>
                      <a:pt x="5" y="31"/>
                    </a:lnTo>
                    <a:lnTo>
                      <a:pt x="7" y="31"/>
                    </a:lnTo>
                    <a:lnTo>
                      <a:pt x="7" y="31"/>
                    </a:lnTo>
                    <a:lnTo>
                      <a:pt x="7" y="31"/>
                    </a:lnTo>
                    <a:lnTo>
                      <a:pt x="7" y="28"/>
                    </a:lnTo>
                    <a:lnTo>
                      <a:pt x="9" y="28"/>
                    </a:lnTo>
                    <a:lnTo>
                      <a:pt x="9" y="28"/>
                    </a:lnTo>
                    <a:lnTo>
                      <a:pt x="9" y="28"/>
                    </a:lnTo>
                    <a:lnTo>
                      <a:pt x="9" y="28"/>
                    </a:lnTo>
                    <a:lnTo>
                      <a:pt x="12" y="28"/>
                    </a:lnTo>
                    <a:lnTo>
                      <a:pt x="12" y="28"/>
                    </a:lnTo>
                    <a:lnTo>
                      <a:pt x="12" y="26"/>
                    </a:lnTo>
                    <a:lnTo>
                      <a:pt x="14" y="26"/>
                    </a:lnTo>
                    <a:lnTo>
                      <a:pt x="14" y="26"/>
                    </a:lnTo>
                    <a:lnTo>
                      <a:pt x="14" y="26"/>
                    </a:lnTo>
                    <a:lnTo>
                      <a:pt x="14" y="23"/>
                    </a:lnTo>
                    <a:lnTo>
                      <a:pt x="14" y="23"/>
                    </a:lnTo>
                    <a:lnTo>
                      <a:pt x="14" y="23"/>
                    </a:lnTo>
                    <a:lnTo>
                      <a:pt x="16" y="23"/>
                    </a:lnTo>
                    <a:lnTo>
                      <a:pt x="16" y="23"/>
                    </a:lnTo>
                    <a:lnTo>
                      <a:pt x="16" y="23"/>
                    </a:lnTo>
                    <a:lnTo>
                      <a:pt x="19" y="23"/>
                    </a:lnTo>
                    <a:lnTo>
                      <a:pt x="19" y="21"/>
                    </a:lnTo>
                    <a:lnTo>
                      <a:pt x="19" y="21"/>
                    </a:lnTo>
                    <a:lnTo>
                      <a:pt x="19" y="21"/>
                    </a:lnTo>
                    <a:lnTo>
                      <a:pt x="19" y="21"/>
                    </a:lnTo>
                    <a:lnTo>
                      <a:pt x="19" y="19"/>
                    </a:lnTo>
                    <a:lnTo>
                      <a:pt x="19" y="19"/>
                    </a:lnTo>
                    <a:lnTo>
                      <a:pt x="21" y="19"/>
                    </a:lnTo>
                    <a:lnTo>
                      <a:pt x="21" y="16"/>
                    </a:lnTo>
                    <a:lnTo>
                      <a:pt x="21" y="16"/>
                    </a:lnTo>
                    <a:lnTo>
                      <a:pt x="21" y="16"/>
                    </a:lnTo>
                    <a:lnTo>
                      <a:pt x="21" y="16"/>
                    </a:lnTo>
                    <a:lnTo>
                      <a:pt x="24" y="16"/>
                    </a:lnTo>
                    <a:lnTo>
                      <a:pt x="24" y="16"/>
                    </a:lnTo>
                    <a:lnTo>
                      <a:pt x="26" y="16"/>
                    </a:lnTo>
                    <a:lnTo>
                      <a:pt x="26" y="14"/>
                    </a:lnTo>
                    <a:lnTo>
                      <a:pt x="26" y="14"/>
                    </a:lnTo>
                    <a:lnTo>
                      <a:pt x="26" y="14"/>
                    </a:lnTo>
                    <a:lnTo>
                      <a:pt x="26" y="14"/>
                    </a:lnTo>
                    <a:lnTo>
                      <a:pt x="28" y="14"/>
                    </a:lnTo>
                    <a:lnTo>
                      <a:pt x="28" y="14"/>
                    </a:lnTo>
                    <a:lnTo>
                      <a:pt x="28" y="14"/>
                    </a:lnTo>
                    <a:lnTo>
                      <a:pt x="28" y="14"/>
                    </a:lnTo>
                    <a:lnTo>
                      <a:pt x="28" y="14"/>
                    </a:lnTo>
                    <a:lnTo>
                      <a:pt x="28" y="14"/>
                    </a:lnTo>
                    <a:lnTo>
                      <a:pt x="31" y="14"/>
                    </a:lnTo>
                    <a:lnTo>
                      <a:pt x="31" y="12"/>
                    </a:lnTo>
                    <a:lnTo>
                      <a:pt x="31" y="12"/>
                    </a:lnTo>
                    <a:lnTo>
                      <a:pt x="33" y="12"/>
                    </a:lnTo>
                    <a:lnTo>
                      <a:pt x="33" y="12"/>
                    </a:lnTo>
                    <a:lnTo>
                      <a:pt x="33" y="12"/>
                    </a:lnTo>
                    <a:lnTo>
                      <a:pt x="33" y="9"/>
                    </a:lnTo>
                    <a:lnTo>
                      <a:pt x="33" y="9"/>
                    </a:lnTo>
                    <a:lnTo>
                      <a:pt x="35" y="9"/>
                    </a:lnTo>
                    <a:lnTo>
                      <a:pt x="35" y="9"/>
                    </a:lnTo>
                    <a:lnTo>
                      <a:pt x="35" y="9"/>
                    </a:lnTo>
                    <a:lnTo>
                      <a:pt x="35" y="7"/>
                    </a:lnTo>
                    <a:lnTo>
                      <a:pt x="35" y="7"/>
                    </a:lnTo>
                    <a:lnTo>
                      <a:pt x="35" y="7"/>
                    </a:lnTo>
                    <a:lnTo>
                      <a:pt x="38" y="7"/>
                    </a:lnTo>
                    <a:lnTo>
                      <a:pt x="38" y="7"/>
                    </a:lnTo>
                    <a:lnTo>
                      <a:pt x="38" y="5"/>
                    </a:lnTo>
                    <a:lnTo>
                      <a:pt x="40" y="5"/>
                    </a:lnTo>
                    <a:lnTo>
                      <a:pt x="40" y="5"/>
                    </a:lnTo>
                    <a:lnTo>
                      <a:pt x="40" y="5"/>
                    </a:lnTo>
                    <a:lnTo>
                      <a:pt x="40" y="5"/>
                    </a:lnTo>
                    <a:lnTo>
                      <a:pt x="43" y="5"/>
                    </a:lnTo>
                    <a:lnTo>
                      <a:pt x="43" y="5"/>
                    </a:lnTo>
                    <a:lnTo>
                      <a:pt x="43" y="5"/>
                    </a:lnTo>
                    <a:lnTo>
                      <a:pt x="43" y="5"/>
                    </a:lnTo>
                    <a:lnTo>
                      <a:pt x="45" y="5"/>
                    </a:lnTo>
                    <a:lnTo>
                      <a:pt x="45" y="5"/>
                    </a:lnTo>
                    <a:lnTo>
                      <a:pt x="47" y="5"/>
                    </a:lnTo>
                    <a:lnTo>
                      <a:pt x="47" y="2"/>
                    </a:lnTo>
                    <a:lnTo>
                      <a:pt x="47" y="2"/>
                    </a:lnTo>
                    <a:lnTo>
                      <a:pt x="47" y="2"/>
                    </a:lnTo>
                    <a:lnTo>
                      <a:pt x="47" y="2"/>
                    </a:lnTo>
                    <a:lnTo>
                      <a:pt x="50" y="2"/>
                    </a:lnTo>
                    <a:lnTo>
                      <a:pt x="50" y="0"/>
                    </a:lnTo>
                    <a:lnTo>
                      <a:pt x="50" y="0"/>
                    </a:lnTo>
                    <a:lnTo>
                      <a:pt x="52" y="0"/>
                    </a:lnTo>
                    <a:lnTo>
                      <a:pt x="52" y="0"/>
                    </a:lnTo>
                    <a:lnTo>
                      <a:pt x="52" y="0"/>
                    </a:lnTo>
                    <a:lnTo>
                      <a:pt x="52" y="2"/>
                    </a:lnTo>
                    <a:lnTo>
                      <a:pt x="54" y="2"/>
                    </a:lnTo>
                    <a:lnTo>
                      <a:pt x="54" y="2"/>
                    </a:lnTo>
                    <a:lnTo>
                      <a:pt x="54" y="2"/>
                    </a:lnTo>
                    <a:lnTo>
                      <a:pt x="54" y="2"/>
                    </a:lnTo>
                    <a:lnTo>
                      <a:pt x="54" y="5"/>
                    </a:lnTo>
                    <a:lnTo>
                      <a:pt x="57" y="5"/>
                    </a:lnTo>
                    <a:lnTo>
                      <a:pt x="57" y="5"/>
                    </a:lnTo>
                    <a:lnTo>
                      <a:pt x="59" y="5"/>
                    </a:lnTo>
                    <a:lnTo>
                      <a:pt x="59" y="5"/>
                    </a:lnTo>
                    <a:lnTo>
                      <a:pt x="59" y="5"/>
                    </a:lnTo>
                    <a:lnTo>
                      <a:pt x="59" y="5"/>
                    </a:lnTo>
                    <a:lnTo>
                      <a:pt x="59" y="5"/>
                    </a:lnTo>
                    <a:lnTo>
                      <a:pt x="59" y="5"/>
                    </a:lnTo>
                    <a:lnTo>
                      <a:pt x="59" y="2"/>
                    </a:lnTo>
                    <a:lnTo>
                      <a:pt x="59" y="2"/>
                    </a:lnTo>
                    <a:lnTo>
                      <a:pt x="59" y="0"/>
                    </a:lnTo>
                    <a:lnTo>
                      <a:pt x="59" y="0"/>
                    </a:lnTo>
                    <a:lnTo>
                      <a:pt x="59" y="0"/>
                    </a:lnTo>
                    <a:lnTo>
                      <a:pt x="61" y="0"/>
                    </a:lnTo>
                    <a:lnTo>
                      <a:pt x="61" y="0"/>
                    </a:lnTo>
                    <a:lnTo>
                      <a:pt x="61" y="0"/>
                    </a:lnTo>
                    <a:lnTo>
                      <a:pt x="64" y="0"/>
                    </a:lnTo>
                    <a:lnTo>
                      <a:pt x="64" y="0"/>
                    </a:lnTo>
                    <a:lnTo>
                      <a:pt x="66" y="0"/>
                    </a:lnTo>
                    <a:lnTo>
                      <a:pt x="66" y="0"/>
                    </a:lnTo>
                    <a:lnTo>
                      <a:pt x="66" y="0"/>
                    </a:lnTo>
                    <a:lnTo>
                      <a:pt x="69" y="0"/>
                    </a:lnTo>
                    <a:lnTo>
                      <a:pt x="69" y="0"/>
                    </a:lnTo>
                    <a:lnTo>
                      <a:pt x="6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55"/>
              <p:cNvSpPr>
                <a:spLocks/>
              </p:cNvSpPr>
              <p:nvPr/>
            </p:nvSpPr>
            <p:spPr bwMode="auto">
              <a:xfrm>
                <a:off x="3771" y="819"/>
                <a:ext cx="182" cy="41"/>
              </a:xfrm>
              <a:custGeom>
                <a:avLst/>
                <a:gdLst/>
                <a:ahLst/>
                <a:cxnLst>
                  <a:cxn ang="0">
                    <a:pos x="104" y="3"/>
                  </a:cxn>
                  <a:cxn ang="0">
                    <a:pos x="111" y="5"/>
                  </a:cxn>
                  <a:cxn ang="0">
                    <a:pos x="118" y="7"/>
                  </a:cxn>
                  <a:cxn ang="0">
                    <a:pos x="125" y="10"/>
                  </a:cxn>
                  <a:cxn ang="0">
                    <a:pos x="132" y="10"/>
                  </a:cxn>
                  <a:cxn ang="0">
                    <a:pos x="142" y="10"/>
                  </a:cxn>
                  <a:cxn ang="0">
                    <a:pos x="149" y="10"/>
                  </a:cxn>
                  <a:cxn ang="0">
                    <a:pos x="156" y="12"/>
                  </a:cxn>
                  <a:cxn ang="0">
                    <a:pos x="163" y="12"/>
                  </a:cxn>
                  <a:cxn ang="0">
                    <a:pos x="172" y="15"/>
                  </a:cxn>
                  <a:cxn ang="0">
                    <a:pos x="180" y="17"/>
                  </a:cxn>
                  <a:cxn ang="0">
                    <a:pos x="180" y="19"/>
                  </a:cxn>
                  <a:cxn ang="0">
                    <a:pos x="172" y="22"/>
                  </a:cxn>
                  <a:cxn ang="0">
                    <a:pos x="172" y="24"/>
                  </a:cxn>
                  <a:cxn ang="0">
                    <a:pos x="168" y="29"/>
                  </a:cxn>
                  <a:cxn ang="0">
                    <a:pos x="161" y="31"/>
                  </a:cxn>
                  <a:cxn ang="0">
                    <a:pos x="154" y="31"/>
                  </a:cxn>
                  <a:cxn ang="0">
                    <a:pos x="144" y="31"/>
                  </a:cxn>
                  <a:cxn ang="0">
                    <a:pos x="144" y="34"/>
                  </a:cxn>
                  <a:cxn ang="0">
                    <a:pos x="135" y="34"/>
                  </a:cxn>
                  <a:cxn ang="0">
                    <a:pos x="127" y="36"/>
                  </a:cxn>
                  <a:cxn ang="0">
                    <a:pos x="120" y="36"/>
                  </a:cxn>
                  <a:cxn ang="0">
                    <a:pos x="113" y="36"/>
                  </a:cxn>
                  <a:cxn ang="0">
                    <a:pos x="106" y="34"/>
                  </a:cxn>
                  <a:cxn ang="0">
                    <a:pos x="99" y="34"/>
                  </a:cxn>
                  <a:cxn ang="0">
                    <a:pos x="90" y="34"/>
                  </a:cxn>
                  <a:cxn ang="0">
                    <a:pos x="83" y="34"/>
                  </a:cxn>
                  <a:cxn ang="0">
                    <a:pos x="75" y="36"/>
                  </a:cxn>
                  <a:cxn ang="0">
                    <a:pos x="66" y="36"/>
                  </a:cxn>
                  <a:cxn ang="0">
                    <a:pos x="66" y="36"/>
                  </a:cxn>
                  <a:cxn ang="0">
                    <a:pos x="59" y="34"/>
                  </a:cxn>
                  <a:cxn ang="0">
                    <a:pos x="59" y="36"/>
                  </a:cxn>
                  <a:cxn ang="0">
                    <a:pos x="54" y="41"/>
                  </a:cxn>
                  <a:cxn ang="0">
                    <a:pos x="47" y="41"/>
                  </a:cxn>
                  <a:cxn ang="0">
                    <a:pos x="40" y="38"/>
                  </a:cxn>
                  <a:cxn ang="0">
                    <a:pos x="30" y="38"/>
                  </a:cxn>
                  <a:cxn ang="0">
                    <a:pos x="23" y="36"/>
                  </a:cxn>
                  <a:cxn ang="0">
                    <a:pos x="16" y="31"/>
                  </a:cxn>
                  <a:cxn ang="0">
                    <a:pos x="9" y="31"/>
                  </a:cxn>
                  <a:cxn ang="0">
                    <a:pos x="4" y="26"/>
                  </a:cxn>
                  <a:cxn ang="0">
                    <a:pos x="0" y="22"/>
                  </a:cxn>
                  <a:cxn ang="0">
                    <a:pos x="7" y="19"/>
                  </a:cxn>
                  <a:cxn ang="0">
                    <a:pos x="2" y="15"/>
                  </a:cxn>
                  <a:cxn ang="0">
                    <a:pos x="7" y="12"/>
                  </a:cxn>
                  <a:cxn ang="0">
                    <a:pos x="9" y="10"/>
                  </a:cxn>
                  <a:cxn ang="0">
                    <a:pos x="16" y="5"/>
                  </a:cxn>
                  <a:cxn ang="0">
                    <a:pos x="23" y="5"/>
                  </a:cxn>
                  <a:cxn ang="0">
                    <a:pos x="28" y="3"/>
                  </a:cxn>
                  <a:cxn ang="0">
                    <a:pos x="35" y="0"/>
                  </a:cxn>
                  <a:cxn ang="0">
                    <a:pos x="45" y="0"/>
                  </a:cxn>
                  <a:cxn ang="0">
                    <a:pos x="49" y="3"/>
                  </a:cxn>
                  <a:cxn ang="0">
                    <a:pos x="56" y="5"/>
                  </a:cxn>
                  <a:cxn ang="0">
                    <a:pos x="66" y="5"/>
                  </a:cxn>
                  <a:cxn ang="0">
                    <a:pos x="66" y="10"/>
                  </a:cxn>
                  <a:cxn ang="0">
                    <a:pos x="75" y="10"/>
                  </a:cxn>
                  <a:cxn ang="0">
                    <a:pos x="83" y="12"/>
                  </a:cxn>
                  <a:cxn ang="0">
                    <a:pos x="85" y="12"/>
                  </a:cxn>
                  <a:cxn ang="0">
                    <a:pos x="85" y="3"/>
                  </a:cxn>
                  <a:cxn ang="0">
                    <a:pos x="94" y="3"/>
                  </a:cxn>
                  <a:cxn ang="0">
                    <a:pos x="94" y="0"/>
                  </a:cxn>
                </a:cxnLst>
                <a:rect l="0" t="0" r="r" b="b"/>
                <a:pathLst>
                  <a:path w="182" h="41">
                    <a:moveTo>
                      <a:pt x="97" y="0"/>
                    </a:moveTo>
                    <a:lnTo>
                      <a:pt x="97" y="3"/>
                    </a:lnTo>
                    <a:lnTo>
                      <a:pt x="99" y="3"/>
                    </a:lnTo>
                    <a:lnTo>
                      <a:pt x="99" y="3"/>
                    </a:lnTo>
                    <a:lnTo>
                      <a:pt x="99" y="3"/>
                    </a:lnTo>
                    <a:lnTo>
                      <a:pt x="101" y="3"/>
                    </a:lnTo>
                    <a:lnTo>
                      <a:pt x="101" y="3"/>
                    </a:lnTo>
                    <a:lnTo>
                      <a:pt x="101" y="3"/>
                    </a:lnTo>
                    <a:lnTo>
                      <a:pt x="101" y="3"/>
                    </a:lnTo>
                    <a:lnTo>
                      <a:pt x="104" y="3"/>
                    </a:lnTo>
                    <a:lnTo>
                      <a:pt x="104" y="3"/>
                    </a:lnTo>
                    <a:lnTo>
                      <a:pt x="106" y="3"/>
                    </a:lnTo>
                    <a:lnTo>
                      <a:pt x="106" y="3"/>
                    </a:lnTo>
                    <a:lnTo>
                      <a:pt x="106" y="3"/>
                    </a:lnTo>
                    <a:lnTo>
                      <a:pt x="106" y="3"/>
                    </a:lnTo>
                    <a:lnTo>
                      <a:pt x="109" y="3"/>
                    </a:lnTo>
                    <a:lnTo>
                      <a:pt x="109" y="3"/>
                    </a:lnTo>
                    <a:lnTo>
                      <a:pt x="109" y="3"/>
                    </a:lnTo>
                    <a:lnTo>
                      <a:pt x="109" y="5"/>
                    </a:lnTo>
                    <a:lnTo>
                      <a:pt x="111" y="5"/>
                    </a:lnTo>
                    <a:lnTo>
                      <a:pt x="111" y="5"/>
                    </a:lnTo>
                    <a:lnTo>
                      <a:pt x="113" y="5"/>
                    </a:lnTo>
                    <a:lnTo>
                      <a:pt x="113" y="5"/>
                    </a:lnTo>
                    <a:lnTo>
                      <a:pt x="113" y="5"/>
                    </a:lnTo>
                    <a:lnTo>
                      <a:pt x="113" y="5"/>
                    </a:lnTo>
                    <a:lnTo>
                      <a:pt x="116" y="5"/>
                    </a:lnTo>
                    <a:lnTo>
                      <a:pt x="116" y="5"/>
                    </a:lnTo>
                    <a:lnTo>
                      <a:pt x="116" y="5"/>
                    </a:lnTo>
                    <a:lnTo>
                      <a:pt x="116" y="7"/>
                    </a:lnTo>
                    <a:lnTo>
                      <a:pt x="118" y="7"/>
                    </a:lnTo>
                    <a:lnTo>
                      <a:pt x="118" y="7"/>
                    </a:lnTo>
                    <a:lnTo>
                      <a:pt x="118" y="7"/>
                    </a:lnTo>
                    <a:lnTo>
                      <a:pt x="120" y="7"/>
                    </a:lnTo>
                    <a:lnTo>
                      <a:pt x="120" y="7"/>
                    </a:lnTo>
                    <a:lnTo>
                      <a:pt x="120" y="7"/>
                    </a:lnTo>
                    <a:lnTo>
                      <a:pt x="120" y="10"/>
                    </a:lnTo>
                    <a:lnTo>
                      <a:pt x="123" y="10"/>
                    </a:lnTo>
                    <a:lnTo>
                      <a:pt x="123" y="10"/>
                    </a:lnTo>
                    <a:lnTo>
                      <a:pt x="123" y="10"/>
                    </a:lnTo>
                    <a:lnTo>
                      <a:pt x="125" y="10"/>
                    </a:lnTo>
                    <a:lnTo>
                      <a:pt x="125" y="10"/>
                    </a:lnTo>
                    <a:lnTo>
                      <a:pt x="127" y="10"/>
                    </a:lnTo>
                    <a:lnTo>
                      <a:pt x="127" y="10"/>
                    </a:lnTo>
                    <a:lnTo>
                      <a:pt x="127" y="10"/>
                    </a:lnTo>
                    <a:lnTo>
                      <a:pt x="127" y="10"/>
                    </a:lnTo>
                    <a:lnTo>
                      <a:pt x="130" y="10"/>
                    </a:lnTo>
                    <a:lnTo>
                      <a:pt x="130" y="10"/>
                    </a:lnTo>
                    <a:lnTo>
                      <a:pt x="132" y="10"/>
                    </a:lnTo>
                    <a:lnTo>
                      <a:pt x="132" y="10"/>
                    </a:lnTo>
                    <a:lnTo>
                      <a:pt x="132" y="10"/>
                    </a:lnTo>
                    <a:lnTo>
                      <a:pt x="135" y="10"/>
                    </a:lnTo>
                    <a:lnTo>
                      <a:pt x="135" y="10"/>
                    </a:lnTo>
                    <a:lnTo>
                      <a:pt x="135" y="10"/>
                    </a:lnTo>
                    <a:lnTo>
                      <a:pt x="137" y="10"/>
                    </a:lnTo>
                    <a:lnTo>
                      <a:pt x="137" y="10"/>
                    </a:lnTo>
                    <a:lnTo>
                      <a:pt x="139" y="10"/>
                    </a:lnTo>
                    <a:lnTo>
                      <a:pt x="139" y="10"/>
                    </a:lnTo>
                    <a:lnTo>
                      <a:pt x="139" y="10"/>
                    </a:lnTo>
                    <a:lnTo>
                      <a:pt x="139" y="10"/>
                    </a:lnTo>
                    <a:lnTo>
                      <a:pt x="142" y="10"/>
                    </a:lnTo>
                    <a:lnTo>
                      <a:pt x="142" y="10"/>
                    </a:lnTo>
                    <a:lnTo>
                      <a:pt x="142" y="10"/>
                    </a:lnTo>
                    <a:lnTo>
                      <a:pt x="144" y="10"/>
                    </a:lnTo>
                    <a:lnTo>
                      <a:pt x="144" y="10"/>
                    </a:lnTo>
                    <a:lnTo>
                      <a:pt x="146" y="10"/>
                    </a:lnTo>
                    <a:lnTo>
                      <a:pt x="146" y="10"/>
                    </a:lnTo>
                    <a:lnTo>
                      <a:pt x="146" y="10"/>
                    </a:lnTo>
                    <a:lnTo>
                      <a:pt x="149" y="10"/>
                    </a:lnTo>
                    <a:lnTo>
                      <a:pt x="149" y="10"/>
                    </a:lnTo>
                    <a:lnTo>
                      <a:pt x="149" y="10"/>
                    </a:lnTo>
                    <a:lnTo>
                      <a:pt x="149" y="10"/>
                    </a:lnTo>
                    <a:lnTo>
                      <a:pt x="151" y="10"/>
                    </a:lnTo>
                    <a:lnTo>
                      <a:pt x="151" y="10"/>
                    </a:lnTo>
                    <a:lnTo>
                      <a:pt x="154" y="10"/>
                    </a:lnTo>
                    <a:lnTo>
                      <a:pt x="154" y="10"/>
                    </a:lnTo>
                    <a:lnTo>
                      <a:pt x="154" y="10"/>
                    </a:lnTo>
                    <a:lnTo>
                      <a:pt x="154" y="12"/>
                    </a:lnTo>
                    <a:lnTo>
                      <a:pt x="156" y="12"/>
                    </a:lnTo>
                    <a:lnTo>
                      <a:pt x="156" y="12"/>
                    </a:lnTo>
                    <a:lnTo>
                      <a:pt x="156" y="12"/>
                    </a:lnTo>
                    <a:lnTo>
                      <a:pt x="158" y="12"/>
                    </a:lnTo>
                    <a:lnTo>
                      <a:pt x="158" y="12"/>
                    </a:lnTo>
                    <a:lnTo>
                      <a:pt x="158" y="12"/>
                    </a:lnTo>
                    <a:lnTo>
                      <a:pt x="161" y="12"/>
                    </a:lnTo>
                    <a:lnTo>
                      <a:pt x="161" y="12"/>
                    </a:lnTo>
                    <a:lnTo>
                      <a:pt x="161" y="12"/>
                    </a:lnTo>
                    <a:lnTo>
                      <a:pt x="161" y="12"/>
                    </a:lnTo>
                    <a:lnTo>
                      <a:pt x="163" y="12"/>
                    </a:lnTo>
                    <a:lnTo>
                      <a:pt x="163" y="12"/>
                    </a:lnTo>
                    <a:lnTo>
                      <a:pt x="163" y="12"/>
                    </a:lnTo>
                    <a:lnTo>
                      <a:pt x="165" y="12"/>
                    </a:lnTo>
                    <a:lnTo>
                      <a:pt x="165" y="12"/>
                    </a:lnTo>
                    <a:lnTo>
                      <a:pt x="168" y="12"/>
                    </a:lnTo>
                    <a:lnTo>
                      <a:pt x="168" y="12"/>
                    </a:lnTo>
                    <a:lnTo>
                      <a:pt x="168" y="12"/>
                    </a:lnTo>
                    <a:lnTo>
                      <a:pt x="168" y="15"/>
                    </a:lnTo>
                    <a:lnTo>
                      <a:pt x="170" y="15"/>
                    </a:lnTo>
                    <a:lnTo>
                      <a:pt x="170" y="15"/>
                    </a:lnTo>
                    <a:lnTo>
                      <a:pt x="172" y="15"/>
                    </a:lnTo>
                    <a:lnTo>
                      <a:pt x="172" y="15"/>
                    </a:lnTo>
                    <a:lnTo>
                      <a:pt x="172" y="15"/>
                    </a:lnTo>
                    <a:lnTo>
                      <a:pt x="172" y="15"/>
                    </a:lnTo>
                    <a:lnTo>
                      <a:pt x="175" y="15"/>
                    </a:lnTo>
                    <a:lnTo>
                      <a:pt x="175" y="15"/>
                    </a:lnTo>
                    <a:lnTo>
                      <a:pt x="175" y="15"/>
                    </a:lnTo>
                    <a:lnTo>
                      <a:pt x="177" y="15"/>
                    </a:lnTo>
                    <a:lnTo>
                      <a:pt x="177" y="15"/>
                    </a:lnTo>
                    <a:lnTo>
                      <a:pt x="180" y="15"/>
                    </a:lnTo>
                    <a:lnTo>
                      <a:pt x="180" y="17"/>
                    </a:lnTo>
                    <a:lnTo>
                      <a:pt x="180" y="17"/>
                    </a:lnTo>
                    <a:lnTo>
                      <a:pt x="180" y="17"/>
                    </a:lnTo>
                    <a:lnTo>
                      <a:pt x="182" y="17"/>
                    </a:lnTo>
                    <a:lnTo>
                      <a:pt x="182" y="17"/>
                    </a:lnTo>
                    <a:lnTo>
                      <a:pt x="182" y="17"/>
                    </a:lnTo>
                    <a:lnTo>
                      <a:pt x="182" y="19"/>
                    </a:lnTo>
                    <a:lnTo>
                      <a:pt x="182" y="19"/>
                    </a:lnTo>
                    <a:lnTo>
                      <a:pt x="182" y="19"/>
                    </a:lnTo>
                    <a:lnTo>
                      <a:pt x="180" y="19"/>
                    </a:lnTo>
                    <a:lnTo>
                      <a:pt x="180" y="19"/>
                    </a:lnTo>
                    <a:lnTo>
                      <a:pt x="180" y="19"/>
                    </a:lnTo>
                    <a:lnTo>
                      <a:pt x="180" y="19"/>
                    </a:lnTo>
                    <a:lnTo>
                      <a:pt x="177" y="19"/>
                    </a:lnTo>
                    <a:lnTo>
                      <a:pt x="177" y="19"/>
                    </a:lnTo>
                    <a:lnTo>
                      <a:pt x="177" y="19"/>
                    </a:lnTo>
                    <a:lnTo>
                      <a:pt x="175" y="19"/>
                    </a:lnTo>
                    <a:lnTo>
                      <a:pt x="175" y="19"/>
                    </a:lnTo>
                    <a:lnTo>
                      <a:pt x="175" y="19"/>
                    </a:lnTo>
                    <a:lnTo>
                      <a:pt x="172" y="19"/>
                    </a:lnTo>
                    <a:lnTo>
                      <a:pt x="172" y="22"/>
                    </a:lnTo>
                    <a:lnTo>
                      <a:pt x="172" y="22"/>
                    </a:lnTo>
                    <a:lnTo>
                      <a:pt x="172" y="22"/>
                    </a:lnTo>
                    <a:lnTo>
                      <a:pt x="170" y="22"/>
                    </a:lnTo>
                    <a:lnTo>
                      <a:pt x="170" y="22"/>
                    </a:lnTo>
                    <a:lnTo>
                      <a:pt x="170" y="22"/>
                    </a:lnTo>
                    <a:lnTo>
                      <a:pt x="170" y="22"/>
                    </a:lnTo>
                    <a:lnTo>
                      <a:pt x="170" y="22"/>
                    </a:lnTo>
                    <a:lnTo>
                      <a:pt x="170" y="24"/>
                    </a:lnTo>
                    <a:lnTo>
                      <a:pt x="172" y="24"/>
                    </a:lnTo>
                    <a:lnTo>
                      <a:pt x="172" y="24"/>
                    </a:lnTo>
                    <a:lnTo>
                      <a:pt x="172" y="24"/>
                    </a:lnTo>
                    <a:lnTo>
                      <a:pt x="172" y="24"/>
                    </a:lnTo>
                    <a:lnTo>
                      <a:pt x="172" y="24"/>
                    </a:lnTo>
                    <a:lnTo>
                      <a:pt x="172" y="24"/>
                    </a:lnTo>
                    <a:lnTo>
                      <a:pt x="170" y="24"/>
                    </a:lnTo>
                    <a:lnTo>
                      <a:pt x="170" y="26"/>
                    </a:lnTo>
                    <a:lnTo>
                      <a:pt x="170" y="26"/>
                    </a:lnTo>
                    <a:lnTo>
                      <a:pt x="168" y="26"/>
                    </a:lnTo>
                    <a:lnTo>
                      <a:pt x="168" y="26"/>
                    </a:lnTo>
                    <a:lnTo>
                      <a:pt x="168" y="29"/>
                    </a:lnTo>
                    <a:lnTo>
                      <a:pt x="168" y="29"/>
                    </a:lnTo>
                    <a:lnTo>
                      <a:pt x="168" y="29"/>
                    </a:lnTo>
                    <a:lnTo>
                      <a:pt x="165" y="29"/>
                    </a:lnTo>
                    <a:lnTo>
                      <a:pt x="165" y="29"/>
                    </a:lnTo>
                    <a:lnTo>
                      <a:pt x="165" y="29"/>
                    </a:lnTo>
                    <a:lnTo>
                      <a:pt x="163" y="29"/>
                    </a:lnTo>
                    <a:lnTo>
                      <a:pt x="163" y="29"/>
                    </a:lnTo>
                    <a:lnTo>
                      <a:pt x="163" y="31"/>
                    </a:lnTo>
                    <a:lnTo>
                      <a:pt x="163" y="31"/>
                    </a:lnTo>
                    <a:lnTo>
                      <a:pt x="161" y="31"/>
                    </a:lnTo>
                    <a:lnTo>
                      <a:pt x="161" y="31"/>
                    </a:lnTo>
                    <a:lnTo>
                      <a:pt x="161" y="31"/>
                    </a:lnTo>
                    <a:lnTo>
                      <a:pt x="158" y="31"/>
                    </a:lnTo>
                    <a:lnTo>
                      <a:pt x="158" y="31"/>
                    </a:lnTo>
                    <a:lnTo>
                      <a:pt x="156" y="31"/>
                    </a:lnTo>
                    <a:lnTo>
                      <a:pt x="156" y="31"/>
                    </a:lnTo>
                    <a:lnTo>
                      <a:pt x="156" y="31"/>
                    </a:lnTo>
                    <a:lnTo>
                      <a:pt x="156" y="31"/>
                    </a:lnTo>
                    <a:lnTo>
                      <a:pt x="154" y="31"/>
                    </a:lnTo>
                    <a:lnTo>
                      <a:pt x="154" y="31"/>
                    </a:lnTo>
                    <a:lnTo>
                      <a:pt x="154" y="31"/>
                    </a:lnTo>
                    <a:lnTo>
                      <a:pt x="151" y="31"/>
                    </a:lnTo>
                    <a:lnTo>
                      <a:pt x="151" y="31"/>
                    </a:lnTo>
                    <a:lnTo>
                      <a:pt x="149" y="31"/>
                    </a:lnTo>
                    <a:lnTo>
                      <a:pt x="149" y="31"/>
                    </a:lnTo>
                    <a:lnTo>
                      <a:pt x="149" y="31"/>
                    </a:lnTo>
                    <a:lnTo>
                      <a:pt x="149" y="31"/>
                    </a:lnTo>
                    <a:lnTo>
                      <a:pt x="146" y="31"/>
                    </a:lnTo>
                    <a:lnTo>
                      <a:pt x="146" y="31"/>
                    </a:lnTo>
                    <a:lnTo>
                      <a:pt x="146" y="31"/>
                    </a:lnTo>
                    <a:lnTo>
                      <a:pt x="144" y="31"/>
                    </a:lnTo>
                    <a:lnTo>
                      <a:pt x="144" y="31"/>
                    </a:lnTo>
                    <a:lnTo>
                      <a:pt x="144" y="31"/>
                    </a:lnTo>
                    <a:lnTo>
                      <a:pt x="144" y="31"/>
                    </a:lnTo>
                    <a:lnTo>
                      <a:pt x="146" y="31"/>
                    </a:lnTo>
                    <a:lnTo>
                      <a:pt x="146" y="31"/>
                    </a:lnTo>
                    <a:lnTo>
                      <a:pt x="146" y="31"/>
                    </a:lnTo>
                    <a:lnTo>
                      <a:pt x="146" y="34"/>
                    </a:lnTo>
                    <a:lnTo>
                      <a:pt x="146" y="34"/>
                    </a:lnTo>
                    <a:lnTo>
                      <a:pt x="144" y="34"/>
                    </a:lnTo>
                    <a:lnTo>
                      <a:pt x="144" y="34"/>
                    </a:lnTo>
                    <a:lnTo>
                      <a:pt x="144" y="34"/>
                    </a:lnTo>
                    <a:lnTo>
                      <a:pt x="142" y="34"/>
                    </a:lnTo>
                    <a:lnTo>
                      <a:pt x="142" y="34"/>
                    </a:lnTo>
                    <a:lnTo>
                      <a:pt x="142" y="34"/>
                    </a:lnTo>
                    <a:lnTo>
                      <a:pt x="139" y="34"/>
                    </a:lnTo>
                    <a:lnTo>
                      <a:pt x="139" y="34"/>
                    </a:lnTo>
                    <a:lnTo>
                      <a:pt x="139" y="34"/>
                    </a:lnTo>
                    <a:lnTo>
                      <a:pt x="137" y="34"/>
                    </a:lnTo>
                    <a:lnTo>
                      <a:pt x="137" y="34"/>
                    </a:lnTo>
                    <a:lnTo>
                      <a:pt x="135" y="34"/>
                    </a:lnTo>
                    <a:lnTo>
                      <a:pt x="135" y="34"/>
                    </a:lnTo>
                    <a:lnTo>
                      <a:pt x="135" y="34"/>
                    </a:lnTo>
                    <a:lnTo>
                      <a:pt x="132" y="34"/>
                    </a:lnTo>
                    <a:lnTo>
                      <a:pt x="132" y="34"/>
                    </a:lnTo>
                    <a:lnTo>
                      <a:pt x="132" y="34"/>
                    </a:lnTo>
                    <a:lnTo>
                      <a:pt x="130" y="34"/>
                    </a:lnTo>
                    <a:lnTo>
                      <a:pt x="130" y="34"/>
                    </a:lnTo>
                    <a:lnTo>
                      <a:pt x="130" y="36"/>
                    </a:lnTo>
                    <a:lnTo>
                      <a:pt x="127" y="36"/>
                    </a:lnTo>
                    <a:lnTo>
                      <a:pt x="127" y="36"/>
                    </a:lnTo>
                    <a:lnTo>
                      <a:pt x="127" y="34"/>
                    </a:lnTo>
                    <a:lnTo>
                      <a:pt x="127" y="34"/>
                    </a:lnTo>
                    <a:lnTo>
                      <a:pt x="125" y="34"/>
                    </a:lnTo>
                    <a:lnTo>
                      <a:pt x="125" y="34"/>
                    </a:lnTo>
                    <a:lnTo>
                      <a:pt x="125" y="36"/>
                    </a:lnTo>
                    <a:lnTo>
                      <a:pt x="123" y="36"/>
                    </a:lnTo>
                    <a:lnTo>
                      <a:pt x="123" y="36"/>
                    </a:lnTo>
                    <a:lnTo>
                      <a:pt x="123" y="36"/>
                    </a:lnTo>
                    <a:lnTo>
                      <a:pt x="123" y="36"/>
                    </a:lnTo>
                    <a:lnTo>
                      <a:pt x="120" y="36"/>
                    </a:lnTo>
                    <a:lnTo>
                      <a:pt x="120" y="36"/>
                    </a:lnTo>
                    <a:lnTo>
                      <a:pt x="120" y="36"/>
                    </a:lnTo>
                    <a:lnTo>
                      <a:pt x="118" y="36"/>
                    </a:lnTo>
                    <a:lnTo>
                      <a:pt x="118" y="36"/>
                    </a:lnTo>
                    <a:lnTo>
                      <a:pt x="116" y="36"/>
                    </a:lnTo>
                    <a:lnTo>
                      <a:pt x="116" y="36"/>
                    </a:lnTo>
                    <a:lnTo>
                      <a:pt x="116" y="36"/>
                    </a:lnTo>
                    <a:lnTo>
                      <a:pt x="116" y="36"/>
                    </a:lnTo>
                    <a:lnTo>
                      <a:pt x="113" y="36"/>
                    </a:lnTo>
                    <a:lnTo>
                      <a:pt x="113" y="36"/>
                    </a:lnTo>
                    <a:lnTo>
                      <a:pt x="113" y="36"/>
                    </a:lnTo>
                    <a:lnTo>
                      <a:pt x="111" y="36"/>
                    </a:lnTo>
                    <a:lnTo>
                      <a:pt x="111" y="34"/>
                    </a:lnTo>
                    <a:lnTo>
                      <a:pt x="111" y="34"/>
                    </a:lnTo>
                    <a:lnTo>
                      <a:pt x="109" y="34"/>
                    </a:lnTo>
                    <a:lnTo>
                      <a:pt x="109" y="34"/>
                    </a:lnTo>
                    <a:lnTo>
                      <a:pt x="109" y="34"/>
                    </a:lnTo>
                    <a:lnTo>
                      <a:pt x="109" y="34"/>
                    </a:lnTo>
                    <a:lnTo>
                      <a:pt x="106" y="34"/>
                    </a:lnTo>
                    <a:lnTo>
                      <a:pt x="106" y="34"/>
                    </a:lnTo>
                    <a:lnTo>
                      <a:pt x="106" y="31"/>
                    </a:lnTo>
                    <a:lnTo>
                      <a:pt x="106" y="31"/>
                    </a:lnTo>
                    <a:lnTo>
                      <a:pt x="106" y="34"/>
                    </a:lnTo>
                    <a:lnTo>
                      <a:pt x="104" y="34"/>
                    </a:lnTo>
                    <a:lnTo>
                      <a:pt x="104" y="34"/>
                    </a:lnTo>
                    <a:lnTo>
                      <a:pt x="101" y="34"/>
                    </a:lnTo>
                    <a:lnTo>
                      <a:pt x="101" y="34"/>
                    </a:lnTo>
                    <a:lnTo>
                      <a:pt x="101" y="34"/>
                    </a:lnTo>
                    <a:lnTo>
                      <a:pt x="99" y="34"/>
                    </a:lnTo>
                    <a:lnTo>
                      <a:pt x="99" y="34"/>
                    </a:lnTo>
                    <a:lnTo>
                      <a:pt x="99" y="34"/>
                    </a:lnTo>
                    <a:lnTo>
                      <a:pt x="97" y="34"/>
                    </a:lnTo>
                    <a:lnTo>
                      <a:pt x="97" y="34"/>
                    </a:lnTo>
                    <a:lnTo>
                      <a:pt x="94" y="34"/>
                    </a:lnTo>
                    <a:lnTo>
                      <a:pt x="94" y="34"/>
                    </a:lnTo>
                    <a:lnTo>
                      <a:pt x="94" y="34"/>
                    </a:lnTo>
                    <a:lnTo>
                      <a:pt x="94" y="34"/>
                    </a:lnTo>
                    <a:lnTo>
                      <a:pt x="92" y="34"/>
                    </a:lnTo>
                    <a:lnTo>
                      <a:pt x="92" y="34"/>
                    </a:lnTo>
                    <a:lnTo>
                      <a:pt x="90" y="34"/>
                    </a:lnTo>
                    <a:lnTo>
                      <a:pt x="90" y="34"/>
                    </a:lnTo>
                    <a:lnTo>
                      <a:pt x="90" y="34"/>
                    </a:lnTo>
                    <a:lnTo>
                      <a:pt x="87" y="34"/>
                    </a:lnTo>
                    <a:lnTo>
                      <a:pt x="87" y="34"/>
                    </a:lnTo>
                    <a:lnTo>
                      <a:pt x="87" y="34"/>
                    </a:lnTo>
                    <a:lnTo>
                      <a:pt x="85" y="34"/>
                    </a:lnTo>
                    <a:lnTo>
                      <a:pt x="85" y="34"/>
                    </a:lnTo>
                    <a:lnTo>
                      <a:pt x="83" y="34"/>
                    </a:lnTo>
                    <a:lnTo>
                      <a:pt x="83" y="34"/>
                    </a:lnTo>
                    <a:lnTo>
                      <a:pt x="83" y="34"/>
                    </a:lnTo>
                    <a:lnTo>
                      <a:pt x="83" y="36"/>
                    </a:lnTo>
                    <a:lnTo>
                      <a:pt x="80" y="36"/>
                    </a:lnTo>
                    <a:lnTo>
                      <a:pt x="80" y="36"/>
                    </a:lnTo>
                    <a:lnTo>
                      <a:pt x="80" y="36"/>
                    </a:lnTo>
                    <a:lnTo>
                      <a:pt x="78" y="36"/>
                    </a:lnTo>
                    <a:lnTo>
                      <a:pt x="78" y="36"/>
                    </a:lnTo>
                    <a:lnTo>
                      <a:pt x="75" y="36"/>
                    </a:lnTo>
                    <a:lnTo>
                      <a:pt x="75" y="36"/>
                    </a:lnTo>
                    <a:lnTo>
                      <a:pt x="75" y="36"/>
                    </a:lnTo>
                    <a:lnTo>
                      <a:pt x="75" y="36"/>
                    </a:lnTo>
                    <a:lnTo>
                      <a:pt x="73" y="36"/>
                    </a:lnTo>
                    <a:lnTo>
                      <a:pt x="73" y="36"/>
                    </a:lnTo>
                    <a:lnTo>
                      <a:pt x="73" y="36"/>
                    </a:lnTo>
                    <a:lnTo>
                      <a:pt x="71" y="36"/>
                    </a:lnTo>
                    <a:lnTo>
                      <a:pt x="71" y="36"/>
                    </a:lnTo>
                    <a:lnTo>
                      <a:pt x="68" y="36"/>
                    </a:lnTo>
                    <a:lnTo>
                      <a:pt x="68" y="36"/>
                    </a:lnTo>
                    <a:lnTo>
                      <a:pt x="68" y="36"/>
                    </a:lnTo>
                    <a:lnTo>
                      <a:pt x="66" y="36"/>
                    </a:lnTo>
                    <a:lnTo>
                      <a:pt x="66" y="36"/>
                    </a:lnTo>
                    <a:lnTo>
                      <a:pt x="66" y="36"/>
                    </a:lnTo>
                    <a:lnTo>
                      <a:pt x="64" y="36"/>
                    </a:lnTo>
                    <a:lnTo>
                      <a:pt x="64" y="36"/>
                    </a:lnTo>
                    <a:lnTo>
                      <a:pt x="61" y="36"/>
                    </a:lnTo>
                    <a:lnTo>
                      <a:pt x="61" y="36"/>
                    </a:lnTo>
                    <a:lnTo>
                      <a:pt x="64" y="36"/>
                    </a:lnTo>
                    <a:lnTo>
                      <a:pt x="64" y="36"/>
                    </a:lnTo>
                    <a:lnTo>
                      <a:pt x="66" y="36"/>
                    </a:lnTo>
                    <a:lnTo>
                      <a:pt x="66" y="36"/>
                    </a:lnTo>
                    <a:lnTo>
                      <a:pt x="66" y="36"/>
                    </a:lnTo>
                    <a:lnTo>
                      <a:pt x="66" y="34"/>
                    </a:lnTo>
                    <a:lnTo>
                      <a:pt x="66" y="34"/>
                    </a:lnTo>
                    <a:lnTo>
                      <a:pt x="66" y="34"/>
                    </a:lnTo>
                    <a:lnTo>
                      <a:pt x="64" y="34"/>
                    </a:lnTo>
                    <a:lnTo>
                      <a:pt x="64" y="34"/>
                    </a:lnTo>
                    <a:lnTo>
                      <a:pt x="64" y="34"/>
                    </a:lnTo>
                    <a:lnTo>
                      <a:pt x="61" y="34"/>
                    </a:lnTo>
                    <a:lnTo>
                      <a:pt x="61" y="34"/>
                    </a:lnTo>
                    <a:lnTo>
                      <a:pt x="61" y="34"/>
                    </a:lnTo>
                    <a:lnTo>
                      <a:pt x="59" y="34"/>
                    </a:lnTo>
                    <a:lnTo>
                      <a:pt x="59" y="34"/>
                    </a:lnTo>
                    <a:lnTo>
                      <a:pt x="56" y="34"/>
                    </a:lnTo>
                    <a:lnTo>
                      <a:pt x="56" y="34"/>
                    </a:lnTo>
                    <a:lnTo>
                      <a:pt x="56" y="34"/>
                    </a:lnTo>
                    <a:lnTo>
                      <a:pt x="56" y="34"/>
                    </a:lnTo>
                    <a:lnTo>
                      <a:pt x="59" y="34"/>
                    </a:lnTo>
                    <a:lnTo>
                      <a:pt x="59" y="34"/>
                    </a:lnTo>
                    <a:lnTo>
                      <a:pt x="61" y="34"/>
                    </a:lnTo>
                    <a:lnTo>
                      <a:pt x="61" y="36"/>
                    </a:lnTo>
                    <a:lnTo>
                      <a:pt x="59" y="36"/>
                    </a:lnTo>
                    <a:lnTo>
                      <a:pt x="59" y="36"/>
                    </a:lnTo>
                    <a:lnTo>
                      <a:pt x="59" y="36"/>
                    </a:lnTo>
                    <a:lnTo>
                      <a:pt x="56" y="36"/>
                    </a:lnTo>
                    <a:lnTo>
                      <a:pt x="56" y="38"/>
                    </a:lnTo>
                    <a:lnTo>
                      <a:pt x="56" y="38"/>
                    </a:lnTo>
                    <a:lnTo>
                      <a:pt x="56" y="38"/>
                    </a:lnTo>
                    <a:lnTo>
                      <a:pt x="56" y="38"/>
                    </a:lnTo>
                    <a:lnTo>
                      <a:pt x="54" y="38"/>
                    </a:lnTo>
                    <a:lnTo>
                      <a:pt x="54" y="41"/>
                    </a:lnTo>
                    <a:lnTo>
                      <a:pt x="54" y="41"/>
                    </a:lnTo>
                    <a:lnTo>
                      <a:pt x="54" y="41"/>
                    </a:lnTo>
                    <a:lnTo>
                      <a:pt x="52" y="41"/>
                    </a:lnTo>
                    <a:lnTo>
                      <a:pt x="52" y="41"/>
                    </a:lnTo>
                    <a:lnTo>
                      <a:pt x="52" y="41"/>
                    </a:lnTo>
                    <a:lnTo>
                      <a:pt x="49" y="41"/>
                    </a:lnTo>
                    <a:lnTo>
                      <a:pt x="49" y="41"/>
                    </a:lnTo>
                    <a:lnTo>
                      <a:pt x="49" y="41"/>
                    </a:lnTo>
                    <a:lnTo>
                      <a:pt x="47" y="41"/>
                    </a:lnTo>
                    <a:lnTo>
                      <a:pt x="47" y="41"/>
                    </a:lnTo>
                    <a:lnTo>
                      <a:pt x="47" y="41"/>
                    </a:lnTo>
                    <a:lnTo>
                      <a:pt x="45" y="41"/>
                    </a:lnTo>
                    <a:lnTo>
                      <a:pt x="45" y="41"/>
                    </a:lnTo>
                    <a:lnTo>
                      <a:pt x="42" y="41"/>
                    </a:lnTo>
                    <a:lnTo>
                      <a:pt x="42" y="41"/>
                    </a:lnTo>
                    <a:lnTo>
                      <a:pt x="42" y="41"/>
                    </a:lnTo>
                    <a:lnTo>
                      <a:pt x="42" y="41"/>
                    </a:lnTo>
                    <a:lnTo>
                      <a:pt x="40" y="41"/>
                    </a:lnTo>
                    <a:lnTo>
                      <a:pt x="40" y="41"/>
                    </a:lnTo>
                    <a:lnTo>
                      <a:pt x="40" y="41"/>
                    </a:lnTo>
                    <a:lnTo>
                      <a:pt x="40" y="38"/>
                    </a:lnTo>
                    <a:lnTo>
                      <a:pt x="38" y="38"/>
                    </a:lnTo>
                    <a:lnTo>
                      <a:pt x="38" y="38"/>
                    </a:lnTo>
                    <a:lnTo>
                      <a:pt x="35" y="38"/>
                    </a:lnTo>
                    <a:lnTo>
                      <a:pt x="35" y="38"/>
                    </a:lnTo>
                    <a:lnTo>
                      <a:pt x="35" y="38"/>
                    </a:lnTo>
                    <a:lnTo>
                      <a:pt x="33" y="38"/>
                    </a:lnTo>
                    <a:lnTo>
                      <a:pt x="33" y="38"/>
                    </a:lnTo>
                    <a:lnTo>
                      <a:pt x="33" y="38"/>
                    </a:lnTo>
                    <a:lnTo>
                      <a:pt x="30" y="38"/>
                    </a:lnTo>
                    <a:lnTo>
                      <a:pt x="30" y="38"/>
                    </a:lnTo>
                    <a:lnTo>
                      <a:pt x="28" y="38"/>
                    </a:lnTo>
                    <a:lnTo>
                      <a:pt x="28" y="38"/>
                    </a:lnTo>
                    <a:lnTo>
                      <a:pt x="28" y="38"/>
                    </a:lnTo>
                    <a:lnTo>
                      <a:pt x="28" y="38"/>
                    </a:lnTo>
                    <a:lnTo>
                      <a:pt x="26" y="38"/>
                    </a:lnTo>
                    <a:lnTo>
                      <a:pt x="26" y="38"/>
                    </a:lnTo>
                    <a:lnTo>
                      <a:pt x="23" y="38"/>
                    </a:lnTo>
                    <a:lnTo>
                      <a:pt x="23" y="36"/>
                    </a:lnTo>
                    <a:lnTo>
                      <a:pt x="23" y="36"/>
                    </a:lnTo>
                    <a:lnTo>
                      <a:pt x="23" y="36"/>
                    </a:lnTo>
                    <a:lnTo>
                      <a:pt x="23" y="36"/>
                    </a:lnTo>
                    <a:lnTo>
                      <a:pt x="21" y="36"/>
                    </a:lnTo>
                    <a:lnTo>
                      <a:pt x="21" y="34"/>
                    </a:lnTo>
                    <a:lnTo>
                      <a:pt x="21" y="34"/>
                    </a:lnTo>
                    <a:lnTo>
                      <a:pt x="21" y="34"/>
                    </a:lnTo>
                    <a:lnTo>
                      <a:pt x="21" y="34"/>
                    </a:lnTo>
                    <a:lnTo>
                      <a:pt x="19" y="34"/>
                    </a:lnTo>
                    <a:lnTo>
                      <a:pt x="19" y="34"/>
                    </a:lnTo>
                    <a:lnTo>
                      <a:pt x="19" y="31"/>
                    </a:lnTo>
                    <a:lnTo>
                      <a:pt x="16" y="31"/>
                    </a:lnTo>
                    <a:lnTo>
                      <a:pt x="16" y="31"/>
                    </a:lnTo>
                    <a:lnTo>
                      <a:pt x="16" y="31"/>
                    </a:lnTo>
                    <a:lnTo>
                      <a:pt x="16" y="31"/>
                    </a:lnTo>
                    <a:lnTo>
                      <a:pt x="14" y="31"/>
                    </a:lnTo>
                    <a:lnTo>
                      <a:pt x="14" y="31"/>
                    </a:lnTo>
                    <a:lnTo>
                      <a:pt x="14" y="31"/>
                    </a:lnTo>
                    <a:lnTo>
                      <a:pt x="12" y="31"/>
                    </a:lnTo>
                    <a:lnTo>
                      <a:pt x="12" y="31"/>
                    </a:lnTo>
                    <a:lnTo>
                      <a:pt x="12" y="31"/>
                    </a:lnTo>
                    <a:lnTo>
                      <a:pt x="9" y="31"/>
                    </a:lnTo>
                    <a:lnTo>
                      <a:pt x="9" y="31"/>
                    </a:lnTo>
                    <a:lnTo>
                      <a:pt x="9" y="31"/>
                    </a:lnTo>
                    <a:lnTo>
                      <a:pt x="9" y="29"/>
                    </a:lnTo>
                    <a:lnTo>
                      <a:pt x="7" y="29"/>
                    </a:lnTo>
                    <a:lnTo>
                      <a:pt x="7" y="29"/>
                    </a:lnTo>
                    <a:lnTo>
                      <a:pt x="7" y="29"/>
                    </a:lnTo>
                    <a:lnTo>
                      <a:pt x="7" y="29"/>
                    </a:lnTo>
                    <a:lnTo>
                      <a:pt x="4" y="29"/>
                    </a:lnTo>
                    <a:lnTo>
                      <a:pt x="4" y="26"/>
                    </a:lnTo>
                    <a:lnTo>
                      <a:pt x="4" y="26"/>
                    </a:lnTo>
                    <a:lnTo>
                      <a:pt x="2" y="26"/>
                    </a:lnTo>
                    <a:lnTo>
                      <a:pt x="2" y="26"/>
                    </a:lnTo>
                    <a:lnTo>
                      <a:pt x="2" y="26"/>
                    </a:lnTo>
                    <a:lnTo>
                      <a:pt x="2" y="26"/>
                    </a:lnTo>
                    <a:lnTo>
                      <a:pt x="0" y="26"/>
                    </a:lnTo>
                    <a:lnTo>
                      <a:pt x="0" y="24"/>
                    </a:lnTo>
                    <a:lnTo>
                      <a:pt x="0" y="24"/>
                    </a:lnTo>
                    <a:lnTo>
                      <a:pt x="0" y="24"/>
                    </a:lnTo>
                    <a:lnTo>
                      <a:pt x="0" y="22"/>
                    </a:lnTo>
                    <a:lnTo>
                      <a:pt x="0" y="22"/>
                    </a:lnTo>
                    <a:lnTo>
                      <a:pt x="0" y="22"/>
                    </a:lnTo>
                    <a:lnTo>
                      <a:pt x="2" y="22"/>
                    </a:lnTo>
                    <a:lnTo>
                      <a:pt x="2" y="22"/>
                    </a:lnTo>
                    <a:lnTo>
                      <a:pt x="2" y="22"/>
                    </a:lnTo>
                    <a:lnTo>
                      <a:pt x="4" y="22"/>
                    </a:lnTo>
                    <a:lnTo>
                      <a:pt x="4" y="22"/>
                    </a:lnTo>
                    <a:lnTo>
                      <a:pt x="4" y="22"/>
                    </a:lnTo>
                    <a:lnTo>
                      <a:pt x="4" y="19"/>
                    </a:lnTo>
                    <a:lnTo>
                      <a:pt x="7" y="19"/>
                    </a:lnTo>
                    <a:lnTo>
                      <a:pt x="7" y="19"/>
                    </a:lnTo>
                    <a:lnTo>
                      <a:pt x="7" y="19"/>
                    </a:lnTo>
                    <a:lnTo>
                      <a:pt x="7" y="19"/>
                    </a:lnTo>
                    <a:lnTo>
                      <a:pt x="4" y="19"/>
                    </a:lnTo>
                    <a:lnTo>
                      <a:pt x="4" y="19"/>
                    </a:lnTo>
                    <a:lnTo>
                      <a:pt x="4" y="17"/>
                    </a:lnTo>
                    <a:lnTo>
                      <a:pt x="2" y="17"/>
                    </a:lnTo>
                    <a:lnTo>
                      <a:pt x="2" y="17"/>
                    </a:lnTo>
                    <a:lnTo>
                      <a:pt x="2" y="17"/>
                    </a:lnTo>
                    <a:lnTo>
                      <a:pt x="2" y="17"/>
                    </a:lnTo>
                    <a:lnTo>
                      <a:pt x="2" y="15"/>
                    </a:lnTo>
                    <a:lnTo>
                      <a:pt x="2" y="15"/>
                    </a:lnTo>
                    <a:lnTo>
                      <a:pt x="2" y="15"/>
                    </a:lnTo>
                    <a:lnTo>
                      <a:pt x="4" y="15"/>
                    </a:lnTo>
                    <a:lnTo>
                      <a:pt x="4" y="15"/>
                    </a:lnTo>
                    <a:lnTo>
                      <a:pt x="4" y="15"/>
                    </a:lnTo>
                    <a:lnTo>
                      <a:pt x="4" y="12"/>
                    </a:lnTo>
                    <a:lnTo>
                      <a:pt x="4" y="12"/>
                    </a:lnTo>
                    <a:lnTo>
                      <a:pt x="4" y="12"/>
                    </a:lnTo>
                    <a:lnTo>
                      <a:pt x="4" y="12"/>
                    </a:lnTo>
                    <a:lnTo>
                      <a:pt x="7" y="12"/>
                    </a:lnTo>
                    <a:lnTo>
                      <a:pt x="7" y="12"/>
                    </a:lnTo>
                    <a:lnTo>
                      <a:pt x="7" y="12"/>
                    </a:lnTo>
                    <a:lnTo>
                      <a:pt x="7" y="12"/>
                    </a:lnTo>
                    <a:lnTo>
                      <a:pt x="9" y="12"/>
                    </a:lnTo>
                    <a:lnTo>
                      <a:pt x="9" y="12"/>
                    </a:lnTo>
                    <a:lnTo>
                      <a:pt x="9" y="12"/>
                    </a:lnTo>
                    <a:lnTo>
                      <a:pt x="12" y="12"/>
                    </a:lnTo>
                    <a:lnTo>
                      <a:pt x="12" y="10"/>
                    </a:lnTo>
                    <a:lnTo>
                      <a:pt x="12" y="10"/>
                    </a:lnTo>
                    <a:lnTo>
                      <a:pt x="9" y="10"/>
                    </a:lnTo>
                    <a:lnTo>
                      <a:pt x="9" y="7"/>
                    </a:lnTo>
                    <a:lnTo>
                      <a:pt x="9" y="7"/>
                    </a:lnTo>
                    <a:lnTo>
                      <a:pt x="12" y="7"/>
                    </a:lnTo>
                    <a:lnTo>
                      <a:pt x="12" y="7"/>
                    </a:lnTo>
                    <a:lnTo>
                      <a:pt x="14" y="7"/>
                    </a:lnTo>
                    <a:lnTo>
                      <a:pt x="14" y="5"/>
                    </a:lnTo>
                    <a:lnTo>
                      <a:pt x="14" y="5"/>
                    </a:lnTo>
                    <a:lnTo>
                      <a:pt x="14" y="5"/>
                    </a:lnTo>
                    <a:lnTo>
                      <a:pt x="16" y="5"/>
                    </a:lnTo>
                    <a:lnTo>
                      <a:pt x="16" y="5"/>
                    </a:lnTo>
                    <a:lnTo>
                      <a:pt x="16" y="5"/>
                    </a:lnTo>
                    <a:lnTo>
                      <a:pt x="16" y="5"/>
                    </a:lnTo>
                    <a:lnTo>
                      <a:pt x="19" y="5"/>
                    </a:lnTo>
                    <a:lnTo>
                      <a:pt x="19" y="5"/>
                    </a:lnTo>
                    <a:lnTo>
                      <a:pt x="19" y="5"/>
                    </a:lnTo>
                    <a:lnTo>
                      <a:pt x="21" y="5"/>
                    </a:lnTo>
                    <a:lnTo>
                      <a:pt x="21" y="5"/>
                    </a:lnTo>
                    <a:lnTo>
                      <a:pt x="21" y="5"/>
                    </a:lnTo>
                    <a:lnTo>
                      <a:pt x="21" y="5"/>
                    </a:lnTo>
                    <a:lnTo>
                      <a:pt x="23" y="5"/>
                    </a:lnTo>
                    <a:lnTo>
                      <a:pt x="23" y="5"/>
                    </a:lnTo>
                    <a:lnTo>
                      <a:pt x="23" y="5"/>
                    </a:lnTo>
                    <a:lnTo>
                      <a:pt x="26" y="5"/>
                    </a:lnTo>
                    <a:lnTo>
                      <a:pt x="26" y="5"/>
                    </a:lnTo>
                    <a:lnTo>
                      <a:pt x="26" y="3"/>
                    </a:lnTo>
                    <a:lnTo>
                      <a:pt x="26" y="3"/>
                    </a:lnTo>
                    <a:lnTo>
                      <a:pt x="28" y="3"/>
                    </a:lnTo>
                    <a:lnTo>
                      <a:pt x="28" y="3"/>
                    </a:lnTo>
                    <a:lnTo>
                      <a:pt x="28" y="3"/>
                    </a:lnTo>
                    <a:lnTo>
                      <a:pt x="28" y="3"/>
                    </a:lnTo>
                    <a:lnTo>
                      <a:pt x="30" y="3"/>
                    </a:lnTo>
                    <a:lnTo>
                      <a:pt x="30" y="3"/>
                    </a:lnTo>
                    <a:lnTo>
                      <a:pt x="30" y="3"/>
                    </a:lnTo>
                    <a:lnTo>
                      <a:pt x="33" y="3"/>
                    </a:lnTo>
                    <a:lnTo>
                      <a:pt x="33" y="3"/>
                    </a:lnTo>
                    <a:lnTo>
                      <a:pt x="33" y="3"/>
                    </a:lnTo>
                    <a:lnTo>
                      <a:pt x="33" y="3"/>
                    </a:lnTo>
                    <a:lnTo>
                      <a:pt x="35" y="3"/>
                    </a:lnTo>
                    <a:lnTo>
                      <a:pt x="35" y="0"/>
                    </a:lnTo>
                    <a:lnTo>
                      <a:pt x="35" y="0"/>
                    </a:lnTo>
                    <a:lnTo>
                      <a:pt x="35" y="0"/>
                    </a:lnTo>
                    <a:lnTo>
                      <a:pt x="38" y="0"/>
                    </a:lnTo>
                    <a:lnTo>
                      <a:pt x="38" y="0"/>
                    </a:lnTo>
                    <a:lnTo>
                      <a:pt x="40" y="0"/>
                    </a:lnTo>
                    <a:lnTo>
                      <a:pt x="40" y="0"/>
                    </a:lnTo>
                    <a:lnTo>
                      <a:pt x="40" y="0"/>
                    </a:lnTo>
                    <a:lnTo>
                      <a:pt x="42" y="0"/>
                    </a:lnTo>
                    <a:lnTo>
                      <a:pt x="42" y="0"/>
                    </a:lnTo>
                    <a:lnTo>
                      <a:pt x="42" y="0"/>
                    </a:lnTo>
                    <a:lnTo>
                      <a:pt x="45" y="0"/>
                    </a:lnTo>
                    <a:lnTo>
                      <a:pt x="45" y="0"/>
                    </a:lnTo>
                    <a:lnTo>
                      <a:pt x="47" y="0"/>
                    </a:lnTo>
                    <a:lnTo>
                      <a:pt x="47" y="0"/>
                    </a:lnTo>
                    <a:lnTo>
                      <a:pt x="47" y="0"/>
                    </a:lnTo>
                    <a:lnTo>
                      <a:pt x="47" y="3"/>
                    </a:lnTo>
                    <a:lnTo>
                      <a:pt x="47" y="3"/>
                    </a:lnTo>
                    <a:lnTo>
                      <a:pt x="47" y="3"/>
                    </a:lnTo>
                    <a:lnTo>
                      <a:pt x="47" y="3"/>
                    </a:lnTo>
                    <a:lnTo>
                      <a:pt x="49" y="3"/>
                    </a:lnTo>
                    <a:lnTo>
                      <a:pt x="49" y="3"/>
                    </a:lnTo>
                    <a:lnTo>
                      <a:pt x="49" y="3"/>
                    </a:lnTo>
                    <a:lnTo>
                      <a:pt x="49" y="3"/>
                    </a:lnTo>
                    <a:lnTo>
                      <a:pt x="52" y="3"/>
                    </a:lnTo>
                    <a:lnTo>
                      <a:pt x="52" y="3"/>
                    </a:lnTo>
                    <a:lnTo>
                      <a:pt x="54" y="3"/>
                    </a:lnTo>
                    <a:lnTo>
                      <a:pt x="54" y="3"/>
                    </a:lnTo>
                    <a:lnTo>
                      <a:pt x="54" y="3"/>
                    </a:lnTo>
                    <a:lnTo>
                      <a:pt x="54" y="5"/>
                    </a:lnTo>
                    <a:lnTo>
                      <a:pt x="56" y="5"/>
                    </a:lnTo>
                    <a:lnTo>
                      <a:pt x="56" y="5"/>
                    </a:lnTo>
                    <a:lnTo>
                      <a:pt x="56" y="5"/>
                    </a:lnTo>
                    <a:lnTo>
                      <a:pt x="56" y="5"/>
                    </a:lnTo>
                    <a:lnTo>
                      <a:pt x="59" y="5"/>
                    </a:lnTo>
                    <a:lnTo>
                      <a:pt x="59" y="5"/>
                    </a:lnTo>
                    <a:lnTo>
                      <a:pt x="61" y="5"/>
                    </a:lnTo>
                    <a:lnTo>
                      <a:pt x="61" y="5"/>
                    </a:lnTo>
                    <a:lnTo>
                      <a:pt x="61" y="5"/>
                    </a:lnTo>
                    <a:lnTo>
                      <a:pt x="64" y="5"/>
                    </a:lnTo>
                    <a:lnTo>
                      <a:pt x="64" y="5"/>
                    </a:lnTo>
                    <a:lnTo>
                      <a:pt x="66" y="5"/>
                    </a:lnTo>
                    <a:lnTo>
                      <a:pt x="66" y="7"/>
                    </a:lnTo>
                    <a:lnTo>
                      <a:pt x="66" y="7"/>
                    </a:lnTo>
                    <a:lnTo>
                      <a:pt x="66" y="7"/>
                    </a:lnTo>
                    <a:lnTo>
                      <a:pt x="66" y="7"/>
                    </a:lnTo>
                    <a:lnTo>
                      <a:pt x="66" y="7"/>
                    </a:lnTo>
                    <a:lnTo>
                      <a:pt x="66" y="7"/>
                    </a:lnTo>
                    <a:lnTo>
                      <a:pt x="66" y="10"/>
                    </a:lnTo>
                    <a:lnTo>
                      <a:pt x="66" y="10"/>
                    </a:lnTo>
                    <a:lnTo>
                      <a:pt x="66" y="10"/>
                    </a:lnTo>
                    <a:lnTo>
                      <a:pt x="66" y="10"/>
                    </a:lnTo>
                    <a:lnTo>
                      <a:pt x="68" y="10"/>
                    </a:lnTo>
                    <a:lnTo>
                      <a:pt x="68" y="10"/>
                    </a:lnTo>
                    <a:lnTo>
                      <a:pt x="68" y="10"/>
                    </a:lnTo>
                    <a:lnTo>
                      <a:pt x="71" y="10"/>
                    </a:lnTo>
                    <a:lnTo>
                      <a:pt x="71" y="10"/>
                    </a:lnTo>
                    <a:lnTo>
                      <a:pt x="73" y="10"/>
                    </a:lnTo>
                    <a:lnTo>
                      <a:pt x="73" y="10"/>
                    </a:lnTo>
                    <a:lnTo>
                      <a:pt x="73" y="10"/>
                    </a:lnTo>
                    <a:lnTo>
                      <a:pt x="75" y="10"/>
                    </a:lnTo>
                    <a:lnTo>
                      <a:pt x="75" y="10"/>
                    </a:lnTo>
                    <a:lnTo>
                      <a:pt x="75" y="10"/>
                    </a:lnTo>
                    <a:lnTo>
                      <a:pt x="75" y="12"/>
                    </a:lnTo>
                    <a:lnTo>
                      <a:pt x="78" y="12"/>
                    </a:lnTo>
                    <a:lnTo>
                      <a:pt x="78" y="12"/>
                    </a:lnTo>
                    <a:lnTo>
                      <a:pt x="78" y="12"/>
                    </a:lnTo>
                    <a:lnTo>
                      <a:pt x="80" y="12"/>
                    </a:lnTo>
                    <a:lnTo>
                      <a:pt x="80" y="12"/>
                    </a:lnTo>
                    <a:lnTo>
                      <a:pt x="80" y="12"/>
                    </a:lnTo>
                    <a:lnTo>
                      <a:pt x="80" y="12"/>
                    </a:lnTo>
                    <a:lnTo>
                      <a:pt x="83" y="12"/>
                    </a:lnTo>
                    <a:lnTo>
                      <a:pt x="83" y="12"/>
                    </a:lnTo>
                    <a:lnTo>
                      <a:pt x="83" y="12"/>
                    </a:lnTo>
                    <a:lnTo>
                      <a:pt x="85" y="12"/>
                    </a:lnTo>
                    <a:lnTo>
                      <a:pt x="85" y="15"/>
                    </a:lnTo>
                    <a:lnTo>
                      <a:pt x="85" y="15"/>
                    </a:lnTo>
                    <a:lnTo>
                      <a:pt x="85" y="12"/>
                    </a:lnTo>
                    <a:lnTo>
                      <a:pt x="85" y="12"/>
                    </a:lnTo>
                    <a:lnTo>
                      <a:pt x="85" y="12"/>
                    </a:lnTo>
                    <a:lnTo>
                      <a:pt x="85" y="12"/>
                    </a:lnTo>
                    <a:lnTo>
                      <a:pt x="85" y="12"/>
                    </a:lnTo>
                    <a:lnTo>
                      <a:pt x="85" y="10"/>
                    </a:lnTo>
                    <a:lnTo>
                      <a:pt x="85" y="10"/>
                    </a:lnTo>
                    <a:lnTo>
                      <a:pt x="85" y="7"/>
                    </a:lnTo>
                    <a:lnTo>
                      <a:pt x="85" y="7"/>
                    </a:lnTo>
                    <a:lnTo>
                      <a:pt x="85" y="5"/>
                    </a:lnTo>
                    <a:lnTo>
                      <a:pt x="87" y="5"/>
                    </a:lnTo>
                    <a:lnTo>
                      <a:pt x="87" y="5"/>
                    </a:lnTo>
                    <a:lnTo>
                      <a:pt x="85" y="5"/>
                    </a:lnTo>
                    <a:lnTo>
                      <a:pt x="85" y="3"/>
                    </a:lnTo>
                    <a:lnTo>
                      <a:pt x="85" y="3"/>
                    </a:lnTo>
                    <a:lnTo>
                      <a:pt x="87" y="3"/>
                    </a:lnTo>
                    <a:lnTo>
                      <a:pt x="87" y="3"/>
                    </a:lnTo>
                    <a:lnTo>
                      <a:pt x="87" y="3"/>
                    </a:lnTo>
                    <a:lnTo>
                      <a:pt x="90" y="3"/>
                    </a:lnTo>
                    <a:lnTo>
                      <a:pt x="90" y="3"/>
                    </a:lnTo>
                    <a:lnTo>
                      <a:pt x="90" y="3"/>
                    </a:lnTo>
                    <a:lnTo>
                      <a:pt x="90" y="3"/>
                    </a:lnTo>
                    <a:lnTo>
                      <a:pt x="92" y="3"/>
                    </a:lnTo>
                    <a:lnTo>
                      <a:pt x="92" y="3"/>
                    </a:lnTo>
                    <a:lnTo>
                      <a:pt x="94" y="3"/>
                    </a:lnTo>
                    <a:lnTo>
                      <a:pt x="94" y="3"/>
                    </a:lnTo>
                    <a:lnTo>
                      <a:pt x="94" y="3"/>
                    </a:lnTo>
                    <a:lnTo>
                      <a:pt x="97" y="3"/>
                    </a:lnTo>
                    <a:lnTo>
                      <a:pt x="97" y="3"/>
                    </a:lnTo>
                    <a:lnTo>
                      <a:pt x="97" y="3"/>
                    </a:lnTo>
                    <a:lnTo>
                      <a:pt x="97" y="3"/>
                    </a:lnTo>
                    <a:lnTo>
                      <a:pt x="94" y="3"/>
                    </a:lnTo>
                    <a:lnTo>
                      <a:pt x="94" y="3"/>
                    </a:lnTo>
                    <a:lnTo>
                      <a:pt x="94" y="3"/>
                    </a:lnTo>
                    <a:lnTo>
                      <a:pt x="94" y="0"/>
                    </a:lnTo>
                    <a:lnTo>
                      <a:pt x="94" y="0"/>
                    </a:lnTo>
                    <a:lnTo>
                      <a:pt x="97" y="0"/>
                    </a:lnTo>
                    <a:lnTo>
                      <a:pt x="9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56"/>
              <p:cNvSpPr>
                <a:spLocks/>
              </p:cNvSpPr>
              <p:nvPr/>
            </p:nvSpPr>
            <p:spPr bwMode="auto">
              <a:xfrm>
                <a:off x="3771" y="819"/>
                <a:ext cx="182" cy="41"/>
              </a:xfrm>
              <a:custGeom>
                <a:avLst/>
                <a:gdLst/>
                <a:ahLst/>
                <a:cxnLst>
                  <a:cxn ang="0">
                    <a:pos x="104" y="3"/>
                  </a:cxn>
                  <a:cxn ang="0">
                    <a:pos x="111" y="5"/>
                  </a:cxn>
                  <a:cxn ang="0">
                    <a:pos x="118" y="7"/>
                  </a:cxn>
                  <a:cxn ang="0">
                    <a:pos x="125" y="10"/>
                  </a:cxn>
                  <a:cxn ang="0">
                    <a:pos x="132" y="10"/>
                  </a:cxn>
                  <a:cxn ang="0">
                    <a:pos x="142" y="10"/>
                  </a:cxn>
                  <a:cxn ang="0">
                    <a:pos x="149" y="10"/>
                  </a:cxn>
                  <a:cxn ang="0">
                    <a:pos x="156" y="12"/>
                  </a:cxn>
                  <a:cxn ang="0">
                    <a:pos x="163" y="12"/>
                  </a:cxn>
                  <a:cxn ang="0">
                    <a:pos x="172" y="15"/>
                  </a:cxn>
                  <a:cxn ang="0">
                    <a:pos x="180" y="17"/>
                  </a:cxn>
                  <a:cxn ang="0">
                    <a:pos x="180" y="19"/>
                  </a:cxn>
                  <a:cxn ang="0">
                    <a:pos x="172" y="22"/>
                  </a:cxn>
                  <a:cxn ang="0">
                    <a:pos x="172" y="24"/>
                  </a:cxn>
                  <a:cxn ang="0">
                    <a:pos x="168" y="29"/>
                  </a:cxn>
                  <a:cxn ang="0">
                    <a:pos x="161" y="31"/>
                  </a:cxn>
                  <a:cxn ang="0">
                    <a:pos x="154" y="31"/>
                  </a:cxn>
                  <a:cxn ang="0">
                    <a:pos x="144" y="31"/>
                  </a:cxn>
                  <a:cxn ang="0">
                    <a:pos x="144" y="34"/>
                  </a:cxn>
                  <a:cxn ang="0">
                    <a:pos x="135" y="34"/>
                  </a:cxn>
                  <a:cxn ang="0">
                    <a:pos x="127" y="36"/>
                  </a:cxn>
                  <a:cxn ang="0">
                    <a:pos x="120" y="36"/>
                  </a:cxn>
                  <a:cxn ang="0">
                    <a:pos x="113" y="36"/>
                  </a:cxn>
                  <a:cxn ang="0">
                    <a:pos x="106" y="34"/>
                  </a:cxn>
                  <a:cxn ang="0">
                    <a:pos x="99" y="34"/>
                  </a:cxn>
                  <a:cxn ang="0">
                    <a:pos x="90" y="34"/>
                  </a:cxn>
                  <a:cxn ang="0">
                    <a:pos x="83" y="34"/>
                  </a:cxn>
                  <a:cxn ang="0">
                    <a:pos x="75" y="36"/>
                  </a:cxn>
                  <a:cxn ang="0">
                    <a:pos x="66" y="36"/>
                  </a:cxn>
                  <a:cxn ang="0">
                    <a:pos x="66" y="36"/>
                  </a:cxn>
                  <a:cxn ang="0">
                    <a:pos x="59" y="34"/>
                  </a:cxn>
                  <a:cxn ang="0">
                    <a:pos x="59" y="36"/>
                  </a:cxn>
                  <a:cxn ang="0">
                    <a:pos x="54" y="41"/>
                  </a:cxn>
                  <a:cxn ang="0">
                    <a:pos x="47" y="41"/>
                  </a:cxn>
                  <a:cxn ang="0">
                    <a:pos x="40" y="38"/>
                  </a:cxn>
                  <a:cxn ang="0">
                    <a:pos x="30" y="38"/>
                  </a:cxn>
                  <a:cxn ang="0">
                    <a:pos x="23" y="36"/>
                  </a:cxn>
                  <a:cxn ang="0">
                    <a:pos x="16" y="31"/>
                  </a:cxn>
                  <a:cxn ang="0">
                    <a:pos x="9" y="31"/>
                  </a:cxn>
                  <a:cxn ang="0">
                    <a:pos x="4" y="26"/>
                  </a:cxn>
                  <a:cxn ang="0">
                    <a:pos x="0" y="22"/>
                  </a:cxn>
                  <a:cxn ang="0">
                    <a:pos x="7" y="19"/>
                  </a:cxn>
                  <a:cxn ang="0">
                    <a:pos x="2" y="15"/>
                  </a:cxn>
                  <a:cxn ang="0">
                    <a:pos x="7" y="12"/>
                  </a:cxn>
                  <a:cxn ang="0">
                    <a:pos x="9" y="10"/>
                  </a:cxn>
                  <a:cxn ang="0">
                    <a:pos x="16" y="5"/>
                  </a:cxn>
                  <a:cxn ang="0">
                    <a:pos x="23" y="5"/>
                  </a:cxn>
                  <a:cxn ang="0">
                    <a:pos x="28" y="3"/>
                  </a:cxn>
                  <a:cxn ang="0">
                    <a:pos x="35" y="0"/>
                  </a:cxn>
                  <a:cxn ang="0">
                    <a:pos x="45" y="0"/>
                  </a:cxn>
                  <a:cxn ang="0">
                    <a:pos x="49" y="3"/>
                  </a:cxn>
                  <a:cxn ang="0">
                    <a:pos x="56" y="5"/>
                  </a:cxn>
                  <a:cxn ang="0">
                    <a:pos x="66" y="5"/>
                  </a:cxn>
                  <a:cxn ang="0">
                    <a:pos x="66" y="10"/>
                  </a:cxn>
                  <a:cxn ang="0">
                    <a:pos x="75" y="10"/>
                  </a:cxn>
                  <a:cxn ang="0">
                    <a:pos x="83" y="12"/>
                  </a:cxn>
                  <a:cxn ang="0">
                    <a:pos x="85" y="12"/>
                  </a:cxn>
                  <a:cxn ang="0">
                    <a:pos x="85" y="3"/>
                  </a:cxn>
                  <a:cxn ang="0">
                    <a:pos x="94" y="3"/>
                  </a:cxn>
                  <a:cxn ang="0">
                    <a:pos x="94" y="0"/>
                  </a:cxn>
                </a:cxnLst>
                <a:rect l="0" t="0" r="r" b="b"/>
                <a:pathLst>
                  <a:path w="182" h="41">
                    <a:moveTo>
                      <a:pt x="97" y="0"/>
                    </a:moveTo>
                    <a:lnTo>
                      <a:pt x="97" y="3"/>
                    </a:lnTo>
                    <a:lnTo>
                      <a:pt x="99" y="3"/>
                    </a:lnTo>
                    <a:lnTo>
                      <a:pt x="99" y="3"/>
                    </a:lnTo>
                    <a:lnTo>
                      <a:pt x="99" y="3"/>
                    </a:lnTo>
                    <a:lnTo>
                      <a:pt x="101" y="3"/>
                    </a:lnTo>
                    <a:lnTo>
                      <a:pt x="101" y="3"/>
                    </a:lnTo>
                    <a:lnTo>
                      <a:pt x="101" y="3"/>
                    </a:lnTo>
                    <a:lnTo>
                      <a:pt x="101" y="3"/>
                    </a:lnTo>
                    <a:lnTo>
                      <a:pt x="104" y="3"/>
                    </a:lnTo>
                    <a:lnTo>
                      <a:pt x="104" y="3"/>
                    </a:lnTo>
                    <a:lnTo>
                      <a:pt x="106" y="3"/>
                    </a:lnTo>
                    <a:lnTo>
                      <a:pt x="106" y="3"/>
                    </a:lnTo>
                    <a:lnTo>
                      <a:pt x="106" y="3"/>
                    </a:lnTo>
                    <a:lnTo>
                      <a:pt x="106" y="3"/>
                    </a:lnTo>
                    <a:lnTo>
                      <a:pt x="109" y="3"/>
                    </a:lnTo>
                    <a:lnTo>
                      <a:pt x="109" y="3"/>
                    </a:lnTo>
                    <a:lnTo>
                      <a:pt x="109" y="3"/>
                    </a:lnTo>
                    <a:lnTo>
                      <a:pt x="109" y="5"/>
                    </a:lnTo>
                    <a:lnTo>
                      <a:pt x="111" y="5"/>
                    </a:lnTo>
                    <a:lnTo>
                      <a:pt x="111" y="5"/>
                    </a:lnTo>
                    <a:lnTo>
                      <a:pt x="113" y="5"/>
                    </a:lnTo>
                    <a:lnTo>
                      <a:pt x="113" y="5"/>
                    </a:lnTo>
                    <a:lnTo>
                      <a:pt x="113" y="5"/>
                    </a:lnTo>
                    <a:lnTo>
                      <a:pt x="113" y="5"/>
                    </a:lnTo>
                    <a:lnTo>
                      <a:pt x="116" y="5"/>
                    </a:lnTo>
                    <a:lnTo>
                      <a:pt x="116" y="5"/>
                    </a:lnTo>
                    <a:lnTo>
                      <a:pt x="116" y="5"/>
                    </a:lnTo>
                    <a:lnTo>
                      <a:pt x="116" y="7"/>
                    </a:lnTo>
                    <a:lnTo>
                      <a:pt x="118" y="7"/>
                    </a:lnTo>
                    <a:lnTo>
                      <a:pt x="118" y="7"/>
                    </a:lnTo>
                    <a:lnTo>
                      <a:pt x="118" y="7"/>
                    </a:lnTo>
                    <a:lnTo>
                      <a:pt x="120" y="7"/>
                    </a:lnTo>
                    <a:lnTo>
                      <a:pt x="120" y="7"/>
                    </a:lnTo>
                    <a:lnTo>
                      <a:pt x="120" y="7"/>
                    </a:lnTo>
                    <a:lnTo>
                      <a:pt x="120" y="10"/>
                    </a:lnTo>
                    <a:lnTo>
                      <a:pt x="123" y="10"/>
                    </a:lnTo>
                    <a:lnTo>
                      <a:pt x="123" y="10"/>
                    </a:lnTo>
                    <a:lnTo>
                      <a:pt x="123" y="10"/>
                    </a:lnTo>
                    <a:lnTo>
                      <a:pt x="125" y="10"/>
                    </a:lnTo>
                    <a:lnTo>
                      <a:pt x="125" y="10"/>
                    </a:lnTo>
                    <a:lnTo>
                      <a:pt x="127" y="10"/>
                    </a:lnTo>
                    <a:lnTo>
                      <a:pt x="127" y="10"/>
                    </a:lnTo>
                    <a:lnTo>
                      <a:pt x="127" y="10"/>
                    </a:lnTo>
                    <a:lnTo>
                      <a:pt x="127" y="10"/>
                    </a:lnTo>
                    <a:lnTo>
                      <a:pt x="130" y="10"/>
                    </a:lnTo>
                    <a:lnTo>
                      <a:pt x="130" y="10"/>
                    </a:lnTo>
                    <a:lnTo>
                      <a:pt x="132" y="10"/>
                    </a:lnTo>
                    <a:lnTo>
                      <a:pt x="132" y="10"/>
                    </a:lnTo>
                    <a:lnTo>
                      <a:pt x="132" y="10"/>
                    </a:lnTo>
                    <a:lnTo>
                      <a:pt x="135" y="10"/>
                    </a:lnTo>
                    <a:lnTo>
                      <a:pt x="135" y="10"/>
                    </a:lnTo>
                    <a:lnTo>
                      <a:pt x="135" y="10"/>
                    </a:lnTo>
                    <a:lnTo>
                      <a:pt x="137" y="10"/>
                    </a:lnTo>
                    <a:lnTo>
                      <a:pt x="137" y="10"/>
                    </a:lnTo>
                    <a:lnTo>
                      <a:pt x="139" y="10"/>
                    </a:lnTo>
                    <a:lnTo>
                      <a:pt x="139" y="10"/>
                    </a:lnTo>
                    <a:lnTo>
                      <a:pt x="139" y="10"/>
                    </a:lnTo>
                    <a:lnTo>
                      <a:pt x="139" y="10"/>
                    </a:lnTo>
                    <a:lnTo>
                      <a:pt x="142" y="10"/>
                    </a:lnTo>
                    <a:lnTo>
                      <a:pt x="142" y="10"/>
                    </a:lnTo>
                    <a:lnTo>
                      <a:pt x="142" y="10"/>
                    </a:lnTo>
                    <a:lnTo>
                      <a:pt x="144" y="10"/>
                    </a:lnTo>
                    <a:lnTo>
                      <a:pt x="144" y="10"/>
                    </a:lnTo>
                    <a:lnTo>
                      <a:pt x="146" y="10"/>
                    </a:lnTo>
                    <a:lnTo>
                      <a:pt x="146" y="10"/>
                    </a:lnTo>
                    <a:lnTo>
                      <a:pt x="146" y="10"/>
                    </a:lnTo>
                    <a:lnTo>
                      <a:pt x="149" y="10"/>
                    </a:lnTo>
                    <a:lnTo>
                      <a:pt x="149" y="10"/>
                    </a:lnTo>
                    <a:lnTo>
                      <a:pt x="149" y="10"/>
                    </a:lnTo>
                    <a:lnTo>
                      <a:pt x="149" y="10"/>
                    </a:lnTo>
                    <a:lnTo>
                      <a:pt x="151" y="10"/>
                    </a:lnTo>
                    <a:lnTo>
                      <a:pt x="151" y="10"/>
                    </a:lnTo>
                    <a:lnTo>
                      <a:pt x="154" y="10"/>
                    </a:lnTo>
                    <a:lnTo>
                      <a:pt x="154" y="10"/>
                    </a:lnTo>
                    <a:lnTo>
                      <a:pt x="154" y="10"/>
                    </a:lnTo>
                    <a:lnTo>
                      <a:pt x="154" y="12"/>
                    </a:lnTo>
                    <a:lnTo>
                      <a:pt x="156" y="12"/>
                    </a:lnTo>
                    <a:lnTo>
                      <a:pt x="156" y="12"/>
                    </a:lnTo>
                    <a:lnTo>
                      <a:pt x="156" y="12"/>
                    </a:lnTo>
                    <a:lnTo>
                      <a:pt x="158" y="12"/>
                    </a:lnTo>
                    <a:lnTo>
                      <a:pt x="158" y="12"/>
                    </a:lnTo>
                    <a:lnTo>
                      <a:pt x="158" y="12"/>
                    </a:lnTo>
                    <a:lnTo>
                      <a:pt x="161" y="12"/>
                    </a:lnTo>
                    <a:lnTo>
                      <a:pt x="161" y="12"/>
                    </a:lnTo>
                    <a:lnTo>
                      <a:pt x="161" y="12"/>
                    </a:lnTo>
                    <a:lnTo>
                      <a:pt x="161" y="12"/>
                    </a:lnTo>
                    <a:lnTo>
                      <a:pt x="163" y="12"/>
                    </a:lnTo>
                    <a:lnTo>
                      <a:pt x="163" y="12"/>
                    </a:lnTo>
                    <a:lnTo>
                      <a:pt x="163" y="12"/>
                    </a:lnTo>
                    <a:lnTo>
                      <a:pt x="165" y="12"/>
                    </a:lnTo>
                    <a:lnTo>
                      <a:pt x="165" y="12"/>
                    </a:lnTo>
                    <a:lnTo>
                      <a:pt x="168" y="12"/>
                    </a:lnTo>
                    <a:lnTo>
                      <a:pt x="168" y="12"/>
                    </a:lnTo>
                    <a:lnTo>
                      <a:pt x="168" y="12"/>
                    </a:lnTo>
                    <a:lnTo>
                      <a:pt x="168" y="15"/>
                    </a:lnTo>
                    <a:lnTo>
                      <a:pt x="170" y="15"/>
                    </a:lnTo>
                    <a:lnTo>
                      <a:pt x="170" y="15"/>
                    </a:lnTo>
                    <a:lnTo>
                      <a:pt x="172" y="15"/>
                    </a:lnTo>
                    <a:lnTo>
                      <a:pt x="172" y="15"/>
                    </a:lnTo>
                    <a:lnTo>
                      <a:pt x="172" y="15"/>
                    </a:lnTo>
                    <a:lnTo>
                      <a:pt x="172" y="15"/>
                    </a:lnTo>
                    <a:lnTo>
                      <a:pt x="175" y="15"/>
                    </a:lnTo>
                    <a:lnTo>
                      <a:pt x="175" y="15"/>
                    </a:lnTo>
                    <a:lnTo>
                      <a:pt x="175" y="15"/>
                    </a:lnTo>
                    <a:lnTo>
                      <a:pt x="177" y="15"/>
                    </a:lnTo>
                    <a:lnTo>
                      <a:pt x="177" y="15"/>
                    </a:lnTo>
                    <a:lnTo>
                      <a:pt x="180" y="15"/>
                    </a:lnTo>
                    <a:lnTo>
                      <a:pt x="180" y="17"/>
                    </a:lnTo>
                    <a:lnTo>
                      <a:pt x="180" y="17"/>
                    </a:lnTo>
                    <a:lnTo>
                      <a:pt x="180" y="17"/>
                    </a:lnTo>
                    <a:lnTo>
                      <a:pt x="182" y="17"/>
                    </a:lnTo>
                    <a:lnTo>
                      <a:pt x="182" y="17"/>
                    </a:lnTo>
                    <a:lnTo>
                      <a:pt x="182" y="17"/>
                    </a:lnTo>
                    <a:lnTo>
                      <a:pt x="182" y="19"/>
                    </a:lnTo>
                    <a:lnTo>
                      <a:pt x="182" y="19"/>
                    </a:lnTo>
                    <a:lnTo>
                      <a:pt x="182" y="19"/>
                    </a:lnTo>
                    <a:lnTo>
                      <a:pt x="180" y="19"/>
                    </a:lnTo>
                    <a:lnTo>
                      <a:pt x="180" y="19"/>
                    </a:lnTo>
                    <a:lnTo>
                      <a:pt x="180" y="19"/>
                    </a:lnTo>
                    <a:lnTo>
                      <a:pt x="180" y="19"/>
                    </a:lnTo>
                    <a:lnTo>
                      <a:pt x="177" y="19"/>
                    </a:lnTo>
                    <a:lnTo>
                      <a:pt x="177" y="19"/>
                    </a:lnTo>
                    <a:lnTo>
                      <a:pt x="177" y="19"/>
                    </a:lnTo>
                    <a:lnTo>
                      <a:pt x="175" y="19"/>
                    </a:lnTo>
                    <a:lnTo>
                      <a:pt x="175" y="19"/>
                    </a:lnTo>
                    <a:lnTo>
                      <a:pt x="175" y="19"/>
                    </a:lnTo>
                    <a:lnTo>
                      <a:pt x="172" y="19"/>
                    </a:lnTo>
                    <a:lnTo>
                      <a:pt x="172" y="22"/>
                    </a:lnTo>
                    <a:lnTo>
                      <a:pt x="172" y="22"/>
                    </a:lnTo>
                    <a:lnTo>
                      <a:pt x="172" y="22"/>
                    </a:lnTo>
                    <a:lnTo>
                      <a:pt x="170" y="22"/>
                    </a:lnTo>
                    <a:lnTo>
                      <a:pt x="170" y="22"/>
                    </a:lnTo>
                    <a:lnTo>
                      <a:pt x="170" y="22"/>
                    </a:lnTo>
                    <a:lnTo>
                      <a:pt x="170" y="22"/>
                    </a:lnTo>
                    <a:lnTo>
                      <a:pt x="170" y="22"/>
                    </a:lnTo>
                    <a:lnTo>
                      <a:pt x="170" y="24"/>
                    </a:lnTo>
                    <a:lnTo>
                      <a:pt x="172" y="24"/>
                    </a:lnTo>
                    <a:lnTo>
                      <a:pt x="172" y="24"/>
                    </a:lnTo>
                    <a:lnTo>
                      <a:pt x="172" y="24"/>
                    </a:lnTo>
                    <a:lnTo>
                      <a:pt x="172" y="24"/>
                    </a:lnTo>
                    <a:lnTo>
                      <a:pt x="172" y="24"/>
                    </a:lnTo>
                    <a:lnTo>
                      <a:pt x="172" y="24"/>
                    </a:lnTo>
                    <a:lnTo>
                      <a:pt x="170" y="24"/>
                    </a:lnTo>
                    <a:lnTo>
                      <a:pt x="170" y="26"/>
                    </a:lnTo>
                    <a:lnTo>
                      <a:pt x="170" y="26"/>
                    </a:lnTo>
                    <a:lnTo>
                      <a:pt x="168" y="26"/>
                    </a:lnTo>
                    <a:lnTo>
                      <a:pt x="168" y="26"/>
                    </a:lnTo>
                    <a:lnTo>
                      <a:pt x="168" y="29"/>
                    </a:lnTo>
                    <a:lnTo>
                      <a:pt x="168" y="29"/>
                    </a:lnTo>
                    <a:lnTo>
                      <a:pt x="168" y="29"/>
                    </a:lnTo>
                    <a:lnTo>
                      <a:pt x="165" y="29"/>
                    </a:lnTo>
                    <a:lnTo>
                      <a:pt x="165" y="29"/>
                    </a:lnTo>
                    <a:lnTo>
                      <a:pt x="165" y="29"/>
                    </a:lnTo>
                    <a:lnTo>
                      <a:pt x="163" y="29"/>
                    </a:lnTo>
                    <a:lnTo>
                      <a:pt x="163" y="29"/>
                    </a:lnTo>
                    <a:lnTo>
                      <a:pt x="163" y="31"/>
                    </a:lnTo>
                    <a:lnTo>
                      <a:pt x="163" y="31"/>
                    </a:lnTo>
                    <a:lnTo>
                      <a:pt x="161" y="31"/>
                    </a:lnTo>
                    <a:lnTo>
                      <a:pt x="161" y="31"/>
                    </a:lnTo>
                    <a:lnTo>
                      <a:pt x="161" y="31"/>
                    </a:lnTo>
                    <a:lnTo>
                      <a:pt x="158" y="31"/>
                    </a:lnTo>
                    <a:lnTo>
                      <a:pt x="158" y="31"/>
                    </a:lnTo>
                    <a:lnTo>
                      <a:pt x="156" y="31"/>
                    </a:lnTo>
                    <a:lnTo>
                      <a:pt x="156" y="31"/>
                    </a:lnTo>
                    <a:lnTo>
                      <a:pt x="156" y="31"/>
                    </a:lnTo>
                    <a:lnTo>
                      <a:pt x="156" y="31"/>
                    </a:lnTo>
                    <a:lnTo>
                      <a:pt x="154" y="31"/>
                    </a:lnTo>
                    <a:lnTo>
                      <a:pt x="154" y="31"/>
                    </a:lnTo>
                    <a:lnTo>
                      <a:pt x="154" y="31"/>
                    </a:lnTo>
                    <a:lnTo>
                      <a:pt x="151" y="31"/>
                    </a:lnTo>
                    <a:lnTo>
                      <a:pt x="151" y="31"/>
                    </a:lnTo>
                    <a:lnTo>
                      <a:pt x="149" y="31"/>
                    </a:lnTo>
                    <a:lnTo>
                      <a:pt x="149" y="31"/>
                    </a:lnTo>
                    <a:lnTo>
                      <a:pt x="149" y="31"/>
                    </a:lnTo>
                    <a:lnTo>
                      <a:pt x="149" y="31"/>
                    </a:lnTo>
                    <a:lnTo>
                      <a:pt x="146" y="31"/>
                    </a:lnTo>
                    <a:lnTo>
                      <a:pt x="146" y="31"/>
                    </a:lnTo>
                    <a:lnTo>
                      <a:pt x="146" y="31"/>
                    </a:lnTo>
                    <a:lnTo>
                      <a:pt x="144" y="31"/>
                    </a:lnTo>
                    <a:lnTo>
                      <a:pt x="144" y="31"/>
                    </a:lnTo>
                    <a:lnTo>
                      <a:pt x="144" y="31"/>
                    </a:lnTo>
                    <a:lnTo>
                      <a:pt x="144" y="31"/>
                    </a:lnTo>
                    <a:lnTo>
                      <a:pt x="146" y="31"/>
                    </a:lnTo>
                    <a:lnTo>
                      <a:pt x="146" y="31"/>
                    </a:lnTo>
                    <a:lnTo>
                      <a:pt x="146" y="31"/>
                    </a:lnTo>
                    <a:lnTo>
                      <a:pt x="146" y="34"/>
                    </a:lnTo>
                    <a:lnTo>
                      <a:pt x="146" y="34"/>
                    </a:lnTo>
                    <a:lnTo>
                      <a:pt x="144" y="34"/>
                    </a:lnTo>
                    <a:lnTo>
                      <a:pt x="144" y="34"/>
                    </a:lnTo>
                    <a:lnTo>
                      <a:pt x="144" y="34"/>
                    </a:lnTo>
                    <a:lnTo>
                      <a:pt x="142" y="34"/>
                    </a:lnTo>
                    <a:lnTo>
                      <a:pt x="142" y="34"/>
                    </a:lnTo>
                    <a:lnTo>
                      <a:pt x="142" y="34"/>
                    </a:lnTo>
                    <a:lnTo>
                      <a:pt x="139" y="34"/>
                    </a:lnTo>
                    <a:lnTo>
                      <a:pt x="139" y="34"/>
                    </a:lnTo>
                    <a:lnTo>
                      <a:pt x="139" y="34"/>
                    </a:lnTo>
                    <a:lnTo>
                      <a:pt x="137" y="34"/>
                    </a:lnTo>
                    <a:lnTo>
                      <a:pt x="137" y="34"/>
                    </a:lnTo>
                    <a:lnTo>
                      <a:pt x="135" y="34"/>
                    </a:lnTo>
                    <a:lnTo>
                      <a:pt x="135" y="34"/>
                    </a:lnTo>
                    <a:lnTo>
                      <a:pt x="135" y="34"/>
                    </a:lnTo>
                    <a:lnTo>
                      <a:pt x="132" y="34"/>
                    </a:lnTo>
                    <a:lnTo>
                      <a:pt x="132" y="34"/>
                    </a:lnTo>
                    <a:lnTo>
                      <a:pt x="132" y="34"/>
                    </a:lnTo>
                    <a:lnTo>
                      <a:pt x="130" y="34"/>
                    </a:lnTo>
                    <a:lnTo>
                      <a:pt x="130" y="34"/>
                    </a:lnTo>
                    <a:lnTo>
                      <a:pt x="130" y="36"/>
                    </a:lnTo>
                    <a:lnTo>
                      <a:pt x="127" y="36"/>
                    </a:lnTo>
                    <a:lnTo>
                      <a:pt x="127" y="36"/>
                    </a:lnTo>
                    <a:lnTo>
                      <a:pt x="127" y="34"/>
                    </a:lnTo>
                    <a:lnTo>
                      <a:pt x="127" y="34"/>
                    </a:lnTo>
                    <a:lnTo>
                      <a:pt x="125" y="34"/>
                    </a:lnTo>
                    <a:lnTo>
                      <a:pt x="125" y="34"/>
                    </a:lnTo>
                    <a:lnTo>
                      <a:pt x="125" y="36"/>
                    </a:lnTo>
                    <a:lnTo>
                      <a:pt x="123" y="36"/>
                    </a:lnTo>
                    <a:lnTo>
                      <a:pt x="123" y="36"/>
                    </a:lnTo>
                    <a:lnTo>
                      <a:pt x="123" y="36"/>
                    </a:lnTo>
                    <a:lnTo>
                      <a:pt x="123" y="36"/>
                    </a:lnTo>
                    <a:lnTo>
                      <a:pt x="120" y="36"/>
                    </a:lnTo>
                    <a:lnTo>
                      <a:pt x="120" y="36"/>
                    </a:lnTo>
                    <a:lnTo>
                      <a:pt x="120" y="36"/>
                    </a:lnTo>
                    <a:lnTo>
                      <a:pt x="118" y="36"/>
                    </a:lnTo>
                    <a:lnTo>
                      <a:pt x="118" y="36"/>
                    </a:lnTo>
                    <a:lnTo>
                      <a:pt x="116" y="36"/>
                    </a:lnTo>
                    <a:lnTo>
                      <a:pt x="116" y="36"/>
                    </a:lnTo>
                    <a:lnTo>
                      <a:pt x="116" y="36"/>
                    </a:lnTo>
                    <a:lnTo>
                      <a:pt x="116" y="36"/>
                    </a:lnTo>
                    <a:lnTo>
                      <a:pt x="113" y="36"/>
                    </a:lnTo>
                    <a:lnTo>
                      <a:pt x="113" y="36"/>
                    </a:lnTo>
                    <a:lnTo>
                      <a:pt x="113" y="36"/>
                    </a:lnTo>
                    <a:lnTo>
                      <a:pt x="111" y="36"/>
                    </a:lnTo>
                    <a:lnTo>
                      <a:pt x="111" y="34"/>
                    </a:lnTo>
                    <a:lnTo>
                      <a:pt x="111" y="34"/>
                    </a:lnTo>
                    <a:lnTo>
                      <a:pt x="109" y="34"/>
                    </a:lnTo>
                    <a:lnTo>
                      <a:pt x="109" y="34"/>
                    </a:lnTo>
                    <a:lnTo>
                      <a:pt x="109" y="34"/>
                    </a:lnTo>
                    <a:lnTo>
                      <a:pt x="109" y="34"/>
                    </a:lnTo>
                    <a:lnTo>
                      <a:pt x="106" y="34"/>
                    </a:lnTo>
                    <a:lnTo>
                      <a:pt x="106" y="34"/>
                    </a:lnTo>
                    <a:lnTo>
                      <a:pt x="106" y="31"/>
                    </a:lnTo>
                    <a:lnTo>
                      <a:pt x="106" y="31"/>
                    </a:lnTo>
                    <a:lnTo>
                      <a:pt x="106" y="34"/>
                    </a:lnTo>
                    <a:lnTo>
                      <a:pt x="104" y="34"/>
                    </a:lnTo>
                    <a:lnTo>
                      <a:pt x="104" y="34"/>
                    </a:lnTo>
                    <a:lnTo>
                      <a:pt x="101" y="34"/>
                    </a:lnTo>
                    <a:lnTo>
                      <a:pt x="101" y="34"/>
                    </a:lnTo>
                    <a:lnTo>
                      <a:pt x="101" y="34"/>
                    </a:lnTo>
                    <a:lnTo>
                      <a:pt x="99" y="34"/>
                    </a:lnTo>
                    <a:lnTo>
                      <a:pt x="99" y="34"/>
                    </a:lnTo>
                    <a:lnTo>
                      <a:pt x="99" y="34"/>
                    </a:lnTo>
                    <a:lnTo>
                      <a:pt x="97" y="34"/>
                    </a:lnTo>
                    <a:lnTo>
                      <a:pt x="97" y="34"/>
                    </a:lnTo>
                    <a:lnTo>
                      <a:pt x="94" y="34"/>
                    </a:lnTo>
                    <a:lnTo>
                      <a:pt x="94" y="34"/>
                    </a:lnTo>
                    <a:lnTo>
                      <a:pt x="94" y="34"/>
                    </a:lnTo>
                    <a:lnTo>
                      <a:pt x="94" y="34"/>
                    </a:lnTo>
                    <a:lnTo>
                      <a:pt x="92" y="34"/>
                    </a:lnTo>
                    <a:lnTo>
                      <a:pt x="92" y="34"/>
                    </a:lnTo>
                    <a:lnTo>
                      <a:pt x="90" y="34"/>
                    </a:lnTo>
                    <a:lnTo>
                      <a:pt x="90" y="34"/>
                    </a:lnTo>
                    <a:lnTo>
                      <a:pt x="90" y="34"/>
                    </a:lnTo>
                    <a:lnTo>
                      <a:pt x="87" y="34"/>
                    </a:lnTo>
                    <a:lnTo>
                      <a:pt x="87" y="34"/>
                    </a:lnTo>
                    <a:lnTo>
                      <a:pt x="87" y="34"/>
                    </a:lnTo>
                    <a:lnTo>
                      <a:pt x="85" y="34"/>
                    </a:lnTo>
                    <a:lnTo>
                      <a:pt x="85" y="34"/>
                    </a:lnTo>
                    <a:lnTo>
                      <a:pt x="83" y="34"/>
                    </a:lnTo>
                    <a:lnTo>
                      <a:pt x="83" y="34"/>
                    </a:lnTo>
                    <a:lnTo>
                      <a:pt x="83" y="34"/>
                    </a:lnTo>
                    <a:lnTo>
                      <a:pt x="83" y="36"/>
                    </a:lnTo>
                    <a:lnTo>
                      <a:pt x="80" y="36"/>
                    </a:lnTo>
                    <a:lnTo>
                      <a:pt x="80" y="36"/>
                    </a:lnTo>
                    <a:lnTo>
                      <a:pt x="80" y="36"/>
                    </a:lnTo>
                    <a:lnTo>
                      <a:pt x="78" y="36"/>
                    </a:lnTo>
                    <a:lnTo>
                      <a:pt x="78" y="36"/>
                    </a:lnTo>
                    <a:lnTo>
                      <a:pt x="75" y="36"/>
                    </a:lnTo>
                    <a:lnTo>
                      <a:pt x="75" y="36"/>
                    </a:lnTo>
                    <a:lnTo>
                      <a:pt x="75" y="36"/>
                    </a:lnTo>
                    <a:lnTo>
                      <a:pt x="75" y="36"/>
                    </a:lnTo>
                    <a:lnTo>
                      <a:pt x="73" y="36"/>
                    </a:lnTo>
                    <a:lnTo>
                      <a:pt x="73" y="36"/>
                    </a:lnTo>
                    <a:lnTo>
                      <a:pt x="73" y="36"/>
                    </a:lnTo>
                    <a:lnTo>
                      <a:pt x="71" y="36"/>
                    </a:lnTo>
                    <a:lnTo>
                      <a:pt x="71" y="36"/>
                    </a:lnTo>
                    <a:lnTo>
                      <a:pt x="68" y="36"/>
                    </a:lnTo>
                    <a:lnTo>
                      <a:pt x="68" y="36"/>
                    </a:lnTo>
                    <a:lnTo>
                      <a:pt x="68" y="36"/>
                    </a:lnTo>
                    <a:lnTo>
                      <a:pt x="66" y="36"/>
                    </a:lnTo>
                    <a:lnTo>
                      <a:pt x="66" y="36"/>
                    </a:lnTo>
                    <a:lnTo>
                      <a:pt x="66" y="36"/>
                    </a:lnTo>
                    <a:lnTo>
                      <a:pt x="64" y="36"/>
                    </a:lnTo>
                    <a:lnTo>
                      <a:pt x="64" y="36"/>
                    </a:lnTo>
                    <a:lnTo>
                      <a:pt x="61" y="36"/>
                    </a:lnTo>
                    <a:lnTo>
                      <a:pt x="61" y="36"/>
                    </a:lnTo>
                    <a:lnTo>
                      <a:pt x="64" y="36"/>
                    </a:lnTo>
                    <a:lnTo>
                      <a:pt x="64" y="36"/>
                    </a:lnTo>
                    <a:lnTo>
                      <a:pt x="66" y="36"/>
                    </a:lnTo>
                    <a:lnTo>
                      <a:pt x="66" y="36"/>
                    </a:lnTo>
                    <a:lnTo>
                      <a:pt x="66" y="36"/>
                    </a:lnTo>
                    <a:lnTo>
                      <a:pt x="66" y="34"/>
                    </a:lnTo>
                    <a:lnTo>
                      <a:pt x="66" y="34"/>
                    </a:lnTo>
                    <a:lnTo>
                      <a:pt x="66" y="34"/>
                    </a:lnTo>
                    <a:lnTo>
                      <a:pt x="64" y="34"/>
                    </a:lnTo>
                    <a:lnTo>
                      <a:pt x="64" y="34"/>
                    </a:lnTo>
                    <a:lnTo>
                      <a:pt x="64" y="34"/>
                    </a:lnTo>
                    <a:lnTo>
                      <a:pt x="61" y="34"/>
                    </a:lnTo>
                    <a:lnTo>
                      <a:pt x="61" y="34"/>
                    </a:lnTo>
                    <a:lnTo>
                      <a:pt x="61" y="34"/>
                    </a:lnTo>
                    <a:lnTo>
                      <a:pt x="59" y="34"/>
                    </a:lnTo>
                    <a:lnTo>
                      <a:pt x="59" y="34"/>
                    </a:lnTo>
                    <a:lnTo>
                      <a:pt x="56" y="34"/>
                    </a:lnTo>
                    <a:lnTo>
                      <a:pt x="56" y="34"/>
                    </a:lnTo>
                    <a:lnTo>
                      <a:pt x="56" y="34"/>
                    </a:lnTo>
                    <a:lnTo>
                      <a:pt x="56" y="34"/>
                    </a:lnTo>
                    <a:lnTo>
                      <a:pt x="59" y="34"/>
                    </a:lnTo>
                    <a:lnTo>
                      <a:pt x="59" y="34"/>
                    </a:lnTo>
                    <a:lnTo>
                      <a:pt x="61" y="34"/>
                    </a:lnTo>
                    <a:lnTo>
                      <a:pt x="61" y="36"/>
                    </a:lnTo>
                    <a:lnTo>
                      <a:pt x="59" y="36"/>
                    </a:lnTo>
                    <a:lnTo>
                      <a:pt x="59" y="36"/>
                    </a:lnTo>
                    <a:lnTo>
                      <a:pt x="59" y="36"/>
                    </a:lnTo>
                    <a:lnTo>
                      <a:pt x="56" y="36"/>
                    </a:lnTo>
                    <a:lnTo>
                      <a:pt x="56" y="38"/>
                    </a:lnTo>
                    <a:lnTo>
                      <a:pt x="56" y="38"/>
                    </a:lnTo>
                    <a:lnTo>
                      <a:pt x="56" y="38"/>
                    </a:lnTo>
                    <a:lnTo>
                      <a:pt x="56" y="38"/>
                    </a:lnTo>
                    <a:lnTo>
                      <a:pt x="54" y="38"/>
                    </a:lnTo>
                    <a:lnTo>
                      <a:pt x="54" y="41"/>
                    </a:lnTo>
                    <a:lnTo>
                      <a:pt x="54" y="41"/>
                    </a:lnTo>
                    <a:lnTo>
                      <a:pt x="54" y="41"/>
                    </a:lnTo>
                    <a:lnTo>
                      <a:pt x="52" y="41"/>
                    </a:lnTo>
                    <a:lnTo>
                      <a:pt x="52" y="41"/>
                    </a:lnTo>
                    <a:lnTo>
                      <a:pt x="52" y="41"/>
                    </a:lnTo>
                    <a:lnTo>
                      <a:pt x="49" y="41"/>
                    </a:lnTo>
                    <a:lnTo>
                      <a:pt x="49" y="41"/>
                    </a:lnTo>
                    <a:lnTo>
                      <a:pt x="49" y="41"/>
                    </a:lnTo>
                    <a:lnTo>
                      <a:pt x="47" y="41"/>
                    </a:lnTo>
                    <a:lnTo>
                      <a:pt x="47" y="41"/>
                    </a:lnTo>
                    <a:lnTo>
                      <a:pt x="47" y="41"/>
                    </a:lnTo>
                    <a:lnTo>
                      <a:pt x="45" y="41"/>
                    </a:lnTo>
                    <a:lnTo>
                      <a:pt x="45" y="41"/>
                    </a:lnTo>
                    <a:lnTo>
                      <a:pt x="42" y="41"/>
                    </a:lnTo>
                    <a:lnTo>
                      <a:pt x="42" y="41"/>
                    </a:lnTo>
                    <a:lnTo>
                      <a:pt x="42" y="41"/>
                    </a:lnTo>
                    <a:lnTo>
                      <a:pt x="42" y="41"/>
                    </a:lnTo>
                    <a:lnTo>
                      <a:pt x="40" y="41"/>
                    </a:lnTo>
                    <a:lnTo>
                      <a:pt x="40" y="41"/>
                    </a:lnTo>
                    <a:lnTo>
                      <a:pt x="40" y="41"/>
                    </a:lnTo>
                    <a:lnTo>
                      <a:pt x="40" y="38"/>
                    </a:lnTo>
                    <a:lnTo>
                      <a:pt x="38" y="38"/>
                    </a:lnTo>
                    <a:lnTo>
                      <a:pt x="38" y="38"/>
                    </a:lnTo>
                    <a:lnTo>
                      <a:pt x="35" y="38"/>
                    </a:lnTo>
                    <a:lnTo>
                      <a:pt x="35" y="38"/>
                    </a:lnTo>
                    <a:lnTo>
                      <a:pt x="35" y="38"/>
                    </a:lnTo>
                    <a:lnTo>
                      <a:pt x="33" y="38"/>
                    </a:lnTo>
                    <a:lnTo>
                      <a:pt x="33" y="38"/>
                    </a:lnTo>
                    <a:lnTo>
                      <a:pt x="33" y="38"/>
                    </a:lnTo>
                    <a:lnTo>
                      <a:pt x="30" y="38"/>
                    </a:lnTo>
                    <a:lnTo>
                      <a:pt x="30" y="38"/>
                    </a:lnTo>
                    <a:lnTo>
                      <a:pt x="28" y="38"/>
                    </a:lnTo>
                    <a:lnTo>
                      <a:pt x="28" y="38"/>
                    </a:lnTo>
                    <a:lnTo>
                      <a:pt x="28" y="38"/>
                    </a:lnTo>
                    <a:lnTo>
                      <a:pt x="28" y="38"/>
                    </a:lnTo>
                    <a:lnTo>
                      <a:pt x="26" y="38"/>
                    </a:lnTo>
                    <a:lnTo>
                      <a:pt x="26" y="38"/>
                    </a:lnTo>
                    <a:lnTo>
                      <a:pt x="23" y="38"/>
                    </a:lnTo>
                    <a:lnTo>
                      <a:pt x="23" y="36"/>
                    </a:lnTo>
                    <a:lnTo>
                      <a:pt x="23" y="36"/>
                    </a:lnTo>
                    <a:lnTo>
                      <a:pt x="23" y="36"/>
                    </a:lnTo>
                    <a:lnTo>
                      <a:pt x="23" y="36"/>
                    </a:lnTo>
                    <a:lnTo>
                      <a:pt x="21" y="36"/>
                    </a:lnTo>
                    <a:lnTo>
                      <a:pt x="21" y="34"/>
                    </a:lnTo>
                    <a:lnTo>
                      <a:pt x="21" y="34"/>
                    </a:lnTo>
                    <a:lnTo>
                      <a:pt x="21" y="34"/>
                    </a:lnTo>
                    <a:lnTo>
                      <a:pt x="21" y="34"/>
                    </a:lnTo>
                    <a:lnTo>
                      <a:pt x="19" y="34"/>
                    </a:lnTo>
                    <a:lnTo>
                      <a:pt x="19" y="34"/>
                    </a:lnTo>
                    <a:lnTo>
                      <a:pt x="19" y="31"/>
                    </a:lnTo>
                    <a:lnTo>
                      <a:pt x="16" y="31"/>
                    </a:lnTo>
                    <a:lnTo>
                      <a:pt x="16" y="31"/>
                    </a:lnTo>
                    <a:lnTo>
                      <a:pt x="16" y="31"/>
                    </a:lnTo>
                    <a:lnTo>
                      <a:pt x="16" y="31"/>
                    </a:lnTo>
                    <a:lnTo>
                      <a:pt x="14" y="31"/>
                    </a:lnTo>
                    <a:lnTo>
                      <a:pt x="14" y="31"/>
                    </a:lnTo>
                    <a:lnTo>
                      <a:pt x="14" y="31"/>
                    </a:lnTo>
                    <a:lnTo>
                      <a:pt x="12" y="31"/>
                    </a:lnTo>
                    <a:lnTo>
                      <a:pt x="12" y="31"/>
                    </a:lnTo>
                    <a:lnTo>
                      <a:pt x="12" y="31"/>
                    </a:lnTo>
                    <a:lnTo>
                      <a:pt x="9" y="31"/>
                    </a:lnTo>
                    <a:lnTo>
                      <a:pt x="9" y="31"/>
                    </a:lnTo>
                    <a:lnTo>
                      <a:pt x="9" y="31"/>
                    </a:lnTo>
                    <a:lnTo>
                      <a:pt x="9" y="29"/>
                    </a:lnTo>
                    <a:lnTo>
                      <a:pt x="7" y="29"/>
                    </a:lnTo>
                    <a:lnTo>
                      <a:pt x="7" y="29"/>
                    </a:lnTo>
                    <a:lnTo>
                      <a:pt x="7" y="29"/>
                    </a:lnTo>
                    <a:lnTo>
                      <a:pt x="7" y="29"/>
                    </a:lnTo>
                    <a:lnTo>
                      <a:pt x="4" y="29"/>
                    </a:lnTo>
                    <a:lnTo>
                      <a:pt x="4" y="26"/>
                    </a:lnTo>
                    <a:lnTo>
                      <a:pt x="4" y="26"/>
                    </a:lnTo>
                    <a:lnTo>
                      <a:pt x="2" y="26"/>
                    </a:lnTo>
                    <a:lnTo>
                      <a:pt x="2" y="26"/>
                    </a:lnTo>
                    <a:lnTo>
                      <a:pt x="2" y="26"/>
                    </a:lnTo>
                    <a:lnTo>
                      <a:pt x="2" y="26"/>
                    </a:lnTo>
                    <a:lnTo>
                      <a:pt x="0" y="26"/>
                    </a:lnTo>
                    <a:lnTo>
                      <a:pt x="0" y="24"/>
                    </a:lnTo>
                    <a:lnTo>
                      <a:pt x="0" y="24"/>
                    </a:lnTo>
                    <a:lnTo>
                      <a:pt x="0" y="24"/>
                    </a:lnTo>
                    <a:lnTo>
                      <a:pt x="0" y="22"/>
                    </a:lnTo>
                    <a:lnTo>
                      <a:pt x="0" y="22"/>
                    </a:lnTo>
                    <a:lnTo>
                      <a:pt x="0" y="22"/>
                    </a:lnTo>
                    <a:lnTo>
                      <a:pt x="2" y="22"/>
                    </a:lnTo>
                    <a:lnTo>
                      <a:pt x="2" y="22"/>
                    </a:lnTo>
                    <a:lnTo>
                      <a:pt x="2" y="22"/>
                    </a:lnTo>
                    <a:lnTo>
                      <a:pt x="4" y="22"/>
                    </a:lnTo>
                    <a:lnTo>
                      <a:pt x="4" y="22"/>
                    </a:lnTo>
                    <a:lnTo>
                      <a:pt x="4" y="22"/>
                    </a:lnTo>
                    <a:lnTo>
                      <a:pt x="4" y="19"/>
                    </a:lnTo>
                    <a:lnTo>
                      <a:pt x="7" y="19"/>
                    </a:lnTo>
                    <a:lnTo>
                      <a:pt x="7" y="19"/>
                    </a:lnTo>
                    <a:lnTo>
                      <a:pt x="7" y="19"/>
                    </a:lnTo>
                    <a:lnTo>
                      <a:pt x="7" y="19"/>
                    </a:lnTo>
                    <a:lnTo>
                      <a:pt x="4" y="19"/>
                    </a:lnTo>
                    <a:lnTo>
                      <a:pt x="4" y="19"/>
                    </a:lnTo>
                    <a:lnTo>
                      <a:pt x="4" y="17"/>
                    </a:lnTo>
                    <a:lnTo>
                      <a:pt x="2" y="17"/>
                    </a:lnTo>
                    <a:lnTo>
                      <a:pt x="2" y="17"/>
                    </a:lnTo>
                    <a:lnTo>
                      <a:pt x="2" y="17"/>
                    </a:lnTo>
                    <a:lnTo>
                      <a:pt x="2" y="17"/>
                    </a:lnTo>
                    <a:lnTo>
                      <a:pt x="2" y="15"/>
                    </a:lnTo>
                    <a:lnTo>
                      <a:pt x="2" y="15"/>
                    </a:lnTo>
                    <a:lnTo>
                      <a:pt x="2" y="15"/>
                    </a:lnTo>
                    <a:lnTo>
                      <a:pt x="4" y="15"/>
                    </a:lnTo>
                    <a:lnTo>
                      <a:pt x="4" y="15"/>
                    </a:lnTo>
                    <a:lnTo>
                      <a:pt x="4" y="15"/>
                    </a:lnTo>
                    <a:lnTo>
                      <a:pt x="4" y="12"/>
                    </a:lnTo>
                    <a:lnTo>
                      <a:pt x="4" y="12"/>
                    </a:lnTo>
                    <a:lnTo>
                      <a:pt x="4" y="12"/>
                    </a:lnTo>
                    <a:lnTo>
                      <a:pt x="4" y="12"/>
                    </a:lnTo>
                    <a:lnTo>
                      <a:pt x="7" y="12"/>
                    </a:lnTo>
                    <a:lnTo>
                      <a:pt x="7" y="12"/>
                    </a:lnTo>
                    <a:lnTo>
                      <a:pt x="7" y="12"/>
                    </a:lnTo>
                    <a:lnTo>
                      <a:pt x="7" y="12"/>
                    </a:lnTo>
                    <a:lnTo>
                      <a:pt x="9" y="12"/>
                    </a:lnTo>
                    <a:lnTo>
                      <a:pt x="9" y="12"/>
                    </a:lnTo>
                    <a:lnTo>
                      <a:pt x="9" y="12"/>
                    </a:lnTo>
                    <a:lnTo>
                      <a:pt x="12" y="12"/>
                    </a:lnTo>
                    <a:lnTo>
                      <a:pt x="12" y="10"/>
                    </a:lnTo>
                    <a:lnTo>
                      <a:pt x="12" y="10"/>
                    </a:lnTo>
                    <a:lnTo>
                      <a:pt x="9" y="10"/>
                    </a:lnTo>
                    <a:lnTo>
                      <a:pt x="9" y="7"/>
                    </a:lnTo>
                    <a:lnTo>
                      <a:pt x="9" y="7"/>
                    </a:lnTo>
                    <a:lnTo>
                      <a:pt x="12" y="7"/>
                    </a:lnTo>
                    <a:lnTo>
                      <a:pt x="12" y="7"/>
                    </a:lnTo>
                    <a:lnTo>
                      <a:pt x="14" y="7"/>
                    </a:lnTo>
                    <a:lnTo>
                      <a:pt x="14" y="5"/>
                    </a:lnTo>
                    <a:lnTo>
                      <a:pt x="14" y="5"/>
                    </a:lnTo>
                    <a:lnTo>
                      <a:pt x="14" y="5"/>
                    </a:lnTo>
                    <a:lnTo>
                      <a:pt x="16" y="5"/>
                    </a:lnTo>
                    <a:lnTo>
                      <a:pt x="16" y="5"/>
                    </a:lnTo>
                    <a:lnTo>
                      <a:pt x="16" y="5"/>
                    </a:lnTo>
                    <a:lnTo>
                      <a:pt x="16" y="5"/>
                    </a:lnTo>
                    <a:lnTo>
                      <a:pt x="19" y="5"/>
                    </a:lnTo>
                    <a:lnTo>
                      <a:pt x="19" y="5"/>
                    </a:lnTo>
                    <a:lnTo>
                      <a:pt x="19" y="5"/>
                    </a:lnTo>
                    <a:lnTo>
                      <a:pt x="21" y="5"/>
                    </a:lnTo>
                    <a:lnTo>
                      <a:pt x="21" y="5"/>
                    </a:lnTo>
                    <a:lnTo>
                      <a:pt x="21" y="5"/>
                    </a:lnTo>
                    <a:lnTo>
                      <a:pt x="21" y="5"/>
                    </a:lnTo>
                    <a:lnTo>
                      <a:pt x="23" y="5"/>
                    </a:lnTo>
                    <a:lnTo>
                      <a:pt x="23" y="5"/>
                    </a:lnTo>
                    <a:lnTo>
                      <a:pt x="23" y="5"/>
                    </a:lnTo>
                    <a:lnTo>
                      <a:pt x="26" y="5"/>
                    </a:lnTo>
                    <a:lnTo>
                      <a:pt x="26" y="5"/>
                    </a:lnTo>
                    <a:lnTo>
                      <a:pt x="26" y="3"/>
                    </a:lnTo>
                    <a:lnTo>
                      <a:pt x="26" y="3"/>
                    </a:lnTo>
                    <a:lnTo>
                      <a:pt x="28" y="3"/>
                    </a:lnTo>
                    <a:lnTo>
                      <a:pt x="28" y="3"/>
                    </a:lnTo>
                    <a:lnTo>
                      <a:pt x="28" y="3"/>
                    </a:lnTo>
                    <a:lnTo>
                      <a:pt x="28" y="3"/>
                    </a:lnTo>
                    <a:lnTo>
                      <a:pt x="30" y="3"/>
                    </a:lnTo>
                    <a:lnTo>
                      <a:pt x="30" y="3"/>
                    </a:lnTo>
                    <a:lnTo>
                      <a:pt x="30" y="3"/>
                    </a:lnTo>
                    <a:lnTo>
                      <a:pt x="33" y="3"/>
                    </a:lnTo>
                    <a:lnTo>
                      <a:pt x="33" y="3"/>
                    </a:lnTo>
                    <a:lnTo>
                      <a:pt x="33" y="3"/>
                    </a:lnTo>
                    <a:lnTo>
                      <a:pt x="33" y="3"/>
                    </a:lnTo>
                    <a:lnTo>
                      <a:pt x="35" y="3"/>
                    </a:lnTo>
                    <a:lnTo>
                      <a:pt x="35" y="0"/>
                    </a:lnTo>
                    <a:lnTo>
                      <a:pt x="35" y="0"/>
                    </a:lnTo>
                    <a:lnTo>
                      <a:pt x="35" y="0"/>
                    </a:lnTo>
                    <a:lnTo>
                      <a:pt x="38" y="0"/>
                    </a:lnTo>
                    <a:lnTo>
                      <a:pt x="38" y="0"/>
                    </a:lnTo>
                    <a:lnTo>
                      <a:pt x="40" y="0"/>
                    </a:lnTo>
                    <a:lnTo>
                      <a:pt x="40" y="0"/>
                    </a:lnTo>
                    <a:lnTo>
                      <a:pt x="40" y="0"/>
                    </a:lnTo>
                    <a:lnTo>
                      <a:pt x="42" y="0"/>
                    </a:lnTo>
                    <a:lnTo>
                      <a:pt x="42" y="0"/>
                    </a:lnTo>
                    <a:lnTo>
                      <a:pt x="42" y="0"/>
                    </a:lnTo>
                    <a:lnTo>
                      <a:pt x="45" y="0"/>
                    </a:lnTo>
                    <a:lnTo>
                      <a:pt x="45" y="0"/>
                    </a:lnTo>
                    <a:lnTo>
                      <a:pt x="47" y="0"/>
                    </a:lnTo>
                    <a:lnTo>
                      <a:pt x="47" y="0"/>
                    </a:lnTo>
                    <a:lnTo>
                      <a:pt x="47" y="0"/>
                    </a:lnTo>
                    <a:lnTo>
                      <a:pt x="47" y="3"/>
                    </a:lnTo>
                    <a:lnTo>
                      <a:pt x="47" y="3"/>
                    </a:lnTo>
                    <a:lnTo>
                      <a:pt x="47" y="3"/>
                    </a:lnTo>
                    <a:lnTo>
                      <a:pt x="47" y="3"/>
                    </a:lnTo>
                    <a:lnTo>
                      <a:pt x="49" y="3"/>
                    </a:lnTo>
                    <a:lnTo>
                      <a:pt x="49" y="3"/>
                    </a:lnTo>
                    <a:lnTo>
                      <a:pt x="49" y="3"/>
                    </a:lnTo>
                    <a:lnTo>
                      <a:pt x="49" y="3"/>
                    </a:lnTo>
                    <a:lnTo>
                      <a:pt x="52" y="3"/>
                    </a:lnTo>
                    <a:lnTo>
                      <a:pt x="52" y="3"/>
                    </a:lnTo>
                    <a:lnTo>
                      <a:pt x="54" y="3"/>
                    </a:lnTo>
                    <a:lnTo>
                      <a:pt x="54" y="3"/>
                    </a:lnTo>
                    <a:lnTo>
                      <a:pt x="54" y="3"/>
                    </a:lnTo>
                    <a:lnTo>
                      <a:pt x="54" y="5"/>
                    </a:lnTo>
                    <a:lnTo>
                      <a:pt x="56" y="5"/>
                    </a:lnTo>
                    <a:lnTo>
                      <a:pt x="56" y="5"/>
                    </a:lnTo>
                    <a:lnTo>
                      <a:pt x="56" y="5"/>
                    </a:lnTo>
                    <a:lnTo>
                      <a:pt x="56" y="5"/>
                    </a:lnTo>
                    <a:lnTo>
                      <a:pt x="59" y="5"/>
                    </a:lnTo>
                    <a:lnTo>
                      <a:pt x="59" y="5"/>
                    </a:lnTo>
                    <a:lnTo>
                      <a:pt x="61" y="5"/>
                    </a:lnTo>
                    <a:lnTo>
                      <a:pt x="61" y="5"/>
                    </a:lnTo>
                    <a:lnTo>
                      <a:pt x="61" y="5"/>
                    </a:lnTo>
                    <a:lnTo>
                      <a:pt x="64" y="5"/>
                    </a:lnTo>
                    <a:lnTo>
                      <a:pt x="64" y="5"/>
                    </a:lnTo>
                    <a:lnTo>
                      <a:pt x="66" y="5"/>
                    </a:lnTo>
                    <a:lnTo>
                      <a:pt x="66" y="7"/>
                    </a:lnTo>
                    <a:lnTo>
                      <a:pt x="66" y="7"/>
                    </a:lnTo>
                    <a:lnTo>
                      <a:pt x="66" y="7"/>
                    </a:lnTo>
                    <a:lnTo>
                      <a:pt x="66" y="7"/>
                    </a:lnTo>
                    <a:lnTo>
                      <a:pt x="66" y="7"/>
                    </a:lnTo>
                    <a:lnTo>
                      <a:pt x="66" y="7"/>
                    </a:lnTo>
                    <a:lnTo>
                      <a:pt x="66" y="10"/>
                    </a:lnTo>
                    <a:lnTo>
                      <a:pt x="66" y="10"/>
                    </a:lnTo>
                    <a:lnTo>
                      <a:pt x="66" y="10"/>
                    </a:lnTo>
                    <a:lnTo>
                      <a:pt x="66" y="10"/>
                    </a:lnTo>
                    <a:lnTo>
                      <a:pt x="68" y="10"/>
                    </a:lnTo>
                    <a:lnTo>
                      <a:pt x="68" y="10"/>
                    </a:lnTo>
                    <a:lnTo>
                      <a:pt x="68" y="10"/>
                    </a:lnTo>
                    <a:lnTo>
                      <a:pt x="71" y="10"/>
                    </a:lnTo>
                    <a:lnTo>
                      <a:pt x="71" y="10"/>
                    </a:lnTo>
                    <a:lnTo>
                      <a:pt x="73" y="10"/>
                    </a:lnTo>
                    <a:lnTo>
                      <a:pt x="73" y="10"/>
                    </a:lnTo>
                    <a:lnTo>
                      <a:pt x="73" y="10"/>
                    </a:lnTo>
                    <a:lnTo>
                      <a:pt x="75" y="10"/>
                    </a:lnTo>
                    <a:lnTo>
                      <a:pt x="75" y="10"/>
                    </a:lnTo>
                    <a:lnTo>
                      <a:pt x="75" y="10"/>
                    </a:lnTo>
                    <a:lnTo>
                      <a:pt x="75" y="12"/>
                    </a:lnTo>
                    <a:lnTo>
                      <a:pt x="78" y="12"/>
                    </a:lnTo>
                    <a:lnTo>
                      <a:pt x="78" y="12"/>
                    </a:lnTo>
                    <a:lnTo>
                      <a:pt x="78" y="12"/>
                    </a:lnTo>
                    <a:lnTo>
                      <a:pt x="80" y="12"/>
                    </a:lnTo>
                    <a:lnTo>
                      <a:pt x="80" y="12"/>
                    </a:lnTo>
                    <a:lnTo>
                      <a:pt x="80" y="12"/>
                    </a:lnTo>
                    <a:lnTo>
                      <a:pt x="80" y="12"/>
                    </a:lnTo>
                    <a:lnTo>
                      <a:pt x="83" y="12"/>
                    </a:lnTo>
                    <a:lnTo>
                      <a:pt x="83" y="12"/>
                    </a:lnTo>
                    <a:lnTo>
                      <a:pt x="83" y="12"/>
                    </a:lnTo>
                    <a:lnTo>
                      <a:pt x="85" y="12"/>
                    </a:lnTo>
                    <a:lnTo>
                      <a:pt x="85" y="15"/>
                    </a:lnTo>
                    <a:lnTo>
                      <a:pt x="85" y="15"/>
                    </a:lnTo>
                    <a:lnTo>
                      <a:pt x="85" y="12"/>
                    </a:lnTo>
                    <a:lnTo>
                      <a:pt x="85" y="12"/>
                    </a:lnTo>
                    <a:lnTo>
                      <a:pt x="85" y="12"/>
                    </a:lnTo>
                    <a:lnTo>
                      <a:pt x="85" y="12"/>
                    </a:lnTo>
                    <a:lnTo>
                      <a:pt x="85" y="12"/>
                    </a:lnTo>
                    <a:lnTo>
                      <a:pt x="85" y="10"/>
                    </a:lnTo>
                    <a:lnTo>
                      <a:pt x="85" y="10"/>
                    </a:lnTo>
                    <a:lnTo>
                      <a:pt x="85" y="7"/>
                    </a:lnTo>
                    <a:lnTo>
                      <a:pt x="85" y="7"/>
                    </a:lnTo>
                    <a:lnTo>
                      <a:pt x="85" y="5"/>
                    </a:lnTo>
                    <a:lnTo>
                      <a:pt x="87" y="5"/>
                    </a:lnTo>
                    <a:lnTo>
                      <a:pt x="87" y="5"/>
                    </a:lnTo>
                    <a:lnTo>
                      <a:pt x="85" y="5"/>
                    </a:lnTo>
                    <a:lnTo>
                      <a:pt x="85" y="3"/>
                    </a:lnTo>
                    <a:lnTo>
                      <a:pt x="85" y="3"/>
                    </a:lnTo>
                    <a:lnTo>
                      <a:pt x="87" y="3"/>
                    </a:lnTo>
                    <a:lnTo>
                      <a:pt x="87" y="3"/>
                    </a:lnTo>
                    <a:lnTo>
                      <a:pt x="87" y="3"/>
                    </a:lnTo>
                    <a:lnTo>
                      <a:pt x="90" y="3"/>
                    </a:lnTo>
                    <a:lnTo>
                      <a:pt x="90" y="3"/>
                    </a:lnTo>
                    <a:lnTo>
                      <a:pt x="90" y="3"/>
                    </a:lnTo>
                    <a:lnTo>
                      <a:pt x="90" y="3"/>
                    </a:lnTo>
                    <a:lnTo>
                      <a:pt x="92" y="3"/>
                    </a:lnTo>
                    <a:lnTo>
                      <a:pt x="92" y="3"/>
                    </a:lnTo>
                    <a:lnTo>
                      <a:pt x="94" y="3"/>
                    </a:lnTo>
                    <a:lnTo>
                      <a:pt x="94" y="3"/>
                    </a:lnTo>
                    <a:lnTo>
                      <a:pt x="94" y="3"/>
                    </a:lnTo>
                    <a:lnTo>
                      <a:pt x="97" y="3"/>
                    </a:lnTo>
                    <a:lnTo>
                      <a:pt x="97" y="3"/>
                    </a:lnTo>
                    <a:lnTo>
                      <a:pt x="97" y="3"/>
                    </a:lnTo>
                    <a:lnTo>
                      <a:pt x="97" y="3"/>
                    </a:lnTo>
                    <a:lnTo>
                      <a:pt x="94" y="3"/>
                    </a:lnTo>
                    <a:lnTo>
                      <a:pt x="94" y="3"/>
                    </a:lnTo>
                    <a:lnTo>
                      <a:pt x="94" y="3"/>
                    </a:lnTo>
                    <a:lnTo>
                      <a:pt x="94" y="0"/>
                    </a:lnTo>
                    <a:lnTo>
                      <a:pt x="94" y="0"/>
                    </a:lnTo>
                    <a:lnTo>
                      <a:pt x="97" y="0"/>
                    </a:lnTo>
                    <a:lnTo>
                      <a:pt x="9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57"/>
              <p:cNvSpPr>
                <a:spLocks/>
              </p:cNvSpPr>
              <p:nvPr/>
            </p:nvSpPr>
            <p:spPr bwMode="auto">
              <a:xfrm>
                <a:off x="3870" y="1374"/>
                <a:ext cx="69" cy="216"/>
              </a:xfrm>
              <a:custGeom>
                <a:avLst/>
                <a:gdLst/>
                <a:ahLst/>
                <a:cxnLst>
                  <a:cxn ang="0">
                    <a:pos x="31" y="5"/>
                  </a:cxn>
                  <a:cxn ang="0">
                    <a:pos x="31" y="16"/>
                  </a:cxn>
                  <a:cxn ang="0">
                    <a:pos x="36" y="24"/>
                  </a:cxn>
                  <a:cxn ang="0">
                    <a:pos x="38" y="35"/>
                  </a:cxn>
                  <a:cxn ang="0">
                    <a:pos x="38" y="47"/>
                  </a:cxn>
                  <a:cxn ang="0">
                    <a:pos x="36" y="57"/>
                  </a:cxn>
                  <a:cxn ang="0">
                    <a:pos x="38" y="66"/>
                  </a:cxn>
                  <a:cxn ang="0">
                    <a:pos x="40" y="76"/>
                  </a:cxn>
                  <a:cxn ang="0">
                    <a:pos x="45" y="85"/>
                  </a:cxn>
                  <a:cxn ang="0">
                    <a:pos x="47" y="97"/>
                  </a:cxn>
                  <a:cxn ang="0">
                    <a:pos x="50" y="107"/>
                  </a:cxn>
                  <a:cxn ang="0">
                    <a:pos x="55" y="114"/>
                  </a:cxn>
                  <a:cxn ang="0">
                    <a:pos x="57" y="123"/>
                  </a:cxn>
                  <a:cxn ang="0">
                    <a:pos x="62" y="133"/>
                  </a:cxn>
                  <a:cxn ang="0">
                    <a:pos x="69" y="140"/>
                  </a:cxn>
                  <a:cxn ang="0">
                    <a:pos x="66" y="144"/>
                  </a:cxn>
                  <a:cxn ang="0">
                    <a:pos x="62" y="137"/>
                  </a:cxn>
                  <a:cxn ang="0">
                    <a:pos x="55" y="130"/>
                  </a:cxn>
                  <a:cxn ang="0">
                    <a:pos x="45" y="130"/>
                  </a:cxn>
                  <a:cxn ang="0">
                    <a:pos x="36" y="130"/>
                  </a:cxn>
                  <a:cxn ang="0">
                    <a:pos x="31" y="140"/>
                  </a:cxn>
                  <a:cxn ang="0">
                    <a:pos x="26" y="147"/>
                  </a:cxn>
                  <a:cxn ang="0">
                    <a:pos x="24" y="156"/>
                  </a:cxn>
                  <a:cxn ang="0">
                    <a:pos x="21" y="166"/>
                  </a:cxn>
                  <a:cxn ang="0">
                    <a:pos x="26" y="175"/>
                  </a:cxn>
                  <a:cxn ang="0">
                    <a:pos x="33" y="180"/>
                  </a:cxn>
                  <a:cxn ang="0">
                    <a:pos x="36" y="189"/>
                  </a:cxn>
                  <a:cxn ang="0">
                    <a:pos x="43" y="194"/>
                  </a:cxn>
                  <a:cxn ang="0">
                    <a:pos x="43" y="204"/>
                  </a:cxn>
                  <a:cxn ang="0">
                    <a:pos x="40" y="213"/>
                  </a:cxn>
                  <a:cxn ang="0">
                    <a:pos x="38" y="201"/>
                  </a:cxn>
                  <a:cxn ang="0">
                    <a:pos x="28" y="199"/>
                  </a:cxn>
                  <a:cxn ang="0">
                    <a:pos x="21" y="197"/>
                  </a:cxn>
                  <a:cxn ang="0">
                    <a:pos x="17" y="204"/>
                  </a:cxn>
                  <a:cxn ang="0">
                    <a:pos x="12" y="213"/>
                  </a:cxn>
                  <a:cxn ang="0">
                    <a:pos x="7" y="208"/>
                  </a:cxn>
                  <a:cxn ang="0">
                    <a:pos x="5" y="199"/>
                  </a:cxn>
                  <a:cxn ang="0">
                    <a:pos x="10" y="189"/>
                  </a:cxn>
                  <a:cxn ang="0">
                    <a:pos x="10" y="180"/>
                  </a:cxn>
                  <a:cxn ang="0">
                    <a:pos x="10" y="168"/>
                  </a:cxn>
                  <a:cxn ang="0">
                    <a:pos x="14" y="159"/>
                  </a:cxn>
                  <a:cxn ang="0">
                    <a:pos x="10" y="149"/>
                  </a:cxn>
                  <a:cxn ang="0">
                    <a:pos x="7" y="140"/>
                  </a:cxn>
                  <a:cxn ang="0">
                    <a:pos x="10" y="130"/>
                  </a:cxn>
                  <a:cxn ang="0">
                    <a:pos x="12" y="118"/>
                  </a:cxn>
                  <a:cxn ang="0">
                    <a:pos x="12" y="107"/>
                  </a:cxn>
                  <a:cxn ang="0">
                    <a:pos x="10" y="97"/>
                  </a:cxn>
                  <a:cxn ang="0">
                    <a:pos x="12" y="88"/>
                  </a:cxn>
                  <a:cxn ang="0">
                    <a:pos x="12" y="78"/>
                  </a:cxn>
                  <a:cxn ang="0">
                    <a:pos x="7" y="71"/>
                  </a:cxn>
                  <a:cxn ang="0">
                    <a:pos x="5" y="66"/>
                  </a:cxn>
                  <a:cxn ang="0">
                    <a:pos x="2" y="57"/>
                  </a:cxn>
                  <a:cxn ang="0">
                    <a:pos x="2" y="50"/>
                  </a:cxn>
                  <a:cxn ang="0">
                    <a:pos x="7" y="38"/>
                  </a:cxn>
                  <a:cxn ang="0">
                    <a:pos x="5" y="28"/>
                  </a:cxn>
                  <a:cxn ang="0">
                    <a:pos x="7" y="24"/>
                  </a:cxn>
                  <a:cxn ang="0">
                    <a:pos x="17" y="21"/>
                  </a:cxn>
                  <a:cxn ang="0">
                    <a:pos x="24" y="14"/>
                  </a:cxn>
                  <a:cxn ang="0">
                    <a:pos x="19" y="7"/>
                  </a:cxn>
                  <a:cxn ang="0">
                    <a:pos x="17" y="2"/>
                  </a:cxn>
                  <a:cxn ang="0">
                    <a:pos x="26" y="0"/>
                  </a:cxn>
                </a:cxnLst>
                <a:rect l="0" t="0" r="r" b="b"/>
                <a:pathLst>
                  <a:path w="69" h="216">
                    <a:moveTo>
                      <a:pt x="26" y="0"/>
                    </a:moveTo>
                    <a:lnTo>
                      <a:pt x="26" y="0"/>
                    </a:lnTo>
                    <a:lnTo>
                      <a:pt x="26" y="0"/>
                    </a:lnTo>
                    <a:lnTo>
                      <a:pt x="26" y="0"/>
                    </a:lnTo>
                    <a:lnTo>
                      <a:pt x="26" y="2"/>
                    </a:lnTo>
                    <a:lnTo>
                      <a:pt x="28" y="2"/>
                    </a:lnTo>
                    <a:lnTo>
                      <a:pt x="28" y="2"/>
                    </a:lnTo>
                    <a:lnTo>
                      <a:pt x="28" y="2"/>
                    </a:lnTo>
                    <a:lnTo>
                      <a:pt x="28" y="2"/>
                    </a:lnTo>
                    <a:lnTo>
                      <a:pt x="28" y="5"/>
                    </a:lnTo>
                    <a:lnTo>
                      <a:pt x="31" y="5"/>
                    </a:lnTo>
                    <a:lnTo>
                      <a:pt x="31" y="5"/>
                    </a:lnTo>
                    <a:lnTo>
                      <a:pt x="31" y="5"/>
                    </a:lnTo>
                    <a:lnTo>
                      <a:pt x="31" y="7"/>
                    </a:lnTo>
                    <a:lnTo>
                      <a:pt x="31" y="7"/>
                    </a:lnTo>
                    <a:lnTo>
                      <a:pt x="31" y="9"/>
                    </a:lnTo>
                    <a:lnTo>
                      <a:pt x="31" y="9"/>
                    </a:lnTo>
                    <a:lnTo>
                      <a:pt x="31" y="9"/>
                    </a:lnTo>
                    <a:lnTo>
                      <a:pt x="31" y="12"/>
                    </a:lnTo>
                    <a:lnTo>
                      <a:pt x="28" y="12"/>
                    </a:lnTo>
                    <a:lnTo>
                      <a:pt x="28" y="12"/>
                    </a:lnTo>
                    <a:lnTo>
                      <a:pt x="28" y="12"/>
                    </a:lnTo>
                    <a:lnTo>
                      <a:pt x="28" y="14"/>
                    </a:lnTo>
                    <a:lnTo>
                      <a:pt x="28" y="14"/>
                    </a:lnTo>
                    <a:lnTo>
                      <a:pt x="31" y="14"/>
                    </a:lnTo>
                    <a:lnTo>
                      <a:pt x="31" y="16"/>
                    </a:lnTo>
                    <a:lnTo>
                      <a:pt x="31" y="16"/>
                    </a:lnTo>
                    <a:lnTo>
                      <a:pt x="31" y="16"/>
                    </a:lnTo>
                    <a:lnTo>
                      <a:pt x="31" y="19"/>
                    </a:lnTo>
                    <a:lnTo>
                      <a:pt x="33" y="19"/>
                    </a:lnTo>
                    <a:lnTo>
                      <a:pt x="33" y="19"/>
                    </a:lnTo>
                    <a:lnTo>
                      <a:pt x="33" y="21"/>
                    </a:lnTo>
                    <a:lnTo>
                      <a:pt x="33" y="21"/>
                    </a:lnTo>
                    <a:lnTo>
                      <a:pt x="33" y="21"/>
                    </a:lnTo>
                    <a:lnTo>
                      <a:pt x="33" y="21"/>
                    </a:lnTo>
                    <a:lnTo>
                      <a:pt x="33" y="21"/>
                    </a:lnTo>
                    <a:lnTo>
                      <a:pt x="33" y="24"/>
                    </a:lnTo>
                    <a:lnTo>
                      <a:pt x="36" y="24"/>
                    </a:lnTo>
                    <a:lnTo>
                      <a:pt x="36" y="24"/>
                    </a:lnTo>
                    <a:lnTo>
                      <a:pt x="36" y="26"/>
                    </a:lnTo>
                    <a:lnTo>
                      <a:pt x="36" y="26"/>
                    </a:lnTo>
                    <a:lnTo>
                      <a:pt x="36" y="26"/>
                    </a:lnTo>
                    <a:lnTo>
                      <a:pt x="36" y="28"/>
                    </a:lnTo>
                    <a:lnTo>
                      <a:pt x="36" y="28"/>
                    </a:lnTo>
                    <a:lnTo>
                      <a:pt x="36" y="28"/>
                    </a:lnTo>
                    <a:lnTo>
                      <a:pt x="36" y="31"/>
                    </a:lnTo>
                    <a:lnTo>
                      <a:pt x="38" y="31"/>
                    </a:lnTo>
                    <a:lnTo>
                      <a:pt x="38" y="31"/>
                    </a:lnTo>
                    <a:lnTo>
                      <a:pt x="38" y="31"/>
                    </a:lnTo>
                    <a:lnTo>
                      <a:pt x="38" y="33"/>
                    </a:lnTo>
                    <a:lnTo>
                      <a:pt x="38" y="33"/>
                    </a:lnTo>
                    <a:lnTo>
                      <a:pt x="38" y="35"/>
                    </a:lnTo>
                    <a:lnTo>
                      <a:pt x="38" y="35"/>
                    </a:lnTo>
                    <a:lnTo>
                      <a:pt x="38" y="35"/>
                    </a:lnTo>
                    <a:lnTo>
                      <a:pt x="38" y="38"/>
                    </a:lnTo>
                    <a:lnTo>
                      <a:pt x="38" y="38"/>
                    </a:lnTo>
                    <a:lnTo>
                      <a:pt x="38" y="40"/>
                    </a:lnTo>
                    <a:lnTo>
                      <a:pt x="38" y="40"/>
                    </a:lnTo>
                    <a:lnTo>
                      <a:pt x="38" y="40"/>
                    </a:lnTo>
                    <a:lnTo>
                      <a:pt x="38" y="43"/>
                    </a:lnTo>
                    <a:lnTo>
                      <a:pt x="38" y="43"/>
                    </a:lnTo>
                    <a:lnTo>
                      <a:pt x="38" y="45"/>
                    </a:lnTo>
                    <a:lnTo>
                      <a:pt x="38" y="45"/>
                    </a:lnTo>
                    <a:lnTo>
                      <a:pt x="38" y="47"/>
                    </a:lnTo>
                    <a:lnTo>
                      <a:pt x="38" y="47"/>
                    </a:lnTo>
                    <a:lnTo>
                      <a:pt x="38" y="50"/>
                    </a:lnTo>
                    <a:lnTo>
                      <a:pt x="38" y="50"/>
                    </a:lnTo>
                    <a:lnTo>
                      <a:pt x="38" y="50"/>
                    </a:lnTo>
                    <a:lnTo>
                      <a:pt x="38" y="50"/>
                    </a:lnTo>
                    <a:lnTo>
                      <a:pt x="36" y="50"/>
                    </a:lnTo>
                    <a:lnTo>
                      <a:pt x="36" y="52"/>
                    </a:lnTo>
                    <a:lnTo>
                      <a:pt x="36" y="52"/>
                    </a:lnTo>
                    <a:lnTo>
                      <a:pt x="36" y="52"/>
                    </a:lnTo>
                    <a:lnTo>
                      <a:pt x="36" y="52"/>
                    </a:lnTo>
                    <a:lnTo>
                      <a:pt x="36" y="54"/>
                    </a:lnTo>
                    <a:lnTo>
                      <a:pt x="36" y="54"/>
                    </a:lnTo>
                    <a:lnTo>
                      <a:pt x="36" y="57"/>
                    </a:lnTo>
                    <a:lnTo>
                      <a:pt x="36" y="57"/>
                    </a:lnTo>
                    <a:lnTo>
                      <a:pt x="36" y="59"/>
                    </a:lnTo>
                    <a:lnTo>
                      <a:pt x="36" y="59"/>
                    </a:lnTo>
                    <a:lnTo>
                      <a:pt x="36" y="59"/>
                    </a:lnTo>
                    <a:lnTo>
                      <a:pt x="36" y="59"/>
                    </a:lnTo>
                    <a:lnTo>
                      <a:pt x="36" y="62"/>
                    </a:lnTo>
                    <a:lnTo>
                      <a:pt x="36" y="62"/>
                    </a:lnTo>
                    <a:lnTo>
                      <a:pt x="36" y="62"/>
                    </a:lnTo>
                    <a:lnTo>
                      <a:pt x="36" y="62"/>
                    </a:lnTo>
                    <a:lnTo>
                      <a:pt x="36" y="62"/>
                    </a:lnTo>
                    <a:lnTo>
                      <a:pt x="36" y="64"/>
                    </a:lnTo>
                    <a:lnTo>
                      <a:pt x="36" y="64"/>
                    </a:lnTo>
                    <a:lnTo>
                      <a:pt x="38" y="64"/>
                    </a:lnTo>
                    <a:lnTo>
                      <a:pt x="38" y="66"/>
                    </a:lnTo>
                    <a:lnTo>
                      <a:pt x="38" y="66"/>
                    </a:lnTo>
                    <a:lnTo>
                      <a:pt x="38" y="66"/>
                    </a:lnTo>
                    <a:lnTo>
                      <a:pt x="38" y="69"/>
                    </a:lnTo>
                    <a:lnTo>
                      <a:pt x="40" y="69"/>
                    </a:lnTo>
                    <a:lnTo>
                      <a:pt x="40" y="69"/>
                    </a:lnTo>
                    <a:lnTo>
                      <a:pt x="40" y="71"/>
                    </a:lnTo>
                    <a:lnTo>
                      <a:pt x="40" y="71"/>
                    </a:lnTo>
                    <a:lnTo>
                      <a:pt x="40" y="71"/>
                    </a:lnTo>
                    <a:lnTo>
                      <a:pt x="40" y="71"/>
                    </a:lnTo>
                    <a:lnTo>
                      <a:pt x="40" y="71"/>
                    </a:lnTo>
                    <a:lnTo>
                      <a:pt x="40" y="73"/>
                    </a:lnTo>
                    <a:lnTo>
                      <a:pt x="40" y="73"/>
                    </a:lnTo>
                    <a:lnTo>
                      <a:pt x="40" y="76"/>
                    </a:lnTo>
                    <a:lnTo>
                      <a:pt x="43" y="76"/>
                    </a:lnTo>
                    <a:lnTo>
                      <a:pt x="43" y="76"/>
                    </a:lnTo>
                    <a:lnTo>
                      <a:pt x="43" y="78"/>
                    </a:lnTo>
                    <a:lnTo>
                      <a:pt x="43" y="78"/>
                    </a:lnTo>
                    <a:lnTo>
                      <a:pt x="43" y="78"/>
                    </a:lnTo>
                    <a:lnTo>
                      <a:pt x="43" y="80"/>
                    </a:lnTo>
                    <a:lnTo>
                      <a:pt x="43" y="80"/>
                    </a:lnTo>
                    <a:lnTo>
                      <a:pt x="43" y="80"/>
                    </a:lnTo>
                    <a:lnTo>
                      <a:pt x="43" y="80"/>
                    </a:lnTo>
                    <a:lnTo>
                      <a:pt x="43" y="83"/>
                    </a:lnTo>
                    <a:lnTo>
                      <a:pt x="43" y="83"/>
                    </a:lnTo>
                    <a:lnTo>
                      <a:pt x="45" y="83"/>
                    </a:lnTo>
                    <a:lnTo>
                      <a:pt x="45" y="85"/>
                    </a:lnTo>
                    <a:lnTo>
                      <a:pt x="45" y="85"/>
                    </a:lnTo>
                    <a:lnTo>
                      <a:pt x="45" y="88"/>
                    </a:lnTo>
                    <a:lnTo>
                      <a:pt x="45" y="88"/>
                    </a:lnTo>
                    <a:lnTo>
                      <a:pt x="45" y="88"/>
                    </a:lnTo>
                    <a:lnTo>
                      <a:pt x="45" y="90"/>
                    </a:lnTo>
                    <a:lnTo>
                      <a:pt x="45" y="90"/>
                    </a:lnTo>
                    <a:lnTo>
                      <a:pt x="45" y="90"/>
                    </a:lnTo>
                    <a:lnTo>
                      <a:pt x="45" y="92"/>
                    </a:lnTo>
                    <a:lnTo>
                      <a:pt x="47" y="92"/>
                    </a:lnTo>
                    <a:lnTo>
                      <a:pt x="47" y="92"/>
                    </a:lnTo>
                    <a:lnTo>
                      <a:pt x="47" y="95"/>
                    </a:lnTo>
                    <a:lnTo>
                      <a:pt x="47" y="95"/>
                    </a:lnTo>
                    <a:lnTo>
                      <a:pt x="47" y="97"/>
                    </a:lnTo>
                    <a:lnTo>
                      <a:pt x="47" y="97"/>
                    </a:lnTo>
                    <a:lnTo>
                      <a:pt x="47" y="97"/>
                    </a:lnTo>
                    <a:lnTo>
                      <a:pt x="47" y="99"/>
                    </a:lnTo>
                    <a:lnTo>
                      <a:pt x="47" y="99"/>
                    </a:lnTo>
                    <a:lnTo>
                      <a:pt x="47" y="99"/>
                    </a:lnTo>
                    <a:lnTo>
                      <a:pt x="47" y="99"/>
                    </a:lnTo>
                    <a:lnTo>
                      <a:pt x="47" y="102"/>
                    </a:lnTo>
                    <a:lnTo>
                      <a:pt x="47" y="102"/>
                    </a:lnTo>
                    <a:lnTo>
                      <a:pt x="50" y="102"/>
                    </a:lnTo>
                    <a:lnTo>
                      <a:pt x="50" y="104"/>
                    </a:lnTo>
                    <a:lnTo>
                      <a:pt x="50" y="104"/>
                    </a:lnTo>
                    <a:lnTo>
                      <a:pt x="50" y="104"/>
                    </a:lnTo>
                    <a:lnTo>
                      <a:pt x="50" y="107"/>
                    </a:lnTo>
                    <a:lnTo>
                      <a:pt x="50" y="107"/>
                    </a:lnTo>
                    <a:lnTo>
                      <a:pt x="50" y="107"/>
                    </a:lnTo>
                    <a:lnTo>
                      <a:pt x="50" y="109"/>
                    </a:lnTo>
                    <a:lnTo>
                      <a:pt x="52" y="109"/>
                    </a:lnTo>
                    <a:lnTo>
                      <a:pt x="52" y="109"/>
                    </a:lnTo>
                    <a:lnTo>
                      <a:pt x="52" y="109"/>
                    </a:lnTo>
                    <a:lnTo>
                      <a:pt x="52" y="109"/>
                    </a:lnTo>
                    <a:lnTo>
                      <a:pt x="52" y="111"/>
                    </a:lnTo>
                    <a:lnTo>
                      <a:pt x="55" y="111"/>
                    </a:lnTo>
                    <a:lnTo>
                      <a:pt x="55" y="111"/>
                    </a:lnTo>
                    <a:lnTo>
                      <a:pt x="55" y="114"/>
                    </a:lnTo>
                    <a:lnTo>
                      <a:pt x="55" y="114"/>
                    </a:lnTo>
                    <a:lnTo>
                      <a:pt x="55" y="114"/>
                    </a:lnTo>
                    <a:lnTo>
                      <a:pt x="55" y="116"/>
                    </a:lnTo>
                    <a:lnTo>
                      <a:pt x="55" y="116"/>
                    </a:lnTo>
                    <a:lnTo>
                      <a:pt x="55" y="116"/>
                    </a:lnTo>
                    <a:lnTo>
                      <a:pt x="55" y="118"/>
                    </a:lnTo>
                    <a:lnTo>
                      <a:pt x="55" y="118"/>
                    </a:lnTo>
                    <a:lnTo>
                      <a:pt x="57" y="118"/>
                    </a:lnTo>
                    <a:lnTo>
                      <a:pt x="57" y="118"/>
                    </a:lnTo>
                    <a:lnTo>
                      <a:pt x="57" y="121"/>
                    </a:lnTo>
                    <a:lnTo>
                      <a:pt x="57" y="121"/>
                    </a:lnTo>
                    <a:lnTo>
                      <a:pt x="57" y="121"/>
                    </a:lnTo>
                    <a:lnTo>
                      <a:pt x="57" y="123"/>
                    </a:lnTo>
                    <a:lnTo>
                      <a:pt x="57" y="123"/>
                    </a:lnTo>
                    <a:lnTo>
                      <a:pt x="57" y="123"/>
                    </a:lnTo>
                    <a:lnTo>
                      <a:pt x="57" y="126"/>
                    </a:lnTo>
                    <a:lnTo>
                      <a:pt x="57" y="126"/>
                    </a:lnTo>
                    <a:lnTo>
                      <a:pt x="57" y="128"/>
                    </a:lnTo>
                    <a:lnTo>
                      <a:pt x="59" y="128"/>
                    </a:lnTo>
                    <a:lnTo>
                      <a:pt x="59" y="128"/>
                    </a:lnTo>
                    <a:lnTo>
                      <a:pt x="59" y="130"/>
                    </a:lnTo>
                    <a:lnTo>
                      <a:pt x="59" y="130"/>
                    </a:lnTo>
                    <a:lnTo>
                      <a:pt x="59" y="130"/>
                    </a:lnTo>
                    <a:lnTo>
                      <a:pt x="59" y="130"/>
                    </a:lnTo>
                    <a:lnTo>
                      <a:pt x="62" y="130"/>
                    </a:lnTo>
                    <a:lnTo>
                      <a:pt x="62" y="133"/>
                    </a:lnTo>
                    <a:lnTo>
                      <a:pt x="62" y="133"/>
                    </a:lnTo>
                    <a:lnTo>
                      <a:pt x="62" y="133"/>
                    </a:lnTo>
                    <a:lnTo>
                      <a:pt x="62" y="135"/>
                    </a:lnTo>
                    <a:lnTo>
                      <a:pt x="62" y="135"/>
                    </a:lnTo>
                    <a:lnTo>
                      <a:pt x="62" y="135"/>
                    </a:lnTo>
                    <a:lnTo>
                      <a:pt x="62" y="137"/>
                    </a:lnTo>
                    <a:lnTo>
                      <a:pt x="64" y="137"/>
                    </a:lnTo>
                    <a:lnTo>
                      <a:pt x="64" y="137"/>
                    </a:lnTo>
                    <a:lnTo>
                      <a:pt x="64" y="137"/>
                    </a:lnTo>
                    <a:lnTo>
                      <a:pt x="64" y="137"/>
                    </a:lnTo>
                    <a:lnTo>
                      <a:pt x="66" y="137"/>
                    </a:lnTo>
                    <a:lnTo>
                      <a:pt x="66" y="140"/>
                    </a:lnTo>
                    <a:lnTo>
                      <a:pt x="66" y="140"/>
                    </a:lnTo>
                    <a:lnTo>
                      <a:pt x="69" y="140"/>
                    </a:lnTo>
                    <a:lnTo>
                      <a:pt x="69" y="140"/>
                    </a:lnTo>
                    <a:lnTo>
                      <a:pt x="69" y="140"/>
                    </a:lnTo>
                    <a:lnTo>
                      <a:pt x="69" y="142"/>
                    </a:lnTo>
                    <a:lnTo>
                      <a:pt x="69" y="142"/>
                    </a:lnTo>
                    <a:lnTo>
                      <a:pt x="69" y="144"/>
                    </a:lnTo>
                    <a:lnTo>
                      <a:pt x="69" y="144"/>
                    </a:lnTo>
                    <a:lnTo>
                      <a:pt x="69" y="144"/>
                    </a:lnTo>
                    <a:lnTo>
                      <a:pt x="69" y="144"/>
                    </a:lnTo>
                    <a:lnTo>
                      <a:pt x="69" y="147"/>
                    </a:lnTo>
                    <a:lnTo>
                      <a:pt x="69" y="147"/>
                    </a:lnTo>
                    <a:lnTo>
                      <a:pt x="69" y="147"/>
                    </a:lnTo>
                    <a:lnTo>
                      <a:pt x="66" y="147"/>
                    </a:lnTo>
                    <a:lnTo>
                      <a:pt x="66" y="144"/>
                    </a:lnTo>
                    <a:lnTo>
                      <a:pt x="66" y="144"/>
                    </a:lnTo>
                    <a:lnTo>
                      <a:pt x="66" y="144"/>
                    </a:lnTo>
                    <a:lnTo>
                      <a:pt x="66" y="142"/>
                    </a:lnTo>
                    <a:lnTo>
                      <a:pt x="66" y="142"/>
                    </a:lnTo>
                    <a:lnTo>
                      <a:pt x="64" y="142"/>
                    </a:lnTo>
                    <a:lnTo>
                      <a:pt x="64" y="140"/>
                    </a:lnTo>
                    <a:lnTo>
                      <a:pt x="64" y="140"/>
                    </a:lnTo>
                    <a:lnTo>
                      <a:pt x="64" y="140"/>
                    </a:lnTo>
                    <a:lnTo>
                      <a:pt x="64" y="140"/>
                    </a:lnTo>
                    <a:lnTo>
                      <a:pt x="64" y="140"/>
                    </a:lnTo>
                    <a:lnTo>
                      <a:pt x="62" y="140"/>
                    </a:lnTo>
                    <a:lnTo>
                      <a:pt x="62" y="137"/>
                    </a:lnTo>
                    <a:lnTo>
                      <a:pt x="62" y="137"/>
                    </a:lnTo>
                    <a:lnTo>
                      <a:pt x="62" y="137"/>
                    </a:lnTo>
                    <a:lnTo>
                      <a:pt x="62" y="137"/>
                    </a:lnTo>
                    <a:lnTo>
                      <a:pt x="59" y="137"/>
                    </a:lnTo>
                    <a:lnTo>
                      <a:pt x="59" y="135"/>
                    </a:lnTo>
                    <a:lnTo>
                      <a:pt x="59" y="135"/>
                    </a:lnTo>
                    <a:lnTo>
                      <a:pt x="57" y="135"/>
                    </a:lnTo>
                    <a:lnTo>
                      <a:pt x="57" y="135"/>
                    </a:lnTo>
                    <a:lnTo>
                      <a:pt x="57" y="135"/>
                    </a:lnTo>
                    <a:lnTo>
                      <a:pt x="57" y="133"/>
                    </a:lnTo>
                    <a:lnTo>
                      <a:pt x="57" y="133"/>
                    </a:lnTo>
                    <a:lnTo>
                      <a:pt x="57" y="133"/>
                    </a:lnTo>
                    <a:lnTo>
                      <a:pt x="55" y="133"/>
                    </a:lnTo>
                    <a:lnTo>
                      <a:pt x="55" y="130"/>
                    </a:lnTo>
                    <a:lnTo>
                      <a:pt x="55" y="130"/>
                    </a:lnTo>
                    <a:lnTo>
                      <a:pt x="55" y="130"/>
                    </a:lnTo>
                    <a:lnTo>
                      <a:pt x="55" y="130"/>
                    </a:lnTo>
                    <a:lnTo>
                      <a:pt x="52" y="130"/>
                    </a:lnTo>
                    <a:lnTo>
                      <a:pt x="52" y="130"/>
                    </a:lnTo>
                    <a:lnTo>
                      <a:pt x="50" y="130"/>
                    </a:lnTo>
                    <a:lnTo>
                      <a:pt x="50" y="130"/>
                    </a:lnTo>
                    <a:lnTo>
                      <a:pt x="50" y="130"/>
                    </a:lnTo>
                    <a:lnTo>
                      <a:pt x="50" y="130"/>
                    </a:lnTo>
                    <a:lnTo>
                      <a:pt x="47" y="130"/>
                    </a:lnTo>
                    <a:lnTo>
                      <a:pt x="47" y="130"/>
                    </a:lnTo>
                    <a:lnTo>
                      <a:pt x="47" y="130"/>
                    </a:lnTo>
                    <a:lnTo>
                      <a:pt x="45" y="130"/>
                    </a:lnTo>
                    <a:lnTo>
                      <a:pt x="45" y="130"/>
                    </a:lnTo>
                    <a:lnTo>
                      <a:pt x="43" y="130"/>
                    </a:lnTo>
                    <a:lnTo>
                      <a:pt x="43" y="130"/>
                    </a:lnTo>
                    <a:lnTo>
                      <a:pt x="43" y="130"/>
                    </a:lnTo>
                    <a:lnTo>
                      <a:pt x="40" y="130"/>
                    </a:lnTo>
                    <a:lnTo>
                      <a:pt x="40" y="130"/>
                    </a:lnTo>
                    <a:lnTo>
                      <a:pt x="40" y="130"/>
                    </a:lnTo>
                    <a:lnTo>
                      <a:pt x="38" y="130"/>
                    </a:lnTo>
                    <a:lnTo>
                      <a:pt x="38" y="130"/>
                    </a:lnTo>
                    <a:lnTo>
                      <a:pt x="38" y="130"/>
                    </a:lnTo>
                    <a:lnTo>
                      <a:pt x="36" y="130"/>
                    </a:lnTo>
                    <a:lnTo>
                      <a:pt x="36" y="130"/>
                    </a:lnTo>
                    <a:lnTo>
                      <a:pt x="36" y="130"/>
                    </a:lnTo>
                    <a:lnTo>
                      <a:pt x="36" y="130"/>
                    </a:lnTo>
                    <a:lnTo>
                      <a:pt x="33" y="130"/>
                    </a:lnTo>
                    <a:lnTo>
                      <a:pt x="33" y="133"/>
                    </a:lnTo>
                    <a:lnTo>
                      <a:pt x="33" y="133"/>
                    </a:lnTo>
                    <a:lnTo>
                      <a:pt x="33" y="133"/>
                    </a:lnTo>
                    <a:lnTo>
                      <a:pt x="33" y="133"/>
                    </a:lnTo>
                    <a:lnTo>
                      <a:pt x="31" y="133"/>
                    </a:lnTo>
                    <a:lnTo>
                      <a:pt x="31" y="135"/>
                    </a:lnTo>
                    <a:lnTo>
                      <a:pt x="31" y="135"/>
                    </a:lnTo>
                    <a:lnTo>
                      <a:pt x="31" y="135"/>
                    </a:lnTo>
                    <a:lnTo>
                      <a:pt x="31" y="137"/>
                    </a:lnTo>
                    <a:lnTo>
                      <a:pt x="31" y="137"/>
                    </a:lnTo>
                    <a:lnTo>
                      <a:pt x="31" y="137"/>
                    </a:lnTo>
                    <a:lnTo>
                      <a:pt x="31" y="140"/>
                    </a:lnTo>
                    <a:lnTo>
                      <a:pt x="31" y="140"/>
                    </a:lnTo>
                    <a:lnTo>
                      <a:pt x="31" y="140"/>
                    </a:lnTo>
                    <a:lnTo>
                      <a:pt x="31" y="140"/>
                    </a:lnTo>
                    <a:lnTo>
                      <a:pt x="31" y="142"/>
                    </a:lnTo>
                    <a:lnTo>
                      <a:pt x="28" y="142"/>
                    </a:lnTo>
                    <a:lnTo>
                      <a:pt x="28" y="142"/>
                    </a:lnTo>
                    <a:lnTo>
                      <a:pt x="28" y="142"/>
                    </a:lnTo>
                    <a:lnTo>
                      <a:pt x="28" y="144"/>
                    </a:lnTo>
                    <a:lnTo>
                      <a:pt x="28" y="144"/>
                    </a:lnTo>
                    <a:lnTo>
                      <a:pt x="28" y="144"/>
                    </a:lnTo>
                    <a:lnTo>
                      <a:pt x="28" y="147"/>
                    </a:lnTo>
                    <a:lnTo>
                      <a:pt x="28" y="147"/>
                    </a:lnTo>
                    <a:lnTo>
                      <a:pt x="26" y="147"/>
                    </a:lnTo>
                    <a:lnTo>
                      <a:pt x="26" y="149"/>
                    </a:lnTo>
                    <a:lnTo>
                      <a:pt x="26" y="149"/>
                    </a:lnTo>
                    <a:lnTo>
                      <a:pt x="26" y="149"/>
                    </a:lnTo>
                    <a:lnTo>
                      <a:pt x="26" y="149"/>
                    </a:lnTo>
                    <a:lnTo>
                      <a:pt x="26" y="152"/>
                    </a:lnTo>
                    <a:lnTo>
                      <a:pt x="26" y="152"/>
                    </a:lnTo>
                    <a:lnTo>
                      <a:pt x="24" y="152"/>
                    </a:lnTo>
                    <a:lnTo>
                      <a:pt x="24" y="154"/>
                    </a:lnTo>
                    <a:lnTo>
                      <a:pt x="24" y="154"/>
                    </a:lnTo>
                    <a:lnTo>
                      <a:pt x="24" y="154"/>
                    </a:lnTo>
                    <a:lnTo>
                      <a:pt x="24" y="156"/>
                    </a:lnTo>
                    <a:lnTo>
                      <a:pt x="24" y="156"/>
                    </a:lnTo>
                    <a:lnTo>
                      <a:pt x="24" y="156"/>
                    </a:lnTo>
                    <a:lnTo>
                      <a:pt x="24" y="159"/>
                    </a:lnTo>
                    <a:lnTo>
                      <a:pt x="24" y="159"/>
                    </a:lnTo>
                    <a:lnTo>
                      <a:pt x="21" y="159"/>
                    </a:lnTo>
                    <a:lnTo>
                      <a:pt x="21" y="159"/>
                    </a:lnTo>
                    <a:lnTo>
                      <a:pt x="21" y="161"/>
                    </a:lnTo>
                    <a:lnTo>
                      <a:pt x="21" y="161"/>
                    </a:lnTo>
                    <a:lnTo>
                      <a:pt x="21" y="163"/>
                    </a:lnTo>
                    <a:lnTo>
                      <a:pt x="21" y="163"/>
                    </a:lnTo>
                    <a:lnTo>
                      <a:pt x="21" y="163"/>
                    </a:lnTo>
                    <a:lnTo>
                      <a:pt x="21" y="166"/>
                    </a:lnTo>
                    <a:lnTo>
                      <a:pt x="21" y="166"/>
                    </a:lnTo>
                    <a:lnTo>
                      <a:pt x="21" y="166"/>
                    </a:lnTo>
                    <a:lnTo>
                      <a:pt x="21" y="166"/>
                    </a:lnTo>
                    <a:lnTo>
                      <a:pt x="21" y="168"/>
                    </a:lnTo>
                    <a:lnTo>
                      <a:pt x="21" y="168"/>
                    </a:lnTo>
                    <a:lnTo>
                      <a:pt x="21" y="168"/>
                    </a:lnTo>
                    <a:lnTo>
                      <a:pt x="21" y="168"/>
                    </a:lnTo>
                    <a:lnTo>
                      <a:pt x="21" y="171"/>
                    </a:lnTo>
                    <a:lnTo>
                      <a:pt x="24" y="171"/>
                    </a:lnTo>
                    <a:lnTo>
                      <a:pt x="24" y="171"/>
                    </a:lnTo>
                    <a:lnTo>
                      <a:pt x="24" y="171"/>
                    </a:lnTo>
                    <a:lnTo>
                      <a:pt x="24" y="173"/>
                    </a:lnTo>
                    <a:lnTo>
                      <a:pt x="24" y="173"/>
                    </a:lnTo>
                    <a:lnTo>
                      <a:pt x="24" y="173"/>
                    </a:lnTo>
                    <a:lnTo>
                      <a:pt x="24" y="175"/>
                    </a:lnTo>
                    <a:lnTo>
                      <a:pt x="26" y="175"/>
                    </a:lnTo>
                    <a:lnTo>
                      <a:pt x="26" y="175"/>
                    </a:lnTo>
                    <a:lnTo>
                      <a:pt x="26" y="175"/>
                    </a:lnTo>
                    <a:lnTo>
                      <a:pt x="28" y="175"/>
                    </a:lnTo>
                    <a:lnTo>
                      <a:pt x="28" y="178"/>
                    </a:lnTo>
                    <a:lnTo>
                      <a:pt x="28" y="178"/>
                    </a:lnTo>
                    <a:lnTo>
                      <a:pt x="28" y="178"/>
                    </a:lnTo>
                    <a:lnTo>
                      <a:pt x="28" y="178"/>
                    </a:lnTo>
                    <a:lnTo>
                      <a:pt x="31" y="178"/>
                    </a:lnTo>
                    <a:lnTo>
                      <a:pt x="31" y="178"/>
                    </a:lnTo>
                    <a:lnTo>
                      <a:pt x="31" y="178"/>
                    </a:lnTo>
                    <a:lnTo>
                      <a:pt x="31" y="180"/>
                    </a:lnTo>
                    <a:lnTo>
                      <a:pt x="33" y="180"/>
                    </a:lnTo>
                    <a:lnTo>
                      <a:pt x="33" y="180"/>
                    </a:lnTo>
                    <a:lnTo>
                      <a:pt x="33" y="182"/>
                    </a:lnTo>
                    <a:lnTo>
                      <a:pt x="33" y="182"/>
                    </a:lnTo>
                    <a:lnTo>
                      <a:pt x="33" y="182"/>
                    </a:lnTo>
                    <a:lnTo>
                      <a:pt x="33" y="185"/>
                    </a:lnTo>
                    <a:lnTo>
                      <a:pt x="33" y="185"/>
                    </a:lnTo>
                    <a:lnTo>
                      <a:pt x="33" y="187"/>
                    </a:lnTo>
                    <a:lnTo>
                      <a:pt x="33" y="187"/>
                    </a:lnTo>
                    <a:lnTo>
                      <a:pt x="33" y="187"/>
                    </a:lnTo>
                    <a:lnTo>
                      <a:pt x="33" y="189"/>
                    </a:lnTo>
                    <a:lnTo>
                      <a:pt x="33" y="189"/>
                    </a:lnTo>
                    <a:lnTo>
                      <a:pt x="36" y="189"/>
                    </a:lnTo>
                    <a:lnTo>
                      <a:pt x="36" y="189"/>
                    </a:lnTo>
                    <a:lnTo>
                      <a:pt x="36" y="189"/>
                    </a:lnTo>
                    <a:lnTo>
                      <a:pt x="36" y="189"/>
                    </a:lnTo>
                    <a:lnTo>
                      <a:pt x="36" y="192"/>
                    </a:lnTo>
                    <a:lnTo>
                      <a:pt x="38" y="192"/>
                    </a:lnTo>
                    <a:lnTo>
                      <a:pt x="38" y="192"/>
                    </a:lnTo>
                    <a:lnTo>
                      <a:pt x="40" y="192"/>
                    </a:lnTo>
                    <a:lnTo>
                      <a:pt x="40" y="192"/>
                    </a:lnTo>
                    <a:lnTo>
                      <a:pt x="40" y="189"/>
                    </a:lnTo>
                    <a:lnTo>
                      <a:pt x="40" y="189"/>
                    </a:lnTo>
                    <a:lnTo>
                      <a:pt x="43" y="189"/>
                    </a:lnTo>
                    <a:lnTo>
                      <a:pt x="43" y="192"/>
                    </a:lnTo>
                    <a:lnTo>
                      <a:pt x="43" y="192"/>
                    </a:lnTo>
                    <a:lnTo>
                      <a:pt x="43" y="194"/>
                    </a:lnTo>
                    <a:lnTo>
                      <a:pt x="43" y="194"/>
                    </a:lnTo>
                    <a:lnTo>
                      <a:pt x="43" y="194"/>
                    </a:lnTo>
                    <a:lnTo>
                      <a:pt x="43" y="197"/>
                    </a:lnTo>
                    <a:lnTo>
                      <a:pt x="43" y="197"/>
                    </a:lnTo>
                    <a:lnTo>
                      <a:pt x="43" y="199"/>
                    </a:lnTo>
                    <a:lnTo>
                      <a:pt x="43" y="199"/>
                    </a:lnTo>
                    <a:lnTo>
                      <a:pt x="43" y="199"/>
                    </a:lnTo>
                    <a:lnTo>
                      <a:pt x="43" y="199"/>
                    </a:lnTo>
                    <a:lnTo>
                      <a:pt x="43" y="201"/>
                    </a:lnTo>
                    <a:lnTo>
                      <a:pt x="43" y="201"/>
                    </a:lnTo>
                    <a:lnTo>
                      <a:pt x="45" y="201"/>
                    </a:lnTo>
                    <a:lnTo>
                      <a:pt x="45" y="204"/>
                    </a:lnTo>
                    <a:lnTo>
                      <a:pt x="45" y="204"/>
                    </a:lnTo>
                    <a:lnTo>
                      <a:pt x="43" y="204"/>
                    </a:lnTo>
                    <a:lnTo>
                      <a:pt x="43" y="206"/>
                    </a:lnTo>
                    <a:lnTo>
                      <a:pt x="43" y="206"/>
                    </a:lnTo>
                    <a:lnTo>
                      <a:pt x="43" y="206"/>
                    </a:lnTo>
                    <a:lnTo>
                      <a:pt x="43" y="208"/>
                    </a:lnTo>
                    <a:lnTo>
                      <a:pt x="43" y="208"/>
                    </a:lnTo>
                    <a:lnTo>
                      <a:pt x="43" y="208"/>
                    </a:lnTo>
                    <a:lnTo>
                      <a:pt x="43" y="208"/>
                    </a:lnTo>
                    <a:lnTo>
                      <a:pt x="43" y="211"/>
                    </a:lnTo>
                    <a:lnTo>
                      <a:pt x="40" y="211"/>
                    </a:lnTo>
                    <a:lnTo>
                      <a:pt x="40" y="211"/>
                    </a:lnTo>
                    <a:lnTo>
                      <a:pt x="40" y="213"/>
                    </a:lnTo>
                    <a:lnTo>
                      <a:pt x="40" y="213"/>
                    </a:lnTo>
                    <a:lnTo>
                      <a:pt x="40" y="213"/>
                    </a:lnTo>
                    <a:lnTo>
                      <a:pt x="40" y="211"/>
                    </a:lnTo>
                    <a:lnTo>
                      <a:pt x="40" y="211"/>
                    </a:lnTo>
                    <a:lnTo>
                      <a:pt x="40" y="208"/>
                    </a:lnTo>
                    <a:lnTo>
                      <a:pt x="40" y="208"/>
                    </a:lnTo>
                    <a:lnTo>
                      <a:pt x="40" y="208"/>
                    </a:lnTo>
                    <a:lnTo>
                      <a:pt x="40" y="206"/>
                    </a:lnTo>
                    <a:lnTo>
                      <a:pt x="40" y="206"/>
                    </a:lnTo>
                    <a:lnTo>
                      <a:pt x="38" y="206"/>
                    </a:lnTo>
                    <a:lnTo>
                      <a:pt x="38" y="204"/>
                    </a:lnTo>
                    <a:lnTo>
                      <a:pt x="38" y="204"/>
                    </a:lnTo>
                    <a:lnTo>
                      <a:pt x="38" y="204"/>
                    </a:lnTo>
                    <a:lnTo>
                      <a:pt x="38" y="201"/>
                    </a:lnTo>
                    <a:lnTo>
                      <a:pt x="38" y="201"/>
                    </a:lnTo>
                    <a:lnTo>
                      <a:pt x="38" y="199"/>
                    </a:lnTo>
                    <a:lnTo>
                      <a:pt x="36" y="199"/>
                    </a:lnTo>
                    <a:lnTo>
                      <a:pt x="36" y="199"/>
                    </a:lnTo>
                    <a:lnTo>
                      <a:pt x="36" y="199"/>
                    </a:lnTo>
                    <a:lnTo>
                      <a:pt x="36" y="199"/>
                    </a:lnTo>
                    <a:lnTo>
                      <a:pt x="36" y="199"/>
                    </a:lnTo>
                    <a:lnTo>
                      <a:pt x="33" y="199"/>
                    </a:lnTo>
                    <a:lnTo>
                      <a:pt x="33" y="199"/>
                    </a:lnTo>
                    <a:lnTo>
                      <a:pt x="33" y="199"/>
                    </a:lnTo>
                    <a:lnTo>
                      <a:pt x="31" y="199"/>
                    </a:lnTo>
                    <a:lnTo>
                      <a:pt x="31" y="199"/>
                    </a:lnTo>
                    <a:lnTo>
                      <a:pt x="28" y="199"/>
                    </a:lnTo>
                    <a:lnTo>
                      <a:pt x="28" y="199"/>
                    </a:lnTo>
                    <a:lnTo>
                      <a:pt x="28" y="199"/>
                    </a:lnTo>
                    <a:lnTo>
                      <a:pt x="26" y="199"/>
                    </a:lnTo>
                    <a:lnTo>
                      <a:pt x="26" y="199"/>
                    </a:lnTo>
                    <a:lnTo>
                      <a:pt x="26" y="197"/>
                    </a:lnTo>
                    <a:lnTo>
                      <a:pt x="24" y="197"/>
                    </a:lnTo>
                    <a:lnTo>
                      <a:pt x="24" y="197"/>
                    </a:lnTo>
                    <a:lnTo>
                      <a:pt x="24" y="194"/>
                    </a:lnTo>
                    <a:lnTo>
                      <a:pt x="24" y="194"/>
                    </a:lnTo>
                    <a:lnTo>
                      <a:pt x="24" y="194"/>
                    </a:lnTo>
                    <a:lnTo>
                      <a:pt x="21" y="194"/>
                    </a:lnTo>
                    <a:lnTo>
                      <a:pt x="21" y="197"/>
                    </a:lnTo>
                    <a:lnTo>
                      <a:pt x="21" y="197"/>
                    </a:lnTo>
                    <a:lnTo>
                      <a:pt x="21" y="197"/>
                    </a:lnTo>
                    <a:lnTo>
                      <a:pt x="21" y="197"/>
                    </a:lnTo>
                    <a:lnTo>
                      <a:pt x="19" y="197"/>
                    </a:lnTo>
                    <a:lnTo>
                      <a:pt x="19" y="199"/>
                    </a:lnTo>
                    <a:lnTo>
                      <a:pt x="19" y="199"/>
                    </a:lnTo>
                    <a:lnTo>
                      <a:pt x="19" y="199"/>
                    </a:lnTo>
                    <a:lnTo>
                      <a:pt x="19" y="199"/>
                    </a:lnTo>
                    <a:lnTo>
                      <a:pt x="19" y="201"/>
                    </a:lnTo>
                    <a:lnTo>
                      <a:pt x="17" y="201"/>
                    </a:lnTo>
                    <a:lnTo>
                      <a:pt x="17" y="201"/>
                    </a:lnTo>
                    <a:lnTo>
                      <a:pt x="17" y="201"/>
                    </a:lnTo>
                    <a:lnTo>
                      <a:pt x="17" y="204"/>
                    </a:lnTo>
                    <a:lnTo>
                      <a:pt x="17" y="204"/>
                    </a:lnTo>
                    <a:lnTo>
                      <a:pt x="17" y="204"/>
                    </a:lnTo>
                    <a:lnTo>
                      <a:pt x="17" y="206"/>
                    </a:lnTo>
                    <a:lnTo>
                      <a:pt x="17" y="206"/>
                    </a:lnTo>
                    <a:lnTo>
                      <a:pt x="17" y="208"/>
                    </a:lnTo>
                    <a:lnTo>
                      <a:pt x="17" y="208"/>
                    </a:lnTo>
                    <a:lnTo>
                      <a:pt x="14" y="208"/>
                    </a:lnTo>
                    <a:lnTo>
                      <a:pt x="14" y="208"/>
                    </a:lnTo>
                    <a:lnTo>
                      <a:pt x="14" y="211"/>
                    </a:lnTo>
                    <a:lnTo>
                      <a:pt x="14" y="211"/>
                    </a:lnTo>
                    <a:lnTo>
                      <a:pt x="14" y="211"/>
                    </a:lnTo>
                    <a:lnTo>
                      <a:pt x="14" y="213"/>
                    </a:lnTo>
                    <a:lnTo>
                      <a:pt x="14" y="213"/>
                    </a:lnTo>
                    <a:lnTo>
                      <a:pt x="12" y="213"/>
                    </a:lnTo>
                    <a:lnTo>
                      <a:pt x="12" y="213"/>
                    </a:lnTo>
                    <a:lnTo>
                      <a:pt x="12" y="216"/>
                    </a:lnTo>
                    <a:lnTo>
                      <a:pt x="12" y="216"/>
                    </a:lnTo>
                    <a:lnTo>
                      <a:pt x="12" y="216"/>
                    </a:lnTo>
                    <a:lnTo>
                      <a:pt x="10" y="216"/>
                    </a:lnTo>
                    <a:lnTo>
                      <a:pt x="10" y="216"/>
                    </a:lnTo>
                    <a:lnTo>
                      <a:pt x="10" y="216"/>
                    </a:lnTo>
                    <a:lnTo>
                      <a:pt x="10" y="213"/>
                    </a:lnTo>
                    <a:lnTo>
                      <a:pt x="10" y="213"/>
                    </a:lnTo>
                    <a:lnTo>
                      <a:pt x="10" y="213"/>
                    </a:lnTo>
                    <a:lnTo>
                      <a:pt x="7" y="213"/>
                    </a:lnTo>
                    <a:lnTo>
                      <a:pt x="7" y="211"/>
                    </a:lnTo>
                    <a:lnTo>
                      <a:pt x="7" y="211"/>
                    </a:lnTo>
                    <a:lnTo>
                      <a:pt x="7" y="208"/>
                    </a:lnTo>
                    <a:lnTo>
                      <a:pt x="7" y="208"/>
                    </a:lnTo>
                    <a:lnTo>
                      <a:pt x="7" y="208"/>
                    </a:lnTo>
                    <a:lnTo>
                      <a:pt x="7" y="208"/>
                    </a:lnTo>
                    <a:lnTo>
                      <a:pt x="7" y="206"/>
                    </a:lnTo>
                    <a:lnTo>
                      <a:pt x="7" y="206"/>
                    </a:lnTo>
                    <a:lnTo>
                      <a:pt x="7" y="204"/>
                    </a:lnTo>
                    <a:lnTo>
                      <a:pt x="7" y="204"/>
                    </a:lnTo>
                    <a:lnTo>
                      <a:pt x="7" y="204"/>
                    </a:lnTo>
                    <a:lnTo>
                      <a:pt x="7" y="201"/>
                    </a:lnTo>
                    <a:lnTo>
                      <a:pt x="5" y="201"/>
                    </a:lnTo>
                    <a:lnTo>
                      <a:pt x="5" y="201"/>
                    </a:lnTo>
                    <a:lnTo>
                      <a:pt x="5" y="199"/>
                    </a:lnTo>
                    <a:lnTo>
                      <a:pt x="5" y="199"/>
                    </a:lnTo>
                    <a:lnTo>
                      <a:pt x="5" y="199"/>
                    </a:lnTo>
                    <a:lnTo>
                      <a:pt x="5" y="197"/>
                    </a:lnTo>
                    <a:lnTo>
                      <a:pt x="7" y="197"/>
                    </a:lnTo>
                    <a:lnTo>
                      <a:pt x="7" y="197"/>
                    </a:lnTo>
                    <a:lnTo>
                      <a:pt x="7" y="194"/>
                    </a:lnTo>
                    <a:lnTo>
                      <a:pt x="7" y="194"/>
                    </a:lnTo>
                    <a:lnTo>
                      <a:pt x="7" y="194"/>
                    </a:lnTo>
                    <a:lnTo>
                      <a:pt x="7" y="192"/>
                    </a:lnTo>
                    <a:lnTo>
                      <a:pt x="7" y="192"/>
                    </a:lnTo>
                    <a:lnTo>
                      <a:pt x="7" y="192"/>
                    </a:lnTo>
                    <a:lnTo>
                      <a:pt x="7" y="189"/>
                    </a:lnTo>
                    <a:lnTo>
                      <a:pt x="10" y="189"/>
                    </a:lnTo>
                    <a:lnTo>
                      <a:pt x="10" y="189"/>
                    </a:lnTo>
                    <a:lnTo>
                      <a:pt x="10" y="189"/>
                    </a:lnTo>
                    <a:lnTo>
                      <a:pt x="10" y="189"/>
                    </a:lnTo>
                    <a:lnTo>
                      <a:pt x="10" y="187"/>
                    </a:lnTo>
                    <a:lnTo>
                      <a:pt x="10" y="187"/>
                    </a:lnTo>
                    <a:lnTo>
                      <a:pt x="10" y="185"/>
                    </a:lnTo>
                    <a:lnTo>
                      <a:pt x="10" y="185"/>
                    </a:lnTo>
                    <a:lnTo>
                      <a:pt x="10" y="185"/>
                    </a:lnTo>
                    <a:lnTo>
                      <a:pt x="10" y="182"/>
                    </a:lnTo>
                    <a:lnTo>
                      <a:pt x="10" y="182"/>
                    </a:lnTo>
                    <a:lnTo>
                      <a:pt x="10" y="182"/>
                    </a:lnTo>
                    <a:lnTo>
                      <a:pt x="10" y="180"/>
                    </a:lnTo>
                    <a:lnTo>
                      <a:pt x="10" y="180"/>
                    </a:lnTo>
                    <a:lnTo>
                      <a:pt x="10" y="180"/>
                    </a:lnTo>
                    <a:lnTo>
                      <a:pt x="10" y="178"/>
                    </a:lnTo>
                    <a:lnTo>
                      <a:pt x="10" y="178"/>
                    </a:lnTo>
                    <a:lnTo>
                      <a:pt x="10" y="178"/>
                    </a:lnTo>
                    <a:lnTo>
                      <a:pt x="10" y="175"/>
                    </a:lnTo>
                    <a:lnTo>
                      <a:pt x="10" y="175"/>
                    </a:lnTo>
                    <a:lnTo>
                      <a:pt x="10" y="173"/>
                    </a:lnTo>
                    <a:lnTo>
                      <a:pt x="10" y="173"/>
                    </a:lnTo>
                    <a:lnTo>
                      <a:pt x="10" y="171"/>
                    </a:lnTo>
                    <a:lnTo>
                      <a:pt x="10" y="171"/>
                    </a:lnTo>
                    <a:lnTo>
                      <a:pt x="10" y="171"/>
                    </a:lnTo>
                    <a:lnTo>
                      <a:pt x="10" y="168"/>
                    </a:lnTo>
                    <a:lnTo>
                      <a:pt x="10" y="168"/>
                    </a:lnTo>
                    <a:lnTo>
                      <a:pt x="10" y="168"/>
                    </a:lnTo>
                    <a:lnTo>
                      <a:pt x="10" y="168"/>
                    </a:lnTo>
                    <a:lnTo>
                      <a:pt x="10" y="166"/>
                    </a:lnTo>
                    <a:lnTo>
                      <a:pt x="12" y="166"/>
                    </a:lnTo>
                    <a:lnTo>
                      <a:pt x="12" y="166"/>
                    </a:lnTo>
                    <a:lnTo>
                      <a:pt x="12" y="163"/>
                    </a:lnTo>
                    <a:lnTo>
                      <a:pt x="12" y="163"/>
                    </a:lnTo>
                    <a:lnTo>
                      <a:pt x="12" y="163"/>
                    </a:lnTo>
                    <a:lnTo>
                      <a:pt x="14" y="163"/>
                    </a:lnTo>
                    <a:lnTo>
                      <a:pt x="14" y="161"/>
                    </a:lnTo>
                    <a:lnTo>
                      <a:pt x="14" y="161"/>
                    </a:lnTo>
                    <a:lnTo>
                      <a:pt x="14" y="159"/>
                    </a:lnTo>
                    <a:lnTo>
                      <a:pt x="14" y="159"/>
                    </a:lnTo>
                    <a:lnTo>
                      <a:pt x="14" y="159"/>
                    </a:lnTo>
                    <a:lnTo>
                      <a:pt x="12" y="159"/>
                    </a:lnTo>
                    <a:lnTo>
                      <a:pt x="12" y="156"/>
                    </a:lnTo>
                    <a:lnTo>
                      <a:pt x="12" y="156"/>
                    </a:lnTo>
                    <a:lnTo>
                      <a:pt x="12" y="154"/>
                    </a:lnTo>
                    <a:lnTo>
                      <a:pt x="12" y="154"/>
                    </a:lnTo>
                    <a:lnTo>
                      <a:pt x="12" y="154"/>
                    </a:lnTo>
                    <a:lnTo>
                      <a:pt x="12" y="152"/>
                    </a:lnTo>
                    <a:lnTo>
                      <a:pt x="10" y="152"/>
                    </a:lnTo>
                    <a:lnTo>
                      <a:pt x="10" y="152"/>
                    </a:lnTo>
                    <a:lnTo>
                      <a:pt x="10" y="149"/>
                    </a:lnTo>
                    <a:lnTo>
                      <a:pt x="10" y="149"/>
                    </a:lnTo>
                    <a:lnTo>
                      <a:pt x="10" y="149"/>
                    </a:lnTo>
                    <a:lnTo>
                      <a:pt x="10" y="149"/>
                    </a:lnTo>
                    <a:lnTo>
                      <a:pt x="10" y="149"/>
                    </a:lnTo>
                    <a:lnTo>
                      <a:pt x="7" y="149"/>
                    </a:lnTo>
                    <a:lnTo>
                      <a:pt x="7" y="147"/>
                    </a:lnTo>
                    <a:lnTo>
                      <a:pt x="7" y="147"/>
                    </a:lnTo>
                    <a:lnTo>
                      <a:pt x="7" y="147"/>
                    </a:lnTo>
                    <a:lnTo>
                      <a:pt x="7" y="144"/>
                    </a:lnTo>
                    <a:lnTo>
                      <a:pt x="7" y="144"/>
                    </a:lnTo>
                    <a:lnTo>
                      <a:pt x="7" y="144"/>
                    </a:lnTo>
                    <a:lnTo>
                      <a:pt x="7" y="142"/>
                    </a:lnTo>
                    <a:lnTo>
                      <a:pt x="7" y="142"/>
                    </a:lnTo>
                    <a:lnTo>
                      <a:pt x="7" y="140"/>
                    </a:lnTo>
                    <a:lnTo>
                      <a:pt x="7" y="140"/>
                    </a:lnTo>
                    <a:lnTo>
                      <a:pt x="7" y="140"/>
                    </a:lnTo>
                    <a:lnTo>
                      <a:pt x="7" y="140"/>
                    </a:lnTo>
                    <a:lnTo>
                      <a:pt x="10" y="140"/>
                    </a:lnTo>
                    <a:lnTo>
                      <a:pt x="10" y="140"/>
                    </a:lnTo>
                    <a:lnTo>
                      <a:pt x="10" y="137"/>
                    </a:lnTo>
                    <a:lnTo>
                      <a:pt x="10" y="137"/>
                    </a:lnTo>
                    <a:lnTo>
                      <a:pt x="10" y="137"/>
                    </a:lnTo>
                    <a:lnTo>
                      <a:pt x="10" y="135"/>
                    </a:lnTo>
                    <a:lnTo>
                      <a:pt x="10" y="135"/>
                    </a:lnTo>
                    <a:lnTo>
                      <a:pt x="10" y="133"/>
                    </a:lnTo>
                    <a:lnTo>
                      <a:pt x="10" y="133"/>
                    </a:lnTo>
                    <a:lnTo>
                      <a:pt x="10" y="133"/>
                    </a:lnTo>
                    <a:lnTo>
                      <a:pt x="10" y="130"/>
                    </a:lnTo>
                    <a:lnTo>
                      <a:pt x="10" y="130"/>
                    </a:lnTo>
                    <a:lnTo>
                      <a:pt x="10" y="130"/>
                    </a:lnTo>
                    <a:lnTo>
                      <a:pt x="10" y="128"/>
                    </a:lnTo>
                    <a:lnTo>
                      <a:pt x="10" y="128"/>
                    </a:lnTo>
                    <a:lnTo>
                      <a:pt x="10" y="126"/>
                    </a:lnTo>
                    <a:lnTo>
                      <a:pt x="12" y="126"/>
                    </a:lnTo>
                    <a:lnTo>
                      <a:pt x="12" y="126"/>
                    </a:lnTo>
                    <a:lnTo>
                      <a:pt x="12" y="126"/>
                    </a:lnTo>
                    <a:lnTo>
                      <a:pt x="12" y="123"/>
                    </a:lnTo>
                    <a:lnTo>
                      <a:pt x="12" y="123"/>
                    </a:lnTo>
                    <a:lnTo>
                      <a:pt x="12" y="121"/>
                    </a:lnTo>
                    <a:lnTo>
                      <a:pt x="12" y="121"/>
                    </a:lnTo>
                    <a:lnTo>
                      <a:pt x="12" y="118"/>
                    </a:lnTo>
                    <a:lnTo>
                      <a:pt x="12" y="118"/>
                    </a:lnTo>
                    <a:lnTo>
                      <a:pt x="12" y="118"/>
                    </a:lnTo>
                    <a:lnTo>
                      <a:pt x="12" y="116"/>
                    </a:lnTo>
                    <a:lnTo>
                      <a:pt x="12" y="116"/>
                    </a:lnTo>
                    <a:lnTo>
                      <a:pt x="12" y="114"/>
                    </a:lnTo>
                    <a:lnTo>
                      <a:pt x="12" y="114"/>
                    </a:lnTo>
                    <a:lnTo>
                      <a:pt x="12" y="111"/>
                    </a:lnTo>
                    <a:lnTo>
                      <a:pt x="12" y="111"/>
                    </a:lnTo>
                    <a:lnTo>
                      <a:pt x="12" y="109"/>
                    </a:lnTo>
                    <a:lnTo>
                      <a:pt x="12" y="109"/>
                    </a:lnTo>
                    <a:lnTo>
                      <a:pt x="14" y="109"/>
                    </a:lnTo>
                    <a:lnTo>
                      <a:pt x="14" y="109"/>
                    </a:lnTo>
                    <a:lnTo>
                      <a:pt x="12" y="109"/>
                    </a:lnTo>
                    <a:lnTo>
                      <a:pt x="12" y="107"/>
                    </a:lnTo>
                    <a:lnTo>
                      <a:pt x="12" y="107"/>
                    </a:lnTo>
                    <a:lnTo>
                      <a:pt x="12" y="104"/>
                    </a:lnTo>
                    <a:lnTo>
                      <a:pt x="12" y="104"/>
                    </a:lnTo>
                    <a:lnTo>
                      <a:pt x="12" y="104"/>
                    </a:lnTo>
                    <a:lnTo>
                      <a:pt x="12" y="102"/>
                    </a:lnTo>
                    <a:lnTo>
                      <a:pt x="12" y="102"/>
                    </a:lnTo>
                    <a:lnTo>
                      <a:pt x="12" y="102"/>
                    </a:lnTo>
                    <a:lnTo>
                      <a:pt x="12" y="102"/>
                    </a:lnTo>
                    <a:lnTo>
                      <a:pt x="12"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2" y="92"/>
                    </a:lnTo>
                    <a:lnTo>
                      <a:pt x="12" y="90"/>
                    </a:lnTo>
                    <a:lnTo>
                      <a:pt x="12" y="90"/>
                    </a:lnTo>
                    <a:lnTo>
                      <a:pt x="12" y="90"/>
                    </a:lnTo>
                    <a:lnTo>
                      <a:pt x="12" y="88"/>
                    </a:lnTo>
                    <a:lnTo>
                      <a:pt x="12" y="88"/>
                    </a:lnTo>
                    <a:lnTo>
                      <a:pt x="12" y="88"/>
                    </a:lnTo>
                    <a:lnTo>
                      <a:pt x="14" y="88"/>
                    </a:lnTo>
                    <a:lnTo>
                      <a:pt x="14" y="85"/>
                    </a:lnTo>
                    <a:lnTo>
                      <a:pt x="14" y="85"/>
                    </a:lnTo>
                    <a:lnTo>
                      <a:pt x="14" y="85"/>
                    </a:lnTo>
                    <a:lnTo>
                      <a:pt x="14" y="83"/>
                    </a:lnTo>
                    <a:lnTo>
                      <a:pt x="14" y="83"/>
                    </a:lnTo>
                    <a:lnTo>
                      <a:pt x="14" y="80"/>
                    </a:lnTo>
                    <a:lnTo>
                      <a:pt x="14" y="80"/>
                    </a:lnTo>
                    <a:lnTo>
                      <a:pt x="14" y="80"/>
                    </a:lnTo>
                    <a:lnTo>
                      <a:pt x="14" y="80"/>
                    </a:lnTo>
                    <a:lnTo>
                      <a:pt x="12" y="80"/>
                    </a:lnTo>
                    <a:lnTo>
                      <a:pt x="12" y="78"/>
                    </a:lnTo>
                    <a:lnTo>
                      <a:pt x="12" y="78"/>
                    </a:lnTo>
                    <a:lnTo>
                      <a:pt x="12" y="78"/>
                    </a:lnTo>
                    <a:lnTo>
                      <a:pt x="12" y="76"/>
                    </a:lnTo>
                    <a:lnTo>
                      <a:pt x="10" y="76"/>
                    </a:lnTo>
                    <a:lnTo>
                      <a:pt x="10" y="76"/>
                    </a:lnTo>
                    <a:lnTo>
                      <a:pt x="10" y="73"/>
                    </a:lnTo>
                    <a:lnTo>
                      <a:pt x="10" y="73"/>
                    </a:lnTo>
                    <a:lnTo>
                      <a:pt x="10" y="73"/>
                    </a:lnTo>
                    <a:lnTo>
                      <a:pt x="10" y="73"/>
                    </a:lnTo>
                    <a:lnTo>
                      <a:pt x="10" y="71"/>
                    </a:lnTo>
                    <a:lnTo>
                      <a:pt x="7" y="71"/>
                    </a:lnTo>
                    <a:lnTo>
                      <a:pt x="7" y="71"/>
                    </a:lnTo>
                    <a:lnTo>
                      <a:pt x="7" y="71"/>
                    </a:lnTo>
                    <a:lnTo>
                      <a:pt x="7" y="71"/>
                    </a:lnTo>
                    <a:lnTo>
                      <a:pt x="7" y="71"/>
                    </a:lnTo>
                    <a:lnTo>
                      <a:pt x="5" y="71"/>
                    </a:lnTo>
                    <a:lnTo>
                      <a:pt x="5" y="69"/>
                    </a:lnTo>
                    <a:lnTo>
                      <a:pt x="5" y="69"/>
                    </a:lnTo>
                    <a:lnTo>
                      <a:pt x="2" y="69"/>
                    </a:lnTo>
                    <a:lnTo>
                      <a:pt x="2" y="69"/>
                    </a:lnTo>
                    <a:lnTo>
                      <a:pt x="2" y="69"/>
                    </a:lnTo>
                    <a:lnTo>
                      <a:pt x="2" y="66"/>
                    </a:lnTo>
                    <a:lnTo>
                      <a:pt x="2" y="66"/>
                    </a:lnTo>
                    <a:lnTo>
                      <a:pt x="5" y="66"/>
                    </a:lnTo>
                    <a:lnTo>
                      <a:pt x="5" y="66"/>
                    </a:lnTo>
                    <a:lnTo>
                      <a:pt x="5" y="66"/>
                    </a:lnTo>
                    <a:lnTo>
                      <a:pt x="5" y="66"/>
                    </a:lnTo>
                    <a:lnTo>
                      <a:pt x="5" y="64"/>
                    </a:lnTo>
                    <a:lnTo>
                      <a:pt x="2" y="64"/>
                    </a:lnTo>
                    <a:lnTo>
                      <a:pt x="2" y="64"/>
                    </a:lnTo>
                    <a:lnTo>
                      <a:pt x="2" y="64"/>
                    </a:lnTo>
                    <a:lnTo>
                      <a:pt x="2" y="64"/>
                    </a:lnTo>
                    <a:lnTo>
                      <a:pt x="2" y="62"/>
                    </a:lnTo>
                    <a:lnTo>
                      <a:pt x="2" y="62"/>
                    </a:lnTo>
                    <a:lnTo>
                      <a:pt x="2" y="59"/>
                    </a:lnTo>
                    <a:lnTo>
                      <a:pt x="2" y="59"/>
                    </a:lnTo>
                    <a:lnTo>
                      <a:pt x="2" y="59"/>
                    </a:lnTo>
                    <a:lnTo>
                      <a:pt x="2" y="57"/>
                    </a:lnTo>
                    <a:lnTo>
                      <a:pt x="2" y="57"/>
                    </a:lnTo>
                    <a:lnTo>
                      <a:pt x="2" y="57"/>
                    </a:lnTo>
                    <a:lnTo>
                      <a:pt x="2" y="57"/>
                    </a:lnTo>
                    <a:lnTo>
                      <a:pt x="2" y="54"/>
                    </a:lnTo>
                    <a:lnTo>
                      <a:pt x="2" y="54"/>
                    </a:lnTo>
                    <a:lnTo>
                      <a:pt x="2" y="52"/>
                    </a:lnTo>
                    <a:lnTo>
                      <a:pt x="0" y="52"/>
                    </a:lnTo>
                    <a:lnTo>
                      <a:pt x="0" y="52"/>
                    </a:lnTo>
                    <a:lnTo>
                      <a:pt x="2" y="52"/>
                    </a:lnTo>
                    <a:lnTo>
                      <a:pt x="2" y="50"/>
                    </a:lnTo>
                    <a:lnTo>
                      <a:pt x="2" y="50"/>
                    </a:lnTo>
                    <a:lnTo>
                      <a:pt x="2" y="50"/>
                    </a:lnTo>
                    <a:lnTo>
                      <a:pt x="2" y="50"/>
                    </a:lnTo>
                    <a:lnTo>
                      <a:pt x="2" y="50"/>
                    </a:lnTo>
                    <a:lnTo>
                      <a:pt x="5" y="50"/>
                    </a:lnTo>
                    <a:lnTo>
                      <a:pt x="5" y="47"/>
                    </a:lnTo>
                    <a:lnTo>
                      <a:pt x="5" y="47"/>
                    </a:lnTo>
                    <a:lnTo>
                      <a:pt x="5" y="47"/>
                    </a:lnTo>
                    <a:lnTo>
                      <a:pt x="5" y="45"/>
                    </a:lnTo>
                    <a:lnTo>
                      <a:pt x="5" y="45"/>
                    </a:lnTo>
                    <a:lnTo>
                      <a:pt x="5" y="43"/>
                    </a:lnTo>
                    <a:lnTo>
                      <a:pt x="5" y="43"/>
                    </a:lnTo>
                    <a:lnTo>
                      <a:pt x="5" y="40"/>
                    </a:lnTo>
                    <a:lnTo>
                      <a:pt x="5" y="40"/>
                    </a:lnTo>
                    <a:lnTo>
                      <a:pt x="7" y="40"/>
                    </a:lnTo>
                    <a:lnTo>
                      <a:pt x="7" y="40"/>
                    </a:lnTo>
                    <a:lnTo>
                      <a:pt x="7" y="38"/>
                    </a:lnTo>
                    <a:lnTo>
                      <a:pt x="7" y="38"/>
                    </a:lnTo>
                    <a:lnTo>
                      <a:pt x="7" y="38"/>
                    </a:lnTo>
                    <a:lnTo>
                      <a:pt x="7" y="35"/>
                    </a:lnTo>
                    <a:lnTo>
                      <a:pt x="7" y="35"/>
                    </a:lnTo>
                    <a:lnTo>
                      <a:pt x="7" y="33"/>
                    </a:lnTo>
                    <a:lnTo>
                      <a:pt x="7" y="33"/>
                    </a:lnTo>
                    <a:lnTo>
                      <a:pt x="7" y="33"/>
                    </a:lnTo>
                    <a:lnTo>
                      <a:pt x="7" y="31"/>
                    </a:lnTo>
                    <a:lnTo>
                      <a:pt x="5" y="31"/>
                    </a:lnTo>
                    <a:lnTo>
                      <a:pt x="5" y="31"/>
                    </a:lnTo>
                    <a:lnTo>
                      <a:pt x="5" y="31"/>
                    </a:lnTo>
                    <a:lnTo>
                      <a:pt x="5" y="31"/>
                    </a:lnTo>
                    <a:lnTo>
                      <a:pt x="5" y="28"/>
                    </a:lnTo>
                    <a:lnTo>
                      <a:pt x="5" y="28"/>
                    </a:lnTo>
                    <a:lnTo>
                      <a:pt x="5" y="26"/>
                    </a:lnTo>
                    <a:lnTo>
                      <a:pt x="5" y="26"/>
                    </a:lnTo>
                    <a:lnTo>
                      <a:pt x="2" y="26"/>
                    </a:lnTo>
                    <a:lnTo>
                      <a:pt x="2" y="26"/>
                    </a:lnTo>
                    <a:lnTo>
                      <a:pt x="2" y="24"/>
                    </a:lnTo>
                    <a:lnTo>
                      <a:pt x="2" y="24"/>
                    </a:lnTo>
                    <a:lnTo>
                      <a:pt x="5" y="24"/>
                    </a:lnTo>
                    <a:lnTo>
                      <a:pt x="5" y="24"/>
                    </a:lnTo>
                    <a:lnTo>
                      <a:pt x="5" y="24"/>
                    </a:lnTo>
                    <a:lnTo>
                      <a:pt x="7" y="24"/>
                    </a:lnTo>
                    <a:lnTo>
                      <a:pt x="7" y="24"/>
                    </a:lnTo>
                    <a:lnTo>
                      <a:pt x="7" y="24"/>
                    </a:lnTo>
                    <a:lnTo>
                      <a:pt x="7" y="21"/>
                    </a:lnTo>
                    <a:lnTo>
                      <a:pt x="10" y="21"/>
                    </a:lnTo>
                    <a:lnTo>
                      <a:pt x="10" y="21"/>
                    </a:lnTo>
                    <a:lnTo>
                      <a:pt x="10" y="21"/>
                    </a:lnTo>
                    <a:lnTo>
                      <a:pt x="12" y="21"/>
                    </a:lnTo>
                    <a:lnTo>
                      <a:pt x="12" y="21"/>
                    </a:lnTo>
                    <a:lnTo>
                      <a:pt x="12" y="21"/>
                    </a:lnTo>
                    <a:lnTo>
                      <a:pt x="14" y="21"/>
                    </a:lnTo>
                    <a:lnTo>
                      <a:pt x="14" y="21"/>
                    </a:lnTo>
                    <a:lnTo>
                      <a:pt x="14" y="21"/>
                    </a:lnTo>
                    <a:lnTo>
                      <a:pt x="14" y="21"/>
                    </a:lnTo>
                    <a:lnTo>
                      <a:pt x="17" y="21"/>
                    </a:lnTo>
                    <a:lnTo>
                      <a:pt x="17" y="21"/>
                    </a:lnTo>
                    <a:lnTo>
                      <a:pt x="17" y="21"/>
                    </a:lnTo>
                    <a:lnTo>
                      <a:pt x="17" y="19"/>
                    </a:lnTo>
                    <a:lnTo>
                      <a:pt x="19" y="19"/>
                    </a:lnTo>
                    <a:lnTo>
                      <a:pt x="19" y="19"/>
                    </a:lnTo>
                    <a:lnTo>
                      <a:pt x="19" y="19"/>
                    </a:lnTo>
                    <a:lnTo>
                      <a:pt x="21" y="19"/>
                    </a:lnTo>
                    <a:lnTo>
                      <a:pt x="21" y="16"/>
                    </a:lnTo>
                    <a:lnTo>
                      <a:pt x="21" y="16"/>
                    </a:lnTo>
                    <a:lnTo>
                      <a:pt x="21" y="16"/>
                    </a:lnTo>
                    <a:lnTo>
                      <a:pt x="21" y="16"/>
                    </a:lnTo>
                    <a:lnTo>
                      <a:pt x="21" y="14"/>
                    </a:lnTo>
                    <a:lnTo>
                      <a:pt x="24" y="14"/>
                    </a:lnTo>
                    <a:lnTo>
                      <a:pt x="24" y="14"/>
                    </a:lnTo>
                    <a:lnTo>
                      <a:pt x="24" y="14"/>
                    </a:lnTo>
                    <a:lnTo>
                      <a:pt x="24" y="12"/>
                    </a:lnTo>
                    <a:lnTo>
                      <a:pt x="24" y="12"/>
                    </a:lnTo>
                    <a:lnTo>
                      <a:pt x="24" y="12"/>
                    </a:lnTo>
                    <a:lnTo>
                      <a:pt x="24" y="12"/>
                    </a:lnTo>
                    <a:lnTo>
                      <a:pt x="21" y="12"/>
                    </a:lnTo>
                    <a:lnTo>
                      <a:pt x="21" y="9"/>
                    </a:lnTo>
                    <a:lnTo>
                      <a:pt x="21" y="9"/>
                    </a:lnTo>
                    <a:lnTo>
                      <a:pt x="21" y="9"/>
                    </a:lnTo>
                    <a:lnTo>
                      <a:pt x="21" y="9"/>
                    </a:lnTo>
                    <a:lnTo>
                      <a:pt x="21" y="7"/>
                    </a:lnTo>
                    <a:lnTo>
                      <a:pt x="19" y="7"/>
                    </a:lnTo>
                    <a:lnTo>
                      <a:pt x="19" y="7"/>
                    </a:lnTo>
                    <a:lnTo>
                      <a:pt x="19" y="7"/>
                    </a:lnTo>
                    <a:lnTo>
                      <a:pt x="17" y="7"/>
                    </a:lnTo>
                    <a:lnTo>
                      <a:pt x="17" y="5"/>
                    </a:lnTo>
                    <a:lnTo>
                      <a:pt x="17" y="5"/>
                    </a:lnTo>
                    <a:lnTo>
                      <a:pt x="17" y="5"/>
                    </a:lnTo>
                    <a:lnTo>
                      <a:pt x="17" y="2"/>
                    </a:lnTo>
                    <a:lnTo>
                      <a:pt x="17" y="2"/>
                    </a:lnTo>
                    <a:lnTo>
                      <a:pt x="14" y="2"/>
                    </a:lnTo>
                    <a:lnTo>
                      <a:pt x="14" y="2"/>
                    </a:lnTo>
                    <a:lnTo>
                      <a:pt x="14" y="0"/>
                    </a:lnTo>
                    <a:lnTo>
                      <a:pt x="17" y="0"/>
                    </a:lnTo>
                    <a:lnTo>
                      <a:pt x="17" y="0"/>
                    </a:lnTo>
                    <a:lnTo>
                      <a:pt x="17" y="2"/>
                    </a:lnTo>
                    <a:lnTo>
                      <a:pt x="17" y="2"/>
                    </a:lnTo>
                    <a:lnTo>
                      <a:pt x="19" y="2"/>
                    </a:lnTo>
                    <a:lnTo>
                      <a:pt x="19" y="2"/>
                    </a:lnTo>
                    <a:lnTo>
                      <a:pt x="21" y="2"/>
                    </a:lnTo>
                    <a:lnTo>
                      <a:pt x="21" y="0"/>
                    </a:lnTo>
                    <a:lnTo>
                      <a:pt x="21" y="0"/>
                    </a:lnTo>
                    <a:lnTo>
                      <a:pt x="21" y="0"/>
                    </a:lnTo>
                    <a:lnTo>
                      <a:pt x="24" y="0"/>
                    </a:lnTo>
                    <a:lnTo>
                      <a:pt x="24" y="0"/>
                    </a:lnTo>
                    <a:lnTo>
                      <a:pt x="24" y="0"/>
                    </a:lnTo>
                    <a:lnTo>
                      <a:pt x="24" y="0"/>
                    </a:lnTo>
                    <a:lnTo>
                      <a:pt x="24" y="0"/>
                    </a:lnTo>
                    <a:lnTo>
                      <a:pt x="26"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58"/>
              <p:cNvSpPr>
                <a:spLocks/>
              </p:cNvSpPr>
              <p:nvPr/>
            </p:nvSpPr>
            <p:spPr bwMode="auto">
              <a:xfrm>
                <a:off x="3870" y="1374"/>
                <a:ext cx="69" cy="216"/>
              </a:xfrm>
              <a:custGeom>
                <a:avLst/>
                <a:gdLst/>
                <a:ahLst/>
                <a:cxnLst>
                  <a:cxn ang="0">
                    <a:pos x="31" y="5"/>
                  </a:cxn>
                  <a:cxn ang="0">
                    <a:pos x="31" y="16"/>
                  </a:cxn>
                  <a:cxn ang="0">
                    <a:pos x="36" y="24"/>
                  </a:cxn>
                  <a:cxn ang="0">
                    <a:pos x="38" y="35"/>
                  </a:cxn>
                  <a:cxn ang="0">
                    <a:pos x="38" y="47"/>
                  </a:cxn>
                  <a:cxn ang="0">
                    <a:pos x="36" y="57"/>
                  </a:cxn>
                  <a:cxn ang="0">
                    <a:pos x="38" y="66"/>
                  </a:cxn>
                  <a:cxn ang="0">
                    <a:pos x="40" y="76"/>
                  </a:cxn>
                  <a:cxn ang="0">
                    <a:pos x="45" y="85"/>
                  </a:cxn>
                  <a:cxn ang="0">
                    <a:pos x="47" y="97"/>
                  </a:cxn>
                  <a:cxn ang="0">
                    <a:pos x="50" y="107"/>
                  </a:cxn>
                  <a:cxn ang="0">
                    <a:pos x="55" y="114"/>
                  </a:cxn>
                  <a:cxn ang="0">
                    <a:pos x="57" y="123"/>
                  </a:cxn>
                  <a:cxn ang="0">
                    <a:pos x="62" y="133"/>
                  </a:cxn>
                  <a:cxn ang="0">
                    <a:pos x="69" y="140"/>
                  </a:cxn>
                  <a:cxn ang="0">
                    <a:pos x="66" y="144"/>
                  </a:cxn>
                  <a:cxn ang="0">
                    <a:pos x="62" y="137"/>
                  </a:cxn>
                  <a:cxn ang="0">
                    <a:pos x="55" y="130"/>
                  </a:cxn>
                  <a:cxn ang="0">
                    <a:pos x="45" y="130"/>
                  </a:cxn>
                  <a:cxn ang="0">
                    <a:pos x="36" y="130"/>
                  </a:cxn>
                  <a:cxn ang="0">
                    <a:pos x="31" y="140"/>
                  </a:cxn>
                  <a:cxn ang="0">
                    <a:pos x="26" y="147"/>
                  </a:cxn>
                  <a:cxn ang="0">
                    <a:pos x="24" y="156"/>
                  </a:cxn>
                  <a:cxn ang="0">
                    <a:pos x="21" y="166"/>
                  </a:cxn>
                  <a:cxn ang="0">
                    <a:pos x="26" y="175"/>
                  </a:cxn>
                  <a:cxn ang="0">
                    <a:pos x="33" y="180"/>
                  </a:cxn>
                  <a:cxn ang="0">
                    <a:pos x="36" y="189"/>
                  </a:cxn>
                  <a:cxn ang="0">
                    <a:pos x="43" y="194"/>
                  </a:cxn>
                  <a:cxn ang="0">
                    <a:pos x="43" y="204"/>
                  </a:cxn>
                  <a:cxn ang="0">
                    <a:pos x="40" y="213"/>
                  </a:cxn>
                  <a:cxn ang="0">
                    <a:pos x="38" y="201"/>
                  </a:cxn>
                  <a:cxn ang="0">
                    <a:pos x="28" y="199"/>
                  </a:cxn>
                  <a:cxn ang="0">
                    <a:pos x="21" y="197"/>
                  </a:cxn>
                  <a:cxn ang="0">
                    <a:pos x="17" y="204"/>
                  </a:cxn>
                  <a:cxn ang="0">
                    <a:pos x="12" y="213"/>
                  </a:cxn>
                  <a:cxn ang="0">
                    <a:pos x="7" y="208"/>
                  </a:cxn>
                  <a:cxn ang="0">
                    <a:pos x="5" y="199"/>
                  </a:cxn>
                  <a:cxn ang="0">
                    <a:pos x="10" y="189"/>
                  </a:cxn>
                  <a:cxn ang="0">
                    <a:pos x="10" y="180"/>
                  </a:cxn>
                  <a:cxn ang="0">
                    <a:pos x="10" y="168"/>
                  </a:cxn>
                  <a:cxn ang="0">
                    <a:pos x="14" y="159"/>
                  </a:cxn>
                  <a:cxn ang="0">
                    <a:pos x="10" y="149"/>
                  </a:cxn>
                  <a:cxn ang="0">
                    <a:pos x="7" y="140"/>
                  </a:cxn>
                  <a:cxn ang="0">
                    <a:pos x="10" y="130"/>
                  </a:cxn>
                  <a:cxn ang="0">
                    <a:pos x="12" y="118"/>
                  </a:cxn>
                  <a:cxn ang="0">
                    <a:pos x="12" y="107"/>
                  </a:cxn>
                  <a:cxn ang="0">
                    <a:pos x="10" y="97"/>
                  </a:cxn>
                  <a:cxn ang="0">
                    <a:pos x="12" y="88"/>
                  </a:cxn>
                  <a:cxn ang="0">
                    <a:pos x="12" y="78"/>
                  </a:cxn>
                  <a:cxn ang="0">
                    <a:pos x="7" y="71"/>
                  </a:cxn>
                  <a:cxn ang="0">
                    <a:pos x="5" y="66"/>
                  </a:cxn>
                  <a:cxn ang="0">
                    <a:pos x="2" y="57"/>
                  </a:cxn>
                  <a:cxn ang="0">
                    <a:pos x="2" y="50"/>
                  </a:cxn>
                  <a:cxn ang="0">
                    <a:pos x="7" y="38"/>
                  </a:cxn>
                  <a:cxn ang="0">
                    <a:pos x="5" y="28"/>
                  </a:cxn>
                  <a:cxn ang="0">
                    <a:pos x="7" y="24"/>
                  </a:cxn>
                  <a:cxn ang="0">
                    <a:pos x="17" y="21"/>
                  </a:cxn>
                  <a:cxn ang="0">
                    <a:pos x="24" y="14"/>
                  </a:cxn>
                  <a:cxn ang="0">
                    <a:pos x="19" y="7"/>
                  </a:cxn>
                  <a:cxn ang="0">
                    <a:pos x="17" y="2"/>
                  </a:cxn>
                  <a:cxn ang="0">
                    <a:pos x="26" y="0"/>
                  </a:cxn>
                </a:cxnLst>
                <a:rect l="0" t="0" r="r" b="b"/>
                <a:pathLst>
                  <a:path w="69" h="216">
                    <a:moveTo>
                      <a:pt x="26" y="0"/>
                    </a:moveTo>
                    <a:lnTo>
                      <a:pt x="26" y="0"/>
                    </a:lnTo>
                    <a:lnTo>
                      <a:pt x="26" y="0"/>
                    </a:lnTo>
                    <a:lnTo>
                      <a:pt x="26" y="0"/>
                    </a:lnTo>
                    <a:lnTo>
                      <a:pt x="26" y="2"/>
                    </a:lnTo>
                    <a:lnTo>
                      <a:pt x="28" y="2"/>
                    </a:lnTo>
                    <a:lnTo>
                      <a:pt x="28" y="2"/>
                    </a:lnTo>
                    <a:lnTo>
                      <a:pt x="28" y="2"/>
                    </a:lnTo>
                    <a:lnTo>
                      <a:pt x="28" y="2"/>
                    </a:lnTo>
                    <a:lnTo>
                      <a:pt x="28" y="5"/>
                    </a:lnTo>
                    <a:lnTo>
                      <a:pt x="31" y="5"/>
                    </a:lnTo>
                    <a:lnTo>
                      <a:pt x="31" y="5"/>
                    </a:lnTo>
                    <a:lnTo>
                      <a:pt x="31" y="5"/>
                    </a:lnTo>
                    <a:lnTo>
                      <a:pt x="31" y="7"/>
                    </a:lnTo>
                    <a:lnTo>
                      <a:pt x="31" y="7"/>
                    </a:lnTo>
                    <a:lnTo>
                      <a:pt x="31" y="9"/>
                    </a:lnTo>
                    <a:lnTo>
                      <a:pt x="31" y="9"/>
                    </a:lnTo>
                    <a:lnTo>
                      <a:pt x="31" y="9"/>
                    </a:lnTo>
                    <a:lnTo>
                      <a:pt x="31" y="12"/>
                    </a:lnTo>
                    <a:lnTo>
                      <a:pt x="28" y="12"/>
                    </a:lnTo>
                    <a:lnTo>
                      <a:pt x="28" y="12"/>
                    </a:lnTo>
                    <a:lnTo>
                      <a:pt x="28" y="12"/>
                    </a:lnTo>
                    <a:lnTo>
                      <a:pt x="28" y="14"/>
                    </a:lnTo>
                    <a:lnTo>
                      <a:pt x="28" y="14"/>
                    </a:lnTo>
                    <a:lnTo>
                      <a:pt x="31" y="14"/>
                    </a:lnTo>
                    <a:lnTo>
                      <a:pt x="31" y="16"/>
                    </a:lnTo>
                    <a:lnTo>
                      <a:pt x="31" y="16"/>
                    </a:lnTo>
                    <a:lnTo>
                      <a:pt x="31" y="16"/>
                    </a:lnTo>
                    <a:lnTo>
                      <a:pt x="31" y="19"/>
                    </a:lnTo>
                    <a:lnTo>
                      <a:pt x="33" y="19"/>
                    </a:lnTo>
                    <a:lnTo>
                      <a:pt x="33" y="19"/>
                    </a:lnTo>
                    <a:lnTo>
                      <a:pt x="33" y="21"/>
                    </a:lnTo>
                    <a:lnTo>
                      <a:pt x="33" y="21"/>
                    </a:lnTo>
                    <a:lnTo>
                      <a:pt x="33" y="21"/>
                    </a:lnTo>
                    <a:lnTo>
                      <a:pt x="33" y="21"/>
                    </a:lnTo>
                    <a:lnTo>
                      <a:pt x="33" y="21"/>
                    </a:lnTo>
                    <a:lnTo>
                      <a:pt x="33" y="24"/>
                    </a:lnTo>
                    <a:lnTo>
                      <a:pt x="36" y="24"/>
                    </a:lnTo>
                    <a:lnTo>
                      <a:pt x="36" y="24"/>
                    </a:lnTo>
                    <a:lnTo>
                      <a:pt x="36" y="26"/>
                    </a:lnTo>
                    <a:lnTo>
                      <a:pt x="36" y="26"/>
                    </a:lnTo>
                    <a:lnTo>
                      <a:pt x="36" y="26"/>
                    </a:lnTo>
                    <a:lnTo>
                      <a:pt x="36" y="28"/>
                    </a:lnTo>
                    <a:lnTo>
                      <a:pt x="36" y="28"/>
                    </a:lnTo>
                    <a:lnTo>
                      <a:pt x="36" y="28"/>
                    </a:lnTo>
                    <a:lnTo>
                      <a:pt x="36" y="31"/>
                    </a:lnTo>
                    <a:lnTo>
                      <a:pt x="38" y="31"/>
                    </a:lnTo>
                    <a:lnTo>
                      <a:pt x="38" y="31"/>
                    </a:lnTo>
                    <a:lnTo>
                      <a:pt x="38" y="31"/>
                    </a:lnTo>
                    <a:lnTo>
                      <a:pt x="38" y="33"/>
                    </a:lnTo>
                    <a:lnTo>
                      <a:pt x="38" y="33"/>
                    </a:lnTo>
                    <a:lnTo>
                      <a:pt x="38" y="35"/>
                    </a:lnTo>
                    <a:lnTo>
                      <a:pt x="38" y="35"/>
                    </a:lnTo>
                    <a:lnTo>
                      <a:pt x="38" y="35"/>
                    </a:lnTo>
                    <a:lnTo>
                      <a:pt x="38" y="38"/>
                    </a:lnTo>
                    <a:lnTo>
                      <a:pt x="38" y="38"/>
                    </a:lnTo>
                    <a:lnTo>
                      <a:pt x="38" y="40"/>
                    </a:lnTo>
                    <a:lnTo>
                      <a:pt x="38" y="40"/>
                    </a:lnTo>
                    <a:lnTo>
                      <a:pt x="38" y="40"/>
                    </a:lnTo>
                    <a:lnTo>
                      <a:pt x="38" y="43"/>
                    </a:lnTo>
                    <a:lnTo>
                      <a:pt x="38" y="43"/>
                    </a:lnTo>
                    <a:lnTo>
                      <a:pt x="38" y="45"/>
                    </a:lnTo>
                    <a:lnTo>
                      <a:pt x="38" y="45"/>
                    </a:lnTo>
                    <a:lnTo>
                      <a:pt x="38" y="47"/>
                    </a:lnTo>
                    <a:lnTo>
                      <a:pt x="38" y="47"/>
                    </a:lnTo>
                    <a:lnTo>
                      <a:pt x="38" y="50"/>
                    </a:lnTo>
                    <a:lnTo>
                      <a:pt x="38" y="50"/>
                    </a:lnTo>
                    <a:lnTo>
                      <a:pt x="38" y="50"/>
                    </a:lnTo>
                    <a:lnTo>
                      <a:pt x="38" y="50"/>
                    </a:lnTo>
                    <a:lnTo>
                      <a:pt x="36" y="50"/>
                    </a:lnTo>
                    <a:lnTo>
                      <a:pt x="36" y="52"/>
                    </a:lnTo>
                    <a:lnTo>
                      <a:pt x="36" y="52"/>
                    </a:lnTo>
                    <a:lnTo>
                      <a:pt x="36" y="52"/>
                    </a:lnTo>
                    <a:lnTo>
                      <a:pt x="36" y="52"/>
                    </a:lnTo>
                    <a:lnTo>
                      <a:pt x="36" y="54"/>
                    </a:lnTo>
                    <a:lnTo>
                      <a:pt x="36" y="54"/>
                    </a:lnTo>
                    <a:lnTo>
                      <a:pt x="36" y="57"/>
                    </a:lnTo>
                    <a:lnTo>
                      <a:pt x="36" y="57"/>
                    </a:lnTo>
                    <a:lnTo>
                      <a:pt x="36" y="59"/>
                    </a:lnTo>
                    <a:lnTo>
                      <a:pt x="36" y="59"/>
                    </a:lnTo>
                    <a:lnTo>
                      <a:pt x="36" y="59"/>
                    </a:lnTo>
                    <a:lnTo>
                      <a:pt x="36" y="59"/>
                    </a:lnTo>
                    <a:lnTo>
                      <a:pt x="36" y="62"/>
                    </a:lnTo>
                    <a:lnTo>
                      <a:pt x="36" y="62"/>
                    </a:lnTo>
                    <a:lnTo>
                      <a:pt x="36" y="62"/>
                    </a:lnTo>
                    <a:lnTo>
                      <a:pt x="36" y="62"/>
                    </a:lnTo>
                    <a:lnTo>
                      <a:pt x="36" y="62"/>
                    </a:lnTo>
                    <a:lnTo>
                      <a:pt x="36" y="64"/>
                    </a:lnTo>
                    <a:lnTo>
                      <a:pt x="36" y="64"/>
                    </a:lnTo>
                    <a:lnTo>
                      <a:pt x="38" y="64"/>
                    </a:lnTo>
                    <a:lnTo>
                      <a:pt x="38" y="66"/>
                    </a:lnTo>
                    <a:lnTo>
                      <a:pt x="38" y="66"/>
                    </a:lnTo>
                    <a:lnTo>
                      <a:pt x="38" y="66"/>
                    </a:lnTo>
                    <a:lnTo>
                      <a:pt x="38" y="69"/>
                    </a:lnTo>
                    <a:lnTo>
                      <a:pt x="40" y="69"/>
                    </a:lnTo>
                    <a:lnTo>
                      <a:pt x="40" y="69"/>
                    </a:lnTo>
                    <a:lnTo>
                      <a:pt x="40" y="71"/>
                    </a:lnTo>
                    <a:lnTo>
                      <a:pt x="40" y="71"/>
                    </a:lnTo>
                    <a:lnTo>
                      <a:pt x="40" y="71"/>
                    </a:lnTo>
                    <a:lnTo>
                      <a:pt x="40" y="71"/>
                    </a:lnTo>
                    <a:lnTo>
                      <a:pt x="40" y="71"/>
                    </a:lnTo>
                    <a:lnTo>
                      <a:pt x="40" y="73"/>
                    </a:lnTo>
                    <a:lnTo>
                      <a:pt x="40" y="73"/>
                    </a:lnTo>
                    <a:lnTo>
                      <a:pt x="40" y="76"/>
                    </a:lnTo>
                    <a:lnTo>
                      <a:pt x="43" y="76"/>
                    </a:lnTo>
                    <a:lnTo>
                      <a:pt x="43" y="76"/>
                    </a:lnTo>
                    <a:lnTo>
                      <a:pt x="43" y="78"/>
                    </a:lnTo>
                    <a:lnTo>
                      <a:pt x="43" y="78"/>
                    </a:lnTo>
                    <a:lnTo>
                      <a:pt x="43" y="78"/>
                    </a:lnTo>
                    <a:lnTo>
                      <a:pt x="43" y="80"/>
                    </a:lnTo>
                    <a:lnTo>
                      <a:pt x="43" y="80"/>
                    </a:lnTo>
                    <a:lnTo>
                      <a:pt x="43" y="80"/>
                    </a:lnTo>
                    <a:lnTo>
                      <a:pt x="43" y="80"/>
                    </a:lnTo>
                    <a:lnTo>
                      <a:pt x="43" y="83"/>
                    </a:lnTo>
                    <a:lnTo>
                      <a:pt x="43" y="83"/>
                    </a:lnTo>
                    <a:lnTo>
                      <a:pt x="45" y="83"/>
                    </a:lnTo>
                    <a:lnTo>
                      <a:pt x="45" y="85"/>
                    </a:lnTo>
                    <a:lnTo>
                      <a:pt x="45" y="85"/>
                    </a:lnTo>
                    <a:lnTo>
                      <a:pt x="45" y="88"/>
                    </a:lnTo>
                    <a:lnTo>
                      <a:pt x="45" y="88"/>
                    </a:lnTo>
                    <a:lnTo>
                      <a:pt x="45" y="88"/>
                    </a:lnTo>
                    <a:lnTo>
                      <a:pt x="45" y="90"/>
                    </a:lnTo>
                    <a:lnTo>
                      <a:pt x="45" y="90"/>
                    </a:lnTo>
                    <a:lnTo>
                      <a:pt x="45" y="90"/>
                    </a:lnTo>
                    <a:lnTo>
                      <a:pt x="45" y="92"/>
                    </a:lnTo>
                    <a:lnTo>
                      <a:pt x="47" y="92"/>
                    </a:lnTo>
                    <a:lnTo>
                      <a:pt x="47" y="92"/>
                    </a:lnTo>
                    <a:lnTo>
                      <a:pt x="47" y="95"/>
                    </a:lnTo>
                    <a:lnTo>
                      <a:pt x="47" y="95"/>
                    </a:lnTo>
                    <a:lnTo>
                      <a:pt x="47" y="97"/>
                    </a:lnTo>
                    <a:lnTo>
                      <a:pt x="47" y="97"/>
                    </a:lnTo>
                    <a:lnTo>
                      <a:pt x="47" y="97"/>
                    </a:lnTo>
                    <a:lnTo>
                      <a:pt x="47" y="99"/>
                    </a:lnTo>
                    <a:lnTo>
                      <a:pt x="47" y="99"/>
                    </a:lnTo>
                    <a:lnTo>
                      <a:pt x="47" y="99"/>
                    </a:lnTo>
                    <a:lnTo>
                      <a:pt x="47" y="99"/>
                    </a:lnTo>
                    <a:lnTo>
                      <a:pt x="47" y="102"/>
                    </a:lnTo>
                    <a:lnTo>
                      <a:pt x="47" y="102"/>
                    </a:lnTo>
                    <a:lnTo>
                      <a:pt x="50" y="102"/>
                    </a:lnTo>
                    <a:lnTo>
                      <a:pt x="50" y="104"/>
                    </a:lnTo>
                    <a:lnTo>
                      <a:pt x="50" y="104"/>
                    </a:lnTo>
                    <a:lnTo>
                      <a:pt x="50" y="104"/>
                    </a:lnTo>
                    <a:lnTo>
                      <a:pt x="50" y="107"/>
                    </a:lnTo>
                    <a:lnTo>
                      <a:pt x="50" y="107"/>
                    </a:lnTo>
                    <a:lnTo>
                      <a:pt x="50" y="107"/>
                    </a:lnTo>
                    <a:lnTo>
                      <a:pt x="50" y="109"/>
                    </a:lnTo>
                    <a:lnTo>
                      <a:pt x="52" y="109"/>
                    </a:lnTo>
                    <a:lnTo>
                      <a:pt x="52" y="109"/>
                    </a:lnTo>
                    <a:lnTo>
                      <a:pt x="52" y="109"/>
                    </a:lnTo>
                    <a:lnTo>
                      <a:pt x="52" y="109"/>
                    </a:lnTo>
                    <a:lnTo>
                      <a:pt x="52" y="111"/>
                    </a:lnTo>
                    <a:lnTo>
                      <a:pt x="55" y="111"/>
                    </a:lnTo>
                    <a:lnTo>
                      <a:pt x="55" y="111"/>
                    </a:lnTo>
                    <a:lnTo>
                      <a:pt x="55" y="114"/>
                    </a:lnTo>
                    <a:lnTo>
                      <a:pt x="55" y="114"/>
                    </a:lnTo>
                    <a:lnTo>
                      <a:pt x="55" y="114"/>
                    </a:lnTo>
                    <a:lnTo>
                      <a:pt x="55" y="116"/>
                    </a:lnTo>
                    <a:lnTo>
                      <a:pt x="55" y="116"/>
                    </a:lnTo>
                    <a:lnTo>
                      <a:pt x="55" y="116"/>
                    </a:lnTo>
                    <a:lnTo>
                      <a:pt x="55" y="118"/>
                    </a:lnTo>
                    <a:lnTo>
                      <a:pt x="55" y="118"/>
                    </a:lnTo>
                    <a:lnTo>
                      <a:pt x="57" y="118"/>
                    </a:lnTo>
                    <a:lnTo>
                      <a:pt x="57" y="118"/>
                    </a:lnTo>
                    <a:lnTo>
                      <a:pt x="57" y="121"/>
                    </a:lnTo>
                    <a:lnTo>
                      <a:pt x="57" y="121"/>
                    </a:lnTo>
                    <a:lnTo>
                      <a:pt x="57" y="121"/>
                    </a:lnTo>
                    <a:lnTo>
                      <a:pt x="57" y="123"/>
                    </a:lnTo>
                    <a:lnTo>
                      <a:pt x="57" y="123"/>
                    </a:lnTo>
                    <a:lnTo>
                      <a:pt x="57" y="123"/>
                    </a:lnTo>
                    <a:lnTo>
                      <a:pt x="57" y="126"/>
                    </a:lnTo>
                    <a:lnTo>
                      <a:pt x="57" y="126"/>
                    </a:lnTo>
                    <a:lnTo>
                      <a:pt x="57" y="128"/>
                    </a:lnTo>
                    <a:lnTo>
                      <a:pt x="59" y="128"/>
                    </a:lnTo>
                    <a:lnTo>
                      <a:pt x="59" y="128"/>
                    </a:lnTo>
                    <a:lnTo>
                      <a:pt x="59" y="130"/>
                    </a:lnTo>
                    <a:lnTo>
                      <a:pt x="59" y="130"/>
                    </a:lnTo>
                    <a:lnTo>
                      <a:pt x="59" y="130"/>
                    </a:lnTo>
                    <a:lnTo>
                      <a:pt x="59" y="130"/>
                    </a:lnTo>
                    <a:lnTo>
                      <a:pt x="62" y="130"/>
                    </a:lnTo>
                    <a:lnTo>
                      <a:pt x="62" y="133"/>
                    </a:lnTo>
                    <a:lnTo>
                      <a:pt x="62" y="133"/>
                    </a:lnTo>
                    <a:lnTo>
                      <a:pt x="62" y="133"/>
                    </a:lnTo>
                    <a:lnTo>
                      <a:pt x="62" y="135"/>
                    </a:lnTo>
                    <a:lnTo>
                      <a:pt x="62" y="135"/>
                    </a:lnTo>
                    <a:lnTo>
                      <a:pt x="62" y="135"/>
                    </a:lnTo>
                    <a:lnTo>
                      <a:pt x="62" y="137"/>
                    </a:lnTo>
                    <a:lnTo>
                      <a:pt x="64" y="137"/>
                    </a:lnTo>
                    <a:lnTo>
                      <a:pt x="64" y="137"/>
                    </a:lnTo>
                    <a:lnTo>
                      <a:pt x="64" y="137"/>
                    </a:lnTo>
                    <a:lnTo>
                      <a:pt x="64" y="137"/>
                    </a:lnTo>
                    <a:lnTo>
                      <a:pt x="66" y="137"/>
                    </a:lnTo>
                    <a:lnTo>
                      <a:pt x="66" y="140"/>
                    </a:lnTo>
                    <a:lnTo>
                      <a:pt x="66" y="140"/>
                    </a:lnTo>
                    <a:lnTo>
                      <a:pt x="69" y="140"/>
                    </a:lnTo>
                    <a:lnTo>
                      <a:pt x="69" y="140"/>
                    </a:lnTo>
                    <a:lnTo>
                      <a:pt x="69" y="140"/>
                    </a:lnTo>
                    <a:lnTo>
                      <a:pt x="69" y="142"/>
                    </a:lnTo>
                    <a:lnTo>
                      <a:pt x="69" y="142"/>
                    </a:lnTo>
                    <a:lnTo>
                      <a:pt x="69" y="144"/>
                    </a:lnTo>
                    <a:lnTo>
                      <a:pt x="69" y="144"/>
                    </a:lnTo>
                    <a:lnTo>
                      <a:pt x="69" y="144"/>
                    </a:lnTo>
                    <a:lnTo>
                      <a:pt x="69" y="144"/>
                    </a:lnTo>
                    <a:lnTo>
                      <a:pt x="69" y="147"/>
                    </a:lnTo>
                    <a:lnTo>
                      <a:pt x="69" y="147"/>
                    </a:lnTo>
                    <a:lnTo>
                      <a:pt x="69" y="147"/>
                    </a:lnTo>
                    <a:lnTo>
                      <a:pt x="66" y="147"/>
                    </a:lnTo>
                    <a:lnTo>
                      <a:pt x="66" y="144"/>
                    </a:lnTo>
                    <a:lnTo>
                      <a:pt x="66" y="144"/>
                    </a:lnTo>
                    <a:lnTo>
                      <a:pt x="66" y="144"/>
                    </a:lnTo>
                    <a:lnTo>
                      <a:pt x="66" y="142"/>
                    </a:lnTo>
                    <a:lnTo>
                      <a:pt x="66" y="142"/>
                    </a:lnTo>
                    <a:lnTo>
                      <a:pt x="64" y="142"/>
                    </a:lnTo>
                    <a:lnTo>
                      <a:pt x="64" y="140"/>
                    </a:lnTo>
                    <a:lnTo>
                      <a:pt x="64" y="140"/>
                    </a:lnTo>
                    <a:lnTo>
                      <a:pt x="64" y="140"/>
                    </a:lnTo>
                    <a:lnTo>
                      <a:pt x="64" y="140"/>
                    </a:lnTo>
                    <a:lnTo>
                      <a:pt x="64" y="140"/>
                    </a:lnTo>
                    <a:lnTo>
                      <a:pt x="62" y="140"/>
                    </a:lnTo>
                    <a:lnTo>
                      <a:pt x="62" y="137"/>
                    </a:lnTo>
                    <a:lnTo>
                      <a:pt x="62" y="137"/>
                    </a:lnTo>
                    <a:lnTo>
                      <a:pt x="62" y="137"/>
                    </a:lnTo>
                    <a:lnTo>
                      <a:pt x="62" y="137"/>
                    </a:lnTo>
                    <a:lnTo>
                      <a:pt x="59" y="137"/>
                    </a:lnTo>
                    <a:lnTo>
                      <a:pt x="59" y="135"/>
                    </a:lnTo>
                    <a:lnTo>
                      <a:pt x="59" y="135"/>
                    </a:lnTo>
                    <a:lnTo>
                      <a:pt x="57" y="135"/>
                    </a:lnTo>
                    <a:lnTo>
                      <a:pt x="57" y="135"/>
                    </a:lnTo>
                    <a:lnTo>
                      <a:pt x="57" y="135"/>
                    </a:lnTo>
                    <a:lnTo>
                      <a:pt x="57" y="133"/>
                    </a:lnTo>
                    <a:lnTo>
                      <a:pt x="57" y="133"/>
                    </a:lnTo>
                    <a:lnTo>
                      <a:pt x="57" y="133"/>
                    </a:lnTo>
                    <a:lnTo>
                      <a:pt x="55" y="133"/>
                    </a:lnTo>
                    <a:lnTo>
                      <a:pt x="55" y="130"/>
                    </a:lnTo>
                    <a:lnTo>
                      <a:pt x="55" y="130"/>
                    </a:lnTo>
                    <a:lnTo>
                      <a:pt x="55" y="130"/>
                    </a:lnTo>
                    <a:lnTo>
                      <a:pt x="55" y="130"/>
                    </a:lnTo>
                    <a:lnTo>
                      <a:pt x="52" y="130"/>
                    </a:lnTo>
                    <a:lnTo>
                      <a:pt x="52" y="130"/>
                    </a:lnTo>
                    <a:lnTo>
                      <a:pt x="50" y="130"/>
                    </a:lnTo>
                    <a:lnTo>
                      <a:pt x="50" y="130"/>
                    </a:lnTo>
                    <a:lnTo>
                      <a:pt x="50" y="130"/>
                    </a:lnTo>
                    <a:lnTo>
                      <a:pt x="50" y="130"/>
                    </a:lnTo>
                    <a:lnTo>
                      <a:pt x="47" y="130"/>
                    </a:lnTo>
                    <a:lnTo>
                      <a:pt x="47" y="130"/>
                    </a:lnTo>
                    <a:lnTo>
                      <a:pt x="47" y="130"/>
                    </a:lnTo>
                    <a:lnTo>
                      <a:pt x="45" y="130"/>
                    </a:lnTo>
                    <a:lnTo>
                      <a:pt x="45" y="130"/>
                    </a:lnTo>
                    <a:lnTo>
                      <a:pt x="43" y="130"/>
                    </a:lnTo>
                    <a:lnTo>
                      <a:pt x="43" y="130"/>
                    </a:lnTo>
                    <a:lnTo>
                      <a:pt x="43" y="130"/>
                    </a:lnTo>
                    <a:lnTo>
                      <a:pt x="40" y="130"/>
                    </a:lnTo>
                    <a:lnTo>
                      <a:pt x="40" y="130"/>
                    </a:lnTo>
                    <a:lnTo>
                      <a:pt x="40" y="130"/>
                    </a:lnTo>
                    <a:lnTo>
                      <a:pt x="38" y="130"/>
                    </a:lnTo>
                    <a:lnTo>
                      <a:pt x="38" y="130"/>
                    </a:lnTo>
                    <a:lnTo>
                      <a:pt x="38" y="130"/>
                    </a:lnTo>
                    <a:lnTo>
                      <a:pt x="36" y="130"/>
                    </a:lnTo>
                    <a:lnTo>
                      <a:pt x="36" y="130"/>
                    </a:lnTo>
                    <a:lnTo>
                      <a:pt x="36" y="130"/>
                    </a:lnTo>
                    <a:lnTo>
                      <a:pt x="36" y="130"/>
                    </a:lnTo>
                    <a:lnTo>
                      <a:pt x="33" y="130"/>
                    </a:lnTo>
                    <a:lnTo>
                      <a:pt x="33" y="133"/>
                    </a:lnTo>
                    <a:lnTo>
                      <a:pt x="33" y="133"/>
                    </a:lnTo>
                    <a:lnTo>
                      <a:pt x="33" y="133"/>
                    </a:lnTo>
                    <a:lnTo>
                      <a:pt x="33" y="133"/>
                    </a:lnTo>
                    <a:lnTo>
                      <a:pt x="31" y="133"/>
                    </a:lnTo>
                    <a:lnTo>
                      <a:pt x="31" y="135"/>
                    </a:lnTo>
                    <a:lnTo>
                      <a:pt x="31" y="135"/>
                    </a:lnTo>
                    <a:lnTo>
                      <a:pt x="31" y="135"/>
                    </a:lnTo>
                    <a:lnTo>
                      <a:pt x="31" y="137"/>
                    </a:lnTo>
                    <a:lnTo>
                      <a:pt x="31" y="137"/>
                    </a:lnTo>
                    <a:lnTo>
                      <a:pt x="31" y="137"/>
                    </a:lnTo>
                    <a:lnTo>
                      <a:pt x="31" y="140"/>
                    </a:lnTo>
                    <a:lnTo>
                      <a:pt x="31" y="140"/>
                    </a:lnTo>
                    <a:lnTo>
                      <a:pt x="31" y="140"/>
                    </a:lnTo>
                    <a:lnTo>
                      <a:pt x="31" y="140"/>
                    </a:lnTo>
                    <a:lnTo>
                      <a:pt x="31" y="142"/>
                    </a:lnTo>
                    <a:lnTo>
                      <a:pt x="28" y="142"/>
                    </a:lnTo>
                    <a:lnTo>
                      <a:pt x="28" y="142"/>
                    </a:lnTo>
                    <a:lnTo>
                      <a:pt x="28" y="142"/>
                    </a:lnTo>
                    <a:lnTo>
                      <a:pt x="28" y="144"/>
                    </a:lnTo>
                    <a:lnTo>
                      <a:pt x="28" y="144"/>
                    </a:lnTo>
                    <a:lnTo>
                      <a:pt x="28" y="144"/>
                    </a:lnTo>
                    <a:lnTo>
                      <a:pt x="28" y="147"/>
                    </a:lnTo>
                    <a:lnTo>
                      <a:pt x="28" y="147"/>
                    </a:lnTo>
                    <a:lnTo>
                      <a:pt x="26" y="147"/>
                    </a:lnTo>
                    <a:lnTo>
                      <a:pt x="26" y="149"/>
                    </a:lnTo>
                    <a:lnTo>
                      <a:pt x="26" y="149"/>
                    </a:lnTo>
                    <a:lnTo>
                      <a:pt x="26" y="149"/>
                    </a:lnTo>
                    <a:lnTo>
                      <a:pt x="26" y="149"/>
                    </a:lnTo>
                    <a:lnTo>
                      <a:pt x="26" y="152"/>
                    </a:lnTo>
                    <a:lnTo>
                      <a:pt x="26" y="152"/>
                    </a:lnTo>
                    <a:lnTo>
                      <a:pt x="24" y="152"/>
                    </a:lnTo>
                    <a:lnTo>
                      <a:pt x="24" y="154"/>
                    </a:lnTo>
                    <a:lnTo>
                      <a:pt x="24" y="154"/>
                    </a:lnTo>
                    <a:lnTo>
                      <a:pt x="24" y="154"/>
                    </a:lnTo>
                    <a:lnTo>
                      <a:pt x="24" y="156"/>
                    </a:lnTo>
                    <a:lnTo>
                      <a:pt x="24" y="156"/>
                    </a:lnTo>
                    <a:lnTo>
                      <a:pt x="24" y="156"/>
                    </a:lnTo>
                    <a:lnTo>
                      <a:pt x="24" y="159"/>
                    </a:lnTo>
                    <a:lnTo>
                      <a:pt x="24" y="159"/>
                    </a:lnTo>
                    <a:lnTo>
                      <a:pt x="21" y="159"/>
                    </a:lnTo>
                    <a:lnTo>
                      <a:pt x="21" y="159"/>
                    </a:lnTo>
                    <a:lnTo>
                      <a:pt x="21" y="161"/>
                    </a:lnTo>
                    <a:lnTo>
                      <a:pt x="21" y="161"/>
                    </a:lnTo>
                    <a:lnTo>
                      <a:pt x="21" y="163"/>
                    </a:lnTo>
                    <a:lnTo>
                      <a:pt x="21" y="163"/>
                    </a:lnTo>
                    <a:lnTo>
                      <a:pt x="21" y="163"/>
                    </a:lnTo>
                    <a:lnTo>
                      <a:pt x="21" y="166"/>
                    </a:lnTo>
                    <a:lnTo>
                      <a:pt x="21" y="166"/>
                    </a:lnTo>
                    <a:lnTo>
                      <a:pt x="21" y="166"/>
                    </a:lnTo>
                    <a:lnTo>
                      <a:pt x="21" y="166"/>
                    </a:lnTo>
                    <a:lnTo>
                      <a:pt x="21" y="168"/>
                    </a:lnTo>
                    <a:lnTo>
                      <a:pt x="21" y="168"/>
                    </a:lnTo>
                    <a:lnTo>
                      <a:pt x="21" y="168"/>
                    </a:lnTo>
                    <a:lnTo>
                      <a:pt x="21" y="168"/>
                    </a:lnTo>
                    <a:lnTo>
                      <a:pt x="21" y="171"/>
                    </a:lnTo>
                    <a:lnTo>
                      <a:pt x="24" y="171"/>
                    </a:lnTo>
                    <a:lnTo>
                      <a:pt x="24" y="171"/>
                    </a:lnTo>
                    <a:lnTo>
                      <a:pt x="24" y="171"/>
                    </a:lnTo>
                    <a:lnTo>
                      <a:pt x="24" y="173"/>
                    </a:lnTo>
                    <a:lnTo>
                      <a:pt x="24" y="173"/>
                    </a:lnTo>
                    <a:lnTo>
                      <a:pt x="24" y="173"/>
                    </a:lnTo>
                    <a:lnTo>
                      <a:pt x="24" y="175"/>
                    </a:lnTo>
                    <a:lnTo>
                      <a:pt x="26" y="175"/>
                    </a:lnTo>
                    <a:lnTo>
                      <a:pt x="26" y="175"/>
                    </a:lnTo>
                    <a:lnTo>
                      <a:pt x="26" y="175"/>
                    </a:lnTo>
                    <a:lnTo>
                      <a:pt x="28" y="175"/>
                    </a:lnTo>
                    <a:lnTo>
                      <a:pt x="28" y="178"/>
                    </a:lnTo>
                    <a:lnTo>
                      <a:pt x="28" y="178"/>
                    </a:lnTo>
                    <a:lnTo>
                      <a:pt x="28" y="178"/>
                    </a:lnTo>
                    <a:lnTo>
                      <a:pt x="28" y="178"/>
                    </a:lnTo>
                    <a:lnTo>
                      <a:pt x="31" y="178"/>
                    </a:lnTo>
                    <a:lnTo>
                      <a:pt x="31" y="178"/>
                    </a:lnTo>
                    <a:lnTo>
                      <a:pt x="31" y="178"/>
                    </a:lnTo>
                    <a:lnTo>
                      <a:pt x="31" y="180"/>
                    </a:lnTo>
                    <a:lnTo>
                      <a:pt x="33" y="180"/>
                    </a:lnTo>
                    <a:lnTo>
                      <a:pt x="33" y="180"/>
                    </a:lnTo>
                    <a:lnTo>
                      <a:pt x="33" y="182"/>
                    </a:lnTo>
                    <a:lnTo>
                      <a:pt x="33" y="182"/>
                    </a:lnTo>
                    <a:lnTo>
                      <a:pt x="33" y="182"/>
                    </a:lnTo>
                    <a:lnTo>
                      <a:pt x="33" y="185"/>
                    </a:lnTo>
                    <a:lnTo>
                      <a:pt x="33" y="185"/>
                    </a:lnTo>
                    <a:lnTo>
                      <a:pt x="33" y="187"/>
                    </a:lnTo>
                    <a:lnTo>
                      <a:pt x="33" y="187"/>
                    </a:lnTo>
                    <a:lnTo>
                      <a:pt x="33" y="187"/>
                    </a:lnTo>
                    <a:lnTo>
                      <a:pt x="33" y="189"/>
                    </a:lnTo>
                    <a:lnTo>
                      <a:pt x="33" y="189"/>
                    </a:lnTo>
                    <a:lnTo>
                      <a:pt x="36" y="189"/>
                    </a:lnTo>
                    <a:lnTo>
                      <a:pt x="36" y="189"/>
                    </a:lnTo>
                    <a:lnTo>
                      <a:pt x="36" y="189"/>
                    </a:lnTo>
                    <a:lnTo>
                      <a:pt x="36" y="189"/>
                    </a:lnTo>
                    <a:lnTo>
                      <a:pt x="36" y="192"/>
                    </a:lnTo>
                    <a:lnTo>
                      <a:pt x="38" y="192"/>
                    </a:lnTo>
                    <a:lnTo>
                      <a:pt x="38" y="192"/>
                    </a:lnTo>
                    <a:lnTo>
                      <a:pt x="40" y="192"/>
                    </a:lnTo>
                    <a:lnTo>
                      <a:pt x="40" y="192"/>
                    </a:lnTo>
                    <a:lnTo>
                      <a:pt x="40" y="189"/>
                    </a:lnTo>
                    <a:lnTo>
                      <a:pt x="40" y="189"/>
                    </a:lnTo>
                    <a:lnTo>
                      <a:pt x="43" y="189"/>
                    </a:lnTo>
                    <a:lnTo>
                      <a:pt x="43" y="192"/>
                    </a:lnTo>
                    <a:lnTo>
                      <a:pt x="43" y="192"/>
                    </a:lnTo>
                    <a:lnTo>
                      <a:pt x="43" y="194"/>
                    </a:lnTo>
                    <a:lnTo>
                      <a:pt x="43" y="194"/>
                    </a:lnTo>
                    <a:lnTo>
                      <a:pt x="43" y="194"/>
                    </a:lnTo>
                    <a:lnTo>
                      <a:pt x="43" y="197"/>
                    </a:lnTo>
                    <a:lnTo>
                      <a:pt x="43" y="197"/>
                    </a:lnTo>
                    <a:lnTo>
                      <a:pt x="43" y="199"/>
                    </a:lnTo>
                    <a:lnTo>
                      <a:pt x="43" y="199"/>
                    </a:lnTo>
                    <a:lnTo>
                      <a:pt x="43" y="199"/>
                    </a:lnTo>
                    <a:lnTo>
                      <a:pt x="43" y="199"/>
                    </a:lnTo>
                    <a:lnTo>
                      <a:pt x="43" y="201"/>
                    </a:lnTo>
                    <a:lnTo>
                      <a:pt x="43" y="201"/>
                    </a:lnTo>
                    <a:lnTo>
                      <a:pt x="45" y="201"/>
                    </a:lnTo>
                    <a:lnTo>
                      <a:pt x="45" y="204"/>
                    </a:lnTo>
                    <a:lnTo>
                      <a:pt x="45" y="204"/>
                    </a:lnTo>
                    <a:lnTo>
                      <a:pt x="43" y="204"/>
                    </a:lnTo>
                    <a:lnTo>
                      <a:pt x="43" y="206"/>
                    </a:lnTo>
                    <a:lnTo>
                      <a:pt x="43" y="206"/>
                    </a:lnTo>
                    <a:lnTo>
                      <a:pt x="43" y="206"/>
                    </a:lnTo>
                    <a:lnTo>
                      <a:pt x="43" y="208"/>
                    </a:lnTo>
                    <a:lnTo>
                      <a:pt x="43" y="208"/>
                    </a:lnTo>
                    <a:lnTo>
                      <a:pt x="43" y="208"/>
                    </a:lnTo>
                    <a:lnTo>
                      <a:pt x="43" y="208"/>
                    </a:lnTo>
                    <a:lnTo>
                      <a:pt x="43" y="211"/>
                    </a:lnTo>
                    <a:lnTo>
                      <a:pt x="40" y="211"/>
                    </a:lnTo>
                    <a:lnTo>
                      <a:pt x="40" y="211"/>
                    </a:lnTo>
                    <a:lnTo>
                      <a:pt x="40" y="213"/>
                    </a:lnTo>
                    <a:lnTo>
                      <a:pt x="40" y="213"/>
                    </a:lnTo>
                    <a:lnTo>
                      <a:pt x="40" y="213"/>
                    </a:lnTo>
                    <a:lnTo>
                      <a:pt x="40" y="211"/>
                    </a:lnTo>
                    <a:lnTo>
                      <a:pt x="40" y="211"/>
                    </a:lnTo>
                    <a:lnTo>
                      <a:pt x="40" y="208"/>
                    </a:lnTo>
                    <a:lnTo>
                      <a:pt x="40" y="208"/>
                    </a:lnTo>
                    <a:lnTo>
                      <a:pt x="40" y="208"/>
                    </a:lnTo>
                    <a:lnTo>
                      <a:pt x="40" y="206"/>
                    </a:lnTo>
                    <a:lnTo>
                      <a:pt x="40" y="206"/>
                    </a:lnTo>
                    <a:lnTo>
                      <a:pt x="38" y="206"/>
                    </a:lnTo>
                    <a:lnTo>
                      <a:pt x="38" y="204"/>
                    </a:lnTo>
                    <a:lnTo>
                      <a:pt x="38" y="204"/>
                    </a:lnTo>
                    <a:lnTo>
                      <a:pt x="38" y="204"/>
                    </a:lnTo>
                    <a:lnTo>
                      <a:pt x="38" y="201"/>
                    </a:lnTo>
                    <a:lnTo>
                      <a:pt x="38" y="201"/>
                    </a:lnTo>
                    <a:lnTo>
                      <a:pt x="38" y="199"/>
                    </a:lnTo>
                    <a:lnTo>
                      <a:pt x="36" y="199"/>
                    </a:lnTo>
                    <a:lnTo>
                      <a:pt x="36" y="199"/>
                    </a:lnTo>
                    <a:lnTo>
                      <a:pt x="36" y="199"/>
                    </a:lnTo>
                    <a:lnTo>
                      <a:pt x="36" y="199"/>
                    </a:lnTo>
                    <a:lnTo>
                      <a:pt x="36" y="199"/>
                    </a:lnTo>
                    <a:lnTo>
                      <a:pt x="33" y="199"/>
                    </a:lnTo>
                    <a:lnTo>
                      <a:pt x="33" y="199"/>
                    </a:lnTo>
                    <a:lnTo>
                      <a:pt x="33" y="199"/>
                    </a:lnTo>
                    <a:lnTo>
                      <a:pt x="31" y="199"/>
                    </a:lnTo>
                    <a:lnTo>
                      <a:pt x="31" y="199"/>
                    </a:lnTo>
                    <a:lnTo>
                      <a:pt x="28" y="199"/>
                    </a:lnTo>
                    <a:lnTo>
                      <a:pt x="28" y="199"/>
                    </a:lnTo>
                    <a:lnTo>
                      <a:pt x="28" y="199"/>
                    </a:lnTo>
                    <a:lnTo>
                      <a:pt x="26" y="199"/>
                    </a:lnTo>
                    <a:lnTo>
                      <a:pt x="26" y="199"/>
                    </a:lnTo>
                    <a:lnTo>
                      <a:pt x="26" y="197"/>
                    </a:lnTo>
                    <a:lnTo>
                      <a:pt x="24" y="197"/>
                    </a:lnTo>
                    <a:lnTo>
                      <a:pt x="24" y="197"/>
                    </a:lnTo>
                    <a:lnTo>
                      <a:pt x="24" y="194"/>
                    </a:lnTo>
                    <a:lnTo>
                      <a:pt x="24" y="194"/>
                    </a:lnTo>
                    <a:lnTo>
                      <a:pt x="24" y="194"/>
                    </a:lnTo>
                    <a:lnTo>
                      <a:pt x="21" y="194"/>
                    </a:lnTo>
                    <a:lnTo>
                      <a:pt x="21" y="197"/>
                    </a:lnTo>
                    <a:lnTo>
                      <a:pt x="21" y="197"/>
                    </a:lnTo>
                    <a:lnTo>
                      <a:pt x="21" y="197"/>
                    </a:lnTo>
                    <a:lnTo>
                      <a:pt x="21" y="197"/>
                    </a:lnTo>
                    <a:lnTo>
                      <a:pt x="19" y="197"/>
                    </a:lnTo>
                    <a:lnTo>
                      <a:pt x="19" y="199"/>
                    </a:lnTo>
                    <a:lnTo>
                      <a:pt x="19" y="199"/>
                    </a:lnTo>
                    <a:lnTo>
                      <a:pt x="19" y="199"/>
                    </a:lnTo>
                    <a:lnTo>
                      <a:pt x="19" y="199"/>
                    </a:lnTo>
                    <a:lnTo>
                      <a:pt x="19" y="201"/>
                    </a:lnTo>
                    <a:lnTo>
                      <a:pt x="17" y="201"/>
                    </a:lnTo>
                    <a:lnTo>
                      <a:pt x="17" y="201"/>
                    </a:lnTo>
                    <a:lnTo>
                      <a:pt x="17" y="201"/>
                    </a:lnTo>
                    <a:lnTo>
                      <a:pt x="17" y="204"/>
                    </a:lnTo>
                    <a:lnTo>
                      <a:pt x="17" y="204"/>
                    </a:lnTo>
                    <a:lnTo>
                      <a:pt x="17" y="204"/>
                    </a:lnTo>
                    <a:lnTo>
                      <a:pt x="17" y="206"/>
                    </a:lnTo>
                    <a:lnTo>
                      <a:pt x="17" y="206"/>
                    </a:lnTo>
                    <a:lnTo>
                      <a:pt x="17" y="208"/>
                    </a:lnTo>
                    <a:lnTo>
                      <a:pt x="17" y="208"/>
                    </a:lnTo>
                    <a:lnTo>
                      <a:pt x="14" y="208"/>
                    </a:lnTo>
                    <a:lnTo>
                      <a:pt x="14" y="208"/>
                    </a:lnTo>
                    <a:lnTo>
                      <a:pt x="14" y="211"/>
                    </a:lnTo>
                    <a:lnTo>
                      <a:pt x="14" y="211"/>
                    </a:lnTo>
                    <a:lnTo>
                      <a:pt x="14" y="211"/>
                    </a:lnTo>
                    <a:lnTo>
                      <a:pt x="14" y="213"/>
                    </a:lnTo>
                    <a:lnTo>
                      <a:pt x="14" y="213"/>
                    </a:lnTo>
                    <a:lnTo>
                      <a:pt x="12" y="213"/>
                    </a:lnTo>
                    <a:lnTo>
                      <a:pt x="12" y="213"/>
                    </a:lnTo>
                    <a:lnTo>
                      <a:pt x="12" y="216"/>
                    </a:lnTo>
                    <a:lnTo>
                      <a:pt x="12" y="216"/>
                    </a:lnTo>
                    <a:lnTo>
                      <a:pt x="12" y="216"/>
                    </a:lnTo>
                    <a:lnTo>
                      <a:pt x="10" y="216"/>
                    </a:lnTo>
                    <a:lnTo>
                      <a:pt x="10" y="216"/>
                    </a:lnTo>
                    <a:lnTo>
                      <a:pt x="10" y="216"/>
                    </a:lnTo>
                    <a:lnTo>
                      <a:pt x="10" y="213"/>
                    </a:lnTo>
                    <a:lnTo>
                      <a:pt x="10" y="213"/>
                    </a:lnTo>
                    <a:lnTo>
                      <a:pt x="10" y="213"/>
                    </a:lnTo>
                    <a:lnTo>
                      <a:pt x="7" y="213"/>
                    </a:lnTo>
                    <a:lnTo>
                      <a:pt x="7" y="211"/>
                    </a:lnTo>
                    <a:lnTo>
                      <a:pt x="7" y="211"/>
                    </a:lnTo>
                    <a:lnTo>
                      <a:pt x="7" y="208"/>
                    </a:lnTo>
                    <a:lnTo>
                      <a:pt x="7" y="208"/>
                    </a:lnTo>
                    <a:lnTo>
                      <a:pt x="7" y="208"/>
                    </a:lnTo>
                    <a:lnTo>
                      <a:pt x="7" y="208"/>
                    </a:lnTo>
                    <a:lnTo>
                      <a:pt x="7" y="206"/>
                    </a:lnTo>
                    <a:lnTo>
                      <a:pt x="7" y="206"/>
                    </a:lnTo>
                    <a:lnTo>
                      <a:pt x="7" y="204"/>
                    </a:lnTo>
                    <a:lnTo>
                      <a:pt x="7" y="204"/>
                    </a:lnTo>
                    <a:lnTo>
                      <a:pt x="7" y="204"/>
                    </a:lnTo>
                    <a:lnTo>
                      <a:pt x="7" y="201"/>
                    </a:lnTo>
                    <a:lnTo>
                      <a:pt x="5" y="201"/>
                    </a:lnTo>
                    <a:lnTo>
                      <a:pt x="5" y="201"/>
                    </a:lnTo>
                    <a:lnTo>
                      <a:pt x="5" y="199"/>
                    </a:lnTo>
                    <a:lnTo>
                      <a:pt x="5" y="199"/>
                    </a:lnTo>
                    <a:lnTo>
                      <a:pt x="5" y="199"/>
                    </a:lnTo>
                    <a:lnTo>
                      <a:pt x="5" y="197"/>
                    </a:lnTo>
                    <a:lnTo>
                      <a:pt x="7" y="197"/>
                    </a:lnTo>
                    <a:lnTo>
                      <a:pt x="7" y="197"/>
                    </a:lnTo>
                    <a:lnTo>
                      <a:pt x="7" y="194"/>
                    </a:lnTo>
                    <a:lnTo>
                      <a:pt x="7" y="194"/>
                    </a:lnTo>
                    <a:lnTo>
                      <a:pt x="7" y="194"/>
                    </a:lnTo>
                    <a:lnTo>
                      <a:pt x="7" y="192"/>
                    </a:lnTo>
                    <a:lnTo>
                      <a:pt x="7" y="192"/>
                    </a:lnTo>
                    <a:lnTo>
                      <a:pt x="7" y="192"/>
                    </a:lnTo>
                    <a:lnTo>
                      <a:pt x="7" y="189"/>
                    </a:lnTo>
                    <a:lnTo>
                      <a:pt x="10" y="189"/>
                    </a:lnTo>
                    <a:lnTo>
                      <a:pt x="10" y="189"/>
                    </a:lnTo>
                    <a:lnTo>
                      <a:pt x="10" y="189"/>
                    </a:lnTo>
                    <a:lnTo>
                      <a:pt x="10" y="189"/>
                    </a:lnTo>
                    <a:lnTo>
                      <a:pt x="10" y="187"/>
                    </a:lnTo>
                    <a:lnTo>
                      <a:pt x="10" y="187"/>
                    </a:lnTo>
                    <a:lnTo>
                      <a:pt x="10" y="185"/>
                    </a:lnTo>
                    <a:lnTo>
                      <a:pt x="10" y="185"/>
                    </a:lnTo>
                    <a:lnTo>
                      <a:pt x="10" y="185"/>
                    </a:lnTo>
                    <a:lnTo>
                      <a:pt x="10" y="182"/>
                    </a:lnTo>
                    <a:lnTo>
                      <a:pt x="10" y="182"/>
                    </a:lnTo>
                    <a:lnTo>
                      <a:pt x="10" y="182"/>
                    </a:lnTo>
                    <a:lnTo>
                      <a:pt x="10" y="180"/>
                    </a:lnTo>
                    <a:lnTo>
                      <a:pt x="10" y="180"/>
                    </a:lnTo>
                    <a:lnTo>
                      <a:pt x="10" y="180"/>
                    </a:lnTo>
                    <a:lnTo>
                      <a:pt x="10" y="178"/>
                    </a:lnTo>
                    <a:lnTo>
                      <a:pt x="10" y="178"/>
                    </a:lnTo>
                    <a:lnTo>
                      <a:pt x="10" y="178"/>
                    </a:lnTo>
                    <a:lnTo>
                      <a:pt x="10" y="175"/>
                    </a:lnTo>
                    <a:lnTo>
                      <a:pt x="10" y="175"/>
                    </a:lnTo>
                    <a:lnTo>
                      <a:pt x="10" y="173"/>
                    </a:lnTo>
                    <a:lnTo>
                      <a:pt x="10" y="173"/>
                    </a:lnTo>
                    <a:lnTo>
                      <a:pt x="10" y="171"/>
                    </a:lnTo>
                    <a:lnTo>
                      <a:pt x="10" y="171"/>
                    </a:lnTo>
                    <a:lnTo>
                      <a:pt x="10" y="171"/>
                    </a:lnTo>
                    <a:lnTo>
                      <a:pt x="10" y="168"/>
                    </a:lnTo>
                    <a:lnTo>
                      <a:pt x="10" y="168"/>
                    </a:lnTo>
                    <a:lnTo>
                      <a:pt x="10" y="168"/>
                    </a:lnTo>
                    <a:lnTo>
                      <a:pt x="10" y="168"/>
                    </a:lnTo>
                    <a:lnTo>
                      <a:pt x="10" y="166"/>
                    </a:lnTo>
                    <a:lnTo>
                      <a:pt x="12" y="166"/>
                    </a:lnTo>
                    <a:lnTo>
                      <a:pt x="12" y="166"/>
                    </a:lnTo>
                    <a:lnTo>
                      <a:pt x="12" y="163"/>
                    </a:lnTo>
                    <a:lnTo>
                      <a:pt x="12" y="163"/>
                    </a:lnTo>
                    <a:lnTo>
                      <a:pt x="12" y="163"/>
                    </a:lnTo>
                    <a:lnTo>
                      <a:pt x="14" y="163"/>
                    </a:lnTo>
                    <a:lnTo>
                      <a:pt x="14" y="161"/>
                    </a:lnTo>
                    <a:lnTo>
                      <a:pt x="14" y="161"/>
                    </a:lnTo>
                    <a:lnTo>
                      <a:pt x="14" y="159"/>
                    </a:lnTo>
                    <a:lnTo>
                      <a:pt x="14" y="159"/>
                    </a:lnTo>
                    <a:lnTo>
                      <a:pt x="14" y="159"/>
                    </a:lnTo>
                    <a:lnTo>
                      <a:pt x="12" y="159"/>
                    </a:lnTo>
                    <a:lnTo>
                      <a:pt x="12" y="156"/>
                    </a:lnTo>
                    <a:lnTo>
                      <a:pt x="12" y="156"/>
                    </a:lnTo>
                    <a:lnTo>
                      <a:pt x="12" y="154"/>
                    </a:lnTo>
                    <a:lnTo>
                      <a:pt x="12" y="154"/>
                    </a:lnTo>
                    <a:lnTo>
                      <a:pt x="12" y="154"/>
                    </a:lnTo>
                    <a:lnTo>
                      <a:pt x="12" y="152"/>
                    </a:lnTo>
                    <a:lnTo>
                      <a:pt x="10" y="152"/>
                    </a:lnTo>
                    <a:lnTo>
                      <a:pt x="10" y="152"/>
                    </a:lnTo>
                    <a:lnTo>
                      <a:pt x="10" y="149"/>
                    </a:lnTo>
                    <a:lnTo>
                      <a:pt x="10" y="149"/>
                    </a:lnTo>
                    <a:lnTo>
                      <a:pt x="10" y="149"/>
                    </a:lnTo>
                    <a:lnTo>
                      <a:pt x="10" y="149"/>
                    </a:lnTo>
                    <a:lnTo>
                      <a:pt x="10" y="149"/>
                    </a:lnTo>
                    <a:lnTo>
                      <a:pt x="7" y="149"/>
                    </a:lnTo>
                    <a:lnTo>
                      <a:pt x="7" y="147"/>
                    </a:lnTo>
                    <a:lnTo>
                      <a:pt x="7" y="147"/>
                    </a:lnTo>
                    <a:lnTo>
                      <a:pt x="7" y="147"/>
                    </a:lnTo>
                    <a:lnTo>
                      <a:pt x="7" y="144"/>
                    </a:lnTo>
                    <a:lnTo>
                      <a:pt x="7" y="144"/>
                    </a:lnTo>
                    <a:lnTo>
                      <a:pt x="7" y="144"/>
                    </a:lnTo>
                    <a:lnTo>
                      <a:pt x="7" y="142"/>
                    </a:lnTo>
                    <a:lnTo>
                      <a:pt x="7" y="142"/>
                    </a:lnTo>
                    <a:lnTo>
                      <a:pt x="7" y="140"/>
                    </a:lnTo>
                    <a:lnTo>
                      <a:pt x="7" y="140"/>
                    </a:lnTo>
                    <a:lnTo>
                      <a:pt x="7" y="140"/>
                    </a:lnTo>
                    <a:lnTo>
                      <a:pt x="7" y="140"/>
                    </a:lnTo>
                    <a:lnTo>
                      <a:pt x="10" y="140"/>
                    </a:lnTo>
                    <a:lnTo>
                      <a:pt x="10" y="140"/>
                    </a:lnTo>
                    <a:lnTo>
                      <a:pt x="10" y="137"/>
                    </a:lnTo>
                    <a:lnTo>
                      <a:pt x="10" y="137"/>
                    </a:lnTo>
                    <a:lnTo>
                      <a:pt x="10" y="137"/>
                    </a:lnTo>
                    <a:lnTo>
                      <a:pt x="10" y="135"/>
                    </a:lnTo>
                    <a:lnTo>
                      <a:pt x="10" y="135"/>
                    </a:lnTo>
                    <a:lnTo>
                      <a:pt x="10" y="133"/>
                    </a:lnTo>
                    <a:lnTo>
                      <a:pt x="10" y="133"/>
                    </a:lnTo>
                    <a:lnTo>
                      <a:pt x="10" y="133"/>
                    </a:lnTo>
                    <a:lnTo>
                      <a:pt x="10" y="130"/>
                    </a:lnTo>
                    <a:lnTo>
                      <a:pt x="10" y="130"/>
                    </a:lnTo>
                    <a:lnTo>
                      <a:pt x="10" y="130"/>
                    </a:lnTo>
                    <a:lnTo>
                      <a:pt x="10" y="128"/>
                    </a:lnTo>
                    <a:lnTo>
                      <a:pt x="10" y="128"/>
                    </a:lnTo>
                    <a:lnTo>
                      <a:pt x="10" y="126"/>
                    </a:lnTo>
                    <a:lnTo>
                      <a:pt x="12" y="126"/>
                    </a:lnTo>
                    <a:lnTo>
                      <a:pt x="12" y="126"/>
                    </a:lnTo>
                    <a:lnTo>
                      <a:pt x="12" y="126"/>
                    </a:lnTo>
                    <a:lnTo>
                      <a:pt x="12" y="123"/>
                    </a:lnTo>
                    <a:lnTo>
                      <a:pt x="12" y="123"/>
                    </a:lnTo>
                    <a:lnTo>
                      <a:pt x="12" y="121"/>
                    </a:lnTo>
                    <a:lnTo>
                      <a:pt x="12" y="121"/>
                    </a:lnTo>
                    <a:lnTo>
                      <a:pt x="12" y="118"/>
                    </a:lnTo>
                    <a:lnTo>
                      <a:pt x="12" y="118"/>
                    </a:lnTo>
                    <a:lnTo>
                      <a:pt x="12" y="118"/>
                    </a:lnTo>
                    <a:lnTo>
                      <a:pt x="12" y="116"/>
                    </a:lnTo>
                    <a:lnTo>
                      <a:pt x="12" y="116"/>
                    </a:lnTo>
                    <a:lnTo>
                      <a:pt x="12" y="114"/>
                    </a:lnTo>
                    <a:lnTo>
                      <a:pt x="12" y="114"/>
                    </a:lnTo>
                    <a:lnTo>
                      <a:pt x="12" y="111"/>
                    </a:lnTo>
                    <a:lnTo>
                      <a:pt x="12" y="111"/>
                    </a:lnTo>
                    <a:lnTo>
                      <a:pt x="12" y="109"/>
                    </a:lnTo>
                    <a:lnTo>
                      <a:pt x="12" y="109"/>
                    </a:lnTo>
                    <a:lnTo>
                      <a:pt x="14" y="109"/>
                    </a:lnTo>
                    <a:lnTo>
                      <a:pt x="14" y="109"/>
                    </a:lnTo>
                    <a:lnTo>
                      <a:pt x="12" y="109"/>
                    </a:lnTo>
                    <a:lnTo>
                      <a:pt x="12" y="107"/>
                    </a:lnTo>
                    <a:lnTo>
                      <a:pt x="12" y="107"/>
                    </a:lnTo>
                    <a:lnTo>
                      <a:pt x="12" y="104"/>
                    </a:lnTo>
                    <a:lnTo>
                      <a:pt x="12" y="104"/>
                    </a:lnTo>
                    <a:lnTo>
                      <a:pt x="12" y="104"/>
                    </a:lnTo>
                    <a:lnTo>
                      <a:pt x="12" y="102"/>
                    </a:lnTo>
                    <a:lnTo>
                      <a:pt x="12" y="102"/>
                    </a:lnTo>
                    <a:lnTo>
                      <a:pt x="12" y="102"/>
                    </a:lnTo>
                    <a:lnTo>
                      <a:pt x="12" y="102"/>
                    </a:lnTo>
                    <a:lnTo>
                      <a:pt x="12" y="99"/>
                    </a:lnTo>
                    <a:lnTo>
                      <a:pt x="10" y="99"/>
                    </a:lnTo>
                    <a:lnTo>
                      <a:pt x="10" y="99"/>
                    </a:lnTo>
                    <a:lnTo>
                      <a:pt x="10" y="99"/>
                    </a:lnTo>
                    <a:lnTo>
                      <a:pt x="10" y="97"/>
                    </a:lnTo>
                    <a:lnTo>
                      <a:pt x="10" y="97"/>
                    </a:lnTo>
                    <a:lnTo>
                      <a:pt x="10" y="97"/>
                    </a:lnTo>
                    <a:lnTo>
                      <a:pt x="10" y="97"/>
                    </a:lnTo>
                    <a:lnTo>
                      <a:pt x="10" y="95"/>
                    </a:lnTo>
                    <a:lnTo>
                      <a:pt x="10" y="95"/>
                    </a:lnTo>
                    <a:lnTo>
                      <a:pt x="10" y="92"/>
                    </a:lnTo>
                    <a:lnTo>
                      <a:pt x="10" y="92"/>
                    </a:lnTo>
                    <a:lnTo>
                      <a:pt x="12" y="92"/>
                    </a:lnTo>
                    <a:lnTo>
                      <a:pt x="12" y="90"/>
                    </a:lnTo>
                    <a:lnTo>
                      <a:pt x="12" y="90"/>
                    </a:lnTo>
                    <a:lnTo>
                      <a:pt x="12" y="90"/>
                    </a:lnTo>
                    <a:lnTo>
                      <a:pt x="12" y="88"/>
                    </a:lnTo>
                    <a:lnTo>
                      <a:pt x="12" y="88"/>
                    </a:lnTo>
                    <a:lnTo>
                      <a:pt x="12" y="88"/>
                    </a:lnTo>
                    <a:lnTo>
                      <a:pt x="14" y="88"/>
                    </a:lnTo>
                    <a:lnTo>
                      <a:pt x="14" y="85"/>
                    </a:lnTo>
                    <a:lnTo>
                      <a:pt x="14" y="85"/>
                    </a:lnTo>
                    <a:lnTo>
                      <a:pt x="14" y="85"/>
                    </a:lnTo>
                    <a:lnTo>
                      <a:pt x="14" y="83"/>
                    </a:lnTo>
                    <a:lnTo>
                      <a:pt x="14" y="83"/>
                    </a:lnTo>
                    <a:lnTo>
                      <a:pt x="14" y="80"/>
                    </a:lnTo>
                    <a:lnTo>
                      <a:pt x="14" y="80"/>
                    </a:lnTo>
                    <a:lnTo>
                      <a:pt x="14" y="80"/>
                    </a:lnTo>
                    <a:lnTo>
                      <a:pt x="14" y="80"/>
                    </a:lnTo>
                    <a:lnTo>
                      <a:pt x="12" y="80"/>
                    </a:lnTo>
                    <a:lnTo>
                      <a:pt x="12" y="78"/>
                    </a:lnTo>
                    <a:lnTo>
                      <a:pt x="12" y="78"/>
                    </a:lnTo>
                    <a:lnTo>
                      <a:pt x="12" y="78"/>
                    </a:lnTo>
                    <a:lnTo>
                      <a:pt x="12" y="76"/>
                    </a:lnTo>
                    <a:lnTo>
                      <a:pt x="10" y="76"/>
                    </a:lnTo>
                    <a:lnTo>
                      <a:pt x="10" y="76"/>
                    </a:lnTo>
                    <a:lnTo>
                      <a:pt x="10" y="73"/>
                    </a:lnTo>
                    <a:lnTo>
                      <a:pt x="10" y="73"/>
                    </a:lnTo>
                    <a:lnTo>
                      <a:pt x="10" y="73"/>
                    </a:lnTo>
                    <a:lnTo>
                      <a:pt x="10" y="73"/>
                    </a:lnTo>
                    <a:lnTo>
                      <a:pt x="10" y="71"/>
                    </a:lnTo>
                    <a:lnTo>
                      <a:pt x="7" y="71"/>
                    </a:lnTo>
                    <a:lnTo>
                      <a:pt x="7" y="71"/>
                    </a:lnTo>
                    <a:lnTo>
                      <a:pt x="7" y="71"/>
                    </a:lnTo>
                    <a:lnTo>
                      <a:pt x="7" y="71"/>
                    </a:lnTo>
                    <a:lnTo>
                      <a:pt x="7" y="71"/>
                    </a:lnTo>
                    <a:lnTo>
                      <a:pt x="5" y="71"/>
                    </a:lnTo>
                    <a:lnTo>
                      <a:pt x="5" y="69"/>
                    </a:lnTo>
                    <a:lnTo>
                      <a:pt x="5" y="69"/>
                    </a:lnTo>
                    <a:lnTo>
                      <a:pt x="2" y="69"/>
                    </a:lnTo>
                    <a:lnTo>
                      <a:pt x="2" y="69"/>
                    </a:lnTo>
                    <a:lnTo>
                      <a:pt x="2" y="69"/>
                    </a:lnTo>
                    <a:lnTo>
                      <a:pt x="2" y="66"/>
                    </a:lnTo>
                    <a:lnTo>
                      <a:pt x="2" y="66"/>
                    </a:lnTo>
                    <a:lnTo>
                      <a:pt x="5" y="66"/>
                    </a:lnTo>
                    <a:lnTo>
                      <a:pt x="5" y="66"/>
                    </a:lnTo>
                    <a:lnTo>
                      <a:pt x="5" y="66"/>
                    </a:lnTo>
                    <a:lnTo>
                      <a:pt x="5" y="66"/>
                    </a:lnTo>
                    <a:lnTo>
                      <a:pt x="5" y="64"/>
                    </a:lnTo>
                    <a:lnTo>
                      <a:pt x="2" y="64"/>
                    </a:lnTo>
                    <a:lnTo>
                      <a:pt x="2" y="64"/>
                    </a:lnTo>
                    <a:lnTo>
                      <a:pt x="2" y="64"/>
                    </a:lnTo>
                    <a:lnTo>
                      <a:pt x="2" y="64"/>
                    </a:lnTo>
                    <a:lnTo>
                      <a:pt x="2" y="62"/>
                    </a:lnTo>
                    <a:lnTo>
                      <a:pt x="2" y="62"/>
                    </a:lnTo>
                    <a:lnTo>
                      <a:pt x="2" y="59"/>
                    </a:lnTo>
                    <a:lnTo>
                      <a:pt x="2" y="59"/>
                    </a:lnTo>
                    <a:lnTo>
                      <a:pt x="2" y="59"/>
                    </a:lnTo>
                    <a:lnTo>
                      <a:pt x="2" y="57"/>
                    </a:lnTo>
                    <a:lnTo>
                      <a:pt x="2" y="57"/>
                    </a:lnTo>
                    <a:lnTo>
                      <a:pt x="2" y="57"/>
                    </a:lnTo>
                    <a:lnTo>
                      <a:pt x="2" y="57"/>
                    </a:lnTo>
                    <a:lnTo>
                      <a:pt x="2" y="54"/>
                    </a:lnTo>
                    <a:lnTo>
                      <a:pt x="2" y="54"/>
                    </a:lnTo>
                    <a:lnTo>
                      <a:pt x="2" y="52"/>
                    </a:lnTo>
                    <a:lnTo>
                      <a:pt x="0" y="52"/>
                    </a:lnTo>
                    <a:lnTo>
                      <a:pt x="0" y="52"/>
                    </a:lnTo>
                    <a:lnTo>
                      <a:pt x="2" y="52"/>
                    </a:lnTo>
                    <a:lnTo>
                      <a:pt x="2" y="50"/>
                    </a:lnTo>
                    <a:lnTo>
                      <a:pt x="2" y="50"/>
                    </a:lnTo>
                    <a:lnTo>
                      <a:pt x="2" y="50"/>
                    </a:lnTo>
                    <a:lnTo>
                      <a:pt x="2" y="50"/>
                    </a:lnTo>
                    <a:lnTo>
                      <a:pt x="2" y="50"/>
                    </a:lnTo>
                    <a:lnTo>
                      <a:pt x="5" y="50"/>
                    </a:lnTo>
                    <a:lnTo>
                      <a:pt x="5" y="47"/>
                    </a:lnTo>
                    <a:lnTo>
                      <a:pt x="5" y="47"/>
                    </a:lnTo>
                    <a:lnTo>
                      <a:pt x="5" y="47"/>
                    </a:lnTo>
                    <a:lnTo>
                      <a:pt x="5" y="45"/>
                    </a:lnTo>
                    <a:lnTo>
                      <a:pt x="5" y="45"/>
                    </a:lnTo>
                    <a:lnTo>
                      <a:pt x="5" y="43"/>
                    </a:lnTo>
                    <a:lnTo>
                      <a:pt x="5" y="43"/>
                    </a:lnTo>
                    <a:lnTo>
                      <a:pt x="5" y="40"/>
                    </a:lnTo>
                    <a:lnTo>
                      <a:pt x="5" y="40"/>
                    </a:lnTo>
                    <a:lnTo>
                      <a:pt x="7" y="40"/>
                    </a:lnTo>
                    <a:lnTo>
                      <a:pt x="7" y="40"/>
                    </a:lnTo>
                    <a:lnTo>
                      <a:pt x="7" y="38"/>
                    </a:lnTo>
                    <a:lnTo>
                      <a:pt x="7" y="38"/>
                    </a:lnTo>
                    <a:lnTo>
                      <a:pt x="7" y="38"/>
                    </a:lnTo>
                    <a:lnTo>
                      <a:pt x="7" y="35"/>
                    </a:lnTo>
                    <a:lnTo>
                      <a:pt x="7" y="35"/>
                    </a:lnTo>
                    <a:lnTo>
                      <a:pt x="7" y="33"/>
                    </a:lnTo>
                    <a:lnTo>
                      <a:pt x="7" y="33"/>
                    </a:lnTo>
                    <a:lnTo>
                      <a:pt x="7" y="33"/>
                    </a:lnTo>
                    <a:lnTo>
                      <a:pt x="7" y="31"/>
                    </a:lnTo>
                    <a:lnTo>
                      <a:pt x="5" y="31"/>
                    </a:lnTo>
                    <a:lnTo>
                      <a:pt x="5" y="31"/>
                    </a:lnTo>
                    <a:lnTo>
                      <a:pt x="5" y="31"/>
                    </a:lnTo>
                    <a:lnTo>
                      <a:pt x="5" y="31"/>
                    </a:lnTo>
                    <a:lnTo>
                      <a:pt x="5" y="28"/>
                    </a:lnTo>
                    <a:lnTo>
                      <a:pt x="5" y="28"/>
                    </a:lnTo>
                    <a:lnTo>
                      <a:pt x="5" y="26"/>
                    </a:lnTo>
                    <a:lnTo>
                      <a:pt x="5" y="26"/>
                    </a:lnTo>
                    <a:lnTo>
                      <a:pt x="2" y="26"/>
                    </a:lnTo>
                    <a:lnTo>
                      <a:pt x="2" y="26"/>
                    </a:lnTo>
                    <a:lnTo>
                      <a:pt x="2" y="24"/>
                    </a:lnTo>
                    <a:lnTo>
                      <a:pt x="2" y="24"/>
                    </a:lnTo>
                    <a:lnTo>
                      <a:pt x="5" y="24"/>
                    </a:lnTo>
                    <a:lnTo>
                      <a:pt x="5" y="24"/>
                    </a:lnTo>
                    <a:lnTo>
                      <a:pt x="5" y="24"/>
                    </a:lnTo>
                    <a:lnTo>
                      <a:pt x="7" y="24"/>
                    </a:lnTo>
                    <a:lnTo>
                      <a:pt x="7" y="24"/>
                    </a:lnTo>
                    <a:lnTo>
                      <a:pt x="7" y="24"/>
                    </a:lnTo>
                    <a:lnTo>
                      <a:pt x="7" y="21"/>
                    </a:lnTo>
                    <a:lnTo>
                      <a:pt x="10" y="21"/>
                    </a:lnTo>
                    <a:lnTo>
                      <a:pt x="10" y="21"/>
                    </a:lnTo>
                    <a:lnTo>
                      <a:pt x="10" y="21"/>
                    </a:lnTo>
                    <a:lnTo>
                      <a:pt x="12" y="21"/>
                    </a:lnTo>
                    <a:lnTo>
                      <a:pt x="12" y="21"/>
                    </a:lnTo>
                    <a:lnTo>
                      <a:pt x="12" y="21"/>
                    </a:lnTo>
                    <a:lnTo>
                      <a:pt x="14" y="21"/>
                    </a:lnTo>
                    <a:lnTo>
                      <a:pt x="14" y="21"/>
                    </a:lnTo>
                    <a:lnTo>
                      <a:pt x="14" y="21"/>
                    </a:lnTo>
                    <a:lnTo>
                      <a:pt x="14" y="21"/>
                    </a:lnTo>
                    <a:lnTo>
                      <a:pt x="17" y="21"/>
                    </a:lnTo>
                    <a:lnTo>
                      <a:pt x="17" y="21"/>
                    </a:lnTo>
                    <a:lnTo>
                      <a:pt x="17" y="21"/>
                    </a:lnTo>
                    <a:lnTo>
                      <a:pt x="17" y="19"/>
                    </a:lnTo>
                    <a:lnTo>
                      <a:pt x="19" y="19"/>
                    </a:lnTo>
                    <a:lnTo>
                      <a:pt x="19" y="19"/>
                    </a:lnTo>
                    <a:lnTo>
                      <a:pt x="19" y="19"/>
                    </a:lnTo>
                    <a:lnTo>
                      <a:pt x="21" y="19"/>
                    </a:lnTo>
                    <a:lnTo>
                      <a:pt x="21" y="16"/>
                    </a:lnTo>
                    <a:lnTo>
                      <a:pt x="21" y="16"/>
                    </a:lnTo>
                    <a:lnTo>
                      <a:pt x="21" y="16"/>
                    </a:lnTo>
                    <a:lnTo>
                      <a:pt x="21" y="16"/>
                    </a:lnTo>
                    <a:lnTo>
                      <a:pt x="21" y="14"/>
                    </a:lnTo>
                    <a:lnTo>
                      <a:pt x="24" y="14"/>
                    </a:lnTo>
                    <a:lnTo>
                      <a:pt x="24" y="14"/>
                    </a:lnTo>
                    <a:lnTo>
                      <a:pt x="24" y="14"/>
                    </a:lnTo>
                    <a:lnTo>
                      <a:pt x="24" y="12"/>
                    </a:lnTo>
                    <a:lnTo>
                      <a:pt x="24" y="12"/>
                    </a:lnTo>
                    <a:lnTo>
                      <a:pt x="24" y="12"/>
                    </a:lnTo>
                    <a:lnTo>
                      <a:pt x="24" y="12"/>
                    </a:lnTo>
                    <a:lnTo>
                      <a:pt x="21" y="12"/>
                    </a:lnTo>
                    <a:lnTo>
                      <a:pt x="21" y="9"/>
                    </a:lnTo>
                    <a:lnTo>
                      <a:pt x="21" y="9"/>
                    </a:lnTo>
                    <a:lnTo>
                      <a:pt x="21" y="9"/>
                    </a:lnTo>
                    <a:lnTo>
                      <a:pt x="21" y="9"/>
                    </a:lnTo>
                    <a:lnTo>
                      <a:pt x="21" y="7"/>
                    </a:lnTo>
                    <a:lnTo>
                      <a:pt x="19" y="7"/>
                    </a:lnTo>
                    <a:lnTo>
                      <a:pt x="19" y="7"/>
                    </a:lnTo>
                    <a:lnTo>
                      <a:pt x="19" y="7"/>
                    </a:lnTo>
                    <a:lnTo>
                      <a:pt x="17" y="7"/>
                    </a:lnTo>
                    <a:lnTo>
                      <a:pt x="17" y="5"/>
                    </a:lnTo>
                    <a:lnTo>
                      <a:pt x="17" y="5"/>
                    </a:lnTo>
                    <a:lnTo>
                      <a:pt x="17" y="5"/>
                    </a:lnTo>
                    <a:lnTo>
                      <a:pt x="17" y="2"/>
                    </a:lnTo>
                    <a:lnTo>
                      <a:pt x="17" y="2"/>
                    </a:lnTo>
                    <a:lnTo>
                      <a:pt x="14" y="2"/>
                    </a:lnTo>
                    <a:lnTo>
                      <a:pt x="14" y="2"/>
                    </a:lnTo>
                    <a:lnTo>
                      <a:pt x="14" y="0"/>
                    </a:lnTo>
                    <a:lnTo>
                      <a:pt x="17" y="0"/>
                    </a:lnTo>
                    <a:lnTo>
                      <a:pt x="17" y="0"/>
                    </a:lnTo>
                    <a:lnTo>
                      <a:pt x="17" y="2"/>
                    </a:lnTo>
                    <a:lnTo>
                      <a:pt x="17" y="2"/>
                    </a:lnTo>
                    <a:lnTo>
                      <a:pt x="19" y="2"/>
                    </a:lnTo>
                    <a:lnTo>
                      <a:pt x="19" y="2"/>
                    </a:lnTo>
                    <a:lnTo>
                      <a:pt x="21" y="2"/>
                    </a:lnTo>
                    <a:lnTo>
                      <a:pt x="21" y="0"/>
                    </a:lnTo>
                    <a:lnTo>
                      <a:pt x="21" y="0"/>
                    </a:lnTo>
                    <a:lnTo>
                      <a:pt x="21" y="0"/>
                    </a:lnTo>
                    <a:lnTo>
                      <a:pt x="24" y="0"/>
                    </a:lnTo>
                    <a:lnTo>
                      <a:pt x="24" y="0"/>
                    </a:lnTo>
                    <a:lnTo>
                      <a:pt x="24" y="0"/>
                    </a:lnTo>
                    <a:lnTo>
                      <a:pt x="24" y="0"/>
                    </a:lnTo>
                    <a:lnTo>
                      <a:pt x="24" y="0"/>
                    </a:lnTo>
                    <a:lnTo>
                      <a:pt x="26" y="0"/>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59"/>
              <p:cNvSpPr>
                <a:spLocks/>
              </p:cNvSpPr>
              <p:nvPr/>
            </p:nvSpPr>
            <p:spPr bwMode="auto">
              <a:xfrm>
                <a:off x="2784" y="691"/>
                <a:ext cx="203" cy="64"/>
              </a:xfrm>
              <a:custGeom>
                <a:avLst/>
                <a:gdLst/>
                <a:ahLst/>
                <a:cxnLst>
                  <a:cxn ang="0">
                    <a:pos x="142" y="17"/>
                  </a:cxn>
                  <a:cxn ang="0">
                    <a:pos x="135" y="22"/>
                  </a:cxn>
                  <a:cxn ang="0">
                    <a:pos x="137" y="26"/>
                  </a:cxn>
                  <a:cxn ang="0">
                    <a:pos x="123" y="26"/>
                  </a:cxn>
                  <a:cxn ang="0">
                    <a:pos x="111" y="29"/>
                  </a:cxn>
                  <a:cxn ang="0">
                    <a:pos x="120" y="29"/>
                  </a:cxn>
                  <a:cxn ang="0">
                    <a:pos x="132" y="29"/>
                  </a:cxn>
                  <a:cxn ang="0">
                    <a:pos x="146" y="29"/>
                  </a:cxn>
                  <a:cxn ang="0">
                    <a:pos x="154" y="34"/>
                  </a:cxn>
                  <a:cxn ang="0">
                    <a:pos x="154" y="36"/>
                  </a:cxn>
                  <a:cxn ang="0">
                    <a:pos x="161" y="31"/>
                  </a:cxn>
                  <a:cxn ang="0">
                    <a:pos x="172" y="31"/>
                  </a:cxn>
                  <a:cxn ang="0">
                    <a:pos x="184" y="31"/>
                  </a:cxn>
                  <a:cxn ang="0">
                    <a:pos x="196" y="36"/>
                  </a:cxn>
                  <a:cxn ang="0">
                    <a:pos x="198" y="41"/>
                  </a:cxn>
                  <a:cxn ang="0">
                    <a:pos x="191" y="45"/>
                  </a:cxn>
                  <a:cxn ang="0">
                    <a:pos x="187" y="53"/>
                  </a:cxn>
                  <a:cxn ang="0">
                    <a:pos x="194" y="60"/>
                  </a:cxn>
                  <a:cxn ang="0">
                    <a:pos x="182" y="62"/>
                  </a:cxn>
                  <a:cxn ang="0">
                    <a:pos x="168" y="62"/>
                  </a:cxn>
                  <a:cxn ang="0">
                    <a:pos x="161" y="64"/>
                  </a:cxn>
                  <a:cxn ang="0">
                    <a:pos x="149" y="64"/>
                  </a:cxn>
                  <a:cxn ang="0">
                    <a:pos x="137" y="62"/>
                  </a:cxn>
                  <a:cxn ang="0">
                    <a:pos x="125" y="60"/>
                  </a:cxn>
                  <a:cxn ang="0">
                    <a:pos x="113" y="60"/>
                  </a:cxn>
                  <a:cxn ang="0">
                    <a:pos x="101" y="57"/>
                  </a:cxn>
                  <a:cxn ang="0">
                    <a:pos x="90" y="57"/>
                  </a:cxn>
                  <a:cxn ang="0">
                    <a:pos x="78" y="55"/>
                  </a:cxn>
                  <a:cxn ang="0">
                    <a:pos x="71" y="45"/>
                  </a:cxn>
                  <a:cxn ang="0">
                    <a:pos x="61" y="45"/>
                  </a:cxn>
                  <a:cxn ang="0">
                    <a:pos x="52" y="48"/>
                  </a:cxn>
                  <a:cxn ang="0">
                    <a:pos x="40" y="43"/>
                  </a:cxn>
                  <a:cxn ang="0">
                    <a:pos x="52" y="41"/>
                  </a:cxn>
                  <a:cxn ang="0">
                    <a:pos x="64" y="38"/>
                  </a:cxn>
                  <a:cxn ang="0">
                    <a:pos x="78" y="38"/>
                  </a:cxn>
                  <a:cxn ang="0">
                    <a:pos x="68" y="34"/>
                  </a:cxn>
                  <a:cxn ang="0">
                    <a:pos x="56" y="34"/>
                  </a:cxn>
                  <a:cxn ang="0">
                    <a:pos x="56" y="38"/>
                  </a:cxn>
                  <a:cxn ang="0">
                    <a:pos x="45" y="41"/>
                  </a:cxn>
                  <a:cxn ang="0">
                    <a:pos x="30" y="41"/>
                  </a:cxn>
                  <a:cxn ang="0">
                    <a:pos x="19" y="41"/>
                  </a:cxn>
                  <a:cxn ang="0">
                    <a:pos x="4" y="41"/>
                  </a:cxn>
                  <a:cxn ang="0">
                    <a:pos x="4" y="31"/>
                  </a:cxn>
                  <a:cxn ang="0">
                    <a:pos x="9" y="31"/>
                  </a:cxn>
                  <a:cxn ang="0">
                    <a:pos x="19" y="31"/>
                  </a:cxn>
                  <a:cxn ang="0">
                    <a:pos x="26" y="29"/>
                  </a:cxn>
                  <a:cxn ang="0">
                    <a:pos x="19" y="26"/>
                  </a:cxn>
                  <a:cxn ang="0">
                    <a:pos x="9" y="24"/>
                  </a:cxn>
                  <a:cxn ang="0">
                    <a:pos x="21" y="22"/>
                  </a:cxn>
                  <a:cxn ang="0">
                    <a:pos x="33" y="22"/>
                  </a:cxn>
                  <a:cxn ang="0">
                    <a:pos x="42" y="15"/>
                  </a:cxn>
                  <a:cxn ang="0">
                    <a:pos x="35" y="15"/>
                  </a:cxn>
                  <a:cxn ang="0">
                    <a:pos x="38" y="12"/>
                  </a:cxn>
                  <a:cxn ang="0">
                    <a:pos x="49" y="7"/>
                  </a:cxn>
                  <a:cxn ang="0">
                    <a:pos x="61" y="5"/>
                  </a:cxn>
                  <a:cxn ang="0">
                    <a:pos x="75" y="5"/>
                  </a:cxn>
                  <a:cxn ang="0">
                    <a:pos x="87" y="3"/>
                  </a:cxn>
                  <a:cxn ang="0">
                    <a:pos x="97" y="0"/>
                  </a:cxn>
                  <a:cxn ang="0">
                    <a:pos x="109" y="3"/>
                  </a:cxn>
                  <a:cxn ang="0">
                    <a:pos x="118" y="5"/>
                  </a:cxn>
                  <a:cxn ang="0">
                    <a:pos x="130" y="10"/>
                  </a:cxn>
                  <a:cxn ang="0">
                    <a:pos x="142" y="12"/>
                  </a:cxn>
                </a:cxnLst>
                <a:rect l="0" t="0" r="r" b="b"/>
                <a:pathLst>
                  <a:path w="203" h="64">
                    <a:moveTo>
                      <a:pt x="151" y="15"/>
                    </a:moveTo>
                    <a:lnTo>
                      <a:pt x="151" y="15"/>
                    </a:lnTo>
                    <a:lnTo>
                      <a:pt x="151" y="17"/>
                    </a:lnTo>
                    <a:lnTo>
                      <a:pt x="151" y="17"/>
                    </a:lnTo>
                    <a:lnTo>
                      <a:pt x="149" y="17"/>
                    </a:lnTo>
                    <a:lnTo>
                      <a:pt x="149" y="17"/>
                    </a:lnTo>
                    <a:lnTo>
                      <a:pt x="149" y="17"/>
                    </a:lnTo>
                    <a:lnTo>
                      <a:pt x="146" y="17"/>
                    </a:lnTo>
                    <a:lnTo>
                      <a:pt x="146" y="17"/>
                    </a:lnTo>
                    <a:lnTo>
                      <a:pt x="144" y="17"/>
                    </a:lnTo>
                    <a:lnTo>
                      <a:pt x="144" y="17"/>
                    </a:lnTo>
                    <a:lnTo>
                      <a:pt x="144" y="17"/>
                    </a:lnTo>
                    <a:lnTo>
                      <a:pt x="142" y="17"/>
                    </a:lnTo>
                    <a:lnTo>
                      <a:pt x="142" y="17"/>
                    </a:lnTo>
                    <a:lnTo>
                      <a:pt x="142" y="17"/>
                    </a:lnTo>
                    <a:lnTo>
                      <a:pt x="142" y="17"/>
                    </a:lnTo>
                    <a:lnTo>
                      <a:pt x="139" y="17"/>
                    </a:lnTo>
                    <a:lnTo>
                      <a:pt x="139" y="17"/>
                    </a:lnTo>
                    <a:lnTo>
                      <a:pt x="137" y="17"/>
                    </a:lnTo>
                    <a:lnTo>
                      <a:pt x="137" y="17"/>
                    </a:lnTo>
                    <a:lnTo>
                      <a:pt x="137" y="17"/>
                    </a:lnTo>
                    <a:lnTo>
                      <a:pt x="137" y="17"/>
                    </a:lnTo>
                    <a:lnTo>
                      <a:pt x="135" y="17"/>
                    </a:lnTo>
                    <a:lnTo>
                      <a:pt x="135" y="17"/>
                    </a:lnTo>
                    <a:lnTo>
                      <a:pt x="135" y="17"/>
                    </a:lnTo>
                    <a:lnTo>
                      <a:pt x="135" y="19"/>
                    </a:lnTo>
                    <a:lnTo>
                      <a:pt x="135" y="19"/>
                    </a:lnTo>
                    <a:lnTo>
                      <a:pt x="135" y="19"/>
                    </a:lnTo>
                    <a:lnTo>
                      <a:pt x="135" y="19"/>
                    </a:lnTo>
                    <a:lnTo>
                      <a:pt x="135" y="22"/>
                    </a:lnTo>
                    <a:lnTo>
                      <a:pt x="135" y="22"/>
                    </a:lnTo>
                    <a:lnTo>
                      <a:pt x="135" y="22"/>
                    </a:lnTo>
                    <a:lnTo>
                      <a:pt x="135" y="22"/>
                    </a:lnTo>
                    <a:lnTo>
                      <a:pt x="135" y="24"/>
                    </a:lnTo>
                    <a:lnTo>
                      <a:pt x="137" y="24"/>
                    </a:lnTo>
                    <a:lnTo>
                      <a:pt x="137" y="24"/>
                    </a:lnTo>
                    <a:lnTo>
                      <a:pt x="137" y="24"/>
                    </a:lnTo>
                    <a:lnTo>
                      <a:pt x="139" y="24"/>
                    </a:lnTo>
                    <a:lnTo>
                      <a:pt x="139" y="24"/>
                    </a:lnTo>
                    <a:lnTo>
                      <a:pt x="139" y="24"/>
                    </a:lnTo>
                    <a:lnTo>
                      <a:pt x="142" y="24"/>
                    </a:lnTo>
                    <a:lnTo>
                      <a:pt x="142" y="26"/>
                    </a:lnTo>
                    <a:lnTo>
                      <a:pt x="139" y="26"/>
                    </a:lnTo>
                    <a:lnTo>
                      <a:pt x="139" y="26"/>
                    </a:lnTo>
                    <a:lnTo>
                      <a:pt x="139" y="26"/>
                    </a:lnTo>
                    <a:lnTo>
                      <a:pt x="137" y="26"/>
                    </a:lnTo>
                    <a:lnTo>
                      <a:pt x="137" y="26"/>
                    </a:lnTo>
                    <a:lnTo>
                      <a:pt x="137" y="26"/>
                    </a:lnTo>
                    <a:lnTo>
                      <a:pt x="137" y="26"/>
                    </a:lnTo>
                    <a:lnTo>
                      <a:pt x="137" y="26"/>
                    </a:lnTo>
                    <a:lnTo>
                      <a:pt x="135" y="26"/>
                    </a:lnTo>
                    <a:lnTo>
                      <a:pt x="135" y="26"/>
                    </a:lnTo>
                    <a:lnTo>
                      <a:pt x="135" y="26"/>
                    </a:lnTo>
                    <a:lnTo>
                      <a:pt x="132" y="26"/>
                    </a:lnTo>
                    <a:lnTo>
                      <a:pt x="132" y="26"/>
                    </a:lnTo>
                    <a:lnTo>
                      <a:pt x="130" y="26"/>
                    </a:lnTo>
                    <a:lnTo>
                      <a:pt x="130" y="26"/>
                    </a:lnTo>
                    <a:lnTo>
                      <a:pt x="130" y="26"/>
                    </a:lnTo>
                    <a:lnTo>
                      <a:pt x="127" y="26"/>
                    </a:lnTo>
                    <a:lnTo>
                      <a:pt x="127" y="26"/>
                    </a:lnTo>
                    <a:lnTo>
                      <a:pt x="127" y="26"/>
                    </a:lnTo>
                    <a:lnTo>
                      <a:pt x="125" y="26"/>
                    </a:lnTo>
                    <a:lnTo>
                      <a:pt x="125" y="26"/>
                    </a:lnTo>
                    <a:lnTo>
                      <a:pt x="123" y="26"/>
                    </a:lnTo>
                    <a:lnTo>
                      <a:pt x="123" y="26"/>
                    </a:lnTo>
                    <a:lnTo>
                      <a:pt x="123" y="26"/>
                    </a:lnTo>
                    <a:lnTo>
                      <a:pt x="120" y="26"/>
                    </a:lnTo>
                    <a:lnTo>
                      <a:pt x="120" y="26"/>
                    </a:lnTo>
                    <a:lnTo>
                      <a:pt x="118" y="26"/>
                    </a:lnTo>
                    <a:lnTo>
                      <a:pt x="118" y="26"/>
                    </a:lnTo>
                    <a:lnTo>
                      <a:pt x="118" y="26"/>
                    </a:lnTo>
                    <a:lnTo>
                      <a:pt x="118" y="29"/>
                    </a:lnTo>
                    <a:lnTo>
                      <a:pt x="116" y="29"/>
                    </a:lnTo>
                    <a:lnTo>
                      <a:pt x="116" y="29"/>
                    </a:lnTo>
                    <a:lnTo>
                      <a:pt x="116" y="29"/>
                    </a:lnTo>
                    <a:lnTo>
                      <a:pt x="113" y="29"/>
                    </a:lnTo>
                    <a:lnTo>
                      <a:pt x="113" y="29"/>
                    </a:lnTo>
                    <a:lnTo>
                      <a:pt x="113" y="26"/>
                    </a:lnTo>
                    <a:lnTo>
                      <a:pt x="111" y="26"/>
                    </a:lnTo>
                    <a:lnTo>
                      <a:pt x="111" y="29"/>
                    </a:lnTo>
                    <a:lnTo>
                      <a:pt x="111" y="29"/>
                    </a:lnTo>
                    <a:lnTo>
                      <a:pt x="111" y="29"/>
                    </a:lnTo>
                    <a:lnTo>
                      <a:pt x="111" y="29"/>
                    </a:lnTo>
                    <a:lnTo>
                      <a:pt x="111" y="29"/>
                    </a:lnTo>
                    <a:lnTo>
                      <a:pt x="111" y="29"/>
                    </a:lnTo>
                    <a:lnTo>
                      <a:pt x="113" y="29"/>
                    </a:lnTo>
                    <a:lnTo>
                      <a:pt x="113" y="29"/>
                    </a:lnTo>
                    <a:lnTo>
                      <a:pt x="116" y="29"/>
                    </a:lnTo>
                    <a:lnTo>
                      <a:pt x="116" y="29"/>
                    </a:lnTo>
                    <a:lnTo>
                      <a:pt x="116" y="29"/>
                    </a:lnTo>
                    <a:lnTo>
                      <a:pt x="118" y="29"/>
                    </a:lnTo>
                    <a:lnTo>
                      <a:pt x="118" y="29"/>
                    </a:lnTo>
                    <a:lnTo>
                      <a:pt x="118" y="29"/>
                    </a:lnTo>
                    <a:lnTo>
                      <a:pt x="120" y="29"/>
                    </a:lnTo>
                    <a:lnTo>
                      <a:pt x="120" y="29"/>
                    </a:lnTo>
                    <a:lnTo>
                      <a:pt x="120" y="29"/>
                    </a:lnTo>
                    <a:lnTo>
                      <a:pt x="123" y="29"/>
                    </a:lnTo>
                    <a:lnTo>
                      <a:pt x="123" y="29"/>
                    </a:lnTo>
                    <a:lnTo>
                      <a:pt x="123" y="29"/>
                    </a:lnTo>
                    <a:lnTo>
                      <a:pt x="123" y="29"/>
                    </a:lnTo>
                    <a:lnTo>
                      <a:pt x="123" y="29"/>
                    </a:lnTo>
                    <a:lnTo>
                      <a:pt x="125" y="29"/>
                    </a:lnTo>
                    <a:lnTo>
                      <a:pt x="125" y="29"/>
                    </a:lnTo>
                    <a:lnTo>
                      <a:pt x="127" y="29"/>
                    </a:lnTo>
                    <a:lnTo>
                      <a:pt x="127" y="29"/>
                    </a:lnTo>
                    <a:lnTo>
                      <a:pt x="127" y="29"/>
                    </a:lnTo>
                    <a:lnTo>
                      <a:pt x="127" y="29"/>
                    </a:lnTo>
                    <a:lnTo>
                      <a:pt x="127" y="29"/>
                    </a:lnTo>
                    <a:lnTo>
                      <a:pt x="130" y="29"/>
                    </a:lnTo>
                    <a:lnTo>
                      <a:pt x="130" y="29"/>
                    </a:lnTo>
                    <a:lnTo>
                      <a:pt x="130" y="29"/>
                    </a:lnTo>
                    <a:lnTo>
                      <a:pt x="132" y="29"/>
                    </a:lnTo>
                    <a:lnTo>
                      <a:pt x="132" y="29"/>
                    </a:lnTo>
                    <a:lnTo>
                      <a:pt x="135" y="29"/>
                    </a:lnTo>
                    <a:lnTo>
                      <a:pt x="135" y="29"/>
                    </a:lnTo>
                    <a:lnTo>
                      <a:pt x="135" y="29"/>
                    </a:lnTo>
                    <a:lnTo>
                      <a:pt x="137" y="29"/>
                    </a:lnTo>
                    <a:lnTo>
                      <a:pt x="137" y="29"/>
                    </a:lnTo>
                    <a:lnTo>
                      <a:pt x="137" y="29"/>
                    </a:lnTo>
                    <a:lnTo>
                      <a:pt x="139" y="29"/>
                    </a:lnTo>
                    <a:lnTo>
                      <a:pt x="139" y="29"/>
                    </a:lnTo>
                    <a:lnTo>
                      <a:pt x="142" y="29"/>
                    </a:lnTo>
                    <a:lnTo>
                      <a:pt x="142" y="29"/>
                    </a:lnTo>
                    <a:lnTo>
                      <a:pt x="142" y="29"/>
                    </a:lnTo>
                    <a:lnTo>
                      <a:pt x="144" y="29"/>
                    </a:lnTo>
                    <a:lnTo>
                      <a:pt x="144" y="29"/>
                    </a:lnTo>
                    <a:lnTo>
                      <a:pt x="144" y="29"/>
                    </a:lnTo>
                    <a:lnTo>
                      <a:pt x="146" y="29"/>
                    </a:lnTo>
                    <a:lnTo>
                      <a:pt x="146" y="29"/>
                    </a:lnTo>
                    <a:lnTo>
                      <a:pt x="146" y="29"/>
                    </a:lnTo>
                    <a:lnTo>
                      <a:pt x="149" y="29"/>
                    </a:lnTo>
                    <a:lnTo>
                      <a:pt x="149" y="29"/>
                    </a:lnTo>
                    <a:lnTo>
                      <a:pt x="149" y="29"/>
                    </a:lnTo>
                    <a:lnTo>
                      <a:pt x="151" y="29"/>
                    </a:lnTo>
                    <a:lnTo>
                      <a:pt x="151" y="29"/>
                    </a:lnTo>
                    <a:lnTo>
                      <a:pt x="151" y="29"/>
                    </a:lnTo>
                    <a:lnTo>
                      <a:pt x="151" y="31"/>
                    </a:lnTo>
                    <a:lnTo>
                      <a:pt x="154" y="31"/>
                    </a:lnTo>
                    <a:lnTo>
                      <a:pt x="154" y="31"/>
                    </a:lnTo>
                    <a:lnTo>
                      <a:pt x="154" y="31"/>
                    </a:lnTo>
                    <a:lnTo>
                      <a:pt x="154" y="31"/>
                    </a:lnTo>
                    <a:lnTo>
                      <a:pt x="154" y="31"/>
                    </a:lnTo>
                    <a:lnTo>
                      <a:pt x="154" y="31"/>
                    </a:lnTo>
                    <a:lnTo>
                      <a:pt x="154" y="34"/>
                    </a:lnTo>
                    <a:lnTo>
                      <a:pt x="154" y="34"/>
                    </a:lnTo>
                    <a:lnTo>
                      <a:pt x="151" y="34"/>
                    </a:lnTo>
                    <a:lnTo>
                      <a:pt x="151" y="34"/>
                    </a:lnTo>
                    <a:lnTo>
                      <a:pt x="151" y="34"/>
                    </a:lnTo>
                    <a:lnTo>
                      <a:pt x="151" y="36"/>
                    </a:lnTo>
                    <a:lnTo>
                      <a:pt x="151" y="36"/>
                    </a:lnTo>
                    <a:lnTo>
                      <a:pt x="149" y="36"/>
                    </a:lnTo>
                    <a:lnTo>
                      <a:pt x="149" y="36"/>
                    </a:lnTo>
                    <a:lnTo>
                      <a:pt x="149" y="36"/>
                    </a:lnTo>
                    <a:lnTo>
                      <a:pt x="149" y="36"/>
                    </a:lnTo>
                    <a:lnTo>
                      <a:pt x="151" y="36"/>
                    </a:lnTo>
                    <a:lnTo>
                      <a:pt x="151" y="36"/>
                    </a:lnTo>
                    <a:lnTo>
                      <a:pt x="151" y="36"/>
                    </a:lnTo>
                    <a:lnTo>
                      <a:pt x="154" y="36"/>
                    </a:lnTo>
                    <a:lnTo>
                      <a:pt x="154" y="36"/>
                    </a:lnTo>
                    <a:lnTo>
                      <a:pt x="154" y="36"/>
                    </a:lnTo>
                    <a:lnTo>
                      <a:pt x="154" y="36"/>
                    </a:lnTo>
                    <a:lnTo>
                      <a:pt x="151" y="36"/>
                    </a:lnTo>
                    <a:lnTo>
                      <a:pt x="151" y="34"/>
                    </a:lnTo>
                    <a:lnTo>
                      <a:pt x="154" y="34"/>
                    </a:lnTo>
                    <a:lnTo>
                      <a:pt x="154" y="34"/>
                    </a:lnTo>
                    <a:lnTo>
                      <a:pt x="156" y="34"/>
                    </a:lnTo>
                    <a:lnTo>
                      <a:pt x="156" y="34"/>
                    </a:lnTo>
                    <a:lnTo>
                      <a:pt x="156" y="34"/>
                    </a:lnTo>
                    <a:lnTo>
                      <a:pt x="156" y="31"/>
                    </a:lnTo>
                    <a:lnTo>
                      <a:pt x="156" y="31"/>
                    </a:lnTo>
                    <a:lnTo>
                      <a:pt x="158" y="31"/>
                    </a:lnTo>
                    <a:lnTo>
                      <a:pt x="158" y="31"/>
                    </a:lnTo>
                    <a:lnTo>
                      <a:pt x="158" y="31"/>
                    </a:lnTo>
                    <a:lnTo>
                      <a:pt x="161" y="31"/>
                    </a:lnTo>
                    <a:lnTo>
                      <a:pt x="161" y="31"/>
                    </a:lnTo>
                    <a:lnTo>
                      <a:pt x="161" y="31"/>
                    </a:lnTo>
                    <a:lnTo>
                      <a:pt x="161" y="31"/>
                    </a:lnTo>
                    <a:lnTo>
                      <a:pt x="163" y="31"/>
                    </a:lnTo>
                    <a:lnTo>
                      <a:pt x="163" y="31"/>
                    </a:lnTo>
                    <a:lnTo>
                      <a:pt x="163" y="31"/>
                    </a:lnTo>
                    <a:lnTo>
                      <a:pt x="165" y="31"/>
                    </a:lnTo>
                    <a:lnTo>
                      <a:pt x="165" y="31"/>
                    </a:lnTo>
                    <a:lnTo>
                      <a:pt x="168" y="31"/>
                    </a:lnTo>
                    <a:lnTo>
                      <a:pt x="168" y="31"/>
                    </a:lnTo>
                    <a:lnTo>
                      <a:pt x="168" y="31"/>
                    </a:lnTo>
                    <a:lnTo>
                      <a:pt x="168" y="31"/>
                    </a:lnTo>
                    <a:lnTo>
                      <a:pt x="168" y="31"/>
                    </a:lnTo>
                    <a:lnTo>
                      <a:pt x="170" y="31"/>
                    </a:lnTo>
                    <a:lnTo>
                      <a:pt x="170" y="31"/>
                    </a:lnTo>
                    <a:lnTo>
                      <a:pt x="170" y="31"/>
                    </a:lnTo>
                    <a:lnTo>
                      <a:pt x="172" y="31"/>
                    </a:lnTo>
                    <a:lnTo>
                      <a:pt x="172" y="31"/>
                    </a:lnTo>
                    <a:lnTo>
                      <a:pt x="175" y="31"/>
                    </a:lnTo>
                    <a:lnTo>
                      <a:pt x="175" y="31"/>
                    </a:lnTo>
                    <a:lnTo>
                      <a:pt x="175" y="31"/>
                    </a:lnTo>
                    <a:lnTo>
                      <a:pt x="177" y="31"/>
                    </a:lnTo>
                    <a:lnTo>
                      <a:pt x="177" y="31"/>
                    </a:lnTo>
                    <a:lnTo>
                      <a:pt x="177" y="31"/>
                    </a:lnTo>
                    <a:lnTo>
                      <a:pt x="180" y="31"/>
                    </a:lnTo>
                    <a:lnTo>
                      <a:pt x="180" y="31"/>
                    </a:lnTo>
                    <a:lnTo>
                      <a:pt x="180" y="31"/>
                    </a:lnTo>
                    <a:lnTo>
                      <a:pt x="182" y="31"/>
                    </a:lnTo>
                    <a:lnTo>
                      <a:pt x="182" y="31"/>
                    </a:lnTo>
                    <a:lnTo>
                      <a:pt x="182" y="31"/>
                    </a:lnTo>
                    <a:lnTo>
                      <a:pt x="182" y="31"/>
                    </a:lnTo>
                    <a:lnTo>
                      <a:pt x="184" y="31"/>
                    </a:lnTo>
                    <a:lnTo>
                      <a:pt x="184" y="31"/>
                    </a:lnTo>
                    <a:lnTo>
                      <a:pt x="184" y="31"/>
                    </a:lnTo>
                    <a:lnTo>
                      <a:pt x="187" y="31"/>
                    </a:lnTo>
                    <a:lnTo>
                      <a:pt x="187" y="31"/>
                    </a:lnTo>
                    <a:lnTo>
                      <a:pt x="187" y="34"/>
                    </a:lnTo>
                    <a:lnTo>
                      <a:pt x="189" y="34"/>
                    </a:lnTo>
                    <a:lnTo>
                      <a:pt x="189" y="34"/>
                    </a:lnTo>
                    <a:lnTo>
                      <a:pt x="189" y="34"/>
                    </a:lnTo>
                    <a:lnTo>
                      <a:pt x="191" y="34"/>
                    </a:lnTo>
                    <a:lnTo>
                      <a:pt x="191" y="34"/>
                    </a:lnTo>
                    <a:lnTo>
                      <a:pt x="191" y="34"/>
                    </a:lnTo>
                    <a:lnTo>
                      <a:pt x="191" y="34"/>
                    </a:lnTo>
                    <a:lnTo>
                      <a:pt x="191" y="36"/>
                    </a:lnTo>
                    <a:lnTo>
                      <a:pt x="194" y="36"/>
                    </a:lnTo>
                    <a:lnTo>
                      <a:pt x="194" y="36"/>
                    </a:lnTo>
                    <a:lnTo>
                      <a:pt x="196" y="36"/>
                    </a:lnTo>
                    <a:lnTo>
                      <a:pt x="196" y="36"/>
                    </a:lnTo>
                    <a:lnTo>
                      <a:pt x="196" y="36"/>
                    </a:lnTo>
                    <a:lnTo>
                      <a:pt x="196" y="36"/>
                    </a:lnTo>
                    <a:lnTo>
                      <a:pt x="196" y="38"/>
                    </a:lnTo>
                    <a:lnTo>
                      <a:pt x="196" y="38"/>
                    </a:lnTo>
                    <a:lnTo>
                      <a:pt x="198" y="38"/>
                    </a:lnTo>
                    <a:lnTo>
                      <a:pt x="198" y="38"/>
                    </a:lnTo>
                    <a:lnTo>
                      <a:pt x="198" y="41"/>
                    </a:lnTo>
                    <a:lnTo>
                      <a:pt x="201" y="41"/>
                    </a:lnTo>
                    <a:lnTo>
                      <a:pt x="201" y="41"/>
                    </a:lnTo>
                    <a:lnTo>
                      <a:pt x="201" y="41"/>
                    </a:lnTo>
                    <a:lnTo>
                      <a:pt x="203" y="41"/>
                    </a:lnTo>
                    <a:lnTo>
                      <a:pt x="203" y="41"/>
                    </a:lnTo>
                    <a:lnTo>
                      <a:pt x="201" y="41"/>
                    </a:lnTo>
                    <a:lnTo>
                      <a:pt x="201" y="41"/>
                    </a:lnTo>
                    <a:lnTo>
                      <a:pt x="201" y="41"/>
                    </a:lnTo>
                    <a:lnTo>
                      <a:pt x="201" y="41"/>
                    </a:lnTo>
                    <a:lnTo>
                      <a:pt x="198" y="41"/>
                    </a:lnTo>
                    <a:lnTo>
                      <a:pt x="198" y="41"/>
                    </a:lnTo>
                    <a:lnTo>
                      <a:pt x="198" y="43"/>
                    </a:lnTo>
                    <a:lnTo>
                      <a:pt x="198" y="43"/>
                    </a:lnTo>
                    <a:lnTo>
                      <a:pt x="196" y="43"/>
                    </a:lnTo>
                    <a:lnTo>
                      <a:pt x="196" y="43"/>
                    </a:lnTo>
                    <a:lnTo>
                      <a:pt x="196" y="43"/>
                    </a:lnTo>
                    <a:lnTo>
                      <a:pt x="196" y="43"/>
                    </a:lnTo>
                    <a:lnTo>
                      <a:pt x="194" y="43"/>
                    </a:lnTo>
                    <a:lnTo>
                      <a:pt x="194" y="43"/>
                    </a:lnTo>
                    <a:lnTo>
                      <a:pt x="191" y="43"/>
                    </a:lnTo>
                    <a:lnTo>
                      <a:pt x="191" y="41"/>
                    </a:lnTo>
                    <a:lnTo>
                      <a:pt x="191" y="41"/>
                    </a:lnTo>
                    <a:lnTo>
                      <a:pt x="191" y="43"/>
                    </a:lnTo>
                    <a:lnTo>
                      <a:pt x="191" y="43"/>
                    </a:lnTo>
                    <a:lnTo>
                      <a:pt x="191" y="43"/>
                    </a:lnTo>
                    <a:lnTo>
                      <a:pt x="191" y="45"/>
                    </a:lnTo>
                    <a:lnTo>
                      <a:pt x="191" y="45"/>
                    </a:lnTo>
                    <a:lnTo>
                      <a:pt x="191" y="45"/>
                    </a:lnTo>
                    <a:lnTo>
                      <a:pt x="191" y="45"/>
                    </a:lnTo>
                    <a:lnTo>
                      <a:pt x="191" y="48"/>
                    </a:lnTo>
                    <a:lnTo>
                      <a:pt x="191" y="48"/>
                    </a:lnTo>
                    <a:lnTo>
                      <a:pt x="191" y="50"/>
                    </a:lnTo>
                    <a:lnTo>
                      <a:pt x="191" y="50"/>
                    </a:lnTo>
                    <a:lnTo>
                      <a:pt x="191" y="53"/>
                    </a:lnTo>
                    <a:lnTo>
                      <a:pt x="191" y="53"/>
                    </a:lnTo>
                    <a:lnTo>
                      <a:pt x="189" y="53"/>
                    </a:lnTo>
                    <a:lnTo>
                      <a:pt x="189" y="53"/>
                    </a:lnTo>
                    <a:lnTo>
                      <a:pt x="189" y="53"/>
                    </a:lnTo>
                    <a:lnTo>
                      <a:pt x="189" y="53"/>
                    </a:lnTo>
                    <a:lnTo>
                      <a:pt x="187" y="53"/>
                    </a:lnTo>
                    <a:lnTo>
                      <a:pt x="187" y="53"/>
                    </a:lnTo>
                    <a:lnTo>
                      <a:pt x="187" y="53"/>
                    </a:lnTo>
                    <a:lnTo>
                      <a:pt x="189" y="53"/>
                    </a:lnTo>
                    <a:lnTo>
                      <a:pt x="189" y="53"/>
                    </a:lnTo>
                    <a:lnTo>
                      <a:pt x="189" y="55"/>
                    </a:lnTo>
                    <a:lnTo>
                      <a:pt x="189" y="55"/>
                    </a:lnTo>
                    <a:lnTo>
                      <a:pt x="191" y="55"/>
                    </a:lnTo>
                    <a:lnTo>
                      <a:pt x="191" y="55"/>
                    </a:lnTo>
                    <a:lnTo>
                      <a:pt x="191" y="55"/>
                    </a:lnTo>
                    <a:lnTo>
                      <a:pt x="194" y="55"/>
                    </a:lnTo>
                    <a:lnTo>
                      <a:pt x="194" y="55"/>
                    </a:lnTo>
                    <a:lnTo>
                      <a:pt x="194" y="57"/>
                    </a:lnTo>
                    <a:lnTo>
                      <a:pt x="194" y="57"/>
                    </a:lnTo>
                    <a:lnTo>
                      <a:pt x="194" y="57"/>
                    </a:lnTo>
                    <a:lnTo>
                      <a:pt x="194" y="60"/>
                    </a:lnTo>
                    <a:lnTo>
                      <a:pt x="196" y="60"/>
                    </a:lnTo>
                    <a:lnTo>
                      <a:pt x="196" y="60"/>
                    </a:lnTo>
                    <a:lnTo>
                      <a:pt x="194" y="60"/>
                    </a:lnTo>
                    <a:lnTo>
                      <a:pt x="194" y="60"/>
                    </a:lnTo>
                    <a:lnTo>
                      <a:pt x="194" y="62"/>
                    </a:lnTo>
                    <a:lnTo>
                      <a:pt x="191" y="62"/>
                    </a:lnTo>
                    <a:lnTo>
                      <a:pt x="191" y="62"/>
                    </a:lnTo>
                    <a:lnTo>
                      <a:pt x="191" y="62"/>
                    </a:lnTo>
                    <a:lnTo>
                      <a:pt x="189" y="62"/>
                    </a:lnTo>
                    <a:lnTo>
                      <a:pt x="189" y="62"/>
                    </a:lnTo>
                    <a:lnTo>
                      <a:pt x="189" y="62"/>
                    </a:lnTo>
                    <a:lnTo>
                      <a:pt x="189" y="62"/>
                    </a:lnTo>
                    <a:lnTo>
                      <a:pt x="187" y="62"/>
                    </a:lnTo>
                    <a:lnTo>
                      <a:pt x="187" y="62"/>
                    </a:lnTo>
                    <a:lnTo>
                      <a:pt x="184" y="62"/>
                    </a:lnTo>
                    <a:lnTo>
                      <a:pt x="184" y="62"/>
                    </a:lnTo>
                    <a:lnTo>
                      <a:pt x="184" y="62"/>
                    </a:lnTo>
                    <a:lnTo>
                      <a:pt x="184" y="62"/>
                    </a:lnTo>
                    <a:lnTo>
                      <a:pt x="182" y="62"/>
                    </a:lnTo>
                    <a:lnTo>
                      <a:pt x="182" y="62"/>
                    </a:lnTo>
                    <a:lnTo>
                      <a:pt x="182" y="62"/>
                    </a:lnTo>
                    <a:lnTo>
                      <a:pt x="180" y="62"/>
                    </a:lnTo>
                    <a:lnTo>
                      <a:pt x="180" y="62"/>
                    </a:lnTo>
                    <a:lnTo>
                      <a:pt x="177" y="62"/>
                    </a:lnTo>
                    <a:lnTo>
                      <a:pt x="177" y="62"/>
                    </a:lnTo>
                    <a:lnTo>
                      <a:pt x="177" y="62"/>
                    </a:lnTo>
                    <a:lnTo>
                      <a:pt x="175" y="62"/>
                    </a:lnTo>
                    <a:lnTo>
                      <a:pt x="175" y="62"/>
                    </a:lnTo>
                    <a:lnTo>
                      <a:pt x="175" y="62"/>
                    </a:lnTo>
                    <a:lnTo>
                      <a:pt x="172" y="62"/>
                    </a:lnTo>
                    <a:lnTo>
                      <a:pt x="172" y="62"/>
                    </a:lnTo>
                    <a:lnTo>
                      <a:pt x="170" y="62"/>
                    </a:lnTo>
                    <a:lnTo>
                      <a:pt x="170" y="62"/>
                    </a:lnTo>
                    <a:lnTo>
                      <a:pt x="170" y="62"/>
                    </a:lnTo>
                    <a:lnTo>
                      <a:pt x="168" y="62"/>
                    </a:lnTo>
                    <a:lnTo>
                      <a:pt x="168" y="62"/>
                    </a:lnTo>
                    <a:lnTo>
                      <a:pt x="168" y="62"/>
                    </a:lnTo>
                    <a:lnTo>
                      <a:pt x="165" y="62"/>
                    </a:lnTo>
                    <a:lnTo>
                      <a:pt x="165" y="64"/>
                    </a:lnTo>
                    <a:lnTo>
                      <a:pt x="168" y="64"/>
                    </a:lnTo>
                    <a:lnTo>
                      <a:pt x="168" y="64"/>
                    </a:lnTo>
                    <a:lnTo>
                      <a:pt x="168" y="64"/>
                    </a:lnTo>
                    <a:lnTo>
                      <a:pt x="168" y="64"/>
                    </a:lnTo>
                    <a:lnTo>
                      <a:pt x="165" y="64"/>
                    </a:lnTo>
                    <a:lnTo>
                      <a:pt x="165" y="64"/>
                    </a:lnTo>
                    <a:lnTo>
                      <a:pt x="165" y="64"/>
                    </a:lnTo>
                    <a:lnTo>
                      <a:pt x="163" y="64"/>
                    </a:lnTo>
                    <a:lnTo>
                      <a:pt x="163" y="64"/>
                    </a:lnTo>
                    <a:lnTo>
                      <a:pt x="163" y="64"/>
                    </a:lnTo>
                    <a:lnTo>
                      <a:pt x="161" y="64"/>
                    </a:lnTo>
                    <a:lnTo>
                      <a:pt x="161" y="64"/>
                    </a:lnTo>
                    <a:lnTo>
                      <a:pt x="158" y="64"/>
                    </a:lnTo>
                    <a:lnTo>
                      <a:pt x="158" y="64"/>
                    </a:lnTo>
                    <a:lnTo>
                      <a:pt x="158" y="64"/>
                    </a:lnTo>
                    <a:lnTo>
                      <a:pt x="158" y="62"/>
                    </a:lnTo>
                    <a:lnTo>
                      <a:pt x="156" y="62"/>
                    </a:lnTo>
                    <a:lnTo>
                      <a:pt x="156" y="62"/>
                    </a:lnTo>
                    <a:lnTo>
                      <a:pt x="156" y="62"/>
                    </a:lnTo>
                    <a:lnTo>
                      <a:pt x="154" y="62"/>
                    </a:lnTo>
                    <a:lnTo>
                      <a:pt x="154" y="62"/>
                    </a:lnTo>
                    <a:lnTo>
                      <a:pt x="151" y="62"/>
                    </a:lnTo>
                    <a:lnTo>
                      <a:pt x="151" y="62"/>
                    </a:lnTo>
                    <a:lnTo>
                      <a:pt x="151" y="62"/>
                    </a:lnTo>
                    <a:lnTo>
                      <a:pt x="151" y="64"/>
                    </a:lnTo>
                    <a:lnTo>
                      <a:pt x="151" y="64"/>
                    </a:lnTo>
                    <a:lnTo>
                      <a:pt x="149" y="64"/>
                    </a:lnTo>
                    <a:lnTo>
                      <a:pt x="149" y="64"/>
                    </a:lnTo>
                    <a:lnTo>
                      <a:pt x="149" y="64"/>
                    </a:lnTo>
                    <a:lnTo>
                      <a:pt x="149" y="64"/>
                    </a:lnTo>
                    <a:lnTo>
                      <a:pt x="146" y="64"/>
                    </a:lnTo>
                    <a:lnTo>
                      <a:pt x="146" y="62"/>
                    </a:lnTo>
                    <a:lnTo>
                      <a:pt x="146" y="62"/>
                    </a:lnTo>
                    <a:lnTo>
                      <a:pt x="144" y="62"/>
                    </a:lnTo>
                    <a:lnTo>
                      <a:pt x="144" y="62"/>
                    </a:lnTo>
                    <a:lnTo>
                      <a:pt x="144" y="62"/>
                    </a:lnTo>
                    <a:lnTo>
                      <a:pt x="142" y="62"/>
                    </a:lnTo>
                    <a:lnTo>
                      <a:pt x="142" y="62"/>
                    </a:lnTo>
                    <a:lnTo>
                      <a:pt x="142" y="62"/>
                    </a:lnTo>
                    <a:lnTo>
                      <a:pt x="139" y="62"/>
                    </a:lnTo>
                    <a:lnTo>
                      <a:pt x="139" y="62"/>
                    </a:lnTo>
                    <a:lnTo>
                      <a:pt x="139" y="62"/>
                    </a:lnTo>
                    <a:lnTo>
                      <a:pt x="137" y="62"/>
                    </a:lnTo>
                    <a:lnTo>
                      <a:pt x="137" y="62"/>
                    </a:lnTo>
                    <a:lnTo>
                      <a:pt x="137" y="62"/>
                    </a:lnTo>
                    <a:lnTo>
                      <a:pt x="137" y="62"/>
                    </a:lnTo>
                    <a:lnTo>
                      <a:pt x="135" y="62"/>
                    </a:lnTo>
                    <a:lnTo>
                      <a:pt x="135" y="62"/>
                    </a:lnTo>
                    <a:lnTo>
                      <a:pt x="135" y="62"/>
                    </a:lnTo>
                    <a:lnTo>
                      <a:pt x="132" y="62"/>
                    </a:lnTo>
                    <a:lnTo>
                      <a:pt x="132" y="62"/>
                    </a:lnTo>
                    <a:lnTo>
                      <a:pt x="130" y="62"/>
                    </a:lnTo>
                    <a:lnTo>
                      <a:pt x="130" y="62"/>
                    </a:lnTo>
                    <a:lnTo>
                      <a:pt x="130" y="60"/>
                    </a:lnTo>
                    <a:lnTo>
                      <a:pt x="130" y="60"/>
                    </a:lnTo>
                    <a:lnTo>
                      <a:pt x="127" y="60"/>
                    </a:lnTo>
                    <a:lnTo>
                      <a:pt x="127" y="60"/>
                    </a:lnTo>
                    <a:lnTo>
                      <a:pt x="127" y="60"/>
                    </a:lnTo>
                    <a:lnTo>
                      <a:pt x="127" y="60"/>
                    </a:lnTo>
                    <a:lnTo>
                      <a:pt x="125" y="60"/>
                    </a:lnTo>
                    <a:lnTo>
                      <a:pt x="125" y="60"/>
                    </a:lnTo>
                    <a:lnTo>
                      <a:pt x="123" y="60"/>
                    </a:lnTo>
                    <a:lnTo>
                      <a:pt x="123" y="60"/>
                    </a:lnTo>
                    <a:lnTo>
                      <a:pt x="123" y="60"/>
                    </a:lnTo>
                    <a:lnTo>
                      <a:pt x="120" y="60"/>
                    </a:lnTo>
                    <a:lnTo>
                      <a:pt x="120" y="60"/>
                    </a:lnTo>
                    <a:lnTo>
                      <a:pt x="118" y="60"/>
                    </a:lnTo>
                    <a:lnTo>
                      <a:pt x="118" y="60"/>
                    </a:lnTo>
                    <a:lnTo>
                      <a:pt x="118" y="60"/>
                    </a:lnTo>
                    <a:lnTo>
                      <a:pt x="116" y="60"/>
                    </a:lnTo>
                    <a:lnTo>
                      <a:pt x="116" y="60"/>
                    </a:lnTo>
                    <a:lnTo>
                      <a:pt x="116" y="57"/>
                    </a:lnTo>
                    <a:lnTo>
                      <a:pt x="116" y="57"/>
                    </a:lnTo>
                    <a:lnTo>
                      <a:pt x="113" y="57"/>
                    </a:lnTo>
                    <a:lnTo>
                      <a:pt x="113" y="60"/>
                    </a:lnTo>
                    <a:lnTo>
                      <a:pt x="113" y="60"/>
                    </a:lnTo>
                    <a:lnTo>
                      <a:pt x="111" y="60"/>
                    </a:lnTo>
                    <a:lnTo>
                      <a:pt x="111" y="60"/>
                    </a:lnTo>
                    <a:lnTo>
                      <a:pt x="111" y="60"/>
                    </a:lnTo>
                    <a:lnTo>
                      <a:pt x="109" y="60"/>
                    </a:lnTo>
                    <a:lnTo>
                      <a:pt x="109" y="60"/>
                    </a:lnTo>
                    <a:lnTo>
                      <a:pt x="109" y="60"/>
                    </a:lnTo>
                    <a:lnTo>
                      <a:pt x="106" y="60"/>
                    </a:lnTo>
                    <a:lnTo>
                      <a:pt x="106" y="60"/>
                    </a:lnTo>
                    <a:lnTo>
                      <a:pt x="106" y="57"/>
                    </a:lnTo>
                    <a:lnTo>
                      <a:pt x="104" y="57"/>
                    </a:lnTo>
                    <a:lnTo>
                      <a:pt x="104" y="60"/>
                    </a:lnTo>
                    <a:lnTo>
                      <a:pt x="104" y="60"/>
                    </a:lnTo>
                    <a:lnTo>
                      <a:pt x="104" y="60"/>
                    </a:lnTo>
                    <a:lnTo>
                      <a:pt x="101" y="60"/>
                    </a:lnTo>
                    <a:lnTo>
                      <a:pt x="101" y="60"/>
                    </a:lnTo>
                    <a:lnTo>
                      <a:pt x="101" y="57"/>
                    </a:lnTo>
                    <a:lnTo>
                      <a:pt x="101" y="57"/>
                    </a:lnTo>
                    <a:lnTo>
                      <a:pt x="101" y="57"/>
                    </a:lnTo>
                    <a:lnTo>
                      <a:pt x="99" y="57"/>
                    </a:lnTo>
                    <a:lnTo>
                      <a:pt x="99" y="55"/>
                    </a:lnTo>
                    <a:lnTo>
                      <a:pt x="99" y="55"/>
                    </a:lnTo>
                    <a:lnTo>
                      <a:pt x="97" y="55"/>
                    </a:lnTo>
                    <a:lnTo>
                      <a:pt x="97" y="55"/>
                    </a:lnTo>
                    <a:lnTo>
                      <a:pt x="97" y="55"/>
                    </a:lnTo>
                    <a:lnTo>
                      <a:pt x="97" y="57"/>
                    </a:lnTo>
                    <a:lnTo>
                      <a:pt x="94" y="57"/>
                    </a:lnTo>
                    <a:lnTo>
                      <a:pt x="94" y="57"/>
                    </a:lnTo>
                    <a:lnTo>
                      <a:pt x="94" y="57"/>
                    </a:lnTo>
                    <a:lnTo>
                      <a:pt x="92" y="57"/>
                    </a:lnTo>
                    <a:lnTo>
                      <a:pt x="92" y="57"/>
                    </a:lnTo>
                    <a:lnTo>
                      <a:pt x="92" y="57"/>
                    </a:lnTo>
                    <a:lnTo>
                      <a:pt x="90" y="57"/>
                    </a:lnTo>
                    <a:lnTo>
                      <a:pt x="90" y="57"/>
                    </a:lnTo>
                    <a:lnTo>
                      <a:pt x="90" y="57"/>
                    </a:lnTo>
                    <a:lnTo>
                      <a:pt x="87" y="57"/>
                    </a:lnTo>
                    <a:lnTo>
                      <a:pt x="87" y="57"/>
                    </a:lnTo>
                    <a:lnTo>
                      <a:pt x="85" y="57"/>
                    </a:lnTo>
                    <a:lnTo>
                      <a:pt x="85" y="57"/>
                    </a:lnTo>
                    <a:lnTo>
                      <a:pt x="85" y="57"/>
                    </a:lnTo>
                    <a:lnTo>
                      <a:pt x="85" y="57"/>
                    </a:lnTo>
                    <a:lnTo>
                      <a:pt x="83" y="57"/>
                    </a:lnTo>
                    <a:lnTo>
                      <a:pt x="83" y="57"/>
                    </a:lnTo>
                    <a:lnTo>
                      <a:pt x="83" y="57"/>
                    </a:lnTo>
                    <a:lnTo>
                      <a:pt x="83" y="55"/>
                    </a:lnTo>
                    <a:lnTo>
                      <a:pt x="80" y="55"/>
                    </a:lnTo>
                    <a:lnTo>
                      <a:pt x="80" y="55"/>
                    </a:lnTo>
                    <a:lnTo>
                      <a:pt x="78" y="55"/>
                    </a:lnTo>
                    <a:lnTo>
                      <a:pt x="78" y="55"/>
                    </a:lnTo>
                    <a:lnTo>
                      <a:pt x="78" y="53"/>
                    </a:lnTo>
                    <a:lnTo>
                      <a:pt x="78" y="53"/>
                    </a:lnTo>
                    <a:lnTo>
                      <a:pt x="78" y="53"/>
                    </a:lnTo>
                    <a:lnTo>
                      <a:pt x="75" y="53"/>
                    </a:lnTo>
                    <a:lnTo>
                      <a:pt x="75" y="53"/>
                    </a:lnTo>
                    <a:lnTo>
                      <a:pt x="75" y="53"/>
                    </a:lnTo>
                    <a:lnTo>
                      <a:pt x="75" y="53"/>
                    </a:lnTo>
                    <a:lnTo>
                      <a:pt x="73" y="53"/>
                    </a:lnTo>
                    <a:lnTo>
                      <a:pt x="73" y="53"/>
                    </a:lnTo>
                    <a:lnTo>
                      <a:pt x="73" y="53"/>
                    </a:lnTo>
                    <a:lnTo>
                      <a:pt x="73" y="50"/>
                    </a:lnTo>
                    <a:lnTo>
                      <a:pt x="73" y="50"/>
                    </a:lnTo>
                    <a:lnTo>
                      <a:pt x="73" y="48"/>
                    </a:lnTo>
                    <a:lnTo>
                      <a:pt x="73" y="48"/>
                    </a:lnTo>
                    <a:lnTo>
                      <a:pt x="73" y="45"/>
                    </a:lnTo>
                    <a:lnTo>
                      <a:pt x="71" y="45"/>
                    </a:lnTo>
                    <a:lnTo>
                      <a:pt x="71" y="45"/>
                    </a:lnTo>
                    <a:lnTo>
                      <a:pt x="71" y="45"/>
                    </a:lnTo>
                    <a:lnTo>
                      <a:pt x="68" y="45"/>
                    </a:lnTo>
                    <a:lnTo>
                      <a:pt x="68" y="45"/>
                    </a:lnTo>
                    <a:lnTo>
                      <a:pt x="68" y="45"/>
                    </a:lnTo>
                    <a:lnTo>
                      <a:pt x="68" y="48"/>
                    </a:lnTo>
                    <a:lnTo>
                      <a:pt x="66" y="48"/>
                    </a:lnTo>
                    <a:lnTo>
                      <a:pt x="66" y="48"/>
                    </a:lnTo>
                    <a:lnTo>
                      <a:pt x="64" y="48"/>
                    </a:lnTo>
                    <a:lnTo>
                      <a:pt x="64" y="48"/>
                    </a:lnTo>
                    <a:lnTo>
                      <a:pt x="64" y="48"/>
                    </a:lnTo>
                    <a:lnTo>
                      <a:pt x="61" y="48"/>
                    </a:lnTo>
                    <a:lnTo>
                      <a:pt x="61" y="48"/>
                    </a:lnTo>
                    <a:lnTo>
                      <a:pt x="61" y="45"/>
                    </a:lnTo>
                    <a:lnTo>
                      <a:pt x="61" y="45"/>
                    </a:lnTo>
                    <a:lnTo>
                      <a:pt x="61" y="45"/>
                    </a:lnTo>
                    <a:lnTo>
                      <a:pt x="61" y="45"/>
                    </a:lnTo>
                    <a:lnTo>
                      <a:pt x="61" y="43"/>
                    </a:lnTo>
                    <a:lnTo>
                      <a:pt x="61" y="43"/>
                    </a:lnTo>
                    <a:lnTo>
                      <a:pt x="59" y="43"/>
                    </a:lnTo>
                    <a:lnTo>
                      <a:pt x="59" y="43"/>
                    </a:lnTo>
                    <a:lnTo>
                      <a:pt x="56" y="43"/>
                    </a:lnTo>
                    <a:lnTo>
                      <a:pt x="56" y="43"/>
                    </a:lnTo>
                    <a:lnTo>
                      <a:pt x="56" y="43"/>
                    </a:lnTo>
                    <a:lnTo>
                      <a:pt x="56" y="45"/>
                    </a:lnTo>
                    <a:lnTo>
                      <a:pt x="56" y="45"/>
                    </a:lnTo>
                    <a:lnTo>
                      <a:pt x="54" y="45"/>
                    </a:lnTo>
                    <a:lnTo>
                      <a:pt x="54" y="45"/>
                    </a:lnTo>
                    <a:lnTo>
                      <a:pt x="54" y="45"/>
                    </a:lnTo>
                    <a:lnTo>
                      <a:pt x="52" y="45"/>
                    </a:lnTo>
                    <a:lnTo>
                      <a:pt x="52" y="45"/>
                    </a:lnTo>
                    <a:lnTo>
                      <a:pt x="52" y="48"/>
                    </a:lnTo>
                    <a:lnTo>
                      <a:pt x="49" y="48"/>
                    </a:lnTo>
                    <a:lnTo>
                      <a:pt x="49" y="48"/>
                    </a:lnTo>
                    <a:lnTo>
                      <a:pt x="49" y="48"/>
                    </a:lnTo>
                    <a:lnTo>
                      <a:pt x="49" y="45"/>
                    </a:lnTo>
                    <a:lnTo>
                      <a:pt x="47" y="45"/>
                    </a:lnTo>
                    <a:lnTo>
                      <a:pt x="47" y="45"/>
                    </a:lnTo>
                    <a:lnTo>
                      <a:pt x="47" y="45"/>
                    </a:lnTo>
                    <a:lnTo>
                      <a:pt x="45" y="45"/>
                    </a:lnTo>
                    <a:lnTo>
                      <a:pt x="45" y="45"/>
                    </a:lnTo>
                    <a:lnTo>
                      <a:pt x="45" y="43"/>
                    </a:lnTo>
                    <a:lnTo>
                      <a:pt x="45" y="43"/>
                    </a:lnTo>
                    <a:lnTo>
                      <a:pt x="42" y="43"/>
                    </a:lnTo>
                    <a:lnTo>
                      <a:pt x="42" y="43"/>
                    </a:lnTo>
                    <a:lnTo>
                      <a:pt x="42" y="43"/>
                    </a:lnTo>
                    <a:lnTo>
                      <a:pt x="40" y="43"/>
                    </a:lnTo>
                    <a:lnTo>
                      <a:pt x="40" y="43"/>
                    </a:lnTo>
                    <a:lnTo>
                      <a:pt x="42" y="43"/>
                    </a:lnTo>
                    <a:lnTo>
                      <a:pt x="42" y="41"/>
                    </a:lnTo>
                    <a:lnTo>
                      <a:pt x="42" y="41"/>
                    </a:lnTo>
                    <a:lnTo>
                      <a:pt x="42" y="41"/>
                    </a:lnTo>
                    <a:lnTo>
                      <a:pt x="45" y="41"/>
                    </a:lnTo>
                    <a:lnTo>
                      <a:pt x="45" y="41"/>
                    </a:lnTo>
                    <a:lnTo>
                      <a:pt x="45" y="43"/>
                    </a:lnTo>
                    <a:lnTo>
                      <a:pt x="45" y="43"/>
                    </a:lnTo>
                    <a:lnTo>
                      <a:pt x="47" y="43"/>
                    </a:lnTo>
                    <a:lnTo>
                      <a:pt x="47" y="43"/>
                    </a:lnTo>
                    <a:lnTo>
                      <a:pt x="49" y="43"/>
                    </a:lnTo>
                    <a:lnTo>
                      <a:pt x="49" y="43"/>
                    </a:lnTo>
                    <a:lnTo>
                      <a:pt x="49" y="43"/>
                    </a:lnTo>
                    <a:lnTo>
                      <a:pt x="52" y="43"/>
                    </a:lnTo>
                    <a:lnTo>
                      <a:pt x="52" y="43"/>
                    </a:lnTo>
                    <a:lnTo>
                      <a:pt x="52" y="41"/>
                    </a:lnTo>
                    <a:lnTo>
                      <a:pt x="54" y="41"/>
                    </a:lnTo>
                    <a:lnTo>
                      <a:pt x="54" y="41"/>
                    </a:lnTo>
                    <a:lnTo>
                      <a:pt x="54" y="41"/>
                    </a:lnTo>
                    <a:lnTo>
                      <a:pt x="56" y="41"/>
                    </a:lnTo>
                    <a:lnTo>
                      <a:pt x="56" y="41"/>
                    </a:lnTo>
                    <a:lnTo>
                      <a:pt x="56" y="41"/>
                    </a:lnTo>
                    <a:lnTo>
                      <a:pt x="56" y="41"/>
                    </a:lnTo>
                    <a:lnTo>
                      <a:pt x="59" y="41"/>
                    </a:lnTo>
                    <a:lnTo>
                      <a:pt x="59" y="41"/>
                    </a:lnTo>
                    <a:lnTo>
                      <a:pt x="61" y="41"/>
                    </a:lnTo>
                    <a:lnTo>
                      <a:pt x="61" y="41"/>
                    </a:lnTo>
                    <a:lnTo>
                      <a:pt x="61" y="41"/>
                    </a:lnTo>
                    <a:lnTo>
                      <a:pt x="61" y="41"/>
                    </a:lnTo>
                    <a:lnTo>
                      <a:pt x="61" y="38"/>
                    </a:lnTo>
                    <a:lnTo>
                      <a:pt x="64" y="38"/>
                    </a:lnTo>
                    <a:lnTo>
                      <a:pt x="64" y="38"/>
                    </a:lnTo>
                    <a:lnTo>
                      <a:pt x="64"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5" y="38"/>
                    </a:lnTo>
                    <a:lnTo>
                      <a:pt x="75" y="38"/>
                    </a:lnTo>
                    <a:lnTo>
                      <a:pt x="75" y="38"/>
                    </a:lnTo>
                    <a:lnTo>
                      <a:pt x="78" y="38"/>
                    </a:lnTo>
                    <a:lnTo>
                      <a:pt x="78" y="38"/>
                    </a:lnTo>
                    <a:lnTo>
                      <a:pt x="78" y="36"/>
                    </a:lnTo>
                    <a:lnTo>
                      <a:pt x="78" y="36"/>
                    </a:lnTo>
                    <a:lnTo>
                      <a:pt x="75" y="36"/>
                    </a:lnTo>
                    <a:lnTo>
                      <a:pt x="75" y="36"/>
                    </a:lnTo>
                    <a:lnTo>
                      <a:pt x="75" y="36"/>
                    </a:lnTo>
                    <a:lnTo>
                      <a:pt x="73" y="36"/>
                    </a:lnTo>
                    <a:lnTo>
                      <a:pt x="73" y="36"/>
                    </a:lnTo>
                    <a:lnTo>
                      <a:pt x="73" y="36"/>
                    </a:lnTo>
                    <a:lnTo>
                      <a:pt x="71" y="36"/>
                    </a:lnTo>
                    <a:lnTo>
                      <a:pt x="71" y="34"/>
                    </a:lnTo>
                    <a:lnTo>
                      <a:pt x="71" y="34"/>
                    </a:lnTo>
                    <a:lnTo>
                      <a:pt x="71" y="34"/>
                    </a:lnTo>
                    <a:lnTo>
                      <a:pt x="71" y="34"/>
                    </a:lnTo>
                    <a:lnTo>
                      <a:pt x="68" y="34"/>
                    </a:lnTo>
                    <a:lnTo>
                      <a:pt x="68" y="34"/>
                    </a:lnTo>
                    <a:lnTo>
                      <a:pt x="68" y="34"/>
                    </a:lnTo>
                    <a:lnTo>
                      <a:pt x="66" y="34"/>
                    </a:lnTo>
                    <a:lnTo>
                      <a:pt x="66" y="34"/>
                    </a:lnTo>
                    <a:lnTo>
                      <a:pt x="64" y="34"/>
                    </a:lnTo>
                    <a:lnTo>
                      <a:pt x="64" y="34"/>
                    </a:lnTo>
                    <a:lnTo>
                      <a:pt x="64" y="31"/>
                    </a:lnTo>
                    <a:lnTo>
                      <a:pt x="64" y="31"/>
                    </a:lnTo>
                    <a:lnTo>
                      <a:pt x="61" y="31"/>
                    </a:lnTo>
                    <a:lnTo>
                      <a:pt x="61" y="31"/>
                    </a:lnTo>
                    <a:lnTo>
                      <a:pt x="61" y="31"/>
                    </a:lnTo>
                    <a:lnTo>
                      <a:pt x="59" y="31"/>
                    </a:lnTo>
                    <a:lnTo>
                      <a:pt x="59" y="31"/>
                    </a:lnTo>
                    <a:lnTo>
                      <a:pt x="56" y="31"/>
                    </a:lnTo>
                    <a:lnTo>
                      <a:pt x="56" y="31"/>
                    </a:lnTo>
                    <a:lnTo>
                      <a:pt x="56" y="34"/>
                    </a:lnTo>
                    <a:lnTo>
                      <a:pt x="56" y="34"/>
                    </a:lnTo>
                    <a:lnTo>
                      <a:pt x="59" y="34"/>
                    </a:lnTo>
                    <a:lnTo>
                      <a:pt x="59" y="34"/>
                    </a:lnTo>
                    <a:lnTo>
                      <a:pt x="61" y="34"/>
                    </a:lnTo>
                    <a:lnTo>
                      <a:pt x="61" y="34"/>
                    </a:lnTo>
                    <a:lnTo>
                      <a:pt x="61" y="34"/>
                    </a:lnTo>
                    <a:lnTo>
                      <a:pt x="64" y="34"/>
                    </a:lnTo>
                    <a:lnTo>
                      <a:pt x="64" y="34"/>
                    </a:lnTo>
                    <a:lnTo>
                      <a:pt x="64" y="36"/>
                    </a:lnTo>
                    <a:lnTo>
                      <a:pt x="61" y="36"/>
                    </a:lnTo>
                    <a:lnTo>
                      <a:pt x="61" y="36"/>
                    </a:lnTo>
                    <a:lnTo>
                      <a:pt x="61" y="36"/>
                    </a:lnTo>
                    <a:lnTo>
                      <a:pt x="61" y="36"/>
                    </a:lnTo>
                    <a:lnTo>
                      <a:pt x="59" y="36"/>
                    </a:lnTo>
                    <a:lnTo>
                      <a:pt x="59" y="38"/>
                    </a:lnTo>
                    <a:lnTo>
                      <a:pt x="59" y="38"/>
                    </a:lnTo>
                    <a:lnTo>
                      <a:pt x="56" y="38"/>
                    </a:lnTo>
                    <a:lnTo>
                      <a:pt x="56" y="38"/>
                    </a:lnTo>
                    <a:lnTo>
                      <a:pt x="56" y="38"/>
                    </a:lnTo>
                    <a:lnTo>
                      <a:pt x="54" y="38"/>
                    </a:lnTo>
                    <a:lnTo>
                      <a:pt x="54" y="38"/>
                    </a:lnTo>
                    <a:lnTo>
                      <a:pt x="54" y="38"/>
                    </a:lnTo>
                    <a:lnTo>
                      <a:pt x="54" y="38"/>
                    </a:lnTo>
                    <a:lnTo>
                      <a:pt x="52" y="38"/>
                    </a:lnTo>
                    <a:lnTo>
                      <a:pt x="52" y="38"/>
                    </a:lnTo>
                    <a:lnTo>
                      <a:pt x="49" y="38"/>
                    </a:lnTo>
                    <a:lnTo>
                      <a:pt x="49" y="38"/>
                    </a:lnTo>
                    <a:lnTo>
                      <a:pt x="49" y="41"/>
                    </a:lnTo>
                    <a:lnTo>
                      <a:pt x="49" y="41"/>
                    </a:lnTo>
                    <a:lnTo>
                      <a:pt x="47" y="41"/>
                    </a:lnTo>
                    <a:lnTo>
                      <a:pt x="47" y="41"/>
                    </a:lnTo>
                    <a:lnTo>
                      <a:pt x="45" y="41"/>
                    </a:lnTo>
                    <a:lnTo>
                      <a:pt x="45" y="41"/>
                    </a:lnTo>
                    <a:lnTo>
                      <a:pt x="45" y="41"/>
                    </a:lnTo>
                    <a:lnTo>
                      <a:pt x="45" y="41"/>
                    </a:lnTo>
                    <a:lnTo>
                      <a:pt x="42" y="41"/>
                    </a:lnTo>
                    <a:lnTo>
                      <a:pt x="42" y="41"/>
                    </a:lnTo>
                    <a:lnTo>
                      <a:pt x="42" y="41"/>
                    </a:lnTo>
                    <a:lnTo>
                      <a:pt x="40" y="41"/>
                    </a:lnTo>
                    <a:lnTo>
                      <a:pt x="40" y="41"/>
                    </a:lnTo>
                    <a:lnTo>
                      <a:pt x="38" y="41"/>
                    </a:lnTo>
                    <a:lnTo>
                      <a:pt x="38" y="41"/>
                    </a:lnTo>
                    <a:lnTo>
                      <a:pt x="38" y="41"/>
                    </a:lnTo>
                    <a:lnTo>
                      <a:pt x="35" y="41"/>
                    </a:lnTo>
                    <a:lnTo>
                      <a:pt x="35" y="41"/>
                    </a:lnTo>
                    <a:lnTo>
                      <a:pt x="35" y="41"/>
                    </a:lnTo>
                    <a:lnTo>
                      <a:pt x="33" y="41"/>
                    </a:lnTo>
                    <a:lnTo>
                      <a:pt x="33" y="41"/>
                    </a:lnTo>
                    <a:lnTo>
                      <a:pt x="30" y="41"/>
                    </a:lnTo>
                    <a:lnTo>
                      <a:pt x="30" y="41"/>
                    </a:lnTo>
                    <a:lnTo>
                      <a:pt x="30" y="41"/>
                    </a:lnTo>
                    <a:lnTo>
                      <a:pt x="28" y="41"/>
                    </a:lnTo>
                    <a:lnTo>
                      <a:pt x="28" y="41"/>
                    </a:lnTo>
                    <a:lnTo>
                      <a:pt x="28" y="41"/>
                    </a:lnTo>
                    <a:lnTo>
                      <a:pt x="26" y="41"/>
                    </a:lnTo>
                    <a:lnTo>
                      <a:pt x="26" y="41"/>
                    </a:lnTo>
                    <a:lnTo>
                      <a:pt x="23" y="41"/>
                    </a:lnTo>
                    <a:lnTo>
                      <a:pt x="23" y="41"/>
                    </a:lnTo>
                    <a:lnTo>
                      <a:pt x="23" y="41"/>
                    </a:lnTo>
                    <a:lnTo>
                      <a:pt x="21" y="41"/>
                    </a:lnTo>
                    <a:lnTo>
                      <a:pt x="21" y="41"/>
                    </a:lnTo>
                    <a:lnTo>
                      <a:pt x="21" y="41"/>
                    </a:lnTo>
                    <a:lnTo>
                      <a:pt x="21" y="41"/>
                    </a:lnTo>
                    <a:lnTo>
                      <a:pt x="19" y="41"/>
                    </a:lnTo>
                    <a:lnTo>
                      <a:pt x="19" y="41"/>
                    </a:lnTo>
                    <a:lnTo>
                      <a:pt x="16" y="41"/>
                    </a:lnTo>
                    <a:lnTo>
                      <a:pt x="16" y="41"/>
                    </a:lnTo>
                    <a:lnTo>
                      <a:pt x="16" y="41"/>
                    </a:lnTo>
                    <a:lnTo>
                      <a:pt x="14" y="41"/>
                    </a:lnTo>
                    <a:lnTo>
                      <a:pt x="14" y="41"/>
                    </a:lnTo>
                    <a:lnTo>
                      <a:pt x="14" y="41"/>
                    </a:lnTo>
                    <a:lnTo>
                      <a:pt x="12" y="41"/>
                    </a:lnTo>
                    <a:lnTo>
                      <a:pt x="12" y="41"/>
                    </a:lnTo>
                    <a:lnTo>
                      <a:pt x="12" y="41"/>
                    </a:lnTo>
                    <a:lnTo>
                      <a:pt x="9" y="41"/>
                    </a:lnTo>
                    <a:lnTo>
                      <a:pt x="9" y="41"/>
                    </a:lnTo>
                    <a:lnTo>
                      <a:pt x="9" y="41"/>
                    </a:lnTo>
                    <a:lnTo>
                      <a:pt x="7" y="41"/>
                    </a:lnTo>
                    <a:lnTo>
                      <a:pt x="7" y="41"/>
                    </a:lnTo>
                    <a:lnTo>
                      <a:pt x="7" y="41"/>
                    </a:lnTo>
                    <a:lnTo>
                      <a:pt x="4" y="41"/>
                    </a:lnTo>
                    <a:lnTo>
                      <a:pt x="4" y="38"/>
                    </a:lnTo>
                    <a:lnTo>
                      <a:pt x="4" y="38"/>
                    </a:lnTo>
                    <a:lnTo>
                      <a:pt x="7" y="38"/>
                    </a:lnTo>
                    <a:lnTo>
                      <a:pt x="7" y="38"/>
                    </a:lnTo>
                    <a:lnTo>
                      <a:pt x="9" y="38"/>
                    </a:lnTo>
                    <a:lnTo>
                      <a:pt x="9" y="36"/>
                    </a:lnTo>
                    <a:lnTo>
                      <a:pt x="7" y="36"/>
                    </a:lnTo>
                    <a:lnTo>
                      <a:pt x="7" y="36"/>
                    </a:lnTo>
                    <a:lnTo>
                      <a:pt x="4" y="36"/>
                    </a:lnTo>
                    <a:lnTo>
                      <a:pt x="4" y="36"/>
                    </a:lnTo>
                    <a:lnTo>
                      <a:pt x="4" y="36"/>
                    </a:lnTo>
                    <a:lnTo>
                      <a:pt x="4" y="34"/>
                    </a:lnTo>
                    <a:lnTo>
                      <a:pt x="4" y="34"/>
                    </a:lnTo>
                    <a:lnTo>
                      <a:pt x="4" y="31"/>
                    </a:lnTo>
                    <a:lnTo>
                      <a:pt x="4" y="31"/>
                    </a:lnTo>
                    <a:lnTo>
                      <a:pt x="4" y="31"/>
                    </a:lnTo>
                    <a:lnTo>
                      <a:pt x="2" y="31"/>
                    </a:lnTo>
                    <a:lnTo>
                      <a:pt x="2" y="31"/>
                    </a:lnTo>
                    <a:lnTo>
                      <a:pt x="2" y="31"/>
                    </a:lnTo>
                    <a:lnTo>
                      <a:pt x="0" y="31"/>
                    </a:lnTo>
                    <a:lnTo>
                      <a:pt x="0" y="31"/>
                    </a:lnTo>
                    <a:lnTo>
                      <a:pt x="0" y="31"/>
                    </a:lnTo>
                    <a:lnTo>
                      <a:pt x="0" y="31"/>
                    </a:lnTo>
                    <a:lnTo>
                      <a:pt x="2" y="31"/>
                    </a:lnTo>
                    <a:lnTo>
                      <a:pt x="2" y="31"/>
                    </a:lnTo>
                    <a:lnTo>
                      <a:pt x="2" y="31"/>
                    </a:lnTo>
                    <a:lnTo>
                      <a:pt x="4" y="31"/>
                    </a:lnTo>
                    <a:lnTo>
                      <a:pt x="4" y="31"/>
                    </a:lnTo>
                    <a:lnTo>
                      <a:pt x="4" y="31"/>
                    </a:lnTo>
                    <a:lnTo>
                      <a:pt x="7" y="31"/>
                    </a:lnTo>
                    <a:lnTo>
                      <a:pt x="7" y="31"/>
                    </a:lnTo>
                    <a:lnTo>
                      <a:pt x="9" y="31"/>
                    </a:lnTo>
                    <a:lnTo>
                      <a:pt x="9" y="31"/>
                    </a:lnTo>
                    <a:lnTo>
                      <a:pt x="9" y="31"/>
                    </a:lnTo>
                    <a:lnTo>
                      <a:pt x="12" y="31"/>
                    </a:lnTo>
                    <a:lnTo>
                      <a:pt x="12" y="31"/>
                    </a:lnTo>
                    <a:lnTo>
                      <a:pt x="12" y="31"/>
                    </a:lnTo>
                    <a:lnTo>
                      <a:pt x="14" y="31"/>
                    </a:lnTo>
                    <a:lnTo>
                      <a:pt x="14" y="31"/>
                    </a:lnTo>
                    <a:lnTo>
                      <a:pt x="16" y="31"/>
                    </a:lnTo>
                    <a:lnTo>
                      <a:pt x="16" y="29"/>
                    </a:lnTo>
                    <a:lnTo>
                      <a:pt x="16" y="29"/>
                    </a:lnTo>
                    <a:lnTo>
                      <a:pt x="16" y="29"/>
                    </a:lnTo>
                    <a:lnTo>
                      <a:pt x="16" y="29"/>
                    </a:lnTo>
                    <a:lnTo>
                      <a:pt x="16" y="29"/>
                    </a:lnTo>
                    <a:lnTo>
                      <a:pt x="16" y="31"/>
                    </a:lnTo>
                    <a:lnTo>
                      <a:pt x="19" y="31"/>
                    </a:lnTo>
                    <a:lnTo>
                      <a:pt x="19" y="31"/>
                    </a:lnTo>
                    <a:lnTo>
                      <a:pt x="21" y="31"/>
                    </a:lnTo>
                    <a:lnTo>
                      <a:pt x="21" y="31"/>
                    </a:lnTo>
                    <a:lnTo>
                      <a:pt x="21" y="31"/>
                    </a:lnTo>
                    <a:lnTo>
                      <a:pt x="23" y="31"/>
                    </a:lnTo>
                    <a:lnTo>
                      <a:pt x="23" y="31"/>
                    </a:lnTo>
                    <a:lnTo>
                      <a:pt x="23" y="31"/>
                    </a:lnTo>
                    <a:lnTo>
                      <a:pt x="26" y="31"/>
                    </a:lnTo>
                    <a:lnTo>
                      <a:pt x="26" y="31"/>
                    </a:lnTo>
                    <a:lnTo>
                      <a:pt x="28" y="31"/>
                    </a:lnTo>
                    <a:lnTo>
                      <a:pt x="28" y="31"/>
                    </a:lnTo>
                    <a:lnTo>
                      <a:pt x="28" y="31"/>
                    </a:lnTo>
                    <a:lnTo>
                      <a:pt x="28" y="29"/>
                    </a:lnTo>
                    <a:lnTo>
                      <a:pt x="28" y="29"/>
                    </a:lnTo>
                    <a:lnTo>
                      <a:pt x="28" y="29"/>
                    </a:lnTo>
                    <a:lnTo>
                      <a:pt x="26" y="29"/>
                    </a:lnTo>
                    <a:lnTo>
                      <a:pt x="26" y="29"/>
                    </a:lnTo>
                    <a:lnTo>
                      <a:pt x="26" y="29"/>
                    </a:lnTo>
                    <a:lnTo>
                      <a:pt x="26" y="29"/>
                    </a:lnTo>
                    <a:lnTo>
                      <a:pt x="28" y="29"/>
                    </a:lnTo>
                    <a:lnTo>
                      <a:pt x="28" y="26"/>
                    </a:lnTo>
                    <a:lnTo>
                      <a:pt x="26" y="26"/>
                    </a:lnTo>
                    <a:lnTo>
                      <a:pt x="26" y="26"/>
                    </a:lnTo>
                    <a:lnTo>
                      <a:pt x="26" y="26"/>
                    </a:lnTo>
                    <a:lnTo>
                      <a:pt x="23" y="26"/>
                    </a:lnTo>
                    <a:lnTo>
                      <a:pt x="23" y="26"/>
                    </a:lnTo>
                    <a:lnTo>
                      <a:pt x="23" y="26"/>
                    </a:lnTo>
                    <a:lnTo>
                      <a:pt x="21" y="26"/>
                    </a:lnTo>
                    <a:lnTo>
                      <a:pt x="21" y="26"/>
                    </a:lnTo>
                    <a:lnTo>
                      <a:pt x="21" y="26"/>
                    </a:lnTo>
                    <a:lnTo>
                      <a:pt x="19" y="26"/>
                    </a:lnTo>
                    <a:lnTo>
                      <a:pt x="19" y="26"/>
                    </a:lnTo>
                    <a:lnTo>
                      <a:pt x="19" y="26"/>
                    </a:lnTo>
                    <a:lnTo>
                      <a:pt x="16" y="26"/>
                    </a:lnTo>
                    <a:lnTo>
                      <a:pt x="16" y="26"/>
                    </a:lnTo>
                    <a:lnTo>
                      <a:pt x="16" y="26"/>
                    </a:lnTo>
                    <a:lnTo>
                      <a:pt x="16" y="26"/>
                    </a:lnTo>
                    <a:lnTo>
                      <a:pt x="14" y="26"/>
                    </a:lnTo>
                    <a:lnTo>
                      <a:pt x="14" y="26"/>
                    </a:lnTo>
                    <a:lnTo>
                      <a:pt x="12" y="26"/>
                    </a:lnTo>
                    <a:lnTo>
                      <a:pt x="12" y="26"/>
                    </a:lnTo>
                    <a:lnTo>
                      <a:pt x="12" y="26"/>
                    </a:lnTo>
                    <a:lnTo>
                      <a:pt x="9" y="26"/>
                    </a:lnTo>
                    <a:lnTo>
                      <a:pt x="9" y="24"/>
                    </a:lnTo>
                    <a:lnTo>
                      <a:pt x="12" y="24"/>
                    </a:lnTo>
                    <a:lnTo>
                      <a:pt x="12" y="24"/>
                    </a:lnTo>
                    <a:lnTo>
                      <a:pt x="12" y="24"/>
                    </a:lnTo>
                    <a:lnTo>
                      <a:pt x="12" y="24"/>
                    </a:lnTo>
                    <a:lnTo>
                      <a:pt x="9" y="24"/>
                    </a:lnTo>
                    <a:lnTo>
                      <a:pt x="9" y="24"/>
                    </a:lnTo>
                    <a:lnTo>
                      <a:pt x="9" y="22"/>
                    </a:lnTo>
                    <a:lnTo>
                      <a:pt x="9" y="22"/>
                    </a:lnTo>
                    <a:lnTo>
                      <a:pt x="12" y="22"/>
                    </a:lnTo>
                    <a:lnTo>
                      <a:pt x="12" y="22"/>
                    </a:lnTo>
                    <a:lnTo>
                      <a:pt x="12" y="22"/>
                    </a:lnTo>
                    <a:lnTo>
                      <a:pt x="14" y="22"/>
                    </a:lnTo>
                    <a:lnTo>
                      <a:pt x="14" y="22"/>
                    </a:lnTo>
                    <a:lnTo>
                      <a:pt x="14" y="24"/>
                    </a:lnTo>
                    <a:lnTo>
                      <a:pt x="16" y="24"/>
                    </a:lnTo>
                    <a:lnTo>
                      <a:pt x="16" y="24"/>
                    </a:lnTo>
                    <a:lnTo>
                      <a:pt x="16" y="24"/>
                    </a:lnTo>
                    <a:lnTo>
                      <a:pt x="19" y="24"/>
                    </a:lnTo>
                    <a:lnTo>
                      <a:pt x="19" y="24"/>
                    </a:lnTo>
                    <a:lnTo>
                      <a:pt x="21" y="24"/>
                    </a:lnTo>
                    <a:lnTo>
                      <a:pt x="21" y="22"/>
                    </a:lnTo>
                    <a:lnTo>
                      <a:pt x="21" y="22"/>
                    </a:lnTo>
                    <a:lnTo>
                      <a:pt x="21" y="22"/>
                    </a:lnTo>
                    <a:lnTo>
                      <a:pt x="21" y="22"/>
                    </a:lnTo>
                    <a:lnTo>
                      <a:pt x="21" y="22"/>
                    </a:lnTo>
                    <a:lnTo>
                      <a:pt x="23" y="22"/>
                    </a:lnTo>
                    <a:lnTo>
                      <a:pt x="23" y="22"/>
                    </a:lnTo>
                    <a:lnTo>
                      <a:pt x="23" y="22"/>
                    </a:lnTo>
                    <a:lnTo>
                      <a:pt x="26" y="22"/>
                    </a:lnTo>
                    <a:lnTo>
                      <a:pt x="26" y="22"/>
                    </a:lnTo>
                    <a:lnTo>
                      <a:pt x="28" y="22"/>
                    </a:lnTo>
                    <a:lnTo>
                      <a:pt x="28" y="22"/>
                    </a:lnTo>
                    <a:lnTo>
                      <a:pt x="28" y="22"/>
                    </a:lnTo>
                    <a:lnTo>
                      <a:pt x="30" y="22"/>
                    </a:lnTo>
                    <a:lnTo>
                      <a:pt x="30" y="22"/>
                    </a:lnTo>
                    <a:lnTo>
                      <a:pt x="30" y="22"/>
                    </a:lnTo>
                    <a:lnTo>
                      <a:pt x="33" y="22"/>
                    </a:lnTo>
                    <a:lnTo>
                      <a:pt x="33" y="22"/>
                    </a:lnTo>
                    <a:lnTo>
                      <a:pt x="35" y="22"/>
                    </a:lnTo>
                    <a:lnTo>
                      <a:pt x="35" y="22"/>
                    </a:lnTo>
                    <a:lnTo>
                      <a:pt x="35" y="22"/>
                    </a:lnTo>
                    <a:lnTo>
                      <a:pt x="35" y="19"/>
                    </a:lnTo>
                    <a:lnTo>
                      <a:pt x="38" y="19"/>
                    </a:lnTo>
                    <a:lnTo>
                      <a:pt x="38" y="19"/>
                    </a:lnTo>
                    <a:lnTo>
                      <a:pt x="38" y="19"/>
                    </a:lnTo>
                    <a:lnTo>
                      <a:pt x="38" y="19"/>
                    </a:lnTo>
                    <a:lnTo>
                      <a:pt x="40" y="19"/>
                    </a:lnTo>
                    <a:lnTo>
                      <a:pt x="40" y="19"/>
                    </a:lnTo>
                    <a:lnTo>
                      <a:pt x="40" y="17"/>
                    </a:lnTo>
                    <a:lnTo>
                      <a:pt x="40" y="17"/>
                    </a:lnTo>
                    <a:lnTo>
                      <a:pt x="42" y="17"/>
                    </a:lnTo>
                    <a:lnTo>
                      <a:pt x="42" y="17"/>
                    </a:lnTo>
                    <a:lnTo>
                      <a:pt x="42" y="15"/>
                    </a:lnTo>
                    <a:lnTo>
                      <a:pt x="42" y="15"/>
                    </a:lnTo>
                    <a:lnTo>
                      <a:pt x="45" y="15"/>
                    </a:lnTo>
                    <a:lnTo>
                      <a:pt x="45" y="15"/>
                    </a:lnTo>
                    <a:lnTo>
                      <a:pt x="45" y="15"/>
                    </a:lnTo>
                    <a:lnTo>
                      <a:pt x="45" y="15"/>
                    </a:lnTo>
                    <a:lnTo>
                      <a:pt x="42" y="15"/>
                    </a:lnTo>
                    <a:lnTo>
                      <a:pt x="42" y="15"/>
                    </a:lnTo>
                    <a:lnTo>
                      <a:pt x="42" y="15"/>
                    </a:lnTo>
                    <a:lnTo>
                      <a:pt x="40" y="15"/>
                    </a:lnTo>
                    <a:lnTo>
                      <a:pt x="40" y="15"/>
                    </a:lnTo>
                    <a:lnTo>
                      <a:pt x="40" y="15"/>
                    </a:lnTo>
                    <a:lnTo>
                      <a:pt x="38" y="15"/>
                    </a:lnTo>
                    <a:lnTo>
                      <a:pt x="38" y="15"/>
                    </a:lnTo>
                    <a:lnTo>
                      <a:pt x="38" y="15"/>
                    </a:lnTo>
                    <a:lnTo>
                      <a:pt x="35" y="15"/>
                    </a:lnTo>
                    <a:lnTo>
                      <a:pt x="35" y="15"/>
                    </a:lnTo>
                    <a:lnTo>
                      <a:pt x="35" y="15"/>
                    </a:lnTo>
                    <a:lnTo>
                      <a:pt x="33" y="15"/>
                    </a:lnTo>
                    <a:lnTo>
                      <a:pt x="33" y="15"/>
                    </a:lnTo>
                    <a:lnTo>
                      <a:pt x="30" y="15"/>
                    </a:lnTo>
                    <a:lnTo>
                      <a:pt x="30" y="15"/>
                    </a:lnTo>
                    <a:lnTo>
                      <a:pt x="33" y="15"/>
                    </a:lnTo>
                    <a:lnTo>
                      <a:pt x="33" y="15"/>
                    </a:lnTo>
                    <a:lnTo>
                      <a:pt x="35" y="15"/>
                    </a:lnTo>
                    <a:lnTo>
                      <a:pt x="35" y="12"/>
                    </a:lnTo>
                    <a:lnTo>
                      <a:pt x="35" y="12"/>
                    </a:lnTo>
                    <a:lnTo>
                      <a:pt x="35" y="12"/>
                    </a:lnTo>
                    <a:lnTo>
                      <a:pt x="38" y="12"/>
                    </a:lnTo>
                    <a:lnTo>
                      <a:pt x="38" y="12"/>
                    </a:lnTo>
                    <a:lnTo>
                      <a:pt x="38" y="12"/>
                    </a:lnTo>
                    <a:lnTo>
                      <a:pt x="38" y="12"/>
                    </a:lnTo>
                    <a:lnTo>
                      <a:pt x="38" y="12"/>
                    </a:lnTo>
                    <a:lnTo>
                      <a:pt x="40" y="12"/>
                    </a:lnTo>
                    <a:lnTo>
                      <a:pt x="40" y="12"/>
                    </a:lnTo>
                    <a:lnTo>
                      <a:pt x="42" y="12"/>
                    </a:lnTo>
                    <a:lnTo>
                      <a:pt x="42" y="10"/>
                    </a:lnTo>
                    <a:lnTo>
                      <a:pt x="42" y="10"/>
                    </a:lnTo>
                    <a:lnTo>
                      <a:pt x="42" y="10"/>
                    </a:lnTo>
                    <a:lnTo>
                      <a:pt x="45" y="10"/>
                    </a:lnTo>
                    <a:lnTo>
                      <a:pt x="45" y="10"/>
                    </a:lnTo>
                    <a:lnTo>
                      <a:pt x="45" y="10"/>
                    </a:lnTo>
                    <a:lnTo>
                      <a:pt x="47" y="10"/>
                    </a:lnTo>
                    <a:lnTo>
                      <a:pt x="47" y="10"/>
                    </a:lnTo>
                    <a:lnTo>
                      <a:pt x="45" y="10"/>
                    </a:lnTo>
                    <a:lnTo>
                      <a:pt x="45" y="7"/>
                    </a:lnTo>
                    <a:lnTo>
                      <a:pt x="47" y="7"/>
                    </a:lnTo>
                    <a:lnTo>
                      <a:pt x="47" y="7"/>
                    </a:lnTo>
                    <a:lnTo>
                      <a:pt x="49" y="7"/>
                    </a:lnTo>
                    <a:lnTo>
                      <a:pt x="49" y="7"/>
                    </a:lnTo>
                    <a:lnTo>
                      <a:pt x="49" y="7"/>
                    </a:lnTo>
                    <a:lnTo>
                      <a:pt x="52" y="7"/>
                    </a:lnTo>
                    <a:lnTo>
                      <a:pt x="52" y="7"/>
                    </a:lnTo>
                    <a:lnTo>
                      <a:pt x="52" y="7"/>
                    </a:lnTo>
                    <a:lnTo>
                      <a:pt x="54" y="7"/>
                    </a:lnTo>
                    <a:lnTo>
                      <a:pt x="54" y="7"/>
                    </a:lnTo>
                    <a:lnTo>
                      <a:pt x="54" y="7"/>
                    </a:lnTo>
                    <a:lnTo>
                      <a:pt x="56" y="7"/>
                    </a:lnTo>
                    <a:lnTo>
                      <a:pt x="56" y="7"/>
                    </a:lnTo>
                    <a:lnTo>
                      <a:pt x="56" y="7"/>
                    </a:lnTo>
                    <a:lnTo>
                      <a:pt x="59" y="7"/>
                    </a:lnTo>
                    <a:lnTo>
                      <a:pt x="59" y="7"/>
                    </a:lnTo>
                    <a:lnTo>
                      <a:pt x="59" y="5"/>
                    </a:lnTo>
                    <a:lnTo>
                      <a:pt x="61" y="5"/>
                    </a:lnTo>
                    <a:lnTo>
                      <a:pt x="61" y="5"/>
                    </a:lnTo>
                    <a:lnTo>
                      <a:pt x="61" y="5"/>
                    </a:lnTo>
                    <a:lnTo>
                      <a:pt x="64" y="5"/>
                    </a:lnTo>
                    <a:lnTo>
                      <a:pt x="64" y="5"/>
                    </a:lnTo>
                    <a:lnTo>
                      <a:pt x="64" y="5"/>
                    </a:lnTo>
                    <a:lnTo>
                      <a:pt x="66" y="5"/>
                    </a:lnTo>
                    <a:lnTo>
                      <a:pt x="66" y="5"/>
                    </a:lnTo>
                    <a:lnTo>
                      <a:pt x="68" y="5"/>
                    </a:lnTo>
                    <a:lnTo>
                      <a:pt x="68" y="5"/>
                    </a:lnTo>
                    <a:lnTo>
                      <a:pt x="68" y="5"/>
                    </a:lnTo>
                    <a:lnTo>
                      <a:pt x="68" y="5"/>
                    </a:lnTo>
                    <a:lnTo>
                      <a:pt x="71" y="5"/>
                    </a:lnTo>
                    <a:lnTo>
                      <a:pt x="71" y="5"/>
                    </a:lnTo>
                    <a:lnTo>
                      <a:pt x="71" y="5"/>
                    </a:lnTo>
                    <a:lnTo>
                      <a:pt x="73" y="5"/>
                    </a:lnTo>
                    <a:lnTo>
                      <a:pt x="73" y="5"/>
                    </a:lnTo>
                    <a:lnTo>
                      <a:pt x="75" y="5"/>
                    </a:lnTo>
                    <a:lnTo>
                      <a:pt x="75" y="5"/>
                    </a:lnTo>
                    <a:lnTo>
                      <a:pt x="75" y="5"/>
                    </a:lnTo>
                    <a:lnTo>
                      <a:pt x="78" y="5"/>
                    </a:lnTo>
                    <a:lnTo>
                      <a:pt x="78" y="5"/>
                    </a:lnTo>
                    <a:lnTo>
                      <a:pt x="78" y="3"/>
                    </a:lnTo>
                    <a:lnTo>
                      <a:pt x="78" y="3"/>
                    </a:lnTo>
                    <a:lnTo>
                      <a:pt x="80" y="3"/>
                    </a:lnTo>
                    <a:lnTo>
                      <a:pt x="80" y="3"/>
                    </a:lnTo>
                    <a:lnTo>
                      <a:pt x="83" y="3"/>
                    </a:lnTo>
                    <a:lnTo>
                      <a:pt x="83" y="3"/>
                    </a:lnTo>
                    <a:lnTo>
                      <a:pt x="83" y="3"/>
                    </a:lnTo>
                    <a:lnTo>
                      <a:pt x="85" y="3"/>
                    </a:lnTo>
                    <a:lnTo>
                      <a:pt x="85" y="3"/>
                    </a:lnTo>
                    <a:lnTo>
                      <a:pt x="85" y="3"/>
                    </a:lnTo>
                    <a:lnTo>
                      <a:pt x="85" y="3"/>
                    </a:lnTo>
                    <a:lnTo>
                      <a:pt x="87" y="3"/>
                    </a:lnTo>
                    <a:lnTo>
                      <a:pt x="87" y="3"/>
                    </a:lnTo>
                    <a:lnTo>
                      <a:pt x="90" y="3"/>
                    </a:lnTo>
                    <a:lnTo>
                      <a:pt x="90" y="3"/>
                    </a:lnTo>
                    <a:lnTo>
                      <a:pt x="90" y="3"/>
                    </a:lnTo>
                    <a:lnTo>
                      <a:pt x="90" y="3"/>
                    </a:lnTo>
                    <a:lnTo>
                      <a:pt x="90" y="0"/>
                    </a:lnTo>
                    <a:lnTo>
                      <a:pt x="90" y="0"/>
                    </a:lnTo>
                    <a:lnTo>
                      <a:pt x="90" y="0"/>
                    </a:lnTo>
                    <a:lnTo>
                      <a:pt x="92" y="0"/>
                    </a:lnTo>
                    <a:lnTo>
                      <a:pt x="92" y="0"/>
                    </a:lnTo>
                    <a:lnTo>
                      <a:pt x="92" y="0"/>
                    </a:lnTo>
                    <a:lnTo>
                      <a:pt x="94" y="0"/>
                    </a:lnTo>
                    <a:lnTo>
                      <a:pt x="94" y="0"/>
                    </a:lnTo>
                    <a:lnTo>
                      <a:pt x="94" y="0"/>
                    </a:lnTo>
                    <a:lnTo>
                      <a:pt x="97" y="0"/>
                    </a:lnTo>
                    <a:lnTo>
                      <a:pt x="97" y="0"/>
                    </a:lnTo>
                    <a:lnTo>
                      <a:pt x="97" y="0"/>
                    </a:lnTo>
                    <a:lnTo>
                      <a:pt x="99" y="0"/>
                    </a:lnTo>
                    <a:lnTo>
                      <a:pt x="99" y="0"/>
                    </a:lnTo>
                    <a:lnTo>
                      <a:pt x="101" y="0"/>
                    </a:lnTo>
                    <a:lnTo>
                      <a:pt x="101" y="0"/>
                    </a:lnTo>
                    <a:lnTo>
                      <a:pt x="101" y="0"/>
                    </a:lnTo>
                    <a:lnTo>
                      <a:pt x="104" y="0"/>
                    </a:lnTo>
                    <a:lnTo>
                      <a:pt x="104" y="0"/>
                    </a:lnTo>
                    <a:lnTo>
                      <a:pt x="104" y="0"/>
                    </a:lnTo>
                    <a:lnTo>
                      <a:pt x="106" y="0"/>
                    </a:lnTo>
                    <a:lnTo>
                      <a:pt x="106" y="0"/>
                    </a:lnTo>
                    <a:lnTo>
                      <a:pt x="106" y="0"/>
                    </a:lnTo>
                    <a:lnTo>
                      <a:pt x="109" y="0"/>
                    </a:lnTo>
                    <a:lnTo>
                      <a:pt x="109" y="0"/>
                    </a:lnTo>
                    <a:lnTo>
                      <a:pt x="109" y="3"/>
                    </a:lnTo>
                    <a:lnTo>
                      <a:pt x="109" y="3"/>
                    </a:lnTo>
                    <a:lnTo>
                      <a:pt x="109" y="3"/>
                    </a:lnTo>
                    <a:lnTo>
                      <a:pt x="109" y="3"/>
                    </a:lnTo>
                    <a:lnTo>
                      <a:pt x="109" y="3"/>
                    </a:lnTo>
                    <a:lnTo>
                      <a:pt x="111" y="3"/>
                    </a:lnTo>
                    <a:lnTo>
                      <a:pt x="111" y="3"/>
                    </a:lnTo>
                    <a:lnTo>
                      <a:pt x="111" y="3"/>
                    </a:lnTo>
                    <a:lnTo>
                      <a:pt x="113" y="3"/>
                    </a:lnTo>
                    <a:lnTo>
                      <a:pt x="113" y="3"/>
                    </a:lnTo>
                    <a:lnTo>
                      <a:pt x="113" y="3"/>
                    </a:lnTo>
                    <a:lnTo>
                      <a:pt x="116" y="3"/>
                    </a:lnTo>
                    <a:lnTo>
                      <a:pt x="116" y="3"/>
                    </a:lnTo>
                    <a:lnTo>
                      <a:pt x="116" y="5"/>
                    </a:lnTo>
                    <a:lnTo>
                      <a:pt x="116" y="5"/>
                    </a:lnTo>
                    <a:lnTo>
                      <a:pt x="118" y="5"/>
                    </a:lnTo>
                    <a:lnTo>
                      <a:pt x="118" y="5"/>
                    </a:lnTo>
                    <a:lnTo>
                      <a:pt x="118" y="5"/>
                    </a:lnTo>
                    <a:lnTo>
                      <a:pt x="120" y="5"/>
                    </a:lnTo>
                    <a:lnTo>
                      <a:pt x="120" y="5"/>
                    </a:lnTo>
                    <a:lnTo>
                      <a:pt x="120" y="5"/>
                    </a:lnTo>
                    <a:lnTo>
                      <a:pt x="123" y="5"/>
                    </a:lnTo>
                    <a:lnTo>
                      <a:pt x="123" y="7"/>
                    </a:lnTo>
                    <a:lnTo>
                      <a:pt x="123" y="7"/>
                    </a:lnTo>
                    <a:lnTo>
                      <a:pt x="123" y="7"/>
                    </a:lnTo>
                    <a:lnTo>
                      <a:pt x="125" y="7"/>
                    </a:lnTo>
                    <a:lnTo>
                      <a:pt x="125" y="7"/>
                    </a:lnTo>
                    <a:lnTo>
                      <a:pt x="125" y="7"/>
                    </a:lnTo>
                    <a:lnTo>
                      <a:pt x="125" y="10"/>
                    </a:lnTo>
                    <a:lnTo>
                      <a:pt x="127" y="10"/>
                    </a:lnTo>
                    <a:lnTo>
                      <a:pt x="127" y="10"/>
                    </a:lnTo>
                    <a:lnTo>
                      <a:pt x="127" y="10"/>
                    </a:lnTo>
                    <a:lnTo>
                      <a:pt x="130" y="10"/>
                    </a:lnTo>
                    <a:lnTo>
                      <a:pt x="130" y="10"/>
                    </a:lnTo>
                    <a:lnTo>
                      <a:pt x="130" y="10"/>
                    </a:lnTo>
                    <a:lnTo>
                      <a:pt x="132" y="10"/>
                    </a:lnTo>
                    <a:lnTo>
                      <a:pt x="132" y="10"/>
                    </a:lnTo>
                    <a:lnTo>
                      <a:pt x="132" y="10"/>
                    </a:lnTo>
                    <a:lnTo>
                      <a:pt x="135" y="10"/>
                    </a:lnTo>
                    <a:lnTo>
                      <a:pt x="135" y="10"/>
                    </a:lnTo>
                    <a:lnTo>
                      <a:pt x="135" y="10"/>
                    </a:lnTo>
                    <a:lnTo>
                      <a:pt x="137" y="10"/>
                    </a:lnTo>
                    <a:lnTo>
                      <a:pt x="137" y="12"/>
                    </a:lnTo>
                    <a:lnTo>
                      <a:pt x="137" y="12"/>
                    </a:lnTo>
                    <a:lnTo>
                      <a:pt x="137" y="12"/>
                    </a:lnTo>
                    <a:lnTo>
                      <a:pt x="139" y="12"/>
                    </a:lnTo>
                    <a:lnTo>
                      <a:pt x="139" y="12"/>
                    </a:lnTo>
                    <a:lnTo>
                      <a:pt x="142" y="12"/>
                    </a:lnTo>
                    <a:lnTo>
                      <a:pt x="142" y="12"/>
                    </a:lnTo>
                    <a:lnTo>
                      <a:pt x="142" y="12"/>
                    </a:lnTo>
                    <a:lnTo>
                      <a:pt x="144" y="12"/>
                    </a:lnTo>
                    <a:lnTo>
                      <a:pt x="144" y="12"/>
                    </a:lnTo>
                    <a:lnTo>
                      <a:pt x="144" y="12"/>
                    </a:lnTo>
                    <a:lnTo>
                      <a:pt x="144" y="12"/>
                    </a:lnTo>
                    <a:lnTo>
                      <a:pt x="146" y="12"/>
                    </a:lnTo>
                    <a:lnTo>
                      <a:pt x="146" y="12"/>
                    </a:lnTo>
                    <a:lnTo>
                      <a:pt x="149" y="12"/>
                    </a:lnTo>
                    <a:lnTo>
                      <a:pt x="149" y="12"/>
                    </a:lnTo>
                    <a:lnTo>
                      <a:pt x="149" y="12"/>
                    </a:lnTo>
                    <a:lnTo>
                      <a:pt x="149" y="12"/>
                    </a:lnTo>
                    <a:lnTo>
                      <a:pt x="151" y="12"/>
                    </a:lnTo>
                    <a:lnTo>
                      <a:pt x="151" y="15"/>
                    </a:lnTo>
                    <a:lnTo>
                      <a:pt x="151" y="1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60"/>
              <p:cNvSpPr>
                <a:spLocks/>
              </p:cNvSpPr>
              <p:nvPr/>
            </p:nvSpPr>
            <p:spPr bwMode="auto">
              <a:xfrm>
                <a:off x="2784" y="691"/>
                <a:ext cx="203" cy="64"/>
              </a:xfrm>
              <a:custGeom>
                <a:avLst/>
                <a:gdLst/>
                <a:ahLst/>
                <a:cxnLst>
                  <a:cxn ang="0">
                    <a:pos x="142" y="17"/>
                  </a:cxn>
                  <a:cxn ang="0">
                    <a:pos x="135" y="22"/>
                  </a:cxn>
                  <a:cxn ang="0">
                    <a:pos x="137" y="26"/>
                  </a:cxn>
                  <a:cxn ang="0">
                    <a:pos x="123" y="26"/>
                  </a:cxn>
                  <a:cxn ang="0">
                    <a:pos x="111" y="29"/>
                  </a:cxn>
                  <a:cxn ang="0">
                    <a:pos x="120" y="29"/>
                  </a:cxn>
                  <a:cxn ang="0">
                    <a:pos x="132" y="29"/>
                  </a:cxn>
                  <a:cxn ang="0">
                    <a:pos x="146" y="29"/>
                  </a:cxn>
                  <a:cxn ang="0">
                    <a:pos x="154" y="34"/>
                  </a:cxn>
                  <a:cxn ang="0">
                    <a:pos x="154" y="36"/>
                  </a:cxn>
                  <a:cxn ang="0">
                    <a:pos x="161" y="31"/>
                  </a:cxn>
                  <a:cxn ang="0">
                    <a:pos x="172" y="31"/>
                  </a:cxn>
                  <a:cxn ang="0">
                    <a:pos x="184" y="31"/>
                  </a:cxn>
                  <a:cxn ang="0">
                    <a:pos x="196" y="36"/>
                  </a:cxn>
                  <a:cxn ang="0">
                    <a:pos x="198" y="41"/>
                  </a:cxn>
                  <a:cxn ang="0">
                    <a:pos x="191" y="45"/>
                  </a:cxn>
                  <a:cxn ang="0">
                    <a:pos x="187" y="53"/>
                  </a:cxn>
                  <a:cxn ang="0">
                    <a:pos x="194" y="60"/>
                  </a:cxn>
                  <a:cxn ang="0">
                    <a:pos x="182" y="62"/>
                  </a:cxn>
                  <a:cxn ang="0">
                    <a:pos x="168" y="62"/>
                  </a:cxn>
                  <a:cxn ang="0">
                    <a:pos x="161" y="64"/>
                  </a:cxn>
                  <a:cxn ang="0">
                    <a:pos x="149" y="64"/>
                  </a:cxn>
                  <a:cxn ang="0">
                    <a:pos x="137" y="62"/>
                  </a:cxn>
                  <a:cxn ang="0">
                    <a:pos x="125" y="60"/>
                  </a:cxn>
                  <a:cxn ang="0">
                    <a:pos x="113" y="60"/>
                  </a:cxn>
                  <a:cxn ang="0">
                    <a:pos x="101" y="57"/>
                  </a:cxn>
                  <a:cxn ang="0">
                    <a:pos x="90" y="57"/>
                  </a:cxn>
                  <a:cxn ang="0">
                    <a:pos x="78" y="55"/>
                  </a:cxn>
                  <a:cxn ang="0">
                    <a:pos x="71" y="45"/>
                  </a:cxn>
                  <a:cxn ang="0">
                    <a:pos x="61" y="45"/>
                  </a:cxn>
                  <a:cxn ang="0">
                    <a:pos x="52" y="48"/>
                  </a:cxn>
                  <a:cxn ang="0">
                    <a:pos x="40" y="43"/>
                  </a:cxn>
                  <a:cxn ang="0">
                    <a:pos x="52" y="41"/>
                  </a:cxn>
                  <a:cxn ang="0">
                    <a:pos x="64" y="38"/>
                  </a:cxn>
                  <a:cxn ang="0">
                    <a:pos x="78" y="38"/>
                  </a:cxn>
                  <a:cxn ang="0">
                    <a:pos x="68" y="34"/>
                  </a:cxn>
                  <a:cxn ang="0">
                    <a:pos x="56" y="34"/>
                  </a:cxn>
                  <a:cxn ang="0">
                    <a:pos x="56" y="38"/>
                  </a:cxn>
                  <a:cxn ang="0">
                    <a:pos x="45" y="41"/>
                  </a:cxn>
                  <a:cxn ang="0">
                    <a:pos x="30" y="41"/>
                  </a:cxn>
                  <a:cxn ang="0">
                    <a:pos x="19" y="41"/>
                  </a:cxn>
                  <a:cxn ang="0">
                    <a:pos x="4" y="41"/>
                  </a:cxn>
                  <a:cxn ang="0">
                    <a:pos x="4" y="31"/>
                  </a:cxn>
                  <a:cxn ang="0">
                    <a:pos x="9" y="31"/>
                  </a:cxn>
                  <a:cxn ang="0">
                    <a:pos x="19" y="31"/>
                  </a:cxn>
                  <a:cxn ang="0">
                    <a:pos x="26" y="29"/>
                  </a:cxn>
                  <a:cxn ang="0">
                    <a:pos x="19" y="26"/>
                  </a:cxn>
                  <a:cxn ang="0">
                    <a:pos x="9" y="24"/>
                  </a:cxn>
                  <a:cxn ang="0">
                    <a:pos x="21" y="22"/>
                  </a:cxn>
                  <a:cxn ang="0">
                    <a:pos x="33" y="22"/>
                  </a:cxn>
                  <a:cxn ang="0">
                    <a:pos x="42" y="15"/>
                  </a:cxn>
                  <a:cxn ang="0">
                    <a:pos x="35" y="15"/>
                  </a:cxn>
                  <a:cxn ang="0">
                    <a:pos x="38" y="12"/>
                  </a:cxn>
                  <a:cxn ang="0">
                    <a:pos x="49" y="7"/>
                  </a:cxn>
                  <a:cxn ang="0">
                    <a:pos x="61" y="5"/>
                  </a:cxn>
                  <a:cxn ang="0">
                    <a:pos x="75" y="5"/>
                  </a:cxn>
                  <a:cxn ang="0">
                    <a:pos x="87" y="3"/>
                  </a:cxn>
                  <a:cxn ang="0">
                    <a:pos x="97" y="0"/>
                  </a:cxn>
                  <a:cxn ang="0">
                    <a:pos x="109" y="3"/>
                  </a:cxn>
                  <a:cxn ang="0">
                    <a:pos x="118" y="5"/>
                  </a:cxn>
                  <a:cxn ang="0">
                    <a:pos x="130" y="10"/>
                  </a:cxn>
                  <a:cxn ang="0">
                    <a:pos x="142" y="12"/>
                  </a:cxn>
                </a:cxnLst>
                <a:rect l="0" t="0" r="r" b="b"/>
                <a:pathLst>
                  <a:path w="203" h="64">
                    <a:moveTo>
                      <a:pt x="151" y="15"/>
                    </a:moveTo>
                    <a:lnTo>
                      <a:pt x="151" y="15"/>
                    </a:lnTo>
                    <a:lnTo>
                      <a:pt x="151" y="17"/>
                    </a:lnTo>
                    <a:lnTo>
                      <a:pt x="151" y="17"/>
                    </a:lnTo>
                    <a:lnTo>
                      <a:pt x="149" y="17"/>
                    </a:lnTo>
                    <a:lnTo>
                      <a:pt x="149" y="17"/>
                    </a:lnTo>
                    <a:lnTo>
                      <a:pt x="149" y="17"/>
                    </a:lnTo>
                    <a:lnTo>
                      <a:pt x="146" y="17"/>
                    </a:lnTo>
                    <a:lnTo>
                      <a:pt x="146" y="17"/>
                    </a:lnTo>
                    <a:lnTo>
                      <a:pt x="144" y="17"/>
                    </a:lnTo>
                    <a:lnTo>
                      <a:pt x="144" y="17"/>
                    </a:lnTo>
                    <a:lnTo>
                      <a:pt x="144" y="17"/>
                    </a:lnTo>
                    <a:lnTo>
                      <a:pt x="142" y="17"/>
                    </a:lnTo>
                    <a:lnTo>
                      <a:pt x="142" y="17"/>
                    </a:lnTo>
                    <a:lnTo>
                      <a:pt x="142" y="17"/>
                    </a:lnTo>
                    <a:lnTo>
                      <a:pt x="142" y="17"/>
                    </a:lnTo>
                    <a:lnTo>
                      <a:pt x="139" y="17"/>
                    </a:lnTo>
                    <a:lnTo>
                      <a:pt x="139" y="17"/>
                    </a:lnTo>
                    <a:lnTo>
                      <a:pt x="137" y="17"/>
                    </a:lnTo>
                    <a:lnTo>
                      <a:pt x="137" y="17"/>
                    </a:lnTo>
                    <a:lnTo>
                      <a:pt x="137" y="17"/>
                    </a:lnTo>
                    <a:lnTo>
                      <a:pt x="137" y="17"/>
                    </a:lnTo>
                    <a:lnTo>
                      <a:pt x="135" y="17"/>
                    </a:lnTo>
                    <a:lnTo>
                      <a:pt x="135" y="17"/>
                    </a:lnTo>
                    <a:lnTo>
                      <a:pt x="135" y="17"/>
                    </a:lnTo>
                    <a:lnTo>
                      <a:pt x="135" y="19"/>
                    </a:lnTo>
                    <a:lnTo>
                      <a:pt x="135" y="19"/>
                    </a:lnTo>
                    <a:lnTo>
                      <a:pt x="135" y="19"/>
                    </a:lnTo>
                    <a:lnTo>
                      <a:pt x="135" y="19"/>
                    </a:lnTo>
                    <a:lnTo>
                      <a:pt x="135" y="22"/>
                    </a:lnTo>
                    <a:lnTo>
                      <a:pt x="135" y="22"/>
                    </a:lnTo>
                    <a:lnTo>
                      <a:pt x="135" y="22"/>
                    </a:lnTo>
                    <a:lnTo>
                      <a:pt x="135" y="22"/>
                    </a:lnTo>
                    <a:lnTo>
                      <a:pt x="135" y="24"/>
                    </a:lnTo>
                    <a:lnTo>
                      <a:pt x="137" y="24"/>
                    </a:lnTo>
                    <a:lnTo>
                      <a:pt x="137" y="24"/>
                    </a:lnTo>
                    <a:lnTo>
                      <a:pt x="137" y="24"/>
                    </a:lnTo>
                    <a:lnTo>
                      <a:pt x="139" y="24"/>
                    </a:lnTo>
                    <a:lnTo>
                      <a:pt x="139" y="24"/>
                    </a:lnTo>
                    <a:lnTo>
                      <a:pt x="139" y="24"/>
                    </a:lnTo>
                    <a:lnTo>
                      <a:pt x="142" y="24"/>
                    </a:lnTo>
                    <a:lnTo>
                      <a:pt x="142" y="26"/>
                    </a:lnTo>
                    <a:lnTo>
                      <a:pt x="139" y="26"/>
                    </a:lnTo>
                    <a:lnTo>
                      <a:pt x="139" y="26"/>
                    </a:lnTo>
                    <a:lnTo>
                      <a:pt x="139" y="26"/>
                    </a:lnTo>
                    <a:lnTo>
                      <a:pt x="137" y="26"/>
                    </a:lnTo>
                    <a:lnTo>
                      <a:pt x="137" y="26"/>
                    </a:lnTo>
                    <a:lnTo>
                      <a:pt x="137" y="26"/>
                    </a:lnTo>
                    <a:lnTo>
                      <a:pt x="137" y="26"/>
                    </a:lnTo>
                    <a:lnTo>
                      <a:pt x="137" y="26"/>
                    </a:lnTo>
                    <a:lnTo>
                      <a:pt x="135" y="26"/>
                    </a:lnTo>
                    <a:lnTo>
                      <a:pt x="135" y="26"/>
                    </a:lnTo>
                    <a:lnTo>
                      <a:pt x="135" y="26"/>
                    </a:lnTo>
                    <a:lnTo>
                      <a:pt x="132" y="26"/>
                    </a:lnTo>
                    <a:lnTo>
                      <a:pt x="132" y="26"/>
                    </a:lnTo>
                    <a:lnTo>
                      <a:pt x="130" y="26"/>
                    </a:lnTo>
                    <a:lnTo>
                      <a:pt x="130" y="26"/>
                    </a:lnTo>
                    <a:lnTo>
                      <a:pt x="130" y="26"/>
                    </a:lnTo>
                    <a:lnTo>
                      <a:pt x="127" y="26"/>
                    </a:lnTo>
                    <a:lnTo>
                      <a:pt x="127" y="26"/>
                    </a:lnTo>
                    <a:lnTo>
                      <a:pt x="127" y="26"/>
                    </a:lnTo>
                    <a:lnTo>
                      <a:pt x="125" y="26"/>
                    </a:lnTo>
                    <a:lnTo>
                      <a:pt x="125" y="26"/>
                    </a:lnTo>
                    <a:lnTo>
                      <a:pt x="123" y="26"/>
                    </a:lnTo>
                    <a:lnTo>
                      <a:pt x="123" y="26"/>
                    </a:lnTo>
                    <a:lnTo>
                      <a:pt x="123" y="26"/>
                    </a:lnTo>
                    <a:lnTo>
                      <a:pt x="120" y="26"/>
                    </a:lnTo>
                    <a:lnTo>
                      <a:pt x="120" y="26"/>
                    </a:lnTo>
                    <a:lnTo>
                      <a:pt x="118" y="26"/>
                    </a:lnTo>
                    <a:lnTo>
                      <a:pt x="118" y="26"/>
                    </a:lnTo>
                    <a:lnTo>
                      <a:pt x="118" y="26"/>
                    </a:lnTo>
                    <a:lnTo>
                      <a:pt x="118" y="29"/>
                    </a:lnTo>
                    <a:lnTo>
                      <a:pt x="116" y="29"/>
                    </a:lnTo>
                    <a:lnTo>
                      <a:pt x="116" y="29"/>
                    </a:lnTo>
                    <a:lnTo>
                      <a:pt x="116" y="29"/>
                    </a:lnTo>
                    <a:lnTo>
                      <a:pt x="113" y="29"/>
                    </a:lnTo>
                    <a:lnTo>
                      <a:pt x="113" y="29"/>
                    </a:lnTo>
                    <a:lnTo>
                      <a:pt x="113" y="26"/>
                    </a:lnTo>
                    <a:lnTo>
                      <a:pt x="111" y="26"/>
                    </a:lnTo>
                    <a:lnTo>
                      <a:pt x="111" y="29"/>
                    </a:lnTo>
                    <a:lnTo>
                      <a:pt x="111" y="29"/>
                    </a:lnTo>
                    <a:lnTo>
                      <a:pt x="111" y="29"/>
                    </a:lnTo>
                    <a:lnTo>
                      <a:pt x="111" y="29"/>
                    </a:lnTo>
                    <a:lnTo>
                      <a:pt x="111" y="29"/>
                    </a:lnTo>
                    <a:lnTo>
                      <a:pt x="111" y="29"/>
                    </a:lnTo>
                    <a:lnTo>
                      <a:pt x="113" y="29"/>
                    </a:lnTo>
                    <a:lnTo>
                      <a:pt x="113" y="29"/>
                    </a:lnTo>
                    <a:lnTo>
                      <a:pt x="116" y="29"/>
                    </a:lnTo>
                    <a:lnTo>
                      <a:pt x="116" y="29"/>
                    </a:lnTo>
                    <a:lnTo>
                      <a:pt x="116" y="29"/>
                    </a:lnTo>
                    <a:lnTo>
                      <a:pt x="118" y="29"/>
                    </a:lnTo>
                    <a:lnTo>
                      <a:pt x="118" y="29"/>
                    </a:lnTo>
                    <a:lnTo>
                      <a:pt x="118" y="29"/>
                    </a:lnTo>
                    <a:lnTo>
                      <a:pt x="120" y="29"/>
                    </a:lnTo>
                    <a:lnTo>
                      <a:pt x="120" y="29"/>
                    </a:lnTo>
                    <a:lnTo>
                      <a:pt x="120" y="29"/>
                    </a:lnTo>
                    <a:lnTo>
                      <a:pt x="123" y="29"/>
                    </a:lnTo>
                    <a:lnTo>
                      <a:pt x="123" y="29"/>
                    </a:lnTo>
                    <a:lnTo>
                      <a:pt x="123" y="29"/>
                    </a:lnTo>
                    <a:lnTo>
                      <a:pt x="123" y="29"/>
                    </a:lnTo>
                    <a:lnTo>
                      <a:pt x="123" y="29"/>
                    </a:lnTo>
                    <a:lnTo>
                      <a:pt x="125" y="29"/>
                    </a:lnTo>
                    <a:lnTo>
                      <a:pt x="125" y="29"/>
                    </a:lnTo>
                    <a:lnTo>
                      <a:pt x="127" y="29"/>
                    </a:lnTo>
                    <a:lnTo>
                      <a:pt x="127" y="29"/>
                    </a:lnTo>
                    <a:lnTo>
                      <a:pt x="127" y="29"/>
                    </a:lnTo>
                    <a:lnTo>
                      <a:pt x="127" y="29"/>
                    </a:lnTo>
                    <a:lnTo>
                      <a:pt x="127" y="29"/>
                    </a:lnTo>
                    <a:lnTo>
                      <a:pt x="130" y="29"/>
                    </a:lnTo>
                    <a:lnTo>
                      <a:pt x="130" y="29"/>
                    </a:lnTo>
                    <a:lnTo>
                      <a:pt x="130" y="29"/>
                    </a:lnTo>
                    <a:lnTo>
                      <a:pt x="132" y="29"/>
                    </a:lnTo>
                    <a:lnTo>
                      <a:pt x="132" y="29"/>
                    </a:lnTo>
                    <a:lnTo>
                      <a:pt x="135" y="29"/>
                    </a:lnTo>
                    <a:lnTo>
                      <a:pt x="135" y="29"/>
                    </a:lnTo>
                    <a:lnTo>
                      <a:pt x="135" y="29"/>
                    </a:lnTo>
                    <a:lnTo>
                      <a:pt x="137" y="29"/>
                    </a:lnTo>
                    <a:lnTo>
                      <a:pt x="137" y="29"/>
                    </a:lnTo>
                    <a:lnTo>
                      <a:pt x="137" y="29"/>
                    </a:lnTo>
                    <a:lnTo>
                      <a:pt x="139" y="29"/>
                    </a:lnTo>
                    <a:lnTo>
                      <a:pt x="139" y="29"/>
                    </a:lnTo>
                    <a:lnTo>
                      <a:pt x="142" y="29"/>
                    </a:lnTo>
                    <a:lnTo>
                      <a:pt x="142" y="29"/>
                    </a:lnTo>
                    <a:lnTo>
                      <a:pt x="142" y="29"/>
                    </a:lnTo>
                    <a:lnTo>
                      <a:pt x="144" y="29"/>
                    </a:lnTo>
                    <a:lnTo>
                      <a:pt x="144" y="29"/>
                    </a:lnTo>
                    <a:lnTo>
                      <a:pt x="144" y="29"/>
                    </a:lnTo>
                    <a:lnTo>
                      <a:pt x="146" y="29"/>
                    </a:lnTo>
                    <a:lnTo>
                      <a:pt x="146" y="29"/>
                    </a:lnTo>
                    <a:lnTo>
                      <a:pt x="146" y="29"/>
                    </a:lnTo>
                    <a:lnTo>
                      <a:pt x="149" y="29"/>
                    </a:lnTo>
                    <a:lnTo>
                      <a:pt x="149" y="29"/>
                    </a:lnTo>
                    <a:lnTo>
                      <a:pt x="149" y="29"/>
                    </a:lnTo>
                    <a:lnTo>
                      <a:pt x="151" y="29"/>
                    </a:lnTo>
                    <a:lnTo>
                      <a:pt x="151" y="29"/>
                    </a:lnTo>
                    <a:lnTo>
                      <a:pt x="151" y="29"/>
                    </a:lnTo>
                    <a:lnTo>
                      <a:pt x="151" y="31"/>
                    </a:lnTo>
                    <a:lnTo>
                      <a:pt x="154" y="31"/>
                    </a:lnTo>
                    <a:lnTo>
                      <a:pt x="154" y="31"/>
                    </a:lnTo>
                    <a:lnTo>
                      <a:pt x="154" y="31"/>
                    </a:lnTo>
                    <a:lnTo>
                      <a:pt x="154" y="31"/>
                    </a:lnTo>
                    <a:lnTo>
                      <a:pt x="154" y="31"/>
                    </a:lnTo>
                    <a:lnTo>
                      <a:pt x="154" y="31"/>
                    </a:lnTo>
                    <a:lnTo>
                      <a:pt x="154" y="34"/>
                    </a:lnTo>
                    <a:lnTo>
                      <a:pt x="154" y="34"/>
                    </a:lnTo>
                    <a:lnTo>
                      <a:pt x="151" y="34"/>
                    </a:lnTo>
                    <a:lnTo>
                      <a:pt x="151" y="34"/>
                    </a:lnTo>
                    <a:lnTo>
                      <a:pt x="151" y="34"/>
                    </a:lnTo>
                    <a:lnTo>
                      <a:pt x="151" y="36"/>
                    </a:lnTo>
                    <a:lnTo>
                      <a:pt x="151" y="36"/>
                    </a:lnTo>
                    <a:lnTo>
                      <a:pt x="149" y="36"/>
                    </a:lnTo>
                    <a:lnTo>
                      <a:pt x="149" y="36"/>
                    </a:lnTo>
                    <a:lnTo>
                      <a:pt x="149" y="36"/>
                    </a:lnTo>
                    <a:lnTo>
                      <a:pt x="149" y="36"/>
                    </a:lnTo>
                    <a:lnTo>
                      <a:pt x="151" y="36"/>
                    </a:lnTo>
                    <a:lnTo>
                      <a:pt x="151" y="36"/>
                    </a:lnTo>
                    <a:lnTo>
                      <a:pt x="151" y="36"/>
                    </a:lnTo>
                    <a:lnTo>
                      <a:pt x="154" y="36"/>
                    </a:lnTo>
                    <a:lnTo>
                      <a:pt x="154" y="36"/>
                    </a:lnTo>
                    <a:lnTo>
                      <a:pt x="154" y="36"/>
                    </a:lnTo>
                    <a:lnTo>
                      <a:pt x="154" y="36"/>
                    </a:lnTo>
                    <a:lnTo>
                      <a:pt x="151" y="36"/>
                    </a:lnTo>
                    <a:lnTo>
                      <a:pt x="151" y="34"/>
                    </a:lnTo>
                    <a:lnTo>
                      <a:pt x="154" y="34"/>
                    </a:lnTo>
                    <a:lnTo>
                      <a:pt x="154" y="34"/>
                    </a:lnTo>
                    <a:lnTo>
                      <a:pt x="156" y="34"/>
                    </a:lnTo>
                    <a:lnTo>
                      <a:pt x="156" y="34"/>
                    </a:lnTo>
                    <a:lnTo>
                      <a:pt x="156" y="34"/>
                    </a:lnTo>
                    <a:lnTo>
                      <a:pt x="156" y="31"/>
                    </a:lnTo>
                    <a:lnTo>
                      <a:pt x="156" y="31"/>
                    </a:lnTo>
                    <a:lnTo>
                      <a:pt x="158" y="31"/>
                    </a:lnTo>
                    <a:lnTo>
                      <a:pt x="158" y="31"/>
                    </a:lnTo>
                    <a:lnTo>
                      <a:pt x="158" y="31"/>
                    </a:lnTo>
                    <a:lnTo>
                      <a:pt x="161" y="31"/>
                    </a:lnTo>
                    <a:lnTo>
                      <a:pt x="161" y="31"/>
                    </a:lnTo>
                    <a:lnTo>
                      <a:pt x="161" y="31"/>
                    </a:lnTo>
                    <a:lnTo>
                      <a:pt x="161" y="31"/>
                    </a:lnTo>
                    <a:lnTo>
                      <a:pt x="163" y="31"/>
                    </a:lnTo>
                    <a:lnTo>
                      <a:pt x="163" y="31"/>
                    </a:lnTo>
                    <a:lnTo>
                      <a:pt x="163" y="31"/>
                    </a:lnTo>
                    <a:lnTo>
                      <a:pt x="165" y="31"/>
                    </a:lnTo>
                    <a:lnTo>
                      <a:pt x="165" y="31"/>
                    </a:lnTo>
                    <a:lnTo>
                      <a:pt x="168" y="31"/>
                    </a:lnTo>
                    <a:lnTo>
                      <a:pt x="168" y="31"/>
                    </a:lnTo>
                    <a:lnTo>
                      <a:pt x="168" y="31"/>
                    </a:lnTo>
                    <a:lnTo>
                      <a:pt x="168" y="31"/>
                    </a:lnTo>
                    <a:lnTo>
                      <a:pt x="168" y="31"/>
                    </a:lnTo>
                    <a:lnTo>
                      <a:pt x="170" y="31"/>
                    </a:lnTo>
                    <a:lnTo>
                      <a:pt x="170" y="31"/>
                    </a:lnTo>
                    <a:lnTo>
                      <a:pt x="170" y="31"/>
                    </a:lnTo>
                    <a:lnTo>
                      <a:pt x="172" y="31"/>
                    </a:lnTo>
                    <a:lnTo>
                      <a:pt x="172" y="31"/>
                    </a:lnTo>
                    <a:lnTo>
                      <a:pt x="175" y="31"/>
                    </a:lnTo>
                    <a:lnTo>
                      <a:pt x="175" y="31"/>
                    </a:lnTo>
                    <a:lnTo>
                      <a:pt x="175" y="31"/>
                    </a:lnTo>
                    <a:lnTo>
                      <a:pt x="177" y="31"/>
                    </a:lnTo>
                    <a:lnTo>
                      <a:pt x="177" y="31"/>
                    </a:lnTo>
                    <a:lnTo>
                      <a:pt x="177" y="31"/>
                    </a:lnTo>
                    <a:lnTo>
                      <a:pt x="180" y="31"/>
                    </a:lnTo>
                    <a:lnTo>
                      <a:pt x="180" y="31"/>
                    </a:lnTo>
                    <a:lnTo>
                      <a:pt x="180" y="31"/>
                    </a:lnTo>
                    <a:lnTo>
                      <a:pt x="182" y="31"/>
                    </a:lnTo>
                    <a:lnTo>
                      <a:pt x="182" y="31"/>
                    </a:lnTo>
                    <a:lnTo>
                      <a:pt x="182" y="31"/>
                    </a:lnTo>
                    <a:lnTo>
                      <a:pt x="182" y="31"/>
                    </a:lnTo>
                    <a:lnTo>
                      <a:pt x="184" y="31"/>
                    </a:lnTo>
                    <a:lnTo>
                      <a:pt x="184" y="31"/>
                    </a:lnTo>
                    <a:lnTo>
                      <a:pt x="184" y="31"/>
                    </a:lnTo>
                    <a:lnTo>
                      <a:pt x="187" y="31"/>
                    </a:lnTo>
                    <a:lnTo>
                      <a:pt x="187" y="31"/>
                    </a:lnTo>
                    <a:lnTo>
                      <a:pt x="187" y="34"/>
                    </a:lnTo>
                    <a:lnTo>
                      <a:pt x="189" y="34"/>
                    </a:lnTo>
                    <a:lnTo>
                      <a:pt x="189" y="34"/>
                    </a:lnTo>
                    <a:lnTo>
                      <a:pt x="189" y="34"/>
                    </a:lnTo>
                    <a:lnTo>
                      <a:pt x="191" y="34"/>
                    </a:lnTo>
                    <a:lnTo>
                      <a:pt x="191" y="34"/>
                    </a:lnTo>
                    <a:lnTo>
                      <a:pt x="191" y="34"/>
                    </a:lnTo>
                    <a:lnTo>
                      <a:pt x="191" y="34"/>
                    </a:lnTo>
                    <a:lnTo>
                      <a:pt x="191" y="36"/>
                    </a:lnTo>
                    <a:lnTo>
                      <a:pt x="194" y="36"/>
                    </a:lnTo>
                    <a:lnTo>
                      <a:pt x="194" y="36"/>
                    </a:lnTo>
                    <a:lnTo>
                      <a:pt x="196" y="36"/>
                    </a:lnTo>
                    <a:lnTo>
                      <a:pt x="196" y="36"/>
                    </a:lnTo>
                    <a:lnTo>
                      <a:pt x="196" y="36"/>
                    </a:lnTo>
                    <a:lnTo>
                      <a:pt x="196" y="36"/>
                    </a:lnTo>
                    <a:lnTo>
                      <a:pt x="196" y="38"/>
                    </a:lnTo>
                    <a:lnTo>
                      <a:pt x="196" y="38"/>
                    </a:lnTo>
                    <a:lnTo>
                      <a:pt x="198" y="38"/>
                    </a:lnTo>
                    <a:lnTo>
                      <a:pt x="198" y="38"/>
                    </a:lnTo>
                    <a:lnTo>
                      <a:pt x="198" y="41"/>
                    </a:lnTo>
                    <a:lnTo>
                      <a:pt x="201" y="41"/>
                    </a:lnTo>
                    <a:lnTo>
                      <a:pt x="201" y="41"/>
                    </a:lnTo>
                    <a:lnTo>
                      <a:pt x="201" y="41"/>
                    </a:lnTo>
                    <a:lnTo>
                      <a:pt x="203" y="41"/>
                    </a:lnTo>
                    <a:lnTo>
                      <a:pt x="203" y="41"/>
                    </a:lnTo>
                    <a:lnTo>
                      <a:pt x="201" y="41"/>
                    </a:lnTo>
                    <a:lnTo>
                      <a:pt x="201" y="41"/>
                    </a:lnTo>
                    <a:lnTo>
                      <a:pt x="201" y="41"/>
                    </a:lnTo>
                    <a:lnTo>
                      <a:pt x="201" y="41"/>
                    </a:lnTo>
                    <a:lnTo>
                      <a:pt x="198" y="41"/>
                    </a:lnTo>
                    <a:lnTo>
                      <a:pt x="198" y="41"/>
                    </a:lnTo>
                    <a:lnTo>
                      <a:pt x="198" y="43"/>
                    </a:lnTo>
                    <a:lnTo>
                      <a:pt x="198" y="43"/>
                    </a:lnTo>
                    <a:lnTo>
                      <a:pt x="196" y="43"/>
                    </a:lnTo>
                    <a:lnTo>
                      <a:pt x="196" y="43"/>
                    </a:lnTo>
                    <a:lnTo>
                      <a:pt x="196" y="43"/>
                    </a:lnTo>
                    <a:lnTo>
                      <a:pt x="196" y="43"/>
                    </a:lnTo>
                    <a:lnTo>
                      <a:pt x="194" y="43"/>
                    </a:lnTo>
                    <a:lnTo>
                      <a:pt x="194" y="43"/>
                    </a:lnTo>
                    <a:lnTo>
                      <a:pt x="191" y="43"/>
                    </a:lnTo>
                    <a:lnTo>
                      <a:pt x="191" y="41"/>
                    </a:lnTo>
                    <a:lnTo>
                      <a:pt x="191" y="41"/>
                    </a:lnTo>
                    <a:lnTo>
                      <a:pt x="191" y="43"/>
                    </a:lnTo>
                    <a:lnTo>
                      <a:pt x="191" y="43"/>
                    </a:lnTo>
                    <a:lnTo>
                      <a:pt x="191" y="43"/>
                    </a:lnTo>
                    <a:lnTo>
                      <a:pt x="191" y="45"/>
                    </a:lnTo>
                    <a:lnTo>
                      <a:pt x="191" y="45"/>
                    </a:lnTo>
                    <a:lnTo>
                      <a:pt x="191" y="45"/>
                    </a:lnTo>
                    <a:lnTo>
                      <a:pt x="191" y="45"/>
                    </a:lnTo>
                    <a:lnTo>
                      <a:pt x="191" y="48"/>
                    </a:lnTo>
                    <a:lnTo>
                      <a:pt x="191" y="48"/>
                    </a:lnTo>
                    <a:lnTo>
                      <a:pt x="191" y="50"/>
                    </a:lnTo>
                    <a:lnTo>
                      <a:pt x="191" y="50"/>
                    </a:lnTo>
                    <a:lnTo>
                      <a:pt x="191" y="53"/>
                    </a:lnTo>
                    <a:lnTo>
                      <a:pt x="191" y="53"/>
                    </a:lnTo>
                    <a:lnTo>
                      <a:pt x="189" y="53"/>
                    </a:lnTo>
                    <a:lnTo>
                      <a:pt x="189" y="53"/>
                    </a:lnTo>
                    <a:lnTo>
                      <a:pt x="189" y="53"/>
                    </a:lnTo>
                    <a:lnTo>
                      <a:pt x="189" y="53"/>
                    </a:lnTo>
                    <a:lnTo>
                      <a:pt x="187" y="53"/>
                    </a:lnTo>
                    <a:lnTo>
                      <a:pt x="187" y="53"/>
                    </a:lnTo>
                    <a:lnTo>
                      <a:pt x="187" y="53"/>
                    </a:lnTo>
                    <a:lnTo>
                      <a:pt x="189" y="53"/>
                    </a:lnTo>
                    <a:lnTo>
                      <a:pt x="189" y="53"/>
                    </a:lnTo>
                    <a:lnTo>
                      <a:pt x="189" y="55"/>
                    </a:lnTo>
                    <a:lnTo>
                      <a:pt x="189" y="55"/>
                    </a:lnTo>
                    <a:lnTo>
                      <a:pt x="191" y="55"/>
                    </a:lnTo>
                    <a:lnTo>
                      <a:pt x="191" y="55"/>
                    </a:lnTo>
                    <a:lnTo>
                      <a:pt x="191" y="55"/>
                    </a:lnTo>
                    <a:lnTo>
                      <a:pt x="194" y="55"/>
                    </a:lnTo>
                    <a:lnTo>
                      <a:pt x="194" y="55"/>
                    </a:lnTo>
                    <a:lnTo>
                      <a:pt x="194" y="57"/>
                    </a:lnTo>
                    <a:lnTo>
                      <a:pt x="194" y="57"/>
                    </a:lnTo>
                    <a:lnTo>
                      <a:pt x="194" y="57"/>
                    </a:lnTo>
                    <a:lnTo>
                      <a:pt x="194" y="60"/>
                    </a:lnTo>
                    <a:lnTo>
                      <a:pt x="196" y="60"/>
                    </a:lnTo>
                    <a:lnTo>
                      <a:pt x="196" y="60"/>
                    </a:lnTo>
                    <a:lnTo>
                      <a:pt x="194" y="60"/>
                    </a:lnTo>
                    <a:lnTo>
                      <a:pt x="194" y="60"/>
                    </a:lnTo>
                    <a:lnTo>
                      <a:pt x="194" y="62"/>
                    </a:lnTo>
                    <a:lnTo>
                      <a:pt x="191" y="62"/>
                    </a:lnTo>
                    <a:lnTo>
                      <a:pt x="191" y="62"/>
                    </a:lnTo>
                    <a:lnTo>
                      <a:pt x="191" y="62"/>
                    </a:lnTo>
                    <a:lnTo>
                      <a:pt x="189" y="62"/>
                    </a:lnTo>
                    <a:lnTo>
                      <a:pt x="189" y="62"/>
                    </a:lnTo>
                    <a:lnTo>
                      <a:pt x="189" y="62"/>
                    </a:lnTo>
                    <a:lnTo>
                      <a:pt x="189" y="62"/>
                    </a:lnTo>
                    <a:lnTo>
                      <a:pt x="187" y="62"/>
                    </a:lnTo>
                    <a:lnTo>
                      <a:pt x="187" y="62"/>
                    </a:lnTo>
                    <a:lnTo>
                      <a:pt x="184" y="62"/>
                    </a:lnTo>
                    <a:lnTo>
                      <a:pt x="184" y="62"/>
                    </a:lnTo>
                    <a:lnTo>
                      <a:pt x="184" y="62"/>
                    </a:lnTo>
                    <a:lnTo>
                      <a:pt x="184" y="62"/>
                    </a:lnTo>
                    <a:lnTo>
                      <a:pt x="182" y="62"/>
                    </a:lnTo>
                    <a:lnTo>
                      <a:pt x="182" y="62"/>
                    </a:lnTo>
                    <a:lnTo>
                      <a:pt x="182" y="62"/>
                    </a:lnTo>
                    <a:lnTo>
                      <a:pt x="180" y="62"/>
                    </a:lnTo>
                    <a:lnTo>
                      <a:pt x="180" y="62"/>
                    </a:lnTo>
                    <a:lnTo>
                      <a:pt x="177" y="62"/>
                    </a:lnTo>
                    <a:lnTo>
                      <a:pt x="177" y="62"/>
                    </a:lnTo>
                    <a:lnTo>
                      <a:pt x="177" y="62"/>
                    </a:lnTo>
                    <a:lnTo>
                      <a:pt x="175" y="62"/>
                    </a:lnTo>
                    <a:lnTo>
                      <a:pt x="175" y="62"/>
                    </a:lnTo>
                    <a:lnTo>
                      <a:pt x="175" y="62"/>
                    </a:lnTo>
                    <a:lnTo>
                      <a:pt x="172" y="62"/>
                    </a:lnTo>
                    <a:lnTo>
                      <a:pt x="172" y="62"/>
                    </a:lnTo>
                    <a:lnTo>
                      <a:pt x="170" y="62"/>
                    </a:lnTo>
                    <a:lnTo>
                      <a:pt x="170" y="62"/>
                    </a:lnTo>
                    <a:lnTo>
                      <a:pt x="170" y="62"/>
                    </a:lnTo>
                    <a:lnTo>
                      <a:pt x="168" y="62"/>
                    </a:lnTo>
                    <a:lnTo>
                      <a:pt x="168" y="62"/>
                    </a:lnTo>
                    <a:lnTo>
                      <a:pt x="168" y="62"/>
                    </a:lnTo>
                    <a:lnTo>
                      <a:pt x="165" y="62"/>
                    </a:lnTo>
                    <a:lnTo>
                      <a:pt x="165" y="64"/>
                    </a:lnTo>
                    <a:lnTo>
                      <a:pt x="168" y="64"/>
                    </a:lnTo>
                    <a:lnTo>
                      <a:pt x="168" y="64"/>
                    </a:lnTo>
                    <a:lnTo>
                      <a:pt x="168" y="64"/>
                    </a:lnTo>
                    <a:lnTo>
                      <a:pt x="168" y="64"/>
                    </a:lnTo>
                    <a:lnTo>
                      <a:pt x="165" y="64"/>
                    </a:lnTo>
                    <a:lnTo>
                      <a:pt x="165" y="64"/>
                    </a:lnTo>
                    <a:lnTo>
                      <a:pt x="165" y="64"/>
                    </a:lnTo>
                    <a:lnTo>
                      <a:pt x="163" y="64"/>
                    </a:lnTo>
                    <a:lnTo>
                      <a:pt x="163" y="64"/>
                    </a:lnTo>
                    <a:lnTo>
                      <a:pt x="163" y="64"/>
                    </a:lnTo>
                    <a:lnTo>
                      <a:pt x="161" y="64"/>
                    </a:lnTo>
                    <a:lnTo>
                      <a:pt x="161" y="64"/>
                    </a:lnTo>
                    <a:lnTo>
                      <a:pt x="158" y="64"/>
                    </a:lnTo>
                    <a:lnTo>
                      <a:pt x="158" y="64"/>
                    </a:lnTo>
                    <a:lnTo>
                      <a:pt x="158" y="64"/>
                    </a:lnTo>
                    <a:lnTo>
                      <a:pt x="158" y="62"/>
                    </a:lnTo>
                    <a:lnTo>
                      <a:pt x="156" y="62"/>
                    </a:lnTo>
                    <a:lnTo>
                      <a:pt x="156" y="62"/>
                    </a:lnTo>
                    <a:lnTo>
                      <a:pt x="156" y="62"/>
                    </a:lnTo>
                    <a:lnTo>
                      <a:pt x="154" y="62"/>
                    </a:lnTo>
                    <a:lnTo>
                      <a:pt x="154" y="62"/>
                    </a:lnTo>
                    <a:lnTo>
                      <a:pt x="151" y="62"/>
                    </a:lnTo>
                    <a:lnTo>
                      <a:pt x="151" y="62"/>
                    </a:lnTo>
                    <a:lnTo>
                      <a:pt x="151" y="62"/>
                    </a:lnTo>
                    <a:lnTo>
                      <a:pt x="151" y="64"/>
                    </a:lnTo>
                    <a:lnTo>
                      <a:pt x="151" y="64"/>
                    </a:lnTo>
                    <a:lnTo>
                      <a:pt x="149" y="64"/>
                    </a:lnTo>
                    <a:lnTo>
                      <a:pt x="149" y="64"/>
                    </a:lnTo>
                    <a:lnTo>
                      <a:pt x="149" y="64"/>
                    </a:lnTo>
                    <a:lnTo>
                      <a:pt x="149" y="64"/>
                    </a:lnTo>
                    <a:lnTo>
                      <a:pt x="146" y="64"/>
                    </a:lnTo>
                    <a:lnTo>
                      <a:pt x="146" y="62"/>
                    </a:lnTo>
                    <a:lnTo>
                      <a:pt x="146" y="62"/>
                    </a:lnTo>
                    <a:lnTo>
                      <a:pt x="144" y="62"/>
                    </a:lnTo>
                    <a:lnTo>
                      <a:pt x="144" y="62"/>
                    </a:lnTo>
                    <a:lnTo>
                      <a:pt x="144" y="62"/>
                    </a:lnTo>
                    <a:lnTo>
                      <a:pt x="142" y="62"/>
                    </a:lnTo>
                    <a:lnTo>
                      <a:pt x="142" y="62"/>
                    </a:lnTo>
                    <a:lnTo>
                      <a:pt x="142" y="62"/>
                    </a:lnTo>
                    <a:lnTo>
                      <a:pt x="139" y="62"/>
                    </a:lnTo>
                    <a:lnTo>
                      <a:pt x="139" y="62"/>
                    </a:lnTo>
                    <a:lnTo>
                      <a:pt x="139" y="62"/>
                    </a:lnTo>
                    <a:lnTo>
                      <a:pt x="137" y="62"/>
                    </a:lnTo>
                    <a:lnTo>
                      <a:pt x="137" y="62"/>
                    </a:lnTo>
                    <a:lnTo>
                      <a:pt x="137" y="62"/>
                    </a:lnTo>
                    <a:lnTo>
                      <a:pt x="137" y="62"/>
                    </a:lnTo>
                    <a:lnTo>
                      <a:pt x="135" y="62"/>
                    </a:lnTo>
                    <a:lnTo>
                      <a:pt x="135" y="62"/>
                    </a:lnTo>
                    <a:lnTo>
                      <a:pt x="135" y="62"/>
                    </a:lnTo>
                    <a:lnTo>
                      <a:pt x="132" y="62"/>
                    </a:lnTo>
                    <a:lnTo>
                      <a:pt x="132" y="62"/>
                    </a:lnTo>
                    <a:lnTo>
                      <a:pt x="130" y="62"/>
                    </a:lnTo>
                    <a:lnTo>
                      <a:pt x="130" y="62"/>
                    </a:lnTo>
                    <a:lnTo>
                      <a:pt x="130" y="60"/>
                    </a:lnTo>
                    <a:lnTo>
                      <a:pt x="130" y="60"/>
                    </a:lnTo>
                    <a:lnTo>
                      <a:pt x="127" y="60"/>
                    </a:lnTo>
                    <a:lnTo>
                      <a:pt x="127" y="60"/>
                    </a:lnTo>
                    <a:lnTo>
                      <a:pt x="127" y="60"/>
                    </a:lnTo>
                    <a:lnTo>
                      <a:pt x="127" y="60"/>
                    </a:lnTo>
                    <a:lnTo>
                      <a:pt x="125" y="60"/>
                    </a:lnTo>
                    <a:lnTo>
                      <a:pt x="125" y="60"/>
                    </a:lnTo>
                    <a:lnTo>
                      <a:pt x="123" y="60"/>
                    </a:lnTo>
                    <a:lnTo>
                      <a:pt x="123" y="60"/>
                    </a:lnTo>
                    <a:lnTo>
                      <a:pt x="123" y="60"/>
                    </a:lnTo>
                    <a:lnTo>
                      <a:pt x="120" y="60"/>
                    </a:lnTo>
                    <a:lnTo>
                      <a:pt x="120" y="60"/>
                    </a:lnTo>
                    <a:lnTo>
                      <a:pt x="118" y="60"/>
                    </a:lnTo>
                    <a:lnTo>
                      <a:pt x="118" y="60"/>
                    </a:lnTo>
                    <a:lnTo>
                      <a:pt x="118" y="60"/>
                    </a:lnTo>
                    <a:lnTo>
                      <a:pt x="116" y="60"/>
                    </a:lnTo>
                    <a:lnTo>
                      <a:pt x="116" y="60"/>
                    </a:lnTo>
                    <a:lnTo>
                      <a:pt x="116" y="57"/>
                    </a:lnTo>
                    <a:lnTo>
                      <a:pt x="116" y="57"/>
                    </a:lnTo>
                    <a:lnTo>
                      <a:pt x="113" y="57"/>
                    </a:lnTo>
                    <a:lnTo>
                      <a:pt x="113" y="60"/>
                    </a:lnTo>
                    <a:lnTo>
                      <a:pt x="113" y="60"/>
                    </a:lnTo>
                    <a:lnTo>
                      <a:pt x="111" y="60"/>
                    </a:lnTo>
                    <a:lnTo>
                      <a:pt x="111" y="60"/>
                    </a:lnTo>
                    <a:lnTo>
                      <a:pt x="111" y="60"/>
                    </a:lnTo>
                    <a:lnTo>
                      <a:pt x="109" y="60"/>
                    </a:lnTo>
                    <a:lnTo>
                      <a:pt x="109" y="60"/>
                    </a:lnTo>
                    <a:lnTo>
                      <a:pt x="109" y="60"/>
                    </a:lnTo>
                    <a:lnTo>
                      <a:pt x="106" y="60"/>
                    </a:lnTo>
                    <a:lnTo>
                      <a:pt x="106" y="60"/>
                    </a:lnTo>
                    <a:lnTo>
                      <a:pt x="106" y="57"/>
                    </a:lnTo>
                    <a:lnTo>
                      <a:pt x="104" y="57"/>
                    </a:lnTo>
                    <a:lnTo>
                      <a:pt x="104" y="60"/>
                    </a:lnTo>
                    <a:lnTo>
                      <a:pt x="104" y="60"/>
                    </a:lnTo>
                    <a:lnTo>
                      <a:pt x="104" y="60"/>
                    </a:lnTo>
                    <a:lnTo>
                      <a:pt x="101" y="60"/>
                    </a:lnTo>
                    <a:lnTo>
                      <a:pt x="101" y="60"/>
                    </a:lnTo>
                    <a:lnTo>
                      <a:pt x="101" y="57"/>
                    </a:lnTo>
                    <a:lnTo>
                      <a:pt x="101" y="57"/>
                    </a:lnTo>
                    <a:lnTo>
                      <a:pt x="101" y="57"/>
                    </a:lnTo>
                    <a:lnTo>
                      <a:pt x="99" y="57"/>
                    </a:lnTo>
                    <a:lnTo>
                      <a:pt x="99" y="55"/>
                    </a:lnTo>
                    <a:lnTo>
                      <a:pt x="99" y="55"/>
                    </a:lnTo>
                    <a:lnTo>
                      <a:pt x="97" y="55"/>
                    </a:lnTo>
                    <a:lnTo>
                      <a:pt x="97" y="55"/>
                    </a:lnTo>
                    <a:lnTo>
                      <a:pt x="97" y="55"/>
                    </a:lnTo>
                    <a:lnTo>
                      <a:pt x="97" y="57"/>
                    </a:lnTo>
                    <a:lnTo>
                      <a:pt x="94" y="57"/>
                    </a:lnTo>
                    <a:lnTo>
                      <a:pt x="94" y="57"/>
                    </a:lnTo>
                    <a:lnTo>
                      <a:pt x="94" y="57"/>
                    </a:lnTo>
                    <a:lnTo>
                      <a:pt x="92" y="57"/>
                    </a:lnTo>
                    <a:lnTo>
                      <a:pt x="92" y="57"/>
                    </a:lnTo>
                    <a:lnTo>
                      <a:pt x="92" y="57"/>
                    </a:lnTo>
                    <a:lnTo>
                      <a:pt x="90" y="57"/>
                    </a:lnTo>
                    <a:lnTo>
                      <a:pt x="90" y="57"/>
                    </a:lnTo>
                    <a:lnTo>
                      <a:pt x="90" y="57"/>
                    </a:lnTo>
                    <a:lnTo>
                      <a:pt x="87" y="57"/>
                    </a:lnTo>
                    <a:lnTo>
                      <a:pt x="87" y="57"/>
                    </a:lnTo>
                    <a:lnTo>
                      <a:pt x="85" y="57"/>
                    </a:lnTo>
                    <a:lnTo>
                      <a:pt x="85" y="57"/>
                    </a:lnTo>
                    <a:lnTo>
                      <a:pt x="85" y="57"/>
                    </a:lnTo>
                    <a:lnTo>
                      <a:pt x="85" y="57"/>
                    </a:lnTo>
                    <a:lnTo>
                      <a:pt x="83" y="57"/>
                    </a:lnTo>
                    <a:lnTo>
                      <a:pt x="83" y="57"/>
                    </a:lnTo>
                    <a:lnTo>
                      <a:pt x="83" y="57"/>
                    </a:lnTo>
                    <a:lnTo>
                      <a:pt x="83" y="55"/>
                    </a:lnTo>
                    <a:lnTo>
                      <a:pt x="80" y="55"/>
                    </a:lnTo>
                    <a:lnTo>
                      <a:pt x="80" y="55"/>
                    </a:lnTo>
                    <a:lnTo>
                      <a:pt x="78" y="55"/>
                    </a:lnTo>
                    <a:lnTo>
                      <a:pt x="78" y="55"/>
                    </a:lnTo>
                    <a:lnTo>
                      <a:pt x="78" y="53"/>
                    </a:lnTo>
                    <a:lnTo>
                      <a:pt x="78" y="53"/>
                    </a:lnTo>
                    <a:lnTo>
                      <a:pt x="78" y="53"/>
                    </a:lnTo>
                    <a:lnTo>
                      <a:pt x="75" y="53"/>
                    </a:lnTo>
                    <a:lnTo>
                      <a:pt x="75" y="53"/>
                    </a:lnTo>
                    <a:lnTo>
                      <a:pt x="75" y="53"/>
                    </a:lnTo>
                    <a:lnTo>
                      <a:pt x="75" y="53"/>
                    </a:lnTo>
                    <a:lnTo>
                      <a:pt x="73" y="53"/>
                    </a:lnTo>
                    <a:lnTo>
                      <a:pt x="73" y="53"/>
                    </a:lnTo>
                    <a:lnTo>
                      <a:pt x="73" y="53"/>
                    </a:lnTo>
                    <a:lnTo>
                      <a:pt x="73" y="50"/>
                    </a:lnTo>
                    <a:lnTo>
                      <a:pt x="73" y="50"/>
                    </a:lnTo>
                    <a:lnTo>
                      <a:pt x="73" y="48"/>
                    </a:lnTo>
                    <a:lnTo>
                      <a:pt x="73" y="48"/>
                    </a:lnTo>
                    <a:lnTo>
                      <a:pt x="73" y="45"/>
                    </a:lnTo>
                    <a:lnTo>
                      <a:pt x="71" y="45"/>
                    </a:lnTo>
                    <a:lnTo>
                      <a:pt x="71" y="45"/>
                    </a:lnTo>
                    <a:lnTo>
                      <a:pt x="71" y="45"/>
                    </a:lnTo>
                    <a:lnTo>
                      <a:pt x="68" y="45"/>
                    </a:lnTo>
                    <a:lnTo>
                      <a:pt x="68" y="45"/>
                    </a:lnTo>
                    <a:lnTo>
                      <a:pt x="68" y="45"/>
                    </a:lnTo>
                    <a:lnTo>
                      <a:pt x="68" y="48"/>
                    </a:lnTo>
                    <a:lnTo>
                      <a:pt x="66" y="48"/>
                    </a:lnTo>
                    <a:lnTo>
                      <a:pt x="66" y="48"/>
                    </a:lnTo>
                    <a:lnTo>
                      <a:pt x="64" y="48"/>
                    </a:lnTo>
                    <a:lnTo>
                      <a:pt x="64" y="48"/>
                    </a:lnTo>
                    <a:lnTo>
                      <a:pt x="64" y="48"/>
                    </a:lnTo>
                    <a:lnTo>
                      <a:pt x="61" y="48"/>
                    </a:lnTo>
                    <a:lnTo>
                      <a:pt x="61" y="48"/>
                    </a:lnTo>
                    <a:lnTo>
                      <a:pt x="61" y="45"/>
                    </a:lnTo>
                    <a:lnTo>
                      <a:pt x="61" y="45"/>
                    </a:lnTo>
                    <a:lnTo>
                      <a:pt x="61" y="45"/>
                    </a:lnTo>
                    <a:lnTo>
                      <a:pt x="61" y="45"/>
                    </a:lnTo>
                    <a:lnTo>
                      <a:pt x="61" y="43"/>
                    </a:lnTo>
                    <a:lnTo>
                      <a:pt x="61" y="43"/>
                    </a:lnTo>
                    <a:lnTo>
                      <a:pt x="59" y="43"/>
                    </a:lnTo>
                    <a:lnTo>
                      <a:pt x="59" y="43"/>
                    </a:lnTo>
                    <a:lnTo>
                      <a:pt x="56" y="43"/>
                    </a:lnTo>
                    <a:lnTo>
                      <a:pt x="56" y="43"/>
                    </a:lnTo>
                    <a:lnTo>
                      <a:pt x="56" y="43"/>
                    </a:lnTo>
                    <a:lnTo>
                      <a:pt x="56" y="45"/>
                    </a:lnTo>
                    <a:lnTo>
                      <a:pt x="56" y="45"/>
                    </a:lnTo>
                    <a:lnTo>
                      <a:pt x="54" y="45"/>
                    </a:lnTo>
                    <a:lnTo>
                      <a:pt x="54" y="45"/>
                    </a:lnTo>
                    <a:lnTo>
                      <a:pt x="54" y="45"/>
                    </a:lnTo>
                    <a:lnTo>
                      <a:pt x="52" y="45"/>
                    </a:lnTo>
                    <a:lnTo>
                      <a:pt x="52" y="45"/>
                    </a:lnTo>
                    <a:lnTo>
                      <a:pt x="52" y="48"/>
                    </a:lnTo>
                    <a:lnTo>
                      <a:pt x="49" y="48"/>
                    </a:lnTo>
                    <a:lnTo>
                      <a:pt x="49" y="48"/>
                    </a:lnTo>
                    <a:lnTo>
                      <a:pt x="49" y="48"/>
                    </a:lnTo>
                    <a:lnTo>
                      <a:pt x="49" y="45"/>
                    </a:lnTo>
                    <a:lnTo>
                      <a:pt x="47" y="45"/>
                    </a:lnTo>
                    <a:lnTo>
                      <a:pt x="47" y="45"/>
                    </a:lnTo>
                    <a:lnTo>
                      <a:pt x="47" y="45"/>
                    </a:lnTo>
                    <a:lnTo>
                      <a:pt x="45" y="45"/>
                    </a:lnTo>
                    <a:lnTo>
                      <a:pt x="45" y="45"/>
                    </a:lnTo>
                    <a:lnTo>
                      <a:pt x="45" y="43"/>
                    </a:lnTo>
                    <a:lnTo>
                      <a:pt x="45" y="43"/>
                    </a:lnTo>
                    <a:lnTo>
                      <a:pt x="42" y="43"/>
                    </a:lnTo>
                    <a:lnTo>
                      <a:pt x="42" y="43"/>
                    </a:lnTo>
                    <a:lnTo>
                      <a:pt x="42" y="43"/>
                    </a:lnTo>
                    <a:lnTo>
                      <a:pt x="40" y="43"/>
                    </a:lnTo>
                    <a:lnTo>
                      <a:pt x="40" y="43"/>
                    </a:lnTo>
                    <a:lnTo>
                      <a:pt x="42" y="43"/>
                    </a:lnTo>
                    <a:lnTo>
                      <a:pt x="42" y="41"/>
                    </a:lnTo>
                    <a:lnTo>
                      <a:pt x="42" y="41"/>
                    </a:lnTo>
                    <a:lnTo>
                      <a:pt x="42" y="41"/>
                    </a:lnTo>
                    <a:lnTo>
                      <a:pt x="45" y="41"/>
                    </a:lnTo>
                    <a:lnTo>
                      <a:pt x="45" y="41"/>
                    </a:lnTo>
                    <a:lnTo>
                      <a:pt x="45" y="43"/>
                    </a:lnTo>
                    <a:lnTo>
                      <a:pt x="45" y="43"/>
                    </a:lnTo>
                    <a:lnTo>
                      <a:pt x="47" y="43"/>
                    </a:lnTo>
                    <a:lnTo>
                      <a:pt x="47" y="43"/>
                    </a:lnTo>
                    <a:lnTo>
                      <a:pt x="49" y="43"/>
                    </a:lnTo>
                    <a:lnTo>
                      <a:pt x="49" y="43"/>
                    </a:lnTo>
                    <a:lnTo>
                      <a:pt x="49" y="43"/>
                    </a:lnTo>
                    <a:lnTo>
                      <a:pt x="52" y="43"/>
                    </a:lnTo>
                    <a:lnTo>
                      <a:pt x="52" y="43"/>
                    </a:lnTo>
                    <a:lnTo>
                      <a:pt x="52" y="41"/>
                    </a:lnTo>
                    <a:lnTo>
                      <a:pt x="54" y="41"/>
                    </a:lnTo>
                    <a:lnTo>
                      <a:pt x="54" y="41"/>
                    </a:lnTo>
                    <a:lnTo>
                      <a:pt x="54" y="41"/>
                    </a:lnTo>
                    <a:lnTo>
                      <a:pt x="56" y="41"/>
                    </a:lnTo>
                    <a:lnTo>
                      <a:pt x="56" y="41"/>
                    </a:lnTo>
                    <a:lnTo>
                      <a:pt x="56" y="41"/>
                    </a:lnTo>
                    <a:lnTo>
                      <a:pt x="56" y="41"/>
                    </a:lnTo>
                    <a:lnTo>
                      <a:pt x="59" y="41"/>
                    </a:lnTo>
                    <a:lnTo>
                      <a:pt x="59" y="41"/>
                    </a:lnTo>
                    <a:lnTo>
                      <a:pt x="61" y="41"/>
                    </a:lnTo>
                    <a:lnTo>
                      <a:pt x="61" y="41"/>
                    </a:lnTo>
                    <a:lnTo>
                      <a:pt x="61" y="41"/>
                    </a:lnTo>
                    <a:lnTo>
                      <a:pt x="61" y="41"/>
                    </a:lnTo>
                    <a:lnTo>
                      <a:pt x="61" y="38"/>
                    </a:lnTo>
                    <a:lnTo>
                      <a:pt x="64" y="38"/>
                    </a:lnTo>
                    <a:lnTo>
                      <a:pt x="64" y="38"/>
                    </a:lnTo>
                    <a:lnTo>
                      <a:pt x="64"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5" y="38"/>
                    </a:lnTo>
                    <a:lnTo>
                      <a:pt x="75" y="38"/>
                    </a:lnTo>
                    <a:lnTo>
                      <a:pt x="75" y="38"/>
                    </a:lnTo>
                    <a:lnTo>
                      <a:pt x="78" y="38"/>
                    </a:lnTo>
                    <a:lnTo>
                      <a:pt x="78" y="38"/>
                    </a:lnTo>
                    <a:lnTo>
                      <a:pt x="78" y="36"/>
                    </a:lnTo>
                    <a:lnTo>
                      <a:pt x="78" y="36"/>
                    </a:lnTo>
                    <a:lnTo>
                      <a:pt x="75" y="36"/>
                    </a:lnTo>
                    <a:lnTo>
                      <a:pt x="75" y="36"/>
                    </a:lnTo>
                    <a:lnTo>
                      <a:pt x="75" y="36"/>
                    </a:lnTo>
                    <a:lnTo>
                      <a:pt x="73" y="36"/>
                    </a:lnTo>
                    <a:lnTo>
                      <a:pt x="73" y="36"/>
                    </a:lnTo>
                    <a:lnTo>
                      <a:pt x="73" y="36"/>
                    </a:lnTo>
                    <a:lnTo>
                      <a:pt x="71" y="36"/>
                    </a:lnTo>
                    <a:lnTo>
                      <a:pt x="71" y="34"/>
                    </a:lnTo>
                    <a:lnTo>
                      <a:pt x="71" y="34"/>
                    </a:lnTo>
                    <a:lnTo>
                      <a:pt x="71" y="34"/>
                    </a:lnTo>
                    <a:lnTo>
                      <a:pt x="71" y="34"/>
                    </a:lnTo>
                    <a:lnTo>
                      <a:pt x="68" y="34"/>
                    </a:lnTo>
                    <a:lnTo>
                      <a:pt x="68" y="34"/>
                    </a:lnTo>
                    <a:lnTo>
                      <a:pt x="68" y="34"/>
                    </a:lnTo>
                    <a:lnTo>
                      <a:pt x="66" y="34"/>
                    </a:lnTo>
                    <a:lnTo>
                      <a:pt x="66" y="34"/>
                    </a:lnTo>
                    <a:lnTo>
                      <a:pt x="64" y="34"/>
                    </a:lnTo>
                    <a:lnTo>
                      <a:pt x="64" y="34"/>
                    </a:lnTo>
                    <a:lnTo>
                      <a:pt x="64" y="31"/>
                    </a:lnTo>
                    <a:lnTo>
                      <a:pt x="64" y="31"/>
                    </a:lnTo>
                    <a:lnTo>
                      <a:pt x="61" y="31"/>
                    </a:lnTo>
                    <a:lnTo>
                      <a:pt x="61" y="31"/>
                    </a:lnTo>
                    <a:lnTo>
                      <a:pt x="61" y="31"/>
                    </a:lnTo>
                    <a:lnTo>
                      <a:pt x="59" y="31"/>
                    </a:lnTo>
                    <a:lnTo>
                      <a:pt x="59" y="31"/>
                    </a:lnTo>
                    <a:lnTo>
                      <a:pt x="56" y="31"/>
                    </a:lnTo>
                    <a:lnTo>
                      <a:pt x="56" y="31"/>
                    </a:lnTo>
                    <a:lnTo>
                      <a:pt x="56" y="34"/>
                    </a:lnTo>
                    <a:lnTo>
                      <a:pt x="56" y="34"/>
                    </a:lnTo>
                    <a:lnTo>
                      <a:pt x="59" y="34"/>
                    </a:lnTo>
                    <a:lnTo>
                      <a:pt x="59" y="34"/>
                    </a:lnTo>
                    <a:lnTo>
                      <a:pt x="61" y="34"/>
                    </a:lnTo>
                    <a:lnTo>
                      <a:pt x="61" y="34"/>
                    </a:lnTo>
                    <a:lnTo>
                      <a:pt x="61" y="34"/>
                    </a:lnTo>
                    <a:lnTo>
                      <a:pt x="64" y="34"/>
                    </a:lnTo>
                    <a:lnTo>
                      <a:pt x="64" y="34"/>
                    </a:lnTo>
                    <a:lnTo>
                      <a:pt x="64" y="36"/>
                    </a:lnTo>
                    <a:lnTo>
                      <a:pt x="61" y="36"/>
                    </a:lnTo>
                    <a:lnTo>
                      <a:pt x="61" y="36"/>
                    </a:lnTo>
                    <a:lnTo>
                      <a:pt x="61" y="36"/>
                    </a:lnTo>
                    <a:lnTo>
                      <a:pt x="61" y="36"/>
                    </a:lnTo>
                    <a:lnTo>
                      <a:pt x="59" y="36"/>
                    </a:lnTo>
                    <a:lnTo>
                      <a:pt x="59" y="38"/>
                    </a:lnTo>
                    <a:lnTo>
                      <a:pt x="59" y="38"/>
                    </a:lnTo>
                    <a:lnTo>
                      <a:pt x="56" y="38"/>
                    </a:lnTo>
                    <a:lnTo>
                      <a:pt x="56" y="38"/>
                    </a:lnTo>
                    <a:lnTo>
                      <a:pt x="56" y="38"/>
                    </a:lnTo>
                    <a:lnTo>
                      <a:pt x="54" y="38"/>
                    </a:lnTo>
                    <a:lnTo>
                      <a:pt x="54" y="38"/>
                    </a:lnTo>
                    <a:lnTo>
                      <a:pt x="54" y="38"/>
                    </a:lnTo>
                    <a:lnTo>
                      <a:pt x="54" y="38"/>
                    </a:lnTo>
                    <a:lnTo>
                      <a:pt x="52" y="38"/>
                    </a:lnTo>
                    <a:lnTo>
                      <a:pt x="52" y="38"/>
                    </a:lnTo>
                    <a:lnTo>
                      <a:pt x="49" y="38"/>
                    </a:lnTo>
                    <a:lnTo>
                      <a:pt x="49" y="38"/>
                    </a:lnTo>
                    <a:lnTo>
                      <a:pt x="49" y="41"/>
                    </a:lnTo>
                    <a:lnTo>
                      <a:pt x="49" y="41"/>
                    </a:lnTo>
                    <a:lnTo>
                      <a:pt x="47" y="41"/>
                    </a:lnTo>
                    <a:lnTo>
                      <a:pt x="47" y="41"/>
                    </a:lnTo>
                    <a:lnTo>
                      <a:pt x="45" y="41"/>
                    </a:lnTo>
                    <a:lnTo>
                      <a:pt x="45" y="41"/>
                    </a:lnTo>
                    <a:lnTo>
                      <a:pt x="45" y="41"/>
                    </a:lnTo>
                    <a:lnTo>
                      <a:pt x="45" y="41"/>
                    </a:lnTo>
                    <a:lnTo>
                      <a:pt x="42" y="41"/>
                    </a:lnTo>
                    <a:lnTo>
                      <a:pt x="42" y="41"/>
                    </a:lnTo>
                    <a:lnTo>
                      <a:pt x="42" y="41"/>
                    </a:lnTo>
                    <a:lnTo>
                      <a:pt x="40" y="41"/>
                    </a:lnTo>
                    <a:lnTo>
                      <a:pt x="40" y="41"/>
                    </a:lnTo>
                    <a:lnTo>
                      <a:pt x="38" y="41"/>
                    </a:lnTo>
                    <a:lnTo>
                      <a:pt x="38" y="41"/>
                    </a:lnTo>
                    <a:lnTo>
                      <a:pt x="38" y="41"/>
                    </a:lnTo>
                    <a:lnTo>
                      <a:pt x="35" y="41"/>
                    </a:lnTo>
                    <a:lnTo>
                      <a:pt x="35" y="41"/>
                    </a:lnTo>
                    <a:lnTo>
                      <a:pt x="35" y="41"/>
                    </a:lnTo>
                    <a:lnTo>
                      <a:pt x="33" y="41"/>
                    </a:lnTo>
                    <a:lnTo>
                      <a:pt x="33" y="41"/>
                    </a:lnTo>
                    <a:lnTo>
                      <a:pt x="30" y="41"/>
                    </a:lnTo>
                    <a:lnTo>
                      <a:pt x="30" y="41"/>
                    </a:lnTo>
                    <a:lnTo>
                      <a:pt x="30" y="41"/>
                    </a:lnTo>
                    <a:lnTo>
                      <a:pt x="28" y="41"/>
                    </a:lnTo>
                    <a:lnTo>
                      <a:pt x="28" y="41"/>
                    </a:lnTo>
                    <a:lnTo>
                      <a:pt x="28" y="41"/>
                    </a:lnTo>
                    <a:lnTo>
                      <a:pt x="26" y="41"/>
                    </a:lnTo>
                    <a:lnTo>
                      <a:pt x="26" y="41"/>
                    </a:lnTo>
                    <a:lnTo>
                      <a:pt x="23" y="41"/>
                    </a:lnTo>
                    <a:lnTo>
                      <a:pt x="23" y="41"/>
                    </a:lnTo>
                    <a:lnTo>
                      <a:pt x="23" y="41"/>
                    </a:lnTo>
                    <a:lnTo>
                      <a:pt x="21" y="41"/>
                    </a:lnTo>
                    <a:lnTo>
                      <a:pt x="21" y="41"/>
                    </a:lnTo>
                    <a:lnTo>
                      <a:pt x="21" y="41"/>
                    </a:lnTo>
                    <a:lnTo>
                      <a:pt x="21" y="41"/>
                    </a:lnTo>
                    <a:lnTo>
                      <a:pt x="19" y="41"/>
                    </a:lnTo>
                    <a:lnTo>
                      <a:pt x="19" y="41"/>
                    </a:lnTo>
                    <a:lnTo>
                      <a:pt x="16" y="41"/>
                    </a:lnTo>
                    <a:lnTo>
                      <a:pt x="16" y="41"/>
                    </a:lnTo>
                    <a:lnTo>
                      <a:pt x="16" y="41"/>
                    </a:lnTo>
                    <a:lnTo>
                      <a:pt x="14" y="41"/>
                    </a:lnTo>
                    <a:lnTo>
                      <a:pt x="14" y="41"/>
                    </a:lnTo>
                    <a:lnTo>
                      <a:pt x="14" y="41"/>
                    </a:lnTo>
                    <a:lnTo>
                      <a:pt x="12" y="41"/>
                    </a:lnTo>
                    <a:lnTo>
                      <a:pt x="12" y="41"/>
                    </a:lnTo>
                    <a:lnTo>
                      <a:pt x="12" y="41"/>
                    </a:lnTo>
                    <a:lnTo>
                      <a:pt x="9" y="41"/>
                    </a:lnTo>
                    <a:lnTo>
                      <a:pt x="9" y="41"/>
                    </a:lnTo>
                    <a:lnTo>
                      <a:pt x="9" y="41"/>
                    </a:lnTo>
                    <a:lnTo>
                      <a:pt x="7" y="41"/>
                    </a:lnTo>
                    <a:lnTo>
                      <a:pt x="7" y="41"/>
                    </a:lnTo>
                    <a:lnTo>
                      <a:pt x="7" y="41"/>
                    </a:lnTo>
                    <a:lnTo>
                      <a:pt x="4" y="41"/>
                    </a:lnTo>
                    <a:lnTo>
                      <a:pt x="4" y="38"/>
                    </a:lnTo>
                    <a:lnTo>
                      <a:pt x="4" y="38"/>
                    </a:lnTo>
                    <a:lnTo>
                      <a:pt x="7" y="38"/>
                    </a:lnTo>
                    <a:lnTo>
                      <a:pt x="7" y="38"/>
                    </a:lnTo>
                    <a:lnTo>
                      <a:pt x="9" y="38"/>
                    </a:lnTo>
                    <a:lnTo>
                      <a:pt x="9" y="36"/>
                    </a:lnTo>
                    <a:lnTo>
                      <a:pt x="7" y="36"/>
                    </a:lnTo>
                    <a:lnTo>
                      <a:pt x="7" y="36"/>
                    </a:lnTo>
                    <a:lnTo>
                      <a:pt x="4" y="36"/>
                    </a:lnTo>
                    <a:lnTo>
                      <a:pt x="4" y="36"/>
                    </a:lnTo>
                    <a:lnTo>
                      <a:pt x="4" y="36"/>
                    </a:lnTo>
                    <a:lnTo>
                      <a:pt x="4" y="34"/>
                    </a:lnTo>
                    <a:lnTo>
                      <a:pt x="4" y="34"/>
                    </a:lnTo>
                    <a:lnTo>
                      <a:pt x="4" y="31"/>
                    </a:lnTo>
                    <a:lnTo>
                      <a:pt x="4" y="31"/>
                    </a:lnTo>
                    <a:lnTo>
                      <a:pt x="4" y="31"/>
                    </a:lnTo>
                    <a:lnTo>
                      <a:pt x="2" y="31"/>
                    </a:lnTo>
                    <a:lnTo>
                      <a:pt x="2" y="31"/>
                    </a:lnTo>
                    <a:lnTo>
                      <a:pt x="2" y="31"/>
                    </a:lnTo>
                    <a:lnTo>
                      <a:pt x="0" y="31"/>
                    </a:lnTo>
                    <a:lnTo>
                      <a:pt x="0" y="31"/>
                    </a:lnTo>
                    <a:lnTo>
                      <a:pt x="0" y="31"/>
                    </a:lnTo>
                    <a:lnTo>
                      <a:pt x="0" y="31"/>
                    </a:lnTo>
                    <a:lnTo>
                      <a:pt x="2" y="31"/>
                    </a:lnTo>
                    <a:lnTo>
                      <a:pt x="2" y="31"/>
                    </a:lnTo>
                    <a:lnTo>
                      <a:pt x="2" y="31"/>
                    </a:lnTo>
                    <a:lnTo>
                      <a:pt x="4" y="31"/>
                    </a:lnTo>
                    <a:lnTo>
                      <a:pt x="4" y="31"/>
                    </a:lnTo>
                    <a:lnTo>
                      <a:pt x="4" y="31"/>
                    </a:lnTo>
                    <a:lnTo>
                      <a:pt x="7" y="31"/>
                    </a:lnTo>
                    <a:lnTo>
                      <a:pt x="7" y="31"/>
                    </a:lnTo>
                    <a:lnTo>
                      <a:pt x="9" y="31"/>
                    </a:lnTo>
                    <a:lnTo>
                      <a:pt x="9" y="31"/>
                    </a:lnTo>
                    <a:lnTo>
                      <a:pt x="9" y="31"/>
                    </a:lnTo>
                    <a:lnTo>
                      <a:pt x="12" y="31"/>
                    </a:lnTo>
                    <a:lnTo>
                      <a:pt x="12" y="31"/>
                    </a:lnTo>
                    <a:lnTo>
                      <a:pt x="12" y="31"/>
                    </a:lnTo>
                    <a:lnTo>
                      <a:pt x="14" y="31"/>
                    </a:lnTo>
                    <a:lnTo>
                      <a:pt x="14" y="31"/>
                    </a:lnTo>
                    <a:lnTo>
                      <a:pt x="16" y="31"/>
                    </a:lnTo>
                    <a:lnTo>
                      <a:pt x="16" y="29"/>
                    </a:lnTo>
                    <a:lnTo>
                      <a:pt x="16" y="29"/>
                    </a:lnTo>
                    <a:lnTo>
                      <a:pt x="16" y="29"/>
                    </a:lnTo>
                    <a:lnTo>
                      <a:pt x="16" y="29"/>
                    </a:lnTo>
                    <a:lnTo>
                      <a:pt x="16" y="29"/>
                    </a:lnTo>
                    <a:lnTo>
                      <a:pt x="16" y="31"/>
                    </a:lnTo>
                    <a:lnTo>
                      <a:pt x="19" y="31"/>
                    </a:lnTo>
                    <a:lnTo>
                      <a:pt x="19" y="31"/>
                    </a:lnTo>
                    <a:lnTo>
                      <a:pt x="21" y="31"/>
                    </a:lnTo>
                    <a:lnTo>
                      <a:pt x="21" y="31"/>
                    </a:lnTo>
                    <a:lnTo>
                      <a:pt x="21" y="31"/>
                    </a:lnTo>
                    <a:lnTo>
                      <a:pt x="23" y="31"/>
                    </a:lnTo>
                    <a:lnTo>
                      <a:pt x="23" y="31"/>
                    </a:lnTo>
                    <a:lnTo>
                      <a:pt x="23" y="31"/>
                    </a:lnTo>
                    <a:lnTo>
                      <a:pt x="26" y="31"/>
                    </a:lnTo>
                    <a:lnTo>
                      <a:pt x="26" y="31"/>
                    </a:lnTo>
                    <a:lnTo>
                      <a:pt x="28" y="31"/>
                    </a:lnTo>
                    <a:lnTo>
                      <a:pt x="28" y="31"/>
                    </a:lnTo>
                    <a:lnTo>
                      <a:pt x="28" y="31"/>
                    </a:lnTo>
                    <a:lnTo>
                      <a:pt x="28" y="29"/>
                    </a:lnTo>
                    <a:lnTo>
                      <a:pt x="28" y="29"/>
                    </a:lnTo>
                    <a:lnTo>
                      <a:pt x="28" y="29"/>
                    </a:lnTo>
                    <a:lnTo>
                      <a:pt x="26" y="29"/>
                    </a:lnTo>
                    <a:lnTo>
                      <a:pt x="26" y="29"/>
                    </a:lnTo>
                    <a:lnTo>
                      <a:pt x="26" y="29"/>
                    </a:lnTo>
                    <a:lnTo>
                      <a:pt x="26" y="29"/>
                    </a:lnTo>
                    <a:lnTo>
                      <a:pt x="28" y="29"/>
                    </a:lnTo>
                    <a:lnTo>
                      <a:pt x="28" y="26"/>
                    </a:lnTo>
                    <a:lnTo>
                      <a:pt x="26" y="26"/>
                    </a:lnTo>
                    <a:lnTo>
                      <a:pt x="26" y="26"/>
                    </a:lnTo>
                    <a:lnTo>
                      <a:pt x="26" y="26"/>
                    </a:lnTo>
                    <a:lnTo>
                      <a:pt x="23" y="26"/>
                    </a:lnTo>
                    <a:lnTo>
                      <a:pt x="23" y="26"/>
                    </a:lnTo>
                    <a:lnTo>
                      <a:pt x="23" y="26"/>
                    </a:lnTo>
                    <a:lnTo>
                      <a:pt x="21" y="26"/>
                    </a:lnTo>
                    <a:lnTo>
                      <a:pt x="21" y="26"/>
                    </a:lnTo>
                    <a:lnTo>
                      <a:pt x="21" y="26"/>
                    </a:lnTo>
                    <a:lnTo>
                      <a:pt x="19" y="26"/>
                    </a:lnTo>
                    <a:lnTo>
                      <a:pt x="19" y="26"/>
                    </a:lnTo>
                    <a:lnTo>
                      <a:pt x="19" y="26"/>
                    </a:lnTo>
                    <a:lnTo>
                      <a:pt x="16" y="26"/>
                    </a:lnTo>
                    <a:lnTo>
                      <a:pt x="16" y="26"/>
                    </a:lnTo>
                    <a:lnTo>
                      <a:pt x="16" y="26"/>
                    </a:lnTo>
                    <a:lnTo>
                      <a:pt x="16" y="26"/>
                    </a:lnTo>
                    <a:lnTo>
                      <a:pt x="14" y="26"/>
                    </a:lnTo>
                    <a:lnTo>
                      <a:pt x="14" y="26"/>
                    </a:lnTo>
                    <a:lnTo>
                      <a:pt x="12" y="26"/>
                    </a:lnTo>
                    <a:lnTo>
                      <a:pt x="12" y="26"/>
                    </a:lnTo>
                    <a:lnTo>
                      <a:pt x="12" y="26"/>
                    </a:lnTo>
                    <a:lnTo>
                      <a:pt x="9" y="26"/>
                    </a:lnTo>
                    <a:lnTo>
                      <a:pt x="9" y="24"/>
                    </a:lnTo>
                    <a:lnTo>
                      <a:pt x="12" y="24"/>
                    </a:lnTo>
                    <a:lnTo>
                      <a:pt x="12" y="24"/>
                    </a:lnTo>
                    <a:lnTo>
                      <a:pt x="12" y="24"/>
                    </a:lnTo>
                    <a:lnTo>
                      <a:pt x="12" y="24"/>
                    </a:lnTo>
                    <a:lnTo>
                      <a:pt x="9" y="24"/>
                    </a:lnTo>
                    <a:lnTo>
                      <a:pt x="9" y="24"/>
                    </a:lnTo>
                    <a:lnTo>
                      <a:pt x="9" y="22"/>
                    </a:lnTo>
                    <a:lnTo>
                      <a:pt x="9" y="22"/>
                    </a:lnTo>
                    <a:lnTo>
                      <a:pt x="12" y="22"/>
                    </a:lnTo>
                    <a:lnTo>
                      <a:pt x="12" y="22"/>
                    </a:lnTo>
                    <a:lnTo>
                      <a:pt x="12" y="22"/>
                    </a:lnTo>
                    <a:lnTo>
                      <a:pt x="14" y="22"/>
                    </a:lnTo>
                    <a:lnTo>
                      <a:pt x="14" y="22"/>
                    </a:lnTo>
                    <a:lnTo>
                      <a:pt x="14" y="24"/>
                    </a:lnTo>
                    <a:lnTo>
                      <a:pt x="16" y="24"/>
                    </a:lnTo>
                    <a:lnTo>
                      <a:pt x="16" y="24"/>
                    </a:lnTo>
                    <a:lnTo>
                      <a:pt x="16" y="24"/>
                    </a:lnTo>
                    <a:lnTo>
                      <a:pt x="19" y="24"/>
                    </a:lnTo>
                    <a:lnTo>
                      <a:pt x="19" y="24"/>
                    </a:lnTo>
                    <a:lnTo>
                      <a:pt x="21" y="24"/>
                    </a:lnTo>
                    <a:lnTo>
                      <a:pt x="21" y="22"/>
                    </a:lnTo>
                    <a:lnTo>
                      <a:pt x="21" y="22"/>
                    </a:lnTo>
                    <a:lnTo>
                      <a:pt x="21" y="22"/>
                    </a:lnTo>
                    <a:lnTo>
                      <a:pt x="21" y="22"/>
                    </a:lnTo>
                    <a:lnTo>
                      <a:pt x="21" y="22"/>
                    </a:lnTo>
                    <a:lnTo>
                      <a:pt x="23" y="22"/>
                    </a:lnTo>
                    <a:lnTo>
                      <a:pt x="23" y="22"/>
                    </a:lnTo>
                    <a:lnTo>
                      <a:pt x="23" y="22"/>
                    </a:lnTo>
                    <a:lnTo>
                      <a:pt x="26" y="22"/>
                    </a:lnTo>
                    <a:lnTo>
                      <a:pt x="26" y="22"/>
                    </a:lnTo>
                    <a:lnTo>
                      <a:pt x="28" y="22"/>
                    </a:lnTo>
                    <a:lnTo>
                      <a:pt x="28" y="22"/>
                    </a:lnTo>
                    <a:lnTo>
                      <a:pt x="28" y="22"/>
                    </a:lnTo>
                    <a:lnTo>
                      <a:pt x="30" y="22"/>
                    </a:lnTo>
                    <a:lnTo>
                      <a:pt x="30" y="22"/>
                    </a:lnTo>
                    <a:lnTo>
                      <a:pt x="30" y="22"/>
                    </a:lnTo>
                    <a:lnTo>
                      <a:pt x="33" y="22"/>
                    </a:lnTo>
                    <a:lnTo>
                      <a:pt x="33" y="22"/>
                    </a:lnTo>
                    <a:lnTo>
                      <a:pt x="35" y="22"/>
                    </a:lnTo>
                    <a:lnTo>
                      <a:pt x="35" y="22"/>
                    </a:lnTo>
                    <a:lnTo>
                      <a:pt x="35" y="22"/>
                    </a:lnTo>
                    <a:lnTo>
                      <a:pt x="35" y="19"/>
                    </a:lnTo>
                    <a:lnTo>
                      <a:pt x="38" y="19"/>
                    </a:lnTo>
                    <a:lnTo>
                      <a:pt x="38" y="19"/>
                    </a:lnTo>
                    <a:lnTo>
                      <a:pt x="38" y="19"/>
                    </a:lnTo>
                    <a:lnTo>
                      <a:pt x="38" y="19"/>
                    </a:lnTo>
                    <a:lnTo>
                      <a:pt x="40" y="19"/>
                    </a:lnTo>
                    <a:lnTo>
                      <a:pt x="40" y="19"/>
                    </a:lnTo>
                    <a:lnTo>
                      <a:pt x="40" y="17"/>
                    </a:lnTo>
                    <a:lnTo>
                      <a:pt x="40" y="17"/>
                    </a:lnTo>
                    <a:lnTo>
                      <a:pt x="42" y="17"/>
                    </a:lnTo>
                    <a:lnTo>
                      <a:pt x="42" y="17"/>
                    </a:lnTo>
                    <a:lnTo>
                      <a:pt x="42" y="15"/>
                    </a:lnTo>
                    <a:lnTo>
                      <a:pt x="42" y="15"/>
                    </a:lnTo>
                    <a:lnTo>
                      <a:pt x="45" y="15"/>
                    </a:lnTo>
                    <a:lnTo>
                      <a:pt x="45" y="15"/>
                    </a:lnTo>
                    <a:lnTo>
                      <a:pt x="45" y="15"/>
                    </a:lnTo>
                    <a:lnTo>
                      <a:pt x="45" y="15"/>
                    </a:lnTo>
                    <a:lnTo>
                      <a:pt x="42" y="15"/>
                    </a:lnTo>
                    <a:lnTo>
                      <a:pt x="42" y="15"/>
                    </a:lnTo>
                    <a:lnTo>
                      <a:pt x="42" y="15"/>
                    </a:lnTo>
                    <a:lnTo>
                      <a:pt x="40" y="15"/>
                    </a:lnTo>
                    <a:lnTo>
                      <a:pt x="40" y="15"/>
                    </a:lnTo>
                    <a:lnTo>
                      <a:pt x="40" y="15"/>
                    </a:lnTo>
                    <a:lnTo>
                      <a:pt x="38" y="15"/>
                    </a:lnTo>
                    <a:lnTo>
                      <a:pt x="38" y="15"/>
                    </a:lnTo>
                    <a:lnTo>
                      <a:pt x="38" y="15"/>
                    </a:lnTo>
                    <a:lnTo>
                      <a:pt x="35" y="15"/>
                    </a:lnTo>
                    <a:lnTo>
                      <a:pt x="35" y="15"/>
                    </a:lnTo>
                    <a:lnTo>
                      <a:pt x="35" y="15"/>
                    </a:lnTo>
                    <a:lnTo>
                      <a:pt x="33" y="15"/>
                    </a:lnTo>
                    <a:lnTo>
                      <a:pt x="33" y="15"/>
                    </a:lnTo>
                    <a:lnTo>
                      <a:pt x="30" y="15"/>
                    </a:lnTo>
                    <a:lnTo>
                      <a:pt x="30" y="15"/>
                    </a:lnTo>
                    <a:lnTo>
                      <a:pt x="33" y="15"/>
                    </a:lnTo>
                    <a:lnTo>
                      <a:pt x="33" y="15"/>
                    </a:lnTo>
                    <a:lnTo>
                      <a:pt x="35" y="15"/>
                    </a:lnTo>
                    <a:lnTo>
                      <a:pt x="35" y="12"/>
                    </a:lnTo>
                    <a:lnTo>
                      <a:pt x="35" y="12"/>
                    </a:lnTo>
                    <a:lnTo>
                      <a:pt x="35" y="12"/>
                    </a:lnTo>
                    <a:lnTo>
                      <a:pt x="38" y="12"/>
                    </a:lnTo>
                    <a:lnTo>
                      <a:pt x="38" y="12"/>
                    </a:lnTo>
                    <a:lnTo>
                      <a:pt x="38" y="12"/>
                    </a:lnTo>
                    <a:lnTo>
                      <a:pt x="38" y="12"/>
                    </a:lnTo>
                    <a:lnTo>
                      <a:pt x="38" y="12"/>
                    </a:lnTo>
                    <a:lnTo>
                      <a:pt x="40" y="12"/>
                    </a:lnTo>
                    <a:lnTo>
                      <a:pt x="40" y="12"/>
                    </a:lnTo>
                    <a:lnTo>
                      <a:pt x="42" y="12"/>
                    </a:lnTo>
                    <a:lnTo>
                      <a:pt x="42" y="10"/>
                    </a:lnTo>
                    <a:lnTo>
                      <a:pt x="42" y="10"/>
                    </a:lnTo>
                    <a:lnTo>
                      <a:pt x="42" y="10"/>
                    </a:lnTo>
                    <a:lnTo>
                      <a:pt x="45" y="10"/>
                    </a:lnTo>
                    <a:lnTo>
                      <a:pt x="45" y="10"/>
                    </a:lnTo>
                    <a:lnTo>
                      <a:pt x="45" y="10"/>
                    </a:lnTo>
                    <a:lnTo>
                      <a:pt x="47" y="10"/>
                    </a:lnTo>
                    <a:lnTo>
                      <a:pt x="47" y="10"/>
                    </a:lnTo>
                    <a:lnTo>
                      <a:pt x="45" y="10"/>
                    </a:lnTo>
                    <a:lnTo>
                      <a:pt x="45" y="7"/>
                    </a:lnTo>
                    <a:lnTo>
                      <a:pt x="47" y="7"/>
                    </a:lnTo>
                    <a:lnTo>
                      <a:pt x="47" y="7"/>
                    </a:lnTo>
                    <a:lnTo>
                      <a:pt x="49" y="7"/>
                    </a:lnTo>
                    <a:lnTo>
                      <a:pt x="49" y="7"/>
                    </a:lnTo>
                    <a:lnTo>
                      <a:pt x="49" y="7"/>
                    </a:lnTo>
                    <a:lnTo>
                      <a:pt x="52" y="7"/>
                    </a:lnTo>
                    <a:lnTo>
                      <a:pt x="52" y="7"/>
                    </a:lnTo>
                    <a:lnTo>
                      <a:pt x="52" y="7"/>
                    </a:lnTo>
                    <a:lnTo>
                      <a:pt x="54" y="7"/>
                    </a:lnTo>
                    <a:lnTo>
                      <a:pt x="54" y="7"/>
                    </a:lnTo>
                    <a:lnTo>
                      <a:pt x="54" y="7"/>
                    </a:lnTo>
                    <a:lnTo>
                      <a:pt x="56" y="7"/>
                    </a:lnTo>
                    <a:lnTo>
                      <a:pt x="56" y="7"/>
                    </a:lnTo>
                    <a:lnTo>
                      <a:pt x="56" y="7"/>
                    </a:lnTo>
                    <a:lnTo>
                      <a:pt x="59" y="7"/>
                    </a:lnTo>
                    <a:lnTo>
                      <a:pt x="59" y="7"/>
                    </a:lnTo>
                    <a:lnTo>
                      <a:pt x="59" y="5"/>
                    </a:lnTo>
                    <a:lnTo>
                      <a:pt x="61" y="5"/>
                    </a:lnTo>
                    <a:lnTo>
                      <a:pt x="61" y="5"/>
                    </a:lnTo>
                    <a:lnTo>
                      <a:pt x="61" y="5"/>
                    </a:lnTo>
                    <a:lnTo>
                      <a:pt x="64" y="5"/>
                    </a:lnTo>
                    <a:lnTo>
                      <a:pt x="64" y="5"/>
                    </a:lnTo>
                    <a:lnTo>
                      <a:pt x="64" y="5"/>
                    </a:lnTo>
                    <a:lnTo>
                      <a:pt x="66" y="5"/>
                    </a:lnTo>
                    <a:lnTo>
                      <a:pt x="66" y="5"/>
                    </a:lnTo>
                    <a:lnTo>
                      <a:pt x="68" y="5"/>
                    </a:lnTo>
                    <a:lnTo>
                      <a:pt x="68" y="5"/>
                    </a:lnTo>
                    <a:lnTo>
                      <a:pt x="68" y="5"/>
                    </a:lnTo>
                    <a:lnTo>
                      <a:pt x="68" y="5"/>
                    </a:lnTo>
                    <a:lnTo>
                      <a:pt x="71" y="5"/>
                    </a:lnTo>
                    <a:lnTo>
                      <a:pt x="71" y="5"/>
                    </a:lnTo>
                    <a:lnTo>
                      <a:pt x="71" y="5"/>
                    </a:lnTo>
                    <a:lnTo>
                      <a:pt x="73" y="5"/>
                    </a:lnTo>
                    <a:lnTo>
                      <a:pt x="73" y="5"/>
                    </a:lnTo>
                    <a:lnTo>
                      <a:pt x="75" y="5"/>
                    </a:lnTo>
                    <a:lnTo>
                      <a:pt x="75" y="5"/>
                    </a:lnTo>
                    <a:lnTo>
                      <a:pt x="75" y="5"/>
                    </a:lnTo>
                    <a:lnTo>
                      <a:pt x="78" y="5"/>
                    </a:lnTo>
                    <a:lnTo>
                      <a:pt x="78" y="5"/>
                    </a:lnTo>
                    <a:lnTo>
                      <a:pt x="78" y="3"/>
                    </a:lnTo>
                    <a:lnTo>
                      <a:pt x="78" y="3"/>
                    </a:lnTo>
                    <a:lnTo>
                      <a:pt x="80" y="3"/>
                    </a:lnTo>
                    <a:lnTo>
                      <a:pt x="80" y="3"/>
                    </a:lnTo>
                    <a:lnTo>
                      <a:pt x="83" y="3"/>
                    </a:lnTo>
                    <a:lnTo>
                      <a:pt x="83" y="3"/>
                    </a:lnTo>
                    <a:lnTo>
                      <a:pt x="83" y="3"/>
                    </a:lnTo>
                    <a:lnTo>
                      <a:pt x="85" y="3"/>
                    </a:lnTo>
                    <a:lnTo>
                      <a:pt x="85" y="3"/>
                    </a:lnTo>
                    <a:lnTo>
                      <a:pt x="85" y="3"/>
                    </a:lnTo>
                    <a:lnTo>
                      <a:pt x="85" y="3"/>
                    </a:lnTo>
                    <a:lnTo>
                      <a:pt x="87" y="3"/>
                    </a:lnTo>
                    <a:lnTo>
                      <a:pt x="87" y="3"/>
                    </a:lnTo>
                    <a:lnTo>
                      <a:pt x="90" y="3"/>
                    </a:lnTo>
                    <a:lnTo>
                      <a:pt x="90" y="3"/>
                    </a:lnTo>
                    <a:lnTo>
                      <a:pt x="90" y="3"/>
                    </a:lnTo>
                    <a:lnTo>
                      <a:pt x="90" y="3"/>
                    </a:lnTo>
                    <a:lnTo>
                      <a:pt x="90" y="0"/>
                    </a:lnTo>
                    <a:lnTo>
                      <a:pt x="90" y="0"/>
                    </a:lnTo>
                    <a:lnTo>
                      <a:pt x="90" y="0"/>
                    </a:lnTo>
                    <a:lnTo>
                      <a:pt x="92" y="0"/>
                    </a:lnTo>
                    <a:lnTo>
                      <a:pt x="92" y="0"/>
                    </a:lnTo>
                    <a:lnTo>
                      <a:pt x="92" y="0"/>
                    </a:lnTo>
                    <a:lnTo>
                      <a:pt x="94" y="0"/>
                    </a:lnTo>
                    <a:lnTo>
                      <a:pt x="94" y="0"/>
                    </a:lnTo>
                    <a:lnTo>
                      <a:pt x="94" y="0"/>
                    </a:lnTo>
                    <a:lnTo>
                      <a:pt x="97" y="0"/>
                    </a:lnTo>
                    <a:lnTo>
                      <a:pt x="97" y="0"/>
                    </a:lnTo>
                    <a:lnTo>
                      <a:pt x="97" y="0"/>
                    </a:lnTo>
                    <a:lnTo>
                      <a:pt x="99" y="0"/>
                    </a:lnTo>
                    <a:lnTo>
                      <a:pt x="99" y="0"/>
                    </a:lnTo>
                    <a:lnTo>
                      <a:pt x="101" y="0"/>
                    </a:lnTo>
                    <a:lnTo>
                      <a:pt x="101" y="0"/>
                    </a:lnTo>
                    <a:lnTo>
                      <a:pt x="101" y="0"/>
                    </a:lnTo>
                    <a:lnTo>
                      <a:pt x="104" y="0"/>
                    </a:lnTo>
                    <a:lnTo>
                      <a:pt x="104" y="0"/>
                    </a:lnTo>
                    <a:lnTo>
                      <a:pt x="104" y="0"/>
                    </a:lnTo>
                    <a:lnTo>
                      <a:pt x="106" y="0"/>
                    </a:lnTo>
                    <a:lnTo>
                      <a:pt x="106" y="0"/>
                    </a:lnTo>
                    <a:lnTo>
                      <a:pt x="106" y="0"/>
                    </a:lnTo>
                    <a:lnTo>
                      <a:pt x="109" y="0"/>
                    </a:lnTo>
                    <a:lnTo>
                      <a:pt x="109" y="0"/>
                    </a:lnTo>
                    <a:lnTo>
                      <a:pt x="109" y="3"/>
                    </a:lnTo>
                    <a:lnTo>
                      <a:pt x="109" y="3"/>
                    </a:lnTo>
                    <a:lnTo>
                      <a:pt x="109" y="3"/>
                    </a:lnTo>
                    <a:lnTo>
                      <a:pt x="109" y="3"/>
                    </a:lnTo>
                    <a:lnTo>
                      <a:pt x="109" y="3"/>
                    </a:lnTo>
                    <a:lnTo>
                      <a:pt x="111" y="3"/>
                    </a:lnTo>
                    <a:lnTo>
                      <a:pt x="111" y="3"/>
                    </a:lnTo>
                    <a:lnTo>
                      <a:pt x="111" y="3"/>
                    </a:lnTo>
                    <a:lnTo>
                      <a:pt x="113" y="3"/>
                    </a:lnTo>
                    <a:lnTo>
                      <a:pt x="113" y="3"/>
                    </a:lnTo>
                    <a:lnTo>
                      <a:pt x="113" y="3"/>
                    </a:lnTo>
                    <a:lnTo>
                      <a:pt x="116" y="3"/>
                    </a:lnTo>
                    <a:lnTo>
                      <a:pt x="116" y="3"/>
                    </a:lnTo>
                    <a:lnTo>
                      <a:pt x="116" y="5"/>
                    </a:lnTo>
                    <a:lnTo>
                      <a:pt x="116" y="5"/>
                    </a:lnTo>
                    <a:lnTo>
                      <a:pt x="118" y="5"/>
                    </a:lnTo>
                    <a:lnTo>
                      <a:pt x="118" y="5"/>
                    </a:lnTo>
                    <a:lnTo>
                      <a:pt x="118" y="5"/>
                    </a:lnTo>
                    <a:lnTo>
                      <a:pt x="120" y="5"/>
                    </a:lnTo>
                    <a:lnTo>
                      <a:pt x="120" y="5"/>
                    </a:lnTo>
                    <a:lnTo>
                      <a:pt x="120" y="5"/>
                    </a:lnTo>
                    <a:lnTo>
                      <a:pt x="123" y="5"/>
                    </a:lnTo>
                    <a:lnTo>
                      <a:pt x="123" y="7"/>
                    </a:lnTo>
                    <a:lnTo>
                      <a:pt x="123" y="7"/>
                    </a:lnTo>
                    <a:lnTo>
                      <a:pt x="123" y="7"/>
                    </a:lnTo>
                    <a:lnTo>
                      <a:pt x="125" y="7"/>
                    </a:lnTo>
                    <a:lnTo>
                      <a:pt x="125" y="7"/>
                    </a:lnTo>
                    <a:lnTo>
                      <a:pt x="125" y="7"/>
                    </a:lnTo>
                    <a:lnTo>
                      <a:pt x="125" y="10"/>
                    </a:lnTo>
                    <a:lnTo>
                      <a:pt x="127" y="10"/>
                    </a:lnTo>
                    <a:lnTo>
                      <a:pt x="127" y="10"/>
                    </a:lnTo>
                    <a:lnTo>
                      <a:pt x="127" y="10"/>
                    </a:lnTo>
                    <a:lnTo>
                      <a:pt x="130" y="10"/>
                    </a:lnTo>
                    <a:lnTo>
                      <a:pt x="130" y="10"/>
                    </a:lnTo>
                    <a:lnTo>
                      <a:pt x="130" y="10"/>
                    </a:lnTo>
                    <a:lnTo>
                      <a:pt x="132" y="10"/>
                    </a:lnTo>
                    <a:lnTo>
                      <a:pt x="132" y="10"/>
                    </a:lnTo>
                    <a:lnTo>
                      <a:pt x="132" y="10"/>
                    </a:lnTo>
                    <a:lnTo>
                      <a:pt x="135" y="10"/>
                    </a:lnTo>
                    <a:lnTo>
                      <a:pt x="135" y="10"/>
                    </a:lnTo>
                    <a:lnTo>
                      <a:pt x="135" y="10"/>
                    </a:lnTo>
                    <a:lnTo>
                      <a:pt x="137" y="10"/>
                    </a:lnTo>
                    <a:lnTo>
                      <a:pt x="137" y="12"/>
                    </a:lnTo>
                    <a:lnTo>
                      <a:pt x="137" y="12"/>
                    </a:lnTo>
                    <a:lnTo>
                      <a:pt x="137" y="12"/>
                    </a:lnTo>
                    <a:lnTo>
                      <a:pt x="139" y="12"/>
                    </a:lnTo>
                    <a:lnTo>
                      <a:pt x="139" y="12"/>
                    </a:lnTo>
                    <a:lnTo>
                      <a:pt x="142" y="12"/>
                    </a:lnTo>
                    <a:lnTo>
                      <a:pt x="142" y="12"/>
                    </a:lnTo>
                    <a:lnTo>
                      <a:pt x="142" y="12"/>
                    </a:lnTo>
                    <a:lnTo>
                      <a:pt x="144" y="12"/>
                    </a:lnTo>
                    <a:lnTo>
                      <a:pt x="144" y="12"/>
                    </a:lnTo>
                    <a:lnTo>
                      <a:pt x="144" y="12"/>
                    </a:lnTo>
                    <a:lnTo>
                      <a:pt x="144" y="12"/>
                    </a:lnTo>
                    <a:lnTo>
                      <a:pt x="146" y="12"/>
                    </a:lnTo>
                    <a:lnTo>
                      <a:pt x="146" y="12"/>
                    </a:lnTo>
                    <a:lnTo>
                      <a:pt x="149" y="12"/>
                    </a:lnTo>
                    <a:lnTo>
                      <a:pt x="149" y="12"/>
                    </a:lnTo>
                    <a:lnTo>
                      <a:pt x="149" y="12"/>
                    </a:lnTo>
                    <a:lnTo>
                      <a:pt x="149" y="12"/>
                    </a:lnTo>
                    <a:lnTo>
                      <a:pt x="151" y="12"/>
                    </a:lnTo>
                    <a:lnTo>
                      <a:pt x="151" y="15"/>
                    </a:lnTo>
                    <a:lnTo>
                      <a:pt x="151" y="1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61"/>
              <p:cNvSpPr>
                <a:spLocks/>
              </p:cNvSpPr>
              <p:nvPr/>
            </p:nvSpPr>
            <p:spPr bwMode="auto">
              <a:xfrm>
                <a:off x="1934" y="798"/>
                <a:ext cx="379" cy="168"/>
              </a:xfrm>
              <a:custGeom>
                <a:avLst/>
                <a:gdLst/>
                <a:ahLst/>
                <a:cxnLst>
                  <a:cxn ang="0">
                    <a:pos x="185" y="24"/>
                  </a:cxn>
                  <a:cxn ang="0">
                    <a:pos x="199" y="24"/>
                  </a:cxn>
                  <a:cxn ang="0">
                    <a:pos x="211" y="19"/>
                  </a:cxn>
                  <a:cxn ang="0">
                    <a:pos x="234" y="19"/>
                  </a:cxn>
                  <a:cxn ang="0">
                    <a:pos x="253" y="21"/>
                  </a:cxn>
                  <a:cxn ang="0">
                    <a:pos x="275" y="17"/>
                  </a:cxn>
                  <a:cxn ang="0">
                    <a:pos x="296" y="14"/>
                  </a:cxn>
                  <a:cxn ang="0">
                    <a:pos x="308" y="10"/>
                  </a:cxn>
                  <a:cxn ang="0">
                    <a:pos x="329" y="5"/>
                  </a:cxn>
                  <a:cxn ang="0">
                    <a:pos x="353" y="0"/>
                  </a:cxn>
                  <a:cxn ang="0">
                    <a:pos x="372" y="5"/>
                  </a:cxn>
                  <a:cxn ang="0">
                    <a:pos x="374" y="14"/>
                  </a:cxn>
                  <a:cxn ang="0">
                    <a:pos x="353" y="21"/>
                  </a:cxn>
                  <a:cxn ang="0">
                    <a:pos x="331" y="26"/>
                  </a:cxn>
                  <a:cxn ang="0">
                    <a:pos x="310" y="28"/>
                  </a:cxn>
                  <a:cxn ang="0">
                    <a:pos x="289" y="33"/>
                  </a:cxn>
                  <a:cxn ang="0">
                    <a:pos x="265" y="36"/>
                  </a:cxn>
                  <a:cxn ang="0">
                    <a:pos x="248" y="38"/>
                  </a:cxn>
                  <a:cxn ang="0">
                    <a:pos x="227" y="43"/>
                  </a:cxn>
                  <a:cxn ang="0">
                    <a:pos x="208" y="47"/>
                  </a:cxn>
                  <a:cxn ang="0">
                    <a:pos x="196" y="52"/>
                  </a:cxn>
                  <a:cxn ang="0">
                    <a:pos x="185" y="59"/>
                  </a:cxn>
                  <a:cxn ang="0">
                    <a:pos x="168" y="62"/>
                  </a:cxn>
                  <a:cxn ang="0">
                    <a:pos x="163" y="71"/>
                  </a:cxn>
                  <a:cxn ang="0">
                    <a:pos x="154" y="73"/>
                  </a:cxn>
                  <a:cxn ang="0">
                    <a:pos x="140" y="78"/>
                  </a:cxn>
                  <a:cxn ang="0">
                    <a:pos x="130" y="90"/>
                  </a:cxn>
                  <a:cxn ang="0">
                    <a:pos x="116" y="95"/>
                  </a:cxn>
                  <a:cxn ang="0">
                    <a:pos x="104" y="104"/>
                  </a:cxn>
                  <a:cxn ang="0">
                    <a:pos x="90" y="114"/>
                  </a:cxn>
                  <a:cxn ang="0">
                    <a:pos x="88" y="130"/>
                  </a:cxn>
                  <a:cxn ang="0">
                    <a:pos x="99" y="145"/>
                  </a:cxn>
                  <a:cxn ang="0">
                    <a:pos x="116" y="154"/>
                  </a:cxn>
                  <a:cxn ang="0">
                    <a:pos x="130" y="161"/>
                  </a:cxn>
                  <a:cxn ang="0">
                    <a:pos x="118" y="166"/>
                  </a:cxn>
                  <a:cxn ang="0">
                    <a:pos x="104" y="166"/>
                  </a:cxn>
                  <a:cxn ang="0">
                    <a:pos x="88" y="164"/>
                  </a:cxn>
                  <a:cxn ang="0">
                    <a:pos x="66" y="164"/>
                  </a:cxn>
                  <a:cxn ang="0">
                    <a:pos x="47" y="161"/>
                  </a:cxn>
                  <a:cxn ang="0">
                    <a:pos x="45" y="152"/>
                  </a:cxn>
                  <a:cxn ang="0">
                    <a:pos x="35" y="152"/>
                  </a:cxn>
                  <a:cxn ang="0">
                    <a:pos x="26" y="149"/>
                  </a:cxn>
                  <a:cxn ang="0">
                    <a:pos x="19" y="142"/>
                  </a:cxn>
                  <a:cxn ang="0">
                    <a:pos x="2" y="137"/>
                  </a:cxn>
                  <a:cxn ang="0">
                    <a:pos x="9" y="123"/>
                  </a:cxn>
                  <a:cxn ang="0">
                    <a:pos x="26" y="119"/>
                  </a:cxn>
                  <a:cxn ang="0">
                    <a:pos x="28" y="107"/>
                  </a:cxn>
                  <a:cxn ang="0">
                    <a:pos x="43" y="97"/>
                  </a:cxn>
                  <a:cxn ang="0">
                    <a:pos x="57" y="92"/>
                  </a:cxn>
                  <a:cxn ang="0">
                    <a:pos x="47" y="85"/>
                  </a:cxn>
                  <a:cxn ang="0">
                    <a:pos x="66" y="78"/>
                  </a:cxn>
                  <a:cxn ang="0">
                    <a:pos x="85" y="73"/>
                  </a:cxn>
                  <a:cxn ang="0">
                    <a:pos x="83" y="69"/>
                  </a:cxn>
                  <a:cxn ang="0">
                    <a:pos x="92" y="64"/>
                  </a:cxn>
                  <a:cxn ang="0">
                    <a:pos x="102" y="59"/>
                  </a:cxn>
                  <a:cxn ang="0">
                    <a:pos x="99" y="55"/>
                  </a:cxn>
                  <a:cxn ang="0">
                    <a:pos x="95" y="52"/>
                  </a:cxn>
                  <a:cxn ang="0">
                    <a:pos x="109" y="50"/>
                  </a:cxn>
                  <a:cxn ang="0">
                    <a:pos x="121" y="43"/>
                  </a:cxn>
                  <a:cxn ang="0">
                    <a:pos x="132" y="38"/>
                  </a:cxn>
                  <a:cxn ang="0">
                    <a:pos x="154" y="33"/>
                  </a:cxn>
                  <a:cxn ang="0">
                    <a:pos x="168" y="26"/>
                  </a:cxn>
                </a:cxnLst>
                <a:rect l="0" t="0" r="r" b="b"/>
                <a:pathLst>
                  <a:path w="379" h="168">
                    <a:moveTo>
                      <a:pt x="168" y="26"/>
                    </a:moveTo>
                    <a:lnTo>
                      <a:pt x="168" y="28"/>
                    </a:lnTo>
                    <a:lnTo>
                      <a:pt x="170" y="28"/>
                    </a:lnTo>
                    <a:lnTo>
                      <a:pt x="170" y="28"/>
                    </a:lnTo>
                    <a:lnTo>
                      <a:pt x="173" y="28"/>
                    </a:lnTo>
                    <a:lnTo>
                      <a:pt x="173" y="28"/>
                    </a:lnTo>
                    <a:lnTo>
                      <a:pt x="173" y="28"/>
                    </a:lnTo>
                    <a:lnTo>
                      <a:pt x="175" y="28"/>
                    </a:lnTo>
                    <a:lnTo>
                      <a:pt x="175" y="28"/>
                    </a:lnTo>
                    <a:lnTo>
                      <a:pt x="175" y="28"/>
                    </a:lnTo>
                    <a:lnTo>
                      <a:pt x="175" y="28"/>
                    </a:lnTo>
                    <a:lnTo>
                      <a:pt x="177" y="28"/>
                    </a:lnTo>
                    <a:lnTo>
                      <a:pt x="177" y="28"/>
                    </a:lnTo>
                    <a:lnTo>
                      <a:pt x="180" y="28"/>
                    </a:lnTo>
                    <a:lnTo>
                      <a:pt x="180" y="28"/>
                    </a:lnTo>
                    <a:lnTo>
                      <a:pt x="180" y="28"/>
                    </a:lnTo>
                    <a:lnTo>
                      <a:pt x="180" y="28"/>
                    </a:lnTo>
                    <a:lnTo>
                      <a:pt x="182" y="28"/>
                    </a:lnTo>
                    <a:lnTo>
                      <a:pt x="182" y="28"/>
                    </a:lnTo>
                    <a:lnTo>
                      <a:pt x="182" y="28"/>
                    </a:lnTo>
                    <a:lnTo>
                      <a:pt x="185" y="28"/>
                    </a:lnTo>
                    <a:lnTo>
                      <a:pt x="185" y="26"/>
                    </a:lnTo>
                    <a:lnTo>
                      <a:pt x="185" y="26"/>
                    </a:lnTo>
                    <a:lnTo>
                      <a:pt x="187" y="26"/>
                    </a:lnTo>
                    <a:lnTo>
                      <a:pt x="187" y="26"/>
                    </a:lnTo>
                    <a:lnTo>
                      <a:pt x="185" y="26"/>
                    </a:lnTo>
                    <a:lnTo>
                      <a:pt x="185" y="24"/>
                    </a:lnTo>
                    <a:lnTo>
                      <a:pt x="185" y="24"/>
                    </a:lnTo>
                    <a:lnTo>
                      <a:pt x="182" y="24"/>
                    </a:lnTo>
                    <a:lnTo>
                      <a:pt x="182" y="24"/>
                    </a:lnTo>
                    <a:lnTo>
                      <a:pt x="182" y="24"/>
                    </a:lnTo>
                    <a:lnTo>
                      <a:pt x="182" y="24"/>
                    </a:lnTo>
                    <a:lnTo>
                      <a:pt x="182" y="24"/>
                    </a:lnTo>
                    <a:lnTo>
                      <a:pt x="182" y="24"/>
                    </a:lnTo>
                    <a:lnTo>
                      <a:pt x="185" y="24"/>
                    </a:lnTo>
                    <a:lnTo>
                      <a:pt x="185" y="24"/>
                    </a:lnTo>
                    <a:lnTo>
                      <a:pt x="185" y="24"/>
                    </a:lnTo>
                    <a:lnTo>
                      <a:pt x="187" y="24"/>
                    </a:lnTo>
                    <a:lnTo>
                      <a:pt x="187" y="24"/>
                    </a:lnTo>
                    <a:lnTo>
                      <a:pt x="187" y="24"/>
                    </a:lnTo>
                    <a:lnTo>
                      <a:pt x="189" y="24"/>
                    </a:lnTo>
                    <a:lnTo>
                      <a:pt x="189" y="24"/>
                    </a:lnTo>
                    <a:lnTo>
                      <a:pt x="189" y="24"/>
                    </a:lnTo>
                    <a:lnTo>
                      <a:pt x="192" y="24"/>
                    </a:lnTo>
                    <a:lnTo>
                      <a:pt x="192" y="21"/>
                    </a:lnTo>
                    <a:lnTo>
                      <a:pt x="192" y="21"/>
                    </a:lnTo>
                    <a:lnTo>
                      <a:pt x="194" y="21"/>
                    </a:lnTo>
                    <a:lnTo>
                      <a:pt x="194" y="21"/>
                    </a:lnTo>
                    <a:lnTo>
                      <a:pt x="194" y="21"/>
                    </a:lnTo>
                    <a:lnTo>
                      <a:pt x="196" y="21"/>
                    </a:lnTo>
                    <a:lnTo>
                      <a:pt x="196" y="24"/>
                    </a:lnTo>
                    <a:lnTo>
                      <a:pt x="194" y="24"/>
                    </a:lnTo>
                    <a:lnTo>
                      <a:pt x="194" y="24"/>
                    </a:lnTo>
                    <a:lnTo>
                      <a:pt x="196" y="24"/>
                    </a:lnTo>
                    <a:lnTo>
                      <a:pt x="196" y="24"/>
                    </a:lnTo>
                    <a:lnTo>
                      <a:pt x="199" y="24"/>
                    </a:lnTo>
                    <a:lnTo>
                      <a:pt x="199" y="24"/>
                    </a:lnTo>
                    <a:lnTo>
                      <a:pt x="199" y="24"/>
                    </a:lnTo>
                    <a:lnTo>
                      <a:pt x="201" y="24"/>
                    </a:lnTo>
                    <a:lnTo>
                      <a:pt x="201" y="24"/>
                    </a:lnTo>
                    <a:lnTo>
                      <a:pt x="201" y="24"/>
                    </a:lnTo>
                    <a:lnTo>
                      <a:pt x="201" y="24"/>
                    </a:lnTo>
                    <a:lnTo>
                      <a:pt x="203" y="24"/>
                    </a:lnTo>
                    <a:lnTo>
                      <a:pt x="203" y="24"/>
                    </a:lnTo>
                    <a:lnTo>
                      <a:pt x="206" y="24"/>
                    </a:lnTo>
                    <a:lnTo>
                      <a:pt x="206" y="24"/>
                    </a:lnTo>
                    <a:lnTo>
                      <a:pt x="206" y="24"/>
                    </a:lnTo>
                    <a:lnTo>
                      <a:pt x="208" y="24"/>
                    </a:lnTo>
                    <a:lnTo>
                      <a:pt x="208" y="24"/>
                    </a:lnTo>
                    <a:lnTo>
                      <a:pt x="206" y="24"/>
                    </a:lnTo>
                    <a:lnTo>
                      <a:pt x="206" y="24"/>
                    </a:lnTo>
                    <a:lnTo>
                      <a:pt x="206" y="24"/>
                    </a:lnTo>
                    <a:lnTo>
                      <a:pt x="203" y="24"/>
                    </a:lnTo>
                    <a:lnTo>
                      <a:pt x="203" y="24"/>
                    </a:lnTo>
                    <a:lnTo>
                      <a:pt x="206" y="24"/>
                    </a:lnTo>
                    <a:lnTo>
                      <a:pt x="206" y="21"/>
                    </a:lnTo>
                    <a:lnTo>
                      <a:pt x="206" y="21"/>
                    </a:lnTo>
                    <a:lnTo>
                      <a:pt x="206" y="21"/>
                    </a:lnTo>
                    <a:lnTo>
                      <a:pt x="206" y="21"/>
                    </a:lnTo>
                    <a:lnTo>
                      <a:pt x="206" y="19"/>
                    </a:lnTo>
                    <a:lnTo>
                      <a:pt x="208" y="19"/>
                    </a:lnTo>
                    <a:lnTo>
                      <a:pt x="208" y="19"/>
                    </a:lnTo>
                    <a:lnTo>
                      <a:pt x="208" y="19"/>
                    </a:lnTo>
                    <a:lnTo>
                      <a:pt x="211" y="19"/>
                    </a:lnTo>
                    <a:lnTo>
                      <a:pt x="211" y="19"/>
                    </a:lnTo>
                    <a:lnTo>
                      <a:pt x="213" y="19"/>
                    </a:lnTo>
                    <a:lnTo>
                      <a:pt x="213" y="19"/>
                    </a:lnTo>
                    <a:lnTo>
                      <a:pt x="213" y="19"/>
                    </a:lnTo>
                    <a:lnTo>
                      <a:pt x="215" y="19"/>
                    </a:lnTo>
                    <a:lnTo>
                      <a:pt x="215" y="19"/>
                    </a:lnTo>
                    <a:lnTo>
                      <a:pt x="215" y="19"/>
                    </a:lnTo>
                    <a:lnTo>
                      <a:pt x="218" y="19"/>
                    </a:lnTo>
                    <a:lnTo>
                      <a:pt x="218" y="19"/>
                    </a:lnTo>
                    <a:lnTo>
                      <a:pt x="220" y="19"/>
                    </a:lnTo>
                    <a:lnTo>
                      <a:pt x="220" y="19"/>
                    </a:lnTo>
                    <a:lnTo>
                      <a:pt x="220" y="19"/>
                    </a:lnTo>
                    <a:lnTo>
                      <a:pt x="220" y="19"/>
                    </a:lnTo>
                    <a:lnTo>
                      <a:pt x="222" y="19"/>
                    </a:lnTo>
                    <a:lnTo>
                      <a:pt x="222" y="19"/>
                    </a:lnTo>
                    <a:lnTo>
                      <a:pt x="222" y="19"/>
                    </a:lnTo>
                    <a:lnTo>
                      <a:pt x="222" y="19"/>
                    </a:lnTo>
                    <a:lnTo>
                      <a:pt x="225" y="19"/>
                    </a:lnTo>
                    <a:lnTo>
                      <a:pt x="225" y="19"/>
                    </a:lnTo>
                    <a:lnTo>
                      <a:pt x="227" y="19"/>
                    </a:lnTo>
                    <a:lnTo>
                      <a:pt x="227" y="19"/>
                    </a:lnTo>
                    <a:lnTo>
                      <a:pt x="227" y="19"/>
                    </a:lnTo>
                    <a:lnTo>
                      <a:pt x="230" y="19"/>
                    </a:lnTo>
                    <a:lnTo>
                      <a:pt x="230" y="19"/>
                    </a:lnTo>
                    <a:lnTo>
                      <a:pt x="232" y="19"/>
                    </a:lnTo>
                    <a:lnTo>
                      <a:pt x="232" y="19"/>
                    </a:lnTo>
                    <a:lnTo>
                      <a:pt x="232" y="19"/>
                    </a:lnTo>
                    <a:lnTo>
                      <a:pt x="234" y="19"/>
                    </a:lnTo>
                    <a:lnTo>
                      <a:pt x="234" y="19"/>
                    </a:lnTo>
                    <a:lnTo>
                      <a:pt x="234" y="19"/>
                    </a:lnTo>
                    <a:lnTo>
                      <a:pt x="237" y="19"/>
                    </a:lnTo>
                    <a:lnTo>
                      <a:pt x="237" y="21"/>
                    </a:lnTo>
                    <a:lnTo>
                      <a:pt x="237" y="21"/>
                    </a:lnTo>
                    <a:lnTo>
                      <a:pt x="237" y="21"/>
                    </a:lnTo>
                    <a:lnTo>
                      <a:pt x="239" y="21"/>
                    </a:lnTo>
                    <a:lnTo>
                      <a:pt x="239" y="21"/>
                    </a:lnTo>
                    <a:lnTo>
                      <a:pt x="239" y="21"/>
                    </a:lnTo>
                    <a:lnTo>
                      <a:pt x="239" y="21"/>
                    </a:lnTo>
                    <a:lnTo>
                      <a:pt x="241" y="21"/>
                    </a:lnTo>
                    <a:lnTo>
                      <a:pt x="241" y="21"/>
                    </a:lnTo>
                    <a:lnTo>
                      <a:pt x="241" y="21"/>
                    </a:lnTo>
                    <a:lnTo>
                      <a:pt x="241" y="21"/>
                    </a:lnTo>
                    <a:lnTo>
                      <a:pt x="241" y="21"/>
                    </a:lnTo>
                    <a:lnTo>
                      <a:pt x="241" y="19"/>
                    </a:lnTo>
                    <a:lnTo>
                      <a:pt x="244" y="19"/>
                    </a:lnTo>
                    <a:lnTo>
                      <a:pt x="244" y="19"/>
                    </a:lnTo>
                    <a:lnTo>
                      <a:pt x="246" y="19"/>
                    </a:lnTo>
                    <a:lnTo>
                      <a:pt x="246" y="21"/>
                    </a:lnTo>
                    <a:lnTo>
                      <a:pt x="246" y="21"/>
                    </a:lnTo>
                    <a:lnTo>
                      <a:pt x="246" y="21"/>
                    </a:lnTo>
                    <a:lnTo>
                      <a:pt x="248" y="21"/>
                    </a:lnTo>
                    <a:lnTo>
                      <a:pt x="248" y="21"/>
                    </a:lnTo>
                    <a:lnTo>
                      <a:pt x="248" y="21"/>
                    </a:lnTo>
                    <a:lnTo>
                      <a:pt x="251" y="21"/>
                    </a:lnTo>
                    <a:lnTo>
                      <a:pt x="251" y="21"/>
                    </a:lnTo>
                    <a:lnTo>
                      <a:pt x="253" y="21"/>
                    </a:lnTo>
                    <a:lnTo>
                      <a:pt x="253" y="21"/>
                    </a:lnTo>
                    <a:lnTo>
                      <a:pt x="253" y="21"/>
                    </a:lnTo>
                    <a:lnTo>
                      <a:pt x="253" y="19"/>
                    </a:lnTo>
                    <a:lnTo>
                      <a:pt x="256" y="19"/>
                    </a:lnTo>
                    <a:lnTo>
                      <a:pt x="256" y="19"/>
                    </a:lnTo>
                    <a:lnTo>
                      <a:pt x="256" y="19"/>
                    </a:lnTo>
                    <a:lnTo>
                      <a:pt x="258" y="19"/>
                    </a:lnTo>
                    <a:lnTo>
                      <a:pt x="258" y="19"/>
                    </a:lnTo>
                    <a:lnTo>
                      <a:pt x="260" y="19"/>
                    </a:lnTo>
                    <a:lnTo>
                      <a:pt x="260" y="19"/>
                    </a:lnTo>
                    <a:lnTo>
                      <a:pt x="260" y="19"/>
                    </a:lnTo>
                    <a:lnTo>
                      <a:pt x="260" y="19"/>
                    </a:lnTo>
                    <a:lnTo>
                      <a:pt x="263" y="19"/>
                    </a:lnTo>
                    <a:lnTo>
                      <a:pt x="263" y="19"/>
                    </a:lnTo>
                    <a:lnTo>
                      <a:pt x="265" y="19"/>
                    </a:lnTo>
                    <a:lnTo>
                      <a:pt x="265" y="19"/>
                    </a:lnTo>
                    <a:lnTo>
                      <a:pt x="265" y="19"/>
                    </a:lnTo>
                    <a:lnTo>
                      <a:pt x="267" y="19"/>
                    </a:lnTo>
                    <a:lnTo>
                      <a:pt x="267" y="19"/>
                    </a:lnTo>
                    <a:lnTo>
                      <a:pt x="267" y="19"/>
                    </a:lnTo>
                    <a:lnTo>
                      <a:pt x="270" y="19"/>
                    </a:lnTo>
                    <a:lnTo>
                      <a:pt x="270" y="19"/>
                    </a:lnTo>
                    <a:lnTo>
                      <a:pt x="272" y="19"/>
                    </a:lnTo>
                    <a:lnTo>
                      <a:pt x="272" y="19"/>
                    </a:lnTo>
                    <a:lnTo>
                      <a:pt x="272" y="19"/>
                    </a:lnTo>
                    <a:lnTo>
                      <a:pt x="275" y="19"/>
                    </a:lnTo>
                    <a:lnTo>
                      <a:pt x="275" y="19"/>
                    </a:lnTo>
                    <a:lnTo>
                      <a:pt x="275" y="17"/>
                    </a:lnTo>
                    <a:lnTo>
                      <a:pt x="275" y="17"/>
                    </a:lnTo>
                    <a:lnTo>
                      <a:pt x="277" y="17"/>
                    </a:lnTo>
                    <a:lnTo>
                      <a:pt x="277" y="17"/>
                    </a:lnTo>
                    <a:lnTo>
                      <a:pt x="279" y="17"/>
                    </a:lnTo>
                    <a:lnTo>
                      <a:pt x="279" y="17"/>
                    </a:lnTo>
                    <a:lnTo>
                      <a:pt x="279" y="17"/>
                    </a:lnTo>
                    <a:lnTo>
                      <a:pt x="279" y="17"/>
                    </a:lnTo>
                    <a:lnTo>
                      <a:pt x="282" y="17"/>
                    </a:lnTo>
                    <a:lnTo>
                      <a:pt x="282" y="17"/>
                    </a:lnTo>
                    <a:lnTo>
                      <a:pt x="282" y="17"/>
                    </a:lnTo>
                    <a:lnTo>
                      <a:pt x="282" y="17"/>
                    </a:lnTo>
                    <a:lnTo>
                      <a:pt x="284" y="17"/>
                    </a:lnTo>
                    <a:lnTo>
                      <a:pt x="284" y="17"/>
                    </a:lnTo>
                    <a:lnTo>
                      <a:pt x="284" y="17"/>
                    </a:lnTo>
                    <a:lnTo>
                      <a:pt x="284" y="14"/>
                    </a:lnTo>
                    <a:lnTo>
                      <a:pt x="286" y="14"/>
                    </a:lnTo>
                    <a:lnTo>
                      <a:pt x="286" y="14"/>
                    </a:lnTo>
                    <a:lnTo>
                      <a:pt x="286" y="14"/>
                    </a:lnTo>
                    <a:lnTo>
                      <a:pt x="286" y="14"/>
                    </a:lnTo>
                    <a:lnTo>
                      <a:pt x="289" y="14"/>
                    </a:lnTo>
                    <a:lnTo>
                      <a:pt x="289" y="14"/>
                    </a:lnTo>
                    <a:lnTo>
                      <a:pt x="289" y="14"/>
                    </a:lnTo>
                    <a:lnTo>
                      <a:pt x="291" y="14"/>
                    </a:lnTo>
                    <a:lnTo>
                      <a:pt x="291" y="14"/>
                    </a:lnTo>
                    <a:lnTo>
                      <a:pt x="293" y="14"/>
                    </a:lnTo>
                    <a:lnTo>
                      <a:pt x="293" y="14"/>
                    </a:lnTo>
                    <a:lnTo>
                      <a:pt x="293" y="14"/>
                    </a:lnTo>
                    <a:lnTo>
                      <a:pt x="296" y="14"/>
                    </a:lnTo>
                    <a:lnTo>
                      <a:pt x="296" y="14"/>
                    </a:lnTo>
                    <a:lnTo>
                      <a:pt x="296" y="14"/>
                    </a:lnTo>
                    <a:lnTo>
                      <a:pt x="298" y="14"/>
                    </a:lnTo>
                    <a:lnTo>
                      <a:pt x="298" y="14"/>
                    </a:lnTo>
                    <a:lnTo>
                      <a:pt x="298" y="14"/>
                    </a:lnTo>
                    <a:lnTo>
                      <a:pt x="301" y="14"/>
                    </a:lnTo>
                    <a:lnTo>
                      <a:pt x="301" y="12"/>
                    </a:lnTo>
                    <a:lnTo>
                      <a:pt x="301" y="12"/>
                    </a:lnTo>
                    <a:lnTo>
                      <a:pt x="301" y="12"/>
                    </a:lnTo>
                    <a:lnTo>
                      <a:pt x="303" y="12"/>
                    </a:lnTo>
                    <a:lnTo>
                      <a:pt x="303" y="12"/>
                    </a:lnTo>
                    <a:lnTo>
                      <a:pt x="305" y="12"/>
                    </a:lnTo>
                    <a:lnTo>
                      <a:pt x="305" y="12"/>
                    </a:lnTo>
                    <a:lnTo>
                      <a:pt x="305" y="12"/>
                    </a:lnTo>
                    <a:lnTo>
                      <a:pt x="305" y="14"/>
                    </a:lnTo>
                    <a:lnTo>
                      <a:pt x="308" y="14"/>
                    </a:lnTo>
                    <a:lnTo>
                      <a:pt x="308" y="14"/>
                    </a:lnTo>
                    <a:lnTo>
                      <a:pt x="308" y="14"/>
                    </a:lnTo>
                    <a:lnTo>
                      <a:pt x="310" y="14"/>
                    </a:lnTo>
                    <a:lnTo>
                      <a:pt x="310" y="14"/>
                    </a:lnTo>
                    <a:lnTo>
                      <a:pt x="312" y="14"/>
                    </a:lnTo>
                    <a:lnTo>
                      <a:pt x="312" y="12"/>
                    </a:lnTo>
                    <a:lnTo>
                      <a:pt x="310" y="12"/>
                    </a:lnTo>
                    <a:lnTo>
                      <a:pt x="310" y="12"/>
                    </a:lnTo>
                    <a:lnTo>
                      <a:pt x="310" y="12"/>
                    </a:lnTo>
                    <a:lnTo>
                      <a:pt x="308" y="12"/>
                    </a:lnTo>
                    <a:lnTo>
                      <a:pt x="308" y="10"/>
                    </a:lnTo>
                    <a:lnTo>
                      <a:pt x="308" y="10"/>
                    </a:lnTo>
                    <a:lnTo>
                      <a:pt x="310" y="10"/>
                    </a:lnTo>
                    <a:lnTo>
                      <a:pt x="310" y="10"/>
                    </a:lnTo>
                    <a:lnTo>
                      <a:pt x="310" y="7"/>
                    </a:lnTo>
                    <a:lnTo>
                      <a:pt x="312" y="7"/>
                    </a:lnTo>
                    <a:lnTo>
                      <a:pt x="312" y="7"/>
                    </a:lnTo>
                    <a:lnTo>
                      <a:pt x="312" y="7"/>
                    </a:lnTo>
                    <a:lnTo>
                      <a:pt x="315" y="7"/>
                    </a:lnTo>
                    <a:lnTo>
                      <a:pt x="315" y="7"/>
                    </a:lnTo>
                    <a:lnTo>
                      <a:pt x="315" y="7"/>
                    </a:lnTo>
                    <a:lnTo>
                      <a:pt x="317" y="7"/>
                    </a:lnTo>
                    <a:lnTo>
                      <a:pt x="317" y="7"/>
                    </a:lnTo>
                    <a:lnTo>
                      <a:pt x="317" y="7"/>
                    </a:lnTo>
                    <a:lnTo>
                      <a:pt x="319" y="7"/>
                    </a:lnTo>
                    <a:lnTo>
                      <a:pt x="319" y="7"/>
                    </a:lnTo>
                    <a:lnTo>
                      <a:pt x="319" y="7"/>
                    </a:lnTo>
                    <a:lnTo>
                      <a:pt x="319" y="5"/>
                    </a:lnTo>
                    <a:lnTo>
                      <a:pt x="322" y="5"/>
                    </a:lnTo>
                    <a:lnTo>
                      <a:pt x="322" y="5"/>
                    </a:lnTo>
                    <a:lnTo>
                      <a:pt x="322" y="5"/>
                    </a:lnTo>
                    <a:lnTo>
                      <a:pt x="322" y="5"/>
                    </a:lnTo>
                    <a:lnTo>
                      <a:pt x="324" y="5"/>
                    </a:lnTo>
                    <a:lnTo>
                      <a:pt x="324" y="5"/>
                    </a:lnTo>
                    <a:lnTo>
                      <a:pt x="327" y="5"/>
                    </a:lnTo>
                    <a:lnTo>
                      <a:pt x="327" y="5"/>
                    </a:lnTo>
                    <a:lnTo>
                      <a:pt x="327" y="5"/>
                    </a:lnTo>
                    <a:lnTo>
                      <a:pt x="327" y="5"/>
                    </a:lnTo>
                    <a:lnTo>
                      <a:pt x="329" y="5"/>
                    </a:lnTo>
                    <a:lnTo>
                      <a:pt x="329" y="5"/>
                    </a:lnTo>
                    <a:lnTo>
                      <a:pt x="329" y="5"/>
                    </a:lnTo>
                    <a:lnTo>
                      <a:pt x="331" y="5"/>
                    </a:lnTo>
                    <a:lnTo>
                      <a:pt x="331" y="5"/>
                    </a:lnTo>
                    <a:lnTo>
                      <a:pt x="334" y="5"/>
                    </a:lnTo>
                    <a:lnTo>
                      <a:pt x="334" y="2"/>
                    </a:lnTo>
                    <a:lnTo>
                      <a:pt x="334" y="2"/>
                    </a:lnTo>
                    <a:lnTo>
                      <a:pt x="334" y="2"/>
                    </a:lnTo>
                    <a:lnTo>
                      <a:pt x="336" y="2"/>
                    </a:lnTo>
                    <a:lnTo>
                      <a:pt x="336" y="2"/>
                    </a:lnTo>
                    <a:lnTo>
                      <a:pt x="338" y="2"/>
                    </a:lnTo>
                    <a:lnTo>
                      <a:pt x="338" y="2"/>
                    </a:lnTo>
                    <a:lnTo>
                      <a:pt x="338" y="2"/>
                    </a:lnTo>
                    <a:lnTo>
                      <a:pt x="341" y="2"/>
                    </a:lnTo>
                    <a:lnTo>
                      <a:pt x="341" y="2"/>
                    </a:lnTo>
                    <a:lnTo>
                      <a:pt x="341" y="2"/>
                    </a:lnTo>
                    <a:lnTo>
                      <a:pt x="341" y="2"/>
                    </a:lnTo>
                    <a:lnTo>
                      <a:pt x="343" y="2"/>
                    </a:lnTo>
                    <a:lnTo>
                      <a:pt x="343" y="2"/>
                    </a:lnTo>
                    <a:lnTo>
                      <a:pt x="346" y="2"/>
                    </a:lnTo>
                    <a:lnTo>
                      <a:pt x="346" y="2"/>
                    </a:lnTo>
                    <a:lnTo>
                      <a:pt x="346" y="2"/>
                    </a:lnTo>
                    <a:lnTo>
                      <a:pt x="348" y="2"/>
                    </a:lnTo>
                    <a:lnTo>
                      <a:pt x="348" y="2"/>
                    </a:lnTo>
                    <a:lnTo>
                      <a:pt x="348" y="2"/>
                    </a:lnTo>
                    <a:lnTo>
                      <a:pt x="348" y="0"/>
                    </a:lnTo>
                    <a:lnTo>
                      <a:pt x="350" y="0"/>
                    </a:lnTo>
                    <a:lnTo>
                      <a:pt x="350" y="0"/>
                    </a:lnTo>
                    <a:lnTo>
                      <a:pt x="353" y="0"/>
                    </a:lnTo>
                    <a:lnTo>
                      <a:pt x="353" y="2"/>
                    </a:lnTo>
                    <a:lnTo>
                      <a:pt x="353" y="2"/>
                    </a:lnTo>
                    <a:lnTo>
                      <a:pt x="353" y="2"/>
                    </a:lnTo>
                    <a:lnTo>
                      <a:pt x="353" y="0"/>
                    </a:lnTo>
                    <a:lnTo>
                      <a:pt x="355" y="0"/>
                    </a:lnTo>
                    <a:lnTo>
                      <a:pt x="355" y="0"/>
                    </a:lnTo>
                    <a:lnTo>
                      <a:pt x="355" y="2"/>
                    </a:lnTo>
                    <a:lnTo>
                      <a:pt x="355" y="2"/>
                    </a:lnTo>
                    <a:lnTo>
                      <a:pt x="357" y="2"/>
                    </a:lnTo>
                    <a:lnTo>
                      <a:pt x="357" y="2"/>
                    </a:lnTo>
                    <a:lnTo>
                      <a:pt x="360" y="2"/>
                    </a:lnTo>
                    <a:lnTo>
                      <a:pt x="360" y="2"/>
                    </a:lnTo>
                    <a:lnTo>
                      <a:pt x="360" y="2"/>
                    </a:lnTo>
                    <a:lnTo>
                      <a:pt x="362" y="2"/>
                    </a:lnTo>
                    <a:lnTo>
                      <a:pt x="362" y="2"/>
                    </a:lnTo>
                    <a:lnTo>
                      <a:pt x="362" y="2"/>
                    </a:lnTo>
                    <a:lnTo>
                      <a:pt x="364" y="2"/>
                    </a:lnTo>
                    <a:lnTo>
                      <a:pt x="364" y="2"/>
                    </a:lnTo>
                    <a:lnTo>
                      <a:pt x="367" y="2"/>
                    </a:lnTo>
                    <a:lnTo>
                      <a:pt x="367" y="2"/>
                    </a:lnTo>
                    <a:lnTo>
                      <a:pt x="367" y="2"/>
                    </a:lnTo>
                    <a:lnTo>
                      <a:pt x="367" y="2"/>
                    </a:lnTo>
                    <a:lnTo>
                      <a:pt x="369" y="2"/>
                    </a:lnTo>
                    <a:lnTo>
                      <a:pt x="369" y="2"/>
                    </a:lnTo>
                    <a:lnTo>
                      <a:pt x="372" y="2"/>
                    </a:lnTo>
                    <a:lnTo>
                      <a:pt x="372" y="5"/>
                    </a:lnTo>
                    <a:lnTo>
                      <a:pt x="372" y="5"/>
                    </a:lnTo>
                    <a:lnTo>
                      <a:pt x="372" y="5"/>
                    </a:lnTo>
                    <a:lnTo>
                      <a:pt x="374" y="5"/>
                    </a:lnTo>
                    <a:lnTo>
                      <a:pt x="374" y="5"/>
                    </a:lnTo>
                    <a:lnTo>
                      <a:pt x="374" y="5"/>
                    </a:lnTo>
                    <a:lnTo>
                      <a:pt x="374" y="5"/>
                    </a:lnTo>
                    <a:lnTo>
                      <a:pt x="374" y="5"/>
                    </a:lnTo>
                    <a:lnTo>
                      <a:pt x="374" y="7"/>
                    </a:lnTo>
                    <a:lnTo>
                      <a:pt x="376" y="7"/>
                    </a:lnTo>
                    <a:lnTo>
                      <a:pt x="376" y="7"/>
                    </a:lnTo>
                    <a:lnTo>
                      <a:pt x="379" y="7"/>
                    </a:lnTo>
                    <a:lnTo>
                      <a:pt x="379" y="7"/>
                    </a:lnTo>
                    <a:lnTo>
                      <a:pt x="379" y="7"/>
                    </a:lnTo>
                    <a:lnTo>
                      <a:pt x="379" y="10"/>
                    </a:lnTo>
                    <a:lnTo>
                      <a:pt x="379" y="10"/>
                    </a:lnTo>
                    <a:lnTo>
                      <a:pt x="379" y="10"/>
                    </a:lnTo>
                    <a:lnTo>
                      <a:pt x="379" y="10"/>
                    </a:lnTo>
                    <a:lnTo>
                      <a:pt x="379" y="10"/>
                    </a:lnTo>
                    <a:lnTo>
                      <a:pt x="379" y="12"/>
                    </a:lnTo>
                    <a:lnTo>
                      <a:pt x="376" y="12"/>
                    </a:lnTo>
                    <a:lnTo>
                      <a:pt x="376" y="12"/>
                    </a:lnTo>
                    <a:lnTo>
                      <a:pt x="374" y="12"/>
                    </a:lnTo>
                    <a:lnTo>
                      <a:pt x="374" y="12"/>
                    </a:lnTo>
                    <a:lnTo>
                      <a:pt x="376" y="12"/>
                    </a:lnTo>
                    <a:lnTo>
                      <a:pt x="376" y="14"/>
                    </a:lnTo>
                    <a:lnTo>
                      <a:pt x="376" y="14"/>
                    </a:lnTo>
                    <a:lnTo>
                      <a:pt x="374" y="14"/>
                    </a:lnTo>
                    <a:lnTo>
                      <a:pt x="374" y="14"/>
                    </a:lnTo>
                    <a:lnTo>
                      <a:pt x="374" y="14"/>
                    </a:lnTo>
                    <a:lnTo>
                      <a:pt x="374" y="14"/>
                    </a:lnTo>
                    <a:lnTo>
                      <a:pt x="372" y="14"/>
                    </a:lnTo>
                    <a:lnTo>
                      <a:pt x="372" y="14"/>
                    </a:lnTo>
                    <a:lnTo>
                      <a:pt x="372" y="17"/>
                    </a:lnTo>
                    <a:lnTo>
                      <a:pt x="372" y="17"/>
                    </a:lnTo>
                    <a:lnTo>
                      <a:pt x="369" y="17"/>
                    </a:lnTo>
                    <a:lnTo>
                      <a:pt x="369" y="17"/>
                    </a:lnTo>
                    <a:lnTo>
                      <a:pt x="369" y="17"/>
                    </a:lnTo>
                    <a:lnTo>
                      <a:pt x="367" y="17"/>
                    </a:lnTo>
                    <a:lnTo>
                      <a:pt x="367" y="17"/>
                    </a:lnTo>
                    <a:lnTo>
                      <a:pt x="367" y="19"/>
                    </a:lnTo>
                    <a:lnTo>
                      <a:pt x="367" y="19"/>
                    </a:lnTo>
                    <a:lnTo>
                      <a:pt x="364" y="19"/>
                    </a:lnTo>
                    <a:lnTo>
                      <a:pt x="364" y="19"/>
                    </a:lnTo>
                    <a:lnTo>
                      <a:pt x="364" y="19"/>
                    </a:lnTo>
                    <a:lnTo>
                      <a:pt x="362" y="19"/>
                    </a:lnTo>
                    <a:lnTo>
                      <a:pt x="362" y="21"/>
                    </a:lnTo>
                    <a:lnTo>
                      <a:pt x="362" y="21"/>
                    </a:lnTo>
                    <a:lnTo>
                      <a:pt x="362" y="21"/>
                    </a:lnTo>
                    <a:lnTo>
                      <a:pt x="362" y="21"/>
                    </a:lnTo>
                    <a:lnTo>
                      <a:pt x="360" y="21"/>
                    </a:lnTo>
                    <a:lnTo>
                      <a:pt x="360" y="21"/>
                    </a:lnTo>
                    <a:lnTo>
                      <a:pt x="360" y="21"/>
                    </a:lnTo>
                    <a:lnTo>
                      <a:pt x="357" y="21"/>
                    </a:lnTo>
                    <a:lnTo>
                      <a:pt x="357" y="21"/>
                    </a:lnTo>
                    <a:lnTo>
                      <a:pt x="355" y="21"/>
                    </a:lnTo>
                    <a:lnTo>
                      <a:pt x="355" y="21"/>
                    </a:lnTo>
                    <a:lnTo>
                      <a:pt x="355" y="21"/>
                    </a:lnTo>
                    <a:lnTo>
                      <a:pt x="353" y="21"/>
                    </a:lnTo>
                    <a:lnTo>
                      <a:pt x="353" y="21"/>
                    </a:lnTo>
                    <a:lnTo>
                      <a:pt x="353" y="24"/>
                    </a:lnTo>
                    <a:lnTo>
                      <a:pt x="353" y="24"/>
                    </a:lnTo>
                    <a:lnTo>
                      <a:pt x="350" y="24"/>
                    </a:lnTo>
                    <a:lnTo>
                      <a:pt x="350" y="24"/>
                    </a:lnTo>
                    <a:lnTo>
                      <a:pt x="348" y="24"/>
                    </a:lnTo>
                    <a:lnTo>
                      <a:pt x="348" y="24"/>
                    </a:lnTo>
                    <a:lnTo>
                      <a:pt x="348" y="24"/>
                    </a:lnTo>
                    <a:lnTo>
                      <a:pt x="348" y="24"/>
                    </a:lnTo>
                    <a:lnTo>
                      <a:pt x="346" y="24"/>
                    </a:lnTo>
                    <a:lnTo>
                      <a:pt x="346" y="24"/>
                    </a:lnTo>
                    <a:lnTo>
                      <a:pt x="346" y="24"/>
                    </a:lnTo>
                    <a:lnTo>
                      <a:pt x="343" y="24"/>
                    </a:lnTo>
                    <a:lnTo>
                      <a:pt x="343" y="24"/>
                    </a:lnTo>
                    <a:lnTo>
                      <a:pt x="343" y="24"/>
                    </a:lnTo>
                    <a:lnTo>
                      <a:pt x="341" y="24"/>
                    </a:lnTo>
                    <a:lnTo>
                      <a:pt x="341" y="24"/>
                    </a:lnTo>
                    <a:lnTo>
                      <a:pt x="341" y="24"/>
                    </a:lnTo>
                    <a:lnTo>
                      <a:pt x="338" y="24"/>
                    </a:lnTo>
                    <a:lnTo>
                      <a:pt x="338" y="24"/>
                    </a:lnTo>
                    <a:lnTo>
                      <a:pt x="338" y="26"/>
                    </a:lnTo>
                    <a:lnTo>
                      <a:pt x="338" y="26"/>
                    </a:lnTo>
                    <a:lnTo>
                      <a:pt x="336" y="26"/>
                    </a:lnTo>
                    <a:lnTo>
                      <a:pt x="336" y="26"/>
                    </a:lnTo>
                    <a:lnTo>
                      <a:pt x="334" y="26"/>
                    </a:lnTo>
                    <a:lnTo>
                      <a:pt x="334" y="26"/>
                    </a:lnTo>
                    <a:lnTo>
                      <a:pt x="334" y="26"/>
                    </a:lnTo>
                    <a:lnTo>
                      <a:pt x="331" y="26"/>
                    </a:lnTo>
                    <a:lnTo>
                      <a:pt x="331" y="26"/>
                    </a:lnTo>
                    <a:lnTo>
                      <a:pt x="329" y="26"/>
                    </a:lnTo>
                    <a:lnTo>
                      <a:pt x="329" y="26"/>
                    </a:lnTo>
                    <a:lnTo>
                      <a:pt x="329" y="26"/>
                    </a:lnTo>
                    <a:lnTo>
                      <a:pt x="329" y="26"/>
                    </a:lnTo>
                    <a:lnTo>
                      <a:pt x="327" y="26"/>
                    </a:lnTo>
                    <a:lnTo>
                      <a:pt x="327" y="26"/>
                    </a:lnTo>
                    <a:lnTo>
                      <a:pt x="327" y="26"/>
                    </a:lnTo>
                    <a:lnTo>
                      <a:pt x="324" y="26"/>
                    </a:lnTo>
                    <a:lnTo>
                      <a:pt x="324" y="28"/>
                    </a:lnTo>
                    <a:lnTo>
                      <a:pt x="324" y="28"/>
                    </a:lnTo>
                    <a:lnTo>
                      <a:pt x="322" y="28"/>
                    </a:lnTo>
                    <a:lnTo>
                      <a:pt x="322" y="28"/>
                    </a:lnTo>
                    <a:lnTo>
                      <a:pt x="322" y="28"/>
                    </a:lnTo>
                    <a:lnTo>
                      <a:pt x="319" y="28"/>
                    </a:lnTo>
                    <a:lnTo>
                      <a:pt x="319" y="28"/>
                    </a:lnTo>
                    <a:lnTo>
                      <a:pt x="319" y="28"/>
                    </a:lnTo>
                    <a:lnTo>
                      <a:pt x="317" y="28"/>
                    </a:lnTo>
                    <a:lnTo>
                      <a:pt x="317" y="28"/>
                    </a:lnTo>
                    <a:lnTo>
                      <a:pt x="317" y="28"/>
                    </a:lnTo>
                    <a:lnTo>
                      <a:pt x="315" y="28"/>
                    </a:lnTo>
                    <a:lnTo>
                      <a:pt x="315" y="28"/>
                    </a:lnTo>
                    <a:lnTo>
                      <a:pt x="315" y="28"/>
                    </a:lnTo>
                    <a:lnTo>
                      <a:pt x="312" y="28"/>
                    </a:lnTo>
                    <a:lnTo>
                      <a:pt x="312" y="28"/>
                    </a:lnTo>
                    <a:lnTo>
                      <a:pt x="312" y="28"/>
                    </a:lnTo>
                    <a:lnTo>
                      <a:pt x="310" y="28"/>
                    </a:lnTo>
                    <a:lnTo>
                      <a:pt x="310" y="28"/>
                    </a:lnTo>
                    <a:lnTo>
                      <a:pt x="310" y="31"/>
                    </a:lnTo>
                    <a:lnTo>
                      <a:pt x="308" y="31"/>
                    </a:lnTo>
                    <a:lnTo>
                      <a:pt x="308" y="31"/>
                    </a:lnTo>
                    <a:lnTo>
                      <a:pt x="308" y="31"/>
                    </a:lnTo>
                    <a:lnTo>
                      <a:pt x="305" y="31"/>
                    </a:lnTo>
                    <a:lnTo>
                      <a:pt x="305" y="31"/>
                    </a:lnTo>
                    <a:lnTo>
                      <a:pt x="305" y="31"/>
                    </a:lnTo>
                    <a:lnTo>
                      <a:pt x="303" y="31"/>
                    </a:lnTo>
                    <a:lnTo>
                      <a:pt x="303" y="31"/>
                    </a:lnTo>
                    <a:lnTo>
                      <a:pt x="303" y="31"/>
                    </a:lnTo>
                    <a:lnTo>
                      <a:pt x="301" y="31"/>
                    </a:lnTo>
                    <a:lnTo>
                      <a:pt x="301" y="31"/>
                    </a:lnTo>
                    <a:lnTo>
                      <a:pt x="301" y="31"/>
                    </a:lnTo>
                    <a:lnTo>
                      <a:pt x="298" y="31"/>
                    </a:lnTo>
                    <a:lnTo>
                      <a:pt x="298" y="31"/>
                    </a:lnTo>
                    <a:lnTo>
                      <a:pt x="296" y="31"/>
                    </a:lnTo>
                    <a:lnTo>
                      <a:pt x="296" y="33"/>
                    </a:lnTo>
                    <a:lnTo>
                      <a:pt x="296" y="33"/>
                    </a:lnTo>
                    <a:lnTo>
                      <a:pt x="296" y="33"/>
                    </a:lnTo>
                    <a:lnTo>
                      <a:pt x="293" y="33"/>
                    </a:lnTo>
                    <a:lnTo>
                      <a:pt x="293" y="33"/>
                    </a:lnTo>
                    <a:lnTo>
                      <a:pt x="293" y="33"/>
                    </a:lnTo>
                    <a:lnTo>
                      <a:pt x="293" y="33"/>
                    </a:lnTo>
                    <a:lnTo>
                      <a:pt x="291" y="33"/>
                    </a:lnTo>
                    <a:lnTo>
                      <a:pt x="291" y="33"/>
                    </a:lnTo>
                    <a:lnTo>
                      <a:pt x="289" y="33"/>
                    </a:lnTo>
                    <a:lnTo>
                      <a:pt x="289" y="33"/>
                    </a:lnTo>
                    <a:lnTo>
                      <a:pt x="289" y="33"/>
                    </a:lnTo>
                    <a:lnTo>
                      <a:pt x="286" y="33"/>
                    </a:lnTo>
                    <a:lnTo>
                      <a:pt x="286" y="33"/>
                    </a:lnTo>
                    <a:lnTo>
                      <a:pt x="286" y="33"/>
                    </a:lnTo>
                    <a:lnTo>
                      <a:pt x="284" y="33"/>
                    </a:lnTo>
                    <a:lnTo>
                      <a:pt x="284" y="33"/>
                    </a:lnTo>
                    <a:lnTo>
                      <a:pt x="284" y="33"/>
                    </a:lnTo>
                    <a:lnTo>
                      <a:pt x="282" y="33"/>
                    </a:lnTo>
                    <a:lnTo>
                      <a:pt x="282" y="33"/>
                    </a:lnTo>
                    <a:lnTo>
                      <a:pt x="282" y="33"/>
                    </a:lnTo>
                    <a:lnTo>
                      <a:pt x="279" y="33"/>
                    </a:lnTo>
                    <a:lnTo>
                      <a:pt x="279" y="33"/>
                    </a:lnTo>
                    <a:lnTo>
                      <a:pt x="279" y="33"/>
                    </a:lnTo>
                    <a:lnTo>
                      <a:pt x="277" y="33"/>
                    </a:lnTo>
                    <a:lnTo>
                      <a:pt x="277" y="33"/>
                    </a:lnTo>
                    <a:lnTo>
                      <a:pt x="275" y="33"/>
                    </a:lnTo>
                    <a:lnTo>
                      <a:pt x="275" y="33"/>
                    </a:lnTo>
                    <a:lnTo>
                      <a:pt x="275" y="33"/>
                    </a:lnTo>
                    <a:lnTo>
                      <a:pt x="272" y="33"/>
                    </a:lnTo>
                    <a:lnTo>
                      <a:pt x="272" y="36"/>
                    </a:lnTo>
                    <a:lnTo>
                      <a:pt x="272" y="36"/>
                    </a:lnTo>
                    <a:lnTo>
                      <a:pt x="272" y="36"/>
                    </a:lnTo>
                    <a:lnTo>
                      <a:pt x="270" y="36"/>
                    </a:lnTo>
                    <a:lnTo>
                      <a:pt x="270" y="36"/>
                    </a:lnTo>
                    <a:lnTo>
                      <a:pt x="267" y="36"/>
                    </a:lnTo>
                    <a:lnTo>
                      <a:pt x="267" y="36"/>
                    </a:lnTo>
                    <a:lnTo>
                      <a:pt x="267" y="36"/>
                    </a:lnTo>
                    <a:lnTo>
                      <a:pt x="267" y="36"/>
                    </a:lnTo>
                    <a:lnTo>
                      <a:pt x="265" y="36"/>
                    </a:lnTo>
                    <a:lnTo>
                      <a:pt x="265" y="38"/>
                    </a:lnTo>
                    <a:lnTo>
                      <a:pt x="265" y="38"/>
                    </a:lnTo>
                    <a:lnTo>
                      <a:pt x="265" y="38"/>
                    </a:lnTo>
                    <a:lnTo>
                      <a:pt x="265" y="36"/>
                    </a:lnTo>
                    <a:lnTo>
                      <a:pt x="263" y="36"/>
                    </a:lnTo>
                    <a:lnTo>
                      <a:pt x="263" y="36"/>
                    </a:lnTo>
                    <a:lnTo>
                      <a:pt x="263" y="36"/>
                    </a:lnTo>
                    <a:lnTo>
                      <a:pt x="263" y="36"/>
                    </a:lnTo>
                    <a:lnTo>
                      <a:pt x="260" y="36"/>
                    </a:lnTo>
                    <a:lnTo>
                      <a:pt x="260" y="36"/>
                    </a:lnTo>
                    <a:lnTo>
                      <a:pt x="260" y="36"/>
                    </a:lnTo>
                    <a:lnTo>
                      <a:pt x="260" y="38"/>
                    </a:lnTo>
                    <a:lnTo>
                      <a:pt x="258" y="38"/>
                    </a:lnTo>
                    <a:lnTo>
                      <a:pt x="258" y="38"/>
                    </a:lnTo>
                    <a:lnTo>
                      <a:pt x="256" y="38"/>
                    </a:lnTo>
                    <a:lnTo>
                      <a:pt x="256" y="38"/>
                    </a:lnTo>
                    <a:lnTo>
                      <a:pt x="256" y="38"/>
                    </a:lnTo>
                    <a:lnTo>
                      <a:pt x="256" y="38"/>
                    </a:lnTo>
                    <a:lnTo>
                      <a:pt x="253" y="38"/>
                    </a:lnTo>
                    <a:lnTo>
                      <a:pt x="253" y="38"/>
                    </a:lnTo>
                    <a:lnTo>
                      <a:pt x="253" y="38"/>
                    </a:lnTo>
                    <a:lnTo>
                      <a:pt x="251" y="38"/>
                    </a:lnTo>
                    <a:lnTo>
                      <a:pt x="251" y="38"/>
                    </a:lnTo>
                    <a:lnTo>
                      <a:pt x="251" y="38"/>
                    </a:lnTo>
                    <a:lnTo>
                      <a:pt x="248" y="38"/>
                    </a:lnTo>
                    <a:lnTo>
                      <a:pt x="248" y="38"/>
                    </a:lnTo>
                    <a:lnTo>
                      <a:pt x="248" y="38"/>
                    </a:lnTo>
                    <a:lnTo>
                      <a:pt x="248" y="38"/>
                    </a:lnTo>
                    <a:lnTo>
                      <a:pt x="246" y="38"/>
                    </a:lnTo>
                    <a:lnTo>
                      <a:pt x="246" y="40"/>
                    </a:lnTo>
                    <a:lnTo>
                      <a:pt x="246" y="40"/>
                    </a:lnTo>
                    <a:lnTo>
                      <a:pt x="246" y="40"/>
                    </a:lnTo>
                    <a:lnTo>
                      <a:pt x="244" y="40"/>
                    </a:lnTo>
                    <a:lnTo>
                      <a:pt x="244" y="40"/>
                    </a:lnTo>
                    <a:lnTo>
                      <a:pt x="241" y="40"/>
                    </a:lnTo>
                    <a:lnTo>
                      <a:pt x="241" y="40"/>
                    </a:lnTo>
                    <a:lnTo>
                      <a:pt x="241" y="40"/>
                    </a:lnTo>
                    <a:lnTo>
                      <a:pt x="241" y="40"/>
                    </a:lnTo>
                    <a:lnTo>
                      <a:pt x="239" y="40"/>
                    </a:lnTo>
                    <a:lnTo>
                      <a:pt x="239" y="40"/>
                    </a:lnTo>
                    <a:lnTo>
                      <a:pt x="239" y="40"/>
                    </a:lnTo>
                    <a:lnTo>
                      <a:pt x="237" y="40"/>
                    </a:lnTo>
                    <a:lnTo>
                      <a:pt x="237" y="40"/>
                    </a:lnTo>
                    <a:lnTo>
                      <a:pt x="237" y="43"/>
                    </a:lnTo>
                    <a:lnTo>
                      <a:pt x="234" y="43"/>
                    </a:lnTo>
                    <a:lnTo>
                      <a:pt x="234" y="43"/>
                    </a:lnTo>
                    <a:lnTo>
                      <a:pt x="234" y="43"/>
                    </a:lnTo>
                    <a:lnTo>
                      <a:pt x="232" y="43"/>
                    </a:lnTo>
                    <a:lnTo>
                      <a:pt x="232" y="43"/>
                    </a:lnTo>
                    <a:lnTo>
                      <a:pt x="232" y="43"/>
                    </a:lnTo>
                    <a:lnTo>
                      <a:pt x="230" y="43"/>
                    </a:lnTo>
                    <a:lnTo>
                      <a:pt x="230" y="43"/>
                    </a:lnTo>
                    <a:lnTo>
                      <a:pt x="227" y="43"/>
                    </a:lnTo>
                    <a:lnTo>
                      <a:pt x="227" y="43"/>
                    </a:lnTo>
                    <a:lnTo>
                      <a:pt x="227" y="43"/>
                    </a:lnTo>
                    <a:lnTo>
                      <a:pt x="227" y="43"/>
                    </a:lnTo>
                    <a:lnTo>
                      <a:pt x="225" y="43"/>
                    </a:lnTo>
                    <a:lnTo>
                      <a:pt x="225" y="43"/>
                    </a:lnTo>
                    <a:lnTo>
                      <a:pt x="225" y="43"/>
                    </a:lnTo>
                    <a:lnTo>
                      <a:pt x="222" y="43"/>
                    </a:lnTo>
                    <a:lnTo>
                      <a:pt x="222" y="45"/>
                    </a:lnTo>
                    <a:lnTo>
                      <a:pt x="222" y="45"/>
                    </a:lnTo>
                    <a:lnTo>
                      <a:pt x="222" y="45"/>
                    </a:lnTo>
                    <a:lnTo>
                      <a:pt x="222" y="43"/>
                    </a:lnTo>
                    <a:lnTo>
                      <a:pt x="220" y="43"/>
                    </a:lnTo>
                    <a:lnTo>
                      <a:pt x="220" y="45"/>
                    </a:lnTo>
                    <a:lnTo>
                      <a:pt x="220" y="45"/>
                    </a:lnTo>
                    <a:lnTo>
                      <a:pt x="220" y="45"/>
                    </a:lnTo>
                    <a:lnTo>
                      <a:pt x="220" y="45"/>
                    </a:lnTo>
                    <a:lnTo>
                      <a:pt x="218" y="45"/>
                    </a:lnTo>
                    <a:lnTo>
                      <a:pt x="218" y="47"/>
                    </a:lnTo>
                    <a:lnTo>
                      <a:pt x="218" y="47"/>
                    </a:lnTo>
                    <a:lnTo>
                      <a:pt x="215" y="47"/>
                    </a:lnTo>
                    <a:lnTo>
                      <a:pt x="215" y="47"/>
                    </a:lnTo>
                    <a:lnTo>
                      <a:pt x="215" y="47"/>
                    </a:lnTo>
                    <a:lnTo>
                      <a:pt x="213" y="47"/>
                    </a:lnTo>
                    <a:lnTo>
                      <a:pt x="213" y="45"/>
                    </a:lnTo>
                    <a:lnTo>
                      <a:pt x="213" y="45"/>
                    </a:lnTo>
                    <a:lnTo>
                      <a:pt x="213" y="45"/>
                    </a:lnTo>
                    <a:lnTo>
                      <a:pt x="211" y="45"/>
                    </a:lnTo>
                    <a:lnTo>
                      <a:pt x="211" y="47"/>
                    </a:lnTo>
                    <a:lnTo>
                      <a:pt x="211" y="47"/>
                    </a:lnTo>
                    <a:lnTo>
                      <a:pt x="211" y="47"/>
                    </a:lnTo>
                    <a:lnTo>
                      <a:pt x="208" y="47"/>
                    </a:lnTo>
                    <a:lnTo>
                      <a:pt x="208" y="47"/>
                    </a:lnTo>
                    <a:lnTo>
                      <a:pt x="208" y="47"/>
                    </a:lnTo>
                    <a:lnTo>
                      <a:pt x="206" y="47"/>
                    </a:lnTo>
                    <a:lnTo>
                      <a:pt x="206" y="47"/>
                    </a:lnTo>
                    <a:lnTo>
                      <a:pt x="206" y="50"/>
                    </a:lnTo>
                    <a:lnTo>
                      <a:pt x="206" y="50"/>
                    </a:lnTo>
                    <a:lnTo>
                      <a:pt x="203" y="50"/>
                    </a:lnTo>
                    <a:lnTo>
                      <a:pt x="203" y="50"/>
                    </a:lnTo>
                    <a:lnTo>
                      <a:pt x="203" y="50"/>
                    </a:lnTo>
                    <a:lnTo>
                      <a:pt x="203" y="52"/>
                    </a:lnTo>
                    <a:lnTo>
                      <a:pt x="201" y="52"/>
                    </a:lnTo>
                    <a:lnTo>
                      <a:pt x="201" y="52"/>
                    </a:lnTo>
                    <a:lnTo>
                      <a:pt x="201" y="52"/>
                    </a:lnTo>
                    <a:lnTo>
                      <a:pt x="201" y="52"/>
                    </a:lnTo>
                    <a:lnTo>
                      <a:pt x="199" y="52"/>
                    </a:lnTo>
                    <a:lnTo>
                      <a:pt x="199" y="52"/>
                    </a:lnTo>
                    <a:lnTo>
                      <a:pt x="199" y="52"/>
                    </a:lnTo>
                    <a:lnTo>
                      <a:pt x="196" y="52"/>
                    </a:lnTo>
                    <a:lnTo>
                      <a:pt x="196" y="52"/>
                    </a:lnTo>
                    <a:lnTo>
                      <a:pt x="196" y="50"/>
                    </a:lnTo>
                    <a:lnTo>
                      <a:pt x="196" y="50"/>
                    </a:lnTo>
                    <a:lnTo>
                      <a:pt x="196" y="52"/>
                    </a:lnTo>
                    <a:lnTo>
                      <a:pt x="194" y="52"/>
                    </a:lnTo>
                    <a:lnTo>
                      <a:pt x="194" y="52"/>
                    </a:lnTo>
                    <a:lnTo>
                      <a:pt x="194" y="52"/>
                    </a:lnTo>
                    <a:lnTo>
                      <a:pt x="194" y="52"/>
                    </a:lnTo>
                    <a:lnTo>
                      <a:pt x="194" y="52"/>
                    </a:lnTo>
                    <a:lnTo>
                      <a:pt x="196" y="52"/>
                    </a:lnTo>
                    <a:lnTo>
                      <a:pt x="196" y="52"/>
                    </a:lnTo>
                    <a:lnTo>
                      <a:pt x="199" y="52"/>
                    </a:lnTo>
                    <a:lnTo>
                      <a:pt x="199" y="52"/>
                    </a:lnTo>
                    <a:lnTo>
                      <a:pt x="199" y="55"/>
                    </a:lnTo>
                    <a:lnTo>
                      <a:pt x="199" y="55"/>
                    </a:lnTo>
                    <a:lnTo>
                      <a:pt x="199" y="55"/>
                    </a:lnTo>
                    <a:lnTo>
                      <a:pt x="199" y="57"/>
                    </a:lnTo>
                    <a:lnTo>
                      <a:pt x="196" y="57"/>
                    </a:lnTo>
                    <a:lnTo>
                      <a:pt x="196" y="57"/>
                    </a:lnTo>
                    <a:lnTo>
                      <a:pt x="194" y="57"/>
                    </a:lnTo>
                    <a:lnTo>
                      <a:pt x="194" y="57"/>
                    </a:lnTo>
                    <a:lnTo>
                      <a:pt x="194" y="57"/>
                    </a:lnTo>
                    <a:lnTo>
                      <a:pt x="192" y="57"/>
                    </a:lnTo>
                    <a:lnTo>
                      <a:pt x="192" y="57"/>
                    </a:lnTo>
                    <a:lnTo>
                      <a:pt x="189" y="57"/>
                    </a:lnTo>
                    <a:lnTo>
                      <a:pt x="189" y="57"/>
                    </a:lnTo>
                    <a:lnTo>
                      <a:pt x="192" y="57"/>
                    </a:lnTo>
                    <a:lnTo>
                      <a:pt x="192" y="57"/>
                    </a:lnTo>
                    <a:lnTo>
                      <a:pt x="192" y="59"/>
                    </a:lnTo>
                    <a:lnTo>
                      <a:pt x="192" y="59"/>
                    </a:lnTo>
                    <a:lnTo>
                      <a:pt x="192" y="59"/>
                    </a:lnTo>
                    <a:lnTo>
                      <a:pt x="189" y="59"/>
                    </a:lnTo>
                    <a:lnTo>
                      <a:pt x="189" y="59"/>
                    </a:lnTo>
                    <a:lnTo>
                      <a:pt x="189" y="59"/>
                    </a:lnTo>
                    <a:lnTo>
                      <a:pt x="187" y="59"/>
                    </a:lnTo>
                    <a:lnTo>
                      <a:pt x="187" y="59"/>
                    </a:lnTo>
                    <a:lnTo>
                      <a:pt x="187" y="59"/>
                    </a:lnTo>
                    <a:lnTo>
                      <a:pt x="185" y="59"/>
                    </a:lnTo>
                    <a:lnTo>
                      <a:pt x="185" y="59"/>
                    </a:lnTo>
                    <a:lnTo>
                      <a:pt x="182" y="59"/>
                    </a:lnTo>
                    <a:lnTo>
                      <a:pt x="182" y="59"/>
                    </a:lnTo>
                    <a:lnTo>
                      <a:pt x="182" y="59"/>
                    </a:lnTo>
                    <a:lnTo>
                      <a:pt x="182" y="62"/>
                    </a:lnTo>
                    <a:lnTo>
                      <a:pt x="182" y="62"/>
                    </a:lnTo>
                    <a:lnTo>
                      <a:pt x="182" y="64"/>
                    </a:lnTo>
                    <a:lnTo>
                      <a:pt x="180" y="64"/>
                    </a:lnTo>
                    <a:lnTo>
                      <a:pt x="180" y="64"/>
                    </a:lnTo>
                    <a:lnTo>
                      <a:pt x="180" y="64"/>
                    </a:lnTo>
                    <a:lnTo>
                      <a:pt x="180" y="64"/>
                    </a:lnTo>
                    <a:lnTo>
                      <a:pt x="177" y="64"/>
                    </a:lnTo>
                    <a:lnTo>
                      <a:pt x="177" y="64"/>
                    </a:lnTo>
                    <a:lnTo>
                      <a:pt x="175" y="64"/>
                    </a:lnTo>
                    <a:lnTo>
                      <a:pt x="175" y="64"/>
                    </a:lnTo>
                    <a:lnTo>
                      <a:pt x="175" y="64"/>
                    </a:lnTo>
                    <a:lnTo>
                      <a:pt x="175" y="64"/>
                    </a:lnTo>
                    <a:lnTo>
                      <a:pt x="173" y="64"/>
                    </a:lnTo>
                    <a:lnTo>
                      <a:pt x="173" y="64"/>
                    </a:lnTo>
                    <a:lnTo>
                      <a:pt x="173" y="64"/>
                    </a:lnTo>
                    <a:lnTo>
                      <a:pt x="173" y="64"/>
                    </a:lnTo>
                    <a:lnTo>
                      <a:pt x="173" y="64"/>
                    </a:lnTo>
                    <a:lnTo>
                      <a:pt x="173" y="62"/>
                    </a:lnTo>
                    <a:lnTo>
                      <a:pt x="170" y="62"/>
                    </a:lnTo>
                    <a:lnTo>
                      <a:pt x="170" y="62"/>
                    </a:lnTo>
                    <a:lnTo>
                      <a:pt x="170" y="62"/>
                    </a:lnTo>
                    <a:lnTo>
                      <a:pt x="168" y="62"/>
                    </a:lnTo>
                    <a:lnTo>
                      <a:pt x="168" y="62"/>
                    </a:lnTo>
                    <a:lnTo>
                      <a:pt x="168" y="62"/>
                    </a:lnTo>
                    <a:lnTo>
                      <a:pt x="168" y="62"/>
                    </a:lnTo>
                    <a:lnTo>
                      <a:pt x="168" y="64"/>
                    </a:lnTo>
                    <a:lnTo>
                      <a:pt x="168" y="64"/>
                    </a:lnTo>
                    <a:lnTo>
                      <a:pt x="170" y="64"/>
                    </a:lnTo>
                    <a:lnTo>
                      <a:pt x="170" y="64"/>
                    </a:lnTo>
                    <a:lnTo>
                      <a:pt x="170" y="64"/>
                    </a:lnTo>
                    <a:lnTo>
                      <a:pt x="170" y="64"/>
                    </a:lnTo>
                    <a:lnTo>
                      <a:pt x="168" y="64"/>
                    </a:lnTo>
                    <a:lnTo>
                      <a:pt x="168" y="66"/>
                    </a:lnTo>
                    <a:lnTo>
                      <a:pt x="170" y="66"/>
                    </a:lnTo>
                    <a:lnTo>
                      <a:pt x="170" y="66"/>
                    </a:lnTo>
                    <a:lnTo>
                      <a:pt x="170" y="66"/>
                    </a:lnTo>
                    <a:lnTo>
                      <a:pt x="170" y="69"/>
                    </a:lnTo>
                    <a:lnTo>
                      <a:pt x="170" y="69"/>
                    </a:lnTo>
                    <a:lnTo>
                      <a:pt x="168" y="69"/>
                    </a:lnTo>
                    <a:lnTo>
                      <a:pt x="168" y="69"/>
                    </a:lnTo>
                    <a:lnTo>
                      <a:pt x="168" y="69"/>
                    </a:lnTo>
                    <a:lnTo>
                      <a:pt x="168" y="66"/>
                    </a:lnTo>
                    <a:lnTo>
                      <a:pt x="168" y="66"/>
                    </a:lnTo>
                    <a:lnTo>
                      <a:pt x="166" y="66"/>
                    </a:lnTo>
                    <a:lnTo>
                      <a:pt x="166" y="66"/>
                    </a:lnTo>
                    <a:lnTo>
                      <a:pt x="166" y="69"/>
                    </a:lnTo>
                    <a:lnTo>
                      <a:pt x="166" y="69"/>
                    </a:lnTo>
                    <a:lnTo>
                      <a:pt x="166" y="69"/>
                    </a:lnTo>
                    <a:lnTo>
                      <a:pt x="166" y="69"/>
                    </a:lnTo>
                    <a:lnTo>
                      <a:pt x="166" y="71"/>
                    </a:lnTo>
                    <a:lnTo>
                      <a:pt x="163" y="71"/>
                    </a:lnTo>
                    <a:lnTo>
                      <a:pt x="163" y="71"/>
                    </a:lnTo>
                    <a:lnTo>
                      <a:pt x="163" y="69"/>
                    </a:lnTo>
                    <a:lnTo>
                      <a:pt x="161" y="69"/>
                    </a:lnTo>
                    <a:lnTo>
                      <a:pt x="161" y="69"/>
                    </a:lnTo>
                    <a:lnTo>
                      <a:pt x="161" y="66"/>
                    </a:lnTo>
                    <a:lnTo>
                      <a:pt x="161" y="66"/>
                    </a:lnTo>
                    <a:lnTo>
                      <a:pt x="161" y="66"/>
                    </a:lnTo>
                    <a:lnTo>
                      <a:pt x="159" y="66"/>
                    </a:lnTo>
                    <a:lnTo>
                      <a:pt x="159" y="66"/>
                    </a:lnTo>
                    <a:lnTo>
                      <a:pt x="159" y="66"/>
                    </a:lnTo>
                    <a:lnTo>
                      <a:pt x="159" y="66"/>
                    </a:lnTo>
                    <a:lnTo>
                      <a:pt x="159" y="66"/>
                    </a:lnTo>
                    <a:lnTo>
                      <a:pt x="159" y="69"/>
                    </a:lnTo>
                    <a:lnTo>
                      <a:pt x="159" y="69"/>
                    </a:lnTo>
                    <a:lnTo>
                      <a:pt x="159" y="69"/>
                    </a:lnTo>
                    <a:lnTo>
                      <a:pt x="159" y="69"/>
                    </a:lnTo>
                    <a:lnTo>
                      <a:pt x="159" y="71"/>
                    </a:lnTo>
                    <a:lnTo>
                      <a:pt x="159" y="71"/>
                    </a:lnTo>
                    <a:lnTo>
                      <a:pt x="159" y="71"/>
                    </a:lnTo>
                    <a:lnTo>
                      <a:pt x="159" y="71"/>
                    </a:lnTo>
                    <a:lnTo>
                      <a:pt x="159" y="73"/>
                    </a:lnTo>
                    <a:lnTo>
                      <a:pt x="156" y="73"/>
                    </a:lnTo>
                    <a:lnTo>
                      <a:pt x="156" y="73"/>
                    </a:lnTo>
                    <a:lnTo>
                      <a:pt x="156" y="73"/>
                    </a:lnTo>
                    <a:lnTo>
                      <a:pt x="154" y="73"/>
                    </a:lnTo>
                    <a:lnTo>
                      <a:pt x="154" y="73"/>
                    </a:lnTo>
                    <a:lnTo>
                      <a:pt x="154" y="73"/>
                    </a:lnTo>
                    <a:lnTo>
                      <a:pt x="154" y="73"/>
                    </a:lnTo>
                    <a:lnTo>
                      <a:pt x="154" y="76"/>
                    </a:lnTo>
                    <a:lnTo>
                      <a:pt x="151" y="76"/>
                    </a:lnTo>
                    <a:lnTo>
                      <a:pt x="151" y="76"/>
                    </a:lnTo>
                    <a:lnTo>
                      <a:pt x="149" y="76"/>
                    </a:lnTo>
                    <a:lnTo>
                      <a:pt x="149" y="76"/>
                    </a:lnTo>
                    <a:lnTo>
                      <a:pt x="149" y="76"/>
                    </a:lnTo>
                    <a:lnTo>
                      <a:pt x="149" y="78"/>
                    </a:lnTo>
                    <a:lnTo>
                      <a:pt x="149" y="78"/>
                    </a:lnTo>
                    <a:lnTo>
                      <a:pt x="149" y="76"/>
                    </a:lnTo>
                    <a:lnTo>
                      <a:pt x="147" y="76"/>
                    </a:lnTo>
                    <a:lnTo>
                      <a:pt x="147" y="78"/>
                    </a:lnTo>
                    <a:lnTo>
                      <a:pt x="147" y="78"/>
                    </a:lnTo>
                    <a:lnTo>
                      <a:pt x="147" y="78"/>
                    </a:lnTo>
                    <a:lnTo>
                      <a:pt x="147" y="78"/>
                    </a:lnTo>
                    <a:lnTo>
                      <a:pt x="144" y="78"/>
                    </a:lnTo>
                    <a:lnTo>
                      <a:pt x="144" y="78"/>
                    </a:lnTo>
                    <a:lnTo>
                      <a:pt x="142" y="78"/>
                    </a:lnTo>
                    <a:lnTo>
                      <a:pt x="142" y="78"/>
                    </a:lnTo>
                    <a:lnTo>
                      <a:pt x="142" y="78"/>
                    </a:lnTo>
                    <a:lnTo>
                      <a:pt x="140" y="78"/>
                    </a:lnTo>
                    <a:lnTo>
                      <a:pt x="140" y="78"/>
                    </a:lnTo>
                    <a:lnTo>
                      <a:pt x="140" y="78"/>
                    </a:lnTo>
                    <a:lnTo>
                      <a:pt x="140" y="78"/>
                    </a:lnTo>
                    <a:lnTo>
                      <a:pt x="137" y="78"/>
                    </a:lnTo>
                    <a:lnTo>
                      <a:pt x="137" y="78"/>
                    </a:lnTo>
                    <a:lnTo>
                      <a:pt x="137" y="78"/>
                    </a:lnTo>
                    <a:lnTo>
                      <a:pt x="137" y="78"/>
                    </a:lnTo>
                    <a:lnTo>
                      <a:pt x="140" y="78"/>
                    </a:lnTo>
                    <a:lnTo>
                      <a:pt x="140" y="81"/>
                    </a:lnTo>
                    <a:lnTo>
                      <a:pt x="140" y="81"/>
                    </a:lnTo>
                    <a:lnTo>
                      <a:pt x="140" y="81"/>
                    </a:lnTo>
                    <a:lnTo>
                      <a:pt x="140" y="81"/>
                    </a:lnTo>
                    <a:lnTo>
                      <a:pt x="142" y="81"/>
                    </a:lnTo>
                    <a:lnTo>
                      <a:pt x="142" y="83"/>
                    </a:lnTo>
                    <a:lnTo>
                      <a:pt x="140" y="83"/>
                    </a:lnTo>
                    <a:lnTo>
                      <a:pt x="140" y="83"/>
                    </a:lnTo>
                    <a:lnTo>
                      <a:pt x="140" y="83"/>
                    </a:lnTo>
                    <a:lnTo>
                      <a:pt x="140" y="83"/>
                    </a:lnTo>
                    <a:lnTo>
                      <a:pt x="140" y="83"/>
                    </a:lnTo>
                    <a:lnTo>
                      <a:pt x="137" y="83"/>
                    </a:lnTo>
                    <a:lnTo>
                      <a:pt x="137" y="85"/>
                    </a:lnTo>
                    <a:lnTo>
                      <a:pt x="137" y="85"/>
                    </a:lnTo>
                    <a:lnTo>
                      <a:pt x="135" y="85"/>
                    </a:lnTo>
                    <a:lnTo>
                      <a:pt x="135" y="85"/>
                    </a:lnTo>
                    <a:lnTo>
                      <a:pt x="135" y="85"/>
                    </a:lnTo>
                    <a:lnTo>
                      <a:pt x="132" y="85"/>
                    </a:lnTo>
                    <a:lnTo>
                      <a:pt x="132" y="85"/>
                    </a:lnTo>
                    <a:lnTo>
                      <a:pt x="132" y="85"/>
                    </a:lnTo>
                    <a:lnTo>
                      <a:pt x="132" y="85"/>
                    </a:lnTo>
                    <a:lnTo>
                      <a:pt x="132" y="88"/>
                    </a:lnTo>
                    <a:lnTo>
                      <a:pt x="132" y="88"/>
                    </a:lnTo>
                    <a:lnTo>
                      <a:pt x="132" y="88"/>
                    </a:lnTo>
                    <a:lnTo>
                      <a:pt x="132" y="88"/>
                    </a:lnTo>
                    <a:lnTo>
                      <a:pt x="132" y="90"/>
                    </a:lnTo>
                    <a:lnTo>
                      <a:pt x="130" y="90"/>
                    </a:lnTo>
                    <a:lnTo>
                      <a:pt x="130" y="90"/>
                    </a:lnTo>
                    <a:lnTo>
                      <a:pt x="128" y="90"/>
                    </a:lnTo>
                    <a:lnTo>
                      <a:pt x="128" y="90"/>
                    </a:lnTo>
                    <a:lnTo>
                      <a:pt x="128" y="90"/>
                    </a:lnTo>
                    <a:lnTo>
                      <a:pt x="128" y="90"/>
                    </a:lnTo>
                    <a:lnTo>
                      <a:pt x="125" y="90"/>
                    </a:lnTo>
                    <a:lnTo>
                      <a:pt x="125" y="90"/>
                    </a:lnTo>
                    <a:lnTo>
                      <a:pt x="125" y="90"/>
                    </a:lnTo>
                    <a:lnTo>
                      <a:pt x="125" y="90"/>
                    </a:lnTo>
                    <a:lnTo>
                      <a:pt x="125" y="90"/>
                    </a:lnTo>
                    <a:lnTo>
                      <a:pt x="125" y="90"/>
                    </a:lnTo>
                    <a:lnTo>
                      <a:pt x="125" y="92"/>
                    </a:lnTo>
                    <a:lnTo>
                      <a:pt x="125" y="92"/>
                    </a:lnTo>
                    <a:lnTo>
                      <a:pt x="125" y="92"/>
                    </a:lnTo>
                    <a:lnTo>
                      <a:pt x="123" y="92"/>
                    </a:lnTo>
                    <a:lnTo>
                      <a:pt x="123" y="92"/>
                    </a:lnTo>
                    <a:lnTo>
                      <a:pt x="123" y="92"/>
                    </a:lnTo>
                    <a:lnTo>
                      <a:pt x="121" y="92"/>
                    </a:lnTo>
                    <a:lnTo>
                      <a:pt x="121" y="95"/>
                    </a:lnTo>
                    <a:lnTo>
                      <a:pt x="121" y="95"/>
                    </a:lnTo>
                    <a:lnTo>
                      <a:pt x="121" y="95"/>
                    </a:lnTo>
                    <a:lnTo>
                      <a:pt x="121" y="95"/>
                    </a:lnTo>
                    <a:lnTo>
                      <a:pt x="118" y="95"/>
                    </a:lnTo>
                    <a:lnTo>
                      <a:pt x="118" y="95"/>
                    </a:lnTo>
                    <a:lnTo>
                      <a:pt x="118" y="97"/>
                    </a:lnTo>
                    <a:lnTo>
                      <a:pt x="116" y="97"/>
                    </a:lnTo>
                    <a:lnTo>
                      <a:pt x="116" y="95"/>
                    </a:lnTo>
                    <a:lnTo>
                      <a:pt x="116" y="95"/>
                    </a:lnTo>
                    <a:lnTo>
                      <a:pt x="116" y="95"/>
                    </a:lnTo>
                    <a:lnTo>
                      <a:pt x="116" y="97"/>
                    </a:lnTo>
                    <a:lnTo>
                      <a:pt x="114" y="97"/>
                    </a:lnTo>
                    <a:lnTo>
                      <a:pt x="114" y="97"/>
                    </a:lnTo>
                    <a:lnTo>
                      <a:pt x="114" y="97"/>
                    </a:lnTo>
                    <a:lnTo>
                      <a:pt x="114" y="97"/>
                    </a:lnTo>
                    <a:lnTo>
                      <a:pt x="111" y="97"/>
                    </a:lnTo>
                    <a:lnTo>
                      <a:pt x="111" y="97"/>
                    </a:lnTo>
                    <a:lnTo>
                      <a:pt x="109" y="97"/>
                    </a:lnTo>
                    <a:lnTo>
                      <a:pt x="109" y="100"/>
                    </a:lnTo>
                    <a:lnTo>
                      <a:pt x="111" y="100"/>
                    </a:lnTo>
                    <a:lnTo>
                      <a:pt x="111" y="100"/>
                    </a:lnTo>
                    <a:lnTo>
                      <a:pt x="111" y="102"/>
                    </a:lnTo>
                    <a:lnTo>
                      <a:pt x="109" y="102"/>
                    </a:lnTo>
                    <a:lnTo>
                      <a:pt x="109" y="102"/>
                    </a:lnTo>
                    <a:lnTo>
                      <a:pt x="109" y="102"/>
                    </a:lnTo>
                    <a:lnTo>
                      <a:pt x="106" y="102"/>
                    </a:lnTo>
                    <a:lnTo>
                      <a:pt x="106" y="102"/>
                    </a:lnTo>
                    <a:lnTo>
                      <a:pt x="106" y="102"/>
                    </a:lnTo>
                    <a:lnTo>
                      <a:pt x="106" y="102"/>
                    </a:lnTo>
                    <a:lnTo>
                      <a:pt x="106" y="102"/>
                    </a:lnTo>
                    <a:lnTo>
                      <a:pt x="106" y="102"/>
                    </a:lnTo>
                    <a:lnTo>
                      <a:pt x="109" y="102"/>
                    </a:lnTo>
                    <a:lnTo>
                      <a:pt x="109" y="102"/>
                    </a:lnTo>
                    <a:lnTo>
                      <a:pt x="106" y="102"/>
                    </a:lnTo>
                    <a:lnTo>
                      <a:pt x="106" y="102"/>
                    </a:lnTo>
                    <a:lnTo>
                      <a:pt x="106" y="102"/>
                    </a:lnTo>
                    <a:lnTo>
                      <a:pt x="106" y="104"/>
                    </a:lnTo>
                    <a:lnTo>
                      <a:pt x="104" y="104"/>
                    </a:lnTo>
                    <a:lnTo>
                      <a:pt x="104" y="104"/>
                    </a:lnTo>
                    <a:lnTo>
                      <a:pt x="104" y="104"/>
                    </a:lnTo>
                    <a:lnTo>
                      <a:pt x="104" y="107"/>
                    </a:lnTo>
                    <a:lnTo>
                      <a:pt x="104" y="107"/>
                    </a:lnTo>
                    <a:lnTo>
                      <a:pt x="102" y="107"/>
                    </a:lnTo>
                    <a:lnTo>
                      <a:pt x="102" y="109"/>
                    </a:lnTo>
                    <a:lnTo>
                      <a:pt x="102" y="109"/>
                    </a:lnTo>
                    <a:lnTo>
                      <a:pt x="102" y="109"/>
                    </a:lnTo>
                    <a:lnTo>
                      <a:pt x="102" y="109"/>
                    </a:lnTo>
                    <a:lnTo>
                      <a:pt x="99" y="109"/>
                    </a:lnTo>
                    <a:lnTo>
                      <a:pt x="99" y="109"/>
                    </a:lnTo>
                    <a:lnTo>
                      <a:pt x="99" y="109"/>
                    </a:lnTo>
                    <a:lnTo>
                      <a:pt x="97" y="109"/>
                    </a:lnTo>
                    <a:lnTo>
                      <a:pt x="97" y="109"/>
                    </a:lnTo>
                    <a:lnTo>
                      <a:pt x="95" y="109"/>
                    </a:lnTo>
                    <a:lnTo>
                      <a:pt x="95" y="111"/>
                    </a:lnTo>
                    <a:lnTo>
                      <a:pt x="97" y="111"/>
                    </a:lnTo>
                    <a:lnTo>
                      <a:pt x="97" y="111"/>
                    </a:lnTo>
                    <a:lnTo>
                      <a:pt x="97" y="111"/>
                    </a:lnTo>
                    <a:lnTo>
                      <a:pt x="95" y="111"/>
                    </a:lnTo>
                    <a:lnTo>
                      <a:pt x="95" y="111"/>
                    </a:lnTo>
                    <a:lnTo>
                      <a:pt x="95" y="111"/>
                    </a:lnTo>
                    <a:lnTo>
                      <a:pt x="92" y="111"/>
                    </a:lnTo>
                    <a:lnTo>
                      <a:pt x="92" y="111"/>
                    </a:lnTo>
                    <a:lnTo>
                      <a:pt x="92" y="114"/>
                    </a:lnTo>
                    <a:lnTo>
                      <a:pt x="92" y="114"/>
                    </a:lnTo>
                    <a:lnTo>
                      <a:pt x="92" y="114"/>
                    </a:lnTo>
                    <a:lnTo>
                      <a:pt x="90" y="114"/>
                    </a:lnTo>
                    <a:lnTo>
                      <a:pt x="90" y="116"/>
                    </a:lnTo>
                    <a:lnTo>
                      <a:pt x="90" y="116"/>
                    </a:lnTo>
                    <a:lnTo>
                      <a:pt x="90" y="116"/>
                    </a:lnTo>
                    <a:lnTo>
                      <a:pt x="90" y="119"/>
                    </a:lnTo>
                    <a:lnTo>
                      <a:pt x="88" y="119"/>
                    </a:lnTo>
                    <a:lnTo>
                      <a:pt x="88" y="119"/>
                    </a:lnTo>
                    <a:lnTo>
                      <a:pt x="88" y="119"/>
                    </a:lnTo>
                    <a:lnTo>
                      <a:pt x="88" y="121"/>
                    </a:lnTo>
                    <a:lnTo>
                      <a:pt x="88" y="121"/>
                    </a:lnTo>
                    <a:lnTo>
                      <a:pt x="88" y="121"/>
                    </a:lnTo>
                    <a:lnTo>
                      <a:pt x="88" y="121"/>
                    </a:lnTo>
                    <a:lnTo>
                      <a:pt x="88" y="123"/>
                    </a:lnTo>
                    <a:lnTo>
                      <a:pt x="88" y="123"/>
                    </a:lnTo>
                    <a:lnTo>
                      <a:pt x="88" y="123"/>
                    </a:lnTo>
                    <a:lnTo>
                      <a:pt x="90" y="123"/>
                    </a:lnTo>
                    <a:lnTo>
                      <a:pt x="90" y="123"/>
                    </a:lnTo>
                    <a:lnTo>
                      <a:pt x="90" y="126"/>
                    </a:lnTo>
                    <a:lnTo>
                      <a:pt x="88" y="126"/>
                    </a:lnTo>
                    <a:lnTo>
                      <a:pt x="88" y="126"/>
                    </a:lnTo>
                    <a:lnTo>
                      <a:pt x="88" y="126"/>
                    </a:lnTo>
                    <a:lnTo>
                      <a:pt x="88" y="126"/>
                    </a:lnTo>
                    <a:lnTo>
                      <a:pt x="88" y="128"/>
                    </a:lnTo>
                    <a:lnTo>
                      <a:pt x="88" y="128"/>
                    </a:lnTo>
                    <a:lnTo>
                      <a:pt x="85" y="128"/>
                    </a:lnTo>
                    <a:lnTo>
                      <a:pt x="85" y="130"/>
                    </a:lnTo>
                    <a:lnTo>
                      <a:pt x="85" y="130"/>
                    </a:lnTo>
                    <a:lnTo>
                      <a:pt x="88" y="130"/>
                    </a:lnTo>
                    <a:lnTo>
                      <a:pt x="88" y="130"/>
                    </a:lnTo>
                    <a:lnTo>
                      <a:pt x="88" y="130"/>
                    </a:lnTo>
                    <a:lnTo>
                      <a:pt x="88" y="133"/>
                    </a:lnTo>
                    <a:lnTo>
                      <a:pt x="88" y="133"/>
                    </a:lnTo>
                    <a:lnTo>
                      <a:pt x="88" y="133"/>
                    </a:lnTo>
                    <a:lnTo>
                      <a:pt x="90" y="133"/>
                    </a:lnTo>
                    <a:lnTo>
                      <a:pt x="90" y="135"/>
                    </a:lnTo>
                    <a:lnTo>
                      <a:pt x="90" y="135"/>
                    </a:lnTo>
                    <a:lnTo>
                      <a:pt x="90" y="135"/>
                    </a:lnTo>
                    <a:lnTo>
                      <a:pt x="92" y="135"/>
                    </a:lnTo>
                    <a:lnTo>
                      <a:pt x="92" y="137"/>
                    </a:lnTo>
                    <a:lnTo>
                      <a:pt x="92" y="137"/>
                    </a:lnTo>
                    <a:lnTo>
                      <a:pt x="92" y="137"/>
                    </a:lnTo>
                    <a:lnTo>
                      <a:pt x="92" y="137"/>
                    </a:lnTo>
                    <a:lnTo>
                      <a:pt x="92" y="140"/>
                    </a:lnTo>
                    <a:lnTo>
                      <a:pt x="95" y="140"/>
                    </a:lnTo>
                    <a:lnTo>
                      <a:pt x="95" y="140"/>
                    </a:lnTo>
                    <a:lnTo>
                      <a:pt x="95" y="140"/>
                    </a:lnTo>
                    <a:lnTo>
                      <a:pt x="95" y="142"/>
                    </a:lnTo>
                    <a:lnTo>
                      <a:pt x="95" y="142"/>
                    </a:lnTo>
                    <a:lnTo>
                      <a:pt x="95" y="142"/>
                    </a:lnTo>
                    <a:lnTo>
                      <a:pt x="97" y="142"/>
                    </a:lnTo>
                    <a:lnTo>
                      <a:pt x="97" y="142"/>
                    </a:lnTo>
                    <a:lnTo>
                      <a:pt x="97" y="142"/>
                    </a:lnTo>
                    <a:lnTo>
                      <a:pt x="99" y="142"/>
                    </a:lnTo>
                    <a:lnTo>
                      <a:pt x="99" y="145"/>
                    </a:lnTo>
                    <a:lnTo>
                      <a:pt x="99" y="145"/>
                    </a:lnTo>
                    <a:lnTo>
                      <a:pt x="99" y="145"/>
                    </a:lnTo>
                    <a:lnTo>
                      <a:pt x="99" y="145"/>
                    </a:lnTo>
                    <a:lnTo>
                      <a:pt x="99" y="147"/>
                    </a:lnTo>
                    <a:lnTo>
                      <a:pt x="102" y="147"/>
                    </a:lnTo>
                    <a:lnTo>
                      <a:pt x="102" y="147"/>
                    </a:lnTo>
                    <a:lnTo>
                      <a:pt x="102" y="147"/>
                    </a:lnTo>
                    <a:lnTo>
                      <a:pt x="102" y="147"/>
                    </a:lnTo>
                    <a:lnTo>
                      <a:pt x="102" y="149"/>
                    </a:lnTo>
                    <a:lnTo>
                      <a:pt x="104" y="149"/>
                    </a:lnTo>
                    <a:lnTo>
                      <a:pt x="104" y="149"/>
                    </a:lnTo>
                    <a:lnTo>
                      <a:pt x="104" y="149"/>
                    </a:lnTo>
                    <a:lnTo>
                      <a:pt x="106" y="149"/>
                    </a:lnTo>
                    <a:lnTo>
                      <a:pt x="106" y="149"/>
                    </a:lnTo>
                    <a:lnTo>
                      <a:pt x="106" y="149"/>
                    </a:lnTo>
                    <a:lnTo>
                      <a:pt x="106" y="152"/>
                    </a:lnTo>
                    <a:lnTo>
                      <a:pt x="109" y="152"/>
                    </a:lnTo>
                    <a:lnTo>
                      <a:pt x="109" y="152"/>
                    </a:lnTo>
                    <a:lnTo>
                      <a:pt x="109" y="152"/>
                    </a:lnTo>
                    <a:lnTo>
                      <a:pt x="109" y="152"/>
                    </a:lnTo>
                    <a:lnTo>
                      <a:pt x="111" y="152"/>
                    </a:lnTo>
                    <a:lnTo>
                      <a:pt x="111" y="152"/>
                    </a:lnTo>
                    <a:lnTo>
                      <a:pt x="111" y="152"/>
                    </a:lnTo>
                    <a:lnTo>
                      <a:pt x="114" y="152"/>
                    </a:lnTo>
                    <a:lnTo>
                      <a:pt x="114" y="154"/>
                    </a:lnTo>
                    <a:lnTo>
                      <a:pt x="114" y="154"/>
                    </a:lnTo>
                    <a:lnTo>
                      <a:pt x="114" y="154"/>
                    </a:lnTo>
                    <a:lnTo>
                      <a:pt x="116" y="154"/>
                    </a:lnTo>
                    <a:lnTo>
                      <a:pt x="116" y="154"/>
                    </a:lnTo>
                    <a:lnTo>
                      <a:pt x="116" y="154"/>
                    </a:lnTo>
                    <a:lnTo>
                      <a:pt x="116" y="154"/>
                    </a:lnTo>
                    <a:lnTo>
                      <a:pt x="118" y="154"/>
                    </a:lnTo>
                    <a:lnTo>
                      <a:pt x="118" y="156"/>
                    </a:lnTo>
                    <a:lnTo>
                      <a:pt x="118" y="156"/>
                    </a:lnTo>
                    <a:lnTo>
                      <a:pt x="118" y="156"/>
                    </a:lnTo>
                    <a:lnTo>
                      <a:pt x="121" y="156"/>
                    </a:lnTo>
                    <a:lnTo>
                      <a:pt x="121" y="156"/>
                    </a:lnTo>
                    <a:lnTo>
                      <a:pt x="121" y="156"/>
                    </a:lnTo>
                    <a:lnTo>
                      <a:pt x="123" y="156"/>
                    </a:lnTo>
                    <a:lnTo>
                      <a:pt x="123" y="156"/>
                    </a:lnTo>
                    <a:lnTo>
                      <a:pt x="123" y="159"/>
                    </a:lnTo>
                    <a:lnTo>
                      <a:pt x="125" y="159"/>
                    </a:lnTo>
                    <a:lnTo>
                      <a:pt x="125" y="159"/>
                    </a:lnTo>
                    <a:lnTo>
                      <a:pt x="125" y="159"/>
                    </a:lnTo>
                    <a:lnTo>
                      <a:pt x="128" y="159"/>
                    </a:lnTo>
                    <a:lnTo>
                      <a:pt x="128" y="159"/>
                    </a:lnTo>
                    <a:lnTo>
                      <a:pt x="128" y="159"/>
                    </a:lnTo>
                    <a:lnTo>
                      <a:pt x="130" y="159"/>
                    </a:lnTo>
                    <a:lnTo>
                      <a:pt x="130" y="159"/>
                    </a:lnTo>
                    <a:lnTo>
                      <a:pt x="130" y="159"/>
                    </a:lnTo>
                    <a:lnTo>
                      <a:pt x="132" y="159"/>
                    </a:lnTo>
                    <a:lnTo>
                      <a:pt x="132" y="161"/>
                    </a:lnTo>
                    <a:lnTo>
                      <a:pt x="132" y="161"/>
                    </a:lnTo>
                    <a:lnTo>
                      <a:pt x="132" y="161"/>
                    </a:lnTo>
                    <a:lnTo>
                      <a:pt x="132" y="161"/>
                    </a:lnTo>
                    <a:lnTo>
                      <a:pt x="132" y="161"/>
                    </a:lnTo>
                    <a:lnTo>
                      <a:pt x="132" y="161"/>
                    </a:lnTo>
                    <a:lnTo>
                      <a:pt x="132" y="161"/>
                    </a:lnTo>
                    <a:lnTo>
                      <a:pt x="130" y="161"/>
                    </a:lnTo>
                    <a:lnTo>
                      <a:pt x="130" y="164"/>
                    </a:lnTo>
                    <a:lnTo>
                      <a:pt x="130" y="164"/>
                    </a:lnTo>
                    <a:lnTo>
                      <a:pt x="130" y="164"/>
                    </a:lnTo>
                    <a:lnTo>
                      <a:pt x="128" y="164"/>
                    </a:lnTo>
                    <a:lnTo>
                      <a:pt x="128" y="164"/>
                    </a:lnTo>
                    <a:lnTo>
                      <a:pt x="128" y="164"/>
                    </a:lnTo>
                    <a:lnTo>
                      <a:pt x="128" y="166"/>
                    </a:lnTo>
                    <a:lnTo>
                      <a:pt x="128" y="166"/>
                    </a:lnTo>
                    <a:lnTo>
                      <a:pt x="128" y="166"/>
                    </a:lnTo>
                    <a:lnTo>
                      <a:pt x="130" y="166"/>
                    </a:lnTo>
                    <a:lnTo>
                      <a:pt x="130" y="166"/>
                    </a:lnTo>
                    <a:lnTo>
                      <a:pt x="128" y="166"/>
                    </a:lnTo>
                    <a:lnTo>
                      <a:pt x="128" y="166"/>
                    </a:lnTo>
                    <a:lnTo>
                      <a:pt x="128" y="166"/>
                    </a:lnTo>
                    <a:lnTo>
                      <a:pt x="128" y="168"/>
                    </a:lnTo>
                    <a:lnTo>
                      <a:pt x="125" y="168"/>
                    </a:lnTo>
                    <a:lnTo>
                      <a:pt x="125" y="168"/>
                    </a:lnTo>
                    <a:lnTo>
                      <a:pt x="125" y="166"/>
                    </a:lnTo>
                    <a:lnTo>
                      <a:pt x="125" y="166"/>
                    </a:lnTo>
                    <a:lnTo>
                      <a:pt x="125" y="168"/>
                    </a:lnTo>
                    <a:lnTo>
                      <a:pt x="123" y="168"/>
                    </a:lnTo>
                    <a:lnTo>
                      <a:pt x="123" y="168"/>
                    </a:lnTo>
                    <a:lnTo>
                      <a:pt x="121" y="168"/>
                    </a:lnTo>
                    <a:lnTo>
                      <a:pt x="121" y="168"/>
                    </a:lnTo>
                    <a:lnTo>
                      <a:pt x="121" y="168"/>
                    </a:lnTo>
                    <a:lnTo>
                      <a:pt x="118" y="168"/>
                    </a:lnTo>
                    <a:lnTo>
                      <a:pt x="118" y="166"/>
                    </a:lnTo>
                    <a:lnTo>
                      <a:pt x="118" y="166"/>
                    </a:lnTo>
                    <a:lnTo>
                      <a:pt x="116" y="166"/>
                    </a:lnTo>
                    <a:lnTo>
                      <a:pt x="116" y="166"/>
                    </a:lnTo>
                    <a:lnTo>
                      <a:pt x="116" y="166"/>
                    </a:lnTo>
                    <a:lnTo>
                      <a:pt x="116" y="166"/>
                    </a:lnTo>
                    <a:lnTo>
                      <a:pt x="116" y="164"/>
                    </a:lnTo>
                    <a:lnTo>
                      <a:pt x="114" y="164"/>
                    </a:lnTo>
                    <a:lnTo>
                      <a:pt x="114" y="166"/>
                    </a:lnTo>
                    <a:lnTo>
                      <a:pt x="114" y="166"/>
                    </a:lnTo>
                    <a:lnTo>
                      <a:pt x="114" y="166"/>
                    </a:lnTo>
                    <a:lnTo>
                      <a:pt x="114" y="166"/>
                    </a:lnTo>
                    <a:lnTo>
                      <a:pt x="114" y="168"/>
                    </a:lnTo>
                    <a:lnTo>
                      <a:pt x="111" y="168"/>
                    </a:lnTo>
                    <a:lnTo>
                      <a:pt x="111" y="168"/>
                    </a:lnTo>
                    <a:lnTo>
                      <a:pt x="109" y="168"/>
                    </a:lnTo>
                    <a:lnTo>
                      <a:pt x="109" y="166"/>
                    </a:lnTo>
                    <a:lnTo>
                      <a:pt x="109" y="166"/>
                    </a:lnTo>
                    <a:lnTo>
                      <a:pt x="109" y="166"/>
                    </a:lnTo>
                    <a:lnTo>
                      <a:pt x="109" y="168"/>
                    </a:lnTo>
                    <a:lnTo>
                      <a:pt x="106" y="168"/>
                    </a:lnTo>
                    <a:lnTo>
                      <a:pt x="106" y="168"/>
                    </a:lnTo>
                    <a:lnTo>
                      <a:pt x="106" y="166"/>
                    </a:lnTo>
                    <a:lnTo>
                      <a:pt x="106" y="166"/>
                    </a:lnTo>
                    <a:lnTo>
                      <a:pt x="106" y="166"/>
                    </a:lnTo>
                    <a:lnTo>
                      <a:pt x="106" y="166"/>
                    </a:lnTo>
                    <a:lnTo>
                      <a:pt x="106" y="168"/>
                    </a:lnTo>
                    <a:lnTo>
                      <a:pt x="104" y="168"/>
                    </a:lnTo>
                    <a:lnTo>
                      <a:pt x="104" y="166"/>
                    </a:lnTo>
                    <a:lnTo>
                      <a:pt x="104" y="166"/>
                    </a:lnTo>
                    <a:lnTo>
                      <a:pt x="104" y="166"/>
                    </a:lnTo>
                    <a:lnTo>
                      <a:pt x="102" y="166"/>
                    </a:lnTo>
                    <a:lnTo>
                      <a:pt x="102" y="164"/>
                    </a:lnTo>
                    <a:lnTo>
                      <a:pt x="102" y="164"/>
                    </a:lnTo>
                    <a:lnTo>
                      <a:pt x="102" y="166"/>
                    </a:lnTo>
                    <a:lnTo>
                      <a:pt x="102" y="166"/>
                    </a:lnTo>
                    <a:lnTo>
                      <a:pt x="102" y="164"/>
                    </a:lnTo>
                    <a:lnTo>
                      <a:pt x="99" y="164"/>
                    </a:lnTo>
                    <a:lnTo>
                      <a:pt x="99" y="164"/>
                    </a:lnTo>
                    <a:lnTo>
                      <a:pt x="99" y="166"/>
                    </a:lnTo>
                    <a:lnTo>
                      <a:pt x="99" y="166"/>
                    </a:lnTo>
                    <a:lnTo>
                      <a:pt x="97" y="166"/>
                    </a:lnTo>
                    <a:lnTo>
                      <a:pt x="97" y="166"/>
                    </a:lnTo>
                    <a:lnTo>
                      <a:pt x="95" y="166"/>
                    </a:lnTo>
                    <a:lnTo>
                      <a:pt x="95" y="166"/>
                    </a:lnTo>
                    <a:lnTo>
                      <a:pt x="95" y="164"/>
                    </a:lnTo>
                    <a:lnTo>
                      <a:pt x="95" y="164"/>
                    </a:lnTo>
                    <a:lnTo>
                      <a:pt x="92" y="164"/>
                    </a:lnTo>
                    <a:lnTo>
                      <a:pt x="92" y="164"/>
                    </a:lnTo>
                    <a:lnTo>
                      <a:pt x="92" y="166"/>
                    </a:lnTo>
                    <a:lnTo>
                      <a:pt x="92" y="166"/>
                    </a:lnTo>
                    <a:lnTo>
                      <a:pt x="90" y="166"/>
                    </a:lnTo>
                    <a:lnTo>
                      <a:pt x="90" y="164"/>
                    </a:lnTo>
                    <a:lnTo>
                      <a:pt x="90" y="164"/>
                    </a:lnTo>
                    <a:lnTo>
                      <a:pt x="90" y="164"/>
                    </a:lnTo>
                    <a:lnTo>
                      <a:pt x="88" y="164"/>
                    </a:lnTo>
                    <a:lnTo>
                      <a:pt x="88" y="164"/>
                    </a:lnTo>
                    <a:lnTo>
                      <a:pt x="88" y="164"/>
                    </a:lnTo>
                    <a:lnTo>
                      <a:pt x="88" y="164"/>
                    </a:lnTo>
                    <a:lnTo>
                      <a:pt x="85" y="164"/>
                    </a:lnTo>
                    <a:lnTo>
                      <a:pt x="85" y="164"/>
                    </a:lnTo>
                    <a:lnTo>
                      <a:pt x="85" y="164"/>
                    </a:lnTo>
                    <a:lnTo>
                      <a:pt x="83" y="164"/>
                    </a:lnTo>
                    <a:lnTo>
                      <a:pt x="83" y="164"/>
                    </a:lnTo>
                    <a:lnTo>
                      <a:pt x="83" y="164"/>
                    </a:lnTo>
                    <a:lnTo>
                      <a:pt x="83" y="166"/>
                    </a:lnTo>
                    <a:lnTo>
                      <a:pt x="83" y="166"/>
                    </a:lnTo>
                    <a:lnTo>
                      <a:pt x="80" y="166"/>
                    </a:lnTo>
                    <a:lnTo>
                      <a:pt x="80" y="166"/>
                    </a:lnTo>
                    <a:lnTo>
                      <a:pt x="80" y="166"/>
                    </a:lnTo>
                    <a:lnTo>
                      <a:pt x="78" y="166"/>
                    </a:lnTo>
                    <a:lnTo>
                      <a:pt x="78" y="166"/>
                    </a:lnTo>
                    <a:lnTo>
                      <a:pt x="76" y="166"/>
                    </a:lnTo>
                    <a:lnTo>
                      <a:pt x="76" y="164"/>
                    </a:lnTo>
                    <a:lnTo>
                      <a:pt x="76" y="164"/>
                    </a:lnTo>
                    <a:lnTo>
                      <a:pt x="76" y="164"/>
                    </a:lnTo>
                    <a:lnTo>
                      <a:pt x="73" y="164"/>
                    </a:lnTo>
                    <a:lnTo>
                      <a:pt x="73" y="164"/>
                    </a:lnTo>
                    <a:lnTo>
                      <a:pt x="73" y="164"/>
                    </a:lnTo>
                    <a:lnTo>
                      <a:pt x="73" y="164"/>
                    </a:lnTo>
                    <a:lnTo>
                      <a:pt x="71" y="164"/>
                    </a:lnTo>
                    <a:lnTo>
                      <a:pt x="71" y="164"/>
                    </a:lnTo>
                    <a:lnTo>
                      <a:pt x="69" y="164"/>
                    </a:lnTo>
                    <a:lnTo>
                      <a:pt x="69" y="164"/>
                    </a:lnTo>
                    <a:lnTo>
                      <a:pt x="69" y="164"/>
                    </a:lnTo>
                    <a:lnTo>
                      <a:pt x="66" y="164"/>
                    </a:lnTo>
                    <a:lnTo>
                      <a:pt x="66" y="161"/>
                    </a:lnTo>
                    <a:lnTo>
                      <a:pt x="66" y="161"/>
                    </a:lnTo>
                    <a:lnTo>
                      <a:pt x="66" y="161"/>
                    </a:lnTo>
                    <a:lnTo>
                      <a:pt x="64" y="161"/>
                    </a:lnTo>
                    <a:lnTo>
                      <a:pt x="64" y="161"/>
                    </a:lnTo>
                    <a:lnTo>
                      <a:pt x="64" y="161"/>
                    </a:lnTo>
                    <a:lnTo>
                      <a:pt x="61" y="161"/>
                    </a:lnTo>
                    <a:lnTo>
                      <a:pt x="61" y="161"/>
                    </a:lnTo>
                    <a:lnTo>
                      <a:pt x="61" y="161"/>
                    </a:lnTo>
                    <a:lnTo>
                      <a:pt x="59" y="161"/>
                    </a:lnTo>
                    <a:lnTo>
                      <a:pt x="59" y="161"/>
                    </a:lnTo>
                    <a:lnTo>
                      <a:pt x="59" y="161"/>
                    </a:lnTo>
                    <a:lnTo>
                      <a:pt x="57" y="161"/>
                    </a:lnTo>
                    <a:lnTo>
                      <a:pt x="57" y="161"/>
                    </a:lnTo>
                    <a:lnTo>
                      <a:pt x="54" y="161"/>
                    </a:lnTo>
                    <a:lnTo>
                      <a:pt x="54" y="161"/>
                    </a:lnTo>
                    <a:lnTo>
                      <a:pt x="54" y="161"/>
                    </a:lnTo>
                    <a:lnTo>
                      <a:pt x="54" y="161"/>
                    </a:lnTo>
                    <a:lnTo>
                      <a:pt x="52" y="161"/>
                    </a:lnTo>
                    <a:lnTo>
                      <a:pt x="52" y="161"/>
                    </a:lnTo>
                    <a:lnTo>
                      <a:pt x="52" y="161"/>
                    </a:lnTo>
                    <a:lnTo>
                      <a:pt x="50" y="161"/>
                    </a:lnTo>
                    <a:lnTo>
                      <a:pt x="50" y="161"/>
                    </a:lnTo>
                    <a:lnTo>
                      <a:pt x="47" y="161"/>
                    </a:lnTo>
                    <a:lnTo>
                      <a:pt x="47" y="159"/>
                    </a:lnTo>
                    <a:lnTo>
                      <a:pt x="47" y="159"/>
                    </a:lnTo>
                    <a:lnTo>
                      <a:pt x="47" y="159"/>
                    </a:lnTo>
                    <a:lnTo>
                      <a:pt x="47" y="161"/>
                    </a:lnTo>
                    <a:lnTo>
                      <a:pt x="45" y="161"/>
                    </a:lnTo>
                    <a:lnTo>
                      <a:pt x="45" y="161"/>
                    </a:lnTo>
                    <a:lnTo>
                      <a:pt x="45" y="159"/>
                    </a:lnTo>
                    <a:lnTo>
                      <a:pt x="43" y="159"/>
                    </a:lnTo>
                    <a:lnTo>
                      <a:pt x="43" y="159"/>
                    </a:lnTo>
                    <a:lnTo>
                      <a:pt x="43" y="159"/>
                    </a:lnTo>
                    <a:lnTo>
                      <a:pt x="43" y="159"/>
                    </a:lnTo>
                    <a:lnTo>
                      <a:pt x="40" y="159"/>
                    </a:lnTo>
                    <a:lnTo>
                      <a:pt x="40" y="156"/>
                    </a:lnTo>
                    <a:lnTo>
                      <a:pt x="43" y="156"/>
                    </a:lnTo>
                    <a:lnTo>
                      <a:pt x="43" y="156"/>
                    </a:lnTo>
                    <a:lnTo>
                      <a:pt x="43" y="156"/>
                    </a:lnTo>
                    <a:lnTo>
                      <a:pt x="43" y="156"/>
                    </a:lnTo>
                    <a:lnTo>
                      <a:pt x="43" y="154"/>
                    </a:lnTo>
                    <a:lnTo>
                      <a:pt x="45" y="154"/>
                    </a:lnTo>
                    <a:lnTo>
                      <a:pt x="45" y="156"/>
                    </a:lnTo>
                    <a:lnTo>
                      <a:pt x="45" y="156"/>
                    </a:lnTo>
                    <a:lnTo>
                      <a:pt x="47" y="156"/>
                    </a:lnTo>
                    <a:lnTo>
                      <a:pt x="47" y="156"/>
                    </a:lnTo>
                    <a:lnTo>
                      <a:pt x="47" y="156"/>
                    </a:lnTo>
                    <a:lnTo>
                      <a:pt x="50" y="156"/>
                    </a:lnTo>
                    <a:lnTo>
                      <a:pt x="50" y="154"/>
                    </a:lnTo>
                    <a:lnTo>
                      <a:pt x="47" y="154"/>
                    </a:lnTo>
                    <a:lnTo>
                      <a:pt x="47" y="154"/>
                    </a:lnTo>
                    <a:lnTo>
                      <a:pt x="47" y="154"/>
                    </a:lnTo>
                    <a:lnTo>
                      <a:pt x="47" y="154"/>
                    </a:lnTo>
                    <a:lnTo>
                      <a:pt x="45" y="154"/>
                    </a:lnTo>
                    <a:lnTo>
                      <a:pt x="45" y="152"/>
                    </a:lnTo>
                    <a:lnTo>
                      <a:pt x="45" y="152"/>
                    </a:lnTo>
                    <a:lnTo>
                      <a:pt x="45" y="152"/>
                    </a:lnTo>
                    <a:lnTo>
                      <a:pt x="43" y="152"/>
                    </a:lnTo>
                    <a:lnTo>
                      <a:pt x="43" y="152"/>
                    </a:lnTo>
                    <a:lnTo>
                      <a:pt x="43" y="152"/>
                    </a:lnTo>
                    <a:lnTo>
                      <a:pt x="43" y="152"/>
                    </a:lnTo>
                    <a:lnTo>
                      <a:pt x="43" y="152"/>
                    </a:lnTo>
                    <a:lnTo>
                      <a:pt x="43" y="152"/>
                    </a:lnTo>
                    <a:lnTo>
                      <a:pt x="43" y="152"/>
                    </a:lnTo>
                    <a:lnTo>
                      <a:pt x="43" y="152"/>
                    </a:lnTo>
                    <a:lnTo>
                      <a:pt x="43" y="149"/>
                    </a:lnTo>
                    <a:lnTo>
                      <a:pt x="43" y="149"/>
                    </a:lnTo>
                    <a:lnTo>
                      <a:pt x="43" y="149"/>
                    </a:lnTo>
                    <a:lnTo>
                      <a:pt x="40" y="149"/>
                    </a:lnTo>
                    <a:lnTo>
                      <a:pt x="40" y="149"/>
                    </a:lnTo>
                    <a:lnTo>
                      <a:pt x="40" y="147"/>
                    </a:lnTo>
                    <a:lnTo>
                      <a:pt x="40" y="147"/>
                    </a:lnTo>
                    <a:lnTo>
                      <a:pt x="40" y="147"/>
                    </a:lnTo>
                    <a:lnTo>
                      <a:pt x="40" y="149"/>
                    </a:lnTo>
                    <a:lnTo>
                      <a:pt x="40" y="149"/>
                    </a:lnTo>
                    <a:lnTo>
                      <a:pt x="40" y="149"/>
                    </a:lnTo>
                    <a:lnTo>
                      <a:pt x="40" y="149"/>
                    </a:lnTo>
                    <a:lnTo>
                      <a:pt x="40" y="152"/>
                    </a:lnTo>
                    <a:lnTo>
                      <a:pt x="38" y="152"/>
                    </a:lnTo>
                    <a:lnTo>
                      <a:pt x="38" y="152"/>
                    </a:lnTo>
                    <a:lnTo>
                      <a:pt x="38" y="152"/>
                    </a:lnTo>
                    <a:lnTo>
                      <a:pt x="38" y="152"/>
                    </a:lnTo>
                    <a:lnTo>
                      <a:pt x="35" y="152"/>
                    </a:lnTo>
                    <a:lnTo>
                      <a:pt x="35" y="152"/>
                    </a:lnTo>
                    <a:lnTo>
                      <a:pt x="35" y="154"/>
                    </a:lnTo>
                    <a:lnTo>
                      <a:pt x="35" y="154"/>
                    </a:lnTo>
                    <a:lnTo>
                      <a:pt x="38" y="154"/>
                    </a:lnTo>
                    <a:lnTo>
                      <a:pt x="38" y="154"/>
                    </a:lnTo>
                    <a:lnTo>
                      <a:pt x="38" y="154"/>
                    </a:lnTo>
                    <a:lnTo>
                      <a:pt x="38" y="156"/>
                    </a:lnTo>
                    <a:lnTo>
                      <a:pt x="38" y="156"/>
                    </a:lnTo>
                    <a:lnTo>
                      <a:pt x="35" y="156"/>
                    </a:lnTo>
                    <a:lnTo>
                      <a:pt x="35" y="156"/>
                    </a:lnTo>
                    <a:lnTo>
                      <a:pt x="35" y="156"/>
                    </a:lnTo>
                    <a:lnTo>
                      <a:pt x="33" y="156"/>
                    </a:lnTo>
                    <a:lnTo>
                      <a:pt x="33" y="154"/>
                    </a:lnTo>
                    <a:lnTo>
                      <a:pt x="33" y="154"/>
                    </a:lnTo>
                    <a:lnTo>
                      <a:pt x="33" y="154"/>
                    </a:lnTo>
                    <a:lnTo>
                      <a:pt x="33" y="154"/>
                    </a:lnTo>
                    <a:lnTo>
                      <a:pt x="33" y="152"/>
                    </a:lnTo>
                    <a:lnTo>
                      <a:pt x="31" y="152"/>
                    </a:lnTo>
                    <a:lnTo>
                      <a:pt x="31" y="152"/>
                    </a:lnTo>
                    <a:lnTo>
                      <a:pt x="28" y="152"/>
                    </a:lnTo>
                    <a:lnTo>
                      <a:pt x="28" y="152"/>
                    </a:lnTo>
                    <a:lnTo>
                      <a:pt x="28" y="152"/>
                    </a:lnTo>
                    <a:lnTo>
                      <a:pt x="28" y="152"/>
                    </a:lnTo>
                    <a:lnTo>
                      <a:pt x="28" y="152"/>
                    </a:lnTo>
                    <a:lnTo>
                      <a:pt x="28" y="149"/>
                    </a:lnTo>
                    <a:lnTo>
                      <a:pt x="26" y="149"/>
                    </a:lnTo>
                    <a:lnTo>
                      <a:pt x="26" y="149"/>
                    </a:lnTo>
                    <a:lnTo>
                      <a:pt x="26" y="149"/>
                    </a:lnTo>
                    <a:lnTo>
                      <a:pt x="26" y="149"/>
                    </a:lnTo>
                    <a:lnTo>
                      <a:pt x="24" y="149"/>
                    </a:lnTo>
                    <a:lnTo>
                      <a:pt x="24" y="149"/>
                    </a:lnTo>
                    <a:lnTo>
                      <a:pt x="21" y="149"/>
                    </a:lnTo>
                    <a:lnTo>
                      <a:pt x="21" y="149"/>
                    </a:lnTo>
                    <a:lnTo>
                      <a:pt x="21" y="149"/>
                    </a:lnTo>
                    <a:lnTo>
                      <a:pt x="19" y="149"/>
                    </a:lnTo>
                    <a:lnTo>
                      <a:pt x="19" y="149"/>
                    </a:lnTo>
                    <a:lnTo>
                      <a:pt x="19" y="147"/>
                    </a:lnTo>
                    <a:lnTo>
                      <a:pt x="19" y="147"/>
                    </a:lnTo>
                    <a:lnTo>
                      <a:pt x="17" y="147"/>
                    </a:lnTo>
                    <a:lnTo>
                      <a:pt x="17" y="147"/>
                    </a:lnTo>
                    <a:lnTo>
                      <a:pt x="17" y="145"/>
                    </a:lnTo>
                    <a:lnTo>
                      <a:pt x="19" y="145"/>
                    </a:lnTo>
                    <a:lnTo>
                      <a:pt x="19" y="145"/>
                    </a:lnTo>
                    <a:lnTo>
                      <a:pt x="19" y="145"/>
                    </a:lnTo>
                    <a:lnTo>
                      <a:pt x="19" y="145"/>
                    </a:lnTo>
                    <a:lnTo>
                      <a:pt x="21" y="145"/>
                    </a:lnTo>
                    <a:lnTo>
                      <a:pt x="21" y="145"/>
                    </a:lnTo>
                    <a:lnTo>
                      <a:pt x="21" y="145"/>
                    </a:lnTo>
                    <a:lnTo>
                      <a:pt x="24" y="145"/>
                    </a:lnTo>
                    <a:lnTo>
                      <a:pt x="24" y="142"/>
                    </a:lnTo>
                    <a:lnTo>
                      <a:pt x="21" y="142"/>
                    </a:lnTo>
                    <a:lnTo>
                      <a:pt x="21" y="142"/>
                    </a:lnTo>
                    <a:lnTo>
                      <a:pt x="21" y="142"/>
                    </a:lnTo>
                    <a:lnTo>
                      <a:pt x="21" y="142"/>
                    </a:lnTo>
                    <a:lnTo>
                      <a:pt x="19" y="142"/>
                    </a:lnTo>
                    <a:lnTo>
                      <a:pt x="19" y="142"/>
                    </a:lnTo>
                    <a:lnTo>
                      <a:pt x="19" y="142"/>
                    </a:lnTo>
                    <a:lnTo>
                      <a:pt x="19" y="142"/>
                    </a:lnTo>
                    <a:lnTo>
                      <a:pt x="19" y="142"/>
                    </a:lnTo>
                    <a:lnTo>
                      <a:pt x="17" y="142"/>
                    </a:lnTo>
                    <a:lnTo>
                      <a:pt x="17" y="142"/>
                    </a:lnTo>
                    <a:lnTo>
                      <a:pt x="14" y="142"/>
                    </a:lnTo>
                    <a:lnTo>
                      <a:pt x="14" y="142"/>
                    </a:lnTo>
                    <a:lnTo>
                      <a:pt x="14" y="142"/>
                    </a:lnTo>
                    <a:lnTo>
                      <a:pt x="14" y="142"/>
                    </a:lnTo>
                    <a:lnTo>
                      <a:pt x="14" y="142"/>
                    </a:lnTo>
                    <a:lnTo>
                      <a:pt x="12" y="142"/>
                    </a:lnTo>
                    <a:lnTo>
                      <a:pt x="12" y="142"/>
                    </a:lnTo>
                    <a:lnTo>
                      <a:pt x="9" y="142"/>
                    </a:lnTo>
                    <a:lnTo>
                      <a:pt x="9" y="142"/>
                    </a:lnTo>
                    <a:lnTo>
                      <a:pt x="9" y="142"/>
                    </a:lnTo>
                    <a:lnTo>
                      <a:pt x="9" y="142"/>
                    </a:lnTo>
                    <a:lnTo>
                      <a:pt x="9" y="142"/>
                    </a:lnTo>
                    <a:lnTo>
                      <a:pt x="7" y="142"/>
                    </a:lnTo>
                    <a:lnTo>
                      <a:pt x="7" y="142"/>
                    </a:lnTo>
                    <a:lnTo>
                      <a:pt x="7" y="142"/>
                    </a:lnTo>
                    <a:lnTo>
                      <a:pt x="7" y="142"/>
                    </a:lnTo>
                    <a:lnTo>
                      <a:pt x="5" y="142"/>
                    </a:lnTo>
                    <a:lnTo>
                      <a:pt x="5" y="142"/>
                    </a:lnTo>
                    <a:lnTo>
                      <a:pt x="2" y="142"/>
                    </a:lnTo>
                    <a:lnTo>
                      <a:pt x="2" y="140"/>
                    </a:lnTo>
                    <a:lnTo>
                      <a:pt x="2" y="140"/>
                    </a:lnTo>
                    <a:lnTo>
                      <a:pt x="2" y="140"/>
                    </a:lnTo>
                    <a:lnTo>
                      <a:pt x="2" y="137"/>
                    </a:lnTo>
                    <a:lnTo>
                      <a:pt x="2" y="137"/>
                    </a:lnTo>
                    <a:lnTo>
                      <a:pt x="2" y="137"/>
                    </a:lnTo>
                    <a:lnTo>
                      <a:pt x="2" y="135"/>
                    </a:lnTo>
                    <a:lnTo>
                      <a:pt x="0" y="135"/>
                    </a:lnTo>
                    <a:lnTo>
                      <a:pt x="0" y="135"/>
                    </a:lnTo>
                    <a:lnTo>
                      <a:pt x="0" y="135"/>
                    </a:lnTo>
                    <a:lnTo>
                      <a:pt x="0" y="133"/>
                    </a:lnTo>
                    <a:lnTo>
                      <a:pt x="0" y="133"/>
                    </a:lnTo>
                    <a:lnTo>
                      <a:pt x="0" y="133"/>
                    </a:lnTo>
                    <a:lnTo>
                      <a:pt x="0" y="133"/>
                    </a:lnTo>
                    <a:lnTo>
                      <a:pt x="0" y="130"/>
                    </a:lnTo>
                    <a:lnTo>
                      <a:pt x="0" y="130"/>
                    </a:lnTo>
                    <a:lnTo>
                      <a:pt x="0" y="128"/>
                    </a:lnTo>
                    <a:lnTo>
                      <a:pt x="2" y="128"/>
                    </a:lnTo>
                    <a:lnTo>
                      <a:pt x="2" y="128"/>
                    </a:lnTo>
                    <a:lnTo>
                      <a:pt x="2" y="128"/>
                    </a:lnTo>
                    <a:lnTo>
                      <a:pt x="2" y="126"/>
                    </a:lnTo>
                    <a:lnTo>
                      <a:pt x="2" y="126"/>
                    </a:lnTo>
                    <a:lnTo>
                      <a:pt x="5" y="126"/>
                    </a:lnTo>
                    <a:lnTo>
                      <a:pt x="5" y="126"/>
                    </a:lnTo>
                    <a:lnTo>
                      <a:pt x="5" y="126"/>
                    </a:lnTo>
                    <a:lnTo>
                      <a:pt x="7" y="126"/>
                    </a:lnTo>
                    <a:lnTo>
                      <a:pt x="7" y="126"/>
                    </a:lnTo>
                    <a:lnTo>
                      <a:pt x="7" y="126"/>
                    </a:lnTo>
                    <a:lnTo>
                      <a:pt x="7" y="123"/>
                    </a:lnTo>
                    <a:lnTo>
                      <a:pt x="9" y="123"/>
                    </a:lnTo>
                    <a:lnTo>
                      <a:pt x="9" y="123"/>
                    </a:lnTo>
                    <a:lnTo>
                      <a:pt x="9" y="123"/>
                    </a:lnTo>
                    <a:lnTo>
                      <a:pt x="9" y="126"/>
                    </a:lnTo>
                    <a:lnTo>
                      <a:pt x="12" y="126"/>
                    </a:lnTo>
                    <a:lnTo>
                      <a:pt x="12" y="126"/>
                    </a:lnTo>
                    <a:lnTo>
                      <a:pt x="14" y="126"/>
                    </a:lnTo>
                    <a:lnTo>
                      <a:pt x="14" y="126"/>
                    </a:lnTo>
                    <a:lnTo>
                      <a:pt x="14" y="126"/>
                    </a:lnTo>
                    <a:lnTo>
                      <a:pt x="17" y="126"/>
                    </a:lnTo>
                    <a:lnTo>
                      <a:pt x="17" y="123"/>
                    </a:lnTo>
                    <a:lnTo>
                      <a:pt x="17" y="123"/>
                    </a:lnTo>
                    <a:lnTo>
                      <a:pt x="19" y="123"/>
                    </a:lnTo>
                    <a:lnTo>
                      <a:pt x="19" y="126"/>
                    </a:lnTo>
                    <a:lnTo>
                      <a:pt x="19" y="126"/>
                    </a:lnTo>
                    <a:lnTo>
                      <a:pt x="19" y="126"/>
                    </a:lnTo>
                    <a:lnTo>
                      <a:pt x="21" y="126"/>
                    </a:lnTo>
                    <a:lnTo>
                      <a:pt x="21" y="123"/>
                    </a:lnTo>
                    <a:lnTo>
                      <a:pt x="21" y="123"/>
                    </a:lnTo>
                    <a:lnTo>
                      <a:pt x="21" y="123"/>
                    </a:lnTo>
                    <a:lnTo>
                      <a:pt x="21" y="123"/>
                    </a:lnTo>
                    <a:lnTo>
                      <a:pt x="21" y="121"/>
                    </a:lnTo>
                    <a:lnTo>
                      <a:pt x="21" y="121"/>
                    </a:lnTo>
                    <a:lnTo>
                      <a:pt x="24" y="121"/>
                    </a:lnTo>
                    <a:lnTo>
                      <a:pt x="24" y="121"/>
                    </a:lnTo>
                    <a:lnTo>
                      <a:pt x="24" y="119"/>
                    </a:lnTo>
                    <a:lnTo>
                      <a:pt x="24" y="119"/>
                    </a:lnTo>
                    <a:lnTo>
                      <a:pt x="26" y="119"/>
                    </a:lnTo>
                    <a:lnTo>
                      <a:pt x="26" y="119"/>
                    </a:lnTo>
                    <a:lnTo>
                      <a:pt x="26" y="119"/>
                    </a:lnTo>
                    <a:lnTo>
                      <a:pt x="26" y="119"/>
                    </a:lnTo>
                    <a:lnTo>
                      <a:pt x="26" y="116"/>
                    </a:lnTo>
                    <a:lnTo>
                      <a:pt x="26" y="116"/>
                    </a:lnTo>
                    <a:lnTo>
                      <a:pt x="28" y="116"/>
                    </a:lnTo>
                    <a:lnTo>
                      <a:pt x="28" y="114"/>
                    </a:lnTo>
                    <a:lnTo>
                      <a:pt x="28" y="114"/>
                    </a:lnTo>
                    <a:lnTo>
                      <a:pt x="26" y="114"/>
                    </a:lnTo>
                    <a:lnTo>
                      <a:pt x="26" y="114"/>
                    </a:lnTo>
                    <a:lnTo>
                      <a:pt x="26" y="111"/>
                    </a:lnTo>
                    <a:lnTo>
                      <a:pt x="26" y="111"/>
                    </a:lnTo>
                    <a:lnTo>
                      <a:pt x="24" y="111"/>
                    </a:lnTo>
                    <a:lnTo>
                      <a:pt x="24" y="111"/>
                    </a:lnTo>
                    <a:lnTo>
                      <a:pt x="24" y="111"/>
                    </a:lnTo>
                    <a:lnTo>
                      <a:pt x="21" y="111"/>
                    </a:lnTo>
                    <a:lnTo>
                      <a:pt x="21" y="111"/>
                    </a:lnTo>
                    <a:lnTo>
                      <a:pt x="21" y="111"/>
                    </a:lnTo>
                    <a:lnTo>
                      <a:pt x="21" y="111"/>
                    </a:lnTo>
                    <a:lnTo>
                      <a:pt x="21" y="109"/>
                    </a:lnTo>
                    <a:lnTo>
                      <a:pt x="21" y="109"/>
                    </a:lnTo>
                    <a:lnTo>
                      <a:pt x="21" y="109"/>
                    </a:lnTo>
                    <a:lnTo>
                      <a:pt x="21" y="109"/>
                    </a:lnTo>
                    <a:lnTo>
                      <a:pt x="21" y="107"/>
                    </a:lnTo>
                    <a:lnTo>
                      <a:pt x="24" y="107"/>
                    </a:lnTo>
                    <a:lnTo>
                      <a:pt x="24" y="107"/>
                    </a:lnTo>
                    <a:lnTo>
                      <a:pt x="24" y="107"/>
                    </a:lnTo>
                    <a:lnTo>
                      <a:pt x="26" y="107"/>
                    </a:lnTo>
                    <a:lnTo>
                      <a:pt x="26" y="107"/>
                    </a:lnTo>
                    <a:lnTo>
                      <a:pt x="26" y="107"/>
                    </a:lnTo>
                    <a:lnTo>
                      <a:pt x="28" y="107"/>
                    </a:lnTo>
                    <a:lnTo>
                      <a:pt x="28" y="104"/>
                    </a:lnTo>
                    <a:lnTo>
                      <a:pt x="28" y="104"/>
                    </a:lnTo>
                    <a:lnTo>
                      <a:pt x="28" y="104"/>
                    </a:lnTo>
                    <a:lnTo>
                      <a:pt x="31" y="104"/>
                    </a:lnTo>
                    <a:lnTo>
                      <a:pt x="31" y="104"/>
                    </a:lnTo>
                    <a:lnTo>
                      <a:pt x="33" y="104"/>
                    </a:lnTo>
                    <a:lnTo>
                      <a:pt x="33" y="104"/>
                    </a:lnTo>
                    <a:lnTo>
                      <a:pt x="33" y="104"/>
                    </a:lnTo>
                    <a:lnTo>
                      <a:pt x="35" y="104"/>
                    </a:lnTo>
                    <a:lnTo>
                      <a:pt x="35" y="104"/>
                    </a:lnTo>
                    <a:lnTo>
                      <a:pt x="35" y="102"/>
                    </a:lnTo>
                    <a:lnTo>
                      <a:pt x="35" y="102"/>
                    </a:lnTo>
                    <a:lnTo>
                      <a:pt x="35" y="102"/>
                    </a:lnTo>
                    <a:lnTo>
                      <a:pt x="35" y="102"/>
                    </a:lnTo>
                    <a:lnTo>
                      <a:pt x="35" y="102"/>
                    </a:lnTo>
                    <a:lnTo>
                      <a:pt x="35" y="102"/>
                    </a:lnTo>
                    <a:lnTo>
                      <a:pt x="35" y="102"/>
                    </a:lnTo>
                    <a:lnTo>
                      <a:pt x="35" y="100"/>
                    </a:lnTo>
                    <a:lnTo>
                      <a:pt x="38" y="100"/>
                    </a:lnTo>
                    <a:lnTo>
                      <a:pt x="38" y="100"/>
                    </a:lnTo>
                    <a:lnTo>
                      <a:pt x="38" y="100"/>
                    </a:lnTo>
                    <a:lnTo>
                      <a:pt x="40" y="100"/>
                    </a:lnTo>
                    <a:lnTo>
                      <a:pt x="40" y="97"/>
                    </a:lnTo>
                    <a:lnTo>
                      <a:pt x="40" y="97"/>
                    </a:lnTo>
                    <a:lnTo>
                      <a:pt x="40" y="97"/>
                    </a:lnTo>
                    <a:lnTo>
                      <a:pt x="40" y="97"/>
                    </a:lnTo>
                    <a:lnTo>
                      <a:pt x="43" y="97"/>
                    </a:lnTo>
                    <a:lnTo>
                      <a:pt x="43" y="97"/>
                    </a:lnTo>
                    <a:lnTo>
                      <a:pt x="43" y="97"/>
                    </a:lnTo>
                    <a:lnTo>
                      <a:pt x="45" y="97"/>
                    </a:lnTo>
                    <a:lnTo>
                      <a:pt x="45" y="97"/>
                    </a:lnTo>
                    <a:lnTo>
                      <a:pt x="47" y="97"/>
                    </a:lnTo>
                    <a:lnTo>
                      <a:pt x="47" y="97"/>
                    </a:lnTo>
                    <a:lnTo>
                      <a:pt x="47" y="95"/>
                    </a:lnTo>
                    <a:lnTo>
                      <a:pt x="47" y="95"/>
                    </a:lnTo>
                    <a:lnTo>
                      <a:pt x="50" y="95"/>
                    </a:lnTo>
                    <a:lnTo>
                      <a:pt x="50" y="95"/>
                    </a:lnTo>
                    <a:lnTo>
                      <a:pt x="52" y="95"/>
                    </a:lnTo>
                    <a:lnTo>
                      <a:pt x="52" y="95"/>
                    </a:lnTo>
                    <a:lnTo>
                      <a:pt x="52" y="95"/>
                    </a:lnTo>
                    <a:lnTo>
                      <a:pt x="54" y="95"/>
                    </a:lnTo>
                    <a:lnTo>
                      <a:pt x="54" y="95"/>
                    </a:lnTo>
                    <a:lnTo>
                      <a:pt x="54" y="95"/>
                    </a:lnTo>
                    <a:lnTo>
                      <a:pt x="57" y="95"/>
                    </a:lnTo>
                    <a:lnTo>
                      <a:pt x="57" y="95"/>
                    </a:lnTo>
                    <a:lnTo>
                      <a:pt x="59" y="95"/>
                    </a:lnTo>
                    <a:lnTo>
                      <a:pt x="59" y="95"/>
                    </a:lnTo>
                    <a:lnTo>
                      <a:pt x="57" y="95"/>
                    </a:lnTo>
                    <a:lnTo>
                      <a:pt x="57" y="95"/>
                    </a:lnTo>
                    <a:lnTo>
                      <a:pt x="54" y="95"/>
                    </a:lnTo>
                    <a:lnTo>
                      <a:pt x="54" y="92"/>
                    </a:lnTo>
                    <a:lnTo>
                      <a:pt x="54" y="92"/>
                    </a:lnTo>
                    <a:lnTo>
                      <a:pt x="54" y="92"/>
                    </a:lnTo>
                    <a:lnTo>
                      <a:pt x="54" y="92"/>
                    </a:lnTo>
                    <a:lnTo>
                      <a:pt x="54" y="92"/>
                    </a:lnTo>
                    <a:lnTo>
                      <a:pt x="57" y="92"/>
                    </a:lnTo>
                    <a:lnTo>
                      <a:pt x="57" y="92"/>
                    </a:lnTo>
                    <a:lnTo>
                      <a:pt x="59" y="92"/>
                    </a:lnTo>
                    <a:lnTo>
                      <a:pt x="59" y="92"/>
                    </a:lnTo>
                    <a:lnTo>
                      <a:pt x="59" y="90"/>
                    </a:lnTo>
                    <a:lnTo>
                      <a:pt x="59" y="90"/>
                    </a:lnTo>
                    <a:lnTo>
                      <a:pt x="61" y="90"/>
                    </a:lnTo>
                    <a:lnTo>
                      <a:pt x="61" y="90"/>
                    </a:lnTo>
                    <a:lnTo>
                      <a:pt x="61" y="90"/>
                    </a:lnTo>
                    <a:lnTo>
                      <a:pt x="61" y="88"/>
                    </a:lnTo>
                    <a:lnTo>
                      <a:pt x="61" y="88"/>
                    </a:lnTo>
                    <a:lnTo>
                      <a:pt x="59" y="88"/>
                    </a:lnTo>
                    <a:lnTo>
                      <a:pt x="59" y="88"/>
                    </a:lnTo>
                    <a:lnTo>
                      <a:pt x="59" y="88"/>
                    </a:lnTo>
                    <a:lnTo>
                      <a:pt x="57" y="88"/>
                    </a:lnTo>
                    <a:lnTo>
                      <a:pt x="57" y="88"/>
                    </a:lnTo>
                    <a:lnTo>
                      <a:pt x="54" y="88"/>
                    </a:lnTo>
                    <a:lnTo>
                      <a:pt x="54" y="88"/>
                    </a:lnTo>
                    <a:lnTo>
                      <a:pt x="54" y="88"/>
                    </a:lnTo>
                    <a:lnTo>
                      <a:pt x="54" y="88"/>
                    </a:lnTo>
                    <a:lnTo>
                      <a:pt x="52" y="88"/>
                    </a:lnTo>
                    <a:lnTo>
                      <a:pt x="52" y="85"/>
                    </a:lnTo>
                    <a:lnTo>
                      <a:pt x="52" y="85"/>
                    </a:lnTo>
                    <a:lnTo>
                      <a:pt x="52" y="85"/>
                    </a:lnTo>
                    <a:lnTo>
                      <a:pt x="50" y="85"/>
                    </a:lnTo>
                    <a:lnTo>
                      <a:pt x="50" y="85"/>
                    </a:lnTo>
                    <a:lnTo>
                      <a:pt x="50" y="85"/>
                    </a:lnTo>
                    <a:lnTo>
                      <a:pt x="47" y="85"/>
                    </a:lnTo>
                    <a:lnTo>
                      <a:pt x="47" y="85"/>
                    </a:lnTo>
                    <a:lnTo>
                      <a:pt x="47" y="83"/>
                    </a:lnTo>
                    <a:lnTo>
                      <a:pt x="47" y="83"/>
                    </a:lnTo>
                    <a:lnTo>
                      <a:pt x="47" y="83"/>
                    </a:lnTo>
                    <a:lnTo>
                      <a:pt x="47" y="83"/>
                    </a:lnTo>
                    <a:lnTo>
                      <a:pt x="50" y="83"/>
                    </a:lnTo>
                    <a:lnTo>
                      <a:pt x="50" y="83"/>
                    </a:lnTo>
                    <a:lnTo>
                      <a:pt x="50" y="83"/>
                    </a:lnTo>
                    <a:lnTo>
                      <a:pt x="52" y="83"/>
                    </a:lnTo>
                    <a:lnTo>
                      <a:pt x="52" y="83"/>
                    </a:lnTo>
                    <a:lnTo>
                      <a:pt x="52" y="83"/>
                    </a:lnTo>
                    <a:lnTo>
                      <a:pt x="54" y="83"/>
                    </a:lnTo>
                    <a:lnTo>
                      <a:pt x="54" y="83"/>
                    </a:lnTo>
                    <a:lnTo>
                      <a:pt x="54" y="83"/>
                    </a:lnTo>
                    <a:lnTo>
                      <a:pt x="54" y="83"/>
                    </a:lnTo>
                    <a:lnTo>
                      <a:pt x="54" y="81"/>
                    </a:lnTo>
                    <a:lnTo>
                      <a:pt x="57" y="81"/>
                    </a:lnTo>
                    <a:lnTo>
                      <a:pt x="57" y="81"/>
                    </a:lnTo>
                    <a:lnTo>
                      <a:pt x="59" y="81"/>
                    </a:lnTo>
                    <a:lnTo>
                      <a:pt x="59" y="81"/>
                    </a:lnTo>
                    <a:lnTo>
                      <a:pt x="59" y="81"/>
                    </a:lnTo>
                    <a:lnTo>
                      <a:pt x="59" y="81"/>
                    </a:lnTo>
                    <a:lnTo>
                      <a:pt x="61" y="81"/>
                    </a:lnTo>
                    <a:lnTo>
                      <a:pt x="61" y="81"/>
                    </a:lnTo>
                    <a:lnTo>
                      <a:pt x="61" y="78"/>
                    </a:lnTo>
                    <a:lnTo>
                      <a:pt x="61" y="78"/>
                    </a:lnTo>
                    <a:lnTo>
                      <a:pt x="64" y="78"/>
                    </a:lnTo>
                    <a:lnTo>
                      <a:pt x="64" y="78"/>
                    </a:lnTo>
                    <a:lnTo>
                      <a:pt x="66" y="78"/>
                    </a:lnTo>
                    <a:lnTo>
                      <a:pt x="66" y="78"/>
                    </a:lnTo>
                    <a:lnTo>
                      <a:pt x="66" y="78"/>
                    </a:lnTo>
                    <a:lnTo>
                      <a:pt x="69" y="78"/>
                    </a:lnTo>
                    <a:lnTo>
                      <a:pt x="69" y="78"/>
                    </a:lnTo>
                    <a:lnTo>
                      <a:pt x="69" y="76"/>
                    </a:lnTo>
                    <a:lnTo>
                      <a:pt x="69" y="76"/>
                    </a:lnTo>
                    <a:lnTo>
                      <a:pt x="69" y="76"/>
                    </a:lnTo>
                    <a:lnTo>
                      <a:pt x="69" y="76"/>
                    </a:lnTo>
                    <a:lnTo>
                      <a:pt x="71" y="76"/>
                    </a:lnTo>
                    <a:lnTo>
                      <a:pt x="71" y="76"/>
                    </a:lnTo>
                    <a:lnTo>
                      <a:pt x="71" y="73"/>
                    </a:lnTo>
                    <a:lnTo>
                      <a:pt x="73" y="73"/>
                    </a:lnTo>
                    <a:lnTo>
                      <a:pt x="73" y="73"/>
                    </a:lnTo>
                    <a:lnTo>
                      <a:pt x="73" y="73"/>
                    </a:lnTo>
                    <a:lnTo>
                      <a:pt x="76" y="73"/>
                    </a:lnTo>
                    <a:lnTo>
                      <a:pt x="76" y="73"/>
                    </a:lnTo>
                    <a:lnTo>
                      <a:pt x="76" y="73"/>
                    </a:lnTo>
                    <a:lnTo>
                      <a:pt x="76" y="73"/>
                    </a:lnTo>
                    <a:lnTo>
                      <a:pt x="78" y="73"/>
                    </a:lnTo>
                    <a:lnTo>
                      <a:pt x="78" y="73"/>
                    </a:lnTo>
                    <a:lnTo>
                      <a:pt x="80" y="73"/>
                    </a:lnTo>
                    <a:lnTo>
                      <a:pt x="80" y="73"/>
                    </a:lnTo>
                    <a:lnTo>
                      <a:pt x="80" y="73"/>
                    </a:lnTo>
                    <a:lnTo>
                      <a:pt x="83" y="73"/>
                    </a:lnTo>
                    <a:lnTo>
                      <a:pt x="83" y="73"/>
                    </a:lnTo>
                    <a:lnTo>
                      <a:pt x="83" y="73"/>
                    </a:lnTo>
                    <a:lnTo>
                      <a:pt x="85" y="73"/>
                    </a:lnTo>
                    <a:lnTo>
                      <a:pt x="85" y="73"/>
                    </a:lnTo>
                    <a:lnTo>
                      <a:pt x="83" y="73"/>
                    </a:lnTo>
                    <a:lnTo>
                      <a:pt x="83" y="73"/>
                    </a:lnTo>
                    <a:lnTo>
                      <a:pt x="83" y="73"/>
                    </a:lnTo>
                    <a:lnTo>
                      <a:pt x="80" y="73"/>
                    </a:lnTo>
                    <a:lnTo>
                      <a:pt x="80" y="73"/>
                    </a:lnTo>
                    <a:lnTo>
                      <a:pt x="80" y="73"/>
                    </a:lnTo>
                    <a:lnTo>
                      <a:pt x="78" y="73"/>
                    </a:lnTo>
                    <a:lnTo>
                      <a:pt x="78" y="71"/>
                    </a:lnTo>
                    <a:lnTo>
                      <a:pt x="78" y="71"/>
                    </a:lnTo>
                    <a:lnTo>
                      <a:pt x="80" y="71"/>
                    </a:lnTo>
                    <a:lnTo>
                      <a:pt x="80" y="71"/>
                    </a:lnTo>
                    <a:lnTo>
                      <a:pt x="80" y="71"/>
                    </a:lnTo>
                    <a:lnTo>
                      <a:pt x="83" y="71"/>
                    </a:lnTo>
                    <a:lnTo>
                      <a:pt x="83" y="71"/>
                    </a:lnTo>
                    <a:lnTo>
                      <a:pt x="83" y="71"/>
                    </a:lnTo>
                    <a:lnTo>
                      <a:pt x="85" y="71"/>
                    </a:lnTo>
                    <a:lnTo>
                      <a:pt x="85" y="71"/>
                    </a:lnTo>
                    <a:lnTo>
                      <a:pt x="88" y="71"/>
                    </a:lnTo>
                    <a:lnTo>
                      <a:pt x="88" y="71"/>
                    </a:lnTo>
                    <a:lnTo>
                      <a:pt x="88" y="71"/>
                    </a:lnTo>
                    <a:lnTo>
                      <a:pt x="88" y="69"/>
                    </a:lnTo>
                    <a:lnTo>
                      <a:pt x="88" y="69"/>
                    </a:lnTo>
                    <a:lnTo>
                      <a:pt x="88" y="69"/>
                    </a:lnTo>
                    <a:lnTo>
                      <a:pt x="85" y="69"/>
                    </a:lnTo>
                    <a:lnTo>
                      <a:pt x="85" y="69"/>
                    </a:lnTo>
                    <a:lnTo>
                      <a:pt x="83" y="69"/>
                    </a:lnTo>
                    <a:lnTo>
                      <a:pt x="83" y="69"/>
                    </a:lnTo>
                    <a:lnTo>
                      <a:pt x="83" y="69"/>
                    </a:lnTo>
                    <a:lnTo>
                      <a:pt x="83" y="69"/>
                    </a:lnTo>
                    <a:lnTo>
                      <a:pt x="83" y="69"/>
                    </a:lnTo>
                    <a:lnTo>
                      <a:pt x="83" y="66"/>
                    </a:lnTo>
                    <a:lnTo>
                      <a:pt x="83" y="66"/>
                    </a:lnTo>
                    <a:lnTo>
                      <a:pt x="85" y="66"/>
                    </a:lnTo>
                    <a:lnTo>
                      <a:pt x="85" y="66"/>
                    </a:lnTo>
                    <a:lnTo>
                      <a:pt x="85" y="66"/>
                    </a:lnTo>
                    <a:lnTo>
                      <a:pt x="88" y="66"/>
                    </a:lnTo>
                    <a:lnTo>
                      <a:pt x="88" y="66"/>
                    </a:lnTo>
                    <a:lnTo>
                      <a:pt x="88" y="66"/>
                    </a:lnTo>
                    <a:lnTo>
                      <a:pt x="88" y="66"/>
                    </a:lnTo>
                    <a:lnTo>
                      <a:pt x="88" y="66"/>
                    </a:lnTo>
                    <a:lnTo>
                      <a:pt x="90" y="66"/>
                    </a:lnTo>
                    <a:lnTo>
                      <a:pt x="90" y="66"/>
                    </a:lnTo>
                    <a:lnTo>
                      <a:pt x="92" y="66"/>
                    </a:lnTo>
                    <a:lnTo>
                      <a:pt x="92" y="66"/>
                    </a:lnTo>
                    <a:lnTo>
                      <a:pt x="92" y="66"/>
                    </a:lnTo>
                    <a:lnTo>
                      <a:pt x="95" y="66"/>
                    </a:lnTo>
                    <a:lnTo>
                      <a:pt x="95" y="66"/>
                    </a:lnTo>
                    <a:lnTo>
                      <a:pt x="95" y="66"/>
                    </a:lnTo>
                    <a:lnTo>
                      <a:pt x="97" y="66"/>
                    </a:lnTo>
                    <a:lnTo>
                      <a:pt x="97" y="66"/>
                    </a:lnTo>
                    <a:lnTo>
                      <a:pt x="97" y="64"/>
                    </a:lnTo>
                    <a:lnTo>
                      <a:pt x="97" y="64"/>
                    </a:lnTo>
                    <a:lnTo>
                      <a:pt x="95" y="64"/>
                    </a:lnTo>
                    <a:lnTo>
                      <a:pt x="95" y="64"/>
                    </a:lnTo>
                    <a:lnTo>
                      <a:pt x="95" y="64"/>
                    </a:lnTo>
                    <a:lnTo>
                      <a:pt x="92" y="64"/>
                    </a:lnTo>
                    <a:lnTo>
                      <a:pt x="92" y="64"/>
                    </a:lnTo>
                    <a:lnTo>
                      <a:pt x="92" y="64"/>
                    </a:lnTo>
                    <a:lnTo>
                      <a:pt x="90" y="64"/>
                    </a:lnTo>
                    <a:lnTo>
                      <a:pt x="90" y="64"/>
                    </a:lnTo>
                    <a:lnTo>
                      <a:pt x="90" y="64"/>
                    </a:lnTo>
                    <a:lnTo>
                      <a:pt x="88" y="64"/>
                    </a:lnTo>
                    <a:lnTo>
                      <a:pt x="88" y="64"/>
                    </a:lnTo>
                    <a:lnTo>
                      <a:pt x="88" y="64"/>
                    </a:lnTo>
                    <a:lnTo>
                      <a:pt x="88" y="64"/>
                    </a:lnTo>
                    <a:lnTo>
                      <a:pt x="88" y="62"/>
                    </a:lnTo>
                    <a:lnTo>
                      <a:pt x="88" y="62"/>
                    </a:lnTo>
                    <a:lnTo>
                      <a:pt x="90" y="62"/>
                    </a:lnTo>
                    <a:lnTo>
                      <a:pt x="90" y="62"/>
                    </a:lnTo>
                    <a:lnTo>
                      <a:pt x="92" y="62"/>
                    </a:lnTo>
                    <a:lnTo>
                      <a:pt x="92" y="62"/>
                    </a:lnTo>
                    <a:lnTo>
                      <a:pt x="92" y="59"/>
                    </a:lnTo>
                    <a:lnTo>
                      <a:pt x="92" y="59"/>
                    </a:lnTo>
                    <a:lnTo>
                      <a:pt x="95" y="59"/>
                    </a:lnTo>
                    <a:lnTo>
                      <a:pt x="95" y="59"/>
                    </a:lnTo>
                    <a:lnTo>
                      <a:pt x="95" y="59"/>
                    </a:lnTo>
                    <a:lnTo>
                      <a:pt x="97" y="59"/>
                    </a:lnTo>
                    <a:lnTo>
                      <a:pt x="97" y="59"/>
                    </a:lnTo>
                    <a:lnTo>
                      <a:pt x="97" y="62"/>
                    </a:lnTo>
                    <a:lnTo>
                      <a:pt x="99" y="62"/>
                    </a:lnTo>
                    <a:lnTo>
                      <a:pt x="99" y="59"/>
                    </a:lnTo>
                    <a:lnTo>
                      <a:pt x="99" y="59"/>
                    </a:lnTo>
                    <a:lnTo>
                      <a:pt x="99" y="59"/>
                    </a:lnTo>
                    <a:lnTo>
                      <a:pt x="102" y="59"/>
                    </a:lnTo>
                    <a:lnTo>
                      <a:pt x="102" y="59"/>
                    </a:lnTo>
                    <a:lnTo>
                      <a:pt x="102" y="59"/>
                    </a:lnTo>
                    <a:lnTo>
                      <a:pt x="104" y="59"/>
                    </a:lnTo>
                    <a:lnTo>
                      <a:pt x="104" y="59"/>
                    </a:lnTo>
                    <a:lnTo>
                      <a:pt x="106" y="59"/>
                    </a:lnTo>
                    <a:lnTo>
                      <a:pt x="106" y="59"/>
                    </a:lnTo>
                    <a:lnTo>
                      <a:pt x="106" y="59"/>
                    </a:lnTo>
                    <a:lnTo>
                      <a:pt x="106" y="59"/>
                    </a:lnTo>
                    <a:lnTo>
                      <a:pt x="104" y="59"/>
                    </a:lnTo>
                    <a:lnTo>
                      <a:pt x="104" y="59"/>
                    </a:lnTo>
                    <a:lnTo>
                      <a:pt x="102" y="59"/>
                    </a:lnTo>
                    <a:lnTo>
                      <a:pt x="102" y="59"/>
                    </a:lnTo>
                    <a:lnTo>
                      <a:pt x="102" y="59"/>
                    </a:lnTo>
                    <a:lnTo>
                      <a:pt x="99" y="59"/>
                    </a:lnTo>
                    <a:lnTo>
                      <a:pt x="99" y="59"/>
                    </a:lnTo>
                    <a:lnTo>
                      <a:pt x="99" y="59"/>
                    </a:lnTo>
                    <a:lnTo>
                      <a:pt x="97" y="59"/>
                    </a:lnTo>
                    <a:lnTo>
                      <a:pt x="97" y="59"/>
                    </a:lnTo>
                    <a:lnTo>
                      <a:pt x="95" y="59"/>
                    </a:lnTo>
                    <a:lnTo>
                      <a:pt x="95" y="57"/>
                    </a:lnTo>
                    <a:lnTo>
                      <a:pt x="95" y="57"/>
                    </a:lnTo>
                    <a:lnTo>
                      <a:pt x="95" y="57"/>
                    </a:lnTo>
                    <a:lnTo>
                      <a:pt x="95" y="57"/>
                    </a:lnTo>
                    <a:lnTo>
                      <a:pt x="97" y="57"/>
                    </a:lnTo>
                    <a:lnTo>
                      <a:pt x="97" y="57"/>
                    </a:lnTo>
                    <a:lnTo>
                      <a:pt x="97" y="55"/>
                    </a:lnTo>
                    <a:lnTo>
                      <a:pt x="99" y="55"/>
                    </a:lnTo>
                    <a:lnTo>
                      <a:pt x="99" y="55"/>
                    </a:lnTo>
                    <a:lnTo>
                      <a:pt x="99" y="55"/>
                    </a:lnTo>
                    <a:lnTo>
                      <a:pt x="102" y="55"/>
                    </a:lnTo>
                    <a:lnTo>
                      <a:pt x="102" y="55"/>
                    </a:lnTo>
                    <a:lnTo>
                      <a:pt x="102" y="55"/>
                    </a:lnTo>
                    <a:lnTo>
                      <a:pt x="102" y="55"/>
                    </a:lnTo>
                    <a:lnTo>
                      <a:pt x="104" y="55"/>
                    </a:lnTo>
                    <a:lnTo>
                      <a:pt x="104" y="55"/>
                    </a:lnTo>
                    <a:lnTo>
                      <a:pt x="104" y="52"/>
                    </a:lnTo>
                    <a:lnTo>
                      <a:pt x="106" y="52"/>
                    </a:lnTo>
                    <a:lnTo>
                      <a:pt x="106" y="52"/>
                    </a:lnTo>
                    <a:lnTo>
                      <a:pt x="104" y="52"/>
                    </a:lnTo>
                    <a:lnTo>
                      <a:pt x="104" y="52"/>
                    </a:lnTo>
                    <a:lnTo>
                      <a:pt x="104" y="52"/>
                    </a:lnTo>
                    <a:lnTo>
                      <a:pt x="102" y="52"/>
                    </a:lnTo>
                    <a:lnTo>
                      <a:pt x="102" y="52"/>
                    </a:lnTo>
                    <a:lnTo>
                      <a:pt x="102" y="52"/>
                    </a:lnTo>
                    <a:lnTo>
                      <a:pt x="99" y="52"/>
                    </a:lnTo>
                    <a:lnTo>
                      <a:pt x="99" y="52"/>
                    </a:lnTo>
                    <a:lnTo>
                      <a:pt x="99" y="52"/>
                    </a:lnTo>
                    <a:lnTo>
                      <a:pt x="97" y="52"/>
                    </a:lnTo>
                    <a:lnTo>
                      <a:pt x="97" y="52"/>
                    </a:lnTo>
                    <a:lnTo>
                      <a:pt x="95" y="52"/>
                    </a:lnTo>
                    <a:lnTo>
                      <a:pt x="95" y="52"/>
                    </a:lnTo>
                    <a:lnTo>
                      <a:pt x="97" y="52"/>
                    </a:lnTo>
                    <a:lnTo>
                      <a:pt x="97" y="52"/>
                    </a:lnTo>
                    <a:lnTo>
                      <a:pt x="95" y="52"/>
                    </a:lnTo>
                    <a:lnTo>
                      <a:pt x="95" y="52"/>
                    </a:lnTo>
                    <a:lnTo>
                      <a:pt x="95" y="52"/>
                    </a:lnTo>
                    <a:lnTo>
                      <a:pt x="92" y="52"/>
                    </a:lnTo>
                    <a:lnTo>
                      <a:pt x="92" y="50"/>
                    </a:lnTo>
                    <a:lnTo>
                      <a:pt x="95" y="50"/>
                    </a:lnTo>
                    <a:lnTo>
                      <a:pt x="95" y="50"/>
                    </a:lnTo>
                    <a:lnTo>
                      <a:pt x="95" y="47"/>
                    </a:lnTo>
                    <a:lnTo>
                      <a:pt x="95" y="47"/>
                    </a:lnTo>
                    <a:lnTo>
                      <a:pt x="95" y="47"/>
                    </a:lnTo>
                    <a:lnTo>
                      <a:pt x="95" y="47"/>
                    </a:lnTo>
                    <a:lnTo>
                      <a:pt x="97" y="47"/>
                    </a:lnTo>
                    <a:lnTo>
                      <a:pt x="97" y="47"/>
                    </a:lnTo>
                    <a:lnTo>
                      <a:pt x="99" y="47"/>
                    </a:lnTo>
                    <a:lnTo>
                      <a:pt x="99" y="47"/>
                    </a:lnTo>
                    <a:lnTo>
                      <a:pt x="99" y="47"/>
                    </a:lnTo>
                    <a:lnTo>
                      <a:pt x="102" y="47"/>
                    </a:lnTo>
                    <a:lnTo>
                      <a:pt x="102" y="47"/>
                    </a:lnTo>
                    <a:lnTo>
                      <a:pt x="102" y="47"/>
                    </a:lnTo>
                    <a:lnTo>
                      <a:pt x="104" y="47"/>
                    </a:lnTo>
                    <a:lnTo>
                      <a:pt x="104" y="47"/>
                    </a:lnTo>
                    <a:lnTo>
                      <a:pt x="104" y="47"/>
                    </a:lnTo>
                    <a:lnTo>
                      <a:pt x="104" y="47"/>
                    </a:lnTo>
                    <a:lnTo>
                      <a:pt x="106" y="47"/>
                    </a:lnTo>
                    <a:lnTo>
                      <a:pt x="106" y="47"/>
                    </a:lnTo>
                    <a:lnTo>
                      <a:pt x="106" y="47"/>
                    </a:lnTo>
                    <a:lnTo>
                      <a:pt x="106" y="47"/>
                    </a:lnTo>
                    <a:lnTo>
                      <a:pt x="106" y="50"/>
                    </a:lnTo>
                    <a:lnTo>
                      <a:pt x="109" y="50"/>
                    </a:lnTo>
                    <a:lnTo>
                      <a:pt x="109" y="50"/>
                    </a:lnTo>
                    <a:lnTo>
                      <a:pt x="109" y="50"/>
                    </a:lnTo>
                    <a:lnTo>
                      <a:pt x="109" y="50"/>
                    </a:lnTo>
                    <a:lnTo>
                      <a:pt x="111" y="50"/>
                    </a:lnTo>
                    <a:lnTo>
                      <a:pt x="111" y="50"/>
                    </a:lnTo>
                    <a:lnTo>
                      <a:pt x="111" y="50"/>
                    </a:lnTo>
                    <a:lnTo>
                      <a:pt x="111" y="47"/>
                    </a:lnTo>
                    <a:lnTo>
                      <a:pt x="114" y="47"/>
                    </a:lnTo>
                    <a:lnTo>
                      <a:pt x="114" y="47"/>
                    </a:lnTo>
                    <a:lnTo>
                      <a:pt x="114" y="47"/>
                    </a:lnTo>
                    <a:lnTo>
                      <a:pt x="114" y="47"/>
                    </a:lnTo>
                    <a:lnTo>
                      <a:pt x="116" y="47"/>
                    </a:lnTo>
                    <a:lnTo>
                      <a:pt x="116" y="47"/>
                    </a:lnTo>
                    <a:lnTo>
                      <a:pt x="116" y="47"/>
                    </a:lnTo>
                    <a:lnTo>
                      <a:pt x="116" y="45"/>
                    </a:lnTo>
                    <a:lnTo>
                      <a:pt x="116" y="45"/>
                    </a:lnTo>
                    <a:lnTo>
                      <a:pt x="116" y="45"/>
                    </a:lnTo>
                    <a:lnTo>
                      <a:pt x="114" y="45"/>
                    </a:lnTo>
                    <a:lnTo>
                      <a:pt x="114" y="45"/>
                    </a:lnTo>
                    <a:lnTo>
                      <a:pt x="114" y="45"/>
                    </a:lnTo>
                    <a:lnTo>
                      <a:pt x="114" y="43"/>
                    </a:lnTo>
                    <a:lnTo>
                      <a:pt x="114" y="43"/>
                    </a:lnTo>
                    <a:lnTo>
                      <a:pt x="116" y="43"/>
                    </a:lnTo>
                    <a:lnTo>
                      <a:pt x="116" y="43"/>
                    </a:lnTo>
                    <a:lnTo>
                      <a:pt x="116" y="43"/>
                    </a:lnTo>
                    <a:lnTo>
                      <a:pt x="116" y="43"/>
                    </a:lnTo>
                    <a:lnTo>
                      <a:pt x="118" y="43"/>
                    </a:lnTo>
                    <a:lnTo>
                      <a:pt x="118" y="43"/>
                    </a:lnTo>
                    <a:lnTo>
                      <a:pt x="121" y="43"/>
                    </a:lnTo>
                    <a:lnTo>
                      <a:pt x="121" y="43"/>
                    </a:lnTo>
                    <a:lnTo>
                      <a:pt x="121" y="43"/>
                    </a:lnTo>
                    <a:lnTo>
                      <a:pt x="123" y="43"/>
                    </a:lnTo>
                    <a:lnTo>
                      <a:pt x="123" y="43"/>
                    </a:lnTo>
                    <a:lnTo>
                      <a:pt x="125" y="43"/>
                    </a:lnTo>
                    <a:lnTo>
                      <a:pt x="125" y="43"/>
                    </a:lnTo>
                    <a:lnTo>
                      <a:pt x="125" y="43"/>
                    </a:lnTo>
                    <a:lnTo>
                      <a:pt x="128" y="43"/>
                    </a:lnTo>
                    <a:lnTo>
                      <a:pt x="128" y="43"/>
                    </a:lnTo>
                    <a:lnTo>
                      <a:pt x="128" y="43"/>
                    </a:lnTo>
                    <a:lnTo>
                      <a:pt x="130" y="43"/>
                    </a:lnTo>
                    <a:lnTo>
                      <a:pt x="130" y="43"/>
                    </a:lnTo>
                    <a:lnTo>
                      <a:pt x="130" y="43"/>
                    </a:lnTo>
                    <a:lnTo>
                      <a:pt x="132" y="43"/>
                    </a:lnTo>
                    <a:lnTo>
                      <a:pt x="132" y="43"/>
                    </a:lnTo>
                    <a:lnTo>
                      <a:pt x="132" y="43"/>
                    </a:lnTo>
                    <a:lnTo>
                      <a:pt x="135" y="43"/>
                    </a:lnTo>
                    <a:lnTo>
                      <a:pt x="135" y="43"/>
                    </a:lnTo>
                    <a:lnTo>
                      <a:pt x="135" y="43"/>
                    </a:lnTo>
                    <a:lnTo>
                      <a:pt x="135" y="43"/>
                    </a:lnTo>
                    <a:lnTo>
                      <a:pt x="135" y="43"/>
                    </a:lnTo>
                    <a:lnTo>
                      <a:pt x="132" y="43"/>
                    </a:lnTo>
                    <a:lnTo>
                      <a:pt x="132" y="43"/>
                    </a:lnTo>
                    <a:lnTo>
                      <a:pt x="132" y="40"/>
                    </a:lnTo>
                    <a:lnTo>
                      <a:pt x="132" y="40"/>
                    </a:lnTo>
                    <a:lnTo>
                      <a:pt x="132" y="40"/>
                    </a:lnTo>
                    <a:lnTo>
                      <a:pt x="132" y="40"/>
                    </a:lnTo>
                    <a:lnTo>
                      <a:pt x="132" y="38"/>
                    </a:lnTo>
                    <a:lnTo>
                      <a:pt x="132" y="38"/>
                    </a:lnTo>
                    <a:lnTo>
                      <a:pt x="135" y="38"/>
                    </a:lnTo>
                    <a:lnTo>
                      <a:pt x="135" y="38"/>
                    </a:lnTo>
                    <a:lnTo>
                      <a:pt x="135" y="38"/>
                    </a:lnTo>
                    <a:lnTo>
                      <a:pt x="137" y="38"/>
                    </a:lnTo>
                    <a:lnTo>
                      <a:pt x="137" y="38"/>
                    </a:lnTo>
                    <a:lnTo>
                      <a:pt x="140" y="38"/>
                    </a:lnTo>
                    <a:lnTo>
                      <a:pt x="140" y="38"/>
                    </a:lnTo>
                    <a:lnTo>
                      <a:pt x="140" y="38"/>
                    </a:lnTo>
                    <a:lnTo>
                      <a:pt x="140" y="36"/>
                    </a:lnTo>
                    <a:lnTo>
                      <a:pt x="140" y="36"/>
                    </a:lnTo>
                    <a:lnTo>
                      <a:pt x="140" y="36"/>
                    </a:lnTo>
                    <a:lnTo>
                      <a:pt x="142" y="36"/>
                    </a:lnTo>
                    <a:lnTo>
                      <a:pt x="142" y="36"/>
                    </a:lnTo>
                    <a:lnTo>
                      <a:pt x="142" y="36"/>
                    </a:lnTo>
                    <a:lnTo>
                      <a:pt x="144" y="36"/>
                    </a:lnTo>
                    <a:lnTo>
                      <a:pt x="144" y="36"/>
                    </a:lnTo>
                    <a:lnTo>
                      <a:pt x="144" y="33"/>
                    </a:lnTo>
                    <a:lnTo>
                      <a:pt x="147" y="33"/>
                    </a:lnTo>
                    <a:lnTo>
                      <a:pt x="147" y="36"/>
                    </a:lnTo>
                    <a:lnTo>
                      <a:pt x="147" y="36"/>
                    </a:lnTo>
                    <a:lnTo>
                      <a:pt x="147" y="33"/>
                    </a:lnTo>
                    <a:lnTo>
                      <a:pt x="147" y="33"/>
                    </a:lnTo>
                    <a:lnTo>
                      <a:pt x="149" y="33"/>
                    </a:lnTo>
                    <a:lnTo>
                      <a:pt x="149" y="33"/>
                    </a:lnTo>
                    <a:lnTo>
                      <a:pt x="149" y="33"/>
                    </a:lnTo>
                    <a:lnTo>
                      <a:pt x="151" y="33"/>
                    </a:lnTo>
                    <a:lnTo>
                      <a:pt x="151" y="33"/>
                    </a:lnTo>
                    <a:lnTo>
                      <a:pt x="154" y="33"/>
                    </a:lnTo>
                    <a:lnTo>
                      <a:pt x="154" y="33"/>
                    </a:lnTo>
                    <a:lnTo>
                      <a:pt x="154" y="33"/>
                    </a:lnTo>
                    <a:lnTo>
                      <a:pt x="151" y="33"/>
                    </a:lnTo>
                    <a:lnTo>
                      <a:pt x="151" y="31"/>
                    </a:lnTo>
                    <a:lnTo>
                      <a:pt x="154" y="31"/>
                    </a:lnTo>
                    <a:lnTo>
                      <a:pt x="154" y="31"/>
                    </a:lnTo>
                    <a:lnTo>
                      <a:pt x="154" y="33"/>
                    </a:lnTo>
                    <a:lnTo>
                      <a:pt x="154" y="33"/>
                    </a:lnTo>
                    <a:lnTo>
                      <a:pt x="156" y="33"/>
                    </a:lnTo>
                    <a:lnTo>
                      <a:pt x="156" y="33"/>
                    </a:lnTo>
                    <a:lnTo>
                      <a:pt x="156" y="31"/>
                    </a:lnTo>
                    <a:lnTo>
                      <a:pt x="159" y="31"/>
                    </a:lnTo>
                    <a:lnTo>
                      <a:pt x="159" y="31"/>
                    </a:lnTo>
                    <a:lnTo>
                      <a:pt x="159" y="31"/>
                    </a:lnTo>
                    <a:lnTo>
                      <a:pt x="159" y="28"/>
                    </a:lnTo>
                    <a:lnTo>
                      <a:pt x="159" y="28"/>
                    </a:lnTo>
                    <a:lnTo>
                      <a:pt x="161" y="28"/>
                    </a:lnTo>
                    <a:lnTo>
                      <a:pt x="161" y="28"/>
                    </a:lnTo>
                    <a:lnTo>
                      <a:pt x="161" y="28"/>
                    </a:lnTo>
                    <a:lnTo>
                      <a:pt x="161" y="28"/>
                    </a:lnTo>
                    <a:lnTo>
                      <a:pt x="163" y="28"/>
                    </a:lnTo>
                    <a:lnTo>
                      <a:pt x="163" y="28"/>
                    </a:lnTo>
                    <a:lnTo>
                      <a:pt x="166" y="28"/>
                    </a:lnTo>
                    <a:lnTo>
                      <a:pt x="166" y="28"/>
                    </a:lnTo>
                    <a:lnTo>
                      <a:pt x="166" y="26"/>
                    </a:lnTo>
                    <a:lnTo>
                      <a:pt x="166" y="26"/>
                    </a:lnTo>
                    <a:lnTo>
                      <a:pt x="168" y="26"/>
                    </a:lnTo>
                    <a:lnTo>
                      <a:pt x="168" y="26"/>
                    </a:lnTo>
                    <a:lnTo>
                      <a:pt x="168" y="26"/>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62"/>
              <p:cNvSpPr>
                <a:spLocks/>
              </p:cNvSpPr>
              <p:nvPr/>
            </p:nvSpPr>
            <p:spPr bwMode="auto">
              <a:xfrm>
                <a:off x="1934" y="798"/>
                <a:ext cx="379" cy="168"/>
              </a:xfrm>
              <a:custGeom>
                <a:avLst/>
                <a:gdLst/>
                <a:ahLst/>
                <a:cxnLst>
                  <a:cxn ang="0">
                    <a:pos x="185" y="24"/>
                  </a:cxn>
                  <a:cxn ang="0">
                    <a:pos x="199" y="24"/>
                  </a:cxn>
                  <a:cxn ang="0">
                    <a:pos x="211" y="19"/>
                  </a:cxn>
                  <a:cxn ang="0">
                    <a:pos x="234" y="19"/>
                  </a:cxn>
                  <a:cxn ang="0">
                    <a:pos x="253" y="21"/>
                  </a:cxn>
                  <a:cxn ang="0">
                    <a:pos x="275" y="17"/>
                  </a:cxn>
                  <a:cxn ang="0">
                    <a:pos x="296" y="14"/>
                  </a:cxn>
                  <a:cxn ang="0">
                    <a:pos x="308" y="10"/>
                  </a:cxn>
                  <a:cxn ang="0">
                    <a:pos x="329" y="5"/>
                  </a:cxn>
                  <a:cxn ang="0">
                    <a:pos x="353" y="0"/>
                  </a:cxn>
                  <a:cxn ang="0">
                    <a:pos x="372" y="5"/>
                  </a:cxn>
                  <a:cxn ang="0">
                    <a:pos x="374" y="14"/>
                  </a:cxn>
                  <a:cxn ang="0">
                    <a:pos x="353" y="21"/>
                  </a:cxn>
                  <a:cxn ang="0">
                    <a:pos x="331" y="26"/>
                  </a:cxn>
                  <a:cxn ang="0">
                    <a:pos x="310" y="28"/>
                  </a:cxn>
                  <a:cxn ang="0">
                    <a:pos x="289" y="33"/>
                  </a:cxn>
                  <a:cxn ang="0">
                    <a:pos x="265" y="36"/>
                  </a:cxn>
                  <a:cxn ang="0">
                    <a:pos x="248" y="38"/>
                  </a:cxn>
                  <a:cxn ang="0">
                    <a:pos x="227" y="43"/>
                  </a:cxn>
                  <a:cxn ang="0">
                    <a:pos x="208" y="47"/>
                  </a:cxn>
                  <a:cxn ang="0">
                    <a:pos x="196" y="52"/>
                  </a:cxn>
                  <a:cxn ang="0">
                    <a:pos x="185" y="59"/>
                  </a:cxn>
                  <a:cxn ang="0">
                    <a:pos x="168" y="62"/>
                  </a:cxn>
                  <a:cxn ang="0">
                    <a:pos x="163" y="71"/>
                  </a:cxn>
                  <a:cxn ang="0">
                    <a:pos x="154" y="73"/>
                  </a:cxn>
                  <a:cxn ang="0">
                    <a:pos x="140" y="78"/>
                  </a:cxn>
                  <a:cxn ang="0">
                    <a:pos x="130" y="90"/>
                  </a:cxn>
                  <a:cxn ang="0">
                    <a:pos x="116" y="95"/>
                  </a:cxn>
                  <a:cxn ang="0">
                    <a:pos x="104" y="104"/>
                  </a:cxn>
                  <a:cxn ang="0">
                    <a:pos x="90" y="114"/>
                  </a:cxn>
                  <a:cxn ang="0">
                    <a:pos x="88" y="130"/>
                  </a:cxn>
                  <a:cxn ang="0">
                    <a:pos x="99" y="145"/>
                  </a:cxn>
                  <a:cxn ang="0">
                    <a:pos x="116" y="154"/>
                  </a:cxn>
                  <a:cxn ang="0">
                    <a:pos x="130" y="161"/>
                  </a:cxn>
                  <a:cxn ang="0">
                    <a:pos x="118" y="166"/>
                  </a:cxn>
                  <a:cxn ang="0">
                    <a:pos x="104" y="166"/>
                  </a:cxn>
                  <a:cxn ang="0">
                    <a:pos x="88" y="164"/>
                  </a:cxn>
                  <a:cxn ang="0">
                    <a:pos x="66" y="164"/>
                  </a:cxn>
                  <a:cxn ang="0">
                    <a:pos x="47" y="161"/>
                  </a:cxn>
                  <a:cxn ang="0">
                    <a:pos x="45" y="152"/>
                  </a:cxn>
                  <a:cxn ang="0">
                    <a:pos x="35" y="152"/>
                  </a:cxn>
                  <a:cxn ang="0">
                    <a:pos x="26" y="149"/>
                  </a:cxn>
                  <a:cxn ang="0">
                    <a:pos x="19" y="142"/>
                  </a:cxn>
                  <a:cxn ang="0">
                    <a:pos x="2" y="137"/>
                  </a:cxn>
                  <a:cxn ang="0">
                    <a:pos x="9" y="123"/>
                  </a:cxn>
                  <a:cxn ang="0">
                    <a:pos x="26" y="119"/>
                  </a:cxn>
                  <a:cxn ang="0">
                    <a:pos x="28" y="107"/>
                  </a:cxn>
                  <a:cxn ang="0">
                    <a:pos x="43" y="97"/>
                  </a:cxn>
                  <a:cxn ang="0">
                    <a:pos x="57" y="92"/>
                  </a:cxn>
                  <a:cxn ang="0">
                    <a:pos x="47" y="85"/>
                  </a:cxn>
                  <a:cxn ang="0">
                    <a:pos x="66" y="78"/>
                  </a:cxn>
                  <a:cxn ang="0">
                    <a:pos x="85" y="73"/>
                  </a:cxn>
                  <a:cxn ang="0">
                    <a:pos x="83" y="69"/>
                  </a:cxn>
                  <a:cxn ang="0">
                    <a:pos x="92" y="64"/>
                  </a:cxn>
                  <a:cxn ang="0">
                    <a:pos x="102" y="59"/>
                  </a:cxn>
                  <a:cxn ang="0">
                    <a:pos x="99" y="55"/>
                  </a:cxn>
                  <a:cxn ang="0">
                    <a:pos x="95" y="52"/>
                  </a:cxn>
                  <a:cxn ang="0">
                    <a:pos x="109" y="50"/>
                  </a:cxn>
                  <a:cxn ang="0">
                    <a:pos x="121" y="43"/>
                  </a:cxn>
                  <a:cxn ang="0">
                    <a:pos x="132" y="38"/>
                  </a:cxn>
                  <a:cxn ang="0">
                    <a:pos x="154" y="33"/>
                  </a:cxn>
                  <a:cxn ang="0">
                    <a:pos x="168" y="26"/>
                  </a:cxn>
                </a:cxnLst>
                <a:rect l="0" t="0" r="r" b="b"/>
                <a:pathLst>
                  <a:path w="379" h="168">
                    <a:moveTo>
                      <a:pt x="168" y="26"/>
                    </a:moveTo>
                    <a:lnTo>
                      <a:pt x="168" y="28"/>
                    </a:lnTo>
                    <a:lnTo>
                      <a:pt x="170" y="28"/>
                    </a:lnTo>
                    <a:lnTo>
                      <a:pt x="170" y="28"/>
                    </a:lnTo>
                    <a:lnTo>
                      <a:pt x="173" y="28"/>
                    </a:lnTo>
                    <a:lnTo>
                      <a:pt x="173" y="28"/>
                    </a:lnTo>
                    <a:lnTo>
                      <a:pt x="173" y="28"/>
                    </a:lnTo>
                    <a:lnTo>
                      <a:pt x="175" y="28"/>
                    </a:lnTo>
                    <a:lnTo>
                      <a:pt x="175" y="28"/>
                    </a:lnTo>
                    <a:lnTo>
                      <a:pt x="175" y="28"/>
                    </a:lnTo>
                    <a:lnTo>
                      <a:pt x="175" y="28"/>
                    </a:lnTo>
                    <a:lnTo>
                      <a:pt x="177" y="28"/>
                    </a:lnTo>
                    <a:lnTo>
                      <a:pt x="177" y="28"/>
                    </a:lnTo>
                    <a:lnTo>
                      <a:pt x="180" y="28"/>
                    </a:lnTo>
                    <a:lnTo>
                      <a:pt x="180" y="28"/>
                    </a:lnTo>
                    <a:lnTo>
                      <a:pt x="180" y="28"/>
                    </a:lnTo>
                    <a:lnTo>
                      <a:pt x="180" y="28"/>
                    </a:lnTo>
                    <a:lnTo>
                      <a:pt x="182" y="28"/>
                    </a:lnTo>
                    <a:lnTo>
                      <a:pt x="182" y="28"/>
                    </a:lnTo>
                    <a:lnTo>
                      <a:pt x="182" y="28"/>
                    </a:lnTo>
                    <a:lnTo>
                      <a:pt x="185" y="28"/>
                    </a:lnTo>
                    <a:lnTo>
                      <a:pt x="185" y="26"/>
                    </a:lnTo>
                    <a:lnTo>
                      <a:pt x="185" y="26"/>
                    </a:lnTo>
                    <a:lnTo>
                      <a:pt x="187" y="26"/>
                    </a:lnTo>
                    <a:lnTo>
                      <a:pt x="187" y="26"/>
                    </a:lnTo>
                    <a:lnTo>
                      <a:pt x="185" y="26"/>
                    </a:lnTo>
                    <a:lnTo>
                      <a:pt x="185" y="24"/>
                    </a:lnTo>
                    <a:lnTo>
                      <a:pt x="185" y="24"/>
                    </a:lnTo>
                    <a:lnTo>
                      <a:pt x="182" y="24"/>
                    </a:lnTo>
                    <a:lnTo>
                      <a:pt x="182" y="24"/>
                    </a:lnTo>
                    <a:lnTo>
                      <a:pt x="182" y="24"/>
                    </a:lnTo>
                    <a:lnTo>
                      <a:pt x="182" y="24"/>
                    </a:lnTo>
                    <a:lnTo>
                      <a:pt x="182" y="24"/>
                    </a:lnTo>
                    <a:lnTo>
                      <a:pt x="182" y="24"/>
                    </a:lnTo>
                    <a:lnTo>
                      <a:pt x="185" y="24"/>
                    </a:lnTo>
                    <a:lnTo>
                      <a:pt x="185" y="24"/>
                    </a:lnTo>
                    <a:lnTo>
                      <a:pt x="185" y="24"/>
                    </a:lnTo>
                    <a:lnTo>
                      <a:pt x="187" y="24"/>
                    </a:lnTo>
                    <a:lnTo>
                      <a:pt x="187" y="24"/>
                    </a:lnTo>
                    <a:lnTo>
                      <a:pt x="187" y="24"/>
                    </a:lnTo>
                    <a:lnTo>
                      <a:pt x="189" y="24"/>
                    </a:lnTo>
                    <a:lnTo>
                      <a:pt x="189" y="24"/>
                    </a:lnTo>
                    <a:lnTo>
                      <a:pt x="189" y="24"/>
                    </a:lnTo>
                    <a:lnTo>
                      <a:pt x="192" y="24"/>
                    </a:lnTo>
                    <a:lnTo>
                      <a:pt x="192" y="21"/>
                    </a:lnTo>
                    <a:lnTo>
                      <a:pt x="192" y="21"/>
                    </a:lnTo>
                    <a:lnTo>
                      <a:pt x="194" y="21"/>
                    </a:lnTo>
                    <a:lnTo>
                      <a:pt x="194" y="21"/>
                    </a:lnTo>
                    <a:lnTo>
                      <a:pt x="194" y="21"/>
                    </a:lnTo>
                    <a:lnTo>
                      <a:pt x="196" y="21"/>
                    </a:lnTo>
                    <a:lnTo>
                      <a:pt x="196" y="24"/>
                    </a:lnTo>
                    <a:lnTo>
                      <a:pt x="194" y="24"/>
                    </a:lnTo>
                    <a:lnTo>
                      <a:pt x="194" y="24"/>
                    </a:lnTo>
                    <a:lnTo>
                      <a:pt x="196" y="24"/>
                    </a:lnTo>
                    <a:lnTo>
                      <a:pt x="196" y="24"/>
                    </a:lnTo>
                    <a:lnTo>
                      <a:pt x="199" y="24"/>
                    </a:lnTo>
                    <a:lnTo>
                      <a:pt x="199" y="24"/>
                    </a:lnTo>
                    <a:lnTo>
                      <a:pt x="199" y="24"/>
                    </a:lnTo>
                    <a:lnTo>
                      <a:pt x="201" y="24"/>
                    </a:lnTo>
                    <a:lnTo>
                      <a:pt x="201" y="24"/>
                    </a:lnTo>
                    <a:lnTo>
                      <a:pt x="201" y="24"/>
                    </a:lnTo>
                    <a:lnTo>
                      <a:pt x="201" y="24"/>
                    </a:lnTo>
                    <a:lnTo>
                      <a:pt x="203" y="24"/>
                    </a:lnTo>
                    <a:lnTo>
                      <a:pt x="203" y="24"/>
                    </a:lnTo>
                    <a:lnTo>
                      <a:pt x="206" y="24"/>
                    </a:lnTo>
                    <a:lnTo>
                      <a:pt x="206" y="24"/>
                    </a:lnTo>
                    <a:lnTo>
                      <a:pt x="206" y="24"/>
                    </a:lnTo>
                    <a:lnTo>
                      <a:pt x="208" y="24"/>
                    </a:lnTo>
                    <a:lnTo>
                      <a:pt x="208" y="24"/>
                    </a:lnTo>
                    <a:lnTo>
                      <a:pt x="206" y="24"/>
                    </a:lnTo>
                    <a:lnTo>
                      <a:pt x="206" y="24"/>
                    </a:lnTo>
                    <a:lnTo>
                      <a:pt x="206" y="24"/>
                    </a:lnTo>
                    <a:lnTo>
                      <a:pt x="203" y="24"/>
                    </a:lnTo>
                    <a:lnTo>
                      <a:pt x="203" y="24"/>
                    </a:lnTo>
                    <a:lnTo>
                      <a:pt x="206" y="24"/>
                    </a:lnTo>
                    <a:lnTo>
                      <a:pt x="206" y="21"/>
                    </a:lnTo>
                    <a:lnTo>
                      <a:pt x="206" y="21"/>
                    </a:lnTo>
                    <a:lnTo>
                      <a:pt x="206" y="21"/>
                    </a:lnTo>
                    <a:lnTo>
                      <a:pt x="206" y="21"/>
                    </a:lnTo>
                    <a:lnTo>
                      <a:pt x="206" y="19"/>
                    </a:lnTo>
                    <a:lnTo>
                      <a:pt x="208" y="19"/>
                    </a:lnTo>
                    <a:lnTo>
                      <a:pt x="208" y="19"/>
                    </a:lnTo>
                    <a:lnTo>
                      <a:pt x="208" y="19"/>
                    </a:lnTo>
                    <a:lnTo>
                      <a:pt x="211" y="19"/>
                    </a:lnTo>
                    <a:lnTo>
                      <a:pt x="211" y="19"/>
                    </a:lnTo>
                    <a:lnTo>
                      <a:pt x="213" y="19"/>
                    </a:lnTo>
                    <a:lnTo>
                      <a:pt x="213" y="19"/>
                    </a:lnTo>
                    <a:lnTo>
                      <a:pt x="213" y="19"/>
                    </a:lnTo>
                    <a:lnTo>
                      <a:pt x="215" y="19"/>
                    </a:lnTo>
                    <a:lnTo>
                      <a:pt x="215" y="19"/>
                    </a:lnTo>
                    <a:lnTo>
                      <a:pt x="215" y="19"/>
                    </a:lnTo>
                    <a:lnTo>
                      <a:pt x="218" y="19"/>
                    </a:lnTo>
                    <a:lnTo>
                      <a:pt x="218" y="19"/>
                    </a:lnTo>
                    <a:lnTo>
                      <a:pt x="220" y="19"/>
                    </a:lnTo>
                    <a:lnTo>
                      <a:pt x="220" y="19"/>
                    </a:lnTo>
                    <a:lnTo>
                      <a:pt x="220" y="19"/>
                    </a:lnTo>
                    <a:lnTo>
                      <a:pt x="220" y="19"/>
                    </a:lnTo>
                    <a:lnTo>
                      <a:pt x="222" y="19"/>
                    </a:lnTo>
                    <a:lnTo>
                      <a:pt x="222" y="19"/>
                    </a:lnTo>
                    <a:lnTo>
                      <a:pt x="222" y="19"/>
                    </a:lnTo>
                    <a:lnTo>
                      <a:pt x="222" y="19"/>
                    </a:lnTo>
                    <a:lnTo>
                      <a:pt x="225" y="19"/>
                    </a:lnTo>
                    <a:lnTo>
                      <a:pt x="225" y="19"/>
                    </a:lnTo>
                    <a:lnTo>
                      <a:pt x="227" y="19"/>
                    </a:lnTo>
                    <a:lnTo>
                      <a:pt x="227" y="19"/>
                    </a:lnTo>
                    <a:lnTo>
                      <a:pt x="227" y="19"/>
                    </a:lnTo>
                    <a:lnTo>
                      <a:pt x="230" y="19"/>
                    </a:lnTo>
                    <a:lnTo>
                      <a:pt x="230" y="19"/>
                    </a:lnTo>
                    <a:lnTo>
                      <a:pt x="232" y="19"/>
                    </a:lnTo>
                    <a:lnTo>
                      <a:pt x="232" y="19"/>
                    </a:lnTo>
                    <a:lnTo>
                      <a:pt x="232" y="19"/>
                    </a:lnTo>
                    <a:lnTo>
                      <a:pt x="234" y="19"/>
                    </a:lnTo>
                    <a:lnTo>
                      <a:pt x="234" y="19"/>
                    </a:lnTo>
                    <a:lnTo>
                      <a:pt x="234" y="19"/>
                    </a:lnTo>
                    <a:lnTo>
                      <a:pt x="237" y="19"/>
                    </a:lnTo>
                    <a:lnTo>
                      <a:pt x="237" y="21"/>
                    </a:lnTo>
                    <a:lnTo>
                      <a:pt x="237" y="21"/>
                    </a:lnTo>
                    <a:lnTo>
                      <a:pt x="237" y="21"/>
                    </a:lnTo>
                    <a:lnTo>
                      <a:pt x="239" y="21"/>
                    </a:lnTo>
                    <a:lnTo>
                      <a:pt x="239" y="21"/>
                    </a:lnTo>
                    <a:lnTo>
                      <a:pt x="239" y="21"/>
                    </a:lnTo>
                    <a:lnTo>
                      <a:pt x="239" y="21"/>
                    </a:lnTo>
                    <a:lnTo>
                      <a:pt x="241" y="21"/>
                    </a:lnTo>
                    <a:lnTo>
                      <a:pt x="241" y="21"/>
                    </a:lnTo>
                    <a:lnTo>
                      <a:pt x="241" y="21"/>
                    </a:lnTo>
                    <a:lnTo>
                      <a:pt x="241" y="21"/>
                    </a:lnTo>
                    <a:lnTo>
                      <a:pt x="241" y="21"/>
                    </a:lnTo>
                    <a:lnTo>
                      <a:pt x="241" y="19"/>
                    </a:lnTo>
                    <a:lnTo>
                      <a:pt x="244" y="19"/>
                    </a:lnTo>
                    <a:lnTo>
                      <a:pt x="244" y="19"/>
                    </a:lnTo>
                    <a:lnTo>
                      <a:pt x="246" y="19"/>
                    </a:lnTo>
                    <a:lnTo>
                      <a:pt x="246" y="21"/>
                    </a:lnTo>
                    <a:lnTo>
                      <a:pt x="246" y="21"/>
                    </a:lnTo>
                    <a:lnTo>
                      <a:pt x="246" y="21"/>
                    </a:lnTo>
                    <a:lnTo>
                      <a:pt x="248" y="21"/>
                    </a:lnTo>
                    <a:lnTo>
                      <a:pt x="248" y="21"/>
                    </a:lnTo>
                    <a:lnTo>
                      <a:pt x="248" y="21"/>
                    </a:lnTo>
                    <a:lnTo>
                      <a:pt x="251" y="21"/>
                    </a:lnTo>
                    <a:lnTo>
                      <a:pt x="251" y="21"/>
                    </a:lnTo>
                    <a:lnTo>
                      <a:pt x="253" y="21"/>
                    </a:lnTo>
                    <a:lnTo>
                      <a:pt x="253" y="21"/>
                    </a:lnTo>
                    <a:lnTo>
                      <a:pt x="253" y="21"/>
                    </a:lnTo>
                    <a:lnTo>
                      <a:pt x="253" y="19"/>
                    </a:lnTo>
                    <a:lnTo>
                      <a:pt x="256" y="19"/>
                    </a:lnTo>
                    <a:lnTo>
                      <a:pt x="256" y="19"/>
                    </a:lnTo>
                    <a:lnTo>
                      <a:pt x="256" y="19"/>
                    </a:lnTo>
                    <a:lnTo>
                      <a:pt x="258" y="19"/>
                    </a:lnTo>
                    <a:lnTo>
                      <a:pt x="258" y="19"/>
                    </a:lnTo>
                    <a:lnTo>
                      <a:pt x="260" y="19"/>
                    </a:lnTo>
                    <a:lnTo>
                      <a:pt x="260" y="19"/>
                    </a:lnTo>
                    <a:lnTo>
                      <a:pt x="260" y="19"/>
                    </a:lnTo>
                    <a:lnTo>
                      <a:pt x="260" y="19"/>
                    </a:lnTo>
                    <a:lnTo>
                      <a:pt x="263" y="19"/>
                    </a:lnTo>
                    <a:lnTo>
                      <a:pt x="263" y="19"/>
                    </a:lnTo>
                    <a:lnTo>
                      <a:pt x="265" y="19"/>
                    </a:lnTo>
                    <a:lnTo>
                      <a:pt x="265" y="19"/>
                    </a:lnTo>
                    <a:lnTo>
                      <a:pt x="265" y="19"/>
                    </a:lnTo>
                    <a:lnTo>
                      <a:pt x="267" y="19"/>
                    </a:lnTo>
                    <a:lnTo>
                      <a:pt x="267" y="19"/>
                    </a:lnTo>
                    <a:lnTo>
                      <a:pt x="267" y="19"/>
                    </a:lnTo>
                    <a:lnTo>
                      <a:pt x="270" y="19"/>
                    </a:lnTo>
                    <a:lnTo>
                      <a:pt x="270" y="19"/>
                    </a:lnTo>
                    <a:lnTo>
                      <a:pt x="272" y="19"/>
                    </a:lnTo>
                    <a:lnTo>
                      <a:pt x="272" y="19"/>
                    </a:lnTo>
                    <a:lnTo>
                      <a:pt x="272" y="19"/>
                    </a:lnTo>
                    <a:lnTo>
                      <a:pt x="275" y="19"/>
                    </a:lnTo>
                    <a:lnTo>
                      <a:pt x="275" y="19"/>
                    </a:lnTo>
                    <a:lnTo>
                      <a:pt x="275" y="17"/>
                    </a:lnTo>
                    <a:lnTo>
                      <a:pt x="275" y="17"/>
                    </a:lnTo>
                    <a:lnTo>
                      <a:pt x="277" y="17"/>
                    </a:lnTo>
                    <a:lnTo>
                      <a:pt x="277" y="17"/>
                    </a:lnTo>
                    <a:lnTo>
                      <a:pt x="279" y="17"/>
                    </a:lnTo>
                    <a:lnTo>
                      <a:pt x="279" y="17"/>
                    </a:lnTo>
                    <a:lnTo>
                      <a:pt x="279" y="17"/>
                    </a:lnTo>
                    <a:lnTo>
                      <a:pt x="279" y="17"/>
                    </a:lnTo>
                    <a:lnTo>
                      <a:pt x="282" y="17"/>
                    </a:lnTo>
                    <a:lnTo>
                      <a:pt x="282" y="17"/>
                    </a:lnTo>
                    <a:lnTo>
                      <a:pt x="282" y="17"/>
                    </a:lnTo>
                    <a:lnTo>
                      <a:pt x="282" y="17"/>
                    </a:lnTo>
                    <a:lnTo>
                      <a:pt x="284" y="17"/>
                    </a:lnTo>
                    <a:lnTo>
                      <a:pt x="284" y="17"/>
                    </a:lnTo>
                    <a:lnTo>
                      <a:pt x="284" y="17"/>
                    </a:lnTo>
                    <a:lnTo>
                      <a:pt x="284" y="14"/>
                    </a:lnTo>
                    <a:lnTo>
                      <a:pt x="286" y="14"/>
                    </a:lnTo>
                    <a:lnTo>
                      <a:pt x="286" y="14"/>
                    </a:lnTo>
                    <a:lnTo>
                      <a:pt x="286" y="14"/>
                    </a:lnTo>
                    <a:lnTo>
                      <a:pt x="286" y="14"/>
                    </a:lnTo>
                    <a:lnTo>
                      <a:pt x="289" y="14"/>
                    </a:lnTo>
                    <a:lnTo>
                      <a:pt x="289" y="14"/>
                    </a:lnTo>
                    <a:lnTo>
                      <a:pt x="289" y="14"/>
                    </a:lnTo>
                    <a:lnTo>
                      <a:pt x="291" y="14"/>
                    </a:lnTo>
                    <a:lnTo>
                      <a:pt x="291" y="14"/>
                    </a:lnTo>
                    <a:lnTo>
                      <a:pt x="293" y="14"/>
                    </a:lnTo>
                    <a:lnTo>
                      <a:pt x="293" y="14"/>
                    </a:lnTo>
                    <a:lnTo>
                      <a:pt x="293" y="14"/>
                    </a:lnTo>
                    <a:lnTo>
                      <a:pt x="296" y="14"/>
                    </a:lnTo>
                    <a:lnTo>
                      <a:pt x="296" y="14"/>
                    </a:lnTo>
                    <a:lnTo>
                      <a:pt x="296" y="14"/>
                    </a:lnTo>
                    <a:lnTo>
                      <a:pt x="298" y="14"/>
                    </a:lnTo>
                    <a:lnTo>
                      <a:pt x="298" y="14"/>
                    </a:lnTo>
                    <a:lnTo>
                      <a:pt x="298" y="14"/>
                    </a:lnTo>
                    <a:lnTo>
                      <a:pt x="301" y="14"/>
                    </a:lnTo>
                    <a:lnTo>
                      <a:pt x="301" y="12"/>
                    </a:lnTo>
                    <a:lnTo>
                      <a:pt x="301" y="12"/>
                    </a:lnTo>
                    <a:lnTo>
                      <a:pt x="301" y="12"/>
                    </a:lnTo>
                    <a:lnTo>
                      <a:pt x="303" y="12"/>
                    </a:lnTo>
                    <a:lnTo>
                      <a:pt x="303" y="12"/>
                    </a:lnTo>
                    <a:lnTo>
                      <a:pt x="305" y="12"/>
                    </a:lnTo>
                    <a:lnTo>
                      <a:pt x="305" y="12"/>
                    </a:lnTo>
                    <a:lnTo>
                      <a:pt x="305" y="12"/>
                    </a:lnTo>
                    <a:lnTo>
                      <a:pt x="305" y="14"/>
                    </a:lnTo>
                    <a:lnTo>
                      <a:pt x="308" y="14"/>
                    </a:lnTo>
                    <a:lnTo>
                      <a:pt x="308" y="14"/>
                    </a:lnTo>
                    <a:lnTo>
                      <a:pt x="308" y="14"/>
                    </a:lnTo>
                    <a:lnTo>
                      <a:pt x="310" y="14"/>
                    </a:lnTo>
                    <a:lnTo>
                      <a:pt x="310" y="14"/>
                    </a:lnTo>
                    <a:lnTo>
                      <a:pt x="312" y="14"/>
                    </a:lnTo>
                    <a:lnTo>
                      <a:pt x="312" y="12"/>
                    </a:lnTo>
                    <a:lnTo>
                      <a:pt x="310" y="12"/>
                    </a:lnTo>
                    <a:lnTo>
                      <a:pt x="310" y="12"/>
                    </a:lnTo>
                    <a:lnTo>
                      <a:pt x="310" y="12"/>
                    </a:lnTo>
                    <a:lnTo>
                      <a:pt x="308" y="12"/>
                    </a:lnTo>
                    <a:lnTo>
                      <a:pt x="308" y="10"/>
                    </a:lnTo>
                    <a:lnTo>
                      <a:pt x="308" y="10"/>
                    </a:lnTo>
                    <a:lnTo>
                      <a:pt x="310" y="10"/>
                    </a:lnTo>
                    <a:lnTo>
                      <a:pt x="310" y="10"/>
                    </a:lnTo>
                    <a:lnTo>
                      <a:pt x="310" y="7"/>
                    </a:lnTo>
                    <a:lnTo>
                      <a:pt x="312" y="7"/>
                    </a:lnTo>
                    <a:lnTo>
                      <a:pt x="312" y="7"/>
                    </a:lnTo>
                    <a:lnTo>
                      <a:pt x="312" y="7"/>
                    </a:lnTo>
                    <a:lnTo>
                      <a:pt x="315" y="7"/>
                    </a:lnTo>
                    <a:lnTo>
                      <a:pt x="315" y="7"/>
                    </a:lnTo>
                    <a:lnTo>
                      <a:pt x="315" y="7"/>
                    </a:lnTo>
                    <a:lnTo>
                      <a:pt x="317" y="7"/>
                    </a:lnTo>
                    <a:lnTo>
                      <a:pt x="317" y="7"/>
                    </a:lnTo>
                    <a:lnTo>
                      <a:pt x="317" y="7"/>
                    </a:lnTo>
                    <a:lnTo>
                      <a:pt x="319" y="7"/>
                    </a:lnTo>
                    <a:lnTo>
                      <a:pt x="319" y="7"/>
                    </a:lnTo>
                    <a:lnTo>
                      <a:pt x="319" y="7"/>
                    </a:lnTo>
                    <a:lnTo>
                      <a:pt x="319" y="5"/>
                    </a:lnTo>
                    <a:lnTo>
                      <a:pt x="322" y="5"/>
                    </a:lnTo>
                    <a:lnTo>
                      <a:pt x="322" y="5"/>
                    </a:lnTo>
                    <a:lnTo>
                      <a:pt x="322" y="5"/>
                    </a:lnTo>
                    <a:lnTo>
                      <a:pt x="322" y="5"/>
                    </a:lnTo>
                    <a:lnTo>
                      <a:pt x="324" y="5"/>
                    </a:lnTo>
                    <a:lnTo>
                      <a:pt x="324" y="5"/>
                    </a:lnTo>
                    <a:lnTo>
                      <a:pt x="327" y="5"/>
                    </a:lnTo>
                    <a:lnTo>
                      <a:pt x="327" y="5"/>
                    </a:lnTo>
                    <a:lnTo>
                      <a:pt x="327" y="5"/>
                    </a:lnTo>
                    <a:lnTo>
                      <a:pt x="327" y="5"/>
                    </a:lnTo>
                    <a:lnTo>
                      <a:pt x="329" y="5"/>
                    </a:lnTo>
                    <a:lnTo>
                      <a:pt x="329" y="5"/>
                    </a:lnTo>
                    <a:lnTo>
                      <a:pt x="329" y="5"/>
                    </a:lnTo>
                    <a:lnTo>
                      <a:pt x="331" y="5"/>
                    </a:lnTo>
                    <a:lnTo>
                      <a:pt x="331" y="5"/>
                    </a:lnTo>
                    <a:lnTo>
                      <a:pt x="334" y="5"/>
                    </a:lnTo>
                    <a:lnTo>
                      <a:pt x="334" y="2"/>
                    </a:lnTo>
                    <a:lnTo>
                      <a:pt x="334" y="2"/>
                    </a:lnTo>
                    <a:lnTo>
                      <a:pt x="334" y="2"/>
                    </a:lnTo>
                    <a:lnTo>
                      <a:pt x="336" y="2"/>
                    </a:lnTo>
                    <a:lnTo>
                      <a:pt x="336" y="2"/>
                    </a:lnTo>
                    <a:lnTo>
                      <a:pt x="338" y="2"/>
                    </a:lnTo>
                    <a:lnTo>
                      <a:pt x="338" y="2"/>
                    </a:lnTo>
                    <a:lnTo>
                      <a:pt x="338" y="2"/>
                    </a:lnTo>
                    <a:lnTo>
                      <a:pt x="341" y="2"/>
                    </a:lnTo>
                    <a:lnTo>
                      <a:pt x="341" y="2"/>
                    </a:lnTo>
                    <a:lnTo>
                      <a:pt x="341" y="2"/>
                    </a:lnTo>
                    <a:lnTo>
                      <a:pt x="341" y="2"/>
                    </a:lnTo>
                    <a:lnTo>
                      <a:pt x="343" y="2"/>
                    </a:lnTo>
                    <a:lnTo>
                      <a:pt x="343" y="2"/>
                    </a:lnTo>
                    <a:lnTo>
                      <a:pt x="346" y="2"/>
                    </a:lnTo>
                    <a:lnTo>
                      <a:pt x="346" y="2"/>
                    </a:lnTo>
                    <a:lnTo>
                      <a:pt x="346" y="2"/>
                    </a:lnTo>
                    <a:lnTo>
                      <a:pt x="348" y="2"/>
                    </a:lnTo>
                    <a:lnTo>
                      <a:pt x="348" y="2"/>
                    </a:lnTo>
                    <a:lnTo>
                      <a:pt x="348" y="2"/>
                    </a:lnTo>
                    <a:lnTo>
                      <a:pt x="348" y="0"/>
                    </a:lnTo>
                    <a:lnTo>
                      <a:pt x="350" y="0"/>
                    </a:lnTo>
                    <a:lnTo>
                      <a:pt x="350" y="0"/>
                    </a:lnTo>
                    <a:lnTo>
                      <a:pt x="353" y="0"/>
                    </a:lnTo>
                    <a:lnTo>
                      <a:pt x="353" y="2"/>
                    </a:lnTo>
                    <a:lnTo>
                      <a:pt x="353" y="2"/>
                    </a:lnTo>
                    <a:lnTo>
                      <a:pt x="353" y="2"/>
                    </a:lnTo>
                    <a:lnTo>
                      <a:pt x="353" y="0"/>
                    </a:lnTo>
                    <a:lnTo>
                      <a:pt x="355" y="0"/>
                    </a:lnTo>
                    <a:lnTo>
                      <a:pt x="355" y="0"/>
                    </a:lnTo>
                    <a:lnTo>
                      <a:pt x="355" y="2"/>
                    </a:lnTo>
                    <a:lnTo>
                      <a:pt x="355" y="2"/>
                    </a:lnTo>
                    <a:lnTo>
                      <a:pt x="357" y="2"/>
                    </a:lnTo>
                    <a:lnTo>
                      <a:pt x="357" y="2"/>
                    </a:lnTo>
                    <a:lnTo>
                      <a:pt x="360" y="2"/>
                    </a:lnTo>
                    <a:lnTo>
                      <a:pt x="360" y="2"/>
                    </a:lnTo>
                    <a:lnTo>
                      <a:pt x="360" y="2"/>
                    </a:lnTo>
                    <a:lnTo>
                      <a:pt x="362" y="2"/>
                    </a:lnTo>
                    <a:lnTo>
                      <a:pt x="362" y="2"/>
                    </a:lnTo>
                    <a:lnTo>
                      <a:pt x="362" y="2"/>
                    </a:lnTo>
                    <a:lnTo>
                      <a:pt x="364" y="2"/>
                    </a:lnTo>
                    <a:lnTo>
                      <a:pt x="364" y="2"/>
                    </a:lnTo>
                    <a:lnTo>
                      <a:pt x="367" y="2"/>
                    </a:lnTo>
                    <a:lnTo>
                      <a:pt x="367" y="2"/>
                    </a:lnTo>
                    <a:lnTo>
                      <a:pt x="367" y="2"/>
                    </a:lnTo>
                    <a:lnTo>
                      <a:pt x="367" y="2"/>
                    </a:lnTo>
                    <a:lnTo>
                      <a:pt x="369" y="2"/>
                    </a:lnTo>
                    <a:lnTo>
                      <a:pt x="369" y="2"/>
                    </a:lnTo>
                    <a:lnTo>
                      <a:pt x="372" y="2"/>
                    </a:lnTo>
                    <a:lnTo>
                      <a:pt x="372" y="5"/>
                    </a:lnTo>
                    <a:lnTo>
                      <a:pt x="372" y="5"/>
                    </a:lnTo>
                    <a:lnTo>
                      <a:pt x="372" y="5"/>
                    </a:lnTo>
                    <a:lnTo>
                      <a:pt x="374" y="5"/>
                    </a:lnTo>
                    <a:lnTo>
                      <a:pt x="374" y="5"/>
                    </a:lnTo>
                    <a:lnTo>
                      <a:pt x="374" y="5"/>
                    </a:lnTo>
                    <a:lnTo>
                      <a:pt x="374" y="5"/>
                    </a:lnTo>
                    <a:lnTo>
                      <a:pt x="374" y="5"/>
                    </a:lnTo>
                    <a:lnTo>
                      <a:pt x="374" y="7"/>
                    </a:lnTo>
                    <a:lnTo>
                      <a:pt x="376" y="7"/>
                    </a:lnTo>
                    <a:lnTo>
                      <a:pt x="376" y="7"/>
                    </a:lnTo>
                    <a:lnTo>
                      <a:pt x="379" y="7"/>
                    </a:lnTo>
                    <a:lnTo>
                      <a:pt x="379" y="7"/>
                    </a:lnTo>
                    <a:lnTo>
                      <a:pt x="379" y="7"/>
                    </a:lnTo>
                    <a:lnTo>
                      <a:pt x="379" y="10"/>
                    </a:lnTo>
                    <a:lnTo>
                      <a:pt x="379" y="10"/>
                    </a:lnTo>
                    <a:lnTo>
                      <a:pt x="379" y="10"/>
                    </a:lnTo>
                    <a:lnTo>
                      <a:pt x="379" y="10"/>
                    </a:lnTo>
                    <a:lnTo>
                      <a:pt x="379" y="10"/>
                    </a:lnTo>
                    <a:lnTo>
                      <a:pt x="379" y="12"/>
                    </a:lnTo>
                    <a:lnTo>
                      <a:pt x="376" y="12"/>
                    </a:lnTo>
                    <a:lnTo>
                      <a:pt x="376" y="12"/>
                    </a:lnTo>
                    <a:lnTo>
                      <a:pt x="374" y="12"/>
                    </a:lnTo>
                    <a:lnTo>
                      <a:pt x="374" y="12"/>
                    </a:lnTo>
                    <a:lnTo>
                      <a:pt x="376" y="12"/>
                    </a:lnTo>
                    <a:lnTo>
                      <a:pt x="376" y="14"/>
                    </a:lnTo>
                    <a:lnTo>
                      <a:pt x="376" y="14"/>
                    </a:lnTo>
                    <a:lnTo>
                      <a:pt x="374" y="14"/>
                    </a:lnTo>
                    <a:lnTo>
                      <a:pt x="374" y="14"/>
                    </a:lnTo>
                    <a:lnTo>
                      <a:pt x="374" y="14"/>
                    </a:lnTo>
                    <a:lnTo>
                      <a:pt x="374" y="14"/>
                    </a:lnTo>
                    <a:lnTo>
                      <a:pt x="372" y="14"/>
                    </a:lnTo>
                    <a:lnTo>
                      <a:pt x="372" y="14"/>
                    </a:lnTo>
                    <a:lnTo>
                      <a:pt x="372" y="17"/>
                    </a:lnTo>
                    <a:lnTo>
                      <a:pt x="372" y="17"/>
                    </a:lnTo>
                    <a:lnTo>
                      <a:pt x="369" y="17"/>
                    </a:lnTo>
                    <a:lnTo>
                      <a:pt x="369" y="17"/>
                    </a:lnTo>
                    <a:lnTo>
                      <a:pt x="369" y="17"/>
                    </a:lnTo>
                    <a:lnTo>
                      <a:pt x="367" y="17"/>
                    </a:lnTo>
                    <a:lnTo>
                      <a:pt x="367" y="17"/>
                    </a:lnTo>
                    <a:lnTo>
                      <a:pt x="367" y="19"/>
                    </a:lnTo>
                    <a:lnTo>
                      <a:pt x="367" y="19"/>
                    </a:lnTo>
                    <a:lnTo>
                      <a:pt x="364" y="19"/>
                    </a:lnTo>
                    <a:lnTo>
                      <a:pt x="364" y="19"/>
                    </a:lnTo>
                    <a:lnTo>
                      <a:pt x="364" y="19"/>
                    </a:lnTo>
                    <a:lnTo>
                      <a:pt x="362" y="19"/>
                    </a:lnTo>
                    <a:lnTo>
                      <a:pt x="362" y="21"/>
                    </a:lnTo>
                    <a:lnTo>
                      <a:pt x="362" y="21"/>
                    </a:lnTo>
                    <a:lnTo>
                      <a:pt x="362" y="21"/>
                    </a:lnTo>
                    <a:lnTo>
                      <a:pt x="362" y="21"/>
                    </a:lnTo>
                    <a:lnTo>
                      <a:pt x="360" y="21"/>
                    </a:lnTo>
                    <a:lnTo>
                      <a:pt x="360" y="21"/>
                    </a:lnTo>
                    <a:lnTo>
                      <a:pt x="360" y="21"/>
                    </a:lnTo>
                    <a:lnTo>
                      <a:pt x="357" y="21"/>
                    </a:lnTo>
                    <a:lnTo>
                      <a:pt x="357" y="21"/>
                    </a:lnTo>
                    <a:lnTo>
                      <a:pt x="355" y="21"/>
                    </a:lnTo>
                    <a:lnTo>
                      <a:pt x="355" y="21"/>
                    </a:lnTo>
                    <a:lnTo>
                      <a:pt x="355" y="21"/>
                    </a:lnTo>
                    <a:lnTo>
                      <a:pt x="353" y="21"/>
                    </a:lnTo>
                    <a:lnTo>
                      <a:pt x="353" y="21"/>
                    </a:lnTo>
                    <a:lnTo>
                      <a:pt x="353" y="24"/>
                    </a:lnTo>
                    <a:lnTo>
                      <a:pt x="353" y="24"/>
                    </a:lnTo>
                    <a:lnTo>
                      <a:pt x="350" y="24"/>
                    </a:lnTo>
                    <a:lnTo>
                      <a:pt x="350" y="24"/>
                    </a:lnTo>
                    <a:lnTo>
                      <a:pt x="348" y="24"/>
                    </a:lnTo>
                    <a:lnTo>
                      <a:pt x="348" y="24"/>
                    </a:lnTo>
                    <a:lnTo>
                      <a:pt x="348" y="24"/>
                    </a:lnTo>
                    <a:lnTo>
                      <a:pt x="348" y="24"/>
                    </a:lnTo>
                    <a:lnTo>
                      <a:pt x="346" y="24"/>
                    </a:lnTo>
                    <a:lnTo>
                      <a:pt x="346" y="24"/>
                    </a:lnTo>
                    <a:lnTo>
                      <a:pt x="346" y="24"/>
                    </a:lnTo>
                    <a:lnTo>
                      <a:pt x="343" y="24"/>
                    </a:lnTo>
                    <a:lnTo>
                      <a:pt x="343" y="24"/>
                    </a:lnTo>
                    <a:lnTo>
                      <a:pt x="343" y="24"/>
                    </a:lnTo>
                    <a:lnTo>
                      <a:pt x="341" y="24"/>
                    </a:lnTo>
                    <a:lnTo>
                      <a:pt x="341" y="24"/>
                    </a:lnTo>
                    <a:lnTo>
                      <a:pt x="341" y="24"/>
                    </a:lnTo>
                    <a:lnTo>
                      <a:pt x="338" y="24"/>
                    </a:lnTo>
                    <a:lnTo>
                      <a:pt x="338" y="24"/>
                    </a:lnTo>
                    <a:lnTo>
                      <a:pt x="338" y="26"/>
                    </a:lnTo>
                    <a:lnTo>
                      <a:pt x="338" y="26"/>
                    </a:lnTo>
                    <a:lnTo>
                      <a:pt x="336" y="26"/>
                    </a:lnTo>
                    <a:lnTo>
                      <a:pt x="336" y="26"/>
                    </a:lnTo>
                    <a:lnTo>
                      <a:pt x="334" y="26"/>
                    </a:lnTo>
                    <a:lnTo>
                      <a:pt x="334" y="26"/>
                    </a:lnTo>
                    <a:lnTo>
                      <a:pt x="334" y="26"/>
                    </a:lnTo>
                    <a:lnTo>
                      <a:pt x="331" y="26"/>
                    </a:lnTo>
                    <a:lnTo>
                      <a:pt x="331" y="26"/>
                    </a:lnTo>
                    <a:lnTo>
                      <a:pt x="329" y="26"/>
                    </a:lnTo>
                    <a:lnTo>
                      <a:pt x="329" y="26"/>
                    </a:lnTo>
                    <a:lnTo>
                      <a:pt x="329" y="26"/>
                    </a:lnTo>
                    <a:lnTo>
                      <a:pt x="329" y="26"/>
                    </a:lnTo>
                    <a:lnTo>
                      <a:pt x="327" y="26"/>
                    </a:lnTo>
                    <a:lnTo>
                      <a:pt x="327" y="26"/>
                    </a:lnTo>
                    <a:lnTo>
                      <a:pt x="327" y="26"/>
                    </a:lnTo>
                    <a:lnTo>
                      <a:pt x="324" y="26"/>
                    </a:lnTo>
                    <a:lnTo>
                      <a:pt x="324" y="28"/>
                    </a:lnTo>
                    <a:lnTo>
                      <a:pt x="324" y="28"/>
                    </a:lnTo>
                    <a:lnTo>
                      <a:pt x="322" y="28"/>
                    </a:lnTo>
                    <a:lnTo>
                      <a:pt x="322" y="28"/>
                    </a:lnTo>
                    <a:lnTo>
                      <a:pt x="322" y="28"/>
                    </a:lnTo>
                    <a:lnTo>
                      <a:pt x="319" y="28"/>
                    </a:lnTo>
                    <a:lnTo>
                      <a:pt x="319" y="28"/>
                    </a:lnTo>
                    <a:lnTo>
                      <a:pt x="319" y="28"/>
                    </a:lnTo>
                    <a:lnTo>
                      <a:pt x="317" y="28"/>
                    </a:lnTo>
                    <a:lnTo>
                      <a:pt x="317" y="28"/>
                    </a:lnTo>
                    <a:lnTo>
                      <a:pt x="317" y="28"/>
                    </a:lnTo>
                    <a:lnTo>
                      <a:pt x="315" y="28"/>
                    </a:lnTo>
                    <a:lnTo>
                      <a:pt x="315" y="28"/>
                    </a:lnTo>
                    <a:lnTo>
                      <a:pt x="315" y="28"/>
                    </a:lnTo>
                    <a:lnTo>
                      <a:pt x="312" y="28"/>
                    </a:lnTo>
                    <a:lnTo>
                      <a:pt x="312" y="28"/>
                    </a:lnTo>
                    <a:lnTo>
                      <a:pt x="312" y="28"/>
                    </a:lnTo>
                    <a:lnTo>
                      <a:pt x="310" y="28"/>
                    </a:lnTo>
                    <a:lnTo>
                      <a:pt x="310" y="28"/>
                    </a:lnTo>
                    <a:lnTo>
                      <a:pt x="310" y="31"/>
                    </a:lnTo>
                    <a:lnTo>
                      <a:pt x="308" y="31"/>
                    </a:lnTo>
                    <a:lnTo>
                      <a:pt x="308" y="31"/>
                    </a:lnTo>
                    <a:lnTo>
                      <a:pt x="308" y="31"/>
                    </a:lnTo>
                    <a:lnTo>
                      <a:pt x="305" y="31"/>
                    </a:lnTo>
                    <a:lnTo>
                      <a:pt x="305" y="31"/>
                    </a:lnTo>
                    <a:lnTo>
                      <a:pt x="305" y="31"/>
                    </a:lnTo>
                    <a:lnTo>
                      <a:pt x="303" y="31"/>
                    </a:lnTo>
                    <a:lnTo>
                      <a:pt x="303" y="31"/>
                    </a:lnTo>
                    <a:lnTo>
                      <a:pt x="303" y="31"/>
                    </a:lnTo>
                    <a:lnTo>
                      <a:pt x="301" y="31"/>
                    </a:lnTo>
                    <a:lnTo>
                      <a:pt x="301" y="31"/>
                    </a:lnTo>
                    <a:lnTo>
                      <a:pt x="301" y="31"/>
                    </a:lnTo>
                    <a:lnTo>
                      <a:pt x="298" y="31"/>
                    </a:lnTo>
                    <a:lnTo>
                      <a:pt x="298" y="31"/>
                    </a:lnTo>
                    <a:lnTo>
                      <a:pt x="296" y="31"/>
                    </a:lnTo>
                    <a:lnTo>
                      <a:pt x="296" y="33"/>
                    </a:lnTo>
                    <a:lnTo>
                      <a:pt x="296" y="33"/>
                    </a:lnTo>
                    <a:lnTo>
                      <a:pt x="296" y="33"/>
                    </a:lnTo>
                    <a:lnTo>
                      <a:pt x="293" y="33"/>
                    </a:lnTo>
                    <a:lnTo>
                      <a:pt x="293" y="33"/>
                    </a:lnTo>
                    <a:lnTo>
                      <a:pt x="293" y="33"/>
                    </a:lnTo>
                    <a:lnTo>
                      <a:pt x="293" y="33"/>
                    </a:lnTo>
                    <a:lnTo>
                      <a:pt x="291" y="33"/>
                    </a:lnTo>
                    <a:lnTo>
                      <a:pt x="291" y="33"/>
                    </a:lnTo>
                    <a:lnTo>
                      <a:pt x="289" y="33"/>
                    </a:lnTo>
                    <a:lnTo>
                      <a:pt x="289" y="33"/>
                    </a:lnTo>
                    <a:lnTo>
                      <a:pt x="289" y="33"/>
                    </a:lnTo>
                    <a:lnTo>
                      <a:pt x="286" y="33"/>
                    </a:lnTo>
                    <a:lnTo>
                      <a:pt x="286" y="33"/>
                    </a:lnTo>
                    <a:lnTo>
                      <a:pt x="286" y="33"/>
                    </a:lnTo>
                    <a:lnTo>
                      <a:pt x="284" y="33"/>
                    </a:lnTo>
                    <a:lnTo>
                      <a:pt x="284" y="33"/>
                    </a:lnTo>
                    <a:lnTo>
                      <a:pt x="284" y="33"/>
                    </a:lnTo>
                    <a:lnTo>
                      <a:pt x="282" y="33"/>
                    </a:lnTo>
                    <a:lnTo>
                      <a:pt x="282" y="33"/>
                    </a:lnTo>
                    <a:lnTo>
                      <a:pt x="282" y="33"/>
                    </a:lnTo>
                    <a:lnTo>
                      <a:pt x="279" y="33"/>
                    </a:lnTo>
                    <a:lnTo>
                      <a:pt x="279" y="33"/>
                    </a:lnTo>
                    <a:lnTo>
                      <a:pt x="279" y="33"/>
                    </a:lnTo>
                    <a:lnTo>
                      <a:pt x="277" y="33"/>
                    </a:lnTo>
                    <a:lnTo>
                      <a:pt x="277" y="33"/>
                    </a:lnTo>
                    <a:lnTo>
                      <a:pt x="275" y="33"/>
                    </a:lnTo>
                    <a:lnTo>
                      <a:pt x="275" y="33"/>
                    </a:lnTo>
                    <a:lnTo>
                      <a:pt x="275" y="33"/>
                    </a:lnTo>
                    <a:lnTo>
                      <a:pt x="272" y="33"/>
                    </a:lnTo>
                    <a:lnTo>
                      <a:pt x="272" y="36"/>
                    </a:lnTo>
                    <a:lnTo>
                      <a:pt x="272" y="36"/>
                    </a:lnTo>
                    <a:lnTo>
                      <a:pt x="272" y="36"/>
                    </a:lnTo>
                    <a:lnTo>
                      <a:pt x="270" y="36"/>
                    </a:lnTo>
                    <a:lnTo>
                      <a:pt x="270" y="36"/>
                    </a:lnTo>
                    <a:lnTo>
                      <a:pt x="267" y="36"/>
                    </a:lnTo>
                    <a:lnTo>
                      <a:pt x="267" y="36"/>
                    </a:lnTo>
                    <a:lnTo>
                      <a:pt x="267" y="36"/>
                    </a:lnTo>
                    <a:lnTo>
                      <a:pt x="267" y="36"/>
                    </a:lnTo>
                    <a:lnTo>
                      <a:pt x="265" y="36"/>
                    </a:lnTo>
                    <a:lnTo>
                      <a:pt x="265" y="38"/>
                    </a:lnTo>
                    <a:lnTo>
                      <a:pt x="265" y="38"/>
                    </a:lnTo>
                    <a:lnTo>
                      <a:pt x="265" y="38"/>
                    </a:lnTo>
                    <a:lnTo>
                      <a:pt x="265" y="36"/>
                    </a:lnTo>
                    <a:lnTo>
                      <a:pt x="263" y="36"/>
                    </a:lnTo>
                    <a:lnTo>
                      <a:pt x="263" y="36"/>
                    </a:lnTo>
                    <a:lnTo>
                      <a:pt x="263" y="36"/>
                    </a:lnTo>
                    <a:lnTo>
                      <a:pt x="263" y="36"/>
                    </a:lnTo>
                    <a:lnTo>
                      <a:pt x="260" y="36"/>
                    </a:lnTo>
                    <a:lnTo>
                      <a:pt x="260" y="36"/>
                    </a:lnTo>
                    <a:lnTo>
                      <a:pt x="260" y="36"/>
                    </a:lnTo>
                    <a:lnTo>
                      <a:pt x="260" y="38"/>
                    </a:lnTo>
                    <a:lnTo>
                      <a:pt x="258" y="38"/>
                    </a:lnTo>
                    <a:lnTo>
                      <a:pt x="258" y="38"/>
                    </a:lnTo>
                    <a:lnTo>
                      <a:pt x="256" y="38"/>
                    </a:lnTo>
                    <a:lnTo>
                      <a:pt x="256" y="38"/>
                    </a:lnTo>
                    <a:lnTo>
                      <a:pt x="256" y="38"/>
                    </a:lnTo>
                    <a:lnTo>
                      <a:pt x="256" y="38"/>
                    </a:lnTo>
                    <a:lnTo>
                      <a:pt x="253" y="38"/>
                    </a:lnTo>
                    <a:lnTo>
                      <a:pt x="253" y="38"/>
                    </a:lnTo>
                    <a:lnTo>
                      <a:pt x="253" y="38"/>
                    </a:lnTo>
                    <a:lnTo>
                      <a:pt x="251" y="38"/>
                    </a:lnTo>
                    <a:lnTo>
                      <a:pt x="251" y="38"/>
                    </a:lnTo>
                    <a:lnTo>
                      <a:pt x="251" y="38"/>
                    </a:lnTo>
                    <a:lnTo>
                      <a:pt x="248" y="38"/>
                    </a:lnTo>
                    <a:lnTo>
                      <a:pt x="248" y="38"/>
                    </a:lnTo>
                    <a:lnTo>
                      <a:pt x="248" y="38"/>
                    </a:lnTo>
                    <a:lnTo>
                      <a:pt x="248" y="38"/>
                    </a:lnTo>
                    <a:lnTo>
                      <a:pt x="246" y="38"/>
                    </a:lnTo>
                    <a:lnTo>
                      <a:pt x="246" y="40"/>
                    </a:lnTo>
                    <a:lnTo>
                      <a:pt x="246" y="40"/>
                    </a:lnTo>
                    <a:lnTo>
                      <a:pt x="246" y="40"/>
                    </a:lnTo>
                    <a:lnTo>
                      <a:pt x="244" y="40"/>
                    </a:lnTo>
                    <a:lnTo>
                      <a:pt x="244" y="40"/>
                    </a:lnTo>
                    <a:lnTo>
                      <a:pt x="241" y="40"/>
                    </a:lnTo>
                    <a:lnTo>
                      <a:pt x="241" y="40"/>
                    </a:lnTo>
                    <a:lnTo>
                      <a:pt x="241" y="40"/>
                    </a:lnTo>
                    <a:lnTo>
                      <a:pt x="241" y="40"/>
                    </a:lnTo>
                    <a:lnTo>
                      <a:pt x="239" y="40"/>
                    </a:lnTo>
                    <a:lnTo>
                      <a:pt x="239" y="40"/>
                    </a:lnTo>
                    <a:lnTo>
                      <a:pt x="239" y="40"/>
                    </a:lnTo>
                    <a:lnTo>
                      <a:pt x="237" y="40"/>
                    </a:lnTo>
                    <a:lnTo>
                      <a:pt x="237" y="40"/>
                    </a:lnTo>
                    <a:lnTo>
                      <a:pt x="237" y="43"/>
                    </a:lnTo>
                    <a:lnTo>
                      <a:pt x="234" y="43"/>
                    </a:lnTo>
                    <a:lnTo>
                      <a:pt x="234" y="43"/>
                    </a:lnTo>
                    <a:lnTo>
                      <a:pt x="234" y="43"/>
                    </a:lnTo>
                    <a:lnTo>
                      <a:pt x="232" y="43"/>
                    </a:lnTo>
                    <a:lnTo>
                      <a:pt x="232" y="43"/>
                    </a:lnTo>
                    <a:lnTo>
                      <a:pt x="232" y="43"/>
                    </a:lnTo>
                    <a:lnTo>
                      <a:pt x="230" y="43"/>
                    </a:lnTo>
                    <a:lnTo>
                      <a:pt x="230" y="43"/>
                    </a:lnTo>
                    <a:lnTo>
                      <a:pt x="227" y="43"/>
                    </a:lnTo>
                    <a:lnTo>
                      <a:pt x="227" y="43"/>
                    </a:lnTo>
                    <a:lnTo>
                      <a:pt x="227" y="43"/>
                    </a:lnTo>
                    <a:lnTo>
                      <a:pt x="227" y="43"/>
                    </a:lnTo>
                    <a:lnTo>
                      <a:pt x="225" y="43"/>
                    </a:lnTo>
                    <a:lnTo>
                      <a:pt x="225" y="43"/>
                    </a:lnTo>
                    <a:lnTo>
                      <a:pt x="225" y="43"/>
                    </a:lnTo>
                    <a:lnTo>
                      <a:pt x="222" y="43"/>
                    </a:lnTo>
                    <a:lnTo>
                      <a:pt x="222" y="45"/>
                    </a:lnTo>
                    <a:lnTo>
                      <a:pt x="222" y="45"/>
                    </a:lnTo>
                    <a:lnTo>
                      <a:pt x="222" y="45"/>
                    </a:lnTo>
                    <a:lnTo>
                      <a:pt x="222" y="43"/>
                    </a:lnTo>
                    <a:lnTo>
                      <a:pt x="220" y="43"/>
                    </a:lnTo>
                    <a:lnTo>
                      <a:pt x="220" y="45"/>
                    </a:lnTo>
                    <a:lnTo>
                      <a:pt x="220" y="45"/>
                    </a:lnTo>
                    <a:lnTo>
                      <a:pt x="220" y="45"/>
                    </a:lnTo>
                    <a:lnTo>
                      <a:pt x="220" y="45"/>
                    </a:lnTo>
                    <a:lnTo>
                      <a:pt x="218" y="45"/>
                    </a:lnTo>
                    <a:lnTo>
                      <a:pt x="218" y="47"/>
                    </a:lnTo>
                    <a:lnTo>
                      <a:pt x="218" y="47"/>
                    </a:lnTo>
                    <a:lnTo>
                      <a:pt x="215" y="47"/>
                    </a:lnTo>
                    <a:lnTo>
                      <a:pt x="215" y="47"/>
                    </a:lnTo>
                    <a:lnTo>
                      <a:pt x="215" y="47"/>
                    </a:lnTo>
                    <a:lnTo>
                      <a:pt x="213" y="47"/>
                    </a:lnTo>
                    <a:lnTo>
                      <a:pt x="213" y="45"/>
                    </a:lnTo>
                    <a:lnTo>
                      <a:pt x="213" y="45"/>
                    </a:lnTo>
                    <a:lnTo>
                      <a:pt x="213" y="45"/>
                    </a:lnTo>
                    <a:lnTo>
                      <a:pt x="211" y="45"/>
                    </a:lnTo>
                    <a:lnTo>
                      <a:pt x="211" y="47"/>
                    </a:lnTo>
                    <a:lnTo>
                      <a:pt x="211" y="47"/>
                    </a:lnTo>
                    <a:lnTo>
                      <a:pt x="211" y="47"/>
                    </a:lnTo>
                    <a:lnTo>
                      <a:pt x="208" y="47"/>
                    </a:lnTo>
                    <a:lnTo>
                      <a:pt x="208" y="47"/>
                    </a:lnTo>
                    <a:lnTo>
                      <a:pt x="208" y="47"/>
                    </a:lnTo>
                    <a:lnTo>
                      <a:pt x="206" y="47"/>
                    </a:lnTo>
                    <a:lnTo>
                      <a:pt x="206" y="47"/>
                    </a:lnTo>
                    <a:lnTo>
                      <a:pt x="206" y="50"/>
                    </a:lnTo>
                    <a:lnTo>
                      <a:pt x="206" y="50"/>
                    </a:lnTo>
                    <a:lnTo>
                      <a:pt x="203" y="50"/>
                    </a:lnTo>
                    <a:lnTo>
                      <a:pt x="203" y="50"/>
                    </a:lnTo>
                    <a:lnTo>
                      <a:pt x="203" y="50"/>
                    </a:lnTo>
                    <a:lnTo>
                      <a:pt x="203" y="52"/>
                    </a:lnTo>
                    <a:lnTo>
                      <a:pt x="201" y="52"/>
                    </a:lnTo>
                    <a:lnTo>
                      <a:pt x="201" y="52"/>
                    </a:lnTo>
                    <a:lnTo>
                      <a:pt x="201" y="52"/>
                    </a:lnTo>
                    <a:lnTo>
                      <a:pt x="201" y="52"/>
                    </a:lnTo>
                    <a:lnTo>
                      <a:pt x="199" y="52"/>
                    </a:lnTo>
                    <a:lnTo>
                      <a:pt x="199" y="52"/>
                    </a:lnTo>
                    <a:lnTo>
                      <a:pt x="199" y="52"/>
                    </a:lnTo>
                    <a:lnTo>
                      <a:pt x="196" y="52"/>
                    </a:lnTo>
                    <a:lnTo>
                      <a:pt x="196" y="52"/>
                    </a:lnTo>
                    <a:lnTo>
                      <a:pt x="196" y="50"/>
                    </a:lnTo>
                    <a:lnTo>
                      <a:pt x="196" y="50"/>
                    </a:lnTo>
                    <a:lnTo>
                      <a:pt x="196" y="52"/>
                    </a:lnTo>
                    <a:lnTo>
                      <a:pt x="194" y="52"/>
                    </a:lnTo>
                    <a:lnTo>
                      <a:pt x="194" y="52"/>
                    </a:lnTo>
                    <a:lnTo>
                      <a:pt x="194" y="52"/>
                    </a:lnTo>
                    <a:lnTo>
                      <a:pt x="194" y="52"/>
                    </a:lnTo>
                    <a:lnTo>
                      <a:pt x="194" y="52"/>
                    </a:lnTo>
                    <a:lnTo>
                      <a:pt x="196" y="52"/>
                    </a:lnTo>
                    <a:lnTo>
                      <a:pt x="196" y="52"/>
                    </a:lnTo>
                    <a:lnTo>
                      <a:pt x="199" y="52"/>
                    </a:lnTo>
                    <a:lnTo>
                      <a:pt x="199" y="52"/>
                    </a:lnTo>
                    <a:lnTo>
                      <a:pt x="199" y="55"/>
                    </a:lnTo>
                    <a:lnTo>
                      <a:pt x="199" y="55"/>
                    </a:lnTo>
                    <a:lnTo>
                      <a:pt x="199" y="55"/>
                    </a:lnTo>
                    <a:lnTo>
                      <a:pt x="199" y="57"/>
                    </a:lnTo>
                    <a:lnTo>
                      <a:pt x="196" y="57"/>
                    </a:lnTo>
                    <a:lnTo>
                      <a:pt x="196" y="57"/>
                    </a:lnTo>
                    <a:lnTo>
                      <a:pt x="194" y="57"/>
                    </a:lnTo>
                    <a:lnTo>
                      <a:pt x="194" y="57"/>
                    </a:lnTo>
                    <a:lnTo>
                      <a:pt x="194" y="57"/>
                    </a:lnTo>
                    <a:lnTo>
                      <a:pt x="192" y="57"/>
                    </a:lnTo>
                    <a:lnTo>
                      <a:pt x="192" y="57"/>
                    </a:lnTo>
                    <a:lnTo>
                      <a:pt x="189" y="57"/>
                    </a:lnTo>
                    <a:lnTo>
                      <a:pt x="189" y="57"/>
                    </a:lnTo>
                    <a:lnTo>
                      <a:pt x="192" y="57"/>
                    </a:lnTo>
                    <a:lnTo>
                      <a:pt x="192" y="57"/>
                    </a:lnTo>
                    <a:lnTo>
                      <a:pt x="192" y="59"/>
                    </a:lnTo>
                    <a:lnTo>
                      <a:pt x="192" y="59"/>
                    </a:lnTo>
                    <a:lnTo>
                      <a:pt x="192" y="59"/>
                    </a:lnTo>
                    <a:lnTo>
                      <a:pt x="189" y="59"/>
                    </a:lnTo>
                    <a:lnTo>
                      <a:pt x="189" y="59"/>
                    </a:lnTo>
                    <a:lnTo>
                      <a:pt x="189" y="59"/>
                    </a:lnTo>
                    <a:lnTo>
                      <a:pt x="187" y="59"/>
                    </a:lnTo>
                    <a:lnTo>
                      <a:pt x="187" y="59"/>
                    </a:lnTo>
                    <a:lnTo>
                      <a:pt x="187" y="59"/>
                    </a:lnTo>
                    <a:lnTo>
                      <a:pt x="185" y="59"/>
                    </a:lnTo>
                    <a:lnTo>
                      <a:pt x="185" y="59"/>
                    </a:lnTo>
                    <a:lnTo>
                      <a:pt x="182" y="59"/>
                    </a:lnTo>
                    <a:lnTo>
                      <a:pt x="182" y="59"/>
                    </a:lnTo>
                    <a:lnTo>
                      <a:pt x="182" y="59"/>
                    </a:lnTo>
                    <a:lnTo>
                      <a:pt x="182" y="62"/>
                    </a:lnTo>
                    <a:lnTo>
                      <a:pt x="182" y="62"/>
                    </a:lnTo>
                    <a:lnTo>
                      <a:pt x="182" y="64"/>
                    </a:lnTo>
                    <a:lnTo>
                      <a:pt x="180" y="64"/>
                    </a:lnTo>
                    <a:lnTo>
                      <a:pt x="180" y="64"/>
                    </a:lnTo>
                    <a:lnTo>
                      <a:pt x="180" y="64"/>
                    </a:lnTo>
                    <a:lnTo>
                      <a:pt x="180" y="64"/>
                    </a:lnTo>
                    <a:lnTo>
                      <a:pt x="177" y="64"/>
                    </a:lnTo>
                    <a:lnTo>
                      <a:pt x="177" y="64"/>
                    </a:lnTo>
                    <a:lnTo>
                      <a:pt x="175" y="64"/>
                    </a:lnTo>
                    <a:lnTo>
                      <a:pt x="175" y="64"/>
                    </a:lnTo>
                    <a:lnTo>
                      <a:pt x="175" y="64"/>
                    </a:lnTo>
                    <a:lnTo>
                      <a:pt x="175" y="64"/>
                    </a:lnTo>
                    <a:lnTo>
                      <a:pt x="173" y="64"/>
                    </a:lnTo>
                    <a:lnTo>
                      <a:pt x="173" y="64"/>
                    </a:lnTo>
                    <a:lnTo>
                      <a:pt x="173" y="64"/>
                    </a:lnTo>
                    <a:lnTo>
                      <a:pt x="173" y="64"/>
                    </a:lnTo>
                    <a:lnTo>
                      <a:pt x="173" y="64"/>
                    </a:lnTo>
                    <a:lnTo>
                      <a:pt x="173" y="62"/>
                    </a:lnTo>
                    <a:lnTo>
                      <a:pt x="170" y="62"/>
                    </a:lnTo>
                    <a:lnTo>
                      <a:pt x="170" y="62"/>
                    </a:lnTo>
                    <a:lnTo>
                      <a:pt x="170" y="62"/>
                    </a:lnTo>
                    <a:lnTo>
                      <a:pt x="168" y="62"/>
                    </a:lnTo>
                    <a:lnTo>
                      <a:pt x="168" y="62"/>
                    </a:lnTo>
                    <a:lnTo>
                      <a:pt x="168" y="62"/>
                    </a:lnTo>
                    <a:lnTo>
                      <a:pt x="168" y="62"/>
                    </a:lnTo>
                    <a:lnTo>
                      <a:pt x="168" y="64"/>
                    </a:lnTo>
                    <a:lnTo>
                      <a:pt x="168" y="64"/>
                    </a:lnTo>
                    <a:lnTo>
                      <a:pt x="170" y="64"/>
                    </a:lnTo>
                    <a:lnTo>
                      <a:pt x="170" y="64"/>
                    </a:lnTo>
                    <a:lnTo>
                      <a:pt x="170" y="64"/>
                    </a:lnTo>
                    <a:lnTo>
                      <a:pt x="170" y="64"/>
                    </a:lnTo>
                    <a:lnTo>
                      <a:pt x="168" y="64"/>
                    </a:lnTo>
                    <a:lnTo>
                      <a:pt x="168" y="66"/>
                    </a:lnTo>
                    <a:lnTo>
                      <a:pt x="170" y="66"/>
                    </a:lnTo>
                    <a:lnTo>
                      <a:pt x="170" y="66"/>
                    </a:lnTo>
                    <a:lnTo>
                      <a:pt x="170" y="66"/>
                    </a:lnTo>
                    <a:lnTo>
                      <a:pt x="170" y="69"/>
                    </a:lnTo>
                    <a:lnTo>
                      <a:pt x="170" y="69"/>
                    </a:lnTo>
                    <a:lnTo>
                      <a:pt x="168" y="69"/>
                    </a:lnTo>
                    <a:lnTo>
                      <a:pt x="168" y="69"/>
                    </a:lnTo>
                    <a:lnTo>
                      <a:pt x="168" y="69"/>
                    </a:lnTo>
                    <a:lnTo>
                      <a:pt x="168" y="66"/>
                    </a:lnTo>
                    <a:lnTo>
                      <a:pt x="168" y="66"/>
                    </a:lnTo>
                    <a:lnTo>
                      <a:pt x="166" y="66"/>
                    </a:lnTo>
                    <a:lnTo>
                      <a:pt x="166" y="66"/>
                    </a:lnTo>
                    <a:lnTo>
                      <a:pt x="166" y="69"/>
                    </a:lnTo>
                    <a:lnTo>
                      <a:pt x="166" y="69"/>
                    </a:lnTo>
                    <a:lnTo>
                      <a:pt x="166" y="69"/>
                    </a:lnTo>
                    <a:lnTo>
                      <a:pt x="166" y="69"/>
                    </a:lnTo>
                    <a:lnTo>
                      <a:pt x="166" y="71"/>
                    </a:lnTo>
                    <a:lnTo>
                      <a:pt x="163" y="71"/>
                    </a:lnTo>
                    <a:lnTo>
                      <a:pt x="163" y="71"/>
                    </a:lnTo>
                    <a:lnTo>
                      <a:pt x="163" y="69"/>
                    </a:lnTo>
                    <a:lnTo>
                      <a:pt x="161" y="69"/>
                    </a:lnTo>
                    <a:lnTo>
                      <a:pt x="161" y="69"/>
                    </a:lnTo>
                    <a:lnTo>
                      <a:pt x="161" y="66"/>
                    </a:lnTo>
                    <a:lnTo>
                      <a:pt x="161" y="66"/>
                    </a:lnTo>
                    <a:lnTo>
                      <a:pt x="161" y="66"/>
                    </a:lnTo>
                    <a:lnTo>
                      <a:pt x="159" y="66"/>
                    </a:lnTo>
                    <a:lnTo>
                      <a:pt x="159" y="66"/>
                    </a:lnTo>
                    <a:lnTo>
                      <a:pt x="159" y="66"/>
                    </a:lnTo>
                    <a:lnTo>
                      <a:pt x="159" y="66"/>
                    </a:lnTo>
                    <a:lnTo>
                      <a:pt x="159" y="66"/>
                    </a:lnTo>
                    <a:lnTo>
                      <a:pt x="159" y="69"/>
                    </a:lnTo>
                    <a:lnTo>
                      <a:pt x="159" y="69"/>
                    </a:lnTo>
                    <a:lnTo>
                      <a:pt x="159" y="69"/>
                    </a:lnTo>
                    <a:lnTo>
                      <a:pt x="159" y="69"/>
                    </a:lnTo>
                    <a:lnTo>
                      <a:pt x="159" y="71"/>
                    </a:lnTo>
                    <a:lnTo>
                      <a:pt x="159" y="71"/>
                    </a:lnTo>
                    <a:lnTo>
                      <a:pt x="159" y="71"/>
                    </a:lnTo>
                    <a:lnTo>
                      <a:pt x="159" y="71"/>
                    </a:lnTo>
                    <a:lnTo>
                      <a:pt x="159" y="73"/>
                    </a:lnTo>
                    <a:lnTo>
                      <a:pt x="156" y="73"/>
                    </a:lnTo>
                    <a:lnTo>
                      <a:pt x="156" y="73"/>
                    </a:lnTo>
                    <a:lnTo>
                      <a:pt x="156" y="73"/>
                    </a:lnTo>
                    <a:lnTo>
                      <a:pt x="154" y="73"/>
                    </a:lnTo>
                    <a:lnTo>
                      <a:pt x="154" y="73"/>
                    </a:lnTo>
                    <a:lnTo>
                      <a:pt x="154" y="73"/>
                    </a:lnTo>
                    <a:lnTo>
                      <a:pt x="154" y="73"/>
                    </a:lnTo>
                    <a:lnTo>
                      <a:pt x="154" y="76"/>
                    </a:lnTo>
                    <a:lnTo>
                      <a:pt x="151" y="76"/>
                    </a:lnTo>
                    <a:lnTo>
                      <a:pt x="151" y="76"/>
                    </a:lnTo>
                    <a:lnTo>
                      <a:pt x="149" y="76"/>
                    </a:lnTo>
                    <a:lnTo>
                      <a:pt x="149" y="76"/>
                    </a:lnTo>
                    <a:lnTo>
                      <a:pt x="149" y="76"/>
                    </a:lnTo>
                    <a:lnTo>
                      <a:pt x="149" y="78"/>
                    </a:lnTo>
                    <a:lnTo>
                      <a:pt x="149" y="78"/>
                    </a:lnTo>
                    <a:lnTo>
                      <a:pt x="149" y="76"/>
                    </a:lnTo>
                    <a:lnTo>
                      <a:pt x="147" y="76"/>
                    </a:lnTo>
                    <a:lnTo>
                      <a:pt x="147" y="78"/>
                    </a:lnTo>
                    <a:lnTo>
                      <a:pt x="147" y="78"/>
                    </a:lnTo>
                    <a:lnTo>
                      <a:pt x="147" y="78"/>
                    </a:lnTo>
                    <a:lnTo>
                      <a:pt x="147" y="78"/>
                    </a:lnTo>
                    <a:lnTo>
                      <a:pt x="144" y="78"/>
                    </a:lnTo>
                    <a:lnTo>
                      <a:pt x="144" y="78"/>
                    </a:lnTo>
                    <a:lnTo>
                      <a:pt x="142" y="78"/>
                    </a:lnTo>
                    <a:lnTo>
                      <a:pt x="142" y="78"/>
                    </a:lnTo>
                    <a:lnTo>
                      <a:pt x="142" y="78"/>
                    </a:lnTo>
                    <a:lnTo>
                      <a:pt x="140" y="78"/>
                    </a:lnTo>
                    <a:lnTo>
                      <a:pt x="140" y="78"/>
                    </a:lnTo>
                    <a:lnTo>
                      <a:pt x="140" y="78"/>
                    </a:lnTo>
                    <a:lnTo>
                      <a:pt x="140" y="78"/>
                    </a:lnTo>
                    <a:lnTo>
                      <a:pt x="137" y="78"/>
                    </a:lnTo>
                    <a:lnTo>
                      <a:pt x="137" y="78"/>
                    </a:lnTo>
                    <a:lnTo>
                      <a:pt x="137" y="78"/>
                    </a:lnTo>
                    <a:lnTo>
                      <a:pt x="137" y="78"/>
                    </a:lnTo>
                    <a:lnTo>
                      <a:pt x="140" y="78"/>
                    </a:lnTo>
                    <a:lnTo>
                      <a:pt x="140" y="81"/>
                    </a:lnTo>
                    <a:lnTo>
                      <a:pt x="140" y="81"/>
                    </a:lnTo>
                    <a:lnTo>
                      <a:pt x="140" y="81"/>
                    </a:lnTo>
                    <a:lnTo>
                      <a:pt x="140" y="81"/>
                    </a:lnTo>
                    <a:lnTo>
                      <a:pt x="142" y="81"/>
                    </a:lnTo>
                    <a:lnTo>
                      <a:pt x="142" y="83"/>
                    </a:lnTo>
                    <a:lnTo>
                      <a:pt x="140" y="83"/>
                    </a:lnTo>
                    <a:lnTo>
                      <a:pt x="140" y="83"/>
                    </a:lnTo>
                    <a:lnTo>
                      <a:pt x="140" y="83"/>
                    </a:lnTo>
                    <a:lnTo>
                      <a:pt x="140" y="83"/>
                    </a:lnTo>
                    <a:lnTo>
                      <a:pt x="140" y="83"/>
                    </a:lnTo>
                    <a:lnTo>
                      <a:pt x="137" y="83"/>
                    </a:lnTo>
                    <a:lnTo>
                      <a:pt x="137" y="85"/>
                    </a:lnTo>
                    <a:lnTo>
                      <a:pt x="137" y="85"/>
                    </a:lnTo>
                    <a:lnTo>
                      <a:pt x="135" y="85"/>
                    </a:lnTo>
                    <a:lnTo>
                      <a:pt x="135" y="85"/>
                    </a:lnTo>
                    <a:lnTo>
                      <a:pt x="135" y="85"/>
                    </a:lnTo>
                    <a:lnTo>
                      <a:pt x="132" y="85"/>
                    </a:lnTo>
                    <a:lnTo>
                      <a:pt x="132" y="85"/>
                    </a:lnTo>
                    <a:lnTo>
                      <a:pt x="132" y="85"/>
                    </a:lnTo>
                    <a:lnTo>
                      <a:pt x="132" y="85"/>
                    </a:lnTo>
                    <a:lnTo>
                      <a:pt x="132" y="88"/>
                    </a:lnTo>
                    <a:lnTo>
                      <a:pt x="132" y="88"/>
                    </a:lnTo>
                    <a:lnTo>
                      <a:pt x="132" y="88"/>
                    </a:lnTo>
                    <a:lnTo>
                      <a:pt x="132" y="88"/>
                    </a:lnTo>
                    <a:lnTo>
                      <a:pt x="132" y="90"/>
                    </a:lnTo>
                    <a:lnTo>
                      <a:pt x="130" y="90"/>
                    </a:lnTo>
                    <a:lnTo>
                      <a:pt x="130" y="90"/>
                    </a:lnTo>
                    <a:lnTo>
                      <a:pt x="128" y="90"/>
                    </a:lnTo>
                    <a:lnTo>
                      <a:pt x="128" y="90"/>
                    </a:lnTo>
                    <a:lnTo>
                      <a:pt x="128" y="90"/>
                    </a:lnTo>
                    <a:lnTo>
                      <a:pt x="128" y="90"/>
                    </a:lnTo>
                    <a:lnTo>
                      <a:pt x="125" y="90"/>
                    </a:lnTo>
                    <a:lnTo>
                      <a:pt x="125" y="90"/>
                    </a:lnTo>
                    <a:lnTo>
                      <a:pt x="125" y="90"/>
                    </a:lnTo>
                    <a:lnTo>
                      <a:pt x="125" y="90"/>
                    </a:lnTo>
                    <a:lnTo>
                      <a:pt x="125" y="90"/>
                    </a:lnTo>
                    <a:lnTo>
                      <a:pt x="125" y="90"/>
                    </a:lnTo>
                    <a:lnTo>
                      <a:pt x="125" y="92"/>
                    </a:lnTo>
                    <a:lnTo>
                      <a:pt x="125" y="92"/>
                    </a:lnTo>
                    <a:lnTo>
                      <a:pt x="125" y="92"/>
                    </a:lnTo>
                    <a:lnTo>
                      <a:pt x="123" y="92"/>
                    </a:lnTo>
                    <a:lnTo>
                      <a:pt x="123" y="92"/>
                    </a:lnTo>
                    <a:lnTo>
                      <a:pt x="123" y="92"/>
                    </a:lnTo>
                    <a:lnTo>
                      <a:pt x="121" y="92"/>
                    </a:lnTo>
                    <a:lnTo>
                      <a:pt x="121" y="95"/>
                    </a:lnTo>
                    <a:lnTo>
                      <a:pt x="121" y="95"/>
                    </a:lnTo>
                    <a:lnTo>
                      <a:pt x="121" y="95"/>
                    </a:lnTo>
                    <a:lnTo>
                      <a:pt x="121" y="95"/>
                    </a:lnTo>
                    <a:lnTo>
                      <a:pt x="118" y="95"/>
                    </a:lnTo>
                    <a:lnTo>
                      <a:pt x="118" y="95"/>
                    </a:lnTo>
                    <a:lnTo>
                      <a:pt x="118" y="97"/>
                    </a:lnTo>
                    <a:lnTo>
                      <a:pt x="116" y="97"/>
                    </a:lnTo>
                    <a:lnTo>
                      <a:pt x="116" y="95"/>
                    </a:lnTo>
                    <a:lnTo>
                      <a:pt x="116" y="95"/>
                    </a:lnTo>
                    <a:lnTo>
                      <a:pt x="116" y="95"/>
                    </a:lnTo>
                    <a:lnTo>
                      <a:pt x="116" y="97"/>
                    </a:lnTo>
                    <a:lnTo>
                      <a:pt x="114" y="97"/>
                    </a:lnTo>
                    <a:lnTo>
                      <a:pt x="114" y="97"/>
                    </a:lnTo>
                    <a:lnTo>
                      <a:pt x="114" y="97"/>
                    </a:lnTo>
                    <a:lnTo>
                      <a:pt x="114" y="97"/>
                    </a:lnTo>
                    <a:lnTo>
                      <a:pt x="111" y="97"/>
                    </a:lnTo>
                    <a:lnTo>
                      <a:pt x="111" y="97"/>
                    </a:lnTo>
                    <a:lnTo>
                      <a:pt x="109" y="97"/>
                    </a:lnTo>
                    <a:lnTo>
                      <a:pt x="109" y="100"/>
                    </a:lnTo>
                    <a:lnTo>
                      <a:pt x="111" y="100"/>
                    </a:lnTo>
                    <a:lnTo>
                      <a:pt x="111" y="100"/>
                    </a:lnTo>
                    <a:lnTo>
                      <a:pt x="111" y="102"/>
                    </a:lnTo>
                    <a:lnTo>
                      <a:pt x="109" y="102"/>
                    </a:lnTo>
                    <a:lnTo>
                      <a:pt x="109" y="102"/>
                    </a:lnTo>
                    <a:lnTo>
                      <a:pt x="109" y="102"/>
                    </a:lnTo>
                    <a:lnTo>
                      <a:pt x="106" y="102"/>
                    </a:lnTo>
                    <a:lnTo>
                      <a:pt x="106" y="102"/>
                    </a:lnTo>
                    <a:lnTo>
                      <a:pt x="106" y="102"/>
                    </a:lnTo>
                    <a:lnTo>
                      <a:pt x="106" y="102"/>
                    </a:lnTo>
                    <a:lnTo>
                      <a:pt x="106" y="102"/>
                    </a:lnTo>
                    <a:lnTo>
                      <a:pt x="106" y="102"/>
                    </a:lnTo>
                    <a:lnTo>
                      <a:pt x="109" y="102"/>
                    </a:lnTo>
                    <a:lnTo>
                      <a:pt x="109" y="102"/>
                    </a:lnTo>
                    <a:lnTo>
                      <a:pt x="106" y="102"/>
                    </a:lnTo>
                    <a:lnTo>
                      <a:pt x="106" y="102"/>
                    </a:lnTo>
                    <a:lnTo>
                      <a:pt x="106" y="102"/>
                    </a:lnTo>
                    <a:lnTo>
                      <a:pt x="106" y="104"/>
                    </a:lnTo>
                    <a:lnTo>
                      <a:pt x="104" y="104"/>
                    </a:lnTo>
                    <a:lnTo>
                      <a:pt x="104" y="104"/>
                    </a:lnTo>
                    <a:lnTo>
                      <a:pt x="104" y="104"/>
                    </a:lnTo>
                    <a:lnTo>
                      <a:pt x="104" y="107"/>
                    </a:lnTo>
                    <a:lnTo>
                      <a:pt x="104" y="107"/>
                    </a:lnTo>
                    <a:lnTo>
                      <a:pt x="102" y="107"/>
                    </a:lnTo>
                    <a:lnTo>
                      <a:pt x="102" y="109"/>
                    </a:lnTo>
                    <a:lnTo>
                      <a:pt x="102" y="109"/>
                    </a:lnTo>
                    <a:lnTo>
                      <a:pt x="102" y="109"/>
                    </a:lnTo>
                    <a:lnTo>
                      <a:pt x="102" y="109"/>
                    </a:lnTo>
                    <a:lnTo>
                      <a:pt x="99" y="109"/>
                    </a:lnTo>
                    <a:lnTo>
                      <a:pt x="99" y="109"/>
                    </a:lnTo>
                    <a:lnTo>
                      <a:pt x="99" y="109"/>
                    </a:lnTo>
                    <a:lnTo>
                      <a:pt x="97" y="109"/>
                    </a:lnTo>
                    <a:lnTo>
                      <a:pt x="97" y="109"/>
                    </a:lnTo>
                    <a:lnTo>
                      <a:pt x="95" y="109"/>
                    </a:lnTo>
                    <a:lnTo>
                      <a:pt x="95" y="111"/>
                    </a:lnTo>
                    <a:lnTo>
                      <a:pt x="97" y="111"/>
                    </a:lnTo>
                    <a:lnTo>
                      <a:pt x="97" y="111"/>
                    </a:lnTo>
                    <a:lnTo>
                      <a:pt x="97" y="111"/>
                    </a:lnTo>
                    <a:lnTo>
                      <a:pt x="95" y="111"/>
                    </a:lnTo>
                    <a:lnTo>
                      <a:pt x="95" y="111"/>
                    </a:lnTo>
                    <a:lnTo>
                      <a:pt x="95" y="111"/>
                    </a:lnTo>
                    <a:lnTo>
                      <a:pt x="92" y="111"/>
                    </a:lnTo>
                    <a:lnTo>
                      <a:pt x="92" y="111"/>
                    </a:lnTo>
                    <a:lnTo>
                      <a:pt x="92" y="114"/>
                    </a:lnTo>
                    <a:lnTo>
                      <a:pt x="92" y="114"/>
                    </a:lnTo>
                    <a:lnTo>
                      <a:pt x="92" y="114"/>
                    </a:lnTo>
                    <a:lnTo>
                      <a:pt x="90" y="114"/>
                    </a:lnTo>
                    <a:lnTo>
                      <a:pt x="90" y="116"/>
                    </a:lnTo>
                    <a:lnTo>
                      <a:pt x="90" y="116"/>
                    </a:lnTo>
                    <a:lnTo>
                      <a:pt x="90" y="116"/>
                    </a:lnTo>
                    <a:lnTo>
                      <a:pt x="90" y="119"/>
                    </a:lnTo>
                    <a:lnTo>
                      <a:pt x="88" y="119"/>
                    </a:lnTo>
                    <a:lnTo>
                      <a:pt x="88" y="119"/>
                    </a:lnTo>
                    <a:lnTo>
                      <a:pt x="88" y="119"/>
                    </a:lnTo>
                    <a:lnTo>
                      <a:pt x="88" y="121"/>
                    </a:lnTo>
                    <a:lnTo>
                      <a:pt x="88" y="121"/>
                    </a:lnTo>
                    <a:lnTo>
                      <a:pt x="88" y="121"/>
                    </a:lnTo>
                    <a:lnTo>
                      <a:pt x="88" y="121"/>
                    </a:lnTo>
                    <a:lnTo>
                      <a:pt x="88" y="123"/>
                    </a:lnTo>
                    <a:lnTo>
                      <a:pt x="88" y="123"/>
                    </a:lnTo>
                    <a:lnTo>
                      <a:pt x="88" y="123"/>
                    </a:lnTo>
                    <a:lnTo>
                      <a:pt x="90" y="123"/>
                    </a:lnTo>
                    <a:lnTo>
                      <a:pt x="90" y="123"/>
                    </a:lnTo>
                    <a:lnTo>
                      <a:pt x="90" y="126"/>
                    </a:lnTo>
                    <a:lnTo>
                      <a:pt x="88" y="126"/>
                    </a:lnTo>
                    <a:lnTo>
                      <a:pt x="88" y="126"/>
                    </a:lnTo>
                    <a:lnTo>
                      <a:pt x="88" y="126"/>
                    </a:lnTo>
                    <a:lnTo>
                      <a:pt x="88" y="126"/>
                    </a:lnTo>
                    <a:lnTo>
                      <a:pt x="88" y="128"/>
                    </a:lnTo>
                    <a:lnTo>
                      <a:pt x="88" y="128"/>
                    </a:lnTo>
                    <a:lnTo>
                      <a:pt x="85" y="128"/>
                    </a:lnTo>
                    <a:lnTo>
                      <a:pt x="85" y="130"/>
                    </a:lnTo>
                    <a:lnTo>
                      <a:pt x="85" y="130"/>
                    </a:lnTo>
                    <a:lnTo>
                      <a:pt x="88" y="130"/>
                    </a:lnTo>
                    <a:lnTo>
                      <a:pt x="88" y="130"/>
                    </a:lnTo>
                    <a:lnTo>
                      <a:pt x="88" y="130"/>
                    </a:lnTo>
                    <a:lnTo>
                      <a:pt x="88" y="133"/>
                    </a:lnTo>
                    <a:lnTo>
                      <a:pt x="88" y="133"/>
                    </a:lnTo>
                    <a:lnTo>
                      <a:pt x="88" y="133"/>
                    </a:lnTo>
                    <a:lnTo>
                      <a:pt x="90" y="133"/>
                    </a:lnTo>
                    <a:lnTo>
                      <a:pt x="90" y="135"/>
                    </a:lnTo>
                    <a:lnTo>
                      <a:pt x="90" y="135"/>
                    </a:lnTo>
                    <a:lnTo>
                      <a:pt x="90" y="135"/>
                    </a:lnTo>
                    <a:lnTo>
                      <a:pt x="92" y="135"/>
                    </a:lnTo>
                    <a:lnTo>
                      <a:pt x="92" y="137"/>
                    </a:lnTo>
                    <a:lnTo>
                      <a:pt x="92" y="137"/>
                    </a:lnTo>
                    <a:lnTo>
                      <a:pt x="92" y="137"/>
                    </a:lnTo>
                    <a:lnTo>
                      <a:pt x="92" y="137"/>
                    </a:lnTo>
                    <a:lnTo>
                      <a:pt x="92" y="140"/>
                    </a:lnTo>
                    <a:lnTo>
                      <a:pt x="95" y="140"/>
                    </a:lnTo>
                    <a:lnTo>
                      <a:pt x="95" y="140"/>
                    </a:lnTo>
                    <a:lnTo>
                      <a:pt x="95" y="140"/>
                    </a:lnTo>
                    <a:lnTo>
                      <a:pt x="95" y="142"/>
                    </a:lnTo>
                    <a:lnTo>
                      <a:pt x="95" y="142"/>
                    </a:lnTo>
                    <a:lnTo>
                      <a:pt x="95" y="142"/>
                    </a:lnTo>
                    <a:lnTo>
                      <a:pt x="97" y="142"/>
                    </a:lnTo>
                    <a:lnTo>
                      <a:pt x="97" y="142"/>
                    </a:lnTo>
                    <a:lnTo>
                      <a:pt x="97" y="142"/>
                    </a:lnTo>
                    <a:lnTo>
                      <a:pt x="99" y="142"/>
                    </a:lnTo>
                    <a:lnTo>
                      <a:pt x="99" y="145"/>
                    </a:lnTo>
                    <a:lnTo>
                      <a:pt x="99" y="145"/>
                    </a:lnTo>
                    <a:lnTo>
                      <a:pt x="99" y="145"/>
                    </a:lnTo>
                    <a:lnTo>
                      <a:pt x="99" y="145"/>
                    </a:lnTo>
                    <a:lnTo>
                      <a:pt x="99" y="147"/>
                    </a:lnTo>
                    <a:lnTo>
                      <a:pt x="102" y="147"/>
                    </a:lnTo>
                    <a:lnTo>
                      <a:pt x="102" y="147"/>
                    </a:lnTo>
                    <a:lnTo>
                      <a:pt x="102" y="147"/>
                    </a:lnTo>
                    <a:lnTo>
                      <a:pt x="102" y="147"/>
                    </a:lnTo>
                    <a:lnTo>
                      <a:pt x="102" y="149"/>
                    </a:lnTo>
                    <a:lnTo>
                      <a:pt x="104" y="149"/>
                    </a:lnTo>
                    <a:lnTo>
                      <a:pt x="104" y="149"/>
                    </a:lnTo>
                    <a:lnTo>
                      <a:pt x="104" y="149"/>
                    </a:lnTo>
                    <a:lnTo>
                      <a:pt x="106" y="149"/>
                    </a:lnTo>
                    <a:lnTo>
                      <a:pt x="106" y="149"/>
                    </a:lnTo>
                    <a:lnTo>
                      <a:pt x="106" y="149"/>
                    </a:lnTo>
                    <a:lnTo>
                      <a:pt x="106" y="152"/>
                    </a:lnTo>
                    <a:lnTo>
                      <a:pt x="109" y="152"/>
                    </a:lnTo>
                    <a:lnTo>
                      <a:pt x="109" y="152"/>
                    </a:lnTo>
                    <a:lnTo>
                      <a:pt x="109" y="152"/>
                    </a:lnTo>
                    <a:lnTo>
                      <a:pt x="109" y="152"/>
                    </a:lnTo>
                    <a:lnTo>
                      <a:pt x="111" y="152"/>
                    </a:lnTo>
                    <a:lnTo>
                      <a:pt x="111" y="152"/>
                    </a:lnTo>
                    <a:lnTo>
                      <a:pt x="111" y="152"/>
                    </a:lnTo>
                    <a:lnTo>
                      <a:pt x="114" y="152"/>
                    </a:lnTo>
                    <a:lnTo>
                      <a:pt x="114" y="154"/>
                    </a:lnTo>
                    <a:lnTo>
                      <a:pt x="114" y="154"/>
                    </a:lnTo>
                    <a:lnTo>
                      <a:pt x="114" y="154"/>
                    </a:lnTo>
                    <a:lnTo>
                      <a:pt x="116" y="154"/>
                    </a:lnTo>
                    <a:lnTo>
                      <a:pt x="116" y="154"/>
                    </a:lnTo>
                    <a:lnTo>
                      <a:pt x="116" y="154"/>
                    </a:lnTo>
                    <a:lnTo>
                      <a:pt x="116" y="154"/>
                    </a:lnTo>
                    <a:lnTo>
                      <a:pt x="118" y="154"/>
                    </a:lnTo>
                    <a:lnTo>
                      <a:pt x="118" y="156"/>
                    </a:lnTo>
                    <a:lnTo>
                      <a:pt x="118" y="156"/>
                    </a:lnTo>
                    <a:lnTo>
                      <a:pt x="118" y="156"/>
                    </a:lnTo>
                    <a:lnTo>
                      <a:pt x="121" y="156"/>
                    </a:lnTo>
                    <a:lnTo>
                      <a:pt x="121" y="156"/>
                    </a:lnTo>
                    <a:lnTo>
                      <a:pt x="121" y="156"/>
                    </a:lnTo>
                    <a:lnTo>
                      <a:pt x="123" y="156"/>
                    </a:lnTo>
                    <a:lnTo>
                      <a:pt x="123" y="156"/>
                    </a:lnTo>
                    <a:lnTo>
                      <a:pt x="123" y="159"/>
                    </a:lnTo>
                    <a:lnTo>
                      <a:pt x="125" y="159"/>
                    </a:lnTo>
                    <a:lnTo>
                      <a:pt x="125" y="159"/>
                    </a:lnTo>
                    <a:lnTo>
                      <a:pt x="125" y="159"/>
                    </a:lnTo>
                    <a:lnTo>
                      <a:pt x="128" y="159"/>
                    </a:lnTo>
                    <a:lnTo>
                      <a:pt x="128" y="159"/>
                    </a:lnTo>
                    <a:lnTo>
                      <a:pt x="128" y="159"/>
                    </a:lnTo>
                    <a:lnTo>
                      <a:pt x="130" y="159"/>
                    </a:lnTo>
                    <a:lnTo>
                      <a:pt x="130" y="159"/>
                    </a:lnTo>
                    <a:lnTo>
                      <a:pt x="130" y="159"/>
                    </a:lnTo>
                    <a:lnTo>
                      <a:pt x="132" y="159"/>
                    </a:lnTo>
                    <a:lnTo>
                      <a:pt x="132" y="161"/>
                    </a:lnTo>
                    <a:lnTo>
                      <a:pt x="132" y="161"/>
                    </a:lnTo>
                    <a:lnTo>
                      <a:pt x="132" y="161"/>
                    </a:lnTo>
                    <a:lnTo>
                      <a:pt x="132" y="161"/>
                    </a:lnTo>
                    <a:lnTo>
                      <a:pt x="132" y="161"/>
                    </a:lnTo>
                    <a:lnTo>
                      <a:pt x="132" y="161"/>
                    </a:lnTo>
                    <a:lnTo>
                      <a:pt x="132" y="161"/>
                    </a:lnTo>
                    <a:lnTo>
                      <a:pt x="130" y="161"/>
                    </a:lnTo>
                    <a:lnTo>
                      <a:pt x="130" y="164"/>
                    </a:lnTo>
                    <a:lnTo>
                      <a:pt x="130" y="164"/>
                    </a:lnTo>
                    <a:lnTo>
                      <a:pt x="130" y="164"/>
                    </a:lnTo>
                    <a:lnTo>
                      <a:pt x="128" y="164"/>
                    </a:lnTo>
                    <a:lnTo>
                      <a:pt x="128" y="164"/>
                    </a:lnTo>
                    <a:lnTo>
                      <a:pt x="128" y="164"/>
                    </a:lnTo>
                    <a:lnTo>
                      <a:pt x="128" y="166"/>
                    </a:lnTo>
                    <a:lnTo>
                      <a:pt x="128" y="166"/>
                    </a:lnTo>
                    <a:lnTo>
                      <a:pt x="128" y="166"/>
                    </a:lnTo>
                    <a:lnTo>
                      <a:pt x="130" y="166"/>
                    </a:lnTo>
                    <a:lnTo>
                      <a:pt x="130" y="166"/>
                    </a:lnTo>
                    <a:lnTo>
                      <a:pt x="128" y="166"/>
                    </a:lnTo>
                    <a:lnTo>
                      <a:pt x="128" y="166"/>
                    </a:lnTo>
                    <a:lnTo>
                      <a:pt x="128" y="166"/>
                    </a:lnTo>
                    <a:lnTo>
                      <a:pt x="128" y="168"/>
                    </a:lnTo>
                    <a:lnTo>
                      <a:pt x="125" y="168"/>
                    </a:lnTo>
                    <a:lnTo>
                      <a:pt x="125" y="168"/>
                    </a:lnTo>
                    <a:lnTo>
                      <a:pt x="125" y="166"/>
                    </a:lnTo>
                    <a:lnTo>
                      <a:pt x="125" y="166"/>
                    </a:lnTo>
                    <a:lnTo>
                      <a:pt x="125" y="168"/>
                    </a:lnTo>
                    <a:lnTo>
                      <a:pt x="123" y="168"/>
                    </a:lnTo>
                    <a:lnTo>
                      <a:pt x="123" y="168"/>
                    </a:lnTo>
                    <a:lnTo>
                      <a:pt x="121" y="168"/>
                    </a:lnTo>
                    <a:lnTo>
                      <a:pt x="121" y="168"/>
                    </a:lnTo>
                    <a:lnTo>
                      <a:pt x="121" y="168"/>
                    </a:lnTo>
                    <a:lnTo>
                      <a:pt x="118" y="168"/>
                    </a:lnTo>
                    <a:lnTo>
                      <a:pt x="118" y="166"/>
                    </a:lnTo>
                    <a:lnTo>
                      <a:pt x="118" y="166"/>
                    </a:lnTo>
                    <a:lnTo>
                      <a:pt x="116" y="166"/>
                    </a:lnTo>
                    <a:lnTo>
                      <a:pt x="116" y="166"/>
                    </a:lnTo>
                    <a:lnTo>
                      <a:pt x="116" y="166"/>
                    </a:lnTo>
                    <a:lnTo>
                      <a:pt x="116" y="166"/>
                    </a:lnTo>
                    <a:lnTo>
                      <a:pt x="116" y="164"/>
                    </a:lnTo>
                    <a:lnTo>
                      <a:pt x="114" y="164"/>
                    </a:lnTo>
                    <a:lnTo>
                      <a:pt x="114" y="166"/>
                    </a:lnTo>
                    <a:lnTo>
                      <a:pt x="114" y="166"/>
                    </a:lnTo>
                    <a:lnTo>
                      <a:pt x="114" y="166"/>
                    </a:lnTo>
                    <a:lnTo>
                      <a:pt x="114" y="166"/>
                    </a:lnTo>
                    <a:lnTo>
                      <a:pt x="114" y="168"/>
                    </a:lnTo>
                    <a:lnTo>
                      <a:pt x="111" y="168"/>
                    </a:lnTo>
                    <a:lnTo>
                      <a:pt x="111" y="168"/>
                    </a:lnTo>
                    <a:lnTo>
                      <a:pt x="109" y="168"/>
                    </a:lnTo>
                    <a:lnTo>
                      <a:pt x="109" y="166"/>
                    </a:lnTo>
                    <a:lnTo>
                      <a:pt x="109" y="166"/>
                    </a:lnTo>
                    <a:lnTo>
                      <a:pt x="109" y="166"/>
                    </a:lnTo>
                    <a:lnTo>
                      <a:pt x="109" y="168"/>
                    </a:lnTo>
                    <a:lnTo>
                      <a:pt x="106" y="168"/>
                    </a:lnTo>
                    <a:lnTo>
                      <a:pt x="106" y="168"/>
                    </a:lnTo>
                    <a:lnTo>
                      <a:pt x="106" y="166"/>
                    </a:lnTo>
                    <a:lnTo>
                      <a:pt x="106" y="166"/>
                    </a:lnTo>
                    <a:lnTo>
                      <a:pt x="106" y="166"/>
                    </a:lnTo>
                    <a:lnTo>
                      <a:pt x="106" y="166"/>
                    </a:lnTo>
                    <a:lnTo>
                      <a:pt x="106" y="168"/>
                    </a:lnTo>
                    <a:lnTo>
                      <a:pt x="104" y="168"/>
                    </a:lnTo>
                    <a:lnTo>
                      <a:pt x="104" y="166"/>
                    </a:lnTo>
                    <a:lnTo>
                      <a:pt x="104" y="166"/>
                    </a:lnTo>
                    <a:lnTo>
                      <a:pt x="104" y="166"/>
                    </a:lnTo>
                    <a:lnTo>
                      <a:pt x="102" y="166"/>
                    </a:lnTo>
                    <a:lnTo>
                      <a:pt x="102" y="164"/>
                    </a:lnTo>
                    <a:lnTo>
                      <a:pt x="102" y="164"/>
                    </a:lnTo>
                    <a:lnTo>
                      <a:pt x="102" y="166"/>
                    </a:lnTo>
                    <a:lnTo>
                      <a:pt x="102" y="166"/>
                    </a:lnTo>
                    <a:lnTo>
                      <a:pt x="102" y="164"/>
                    </a:lnTo>
                    <a:lnTo>
                      <a:pt x="99" y="164"/>
                    </a:lnTo>
                    <a:lnTo>
                      <a:pt x="99" y="164"/>
                    </a:lnTo>
                    <a:lnTo>
                      <a:pt x="99" y="166"/>
                    </a:lnTo>
                    <a:lnTo>
                      <a:pt x="99" y="166"/>
                    </a:lnTo>
                    <a:lnTo>
                      <a:pt x="97" y="166"/>
                    </a:lnTo>
                    <a:lnTo>
                      <a:pt x="97" y="166"/>
                    </a:lnTo>
                    <a:lnTo>
                      <a:pt x="95" y="166"/>
                    </a:lnTo>
                    <a:lnTo>
                      <a:pt x="95" y="166"/>
                    </a:lnTo>
                    <a:lnTo>
                      <a:pt x="95" y="164"/>
                    </a:lnTo>
                    <a:lnTo>
                      <a:pt x="95" y="164"/>
                    </a:lnTo>
                    <a:lnTo>
                      <a:pt x="92" y="164"/>
                    </a:lnTo>
                    <a:lnTo>
                      <a:pt x="92" y="164"/>
                    </a:lnTo>
                    <a:lnTo>
                      <a:pt x="92" y="166"/>
                    </a:lnTo>
                    <a:lnTo>
                      <a:pt x="92" y="166"/>
                    </a:lnTo>
                    <a:lnTo>
                      <a:pt x="90" y="166"/>
                    </a:lnTo>
                    <a:lnTo>
                      <a:pt x="90" y="164"/>
                    </a:lnTo>
                    <a:lnTo>
                      <a:pt x="90" y="164"/>
                    </a:lnTo>
                    <a:lnTo>
                      <a:pt x="90" y="164"/>
                    </a:lnTo>
                    <a:lnTo>
                      <a:pt x="88" y="164"/>
                    </a:lnTo>
                    <a:lnTo>
                      <a:pt x="88" y="164"/>
                    </a:lnTo>
                    <a:lnTo>
                      <a:pt x="88" y="164"/>
                    </a:lnTo>
                    <a:lnTo>
                      <a:pt x="88" y="164"/>
                    </a:lnTo>
                    <a:lnTo>
                      <a:pt x="85" y="164"/>
                    </a:lnTo>
                    <a:lnTo>
                      <a:pt x="85" y="164"/>
                    </a:lnTo>
                    <a:lnTo>
                      <a:pt x="85" y="164"/>
                    </a:lnTo>
                    <a:lnTo>
                      <a:pt x="83" y="164"/>
                    </a:lnTo>
                    <a:lnTo>
                      <a:pt x="83" y="164"/>
                    </a:lnTo>
                    <a:lnTo>
                      <a:pt x="83" y="164"/>
                    </a:lnTo>
                    <a:lnTo>
                      <a:pt x="83" y="166"/>
                    </a:lnTo>
                    <a:lnTo>
                      <a:pt x="83" y="166"/>
                    </a:lnTo>
                    <a:lnTo>
                      <a:pt x="80" y="166"/>
                    </a:lnTo>
                    <a:lnTo>
                      <a:pt x="80" y="166"/>
                    </a:lnTo>
                    <a:lnTo>
                      <a:pt x="80" y="166"/>
                    </a:lnTo>
                    <a:lnTo>
                      <a:pt x="78" y="166"/>
                    </a:lnTo>
                    <a:lnTo>
                      <a:pt x="78" y="166"/>
                    </a:lnTo>
                    <a:lnTo>
                      <a:pt x="76" y="166"/>
                    </a:lnTo>
                    <a:lnTo>
                      <a:pt x="76" y="164"/>
                    </a:lnTo>
                    <a:lnTo>
                      <a:pt x="76" y="164"/>
                    </a:lnTo>
                    <a:lnTo>
                      <a:pt x="76" y="164"/>
                    </a:lnTo>
                    <a:lnTo>
                      <a:pt x="73" y="164"/>
                    </a:lnTo>
                    <a:lnTo>
                      <a:pt x="73" y="164"/>
                    </a:lnTo>
                    <a:lnTo>
                      <a:pt x="73" y="164"/>
                    </a:lnTo>
                    <a:lnTo>
                      <a:pt x="73" y="164"/>
                    </a:lnTo>
                    <a:lnTo>
                      <a:pt x="71" y="164"/>
                    </a:lnTo>
                    <a:lnTo>
                      <a:pt x="71" y="164"/>
                    </a:lnTo>
                    <a:lnTo>
                      <a:pt x="69" y="164"/>
                    </a:lnTo>
                    <a:lnTo>
                      <a:pt x="69" y="164"/>
                    </a:lnTo>
                    <a:lnTo>
                      <a:pt x="69" y="164"/>
                    </a:lnTo>
                    <a:lnTo>
                      <a:pt x="66" y="164"/>
                    </a:lnTo>
                    <a:lnTo>
                      <a:pt x="66" y="161"/>
                    </a:lnTo>
                    <a:lnTo>
                      <a:pt x="66" y="161"/>
                    </a:lnTo>
                    <a:lnTo>
                      <a:pt x="66" y="161"/>
                    </a:lnTo>
                    <a:lnTo>
                      <a:pt x="64" y="161"/>
                    </a:lnTo>
                    <a:lnTo>
                      <a:pt x="64" y="161"/>
                    </a:lnTo>
                    <a:lnTo>
                      <a:pt x="64" y="161"/>
                    </a:lnTo>
                    <a:lnTo>
                      <a:pt x="61" y="161"/>
                    </a:lnTo>
                    <a:lnTo>
                      <a:pt x="61" y="161"/>
                    </a:lnTo>
                    <a:lnTo>
                      <a:pt x="61" y="161"/>
                    </a:lnTo>
                    <a:lnTo>
                      <a:pt x="59" y="161"/>
                    </a:lnTo>
                    <a:lnTo>
                      <a:pt x="59" y="161"/>
                    </a:lnTo>
                    <a:lnTo>
                      <a:pt x="59" y="161"/>
                    </a:lnTo>
                    <a:lnTo>
                      <a:pt x="57" y="161"/>
                    </a:lnTo>
                    <a:lnTo>
                      <a:pt x="57" y="161"/>
                    </a:lnTo>
                    <a:lnTo>
                      <a:pt x="54" y="161"/>
                    </a:lnTo>
                    <a:lnTo>
                      <a:pt x="54" y="161"/>
                    </a:lnTo>
                    <a:lnTo>
                      <a:pt x="54" y="161"/>
                    </a:lnTo>
                    <a:lnTo>
                      <a:pt x="54" y="161"/>
                    </a:lnTo>
                    <a:lnTo>
                      <a:pt x="52" y="161"/>
                    </a:lnTo>
                    <a:lnTo>
                      <a:pt x="52" y="161"/>
                    </a:lnTo>
                    <a:lnTo>
                      <a:pt x="52" y="161"/>
                    </a:lnTo>
                    <a:lnTo>
                      <a:pt x="50" y="161"/>
                    </a:lnTo>
                    <a:lnTo>
                      <a:pt x="50" y="161"/>
                    </a:lnTo>
                    <a:lnTo>
                      <a:pt x="47" y="161"/>
                    </a:lnTo>
                    <a:lnTo>
                      <a:pt x="47" y="159"/>
                    </a:lnTo>
                    <a:lnTo>
                      <a:pt x="47" y="159"/>
                    </a:lnTo>
                    <a:lnTo>
                      <a:pt x="47" y="159"/>
                    </a:lnTo>
                    <a:lnTo>
                      <a:pt x="47" y="161"/>
                    </a:lnTo>
                    <a:lnTo>
                      <a:pt x="45" y="161"/>
                    </a:lnTo>
                    <a:lnTo>
                      <a:pt x="45" y="161"/>
                    </a:lnTo>
                    <a:lnTo>
                      <a:pt x="45" y="159"/>
                    </a:lnTo>
                    <a:lnTo>
                      <a:pt x="43" y="159"/>
                    </a:lnTo>
                    <a:lnTo>
                      <a:pt x="43" y="159"/>
                    </a:lnTo>
                    <a:lnTo>
                      <a:pt x="43" y="159"/>
                    </a:lnTo>
                    <a:lnTo>
                      <a:pt x="43" y="159"/>
                    </a:lnTo>
                    <a:lnTo>
                      <a:pt x="40" y="159"/>
                    </a:lnTo>
                    <a:lnTo>
                      <a:pt x="40" y="156"/>
                    </a:lnTo>
                    <a:lnTo>
                      <a:pt x="43" y="156"/>
                    </a:lnTo>
                    <a:lnTo>
                      <a:pt x="43" y="156"/>
                    </a:lnTo>
                    <a:lnTo>
                      <a:pt x="43" y="156"/>
                    </a:lnTo>
                    <a:lnTo>
                      <a:pt x="43" y="156"/>
                    </a:lnTo>
                    <a:lnTo>
                      <a:pt x="43" y="154"/>
                    </a:lnTo>
                    <a:lnTo>
                      <a:pt x="45" y="154"/>
                    </a:lnTo>
                    <a:lnTo>
                      <a:pt x="45" y="156"/>
                    </a:lnTo>
                    <a:lnTo>
                      <a:pt x="45" y="156"/>
                    </a:lnTo>
                    <a:lnTo>
                      <a:pt x="47" y="156"/>
                    </a:lnTo>
                    <a:lnTo>
                      <a:pt x="47" y="156"/>
                    </a:lnTo>
                    <a:lnTo>
                      <a:pt x="47" y="156"/>
                    </a:lnTo>
                    <a:lnTo>
                      <a:pt x="50" y="156"/>
                    </a:lnTo>
                    <a:lnTo>
                      <a:pt x="50" y="154"/>
                    </a:lnTo>
                    <a:lnTo>
                      <a:pt x="47" y="154"/>
                    </a:lnTo>
                    <a:lnTo>
                      <a:pt x="47" y="154"/>
                    </a:lnTo>
                    <a:lnTo>
                      <a:pt x="47" y="154"/>
                    </a:lnTo>
                    <a:lnTo>
                      <a:pt x="47" y="154"/>
                    </a:lnTo>
                    <a:lnTo>
                      <a:pt x="45" y="154"/>
                    </a:lnTo>
                    <a:lnTo>
                      <a:pt x="45" y="152"/>
                    </a:lnTo>
                    <a:lnTo>
                      <a:pt x="45" y="152"/>
                    </a:lnTo>
                    <a:lnTo>
                      <a:pt x="45" y="152"/>
                    </a:lnTo>
                    <a:lnTo>
                      <a:pt x="43" y="152"/>
                    </a:lnTo>
                    <a:lnTo>
                      <a:pt x="43" y="152"/>
                    </a:lnTo>
                    <a:lnTo>
                      <a:pt x="43" y="152"/>
                    </a:lnTo>
                    <a:lnTo>
                      <a:pt x="43" y="152"/>
                    </a:lnTo>
                    <a:lnTo>
                      <a:pt x="43" y="152"/>
                    </a:lnTo>
                    <a:lnTo>
                      <a:pt x="43" y="152"/>
                    </a:lnTo>
                    <a:lnTo>
                      <a:pt x="43" y="152"/>
                    </a:lnTo>
                    <a:lnTo>
                      <a:pt x="43" y="152"/>
                    </a:lnTo>
                    <a:lnTo>
                      <a:pt x="43" y="149"/>
                    </a:lnTo>
                    <a:lnTo>
                      <a:pt x="43" y="149"/>
                    </a:lnTo>
                    <a:lnTo>
                      <a:pt x="43" y="149"/>
                    </a:lnTo>
                    <a:lnTo>
                      <a:pt x="40" y="149"/>
                    </a:lnTo>
                    <a:lnTo>
                      <a:pt x="40" y="149"/>
                    </a:lnTo>
                    <a:lnTo>
                      <a:pt x="40" y="147"/>
                    </a:lnTo>
                    <a:lnTo>
                      <a:pt x="40" y="147"/>
                    </a:lnTo>
                    <a:lnTo>
                      <a:pt x="40" y="147"/>
                    </a:lnTo>
                    <a:lnTo>
                      <a:pt x="40" y="149"/>
                    </a:lnTo>
                    <a:lnTo>
                      <a:pt x="40" y="149"/>
                    </a:lnTo>
                    <a:lnTo>
                      <a:pt x="40" y="149"/>
                    </a:lnTo>
                    <a:lnTo>
                      <a:pt x="40" y="149"/>
                    </a:lnTo>
                    <a:lnTo>
                      <a:pt x="40" y="152"/>
                    </a:lnTo>
                    <a:lnTo>
                      <a:pt x="38" y="152"/>
                    </a:lnTo>
                    <a:lnTo>
                      <a:pt x="38" y="152"/>
                    </a:lnTo>
                    <a:lnTo>
                      <a:pt x="38" y="152"/>
                    </a:lnTo>
                    <a:lnTo>
                      <a:pt x="38" y="152"/>
                    </a:lnTo>
                    <a:lnTo>
                      <a:pt x="35" y="152"/>
                    </a:lnTo>
                    <a:lnTo>
                      <a:pt x="35" y="152"/>
                    </a:lnTo>
                    <a:lnTo>
                      <a:pt x="35" y="154"/>
                    </a:lnTo>
                    <a:lnTo>
                      <a:pt x="35" y="154"/>
                    </a:lnTo>
                    <a:lnTo>
                      <a:pt x="38" y="154"/>
                    </a:lnTo>
                    <a:lnTo>
                      <a:pt x="38" y="154"/>
                    </a:lnTo>
                    <a:lnTo>
                      <a:pt x="38" y="154"/>
                    </a:lnTo>
                    <a:lnTo>
                      <a:pt x="38" y="156"/>
                    </a:lnTo>
                    <a:lnTo>
                      <a:pt x="38" y="156"/>
                    </a:lnTo>
                    <a:lnTo>
                      <a:pt x="35" y="156"/>
                    </a:lnTo>
                    <a:lnTo>
                      <a:pt x="35" y="156"/>
                    </a:lnTo>
                    <a:lnTo>
                      <a:pt x="35" y="156"/>
                    </a:lnTo>
                    <a:lnTo>
                      <a:pt x="33" y="156"/>
                    </a:lnTo>
                    <a:lnTo>
                      <a:pt x="33" y="154"/>
                    </a:lnTo>
                    <a:lnTo>
                      <a:pt x="33" y="154"/>
                    </a:lnTo>
                    <a:lnTo>
                      <a:pt x="33" y="154"/>
                    </a:lnTo>
                    <a:lnTo>
                      <a:pt x="33" y="154"/>
                    </a:lnTo>
                    <a:lnTo>
                      <a:pt x="33" y="152"/>
                    </a:lnTo>
                    <a:lnTo>
                      <a:pt x="31" y="152"/>
                    </a:lnTo>
                    <a:lnTo>
                      <a:pt x="31" y="152"/>
                    </a:lnTo>
                    <a:lnTo>
                      <a:pt x="28" y="152"/>
                    </a:lnTo>
                    <a:lnTo>
                      <a:pt x="28" y="152"/>
                    </a:lnTo>
                    <a:lnTo>
                      <a:pt x="28" y="152"/>
                    </a:lnTo>
                    <a:lnTo>
                      <a:pt x="28" y="152"/>
                    </a:lnTo>
                    <a:lnTo>
                      <a:pt x="28" y="152"/>
                    </a:lnTo>
                    <a:lnTo>
                      <a:pt x="28" y="149"/>
                    </a:lnTo>
                    <a:lnTo>
                      <a:pt x="26" y="149"/>
                    </a:lnTo>
                    <a:lnTo>
                      <a:pt x="26" y="149"/>
                    </a:lnTo>
                    <a:lnTo>
                      <a:pt x="26" y="149"/>
                    </a:lnTo>
                    <a:lnTo>
                      <a:pt x="26" y="149"/>
                    </a:lnTo>
                    <a:lnTo>
                      <a:pt x="24" y="149"/>
                    </a:lnTo>
                    <a:lnTo>
                      <a:pt x="24" y="149"/>
                    </a:lnTo>
                    <a:lnTo>
                      <a:pt x="21" y="149"/>
                    </a:lnTo>
                    <a:lnTo>
                      <a:pt x="21" y="149"/>
                    </a:lnTo>
                    <a:lnTo>
                      <a:pt x="21" y="149"/>
                    </a:lnTo>
                    <a:lnTo>
                      <a:pt x="19" y="149"/>
                    </a:lnTo>
                    <a:lnTo>
                      <a:pt x="19" y="149"/>
                    </a:lnTo>
                    <a:lnTo>
                      <a:pt x="19" y="147"/>
                    </a:lnTo>
                    <a:lnTo>
                      <a:pt x="19" y="147"/>
                    </a:lnTo>
                    <a:lnTo>
                      <a:pt x="17" y="147"/>
                    </a:lnTo>
                    <a:lnTo>
                      <a:pt x="17" y="147"/>
                    </a:lnTo>
                    <a:lnTo>
                      <a:pt x="17" y="145"/>
                    </a:lnTo>
                    <a:lnTo>
                      <a:pt x="19" y="145"/>
                    </a:lnTo>
                    <a:lnTo>
                      <a:pt x="19" y="145"/>
                    </a:lnTo>
                    <a:lnTo>
                      <a:pt x="19" y="145"/>
                    </a:lnTo>
                    <a:lnTo>
                      <a:pt x="19" y="145"/>
                    </a:lnTo>
                    <a:lnTo>
                      <a:pt x="21" y="145"/>
                    </a:lnTo>
                    <a:lnTo>
                      <a:pt x="21" y="145"/>
                    </a:lnTo>
                    <a:lnTo>
                      <a:pt x="21" y="145"/>
                    </a:lnTo>
                    <a:lnTo>
                      <a:pt x="24" y="145"/>
                    </a:lnTo>
                    <a:lnTo>
                      <a:pt x="24" y="142"/>
                    </a:lnTo>
                    <a:lnTo>
                      <a:pt x="21" y="142"/>
                    </a:lnTo>
                    <a:lnTo>
                      <a:pt x="21" y="142"/>
                    </a:lnTo>
                    <a:lnTo>
                      <a:pt x="21" y="142"/>
                    </a:lnTo>
                    <a:lnTo>
                      <a:pt x="21" y="142"/>
                    </a:lnTo>
                    <a:lnTo>
                      <a:pt x="19" y="142"/>
                    </a:lnTo>
                    <a:lnTo>
                      <a:pt x="19" y="142"/>
                    </a:lnTo>
                    <a:lnTo>
                      <a:pt x="19" y="142"/>
                    </a:lnTo>
                    <a:lnTo>
                      <a:pt x="19" y="142"/>
                    </a:lnTo>
                    <a:lnTo>
                      <a:pt x="19" y="142"/>
                    </a:lnTo>
                    <a:lnTo>
                      <a:pt x="17" y="142"/>
                    </a:lnTo>
                    <a:lnTo>
                      <a:pt x="17" y="142"/>
                    </a:lnTo>
                    <a:lnTo>
                      <a:pt x="14" y="142"/>
                    </a:lnTo>
                    <a:lnTo>
                      <a:pt x="14" y="142"/>
                    </a:lnTo>
                    <a:lnTo>
                      <a:pt x="14" y="142"/>
                    </a:lnTo>
                    <a:lnTo>
                      <a:pt x="14" y="142"/>
                    </a:lnTo>
                    <a:lnTo>
                      <a:pt x="14" y="142"/>
                    </a:lnTo>
                    <a:lnTo>
                      <a:pt x="12" y="142"/>
                    </a:lnTo>
                    <a:lnTo>
                      <a:pt x="12" y="142"/>
                    </a:lnTo>
                    <a:lnTo>
                      <a:pt x="9" y="142"/>
                    </a:lnTo>
                    <a:lnTo>
                      <a:pt x="9" y="142"/>
                    </a:lnTo>
                    <a:lnTo>
                      <a:pt x="9" y="142"/>
                    </a:lnTo>
                    <a:lnTo>
                      <a:pt x="9" y="142"/>
                    </a:lnTo>
                    <a:lnTo>
                      <a:pt x="9" y="142"/>
                    </a:lnTo>
                    <a:lnTo>
                      <a:pt x="7" y="142"/>
                    </a:lnTo>
                    <a:lnTo>
                      <a:pt x="7" y="142"/>
                    </a:lnTo>
                    <a:lnTo>
                      <a:pt x="7" y="142"/>
                    </a:lnTo>
                    <a:lnTo>
                      <a:pt x="7" y="142"/>
                    </a:lnTo>
                    <a:lnTo>
                      <a:pt x="5" y="142"/>
                    </a:lnTo>
                    <a:lnTo>
                      <a:pt x="5" y="142"/>
                    </a:lnTo>
                    <a:lnTo>
                      <a:pt x="2" y="142"/>
                    </a:lnTo>
                    <a:lnTo>
                      <a:pt x="2" y="140"/>
                    </a:lnTo>
                    <a:lnTo>
                      <a:pt x="2" y="140"/>
                    </a:lnTo>
                    <a:lnTo>
                      <a:pt x="2" y="140"/>
                    </a:lnTo>
                    <a:lnTo>
                      <a:pt x="2" y="137"/>
                    </a:lnTo>
                    <a:lnTo>
                      <a:pt x="2" y="137"/>
                    </a:lnTo>
                    <a:lnTo>
                      <a:pt x="2" y="137"/>
                    </a:lnTo>
                    <a:lnTo>
                      <a:pt x="2" y="135"/>
                    </a:lnTo>
                    <a:lnTo>
                      <a:pt x="0" y="135"/>
                    </a:lnTo>
                    <a:lnTo>
                      <a:pt x="0" y="135"/>
                    </a:lnTo>
                    <a:lnTo>
                      <a:pt x="0" y="135"/>
                    </a:lnTo>
                    <a:lnTo>
                      <a:pt x="0" y="133"/>
                    </a:lnTo>
                    <a:lnTo>
                      <a:pt x="0" y="133"/>
                    </a:lnTo>
                    <a:lnTo>
                      <a:pt x="0" y="133"/>
                    </a:lnTo>
                    <a:lnTo>
                      <a:pt x="0" y="133"/>
                    </a:lnTo>
                    <a:lnTo>
                      <a:pt x="0" y="130"/>
                    </a:lnTo>
                    <a:lnTo>
                      <a:pt x="0" y="130"/>
                    </a:lnTo>
                    <a:lnTo>
                      <a:pt x="0" y="128"/>
                    </a:lnTo>
                    <a:lnTo>
                      <a:pt x="2" y="128"/>
                    </a:lnTo>
                    <a:lnTo>
                      <a:pt x="2" y="128"/>
                    </a:lnTo>
                    <a:lnTo>
                      <a:pt x="2" y="128"/>
                    </a:lnTo>
                    <a:lnTo>
                      <a:pt x="2" y="126"/>
                    </a:lnTo>
                    <a:lnTo>
                      <a:pt x="2" y="126"/>
                    </a:lnTo>
                    <a:lnTo>
                      <a:pt x="5" y="126"/>
                    </a:lnTo>
                    <a:lnTo>
                      <a:pt x="5" y="126"/>
                    </a:lnTo>
                    <a:lnTo>
                      <a:pt x="5" y="126"/>
                    </a:lnTo>
                    <a:lnTo>
                      <a:pt x="7" y="126"/>
                    </a:lnTo>
                    <a:lnTo>
                      <a:pt x="7" y="126"/>
                    </a:lnTo>
                    <a:lnTo>
                      <a:pt x="7" y="126"/>
                    </a:lnTo>
                    <a:lnTo>
                      <a:pt x="7" y="123"/>
                    </a:lnTo>
                    <a:lnTo>
                      <a:pt x="9" y="123"/>
                    </a:lnTo>
                    <a:lnTo>
                      <a:pt x="9" y="123"/>
                    </a:lnTo>
                    <a:lnTo>
                      <a:pt x="9" y="123"/>
                    </a:lnTo>
                    <a:lnTo>
                      <a:pt x="9" y="126"/>
                    </a:lnTo>
                    <a:lnTo>
                      <a:pt x="12" y="126"/>
                    </a:lnTo>
                    <a:lnTo>
                      <a:pt x="12" y="126"/>
                    </a:lnTo>
                    <a:lnTo>
                      <a:pt x="14" y="126"/>
                    </a:lnTo>
                    <a:lnTo>
                      <a:pt x="14" y="126"/>
                    </a:lnTo>
                    <a:lnTo>
                      <a:pt x="14" y="126"/>
                    </a:lnTo>
                    <a:lnTo>
                      <a:pt x="17" y="126"/>
                    </a:lnTo>
                    <a:lnTo>
                      <a:pt x="17" y="123"/>
                    </a:lnTo>
                    <a:lnTo>
                      <a:pt x="17" y="123"/>
                    </a:lnTo>
                    <a:lnTo>
                      <a:pt x="19" y="123"/>
                    </a:lnTo>
                    <a:lnTo>
                      <a:pt x="19" y="126"/>
                    </a:lnTo>
                    <a:lnTo>
                      <a:pt x="19" y="126"/>
                    </a:lnTo>
                    <a:lnTo>
                      <a:pt x="19" y="126"/>
                    </a:lnTo>
                    <a:lnTo>
                      <a:pt x="21" y="126"/>
                    </a:lnTo>
                    <a:lnTo>
                      <a:pt x="21" y="123"/>
                    </a:lnTo>
                    <a:lnTo>
                      <a:pt x="21" y="123"/>
                    </a:lnTo>
                    <a:lnTo>
                      <a:pt x="21" y="123"/>
                    </a:lnTo>
                    <a:lnTo>
                      <a:pt x="21" y="123"/>
                    </a:lnTo>
                    <a:lnTo>
                      <a:pt x="21" y="121"/>
                    </a:lnTo>
                    <a:lnTo>
                      <a:pt x="21" y="121"/>
                    </a:lnTo>
                    <a:lnTo>
                      <a:pt x="24" y="121"/>
                    </a:lnTo>
                    <a:lnTo>
                      <a:pt x="24" y="121"/>
                    </a:lnTo>
                    <a:lnTo>
                      <a:pt x="24" y="119"/>
                    </a:lnTo>
                    <a:lnTo>
                      <a:pt x="24" y="119"/>
                    </a:lnTo>
                    <a:lnTo>
                      <a:pt x="26" y="119"/>
                    </a:lnTo>
                    <a:lnTo>
                      <a:pt x="26" y="119"/>
                    </a:lnTo>
                    <a:lnTo>
                      <a:pt x="26" y="119"/>
                    </a:lnTo>
                    <a:lnTo>
                      <a:pt x="26" y="119"/>
                    </a:lnTo>
                    <a:lnTo>
                      <a:pt x="26" y="116"/>
                    </a:lnTo>
                    <a:lnTo>
                      <a:pt x="26" y="116"/>
                    </a:lnTo>
                    <a:lnTo>
                      <a:pt x="28" y="116"/>
                    </a:lnTo>
                    <a:lnTo>
                      <a:pt x="28" y="114"/>
                    </a:lnTo>
                    <a:lnTo>
                      <a:pt x="28" y="114"/>
                    </a:lnTo>
                    <a:lnTo>
                      <a:pt x="26" y="114"/>
                    </a:lnTo>
                    <a:lnTo>
                      <a:pt x="26" y="114"/>
                    </a:lnTo>
                    <a:lnTo>
                      <a:pt x="26" y="111"/>
                    </a:lnTo>
                    <a:lnTo>
                      <a:pt x="26" y="111"/>
                    </a:lnTo>
                    <a:lnTo>
                      <a:pt x="24" y="111"/>
                    </a:lnTo>
                    <a:lnTo>
                      <a:pt x="24" y="111"/>
                    </a:lnTo>
                    <a:lnTo>
                      <a:pt x="24" y="111"/>
                    </a:lnTo>
                    <a:lnTo>
                      <a:pt x="21" y="111"/>
                    </a:lnTo>
                    <a:lnTo>
                      <a:pt x="21" y="111"/>
                    </a:lnTo>
                    <a:lnTo>
                      <a:pt x="21" y="111"/>
                    </a:lnTo>
                    <a:lnTo>
                      <a:pt x="21" y="111"/>
                    </a:lnTo>
                    <a:lnTo>
                      <a:pt x="21" y="109"/>
                    </a:lnTo>
                    <a:lnTo>
                      <a:pt x="21" y="109"/>
                    </a:lnTo>
                    <a:lnTo>
                      <a:pt x="21" y="109"/>
                    </a:lnTo>
                    <a:lnTo>
                      <a:pt x="21" y="109"/>
                    </a:lnTo>
                    <a:lnTo>
                      <a:pt x="21" y="107"/>
                    </a:lnTo>
                    <a:lnTo>
                      <a:pt x="24" y="107"/>
                    </a:lnTo>
                    <a:lnTo>
                      <a:pt x="24" y="107"/>
                    </a:lnTo>
                    <a:lnTo>
                      <a:pt x="24" y="107"/>
                    </a:lnTo>
                    <a:lnTo>
                      <a:pt x="26" y="107"/>
                    </a:lnTo>
                    <a:lnTo>
                      <a:pt x="26" y="107"/>
                    </a:lnTo>
                    <a:lnTo>
                      <a:pt x="26" y="107"/>
                    </a:lnTo>
                    <a:lnTo>
                      <a:pt x="28" y="107"/>
                    </a:lnTo>
                    <a:lnTo>
                      <a:pt x="28" y="104"/>
                    </a:lnTo>
                    <a:lnTo>
                      <a:pt x="28" y="104"/>
                    </a:lnTo>
                    <a:lnTo>
                      <a:pt x="28" y="104"/>
                    </a:lnTo>
                    <a:lnTo>
                      <a:pt x="31" y="104"/>
                    </a:lnTo>
                    <a:lnTo>
                      <a:pt x="31" y="104"/>
                    </a:lnTo>
                    <a:lnTo>
                      <a:pt x="33" y="104"/>
                    </a:lnTo>
                    <a:lnTo>
                      <a:pt x="33" y="104"/>
                    </a:lnTo>
                    <a:lnTo>
                      <a:pt x="33" y="104"/>
                    </a:lnTo>
                    <a:lnTo>
                      <a:pt x="35" y="104"/>
                    </a:lnTo>
                    <a:lnTo>
                      <a:pt x="35" y="104"/>
                    </a:lnTo>
                    <a:lnTo>
                      <a:pt x="35" y="102"/>
                    </a:lnTo>
                    <a:lnTo>
                      <a:pt x="35" y="102"/>
                    </a:lnTo>
                    <a:lnTo>
                      <a:pt x="35" y="102"/>
                    </a:lnTo>
                    <a:lnTo>
                      <a:pt x="35" y="102"/>
                    </a:lnTo>
                    <a:lnTo>
                      <a:pt x="35" y="102"/>
                    </a:lnTo>
                    <a:lnTo>
                      <a:pt x="35" y="102"/>
                    </a:lnTo>
                    <a:lnTo>
                      <a:pt x="35" y="102"/>
                    </a:lnTo>
                    <a:lnTo>
                      <a:pt x="35" y="100"/>
                    </a:lnTo>
                    <a:lnTo>
                      <a:pt x="38" y="100"/>
                    </a:lnTo>
                    <a:lnTo>
                      <a:pt x="38" y="100"/>
                    </a:lnTo>
                    <a:lnTo>
                      <a:pt x="38" y="100"/>
                    </a:lnTo>
                    <a:lnTo>
                      <a:pt x="40" y="100"/>
                    </a:lnTo>
                    <a:lnTo>
                      <a:pt x="40" y="97"/>
                    </a:lnTo>
                    <a:lnTo>
                      <a:pt x="40" y="97"/>
                    </a:lnTo>
                    <a:lnTo>
                      <a:pt x="40" y="97"/>
                    </a:lnTo>
                    <a:lnTo>
                      <a:pt x="40" y="97"/>
                    </a:lnTo>
                    <a:lnTo>
                      <a:pt x="43" y="97"/>
                    </a:lnTo>
                    <a:lnTo>
                      <a:pt x="43" y="97"/>
                    </a:lnTo>
                    <a:lnTo>
                      <a:pt x="43" y="97"/>
                    </a:lnTo>
                    <a:lnTo>
                      <a:pt x="45" y="97"/>
                    </a:lnTo>
                    <a:lnTo>
                      <a:pt x="45" y="97"/>
                    </a:lnTo>
                    <a:lnTo>
                      <a:pt x="47" y="97"/>
                    </a:lnTo>
                    <a:lnTo>
                      <a:pt x="47" y="97"/>
                    </a:lnTo>
                    <a:lnTo>
                      <a:pt x="47" y="95"/>
                    </a:lnTo>
                    <a:lnTo>
                      <a:pt x="47" y="95"/>
                    </a:lnTo>
                    <a:lnTo>
                      <a:pt x="50" y="95"/>
                    </a:lnTo>
                    <a:lnTo>
                      <a:pt x="50" y="95"/>
                    </a:lnTo>
                    <a:lnTo>
                      <a:pt x="52" y="95"/>
                    </a:lnTo>
                    <a:lnTo>
                      <a:pt x="52" y="95"/>
                    </a:lnTo>
                    <a:lnTo>
                      <a:pt x="52" y="95"/>
                    </a:lnTo>
                    <a:lnTo>
                      <a:pt x="54" y="95"/>
                    </a:lnTo>
                    <a:lnTo>
                      <a:pt x="54" y="95"/>
                    </a:lnTo>
                    <a:lnTo>
                      <a:pt x="54" y="95"/>
                    </a:lnTo>
                    <a:lnTo>
                      <a:pt x="57" y="95"/>
                    </a:lnTo>
                    <a:lnTo>
                      <a:pt x="57" y="95"/>
                    </a:lnTo>
                    <a:lnTo>
                      <a:pt x="59" y="95"/>
                    </a:lnTo>
                    <a:lnTo>
                      <a:pt x="59" y="95"/>
                    </a:lnTo>
                    <a:lnTo>
                      <a:pt x="57" y="95"/>
                    </a:lnTo>
                    <a:lnTo>
                      <a:pt x="57" y="95"/>
                    </a:lnTo>
                    <a:lnTo>
                      <a:pt x="54" y="95"/>
                    </a:lnTo>
                    <a:lnTo>
                      <a:pt x="54" y="92"/>
                    </a:lnTo>
                    <a:lnTo>
                      <a:pt x="54" y="92"/>
                    </a:lnTo>
                    <a:lnTo>
                      <a:pt x="54" y="92"/>
                    </a:lnTo>
                    <a:lnTo>
                      <a:pt x="54" y="92"/>
                    </a:lnTo>
                    <a:lnTo>
                      <a:pt x="54" y="92"/>
                    </a:lnTo>
                    <a:lnTo>
                      <a:pt x="57" y="92"/>
                    </a:lnTo>
                    <a:lnTo>
                      <a:pt x="57" y="92"/>
                    </a:lnTo>
                    <a:lnTo>
                      <a:pt x="59" y="92"/>
                    </a:lnTo>
                    <a:lnTo>
                      <a:pt x="59" y="92"/>
                    </a:lnTo>
                    <a:lnTo>
                      <a:pt x="59" y="90"/>
                    </a:lnTo>
                    <a:lnTo>
                      <a:pt x="59" y="90"/>
                    </a:lnTo>
                    <a:lnTo>
                      <a:pt x="61" y="90"/>
                    </a:lnTo>
                    <a:lnTo>
                      <a:pt x="61" y="90"/>
                    </a:lnTo>
                    <a:lnTo>
                      <a:pt x="61" y="90"/>
                    </a:lnTo>
                    <a:lnTo>
                      <a:pt x="61" y="88"/>
                    </a:lnTo>
                    <a:lnTo>
                      <a:pt x="61" y="88"/>
                    </a:lnTo>
                    <a:lnTo>
                      <a:pt x="59" y="88"/>
                    </a:lnTo>
                    <a:lnTo>
                      <a:pt x="59" y="88"/>
                    </a:lnTo>
                    <a:lnTo>
                      <a:pt x="59" y="88"/>
                    </a:lnTo>
                    <a:lnTo>
                      <a:pt x="57" y="88"/>
                    </a:lnTo>
                    <a:lnTo>
                      <a:pt x="57" y="88"/>
                    </a:lnTo>
                    <a:lnTo>
                      <a:pt x="54" y="88"/>
                    </a:lnTo>
                    <a:lnTo>
                      <a:pt x="54" y="88"/>
                    </a:lnTo>
                    <a:lnTo>
                      <a:pt x="54" y="88"/>
                    </a:lnTo>
                    <a:lnTo>
                      <a:pt x="54" y="88"/>
                    </a:lnTo>
                    <a:lnTo>
                      <a:pt x="52" y="88"/>
                    </a:lnTo>
                    <a:lnTo>
                      <a:pt x="52" y="85"/>
                    </a:lnTo>
                    <a:lnTo>
                      <a:pt x="52" y="85"/>
                    </a:lnTo>
                    <a:lnTo>
                      <a:pt x="52" y="85"/>
                    </a:lnTo>
                    <a:lnTo>
                      <a:pt x="50" y="85"/>
                    </a:lnTo>
                    <a:lnTo>
                      <a:pt x="50" y="85"/>
                    </a:lnTo>
                    <a:lnTo>
                      <a:pt x="50" y="85"/>
                    </a:lnTo>
                    <a:lnTo>
                      <a:pt x="47" y="85"/>
                    </a:lnTo>
                    <a:lnTo>
                      <a:pt x="47" y="85"/>
                    </a:lnTo>
                    <a:lnTo>
                      <a:pt x="47" y="83"/>
                    </a:lnTo>
                    <a:lnTo>
                      <a:pt x="47" y="83"/>
                    </a:lnTo>
                    <a:lnTo>
                      <a:pt x="47" y="83"/>
                    </a:lnTo>
                    <a:lnTo>
                      <a:pt x="47" y="83"/>
                    </a:lnTo>
                    <a:lnTo>
                      <a:pt x="50" y="83"/>
                    </a:lnTo>
                    <a:lnTo>
                      <a:pt x="50" y="83"/>
                    </a:lnTo>
                    <a:lnTo>
                      <a:pt x="50" y="83"/>
                    </a:lnTo>
                    <a:lnTo>
                      <a:pt x="52" y="83"/>
                    </a:lnTo>
                    <a:lnTo>
                      <a:pt x="52" y="83"/>
                    </a:lnTo>
                    <a:lnTo>
                      <a:pt x="52" y="83"/>
                    </a:lnTo>
                    <a:lnTo>
                      <a:pt x="54" y="83"/>
                    </a:lnTo>
                    <a:lnTo>
                      <a:pt x="54" y="83"/>
                    </a:lnTo>
                    <a:lnTo>
                      <a:pt x="54" y="83"/>
                    </a:lnTo>
                    <a:lnTo>
                      <a:pt x="54" y="83"/>
                    </a:lnTo>
                    <a:lnTo>
                      <a:pt x="54" y="81"/>
                    </a:lnTo>
                    <a:lnTo>
                      <a:pt x="57" y="81"/>
                    </a:lnTo>
                    <a:lnTo>
                      <a:pt x="57" y="81"/>
                    </a:lnTo>
                    <a:lnTo>
                      <a:pt x="59" y="81"/>
                    </a:lnTo>
                    <a:lnTo>
                      <a:pt x="59" y="81"/>
                    </a:lnTo>
                    <a:lnTo>
                      <a:pt x="59" y="81"/>
                    </a:lnTo>
                    <a:lnTo>
                      <a:pt x="59" y="81"/>
                    </a:lnTo>
                    <a:lnTo>
                      <a:pt x="61" y="81"/>
                    </a:lnTo>
                    <a:lnTo>
                      <a:pt x="61" y="81"/>
                    </a:lnTo>
                    <a:lnTo>
                      <a:pt x="61" y="78"/>
                    </a:lnTo>
                    <a:lnTo>
                      <a:pt x="61" y="78"/>
                    </a:lnTo>
                    <a:lnTo>
                      <a:pt x="64" y="78"/>
                    </a:lnTo>
                    <a:lnTo>
                      <a:pt x="64" y="78"/>
                    </a:lnTo>
                    <a:lnTo>
                      <a:pt x="66" y="78"/>
                    </a:lnTo>
                    <a:lnTo>
                      <a:pt x="66" y="78"/>
                    </a:lnTo>
                    <a:lnTo>
                      <a:pt x="66" y="78"/>
                    </a:lnTo>
                    <a:lnTo>
                      <a:pt x="69" y="78"/>
                    </a:lnTo>
                    <a:lnTo>
                      <a:pt x="69" y="78"/>
                    </a:lnTo>
                    <a:lnTo>
                      <a:pt x="69" y="76"/>
                    </a:lnTo>
                    <a:lnTo>
                      <a:pt x="69" y="76"/>
                    </a:lnTo>
                    <a:lnTo>
                      <a:pt x="69" y="76"/>
                    </a:lnTo>
                    <a:lnTo>
                      <a:pt x="69" y="76"/>
                    </a:lnTo>
                    <a:lnTo>
                      <a:pt x="71" y="76"/>
                    </a:lnTo>
                    <a:lnTo>
                      <a:pt x="71" y="76"/>
                    </a:lnTo>
                    <a:lnTo>
                      <a:pt x="71" y="73"/>
                    </a:lnTo>
                    <a:lnTo>
                      <a:pt x="73" y="73"/>
                    </a:lnTo>
                    <a:lnTo>
                      <a:pt x="73" y="73"/>
                    </a:lnTo>
                    <a:lnTo>
                      <a:pt x="73" y="73"/>
                    </a:lnTo>
                    <a:lnTo>
                      <a:pt x="76" y="73"/>
                    </a:lnTo>
                    <a:lnTo>
                      <a:pt x="76" y="73"/>
                    </a:lnTo>
                    <a:lnTo>
                      <a:pt x="76" y="73"/>
                    </a:lnTo>
                    <a:lnTo>
                      <a:pt x="76" y="73"/>
                    </a:lnTo>
                    <a:lnTo>
                      <a:pt x="78" y="73"/>
                    </a:lnTo>
                    <a:lnTo>
                      <a:pt x="78" y="73"/>
                    </a:lnTo>
                    <a:lnTo>
                      <a:pt x="80" y="73"/>
                    </a:lnTo>
                    <a:lnTo>
                      <a:pt x="80" y="73"/>
                    </a:lnTo>
                    <a:lnTo>
                      <a:pt x="80" y="73"/>
                    </a:lnTo>
                    <a:lnTo>
                      <a:pt x="83" y="73"/>
                    </a:lnTo>
                    <a:lnTo>
                      <a:pt x="83" y="73"/>
                    </a:lnTo>
                    <a:lnTo>
                      <a:pt x="83" y="73"/>
                    </a:lnTo>
                    <a:lnTo>
                      <a:pt x="85" y="73"/>
                    </a:lnTo>
                    <a:lnTo>
                      <a:pt x="85" y="73"/>
                    </a:lnTo>
                    <a:lnTo>
                      <a:pt x="83" y="73"/>
                    </a:lnTo>
                    <a:lnTo>
                      <a:pt x="83" y="73"/>
                    </a:lnTo>
                    <a:lnTo>
                      <a:pt x="83" y="73"/>
                    </a:lnTo>
                    <a:lnTo>
                      <a:pt x="80" y="73"/>
                    </a:lnTo>
                    <a:lnTo>
                      <a:pt x="80" y="73"/>
                    </a:lnTo>
                    <a:lnTo>
                      <a:pt x="80" y="73"/>
                    </a:lnTo>
                    <a:lnTo>
                      <a:pt x="78" y="73"/>
                    </a:lnTo>
                    <a:lnTo>
                      <a:pt x="78" y="71"/>
                    </a:lnTo>
                    <a:lnTo>
                      <a:pt x="78" y="71"/>
                    </a:lnTo>
                    <a:lnTo>
                      <a:pt x="80" y="71"/>
                    </a:lnTo>
                    <a:lnTo>
                      <a:pt x="80" y="71"/>
                    </a:lnTo>
                    <a:lnTo>
                      <a:pt x="80" y="71"/>
                    </a:lnTo>
                    <a:lnTo>
                      <a:pt x="83" y="71"/>
                    </a:lnTo>
                    <a:lnTo>
                      <a:pt x="83" y="71"/>
                    </a:lnTo>
                    <a:lnTo>
                      <a:pt x="83" y="71"/>
                    </a:lnTo>
                    <a:lnTo>
                      <a:pt x="85" y="71"/>
                    </a:lnTo>
                    <a:lnTo>
                      <a:pt x="85" y="71"/>
                    </a:lnTo>
                    <a:lnTo>
                      <a:pt x="88" y="71"/>
                    </a:lnTo>
                    <a:lnTo>
                      <a:pt x="88" y="71"/>
                    </a:lnTo>
                    <a:lnTo>
                      <a:pt x="88" y="71"/>
                    </a:lnTo>
                    <a:lnTo>
                      <a:pt x="88" y="69"/>
                    </a:lnTo>
                    <a:lnTo>
                      <a:pt x="88" y="69"/>
                    </a:lnTo>
                    <a:lnTo>
                      <a:pt x="88" y="69"/>
                    </a:lnTo>
                    <a:lnTo>
                      <a:pt x="85" y="69"/>
                    </a:lnTo>
                    <a:lnTo>
                      <a:pt x="85" y="69"/>
                    </a:lnTo>
                    <a:lnTo>
                      <a:pt x="83" y="69"/>
                    </a:lnTo>
                    <a:lnTo>
                      <a:pt x="83" y="69"/>
                    </a:lnTo>
                    <a:lnTo>
                      <a:pt x="83" y="69"/>
                    </a:lnTo>
                    <a:lnTo>
                      <a:pt x="83" y="69"/>
                    </a:lnTo>
                    <a:lnTo>
                      <a:pt x="83" y="69"/>
                    </a:lnTo>
                    <a:lnTo>
                      <a:pt x="83" y="66"/>
                    </a:lnTo>
                    <a:lnTo>
                      <a:pt x="83" y="66"/>
                    </a:lnTo>
                    <a:lnTo>
                      <a:pt x="85" y="66"/>
                    </a:lnTo>
                    <a:lnTo>
                      <a:pt x="85" y="66"/>
                    </a:lnTo>
                    <a:lnTo>
                      <a:pt x="85" y="66"/>
                    </a:lnTo>
                    <a:lnTo>
                      <a:pt x="88" y="66"/>
                    </a:lnTo>
                    <a:lnTo>
                      <a:pt x="88" y="66"/>
                    </a:lnTo>
                    <a:lnTo>
                      <a:pt x="88" y="66"/>
                    </a:lnTo>
                    <a:lnTo>
                      <a:pt x="88" y="66"/>
                    </a:lnTo>
                    <a:lnTo>
                      <a:pt x="88" y="66"/>
                    </a:lnTo>
                    <a:lnTo>
                      <a:pt x="90" y="66"/>
                    </a:lnTo>
                    <a:lnTo>
                      <a:pt x="90" y="66"/>
                    </a:lnTo>
                    <a:lnTo>
                      <a:pt x="92" y="66"/>
                    </a:lnTo>
                    <a:lnTo>
                      <a:pt x="92" y="66"/>
                    </a:lnTo>
                    <a:lnTo>
                      <a:pt x="92" y="66"/>
                    </a:lnTo>
                    <a:lnTo>
                      <a:pt x="95" y="66"/>
                    </a:lnTo>
                    <a:lnTo>
                      <a:pt x="95" y="66"/>
                    </a:lnTo>
                    <a:lnTo>
                      <a:pt x="95" y="66"/>
                    </a:lnTo>
                    <a:lnTo>
                      <a:pt x="97" y="66"/>
                    </a:lnTo>
                    <a:lnTo>
                      <a:pt x="97" y="66"/>
                    </a:lnTo>
                    <a:lnTo>
                      <a:pt x="97" y="64"/>
                    </a:lnTo>
                    <a:lnTo>
                      <a:pt x="97" y="64"/>
                    </a:lnTo>
                    <a:lnTo>
                      <a:pt x="95" y="64"/>
                    </a:lnTo>
                    <a:lnTo>
                      <a:pt x="95" y="64"/>
                    </a:lnTo>
                    <a:lnTo>
                      <a:pt x="95" y="64"/>
                    </a:lnTo>
                    <a:lnTo>
                      <a:pt x="92" y="64"/>
                    </a:lnTo>
                    <a:lnTo>
                      <a:pt x="92" y="64"/>
                    </a:lnTo>
                    <a:lnTo>
                      <a:pt x="92" y="64"/>
                    </a:lnTo>
                    <a:lnTo>
                      <a:pt x="90" y="64"/>
                    </a:lnTo>
                    <a:lnTo>
                      <a:pt x="90" y="64"/>
                    </a:lnTo>
                    <a:lnTo>
                      <a:pt x="90" y="64"/>
                    </a:lnTo>
                    <a:lnTo>
                      <a:pt x="88" y="64"/>
                    </a:lnTo>
                    <a:lnTo>
                      <a:pt x="88" y="64"/>
                    </a:lnTo>
                    <a:lnTo>
                      <a:pt x="88" y="64"/>
                    </a:lnTo>
                    <a:lnTo>
                      <a:pt x="88" y="64"/>
                    </a:lnTo>
                    <a:lnTo>
                      <a:pt x="88" y="62"/>
                    </a:lnTo>
                    <a:lnTo>
                      <a:pt x="88" y="62"/>
                    </a:lnTo>
                    <a:lnTo>
                      <a:pt x="90" y="62"/>
                    </a:lnTo>
                    <a:lnTo>
                      <a:pt x="90" y="62"/>
                    </a:lnTo>
                    <a:lnTo>
                      <a:pt x="92" y="62"/>
                    </a:lnTo>
                    <a:lnTo>
                      <a:pt x="92" y="62"/>
                    </a:lnTo>
                    <a:lnTo>
                      <a:pt x="92" y="59"/>
                    </a:lnTo>
                    <a:lnTo>
                      <a:pt x="92" y="59"/>
                    </a:lnTo>
                    <a:lnTo>
                      <a:pt x="95" y="59"/>
                    </a:lnTo>
                    <a:lnTo>
                      <a:pt x="95" y="59"/>
                    </a:lnTo>
                    <a:lnTo>
                      <a:pt x="95" y="59"/>
                    </a:lnTo>
                    <a:lnTo>
                      <a:pt x="97" y="59"/>
                    </a:lnTo>
                    <a:lnTo>
                      <a:pt x="97" y="59"/>
                    </a:lnTo>
                    <a:lnTo>
                      <a:pt x="97" y="62"/>
                    </a:lnTo>
                    <a:lnTo>
                      <a:pt x="99" y="62"/>
                    </a:lnTo>
                    <a:lnTo>
                      <a:pt x="99" y="59"/>
                    </a:lnTo>
                    <a:lnTo>
                      <a:pt x="99" y="59"/>
                    </a:lnTo>
                    <a:lnTo>
                      <a:pt x="99" y="59"/>
                    </a:lnTo>
                    <a:lnTo>
                      <a:pt x="102" y="59"/>
                    </a:lnTo>
                    <a:lnTo>
                      <a:pt x="102" y="59"/>
                    </a:lnTo>
                    <a:lnTo>
                      <a:pt x="102" y="59"/>
                    </a:lnTo>
                    <a:lnTo>
                      <a:pt x="104" y="59"/>
                    </a:lnTo>
                    <a:lnTo>
                      <a:pt x="104" y="59"/>
                    </a:lnTo>
                    <a:lnTo>
                      <a:pt x="106" y="59"/>
                    </a:lnTo>
                    <a:lnTo>
                      <a:pt x="106" y="59"/>
                    </a:lnTo>
                    <a:lnTo>
                      <a:pt x="106" y="59"/>
                    </a:lnTo>
                    <a:lnTo>
                      <a:pt x="106" y="59"/>
                    </a:lnTo>
                    <a:lnTo>
                      <a:pt x="104" y="59"/>
                    </a:lnTo>
                    <a:lnTo>
                      <a:pt x="104" y="59"/>
                    </a:lnTo>
                    <a:lnTo>
                      <a:pt x="102" y="59"/>
                    </a:lnTo>
                    <a:lnTo>
                      <a:pt x="102" y="59"/>
                    </a:lnTo>
                    <a:lnTo>
                      <a:pt x="102" y="59"/>
                    </a:lnTo>
                    <a:lnTo>
                      <a:pt x="99" y="59"/>
                    </a:lnTo>
                    <a:lnTo>
                      <a:pt x="99" y="59"/>
                    </a:lnTo>
                    <a:lnTo>
                      <a:pt x="99" y="59"/>
                    </a:lnTo>
                    <a:lnTo>
                      <a:pt x="97" y="59"/>
                    </a:lnTo>
                    <a:lnTo>
                      <a:pt x="97" y="59"/>
                    </a:lnTo>
                    <a:lnTo>
                      <a:pt x="95" y="59"/>
                    </a:lnTo>
                    <a:lnTo>
                      <a:pt x="95" y="57"/>
                    </a:lnTo>
                    <a:lnTo>
                      <a:pt x="95" y="57"/>
                    </a:lnTo>
                    <a:lnTo>
                      <a:pt x="95" y="57"/>
                    </a:lnTo>
                    <a:lnTo>
                      <a:pt x="95" y="57"/>
                    </a:lnTo>
                    <a:lnTo>
                      <a:pt x="97" y="57"/>
                    </a:lnTo>
                    <a:lnTo>
                      <a:pt x="97" y="57"/>
                    </a:lnTo>
                    <a:lnTo>
                      <a:pt x="97" y="55"/>
                    </a:lnTo>
                    <a:lnTo>
                      <a:pt x="99" y="55"/>
                    </a:lnTo>
                    <a:lnTo>
                      <a:pt x="99" y="55"/>
                    </a:lnTo>
                    <a:lnTo>
                      <a:pt x="99" y="55"/>
                    </a:lnTo>
                    <a:lnTo>
                      <a:pt x="102" y="55"/>
                    </a:lnTo>
                    <a:lnTo>
                      <a:pt x="102" y="55"/>
                    </a:lnTo>
                    <a:lnTo>
                      <a:pt x="102" y="55"/>
                    </a:lnTo>
                    <a:lnTo>
                      <a:pt x="102" y="55"/>
                    </a:lnTo>
                    <a:lnTo>
                      <a:pt x="104" y="55"/>
                    </a:lnTo>
                    <a:lnTo>
                      <a:pt x="104" y="55"/>
                    </a:lnTo>
                    <a:lnTo>
                      <a:pt x="104" y="52"/>
                    </a:lnTo>
                    <a:lnTo>
                      <a:pt x="106" y="52"/>
                    </a:lnTo>
                    <a:lnTo>
                      <a:pt x="106" y="52"/>
                    </a:lnTo>
                    <a:lnTo>
                      <a:pt x="104" y="52"/>
                    </a:lnTo>
                    <a:lnTo>
                      <a:pt x="104" y="52"/>
                    </a:lnTo>
                    <a:lnTo>
                      <a:pt x="104" y="52"/>
                    </a:lnTo>
                    <a:lnTo>
                      <a:pt x="102" y="52"/>
                    </a:lnTo>
                    <a:lnTo>
                      <a:pt x="102" y="52"/>
                    </a:lnTo>
                    <a:lnTo>
                      <a:pt x="102" y="52"/>
                    </a:lnTo>
                    <a:lnTo>
                      <a:pt x="99" y="52"/>
                    </a:lnTo>
                    <a:lnTo>
                      <a:pt x="99" y="52"/>
                    </a:lnTo>
                    <a:lnTo>
                      <a:pt x="99" y="52"/>
                    </a:lnTo>
                    <a:lnTo>
                      <a:pt x="97" y="52"/>
                    </a:lnTo>
                    <a:lnTo>
                      <a:pt x="97" y="52"/>
                    </a:lnTo>
                    <a:lnTo>
                      <a:pt x="95" y="52"/>
                    </a:lnTo>
                    <a:lnTo>
                      <a:pt x="95" y="52"/>
                    </a:lnTo>
                    <a:lnTo>
                      <a:pt x="97" y="52"/>
                    </a:lnTo>
                    <a:lnTo>
                      <a:pt x="97" y="52"/>
                    </a:lnTo>
                    <a:lnTo>
                      <a:pt x="95" y="52"/>
                    </a:lnTo>
                    <a:lnTo>
                      <a:pt x="95" y="52"/>
                    </a:lnTo>
                    <a:lnTo>
                      <a:pt x="95" y="52"/>
                    </a:lnTo>
                    <a:lnTo>
                      <a:pt x="92" y="52"/>
                    </a:lnTo>
                    <a:lnTo>
                      <a:pt x="92" y="50"/>
                    </a:lnTo>
                    <a:lnTo>
                      <a:pt x="95" y="50"/>
                    </a:lnTo>
                    <a:lnTo>
                      <a:pt x="95" y="50"/>
                    </a:lnTo>
                    <a:lnTo>
                      <a:pt x="95" y="47"/>
                    </a:lnTo>
                    <a:lnTo>
                      <a:pt x="95" y="47"/>
                    </a:lnTo>
                    <a:lnTo>
                      <a:pt x="95" y="47"/>
                    </a:lnTo>
                    <a:lnTo>
                      <a:pt x="95" y="47"/>
                    </a:lnTo>
                    <a:lnTo>
                      <a:pt x="97" y="47"/>
                    </a:lnTo>
                    <a:lnTo>
                      <a:pt x="97" y="47"/>
                    </a:lnTo>
                    <a:lnTo>
                      <a:pt x="99" y="47"/>
                    </a:lnTo>
                    <a:lnTo>
                      <a:pt x="99" y="47"/>
                    </a:lnTo>
                    <a:lnTo>
                      <a:pt x="99" y="47"/>
                    </a:lnTo>
                    <a:lnTo>
                      <a:pt x="102" y="47"/>
                    </a:lnTo>
                    <a:lnTo>
                      <a:pt x="102" y="47"/>
                    </a:lnTo>
                    <a:lnTo>
                      <a:pt x="102" y="47"/>
                    </a:lnTo>
                    <a:lnTo>
                      <a:pt x="104" y="47"/>
                    </a:lnTo>
                    <a:lnTo>
                      <a:pt x="104" y="47"/>
                    </a:lnTo>
                    <a:lnTo>
                      <a:pt x="104" y="47"/>
                    </a:lnTo>
                    <a:lnTo>
                      <a:pt x="104" y="47"/>
                    </a:lnTo>
                    <a:lnTo>
                      <a:pt x="106" y="47"/>
                    </a:lnTo>
                    <a:lnTo>
                      <a:pt x="106" y="47"/>
                    </a:lnTo>
                    <a:lnTo>
                      <a:pt x="106" y="47"/>
                    </a:lnTo>
                    <a:lnTo>
                      <a:pt x="106" y="47"/>
                    </a:lnTo>
                    <a:lnTo>
                      <a:pt x="106" y="50"/>
                    </a:lnTo>
                    <a:lnTo>
                      <a:pt x="109" y="50"/>
                    </a:lnTo>
                    <a:lnTo>
                      <a:pt x="109" y="50"/>
                    </a:lnTo>
                    <a:lnTo>
                      <a:pt x="109" y="50"/>
                    </a:lnTo>
                    <a:lnTo>
                      <a:pt x="109" y="50"/>
                    </a:lnTo>
                    <a:lnTo>
                      <a:pt x="111" y="50"/>
                    </a:lnTo>
                    <a:lnTo>
                      <a:pt x="111" y="50"/>
                    </a:lnTo>
                    <a:lnTo>
                      <a:pt x="111" y="50"/>
                    </a:lnTo>
                    <a:lnTo>
                      <a:pt x="111" y="47"/>
                    </a:lnTo>
                    <a:lnTo>
                      <a:pt x="114" y="47"/>
                    </a:lnTo>
                    <a:lnTo>
                      <a:pt x="114" y="47"/>
                    </a:lnTo>
                    <a:lnTo>
                      <a:pt x="114" y="47"/>
                    </a:lnTo>
                    <a:lnTo>
                      <a:pt x="114" y="47"/>
                    </a:lnTo>
                    <a:lnTo>
                      <a:pt x="116" y="47"/>
                    </a:lnTo>
                    <a:lnTo>
                      <a:pt x="116" y="47"/>
                    </a:lnTo>
                    <a:lnTo>
                      <a:pt x="116" y="47"/>
                    </a:lnTo>
                    <a:lnTo>
                      <a:pt x="116" y="45"/>
                    </a:lnTo>
                    <a:lnTo>
                      <a:pt x="116" y="45"/>
                    </a:lnTo>
                    <a:lnTo>
                      <a:pt x="116" y="45"/>
                    </a:lnTo>
                    <a:lnTo>
                      <a:pt x="114" y="45"/>
                    </a:lnTo>
                    <a:lnTo>
                      <a:pt x="114" y="45"/>
                    </a:lnTo>
                    <a:lnTo>
                      <a:pt x="114" y="45"/>
                    </a:lnTo>
                    <a:lnTo>
                      <a:pt x="114" y="43"/>
                    </a:lnTo>
                    <a:lnTo>
                      <a:pt x="114" y="43"/>
                    </a:lnTo>
                    <a:lnTo>
                      <a:pt x="116" y="43"/>
                    </a:lnTo>
                    <a:lnTo>
                      <a:pt x="116" y="43"/>
                    </a:lnTo>
                    <a:lnTo>
                      <a:pt x="116" y="43"/>
                    </a:lnTo>
                    <a:lnTo>
                      <a:pt x="116" y="43"/>
                    </a:lnTo>
                    <a:lnTo>
                      <a:pt x="118" y="43"/>
                    </a:lnTo>
                    <a:lnTo>
                      <a:pt x="118" y="43"/>
                    </a:lnTo>
                    <a:lnTo>
                      <a:pt x="121" y="43"/>
                    </a:lnTo>
                    <a:lnTo>
                      <a:pt x="121" y="43"/>
                    </a:lnTo>
                    <a:lnTo>
                      <a:pt x="121" y="43"/>
                    </a:lnTo>
                    <a:lnTo>
                      <a:pt x="123" y="43"/>
                    </a:lnTo>
                    <a:lnTo>
                      <a:pt x="123" y="43"/>
                    </a:lnTo>
                    <a:lnTo>
                      <a:pt x="125" y="43"/>
                    </a:lnTo>
                    <a:lnTo>
                      <a:pt x="125" y="43"/>
                    </a:lnTo>
                    <a:lnTo>
                      <a:pt x="125" y="43"/>
                    </a:lnTo>
                    <a:lnTo>
                      <a:pt x="128" y="43"/>
                    </a:lnTo>
                    <a:lnTo>
                      <a:pt x="128" y="43"/>
                    </a:lnTo>
                    <a:lnTo>
                      <a:pt x="128" y="43"/>
                    </a:lnTo>
                    <a:lnTo>
                      <a:pt x="130" y="43"/>
                    </a:lnTo>
                    <a:lnTo>
                      <a:pt x="130" y="43"/>
                    </a:lnTo>
                    <a:lnTo>
                      <a:pt x="130" y="43"/>
                    </a:lnTo>
                    <a:lnTo>
                      <a:pt x="132" y="43"/>
                    </a:lnTo>
                    <a:lnTo>
                      <a:pt x="132" y="43"/>
                    </a:lnTo>
                    <a:lnTo>
                      <a:pt x="132" y="43"/>
                    </a:lnTo>
                    <a:lnTo>
                      <a:pt x="135" y="43"/>
                    </a:lnTo>
                    <a:lnTo>
                      <a:pt x="135" y="43"/>
                    </a:lnTo>
                    <a:lnTo>
                      <a:pt x="135" y="43"/>
                    </a:lnTo>
                    <a:lnTo>
                      <a:pt x="135" y="43"/>
                    </a:lnTo>
                    <a:lnTo>
                      <a:pt x="135" y="43"/>
                    </a:lnTo>
                    <a:lnTo>
                      <a:pt x="132" y="43"/>
                    </a:lnTo>
                    <a:lnTo>
                      <a:pt x="132" y="43"/>
                    </a:lnTo>
                    <a:lnTo>
                      <a:pt x="132" y="40"/>
                    </a:lnTo>
                    <a:lnTo>
                      <a:pt x="132" y="40"/>
                    </a:lnTo>
                    <a:lnTo>
                      <a:pt x="132" y="40"/>
                    </a:lnTo>
                    <a:lnTo>
                      <a:pt x="132" y="40"/>
                    </a:lnTo>
                    <a:lnTo>
                      <a:pt x="132" y="38"/>
                    </a:lnTo>
                    <a:lnTo>
                      <a:pt x="132" y="38"/>
                    </a:lnTo>
                    <a:lnTo>
                      <a:pt x="135" y="38"/>
                    </a:lnTo>
                    <a:lnTo>
                      <a:pt x="135" y="38"/>
                    </a:lnTo>
                    <a:lnTo>
                      <a:pt x="135" y="38"/>
                    </a:lnTo>
                    <a:lnTo>
                      <a:pt x="137" y="38"/>
                    </a:lnTo>
                    <a:lnTo>
                      <a:pt x="137" y="38"/>
                    </a:lnTo>
                    <a:lnTo>
                      <a:pt x="140" y="38"/>
                    </a:lnTo>
                    <a:lnTo>
                      <a:pt x="140" y="38"/>
                    </a:lnTo>
                    <a:lnTo>
                      <a:pt x="140" y="38"/>
                    </a:lnTo>
                    <a:lnTo>
                      <a:pt x="140" y="36"/>
                    </a:lnTo>
                    <a:lnTo>
                      <a:pt x="140" y="36"/>
                    </a:lnTo>
                    <a:lnTo>
                      <a:pt x="140" y="36"/>
                    </a:lnTo>
                    <a:lnTo>
                      <a:pt x="142" y="36"/>
                    </a:lnTo>
                    <a:lnTo>
                      <a:pt x="142" y="36"/>
                    </a:lnTo>
                    <a:lnTo>
                      <a:pt x="142" y="36"/>
                    </a:lnTo>
                    <a:lnTo>
                      <a:pt x="144" y="36"/>
                    </a:lnTo>
                    <a:lnTo>
                      <a:pt x="144" y="36"/>
                    </a:lnTo>
                    <a:lnTo>
                      <a:pt x="144" y="33"/>
                    </a:lnTo>
                    <a:lnTo>
                      <a:pt x="147" y="33"/>
                    </a:lnTo>
                    <a:lnTo>
                      <a:pt x="147" y="36"/>
                    </a:lnTo>
                    <a:lnTo>
                      <a:pt x="147" y="36"/>
                    </a:lnTo>
                    <a:lnTo>
                      <a:pt x="147" y="33"/>
                    </a:lnTo>
                    <a:lnTo>
                      <a:pt x="147" y="33"/>
                    </a:lnTo>
                    <a:lnTo>
                      <a:pt x="149" y="33"/>
                    </a:lnTo>
                    <a:lnTo>
                      <a:pt x="149" y="33"/>
                    </a:lnTo>
                    <a:lnTo>
                      <a:pt x="149" y="33"/>
                    </a:lnTo>
                    <a:lnTo>
                      <a:pt x="151" y="33"/>
                    </a:lnTo>
                    <a:lnTo>
                      <a:pt x="151" y="33"/>
                    </a:lnTo>
                    <a:lnTo>
                      <a:pt x="154" y="33"/>
                    </a:lnTo>
                    <a:lnTo>
                      <a:pt x="154" y="33"/>
                    </a:lnTo>
                    <a:lnTo>
                      <a:pt x="154" y="33"/>
                    </a:lnTo>
                    <a:lnTo>
                      <a:pt x="151" y="33"/>
                    </a:lnTo>
                    <a:lnTo>
                      <a:pt x="151" y="31"/>
                    </a:lnTo>
                    <a:lnTo>
                      <a:pt x="154" y="31"/>
                    </a:lnTo>
                    <a:lnTo>
                      <a:pt x="154" y="31"/>
                    </a:lnTo>
                    <a:lnTo>
                      <a:pt x="154" y="33"/>
                    </a:lnTo>
                    <a:lnTo>
                      <a:pt x="154" y="33"/>
                    </a:lnTo>
                    <a:lnTo>
                      <a:pt x="156" y="33"/>
                    </a:lnTo>
                    <a:lnTo>
                      <a:pt x="156" y="33"/>
                    </a:lnTo>
                    <a:lnTo>
                      <a:pt x="156" y="31"/>
                    </a:lnTo>
                    <a:lnTo>
                      <a:pt x="159" y="31"/>
                    </a:lnTo>
                    <a:lnTo>
                      <a:pt x="159" y="31"/>
                    </a:lnTo>
                    <a:lnTo>
                      <a:pt x="159" y="31"/>
                    </a:lnTo>
                    <a:lnTo>
                      <a:pt x="159" y="28"/>
                    </a:lnTo>
                    <a:lnTo>
                      <a:pt x="159" y="28"/>
                    </a:lnTo>
                    <a:lnTo>
                      <a:pt x="161" y="28"/>
                    </a:lnTo>
                    <a:lnTo>
                      <a:pt x="161" y="28"/>
                    </a:lnTo>
                    <a:lnTo>
                      <a:pt x="161" y="28"/>
                    </a:lnTo>
                    <a:lnTo>
                      <a:pt x="161" y="28"/>
                    </a:lnTo>
                    <a:lnTo>
                      <a:pt x="163" y="28"/>
                    </a:lnTo>
                    <a:lnTo>
                      <a:pt x="163" y="28"/>
                    </a:lnTo>
                    <a:lnTo>
                      <a:pt x="166" y="28"/>
                    </a:lnTo>
                    <a:lnTo>
                      <a:pt x="166" y="28"/>
                    </a:lnTo>
                    <a:lnTo>
                      <a:pt x="166" y="26"/>
                    </a:lnTo>
                    <a:lnTo>
                      <a:pt x="166" y="26"/>
                    </a:lnTo>
                    <a:lnTo>
                      <a:pt x="168" y="26"/>
                    </a:lnTo>
                    <a:lnTo>
                      <a:pt x="168" y="26"/>
                    </a:lnTo>
                    <a:lnTo>
                      <a:pt x="168" y="26"/>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63"/>
              <p:cNvSpPr>
                <a:spLocks/>
              </p:cNvSpPr>
              <p:nvPr/>
            </p:nvSpPr>
            <p:spPr bwMode="auto">
              <a:xfrm>
                <a:off x="1565" y="1952"/>
                <a:ext cx="7" cy="10"/>
              </a:xfrm>
              <a:custGeom>
                <a:avLst/>
                <a:gdLst/>
                <a:ahLst/>
                <a:cxnLst>
                  <a:cxn ang="0">
                    <a:pos x="2" y="7"/>
                  </a:cxn>
                  <a:cxn ang="0">
                    <a:pos x="2" y="7"/>
                  </a:cxn>
                  <a:cxn ang="0">
                    <a:pos x="2" y="7"/>
                  </a:cxn>
                  <a:cxn ang="0">
                    <a:pos x="2" y="10"/>
                  </a:cxn>
                  <a:cxn ang="0">
                    <a:pos x="2" y="10"/>
                  </a:cxn>
                  <a:cxn ang="0">
                    <a:pos x="2" y="7"/>
                  </a:cxn>
                  <a:cxn ang="0">
                    <a:pos x="0" y="7"/>
                  </a:cxn>
                  <a:cxn ang="0">
                    <a:pos x="0" y="7"/>
                  </a:cxn>
                  <a:cxn ang="0">
                    <a:pos x="0" y="7"/>
                  </a:cxn>
                  <a:cxn ang="0">
                    <a:pos x="0" y="5"/>
                  </a:cxn>
                  <a:cxn ang="0">
                    <a:pos x="0" y="5"/>
                  </a:cxn>
                  <a:cxn ang="0">
                    <a:pos x="0" y="5"/>
                  </a:cxn>
                  <a:cxn ang="0">
                    <a:pos x="2" y="5"/>
                  </a:cxn>
                  <a:cxn ang="0">
                    <a:pos x="2" y="5"/>
                  </a:cxn>
                  <a:cxn ang="0">
                    <a:pos x="2" y="5"/>
                  </a:cxn>
                  <a:cxn ang="0">
                    <a:pos x="2" y="3"/>
                  </a:cxn>
                  <a:cxn ang="0">
                    <a:pos x="2" y="3"/>
                  </a:cxn>
                  <a:cxn ang="0">
                    <a:pos x="2" y="3"/>
                  </a:cxn>
                  <a:cxn ang="0">
                    <a:pos x="4" y="3"/>
                  </a:cxn>
                  <a:cxn ang="0">
                    <a:pos x="4" y="0"/>
                  </a:cxn>
                  <a:cxn ang="0">
                    <a:pos x="4" y="0"/>
                  </a:cxn>
                  <a:cxn ang="0">
                    <a:pos x="4" y="0"/>
                  </a:cxn>
                  <a:cxn ang="0">
                    <a:pos x="7" y="0"/>
                  </a:cxn>
                  <a:cxn ang="0">
                    <a:pos x="7" y="3"/>
                  </a:cxn>
                  <a:cxn ang="0">
                    <a:pos x="7" y="3"/>
                  </a:cxn>
                  <a:cxn ang="0">
                    <a:pos x="4" y="3"/>
                  </a:cxn>
                  <a:cxn ang="0">
                    <a:pos x="4" y="3"/>
                  </a:cxn>
                  <a:cxn ang="0">
                    <a:pos x="4" y="5"/>
                  </a:cxn>
                  <a:cxn ang="0">
                    <a:pos x="4" y="5"/>
                  </a:cxn>
                  <a:cxn ang="0">
                    <a:pos x="4" y="5"/>
                  </a:cxn>
                  <a:cxn ang="0">
                    <a:pos x="2" y="5"/>
                  </a:cxn>
                  <a:cxn ang="0">
                    <a:pos x="2" y="5"/>
                  </a:cxn>
                  <a:cxn ang="0">
                    <a:pos x="2" y="7"/>
                  </a:cxn>
                </a:cxnLst>
                <a:rect l="0" t="0" r="r" b="b"/>
                <a:pathLst>
                  <a:path w="7" h="10">
                    <a:moveTo>
                      <a:pt x="2" y="7"/>
                    </a:moveTo>
                    <a:lnTo>
                      <a:pt x="2" y="7"/>
                    </a:lnTo>
                    <a:lnTo>
                      <a:pt x="2" y="7"/>
                    </a:lnTo>
                    <a:lnTo>
                      <a:pt x="2" y="10"/>
                    </a:lnTo>
                    <a:lnTo>
                      <a:pt x="2" y="10"/>
                    </a:lnTo>
                    <a:lnTo>
                      <a:pt x="2" y="7"/>
                    </a:lnTo>
                    <a:lnTo>
                      <a:pt x="0" y="7"/>
                    </a:lnTo>
                    <a:lnTo>
                      <a:pt x="0" y="7"/>
                    </a:lnTo>
                    <a:lnTo>
                      <a:pt x="0" y="7"/>
                    </a:lnTo>
                    <a:lnTo>
                      <a:pt x="0" y="5"/>
                    </a:lnTo>
                    <a:lnTo>
                      <a:pt x="0" y="5"/>
                    </a:lnTo>
                    <a:lnTo>
                      <a:pt x="0" y="5"/>
                    </a:lnTo>
                    <a:lnTo>
                      <a:pt x="2" y="5"/>
                    </a:lnTo>
                    <a:lnTo>
                      <a:pt x="2" y="5"/>
                    </a:lnTo>
                    <a:lnTo>
                      <a:pt x="2" y="5"/>
                    </a:lnTo>
                    <a:lnTo>
                      <a:pt x="2" y="3"/>
                    </a:lnTo>
                    <a:lnTo>
                      <a:pt x="2" y="3"/>
                    </a:lnTo>
                    <a:lnTo>
                      <a:pt x="2" y="3"/>
                    </a:lnTo>
                    <a:lnTo>
                      <a:pt x="4" y="3"/>
                    </a:lnTo>
                    <a:lnTo>
                      <a:pt x="4" y="0"/>
                    </a:lnTo>
                    <a:lnTo>
                      <a:pt x="4" y="0"/>
                    </a:lnTo>
                    <a:lnTo>
                      <a:pt x="4" y="0"/>
                    </a:lnTo>
                    <a:lnTo>
                      <a:pt x="7" y="0"/>
                    </a:lnTo>
                    <a:lnTo>
                      <a:pt x="7" y="3"/>
                    </a:lnTo>
                    <a:lnTo>
                      <a:pt x="7" y="3"/>
                    </a:lnTo>
                    <a:lnTo>
                      <a:pt x="4" y="3"/>
                    </a:lnTo>
                    <a:lnTo>
                      <a:pt x="4" y="3"/>
                    </a:lnTo>
                    <a:lnTo>
                      <a:pt x="4" y="5"/>
                    </a:lnTo>
                    <a:lnTo>
                      <a:pt x="4" y="5"/>
                    </a:lnTo>
                    <a:lnTo>
                      <a:pt x="4" y="5"/>
                    </a:lnTo>
                    <a:lnTo>
                      <a:pt x="2" y="5"/>
                    </a:lnTo>
                    <a:lnTo>
                      <a:pt x="2" y="5"/>
                    </a:lnTo>
                    <a:lnTo>
                      <a:pt x="2" y="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64"/>
              <p:cNvSpPr>
                <a:spLocks/>
              </p:cNvSpPr>
              <p:nvPr/>
            </p:nvSpPr>
            <p:spPr bwMode="auto">
              <a:xfrm>
                <a:off x="1565" y="1952"/>
                <a:ext cx="7" cy="10"/>
              </a:xfrm>
              <a:custGeom>
                <a:avLst/>
                <a:gdLst/>
                <a:ahLst/>
                <a:cxnLst>
                  <a:cxn ang="0">
                    <a:pos x="2" y="7"/>
                  </a:cxn>
                  <a:cxn ang="0">
                    <a:pos x="2" y="7"/>
                  </a:cxn>
                  <a:cxn ang="0">
                    <a:pos x="2" y="7"/>
                  </a:cxn>
                  <a:cxn ang="0">
                    <a:pos x="2" y="10"/>
                  </a:cxn>
                  <a:cxn ang="0">
                    <a:pos x="2" y="10"/>
                  </a:cxn>
                  <a:cxn ang="0">
                    <a:pos x="2" y="7"/>
                  </a:cxn>
                  <a:cxn ang="0">
                    <a:pos x="0" y="7"/>
                  </a:cxn>
                  <a:cxn ang="0">
                    <a:pos x="0" y="7"/>
                  </a:cxn>
                  <a:cxn ang="0">
                    <a:pos x="0" y="7"/>
                  </a:cxn>
                  <a:cxn ang="0">
                    <a:pos x="0" y="5"/>
                  </a:cxn>
                  <a:cxn ang="0">
                    <a:pos x="0" y="5"/>
                  </a:cxn>
                  <a:cxn ang="0">
                    <a:pos x="0" y="5"/>
                  </a:cxn>
                  <a:cxn ang="0">
                    <a:pos x="2" y="5"/>
                  </a:cxn>
                  <a:cxn ang="0">
                    <a:pos x="2" y="5"/>
                  </a:cxn>
                  <a:cxn ang="0">
                    <a:pos x="2" y="5"/>
                  </a:cxn>
                  <a:cxn ang="0">
                    <a:pos x="2" y="3"/>
                  </a:cxn>
                  <a:cxn ang="0">
                    <a:pos x="2" y="3"/>
                  </a:cxn>
                  <a:cxn ang="0">
                    <a:pos x="2" y="3"/>
                  </a:cxn>
                  <a:cxn ang="0">
                    <a:pos x="4" y="3"/>
                  </a:cxn>
                  <a:cxn ang="0">
                    <a:pos x="4" y="0"/>
                  </a:cxn>
                  <a:cxn ang="0">
                    <a:pos x="4" y="0"/>
                  </a:cxn>
                  <a:cxn ang="0">
                    <a:pos x="4" y="0"/>
                  </a:cxn>
                  <a:cxn ang="0">
                    <a:pos x="7" y="0"/>
                  </a:cxn>
                  <a:cxn ang="0">
                    <a:pos x="7" y="3"/>
                  </a:cxn>
                  <a:cxn ang="0">
                    <a:pos x="7" y="3"/>
                  </a:cxn>
                  <a:cxn ang="0">
                    <a:pos x="4" y="3"/>
                  </a:cxn>
                  <a:cxn ang="0">
                    <a:pos x="4" y="3"/>
                  </a:cxn>
                  <a:cxn ang="0">
                    <a:pos x="4" y="5"/>
                  </a:cxn>
                  <a:cxn ang="0">
                    <a:pos x="4" y="5"/>
                  </a:cxn>
                  <a:cxn ang="0">
                    <a:pos x="4" y="5"/>
                  </a:cxn>
                  <a:cxn ang="0">
                    <a:pos x="2" y="5"/>
                  </a:cxn>
                  <a:cxn ang="0">
                    <a:pos x="2" y="5"/>
                  </a:cxn>
                  <a:cxn ang="0">
                    <a:pos x="2" y="7"/>
                  </a:cxn>
                </a:cxnLst>
                <a:rect l="0" t="0" r="r" b="b"/>
                <a:pathLst>
                  <a:path w="7" h="10">
                    <a:moveTo>
                      <a:pt x="2" y="7"/>
                    </a:moveTo>
                    <a:lnTo>
                      <a:pt x="2" y="7"/>
                    </a:lnTo>
                    <a:lnTo>
                      <a:pt x="2" y="7"/>
                    </a:lnTo>
                    <a:lnTo>
                      <a:pt x="2" y="10"/>
                    </a:lnTo>
                    <a:lnTo>
                      <a:pt x="2" y="10"/>
                    </a:lnTo>
                    <a:lnTo>
                      <a:pt x="2" y="7"/>
                    </a:lnTo>
                    <a:lnTo>
                      <a:pt x="0" y="7"/>
                    </a:lnTo>
                    <a:lnTo>
                      <a:pt x="0" y="7"/>
                    </a:lnTo>
                    <a:lnTo>
                      <a:pt x="0" y="7"/>
                    </a:lnTo>
                    <a:lnTo>
                      <a:pt x="0" y="5"/>
                    </a:lnTo>
                    <a:lnTo>
                      <a:pt x="0" y="5"/>
                    </a:lnTo>
                    <a:lnTo>
                      <a:pt x="0" y="5"/>
                    </a:lnTo>
                    <a:lnTo>
                      <a:pt x="2" y="5"/>
                    </a:lnTo>
                    <a:lnTo>
                      <a:pt x="2" y="5"/>
                    </a:lnTo>
                    <a:lnTo>
                      <a:pt x="2" y="5"/>
                    </a:lnTo>
                    <a:lnTo>
                      <a:pt x="2" y="3"/>
                    </a:lnTo>
                    <a:lnTo>
                      <a:pt x="2" y="3"/>
                    </a:lnTo>
                    <a:lnTo>
                      <a:pt x="2" y="3"/>
                    </a:lnTo>
                    <a:lnTo>
                      <a:pt x="4" y="3"/>
                    </a:lnTo>
                    <a:lnTo>
                      <a:pt x="4" y="0"/>
                    </a:lnTo>
                    <a:lnTo>
                      <a:pt x="4" y="0"/>
                    </a:lnTo>
                    <a:lnTo>
                      <a:pt x="4" y="0"/>
                    </a:lnTo>
                    <a:lnTo>
                      <a:pt x="7" y="0"/>
                    </a:lnTo>
                    <a:lnTo>
                      <a:pt x="7" y="3"/>
                    </a:lnTo>
                    <a:lnTo>
                      <a:pt x="7" y="3"/>
                    </a:lnTo>
                    <a:lnTo>
                      <a:pt x="4" y="3"/>
                    </a:lnTo>
                    <a:lnTo>
                      <a:pt x="4" y="3"/>
                    </a:lnTo>
                    <a:lnTo>
                      <a:pt x="4" y="5"/>
                    </a:lnTo>
                    <a:lnTo>
                      <a:pt x="4" y="5"/>
                    </a:lnTo>
                    <a:lnTo>
                      <a:pt x="4" y="5"/>
                    </a:lnTo>
                    <a:lnTo>
                      <a:pt x="2" y="5"/>
                    </a:lnTo>
                    <a:lnTo>
                      <a:pt x="2" y="5"/>
                    </a:lnTo>
                    <a:lnTo>
                      <a:pt x="2" y="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65"/>
              <p:cNvSpPr>
                <a:spLocks/>
              </p:cNvSpPr>
              <p:nvPr/>
            </p:nvSpPr>
            <p:spPr bwMode="auto">
              <a:xfrm>
                <a:off x="1579" y="1928"/>
                <a:ext cx="14" cy="31"/>
              </a:xfrm>
              <a:custGeom>
                <a:avLst/>
                <a:gdLst/>
                <a:ahLst/>
                <a:cxnLst>
                  <a:cxn ang="0">
                    <a:pos x="9" y="0"/>
                  </a:cxn>
                  <a:cxn ang="0">
                    <a:pos x="9" y="0"/>
                  </a:cxn>
                  <a:cxn ang="0">
                    <a:pos x="12" y="3"/>
                  </a:cxn>
                  <a:cxn ang="0">
                    <a:pos x="12" y="3"/>
                  </a:cxn>
                  <a:cxn ang="0">
                    <a:pos x="14" y="3"/>
                  </a:cxn>
                  <a:cxn ang="0">
                    <a:pos x="14" y="5"/>
                  </a:cxn>
                  <a:cxn ang="0">
                    <a:pos x="14" y="8"/>
                  </a:cxn>
                  <a:cxn ang="0">
                    <a:pos x="14" y="10"/>
                  </a:cxn>
                  <a:cxn ang="0">
                    <a:pos x="14" y="10"/>
                  </a:cxn>
                  <a:cxn ang="0">
                    <a:pos x="14" y="12"/>
                  </a:cxn>
                  <a:cxn ang="0">
                    <a:pos x="14" y="15"/>
                  </a:cxn>
                  <a:cxn ang="0">
                    <a:pos x="14" y="17"/>
                  </a:cxn>
                  <a:cxn ang="0">
                    <a:pos x="14" y="19"/>
                  </a:cxn>
                  <a:cxn ang="0">
                    <a:pos x="14" y="19"/>
                  </a:cxn>
                  <a:cxn ang="0">
                    <a:pos x="12" y="22"/>
                  </a:cxn>
                  <a:cxn ang="0">
                    <a:pos x="12" y="22"/>
                  </a:cxn>
                  <a:cxn ang="0">
                    <a:pos x="12" y="24"/>
                  </a:cxn>
                  <a:cxn ang="0">
                    <a:pos x="12" y="24"/>
                  </a:cxn>
                  <a:cxn ang="0">
                    <a:pos x="12" y="27"/>
                  </a:cxn>
                  <a:cxn ang="0">
                    <a:pos x="9" y="27"/>
                  </a:cxn>
                  <a:cxn ang="0">
                    <a:pos x="9" y="29"/>
                  </a:cxn>
                  <a:cxn ang="0">
                    <a:pos x="9" y="29"/>
                  </a:cxn>
                  <a:cxn ang="0">
                    <a:pos x="7" y="29"/>
                  </a:cxn>
                  <a:cxn ang="0">
                    <a:pos x="5" y="29"/>
                  </a:cxn>
                  <a:cxn ang="0">
                    <a:pos x="5" y="31"/>
                  </a:cxn>
                  <a:cxn ang="0">
                    <a:pos x="5" y="29"/>
                  </a:cxn>
                  <a:cxn ang="0">
                    <a:pos x="2" y="29"/>
                  </a:cxn>
                  <a:cxn ang="0">
                    <a:pos x="2" y="31"/>
                  </a:cxn>
                  <a:cxn ang="0">
                    <a:pos x="0" y="29"/>
                  </a:cxn>
                  <a:cxn ang="0">
                    <a:pos x="0" y="29"/>
                  </a:cxn>
                  <a:cxn ang="0">
                    <a:pos x="0" y="29"/>
                  </a:cxn>
                  <a:cxn ang="0">
                    <a:pos x="2" y="27"/>
                  </a:cxn>
                  <a:cxn ang="0">
                    <a:pos x="2" y="24"/>
                  </a:cxn>
                  <a:cxn ang="0">
                    <a:pos x="2" y="24"/>
                  </a:cxn>
                  <a:cxn ang="0">
                    <a:pos x="2" y="22"/>
                  </a:cxn>
                  <a:cxn ang="0">
                    <a:pos x="5" y="22"/>
                  </a:cxn>
                  <a:cxn ang="0">
                    <a:pos x="5" y="22"/>
                  </a:cxn>
                  <a:cxn ang="0">
                    <a:pos x="7" y="19"/>
                  </a:cxn>
                  <a:cxn ang="0">
                    <a:pos x="7" y="19"/>
                  </a:cxn>
                  <a:cxn ang="0">
                    <a:pos x="5" y="19"/>
                  </a:cxn>
                  <a:cxn ang="0">
                    <a:pos x="5" y="19"/>
                  </a:cxn>
                  <a:cxn ang="0">
                    <a:pos x="2" y="19"/>
                  </a:cxn>
                  <a:cxn ang="0">
                    <a:pos x="2" y="19"/>
                  </a:cxn>
                  <a:cxn ang="0">
                    <a:pos x="2" y="19"/>
                  </a:cxn>
                  <a:cxn ang="0">
                    <a:pos x="2" y="17"/>
                  </a:cxn>
                  <a:cxn ang="0">
                    <a:pos x="2" y="17"/>
                  </a:cxn>
                  <a:cxn ang="0">
                    <a:pos x="2" y="15"/>
                  </a:cxn>
                  <a:cxn ang="0">
                    <a:pos x="2" y="12"/>
                  </a:cxn>
                  <a:cxn ang="0">
                    <a:pos x="2" y="10"/>
                  </a:cxn>
                  <a:cxn ang="0">
                    <a:pos x="2" y="10"/>
                  </a:cxn>
                  <a:cxn ang="0">
                    <a:pos x="2" y="8"/>
                  </a:cxn>
                  <a:cxn ang="0">
                    <a:pos x="2" y="8"/>
                  </a:cxn>
                  <a:cxn ang="0">
                    <a:pos x="2" y="5"/>
                  </a:cxn>
                  <a:cxn ang="0">
                    <a:pos x="5" y="5"/>
                  </a:cxn>
                  <a:cxn ang="0">
                    <a:pos x="5" y="3"/>
                  </a:cxn>
                  <a:cxn ang="0">
                    <a:pos x="5" y="0"/>
                  </a:cxn>
                  <a:cxn ang="0">
                    <a:pos x="7" y="0"/>
                  </a:cxn>
                  <a:cxn ang="0">
                    <a:pos x="7" y="0"/>
                  </a:cxn>
                </a:cxnLst>
                <a:rect l="0" t="0" r="r" b="b"/>
                <a:pathLst>
                  <a:path w="14" h="31">
                    <a:moveTo>
                      <a:pt x="9" y="0"/>
                    </a:moveTo>
                    <a:lnTo>
                      <a:pt x="9" y="0"/>
                    </a:lnTo>
                    <a:lnTo>
                      <a:pt x="9" y="0"/>
                    </a:lnTo>
                    <a:lnTo>
                      <a:pt x="9" y="0"/>
                    </a:lnTo>
                    <a:lnTo>
                      <a:pt x="12" y="0"/>
                    </a:lnTo>
                    <a:lnTo>
                      <a:pt x="12" y="3"/>
                    </a:lnTo>
                    <a:lnTo>
                      <a:pt x="12" y="3"/>
                    </a:lnTo>
                    <a:lnTo>
                      <a:pt x="12" y="3"/>
                    </a:lnTo>
                    <a:lnTo>
                      <a:pt x="12" y="3"/>
                    </a:lnTo>
                    <a:lnTo>
                      <a:pt x="14" y="3"/>
                    </a:lnTo>
                    <a:lnTo>
                      <a:pt x="14" y="5"/>
                    </a:lnTo>
                    <a:lnTo>
                      <a:pt x="14" y="5"/>
                    </a:lnTo>
                    <a:lnTo>
                      <a:pt x="14" y="5"/>
                    </a:lnTo>
                    <a:lnTo>
                      <a:pt x="14" y="8"/>
                    </a:lnTo>
                    <a:lnTo>
                      <a:pt x="14" y="8"/>
                    </a:lnTo>
                    <a:lnTo>
                      <a:pt x="14" y="10"/>
                    </a:lnTo>
                    <a:lnTo>
                      <a:pt x="14" y="10"/>
                    </a:lnTo>
                    <a:lnTo>
                      <a:pt x="14" y="10"/>
                    </a:lnTo>
                    <a:lnTo>
                      <a:pt x="14" y="10"/>
                    </a:lnTo>
                    <a:lnTo>
                      <a:pt x="14" y="12"/>
                    </a:lnTo>
                    <a:lnTo>
                      <a:pt x="14" y="12"/>
                    </a:lnTo>
                    <a:lnTo>
                      <a:pt x="14" y="15"/>
                    </a:lnTo>
                    <a:lnTo>
                      <a:pt x="14" y="15"/>
                    </a:lnTo>
                    <a:lnTo>
                      <a:pt x="14" y="17"/>
                    </a:lnTo>
                    <a:lnTo>
                      <a:pt x="14" y="17"/>
                    </a:lnTo>
                    <a:lnTo>
                      <a:pt x="14" y="19"/>
                    </a:lnTo>
                    <a:lnTo>
                      <a:pt x="14" y="19"/>
                    </a:lnTo>
                    <a:lnTo>
                      <a:pt x="14" y="19"/>
                    </a:lnTo>
                    <a:lnTo>
                      <a:pt x="12" y="19"/>
                    </a:lnTo>
                    <a:lnTo>
                      <a:pt x="12" y="22"/>
                    </a:lnTo>
                    <a:lnTo>
                      <a:pt x="12" y="22"/>
                    </a:lnTo>
                    <a:lnTo>
                      <a:pt x="12" y="22"/>
                    </a:lnTo>
                    <a:lnTo>
                      <a:pt x="12" y="24"/>
                    </a:lnTo>
                    <a:lnTo>
                      <a:pt x="12" y="24"/>
                    </a:lnTo>
                    <a:lnTo>
                      <a:pt x="12" y="24"/>
                    </a:lnTo>
                    <a:lnTo>
                      <a:pt x="12" y="24"/>
                    </a:lnTo>
                    <a:lnTo>
                      <a:pt x="12" y="27"/>
                    </a:lnTo>
                    <a:lnTo>
                      <a:pt x="12" y="27"/>
                    </a:lnTo>
                    <a:lnTo>
                      <a:pt x="12" y="27"/>
                    </a:lnTo>
                    <a:lnTo>
                      <a:pt x="9" y="27"/>
                    </a:lnTo>
                    <a:lnTo>
                      <a:pt x="9" y="29"/>
                    </a:lnTo>
                    <a:lnTo>
                      <a:pt x="9" y="29"/>
                    </a:lnTo>
                    <a:lnTo>
                      <a:pt x="9" y="29"/>
                    </a:lnTo>
                    <a:lnTo>
                      <a:pt x="9" y="29"/>
                    </a:lnTo>
                    <a:lnTo>
                      <a:pt x="7" y="29"/>
                    </a:lnTo>
                    <a:lnTo>
                      <a:pt x="7" y="29"/>
                    </a:lnTo>
                    <a:lnTo>
                      <a:pt x="7" y="29"/>
                    </a:lnTo>
                    <a:lnTo>
                      <a:pt x="5" y="29"/>
                    </a:lnTo>
                    <a:lnTo>
                      <a:pt x="5" y="29"/>
                    </a:lnTo>
                    <a:lnTo>
                      <a:pt x="5" y="31"/>
                    </a:lnTo>
                    <a:lnTo>
                      <a:pt x="5" y="31"/>
                    </a:lnTo>
                    <a:lnTo>
                      <a:pt x="5" y="29"/>
                    </a:lnTo>
                    <a:lnTo>
                      <a:pt x="2" y="29"/>
                    </a:lnTo>
                    <a:lnTo>
                      <a:pt x="2" y="29"/>
                    </a:lnTo>
                    <a:lnTo>
                      <a:pt x="2" y="31"/>
                    </a:lnTo>
                    <a:lnTo>
                      <a:pt x="2" y="31"/>
                    </a:lnTo>
                    <a:lnTo>
                      <a:pt x="0" y="31"/>
                    </a:lnTo>
                    <a:lnTo>
                      <a:pt x="0" y="29"/>
                    </a:lnTo>
                    <a:lnTo>
                      <a:pt x="0" y="29"/>
                    </a:lnTo>
                    <a:lnTo>
                      <a:pt x="0" y="29"/>
                    </a:lnTo>
                    <a:lnTo>
                      <a:pt x="0" y="29"/>
                    </a:lnTo>
                    <a:lnTo>
                      <a:pt x="0" y="29"/>
                    </a:lnTo>
                    <a:lnTo>
                      <a:pt x="2" y="29"/>
                    </a:lnTo>
                    <a:lnTo>
                      <a:pt x="2" y="27"/>
                    </a:lnTo>
                    <a:lnTo>
                      <a:pt x="2" y="27"/>
                    </a:lnTo>
                    <a:lnTo>
                      <a:pt x="2" y="24"/>
                    </a:lnTo>
                    <a:lnTo>
                      <a:pt x="2" y="24"/>
                    </a:lnTo>
                    <a:lnTo>
                      <a:pt x="2" y="24"/>
                    </a:lnTo>
                    <a:lnTo>
                      <a:pt x="2" y="22"/>
                    </a:lnTo>
                    <a:lnTo>
                      <a:pt x="2" y="22"/>
                    </a:lnTo>
                    <a:lnTo>
                      <a:pt x="5" y="22"/>
                    </a:lnTo>
                    <a:lnTo>
                      <a:pt x="5" y="22"/>
                    </a:lnTo>
                    <a:lnTo>
                      <a:pt x="5" y="22"/>
                    </a:lnTo>
                    <a:lnTo>
                      <a:pt x="5" y="22"/>
                    </a:lnTo>
                    <a:lnTo>
                      <a:pt x="5" y="19"/>
                    </a:lnTo>
                    <a:lnTo>
                      <a:pt x="7" y="19"/>
                    </a:lnTo>
                    <a:lnTo>
                      <a:pt x="7" y="19"/>
                    </a:lnTo>
                    <a:lnTo>
                      <a:pt x="7" y="19"/>
                    </a:lnTo>
                    <a:lnTo>
                      <a:pt x="7" y="19"/>
                    </a:lnTo>
                    <a:lnTo>
                      <a:pt x="5" y="19"/>
                    </a:lnTo>
                    <a:lnTo>
                      <a:pt x="5" y="19"/>
                    </a:lnTo>
                    <a:lnTo>
                      <a:pt x="5" y="19"/>
                    </a:lnTo>
                    <a:lnTo>
                      <a:pt x="5" y="19"/>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2"/>
                    </a:lnTo>
                    <a:lnTo>
                      <a:pt x="2" y="12"/>
                    </a:lnTo>
                    <a:lnTo>
                      <a:pt x="2" y="10"/>
                    </a:lnTo>
                    <a:lnTo>
                      <a:pt x="2" y="10"/>
                    </a:lnTo>
                    <a:lnTo>
                      <a:pt x="2" y="10"/>
                    </a:lnTo>
                    <a:lnTo>
                      <a:pt x="2" y="10"/>
                    </a:lnTo>
                    <a:lnTo>
                      <a:pt x="2" y="8"/>
                    </a:lnTo>
                    <a:lnTo>
                      <a:pt x="2" y="8"/>
                    </a:lnTo>
                    <a:lnTo>
                      <a:pt x="2" y="8"/>
                    </a:lnTo>
                    <a:lnTo>
                      <a:pt x="2" y="5"/>
                    </a:lnTo>
                    <a:lnTo>
                      <a:pt x="2" y="5"/>
                    </a:lnTo>
                    <a:lnTo>
                      <a:pt x="2" y="5"/>
                    </a:lnTo>
                    <a:lnTo>
                      <a:pt x="5" y="5"/>
                    </a:lnTo>
                    <a:lnTo>
                      <a:pt x="5" y="3"/>
                    </a:lnTo>
                    <a:lnTo>
                      <a:pt x="5" y="3"/>
                    </a:lnTo>
                    <a:lnTo>
                      <a:pt x="5" y="0"/>
                    </a:lnTo>
                    <a:lnTo>
                      <a:pt x="5" y="0"/>
                    </a:lnTo>
                    <a:lnTo>
                      <a:pt x="5" y="0"/>
                    </a:lnTo>
                    <a:lnTo>
                      <a:pt x="7" y="0"/>
                    </a:lnTo>
                    <a:lnTo>
                      <a:pt x="7" y="0"/>
                    </a:lnTo>
                    <a:lnTo>
                      <a:pt x="7" y="0"/>
                    </a:lnTo>
                    <a:lnTo>
                      <a:pt x="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66"/>
              <p:cNvSpPr>
                <a:spLocks/>
              </p:cNvSpPr>
              <p:nvPr/>
            </p:nvSpPr>
            <p:spPr bwMode="auto">
              <a:xfrm>
                <a:off x="1579" y="1928"/>
                <a:ext cx="14" cy="31"/>
              </a:xfrm>
              <a:custGeom>
                <a:avLst/>
                <a:gdLst/>
                <a:ahLst/>
                <a:cxnLst>
                  <a:cxn ang="0">
                    <a:pos x="9" y="0"/>
                  </a:cxn>
                  <a:cxn ang="0">
                    <a:pos x="9" y="0"/>
                  </a:cxn>
                  <a:cxn ang="0">
                    <a:pos x="12" y="3"/>
                  </a:cxn>
                  <a:cxn ang="0">
                    <a:pos x="12" y="3"/>
                  </a:cxn>
                  <a:cxn ang="0">
                    <a:pos x="14" y="3"/>
                  </a:cxn>
                  <a:cxn ang="0">
                    <a:pos x="14" y="5"/>
                  </a:cxn>
                  <a:cxn ang="0">
                    <a:pos x="14" y="8"/>
                  </a:cxn>
                  <a:cxn ang="0">
                    <a:pos x="14" y="10"/>
                  </a:cxn>
                  <a:cxn ang="0">
                    <a:pos x="14" y="10"/>
                  </a:cxn>
                  <a:cxn ang="0">
                    <a:pos x="14" y="12"/>
                  </a:cxn>
                  <a:cxn ang="0">
                    <a:pos x="14" y="15"/>
                  </a:cxn>
                  <a:cxn ang="0">
                    <a:pos x="14" y="17"/>
                  </a:cxn>
                  <a:cxn ang="0">
                    <a:pos x="14" y="19"/>
                  </a:cxn>
                  <a:cxn ang="0">
                    <a:pos x="14" y="19"/>
                  </a:cxn>
                  <a:cxn ang="0">
                    <a:pos x="12" y="22"/>
                  </a:cxn>
                  <a:cxn ang="0">
                    <a:pos x="12" y="22"/>
                  </a:cxn>
                  <a:cxn ang="0">
                    <a:pos x="12" y="24"/>
                  </a:cxn>
                  <a:cxn ang="0">
                    <a:pos x="12" y="24"/>
                  </a:cxn>
                  <a:cxn ang="0">
                    <a:pos x="12" y="27"/>
                  </a:cxn>
                  <a:cxn ang="0">
                    <a:pos x="9" y="27"/>
                  </a:cxn>
                  <a:cxn ang="0">
                    <a:pos x="9" y="29"/>
                  </a:cxn>
                  <a:cxn ang="0">
                    <a:pos x="9" y="29"/>
                  </a:cxn>
                  <a:cxn ang="0">
                    <a:pos x="7" y="29"/>
                  </a:cxn>
                  <a:cxn ang="0">
                    <a:pos x="5" y="29"/>
                  </a:cxn>
                  <a:cxn ang="0">
                    <a:pos x="5" y="31"/>
                  </a:cxn>
                  <a:cxn ang="0">
                    <a:pos x="5" y="29"/>
                  </a:cxn>
                  <a:cxn ang="0">
                    <a:pos x="2" y="29"/>
                  </a:cxn>
                  <a:cxn ang="0">
                    <a:pos x="2" y="31"/>
                  </a:cxn>
                  <a:cxn ang="0">
                    <a:pos x="0" y="29"/>
                  </a:cxn>
                  <a:cxn ang="0">
                    <a:pos x="0" y="29"/>
                  </a:cxn>
                  <a:cxn ang="0">
                    <a:pos x="0" y="29"/>
                  </a:cxn>
                  <a:cxn ang="0">
                    <a:pos x="2" y="27"/>
                  </a:cxn>
                  <a:cxn ang="0">
                    <a:pos x="2" y="24"/>
                  </a:cxn>
                  <a:cxn ang="0">
                    <a:pos x="2" y="24"/>
                  </a:cxn>
                  <a:cxn ang="0">
                    <a:pos x="2" y="22"/>
                  </a:cxn>
                  <a:cxn ang="0">
                    <a:pos x="5" y="22"/>
                  </a:cxn>
                  <a:cxn ang="0">
                    <a:pos x="5" y="22"/>
                  </a:cxn>
                  <a:cxn ang="0">
                    <a:pos x="7" y="19"/>
                  </a:cxn>
                  <a:cxn ang="0">
                    <a:pos x="7" y="19"/>
                  </a:cxn>
                  <a:cxn ang="0">
                    <a:pos x="5" y="19"/>
                  </a:cxn>
                  <a:cxn ang="0">
                    <a:pos x="5" y="19"/>
                  </a:cxn>
                  <a:cxn ang="0">
                    <a:pos x="2" y="19"/>
                  </a:cxn>
                  <a:cxn ang="0">
                    <a:pos x="2" y="19"/>
                  </a:cxn>
                  <a:cxn ang="0">
                    <a:pos x="2" y="19"/>
                  </a:cxn>
                  <a:cxn ang="0">
                    <a:pos x="2" y="17"/>
                  </a:cxn>
                  <a:cxn ang="0">
                    <a:pos x="2" y="17"/>
                  </a:cxn>
                  <a:cxn ang="0">
                    <a:pos x="2" y="15"/>
                  </a:cxn>
                  <a:cxn ang="0">
                    <a:pos x="2" y="12"/>
                  </a:cxn>
                  <a:cxn ang="0">
                    <a:pos x="2" y="10"/>
                  </a:cxn>
                  <a:cxn ang="0">
                    <a:pos x="2" y="10"/>
                  </a:cxn>
                  <a:cxn ang="0">
                    <a:pos x="2" y="8"/>
                  </a:cxn>
                  <a:cxn ang="0">
                    <a:pos x="2" y="8"/>
                  </a:cxn>
                  <a:cxn ang="0">
                    <a:pos x="2" y="5"/>
                  </a:cxn>
                  <a:cxn ang="0">
                    <a:pos x="5" y="5"/>
                  </a:cxn>
                  <a:cxn ang="0">
                    <a:pos x="5" y="3"/>
                  </a:cxn>
                  <a:cxn ang="0">
                    <a:pos x="5" y="0"/>
                  </a:cxn>
                  <a:cxn ang="0">
                    <a:pos x="7" y="0"/>
                  </a:cxn>
                  <a:cxn ang="0">
                    <a:pos x="7" y="0"/>
                  </a:cxn>
                </a:cxnLst>
                <a:rect l="0" t="0" r="r" b="b"/>
                <a:pathLst>
                  <a:path w="14" h="31">
                    <a:moveTo>
                      <a:pt x="9" y="0"/>
                    </a:moveTo>
                    <a:lnTo>
                      <a:pt x="9" y="0"/>
                    </a:lnTo>
                    <a:lnTo>
                      <a:pt x="9" y="0"/>
                    </a:lnTo>
                    <a:lnTo>
                      <a:pt x="9" y="0"/>
                    </a:lnTo>
                    <a:lnTo>
                      <a:pt x="12" y="0"/>
                    </a:lnTo>
                    <a:lnTo>
                      <a:pt x="12" y="3"/>
                    </a:lnTo>
                    <a:lnTo>
                      <a:pt x="12" y="3"/>
                    </a:lnTo>
                    <a:lnTo>
                      <a:pt x="12" y="3"/>
                    </a:lnTo>
                    <a:lnTo>
                      <a:pt x="12" y="3"/>
                    </a:lnTo>
                    <a:lnTo>
                      <a:pt x="14" y="3"/>
                    </a:lnTo>
                    <a:lnTo>
                      <a:pt x="14" y="5"/>
                    </a:lnTo>
                    <a:lnTo>
                      <a:pt x="14" y="5"/>
                    </a:lnTo>
                    <a:lnTo>
                      <a:pt x="14" y="5"/>
                    </a:lnTo>
                    <a:lnTo>
                      <a:pt x="14" y="8"/>
                    </a:lnTo>
                    <a:lnTo>
                      <a:pt x="14" y="8"/>
                    </a:lnTo>
                    <a:lnTo>
                      <a:pt x="14" y="10"/>
                    </a:lnTo>
                    <a:lnTo>
                      <a:pt x="14" y="10"/>
                    </a:lnTo>
                    <a:lnTo>
                      <a:pt x="14" y="10"/>
                    </a:lnTo>
                    <a:lnTo>
                      <a:pt x="14" y="10"/>
                    </a:lnTo>
                    <a:lnTo>
                      <a:pt x="14" y="12"/>
                    </a:lnTo>
                    <a:lnTo>
                      <a:pt x="14" y="12"/>
                    </a:lnTo>
                    <a:lnTo>
                      <a:pt x="14" y="15"/>
                    </a:lnTo>
                    <a:lnTo>
                      <a:pt x="14" y="15"/>
                    </a:lnTo>
                    <a:lnTo>
                      <a:pt x="14" y="17"/>
                    </a:lnTo>
                    <a:lnTo>
                      <a:pt x="14" y="17"/>
                    </a:lnTo>
                    <a:lnTo>
                      <a:pt x="14" y="19"/>
                    </a:lnTo>
                    <a:lnTo>
                      <a:pt x="14" y="19"/>
                    </a:lnTo>
                    <a:lnTo>
                      <a:pt x="14" y="19"/>
                    </a:lnTo>
                    <a:lnTo>
                      <a:pt x="12" y="19"/>
                    </a:lnTo>
                    <a:lnTo>
                      <a:pt x="12" y="22"/>
                    </a:lnTo>
                    <a:lnTo>
                      <a:pt x="12" y="22"/>
                    </a:lnTo>
                    <a:lnTo>
                      <a:pt x="12" y="22"/>
                    </a:lnTo>
                    <a:lnTo>
                      <a:pt x="12" y="24"/>
                    </a:lnTo>
                    <a:lnTo>
                      <a:pt x="12" y="24"/>
                    </a:lnTo>
                    <a:lnTo>
                      <a:pt x="12" y="24"/>
                    </a:lnTo>
                    <a:lnTo>
                      <a:pt x="12" y="24"/>
                    </a:lnTo>
                    <a:lnTo>
                      <a:pt x="12" y="27"/>
                    </a:lnTo>
                    <a:lnTo>
                      <a:pt x="12" y="27"/>
                    </a:lnTo>
                    <a:lnTo>
                      <a:pt x="12" y="27"/>
                    </a:lnTo>
                    <a:lnTo>
                      <a:pt x="9" y="27"/>
                    </a:lnTo>
                    <a:lnTo>
                      <a:pt x="9" y="29"/>
                    </a:lnTo>
                    <a:lnTo>
                      <a:pt x="9" y="29"/>
                    </a:lnTo>
                    <a:lnTo>
                      <a:pt x="9" y="29"/>
                    </a:lnTo>
                    <a:lnTo>
                      <a:pt x="9" y="29"/>
                    </a:lnTo>
                    <a:lnTo>
                      <a:pt x="7" y="29"/>
                    </a:lnTo>
                    <a:lnTo>
                      <a:pt x="7" y="29"/>
                    </a:lnTo>
                    <a:lnTo>
                      <a:pt x="7" y="29"/>
                    </a:lnTo>
                    <a:lnTo>
                      <a:pt x="5" y="29"/>
                    </a:lnTo>
                    <a:lnTo>
                      <a:pt x="5" y="29"/>
                    </a:lnTo>
                    <a:lnTo>
                      <a:pt x="5" y="31"/>
                    </a:lnTo>
                    <a:lnTo>
                      <a:pt x="5" y="31"/>
                    </a:lnTo>
                    <a:lnTo>
                      <a:pt x="5" y="29"/>
                    </a:lnTo>
                    <a:lnTo>
                      <a:pt x="2" y="29"/>
                    </a:lnTo>
                    <a:lnTo>
                      <a:pt x="2" y="29"/>
                    </a:lnTo>
                    <a:lnTo>
                      <a:pt x="2" y="31"/>
                    </a:lnTo>
                    <a:lnTo>
                      <a:pt x="2" y="31"/>
                    </a:lnTo>
                    <a:lnTo>
                      <a:pt x="0" y="31"/>
                    </a:lnTo>
                    <a:lnTo>
                      <a:pt x="0" y="29"/>
                    </a:lnTo>
                    <a:lnTo>
                      <a:pt x="0" y="29"/>
                    </a:lnTo>
                    <a:lnTo>
                      <a:pt x="0" y="29"/>
                    </a:lnTo>
                    <a:lnTo>
                      <a:pt x="0" y="29"/>
                    </a:lnTo>
                    <a:lnTo>
                      <a:pt x="0" y="29"/>
                    </a:lnTo>
                    <a:lnTo>
                      <a:pt x="2" y="29"/>
                    </a:lnTo>
                    <a:lnTo>
                      <a:pt x="2" y="27"/>
                    </a:lnTo>
                    <a:lnTo>
                      <a:pt x="2" y="27"/>
                    </a:lnTo>
                    <a:lnTo>
                      <a:pt x="2" y="24"/>
                    </a:lnTo>
                    <a:lnTo>
                      <a:pt x="2" y="24"/>
                    </a:lnTo>
                    <a:lnTo>
                      <a:pt x="2" y="24"/>
                    </a:lnTo>
                    <a:lnTo>
                      <a:pt x="2" y="22"/>
                    </a:lnTo>
                    <a:lnTo>
                      <a:pt x="2" y="22"/>
                    </a:lnTo>
                    <a:lnTo>
                      <a:pt x="5" y="22"/>
                    </a:lnTo>
                    <a:lnTo>
                      <a:pt x="5" y="22"/>
                    </a:lnTo>
                    <a:lnTo>
                      <a:pt x="5" y="22"/>
                    </a:lnTo>
                    <a:lnTo>
                      <a:pt x="5" y="22"/>
                    </a:lnTo>
                    <a:lnTo>
                      <a:pt x="5" y="19"/>
                    </a:lnTo>
                    <a:lnTo>
                      <a:pt x="7" y="19"/>
                    </a:lnTo>
                    <a:lnTo>
                      <a:pt x="7" y="19"/>
                    </a:lnTo>
                    <a:lnTo>
                      <a:pt x="7" y="19"/>
                    </a:lnTo>
                    <a:lnTo>
                      <a:pt x="7" y="19"/>
                    </a:lnTo>
                    <a:lnTo>
                      <a:pt x="5" y="19"/>
                    </a:lnTo>
                    <a:lnTo>
                      <a:pt x="5" y="19"/>
                    </a:lnTo>
                    <a:lnTo>
                      <a:pt x="5" y="19"/>
                    </a:lnTo>
                    <a:lnTo>
                      <a:pt x="5" y="19"/>
                    </a:lnTo>
                    <a:lnTo>
                      <a:pt x="2" y="19"/>
                    </a:lnTo>
                    <a:lnTo>
                      <a:pt x="2" y="19"/>
                    </a:lnTo>
                    <a:lnTo>
                      <a:pt x="2" y="19"/>
                    </a:lnTo>
                    <a:lnTo>
                      <a:pt x="2" y="19"/>
                    </a:lnTo>
                    <a:lnTo>
                      <a:pt x="2" y="19"/>
                    </a:lnTo>
                    <a:lnTo>
                      <a:pt x="2" y="17"/>
                    </a:lnTo>
                    <a:lnTo>
                      <a:pt x="2" y="17"/>
                    </a:lnTo>
                    <a:lnTo>
                      <a:pt x="2" y="17"/>
                    </a:lnTo>
                    <a:lnTo>
                      <a:pt x="2" y="17"/>
                    </a:lnTo>
                    <a:lnTo>
                      <a:pt x="2" y="17"/>
                    </a:lnTo>
                    <a:lnTo>
                      <a:pt x="2" y="15"/>
                    </a:lnTo>
                    <a:lnTo>
                      <a:pt x="2" y="15"/>
                    </a:lnTo>
                    <a:lnTo>
                      <a:pt x="2" y="12"/>
                    </a:lnTo>
                    <a:lnTo>
                      <a:pt x="2" y="12"/>
                    </a:lnTo>
                    <a:lnTo>
                      <a:pt x="2" y="10"/>
                    </a:lnTo>
                    <a:lnTo>
                      <a:pt x="2" y="10"/>
                    </a:lnTo>
                    <a:lnTo>
                      <a:pt x="2" y="10"/>
                    </a:lnTo>
                    <a:lnTo>
                      <a:pt x="2" y="10"/>
                    </a:lnTo>
                    <a:lnTo>
                      <a:pt x="2" y="8"/>
                    </a:lnTo>
                    <a:lnTo>
                      <a:pt x="2" y="8"/>
                    </a:lnTo>
                    <a:lnTo>
                      <a:pt x="2" y="8"/>
                    </a:lnTo>
                    <a:lnTo>
                      <a:pt x="2" y="5"/>
                    </a:lnTo>
                    <a:lnTo>
                      <a:pt x="2" y="5"/>
                    </a:lnTo>
                    <a:lnTo>
                      <a:pt x="2" y="5"/>
                    </a:lnTo>
                    <a:lnTo>
                      <a:pt x="5" y="5"/>
                    </a:lnTo>
                    <a:lnTo>
                      <a:pt x="5" y="3"/>
                    </a:lnTo>
                    <a:lnTo>
                      <a:pt x="5" y="3"/>
                    </a:lnTo>
                    <a:lnTo>
                      <a:pt x="5" y="0"/>
                    </a:lnTo>
                    <a:lnTo>
                      <a:pt x="5" y="0"/>
                    </a:lnTo>
                    <a:lnTo>
                      <a:pt x="5" y="0"/>
                    </a:lnTo>
                    <a:lnTo>
                      <a:pt x="7" y="0"/>
                    </a:lnTo>
                    <a:lnTo>
                      <a:pt x="7" y="0"/>
                    </a:lnTo>
                    <a:lnTo>
                      <a:pt x="7" y="0"/>
                    </a:lnTo>
                    <a:lnTo>
                      <a:pt x="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67"/>
              <p:cNvSpPr>
                <a:spLocks/>
              </p:cNvSpPr>
              <p:nvPr/>
            </p:nvSpPr>
            <p:spPr bwMode="auto">
              <a:xfrm>
                <a:off x="3496" y="1663"/>
                <a:ext cx="140" cy="135"/>
              </a:xfrm>
              <a:custGeom>
                <a:avLst/>
                <a:gdLst/>
                <a:ahLst/>
                <a:cxnLst>
                  <a:cxn ang="0">
                    <a:pos x="78" y="97"/>
                  </a:cxn>
                  <a:cxn ang="0">
                    <a:pos x="83" y="104"/>
                  </a:cxn>
                  <a:cxn ang="0">
                    <a:pos x="90" y="109"/>
                  </a:cxn>
                  <a:cxn ang="0">
                    <a:pos x="85" y="116"/>
                  </a:cxn>
                  <a:cxn ang="0">
                    <a:pos x="78" y="119"/>
                  </a:cxn>
                  <a:cxn ang="0">
                    <a:pos x="69" y="119"/>
                  </a:cxn>
                  <a:cxn ang="0">
                    <a:pos x="62" y="121"/>
                  </a:cxn>
                  <a:cxn ang="0">
                    <a:pos x="55" y="128"/>
                  </a:cxn>
                  <a:cxn ang="0">
                    <a:pos x="50" y="130"/>
                  </a:cxn>
                  <a:cxn ang="0">
                    <a:pos x="43" y="133"/>
                  </a:cxn>
                  <a:cxn ang="0">
                    <a:pos x="36" y="128"/>
                  </a:cxn>
                  <a:cxn ang="0">
                    <a:pos x="33" y="130"/>
                  </a:cxn>
                  <a:cxn ang="0">
                    <a:pos x="26" y="135"/>
                  </a:cxn>
                  <a:cxn ang="0">
                    <a:pos x="19" y="133"/>
                  </a:cxn>
                  <a:cxn ang="0">
                    <a:pos x="21" y="128"/>
                  </a:cxn>
                  <a:cxn ang="0">
                    <a:pos x="10" y="126"/>
                  </a:cxn>
                  <a:cxn ang="0">
                    <a:pos x="17" y="116"/>
                  </a:cxn>
                  <a:cxn ang="0">
                    <a:pos x="17" y="111"/>
                  </a:cxn>
                  <a:cxn ang="0">
                    <a:pos x="19" y="111"/>
                  </a:cxn>
                  <a:cxn ang="0">
                    <a:pos x="21" y="107"/>
                  </a:cxn>
                  <a:cxn ang="0">
                    <a:pos x="24" y="97"/>
                  </a:cxn>
                  <a:cxn ang="0">
                    <a:pos x="24" y="88"/>
                  </a:cxn>
                  <a:cxn ang="0">
                    <a:pos x="17" y="88"/>
                  </a:cxn>
                  <a:cxn ang="0">
                    <a:pos x="12" y="90"/>
                  </a:cxn>
                  <a:cxn ang="0">
                    <a:pos x="7" y="85"/>
                  </a:cxn>
                  <a:cxn ang="0">
                    <a:pos x="2" y="81"/>
                  </a:cxn>
                  <a:cxn ang="0">
                    <a:pos x="2" y="78"/>
                  </a:cxn>
                  <a:cxn ang="0">
                    <a:pos x="7" y="71"/>
                  </a:cxn>
                  <a:cxn ang="0">
                    <a:pos x="14" y="66"/>
                  </a:cxn>
                  <a:cxn ang="0">
                    <a:pos x="21" y="62"/>
                  </a:cxn>
                  <a:cxn ang="0">
                    <a:pos x="31" y="57"/>
                  </a:cxn>
                  <a:cxn ang="0">
                    <a:pos x="38" y="55"/>
                  </a:cxn>
                  <a:cxn ang="0">
                    <a:pos x="45" y="47"/>
                  </a:cxn>
                  <a:cxn ang="0">
                    <a:pos x="50" y="40"/>
                  </a:cxn>
                  <a:cxn ang="0">
                    <a:pos x="55" y="33"/>
                  </a:cxn>
                  <a:cxn ang="0">
                    <a:pos x="62" y="31"/>
                  </a:cxn>
                  <a:cxn ang="0">
                    <a:pos x="69" y="38"/>
                  </a:cxn>
                  <a:cxn ang="0">
                    <a:pos x="78" y="40"/>
                  </a:cxn>
                  <a:cxn ang="0">
                    <a:pos x="85" y="40"/>
                  </a:cxn>
                  <a:cxn ang="0">
                    <a:pos x="85" y="33"/>
                  </a:cxn>
                  <a:cxn ang="0">
                    <a:pos x="88" y="26"/>
                  </a:cxn>
                  <a:cxn ang="0">
                    <a:pos x="97" y="24"/>
                  </a:cxn>
                  <a:cxn ang="0">
                    <a:pos x="104" y="24"/>
                  </a:cxn>
                  <a:cxn ang="0">
                    <a:pos x="109" y="17"/>
                  </a:cxn>
                  <a:cxn ang="0">
                    <a:pos x="116" y="14"/>
                  </a:cxn>
                  <a:cxn ang="0">
                    <a:pos x="121" y="10"/>
                  </a:cxn>
                  <a:cxn ang="0">
                    <a:pos x="123" y="0"/>
                  </a:cxn>
                  <a:cxn ang="0">
                    <a:pos x="130" y="2"/>
                  </a:cxn>
                  <a:cxn ang="0">
                    <a:pos x="135" y="12"/>
                  </a:cxn>
                  <a:cxn ang="0">
                    <a:pos x="140" y="17"/>
                  </a:cxn>
                  <a:cxn ang="0">
                    <a:pos x="135" y="19"/>
                  </a:cxn>
                  <a:cxn ang="0">
                    <a:pos x="128" y="26"/>
                  </a:cxn>
                  <a:cxn ang="0">
                    <a:pos x="121" y="33"/>
                  </a:cxn>
                  <a:cxn ang="0">
                    <a:pos x="121" y="40"/>
                  </a:cxn>
                  <a:cxn ang="0">
                    <a:pos x="121" y="50"/>
                  </a:cxn>
                  <a:cxn ang="0">
                    <a:pos x="116" y="57"/>
                  </a:cxn>
                  <a:cxn ang="0">
                    <a:pos x="109" y="59"/>
                  </a:cxn>
                  <a:cxn ang="0">
                    <a:pos x="102" y="66"/>
                  </a:cxn>
                  <a:cxn ang="0">
                    <a:pos x="97" y="71"/>
                  </a:cxn>
                  <a:cxn ang="0">
                    <a:pos x="90" y="76"/>
                  </a:cxn>
                  <a:cxn ang="0">
                    <a:pos x="81" y="78"/>
                  </a:cxn>
                  <a:cxn ang="0">
                    <a:pos x="73" y="83"/>
                  </a:cxn>
                  <a:cxn ang="0">
                    <a:pos x="73" y="90"/>
                  </a:cxn>
                </a:cxnLst>
                <a:rect l="0" t="0" r="r" b="b"/>
                <a:pathLst>
                  <a:path w="140" h="135">
                    <a:moveTo>
                      <a:pt x="73" y="95"/>
                    </a:moveTo>
                    <a:lnTo>
                      <a:pt x="73" y="95"/>
                    </a:lnTo>
                    <a:lnTo>
                      <a:pt x="73" y="97"/>
                    </a:lnTo>
                    <a:lnTo>
                      <a:pt x="71" y="97"/>
                    </a:lnTo>
                    <a:lnTo>
                      <a:pt x="71" y="97"/>
                    </a:lnTo>
                    <a:lnTo>
                      <a:pt x="73" y="97"/>
                    </a:lnTo>
                    <a:lnTo>
                      <a:pt x="73" y="97"/>
                    </a:lnTo>
                    <a:lnTo>
                      <a:pt x="76" y="97"/>
                    </a:lnTo>
                    <a:lnTo>
                      <a:pt x="76" y="97"/>
                    </a:lnTo>
                    <a:lnTo>
                      <a:pt x="76" y="97"/>
                    </a:lnTo>
                    <a:lnTo>
                      <a:pt x="76" y="97"/>
                    </a:lnTo>
                    <a:lnTo>
                      <a:pt x="76" y="97"/>
                    </a:lnTo>
                    <a:lnTo>
                      <a:pt x="78" y="97"/>
                    </a:lnTo>
                    <a:lnTo>
                      <a:pt x="78" y="97"/>
                    </a:lnTo>
                    <a:lnTo>
                      <a:pt x="78" y="97"/>
                    </a:lnTo>
                    <a:lnTo>
                      <a:pt x="78" y="100"/>
                    </a:lnTo>
                    <a:lnTo>
                      <a:pt x="78" y="100"/>
                    </a:lnTo>
                    <a:lnTo>
                      <a:pt x="78" y="100"/>
                    </a:lnTo>
                    <a:lnTo>
                      <a:pt x="81" y="100"/>
                    </a:lnTo>
                    <a:lnTo>
                      <a:pt x="81" y="102"/>
                    </a:lnTo>
                    <a:lnTo>
                      <a:pt x="81" y="102"/>
                    </a:lnTo>
                    <a:lnTo>
                      <a:pt x="81" y="102"/>
                    </a:lnTo>
                    <a:lnTo>
                      <a:pt x="83" y="102"/>
                    </a:lnTo>
                    <a:lnTo>
                      <a:pt x="83" y="104"/>
                    </a:lnTo>
                    <a:lnTo>
                      <a:pt x="83" y="104"/>
                    </a:lnTo>
                    <a:lnTo>
                      <a:pt x="83" y="104"/>
                    </a:lnTo>
                    <a:lnTo>
                      <a:pt x="83" y="104"/>
                    </a:lnTo>
                    <a:lnTo>
                      <a:pt x="85" y="104"/>
                    </a:lnTo>
                    <a:lnTo>
                      <a:pt x="85" y="104"/>
                    </a:lnTo>
                    <a:lnTo>
                      <a:pt x="85" y="107"/>
                    </a:lnTo>
                    <a:lnTo>
                      <a:pt x="85" y="107"/>
                    </a:lnTo>
                    <a:lnTo>
                      <a:pt x="85" y="107"/>
                    </a:lnTo>
                    <a:lnTo>
                      <a:pt x="88" y="107"/>
                    </a:lnTo>
                    <a:lnTo>
                      <a:pt x="88" y="107"/>
                    </a:lnTo>
                    <a:lnTo>
                      <a:pt x="88" y="107"/>
                    </a:lnTo>
                    <a:lnTo>
                      <a:pt x="90" y="107"/>
                    </a:lnTo>
                    <a:lnTo>
                      <a:pt x="90" y="107"/>
                    </a:lnTo>
                    <a:lnTo>
                      <a:pt x="90" y="109"/>
                    </a:lnTo>
                    <a:lnTo>
                      <a:pt x="90" y="109"/>
                    </a:lnTo>
                    <a:lnTo>
                      <a:pt x="90" y="109"/>
                    </a:lnTo>
                    <a:lnTo>
                      <a:pt x="90" y="111"/>
                    </a:lnTo>
                    <a:lnTo>
                      <a:pt x="90" y="111"/>
                    </a:lnTo>
                    <a:lnTo>
                      <a:pt x="90" y="111"/>
                    </a:lnTo>
                    <a:lnTo>
                      <a:pt x="90" y="114"/>
                    </a:lnTo>
                    <a:lnTo>
                      <a:pt x="90" y="114"/>
                    </a:lnTo>
                    <a:lnTo>
                      <a:pt x="90" y="114"/>
                    </a:lnTo>
                    <a:lnTo>
                      <a:pt x="90" y="116"/>
                    </a:lnTo>
                    <a:lnTo>
                      <a:pt x="90" y="116"/>
                    </a:lnTo>
                    <a:lnTo>
                      <a:pt x="88" y="116"/>
                    </a:lnTo>
                    <a:lnTo>
                      <a:pt x="88" y="116"/>
                    </a:lnTo>
                    <a:lnTo>
                      <a:pt x="88" y="116"/>
                    </a:lnTo>
                    <a:lnTo>
                      <a:pt x="85" y="116"/>
                    </a:lnTo>
                    <a:lnTo>
                      <a:pt x="85" y="119"/>
                    </a:lnTo>
                    <a:lnTo>
                      <a:pt x="85" y="119"/>
                    </a:lnTo>
                    <a:lnTo>
                      <a:pt x="85" y="119"/>
                    </a:lnTo>
                    <a:lnTo>
                      <a:pt x="85" y="119"/>
                    </a:lnTo>
                    <a:lnTo>
                      <a:pt x="83" y="119"/>
                    </a:lnTo>
                    <a:lnTo>
                      <a:pt x="83" y="119"/>
                    </a:lnTo>
                    <a:lnTo>
                      <a:pt x="83" y="119"/>
                    </a:lnTo>
                    <a:lnTo>
                      <a:pt x="83" y="119"/>
                    </a:lnTo>
                    <a:lnTo>
                      <a:pt x="81" y="119"/>
                    </a:lnTo>
                    <a:lnTo>
                      <a:pt x="81" y="119"/>
                    </a:lnTo>
                    <a:lnTo>
                      <a:pt x="81" y="119"/>
                    </a:lnTo>
                    <a:lnTo>
                      <a:pt x="78" y="119"/>
                    </a:lnTo>
                    <a:lnTo>
                      <a:pt x="78" y="119"/>
                    </a:lnTo>
                    <a:lnTo>
                      <a:pt x="78" y="119"/>
                    </a:lnTo>
                    <a:lnTo>
                      <a:pt x="78" y="119"/>
                    </a:lnTo>
                    <a:lnTo>
                      <a:pt x="76" y="119"/>
                    </a:lnTo>
                    <a:lnTo>
                      <a:pt x="76" y="119"/>
                    </a:lnTo>
                    <a:lnTo>
                      <a:pt x="76" y="119"/>
                    </a:lnTo>
                    <a:lnTo>
                      <a:pt x="73" y="119"/>
                    </a:lnTo>
                    <a:lnTo>
                      <a:pt x="73" y="119"/>
                    </a:lnTo>
                    <a:lnTo>
                      <a:pt x="73" y="119"/>
                    </a:lnTo>
                    <a:lnTo>
                      <a:pt x="71" y="119"/>
                    </a:lnTo>
                    <a:lnTo>
                      <a:pt x="71" y="119"/>
                    </a:lnTo>
                    <a:lnTo>
                      <a:pt x="71" y="119"/>
                    </a:lnTo>
                    <a:lnTo>
                      <a:pt x="71" y="119"/>
                    </a:lnTo>
                    <a:lnTo>
                      <a:pt x="69" y="119"/>
                    </a:lnTo>
                    <a:lnTo>
                      <a:pt x="69" y="119"/>
                    </a:lnTo>
                    <a:lnTo>
                      <a:pt x="69" y="119"/>
                    </a:lnTo>
                    <a:lnTo>
                      <a:pt x="66" y="119"/>
                    </a:lnTo>
                    <a:lnTo>
                      <a:pt x="66" y="119"/>
                    </a:lnTo>
                    <a:lnTo>
                      <a:pt x="66" y="119"/>
                    </a:lnTo>
                    <a:lnTo>
                      <a:pt x="64" y="119"/>
                    </a:lnTo>
                    <a:lnTo>
                      <a:pt x="64" y="119"/>
                    </a:lnTo>
                    <a:lnTo>
                      <a:pt x="64" y="119"/>
                    </a:lnTo>
                    <a:lnTo>
                      <a:pt x="64" y="121"/>
                    </a:lnTo>
                    <a:lnTo>
                      <a:pt x="62" y="121"/>
                    </a:lnTo>
                    <a:lnTo>
                      <a:pt x="62" y="121"/>
                    </a:lnTo>
                    <a:lnTo>
                      <a:pt x="62" y="121"/>
                    </a:lnTo>
                    <a:lnTo>
                      <a:pt x="62" y="121"/>
                    </a:lnTo>
                    <a:lnTo>
                      <a:pt x="62" y="123"/>
                    </a:lnTo>
                    <a:lnTo>
                      <a:pt x="62" y="123"/>
                    </a:lnTo>
                    <a:lnTo>
                      <a:pt x="59" y="123"/>
                    </a:lnTo>
                    <a:lnTo>
                      <a:pt x="59" y="126"/>
                    </a:lnTo>
                    <a:lnTo>
                      <a:pt x="59" y="126"/>
                    </a:lnTo>
                    <a:lnTo>
                      <a:pt x="59" y="126"/>
                    </a:lnTo>
                    <a:lnTo>
                      <a:pt x="57" y="126"/>
                    </a:lnTo>
                    <a:lnTo>
                      <a:pt x="57" y="128"/>
                    </a:lnTo>
                    <a:lnTo>
                      <a:pt x="57" y="128"/>
                    </a:lnTo>
                    <a:lnTo>
                      <a:pt x="57" y="128"/>
                    </a:lnTo>
                    <a:lnTo>
                      <a:pt x="57" y="128"/>
                    </a:lnTo>
                    <a:lnTo>
                      <a:pt x="55" y="128"/>
                    </a:lnTo>
                    <a:lnTo>
                      <a:pt x="55" y="128"/>
                    </a:lnTo>
                    <a:lnTo>
                      <a:pt x="55" y="130"/>
                    </a:lnTo>
                    <a:lnTo>
                      <a:pt x="55" y="130"/>
                    </a:lnTo>
                    <a:lnTo>
                      <a:pt x="55" y="130"/>
                    </a:lnTo>
                    <a:lnTo>
                      <a:pt x="55" y="133"/>
                    </a:lnTo>
                    <a:lnTo>
                      <a:pt x="55" y="133"/>
                    </a:lnTo>
                    <a:lnTo>
                      <a:pt x="55" y="133"/>
                    </a:lnTo>
                    <a:lnTo>
                      <a:pt x="52" y="133"/>
                    </a:lnTo>
                    <a:lnTo>
                      <a:pt x="52" y="133"/>
                    </a:lnTo>
                    <a:lnTo>
                      <a:pt x="52" y="133"/>
                    </a:lnTo>
                    <a:lnTo>
                      <a:pt x="50" y="133"/>
                    </a:lnTo>
                    <a:lnTo>
                      <a:pt x="50" y="133"/>
                    </a:lnTo>
                    <a:lnTo>
                      <a:pt x="50" y="130"/>
                    </a:lnTo>
                    <a:lnTo>
                      <a:pt x="50" y="130"/>
                    </a:lnTo>
                    <a:lnTo>
                      <a:pt x="47" y="130"/>
                    </a:lnTo>
                    <a:lnTo>
                      <a:pt x="47" y="130"/>
                    </a:lnTo>
                    <a:lnTo>
                      <a:pt x="45" y="130"/>
                    </a:lnTo>
                    <a:lnTo>
                      <a:pt x="45" y="130"/>
                    </a:lnTo>
                    <a:lnTo>
                      <a:pt x="45" y="130"/>
                    </a:lnTo>
                    <a:lnTo>
                      <a:pt x="45" y="133"/>
                    </a:lnTo>
                    <a:lnTo>
                      <a:pt x="43" y="133"/>
                    </a:lnTo>
                    <a:lnTo>
                      <a:pt x="43" y="133"/>
                    </a:lnTo>
                    <a:lnTo>
                      <a:pt x="43" y="135"/>
                    </a:lnTo>
                    <a:lnTo>
                      <a:pt x="43" y="135"/>
                    </a:lnTo>
                    <a:lnTo>
                      <a:pt x="43" y="135"/>
                    </a:lnTo>
                    <a:lnTo>
                      <a:pt x="43" y="133"/>
                    </a:lnTo>
                    <a:lnTo>
                      <a:pt x="43" y="133"/>
                    </a:lnTo>
                    <a:lnTo>
                      <a:pt x="40" y="133"/>
                    </a:lnTo>
                    <a:lnTo>
                      <a:pt x="40" y="130"/>
                    </a:lnTo>
                    <a:lnTo>
                      <a:pt x="40" y="130"/>
                    </a:lnTo>
                    <a:lnTo>
                      <a:pt x="40" y="133"/>
                    </a:lnTo>
                    <a:lnTo>
                      <a:pt x="38" y="133"/>
                    </a:lnTo>
                    <a:lnTo>
                      <a:pt x="38" y="133"/>
                    </a:lnTo>
                    <a:lnTo>
                      <a:pt x="38" y="133"/>
                    </a:lnTo>
                    <a:lnTo>
                      <a:pt x="38" y="133"/>
                    </a:lnTo>
                    <a:lnTo>
                      <a:pt x="38" y="133"/>
                    </a:lnTo>
                    <a:lnTo>
                      <a:pt x="38" y="130"/>
                    </a:lnTo>
                    <a:lnTo>
                      <a:pt x="38" y="130"/>
                    </a:lnTo>
                    <a:lnTo>
                      <a:pt x="36" y="130"/>
                    </a:lnTo>
                    <a:lnTo>
                      <a:pt x="36" y="128"/>
                    </a:lnTo>
                    <a:lnTo>
                      <a:pt x="36" y="128"/>
                    </a:lnTo>
                    <a:lnTo>
                      <a:pt x="36" y="128"/>
                    </a:lnTo>
                    <a:lnTo>
                      <a:pt x="36" y="128"/>
                    </a:lnTo>
                    <a:lnTo>
                      <a:pt x="36" y="128"/>
                    </a:lnTo>
                    <a:lnTo>
                      <a:pt x="36" y="130"/>
                    </a:lnTo>
                    <a:lnTo>
                      <a:pt x="36" y="130"/>
                    </a:lnTo>
                    <a:lnTo>
                      <a:pt x="36" y="130"/>
                    </a:lnTo>
                    <a:lnTo>
                      <a:pt x="36" y="133"/>
                    </a:lnTo>
                    <a:lnTo>
                      <a:pt x="36" y="133"/>
                    </a:lnTo>
                    <a:lnTo>
                      <a:pt x="33" y="133"/>
                    </a:lnTo>
                    <a:lnTo>
                      <a:pt x="33" y="130"/>
                    </a:lnTo>
                    <a:lnTo>
                      <a:pt x="33" y="130"/>
                    </a:lnTo>
                    <a:lnTo>
                      <a:pt x="33" y="130"/>
                    </a:lnTo>
                    <a:lnTo>
                      <a:pt x="33" y="130"/>
                    </a:lnTo>
                    <a:lnTo>
                      <a:pt x="33" y="133"/>
                    </a:lnTo>
                    <a:lnTo>
                      <a:pt x="31" y="133"/>
                    </a:lnTo>
                    <a:lnTo>
                      <a:pt x="31" y="133"/>
                    </a:lnTo>
                    <a:lnTo>
                      <a:pt x="31" y="133"/>
                    </a:lnTo>
                    <a:lnTo>
                      <a:pt x="31" y="133"/>
                    </a:lnTo>
                    <a:lnTo>
                      <a:pt x="29" y="133"/>
                    </a:lnTo>
                    <a:lnTo>
                      <a:pt x="29" y="135"/>
                    </a:lnTo>
                    <a:lnTo>
                      <a:pt x="29" y="135"/>
                    </a:lnTo>
                    <a:lnTo>
                      <a:pt x="29" y="135"/>
                    </a:lnTo>
                    <a:lnTo>
                      <a:pt x="26" y="135"/>
                    </a:lnTo>
                    <a:lnTo>
                      <a:pt x="26" y="135"/>
                    </a:lnTo>
                    <a:lnTo>
                      <a:pt x="26" y="135"/>
                    </a:lnTo>
                    <a:lnTo>
                      <a:pt x="24" y="135"/>
                    </a:lnTo>
                    <a:lnTo>
                      <a:pt x="24" y="135"/>
                    </a:lnTo>
                    <a:lnTo>
                      <a:pt x="24" y="135"/>
                    </a:lnTo>
                    <a:lnTo>
                      <a:pt x="24" y="135"/>
                    </a:lnTo>
                    <a:lnTo>
                      <a:pt x="24" y="133"/>
                    </a:lnTo>
                    <a:lnTo>
                      <a:pt x="21" y="133"/>
                    </a:lnTo>
                    <a:lnTo>
                      <a:pt x="21" y="133"/>
                    </a:lnTo>
                    <a:lnTo>
                      <a:pt x="21" y="133"/>
                    </a:lnTo>
                    <a:lnTo>
                      <a:pt x="21" y="130"/>
                    </a:lnTo>
                    <a:lnTo>
                      <a:pt x="21" y="130"/>
                    </a:lnTo>
                    <a:lnTo>
                      <a:pt x="21" y="133"/>
                    </a:lnTo>
                    <a:lnTo>
                      <a:pt x="19" y="133"/>
                    </a:lnTo>
                    <a:lnTo>
                      <a:pt x="19" y="133"/>
                    </a:lnTo>
                    <a:lnTo>
                      <a:pt x="17" y="133"/>
                    </a:lnTo>
                    <a:lnTo>
                      <a:pt x="17" y="130"/>
                    </a:lnTo>
                    <a:lnTo>
                      <a:pt x="19" y="130"/>
                    </a:lnTo>
                    <a:lnTo>
                      <a:pt x="19" y="130"/>
                    </a:lnTo>
                    <a:lnTo>
                      <a:pt x="17" y="130"/>
                    </a:lnTo>
                    <a:lnTo>
                      <a:pt x="17" y="130"/>
                    </a:lnTo>
                    <a:lnTo>
                      <a:pt x="17" y="128"/>
                    </a:lnTo>
                    <a:lnTo>
                      <a:pt x="17" y="128"/>
                    </a:lnTo>
                    <a:lnTo>
                      <a:pt x="17" y="128"/>
                    </a:lnTo>
                    <a:lnTo>
                      <a:pt x="19" y="128"/>
                    </a:lnTo>
                    <a:lnTo>
                      <a:pt x="19" y="128"/>
                    </a:lnTo>
                    <a:lnTo>
                      <a:pt x="19" y="128"/>
                    </a:lnTo>
                    <a:lnTo>
                      <a:pt x="21" y="128"/>
                    </a:lnTo>
                    <a:lnTo>
                      <a:pt x="21" y="126"/>
                    </a:lnTo>
                    <a:lnTo>
                      <a:pt x="19" y="126"/>
                    </a:lnTo>
                    <a:lnTo>
                      <a:pt x="19" y="126"/>
                    </a:lnTo>
                    <a:lnTo>
                      <a:pt x="17" y="126"/>
                    </a:lnTo>
                    <a:lnTo>
                      <a:pt x="17" y="126"/>
                    </a:lnTo>
                    <a:lnTo>
                      <a:pt x="17" y="126"/>
                    </a:lnTo>
                    <a:lnTo>
                      <a:pt x="17" y="126"/>
                    </a:lnTo>
                    <a:lnTo>
                      <a:pt x="14" y="126"/>
                    </a:lnTo>
                    <a:lnTo>
                      <a:pt x="14" y="126"/>
                    </a:lnTo>
                    <a:lnTo>
                      <a:pt x="12" y="126"/>
                    </a:lnTo>
                    <a:lnTo>
                      <a:pt x="12" y="126"/>
                    </a:lnTo>
                    <a:lnTo>
                      <a:pt x="12" y="126"/>
                    </a:lnTo>
                    <a:lnTo>
                      <a:pt x="10" y="126"/>
                    </a:lnTo>
                    <a:lnTo>
                      <a:pt x="10" y="123"/>
                    </a:lnTo>
                    <a:lnTo>
                      <a:pt x="10" y="123"/>
                    </a:lnTo>
                    <a:lnTo>
                      <a:pt x="12" y="123"/>
                    </a:lnTo>
                    <a:lnTo>
                      <a:pt x="12" y="123"/>
                    </a:lnTo>
                    <a:lnTo>
                      <a:pt x="12" y="123"/>
                    </a:lnTo>
                    <a:lnTo>
                      <a:pt x="12" y="121"/>
                    </a:lnTo>
                    <a:lnTo>
                      <a:pt x="14" y="121"/>
                    </a:lnTo>
                    <a:lnTo>
                      <a:pt x="14" y="121"/>
                    </a:lnTo>
                    <a:lnTo>
                      <a:pt x="14" y="121"/>
                    </a:lnTo>
                    <a:lnTo>
                      <a:pt x="14" y="119"/>
                    </a:lnTo>
                    <a:lnTo>
                      <a:pt x="14" y="119"/>
                    </a:lnTo>
                    <a:lnTo>
                      <a:pt x="14" y="116"/>
                    </a:lnTo>
                    <a:lnTo>
                      <a:pt x="17" y="116"/>
                    </a:lnTo>
                    <a:lnTo>
                      <a:pt x="17" y="116"/>
                    </a:lnTo>
                    <a:lnTo>
                      <a:pt x="17" y="116"/>
                    </a:lnTo>
                    <a:lnTo>
                      <a:pt x="17" y="116"/>
                    </a:lnTo>
                    <a:lnTo>
                      <a:pt x="17" y="116"/>
                    </a:lnTo>
                    <a:lnTo>
                      <a:pt x="14" y="116"/>
                    </a:lnTo>
                    <a:lnTo>
                      <a:pt x="14" y="114"/>
                    </a:lnTo>
                    <a:lnTo>
                      <a:pt x="14" y="114"/>
                    </a:lnTo>
                    <a:lnTo>
                      <a:pt x="12" y="114"/>
                    </a:lnTo>
                    <a:lnTo>
                      <a:pt x="12" y="114"/>
                    </a:lnTo>
                    <a:lnTo>
                      <a:pt x="14" y="114"/>
                    </a:lnTo>
                    <a:lnTo>
                      <a:pt x="14" y="111"/>
                    </a:lnTo>
                    <a:lnTo>
                      <a:pt x="14" y="111"/>
                    </a:lnTo>
                    <a:lnTo>
                      <a:pt x="17" y="111"/>
                    </a:lnTo>
                    <a:lnTo>
                      <a:pt x="17" y="114"/>
                    </a:lnTo>
                    <a:lnTo>
                      <a:pt x="17" y="114"/>
                    </a:lnTo>
                    <a:lnTo>
                      <a:pt x="17" y="114"/>
                    </a:lnTo>
                    <a:lnTo>
                      <a:pt x="17" y="114"/>
                    </a:lnTo>
                    <a:lnTo>
                      <a:pt x="17" y="114"/>
                    </a:lnTo>
                    <a:lnTo>
                      <a:pt x="17" y="111"/>
                    </a:lnTo>
                    <a:lnTo>
                      <a:pt x="17" y="111"/>
                    </a:lnTo>
                    <a:lnTo>
                      <a:pt x="17" y="109"/>
                    </a:lnTo>
                    <a:lnTo>
                      <a:pt x="17" y="109"/>
                    </a:lnTo>
                    <a:lnTo>
                      <a:pt x="19" y="109"/>
                    </a:lnTo>
                    <a:lnTo>
                      <a:pt x="19" y="109"/>
                    </a:lnTo>
                    <a:lnTo>
                      <a:pt x="19" y="109"/>
                    </a:lnTo>
                    <a:lnTo>
                      <a:pt x="19" y="111"/>
                    </a:lnTo>
                    <a:lnTo>
                      <a:pt x="21" y="111"/>
                    </a:lnTo>
                    <a:lnTo>
                      <a:pt x="21" y="109"/>
                    </a:lnTo>
                    <a:lnTo>
                      <a:pt x="21" y="109"/>
                    </a:lnTo>
                    <a:lnTo>
                      <a:pt x="21" y="109"/>
                    </a:lnTo>
                    <a:lnTo>
                      <a:pt x="21" y="109"/>
                    </a:lnTo>
                    <a:lnTo>
                      <a:pt x="21" y="109"/>
                    </a:lnTo>
                    <a:lnTo>
                      <a:pt x="24" y="109"/>
                    </a:lnTo>
                    <a:lnTo>
                      <a:pt x="24" y="109"/>
                    </a:lnTo>
                    <a:lnTo>
                      <a:pt x="24" y="107"/>
                    </a:lnTo>
                    <a:lnTo>
                      <a:pt x="21" y="107"/>
                    </a:lnTo>
                    <a:lnTo>
                      <a:pt x="21" y="107"/>
                    </a:lnTo>
                    <a:lnTo>
                      <a:pt x="21" y="107"/>
                    </a:lnTo>
                    <a:lnTo>
                      <a:pt x="21" y="107"/>
                    </a:lnTo>
                    <a:lnTo>
                      <a:pt x="21" y="104"/>
                    </a:lnTo>
                    <a:lnTo>
                      <a:pt x="21" y="104"/>
                    </a:lnTo>
                    <a:lnTo>
                      <a:pt x="21" y="104"/>
                    </a:lnTo>
                    <a:lnTo>
                      <a:pt x="21" y="102"/>
                    </a:lnTo>
                    <a:lnTo>
                      <a:pt x="21" y="102"/>
                    </a:lnTo>
                    <a:lnTo>
                      <a:pt x="24" y="102"/>
                    </a:lnTo>
                    <a:lnTo>
                      <a:pt x="24" y="100"/>
                    </a:lnTo>
                    <a:lnTo>
                      <a:pt x="24" y="100"/>
                    </a:lnTo>
                    <a:lnTo>
                      <a:pt x="24" y="100"/>
                    </a:lnTo>
                    <a:lnTo>
                      <a:pt x="24" y="97"/>
                    </a:lnTo>
                    <a:lnTo>
                      <a:pt x="24" y="97"/>
                    </a:lnTo>
                    <a:lnTo>
                      <a:pt x="24" y="97"/>
                    </a:lnTo>
                    <a:lnTo>
                      <a:pt x="24" y="97"/>
                    </a:lnTo>
                    <a:lnTo>
                      <a:pt x="26" y="97"/>
                    </a:lnTo>
                    <a:lnTo>
                      <a:pt x="26" y="95"/>
                    </a:lnTo>
                    <a:lnTo>
                      <a:pt x="26" y="95"/>
                    </a:lnTo>
                    <a:lnTo>
                      <a:pt x="26" y="95"/>
                    </a:lnTo>
                    <a:lnTo>
                      <a:pt x="26" y="92"/>
                    </a:lnTo>
                    <a:lnTo>
                      <a:pt x="26" y="92"/>
                    </a:lnTo>
                    <a:lnTo>
                      <a:pt x="26" y="92"/>
                    </a:lnTo>
                    <a:lnTo>
                      <a:pt x="26" y="90"/>
                    </a:lnTo>
                    <a:lnTo>
                      <a:pt x="26" y="90"/>
                    </a:lnTo>
                    <a:lnTo>
                      <a:pt x="26" y="88"/>
                    </a:lnTo>
                    <a:lnTo>
                      <a:pt x="24" y="88"/>
                    </a:lnTo>
                    <a:lnTo>
                      <a:pt x="24" y="88"/>
                    </a:lnTo>
                    <a:lnTo>
                      <a:pt x="24" y="88"/>
                    </a:lnTo>
                    <a:lnTo>
                      <a:pt x="24" y="88"/>
                    </a:lnTo>
                    <a:lnTo>
                      <a:pt x="24" y="88"/>
                    </a:lnTo>
                    <a:lnTo>
                      <a:pt x="21" y="88"/>
                    </a:lnTo>
                    <a:lnTo>
                      <a:pt x="21" y="88"/>
                    </a:lnTo>
                    <a:lnTo>
                      <a:pt x="21" y="88"/>
                    </a:lnTo>
                    <a:lnTo>
                      <a:pt x="21" y="88"/>
                    </a:lnTo>
                    <a:lnTo>
                      <a:pt x="21" y="88"/>
                    </a:lnTo>
                    <a:lnTo>
                      <a:pt x="19" y="88"/>
                    </a:lnTo>
                    <a:lnTo>
                      <a:pt x="19" y="88"/>
                    </a:lnTo>
                    <a:lnTo>
                      <a:pt x="19" y="85"/>
                    </a:lnTo>
                    <a:lnTo>
                      <a:pt x="17" y="85"/>
                    </a:lnTo>
                    <a:lnTo>
                      <a:pt x="17" y="88"/>
                    </a:lnTo>
                    <a:lnTo>
                      <a:pt x="17" y="88"/>
                    </a:lnTo>
                    <a:lnTo>
                      <a:pt x="17" y="88"/>
                    </a:lnTo>
                    <a:lnTo>
                      <a:pt x="17" y="88"/>
                    </a:lnTo>
                    <a:lnTo>
                      <a:pt x="17" y="88"/>
                    </a:lnTo>
                    <a:lnTo>
                      <a:pt x="17" y="90"/>
                    </a:lnTo>
                    <a:lnTo>
                      <a:pt x="14" y="90"/>
                    </a:lnTo>
                    <a:lnTo>
                      <a:pt x="14" y="90"/>
                    </a:lnTo>
                    <a:lnTo>
                      <a:pt x="14" y="90"/>
                    </a:lnTo>
                    <a:lnTo>
                      <a:pt x="12" y="90"/>
                    </a:lnTo>
                    <a:lnTo>
                      <a:pt x="12" y="90"/>
                    </a:lnTo>
                    <a:lnTo>
                      <a:pt x="12" y="88"/>
                    </a:lnTo>
                    <a:lnTo>
                      <a:pt x="12" y="88"/>
                    </a:lnTo>
                    <a:lnTo>
                      <a:pt x="12" y="90"/>
                    </a:lnTo>
                    <a:lnTo>
                      <a:pt x="12" y="90"/>
                    </a:lnTo>
                    <a:lnTo>
                      <a:pt x="12" y="90"/>
                    </a:lnTo>
                    <a:lnTo>
                      <a:pt x="10" y="90"/>
                    </a:lnTo>
                    <a:lnTo>
                      <a:pt x="10" y="90"/>
                    </a:lnTo>
                    <a:lnTo>
                      <a:pt x="10" y="90"/>
                    </a:lnTo>
                    <a:lnTo>
                      <a:pt x="10" y="88"/>
                    </a:lnTo>
                    <a:lnTo>
                      <a:pt x="10" y="88"/>
                    </a:lnTo>
                    <a:lnTo>
                      <a:pt x="10" y="88"/>
                    </a:lnTo>
                    <a:lnTo>
                      <a:pt x="10" y="85"/>
                    </a:lnTo>
                    <a:lnTo>
                      <a:pt x="10" y="85"/>
                    </a:lnTo>
                    <a:lnTo>
                      <a:pt x="10" y="83"/>
                    </a:lnTo>
                    <a:lnTo>
                      <a:pt x="10" y="83"/>
                    </a:lnTo>
                    <a:lnTo>
                      <a:pt x="10" y="85"/>
                    </a:lnTo>
                    <a:lnTo>
                      <a:pt x="7" y="85"/>
                    </a:lnTo>
                    <a:lnTo>
                      <a:pt x="7" y="83"/>
                    </a:lnTo>
                    <a:lnTo>
                      <a:pt x="7" y="83"/>
                    </a:lnTo>
                    <a:lnTo>
                      <a:pt x="10" y="83"/>
                    </a:lnTo>
                    <a:lnTo>
                      <a:pt x="10" y="81"/>
                    </a:lnTo>
                    <a:lnTo>
                      <a:pt x="7" y="81"/>
                    </a:lnTo>
                    <a:lnTo>
                      <a:pt x="7" y="81"/>
                    </a:lnTo>
                    <a:lnTo>
                      <a:pt x="5" y="81"/>
                    </a:lnTo>
                    <a:lnTo>
                      <a:pt x="5" y="81"/>
                    </a:lnTo>
                    <a:lnTo>
                      <a:pt x="5" y="81"/>
                    </a:lnTo>
                    <a:lnTo>
                      <a:pt x="5" y="81"/>
                    </a:lnTo>
                    <a:lnTo>
                      <a:pt x="5" y="78"/>
                    </a:lnTo>
                    <a:lnTo>
                      <a:pt x="2" y="78"/>
                    </a:lnTo>
                    <a:lnTo>
                      <a:pt x="2" y="81"/>
                    </a:lnTo>
                    <a:lnTo>
                      <a:pt x="2" y="81"/>
                    </a:lnTo>
                    <a:lnTo>
                      <a:pt x="2" y="81"/>
                    </a:lnTo>
                    <a:lnTo>
                      <a:pt x="2" y="83"/>
                    </a:lnTo>
                    <a:lnTo>
                      <a:pt x="2" y="83"/>
                    </a:lnTo>
                    <a:lnTo>
                      <a:pt x="2" y="81"/>
                    </a:lnTo>
                    <a:lnTo>
                      <a:pt x="0" y="81"/>
                    </a:lnTo>
                    <a:lnTo>
                      <a:pt x="0" y="81"/>
                    </a:lnTo>
                    <a:lnTo>
                      <a:pt x="2" y="81"/>
                    </a:lnTo>
                    <a:lnTo>
                      <a:pt x="2" y="78"/>
                    </a:lnTo>
                    <a:lnTo>
                      <a:pt x="2" y="78"/>
                    </a:lnTo>
                    <a:lnTo>
                      <a:pt x="2" y="78"/>
                    </a:lnTo>
                    <a:lnTo>
                      <a:pt x="2" y="78"/>
                    </a:lnTo>
                    <a:lnTo>
                      <a:pt x="2" y="78"/>
                    </a:lnTo>
                    <a:lnTo>
                      <a:pt x="5" y="78"/>
                    </a:lnTo>
                    <a:lnTo>
                      <a:pt x="5" y="76"/>
                    </a:lnTo>
                    <a:lnTo>
                      <a:pt x="5" y="76"/>
                    </a:lnTo>
                    <a:lnTo>
                      <a:pt x="5" y="76"/>
                    </a:lnTo>
                    <a:lnTo>
                      <a:pt x="5" y="76"/>
                    </a:lnTo>
                    <a:lnTo>
                      <a:pt x="5" y="73"/>
                    </a:lnTo>
                    <a:lnTo>
                      <a:pt x="5" y="73"/>
                    </a:lnTo>
                    <a:lnTo>
                      <a:pt x="5" y="73"/>
                    </a:lnTo>
                    <a:lnTo>
                      <a:pt x="5" y="73"/>
                    </a:lnTo>
                    <a:lnTo>
                      <a:pt x="5" y="71"/>
                    </a:lnTo>
                    <a:lnTo>
                      <a:pt x="7" y="71"/>
                    </a:lnTo>
                    <a:lnTo>
                      <a:pt x="7" y="71"/>
                    </a:lnTo>
                    <a:lnTo>
                      <a:pt x="7" y="71"/>
                    </a:lnTo>
                    <a:lnTo>
                      <a:pt x="10" y="71"/>
                    </a:lnTo>
                    <a:lnTo>
                      <a:pt x="10" y="69"/>
                    </a:lnTo>
                    <a:lnTo>
                      <a:pt x="10" y="69"/>
                    </a:lnTo>
                    <a:lnTo>
                      <a:pt x="10" y="69"/>
                    </a:lnTo>
                    <a:lnTo>
                      <a:pt x="10" y="69"/>
                    </a:lnTo>
                    <a:lnTo>
                      <a:pt x="12" y="69"/>
                    </a:lnTo>
                    <a:lnTo>
                      <a:pt x="12" y="69"/>
                    </a:lnTo>
                    <a:lnTo>
                      <a:pt x="12" y="69"/>
                    </a:lnTo>
                    <a:lnTo>
                      <a:pt x="12" y="69"/>
                    </a:lnTo>
                    <a:lnTo>
                      <a:pt x="12" y="66"/>
                    </a:lnTo>
                    <a:lnTo>
                      <a:pt x="14" y="66"/>
                    </a:lnTo>
                    <a:lnTo>
                      <a:pt x="14" y="66"/>
                    </a:lnTo>
                    <a:lnTo>
                      <a:pt x="14" y="66"/>
                    </a:lnTo>
                    <a:lnTo>
                      <a:pt x="17" y="66"/>
                    </a:lnTo>
                    <a:lnTo>
                      <a:pt x="17" y="64"/>
                    </a:lnTo>
                    <a:lnTo>
                      <a:pt x="17" y="64"/>
                    </a:lnTo>
                    <a:lnTo>
                      <a:pt x="17" y="64"/>
                    </a:lnTo>
                    <a:lnTo>
                      <a:pt x="19" y="64"/>
                    </a:lnTo>
                    <a:lnTo>
                      <a:pt x="19" y="64"/>
                    </a:lnTo>
                    <a:lnTo>
                      <a:pt x="19" y="64"/>
                    </a:lnTo>
                    <a:lnTo>
                      <a:pt x="19" y="64"/>
                    </a:lnTo>
                    <a:lnTo>
                      <a:pt x="19" y="62"/>
                    </a:lnTo>
                    <a:lnTo>
                      <a:pt x="19" y="62"/>
                    </a:lnTo>
                    <a:lnTo>
                      <a:pt x="21" y="62"/>
                    </a:lnTo>
                    <a:lnTo>
                      <a:pt x="21" y="62"/>
                    </a:lnTo>
                    <a:lnTo>
                      <a:pt x="21" y="62"/>
                    </a:lnTo>
                    <a:lnTo>
                      <a:pt x="21" y="62"/>
                    </a:lnTo>
                    <a:lnTo>
                      <a:pt x="21" y="59"/>
                    </a:lnTo>
                    <a:lnTo>
                      <a:pt x="24" y="59"/>
                    </a:lnTo>
                    <a:lnTo>
                      <a:pt x="24" y="59"/>
                    </a:lnTo>
                    <a:lnTo>
                      <a:pt x="24" y="59"/>
                    </a:lnTo>
                    <a:lnTo>
                      <a:pt x="26" y="59"/>
                    </a:lnTo>
                    <a:lnTo>
                      <a:pt x="26" y="59"/>
                    </a:lnTo>
                    <a:lnTo>
                      <a:pt x="29" y="59"/>
                    </a:lnTo>
                    <a:lnTo>
                      <a:pt x="29" y="59"/>
                    </a:lnTo>
                    <a:lnTo>
                      <a:pt x="29" y="59"/>
                    </a:lnTo>
                    <a:lnTo>
                      <a:pt x="29" y="57"/>
                    </a:lnTo>
                    <a:lnTo>
                      <a:pt x="29" y="57"/>
                    </a:lnTo>
                    <a:lnTo>
                      <a:pt x="31" y="57"/>
                    </a:lnTo>
                    <a:lnTo>
                      <a:pt x="31" y="57"/>
                    </a:lnTo>
                    <a:lnTo>
                      <a:pt x="31" y="57"/>
                    </a:lnTo>
                    <a:lnTo>
                      <a:pt x="31" y="57"/>
                    </a:lnTo>
                    <a:lnTo>
                      <a:pt x="33" y="57"/>
                    </a:lnTo>
                    <a:lnTo>
                      <a:pt x="33" y="57"/>
                    </a:lnTo>
                    <a:lnTo>
                      <a:pt x="33" y="55"/>
                    </a:lnTo>
                    <a:lnTo>
                      <a:pt x="33" y="55"/>
                    </a:lnTo>
                    <a:lnTo>
                      <a:pt x="33" y="55"/>
                    </a:lnTo>
                    <a:lnTo>
                      <a:pt x="36" y="55"/>
                    </a:lnTo>
                    <a:lnTo>
                      <a:pt x="36" y="55"/>
                    </a:lnTo>
                    <a:lnTo>
                      <a:pt x="36" y="55"/>
                    </a:lnTo>
                    <a:lnTo>
                      <a:pt x="38" y="55"/>
                    </a:lnTo>
                    <a:lnTo>
                      <a:pt x="38" y="55"/>
                    </a:lnTo>
                    <a:lnTo>
                      <a:pt x="38" y="55"/>
                    </a:lnTo>
                    <a:lnTo>
                      <a:pt x="40" y="55"/>
                    </a:lnTo>
                    <a:lnTo>
                      <a:pt x="40" y="52"/>
                    </a:lnTo>
                    <a:lnTo>
                      <a:pt x="40" y="52"/>
                    </a:lnTo>
                    <a:lnTo>
                      <a:pt x="40" y="52"/>
                    </a:lnTo>
                    <a:lnTo>
                      <a:pt x="43" y="52"/>
                    </a:lnTo>
                    <a:lnTo>
                      <a:pt x="43" y="50"/>
                    </a:lnTo>
                    <a:lnTo>
                      <a:pt x="43" y="50"/>
                    </a:lnTo>
                    <a:lnTo>
                      <a:pt x="43" y="50"/>
                    </a:lnTo>
                    <a:lnTo>
                      <a:pt x="43" y="47"/>
                    </a:lnTo>
                    <a:lnTo>
                      <a:pt x="43" y="47"/>
                    </a:lnTo>
                    <a:lnTo>
                      <a:pt x="43" y="47"/>
                    </a:lnTo>
                    <a:lnTo>
                      <a:pt x="45" y="47"/>
                    </a:lnTo>
                    <a:lnTo>
                      <a:pt x="45" y="47"/>
                    </a:lnTo>
                    <a:lnTo>
                      <a:pt x="45" y="47"/>
                    </a:lnTo>
                    <a:lnTo>
                      <a:pt x="45" y="47"/>
                    </a:lnTo>
                    <a:lnTo>
                      <a:pt x="45" y="45"/>
                    </a:lnTo>
                    <a:lnTo>
                      <a:pt x="47" y="45"/>
                    </a:lnTo>
                    <a:lnTo>
                      <a:pt x="47" y="45"/>
                    </a:lnTo>
                    <a:lnTo>
                      <a:pt x="47" y="45"/>
                    </a:lnTo>
                    <a:lnTo>
                      <a:pt x="47" y="43"/>
                    </a:lnTo>
                    <a:lnTo>
                      <a:pt x="50" y="43"/>
                    </a:lnTo>
                    <a:lnTo>
                      <a:pt x="50" y="43"/>
                    </a:lnTo>
                    <a:lnTo>
                      <a:pt x="50" y="43"/>
                    </a:lnTo>
                    <a:lnTo>
                      <a:pt x="50" y="40"/>
                    </a:lnTo>
                    <a:lnTo>
                      <a:pt x="50" y="40"/>
                    </a:lnTo>
                    <a:lnTo>
                      <a:pt x="50" y="40"/>
                    </a:lnTo>
                    <a:lnTo>
                      <a:pt x="50" y="38"/>
                    </a:lnTo>
                    <a:lnTo>
                      <a:pt x="52" y="38"/>
                    </a:lnTo>
                    <a:lnTo>
                      <a:pt x="52" y="38"/>
                    </a:lnTo>
                    <a:lnTo>
                      <a:pt x="52" y="38"/>
                    </a:lnTo>
                    <a:lnTo>
                      <a:pt x="52" y="38"/>
                    </a:lnTo>
                    <a:lnTo>
                      <a:pt x="52" y="36"/>
                    </a:lnTo>
                    <a:lnTo>
                      <a:pt x="52" y="36"/>
                    </a:lnTo>
                    <a:lnTo>
                      <a:pt x="55" y="36"/>
                    </a:lnTo>
                    <a:lnTo>
                      <a:pt x="55" y="33"/>
                    </a:lnTo>
                    <a:lnTo>
                      <a:pt x="55" y="33"/>
                    </a:lnTo>
                    <a:lnTo>
                      <a:pt x="55" y="33"/>
                    </a:lnTo>
                    <a:lnTo>
                      <a:pt x="55" y="33"/>
                    </a:lnTo>
                    <a:lnTo>
                      <a:pt x="55" y="31"/>
                    </a:lnTo>
                    <a:lnTo>
                      <a:pt x="57" y="31"/>
                    </a:lnTo>
                    <a:lnTo>
                      <a:pt x="57" y="33"/>
                    </a:lnTo>
                    <a:lnTo>
                      <a:pt x="57" y="33"/>
                    </a:lnTo>
                    <a:lnTo>
                      <a:pt x="57" y="31"/>
                    </a:lnTo>
                    <a:lnTo>
                      <a:pt x="57" y="31"/>
                    </a:lnTo>
                    <a:lnTo>
                      <a:pt x="59" y="31"/>
                    </a:lnTo>
                    <a:lnTo>
                      <a:pt x="59" y="31"/>
                    </a:lnTo>
                    <a:lnTo>
                      <a:pt x="59" y="31"/>
                    </a:lnTo>
                    <a:lnTo>
                      <a:pt x="62" y="31"/>
                    </a:lnTo>
                    <a:lnTo>
                      <a:pt x="62" y="31"/>
                    </a:lnTo>
                    <a:lnTo>
                      <a:pt x="62" y="31"/>
                    </a:lnTo>
                    <a:lnTo>
                      <a:pt x="62" y="31"/>
                    </a:lnTo>
                    <a:lnTo>
                      <a:pt x="62" y="33"/>
                    </a:lnTo>
                    <a:lnTo>
                      <a:pt x="62" y="33"/>
                    </a:lnTo>
                    <a:lnTo>
                      <a:pt x="64" y="33"/>
                    </a:lnTo>
                    <a:lnTo>
                      <a:pt x="64" y="36"/>
                    </a:lnTo>
                    <a:lnTo>
                      <a:pt x="64" y="36"/>
                    </a:lnTo>
                    <a:lnTo>
                      <a:pt x="64" y="36"/>
                    </a:lnTo>
                    <a:lnTo>
                      <a:pt x="64" y="38"/>
                    </a:lnTo>
                    <a:lnTo>
                      <a:pt x="64" y="38"/>
                    </a:lnTo>
                    <a:lnTo>
                      <a:pt x="66" y="38"/>
                    </a:lnTo>
                    <a:lnTo>
                      <a:pt x="66" y="38"/>
                    </a:lnTo>
                    <a:lnTo>
                      <a:pt x="66" y="38"/>
                    </a:lnTo>
                    <a:lnTo>
                      <a:pt x="69" y="38"/>
                    </a:lnTo>
                    <a:lnTo>
                      <a:pt x="69" y="38"/>
                    </a:lnTo>
                    <a:lnTo>
                      <a:pt x="69" y="38"/>
                    </a:lnTo>
                    <a:lnTo>
                      <a:pt x="69" y="38"/>
                    </a:lnTo>
                    <a:lnTo>
                      <a:pt x="71" y="38"/>
                    </a:lnTo>
                    <a:lnTo>
                      <a:pt x="71" y="38"/>
                    </a:lnTo>
                    <a:lnTo>
                      <a:pt x="71" y="38"/>
                    </a:lnTo>
                    <a:lnTo>
                      <a:pt x="73" y="38"/>
                    </a:lnTo>
                    <a:lnTo>
                      <a:pt x="73" y="38"/>
                    </a:lnTo>
                    <a:lnTo>
                      <a:pt x="73" y="40"/>
                    </a:lnTo>
                    <a:lnTo>
                      <a:pt x="76" y="40"/>
                    </a:lnTo>
                    <a:lnTo>
                      <a:pt x="76" y="40"/>
                    </a:lnTo>
                    <a:lnTo>
                      <a:pt x="76" y="40"/>
                    </a:lnTo>
                    <a:lnTo>
                      <a:pt x="78" y="40"/>
                    </a:lnTo>
                    <a:lnTo>
                      <a:pt x="78" y="40"/>
                    </a:lnTo>
                    <a:lnTo>
                      <a:pt x="78" y="40"/>
                    </a:lnTo>
                    <a:lnTo>
                      <a:pt x="81" y="40"/>
                    </a:lnTo>
                    <a:lnTo>
                      <a:pt x="81" y="40"/>
                    </a:lnTo>
                    <a:lnTo>
                      <a:pt x="81" y="38"/>
                    </a:lnTo>
                    <a:lnTo>
                      <a:pt x="83" y="38"/>
                    </a:lnTo>
                    <a:lnTo>
                      <a:pt x="83" y="40"/>
                    </a:lnTo>
                    <a:lnTo>
                      <a:pt x="83" y="40"/>
                    </a:lnTo>
                    <a:lnTo>
                      <a:pt x="83" y="40"/>
                    </a:lnTo>
                    <a:lnTo>
                      <a:pt x="83" y="40"/>
                    </a:lnTo>
                    <a:lnTo>
                      <a:pt x="85" y="40"/>
                    </a:lnTo>
                    <a:lnTo>
                      <a:pt x="85" y="40"/>
                    </a:lnTo>
                    <a:lnTo>
                      <a:pt x="85" y="40"/>
                    </a:lnTo>
                    <a:lnTo>
                      <a:pt x="85" y="40"/>
                    </a:lnTo>
                    <a:lnTo>
                      <a:pt x="88" y="40"/>
                    </a:lnTo>
                    <a:lnTo>
                      <a:pt x="88" y="38"/>
                    </a:lnTo>
                    <a:lnTo>
                      <a:pt x="88" y="38"/>
                    </a:lnTo>
                    <a:lnTo>
                      <a:pt x="88" y="38"/>
                    </a:lnTo>
                    <a:lnTo>
                      <a:pt x="90" y="38"/>
                    </a:lnTo>
                    <a:lnTo>
                      <a:pt x="90" y="38"/>
                    </a:lnTo>
                    <a:lnTo>
                      <a:pt x="90" y="36"/>
                    </a:lnTo>
                    <a:lnTo>
                      <a:pt x="90" y="36"/>
                    </a:lnTo>
                    <a:lnTo>
                      <a:pt x="90" y="33"/>
                    </a:lnTo>
                    <a:lnTo>
                      <a:pt x="88" y="33"/>
                    </a:lnTo>
                    <a:lnTo>
                      <a:pt x="88" y="33"/>
                    </a:lnTo>
                    <a:lnTo>
                      <a:pt x="88" y="33"/>
                    </a:lnTo>
                    <a:lnTo>
                      <a:pt x="85" y="33"/>
                    </a:lnTo>
                    <a:lnTo>
                      <a:pt x="85" y="33"/>
                    </a:lnTo>
                    <a:lnTo>
                      <a:pt x="85" y="31"/>
                    </a:lnTo>
                    <a:lnTo>
                      <a:pt x="85" y="31"/>
                    </a:lnTo>
                    <a:lnTo>
                      <a:pt x="85" y="31"/>
                    </a:lnTo>
                    <a:lnTo>
                      <a:pt x="85" y="28"/>
                    </a:lnTo>
                    <a:lnTo>
                      <a:pt x="85" y="28"/>
                    </a:lnTo>
                    <a:lnTo>
                      <a:pt x="85" y="28"/>
                    </a:lnTo>
                    <a:lnTo>
                      <a:pt x="85" y="26"/>
                    </a:lnTo>
                    <a:lnTo>
                      <a:pt x="85" y="26"/>
                    </a:lnTo>
                    <a:lnTo>
                      <a:pt x="85" y="26"/>
                    </a:lnTo>
                    <a:lnTo>
                      <a:pt x="85" y="26"/>
                    </a:lnTo>
                    <a:lnTo>
                      <a:pt x="88" y="26"/>
                    </a:lnTo>
                    <a:lnTo>
                      <a:pt x="88" y="26"/>
                    </a:lnTo>
                    <a:lnTo>
                      <a:pt x="88" y="24"/>
                    </a:lnTo>
                    <a:lnTo>
                      <a:pt x="90" y="24"/>
                    </a:lnTo>
                    <a:lnTo>
                      <a:pt x="90" y="24"/>
                    </a:lnTo>
                    <a:lnTo>
                      <a:pt x="90" y="24"/>
                    </a:lnTo>
                    <a:lnTo>
                      <a:pt x="92" y="24"/>
                    </a:lnTo>
                    <a:lnTo>
                      <a:pt x="92" y="24"/>
                    </a:lnTo>
                    <a:lnTo>
                      <a:pt x="92" y="26"/>
                    </a:lnTo>
                    <a:lnTo>
                      <a:pt x="95" y="26"/>
                    </a:lnTo>
                    <a:lnTo>
                      <a:pt x="95" y="26"/>
                    </a:lnTo>
                    <a:lnTo>
                      <a:pt x="95" y="26"/>
                    </a:lnTo>
                    <a:lnTo>
                      <a:pt x="95" y="24"/>
                    </a:lnTo>
                    <a:lnTo>
                      <a:pt x="97" y="24"/>
                    </a:lnTo>
                    <a:lnTo>
                      <a:pt x="97" y="24"/>
                    </a:lnTo>
                    <a:lnTo>
                      <a:pt x="97" y="26"/>
                    </a:lnTo>
                    <a:lnTo>
                      <a:pt x="97" y="26"/>
                    </a:lnTo>
                    <a:lnTo>
                      <a:pt x="97" y="24"/>
                    </a:lnTo>
                    <a:lnTo>
                      <a:pt x="100" y="24"/>
                    </a:lnTo>
                    <a:lnTo>
                      <a:pt x="100" y="24"/>
                    </a:lnTo>
                    <a:lnTo>
                      <a:pt x="102" y="24"/>
                    </a:lnTo>
                    <a:lnTo>
                      <a:pt x="102" y="26"/>
                    </a:lnTo>
                    <a:lnTo>
                      <a:pt x="102" y="26"/>
                    </a:lnTo>
                    <a:lnTo>
                      <a:pt x="102" y="26"/>
                    </a:lnTo>
                    <a:lnTo>
                      <a:pt x="104" y="26"/>
                    </a:lnTo>
                    <a:lnTo>
                      <a:pt x="104" y="24"/>
                    </a:lnTo>
                    <a:lnTo>
                      <a:pt x="104" y="24"/>
                    </a:lnTo>
                    <a:lnTo>
                      <a:pt x="104" y="24"/>
                    </a:lnTo>
                    <a:lnTo>
                      <a:pt x="104" y="24"/>
                    </a:lnTo>
                    <a:lnTo>
                      <a:pt x="104" y="21"/>
                    </a:lnTo>
                    <a:lnTo>
                      <a:pt x="107" y="21"/>
                    </a:lnTo>
                    <a:lnTo>
                      <a:pt x="107" y="21"/>
                    </a:lnTo>
                    <a:lnTo>
                      <a:pt x="107" y="21"/>
                    </a:lnTo>
                    <a:lnTo>
                      <a:pt x="109" y="21"/>
                    </a:lnTo>
                    <a:lnTo>
                      <a:pt x="109" y="19"/>
                    </a:lnTo>
                    <a:lnTo>
                      <a:pt x="109" y="19"/>
                    </a:lnTo>
                    <a:lnTo>
                      <a:pt x="109" y="19"/>
                    </a:lnTo>
                    <a:lnTo>
                      <a:pt x="109" y="19"/>
                    </a:lnTo>
                    <a:lnTo>
                      <a:pt x="109" y="19"/>
                    </a:lnTo>
                    <a:lnTo>
                      <a:pt x="109" y="17"/>
                    </a:lnTo>
                    <a:lnTo>
                      <a:pt x="109" y="17"/>
                    </a:lnTo>
                    <a:lnTo>
                      <a:pt x="111" y="17"/>
                    </a:lnTo>
                    <a:lnTo>
                      <a:pt x="111" y="14"/>
                    </a:lnTo>
                    <a:lnTo>
                      <a:pt x="111" y="14"/>
                    </a:lnTo>
                    <a:lnTo>
                      <a:pt x="111" y="14"/>
                    </a:lnTo>
                    <a:lnTo>
                      <a:pt x="111" y="14"/>
                    </a:lnTo>
                    <a:lnTo>
                      <a:pt x="114" y="14"/>
                    </a:lnTo>
                    <a:lnTo>
                      <a:pt x="114" y="14"/>
                    </a:lnTo>
                    <a:lnTo>
                      <a:pt x="114" y="14"/>
                    </a:lnTo>
                    <a:lnTo>
                      <a:pt x="116" y="14"/>
                    </a:lnTo>
                    <a:lnTo>
                      <a:pt x="116" y="17"/>
                    </a:lnTo>
                    <a:lnTo>
                      <a:pt x="116" y="17"/>
                    </a:lnTo>
                    <a:lnTo>
                      <a:pt x="116" y="17"/>
                    </a:lnTo>
                    <a:lnTo>
                      <a:pt x="116" y="14"/>
                    </a:lnTo>
                    <a:lnTo>
                      <a:pt x="116" y="14"/>
                    </a:lnTo>
                    <a:lnTo>
                      <a:pt x="118" y="14"/>
                    </a:lnTo>
                    <a:lnTo>
                      <a:pt x="118" y="14"/>
                    </a:lnTo>
                    <a:lnTo>
                      <a:pt x="118" y="14"/>
                    </a:lnTo>
                    <a:lnTo>
                      <a:pt x="118" y="14"/>
                    </a:lnTo>
                    <a:lnTo>
                      <a:pt x="118" y="14"/>
                    </a:lnTo>
                    <a:lnTo>
                      <a:pt x="121" y="14"/>
                    </a:lnTo>
                    <a:lnTo>
                      <a:pt x="121" y="12"/>
                    </a:lnTo>
                    <a:lnTo>
                      <a:pt x="121" y="12"/>
                    </a:lnTo>
                    <a:lnTo>
                      <a:pt x="121" y="10"/>
                    </a:lnTo>
                    <a:lnTo>
                      <a:pt x="121" y="10"/>
                    </a:lnTo>
                    <a:lnTo>
                      <a:pt x="121" y="10"/>
                    </a:lnTo>
                    <a:lnTo>
                      <a:pt x="121" y="10"/>
                    </a:lnTo>
                    <a:lnTo>
                      <a:pt x="121" y="7"/>
                    </a:lnTo>
                    <a:lnTo>
                      <a:pt x="121" y="7"/>
                    </a:lnTo>
                    <a:lnTo>
                      <a:pt x="121" y="7"/>
                    </a:lnTo>
                    <a:lnTo>
                      <a:pt x="121" y="7"/>
                    </a:lnTo>
                    <a:lnTo>
                      <a:pt x="121" y="5"/>
                    </a:lnTo>
                    <a:lnTo>
                      <a:pt x="121" y="5"/>
                    </a:lnTo>
                    <a:lnTo>
                      <a:pt x="123" y="5"/>
                    </a:lnTo>
                    <a:lnTo>
                      <a:pt x="123" y="2"/>
                    </a:lnTo>
                    <a:lnTo>
                      <a:pt x="123" y="2"/>
                    </a:lnTo>
                    <a:lnTo>
                      <a:pt x="123" y="0"/>
                    </a:lnTo>
                    <a:lnTo>
                      <a:pt x="123" y="0"/>
                    </a:lnTo>
                    <a:lnTo>
                      <a:pt x="123" y="0"/>
                    </a:lnTo>
                    <a:lnTo>
                      <a:pt x="123" y="0"/>
                    </a:lnTo>
                    <a:lnTo>
                      <a:pt x="126" y="0"/>
                    </a:lnTo>
                    <a:lnTo>
                      <a:pt x="126" y="0"/>
                    </a:lnTo>
                    <a:lnTo>
                      <a:pt x="126" y="0"/>
                    </a:lnTo>
                    <a:lnTo>
                      <a:pt x="128" y="0"/>
                    </a:lnTo>
                    <a:lnTo>
                      <a:pt x="128" y="0"/>
                    </a:lnTo>
                    <a:lnTo>
                      <a:pt x="128" y="0"/>
                    </a:lnTo>
                    <a:lnTo>
                      <a:pt x="128" y="0"/>
                    </a:lnTo>
                    <a:lnTo>
                      <a:pt x="128" y="0"/>
                    </a:lnTo>
                    <a:lnTo>
                      <a:pt x="128" y="2"/>
                    </a:lnTo>
                    <a:lnTo>
                      <a:pt x="130" y="2"/>
                    </a:lnTo>
                    <a:lnTo>
                      <a:pt x="130" y="2"/>
                    </a:lnTo>
                    <a:lnTo>
                      <a:pt x="130" y="2"/>
                    </a:lnTo>
                    <a:lnTo>
                      <a:pt x="130" y="2"/>
                    </a:lnTo>
                    <a:lnTo>
                      <a:pt x="130" y="5"/>
                    </a:lnTo>
                    <a:lnTo>
                      <a:pt x="130" y="5"/>
                    </a:lnTo>
                    <a:lnTo>
                      <a:pt x="130" y="7"/>
                    </a:lnTo>
                    <a:lnTo>
                      <a:pt x="130" y="7"/>
                    </a:lnTo>
                    <a:lnTo>
                      <a:pt x="133" y="7"/>
                    </a:lnTo>
                    <a:lnTo>
                      <a:pt x="133" y="10"/>
                    </a:lnTo>
                    <a:lnTo>
                      <a:pt x="133" y="10"/>
                    </a:lnTo>
                    <a:lnTo>
                      <a:pt x="133" y="10"/>
                    </a:lnTo>
                    <a:lnTo>
                      <a:pt x="135" y="10"/>
                    </a:lnTo>
                    <a:lnTo>
                      <a:pt x="135" y="10"/>
                    </a:lnTo>
                    <a:lnTo>
                      <a:pt x="135" y="10"/>
                    </a:lnTo>
                    <a:lnTo>
                      <a:pt x="135" y="12"/>
                    </a:lnTo>
                    <a:lnTo>
                      <a:pt x="135" y="12"/>
                    </a:lnTo>
                    <a:lnTo>
                      <a:pt x="135" y="10"/>
                    </a:lnTo>
                    <a:lnTo>
                      <a:pt x="135" y="10"/>
                    </a:lnTo>
                    <a:lnTo>
                      <a:pt x="137" y="10"/>
                    </a:lnTo>
                    <a:lnTo>
                      <a:pt x="137" y="10"/>
                    </a:lnTo>
                    <a:lnTo>
                      <a:pt x="137" y="12"/>
                    </a:lnTo>
                    <a:lnTo>
                      <a:pt x="137" y="12"/>
                    </a:lnTo>
                    <a:lnTo>
                      <a:pt x="137" y="12"/>
                    </a:lnTo>
                    <a:lnTo>
                      <a:pt x="137" y="14"/>
                    </a:lnTo>
                    <a:lnTo>
                      <a:pt x="137" y="14"/>
                    </a:lnTo>
                    <a:lnTo>
                      <a:pt x="137" y="14"/>
                    </a:lnTo>
                    <a:lnTo>
                      <a:pt x="140" y="14"/>
                    </a:lnTo>
                    <a:lnTo>
                      <a:pt x="140" y="14"/>
                    </a:lnTo>
                    <a:lnTo>
                      <a:pt x="140" y="17"/>
                    </a:lnTo>
                    <a:lnTo>
                      <a:pt x="140" y="17"/>
                    </a:lnTo>
                    <a:lnTo>
                      <a:pt x="140" y="19"/>
                    </a:lnTo>
                    <a:lnTo>
                      <a:pt x="140" y="19"/>
                    </a:lnTo>
                    <a:lnTo>
                      <a:pt x="140" y="19"/>
                    </a:lnTo>
                    <a:lnTo>
                      <a:pt x="137" y="19"/>
                    </a:lnTo>
                    <a:lnTo>
                      <a:pt x="137" y="19"/>
                    </a:lnTo>
                    <a:lnTo>
                      <a:pt x="137" y="19"/>
                    </a:lnTo>
                    <a:lnTo>
                      <a:pt x="137" y="19"/>
                    </a:lnTo>
                    <a:lnTo>
                      <a:pt x="135" y="19"/>
                    </a:lnTo>
                    <a:lnTo>
                      <a:pt x="135" y="19"/>
                    </a:lnTo>
                    <a:lnTo>
                      <a:pt x="135" y="19"/>
                    </a:lnTo>
                    <a:lnTo>
                      <a:pt x="135" y="19"/>
                    </a:lnTo>
                    <a:lnTo>
                      <a:pt x="135" y="19"/>
                    </a:lnTo>
                    <a:lnTo>
                      <a:pt x="133" y="19"/>
                    </a:lnTo>
                    <a:lnTo>
                      <a:pt x="133" y="21"/>
                    </a:lnTo>
                    <a:lnTo>
                      <a:pt x="133" y="21"/>
                    </a:lnTo>
                    <a:lnTo>
                      <a:pt x="133" y="21"/>
                    </a:lnTo>
                    <a:lnTo>
                      <a:pt x="130" y="21"/>
                    </a:lnTo>
                    <a:lnTo>
                      <a:pt x="130" y="21"/>
                    </a:lnTo>
                    <a:lnTo>
                      <a:pt x="130" y="24"/>
                    </a:lnTo>
                    <a:lnTo>
                      <a:pt x="130" y="24"/>
                    </a:lnTo>
                    <a:lnTo>
                      <a:pt x="130" y="24"/>
                    </a:lnTo>
                    <a:lnTo>
                      <a:pt x="128" y="24"/>
                    </a:lnTo>
                    <a:lnTo>
                      <a:pt x="128" y="24"/>
                    </a:lnTo>
                    <a:lnTo>
                      <a:pt x="128" y="26"/>
                    </a:lnTo>
                    <a:lnTo>
                      <a:pt x="128" y="26"/>
                    </a:lnTo>
                    <a:lnTo>
                      <a:pt x="128" y="26"/>
                    </a:lnTo>
                    <a:lnTo>
                      <a:pt x="126" y="26"/>
                    </a:lnTo>
                    <a:lnTo>
                      <a:pt x="126" y="28"/>
                    </a:lnTo>
                    <a:lnTo>
                      <a:pt x="126" y="28"/>
                    </a:lnTo>
                    <a:lnTo>
                      <a:pt x="126" y="28"/>
                    </a:lnTo>
                    <a:lnTo>
                      <a:pt x="123" y="28"/>
                    </a:lnTo>
                    <a:lnTo>
                      <a:pt x="123" y="28"/>
                    </a:lnTo>
                    <a:lnTo>
                      <a:pt x="123" y="31"/>
                    </a:lnTo>
                    <a:lnTo>
                      <a:pt x="123" y="31"/>
                    </a:lnTo>
                    <a:lnTo>
                      <a:pt x="123" y="31"/>
                    </a:lnTo>
                    <a:lnTo>
                      <a:pt x="123" y="31"/>
                    </a:lnTo>
                    <a:lnTo>
                      <a:pt x="121" y="31"/>
                    </a:lnTo>
                    <a:lnTo>
                      <a:pt x="121" y="33"/>
                    </a:lnTo>
                    <a:lnTo>
                      <a:pt x="121" y="33"/>
                    </a:lnTo>
                    <a:lnTo>
                      <a:pt x="121" y="33"/>
                    </a:lnTo>
                    <a:lnTo>
                      <a:pt x="118" y="33"/>
                    </a:lnTo>
                    <a:lnTo>
                      <a:pt x="118" y="36"/>
                    </a:lnTo>
                    <a:lnTo>
                      <a:pt x="118" y="36"/>
                    </a:lnTo>
                    <a:lnTo>
                      <a:pt x="118" y="38"/>
                    </a:lnTo>
                    <a:lnTo>
                      <a:pt x="118" y="38"/>
                    </a:lnTo>
                    <a:lnTo>
                      <a:pt x="118" y="38"/>
                    </a:lnTo>
                    <a:lnTo>
                      <a:pt x="118" y="38"/>
                    </a:lnTo>
                    <a:lnTo>
                      <a:pt x="118" y="38"/>
                    </a:lnTo>
                    <a:lnTo>
                      <a:pt x="121" y="38"/>
                    </a:lnTo>
                    <a:lnTo>
                      <a:pt x="121" y="40"/>
                    </a:lnTo>
                    <a:lnTo>
                      <a:pt x="121" y="40"/>
                    </a:lnTo>
                    <a:lnTo>
                      <a:pt x="123" y="40"/>
                    </a:lnTo>
                    <a:lnTo>
                      <a:pt x="123" y="40"/>
                    </a:lnTo>
                    <a:lnTo>
                      <a:pt x="123" y="43"/>
                    </a:lnTo>
                    <a:lnTo>
                      <a:pt x="123" y="43"/>
                    </a:lnTo>
                    <a:lnTo>
                      <a:pt x="121" y="43"/>
                    </a:lnTo>
                    <a:lnTo>
                      <a:pt x="121" y="45"/>
                    </a:lnTo>
                    <a:lnTo>
                      <a:pt x="121" y="45"/>
                    </a:lnTo>
                    <a:lnTo>
                      <a:pt x="121" y="45"/>
                    </a:lnTo>
                    <a:lnTo>
                      <a:pt x="121" y="47"/>
                    </a:lnTo>
                    <a:lnTo>
                      <a:pt x="121" y="47"/>
                    </a:lnTo>
                    <a:lnTo>
                      <a:pt x="121" y="47"/>
                    </a:lnTo>
                    <a:lnTo>
                      <a:pt x="121" y="50"/>
                    </a:lnTo>
                    <a:lnTo>
                      <a:pt x="121" y="50"/>
                    </a:lnTo>
                    <a:lnTo>
                      <a:pt x="121" y="52"/>
                    </a:lnTo>
                    <a:lnTo>
                      <a:pt x="121" y="52"/>
                    </a:lnTo>
                    <a:lnTo>
                      <a:pt x="121" y="52"/>
                    </a:lnTo>
                    <a:lnTo>
                      <a:pt x="121" y="55"/>
                    </a:lnTo>
                    <a:lnTo>
                      <a:pt x="121" y="55"/>
                    </a:lnTo>
                    <a:lnTo>
                      <a:pt x="121" y="55"/>
                    </a:lnTo>
                    <a:lnTo>
                      <a:pt x="121" y="57"/>
                    </a:lnTo>
                    <a:lnTo>
                      <a:pt x="118" y="57"/>
                    </a:lnTo>
                    <a:lnTo>
                      <a:pt x="118" y="57"/>
                    </a:lnTo>
                    <a:lnTo>
                      <a:pt x="118" y="57"/>
                    </a:lnTo>
                    <a:lnTo>
                      <a:pt x="118" y="55"/>
                    </a:lnTo>
                    <a:lnTo>
                      <a:pt x="116" y="55"/>
                    </a:lnTo>
                    <a:lnTo>
                      <a:pt x="116" y="57"/>
                    </a:lnTo>
                    <a:lnTo>
                      <a:pt x="116" y="57"/>
                    </a:lnTo>
                    <a:lnTo>
                      <a:pt x="116" y="57"/>
                    </a:lnTo>
                    <a:lnTo>
                      <a:pt x="116" y="57"/>
                    </a:lnTo>
                    <a:lnTo>
                      <a:pt x="114" y="57"/>
                    </a:lnTo>
                    <a:lnTo>
                      <a:pt x="114" y="57"/>
                    </a:lnTo>
                    <a:lnTo>
                      <a:pt x="114" y="57"/>
                    </a:lnTo>
                    <a:lnTo>
                      <a:pt x="111" y="57"/>
                    </a:lnTo>
                    <a:lnTo>
                      <a:pt x="111" y="57"/>
                    </a:lnTo>
                    <a:lnTo>
                      <a:pt x="111" y="59"/>
                    </a:lnTo>
                    <a:lnTo>
                      <a:pt x="111" y="59"/>
                    </a:lnTo>
                    <a:lnTo>
                      <a:pt x="109" y="59"/>
                    </a:lnTo>
                    <a:lnTo>
                      <a:pt x="109" y="59"/>
                    </a:lnTo>
                    <a:lnTo>
                      <a:pt x="109" y="59"/>
                    </a:lnTo>
                    <a:lnTo>
                      <a:pt x="109" y="62"/>
                    </a:lnTo>
                    <a:lnTo>
                      <a:pt x="109" y="62"/>
                    </a:lnTo>
                    <a:lnTo>
                      <a:pt x="109" y="62"/>
                    </a:lnTo>
                    <a:lnTo>
                      <a:pt x="109" y="64"/>
                    </a:lnTo>
                    <a:lnTo>
                      <a:pt x="107" y="64"/>
                    </a:lnTo>
                    <a:lnTo>
                      <a:pt x="107" y="64"/>
                    </a:lnTo>
                    <a:lnTo>
                      <a:pt x="107" y="64"/>
                    </a:lnTo>
                    <a:lnTo>
                      <a:pt x="104" y="64"/>
                    </a:lnTo>
                    <a:lnTo>
                      <a:pt x="104" y="64"/>
                    </a:lnTo>
                    <a:lnTo>
                      <a:pt x="104" y="66"/>
                    </a:lnTo>
                    <a:lnTo>
                      <a:pt x="104" y="66"/>
                    </a:lnTo>
                    <a:lnTo>
                      <a:pt x="104" y="66"/>
                    </a:lnTo>
                    <a:lnTo>
                      <a:pt x="102" y="66"/>
                    </a:lnTo>
                    <a:lnTo>
                      <a:pt x="102" y="66"/>
                    </a:lnTo>
                    <a:lnTo>
                      <a:pt x="102" y="69"/>
                    </a:lnTo>
                    <a:lnTo>
                      <a:pt x="102" y="69"/>
                    </a:lnTo>
                    <a:lnTo>
                      <a:pt x="100" y="69"/>
                    </a:lnTo>
                    <a:lnTo>
                      <a:pt x="100" y="69"/>
                    </a:lnTo>
                    <a:lnTo>
                      <a:pt x="97" y="69"/>
                    </a:lnTo>
                    <a:lnTo>
                      <a:pt x="97" y="69"/>
                    </a:lnTo>
                    <a:lnTo>
                      <a:pt x="97" y="69"/>
                    </a:lnTo>
                    <a:lnTo>
                      <a:pt x="97" y="69"/>
                    </a:lnTo>
                    <a:lnTo>
                      <a:pt x="97" y="69"/>
                    </a:lnTo>
                    <a:lnTo>
                      <a:pt x="97" y="71"/>
                    </a:lnTo>
                    <a:lnTo>
                      <a:pt x="97" y="71"/>
                    </a:lnTo>
                    <a:lnTo>
                      <a:pt x="97" y="71"/>
                    </a:lnTo>
                    <a:lnTo>
                      <a:pt x="97" y="71"/>
                    </a:lnTo>
                    <a:lnTo>
                      <a:pt x="95" y="71"/>
                    </a:lnTo>
                    <a:lnTo>
                      <a:pt x="95" y="73"/>
                    </a:lnTo>
                    <a:lnTo>
                      <a:pt x="95" y="73"/>
                    </a:lnTo>
                    <a:lnTo>
                      <a:pt x="95" y="73"/>
                    </a:lnTo>
                    <a:lnTo>
                      <a:pt x="95" y="73"/>
                    </a:lnTo>
                    <a:lnTo>
                      <a:pt x="92" y="73"/>
                    </a:lnTo>
                    <a:lnTo>
                      <a:pt x="92" y="73"/>
                    </a:lnTo>
                    <a:lnTo>
                      <a:pt x="90" y="73"/>
                    </a:lnTo>
                    <a:lnTo>
                      <a:pt x="90" y="76"/>
                    </a:lnTo>
                    <a:lnTo>
                      <a:pt x="90" y="76"/>
                    </a:lnTo>
                    <a:lnTo>
                      <a:pt x="90" y="76"/>
                    </a:lnTo>
                    <a:lnTo>
                      <a:pt x="90" y="76"/>
                    </a:lnTo>
                    <a:lnTo>
                      <a:pt x="88" y="76"/>
                    </a:lnTo>
                    <a:lnTo>
                      <a:pt x="88" y="78"/>
                    </a:lnTo>
                    <a:lnTo>
                      <a:pt x="88" y="78"/>
                    </a:lnTo>
                    <a:lnTo>
                      <a:pt x="85" y="78"/>
                    </a:lnTo>
                    <a:lnTo>
                      <a:pt x="85" y="78"/>
                    </a:lnTo>
                    <a:lnTo>
                      <a:pt x="85" y="76"/>
                    </a:lnTo>
                    <a:lnTo>
                      <a:pt x="85" y="76"/>
                    </a:lnTo>
                    <a:lnTo>
                      <a:pt x="83" y="76"/>
                    </a:lnTo>
                    <a:lnTo>
                      <a:pt x="83" y="76"/>
                    </a:lnTo>
                    <a:lnTo>
                      <a:pt x="83" y="76"/>
                    </a:lnTo>
                    <a:lnTo>
                      <a:pt x="83" y="78"/>
                    </a:lnTo>
                    <a:lnTo>
                      <a:pt x="81" y="78"/>
                    </a:lnTo>
                    <a:lnTo>
                      <a:pt x="81" y="78"/>
                    </a:lnTo>
                    <a:lnTo>
                      <a:pt x="81" y="78"/>
                    </a:lnTo>
                    <a:lnTo>
                      <a:pt x="81" y="78"/>
                    </a:lnTo>
                    <a:lnTo>
                      <a:pt x="78" y="78"/>
                    </a:lnTo>
                    <a:lnTo>
                      <a:pt x="78" y="81"/>
                    </a:lnTo>
                    <a:lnTo>
                      <a:pt x="78" y="81"/>
                    </a:lnTo>
                    <a:lnTo>
                      <a:pt x="78" y="81"/>
                    </a:lnTo>
                    <a:lnTo>
                      <a:pt x="76" y="81"/>
                    </a:lnTo>
                    <a:lnTo>
                      <a:pt x="76" y="81"/>
                    </a:lnTo>
                    <a:lnTo>
                      <a:pt x="76" y="81"/>
                    </a:lnTo>
                    <a:lnTo>
                      <a:pt x="76" y="81"/>
                    </a:lnTo>
                    <a:lnTo>
                      <a:pt x="73" y="81"/>
                    </a:lnTo>
                    <a:lnTo>
                      <a:pt x="73" y="83"/>
                    </a:lnTo>
                    <a:lnTo>
                      <a:pt x="73" y="83"/>
                    </a:lnTo>
                    <a:lnTo>
                      <a:pt x="73" y="83"/>
                    </a:lnTo>
                    <a:lnTo>
                      <a:pt x="71" y="83"/>
                    </a:lnTo>
                    <a:lnTo>
                      <a:pt x="71" y="85"/>
                    </a:lnTo>
                    <a:lnTo>
                      <a:pt x="73" y="85"/>
                    </a:lnTo>
                    <a:lnTo>
                      <a:pt x="73" y="85"/>
                    </a:lnTo>
                    <a:lnTo>
                      <a:pt x="73" y="85"/>
                    </a:lnTo>
                    <a:lnTo>
                      <a:pt x="73" y="88"/>
                    </a:lnTo>
                    <a:lnTo>
                      <a:pt x="73" y="88"/>
                    </a:lnTo>
                    <a:lnTo>
                      <a:pt x="73" y="88"/>
                    </a:lnTo>
                    <a:lnTo>
                      <a:pt x="73" y="88"/>
                    </a:lnTo>
                    <a:lnTo>
                      <a:pt x="73" y="90"/>
                    </a:lnTo>
                    <a:lnTo>
                      <a:pt x="73" y="90"/>
                    </a:lnTo>
                    <a:lnTo>
                      <a:pt x="73" y="90"/>
                    </a:lnTo>
                    <a:lnTo>
                      <a:pt x="73" y="92"/>
                    </a:lnTo>
                    <a:lnTo>
                      <a:pt x="73" y="92"/>
                    </a:lnTo>
                    <a:lnTo>
                      <a:pt x="73" y="95"/>
                    </a:lnTo>
                    <a:lnTo>
                      <a:pt x="73" y="9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68"/>
              <p:cNvSpPr>
                <a:spLocks/>
              </p:cNvSpPr>
              <p:nvPr/>
            </p:nvSpPr>
            <p:spPr bwMode="auto">
              <a:xfrm>
                <a:off x="3496" y="1663"/>
                <a:ext cx="140" cy="135"/>
              </a:xfrm>
              <a:custGeom>
                <a:avLst/>
                <a:gdLst/>
                <a:ahLst/>
                <a:cxnLst>
                  <a:cxn ang="0">
                    <a:pos x="78" y="97"/>
                  </a:cxn>
                  <a:cxn ang="0">
                    <a:pos x="83" y="104"/>
                  </a:cxn>
                  <a:cxn ang="0">
                    <a:pos x="90" y="109"/>
                  </a:cxn>
                  <a:cxn ang="0">
                    <a:pos x="85" y="116"/>
                  </a:cxn>
                  <a:cxn ang="0">
                    <a:pos x="78" y="119"/>
                  </a:cxn>
                  <a:cxn ang="0">
                    <a:pos x="69" y="119"/>
                  </a:cxn>
                  <a:cxn ang="0">
                    <a:pos x="62" y="121"/>
                  </a:cxn>
                  <a:cxn ang="0">
                    <a:pos x="55" y="128"/>
                  </a:cxn>
                  <a:cxn ang="0">
                    <a:pos x="50" y="130"/>
                  </a:cxn>
                  <a:cxn ang="0">
                    <a:pos x="43" y="133"/>
                  </a:cxn>
                  <a:cxn ang="0">
                    <a:pos x="36" y="128"/>
                  </a:cxn>
                  <a:cxn ang="0">
                    <a:pos x="33" y="130"/>
                  </a:cxn>
                  <a:cxn ang="0">
                    <a:pos x="26" y="135"/>
                  </a:cxn>
                  <a:cxn ang="0">
                    <a:pos x="19" y="133"/>
                  </a:cxn>
                  <a:cxn ang="0">
                    <a:pos x="21" y="128"/>
                  </a:cxn>
                  <a:cxn ang="0">
                    <a:pos x="10" y="126"/>
                  </a:cxn>
                  <a:cxn ang="0">
                    <a:pos x="17" y="116"/>
                  </a:cxn>
                  <a:cxn ang="0">
                    <a:pos x="17" y="111"/>
                  </a:cxn>
                  <a:cxn ang="0">
                    <a:pos x="19" y="111"/>
                  </a:cxn>
                  <a:cxn ang="0">
                    <a:pos x="21" y="107"/>
                  </a:cxn>
                  <a:cxn ang="0">
                    <a:pos x="24" y="97"/>
                  </a:cxn>
                  <a:cxn ang="0">
                    <a:pos x="24" y="88"/>
                  </a:cxn>
                  <a:cxn ang="0">
                    <a:pos x="17" y="88"/>
                  </a:cxn>
                  <a:cxn ang="0">
                    <a:pos x="12" y="90"/>
                  </a:cxn>
                  <a:cxn ang="0">
                    <a:pos x="7" y="85"/>
                  </a:cxn>
                  <a:cxn ang="0">
                    <a:pos x="2" y="81"/>
                  </a:cxn>
                  <a:cxn ang="0">
                    <a:pos x="2" y="78"/>
                  </a:cxn>
                  <a:cxn ang="0">
                    <a:pos x="7" y="71"/>
                  </a:cxn>
                  <a:cxn ang="0">
                    <a:pos x="14" y="66"/>
                  </a:cxn>
                  <a:cxn ang="0">
                    <a:pos x="21" y="62"/>
                  </a:cxn>
                  <a:cxn ang="0">
                    <a:pos x="31" y="57"/>
                  </a:cxn>
                  <a:cxn ang="0">
                    <a:pos x="38" y="55"/>
                  </a:cxn>
                  <a:cxn ang="0">
                    <a:pos x="45" y="47"/>
                  </a:cxn>
                  <a:cxn ang="0">
                    <a:pos x="50" y="40"/>
                  </a:cxn>
                  <a:cxn ang="0">
                    <a:pos x="55" y="33"/>
                  </a:cxn>
                  <a:cxn ang="0">
                    <a:pos x="62" y="31"/>
                  </a:cxn>
                  <a:cxn ang="0">
                    <a:pos x="69" y="38"/>
                  </a:cxn>
                  <a:cxn ang="0">
                    <a:pos x="78" y="40"/>
                  </a:cxn>
                  <a:cxn ang="0">
                    <a:pos x="85" y="40"/>
                  </a:cxn>
                  <a:cxn ang="0">
                    <a:pos x="85" y="33"/>
                  </a:cxn>
                  <a:cxn ang="0">
                    <a:pos x="88" y="26"/>
                  </a:cxn>
                  <a:cxn ang="0">
                    <a:pos x="97" y="24"/>
                  </a:cxn>
                  <a:cxn ang="0">
                    <a:pos x="104" y="24"/>
                  </a:cxn>
                  <a:cxn ang="0">
                    <a:pos x="109" y="17"/>
                  </a:cxn>
                  <a:cxn ang="0">
                    <a:pos x="116" y="14"/>
                  </a:cxn>
                  <a:cxn ang="0">
                    <a:pos x="121" y="10"/>
                  </a:cxn>
                  <a:cxn ang="0">
                    <a:pos x="123" y="0"/>
                  </a:cxn>
                  <a:cxn ang="0">
                    <a:pos x="130" y="2"/>
                  </a:cxn>
                  <a:cxn ang="0">
                    <a:pos x="135" y="12"/>
                  </a:cxn>
                  <a:cxn ang="0">
                    <a:pos x="140" y="17"/>
                  </a:cxn>
                  <a:cxn ang="0">
                    <a:pos x="135" y="19"/>
                  </a:cxn>
                  <a:cxn ang="0">
                    <a:pos x="128" y="26"/>
                  </a:cxn>
                  <a:cxn ang="0">
                    <a:pos x="121" y="33"/>
                  </a:cxn>
                  <a:cxn ang="0">
                    <a:pos x="121" y="40"/>
                  </a:cxn>
                  <a:cxn ang="0">
                    <a:pos x="121" y="50"/>
                  </a:cxn>
                  <a:cxn ang="0">
                    <a:pos x="116" y="57"/>
                  </a:cxn>
                  <a:cxn ang="0">
                    <a:pos x="109" y="59"/>
                  </a:cxn>
                  <a:cxn ang="0">
                    <a:pos x="102" y="66"/>
                  </a:cxn>
                  <a:cxn ang="0">
                    <a:pos x="97" y="71"/>
                  </a:cxn>
                  <a:cxn ang="0">
                    <a:pos x="90" y="76"/>
                  </a:cxn>
                  <a:cxn ang="0">
                    <a:pos x="81" y="78"/>
                  </a:cxn>
                  <a:cxn ang="0">
                    <a:pos x="73" y="83"/>
                  </a:cxn>
                  <a:cxn ang="0">
                    <a:pos x="73" y="90"/>
                  </a:cxn>
                </a:cxnLst>
                <a:rect l="0" t="0" r="r" b="b"/>
                <a:pathLst>
                  <a:path w="140" h="135">
                    <a:moveTo>
                      <a:pt x="73" y="95"/>
                    </a:moveTo>
                    <a:lnTo>
                      <a:pt x="73" y="95"/>
                    </a:lnTo>
                    <a:lnTo>
                      <a:pt x="73" y="97"/>
                    </a:lnTo>
                    <a:lnTo>
                      <a:pt x="71" y="97"/>
                    </a:lnTo>
                    <a:lnTo>
                      <a:pt x="71" y="97"/>
                    </a:lnTo>
                    <a:lnTo>
                      <a:pt x="73" y="97"/>
                    </a:lnTo>
                    <a:lnTo>
                      <a:pt x="73" y="97"/>
                    </a:lnTo>
                    <a:lnTo>
                      <a:pt x="76" y="97"/>
                    </a:lnTo>
                    <a:lnTo>
                      <a:pt x="76" y="97"/>
                    </a:lnTo>
                    <a:lnTo>
                      <a:pt x="76" y="97"/>
                    </a:lnTo>
                    <a:lnTo>
                      <a:pt x="76" y="97"/>
                    </a:lnTo>
                    <a:lnTo>
                      <a:pt x="76" y="97"/>
                    </a:lnTo>
                    <a:lnTo>
                      <a:pt x="78" y="97"/>
                    </a:lnTo>
                    <a:lnTo>
                      <a:pt x="78" y="97"/>
                    </a:lnTo>
                    <a:lnTo>
                      <a:pt x="78" y="97"/>
                    </a:lnTo>
                    <a:lnTo>
                      <a:pt x="78" y="100"/>
                    </a:lnTo>
                    <a:lnTo>
                      <a:pt x="78" y="100"/>
                    </a:lnTo>
                    <a:lnTo>
                      <a:pt x="78" y="100"/>
                    </a:lnTo>
                    <a:lnTo>
                      <a:pt x="81" y="100"/>
                    </a:lnTo>
                    <a:lnTo>
                      <a:pt x="81" y="102"/>
                    </a:lnTo>
                    <a:lnTo>
                      <a:pt x="81" y="102"/>
                    </a:lnTo>
                    <a:lnTo>
                      <a:pt x="81" y="102"/>
                    </a:lnTo>
                    <a:lnTo>
                      <a:pt x="83" y="102"/>
                    </a:lnTo>
                    <a:lnTo>
                      <a:pt x="83" y="104"/>
                    </a:lnTo>
                    <a:lnTo>
                      <a:pt x="83" y="104"/>
                    </a:lnTo>
                    <a:lnTo>
                      <a:pt x="83" y="104"/>
                    </a:lnTo>
                    <a:lnTo>
                      <a:pt x="83" y="104"/>
                    </a:lnTo>
                    <a:lnTo>
                      <a:pt x="85" y="104"/>
                    </a:lnTo>
                    <a:lnTo>
                      <a:pt x="85" y="104"/>
                    </a:lnTo>
                    <a:lnTo>
                      <a:pt x="85" y="107"/>
                    </a:lnTo>
                    <a:lnTo>
                      <a:pt x="85" y="107"/>
                    </a:lnTo>
                    <a:lnTo>
                      <a:pt x="85" y="107"/>
                    </a:lnTo>
                    <a:lnTo>
                      <a:pt x="88" y="107"/>
                    </a:lnTo>
                    <a:lnTo>
                      <a:pt x="88" y="107"/>
                    </a:lnTo>
                    <a:lnTo>
                      <a:pt x="88" y="107"/>
                    </a:lnTo>
                    <a:lnTo>
                      <a:pt x="90" y="107"/>
                    </a:lnTo>
                    <a:lnTo>
                      <a:pt x="90" y="107"/>
                    </a:lnTo>
                    <a:lnTo>
                      <a:pt x="90" y="109"/>
                    </a:lnTo>
                    <a:lnTo>
                      <a:pt x="90" y="109"/>
                    </a:lnTo>
                    <a:lnTo>
                      <a:pt x="90" y="109"/>
                    </a:lnTo>
                    <a:lnTo>
                      <a:pt x="90" y="111"/>
                    </a:lnTo>
                    <a:lnTo>
                      <a:pt x="90" y="111"/>
                    </a:lnTo>
                    <a:lnTo>
                      <a:pt x="90" y="111"/>
                    </a:lnTo>
                    <a:lnTo>
                      <a:pt x="90" y="114"/>
                    </a:lnTo>
                    <a:lnTo>
                      <a:pt x="90" y="114"/>
                    </a:lnTo>
                    <a:lnTo>
                      <a:pt x="90" y="114"/>
                    </a:lnTo>
                    <a:lnTo>
                      <a:pt x="90" y="116"/>
                    </a:lnTo>
                    <a:lnTo>
                      <a:pt x="90" y="116"/>
                    </a:lnTo>
                    <a:lnTo>
                      <a:pt x="88" y="116"/>
                    </a:lnTo>
                    <a:lnTo>
                      <a:pt x="88" y="116"/>
                    </a:lnTo>
                    <a:lnTo>
                      <a:pt x="88" y="116"/>
                    </a:lnTo>
                    <a:lnTo>
                      <a:pt x="85" y="116"/>
                    </a:lnTo>
                    <a:lnTo>
                      <a:pt x="85" y="119"/>
                    </a:lnTo>
                    <a:lnTo>
                      <a:pt x="85" y="119"/>
                    </a:lnTo>
                    <a:lnTo>
                      <a:pt x="85" y="119"/>
                    </a:lnTo>
                    <a:lnTo>
                      <a:pt x="85" y="119"/>
                    </a:lnTo>
                    <a:lnTo>
                      <a:pt x="83" y="119"/>
                    </a:lnTo>
                    <a:lnTo>
                      <a:pt x="83" y="119"/>
                    </a:lnTo>
                    <a:lnTo>
                      <a:pt x="83" y="119"/>
                    </a:lnTo>
                    <a:lnTo>
                      <a:pt x="83" y="119"/>
                    </a:lnTo>
                    <a:lnTo>
                      <a:pt x="81" y="119"/>
                    </a:lnTo>
                    <a:lnTo>
                      <a:pt x="81" y="119"/>
                    </a:lnTo>
                    <a:lnTo>
                      <a:pt x="81" y="119"/>
                    </a:lnTo>
                    <a:lnTo>
                      <a:pt x="78" y="119"/>
                    </a:lnTo>
                    <a:lnTo>
                      <a:pt x="78" y="119"/>
                    </a:lnTo>
                    <a:lnTo>
                      <a:pt x="78" y="119"/>
                    </a:lnTo>
                    <a:lnTo>
                      <a:pt x="78" y="119"/>
                    </a:lnTo>
                    <a:lnTo>
                      <a:pt x="76" y="119"/>
                    </a:lnTo>
                    <a:lnTo>
                      <a:pt x="76" y="119"/>
                    </a:lnTo>
                    <a:lnTo>
                      <a:pt x="76" y="119"/>
                    </a:lnTo>
                    <a:lnTo>
                      <a:pt x="73" y="119"/>
                    </a:lnTo>
                    <a:lnTo>
                      <a:pt x="73" y="119"/>
                    </a:lnTo>
                    <a:lnTo>
                      <a:pt x="73" y="119"/>
                    </a:lnTo>
                    <a:lnTo>
                      <a:pt x="71" y="119"/>
                    </a:lnTo>
                    <a:lnTo>
                      <a:pt x="71" y="119"/>
                    </a:lnTo>
                    <a:lnTo>
                      <a:pt x="71" y="119"/>
                    </a:lnTo>
                    <a:lnTo>
                      <a:pt x="71" y="119"/>
                    </a:lnTo>
                    <a:lnTo>
                      <a:pt x="69" y="119"/>
                    </a:lnTo>
                    <a:lnTo>
                      <a:pt x="69" y="119"/>
                    </a:lnTo>
                    <a:lnTo>
                      <a:pt x="69" y="119"/>
                    </a:lnTo>
                    <a:lnTo>
                      <a:pt x="66" y="119"/>
                    </a:lnTo>
                    <a:lnTo>
                      <a:pt x="66" y="119"/>
                    </a:lnTo>
                    <a:lnTo>
                      <a:pt x="66" y="119"/>
                    </a:lnTo>
                    <a:lnTo>
                      <a:pt x="64" y="119"/>
                    </a:lnTo>
                    <a:lnTo>
                      <a:pt x="64" y="119"/>
                    </a:lnTo>
                    <a:lnTo>
                      <a:pt x="64" y="119"/>
                    </a:lnTo>
                    <a:lnTo>
                      <a:pt x="64" y="121"/>
                    </a:lnTo>
                    <a:lnTo>
                      <a:pt x="62" y="121"/>
                    </a:lnTo>
                    <a:lnTo>
                      <a:pt x="62" y="121"/>
                    </a:lnTo>
                    <a:lnTo>
                      <a:pt x="62" y="121"/>
                    </a:lnTo>
                    <a:lnTo>
                      <a:pt x="62" y="121"/>
                    </a:lnTo>
                    <a:lnTo>
                      <a:pt x="62" y="123"/>
                    </a:lnTo>
                    <a:lnTo>
                      <a:pt x="62" y="123"/>
                    </a:lnTo>
                    <a:lnTo>
                      <a:pt x="59" y="123"/>
                    </a:lnTo>
                    <a:lnTo>
                      <a:pt x="59" y="126"/>
                    </a:lnTo>
                    <a:lnTo>
                      <a:pt x="59" y="126"/>
                    </a:lnTo>
                    <a:lnTo>
                      <a:pt x="59" y="126"/>
                    </a:lnTo>
                    <a:lnTo>
                      <a:pt x="57" y="126"/>
                    </a:lnTo>
                    <a:lnTo>
                      <a:pt x="57" y="128"/>
                    </a:lnTo>
                    <a:lnTo>
                      <a:pt x="57" y="128"/>
                    </a:lnTo>
                    <a:lnTo>
                      <a:pt x="57" y="128"/>
                    </a:lnTo>
                    <a:lnTo>
                      <a:pt x="57" y="128"/>
                    </a:lnTo>
                    <a:lnTo>
                      <a:pt x="55" y="128"/>
                    </a:lnTo>
                    <a:lnTo>
                      <a:pt x="55" y="128"/>
                    </a:lnTo>
                    <a:lnTo>
                      <a:pt x="55" y="130"/>
                    </a:lnTo>
                    <a:lnTo>
                      <a:pt x="55" y="130"/>
                    </a:lnTo>
                    <a:lnTo>
                      <a:pt x="55" y="130"/>
                    </a:lnTo>
                    <a:lnTo>
                      <a:pt x="55" y="133"/>
                    </a:lnTo>
                    <a:lnTo>
                      <a:pt x="55" y="133"/>
                    </a:lnTo>
                    <a:lnTo>
                      <a:pt x="55" y="133"/>
                    </a:lnTo>
                    <a:lnTo>
                      <a:pt x="52" y="133"/>
                    </a:lnTo>
                    <a:lnTo>
                      <a:pt x="52" y="133"/>
                    </a:lnTo>
                    <a:lnTo>
                      <a:pt x="52" y="133"/>
                    </a:lnTo>
                    <a:lnTo>
                      <a:pt x="50" y="133"/>
                    </a:lnTo>
                    <a:lnTo>
                      <a:pt x="50" y="133"/>
                    </a:lnTo>
                    <a:lnTo>
                      <a:pt x="50" y="130"/>
                    </a:lnTo>
                    <a:lnTo>
                      <a:pt x="50" y="130"/>
                    </a:lnTo>
                    <a:lnTo>
                      <a:pt x="47" y="130"/>
                    </a:lnTo>
                    <a:lnTo>
                      <a:pt x="47" y="130"/>
                    </a:lnTo>
                    <a:lnTo>
                      <a:pt x="45" y="130"/>
                    </a:lnTo>
                    <a:lnTo>
                      <a:pt x="45" y="130"/>
                    </a:lnTo>
                    <a:lnTo>
                      <a:pt x="45" y="130"/>
                    </a:lnTo>
                    <a:lnTo>
                      <a:pt x="45" y="133"/>
                    </a:lnTo>
                    <a:lnTo>
                      <a:pt x="43" y="133"/>
                    </a:lnTo>
                    <a:lnTo>
                      <a:pt x="43" y="133"/>
                    </a:lnTo>
                    <a:lnTo>
                      <a:pt x="43" y="135"/>
                    </a:lnTo>
                    <a:lnTo>
                      <a:pt x="43" y="135"/>
                    </a:lnTo>
                    <a:lnTo>
                      <a:pt x="43" y="135"/>
                    </a:lnTo>
                    <a:lnTo>
                      <a:pt x="43" y="133"/>
                    </a:lnTo>
                    <a:lnTo>
                      <a:pt x="43" y="133"/>
                    </a:lnTo>
                    <a:lnTo>
                      <a:pt x="40" y="133"/>
                    </a:lnTo>
                    <a:lnTo>
                      <a:pt x="40" y="130"/>
                    </a:lnTo>
                    <a:lnTo>
                      <a:pt x="40" y="130"/>
                    </a:lnTo>
                    <a:lnTo>
                      <a:pt x="40" y="133"/>
                    </a:lnTo>
                    <a:lnTo>
                      <a:pt x="38" y="133"/>
                    </a:lnTo>
                    <a:lnTo>
                      <a:pt x="38" y="133"/>
                    </a:lnTo>
                    <a:lnTo>
                      <a:pt x="38" y="133"/>
                    </a:lnTo>
                    <a:lnTo>
                      <a:pt x="38" y="133"/>
                    </a:lnTo>
                    <a:lnTo>
                      <a:pt x="38" y="133"/>
                    </a:lnTo>
                    <a:lnTo>
                      <a:pt x="38" y="130"/>
                    </a:lnTo>
                    <a:lnTo>
                      <a:pt x="38" y="130"/>
                    </a:lnTo>
                    <a:lnTo>
                      <a:pt x="36" y="130"/>
                    </a:lnTo>
                    <a:lnTo>
                      <a:pt x="36" y="128"/>
                    </a:lnTo>
                    <a:lnTo>
                      <a:pt x="36" y="128"/>
                    </a:lnTo>
                    <a:lnTo>
                      <a:pt x="36" y="128"/>
                    </a:lnTo>
                    <a:lnTo>
                      <a:pt x="36" y="128"/>
                    </a:lnTo>
                    <a:lnTo>
                      <a:pt x="36" y="128"/>
                    </a:lnTo>
                    <a:lnTo>
                      <a:pt x="36" y="130"/>
                    </a:lnTo>
                    <a:lnTo>
                      <a:pt x="36" y="130"/>
                    </a:lnTo>
                    <a:lnTo>
                      <a:pt x="36" y="130"/>
                    </a:lnTo>
                    <a:lnTo>
                      <a:pt x="36" y="133"/>
                    </a:lnTo>
                    <a:lnTo>
                      <a:pt x="36" y="133"/>
                    </a:lnTo>
                    <a:lnTo>
                      <a:pt x="33" y="133"/>
                    </a:lnTo>
                    <a:lnTo>
                      <a:pt x="33" y="130"/>
                    </a:lnTo>
                    <a:lnTo>
                      <a:pt x="33" y="130"/>
                    </a:lnTo>
                    <a:lnTo>
                      <a:pt x="33" y="130"/>
                    </a:lnTo>
                    <a:lnTo>
                      <a:pt x="33" y="130"/>
                    </a:lnTo>
                    <a:lnTo>
                      <a:pt x="33" y="133"/>
                    </a:lnTo>
                    <a:lnTo>
                      <a:pt x="31" y="133"/>
                    </a:lnTo>
                    <a:lnTo>
                      <a:pt x="31" y="133"/>
                    </a:lnTo>
                    <a:lnTo>
                      <a:pt x="31" y="133"/>
                    </a:lnTo>
                    <a:lnTo>
                      <a:pt x="31" y="133"/>
                    </a:lnTo>
                    <a:lnTo>
                      <a:pt x="29" y="133"/>
                    </a:lnTo>
                    <a:lnTo>
                      <a:pt x="29" y="135"/>
                    </a:lnTo>
                    <a:lnTo>
                      <a:pt x="29" y="135"/>
                    </a:lnTo>
                    <a:lnTo>
                      <a:pt x="29" y="135"/>
                    </a:lnTo>
                    <a:lnTo>
                      <a:pt x="26" y="135"/>
                    </a:lnTo>
                    <a:lnTo>
                      <a:pt x="26" y="135"/>
                    </a:lnTo>
                    <a:lnTo>
                      <a:pt x="26" y="135"/>
                    </a:lnTo>
                    <a:lnTo>
                      <a:pt x="24" y="135"/>
                    </a:lnTo>
                    <a:lnTo>
                      <a:pt x="24" y="135"/>
                    </a:lnTo>
                    <a:lnTo>
                      <a:pt x="24" y="135"/>
                    </a:lnTo>
                    <a:lnTo>
                      <a:pt x="24" y="135"/>
                    </a:lnTo>
                    <a:lnTo>
                      <a:pt x="24" y="133"/>
                    </a:lnTo>
                    <a:lnTo>
                      <a:pt x="21" y="133"/>
                    </a:lnTo>
                    <a:lnTo>
                      <a:pt x="21" y="133"/>
                    </a:lnTo>
                    <a:lnTo>
                      <a:pt x="21" y="133"/>
                    </a:lnTo>
                    <a:lnTo>
                      <a:pt x="21" y="130"/>
                    </a:lnTo>
                    <a:lnTo>
                      <a:pt x="21" y="130"/>
                    </a:lnTo>
                    <a:lnTo>
                      <a:pt x="21" y="133"/>
                    </a:lnTo>
                    <a:lnTo>
                      <a:pt x="19" y="133"/>
                    </a:lnTo>
                    <a:lnTo>
                      <a:pt x="19" y="133"/>
                    </a:lnTo>
                    <a:lnTo>
                      <a:pt x="17" y="133"/>
                    </a:lnTo>
                    <a:lnTo>
                      <a:pt x="17" y="130"/>
                    </a:lnTo>
                    <a:lnTo>
                      <a:pt x="19" y="130"/>
                    </a:lnTo>
                    <a:lnTo>
                      <a:pt x="19" y="130"/>
                    </a:lnTo>
                    <a:lnTo>
                      <a:pt x="17" y="130"/>
                    </a:lnTo>
                    <a:lnTo>
                      <a:pt x="17" y="130"/>
                    </a:lnTo>
                    <a:lnTo>
                      <a:pt x="17" y="128"/>
                    </a:lnTo>
                    <a:lnTo>
                      <a:pt x="17" y="128"/>
                    </a:lnTo>
                    <a:lnTo>
                      <a:pt x="17" y="128"/>
                    </a:lnTo>
                    <a:lnTo>
                      <a:pt x="19" y="128"/>
                    </a:lnTo>
                    <a:lnTo>
                      <a:pt x="19" y="128"/>
                    </a:lnTo>
                    <a:lnTo>
                      <a:pt x="19" y="128"/>
                    </a:lnTo>
                    <a:lnTo>
                      <a:pt x="21" y="128"/>
                    </a:lnTo>
                    <a:lnTo>
                      <a:pt x="21" y="126"/>
                    </a:lnTo>
                    <a:lnTo>
                      <a:pt x="19" y="126"/>
                    </a:lnTo>
                    <a:lnTo>
                      <a:pt x="19" y="126"/>
                    </a:lnTo>
                    <a:lnTo>
                      <a:pt x="17" y="126"/>
                    </a:lnTo>
                    <a:lnTo>
                      <a:pt x="17" y="126"/>
                    </a:lnTo>
                    <a:lnTo>
                      <a:pt x="17" y="126"/>
                    </a:lnTo>
                    <a:lnTo>
                      <a:pt x="17" y="126"/>
                    </a:lnTo>
                    <a:lnTo>
                      <a:pt x="14" y="126"/>
                    </a:lnTo>
                    <a:lnTo>
                      <a:pt x="14" y="126"/>
                    </a:lnTo>
                    <a:lnTo>
                      <a:pt x="12" y="126"/>
                    </a:lnTo>
                    <a:lnTo>
                      <a:pt x="12" y="126"/>
                    </a:lnTo>
                    <a:lnTo>
                      <a:pt x="12" y="126"/>
                    </a:lnTo>
                    <a:lnTo>
                      <a:pt x="10" y="126"/>
                    </a:lnTo>
                    <a:lnTo>
                      <a:pt x="10" y="123"/>
                    </a:lnTo>
                    <a:lnTo>
                      <a:pt x="10" y="123"/>
                    </a:lnTo>
                    <a:lnTo>
                      <a:pt x="12" y="123"/>
                    </a:lnTo>
                    <a:lnTo>
                      <a:pt x="12" y="123"/>
                    </a:lnTo>
                    <a:lnTo>
                      <a:pt x="12" y="123"/>
                    </a:lnTo>
                    <a:lnTo>
                      <a:pt x="12" y="121"/>
                    </a:lnTo>
                    <a:lnTo>
                      <a:pt x="14" y="121"/>
                    </a:lnTo>
                    <a:lnTo>
                      <a:pt x="14" y="121"/>
                    </a:lnTo>
                    <a:lnTo>
                      <a:pt x="14" y="121"/>
                    </a:lnTo>
                    <a:lnTo>
                      <a:pt x="14" y="119"/>
                    </a:lnTo>
                    <a:lnTo>
                      <a:pt x="14" y="119"/>
                    </a:lnTo>
                    <a:lnTo>
                      <a:pt x="14" y="116"/>
                    </a:lnTo>
                    <a:lnTo>
                      <a:pt x="17" y="116"/>
                    </a:lnTo>
                    <a:lnTo>
                      <a:pt x="17" y="116"/>
                    </a:lnTo>
                    <a:lnTo>
                      <a:pt x="17" y="116"/>
                    </a:lnTo>
                    <a:lnTo>
                      <a:pt x="17" y="116"/>
                    </a:lnTo>
                    <a:lnTo>
                      <a:pt x="17" y="116"/>
                    </a:lnTo>
                    <a:lnTo>
                      <a:pt x="14" y="116"/>
                    </a:lnTo>
                    <a:lnTo>
                      <a:pt x="14" y="114"/>
                    </a:lnTo>
                    <a:lnTo>
                      <a:pt x="14" y="114"/>
                    </a:lnTo>
                    <a:lnTo>
                      <a:pt x="12" y="114"/>
                    </a:lnTo>
                    <a:lnTo>
                      <a:pt x="12" y="114"/>
                    </a:lnTo>
                    <a:lnTo>
                      <a:pt x="14" y="114"/>
                    </a:lnTo>
                    <a:lnTo>
                      <a:pt x="14" y="111"/>
                    </a:lnTo>
                    <a:lnTo>
                      <a:pt x="14" y="111"/>
                    </a:lnTo>
                    <a:lnTo>
                      <a:pt x="17" y="111"/>
                    </a:lnTo>
                    <a:lnTo>
                      <a:pt x="17" y="114"/>
                    </a:lnTo>
                    <a:lnTo>
                      <a:pt x="17" y="114"/>
                    </a:lnTo>
                    <a:lnTo>
                      <a:pt x="17" y="114"/>
                    </a:lnTo>
                    <a:lnTo>
                      <a:pt x="17" y="114"/>
                    </a:lnTo>
                    <a:lnTo>
                      <a:pt x="17" y="114"/>
                    </a:lnTo>
                    <a:lnTo>
                      <a:pt x="17" y="111"/>
                    </a:lnTo>
                    <a:lnTo>
                      <a:pt x="17" y="111"/>
                    </a:lnTo>
                    <a:lnTo>
                      <a:pt x="17" y="109"/>
                    </a:lnTo>
                    <a:lnTo>
                      <a:pt x="17" y="109"/>
                    </a:lnTo>
                    <a:lnTo>
                      <a:pt x="19" y="109"/>
                    </a:lnTo>
                    <a:lnTo>
                      <a:pt x="19" y="109"/>
                    </a:lnTo>
                    <a:lnTo>
                      <a:pt x="19" y="109"/>
                    </a:lnTo>
                    <a:lnTo>
                      <a:pt x="19" y="111"/>
                    </a:lnTo>
                    <a:lnTo>
                      <a:pt x="21" y="111"/>
                    </a:lnTo>
                    <a:lnTo>
                      <a:pt x="21" y="109"/>
                    </a:lnTo>
                    <a:lnTo>
                      <a:pt x="21" y="109"/>
                    </a:lnTo>
                    <a:lnTo>
                      <a:pt x="21" y="109"/>
                    </a:lnTo>
                    <a:lnTo>
                      <a:pt x="21" y="109"/>
                    </a:lnTo>
                    <a:lnTo>
                      <a:pt x="21" y="109"/>
                    </a:lnTo>
                    <a:lnTo>
                      <a:pt x="24" y="109"/>
                    </a:lnTo>
                    <a:lnTo>
                      <a:pt x="24" y="109"/>
                    </a:lnTo>
                    <a:lnTo>
                      <a:pt x="24" y="107"/>
                    </a:lnTo>
                    <a:lnTo>
                      <a:pt x="21" y="107"/>
                    </a:lnTo>
                    <a:lnTo>
                      <a:pt x="21" y="107"/>
                    </a:lnTo>
                    <a:lnTo>
                      <a:pt x="21" y="107"/>
                    </a:lnTo>
                    <a:lnTo>
                      <a:pt x="21" y="107"/>
                    </a:lnTo>
                    <a:lnTo>
                      <a:pt x="21" y="104"/>
                    </a:lnTo>
                    <a:lnTo>
                      <a:pt x="21" y="104"/>
                    </a:lnTo>
                    <a:lnTo>
                      <a:pt x="21" y="104"/>
                    </a:lnTo>
                    <a:lnTo>
                      <a:pt x="21" y="102"/>
                    </a:lnTo>
                    <a:lnTo>
                      <a:pt x="21" y="102"/>
                    </a:lnTo>
                    <a:lnTo>
                      <a:pt x="24" y="102"/>
                    </a:lnTo>
                    <a:lnTo>
                      <a:pt x="24" y="100"/>
                    </a:lnTo>
                    <a:lnTo>
                      <a:pt x="24" y="100"/>
                    </a:lnTo>
                    <a:lnTo>
                      <a:pt x="24" y="100"/>
                    </a:lnTo>
                    <a:lnTo>
                      <a:pt x="24" y="97"/>
                    </a:lnTo>
                    <a:lnTo>
                      <a:pt x="24" y="97"/>
                    </a:lnTo>
                    <a:lnTo>
                      <a:pt x="24" y="97"/>
                    </a:lnTo>
                    <a:lnTo>
                      <a:pt x="24" y="97"/>
                    </a:lnTo>
                    <a:lnTo>
                      <a:pt x="26" y="97"/>
                    </a:lnTo>
                    <a:lnTo>
                      <a:pt x="26" y="95"/>
                    </a:lnTo>
                    <a:lnTo>
                      <a:pt x="26" y="95"/>
                    </a:lnTo>
                    <a:lnTo>
                      <a:pt x="26" y="95"/>
                    </a:lnTo>
                    <a:lnTo>
                      <a:pt x="26" y="92"/>
                    </a:lnTo>
                    <a:lnTo>
                      <a:pt x="26" y="92"/>
                    </a:lnTo>
                    <a:lnTo>
                      <a:pt x="26" y="92"/>
                    </a:lnTo>
                    <a:lnTo>
                      <a:pt x="26" y="90"/>
                    </a:lnTo>
                    <a:lnTo>
                      <a:pt x="26" y="90"/>
                    </a:lnTo>
                    <a:lnTo>
                      <a:pt x="26" y="88"/>
                    </a:lnTo>
                    <a:lnTo>
                      <a:pt x="24" y="88"/>
                    </a:lnTo>
                    <a:lnTo>
                      <a:pt x="24" y="88"/>
                    </a:lnTo>
                    <a:lnTo>
                      <a:pt x="24" y="88"/>
                    </a:lnTo>
                    <a:lnTo>
                      <a:pt x="24" y="88"/>
                    </a:lnTo>
                    <a:lnTo>
                      <a:pt x="24" y="88"/>
                    </a:lnTo>
                    <a:lnTo>
                      <a:pt x="21" y="88"/>
                    </a:lnTo>
                    <a:lnTo>
                      <a:pt x="21" y="88"/>
                    </a:lnTo>
                    <a:lnTo>
                      <a:pt x="21" y="88"/>
                    </a:lnTo>
                    <a:lnTo>
                      <a:pt x="21" y="88"/>
                    </a:lnTo>
                    <a:lnTo>
                      <a:pt x="21" y="88"/>
                    </a:lnTo>
                    <a:lnTo>
                      <a:pt x="19" y="88"/>
                    </a:lnTo>
                    <a:lnTo>
                      <a:pt x="19" y="88"/>
                    </a:lnTo>
                    <a:lnTo>
                      <a:pt x="19" y="85"/>
                    </a:lnTo>
                    <a:lnTo>
                      <a:pt x="17" y="85"/>
                    </a:lnTo>
                    <a:lnTo>
                      <a:pt x="17" y="88"/>
                    </a:lnTo>
                    <a:lnTo>
                      <a:pt x="17" y="88"/>
                    </a:lnTo>
                    <a:lnTo>
                      <a:pt x="17" y="88"/>
                    </a:lnTo>
                    <a:lnTo>
                      <a:pt x="17" y="88"/>
                    </a:lnTo>
                    <a:lnTo>
                      <a:pt x="17" y="88"/>
                    </a:lnTo>
                    <a:lnTo>
                      <a:pt x="17" y="90"/>
                    </a:lnTo>
                    <a:lnTo>
                      <a:pt x="14" y="90"/>
                    </a:lnTo>
                    <a:lnTo>
                      <a:pt x="14" y="90"/>
                    </a:lnTo>
                    <a:lnTo>
                      <a:pt x="14" y="90"/>
                    </a:lnTo>
                    <a:lnTo>
                      <a:pt x="12" y="90"/>
                    </a:lnTo>
                    <a:lnTo>
                      <a:pt x="12" y="90"/>
                    </a:lnTo>
                    <a:lnTo>
                      <a:pt x="12" y="88"/>
                    </a:lnTo>
                    <a:lnTo>
                      <a:pt x="12" y="88"/>
                    </a:lnTo>
                    <a:lnTo>
                      <a:pt x="12" y="90"/>
                    </a:lnTo>
                    <a:lnTo>
                      <a:pt x="12" y="90"/>
                    </a:lnTo>
                    <a:lnTo>
                      <a:pt x="12" y="90"/>
                    </a:lnTo>
                    <a:lnTo>
                      <a:pt x="10" y="90"/>
                    </a:lnTo>
                    <a:lnTo>
                      <a:pt x="10" y="90"/>
                    </a:lnTo>
                    <a:lnTo>
                      <a:pt x="10" y="90"/>
                    </a:lnTo>
                    <a:lnTo>
                      <a:pt x="10" y="88"/>
                    </a:lnTo>
                    <a:lnTo>
                      <a:pt x="10" y="88"/>
                    </a:lnTo>
                    <a:lnTo>
                      <a:pt x="10" y="88"/>
                    </a:lnTo>
                    <a:lnTo>
                      <a:pt x="10" y="85"/>
                    </a:lnTo>
                    <a:lnTo>
                      <a:pt x="10" y="85"/>
                    </a:lnTo>
                    <a:lnTo>
                      <a:pt x="10" y="83"/>
                    </a:lnTo>
                    <a:lnTo>
                      <a:pt x="10" y="83"/>
                    </a:lnTo>
                    <a:lnTo>
                      <a:pt x="10" y="85"/>
                    </a:lnTo>
                    <a:lnTo>
                      <a:pt x="7" y="85"/>
                    </a:lnTo>
                    <a:lnTo>
                      <a:pt x="7" y="83"/>
                    </a:lnTo>
                    <a:lnTo>
                      <a:pt x="7" y="83"/>
                    </a:lnTo>
                    <a:lnTo>
                      <a:pt x="10" y="83"/>
                    </a:lnTo>
                    <a:lnTo>
                      <a:pt x="10" y="81"/>
                    </a:lnTo>
                    <a:lnTo>
                      <a:pt x="7" y="81"/>
                    </a:lnTo>
                    <a:lnTo>
                      <a:pt x="7" y="81"/>
                    </a:lnTo>
                    <a:lnTo>
                      <a:pt x="5" y="81"/>
                    </a:lnTo>
                    <a:lnTo>
                      <a:pt x="5" y="81"/>
                    </a:lnTo>
                    <a:lnTo>
                      <a:pt x="5" y="81"/>
                    </a:lnTo>
                    <a:lnTo>
                      <a:pt x="5" y="81"/>
                    </a:lnTo>
                    <a:lnTo>
                      <a:pt x="5" y="78"/>
                    </a:lnTo>
                    <a:lnTo>
                      <a:pt x="2" y="78"/>
                    </a:lnTo>
                    <a:lnTo>
                      <a:pt x="2" y="81"/>
                    </a:lnTo>
                    <a:lnTo>
                      <a:pt x="2" y="81"/>
                    </a:lnTo>
                    <a:lnTo>
                      <a:pt x="2" y="81"/>
                    </a:lnTo>
                    <a:lnTo>
                      <a:pt x="2" y="83"/>
                    </a:lnTo>
                    <a:lnTo>
                      <a:pt x="2" y="83"/>
                    </a:lnTo>
                    <a:lnTo>
                      <a:pt x="2" y="81"/>
                    </a:lnTo>
                    <a:lnTo>
                      <a:pt x="0" y="81"/>
                    </a:lnTo>
                    <a:lnTo>
                      <a:pt x="0" y="81"/>
                    </a:lnTo>
                    <a:lnTo>
                      <a:pt x="2" y="81"/>
                    </a:lnTo>
                    <a:lnTo>
                      <a:pt x="2" y="78"/>
                    </a:lnTo>
                    <a:lnTo>
                      <a:pt x="2" y="78"/>
                    </a:lnTo>
                    <a:lnTo>
                      <a:pt x="2" y="78"/>
                    </a:lnTo>
                    <a:lnTo>
                      <a:pt x="2" y="78"/>
                    </a:lnTo>
                    <a:lnTo>
                      <a:pt x="2" y="78"/>
                    </a:lnTo>
                    <a:lnTo>
                      <a:pt x="5" y="78"/>
                    </a:lnTo>
                    <a:lnTo>
                      <a:pt x="5" y="76"/>
                    </a:lnTo>
                    <a:lnTo>
                      <a:pt x="5" y="76"/>
                    </a:lnTo>
                    <a:lnTo>
                      <a:pt x="5" y="76"/>
                    </a:lnTo>
                    <a:lnTo>
                      <a:pt x="5" y="76"/>
                    </a:lnTo>
                    <a:lnTo>
                      <a:pt x="5" y="73"/>
                    </a:lnTo>
                    <a:lnTo>
                      <a:pt x="5" y="73"/>
                    </a:lnTo>
                    <a:lnTo>
                      <a:pt x="5" y="73"/>
                    </a:lnTo>
                    <a:lnTo>
                      <a:pt x="5" y="73"/>
                    </a:lnTo>
                    <a:lnTo>
                      <a:pt x="5" y="71"/>
                    </a:lnTo>
                    <a:lnTo>
                      <a:pt x="7" y="71"/>
                    </a:lnTo>
                    <a:lnTo>
                      <a:pt x="7" y="71"/>
                    </a:lnTo>
                    <a:lnTo>
                      <a:pt x="7" y="71"/>
                    </a:lnTo>
                    <a:lnTo>
                      <a:pt x="10" y="71"/>
                    </a:lnTo>
                    <a:lnTo>
                      <a:pt x="10" y="69"/>
                    </a:lnTo>
                    <a:lnTo>
                      <a:pt x="10" y="69"/>
                    </a:lnTo>
                    <a:lnTo>
                      <a:pt x="10" y="69"/>
                    </a:lnTo>
                    <a:lnTo>
                      <a:pt x="10" y="69"/>
                    </a:lnTo>
                    <a:lnTo>
                      <a:pt x="12" y="69"/>
                    </a:lnTo>
                    <a:lnTo>
                      <a:pt x="12" y="69"/>
                    </a:lnTo>
                    <a:lnTo>
                      <a:pt x="12" y="69"/>
                    </a:lnTo>
                    <a:lnTo>
                      <a:pt x="12" y="69"/>
                    </a:lnTo>
                    <a:lnTo>
                      <a:pt x="12" y="66"/>
                    </a:lnTo>
                    <a:lnTo>
                      <a:pt x="14" y="66"/>
                    </a:lnTo>
                    <a:lnTo>
                      <a:pt x="14" y="66"/>
                    </a:lnTo>
                    <a:lnTo>
                      <a:pt x="14" y="66"/>
                    </a:lnTo>
                    <a:lnTo>
                      <a:pt x="17" y="66"/>
                    </a:lnTo>
                    <a:lnTo>
                      <a:pt x="17" y="64"/>
                    </a:lnTo>
                    <a:lnTo>
                      <a:pt x="17" y="64"/>
                    </a:lnTo>
                    <a:lnTo>
                      <a:pt x="17" y="64"/>
                    </a:lnTo>
                    <a:lnTo>
                      <a:pt x="19" y="64"/>
                    </a:lnTo>
                    <a:lnTo>
                      <a:pt x="19" y="64"/>
                    </a:lnTo>
                    <a:lnTo>
                      <a:pt x="19" y="64"/>
                    </a:lnTo>
                    <a:lnTo>
                      <a:pt x="19" y="64"/>
                    </a:lnTo>
                    <a:lnTo>
                      <a:pt x="19" y="62"/>
                    </a:lnTo>
                    <a:lnTo>
                      <a:pt x="19" y="62"/>
                    </a:lnTo>
                    <a:lnTo>
                      <a:pt x="21" y="62"/>
                    </a:lnTo>
                    <a:lnTo>
                      <a:pt x="21" y="62"/>
                    </a:lnTo>
                    <a:lnTo>
                      <a:pt x="21" y="62"/>
                    </a:lnTo>
                    <a:lnTo>
                      <a:pt x="21" y="62"/>
                    </a:lnTo>
                    <a:lnTo>
                      <a:pt x="21" y="59"/>
                    </a:lnTo>
                    <a:lnTo>
                      <a:pt x="24" y="59"/>
                    </a:lnTo>
                    <a:lnTo>
                      <a:pt x="24" y="59"/>
                    </a:lnTo>
                    <a:lnTo>
                      <a:pt x="24" y="59"/>
                    </a:lnTo>
                    <a:lnTo>
                      <a:pt x="26" y="59"/>
                    </a:lnTo>
                    <a:lnTo>
                      <a:pt x="26" y="59"/>
                    </a:lnTo>
                    <a:lnTo>
                      <a:pt x="29" y="59"/>
                    </a:lnTo>
                    <a:lnTo>
                      <a:pt x="29" y="59"/>
                    </a:lnTo>
                    <a:lnTo>
                      <a:pt x="29" y="59"/>
                    </a:lnTo>
                    <a:lnTo>
                      <a:pt x="29" y="57"/>
                    </a:lnTo>
                    <a:lnTo>
                      <a:pt x="29" y="57"/>
                    </a:lnTo>
                    <a:lnTo>
                      <a:pt x="31" y="57"/>
                    </a:lnTo>
                    <a:lnTo>
                      <a:pt x="31" y="57"/>
                    </a:lnTo>
                    <a:lnTo>
                      <a:pt x="31" y="57"/>
                    </a:lnTo>
                    <a:lnTo>
                      <a:pt x="31" y="57"/>
                    </a:lnTo>
                    <a:lnTo>
                      <a:pt x="33" y="57"/>
                    </a:lnTo>
                    <a:lnTo>
                      <a:pt x="33" y="57"/>
                    </a:lnTo>
                    <a:lnTo>
                      <a:pt x="33" y="55"/>
                    </a:lnTo>
                    <a:lnTo>
                      <a:pt x="33" y="55"/>
                    </a:lnTo>
                    <a:lnTo>
                      <a:pt x="33" y="55"/>
                    </a:lnTo>
                    <a:lnTo>
                      <a:pt x="36" y="55"/>
                    </a:lnTo>
                    <a:lnTo>
                      <a:pt x="36" y="55"/>
                    </a:lnTo>
                    <a:lnTo>
                      <a:pt x="36" y="55"/>
                    </a:lnTo>
                    <a:lnTo>
                      <a:pt x="38" y="55"/>
                    </a:lnTo>
                    <a:lnTo>
                      <a:pt x="38" y="55"/>
                    </a:lnTo>
                    <a:lnTo>
                      <a:pt x="38" y="55"/>
                    </a:lnTo>
                    <a:lnTo>
                      <a:pt x="40" y="55"/>
                    </a:lnTo>
                    <a:lnTo>
                      <a:pt x="40" y="52"/>
                    </a:lnTo>
                    <a:lnTo>
                      <a:pt x="40" y="52"/>
                    </a:lnTo>
                    <a:lnTo>
                      <a:pt x="40" y="52"/>
                    </a:lnTo>
                    <a:lnTo>
                      <a:pt x="43" y="52"/>
                    </a:lnTo>
                    <a:lnTo>
                      <a:pt x="43" y="50"/>
                    </a:lnTo>
                    <a:lnTo>
                      <a:pt x="43" y="50"/>
                    </a:lnTo>
                    <a:lnTo>
                      <a:pt x="43" y="50"/>
                    </a:lnTo>
                    <a:lnTo>
                      <a:pt x="43" y="47"/>
                    </a:lnTo>
                    <a:lnTo>
                      <a:pt x="43" y="47"/>
                    </a:lnTo>
                    <a:lnTo>
                      <a:pt x="43" y="47"/>
                    </a:lnTo>
                    <a:lnTo>
                      <a:pt x="45" y="47"/>
                    </a:lnTo>
                    <a:lnTo>
                      <a:pt x="45" y="47"/>
                    </a:lnTo>
                    <a:lnTo>
                      <a:pt x="45" y="47"/>
                    </a:lnTo>
                    <a:lnTo>
                      <a:pt x="45" y="47"/>
                    </a:lnTo>
                    <a:lnTo>
                      <a:pt x="45" y="45"/>
                    </a:lnTo>
                    <a:lnTo>
                      <a:pt x="47" y="45"/>
                    </a:lnTo>
                    <a:lnTo>
                      <a:pt x="47" y="45"/>
                    </a:lnTo>
                    <a:lnTo>
                      <a:pt x="47" y="45"/>
                    </a:lnTo>
                    <a:lnTo>
                      <a:pt x="47" y="43"/>
                    </a:lnTo>
                    <a:lnTo>
                      <a:pt x="50" y="43"/>
                    </a:lnTo>
                    <a:lnTo>
                      <a:pt x="50" y="43"/>
                    </a:lnTo>
                    <a:lnTo>
                      <a:pt x="50" y="43"/>
                    </a:lnTo>
                    <a:lnTo>
                      <a:pt x="50" y="40"/>
                    </a:lnTo>
                    <a:lnTo>
                      <a:pt x="50" y="40"/>
                    </a:lnTo>
                    <a:lnTo>
                      <a:pt x="50" y="40"/>
                    </a:lnTo>
                    <a:lnTo>
                      <a:pt x="50" y="38"/>
                    </a:lnTo>
                    <a:lnTo>
                      <a:pt x="52" y="38"/>
                    </a:lnTo>
                    <a:lnTo>
                      <a:pt x="52" y="38"/>
                    </a:lnTo>
                    <a:lnTo>
                      <a:pt x="52" y="38"/>
                    </a:lnTo>
                    <a:lnTo>
                      <a:pt x="52" y="38"/>
                    </a:lnTo>
                    <a:lnTo>
                      <a:pt x="52" y="36"/>
                    </a:lnTo>
                    <a:lnTo>
                      <a:pt x="52" y="36"/>
                    </a:lnTo>
                    <a:lnTo>
                      <a:pt x="55" y="36"/>
                    </a:lnTo>
                    <a:lnTo>
                      <a:pt x="55" y="33"/>
                    </a:lnTo>
                    <a:lnTo>
                      <a:pt x="55" y="33"/>
                    </a:lnTo>
                    <a:lnTo>
                      <a:pt x="55" y="33"/>
                    </a:lnTo>
                    <a:lnTo>
                      <a:pt x="55" y="33"/>
                    </a:lnTo>
                    <a:lnTo>
                      <a:pt x="55" y="31"/>
                    </a:lnTo>
                    <a:lnTo>
                      <a:pt x="57" y="31"/>
                    </a:lnTo>
                    <a:lnTo>
                      <a:pt x="57" y="33"/>
                    </a:lnTo>
                    <a:lnTo>
                      <a:pt x="57" y="33"/>
                    </a:lnTo>
                    <a:lnTo>
                      <a:pt x="57" y="31"/>
                    </a:lnTo>
                    <a:lnTo>
                      <a:pt x="57" y="31"/>
                    </a:lnTo>
                    <a:lnTo>
                      <a:pt x="59" y="31"/>
                    </a:lnTo>
                    <a:lnTo>
                      <a:pt x="59" y="31"/>
                    </a:lnTo>
                    <a:lnTo>
                      <a:pt x="59" y="31"/>
                    </a:lnTo>
                    <a:lnTo>
                      <a:pt x="62" y="31"/>
                    </a:lnTo>
                    <a:lnTo>
                      <a:pt x="62" y="31"/>
                    </a:lnTo>
                    <a:lnTo>
                      <a:pt x="62" y="31"/>
                    </a:lnTo>
                    <a:lnTo>
                      <a:pt x="62" y="31"/>
                    </a:lnTo>
                    <a:lnTo>
                      <a:pt x="62" y="33"/>
                    </a:lnTo>
                    <a:lnTo>
                      <a:pt x="62" y="33"/>
                    </a:lnTo>
                    <a:lnTo>
                      <a:pt x="64" y="33"/>
                    </a:lnTo>
                    <a:lnTo>
                      <a:pt x="64" y="36"/>
                    </a:lnTo>
                    <a:lnTo>
                      <a:pt x="64" y="36"/>
                    </a:lnTo>
                    <a:lnTo>
                      <a:pt x="64" y="36"/>
                    </a:lnTo>
                    <a:lnTo>
                      <a:pt x="64" y="38"/>
                    </a:lnTo>
                    <a:lnTo>
                      <a:pt x="64" y="38"/>
                    </a:lnTo>
                    <a:lnTo>
                      <a:pt x="66" y="38"/>
                    </a:lnTo>
                    <a:lnTo>
                      <a:pt x="66" y="38"/>
                    </a:lnTo>
                    <a:lnTo>
                      <a:pt x="66" y="38"/>
                    </a:lnTo>
                    <a:lnTo>
                      <a:pt x="69" y="38"/>
                    </a:lnTo>
                    <a:lnTo>
                      <a:pt x="69" y="38"/>
                    </a:lnTo>
                    <a:lnTo>
                      <a:pt x="69" y="38"/>
                    </a:lnTo>
                    <a:lnTo>
                      <a:pt x="69" y="38"/>
                    </a:lnTo>
                    <a:lnTo>
                      <a:pt x="71" y="38"/>
                    </a:lnTo>
                    <a:lnTo>
                      <a:pt x="71" y="38"/>
                    </a:lnTo>
                    <a:lnTo>
                      <a:pt x="71" y="38"/>
                    </a:lnTo>
                    <a:lnTo>
                      <a:pt x="73" y="38"/>
                    </a:lnTo>
                    <a:lnTo>
                      <a:pt x="73" y="38"/>
                    </a:lnTo>
                    <a:lnTo>
                      <a:pt x="73" y="40"/>
                    </a:lnTo>
                    <a:lnTo>
                      <a:pt x="76" y="40"/>
                    </a:lnTo>
                    <a:lnTo>
                      <a:pt x="76" y="40"/>
                    </a:lnTo>
                    <a:lnTo>
                      <a:pt x="76" y="40"/>
                    </a:lnTo>
                    <a:lnTo>
                      <a:pt x="78" y="40"/>
                    </a:lnTo>
                    <a:lnTo>
                      <a:pt x="78" y="40"/>
                    </a:lnTo>
                    <a:lnTo>
                      <a:pt x="78" y="40"/>
                    </a:lnTo>
                    <a:lnTo>
                      <a:pt x="81" y="40"/>
                    </a:lnTo>
                    <a:lnTo>
                      <a:pt x="81" y="40"/>
                    </a:lnTo>
                    <a:lnTo>
                      <a:pt x="81" y="38"/>
                    </a:lnTo>
                    <a:lnTo>
                      <a:pt x="83" y="38"/>
                    </a:lnTo>
                    <a:lnTo>
                      <a:pt x="83" y="40"/>
                    </a:lnTo>
                    <a:lnTo>
                      <a:pt x="83" y="40"/>
                    </a:lnTo>
                    <a:lnTo>
                      <a:pt x="83" y="40"/>
                    </a:lnTo>
                    <a:lnTo>
                      <a:pt x="83" y="40"/>
                    </a:lnTo>
                    <a:lnTo>
                      <a:pt x="85" y="40"/>
                    </a:lnTo>
                    <a:lnTo>
                      <a:pt x="85" y="40"/>
                    </a:lnTo>
                    <a:lnTo>
                      <a:pt x="85" y="40"/>
                    </a:lnTo>
                    <a:lnTo>
                      <a:pt x="85" y="40"/>
                    </a:lnTo>
                    <a:lnTo>
                      <a:pt x="88" y="40"/>
                    </a:lnTo>
                    <a:lnTo>
                      <a:pt x="88" y="38"/>
                    </a:lnTo>
                    <a:lnTo>
                      <a:pt x="88" y="38"/>
                    </a:lnTo>
                    <a:lnTo>
                      <a:pt x="88" y="38"/>
                    </a:lnTo>
                    <a:lnTo>
                      <a:pt x="90" y="38"/>
                    </a:lnTo>
                    <a:lnTo>
                      <a:pt x="90" y="38"/>
                    </a:lnTo>
                    <a:lnTo>
                      <a:pt x="90" y="36"/>
                    </a:lnTo>
                    <a:lnTo>
                      <a:pt x="90" y="36"/>
                    </a:lnTo>
                    <a:lnTo>
                      <a:pt x="90" y="33"/>
                    </a:lnTo>
                    <a:lnTo>
                      <a:pt x="88" y="33"/>
                    </a:lnTo>
                    <a:lnTo>
                      <a:pt x="88" y="33"/>
                    </a:lnTo>
                    <a:lnTo>
                      <a:pt x="88" y="33"/>
                    </a:lnTo>
                    <a:lnTo>
                      <a:pt x="85" y="33"/>
                    </a:lnTo>
                    <a:lnTo>
                      <a:pt x="85" y="33"/>
                    </a:lnTo>
                    <a:lnTo>
                      <a:pt x="85" y="31"/>
                    </a:lnTo>
                    <a:lnTo>
                      <a:pt x="85" y="31"/>
                    </a:lnTo>
                    <a:lnTo>
                      <a:pt x="85" y="31"/>
                    </a:lnTo>
                    <a:lnTo>
                      <a:pt x="85" y="28"/>
                    </a:lnTo>
                    <a:lnTo>
                      <a:pt x="85" y="28"/>
                    </a:lnTo>
                    <a:lnTo>
                      <a:pt x="85" y="28"/>
                    </a:lnTo>
                    <a:lnTo>
                      <a:pt x="85" y="26"/>
                    </a:lnTo>
                    <a:lnTo>
                      <a:pt x="85" y="26"/>
                    </a:lnTo>
                    <a:lnTo>
                      <a:pt x="85" y="26"/>
                    </a:lnTo>
                    <a:lnTo>
                      <a:pt x="85" y="26"/>
                    </a:lnTo>
                    <a:lnTo>
                      <a:pt x="88" y="26"/>
                    </a:lnTo>
                    <a:lnTo>
                      <a:pt x="88" y="26"/>
                    </a:lnTo>
                    <a:lnTo>
                      <a:pt x="88" y="24"/>
                    </a:lnTo>
                    <a:lnTo>
                      <a:pt x="90" y="24"/>
                    </a:lnTo>
                    <a:lnTo>
                      <a:pt x="90" y="24"/>
                    </a:lnTo>
                    <a:lnTo>
                      <a:pt x="90" y="24"/>
                    </a:lnTo>
                    <a:lnTo>
                      <a:pt x="92" y="24"/>
                    </a:lnTo>
                    <a:lnTo>
                      <a:pt x="92" y="24"/>
                    </a:lnTo>
                    <a:lnTo>
                      <a:pt x="92" y="26"/>
                    </a:lnTo>
                    <a:lnTo>
                      <a:pt x="95" y="26"/>
                    </a:lnTo>
                    <a:lnTo>
                      <a:pt x="95" y="26"/>
                    </a:lnTo>
                    <a:lnTo>
                      <a:pt x="95" y="26"/>
                    </a:lnTo>
                    <a:lnTo>
                      <a:pt x="95" y="24"/>
                    </a:lnTo>
                    <a:lnTo>
                      <a:pt x="97" y="24"/>
                    </a:lnTo>
                    <a:lnTo>
                      <a:pt x="97" y="24"/>
                    </a:lnTo>
                    <a:lnTo>
                      <a:pt x="97" y="26"/>
                    </a:lnTo>
                    <a:lnTo>
                      <a:pt x="97" y="26"/>
                    </a:lnTo>
                    <a:lnTo>
                      <a:pt x="97" y="24"/>
                    </a:lnTo>
                    <a:lnTo>
                      <a:pt x="100" y="24"/>
                    </a:lnTo>
                    <a:lnTo>
                      <a:pt x="100" y="24"/>
                    </a:lnTo>
                    <a:lnTo>
                      <a:pt x="102" y="24"/>
                    </a:lnTo>
                    <a:lnTo>
                      <a:pt x="102" y="26"/>
                    </a:lnTo>
                    <a:lnTo>
                      <a:pt x="102" y="26"/>
                    </a:lnTo>
                    <a:lnTo>
                      <a:pt x="102" y="26"/>
                    </a:lnTo>
                    <a:lnTo>
                      <a:pt x="104" y="26"/>
                    </a:lnTo>
                    <a:lnTo>
                      <a:pt x="104" y="24"/>
                    </a:lnTo>
                    <a:lnTo>
                      <a:pt x="104" y="24"/>
                    </a:lnTo>
                    <a:lnTo>
                      <a:pt x="104" y="24"/>
                    </a:lnTo>
                    <a:lnTo>
                      <a:pt x="104" y="24"/>
                    </a:lnTo>
                    <a:lnTo>
                      <a:pt x="104" y="21"/>
                    </a:lnTo>
                    <a:lnTo>
                      <a:pt x="107" y="21"/>
                    </a:lnTo>
                    <a:lnTo>
                      <a:pt x="107" y="21"/>
                    </a:lnTo>
                    <a:lnTo>
                      <a:pt x="107" y="21"/>
                    </a:lnTo>
                    <a:lnTo>
                      <a:pt x="109" y="21"/>
                    </a:lnTo>
                    <a:lnTo>
                      <a:pt x="109" y="19"/>
                    </a:lnTo>
                    <a:lnTo>
                      <a:pt x="109" y="19"/>
                    </a:lnTo>
                    <a:lnTo>
                      <a:pt x="109" y="19"/>
                    </a:lnTo>
                    <a:lnTo>
                      <a:pt x="109" y="19"/>
                    </a:lnTo>
                    <a:lnTo>
                      <a:pt x="109" y="19"/>
                    </a:lnTo>
                    <a:lnTo>
                      <a:pt x="109" y="17"/>
                    </a:lnTo>
                    <a:lnTo>
                      <a:pt x="109" y="17"/>
                    </a:lnTo>
                    <a:lnTo>
                      <a:pt x="111" y="17"/>
                    </a:lnTo>
                    <a:lnTo>
                      <a:pt x="111" y="14"/>
                    </a:lnTo>
                    <a:lnTo>
                      <a:pt x="111" y="14"/>
                    </a:lnTo>
                    <a:lnTo>
                      <a:pt x="111" y="14"/>
                    </a:lnTo>
                    <a:lnTo>
                      <a:pt x="111" y="14"/>
                    </a:lnTo>
                    <a:lnTo>
                      <a:pt x="114" y="14"/>
                    </a:lnTo>
                    <a:lnTo>
                      <a:pt x="114" y="14"/>
                    </a:lnTo>
                    <a:lnTo>
                      <a:pt x="114" y="14"/>
                    </a:lnTo>
                    <a:lnTo>
                      <a:pt x="116" y="14"/>
                    </a:lnTo>
                    <a:lnTo>
                      <a:pt x="116" y="17"/>
                    </a:lnTo>
                    <a:lnTo>
                      <a:pt x="116" y="17"/>
                    </a:lnTo>
                    <a:lnTo>
                      <a:pt x="116" y="17"/>
                    </a:lnTo>
                    <a:lnTo>
                      <a:pt x="116" y="14"/>
                    </a:lnTo>
                    <a:lnTo>
                      <a:pt x="116" y="14"/>
                    </a:lnTo>
                    <a:lnTo>
                      <a:pt x="118" y="14"/>
                    </a:lnTo>
                    <a:lnTo>
                      <a:pt x="118" y="14"/>
                    </a:lnTo>
                    <a:lnTo>
                      <a:pt x="118" y="14"/>
                    </a:lnTo>
                    <a:lnTo>
                      <a:pt x="118" y="14"/>
                    </a:lnTo>
                    <a:lnTo>
                      <a:pt x="118" y="14"/>
                    </a:lnTo>
                    <a:lnTo>
                      <a:pt x="121" y="14"/>
                    </a:lnTo>
                    <a:lnTo>
                      <a:pt x="121" y="12"/>
                    </a:lnTo>
                    <a:lnTo>
                      <a:pt x="121" y="12"/>
                    </a:lnTo>
                    <a:lnTo>
                      <a:pt x="121" y="10"/>
                    </a:lnTo>
                    <a:lnTo>
                      <a:pt x="121" y="10"/>
                    </a:lnTo>
                    <a:lnTo>
                      <a:pt x="121" y="10"/>
                    </a:lnTo>
                    <a:lnTo>
                      <a:pt x="121" y="10"/>
                    </a:lnTo>
                    <a:lnTo>
                      <a:pt x="121" y="7"/>
                    </a:lnTo>
                    <a:lnTo>
                      <a:pt x="121" y="7"/>
                    </a:lnTo>
                    <a:lnTo>
                      <a:pt x="121" y="7"/>
                    </a:lnTo>
                    <a:lnTo>
                      <a:pt x="121" y="7"/>
                    </a:lnTo>
                    <a:lnTo>
                      <a:pt x="121" y="5"/>
                    </a:lnTo>
                    <a:lnTo>
                      <a:pt x="121" y="5"/>
                    </a:lnTo>
                    <a:lnTo>
                      <a:pt x="123" y="5"/>
                    </a:lnTo>
                    <a:lnTo>
                      <a:pt x="123" y="2"/>
                    </a:lnTo>
                    <a:lnTo>
                      <a:pt x="123" y="2"/>
                    </a:lnTo>
                    <a:lnTo>
                      <a:pt x="123" y="0"/>
                    </a:lnTo>
                    <a:lnTo>
                      <a:pt x="123" y="0"/>
                    </a:lnTo>
                    <a:lnTo>
                      <a:pt x="123" y="0"/>
                    </a:lnTo>
                    <a:lnTo>
                      <a:pt x="123" y="0"/>
                    </a:lnTo>
                    <a:lnTo>
                      <a:pt x="126" y="0"/>
                    </a:lnTo>
                    <a:lnTo>
                      <a:pt x="126" y="0"/>
                    </a:lnTo>
                    <a:lnTo>
                      <a:pt x="126" y="0"/>
                    </a:lnTo>
                    <a:lnTo>
                      <a:pt x="128" y="0"/>
                    </a:lnTo>
                    <a:lnTo>
                      <a:pt x="128" y="0"/>
                    </a:lnTo>
                    <a:lnTo>
                      <a:pt x="128" y="0"/>
                    </a:lnTo>
                    <a:lnTo>
                      <a:pt x="128" y="0"/>
                    </a:lnTo>
                    <a:lnTo>
                      <a:pt x="128" y="0"/>
                    </a:lnTo>
                    <a:lnTo>
                      <a:pt x="128" y="2"/>
                    </a:lnTo>
                    <a:lnTo>
                      <a:pt x="130" y="2"/>
                    </a:lnTo>
                    <a:lnTo>
                      <a:pt x="130" y="2"/>
                    </a:lnTo>
                    <a:lnTo>
                      <a:pt x="130" y="2"/>
                    </a:lnTo>
                    <a:lnTo>
                      <a:pt x="130" y="2"/>
                    </a:lnTo>
                    <a:lnTo>
                      <a:pt x="130" y="5"/>
                    </a:lnTo>
                    <a:lnTo>
                      <a:pt x="130" y="5"/>
                    </a:lnTo>
                    <a:lnTo>
                      <a:pt x="130" y="7"/>
                    </a:lnTo>
                    <a:lnTo>
                      <a:pt x="130" y="7"/>
                    </a:lnTo>
                    <a:lnTo>
                      <a:pt x="133" y="7"/>
                    </a:lnTo>
                    <a:lnTo>
                      <a:pt x="133" y="10"/>
                    </a:lnTo>
                    <a:lnTo>
                      <a:pt x="133" y="10"/>
                    </a:lnTo>
                    <a:lnTo>
                      <a:pt x="133" y="10"/>
                    </a:lnTo>
                    <a:lnTo>
                      <a:pt x="135" y="10"/>
                    </a:lnTo>
                    <a:lnTo>
                      <a:pt x="135" y="10"/>
                    </a:lnTo>
                    <a:lnTo>
                      <a:pt x="135" y="10"/>
                    </a:lnTo>
                    <a:lnTo>
                      <a:pt x="135" y="12"/>
                    </a:lnTo>
                    <a:lnTo>
                      <a:pt x="135" y="12"/>
                    </a:lnTo>
                    <a:lnTo>
                      <a:pt x="135" y="10"/>
                    </a:lnTo>
                    <a:lnTo>
                      <a:pt x="135" y="10"/>
                    </a:lnTo>
                    <a:lnTo>
                      <a:pt x="137" y="10"/>
                    </a:lnTo>
                    <a:lnTo>
                      <a:pt x="137" y="10"/>
                    </a:lnTo>
                    <a:lnTo>
                      <a:pt x="137" y="12"/>
                    </a:lnTo>
                    <a:lnTo>
                      <a:pt x="137" y="12"/>
                    </a:lnTo>
                    <a:lnTo>
                      <a:pt x="137" y="12"/>
                    </a:lnTo>
                    <a:lnTo>
                      <a:pt x="137" y="14"/>
                    </a:lnTo>
                    <a:lnTo>
                      <a:pt x="137" y="14"/>
                    </a:lnTo>
                    <a:lnTo>
                      <a:pt x="137" y="14"/>
                    </a:lnTo>
                    <a:lnTo>
                      <a:pt x="140" y="14"/>
                    </a:lnTo>
                    <a:lnTo>
                      <a:pt x="140" y="14"/>
                    </a:lnTo>
                    <a:lnTo>
                      <a:pt x="140" y="17"/>
                    </a:lnTo>
                    <a:lnTo>
                      <a:pt x="140" y="17"/>
                    </a:lnTo>
                    <a:lnTo>
                      <a:pt x="140" y="19"/>
                    </a:lnTo>
                    <a:lnTo>
                      <a:pt x="140" y="19"/>
                    </a:lnTo>
                    <a:lnTo>
                      <a:pt x="140" y="19"/>
                    </a:lnTo>
                    <a:lnTo>
                      <a:pt x="137" y="19"/>
                    </a:lnTo>
                    <a:lnTo>
                      <a:pt x="137" y="19"/>
                    </a:lnTo>
                    <a:lnTo>
                      <a:pt x="137" y="19"/>
                    </a:lnTo>
                    <a:lnTo>
                      <a:pt x="137" y="19"/>
                    </a:lnTo>
                    <a:lnTo>
                      <a:pt x="135" y="19"/>
                    </a:lnTo>
                    <a:lnTo>
                      <a:pt x="135" y="19"/>
                    </a:lnTo>
                    <a:lnTo>
                      <a:pt x="135" y="19"/>
                    </a:lnTo>
                    <a:lnTo>
                      <a:pt x="135" y="19"/>
                    </a:lnTo>
                    <a:lnTo>
                      <a:pt x="135" y="19"/>
                    </a:lnTo>
                    <a:lnTo>
                      <a:pt x="133" y="19"/>
                    </a:lnTo>
                    <a:lnTo>
                      <a:pt x="133" y="21"/>
                    </a:lnTo>
                    <a:lnTo>
                      <a:pt x="133" y="21"/>
                    </a:lnTo>
                    <a:lnTo>
                      <a:pt x="133" y="21"/>
                    </a:lnTo>
                    <a:lnTo>
                      <a:pt x="130" y="21"/>
                    </a:lnTo>
                    <a:lnTo>
                      <a:pt x="130" y="21"/>
                    </a:lnTo>
                    <a:lnTo>
                      <a:pt x="130" y="24"/>
                    </a:lnTo>
                    <a:lnTo>
                      <a:pt x="130" y="24"/>
                    </a:lnTo>
                    <a:lnTo>
                      <a:pt x="130" y="24"/>
                    </a:lnTo>
                    <a:lnTo>
                      <a:pt x="128" y="24"/>
                    </a:lnTo>
                    <a:lnTo>
                      <a:pt x="128" y="24"/>
                    </a:lnTo>
                    <a:lnTo>
                      <a:pt x="128" y="26"/>
                    </a:lnTo>
                    <a:lnTo>
                      <a:pt x="128" y="26"/>
                    </a:lnTo>
                    <a:lnTo>
                      <a:pt x="128" y="26"/>
                    </a:lnTo>
                    <a:lnTo>
                      <a:pt x="126" y="26"/>
                    </a:lnTo>
                    <a:lnTo>
                      <a:pt x="126" y="28"/>
                    </a:lnTo>
                    <a:lnTo>
                      <a:pt x="126" y="28"/>
                    </a:lnTo>
                    <a:lnTo>
                      <a:pt x="126" y="28"/>
                    </a:lnTo>
                    <a:lnTo>
                      <a:pt x="123" y="28"/>
                    </a:lnTo>
                    <a:lnTo>
                      <a:pt x="123" y="28"/>
                    </a:lnTo>
                    <a:lnTo>
                      <a:pt x="123" y="31"/>
                    </a:lnTo>
                    <a:lnTo>
                      <a:pt x="123" y="31"/>
                    </a:lnTo>
                    <a:lnTo>
                      <a:pt x="123" y="31"/>
                    </a:lnTo>
                    <a:lnTo>
                      <a:pt x="123" y="31"/>
                    </a:lnTo>
                    <a:lnTo>
                      <a:pt x="121" y="31"/>
                    </a:lnTo>
                    <a:lnTo>
                      <a:pt x="121" y="33"/>
                    </a:lnTo>
                    <a:lnTo>
                      <a:pt x="121" y="33"/>
                    </a:lnTo>
                    <a:lnTo>
                      <a:pt x="121" y="33"/>
                    </a:lnTo>
                    <a:lnTo>
                      <a:pt x="118" y="33"/>
                    </a:lnTo>
                    <a:lnTo>
                      <a:pt x="118" y="36"/>
                    </a:lnTo>
                    <a:lnTo>
                      <a:pt x="118" y="36"/>
                    </a:lnTo>
                    <a:lnTo>
                      <a:pt x="118" y="38"/>
                    </a:lnTo>
                    <a:lnTo>
                      <a:pt x="118" y="38"/>
                    </a:lnTo>
                    <a:lnTo>
                      <a:pt x="118" y="38"/>
                    </a:lnTo>
                    <a:lnTo>
                      <a:pt x="118" y="38"/>
                    </a:lnTo>
                    <a:lnTo>
                      <a:pt x="118" y="38"/>
                    </a:lnTo>
                    <a:lnTo>
                      <a:pt x="121" y="38"/>
                    </a:lnTo>
                    <a:lnTo>
                      <a:pt x="121" y="40"/>
                    </a:lnTo>
                    <a:lnTo>
                      <a:pt x="121" y="40"/>
                    </a:lnTo>
                    <a:lnTo>
                      <a:pt x="123" y="40"/>
                    </a:lnTo>
                    <a:lnTo>
                      <a:pt x="123" y="40"/>
                    </a:lnTo>
                    <a:lnTo>
                      <a:pt x="123" y="43"/>
                    </a:lnTo>
                    <a:lnTo>
                      <a:pt x="123" y="43"/>
                    </a:lnTo>
                    <a:lnTo>
                      <a:pt x="121" y="43"/>
                    </a:lnTo>
                    <a:lnTo>
                      <a:pt x="121" y="45"/>
                    </a:lnTo>
                    <a:lnTo>
                      <a:pt x="121" y="45"/>
                    </a:lnTo>
                    <a:lnTo>
                      <a:pt x="121" y="45"/>
                    </a:lnTo>
                    <a:lnTo>
                      <a:pt x="121" y="47"/>
                    </a:lnTo>
                    <a:lnTo>
                      <a:pt x="121" y="47"/>
                    </a:lnTo>
                    <a:lnTo>
                      <a:pt x="121" y="47"/>
                    </a:lnTo>
                    <a:lnTo>
                      <a:pt x="121" y="50"/>
                    </a:lnTo>
                    <a:lnTo>
                      <a:pt x="121" y="50"/>
                    </a:lnTo>
                    <a:lnTo>
                      <a:pt x="121" y="52"/>
                    </a:lnTo>
                    <a:lnTo>
                      <a:pt x="121" y="52"/>
                    </a:lnTo>
                    <a:lnTo>
                      <a:pt x="121" y="52"/>
                    </a:lnTo>
                    <a:lnTo>
                      <a:pt x="121" y="55"/>
                    </a:lnTo>
                    <a:lnTo>
                      <a:pt x="121" y="55"/>
                    </a:lnTo>
                    <a:lnTo>
                      <a:pt x="121" y="55"/>
                    </a:lnTo>
                    <a:lnTo>
                      <a:pt x="121" y="57"/>
                    </a:lnTo>
                    <a:lnTo>
                      <a:pt x="118" y="57"/>
                    </a:lnTo>
                    <a:lnTo>
                      <a:pt x="118" y="57"/>
                    </a:lnTo>
                    <a:lnTo>
                      <a:pt x="118" y="57"/>
                    </a:lnTo>
                    <a:lnTo>
                      <a:pt x="118" y="55"/>
                    </a:lnTo>
                    <a:lnTo>
                      <a:pt x="116" y="55"/>
                    </a:lnTo>
                    <a:lnTo>
                      <a:pt x="116" y="57"/>
                    </a:lnTo>
                    <a:lnTo>
                      <a:pt x="116" y="57"/>
                    </a:lnTo>
                    <a:lnTo>
                      <a:pt x="116" y="57"/>
                    </a:lnTo>
                    <a:lnTo>
                      <a:pt x="116" y="57"/>
                    </a:lnTo>
                    <a:lnTo>
                      <a:pt x="114" y="57"/>
                    </a:lnTo>
                    <a:lnTo>
                      <a:pt x="114" y="57"/>
                    </a:lnTo>
                    <a:lnTo>
                      <a:pt x="114" y="57"/>
                    </a:lnTo>
                    <a:lnTo>
                      <a:pt x="111" y="57"/>
                    </a:lnTo>
                    <a:lnTo>
                      <a:pt x="111" y="57"/>
                    </a:lnTo>
                    <a:lnTo>
                      <a:pt x="111" y="59"/>
                    </a:lnTo>
                    <a:lnTo>
                      <a:pt x="111" y="59"/>
                    </a:lnTo>
                    <a:lnTo>
                      <a:pt x="109" y="59"/>
                    </a:lnTo>
                    <a:lnTo>
                      <a:pt x="109" y="59"/>
                    </a:lnTo>
                    <a:lnTo>
                      <a:pt x="109" y="59"/>
                    </a:lnTo>
                    <a:lnTo>
                      <a:pt x="109" y="62"/>
                    </a:lnTo>
                    <a:lnTo>
                      <a:pt x="109" y="62"/>
                    </a:lnTo>
                    <a:lnTo>
                      <a:pt x="109" y="62"/>
                    </a:lnTo>
                    <a:lnTo>
                      <a:pt x="109" y="64"/>
                    </a:lnTo>
                    <a:lnTo>
                      <a:pt x="107" y="64"/>
                    </a:lnTo>
                    <a:lnTo>
                      <a:pt x="107" y="64"/>
                    </a:lnTo>
                    <a:lnTo>
                      <a:pt x="107" y="64"/>
                    </a:lnTo>
                    <a:lnTo>
                      <a:pt x="104" y="64"/>
                    </a:lnTo>
                    <a:lnTo>
                      <a:pt x="104" y="64"/>
                    </a:lnTo>
                    <a:lnTo>
                      <a:pt x="104" y="66"/>
                    </a:lnTo>
                    <a:lnTo>
                      <a:pt x="104" y="66"/>
                    </a:lnTo>
                    <a:lnTo>
                      <a:pt x="104" y="66"/>
                    </a:lnTo>
                    <a:lnTo>
                      <a:pt x="102" y="66"/>
                    </a:lnTo>
                    <a:lnTo>
                      <a:pt x="102" y="66"/>
                    </a:lnTo>
                    <a:lnTo>
                      <a:pt x="102" y="69"/>
                    </a:lnTo>
                    <a:lnTo>
                      <a:pt x="102" y="69"/>
                    </a:lnTo>
                    <a:lnTo>
                      <a:pt x="100" y="69"/>
                    </a:lnTo>
                    <a:lnTo>
                      <a:pt x="100" y="69"/>
                    </a:lnTo>
                    <a:lnTo>
                      <a:pt x="97" y="69"/>
                    </a:lnTo>
                    <a:lnTo>
                      <a:pt x="97" y="69"/>
                    </a:lnTo>
                    <a:lnTo>
                      <a:pt x="97" y="69"/>
                    </a:lnTo>
                    <a:lnTo>
                      <a:pt x="97" y="69"/>
                    </a:lnTo>
                    <a:lnTo>
                      <a:pt x="97" y="69"/>
                    </a:lnTo>
                    <a:lnTo>
                      <a:pt x="97" y="71"/>
                    </a:lnTo>
                    <a:lnTo>
                      <a:pt x="97" y="71"/>
                    </a:lnTo>
                    <a:lnTo>
                      <a:pt x="97" y="71"/>
                    </a:lnTo>
                    <a:lnTo>
                      <a:pt x="97" y="71"/>
                    </a:lnTo>
                    <a:lnTo>
                      <a:pt x="95" y="71"/>
                    </a:lnTo>
                    <a:lnTo>
                      <a:pt x="95" y="73"/>
                    </a:lnTo>
                    <a:lnTo>
                      <a:pt x="95" y="73"/>
                    </a:lnTo>
                    <a:lnTo>
                      <a:pt x="95" y="73"/>
                    </a:lnTo>
                    <a:lnTo>
                      <a:pt x="95" y="73"/>
                    </a:lnTo>
                    <a:lnTo>
                      <a:pt x="92" y="73"/>
                    </a:lnTo>
                    <a:lnTo>
                      <a:pt x="92" y="73"/>
                    </a:lnTo>
                    <a:lnTo>
                      <a:pt x="90" y="73"/>
                    </a:lnTo>
                    <a:lnTo>
                      <a:pt x="90" y="76"/>
                    </a:lnTo>
                    <a:lnTo>
                      <a:pt x="90" y="76"/>
                    </a:lnTo>
                    <a:lnTo>
                      <a:pt x="90" y="76"/>
                    </a:lnTo>
                    <a:lnTo>
                      <a:pt x="90" y="76"/>
                    </a:lnTo>
                    <a:lnTo>
                      <a:pt x="88" y="76"/>
                    </a:lnTo>
                    <a:lnTo>
                      <a:pt x="88" y="78"/>
                    </a:lnTo>
                    <a:lnTo>
                      <a:pt x="88" y="78"/>
                    </a:lnTo>
                    <a:lnTo>
                      <a:pt x="85" y="78"/>
                    </a:lnTo>
                    <a:lnTo>
                      <a:pt x="85" y="78"/>
                    </a:lnTo>
                    <a:lnTo>
                      <a:pt x="85" y="76"/>
                    </a:lnTo>
                    <a:lnTo>
                      <a:pt x="85" y="76"/>
                    </a:lnTo>
                    <a:lnTo>
                      <a:pt x="83" y="76"/>
                    </a:lnTo>
                    <a:lnTo>
                      <a:pt x="83" y="76"/>
                    </a:lnTo>
                    <a:lnTo>
                      <a:pt x="83" y="76"/>
                    </a:lnTo>
                    <a:lnTo>
                      <a:pt x="83" y="78"/>
                    </a:lnTo>
                    <a:lnTo>
                      <a:pt x="81" y="78"/>
                    </a:lnTo>
                    <a:lnTo>
                      <a:pt x="81" y="78"/>
                    </a:lnTo>
                    <a:lnTo>
                      <a:pt x="81" y="78"/>
                    </a:lnTo>
                    <a:lnTo>
                      <a:pt x="81" y="78"/>
                    </a:lnTo>
                    <a:lnTo>
                      <a:pt x="78" y="78"/>
                    </a:lnTo>
                    <a:lnTo>
                      <a:pt x="78" y="81"/>
                    </a:lnTo>
                    <a:lnTo>
                      <a:pt x="78" y="81"/>
                    </a:lnTo>
                    <a:lnTo>
                      <a:pt x="78" y="81"/>
                    </a:lnTo>
                    <a:lnTo>
                      <a:pt x="76" y="81"/>
                    </a:lnTo>
                    <a:lnTo>
                      <a:pt x="76" y="81"/>
                    </a:lnTo>
                    <a:lnTo>
                      <a:pt x="76" y="81"/>
                    </a:lnTo>
                    <a:lnTo>
                      <a:pt x="76" y="81"/>
                    </a:lnTo>
                    <a:lnTo>
                      <a:pt x="73" y="81"/>
                    </a:lnTo>
                    <a:lnTo>
                      <a:pt x="73" y="83"/>
                    </a:lnTo>
                    <a:lnTo>
                      <a:pt x="73" y="83"/>
                    </a:lnTo>
                    <a:lnTo>
                      <a:pt x="73" y="83"/>
                    </a:lnTo>
                    <a:lnTo>
                      <a:pt x="71" y="83"/>
                    </a:lnTo>
                    <a:lnTo>
                      <a:pt x="71" y="85"/>
                    </a:lnTo>
                    <a:lnTo>
                      <a:pt x="73" y="85"/>
                    </a:lnTo>
                    <a:lnTo>
                      <a:pt x="73" y="85"/>
                    </a:lnTo>
                    <a:lnTo>
                      <a:pt x="73" y="85"/>
                    </a:lnTo>
                    <a:lnTo>
                      <a:pt x="73" y="88"/>
                    </a:lnTo>
                    <a:lnTo>
                      <a:pt x="73" y="88"/>
                    </a:lnTo>
                    <a:lnTo>
                      <a:pt x="73" y="88"/>
                    </a:lnTo>
                    <a:lnTo>
                      <a:pt x="73" y="88"/>
                    </a:lnTo>
                    <a:lnTo>
                      <a:pt x="73" y="90"/>
                    </a:lnTo>
                    <a:lnTo>
                      <a:pt x="73" y="90"/>
                    </a:lnTo>
                    <a:lnTo>
                      <a:pt x="73" y="90"/>
                    </a:lnTo>
                    <a:lnTo>
                      <a:pt x="73" y="92"/>
                    </a:lnTo>
                    <a:lnTo>
                      <a:pt x="73" y="92"/>
                    </a:lnTo>
                    <a:lnTo>
                      <a:pt x="73" y="95"/>
                    </a:lnTo>
                    <a:lnTo>
                      <a:pt x="73" y="9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69"/>
              <p:cNvSpPr>
                <a:spLocks/>
              </p:cNvSpPr>
              <p:nvPr/>
            </p:nvSpPr>
            <p:spPr bwMode="auto">
              <a:xfrm>
                <a:off x="4050" y="2815"/>
                <a:ext cx="69" cy="64"/>
              </a:xfrm>
              <a:custGeom>
                <a:avLst/>
                <a:gdLst/>
                <a:ahLst/>
                <a:cxnLst>
                  <a:cxn ang="0">
                    <a:pos x="9" y="0"/>
                  </a:cxn>
                  <a:cxn ang="0">
                    <a:pos x="12" y="2"/>
                  </a:cxn>
                  <a:cxn ang="0">
                    <a:pos x="14" y="5"/>
                  </a:cxn>
                  <a:cxn ang="0">
                    <a:pos x="17" y="7"/>
                  </a:cxn>
                  <a:cxn ang="0">
                    <a:pos x="19" y="5"/>
                  </a:cxn>
                  <a:cxn ang="0">
                    <a:pos x="21" y="7"/>
                  </a:cxn>
                  <a:cxn ang="0">
                    <a:pos x="26" y="9"/>
                  </a:cxn>
                  <a:cxn ang="0">
                    <a:pos x="28" y="12"/>
                  </a:cxn>
                  <a:cxn ang="0">
                    <a:pos x="31" y="12"/>
                  </a:cxn>
                  <a:cxn ang="0">
                    <a:pos x="33" y="14"/>
                  </a:cxn>
                  <a:cxn ang="0">
                    <a:pos x="38" y="16"/>
                  </a:cxn>
                  <a:cxn ang="0">
                    <a:pos x="40" y="19"/>
                  </a:cxn>
                  <a:cxn ang="0">
                    <a:pos x="43" y="21"/>
                  </a:cxn>
                  <a:cxn ang="0">
                    <a:pos x="47" y="21"/>
                  </a:cxn>
                  <a:cxn ang="0">
                    <a:pos x="47" y="23"/>
                  </a:cxn>
                  <a:cxn ang="0">
                    <a:pos x="50" y="28"/>
                  </a:cxn>
                  <a:cxn ang="0">
                    <a:pos x="52" y="31"/>
                  </a:cxn>
                  <a:cxn ang="0">
                    <a:pos x="54" y="33"/>
                  </a:cxn>
                  <a:cxn ang="0">
                    <a:pos x="57" y="35"/>
                  </a:cxn>
                  <a:cxn ang="0">
                    <a:pos x="59" y="38"/>
                  </a:cxn>
                  <a:cxn ang="0">
                    <a:pos x="62" y="38"/>
                  </a:cxn>
                  <a:cxn ang="0">
                    <a:pos x="64" y="40"/>
                  </a:cxn>
                  <a:cxn ang="0">
                    <a:pos x="66" y="42"/>
                  </a:cxn>
                  <a:cxn ang="0">
                    <a:pos x="69" y="47"/>
                  </a:cxn>
                  <a:cxn ang="0">
                    <a:pos x="69" y="52"/>
                  </a:cxn>
                  <a:cxn ang="0">
                    <a:pos x="66" y="54"/>
                  </a:cxn>
                  <a:cxn ang="0">
                    <a:pos x="66" y="57"/>
                  </a:cxn>
                  <a:cxn ang="0">
                    <a:pos x="66" y="61"/>
                  </a:cxn>
                  <a:cxn ang="0">
                    <a:pos x="64" y="64"/>
                  </a:cxn>
                  <a:cxn ang="0">
                    <a:pos x="62" y="61"/>
                  </a:cxn>
                  <a:cxn ang="0">
                    <a:pos x="59" y="57"/>
                  </a:cxn>
                  <a:cxn ang="0">
                    <a:pos x="57" y="54"/>
                  </a:cxn>
                  <a:cxn ang="0">
                    <a:pos x="59" y="50"/>
                  </a:cxn>
                  <a:cxn ang="0">
                    <a:pos x="57" y="45"/>
                  </a:cxn>
                  <a:cxn ang="0">
                    <a:pos x="57" y="42"/>
                  </a:cxn>
                  <a:cxn ang="0">
                    <a:pos x="54" y="38"/>
                  </a:cxn>
                  <a:cxn ang="0">
                    <a:pos x="52" y="35"/>
                  </a:cxn>
                  <a:cxn ang="0">
                    <a:pos x="50" y="33"/>
                  </a:cxn>
                  <a:cxn ang="0">
                    <a:pos x="50" y="31"/>
                  </a:cxn>
                  <a:cxn ang="0">
                    <a:pos x="45" y="28"/>
                  </a:cxn>
                  <a:cxn ang="0">
                    <a:pos x="43" y="28"/>
                  </a:cxn>
                  <a:cxn ang="0">
                    <a:pos x="40" y="26"/>
                  </a:cxn>
                  <a:cxn ang="0">
                    <a:pos x="38" y="21"/>
                  </a:cxn>
                  <a:cxn ang="0">
                    <a:pos x="35" y="21"/>
                  </a:cxn>
                  <a:cxn ang="0">
                    <a:pos x="33" y="19"/>
                  </a:cxn>
                  <a:cxn ang="0">
                    <a:pos x="28" y="16"/>
                  </a:cxn>
                  <a:cxn ang="0">
                    <a:pos x="26" y="14"/>
                  </a:cxn>
                  <a:cxn ang="0">
                    <a:pos x="24" y="12"/>
                  </a:cxn>
                  <a:cxn ang="0">
                    <a:pos x="21" y="12"/>
                  </a:cxn>
                  <a:cxn ang="0">
                    <a:pos x="17" y="12"/>
                  </a:cxn>
                  <a:cxn ang="0">
                    <a:pos x="14" y="9"/>
                  </a:cxn>
                  <a:cxn ang="0">
                    <a:pos x="9" y="9"/>
                  </a:cxn>
                  <a:cxn ang="0">
                    <a:pos x="7" y="9"/>
                  </a:cxn>
                  <a:cxn ang="0">
                    <a:pos x="2" y="7"/>
                  </a:cxn>
                  <a:cxn ang="0">
                    <a:pos x="0" y="5"/>
                  </a:cxn>
                  <a:cxn ang="0">
                    <a:pos x="0" y="2"/>
                  </a:cxn>
                  <a:cxn ang="0">
                    <a:pos x="2" y="0"/>
                  </a:cxn>
                  <a:cxn ang="0">
                    <a:pos x="7" y="0"/>
                  </a:cxn>
                </a:cxnLst>
                <a:rect l="0" t="0" r="r" b="b"/>
                <a:pathLst>
                  <a:path w="69" h="64">
                    <a:moveTo>
                      <a:pt x="7" y="0"/>
                    </a:moveTo>
                    <a:lnTo>
                      <a:pt x="7" y="2"/>
                    </a:lnTo>
                    <a:lnTo>
                      <a:pt x="9" y="2"/>
                    </a:lnTo>
                    <a:lnTo>
                      <a:pt x="9" y="2"/>
                    </a:lnTo>
                    <a:lnTo>
                      <a:pt x="9" y="0"/>
                    </a:lnTo>
                    <a:lnTo>
                      <a:pt x="9" y="0"/>
                    </a:lnTo>
                    <a:lnTo>
                      <a:pt x="12" y="0"/>
                    </a:lnTo>
                    <a:lnTo>
                      <a:pt x="12" y="2"/>
                    </a:lnTo>
                    <a:lnTo>
                      <a:pt x="12" y="2"/>
                    </a:lnTo>
                    <a:lnTo>
                      <a:pt x="12" y="2"/>
                    </a:lnTo>
                    <a:lnTo>
                      <a:pt x="14" y="2"/>
                    </a:lnTo>
                    <a:lnTo>
                      <a:pt x="14" y="2"/>
                    </a:lnTo>
                    <a:lnTo>
                      <a:pt x="14" y="5"/>
                    </a:lnTo>
                    <a:lnTo>
                      <a:pt x="14" y="5"/>
                    </a:lnTo>
                    <a:lnTo>
                      <a:pt x="14" y="5"/>
                    </a:lnTo>
                    <a:lnTo>
                      <a:pt x="14" y="5"/>
                    </a:lnTo>
                    <a:lnTo>
                      <a:pt x="14" y="7"/>
                    </a:lnTo>
                    <a:lnTo>
                      <a:pt x="17" y="7"/>
                    </a:lnTo>
                    <a:lnTo>
                      <a:pt x="17" y="7"/>
                    </a:lnTo>
                    <a:lnTo>
                      <a:pt x="17" y="7"/>
                    </a:lnTo>
                    <a:lnTo>
                      <a:pt x="17" y="5"/>
                    </a:lnTo>
                    <a:lnTo>
                      <a:pt x="17" y="5"/>
                    </a:lnTo>
                    <a:lnTo>
                      <a:pt x="19" y="5"/>
                    </a:lnTo>
                    <a:lnTo>
                      <a:pt x="19" y="5"/>
                    </a:lnTo>
                    <a:lnTo>
                      <a:pt x="19" y="5"/>
                    </a:lnTo>
                    <a:lnTo>
                      <a:pt x="21" y="5"/>
                    </a:lnTo>
                    <a:lnTo>
                      <a:pt x="21" y="5"/>
                    </a:lnTo>
                    <a:lnTo>
                      <a:pt x="21" y="7"/>
                    </a:lnTo>
                    <a:lnTo>
                      <a:pt x="21" y="7"/>
                    </a:lnTo>
                    <a:lnTo>
                      <a:pt x="21" y="7"/>
                    </a:lnTo>
                    <a:lnTo>
                      <a:pt x="24" y="7"/>
                    </a:lnTo>
                    <a:lnTo>
                      <a:pt x="24" y="7"/>
                    </a:lnTo>
                    <a:lnTo>
                      <a:pt x="24" y="9"/>
                    </a:lnTo>
                    <a:lnTo>
                      <a:pt x="24" y="9"/>
                    </a:lnTo>
                    <a:lnTo>
                      <a:pt x="26" y="9"/>
                    </a:lnTo>
                    <a:lnTo>
                      <a:pt x="26" y="9"/>
                    </a:lnTo>
                    <a:lnTo>
                      <a:pt x="26" y="9"/>
                    </a:lnTo>
                    <a:lnTo>
                      <a:pt x="26" y="12"/>
                    </a:lnTo>
                    <a:lnTo>
                      <a:pt x="28" y="12"/>
                    </a:lnTo>
                    <a:lnTo>
                      <a:pt x="28" y="12"/>
                    </a:lnTo>
                    <a:lnTo>
                      <a:pt x="28" y="12"/>
                    </a:lnTo>
                    <a:lnTo>
                      <a:pt x="28" y="12"/>
                    </a:lnTo>
                    <a:lnTo>
                      <a:pt x="31" y="12"/>
                    </a:lnTo>
                    <a:lnTo>
                      <a:pt x="31" y="12"/>
                    </a:lnTo>
                    <a:lnTo>
                      <a:pt x="31" y="12"/>
                    </a:lnTo>
                    <a:lnTo>
                      <a:pt x="33" y="12"/>
                    </a:lnTo>
                    <a:lnTo>
                      <a:pt x="33" y="12"/>
                    </a:lnTo>
                    <a:lnTo>
                      <a:pt x="33" y="14"/>
                    </a:lnTo>
                    <a:lnTo>
                      <a:pt x="33" y="14"/>
                    </a:lnTo>
                    <a:lnTo>
                      <a:pt x="33" y="14"/>
                    </a:lnTo>
                    <a:lnTo>
                      <a:pt x="35" y="14"/>
                    </a:lnTo>
                    <a:lnTo>
                      <a:pt x="35" y="14"/>
                    </a:lnTo>
                    <a:lnTo>
                      <a:pt x="35" y="16"/>
                    </a:lnTo>
                    <a:lnTo>
                      <a:pt x="35" y="16"/>
                    </a:lnTo>
                    <a:lnTo>
                      <a:pt x="38" y="16"/>
                    </a:lnTo>
                    <a:lnTo>
                      <a:pt x="38" y="16"/>
                    </a:lnTo>
                    <a:lnTo>
                      <a:pt x="38" y="16"/>
                    </a:lnTo>
                    <a:lnTo>
                      <a:pt x="38" y="19"/>
                    </a:lnTo>
                    <a:lnTo>
                      <a:pt x="40" y="19"/>
                    </a:lnTo>
                    <a:lnTo>
                      <a:pt x="40" y="19"/>
                    </a:lnTo>
                    <a:lnTo>
                      <a:pt x="40" y="19"/>
                    </a:lnTo>
                    <a:lnTo>
                      <a:pt x="40" y="21"/>
                    </a:lnTo>
                    <a:lnTo>
                      <a:pt x="40" y="21"/>
                    </a:lnTo>
                    <a:lnTo>
                      <a:pt x="43" y="21"/>
                    </a:lnTo>
                    <a:lnTo>
                      <a:pt x="43" y="21"/>
                    </a:lnTo>
                    <a:lnTo>
                      <a:pt x="43" y="21"/>
                    </a:lnTo>
                    <a:lnTo>
                      <a:pt x="43" y="21"/>
                    </a:lnTo>
                    <a:lnTo>
                      <a:pt x="45" y="21"/>
                    </a:lnTo>
                    <a:lnTo>
                      <a:pt x="45" y="21"/>
                    </a:lnTo>
                    <a:lnTo>
                      <a:pt x="47" y="21"/>
                    </a:lnTo>
                    <a:lnTo>
                      <a:pt x="47" y="21"/>
                    </a:lnTo>
                    <a:lnTo>
                      <a:pt x="47" y="23"/>
                    </a:lnTo>
                    <a:lnTo>
                      <a:pt x="47" y="23"/>
                    </a:lnTo>
                    <a:lnTo>
                      <a:pt x="47" y="23"/>
                    </a:lnTo>
                    <a:lnTo>
                      <a:pt x="47" y="23"/>
                    </a:lnTo>
                    <a:lnTo>
                      <a:pt x="47" y="26"/>
                    </a:lnTo>
                    <a:lnTo>
                      <a:pt x="50" y="26"/>
                    </a:lnTo>
                    <a:lnTo>
                      <a:pt x="50" y="26"/>
                    </a:lnTo>
                    <a:lnTo>
                      <a:pt x="50" y="26"/>
                    </a:lnTo>
                    <a:lnTo>
                      <a:pt x="50" y="28"/>
                    </a:lnTo>
                    <a:lnTo>
                      <a:pt x="50" y="28"/>
                    </a:lnTo>
                    <a:lnTo>
                      <a:pt x="50" y="28"/>
                    </a:lnTo>
                    <a:lnTo>
                      <a:pt x="52" y="28"/>
                    </a:lnTo>
                    <a:lnTo>
                      <a:pt x="52" y="28"/>
                    </a:lnTo>
                    <a:lnTo>
                      <a:pt x="52" y="31"/>
                    </a:lnTo>
                    <a:lnTo>
                      <a:pt x="52" y="31"/>
                    </a:lnTo>
                    <a:lnTo>
                      <a:pt x="54" y="31"/>
                    </a:lnTo>
                    <a:lnTo>
                      <a:pt x="54" y="33"/>
                    </a:lnTo>
                    <a:lnTo>
                      <a:pt x="54" y="33"/>
                    </a:lnTo>
                    <a:lnTo>
                      <a:pt x="54" y="33"/>
                    </a:lnTo>
                    <a:lnTo>
                      <a:pt x="57" y="33"/>
                    </a:lnTo>
                    <a:lnTo>
                      <a:pt x="57" y="33"/>
                    </a:lnTo>
                    <a:lnTo>
                      <a:pt x="57" y="33"/>
                    </a:lnTo>
                    <a:lnTo>
                      <a:pt x="57" y="33"/>
                    </a:lnTo>
                    <a:lnTo>
                      <a:pt x="57" y="35"/>
                    </a:lnTo>
                    <a:lnTo>
                      <a:pt x="57" y="35"/>
                    </a:lnTo>
                    <a:lnTo>
                      <a:pt x="57" y="35"/>
                    </a:lnTo>
                    <a:lnTo>
                      <a:pt x="59" y="35"/>
                    </a:lnTo>
                    <a:lnTo>
                      <a:pt x="59" y="38"/>
                    </a:lnTo>
                    <a:lnTo>
                      <a:pt x="59" y="38"/>
                    </a:lnTo>
                    <a:lnTo>
                      <a:pt x="59" y="38"/>
                    </a:lnTo>
                    <a:lnTo>
                      <a:pt x="62" y="38"/>
                    </a:lnTo>
                    <a:lnTo>
                      <a:pt x="62" y="38"/>
                    </a:lnTo>
                    <a:lnTo>
                      <a:pt x="62" y="38"/>
                    </a:lnTo>
                    <a:lnTo>
                      <a:pt x="62" y="38"/>
                    </a:lnTo>
                    <a:lnTo>
                      <a:pt x="62" y="38"/>
                    </a:lnTo>
                    <a:lnTo>
                      <a:pt x="62" y="40"/>
                    </a:lnTo>
                    <a:lnTo>
                      <a:pt x="64" y="40"/>
                    </a:lnTo>
                    <a:lnTo>
                      <a:pt x="64" y="40"/>
                    </a:lnTo>
                    <a:lnTo>
                      <a:pt x="64" y="40"/>
                    </a:lnTo>
                    <a:lnTo>
                      <a:pt x="64" y="40"/>
                    </a:lnTo>
                    <a:lnTo>
                      <a:pt x="64" y="42"/>
                    </a:lnTo>
                    <a:lnTo>
                      <a:pt x="64" y="42"/>
                    </a:lnTo>
                    <a:lnTo>
                      <a:pt x="66" y="42"/>
                    </a:lnTo>
                    <a:lnTo>
                      <a:pt x="66" y="42"/>
                    </a:lnTo>
                    <a:lnTo>
                      <a:pt x="66" y="42"/>
                    </a:lnTo>
                    <a:lnTo>
                      <a:pt x="66" y="45"/>
                    </a:lnTo>
                    <a:lnTo>
                      <a:pt x="66" y="45"/>
                    </a:lnTo>
                    <a:lnTo>
                      <a:pt x="69" y="45"/>
                    </a:lnTo>
                    <a:lnTo>
                      <a:pt x="69" y="47"/>
                    </a:lnTo>
                    <a:lnTo>
                      <a:pt x="69" y="47"/>
                    </a:lnTo>
                    <a:lnTo>
                      <a:pt x="69" y="47"/>
                    </a:lnTo>
                    <a:lnTo>
                      <a:pt x="69" y="50"/>
                    </a:lnTo>
                    <a:lnTo>
                      <a:pt x="69" y="50"/>
                    </a:lnTo>
                    <a:lnTo>
                      <a:pt x="69" y="52"/>
                    </a:lnTo>
                    <a:lnTo>
                      <a:pt x="69" y="52"/>
                    </a:lnTo>
                    <a:lnTo>
                      <a:pt x="69" y="52"/>
                    </a:lnTo>
                    <a:lnTo>
                      <a:pt x="69" y="52"/>
                    </a:lnTo>
                    <a:lnTo>
                      <a:pt x="66" y="52"/>
                    </a:lnTo>
                    <a:lnTo>
                      <a:pt x="66" y="54"/>
                    </a:lnTo>
                    <a:lnTo>
                      <a:pt x="69" y="54"/>
                    </a:lnTo>
                    <a:lnTo>
                      <a:pt x="69" y="54"/>
                    </a:lnTo>
                    <a:lnTo>
                      <a:pt x="69" y="57"/>
                    </a:lnTo>
                    <a:lnTo>
                      <a:pt x="69" y="57"/>
                    </a:lnTo>
                    <a:lnTo>
                      <a:pt x="66" y="57"/>
                    </a:lnTo>
                    <a:lnTo>
                      <a:pt x="66" y="59"/>
                    </a:lnTo>
                    <a:lnTo>
                      <a:pt x="66" y="59"/>
                    </a:lnTo>
                    <a:lnTo>
                      <a:pt x="66" y="59"/>
                    </a:lnTo>
                    <a:lnTo>
                      <a:pt x="66" y="61"/>
                    </a:lnTo>
                    <a:lnTo>
                      <a:pt x="66" y="61"/>
                    </a:lnTo>
                    <a:lnTo>
                      <a:pt x="64" y="61"/>
                    </a:lnTo>
                    <a:lnTo>
                      <a:pt x="64" y="61"/>
                    </a:lnTo>
                    <a:lnTo>
                      <a:pt x="64" y="61"/>
                    </a:lnTo>
                    <a:lnTo>
                      <a:pt x="64" y="64"/>
                    </a:lnTo>
                    <a:lnTo>
                      <a:pt x="64" y="64"/>
                    </a:lnTo>
                    <a:lnTo>
                      <a:pt x="62" y="64"/>
                    </a:lnTo>
                    <a:lnTo>
                      <a:pt x="62" y="61"/>
                    </a:lnTo>
                    <a:lnTo>
                      <a:pt x="62" y="61"/>
                    </a:lnTo>
                    <a:lnTo>
                      <a:pt x="62" y="61"/>
                    </a:lnTo>
                    <a:lnTo>
                      <a:pt x="62" y="61"/>
                    </a:lnTo>
                    <a:lnTo>
                      <a:pt x="62" y="61"/>
                    </a:lnTo>
                    <a:lnTo>
                      <a:pt x="62" y="59"/>
                    </a:lnTo>
                    <a:lnTo>
                      <a:pt x="59" y="59"/>
                    </a:lnTo>
                    <a:lnTo>
                      <a:pt x="59" y="59"/>
                    </a:lnTo>
                    <a:lnTo>
                      <a:pt x="59" y="57"/>
                    </a:lnTo>
                    <a:lnTo>
                      <a:pt x="59" y="57"/>
                    </a:lnTo>
                    <a:lnTo>
                      <a:pt x="59" y="57"/>
                    </a:lnTo>
                    <a:lnTo>
                      <a:pt x="59" y="54"/>
                    </a:lnTo>
                    <a:lnTo>
                      <a:pt x="57" y="54"/>
                    </a:lnTo>
                    <a:lnTo>
                      <a:pt x="57" y="54"/>
                    </a:lnTo>
                    <a:lnTo>
                      <a:pt x="57" y="52"/>
                    </a:lnTo>
                    <a:lnTo>
                      <a:pt x="57" y="52"/>
                    </a:lnTo>
                    <a:lnTo>
                      <a:pt x="59" y="52"/>
                    </a:lnTo>
                    <a:lnTo>
                      <a:pt x="59" y="52"/>
                    </a:lnTo>
                    <a:lnTo>
                      <a:pt x="59" y="50"/>
                    </a:lnTo>
                    <a:lnTo>
                      <a:pt x="59" y="50"/>
                    </a:lnTo>
                    <a:lnTo>
                      <a:pt x="59" y="47"/>
                    </a:lnTo>
                    <a:lnTo>
                      <a:pt x="57" y="47"/>
                    </a:lnTo>
                    <a:lnTo>
                      <a:pt x="57" y="47"/>
                    </a:lnTo>
                    <a:lnTo>
                      <a:pt x="57" y="45"/>
                    </a:lnTo>
                    <a:lnTo>
                      <a:pt x="57" y="45"/>
                    </a:lnTo>
                    <a:lnTo>
                      <a:pt x="57" y="45"/>
                    </a:lnTo>
                    <a:lnTo>
                      <a:pt x="57" y="42"/>
                    </a:lnTo>
                    <a:lnTo>
                      <a:pt x="57" y="42"/>
                    </a:lnTo>
                    <a:lnTo>
                      <a:pt x="57" y="42"/>
                    </a:lnTo>
                    <a:lnTo>
                      <a:pt x="57" y="42"/>
                    </a:lnTo>
                    <a:lnTo>
                      <a:pt x="57" y="40"/>
                    </a:lnTo>
                    <a:lnTo>
                      <a:pt x="54" y="40"/>
                    </a:lnTo>
                    <a:lnTo>
                      <a:pt x="54" y="40"/>
                    </a:lnTo>
                    <a:lnTo>
                      <a:pt x="54" y="38"/>
                    </a:lnTo>
                    <a:lnTo>
                      <a:pt x="54" y="38"/>
                    </a:lnTo>
                    <a:lnTo>
                      <a:pt x="54" y="38"/>
                    </a:lnTo>
                    <a:lnTo>
                      <a:pt x="54" y="38"/>
                    </a:lnTo>
                    <a:lnTo>
                      <a:pt x="54" y="35"/>
                    </a:lnTo>
                    <a:lnTo>
                      <a:pt x="52" y="35"/>
                    </a:lnTo>
                    <a:lnTo>
                      <a:pt x="52" y="35"/>
                    </a:lnTo>
                    <a:lnTo>
                      <a:pt x="52" y="35"/>
                    </a:lnTo>
                    <a:lnTo>
                      <a:pt x="52" y="33"/>
                    </a:lnTo>
                    <a:lnTo>
                      <a:pt x="52" y="33"/>
                    </a:lnTo>
                    <a:lnTo>
                      <a:pt x="50" y="33"/>
                    </a:lnTo>
                    <a:lnTo>
                      <a:pt x="50" y="33"/>
                    </a:lnTo>
                    <a:lnTo>
                      <a:pt x="50" y="33"/>
                    </a:lnTo>
                    <a:lnTo>
                      <a:pt x="50" y="31"/>
                    </a:lnTo>
                    <a:lnTo>
                      <a:pt x="50" y="31"/>
                    </a:lnTo>
                    <a:lnTo>
                      <a:pt x="50" y="31"/>
                    </a:lnTo>
                    <a:lnTo>
                      <a:pt x="47" y="31"/>
                    </a:lnTo>
                    <a:lnTo>
                      <a:pt x="47" y="28"/>
                    </a:lnTo>
                    <a:lnTo>
                      <a:pt x="47" y="28"/>
                    </a:lnTo>
                    <a:lnTo>
                      <a:pt x="47" y="28"/>
                    </a:lnTo>
                    <a:lnTo>
                      <a:pt x="45" y="28"/>
                    </a:lnTo>
                    <a:lnTo>
                      <a:pt x="45" y="28"/>
                    </a:lnTo>
                    <a:lnTo>
                      <a:pt x="43" y="28"/>
                    </a:lnTo>
                    <a:lnTo>
                      <a:pt x="43" y="28"/>
                    </a:lnTo>
                    <a:lnTo>
                      <a:pt x="43" y="28"/>
                    </a:lnTo>
                    <a:lnTo>
                      <a:pt x="43" y="28"/>
                    </a:lnTo>
                    <a:lnTo>
                      <a:pt x="43" y="26"/>
                    </a:lnTo>
                    <a:lnTo>
                      <a:pt x="40" y="26"/>
                    </a:lnTo>
                    <a:lnTo>
                      <a:pt x="40" y="26"/>
                    </a:lnTo>
                    <a:lnTo>
                      <a:pt x="40" y="26"/>
                    </a:lnTo>
                    <a:lnTo>
                      <a:pt x="40" y="26"/>
                    </a:lnTo>
                    <a:lnTo>
                      <a:pt x="40" y="23"/>
                    </a:lnTo>
                    <a:lnTo>
                      <a:pt x="38" y="23"/>
                    </a:lnTo>
                    <a:lnTo>
                      <a:pt x="38" y="23"/>
                    </a:lnTo>
                    <a:lnTo>
                      <a:pt x="38" y="23"/>
                    </a:lnTo>
                    <a:lnTo>
                      <a:pt x="38" y="21"/>
                    </a:lnTo>
                    <a:lnTo>
                      <a:pt x="35" y="21"/>
                    </a:lnTo>
                    <a:lnTo>
                      <a:pt x="35" y="21"/>
                    </a:lnTo>
                    <a:lnTo>
                      <a:pt x="35" y="21"/>
                    </a:lnTo>
                    <a:lnTo>
                      <a:pt x="35" y="21"/>
                    </a:lnTo>
                    <a:lnTo>
                      <a:pt x="35" y="21"/>
                    </a:lnTo>
                    <a:lnTo>
                      <a:pt x="33" y="21"/>
                    </a:lnTo>
                    <a:lnTo>
                      <a:pt x="33" y="21"/>
                    </a:lnTo>
                    <a:lnTo>
                      <a:pt x="33" y="19"/>
                    </a:lnTo>
                    <a:lnTo>
                      <a:pt x="33" y="19"/>
                    </a:lnTo>
                    <a:lnTo>
                      <a:pt x="33" y="19"/>
                    </a:lnTo>
                    <a:lnTo>
                      <a:pt x="31" y="19"/>
                    </a:lnTo>
                    <a:lnTo>
                      <a:pt x="31" y="16"/>
                    </a:lnTo>
                    <a:lnTo>
                      <a:pt x="31" y="16"/>
                    </a:lnTo>
                    <a:lnTo>
                      <a:pt x="28" y="16"/>
                    </a:lnTo>
                    <a:lnTo>
                      <a:pt x="28" y="16"/>
                    </a:lnTo>
                    <a:lnTo>
                      <a:pt x="28" y="16"/>
                    </a:lnTo>
                    <a:lnTo>
                      <a:pt x="28" y="16"/>
                    </a:lnTo>
                    <a:lnTo>
                      <a:pt x="28" y="14"/>
                    </a:lnTo>
                    <a:lnTo>
                      <a:pt x="26" y="14"/>
                    </a:lnTo>
                    <a:lnTo>
                      <a:pt x="26" y="14"/>
                    </a:lnTo>
                    <a:lnTo>
                      <a:pt x="26" y="14"/>
                    </a:lnTo>
                    <a:lnTo>
                      <a:pt x="24" y="14"/>
                    </a:lnTo>
                    <a:lnTo>
                      <a:pt x="24" y="12"/>
                    </a:lnTo>
                    <a:lnTo>
                      <a:pt x="24" y="12"/>
                    </a:lnTo>
                    <a:lnTo>
                      <a:pt x="24" y="12"/>
                    </a:lnTo>
                    <a:lnTo>
                      <a:pt x="24" y="12"/>
                    </a:lnTo>
                    <a:lnTo>
                      <a:pt x="21" y="12"/>
                    </a:lnTo>
                    <a:lnTo>
                      <a:pt x="21" y="12"/>
                    </a:lnTo>
                    <a:lnTo>
                      <a:pt x="21" y="12"/>
                    </a:lnTo>
                    <a:lnTo>
                      <a:pt x="21" y="12"/>
                    </a:lnTo>
                    <a:lnTo>
                      <a:pt x="21" y="12"/>
                    </a:lnTo>
                    <a:lnTo>
                      <a:pt x="19" y="12"/>
                    </a:lnTo>
                    <a:lnTo>
                      <a:pt x="19" y="12"/>
                    </a:lnTo>
                    <a:lnTo>
                      <a:pt x="19" y="12"/>
                    </a:lnTo>
                    <a:lnTo>
                      <a:pt x="17" y="12"/>
                    </a:lnTo>
                    <a:lnTo>
                      <a:pt x="17" y="12"/>
                    </a:lnTo>
                    <a:lnTo>
                      <a:pt x="17" y="12"/>
                    </a:lnTo>
                    <a:lnTo>
                      <a:pt x="17" y="9"/>
                    </a:lnTo>
                    <a:lnTo>
                      <a:pt x="14" y="9"/>
                    </a:lnTo>
                    <a:lnTo>
                      <a:pt x="14" y="9"/>
                    </a:lnTo>
                    <a:lnTo>
                      <a:pt x="14" y="9"/>
                    </a:lnTo>
                    <a:lnTo>
                      <a:pt x="14" y="9"/>
                    </a:lnTo>
                    <a:lnTo>
                      <a:pt x="12" y="9"/>
                    </a:lnTo>
                    <a:lnTo>
                      <a:pt x="12" y="9"/>
                    </a:lnTo>
                    <a:lnTo>
                      <a:pt x="9" y="9"/>
                    </a:lnTo>
                    <a:lnTo>
                      <a:pt x="9" y="9"/>
                    </a:lnTo>
                    <a:lnTo>
                      <a:pt x="9" y="9"/>
                    </a:lnTo>
                    <a:lnTo>
                      <a:pt x="7" y="9"/>
                    </a:lnTo>
                    <a:lnTo>
                      <a:pt x="7" y="9"/>
                    </a:lnTo>
                    <a:lnTo>
                      <a:pt x="7" y="9"/>
                    </a:lnTo>
                    <a:lnTo>
                      <a:pt x="5" y="9"/>
                    </a:lnTo>
                    <a:lnTo>
                      <a:pt x="5" y="9"/>
                    </a:lnTo>
                    <a:lnTo>
                      <a:pt x="5" y="7"/>
                    </a:lnTo>
                    <a:lnTo>
                      <a:pt x="2" y="7"/>
                    </a:lnTo>
                    <a:lnTo>
                      <a:pt x="2" y="7"/>
                    </a:lnTo>
                    <a:lnTo>
                      <a:pt x="2" y="7"/>
                    </a:lnTo>
                    <a:lnTo>
                      <a:pt x="2" y="5"/>
                    </a:lnTo>
                    <a:lnTo>
                      <a:pt x="2" y="5"/>
                    </a:lnTo>
                    <a:lnTo>
                      <a:pt x="2" y="5"/>
                    </a:lnTo>
                    <a:lnTo>
                      <a:pt x="0" y="5"/>
                    </a:lnTo>
                    <a:lnTo>
                      <a:pt x="0" y="5"/>
                    </a:lnTo>
                    <a:lnTo>
                      <a:pt x="0" y="2"/>
                    </a:lnTo>
                    <a:lnTo>
                      <a:pt x="0" y="2"/>
                    </a:lnTo>
                    <a:lnTo>
                      <a:pt x="0" y="2"/>
                    </a:lnTo>
                    <a:lnTo>
                      <a:pt x="0" y="2"/>
                    </a:lnTo>
                    <a:lnTo>
                      <a:pt x="2" y="2"/>
                    </a:lnTo>
                    <a:lnTo>
                      <a:pt x="2" y="2"/>
                    </a:lnTo>
                    <a:lnTo>
                      <a:pt x="2" y="0"/>
                    </a:lnTo>
                    <a:lnTo>
                      <a:pt x="2" y="0"/>
                    </a:lnTo>
                    <a:lnTo>
                      <a:pt x="2" y="0"/>
                    </a:lnTo>
                    <a:lnTo>
                      <a:pt x="5" y="0"/>
                    </a:lnTo>
                    <a:lnTo>
                      <a:pt x="5" y="0"/>
                    </a:lnTo>
                    <a:lnTo>
                      <a:pt x="7" y="0"/>
                    </a:lnTo>
                    <a:lnTo>
                      <a:pt x="7" y="0"/>
                    </a:lnTo>
                    <a:lnTo>
                      <a:pt x="7"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70"/>
              <p:cNvSpPr>
                <a:spLocks/>
              </p:cNvSpPr>
              <p:nvPr/>
            </p:nvSpPr>
            <p:spPr bwMode="auto">
              <a:xfrm>
                <a:off x="4050" y="2815"/>
                <a:ext cx="69" cy="64"/>
              </a:xfrm>
              <a:custGeom>
                <a:avLst/>
                <a:gdLst/>
                <a:ahLst/>
                <a:cxnLst>
                  <a:cxn ang="0">
                    <a:pos x="9" y="0"/>
                  </a:cxn>
                  <a:cxn ang="0">
                    <a:pos x="12" y="2"/>
                  </a:cxn>
                  <a:cxn ang="0">
                    <a:pos x="14" y="5"/>
                  </a:cxn>
                  <a:cxn ang="0">
                    <a:pos x="17" y="7"/>
                  </a:cxn>
                  <a:cxn ang="0">
                    <a:pos x="19" y="5"/>
                  </a:cxn>
                  <a:cxn ang="0">
                    <a:pos x="21" y="7"/>
                  </a:cxn>
                  <a:cxn ang="0">
                    <a:pos x="26" y="9"/>
                  </a:cxn>
                  <a:cxn ang="0">
                    <a:pos x="28" y="12"/>
                  </a:cxn>
                  <a:cxn ang="0">
                    <a:pos x="31" y="12"/>
                  </a:cxn>
                  <a:cxn ang="0">
                    <a:pos x="33" y="14"/>
                  </a:cxn>
                  <a:cxn ang="0">
                    <a:pos x="38" y="16"/>
                  </a:cxn>
                  <a:cxn ang="0">
                    <a:pos x="40" y="19"/>
                  </a:cxn>
                  <a:cxn ang="0">
                    <a:pos x="43" y="21"/>
                  </a:cxn>
                  <a:cxn ang="0">
                    <a:pos x="47" y="21"/>
                  </a:cxn>
                  <a:cxn ang="0">
                    <a:pos x="47" y="23"/>
                  </a:cxn>
                  <a:cxn ang="0">
                    <a:pos x="50" y="28"/>
                  </a:cxn>
                  <a:cxn ang="0">
                    <a:pos x="52" y="31"/>
                  </a:cxn>
                  <a:cxn ang="0">
                    <a:pos x="54" y="33"/>
                  </a:cxn>
                  <a:cxn ang="0">
                    <a:pos x="57" y="35"/>
                  </a:cxn>
                  <a:cxn ang="0">
                    <a:pos x="59" y="38"/>
                  </a:cxn>
                  <a:cxn ang="0">
                    <a:pos x="62" y="38"/>
                  </a:cxn>
                  <a:cxn ang="0">
                    <a:pos x="64" y="40"/>
                  </a:cxn>
                  <a:cxn ang="0">
                    <a:pos x="66" y="42"/>
                  </a:cxn>
                  <a:cxn ang="0">
                    <a:pos x="69" y="47"/>
                  </a:cxn>
                  <a:cxn ang="0">
                    <a:pos x="69" y="52"/>
                  </a:cxn>
                  <a:cxn ang="0">
                    <a:pos x="66" y="54"/>
                  </a:cxn>
                  <a:cxn ang="0">
                    <a:pos x="66" y="57"/>
                  </a:cxn>
                  <a:cxn ang="0">
                    <a:pos x="66" y="61"/>
                  </a:cxn>
                  <a:cxn ang="0">
                    <a:pos x="64" y="64"/>
                  </a:cxn>
                  <a:cxn ang="0">
                    <a:pos x="62" y="61"/>
                  </a:cxn>
                  <a:cxn ang="0">
                    <a:pos x="59" y="57"/>
                  </a:cxn>
                  <a:cxn ang="0">
                    <a:pos x="57" y="54"/>
                  </a:cxn>
                  <a:cxn ang="0">
                    <a:pos x="59" y="50"/>
                  </a:cxn>
                  <a:cxn ang="0">
                    <a:pos x="57" y="45"/>
                  </a:cxn>
                  <a:cxn ang="0">
                    <a:pos x="57" y="42"/>
                  </a:cxn>
                  <a:cxn ang="0">
                    <a:pos x="54" y="38"/>
                  </a:cxn>
                  <a:cxn ang="0">
                    <a:pos x="52" y="35"/>
                  </a:cxn>
                  <a:cxn ang="0">
                    <a:pos x="50" y="33"/>
                  </a:cxn>
                  <a:cxn ang="0">
                    <a:pos x="50" y="31"/>
                  </a:cxn>
                  <a:cxn ang="0">
                    <a:pos x="45" y="28"/>
                  </a:cxn>
                  <a:cxn ang="0">
                    <a:pos x="43" y="28"/>
                  </a:cxn>
                  <a:cxn ang="0">
                    <a:pos x="40" y="26"/>
                  </a:cxn>
                  <a:cxn ang="0">
                    <a:pos x="38" y="21"/>
                  </a:cxn>
                  <a:cxn ang="0">
                    <a:pos x="35" y="21"/>
                  </a:cxn>
                  <a:cxn ang="0">
                    <a:pos x="33" y="19"/>
                  </a:cxn>
                  <a:cxn ang="0">
                    <a:pos x="28" y="16"/>
                  </a:cxn>
                  <a:cxn ang="0">
                    <a:pos x="26" y="14"/>
                  </a:cxn>
                  <a:cxn ang="0">
                    <a:pos x="24" y="12"/>
                  </a:cxn>
                  <a:cxn ang="0">
                    <a:pos x="21" y="12"/>
                  </a:cxn>
                  <a:cxn ang="0">
                    <a:pos x="17" y="12"/>
                  </a:cxn>
                  <a:cxn ang="0">
                    <a:pos x="14" y="9"/>
                  </a:cxn>
                  <a:cxn ang="0">
                    <a:pos x="9" y="9"/>
                  </a:cxn>
                  <a:cxn ang="0">
                    <a:pos x="7" y="9"/>
                  </a:cxn>
                  <a:cxn ang="0">
                    <a:pos x="2" y="7"/>
                  </a:cxn>
                  <a:cxn ang="0">
                    <a:pos x="0" y="5"/>
                  </a:cxn>
                  <a:cxn ang="0">
                    <a:pos x="0" y="2"/>
                  </a:cxn>
                  <a:cxn ang="0">
                    <a:pos x="2" y="0"/>
                  </a:cxn>
                  <a:cxn ang="0">
                    <a:pos x="7" y="0"/>
                  </a:cxn>
                </a:cxnLst>
                <a:rect l="0" t="0" r="r" b="b"/>
                <a:pathLst>
                  <a:path w="69" h="64">
                    <a:moveTo>
                      <a:pt x="7" y="0"/>
                    </a:moveTo>
                    <a:lnTo>
                      <a:pt x="7" y="2"/>
                    </a:lnTo>
                    <a:lnTo>
                      <a:pt x="9" y="2"/>
                    </a:lnTo>
                    <a:lnTo>
                      <a:pt x="9" y="2"/>
                    </a:lnTo>
                    <a:lnTo>
                      <a:pt x="9" y="0"/>
                    </a:lnTo>
                    <a:lnTo>
                      <a:pt x="9" y="0"/>
                    </a:lnTo>
                    <a:lnTo>
                      <a:pt x="12" y="0"/>
                    </a:lnTo>
                    <a:lnTo>
                      <a:pt x="12" y="2"/>
                    </a:lnTo>
                    <a:lnTo>
                      <a:pt x="12" y="2"/>
                    </a:lnTo>
                    <a:lnTo>
                      <a:pt x="12" y="2"/>
                    </a:lnTo>
                    <a:lnTo>
                      <a:pt x="14" y="2"/>
                    </a:lnTo>
                    <a:lnTo>
                      <a:pt x="14" y="2"/>
                    </a:lnTo>
                    <a:lnTo>
                      <a:pt x="14" y="5"/>
                    </a:lnTo>
                    <a:lnTo>
                      <a:pt x="14" y="5"/>
                    </a:lnTo>
                    <a:lnTo>
                      <a:pt x="14" y="5"/>
                    </a:lnTo>
                    <a:lnTo>
                      <a:pt x="14" y="5"/>
                    </a:lnTo>
                    <a:lnTo>
                      <a:pt x="14" y="7"/>
                    </a:lnTo>
                    <a:lnTo>
                      <a:pt x="17" y="7"/>
                    </a:lnTo>
                    <a:lnTo>
                      <a:pt x="17" y="7"/>
                    </a:lnTo>
                    <a:lnTo>
                      <a:pt x="17" y="7"/>
                    </a:lnTo>
                    <a:lnTo>
                      <a:pt x="17" y="5"/>
                    </a:lnTo>
                    <a:lnTo>
                      <a:pt x="17" y="5"/>
                    </a:lnTo>
                    <a:lnTo>
                      <a:pt x="19" y="5"/>
                    </a:lnTo>
                    <a:lnTo>
                      <a:pt x="19" y="5"/>
                    </a:lnTo>
                    <a:lnTo>
                      <a:pt x="19" y="5"/>
                    </a:lnTo>
                    <a:lnTo>
                      <a:pt x="21" y="5"/>
                    </a:lnTo>
                    <a:lnTo>
                      <a:pt x="21" y="5"/>
                    </a:lnTo>
                    <a:lnTo>
                      <a:pt x="21" y="7"/>
                    </a:lnTo>
                    <a:lnTo>
                      <a:pt x="21" y="7"/>
                    </a:lnTo>
                    <a:lnTo>
                      <a:pt x="21" y="7"/>
                    </a:lnTo>
                    <a:lnTo>
                      <a:pt x="24" y="7"/>
                    </a:lnTo>
                    <a:lnTo>
                      <a:pt x="24" y="7"/>
                    </a:lnTo>
                    <a:lnTo>
                      <a:pt x="24" y="9"/>
                    </a:lnTo>
                    <a:lnTo>
                      <a:pt x="24" y="9"/>
                    </a:lnTo>
                    <a:lnTo>
                      <a:pt x="26" y="9"/>
                    </a:lnTo>
                    <a:lnTo>
                      <a:pt x="26" y="9"/>
                    </a:lnTo>
                    <a:lnTo>
                      <a:pt x="26" y="9"/>
                    </a:lnTo>
                    <a:lnTo>
                      <a:pt x="26" y="12"/>
                    </a:lnTo>
                    <a:lnTo>
                      <a:pt x="28" y="12"/>
                    </a:lnTo>
                    <a:lnTo>
                      <a:pt x="28" y="12"/>
                    </a:lnTo>
                    <a:lnTo>
                      <a:pt x="28" y="12"/>
                    </a:lnTo>
                    <a:lnTo>
                      <a:pt x="28" y="12"/>
                    </a:lnTo>
                    <a:lnTo>
                      <a:pt x="31" y="12"/>
                    </a:lnTo>
                    <a:lnTo>
                      <a:pt x="31" y="12"/>
                    </a:lnTo>
                    <a:lnTo>
                      <a:pt x="31" y="12"/>
                    </a:lnTo>
                    <a:lnTo>
                      <a:pt x="33" y="12"/>
                    </a:lnTo>
                    <a:lnTo>
                      <a:pt x="33" y="12"/>
                    </a:lnTo>
                    <a:lnTo>
                      <a:pt x="33" y="14"/>
                    </a:lnTo>
                    <a:lnTo>
                      <a:pt x="33" y="14"/>
                    </a:lnTo>
                    <a:lnTo>
                      <a:pt x="33" y="14"/>
                    </a:lnTo>
                    <a:lnTo>
                      <a:pt x="35" y="14"/>
                    </a:lnTo>
                    <a:lnTo>
                      <a:pt x="35" y="14"/>
                    </a:lnTo>
                    <a:lnTo>
                      <a:pt x="35" y="16"/>
                    </a:lnTo>
                    <a:lnTo>
                      <a:pt x="35" y="16"/>
                    </a:lnTo>
                    <a:lnTo>
                      <a:pt x="38" y="16"/>
                    </a:lnTo>
                    <a:lnTo>
                      <a:pt x="38" y="16"/>
                    </a:lnTo>
                    <a:lnTo>
                      <a:pt x="38" y="16"/>
                    </a:lnTo>
                    <a:lnTo>
                      <a:pt x="38" y="19"/>
                    </a:lnTo>
                    <a:lnTo>
                      <a:pt x="40" y="19"/>
                    </a:lnTo>
                    <a:lnTo>
                      <a:pt x="40" y="19"/>
                    </a:lnTo>
                    <a:lnTo>
                      <a:pt x="40" y="19"/>
                    </a:lnTo>
                    <a:lnTo>
                      <a:pt x="40" y="21"/>
                    </a:lnTo>
                    <a:lnTo>
                      <a:pt x="40" y="21"/>
                    </a:lnTo>
                    <a:lnTo>
                      <a:pt x="43" y="21"/>
                    </a:lnTo>
                    <a:lnTo>
                      <a:pt x="43" y="21"/>
                    </a:lnTo>
                    <a:lnTo>
                      <a:pt x="43" y="21"/>
                    </a:lnTo>
                    <a:lnTo>
                      <a:pt x="43" y="21"/>
                    </a:lnTo>
                    <a:lnTo>
                      <a:pt x="45" y="21"/>
                    </a:lnTo>
                    <a:lnTo>
                      <a:pt x="45" y="21"/>
                    </a:lnTo>
                    <a:lnTo>
                      <a:pt x="47" y="21"/>
                    </a:lnTo>
                    <a:lnTo>
                      <a:pt x="47" y="21"/>
                    </a:lnTo>
                    <a:lnTo>
                      <a:pt x="47" y="23"/>
                    </a:lnTo>
                    <a:lnTo>
                      <a:pt x="47" y="23"/>
                    </a:lnTo>
                    <a:lnTo>
                      <a:pt x="47" y="23"/>
                    </a:lnTo>
                    <a:lnTo>
                      <a:pt x="47" y="23"/>
                    </a:lnTo>
                    <a:lnTo>
                      <a:pt x="47" y="26"/>
                    </a:lnTo>
                    <a:lnTo>
                      <a:pt x="50" y="26"/>
                    </a:lnTo>
                    <a:lnTo>
                      <a:pt x="50" y="26"/>
                    </a:lnTo>
                    <a:lnTo>
                      <a:pt x="50" y="26"/>
                    </a:lnTo>
                    <a:lnTo>
                      <a:pt x="50" y="28"/>
                    </a:lnTo>
                    <a:lnTo>
                      <a:pt x="50" y="28"/>
                    </a:lnTo>
                    <a:lnTo>
                      <a:pt x="50" y="28"/>
                    </a:lnTo>
                    <a:lnTo>
                      <a:pt x="52" y="28"/>
                    </a:lnTo>
                    <a:lnTo>
                      <a:pt x="52" y="28"/>
                    </a:lnTo>
                    <a:lnTo>
                      <a:pt x="52" y="31"/>
                    </a:lnTo>
                    <a:lnTo>
                      <a:pt x="52" y="31"/>
                    </a:lnTo>
                    <a:lnTo>
                      <a:pt x="54" y="31"/>
                    </a:lnTo>
                    <a:lnTo>
                      <a:pt x="54" y="33"/>
                    </a:lnTo>
                    <a:lnTo>
                      <a:pt x="54" y="33"/>
                    </a:lnTo>
                    <a:lnTo>
                      <a:pt x="54" y="33"/>
                    </a:lnTo>
                    <a:lnTo>
                      <a:pt x="57" y="33"/>
                    </a:lnTo>
                    <a:lnTo>
                      <a:pt x="57" y="33"/>
                    </a:lnTo>
                    <a:lnTo>
                      <a:pt x="57" y="33"/>
                    </a:lnTo>
                    <a:lnTo>
                      <a:pt x="57" y="33"/>
                    </a:lnTo>
                    <a:lnTo>
                      <a:pt x="57" y="35"/>
                    </a:lnTo>
                    <a:lnTo>
                      <a:pt x="57" y="35"/>
                    </a:lnTo>
                    <a:lnTo>
                      <a:pt x="57" y="35"/>
                    </a:lnTo>
                    <a:lnTo>
                      <a:pt x="59" y="35"/>
                    </a:lnTo>
                    <a:lnTo>
                      <a:pt x="59" y="38"/>
                    </a:lnTo>
                    <a:lnTo>
                      <a:pt x="59" y="38"/>
                    </a:lnTo>
                    <a:lnTo>
                      <a:pt x="59" y="38"/>
                    </a:lnTo>
                    <a:lnTo>
                      <a:pt x="62" y="38"/>
                    </a:lnTo>
                    <a:lnTo>
                      <a:pt x="62" y="38"/>
                    </a:lnTo>
                    <a:lnTo>
                      <a:pt x="62" y="38"/>
                    </a:lnTo>
                    <a:lnTo>
                      <a:pt x="62" y="38"/>
                    </a:lnTo>
                    <a:lnTo>
                      <a:pt x="62" y="38"/>
                    </a:lnTo>
                    <a:lnTo>
                      <a:pt x="62" y="40"/>
                    </a:lnTo>
                    <a:lnTo>
                      <a:pt x="64" y="40"/>
                    </a:lnTo>
                    <a:lnTo>
                      <a:pt x="64" y="40"/>
                    </a:lnTo>
                    <a:lnTo>
                      <a:pt x="64" y="40"/>
                    </a:lnTo>
                    <a:lnTo>
                      <a:pt x="64" y="40"/>
                    </a:lnTo>
                    <a:lnTo>
                      <a:pt x="64" y="42"/>
                    </a:lnTo>
                    <a:lnTo>
                      <a:pt x="64" y="42"/>
                    </a:lnTo>
                    <a:lnTo>
                      <a:pt x="66" y="42"/>
                    </a:lnTo>
                    <a:lnTo>
                      <a:pt x="66" y="42"/>
                    </a:lnTo>
                    <a:lnTo>
                      <a:pt x="66" y="42"/>
                    </a:lnTo>
                    <a:lnTo>
                      <a:pt x="66" y="45"/>
                    </a:lnTo>
                    <a:lnTo>
                      <a:pt x="66" y="45"/>
                    </a:lnTo>
                    <a:lnTo>
                      <a:pt x="69" y="45"/>
                    </a:lnTo>
                    <a:lnTo>
                      <a:pt x="69" y="47"/>
                    </a:lnTo>
                    <a:lnTo>
                      <a:pt x="69" y="47"/>
                    </a:lnTo>
                    <a:lnTo>
                      <a:pt x="69" y="47"/>
                    </a:lnTo>
                    <a:lnTo>
                      <a:pt x="69" y="50"/>
                    </a:lnTo>
                    <a:lnTo>
                      <a:pt x="69" y="50"/>
                    </a:lnTo>
                    <a:lnTo>
                      <a:pt x="69" y="52"/>
                    </a:lnTo>
                    <a:lnTo>
                      <a:pt x="69" y="52"/>
                    </a:lnTo>
                    <a:lnTo>
                      <a:pt x="69" y="52"/>
                    </a:lnTo>
                    <a:lnTo>
                      <a:pt x="69" y="52"/>
                    </a:lnTo>
                    <a:lnTo>
                      <a:pt x="66" y="52"/>
                    </a:lnTo>
                    <a:lnTo>
                      <a:pt x="66" y="54"/>
                    </a:lnTo>
                    <a:lnTo>
                      <a:pt x="69" y="54"/>
                    </a:lnTo>
                    <a:lnTo>
                      <a:pt x="69" y="54"/>
                    </a:lnTo>
                    <a:lnTo>
                      <a:pt x="69" y="57"/>
                    </a:lnTo>
                    <a:lnTo>
                      <a:pt x="69" y="57"/>
                    </a:lnTo>
                    <a:lnTo>
                      <a:pt x="66" y="57"/>
                    </a:lnTo>
                    <a:lnTo>
                      <a:pt x="66" y="59"/>
                    </a:lnTo>
                    <a:lnTo>
                      <a:pt x="66" y="59"/>
                    </a:lnTo>
                    <a:lnTo>
                      <a:pt x="66" y="59"/>
                    </a:lnTo>
                    <a:lnTo>
                      <a:pt x="66" y="61"/>
                    </a:lnTo>
                    <a:lnTo>
                      <a:pt x="66" y="61"/>
                    </a:lnTo>
                    <a:lnTo>
                      <a:pt x="64" y="61"/>
                    </a:lnTo>
                    <a:lnTo>
                      <a:pt x="64" y="61"/>
                    </a:lnTo>
                    <a:lnTo>
                      <a:pt x="64" y="61"/>
                    </a:lnTo>
                    <a:lnTo>
                      <a:pt x="64" y="64"/>
                    </a:lnTo>
                    <a:lnTo>
                      <a:pt x="64" y="64"/>
                    </a:lnTo>
                    <a:lnTo>
                      <a:pt x="62" y="64"/>
                    </a:lnTo>
                    <a:lnTo>
                      <a:pt x="62" y="61"/>
                    </a:lnTo>
                    <a:lnTo>
                      <a:pt x="62" y="61"/>
                    </a:lnTo>
                    <a:lnTo>
                      <a:pt x="62" y="61"/>
                    </a:lnTo>
                    <a:lnTo>
                      <a:pt x="62" y="61"/>
                    </a:lnTo>
                    <a:lnTo>
                      <a:pt x="62" y="61"/>
                    </a:lnTo>
                    <a:lnTo>
                      <a:pt x="62" y="59"/>
                    </a:lnTo>
                    <a:lnTo>
                      <a:pt x="59" y="59"/>
                    </a:lnTo>
                    <a:lnTo>
                      <a:pt x="59" y="59"/>
                    </a:lnTo>
                    <a:lnTo>
                      <a:pt x="59" y="57"/>
                    </a:lnTo>
                    <a:lnTo>
                      <a:pt x="59" y="57"/>
                    </a:lnTo>
                    <a:lnTo>
                      <a:pt x="59" y="57"/>
                    </a:lnTo>
                    <a:lnTo>
                      <a:pt x="59" y="54"/>
                    </a:lnTo>
                    <a:lnTo>
                      <a:pt x="57" y="54"/>
                    </a:lnTo>
                    <a:lnTo>
                      <a:pt x="57" y="54"/>
                    </a:lnTo>
                    <a:lnTo>
                      <a:pt x="57" y="52"/>
                    </a:lnTo>
                    <a:lnTo>
                      <a:pt x="57" y="52"/>
                    </a:lnTo>
                    <a:lnTo>
                      <a:pt x="59" y="52"/>
                    </a:lnTo>
                    <a:lnTo>
                      <a:pt x="59" y="52"/>
                    </a:lnTo>
                    <a:lnTo>
                      <a:pt x="59" y="50"/>
                    </a:lnTo>
                    <a:lnTo>
                      <a:pt x="59" y="50"/>
                    </a:lnTo>
                    <a:lnTo>
                      <a:pt x="59" y="47"/>
                    </a:lnTo>
                    <a:lnTo>
                      <a:pt x="57" y="47"/>
                    </a:lnTo>
                    <a:lnTo>
                      <a:pt x="57" y="47"/>
                    </a:lnTo>
                    <a:lnTo>
                      <a:pt x="57" y="45"/>
                    </a:lnTo>
                    <a:lnTo>
                      <a:pt x="57" y="45"/>
                    </a:lnTo>
                    <a:lnTo>
                      <a:pt x="57" y="45"/>
                    </a:lnTo>
                    <a:lnTo>
                      <a:pt x="57" y="42"/>
                    </a:lnTo>
                    <a:lnTo>
                      <a:pt x="57" y="42"/>
                    </a:lnTo>
                    <a:lnTo>
                      <a:pt x="57" y="42"/>
                    </a:lnTo>
                    <a:lnTo>
                      <a:pt x="57" y="42"/>
                    </a:lnTo>
                    <a:lnTo>
                      <a:pt x="57" y="40"/>
                    </a:lnTo>
                    <a:lnTo>
                      <a:pt x="54" y="40"/>
                    </a:lnTo>
                    <a:lnTo>
                      <a:pt x="54" y="40"/>
                    </a:lnTo>
                    <a:lnTo>
                      <a:pt x="54" y="38"/>
                    </a:lnTo>
                    <a:lnTo>
                      <a:pt x="54" y="38"/>
                    </a:lnTo>
                    <a:lnTo>
                      <a:pt x="54" y="38"/>
                    </a:lnTo>
                    <a:lnTo>
                      <a:pt x="54" y="38"/>
                    </a:lnTo>
                    <a:lnTo>
                      <a:pt x="54" y="35"/>
                    </a:lnTo>
                    <a:lnTo>
                      <a:pt x="52" y="35"/>
                    </a:lnTo>
                    <a:lnTo>
                      <a:pt x="52" y="35"/>
                    </a:lnTo>
                    <a:lnTo>
                      <a:pt x="52" y="35"/>
                    </a:lnTo>
                    <a:lnTo>
                      <a:pt x="52" y="33"/>
                    </a:lnTo>
                    <a:lnTo>
                      <a:pt x="52" y="33"/>
                    </a:lnTo>
                    <a:lnTo>
                      <a:pt x="50" y="33"/>
                    </a:lnTo>
                    <a:lnTo>
                      <a:pt x="50" y="33"/>
                    </a:lnTo>
                    <a:lnTo>
                      <a:pt x="50" y="33"/>
                    </a:lnTo>
                    <a:lnTo>
                      <a:pt x="50" y="31"/>
                    </a:lnTo>
                    <a:lnTo>
                      <a:pt x="50" y="31"/>
                    </a:lnTo>
                    <a:lnTo>
                      <a:pt x="50" y="31"/>
                    </a:lnTo>
                    <a:lnTo>
                      <a:pt x="47" y="31"/>
                    </a:lnTo>
                    <a:lnTo>
                      <a:pt x="47" y="28"/>
                    </a:lnTo>
                    <a:lnTo>
                      <a:pt x="47" y="28"/>
                    </a:lnTo>
                    <a:lnTo>
                      <a:pt x="47" y="28"/>
                    </a:lnTo>
                    <a:lnTo>
                      <a:pt x="45" y="28"/>
                    </a:lnTo>
                    <a:lnTo>
                      <a:pt x="45" y="28"/>
                    </a:lnTo>
                    <a:lnTo>
                      <a:pt x="43" y="28"/>
                    </a:lnTo>
                    <a:lnTo>
                      <a:pt x="43" y="28"/>
                    </a:lnTo>
                    <a:lnTo>
                      <a:pt x="43" y="28"/>
                    </a:lnTo>
                    <a:lnTo>
                      <a:pt x="43" y="28"/>
                    </a:lnTo>
                    <a:lnTo>
                      <a:pt x="43" y="26"/>
                    </a:lnTo>
                    <a:lnTo>
                      <a:pt x="40" y="26"/>
                    </a:lnTo>
                    <a:lnTo>
                      <a:pt x="40" y="26"/>
                    </a:lnTo>
                    <a:lnTo>
                      <a:pt x="40" y="26"/>
                    </a:lnTo>
                    <a:lnTo>
                      <a:pt x="40" y="26"/>
                    </a:lnTo>
                    <a:lnTo>
                      <a:pt x="40" y="23"/>
                    </a:lnTo>
                    <a:lnTo>
                      <a:pt x="38" y="23"/>
                    </a:lnTo>
                    <a:lnTo>
                      <a:pt x="38" y="23"/>
                    </a:lnTo>
                    <a:lnTo>
                      <a:pt x="38" y="23"/>
                    </a:lnTo>
                    <a:lnTo>
                      <a:pt x="38" y="21"/>
                    </a:lnTo>
                    <a:lnTo>
                      <a:pt x="35" y="21"/>
                    </a:lnTo>
                    <a:lnTo>
                      <a:pt x="35" y="21"/>
                    </a:lnTo>
                    <a:lnTo>
                      <a:pt x="35" y="21"/>
                    </a:lnTo>
                    <a:lnTo>
                      <a:pt x="35" y="21"/>
                    </a:lnTo>
                    <a:lnTo>
                      <a:pt x="35" y="21"/>
                    </a:lnTo>
                    <a:lnTo>
                      <a:pt x="33" y="21"/>
                    </a:lnTo>
                    <a:lnTo>
                      <a:pt x="33" y="21"/>
                    </a:lnTo>
                    <a:lnTo>
                      <a:pt x="33" y="19"/>
                    </a:lnTo>
                    <a:lnTo>
                      <a:pt x="33" y="19"/>
                    </a:lnTo>
                    <a:lnTo>
                      <a:pt x="33" y="19"/>
                    </a:lnTo>
                    <a:lnTo>
                      <a:pt x="31" y="19"/>
                    </a:lnTo>
                    <a:lnTo>
                      <a:pt x="31" y="16"/>
                    </a:lnTo>
                    <a:lnTo>
                      <a:pt x="31" y="16"/>
                    </a:lnTo>
                    <a:lnTo>
                      <a:pt x="28" y="16"/>
                    </a:lnTo>
                    <a:lnTo>
                      <a:pt x="28" y="16"/>
                    </a:lnTo>
                    <a:lnTo>
                      <a:pt x="28" y="16"/>
                    </a:lnTo>
                    <a:lnTo>
                      <a:pt x="28" y="16"/>
                    </a:lnTo>
                    <a:lnTo>
                      <a:pt x="28" y="14"/>
                    </a:lnTo>
                    <a:lnTo>
                      <a:pt x="26" y="14"/>
                    </a:lnTo>
                    <a:lnTo>
                      <a:pt x="26" y="14"/>
                    </a:lnTo>
                    <a:lnTo>
                      <a:pt x="26" y="14"/>
                    </a:lnTo>
                    <a:lnTo>
                      <a:pt x="24" y="14"/>
                    </a:lnTo>
                    <a:lnTo>
                      <a:pt x="24" y="12"/>
                    </a:lnTo>
                    <a:lnTo>
                      <a:pt x="24" y="12"/>
                    </a:lnTo>
                    <a:lnTo>
                      <a:pt x="24" y="12"/>
                    </a:lnTo>
                    <a:lnTo>
                      <a:pt x="24" y="12"/>
                    </a:lnTo>
                    <a:lnTo>
                      <a:pt x="21" y="12"/>
                    </a:lnTo>
                    <a:lnTo>
                      <a:pt x="21" y="12"/>
                    </a:lnTo>
                    <a:lnTo>
                      <a:pt x="21" y="12"/>
                    </a:lnTo>
                    <a:lnTo>
                      <a:pt x="21" y="12"/>
                    </a:lnTo>
                    <a:lnTo>
                      <a:pt x="21" y="12"/>
                    </a:lnTo>
                    <a:lnTo>
                      <a:pt x="19" y="12"/>
                    </a:lnTo>
                    <a:lnTo>
                      <a:pt x="19" y="12"/>
                    </a:lnTo>
                    <a:lnTo>
                      <a:pt x="19" y="12"/>
                    </a:lnTo>
                    <a:lnTo>
                      <a:pt x="17" y="12"/>
                    </a:lnTo>
                    <a:lnTo>
                      <a:pt x="17" y="12"/>
                    </a:lnTo>
                    <a:lnTo>
                      <a:pt x="17" y="12"/>
                    </a:lnTo>
                    <a:lnTo>
                      <a:pt x="17" y="9"/>
                    </a:lnTo>
                    <a:lnTo>
                      <a:pt x="14" y="9"/>
                    </a:lnTo>
                    <a:lnTo>
                      <a:pt x="14" y="9"/>
                    </a:lnTo>
                    <a:lnTo>
                      <a:pt x="14" y="9"/>
                    </a:lnTo>
                    <a:lnTo>
                      <a:pt x="14" y="9"/>
                    </a:lnTo>
                    <a:lnTo>
                      <a:pt x="12" y="9"/>
                    </a:lnTo>
                    <a:lnTo>
                      <a:pt x="12" y="9"/>
                    </a:lnTo>
                    <a:lnTo>
                      <a:pt x="9" y="9"/>
                    </a:lnTo>
                    <a:lnTo>
                      <a:pt x="9" y="9"/>
                    </a:lnTo>
                    <a:lnTo>
                      <a:pt x="9" y="9"/>
                    </a:lnTo>
                    <a:lnTo>
                      <a:pt x="7" y="9"/>
                    </a:lnTo>
                    <a:lnTo>
                      <a:pt x="7" y="9"/>
                    </a:lnTo>
                    <a:lnTo>
                      <a:pt x="7" y="9"/>
                    </a:lnTo>
                    <a:lnTo>
                      <a:pt x="5" y="9"/>
                    </a:lnTo>
                    <a:lnTo>
                      <a:pt x="5" y="9"/>
                    </a:lnTo>
                    <a:lnTo>
                      <a:pt x="5" y="7"/>
                    </a:lnTo>
                    <a:lnTo>
                      <a:pt x="2" y="7"/>
                    </a:lnTo>
                    <a:lnTo>
                      <a:pt x="2" y="7"/>
                    </a:lnTo>
                    <a:lnTo>
                      <a:pt x="2" y="7"/>
                    </a:lnTo>
                    <a:lnTo>
                      <a:pt x="2" y="5"/>
                    </a:lnTo>
                    <a:lnTo>
                      <a:pt x="2" y="5"/>
                    </a:lnTo>
                    <a:lnTo>
                      <a:pt x="2" y="5"/>
                    </a:lnTo>
                    <a:lnTo>
                      <a:pt x="0" y="5"/>
                    </a:lnTo>
                    <a:lnTo>
                      <a:pt x="0" y="5"/>
                    </a:lnTo>
                    <a:lnTo>
                      <a:pt x="0" y="2"/>
                    </a:lnTo>
                    <a:lnTo>
                      <a:pt x="0" y="2"/>
                    </a:lnTo>
                    <a:lnTo>
                      <a:pt x="0" y="2"/>
                    </a:lnTo>
                    <a:lnTo>
                      <a:pt x="0" y="2"/>
                    </a:lnTo>
                    <a:lnTo>
                      <a:pt x="2" y="2"/>
                    </a:lnTo>
                    <a:lnTo>
                      <a:pt x="2" y="2"/>
                    </a:lnTo>
                    <a:lnTo>
                      <a:pt x="2" y="0"/>
                    </a:lnTo>
                    <a:lnTo>
                      <a:pt x="2" y="0"/>
                    </a:lnTo>
                    <a:lnTo>
                      <a:pt x="2" y="0"/>
                    </a:lnTo>
                    <a:lnTo>
                      <a:pt x="5" y="0"/>
                    </a:lnTo>
                    <a:lnTo>
                      <a:pt x="5" y="0"/>
                    </a:lnTo>
                    <a:lnTo>
                      <a:pt x="7" y="0"/>
                    </a:lnTo>
                    <a:lnTo>
                      <a:pt x="7" y="0"/>
                    </a:lnTo>
                    <a:lnTo>
                      <a:pt x="7"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71"/>
              <p:cNvSpPr>
                <a:spLocks/>
              </p:cNvSpPr>
              <p:nvPr/>
            </p:nvSpPr>
            <p:spPr bwMode="auto">
              <a:xfrm>
                <a:off x="4014" y="2857"/>
                <a:ext cx="90" cy="60"/>
              </a:xfrm>
              <a:custGeom>
                <a:avLst/>
                <a:gdLst/>
                <a:ahLst/>
                <a:cxnLst>
                  <a:cxn ang="0">
                    <a:pos x="86" y="5"/>
                  </a:cxn>
                  <a:cxn ang="0">
                    <a:pos x="88" y="8"/>
                  </a:cxn>
                  <a:cxn ang="0">
                    <a:pos x="88" y="12"/>
                  </a:cxn>
                  <a:cxn ang="0">
                    <a:pos x="90" y="17"/>
                  </a:cxn>
                  <a:cxn ang="0">
                    <a:pos x="88" y="22"/>
                  </a:cxn>
                  <a:cxn ang="0">
                    <a:pos x="83" y="24"/>
                  </a:cxn>
                  <a:cxn ang="0">
                    <a:pos x="79" y="27"/>
                  </a:cxn>
                  <a:cxn ang="0">
                    <a:pos x="83" y="31"/>
                  </a:cxn>
                  <a:cxn ang="0">
                    <a:pos x="83" y="36"/>
                  </a:cxn>
                  <a:cxn ang="0">
                    <a:pos x="79" y="38"/>
                  </a:cxn>
                  <a:cxn ang="0">
                    <a:pos x="76" y="38"/>
                  </a:cxn>
                  <a:cxn ang="0">
                    <a:pos x="71" y="38"/>
                  </a:cxn>
                  <a:cxn ang="0">
                    <a:pos x="69" y="41"/>
                  </a:cxn>
                  <a:cxn ang="0">
                    <a:pos x="69" y="43"/>
                  </a:cxn>
                  <a:cxn ang="0">
                    <a:pos x="64" y="48"/>
                  </a:cxn>
                  <a:cxn ang="0">
                    <a:pos x="60" y="50"/>
                  </a:cxn>
                  <a:cxn ang="0">
                    <a:pos x="57" y="53"/>
                  </a:cxn>
                  <a:cxn ang="0">
                    <a:pos x="53" y="55"/>
                  </a:cxn>
                  <a:cxn ang="0">
                    <a:pos x="48" y="57"/>
                  </a:cxn>
                  <a:cxn ang="0">
                    <a:pos x="43" y="60"/>
                  </a:cxn>
                  <a:cxn ang="0">
                    <a:pos x="38" y="60"/>
                  </a:cxn>
                  <a:cxn ang="0">
                    <a:pos x="34" y="60"/>
                  </a:cxn>
                  <a:cxn ang="0">
                    <a:pos x="29" y="60"/>
                  </a:cxn>
                  <a:cxn ang="0">
                    <a:pos x="27" y="55"/>
                  </a:cxn>
                  <a:cxn ang="0">
                    <a:pos x="22" y="53"/>
                  </a:cxn>
                  <a:cxn ang="0">
                    <a:pos x="17" y="55"/>
                  </a:cxn>
                  <a:cxn ang="0">
                    <a:pos x="15" y="53"/>
                  </a:cxn>
                  <a:cxn ang="0">
                    <a:pos x="12" y="50"/>
                  </a:cxn>
                  <a:cxn ang="0">
                    <a:pos x="10" y="48"/>
                  </a:cxn>
                  <a:cxn ang="0">
                    <a:pos x="5" y="48"/>
                  </a:cxn>
                  <a:cxn ang="0">
                    <a:pos x="3" y="45"/>
                  </a:cxn>
                  <a:cxn ang="0">
                    <a:pos x="0" y="38"/>
                  </a:cxn>
                  <a:cxn ang="0">
                    <a:pos x="5" y="36"/>
                  </a:cxn>
                  <a:cxn ang="0">
                    <a:pos x="8" y="36"/>
                  </a:cxn>
                  <a:cxn ang="0">
                    <a:pos x="12" y="36"/>
                  </a:cxn>
                  <a:cxn ang="0">
                    <a:pos x="17" y="36"/>
                  </a:cxn>
                  <a:cxn ang="0">
                    <a:pos x="22" y="38"/>
                  </a:cxn>
                  <a:cxn ang="0">
                    <a:pos x="27" y="38"/>
                  </a:cxn>
                  <a:cxn ang="0">
                    <a:pos x="31" y="36"/>
                  </a:cxn>
                  <a:cxn ang="0">
                    <a:pos x="36" y="36"/>
                  </a:cxn>
                  <a:cxn ang="0">
                    <a:pos x="36" y="31"/>
                  </a:cxn>
                  <a:cxn ang="0">
                    <a:pos x="36" y="29"/>
                  </a:cxn>
                  <a:cxn ang="0">
                    <a:pos x="38" y="24"/>
                  </a:cxn>
                  <a:cxn ang="0">
                    <a:pos x="43" y="29"/>
                  </a:cxn>
                  <a:cxn ang="0">
                    <a:pos x="38" y="31"/>
                  </a:cxn>
                  <a:cxn ang="0">
                    <a:pos x="41" y="36"/>
                  </a:cxn>
                  <a:cxn ang="0">
                    <a:pos x="43" y="38"/>
                  </a:cxn>
                  <a:cxn ang="0">
                    <a:pos x="48" y="36"/>
                  </a:cxn>
                  <a:cxn ang="0">
                    <a:pos x="53" y="38"/>
                  </a:cxn>
                  <a:cxn ang="0">
                    <a:pos x="57" y="36"/>
                  </a:cxn>
                  <a:cxn ang="0">
                    <a:pos x="60" y="31"/>
                  </a:cxn>
                  <a:cxn ang="0">
                    <a:pos x="60" y="27"/>
                  </a:cxn>
                  <a:cxn ang="0">
                    <a:pos x="60" y="24"/>
                  </a:cxn>
                  <a:cxn ang="0">
                    <a:pos x="64" y="22"/>
                  </a:cxn>
                  <a:cxn ang="0">
                    <a:pos x="67" y="22"/>
                  </a:cxn>
                  <a:cxn ang="0">
                    <a:pos x="71" y="22"/>
                  </a:cxn>
                  <a:cxn ang="0">
                    <a:pos x="71" y="17"/>
                  </a:cxn>
                  <a:cxn ang="0">
                    <a:pos x="71" y="10"/>
                  </a:cxn>
                  <a:cxn ang="0">
                    <a:pos x="69" y="5"/>
                  </a:cxn>
                  <a:cxn ang="0">
                    <a:pos x="74" y="3"/>
                  </a:cxn>
                  <a:cxn ang="0">
                    <a:pos x="79" y="5"/>
                  </a:cxn>
                  <a:cxn ang="0">
                    <a:pos x="79" y="5"/>
                  </a:cxn>
                  <a:cxn ang="0">
                    <a:pos x="81" y="0"/>
                  </a:cxn>
                </a:cxnLst>
                <a:rect l="0" t="0" r="r" b="b"/>
                <a:pathLst>
                  <a:path w="90" h="60">
                    <a:moveTo>
                      <a:pt x="83" y="0"/>
                    </a:moveTo>
                    <a:lnTo>
                      <a:pt x="83" y="3"/>
                    </a:lnTo>
                    <a:lnTo>
                      <a:pt x="83" y="3"/>
                    </a:lnTo>
                    <a:lnTo>
                      <a:pt x="86" y="3"/>
                    </a:lnTo>
                    <a:lnTo>
                      <a:pt x="86" y="3"/>
                    </a:lnTo>
                    <a:lnTo>
                      <a:pt x="86" y="3"/>
                    </a:lnTo>
                    <a:lnTo>
                      <a:pt x="86" y="5"/>
                    </a:lnTo>
                    <a:lnTo>
                      <a:pt x="86" y="5"/>
                    </a:lnTo>
                    <a:lnTo>
                      <a:pt x="86" y="8"/>
                    </a:lnTo>
                    <a:lnTo>
                      <a:pt x="86" y="8"/>
                    </a:lnTo>
                    <a:lnTo>
                      <a:pt x="86" y="8"/>
                    </a:lnTo>
                    <a:lnTo>
                      <a:pt x="88" y="8"/>
                    </a:lnTo>
                    <a:lnTo>
                      <a:pt x="88" y="8"/>
                    </a:lnTo>
                    <a:lnTo>
                      <a:pt x="88" y="8"/>
                    </a:lnTo>
                    <a:lnTo>
                      <a:pt x="90" y="8"/>
                    </a:lnTo>
                    <a:lnTo>
                      <a:pt x="90" y="8"/>
                    </a:lnTo>
                    <a:lnTo>
                      <a:pt x="90" y="10"/>
                    </a:lnTo>
                    <a:lnTo>
                      <a:pt x="90" y="10"/>
                    </a:lnTo>
                    <a:lnTo>
                      <a:pt x="88" y="10"/>
                    </a:lnTo>
                    <a:lnTo>
                      <a:pt x="88" y="10"/>
                    </a:lnTo>
                    <a:lnTo>
                      <a:pt x="88" y="12"/>
                    </a:lnTo>
                    <a:lnTo>
                      <a:pt x="88" y="12"/>
                    </a:lnTo>
                    <a:lnTo>
                      <a:pt x="88" y="15"/>
                    </a:lnTo>
                    <a:lnTo>
                      <a:pt x="90" y="15"/>
                    </a:lnTo>
                    <a:lnTo>
                      <a:pt x="90" y="15"/>
                    </a:lnTo>
                    <a:lnTo>
                      <a:pt x="88" y="15"/>
                    </a:lnTo>
                    <a:lnTo>
                      <a:pt x="88" y="17"/>
                    </a:lnTo>
                    <a:lnTo>
                      <a:pt x="90" y="17"/>
                    </a:lnTo>
                    <a:lnTo>
                      <a:pt x="90" y="17"/>
                    </a:lnTo>
                    <a:lnTo>
                      <a:pt x="88" y="17"/>
                    </a:lnTo>
                    <a:lnTo>
                      <a:pt x="88" y="19"/>
                    </a:lnTo>
                    <a:lnTo>
                      <a:pt x="88" y="19"/>
                    </a:lnTo>
                    <a:lnTo>
                      <a:pt x="88" y="19"/>
                    </a:lnTo>
                    <a:lnTo>
                      <a:pt x="88" y="19"/>
                    </a:lnTo>
                    <a:lnTo>
                      <a:pt x="88" y="22"/>
                    </a:lnTo>
                    <a:lnTo>
                      <a:pt x="88" y="22"/>
                    </a:lnTo>
                    <a:lnTo>
                      <a:pt x="86" y="22"/>
                    </a:lnTo>
                    <a:lnTo>
                      <a:pt x="86" y="24"/>
                    </a:lnTo>
                    <a:lnTo>
                      <a:pt x="86" y="24"/>
                    </a:lnTo>
                    <a:lnTo>
                      <a:pt x="86" y="24"/>
                    </a:lnTo>
                    <a:lnTo>
                      <a:pt x="86" y="24"/>
                    </a:lnTo>
                    <a:lnTo>
                      <a:pt x="83" y="24"/>
                    </a:lnTo>
                    <a:lnTo>
                      <a:pt x="83" y="24"/>
                    </a:lnTo>
                    <a:lnTo>
                      <a:pt x="83" y="24"/>
                    </a:lnTo>
                    <a:lnTo>
                      <a:pt x="81" y="24"/>
                    </a:lnTo>
                    <a:lnTo>
                      <a:pt x="81" y="24"/>
                    </a:lnTo>
                    <a:lnTo>
                      <a:pt x="81" y="27"/>
                    </a:lnTo>
                    <a:lnTo>
                      <a:pt x="81" y="27"/>
                    </a:lnTo>
                    <a:lnTo>
                      <a:pt x="79" y="27"/>
                    </a:lnTo>
                    <a:lnTo>
                      <a:pt x="79" y="29"/>
                    </a:lnTo>
                    <a:lnTo>
                      <a:pt x="81" y="29"/>
                    </a:lnTo>
                    <a:lnTo>
                      <a:pt x="81" y="29"/>
                    </a:lnTo>
                    <a:lnTo>
                      <a:pt x="81" y="29"/>
                    </a:lnTo>
                    <a:lnTo>
                      <a:pt x="81" y="29"/>
                    </a:lnTo>
                    <a:lnTo>
                      <a:pt x="83" y="29"/>
                    </a:lnTo>
                    <a:lnTo>
                      <a:pt x="83" y="31"/>
                    </a:lnTo>
                    <a:lnTo>
                      <a:pt x="83" y="31"/>
                    </a:lnTo>
                    <a:lnTo>
                      <a:pt x="83" y="31"/>
                    </a:lnTo>
                    <a:lnTo>
                      <a:pt x="83" y="31"/>
                    </a:lnTo>
                    <a:lnTo>
                      <a:pt x="83" y="34"/>
                    </a:lnTo>
                    <a:lnTo>
                      <a:pt x="83" y="34"/>
                    </a:lnTo>
                    <a:lnTo>
                      <a:pt x="83" y="34"/>
                    </a:lnTo>
                    <a:lnTo>
                      <a:pt x="83" y="36"/>
                    </a:lnTo>
                    <a:lnTo>
                      <a:pt x="83" y="36"/>
                    </a:lnTo>
                    <a:lnTo>
                      <a:pt x="83" y="36"/>
                    </a:lnTo>
                    <a:lnTo>
                      <a:pt x="81" y="36"/>
                    </a:lnTo>
                    <a:lnTo>
                      <a:pt x="81" y="38"/>
                    </a:lnTo>
                    <a:lnTo>
                      <a:pt x="81" y="38"/>
                    </a:lnTo>
                    <a:lnTo>
                      <a:pt x="81" y="38"/>
                    </a:lnTo>
                    <a:lnTo>
                      <a:pt x="79" y="38"/>
                    </a:lnTo>
                    <a:lnTo>
                      <a:pt x="79" y="38"/>
                    </a:lnTo>
                    <a:lnTo>
                      <a:pt x="79" y="38"/>
                    </a:lnTo>
                    <a:lnTo>
                      <a:pt x="79" y="38"/>
                    </a:lnTo>
                    <a:lnTo>
                      <a:pt x="76" y="38"/>
                    </a:lnTo>
                    <a:lnTo>
                      <a:pt x="76" y="41"/>
                    </a:lnTo>
                    <a:lnTo>
                      <a:pt x="76" y="41"/>
                    </a:lnTo>
                    <a:lnTo>
                      <a:pt x="76" y="38"/>
                    </a:lnTo>
                    <a:lnTo>
                      <a:pt x="76" y="38"/>
                    </a:lnTo>
                    <a:lnTo>
                      <a:pt x="74" y="38"/>
                    </a:lnTo>
                    <a:lnTo>
                      <a:pt x="74" y="38"/>
                    </a:lnTo>
                    <a:lnTo>
                      <a:pt x="74" y="38"/>
                    </a:lnTo>
                    <a:lnTo>
                      <a:pt x="74" y="38"/>
                    </a:lnTo>
                    <a:lnTo>
                      <a:pt x="71" y="38"/>
                    </a:lnTo>
                    <a:lnTo>
                      <a:pt x="71" y="38"/>
                    </a:lnTo>
                    <a:lnTo>
                      <a:pt x="71" y="38"/>
                    </a:lnTo>
                    <a:lnTo>
                      <a:pt x="71" y="38"/>
                    </a:lnTo>
                    <a:lnTo>
                      <a:pt x="69" y="38"/>
                    </a:lnTo>
                    <a:lnTo>
                      <a:pt x="69" y="38"/>
                    </a:lnTo>
                    <a:lnTo>
                      <a:pt x="69" y="38"/>
                    </a:lnTo>
                    <a:lnTo>
                      <a:pt x="69" y="38"/>
                    </a:lnTo>
                    <a:lnTo>
                      <a:pt x="69" y="41"/>
                    </a:lnTo>
                    <a:lnTo>
                      <a:pt x="71" y="41"/>
                    </a:lnTo>
                    <a:lnTo>
                      <a:pt x="71" y="41"/>
                    </a:lnTo>
                    <a:lnTo>
                      <a:pt x="71" y="43"/>
                    </a:lnTo>
                    <a:lnTo>
                      <a:pt x="69" y="43"/>
                    </a:lnTo>
                    <a:lnTo>
                      <a:pt x="69" y="43"/>
                    </a:lnTo>
                    <a:lnTo>
                      <a:pt x="69" y="43"/>
                    </a:lnTo>
                    <a:lnTo>
                      <a:pt x="69" y="43"/>
                    </a:lnTo>
                    <a:lnTo>
                      <a:pt x="69" y="45"/>
                    </a:lnTo>
                    <a:lnTo>
                      <a:pt x="69" y="45"/>
                    </a:lnTo>
                    <a:lnTo>
                      <a:pt x="67" y="45"/>
                    </a:lnTo>
                    <a:lnTo>
                      <a:pt x="67" y="45"/>
                    </a:lnTo>
                    <a:lnTo>
                      <a:pt x="67" y="48"/>
                    </a:lnTo>
                    <a:lnTo>
                      <a:pt x="64" y="48"/>
                    </a:lnTo>
                    <a:lnTo>
                      <a:pt x="64" y="48"/>
                    </a:lnTo>
                    <a:lnTo>
                      <a:pt x="64" y="48"/>
                    </a:lnTo>
                    <a:lnTo>
                      <a:pt x="64" y="50"/>
                    </a:lnTo>
                    <a:lnTo>
                      <a:pt x="64" y="50"/>
                    </a:lnTo>
                    <a:lnTo>
                      <a:pt x="64" y="50"/>
                    </a:lnTo>
                    <a:lnTo>
                      <a:pt x="62" y="50"/>
                    </a:lnTo>
                    <a:lnTo>
                      <a:pt x="62" y="50"/>
                    </a:lnTo>
                    <a:lnTo>
                      <a:pt x="60" y="50"/>
                    </a:lnTo>
                    <a:lnTo>
                      <a:pt x="60" y="50"/>
                    </a:lnTo>
                    <a:lnTo>
                      <a:pt x="60" y="50"/>
                    </a:lnTo>
                    <a:lnTo>
                      <a:pt x="60" y="50"/>
                    </a:lnTo>
                    <a:lnTo>
                      <a:pt x="57" y="50"/>
                    </a:lnTo>
                    <a:lnTo>
                      <a:pt x="57" y="50"/>
                    </a:lnTo>
                    <a:lnTo>
                      <a:pt x="57" y="50"/>
                    </a:lnTo>
                    <a:lnTo>
                      <a:pt x="57" y="53"/>
                    </a:lnTo>
                    <a:lnTo>
                      <a:pt x="55" y="53"/>
                    </a:lnTo>
                    <a:lnTo>
                      <a:pt x="55" y="53"/>
                    </a:lnTo>
                    <a:lnTo>
                      <a:pt x="55" y="53"/>
                    </a:lnTo>
                    <a:lnTo>
                      <a:pt x="53" y="53"/>
                    </a:lnTo>
                    <a:lnTo>
                      <a:pt x="53" y="55"/>
                    </a:lnTo>
                    <a:lnTo>
                      <a:pt x="53" y="55"/>
                    </a:lnTo>
                    <a:lnTo>
                      <a:pt x="53" y="55"/>
                    </a:lnTo>
                    <a:lnTo>
                      <a:pt x="50" y="55"/>
                    </a:lnTo>
                    <a:lnTo>
                      <a:pt x="50" y="55"/>
                    </a:lnTo>
                    <a:lnTo>
                      <a:pt x="50" y="55"/>
                    </a:lnTo>
                    <a:lnTo>
                      <a:pt x="50" y="55"/>
                    </a:lnTo>
                    <a:lnTo>
                      <a:pt x="48" y="55"/>
                    </a:lnTo>
                    <a:lnTo>
                      <a:pt x="48" y="57"/>
                    </a:lnTo>
                    <a:lnTo>
                      <a:pt x="48" y="57"/>
                    </a:lnTo>
                    <a:lnTo>
                      <a:pt x="48" y="57"/>
                    </a:lnTo>
                    <a:lnTo>
                      <a:pt x="45" y="57"/>
                    </a:lnTo>
                    <a:lnTo>
                      <a:pt x="45" y="57"/>
                    </a:lnTo>
                    <a:lnTo>
                      <a:pt x="45" y="57"/>
                    </a:lnTo>
                    <a:lnTo>
                      <a:pt x="45" y="60"/>
                    </a:lnTo>
                    <a:lnTo>
                      <a:pt x="43" y="60"/>
                    </a:lnTo>
                    <a:lnTo>
                      <a:pt x="43" y="60"/>
                    </a:lnTo>
                    <a:lnTo>
                      <a:pt x="43" y="57"/>
                    </a:lnTo>
                    <a:lnTo>
                      <a:pt x="43" y="57"/>
                    </a:lnTo>
                    <a:lnTo>
                      <a:pt x="41" y="57"/>
                    </a:lnTo>
                    <a:lnTo>
                      <a:pt x="41" y="57"/>
                    </a:lnTo>
                    <a:lnTo>
                      <a:pt x="38" y="57"/>
                    </a:lnTo>
                    <a:lnTo>
                      <a:pt x="38" y="60"/>
                    </a:lnTo>
                    <a:lnTo>
                      <a:pt x="38" y="60"/>
                    </a:lnTo>
                    <a:lnTo>
                      <a:pt x="38" y="60"/>
                    </a:lnTo>
                    <a:lnTo>
                      <a:pt x="36" y="60"/>
                    </a:lnTo>
                    <a:lnTo>
                      <a:pt x="36" y="60"/>
                    </a:lnTo>
                    <a:lnTo>
                      <a:pt x="36" y="60"/>
                    </a:lnTo>
                    <a:lnTo>
                      <a:pt x="36" y="57"/>
                    </a:lnTo>
                    <a:lnTo>
                      <a:pt x="34" y="57"/>
                    </a:lnTo>
                    <a:lnTo>
                      <a:pt x="34" y="60"/>
                    </a:lnTo>
                    <a:lnTo>
                      <a:pt x="34" y="60"/>
                    </a:lnTo>
                    <a:lnTo>
                      <a:pt x="31" y="60"/>
                    </a:lnTo>
                    <a:lnTo>
                      <a:pt x="31" y="57"/>
                    </a:lnTo>
                    <a:lnTo>
                      <a:pt x="31" y="57"/>
                    </a:lnTo>
                    <a:lnTo>
                      <a:pt x="31" y="60"/>
                    </a:lnTo>
                    <a:lnTo>
                      <a:pt x="31" y="60"/>
                    </a:lnTo>
                    <a:lnTo>
                      <a:pt x="29" y="60"/>
                    </a:lnTo>
                    <a:lnTo>
                      <a:pt x="29" y="57"/>
                    </a:lnTo>
                    <a:lnTo>
                      <a:pt x="29" y="57"/>
                    </a:lnTo>
                    <a:lnTo>
                      <a:pt x="27" y="57"/>
                    </a:lnTo>
                    <a:lnTo>
                      <a:pt x="27" y="57"/>
                    </a:lnTo>
                    <a:lnTo>
                      <a:pt x="27" y="57"/>
                    </a:lnTo>
                    <a:lnTo>
                      <a:pt x="27" y="55"/>
                    </a:lnTo>
                    <a:lnTo>
                      <a:pt x="27" y="55"/>
                    </a:lnTo>
                    <a:lnTo>
                      <a:pt x="27" y="55"/>
                    </a:lnTo>
                    <a:lnTo>
                      <a:pt x="27" y="53"/>
                    </a:lnTo>
                    <a:lnTo>
                      <a:pt x="24" y="53"/>
                    </a:lnTo>
                    <a:lnTo>
                      <a:pt x="24" y="53"/>
                    </a:lnTo>
                    <a:lnTo>
                      <a:pt x="24" y="53"/>
                    </a:lnTo>
                    <a:lnTo>
                      <a:pt x="24" y="53"/>
                    </a:lnTo>
                    <a:lnTo>
                      <a:pt x="22" y="53"/>
                    </a:lnTo>
                    <a:lnTo>
                      <a:pt x="22" y="53"/>
                    </a:lnTo>
                    <a:lnTo>
                      <a:pt x="22" y="53"/>
                    </a:lnTo>
                    <a:lnTo>
                      <a:pt x="19" y="53"/>
                    </a:lnTo>
                    <a:lnTo>
                      <a:pt x="19" y="53"/>
                    </a:lnTo>
                    <a:lnTo>
                      <a:pt x="19" y="53"/>
                    </a:lnTo>
                    <a:lnTo>
                      <a:pt x="19" y="55"/>
                    </a:lnTo>
                    <a:lnTo>
                      <a:pt x="17" y="55"/>
                    </a:lnTo>
                    <a:lnTo>
                      <a:pt x="17" y="55"/>
                    </a:lnTo>
                    <a:lnTo>
                      <a:pt x="17" y="55"/>
                    </a:lnTo>
                    <a:lnTo>
                      <a:pt x="17" y="55"/>
                    </a:lnTo>
                    <a:lnTo>
                      <a:pt x="15" y="55"/>
                    </a:lnTo>
                    <a:lnTo>
                      <a:pt x="15" y="55"/>
                    </a:lnTo>
                    <a:lnTo>
                      <a:pt x="15" y="55"/>
                    </a:lnTo>
                    <a:lnTo>
                      <a:pt x="15" y="53"/>
                    </a:lnTo>
                    <a:lnTo>
                      <a:pt x="15" y="53"/>
                    </a:lnTo>
                    <a:lnTo>
                      <a:pt x="15" y="53"/>
                    </a:lnTo>
                    <a:lnTo>
                      <a:pt x="15" y="50"/>
                    </a:lnTo>
                    <a:lnTo>
                      <a:pt x="15" y="50"/>
                    </a:lnTo>
                    <a:lnTo>
                      <a:pt x="12" y="50"/>
                    </a:lnTo>
                    <a:lnTo>
                      <a:pt x="12" y="50"/>
                    </a:lnTo>
                    <a:lnTo>
                      <a:pt x="12" y="50"/>
                    </a:lnTo>
                    <a:lnTo>
                      <a:pt x="12" y="50"/>
                    </a:lnTo>
                    <a:lnTo>
                      <a:pt x="12" y="50"/>
                    </a:lnTo>
                    <a:lnTo>
                      <a:pt x="10" y="50"/>
                    </a:lnTo>
                    <a:lnTo>
                      <a:pt x="10" y="50"/>
                    </a:lnTo>
                    <a:lnTo>
                      <a:pt x="10" y="48"/>
                    </a:lnTo>
                    <a:lnTo>
                      <a:pt x="10" y="48"/>
                    </a:lnTo>
                    <a:lnTo>
                      <a:pt x="10" y="48"/>
                    </a:lnTo>
                    <a:lnTo>
                      <a:pt x="10" y="48"/>
                    </a:lnTo>
                    <a:lnTo>
                      <a:pt x="10" y="48"/>
                    </a:lnTo>
                    <a:lnTo>
                      <a:pt x="8" y="48"/>
                    </a:lnTo>
                    <a:lnTo>
                      <a:pt x="8" y="45"/>
                    </a:lnTo>
                    <a:lnTo>
                      <a:pt x="8" y="45"/>
                    </a:lnTo>
                    <a:lnTo>
                      <a:pt x="8" y="48"/>
                    </a:lnTo>
                    <a:lnTo>
                      <a:pt x="5" y="48"/>
                    </a:lnTo>
                    <a:lnTo>
                      <a:pt x="5" y="45"/>
                    </a:lnTo>
                    <a:lnTo>
                      <a:pt x="5" y="45"/>
                    </a:lnTo>
                    <a:lnTo>
                      <a:pt x="5" y="45"/>
                    </a:lnTo>
                    <a:lnTo>
                      <a:pt x="5" y="45"/>
                    </a:lnTo>
                    <a:lnTo>
                      <a:pt x="3" y="45"/>
                    </a:lnTo>
                    <a:lnTo>
                      <a:pt x="3" y="45"/>
                    </a:lnTo>
                    <a:lnTo>
                      <a:pt x="3" y="45"/>
                    </a:lnTo>
                    <a:lnTo>
                      <a:pt x="3" y="43"/>
                    </a:lnTo>
                    <a:lnTo>
                      <a:pt x="0" y="43"/>
                    </a:lnTo>
                    <a:lnTo>
                      <a:pt x="0" y="43"/>
                    </a:lnTo>
                    <a:lnTo>
                      <a:pt x="0" y="41"/>
                    </a:lnTo>
                    <a:lnTo>
                      <a:pt x="0" y="41"/>
                    </a:lnTo>
                    <a:lnTo>
                      <a:pt x="0" y="38"/>
                    </a:lnTo>
                    <a:lnTo>
                      <a:pt x="0" y="38"/>
                    </a:lnTo>
                    <a:lnTo>
                      <a:pt x="0" y="38"/>
                    </a:lnTo>
                    <a:lnTo>
                      <a:pt x="3" y="38"/>
                    </a:lnTo>
                    <a:lnTo>
                      <a:pt x="3" y="36"/>
                    </a:lnTo>
                    <a:lnTo>
                      <a:pt x="3" y="36"/>
                    </a:lnTo>
                    <a:lnTo>
                      <a:pt x="3" y="36"/>
                    </a:lnTo>
                    <a:lnTo>
                      <a:pt x="3" y="36"/>
                    </a:lnTo>
                    <a:lnTo>
                      <a:pt x="5" y="36"/>
                    </a:lnTo>
                    <a:lnTo>
                      <a:pt x="5" y="36"/>
                    </a:lnTo>
                    <a:lnTo>
                      <a:pt x="5" y="36"/>
                    </a:lnTo>
                    <a:lnTo>
                      <a:pt x="5" y="36"/>
                    </a:lnTo>
                    <a:lnTo>
                      <a:pt x="5" y="38"/>
                    </a:lnTo>
                    <a:lnTo>
                      <a:pt x="8" y="38"/>
                    </a:lnTo>
                    <a:lnTo>
                      <a:pt x="8" y="36"/>
                    </a:lnTo>
                    <a:lnTo>
                      <a:pt x="8" y="36"/>
                    </a:lnTo>
                    <a:lnTo>
                      <a:pt x="10" y="36"/>
                    </a:lnTo>
                    <a:lnTo>
                      <a:pt x="10" y="36"/>
                    </a:lnTo>
                    <a:lnTo>
                      <a:pt x="10" y="36"/>
                    </a:lnTo>
                    <a:lnTo>
                      <a:pt x="12" y="36"/>
                    </a:lnTo>
                    <a:lnTo>
                      <a:pt x="12" y="38"/>
                    </a:lnTo>
                    <a:lnTo>
                      <a:pt x="12" y="38"/>
                    </a:lnTo>
                    <a:lnTo>
                      <a:pt x="12" y="36"/>
                    </a:lnTo>
                    <a:lnTo>
                      <a:pt x="12" y="36"/>
                    </a:lnTo>
                    <a:lnTo>
                      <a:pt x="15" y="36"/>
                    </a:lnTo>
                    <a:lnTo>
                      <a:pt x="15" y="36"/>
                    </a:lnTo>
                    <a:lnTo>
                      <a:pt x="15" y="36"/>
                    </a:lnTo>
                    <a:lnTo>
                      <a:pt x="17" y="36"/>
                    </a:lnTo>
                    <a:lnTo>
                      <a:pt x="17" y="36"/>
                    </a:lnTo>
                    <a:lnTo>
                      <a:pt x="17" y="36"/>
                    </a:lnTo>
                    <a:lnTo>
                      <a:pt x="17" y="36"/>
                    </a:lnTo>
                    <a:lnTo>
                      <a:pt x="17" y="38"/>
                    </a:lnTo>
                    <a:lnTo>
                      <a:pt x="19" y="38"/>
                    </a:lnTo>
                    <a:lnTo>
                      <a:pt x="19" y="38"/>
                    </a:lnTo>
                    <a:lnTo>
                      <a:pt x="19" y="38"/>
                    </a:lnTo>
                    <a:lnTo>
                      <a:pt x="19" y="38"/>
                    </a:lnTo>
                    <a:lnTo>
                      <a:pt x="22" y="38"/>
                    </a:lnTo>
                    <a:lnTo>
                      <a:pt x="22" y="38"/>
                    </a:lnTo>
                    <a:lnTo>
                      <a:pt x="24" y="38"/>
                    </a:lnTo>
                    <a:lnTo>
                      <a:pt x="24" y="38"/>
                    </a:lnTo>
                    <a:lnTo>
                      <a:pt x="24" y="38"/>
                    </a:lnTo>
                    <a:lnTo>
                      <a:pt x="24" y="38"/>
                    </a:lnTo>
                    <a:lnTo>
                      <a:pt x="27" y="38"/>
                    </a:lnTo>
                    <a:lnTo>
                      <a:pt x="27" y="38"/>
                    </a:lnTo>
                    <a:lnTo>
                      <a:pt x="27" y="38"/>
                    </a:lnTo>
                    <a:lnTo>
                      <a:pt x="27" y="36"/>
                    </a:lnTo>
                    <a:lnTo>
                      <a:pt x="29" y="36"/>
                    </a:lnTo>
                    <a:lnTo>
                      <a:pt x="29" y="36"/>
                    </a:lnTo>
                    <a:lnTo>
                      <a:pt x="29" y="36"/>
                    </a:lnTo>
                    <a:lnTo>
                      <a:pt x="31" y="36"/>
                    </a:lnTo>
                    <a:lnTo>
                      <a:pt x="31" y="36"/>
                    </a:lnTo>
                    <a:lnTo>
                      <a:pt x="31" y="36"/>
                    </a:lnTo>
                    <a:lnTo>
                      <a:pt x="31" y="38"/>
                    </a:lnTo>
                    <a:lnTo>
                      <a:pt x="31" y="38"/>
                    </a:lnTo>
                    <a:lnTo>
                      <a:pt x="31" y="36"/>
                    </a:lnTo>
                    <a:lnTo>
                      <a:pt x="34" y="36"/>
                    </a:lnTo>
                    <a:lnTo>
                      <a:pt x="34" y="36"/>
                    </a:lnTo>
                    <a:lnTo>
                      <a:pt x="36" y="36"/>
                    </a:lnTo>
                    <a:lnTo>
                      <a:pt x="36" y="36"/>
                    </a:lnTo>
                    <a:lnTo>
                      <a:pt x="36" y="36"/>
                    </a:lnTo>
                    <a:lnTo>
                      <a:pt x="36" y="34"/>
                    </a:lnTo>
                    <a:lnTo>
                      <a:pt x="36" y="34"/>
                    </a:lnTo>
                    <a:lnTo>
                      <a:pt x="36" y="34"/>
                    </a:lnTo>
                    <a:lnTo>
                      <a:pt x="36" y="31"/>
                    </a:lnTo>
                    <a:lnTo>
                      <a:pt x="36" y="31"/>
                    </a:lnTo>
                    <a:lnTo>
                      <a:pt x="36" y="31"/>
                    </a:lnTo>
                    <a:lnTo>
                      <a:pt x="36" y="31"/>
                    </a:lnTo>
                    <a:lnTo>
                      <a:pt x="36" y="29"/>
                    </a:lnTo>
                    <a:lnTo>
                      <a:pt x="38" y="29"/>
                    </a:lnTo>
                    <a:lnTo>
                      <a:pt x="38" y="29"/>
                    </a:lnTo>
                    <a:lnTo>
                      <a:pt x="36" y="29"/>
                    </a:lnTo>
                    <a:lnTo>
                      <a:pt x="36" y="29"/>
                    </a:lnTo>
                    <a:lnTo>
                      <a:pt x="38" y="29"/>
                    </a:lnTo>
                    <a:lnTo>
                      <a:pt x="38" y="27"/>
                    </a:lnTo>
                    <a:lnTo>
                      <a:pt x="38" y="27"/>
                    </a:lnTo>
                    <a:lnTo>
                      <a:pt x="38" y="24"/>
                    </a:lnTo>
                    <a:lnTo>
                      <a:pt x="38" y="24"/>
                    </a:lnTo>
                    <a:lnTo>
                      <a:pt x="38" y="24"/>
                    </a:lnTo>
                    <a:lnTo>
                      <a:pt x="38" y="24"/>
                    </a:lnTo>
                    <a:lnTo>
                      <a:pt x="41" y="24"/>
                    </a:lnTo>
                    <a:lnTo>
                      <a:pt x="41" y="24"/>
                    </a:lnTo>
                    <a:lnTo>
                      <a:pt x="41" y="24"/>
                    </a:lnTo>
                    <a:lnTo>
                      <a:pt x="43" y="24"/>
                    </a:lnTo>
                    <a:lnTo>
                      <a:pt x="43" y="27"/>
                    </a:lnTo>
                    <a:lnTo>
                      <a:pt x="43" y="27"/>
                    </a:lnTo>
                    <a:lnTo>
                      <a:pt x="43" y="29"/>
                    </a:lnTo>
                    <a:lnTo>
                      <a:pt x="41" y="29"/>
                    </a:lnTo>
                    <a:lnTo>
                      <a:pt x="41" y="29"/>
                    </a:lnTo>
                    <a:lnTo>
                      <a:pt x="38" y="29"/>
                    </a:lnTo>
                    <a:lnTo>
                      <a:pt x="38" y="29"/>
                    </a:lnTo>
                    <a:lnTo>
                      <a:pt x="38" y="29"/>
                    </a:lnTo>
                    <a:lnTo>
                      <a:pt x="38" y="31"/>
                    </a:lnTo>
                    <a:lnTo>
                      <a:pt x="38" y="31"/>
                    </a:lnTo>
                    <a:lnTo>
                      <a:pt x="41" y="31"/>
                    </a:lnTo>
                    <a:lnTo>
                      <a:pt x="41" y="34"/>
                    </a:lnTo>
                    <a:lnTo>
                      <a:pt x="38" y="34"/>
                    </a:lnTo>
                    <a:lnTo>
                      <a:pt x="38" y="34"/>
                    </a:lnTo>
                    <a:lnTo>
                      <a:pt x="38" y="36"/>
                    </a:lnTo>
                    <a:lnTo>
                      <a:pt x="41" y="36"/>
                    </a:lnTo>
                    <a:lnTo>
                      <a:pt x="41" y="36"/>
                    </a:lnTo>
                    <a:lnTo>
                      <a:pt x="41" y="38"/>
                    </a:lnTo>
                    <a:lnTo>
                      <a:pt x="41" y="38"/>
                    </a:lnTo>
                    <a:lnTo>
                      <a:pt x="43" y="38"/>
                    </a:lnTo>
                    <a:lnTo>
                      <a:pt x="43" y="38"/>
                    </a:lnTo>
                    <a:lnTo>
                      <a:pt x="43" y="38"/>
                    </a:lnTo>
                    <a:lnTo>
                      <a:pt x="43" y="38"/>
                    </a:lnTo>
                    <a:lnTo>
                      <a:pt x="43" y="38"/>
                    </a:lnTo>
                    <a:lnTo>
                      <a:pt x="45" y="38"/>
                    </a:lnTo>
                    <a:lnTo>
                      <a:pt x="45" y="36"/>
                    </a:lnTo>
                    <a:lnTo>
                      <a:pt x="45" y="36"/>
                    </a:lnTo>
                    <a:lnTo>
                      <a:pt x="45" y="36"/>
                    </a:lnTo>
                    <a:lnTo>
                      <a:pt x="45" y="36"/>
                    </a:lnTo>
                    <a:lnTo>
                      <a:pt x="48" y="36"/>
                    </a:lnTo>
                    <a:lnTo>
                      <a:pt x="48" y="36"/>
                    </a:lnTo>
                    <a:lnTo>
                      <a:pt x="50" y="36"/>
                    </a:lnTo>
                    <a:lnTo>
                      <a:pt x="50" y="36"/>
                    </a:lnTo>
                    <a:lnTo>
                      <a:pt x="50" y="36"/>
                    </a:lnTo>
                    <a:lnTo>
                      <a:pt x="50" y="38"/>
                    </a:lnTo>
                    <a:lnTo>
                      <a:pt x="50" y="38"/>
                    </a:lnTo>
                    <a:lnTo>
                      <a:pt x="53" y="38"/>
                    </a:lnTo>
                    <a:lnTo>
                      <a:pt x="53" y="38"/>
                    </a:lnTo>
                    <a:lnTo>
                      <a:pt x="53" y="36"/>
                    </a:lnTo>
                    <a:lnTo>
                      <a:pt x="53" y="36"/>
                    </a:lnTo>
                    <a:lnTo>
                      <a:pt x="53" y="36"/>
                    </a:lnTo>
                    <a:lnTo>
                      <a:pt x="55" y="36"/>
                    </a:lnTo>
                    <a:lnTo>
                      <a:pt x="55" y="36"/>
                    </a:lnTo>
                    <a:lnTo>
                      <a:pt x="55" y="36"/>
                    </a:lnTo>
                    <a:lnTo>
                      <a:pt x="57" y="36"/>
                    </a:lnTo>
                    <a:lnTo>
                      <a:pt x="57" y="36"/>
                    </a:lnTo>
                    <a:lnTo>
                      <a:pt x="57" y="36"/>
                    </a:lnTo>
                    <a:lnTo>
                      <a:pt x="57" y="36"/>
                    </a:lnTo>
                    <a:lnTo>
                      <a:pt x="57" y="34"/>
                    </a:lnTo>
                    <a:lnTo>
                      <a:pt x="60" y="34"/>
                    </a:lnTo>
                    <a:lnTo>
                      <a:pt x="60" y="34"/>
                    </a:lnTo>
                    <a:lnTo>
                      <a:pt x="60" y="31"/>
                    </a:lnTo>
                    <a:lnTo>
                      <a:pt x="60" y="31"/>
                    </a:lnTo>
                    <a:lnTo>
                      <a:pt x="60" y="29"/>
                    </a:lnTo>
                    <a:lnTo>
                      <a:pt x="60" y="29"/>
                    </a:lnTo>
                    <a:lnTo>
                      <a:pt x="60" y="29"/>
                    </a:lnTo>
                    <a:lnTo>
                      <a:pt x="60" y="29"/>
                    </a:lnTo>
                    <a:lnTo>
                      <a:pt x="60" y="29"/>
                    </a:lnTo>
                    <a:lnTo>
                      <a:pt x="60" y="27"/>
                    </a:lnTo>
                    <a:lnTo>
                      <a:pt x="62" y="27"/>
                    </a:lnTo>
                    <a:lnTo>
                      <a:pt x="62" y="27"/>
                    </a:lnTo>
                    <a:lnTo>
                      <a:pt x="62" y="27"/>
                    </a:lnTo>
                    <a:lnTo>
                      <a:pt x="62" y="24"/>
                    </a:lnTo>
                    <a:lnTo>
                      <a:pt x="62" y="24"/>
                    </a:lnTo>
                    <a:lnTo>
                      <a:pt x="62" y="24"/>
                    </a:lnTo>
                    <a:lnTo>
                      <a:pt x="60" y="24"/>
                    </a:lnTo>
                    <a:lnTo>
                      <a:pt x="60" y="22"/>
                    </a:lnTo>
                    <a:lnTo>
                      <a:pt x="60" y="22"/>
                    </a:lnTo>
                    <a:lnTo>
                      <a:pt x="62" y="22"/>
                    </a:lnTo>
                    <a:lnTo>
                      <a:pt x="62" y="22"/>
                    </a:lnTo>
                    <a:lnTo>
                      <a:pt x="64" y="22"/>
                    </a:lnTo>
                    <a:lnTo>
                      <a:pt x="64" y="22"/>
                    </a:lnTo>
                    <a:lnTo>
                      <a:pt x="64" y="22"/>
                    </a:lnTo>
                    <a:lnTo>
                      <a:pt x="64" y="24"/>
                    </a:lnTo>
                    <a:lnTo>
                      <a:pt x="64" y="24"/>
                    </a:lnTo>
                    <a:lnTo>
                      <a:pt x="67" y="24"/>
                    </a:lnTo>
                    <a:lnTo>
                      <a:pt x="67" y="22"/>
                    </a:lnTo>
                    <a:lnTo>
                      <a:pt x="67" y="22"/>
                    </a:lnTo>
                    <a:lnTo>
                      <a:pt x="67" y="22"/>
                    </a:lnTo>
                    <a:lnTo>
                      <a:pt x="67" y="22"/>
                    </a:lnTo>
                    <a:lnTo>
                      <a:pt x="69" y="22"/>
                    </a:lnTo>
                    <a:lnTo>
                      <a:pt x="69" y="22"/>
                    </a:lnTo>
                    <a:lnTo>
                      <a:pt x="69" y="22"/>
                    </a:lnTo>
                    <a:lnTo>
                      <a:pt x="71" y="22"/>
                    </a:lnTo>
                    <a:lnTo>
                      <a:pt x="71" y="22"/>
                    </a:lnTo>
                    <a:lnTo>
                      <a:pt x="71" y="22"/>
                    </a:lnTo>
                    <a:lnTo>
                      <a:pt x="71" y="22"/>
                    </a:lnTo>
                    <a:lnTo>
                      <a:pt x="74" y="22"/>
                    </a:lnTo>
                    <a:lnTo>
                      <a:pt x="74" y="19"/>
                    </a:lnTo>
                    <a:lnTo>
                      <a:pt x="71" y="19"/>
                    </a:lnTo>
                    <a:lnTo>
                      <a:pt x="71" y="19"/>
                    </a:lnTo>
                    <a:lnTo>
                      <a:pt x="71" y="19"/>
                    </a:lnTo>
                    <a:lnTo>
                      <a:pt x="71" y="17"/>
                    </a:lnTo>
                    <a:lnTo>
                      <a:pt x="71" y="17"/>
                    </a:lnTo>
                    <a:lnTo>
                      <a:pt x="71" y="15"/>
                    </a:lnTo>
                    <a:lnTo>
                      <a:pt x="71" y="15"/>
                    </a:lnTo>
                    <a:lnTo>
                      <a:pt x="71" y="15"/>
                    </a:lnTo>
                    <a:lnTo>
                      <a:pt x="71" y="12"/>
                    </a:lnTo>
                    <a:lnTo>
                      <a:pt x="71" y="12"/>
                    </a:lnTo>
                    <a:lnTo>
                      <a:pt x="71" y="10"/>
                    </a:lnTo>
                    <a:lnTo>
                      <a:pt x="71" y="10"/>
                    </a:lnTo>
                    <a:lnTo>
                      <a:pt x="71" y="10"/>
                    </a:lnTo>
                    <a:lnTo>
                      <a:pt x="69" y="10"/>
                    </a:lnTo>
                    <a:lnTo>
                      <a:pt x="69" y="10"/>
                    </a:lnTo>
                    <a:lnTo>
                      <a:pt x="69" y="8"/>
                    </a:lnTo>
                    <a:lnTo>
                      <a:pt x="69" y="8"/>
                    </a:lnTo>
                    <a:lnTo>
                      <a:pt x="69" y="8"/>
                    </a:lnTo>
                    <a:lnTo>
                      <a:pt x="69" y="5"/>
                    </a:lnTo>
                    <a:lnTo>
                      <a:pt x="69" y="5"/>
                    </a:lnTo>
                    <a:lnTo>
                      <a:pt x="69" y="3"/>
                    </a:lnTo>
                    <a:lnTo>
                      <a:pt x="69" y="3"/>
                    </a:lnTo>
                    <a:lnTo>
                      <a:pt x="71" y="3"/>
                    </a:lnTo>
                    <a:lnTo>
                      <a:pt x="71" y="3"/>
                    </a:lnTo>
                    <a:lnTo>
                      <a:pt x="71" y="3"/>
                    </a:lnTo>
                    <a:lnTo>
                      <a:pt x="74" y="3"/>
                    </a:lnTo>
                    <a:lnTo>
                      <a:pt x="74" y="3"/>
                    </a:lnTo>
                    <a:lnTo>
                      <a:pt x="76" y="3"/>
                    </a:lnTo>
                    <a:lnTo>
                      <a:pt x="76" y="3"/>
                    </a:lnTo>
                    <a:lnTo>
                      <a:pt x="76" y="5"/>
                    </a:lnTo>
                    <a:lnTo>
                      <a:pt x="76" y="5"/>
                    </a:lnTo>
                    <a:lnTo>
                      <a:pt x="79" y="5"/>
                    </a:lnTo>
                    <a:lnTo>
                      <a:pt x="79" y="5"/>
                    </a:lnTo>
                    <a:lnTo>
                      <a:pt x="79" y="8"/>
                    </a:lnTo>
                    <a:lnTo>
                      <a:pt x="79" y="8"/>
                    </a:lnTo>
                    <a:lnTo>
                      <a:pt x="79" y="8"/>
                    </a:lnTo>
                    <a:lnTo>
                      <a:pt x="81" y="8"/>
                    </a:lnTo>
                    <a:lnTo>
                      <a:pt x="81" y="5"/>
                    </a:lnTo>
                    <a:lnTo>
                      <a:pt x="79" y="5"/>
                    </a:lnTo>
                    <a:lnTo>
                      <a:pt x="79" y="5"/>
                    </a:lnTo>
                    <a:lnTo>
                      <a:pt x="79" y="5"/>
                    </a:lnTo>
                    <a:lnTo>
                      <a:pt x="79" y="3"/>
                    </a:lnTo>
                    <a:lnTo>
                      <a:pt x="79" y="3"/>
                    </a:lnTo>
                    <a:lnTo>
                      <a:pt x="81" y="3"/>
                    </a:lnTo>
                    <a:lnTo>
                      <a:pt x="81" y="3"/>
                    </a:lnTo>
                    <a:lnTo>
                      <a:pt x="81" y="3"/>
                    </a:lnTo>
                    <a:lnTo>
                      <a:pt x="81" y="0"/>
                    </a:lnTo>
                    <a:lnTo>
                      <a:pt x="83" y="0"/>
                    </a:lnTo>
                    <a:lnTo>
                      <a:pt x="8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72"/>
              <p:cNvSpPr>
                <a:spLocks/>
              </p:cNvSpPr>
              <p:nvPr/>
            </p:nvSpPr>
            <p:spPr bwMode="auto">
              <a:xfrm>
                <a:off x="4014" y="2857"/>
                <a:ext cx="90" cy="60"/>
              </a:xfrm>
              <a:custGeom>
                <a:avLst/>
                <a:gdLst/>
                <a:ahLst/>
                <a:cxnLst>
                  <a:cxn ang="0">
                    <a:pos x="86" y="5"/>
                  </a:cxn>
                  <a:cxn ang="0">
                    <a:pos x="88" y="8"/>
                  </a:cxn>
                  <a:cxn ang="0">
                    <a:pos x="88" y="12"/>
                  </a:cxn>
                  <a:cxn ang="0">
                    <a:pos x="90" y="17"/>
                  </a:cxn>
                  <a:cxn ang="0">
                    <a:pos x="88" y="22"/>
                  </a:cxn>
                  <a:cxn ang="0">
                    <a:pos x="83" y="24"/>
                  </a:cxn>
                  <a:cxn ang="0">
                    <a:pos x="79" y="27"/>
                  </a:cxn>
                  <a:cxn ang="0">
                    <a:pos x="83" y="31"/>
                  </a:cxn>
                  <a:cxn ang="0">
                    <a:pos x="83" y="36"/>
                  </a:cxn>
                  <a:cxn ang="0">
                    <a:pos x="79" y="38"/>
                  </a:cxn>
                  <a:cxn ang="0">
                    <a:pos x="76" y="38"/>
                  </a:cxn>
                  <a:cxn ang="0">
                    <a:pos x="71" y="38"/>
                  </a:cxn>
                  <a:cxn ang="0">
                    <a:pos x="69" y="41"/>
                  </a:cxn>
                  <a:cxn ang="0">
                    <a:pos x="69" y="43"/>
                  </a:cxn>
                  <a:cxn ang="0">
                    <a:pos x="64" y="48"/>
                  </a:cxn>
                  <a:cxn ang="0">
                    <a:pos x="60" y="50"/>
                  </a:cxn>
                  <a:cxn ang="0">
                    <a:pos x="57" y="53"/>
                  </a:cxn>
                  <a:cxn ang="0">
                    <a:pos x="53" y="55"/>
                  </a:cxn>
                  <a:cxn ang="0">
                    <a:pos x="48" y="57"/>
                  </a:cxn>
                  <a:cxn ang="0">
                    <a:pos x="43" y="60"/>
                  </a:cxn>
                  <a:cxn ang="0">
                    <a:pos x="38" y="60"/>
                  </a:cxn>
                  <a:cxn ang="0">
                    <a:pos x="34" y="60"/>
                  </a:cxn>
                  <a:cxn ang="0">
                    <a:pos x="29" y="60"/>
                  </a:cxn>
                  <a:cxn ang="0">
                    <a:pos x="27" y="55"/>
                  </a:cxn>
                  <a:cxn ang="0">
                    <a:pos x="22" y="53"/>
                  </a:cxn>
                  <a:cxn ang="0">
                    <a:pos x="17" y="55"/>
                  </a:cxn>
                  <a:cxn ang="0">
                    <a:pos x="15" y="53"/>
                  </a:cxn>
                  <a:cxn ang="0">
                    <a:pos x="12" y="50"/>
                  </a:cxn>
                  <a:cxn ang="0">
                    <a:pos x="10" y="48"/>
                  </a:cxn>
                  <a:cxn ang="0">
                    <a:pos x="5" y="48"/>
                  </a:cxn>
                  <a:cxn ang="0">
                    <a:pos x="3" y="45"/>
                  </a:cxn>
                  <a:cxn ang="0">
                    <a:pos x="0" y="38"/>
                  </a:cxn>
                  <a:cxn ang="0">
                    <a:pos x="5" y="36"/>
                  </a:cxn>
                  <a:cxn ang="0">
                    <a:pos x="8" y="36"/>
                  </a:cxn>
                  <a:cxn ang="0">
                    <a:pos x="12" y="36"/>
                  </a:cxn>
                  <a:cxn ang="0">
                    <a:pos x="17" y="36"/>
                  </a:cxn>
                  <a:cxn ang="0">
                    <a:pos x="22" y="38"/>
                  </a:cxn>
                  <a:cxn ang="0">
                    <a:pos x="27" y="38"/>
                  </a:cxn>
                  <a:cxn ang="0">
                    <a:pos x="31" y="36"/>
                  </a:cxn>
                  <a:cxn ang="0">
                    <a:pos x="36" y="36"/>
                  </a:cxn>
                  <a:cxn ang="0">
                    <a:pos x="36" y="31"/>
                  </a:cxn>
                  <a:cxn ang="0">
                    <a:pos x="36" y="29"/>
                  </a:cxn>
                  <a:cxn ang="0">
                    <a:pos x="38" y="24"/>
                  </a:cxn>
                  <a:cxn ang="0">
                    <a:pos x="43" y="29"/>
                  </a:cxn>
                  <a:cxn ang="0">
                    <a:pos x="38" y="31"/>
                  </a:cxn>
                  <a:cxn ang="0">
                    <a:pos x="41" y="36"/>
                  </a:cxn>
                  <a:cxn ang="0">
                    <a:pos x="43" y="38"/>
                  </a:cxn>
                  <a:cxn ang="0">
                    <a:pos x="48" y="36"/>
                  </a:cxn>
                  <a:cxn ang="0">
                    <a:pos x="53" y="38"/>
                  </a:cxn>
                  <a:cxn ang="0">
                    <a:pos x="57" y="36"/>
                  </a:cxn>
                  <a:cxn ang="0">
                    <a:pos x="60" y="31"/>
                  </a:cxn>
                  <a:cxn ang="0">
                    <a:pos x="60" y="27"/>
                  </a:cxn>
                  <a:cxn ang="0">
                    <a:pos x="60" y="24"/>
                  </a:cxn>
                  <a:cxn ang="0">
                    <a:pos x="64" y="22"/>
                  </a:cxn>
                  <a:cxn ang="0">
                    <a:pos x="67" y="22"/>
                  </a:cxn>
                  <a:cxn ang="0">
                    <a:pos x="71" y="22"/>
                  </a:cxn>
                  <a:cxn ang="0">
                    <a:pos x="71" y="17"/>
                  </a:cxn>
                  <a:cxn ang="0">
                    <a:pos x="71" y="10"/>
                  </a:cxn>
                  <a:cxn ang="0">
                    <a:pos x="69" y="5"/>
                  </a:cxn>
                  <a:cxn ang="0">
                    <a:pos x="74" y="3"/>
                  </a:cxn>
                  <a:cxn ang="0">
                    <a:pos x="79" y="5"/>
                  </a:cxn>
                  <a:cxn ang="0">
                    <a:pos x="79" y="5"/>
                  </a:cxn>
                  <a:cxn ang="0">
                    <a:pos x="81" y="0"/>
                  </a:cxn>
                </a:cxnLst>
                <a:rect l="0" t="0" r="r" b="b"/>
                <a:pathLst>
                  <a:path w="90" h="60">
                    <a:moveTo>
                      <a:pt x="83" y="0"/>
                    </a:moveTo>
                    <a:lnTo>
                      <a:pt x="83" y="3"/>
                    </a:lnTo>
                    <a:lnTo>
                      <a:pt x="83" y="3"/>
                    </a:lnTo>
                    <a:lnTo>
                      <a:pt x="86" y="3"/>
                    </a:lnTo>
                    <a:lnTo>
                      <a:pt x="86" y="3"/>
                    </a:lnTo>
                    <a:lnTo>
                      <a:pt x="86" y="3"/>
                    </a:lnTo>
                    <a:lnTo>
                      <a:pt x="86" y="5"/>
                    </a:lnTo>
                    <a:lnTo>
                      <a:pt x="86" y="5"/>
                    </a:lnTo>
                    <a:lnTo>
                      <a:pt x="86" y="8"/>
                    </a:lnTo>
                    <a:lnTo>
                      <a:pt x="86" y="8"/>
                    </a:lnTo>
                    <a:lnTo>
                      <a:pt x="86" y="8"/>
                    </a:lnTo>
                    <a:lnTo>
                      <a:pt x="88" y="8"/>
                    </a:lnTo>
                    <a:lnTo>
                      <a:pt x="88" y="8"/>
                    </a:lnTo>
                    <a:lnTo>
                      <a:pt x="88" y="8"/>
                    </a:lnTo>
                    <a:lnTo>
                      <a:pt x="90" y="8"/>
                    </a:lnTo>
                    <a:lnTo>
                      <a:pt x="90" y="8"/>
                    </a:lnTo>
                    <a:lnTo>
                      <a:pt x="90" y="10"/>
                    </a:lnTo>
                    <a:lnTo>
                      <a:pt x="90" y="10"/>
                    </a:lnTo>
                    <a:lnTo>
                      <a:pt x="88" y="10"/>
                    </a:lnTo>
                    <a:lnTo>
                      <a:pt x="88" y="10"/>
                    </a:lnTo>
                    <a:lnTo>
                      <a:pt x="88" y="12"/>
                    </a:lnTo>
                    <a:lnTo>
                      <a:pt x="88" y="12"/>
                    </a:lnTo>
                    <a:lnTo>
                      <a:pt x="88" y="15"/>
                    </a:lnTo>
                    <a:lnTo>
                      <a:pt x="90" y="15"/>
                    </a:lnTo>
                    <a:lnTo>
                      <a:pt x="90" y="15"/>
                    </a:lnTo>
                    <a:lnTo>
                      <a:pt x="88" y="15"/>
                    </a:lnTo>
                    <a:lnTo>
                      <a:pt x="88" y="17"/>
                    </a:lnTo>
                    <a:lnTo>
                      <a:pt x="90" y="17"/>
                    </a:lnTo>
                    <a:lnTo>
                      <a:pt x="90" y="17"/>
                    </a:lnTo>
                    <a:lnTo>
                      <a:pt x="88" y="17"/>
                    </a:lnTo>
                    <a:lnTo>
                      <a:pt x="88" y="19"/>
                    </a:lnTo>
                    <a:lnTo>
                      <a:pt x="88" y="19"/>
                    </a:lnTo>
                    <a:lnTo>
                      <a:pt x="88" y="19"/>
                    </a:lnTo>
                    <a:lnTo>
                      <a:pt x="88" y="19"/>
                    </a:lnTo>
                    <a:lnTo>
                      <a:pt x="88" y="22"/>
                    </a:lnTo>
                    <a:lnTo>
                      <a:pt x="88" y="22"/>
                    </a:lnTo>
                    <a:lnTo>
                      <a:pt x="86" y="22"/>
                    </a:lnTo>
                    <a:lnTo>
                      <a:pt x="86" y="24"/>
                    </a:lnTo>
                    <a:lnTo>
                      <a:pt x="86" y="24"/>
                    </a:lnTo>
                    <a:lnTo>
                      <a:pt x="86" y="24"/>
                    </a:lnTo>
                    <a:lnTo>
                      <a:pt x="86" y="24"/>
                    </a:lnTo>
                    <a:lnTo>
                      <a:pt x="83" y="24"/>
                    </a:lnTo>
                    <a:lnTo>
                      <a:pt x="83" y="24"/>
                    </a:lnTo>
                    <a:lnTo>
                      <a:pt x="83" y="24"/>
                    </a:lnTo>
                    <a:lnTo>
                      <a:pt x="81" y="24"/>
                    </a:lnTo>
                    <a:lnTo>
                      <a:pt x="81" y="24"/>
                    </a:lnTo>
                    <a:lnTo>
                      <a:pt x="81" y="27"/>
                    </a:lnTo>
                    <a:lnTo>
                      <a:pt x="81" y="27"/>
                    </a:lnTo>
                    <a:lnTo>
                      <a:pt x="79" y="27"/>
                    </a:lnTo>
                    <a:lnTo>
                      <a:pt x="79" y="29"/>
                    </a:lnTo>
                    <a:lnTo>
                      <a:pt x="81" y="29"/>
                    </a:lnTo>
                    <a:lnTo>
                      <a:pt x="81" y="29"/>
                    </a:lnTo>
                    <a:lnTo>
                      <a:pt x="81" y="29"/>
                    </a:lnTo>
                    <a:lnTo>
                      <a:pt x="81" y="29"/>
                    </a:lnTo>
                    <a:lnTo>
                      <a:pt x="83" y="29"/>
                    </a:lnTo>
                    <a:lnTo>
                      <a:pt x="83" y="31"/>
                    </a:lnTo>
                    <a:lnTo>
                      <a:pt x="83" y="31"/>
                    </a:lnTo>
                    <a:lnTo>
                      <a:pt x="83" y="31"/>
                    </a:lnTo>
                    <a:lnTo>
                      <a:pt x="83" y="31"/>
                    </a:lnTo>
                    <a:lnTo>
                      <a:pt x="83" y="34"/>
                    </a:lnTo>
                    <a:lnTo>
                      <a:pt x="83" y="34"/>
                    </a:lnTo>
                    <a:lnTo>
                      <a:pt x="83" y="34"/>
                    </a:lnTo>
                    <a:lnTo>
                      <a:pt x="83" y="36"/>
                    </a:lnTo>
                    <a:lnTo>
                      <a:pt x="83" y="36"/>
                    </a:lnTo>
                    <a:lnTo>
                      <a:pt x="83" y="36"/>
                    </a:lnTo>
                    <a:lnTo>
                      <a:pt x="81" y="36"/>
                    </a:lnTo>
                    <a:lnTo>
                      <a:pt x="81" y="38"/>
                    </a:lnTo>
                    <a:lnTo>
                      <a:pt x="81" y="38"/>
                    </a:lnTo>
                    <a:lnTo>
                      <a:pt x="81" y="38"/>
                    </a:lnTo>
                    <a:lnTo>
                      <a:pt x="79" y="38"/>
                    </a:lnTo>
                    <a:lnTo>
                      <a:pt x="79" y="38"/>
                    </a:lnTo>
                    <a:lnTo>
                      <a:pt x="79" y="38"/>
                    </a:lnTo>
                    <a:lnTo>
                      <a:pt x="79" y="38"/>
                    </a:lnTo>
                    <a:lnTo>
                      <a:pt x="76" y="38"/>
                    </a:lnTo>
                    <a:lnTo>
                      <a:pt x="76" y="41"/>
                    </a:lnTo>
                    <a:lnTo>
                      <a:pt x="76" y="41"/>
                    </a:lnTo>
                    <a:lnTo>
                      <a:pt x="76" y="38"/>
                    </a:lnTo>
                    <a:lnTo>
                      <a:pt x="76" y="38"/>
                    </a:lnTo>
                    <a:lnTo>
                      <a:pt x="74" y="38"/>
                    </a:lnTo>
                    <a:lnTo>
                      <a:pt x="74" y="38"/>
                    </a:lnTo>
                    <a:lnTo>
                      <a:pt x="74" y="38"/>
                    </a:lnTo>
                    <a:lnTo>
                      <a:pt x="74" y="38"/>
                    </a:lnTo>
                    <a:lnTo>
                      <a:pt x="71" y="38"/>
                    </a:lnTo>
                    <a:lnTo>
                      <a:pt x="71" y="38"/>
                    </a:lnTo>
                    <a:lnTo>
                      <a:pt x="71" y="38"/>
                    </a:lnTo>
                    <a:lnTo>
                      <a:pt x="71" y="38"/>
                    </a:lnTo>
                    <a:lnTo>
                      <a:pt x="69" y="38"/>
                    </a:lnTo>
                    <a:lnTo>
                      <a:pt x="69" y="38"/>
                    </a:lnTo>
                    <a:lnTo>
                      <a:pt x="69" y="38"/>
                    </a:lnTo>
                    <a:lnTo>
                      <a:pt x="69" y="38"/>
                    </a:lnTo>
                    <a:lnTo>
                      <a:pt x="69" y="41"/>
                    </a:lnTo>
                    <a:lnTo>
                      <a:pt x="71" y="41"/>
                    </a:lnTo>
                    <a:lnTo>
                      <a:pt x="71" y="41"/>
                    </a:lnTo>
                    <a:lnTo>
                      <a:pt x="71" y="43"/>
                    </a:lnTo>
                    <a:lnTo>
                      <a:pt x="69" y="43"/>
                    </a:lnTo>
                    <a:lnTo>
                      <a:pt x="69" y="43"/>
                    </a:lnTo>
                    <a:lnTo>
                      <a:pt x="69" y="43"/>
                    </a:lnTo>
                    <a:lnTo>
                      <a:pt x="69" y="43"/>
                    </a:lnTo>
                    <a:lnTo>
                      <a:pt x="69" y="45"/>
                    </a:lnTo>
                    <a:lnTo>
                      <a:pt x="69" y="45"/>
                    </a:lnTo>
                    <a:lnTo>
                      <a:pt x="67" y="45"/>
                    </a:lnTo>
                    <a:lnTo>
                      <a:pt x="67" y="45"/>
                    </a:lnTo>
                    <a:lnTo>
                      <a:pt x="67" y="48"/>
                    </a:lnTo>
                    <a:lnTo>
                      <a:pt x="64" y="48"/>
                    </a:lnTo>
                    <a:lnTo>
                      <a:pt x="64" y="48"/>
                    </a:lnTo>
                    <a:lnTo>
                      <a:pt x="64" y="48"/>
                    </a:lnTo>
                    <a:lnTo>
                      <a:pt x="64" y="50"/>
                    </a:lnTo>
                    <a:lnTo>
                      <a:pt x="64" y="50"/>
                    </a:lnTo>
                    <a:lnTo>
                      <a:pt x="64" y="50"/>
                    </a:lnTo>
                    <a:lnTo>
                      <a:pt x="62" y="50"/>
                    </a:lnTo>
                    <a:lnTo>
                      <a:pt x="62" y="50"/>
                    </a:lnTo>
                    <a:lnTo>
                      <a:pt x="60" y="50"/>
                    </a:lnTo>
                    <a:lnTo>
                      <a:pt x="60" y="50"/>
                    </a:lnTo>
                    <a:lnTo>
                      <a:pt x="60" y="50"/>
                    </a:lnTo>
                    <a:lnTo>
                      <a:pt x="60" y="50"/>
                    </a:lnTo>
                    <a:lnTo>
                      <a:pt x="57" y="50"/>
                    </a:lnTo>
                    <a:lnTo>
                      <a:pt x="57" y="50"/>
                    </a:lnTo>
                    <a:lnTo>
                      <a:pt x="57" y="50"/>
                    </a:lnTo>
                    <a:lnTo>
                      <a:pt x="57" y="53"/>
                    </a:lnTo>
                    <a:lnTo>
                      <a:pt x="55" y="53"/>
                    </a:lnTo>
                    <a:lnTo>
                      <a:pt x="55" y="53"/>
                    </a:lnTo>
                    <a:lnTo>
                      <a:pt x="55" y="53"/>
                    </a:lnTo>
                    <a:lnTo>
                      <a:pt x="53" y="53"/>
                    </a:lnTo>
                    <a:lnTo>
                      <a:pt x="53" y="55"/>
                    </a:lnTo>
                    <a:lnTo>
                      <a:pt x="53" y="55"/>
                    </a:lnTo>
                    <a:lnTo>
                      <a:pt x="53" y="55"/>
                    </a:lnTo>
                    <a:lnTo>
                      <a:pt x="50" y="55"/>
                    </a:lnTo>
                    <a:lnTo>
                      <a:pt x="50" y="55"/>
                    </a:lnTo>
                    <a:lnTo>
                      <a:pt x="50" y="55"/>
                    </a:lnTo>
                    <a:lnTo>
                      <a:pt x="50" y="55"/>
                    </a:lnTo>
                    <a:lnTo>
                      <a:pt x="48" y="55"/>
                    </a:lnTo>
                    <a:lnTo>
                      <a:pt x="48" y="57"/>
                    </a:lnTo>
                    <a:lnTo>
                      <a:pt x="48" y="57"/>
                    </a:lnTo>
                    <a:lnTo>
                      <a:pt x="48" y="57"/>
                    </a:lnTo>
                    <a:lnTo>
                      <a:pt x="45" y="57"/>
                    </a:lnTo>
                    <a:lnTo>
                      <a:pt x="45" y="57"/>
                    </a:lnTo>
                    <a:lnTo>
                      <a:pt x="45" y="57"/>
                    </a:lnTo>
                    <a:lnTo>
                      <a:pt x="45" y="60"/>
                    </a:lnTo>
                    <a:lnTo>
                      <a:pt x="43" y="60"/>
                    </a:lnTo>
                    <a:lnTo>
                      <a:pt x="43" y="60"/>
                    </a:lnTo>
                    <a:lnTo>
                      <a:pt x="43" y="57"/>
                    </a:lnTo>
                    <a:lnTo>
                      <a:pt x="43" y="57"/>
                    </a:lnTo>
                    <a:lnTo>
                      <a:pt x="41" y="57"/>
                    </a:lnTo>
                    <a:lnTo>
                      <a:pt x="41" y="57"/>
                    </a:lnTo>
                    <a:lnTo>
                      <a:pt x="38" y="57"/>
                    </a:lnTo>
                    <a:lnTo>
                      <a:pt x="38" y="60"/>
                    </a:lnTo>
                    <a:lnTo>
                      <a:pt x="38" y="60"/>
                    </a:lnTo>
                    <a:lnTo>
                      <a:pt x="38" y="60"/>
                    </a:lnTo>
                    <a:lnTo>
                      <a:pt x="36" y="60"/>
                    </a:lnTo>
                    <a:lnTo>
                      <a:pt x="36" y="60"/>
                    </a:lnTo>
                    <a:lnTo>
                      <a:pt x="36" y="60"/>
                    </a:lnTo>
                    <a:lnTo>
                      <a:pt x="36" y="57"/>
                    </a:lnTo>
                    <a:lnTo>
                      <a:pt x="34" y="57"/>
                    </a:lnTo>
                    <a:lnTo>
                      <a:pt x="34" y="60"/>
                    </a:lnTo>
                    <a:lnTo>
                      <a:pt x="34" y="60"/>
                    </a:lnTo>
                    <a:lnTo>
                      <a:pt x="31" y="60"/>
                    </a:lnTo>
                    <a:lnTo>
                      <a:pt x="31" y="57"/>
                    </a:lnTo>
                    <a:lnTo>
                      <a:pt x="31" y="57"/>
                    </a:lnTo>
                    <a:lnTo>
                      <a:pt x="31" y="60"/>
                    </a:lnTo>
                    <a:lnTo>
                      <a:pt x="31" y="60"/>
                    </a:lnTo>
                    <a:lnTo>
                      <a:pt x="29" y="60"/>
                    </a:lnTo>
                    <a:lnTo>
                      <a:pt x="29" y="57"/>
                    </a:lnTo>
                    <a:lnTo>
                      <a:pt x="29" y="57"/>
                    </a:lnTo>
                    <a:lnTo>
                      <a:pt x="27" y="57"/>
                    </a:lnTo>
                    <a:lnTo>
                      <a:pt x="27" y="57"/>
                    </a:lnTo>
                    <a:lnTo>
                      <a:pt x="27" y="57"/>
                    </a:lnTo>
                    <a:lnTo>
                      <a:pt x="27" y="55"/>
                    </a:lnTo>
                    <a:lnTo>
                      <a:pt x="27" y="55"/>
                    </a:lnTo>
                    <a:lnTo>
                      <a:pt x="27" y="55"/>
                    </a:lnTo>
                    <a:lnTo>
                      <a:pt x="27" y="53"/>
                    </a:lnTo>
                    <a:lnTo>
                      <a:pt x="24" y="53"/>
                    </a:lnTo>
                    <a:lnTo>
                      <a:pt x="24" y="53"/>
                    </a:lnTo>
                    <a:lnTo>
                      <a:pt x="24" y="53"/>
                    </a:lnTo>
                    <a:lnTo>
                      <a:pt x="24" y="53"/>
                    </a:lnTo>
                    <a:lnTo>
                      <a:pt x="22" y="53"/>
                    </a:lnTo>
                    <a:lnTo>
                      <a:pt x="22" y="53"/>
                    </a:lnTo>
                    <a:lnTo>
                      <a:pt x="22" y="53"/>
                    </a:lnTo>
                    <a:lnTo>
                      <a:pt x="19" y="53"/>
                    </a:lnTo>
                    <a:lnTo>
                      <a:pt x="19" y="53"/>
                    </a:lnTo>
                    <a:lnTo>
                      <a:pt x="19" y="53"/>
                    </a:lnTo>
                    <a:lnTo>
                      <a:pt x="19" y="55"/>
                    </a:lnTo>
                    <a:lnTo>
                      <a:pt x="17" y="55"/>
                    </a:lnTo>
                    <a:lnTo>
                      <a:pt x="17" y="55"/>
                    </a:lnTo>
                    <a:lnTo>
                      <a:pt x="17" y="55"/>
                    </a:lnTo>
                    <a:lnTo>
                      <a:pt x="17" y="55"/>
                    </a:lnTo>
                    <a:lnTo>
                      <a:pt x="15" y="55"/>
                    </a:lnTo>
                    <a:lnTo>
                      <a:pt x="15" y="55"/>
                    </a:lnTo>
                    <a:lnTo>
                      <a:pt x="15" y="55"/>
                    </a:lnTo>
                    <a:lnTo>
                      <a:pt x="15" y="53"/>
                    </a:lnTo>
                    <a:lnTo>
                      <a:pt x="15" y="53"/>
                    </a:lnTo>
                    <a:lnTo>
                      <a:pt x="15" y="53"/>
                    </a:lnTo>
                    <a:lnTo>
                      <a:pt x="15" y="50"/>
                    </a:lnTo>
                    <a:lnTo>
                      <a:pt x="15" y="50"/>
                    </a:lnTo>
                    <a:lnTo>
                      <a:pt x="12" y="50"/>
                    </a:lnTo>
                    <a:lnTo>
                      <a:pt x="12" y="50"/>
                    </a:lnTo>
                    <a:lnTo>
                      <a:pt x="12" y="50"/>
                    </a:lnTo>
                    <a:lnTo>
                      <a:pt x="12" y="50"/>
                    </a:lnTo>
                    <a:lnTo>
                      <a:pt x="12" y="50"/>
                    </a:lnTo>
                    <a:lnTo>
                      <a:pt x="10" y="50"/>
                    </a:lnTo>
                    <a:lnTo>
                      <a:pt x="10" y="50"/>
                    </a:lnTo>
                    <a:lnTo>
                      <a:pt x="10" y="48"/>
                    </a:lnTo>
                    <a:lnTo>
                      <a:pt x="10" y="48"/>
                    </a:lnTo>
                    <a:lnTo>
                      <a:pt x="10" y="48"/>
                    </a:lnTo>
                    <a:lnTo>
                      <a:pt x="10" y="48"/>
                    </a:lnTo>
                    <a:lnTo>
                      <a:pt x="10" y="48"/>
                    </a:lnTo>
                    <a:lnTo>
                      <a:pt x="8" y="48"/>
                    </a:lnTo>
                    <a:lnTo>
                      <a:pt x="8" y="45"/>
                    </a:lnTo>
                    <a:lnTo>
                      <a:pt x="8" y="45"/>
                    </a:lnTo>
                    <a:lnTo>
                      <a:pt x="8" y="48"/>
                    </a:lnTo>
                    <a:lnTo>
                      <a:pt x="5" y="48"/>
                    </a:lnTo>
                    <a:lnTo>
                      <a:pt x="5" y="45"/>
                    </a:lnTo>
                    <a:lnTo>
                      <a:pt x="5" y="45"/>
                    </a:lnTo>
                    <a:lnTo>
                      <a:pt x="5" y="45"/>
                    </a:lnTo>
                    <a:lnTo>
                      <a:pt x="5" y="45"/>
                    </a:lnTo>
                    <a:lnTo>
                      <a:pt x="3" y="45"/>
                    </a:lnTo>
                    <a:lnTo>
                      <a:pt x="3" y="45"/>
                    </a:lnTo>
                    <a:lnTo>
                      <a:pt x="3" y="45"/>
                    </a:lnTo>
                    <a:lnTo>
                      <a:pt x="3" y="43"/>
                    </a:lnTo>
                    <a:lnTo>
                      <a:pt x="0" y="43"/>
                    </a:lnTo>
                    <a:lnTo>
                      <a:pt x="0" y="43"/>
                    </a:lnTo>
                    <a:lnTo>
                      <a:pt x="0" y="41"/>
                    </a:lnTo>
                    <a:lnTo>
                      <a:pt x="0" y="41"/>
                    </a:lnTo>
                    <a:lnTo>
                      <a:pt x="0" y="38"/>
                    </a:lnTo>
                    <a:lnTo>
                      <a:pt x="0" y="38"/>
                    </a:lnTo>
                    <a:lnTo>
                      <a:pt x="0" y="38"/>
                    </a:lnTo>
                    <a:lnTo>
                      <a:pt x="3" y="38"/>
                    </a:lnTo>
                    <a:lnTo>
                      <a:pt x="3" y="36"/>
                    </a:lnTo>
                    <a:lnTo>
                      <a:pt x="3" y="36"/>
                    </a:lnTo>
                    <a:lnTo>
                      <a:pt x="3" y="36"/>
                    </a:lnTo>
                    <a:lnTo>
                      <a:pt x="3" y="36"/>
                    </a:lnTo>
                    <a:lnTo>
                      <a:pt x="5" y="36"/>
                    </a:lnTo>
                    <a:lnTo>
                      <a:pt x="5" y="36"/>
                    </a:lnTo>
                    <a:lnTo>
                      <a:pt x="5" y="36"/>
                    </a:lnTo>
                    <a:lnTo>
                      <a:pt x="5" y="36"/>
                    </a:lnTo>
                    <a:lnTo>
                      <a:pt x="5" y="38"/>
                    </a:lnTo>
                    <a:lnTo>
                      <a:pt x="8" y="38"/>
                    </a:lnTo>
                    <a:lnTo>
                      <a:pt x="8" y="36"/>
                    </a:lnTo>
                    <a:lnTo>
                      <a:pt x="8" y="36"/>
                    </a:lnTo>
                    <a:lnTo>
                      <a:pt x="10" y="36"/>
                    </a:lnTo>
                    <a:lnTo>
                      <a:pt x="10" y="36"/>
                    </a:lnTo>
                    <a:lnTo>
                      <a:pt x="10" y="36"/>
                    </a:lnTo>
                    <a:lnTo>
                      <a:pt x="12" y="36"/>
                    </a:lnTo>
                    <a:lnTo>
                      <a:pt x="12" y="38"/>
                    </a:lnTo>
                    <a:lnTo>
                      <a:pt x="12" y="38"/>
                    </a:lnTo>
                    <a:lnTo>
                      <a:pt x="12" y="36"/>
                    </a:lnTo>
                    <a:lnTo>
                      <a:pt x="12" y="36"/>
                    </a:lnTo>
                    <a:lnTo>
                      <a:pt x="15" y="36"/>
                    </a:lnTo>
                    <a:lnTo>
                      <a:pt x="15" y="36"/>
                    </a:lnTo>
                    <a:lnTo>
                      <a:pt x="15" y="36"/>
                    </a:lnTo>
                    <a:lnTo>
                      <a:pt x="17" y="36"/>
                    </a:lnTo>
                    <a:lnTo>
                      <a:pt x="17" y="36"/>
                    </a:lnTo>
                    <a:lnTo>
                      <a:pt x="17" y="36"/>
                    </a:lnTo>
                    <a:lnTo>
                      <a:pt x="17" y="36"/>
                    </a:lnTo>
                    <a:lnTo>
                      <a:pt x="17" y="38"/>
                    </a:lnTo>
                    <a:lnTo>
                      <a:pt x="19" y="38"/>
                    </a:lnTo>
                    <a:lnTo>
                      <a:pt x="19" y="38"/>
                    </a:lnTo>
                    <a:lnTo>
                      <a:pt x="19" y="38"/>
                    </a:lnTo>
                    <a:lnTo>
                      <a:pt x="19" y="38"/>
                    </a:lnTo>
                    <a:lnTo>
                      <a:pt x="22" y="38"/>
                    </a:lnTo>
                    <a:lnTo>
                      <a:pt x="22" y="38"/>
                    </a:lnTo>
                    <a:lnTo>
                      <a:pt x="24" y="38"/>
                    </a:lnTo>
                    <a:lnTo>
                      <a:pt x="24" y="38"/>
                    </a:lnTo>
                    <a:lnTo>
                      <a:pt x="24" y="38"/>
                    </a:lnTo>
                    <a:lnTo>
                      <a:pt x="24" y="38"/>
                    </a:lnTo>
                    <a:lnTo>
                      <a:pt x="27" y="38"/>
                    </a:lnTo>
                    <a:lnTo>
                      <a:pt x="27" y="38"/>
                    </a:lnTo>
                    <a:lnTo>
                      <a:pt x="27" y="38"/>
                    </a:lnTo>
                    <a:lnTo>
                      <a:pt x="27" y="36"/>
                    </a:lnTo>
                    <a:lnTo>
                      <a:pt x="29" y="36"/>
                    </a:lnTo>
                    <a:lnTo>
                      <a:pt x="29" y="36"/>
                    </a:lnTo>
                    <a:lnTo>
                      <a:pt x="29" y="36"/>
                    </a:lnTo>
                    <a:lnTo>
                      <a:pt x="31" y="36"/>
                    </a:lnTo>
                    <a:lnTo>
                      <a:pt x="31" y="36"/>
                    </a:lnTo>
                    <a:lnTo>
                      <a:pt x="31" y="36"/>
                    </a:lnTo>
                    <a:lnTo>
                      <a:pt x="31" y="38"/>
                    </a:lnTo>
                    <a:lnTo>
                      <a:pt x="31" y="38"/>
                    </a:lnTo>
                    <a:lnTo>
                      <a:pt x="31" y="36"/>
                    </a:lnTo>
                    <a:lnTo>
                      <a:pt x="34" y="36"/>
                    </a:lnTo>
                    <a:lnTo>
                      <a:pt x="34" y="36"/>
                    </a:lnTo>
                    <a:lnTo>
                      <a:pt x="36" y="36"/>
                    </a:lnTo>
                    <a:lnTo>
                      <a:pt x="36" y="36"/>
                    </a:lnTo>
                    <a:lnTo>
                      <a:pt x="36" y="36"/>
                    </a:lnTo>
                    <a:lnTo>
                      <a:pt x="36" y="34"/>
                    </a:lnTo>
                    <a:lnTo>
                      <a:pt x="36" y="34"/>
                    </a:lnTo>
                    <a:lnTo>
                      <a:pt x="36" y="34"/>
                    </a:lnTo>
                    <a:lnTo>
                      <a:pt x="36" y="31"/>
                    </a:lnTo>
                    <a:lnTo>
                      <a:pt x="36" y="31"/>
                    </a:lnTo>
                    <a:lnTo>
                      <a:pt x="36" y="31"/>
                    </a:lnTo>
                    <a:lnTo>
                      <a:pt x="36" y="31"/>
                    </a:lnTo>
                    <a:lnTo>
                      <a:pt x="36" y="29"/>
                    </a:lnTo>
                    <a:lnTo>
                      <a:pt x="38" y="29"/>
                    </a:lnTo>
                    <a:lnTo>
                      <a:pt x="38" y="29"/>
                    </a:lnTo>
                    <a:lnTo>
                      <a:pt x="36" y="29"/>
                    </a:lnTo>
                    <a:lnTo>
                      <a:pt x="36" y="29"/>
                    </a:lnTo>
                    <a:lnTo>
                      <a:pt x="38" y="29"/>
                    </a:lnTo>
                    <a:lnTo>
                      <a:pt x="38" y="27"/>
                    </a:lnTo>
                    <a:lnTo>
                      <a:pt x="38" y="27"/>
                    </a:lnTo>
                    <a:lnTo>
                      <a:pt x="38" y="24"/>
                    </a:lnTo>
                    <a:lnTo>
                      <a:pt x="38" y="24"/>
                    </a:lnTo>
                    <a:lnTo>
                      <a:pt x="38" y="24"/>
                    </a:lnTo>
                    <a:lnTo>
                      <a:pt x="38" y="24"/>
                    </a:lnTo>
                    <a:lnTo>
                      <a:pt x="41" y="24"/>
                    </a:lnTo>
                    <a:lnTo>
                      <a:pt x="41" y="24"/>
                    </a:lnTo>
                    <a:lnTo>
                      <a:pt x="41" y="24"/>
                    </a:lnTo>
                    <a:lnTo>
                      <a:pt x="43" y="24"/>
                    </a:lnTo>
                    <a:lnTo>
                      <a:pt x="43" y="27"/>
                    </a:lnTo>
                    <a:lnTo>
                      <a:pt x="43" y="27"/>
                    </a:lnTo>
                    <a:lnTo>
                      <a:pt x="43" y="29"/>
                    </a:lnTo>
                    <a:lnTo>
                      <a:pt x="41" y="29"/>
                    </a:lnTo>
                    <a:lnTo>
                      <a:pt x="41" y="29"/>
                    </a:lnTo>
                    <a:lnTo>
                      <a:pt x="38" y="29"/>
                    </a:lnTo>
                    <a:lnTo>
                      <a:pt x="38" y="29"/>
                    </a:lnTo>
                    <a:lnTo>
                      <a:pt x="38" y="29"/>
                    </a:lnTo>
                    <a:lnTo>
                      <a:pt x="38" y="31"/>
                    </a:lnTo>
                    <a:lnTo>
                      <a:pt x="38" y="31"/>
                    </a:lnTo>
                    <a:lnTo>
                      <a:pt x="41" y="31"/>
                    </a:lnTo>
                    <a:lnTo>
                      <a:pt x="41" y="34"/>
                    </a:lnTo>
                    <a:lnTo>
                      <a:pt x="38" y="34"/>
                    </a:lnTo>
                    <a:lnTo>
                      <a:pt x="38" y="34"/>
                    </a:lnTo>
                    <a:lnTo>
                      <a:pt x="38" y="36"/>
                    </a:lnTo>
                    <a:lnTo>
                      <a:pt x="41" y="36"/>
                    </a:lnTo>
                    <a:lnTo>
                      <a:pt x="41" y="36"/>
                    </a:lnTo>
                    <a:lnTo>
                      <a:pt x="41" y="38"/>
                    </a:lnTo>
                    <a:lnTo>
                      <a:pt x="41" y="38"/>
                    </a:lnTo>
                    <a:lnTo>
                      <a:pt x="43" y="38"/>
                    </a:lnTo>
                    <a:lnTo>
                      <a:pt x="43" y="38"/>
                    </a:lnTo>
                    <a:lnTo>
                      <a:pt x="43" y="38"/>
                    </a:lnTo>
                    <a:lnTo>
                      <a:pt x="43" y="38"/>
                    </a:lnTo>
                    <a:lnTo>
                      <a:pt x="43" y="38"/>
                    </a:lnTo>
                    <a:lnTo>
                      <a:pt x="45" y="38"/>
                    </a:lnTo>
                    <a:lnTo>
                      <a:pt x="45" y="36"/>
                    </a:lnTo>
                    <a:lnTo>
                      <a:pt x="45" y="36"/>
                    </a:lnTo>
                    <a:lnTo>
                      <a:pt x="45" y="36"/>
                    </a:lnTo>
                    <a:lnTo>
                      <a:pt x="45" y="36"/>
                    </a:lnTo>
                    <a:lnTo>
                      <a:pt x="48" y="36"/>
                    </a:lnTo>
                    <a:lnTo>
                      <a:pt x="48" y="36"/>
                    </a:lnTo>
                    <a:lnTo>
                      <a:pt x="50" y="36"/>
                    </a:lnTo>
                    <a:lnTo>
                      <a:pt x="50" y="36"/>
                    </a:lnTo>
                    <a:lnTo>
                      <a:pt x="50" y="36"/>
                    </a:lnTo>
                    <a:lnTo>
                      <a:pt x="50" y="38"/>
                    </a:lnTo>
                    <a:lnTo>
                      <a:pt x="50" y="38"/>
                    </a:lnTo>
                    <a:lnTo>
                      <a:pt x="53" y="38"/>
                    </a:lnTo>
                    <a:lnTo>
                      <a:pt x="53" y="38"/>
                    </a:lnTo>
                    <a:lnTo>
                      <a:pt x="53" y="36"/>
                    </a:lnTo>
                    <a:lnTo>
                      <a:pt x="53" y="36"/>
                    </a:lnTo>
                    <a:lnTo>
                      <a:pt x="53" y="36"/>
                    </a:lnTo>
                    <a:lnTo>
                      <a:pt x="55" y="36"/>
                    </a:lnTo>
                    <a:lnTo>
                      <a:pt x="55" y="36"/>
                    </a:lnTo>
                    <a:lnTo>
                      <a:pt x="55" y="36"/>
                    </a:lnTo>
                    <a:lnTo>
                      <a:pt x="57" y="36"/>
                    </a:lnTo>
                    <a:lnTo>
                      <a:pt x="57" y="36"/>
                    </a:lnTo>
                    <a:lnTo>
                      <a:pt x="57" y="36"/>
                    </a:lnTo>
                    <a:lnTo>
                      <a:pt x="57" y="36"/>
                    </a:lnTo>
                    <a:lnTo>
                      <a:pt x="57" y="34"/>
                    </a:lnTo>
                    <a:lnTo>
                      <a:pt x="60" y="34"/>
                    </a:lnTo>
                    <a:lnTo>
                      <a:pt x="60" y="34"/>
                    </a:lnTo>
                    <a:lnTo>
                      <a:pt x="60" y="31"/>
                    </a:lnTo>
                    <a:lnTo>
                      <a:pt x="60" y="31"/>
                    </a:lnTo>
                    <a:lnTo>
                      <a:pt x="60" y="29"/>
                    </a:lnTo>
                    <a:lnTo>
                      <a:pt x="60" y="29"/>
                    </a:lnTo>
                    <a:lnTo>
                      <a:pt x="60" y="29"/>
                    </a:lnTo>
                    <a:lnTo>
                      <a:pt x="60" y="29"/>
                    </a:lnTo>
                    <a:lnTo>
                      <a:pt x="60" y="29"/>
                    </a:lnTo>
                    <a:lnTo>
                      <a:pt x="60" y="27"/>
                    </a:lnTo>
                    <a:lnTo>
                      <a:pt x="62" y="27"/>
                    </a:lnTo>
                    <a:lnTo>
                      <a:pt x="62" y="27"/>
                    </a:lnTo>
                    <a:lnTo>
                      <a:pt x="62" y="27"/>
                    </a:lnTo>
                    <a:lnTo>
                      <a:pt x="62" y="24"/>
                    </a:lnTo>
                    <a:lnTo>
                      <a:pt x="62" y="24"/>
                    </a:lnTo>
                    <a:lnTo>
                      <a:pt x="62" y="24"/>
                    </a:lnTo>
                    <a:lnTo>
                      <a:pt x="60" y="24"/>
                    </a:lnTo>
                    <a:lnTo>
                      <a:pt x="60" y="22"/>
                    </a:lnTo>
                    <a:lnTo>
                      <a:pt x="60" y="22"/>
                    </a:lnTo>
                    <a:lnTo>
                      <a:pt x="62" y="22"/>
                    </a:lnTo>
                    <a:lnTo>
                      <a:pt x="62" y="22"/>
                    </a:lnTo>
                    <a:lnTo>
                      <a:pt x="64" y="22"/>
                    </a:lnTo>
                    <a:lnTo>
                      <a:pt x="64" y="22"/>
                    </a:lnTo>
                    <a:lnTo>
                      <a:pt x="64" y="22"/>
                    </a:lnTo>
                    <a:lnTo>
                      <a:pt x="64" y="24"/>
                    </a:lnTo>
                    <a:lnTo>
                      <a:pt x="64" y="24"/>
                    </a:lnTo>
                    <a:lnTo>
                      <a:pt x="67" y="24"/>
                    </a:lnTo>
                    <a:lnTo>
                      <a:pt x="67" y="22"/>
                    </a:lnTo>
                    <a:lnTo>
                      <a:pt x="67" y="22"/>
                    </a:lnTo>
                    <a:lnTo>
                      <a:pt x="67" y="22"/>
                    </a:lnTo>
                    <a:lnTo>
                      <a:pt x="67" y="22"/>
                    </a:lnTo>
                    <a:lnTo>
                      <a:pt x="69" y="22"/>
                    </a:lnTo>
                    <a:lnTo>
                      <a:pt x="69" y="22"/>
                    </a:lnTo>
                    <a:lnTo>
                      <a:pt x="69" y="22"/>
                    </a:lnTo>
                    <a:lnTo>
                      <a:pt x="71" y="22"/>
                    </a:lnTo>
                    <a:lnTo>
                      <a:pt x="71" y="22"/>
                    </a:lnTo>
                    <a:lnTo>
                      <a:pt x="71" y="22"/>
                    </a:lnTo>
                    <a:lnTo>
                      <a:pt x="71" y="22"/>
                    </a:lnTo>
                    <a:lnTo>
                      <a:pt x="74" y="22"/>
                    </a:lnTo>
                    <a:lnTo>
                      <a:pt x="74" y="19"/>
                    </a:lnTo>
                    <a:lnTo>
                      <a:pt x="71" y="19"/>
                    </a:lnTo>
                    <a:lnTo>
                      <a:pt x="71" y="19"/>
                    </a:lnTo>
                    <a:lnTo>
                      <a:pt x="71" y="19"/>
                    </a:lnTo>
                    <a:lnTo>
                      <a:pt x="71" y="17"/>
                    </a:lnTo>
                    <a:lnTo>
                      <a:pt x="71" y="17"/>
                    </a:lnTo>
                    <a:lnTo>
                      <a:pt x="71" y="15"/>
                    </a:lnTo>
                    <a:lnTo>
                      <a:pt x="71" y="15"/>
                    </a:lnTo>
                    <a:lnTo>
                      <a:pt x="71" y="15"/>
                    </a:lnTo>
                    <a:lnTo>
                      <a:pt x="71" y="12"/>
                    </a:lnTo>
                    <a:lnTo>
                      <a:pt x="71" y="12"/>
                    </a:lnTo>
                    <a:lnTo>
                      <a:pt x="71" y="10"/>
                    </a:lnTo>
                    <a:lnTo>
                      <a:pt x="71" y="10"/>
                    </a:lnTo>
                    <a:lnTo>
                      <a:pt x="71" y="10"/>
                    </a:lnTo>
                    <a:lnTo>
                      <a:pt x="69" y="10"/>
                    </a:lnTo>
                    <a:lnTo>
                      <a:pt x="69" y="10"/>
                    </a:lnTo>
                    <a:lnTo>
                      <a:pt x="69" y="8"/>
                    </a:lnTo>
                    <a:lnTo>
                      <a:pt x="69" y="8"/>
                    </a:lnTo>
                    <a:lnTo>
                      <a:pt x="69" y="8"/>
                    </a:lnTo>
                    <a:lnTo>
                      <a:pt x="69" y="5"/>
                    </a:lnTo>
                    <a:lnTo>
                      <a:pt x="69" y="5"/>
                    </a:lnTo>
                    <a:lnTo>
                      <a:pt x="69" y="3"/>
                    </a:lnTo>
                    <a:lnTo>
                      <a:pt x="69" y="3"/>
                    </a:lnTo>
                    <a:lnTo>
                      <a:pt x="71" y="3"/>
                    </a:lnTo>
                    <a:lnTo>
                      <a:pt x="71" y="3"/>
                    </a:lnTo>
                    <a:lnTo>
                      <a:pt x="71" y="3"/>
                    </a:lnTo>
                    <a:lnTo>
                      <a:pt x="74" y="3"/>
                    </a:lnTo>
                    <a:lnTo>
                      <a:pt x="74" y="3"/>
                    </a:lnTo>
                    <a:lnTo>
                      <a:pt x="76" y="3"/>
                    </a:lnTo>
                    <a:lnTo>
                      <a:pt x="76" y="3"/>
                    </a:lnTo>
                    <a:lnTo>
                      <a:pt x="76" y="5"/>
                    </a:lnTo>
                    <a:lnTo>
                      <a:pt x="76" y="5"/>
                    </a:lnTo>
                    <a:lnTo>
                      <a:pt x="79" y="5"/>
                    </a:lnTo>
                    <a:lnTo>
                      <a:pt x="79" y="5"/>
                    </a:lnTo>
                    <a:lnTo>
                      <a:pt x="79" y="8"/>
                    </a:lnTo>
                    <a:lnTo>
                      <a:pt x="79" y="8"/>
                    </a:lnTo>
                    <a:lnTo>
                      <a:pt x="79" y="8"/>
                    </a:lnTo>
                    <a:lnTo>
                      <a:pt x="81" y="8"/>
                    </a:lnTo>
                    <a:lnTo>
                      <a:pt x="81" y="5"/>
                    </a:lnTo>
                    <a:lnTo>
                      <a:pt x="79" y="5"/>
                    </a:lnTo>
                    <a:lnTo>
                      <a:pt x="79" y="5"/>
                    </a:lnTo>
                    <a:lnTo>
                      <a:pt x="79" y="5"/>
                    </a:lnTo>
                    <a:lnTo>
                      <a:pt x="79" y="3"/>
                    </a:lnTo>
                    <a:lnTo>
                      <a:pt x="79" y="3"/>
                    </a:lnTo>
                    <a:lnTo>
                      <a:pt x="81" y="3"/>
                    </a:lnTo>
                    <a:lnTo>
                      <a:pt x="81" y="3"/>
                    </a:lnTo>
                    <a:lnTo>
                      <a:pt x="81" y="3"/>
                    </a:lnTo>
                    <a:lnTo>
                      <a:pt x="81" y="0"/>
                    </a:lnTo>
                    <a:lnTo>
                      <a:pt x="83" y="0"/>
                    </a:lnTo>
                    <a:lnTo>
                      <a:pt x="8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73"/>
              <p:cNvSpPr>
                <a:spLocks/>
              </p:cNvSpPr>
              <p:nvPr/>
            </p:nvSpPr>
            <p:spPr bwMode="auto">
              <a:xfrm>
                <a:off x="3854" y="2820"/>
                <a:ext cx="222" cy="208"/>
              </a:xfrm>
              <a:custGeom>
                <a:avLst/>
                <a:gdLst/>
                <a:ahLst/>
                <a:cxnLst>
                  <a:cxn ang="0">
                    <a:pos x="146" y="132"/>
                  </a:cxn>
                  <a:cxn ang="0">
                    <a:pos x="158" y="139"/>
                  </a:cxn>
                  <a:cxn ang="0">
                    <a:pos x="163" y="154"/>
                  </a:cxn>
                  <a:cxn ang="0">
                    <a:pos x="170" y="165"/>
                  </a:cxn>
                  <a:cxn ang="0">
                    <a:pos x="182" y="163"/>
                  </a:cxn>
                  <a:cxn ang="0">
                    <a:pos x="184" y="175"/>
                  </a:cxn>
                  <a:cxn ang="0">
                    <a:pos x="198" y="180"/>
                  </a:cxn>
                  <a:cxn ang="0">
                    <a:pos x="194" y="187"/>
                  </a:cxn>
                  <a:cxn ang="0">
                    <a:pos x="205" y="194"/>
                  </a:cxn>
                  <a:cxn ang="0">
                    <a:pos x="217" y="196"/>
                  </a:cxn>
                  <a:cxn ang="0">
                    <a:pos x="208" y="199"/>
                  </a:cxn>
                  <a:cxn ang="0">
                    <a:pos x="220" y="203"/>
                  </a:cxn>
                  <a:cxn ang="0">
                    <a:pos x="215" y="206"/>
                  </a:cxn>
                  <a:cxn ang="0">
                    <a:pos x="205" y="208"/>
                  </a:cxn>
                  <a:cxn ang="0">
                    <a:pos x="194" y="201"/>
                  </a:cxn>
                  <a:cxn ang="0">
                    <a:pos x="182" y="196"/>
                  </a:cxn>
                  <a:cxn ang="0">
                    <a:pos x="170" y="194"/>
                  </a:cxn>
                  <a:cxn ang="0">
                    <a:pos x="153" y="194"/>
                  </a:cxn>
                  <a:cxn ang="0">
                    <a:pos x="144" y="187"/>
                  </a:cxn>
                  <a:cxn ang="0">
                    <a:pos x="137" y="177"/>
                  </a:cxn>
                  <a:cxn ang="0">
                    <a:pos x="130" y="168"/>
                  </a:cxn>
                  <a:cxn ang="0">
                    <a:pos x="123" y="156"/>
                  </a:cxn>
                  <a:cxn ang="0">
                    <a:pos x="116" y="144"/>
                  </a:cxn>
                  <a:cxn ang="0">
                    <a:pos x="104" y="137"/>
                  </a:cxn>
                  <a:cxn ang="0">
                    <a:pos x="92" y="135"/>
                  </a:cxn>
                  <a:cxn ang="0">
                    <a:pos x="80" y="132"/>
                  </a:cxn>
                  <a:cxn ang="0">
                    <a:pos x="71" y="132"/>
                  </a:cxn>
                  <a:cxn ang="0">
                    <a:pos x="63" y="139"/>
                  </a:cxn>
                  <a:cxn ang="0">
                    <a:pos x="59" y="146"/>
                  </a:cxn>
                  <a:cxn ang="0">
                    <a:pos x="63" y="151"/>
                  </a:cxn>
                  <a:cxn ang="0">
                    <a:pos x="59" y="156"/>
                  </a:cxn>
                  <a:cxn ang="0">
                    <a:pos x="54" y="165"/>
                  </a:cxn>
                  <a:cxn ang="0">
                    <a:pos x="44" y="168"/>
                  </a:cxn>
                  <a:cxn ang="0">
                    <a:pos x="33" y="170"/>
                  </a:cxn>
                  <a:cxn ang="0">
                    <a:pos x="18" y="170"/>
                  </a:cxn>
                  <a:cxn ang="0">
                    <a:pos x="4" y="168"/>
                  </a:cxn>
                  <a:cxn ang="0">
                    <a:pos x="4" y="149"/>
                  </a:cxn>
                  <a:cxn ang="0">
                    <a:pos x="4" y="130"/>
                  </a:cxn>
                  <a:cxn ang="0">
                    <a:pos x="4" y="111"/>
                  </a:cxn>
                  <a:cxn ang="0">
                    <a:pos x="4" y="97"/>
                  </a:cxn>
                  <a:cxn ang="0">
                    <a:pos x="4" y="78"/>
                  </a:cxn>
                  <a:cxn ang="0">
                    <a:pos x="4" y="56"/>
                  </a:cxn>
                  <a:cxn ang="0">
                    <a:pos x="4" y="37"/>
                  </a:cxn>
                  <a:cxn ang="0">
                    <a:pos x="4" y="16"/>
                  </a:cxn>
                  <a:cxn ang="0">
                    <a:pos x="7" y="0"/>
                  </a:cxn>
                  <a:cxn ang="0">
                    <a:pos x="18" y="7"/>
                  </a:cxn>
                  <a:cxn ang="0">
                    <a:pos x="30" y="14"/>
                  </a:cxn>
                  <a:cxn ang="0">
                    <a:pos x="42" y="16"/>
                  </a:cxn>
                  <a:cxn ang="0">
                    <a:pos x="56" y="21"/>
                  </a:cxn>
                  <a:cxn ang="0">
                    <a:pos x="61" y="26"/>
                  </a:cxn>
                  <a:cxn ang="0">
                    <a:pos x="71" y="30"/>
                  </a:cxn>
                  <a:cxn ang="0">
                    <a:pos x="80" y="37"/>
                  </a:cxn>
                  <a:cxn ang="0">
                    <a:pos x="92" y="45"/>
                  </a:cxn>
                  <a:cxn ang="0">
                    <a:pos x="104" y="52"/>
                  </a:cxn>
                  <a:cxn ang="0">
                    <a:pos x="108" y="64"/>
                  </a:cxn>
                  <a:cxn ang="0">
                    <a:pos x="113" y="73"/>
                  </a:cxn>
                  <a:cxn ang="0">
                    <a:pos x="125" y="80"/>
                  </a:cxn>
                  <a:cxn ang="0">
                    <a:pos x="137" y="85"/>
                  </a:cxn>
                  <a:cxn ang="0">
                    <a:pos x="146" y="90"/>
                  </a:cxn>
                  <a:cxn ang="0">
                    <a:pos x="151" y="104"/>
                  </a:cxn>
                  <a:cxn ang="0">
                    <a:pos x="137" y="106"/>
                  </a:cxn>
                  <a:cxn ang="0">
                    <a:pos x="134" y="116"/>
                  </a:cxn>
                </a:cxnLst>
                <a:rect l="0" t="0" r="r" b="b"/>
                <a:pathLst>
                  <a:path w="222" h="208">
                    <a:moveTo>
                      <a:pt x="139" y="125"/>
                    </a:moveTo>
                    <a:lnTo>
                      <a:pt x="139" y="125"/>
                    </a:lnTo>
                    <a:lnTo>
                      <a:pt x="142" y="125"/>
                    </a:lnTo>
                    <a:lnTo>
                      <a:pt x="142" y="125"/>
                    </a:lnTo>
                    <a:lnTo>
                      <a:pt x="142" y="125"/>
                    </a:lnTo>
                    <a:lnTo>
                      <a:pt x="144" y="125"/>
                    </a:lnTo>
                    <a:lnTo>
                      <a:pt x="144" y="127"/>
                    </a:lnTo>
                    <a:lnTo>
                      <a:pt x="144" y="127"/>
                    </a:lnTo>
                    <a:lnTo>
                      <a:pt x="144" y="127"/>
                    </a:lnTo>
                    <a:lnTo>
                      <a:pt x="144" y="127"/>
                    </a:lnTo>
                    <a:lnTo>
                      <a:pt x="144" y="130"/>
                    </a:lnTo>
                    <a:lnTo>
                      <a:pt x="146" y="130"/>
                    </a:lnTo>
                    <a:lnTo>
                      <a:pt x="146" y="130"/>
                    </a:lnTo>
                    <a:lnTo>
                      <a:pt x="146" y="130"/>
                    </a:lnTo>
                    <a:lnTo>
                      <a:pt x="146" y="130"/>
                    </a:lnTo>
                    <a:lnTo>
                      <a:pt x="146" y="130"/>
                    </a:lnTo>
                    <a:lnTo>
                      <a:pt x="146" y="130"/>
                    </a:lnTo>
                    <a:lnTo>
                      <a:pt x="146" y="132"/>
                    </a:lnTo>
                    <a:lnTo>
                      <a:pt x="146" y="132"/>
                    </a:lnTo>
                    <a:lnTo>
                      <a:pt x="149" y="132"/>
                    </a:lnTo>
                    <a:lnTo>
                      <a:pt x="149" y="135"/>
                    </a:lnTo>
                    <a:lnTo>
                      <a:pt x="149" y="135"/>
                    </a:lnTo>
                    <a:lnTo>
                      <a:pt x="149" y="135"/>
                    </a:lnTo>
                    <a:lnTo>
                      <a:pt x="149" y="135"/>
                    </a:lnTo>
                    <a:lnTo>
                      <a:pt x="151" y="135"/>
                    </a:lnTo>
                    <a:lnTo>
                      <a:pt x="151" y="135"/>
                    </a:lnTo>
                    <a:lnTo>
                      <a:pt x="151" y="135"/>
                    </a:lnTo>
                    <a:lnTo>
                      <a:pt x="153" y="135"/>
                    </a:lnTo>
                    <a:lnTo>
                      <a:pt x="153" y="137"/>
                    </a:lnTo>
                    <a:lnTo>
                      <a:pt x="153" y="137"/>
                    </a:lnTo>
                    <a:lnTo>
                      <a:pt x="153" y="137"/>
                    </a:lnTo>
                    <a:lnTo>
                      <a:pt x="153" y="137"/>
                    </a:lnTo>
                    <a:lnTo>
                      <a:pt x="153" y="139"/>
                    </a:lnTo>
                    <a:lnTo>
                      <a:pt x="156" y="139"/>
                    </a:lnTo>
                    <a:lnTo>
                      <a:pt x="156" y="139"/>
                    </a:lnTo>
                    <a:lnTo>
                      <a:pt x="158" y="139"/>
                    </a:lnTo>
                    <a:lnTo>
                      <a:pt x="158" y="139"/>
                    </a:lnTo>
                    <a:lnTo>
                      <a:pt x="158" y="139"/>
                    </a:lnTo>
                    <a:lnTo>
                      <a:pt x="158" y="142"/>
                    </a:lnTo>
                    <a:lnTo>
                      <a:pt x="158" y="142"/>
                    </a:lnTo>
                    <a:lnTo>
                      <a:pt x="158" y="144"/>
                    </a:lnTo>
                    <a:lnTo>
                      <a:pt x="158" y="144"/>
                    </a:lnTo>
                    <a:lnTo>
                      <a:pt x="158" y="144"/>
                    </a:lnTo>
                    <a:lnTo>
                      <a:pt x="158" y="146"/>
                    </a:lnTo>
                    <a:lnTo>
                      <a:pt x="160" y="146"/>
                    </a:lnTo>
                    <a:lnTo>
                      <a:pt x="160" y="146"/>
                    </a:lnTo>
                    <a:lnTo>
                      <a:pt x="160" y="146"/>
                    </a:lnTo>
                    <a:lnTo>
                      <a:pt x="160" y="149"/>
                    </a:lnTo>
                    <a:lnTo>
                      <a:pt x="160" y="149"/>
                    </a:lnTo>
                    <a:lnTo>
                      <a:pt x="160" y="151"/>
                    </a:lnTo>
                    <a:lnTo>
                      <a:pt x="160" y="151"/>
                    </a:lnTo>
                    <a:lnTo>
                      <a:pt x="160" y="154"/>
                    </a:lnTo>
                    <a:lnTo>
                      <a:pt x="160" y="154"/>
                    </a:lnTo>
                    <a:lnTo>
                      <a:pt x="163" y="154"/>
                    </a:lnTo>
                    <a:lnTo>
                      <a:pt x="163" y="154"/>
                    </a:lnTo>
                    <a:lnTo>
                      <a:pt x="163" y="154"/>
                    </a:lnTo>
                    <a:lnTo>
                      <a:pt x="163" y="154"/>
                    </a:lnTo>
                    <a:lnTo>
                      <a:pt x="163" y="156"/>
                    </a:lnTo>
                    <a:lnTo>
                      <a:pt x="165" y="156"/>
                    </a:lnTo>
                    <a:lnTo>
                      <a:pt x="165" y="156"/>
                    </a:lnTo>
                    <a:lnTo>
                      <a:pt x="165" y="156"/>
                    </a:lnTo>
                    <a:lnTo>
                      <a:pt x="165" y="156"/>
                    </a:lnTo>
                    <a:lnTo>
                      <a:pt x="165" y="158"/>
                    </a:lnTo>
                    <a:lnTo>
                      <a:pt x="165" y="158"/>
                    </a:lnTo>
                    <a:lnTo>
                      <a:pt x="165" y="161"/>
                    </a:lnTo>
                    <a:lnTo>
                      <a:pt x="165" y="161"/>
                    </a:lnTo>
                    <a:lnTo>
                      <a:pt x="165" y="161"/>
                    </a:lnTo>
                    <a:lnTo>
                      <a:pt x="165" y="163"/>
                    </a:lnTo>
                    <a:lnTo>
                      <a:pt x="165" y="163"/>
                    </a:lnTo>
                    <a:lnTo>
                      <a:pt x="168" y="163"/>
                    </a:lnTo>
                    <a:lnTo>
                      <a:pt x="168" y="165"/>
                    </a:lnTo>
                    <a:lnTo>
                      <a:pt x="168" y="165"/>
                    </a:lnTo>
                    <a:lnTo>
                      <a:pt x="168" y="165"/>
                    </a:lnTo>
                    <a:lnTo>
                      <a:pt x="170" y="165"/>
                    </a:lnTo>
                    <a:lnTo>
                      <a:pt x="170" y="165"/>
                    </a:lnTo>
                    <a:lnTo>
                      <a:pt x="170" y="165"/>
                    </a:lnTo>
                    <a:lnTo>
                      <a:pt x="172" y="165"/>
                    </a:lnTo>
                    <a:lnTo>
                      <a:pt x="172" y="165"/>
                    </a:lnTo>
                    <a:lnTo>
                      <a:pt x="172" y="165"/>
                    </a:lnTo>
                    <a:lnTo>
                      <a:pt x="172" y="165"/>
                    </a:lnTo>
                    <a:lnTo>
                      <a:pt x="175" y="165"/>
                    </a:lnTo>
                    <a:lnTo>
                      <a:pt x="175" y="165"/>
                    </a:lnTo>
                    <a:lnTo>
                      <a:pt x="177" y="165"/>
                    </a:lnTo>
                    <a:lnTo>
                      <a:pt x="177" y="165"/>
                    </a:lnTo>
                    <a:lnTo>
                      <a:pt x="177" y="163"/>
                    </a:lnTo>
                    <a:lnTo>
                      <a:pt x="177" y="163"/>
                    </a:lnTo>
                    <a:lnTo>
                      <a:pt x="179" y="163"/>
                    </a:lnTo>
                    <a:lnTo>
                      <a:pt x="179" y="163"/>
                    </a:lnTo>
                    <a:lnTo>
                      <a:pt x="179" y="163"/>
                    </a:lnTo>
                    <a:lnTo>
                      <a:pt x="179" y="163"/>
                    </a:lnTo>
                    <a:lnTo>
                      <a:pt x="179" y="163"/>
                    </a:lnTo>
                    <a:lnTo>
                      <a:pt x="179" y="163"/>
                    </a:lnTo>
                    <a:lnTo>
                      <a:pt x="182" y="163"/>
                    </a:lnTo>
                    <a:lnTo>
                      <a:pt x="182" y="163"/>
                    </a:lnTo>
                    <a:lnTo>
                      <a:pt x="182" y="163"/>
                    </a:lnTo>
                    <a:lnTo>
                      <a:pt x="184" y="163"/>
                    </a:lnTo>
                    <a:lnTo>
                      <a:pt x="184" y="165"/>
                    </a:lnTo>
                    <a:lnTo>
                      <a:pt x="184" y="165"/>
                    </a:lnTo>
                    <a:lnTo>
                      <a:pt x="184" y="165"/>
                    </a:lnTo>
                    <a:lnTo>
                      <a:pt x="184" y="168"/>
                    </a:lnTo>
                    <a:lnTo>
                      <a:pt x="184" y="168"/>
                    </a:lnTo>
                    <a:lnTo>
                      <a:pt x="182" y="168"/>
                    </a:lnTo>
                    <a:lnTo>
                      <a:pt x="182" y="168"/>
                    </a:lnTo>
                    <a:lnTo>
                      <a:pt x="182" y="170"/>
                    </a:lnTo>
                    <a:lnTo>
                      <a:pt x="182" y="170"/>
                    </a:lnTo>
                    <a:lnTo>
                      <a:pt x="182" y="173"/>
                    </a:lnTo>
                    <a:lnTo>
                      <a:pt x="179" y="173"/>
                    </a:lnTo>
                    <a:lnTo>
                      <a:pt x="179" y="173"/>
                    </a:lnTo>
                    <a:lnTo>
                      <a:pt x="179" y="175"/>
                    </a:lnTo>
                    <a:lnTo>
                      <a:pt x="179" y="175"/>
                    </a:lnTo>
                    <a:lnTo>
                      <a:pt x="182" y="175"/>
                    </a:lnTo>
                    <a:lnTo>
                      <a:pt x="182" y="175"/>
                    </a:lnTo>
                    <a:lnTo>
                      <a:pt x="182" y="175"/>
                    </a:lnTo>
                    <a:lnTo>
                      <a:pt x="184" y="175"/>
                    </a:lnTo>
                    <a:lnTo>
                      <a:pt x="184" y="175"/>
                    </a:lnTo>
                    <a:lnTo>
                      <a:pt x="184" y="177"/>
                    </a:lnTo>
                    <a:lnTo>
                      <a:pt x="184" y="177"/>
                    </a:lnTo>
                    <a:lnTo>
                      <a:pt x="187" y="177"/>
                    </a:lnTo>
                    <a:lnTo>
                      <a:pt x="187" y="177"/>
                    </a:lnTo>
                    <a:lnTo>
                      <a:pt x="187" y="177"/>
                    </a:lnTo>
                    <a:lnTo>
                      <a:pt x="187" y="177"/>
                    </a:lnTo>
                    <a:lnTo>
                      <a:pt x="189" y="177"/>
                    </a:lnTo>
                    <a:lnTo>
                      <a:pt x="189" y="177"/>
                    </a:lnTo>
                    <a:lnTo>
                      <a:pt x="191" y="177"/>
                    </a:lnTo>
                    <a:lnTo>
                      <a:pt x="191" y="177"/>
                    </a:lnTo>
                    <a:lnTo>
                      <a:pt x="191" y="177"/>
                    </a:lnTo>
                    <a:lnTo>
                      <a:pt x="194" y="177"/>
                    </a:lnTo>
                    <a:lnTo>
                      <a:pt x="194" y="177"/>
                    </a:lnTo>
                    <a:lnTo>
                      <a:pt x="196" y="177"/>
                    </a:lnTo>
                    <a:lnTo>
                      <a:pt x="196" y="180"/>
                    </a:lnTo>
                    <a:lnTo>
                      <a:pt x="196" y="180"/>
                    </a:lnTo>
                    <a:lnTo>
                      <a:pt x="196" y="180"/>
                    </a:lnTo>
                    <a:lnTo>
                      <a:pt x="198" y="180"/>
                    </a:lnTo>
                    <a:lnTo>
                      <a:pt x="198" y="180"/>
                    </a:lnTo>
                    <a:lnTo>
                      <a:pt x="198" y="180"/>
                    </a:lnTo>
                    <a:lnTo>
                      <a:pt x="198" y="180"/>
                    </a:lnTo>
                    <a:lnTo>
                      <a:pt x="198" y="182"/>
                    </a:lnTo>
                    <a:lnTo>
                      <a:pt x="198" y="182"/>
                    </a:lnTo>
                    <a:lnTo>
                      <a:pt x="198" y="182"/>
                    </a:lnTo>
                    <a:lnTo>
                      <a:pt x="198" y="182"/>
                    </a:lnTo>
                    <a:lnTo>
                      <a:pt x="198" y="184"/>
                    </a:lnTo>
                    <a:lnTo>
                      <a:pt x="196" y="184"/>
                    </a:lnTo>
                    <a:lnTo>
                      <a:pt x="196" y="184"/>
                    </a:lnTo>
                    <a:lnTo>
                      <a:pt x="196" y="184"/>
                    </a:lnTo>
                    <a:lnTo>
                      <a:pt x="194" y="184"/>
                    </a:lnTo>
                    <a:lnTo>
                      <a:pt x="194" y="184"/>
                    </a:lnTo>
                    <a:lnTo>
                      <a:pt x="194" y="184"/>
                    </a:lnTo>
                    <a:lnTo>
                      <a:pt x="191" y="184"/>
                    </a:lnTo>
                    <a:lnTo>
                      <a:pt x="191" y="184"/>
                    </a:lnTo>
                    <a:lnTo>
                      <a:pt x="194" y="184"/>
                    </a:lnTo>
                    <a:lnTo>
                      <a:pt x="194" y="184"/>
                    </a:lnTo>
                    <a:lnTo>
                      <a:pt x="194" y="187"/>
                    </a:lnTo>
                    <a:lnTo>
                      <a:pt x="194" y="187"/>
                    </a:lnTo>
                    <a:lnTo>
                      <a:pt x="196" y="187"/>
                    </a:lnTo>
                    <a:lnTo>
                      <a:pt x="196" y="189"/>
                    </a:lnTo>
                    <a:lnTo>
                      <a:pt x="196" y="189"/>
                    </a:lnTo>
                    <a:lnTo>
                      <a:pt x="196" y="189"/>
                    </a:lnTo>
                    <a:lnTo>
                      <a:pt x="196" y="189"/>
                    </a:lnTo>
                    <a:lnTo>
                      <a:pt x="198" y="189"/>
                    </a:lnTo>
                    <a:lnTo>
                      <a:pt x="198" y="189"/>
                    </a:lnTo>
                    <a:lnTo>
                      <a:pt x="198" y="189"/>
                    </a:lnTo>
                    <a:lnTo>
                      <a:pt x="198" y="191"/>
                    </a:lnTo>
                    <a:lnTo>
                      <a:pt x="201" y="191"/>
                    </a:lnTo>
                    <a:lnTo>
                      <a:pt x="201" y="191"/>
                    </a:lnTo>
                    <a:lnTo>
                      <a:pt x="203" y="191"/>
                    </a:lnTo>
                    <a:lnTo>
                      <a:pt x="203" y="191"/>
                    </a:lnTo>
                    <a:lnTo>
                      <a:pt x="203" y="191"/>
                    </a:lnTo>
                    <a:lnTo>
                      <a:pt x="203" y="191"/>
                    </a:lnTo>
                    <a:lnTo>
                      <a:pt x="203" y="194"/>
                    </a:lnTo>
                    <a:lnTo>
                      <a:pt x="205" y="194"/>
                    </a:lnTo>
                    <a:lnTo>
                      <a:pt x="205" y="194"/>
                    </a:lnTo>
                    <a:lnTo>
                      <a:pt x="205" y="194"/>
                    </a:lnTo>
                    <a:lnTo>
                      <a:pt x="208" y="194"/>
                    </a:lnTo>
                    <a:lnTo>
                      <a:pt x="208" y="194"/>
                    </a:lnTo>
                    <a:lnTo>
                      <a:pt x="210" y="194"/>
                    </a:lnTo>
                    <a:lnTo>
                      <a:pt x="210" y="194"/>
                    </a:lnTo>
                    <a:lnTo>
                      <a:pt x="210" y="194"/>
                    </a:lnTo>
                    <a:lnTo>
                      <a:pt x="210" y="194"/>
                    </a:lnTo>
                    <a:lnTo>
                      <a:pt x="210" y="194"/>
                    </a:lnTo>
                    <a:lnTo>
                      <a:pt x="213" y="194"/>
                    </a:lnTo>
                    <a:lnTo>
                      <a:pt x="213" y="194"/>
                    </a:lnTo>
                    <a:lnTo>
                      <a:pt x="213" y="194"/>
                    </a:lnTo>
                    <a:lnTo>
                      <a:pt x="215" y="194"/>
                    </a:lnTo>
                    <a:lnTo>
                      <a:pt x="215" y="194"/>
                    </a:lnTo>
                    <a:lnTo>
                      <a:pt x="215" y="194"/>
                    </a:lnTo>
                    <a:lnTo>
                      <a:pt x="217" y="194"/>
                    </a:lnTo>
                    <a:lnTo>
                      <a:pt x="217" y="194"/>
                    </a:lnTo>
                    <a:lnTo>
                      <a:pt x="217" y="194"/>
                    </a:lnTo>
                    <a:lnTo>
                      <a:pt x="217" y="194"/>
                    </a:lnTo>
                    <a:lnTo>
                      <a:pt x="217" y="196"/>
                    </a:lnTo>
                    <a:lnTo>
                      <a:pt x="215" y="196"/>
                    </a:lnTo>
                    <a:lnTo>
                      <a:pt x="215" y="196"/>
                    </a:lnTo>
                    <a:lnTo>
                      <a:pt x="215" y="196"/>
                    </a:lnTo>
                    <a:lnTo>
                      <a:pt x="213" y="196"/>
                    </a:lnTo>
                    <a:lnTo>
                      <a:pt x="213" y="196"/>
                    </a:lnTo>
                    <a:lnTo>
                      <a:pt x="213" y="196"/>
                    </a:lnTo>
                    <a:lnTo>
                      <a:pt x="213" y="199"/>
                    </a:lnTo>
                    <a:lnTo>
                      <a:pt x="210" y="199"/>
                    </a:lnTo>
                    <a:lnTo>
                      <a:pt x="210" y="199"/>
                    </a:lnTo>
                    <a:lnTo>
                      <a:pt x="210" y="199"/>
                    </a:lnTo>
                    <a:lnTo>
                      <a:pt x="208" y="199"/>
                    </a:lnTo>
                    <a:lnTo>
                      <a:pt x="208" y="196"/>
                    </a:lnTo>
                    <a:lnTo>
                      <a:pt x="208" y="196"/>
                    </a:lnTo>
                    <a:lnTo>
                      <a:pt x="205" y="196"/>
                    </a:lnTo>
                    <a:lnTo>
                      <a:pt x="205" y="196"/>
                    </a:lnTo>
                    <a:lnTo>
                      <a:pt x="205" y="199"/>
                    </a:lnTo>
                    <a:lnTo>
                      <a:pt x="205" y="199"/>
                    </a:lnTo>
                    <a:lnTo>
                      <a:pt x="208" y="199"/>
                    </a:lnTo>
                    <a:lnTo>
                      <a:pt x="208" y="199"/>
                    </a:lnTo>
                    <a:lnTo>
                      <a:pt x="208" y="199"/>
                    </a:lnTo>
                    <a:lnTo>
                      <a:pt x="210" y="199"/>
                    </a:lnTo>
                    <a:lnTo>
                      <a:pt x="210" y="199"/>
                    </a:lnTo>
                    <a:lnTo>
                      <a:pt x="210" y="201"/>
                    </a:lnTo>
                    <a:lnTo>
                      <a:pt x="210" y="201"/>
                    </a:lnTo>
                    <a:lnTo>
                      <a:pt x="213" y="201"/>
                    </a:lnTo>
                    <a:lnTo>
                      <a:pt x="213" y="201"/>
                    </a:lnTo>
                    <a:lnTo>
                      <a:pt x="213" y="201"/>
                    </a:lnTo>
                    <a:lnTo>
                      <a:pt x="213" y="203"/>
                    </a:lnTo>
                    <a:lnTo>
                      <a:pt x="213" y="203"/>
                    </a:lnTo>
                    <a:lnTo>
                      <a:pt x="215" y="203"/>
                    </a:lnTo>
                    <a:lnTo>
                      <a:pt x="215" y="201"/>
                    </a:lnTo>
                    <a:lnTo>
                      <a:pt x="215" y="201"/>
                    </a:lnTo>
                    <a:lnTo>
                      <a:pt x="217" y="201"/>
                    </a:lnTo>
                    <a:lnTo>
                      <a:pt x="217" y="201"/>
                    </a:lnTo>
                    <a:lnTo>
                      <a:pt x="217" y="203"/>
                    </a:lnTo>
                    <a:lnTo>
                      <a:pt x="217" y="203"/>
                    </a:lnTo>
                    <a:lnTo>
                      <a:pt x="217" y="203"/>
                    </a:lnTo>
                    <a:lnTo>
                      <a:pt x="220" y="203"/>
                    </a:lnTo>
                    <a:lnTo>
                      <a:pt x="220" y="203"/>
                    </a:lnTo>
                    <a:lnTo>
                      <a:pt x="220" y="203"/>
                    </a:lnTo>
                    <a:lnTo>
                      <a:pt x="220" y="203"/>
                    </a:lnTo>
                    <a:lnTo>
                      <a:pt x="220" y="203"/>
                    </a:lnTo>
                    <a:lnTo>
                      <a:pt x="220" y="206"/>
                    </a:lnTo>
                    <a:lnTo>
                      <a:pt x="222" y="206"/>
                    </a:lnTo>
                    <a:lnTo>
                      <a:pt x="222" y="206"/>
                    </a:lnTo>
                    <a:lnTo>
                      <a:pt x="222" y="206"/>
                    </a:lnTo>
                    <a:lnTo>
                      <a:pt x="220" y="206"/>
                    </a:lnTo>
                    <a:lnTo>
                      <a:pt x="220" y="206"/>
                    </a:lnTo>
                    <a:lnTo>
                      <a:pt x="220" y="206"/>
                    </a:lnTo>
                    <a:lnTo>
                      <a:pt x="220" y="206"/>
                    </a:lnTo>
                    <a:lnTo>
                      <a:pt x="217" y="206"/>
                    </a:lnTo>
                    <a:lnTo>
                      <a:pt x="217" y="206"/>
                    </a:lnTo>
                    <a:lnTo>
                      <a:pt x="217" y="206"/>
                    </a:lnTo>
                    <a:lnTo>
                      <a:pt x="217" y="206"/>
                    </a:lnTo>
                    <a:lnTo>
                      <a:pt x="217" y="206"/>
                    </a:lnTo>
                    <a:lnTo>
                      <a:pt x="215" y="206"/>
                    </a:lnTo>
                    <a:lnTo>
                      <a:pt x="215" y="206"/>
                    </a:lnTo>
                    <a:lnTo>
                      <a:pt x="213" y="206"/>
                    </a:lnTo>
                    <a:lnTo>
                      <a:pt x="213" y="206"/>
                    </a:lnTo>
                    <a:lnTo>
                      <a:pt x="213" y="208"/>
                    </a:lnTo>
                    <a:lnTo>
                      <a:pt x="213" y="208"/>
                    </a:lnTo>
                    <a:lnTo>
                      <a:pt x="213" y="206"/>
                    </a:lnTo>
                    <a:lnTo>
                      <a:pt x="213" y="206"/>
                    </a:lnTo>
                    <a:lnTo>
                      <a:pt x="213" y="206"/>
                    </a:lnTo>
                    <a:lnTo>
                      <a:pt x="210" y="206"/>
                    </a:lnTo>
                    <a:lnTo>
                      <a:pt x="210" y="206"/>
                    </a:lnTo>
                    <a:lnTo>
                      <a:pt x="210" y="206"/>
                    </a:lnTo>
                    <a:lnTo>
                      <a:pt x="210" y="206"/>
                    </a:lnTo>
                    <a:lnTo>
                      <a:pt x="210" y="206"/>
                    </a:lnTo>
                    <a:lnTo>
                      <a:pt x="208" y="206"/>
                    </a:lnTo>
                    <a:lnTo>
                      <a:pt x="208" y="206"/>
                    </a:lnTo>
                    <a:lnTo>
                      <a:pt x="208" y="206"/>
                    </a:lnTo>
                    <a:lnTo>
                      <a:pt x="205" y="206"/>
                    </a:lnTo>
                    <a:lnTo>
                      <a:pt x="205" y="206"/>
                    </a:lnTo>
                    <a:lnTo>
                      <a:pt x="205" y="206"/>
                    </a:lnTo>
                    <a:lnTo>
                      <a:pt x="205" y="208"/>
                    </a:lnTo>
                    <a:lnTo>
                      <a:pt x="203" y="208"/>
                    </a:lnTo>
                    <a:lnTo>
                      <a:pt x="203" y="208"/>
                    </a:lnTo>
                    <a:lnTo>
                      <a:pt x="203" y="208"/>
                    </a:lnTo>
                    <a:lnTo>
                      <a:pt x="203" y="206"/>
                    </a:lnTo>
                    <a:lnTo>
                      <a:pt x="201" y="206"/>
                    </a:lnTo>
                    <a:lnTo>
                      <a:pt x="201" y="206"/>
                    </a:lnTo>
                    <a:lnTo>
                      <a:pt x="198" y="206"/>
                    </a:lnTo>
                    <a:lnTo>
                      <a:pt x="198" y="206"/>
                    </a:lnTo>
                    <a:lnTo>
                      <a:pt x="198" y="206"/>
                    </a:lnTo>
                    <a:lnTo>
                      <a:pt x="198" y="206"/>
                    </a:lnTo>
                    <a:lnTo>
                      <a:pt x="198" y="206"/>
                    </a:lnTo>
                    <a:lnTo>
                      <a:pt x="196" y="206"/>
                    </a:lnTo>
                    <a:lnTo>
                      <a:pt x="196" y="206"/>
                    </a:lnTo>
                    <a:lnTo>
                      <a:pt x="196" y="203"/>
                    </a:lnTo>
                    <a:lnTo>
                      <a:pt x="196" y="203"/>
                    </a:lnTo>
                    <a:lnTo>
                      <a:pt x="194" y="203"/>
                    </a:lnTo>
                    <a:lnTo>
                      <a:pt x="194" y="203"/>
                    </a:lnTo>
                    <a:lnTo>
                      <a:pt x="194" y="203"/>
                    </a:lnTo>
                    <a:lnTo>
                      <a:pt x="194" y="201"/>
                    </a:lnTo>
                    <a:lnTo>
                      <a:pt x="194" y="201"/>
                    </a:lnTo>
                    <a:lnTo>
                      <a:pt x="194" y="201"/>
                    </a:lnTo>
                    <a:lnTo>
                      <a:pt x="194" y="199"/>
                    </a:lnTo>
                    <a:lnTo>
                      <a:pt x="194" y="199"/>
                    </a:lnTo>
                    <a:lnTo>
                      <a:pt x="194" y="199"/>
                    </a:lnTo>
                    <a:lnTo>
                      <a:pt x="191" y="199"/>
                    </a:lnTo>
                    <a:lnTo>
                      <a:pt x="191" y="199"/>
                    </a:lnTo>
                    <a:lnTo>
                      <a:pt x="191" y="199"/>
                    </a:lnTo>
                    <a:lnTo>
                      <a:pt x="189" y="199"/>
                    </a:lnTo>
                    <a:lnTo>
                      <a:pt x="189" y="199"/>
                    </a:lnTo>
                    <a:lnTo>
                      <a:pt x="187" y="199"/>
                    </a:lnTo>
                    <a:lnTo>
                      <a:pt x="187" y="199"/>
                    </a:lnTo>
                    <a:lnTo>
                      <a:pt x="187" y="199"/>
                    </a:lnTo>
                    <a:lnTo>
                      <a:pt x="184" y="199"/>
                    </a:lnTo>
                    <a:lnTo>
                      <a:pt x="184" y="196"/>
                    </a:lnTo>
                    <a:lnTo>
                      <a:pt x="184" y="196"/>
                    </a:lnTo>
                    <a:lnTo>
                      <a:pt x="184" y="196"/>
                    </a:lnTo>
                    <a:lnTo>
                      <a:pt x="182" y="196"/>
                    </a:lnTo>
                    <a:lnTo>
                      <a:pt x="182" y="196"/>
                    </a:lnTo>
                    <a:lnTo>
                      <a:pt x="182" y="196"/>
                    </a:lnTo>
                    <a:lnTo>
                      <a:pt x="179" y="196"/>
                    </a:lnTo>
                    <a:lnTo>
                      <a:pt x="179" y="196"/>
                    </a:lnTo>
                    <a:lnTo>
                      <a:pt x="179" y="194"/>
                    </a:lnTo>
                    <a:lnTo>
                      <a:pt x="179" y="194"/>
                    </a:lnTo>
                    <a:lnTo>
                      <a:pt x="177" y="194"/>
                    </a:lnTo>
                    <a:lnTo>
                      <a:pt x="177" y="194"/>
                    </a:lnTo>
                    <a:lnTo>
                      <a:pt x="177" y="196"/>
                    </a:lnTo>
                    <a:lnTo>
                      <a:pt x="177" y="196"/>
                    </a:lnTo>
                    <a:lnTo>
                      <a:pt x="175" y="196"/>
                    </a:lnTo>
                    <a:lnTo>
                      <a:pt x="175" y="196"/>
                    </a:lnTo>
                    <a:lnTo>
                      <a:pt x="175" y="194"/>
                    </a:lnTo>
                    <a:lnTo>
                      <a:pt x="172" y="194"/>
                    </a:lnTo>
                    <a:lnTo>
                      <a:pt x="172" y="194"/>
                    </a:lnTo>
                    <a:lnTo>
                      <a:pt x="172" y="194"/>
                    </a:lnTo>
                    <a:lnTo>
                      <a:pt x="170" y="194"/>
                    </a:lnTo>
                    <a:lnTo>
                      <a:pt x="170" y="194"/>
                    </a:lnTo>
                    <a:lnTo>
                      <a:pt x="170" y="194"/>
                    </a:lnTo>
                    <a:lnTo>
                      <a:pt x="170" y="194"/>
                    </a:lnTo>
                    <a:lnTo>
                      <a:pt x="168" y="194"/>
                    </a:lnTo>
                    <a:lnTo>
                      <a:pt x="168" y="194"/>
                    </a:lnTo>
                    <a:lnTo>
                      <a:pt x="165" y="194"/>
                    </a:lnTo>
                    <a:lnTo>
                      <a:pt x="165" y="194"/>
                    </a:lnTo>
                    <a:lnTo>
                      <a:pt x="165" y="194"/>
                    </a:lnTo>
                    <a:lnTo>
                      <a:pt x="163" y="194"/>
                    </a:lnTo>
                    <a:lnTo>
                      <a:pt x="163" y="194"/>
                    </a:lnTo>
                    <a:lnTo>
                      <a:pt x="163" y="194"/>
                    </a:lnTo>
                    <a:lnTo>
                      <a:pt x="163" y="194"/>
                    </a:lnTo>
                    <a:lnTo>
                      <a:pt x="160" y="194"/>
                    </a:lnTo>
                    <a:lnTo>
                      <a:pt x="160" y="194"/>
                    </a:lnTo>
                    <a:lnTo>
                      <a:pt x="160" y="191"/>
                    </a:lnTo>
                    <a:lnTo>
                      <a:pt x="158" y="191"/>
                    </a:lnTo>
                    <a:lnTo>
                      <a:pt x="158" y="191"/>
                    </a:lnTo>
                    <a:lnTo>
                      <a:pt x="158" y="194"/>
                    </a:lnTo>
                    <a:lnTo>
                      <a:pt x="158" y="194"/>
                    </a:lnTo>
                    <a:lnTo>
                      <a:pt x="156" y="194"/>
                    </a:lnTo>
                    <a:lnTo>
                      <a:pt x="156" y="194"/>
                    </a:lnTo>
                    <a:lnTo>
                      <a:pt x="153" y="194"/>
                    </a:lnTo>
                    <a:lnTo>
                      <a:pt x="153" y="194"/>
                    </a:lnTo>
                    <a:lnTo>
                      <a:pt x="153" y="194"/>
                    </a:lnTo>
                    <a:lnTo>
                      <a:pt x="153" y="191"/>
                    </a:lnTo>
                    <a:lnTo>
                      <a:pt x="151" y="191"/>
                    </a:lnTo>
                    <a:lnTo>
                      <a:pt x="151" y="191"/>
                    </a:lnTo>
                    <a:lnTo>
                      <a:pt x="151" y="191"/>
                    </a:lnTo>
                    <a:lnTo>
                      <a:pt x="151" y="191"/>
                    </a:lnTo>
                    <a:lnTo>
                      <a:pt x="149" y="191"/>
                    </a:lnTo>
                    <a:lnTo>
                      <a:pt x="149" y="191"/>
                    </a:lnTo>
                    <a:lnTo>
                      <a:pt x="149" y="191"/>
                    </a:lnTo>
                    <a:lnTo>
                      <a:pt x="149" y="191"/>
                    </a:lnTo>
                    <a:lnTo>
                      <a:pt x="149" y="189"/>
                    </a:lnTo>
                    <a:lnTo>
                      <a:pt x="146" y="189"/>
                    </a:lnTo>
                    <a:lnTo>
                      <a:pt x="146" y="189"/>
                    </a:lnTo>
                    <a:lnTo>
                      <a:pt x="146" y="189"/>
                    </a:lnTo>
                    <a:lnTo>
                      <a:pt x="146" y="189"/>
                    </a:lnTo>
                    <a:lnTo>
                      <a:pt x="146" y="187"/>
                    </a:lnTo>
                    <a:lnTo>
                      <a:pt x="144" y="187"/>
                    </a:lnTo>
                    <a:lnTo>
                      <a:pt x="144" y="187"/>
                    </a:lnTo>
                    <a:lnTo>
                      <a:pt x="144" y="187"/>
                    </a:lnTo>
                    <a:lnTo>
                      <a:pt x="144" y="184"/>
                    </a:lnTo>
                    <a:lnTo>
                      <a:pt x="144" y="184"/>
                    </a:lnTo>
                    <a:lnTo>
                      <a:pt x="144" y="184"/>
                    </a:lnTo>
                    <a:lnTo>
                      <a:pt x="144" y="184"/>
                    </a:lnTo>
                    <a:lnTo>
                      <a:pt x="144" y="182"/>
                    </a:lnTo>
                    <a:lnTo>
                      <a:pt x="142" y="182"/>
                    </a:lnTo>
                    <a:lnTo>
                      <a:pt x="142" y="182"/>
                    </a:lnTo>
                    <a:lnTo>
                      <a:pt x="142" y="182"/>
                    </a:lnTo>
                    <a:lnTo>
                      <a:pt x="142" y="180"/>
                    </a:lnTo>
                    <a:lnTo>
                      <a:pt x="142" y="180"/>
                    </a:lnTo>
                    <a:lnTo>
                      <a:pt x="139" y="180"/>
                    </a:lnTo>
                    <a:lnTo>
                      <a:pt x="139" y="177"/>
                    </a:lnTo>
                    <a:lnTo>
                      <a:pt x="139" y="177"/>
                    </a:lnTo>
                    <a:lnTo>
                      <a:pt x="139" y="177"/>
                    </a:lnTo>
                    <a:lnTo>
                      <a:pt x="139" y="177"/>
                    </a:lnTo>
                    <a:lnTo>
                      <a:pt x="139" y="177"/>
                    </a:lnTo>
                    <a:lnTo>
                      <a:pt x="137" y="177"/>
                    </a:lnTo>
                    <a:lnTo>
                      <a:pt x="137" y="177"/>
                    </a:lnTo>
                    <a:lnTo>
                      <a:pt x="137" y="177"/>
                    </a:lnTo>
                    <a:lnTo>
                      <a:pt x="137" y="175"/>
                    </a:lnTo>
                    <a:lnTo>
                      <a:pt x="137" y="175"/>
                    </a:lnTo>
                    <a:lnTo>
                      <a:pt x="137" y="177"/>
                    </a:lnTo>
                    <a:lnTo>
                      <a:pt x="134" y="177"/>
                    </a:lnTo>
                    <a:lnTo>
                      <a:pt x="134" y="177"/>
                    </a:lnTo>
                    <a:lnTo>
                      <a:pt x="134" y="175"/>
                    </a:lnTo>
                    <a:lnTo>
                      <a:pt x="134" y="175"/>
                    </a:lnTo>
                    <a:lnTo>
                      <a:pt x="132" y="175"/>
                    </a:lnTo>
                    <a:lnTo>
                      <a:pt x="132" y="175"/>
                    </a:lnTo>
                    <a:lnTo>
                      <a:pt x="132" y="173"/>
                    </a:lnTo>
                    <a:lnTo>
                      <a:pt x="132" y="173"/>
                    </a:lnTo>
                    <a:lnTo>
                      <a:pt x="132" y="173"/>
                    </a:lnTo>
                    <a:lnTo>
                      <a:pt x="132" y="170"/>
                    </a:lnTo>
                    <a:lnTo>
                      <a:pt x="132" y="170"/>
                    </a:lnTo>
                    <a:lnTo>
                      <a:pt x="130" y="170"/>
                    </a:lnTo>
                    <a:lnTo>
                      <a:pt x="130" y="170"/>
                    </a:lnTo>
                    <a:lnTo>
                      <a:pt x="130" y="168"/>
                    </a:lnTo>
                    <a:lnTo>
                      <a:pt x="130" y="168"/>
                    </a:lnTo>
                    <a:lnTo>
                      <a:pt x="130" y="165"/>
                    </a:lnTo>
                    <a:lnTo>
                      <a:pt x="130" y="165"/>
                    </a:lnTo>
                    <a:lnTo>
                      <a:pt x="130" y="165"/>
                    </a:lnTo>
                    <a:lnTo>
                      <a:pt x="130" y="165"/>
                    </a:lnTo>
                    <a:lnTo>
                      <a:pt x="127" y="165"/>
                    </a:lnTo>
                    <a:lnTo>
                      <a:pt x="127" y="165"/>
                    </a:lnTo>
                    <a:lnTo>
                      <a:pt x="125" y="165"/>
                    </a:lnTo>
                    <a:lnTo>
                      <a:pt x="125" y="165"/>
                    </a:lnTo>
                    <a:lnTo>
                      <a:pt x="125" y="165"/>
                    </a:lnTo>
                    <a:lnTo>
                      <a:pt x="125" y="165"/>
                    </a:lnTo>
                    <a:lnTo>
                      <a:pt x="125" y="163"/>
                    </a:lnTo>
                    <a:lnTo>
                      <a:pt x="123" y="163"/>
                    </a:lnTo>
                    <a:lnTo>
                      <a:pt x="123" y="163"/>
                    </a:lnTo>
                    <a:lnTo>
                      <a:pt x="123" y="161"/>
                    </a:lnTo>
                    <a:lnTo>
                      <a:pt x="123" y="161"/>
                    </a:lnTo>
                    <a:lnTo>
                      <a:pt x="123" y="161"/>
                    </a:lnTo>
                    <a:lnTo>
                      <a:pt x="123" y="158"/>
                    </a:lnTo>
                    <a:lnTo>
                      <a:pt x="123" y="158"/>
                    </a:lnTo>
                    <a:lnTo>
                      <a:pt x="123" y="156"/>
                    </a:lnTo>
                    <a:lnTo>
                      <a:pt x="123" y="156"/>
                    </a:lnTo>
                    <a:lnTo>
                      <a:pt x="123" y="156"/>
                    </a:lnTo>
                    <a:lnTo>
                      <a:pt x="123" y="156"/>
                    </a:lnTo>
                    <a:lnTo>
                      <a:pt x="120" y="156"/>
                    </a:lnTo>
                    <a:lnTo>
                      <a:pt x="120" y="154"/>
                    </a:lnTo>
                    <a:lnTo>
                      <a:pt x="120" y="154"/>
                    </a:lnTo>
                    <a:lnTo>
                      <a:pt x="120" y="154"/>
                    </a:lnTo>
                    <a:lnTo>
                      <a:pt x="118" y="154"/>
                    </a:lnTo>
                    <a:lnTo>
                      <a:pt x="118" y="151"/>
                    </a:lnTo>
                    <a:lnTo>
                      <a:pt x="118" y="151"/>
                    </a:lnTo>
                    <a:lnTo>
                      <a:pt x="118" y="151"/>
                    </a:lnTo>
                    <a:lnTo>
                      <a:pt x="118" y="149"/>
                    </a:lnTo>
                    <a:lnTo>
                      <a:pt x="118" y="149"/>
                    </a:lnTo>
                    <a:lnTo>
                      <a:pt x="118" y="149"/>
                    </a:lnTo>
                    <a:lnTo>
                      <a:pt x="118" y="146"/>
                    </a:lnTo>
                    <a:lnTo>
                      <a:pt x="118" y="146"/>
                    </a:lnTo>
                    <a:lnTo>
                      <a:pt x="116" y="146"/>
                    </a:lnTo>
                    <a:lnTo>
                      <a:pt x="116" y="146"/>
                    </a:lnTo>
                    <a:lnTo>
                      <a:pt x="116" y="144"/>
                    </a:lnTo>
                    <a:lnTo>
                      <a:pt x="116" y="144"/>
                    </a:lnTo>
                    <a:lnTo>
                      <a:pt x="113" y="144"/>
                    </a:lnTo>
                    <a:lnTo>
                      <a:pt x="113" y="144"/>
                    </a:lnTo>
                    <a:lnTo>
                      <a:pt x="113" y="144"/>
                    </a:lnTo>
                    <a:lnTo>
                      <a:pt x="113" y="142"/>
                    </a:lnTo>
                    <a:lnTo>
                      <a:pt x="113" y="142"/>
                    </a:lnTo>
                    <a:lnTo>
                      <a:pt x="113" y="142"/>
                    </a:lnTo>
                    <a:lnTo>
                      <a:pt x="113" y="139"/>
                    </a:lnTo>
                    <a:lnTo>
                      <a:pt x="111" y="139"/>
                    </a:lnTo>
                    <a:lnTo>
                      <a:pt x="111" y="139"/>
                    </a:lnTo>
                    <a:lnTo>
                      <a:pt x="111" y="139"/>
                    </a:lnTo>
                    <a:lnTo>
                      <a:pt x="108" y="139"/>
                    </a:lnTo>
                    <a:lnTo>
                      <a:pt x="108" y="139"/>
                    </a:lnTo>
                    <a:lnTo>
                      <a:pt x="108" y="139"/>
                    </a:lnTo>
                    <a:lnTo>
                      <a:pt x="106" y="139"/>
                    </a:lnTo>
                    <a:lnTo>
                      <a:pt x="106" y="137"/>
                    </a:lnTo>
                    <a:lnTo>
                      <a:pt x="106" y="137"/>
                    </a:lnTo>
                    <a:lnTo>
                      <a:pt x="106" y="137"/>
                    </a:lnTo>
                    <a:lnTo>
                      <a:pt x="104" y="137"/>
                    </a:lnTo>
                    <a:lnTo>
                      <a:pt x="104" y="137"/>
                    </a:lnTo>
                    <a:lnTo>
                      <a:pt x="104" y="137"/>
                    </a:lnTo>
                    <a:lnTo>
                      <a:pt x="104" y="137"/>
                    </a:lnTo>
                    <a:lnTo>
                      <a:pt x="101" y="137"/>
                    </a:lnTo>
                    <a:lnTo>
                      <a:pt x="101" y="137"/>
                    </a:lnTo>
                    <a:lnTo>
                      <a:pt x="99" y="137"/>
                    </a:lnTo>
                    <a:lnTo>
                      <a:pt x="99" y="137"/>
                    </a:lnTo>
                    <a:lnTo>
                      <a:pt x="99" y="137"/>
                    </a:lnTo>
                    <a:lnTo>
                      <a:pt x="99" y="135"/>
                    </a:lnTo>
                    <a:lnTo>
                      <a:pt x="97" y="135"/>
                    </a:lnTo>
                    <a:lnTo>
                      <a:pt x="97" y="135"/>
                    </a:lnTo>
                    <a:lnTo>
                      <a:pt x="97" y="135"/>
                    </a:lnTo>
                    <a:lnTo>
                      <a:pt x="97" y="135"/>
                    </a:lnTo>
                    <a:lnTo>
                      <a:pt x="94" y="135"/>
                    </a:lnTo>
                    <a:lnTo>
                      <a:pt x="94" y="135"/>
                    </a:lnTo>
                    <a:lnTo>
                      <a:pt x="92" y="135"/>
                    </a:lnTo>
                    <a:lnTo>
                      <a:pt x="92" y="135"/>
                    </a:lnTo>
                    <a:lnTo>
                      <a:pt x="92" y="135"/>
                    </a:lnTo>
                    <a:lnTo>
                      <a:pt x="92" y="135"/>
                    </a:lnTo>
                    <a:lnTo>
                      <a:pt x="89" y="135"/>
                    </a:lnTo>
                    <a:lnTo>
                      <a:pt x="89" y="135"/>
                    </a:lnTo>
                    <a:lnTo>
                      <a:pt x="89" y="135"/>
                    </a:lnTo>
                    <a:lnTo>
                      <a:pt x="89" y="132"/>
                    </a:lnTo>
                    <a:lnTo>
                      <a:pt x="87" y="132"/>
                    </a:lnTo>
                    <a:lnTo>
                      <a:pt x="87" y="132"/>
                    </a:lnTo>
                    <a:lnTo>
                      <a:pt x="87" y="132"/>
                    </a:lnTo>
                    <a:lnTo>
                      <a:pt x="85" y="132"/>
                    </a:lnTo>
                    <a:lnTo>
                      <a:pt x="85" y="130"/>
                    </a:lnTo>
                    <a:lnTo>
                      <a:pt x="85" y="130"/>
                    </a:lnTo>
                    <a:lnTo>
                      <a:pt x="85" y="130"/>
                    </a:lnTo>
                    <a:lnTo>
                      <a:pt x="85" y="130"/>
                    </a:lnTo>
                    <a:lnTo>
                      <a:pt x="82" y="130"/>
                    </a:lnTo>
                    <a:lnTo>
                      <a:pt x="82" y="130"/>
                    </a:lnTo>
                    <a:lnTo>
                      <a:pt x="80" y="130"/>
                    </a:lnTo>
                    <a:lnTo>
                      <a:pt x="80" y="130"/>
                    </a:lnTo>
                    <a:lnTo>
                      <a:pt x="80" y="130"/>
                    </a:lnTo>
                    <a:lnTo>
                      <a:pt x="80" y="130"/>
                    </a:lnTo>
                    <a:lnTo>
                      <a:pt x="80" y="132"/>
                    </a:lnTo>
                    <a:lnTo>
                      <a:pt x="80" y="132"/>
                    </a:lnTo>
                    <a:lnTo>
                      <a:pt x="80" y="132"/>
                    </a:lnTo>
                    <a:lnTo>
                      <a:pt x="80" y="135"/>
                    </a:lnTo>
                    <a:lnTo>
                      <a:pt x="80" y="135"/>
                    </a:lnTo>
                    <a:lnTo>
                      <a:pt x="78" y="135"/>
                    </a:lnTo>
                    <a:lnTo>
                      <a:pt x="78" y="132"/>
                    </a:lnTo>
                    <a:lnTo>
                      <a:pt x="78" y="132"/>
                    </a:lnTo>
                    <a:lnTo>
                      <a:pt x="78" y="132"/>
                    </a:lnTo>
                    <a:lnTo>
                      <a:pt x="75" y="132"/>
                    </a:lnTo>
                    <a:lnTo>
                      <a:pt x="75" y="132"/>
                    </a:lnTo>
                    <a:lnTo>
                      <a:pt x="75" y="132"/>
                    </a:lnTo>
                    <a:lnTo>
                      <a:pt x="75" y="132"/>
                    </a:lnTo>
                    <a:lnTo>
                      <a:pt x="75" y="135"/>
                    </a:lnTo>
                    <a:lnTo>
                      <a:pt x="73" y="135"/>
                    </a:lnTo>
                    <a:lnTo>
                      <a:pt x="73" y="135"/>
                    </a:lnTo>
                    <a:lnTo>
                      <a:pt x="73" y="135"/>
                    </a:lnTo>
                    <a:lnTo>
                      <a:pt x="73" y="132"/>
                    </a:lnTo>
                    <a:lnTo>
                      <a:pt x="71" y="132"/>
                    </a:lnTo>
                    <a:lnTo>
                      <a:pt x="71" y="132"/>
                    </a:lnTo>
                    <a:lnTo>
                      <a:pt x="71" y="132"/>
                    </a:lnTo>
                    <a:lnTo>
                      <a:pt x="68" y="132"/>
                    </a:lnTo>
                    <a:lnTo>
                      <a:pt x="68" y="135"/>
                    </a:lnTo>
                    <a:lnTo>
                      <a:pt x="68" y="135"/>
                    </a:lnTo>
                    <a:lnTo>
                      <a:pt x="68" y="135"/>
                    </a:lnTo>
                    <a:lnTo>
                      <a:pt x="68" y="135"/>
                    </a:lnTo>
                    <a:lnTo>
                      <a:pt x="66" y="135"/>
                    </a:lnTo>
                    <a:lnTo>
                      <a:pt x="66" y="135"/>
                    </a:lnTo>
                    <a:lnTo>
                      <a:pt x="66" y="135"/>
                    </a:lnTo>
                    <a:lnTo>
                      <a:pt x="66" y="137"/>
                    </a:lnTo>
                    <a:lnTo>
                      <a:pt x="68" y="137"/>
                    </a:lnTo>
                    <a:lnTo>
                      <a:pt x="68" y="137"/>
                    </a:lnTo>
                    <a:lnTo>
                      <a:pt x="68" y="139"/>
                    </a:lnTo>
                    <a:lnTo>
                      <a:pt x="66" y="139"/>
                    </a:lnTo>
                    <a:lnTo>
                      <a:pt x="66" y="139"/>
                    </a:lnTo>
                    <a:lnTo>
                      <a:pt x="66" y="139"/>
                    </a:lnTo>
                    <a:lnTo>
                      <a:pt x="66" y="139"/>
                    </a:lnTo>
                    <a:lnTo>
                      <a:pt x="63" y="139"/>
                    </a:lnTo>
                    <a:lnTo>
                      <a:pt x="63" y="139"/>
                    </a:lnTo>
                    <a:lnTo>
                      <a:pt x="63" y="142"/>
                    </a:lnTo>
                    <a:lnTo>
                      <a:pt x="63" y="142"/>
                    </a:lnTo>
                    <a:lnTo>
                      <a:pt x="63" y="142"/>
                    </a:lnTo>
                    <a:lnTo>
                      <a:pt x="63" y="142"/>
                    </a:lnTo>
                    <a:lnTo>
                      <a:pt x="63" y="144"/>
                    </a:lnTo>
                    <a:lnTo>
                      <a:pt x="63" y="144"/>
                    </a:lnTo>
                    <a:lnTo>
                      <a:pt x="63" y="144"/>
                    </a:lnTo>
                    <a:lnTo>
                      <a:pt x="61" y="144"/>
                    </a:lnTo>
                    <a:lnTo>
                      <a:pt x="61" y="144"/>
                    </a:lnTo>
                    <a:lnTo>
                      <a:pt x="59" y="144"/>
                    </a:lnTo>
                    <a:lnTo>
                      <a:pt x="59" y="144"/>
                    </a:lnTo>
                    <a:lnTo>
                      <a:pt x="59" y="144"/>
                    </a:lnTo>
                    <a:lnTo>
                      <a:pt x="56" y="144"/>
                    </a:lnTo>
                    <a:lnTo>
                      <a:pt x="56" y="144"/>
                    </a:lnTo>
                    <a:lnTo>
                      <a:pt x="56" y="144"/>
                    </a:lnTo>
                    <a:lnTo>
                      <a:pt x="56" y="146"/>
                    </a:lnTo>
                    <a:lnTo>
                      <a:pt x="56" y="146"/>
                    </a:lnTo>
                    <a:lnTo>
                      <a:pt x="56" y="146"/>
                    </a:lnTo>
                    <a:lnTo>
                      <a:pt x="59" y="146"/>
                    </a:lnTo>
                    <a:lnTo>
                      <a:pt x="59" y="146"/>
                    </a:lnTo>
                    <a:lnTo>
                      <a:pt x="59" y="146"/>
                    </a:lnTo>
                    <a:lnTo>
                      <a:pt x="61" y="146"/>
                    </a:lnTo>
                    <a:lnTo>
                      <a:pt x="61" y="146"/>
                    </a:lnTo>
                    <a:lnTo>
                      <a:pt x="61" y="146"/>
                    </a:lnTo>
                    <a:lnTo>
                      <a:pt x="63" y="146"/>
                    </a:lnTo>
                    <a:lnTo>
                      <a:pt x="63" y="146"/>
                    </a:lnTo>
                    <a:lnTo>
                      <a:pt x="63" y="149"/>
                    </a:lnTo>
                    <a:lnTo>
                      <a:pt x="63" y="149"/>
                    </a:lnTo>
                    <a:lnTo>
                      <a:pt x="63" y="149"/>
                    </a:lnTo>
                    <a:lnTo>
                      <a:pt x="63" y="149"/>
                    </a:lnTo>
                    <a:lnTo>
                      <a:pt x="66" y="149"/>
                    </a:lnTo>
                    <a:lnTo>
                      <a:pt x="66" y="151"/>
                    </a:lnTo>
                    <a:lnTo>
                      <a:pt x="66" y="151"/>
                    </a:lnTo>
                    <a:lnTo>
                      <a:pt x="66" y="151"/>
                    </a:lnTo>
                    <a:lnTo>
                      <a:pt x="66" y="151"/>
                    </a:lnTo>
                    <a:lnTo>
                      <a:pt x="66" y="154"/>
                    </a:lnTo>
                    <a:lnTo>
                      <a:pt x="63" y="154"/>
                    </a:lnTo>
                    <a:lnTo>
                      <a:pt x="63" y="151"/>
                    </a:lnTo>
                    <a:lnTo>
                      <a:pt x="63" y="151"/>
                    </a:lnTo>
                    <a:lnTo>
                      <a:pt x="63" y="151"/>
                    </a:lnTo>
                    <a:lnTo>
                      <a:pt x="63" y="151"/>
                    </a:lnTo>
                    <a:lnTo>
                      <a:pt x="63" y="151"/>
                    </a:lnTo>
                    <a:lnTo>
                      <a:pt x="61" y="151"/>
                    </a:lnTo>
                    <a:lnTo>
                      <a:pt x="61" y="151"/>
                    </a:lnTo>
                    <a:lnTo>
                      <a:pt x="59" y="151"/>
                    </a:lnTo>
                    <a:lnTo>
                      <a:pt x="59" y="154"/>
                    </a:lnTo>
                    <a:lnTo>
                      <a:pt x="61" y="154"/>
                    </a:lnTo>
                    <a:lnTo>
                      <a:pt x="61" y="154"/>
                    </a:lnTo>
                    <a:lnTo>
                      <a:pt x="61" y="154"/>
                    </a:lnTo>
                    <a:lnTo>
                      <a:pt x="61" y="156"/>
                    </a:lnTo>
                    <a:lnTo>
                      <a:pt x="61" y="156"/>
                    </a:lnTo>
                    <a:lnTo>
                      <a:pt x="61" y="156"/>
                    </a:lnTo>
                    <a:lnTo>
                      <a:pt x="61" y="156"/>
                    </a:lnTo>
                    <a:lnTo>
                      <a:pt x="59" y="156"/>
                    </a:lnTo>
                    <a:lnTo>
                      <a:pt x="59" y="156"/>
                    </a:lnTo>
                    <a:lnTo>
                      <a:pt x="59" y="156"/>
                    </a:lnTo>
                    <a:lnTo>
                      <a:pt x="59" y="156"/>
                    </a:lnTo>
                    <a:lnTo>
                      <a:pt x="59" y="156"/>
                    </a:lnTo>
                    <a:lnTo>
                      <a:pt x="56" y="156"/>
                    </a:lnTo>
                    <a:lnTo>
                      <a:pt x="56" y="156"/>
                    </a:lnTo>
                    <a:lnTo>
                      <a:pt x="59" y="156"/>
                    </a:lnTo>
                    <a:lnTo>
                      <a:pt x="59" y="156"/>
                    </a:lnTo>
                    <a:lnTo>
                      <a:pt x="59" y="158"/>
                    </a:lnTo>
                    <a:lnTo>
                      <a:pt x="56" y="158"/>
                    </a:lnTo>
                    <a:lnTo>
                      <a:pt x="56" y="158"/>
                    </a:lnTo>
                    <a:lnTo>
                      <a:pt x="56" y="158"/>
                    </a:lnTo>
                    <a:lnTo>
                      <a:pt x="56" y="161"/>
                    </a:lnTo>
                    <a:lnTo>
                      <a:pt x="56" y="161"/>
                    </a:lnTo>
                    <a:lnTo>
                      <a:pt x="56" y="161"/>
                    </a:lnTo>
                    <a:lnTo>
                      <a:pt x="56" y="163"/>
                    </a:lnTo>
                    <a:lnTo>
                      <a:pt x="56" y="163"/>
                    </a:lnTo>
                    <a:lnTo>
                      <a:pt x="56" y="165"/>
                    </a:lnTo>
                    <a:lnTo>
                      <a:pt x="56" y="165"/>
                    </a:lnTo>
                    <a:lnTo>
                      <a:pt x="56" y="165"/>
                    </a:lnTo>
                    <a:lnTo>
                      <a:pt x="54" y="165"/>
                    </a:lnTo>
                    <a:lnTo>
                      <a:pt x="54" y="165"/>
                    </a:lnTo>
                    <a:lnTo>
                      <a:pt x="52" y="165"/>
                    </a:lnTo>
                    <a:lnTo>
                      <a:pt x="52" y="165"/>
                    </a:lnTo>
                    <a:lnTo>
                      <a:pt x="54" y="165"/>
                    </a:lnTo>
                    <a:lnTo>
                      <a:pt x="54" y="165"/>
                    </a:lnTo>
                    <a:lnTo>
                      <a:pt x="54" y="168"/>
                    </a:lnTo>
                    <a:lnTo>
                      <a:pt x="52" y="168"/>
                    </a:lnTo>
                    <a:lnTo>
                      <a:pt x="52" y="168"/>
                    </a:lnTo>
                    <a:lnTo>
                      <a:pt x="52" y="168"/>
                    </a:lnTo>
                    <a:lnTo>
                      <a:pt x="52" y="165"/>
                    </a:lnTo>
                    <a:lnTo>
                      <a:pt x="52" y="165"/>
                    </a:lnTo>
                    <a:lnTo>
                      <a:pt x="49" y="165"/>
                    </a:lnTo>
                    <a:lnTo>
                      <a:pt x="49" y="165"/>
                    </a:lnTo>
                    <a:lnTo>
                      <a:pt x="49" y="165"/>
                    </a:lnTo>
                    <a:lnTo>
                      <a:pt x="49" y="165"/>
                    </a:lnTo>
                    <a:lnTo>
                      <a:pt x="47" y="165"/>
                    </a:lnTo>
                    <a:lnTo>
                      <a:pt x="47" y="168"/>
                    </a:lnTo>
                    <a:lnTo>
                      <a:pt x="47" y="168"/>
                    </a:lnTo>
                    <a:lnTo>
                      <a:pt x="47" y="168"/>
                    </a:lnTo>
                    <a:lnTo>
                      <a:pt x="44" y="168"/>
                    </a:lnTo>
                    <a:lnTo>
                      <a:pt x="44" y="168"/>
                    </a:lnTo>
                    <a:lnTo>
                      <a:pt x="44" y="170"/>
                    </a:lnTo>
                    <a:lnTo>
                      <a:pt x="44" y="170"/>
                    </a:lnTo>
                    <a:lnTo>
                      <a:pt x="44" y="170"/>
                    </a:lnTo>
                    <a:lnTo>
                      <a:pt x="42" y="170"/>
                    </a:lnTo>
                    <a:lnTo>
                      <a:pt x="42" y="170"/>
                    </a:lnTo>
                    <a:lnTo>
                      <a:pt x="42" y="173"/>
                    </a:lnTo>
                    <a:lnTo>
                      <a:pt x="40" y="173"/>
                    </a:lnTo>
                    <a:lnTo>
                      <a:pt x="40" y="173"/>
                    </a:lnTo>
                    <a:lnTo>
                      <a:pt x="40" y="173"/>
                    </a:lnTo>
                    <a:lnTo>
                      <a:pt x="37" y="173"/>
                    </a:lnTo>
                    <a:lnTo>
                      <a:pt x="37" y="173"/>
                    </a:lnTo>
                    <a:lnTo>
                      <a:pt x="37" y="173"/>
                    </a:lnTo>
                    <a:lnTo>
                      <a:pt x="37" y="170"/>
                    </a:lnTo>
                    <a:lnTo>
                      <a:pt x="35" y="170"/>
                    </a:lnTo>
                    <a:lnTo>
                      <a:pt x="35" y="170"/>
                    </a:lnTo>
                    <a:lnTo>
                      <a:pt x="35" y="170"/>
                    </a:lnTo>
                    <a:lnTo>
                      <a:pt x="33" y="170"/>
                    </a:lnTo>
                    <a:lnTo>
                      <a:pt x="33" y="170"/>
                    </a:lnTo>
                    <a:lnTo>
                      <a:pt x="33" y="170"/>
                    </a:lnTo>
                    <a:lnTo>
                      <a:pt x="30" y="170"/>
                    </a:lnTo>
                    <a:lnTo>
                      <a:pt x="30" y="168"/>
                    </a:lnTo>
                    <a:lnTo>
                      <a:pt x="30" y="168"/>
                    </a:lnTo>
                    <a:lnTo>
                      <a:pt x="30" y="168"/>
                    </a:lnTo>
                    <a:lnTo>
                      <a:pt x="28" y="168"/>
                    </a:lnTo>
                    <a:lnTo>
                      <a:pt x="28" y="168"/>
                    </a:lnTo>
                    <a:lnTo>
                      <a:pt x="26" y="168"/>
                    </a:lnTo>
                    <a:lnTo>
                      <a:pt x="26" y="168"/>
                    </a:lnTo>
                    <a:lnTo>
                      <a:pt x="26" y="168"/>
                    </a:lnTo>
                    <a:lnTo>
                      <a:pt x="23" y="168"/>
                    </a:lnTo>
                    <a:lnTo>
                      <a:pt x="23" y="168"/>
                    </a:lnTo>
                    <a:lnTo>
                      <a:pt x="23" y="168"/>
                    </a:lnTo>
                    <a:lnTo>
                      <a:pt x="21" y="168"/>
                    </a:lnTo>
                    <a:lnTo>
                      <a:pt x="21" y="168"/>
                    </a:lnTo>
                    <a:lnTo>
                      <a:pt x="18" y="168"/>
                    </a:lnTo>
                    <a:lnTo>
                      <a:pt x="18" y="170"/>
                    </a:lnTo>
                    <a:lnTo>
                      <a:pt x="18" y="170"/>
                    </a:lnTo>
                    <a:lnTo>
                      <a:pt x="18" y="170"/>
                    </a:lnTo>
                    <a:lnTo>
                      <a:pt x="16" y="170"/>
                    </a:lnTo>
                    <a:lnTo>
                      <a:pt x="16" y="168"/>
                    </a:lnTo>
                    <a:lnTo>
                      <a:pt x="16" y="168"/>
                    </a:lnTo>
                    <a:lnTo>
                      <a:pt x="16" y="168"/>
                    </a:lnTo>
                    <a:lnTo>
                      <a:pt x="14" y="168"/>
                    </a:lnTo>
                    <a:lnTo>
                      <a:pt x="14" y="168"/>
                    </a:lnTo>
                    <a:lnTo>
                      <a:pt x="14" y="168"/>
                    </a:lnTo>
                    <a:lnTo>
                      <a:pt x="11" y="168"/>
                    </a:lnTo>
                    <a:lnTo>
                      <a:pt x="11" y="168"/>
                    </a:lnTo>
                    <a:lnTo>
                      <a:pt x="11" y="168"/>
                    </a:lnTo>
                    <a:lnTo>
                      <a:pt x="11" y="168"/>
                    </a:lnTo>
                    <a:lnTo>
                      <a:pt x="11" y="170"/>
                    </a:lnTo>
                    <a:lnTo>
                      <a:pt x="9" y="170"/>
                    </a:lnTo>
                    <a:lnTo>
                      <a:pt x="9" y="170"/>
                    </a:lnTo>
                    <a:lnTo>
                      <a:pt x="7" y="170"/>
                    </a:lnTo>
                    <a:lnTo>
                      <a:pt x="7" y="170"/>
                    </a:lnTo>
                    <a:lnTo>
                      <a:pt x="7" y="170"/>
                    </a:lnTo>
                    <a:lnTo>
                      <a:pt x="7" y="168"/>
                    </a:lnTo>
                    <a:lnTo>
                      <a:pt x="4" y="168"/>
                    </a:lnTo>
                    <a:lnTo>
                      <a:pt x="4" y="168"/>
                    </a:lnTo>
                    <a:lnTo>
                      <a:pt x="4" y="168"/>
                    </a:lnTo>
                    <a:lnTo>
                      <a:pt x="4" y="165"/>
                    </a:lnTo>
                    <a:lnTo>
                      <a:pt x="4" y="165"/>
                    </a:lnTo>
                    <a:lnTo>
                      <a:pt x="4" y="165"/>
                    </a:lnTo>
                    <a:lnTo>
                      <a:pt x="4" y="163"/>
                    </a:lnTo>
                    <a:lnTo>
                      <a:pt x="4" y="163"/>
                    </a:lnTo>
                    <a:lnTo>
                      <a:pt x="4" y="161"/>
                    </a:lnTo>
                    <a:lnTo>
                      <a:pt x="4" y="161"/>
                    </a:lnTo>
                    <a:lnTo>
                      <a:pt x="4" y="158"/>
                    </a:lnTo>
                    <a:lnTo>
                      <a:pt x="4" y="158"/>
                    </a:lnTo>
                    <a:lnTo>
                      <a:pt x="4" y="156"/>
                    </a:lnTo>
                    <a:lnTo>
                      <a:pt x="4" y="156"/>
                    </a:lnTo>
                    <a:lnTo>
                      <a:pt x="4" y="156"/>
                    </a:lnTo>
                    <a:lnTo>
                      <a:pt x="4" y="154"/>
                    </a:lnTo>
                    <a:lnTo>
                      <a:pt x="4" y="154"/>
                    </a:lnTo>
                    <a:lnTo>
                      <a:pt x="4" y="151"/>
                    </a:lnTo>
                    <a:lnTo>
                      <a:pt x="4" y="151"/>
                    </a:lnTo>
                    <a:lnTo>
                      <a:pt x="4" y="149"/>
                    </a:lnTo>
                    <a:lnTo>
                      <a:pt x="4" y="149"/>
                    </a:lnTo>
                    <a:lnTo>
                      <a:pt x="4" y="146"/>
                    </a:lnTo>
                    <a:lnTo>
                      <a:pt x="4" y="146"/>
                    </a:lnTo>
                    <a:lnTo>
                      <a:pt x="4" y="146"/>
                    </a:lnTo>
                    <a:lnTo>
                      <a:pt x="4" y="144"/>
                    </a:lnTo>
                    <a:lnTo>
                      <a:pt x="4" y="144"/>
                    </a:lnTo>
                    <a:lnTo>
                      <a:pt x="4" y="142"/>
                    </a:lnTo>
                    <a:lnTo>
                      <a:pt x="4" y="142"/>
                    </a:lnTo>
                    <a:lnTo>
                      <a:pt x="4" y="139"/>
                    </a:lnTo>
                    <a:lnTo>
                      <a:pt x="4" y="139"/>
                    </a:lnTo>
                    <a:lnTo>
                      <a:pt x="4" y="137"/>
                    </a:lnTo>
                    <a:lnTo>
                      <a:pt x="4" y="137"/>
                    </a:lnTo>
                    <a:lnTo>
                      <a:pt x="4" y="135"/>
                    </a:lnTo>
                    <a:lnTo>
                      <a:pt x="4" y="135"/>
                    </a:lnTo>
                    <a:lnTo>
                      <a:pt x="4" y="135"/>
                    </a:lnTo>
                    <a:lnTo>
                      <a:pt x="4" y="132"/>
                    </a:lnTo>
                    <a:lnTo>
                      <a:pt x="4" y="132"/>
                    </a:lnTo>
                    <a:lnTo>
                      <a:pt x="4" y="130"/>
                    </a:lnTo>
                    <a:lnTo>
                      <a:pt x="4" y="130"/>
                    </a:lnTo>
                    <a:lnTo>
                      <a:pt x="4" y="127"/>
                    </a:lnTo>
                    <a:lnTo>
                      <a:pt x="4" y="127"/>
                    </a:lnTo>
                    <a:lnTo>
                      <a:pt x="4" y="125"/>
                    </a:lnTo>
                    <a:lnTo>
                      <a:pt x="4" y="125"/>
                    </a:lnTo>
                    <a:lnTo>
                      <a:pt x="4" y="125"/>
                    </a:lnTo>
                    <a:lnTo>
                      <a:pt x="4" y="123"/>
                    </a:lnTo>
                    <a:lnTo>
                      <a:pt x="4" y="123"/>
                    </a:lnTo>
                    <a:lnTo>
                      <a:pt x="4" y="120"/>
                    </a:lnTo>
                    <a:lnTo>
                      <a:pt x="4" y="120"/>
                    </a:lnTo>
                    <a:lnTo>
                      <a:pt x="4" y="118"/>
                    </a:lnTo>
                    <a:lnTo>
                      <a:pt x="4" y="118"/>
                    </a:lnTo>
                    <a:lnTo>
                      <a:pt x="4" y="116"/>
                    </a:lnTo>
                    <a:lnTo>
                      <a:pt x="4" y="116"/>
                    </a:lnTo>
                    <a:lnTo>
                      <a:pt x="4" y="116"/>
                    </a:lnTo>
                    <a:lnTo>
                      <a:pt x="4" y="113"/>
                    </a:lnTo>
                    <a:lnTo>
                      <a:pt x="4" y="113"/>
                    </a:lnTo>
                    <a:lnTo>
                      <a:pt x="4" y="111"/>
                    </a:lnTo>
                    <a:lnTo>
                      <a:pt x="4" y="111"/>
                    </a:lnTo>
                    <a:lnTo>
                      <a:pt x="4" y="111"/>
                    </a:lnTo>
                    <a:lnTo>
                      <a:pt x="4" y="109"/>
                    </a:lnTo>
                    <a:lnTo>
                      <a:pt x="2" y="109"/>
                    </a:lnTo>
                    <a:lnTo>
                      <a:pt x="2" y="109"/>
                    </a:lnTo>
                    <a:lnTo>
                      <a:pt x="2" y="109"/>
                    </a:lnTo>
                    <a:lnTo>
                      <a:pt x="2" y="106"/>
                    </a:lnTo>
                    <a:lnTo>
                      <a:pt x="2" y="106"/>
                    </a:lnTo>
                    <a:lnTo>
                      <a:pt x="2" y="106"/>
                    </a:lnTo>
                    <a:lnTo>
                      <a:pt x="0" y="106"/>
                    </a:lnTo>
                    <a:lnTo>
                      <a:pt x="0" y="104"/>
                    </a:lnTo>
                    <a:lnTo>
                      <a:pt x="0" y="104"/>
                    </a:lnTo>
                    <a:lnTo>
                      <a:pt x="2" y="104"/>
                    </a:lnTo>
                    <a:lnTo>
                      <a:pt x="2" y="101"/>
                    </a:lnTo>
                    <a:lnTo>
                      <a:pt x="2" y="101"/>
                    </a:lnTo>
                    <a:lnTo>
                      <a:pt x="2" y="101"/>
                    </a:lnTo>
                    <a:lnTo>
                      <a:pt x="2" y="99"/>
                    </a:lnTo>
                    <a:lnTo>
                      <a:pt x="2" y="99"/>
                    </a:lnTo>
                    <a:lnTo>
                      <a:pt x="2" y="97"/>
                    </a:lnTo>
                    <a:lnTo>
                      <a:pt x="4" y="97"/>
                    </a:lnTo>
                    <a:lnTo>
                      <a:pt x="4" y="97"/>
                    </a:lnTo>
                    <a:lnTo>
                      <a:pt x="4" y="97"/>
                    </a:lnTo>
                    <a:lnTo>
                      <a:pt x="4" y="94"/>
                    </a:lnTo>
                    <a:lnTo>
                      <a:pt x="4" y="94"/>
                    </a:lnTo>
                    <a:lnTo>
                      <a:pt x="4" y="92"/>
                    </a:lnTo>
                    <a:lnTo>
                      <a:pt x="4" y="92"/>
                    </a:lnTo>
                    <a:lnTo>
                      <a:pt x="4" y="90"/>
                    </a:lnTo>
                    <a:lnTo>
                      <a:pt x="4" y="90"/>
                    </a:lnTo>
                    <a:lnTo>
                      <a:pt x="4" y="87"/>
                    </a:lnTo>
                    <a:lnTo>
                      <a:pt x="4" y="87"/>
                    </a:lnTo>
                    <a:lnTo>
                      <a:pt x="4" y="87"/>
                    </a:lnTo>
                    <a:lnTo>
                      <a:pt x="4" y="87"/>
                    </a:lnTo>
                    <a:lnTo>
                      <a:pt x="4" y="85"/>
                    </a:lnTo>
                    <a:lnTo>
                      <a:pt x="4" y="85"/>
                    </a:lnTo>
                    <a:lnTo>
                      <a:pt x="4" y="82"/>
                    </a:lnTo>
                    <a:lnTo>
                      <a:pt x="4" y="82"/>
                    </a:lnTo>
                    <a:lnTo>
                      <a:pt x="4" y="80"/>
                    </a:lnTo>
                    <a:lnTo>
                      <a:pt x="4" y="80"/>
                    </a:lnTo>
                    <a:lnTo>
                      <a:pt x="4" y="78"/>
                    </a:lnTo>
                    <a:lnTo>
                      <a:pt x="4" y="78"/>
                    </a:lnTo>
                    <a:lnTo>
                      <a:pt x="4" y="75"/>
                    </a:lnTo>
                    <a:lnTo>
                      <a:pt x="4" y="75"/>
                    </a:lnTo>
                    <a:lnTo>
                      <a:pt x="4" y="75"/>
                    </a:lnTo>
                    <a:lnTo>
                      <a:pt x="4" y="73"/>
                    </a:lnTo>
                    <a:lnTo>
                      <a:pt x="4" y="73"/>
                    </a:lnTo>
                    <a:lnTo>
                      <a:pt x="4" y="71"/>
                    </a:lnTo>
                    <a:lnTo>
                      <a:pt x="4" y="71"/>
                    </a:lnTo>
                    <a:lnTo>
                      <a:pt x="4" y="68"/>
                    </a:lnTo>
                    <a:lnTo>
                      <a:pt x="4" y="68"/>
                    </a:lnTo>
                    <a:lnTo>
                      <a:pt x="4" y="66"/>
                    </a:lnTo>
                    <a:lnTo>
                      <a:pt x="4" y="66"/>
                    </a:lnTo>
                    <a:lnTo>
                      <a:pt x="4" y="66"/>
                    </a:lnTo>
                    <a:lnTo>
                      <a:pt x="4" y="64"/>
                    </a:lnTo>
                    <a:lnTo>
                      <a:pt x="4" y="64"/>
                    </a:lnTo>
                    <a:lnTo>
                      <a:pt x="4" y="61"/>
                    </a:lnTo>
                    <a:lnTo>
                      <a:pt x="4" y="61"/>
                    </a:lnTo>
                    <a:lnTo>
                      <a:pt x="4" y="59"/>
                    </a:lnTo>
                    <a:lnTo>
                      <a:pt x="4" y="59"/>
                    </a:lnTo>
                    <a:lnTo>
                      <a:pt x="4" y="56"/>
                    </a:lnTo>
                    <a:lnTo>
                      <a:pt x="4" y="56"/>
                    </a:lnTo>
                    <a:lnTo>
                      <a:pt x="4" y="56"/>
                    </a:lnTo>
                    <a:lnTo>
                      <a:pt x="4" y="54"/>
                    </a:lnTo>
                    <a:lnTo>
                      <a:pt x="4" y="54"/>
                    </a:lnTo>
                    <a:lnTo>
                      <a:pt x="4" y="52"/>
                    </a:lnTo>
                    <a:lnTo>
                      <a:pt x="4" y="52"/>
                    </a:lnTo>
                    <a:lnTo>
                      <a:pt x="4" y="49"/>
                    </a:lnTo>
                    <a:lnTo>
                      <a:pt x="4" y="49"/>
                    </a:lnTo>
                    <a:lnTo>
                      <a:pt x="4" y="47"/>
                    </a:lnTo>
                    <a:lnTo>
                      <a:pt x="4" y="47"/>
                    </a:lnTo>
                    <a:lnTo>
                      <a:pt x="4" y="47"/>
                    </a:lnTo>
                    <a:lnTo>
                      <a:pt x="4" y="45"/>
                    </a:lnTo>
                    <a:lnTo>
                      <a:pt x="4" y="45"/>
                    </a:lnTo>
                    <a:lnTo>
                      <a:pt x="4" y="42"/>
                    </a:lnTo>
                    <a:lnTo>
                      <a:pt x="4" y="42"/>
                    </a:lnTo>
                    <a:lnTo>
                      <a:pt x="4" y="40"/>
                    </a:lnTo>
                    <a:lnTo>
                      <a:pt x="4" y="40"/>
                    </a:lnTo>
                    <a:lnTo>
                      <a:pt x="4" y="37"/>
                    </a:lnTo>
                    <a:lnTo>
                      <a:pt x="4" y="37"/>
                    </a:lnTo>
                    <a:lnTo>
                      <a:pt x="4" y="37"/>
                    </a:lnTo>
                    <a:lnTo>
                      <a:pt x="4" y="35"/>
                    </a:lnTo>
                    <a:lnTo>
                      <a:pt x="4" y="35"/>
                    </a:lnTo>
                    <a:lnTo>
                      <a:pt x="4" y="33"/>
                    </a:lnTo>
                    <a:lnTo>
                      <a:pt x="4" y="33"/>
                    </a:lnTo>
                    <a:lnTo>
                      <a:pt x="4" y="30"/>
                    </a:lnTo>
                    <a:lnTo>
                      <a:pt x="4" y="30"/>
                    </a:lnTo>
                    <a:lnTo>
                      <a:pt x="4" y="28"/>
                    </a:lnTo>
                    <a:lnTo>
                      <a:pt x="4" y="28"/>
                    </a:lnTo>
                    <a:lnTo>
                      <a:pt x="4" y="28"/>
                    </a:lnTo>
                    <a:lnTo>
                      <a:pt x="4" y="26"/>
                    </a:lnTo>
                    <a:lnTo>
                      <a:pt x="4" y="26"/>
                    </a:lnTo>
                    <a:lnTo>
                      <a:pt x="4" y="23"/>
                    </a:lnTo>
                    <a:lnTo>
                      <a:pt x="4" y="23"/>
                    </a:lnTo>
                    <a:lnTo>
                      <a:pt x="4" y="21"/>
                    </a:lnTo>
                    <a:lnTo>
                      <a:pt x="4" y="21"/>
                    </a:lnTo>
                    <a:lnTo>
                      <a:pt x="4" y="18"/>
                    </a:lnTo>
                    <a:lnTo>
                      <a:pt x="4" y="18"/>
                    </a:lnTo>
                    <a:lnTo>
                      <a:pt x="4" y="16"/>
                    </a:lnTo>
                    <a:lnTo>
                      <a:pt x="4" y="16"/>
                    </a:lnTo>
                    <a:lnTo>
                      <a:pt x="4" y="16"/>
                    </a:lnTo>
                    <a:lnTo>
                      <a:pt x="4" y="14"/>
                    </a:lnTo>
                    <a:lnTo>
                      <a:pt x="4" y="14"/>
                    </a:lnTo>
                    <a:lnTo>
                      <a:pt x="4" y="11"/>
                    </a:lnTo>
                    <a:lnTo>
                      <a:pt x="4" y="11"/>
                    </a:lnTo>
                    <a:lnTo>
                      <a:pt x="4" y="9"/>
                    </a:lnTo>
                    <a:lnTo>
                      <a:pt x="4" y="9"/>
                    </a:lnTo>
                    <a:lnTo>
                      <a:pt x="4" y="7"/>
                    </a:lnTo>
                    <a:lnTo>
                      <a:pt x="4" y="7"/>
                    </a:lnTo>
                    <a:lnTo>
                      <a:pt x="4" y="7"/>
                    </a:lnTo>
                    <a:lnTo>
                      <a:pt x="4" y="4"/>
                    </a:lnTo>
                    <a:lnTo>
                      <a:pt x="4" y="4"/>
                    </a:lnTo>
                    <a:lnTo>
                      <a:pt x="4" y="2"/>
                    </a:lnTo>
                    <a:lnTo>
                      <a:pt x="4" y="2"/>
                    </a:lnTo>
                    <a:lnTo>
                      <a:pt x="4" y="0"/>
                    </a:lnTo>
                    <a:lnTo>
                      <a:pt x="4" y="0"/>
                    </a:lnTo>
                    <a:lnTo>
                      <a:pt x="7" y="0"/>
                    </a:lnTo>
                    <a:lnTo>
                      <a:pt x="7" y="0"/>
                    </a:lnTo>
                    <a:lnTo>
                      <a:pt x="7" y="2"/>
                    </a:lnTo>
                    <a:lnTo>
                      <a:pt x="7" y="2"/>
                    </a:lnTo>
                    <a:lnTo>
                      <a:pt x="9" y="2"/>
                    </a:lnTo>
                    <a:lnTo>
                      <a:pt x="9" y="2"/>
                    </a:lnTo>
                    <a:lnTo>
                      <a:pt x="11" y="2"/>
                    </a:lnTo>
                    <a:lnTo>
                      <a:pt x="11" y="2"/>
                    </a:lnTo>
                    <a:lnTo>
                      <a:pt x="11" y="2"/>
                    </a:lnTo>
                    <a:lnTo>
                      <a:pt x="11" y="4"/>
                    </a:lnTo>
                    <a:lnTo>
                      <a:pt x="11" y="4"/>
                    </a:lnTo>
                    <a:lnTo>
                      <a:pt x="14" y="4"/>
                    </a:lnTo>
                    <a:lnTo>
                      <a:pt x="14" y="4"/>
                    </a:lnTo>
                    <a:lnTo>
                      <a:pt x="14" y="4"/>
                    </a:lnTo>
                    <a:lnTo>
                      <a:pt x="16" y="4"/>
                    </a:lnTo>
                    <a:lnTo>
                      <a:pt x="16" y="4"/>
                    </a:lnTo>
                    <a:lnTo>
                      <a:pt x="16" y="4"/>
                    </a:lnTo>
                    <a:lnTo>
                      <a:pt x="16" y="7"/>
                    </a:lnTo>
                    <a:lnTo>
                      <a:pt x="18" y="7"/>
                    </a:lnTo>
                    <a:lnTo>
                      <a:pt x="18" y="7"/>
                    </a:lnTo>
                    <a:lnTo>
                      <a:pt x="18" y="7"/>
                    </a:lnTo>
                    <a:lnTo>
                      <a:pt x="18" y="7"/>
                    </a:lnTo>
                    <a:lnTo>
                      <a:pt x="18" y="7"/>
                    </a:lnTo>
                    <a:lnTo>
                      <a:pt x="21" y="7"/>
                    </a:lnTo>
                    <a:lnTo>
                      <a:pt x="21" y="7"/>
                    </a:lnTo>
                    <a:lnTo>
                      <a:pt x="23" y="7"/>
                    </a:lnTo>
                    <a:lnTo>
                      <a:pt x="23" y="9"/>
                    </a:lnTo>
                    <a:lnTo>
                      <a:pt x="23" y="9"/>
                    </a:lnTo>
                    <a:lnTo>
                      <a:pt x="23" y="9"/>
                    </a:lnTo>
                    <a:lnTo>
                      <a:pt x="23" y="9"/>
                    </a:lnTo>
                    <a:lnTo>
                      <a:pt x="26" y="9"/>
                    </a:lnTo>
                    <a:lnTo>
                      <a:pt x="26" y="9"/>
                    </a:lnTo>
                    <a:lnTo>
                      <a:pt x="26" y="9"/>
                    </a:lnTo>
                    <a:lnTo>
                      <a:pt x="28" y="9"/>
                    </a:lnTo>
                    <a:lnTo>
                      <a:pt x="28" y="11"/>
                    </a:lnTo>
                    <a:lnTo>
                      <a:pt x="28" y="11"/>
                    </a:lnTo>
                    <a:lnTo>
                      <a:pt x="28" y="11"/>
                    </a:lnTo>
                    <a:lnTo>
                      <a:pt x="30" y="11"/>
                    </a:lnTo>
                    <a:lnTo>
                      <a:pt x="30" y="14"/>
                    </a:lnTo>
                    <a:lnTo>
                      <a:pt x="30" y="14"/>
                    </a:lnTo>
                    <a:lnTo>
                      <a:pt x="30" y="14"/>
                    </a:lnTo>
                    <a:lnTo>
                      <a:pt x="33" y="14"/>
                    </a:lnTo>
                    <a:lnTo>
                      <a:pt x="33" y="14"/>
                    </a:lnTo>
                    <a:lnTo>
                      <a:pt x="33" y="14"/>
                    </a:lnTo>
                    <a:lnTo>
                      <a:pt x="35" y="14"/>
                    </a:lnTo>
                    <a:lnTo>
                      <a:pt x="35" y="14"/>
                    </a:lnTo>
                    <a:lnTo>
                      <a:pt x="35" y="14"/>
                    </a:lnTo>
                    <a:lnTo>
                      <a:pt x="35" y="14"/>
                    </a:lnTo>
                    <a:lnTo>
                      <a:pt x="37" y="14"/>
                    </a:lnTo>
                    <a:lnTo>
                      <a:pt x="37" y="14"/>
                    </a:lnTo>
                    <a:lnTo>
                      <a:pt x="37" y="16"/>
                    </a:lnTo>
                    <a:lnTo>
                      <a:pt x="37" y="16"/>
                    </a:lnTo>
                    <a:lnTo>
                      <a:pt x="37" y="16"/>
                    </a:lnTo>
                    <a:lnTo>
                      <a:pt x="37" y="16"/>
                    </a:lnTo>
                    <a:lnTo>
                      <a:pt x="40" y="16"/>
                    </a:lnTo>
                    <a:lnTo>
                      <a:pt x="40" y="16"/>
                    </a:lnTo>
                    <a:lnTo>
                      <a:pt x="40" y="16"/>
                    </a:lnTo>
                    <a:lnTo>
                      <a:pt x="40" y="16"/>
                    </a:lnTo>
                    <a:lnTo>
                      <a:pt x="42" y="16"/>
                    </a:lnTo>
                    <a:lnTo>
                      <a:pt x="42" y="18"/>
                    </a:lnTo>
                    <a:lnTo>
                      <a:pt x="42" y="18"/>
                    </a:lnTo>
                    <a:lnTo>
                      <a:pt x="44" y="18"/>
                    </a:lnTo>
                    <a:lnTo>
                      <a:pt x="44" y="18"/>
                    </a:lnTo>
                    <a:lnTo>
                      <a:pt x="44" y="18"/>
                    </a:lnTo>
                    <a:lnTo>
                      <a:pt x="44" y="18"/>
                    </a:lnTo>
                    <a:lnTo>
                      <a:pt x="47" y="18"/>
                    </a:lnTo>
                    <a:lnTo>
                      <a:pt x="47" y="18"/>
                    </a:lnTo>
                    <a:lnTo>
                      <a:pt x="49" y="18"/>
                    </a:lnTo>
                    <a:lnTo>
                      <a:pt x="49" y="18"/>
                    </a:lnTo>
                    <a:lnTo>
                      <a:pt x="49" y="18"/>
                    </a:lnTo>
                    <a:lnTo>
                      <a:pt x="52" y="18"/>
                    </a:lnTo>
                    <a:lnTo>
                      <a:pt x="52" y="18"/>
                    </a:lnTo>
                    <a:lnTo>
                      <a:pt x="52" y="18"/>
                    </a:lnTo>
                    <a:lnTo>
                      <a:pt x="52" y="21"/>
                    </a:lnTo>
                    <a:lnTo>
                      <a:pt x="54" y="21"/>
                    </a:lnTo>
                    <a:lnTo>
                      <a:pt x="54" y="21"/>
                    </a:lnTo>
                    <a:lnTo>
                      <a:pt x="56" y="21"/>
                    </a:lnTo>
                    <a:lnTo>
                      <a:pt x="56" y="21"/>
                    </a:lnTo>
                    <a:lnTo>
                      <a:pt x="56" y="21"/>
                    </a:lnTo>
                    <a:lnTo>
                      <a:pt x="56" y="21"/>
                    </a:lnTo>
                    <a:lnTo>
                      <a:pt x="59" y="21"/>
                    </a:lnTo>
                    <a:lnTo>
                      <a:pt x="59" y="21"/>
                    </a:lnTo>
                    <a:lnTo>
                      <a:pt x="59" y="18"/>
                    </a:lnTo>
                    <a:lnTo>
                      <a:pt x="59" y="18"/>
                    </a:lnTo>
                    <a:lnTo>
                      <a:pt x="59" y="18"/>
                    </a:lnTo>
                    <a:lnTo>
                      <a:pt x="59" y="18"/>
                    </a:lnTo>
                    <a:lnTo>
                      <a:pt x="59" y="18"/>
                    </a:lnTo>
                    <a:lnTo>
                      <a:pt x="61" y="18"/>
                    </a:lnTo>
                    <a:lnTo>
                      <a:pt x="61" y="21"/>
                    </a:lnTo>
                    <a:lnTo>
                      <a:pt x="61" y="21"/>
                    </a:lnTo>
                    <a:lnTo>
                      <a:pt x="61" y="21"/>
                    </a:lnTo>
                    <a:lnTo>
                      <a:pt x="61" y="23"/>
                    </a:lnTo>
                    <a:lnTo>
                      <a:pt x="61" y="23"/>
                    </a:lnTo>
                    <a:lnTo>
                      <a:pt x="59" y="23"/>
                    </a:lnTo>
                    <a:lnTo>
                      <a:pt x="59" y="23"/>
                    </a:lnTo>
                    <a:lnTo>
                      <a:pt x="61" y="23"/>
                    </a:lnTo>
                    <a:lnTo>
                      <a:pt x="61" y="26"/>
                    </a:lnTo>
                    <a:lnTo>
                      <a:pt x="61" y="26"/>
                    </a:lnTo>
                    <a:lnTo>
                      <a:pt x="63" y="26"/>
                    </a:lnTo>
                    <a:lnTo>
                      <a:pt x="63" y="26"/>
                    </a:lnTo>
                    <a:lnTo>
                      <a:pt x="63" y="26"/>
                    </a:lnTo>
                    <a:lnTo>
                      <a:pt x="63" y="26"/>
                    </a:lnTo>
                    <a:lnTo>
                      <a:pt x="63" y="28"/>
                    </a:lnTo>
                    <a:lnTo>
                      <a:pt x="66" y="28"/>
                    </a:lnTo>
                    <a:lnTo>
                      <a:pt x="66" y="28"/>
                    </a:lnTo>
                    <a:lnTo>
                      <a:pt x="66" y="28"/>
                    </a:lnTo>
                    <a:lnTo>
                      <a:pt x="66" y="28"/>
                    </a:lnTo>
                    <a:lnTo>
                      <a:pt x="66" y="28"/>
                    </a:lnTo>
                    <a:lnTo>
                      <a:pt x="68" y="28"/>
                    </a:lnTo>
                    <a:lnTo>
                      <a:pt x="68" y="30"/>
                    </a:lnTo>
                    <a:lnTo>
                      <a:pt x="68" y="30"/>
                    </a:lnTo>
                    <a:lnTo>
                      <a:pt x="68" y="30"/>
                    </a:lnTo>
                    <a:lnTo>
                      <a:pt x="71" y="30"/>
                    </a:lnTo>
                    <a:lnTo>
                      <a:pt x="71" y="30"/>
                    </a:lnTo>
                    <a:lnTo>
                      <a:pt x="71" y="30"/>
                    </a:lnTo>
                    <a:lnTo>
                      <a:pt x="71" y="30"/>
                    </a:lnTo>
                    <a:lnTo>
                      <a:pt x="73" y="30"/>
                    </a:lnTo>
                    <a:lnTo>
                      <a:pt x="73" y="30"/>
                    </a:lnTo>
                    <a:lnTo>
                      <a:pt x="73" y="30"/>
                    </a:lnTo>
                    <a:lnTo>
                      <a:pt x="75" y="30"/>
                    </a:lnTo>
                    <a:lnTo>
                      <a:pt x="75" y="30"/>
                    </a:lnTo>
                    <a:lnTo>
                      <a:pt x="78" y="30"/>
                    </a:lnTo>
                    <a:lnTo>
                      <a:pt x="78" y="30"/>
                    </a:lnTo>
                    <a:lnTo>
                      <a:pt x="78" y="30"/>
                    </a:lnTo>
                    <a:lnTo>
                      <a:pt x="78" y="30"/>
                    </a:lnTo>
                    <a:lnTo>
                      <a:pt x="80" y="30"/>
                    </a:lnTo>
                    <a:lnTo>
                      <a:pt x="80" y="30"/>
                    </a:lnTo>
                    <a:lnTo>
                      <a:pt x="80" y="33"/>
                    </a:lnTo>
                    <a:lnTo>
                      <a:pt x="80" y="33"/>
                    </a:lnTo>
                    <a:lnTo>
                      <a:pt x="80" y="33"/>
                    </a:lnTo>
                    <a:lnTo>
                      <a:pt x="80" y="35"/>
                    </a:lnTo>
                    <a:lnTo>
                      <a:pt x="80" y="35"/>
                    </a:lnTo>
                    <a:lnTo>
                      <a:pt x="80" y="35"/>
                    </a:lnTo>
                    <a:lnTo>
                      <a:pt x="80" y="35"/>
                    </a:lnTo>
                    <a:lnTo>
                      <a:pt x="80" y="37"/>
                    </a:lnTo>
                    <a:lnTo>
                      <a:pt x="82" y="37"/>
                    </a:lnTo>
                    <a:lnTo>
                      <a:pt x="82" y="37"/>
                    </a:lnTo>
                    <a:lnTo>
                      <a:pt x="85" y="37"/>
                    </a:lnTo>
                    <a:lnTo>
                      <a:pt x="85" y="37"/>
                    </a:lnTo>
                    <a:lnTo>
                      <a:pt x="85" y="37"/>
                    </a:lnTo>
                    <a:lnTo>
                      <a:pt x="85" y="37"/>
                    </a:lnTo>
                    <a:lnTo>
                      <a:pt x="85" y="37"/>
                    </a:lnTo>
                    <a:lnTo>
                      <a:pt x="87" y="37"/>
                    </a:lnTo>
                    <a:lnTo>
                      <a:pt x="87" y="37"/>
                    </a:lnTo>
                    <a:lnTo>
                      <a:pt x="87" y="40"/>
                    </a:lnTo>
                    <a:lnTo>
                      <a:pt x="87" y="40"/>
                    </a:lnTo>
                    <a:lnTo>
                      <a:pt x="89" y="40"/>
                    </a:lnTo>
                    <a:lnTo>
                      <a:pt x="89" y="42"/>
                    </a:lnTo>
                    <a:lnTo>
                      <a:pt x="89" y="42"/>
                    </a:lnTo>
                    <a:lnTo>
                      <a:pt x="89" y="42"/>
                    </a:lnTo>
                    <a:lnTo>
                      <a:pt x="89" y="42"/>
                    </a:lnTo>
                    <a:lnTo>
                      <a:pt x="89" y="45"/>
                    </a:lnTo>
                    <a:lnTo>
                      <a:pt x="92" y="45"/>
                    </a:lnTo>
                    <a:lnTo>
                      <a:pt x="92" y="45"/>
                    </a:lnTo>
                    <a:lnTo>
                      <a:pt x="92" y="45"/>
                    </a:lnTo>
                    <a:lnTo>
                      <a:pt x="92" y="45"/>
                    </a:lnTo>
                    <a:lnTo>
                      <a:pt x="94" y="45"/>
                    </a:lnTo>
                    <a:lnTo>
                      <a:pt x="94" y="47"/>
                    </a:lnTo>
                    <a:lnTo>
                      <a:pt x="94" y="47"/>
                    </a:lnTo>
                    <a:lnTo>
                      <a:pt x="97" y="47"/>
                    </a:lnTo>
                    <a:lnTo>
                      <a:pt x="97" y="47"/>
                    </a:lnTo>
                    <a:lnTo>
                      <a:pt x="97" y="47"/>
                    </a:lnTo>
                    <a:lnTo>
                      <a:pt x="99" y="47"/>
                    </a:lnTo>
                    <a:lnTo>
                      <a:pt x="99" y="47"/>
                    </a:lnTo>
                    <a:lnTo>
                      <a:pt x="99" y="47"/>
                    </a:lnTo>
                    <a:lnTo>
                      <a:pt x="99" y="47"/>
                    </a:lnTo>
                    <a:lnTo>
                      <a:pt x="99" y="47"/>
                    </a:lnTo>
                    <a:lnTo>
                      <a:pt x="101" y="47"/>
                    </a:lnTo>
                    <a:lnTo>
                      <a:pt x="101" y="49"/>
                    </a:lnTo>
                    <a:lnTo>
                      <a:pt x="101" y="49"/>
                    </a:lnTo>
                    <a:lnTo>
                      <a:pt x="101" y="49"/>
                    </a:lnTo>
                    <a:lnTo>
                      <a:pt x="104" y="49"/>
                    </a:lnTo>
                    <a:lnTo>
                      <a:pt x="104" y="52"/>
                    </a:lnTo>
                    <a:lnTo>
                      <a:pt x="104" y="52"/>
                    </a:lnTo>
                    <a:lnTo>
                      <a:pt x="104" y="52"/>
                    </a:lnTo>
                    <a:lnTo>
                      <a:pt x="104" y="54"/>
                    </a:lnTo>
                    <a:lnTo>
                      <a:pt x="104" y="54"/>
                    </a:lnTo>
                    <a:lnTo>
                      <a:pt x="104" y="54"/>
                    </a:lnTo>
                    <a:lnTo>
                      <a:pt x="106" y="54"/>
                    </a:lnTo>
                    <a:lnTo>
                      <a:pt x="106" y="56"/>
                    </a:lnTo>
                    <a:lnTo>
                      <a:pt x="106" y="56"/>
                    </a:lnTo>
                    <a:lnTo>
                      <a:pt x="106" y="56"/>
                    </a:lnTo>
                    <a:lnTo>
                      <a:pt x="106" y="56"/>
                    </a:lnTo>
                    <a:lnTo>
                      <a:pt x="106" y="56"/>
                    </a:lnTo>
                    <a:lnTo>
                      <a:pt x="108" y="56"/>
                    </a:lnTo>
                    <a:lnTo>
                      <a:pt x="108" y="59"/>
                    </a:lnTo>
                    <a:lnTo>
                      <a:pt x="108" y="59"/>
                    </a:lnTo>
                    <a:lnTo>
                      <a:pt x="106" y="59"/>
                    </a:lnTo>
                    <a:lnTo>
                      <a:pt x="106" y="61"/>
                    </a:lnTo>
                    <a:lnTo>
                      <a:pt x="108" y="61"/>
                    </a:lnTo>
                    <a:lnTo>
                      <a:pt x="108" y="61"/>
                    </a:lnTo>
                    <a:lnTo>
                      <a:pt x="108" y="64"/>
                    </a:lnTo>
                    <a:lnTo>
                      <a:pt x="108" y="64"/>
                    </a:lnTo>
                    <a:lnTo>
                      <a:pt x="108" y="66"/>
                    </a:lnTo>
                    <a:lnTo>
                      <a:pt x="108" y="66"/>
                    </a:lnTo>
                    <a:lnTo>
                      <a:pt x="108" y="66"/>
                    </a:lnTo>
                    <a:lnTo>
                      <a:pt x="108" y="68"/>
                    </a:lnTo>
                    <a:lnTo>
                      <a:pt x="106" y="68"/>
                    </a:lnTo>
                    <a:lnTo>
                      <a:pt x="106" y="68"/>
                    </a:lnTo>
                    <a:lnTo>
                      <a:pt x="106" y="71"/>
                    </a:lnTo>
                    <a:lnTo>
                      <a:pt x="106" y="71"/>
                    </a:lnTo>
                    <a:lnTo>
                      <a:pt x="106" y="71"/>
                    </a:lnTo>
                    <a:lnTo>
                      <a:pt x="106" y="73"/>
                    </a:lnTo>
                    <a:lnTo>
                      <a:pt x="106" y="73"/>
                    </a:lnTo>
                    <a:lnTo>
                      <a:pt x="106" y="73"/>
                    </a:lnTo>
                    <a:lnTo>
                      <a:pt x="108" y="73"/>
                    </a:lnTo>
                    <a:lnTo>
                      <a:pt x="108" y="73"/>
                    </a:lnTo>
                    <a:lnTo>
                      <a:pt x="111" y="73"/>
                    </a:lnTo>
                    <a:lnTo>
                      <a:pt x="111" y="73"/>
                    </a:lnTo>
                    <a:lnTo>
                      <a:pt x="111" y="73"/>
                    </a:lnTo>
                    <a:lnTo>
                      <a:pt x="113" y="73"/>
                    </a:lnTo>
                    <a:lnTo>
                      <a:pt x="113" y="75"/>
                    </a:lnTo>
                    <a:lnTo>
                      <a:pt x="113" y="75"/>
                    </a:lnTo>
                    <a:lnTo>
                      <a:pt x="113" y="75"/>
                    </a:lnTo>
                    <a:lnTo>
                      <a:pt x="116" y="75"/>
                    </a:lnTo>
                    <a:lnTo>
                      <a:pt x="116" y="75"/>
                    </a:lnTo>
                    <a:lnTo>
                      <a:pt x="116" y="75"/>
                    </a:lnTo>
                    <a:lnTo>
                      <a:pt x="118" y="75"/>
                    </a:lnTo>
                    <a:lnTo>
                      <a:pt x="118" y="75"/>
                    </a:lnTo>
                    <a:lnTo>
                      <a:pt x="118" y="75"/>
                    </a:lnTo>
                    <a:lnTo>
                      <a:pt x="120" y="75"/>
                    </a:lnTo>
                    <a:lnTo>
                      <a:pt x="120" y="75"/>
                    </a:lnTo>
                    <a:lnTo>
                      <a:pt x="120" y="75"/>
                    </a:lnTo>
                    <a:lnTo>
                      <a:pt x="123" y="75"/>
                    </a:lnTo>
                    <a:lnTo>
                      <a:pt x="123" y="75"/>
                    </a:lnTo>
                    <a:lnTo>
                      <a:pt x="123" y="78"/>
                    </a:lnTo>
                    <a:lnTo>
                      <a:pt x="123" y="78"/>
                    </a:lnTo>
                    <a:lnTo>
                      <a:pt x="123" y="78"/>
                    </a:lnTo>
                    <a:lnTo>
                      <a:pt x="125" y="78"/>
                    </a:lnTo>
                    <a:lnTo>
                      <a:pt x="125" y="80"/>
                    </a:lnTo>
                    <a:lnTo>
                      <a:pt x="125" y="80"/>
                    </a:lnTo>
                    <a:lnTo>
                      <a:pt x="125" y="80"/>
                    </a:lnTo>
                    <a:lnTo>
                      <a:pt x="125" y="80"/>
                    </a:lnTo>
                    <a:lnTo>
                      <a:pt x="127" y="80"/>
                    </a:lnTo>
                    <a:lnTo>
                      <a:pt x="127" y="80"/>
                    </a:lnTo>
                    <a:lnTo>
                      <a:pt x="127" y="82"/>
                    </a:lnTo>
                    <a:lnTo>
                      <a:pt x="130" y="82"/>
                    </a:lnTo>
                    <a:lnTo>
                      <a:pt x="130" y="82"/>
                    </a:lnTo>
                    <a:lnTo>
                      <a:pt x="130" y="82"/>
                    </a:lnTo>
                    <a:lnTo>
                      <a:pt x="130" y="82"/>
                    </a:lnTo>
                    <a:lnTo>
                      <a:pt x="132" y="82"/>
                    </a:lnTo>
                    <a:lnTo>
                      <a:pt x="132" y="85"/>
                    </a:lnTo>
                    <a:lnTo>
                      <a:pt x="132" y="85"/>
                    </a:lnTo>
                    <a:lnTo>
                      <a:pt x="132" y="85"/>
                    </a:lnTo>
                    <a:lnTo>
                      <a:pt x="134" y="85"/>
                    </a:lnTo>
                    <a:lnTo>
                      <a:pt x="134" y="85"/>
                    </a:lnTo>
                    <a:lnTo>
                      <a:pt x="134" y="85"/>
                    </a:lnTo>
                    <a:lnTo>
                      <a:pt x="137" y="85"/>
                    </a:lnTo>
                    <a:lnTo>
                      <a:pt x="137" y="85"/>
                    </a:lnTo>
                    <a:lnTo>
                      <a:pt x="137" y="85"/>
                    </a:lnTo>
                    <a:lnTo>
                      <a:pt x="139" y="85"/>
                    </a:lnTo>
                    <a:lnTo>
                      <a:pt x="139" y="85"/>
                    </a:lnTo>
                    <a:lnTo>
                      <a:pt x="139" y="85"/>
                    </a:lnTo>
                    <a:lnTo>
                      <a:pt x="139" y="85"/>
                    </a:lnTo>
                    <a:lnTo>
                      <a:pt x="139" y="85"/>
                    </a:lnTo>
                    <a:lnTo>
                      <a:pt x="142" y="85"/>
                    </a:lnTo>
                    <a:lnTo>
                      <a:pt x="142" y="85"/>
                    </a:lnTo>
                    <a:lnTo>
                      <a:pt x="142" y="87"/>
                    </a:lnTo>
                    <a:lnTo>
                      <a:pt x="144" y="87"/>
                    </a:lnTo>
                    <a:lnTo>
                      <a:pt x="144" y="87"/>
                    </a:lnTo>
                    <a:lnTo>
                      <a:pt x="144" y="87"/>
                    </a:lnTo>
                    <a:lnTo>
                      <a:pt x="144" y="87"/>
                    </a:lnTo>
                    <a:lnTo>
                      <a:pt x="146" y="87"/>
                    </a:lnTo>
                    <a:lnTo>
                      <a:pt x="146" y="87"/>
                    </a:lnTo>
                    <a:lnTo>
                      <a:pt x="146" y="87"/>
                    </a:lnTo>
                    <a:lnTo>
                      <a:pt x="146" y="90"/>
                    </a:lnTo>
                    <a:lnTo>
                      <a:pt x="146" y="90"/>
                    </a:lnTo>
                    <a:lnTo>
                      <a:pt x="146" y="90"/>
                    </a:lnTo>
                    <a:lnTo>
                      <a:pt x="146" y="92"/>
                    </a:lnTo>
                    <a:lnTo>
                      <a:pt x="149" y="92"/>
                    </a:lnTo>
                    <a:lnTo>
                      <a:pt x="149" y="92"/>
                    </a:lnTo>
                    <a:lnTo>
                      <a:pt x="149" y="94"/>
                    </a:lnTo>
                    <a:lnTo>
                      <a:pt x="149" y="94"/>
                    </a:lnTo>
                    <a:lnTo>
                      <a:pt x="151" y="94"/>
                    </a:lnTo>
                    <a:lnTo>
                      <a:pt x="151" y="94"/>
                    </a:lnTo>
                    <a:lnTo>
                      <a:pt x="151" y="94"/>
                    </a:lnTo>
                    <a:lnTo>
                      <a:pt x="151" y="97"/>
                    </a:lnTo>
                    <a:lnTo>
                      <a:pt x="151" y="97"/>
                    </a:lnTo>
                    <a:lnTo>
                      <a:pt x="151" y="97"/>
                    </a:lnTo>
                    <a:lnTo>
                      <a:pt x="151" y="97"/>
                    </a:lnTo>
                    <a:lnTo>
                      <a:pt x="151" y="99"/>
                    </a:lnTo>
                    <a:lnTo>
                      <a:pt x="151" y="99"/>
                    </a:lnTo>
                    <a:lnTo>
                      <a:pt x="151" y="101"/>
                    </a:lnTo>
                    <a:lnTo>
                      <a:pt x="151" y="101"/>
                    </a:lnTo>
                    <a:lnTo>
                      <a:pt x="151" y="104"/>
                    </a:lnTo>
                    <a:lnTo>
                      <a:pt x="151" y="104"/>
                    </a:lnTo>
                    <a:lnTo>
                      <a:pt x="151" y="104"/>
                    </a:lnTo>
                    <a:lnTo>
                      <a:pt x="151" y="106"/>
                    </a:lnTo>
                    <a:lnTo>
                      <a:pt x="151" y="106"/>
                    </a:lnTo>
                    <a:lnTo>
                      <a:pt x="149" y="106"/>
                    </a:lnTo>
                    <a:lnTo>
                      <a:pt x="149" y="106"/>
                    </a:lnTo>
                    <a:lnTo>
                      <a:pt x="146" y="106"/>
                    </a:lnTo>
                    <a:lnTo>
                      <a:pt x="146" y="106"/>
                    </a:lnTo>
                    <a:lnTo>
                      <a:pt x="146" y="106"/>
                    </a:lnTo>
                    <a:lnTo>
                      <a:pt x="146" y="106"/>
                    </a:lnTo>
                    <a:lnTo>
                      <a:pt x="146" y="106"/>
                    </a:lnTo>
                    <a:lnTo>
                      <a:pt x="146" y="106"/>
                    </a:lnTo>
                    <a:lnTo>
                      <a:pt x="144" y="106"/>
                    </a:lnTo>
                    <a:lnTo>
                      <a:pt x="144" y="106"/>
                    </a:lnTo>
                    <a:lnTo>
                      <a:pt x="144" y="106"/>
                    </a:lnTo>
                    <a:lnTo>
                      <a:pt x="142" y="106"/>
                    </a:lnTo>
                    <a:lnTo>
                      <a:pt x="142" y="106"/>
                    </a:lnTo>
                    <a:lnTo>
                      <a:pt x="139" y="106"/>
                    </a:lnTo>
                    <a:lnTo>
                      <a:pt x="139" y="106"/>
                    </a:lnTo>
                    <a:lnTo>
                      <a:pt x="139" y="106"/>
                    </a:lnTo>
                    <a:lnTo>
                      <a:pt x="137" y="106"/>
                    </a:lnTo>
                    <a:lnTo>
                      <a:pt x="137" y="106"/>
                    </a:lnTo>
                    <a:lnTo>
                      <a:pt x="137" y="106"/>
                    </a:lnTo>
                    <a:lnTo>
                      <a:pt x="137" y="106"/>
                    </a:lnTo>
                    <a:lnTo>
                      <a:pt x="134" y="106"/>
                    </a:lnTo>
                    <a:lnTo>
                      <a:pt x="134" y="106"/>
                    </a:lnTo>
                    <a:lnTo>
                      <a:pt x="134" y="106"/>
                    </a:lnTo>
                    <a:lnTo>
                      <a:pt x="132" y="106"/>
                    </a:lnTo>
                    <a:lnTo>
                      <a:pt x="132" y="106"/>
                    </a:lnTo>
                    <a:lnTo>
                      <a:pt x="132" y="106"/>
                    </a:lnTo>
                    <a:lnTo>
                      <a:pt x="132" y="109"/>
                    </a:lnTo>
                    <a:lnTo>
                      <a:pt x="132" y="109"/>
                    </a:lnTo>
                    <a:lnTo>
                      <a:pt x="132" y="111"/>
                    </a:lnTo>
                    <a:lnTo>
                      <a:pt x="132" y="111"/>
                    </a:lnTo>
                    <a:lnTo>
                      <a:pt x="132" y="111"/>
                    </a:lnTo>
                    <a:lnTo>
                      <a:pt x="132" y="113"/>
                    </a:lnTo>
                    <a:lnTo>
                      <a:pt x="134" y="113"/>
                    </a:lnTo>
                    <a:lnTo>
                      <a:pt x="134" y="113"/>
                    </a:lnTo>
                    <a:lnTo>
                      <a:pt x="134" y="113"/>
                    </a:lnTo>
                    <a:lnTo>
                      <a:pt x="134" y="116"/>
                    </a:lnTo>
                    <a:lnTo>
                      <a:pt x="134" y="116"/>
                    </a:lnTo>
                    <a:lnTo>
                      <a:pt x="137" y="116"/>
                    </a:lnTo>
                    <a:lnTo>
                      <a:pt x="137" y="116"/>
                    </a:lnTo>
                    <a:lnTo>
                      <a:pt x="137" y="118"/>
                    </a:lnTo>
                    <a:lnTo>
                      <a:pt x="137" y="118"/>
                    </a:lnTo>
                    <a:lnTo>
                      <a:pt x="137" y="118"/>
                    </a:lnTo>
                    <a:lnTo>
                      <a:pt x="137" y="120"/>
                    </a:lnTo>
                    <a:lnTo>
                      <a:pt x="137" y="120"/>
                    </a:lnTo>
                    <a:lnTo>
                      <a:pt x="137" y="123"/>
                    </a:lnTo>
                    <a:lnTo>
                      <a:pt x="137" y="123"/>
                    </a:lnTo>
                    <a:lnTo>
                      <a:pt x="139" y="123"/>
                    </a:lnTo>
                    <a:lnTo>
                      <a:pt x="139" y="123"/>
                    </a:lnTo>
                    <a:lnTo>
                      <a:pt x="139" y="123"/>
                    </a:lnTo>
                    <a:lnTo>
                      <a:pt x="139" y="125"/>
                    </a:lnTo>
                    <a:lnTo>
                      <a:pt x="139" y="12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74"/>
              <p:cNvSpPr>
                <a:spLocks/>
              </p:cNvSpPr>
              <p:nvPr/>
            </p:nvSpPr>
            <p:spPr bwMode="auto">
              <a:xfrm>
                <a:off x="3854" y="2820"/>
                <a:ext cx="222" cy="208"/>
              </a:xfrm>
              <a:custGeom>
                <a:avLst/>
                <a:gdLst/>
                <a:ahLst/>
                <a:cxnLst>
                  <a:cxn ang="0">
                    <a:pos x="146" y="132"/>
                  </a:cxn>
                  <a:cxn ang="0">
                    <a:pos x="158" y="139"/>
                  </a:cxn>
                  <a:cxn ang="0">
                    <a:pos x="163" y="154"/>
                  </a:cxn>
                  <a:cxn ang="0">
                    <a:pos x="170" y="165"/>
                  </a:cxn>
                  <a:cxn ang="0">
                    <a:pos x="182" y="163"/>
                  </a:cxn>
                  <a:cxn ang="0">
                    <a:pos x="184" y="175"/>
                  </a:cxn>
                  <a:cxn ang="0">
                    <a:pos x="198" y="180"/>
                  </a:cxn>
                  <a:cxn ang="0">
                    <a:pos x="194" y="187"/>
                  </a:cxn>
                  <a:cxn ang="0">
                    <a:pos x="205" y="194"/>
                  </a:cxn>
                  <a:cxn ang="0">
                    <a:pos x="217" y="196"/>
                  </a:cxn>
                  <a:cxn ang="0">
                    <a:pos x="208" y="199"/>
                  </a:cxn>
                  <a:cxn ang="0">
                    <a:pos x="220" y="203"/>
                  </a:cxn>
                  <a:cxn ang="0">
                    <a:pos x="215" y="206"/>
                  </a:cxn>
                  <a:cxn ang="0">
                    <a:pos x="205" y="208"/>
                  </a:cxn>
                  <a:cxn ang="0">
                    <a:pos x="194" y="201"/>
                  </a:cxn>
                  <a:cxn ang="0">
                    <a:pos x="182" y="196"/>
                  </a:cxn>
                  <a:cxn ang="0">
                    <a:pos x="170" y="194"/>
                  </a:cxn>
                  <a:cxn ang="0">
                    <a:pos x="153" y="194"/>
                  </a:cxn>
                  <a:cxn ang="0">
                    <a:pos x="144" y="187"/>
                  </a:cxn>
                  <a:cxn ang="0">
                    <a:pos x="137" y="177"/>
                  </a:cxn>
                  <a:cxn ang="0">
                    <a:pos x="130" y="168"/>
                  </a:cxn>
                  <a:cxn ang="0">
                    <a:pos x="123" y="156"/>
                  </a:cxn>
                  <a:cxn ang="0">
                    <a:pos x="116" y="144"/>
                  </a:cxn>
                  <a:cxn ang="0">
                    <a:pos x="104" y="137"/>
                  </a:cxn>
                  <a:cxn ang="0">
                    <a:pos x="92" y="135"/>
                  </a:cxn>
                  <a:cxn ang="0">
                    <a:pos x="80" y="132"/>
                  </a:cxn>
                  <a:cxn ang="0">
                    <a:pos x="71" y="132"/>
                  </a:cxn>
                  <a:cxn ang="0">
                    <a:pos x="63" y="139"/>
                  </a:cxn>
                  <a:cxn ang="0">
                    <a:pos x="59" y="146"/>
                  </a:cxn>
                  <a:cxn ang="0">
                    <a:pos x="63" y="151"/>
                  </a:cxn>
                  <a:cxn ang="0">
                    <a:pos x="59" y="156"/>
                  </a:cxn>
                  <a:cxn ang="0">
                    <a:pos x="54" y="165"/>
                  </a:cxn>
                  <a:cxn ang="0">
                    <a:pos x="44" y="168"/>
                  </a:cxn>
                  <a:cxn ang="0">
                    <a:pos x="33" y="170"/>
                  </a:cxn>
                  <a:cxn ang="0">
                    <a:pos x="18" y="170"/>
                  </a:cxn>
                  <a:cxn ang="0">
                    <a:pos x="4" y="168"/>
                  </a:cxn>
                  <a:cxn ang="0">
                    <a:pos x="4" y="149"/>
                  </a:cxn>
                  <a:cxn ang="0">
                    <a:pos x="4" y="130"/>
                  </a:cxn>
                  <a:cxn ang="0">
                    <a:pos x="4" y="111"/>
                  </a:cxn>
                  <a:cxn ang="0">
                    <a:pos x="4" y="97"/>
                  </a:cxn>
                  <a:cxn ang="0">
                    <a:pos x="4" y="78"/>
                  </a:cxn>
                  <a:cxn ang="0">
                    <a:pos x="4" y="56"/>
                  </a:cxn>
                  <a:cxn ang="0">
                    <a:pos x="4" y="37"/>
                  </a:cxn>
                  <a:cxn ang="0">
                    <a:pos x="4" y="16"/>
                  </a:cxn>
                  <a:cxn ang="0">
                    <a:pos x="7" y="0"/>
                  </a:cxn>
                  <a:cxn ang="0">
                    <a:pos x="18" y="7"/>
                  </a:cxn>
                  <a:cxn ang="0">
                    <a:pos x="30" y="14"/>
                  </a:cxn>
                  <a:cxn ang="0">
                    <a:pos x="42" y="16"/>
                  </a:cxn>
                  <a:cxn ang="0">
                    <a:pos x="56" y="21"/>
                  </a:cxn>
                  <a:cxn ang="0">
                    <a:pos x="61" y="26"/>
                  </a:cxn>
                  <a:cxn ang="0">
                    <a:pos x="71" y="30"/>
                  </a:cxn>
                  <a:cxn ang="0">
                    <a:pos x="80" y="37"/>
                  </a:cxn>
                  <a:cxn ang="0">
                    <a:pos x="92" y="45"/>
                  </a:cxn>
                  <a:cxn ang="0">
                    <a:pos x="104" y="52"/>
                  </a:cxn>
                  <a:cxn ang="0">
                    <a:pos x="108" y="64"/>
                  </a:cxn>
                  <a:cxn ang="0">
                    <a:pos x="113" y="73"/>
                  </a:cxn>
                  <a:cxn ang="0">
                    <a:pos x="125" y="80"/>
                  </a:cxn>
                  <a:cxn ang="0">
                    <a:pos x="137" y="85"/>
                  </a:cxn>
                  <a:cxn ang="0">
                    <a:pos x="146" y="90"/>
                  </a:cxn>
                  <a:cxn ang="0">
                    <a:pos x="151" y="104"/>
                  </a:cxn>
                  <a:cxn ang="0">
                    <a:pos x="137" y="106"/>
                  </a:cxn>
                  <a:cxn ang="0">
                    <a:pos x="134" y="116"/>
                  </a:cxn>
                </a:cxnLst>
                <a:rect l="0" t="0" r="r" b="b"/>
                <a:pathLst>
                  <a:path w="222" h="208">
                    <a:moveTo>
                      <a:pt x="139" y="125"/>
                    </a:moveTo>
                    <a:lnTo>
                      <a:pt x="139" y="125"/>
                    </a:lnTo>
                    <a:lnTo>
                      <a:pt x="142" y="125"/>
                    </a:lnTo>
                    <a:lnTo>
                      <a:pt x="142" y="125"/>
                    </a:lnTo>
                    <a:lnTo>
                      <a:pt x="142" y="125"/>
                    </a:lnTo>
                    <a:lnTo>
                      <a:pt x="144" y="125"/>
                    </a:lnTo>
                    <a:lnTo>
                      <a:pt x="144" y="127"/>
                    </a:lnTo>
                    <a:lnTo>
                      <a:pt x="144" y="127"/>
                    </a:lnTo>
                    <a:lnTo>
                      <a:pt x="144" y="127"/>
                    </a:lnTo>
                    <a:lnTo>
                      <a:pt x="144" y="127"/>
                    </a:lnTo>
                    <a:lnTo>
                      <a:pt x="144" y="130"/>
                    </a:lnTo>
                    <a:lnTo>
                      <a:pt x="146" y="130"/>
                    </a:lnTo>
                    <a:lnTo>
                      <a:pt x="146" y="130"/>
                    </a:lnTo>
                    <a:lnTo>
                      <a:pt x="146" y="130"/>
                    </a:lnTo>
                    <a:lnTo>
                      <a:pt x="146" y="130"/>
                    </a:lnTo>
                    <a:lnTo>
                      <a:pt x="146" y="130"/>
                    </a:lnTo>
                    <a:lnTo>
                      <a:pt x="146" y="130"/>
                    </a:lnTo>
                    <a:lnTo>
                      <a:pt x="146" y="132"/>
                    </a:lnTo>
                    <a:lnTo>
                      <a:pt x="146" y="132"/>
                    </a:lnTo>
                    <a:lnTo>
                      <a:pt x="149" y="132"/>
                    </a:lnTo>
                    <a:lnTo>
                      <a:pt x="149" y="135"/>
                    </a:lnTo>
                    <a:lnTo>
                      <a:pt x="149" y="135"/>
                    </a:lnTo>
                    <a:lnTo>
                      <a:pt x="149" y="135"/>
                    </a:lnTo>
                    <a:lnTo>
                      <a:pt x="149" y="135"/>
                    </a:lnTo>
                    <a:lnTo>
                      <a:pt x="151" y="135"/>
                    </a:lnTo>
                    <a:lnTo>
                      <a:pt x="151" y="135"/>
                    </a:lnTo>
                    <a:lnTo>
                      <a:pt x="151" y="135"/>
                    </a:lnTo>
                    <a:lnTo>
                      <a:pt x="153" y="135"/>
                    </a:lnTo>
                    <a:lnTo>
                      <a:pt x="153" y="137"/>
                    </a:lnTo>
                    <a:lnTo>
                      <a:pt x="153" y="137"/>
                    </a:lnTo>
                    <a:lnTo>
                      <a:pt x="153" y="137"/>
                    </a:lnTo>
                    <a:lnTo>
                      <a:pt x="153" y="137"/>
                    </a:lnTo>
                    <a:lnTo>
                      <a:pt x="153" y="139"/>
                    </a:lnTo>
                    <a:lnTo>
                      <a:pt x="156" y="139"/>
                    </a:lnTo>
                    <a:lnTo>
                      <a:pt x="156" y="139"/>
                    </a:lnTo>
                    <a:lnTo>
                      <a:pt x="158" y="139"/>
                    </a:lnTo>
                    <a:lnTo>
                      <a:pt x="158" y="139"/>
                    </a:lnTo>
                    <a:lnTo>
                      <a:pt x="158" y="139"/>
                    </a:lnTo>
                    <a:lnTo>
                      <a:pt x="158" y="142"/>
                    </a:lnTo>
                    <a:lnTo>
                      <a:pt x="158" y="142"/>
                    </a:lnTo>
                    <a:lnTo>
                      <a:pt x="158" y="144"/>
                    </a:lnTo>
                    <a:lnTo>
                      <a:pt x="158" y="144"/>
                    </a:lnTo>
                    <a:lnTo>
                      <a:pt x="158" y="144"/>
                    </a:lnTo>
                    <a:lnTo>
                      <a:pt x="158" y="146"/>
                    </a:lnTo>
                    <a:lnTo>
                      <a:pt x="160" y="146"/>
                    </a:lnTo>
                    <a:lnTo>
                      <a:pt x="160" y="146"/>
                    </a:lnTo>
                    <a:lnTo>
                      <a:pt x="160" y="146"/>
                    </a:lnTo>
                    <a:lnTo>
                      <a:pt x="160" y="149"/>
                    </a:lnTo>
                    <a:lnTo>
                      <a:pt x="160" y="149"/>
                    </a:lnTo>
                    <a:lnTo>
                      <a:pt x="160" y="151"/>
                    </a:lnTo>
                    <a:lnTo>
                      <a:pt x="160" y="151"/>
                    </a:lnTo>
                    <a:lnTo>
                      <a:pt x="160" y="154"/>
                    </a:lnTo>
                    <a:lnTo>
                      <a:pt x="160" y="154"/>
                    </a:lnTo>
                    <a:lnTo>
                      <a:pt x="163" y="154"/>
                    </a:lnTo>
                    <a:lnTo>
                      <a:pt x="163" y="154"/>
                    </a:lnTo>
                    <a:lnTo>
                      <a:pt x="163" y="154"/>
                    </a:lnTo>
                    <a:lnTo>
                      <a:pt x="163" y="154"/>
                    </a:lnTo>
                    <a:lnTo>
                      <a:pt x="163" y="156"/>
                    </a:lnTo>
                    <a:lnTo>
                      <a:pt x="165" y="156"/>
                    </a:lnTo>
                    <a:lnTo>
                      <a:pt x="165" y="156"/>
                    </a:lnTo>
                    <a:lnTo>
                      <a:pt x="165" y="156"/>
                    </a:lnTo>
                    <a:lnTo>
                      <a:pt x="165" y="156"/>
                    </a:lnTo>
                    <a:lnTo>
                      <a:pt x="165" y="158"/>
                    </a:lnTo>
                    <a:lnTo>
                      <a:pt x="165" y="158"/>
                    </a:lnTo>
                    <a:lnTo>
                      <a:pt x="165" y="161"/>
                    </a:lnTo>
                    <a:lnTo>
                      <a:pt x="165" y="161"/>
                    </a:lnTo>
                    <a:lnTo>
                      <a:pt x="165" y="161"/>
                    </a:lnTo>
                    <a:lnTo>
                      <a:pt x="165" y="163"/>
                    </a:lnTo>
                    <a:lnTo>
                      <a:pt x="165" y="163"/>
                    </a:lnTo>
                    <a:lnTo>
                      <a:pt x="168" y="163"/>
                    </a:lnTo>
                    <a:lnTo>
                      <a:pt x="168" y="165"/>
                    </a:lnTo>
                    <a:lnTo>
                      <a:pt x="168" y="165"/>
                    </a:lnTo>
                    <a:lnTo>
                      <a:pt x="168" y="165"/>
                    </a:lnTo>
                    <a:lnTo>
                      <a:pt x="170" y="165"/>
                    </a:lnTo>
                    <a:lnTo>
                      <a:pt x="170" y="165"/>
                    </a:lnTo>
                    <a:lnTo>
                      <a:pt x="170" y="165"/>
                    </a:lnTo>
                    <a:lnTo>
                      <a:pt x="172" y="165"/>
                    </a:lnTo>
                    <a:lnTo>
                      <a:pt x="172" y="165"/>
                    </a:lnTo>
                    <a:lnTo>
                      <a:pt x="172" y="165"/>
                    </a:lnTo>
                    <a:lnTo>
                      <a:pt x="172" y="165"/>
                    </a:lnTo>
                    <a:lnTo>
                      <a:pt x="175" y="165"/>
                    </a:lnTo>
                    <a:lnTo>
                      <a:pt x="175" y="165"/>
                    </a:lnTo>
                    <a:lnTo>
                      <a:pt x="177" y="165"/>
                    </a:lnTo>
                    <a:lnTo>
                      <a:pt x="177" y="165"/>
                    </a:lnTo>
                    <a:lnTo>
                      <a:pt x="177" y="163"/>
                    </a:lnTo>
                    <a:lnTo>
                      <a:pt x="177" y="163"/>
                    </a:lnTo>
                    <a:lnTo>
                      <a:pt x="179" y="163"/>
                    </a:lnTo>
                    <a:lnTo>
                      <a:pt x="179" y="163"/>
                    </a:lnTo>
                    <a:lnTo>
                      <a:pt x="179" y="163"/>
                    </a:lnTo>
                    <a:lnTo>
                      <a:pt x="179" y="163"/>
                    </a:lnTo>
                    <a:lnTo>
                      <a:pt x="179" y="163"/>
                    </a:lnTo>
                    <a:lnTo>
                      <a:pt x="179" y="163"/>
                    </a:lnTo>
                    <a:lnTo>
                      <a:pt x="182" y="163"/>
                    </a:lnTo>
                    <a:lnTo>
                      <a:pt x="182" y="163"/>
                    </a:lnTo>
                    <a:lnTo>
                      <a:pt x="182" y="163"/>
                    </a:lnTo>
                    <a:lnTo>
                      <a:pt x="184" y="163"/>
                    </a:lnTo>
                    <a:lnTo>
                      <a:pt x="184" y="165"/>
                    </a:lnTo>
                    <a:lnTo>
                      <a:pt x="184" y="165"/>
                    </a:lnTo>
                    <a:lnTo>
                      <a:pt x="184" y="165"/>
                    </a:lnTo>
                    <a:lnTo>
                      <a:pt x="184" y="168"/>
                    </a:lnTo>
                    <a:lnTo>
                      <a:pt x="184" y="168"/>
                    </a:lnTo>
                    <a:lnTo>
                      <a:pt x="182" y="168"/>
                    </a:lnTo>
                    <a:lnTo>
                      <a:pt x="182" y="168"/>
                    </a:lnTo>
                    <a:lnTo>
                      <a:pt x="182" y="170"/>
                    </a:lnTo>
                    <a:lnTo>
                      <a:pt x="182" y="170"/>
                    </a:lnTo>
                    <a:lnTo>
                      <a:pt x="182" y="173"/>
                    </a:lnTo>
                    <a:lnTo>
                      <a:pt x="179" y="173"/>
                    </a:lnTo>
                    <a:lnTo>
                      <a:pt x="179" y="173"/>
                    </a:lnTo>
                    <a:lnTo>
                      <a:pt x="179" y="175"/>
                    </a:lnTo>
                    <a:lnTo>
                      <a:pt x="179" y="175"/>
                    </a:lnTo>
                    <a:lnTo>
                      <a:pt x="182" y="175"/>
                    </a:lnTo>
                    <a:lnTo>
                      <a:pt x="182" y="175"/>
                    </a:lnTo>
                    <a:lnTo>
                      <a:pt x="182" y="175"/>
                    </a:lnTo>
                    <a:lnTo>
                      <a:pt x="184" y="175"/>
                    </a:lnTo>
                    <a:lnTo>
                      <a:pt x="184" y="175"/>
                    </a:lnTo>
                    <a:lnTo>
                      <a:pt x="184" y="177"/>
                    </a:lnTo>
                    <a:lnTo>
                      <a:pt x="184" y="177"/>
                    </a:lnTo>
                    <a:lnTo>
                      <a:pt x="187" y="177"/>
                    </a:lnTo>
                    <a:lnTo>
                      <a:pt x="187" y="177"/>
                    </a:lnTo>
                    <a:lnTo>
                      <a:pt x="187" y="177"/>
                    </a:lnTo>
                    <a:lnTo>
                      <a:pt x="187" y="177"/>
                    </a:lnTo>
                    <a:lnTo>
                      <a:pt x="189" y="177"/>
                    </a:lnTo>
                    <a:lnTo>
                      <a:pt x="189" y="177"/>
                    </a:lnTo>
                    <a:lnTo>
                      <a:pt x="191" y="177"/>
                    </a:lnTo>
                    <a:lnTo>
                      <a:pt x="191" y="177"/>
                    </a:lnTo>
                    <a:lnTo>
                      <a:pt x="191" y="177"/>
                    </a:lnTo>
                    <a:lnTo>
                      <a:pt x="194" y="177"/>
                    </a:lnTo>
                    <a:lnTo>
                      <a:pt x="194" y="177"/>
                    </a:lnTo>
                    <a:lnTo>
                      <a:pt x="196" y="177"/>
                    </a:lnTo>
                    <a:lnTo>
                      <a:pt x="196" y="180"/>
                    </a:lnTo>
                    <a:lnTo>
                      <a:pt x="196" y="180"/>
                    </a:lnTo>
                    <a:lnTo>
                      <a:pt x="196" y="180"/>
                    </a:lnTo>
                    <a:lnTo>
                      <a:pt x="198" y="180"/>
                    </a:lnTo>
                    <a:lnTo>
                      <a:pt x="198" y="180"/>
                    </a:lnTo>
                    <a:lnTo>
                      <a:pt x="198" y="180"/>
                    </a:lnTo>
                    <a:lnTo>
                      <a:pt x="198" y="180"/>
                    </a:lnTo>
                    <a:lnTo>
                      <a:pt x="198" y="182"/>
                    </a:lnTo>
                    <a:lnTo>
                      <a:pt x="198" y="182"/>
                    </a:lnTo>
                    <a:lnTo>
                      <a:pt x="198" y="182"/>
                    </a:lnTo>
                    <a:lnTo>
                      <a:pt x="198" y="182"/>
                    </a:lnTo>
                    <a:lnTo>
                      <a:pt x="198" y="184"/>
                    </a:lnTo>
                    <a:lnTo>
                      <a:pt x="196" y="184"/>
                    </a:lnTo>
                    <a:lnTo>
                      <a:pt x="196" y="184"/>
                    </a:lnTo>
                    <a:lnTo>
                      <a:pt x="196" y="184"/>
                    </a:lnTo>
                    <a:lnTo>
                      <a:pt x="194" y="184"/>
                    </a:lnTo>
                    <a:lnTo>
                      <a:pt x="194" y="184"/>
                    </a:lnTo>
                    <a:lnTo>
                      <a:pt x="194" y="184"/>
                    </a:lnTo>
                    <a:lnTo>
                      <a:pt x="191" y="184"/>
                    </a:lnTo>
                    <a:lnTo>
                      <a:pt x="191" y="184"/>
                    </a:lnTo>
                    <a:lnTo>
                      <a:pt x="194" y="184"/>
                    </a:lnTo>
                    <a:lnTo>
                      <a:pt x="194" y="184"/>
                    </a:lnTo>
                    <a:lnTo>
                      <a:pt x="194" y="187"/>
                    </a:lnTo>
                    <a:lnTo>
                      <a:pt x="194" y="187"/>
                    </a:lnTo>
                    <a:lnTo>
                      <a:pt x="196" y="187"/>
                    </a:lnTo>
                    <a:lnTo>
                      <a:pt x="196" y="189"/>
                    </a:lnTo>
                    <a:lnTo>
                      <a:pt x="196" y="189"/>
                    </a:lnTo>
                    <a:lnTo>
                      <a:pt x="196" y="189"/>
                    </a:lnTo>
                    <a:lnTo>
                      <a:pt x="196" y="189"/>
                    </a:lnTo>
                    <a:lnTo>
                      <a:pt x="198" y="189"/>
                    </a:lnTo>
                    <a:lnTo>
                      <a:pt x="198" y="189"/>
                    </a:lnTo>
                    <a:lnTo>
                      <a:pt x="198" y="189"/>
                    </a:lnTo>
                    <a:lnTo>
                      <a:pt x="198" y="191"/>
                    </a:lnTo>
                    <a:lnTo>
                      <a:pt x="201" y="191"/>
                    </a:lnTo>
                    <a:lnTo>
                      <a:pt x="201" y="191"/>
                    </a:lnTo>
                    <a:lnTo>
                      <a:pt x="203" y="191"/>
                    </a:lnTo>
                    <a:lnTo>
                      <a:pt x="203" y="191"/>
                    </a:lnTo>
                    <a:lnTo>
                      <a:pt x="203" y="191"/>
                    </a:lnTo>
                    <a:lnTo>
                      <a:pt x="203" y="191"/>
                    </a:lnTo>
                    <a:lnTo>
                      <a:pt x="203" y="194"/>
                    </a:lnTo>
                    <a:lnTo>
                      <a:pt x="205" y="194"/>
                    </a:lnTo>
                    <a:lnTo>
                      <a:pt x="205" y="194"/>
                    </a:lnTo>
                    <a:lnTo>
                      <a:pt x="205" y="194"/>
                    </a:lnTo>
                    <a:lnTo>
                      <a:pt x="208" y="194"/>
                    </a:lnTo>
                    <a:lnTo>
                      <a:pt x="208" y="194"/>
                    </a:lnTo>
                    <a:lnTo>
                      <a:pt x="210" y="194"/>
                    </a:lnTo>
                    <a:lnTo>
                      <a:pt x="210" y="194"/>
                    </a:lnTo>
                    <a:lnTo>
                      <a:pt x="210" y="194"/>
                    </a:lnTo>
                    <a:lnTo>
                      <a:pt x="210" y="194"/>
                    </a:lnTo>
                    <a:lnTo>
                      <a:pt x="210" y="194"/>
                    </a:lnTo>
                    <a:lnTo>
                      <a:pt x="213" y="194"/>
                    </a:lnTo>
                    <a:lnTo>
                      <a:pt x="213" y="194"/>
                    </a:lnTo>
                    <a:lnTo>
                      <a:pt x="213" y="194"/>
                    </a:lnTo>
                    <a:lnTo>
                      <a:pt x="215" y="194"/>
                    </a:lnTo>
                    <a:lnTo>
                      <a:pt x="215" y="194"/>
                    </a:lnTo>
                    <a:lnTo>
                      <a:pt x="215" y="194"/>
                    </a:lnTo>
                    <a:lnTo>
                      <a:pt x="217" y="194"/>
                    </a:lnTo>
                    <a:lnTo>
                      <a:pt x="217" y="194"/>
                    </a:lnTo>
                    <a:lnTo>
                      <a:pt x="217" y="194"/>
                    </a:lnTo>
                    <a:lnTo>
                      <a:pt x="217" y="194"/>
                    </a:lnTo>
                    <a:lnTo>
                      <a:pt x="217" y="196"/>
                    </a:lnTo>
                    <a:lnTo>
                      <a:pt x="215" y="196"/>
                    </a:lnTo>
                    <a:lnTo>
                      <a:pt x="215" y="196"/>
                    </a:lnTo>
                    <a:lnTo>
                      <a:pt x="215" y="196"/>
                    </a:lnTo>
                    <a:lnTo>
                      <a:pt x="213" y="196"/>
                    </a:lnTo>
                    <a:lnTo>
                      <a:pt x="213" y="196"/>
                    </a:lnTo>
                    <a:lnTo>
                      <a:pt x="213" y="196"/>
                    </a:lnTo>
                    <a:lnTo>
                      <a:pt x="213" y="199"/>
                    </a:lnTo>
                    <a:lnTo>
                      <a:pt x="210" y="199"/>
                    </a:lnTo>
                    <a:lnTo>
                      <a:pt x="210" y="199"/>
                    </a:lnTo>
                    <a:lnTo>
                      <a:pt x="210" y="199"/>
                    </a:lnTo>
                    <a:lnTo>
                      <a:pt x="208" y="199"/>
                    </a:lnTo>
                    <a:lnTo>
                      <a:pt x="208" y="196"/>
                    </a:lnTo>
                    <a:lnTo>
                      <a:pt x="208" y="196"/>
                    </a:lnTo>
                    <a:lnTo>
                      <a:pt x="205" y="196"/>
                    </a:lnTo>
                    <a:lnTo>
                      <a:pt x="205" y="196"/>
                    </a:lnTo>
                    <a:lnTo>
                      <a:pt x="205" y="199"/>
                    </a:lnTo>
                    <a:lnTo>
                      <a:pt x="205" y="199"/>
                    </a:lnTo>
                    <a:lnTo>
                      <a:pt x="208" y="199"/>
                    </a:lnTo>
                    <a:lnTo>
                      <a:pt x="208" y="199"/>
                    </a:lnTo>
                    <a:lnTo>
                      <a:pt x="208" y="199"/>
                    </a:lnTo>
                    <a:lnTo>
                      <a:pt x="210" y="199"/>
                    </a:lnTo>
                    <a:lnTo>
                      <a:pt x="210" y="199"/>
                    </a:lnTo>
                    <a:lnTo>
                      <a:pt x="210" y="201"/>
                    </a:lnTo>
                    <a:lnTo>
                      <a:pt x="210" y="201"/>
                    </a:lnTo>
                    <a:lnTo>
                      <a:pt x="213" y="201"/>
                    </a:lnTo>
                    <a:lnTo>
                      <a:pt x="213" y="201"/>
                    </a:lnTo>
                    <a:lnTo>
                      <a:pt x="213" y="201"/>
                    </a:lnTo>
                    <a:lnTo>
                      <a:pt x="213" y="203"/>
                    </a:lnTo>
                    <a:lnTo>
                      <a:pt x="213" y="203"/>
                    </a:lnTo>
                    <a:lnTo>
                      <a:pt x="215" y="203"/>
                    </a:lnTo>
                    <a:lnTo>
                      <a:pt x="215" y="201"/>
                    </a:lnTo>
                    <a:lnTo>
                      <a:pt x="215" y="201"/>
                    </a:lnTo>
                    <a:lnTo>
                      <a:pt x="217" y="201"/>
                    </a:lnTo>
                    <a:lnTo>
                      <a:pt x="217" y="201"/>
                    </a:lnTo>
                    <a:lnTo>
                      <a:pt x="217" y="203"/>
                    </a:lnTo>
                    <a:lnTo>
                      <a:pt x="217" y="203"/>
                    </a:lnTo>
                    <a:lnTo>
                      <a:pt x="217" y="203"/>
                    </a:lnTo>
                    <a:lnTo>
                      <a:pt x="220" y="203"/>
                    </a:lnTo>
                    <a:lnTo>
                      <a:pt x="220" y="203"/>
                    </a:lnTo>
                    <a:lnTo>
                      <a:pt x="220" y="203"/>
                    </a:lnTo>
                    <a:lnTo>
                      <a:pt x="220" y="203"/>
                    </a:lnTo>
                    <a:lnTo>
                      <a:pt x="220" y="203"/>
                    </a:lnTo>
                    <a:lnTo>
                      <a:pt x="220" y="206"/>
                    </a:lnTo>
                    <a:lnTo>
                      <a:pt x="222" y="206"/>
                    </a:lnTo>
                    <a:lnTo>
                      <a:pt x="222" y="206"/>
                    </a:lnTo>
                    <a:lnTo>
                      <a:pt x="222" y="206"/>
                    </a:lnTo>
                    <a:lnTo>
                      <a:pt x="220" y="206"/>
                    </a:lnTo>
                    <a:lnTo>
                      <a:pt x="220" y="206"/>
                    </a:lnTo>
                    <a:lnTo>
                      <a:pt x="220" y="206"/>
                    </a:lnTo>
                    <a:lnTo>
                      <a:pt x="220" y="206"/>
                    </a:lnTo>
                    <a:lnTo>
                      <a:pt x="217" y="206"/>
                    </a:lnTo>
                    <a:lnTo>
                      <a:pt x="217" y="206"/>
                    </a:lnTo>
                    <a:lnTo>
                      <a:pt x="217" y="206"/>
                    </a:lnTo>
                    <a:lnTo>
                      <a:pt x="217" y="206"/>
                    </a:lnTo>
                    <a:lnTo>
                      <a:pt x="217" y="206"/>
                    </a:lnTo>
                    <a:lnTo>
                      <a:pt x="215" y="206"/>
                    </a:lnTo>
                    <a:lnTo>
                      <a:pt x="215" y="206"/>
                    </a:lnTo>
                    <a:lnTo>
                      <a:pt x="213" y="206"/>
                    </a:lnTo>
                    <a:lnTo>
                      <a:pt x="213" y="206"/>
                    </a:lnTo>
                    <a:lnTo>
                      <a:pt x="213" y="208"/>
                    </a:lnTo>
                    <a:lnTo>
                      <a:pt x="213" y="208"/>
                    </a:lnTo>
                    <a:lnTo>
                      <a:pt x="213" y="206"/>
                    </a:lnTo>
                    <a:lnTo>
                      <a:pt x="213" y="206"/>
                    </a:lnTo>
                    <a:lnTo>
                      <a:pt x="213" y="206"/>
                    </a:lnTo>
                    <a:lnTo>
                      <a:pt x="210" y="206"/>
                    </a:lnTo>
                    <a:lnTo>
                      <a:pt x="210" y="206"/>
                    </a:lnTo>
                    <a:lnTo>
                      <a:pt x="210" y="206"/>
                    </a:lnTo>
                    <a:lnTo>
                      <a:pt x="210" y="206"/>
                    </a:lnTo>
                    <a:lnTo>
                      <a:pt x="210" y="206"/>
                    </a:lnTo>
                    <a:lnTo>
                      <a:pt x="208" y="206"/>
                    </a:lnTo>
                    <a:lnTo>
                      <a:pt x="208" y="206"/>
                    </a:lnTo>
                    <a:lnTo>
                      <a:pt x="208" y="206"/>
                    </a:lnTo>
                    <a:lnTo>
                      <a:pt x="205" y="206"/>
                    </a:lnTo>
                    <a:lnTo>
                      <a:pt x="205" y="206"/>
                    </a:lnTo>
                    <a:lnTo>
                      <a:pt x="205" y="206"/>
                    </a:lnTo>
                    <a:lnTo>
                      <a:pt x="205" y="208"/>
                    </a:lnTo>
                    <a:lnTo>
                      <a:pt x="203" y="208"/>
                    </a:lnTo>
                    <a:lnTo>
                      <a:pt x="203" y="208"/>
                    </a:lnTo>
                    <a:lnTo>
                      <a:pt x="203" y="208"/>
                    </a:lnTo>
                    <a:lnTo>
                      <a:pt x="203" y="206"/>
                    </a:lnTo>
                    <a:lnTo>
                      <a:pt x="201" y="206"/>
                    </a:lnTo>
                    <a:lnTo>
                      <a:pt x="201" y="206"/>
                    </a:lnTo>
                    <a:lnTo>
                      <a:pt x="198" y="206"/>
                    </a:lnTo>
                    <a:lnTo>
                      <a:pt x="198" y="206"/>
                    </a:lnTo>
                    <a:lnTo>
                      <a:pt x="198" y="206"/>
                    </a:lnTo>
                    <a:lnTo>
                      <a:pt x="198" y="206"/>
                    </a:lnTo>
                    <a:lnTo>
                      <a:pt x="198" y="206"/>
                    </a:lnTo>
                    <a:lnTo>
                      <a:pt x="196" y="206"/>
                    </a:lnTo>
                    <a:lnTo>
                      <a:pt x="196" y="206"/>
                    </a:lnTo>
                    <a:lnTo>
                      <a:pt x="196" y="203"/>
                    </a:lnTo>
                    <a:lnTo>
                      <a:pt x="196" y="203"/>
                    </a:lnTo>
                    <a:lnTo>
                      <a:pt x="194" y="203"/>
                    </a:lnTo>
                    <a:lnTo>
                      <a:pt x="194" y="203"/>
                    </a:lnTo>
                    <a:lnTo>
                      <a:pt x="194" y="203"/>
                    </a:lnTo>
                    <a:lnTo>
                      <a:pt x="194" y="201"/>
                    </a:lnTo>
                    <a:lnTo>
                      <a:pt x="194" y="201"/>
                    </a:lnTo>
                    <a:lnTo>
                      <a:pt x="194" y="201"/>
                    </a:lnTo>
                    <a:lnTo>
                      <a:pt x="194" y="199"/>
                    </a:lnTo>
                    <a:lnTo>
                      <a:pt x="194" y="199"/>
                    </a:lnTo>
                    <a:lnTo>
                      <a:pt x="194" y="199"/>
                    </a:lnTo>
                    <a:lnTo>
                      <a:pt x="191" y="199"/>
                    </a:lnTo>
                    <a:lnTo>
                      <a:pt x="191" y="199"/>
                    </a:lnTo>
                    <a:lnTo>
                      <a:pt x="191" y="199"/>
                    </a:lnTo>
                    <a:lnTo>
                      <a:pt x="189" y="199"/>
                    </a:lnTo>
                    <a:lnTo>
                      <a:pt x="189" y="199"/>
                    </a:lnTo>
                    <a:lnTo>
                      <a:pt x="187" y="199"/>
                    </a:lnTo>
                    <a:lnTo>
                      <a:pt x="187" y="199"/>
                    </a:lnTo>
                    <a:lnTo>
                      <a:pt x="187" y="199"/>
                    </a:lnTo>
                    <a:lnTo>
                      <a:pt x="184" y="199"/>
                    </a:lnTo>
                    <a:lnTo>
                      <a:pt x="184" y="196"/>
                    </a:lnTo>
                    <a:lnTo>
                      <a:pt x="184" y="196"/>
                    </a:lnTo>
                    <a:lnTo>
                      <a:pt x="184" y="196"/>
                    </a:lnTo>
                    <a:lnTo>
                      <a:pt x="182" y="196"/>
                    </a:lnTo>
                    <a:lnTo>
                      <a:pt x="182" y="196"/>
                    </a:lnTo>
                    <a:lnTo>
                      <a:pt x="182" y="196"/>
                    </a:lnTo>
                    <a:lnTo>
                      <a:pt x="179" y="196"/>
                    </a:lnTo>
                    <a:lnTo>
                      <a:pt x="179" y="196"/>
                    </a:lnTo>
                    <a:lnTo>
                      <a:pt x="179" y="194"/>
                    </a:lnTo>
                    <a:lnTo>
                      <a:pt x="179" y="194"/>
                    </a:lnTo>
                    <a:lnTo>
                      <a:pt x="177" y="194"/>
                    </a:lnTo>
                    <a:lnTo>
                      <a:pt x="177" y="194"/>
                    </a:lnTo>
                    <a:lnTo>
                      <a:pt x="177" y="196"/>
                    </a:lnTo>
                    <a:lnTo>
                      <a:pt x="177" y="196"/>
                    </a:lnTo>
                    <a:lnTo>
                      <a:pt x="175" y="196"/>
                    </a:lnTo>
                    <a:lnTo>
                      <a:pt x="175" y="196"/>
                    </a:lnTo>
                    <a:lnTo>
                      <a:pt x="175" y="194"/>
                    </a:lnTo>
                    <a:lnTo>
                      <a:pt x="172" y="194"/>
                    </a:lnTo>
                    <a:lnTo>
                      <a:pt x="172" y="194"/>
                    </a:lnTo>
                    <a:lnTo>
                      <a:pt x="172" y="194"/>
                    </a:lnTo>
                    <a:lnTo>
                      <a:pt x="170" y="194"/>
                    </a:lnTo>
                    <a:lnTo>
                      <a:pt x="170" y="194"/>
                    </a:lnTo>
                    <a:lnTo>
                      <a:pt x="170" y="194"/>
                    </a:lnTo>
                    <a:lnTo>
                      <a:pt x="170" y="194"/>
                    </a:lnTo>
                    <a:lnTo>
                      <a:pt x="168" y="194"/>
                    </a:lnTo>
                    <a:lnTo>
                      <a:pt x="168" y="194"/>
                    </a:lnTo>
                    <a:lnTo>
                      <a:pt x="165" y="194"/>
                    </a:lnTo>
                    <a:lnTo>
                      <a:pt x="165" y="194"/>
                    </a:lnTo>
                    <a:lnTo>
                      <a:pt x="165" y="194"/>
                    </a:lnTo>
                    <a:lnTo>
                      <a:pt x="163" y="194"/>
                    </a:lnTo>
                    <a:lnTo>
                      <a:pt x="163" y="194"/>
                    </a:lnTo>
                    <a:lnTo>
                      <a:pt x="163" y="194"/>
                    </a:lnTo>
                    <a:lnTo>
                      <a:pt x="163" y="194"/>
                    </a:lnTo>
                    <a:lnTo>
                      <a:pt x="160" y="194"/>
                    </a:lnTo>
                    <a:lnTo>
                      <a:pt x="160" y="194"/>
                    </a:lnTo>
                    <a:lnTo>
                      <a:pt x="160" y="191"/>
                    </a:lnTo>
                    <a:lnTo>
                      <a:pt x="158" y="191"/>
                    </a:lnTo>
                    <a:lnTo>
                      <a:pt x="158" y="191"/>
                    </a:lnTo>
                    <a:lnTo>
                      <a:pt x="158" y="194"/>
                    </a:lnTo>
                    <a:lnTo>
                      <a:pt x="158" y="194"/>
                    </a:lnTo>
                    <a:lnTo>
                      <a:pt x="156" y="194"/>
                    </a:lnTo>
                    <a:lnTo>
                      <a:pt x="156" y="194"/>
                    </a:lnTo>
                    <a:lnTo>
                      <a:pt x="153" y="194"/>
                    </a:lnTo>
                    <a:lnTo>
                      <a:pt x="153" y="194"/>
                    </a:lnTo>
                    <a:lnTo>
                      <a:pt x="153" y="194"/>
                    </a:lnTo>
                    <a:lnTo>
                      <a:pt x="153" y="191"/>
                    </a:lnTo>
                    <a:lnTo>
                      <a:pt x="151" y="191"/>
                    </a:lnTo>
                    <a:lnTo>
                      <a:pt x="151" y="191"/>
                    </a:lnTo>
                    <a:lnTo>
                      <a:pt x="151" y="191"/>
                    </a:lnTo>
                    <a:lnTo>
                      <a:pt x="151" y="191"/>
                    </a:lnTo>
                    <a:lnTo>
                      <a:pt x="149" y="191"/>
                    </a:lnTo>
                    <a:lnTo>
                      <a:pt x="149" y="191"/>
                    </a:lnTo>
                    <a:lnTo>
                      <a:pt x="149" y="191"/>
                    </a:lnTo>
                    <a:lnTo>
                      <a:pt x="149" y="191"/>
                    </a:lnTo>
                    <a:lnTo>
                      <a:pt x="149" y="189"/>
                    </a:lnTo>
                    <a:lnTo>
                      <a:pt x="146" y="189"/>
                    </a:lnTo>
                    <a:lnTo>
                      <a:pt x="146" y="189"/>
                    </a:lnTo>
                    <a:lnTo>
                      <a:pt x="146" y="189"/>
                    </a:lnTo>
                    <a:lnTo>
                      <a:pt x="146" y="189"/>
                    </a:lnTo>
                    <a:lnTo>
                      <a:pt x="146" y="187"/>
                    </a:lnTo>
                    <a:lnTo>
                      <a:pt x="144" y="187"/>
                    </a:lnTo>
                    <a:lnTo>
                      <a:pt x="144" y="187"/>
                    </a:lnTo>
                    <a:lnTo>
                      <a:pt x="144" y="187"/>
                    </a:lnTo>
                    <a:lnTo>
                      <a:pt x="144" y="184"/>
                    </a:lnTo>
                    <a:lnTo>
                      <a:pt x="144" y="184"/>
                    </a:lnTo>
                    <a:lnTo>
                      <a:pt x="144" y="184"/>
                    </a:lnTo>
                    <a:lnTo>
                      <a:pt x="144" y="184"/>
                    </a:lnTo>
                    <a:lnTo>
                      <a:pt x="144" y="182"/>
                    </a:lnTo>
                    <a:lnTo>
                      <a:pt x="142" y="182"/>
                    </a:lnTo>
                    <a:lnTo>
                      <a:pt x="142" y="182"/>
                    </a:lnTo>
                    <a:lnTo>
                      <a:pt x="142" y="182"/>
                    </a:lnTo>
                    <a:lnTo>
                      <a:pt x="142" y="180"/>
                    </a:lnTo>
                    <a:lnTo>
                      <a:pt x="142" y="180"/>
                    </a:lnTo>
                    <a:lnTo>
                      <a:pt x="139" y="180"/>
                    </a:lnTo>
                    <a:lnTo>
                      <a:pt x="139" y="177"/>
                    </a:lnTo>
                    <a:lnTo>
                      <a:pt x="139" y="177"/>
                    </a:lnTo>
                    <a:lnTo>
                      <a:pt x="139" y="177"/>
                    </a:lnTo>
                    <a:lnTo>
                      <a:pt x="139" y="177"/>
                    </a:lnTo>
                    <a:lnTo>
                      <a:pt x="139" y="177"/>
                    </a:lnTo>
                    <a:lnTo>
                      <a:pt x="137" y="177"/>
                    </a:lnTo>
                    <a:lnTo>
                      <a:pt x="137" y="177"/>
                    </a:lnTo>
                    <a:lnTo>
                      <a:pt x="137" y="177"/>
                    </a:lnTo>
                    <a:lnTo>
                      <a:pt x="137" y="175"/>
                    </a:lnTo>
                    <a:lnTo>
                      <a:pt x="137" y="175"/>
                    </a:lnTo>
                    <a:lnTo>
                      <a:pt x="137" y="177"/>
                    </a:lnTo>
                    <a:lnTo>
                      <a:pt x="134" y="177"/>
                    </a:lnTo>
                    <a:lnTo>
                      <a:pt x="134" y="177"/>
                    </a:lnTo>
                    <a:lnTo>
                      <a:pt x="134" y="175"/>
                    </a:lnTo>
                    <a:lnTo>
                      <a:pt x="134" y="175"/>
                    </a:lnTo>
                    <a:lnTo>
                      <a:pt x="132" y="175"/>
                    </a:lnTo>
                    <a:lnTo>
                      <a:pt x="132" y="175"/>
                    </a:lnTo>
                    <a:lnTo>
                      <a:pt x="132" y="173"/>
                    </a:lnTo>
                    <a:lnTo>
                      <a:pt x="132" y="173"/>
                    </a:lnTo>
                    <a:lnTo>
                      <a:pt x="132" y="173"/>
                    </a:lnTo>
                    <a:lnTo>
                      <a:pt x="132" y="170"/>
                    </a:lnTo>
                    <a:lnTo>
                      <a:pt x="132" y="170"/>
                    </a:lnTo>
                    <a:lnTo>
                      <a:pt x="130" y="170"/>
                    </a:lnTo>
                    <a:lnTo>
                      <a:pt x="130" y="170"/>
                    </a:lnTo>
                    <a:lnTo>
                      <a:pt x="130" y="168"/>
                    </a:lnTo>
                    <a:lnTo>
                      <a:pt x="130" y="168"/>
                    </a:lnTo>
                    <a:lnTo>
                      <a:pt x="130" y="165"/>
                    </a:lnTo>
                    <a:lnTo>
                      <a:pt x="130" y="165"/>
                    </a:lnTo>
                    <a:lnTo>
                      <a:pt x="130" y="165"/>
                    </a:lnTo>
                    <a:lnTo>
                      <a:pt x="130" y="165"/>
                    </a:lnTo>
                    <a:lnTo>
                      <a:pt x="127" y="165"/>
                    </a:lnTo>
                    <a:lnTo>
                      <a:pt x="127" y="165"/>
                    </a:lnTo>
                    <a:lnTo>
                      <a:pt x="125" y="165"/>
                    </a:lnTo>
                    <a:lnTo>
                      <a:pt x="125" y="165"/>
                    </a:lnTo>
                    <a:lnTo>
                      <a:pt x="125" y="165"/>
                    </a:lnTo>
                    <a:lnTo>
                      <a:pt x="125" y="165"/>
                    </a:lnTo>
                    <a:lnTo>
                      <a:pt x="125" y="163"/>
                    </a:lnTo>
                    <a:lnTo>
                      <a:pt x="123" y="163"/>
                    </a:lnTo>
                    <a:lnTo>
                      <a:pt x="123" y="163"/>
                    </a:lnTo>
                    <a:lnTo>
                      <a:pt x="123" y="161"/>
                    </a:lnTo>
                    <a:lnTo>
                      <a:pt x="123" y="161"/>
                    </a:lnTo>
                    <a:lnTo>
                      <a:pt x="123" y="161"/>
                    </a:lnTo>
                    <a:lnTo>
                      <a:pt x="123" y="158"/>
                    </a:lnTo>
                    <a:lnTo>
                      <a:pt x="123" y="158"/>
                    </a:lnTo>
                    <a:lnTo>
                      <a:pt x="123" y="156"/>
                    </a:lnTo>
                    <a:lnTo>
                      <a:pt x="123" y="156"/>
                    </a:lnTo>
                    <a:lnTo>
                      <a:pt x="123" y="156"/>
                    </a:lnTo>
                    <a:lnTo>
                      <a:pt x="123" y="156"/>
                    </a:lnTo>
                    <a:lnTo>
                      <a:pt x="120" y="156"/>
                    </a:lnTo>
                    <a:lnTo>
                      <a:pt x="120" y="154"/>
                    </a:lnTo>
                    <a:lnTo>
                      <a:pt x="120" y="154"/>
                    </a:lnTo>
                    <a:lnTo>
                      <a:pt x="120" y="154"/>
                    </a:lnTo>
                    <a:lnTo>
                      <a:pt x="118" y="154"/>
                    </a:lnTo>
                    <a:lnTo>
                      <a:pt x="118" y="151"/>
                    </a:lnTo>
                    <a:lnTo>
                      <a:pt x="118" y="151"/>
                    </a:lnTo>
                    <a:lnTo>
                      <a:pt x="118" y="151"/>
                    </a:lnTo>
                    <a:lnTo>
                      <a:pt x="118" y="149"/>
                    </a:lnTo>
                    <a:lnTo>
                      <a:pt x="118" y="149"/>
                    </a:lnTo>
                    <a:lnTo>
                      <a:pt x="118" y="149"/>
                    </a:lnTo>
                    <a:lnTo>
                      <a:pt x="118" y="146"/>
                    </a:lnTo>
                    <a:lnTo>
                      <a:pt x="118" y="146"/>
                    </a:lnTo>
                    <a:lnTo>
                      <a:pt x="116" y="146"/>
                    </a:lnTo>
                    <a:lnTo>
                      <a:pt x="116" y="146"/>
                    </a:lnTo>
                    <a:lnTo>
                      <a:pt x="116" y="144"/>
                    </a:lnTo>
                    <a:lnTo>
                      <a:pt x="116" y="144"/>
                    </a:lnTo>
                    <a:lnTo>
                      <a:pt x="113" y="144"/>
                    </a:lnTo>
                    <a:lnTo>
                      <a:pt x="113" y="144"/>
                    </a:lnTo>
                    <a:lnTo>
                      <a:pt x="113" y="144"/>
                    </a:lnTo>
                    <a:lnTo>
                      <a:pt x="113" y="142"/>
                    </a:lnTo>
                    <a:lnTo>
                      <a:pt x="113" y="142"/>
                    </a:lnTo>
                    <a:lnTo>
                      <a:pt x="113" y="142"/>
                    </a:lnTo>
                    <a:lnTo>
                      <a:pt x="113" y="139"/>
                    </a:lnTo>
                    <a:lnTo>
                      <a:pt x="111" y="139"/>
                    </a:lnTo>
                    <a:lnTo>
                      <a:pt x="111" y="139"/>
                    </a:lnTo>
                    <a:lnTo>
                      <a:pt x="111" y="139"/>
                    </a:lnTo>
                    <a:lnTo>
                      <a:pt x="108" y="139"/>
                    </a:lnTo>
                    <a:lnTo>
                      <a:pt x="108" y="139"/>
                    </a:lnTo>
                    <a:lnTo>
                      <a:pt x="108" y="139"/>
                    </a:lnTo>
                    <a:lnTo>
                      <a:pt x="106" y="139"/>
                    </a:lnTo>
                    <a:lnTo>
                      <a:pt x="106" y="137"/>
                    </a:lnTo>
                    <a:lnTo>
                      <a:pt x="106" y="137"/>
                    </a:lnTo>
                    <a:lnTo>
                      <a:pt x="106" y="137"/>
                    </a:lnTo>
                    <a:lnTo>
                      <a:pt x="104" y="137"/>
                    </a:lnTo>
                    <a:lnTo>
                      <a:pt x="104" y="137"/>
                    </a:lnTo>
                    <a:lnTo>
                      <a:pt x="104" y="137"/>
                    </a:lnTo>
                    <a:lnTo>
                      <a:pt x="104" y="137"/>
                    </a:lnTo>
                    <a:lnTo>
                      <a:pt x="101" y="137"/>
                    </a:lnTo>
                    <a:lnTo>
                      <a:pt x="101" y="137"/>
                    </a:lnTo>
                    <a:lnTo>
                      <a:pt x="99" y="137"/>
                    </a:lnTo>
                    <a:lnTo>
                      <a:pt x="99" y="137"/>
                    </a:lnTo>
                    <a:lnTo>
                      <a:pt x="99" y="137"/>
                    </a:lnTo>
                    <a:lnTo>
                      <a:pt x="99" y="135"/>
                    </a:lnTo>
                    <a:lnTo>
                      <a:pt x="97" y="135"/>
                    </a:lnTo>
                    <a:lnTo>
                      <a:pt x="97" y="135"/>
                    </a:lnTo>
                    <a:lnTo>
                      <a:pt x="97" y="135"/>
                    </a:lnTo>
                    <a:lnTo>
                      <a:pt x="97" y="135"/>
                    </a:lnTo>
                    <a:lnTo>
                      <a:pt x="94" y="135"/>
                    </a:lnTo>
                    <a:lnTo>
                      <a:pt x="94" y="135"/>
                    </a:lnTo>
                    <a:lnTo>
                      <a:pt x="92" y="135"/>
                    </a:lnTo>
                    <a:lnTo>
                      <a:pt x="92" y="135"/>
                    </a:lnTo>
                    <a:lnTo>
                      <a:pt x="92" y="135"/>
                    </a:lnTo>
                    <a:lnTo>
                      <a:pt x="92" y="135"/>
                    </a:lnTo>
                    <a:lnTo>
                      <a:pt x="89" y="135"/>
                    </a:lnTo>
                    <a:lnTo>
                      <a:pt x="89" y="135"/>
                    </a:lnTo>
                    <a:lnTo>
                      <a:pt x="89" y="135"/>
                    </a:lnTo>
                    <a:lnTo>
                      <a:pt x="89" y="132"/>
                    </a:lnTo>
                    <a:lnTo>
                      <a:pt x="87" y="132"/>
                    </a:lnTo>
                    <a:lnTo>
                      <a:pt x="87" y="132"/>
                    </a:lnTo>
                    <a:lnTo>
                      <a:pt x="87" y="132"/>
                    </a:lnTo>
                    <a:lnTo>
                      <a:pt x="85" y="132"/>
                    </a:lnTo>
                    <a:lnTo>
                      <a:pt x="85" y="130"/>
                    </a:lnTo>
                    <a:lnTo>
                      <a:pt x="85" y="130"/>
                    </a:lnTo>
                    <a:lnTo>
                      <a:pt x="85" y="130"/>
                    </a:lnTo>
                    <a:lnTo>
                      <a:pt x="85" y="130"/>
                    </a:lnTo>
                    <a:lnTo>
                      <a:pt x="82" y="130"/>
                    </a:lnTo>
                    <a:lnTo>
                      <a:pt x="82" y="130"/>
                    </a:lnTo>
                    <a:lnTo>
                      <a:pt x="80" y="130"/>
                    </a:lnTo>
                    <a:lnTo>
                      <a:pt x="80" y="130"/>
                    </a:lnTo>
                    <a:lnTo>
                      <a:pt x="80" y="130"/>
                    </a:lnTo>
                    <a:lnTo>
                      <a:pt x="80" y="130"/>
                    </a:lnTo>
                    <a:lnTo>
                      <a:pt x="80" y="132"/>
                    </a:lnTo>
                    <a:lnTo>
                      <a:pt x="80" y="132"/>
                    </a:lnTo>
                    <a:lnTo>
                      <a:pt x="80" y="132"/>
                    </a:lnTo>
                    <a:lnTo>
                      <a:pt x="80" y="135"/>
                    </a:lnTo>
                    <a:lnTo>
                      <a:pt x="80" y="135"/>
                    </a:lnTo>
                    <a:lnTo>
                      <a:pt x="78" y="135"/>
                    </a:lnTo>
                    <a:lnTo>
                      <a:pt x="78" y="132"/>
                    </a:lnTo>
                    <a:lnTo>
                      <a:pt x="78" y="132"/>
                    </a:lnTo>
                    <a:lnTo>
                      <a:pt x="78" y="132"/>
                    </a:lnTo>
                    <a:lnTo>
                      <a:pt x="75" y="132"/>
                    </a:lnTo>
                    <a:lnTo>
                      <a:pt x="75" y="132"/>
                    </a:lnTo>
                    <a:lnTo>
                      <a:pt x="75" y="132"/>
                    </a:lnTo>
                    <a:lnTo>
                      <a:pt x="75" y="132"/>
                    </a:lnTo>
                    <a:lnTo>
                      <a:pt x="75" y="135"/>
                    </a:lnTo>
                    <a:lnTo>
                      <a:pt x="73" y="135"/>
                    </a:lnTo>
                    <a:lnTo>
                      <a:pt x="73" y="135"/>
                    </a:lnTo>
                    <a:lnTo>
                      <a:pt x="73" y="135"/>
                    </a:lnTo>
                    <a:lnTo>
                      <a:pt x="73" y="132"/>
                    </a:lnTo>
                    <a:lnTo>
                      <a:pt x="71" y="132"/>
                    </a:lnTo>
                    <a:lnTo>
                      <a:pt x="71" y="132"/>
                    </a:lnTo>
                    <a:lnTo>
                      <a:pt x="71" y="132"/>
                    </a:lnTo>
                    <a:lnTo>
                      <a:pt x="68" y="132"/>
                    </a:lnTo>
                    <a:lnTo>
                      <a:pt x="68" y="135"/>
                    </a:lnTo>
                    <a:lnTo>
                      <a:pt x="68" y="135"/>
                    </a:lnTo>
                    <a:lnTo>
                      <a:pt x="68" y="135"/>
                    </a:lnTo>
                    <a:lnTo>
                      <a:pt x="68" y="135"/>
                    </a:lnTo>
                    <a:lnTo>
                      <a:pt x="66" y="135"/>
                    </a:lnTo>
                    <a:lnTo>
                      <a:pt x="66" y="135"/>
                    </a:lnTo>
                    <a:lnTo>
                      <a:pt x="66" y="135"/>
                    </a:lnTo>
                    <a:lnTo>
                      <a:pt x="66" y="137"/>
                    </a:lnTo>
                    <a:lnTo>
                      <a:pt x="68" y="137"/>
                    </a:lnTo>
                    <a:lnTo>
                      <a:pt x="68" y="137"/>
                    </a:lnTo>
                    <a:lnTo>
                      <a:pt x="68" y="139"/>
                    </a:lnTo>
                    <a:lnTo>
                      <a:pt x="66" y="139"/>
                    </a:lnTo>
                    <a:lnTo>
                      <a:pt x="66" y="139"/>
                    </a:lnTo>
                    <a:lnTo>
                      <a:pt x="66" y="139"/>
                    </a:lnTo>
                    <a:lnTo>
                      <a:pt x="66" y="139"/>
                    </a:lnTo>
                    <a:lnTo>
                      <a:pt x="63" y="139"/>
                    </a:lnTo>
                    <a:lnTo>
                      <a:pt x="63" y="139"/>
                    </a:lnTo>
                    <a:lnTo>
                      <a:pt x="63" y="142"/>
                    </a:lnTo>
                    <a:lnTo>
                      <a:pt x="63" y="142"/>
                    </a:lnTo>
                    <a:lnTo>
                      <a:pt x="63" y="142"/>
                    </a:lnTo>
                    <a:lnTo>
                      <a:pt x="63" y="142"/>
                    </a:lnTo>
                    <a:lnTo>
                      <a:pt x="63" y="144"/>
                    </a:lnTo>
                    <a:lnTo>
                      <a:pt x="63" y="144"/>
                    </a:lnTo>
                    <a:lnTo>
                      <a:pt x="63" y="144"/>
                    </a:lnTo>
                    <a:lnTo>
                      <a:pt x="61" y="144"/>
                    </a:lnTo>
                    <a:lnTo>
                      <a:pt x="61" y="144"/>
                    </a:lnTo>
                    <a:lnTo>
                      <a:pt x="59" y="144"/>
                    </a:lnTo>
                    <a:lnTo>
                      <a:pt x="59" y="144"/>
                    </a:lnTo>
                    <a:lnTo>
                      <a:pt x="59" y="144"/>
                    </a:lnTo>
                    <a:lnTo>
                      <a:pt x="56" y="144"/>
                    </a:lnTo>
                    <a:lnTo>
                      <a:pt x="56" y="144"/>
                    </a:lnTo>
                    <a:lnTo>
                      <a:pt x="56" y="144"/>
                    </a:lnTo>
                    <a:lnTo>
                      <a:pt x="56" y="146"/>
                    </a:lnTo>
                    <a:lnTo>
                      <a:pt x="56" y="146"/>
                    </a:lnTo>
                    <a:lnTo>
                      <a:pt x="56" y="146"/>
                    </a:lnTo>
                    <a:lnTo>
                      <a:pt x="59" y="146"/>
                    </a:lnTo>
                    <a:lnTo>
                      <a:pt x="59" y="146"/>
                    </a:lnTo>
                    <a:lnTo>
                      <a:pt x="59" y="146"/>
                    </a:lnTo>
                    <a:lnTo>
                      <a:pt x="61" y="146"/>
                    </a:lnTo>
                    <a:lnTo>
                      <a:pt x="61" y="146"/>
                    </a:lnTo>
                    <a:lnTo>
                      <a:pt x="61" y="146"/>
                    </a:lnTo>
                    <a:lnTo>
                      <a:pt x="63" y="146"/>
                    </a:lnTo>
                    <a:lnTo>
                      <a:pt x="63" y="146"/>
                    </a:lnTo>
                    <a:lnTo>
                      <a:pt x="63" y="149"/>
                    </a:lnTo>
                    <a:lnTo>
                      <a:pt x="63" y="149"/>
                    </a:lnTo>
                    <a:lnTo>
                      <a:pt x="63" y="149"/>
                    </a:lnTo>
                    <a:lnTo>
                      <a:pt x="63" y="149"/>
                    </a:lnTo>
                    <a:lnTo>
                      <a:pt x="66" y="149"/>
                    </a:lnTo>
                    <a:lnTo>
                      <a:pt x="66" y="151"/>
                    </a:lnTo>
                    <a:lnTo>
                      <a:pt x="66" y="151"/>
                    </a:lnTo>
                    <a:lnTo>
                      <a:pt x="66" y="151"/>
                    </a:lnTo>
                    <a:lnTo>
                      <a:pt x="66" y="151"/>
                    </a:lnTo>
                    <a:lnTo>
                      <a:pt x="66" y="154"/>
                    </a:lnTo>
                    <a:lnTo>
                      <a:pt x="63" y="154"/>
                    </a:lnTo>
                    <a:lnTo>
                      <a:pt x="63" y="151"/>
                    </a:lnTo>
                    <a:lnTo>
                      <a:pt x="63" y="151"/>
                    </a:lnTo>
                    <a:lnTo>
                      <a:pt x="63" y="151"/>
                    </a:lnTo>
                    <a:lnTo>
                      <a:pt x="63" y="151"/>
                    </a:lnTo>
                    <a:lnTo>
                      <a:pt x="63" y="151"/>
                    </a:lnTo>
                    <a:lnTo>
                      <a:pt x="61" y="151"/>
                    </a:lnTo>
                    <a:lnTo>
                      <a:pt x="61" y="151"/>
                    </a:lnTo>
                    <a:lnTo>
                      <a:pt x="59" y="151"/>
                    </a:lnTo>
                    <a:lnTo>
                      <a:pt x="59" y="154"/>
                    </a:lnTo>
                    <a:lnTo>
                      <a:pt x="61" y="154"/>
                    </a:lnTo>
                    <a:lnTo>
                      <a:pt x="61" y="154"/>
                    </a:lnTo>
                    <a:lnTo>
                      <a:pt x="61" y="154"/>
                    </a:lnTo>
                    <a:lnTo>
                      <a:pt x="61" y="156"/>
                    </a:lnTo>
                    <a:lnTo>
                      <a:pt x="61" y="156"/>
                    </a:lnTo>
                    <a:lnTo>
                      <a:pt x="61" y="156"/>
                    </a:lnTo>
                    <a:lnTo>
                      <a:pt x="61" y="156"/>
                    </a:lnTo>
                    <a:lnTo>
                      <a:pt x="59" y="156"/>
                    </a:lnTo>
                    <a:lnTo>
                      <a:pt x="59" y="156"/>
                    </a:lnTo>
                    <a:lnTo>
                      <a:pt x="59" y="156"/>
                    </a:lnTo>
                    <a:lnTo>
                      <a:pt x="59" y="156"/>
                    </a:lnTo>
                    <a:lnTo>
                      <a:pt x="59" y="156"/>
                    </a:lnTo>
                    <a:lnTo>
                      <a:pt x="56" y="156"/>
                    </a:lnTo>
                    <a:lnTo>
                      <a:pt x="56" y="156"/>
                    </a:lnTo>
                    <a:lnTo>
                      <a:pt x="59" y="156"/>
                    </a:lnTo>
                    <a:lnTo>
                      <a:pt x="59" y="156"/>
                    </a:lnTo>
                    <a:lnTo>
                      <a:pt x="59" y="158"/>
                    </a:lnTo>
                    <a:lnTo>
                      <a:pt x="56" y="158"/>
                    </a:lnTo>
                    <a:lnTo>
                      <a:pt x="56" y="158"/>
                    </a:lnTo>
                    <a:lnTo>
                      <a:pt x="56" y="158"/>
                    </a:lnTo>
                    <a:lnTo>
                      <a:pt x="56" y="161"/>
                    </a:lnTo>
                    <a:lnTo>
                      <a:pt x="56" y="161"/>
                    </a:lnTo>
                    <a:lnTo>
                      <a:pt x="56" y="161"/>
                    </a:lnTo>
                    <a:lnTo>
                      <a:pt x="56" y="163"/>
                    </a:lnTo>
                    <a:lnTo>
                      <a:pt x="56" y="163"/>
                    </a:lnTo>
                    <a:lnTo>
                      <a:pt x="56" y="165"/>
                    </a:lnTo>
                    <a:lnTo>
                      <a:pt x="56" y="165"/>
                    </a:lnTo>
                    <a:lnTo>
                      <a:pt x="56" y="165"/>
                    </a:lnTo>
                    <a:lnTo>
                      <a:pt x="54" y="165"/>
                    </a:lnTo>
                    <a:lnTo>
                      <a:pt x="54" y="165"/>
                    </a:lnTo>
                    <a:lnTo>
                      <a:pt x="52" y="165"/>
                    </a:lnTo>
                    <a:lnTo>
                      <a:pt x="52" y="165"/>
                    </a:lnTo>
                    <a:lnTo>
                      <a:pt x="54" y="165"/>
                    </a:lnTo>
                    <a:lnTo>
                      <a:pt x="54" y="165"/>
                    </a:lnTo>
                    <a:lnTo>
                      <a:pt x="54" y="168"/>
                    </a:lnTo>
                    <a:lnTo>
                      <a:pt x="52" y="168"/>
                    </a:lnTo>
                    <a:lnTo>
                      <a:pt x="52" y="168"/>
                    </a:lnTo>
                    <a:lnTo>
                      <a:pt x="52" y="168"/>
                    </a:lnTo>
                    <a:lnTo>
                      <a:pt x="52" y="165"/>
                    </a:lnTo>
                    <a:lnTo>
                      <a:pt x="52" y="165"/>
                    </a:lnTo>
                    <a:lnTo>
                      <a:pt x="49" y="165"/>
                    </a:lnTo>
                    <a:lnTo>
                      <a:pt x="49" y="165"/>
                    </a:lnTo>
                    <a:lnTo>
                      <a:pt x="49" y="165"/>
                    </a:lnTo>
                    <a:lnTo>
                      <a:pt x="49" y="165"/>
                    </a:lnTo>
                    <a:lnTo>
                      <a:pt x="47" y="165"/>
                    </a:lnTo>
                    <a:lnTo>
                      <a:pt x="47" y="168"/>
                    </a:lnTo>
                    <a:lnTo>
                      <a:pt x="47" y="168"/>
                    </a:lnTo>
                    <a:lnTo>
                      <a:pt x="47" y="168"/>
                    </a:lnTo>
                    <a:lnTo>
                      <a:pt x="44" y="168"/>
                    </a:lnTo>
                    <a:lnTo>
                      <a:pt x="44" y="168"/>
                    </a:lnTo>
                    <a:lnTo>
                      <a:pt x="44" y="170"/>
                    </a:lnTo>
                    <a:lnTo>
                      <a:pt x="44" y="170"/>
                    </a:lnTo>
                    <a:lnTo>
                      <a:pt x="44" y="170"/>
                    </a:lnTo>
                    <a:lnTo>
                      <a:pt x="42" y="170"/>
                    </a:lnTo>
                    <a:lnTo>
                      <a:pt x="42" y="170"/>
                    </a:lnTo>
                    <a:lnTo>
                      <a:pt x="42" y="173"/>
                    </a:lnTo>
                    <a:lnTo>
                      <a:pt x="40" y="173"/>
                    </a:lnTo>
                    <a:lnTo>
                      <a:pt x="40" y="173"/>
                    </a:lnTo>
                    <a:lnTo>
                      <a:pt x="40" y="173"/>
                    </a:lnTo>
                    <a:lnTo>
                      <a:pt x="37" y="173"/>
                    </a:lnTo>
                    <a:lnTo>
                      <a:pt x="37" y="173"/>
                    </a:lnTo>
                    <a:lnTo>
                      <a:pt x="37" y="173"/>
                    </a:lnTo>
                    <a:lnTo>
                      <a:pt x="37" y="170"/>
                    </a:lnTo>
                    <a:lnTo>
                      <a:pt x="35" y="170"/>
                    </a:lnTo>
                    <a:lnTo>
                      <a:pt x="35" y="170"/>
                    </a:lnTo>
                    <a:lnTo>
                      <a:pt x="35" y="170"/>
                    </a:lnTo>
                    <a:lnTo>
                      <a:pt x="33" y="170"/>
                    </a:lnTo>
                    <a:lnTo>
                      <a:pt x="33" y="170"/>
                    </a:lnTo>
                    <a:lnTo>
                      <a:pt x="33" y="170"/>
                    </a:lnTo>
                    <a:lnTo>
                      <a:pt x="30" y="170"/>
                    </a:lnTo>
                    <a:lnTo>
                      <a:pt x="30" y="168"/>
                    </a:lnTo>
                    <a:lnTo>
                      <a:pt x="30" y="168"/>
                    </a:lnTo>
                    <a:lnTo>
                      <a:pt x="30" y="168"/>
                    </a:lnTo>
                    <a:lnTo>
                      <a:pt x="28" y="168"/>
                    </a:lnTo>
                    <a:lnTo>
                      <a:pt x="28" y="168"/>
                    </a:lnTo>
                    <a:lnTo>
                      <a:pt x="26" y="168"/>
                    </a:lnTo>
                    <a:lnTo>
                      <a:pt x="26" y="168"/>
                    </a:lnTo>
                    <a:lnTo>
                      <a:pt x="26" y="168"/>
                    </a:lnTo>
                    <a:lnTo>
                      <a:pt x="23" y="168"/>
                    </a:lnTo>
                    <a:lnTo>
                      <a:pt x="23" y="168"/>
                    </a:lnTo>
                    <a:lnTo>
                      <a:pt x="23" y="168"/>
                    </a:lnTo>
                    <a:lnTo>
                      <a:pt x="21" y="168"/>
                    </a:lnTo>
                    <a:lnTo>
                      <a:pt x="21" y="168"/>
                    </a:lnTo>
                    <a:lnTo>
                      <a:pt x="18" y="168"/>
                    </a:lnTo>
                    <a:lnTo>
                      <a:pt x="18" y="170"/>
                    </a:lnTo>
                    <a:lnTo>
                      <a:pt x="18" y="170"/>
                    </a:lnTo>
                    <a:lnTo>
                      <a:pt x="18" y="170"/>
                    </a:lnTo>
                    <a:lnTo>
                      <a:pt x="16" y="170"/>
                    </a:lnTo>
                    <a:lnTo>
                      <a:pt x="16" y="168"/>
                    </a:lnTo>
                    <a:lnTo>
                      <a:pt x="16" y="168"/>
                    </a:lnTo>
                    <a:lnTo>
                      <a:pt x="16" y="168"/>
                    </a:lnTo>
                    <a:lnTo>
                      <a:pt x="14" y="168"/>
                    </a:lnTo>
                    <a:lnTo>
                      <a:pt x="14" y="168"/>
                    </a:lnTo>
                    <a:lnTo>
                      <a:pt x="14" y="168"/>
                    </a:lnTo>
                    <a:lnTo>
                      <a:pt x="11" y="168"/>
                    </a:lnTo>
                    <a:lnTo>
                      <a:pt x="11" y="168"/>
                    </a:lnTo>
                    <a:lnTo>
                      <a:pt x="11" y="168"/>
                    </a:lnTo>
                    <a:lnTo>
                      <a:pt x="11" y="168"/>
                    </a:lnTo>
                    <a:lnTo>
                      <a:pt x="11" y="170"/>
                    </a:lnTo>
                    <a:lnTo>
                      <a:pt x="9" y="170"/>
                    </a:lnTo>
                    <a:lnTo>
                      <a:pt x="9" y="170"/>
                    </a:lnTo>
                    <a:lnTo>
                      <a:pt x="7" y="170"/>
                    </a:lnTo>
                    <a:lnTo>
                      <a:pt x="7" y="170"/>
                    </a:lnTo>
                    <a:lnTo>
                      <a:pt x="7" y="170"/>
                    </a:lnTo>
                    <a:lnTo>
                      <a:pt x="7" y="168"/>
                    </a:lnTo>
                    <a:lnTo>
                      <a:pt x="4" y="168"/>
                    </a:lnTo>
                    <a:lnTo>
                      <a:pt x="4" y="168"/>
                    </a:lnTo>
                    <a:lnTo>
                      <a:pt x="4" y="168"/>
                    </a:lnTo>
                    <a:lnTo>
                      <a:pt x="4" y="165"/>
                    </a:lnTo>
                    <a:lnTo>
                      <a:pt x="4" y="165"/>
                    </a:lnTo>
                    <a:lnTo>
                      <a:pt x="4" y="165"/>
                    </a:lnTo>
                    <a:lnTo>
                      <a:pt x="4" y="163"/>
                    </a:lnTo>
                    <a:lnTo>
                      <a:pt x="4" y="163"/>
                    </a:lnTo>
                    <a:lnTo>
                      <a:pt x="4" y="161"/>
                    </a:lnTo>
                    <a:lnTo>
                      <a:pt x="4" y="161"/>
                    </a:lnTo>
                    <a:lnTo>
                      <a:pt x="4" y="158"/>
                    </a:lnTo>
                    <a:lnTo>
                      <a:pt x="4" y="158"/>
                    </a:lnTo>
                    <a:lnTo>
                      <a:pt x="4" y="156"/>
                    </a:lnTo>
                    <a:lnTo>
                      <a:pt x="4" y="156"/>
                    </a:lnTo>
                    <a:lnTo>
                      <a:pt x="4" y="156"/>
                    </a:lnTo>
                    <a:lnTo>
                      <a:pt x="4" y="154"/>
                    </a:lnTo>
                    <a:lnTo>
                      <a:pt x="4" y="154"/>
                    </a:lnTo>
                    <a:lnTo>
                      <a:pt x="4" y="151"/>
                    </a:lnTo>
                    <a:lnTo>
                      <a:pt x="4" y="151"/>
                    </a:lnTo>
                    <a:lnTo>
                      <a:pt x="4" y="149"/>
                    </a:lnTo>
                    <a:lnTo>
                      <a:pt x="4" y="149"/>
                    </a:lnTo>
                    <a:lnTo>
                      <a:pt x="4" y="146"/>
                    </a:lnTo>
                    <a:lnTo>
                      <a:pt x="4" y="146"/>
                    </a:lnTo>
                    <a:lnTo>
                      <a:pt x="4" y="146"/>
                    </a:lnTo>
                    <a:lnTo>
                      <a:pt x="4" y="144"/>
                    </a:lnTo>
                    <a:lnTo>
                      <a:pt x="4" y="144"/>
                    </a:lnTo>
                    <a:lnTo>
                      <a:pt x="4" y="142"/>
                    </a:lnTo>
                    <a:lnTo>
                      <a:pt x="4" y="142"/>
                    </a:lnTo>
                    <a:lnTo>
                      <a:pt x="4" y="139"/>
                    </a:lnTo>
                    <a:lnTo>
                      <a:pt x="4" y="139"/>
                    </a:lnTo>
                    <a:lnTo>
                      <a:pt x="4" y="137"/>
                    </a:lnTo>
                    <a:lnTo>
                      <a:pt x="4" y="137"/>
                    </a:lnTo>
                    <a:lnTo>
                      <a:pt x="4" y="135"/>
                    </a:lnTo>
                    <a:lnTo>
                      <a:pt x="4" y="135"/>
                    </a:lnTo>
                    <a:lnTo>
                      <a:pt x="4" y="135"/>
                    </a:lnTo>
                    <a:lnTo>
                      <a:pt x="4" y="132"/>
                    </a:lnTo>
                    <a:lnTo>
                      <a:pt x="4" y="132"/>
                    </a:lnTo>
                    <a:lnTo>
                      <a:pt x="4" y="130"/>
                    </a:lnTo>
                    <a:lnTo>
                      <a:pt x="4" y="130"/>
                    </a:lnTo>
                    <a:lnTo>
                      <a:pt x="4" y="127"/>
                    </a:lnTo>
                    <a:lnTo>
                      <a:pt x="4" y="127"/>
                    </a:lnTo>
                    <a:lnTo>
                      <a:pt x="4" y="125"/>
                    </a:lnTo>
                    <a:lnTo>
                      <a:pt x="4" y="125"/>
                    </a:lnTo>
                    <a:lnTo>
                      <a:pt x="4" y="125"/>
                    </a:lnTo>
                    <a:lnTo>
                      <a:pt x="4" y="123"/>
                    </a:lnTo>
                    <a:lnTo>
                      <a:pt x="4" y="123"/>
                    </a:lnTo>
                    <a:lnTo>
                      <a:pt x="4" y="120"/>
                    </a:lnTo>
                    <a:lnTo>
                      <a:pt x="4" y="120"/>
                    </a:lnTo>
                    <a:lnTo>
                      <a:pt x="4" y="118"/>
                    </a:lnTo>
                    <a:lnTo>
                      <a:pt x="4" y="118"/>
                    </a:lnTo>
                    <a:lnTo>
                      <a:pt x="4" y="116"/>
                    </a:lnTo>
                    <a:lnTo>
                      <a:pt x="4" y="116"/>
                    </a:lnTo>
                    <a:lnTo>
                      <a:pt x="4" y="116"/>
                    </a:lnTo>
                    <a:lnTo>
                      <a:pt x="4" y="113"/>
                    </a:lnTo>
                    <a:lnTo>
                      <a:pt x="4" y="113"/>
                    </a:lnTo>
                    <a:lnTo>
                      <a:pt x="4" y="111"/>
                    </a:lnTo>
                    <a:lnTo>
                      <a:pt x="4" y="111"/>
                    </a:lnTo>
                    <a:lnTo>
                      <a:pt x="4" y="111"/>
                    </a:lnTo>
                    <a:lnTo>
                      <a:pt x="4" y="109"/>
                    </a:lnTo>
                    <a:lnTo>
                      <a:pt x="2" y="109"/>
                    </a:lnTo>
                    <a:lnTo>
                      <a:pt x="2" y="109"/>
                    </a:lnTo>
                    <a:lnTo>
                      <a:pt x="2" y="109"/>
                    </a:lnTo>
                    <a:lnTo>
                      <a:pt x="2" y="106"/>
                    </a:lnTo>
                    <a:lnTo>
                      <a:pt x="2" y="106"/>
                    </a:lnTo>
                    <a:lnTo>
                      <a:pt x="2" y="106"/>
                    </a:lnTo>
                    <a:lnTo>
                      <a:pt x="0" y="106"/>
                    </a:lnTo>
                    <a:lnTo>
                      <a:pt x="0" y="104"/>
                    </a:lnTo>
                    <a:lnTo>
                      <a:pt x="0" y="104"/>
                    </a:lnTo>
                    <a:lnTo>
                      <a:pt x="2" y="104"/>
                    </a:lnTo>
                    <a:lnTo>
                      <a:pt x="2" y="101"/>
                    </a:lnTo>
                    <a:lnTo>
                      <a:pt x="2" y="101"/>
                    </a:lnTo>
                    <a:lnTo>
                      <a:pt x="2" y="101"/>
                    </a:lnTo>
                    <a:lnTo>
                      <a:pt x="2" y="99"/>
                    </a:lnTo>
                    <a:lnTo>
                      <a:pt x="2" y="99"/>
                    </a:lnTo>
                    <a:lnTo>
                      <a:pt x="2" y="97"/>
                    </a:lnTo>
                    <a:lnTo>
                      <a:pt x="4" y="97"/>
                    </a:lnTo>
                    <a:lnTo>
                      <a:pt x="4" y="97"/>
                    </a:lnTo>
                    <a:lnTo>
                      <a:pt x="4" y="97"/>
                    </a:lnTo>
                    <a:lnTo>
                      <a:pt x="4" y="94"/>
                    </a:lnTo>
                    <a:lnTo>
                      <a:pt x="4" y="94"/>
                    </a:lnTo>
                    <a:lnTo>
                      <a:pt x="4" y="92"/>
                    </a:lnTo>
                    <a:lnTo>
                      <a:pt x="4" y="92"/>
                    </a:lnTo>
                    <a:lnTo>
                      <a:pt x="4" y="90"/>
                    </a:lnTo>
                    <a:lnTo>
                      <a:pt x="4" y="90"/>
                    </a:lnTo>
                    <a:lnTo>
                      <a:pt x="4" y="87"/>
                    </a:lnTo>
                    <a:lnTo>
                      <a:pt x="4" y="87"/>
                    </a:lnTo>
                    <a:lnTo>
                      <a:pt x="4" y="87"/>
                    </a:lnTo>
                    <a:lnTo>
                      <a:pt x="4" y="87"/>
                    </a:lnTo>
                    <a:lnTo>
                      <a:pt x="4" y="85"/>
                    </a:lnTo>
                    <a:lnTo>
                      <a:pt x="4" y="85"/>
                    </a:lnTo>
                    <a:lnTo>
                      <a:pt x="4" y="82"/>
                    </a:lnTo>
                    <a:lnTo>
                      <a:pt x="4" y="82"/>
                    </a:lnTo>
                    <a:lnTo>
                      <a:pt x="4" y="80"/>
                    </a:lnTo>
                    <a:lnTo>
                      <a:pt x="4" y="80"/>
                    </a:lnTo>
                    <a:lnTo>
                      <a:pt x="4" y="78"/>
                    </a:lnTo>
                    <a:lnTo>
                      <a:pt x="4" y="78"/>
                    </a:lnTo>
                    <a:lnTo>
                      <a:pt x="4" y="75"/>
                    </a:lnTo>
                    <a:lnTo>
                      <a:pt x="4" y="75"/>
                    </a:lnTo>
                    <a:lnTo>
                      <a:pt x="4" y="75"/>
                    </a:lnTo>
                    <a:lnTo>
                      <a:pt x="4" y="73"/>
                    </a:lnTo>
                    <a:lnTo>
                      <a:pt x="4" y="73"/>
                    </a:lnTo>
                    <a:lnTo>
                      <a:pt x="4" y="71"/>
                    </a:lnTo>
                    <a:lnTo>
                      <a:pt x="4" y="71"/>
                    </a:lnTo>
                    <a:lnTo>
                      <a:pt x="4" y="68"/>
                    </a:lnTo>
                    <a:lnTo>
                      <a:pt x="4" y="68"/>
                    </a:lnTo>
                    <a:lnTo>
                      <a:pt x="4" y="66"/>
                    </a:lnTo>
                    <a:lnTo>
                      <a:pt x="4" y="66"/>
                    </a:lnTo>
                    <a:lnTo>
                      <a:pt x="4" y="66"/>
                    </a:lnTo>
                    <a:lnTo>
                      <a:pt x="4" y="64"/>
                    </a:lnTo>
                    <a:lnTo>
                      <a:pt x="4" y="64"/>
                    </a:lnTo>
                    <a:lnTo>
                      <a:pt x="4" y="61"/>
                    </a:lnTo>
                    <a:lnTo>
                      <a:pt x="4" y="61"/>
                    </a:lnTo>
                    <a:lnTo>
                      <a:pt x="4" y="59"/>
                    </a:lnTo>
                    <a:lnTo>
                      <a:pt x="4" y="59"/>
                    </a:lnTo>
                    <a:lnTo>
                      <a:pt x="4" y="56"/>
                    </a:lnTo>
                    <a:lnTo>
                      <a:pt x="4" y="56"/>
                    </a:lnTo>
                    <a:lnTo>
                      <a:pt x="4" y="56"/>
                    </a:lnTo>
                    <a:lnTo>
                      <a:pt x="4" y="54"/>
                    </a:lnTo>
                    <a:lnTo>
                      <a:pt x="4" y="54"/>
                    </a:lnTo>
                    <a:lnTo>
                      <a:pt x="4" y="52"/>
                    </a:lnTo>
                    <a:lnTo>
                      <a:pt x="4" y="52"/>
                    </a:lnTo>
                    <a:lnTo>
                      <a:pt x="4" y="49"/>
                    </a:lnTo>
                    <a:lnTo>
                      <a:pt x="4" y="49"/>
                    </a:lnTo>
                    <a:lnTo>
                      <a:pt x="4" y="47"/>
                    </a:lnTo>
                    <a:lnTo>
                      <a:pt x="4" y="47"/>
                    </a:lnTo>
                    <a:lnTo>
                      <a:pt x="4" y="47"/>
                    </a:lnTo>
                    <a:lnTo>
                      <a:pt x="4" y="45"/>
                    </a:lnTo>
                    <a:lnTo>
                      <a:pt x="4" y="45"/>
                    </a:lnTo>
                    <a:lnTo>
                      <a:pt x="4" y="42"/>
                    </a:lnTo>
                    <a:lnTo>
                      <a:pt x="4" y="42"/>
                    </a:lnTo>
                    <a:lnTo>
                      <a:pt x="4" y="40"/>
                    </a:lnTo>
                    <a:lnTo>
                      <a:pt x="4" y="40"/>
                    </a:lnTo>
                    <a:lnTo>
                      <a:pt x="4" y="37"/>
                    </a:lnTo>
                    <a:lnTo>
                      <a:pt x="4" y="37"/>
                    </a:lnTo>
                    <a:lnTo>
                      <a:pt x="4" y="37"/>
                    </a:lnTo>
                    <a:lnTo>
                      <a:pt x="4" y="35"/>
                    </a:lnTo>
                    <a:lnTo>
                      <a:pt x="4" y="35"/>
                    </a:lnTo>
                    <a:lnTo>
                      <a:pt x="4" y="33"/>
                    </a:lnTo>
                    <a:lnTo>
                      <a:pt x="4" y="33"/>
                    </a:lnTo>
                    <a:lnTo>
                      <a:pt x="4" y="30"/>
                    </a:lnTo>
                    <a:lnTo>
                      <a:pt x="4" y="30"/>
                    </a:lnTo>
                    <a:lnTo>
                      <a:pt x="4" y="28"/>
                    </a:lnTo>
                    <a:lnTo>
                      <a:pt x="4" y="28"/>
                    </a:lnTo>
                    <a:lnTo>
                      <a:pt x="4" y="28"/>
                    </a:lnTo>
                    <a:lnTo>
                      <a:pt x="4" y="26"/>
                    </a:lnTo>
                    <a:lnTo>
                      <a:pt x="4" y="26"/>
                    </a:lnTo>
                    <a:lnTo>
                      <a:pt x="4" y="23"/>
                    </a:lnTo>
                    <a:lnTo>
                      <a:pt x="4" y="23"/>
                    </a:lnTo>
                    <a:lnTo>
                      <a:pt x="4" y="21"/>
                    </a:lnTo>
                    <a:lnTo>
                      <a:pt x="4" y="21"/>
                    </a:lnTo>
                    <a:lnTo>
                      <a:pt x="4" y="18"/>
                    </a:lnTo>
                    <a:lnTo>
                      <a:pt x="4" y="18"/>
                    </a:lnTo>
                    <a:lnTo>
                      <a:pt x="4" y="16"/>
                    </a:lnTo>
                    <a:lnTo>
                      <a:pt x="4" y="16"/>
                    </a:lnTo>
                    <a:lnTo>
                      <a:pt x="4" y="16"/>
                    </a:lnTo>
                    <a:lnTo>
                      <a:pt x="4" y="14"/>
                    </a:lnTo>
                    <a:lnTo>
                      <a:pt x="4" y="14"/>
                    </a:lnTo>
                    <a:lnTo>
                      <a:pt x="4" y="11"/>
                    </a:lnTo>
                    <a:lnTo>
                      <a:pt x="4" y="11"/>
                    </a:lnTo>
                    <a:lnTo>
                      <a:pt x="4" y="9"/>
                    </a:lnTo>
                    <a:lnTo>
                      <a:pt x="4" y="9"/>
                    </a:lnTo>
                    <a:lnTo>
                      <a:pt x="4" y="7"/>
                    </a:lnTo>
                    <a:lnTo>
                      <a:pt x="4" y="7"/>
                    </a:lnTo>
                    <a:lnTo>
                      <a:pt x="4" y="7"/>
                    </a:lnTo>
                    <a:lnTo>
                      <a:pt x="4" y="4"/>
                    </a:lnTo>
                    <a:lnTo>
                      <a:pt x="4" y="4"/>
                    </a:lnTo>
                    <a:lnTo>
                      <a:pt x="4" y="2"/>
                    </a:lnTo>
                    <a:lnTo>
                      <a:pt x="4" y="2"/>
                    </a:lnTo>
                    <a:lnTo>
                      <a:pt x="4" y="0"/>
                    </a:lnTo>
                    <a:lnTo>
                      <a:pt x="4" y="0"/>
                    </a:lnTo>
                    <a:lnTo>
                      <a:pt x="7" y="0"/>
                    </a:lnTo>
                    <a:lnTo>
                      <a:pt x="7" y="0"/>
                    </a:lnTo>
                    <a:lnTo>
                      <a:pt x="7" y="2"/>
                    </a:lnTo>
                    <a:lnTo>
                      <a:pt x="7" y="2"/>
                    </a:lnTo>
                    <a:lnTo>
                      <a:pt x="9" y="2"/>
                    </a:lnTo>
                    <a:lnTo>
                      <a:pt x="9" y="2"/>
                    </a:lnTo>
                    <a:lnTo>
                      <a:pt x="11" y="2"/>
                    </a:lnTo>
                    <a:lnTo>
                      <a:pt x="11" y="2"/>
                    </a:lnTo>
                    <a:lnTo>
                      <a:pt x="11" y="2"/>
                    </a:lnTo>
                    <a:lnTo>
                      <a:pt x="11" y="4"/>
                    </a:lnTo>
                    <a:lnTo>
                      <a:pt x="11" y="4"/>
                    </a:lnTo>
                    <a:lnTo>
                      <a:pt x="14" y="4"/>
                    </a:lnTo>
                    <a:lnTo>
                      <a:pt x="14" y="4"/>
                    </a:lnTo>
                    <a:lnTo>
                      <a:pt x="14" y="4"/>
                    </a:lnTo>
                    <a:lnTo>
                      <a:pt x="16" y="4"/>
                    </a:lnTo>
                    <a:lnTo>
                      <a:pt x="16" y="4"/>
                    </a:lnTo>
                    <a:lnTo>
                      <a:pt x="16" y="4"/>
                    </a:lnTo>
                    <a:lnTo>
                      <a:pt x="16" y="7"/>
                    </a:lnTo>
                    <a:lnTo>
                      <a:pt x="18" y="7"/>
                    </a:lnTo>
                    <a:lnTo>
                      <a:pt x="18" y="7"/>
                    </a:lnTo>
                    <a:lnTo>
                      <a:pt x="18" y="7"/>
                    </a:lnTo>
                    <a:lnTo>
                      <a:pt x="18" y="7"/>
                    </a:lnTo>
                    <a:lnTo>
                      <a:pt x="18" y="7"/>
                    </a:lnTo>
                    <a:lnTo>
                      <a:pt x="21" y="7"/>
                    </a:lnTo>
                    <a:lnTo>
                      <a:pt x="21" y="7"/>
                    </a:lnTo>
                    <a:lnTo>
                      <a:pt x="23" y="7"/>
                    </a:lnTo>
                    <a:lnTo>
                      <a:pt x="23" y="9"/>
                    </a:lnTo>
                    <a:lnTo>
                      <a:pt x="23" y="9"/>
                    </a:lnTo>
                    <a:lnTo>
                      <a:pt x="23" y="9"/>
                    </a:lnTo>
                    <a:lnTo>
                      <a:pt x="23" y="9"/>
                    </a:lnTo>
                    <a:lnTo>
                      <a:pt x="26" y="9"/>
                    </a:lnTo>
                    <a:lnTo>
                      <a:pt x="26" y="9"/>
                    </a:lnTo>
                    <a:lnTo>
                      <a:pt x="26" y="9"/>
                    </a:lnTo>
                    <a:lnTo>
                      <a:pt x="28" y="9"/>
                    </a:lnTo>
                    <a:lnTo>
                      <a:pt x="28" y="11"/>
                    </a:lnTo>
                    <a:lnTo>
                      <a:pt x="28" y="11"/>
                    </a:lnTo>
                    <a:lnTo>
                      <a:pt x="28" y="11"/>
                    </a:lnTo>
                    <a:lnTo>
                      <a:pt x="30" y="11"/>
                    </a:lnTo>
                    <a:lnTo>
                      <a:pt x="30" y="14"/>
                    </a:lnTo>
                    <a:lnTo>
                      <a:pt x="30" y="14"/>
                    </a:lnTo>
                    <a:lnTo>
                      <a:pt x="30" y="14"/>
                    </a:lnTo>
                    <a:lnTo>
                      <a:pt x="33" y="14"/>
                    </a:lnTo>
                    <a:lnTo>
                      <a:pt x="33" y="14"/>
                    </a:lnTo>
                    <a:lnTo>
                      <a:pt x="33" y="14"/>
                    </a:lnTo>
                    <a:lnTo>
                      <a:pt x="35" y="14"/>
                    </a:lnTo>
                    <a:lnTo>
                      <a:pt x="35" y="14"/>
                    </a:lnTo>
                    <a:lnTo>
                      <a:pt x="35" y="14"/>
                    </a:lnTo>
                    <a:lnTo>
                      <a:pt x="35" y="14"/>
                    </a:lnTo>
                    <a:lnTo>
                      <a:pt x="37" y="14"/>
                    </a:lnTo>
                    <a:lnTo>
                      <a:pt x="37" y="14"/>
                    </a:lnTo>
                    <a:lnTo>
                      <a:pt x="37" y="16"/>
                    </a:lnTo>
                    <a:lnTo>
                      <a:pt x="37" y="16"/>
                    </a:lnTo>
                    <a:lnTo>
                      <a:pt x="37" y="16"/>
                    </a:lnTo>
                    <a:lnTo>
                      <a:pt x="37" y="16"/>
                    </a:lnTo>
                    <a:lnTo>
                      <a:pt x="40" y="16"/>
                    </a:lnTo>
                    <a:lnTo>
                      <a:pt x="40" y="16"/>
                    </a:lnTo>
                    <a:lnTo>
                      <a:pt x="40" y="16"/>
                    </a:lnTo>
                    <a:lnTo>
                      <a:pt x="40" y="16"/>
                    </a:lnTo>
                    <a:lnTo>
                      <a:pt x="42" y="16"/>
                    </a:lnTo>
                    <a:lnTo>
                      <a:pt x="42" y="18"/>
                    </a:lnTo>
                    <a:lnTo>
                      <a:pt x="42" y="18"/>
                    </a:lnTo>
                    <a:lnTo>
                      <a:pt x="44" y="18"/>
                    </a:lnTo>
                    <a:lnTo>
                      <a:pt x="44" y="18"/>
                    </a:lnTo>
                    <a:lnTo>
                      <a:pt x="44" y="18"/>
                    </a:lnTo>
                    <a:lnTo>
                      <a:pt x="44" y="18"/>
                    </a:lnTo>
                    <a:lnTo>
                      <a:pt x="47" y="18"/>
                    </a:lnTo>
                    <a:lnTo>
                      <a:pt x="47" y="18"/>
                    </a:lnTo>
                    <a:lnTo>
                      <a:pt x="49" y="18"/>
                    </a:lnTo>
                    <a:lnTo>
                      <a:pt x="49" y="18"/>
                    </a:lnTo>
                    <a:lnTo>
                      <a:pt x="49" y="18"/>
                    </a:lnTo>
                    <a:lnTo>
                      <a:pt x="52" y="18"/>
                    </a:lnTo>
                    <a:lnTo>
                      <a:pt x="52" y="18"/>
                    </a:lnTo>
                    <a:lnTo>
                      <a:pt x="52" y="18"/>
                    </a:lnTo>
                    <a:lnTo>
                      <a:pt x="52" y="21"/>
                    </a:lnTo>
                    <a:lnTo>
                      <a:pt x="54" y="21"/>
                    </a:lnTo>
                    <a:lnTo>
                      <a:pt x="54" y="21"/>
                    </a:lnTo>
                    <a:lnTo>
                      <a:pt x="56" y="21"/>
                    </a:lnTo>
                    <a:lnTo>
                      <a:pt x="56" y="21"/>
                    </a:lnTo>
                    <a:lnTo>
                      <a:pt x="56" y="21"/>
                    </a:lnTo>
                    <a:lnTo>
                      <a:pt x="56" y="21"/>
                    </a:lnTo>
                    <a:lnTo>
                      <a:pt x="59" y="21"/>
                    </a:lnTo>
                    <a:lnTo>
                      <a:pt x="59" y="21"/>
                    </a:lnTo>
                    <a:lnTo>
                      <a:pt x="59" y="18"/>
                    </a:lnTo>
                    <a:lnTo>
                      <a:pt x="59" y="18"/>
                    </a:lnTo>
                    <a:lnTo>
                      <a:pt x="59" y="18"/>
                    </a:lnTo>
                    <a:lnTo>
                      <a:pt x="59" y="18"/>
                    </a:lnTo>
                    <a:lnTo>
                      <a:pt x="59" y="18"/>
                    </a:lnTo>
                    <a:lnTo>
                      <a:pt x="61" y="18"/>
                    </a:lnTo>
                    <a:lnTo>
                      <a:pt x="61" y="21"/>
                    </a:lnTo>
                    <a:lnTo>
                      <a:pt x="61" y="21"/>
                    </a:lnTo>
                    <a:lnTo>
                      <a:pt x="61" y="21"/>
                    </a:lnTo>
                    <a:lnTo>
                      <a:pt x="61" y="23"/>
                    </a:lnTo>
                    <a:lnTo>
                      <a:pt x="61" y="23"/>
                    </a:lnTo>
                    <a:lnTo>
                      <a:pt x="59" y="23"/>
                    </a:lnTo>
                    <a:lnTo>
                      <a:pt x="59" y="23"/>
                    </a:lnTo>
                    <a:lnTo>
                      <a:pt x="61" y="23"/>
                    </a:lnTo>
                    <a:lnTo>
                      <a:pt x="61" y="26"/>
                    </a:lnTo>
                    <a:lnTo>
                      <a:pt x="61" y="26"/>
                    </a:lnTo>
                    <a:lnTo>
                      <a:pt x="63" y="26"/>
                    </a:lnTo>
                    <a:lnTo>
                      <a:pt x="63" y="26"/>
                    </a:lnTo>
                    <a:lnTo>
                      <a:pt x="63" y="26"/>
                    </a:lnTo>
                    <a:lnTo>
                      <a:pt x="63" y="26"/>
                    </a:lnTo>
                    <a:lnTo>
                      <a:pt x="63" y="28"/>
                    </a:lnTo>
                    <a:lnTo>
                      <a:pt x="66" y="28"/>
                    </a:lnTo>
                    <a:lnTo>
                      <a:pt x="66" y="28"/>
                    </a:lnTo>
                    <a:lnTo>
                      <a:pt x="66" y="28"/>
                    </a:lnTo>
                    <a:lnTo>
                      <a:pt x="66" y="28"/>
                    </a:lnTo>
                    <a:lnTo>
                      <a:pt x="66" y="28"/>
                    </a:lnTo>
                    <a:lnTo>
                      <a:pt x="68" y="28"/>
                    </a:lnTo>
                    <a:lnTo>
                      <a:pt x="68" y="30"/>
                    </a:lnTo>
                    <a:lnTo>
                      <a:pt x="68" y="30"/>
                    </a:lnTo>
                    <a:lnTo>
                      <a:pt x="68" y="30"/>
                    </a:lnTo>
                    <a:lnTo>
                      <a:pt x="71" y="30"/>
                    </a:lnTo>
                    <a:lnTo>
                      <a:pt x="71" y="30"/>
                    </a:lnTo>
                    <a:lnTo>
                      <a:pt x="71" y="30"/>
                    </a:lnTo>
                    <a:lnTo>
                      <a:pt x="71" y="30"/>
                    </a:lnTo>
                    <a:lnTo>
                      <a:pt x="73" y="30"/>
                    </a:lnTo>
                    <a:lnTo>
                      <a:pt x="73" y="30"/>
                    </a:lnTo>
                    <a:lnTo>
                      <a:pt x="73" y="30"/>
                    </a:lnTo>
                    <a:lnTo>
                      <a:pt x="75" y="30"/>
                    </a:lnTo>
                    <a:lnTo>
                      <a:pt x="75" y="30"/>
                    </a:lnTo>
                    <a:lnTo>
                      <a:pt x="78" y="30"/>
                    </a:lnTo>
                    <a:lnTo>
                      <a:pt x="78" y="30"/>
                    </a:lnTo>
                    <a:lnTo>
                      <a:pt x="78" y="30"/>
                    </a:lnTo>
                    <a:lnTo>
                      <a:pt x="78" y="30"/>
                    </a:lnTo>
                    <a:lnTo>
                      <a:pt x="80" y="30"/>
                    </a:lnTo>
                    <a:lnTo>
                      <a:pt x="80" y="30"/>
                    </a:lnTo>
                    <a:lnTo>
                      <a:pt x="80" y="33"/>
                    </a:lnTo>
                    <a:lnTo>
                      <a:pt x="80" y="33"/>
                    </a:lnTo>
                    <a:lnTo>
                      <a:pt x="80" y="33"/>
                    </a:lnTo>
                    <a:lnTo>
                      <a:pt x="80" y="35"/>
                    </a:lnTo>
                    <a:lnTo>
                      <a:pt x="80" y="35"/>
                    </a:lnTo>
                    <a:lnTo>
                      <a:pt x="80" y="35"/>
                    </a:lnTo>
                    <a:lnTo>
                      <a:pt x="80" y="35"/>
                    </a:lnTo>
                    <a:lnTo>
                      <a:pt x="80" y="37"/>
                    </a:lnTo>
                    <a:lnTo>
                      <a:pt x="82" y="37"/>
                    </a:lnTo>
                    <a:lnTo>
                      <a:pt x="82" y="37"/>
                    </a:lnTo>
                    <a:lnTo>
                      <a:pt x="85" y="37"/>
                    </a:lnTo>
                    <a:lnTo>
                      <a:pt x="85" y="37"/>
                    </a:lnTo>
                    <a:lnTo>
                      <a:pt x="85" y="37"/>
                    </a:lnTo>
                    <a:lnTo>
                      <a:pt x="85" y="37"/>
                    </a:lnTo>
                    <a:lnTo>
                      <a:pt x="85" y="37"/>
                    </a:lnTo>
                    <a:lnTo>
                      <a:pt x="87" y="37"/>
                    </a:lnTo>
                    <a:lnTo>
                      <a:pt x="87" y="37"/>
                    </a:lnTo>
                    <a:lnTo>
                      <a:pt x="87" y="40"/>
                    </a:lnTo>
                    <a:lnTo>
                      <a:pt x="87" y="40"/>
                    </a:lnTo>
                    <a:lnTo>
                      <a:pt x="89" y="40"/>
                    </a:lnTo>
                    <a:lnTo>
                      <a:pt x="89" y="42"/>
                    </a:lnTo>
                    <a:lnTo>
                      <a:pt x="89" y="42"/>
                    </a:lnTo>
                    <a:lnTo>
                      <a:pt x="89" y="42"/>
                    </a:lnTo>
                    <a:lnTo>
                      <a:pt x="89" y="42"/>
                    </a:lnTo>
                    <a:lnTo>
                      <a:pt x="89" y="45"/>
                    </a:lnTo>
                    <a:lnTo>
                      <a:pt x="92" y="45"/>
                    </a:lnTo>
                    <a:lnTo>
                      <a:pt x="92" y="45"/>
                    </a:lnTo>
                    <a:lnTo>
                      <a:pt x="92" y="45"/>
                    </a:lnTo>
                    <a:lnTo>
                      <a:pt x="92" y="45"/>
                    </a:lnTo>
                    <a:lnTo>
                      <a:pt x="94" y="45"/>
                    </a:lnTo>
                    <a:lnTo>
                      <a:pt x="94" y="47"/>
                    </a:lnTo>
                    <a:lnTo>
                      <a:pt x="94" y="47"/>
                    </a:lnTo>
                    <a:lnTo>
                      <a:pt x="97" y="47"/>
                    </a:lnTo>
                    <a:lnTo>
                      <a:pt x="97" y="47"/>
                    </a:lnTo>
                    <a:lnTo>
                      <a:pt x="97" y="47"/>
                    </a:lnTo>
                    <a:lnTo>
                      <a:pt x="99" y="47"/>
                    </a:lnTo>
                    <a:lnTo>
                      <a:pt x="99" y="47"/>
                    </a:lnTo>
                    <a:lnTo>
                      <a:pt x="99" y="47"/>
                    </a:lnTo>
                    <a:lnTo>
                      <a:pt x="99" y="47"/>
                    </a:lnTo>
                    <a:lnTo>
                      <a:pt x="99" y="47"/>
                    </a:lnTo>
                    <a:lnTo>
                      <a:pt x="101" y="47"/>
                    </a:lnTo>
                    <a:lnTo>
                      <a:pt x="101" y="49"/>
                    </a:lnTo>
                    <a:lnTo>
                      <a:pt x="101" y="49"/>
                    </a:lnTo>
                    <a:lnTo>
                      <a:pt x="101" y="49"/>
                    </a:lnTo>
                    <a:lnTo>
                      <a:pt x="104" y="49"/>
                    </a:lnTo>
                    <a:lnTo>
                      <a:pt x="104" y="52"/>
                    </a:lnTo>
                    <a:lnTo>
                      <a:pt x="104" y="52"/>
                    </a:lnTo>
                    <a:lnTo>
                      <a:pt x="104" y="52"/>
                    </a:lnTo>
                    <a:lnTo>
                      <a:pt x="104" y="54"/>
                    </a:lnTo>
                    <a:lnTo>
                      <a:pt x="104" y="54"/>
                    </a:lnTo>
                    <a:lnTo>
                      <a:pt x="104" y="54"/>
                    </a:lnTo>
                    <a:lnTo>
                      <a:pt x="106" y="54"/>
                    </a:lnTo>
                    <a:lnTo>
                      <a:pt x="106" y="56"/>
                    </a:lnTo>
                    <a:lnTo>
                      <a:pt x="106" y="56"/>
                    </a:lnTo>
                    <a:lnTo>
                      <a:pt x="106" y="56"/>
                    </a:lnTo>
                    <a:lnTo>
                      <a:pt x="106" y="56"/>
                    </a:lnTo>
                    <a:lnTo>
                      <a:pt x="106" y="56"/>
                    </a:lnTo>
                    <a:lnTo>
                      <a:pt x="108" y="56"/>
                    </a:lnTo>
                    <a:lnTo>
                      <a:pt x="108" y="59"/>
                    </a:lnTo>
                    <a:lnTo>
                      <a:pt x="108" y="59"/>
                    </a:lnTo>
                    <a:lnTo>
                      <a:pt x="106" y="59"/>
                    </a:lnTo>
                    <a:lnTo>
                      <a:pt x="106" y="61"/>
                    </a:lnTo>
                    <a:lnTo>
                      <a:pt x="108" y="61"/>
                    </a:lnTo>
                    <a:lnTo>
                      <a:pt x="108" y="61"/>
                    </a:lnTo>
                    <a:lnTo>
                      <a:pt x="108" y="64"/>
                    </a:lnTo>
                    <a:lnTo>
                      <a:pt x="108" y="64"/>
                    </a:lnTo>
                    <a:lnTo>
                      <a:pt x="108" y="66"/>
                    </a:lnTo>
                    <a:lnTo>
                      <a:pt x="108" y="66"/>
                    </a:lnTo>
                    <a:lnTo>
                      <a:pt x="108" y="66"/>
                    </a:lnTo>
                    <a:lnTo>
                      <a:pt x="108" y="68"/>
                    </a:lnTo>
                    <a:lnTo>
                      <a:pt x="106" y="68"/>
                    </a:lnTo>
                    <a:lnTo>
                      <a:pt x="106" y="68"/>
                    </a:lnTo>
                    <a:lnTo>
                      <a:pt x="106" y="71"/>
                    </a:lnTo>
                    <a:lnTo>
                      <a:pt x="106" y="71"/>
                    </a:lnTo>
                    <a:lnTo>
                      <a:pt x="106" y="71"/>
                    </a:lnTo>
                    <a:lnTo>
                      <a:pt x="106" y="73"/>
                    </a:lnTo>
                    <a:lnTo>
                      <a:pt x="106" y="73"/>
                    </a:lnTo>
                    <a:lnTo>
                      <a:pt x="106" y="73"/>
                    </a:lnTo>
                    <a:lnTo>
                      <a:pt x="108" y="73"/>
                    </a:lnTo>
                    <a:lnTo>
                      <a:pt x="108" y="73"/>
                    </a:lnTo>
                    <a:lnTo>
                      <a:pt x="111" y="73"/>
                    </a:lnTo>
                    <a:lnTo>
                      <a:pt x="111" y="73"/>
                    </a:lnTo>
                    <a:lnTo>
                      <a:pt x="111" y="73"/>
                    </a:lnTo>
                    <a:lnTo>
                      <a:pt x="113" y="73"/>
                    </a:lnTo>
                    <a:lnTo>
                      <a:pt x="113" y="75"/>
                    </a:lnTo>
                    <a:lnTo>
                      <a:pt x="113" y="75"/>
                    </a:lnTo>
                    <a:lnTo>
                      <a:pt x="113" y="75"/>
                    </a:lnTo>
                    <a:lnTo>
                      <a:pt x="116" y="75"/>
                    </a:lnTo>
                    <a:lnTo>
                      <a:pt x="116" y="75"/>
                    </a:lnTo>
                    <a:lnTo>
                      <a:pt x="116" y="75"/>
                    </a:lnTo>
                    <a:lnTo>
                      <a:pt x="118" y="75"/>
                    </a:lnTo>
                    <a:lnTo>
                      <a:pt x="118" y="75"/>
                    </a:lnTo>
                    <a:lnTo>
                      <a:pt x="118" y="75"/>
                    </a:lnTo>
                    <a:lnTo>
                      <a:pt x="120" y="75"/>
                    </a:lnTo>
                    <a:lnTo>
                      <a:pt x="120" y="75"/>
                    </a:lnTo>
                    <a:lnTo>
                      <a:pt x="120" y="75"/>
                    </a:lnTo>
                    <a:lnTo>
                      <a:pt x="123" y="75"/>
                    </a:lnTo>
                    <a:lnTo>
                      <a:pt x="123" y="75"/>
                    </a:lnTo>
                    <a:lnTo>
                      <a:pt x="123" y="78"/>
                    </a:lnTo>
                    <a:lnTo>
                      <a:pt x="123" y="78"/>
                    </a:lnTo>
                    <a:lnTo>
                      <a:pt x="123" y="78"/>
                    </a:lnTo>
                    <a:lnTo>
                      <a:pt x="125" y="78"/>
                    </a:lnTo>
                    <a:lnTo>
                      <a:pt x="125" y="80"/>
                    </a:lnTo>
                    <a:lnTo>
                      <a:pt x="125" y="80"/>
                    </a:lnTo>
                    <a:lnTo>
                      <a:pt x="125" y="80"/>
                    </a:lnTo>
                    <a:lnTo>
                      <a:pt x="125" y="80"/>
                    </a:lnTo>
                    <a:lnTo>
                      <a:pt x="127" y="80"/>
                    </a:lnTo>
                    <a:lnTo>
                      <a:pt x="127" y="80"/>
                    </a:lnTo>
                    <a:lnTo>
                      <a:pt x="127" y="82"/>
                    </a:lnTo>
                    <a:lnTo>
                      <a:pt x="130" y="82"/>
                    </a:lnTo>
                    <a:lnTo>
                      <a:pt x="130" y="82"/>
                    </a:lnTo>
                    <a:lnTo>
                      <a:pt x="130" y="82"/>
                    </a:lnTo>
                    <a:lnTo>
                      <a:pt x="130" y="82"/>
                    </a:lnTo>
                    <a:lnTo>
                      <a:pt x="132" y="82"/>
                    </a:lnTo>
                    <a:lnTo>
                      <a:pt x="132" y="85"/>
                    </a:lnTo>
                    <a:lnTo>
                      <a:pt x="132" y="85"/>
                    </a:lnTo>
                    <a:lnTo>
                      <a:pt x="132" y="85"/>
                    </a:lnTo>
                    <a:lnTo>
                      <a:pt x="134" y="85"/>
                    </a:lnTo>
                    <a:lnTo>
                      <a:pt x="134" y="85"/>
                    </a:lnTo>
                    <a:lnTo>
                      <a:pt x="134" y="85"/>
                    </a:lnTo>
                    <a:lnTo>
                      <a:pt x="137" y="85"/>
                    </a:lnTo>
                    <a:lnTo>
                      <a:pt x="137" y="85"/>
                    </a:lnTo>
                    <a:lnTo>
                      <a:pt x="137" y="85"/>
                    </a:lnTo>
                    <a:lnTo>
                      <a:pt x="139" y="85"/>
                    </a:lnTo>
                    <a:lnTo>
                      <a:pt x="139" y="85"/>
                    </a:lnTo>
                    <a:lnTo>
                      <a:pt x="139" y="85"/>
                    </a:lnTo>
                    <a:lnTo>
                      <a:pt x="139" y="85"/>
                    </a:lnTo>
                    <a:lnTo>
                      <a:pt x="139" y="85"/>
                    </a:lnTo>
                    <a:lnTo>
                      <a:pt x="142" y="85"/>
                    </a:lnTo>
                    <a:lnTo>
                      <a:pt x="142" y="85"/>
                    </a:lnTo>
                    <a:lnTo>
                      <a:pt x="142" y="87"/>
                    </a:lnTo>
                    <a:lnTo>
                      <a:pt x="144" y="87"/>
                    </a:lnTo>
                    <a:lnTo>
                      <a:pt x="144" y="87"/>
                    </a:lnTo>
                    <a:lnTo>
                      <a:pt x="144" y="87"/>
                    </a:lnTo>
                    <a:lnTo>
                      <a:pt x="144" y="87"/>
                    </a:lnTo>
                    <a:lnTo>
                      <a:pt x="146" y="87"/>
                    </a:lnTo>
                    <a:lnTo>
                      <a:pt x="146" y="87"/>
                    </a:lnTo>
                    <a:lnTo>
                      <a:pt x="146" y="87"/>
                    </a:lnTo>
                    <a:lnTo>
                      <a:pt x="146" y="90"/>
                    </a:lnTo>
                    <a:lnTo>
                      <a:pt x="146" y="90"/>
                    </a:lnTo>
                    <a:lnTo>
                      <a:pt x="146" y="90"/>
                    </a:lnTo>
                    <a:lnTo>
                      <a:pt x="146" y="92"/>
                    </a:lnTo>
                    <a:lnTo>
                      <a:pt x="149" y="92"/>
                    </a:lnTo>
                    <a:lnTo>
                      <a:pt x="149" y="92"/>
                    </a:lnTo>
                    <a:lnTo>
                      <a:pt x="149" y="94"/>
                    </a:lnTo>
                    <a:lnTo>
                      <a:pt x="149" y="94"/>
                    </a:lnTo>
                    <a:lnTo>
                      <a:pt x="151" y="94"/>
                    </a:lnTo>
                    <a:lnTo>
                      <a:pt x="151" y="94"/>
                    </a:lnTo>
                    <a:lnTo>
                      <a:pt x="151" y="94"/>
                    </a:lnTo>
                    <a:lnTo>
                      <a:pt x="151" y="97"/>
                    </a:lnTo>
                    <a:lnTo>
                      <a:pt x="151" y="97"/>
                    </a:lnTo>
                    <a:lnTo>
                      <a:pt x="151" y="97"/>
                    </a:lnTo>
                    <a:lnTo>
                      <a:pt x="151" y="97"/>
                    </a:lnTo>
                    <a:lnTo>
                      <a:pt x="151" y="99"/>
                    </a:lnTo>
                    <a:lnTo>
                      <a:pt x="151" y="99"/>
                    </a:lnTo>
                    <a:lnTo>
                      <a:pt x="151" y="101"/>
                    </a:lnTo>
                    <a:lnTo>
                      <a:pt x="151" y="101"/>
                    </a:lnTo>
                    <a:lnTo>
                      <a:pt x="151" y="104"/>
                    </a:lnTo>
                    <a:lnTo>
                      <a:pt x="151" y="104"/>
                    </a:lnTo>
                    <a:lnTo>
                      <a:pt x="151" y="104"/>
                    </a:lnTo>
                    <a:lnTo>
                      <a:pt x="151" y="106"/>
                    </a:lnTo>
                    <a:lnTo>
                      <a:pt x="151" y="106"/>
                    </a:lnTo>
                    <a:lnTo>
                      <a:pt x="149" y="106"/>
                    </a:lnTo>
                    <a:lnTo>
                      <a:pt x="149" y="106"/>
                    </a:lnTo>
                    <a:lnTo>
                      <a:pt x="146" y="106"/>
                    </a:lnTo>
                    <a:lnTo>
                      <a:pt x="146" y="106"/>
                    </a:lnTo>
                    <a:lnTo>
                      <a:pt x="146" y="106"/>
                    </a:lnTo>
                    <a:lnTo>
                      <a:pt x="146" y="106"/>
                    </a:lnTo>
                    <a:lnTo>
                      <a:pt x="146" y="106"/>
                    </a:lnTo>
                    <a:lnTo>
                      <a:pt x="146" y="106"/>
                    </a:lnTo>
                    <a:lnTo>
                      <a:pt x="144" y="106"/>
                    </a:lnTo>
                    <a:lnTo>
                      <a:pt x="144" y="106"/>
                    </a:lnTo>
                    <a:lnTo>
                      <a:pt x="144" y="106"/>
                    </a:lnTo>
                    <a:lnTo>
                      <a:pt x="142" y="106"/>
                    </a:lnTo>
                    <a:lnTo>
                      <a:pt x="142" y="106"/>
                    </a:lnTo>
                    <a:lnTo>
                      <a:pt x="139" y="106"/>
                    </a:lnTo>
                    <a:lnTo>
                      <a:pt x="139" y="106"/>
                    </a:lnTo>
                    <a:lnTo>
                      <a:pt x="139" y="106"/>
                    </a:lnTo>
                    <a:lnTo>
                      <a:pt x="137" y="106"/>
                    </a:lnTo>
                    <a:lnTo>
                      <a:pt x="137" y="106"/>
                    </a:lnTo>
                    <a:lnTo>
                      <a:pt x="137" y="106"/>
                    </a:lnTo>
                    <a:lnTo>
                      <a:pt x="137" y="106"/>
                    </a:lnTo>
                    <a:lnTo>
                      <a:pt x="134" y="106"/>
                    </a:lnTo>
                    <a:lnTo>
                      <a:pt x="134" y="106"/>
                    </a:lnTo>
                    <a:lnTo>
                      <a:pt x="134" y="106"/>
                    </a:lnTo>
                    <a:lnTo>
                      <a:pt x="132" y="106"/>
                    </a:lnTo>
                    <a:lnTo>
                      <a:pt x="132" y="106"/>
                    </a:lnTo>
                    <a:lnTo>
                      <a:pt x="132" y="106"/>
                    </a:lnTo>
                    <a:lnTo>
                      <a:pt x="132" y="109"/>
                    </a:lnTo>
                    <a:lnTo>
                      <a:pt x="132" y="109"/>
                    </a:lnTo>
                    <a:lnTo>
                      <a:pt x="132" y="111"/>
                    </a:lnTo>
                    <a:lnTo>
                      <a:pt x="132" y="111"/>
                    </a:lnTo>
                    <a:lnTo>
                      <a:pt x="132" y="111"/>
                    </a:lnTo>
                    <a:lnTo>
                      <a:pt x="132" y="113"/>
                    </a:lnTo>
                    <a:lnTo>
                      <a:pt x="134" y="113"/>
                    </a:lnTo>
                    <a:lnTo>
                      <a:pt x="134" y="113"/>
                    </a:lnTo>
                    <a:lnTo>
                      <a:pt x="134" y="113"/>
                    </a:lnTo>
                    <a:lnTo>
                      <a:pt x="134" y="116"/>
                    </a:lnTo>
                    <a:lnTo>
                      <a:pt x="134" y="116"/>
                    </a:lnTo>
                    <a:lnTo>
                      <a:pt x="137" y="116"/>
                    </a:lnTo>
                    <a:lnTo>
                      <a:pt x="137" y="116"/>
                    </a:lnTo>
                    <a:lnTo>
                      <a:pt x="137" y="118"/>
                    </a:lnTo>
                    <a:lnTo>
                      <a:pt x="137" y="118"/>
                    </a:lnTo>
                    <a:lnTo>
                      <a:pt x="137" y="118"/>
                    </a:lnTo>
                    <a:lnTo>
                      <a:pt x="137" y="120"/>
                    </a:lnTo>
                    <a:lnTo>
                      <a:pt x="137" y="120"/>
                    </a:lnTo>
                    <a:lnTo>
                      <a:pt x="137" y="123"/>
                    </a:lnTo>
                    <a:lnTo>
                      <a:pt x="137" y="123"/>
                    </a:lnTo>
                    <a:lnTo>
                      <a:pt x="139" y="123"/>
                    </a:lnTo>
                    <a:lnTo>
                      <a:pt x="139" y="123"/>
                    </a:lnTo>
                    <a:lnTo>
                      <a:pt x="139" y="123"/>
                    </a:lnTo>
                    <a:lnTo>
                      <a:pt x="139" y="125"/>
                    </a:lnTo>
                    <a:lnTo>
                      <a:pt x="139" y="12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75"/>
              <p:cNvSpPr>
                <a:spLocks/>
              </p:cNvSpPr>
              <p:nvPr/>
            </p:nvSpPr>
            <p:spPr bwMode="auto">
              <a:xfrm>
                <a:off x="3413" y="2412"/>
                <a:ext cx="29" cy="35"/>
              </a:xfrm>
              <a:custGeom>
                <a:avLst/>
                <a:gdLst/>
                <a:ahLst/>
                <a:cxnLst>
                  <a:cxn ang="0">
                    <a:pos x="14" y="0"/>
                  </a:cxn>
                  <a:cxn ang="0">
                    <a:pos x="19" y="0"/>
                  </a:cxn>
                  <a:cxn ang="0">
                    <a:pos x="22" y="0"/>
                  </a:cxn>
                  <a:cxn ang="0">
                    <a:pos x="22" y="2"/>
                  </a:cxn>
                  <a:cxn ang="0">
                    <a:pos x="24" y="5"/>
                  </a:cxn>
                  <a:cxn ang="0">
                    <a:pos x="24" y="7"/>
                  </a:cxn>
                  <a:cxn ang="0">
                    <a:pos x="26" y="9"/>
                  </a:cxn>
                  <a:cxn ang="0">
                    <a:pos x="29" y="9"/>
                  </a:cxn>
                  <a:cxn ang="0">
                    <a:pos x="29" y="12"/>
                  </a:cxn>
                  <a:cxn ang="0">
                    <a:pos x="26" y="12"/>
                  </a:cxn>
                  <a:cxn ang="0">
                    <a:pos x="26" y="16"/>
                  </a:cxn>
                  <a:cxn ang="0">
                    <a:pos x="26" y="19"/>
                  </a:cxn>
                  <a:cxn ang="0">
                    <a:pos x="29" y="21"/>
                  </a:cxn>
                  <a:cxn ang="0">
                    <a:pos x="29" y="24"/>
                  </a:cxn>
                  <a:cxn ang="0">
                    <a:pos x="26" y="24"/>
                  </a:cxn>
                  <a:cxn ang="0">
                    <a:pos x="26" y="26"/>
                  </a:cxn>
                  <a:cxn ang="0">
                    <a:pos x="26" y="31"/>
                  </a:cxn>
                  <a:cxn ang="0">
                    <a:pos x="24" y="31"/>
                  </a:cxn>
                  <a:cxn ang="0">
                    <a:pos x="22" y="31"/>
                  </a:cxn>
                  <a:cxn ang="0">
                    <a:pos x="19" y="33"/>
                  </a:cxn>
                  <a:cxn ang="0">
                    <a:pos x="19" y="35"/>
                  </a:cxn>
                  <a:cxn ang="0">
                    <a:pos x="17" y="33"/>
                  </a:cxn>
                  <a:cxn ang="0">
                    <a:pos x="14" y="33"/>
                  </a:cxn>
                  <a:cxn ang="0">
                    <a:pos x="14" y="31"/>
                  </a:cxn>
                  <a:cxn ang="0">
                    <a:pos x="17" y="31"/>
                  </a:cxn>
                  <a:cxn ang="0">
                    <a:pos x="14" y="28"/>
                  </a:cxn>
                  <a:cxn ang="0">
                    <a:pos x="14" y="26"/>
                  </a:cxn>
                  <a:cxn ang="0">
                    <a:pos x="12" y="24"/>
                  </a:cxn>
                  <a:cxn ang="0">
                    <a:pos x="12" y="24"/>
                  </a:cxn>
                  <a:cxn ang="0">
                    <a:pos x="12" y="21"/>
                  </a:cxn>
                  <a:cxn ang="0">
                    <a:pos x="12" y="19"/>
                  </a:cxn>
                  <a:cxn ang="0">
                    <a:pos x="10" y="16"/>
                  </a:cxn>
                  <a:cxn ang="0">
                    <a:pos x="10" y="14"/>
                  </a:cxn>
                  <a:cxn ang="0">
                    <a:pos x="10" y="12"/>
                  </a:cxn>
                  <a:cxn ang="0">
                    <a:pos x="7" y="9"/>
                  </a:cxn>
                  <a:cxn ang="0">
                    <a:pos x="7" y="9"/>
                  </a:cxn>
                  <a:cxn ang="0">
                    <a:pos x="5" y="7"/>
                  </a:cxn>
                  <a:cxn ang="0">
                    <a:pos x="5" y="5"/>
                  </a:cxn>
                  <a:cxn ang="0">
                    <a:pos x="3" y="2"/>
                  </a:cxn>
                  <a:cxn ang="0">
                    <a:pos x="0" y="2"/>
                  </a:cxn>
                  <a:cxn ang="0">
                    <a:pos x="0" y="0"/>
                  </a:cxn>
                  <a:cxn ang="0">
                    <a:pos x="3" y="0"/>
                  </a:cxn>
                  <a:cxn ang="0">
                    <a:pos x="5" y="0"/>
                  </a:cxn>
                  <a:cxn ang="0">
                    <a:pos x="7" y="0"/>
                  </a:cxn>
                  <a:cxn ang="0">
                    <a:pos x="10" y="0"/>
                  </a:cxn>
                  <a:cxn ang="0">
                    <a:pos x="12" y="0"/>
                  </a:cxn>
                  <a:cxn ang="0">
                    <a:pos x="14" y="0"/>
                  </a:cxn>
                </a:cxnLst>
                <a:rect l="0" t="0" r="r" b="b"/>
                <a:pathLst>
                  <a:path w="29" h="35">
                    <a:moveTo>
                      <a:pt x="14" y="0"/>
                    </a:moveTo>
                    <a:lnTo>
                      <a:pt x="14" y="0"/>
                    </a:lnTo>
                    <a:lnTo>
                      <a:pt x="14" y="0"/>
                    </a:lnTo>
                    <a:lnTo>
                      <a:pt x="17" y="0"/>
                    </a:lnTo>
                    <a:lnTo>
                      <a:pt x="17" y="0"/>
                    </a:lnTo>
                    <a:lnTo>
                      <a:pt x="19" y="0"/>
                    </a:lnTo>
                    <a:lnTo>
                      <a:pt x="19" y="0"/>
                    </a:lnTo>
                    <a:lnTo>
                      <a:pt x="19" y="0"/>
                    </a:lnTo>
                    <a:lnTo>
                      <a:pt x="22" y="0"/>
                    </a:lnTo>
                    <a:lnTo>
                      <a:pt x="22" y="2"/>
                    </a:lnTo>
                    <a:lnTo>
                      <a:pt x="22" y="2"/>
                    </a:lnTo>
                    <a:lnTo>
                      <a:pt x="22" y="2"/>
                    </a:lnTo>
                    <a:lnTo>
                      <a:pt x="22" y="2"/>
                    </a:lnTo>
                    <a:lnTo>
                      <a:pt x="22" y="5"/>
                    </a:lnTo>
                    <a:lnTo>
                      <a:pt x="24" y="5"/>
                    </a:lnTo>
                    <a:lnTo>
                      <a:pt x="24" y="5"/>
                    </a:lnTo>
                    <a:lnTo>
                      <a:pt x="24" y="5"/>
                    </a:lnTo>
                    <a:lnTo>
                      <a:pt x="24" y="7"/>
                    </a:lnTo>
                    <a:lnTo>
                      <a:pt x="26" y="7"/>
                    </a:lnTo>
                    <a:lnTo>
                      <a:pt x="26" y="7"/>
                    </a:lnTo>
                    <a:lnTo>
                      <a:pt x="26" y="9"/>
                    </a:lnTo>
                    <a:lnTo>
                      <a:pt x="26" y="9"/>
                    </a:lnTo>
                    <a:lnTo>
                      <a:pt x="26" y="9"/>
                    </a:lnTo>
                    <a:lnTo>
                      <a:pt x="29" y="9"/>
                    </a:lnTo>
                    <a:lnTo>
                      <a:pt x="29" y="9"/>
                    </a:lnTo>
                    <a:lnTo>
                      <a:pt x="29" y="9"/>
                    </a:lnTo>
                    <a:lnTo>
                      <a:pt x="29" y="12"/>
                    </a:lnTo>
                    <a:lnTo>
                      <a:pt x="26" y="12"/>
                    </a:lnTo>
                    <a:lnTo>
                      <a:pt x="26" y="12"/>
                    </a:lnTo>
                    <a:lnTo>
                      <a:pt x="26" y="12"/>
                    </a:lnTo>
                    <a:lnTo>
                      <a:pt x="26" y="14"/>
                    </a:lnTo>
                    <a:lnTo>
                      <a:pt x="26" y="14"/>
                    </a:lnTo>
                    <a:lnTo>
                      <a:pt x="26" y="16"/>
                    </a:lnTo>
                    <a:lnTo>
                      <a:pt x="26" y="16"/>
                    </a:lnTo>
                    <a:lnTo>
                      <a:pt x="26" y="19"/>
                    </a:lnTo>
                    <a:lnTo>
                      <a:pt x="26" y="19"/>
                    </a:lnTo>
                    <a:lnTo>
                      <a:pt x="26" y="19"/>
                    </a:lnTo>
                    <a:lnTo>
                      <a:pt x="26" y="21"/>
                    </a:lnTo>
                    <a:lnTo>
                      <a:pt x="29" y="21"/>
                    </a:lnTo>
                    <a:lnTo>
                      <a:pt x="29" y="21"/>
                    </a:lnTo>
                    <a:lnTo>
                      <a:pt x="29" y="21"/>
                    </a:lnTo>
                    <a:lnTo>
                      <a:pt x="29" y="24"/>
                    </a:lnTo>
                    <a:lnTo>
                      <a:pt x="26" y="24"/>
                    </a:lnTo>
                    <a:lnTo>
                      <a:pt x="26" y="24"/>
                    </a:lnTo>
                    <a:lnTo>
                      <a:pt x="26" y="24"/>
                    </a:lnTo>
                    <a:lnTo>
                      <a:pt x="26" y="26"/>
                    </a:lnTo>
                    <a:lnTo>
                      <a:pt x="26" y="26"/>
                    </a:lnTo>
                    <a:lnTo>
                      <a:pt x="26" y="26"/>
                    </a:lnTo>
                    <a:lnTo>
                      <a:pt x="26" y="28"/>
                    </a:lnTo>
                    <a:lnTo>
                      <a:pt x="26" y="28"/>
                    </a:lnTo>
                    <a:lnTo>
                      <a:pt x="26" y="31"/>
                    </a:lnTo>
                    <a:lnTo>
                      <a:pt x="24" y="31"/>
                    </a:lnTo>
                    <a:lnTo>
                      <a:pt x="24" y="31"/>
                    </a:lnTo>
                    <a:lnTo>
                      <a:pt x="24" y="31"/>
                    </a:lnTo>
                    <a:lnTo>
                      <a:pt x="24" y="31"/>
                    </a:lnTo>
                    <a:lnTo>
                      <a:pt x="22" y="31"/>
                    </a:lnTo>
                    <a:lnTo>
                      <a:pt x="22" y="31"/>
                    </a:lnTo>
                    <a:lnTo>
                      <a:pt x="22" y="33"/>
                    </a:lnTo>
                    <a:lnTo>
                      <a:pt x="22" y="33"/>
                    </a:lnTo>
                    <a:lnTo>
                      <a:pt x="19" y="33"/>
                    </a:lnTo>
                    <a:lnTo>
                      <a:pt x="19" y="33"/>
                    </a:lnTo>
                    <a:lnTo>
                      <a:pt x="19" y="33"/>
                    </a:lnTo>
                    <a:lnTo>
                      <a:pt x="19" y="35"/>
                    </a:lnTo>
                    <a:lnTo>
                      <a:pt x="19" y="35"/>
                    </a:lnTo>
                    <a:lnTo>
                      <a:pt x="17" y="35"/>
                    </a:lnTo>
                    <a:lnTo>
                      <a:pt x="17" y="33"/>
                    </a:lnTo>
                    <a:lnTo>
                      <a:pt x="17" y="33"/>
                    </a:lnTo>
                    <a:lnTo>
                      <a:pt x="14" y="33"/>
                    </a:lnTo>
                    <a:lnTo>
                      <a:pt x="14" y="33"/>
                    </a:lnTo>
                    <a:lnTo>
                      <a:pt x="14" y="33"/>
                    </a:lnTo>
                    <a:lnTo>
                      <a:pt x="14" y="31"/>
                    </a:lnTo>
                    <a:lnTo>
                      <a:pt x="14" y="31"/>
                    </a:lnTo>
                    <a:lnTo>
                      <a:pt x="14" y="31"/>
                    </a:lnTo>
                    <a:lnTo>
                      <a:pt x="17" y="31"/>
                    </a:lnTo>
                    <a:lnTo>
                      <a:pt x="17" y="31"/>
                    </a:lnTo>
                    <a:lnTo>
                      <a:pt x="14" y="31"/>
                    </a:lnTo>
                    <a:lnTo>
                      <a:pt x="14" y="28"/>
                    </a:lnTo>
                    <a:lnTo>
                      <a:pt x="14" y="28"/>
                    </a:lnTo>
                    <a:lnTo>
                      <a:pt x="14" y="28"/>
                    </a:lnTo>
                    <a:lnTo>
                      <a:pt x="14" y="28"/>
                    </a:lnTo>
                    <a:lnTo>
                      <a:pt x="14" y="26"/>
                    </a:lnTo>
                    <a:lnTo>
                      <a:pt x="14" y="26"/>
                    </a:lnTo>
                    <a:lnTo>
                      <a:pt x="12" y="26"/>
                    </a:lnTo>
                    <a:lnTo>
                      <a:pt x="12" y="24"/>
                    </a:lnTo>
                    <a:lnTo>
                      <a:pt x="14" y="24"/>
                    </a:lnTo>
                    <a:lnTo>
                      <a:pt x="14" y="24"/>
                    </a:lnTo>
                    <a:lnTo>
                      <a:pt x="12" y="24"/>
                    </a:lnTo>
                    <a:lnTo>
                      <a:pt x="12" y="21"/>
                    </a:lnTo>
                    <a:lnTo>
                      <a:pt x="12" y="21"/>
                    </a:lnTo>
                    <a:lnTo>
                      <a:pt x="12" y="21"/>
                    </a:lnTo>
                    <a:lnTo>
                      <a:pt x="12" y="21"/>
                    </a:lnTo>
                    <a:lnTo>
                      <a:pt x="12" y="21"/>
                    </a:lnTo>
                    <a:lnTo>
                      <a:pt x="12" y="19"/>
                    </a:lnTo>
                    <a:lnTo>
                      <a:pt x="10" y="19"/>
                    </a:lnTo>
                    <a:lnTo>
                      <a:pt x="10" y="19"/>
                    </a:lnTo>
                    <a:lnTo>
                      <a:pt x="10" y="16"/>
                    </a:lnTo>
                    <a:lnTo>
                      <a:pt x="10" y="16"/>
                    </a:lnTo>
                    <a:lnTo>
                      <a:pt x="10" y="14"/>
                    </a:lnTo>
                    <a:lnTo>
                      <a:pt x="10" y="14"/>
                    </a:lnTo>
                    <a:lnTo>
                      <a:pt x="10" y="12"/>
                    </a:lnTo>
                    <a:lnTo>
                      <a:pt x="10" y="12"/>
                    </a:lnTo>
                    <a:lnTo>
                      <a:pt x="10" y="12"/>
                    </a:lnTo>
                    <a:lnTo>
                      <a:pt x="10" y="9"/>
                    </a:lnTo>
                    <a:lnTo>
                      <a:pt x="7" y="9"/>
                    </a:lnTo>
                    <a:lnTo>
                      <a:pt x="7" y="9"/>
                    </a:lnTo>
                    <a:lnTo>
                      <a:pt x="7" y="9"/>
                    </a:lnTo>
                    <a:lnTo>
                      <a:pt x="7" y="9"/>
                    </a:lnTo>
                    <a:lnTo>
                      <a:pt x="7" y="9"/>
                    </a:lnTo>
                    <a:lnTo>
                      <a:pt x="7" y="7"/>
                    </a:lnTo>
                    <a:lnTo>
                      <a:pt x="5" y="7"/>
                    </a:lnTo>
                    <a:lnTo>
                      <a:pt x="5" y="7"/>
                    </a:lnTo>
                    <a:lnTo>
                      <a:pt x="5" y="7"/>
                    </a:lnTo>
                    <a:lnTo>
                      <a:pt x="5" y="7"/>
                    </a:lnTo>
                    <a:lnTo>
                      <a:pt x="5" y="5"/>
                    </a:lnTo>
                    <a:lnTo>
                      <a:pt x="5" y="5"/>
                    </a:lnTo>
                    <a:lnTo>
                      <a:pt x="5" y="2"/>
                    </a:lnTo>
                    <a:lnTo>
                      <a:pt x="3" y="2"/>
                    </a:lnTo>
                    <a:lnTo>
                      <a:pt x="3" y="2"/>
                    </a:lnTo>
                    <a:lnTo>
                      <a:pt x="0" y="2"/>
                    </a:lnTo>
                    <a:lnTo>
                      <a:pt x="0" y="2"/>
                    </a:lnTo>
                    <a:lnTo>
                      <a:pt x="0" y="2"/>
                    </a:lnTo>
                    <a:lnTo>
                      <a:pt x="0" y="0"/>
                    </a:lnTo>
                    <a:lnTo>
                      <a:pt x="0" y="0"/>
                    </a:lnTo>
                    <a:lnTo>
                      <a:pt x="0" y="0"/>
                    </a:lnTo>
                    <a:lnTo>
                      <a:pt x="0" y="0"/>
                    </a:lnTo>
                    <a:lnTo>
                      <a:pt x="3" y="0"/>
                    </a:lnTo>
                    <a:lnTo>
                      <a:pt x="3" y="0"/>
                    </a:lnTo>
                    <a:lnTo>
                      <a:pt x="5" y="0"/>
                    </a:lnTo>
                    <a:lnTo>
                      <a:pt x="5" y="0"/>
                    </a:lnTo>
                    <a:lnTo>
                      <a:pt x="5" y="0"/>
                    </a:lnTo>
                    <a:lnTo>
                      <a:pt x="7" y="0"/>
                    </a:lnTo>
                    <a:lnTo>
                      <a:pt x="7" y="0"/>
                    </a:lnTo>
                    <a:lnTo>
                      <a:pt x="7" y="0"/>
                    </a:lnTo>
                    <a:lnTo>
                      <a:pt x="7" y="0"/>
                    </a:lnTo>
                    <a:lnTo>
                      <a:pt x="10" y="0"/>
                    </a:lnTo>
                    <a:lnTo>
                      <a:pt x="10" y="0"/>
                    </a:lnTo>
                    <a:lnTo>
                      <a:pt x="12" y="0"/>
                    </a:lnTo>
                    <a:lnTo>
                      <a:pt x="12" y="0"/>
                    </a:lnTo>
                    <a:lnTo>
                      <a:pt x="12" y="0"/>
                    </a:lnTo>
                    <a:lnTo>
                      <a:pt x="12" y="0"/>
                    </a:lnTo>
                    <a:lnTo>
                      <a:pt x="14" y="0"/>
                    </a:lnTo>
                    <a:lnTo>
                      <a:pt x="14" y="0"/>
                    </a:lnTo>
                    <a:lnTo>
                      <a:pt x="14"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76"/>
              <p:cNvSpPr>
                <a:spLocks/>
              </p:cNvSpPr>
              <p:nvPr/>
            </p:nvSpPr>
            <p:spPr bwMode="auto">
              <a:xfrm>
                <a:off x="3413" y="2412"/>
                <a:ext cx="29" cy="35"/>
              </a:xfrm>
              <a:custGeom>
                <a:avLst/>
                <a:gdLst/>
                <a:ahLst/>
                <a:cxnLst>
                  <a:cxn ang="0">
                    <a:pos x="14" y="0"/>
                  </a:cxn>
                  <a:cxn ang="0">
                    <a:pos x="19" y="0"/>
                  </a:cxn>
                  <a:cxn ang="0">
                    <a:pos x="22" y="0"/>
                  </a:cxn>
                  <a:cxn ang="0">
                    <a:pos x="22" y="2"/>
                  </a:cxn>
                  <a:cxn ang="0">
                    <a:pos x="24" y="5"/>
                  </a:cxn>
                  <a:cxn ang="0">
                    <a:pos x="24" y="7"/>
                  </a:cxn>
                  <a:cxn ang="0">
                    <a:pos x="26" y="9"/>
                  </a:cxn>
                  <a:cxn ang="0">
                    <a:pos x="29" y="9"/>
                  </a:cxn>
                  <a:cxn ang="0">
                    <a:pos x="29" y="12"/>
                  </a:cxn>
                  <a:cxn ang="0">
                    <a:pos x="26" y="12"/>
                  </a:cxn>
                  <a:cxn ang="0">
                    <a:pos x="26" y="16"/>
                  </a:cxn>
                  <a:cxn ang="0">
                    <a:pos x="26" y="19"/>
                  </a:cxn>
                  <a:cxn ang="0">
                    <a:pos x="29" y="21"/>
                  </a:cxn>
                  <a:cxn ang="0">
                    <a:pos x="29" y="24"/>
                  </a:cxn>
                  <a:cxn ang="0">
                    <a:pos x="26" y="24"/>
                  </a:cxn>
                  <a:cxn ang="0">
                    <a:pos x="26" y="26"/>
                  </a:cxn>
                  <a:cxn ang="0">
                    <a:pos x="26" y="31"/>
                  </a:cxn>
                  <a:cxn ang="0">
                    <a:pos x="24" y="31"/>
                  </a:cxn>
                  <a:cxn ang="0">
                    <a:pos x="22" y="31"/>
                  </a:cxn>
                  <a:cxn ang="0">
                    <a:pos x="19" y="33"/>
                  </a:cxn>
                  <a:cxn ang="0">
                    <a:pos x="19" y="35"/>
                  </a:cxn>
                  <a:cxn ang="0">
                    <a:pos x="17" y="33"/>
                  </a:cxn>
                  <a:cxn ang="0">
                    <a:pos x="14" y="33"/>
                  </a:cxn>
                  <a:cxn ang="0">
                    <a:pos x="14" y="31"/>
                  </a:cxn>
                  <a:cxn ang="0">
                    <a:pos x="17" y="31"/>
                  </a:cxn>
                  <a:cxn ang="0">
                    <a:pos x="14" y="28"/>
                  </a:cxn>
                  <a:cxn ang="0">
                    <a:pos x="14" y="26"/>
                  </a:cxn>
                  <a:cxn ang="0">
                    <a:pos x="12" y="24"/>
                  </a:cxn>
                  <a:cxn ang="0">
                    <a:pos x="12" y="24"/>
                  </a:cxn>
                  <a:cxn ang="0">
                    <a:pos x="12" y="21"/>
                  </a:cxn>
                  <a:cxn ang="0">
                    <a:pos x="12" y="19"/>
                  </a:cxn>
                  <a:cxn ang="0">
                    <a:pos x="10" y="16"/>
                  </a:cxn>
                  <a:cxn ang="0">
                    <a:pos x="10" y="14"/>
                  </a:cxn>
                  <a:cxn ang="0">
                    <a:pos x="10" y="12"/>
                  </a:cxn>
                  <a:cxn ang="0">
                    <a:pos x="7" y="9"/>
                  </a:cxn>
                  <a:cxn ang="0">
                    <a:pos x="7" y="9"/>
                  </a:cxn>
                  <a:cxn ang="0">
                    <a:pos x="5" y="7"/>
                  </a:cxn>
                  <a:cxn ang="0">
                    <a:pos x="5" y="5"/>
                  </a:cxn>
                  <a:cxn ang="0">
                    <a:pos x="3" y="2"/>
                  </a:cxn>
                  <a:cxn ang="0">
                    <a:pos x="0" y="2"/>
                  </a:cxn>
                  <a:cxn ang="0">
                    <a:pos x="0" y="0"/>
                  </a:cxn>
                  <a:cxn ang="0">
                    <a:pos x="3" y="0"/>
                  </a:cxn>
                  <a:cxn ang="0">
                    <a:pos x="5" y="0"/>
                  </a:cxn>
                  <a:cxn ang="0">
                    <a:pos x="7" y="0"/>
                  </a:cxn>
                  <a:cxn ang="0">
                    <a:pos x="10" y="0"/>
                  </a:cxn>
                  <a:cxn ang="0">
                    <a:pos x="12" y="0"/>
                  </a:cxn>
                  <a:cxn ang="0">
                    <a:pos x="14" y="0"/>
                  </a:cxn>
                </a:cxnLst>
                <a:rect l="0" t="0" r="r" b="b"/>
                <a:pathLst>
                  <a:path w="29" h="35">
                    <a:moveTo>
                      <a:pt x="14" y="0"/>
                    </a:moveTo>
                    <a:lnTo>
                      <a:pt x="14" y="0"/>
                    </a:lnTo>
                    <a:lnTo>
                      <a:pt x="14" y="0"/>
                    </a:lnTo>
                    <a:lnTo>
                      <a:pt x="17" y="0"/>
                    </a:lnTo>
                    <a:lnTo>
                      <a:pt x="17" y="0"/>
                    </a:lnTo>
                    <a:lnTo>
                      <a:pt x="19" y="0"/>
                    </a:lnTo>
                    <a:lnTo>
                      <a:pt x="19" y="0"/>
                    </a:lnTo>
                    <a:lnTo>
                      <a:pt x="19" y="0"/>
                    </a:lnTo>
                    <a:lnTo>
                      <a:pt x="22" y="0"/>
                    </a:lnTo>
                    <a:lnTo>
                      <a:pt x="22" y="2"/>
                    </a:lnTo>
                    <a:lnTo>
                      <a:pt x="22" y="2"/>
                    </a:lnTo>
                    <a:lnTo>
                      <a:pt x="22" y="2"/>
                    </a:lnTo>
                    <a:lnTo>
                      <a:pt x="22" y="2"/>
                    </a:lnTo>
                    <a:lnTo>
                      <a:pt x="22" y="5"/>
                    </a:lnTo>
                    <a:lnTo>
                      <a:pt x="24" y="5"/>
                    </a:lnTo>
                    <a:lnTo>
                      <a:pt x="24" y="5"/>
                    </a:lnTo>
                    <a:lnTo>
                      <a:pt x="24" y="5"/>
                    </a:lnTo>
                    <a:lnTo>
                      <a:pt x="24" y="7"/>
                    </a:lnTo>
                    <a:lnTo>
                      <a:pt x="26" y="7"/>
                    </a:lnTo>
                    <a:lnTo>
                      <a:pt x="26" y="7"/>
                    </a:lnTo>
                    <a:lnTo>
                      <a:pt x="26" y="9"/>
                    </a:lnTo>
                    <a:lnTo>
                      <a:pt x="26" y="9"/>
                    </a:lnTo>
                    <a:lnTo>
                      <a:pt x="26" y="9"/>
                    </a:lnTo>
                    <a:lnTo>
                      <a:pt x="29" y="9"/>
                    </a:lnTo>
                    <a:lnTo>
                      <a:pt x="29" y="9"/>
                    </a:lnTo>
                    <a:lnTo>
                      <a:pt x="29" y="9"/>
                    </a:lnTo>
                    <a:lnTo>
                      <a:pt x="29" y="12"/>
                    </a:lnTo>
                    <a:lnTo>
                      <a:pt x="26" y="12"/>
                    </a:lnTo>
                    <a:lnTo>
                      <a:pt x="26" y="12"/>
                    </a:lnTo>
                    <a:lnTo>
                      <a:pt x="26" y="12"/>
                    </a:lnTo>
                    <a:lnTo>
                      <a:pt x="26" y="14"/>
                    </a:lnTo>
                    <a:lnTo>
                      <a:pt x="26" y="14"/>
                    </a:lnTo>
                    <a:lnTo>
                      <a:pt x="26" y="16"/>
                    </a:lnTo>
                    <a:lnTo>
                      <a:pt x="26" y="16"/>
                    </a:lnTo>
                    <a:lnTo>
                      <a:pt x="26" y="19"/>
                    </a:lnTo>
                    <a:lnTo>
                      <a:pt x="26" y="19"/>
                    </a:lnTo>
                    <a:lnTo>
                      <a:pt x="26" y="19"/>
                    </a:lnTo>
                    <a:lnTo>
                      <a:pt x="26" y="21"/>
                    </a:lnTo>
                    <a:lnTo>
                      <a:pt x="29" y="21"/>
                    </a:lnTo>
                    <a:lnTo>
                      <a:pt x="29" y="21"/>
                    </a:lnTo>
                    <a:lnTo>
                      <a:pt x="29" y="21"/>
                    </a:lnTo>
                    <a:lnTo>
                      <a:pt x="29" y="24"/>
                    </a:lnTo>
                    <a:lnTo>
                      <a:pt x="26" y="24"/>
                    </a:lnTo>
                    <a:lnTo>
                      <a:pt x="26" y="24"/>
                    </a:lnTo>
                    <a:lnTo>
                      <a:pt x="26" y="24"/>
                    </a:lnTo>
                    <a:lnTo>
                      <a:pt x="26" y="26"/>
                    </a:lnTo>
                    <a:lnTo>
                      <a:pt x="26" y="26"/>
                    </a:lnTo>
                    <a:lnTo>
                      <a:pt x="26" y="26"/>
                    </a:lnTo>
                    <a:lnTo>
                      <a:pt x="26" y="28"/>
                    </a:lnTo>
                    <a:lnTo>
                      <a:pt x="26" y="28"/>
                    </a:lnTo>
                    <a:lnTo>
                      <a:pt x="26" y="31"/>
                    </a:lnTo>
                    <a:lnTo>
                      <a:pt x="24" y="31"/>
                    </a:lnTo>
                    <a:lnTo>
                      <a:pt x="24" y="31"/>
                    </a:lnTo>
                    <a:lnTo>
                      <a:pt x="24" y="31"/>
                    </a:lnTo>
                    <a:lnTo>
                      <a:pt x="24" y="31"/>
                    </a:lnTo>
                    <a:lnTo>
                      <a:pt x="22" y="31"/>
                    </a:lnTo>
                    <a:lnTo>
                      <a:pt x="22" y="31"/>
                    </a:lnTo>
                    <a:lnTo>
                      <a:pt x="22" y="33"/>
                    </a:lnTo>
                    <a:lnTo>
                      <a:pt x="22" y="33"/>
                    </a:lnTo>
                    <a:lnTo>
                      <a:pt x="19" y="33"/>
                    </a:lnTo>
                    <a:lnTo>
                      <a:pt x="19" y="33"/>
                    </a:lnTo>
                    <a:lnTo>
                      <a:pt x="19" y="33"/>
                    </a:lnTo>
                    <a:lnTo>
                      <a:pt x="19" y="35"/>
                    </a:lnTo>
                    <a:lnTo>
                      <a:pt x="19" y="35"/>
                    </a:lnTo>
                    <a:lnTo>
                      <a:pt x="17" y="35"/>
                    </a:lnTo>
                    <a:lnTo>
                      <a:pt x="17" y="33"/>
                    </a:lnTo>
                    <a:lnTo>
                      <a:pt x="17" y="33"/>
                    </a:lnTo>
                    <a:lnTo>
                      <a:pt x="14" y="33"/>
                    </a:lnTo>
                    <a:lnTo>
                      <a:pt x="14" y="33"/>
                    </a:lnTo>
                    <a:lnTo>
                      <a:pt x="14" y="33"/>
                    </a:lnTo>
                    <a:lnTo>
                      <a:pt x="14" y="31"/>
                    </a:lnTo>
                    <a:lnTo>
                      <a:pt x="14" y="31"/>
                    </a:lnTo>
                    <a:lnTo>
                      <a:pt x="14" y="31"/>
                    </a:lnTo>
                    <a:lnTo>
                      <a:pt x="17" y="31"/>
                    </a:lnTo>
                    <a:lnTo>
                      <a:pt x="17" y="31"/>
                    </a:lnTo>
                    <a:lnTo>
                      <a:pt x="14" y="31"/>
                    </a:lnTo>
                    <a:lnTo>
                      <a:pt x="14" y="28"/>
                    </a:lnTo>
                    <a:lnTo>
                      <a:pt x="14" y="28"/>
                    </a:lnTo>
                    <a:lnTo>
                      <a:pt x="14" y="28"/>
                    </a:lnTo>
                    <a:lnTo>
                      <a:pt x="14" y="28"/>
                    </a:lnTo>
                    <a:lnTo>
                      <a:pt x="14" y="26"/>
                    </a:lnTo>
                    <a:lnTo>
                      <a:pt x="14" y="26"/>
                    </a:lnTo>
                    <a:lnTo>
                      <a:pt x="12" y="26"/>
                    </a:lnTo>
                    <a:lnTo>
                      <a:pt x="12" y="24"/>
                    </a:lnTo>
                    <a:lnTo>
                      <a:pt x="14" y="24"/>
                    </a:lnTo>
                    <a:lnTo>
                      <a:pt x="14" y="24"/>
                    </a:lnTo>
                    <a:lnTo>
                      <a:pt x="12" y="24"/>
                    </a:lnTo>
                    <a:lnTo>
                      <a:pt x="12" y="21"/>
                    </a:lnTo>
                    <a:lnTo>
                      <a:pt x="12" y="21"/>
                    </a:lnTo>
                    <a:lnTo>
                      <a:pt x="12" y="21"/>
                    </a:lnTo>
                    <a:lnTo>
                      <a:pt x="12" y="21"/>
                    </a:lnTo>
                    <a:lnTo>
                      <a:pt x="12" y="21"/>
                    </a:lnTo>
                    <a:lnTo>
                      <a:pt x="12" y="19"/>
                    </a:lnTo>
                    <a:lnTo>
                      <a:pt x="10" y="19"/>
                    </a:lnTo>
                    <a:lnTo>
                      <a:pt x="10" y="19"/>
                    </a:lnTo>
                    <a:lnTo>
                      <a:pt x="10" y="16"/>
                    </a:lnTo>
                    <a:lnTo>
                      <a:pt x="10" y="16"/>
                    </a:lnTo>
                    <a:lnTo>
                      <a:pt x="10" y="14"/>
                    </a:lnTo>
                    <a:lnTo>
                      <a:pt x="10" y="14"/>
                    </a:lnTo>
                    <a:lnTo>
                      <a:pt x="10" y="12"/>
                    </a:lnTo>
                    <a:lnTo>
                      <a:pt x="10" y="12"/>
                    </a:lnTo>
                    <a:lnTo>
                      <a:pt x="10" y="12"/>
                    </a:lnTo>
                    <a:lnTo>
                      <a:pt x="10" y="9"/>
                    </a:lnTo>
                    <a:lnTo>
                      <a:pt x="7" y="9"/>
                    </a:lnTo>
                    <a:lnTo>
                      <a:pt x="7" y="9"/>
                    </a:lnTo>
                    <a:lnTo>
                      <a:pt x="7" y="9"/>
                    </a:lnTo>
                    <a:lnTo>
                      <a:pt x="7" y="9"/>
                    </a:lnTo>
                    <a:lnTo>
                      <a:pt x="7" y="9"/>
                    </a:lnTo>
                    <a:lnTo>
                      <a:pt x="7" y="7"/>
                    </a:lnTo>
                    <a:lnTo>
                      <a:pt x="5" y="7"/>
                    </a:lnTo>
                    <a:lnTo>
                      <a:pt x="5" y="7"/>
                    </a:lnTo>
                    <a:lnTo>
                      <a:pt x="5" y="7"/>
                    </a:lnTo>
                    <a:lnTo>
                      <a:pt x="5" y="7"/>
                    </a:lnTo>
                    <a:lnTo>
                      <a:pt x="5" y="5"/>
                    </a:lnTo>
                    <a:lnTo>
                      <a:pt x="5" y="5"/>
                    </a:lnTo>
                    <a:lnTo>
                      <a:pt x="5" y="2"/>
                    </a:lnTo>
                    <a:lnTo>
                      <a:pt x="3" y="2"/>
                    </a:lnTo>
                    <a:lnTo>
                      <a:pt x="3" y="2"/>
                    </a:lnTo>
                    <a:lnTo>
                      <a:pt x="0" y="2"/>
                    </a:lnTo>
                    <a:lnTo>
                      <a:pt x="0" y="2"/>
                    </a:lnTo>
                    <a:lnTo>
                      <a:pt x="0" y="2"/>
                    </a:lnTo>
                    <a:lnTo>
                      <a:pt x="0" y="0"/>
                    </a:lnTo>
                    <a:lnTo>
                      <a:pt x="0" y="0"/>
                    </a:lnTo>
                    <a:lnTo>
                      <a:pt x="0" y="0"/>
                    </a:lnTo>
                    <a:lnTo>
                      <a:pt x="0" y="0"/>
                    </a:lnTo>
                    <a:lnTo>
                      <a:pt x="3" y="0"/>
                    </a:lnTo>
                    <a:lnTo>
                      <a:pt x="3" y="0"/>
                    </a:lnTo>
                    <a:lnTo>
                      <a:pt x="5" y="0"/>
                    </a:lnTo>
                    <a:lnTo>
                      <a:pt x="5" y="0"/>
                    </a:lnTo>
                    <a:lnTo>
                      <a:pt x="5" y="0"/>
                    </a:lnTo>
                    <a:lnTo>
                      <a:pt x="7" y="0"/>
                    </a:lnTo>
                    <a:lnTo>
                      <a:pt x="7" y="0"/>
                    </a:lnTo>
                    <a:lnTo>
                      <a:pt x="7" y="0"/>
                    </a:lnTo>
                    <a:lnTo>
                      <a:pt x="7" y="0"/>
                    </a:lnTo>
                    <a:lnTo>
                      <a:pt x="10" y="0"/>
                    </a:lnTo>
                    <a:lnTo>
                      <a:pt x="10" y="0"/>
                    </a:lnTo>
                    <a:lnTo>
                      <a:pt x="12" y="0"/>
                    </a:lnTo>
                    <a:lnTo>
                      <a:pt x="12" y="0"/>
                    </a:lnTo>
                    <a:lnTo>
                      <a:pt x="12" y="0"/>
                    </a:lnTo>
                    <a:lnTo>
                      <a:pt x="12" y="0"/>
                    </a:lnTo>
                    <a:lnTo>
                      <a:pt x="14" y="0"/>
                    </a:lnTo>
                    <a:lnTo>
                      <a:pt x="14" y="0"/>
                    </a:lnTo>
                    <a:lnTo>
                      <a:pt x="14"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77"/>
              <p:cNvSpPr>
                <a:spLocks/>
              </p:cNvSpPr>
              <p:nvPr/>
            </p:nvSpPr>
            <p:spPr bwMode="auto">
              <a:xfrm>
                <a:off x="3446" y="2433"/>
                <a:ext cx="31" cy="59"/>
              </a:xfrm>
              <a:custGeom>
                <a:avLst/>
                <a:gdLst/>
                <a:ahLst/>
                <a:cxnLst>
                  <a:cxn ang="0">
                    <a:pos x="26" y="38"/>
                  </a:cxn>
                  <a:cxn ang="0">
                    <a:pos x="26" y="41"/>
                  </a:cxn>
                  <a:cxn ang="0">
                    <a:pos x="22" y="43"/>
                  </a:cxn>
                  <a:cxn ang="0">
                    <a:pos x="22" y="45"/>
                  </a:cxn>
                  <a:cxn ang="0">
                    <a:pos x="19" y="48"/>
                  </a:cxn>
                  <a:cxn ang="0">
                    <a:pos x="19" y="52"/>
                  </a:cxn>
                  <a:cxn ang="0">
                    <a:pos x="19" y="57"/>
                  </a:cxn>
                  <a:cxn ang="0">
                    <a:pos x="19" y="59"/>
                  </a:cxn>
                  <a:cxn ang="0">
                    <a:pos x="15" y="59"/>
                  </a:cxn>
                  <a:cxn ang="0">
                    <a:pos x="15" y="55"/>
                  </a:cxn>
                  <a:cxn ang="0">
                    <a:pos x="15" y="52"/>
                  </a:cxn>
                  <a:cxn ang="0">
                    <a:pos x="12" y="50"/>
                  </a:cxn>
                  <a:cxn ang="0">
                    <a:pos x="10" y="52"/>
                  </a:cxn>
                  <a:cxn ang="0">
                    <a:pos x="8" y="52"/>
                  </a:cxn>
                  <a:cxn ang="0">
                    <a:pos x="5" y="57"/>
                  </a:cxn>
                  <a:cxn ang="0">
                    <a:pos x="3" y="57"/>
                  </a:cxn>
                  <a:cxn ang="0">
                    <a:pos x="3" y="57"/>
                  </a:cxn>
                  <a:cxn ang="0">
                    <a:pos x="3" y="52"/>
                  </a:cxn>
                  <a:cxn ang="0">
                    <a:pos x="3" y="50"/>
                  </a:cxn>
                  <a:cxn ang="0">
                    <a:pos x="3" y="45"/>
                  </a:cxn>
                  <a:cxn ang="0">
                    <a:pos x="5" y="43"/>
                  </a:cxn>
                  <a:cxn ang="0">
                    <a:pos x="5" y="38"/>
                  </a:cxn>
                  <a:cxn ang="0">
                    <a:pos x="5" y="36"/>
                  </a:cxn>
                  <a:cxn ang="0">
                    <a:pos x="5" y="33"/>
                  </a:cxn>
                  <a:cxn ang="0">
                    <a:pos x="5" y="29"/>
                  </a:cxn>
                  <a:cxn ang="0">
                    <a:pos x="5" y="26"/>
                  </a:cxn>
                  <a:cxn ang="0">
                    <a:pos x="5" y="24"/>
                  </a:cxn>
                  <a:cxn ang="0">
                    <a:pos x="0" y="24"/>
                  </a:cxn>
                  <a:cxn ang="0">
                    <a:pos x="0" y="22"/>
                  </a:cxn>
                  <a:cxn ang="0">
                    <a:pos x="3" y="19"/>
                  </a:cxn>
                  <a:cxn ang="0">
                    <a:pos x="3" y="17"/>
                  </a:cxn>
                  <a:cxn ang="0">
                    <a:pos x="3" y="14"/>
                  </a:cxn>
                  <a:cxn ang="0">
                    <a:pos x="3" y="10"/>
                  </a:cxn>
                  <a:cxn ang="0">
                    <a:pos x="3" y="7"/>
                  </a:cxn>
                  <a:cxn ang="0">
                    <a:pos x="5" y="5"/>
                  </a:cxn>
                  <a:cxn ang="0">
                    <a:pos x="3" y="3"/>
                  </a:cxn>
                  <a:cxn ang="0">
                    <a:pos x="5" y="0"/>
                  </a:cxn>
                  <a:cxn ang="0">
                    <a:pos x="8" y="0"/>
                  </a:cxn>
                  <a:cxn ang="0">
                    <a:pos x="8" y="3"/>
                  </a:cxn>
                  <a:cxn ang="0">
                    <a:pos x="8" y="7"/>
                  </a:cxn>
                  <a:cxn ang="0">
                    <a:pos x="5" y="10"/>
                  </a:cxn>
                  <a:cxn ang="0">
                    <a:pos x="5" y="14"/>
                  </a:cxn>
                  <a:cxn ang="0">
                    <a:pos x="5" y="17"/>
                  </a:cxn>
                  <a:cxn ang="0">
                    <a:pos x="5" y="19"/>
                  </a:cxn>
                  <a:cxn ang="0">
                    <a:pos x="5" y="19"/>
                  </a:cxn>
                  <a:cxn ang="0">
                    <a:pos x="8" y="22"/>
                  </a:cxn>
                  <a:cxn ang="0">
                    <a:pos x="12" y="22"/>
                  </a:cxn>
                  <a:cxn ang="0">
                    <a:pos x="12" y="24"/>
                  </a:cxn>
                  <a:cxn ang="0">
                    <a:pos x="15" y="26"/>
                  </a:cxn>
                  <a:cxn ang="0">
                    <a:pos x="17" y="29"/>
                  </a:cxn>
                  <a:cxn ang="0">
                    <a:pos x="19" y="26"/>
                  </a:cxn>
                  <a:cxn ang="0">
                    <a:pos x="22" y="26"/>
                  </a:cxn>
                  <a:cxn ang="0">
                    <a:pos x="24" y="29"/>
                  </a:cxn>
                  <a:cxn ang="0">
                    <a:pos x="26" y="29"/>
                  </a:cxn>
                  <a:cxn ang="0">
                    <a:pos x="29" y="29"/>
                  </a:cxn>
                  <a:cxn ang="0">
                    <a:pos x="31" y="26"/>
                  </a:cxn>
                  <a:cxn ang="0">
                    <a:pos x="29" y="29"/>
                  </a:cxn>
                  <a:cxn ang="0">
                    <a:pos x="31" y="29"/>
                  </a:cxn>
                  <a:cxn ang="0">
                    <a:pos x="29" y="31"/>
                  </a:cxn>
                  <a:cxn ang="0">
                    <a:pos x="29" y="33"/>
                  </a:cxn>
                  <a:cxn ang="0">
                    <a:pos x="31" y="38"/>
                  </a:cxn>
                  <a:cxn ang="0">
                    <a:pos x="29" y="38"/>
                  </a:cxn>
                </a:cxnLst>
                <a:rect l="0" t="0" r="r" b="b"/>
                <a:pathLst>
                  <a:path w="31" h="59">
                    <a:moveTo>
                      <a:pt x="29" y="41"/>
                    </a:moveTo>
                    <a:lnTo>
                      <a:pt x="29" y="41"/>
                    </a:lnTo>
                    <a:lnTo>
                      <a:pt x="26" y="41"/>
                    </a:lnTo>
                    <a:lnTo>
                      <a:pt x="26" y="38"/>
                    </a:lnTo>
                    <a:lnTo>
                      <a:pt x="26" y="38"/>
                    </a:lnTo>
                    <a:lnTo>
                      <a:pt x="26" y="41"/>
                    </a:lnTo>
                    <a:lnTo>
                      <a:pt x="26" y="41"/>
                    </a:lnTo>
                    <a:lnTo>
                      <a:pt x="26" y="41"/>
                    </a:lnTo>
                    <a:lnTo>
                      <a:pt x="24" y="41"/>
                    </a:lnTo>
                    <a:lnTo>
                      <a:pt x="24" y="43"/>
                    </a:lnTo>
                    <a:lnTo>
                      <a:pt x="24" y="43"/>
                    </a:lnTo>
                    <a:lnTo>
                      <a:pt x="22" y="43"/>
                    </a:lnTo>
                    <a:lnTo>
                      <a:pt x="22" y="43"/>
                    </a:lnTo>
                    <a:lnTo>
                      <a:pt x="22" y="43"/>
                    </a:lnTo>
                    <a:lnTo>
                      <a:pt x="22" y="43"/>
                    </a:lnTo>
                    <a:lnTo>
                      <a:pt x="22" y="45"/>
                    </a:lnTo>
                    <a:lnTo>
                      <a:pt x="22" y="45"/>
                    </a:lnTo>
                    <a:lnTo>
                      <a:pt x="22" y="48"/>
                    </a:lnTo>
                    <a:lnTo>
                      <a:pt x="22" y="48"/>
                    </a:lnTo>
                    <a:lnTo>
                      <a:pt x="19" y="48"/>
                    </a:lnTo>
                    <a:lnTo>
                      <a:pt x="19" y="48"/>
                    </a:lnTo>
                    <a:lnTo>
                      <a:pt x="19" y="50"/>
                    </a:lnTo>
                    <a:lnTo>
                      <a:pt x="19" y="50"/>
                    </a:lnTo>
                    <a:lnTo>
                      <a:pt x="19" y="52"/>
                    </a:lnTo>
                    <a:lnTo>
                      <a:pt x="19" y="52"/>
                    </a:lnTo>
                    <a:lnTo>
                      <a:pt x="19" y="55"/>
                    </a:lnTo>
                    <a:lnTo>
                      <a:pt x="19" y="55"/>
                    </a:lnTo>
                    <a:lnTo>
                      <a:pt x="19" y="57"/>
                    </a:lnTo>
                    <a:lnTo>
                      <a:pt x="19" y="57"/>
                    </a:lnTo>
                    <a:lnTo>
                      <a:pt x="19" y="57"/>
                    </a:lnTo>
                    <a:lnTo>
                      <a:pt x="19" y="57"/>
                    </a:lnTo>
                    <a:lnTo>
                      <a:pt x="19" y="59"/>
                    </a:lnTo>
                    <a:lnTo>
                      <a:pt x="17" y="59"/>
                    </a:lnTo>
                    <a:lnTo>
                      <a:pt x="17" y="59"/>
                    </a:lnTo>
                    <a:lnTo>
                      <a:pt x="15" y="59"/>
                    </a:lnTo>
                    <a:lnTo>
                      <a:pt x="15" y="59"/>
                    </a:lnTo>
                    <a:lnTo>
                      <a:pt x="15" y="57"/>
                    </a:lnTo>
                    <a:lnTo>
                      <a:pt x="15" y="57"/>
                    </a:lnTo>
                    <a:lnTo>
                      <a:pt x="15" y="57"/>
                    </a:lnTo>
                    <a:lnTo>
                      <a:pt x="15" y="55"/>
                    </a:lnTo>
                    <a:lnTo>
                      <a:pt x="15" y="55"/>
                    </a:lnTo>
                    <a:lnTo>
                      <a:pt x="15" y="55"/>
                    </a:lnTo>
                    <a:lnTo>
                      <a:pt x="15" y="52"/>
                    </a:lnTo>
                    <a:lnTo>
                      <a:pt x="15" y="52"/>
                    </a:lnTo>
                    <a:lnTo>
                      <a:pt x="15" y="50"/>
                    </a:lnTo>
                    <a:lnTo>
                      <a:pt x="15" y="50"/>
                    </a:lnTo>
                    <a:lnTo>
                      <a:pt x="12" y="50"/>
                    </a:lnTo>
                    <a:lnTo>
                      <a:pt x="12" y="50"/>
                    </a:lnTo>
                    <a:lnTo>
                      <a:pt x="12" y="52"/>
                    </a:lnTo>
                    <a:lnTo>
                      <a:pt x="12" y="52"/>
                    </a:lnTo>
                    <a:lnTo>
                      <a:pt x="10" y="52"/>
                    </a:lnTo>
                    <a:lnTo>
                      <a:pt x="10" y="52"/>
                    </a:lnTo>
                    <a:lnTo>
                      <a:pt x="8" y="52"/>
                    </a:lnTo>
                    <a:lnTo>
                      <a:pt x="8" y="52"/>
                    </a:lnTo>
                    <a:lnTo>
                      <a:pt x="8" y="52"/>
                    </a:lnTo>
                    <a:lnTo>
                      <a:pt x="8" y="52"/>
                    </a:lnTo>
                    <a:lnTo>
                      <a:pt x="8" y="55"/>
                    </a:lnTo>
                    <a:lnTo>
                      <a:pt x="5" y="55"/>
                    </a:lnTo>
                    <a:lnTo>
                      <a:pt x="5" y="55"/>
                    </a:lnTo>
                    <a:lnTo>
                      <a:pt x="5" y="57"/>
                    </a:lnTo>
                    <a:lnTo>
                      <a:pt x="5" y="57"/>
                    </a:lnTo>
                    <a:lnTo>
                      <a:pt x="5" y="57"/>
                    </a:lnTo>
                    <a:lnTo>
                      <a:pt x="5" y="57"/>
                    </a:lnTo>
                    <a:lnTo>
                      <a:pt x="3" y="57"/>
                    </a:lnTo>
                    <a:lnTo>
                      <a:pt x="3" y="57"/>
                    </a:lnTo>
                    <a:lnTo>
                      <a:pt x="0" y="57"/>
                    </a:lnTo>
                    <a:lnTo>
                      <a:pt x="0" y="57"/>
                    </a:lnTo>
                    <a:lnTo>
                      <a:pt x="3" y="57"/>
                    </a:lnTo>
                    <a:lnTo>
                      <a:pt x="3" y="55"/>
                    </a:lnTo>
                    <a:lnTo>
                      <a:pt x="3" y="55"/>
                    </a:lnTo>
                    <a:lnTo>
                      <a:pt x="3" y="52"/>
                    </a:lnTo>
                    <a:lnTo>
                      <a:pt x="3" y="52"/>
                    </a:lnTo>
                    <a:lnTo>
                      <a:pt x="3" y="52"/>
                    </a:lnTo>
                    <a:lnTo>
                      <a:pt x="3" y="50"/>
                    </a:lnTo>
                    <a:lnTo>
                      <a:pt x="3" y="50"/>
                    </a:lnTo>
                    <a:lnTo>
                      <a:pt x="3" y="50"/>
                    </a:lnTo>
                    <a:lnTo>
                      <a:pt x="3" y="48"/>
                    </a:lnTo>
                    <a:lnTo>
                      <a:pt x="3" y="48"/>
                    </a:lnTo>
                    <a:lnTo>
                      <a:pt x="3" y="48"/>
                    </a:lnTo>
                    <a:lnTo>
                      <a:pt x="3" y="45"/>
                    </a:lnTo>
                    <a:lnTo>
                      <a:pt x="3" y="45"/>
                    </a:lnTo>
                    <a:lnTo>
                      <a:pt x="3" y="45"/>
                    </a:lnTo>
                    <a:lnTo>
                      <a:pt x="3" y="43"/>
                    </a:lnTo>
                    <a:lnTo>
                      <a:pt x="5" y="43"/>
                    </a:lnTo>
                    <a:lnTo>
                      <a:pt x="5" y="43"/>
                    </a:lnTo>
                    <a:lnTo>
                      <a:pt x="5" y="41"/>
                    </a:lnTo>
                    <a:lnTo>
                      <a:pt x="5" y="41"/>
                    </a:lnTo>
                    <a:lnTo>
                      <a:pt x="5" y="38"/>
                    </a:lnTo>
                    <a:lnTo>
                      <a:pt x="5" y="38"/>
                    </a:lnTo>
                    <a:lnTo>
                      <a:pt x="5" y="38"/>
                    </a:lnTo>
                    <a:lnTo>
                      <a:pt x="5" y="36"/>
                    </a:lnTo>
                    <a:lnTo>
                      <a:pt x="5" y="36"/>
                    </a:lnTo>
                    <a:lnTo>
                      <a:pt x="5" y="33"/>
                    </a:lnTo>
                    <a:lnTo>
                      <a:pt x="5" y="33"/>
                    </a:lnTo>
                    <a:lnTo>
                      <a:pt x="5" y="33"/>
                    </a:lnTo>
                    <a:lnTo>
                      <a:pt x="5" y="33"/>
                    </a:lnTo>
                    <a:lnTo>
                      <a:pt x="5" y="31"/>
                    </a:lnTo>
                    <a:lnTo>
                      <a:pt x="5" y="31"/>
                    </a:lnTo>
                    <a:lnTo>
                      <a:pt x="5" y="31"/>
                    </a:lnTo>
                    <a:lnTo>
                      <a:pt x="5" y="29"/>
                    </a:lnTo>
                    <a:lnTo>
                      <a:pt x="5" y="29"/>
                    </a:lnTo>
                    <a:lnTo>
                      <a:pt x="5" y="29"/>
                    </a:lnTo>
                    <a:lnTo>
                      <a:pt x="5" y="29"/>
                    </a:lnTo>
                    <a:lnTo>
                      <a:pt x="5" y="26"/>
                    </a:lnTo>
                    <a:lnTo>
                      <a:pt x="5" y="26"/>
                    </a:lnTo>
                    <a:lnTo>
                      <a:pt x="5" y="24"/>
                    </a:lnTo>
                    <a:lnTo>
                      <a:pt x="5" y="24"/>
                    </a:lnTo>
                    <a:lnTo>
                      <a:pt x="5" y="24"/>
                    </a:lnTo>
                    <a:lnTo>
                      <a:pt x="3" y="24"/>
                    </a:lnTo>
                    <a:lnTo>
                      <a:pt x="3" y="24"/>
                    </a:lnTo>
                    <a:lnTo>
                      <a:pt x="3" y="24"/>
                    </a:lnTo>
                    <a:lnTo>
                      <a:pt x="0" y="24"/>
                    </a:lnTo>
                    <a:lnTo>
                      <a:pt x="0" y="24"/>
                    </a:lnTo>
                    <a:lnTo>
                      <a:pt x="0" y="22"/>
                    </a:lnTo>
                    <a:lnTo>
                      <a:pt x="0" y="22"/>
                    </a:lnTo>
                    <a:lnTo>
                      <a:pt x="0" y="22"/>
                    </a:lnTo>
                    <a:lnTo>
                      <a:pt x="0" y="19"/>
                    </a:lnTo>
                    <a:lnTo>
                      <a:pt x="0" y="19"/>
                    </a:lnTo>
                    <a:lnTo>
                      <a:pt x="3" y="19"/>
                    </a:lnTo>
                    <a:lnTo>
                      <a:pt x="3" y="19"/>
                    </a:lnTo>
                    <a:lnTo>
                      <a:pt x="0" y="19"/>
                    </a:lnTo>
                    <a:lnTo>
                      <a:pt x="0" y="17"/>
                    </a:lnTo>
                    <a:lnTo>
                      <a:pt x="3" y="17"/>
                    </a:lnTo>
                    <a:lnTo>
                      <a:pt x="3" y="17"/>
                    </a:lnTo>
                    <a:lnTo>
                      <a:pt x="0" y="17"/>
                    </a:lnTo>
                    <a:lnTo>
                      <a:pt x="0" y="14"/>
                    </a:lnTo>
                    <a:lnTo>
                      <a:pt x="3" y="14"/>
                    </a:lnTo>
                    <a:lnTo>
                      <a:pt x="3" y="14"/>
                    </a:lnTo>
                    <a:lnTo>
                      <a:pt x="3" y="14"/>
                    </a:lnTo>
                    <a:lnTo>
                      <a:pt x="3" y="12"/>
                    </a:lnTo>
                    <a:lnTo>
                      <a:pt x="3" y="12"/>
                    </a:lnTo>
                    <a:lnTo>
                      <a:pt x="3" y="10"/>
                    </a:lnTo>
                    <a:lnTo>
                      <a:pt x="3" y="10"/>
                    </a:lnTo>
                    <a:lnTo>
                      <a:pt x="3" y="10"/>
                    </a:lnTo>
                    <a:lnTo>
                      <a:pt x="3" y="10"/>
                    </a:lnTo>
                    <a:lnTo>
                      <a:pt x="3" y="7"/>
                    </a:lnTo>
                    <a:lnTo>
                      <a:pt x="3" y="7"/>
                    </a:lnTo>
                    <a:lnTo>
                      <a:pt x="3" y="7"/>
                    </a:lnTo>
                    <a:lnTo>
                      <a:pt x="3" y="5"/>
                    </a:lnTo>
                    <a:lnTo>
                      <a:pt x="5" y="5"/>
                    </a:lnTo>
                    <a:lnTo>
                      <a:pt x="5" y="5"/>
                    </a:lnTo>
                    <a:lnTo>
                      <a:pt x="5" y="3"/>
                    </a:lnTo>
                    <a:lnTo>
                      <a:pt x="3" y="3"/>
                    </a:lnTo>
                    <a:lnTo>
                      <a:pt x="3" y="3"/>
                    </a:lnTo>
                    <a:lnTo>
                      <a:pt x="3" y="0"/>
                    </a:lnTo>
                    <a:lnTo>
                      <a:pt x="5" y="0"/>
                    </a:lnTo>
                    <a:lnTo>
                      <a:pt x="5" y="0"/>
                    </a:lnTo>
                    <a:lnTo>
                      <a:pt x="5" y="0"/>
                    </a:lnTo>
                    <a:lnTo>
                      <a:pt x="5" y="0"/>
                    </a:lnTo>
                    <a:lnTo>
                      <a:pt x="5" y="0"/>
                    </a:lnTo>
                    <a:lnTo>
                      <a:pt x="8" y="0"/>
                    </a:lnTo>
                    <a:lnTo>
                      <a:pt x="8" y="0"/>
                    </a:lnTo>
                    <a:lnTo>
                      <a:pt x="8" y="0"/>
                    </a:lnTo>
                    <a:lnTo>
                      <a:pt x="8" y="0"/>
                    </a:lnTo>
                    <a:lnTo>
                      <a:pt x="8" y="3"/>
                    </a:lnTo>
                    <a:lnTo>
                      <a:pt x="8" y="3"/>
                    </a:lnTo>
                    <a:lnTo>
                      <a:pt x="8" y="5"/>
                    </a:lnTo>
                    <a:lnTo>
                      <a:pt x="8" y="5"/>
                    </a:lnTo>
                    <a:lnTo>
                      <a:pt x="8" y="5"/>
                    </a:lnTo>
                    <a:lnTo>
                      <a:pt x="8" y="7"/>
                    </a:lnTo>
                    <a:lnTo>
                      <a:pt x="8" y="7"/>
                    </a:lnTo>
                    <a:lnTo>
                      <a:pt x="8" y="10"/>
                    </a:lnTo>
                    <a:lnTo>
                      <a:pt x="8" y="10"/>
                    </a:lnTo>
                    <a:lnTo>
                      <a:pt x="5" y="10"/>
                    </a:lnTo>
                    <a:lnTo>
                      <a:pt x="5" y="10"/>
                    </a:lnTo>
                    <a:lnTo>
                      <a:pt x="5" y="12"/>
                    </a:lnTo>
                    <a:lnTo>
                      <a:pt x="5" y="12"/>
                    </a:lnTo>
                    <a:lnTo>
                      <a:pt x="5" y="14"/>
                    </a:lnTo>
                    <a:lnTo>
                      <a:pt x="5" y="14"/>
                    </a:lnTo>
                    <a:lnTo>
                      <a:pt x="5" y="14"/>
                    </a:lnTo>
                    <a:lnTo>
                      <a:pt x="5" y="14"/>
                    </a:lnTo>
                    <a:lnTo>
                      <a:pt x="5" y="17"/>
                    </a:lnTo>
                    <a:lnTo>
                      <a:pt x="5" y="17"/>
                    </a:lnTo>
                    <a:lnTo>
                      <a:pt x="3" y="17"/>
                    </a:lnTo>
                    <a:lnTo>
                      <a:pt x="3" y="19"/>
                    </a:lnTo>
                    <a:lnTo>
                      <a:pt x="5" y="19"/>
                    </a:lnTo>
                    <a:lnTo>
                      <a:pt x="5" y="19"/>
                    </a:lnTo>
                    <a:lnTo>
                      <a:pt x="5" y="19"/>
                    </a:lnTo>
                    <a:lnTo>
                      <a:pt x="5" y="19"/>
                    </a:lnTo>
                    <a:lnTo>
                      <a:pt x="5" y="19"/>
                    </a:lnTo>
                    <a:lnTo>
                      <a:pt x="8" y="19"/>
                    </a:lnTo>
                    <a:lnTo>
                      <a:pt x="8" y="22"/>
                    </a:lnTo>
                    <a:lnTo>
                      <a:pt x="8" y="22"/>
                    </a:lnTo>
                    <a:lnTo>
                      <a:pt x="8" y="22"/>
                    </a:lnTo>
                    <a:lnTo>
                      <a:pt x="10" y="22"/>
                    </a:lnTo>
                    <a:lnTo>
                      <a:pt x="10" y="22"/>
                    </a:lnTo>
                    <a:lnTo>
                      <a:pt x="10" y="22"/>
                    </a:lnTo>
                    <a:lnTo>
                      <a:pt x="12" y="22"/>
                    </a:lnTo>
                    <a:lnTo>
                      <a:pt x="12" y="24"/>
                    </a:lnTo>
                    <a:lnTo>
                      <a:pt x="12" y="24"/>
                    </a:lnTo>
                    <a:lnTo>
                      <a:pt x="12" y="24"/>
                    </a:lnTo>
                    <a:lnTo>
                      <a:pt x="12" y="24"/>
                    </a:lnTo>
                    <a:lnTo>
                      <a:pt x="15" y="24"/>
                    </a:lnTo>
                    <a:lnTo>
                      <a:pt x="15" y="26"/>
                    </a:lnTo>
                    <a:lnTo>
                      <a:pt x="15" y="26"/>
                    </a:lnTo>
                    <a:lnTo>
                      <a:pt x="15" y="26"/>
                    </a:lnTo>
                    <a:lnTo>
                      <a:pt x="15" y="26"/>
                    </a:lnTo>
                    <a:lnTo>
                      <a:pt x="15" y="29"/>
                    </a:lnTo>
                    <a:lnTo>
                      <a:pt x="17" y="29"/>
                    </a:lnTo>
                    <a:lnTo>
                      <a:pt x="17" y="29"/>
                    </a:lnTo>
                    <a:lnTo>
                      <a:pt x="19" y="29"/>
                    </a:lnTo>
                    <a:lnTo>
                      <a:pt x="19" y="29"/>
                    </a:lnTo>
                    <a:lnTo>
                      <a:pt x="19" y="26"/>
                    </a:lnTo>
                    <a:lnTo>
                      <a:pt x="19" y="26"/>
                    </a:lnTo>
                    <a:lnTo>
                      <a:pt x="22" y="26"/>
                    </a:lnTo>
                    <a:lnTo>
                      <a:pt x="22" y="26"/>
                    </a:lnTo>
                    <a:lnTo>
                      <a:pt x="22" y="26"/>
                    </a:lnTo>
                    <a:lnTo>
                      <a:pt x="22" y="26"/>
                    </a:lnTo>
                    <a:lnTo>
                      <a:pt x="22" y="26"/>
                    </a:lnTo>
                    <a:lnTo>
                      <a:pt x="22" y="29"/>
                    </a:lnTo>
                    <a:lnTo>
                      <a:pt x="24" y="29"/>
                    </a:lnTo>
                    <a:lnTo>
                      <a:pt x="24" y="29"/>
                    </a:lnTo>
                    <a:lnTo>
                      <a:pt x="24" y="29"/>
                    </a:lnTo>
                    <a:lnTo>
                      <a:pt x="24" y="29"/>
                    </a:lnTo>
                    <a:lnTo>
                      <a:pt x="26" y="29"/>
                    </a:lnTo>
                    <a:lnTo>
                      <a:pt x="26" y="29"/>
                    </a:lnTo>
                    <a:lnTo>
                      <a:pt x="26" y="29"/>
                    </a:lnTo>
                    <a:lnTo>
                      <a:pt x="26" y="29"/>
                    </a:lnTo>
                    <a:lnTo>
                      <a:pt x="26" y="29"/>
                    </a:lnTo>
                    <a:lnTo>
                      <a:pt x="29" y="29"/>
                    </a:lnTo>
                    <a:lnTo>
                      <a:pt x="29" y="26"/>
                    </a:lnTo>
                    <a:lnTo>
                      <a:pt x="29" y="26"/>
                    </a:lnTo>
                    <a:lnTo>
                      <a:pt x="29" y="26"/>
                    </a:lnTo>
                    <a:lnTo>
                      <a:pt x="31" y="26"/>
                    </a:lnTo>
                    <a:lnTo>
                      <a:pt x="31" y="29"/>
                    </a:lnTo>
                    <a:lnTo>
                      <a:pt x="29" y="29"/>
                    </a:lnTo>
                    <a:lnTo>
                      <a:pt x="29" y="29"/>
                    </a:lnTo>
                    <a:lnTo>
                      <a:pt x="29" y="29"/>
                    </a:lnTo>
                    <a:lnTo>
                      <a:pt x="29" y="29"/>
                    </a:lnTo>
                    <a:lnTo>
                      <a:pt x="31" y="29"/>
                    </a:lnTo>
                    <a:lnTo>
                      <a:pt x="31" y="29"/>
                    </a:lnTo>
                    <a:lnTo>
                      <a:pt x="31" y="29"/>
                    </a:lnTo>
                    <a:lnTo>
                      <a:pt x="31" y="31"/>
                    </a:lnTo>
                    <a:lnTo>
                      <a:pt x="31" y="31"/>
                    </a:lnTo>
                    <a:lnTo>
                      <a:pt x="31" y="31"/>
                    </a:lnTo>
                    <a:lnTo>
                      <a:pt x="29" y="31"/>
                    </a:lnTo>
                    <a:lnTo>
                      <a:pt x="29" y="31"/>
                    </a:lnTo>
                    <a:lnTo>
                      <a:pt x="29" y="33"/>
                    </a:lnTo>
                    <a:lnTo>
                      <a:pt x="29" y="33"/>
                    </a:lnTo>
                    <a:lnTo>
                      <a:pt x="29" y="33"/>
                    </a:lnTo>
                    <a:lnTo>
                      <a:pt x="29" y="36"/>
                    </a:lnTo>
                    <a:lnTo>
                      <a:pt x="31" y="36"/>
                    </a:lnTo>
                    <a:lnTo>
                      <a:pt x="31" y="36"/>
                    </a:lnTo>
                    <a:lnTo>
                      <a:pt x="31" y="38"/>
                    </a:lnTo>
                    <a:lnTo>
                      <a:pt x="29" y="38"/>
                    </a:lnTo>
                    <a:lnTo>
                      <a:pt x="29" y="38"/>
                    </a:lnTo>
                    <a:lnTo>
                      <a:pt x="29" y="38"/>
                    </a:lnTo>
                    <a:lnTo>
                      <a:pt x="29" y="38"/>
                    </a:lnTo>
                    <a:lnTo>
                      <a:pt x="29" y="4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78"/>
              <p:cNvSpPr>
                <a:spLocks/>
              </p:cNvSpPr>
              <p:nvPr/>
            </p:nvSpPr>
            <p:spPr bwMode="auto">
              <a:xfrm>
                <a:off x="3446" y="2433"/>
                <a:ext cx="31" cy="59"/>
              </a:xfrm>
              <a:custGeom>
                <a:avLst/>
                <a:gdLst/>
                <a:ahLst/>
                <a:cxnLst>
                  <a:cxn ang="0">
                    <a:pos x="26" y="38"/>
                  </a:cxn>
                  <a:cxn ang="0">
                    <a:pos x="26" y="41"/>
                  </a:cxn>
                  <a:cxn ang="0">
                    <a:pos x="22" y="43"/>
                  </a:cxn>
                  <a:cxn ang="0">
                    <a:pos x="22" y="45"/>
                  </a:cxn>
                  <a:cxn ang="0">
                    <a:pos x="19" y="48"/>
                  </a:cxn>
                  <a:cxn ang="0">
                    <a:pos x="19" y="52"/>
                  </a:cxn>
                  <a:cxn ang="0">
                    <a:pos x="19" y="57"/>
                  </a:cxn>
                  <a:cxn ang="0">
                    <a:pos x="19" y="59"/>
                  </a:cxn>
                  <a:cxn ang="0">
                    <a:pos x="15" y="59"/>
                  </a:cxn>
                  <a:cxn ang="0">
                    <a:pos x="15" y="55"/>
                  </a:cxn>
                  <a:cxn ang="0">
                    <a:pos x="15" y="52"/>
                  </a:cxn>
                  <a:cxn ang="0">
                    <a:pos x="12" y="50"/>
                  </a:cxn>
                  <a:cxn ang="0">
                    <a:pos x="10" y="52"/>
                  </a:cxn>
                  <a:cxn ang="0">
                    <a:pos x="8" y="52"/>
                  </a:cxn>
                  <a:cxn ang="0">
                    <a:pos x="5" y="57"/>
                  </a:cxn>
                  <a:cxn ang="0">
                    <a:pos x="3" y="57"/>
                  </a:cxn>
                  <a:cxn ang="0">
                    <a:pos x="3" y="57"/>
                  </a:cxn>
                  <a:cxn ang="0">
                    <a:pos x="3" y="52"/>
                  </a:cxn>
                  <a:cxn ang="0">
                    <a:pos x="3" y="50"/>
                  </a:cxn>
                  <a:cxn ang="0">
                    <a:pos x="3" y="45"/>
                  </a:cxn>
                  <a:cxn ang="0">
                    <a:pos x="5" y="43"/>
                  </a:cxn>
                  <a:cxn ang="0">
                    <a:pos x="5" y="38"/>
                  </a:cxn>
                  <a:cxn ang="0">
                    <a:pos x="5" y="36"/>
                  </a:cxn>
                  <a:cxn ang="0">
                    <a:pos x="5" y="33"/>
                  </a:cxn>
                  <a:cxn ang="0">
                    <a:pos x="5" y="29"/>
                  </a:cxn>
                  <a:cxn ang="0">
                    <a:pos x="5" y="26"/>
                  </a:cxn>
                  <a:cxn ang="0">
                    <a:pos x="5" y="24"/>
                  </a:cxn>
                  <a:cxn ang="0">
                    <a:pos x="0" y="24"/>
                  </a:cxn>
                  <a:cxn ang="0">
                    <a:pos x="0" y="22"/>
                  </a:cxn>
                  <a:cxn ang="0">
                    <a:pos x="3" y="19"/>
                  </a:cxn>
                  <a:cxn ang="0">
                    <a:pos x="3" y="17"/>
                  </a:cxn>
                  <a:cxn ang="0">
                    <a:pos x="3" y="14"/>
                  </a:cxn>
                  <a:cxn ang="0">
                    <a:pos x="3" y="10"/>
                  </a:cxn>
                  <a:cxn ang="0">
                    <a:pos x="3" y="7"/>
                  </a:cxn>
                  <a:cxn ang="0">
                    <a:pos x="5" y="5"/>
                  </a:cxn>
                  <a:cxn ang="0">
                    <a:pos x="3" y="3"/>
                  </a:cxn>
                  <a:cxn ang="0">
                    <a:pos x="5" y="0"/>
                  </a:cxn>
                  <a:cxn ang="0">
                    <a:pos x="8" y="0"/>
                  </a:cxn>
                  <a:cxn ang="0">
                    <a:pos x="8" y="3"/>
                  </a:cxn>
                  <a:cxn ang="0">
                    <a:pos x="8" y="7"/>
                  </a:cxn>
                  <a:cxn ang="0">
                    <a:pos x="5" y="10"/>
                  </a:cxn>
                  <a:cxn ang="0">
                    <a:pos x="5" y="14"/>
                  </a:cxn>
                  <a:cxn ang="0">
                    <a:pos x="5" y="17"/>
                  </a:cxn>
                  <a:cxn ang="0">
                    <a:pos x="5" y="19"/>
                  </a:cxn>
                  <a:cxn ang="0">
                    <a:pos x="5" y="19"/>
                  </a:cxn>
                  <a:cxn ang="0">
                    <a:pos x="8" y="22"/>
                  </a:cxn>
                  <a:cxn ang="0">
                    <a:pos x="12" y="22"/>
                  </a:cxn>
                  <a:cxn ang="0">
                    <a:pos x="12" y="24"/>
                  </a:cxn>
                  <a:cxn ang="0">
                    <a:pos x="15" y="26"/>
                  </a:cxn>
                  <a:cxn ang="0">
                    <a:pos x="17" y="29"/>
                  </a:cxn>
                  <a:cxn ang="0">
                    <a:pos x="19" y="26"/>
                  </a:cxn>
                  <a:cxn ang="0">
                    <a:pos x="22" y="26"/>
                  </a:cxn>
                  <a:cxn ang="0">
                    <a:pos x="24" y="29"/>
                  </a:cxn>
                  <a:cxn ang="0">
                    <a:pos x="26" y="29"/>
                  </a:cxn>
                  <a:cxn ang="0">
                    <a:pos x="29" y="29"/>
                  </a:cxn>
                  <a:cxn ang="0">
                    <a:pos x="31" y="26"/>
                  </a:cxn>
                  <a:cxn ang="0">
                    <a:pos x="29" y="29"/>
                  </a:cxn>
                  <a:cxn ang="0">
                    <a:pos x="31" y="29"/>
                  </a:cxn>
                  <a:cxn ang="0">
                    <a:pos x="29" y="31"/>
                  </a:cxn>
                  <a:cxn ang="0">
                    <a:pos x="29" y="33"/>
                  </a:cxn>
                  <a:cxn ang="0">
                    <a:pos x="31" y="38"/>
                  </a:cxn>
                  <a:cxn ang="0">
                    <a:pos x="29" y="38"/>
                  </a:cxn>
                </a:cxnLst>
                <a:rect l="0" t="0" r="r" b="b"/>
                <a:pathLst>
                  <a:path w="31" h="59">
                    <a:moveTo>
                      <a:pt x="29" y="41"/>
                    </a:moveTo>
                    <a:lnTo>
                      <a:pt x="29" y="41"/>
                    </a:lnTo>
                    <a:lnTo>
                      <a:pt x="26" y="41"/>
                    </a:lnTo>
                    <a:lnTo>
                      <a:pt x="26" y="38"/>
                    </a:lnTo>
                    <a:lnTo>
                      <a:pt x="26" y="38"/>
                    </a:lnTo>
                    <a:lnTo>
                      <a:pt x="26" y="41"/>
                    </a:lnTo>
                    <a:lnTo>
                      <a:pt x="26" y="41"/>
                    </a:lnTo>
                    <a:lnTo>
                      <a:pt x="26" y="41"/>
                    </a:lnTo>
                    <a:lnTo>
                      <a:pt x="24" y="41"/>
                    </a:lnTo>
                    <a:lnTo>
                      <a:pt x="24" y="43"/>
                    </a:lnTo>
                    <a:lnTo>
                      <a:pt x="24" y="43"/>
                    </a:lnTo>
                    <a:lnTo>
                      <a:pt x="22" y="43"/>
                    </a:lnTo>
                    <a:lnTo>
                      <a:pt x="22" y="43"/>
                    </a:lnTo>
                    <a:lnTo>
                      <a:pt x="22" y="43"/>
                    </a:lnTo>
                    <a:lnTo>
                      <a:pt x="22" y="43"/>
                    </a:lnTo>
                    <a:lnTo>
                      <a:pt x="22" y="45"/>
                    </a:lnTo>
                    <a:lnTo>
                      <a:pt x="22" y="45"/>
                    </a:lnTo>
                    <a:lnTo>
                      <a:pt x="22" y="48"/>
                    </a:lnTo>
                    <a:lnTo>
                      <a:pt x="22" y="48"/>
                    </a:lnTo>
                    <a:lnTo>
                      <a:pt x="19" y="48"/>
                    </a:lnTo>
                    <a:lnTo>
                      <a:pt x="19" y="48"/>
                    </a:lnTo>
                    <a:lnTo>
                      <a:pt x="19" y="50"/>
                    </a:lnTo>
                    <a:lnTo>
                      <a:pt x="19" y="50"/>
                    </a:lnTo>
                    <a:lnTo>
                      <a:pt x="19" y="52"/>
                    </a:lnTo>
                    <a:lnTo>
                      <a:pt x="19" y="52"/>
                    </a:lnTo>
                    <a:lnTo>
                      <a:pt x="19" y="55"/>
                    </a:lnTo>
                    <a:lnTo>
                      <a:pt x="19" y="55"/>
                    </a:lnTo>
                    <a:lnTo>
                      <a:pt x="19" y="57"/>
                    </a:lnTo>
                    <a:lnTo>
                      <a:pt x="19" y="57"/>
                    </a:lnTo>
                    <a:lnTo>
                      <a:pt x="19" y="57"/>
                    </a:lnTo>
                    <a:lnTo>
                      <a:pt x="19" y="57"/>
                    </a:lnTo>
                    <a:lnTo>
                      <a:pt x="19" y="59"/>
                    </a:lnTo>
                    <a:lnTo>
                      <a:pt x="17" y="59"/>
                    </a:lnTo>
                    <a:lnTo>
                      <a:pt x="17" y="59"/>
                    </a:lnTo>
                    <a:lnTo>
                      <a:pt x="15" y="59"/>
                    </a:lnTo>
                    <a:lnTo>
                      <a:pt x="15" y="59"/>
                    </a:lnTo>
                    <a:lnTo>
                      <a:pt x="15" y="57"/>
                    </a:lnTo>
                    <a:lnTo>
                      <a:pt x="15" y="57"/>
                    </a:lnTo>
                    <a:lnTo>
                      <a:pt x="15" y="57"/>
                    </a:lnTo>
                    <a:lnTo>
                      <a:pt x="15" y="55"/>
                    </a:lnTo>
                    <a:lnTo>
                      <a:pt x="15" y="55"/>
                    </a:lnTo>
                    <a:lnTo>
                      <a:pt x="15" y="55"/>
                    </a:lnTo>
                    <a:lnTo>
                      <a:pt x="15" y="52"/>
                    </a:lnTo>
                    <a:lnTo>
                      <a:pt x="15" y="52"/>
                    </a:lnTo>
                    <a:lnTo>
                      <a:pt x="15" y="50"/>
                    </a:lnTo>
                    <a:lnTo>
                      <a:pt x="15" y="50"/>
                    </a:lnTo>
                    <a:lnTo>
                      <a:pt x="12" y="50"/>
                    </a:lnTo>
                    <a:lnTo>
                      <a:pt x="12" y="50"/>
                    </a:lnTo>
                    <a:lnTo>
                      <a:pt x="12" y="52"/>
                    </a:lnTo>
                    <a:lnTo>
                      <a:pt x="12" y="52"/>
                    </a:lnTo>
                    <a:lnTo>
                      <a:pt x="10" y="52"/>
                    </a:lnTo>
                    <a:lnTo>
                      <a:pt x="10" y="52"/>
                    </a:lnTo>
                    <a:lnTo>
                      <a:pt x="8" y="52"/>
                    </a:lnTo>
                    <a:lnTo>
                      <a:pt x="8" y="52"/>
                    </a:lnTo>
                    <a:lnTo>
                      <a:pt x="8" y="52"/>
                    </a:lnTo>
                    <a:lnTo>
                      <a:pt x="8" y="52"/>
                    </a:lnTo>
                    <a:lnTo>
                      <a:pt x="8" y="55"/>
                    </a:lnTo>
                    <a:lnTo>
                      <a:pt x="5" y="55"/>
                    </a:lnTo>
                    <a:lnTo>
                      <a:pt x="5" y="55"/>
                    </a:lnTo>
                    <a:lnTo>
                      <a:pt x="5" y="57"/>
                    </a:lnTo>
                    <a:lnTo>
                      <a:pt x="5" y="57"/>
                    </a:lnTo>
                    <a:lnTo>
                      <a:pt x="5" y="57"/>
                    </a:lnTo>
                    <a:lnTo>
                      <a:pt x="5" y="57"/>
                    </a:lnTo>
                    <a:lnTo>
                      <a:pt x="3" y="57"/>
                    </a:lnTo>
                    <a:lnTo>
                      <a:pt x="3" y="57"/>
                    </a:lnTo>
                    <a:lnTo>
                      <a:pt x="0" y="57"/>
                    </a:lnTo>
                    <a:lnTo>
                      <a:pt x="0" y="57"/>
                    </a:lnTo>
                    <a:lnTo>
                      <a:pt x="3" y="57"/>
                    </a:lnTo>
                    <a:lnTo>
                      <a:pt x="3" y="55"/>
                    </a:lnTo>
                    <a:lnTo>
                      <a:pt x="3" y="55"/>
                    </a:lnTo>
                    <a:lnTo>
                      <a:pt x="3" y="52"/>
                    </a:lnTo>
                    <a:lnTo>
                      <a:pt x="3" y="52"/>
                    </a:lnTo>
                    <a:lnTo>
                      <a:pt x="3" y="52"/>
                    </a:lnTo>
                    <a:lnTo>
                      <a:pt x="3" y="50"/>
                    </a:lnTo>
                    <a:lnTo>
                      <a:pt x="3" y="50"/>
                    </a:lnTo>
                    <a:lnTo>
                      <a:pt x="3" y="50"/>
                    </a:lnTo>
                    <a:lnTo>
                      <a:pt x="3" y="48"/>
                    </a:lnTo>
                    <a:lnTo>
                      <a:pt x="3" y="48"/>
                    </a:lnTo>
                    <a:lnTo>
                      <a:pt x="3" y="48"/>
                    </a:lnTo>
                    <a:lnTo>
                      <a:pt x="3" y="45"/>
                    </a:lnTo>
                    <a:lnTo>
                      <a:pt x="3" y="45"/>
                    </a:lnTo>
                    <a:lnTo>
                      <a:pt x="3" y="45"/>
                    </a:lnTo>
                    <a:lnTo>
                      <a:pt x="3" y="43"/>
                    </a:lnTo>
                    <a:lnTo>
                      <a:pt x="5" y="43"/>
                    </a:lnTo>
                    <a:lnTo>
                      <a:pt x="5" y="43"/>
                    </a:lnTo>
                    <a:lnTo>
                      <a:pt x="5" y="41"/>
                    </a:lnTo>
                    <a:lnTo>
                      <a:pt x="5" y="41"/>
                    </a:lnTo>
                    <a:lnTo>
                      <a:pt x="5" y="38"/>
                    </a:lnTo>
                    <a:lnTo>
                      <a:pt x="5" y="38"/>
                    </a:lnTo>
                    <a:lnTo>
                      <a:pt x="5" y="38"/>
                    </a:lnTo>
                    <a:lnTo>
                      <a:pt x="5" y="36"/>
                    </a:lnTo>
                    <a:lnTo>
                      <a:pt x="5" y="36"/>
                    </a:lnTo>
                    <a:lnTo>
                      <a:pt x="5" y="33"/>
                    </a:lnTo>
                    <a:lnTo>
                      <a:pt x="5" y="33"/>
                    </a:lnTo>
                    <a:lnTo>
                      <a:pt x="5" y="33"/>
                    </a:lnTo>
                    <a:lnTo>
                      <a:pt x="5" y="33"/>
                    </a:lnTo>
                    <a:lnTo>
                      <a:pt x="5" y="31"/>
                    </a:lnTo>
                    <a:lnTo>
                      <a:pt x="5" y="31"/>
                    </a:lnTo>
                    <a:lnTo>
                      <a:pt x="5" y="31"/>
                    </a:lnTo>
                    <a:lnTo>
                      <a:pt x="5" y="29"/>
                    </a:lnTo>
                    <a:lnTo>
                      <a:pt x="5" y="29"/>
                    </a:lnTo>
                    <a:lnTo>
                      <a:pt x="5" y="29"/>
                    </a:lnTo>
                    <a:lnTo>
                      <a:pt x="5" y="29"/>
                    </a:lnTo>
                    <a:lnTo>
                      <a:pt x="5" y="26"/>
                    </a:lnTo>
                    <a:lnTo>
                      <a:pt x="5" y="26"/>
                    </a:lnTo>
                    <a:lnTo>
                      <a:pt x="5" y="24"/>
                    </a:lnTo>
                    <a:lnTo>
                      <a:pt x="5" y="24"/>
                    </a:lnTo>
                    <a:lnTo>
                      <a:pt x="5" y="24"/>
                    </a:lnTo>
                    <a:lnTo>
                      <a:pt x="3" y="24"/>
                    </a:lnTo>
                    <a:lnTo>
                      <a:pt x="3" y="24"/>
                    </a:lnTo>
                    <a:lnTo>
                      <a:pt x="3" y="24"/>
                    </a:lnTo>
                    <a:lnTo>
                      <a:pt x="0" y="24"/>
                    </a:lnTo>
                    <a:lnTo>
                      <a:pt x="0" y="24"/>
                    </a:lnTo>
                    <a:lnTo>
                      <a:pt x="0" y="22"/>
                    </a:lnTo>
                    <a:lnTo>
                      <a:pt x="0" y="22"/>
                    </a:lnTo>
                    <a:lnTo>
                      <a:pt x="0" y="22"/>
                    </a:lnTo>
                    <a:lnTo>
                      <a:pt x="0" y="19"/>
                    </a:lnTo>
                    <a:lnTo>
                      <a:pt x="0" y="19"/>
                    </a:lnTo>
                    <a:lnTo>
                      <a:pt x="3" y="19"/>
                    </a:lnTo>
                    <a:lnTo>
                      <a:pt x="3" y="19"/>
                    </a:lnTo>
                    <a:lnTo>
                      <a:pt x="0" y="19"/>
                    </a:lnTo>
                    <a:lnTo>
                      <a:pt x="0" y="17"/>
                    </a:lnTo>
                    <a:lnTo>
                      <a:pt x="3" y="17"/>
                    </a:lnTo>
                    <a:lnTo>
                      <a:pt x="3" y="17"/>
                    </a:lnTo>
                    <a:lnTo>
                      <a:pt x="0" y="17"/>
                    </a:lnTo>
                    <a:lnTo>
                      <a:pt x="0" y="14"/>
                    </a:lnTo>
                    <a:lnTo>
                      <a:pt x="3" y="14"/>
                    </a:lnTo>
                    <a:lnTo>
                      <a:pt x="3" y="14"/>
                    </a:lnTo>
                    <a:lnTo>
                      <a:pt x="3" y="14"/>
                    </a:lnTo>
                    <a:lnTo>
                      <a:pt x="3" y="12"/>
                    </a:lnTo>
                    <a:lnTo>
                      <a:pt x="3" y="12"/>
                    </a:lnTo>
                    <a:lnTo>
                      <a:pt x="3" y="10"/>
                    </a:lnTo>
                    <a:lnTo>
                      <a:pt x="3" y="10"/>
                    </a:lnTo>
                    <a:lnTo>
                      <a:pt x="3" y="10"/>
                    </a:lnTo>
                    <a:lnTo>
                      <a:pt x="3" y="10"/>
                    </a:lnTo>
                    <a:lnTo>
                      <a:pt x="3" y="7"/>
                    </a:lnTo>
                    <a:lnTo>
                      <a:pt x="3" y="7"/>
                    </a:lnTo>
                    <a:lnTo>
                      <a:pt x="3" y="7"/>
                    </a:lnTo>
                    <a:lnTo>
                      <a:pt x="3" y="5"/>
                    </a:lnTo>
                    <a:lnTo>
                      <a:pt x="5" y="5"/>
                    </a:lnTo>
                    <a:lnTo>
                      <a:pt x="5" y="5"/>
                    </a:lnTo>
                    <a:lnTo>
                      <a:pt x="5" y="3"/>
                    </a:lnTo>
                    <a:lnTo>
                      <a:pt x="3" y="3"/>
                    </a:lnTo>
                    <a:lnTo>
                      <a:pt x="3" y="3"/>
                    </a:lnTo>
                    <a:lnTo>
                      <a:pt x="3" y="0"/>
                    </a:lnTo>
                    <a:lnTo>
                      <a:pt x="5" y="0"/>
                    </a:lnTo>
                    <a:lnTo>
                      <a:pt x="5" y="0"/>
                    </a:lnTo>
                    <a:lnTo>
                      <a:pt x="5" y="0"/>
                    </a:lnTo>
                    <a:lnTo>
                      <a:pt x="5" y="0"/>
                    </a:lnTo>
                    <a:lnTo>
                      <a:pt x="5" y="0"/>
                    </a:lnTo>
                    <a:lnTo>
                      <a:pt x="8" y="0"/>
                    </a:lnTo>
                    <a:lnTo>
                      <a:pt x="8" y="0"/>
                    </a:lnTo>
                    <a:lnTo>
                      <a:pt x="8" y="0"/>
                    </a:lnTo>
                    <a:lnTo>
                      <a:pt x="8" y="0"/>
                    </a:lnTo>
                    <a:lnTo>
                      <a:pt x="8" y="3"/>
                    </a:lnTo>
                    <a:lnTo>
                      <a:pt x="8" y="3"/>
                    </a:lnTo>
                    <a:lnTo>
                      <a:pt x="8" y="5"/>
                    </a:lnTo>
                    <a:lnTo>
                      <a:pt x="8" y="5"/>
                    </a:lnTo>
                    <a:lnTo>
                      <a:pt x="8" y="5"/>
                    </a:lnTo>
                    <a:lnTo>
                      <a:pt x="8" y="7"/>
                    </a:lnTo>
                    <a:lnTo>
                      <a:pt x="8" y="7"/>
                    </a:lnTo>
                    <a:lnTo>
                      <a:pt x="8" y="10"/>
                    </a:lnTo>
                    <a:lnTo>
                      <a:pt x="8" y="10"/>
                    </a:lnTo>
                    <a:lnTo>
                      <a:pt x="5" y="10"/>
                    </a:lnTo>
                    <a:lnTo>
                      <a:pt x="5" y="10"/>
                    </a:lnTo>
                    <a:lnTo>
                      <a:pt x="5" y="12"/>
                    </a:lnTo>
                    <a:lnTo>
                      <a:pt x="5" y="12"/>
                    </a:lnTo>
                    <a:lnTo>
                      <a:pt x="5" y="14"/>
                    </a:lnTo>
                    <a:lnTo>
                      <a:pt x="5" y="14"/>
                    </a:lnTo>
                    <a:lnTo>
                      <a:pt x="5" y="14"/>
                    </a:lnTo>
                    <a:lnTo>
                      <a:pt x="5" y="14"/>
                    </a:lnTo>
                    <a:lnTo>
                      <a:pt x="5" y="17"/>
                    </a:lnTo>
                    <a:lnTo>
                      <a:pt x="5" y="17"/>
                    </a:lnTo>
                    <a:lnTo>
                      <a:pt x="3" y="17"/>
                    </a:lnTo>
                    <a:lnTo>
                      <a:pt x="3" y="19"/>
                    </a:lnTo>
                    <a:lnTo>
                      <a:pt x="5" y="19"/>
                    </a:lnTo>
                    <a:lnTo>
                      <a:pt x="5" y="19"/>
                    </a:lnTo>
                    <a:lnTo>
                      <a:pt x="5" y="19"/>
                    </a:lnTo>
                    <a:lnTo>
                      <a:pt x="5" y="19"/>
                    </a:lnTo>
                    <a:lnTo>
                      <a:pt x="5" y="19"/>
                    </a:lnTo>
                    <a:lnTo>
                      <a:pt x="8" y="19"/>
                    </a:lnTo>
                    <a:lnTo>
                      <a:pt x="8" y="22"/>
                    </a:lnTo>
                    <a:lnTo>
                      <a:pt x="8" y="22"/>
                    </a:lnTo>
                    <a:lnTo>
                      <a:pt x="8" y="22"/>
                    </a:lnTo>
                    <a:lnTo>
                      <a:pt x="10" y="22"/>
                    </a:lnTo>
                    <a:lnTo>
                      <a:pt x="10" y="22"/>
                    </a:lnTo>
                    <a:lnTo>
                      <a:pt x="10" y="22"/>
                    </a:lnTo>
                    <a:lnTo>
                      <a:pt x="12" y="22"/>
                    </a:lnTo>
                    <a:lnTo>
                      <a:pt x="12" y="24"/>
                    </a:lnTo>
                    <a:lnTo>
                      <a:pt x="12" y="24"/>
                    </a:lnTo>
                    <a:lnTo>
                      <a:pt x="12" y="24"/>
                    </a:lnTo>
                    <a:lnTo>
                      <a:pt x="12" y="24"/>
                    </a:lnTo>
                    <a:lnTo>
                      <a:pt x="15" y="24"/>
                    </a:lnTo>
                    <a:lnTo>
                      <a:pt x="15" y="26"/>
                    </a:lnTo>
                    <a:lnTo>
                      <a:pt x="15" y="26"/>
                    </a:lnTo>
                    <a:lnTo>
                      <a:pt x="15" y="26"/>
                    </a:lnTo>
                    <a:lnTo>
                      <a:pt x="15" y="26"/>
                    </a:lnTo>
                    <a:lnTo>
                      <a:pt x="15" y="29"/>
                    </a:lnTo>
                    <a:lnTo>
                      <a:pt x="17" y="29"/>
                    </a:lnTo>
                    <a:lnTo>
                      <a:pt x="17" y="29"/>
                    </a:lnTo>
                    <a:lnTo>
                      <a:pt x="19" y="29"/>
                    </a:lnTo>
                    <a:lnTo>
                      <a:pt x="19" y="29"/>
                    </a:lnTo>
                    <a:lnTo>
                      <a:pt x="19" y="26"/>
                    </a:lnTo>
                    <a:lnTo>
                      <a:pt x="19" y="26"/>
                    </a:lnTo>
                    <a:lnTo>
                      <a:pt x="22" y="26"/>
                    </a:lnTo>
                    <a:lnTo>
                      <a:pt x="22" y="26"/>
                    </a:lnTo>
                    <a:lnTo>
                      <a:pt x="22" y="26"/>
                    </a:lnTo>
                    <a:lnTo>
                      <a:pt x="22" y="26"/>
                    </a:lnTo>
                    <a:lnTo>
                      <a:pt x="22" y="26"/>
                    </a:lnTo>
                    <a:lnTo>
                      <a:pt x="22" y="29"/>
                    </a:lnTo>
                    <a:lnTo>
                      <a:pt x="24" y="29"/>
                    </a:lnTo>
                    <a:lnTo>
                      <a:pt x="24" y="29"/>
                    </a:lnTo>
                    <a:lnTo>
                      <a:pt x="24" y="29"/>
                    </a:lnTo>
                    <a:lnTo>
                      <a:pt x="24" y="29"/>
                    </a:lnTo>
                    <a:lnTo>
                      <a:pt x="26" y="29"/>
                    </a:lnTo>
                    <a:lnTo>
                      <a:pt x="26" y="29"/>
                    </a:lnTo>
                    <a:lnTo>
                      <a:pt x="26" y="29"/>
                    </a:lnTo>
                    <a:lnTo>
                      <a:pt x="26" y="29"/>
                    </a:lnTo>
                    <a:lnTo>
                      <a:pt x="26" y="29"/>
                    </a:lnTo>
                    <a:lnTo>
                      <a:pt x="29" y="29"/>
                    </a:lnTo>
                    <a:lnTo>
                      <a:pt x="29" y="26"/>
                    </a:lnTo>
                    <a:lnTo>
                      <a:pt x="29" y="26"/>
                    </a:lnTo>
                    <a:lnTo>
                      <a:pt x="29" y="26"/>
                    </a:lnTo>
                    <a:lnTo>
                      <a:pt x="31" y="26"/>
                    </a:lnTo>
                    <a:lnTo>
                      <a:pt x="31" y="29"/>
                    </a:lnTo>
                    <a:lnTo>
                      <a:pt x="29" y="29"/>
                    </a:lnTo>
                    <a:lnTo>
                      <a:pt x="29" y="29"/>
                    </a:lnTo>
                    <a:lnTo>
                      <a:pt x="29" y="29"/>
                    </a:lnTo>
                    <a:lnTo>
                      <a:pt x="29" y="29"/>
                    </a:lnTo>
                    <a:lnTo>
                      <a:pt x="31" y="29"/>
                    </a:lnTo>
                    <a:lnTo>
                      <a:pt x="31" y="29"/>
                    </a:lnTo>
                    <a:lnTo>
                      <a:pt x="31" y="29"/>
                    </a:lnTo>
                    <a:lnTo>
                      <a:pt x="31" y="31"/>
                    </a:lnTo>
                    <a:lnTo>
                      <a:pt x="31" y="31"/>
                    </a:lnTo>
                    <a:lnTo>
                      <a:pt x="31" y="31"/>
                    </a:lnTo>
                    <a:lnTo>
                      <a:pt x="29" y="31"/>
                    </a:lnTo>
                    <a:lnTo>
                      <a:pt x="29" y="31"/>
                    </a:lnTo>
                    <a:lnTo>
                      <a:pt x="29" y="33"/>
                    </a:lnTo>
                    <a:lnTo>
                      <a:pt x="29" y="33"/>
                    </a:lnTo>
                    <a:lnTo>
                      <a:pt x="29" y="33"/>
                    </a:lnTo>
                    <a:lnTo>
                      <a:pt x="29" y="36"/>
                    </a:lnTo>
                    <a:lnTo>
                      <a:pt x="31" y="36"/>
                    </a:lnTo>
                    <a:lnTo>
                      <a:pt x="31" y="36"/>
                    </a:lnTo>
                    <a:lnTo>
                      <a:pt x="31" y="38"/>
                    </a:lnTo>
                    <a:lnTo>
                      <a:pt x="29" y="38"/>
                    </a:lnTo>
                    <a:lnTo>
                      <a:pt x="29" y="38"/>
                    </a:lnTo>
                    <a:lnTo>
                      <a:pt x="29" y="38"/>
                    </a:lnTo>
                    <a:lnTo>
                      <a:pt x="29" y="38"/>
                    </a:lnTo>
                    <a:lnTo>
                      <a:pt x="29" y="4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79"/>
              <p:cNvSpPr>
                <a:spLocks/>
              </p:cNvSpPr>
              <p:nvPr/>
            </p:nvSpPr>
            <p:spPr bwMode="auto">
              <a:xfrm>
                <a:off x="3340" y="2459"/>
                <a:ext cx="69" cy="97"/>
              </a:xfrm>
              <a:custGeom>
                <a:avLst/>
                <a:gdLst/>
                <a:ahLst/>
                <a:cxnLst>
                  <a:cxn ang="0">
                    <a:pos x="64" y="7"/>
                  </a:cxn>
                  <a:cxn ang="0">
                    <a:pos x="61" y="10"/>
                  </a:cxn>
                  <a:cxn ang="0">
                    <a:pos x="61" y="15"/>
                  </a:cxn>
                  <a:cxn ang="0">
                    <a:pos x="59" y="19"/>
                  </a:cxn>
                  <a:cxn ang="0">
                    <a:pos x="57" y="17"/>
                  </a:cxn>
                  <a:cxn ang="0">
                    <a:pos x="59" y="19"/>
                  </a:cxn>
                  <a:cxn ang="0">
                    <a:pos x="61" y="22"/>
                  </a:cxn>
                  <a:cxn ang="0">
                    <a:pos x="61" y="26"/>
                  </a:cxn>
                  <a:cxn ang="0">
                    <a:pos x="66" y="26"/>
                  </a:cxn>
                  <a:cxn ang="0">
                    <a:pos x="66" y="29"/>
                  </a:cxn>
                  <a:cxn ang="0">
                    <a:pos x="61" y="31"/>
                  </a:cxn>
                  <a:cxn ang="0">
                    <a:pos x="59" y="31"/>
                  </a:cxn>
                  <a:cxn ang="0">
                    <a:pos x="54" y="33"/>
                  </a:cxn>
                  <a:cxn ang="0">
                    <a:pos x="57" y="36"/>
                  </a:cxn>
                  <a:cxn ang="0">
                    <a:pos x="52" y="36"/>
                  </a:cxn>
                  <a:cxn ang="0">
                    <a:pos x="50" y="41"/>
                  </a:cxn>
                  <a:cxn ang="0">
                    <a:pos x="45" y="43"/>
                  </a:cxn>
                  <a:cxn ang="0">
                    <a:pos x="40" y="45"/>
                  </a:cxn>
                  <a:cxn ang="0">
                    <a:pos x="40" y="50"/>
                  </a:cxn>
                  <a:cxn ang="0">
                    <a:pos x="38" y="55"/>
                  </a:cxn>
                  <a:cxn ang="0">
                    <a:pos x="35" y="60"/>
                  </a:cxn>
                  <a:cxn ang="0">
                    <a:pos x="33" y="62"/>
                  </a:cxn>
                  <a:cxn ang="0">
                    <a:pos x="28" y="64"/>
                  </a:cxn>
                  <a:cxn ang="0">
                    <a:pos x="26" y="67"/>
                  </a:cxn>
                  <a:cxn ang="0">
                    <a:pos x="24" y="71"/>
                  </a:cxn>
                  <a:cxn ang="0">
                    <a:pos x="19" y="74"/>
                  </a:cxn>
                  <a:cxn ang="0">
                    <a:pos x="14" y="76"/>
                  </a:cxn>
                  <a:cxn ang="0">
                    <a:pos x="12" y="81"/>
                  </a:cxn>
                  <a:cxn ang="0">
                    <a:pos x="7" y="83"/>
                  </a:cxn>
                  <a:cxn ang="0">
                    <a:pos x="12" y="88"/>
                  </a:cxn>
                  <a:cxn ang="0">
                    <a:pos x="7" y="90"/>
                  </a:cxn>
                  <a:cxn ang="0">
                    <a:pos x="5" y="93"/>
                  </a:cxn>
                  <a:cxn ang="0">
                    <a:pos x="2" y="97"/>
                  </a:cxn>
                  <a:cxn ang="0">
                    <a:pos x="0" y="93"/>
                  </a:cxn>
                  <a:cxn ang="0">
                    <a:pos x="2" y="88"/>
                  </a:cxn>
                  <a:cxn ang="0">
                    <a:pos x="7" y="83"/>
                  </a:cxn>
                  <a:cxn ang="0">
                    <a:pos x="7" y="79"/>
                  </a:cxn>
                  <a:cxn ang="0">
                    <a:pos x="9" y="74"/>
                  </a:cxn>
                  <a:cxn ang="0">
                    <a:pos x="12" y="69"/>
                  </a:cxn>
                  <a:cxn ang="0">
                    <a:pos x="16" y="67"/>
                  </a:cxn>
                  <a:cxn ang="0">
                    <a:pos x="19" y="64"/>
                  </a:cxn>
                  <a:cxn ang="0">
                    <a:pos x="21" y="60"/>
                  </a:cxn>
                  <a:cxn ang="0">
                    <a:pos x="26" y="57"/>
                  </a:cxn>
                  <a:cxn ang="0">
                    <a:pos x="28" y="52"/>
                  </a:cxn>
                  <a:cxn ang="0">
                    <a:pos x="33" y="50"/>
                  </a:cxn>
                  <a:cxn ang="0">
                    <a:pos x="35" y="45"/>
                  </a:cxn>
                  <a:cxn ang="0">
                    <a:pos x="38" y="43"/>
                  </a:cxn>
                  <a:cxn ang="0">
                    <a:pos x="40" y="38"/>
                  </a:cxn>
                  <a:cxn ang="0">
                    <a:pos x="45" y="36"/>
                  </a:cxn>
                  <a:cxn ang="0">
                    <a:pos x="45" y="31"/>
                  </a:cxn>
                  <a:cxn ang="0">
                    <a:pos x="47" y="26"/>
                  </a:cxn>
                  <a:cxn ang="0">
                    <a:pos x="52" y="26"/>
                  </a:cxn>
                  <a:cxn ang="0">
                    <a:pos x="50" y="22"/>
                  </a:cxn>
                  <a:cxn ang="0">
                    <a:pos x="52" y="17"/>
                  </a:cxn>
                  <a:cxn ang="0">
                    <a:pos x="50" y="12"/>
                  </a:cxn>
                  <a:cxn ang="0">
                    <a:pos x="54" y="10"/>
                  </a:cxn>
                  <a:cxn ang="0">
                    <a:pos x="57" y="5"/>
                  </a:cxn>
                  <a:cxn ang="0">
                    <a:pos x="59" y="10"/>
                  </a:cxn>
                  <a:cxn ang="0">
                    <a:pos x="59" y="5"/>
                  </a:cxn>
                  <a:cxn ang="0">
                    <a:pos x="61" y="3"/>
                  </a:cxn>
                  <a:cxn ang="0">
                    <a:pos x="64" y="3"/>
                  </a:cxn>
                </a:cxnLst>
                <a:rect l="0" t="0" r="r" b="b"/>
                <a:pathLst>
                  <a:path w="69" h="97">
                    <a:moveTo>
                      <a:pt x="66" y="3"/>
                    </a:moveTo>
                    <a:lnTo>
                      <a:pt x="66" y="3"/>
                    </a:lnTo>
                    <a:lnTo>
                      <a:pt x="66" y="5"/>
                    </a:lnTo>
                    <a:lnTo>
                      <a:pt x="64" y="5"/>
                    </a:lnTo>
                    <a:lnTo>
                      <a:pt x="64" y="5"/>
                    </a:lnTo>
                    <a:lnTo>
                      <a:pt x="64" y="7"/>
                    </a:lnTo>
                    <a:lnTo>
                      <a:pt x="64" y="7"/>
                    </a:lnTo>
                    <a:lnTo>
                      <a:pt x="61" y="7"/>
                    </a:lnTo>
                    <a:lnTo>
                      <a:pt x="61" y="7"/>
                    </a:lnTo>
                    <a:lnTo>
                      <a:pt x="61" y="7"/>
                    </a:lnTo>
                    <a:lnTo>
                      <a:pt x="61" y="7"/>
                    </a:lnTo>
                    <a:lnTo>
                      <a:pt x="61" y="10"/>
                    </a:lnTo>
                    <a:lnTo>
                      <a:pt x="61" y="10"/>
                    </a:lnTo>
                    <a:lnTo>
                      <a:pt x="61" y="10"/>
                    </a:lnTo>
                    <a:lnTo>
                      <a:pt x="61" y="12"/>
                    </a:lnTo>
                    <a:lnTo>
                      <a:pt x="61" y="12"/>
                    </a:lnTo>
                    <a:lnTo>
                      <a:pt x="59" y="12"/>
                    </a:lnTo>
                    <a:lnTo>
                      <a:pt x="59" y="12"/>
                    </a:lnTo>
                    <a:lnTo>
                      <a:pt x="61" y="12"/>
                    </a:lnTo>
                    <a:lnTo>
                      <a:pt x="61" y="12"/>
                    </a:lnTo>
                    <a:lnTo>
                      <a:pt x="61" y="15"/>
                    </a:lnTo>
                    <a:lnTo>
                      <a:pt x="61" y="15"/>
                    </a:lnTo>
                    <a:lnTo>
                      <a:pt x="61" y="15"/>
                    </a:lnTo>
                    <a:lnTo>
                      <a:pt x="61" y="17"/>
                    </a:lnTo>
                    <a:lnTo>
                      <a:pt x="61" y="17"/>
                    </a:lnTo>
                    <a:lnTo>
                      <a:pt x="61" y="19"/>
                    </a:lnTo>
                    <a:lnTo>
                      <a:pt x="61" y="19"/>
                    </a:lnTo>
                    <a:lnTo>
                      <a:pt x="59" y="19"/>
                    </a:lnTo>
                    <a:lnTo>
                      <a:pt x="59" y="17"/>
                    </a:lnTo>
                    <a:lnTo>
                      <a:pt x="59" y="17"/>
                    </a:lnTo>
                    <a:lnTo>
                      <a:pt x="59" y="19"/>
                    </a:lnTo>
                    <a:lnTo>
                      <a:pt x="59" y="19"/>
                    </a:lnTo>
                    <a:lnTo>
                      <a:pt x="59" y="17"/>
                    </a:lnTo>
                    <a:lnTo>
                      <a:pt x="57" y="17"/>
                    </a:lnTo>
                    <a:lnTo>
                      <a:pt x="57" y="17"/>
                    </a:lnTo>
                    <a:lnTo>
                      <a:pt x="57" y="17"/>
                    </a:lnTo>
                    <a:lnTo>
                      <a:pt x="57" y="17"/>
                    </a:lnTo>
                    <a:lnTo>
                      <a:pt x="57" y="19"/>
                    </a:lnTo>
                    <a:lnTo>
                      <a:pt x="57" y="19"/>
                    </a:lnTo>
                    <a:lnTo>
                      <a:pt x="57" y="19"/>
                    </a:lnTo>
                    <a:lnTo>
                      <a:pt x="59" y="19"/>
                    </a:lnTo>
                    <a:lnTo>
                      <a:pt x="59" y="19"/>
                    </a:lnTo>
                    <a:lnTo>
                      <a:pt x="59" y="19"/>
                    </a:lnTo>
                    <a:lnTo>
                      <a:pt x="59" y="22"/>
                    </a:lnTo>
                    <a:lnTo>
                      <a:pt x="59" y="22"/>
                    </a:lnTo>
                    <a:lnTo>
                      <a:pt x="59" y="22"/>
                    </a:lnTo>
                    <a:lnTo>
                      <a:pt x="59" y="22"/>
                    </a:lnTo>
                    <a:lnTo>
                      <a:pt x="59" y="22"/>
                    </a:lnTo>
                    <a:lnTo>
                      <a:pt x="61" y="22"/>
                    </a:lnTo>
                    <a:lnTo>
                      <a:pt x="61" y="24"/>
                    </a:lnTo>
                    <a:lnTo>
                      <a:pt x="61" y="24"/>
                    </a:lnTo>
                    <a:lnTo>
                      <a:pt x="61" y="26"/>
                    </a:lnTo>
                    <a:lnTo>
                      <a:pt x="59" y="26"/>
                    </a:lnTo>
                    <a:lnTo>
                      <a:pt x="59" y="26"/>
                    </a:lnTo>
                    <a:lnTo>
                      <a:pt x="61" y="26"/>
                    </a:lnTo>
                    <a:lnTo>
                      <a:pt x="61" y="26"/>
                    </a:lnTo>
                    <a:lnTo>
                      <a:pt x="61" y="26"/>
                    </a:lnTo>
                    <a:lnTo>
                      <a:pt x="61" y="26"/>
                    </a:lnTo>
                    <a:lnTo>
                      <a:pt x="61" y="24"/>
                    </a:lnTo>
                    <a:lnTo>
                      <a:pt x="64" y="24"/>
                    </a:lnTo>
                    <a:lnTo>
                      <a:pt x="64" y="24"/>
                    </a:lnTo>
                    <a:lnTo>
                      <a:pt x="66" y="24"/>
                    </a:lnTo>
                    <a:lnTo>
                      <a:pt x="66" y="26"/>
                    </a:lnTo>
                    <a:lnTo>
                      <a:pt x="66" y="26"/>
                    </a:lnTo>
                    <a:lnTo>
                      <a:pt x="66" y="26"/>
                    </a:lnTo>
                    <a:lnTo>
                      <a:pt x="66" y="26"/>
                    </a:lnTo>
                    <a:lnTo>
                      <a:pt x="69" y="26"/>
                    </a:lnTo>
                    <a:lnTo>
                      <a:pt x="69" y="29"/>
                    </a:lnTo>
                    <a:lnTo>
                      <a:pt x="66" y="29"/>
                    </a:lnTo>
                    <a:lnTo>
                      <a:pt x="66" y="29"/>
                    </a:lnTo>
                    <a:lnTo>
                      <a:pt x="66" y="31"/>
                    </a:lnTo>
                    <a:lnTo>
                      <a:pt x="66" y="31"/>
                    </a:lnTo>
                    <a:lnTo>
                      <a:pt x="66" y="31"/>
                    </a:lnTo>
                    <a:lnTo>
                      <a:pt x="64" y="31"/>
                    </a:lnTo>
                    <a:lnTo>
                      <a:pt x="64" y="31"/>
                    </a:lnTo>
                    <a:lnTo>
                      <a:pt x="64" y="31"/>
                    </a:lnTo>
                    <a:lnTo>
                      <a:pt x="61" y="31"/>
                    </a:lnTo>
                    <a:lnTo>
                      <a:pt x="61" y="31"/>
                    </a:lnTo>
                    <a:lnTo>
                      <a:pt x="61" y="31"/>
                    </a:lnTo>
                    <a:lnTo>
                      <a:pt x="61" y="29"/>
                    </a:lnTo>
                    <a:lnTo>
                      <a:pt x="61" y="29"/>
                    </a:lnTo>
                    <a:lnTo>
                      <a:pt x="61" y="31"/>
                    </a:lnTo>
                    <a:lnTo>
                      <a:pt x="59" y="31"/>
                    </a:lnTo>
                    <a:lnTo>
                      <a:pt x="59" y="31"/>
                    </a:lnTo>
                    <a:lnTo>
                      <a:pt x="59" y="31"/>
                    </a:lnTo>
                    <a:lnTo>
                      <a:pt x="59" y="33"/>
                    </a:lnTo>
                    <a:lnTo>
                      <a:pt x="59" y="33"/>
                    </a:lnTo>
                    <a:lnTo>
                      <a:pt x="59" y="33"/>
                    </a:lnTo>
                    <a:lnTo>
                      <a:pt x="57" y="33"/>
                    </a:lnTo>
                    <a:lnTo>
                      <a:pt x="57" y="33"/>
                    </a:lnTo>
                    <a:lnTo>
                      <a:pt x="54" y="33"/>
                    </a:lnTo>
                    <a:lnTo>
                      <a:pt x="54" y="33"/>
                    </a:lnTo>
                    <a:lnTo>
                      <a:pt x="54" y="33"/>
                    </a:lnTo>
                    <a:lnTo>
                      <a:pt x="54" y="33"/>
                    </a:lnTo>
                    <a:lnTo>
                      <a:pt x="54" y="33"/>
                    </a:lnTo>
                    <a:lnTo>
                      <a:pt x="54" y="33"/>
                    </a:lnTo>
                    <a:lnTo>
                      <a:pt x="57" y="33"/>
                    </a:lnTo>
                    <a:lnTo>
                      <a:pt x="57" y="36"/>
                    </a:lnTo>
                    <a:lnTo>
                      <a:pt x="54" y="36"/>
                    </a:lnTo>
                    <a:lnTo>
                      <a:pt x="54" y="36"/>
                    </a:lnTo>
                    <a:lnTo>
                      <a:pt x="54" y="36"/>
                    </a:lnTo>
                    <a:lnTo>
                      <a:pt x="54" y="36"/>
                    </a:lnTo>
                    <a:lnTo>
                      <a:pt x="52" y="36"/>
                    </a:lnTo>
                    <a:lnTo>
                      <a:pt x="52" y="36"/>
                    </a:lnTo>
                    <a:lnTo>
                      <a:pt x="52" y="36"/>
                    </a:lnTo>
                    <a:lnTo>
                      <a:pt x="52" y="38"/>
                    </a:lnTo>
                    <a:lnTo>
                      <a:pt x="52" y="38"/>
                    </a:lnTo>
                    <a:lnTo>
                      <a:pt x="52" y="38"/>
                    </a:lnTo>
                    <a:lnTo>
                      <a:pt x="52" y="38"/>
                    </a:lnTo>
                    <a:lnTo>
                      <a:pt x="52" y="41"/>
                    </a:lnTo>
                    <a:lnTo>
                      <a:pt x="52" y="41"/>
                    </a:lnTo>
                    <a:lnTo>
                      <a:pt x="50" y="41"/>
                    </a:lnTo>
                    <a:lnTo>
                      <a:pt x="50" y="43"/>
                    </a:lnTo>
                    <a:lnTo>
                      <a:pt x="50" y="43"/>
                    </a:lnTo>
                    <a:lnTo>
                      <a:pt x="47" y="43"/>
                    </a:lnTo>
                    <a:lnTo>
                      <a:pt x="47" y="43"/>
                    </a:lnTo>
                    <a:lnTo>
                      <a:pt x="47" y="43"/>
                    </a:lnTo>
                    <a:lnTo>
                      <a:pt x="47" y="43"/>
                    </a:lnTo>
                    <a:lnTo>
                      <a:pt x="45" y="43"/>
                    </a:lnTo>
                    <a:lnTo>
                      <a:pt x="45" y="43"/>
                    </a:lnTo>
                    <a:lnTo>
                      <a:pt x="45" y="43"/>
                    </a:lnTo>
                    <a:lnTo>
                      <a:pt x="45" y="43"/>
                    </a:lnTo>
                    <a:lnTo>
                      <a:pt x="43" y="43"/>
                    </a:lnTo>
                    <a:lnTo>
                      <a:pt x="43" y="43"/>
                    </a:lnTo>
                    <a:lnTo>
                      <a:pt x="43" y="45"/>
                    </a:lnTo>
                    <a:lnTo>
                      <a:pt x="40" y="45"/>
                    </a:lnTo>
                    <a:lnTo>
                      <a:pt x="40" y="45"/>
                    </a:lnTo>
                    <a:lnTo>
                      <a:pt x="40" y="45"/>
                    </a:lnTo>
                    <a:lnTo>
                      <a:pt x="40" y="45"/>
                    </a:lnTo>
                    <a:lnTo>
                      <a:pt x="40" y="48"/>
                    </a:lnTo>
                    <a:lnTo>
                      <a:pt x="40" y="48"/>
                    </a:lnTo>
                    <a:lnTo>
                      <a:pt x="40" y="50"/>
                    </a:lnTo>
                    <a:lnTo>
                      <a:pt x="40" y="50"/>
                    </a:lnTo>
                    <a:lnTo>
                      <a:pt x="40" y="52"/>
                    </a:lnTo>
                    <a:lnTo>
                      <a:pt x="40" y="52"/>
                    </a:lnTo>
                    <a:lnTo>
                      <a:pt x="40" y="52"/>
                    </a:lnTo>
                    <a:lnTo>
                      <a:pt x="40" y="52"/>
                    </a:lnTo>
                    <a:lnTo>
                      <a:pt x="40" y="52"/>
                    </a:lnTo>
                    <a:lnTo>
                      <a:pt x="38" y="52"/>
                    </a:lnTo>
                    <a:lnTo>
                      <a:pt x="38" y="55"/>
                    </a:lnTo>
                    <a:lnTo>
                      <a:pt x="38" y="55"/>
                    </a:lnTo>
                    <a:lnTo>
                      <a:pt x="38" y="57"/>
                    </a:lnTo>
                    <a:lnTo>
                      <a:pt x="38" y="57"/>
                    </a:lnTo>
                    <a:lnTo>
                      <a:pt x="38" y="57"/>
                    </a:lnTo>
                    <a:lnTo>
                      <a:pt x="38" y="57"/>
                    </a:lnTo>
                    <a:lnTo>
                      <a:pt x="35" y="57"/>
                    </a:lnTo>
                    <a:lnTo>
                      <a:pt x="35" y="60"/>
                    </a:lnTo>
                    <a:lnTo>
                      <a:pt x="35" y="60"/>
                    </a:lnTo>
                    <a:lnTo>
                      <a:pt x="35" y="60"/>
                    </a:lnTo>
                    <a:lnTo>
                      <a:pt x="33" y="60"/>
                    </a:lnTo>
                    <a:lnTo>
                      <a:pt x="33" y="62"/>
                    </a:lnTo>
                    <a:lnTo>
                      <a:pt x="33" y="62"/>
                    </a:lnTo>
                    <a:lnTo>
                      <a:pt x="33" y="62"/>
                    </a:lnTo>
                    <a:lnTo>
                      <a:pt x="33" y="62"/>
                    </a:lnTo>
                    <a:lnTo>
                      <a:pt x="33" y="62"/>
                    </a:lnTo>
                    <a:lnTo>
                      <a:pt x="31" y="62"/>
                    </a:lnTo>
                    <a:lnTo>
                      <a:pt x="31" y="62"/>
                    </a:lnTo>
                    <a:lnTo>
                      <a:pt x="28" y="62"/>
                    </a:lnTo>
                    <a:lnTo>
                      <a:pt x="28" y="64"/>
                    </a:lnTo>
                    <a:lnTo>
                      <a:pt x="28" y="64"/>
                    </a:lnTo>
                    <a:lnTo>
                      <a:pt x="28" y="64"/>
                    </a:lnTo>
                    <a:lnTo>
                      <a:pt x="26" y="64"/>
                    </a:lnTo>
                    <a:lnTo>
                      <a:pt x="26" y="64"/>
                    </a:lnTo>
                    <a:lnTo>
                      <a:pt x="28" y="64"/>
                    </a:lnTo>
                    <a:lnTo>
                      <a:pt x="28" y="67"/>
                    </a:lnTo>
                    <a:lnTo>
                      <a:pt x="26" y="67"/>
                    </a:lnTo>
                    <a:lnTo>
                      <a:pt x="26" y="67"/>
                    </a:lnTo>
                    <a:lnTo>
                      <a:pt x="26" y="67"/>
                    </a:lnTo>
                    <a:lnTo>
                      <a:pt x="26" y="69"/>
                    </a:lnTo>
                    <a:lnTo>
                      <a:pt x="26" y="69"/>
                    </a:lnTo>
                    <a:lnTo>
                      <a:pt x="26" y="69"/>
                    </a:lnTo>
                    <a:lnTo>
                      <a:pt x="26" y="71"/>
                    </a:lnTo>
                    <a:lnTo>
                      <a:pt x="24" y="71"/>
                    </a:lnTo>
                    <a:lnTo>
                      <a:pt x="24" y="71"/>
                    </a:lnTo>
                    <a:lnTo>
                      <a:pt x="24" y="71"/>
                    </a:lnTo>
                    <a:lnTo>
                      <a:pt x="21" y="71"/>
                    </a:lnTo>
                    <a:lnTo>
                      <a:pt x="21" y="71"/>
                    </a:lnTo>
                    <a:lnTo>
                      <a:pt x="21" y="71"/>
                    </a:lnTo>
                    <a:lnTo>
                      <a:pt x="21" y="74"/>
                    </a:lnTo>
                    <a:lnTo>
                      <a:pt x="21" y="74"/>
                    </a:lnTo>
                    <a:lnTo>
                      <a:pt x="21" y="74"/>
                    </a:lnTo>
                    <a:lnTo>
                      <a:pt x="19" y="74"/>
                    </a:lnTo>
                    <a:lnTo>
                      <a:pt x="19" y="76"/>
                    </a:lnTo>
                    <a:lnTo>
                      <a:pt x="19" y="76"/>
                    </a:lnTo>
                    <a:lnTo>
                      <a:pt x="19" y="76"/>
                    </a:lnTo>
                    <a:lnTo>
                      <a:pt x="16" y="76"/>
                    </a:lnTo>
                    <a:lnTo>
                      <a:pt x="16" y="76"/>
                    </a:lnTo>
                    <a:lnTo>
                      <a:pt x="16" y="76"/>
                    </a:lnTo>
                    <a:lnTo>
                      <a:pt x="14" y="76"/>
                    </a:lnTo>
                    <a:lnTo>
                      <a:pt x="14" y="79"/>
                    </a:lnTo>
                    <a:lnTo>
                      <a:pt x="14" y="79"/>
                    </a:lnTo>
                    <a:lnTo>
                      <a:pt x="14" y="79"/>
                    </a:lnTo>
                    <a:lnTo>
                      <a:pt x="14" y="81"/>
                    </a:lnTo>
                    <a:lnTo>
                      <a:pt x="14" y="81"/>
                    </a:lnTo>
                    <a:lnTo>
                      <a:pt x="14" y="81"/>
                    </a:lnTo>
                    <a:lnTo>
                      <a:pt x="12" y="81"/>
                    </a:lnTo>
                    <a:lnTo>
                      <a:pt x="12" y="81"/>
                    </a:lnTo>
                    <a:lnTo>
                      <a:pt x="12" y="81"/>
                    </a:lnTo>
                    <a:lnTo>
                      <a:pt x="9" y="81"/>
                    </a:lnTo>
                    <a:lnTo>
                      <a:pt x="9" y="81"/>
                    </a:lnTo>
                    <a:lnTo>
                      <a:pt x="9" y="81"/>
                    </a:lnTo>
                    <a:lnTo>
                      <a:pt x="9" y="83"/>
                    </a:lnTo>
                    <a:lnTo>
                      <a:pt x="7" y="83"/>
                    </a:lnTo>
                    <a:lnTo>
                      <a:pt x="7" y="83"/>
                    </a:lnTo>
                    <a:lnTo>
                      <a:pt x="9" y="83"/>
                    </a:lnTo>
                    <a:lnTo>
                      <a:pt x="9" y="83"/>
                    </a:lnTo>
                    <a:lnTo>
                      <a:pt x="12" y="83"/>
                    </a:lnTo>
                    <a:lnTo>
                      <a:pt x="12" y="86"/>
                    </a:lnTo>
                    <a:lnTo>
                      <a:pt x="12" y="86"/>
                    </a:lnTo>
                    <a:lnTo>
                      <a:pt x="12" y="88"/>
                    </a:lnTo>
                    <a:lnTo>
                      <a:pt x="12" y="88"/>
                    </a:lnTo>
                    <a:lnTo>
                      <a:pt x="9" y="88"/>
                    </a:lnTo>
                    <a:lnTo>
                      <a:pt x="9" y="88"/>
                    </a:lnTo>
                    <a:lnTo>
                      <a:pt x="9" y="90"/>
                    </a:lnTo>
                    <a:lnTo>
                      <a:pt x="7" y="90"/>
                    </a:lnTo>
                    <a:lnTo>
                      <a:pt x="7" y="90"/>
                    </a:lnTo>
                    <a:lnTo>
                      <a:pt x="7" y="90"/>
                    </a:lnTo>
                    <a:lnTo>
                      <a:pt x="7" y="90"/>
                    </a:lnTo>
                    <a:lnTo>
                      <a:pt x="5" y="90"/>
                    </a:lnTo>
                    <a:lnTo>
                      <a:pt x="5" y="93"/>
                    </a:lnTo>
                    <a:lnTo>
                      <a:pt x="5" y="93"/>
                    </a:lnTo>
                    <a:lnTo>
                      <a:pt x="5" y="93"/>
                    </a:lnTo>
                    <a:lnTo>
                      <a:pt x="5" y="93"/>
                    </a:lnTo>
                    <a:lnTo>
                      <a:pt x="5" y="93"/>
                    </a:lnTo>
                    <a:lnTo>
                      <a:pt x="5" y="95"/>
                    </a:lnTo>
                    <a:lnTo>
                      <a:pt x="5" y="95"/>
                    </a:lnTo>
                    <a:lnTo>
                      <a:pt x="5" y="95"/>
                    </a:lnTo>
                    <a:lnTo>
                      <a:pt x="5" y="97"/>
                    </a:lnTo>
                    <a:lnTo>
                      <a:pt x="5" y="97"/>
                    </a:lnTo>
                    <a:lnTo>
                      <a:pt x="5" y="97"/>
                    </a:lnTo>
                    <a:lnTo>
                      <a:pt x="2" y="97"/>
                    </a:lnTo>
                    <a:lnTo>
                      <a:pt x="2" y="97"/>
                    </a:lnTo>
                    <a:lnTo>
                      <a:pt x="2" y="97"/>
                    </a:lnTo>
                    <a:lnTo>
                      <a:pt x="2" y="95"/>
                    </a:lnTo>
                    <a:lnTo>
                      <a:pt x="0" y="95"/>
                    </a:lnTo>
                    <a:lnTo>
                      <a:pt x="0" y="95"/>
                    </a:lnTo>
                    <a:lnTo>
                      <a:pt x="0" y="93"/>
                    </a:lnTo>
                    <a:lnTo>
                      <a:pt x="0" y="93"/>
                    </a:lnTo>
                    <a:lnTo>
                      <a:pt x="0" y="93"/>
                    </a:lnTo>
                    <a:lnTo>
                      <a:pt x="0" y="90"/>
                    </a:lnTo>
                    <a:lnTo>
                      <a:pt x="2" y="90"/>
                    </a:lnTo>
                    <a:lnTo>
                      <a:pt x="2" y="90"/>
                    </a:lnTo>
                    <a:lnTo>
                      <a:pt x="2" y="90"/>
                    </a:lnTo>
                    <a:lnTo>
                      <a:pt x="2" y="88"/>
                    </a:lnTo>
                    <a:lnTo>
                      <a:pt x="2" y="88"/>
                    </a:lnTo>
                    <a:lnTo>
                      <a:pt x="5" y="88"/>
                    </a:lnTo>
                    <a:lnTo>
                      <a:pt x="5" y="86"/>
                    </a:lnTo>
                    <a:lnTo>
                      <a:pt x="5" y="86"/>
                    </a:lnTo>
                    <a:lnTo>
                      <a:pt x="5" y="86"/>
                    </a:lnTo>
                    <a:lnTo>
                      <a:pt x="5" y="86"/>
                    </a:lnTo>
                    <a:lnTo>
                      <a:pt x="7" y="86"/>
                    </a:lnTo>
                    <a:lnTo>
                      <a:pt x="7" y="83"/>
                    </a:lnTo>
                    <a:lnTo>
                      <a:pt x="7" y="83"/>
                    </a:lnTo>
                    <a:lnTo>
                      <a:pt x="7" y="81"/>
                    </a:lnTo>
                    <a:lnTo>
                      <a:pt x="7" y="81"/>
                    </a:lnTo>
                    <a:lnTo>
                      <a:pt x="7" y="81"/>
                    </a:lnTo>
                    <a:lnTo>
                      <a:pt x="7" y="81"/>
                    </a:lnTo>
                    <a:lnTo>
                      <a:pt x="7" y="79"/>
                    </a:lnTo>
                    <a:lnTo>
                      <a:pt x="7" y="79"/>
                    </a:lnTo>
                    <a:lnTo>
                      <a:pt x="7" y="76"/>
                    </a:lnTo>
                    <a:lnTo>
                      <a:pt x="7" y="76"/>
                    </a:lnTo>
                    <a:lnTo>
                      <a:pt x="7" y="76"/>
                    </a:lnTo>
                    <a:lnTo>
                      <a:pt x="9" y="76"/>
                    </a:lnTo>
                    <a:lnTo>
                      <a:pt x="9" y="74"/>
                    </a:lnTo>
                    <a:lnTo>
                      <a:pt x="9" y="74"/>
                    </a:lnTo>
                    <a:lnTo>
                      <a:pt x="9" y="74"/>
                    </a:lnTo>
                    <a:lnTo>
                      <a:pt x="12" y="74"/>
                    </a:lnTo>
                    <a:lnTo>
                      <a:pt x="12" y="71"/>
                    </a:lnTo>
                    <a:lnTo>
                      <a:pt x="12" y="71"/>
                    </a:lnTo>
                    <a:lnTo>
                      <a:pt x="12" y="71"/>
                    </a:lnTo>
                    <a:lnTo>
                      <a:pt x="12" y="71"/>
                    </a:lnTo>
                    <a:lnTo>
                      <a:pt x="12" y="71"/>
                    </a:lnTo>
                    <a:lnTo>
                      <a:pt x="12" y="69"/>
                    </a:lnTo>
                    <a:lnTo>
                      <a:pt x="14" y="69"/>
                    </a:lnTo>
                    <a:lnTo>
                      <a:pt x="14" y="69"/>
                    </a:lnTo>
                    <a:lnTo>
                      <a:pt x="14" y="69"/>
                    </a:lnTo>
                    <a:lnTo>
                      <a:pt x="14" y="67"/>
                    </a:lnTo>
                    <a:lnTo>
                      <a:pt x="14" y="67"/>
                    </a:lnTo>
                    <a:lnTo>
                      <a:pt x="14" y="67"/>
                    </a:lnTo>
                    <a:lnTo>
                      <a:pt x="16" y="67"/>
                    </a:lnTo>
                    <a:lnTo>
                      <a:pt x="16" y="64"/>
                    </a:lnTo>
                    <a:lnTo>
                      <a:pt x="16" y="64"/>
                    </a:lnTo>
                    <a:lnTo>
                      <a:pt x="16" y="64"/>
                    </a:lnTo>
                    <a:lnTo>
                      <a:pt x="19" y="64"/>
                    </a:lnTo>
                    <a:lnTo>
                      <a:pt x="19" y="64"/>
                    </a:lnTo>
                    <a:lnTo>
                      <a:pt x="19" y="64"/>
                    </a:lnTo>
                    <a:lnTo>
                      <a:pt x="19" y="64"/>
                    </a:lnTo>
                    <a:lnTo>
                      <a:pt x="19" y="62"/>
                    </a:lnTo>
                    <a:lnTo>
                      <a:pt x="19" y="62"/>
                    </a:lnTo>
                    <a:lnTo>
                      <a:pt x="19" y="62"/>
                    </a:lnTo>
                    <a:lnTo>
                      <a:pt x="21" y="62"/>
                    </a:lnTo>
                    <a:lnTo>
                      <a:pt x="21" y="62"/>
                    </a:lnTo>
                    <a:lnTo>
                      <a:pt x="21" y="62"/>
                    </a:lnTo>
                    <a:lnTo>
                      <a:pt x="21" y="60"/>
                    </a:lnTo>
                    <a:lnTo>
                      <a:pt x="21" y="60"/>
                    </a:lnTo>
                    <a:lnTo>
                      <a:pt x="21" y="60"/>
                    </a:lnTo>
                    <a:lnTo>
                      <a:pt x="24" y="60"/>
                    </a:lnTo>
                    <a:lnTo>
                      <a:pt x="24" y="60"/>
                    </a:lnTo>
                    <a:lnTo>
                      <a:pt x="26" y="60"/>
                    </a:lnTo>
                    <a:lnTo>
                      <a:pt x="26" y="60"/>
                    </a:lnTo>
                    <a:lnTo>
                      <a:pt x="26" y="57"/>
                    </a:lnTo>
                    <a:lnTo>
                      <a:pt x="26" y="57"/>
                    </a:lnTo>
                    <a:lnTo>
                      <a:pt x="26" y="57"/>
                    </a:lnTo>
                    <a:lnTo>
                      <a:pt x="28" y="57"/>
                    </a:lnTo>
                    <a:lnTo>
                      <a:pt x="28" y="55"/>
                    </a:lnTo>
                    <a:lnTo>
                      <a:pt x="28" y="55"/>
                    </a:lnTo>
                    <a:lnTo>
                      <a:pt x="28" y="55"/>
                    </a:lnTo>
                    <a:lnTo>
                      <a:pt x="28" y="52"/>
                    </a:lnTo>
                    <a:lnTo>
                      <a:pt x="28" y="52"/>
                    </a:lnTo>
                    <a:lnTo>
                      <a:pt x="28" y="52"/>
                    </a:lnTo>
                    <a:lnTo>
                      <a:pt x="31" y="52"/>
                    </a:lnTo>
                    <a:lnTo>
                      <a:pt x="31" y="52"/>
                    </a:lnTo>
                    <a:lnTo>
                      <a:pt x="31" y="50"/>
                    </a:lnTo>
                    <a:lnTo>
                      <a:pt x="31" y="50"/>
                    </a:lnTo>
                    <a:lnTo>
                      <a:pt x="33" y="50"/>
                    </a:lnTo>
                    <a:lnTo>
                      <a:pt x="33" y="50"/>
                    </a:lnTo>
                    <a:lnTo>
                      <a:pt x="33" y="50"/>
                    </a:lnTo>
                    <a:lnTo>
                      <a:pt x="33" y="48"/>
                    </a:lnTo>
                    <a:lnTo>
                      <a:pt x="33" y="48"/>
                    </a:lnTo>
                    <a:lnTo>
                      <a:pt x="33" y="48"/>
                    </a:lnTo>
                    <a:lnTo>
                      <a:pt x="35" y="48"/>
                    </a:lnTo>
                    <a:lnTo>
                      <a:pt x="35" y="45"/>
                    </a:lnTo>
                    <a:lnTo>
                      <a:pt x="35" y="45"/>
                    </a:lnTo>
                    <a:lnTo>
                      <a:pt x="35" y="45"/>
                    </a:lnTo>
                    <a:lnTo>
                      <a:pt x="38" y="45"/>
                    </a:lnTo>
                    <a:lnTo>
                      <a:pt x="38" y="43"/>
                    </a:lnTo>
                    <a:lnTo>
                      <a:pt x="38" y="43"/>
                    </a:lnTo>
                    <a:lnTo>
                      <a:pt x="38" y="43"/>
                    </a:lnTo>
                    <a:lnTo>
                      <a:pt x="38" y="43"/>
                    </a:lnTo>
                    <a:lnTo>
                      <a:pt x="38" y="41"/>
                    </a:lnTo>
                    <a:lnTo>
                      <a:pt x="38" y="41"/>
                    </a:lnTo>
                    <a:lnTo>
                      <a:pt x="40" y="41"/>
                    </a:lnTo>
                    <a:lnTo>
                      <a:pt x="40" y="41"/>
                    </a:lnTo>
                    <a:lnTo>
                      <a:pt x="40" y="38"/>
                    </a:lnTo>
                    <a:lnTo>
                      <a:pt x="40" y="38"/>
                    </a:lnTo>
                    <a:lnTo>
                      <a:pt x="40" y="38"/>
                    </a:lnTo>
                    <a:lnTo>
                      <a:pt x="40" y="38"/>
                    </a:lnTo>
                    <a:lnTo>
                      <a:pt x="40" y="36"/>
                    </a:lnTo>
                    <a:lnTo>
                      <a:pt x="43" y="36"/>
                    </a:lnTo>
                    <a:lnTo>
                      <a:pt x="43" y="36"/>
                    </a:lnTo>
                    <a:lnTo>
                      <a:pt x="43" y="36"/>
                    </a:lnTo>
                    <a:lnTo>
                      <a:pt x="43" y="36"/>
                    </a:lnTo>
                    <a:lnTo>
                      <a:pt x="45" y="36"/>
                    </a:lnTo>
                    <a:lnTo>
                      <a:pt x="45" y="36"/>
                    </a:lnTo>
                    <a:lnTo>
                      <a:pt x="45" y="33"/>
                    </a:lnTo>
                    <a:lnTo>
                      <a:pt x="45" y="33"/>
                    </a:lnTo>
                    <a:lnTo>
                      <a:pt x="45" y="33"/>
                    </a:lnTo>
                    <a:lnTo>
                      <a:pt x="45" y="33"/>
                    </a:lnTo>
                    <a:lnTo>
                      <a:pt x="45" y="31"/>
                    </a:lnTo>
                    <a:lnTo>
                      <a:pt x="45" y="31"/>
                    </a:lnTo>
                    <a:lnTo>
                      <a:pt x="45" y="29"/>
                    </a:lnTo>
                    <a:lnTo>
                      <a:pt x="45" y="29"/>
                    </a:lnTo>
                    <a:lnTo>
                      <a:pt x="47" y="29"/>
                    </a:lnTo>
                    <a:lnTo>
                      <a:pt x="47" y="29"/>
                    </a:lnTo>
                    <a:lnTo>
                      <a:pt x="47" y="29"/>
                    </a:lnTo>
                    <a:lnTo>
                      <a:pt x="47" y="26"/>
                    </a:lnTo>
                    <a:lnTo>
                      <a:pt x="47" y="26"/>
                    </a:lnTo>
                    <a:lnTo>
                      <a:pt x="47" y="26"/>
                    </a:lnTo>
                    <a:lnTo>
                      <a:pt x="50" y="26"/>
                    </a:lnTo>
                    <a:lnTo>
                      <a:pt x="50" y="26"/>
                    </a:lnTo>
                    <a:lnTo>
                      <a:pt x="50" y="26"/>
                    </a:lnTo>
                    <a:lnTo>
                      <a:pt x="52" y="26"/>
                    </a:lnTo>
                    <a:lnTo>
                      <a:pt x="52" y="26"/>
                    </a:lnTo>
                    <a:lnTo>
                      <a:pt x="52" y="26"/>
                    </a:lnTo>
                    <a:lnTo>
                      <a:pt x="52" y="24"/>
                    </a:lnTo>
                    <a:lnTo>
                      <a:pt x="52" y="24"/>
                    </a:lnTo>
                    <a:lnTo>
                      <a:pt x="52" y="22"/>
                    </a:lnTo>
                    <a:lnTo>
                      <a:pt x="52" y="22"/>
                    </a:lnTo>
                    <a:lnTo>
                      <a:pt x="52" y="22"/>
                    </a:lnTo>
                    <a:lnTo>
                      <a:pt x="52" y="22"/>
                    </a:lnTo>
                    <a:lnTo>
                      <a:pt x="50" y="22"/>
                    </a:lnTo>
                    <a:lnTo>
                      <a:pt x="50" y="22"/>
                    </a:lnTo>
                    <a:lnTo>
                      <a:pt x="50" y="19"/>
                    </a:lnTo>
                    <a:lnTo>
                      <a:pt x="50" y="19"/>
                    </a:lnTo>
                    <a:lnTo>
                      <a:pt x="50" y="19"/>
                    </a:lnTo>
                    <a:lnTo>
                      <a:pt x="50" y="17"/>
                    </a:lnTo>
                    <a:lnTo>
                      <a:pt x="52" y="17"/>
                    </a:lnTo>
                    <a:lnTo>
                      <a:pt x="52" y="17"/>
                    </a:lnTo>
                    <a:lnTo>
                      <a:pt x="52" y="15"/>
                    </a:lnTo>
                    <a:lnTo>
                      <a:pt x="52" y="15"/>
                    </a:lnTo>
                    <a:lnTo>
                      <a:pt x="52" y="15"/>
                    </a:lnTo>
                    <a:lnTo>
                      <a:pt x="52" y="15"/>
                    </a:lnTo>
                    <a:lnTo>
                      <a:pt x="50" y="15"/>
                    </a:lnTo>
                    <a:lnTo>
                      <a:pt x="50" y="12"/>
                    </a:lnTo>
                    <a:lnTo>
                      <a:pt x="50" y="12"/>
                    </a:lnTo>
                    <a:lnTo>
                      <a:pt x="52" y="12"/>
                    </a:lnTo>
                    <a:lnTo>
                      <a:pt x="52" y="12"/>
                    </a:lnTo>
                    <a:lnTo>
                      <a:pt x="52" y="10"/>
                    </a:lnTo>
                    <a:lnTo>
                      <a:pt x="52" y="10"/>
                    </a:lnTo>
                    <a:lnTo>
                      <a:pt x="52" y="10"/>
                    </a:lnTo>
                    <a:lnTo>
                      <a:pt x="52" y="10"/>
                    </a:lnTo>
                    <a:lnTo>
                      <a:pt x="54" y="10"/>
                    </a:lnTo>
                    <a:lnTo>
                      <a:pt x="54" y="7"/>
                    </a:lnTo>
                    <a:lnTo>
                      <a:pt x="54" y="7"/>
                    </a:lnTo>
                    <a:lnTo>
                      <a:pt x="54" y="7"/>
                    </a:lnTo>
                    <a:lnTo>
                      <a:pt x="54" y="7"/>
                    </a:lnTo>
                    <a:lnTo>
                      <a:pt x="54" y="5"/>
                    </a:lnTo>
                    <a:lnTo>
                      <a:pt x="54" y="5"/>
                    </a:lnTo>
                    <a:lnTo>
                      <a:pt x="57" y="5"/>
                    </a:lnTo>
                    <a:lnTo>
                      <a:pt x="57" y="5"/>
                    </a:lnTo>
                    <a:lnTo>
                      <a:pt x="57" y="5"/>
                    </a:lnTo>
                    <a:lnTo>
                      <a:pt x="57" y="7"/>
                    </a:lnTo>
                    <a:lnTo>
                      <a:pt x="59" y="7"/>
                    </a:lnTo>
                    <a:lnTo>
                      <a:pt x="59" y="7"/>
                    </a:lnTo>
                    <a:lnTo>
                      <a:pt x="59" y="10"/>
                    </a:lnTo>
                    <a:lnTo>
                      <a:pt x="59" y="10"/>
                    </a:lnTo>
                    <a:lnTo>
                      <a:pt x="59" y="7"/>
                    </a:lnTo>
                    <a:lnTo>
                      <a:pt x="59" y="7"/>
                    </a:lnTo>
                    <a:lnTo>
                      <a:pt x="59" y="7"/>
                    </a:lnTo>
                    <a:lnTo>
                      <a:pt x="59" y="7"/>
                    </a:lnTo>
                    <a:lnTo>
                      <a:pt x="59" y="5"/>
                    </a:lnTo>
                    <a:lnTo>
                      <a:pt x="59" y="5"/>
                    </a:lnTo>
                    <a:lnTo>
                      <a:pt x="59" y="5"/>
                    </a:lnTo>
                    <a:lnTo>
                      <a:pt x="59" y="3"/>
                    </a:lnTo>
                    <a:lnTo>
                      <a:pt x="59" y="3"/>
                    </a:lnTo>
                    <a:lnTo>
                      <a:pt x="59" y="3"/>
                    </a:lnTo>
                    <a:lnTo>
                      <a:pt x="59" y="3"/>
                    </a:lnTo>
                    <a:lnTo>
                      <a:pt x="61" y="3"/>
                    </a:lnTo>
                    <a:lnTo>
                      <a:pt x="61" y="3"/>
                    </a:lnTo>
                    <a:lnTo>
                      <a:pt x="61" y="3"/>
                    </a:lnTo>
                    <a:lnTo>
                      <a:pt x="61" y="3"/>
                    </a:lnTo>
                    <a:lnTo>
                      <a:pt x="61" y="3"/>
                    </a:lnTo>
                    <a:lnTo>
                      <a:pt x="61" y="3"/>
                    </a:lnTo>
                    <a:lnTo>
                      <a:pt x="64" y="3"/>
                    </a:lnTo>
                    <a:lnTo>
                      <a:pt x="64" y="0"/>
                    </a:lnTo>
                    <a:lnTo>
                      <a:pt x="64" y="0"/>
                    </a:lnTo>
                    <a:lnTo>
                      <a:pt x="64" y="3"/>
                    </a:lnTo>
                    <a:lnTo>
                      <a:pt x="64" y="3"/>
                    </a:lnTo>
                    <a:lnTo>
                      <a:pt x="66"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80"/>
              <p:cNvSpPr>
                <a:spLocks/>
              </p:cNvSpPr>
              <p:nvPr/>
            </p:nvSpPr>
            <p:spPr bwMode="auto">
              <a:xfrm>
                <a:off x="3340" y="2459"/>
                <a:ext cx="69" cy="97"/>
              </a:xfrm>
              <a:custGeom>
                <a:avLst/>
                <a:gdLst/>
                <a:ahLst/>
                <a:cxnLst>
                  <a:cxn ang="0">
                    <a:pos x="64" y="7"/>
                  </a:cxn>
                  <a:cxn ang="0">
                    <a:pos x="61" y="10"/>
                  </a:cxn>
                  <a:cxn ang="0">
                    <a:pos x="61" y="15"/>
                  </a:cxn>
                  <a:cxn ang="0">
                    <a:pos x="59" y="19"/>
                  </a:cxn>
                  <a:cxn ang="0">
                    <a:pos x="57" y="17"/>
                  </a:cxn>
                  <a:cxn ang="0">
                    <a:pos x="59" y="19"/>
                  </a:cxn>
                  <a:cxn ang="0">
                    <a:pos x="61" y="22"/>
                  </a:cxn>
                  <a:cxn ang="0">
                    <a:pos x="61" y="26"/>
                  </a:cxn>
                  <a:cxn ang="0">
                    <a:pos x="66" y="26"/>
                  </a:cxn>
                  <a:cxn ang="0">
                    <a:pos x="66" y="29"/>
                  </a:cxn>
                  <a:cxn ang="0">
                    <a:pos x="61" y="31"/>
                  </a:cxn>
                  <a:cxn ang="0">
                    <a:pos x="59" y="31"/>
                  </a:cxn>
                  <a:cxn ang="0">
                    <a:pos x="54" y="33"/>
                  </a:cxn>
                  <a:cxn ang="0">
                    <a:pos x="57" y="36"/>
                  </a:cxn>
                  <a:cxn ang="0">
                    <a:pos x="52" y="36"/>
                  </a:cxn>
                  <a:cxn ang="0">
                    <a:pos x="50" y="41"/>
                  </a:cxn>
                  <a:cxn ang="0">
                    <a:pos x="45" y="43"/>
                  </a:cxn>
                  <a:cxn ang="0">
                    <a:pos x="40" y="45"/>
                  </a:cxn>
                  <a:cxn ang="0">
                    <a:pos x="40" y="50"/>
                  </a:cxn>
                  <a:cxn ang="0">
                    <a:pos x="38" y="55"/>
                  </a:cxn>
                  <a:cxn ang="0">
                    <a:pos x="35" y="60"/>
                  </a:cxn>
                  <a:cxn ang="0">
                    <a:pos x="33" y="62"/>
                  </a:cxn>
                  <a:cxn ang="0">
                    <a:pos x="28" y="64"/>
                  </a:cxn>
                  <a:cxn ang="0">
                    <a:pos x="26" y="67"/>
                  </a:cxn>
                  <a:cxn ang="0">
                    <a:pos x="24" y="71"/>
                  </a:cxn>
                  <a:cxn ang="0">
                    <a:pos x="19" y="74"/>
                  </a:cxn>
                  <a:cxn ang="0">
                    <a:pos x="14" y="76"/>
                  </a:cxn>
                  <a:cxn ang="0">
                    <a:pos x="12" y="81"/>
                  </a:cxn>
                  <a:cxn ang="0">
                    <a:pos x="7" y="83"/>
                  </a:cxn>
                  <a:cxn ang="0">
                    <a:pos x="12" y="88"/>
                  </a:cxn>
                  <a:cxn ang="0">
                    <a:pos x="7" y="90"/>
                  </a:cxn>
                  <a:cxn ang="0">
                    <a:pos x="5" y="93"/>
                  </a:cxn>
                  <a:cxn ang="0">
                    <a:pos x="2" y="97"/>
                  </a:cxn>
                  <a:cxn ang="0">
                    <a:pos x="0" y="93"/>
                  </a:cxn>
                  <a:cxn ang="0">
                    <a:pos x="2" y="88"/>
                  </a:cxn>
                  <a:cxn ang="0">
                    <a:pos x="7" y="83"/>
                  </a:cxn>
                  <a:cxn ang="0">
                    <a:pos x="7" y="79"/>
                  </a:cxn>
                  <a:cxn ang="0">
                    <a:pos x="9" y="74"/>
                  </a:cxn>
                  <a:cxn ang="0">
                    <a:pos x="12" y="69"/>
                  </a:cxn>
                  <a:cxn ang="0">
                    <a:pos x="16" y="67"/>
                  </a:cxn>
                  <a:cxn ang="0">
                    <a:pos x="19" y="64"/>
                  </a:cxn>
                  <a:cxn ang="0">
                    <a:pos x="21" y="60"/>
                  </a:cxn>
                  <a:cxn ang="0">
                    <a:pos x="26" y="57"/>
                  </a:cxn>
                  <a:cxn ang="0">
                    <a:pos x="28" y="52"/>
                  </a:cxn>
                  <a:cxn ang="0">
                    <a:pos x="33" y="50"/>
                  </a:cxn>
                  <a:cxn ang="0">
                    <a:pos x="35" y="45"/>
                  </a:cxn>
                  <a:cxn ang="0">
                    <a:pos x="38" y="43"/>
                  </a:cxn>
                  <a:cxn ang="0">
                    <a:pos x="40" y="38"/>
                  </a:cxn>
                  <a:cxn ang="0">
                    <a:pos x="45" y="36"/>
                  </a:cxn>
                  <a:cxn ang="0">
                    <a:pos x="45" y="31"/>
                  </a:cxn>
                  <a:cxn ang="0">
                    <a:pos x="47" y="26"/>
                  </a:cxn>
                  <a:cxn ang="0">
                    <a:pos x="52" y="26"/>
                  </a:cxn>
                  <a:cxn ang="0">
                    <a:pos x="50" y="22"/>
                  </a:cxn>
                  <a:cxn ang="0">
                    <a:pos x="52" y="17"/>
                  </a:cxn>
                  <a:cxn ang="0">
                    <a:pos x="50" y="12"/>
                  </a:cxn>
                  <a:cxn ang="0">
                    <a:pos x="54" y="10"/>
                  </a:cxn>
                  <a:cxn ang="0">
                    <a:pos x="57" y="5"/>
                  </a:cxn>
                  <a:cxn ang="0">
                    <a:pos x="59" y="10"/>
                  </a:cxn>
                  <a:cxn ang="0">
                    <a:pos x="59" y="5"/>
                  </a:cxn>
                  <a:cxn ang="0">
                    <a:pos x="61" y="3"/>
                  </a:cxn>
                  <a:cxn ang="0">
                    <a:pos x="64" y="3"/>
                  </a:cxn>
                </a:cxnLst>
                <a:rect l="0" t="0" r="r" b="b"/>
                <a:pathLst>
                  <a:path w="69" h="97">
                    <a:moveTo>
                      <a:pt x="66" y="3"/>
                    </a:moveTo>
                    <a:lnTo>
                      <a:pt x="66" y="3"/>
                    </a:lnTo>
                    <a:lnTo>
                      <a:pt x="66" y="5"/>
                    </a:lnTo>
                    <a:lnTo>
                      <a:pt x="64" y="5"/>
                    </a:lnTo>
                    <a:lnTo>
                      <a:pt x="64" y="5"/>
                    </a:lnTo>
                    <a:lnTo>
                      <a:pt x="64" y="7"/>
                    </a:lnTo>
                    <a:lnTo>
                      <a:pt x="64" y="7"/>
                    </a:lnTo>
                    <a:lnTo>
                      <a:pt x="61" y="7"/>
                    </a:lnTo>
                    <a:lnTo>
                      <a:pt x="61" y="7"/>
                    </a:lnTo>
                    <a:lnTo>
                      <a:pt x="61" y="7"/>
                    </a:lnTo>
                    <a:lnTo>
                      <a:pt x="61" y="7"/>
                    </a:lnTo>
                    <a:lnTo>
                      <a:pt x="61" y="10"/>
                    </a:lnTo>
                    <a:lnTo>
                      <a:pt x="61" y="10"/>
                    </a:lnTo>
                    <a:lnTo>
                      <a:pt x="61" y="10"/>
                    </a:lnTo>
                    <a:lnTo>
                      <a:pt x="61" y="12"/>
                    </a:lnTo>
                    <a:lnTo>
                      <a:pt x="61" y="12"/>
                    </a:lnTo>
                    <a:lnTo>
                      <a:pt x="59" y="12"/>
                    </a:lnTo>
                    <a:lnTo>
                      <a:pt x="59" y="12"/>
                    </a:lnTo>
                    <a:lnTo>
                      <a:pt x="61" y="12"/>
                    </a:lnTo>
                    <a:lnTo>
                      <a:pt x="61" y="12"/>
                    </a:lnTo>
                    <a:lnTo>
                      <a:pt x="61" y="15"/>
                    </a:lnTo>
                    <a:lnTo>
                      <a:pt x="61" y="15"/>
                    </a:lnTo>
                    <a:lnTo>
                      <a:pt x="61" y="15"/>
                    </a:lnTo>
                    <a:lnTo>
                      <a:pt x="61" y="17"/>
                    </a:lnTo>
                    <a:lnTo>
                      <a:pt x="61" y="17"/>
                    </a:lnTo>
                    <a:lnTo>
                      <a:pt x="61" y="19"/>
                    </a:lnTo>
                    <a:lnTo>
                      <a:pt x="61" y="19"/>
                    </a:lnTo>
                    <a:lnTo>
                      <a:pt x="59" y="19"/>
                    </a:lnTo>
                    <a:lnTo>
                      <a:pt x="59" y="17"/>
                    </a:lnTo>
                    <a:lnTo>
                      <a:pt x="59" y="17"/>
                    </a:lnTo>
                    <a:lnTo>
                      <a:pt x="59" y="19"/>
                    </a:lnTo>
                    <a:lnTo>
                      <a:pt x="59" y="19"/>
                    </a:lnTo>
                    <a:lnTo>
                      <a:pt x="59" y="17"/>
                    </a:lnTo>
                    <a:lnTo>
                      <a:pt x="57" y="17"/>
                    </a:lnTo>
                    <a:lnTo>
                      <a:pt x="57" y="17"/>
                    </a:lnTo>
                    <a:lnTo>
                      <a:pt x="57" y="17"/>
                    </a:lnTo>
                    <a:lnTo>
                      <a:pt x="57" y="17"/>
                    </a:lnTo>
                    <a:lnTo>
                      <a:pt x="57" y="19"/>
                    </a:lnTo>
                    <a:lnTo>
                      <a:pt x="57" y="19"/>
                    </a:lnTo>
                    <a:lnTo>
                      <a:pt x="57" y="19"/>
                    </a:lnTo>
                    <a:lnTo>
                      <a:pt x="59" y="19"/>
                    </a:lnTo>
                    <a:lnTo>
                      <a:pt x="59" y="19"/>
                    </a:lnTo>
                    <a:lnTo>
                      <a:pt x="59" y="19"/>
                    </a:lnTo>
                    <a:lnTo>
                      <a:pt x="59" y="22"/>
                    </a:lnTo>
                    <a:lnTo>
                      <a:pt x="59" y="22"/>
                    </a:lnTo>
                    <a:lnTo>
                      <a:pt x="59" y="22"/>
                    </a:lnTo>
                    <a:lnTo>
                      <a:pt x="59" y="22"/>
                    </a:lnTo>
                    <a:lnTo>
                      <a:pt x="59" y="22"/>
                    </a:lnTo>
                    <a:lnTo>
                      <a:pt x="61" y="22"/>
                    </a:lnTo>
                    <a:lnTo>
                      <a:pt x="61" y="24"/>
                    </a:lnTo>
                    <a:lnTo>
                      <a:pt x="61" y="24"/>
                    </a:lnTo>
                    <a:lnTo>
                      <a:pt x="61" y="26"/>
                    </a:lnTo>
                    <a:lnTo>
                      <a:pt x="59" y="26"/>
                    </a:lnTo>
                    <a:lnTo>
                      <a:pt x="59" y="26"/>
                    </a:lnTo>
                    <a:lnTo>
                      <a:pt x="61" y="26"/>
                    </a:lnTo>
                    <a:lnTo>
                      <a:pt x="61" y="26"/>
                    </a:lnTo>
                    <a:lnTo>
                      <a:pt x="61" y="26"/>
                    </a:lnTo>
                    <a:lnTo>
                      <a:pt x="61" y="26"/>
                    </a:lnTo>
                    <a:lnTo>
                      <a:pt x="61" y="24"/>
                    </a:lnTo>
                    <a:lnTo>
                      <a:pt x="64" y="24"/>
                    </a:lnTo>
                    <a:lnTo>
                      <a:pt x="64" y="24"/>
                    </a:lnTo>
                    <a:lnTo>
                      <a:pt x="66" y="24"/>
                    </a:lnTo>
                    <a:lnTo>
                      <a:pt x="66" y="26"/>
                    </a:lnTo>
                    <a:lnTo>
                      <a:pt x="66" y="26"/>
                    </a:lnTo>
                    <a:lnTo>
                      <a:pt x="66" y="26"/>
                    </a:lnTo>
                    <a:lnTo>
                      <a:pt x="66" y="26"/>
                    </a:lnTo>
                    <a:lnTo>
                      <a:pt x="69" y="26"/>
                    </a:lnTo>
                    <a:lnTo>
                      <a:pt x="69" y="29"/>
                    </a:lnTo>
                    <a:lnTo>
                      <a:pt x="66" y="29"/>
                    </a:lnTo>
                    <a:lnTo>
                      <a:pt x="66" y="29"/>
                    </a:lnTo>
                    <a:lnTo>
                      <a:pt x="66" y="31"/>
                    </a:lnTo>
                    <a:lnTo>
                      <a:pt x="66" y="31"/>
                    </a:lnTo>
                    <a:lnTo>
                      <a:pt x="66" y="31"/>
                    </a:lnTo>
                    <a:lnTo>
                      <a:pt x="64" y="31"/>
                    </a:lnTo>
                    <a:lnTo>
                      <a:pt x="64" y="31"/>
                    </a:lnTo>
                    <a:lnTo>
                      <a:pt x="64" y="31"/>
                    </a:lnTo>
                    <a:lnTo>
                      <a:pt x="61" y="31"/>
                    </a:lnTo>
                    <a:lnTo>
                      <a:pt x="61" y="31"/>
                    </a:lnTo>
                    <a:lnTo>
                      <a:pt x="61" y="31"/>
                    </a:lnTo>
                    <a:lnTo>
                      <a:pt x="61" y="29"/>
                    </a:lnTo>
                    <a:lnTo>
                      <a:pt x="61" y="29"/>
                    </a:lnTo>
                    <a:lnTo>
                      <a:pt x="61" y="31"/>
                    </a:lnTo>
                    <a:lnTo>
                      <a:pt x="59" y="31"/>
                    </a:lnTo>
                    <a:lnTo>
                      <a:pt x="59" y="31"/>
                    </a:lnTo>
                    <a:lnTo>
                      <a:pt x="59" y="31"/>
                    </a:lnTo>
                    <a:lnTo>
                      <a:pt x="59" y="33"/>
                    </a:lnTo>
                    <a:lnTo>
                      <a:pt x="59" y="33"/>
                    </a:lnTo>
                    <a:lnTo>
                      <a:pt x="59" y="33"/>
                    </a:lnTo>
                    <a:lnTo>
                      <a:pt x="57" y="33"/>
                    </a:lnTo>
                    <a:lnTo>
                      <a:pt x="57" y="33"/>
                    </a:lnTo>
                    <a:lnTo>
                      <a:pt x="54" y="33"/>
                    </a:lnTo>
                    <a:lnTo>
                      <a:pt x="54" y="33"/>
                    </a:lnTo>
                    <a:lnTo>
                      <a:pt x="54" y="33"/>
                    </a:lnTo>
                    <a:lnTo>
                      <a:pt x="54" y="33"/>
                    </a:lnTo>
                    <a:lnTo>
                      <a:pt x="54" y="33"/>
                    </a:lnTo>
                    <a:lnTo>
                      <a:pt x="54" y="33"/>
                    </a:lnTo>
                    <a:lnTo>
                      <a:pt x="57" y="33"/>
                    </a:lnTo>
                    <a:lnTo>
                      <a:pt x="57" y="36"/>
                    </a:lnTo>
                    <a:lnTo>
                      <a:pt x="54" y="36"/>
                    </a:lnTo>
                    <a:lnTo>
                      <a:pt x="54" y="36"/>
                    </a:lnTo>
                    <a:lnTo>
                      <a:pt x="54" y="36"/>
                    </a:lnTo>
                    <a:lnTo>
                      <a:pt x="54" y="36"/>
                    </a:lnTo>
                    <a:lnTo>
                      <a:pt x="52" y="36"/>
                    </a:lnTo>
                    <a:lnTo>
                      <a:pt x="52" y="36"/>
                    </a:lnTo>
                    <a:lnTo>
                      <a:pt x="52" y="36"/>
                    </a:lnTo>
                    <a:lnTo>
                      <a:pt x="52" y="38"/>
                    </a:lnTo>
                    <a:lnTo>
                      <a:pt x="52" y="38"/>
                    </a:lnTo>
                    <a:lnTo>
                      <a:pt x="52" y="38"/>
                    </a:lnTo>
                    <a:lnTo>
                      <a:pt x="52" y="38"/>
                    </a:lnTo>
                    <a:lnTo>
                      <a:pt x="52" y="41"/>
                    </a:lnTo>
                    <a:lnTo>
                      <a:pt x="52" y="41"/>
                    </a:lnTo>
                    <a:lnTo>
                      <a:pt x="50" y="41"/>
                    </a:lnTo>
                    <a:lnTo>
                      <a:pt x="50" y="43"/>
                    </a:lnTo>
                    <a:lnTo>
                      <a:pt x="50" y="43"/>
                    </a:lnTo>
                    <a:lnTo>
                      <a:pt x="47" y="43"/>
                    </a:lnTo>
                    <a:lnTo>
                      <a:pt x="47" y="43"/>
                    </a:lnTo>
                    <a:lnTo>
                      <a:pt x="47" y="43"/>
                    </a:lnTo>
                    <a:lnTo>
                      <a:pt x="47" y="43"/>
                    </a:lnTo>
                    <a:lnTo>
                      <a:pt x="45" y="43"/>
                    </a:lnTo>
                    <a:lnTo>
                      <a:pt x="45" y="43"/>
                    </a:lnTo>
                    <a:lnTo>
                      <a:pt x="45" y="43"/>
                    </a:lnTo>
                    <a:lnTo>
                      <a:pt x="45" y="43"/>
                    </a:lnTo>
                    <a:lnTo>
                      <a:pt x="43" y="43"/>
                    </a:lnTo>
                    <a:lnTo>
                      <a:pt x="43" y="43"/>
                    </a:lnTo>
                    <a:lnTo>
                      <a:pt x="43" y="45"/>
                    </a:lnTo>
                    <a:lnTo>
                      <a:pt x="40" y="45"/>
                    </a:lnTo>
                    <a:lnTo>
                      <a:pt x="40" y="45"/>
                    </a:lnTo>
                    <a:lnTo>
                      <a:pt x="40" y="45"/>
                    </a:lnTo>
                    <a:lnTo>
                      <a:pt x="40" y="45"/>
                    </a:lnTo>
                    <a:lnTo>
                      <a:pt x="40" y="48"/>
                    </a:lnTo>
                    <a:lnTo>
                      <a:pt x="40" y="48"/>
                    </a:lnTo>
                    <a:lnTo>
                      <a:pt x="40" y="50"/>
                    </a:lnTo>
                    <a:lnTo>
                      <a:pt x="40" y="50"/>
                    </a:lnTo>
                    <a:lnTo>
                      <a:pt x="40" y="52"/>
                    </a:lnTo>
                    <a:lnTo>
                      <a:pt x="40" y="52"/>
                    </a:lnTo>
                    <a:lnTo>
                      <a:pt x="40" y="52"/>
                    </a:lnTo>
                    <a:lnTo>
                      <a:pt x="40" y="52"/>
                    </a:lnTo>
                    <a:lnTo>
                      <a:pt x="40" y="52"/>
                    </a:lnTo>
                    <a:lnTo>
                      <a:pt x="38" y="52"/>
                    </a:lnTo>
                    <a:lnTo>
                      <a:pt x="38" y="55"/>
                    </a:lnTo>
                    <a:lnTo>
                      <a:pt x="38" y="55"/>
                    </a:lnTo>
                    <a:lnTo>
                      <a:pt x="38" y="57"/>
                    </a:lnTo>
                    <a:lnTo>
                      <a:pt x="38" y="57"/>
                    </a:lnTo>
                    <a:lnTo>
                      <a:pt x="38" y="57"/>
                    </a:lnTo>
                    <a:lnTo>
                      <a:pt x="38" y="57"/>
                    </a:lnTo>
                    <a:lnTo>
                      <a:pt x="35" y="57"/>
                    </a:lnTo>
                    <a:lnTo>
                      <a:pt x="35" y="60"/>
                    </a:lnTo>
                    <a:lnTo>
                      <a:pt x="35" y="60"/>
                    </a:lnTo>
                    <a:lnTo>
                      <a:pt x="35" y="60"/>
                    </a:lnTo>
                    <a:lnTo>
                      <a:pt x="33" y="60"/>
                    </a:lnTo>
                    <a:lnTo>
                      <a:pt x="33" y="62"/>
                    </a:lnTo>
                    <a:lnTo>
                      <a:pt x="33" y="62"/>
                    </a:lnTo>
                    <a:lnTo>
                      <a:pt x="33" y="62"/>
                    </a:lnTo>
                    <a:lnTo>
                      <a:pt x="33" y="62"/>
                    </a:lnTo>
                    <a:lnTo>
                      <a:pt x="33" y="62"/>
                    </a:lnTo>
                    <a:lnTo>
                      <a:pt x="31" y="62"/>
                    </a:lnTo>
                    <a:lnTo>
                      <a:pt x="31" y="62"/>
                    </a:lnTo>
                    <a:lnTo>
                      <a:pt x="28" y="62"/>
                    </a:lnTo>
                    <a:lnTo>
                      <a:pt x="28" y="64"/>
                    </a:lnTo>
                    <a:lnTo>
                      <a:pt x="28" y="64"/>
                    </a:lnTo>
                    <a:lnTo>
                      <a:pt x="28" y="64"/>
                    </a:lnTo>
                    <a:lnTo>
                      <a:pt x="26" y="64"/>
                    </a:lnTo>
                    <a:lnTo>
                      <a:pt x="26" y="64"/>
                    </a:lnTo>
                    <a:lnTo>
                      <a:pt x="28" y="64"/>
                    </a:lnTo>
                    <a:lnTo>
                      <a:pt x="28" y="67"/>
                    </a:lnTo>
                    <a:lnTo>
                      <a:pt x="26" y="67"/>
                    </a:lnTo>
                    <a:lnTo>
                      <a:pt x="26" y="67"/>
                    </a:lnTo>
                    <a:lnTo>
                      <a:pt x="26" y="67"/>
                    </a:lnTo>
                    <a:lnTo>
                      <a:pt x="26" y="69"/>
                    </a:lnTo>
                    <a:lnTo>
                      <a:pt x="26" y="69"/>
                    </a:lnTo>
                    <a:lnTo>
                      <a:pt x="26" y="69"/>
                    </a:lnTo>
                    <a:lnTo>
                      <a:pt x="26" y="71"/>
                    </a:lnTo>
                    <a:lnTo>
                      <a:pt x="24" y="71"/>
                    </a:lnTo>
                    <a:lnTo>
                      <a:pt x="24" y="71"/>
                    </a:lnTo>
                    <a:lnTo>
                      <a:pt x="24" y="71"/>
                    </a:lnTo>
                    <a:lnTo>
                      <a:pt x="21" y="71"/>
                    </a:lnTo>
                    <a:lnTo>
                      <a:pt x="21" y="71"/>
                    </a:lnTo>
                    <a:lnTo>
                      <a:pt x="21" y="71"/>
                    </a:lnTo>
                    <a:lnTo>
                      <a:pt x="21" y="74"/>
                    </a:lnTo>
                    <a:lnTo>
                      <a:pt x="21" y="74"/>
                    </a:lnTo>
                    <a:lnTo>
                      <a:pt x="21" y="74"/>
                    </a:lnTo>
                    <a:lnTo>
                      <a:pt x="19" y="74"/>
                    </a:lnTo>
                    <a:lnTo>
                      <a:pt x="19" y="76"/>
                    </a:lnTo>
                    <a:lnTo>
                      <a:pt x="19" y="76"/>
                    </a:lnTo>
                    <a:lnTo>
                      <a:pt x="19" y="76"/>
                    </a:lnTo>
                    <a:lnTo>
                      <a:pt x="16" y="76"/>
                    </a:lnTo>
                    <a:lnTo>
                      <a:pt x="16" y="76"/>
                    </a:lnTo>
                    <a:lnTo>
                      <a:pt x="16" y="76"/>
                    </a:lnTo>
                    <a:lnTo>
                      <a:pt x="14" y="76"/>
                    </a:lnTo>
                    <a:lnTo>
                      <a:pt x="14" y="79"/>
                    </a:lnTo>
                    <a:lnTo>
                      <a:pt x="14" y="79"/>
                    </a:lnTo>
                    <a:lnTo>
                      <a:pt x="14" y="79"/>
                    </a:lnTo>
                    <a:lnTo>
                      <a:pt x="14" y="81"/>
                    </a:lnTo>
                    <a:lnTo>
                      <a:pt x="14" y="81"/>
                    </a:lnTo>
                    <a:lnTo>
                      <a:pt x="14" y="81"/>
                    </a:lnTo>
                    <a:lnTo>
                      <a:pt x="12" y="81"/>
                    </a:lnTo>
                    <a:lnTo>
                      <a:pt x="12" y="81"/>
                    </a:lnTo>
                    <a:lnTo>
                      <a:pt x="12" y="81"/>
                    </a:lnTo>
                    <a:lnTo>
                      <a:pt x="9" y="81"/>
                    </a:lnTo>
                    <a:lnTo>
                      <a:pt x="9" y="81"/>
                    </a:lnTo>
                    <a:lnTo>
                      <a:pt x="9" y="81"/>
                    </a:lnTo>
                    <a:lnTo>
                      <a:pt x="9" y="83"/>
                    </a:lnTo>
                    <a:lnTo>
                      <a:pt x="7" y="83"/>
                    </a:lnTo>
                    <a:lnTo>
                      <a:pt x="7" y="83"/>
                    </a:lnTo>
                    <a:lnTo>
                      <a:pt x="9" y="83"/>
                    </a:lnTo>
                    <a:lnTo>
                      <a:pt x="9" y="83"/>
                    </a:lnTo>
                    <a:lnTo>
                      <a:pt x="12" y="83"/>
                    </a:lnTo>
                    <a:lnTo>
                      <a:pt x="12" y="86"/>
                    </a:lnTo>
                    <a:lnTo>
                      <a:pt x="12" y="86"/>
                    </a:lnTo>
                    <a:lnTo>
                      <a:pt x="12" y="88"/>
                    </a:lnTo>
                    <a:lnTo>
                      <a:pt x="12" y="88"/>
                    </a:lnTo>
                    <a:lnTo>
                      <a:pt x="9" y="88"/>
                    </a:lnTo>
                    <a:lnTo>
                      <a:pt x="9" y="88"/>
                    </a:lnTo>
                    <a:lnTo>
                      <a:pt x="9" y="90"/>
                    </a:lnTo>
                    <a:lnTo>
                      <a:pt x="7" y="90"/>
                    </a:lnTo>
                    <a:lnTo>
                      <a:pt x="7" y="90"/>
                    </a:lnTo>
                    <a:lnTo>
                      <a:pt x="7" y="90"/>
                    </a:lnTo>
                    <a:lnTo>
                      <a:pt x="7" y="90"/>
                    </a:lnTo>
                    <a:lnTo>
                      <a:pt x="5" y="90"/>
                    </a:lnTo>
                    <a:lnTo>
                      <a:pt x="5" y="93"/>
                    </a:lnTo>
                    <a:lnTo>
                      <a:pt x="5" y="93"/>
                    </a:lnTo>
                    <a:lnTo>
                      <a:pt x="5" y="93"/>
                    </a:lnTo>
                    <a:lnTo>
                      <a:pt x="5" y="93"/>
                    </a:lnTo>
                    <a:lnTo>
                      <a:pt x="5" y="93"/>
                    </a:lnTo>
                    <a:lnTo>
                      <a:pt x="5" y="95"/>
                    </a:lnTo>
                    <a:lnTo>
                      <a:pt x="5" y="95"/>
                    </a:lnTo>
                    <a:lnTo>
                      <a:pt x="5" y="95"/>
                    </a:lnTo>
                    <a:lnTo>
                      <a:pt x="5" y="97"/>
                    </a:lnTo>
                    <a:lnTo>
                      <a:pt x="5" y="97"/>
                    </a:lnTo>
                    <a:lnTo>
                      <a:pt x="5" y="97"/>
                    </a:lnTo>
                    <a:lnTo>
                      <a:pt x="2" y="97"/>
                    </a:lnTo>
                    <a:lnTo>
                      <a:pt x="2" y="97"/>
                    </a:lnTo>
                    <a:lnTo>
                      <a:pt x="2" y="97"/>
                    </a:lnTo>
                    <a:lnTo>
                      <a:pt x="2" y="95"/>
                    </a:lnTo>
                    <a:lnTo>
                      <a:pt x="0" y="95"/>
                    </a:lnTo>
                    <a:lnTo>
                      <a:pt x="0" y="95"/>
                    </a:lnTo>
                    <a:lnTo>
                      <a:pt x="0" y="93"/>
                    </a:lnTo>
                    <a:lnTo>
                      <a:pt x="0" y="93"/>
                    </a:lnTo>
                    <a:lnTo>
                      <a:pt x="0" y="93"/>
                    </a:lnTo>
                    <a:lnTo>
                      <a:pt x="0" y="90"/>
                    </a:lnTo>
                    <a:lnTo>
                      <a:pt x="2" y="90"/>
                    </a:lnTo>
                    <a:lnTo>
                      <a:pt x="2" y="90"/>
                    </a:lnTo>
                    <a:lnTo>
                      <a:pt x="2" y="90"/>
                    </a:lnTo>
                    <a:lnTo>
                      <a:pt x="2" y="88"/>
                    </a:lnTo>
                    <a:lnTo>
                      <a:pt x="2" y="88"/>
                    </a:lnTo>
                    <a:lnTo>
                      <a:pt x="5" y="88"/>
                    </a:lnTo>
                    <a:lnTo>
                      <a:pt x="5" y="86"/>
                    </a:lnTo>
                    <a:lnTo>
                      <a:pt x="5" y="86"/>
                    </a:lnTo>
                    <a:lnTo>
                      <a:pt x="5" y="86"/>
                    </a:lnTo>
                    <a:lnTo>
                      <a:pt x="5" y="86"/>
                    </a:lnTo>
                    <a:lnTo>
                      <a:pt x="7" y="86"/>
                    </a:lnTo>
                    <a:lnTo>
                      <a:pt x="7" y="83"/>
                    </a:lnTo>
                    <a:lnTo>
                      <a:pt x="7" y="83"/>
                    </a:lnTo>
                    <a:lnTo>
                      <a:pt x="7" y="81"/>
                    </a:lnTo>
                    <a:lnTo>
                      <a:pt x="7" y="81"/>
                    </a:lnTo>
                    <a:lnTo>
                      <a:pt x="7" y="81"/>
                    </a:lnTo>
                    <a:lnTo>
                      <a:pt x="7" y="81"/>
                    </a:lnTo>
                    <a:lnTo>
                      <a:pt x="7" y="79"/>
                    </a:lnTo>
                    <a:lnTo>
                      <a:pt x="7" y="79"/>
                    </a:lnTo>
                    <a:lnTo>
                      <a:pt x="7" y="76"/>
                    </a:lnTo>
                    <a:lnTo>
                      <a:pt x="7" y="76"/>
                    </a:lnTo>
                    <a:lnTo>
                      <a:pt x="7" y="76"/>
                    </a:lnTo>
                    <a:lnTo>
                      <a:pt x="9" y="76"/>
                    </a:lnTo>
                    <a:lnTo>
                      <a:pt x="9" y="74"/>
                    </a:lnTo>
                    <a:lnTo>
                      <a:pt x="9" y="74"/>
                    </a:lnTo>
                    <a:lnTo>
                      <a:pt x="9" y="74"/>
                    </a:lnTo>
                    <a:lnTo>
                      <a:pt x="12" y="74"/>
                    </a:lnTo>
                    <a:lnTo>
                      <a:pt x="12" y="71"/>
                    </a:lnTo>
                    <a:lnTo>
                      <a:pt x="12" y="71"/>
                    </a:lnTo>
                    <a:lnTo>
                      <a:pt x="12" y="71"/>
                    </a:lnTo>
                    <a:lnTo>
                      <a:pt x="12" y="71"/>
                    </a:lnTo>
                    <a:lnTo>
                      <a:pt x="12" y="71"/>
                    </a:lnTo>
                    <a:lnTo>
                      <a:pt x="12" y="69"/>
                    </a:lnTo>
                    <a:lnTo>
                      <a:pt x="14" y="69"/>
                    </a:lnTo>
                    <a:lnTo>
                      <a:pt x="14" y="69"/>
                    </a:lnTo>
                    <a:lnTo>
                      <a:pt x="14" y="69"/>
                    </a:lnTo>
                    <a:lnTo>
                      <a:pt x="14" y="67"/>
                    </a:lnTo>
                    <a:lnTo>
                      <a:pt x="14" y="67"/>
                    </a:lnTo>
                    <a:lnTo>
                      <a:pt x="14" y="67"/>
                    </a:lnTo>
                    <a:lnTo>
                      <a:pt x="16" y="67"/>
                    </a:lnTo>
                    <a:lnTo>
                      <a:pt x="16" y="64"/>
                    </a:lnTo>
                    <a:lnTo>
                      <a:pt x="16" y="64"/>
                    </a:lnTo>
                    <a:lnTo>
                      <a:pt x="16" y="64"/>
                    </a:lnTo>
                    <a:lnTo>
                      <a:pt x="19" y="64"/>
                    </a:lnTo>
                    <a:lnTo>
                      <a:pt x="19" y="64"/>
                    </a:lnTo>
                    <a:lnTo>
                      <a:pt x="19" y="64"/>
                    </a:lnTo>
                    <a:lnTo>
                      <a:pt x="19" y="64"/>
                    </a:lnTo>
                    <a:lnTo>
                      <a:pt x="19" y="62"/>
                    </a:lnTo>
                    <a:lnTo>
                      <a:pt x="19" y="62"/>
                    </a:lnTo>
                    <a:lnTo>
                      <a:pt x="19" y="62"/>
                    </a:lnTo>
                    <a:lnTo>
                      <a:pt x="21" y="62"/>
                    </a:lnTo>
                    <a:lnTo>
                      <a:pt x="21" y="62"/>
                    </a:lnTo>
                    <a:lnTo>
                      <a:pt x="21" y="62"/>
                    </a:lnTo>
                    <a:lnTo>
                      <a:pt x="21" y="60"/>
                    </a:lnTo>
                    <a:lnTo>
                      <a:pt x="21" y="60"/>
                    </a:lnTo>
                    <a:lnTo>
                      <a:pt x="21" y="60"/>
                    </a:lnTo>
                    <a:lnTo>
                      <a:pt x="24" y="60"/>
                    </a:lnTo>
                    <a:lnTo>
                      <a:pt x="24" y="60"/>
                    </a:lnTo>
                    <a:lnTo>
                      <a:pt x="26" y="60"/>
                    </a:lnTo>
                    <a:lnTo>
                      <a:pt x="26" y="60"/>
                    </a:lnTo>
                    <a:lnTo>
                      <a:pt x="26" y="57"/>
                    </a:lnTo>
                    <a:lnTo>
                      <a:pt x="26" y="57"/>
                    </a:lnTo>
                    <a:lnTo>
                      <a:pt x="26" y="57"/>
                    </a:lnTo>
                    <a:lnTo>
                      <a:pt x="28" y="57"/>
                    </a:lnTo>
                    <a:lnTo>
                      <a:pt x="28" y="55"/>
                    </a:lnTo>
                    <a:lnTo>
                      <a:pt x="28" y="55"/>
                    </a:lnTo>
                    <a:lnTo>
                      <a:pt x="28" y="55"/>
                    </a:lnTo>
                    <a:lnTo>
                      <a:pt x="28" y="52"/>
                    </a:lnTo>
                    <a:lnTo>
                      <a:pt x="28" y="52"/>
                    </a:lnTo>
                    <a:lnTo>
                      <a:pt x="28" y="52"/>
                    </a:lnTo>
                    <a:lnTo>
                      <a:pt x="31" y="52"/>
                    </a:lnTo>
                    <a:lnTo>
                      <a:pt x="31" y="52"/>
                    </a:lnTo>
                    <a:lnTo>
                      <a:pt x="31" y="50"/>
                    </a:lnTo>
                    <a:lnTo>
                      <a:pt x="31" y="50"/>
                    </a:lnTo>
                    <a:lnTo>
                      <a:pt x="33" y="50"/>
                    </a:lnTo>
                    <a:lnTo>
                      <a:pt x="33" y="50"/>
                    </a:lnTo>
                    <a:lnTo>
                      <a:pt x="33" y="50"/>
                    </a:lnTo>
                    <a:lnTo>
                      <a:pt x="33" y="48"/>
                    </a:lnTo>
                    <a:lnTo>
                      <a:pt x="33" y="48"/>
                    </a:lnTo>
                    <a:lnTo>
                      <a:pt x="33" y="48"/>
                    </a:lnTo>
                    <a:lnTo>
                      <a:pt x="35" y="48"/>
                    </a:lnTo>
                    <a:lnTo>
                      <a:pt x="35" y="45"/>
                    </a:lnTo>
                    <a:lnTo>
                      <a:pt x="35" y="45"/>
                    </a:lnTo>
                    <a:lnTo>
                      <a:pt x="35" y="45"/>
                    </a:lnTo>
                    <a:lnTo>
                      <a:pt x="38" y="45"/>
                    </a:lnTo>
                    <a:lnTo>
                      <a:pt x="38" y="43"/>
                    </a:lnTo>
                    <a:lnTo>
                      <a:pt x="38" y="43"/>
                    </a:lnTo>
                    <a:lnTo>
                      <a:pt x="38" y="43"/>
                    </a:lnTo>
                    <a:lnTo>
                      <a:pt x="38" y="43"/>
                    </a:lnTo>
                    <a:lnTo>
                      <a:pt x="38" y="41"/>
                    </a:lnTo>
                    <a:lnTo>
                      <a:pt x="38" y="41"/>
                    </a:lnTo>
                    <a:lnTo>
                      <a:pt x="40" y="41"/>
                    </a:lnTo>
                    <a:lnTo>
                      <a:pt x="40" y="41"/>
                    </a:lnTo>
                    <a:lnTo>
                      <a:pt x="40" y="38"/>
                    </a:lnTo>
                    <a:lnTo>
                      <a:pt x="40" y="38"/>
                    </a:lnTo>
                    <a:lnTo>
                      <a:pt x="40" y="38"/>
                    </a:lnTo>
                    <a:lnTo>
                      <a:pt x="40" y="38"/>
                    </a:lnTo>
                    <a:lnTo>
                      <a:pt x="40" y="36"/>
                    </a:lnTo>
                    <a:lnTo>
                      <a:pt x="43" y="36"/>
                    </a:lnTo>
                    <a:lnTo>
                      <a:pt x="43" y="36"/>
                    </a:lnTo>
                    <a:lnTo>
                      <a:pt x="43" y="36"/>
                    </a:lnTo>
                    <a:lnTo>
                      <a:pt x="43" y="36"/>
                    </a:lnTo>
                    <a:lnTo>
                      <a:pt x="45" y="36"/>
                    </a:lnTo>
                    <a:lnTo>
                      <a:pt x="45" y="36"/>
                    </a:lnTo>
                    <a:lnTo>
                      <a:pt x="45" y="33"/>
                    </a:lnTo>
                    <a:lnTo>
                      <a:pt x="45" y="33"/>
                    </a:lnTo>
                    <a:lnTo>
                      <a:pt x="45" y="33"/>
                    </a:lnTo>
                    <a:lnTo>
                      <a:pt x="45" y="33"/>
                    </a:lnTo>
                    <a:lnTo>
                      <a:pt x="45" y="31"/>
                    </a:lnTo>
                    <a:lnTo>
                      <a:pt x="45" y="31"/>
                    </a:lnTo>
                    <a:lnTo>
                      <a:pt x="45" y="29"/>
                    </a:lnTo>
                    <a:lnTo>
                      <a:pt x="45" y="29"/>
                    </a:lnTo>
                    <a:lnTo>
                      <a:pt x="47" y="29"/>
                    </a:lnTo>
                    <a:lnTo>
                      <a:pt x="47" y="29"/>
                    </a:lnTo>
                    <a:lnTo>
                      <a:pt x="47" y="29"/>
                    </a:lnTo>
                    <a:lnTo>
                      <a:pt x="47" y="26"/>
                    </a:lnTo>
                    <a:lnTo>
                      <a:pt x="47" y="26"/>
                    </a:lnTo>
                    <a:lnTo>
                      <a:pt x="47" y="26"/>
                    </a:lnTo>
                    <a:lnTo>
                      <a:pt x="50" y="26"/>
                    </a:lnTo>
                    <a:lnTo>
                      <a:pt x="50" y="26"/>
                    </a:lnTo>
                    <a:lnTo>
                      <a:pt x="50" y="26"/>
                    </a:lnTo>
                    <a:lnTo>
                      <a:pt x="52" y="26"/>
                    </a:lnTo>
                    <a:lnTo>
                      <a:pt x="52" y="26"/>
                    </a:lnTo>
                    <a:lnTo>
                      <a:pt x="52" y="26"/>
                    </a:lnTo>
                    <a:lnTo>
                      <a:pt x="52" y="24"/>
                    </a:lnTo>
                    <a:lnTo>
                      <a:pt x="52" y="24"/>
                    </a:lnTo>
                    <a:lnTo>
                      <a:pt x="52" y="22"/>
                    </a:lnTo>
                    <a:lnTo>
                      <a:pt x="52" y="22"/>
                    </a:lnTo>
                    <a:lnTo>
                      <a:pt x="52" y="22"/>
                    </a:lnTo>
                    <a:lnTo>
                      <a:pt x="52" y="22"/>
                    </a:lnTo>
                    <a:lnTo>
                      <a:pt x="50" y="22"/>
                    </a:lnTo>
                    <a:lnTo>
                      <a:pt x="50" y="22"/>
                    </a:lnTo>
                    <a:lnTo>
                      <a:pt x="50" y="19"/>
                    </a:lnTo>
                    <a:lnTo>
                      <a:pt x="50" y="19"/>
                    </a:lnTo>
                    <a:lnTo>
                      <a:pt x="50" y="19"/>
                    </a:lnTo>
                    <a:lnTo>
                      <a:pt x="50" y="17"/>
                    </a:lnTo>
                    <a:lnTo>
                      <a:pt x="52" y="17"/>
                    </a:lnTo>
                    <a:lnTo>
                      <a:pt x="52" y="17"/>
                    </a:lnTo>
                    <a:lnTo>
                      <a:pt x="52" y="15"/>
                    </a:lnTo>
                    <a:lnTo>
                      <a:pt x="52" y="15"/>
                    </a:lnTo>
                    <a:lnTo>
                      <a:pt x="52" y="15"/>
                    </a:lnTo>
                    <a:lnTo>
                      <a:pt x="52" y="15"/>
                    </a:lnTo>
                    <a:lnTo>
                      <a:pt x="50" y="15"/>
                    </a:lnTo>
                    <a:lnTo>
                      <a:pt x="50" y="12"/>
                    </a:lnTo>
                    <a:lnTo>
                      <a:pt x="50" y="12"/>
                    </a:lnTo>
                    <a:lnTo>
                      <a:pt x="52" y="12"/>
                    </a:lnTo>
                    <a:lnTo>
                      <a:pt x="52" y="12"/>
                    </a:lnTo>
                    <a:lnTo>
                      <a:pt x="52" y="10"/>
                    </a:lnTo>
                    <a:lnTo>
                      <a:pt x="52" y="10"/>
                    </a:lnTo>
                    <a:lnTo>
                      <a:pt x="52" y="10"/>
                    </a:lnTo>
                    <a:lnTo>
                      <a:pt x="52" y="10"/>
                    </a:lnTo>
                    <a:lnTo>
                      <a:pt x="54" y="10"/>
                    </a:lnTo>
                    <a:lnTo>
                      <a:pt x="54" y="7"/>
                    </a:lnTo>
                    <a:lnTo>
                      <a:pt x="54" y="7"/>
                    </a:lnTo>
                    <a:lnTo>
                      <a:pt x="54" y="7"/>
                    </a:lnTo>
                    <a:lnTo>
                      <a:pt x="54" y="7"/>
                    </a:lnTo>
                    <a:lnTo>
                      <a:pt x="54" y="5"/>
                    </a:lnTo>
                    <a:lnTo>
                      <a:pt x="54" y="5"/>
                    </a:lnTo>
                    <a:lnTo>
                      <a:pt x="57" y="5"/>
                    </a:lnTo>
                    <a:lnTo>
                      <a:pt x="57" y="5"/>
                    </a:lnTo>
                    <a:lnTo>
                      <a:pt x="57" y="5"/>
                    </a:lnTo>
                    <a:lnTo>
                      <a:pt x="57" y="7"/>
                    </a:lnTo>
                    <a:lnTo>
                      <a:pt x="59" y="7"/>
                    </a:lnTo>
                    <a:lnTo>
                      <a:pt x="59" y="7"/>
                    </a:lnTo>
                    <a:lnTo>
                      <a:pt x="59" y="10"/>
                    </a:lnTo>
                    <a:lnTo>
                      <a:pt x="59" y="10"/>
                    </a:lnTo>
                    <a:lnTo>
                      <a:pt x="59" y="7"/>
                    </a:lnTo>
                    <a:lnTo>
                      <a:pt x="59" y="7"/>
                    </a:lnTo>
                    <a:lnTo>
                      <a:pt x="59" y="7"/>
                    </a:lnTo>
                    <a:lnTo>
                      <a:pt x="59" y="7"/>
                    </a:lnTo>
                    <a:lnTo>
                      <a:pt x="59" y="5"/>
                    </a:lnTo>
                    <a:lnTo>
                      <a:pt x="59" y="5"/>
                    </a:lnTo>
                    <a:lnTo>
                      <a:pt x="59" y="5"/>
                    </a:lnTo>
                    <a:lnTo>
                      <a:pt x="59" y="3"/>
                    </a:lnTo>
                    <a:lnTo>
                      <a:pt x="59" y="3"/>
                    </a:lnTo>
                    <a:lnTo>
                      <a:pt x="59" y="3"/>
                    </a:lnTo>
                    <a:lnTo>
                      <a:pt x="59" y="3"/>
                    </a:lnTo>
                    <a:lnTo>
                      <a:pt x="61" y="3"/>
                    </a:lnTo>
                    <a:lnTo>
                      <a:pt x="61" y="3"/>
                    </a:lnTo>
                    <a:lnTo>
                      <a:pt x="61" y="3"/>
                    </a:lnTo>
                    <a:lnTo>
                      <a:pt x="61" y="3"/>
                    </a:lnTo>
                    <a:lnTo>
                      <a:pt x="61" y="3"/>
                    </a:lnTo>
                    <a:lnTo>
                      <a:pt x="61" y="3"/>
                    </a:lnTo>
                    <a:lnTo>
                      <a:pt x="64" y="3"/>
                    </a:lnTo>
                    <a:lnTo>
                      <a:pt x="64" y="0"/>
                    </a:lnTo>
                    <a:lnTo>
                      <a:pt x="64" y="0"/>
                    </a:lnTo>
                    <a:lnTo>
                      <a:pt x="64" y="3"/>
                    </a:lnTo>
                    <a:lnTo>
                      <a:pt x="64" y="3"/>
                    </a:lnTo>
                    <a:lnTo>
                      <a:pt x="66"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81"/>
              <p:cNvSpPr>
                <a:spLocks/>
              </p:cNvSpPr>
              <p:nvPr/>
            </p:nvSpPr>
            <p:spPr bwMode="auto">
              <a:xfrm>
                <a:off x="3458" y="2469"/>
                <a:ext cx="36" cy="57"/>
              </a:xfrm>
              <a:custGeom>
                <a:avLst/>
                <a:gdLst/>
                <a:ahLst/>
                <a:cxnLst>
                  <a:cxn ang="0">
                    <a:pos x="17" y="5"/>
                  </a:cxn>
                  <a:cxn ang="0">
                    <a:pos x="22" y="7"/>
                  </a:cxn>
                  <a:cxn ang="0">
                    <a:pos x="26" y="7"/>
                  </a:cxn>
                  <a:cxn ang="0">
                    <a:pos x="26" y="9"/>
                  </a:cxn>
                  <a:cxn ang="0">
                    <a:pos x="26" y="12"/>
                  </a:cxn>
                  <a:cxn ang="0">
                    <a:pos x="24" y="16"/>
                  </a:cxn>
                  <a:cxn ang="0">
                    <a:pos x="24" y="21"/>
                  </a:cxn>
                  <a:cxn ang="0">
                    <a:pos x="22" y="23"/>
                  </a:cxn>
                  <a:cxn ang="0">
                    <a:pos x="22" y="28"/>
                  </a:cxn>
                  <a:cxn ang="0">
                    <a:pos x="19" y="31"/>
                  </a:cxn>
                  <a:cxn ang="0">
                    <a:pos x="17" y="35"/>
                  </a:cxn>
                  <a:cxn ang="0">
                    <a:pos x="17" y="40"/>
                  </a:cxn>
                  <a:cxn ang="0">
                    <a:pos x="17" y="42"/>
                  </a:cxn>
                  <a:cxn ang="0">
                    <a:pos x="19" y="47"/>
                  </a:cxn>
                  <a:cxn ang="0">
                    <a:pos x="19" y="42"/>
                  </a:cxn>
                  <a:cxn ang="0">
                    <a:pos x="22" y="38"/>
                  </a:cxn>
                  <a:cxn ang="0">
                    <a:pos x="22" y="33"/>
                  </a:cxn>
                  <a:cxn ang="0">
                    <a:pos x="22" y="28"/>
                  </a:cxn>
                  <a:cxn ang="0">
                    <a:pos x="24" y="26"/>
                  </a:cxn>
                  <a:cxn ang="0">
                    <a:pos x="26" y="23"/>
                  </a:cxn>
                  <a:cxn ang="0">
                    <a:pos x="29" y="19"/>
                  </a:cxn>
                  <a:cxn ang="0">
                    <a:pos x="29" y="14"/>
                  </a:cxn>
                  <a:cxn ang="0">
                    <a:pos x="31" y="12"/>
                  </a:cxn>
                  <a:cxn ang="0">
                    <a:pos x="33" y="9"/>
                  </a:cxn>
                  <a:cxn ang="0">
                    <a:pos x="33" y="5"/>
                  </a:cxn>
                  <a:cxn ang="0">
                    <a:pos x="33" y="2"/>
                  </a:cxn>
                  <a:cxn ang="0">
                    <a:pos x="33" y="0"/>
                  </a:cxn>
                  <a:cxn ang="0">
                    <a:pos x="36" y="2"/>
                  </a:cxn>
                  <a:cxn ang="0">
                    <a:pos x="36" y="5"/>
                  </a:cxn>
                  <a:cxn ang="0">
                    <a:pos x="36" y="9"/>
                  </a:cxn>
                  <a:cxn ang="0">
                    <a:pos x="36" y="14"/>
                  </a:cxn>
                  <a:cxn ang="0">
                    <a:pos x="36" y="19"/>
                  </a:cxn>
                  <a:cxn ang="0">
                    <a:pos x="36" y="23"/>
                  </a:cxn>
                  <a:cxn ang="0">
                    <a:pos x="36" y="26"/>
                  </a:cxn>
                  <a:cxn ang="0">
                    <a:pos x="33" y="26"/>
                  </a:cxn>
                  <a:cxn ang="0">
                    <a:pos x="31" y="28"/>
                  </a:cxn>
                  <a:cxn ang="0">
                    <a:pos x="29" y="31"/>
                  </a:cxn>
                  <a:cxn ang="0">
                    <a:pos x="26" y="33"/>
                  </a:cxn>
                  <a:cxn ang="0">
                    <a:pos x="26" y="38"/>
                  </a:cxn>
                  <a:cxn ang="0">
                    <a:pos x="24" y="42"/>
                  </a:cxn>
                  <a:cxn ang="0">
                    <a:pos x="22" y="45"/>
                  </a:cxn>
                  <a:cxn ang="0">
                    <a:pos x="22" y="47"/>
                  </a:cxn>
                  <a:cxn ang="0">
                    <a:pos x="19" y="52"/>
                  </a:cxn>
                  <a:cxn ang="0">
                    <a:pos x="19" y="57"/>
                  </a:cxn>
                  <a:cxn ang="0">
                    <a:pos x="17" y="57"/>
                  </a:cxn>
                  <a:cxn ang="0">
                    <a:pos x="14" y="57"/>
                  </a:cxn>
                  <a:cxn ang="0">
                    <a:pos x="10" y="54"/>
                  </a:cxn>
                  <a:cxn ang="0">
                    <a:pos x="10" y="50"/>
                  </a:cxn>
                  <a:cxn ang="0">
                    <a:pos x="7" y="47"/>
                  </a:cxn>
                  <a:cxn ang="0">
                    <a:pos x="3" y="47"/>
                  </a:cxn>
                  <a:cxn ang="0">
                    <a:pos x="3" y="42"/>
                  </a:cxn>
                  <a:cxn ang="0">
                    <a:pos x="0" y="40"/>
                  </a:cxn>
                  <a:cxn ang="0">
                    <a:pos x="0" y="35"/>
                  </a:cxn>
                  <a:cxn ang="0">
                    <a:pos x="3" y="33"/>
                  </a:cxn>
                  <a:cxn ang="0">
                    <a:pos x="7" y="33"/>
                  </a:cxn>
                  <a:cxn ang="0">
                    <a:pos x="10" y="31"/>
                  </a:cxn>
                  <a:cxn ang="0">
                    <a:pos x="10" y="26"/>
                  </a:cxn>
                  <a:cxn ang="0">
                    <a:pos x="10" y="21"/>
                  </a:cxn>
                  <a:cxn ang="0">
                    <a:pos x="10" y="16"/>
                  </a:cxn>
                  <a:cxn ang="0">
                    <a:pos x="12" y="14"/>
                  </a:cxn>
                  <a:cxn ang="0">
                    <a:pos x="12" y="12"/>
                  </a:cxn>
                  <a:cxn ang="0">
                    <a:pos x="14" y="7"/>
                  </a:cxn>
                  <a:cxn ang="0">
                    <a:pos x="17" y="7"/>
                  </a:cxn>
                </a:cxnLst>
                <a:rect l="0" t="0" r="r" b="b"/>
                <a:pathLst>
                  <a:path w="36" h="57">
                    <a:moveTo>
                      <a:pt x="17" y="5"/>
                    </a:moveTo>
                    <a:lnTo>
                      <a:pt x="17" y="5"/>
                    </a:lnTo>
                    <a:lnTo>
                      <a:pt x="19" y="5"/>
                    </a:lnTo>
                    <a:lnTo>
                      <a:pt x="19" y="5"/>
                    </a:lnTo>
                    <a:lnTo>
                      <a:pt x="17" y="5"/>
                    </a:lnTo>
                    <a:lnTo>
                      <a:pt x="17" y="7"/>
                    </a:lnTo>
                    <a:lnTo>
                      <a:pt x="19" y="7"/>
                    </a:lnTo>
                    <a:lnTo>
                      <a:pt x="19" y="7"/>
                    </a:lnTo>
                    <a:lnTo>
                      <a:pt x="22" y="7"/>
                    </a:lnTo>
                    <a:lnTo>
                      <a:pt x="22" y="7"/>
                    </a:lnTo>
                    <a:lnTo>
                      <a:pt x="22" y="7"/>
                    </a:lnTo>
                    <a:lnTo>
                      <a:pt x="22" y="7"/>
                    </a:lnTo>
                    <a:lnTo>
                      <a:pt x="24" y="7"/>
                    </a:lnTo>
                    <a:lnTo>
                      <a:pt x="24" y="7"/>
                    </a:lnTo>
                    <a:lnTo>
                      <a:pt x="26" y="7"/>
                    </a:lnTo>
                    <a:lnTo>
                      <a:pt x="26" y="7"/>
                    </a:lnTo>
                    <a:lnTo>
                      <a:pt x="26" y="7"/>
                    </a:lnTo>
                    <a:lnTo>
                      <a:pt x="26" y="7"/>
                    </a:lnTo>
                    <a:lnTo>
                      <a:pt x="26" y="9"/>
                    </a:lnTo>
                    <a:lnTo>
                      <a:pt x="26" y="9"/>
                    </a:lnTo>
                    <a:lnTo>
                      <a:pt x="26" y="9"/>
                    </a:lnTo>
                    <a:lnTo>
                      <a:pt x="26" y="9"/>
                    </a:lnTo>
                    <a:lnTo>
                      <a:pt x="26" y="12"/>
                    </a:lnTo>
                    <a:lnTo>
                      <a:pt x="26" y="12"/>
                    </a:lnTo>
                    <a:lnTo>
                      <a:pt x="26" y="12"/>
                    </a:lnTo>
                    <a:lnTo>
                      <a:pt x="26" y="12"/>
                    </a:lnTo>
                    <a:lnTo>
                      <a:pt x="26" y="14"/>
                    </a:lnTo>
                    <a:lnTo>
                      <a:pt x="26" y="14"/>
                    </a:lnTo>
                    <a:lnTo>
                      <a:pt x="26" y="16"/>
                    </a:lnTo>
                    <a:lnTo>
                      <a:pt x="24" y="16"/>
                    </a:lnTo>
                    <a:lnTo>
                      <a:pt x="24" y="16"/>
                    </a:lnTo>
                    <a:lnTo>
                      <a:pt x="24" y="19"/>
                    </a:lnTo>
                    <a:lnTo>
                      <a:pt x="24" y="19"/>
                    </a:lnTo>
                    <a:lnTo>
                      <a:pt x="24" y="19"/>
                    </a:lnTo>
                    <a:lnTo>
                      <a:pt x="24" y="21"/>
                    </a:lnTo>
                    <a:lnTo>
                      <a:pt x="24" y="21"/>
                    </a:lnTo>
                    <a:lnTo>
                      <a:pt x="22" y="21"/>
                    </a:lnTo>
                    <a:lnTo>
                      <a:pt x="22" y="21"/>
                    </a:lnTo>
                    <a:lnTo>
                      <a:pt x="22" y="23"/>
                    </a:lnTo>
                    <a:lnTo>
                      <a:pt x="22" y="23"/>
                    </a:lnTo>
                    <a:lnTo>
                      <a:pt x="22" y="23"/>
                    </a:lnTo>
                    <a:lnTo>
                      <a:pt x="22" y="26"/>
                    </a:lnTo>
                    <a:lnTo>
                      <a:pt x="22" y="26"/>
                    </a:lnTo>
                    <a:lnTo>
                      <a:pt x="22" y="26"/>
                    </a:lnTo>
                    <a:lnTo>
                      <a:pt x="22" y="28"/>
                    </a:lnTo>
                    <a:lnTo>
                      <a:pt x="19" y="28"/>
                    </a:lnTo>
                    <a:lnTo>
                      <a:pt x="19" y="28"/>
                    </a:lnTo>
                    <a:lnTo>
                      <a:pt x="19" y="31"/>
                    </a:lnTo>
                    <a:lnTo>
                      <a:pt x="19" y="31"/>
                    </a:lnTo>
                    <a:lnTo>
                      <a:pt x="19" y="31"/>
                    </a:lnTo>
                    <a:lnTo>
                      <a:pt x="19" y="33"/>
                    </a:lnTo>
                    <a:lnTo>
                      <a:pt x="19" y="33"/>
                    </a:lnTo>
                    <a:lnTo>
                      <a:pt x="17" y="33"/>
                    </a:lnTo>
                    <a:lnTo>
                      <a:pt x="17" y="33"/>
                    </a:lnTo>
                    <a:lnTo>
                      <a:pt x="17" y="35"/>
                    </a:lnTo>
                    <a:lnTo>
                      <a:pt x="17" y="35"/>
                    </a:lnTo>
                    <a:lnTo>
                      <a:pt x="17" y="35"/>
                    </a:lnTo>
                    <a:lnTo>
                      <a:pt x="17" y="38"/>
                    </a:lnTo>
                    <a:lnTo>
                      <a:pt x="17" y="38"/>
                    </a:lnTo>
                    <a:lnTo>
                      <a:pt x="17" y="40"/>
                    </a:lnTo>
                    <a:lnTo>
                      <a:pt x="17" y="40"/>
                    </a:lnTo>
                    <a:lnTo>
                      <a:pt x="17" y="42"/>
                    </a:lnTo>
                    <a:lnTo>
                      <a:pt x="17" y="42"/>
                    </a:lnTo>
                    <a:lnTo>
                      <a:pt x="17" y="42"/>
                    </a:lnTo>
                    <a:lnTo>
                      <a:pt x="17" y="42"/>
                    </a:lnTo>
                    <a:lnTo>
                      <a:pt x="17" y="45"/>
                    </a:lnTo>
                    <a:lnTo>
                      <a:pt x="19" y="45"/>
                    </a:lnTo>
                    <a:lnTo>
                      <a:pt x="19" y="45"/>
                    </a:lnTo>
                    <a:lnTo>
                      <a:pt x="19" y="47"/>
                    </a:lnTo>
                    <a:lnTo>
                      <a:pt x="19" y="47"/>
                    </a:lnTo>
                    <a:lnTo>
                      <a:pt x="19" y="45"/>
                    </a:lnTo>
                    <a:lnTo>
                      <a:pt x="19" y="45"/>
                    </a:lnTo>
                    <a:lnTo>
                      <a:pt x="19" y="42"/>
                    </a:lnTo>
                    <a:lnTo>
                      <a:pt x="19" y="42"/>
                    </a:lnTo>
                    <a:lnTo>
                      <a:pt x="19" y="42"/>
                    </a:lnTo>
                    <a:lnTo>
                      <a:pt x="19" y="40"/>
                    </a:lnTo>
                    <a:lnTo>
                      <a:pt x="19" y="40"/>
                    </a:lnTo>
                    <a:lnTo>
                      <a:pt x="22" y="40"/>
                    </a:lnTo>
                    <a:lnTo>
                      <a:pt x="22" y="38"/>
                    </a:lnTo>
                    <a:lnTo>
                      <a:pt x="22" y="38"/>
                    </a:lnTo>
                    <a:lnTo>
                      <a:pt x="22" y="35"/>
                    </a:lnTo>
                    <a:lnTo>
                      <a:pt x="22" y="35"/>
                    </a:lnTo>
                    <a:lnTo>
                      <a:pt x="22" y="33"/>
                    </a:lnTo>
                    <a:lnTo>
                      <a:pt x="22" y="33"/>
                    </a:lnTo>
                    <a:lnTo>
                      <a:pt x="22" y="33"/>
                    </a:lnTo>
                    <a:lnTo>
                      <a:pt x="22" y="33"/>
                    </a:lnTo>
                    <a:lnTo>
                      <a:pt x="22" y="31"/>
                    </a:lnTo>
                    <a:lnTo>
                      <a:pt x="22" y="31"/>
                    </a:lnTo>
                    <a:lnTo>
                      <a:pt x="22" y="31"/>
                    </a:lnTo>
                    <a:lnTo>
                      <a:pt x="22" y="28"/>
                    </a:lnTo>
                    <a:lnTo>
                      <a:pt x="24" y="28"/>
                    </a:lnTo>
                    <a:lnTo>
                      <a:pt x="24" y="28"/>
                    </a:lnTo>
                    <a:lnTo>
                      <a:pt x="24" y="28"/>
                    </a:lnTo>
                    <a:lnTo>
                      <a:pt x="24" y="26"/>
                    </a:lnTo>
                    <a:lnTo>
                      <a:pt x="24" y="26"/>
                    </a:lnTo>
                    <a:lnTo>
                      <a:pt x="26" y="26"/>
                    </a:lnTo>
                    <a:lnTo>
                      <a:pt x="26" y="23"/>
                    </a:lnTo>
                    <a:lnTo>
                      <a:pt x="26" y="23"/>
                    </a:lnTo>
                    <a:lnTo>
                      <a:pt x="26" y="23"/>
                    </a:lnTo>
                    <a:lnTo>
                      <a:pt x="26" y="23"/>
                    </a:lnTo>
                    <a:lnTo>
                      <a:pt x="26" y="23"/>
                    </a:lnTo>
                    <a:lnTo>
                      <a:pt x="26" y="21"/>
                    </a:lnTo>
                    <a:lnTo>
                      <a:pt x="26" y="21"/>
                    </a:lnTo>
                    <a:lnTo>
                      <a:pt x="29" y="21"/>
                    </a:lnTo>
                    <a:lnTo>
                      <a:pt x="29" y="19"/>
                    </a:lnTo>
                    <a:lnTo>
                      <a:pt x="29" y="19"/>
                    </a:lnTo>
                    <a:lnTo>
                      <a:pt x="29" y="16"/>
                    </a:lnTo>
                    <a:lnTo>
                      <a:pt x="29" y="16"/>
                    </a:lnTo>
                    <a:lnTo>
                      <a:pt x="29" y="16"/>
                    </a:lnTo>
                    <a:lnTo>
                      <a:pt x="29" y="14"/>
                    </a:lnTo>
                    <a:lnTo>
                      <a:pt x="29" y="14"/>
                    </a:lnTo>
                    <a:lnTo>
                      <a:pt x="29" y="14"/>
                    </a:lnTo>
                    <a:lnTo>
                      <a:pt x="31" y="14"/>
                    </a:lnTo>
                    <a:lnTo>
                      <a:pt x="31" y="12"/>
                    </a:lnTo>
                    <a:lnTo>
                      <a:pt x="31" y="12"/>
                    </a:lnTo>
                    <a:lnTo>
                      <a:pt x="31" y="12"/>
                    </a:lnTo>
                    <a:lnTo>
                      <a:pt x="31" y="12"/>
                    </a:lnTo>
                    <a:lnTo>
                      <a:pt x="31" y="9"/>
                    </a:lnTo>
                    <a:lnTo>
                      <a:pt x="33" y="9"/>
                    </a:lnTo>
                    <a:lnTo>
                      <a:pt x="33" y="9"/>
                    </a:lnTo>
                    <a:lnTo>
                      <a:pt x="33" y="7"/>
                    </a:lnTo>
                    <a:lnTo>
                      <a:pt x="33" y="7"/>
                    </a:lnTo>
                    <a:lnTo>
                      <a:pt x="33" y="7"/>
                    </a:lnTo>
                    <a:lnTo>
                      <a:pt x="33" y="7"/>
                    </a:lnTo>
                    <a:lnTo>
                      <a:pt x="33" y="5"/>
                    </a:lnTo>
                    <a:lnTo>
                      <a:pt x="33" y="5"/>
                    </a:lnTo>
                    <a:lnTo>
                      <a:pt x="33" y="5"/>
                    </a:lnTo>
                    <a:lnTo>
                      <a:pt x="33" y="2"/>
                    </a:lnTo>
                    <a:lnTo>
                      <a:pt x="33" y="2"/>
                    </a:lnTo>
                    <a:lnTo>
                      <a:pt x="33" y="2"/>
                    </a:lnTo>
                    <a:lnTo>
                      <a:pt x="33" y="2"/>
                    </a:lnTo>
                    <a:lnTo>
                      <a:pt x="33" y="2"/>
                    </a:lnTo>
                    <a:lnTo>
                      <a:pt x="33" y="2"/>
                    </a:lnTo>
                    <a:lnTo>
                      <a:pt x="33" y="0"/>
                    </a:lnTo>
                    <a:lnTo>
                      <a:pt x="33" y="0"/>
                    </a:lnTo>
                    <a:lnTo>
                      <a:pt x="36" y="0"/>
                    </a:lnTo>
                    <a:lnTo>
                      <a:pt x="36" y="0"/>
                    </a:lnTo>
                    <a:lnTo>
                      <a:pt x="36" y="0"/>
                    </a:lnTo>
                    <a:lnTo>
                      <a:pt x="36" y="0"/>
                    </a:lnTo>
                    <a:lnTo>
                      <a:pt x="36" y="2"/>
                    </a:lnTo>
                    <a:lnTo>
                      <a:pt x="36" y="2"/>
                    </a:lnTo>
                    <a:lnTo>
                      <a:pt x="36" y="2"/>
                    </a:lnTo>
                    <a:lnTo>
                      <a:pt x="36" y="2"/>
                    </a:lnTo>
                    <a:lnTo>
                      <a:pt x="36" y="5"/>
                    </a:lnTo>
                    <a:lnTo>
                      <a:pt x="36" y="5"/>
                    </a:lnTo>
                    <a:lnTo>
                      <a:pt x="36" y="5"/>
                    </a:lnTo>
                    <a:lnTo>
                      <a:pt x="36" y="7"/>
                    </a:lnTo>
                    <a:lnTo>
                      <a:pt x="36" y="7"/>
                    </a:lnTo>
                    <a:lnTo>
                      <a:pt x="36" y="9"/>
                    </a:lnTo>
                    <a:lnTo>
                      <a:pt x="36" y="9"/>
                    </a:lnTo>
                    <a:lnTo>
                      <a:pt x="36" y="12"/>
                    </a:lnTo>
                    <a:lnTo>
                      <a:pt x="36" y="12"/>
                    </a:lnTo>
                    <a:lnTo>
                      <a:pt x="36" y="12"/>
                    </a:lnTo>
                    <a:lnTo>
                      <a:pt x="36" y="12"/>
                    </a:lnTo>
                    <a:lnTo>
                      <a:pt x="36" y="14"/>
                    </a:lnTo>
                    <a:lnTo>
                      <a:pt x="36" y="14"/>
                    </a:lnTo>
                    <a:lnTo>
                      <a:pt x="36" y="16"/>
                    </a:lnTo>
                    <a:lnTo>
                      <a:pt x="36" y="16"/>
                    </a:lnTo>
                    <a:lnTo>
                      <a:pt x="36" y="19"/>
                    </a:lnTo>
                    <a:lnTo>
                      <a:pt x="36" y="19"/>
                    </a:lnTo>
                    <a:lnTo>
                      <a:pt x="36" y="21"/>
                    </a:lnTo>
                    <a:lnTo>
                      <a:pt x="36" y="21"/>
                    </a:lnTo>
                    <a:lnTo>
                      <a:pt x="36" y="23"/>
                    </a:lnTo>
                    <a:lnTo>
                      <a:pt x="36" y="23"/>
                    </a:lnTo>
                    <a:lnTo>
                      <a:pt x="36" y="23"/>
                    </a:lnTo>
                    <a:lnTo>
                      <a:pt x="36" y="23"/>
                    </a:lnTo>
                    <a:lnTo>
                      <a:pt x="36" y="26"/>
                    </a:lnTo>
                    <a:lnTo>
                      <a:pt x="36" y="26"/>
                    </a:lnTo>
                    <a:lnTo>
                      <a:pt x="36" y="26"/>
                    </a:lnTo>
                    <a:lnTo>
                      <a:pt x="36" y="26"/>
                    </a:lnTo>
                    <a:lnTo>
                      <a:pt x="36" y="26"/>
                    </a:lnTo>
                    <a:lnTo>
                      <a:pt x="33" y="26"/>
                    </a:lnTo>
                    <a:lnTo>
                      <a:pt x="33" y="26"/>
                    </a:lnTo>
                    <a:lnTo>
                      <a:pt x="33" y="26"/>
                    </a:lnTo>
                    <a:lnTo>
                      <a:pt x="33" y="26"/>
                    </a:lnTo>
                    <a:lnTo>
                      <a:pt x="33" y="26"/>
                    </a:lnTo>
                    <a:lnTo>
                      <a:pt x="33" y="26"/>
                    </a:lnTo>
                    <a:lnTo>
                      <a:pt x="31" y="26"/>
                    </a:lnTo>
                    <a:lnTo>
                      <a:pt x="31" y="26"/>
                    </a:lnTo>
                    <a:lnTo>
                      <a:pt x="31" y="28"/>
                    </a:lnTo>
                    <a:lnTo>
                      <a:pt x="29" y="28"/>
                    </a:lnTo>
                    <a:lnTo>
                      <a:pt x="29" y="28"/>
                    </a:lnTo>
                    <a:lnTo>
                      <a:pt x="29" y="28"/>
                    </a:lnTo>
                    <a:lnTo>
                      <a:pt x="29" y="31"/>
                    </a:lnTo>
                    <a:lnTo>
                      <a:pt x="29" y="31"/>
                    </a:lnTo>
                    <a:lnTo>
                      <a:pt x="29" y="31"/>
                    </a:lnTo>
                    <a:lnTo>
                      <a:pt x="29" y="33"/>
                    </a:lnTo>
                    <a:lnTo>
                      <a:pt x="29" y="33"/>
                    </a:lnTo>
                    <a:lnTo>
                      <a:pt x="29" y="33"/>
                    </a:lnTo>
                    <a:lnTo>
                      <a:pt x="26" y="33"/>
                    </a:lnTo>
                    <a:lnTo>
                      <a:pt x="26" y="35"/>
                    </a:lnTo>
                    <a:lnTo>
                      <a:pt x="26" y="35"/>
                    </a:lnTo>
                    <a:lnTo>
                      <a:pt x="26" y="35"/>
                    </a:lnTo>
                    <a:lnTo>
                      <a:pt x="26" y="38"/>
                    </a:lnTo>
                    <a:lnTo>
                      <a:pt x="26" y="38"/>
                    </a:lnTo>
                    <a:lnTo>
                      <a:pt x="26" y="38"/>
                    </a:lnTo>
                    <a:lnTo>
                      <a:pt x="26" y="40"/>
                    </a:lnTo>
                    <a:lnTo>
                      <a:pt x="26" y="40"/>
                    </a:lnTo>
                    <a:lnTo>
                      <a:pt x="26" y="42"/>
                    </a:lnTo>
                    <a:lnTo>
                      <a:pt x="24" y="42"/>
                    </a:lnTo>
                    <a:lnTo>
                      <a:pt x="24" y="42"/>
                    </a:lnTo>
                    <a:lnTo>
                      <a:pt x="24" y="42"/>
                    </a:lnTo>
                    <a:lnTo>
                      <a:pt x="24" y="42"/>
                    </a:lnTo>
                    <a:lnTo>
                      <a:pt x="24" y="45"/>
                    </a:lnTo>
                    <a:lnTo>
                      <a:pt x="22" y="45"/>
                    </a:lnTo>
                    <a:lnTo>
                      <a:pt x="22" y="45"/>
                    </a:lnTo>
                    <a:lnTo>
                      <a:pt x="22" y="47"/>
                    </a:lnTo>
                    <a:lnTo>
                      <a:pt x="22" y="47"/>
                    </a:lnTo>
                    <a:lnTo>
                      <a:pt x="22" y="47"/>
                    </a:lnTo>
                    <a:lnTo>
                      <a:pt x="22" y="47"/>
                    </a:lnTo>
                    <a:lnTo>
                      <a:pt x="22" y="50"/>
                    </a:lnTo>
                    <a:lnTo>
                      <a:pt x="22" y="50"/>
                    </a:lnTo>
                    <a:lnTo>
                      <a:pt x="22" y="52"/>
                    </a:lnTo>
                    <a:lnTo>
                      <a:pt x="22" y="52"/>
                    </a:lnTo>
                    <a:lnTo>
                      <a:pt x="19" y="52"/>
                    </a:lnTo>
                    <a:lnTo>
                      <a:pt x="19" y="52"/>
                    </a:lnTo>
                    <a:lnTo>
                      <a:pt x="19" y="54"/>
                    </a:lnTo>
                    <a:lnTo>
                      <a:pt x="19" y="54"/>
                    </a:lnTo>
                    <a:lnTo>
                      <a:pt x="19" y="57"/>
                    </a:lnTo>
                    <a:lnTo>
                      <a:pt x="19" y="57"/>
                    </a:lnTo>
                    <a:lnTo>
                      <a:pt x="19" y="54"/>
                    </a:lnTo>
                    <a:lnTo>
                      <a:pt x="17" y="54"/>
                    </a:lnTo>
                    <a:lnTo>
                      <a:pt x="17" y="57"/>
                    </a:lnTo>
                    <a:lnTo>
                      <a:pt x="17" y="57"/>
                    </a:lnTo>
                    <a:lnTo>
                      <a:pt x="17" y="57"/>
                    </a:lnTo>
                    <a:lnTo>
                      <a:pt x="14" y="57"/>
                    </a:lnTo>
                    <a:lnTo>
                      <a:pt x="14" y="57"/>
                    </a:lnTo>
                    <a:lnTo>
                      <a:pt x="14" y="57"/>
                    </a:lnTo>
                    <a:lnTo>
                      <a:pt x="14" y="57"/>
                    </a:lnTo>
                    <a:lnTo>
                      <a:pt x="14" y="57"/>
                    </a:lnTo>
                    <a:lnTo>
                      <a:pt x="12" y="57"/>
                    </a:lnTo>
                    <a:lnTo>
                      <a:pt x="12" y="57"/>
                    </a:lnTo>
                    <a:lnTo>
                      <a:pt x="12" y="54"/>
                    </a:lnTo>
                    <a:lnTo>
                      <a:pt x="12" y="54"/>
                    </a:lnTo>
                    <a:lnTo>
                      <a:pt x="10" y="54"/>
                    </a:lnTo>
                    <a:lnTo>
                      <a:pt x="10" y="52"/>
                    </a:lnTo>
                    <a:lnTo>
                      <a:pt x="10" y="52"/>
                    </a:lnTo>
                    <a:lnTo>
                      <a:pt x="10" y="52"/>
                    </a:lnTo>
                    <a:lnTo>
                      <a:pt x="10" y="52"/>
                    </a:lnTo>
                    <a:lnTo>
                      <a:pt x="10" y="50"/>
                    </a:lnTo>
                    <a:lnTo>
                      <a:pt x="10" y="50"/>
                    </a:lnTo>
                    <a:lnTo>
                      <a:pt x="10" y="50"/>
                    </a:lnTo>
                    <a:lnTo>
                      <a:pt x="7" y="50"/>
                    </a:lnTo>
                    <a:lnTo>
                      <a:pt x="7" y="50"/>
                    </a:lnTo>
                    <a:lnTo>
                      <a:pt x="7" y="47"/>
                    </a:lnTo>
                    <a:lnTo>
                      <a:pt x="7" y="47"/>
                    </a:lnTo>
                    <a:lnTo>
                      <a:pt x="5" y="47"/>
                    </a:lnTo>
                    <a:lnTo>
                      <a:pt x="5" y="47"/>
                    </a:lnTo>
                    <a:lnTo>
                      <a:pt x="5" y="47"/>
                    </a:lnTo>
                    <a:lnTo>
                      <a:pt x="3" y="47"/>
                    </a:lnTo>
                    <a:lnTo>
                      <a:pt x="3" y="45"/>
                    </a:lnTo>
                    <a:lnTo>
                      <a:pt x="3" y="45"/>
                    </a:lnTo>
                    <a:lnTo>
                      <a:pt x="3" y="45"/>
                    </a:lnTo>
                    <a:lnTo>
                      <a:pt x="3" y="42"/>
                    </a:lnTo>
                    <a:lnTo>
                      <a:pt x="3" y="42"/>
                    </a:lnTo>
                    <a:lnTo>
                      <a:pt x="3" y="42"/>
                    </a:lnTo>
                    <a:lnTo>
                      <a:pt x="0" y="42"/>
                    </a:lnTo>
                    <a:lnTo>
                      <a:pt x="0" y="42"/>
                    </a:lnTo>
                    <a:lnTo>
                      <a:pt x="0" y="42"/>
                    </a:lnTo>
                    <a:lnTo>
                      <a:pt x="0" y="40"/>
                    </a:lnTo>
                    <a:lnTo>
                      <a:pt x="0" y="40"/>
                    </a:lnTo>
                    <a:lnTo>
                      <a:pt x="0" y="38"/>
                    </a:lnTo>
                    <a:lnTo>
                      <a:pt x="0" y="38"/>
                    </a:lnTo>
                    <a:lnTo>
                      <a:pt x="0" y="35"/>
                    </a:lnTo>
                    <a:lnTo>
                      <a:pt x="0" y="35"/>
                    </a:lnTo>
                    <a:lnTo>
                      <a:pt x="0" y="33"/>
                    </a:lnTo>
                    <a:lnTo>
                      <a:pt x="0" y="33"/>
                    </a:lnTo>
                    <a:lnTo>
                      <a:pt x="0" y="33"/>
                    </a:lnTo>
                    <a:lnTo>
                      <a:pt x="0" y="33"/>
                    </a:lnTo>
                    <a:lnTo>
                      <a:pt x="3" y="33"/>
                    </a:lnTo>
                    <a:lnTo>
                      <a:pt x="3" y="33"/>
                    </a:lnTo>
                    <a:lnTo>
                      <a:pt x="3" y="33"/>
                    </a:lnTo>
                    <a:lnTo>
                      <a:pt x="5" y="33"/>
                    </a:lnTo>
                    <a:lnTo>
                      <a:pt x="5" y="33"/>
                    </a:lnTo>
                    <a:lnTo>
                      <a:pt x="7" y="33"/>
                    </a:lnTo>
                    <a:lnTo>
                      <a:pt x="7" y="33"/>
                    </a:lnTo>
                    <a:lnTo>
                      <a:pt x="7" y="31"/>
                    </a:lnTo>
                    <a:lnTo>
                      <a:pt x="7" y="31"/>
                    </a:lnTo>
                    <a:lnTo>
                      <a:pt x="7" y="31"/>
                    </a:lnTo>
                    <a:lnTo>
                      <a:pt x="10" y="31"/>
                    </a:lnTo>
                    <a:lnTo>
                      <a:pt x="10" y="31"/>
                    </a:lnTo>
                    <a:lnTo>
                      <a:pt x="10" y="28"/>
                    </a:lnTo>
                    <a:lnTo>
                      <a:pt x="10" y="28"/>
                    </a:lnTo>
                    <a:lnTo>
                      <a:pt x="10" y="26"/>
                    </a:lnTo>
                    <a:lnTo>
                      <a:pt x="10" y="26"/>
                    </a:lnTo>
                    <a:lnTo>
                      <a:pt x="10" y="23"/>
                    </a:lnTo>
                    <a:lnTo>
                      <a:pt x="10" y="23"/>
                    </a:lnTo>
                    <a:lnTo>
                      <a:pt x="10" y="23"/>
                    </a:lnTo>
                    <a:lnTo>
                      <a:pt x="10" y="21"/>
                    </a:lnTo>
                    <a:lnTo>
                      <a:pt x="10" y="21"/>
                    </a:lnTo>
                    <a:lnTo>
                      <a:pt x="10" y="21"/>
                    </a:lnTo>
                    <a:lnTo>
                      <a:pt x="10" y="19"/>
                    </a:lnTo>
                    <a:lnTo>
                      <a:pt x="10" y="19"/>
                    </a:lnTo>
                    <a:lnTo>
                      <a:pt x="10" y="16"/>
                    </a:lnTo>
                    <a:lnTo>
                      <a:pt x="10" y="16"/>
                    </a:lnTo>
                    <a:lnTo>
                      <a:pt x="10" y="16"/>
                    </a:lnTo>
                    <a:lnTo>
                      <a:pt x="10" y="16"/>
                    </a:lnTo>
                    <a:lnTo>
                      <a:pt x="12" y="16"/>
                    </a:lnTo>
                    <a:lnTo>
                      <a:pt x="12" y="14"/>
                    </a:lnTo>
                    <a:lnTo>
                      <a:pt x="12" y="14"/>
                    </a:lnTo>
                    <a:lnTo>
                      <a:pt x="12" y="12"/>
                    </a:lnTo>
                    <a:lnTo>
                      <a:pt x="12" y="12"/>
                    </a:lnTo>
                    <a:lnTo>
                      <a:pt x="12" y="12"/>
                    </a:lnTo>
                    <a:lnTo>
                      <a:pt x="12" y="12"/>
                    </a:lnTo>
                    <a:lnTo>
                      <a:pt x="12" y="12"/>
                    </a:lnTo>
                    <a:lnTo>
                      <a:pt x="12" y="9"/>
                    </a:lnTo>
                    <a:lnTo>
                      <a:pt x="12" y="9"/>
                    </a:lnTo>
                    <a:lnTo>
                      <a:pt x="12" y="9"/>
                    </a:lnTo>
                    <a:lnTo>
                      <a:pt x="12" y="7"/>
                    </a:lnTo>
                    <a:lnTo>
                      <a:pt x="14" y="7"/>
                    </a:lnTo>
                    <a:lnTo>
                      <a:pt x="14" y="7"/>
                    </a:lnTo>
                    <a:lnTo>
                      <a:pt x="14" y="7"/>
                    </a:lnTo>
                    <a:lnTo>
                      <a:pt x="14" y="7"/>
                    </a:lnTo>
                    <a:lnTo>
                      <a:pt x="17" y="7"/>
                    </a:lnTo>
                    <a:lnTo>
                      <a:pt x="17" y="7"/>
                    </a:lnTo>
                    <a:lnTo>
                      <a:pt x="17" y="5"/>
                    </a:lnTo>
                    <a:lnTo>
                      <a:pt x="17"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82"/>
              <p:cNvSpPr>
                <a:spLocks/>
              </p:cNvSpPr>
              <p:nvPr/>
            </p:nvSpPr>
            <p:spPr bwMode="auto">
              <a:xfrm>
                <a:off x="3458" y="2469"/>
                <a:ext cx="36" cy="57"/>
              </a:xfrm>
              <a:custGeom>
                <a:avLst/>
                <a:gdLst/>
                <a:ahLst/>
                <a:cxnLst>
                  <a:cxn ang="0">
                    <a:pos x="17" y="5"/>
                  </a:cxn>
                  <a:cxn ang="0">
                    <a:pos x="22" y="7"/>
                  </a:cxn>
                  <a:cxn ang="0">
                    <a:pos x="26" y="7"/>
                  </a:cxn>
                  <a:cxn ang="0">
                    <a:pos x="26" y="9"/>
                  </a:cxn>
                  <a:cxn ang="0">
                    <a:pos x="26" y="12"/>
                  </a:cxn>
                  <a:cxn ang="0">
                    <a:pos x="24" y="16"/>
                  </a:cxn>
                  <a:cxn ang="0">
                    <a:pos x="24" y="21"/>
                  </a:cxn>
                  <a:cxn ang="0">
                    <a:pos x="22" y="23"/>
                  </a:cxn>
                  <a:cxn ang="0">
                    <a:pos x="22" y="28"/>
                  </a:cxn>
                  <a:cxn ang="0">
                    <a:pos x="19" y="31"/>
                  </a:cxn>
                  <a:cxn ang="0">
                    <a:pos x="17" y="35"/>
                  </a:cxn>
                  <a:cxn ang="0">
                    <a:pos x="17" y="40"/>
                  </a:cxn>
                  <a:cxn ang="0">
                    <a:pos x="17" y="42"/>
                  </a:cxn>
                  <a:cxn ang="0">
                    <a:pos x="19" y="47"/>
                  </a:cxn>
                  <a:cxn ang="0">
                    <a:pos x="19" y="42"/>
                  </a:cxn>
                  <a:cxn ang="0">
                    <a:pos x="22" y="38"/>
                  </a:cxn>
                  <a:cxn ang="0">
                    <a:pos x="22" y="33"/>
                  </a:cxn>
                  <a:cxn ang="0">
                    <a:pos x="22" y="28"/>
                  </a:cxn>
                  <a:cxn ang="0">
                    <a:pos x="24" y="26"/>
                  </a:cxn>
                  <a:cxn ang="0">
                    <a:pos x="26" y="23"/>
                  </a:cxn>
                  <a:cxn ang="0">
                    <a:pos x="29" y="19"/>
                  </a:cxn>
                  <a:cxn ang="0">
                    <a:pos x="29" y="14"/>
                  </a:cxn>
                  <a:cxn ang="0">
                    <a:pos x="31" y="12"/>
                  </a:cxn>
                  <a:cxn ang="0">
                    <a:pos x="33" y="9"/>
                  </a:cxn>
                  <a:cxn ang="0">
                    <a:pos x="33" y="5"/>
                  </a:cxn>
                  <a:cxn ang="0">
                    <a:pos x="33" y="2"/>
                  </a:cxn>
                  <a:cxn ang="0">
                    <a:pos x="33" y="0"/>
                  </a:cxn>
                  <a:cxn ang="0">
                    <a:pos x="36" y="2"/>
                  </a:cxn>
                  <a:cxn ang="0">
                    <a:pos x="36" y="5"/>
                  </a:cxn>
                  <a:cxn ang="0">
                    <a:pos x="36" y="9"/>
                  </a:cxn>
                  <a:cxn ang="0">
                    <a:pos x="36" y="14"/>
                  </a:cxn>
                  <a:cxn ang="0">
                    <a:pos x="36" y="19"/>
                  </a:cxn>
                  <a:cxn ang="0">
                    <a:pos x="36" y="23"/>
                  </a:cxn>
                  <a:cxn ang="0">
                    <a:pos x="36" y="26"/>
                  </a:cxn>
                  <a:cxn ang="0">
                    <a:pos x="33" y="26"/>
                  </a:cxn>
                  <a:cxn ang="0">
                    <a:pos x="31" y="28"/>
                  </a:cxn>
                  <a:cxn ang="0">
                    <a:pos x="29" y="31"/>
                  </a:cxn>
                  <a:cxn ang="0">
                    <a:pos x="26" y="33"/>
                  </a:cxn>
                  <a:cxn ang="0">
                    <a:pos x="26" y="38"/>
                  </a:cxn>
                  <a:cxn ang="0">
                    <a:pos x="24" y="42"/>
                  </a:cxn>
                  <a:cxn ang="0">
                    <a:pos x="22" y="45"/>
                  </a:cxn>
                  <a:cxn ang="0">
                    <a:pos x="22" y="47"/>
                  </a:cxn>
                  <a:cxn ang="0">
                    <a:pos x="19" y="52"/>
                  </a:cxn>
                  <a:cxn ang="0">
                    <a:pos x="19" y="57"/>
                  </a:cxn>
                  <a:cxn ang="0">
                    <a:pos x="17" y="57"/>
                  </a:cxn>
                  <a:cxn ang="0">
                    <a:pos x="14" y="57"/>
                  </a:cxn>
                  <a:cxn ang="0">
                    <a:pos x="10" y="54"/>
                  </a:cxn>
                  <a:cxn ang="0">
                    <a:pos x="10" y="50"/>
                  </a:cxn>
                  <a:cxn ang="0">
                    <a:pos x="7" y="47"/>
                  </a:cxn>
                  <a:cxn ang="0">
                    <a:pos x="3" y="47"/>
                  </a:cxn>
                  <a:cxn ang="0">
                    <a:pos x="3" y="42"/>
                  </a:cxn>
                  <a:cxn ang="0">
                    <a:pos x="0" y="40"/>
                  </a:cxn>
                  <a:cxn ang="0">
                    <a:pos x="0" y="35"/>
                  </a:cxn>
                  <a:cxn ang="0">
                    <a:pos x="3" y="33"/>
                  </a:cxn>
                  <a:cxn ang="0">
                    <a:pos x="7" y="33"/>
                  </a:cxn>
                  <a:cxn ang="0">
                    <a:pos x="10" y="31"/>
                  </a:cxn>
                  <a:cxn ang="0">
                    <a:pos x="10" y="26"/>
                  </a:cxn>
                  <a:cxn ang="0">
                    <a:pos x="10" y="21"/>
                  </a:cxn>
                  <a:cxn ang="0">
                    <a:pos x="10" y="16"/>
                  </a:cxn>
                  <a:cxn ang="0">
                    <a:pos x="12" y="14"/>
                  </a:cxn>
                  <a:cxn ang="0">
                    <a:pos x="12" y="12"/>
                  </a:cxn>
                  <a:cxn ang="0">
                    <a:pos x="14" y="7"/>
                  </a:cxn>
                  <a:cxn ang="0">
                    <a:pos x="17" y="7"/>
                  </a:cxn>
                </a:cxnLst>
                <a:rect l="0" t="0" r="r" b="b"/>
                <a:pathLst>
                  <a:path w="36" h="57">
                    <a:moveTo>
                      <a:pt x="17" y="5"/>
                    </a:moveTo>
                    <a:lnTo>
                      <a:pt x="17" y="5"/>
                    </a:lnTo>
                    <a:lnTo>
                      <a:pt x="19" y="5"/>
                    </a:lnTo>
                    <a:lnTo>
                      <a:pt x="19" y="5"/>
                    </a:lnTo>
                    <a:lnTo>
                      <a:pt x="17" y="5"/>
                    </a:lnTo>
                    <a:lnTo>
                      <a:pt x="17" y="7"/>
                    </a:lnTo>
                    <a:lnTo>
                      <a:pt x="19" y="7"/>
                    </a:lnTo>
                    <a:lnTo>
                      <a:pt x="19" y="7"/>
                    </a:lnTo>
                    <a:lnTo>
                      <a:pt x="22" y="7"/>
                    </a:lnTo>
                    <a:lnTo>
                      <a:pt x="22" y="7"/>
                    </a:lnTo>
                    <a:lnTo>
                      <a:pt x="22" y="7"/>
                    </a:lnTo>
                    <a:lnTo>
                      <a:pt x="22" y="7"/>
                    </a:lnTo>
                    <a:lnTo>
                      <a:pt x="24" y="7"/>
                    </a:lnTo>
                    <a:lnTo>
                      <a:pt x="24" y="7"/>
                    </a:lnTo>
                    <a:lnTo>
                      <a:pt x="26" y="7"/>
                    </a:lnTo>
                    <a:lnTo>
                      <a:pt x="26" y="7"/>
                    </a:lnTo>
                    <a:lnTo>
                      <a:pt x="26" y="7"/>
                    </a:lnTo>
                    <a:lnTo>
                      <a:pt x="26" y="7"/>
                    </a:lnTo>
                    <a:lnTo>
                      <a:pt x="26" y="9"/>
                    </a:lnTo>
                    <a:lnTo>
                      <a:pt x="26" y="9"/>
                    </a:lnTo>
                    <a:lnTo>
                      <a:pt x="26" y="9"/>
                    </a:lnTo>
                    <a:lnTo>
                      <a:pt x="26" y="9"/>
                    </a:lnTo>
                    <a:lnTo>
                      <a:pt x="26" y="12"/>
                    </a:lnTo>
                    <a:lnTo>
                      <a:pt x="26" y="12"/>
                    </a:lnTo>
                    <a:lnTo>
                      <a:pt x="26" y="12"/>
                    </a:lnTo>
                    <a:lnTo>
                      <a:pt x="26" y="12"/>
                    </a:lnTo>
                    <a:lnTo>
                      <a:pt x="26" y="14"/>
                    </a:lnTo>
                    <a:lnTo>
                      <a:pt x="26" y="14"/>
                    </a:lnTo>
                    <a:lnTo>
                      <a:pt x="26" y="16"/>
                    </a:lnTo>
                    <a:lnTo>
                      <a:pt x="24" y="16"/>
                    </a:lnTo>
                    <a:lnTo>
                      <a:pt x="24" y="16"/>
                    </a:lnTo>
                    <a:lnTo>
                      <a:pt x="24" y="19"/>
                    </a:lnTo>
                    <a:lnTo>
                      <a:pt x="24" y="19"/>
                    </a:lnTo>
                    <a:lnTo>
                      <a:pt x="24" y="19"/>
                    </a:lnTo>
                    <a:lnTo>
                      <a:pt x="24" y="21"/>
                    </a:lnTo>
                    <a:lnTo>
                      <a:pt x="24" y="21"/>
                    </a:lnTo>
                    <a:lnTo>
                      <a:pt x="22" y="21"/>
                    </a:lnTo>
                    <a:lnTo>
                      <a:pt x="22" y="21"/>
                    </a:lnTo>
                    <a:lnTo>
                      <a:pt x="22" y="23"/>
                    </a:lnTo>
                    <a:lnTo>
                      <a:pt x="22" y="23"/>
                    </a:lnTo>
                    <a:lnTo>
                      <a:pt x="22" y="23"/>
                    </a:lnTo>
                    <a:lnTo>
                      <a:pt x="22" y="26"/>
                    </a:lnTo>
                    <a:lnTo>
                      <a:pt x="22" y="26"/>
                    </a:lnTo>
                    <a:lnTo>
                      <a:pt x="22" y="26"/>
                    </a:lnTo>
                    <a:lnTo>
                      <a:pt x="22" y="28"/>
                    </a:lnTo>
                    <a:lnTo>
                      <a:pt x="19" y="28"/>
                    </a:lnTo>
                    <a:lnTo>
                      <a:pt x="19" y="28"/>
                    </a:lnTo>
                    <a:lnTo>
                      <a:pt x="19" y="31"/>
                    </a:lnTo>
                    <a:lnTo>
                      <a:pt x="19" y="31"/>
                    </a:lnTo>
                    <a:lnTo>
                      <a:pt x="19" y="31"/>
                    </a:lnTo>
                    <a:lnTo>
                      <a:pt x="19" y="33"/>
                    </a:lnTo>
                    <a:lnTo>
                      <a:pt x="19" y="33"/>
                    </a:lnTo>
                    <a:lnTo>
                      <a:pt x="17" y="33"/>
                    </a:lnTo>
                    <a:lnTo>
                      <a:pt x="17" y="33"/>
                    </a:lnTo>
                    <a:lnTo>
                      <a:pt x="17" y="35"/>
                    </a:lnTo>
                    <a:lnTo>
                      <a:pt x="17" y="35"/>
                    </a:lnTo>
                    <a:lnTo>
                      <a:pt x="17" y="35"/>
                    </a:lnTo>
                    <a:lnTo>
                      <a:pt x="17" y="38"/>
                    </a:lnTo>
                    <a:lnTo>
                      <a:pt x="17" y="38"/>
                    </a:lnTo>
                    <a:lnTo>
                      <a:pt x="17" y="40"/>
                    </a:lnTo>
                    <a:lnTo>
                      <a:pt x="17" y="40"/>
                    </a:lnTo>
                    <a:lnTo>
                      <a:pt x="17" y="42"/>
                    </a:lnTo>
                    <a:lnTo>
                      <a:pt x="17" y="42"/>
                    </a:lnTo>
                    <a:lnTo>
                      <a:pt x="17" y="42"/>
                    </a:lnTo>
                    <a:lnTo>
                      <a:pt x="17" y="42"/>
                    </a:lnTo>
                    <a:lnTo>
                      <a:pt x="17" y="45"/>
                    </a:lnTo>
                    <a:lnTo>
                      <a:pt x="19" y="45"/>
                    </a:lnTo>
                    <a:lnTo>
                      <a:pt x="19" y="45"/>
                    </a:lnTo>
                    <a:lnTo>
                      <a:pt x="19" y="47"/>
                    </a:lnTo>
                    <a:lnTo>
                      <a:pt x="19" y="47"/>
                    </a:lnTo>
                    <a:lnTo>
                      <a:pt x="19" y="45"/>
                    </a:lnTo>
                    <a:lnTo>
                      <a:pt x="19" y="45"/>
                    </a:lnTo>
                    <a:lnTo>
                      <a:pt x="19" y="42"/>
                    </a:lnTo>
                    <a:lnTo>
                      <a:pt x="19" y="42"/>
                    </a:lnTo>
                    <a:lnTo>
                      <a:pt x="19" y="42"/>
                    </a:lnTo>
                    <a:lnTo>
                      <a:pt x="19" y="40"/>
                    </a:lnTo>
                    <a:lnTo>
                      <a:pt x="19" y="40"/>
                    </a:lnTo>
                    <a:lnTo>
                      <a:pt x="22" y="40"/>
                    </a:lnTo>
                    <a:lnTo>
                      <a:pt x="22" y="38"/>
                    </a:lnTo>
                    <a:lnTo>
                      <a:pt x="22" y="38"/>
                    </a:lnTo>
                    <a:lnTo>
                      <a:pt x="22" y="35"/>
                    </a:lnTo>
                    <a:lnTo>
                      <a:pt x="22" y="35"/>
                    </a:lnTo>
                    <a:lnTo>
                      <a:pt x="22" y="33"/>
                    </a:lnTo>
                    <a:lnTo>
                      <a:pt x="22" y="33"/>
                    </a:lnTo>
                    <a:lnTo>
                      <a:pt x="22" y="33"/>
                    </a:lnTo>
                    <a:lnTo>
                      <a:pt x="22" y="33"/>
                    </a:lnTo>
                    <a:lnTo>
                      <a:pt x="22" y="31"/>
                    </a:lnTo>
                    <a:lnTo>
                      <a:pt x="22" y="31"/>
                    </a:lnTo>
                    <a:lnTo>
                      <a:pt x="22" y="31"/>
                    </a:lnTo>
                    <a:lnTo>
                      <a:pt x="22" y="28"/>
                    </a:lnTo>
                    <a:lnTo>
                      <a:pt x="24" y="28"/>
                    </a:lnTo>
                    <a:lnTo>
                      <a:pt x="24" y="28"/>
                    </a:lnTo>
                    <a:lnTo>
                      <a:pt x="24" y="28"/>
                    </a:lnTo>
                    <a:lnTo>
                      <a:pt x="24" y="26"/>
                    </a:lnTo>
                    <a:lnTo>
                      <a:pt x="24" y="26"/>
                    </a:lnTo>
                    <a:lnTo>
                      <a:pt x="26" y="26"/>
                    </a:lnTo>
                    <a:lnTo>
                      <a:pt x="26" y="23"/>
                    </a:lnTo>
                    <a:lnTo>
                      <a:pt x="26" y="23"/>
                    </a:lnTo>
                    <a:lnTo>
                      <a:pt x="26" y="23"/>
                    </a:lnTo>
                    <a:lnTo>
                      <a:pt x="26" y="23"/>
                    </a:lnTo>
                    <a:lnTo>
                      <a:pt x="26" y="23"/>
                    </a:lnTo>
                    <a:lnTo>
                      <a:pt x="26" y="21"/>
                    </a:lnTo>
                    <a:lnTo>
                      <a:pt x="26" y="21"/>
                    </a:lnTo>
                    <a:lnTo>
                      <a:pt x="29" y="21"/>
                    </a:lnTo>
                    <a:lnTo>
                      <a:pt x="29" y="19"/>
                    </a:lnTo>
                    <a:lnTo>
                      <a:pt x="29" y="19"/>
                    </a:lnTo>
                    <a:lnTo>
                      <a:pt x="29" y="16"/>
                    </a:lnTo>
                    <a:lnTo>
                      <a:pt x="29" y="16"/>
                    </a:lnTo>
                    <a:lnTo>
                      <a:pt x="29" y="16"/>
                    </a:lnTo>
                    <a:lnTo>
                      <a:pt x="29" y="14"/>
                    </a:lnTo>
                    <a:lnTo>
                      <a:pt x="29" y="14"/>
                    </a:lnTo>
                    <a:lnTo>
                      <a:pt x="29" y="14"/>
                    </a:lnTo>
                    <a:lnTo>
                      <a:pt x="31" y="14"/>
                    </a:lnTo>
                    <a:lnTo>
                      <a:pt x="31" y="12"/>
                    </a:lnTo>
                    <a:lnTo>
                      <a:pt x="31" y="12"/>
                    </a:lnTo>
                    <a:lnTo>
                      <a:pt x="31" y="12"/>
                    </a:lnTo>
                    <a:lnTo>
                      <a:pt x="31" y="12"/>
                    </a:lnTo>
                    <a:lnTo>
                      <a:pt x="31" y="9"/>
                    </a:lnTo>
                    <a:lnTo>
                      <a:pt x="33" y="9"/>
                    </a:lnTo>
                    <a:lnTo>
                      <a:pt x="33" y="9"/>
                    </a:lnTo>
                    <a:lnTo>
                      <a:pt x="33" y="7"/>
                    </a:lnTo>
                    <a:lnTo>
                      <a:pt x="33" y="7"/>
                    </a:lnTo>
                    <a:lnTo>
                      <a:pt x="33" y="7"/>
                    </a:lnTo>
                    <a:lnTo>
                      <a:pt x="33" y="7"/>
                    </a:lnTo>
                    <a:lnTo>
                      <a:pt x="33" y="5"/>
                    </a:lnTo>
                    <a:lnTo>
                      <a:pt x="33" y="5"/>
                    </a:lnTo>
                    <a:lnTo>
                      <a:pt x="33" y="5"/>
                    </a:lnTo>
                    <a:lnTo>
                      <a:pt x="33" y="2"/>
                    </a:lnTo>
                    <a:lnTo>
                      <a:pt x="33" y="2"/>
                    </a:lnTo>
                    <a:lnTo>
                      <a:pt x="33" y="2"/>
                    </a:lnTo>
                    <a:lnTo>
                      <a:pt x="33" y="2"/>
                    </a:lnTo>
                    <a:lnTo>
                      <a:pt x="33" y="2"/>
                    </a:lnTo>
                    <a:lnTo>
                      <a:pt x="33" y="2"/>
                    </a:lnTo>
                    <a:lnTo>
                      <a:pt x="33" y="0"/>
                    </a:lnTo>
                    <a:lnTo>
                      <a:pt x="33" y="0"/>
                    </a:lnTo>
                    <a:lnTo>
                      <a:pt x="36" y="0"/>
                    </a:lnTo>
                    <a:lnTo>
                      <a:pt x="36" y="0"/>
                    </a:lnTo>
                    <a:lnTo>
                      <a:pt x="36" y="0"/>
                    </a:lnTo>
                    <a:lnTo>
                      <a:pt x="36" y="0"/>
                    </a:lnTo>
                    <a:lnTo>
                      <a:pt x="36" y="2"/>
                    </a:lnTo>
                    <a:lnTo>
                      <a:pt x="36" y="2"/>
                    </a:lnTo>
                    <a:lnTo>
                      <a:pt x="36" y="2"/>
                    </a:lnTo>
                    <a:lnTo>
                      <a:pt x="36" y="2"/>
                    </a:lnTo>
                    <a:lnTo>
                      <a:pt x="36" y="5"/>
                    </a:lnTo>
                    <a:lnTo>
                      <a:pt x="36" y="5"/>
                    </a:lnTo>
                    <a:lnTo>
                      <a:pt x="36" y="5"/>
                    </a:lnTo>
                    <a:lnTo>
                      <a:pt x="36" y="7"/>
                    </a:lnTo>
                    <a:lnTo>
                      <a:pt x="36" y="7"/>
                    </a:lnTo>
                    <a:lnTo>
                      <a:pt x="36" y="9"/>
                    </a:lnTo>
                    <a:lnTo>
                      <a:pt x="36" y="9"/>
                    </a:lnTo>
                    <a:lnTo>
                      <a:pt x="36" y="12"/>
                    </a:lnTo>
                    <a:lnTo>
                      <a:pt x="36" y="12"/>
                    </a:lnTo>
                    <a:lnTo>
                      <a:pt x="36" y="12"/>
                    </a:lnTo>
                    <a:lnTo>
                      <a:pt x="36" y="12"/>
                    </a:lnTo>
                    <a:lnTo>
                      <a:pt x="36" y="14"/>
                    </a:lnTo>
                    <a:lnTo>
                      <a:pt x="36" y="14"/>
                    </a:lnTo>
                    <a:lnTo>
                      <a:pt x="36" y="16"/>
                    </a:lnTo>
                    <a:lnTo>
                      <a:pt x="36" y="16"/>
                    </a:lnTo>
                    <a:lnTo>
                      <a:pt x="36" y="19"/>
                    </a:lnTo>
                    <a:lnTo>
                      <a:pt x="36" y="19"/>
                    </a:lnTo>
                    <a:lnTo>
                      <a:pt x="36" y="21"/>
                    </a:lnTo>
                    <a:lnTo>
                      <a:pt x="36" y="21"/>
                    </a:lnTo>
                    <a:lnTo>
                      <a:pt x="36" y="23"/>
                    </a:lnTo>
                    <a:lnTo>
                      <a:pt x="36" y="23"/>
                    </a:lnTo>
                    <a:lnTo>
                      <a:pt x="36" y="23"/>
                    </a:lnTo>
                    <a:lnTo>
                      <a:pt x="36" y="23"/>
                    </a:lnTo>
                    <a:lnTo>
                      <a:pt x="36" y="26"/>
                    </a:lnTo>
                    <a:lnTo>
                      <a:pt x="36" y="26"/>
                    </a:lnTo>
                    <a:lnTo>
                      <a:pt x="36" y="26"/>
                    </a:lnTo>
                    <a:lnTo>
                      <a:pt x="36" y="26"/>
                    </a:lnTo>
                    <a:lnTo>
                      <a:pt x="36" y="26"/>
                    </a:lnTo>
                    <a:lnTo>
                      <a:pt x="33" y="26"/>
                    </a:lnTo>
                    <a:lnTo>
                      <a:pt x="33" y="26"/>
                    </a:lnTo>
                    <a:lnTo>
                      <a:pt x="33" y="26"/>
                    </a:lnTo>
                    <a:lnTo>
                      <a:pt x="33" y="26"/>
                    </a:lnTo>
                    <a:lnTo>
                      <a:pt x="33" y="26"/>
                    </a:lnTo>
                    <a:lnTo>
                      <a:pt x="33" y="26"/>
                    </a:lnTo>
                    <a:lnTo>
                      <a:pt x="31" y="26"/>
                    </a:lnTo>
                    <a:lnTo>
                      <a:pt x="31" y="26"/>
                    </a:lnTo>
                    <a:lnTo>
                      <a:pt x="31" y="28"/>
                    </a:lnTo>
                    <a:lnTo>
                      <a:pt x="29" y="28"/>
                    </a:lnTo>
                    <a:lnTo>
                      <a:pt x="29" y="28"/>
                    </a:lnTo>
                    <a:lnTo>
                      <a:pt x="29" y="28"/>
                    </a:lnTo>
                    <a:lnTo>
                      <a:pt x="29" y="31"/>
                    </a:lnTo>
                    <a:lnTo>
                      <a:pt x="29" y="31"/>
                    </a:lnTo>
                    <a:lnTo>
                      <a:pt x="29" y="31"/>
                    </a:lnTo>
                    <a:lnTo>
                      <a:pt x="29" y="33"/>
                    </a:lnTo>
                    <a:lnTo>
                      <a:pt x="29" y="33"/>
                    </a:lnTo>
                    <a:lnTo>
                      <a:pt x="29" y="33"/>
                    </a:lnTo>
                    <a:lnTo>
                      <a:pt x="26" y="33"/>
                    </a:lnTo>
                    <a:lnTo>
                      <a:pt x="26" y="35"/>
                    </a:lnTo>
                    <a:lnTo>
                      <a:pt x="26" y="35"/>
                    </a:lnTo>
                    <a:lnTo>
                      <a:pt x="26" y="35"/>
                    </a:lnTo>
                    <a:lnTo>
                      <a:pt x="26" y="38"/>
                    </a:lnTo>
                    <a:lnTo>
                      <a:pt x="26" y="38"/>
                    </a:lnTo>
                    <a:lnTo>
                      <a:pt x="26" y="38"/>
                    </a:lnTo>
                    <a:lnTo>
                      <a:pt x="26" y="40"/>
                    </a:lnTo>
                    <a:lnTo>
                      <a:pt x="26" y="40"/>
                    </a:lnTo>
                    <a:lnTo>
                      <a:pt x="26" y="42"/>
                    </a:lnTo>
                    <a:lnTo>
                      <a:pt x="24" y="42"/>
                    </a:lnTo>
                    <a:lnTo>
                      <a:pt x="24" y="42"/>
                    </a:lnTo>
                    <a:lnTo>
                      <a:pt x="24" y="42"/>
                    </a:lnTo>
                    <a:lnTo>
                      <a:pt x="24" y="42"/>
                    </a:lnTo>
                    <a:lnTo>
                      <a:pt x="24" y="45"/>
                    </a:lnTo>
                    <a:lnTo>
                      <a:pt x="22" y="45"/>
                    </a:lnTo>
                    <a:lnTo>
                      <a:pt x="22" y="45"/>
                    </a:lnTo>
                    <a:lnTo>
                      <a:pt x="22" y="47"/>
                    </a:lnTo>
                    <a:lnTo>
                      <a:pt x="22" y="47"/>
                    </a:lnTo>
                    <a:lnTo>
                      <a:pt x="22" y="47"/>
                    </a:lnTo>
                    <a:lnTo>
                      <a:pt x="22" y="47"/>
                    </a:lnTo>
                    <a:lnTo>
                      <a:pt x="22" y="50"/>
                    </a:lnTo>
                    <a:lnTo>
                      <a:pt x="22" y="50"/>
                    </a:lnTo>
                    <a:lnTo>
                      <a:pt x="22" y="52"/>
                    </a:lnTo>
                    <a:lnTo>
                      <a:pt x="22" y="52"/>
                    </a:lnTo>
                    <a:lnTo>
                      <a:pt x="19" y="52"/>
                    </a:lnTo>
                    <a:lnTo>
                      <a:pt x="19" y="52"/>
                    </a:lnTo>
                    <a:lnTo>
                      <a:pt x="19" y="54"/>
                    </a:lnTo>
                    <a:lnTo>
                      <a:pt x="19" y="54"/>
                    </a:lnTo>
                    <a:lnTo>
                      <a:pt x="19" y="57"/>
                    </a:lnTo>
                    <a:lnTo>
                      <a:pt x="19" y="57"/>
                    </a:lnTo>
                    <a:lnTo>
                      <a:pt x="19" y="54"/>
                    </a:lnTo>
                    <a:lnTo>
                      <a:pt x="17" y="54"/>
                    </a:lnTo>
                    <a:lnTo>
                      <a:pt x="17" y="57"/>
                    </a:lnTo>
                    <a:lnTo>
                      <a:pt x="17" y="57"/>
                    </a:lnTo>
                    <a:lnTo>
                      <a:pt x="17" y="57"/>
                    </a:lnTo>
                    <a:lnTo>
                      <a:pt x="14" y="57"/>
                    </a:lnTo>
                    <a:lnTo>
                      <a:pt x="14" y="57"/>
                    </a:lnTo>
                    <a:lnTo>
                      <a:pt x="14" y="57"/>
                    </a:lnTo>
                    <a:lnTo>
                      <a:pt x="14" y="57"/>
                    </a:lnTo>
                    <a:lnTo>
                      <a:pt x="14" y="57"/>
                    </a:lnTo>
                    <a:lnTo>
                      <a:pt x="12" y="57"/>
                    </a:lnTo>
                    <a:lnTo>
                      <a:pt x="12" y="57"/>
                    </a:lnTo>
                    <a:lnTo>
                      <a:pt x="12" y="54"/>
                    </a:lnTo>
                    <a:lnTo>
                      <a:pt x="12" y="54"/>
                    </a:lnTo>
                    <a:lnTo>
                      <a:pt x="10" y="54"/>
                    </a:lnTo>
                    <a:lnTo>
                      <a:pt x="10" y="52"/>
                    </a:lnTo>
                    <a:lnTo>
                      <a:pt x="10" y="52"/>
                    </a:lnTo>
                    <a:lnTo>
                      <a:pt x="10" y="52"/>
                    </a:lnTo>
                    <a:lnTo>
                      <a:pt x="10" y="52"/>
                    </a:lnTo>
                    <a:lnTo>
                      <a:pt x="10" y="50"/>
                    </a:lnTo>
                    <a:lnTo>
                      <a:pt x="10" y="50"/>
                    </a:lnTo>
                    <a:lnTo>
                      <a:pt x="10" y="50"/>
                    </a:lnTo>
                    <a:lnTo>
                      <a:pt x="7" y="50"/>
                    </a:lnTo>
                    <a:lnTo>
                      <a:pt x="7" y="50"/>
                    </a:lnTo>
                    <a:lnTo>
                      <a:pt x="7" y="47"/>
                    </a:lnTo>
                    <a:lnTo>
                      <a:pt x="7" y="47"/>
                    </a:lnTo>
                    <a:lnTo>
                      <a:pt x="5" y="47"/>
                    </a:lnTo>
                    <a:lnTo>
                      <a:pt x="5" y="47"/>
                    </a:lnTo>
                    <a:lnTo>
                      <a:pt x="5" y="47"/>
                    </a:lnTo>
                    <a:lnTo>
                      <a:pt x="3" y="47"/>
                    </a:lnTo>
                    <a:lnTo>
                      <a:pt x="3" y="45"/>
                    </a:lnTo>
                    <a:lnTo>
                      <a:pt x="3" y="45"/>
                    </a:lnTo>
                    <a:lnTo>
                      <a:pt x="3" y="45"/>
                    </a:lnTo>
                    <a:lnTo>
                      <a:pt x="3" y="42"/>
                    </a:lnTo>
                    <a:lnTo>
                      <a:pt x="3" y="42"/>
                    </a:lnTo>
                    <a:lnTo>
                      <a:pt x="3" y="42"/>
                    </a:lnTo>
                    <a:lnTo>
                      <a:pt x="0" y="42"/>
                    </a:lnTo>
                    <a:lnTo>
                      <a:pt x="0" y="42"/>
                    </a:lnTo>
                    <a:lnTo>
                      <a:pt x="0" y="42"/>
                    </a:lnTo>
                    <a:lnTo>
                      <a:pt x="0" y="40"/>
                    </a:lnTo>
                    <a:lnTo>
                      <a:pt x="0" y="40"/>
                    </a:lnTo>
                    <a:lnTo>
                      <a:pt x="0" y="38"/>
                    </a:lnTo>
                    <a:lnTo>
                      <a:pt x="0" y="38"/>
                    </a:lnTo>
                    <a:lnTo>
                      <a:pt x="0" y="35"/>
                    </a:lnTo>
                    <a:lnTo>
                      <a:pt x="0" y="35"/>
                    </a:lnTo>
                    <a:lnTo>
                      <a:pt x="0" y="33"/>
                    </a:lnTo>
                    <a:lnTo>
                      <a:pt x="0" y="33"/>
                    </a:lnTo>
                    <a:lnTo>
                      <a:pt x="0" y="33"/>
                    </a:lnTo>
                    <a:lnTo>
                      <a:pt x="0" y="33"/>
                    </a:lnTo>
                    <a:lnTo>
                      <a:pt x="3" y="33"/>
                    </a:lnTo>
                    <a:lnTo>
                      <a:pt x="3" y="33"/>
                    </a:lnTo>
                    <a:lnTo>
                      <a:pt x="3" y="33"/>
                    </a:lnTo>
                    <a:lnTo>
                      <a:pt x="5" y="33"/>
                    </a:lnTo>
                    <a:lnTo>
                      <a:pt x="5" y="33"/>
                    </a:lnTo>
                    <a:lnTo>
                      <a:pt x="7" y="33"/>
                    </a:lnTo>
                    <a:lnTo>
                      <a:pt x="7" y="33"/>
                    </a:lnTo>
                    <a:lnTo>
                      <a:pt x="7" y="31"/>
                    </a:lnTo>
                    <a:lnTo>
                      <a:pt x="7" y="31"/>
                    </a:lnTo>
                    <a:lnTo>
                      <a:pt x="7" y="31"/>
                    </a:lnTo>
                    <a:lnTo>
                      <a:pt x="10" y="31"/>
                    </a:lnTo>
                    <a:lnTo>
                      <a:pt x="10" y="31"/>
                    </a:lnTo>
                    <a:lnTo>
                      <a:pt x="10" y="28"/>
                    </a:lnTo>
                    <a:lnTo>
                      <a:pt x="10" y="28"/>
                    </a:lnTo>
                    <a:lnTo>
                      <a:pt x="10" y="26"/>
                    </a:lnTo>
                    <a:lnTo>
                      <a:pt x="10" y="26"/>
                    </a:lnTo>
                    <a:lnTo>
                      <a:pt x="10" y="23"/>
                    </a:lnTo>
                    <a:lnTo>
                      <a:pt x="10" y="23"/>
                    </a:lnTo>
                    <a:lnTo>
                      <a:pt x="10" y="23"/>
                    </a:lnTo>
                    <a:lnTo>
                      <a:pt x="10" y="21"/>
                    </a:lnTo>
                    <a:lnTo>
                      <a:pt x="10" y="21"/>
                    </a:lnTo>
                    <a:lnTo>
                      <a:pt x="10" y="21"/>
                    </a:lnTo>
                    <a:lnTo>
                      <a:pt x="10" y="19"/>
                    </a:lnTo>
                    <a:lnTo>
                      <a:pt x="10" y="19"/>
                    </a:lnTo>
                    <a:lnTo>
                      <a:pt x="10" y="16"/>
                    </a:lnTo>
                    <a:lnTo>
                      <a:pt x="10" y="16"/>
                    </a:lnTo>
                    <a:lnTo>
                      <a:pt x="10" y="16"/>
                    </a:lnTo>
                    <a:lnTo>
                      <a:pt x="10" y="16"/>
                    </a:lnTo>
                    <a:lnTo>
                      <a:pt x="12" y="16"/>
                    </a:lnTo>
                    <a:lnTo>
                      <a:pt x="12" y="14"/>
                    </a:lnTo>
                    <a:lnTo>
                      <a:pt x="12" y="14"/>
                    </a:lnTo>
                    <a:lnTo>
                      <a:pt x="12" y="12"/>
                    </a:lnTo>
                    <a:lnTo>
                      <a:pt x="12" y="12"/>
                    </a:lnTo>
                    <a:lnTo>
                      <a:pt x="12" y="12"/>
                    </a:lnTo>
                    <a:lnTo>
                      <a:pt x="12" y="12"/>
                    </a:lnTo>
                    <a:lnTo>
                      <a:pt x="12" y="12"/>
                    </a:lnTo>
                    <a:lnTo>
                      <a:pt x="12" y="9"/>
                    </a:lnTo>
                    <a:lnTo>
                      <a:pt x="12" y="9"/>
                    </a:lnTo>
                    <a:lnTo>
                      <a:pt x="12" y="9"/>
                    </a:lnTo>
                    <a:lnTo>
                      <a:pt x="12" y="7"/>
                    </a:lnTo>
                    <a:lnTo>
                      <a:pt x="14" y="7"/>
                    </a:lnTo>
                    <a:lnTo>
                      <a:pt x="14" y="7"/>
                    </a:lnTo>
                    <a:lnTo>
                      <a:pt x="14" y="7"/>
                    </a:lnTo>
                    <a:lnTo>
                      <a:pt x="14" y="7"/>
                    </a:lnTo>
                    <a:lnTo>
                      <a:pt x="17" y="7"/>
                    </a:lnTo>
                    <a:lnTo>
                      <a:pt x="17" y="7"/>
                    </a:lnTo>
                    <a:lnTo>
                      <a:pt x="17" y="5"/>
                    </a:lnTo>
                    <a:lnTo>
                      <a:pt x="17"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83"/>
              <p:cNvSpPr>
                <a:spLocks/>
              </p:cNvSpPr>
              <p:nvPr/>
            </p:nvSpPr>
            <p:spPr bwMode="auto">
              <a:xfrm>
                <a:off x="3496" y="2433"/>
                <a:ext cx="38" cy="71"/>
              </a:xfrm>
              <a:custGeom>
                <a:avLst/>
                <a:gdLst/>
                <a:ahLst/>
                <a:cxnLst>
                  <a:cxn ang="0">
                    <a:pos x="17" y="67"/>
                  </a:cxn>
                  <a:cxn ang="0">
                    <a:pos x="12" y="62"/>
                  </a:cxn>
                  <a:cxn ang="0">
                    <a:pos x="12" y="57"/>
                  </a:cxn>
                  <a:cxn ang="0">
                    <a:pos x="12" y="50"/>
                  </a:cxn>
                  <a:cxn ang="0">
                    <a:pos x="12" y="48"/>
                  </a:cxn>
                  <a:cxn ang="0">
                    <a:pos x="10" y="45"/>
                  </a:cxn>
                  <a:cxn ang="0">
                    <a:pos x="10" y="48"/>
                  </a:cxn>
                  <a:cxn ang="0">
                    <a:pos x="5" y="52"/>
                  </a:cxn>
                  <a:cxn ang="0">
                    <a:pos x="2" y="50"/>
                  </a:cxn>
                  <a:cxn ang="0">
                    <a:pos x="7" y="48"/>
                  </a:cxn>
                  <a:cxn ang="0">
                    <a:pos x="5" y="45"/>
                  </a:cxn>
                  <a:cxn ang="0">
                    <a:pos x="5" y="38"/>
                  </a:cxn>
                  <a:cxn ang="0">
                    <a:pos x="2" y="31"/>
                  </a:cxn>
                  <a:cxn ang="0">
                    <a:pos x="2" y="26"/>
                  </a:cxn>
                  <a:cxn ang="0">
                    <a:pos x="5" y="24"/>
                  </a:cxn>
                  <a:cxn ang="0">
                    <a:pos x="10" y="24"/>
                  </a:cxn>
                  <a:cxn ang="0">
                    <a:pos x="10" y="29"/>
                  </a:cxn>
                  <a:cxn ang="0">
                    <a:pos x="10" y="33"/>
                  </a:cxn>
                  <a:cxn ang="0">
                    <a:pos x="14" y="31"/>
                  </a:cxn>
                  <a:cxn ang="0">
                    <a:pos x="12" y="26"/>
                  </a:cxn>
                  <a:cxn ang="0">
                    <a:pos x="14" y="24"/>
                  </a:cxn>
                  <a:cxn ang="0">
                    <a:pos x="12" y="22"/>
                  </a:cxn>
                  <a:cxn ang="0">
                    <a:pos x="12" y="19"/>
                  </a:cxn>
                  <a:cxn ang="0">
                    <a:pos x="7" y="14"/>
                  </a:cxn>
                  <a:cxn ang="0">
                    <a:pos x="5" y="12"/>
                  </a:cxn>
                  <a:cxn ang="0">
                    <a:pos x="2" y="10"/>
                  </a:cxn>
                  <a:cxn ang="0">
                    <a:pos x="0" y="7"/>
                  </a:cxn>
                  <a:cxn ang="0">
                    <a:pos x="2" y="5"/>
                  </a:cxn>
                  <a:cxn ang="0">
                    <a:pos x="5" y="0"/>
                  </a:cxn>
                  <a:cxn ang="0">
                    <a:pos x="7" y="3"/>
                  </a:cxn>
                  <a:cxn ang="0">
                    <a:pos x="12" y="3"/>
                  </a:cxn>
                  <a:cxn ang="0">
                    <a:pos x="17" y="3"/>
                  </a:cxn>
                  <a:cxn ang="0">
                    <a:pos x="21" y="0"/>
                  </a:cxn>
                  <a:cxn ang="0">
                    <a:pos x="24" y="3"/>
                  </a:cxn>
                  <a:cxn ang="0">
                    <a:pos x="26" y="7"/>
                  </a:cxn>
                  <a:cxn ang="0">
                    <a:pos x="29" y="10"/>
                  </a:cxn>
                  <a:cxn ang="0">
                    <a:pos x="29" y="14"/>
                  </a:cxn>
                  <a:cxn ang="0">
                    <a:pos x="31" y="17"/>
                  </a:cxn>
                  <a:cxn ang="0">
                    <a:pos x="29" y="19"/>
                  </a:cxn>
                  <a:cxn ang="0">
                    <a:pos x="29" y="26"/>
                  </a:cxn>
                  <a:cxn ang="0">
                    <a:pos x="31" y="31"/>
                  </a:cxn>
                  <a:cxn ang="0">
                    <a:pos x="31" y="36"/>
                  </a:cxn>
                  <a:cxn ang="0">
                    <a:pos x="36" y="38"/>
                  </a:cxn>
                  <a:cxn ang="0">
                    <a:pos x="38" y="43"/>
                  </a:cxn>
                  <a:cxn ang="0">
                    <a:pos x="33" y="43"/>
                  </a:cxn>
                  <a:cxn ang="0">
                    <a:pos x="31" y="41"/>
                  </a:cxn>
                  <a:cxn ang="0">
                    <a:pos x="29" y="41"/>
                  </a:cxn>
                  <a:cxn ang="0">
                    <a:pos x="24" y="41"/>
                  </a:cxn>
                  <a:cxn ang="0">
                    <a:pos x="21" y="36"/>
                  </a:cxn>
                  <a:cxn ang="0">
                    <a:pos x="21" y="41"/>
                  </a:cxn>
                  <a:cxn ang="0">
                    <a:pos x="19" y="48"/>
                  </a:cxn>
                  <a:cxn ang="0">
                    <a:pos x="21" y="50"/>
                  </a:cxn>
                  <a:cxn ang="0">
                    <a:pos x="24" y="57"/>
                  </a:cxn>
                  <a:cxn ang="0">
                    <a:pos x="24" y="62"/>
                  </a:cxn>
                  <a:cxn ang="0">
                    <a:pos x="24" y="64"/>
                  </a:cxn>
                  <a:cxn ang="0">
                    <a:pos x="26" y="69"/>
                  </a:cxn>
                  <a:cxn ang="0">
                    <a:pos x="21" y="69"/>
                  </a:cxn>
                  <a:cxn ang="0">
                    <a:pos x="21" y="64"/>
                  </a:cxn>
                  <a:cxn ang="0">
                    <a:pos x="19" y="69"/>
                  </a:cxn>
                </a:cxnLst>
                <a:rect l="0" t="0" r="r" b="b"/>
                <a:pathLst>
                  <a:path w="38" h="71">
                    <a:moveTo>
                      <a:pt x="19" y="69"/>
                    </a:moveTo>
                    <a:lnTo>
                      <a:pt x="19" y="69"/>
                    </a:lnTo>
                    <a:lnTo>
                      <a:pt x="17" y="69"/>
                    </a:lnTo>
                    <a:lnTo>
                      <a:pt x="17" y="67"/>
                    </a:lnTo>
                    <a:lnTo>
                      <a:pt x="17" y="67"/>
                    </a:lnTo>
                    <a:lnTo>
                      <a:pt x="17" y="67"/>
                    </a:lnTo>
                    <a:lnTo>
                      <a:pt x="17" y="67"/>
                    </a:lnTo>
                    <a:lnTo>
                      <a:pt x="17" y="64"/>
                    </a:lnTo>
                    <a:lnTo>
                      <a:pt x="14" y="64"/>
                    </a:lnTo>
                    <a:lnTo>
                      <a:pt x="14" y="64"/>
                    </a:lnTo>
                    <a:lnTo>
                      <a:pt x="12" y="64"/>
                    </a:lnTo>
                    <a:lnTo>
                      <a:pt x="12" y="64"/>
                    </a:lnTo>
                    <a:lnTo>
                      <a:pt x="12"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2" y="55"/>
                    </a:lnTo>
                    <a:lnTo>
                      <a:pt x="12" y="52"/>
                    </a:lnTo>
                    <a:lnTo>
                      <a:pt x="12" y="52"/>
                    </a:lnTo>
                    <a:lnTo>
                      <a:pt x="12" y="50"/>
                    </a:lnTo>
                    <a:lnTo>
                      <a:pt x="14" y="50"/>
                    </a:lnTo>
                    <a:lnTo>
                      <a:pt x="14" y="50"/>
                    </a:lnTo>
                    <a:lnTo>
                      <a:pt x="12" y="50"/>
                    </a:lnTo>
                    <a:lnTo>
                      <a:pt x="12" y="48"/>
                    </a:lnTo>
                    <a:lnTo>
                      <a:pt x="12" y="48"/>
                    </a:lnTo>
                    <a:lnTo>
                      <a:pt x="12" y="48"/>
                    </a:lnTo>
                    <a:lnTo>
                      <a:pt x="12" y="48"/>
                    </a:lnTo>
                    <a:lnTo>
                      <a:pt x="12" y="45"/>
                    </a:lnTo>
                    <a:lnTo>
                      <a:pt x="12" y="45"/>
                    </a:lnTo>
                    <a:lnTo>
                      <a:pt x="12" y="45"/>
                    </a:lnTo>
                    <a:lnTo>
                      <a:pt x="10" y="45"/>
                    </a:lnTo>
                    <a:lnTo>
                      <a:pt x="10" y="43"/>
                    </a:lnTo>
                    <a:lnTo>
                      <a:pt x="10" y="43"/>
                    </a:lnTo>
                    <a:lnTo>
                      <a:pt x="10" y="45"/>
                    </a:lnTo>
                    <a:lnTo>
                      <a:pt x="10" y="45"/>
                    </a:lnTo>
                    <a:lnTo>
                      <a:pt x="10" y="45"/>
                    </a:lnTo>
                    <a:lnTo>
                      <a:pt x="10" y="48"/>
                    </a:lnTo>
                    <a:lnTo>
                      <a:pt x="10" y="48"/>
                    </a:lnTo>
                    <a:lnTo>
                      <a:pt x="10" y="48"/>
                    </a:lnTo>
                    <a:lnTo>
                      <a:pt x="10" y="48"/>
                    </a:lnTo>
                    <a:lnTo>
                      <a:pt x="10" y="48"/>
                    </a:lnTo>
                    <a:lnTo>
                      <a:pt x="10" y="50"/>
                    </a:lnTo>
                    <a:lnTo>
                      <a:pt x="10" y="50"/>
                    </a:lnTo>
                    <a:lnTo>
                      <a:pt x="10" y="52"/>
                    </a:lnTo>
                    <a:lnTo>
                      <a:pt x="7" y="52"/>
                    </a:lnTo>
                    <a:lnTo>
                      <a:pt x="7" y="52"/>
                    </a:lnTo>
                    <a:lnTo>
                      <a:pt x="5" y="52"/>
                    </a:lnTo>
                    <a:lnTo>
                      <a:pt x="5" y="52"/>
                    </a:lnTo>
                    <a:lnTo>
                      <a:pt x="5" y="52"/>
                    </a:lnTo>
                    <a:lnTo>
                      <a:pt x="5" y="52"/>
                    </a:lnTo>
                    <a:lnTo>
                      <a:pt x="2" y="52"/>
                    </a:lnTo>
                    <a:lnTo>
                      <a:pt x="2" y="52"/>
                    </a:lnTo>
                    <a:lnTo>
                      <a:pt x="2" y="52"/>
                    </a:lnTo>
                    <a:lnTo>
                      <a:pt x="2" y="50"/>
                    </a:lnTo>
                    <a:lnTo>
                      <a:pt x="2" y="50"/>
                    </a:lnTo>
                    <a:lnTo>
                      <a:pt x="2" y="50"/>
                    </a:lnTo>
                    <a:lnTo>
                      <a:pt x="2" y="48"/>
                    </a:lnTo>
                    <a:lnTo>
                      <a:pt x="5" y="48"/>
                    </a:lnTo>
                    <a:lnTo>
                      <a:pt x="5" y="48"/>
                    </a:lnTo>
                    <a:lnTo>
                      <a:pt x="5" y="48"/>
                    </a:lnTo>
                    <a:lnTo>
                      <a:pt x="7" y="48"/>
                    </a:lnTo>
                    <a:lnTo>
                      <a:pt x="7" y="48"/>
                    </a:lnTo>
                    <a:lnTo>
                      <a:pt x="7" y="48"/>
                    </a:lnTo>
                    <a:lnTo>
                      <a:pt x="7" y="48"/>
                    </a:lnTo>
                    <a:lnTo>
                      <a:pt x="7" y="48"/>
                    </a:lnTo>
                    <a:lnTo>
                      <a:pt x="7" y="45"/>
                    </a:lnTo>
                    <a:lnTo>
                      <a:pt x="5" y="45"/>
                    </a:lnTo>
                    <a:lnTo>
                      <a:pt x="5" y="45"/>
                    </a:lnTo>
                    <a:lnTo>
                      <a:pt x="5" y="45"/>
                    </a:lnTo>
                    <a:lnTo>
                      <a:pt x="5" y="43"/>
                    </a:lnTo>
                    <a:lnTo>
                      <a:pt x="5" y="43"/>
                    </a:lnTo>
                    <a:lnTo>
                      <a:pt x="5" y="41"/>
                    </a:lnTo>
                    <a:lnTo>
                      <a:pt x="5" y="41"/>
                    </a:lnTo>
                    <a:lnTo>
                      <a:pt x="5" y="38"/>
                    </a:lnTo>
                    <a:lnTo>
                      <a:pt x="5" y="38"/>
                    </a:lnTo>
                    <a:lnTo>
                      <a:pt x="5" y="38"/>
                    </a:lnTo>
                    <a:lnTo>
                      <a:pt x="5" y="36"/>
                    </a:lnTo>
                    <a:lnTo>
                      <a:pt x="5" y="36"/>
                    </a:lnTo>
                    <a:lnTo>
                      <a:pt x="5" y="36"/>
                    </a:lnTo>
                    <a:lnTo>
                      <a:pt x="5" y="33"/>
                    </a:lnTo>
                    <a:lnTo>
                      <a:pt x="5" y="33"/>
                    </a:lnTo>
                    <a:lnTo>
                      <a:pt x="2" y="33"/>
                    </a:lnTo>
                    <a:lnTo>
                      <a:pt x="2" y="31"/>
                    </a:lnTo>
                    <a:lnTo>
                      <a:pt x="2" y="31"/>
                    </a:lnTo>
                    <a:lnTo>
                      <a:pt x="2" y="31"/>
                    </a:lnTo>
                    <a:lnTo>
                      <a:pt x="2" y="29"/>
                    </a:lnTo>
                    <a:lnTo>
                      <a:pt x="2" y="29"/>
                    </a:lnTo>
                    <a:lnTo>
                      <a:pt x="2" y="29"/>
                    </a:lnTo>
                    <a:lnTo>
                      <a:pt x="2" y="26"/>
                    </a:lnTo>
                    <a:lnTo>
                      <a:pt x="2" y="26"/>
                    </a:lnTo>
                    <a:lnTo>
                      <a:pt x="2" y="29"/>
                    </a:lnTo>
                    <a:lnTo>
                      <a:pt x="5" y="29"/>
                    </a:lnTo>
                    <a:lnTo>
                      <a:pt x="5" y="29"/>
                    </a:lnTo>
                    <a:lnTo>
                      <a:pt x="5" y="26"/>
                    </a:lnTo>
                    <a:lnTo>
                      <a:pt x="5" y="26"/>
                    </a:lnTo>
                    <a:lnTo>
                      <a:pt x="5" y="26"/>
                    </a:lnTo>
                    <a:lnTo>
                      <a:pt x="5" y="24"/>
                    </a:lnTo>
                    <a:lnTo>
                      <a:pt x="5" y="24"/>
                    </a:lnTo>
                    <a:lnTo>
                      <a:pt x="5" y="24"/>
                    </a:lnTo>
                    <a:lnTo>
                      <a:pt x="7" y="24"/>
                    </a:lnTo>
                    <a:lnTo>
                      <a:pt x="7" y="24"/>
                    </a:lnTo>
                    <a:lnTo>
                      <a:pt x="7" y="24"/>
                    </a:lnTo>
                    <a:lnTo>
                      <a:pt x="7" y="24"/>
                    </a:lnTo>
                    <a:lnTo>
                      <a:pt x="10" y="24"/>
                    </a:lnTo>
                    <a:lnTo>
                      <a:pt x="10" y="26"/>
                    </a:lnTo>
                    <a:lnTo>
                      <a:pt x="10" y="26"/>
                    </a:lnTo>
                    <a:lnTo>
                      <a:pt x="10" y="26"/>
                    </a:lnTo>
                    <a:lnTo>
                      <a:pt x="10" y="29"/>
                    </a:lnTo>
                    <a:lnTo>
                      <a:pt x="10" y="29"/>
                    </a:lnTo>
                    <a:lnTo>
                      <a:pt x="10" y="29"/>
                    </a:lnTo>
                    <a:lnTo>
                      <a:pt x="10" y="29"/>
                    </a:lnTo>
                    <a:lnTo>
                      <a:pt x="10" y="31"/>
                    </a:lnTo>
                    <a:lnTo>
                      <a:pt x="10" y="31"/>
                    </a:lnTo>
                    <a:lnTo>
                      <a:pt x="10" y="31"/>
                    </a:lnTo>
                    <a:lnTo>
                      <a:pt x="10" y="31"/>
                    </a:lnTo>
                    <a:lnTo>
                      <a:pt x="10" y="31"/>
                    </a:lnTo>
                    <a:lnTo>
                      <a:pt x="10" y="33"/>
                    </a:lnTo>
                    <a:lnTo>
                      <a:pt x="10" y="33"/>
                    </a:lnTo>
                    <a:lnTo>
                      <a:pt x="10" y="33"/>
                    </a:lnTo>
                    <a:lnTo>
                      <a:pt x="12" y="33"/>
                    </a:lnTo>
                    <a:lnTo>
                      <a:pt x="12" y="33"/>
                    </a:lnTo>
                    <a:lnTo>
                      <a:pt x="12" y="33"/>
                    </a:lnTo>
                    <a:lnTo>
                      <a:pt x="12" y="33"/>
                    </a:lnTo>
                    <a:lnTo>
                      <a:pt x="12" y="31"/>
                    </a:lnTo>
                    <a:lnTo>
                      <a:pt x="14" y="31"/>
                    </a:lnTo>
                    <a:lnTo>
                      <a:pt x="14" y="31"/>
                    </a:lnTo>
                    <a:lnTo>
                      <a:pt x="14" y="29"/>
                    </a:lnTo>
                    <a:lnTo>
                      <a:pt x="14" y="29"/>
                    </a:lnTo>
                    <a:lnTo>
                      <a:pt x="12" y="29"/>
                    </a:lnTo>
                    <a:lnTo>
                      <a:pt x="12" y="29"/>
                    </a:lnTo>
                    <a:lnTo>
                      <a:pt x="12" y="26"/>
                    </a:lnTo>
                    <a:lnTo>
                      <a:pt x="12" y="26"/>
                    </a:lnTo>
                    <a:lnTo>
                      <a:pt x="12" y="26"/>
                    </a:lnTo>
                    <a:lnTo>
                      <a:pt x="12" y="24"/>
                    </a:lnTo>
                    <a:lnTo>
                      <a:pt x="12" y="24"/>
                    </a:lnTo>
                    <a:lnTo>
                      <a:pt x="12" y="24"/>
                    </a:lnTo>
                    <a:lnTo>
                      <a:pt x="12" y="24"/>
                    </a:lnTo>
                    <a:lnTo>
                      <a:pt x="12" y="24"/>
                    </a:lnTo>
                    <a:lnTo>
                      <a:pt x="14" y="24"/>
                    </a:lnTo>
                    <a:lnTo>
                      <a:pt x="14" y="24"/>
                    </a:lnTo>
                    <a:lnTo>
                      <a:pt x="14" y="22"/>
                    </a:lnTo>
                    <a:lnTo>
                      <a:pt x="14" y="22"/>
                    </a:lnTo>
                    <a:lnTo>
                      <a:pt x="14" y="22"/>
                    </a:lnTo>
                    <a:lnTo>
                      <a:pt x="12" y="22"/>
                    </a:lnTo>
                    <a:lnTo>
                      <a:pt x="12" y="22"/>
                    </a:lnTo>
                    <a:lnTo>
                      <a:pt x="12" y="22"/>
                    </a:lnTo>
                    <a:lnTo>
                      <a:pt x="12" y="22"/>
                    </a:lnTo>
                    <a:lnTo>
                      <a:pt x="12" y="22"/>
                    </a:lnTo>
                    <a:lnTo>
                      <a:pt x="12" y="19"/>
                    </a:lnTo>
                    <a:lnTo>
                      <a:pt x="10" y="19"/>
                    </a:lnTo>
                    <a:lnTo>
                      <a:pt x="10" y="19"/>
                    </a:lnTo>
                    <a:lnTo>
                      <a:pt x="10" y="19"/>
                    </a:lnTo>
                    <a:lnTo>
                      <a:pt x="12" y="19"/>
                    </a:lnTo>
                    <a:lnTo>
                      <a:pt x="12" y="17"/>
                    </a:lnTo>
                    <a:lnTo>
                      <a:pt x="10" y="17"/>
                    </a:lnTo>
                    <a:lnTo>
                      <a:pt x="10" y="17"/>
                    </a:lnTo>
                    <a:lnTo>
                      <a:pt x="10" y="17"/>
                    </a:lnTo>
                    <a:lnTo>
                      <a:pt x="10" y="17"/>
                    </a:lnTo>
                    <a:lnTo>
                      <a:pt x="7" y="17"/>
                    </a:lnTo>
                    <a:lnTo>
                      <a:pt x="7" y="14"/>
                    </a:lnTo>
                    <a:lnTo>
                      <a:pt x="7" y="14"/>
                    </a:lnTo>
                    <a:lnTo>
                      <a:pt x="7" y="14"/>
                    </a:lnTo>
                    <a:lnTo>
                      <a:pt x="5" y="14"/>
                    </a:lnTo>
                    <a:lnTo>
                      <a:pt x="5" y="12"/>
                    </a:lnTo>
                    <a:lnTo>
                      <a:pt x="5" y="12"/>
                    </a:lnTo>
                    <a:lnTo>
                      <a:pt x="5" y="12"/>
                    </a:lnTo>
                    <a:lnTo>
                      <a:pt x="5" y="12"/>
                    </a:lnTo>
                    <a:lnTo>
                      <a:pt x="5" y="10"/>
                    </a:lnTo>
                    <a:lnTo>
                      <a:pt x="5" y="10"/>
                    </a:lnTo>
                    <a:lnTo>
                      <a:pt x="5" y="10"/>
                    </a:lnTo>
                    <a:lnTo>
                      <a:pt x="5" y="7"/>
                    </a:lnTo>
                    <a:lnTo>
                      <a:pt x="2" y="7"/>
                    </a:lnTo>
                    <a:lnTo>
                      <a:pt x="2" y="10"/>
                    </a:lnTo>
                    <a:lnTo>
                      <a:pt x="2" y="10"/>
                    </a:lnTo>
                    <a:lnTo>
                      <a:pt x="2" y="7"/>
                    </a:lnTo>
                    <a:lnTo>
                      <a:pt x="2" y="7"/>
                    </a:lnTo>
                    <a:lnTo>
                      <a:pt x="2" y="7"/>
                    </a:lnTo>
                    <a:lnTo>
                      <a:pt x="2" y="7"/>
                    </a:lnTo>
                    <a:lnTo>
                      <a:pt x="0" y="7"/>
                    </a:lnTo>
                    <a:lnTo>
                      <a:pt x="0" y="7"/>
                    </a:lnTo>
                    <a:lnTo>
                      <a:pt x="0" y="7"/>
                    </a:lnTo>
                    <a:lnTo>
                      <a:pt x="0" y="5"/>
                    </a:lnTo>
                    <a:lnTo>
                      <a:pt x="0" y="5"/>
                    </a:lnTo>
                    <a:lnTo>
                      <a:pt x="0" y="5"/>
                    </a:lnTo>
                    <a:lnTo>
                      <a:pt x="0" y="5"/>
                    </a:lnTo>
                    <a:lnTo>
                      <a:pt x="2" y="5"/>
                    </a:lnTo>
                    <a:lnTo>
                      <a:pt x="2" y="5"/>
                    </a:lnTo>
                    <a:lnTo>
                      <a:pt x="2" y="5"/>
                    </a:lnTo>
                    <a:lnTo>
                      <a:pt x="2" y="3"/>
                    </a:lnTo>
                    <a:lnTo>
                      <a:pt x="2" y="3"/>
                    </a:lnTo>
                    <a:lnTo>
                      <a:pt x="2" y="0"/>
                    </a:lnTo>
                    <a:lnTo>
                      <a:pt x="2" y="0"/>
                    </a:lnTo>
                    <a:lnTo>
                      <a:pt x="5" y="0"/>
                    </a:lnTo>
                    <a:lnTo>
                      <a:pt x="5" y="0"/>
                    </a:lnTo>
                    <a:lnTo>
                      <a:pt x="5" y="0"/>
                    </a:lnTo>
                    <a:lnTo>
                      <a:pt x="5" y="0"/>
                    </a:lnTo>
                    <a:lnTo>
                      <a:pt x="5" y="0"/>
                    </a:lnTo>
                    <a:lnTo>
                      <a:pt x="7" y="0"/>
                    </a:lnTo>
                    <a:lnTo>
                      <a:pt x="7" y="0"/>
                    </a:lnTo>
                    <a:lnTo>
                      <a:pt x="7" y="0"/>
                    </a:lnTo>
                    <a:lnTo>
                      <a:pt x="7" y="0"/>
                    </a:lnTo>
                    <a:lnTo>
                      <a:pt x="7" y="3"/>
                    </a:lnTo>
                    <a:lnTo>
                      <a:pt x="10" y="3"/>
                    </a:lnTo>
                    <a:lnTo>
                      <a:pt x="10" y="3"/>
                    </a:lnTo>
                    <a:lnTo>
                      <a:pt x="10" y="3"/>
                    </a:lnTo>
                    <a:lnTo>
                      <a:pt x="10" y="3"/>
                    </a:lnTo>
                    <a:lnTo>
                      <a:pt x="12" y="3"/>
                    </a:lnTo>
                    <a:lnTo>
                      <a:pt x="12" y="3"/>
                    </a:lnTo>
                    <a:lnTo>
                      <a:pt x="12" y="3"/>
                    </a:lnTo>
                    <a:lnTo>
                      <a:pt x="14" y="3"/>
                    </a:lnTo>
                    <a:lnTo>
                      <a:pt x="14" y="3"/>
                    </a:lnTo>
                    <a:lnTo>
                      <a:pt x="14" y="3"/>
                    </a:lnTo>
                    <a:lnTo>
                      <a:pt x="14" y="0"/>
                    </a:lnTo>
                    <a:lnTo>
                      <a:pt x="17" y="0"/>
                    </a:lnTo>
                    <a:lnTo>
                      <a:pt x="17" y="3"/>
                    </a:lnTo>
                    <a:lnTo>
                      <a:pt x="17" y="3"/>
                    </a:lnTo>
                    <a:lnTo>
                      <a:pt x="17" y="0"/>
                    </a:lnTo>
                    <a:lnTo>
                      <a:pt x="17" y="0"/>
                    </a:lnTo>
                    <a:lnTo>
                      <a:pt x="17" y="0"/>
                    </a:lnTo>
                    <a:lnTo>
                      <a:pt x="19" y="0"/>
                    </a:lnTo>
                    <a:lnTo>
                      <a:pt x="19" y="0"/>
                    </a:lnTo>
                    <a:lnTo>
                      <a:pt x="19" y="0"/>
                    </a:lnTo>
                    <a:lnTo>
                      <a:pt x="21" y="0"/>
                    </a:lnTo>
                    <a:lnTo>
                      <a:pt x="21" y="0"/>
                    </a:lnTo>
                    <a:lnTo>
                      <a:pt x="21" y="0"/>
                    </a:lnTo>
                    <a:lnTo>
                      <a:pt x="21" y="0"/>
                    </a:lnTo>
                    <a:lnTo>
                      <a:pt x="21" y="0"/>
                    </a:lnTo>
                    <a:lnTo>
                      <a:pt x="21" y="3"/>
                    </a:lnTo>
                    <a:lnTo>
                      <a:pt x="24" y="3"/>
                    </a:lnTo>
                    <a:lnTo>
                      <a:pt x="24" y="3"/>
                    </a:lnTo>
                    <a:lnTo>
                      <a:pt x="24" y="3"/>
                    </a:lnTo>
                    <a:lnTo>
                      <a:pt x="24" y="3"/>
                    </a:lnTo>
                    <a:lnTo>
                      <a:pt x="24" y="5"/>
                    </a:lnTo>
                    <a:lnTo>
                      <a:pt x="26" y="5"/>
                    </a:lnTo>
                    <a:lnTo>
                      <a:pt x="26" y="5"/>
                    </a:lnTo>
                    <a:lnTo>
                      <a:pt x="26" y="7"/>
                    </a:lnTo>
                    <a:lnTo>
                      <a:pt x="26" y="7"/>
                    </a:lnTo>
                    <a:lnTo>
                      <a:pt x="26" y="7"/>
                    </a:lnTo>
                    <a:lnTo>
                      <a:pt x="26" y="7"/>
                    </a:lnTo>
                    <a:lnTo>
                      <a:pt x="26" y="10"/>
                    </a:lnTo>
                    <a:lnTo>
                      <a:pt x="26" y="10"/>
                    </a:lnTo>
                    <a:lnTo>
                      <a:pt x="29" y="10"/>
                    </a:lnTo>
                    <a:lnTo>
                      <a:pt x="29" y="10"/>
                    </a:lnTo>
                    <a:lnTo>
                      <a:pt x="29" y="10"/>
                    </a:lnTo>
                    <a:lnTo>
                      <a:pt x="29" y="10"/>
                    </a:lnTo>
                    <a:lnTo>
                      <a:pt x="29" y="10"/>
                    </a:lnTo>
                    <a:lnTo>
                      <a:pt x="31" y="10"/>
                    </a:lnTo>
                    <a:lnTo>
                      <a:pt x="31" y="12"/>
                    </a:lnTo>
                    <a:lnTo>
                      <a:pt x="31" y="12"/>
                    </a:lnTo>
                    <a:lnTo>
                      <a:pt x="29" y="12"/>
                    </a:lnTo>
                    <a:lnTo>
                      <a:pt x="29" y="14"/>
                    </a:lnTo>
                    <a:lnTo>
                      <a:pt x="29" y="14"/>
                    </a:lnTo>
                    <a:lnTo>
                      <a:pt x="31" y="14"/>
                    </a:lnTo>
                    <a:lnTo>
                      <a:pt x="31" y="14"/>
                    </a:lnTo>
                    <a:lnTo>
                      <a:pt x="31" y="14"/>
                    </a:lnTo>
                    <a:lnTo>
                      <a:pt x="31" y="14"/>
                    </a:lnTo>
                    <a:lnTo>
                      <a:pt x="31" y="17"/>
                    </a:lnTo>
                    <a:lnTo>
                      <a:pt x="31" y="17"/>
                    </a:lnTo>
                    <a:lnTo>
                      <a:pt x="31" y="17"/>
                    </a:lnTo>
                    <a:lnTo>
                      <a:pt x="31" y="17"/>
                    </a:lnTo>
                    <a:lnTo>
                      <a:pt x="29" y="17"/>
                    </a:lnTo>
                    <a:lnTo>
                      <a:pt x="29" y="17"/>
                    </a:lnTo>
                    <a:lnTo>
                      <a:pt x="29" y="19"/>
                    </a:lnTo>
                    <a:lnTo>
                      <a:pt x="29" y="19"/>
                    </a:lnTo>
                    <a:lnTo>
                      <a:pt x="29" y="19"/>
                    </a:lnTo>
                    <a:lnTo>
                      <a:pt x="29" y="19"/>
                    </a:lnTo>
                    <a:lnTo>
                      <a:pt x="29" y="19"/>
                    </a:lnTo>
                    <a:lnTo>
                      <a:pt x="29" y="22"/>
                    </a:lnTo>
                    <a:lnTo>
                      <a:pt x="29" y="22"/>
                    </a:lnTo>
                    <a:lnTo>
                      <a:pt x="29" y="24"/>
                    </a:lnTo>
                    <a:lnTo>
                      <a:pt x="29" y="24"/>
                    </a:lnTo>
                    <a:lnTo>
                      <a:pt x="29" y="26"/>
                    </a:lnTo>
                    <a:lnTo>
                      <a:pt x="29" y="26"/>
                    </a:lnTo>
                    <a:lnTo>
                      <a:pt x="29" y="29"/>
                    </a:lnTo>
                    <a:lnTo>
                      <a:pt x="29" y="29"/>
                    </a:lnTo>
                    <a:lnTo>
                      <a:pt x="31" y="29"/>
                    </a:lnTo>
                    <a:lnTo>
                      <a:pt x="31" y="29"/>
                    </a:lnTo>
                    <a:lnTo>
                      <a:pt x="31" y="31"/>
                    </a:lnTo>
                    <a:lnTo>
                      <a:pt x="31" y="31"/>
                    </a:lnTo>
                    <a:lnTo>
                      <a:pt x="31" y="31"/>
                    </a:lnTo>
                    <a:lnTo>
                      <a:pt x="31" y="31"/>
                    </a:lnTo>
                    <a:lnTo>
                      <a:pt x="31" y="33"/>
                    </a:lnTo>
                    <a:lnTo>
                      <a:pt x="33" y="33"/>
                    </a:lnTo>
                    <a:lnTo>
                      <a:pt x="33" y="33"/>
                    </a:lnTo>
                    <a:lnTo>
                      <a:pt x="33" y="36"/>
                    </a:lnTo>
                    <a:lnTo>
                      <a:pt x="31" y="36"/>
                    </a:lnTo>
                    <a:lnTo>
                      <a:pt x="31" y="36"/>
                    </a:lnTo>
                    <a:lnTo>
                      <a:pt x="33" y="36"/>
                    </a:lnTo>
                    <a:lnTo>
                      <a:pt x="33" y="38"/>
                    </a:lnTo>
                    <a:lnTo>
                      <a:pt x="33" y="38"/>
                    </a:lnTo>
                    <a:lnTo>
                      <a:pt x="33" y="38"/>
                    </a:lnTo>
                    <a:lnTo>
                      <a:pt x="33" y="38"/>
                    </a:lnTo>
                    <a:lnTo>
                      <a:pt x="36" y="38"/>
                    </a:lnTo>
                    <a:lnTo>
                      <a:pt x="36" y="41"/>
                    </a:lnTo>
                    <a:lnTo>
                      <a:pt x="36" y="41"/>
                    </a:lnTo>
                    <a:lnTo>
                      <a:pt x="36" y="41"/>
                    </a:lnTo>
                    <a:lnTo>
                      <a:pt x="36" y="41"/>
                    </a:lnTo>
                    <a:lnTo>
                      <a:pt x="36" y="43"/>
                    </a:lnTo>
                    <a:lnTo>
                      <a:pt x="38" y="43"/>
                    </a:lnTo>
                    <a:lnTo>
                      <a:pt x="38" y="43"/>
                    </a:lnTo>
                    <a:lnTo>
                      <a:pt x="38" y="45"/>
                    </a:lnTo>
                    <a:lnTo>
                      <a:pt x="36" y="45"/>
                    </a:lnTo>
                    <a:lnTo>
                      <a:pt x="36" y="45"/>
                    </a:lnTo>
                    <a:lnTo>
                      <a:pt x="36" y="43"/>
                    </a:lnTo>
                    <a:lnTo>
                      <a:pt x="36" y="43"/>
                    </a:lnTo>
                    <a:lnTo>
                      <a:pt x="36" y="43"/>
                    </a:lnTo>
                    <a:lnTo>
                      <a:pt x="33" y="43"/>
                    </a:lnTo>
                    <a:lnTo>
                      <a:pt x="33" y="43"/>
                    </a:lnTo>
                    <a:lnTo>
                      <a:pt x="33" y="43"/>
                    </a:lnTo>
                    <a:lnTo>
                      <a:pt x="31" y="43"/>
                    </a:lnTo>
                    <a:lnTo>
                      <a:pt x="31" y="43"/>
                    </a:lnTo>
                    <a:lnTo>
                      <a:pt x="31" y="43"/>
                    </a:lnTo>
                    <a:lnTo>
                      <a:pt x="31" y="41"/>
                    </a:lnTo>
                    <a:lnTo>
                      <a:pt x="31" y="41"/>
                    </a:lnTo>
                    <a:lnTo>
                      <a:pt x="33" y="41"/>
                    </a:lnTo>
                    <a:lnTo>
                      <a:pt x="33" y="41"/>
                    </a:lnTo>
                    <a:lnTo>
                      <a:pt x="31" y="41"/>
                    </a:lnTo>
                    <a:lnTo>
                      <a:pt x="31" y="41"/>
                    </a:lnTo>
                    <a:lnTo>
                      <a:pt x="31" y="41"/>
                    </a:lnTo>
                    <a:lnTo>
                      <a:pt x="31" y="41"/>
                    </a:lnTo>
                    <a:lnTo>
                      <a:pt x="29" y="41"/>
                    </a:lnTo>
                    <a:lnTo>
                      <a:pt x="29" y="41"/>
                    </a:lnTo>
                    <a:lnTo>
                      <a:pt x="29" y="41"/>
                    </a:lnTo>
                    <a:lnTo>
                      <a:pt x="29" y="41"/>
                    </a:lnTo>
                    <a:lnTo>
                      <a:pt x="26" y="41"/>
                    </a:lnTo>
                    <a:lnTo>
                      <a:pt x="26" y="41"/>
                    </a:lnTo>
                    <a:lnTo>
                      <a:pt x="24" y="41"/>
                    </a:lnTo>
                    <a:lnTo>
                      <a:pt x="24" y="41"/>
                    </a:lnTo>
                    <a:lnTo>
                      <a:pt x="24" y="41"/>
                    </a:lnTo>
                    <a:lnTo>
                      <a:pt x="21" y="41"/>
                    </a:lnTo>
                    <a:lnTo>
                      <a:pt x="21" y="38"/>
                    </a:lnTo>
                    <a:lnTo>
                      <a:pt x="21" y="38"/>
                    </a:lnTo>
                    <a:lnTo>
                      <a:pt x="21" y="38"/>
                    </a:lnTo>
                    <a:lnTo>
                      <a:pt x="21" y="36"/>
                    </a:lnTo>
                    <a:lnTo>
                      <a:pt x="21" y="36"/>
                    </a:lnTo>
                    <a:lnTo>
                      <a:pt x="21" y="36"/>
                    </a:lnTo>
                    <a:lnTo>
                      <a:pt x="19" y="36"/>
                    </a:lnTo>
                    <a:lnTo>
                      <a:pt x="19" y="38"/>
                    </a:lnTo>
                    <a:lnTo>
                      <a:pt x="19" y="38"/>
                    </a:lnTo>
                    <a:lnTo>
                      <a:pt x="19" y="38"/>
                    </a:lnTo>
                    <a:lnTo>
                      <a:pt x="19" y="41"/>
                    </a:lnTo>
                    <a:lnTo>
                      <a:pt x="21" y="41"/>
                    </a:lnTo>
                    <a:lnTo>
                      <a:pt x="21" y="41"/>
                    </a:lnTo>
                    <a:lnTo>
                      <a:pt x="21" y="43"/>
                    </a:lnTo>
                    <a:lnTo>
                      <a:pt x="21" y="43"/>
                    </a:lnTo>
                    <a:lnTo>
                      <a:pt x="19" y="43"/>
                    </a:lnTo>
                    <a:lnTo>
                      <a:pt x="19" y="45"/>
                    </a:lnTo>
                    <a:lnTo>
                      <a:pt x="19" y="45"/>
                    </a:lnTo>
                    <a:lnTo>
                      <a:pt x="19" y="48"/>
                    </a:lnTo>
                    <a:lnTo>
                      <a:pt x="19" y="48"/>
                    </a:lnTo>
                    <a:lnTo>
                      <a:pt x="19" y="48"/>
                    </a:lnTo>
                    <a:lnTo>
                      <a:pt x="21" y="48"/>
                    </a:lnTo>
                    <a:lnTo>
                      <a:pt x="21" y="48"/>
                    </a:lnTo>
                    <a:lnTo>
                      <a:pt x="21" y="50"/>
                    </a:lnTo>
                    <a:lnTo>
                      <a:pt x="21" y="50"/>
                    </a:lnTo>
                    <a:lnTo>
                      <a:pt x="21" y="50"/>
                    </a:lnTo>
                    <a:lnTo>
                      <a:pt x="21" y="52"/>
                    </a:lnTo>
                    <a:lnTo>
                      <a:pt x="24" y="52"/>
                    </a:lnTo>
                    <a:lnTo>
                      <a:pt x="24" y="52"/>
                    </a:lnTo>
                    <a:lnTo>
                      <a:pt x="24" y="55"/>
                    </a:lnTo>
                    <a:lnTo>
                      <a:pt x="24" y="55"/>
                    </a:lnTo>
                    <a:lnTo>
                      <a:pt x="24" y="55"/>
                    </a:lnTo>
                    <a:lnTo>
                      <a:pt x="24" y="57"/>
                    </a:lnTo>
                    <a:lnTo>
                      <a:pt x="24" y="57"/>
                    </a:lnTo>
                    <a:lnTo>
                      <a:pt x="24" y="57"/>
                    </a:lnTo>
                    <a:lnTo>
                      <a:pt x="24" y="59"/>
                    </a:lnTo>
                    <a:lnTo>
                      <a:pt x="24" y="59"/>
                    </a:lnTo>
                    <a:lnTo>
                      <a:pt x="24" y="59"/>
                    </a:lnTo>
                    <a:lnTo>
                      <a:pt x="24" y="62"/>
                    </a:lnTo>
                    <a:lnTo>
                      <a:pt x="24" y="62"/>
                    </a:lnTo>
                    <a:lnTo>
                      <a:pt x="24" y="62"/>
                    </a:lnTo>
                    <a:lnTo>
                      <a:pt x="24" y="62"/>
                    </a:lnTo>
                    <a:lnTo>
                      <a:pt x="21" y="62"/>
                    </a:lnTo>
                    <a:lnTo>
                      <a:pt x="21" y="64"/>
                    </a:lnTo>
                    <a:lnTo>
                      <a:pt x="24" y="64"/>
                    </a:lnTo>
                    <a:lnTo>
                      <a:pt x="24" y="64"/>
                    </a:lnTo>
                    <a:lnTo>
                      <a:pt x="24" y="64"/>
                    </a:lnTo>
                    <a:lnTo>
                      <a:pt x="24" y="67"/>
                    </a:lnTo>
                    <a:lnTo>
                      <a:pt x="24" y="67"/>
                    </a:lnTo>
                    <a:lnTo>
                      <a:pt x="24" y="67"/>
                    </a:lnTo>
                    <a:lnTo>
                      <a:pt x="24" y="69"/>
                    </a:lnTo>
                    <a:lnTo>
                      <a:pt x="24" y="69"/>
                    </a:lnTo>
                    <a:lnTo>
                      <a:pt x="26" y="69"/>
                    </a:lnTo>
                    <a:lnTo>
                      <a:pt x="26" y="69"/>
                    </a:lnTo>
                    <a:lnTo>
                      <a:pt x="26" y="71"/>
                    </a:lnTo>
                    <a:lnTo>
                      <a:pt x="24" y="71"/>
                    </a:lnTo>
                    <a:lnTo>
                      <a:pt x="24" y="71"/>
                    </a:lnTo>
                    <a:lnTo>
                      <a:pt x="24" y="69"/>
                    </a:lnTo>
                    <a:lnTo>
                      <a:pt x="24" y="69"/>
                    </a:lnTo>
                    <a:lnTo>
                      <a:pt x="24" y="69"/>
                    </a:lnTo>
                    <a:lnTo>
                      <a:pt x="21" y="69"/>
                    </a:lnTo>
                    <a:lnTo>
                      <a:pt x="21" y="69"/>
                    </a:lnTo>
                    <a:lnTo>
                      <a:pt x="21" y="67"/>
                    </a:lnTo>
                    <a:lnTo>
                      <a:pt x="21" y="67"/>
                    </a:lnTo>
                    <a:lnTo>
                      <a:pt x="21" y="67"/>
                    </a:lnTo>
                    <a:lnTo>
                      <a:pt x="21" y="67"/>
                    </a:lnTo>
                    <a:lnTo>
                      <a:pt x="21" y="64"/>
                    </a:lnTo>
                    <a:lnTo>
                      <a:pt x="21" y="64"/>
                    </a:lnTo>
                    <a:lnTo>
                      <a:pt x="21" y="62"/>
                    </a:lnTo>
                    <a:lnTo>
                      <a:pt x="19" y="62"/>
                    </a:lnTo>
                    <a:lnTo>
                      <a:pt x="19" y="64"/>
                    </a:lnTo>
                    <a:lnTo>
                      <a:pt x="19" y="64"/>
                    </a:lnTo>
                    <a:lnTo>
                      <a:pt x="19" y="67"/>
                    </a:lnTo>
                    <a:lnTo>
                      <a:pt x="19" y="67"/>
                    </a:lnTo>
                    <a:lnTo>
                      <a:pt x="19" y="6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84"/>
              <p:cNvSpPr>
                <a:spLocks/>
              </p:cNvSpPr>
              <p:nvPr/>
            </p:nvSpPr>
            <p:spPr bwMode="auto">
              <a:xfrm>
                <a:off x="3496" y="2433"/>
                <a:ext cx="38" cy="71"/>
              </a:xfrm>
              <a:custGeom>
                <a:avLst/>
                <a:gdLst/>
                <a:ahLst/>
                <a:cxnLst>
                  <a:cxn ang="0">
                    <a:pos x="17" y="67"/>
                  </a:cxn>
                  <a:cxn ang="0">
                    <a:pos x="12" y="62"/>
                  </a:cxn>
                  <a:cxn ang="0">
                    <a:pos x="12" y="57"/>
                  </a:cxn>
                  <a:cxn ang="0">
                    <a:pos x="12" y="50"/>
                  </a:cxn>
                  <a:cxn ang="0">
                    <a:pos x="12" y="48"/>
                  </a:cxn>
                  <a:cxn ang="0">
                    <a:pos x="10" y="45"/>
                  </a:cxn>
                  <a:cxn ang="0">
                    <a:pos x="10" y="48"/>
                  </a:cxn>
                  <a:cxn ang="0">
                    <a:pos x="5" y="52"/>
                  </a:cxn>
                  <a:cxn ang="0">
                    <a:pos x="2" y="50"/>
                  </a:cxn>
                  <a:cxn ang="0">
                    <a:pos x="7" y="48"/>
                  </a:cxn>
                  <a:cxn ang="0">
                    <a:pos x="5" y="45"/>
                  </a:cxn>
                  <a:cxn ang="0">
                    <a:pos x="5" y="38"/>
                  </a:cxn>
                  <a:cxn ang="0">
                    <a:pos x="2" y="31"/>
                  </a:cxn>
                  <a:cxn ang="0">
                    <a:pos x="2" y="26"/>
                  </a:cxn>
                  <a:cxn ang="0">
                    <a:pos x="5" y="24"/>
                  </a:cxn>
                  <a:cxn ang="0">
                    <a:pos x="10" y="24"/>
                  </a:cxn>
                  <a:cxn ang="0">
                    <a:pos x="10" y="29"/>
                  </a:cxn>
                  <a:cxn ang="0">
                    <a:pos x="10" y="33"/>
                  </a:cxn>
                  <a:cxn ang="0">
                    <a:pos x="14" y="31"/>
                  </a:cxn>
                  <a:cxn ang="0">
                    <a:pos x="12" y="26"/>
                  </a:cxn>
                  <a:cxn ang="0">
                    <a:pos x="14" y="24"/>
                  </a:cxn>
                  <a:cxn ang="0">
                    <a:pos x="12" y="22"/>
                  </a:cxn>
                  <a:cxn ang="0">
                    <a:pos x="12" y="19"/>
                  </a:cxn>
                  <a:cxn ang="0">
                    <a:pos x="7" y="14"/>
                  </a:cxn>
                  <a:cxn ang="0">
                    <a:pos x="5" y="12"/>
                  </a:cxn>
                  <a:cxn ang="0">
                    <a:pos x="2" y="10"/>
                  </a:cxn>
                  <a:cxn ang="0">
                    <a:pos x="0" y="7"/>
                  </a:cxn>
                  <a:cxn ang="0">
                    <a:pos x="2" y="5"/>
                  </a:cxn>
                  <a:cxn ang="0">
                    <a:pos x="5" y="0"/>
                  </a:cxn>
                  <a:cxn ang="0">
                    <a:pos x="7" y="3"/>
                  </a:cxn>
                  <a:cxn ang="0">
                    <a:pos x="12" y="3"/>
                  </a:cxn>
                  <a:cxn ang="0">
                    <a:pos x="17" y="3"/>
                  </a:cxn>
                  <a:cxn ang="0">
                    <a:pos x="21" y="0"/>
                  </a:cxn>
                  <a:cxn ang="0">
                    <a:pos x="24" y="3"/>
                  </a:cxn>
                  <a:cxn ang="0">
                    <a:pos x="26" y="7"/>
                  </a:cxn>
                  <a:cxn ang="0">
                    <a:pos x="29" y="10"/>
                  </a:cxn>
                  <a:cxn ang="0">
                    <a:pos x="29" y="14"/>
                  </a:cxn>
                  <a:cxn ang="0">
                    <a:pos x="31" y="17"/>
                  </a:cxn>
                  <a:cxn ang="0">
                    <a:pos x="29" y="19"/>
                  </a:cxn>
                  <a:cxn ang="0">
                    <a:pos x="29" y="26"/>
                  </a:cxn>
                  <a:cxn ang="0">
                    <a:pos x="31" y="31"/>
                  </a:cxn>
                  <a:cxn ang="0">
                    <a:pos x="31" y="36"/>
                  </a:cxn>
                  <a:cxn ang="0">
                    <a:pos x="36" y="38"/>
                  </a:cxn>
                  <a:cxn ang="0">
                    <a:pos x="38" y="43"/>
                  </a:cxn>
                  <a:cxn ang="0">
                    <a:pos x="33" y="43"/>
                  </a:cxn>
                  <a:cxn ang="0">
                    <a:pos x="31" y="41"/>
                  </a:cxn>
                  <a:cxn ang="0">
                    <a:pos x="29" y="41"/>
                  </a:cxn>
                  <a:cxn ang="0">
                    <a:pos x="24" y="41"/>
                  </a:cxn>
                  <a:cxn ang="0">
                    <a:pos x="21" y="36"/>
                  </a:cxn>
                  <a:cxn ang="0">
                    <a:pos x="21" y="41"/>
                  </a:cxn>
                  <a:cxn ang="0">
                    <a:pos x="19" y="48"/>
                  </a:cxn>
                  <a:cxn ang="0">
                    <a:pos x="21" y="50"/>
                  </a:cxn>
                  <a:cxn ang="0">
                    <a:pos x="24" y="57"/>
                  </a:cxn>
                  <a:cxn ang="0">
                    <a:pos x="24" y="62"/>
                  </a:cxn>
                  <a:cxn ang="0">
                    <a:pos x="24" y="64"/>
                  </a:cxn>
                  <a:cxn ang="0">
                    <a:pos x="26" y="69"/>
                  </a:cxn>
                  <a:cxn ang="0">
                    <a:pos x="21" y="69"/>
                  </a:cxn>
                  <a:cxn ang="0">
                    <a:pos x="21" y="64"/>
                  </a:cxn>
                  <a:cxn ang="0">
                    <a:pos x="19" y="69"/>
                  </a:cxn>
                </a:cxnLst>
                <a:rect l="0" t="0" r="r" b="b"/>
                <a:pathLst>
                  <a:path w="38" h="71">
                    <a:moveTo>
                      <a:pt x="19" y="69"/>
                    </a:moveTo>
                    <a:lnTo>
                      <a:pt x="19" y="69"/>
                    </a:lnTo>
                    <a:lnTo>
                      <a:pt x="17" y="69"/>
                    </a:lnTo>
                    <a:lnTo>
                      <a:pt x="17" y="67"/>
                    </a:lnTo>
                    <a:lnTo>
                      <a:pt x="17" y="67"/>
                    </a:lnTo>
                    <a:lnTo>
                      <a:pt x="17" y="67"/>
                    </a:lnTo>
                    <a:lnTo>
                      <a:pt x="17" y="67"/>
                    </a:lnTo>
                    <a:lnTo>
                      <a:pt x="17" y="64"/>
                    </a:lnTo>
                    <a:lnTo>
                      <a:pt x="14" y="64"/>
                    </a:lnTo>
                    <a:lnTo>
                      <a:pt x="14" y="64"/>
                    </a:lnTo>
                    <a:lnTo>
                      <a:pt x="12" y="64"/>
                    </a:lnTo>
                    <a:lnTo>
                      <a:pt x="12" y="64"/>
                    </a:lnTo>
                    <a:lnTo>
                      <a:pt x="12"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2" y="55"/>
                    </a:lnTo>
                    <a:lnTo>
                      <a:pt x="12" y="52"/>
                    </a:lnTo>
                    <a:lnTo>
                      <a:pt x="12" y="52"/>
                    </a:lnTo>
                    <a:lnTo>
                      <a:pt x="12" y="50"/>
                    </a:lnTo>
                    <a:lnTo>
                      <a:pt x="14" y="50"/>
                    </a:lnTo>
                    <a:lnTo>
                      <a:pt x="14" y="50"/>
                    </a:lnTo>
                    <a:lnTo>
                      <a:pt x="12" y="50"/>
                    </a:lnTo>
                    <a:lnTo>
                      <a:pt x="12" y="48"/>
                    </a:lnTo>
                    <a:lnTo>
                      <a:pt x="12" y="48"/>
                    </a:lnTo>
                    <a:lnTo>
                      <a:pt x="12" y="48"/>
                    </a:lnTo>
                    <a:lnTo>
                      <a:pt x="12" y="48"/>
                    </a:lnTo>
                    <a:lnTo>
                      <a:pt x="12" y="45"/>
                    </a:lnTo>
                    <a:lnTo>
                      <a:pt x="12" y="45"/>
                    </a:lnTo>
                    <a:lnTo>
                      <a:pt x="12" y="45"/>
                    </a:lnTo>
                    <a:lnTo>
                      <a:pt x="10" y="45"/>
                    </a:lnTo>
                    <a:lnTo>
                      <a:pt x="10" y="43"/>
                    </a:lnTo>
                    <a:lnTo>
                      <a:pt x="10" y="43"/>
                    </a:lnTo>
                    <a:lnTo>
                      <a:pt x="10" y="45"/>
                    </a:lnTo>
                    <a:lnTo>
                      <a:pt x="10" y="45"/>
                    </a:lnTo>
                    <a:lnTo>
                      <a:pt x="10" y="45"/>
                    </a:lnTo>
                    <a:lnTo>
                      <a:pt x="10" y="48"/>
                    </a:lnTo>
                    <a:lnTo>
                      <a:pt x="10" y="48"/>
                    </a:lnTo>
                    <a:lnTo>
                      <a:pt x="10" y="48"/>
                    </a:lnTo>
                    <a:lnTo>
                      <a:pt x="10" y="48"/>
                    </a:lnTo>
                    <a:lnTo>
                      <a:pt x="10" y="48"/>
                    </a:lnTo>
                    <a:lnTo>
                      <a:pt x="10" y="50"/>
                    </a:lnTo>
                    <a:lnTo>
                      <a:pt x="10" y="50"/>
                    </a:lnTo>
                    <a:lnTo>
                      <a:pt x="10" y="52"/>
                    </a:lnTo>
                    <a:lnTo>
                      <a:pt x="7" y="52"/>
                    </a:lnTo>
                    <a:lnTo>
                      <a:pt x="7" y="52"/>
                    </a:lnTo>
                    <a:lnTo>
                      <a:pt x="5" y="52"/>
                    </a:lnTo>
                    <a:lnTo>
                      <a:pt x="5" y="52"/>
                    </a:lnTo>
                    <a:lnTo>
                      <a:pt x="5" y="52"/>
                    </a:lnTo>
                    <a:lnTo>
                      <a:pt x="5" y="52"/>
                    </a:lnTo>
                    <a:lnTo>
                      <a:pt x="2" y="52"/>
                    </a:lnTo>
                    <a:lnTo>
                      <a:pt x="2" y="52"/>
                    </a:lnTo>
                    <a:lnTo>
                      <a:pt x="2" y="52"/>
                    </a:lnTo>
                    <a:lnTo>
                      <a:pt x="2" y="50"/>
                    </a:lnTo>
                    <a:lnTo>
                      <a:pt x="2" y="50"/>
                    </a:lnTo>
                    <a:lnTo>
                      <a:pt x="2" y="50"/>
                    </a:lnTo>
                    <a:lnTo>
                      <a:pt x="2" y="48"/>
                    </a:lnTo>
                    <a:lnTo>
                      <a:pt x="5" y="48"/>
                    </a:lnTo>
                    <a:lnTo>
                      <a:pt x="5" y="48"/>
                    </a:lnTo>
                    <a:lnTo>
                      <a:pt x="5" y="48"/>
                    </a:lnTo>
                    <a:lnTo>
                      <a:pt x="7" y="48"/>
                    </a:lnTo>
                    <a:lnTo>
                      <a:pt x="7" y="48"/>
                    </a:lnTo>
                    <a:lnTo>
                      <a:pt x="7" y="48"/>
                    </a:lnTo>
                    <a:lnTo>
                      <a:pt x="7" y="48"/>
                    </a:lnTo>
                    <a:lnTo>
                      <a:pt x="7" y="48"/>
                    </a:lnTo>
                    <a:lnTo>
                      <a:pt x="7" y="45"/>
                    </a:lnTo>
                    <a:lnTo>
                      <a:pt x="5" y="45"/>
                    </a:lnTo>
                    <a:lnTo>
                      <a:pt x="5" y="45"/>
                    </a:lnTo>
                    <a:lnTo>
                      <a:pt x="5" y="45"/>
                    </a:lnTo>
                    <a:lnTo>
                      <a:pt x="5" y="43"/>
                    </a:lnTo>
                    <a:lnTo>
                      <a:pt x="5" y="43"/>
                    </a:lnTo>
                    <a:lnTo>
                      <a:pt x="5" y="41"/>
                    </a:lnTo>
                    <a:lnTo>
                      <a:pt x="5" y="41"/>
                    </a:lnTo>
                    <a:lnTo>
                      <a:pt x="5" y="38"/>
                    </a:lnTo>
                    <a:lnTo>
                      <a:pt x="5" y="38"/>
                    </a:lnTo>
                    <a:lnTo>
                      <a:pt x="5" y="38"/>
                    </a:lnTo>
                    <a:lnTo>
                      <a:pt x="5" y="36"/>
                    </a:lnTo>
                    <a:lnTo>
                      <a:pt x="5" y="36"/>
                    </a:lnTo>
                    <a:lnTo>
                      <a:pt x="5" y="36"/>
                    </a:lnTo>
                    <a:lnTo>
                      <a:pt x="5" y="33"/>
                    </a:lnTo>
                    <a:lnTo>
                      <a:pt x="5" y="33"/>
                    </a:lnTo>
                    <a:lnTo>
                      <a:pt x="2" y="33"/>
                    </a:lnTo>
                    <a:lnTo>
                      <a:pt x="2" y="31"/>
                    </a:lnTo>
                    <a:lnTo>
                      <a:pt x="2" y="31"/>
                    </a:lnTo>
                    <a:lnTo>
                      <a:pt x="2" y="31"/>
                    </a:lnTo>
                    <a:lnTo>
                      <a:pt x="2" y="29"/>
                    </a:lnTo>
                    <a:lnTo>
                      <a:pt x="2" y="29"/>
                    </a:lnTo>
                    <a:lnTo>
                      <a:pt x="2" y="29"/>
                    </a:lnTo>
                    <a:lnTo>
                      <a:pt x="2" y="26"/>
                    </a:lnTo>
                    <a:lnTo>
                      <a:pt x="2" y="26"/>
                    </a:lnTo>
                    <a:lnTo>
                      <a:pt x="2" y="29"/>
                    </a:lnTo>
                    <a:lnTo>
                      <a:pt x="5" y="29"/>
                    </a:lnTo>
                    <a:lnTo>
                      <a:pt x="5" y="29"/>
                    </a:lnTo>
                    <a:lnTo>
                      <a:pt x="5" y="26"/>
                    </a:lnTo>
                    <a:lnTo>
                      <a:pt x="5" y="26"/>
                    </a:lnTo>
                    <a:lnTo>
                      <a:pt x="5" y="26"/>
                    </a:lnTo>
                    <a:lnTo>
                      <a:pt x="5" y="24"/>
                    </a:lnTo>
                    <a:lnTo>
                      <a:pt x="5" y="24"/>
                    </a:lnTo>
                    <a:lnTo>
                      <a:pt x="5" y="24"/>
                    </a:lnTo>
                    <a:lnTo>
                      <a:pt x="7" y="24"/>
                    </a:lnTo>
                    <a:lnTo>
                      <a:pt x="7" y="24"/>
                    </a:lnTo>
                    <a:lnTo>
                      <a:pt x="7" y="24"/>
                    </a:lnTo>
                    <a:lnTo>
                      <a:pt x="7" y="24"/>
                    </a:lnTo>
                    <a:lnTo>
                      <a:pt x="10" y="24"/>
                    </a:lnTo>
                    <a:lnTo>
                      <a:pt x="10" y="26"/>
                    </a:lnTo>
                    <a:lnTo>
                      <a:pt x="10" y="26"/>
                    </a:lnTo>
                    <a:lnTo>
                      <a:pt x="10" y="26"/>
                    </a:lnTo>
                    <a:lnTo>
                      <a:pt x="10" y="29"/>
                    </a:lnTo>
                    <a:lnTo>
                      <a:pt x="10" y="29"/>
                    </a:lnTo>
                    <a:lnTo>
                      <a:pt x="10" y="29"/>
                    </a:lnTo>
                    <a:lnTo>
                      <a:pt x="10" y="29"/>
                    </a:lnTo>
                    <a:lnTo>
                      <a:pt x="10" y="31"/>
                    </a:lnTo>
                    <a:lnTo>
                      <a:pt x="10" y="31"/>
                    </a:lnTo>
                    <a:lnTo>
                      <a:pt x="10" y="31"/>
                    </a:lnTo>
                    <a:lnTo>
                      <a:pt x="10" y="31"/>
                    </a:lnTo>
                    <a:lnTo>
                      <a:pt x="10" y="31"/>
                    </a:lnTo>
                    <a:lnTo>
                      <a:pt x="10" y="33"/>
                    </a:lnTo>
                    <a:lnTo>
                      <a:pt x="10" y="33"/>
                    </a:lnTo>
                    <a:lnTo>
                      <a:pt x="10" y="33"/>
                    </a:lnTo>
                    <a:lnTo>
                      <a:pt x="12" y="33"/>
                    </a:lnTo>
                    <a:lnTo>
                      <a:pt x="12" y="33"/>
                    </a:lnTo>
                    <a:lnTo>
                      <a:pt x="12" y="33"/>
                    </a:lnTo>
                    <a:lnTo>
                      <a:pt x="12" y="33"/>
                    </a:lnTo>
                    <a:lnTo>
                      <a:pt x="12" y="31"/>
                    </a:lnTo>
                    <a:lnTo>
                      <a:pt x="14" y="31"/>
                    </a:lnTo>
                    <a:lnTo>
                      <a:pt x="14" y="31"/>
                    </a:lnTo>
                    <a:lnTo>
                      <a:pt x="14" y="29"/>
                    </a:lnTo>
                    <a:lnTo>
                      <a:pt x="14" y="29"/>
                    </a:lnTo>
                    <a:lnTo>
                      <a:pt x="12" y="29"/>
                    </a:lnTo>
                    <a:lnTo>
                      <a:pt x="12" y="29"/>
                    </a:lnTo>
                    <a:lnTo>
                      <a:pt x="12" y="26"/>
                    </a:lnTo>
                    <a:lnTo>
                      <a:pt x="12" y="26"/>
                    </a:lnTo>
                    <a:lnTo>
                      <a:pt x="12" y="26"/>
                    </a:lnTo>
                    <a:lnTo>
                      <a:pt x="12" y="24"/>
                    </a:lnTo>
                    <a:lnTo>
                      <a:pt x="12" y="24"/>
                    </a:lnTo>
                    <a:lnTo>
                      <a:pt x="12" y="24"/>
                    </a:lnTo>
                    <a:lnTo>
                      <a:pt x="12" y="24"/>
                    </a:lnTo>
                    <a:lnTo>
                      <a:pt x="12" y="24"/>
                    </a:lnTo>
                    <a:lnTo>
                      <a:pt x="14" y="24"/>
                    </a:lnTo>
                    <a:lnTo>
                      <a:pt x="14" y="24"/>
                    </a:lnTo>
                    <a:lnTo>
                      <a:pt x="14" y="22"/>
                    </a:lnTo>
                    <a:lnTo>
                      <a:pt x="14" y="22"/>
                    </a:lnTo>
                    <a:lnTo>
                      <a:pt x="14" y="22"/>
                    </a:lnTo>
                    <a:lnTo>
                      <a:pt x="12" y="22"/>
                    </a:lnTo>
                    <a:lnTo>
                      <a:pt x="12" y="22"/>
                    </a:lnTo>
                    <a:lnTo>
                      <a:pt x="12" y="22"/>
                    </a:lnTo>
                    <a:lnTo>
                      <a:pt x="12" y="22"/>
                    </a:lnTo>
                    <a:lnTo>
                      <a:pt x="12" y="22"/>
                    </a:lnTo>
                    <a:lnTo>
                      <a:pt x="12" y="19"/>
                    </a:lnTo>
                    <a:lnTo>
                      <a:pt x="10" y="19"/>
                    </a:lnTo>
                    <a:lnTo>
                      <a:pt x="10" y="19"/>
                    </a:lnTo>
                    <a:lnTo>
                      <a:pt x="10" y="19"/>
                    </a:lnTo>
                    <a:lnTo>
                      <a:pt x="12" y="19"/>
                    </a:lnTo>
                    <a:lnTo>
                      <a:pt x="12" y="17"/>
                    </a:lnTo>
                    <a:lnTo>
                      <a:pt x="10" y="17"/>
                    </a:lnTo>
                    <a:lnTo>
                      <a:pt x="10" y="17"/>
                    </a:lnTo>
                    <a:lnTo>
                      <a:pt x="10" y="17"/>
                    </a:lnTo>
                    <a:lnTo>
                      <a:pt x="10" y="17"/>
                    </a:lnTo>
                    <a:lnTo>
                      <a:pt x="7" y="17"/>
                    </a:lnTo>
                    <a:lnTo>
                      <a:pt x="7" y="14"/>
                    </a:lnTo>
                    <a:lnTo>
                      <a:pt x="7" y="14"/>
                    </a:lnTo>
                    <a:lnTo>
                      <a:pt x="7" y="14"/>
                    </a:lnTo>
                    <a:lnTo>
                      <a:pt x="5" y="14"/>
                    </a:lnTo>
                    <a:lnTo>
                      <a:pt x="5" y="12"/>
                    </a:lnTo>
                    <a:lnTo>
                      <a:pt x="5" y="12"/>
                    </a:lnTo>
                    <a:lnTo>
                      <a:pt x="5" y="12"/>
                    </a:lnTo>
                    <a:lnTo>
                      <a:pt x="5" y="12"/>
                    </a:lnTo>
                    <a:lnTo>
                      <a:pt x="5" y="10"/>
                    </a:lnTo>
                    <a:lnTo>
                      <a:pt x="5" y="10"/>
                    </a:lnTo>
                    <a:lnTo>
                      <a:pt x="5" y="10"/>
                    </a:lnTo>
                    <a:lnTo>
                      <a:pt x="5" y="7"/>
                    </a:lnTo>
                    <a:lnTo>
                      <a:pt x="2" y="7"/>
                    </a:lnTo>
                    <a:lnTo>
                      <a:pt x="2" y="10"/>
                    </a:lnTo>
                    <a:lnTo>
                      <a:pt x="2" y="10"/>
                    </a:lnTo>
                    <a:lnTo>
                      <a:pt x="2" y="7"/>
                    </a:lnTo>
                    <a:lnTo>
                      <a:pt x="2" y="7"/>
                    </a:lnTo>
                    <a:lnTo>
                      <a:pt x="2" y="7"/>
                    </a:lnTo>
                    <a:lnTo>
                      <a:pt x="2" y="7"/>
                    </a:lnTo>
                    <a:lnTo>
                      <a:pt x="0" y="7"/>
                    </a:lnTo>
                    <a:lnTo>
                      <a:pt x="0" y="7"/>
                    </a:lnTo>
                    <a:lnTo>
                      <a:pt x="0" y="7"/>
                    </a:lnTo>
                    <a:lnTo>
                      <a:pt x="0" y="5"/>
                    </a:lnTo>
                    <a:lnTo>
                      <a:pt x="0" y="5"/>
                    </a:lnTo>
                    <a:lnTo>
                      <a:pt x="0" y="5"/>
                    </a:lnTo>
                    <a:lnTo>
                      <a:pt x="0" y="5"/>
                    </a:lnTo>
                    <a:lnTo>
                      <a:pt x="2" y="5"/>
                    </a:lnTo>
                    <a:lnTo>
                      <a:pt x="2" y="5"/>
                    </a:lnTo>
                    <a:lnTo>
                      <a:pt x="2" y="5"/>
                    </a:lnTo>
                    <a:lnTo>
                      <a:pt x="2" y="3"/>
                    </a:lnTo>
                    <a:lnTo>
                      <a:pt x="2" y="3"/>
                    </a:lnTo>
                    <a:lnTo>
                      <a:pt x="2" y="0"/>
                    </a:lnTo>
                    <a:lnTo>
                      <a:pt x="2" y="0"/>
                    </a:lnTo>
                    <a:lnTo>
                      <a:pt x="5" y="0"/>
                    </a:lnTo>
                    <a:lnTo>
                      <a:pt x="5" y="0"/>
                    </a:lnTo>
                    <a:lnTo>
                      <a:pt x="5" y="0"/>
                    </a:lnTo>
                    <a:lnTo>
                      <a:pt x="5" y="0"/>
                    </a:lnTo>
                    <a:lnTo>
                      <a:pt x="5" y="0"/>
                    </a:lnTo>
                    <a:lnTo>
                      <a:pt x="7" y="0"/>
                    </a:lnTo>
                    <a:lnTo>
                      <a:pt x="7" y="0"/>
                    </a:lnTo>
                    <a:lnTo>
                      <a:pt x="7" y="0"/>
                    </a:lnTo>
                    <a:lnTo>
                      <a:pt x="7" y="0"/>
                    </a:lnTo>
                    <a:lnTo>
                      <a:pt x="7" y="3"/>
                    </a:lnTo>
                    <a:lnTo>
                      <a:pt x="10" y="3"/>
                    </a:lnTo>
                    <a:lnTo>
                      <a:pt x="10" y="3"/>
                    </a:lnTo>
                    <a:lnTo>
                      <a:pt x="10" y="3"/>
                    </a:lnTo>
                    <a:lnTo>
                      <a:pt x="10" y="3"/>
                    </a:lnTo>
                    <a:lnTo>
                      <a:pt x="12" y="3"/>
                    </a:lnTo>
                    <a:lnTo>
                      <a:pt x="12" y="3"/>
                    </a:lnTo>
                    <a:lnTo>
                      <a:pt x="12" y="3"/>
                    </a:lnTo>
                    <a:lnTo>
                      <a:pt x="14" y="3"/>
                    </a:lnTo>
                    <a:lnTo>
                      <a:pt x="14" y="3"/>
                    </a:lnTo>
                    <a:lnTo>
                      <a:pt x="14" y="3"/>
                    </a:lnTo>
                    <a:lnTo>
                      <a:pt x="14" y="0"/>
                    </a:lnTo>
                    <a:lnTo>
                      <a:pt x="17" y="0"/>
                    </a:lnTo>
                    <a:lnTo>
                      <a:pt x="17" y="3"/>
                    </a:lnTo>
                    <a:lnTo>
                      <a:pt x="17" y="3"/>
                    </a:lnTo>
                    <a:lnTo>
                      <a:pt x="17" y="0"/>
                    </a:lnTo>
                    <a:lnTo>
                      <a:pt x="17" y="0"/>
                    </a:lnTo>
                    <a:lnTo>
                      <a:pt x="17" y="0"/>
                    </a:lnTo>
                    <a:lnTo>
                      <a:pt x="19" y="0"/>
                    </a:lnTo>
                    <a:lnTo>
                      <a:pt x="19" y="0"/>
                    </a:lnTo>
                    <a:lnTo>
                      <a:pt x="19" y="0"/>
                    </a:lnTo>
                    <a:lnTo>
                      <a:pt x="21" y="0"/>
                    </a:lnTo>
                    <a:lnTo>
                      <a:pt x="21" y="0"/>
                    </a:lnTo>
                    <a:lnTo>
                      <a:pt x="21" y="0"/>
                    </a:lnTo>
                    <a:lnTo>
                      <a:pt x="21" y="0"/>
                    </a:lnTo>
                    <a:lnTo>
                      <a:pt x="21" y="0"/>
                    </a:lnTo>
                    <a:lnTo>
                      <a:pt x="21" y="3"/>
                    </a:lnTo>
                    <a:lnTo>
                      <a:pt x="24" y="3"/>
                    </a:lnTo>
                    <a:lnTo>
                      <a:pt x="24" y="3"/>
                    </a:lnTo>
                    <a:lnTo>
                      <a:pt x="24" y="3"/>
                    </a:lnTo>
                    <a:lnTo>
                      <a:pt x="24" y="3"/>
                    </a:lnTo>
                    <a:lnTo>
                      <a:pt x="24" y="5"/>
                    </a:lnTo>
                    <a:lnTo>
                      <a:pt x="26" y="5"/>
                    </a:lnTo>
                    <a:lnTo>
                      <a:pt x="26" y="5"/>
                    </a:lnTo>
                    <a:lnTo>
                      <a:pt x="26" y="7"/>
                    </a:lnTo>
                    <a:lnTo>
                      <a:pt x="26" y="7"/>
                    </a:lnTo>
                    <a:lnTo>
                      <a:pt x="26" y="7"/>
                    </a:lnTo>
                    <a:lnTo>
                      <a:pt x="26" y="7"/>
                    </a:lnTo>
                    <a:lnTo>
                      <a:pt x="26" y="10"/>
                    </a:lnTo>
                    <a:lnTo>
                      <a:pt x="26" y="10"/>
                    </a:lnTo>
                    <a:lnTo>
                      <a:pt x="29" y="10"/>
                    </a:lnTo>
                    <a:lnTo>
                      <a:pt x="29" y="10"/>
                    </a:lnTo>
                    <a:lnTo>
                      <a:pt x="29" y="10"/>
                    </a:lnTo>
                    <a:lnTo>
                      <a:pt x="29" y="10"/>
                    </a:lnTo>
                    <a:lnTo>
                      <a:pt x="29" y="10"/>
                    </a:lnTo>
                    <a:lnTo>
                      <a:pt x="31" y="10"/>
                    </a:lnTo>
                    <a:lnTo>
                      <a:pt x="31" y="12"/>
                    </a:lnTo>
                    <a:lnTo>
                      <a:pt x="31" y="12"/>
                    </a:lnTo>
                    <a:lnTo>
                      <a:pt x="29" y="12"/>
                    </a:lnTo>
                    <a:lnTo>
                      <a:pt x="29" y="14"/>
                    </a:lnTo>
                    <a:lnTo>
                      <a:pt x="29" y="14"/>
                    </a:lnTo>
                    <a:lnTo>
                      <a:pt x="31" y="14"/>
                    </a:lnTo>
                    <a:lnTo>
                      <a:pt x="31" y="14"/>
                    </a:lnTo>
                    <a:lnTo>
                      <a:pt x="31" y="14"/>
                    </a:lnTo>
                    <a:lnTo>
                      <a:pt x="31" y="14"/>
                    </a:lnTo>
                    <a:lnTo>
                      <a:pt x="31" y="17"/>
                    </a:lnTo>
                    <a:lnTo>
                      <a:pt x="31" y="17"/>
                    </a:lnTo>
                    <a:lnTo>
                      <a:pt x="31" y="17"/>
                    </a:lnTo>
                    <a:lnTo>
                      <a:pt x="31" y="17"/>
                    </a:lnTo>
                    <a:lnTo>
                      <a:pt x="29" y="17"/>
                    </a:lnTo>
                    <a:lnTo>
                      <a:pt x="29" y="17"/>
                    </a:lnTo>
                    <a:lnTo>
                      <a:pt x="29" y="19"/>
                    </a:lnTo>
                    <a:lnTo>
                      <a:pt x="29" y="19"/>
                    </a:lnTo>
                    <a:lnTo>
                      <a:pt x="29" y="19"/>
                    </a:lnTo>
                    <a:lnTo>
                      <a:pt x="29" y="19"/>
                    </a:lnTo>
                    <a:lnTo>
                      <a:pt x="29" y="19"/>
                    </a:lnTo>
                    <a:lnTo>
                      <a:pt x="29" y="22"/>
                    </a:lnTo>
                    <a:lnTo>
                      <a:pt x="29" y="22"/>
                    </a:lnTo>
                    <a:lnTo>
                      <a:pt x="29" y="24"/>
                    </a:lnTo>
                    <a:lnTo>
                      <a:pt x="29" y="24"/>
                    </a:lnTo>
                    <a:lnTo>
                      <a:pt x="29" y="26"/>
                    </a:lnTo>
                    <a:lnTo>
                      <a:pt x="29" y="26"/>
                    </a:lnTo>
                    <a:lnTo>
                      <a:pt x="29" y="29"/>
                    </a:lnTo>
                    <a:lnTo>
                      <a:pt x="29" y="29"/>
                    </a:lnTo>
                    <a:lnTo>
                      <a:pt x="31" y="29"/>
                    </a:lnTo>
                    <a:lnTo>
                      <a:pt x="31" y="29"/>
                    </a:lnTo>
                    <a:lnTo>
                      <a:pt x="31" y="31"/>
                    </a:lnTo>
                    <a:lnTo>
                      <a:pt x="31" y="31"/>
                    </a:lnTo>
                    <a:lnTo>
                      <a:pt x="31" y="31"/>
                    </a:lnTo>
                    <a:lnTo>
                      <a:pt x="31" y="31"/>
                    </a:lnTo>
                    <a:lnTo>
                      <a:pt x="31" y="33"/>
                    </a:lnTo>
                    <a:lnTo>
                      <a:pt x="33" y="33"/>
                    </a:lnTo>
                    <a:lnTo>
                      <a:pt x="33" y="33"/>
                    </a:lnTo>
                    <a:lnTo>
                      <a:pt x="33" y="36"/>
                    </a:lnTo>
                    <a:lnTo>
                      <a:pt x="31" y="36"/>
                    </a:lnTo>
                    <a:lnTo>
                      <a:pt x="31" y="36"/>
                    </a:lnTo>
                    <a:lnTo>
                      <a:pt x="33" y="36"/>
                    </a:lnTo>
                    <a:lnTo>
                      <a:pt x="33" y="38"/>
                    </a:lnTo>
                    <a:lnTo>
                      <a:pt x="33" y="38"/>
                    </a:lnTo>
                    <a:lnTo>
                      <a:pt x="33" y="38"/>
                    </a:lnTo>
                    <a:lnTo>
                      <a:pt x="33" y="38"/>
                    </a:lnTo>
                    <a:lnTo>
                      <a:pt x="36" y="38"/>
                    </a:lnTo>
                    <a:lnTo>
                      <a:pt x="36" y="41"/>
                    </a:lnTo>
                    <a:lnTo>
                      <a:pt x="36" y="41"/>
                    </a:lnTo>
                    <a:lnTo>
                      <a:pt x="36" y="41"/>
                    </a:lnTo>
                    <a:lnTo>
                      <a:pt x="36" y="41"/>
                    </a:lnTo>
                    <a:lnTo>
                      <a:pt x="36" y="43"/>
                    </a:lnTo>
                    <a:lnTo>
                      <a:pt x="38" y="43"/>
                    </a:lnTo>
                    <a:lnTo>
                      <a:pt x="38" y="43"/>
                    </a:lnTo>
                    <a:lnTo>
                      <a:pt x="38" y="45"/>
                    </a:lnTo>
                    <a:lnTo>
                      <a:pt x="36" y="45"/>
                    </a:lnTo>
                    <a:lnTo>
                      <a:pt x="36" y="45"/>
                    </a:lnTo>
                    <a:lnTo>
                      <a:pt x="36" y="43"/>
                    </a:lnTo>
                    <a:lnTo>
                      <a:pt x="36" y="43"/>
                    </a:lnTo>
                    <a:lnTo>
                      <a:pt x="36" y="43"/>
                    </a:lnTo>
                    <a:lnTo>
                      <a:pt x="33" y="43"/>
                    </a:lnTo>
                    <a:lnTo>
                      <a:pt x="33" y="43"/>
                    </a:lnTo>
                    <a:lnTo>
                      <a:pt x="33" y="43"/>
                    </a:lnTo>
                    <a:lnTo>
                      <a:pt x="31" y="43"/>
                    </a:lnTo>
                    <a:lnTo>
                      <a:pt x="31" y="43"/>
                    </a:lnTo>
                    <a:lnTo>
                      <a:pt x="31" y="43"/>
                    </a:lnTo>
                    <a:lnTo>
                      <a:pt x="31" y="41"/>
                    </a:lnTo>
                    <a:lnTo>
                      <a:pt x="31" y="41"/>
                    </a:lnTo>
                    <a:lnTo>
                      <a:pt x="33" y="41"/>
                    </a:lnTo>
                    <a:lnTo>
                      <a:pt x="33" y="41"/>
                    </a:lnTo>
                    <a:lnTo>
                      <a:pt x="31" y="41"/>
                    </a:lnTo>
                    <a:lnTo>
                      <a:pt x="31" y="41"/>
                    </a:lnTo>
                    <a:lnTo>
                      <a:pt x="31" y="41"/>
                    </a:lnTo>
                    <a:lnTo>
                      <a:pt x="31" y="41"/>
                    </a:lnTo>
                    <a:lnTo>
                      <a:pt x="29" y="41"/>
                    </a:lnTo>
                    <a:lnTo>
                      <a:pt x="29" y="41"/>
                    </a:lnTo>
                    <a:lnTo>
                      <a:pt x="29" y="41"/>
                    </a:lnTo>
                    <a:lnTo>
                      <a:pt x="29" y="41"/>
                    </a:lnTo>
                    <a:lnTo>
                      <a:pt x="26" y="41"/>
                    </a:lnTo>
                    <a:lnTo>
                      <a:pt x="26" y="41"/>
                    </a:lnTo>
                    <a:lnTo>
                      <a:pt x="24" y="41"/>
                    </a:lnTo>
                    <a:lnTo>
                      <a:pt x="24" y="41"/>
                    </a:lnTo>
                    <a:lnTo>
                      <a:pt x="24" y="41"/>
                    </a:lnTo>
                    <a:lnTo>
                      <a:pt x="21" y="41"/>
                    </a:lnTo>
                    <a:lnTo>
                      <a:pt x="21" y="38"/>
                    </a:lnTo>
                    <a:lnTo>
                      <a:pt x="21" y="38"/>
                    </a:lnTo>
                    <a:lnTo>
                      <a:pt x="21" y="38"/>
                    </a:lnTo>
                    <a:lnTo>
                      <a:pt x="21" y="36"/>
                    </a:lnTo>
                    <a:lnTo>
                      <a:pt x="21" y="36"/>
                    </a:lnTo>
                    <a:lnTo>
                      <a:pt x="21" y="36"/>
                    </a:lnTo>
                    <a:lnTo>
                      <a:pt x="19" y="36"/>
                    </a:lnTo>
                    <a:lnTo>
                      <a:pt x="19" y="38"/>
                    </a:lnTo>
                    <a:lnTo>
                      <a:pt x="19" y="38"/>
                    </a:lnTo>
                    <a:lnTo>
                      <a:pt x="19" y="38"/>
                    </a:lnTo>
                    <a:lnTo>
                      <a:pt x="19" y="41"/>
                    </a:lnTo>
                    <a:lnTo>
                      <a:pt x="21" y="41"/>
                    </a:lnTo>
                    <a:lnTo>
                      <a:pt x="21" y="41"/>
                    </a:lnTo>
                    <a:lnTo>
                      <a:pt x="21" y="43"/>
                    </a:lnTo>
                    <a:lnTo>
                      <a:pt x="21" y="43"/>
                    </a:lnTo>
                    <a:lnTo>
                      <a:pt x="19" y="43"/>
                    </a:lnTo>
                    <a:lnTo>
                      <a:pt x="19" y="45"/>
                    </a:lnTo>
                    <a:lnTo>
                      <a:pt x="19" y="45"/>
                    </a:lnTo>
                    <a:lnTo>
                      <a:pt x="19" y="48"/>
                    </a:lnTo>
                    <a:lnTo>
                      <a:pt x="19" y="48"/>
                    </a:lnTo>
                    <a:lnTo>
                      <a:pt x="19" y="48"/>
                    </a:lnTo>
                    <a:lnTo>
                      <a:pt x="21" y="48"/>
                    </a:lnTo>
                    <a:lnTo>
                      <a:pt x="21" y="48"/>
                    </a:lnTo>
                    <a:lnTo>
                      <a:pt x="21" y="50"/>
                    </a:lnTo>
                    <a:lnTo>
                      <a:pt x="21" y="50"/>
                    </a:lnTo>
                    <a:lnTo>
                      <a:pt x="21" y="50"/>
                    </a:lnTo>
                    <a:lnTo>
                      <a:pt x="21" y="52"/>
                    </a:lnTo>
                    <a:lnTo>
                      <a:pt x="24" y="52"/>
                    </a:lnTo>
                    <a:lnTo>
                      <a:pt x="24" y="52"/>
                    </a:lnTo>
                    <a:lnTo>
                      <a:pt x="24" y="55"/>
                    </a:lnTo>
                    <a:lnTo>
                      <a:pt x="24" y="55"/>
                    </a:lnTo>
                    <a:lnTo>
                      <a:pt x="24" y="55"/>
                    </a:lnTo>
                    <a:lnTo>
                      <a:pt x="24" y="57"/>
                    </a:lnTo>
                    <a:lnTo>
                      <a:pt x="24" y="57"/>
                    </a:lnTo>
                    <a:lnTo>
                      <a:pt x="24" y="57"/>
                    </a:lnTo>
                    <a:lnTo>
                      <a:pt x="24" y="59"/>
                    </a:lnTo>
                    <a:lnTo>
                      <a:pt x="24" y="59"/>
                    </a:lnTo>
                    <a:lnTo>
                      <a:pt x="24" y="59"/>
                    </a:lnTo>
                    <a:lnTo>
                      <a:pt x="24" y="62"/>
                    </a:lnTo>
                    <a:lnTo>
                      <a:pt x="24" y="62"/>
                    </a:lnTo>
                    <a:lnTo>
                      <a:pt x="24" y="62"/>
                    </a:lnTo>
                    <a:lnTo>
                      <a:pt x="24" y="62"/>
                    </a:lnTo>
                    <a:lnTo>
                      <a:pt x="21" y="62"/>
                    </a:lnTo>
                    <a:lnTo>
                      <a:pt x="21" y="64"/>
                    </a:lnTo>
                    <a:lnTo>
                      <a:pt x="24" y="64"/>
                    </a:lnTo>
                    <a:lnTo>
                      <a:pt x="24" y="64"/>
                    </a:lnTo>
                    <a:lnTo>
                      <a:pt x="24" y="64"/>
                    </a:lnTo>
                    <a:lnTo>
                      <a:pt x="24" y="67"/>
                    </a:lnTo>
                    <a:lnTo>
                      <a:pt x="24" y="67"/>
                    </a:lnTo>
                    <a:lnTo>
                      <a:pt x="24" y="67"/>
                    </a:lnTo>
                    <a:lnTo>
                      <a:pt x="24" y="69"/>
                    </a:lnTo>
                    <a:lnTo>
                      <a:pt x="24" y="69"/>
                    </a:lnTo>
                    <a:lnTo>
                      <a:pt x="26" y="69"/>
                    </a:lnTo>
                    <a:lnTo>
                      <a:pt x="26" y="69"/>
                    </a:lnTo>
                    <a:lnTo>
                      <a:pt x="26" y="71"/>
                    </a:lnTo>
                    <a:lnTo>
                      <a:pt x="24" y="71"/>
                    </a:lnTo>
                    <a:lnTo>
                      <a:pt x="24" y="71"/>
                    </a:lnTo>
                    <a:lnTo>
                      <a:pt x="24" y="69"/>
                    </a:lnTo>
                    <a:lnTo>
                      <a:pt x="24" y="69"/>
                    </a:lnTo>
                    <a:lnTo>
                      <a:pt x="24" y="69"/>
                    </a:lnTo>
                    <a:lnTo>
                      <a:pt x="21" y="69"/>
                    </a:lnTo>
                    <a:lnTo>
                      <a:pt x="21" y="69"/>
                    </a:lnTo>
                    <a:lnTo>
                      <a:pt x="21" y="67"/>
                    </a:lnTo>
                    <a:lnTo>
                      <a:pt x="21" y="67"/>
                    </a:lnTo>
                    <a:lnTo>
                      <a:pt x="21" y="67"/>
                    </a:lnTo>
                    <a:lnTo>
                      <a:pt x="21" y="67"/>
                    </a:lnTo>
                    <a:lnTo>
                      <a:pt x="21" y="64"/>
                    </a:lnTo>
                    <a:lnTo>
                      <a:pt x="21" y="64"/>
                    </a:lnTo>
                    <a:lnTo>
                      <a:pt x="21" y="62"/>
                    </a:lnTo>
                    <a:lnTo>
                      <a:pt x="19" y="62"/>
                    </a:lnTo>
                    <a:lnTo>
                      <a:pt x="19" y="64"/>
                    </a:lnTo>
                    <a:lnTo>
                      <a:pt x="19" y="64"/>
                    </a:lnTo>
                    <a:lnTo>
                      <a:pt x="19" y="67"/>
                    </a:lnTo>
                    <a:lnTo>
                      <a:pt x="19" y="67"/>
                    </a:lnTo>
                    <a:lnTo>
                      <a:pt x="19" y="6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85"/>
              <p:cNvSpPr>
                <a:spLocks/>
              </p:cNvSpPr>
              <p:nvPr/>
            </p:nvSpPr>
            <p:spPr bwMode="auto">
              <a:xfrm>
                <a:off x="3446" y="2488"/>
                <a:ext cx="105" cy="125"/>
              </a:xfrm>
              <a:custGeom>
                <a:avLst/>
                <a:gdLst/>
                <a:ahLst/>
                <a:cxnLst>
                  <a:cxn ang="0">
                    <a:pos x="71" y="42"/>
                  </a:cxn>
                  <a:cxn ang="0">
                    <a:pos x="74" y="38"/>
                  </a:cxn>
                  <a:cxn ang="0">
                    <a:pos x="79" y="31"/>
                  </a:cxn>
                  <a:cxn ang="0">
                    <a:pos x="76" y="19"/>
                  </a:cxn>
                  <a:cxn ang="0">
                    <a:pos x="79" y="12"/>
                  </a:cxn>
                  <a:cxn ang="0">
                    <a:pos x="81" y="2"/>
                  </a:cxn>
                  <a:cxn ang="0">
                    <a:pos x="83" y="7"/>
                  </a:cxn>
                  <a:cxn ang="0">
                    <a:pos x="83" y="19"/>
                  </a:cxn>
                  <a:cxn ang="0">
                    <a:pos x="88" y="21"/>
                  </a:cxn>
                  <a:cxn ang="0">
                    <a:pos x="90" y="12"/>
                  </a:cxn>
                  <a:cxn ang="0">
                    <a:pos x="95" y="19"/>
                  </a:cxn>
                  <a:cxn ang="0">
                    <a:pos x="90" y="23"/>
                  </a:cxn>
                  <a:cxn ang="0">
                    <a:pos x="90" y="31"/>
                  </a:cxn>
                  <a:cxn ang="0">
                    <a:pos x="95" y="33"/>
                  </a:cxn>
                  <a:cxn ang="0">
                    <a:pos x="97" y="42"/>
                  </a:cxn>
                  <a:cxn ang="0">
                    <a:pos x="95" y="50"/>
                  </a:cxn>
                  <a:cxn ang="0">
                    <a:pos x="100" y="54"/>
                  </a:cxn>
                  <a:cxn ang="0">
                    <a:pos x="100" y="64"/>
                  </a:cxn>
                  <a:cxn ang="0">
                    <a:pos x="102" y="73"/>
                  </a:cxn>
                  <a:cxn ang="0">
                    <a:pos x="105" y="83"/>
                  </a:cxn>
                  <a:cxn ang="0">
                    <a:pos x="97" y="90"/>
                  </a:cxn>
                  <a:cxn ang="0">
                    <a:pos x="95" y="99"/>
                  </a:cxn>
                  <a:cxn ang="0">
                    <a:pos x="93" y="106"/>
                  </a:cxn>
                  <a:cxn ang="0">
                    <a:pos x="90" y="97"/>
                  </a:cxn>
                  <a:cxn ang="0">
                    <a:pos x="88" y="87"/>
                  </a:cxn>
                  <a:cxn ang="0">
                    <a:pos x="86" y="92"/>
                  </a:cxn>
                  <a:cxn ang="0">
                    <a:pos x="81" y="90"/>
                  </a:cxn>
                  <a:cxn ang="0">
                    <a:pos x="79" y="99"/>
                  </a:cxn>
                  <a:cxn ang="0">
                    <a:pos x="83" y="106"/>
                  </a:cxn>
                  <a:cxn ang="0">
                    <a:pos x="83" y="118"/>
                  </a:cxn>
                  <a:cxn ang="0">
                    <a:pos x="79" y="125"/>
                  </a:cxn>
                  <a:cxn ang="0">
                    <a:pos x="74" y="121"/>
                  </a:cxn>
                  <a:cxn ang="0">
                    <a:pos x="71" y="111"/>
                  </a:cxn>
                  <a:cxn ang="0">
                    <a:pos x="67" y="118"/>
                  </a:cxn>
                  <a:cxn ang="0">
                    <a:pos x="57" y="113"/>
                  </a:cxn>
                  <a:cxn ang="0">
                    <a:pos x="50" y="109"/>
                  </a:cxn>
                  <a:cxn ang="0">
                    <a:pos x="48" y="99"/>
                  </a:cxn>
                  <a:cxn ang="0">
                    <a:pos x="45" y="92"/>
                  </a:cxn>
                  <a:cxn ang="0">
                    <a:pos x="50" y="83"/>
                  </a:cxn>
                  <a:cxn ang="0">
                    <a:pos x="48" y="73"/>
                  </a:cxn>
                  <a:cxn ang="0">
                    <a:pos x="41" y="68"/>
                  </a:cxn>
                  <a:cxn ang="0">
                    <a:pos x="36" y="73"/>
                  </a:cxn>
                  <a:cxn ang="0">
                    <a:pos x="34" y="80"/>
                  </a:cxn>
                  <a:cxn ang="0">
                    <a:pos x="26" y="76"/>
                  </a:cxn>
                  <a:cxn ang="0">
                    <a:pos x="22" y="83"/>
                  </a:cxn>
                  <a:cxn ang="0">
                    <a:pos x="19" y="76"/>
                  </a:cxn>
                  <a:cxn ang="0">
                    <a:pos x="17" y="71"/>
                  </a:cxn>
                  <a:cxn ang="0">
                    <a:pos x="12" y="78"/>
                  </a:cxn>
                  <a:cxn ang="0">
                    <a:pos x="10" y="85"/>
                  </a:cxn>
                  <a:cxn ang="0">
                    <a:pos x="10" y="92"/>
                  </a:cxn>
                  <a:cxn ang="0">
                    <a:pos x="3" y="92"/>
                  </a:cxn>
                  <a:cxn ang="0">
                    <a:pos x="5" y="83"/>
                  </a:cxn>
                  <a:cxn ang="0">
                    <a:pos x="5" y="71"/>
                  </a:cxn>
                  <a:cxn ang="0">
                    <a:pos x="12" y="64"/>
                  </a:cxn>
                  <a:cxn ang="0">
                    <a:pos x="19" y="61"/>
                  </a:cxn>
                  <a:cxn ang="0">
                    <a:pos x="24" y="54"/>
                  </a:cxn>
                  <a:cxn ang="0">
                    <a:pos x="31" y="50"/>
                  </a:cxn>
                  <a:cxn ang="0">
                    <a:pos x="38" y="47"/>
                  </a:cxn>
                  <a:cxn ang="0">
                    <a:pos x="43" y="52"/>
                  </a:cxn>
                  <a:cxn ang="0">
                    <a:pos x="48" y="59"/>
                  </a:cxn>
                  <a:cxn ang="0">
                    <a:pos x="52" y="52"/>
                  </a:cxn>
                  <a:cxn ang="0">
                    <a:pos x="60" y="50"/>
                  </a:cxn>
                  <a:cxn ang="0">
                    <a:pos x="62" y="45"/>
                  </a:cxn>
                </a:cxnLst>
                <a:rect l="0" t="0" r="r" b="b"/>
                <a:pathLst>
                  <a:path w="105" h="125">
                    <a:moveTo>
                      <a:pt x="64" y="38"/>
                    </a:moveTo>
                    <a:lnTo>
                      <a:pt x="64" y="38"/>
                    </a:lnTo>
                    <a:lnTo>
                      <a:pt x="67" y="38"/>
                    </a:lnTo>
                    <a:lnTo>
                      <a:pt x="67" y="38"/>
                    </a:lnTo>
                    <a:lnTo>
                      <a:pt x="67" y="38"/>
                    </a:lnTo>
                    <a:lnTo>
                      <a:pt x="67" y="38"/>
                    </a:lnTo>
                    <a:lnTo>
                      <a:pt x="67" y="40"/>
                    </a:lnTo>
                    <a:lnTo>
                      <a:pt x="69" y="40"/>
                    </a:lnTo>
                    <a:lnTo>
                      <a:pt x="69" y="40"/>
                    </a:lnTo>
                    <a:lnTo>
                      <a:pt x="69" y="40"/>
                    </a:lnTo>
                    <a:lnTo>
                      <a:pt x="71" y="40"/>
                    </a:lnTo>
                    <a:lnTo>
                      <a:pt x="71" y="42"/>
                    </a:lnTo>
                    <a:lnTo>
                      <a:pt x="71" y="42"/>
                    </a:lnTo>
                    <a:lnTo>
                      <a:pt x="71" y="42"/>
                    </a:lnTo>
                    <a:lnTo>
                      <a:pt x="71" y="40"/>
                    </a:lnTo>
                    <a:lnTo>
                      <a:pt x="71" y="40"/>
                    </a:lnTo>
                    <a:lnTo>
                      <a:pt x="71" y="38"/>
                    </a:lnTo>
                    <a:lnTo>
                      <a:pt x="71" y="38"/>
                    </a:lnTo>
                    <a:lnTo>
                      <a:pt x="71" y="35"/>
                    </a:lnTo>
                    <a:lnTo>
                      <a:pt x="71" y="35"/>
                    </a:lnTo>
                    <a:lnTo>
                      <a:pt x="74" y="35"/>
                    </a:lnTo>
                    <a:lnTo>
                      <a:pt x="74" y="35"/>
                    </a:lnTo>
                    <a:lnTo>
                      <a:pt x="74" y="35"/>
                    </a:lnTo>
                    <a:lnTo>
                      <a:pt x="74" y="38"/>
                    </a:lnTo>
                    <a:lnTo>
                      <a:pt x="74" y="38"/>
                    </a:lnTo>
                    <a:lnTo>
                      <a:pt x="74" y="38"/>
                    </a:lnTo>
                    <a:lnTo>
                      <a:pt x="76" y="38"/>
                    </a:lnTo>
                    <a:lnTo>
                      <a:pt x="76" y="38"/>
                    </a:lnTo>
                    <a:lnTo>
                      <a:pt x="79" y="38"/>
                    </a:lnTo>
                    <a:lnTo>
                      <a:pt x="79" y="38"/>
                    </a:lnTo>
                    <a:lnTo>
                      <a:pt x="79" y="38"/>
                    </a:lnTo>
                    <a:lnTo>
                      <a:pt x="79" y="38"/>
                    </a:lnTo>
                    <a:lnTo>
                      <a:pt x="79" y="35"/>
                    </a:lnTo>
                    <a:lnTo>
                      <a:pt x="79" y="35"/>
                    </a:lnTo>
                    <a:lnTo>
                      <a:pt x="79" y="33"/>
                    </a:lnTo>
                    <a:lnTo>
                      <a:pt x="79" y="33"/>
                    </a:lnTo>
                    <a:lnTo>
                      <a:pt x="79" y="33"/>
                    </a:lnTo>
                    <a:lnTo>
                      <a:pt x="79" y="31"/>
                    </a:lnTo>
                    <a:lnTo>
                      <a:pt x="79" y="31"/>
                    </a:lnTo>
                    <a:lnTo>
                      <a:pt x="79" y="31"/>
                    </a:lnTo>
                    <a:lnTo>
                      <a:pt x="79" y="28"/>
                    </a:lnTo>
                    <a:lnTo>
                      <a:pt x="79" y="28"/>
                    </a:lnTo>
                    <a:lnTo>
                      <a:pt x="79" y="28"/>
                    </a:lnTo>
                    <a:lnTo>
                      <a:pt x="79" y="26"/>
                    </a:lnTo>
                    <a:lnTo>
                      <a:pt x="79" y="26"/>
                    </a:lnTo>
                    <a:lnTo>
                      <a:pt x="79" y="23"/>
                    </a:lnTo>
                    <a:lnTo>
                      <a:pt x="76" y="23"/>
                    </a:lnTo>
                    <a:lnTo>
                      <a:pt x="76" y="23"/>
                    </a:lnTo>
                    <a:lnTo>
                      <a:pt x="76" y="23"/>
                    </a:lnTo>
                    <a:lnTo>
                      <a:pt x="76" y="21"/>
                    </a:lnTo>
                    <a:lnTo>
                      <a:pt x="76" y="21"/>
                    </a:lnTo>
                    <a:lnTo>
                      <a:pt x="76" y="19"/>
                    </a:lnTo>
                    <a:lnTo>
                      <a:pt x="76" y="19"/>
                    </a:lnTo>
                    <a:lnTo>
                      <a:pt x="79" y="19"/>
                    </a:lnTo>
                    <a:lnTo>
                      <a:pt x="79" y="16"/>
                    </a:lnTo>
                    <a:lnTo>
                      <a:pt x="79" y="16"/>
                    </a:lnTo>
                    <a:lnTo>
                      <a:pt x="79" y="16"/>
                    </a:lnTo>
                    <a:lnTo>
                      <a:pt x="79" y="16"/>
                    </a:lnTo>
                    <a:lnTo>
                      <a:pt x="79" y="14"/>
                    </a:lnTo>
                    <a:lnTo>
                      <a:pt x="79" y="14"/>
                    </a:lnTo>
                    <a:lnTo>
                      <a:pt x="79" y="14"/>
                    </a:lnTo>
                    <a:lnTo>
                      <a:pt x="79" y="14"/>
                    </a:lnTo>
                    <a:lnTo>
                      <a:pt x="79" y="14"/>
                    </a:lnTo>
                    <a:lnTo>
                      <a:pt x="79" y="14"/>
                    </a:lnTo>
                    <a:lnTo>
                      <a:pt x="79" y="12"/>
                    </a:lnTo>
                    <a:lnTo>
                      <a:pt x="79" y="12"/>
                    </a:lnTo>
                    <a:lnTo>
                      <a:pt x="79" y="9"/>
                    </a:lnTo>
                    <a:lnTo>
                      <a:pt x="79" y="9"/>
                    </a:lnTo>
                    <a:lnTo>
                      <a:pt x="79" y="7"/>
                    </a:lnTo>
                    <a:lnTo>
                      <a:pt x="79" y="7"/>
                    </a:lnTo>
                    <a:lnTo>
                      <a:pt x="79" y="7"/>
                    </a:lnTo>
                    <a:lnTo>
                      <a:pt x="79" y="4"/>
                    </a:lnTo>
                    <a:lnTo>
                      <a:pt x="79" y="4"/>
                    </a:lnTo>
                    <a:lnTo>
                      <a:pt x="81" y="4"/>
                    </a:lnTo>
                    <a:lnTo>
                      <a:pt x="81" y="4"/>
                    </a:lnTo>
                    <a:lnTo>
                      <a:pt x="81" y="2"/>
                    </a:lnTo>
                    <a:lnTo>
                      <a:pt x="81" y="2"/>
                    </a:lnTo>
                    <a:lnTo>
                      <a:pt x="81" y="2"/>
                    </a:lnTo>
                    <a:lnTo>
                      <a:pt x="81" y="0"/>
                    </a:lnTo>
                    <a:lnTo>
                      <a:pt x="81" y="0"/>
                    </a:lnTo>
                    <a:lnTo>
                      <a:pt x="83" y="0"/>
                    </a:lnTo>
                    <a:lnTo>
                      <a:pt x="83" y="2"/>
                    </a:lnTo>
                    <a:lnTo>
                      <a:pt x="83" y="2"/>
                    </a:lnTo>
                    <a:lnTo>
                      <a:pt x="83" y="2"/>
                    </a:lnTo>
                    <a:lnTo>
                      <a:pt x="83" y="4"/>
                    </a:lnTo>
                    <a:lnTo>
                      <a:pt x="83" y="4"/>
                    </a:lnTo>
                    <a:lnTo>
                      <a:pt x="83" y="4"/>
                    </a:lnTo>
                    <a:lnTo>
                      <a:pt x="83" y="4"/>
                    </a:lnTo>
                    <a:lnTo>
                      <a:pt x="83" y="7"/>
                    </a:lnTo>
                    <a:lnTo>
                      <a:pt x="83" y="7"/>
                    </a:lnTo>
                    <a:lnTo>
                      <a:pt x="83" y="7"/>
                    </a:lnTo>
                    <a:lnTo>
                      <a:pt x="83" y="9"/>
                    </a:lnTo>
                    <a:lnTo>
                      <a:pt x="83" y="9"/>
                    </a:lnTo>
                    <a:lnTo>
                      <a:pt x="83" y="12"/>
                    </a:lnTo>
                    <a:lnTo>
                      <a:pt x="83" y="12"/>
                    </a:lnTo>
                    <a:lnTo>
                      <a:pt x="83" y="14"/>
                    </a:lnTo>
                    <a:lnTo>
                      <a:pt x="83" y="14"/>
                    </a:lnTo>
                    <a:lnTo>
                      <a:pt x="83" y="14"/>
                    </a:lnTo>
                    <a:lnTo>
                      <a:pt x="83" y="16"/>
                    </a:lnTo>
                    <a:lnTo>
                      <a:pt x="83" y="16"/>
                    </a:lnTo>
                    <a:lnTo>
                      <a:pt x="86" y="16"/>
                    </a:lnTo>
                    <a:lnTo>
                      <a:pt x="86" y="19"/>
                    </a:lnTo>
                    <a:lnTo>
                      <a:pt x="86" y="19"/>
                    </a:lnTo>
                    <a:lnTo>
                      <a:pt x="83" y="19"/>
                    </a:lnTo>
                    <a:lnTo>
                      <a:pt x="83" y="21"/>
                    </a:lnTo>
                    <a:lnTo>
                      <a:pt x="83" y="21"/>
                    </a:lnTo>
                    <a:lnTo>
                      <a:pt x="83" y="21"/>
                    </a:lnTo>
                    <a:lnTo>
                      <a:pt x="83" y="23"/>
                    </a:lnTo>
                    <a:lnTo>
                      <a:pt x="83" y="23"/>
                    </a:lnTo>
                    <a:lnTo>
                      <a:pt x="86" y="23"/>
                    </a:lnTo>
                    <a:lnTo>
                      <a:pt x="86" y="23"/>
                    </a:lnTo>
                    <a:lnTo>
                      <a:pt x="86" y="23"/>
                    </a:lnTo>
                    <a:lnTo>
                      <a:pt x="86" y="23"/>
                    </a:lnTo>
                    <a:lnTo>
                      <a:pt x="88" y="23"/>
                    </a:lnTo>
                    <a:lnTo>
                      <a:pt x="88" y="23"/>
                    </a:lnTo>
                    <a:lnTo>
                      <a:pt x="88" y="21"/>
                    </a:lnTo>
                    <a:lnTo>
                      <a:pt x="88" y="21"/>
                    </a:lnTo>
                    <a:lnTo>
                      <a:pt x="88" y="19"/>
                    </a:lnTo>
                    <a:lnTo>
                      <a:pt x="88" y="19"/>
                    </a:lnTo>
                    <a:lnTo>
                      <a:pt x="88" y="19"/>
                    </a:lnTo>
                    <a:lnTo>
                      <a:pt x="88" y="16"/>
                    </a:lnTo>
                    <a:lnTo>
                      <a:pt x="88" y="16"/>
                    </a:lnTo>
                    <a:lnTo>
                      <a:pt x="88" y="16"/>
                    </a:lnTo>
                    <a:lnTo>
                      <a:pt x="88" y="14"/>
                    </a:lnTo>
                    <a:lnTo>
                      <a:pt x="88" y="14"/>
                    </a:lnTo>
                    <a:lnTo>
                      <a:pt x="88" y="14"/>
                    </a:lnTo>
                    <a:lnTo>
                      <a:pt x="88" y="14"/>
                    </a:lnTo>
                    <a:lnTo>
                      <a:pt x="88" y="14"/>
                    </a:lnTo>
                    <a:lnTo>
                      <a:pt x="90" y="14"/>
                    </a:lnTo>
                    <a:lnTo>
                      <a:pt x="90" y="12"/>
                    </a:lnTo>
                    <a:lnTo>
                      <a:pt x="90" y="12"/>
                    </a:lnTo>
                    <a:lnTo>
                      <a:pt x="90" y="12"/>
                    </a:lnTo>
                    <a:lnTo>
                      <a:pt x="93" y="12"/>
                    </a:lnTo>
                    <a:lnTo>
                      <a:pt x="93" y="12"/>
                    </a:lnTo>
                    <a:lnTo>
                      <a:pt x="93" y="12"/>
                    </a:lnTo>
                    <a:lnTo>
                      <a:pt x="93" y="14"/>
                    </a:lnTo>
                    <a:lnTo>
                      <a:pt x="93" y="14"/>
                    </a:lnTo>
                    <a:lnTo>
                      <a:pt x="93" y="14"/>
                    </a:lnTo>
                    <a:lnTo>
                      <a:pt x="93" y="16"/>
                    </a:lnTo>
                    <a:lnTo>
                      <a:pt x="93" y="16"/>
                    </a:lnTo>
                    <a:lnTo>
                      <a:pt x="93" y="16"/>
                    </a:lnTo>
                    <a:lnTo>
                      <a:pt x="95" y="16"/>
                    </a:lnTo>
                    <a:lnTo>
                      <a:pt x="95" y="19"/>
                    </a:lnTo>
                    <a:lnTo>
                      <a:pt x="93" y="19"/>
                    </a:lnTo>
                    <a:lnTo>
                      <a:pt x="93" y="19"/>
                    </a:lnTo>
                    <a:lnTo>
                      <a:pt x="95" y="19"/>
                    </a:lnTo>
                    <a:lnTo>
                      <a:pt x="95" y="21"/>
                    </a:lnTo>
                    <a:lnTo>
                      <a:pt x="93" y="21"/>
                    </a:lnTo>
                    <a:lnTo>
                      <a:pt x="93" y="21"/>
                    </a:lnTo>
                    <a:lnTo>
                      <a:pt x="93" y="21"/>
                    </a:lnTo>
                    <a:lnTo>
                      <a:pt x="93" y="21"/>
                    </a:lnTo>
                    <a:lnTo>
                      <a:pt x="90" y="21"/>
                    </a:lnTo>
                    <a:lnTo>
                      <a:pt x="90" y="21"/>
                    </a:lnTo>
                    <a:lnTo>
                      <a:pt x="90" y="23"/>
                    </a:lnTo>
                    <a:lnTo>
                      <a:pt x="90" y="23"/>
                    </a:lnTo>
                    <a:lnTo>
                      <a:pt x="90" y="23"/>
                    </a:lnTo>
                    <a:lnTo>
                      <a:pt x="88" y="23"/>
                    </a:lnTo>
                    <a:lnTo>
                      <a:pt x="88" y="23"/>
                    </a:lnTo>
                    <a:lnTo>
                      <a:pt x="88" y="26"/>
                    </a:lnTo>
                    <a:lnTo>
                      <a:pt x="88" y="26"/>
                    </a:lnTo>
                    <a:lnTo>
                      <a:pt x="90" y="26"/>
                    </a:lnTo>
                    <a:lnTo>
                      <a:pt x="90" y="26"/>
                    </a:lnTo>
                    <a:lnTo>
                      <a:pt x="90" y="26"/>
                    </a:lnTo>
                    <a:lnTo>
                      <a:pt x="90" y="28"/>
                    </a:lnTo>
                    <a:lnTo>
                      <a:pt x="93" y="28"/>
                    </a:lnTo>
                    <a:lnTo>
                      <a:pt x="93" y="28"/>
                    </a:lnTo>
                    <a:lnTo>
                      <a:pt x="90" y="28"/>
                    </a:lnTo>
                    <a:lnTo>
                      <a:pt x="90" y="28"/>
                    </a:lnTo>
                    <a:lnTo>
                      <a:pt x="90" y="31"/>
                    </a:lnTo>
                    <a:lnTo>
                      <a:pt x="90" y="31"/>
                    </a:lnTo>
                    <a:lnTo>
                      <a:pt x="90" y="31"/>
                    </a:lnTo>
                    <a:lnTo>
                      <a:pt x="93" y="31"/>
                    </a:lnTo>
                    <a:lnTo>
                      <a:pt x="93" y="31"/>
                    </a:lnTo>
                    <a:lnTo>
                      <a:pt x="93" y="31"/>
                    </a:lnTo>
                    <a:lnTo>
                      <a:pt x="93" y="31"/>
                    </a:lnTo>
                    <a:lnTo>
                      <a:pt x="95" y="31"/>
                    </a:lnTo>
                    <a:lnTo>
                      <a:pt x="95" y="31"/>
                    </a:lnTo>
                    <a:lnTo>
                      <a:pt x="95" y="31"/>
                    </a:lnTo>
                    <a:lnTo>
                      <a:pt x="95" y="31"/>
                    </a:lnTo>
                    <a:lnTo>
                      <a:pt x="95" y="33"/>
                    </a:lnTo>
                    <a:lnTo>
                      <a:pt x="95" y="33"/>
                    </a:lnTo>
                    <a:lnTo>
                      <a:pt x="95" y="33"/>
                    </a:lnTo>
                    <a:lnTo>
                      <a:pt x="95" y="35"/>
                    </a:lnTo>
                    <a:lnTo>
                      <a:pt x="95" y="35"/>
                    </a:lnTo>
                    <a:lnTo>
                      <a:pt x="95" y="35"/>
                    </a:lnTo>
                    <a:lnTo>
                      <a:pt x="95" y="38"/>
                    </a:lnTo>
                    <a:lnTo>
                      <a:pt x="95" y="38"/>
                    </a:lnTo>
                    <a:lnTo>
                      <a:pt x="95" y="38"/>
                    </a:lnTo>
                    <a:lnTo>
                      <a:pt x="97" y="38"/>
                    </a:lnTo>
                    <a:lnTo>
                      <a:pt x="97" y="40"/>
                    </a:lnTo>
                    <a:lnTo>
                      <a:pt x="97" y="40"/>
                    </a:lnTo>
                    <a:lnTo>
                      <a:pt x="97" y="40"/>
                    </a:lnTo>
                    <a:lnTo>
                      <a:pt x="97" y="42"/>
                    </a:lnTo>
                    <a:lnTo>
                      <a:pt x="97" y="42"/>
                    </a:lnTo>
                    <a:lnTo>
                      <a:pt x="97" y="42"/>
                    </a:lnTo>
                    <a:lnTo>
                      <a:pt x="97" y="42"/>
                    </a:lnTo>
                    <a:lnTo>
                      <a:pt x="97" y="45"/>
                    </a:lnTo>
                    <a:lnTo>
                      <a:pt x="95" y="45"/>
                    </a:lnTo>
                    <a:lnTo>
                      <a:pt x="95" y="45"/>
                    </a:lnTo>
                    <a:lnTo>
                      <a:pt x="95" y="45"/>
                    </a:lnTo>
                    <a:lnTo>
                      <a:pt x="95" y="47"/>
                    </a:lnTo>
                    <a:lnTo>
                      <a:pt x="95" y="47"/>
                    </a:lnTo>
                    <a:lnTo>
                      <a:pt x="93" y="47"/>
                    </a:lnTo>
                    <a:lnTo>
                      <a:pt x="93" y="47"/>
                    </a:lnTo>
                    <a:lnTo>
                      <a:pt x="93" y="50"/>
                    </a:lnTo>
                    <a:lnTo>
                      <a:pt x="95" y="50"/>
                    </a:lnTo>
                    <a:lnTo>
                      <a:pt x="95" y="50"/>
                    </a:lnTo>
                    <a:lnTo>
                      <a:pt x="95" y="50"/>
                    </a:lnTo>
                    <a:lnTo>
                      <a:pt x="95" y="50"/>
                    </a:lnTo>
                    <a:lnTo>
                      <a:pt x="97" y="50"/>
                    </a:lnTo>
                    <a:lnTo>
                      <a:pt x="97" y="50"/>
                    </a:lnTo>
                    <a:lnTo>
                      <a:pt x="97" y="50"/>
                    </a:lnTo>
                    <a:lnTo>
                      <a:pt x="97" y="50"/>
                    </a:lnTo>
                    <a:lnTo>
                      <a:pt x="100" y="50"/>
                    </a:lnTo>
                    <a:lnTo>
                      <a:pt x="100" y="52"/>
                    </a:lnTo>
                    <a:lnTo>
                      <a:pt x="100" y="52"/>
                    </a:lnTo>
                    <a:lnTo>
                      <a:pt x="100" y="52"/>
                    </a:lnTo>
                    <a:lnTo>
                      <a:pt x="100" y="54"/>
                    </a:lnTo>
                    <a:lnTo>
                      <a:pt x="97" y="54"/>
                    </a:lnTo>
                    <a:lnTo>
                      <a:pt x="97" y="54"/>
                    </a:lnTo>
                    <a:lnTo>
                      <a:pt x="100" y="54"/>
                    </a:lnTo>
                    <a:lnTo>
                      <a:pt x="100" y="57"/>
                    </a:lnTo>
                    <a:lnTo>
                      <a:pt x="100" y="57"/>
                    </a:lnTo>
                    <a:lnTo>
                      <a:pt x="100" y="57"/>
                    </a:lnTo>
                    <a:lnTo>
                      <a:pt x="100" y="57"/>
                    </a:lnTo>
                    <a:lnTo>
                      <a:pt x="100" y="59"/>
                    </a:lnTo>
                    <a:lnTo>
                      <a:pt x="100" y="59"/>
                    </a:lnTo>
                    <a:lnTo>
                      <a:pt x="100" y="59"/>
                    </a:lnTo>
                    <a:lnTo>
                      <a:pt x="100" y="61"/>
                    </a:lnTo>
                    <a:lnTo>
                      <a:pt x="100" y="61"/>
                    </a:lnTo>
                    <a:lnTo>
                      <a:pt x="100" y="64"/>
                    </a:lnTo>
                    <a:lnTo>
                      <a:pt x="100" y="64"/>
                    </a:lnTo>
                    <a:lnTo>
                      <a:pt x="100" y="64"/>
                    </a:lnTo>
                    <a:lnTo>
                      <a:pt x="100" y="64"/>
                    </a:lnTo>
                    <a:lnTo>
                      <a:pt x="100" y="66"/>
                    </a:lnTo>
                    <a:lnTo>
                      <a:pt x="97" y="66"/>
                    </a:lnTo>
                    <a:lnTo>
                      <a:pt x="97" y="66"/>
                    </a:lnTo>
                    <a:lnTo>
                      <a:pt x="100" y="66"/>
                    </a:lnTo>
                    <a:lnTo>
                      <a:pt x="100" y="68"/>
                    </a:lnTo>
                    <a:lnTo>
                      <a:pt x="100" y="68"/>
                    </a:lnTo>
                    <a:lnTo>
                      <a:pt x="100" y="68"/>
                    </a:lnTo>
                    <a:lnTo>
                      <a:pt x="100" y="68"/>
                    </a:lnTo>
                    <a:lnTo>
                      <a:pt x="100" y="71"/>
                    </a:lnTo>
                    <a:lnTo>
                      <a:pt x="102" y="71"/>
                    </a:lnTo>
                    <a:lnTo>
                      <a:pt x="102" y="71"/>
                    </a:lnTo>
                    <a:lnTo>
                      <a:pt x="102" y="71"/>
                    </a:lnTo>
                    <a:lnTo>
                      <a:pt x="102" y="73"/>
                    </a:lnTo>
                    <a:lnTo>
                      <a:pt x="102" y="73"/>
                    </a:lnTo>
                    <a:lnTo>
                      <a:pt x="102" y="73"/>
                    </a:lnTo>
                    <a:lnTo>
                      <a:pt x="105" y="73"/>
                    </a:lnTo>
                    <a:lnTo>
                      <a:pt x="105" y="76"/>
                    </a:lnTo>
                    <a:lnTo>
                      <a:pt x="105" y="76"/>
                    </a:lnTo>
                    <a:lnTo>
                      <a:pt x="105" y="78"/>
                    </a:lnTo>
                    <a:lnTo>
                      <a:pt x="105" y="78"/>
                    </a:lnTo>
                    <a:lnTo>
                      <a:pt x="102" y="78"/>
                    </a:lnTo>
                    <a:lnTo>
                      <a:pt x="102" y="80"/>
                    </a:lnTo>
                    <a:lnTo>
                      <a:pt x="102" y="80"/>
                    </a:lnTo>
                    <a:lnTo>
                      <a:pt x="105" y="80"/>
                    </a:lnTo>
                    <a:lnTo>
                      <a:pt x="105" y="83"/>
                    </a:lnTo>
                    <a:lnTo>
                      <a:pt x="105" y="83"/>
                    </a:lnTo>
                    <a:lnTo>
                      <a:pt x="105" y="83"/>
                    </a:lnTo>
                    <a:lnTo>
                      <a:pt x="102" y="83"/>
                    </a:lnTo>
                    <a:lnTo>
                      <a:pt x="102" y="85"/>
                    </a:lnTo>
                    <a:lnTo>
                      <a:pt x="102" y="85"/>
                    </a:lnTo>
                    <a:lnTo>
                      <a:pt x="102" y="85"/>
                    </a:lnTo>
                    <a:lnTo>
                      <a:pt x="102" y="87"/>
                    </a:lnTo>
                    <a:lnTo>
                      <a:pt x="100" y="87"/>
                    </a:lnTo>
                    <a:lnTo>
                      <a:pt x="100" y="87"/>
                    </a:lnTo>
                    <a:lnTo>
                      <a:pt x="100" y="87"/>
                    </a:lnTo>
                    <a:lnTo>
                      <a:pt x="100" y="90"/>
                    </a:lnTo>
                    <a:lnTo>
                      <a:pt x="100" y="90"/>
                    </a:lnTo>
                    <a:lnTo>
                      <a:pt x="100" y="90"/>
                    </a:lnTo>
                    <a:lnTo>
                      <a:pt x="97" y="90"/>
                    </a:lnTo>
                    <a:lnTo>
                      <a:pt x="97" y="90"/>
                    </a:lnTo>
                    <a:lnTo>
                      <a:pt x="97" y="92"/>
                    </a:lnTo>
                    <a:lnTo>
                      <a:pt x="97" y="92"/>
                    </a:lnTo>
                    <a:lnTo>
                      <a:pt x="97" y="92"/>
                    </a:lnTo>
                    <a:lnTo>
                      <a:pt x="97" y="92"/>
                    </a:lnTo>
                    <a:lnTo>
                      <a:pt x="97" y="95"/>
                    </a:lnTo>
                    <a:lnTo>
                      <a:pt x="97" y="95"/>
                    </a:lnTo>
                    <a:lnTo>
                      <a:pt x="95" y="95"/>
                    </a:lnTo>
                    <a:lnTo>
                      <a:pt x="95" y="95"/>
                    </a:lnTo>
                    <a:lnTo>
                      <a:pt x="95" y="97"/>
                    </a:lnTo>
                    <a:lnTo>
                      <a:pt x="95" y="97"/>
                    </a:lnTo>
                    <a:lnTo>
                      <a:pt x="95" y="97"/>
                    </a:lnTo>
                    <a:lnTo>
                      <a:pt x="95" y="99"/>
                    </a:lnTo>
                    <a:lnTo>
                      <a:pt x="95" y="99"/>
                    </a:lnTo>
                    <a:lnTo>
                      <a:pt x="95" y="102"/>
                    </a:lnTo>
                    <a:lnTo>
                      <a:pt x="95" y="102"/>
                    </a:lnTo>
                    <a:lnTo>
                      <a:pt x="95" y="102"/>
                    </a:lnTo>
                    <a:lnTo>
                      <a:pt x="95" y="104"/>
                    </a:lnTo>
                    <a:lnTo>
                      <a:pt x="95" y="104"/>
                    </a:lnTo>
                    <a:lnTo>
                      <a:pt x="95" y="104"/>
                    </a:lnTo>
                    <a:lnTo>
                      <a:pt x="95" y="106"/>
                    </a:lnTo>
                    <a:lnTo>
                      <a:pt x="95" y="106"/>
                    </a:lnTo>
                    <a:lnTo>
                      <a:pt x="95" y="109"/>
                    </a:lnTo>
                    <a:lnTo>
                      <a:pt x="93" y="109"/>
                    </a:lnTo>
                    <a:lnTo>
                      <a:pt x="93" y="106"/>
                    </a:lnTo>
                    <a:lnTo>
                      <a:pt x="93" y="106"/>
                    </a:lnTo>
                    <a:lnTo>
                      <a:pt x="93" y="106"/>
                    </a:lnTo>
                    <a:lnTo>
                      <a:pt x="93" y="104"/>
                    </a:lnTo>
                    <a:lnTo>
                      <a:pt x="93" y="104"/>
                    </a:lnTo>
                    <a:lnTo>
                      <a:pt x="93" y="104"/>
                    </a:lnTo>
                    <a:lnTo>
                      <a:pt x="93" y="102"/>
                    </a:lnTo>
                    <a:lnTo>
                      <a:pt x="93" y="102"/>
                    </a:lnTo>
                    <a:lnTo>
                      <a:pt x="90" y="102"/>
                    </a:lnTo>
                    <a:lnTo>
                      <a:pt x="90" y="102"/>
                    </a:lnTo>
                    <a:lnTo>
                      <a:pt x="93" y="102"/>
                    </a:lnTo>
                    <a:lnTo>
                      <a:pt x="93" y="99"/>
                    </a:lnTo>
                    <a:lnTo>
                      <a:pt x="90" y="99"/>
                    </a:lnTo>
                    <a:lnTo>
                      <a:pt x="90" y="99"/>
                    </a:lnTo>
                    <a:lnTo>
                      <a:pt x="90" y="97"/>
                    </a:lnTo>
                    <a:lnTo>
                      <a:pt x="90" y="97"/>
                    </a:lnTo>
                    <a:lnTo>
                      <a:pt x="90" y="95"/>
                    </a:lnTo>
                    <a:lnTo>
                      <a:pt x="90" y="95"/>
                    </a:lnTo>
                    <a:lnTo>
                      <a:pt x="90" y="92"/>
                    </a:lnTo>
                    <a:lnTo>
                      <a:pt x="90" y="92"/>
                    </a:lnTo>
                    <a:lnTo>
                      <a:pt x="90" y="92"/>
                    </a:lnTo>
                    <a:lnTo>
                      <a:pt x="88" y="92"/>
                    </a:lnTo>
                    <a:lnTo>
                      <a:pt x="88" y="92"/>
                    </a:lnTo>
                    <a:lnTo>
                      <a:pt x="88" y="90"/>
                    </a:lnTo>
                    <a:lnTo>
                      <a:pt x="88" y="90"/>
                    </a:lnTo>
                    <a:lnTo>
                      <a:pt x="88" y="87"/>
                    </a:lnTo>
                    <a:lnTo>
                      <a:pt x="88" y="87"/>
                    </a:lnTo>
                    <a:lnTo>
                      <a:pt x="88" y="87"/>
                    </a:lnTo>
                    <a:lnTo>
                      <a:pt x="88" y="87"/>
                    </a:lnTo>
                    <a:lnTo>
                      <a:pt x="88" y="85"/>
                    </a:lnTo>
                    <a:lnTo>
                      <a:pt x="88" y="85"/>
                    </a:lnTo>
                    <a:lnTo>
                      <a:pt x="86" y="85"/>
                    </a:lnTo>
                    <a:lnTo>
                      <a:pt x="86" y="85"/>
                    </a:lnTo>
                    <a:lnTo>
                      <a:pt x="86" y="87"/>
                    </a:lnTo>
                    <a:lnTo>
                      <a:pt x="86" y="87"/>
                    </a:lnTo>
                    <a:lnTo>
                      <a:pt x="86" y="87"/>
                    </a:lnTo>
                    <a:lnTo>
                      <a:pt x="86" y="90"/>
                    </a:lnTo>
                    <a:lnTo>
                      <a:pt x="86" y="90"/>
                    </a:lnTo>
                    <a:lnTo>
                      <a:pt x="86" y="92"/>
                    </a:lnTo>
                    <a:lnTo>
                      <a:pt x="86" y="92"/>
                    </a:lnTo>
                    <a:lnTo>
                      <a:pt x="86" y="92"/>
                    </a:lnTo>
                    <a:lnTo>
                      <a:pt x="83" y="92"/>
                    </a:lnTo>
                    <a:lnTo>
                      <a:pt x="83" y="92"/>
                    </a:lnTo>
                    <a:lnTo>
                      <a:pt x="83" y="92"/>
                    </a:lnTo>
                    <a:lnTo>
                      <a:pt x="83" y="90"/>
                    </a:lnTo>
                    <a:lnTo>
                      <a:pt x="83" y="90"/>
                    </a:lnTo>
                    <a:lnTo>
                      <a:pt x="83" y="90"/>
                    </a:lnTo>
                    <a:lnTo>
                      <a:pt x="83" y="87"/>
                    </a:lnTo>
                    <a:lnTo>
                      <a:pt x="83" y="87"/>
                    </a:lnTo>
                    <a:lnTo>
                      <a:pt x="81" y="87"/>
                    </a:lnTo>
                    <a:lnTo>
                      <a:pt x="81" y="87"/>
                    </a:lnTo>
                    <a:lnTo>
                      <a:pt x="81" y="90"/>
                    </a:lnTo>
                    <a:lnTo>
                      <a:pt x="81" y="90"/>
                    </a:lnTo>
                    <a:lnTo>
                      <a:pt x="81" y="90"/>
                    </a:lnTo>
                    <a:lnTo>
                      <a:pt x="79" y="90"/>
                    </a:lnTo>
                    <a:lnTo>
                      <a:pt x="79" y="92"/>
                    </a:lnTo>
                    <a:lnTo>
                      <a:pt x="79" y="92"/>
                    </a:lnTo>
                    <a:lnTo>
                      <a:pt x="79" y="92"/>
                    </a:lnTo>
                    <a:lnTo>
                      <a:pt x="79" y="92"/>
                    </a:lnTo>
                    <a:lnTo>
                      <a:pt x="79" y="95"/>
                    </a:lnTo>
                    <a:lnTo>
                      <a:pt x="79" y="95"/>
                    </a:lnTo>
                    <a:lnTo>
                      <a:pt x="79" y="95"/>
                    </a:lnTo>
                    <a:lnTo>
                      <a:pt x="79" y="97"/>
                    </a:lnTo>
                    <a:lnTo>
                      <a:pt x="79" y="97"/>
                    </a:lnTo>
                    <a:lnTo>
                      <a:pt x="79" y="97"/>
                    </a:lnTo>
                    <a:lnTo>
                      <a:pt x="79" y="99"/>
                    </a:lnTo>
                    <a:lnTo>
                      <a:pt x="79" y="99"/>
                    </a:lnTo>
                    <a:lnTo>
                      <a:pt x="79" y="99"/>
                    </a:lnTo>
                    <a:lnTo>
                      <a:pt x="81" y="99"/>
                    </a:lnTo>
                    <a:lnTo>
                      <a:pt x="81" y="102"/>
                    </a:lnTo>
                    <a:lnTo>
                      <a:pt x="81" y="102"/>
                    </a:lnTo>
                    <a:lnTo>
                      <a:pt x="81" y="102"/>
                    </a:lnTo>
                    <a:lnTo>
                      <a:pt x="81" y="102"/>
                    </a:lnTo>
                    <a:lnTo>
                      <a:pt x="81" y="102"/>
                    </a:lnTo>
                    <a:lnTo>
                      <a:pt x="81" y="104"/>
                    </a:lnTo>
                    <a:lnTo>
                      <a:pt x="83" y="104"/>
                    </a:lnTo>
                    <a:lnTo>
                      <a:pt x="83" y="104"/>
                    </a:lnTo>
                    <a:lnTo>
                      <a:pt x="83" y="106"/>
                    </a:lnTo>
                    <a:lnTo>
                      <a:pt x="83" y="106"/>
                    </a:lnTo>
                    <a:lnTo>
                      <a:pt x="83" y="106"/>
                    </a:lnTo>
                    <a:lnTo>
                      <a:pt x="83" y="109"/>
                    </a:lnTo>
                    <a:lnTo>
                      <a:pt x="83" y="109"/>
                    </a:lnTo>
                    <a:lnTo>
                      <a:pt x="86" y="109"/>
                    </a:lnTo>
                    <a:lnTo>
                      <a:pt x="86" y="111"/>
                    </a:lnTo>
                    <a:lnTo>
                      <a:pt x="86" y="111"/>
                    </a:lnTo>
                    <a:lnTo>
                      <a:pt x="86" y="111"/>
                    </a:lnTo>
                    <a:lnTo>
                      <a:pt x="83" y="111"/>
                    </a:lnTo>
                    <a:lnTo>
                      <a:pt x="83" y="113"/>
                    </a:lnTo>
                    <a:lnTo>
                      <a:pt x="83" y="113"/>
                    </a:lnTo>
                    <a:lnTo>
                      <a:pt x="83" y="116"/>
                    </a:lnTo>
                    <a:lnTo>
                      <a:pt x="83" y="116"/>
                    </a:lnTo>
                    <a:lnTo>
                      <a:pt x="83" y="116"/>
                    </a:lnTo>
                    <a:lnTo>
                      <a:pt x="83" y="118"/>
                    </a:lnTo>
                    <a:lnTo>
                      <a:pt x="81" y="118"/>
                    </a:lnTo>
                    <a:lnTo>
                      <a:pt x="81" y="118"/>
                    </a:lnTo>
                    <a:lnTo>
                      <a:pt x="81" y="118"/>
                    </a:lnTo>
                    <a:lnTo>
                      <a:pt x="81" y="121"/>
                    </a:lnTo>
                    <a:lnTo>
                      <a:pt x="81" y="121"/>
                    </a:lnTo>
                    <a:lnTo>
                      <a:pt x="81" y="121"/>
                    </a:lnTo>
                    <a:lnTo>
                      <a:pt x="81" y="123"/>
                    </a:lnTo>
                    <a:lnTo>
                      <a:pt x="79" y="123"/>
                    </a:lnTo>
                    <a:lnTo>
                      <a:pt x="79" y="123"/>
                    </a:lnTo>
                    <a:lnTo>
                      <a:pt x="79" y="123"/>
                    </a:lnTo>
                    <a:lnTo>
                      <a:pt x="79" y="123"/>
                    </a:lnTo>
                    <a:lnTo>
                      <a:pt x="79" y="125"/>
                    </a:lnTo>
                    <a:lnTo>
                      <a:pt x="79" y="125"/>
                    </a:lnTo>
                    <a:lnTo>
                      <a:pt x="79" y="125"/>
                    </a:lnTo>
                    <a:lnTo>
                      <a:pt x="76" y="125"/>
                    </a:lnTo>
                    <a:lnTo>
                      <a:pt x="76" y="125"/>
                    </a:lnTo>
                    <a:lnTo>
                      <a:pt x="74" y="125"/>
                    </a:lnTo>
                    <a:lnTo>
                      <a:pt x="74" y="125"/>
                    </a:lnTo>
                    <a:lnTo>
                      <a:pt x="74" y="125"/>
                    </a:lnTo>
                    <a:lnTo>
                      <a:pt x="74" y="123"/>
                    </a:lnTo>
                    <a:lnTo>
                      <a:pt x="74" y="123"/>
                    </a:lnTo>
                    <a:lnTo>
                      <a:pt x="74" y="123"/>
                    </a:lnTo>
                    <a:lnTo>
                      <a:pt x="74" y="123"/>
                    </a:lnTo>
                    <a:lnTo>
                      <a:pt x="74" y="123"/>
                    </a:lnTo>
                    <a:lnTo>
                      <a:pt x="74" y="123"/>
                    </a:lnTo>
                    <a:lnTo>
                      <a:pt x="74" y="121"/>
                    </a:lnTo>
                    <a:lnTo>
                      <a:pt x="71" y="121"/>
                    </a:lnTo>
                    <a:lnTo>
                      <a:pt x="71" y="121"/>
                    </a:lnTo>
                    <a:lnTo>
                      <a:pt x="71" y="118"/>
                    </a:lnTo>
                    <a:lnTo>
                      <a:pt x="71" y="118"/>
                    </a:lnTo>
                    <a:lnTo>
                      <a:pt x="74" y="118"/>
                    </a:lnTo>
                    <a:lnTo>
                      <a:pt x="74" y="116"/>
                    </a:lnTo>
                    <a:lnTo>
                      <a:pt x="74" y="116"/>
                    </a:lnTo>
                    <a:lnTo>
                      <a:pt x="74" y="116"/>
                    </a:lnTo>
                    <a:lnTo>
                      <a:pt x="74" y="113"/>
                    </a:lnTo>
                    <a:lnTo>
                      <a:pt x="74" y="113"/>
                    </a:lnTo>
                    <a:lnTo>
                      <a:pt x="74" y="111"/>
                    </a:lnTo>
                    <a:lnTo>
                      <a:pt x="74" y="111"/>
                    </a:lnTo>
                    <a:lnTo>
                      <a:pt x="71" y="111"/>
                    </a:lnTo>
                    <a:lnTo>
                      <a:pt x="71" y="113"/>
                    </a:lnTo>
                    <a:lnTo>
                      <a:pt x="71" y="113"/>
                    </a:lnTo>
                    <a:lnTo>
                      <a:pt x="71" y="116"/>
                    </a:lnTo>
                    <a:lnTo>
                      <a:pt x="71" y="116"/>
                    </a:lnTo>
                    <a:lnTo>
                      <a:pt x="71" y="116"/>
                    </a:lnTo>
                    <a:lnTo>
                      <a:pt x="71" y="118"/>
                    </a:lnTo>
                    <a:lnTo>
                      <a:pt x="71" y="118"/>
                    </a:lnTo>
                    <a:lnTo>
                      <a:pt x="71" y="118"/>
                    </a:lnTo>
                    <a:lnTo>
                      <a:pt x="69" y="118"/>
                    </a:lnTo>
                    <a:lnTo>
                      <a:pt x="69" y="118"/>
                    </a:lnTo>
                    <a:lnTo>
                      <a:pt x="67" y="118"/>
                    </a:lnTo>
                    <a:lnTo>
                      <a:pt x="67" y="118"/>
                    </a:lnTo>
                    <a:lnTo>
                      <a:pt x="67" y="118"/>
                    </a:lnTo>
                    <a:lnTo>
                      <a:pt x="67" y="118"/>
                    </a:lnTo>
                    <a:lnTo>
                      <a:pt x="64" y="118"/>
                    </a:lnTo>
                    <a:lnTo>
                      <a:pt x="64" y="118"/>
                    </a:lnTo>
                    <a:lnTo>
                      <a:pt x="62" y="118"/>
                    </a:lnTo>
                    <a:lnTo>
                      <a:pt x="62" y="116"/>
                    </a:lnTo>
                    <a:lnTo>
                      <a:pt x="62" y="116"/>
                    </a:lnTo>
                    <a:lnTo>
                      <a:pt x="62" y="116"/>
                    </a:lnTo>
                    <a:lnTo>
                      <a:pt x="62" y="116"/>
                    </a:lnTo>
                    <a:lnTo>
                      <a:pt x="60" y="116"/>
                    </a:lnTo>
                    <a:lnTo>
                      <a:pt x="60" y="116"/>
                    </a:lnTo>
                    <a:lnTo>
                      <a:pt x="60" y="113"/>
                    </a:lnTo>
                    <a:lnTo>
                      <a:pt x="60" y="113"/>
                    </a:lnTo>
                    <a:lnTo>
                      <a:pt x="57" y="113"/>
                    </a:lnTo>
                    <a:lnTo>
                      <a:pt x="57" y="113"/>
                    </a:lnTo>
                    <a:lnTo>
                      <a:pt x="57" y="113"/>
                    </a:lnTo>
                    <a:lnTo>
                      <a:pt x="55" y="113"/>
                    </a:lnTo>
                    <a:lnTo>
                      <a:pt x="55" y="111"/>
                    </a:lnTo>
                    <a:lnTo>
                      <a:pt x="55" y="111"/>
                    </a:lnTo>
                    <a:lnTo>
                      <a:pt x="55" y="111"/>
                    </a:lnTo>
                    <a:lnTo>
                      <a:pt x="52" y="111"/>
                    </a:lnTo>
                    <a:lnTo>
                      <a:pt x="52" y="111"/>
                    </a:lnTo>
                    <a:lnTo>
                      <a:pt x="52" y="111"/>
                    </a:lnTo>
                    <a:lnTo>
                      <a:pt x="52" y="111"/>
                    </a:lnTo>
                    <a:lnTo>
                      <a:pt x="52" y="111"/>
                    </a:lnTo>
                    <a:lnTo>
                      <a:pt x="50" y="111"/>
                    </a:lnTo>
                    <a:lnTo>
                      <a:pt x="50" y="109"/>
                    </a:lnTo>
                    <a:lnTo>
                      <a:pt x="50" y="109"/>
                    </a:lnTo>
                    <a:lnTo>
                      <a:pt x="50" y="109"/>
                    </a:lnTo>
                    <a:lnTo>
                      <a:pt x="50" y="106"/>
                    </a:lnTo>
                    <a:lnTo>
                      <a:pt x="48" y="106"/>
                    </a:lnTo>
                    <a:lnTo>
                      <a:pt x="48" y="106"/>
                    </a:lnTo>
                    <a:lnTo>
                      <a:pt x="48" y="106"/>
                    </a:lnTo>
                    <a:lnTo>
                      <a:pt x="48" y="104"/>
                    </a:lnTo>
                    <a:lnTo>
                      <a:pt x="48" y="104"/>
                    </a:lnTo>
                    <a:lnTo>
                      <a:pt x="48" y="104"/>
                    </a:lnTo>
                    <a:lnTo>
                      <a:pt x="48" y="102"/>
                    </a:lnTo>
                    <a:lnTo>
                      <a:pt x="48" y="102"/>
                    </a:lnTo>
                    <a:lnTo>
                      <a:pt x="48" y="102"/>
                    </a:lnTo>
                    <a:lnTo>
                      <a:pt x="48" y="99"/>
                    </a:lnTo>
                    <a:lnTo>
                      <a:pt x="48" y="99"/>
                    </a:lnTo>
                    <a:lnTo>
                      <a:pt x="48" y="99"/>
                    </a:lnTo>
                    <a:lnTo>
                      <a:pt x="48" y="99"/>
                    </a:lnTo>
                    <a:lnTo>
                      <a:pt x="48" y="97"/>
                    </a:lnTo>
                    <a:lnTo>
                      <a:pt x="48" y="97"/>
                    </a:lnTo>
                    <a:lnTo>
                      <a:pt x="48" y="95"/>
                    </a:lnTo>
                    <a:lnTo>
                      <a:pt x="45" y="95"/>
                    </a:lnTo>
                    <a:lnTo>
                      <a:pt x="45" y="95"/>
                    </a:lnTo>
                    <a:lnTo>
                      <a:pt x="45" y="95"/>
                    </a:lnTo>
                    <a:lnTo>
                      <a:pt x="45" y="92"/>
                    </a:lnTo>
                    <a:lnTo>
                      <a:pt x="45" y="92"/>
                    </a:lnTo>
                    <a:lnTo>
                      <a:pt x="45" y="92"/>
                    </a:lnTo>
                    <a:lnTo>
                      <a:pt x="45" y="92"/>
                    </a:lnTo>
                    <a:lnTo>
                      <a:pt x="45" y="90"/>
                    </a:lnTo>
                    <a:lnTo>
                      <a:pt x="45" y="90"/>
                    </a:lnTo>
                    <a:lnTo>
                      <a:pt x="45" y="87"/>
                    </a:lnTo>
                    <a:lnTo>
                      <a:pt x="45" y="87"/>
                    </a:lnTo>
                    <a:lnTo>
                      <a:pt x="48" y="87"/>
                    </a:lnTo>
                    <a:lnTo>
                      <a:pt x="48" y="85"/>
                    </a:lnTo>
                    <a:lnTo>
                      <a:pt x="48" y="85"/>
                    </a:lnTo>
                    <a:lnTo>
                      <a:pt x="48" y="85"/>
                    </a:lnTo>
                    <a:lnTo>
                      <a:pt x="48" y="85"/>
                    </a:lnTo>
                    <a:lnTo>
                      <a:pt x="50" y="85"/>
                    </a:lnTo>
                    <a:lnTo>
                      <a:pt x="50" y="83"/>
                    </a:lnTo>
                    <a:lnTo>
                      <a:pt x="50" y="83"/>
                    </a:lnTo>
                    <a:lnTo>
                      <a:pt x="50" y="83"/>
                    </a:lnTo>
                    <a:lnTo>
                      <a:pt x="50" y="83"/>
                    </a:lnTo>
                    <a:lnTo>
                      <a:pt x="52" y="83"/>
                    </a:lnTo>
                    <a:lnTo>
                      <a:pt x="52" y="80"/>
                    </a:lnTo>
                    <a:lnTo>
                      <a:pt x="50" y="80"/>
                    </a:lnTo>
                    <a:lnTo>
                      <a:pt x="50" y="80"/>
                    </a:lnTo>
                    <a:lnTo>
                      <a:pt x="50" y="80"/>
                    </a:lnTo>
                    <a:lnTo>
                      <a:pt x="50" y="78"/>
                    </a:lnTo>
                    <a:lnTo>
                      <a:pt x="50" y="78"/>
                    </a:lnTo>
                    <a:lnTo>
                      <a:pt x="48" y="78"/>
                    </a:lnTo>
                    <a:lnTo>
                      <a:pt x="48" y="76"/>
                    </a:lnTo>
                    <a:lnTo>
                      <a:pt x="48" y="76"/>
                    </a:lnTo>
                    <a:lnTo>
                      <a:pt x="48" y="76"/>
                    </a:lnTo>
                    <a:lnTo>
                      <a:pt x="48" y="73"/>
                    </a:lnTo>
                    <a:lnTo>
                      <a:pt x="48" y="73"/>
                    </a:lnTo>
                    <a:lnTo>
                      <a:pt x="48" y="73"/>
                    </a:lnTo>
                    <a:lnTo>
                      <a:pt x="45" y="73"/>
                    </a:lnTo>
                    <a:lnTo>
                      <a:pt x="45" y="73"/>
                    </a:lnTo>
                    <a:lnTo>
                      <a:pt x="45" y="73"/>
                    </a:lnTo>
                    <a:lnTo>
                      <a:pt x="45" y="73"/>
                    </a:lnTo>
                    <a:lnTo>
                      <a:pt x="43" y="73"/>
                    </a:lnTo>
                    <a:lnTo>
                      <a:pt x="43" y="73"/>
                    </a:lnTo>
                    <a:lnTo>
                      <a:pt x="41" y="73"/>
                    </a:lnTo>
                    <a:lnTo>
                      <a:pt x="41" y="71"/>
                    </a:lnTo>
                    <a:lnTo>
                      <a:pt x="41" y="71"/>
                    </a:lnTo>
                    <a:lnTo>
                      <a:pt x="41" y="71"/>
                    </a:lnTo>
                    <a:lnTo>
                      <a:pt x="41" y="68"/>
                    </a:lnTo>
                    <a:lnTo>
                      <a:pt x="41" y="68"/>
                    </a:lnTo>
                    <a:lnTo>
                      <a:pt x="38" y="68"/>
                    </a:lnTo>
                    <a:lnTo>
                      <a:pt x="38" y="68"/>
                    </a:lnTo>
                    <a:lnTo>
                      <a:pt x="38" y="68"/>
                    </a:lnTo>
                    <a:lnTo>
                      <a:pt x="38" y="68"/>
                    </a:lnTo>
                    <a:lnTo>
                      <a:pt x="38" y="68"/>
                    </a:lnTo>
                    <a:lnTo>
                      <a:pt x="36" y="68"/>
                    </a:lnTo>
                    <a:lnTo>
                      <a:pt x="36" y="68"/>
                    </a:lnTo>
                    <a:lnTo>
                      <a:pt x="36" y="71"/>
                    </a:lnTo>
                    <a:lnTo>
                      <a:pt x="36" y="71"/>
                    </a:lnTo>
                    <a:lnTo>
                      <a:pt x="36" y="71"/>
                    </a:lnTo>
                    <a:lnTo>
                      <a:pt x="36" y="73"/>
                    </a:lnTo>
                    <a:lnTo>
                      <a:pt x="36" y="73"/>
                    </a:lnTo>
                    <a:lnTo>
                      <a:pt x="36" y="73"/>
                    </a:lnTo>
                    <a:lnTo>
                      <a:pt x="36" y="73"/>
                    </a:lnTo>
                    <a:lnTo>
                      <a:pt x="34" y="73"/>
                    </a:lnTo>
                    <a:lnTo>
                      <a:pt x="34" y="76"/>
                    </a:lnTo>
                    <a:lnTo>
                      <a:pt x="34" y="76"/>
                    </a:lnTo>
                    <a:lnTo>
                      <a:pt x="36" y="76"/>
                    </a:lnTo>
                    <a:lnTo>
                      <a:pt x="36" y="78"/>
                    </a:lnTo>
                    <a:lnTo>
                      <a:pt x="36" y="78"/>
                    </a:lnTo>
                    <a:lnTo>
                      <a:pt x="36" y="80"/>
                    </a:lnTo>
                    <a:lnTo>
                      <a:pt x="36" y="80"/>
                    </a:lnTo>
                    <a:lnTo>
                      <a:pt x="34" y="80"/>
                    </a:lnTo>
                    <a:lnTo>
                      <a:pt x="34" y="80"/>
                    </a:lnTo>
                    <a:lnTo>
                      <a:pt x="34" y="80"/>
                    </a:lnTo>
                    <a:lnTo>
                      <a:pt x="34" y="80"/>
                    </a:lnTo>
                    <a:lnTo>
                      <a:pt x="31" y="80"/>
                    </a:lnTo>
                    <a:lnTo>
                      <a:pt x="31" y="78"/>
                    </a:lnTo>
                    <a:lnTo>
                      <a:pt x="31" y="78"/>
                    </a:lnTo>
                    <a:lnTo>
                      <a:pt x="31" y="78"/>
                    </a:lnTo>
                    <a:lnTo>
                      <a:pt x="31" y="76"/>
                    </a:lnTo>
                    <a:lnTo>
                      <a:pt x="29" y="76"/>
                    </a:lnTo>
                    <a:lnTo>
                      <a:pt x="29" y="78"/>
                    </a:lnTo>
                    <a:lnTo>
                      <a:pt x="29" y="78"/>
                    </a:lnTo>
                    <a:lnTo>
                      <a:pt x="29" y="78"/>
                    </a:lnTo>
                    <a:lnTo>
                      <a:pt x="29" y="76"/>
                    </a:lnTo>
                    <a:lnTo>
                      <a:pt x="26" y="76"/>
                    </a:lnTo>
                    <a:lnTo>
                      <a:pt x="26" y="76"/>
                    </a:lnTo>
                    <a:lnTo>
                      <a:pt x="26" y="73"/>
                    </a:lnTo>
                    <a:lnTo>
                      <a:pt x="26" y="73"/>
                    </a:lnTo>
                    <a:lnTo>
                      <a:pt x="26" y="76"/>
                    </a:lnTo>
                    <a:lnTo>
                      <a:pt x="26" y="76"/>
                    </a:lnTo>
                    <a:lnTo>
                      <a:pt x="26" y="78"/>
                    </a:lnTo>
                    <a:lnTo>
                      <a:pt x="26" y="78"/>
                    </a:lnTo>
                    <a:lnTo>
                      <a:pt x="26" y="78"/>
                    </a:lnTo>
                    <a:lnTo>
                      <a:pt x="26" y="80"/>
                    </a:lnTo>
                    <a:lnTo>
                      <a:pt x="26" y="80"/>
                    </a:lnTo>
                    <a:lnTo>
                      <a:pt x="24" y="80"/>
                    </a:lnTo>
                    <a:lnTo>
                      <a:pt x="24" y="80"/>
                    </a:lnTo>
                    <a:lnTo>
                      <a:pt x="24" y="83"/>
                    </a:lnTo>
                    <a:lnTo>
                      <a:pt x="22" y="83"/>
                    </a:lnTo>
                    <a:lnTo>
                      <a:pt x="22" y="83"/>
                    </a:lnTo>
                    <a:lnTo>
                      <a:pt x="22" y="83"/>
                    </a:lnTo>
                    <a:lnTo>
                      <a:pt x="22" y="83"/>
                    </a:lnTo>
                    <a:lnTo>
                      <a:pt x="22" y="83"/>
                    </a:lnTo>
                    <a:lnTo>
                      <a:pt x="22" y="80"/>
                    </a:lnTo>
                    <a:lnTo>
                      <a:pt x="19" y="80"/>
                    </a:lnTo>
                    <a:lnTo>
                      <a:pt x="19" y="80"/>
                    </a:lnTo>
                    <a:lnTo>
                      <a:pt x="22" y="80"/>
                    </a:lnTo>
                    <a:lnTo>
                      <a:pt x="22" y="78"/>
                    </a:lnTo>
                    <a:lnTo>
                      <a:pt x="22" y="78"/>
                    </a:lnTo>
                    <a:lnTo>
                      <a:pt x="19" y="78"/>
                    </a:lnTo>
                    <a:lnTo>
                      <a:pt x="19" y="76"/>
                    </a:lnTo>
                    <a:lnTo>
                      <a:pt x="19" y="76"/>
                    </a:lnTo>
                    <a:lnTo>
                      <a:pt x="22" y="76"/>
                    </a:lnTo>
                    <a:lnTo>
                      <a:pt x="22" y="73"/>
                    </a:lnTo>
                    <a:lnTo>
                      <a:pt x="19" y="73"/>
                    </a:lnTo>
                    <a:lnTo>
                      <a:pt x="19" y="73"/>
                    </a:lnTo>
                    <a:lnTo>
                      <a:pt x="19" y="73"/>
                    </a:lnTo>
                    <a:lnTo>
                      <a:pt x="19" y="71"/>
                    </a:lnTo>
                    <a:lnTo>
                      <a:pt x="22" y="71"/>
                    </a:lnTo>
                    <a:lnTo>
                      <a:pt x="22" y="71"/>
                    </a:lnTo>
                    <a:lnTo>
                      <a:pt x="19" y="71"/>
                    </a:lnTo>
                    <a:lnTo>
                      <a:pt x="19" y="71"/>
                    </a:lnTo>
                    <a:lnTo>
                      <a:pt x="19" y="71"/>
                    </a:lnTo>
                    <a:lnTo>
                      <a:pt x="17" y="71"/>
                    </a:lnTo>
                    <a:lnTo>
                      <a:pt x="17" y="71"/>
                    </a:lnTo>
                    <a:lnTo>
                      <a:pt x="17" y="71"/>
                    </a:lnTo>
                    <a:lnTo>
                      <a:pt x="15" y="71"/>
                    </a:lnTo>
                    <a:lnTo>
                      <a:pt x="15" y="73"/>
                    </a:lnTo>
                    <a:lnTo>
                      <a:pt x="15" y="73"/>
                    </a:lnTo>
                    <a:lnTo>
                      <a:pt x="15" y="73"/>
                    </a:lnTo>
                    <a:lnTo>
                      <a:pt x="15" y="73"/>
                    </a:lnTo>
                    <a:lnTo>
                      <a:pt x="15" y="73"/>
                    </a:lnTo>
                    <a:lnTo>
                      <a:pt x="15" y="76"/>
                    </a:lnTo>
                    <a:lnTo>
                      <a:pt x="15" y="76"/>
                    </a:lnTo>
                    <a:lnTo>
                      <a:pt x="15" y="76"/>
                    </a:lnTo>
                    <a:lnTo>
                      <a:pt x="15" y="76"/>
                    </a:lnTo>
                    <a:lnTo>
                      <a:pt x="15" y="78"/>
                    </a:lnTo>
                    <a:lnTo>
                      <a:pt x="12" y="78"/>
                    </a:lnTo>
                    <a:lnTo>
                      <a:pt x="12" y="78"/>
                    </a:lnTo>
                    <a:lnTo>
                      <a:pt x="12" y="78"/>
                    </a:lnTo>
                    <a:lnTo>
                      <a:pt x="12" y="78"/>
                    </a:lnTo>
                    <a:lnTo>
                      <a:pt x="12" y="80"/>
                    </a:lnTo>
                    <a:lnTo>
                      <a:pt x="12" y="80"/>
                    </a:lnTo>
                    <a:lnTo>
                      <a:pt x="12" y="80"/>
                    </a:lnTo>
                    <a:lnTo>
                      <a:pt x="12" y="83"/>
                    </a:lnTo>
                    <a:lnTo>
                      <a:pt x="12" y="83"/>
                    </a:lnTo>
                    <a:lnTo>
                      <a:pt x="10" y="83"/>
                    </a:lnTo>
                    <a:lnTo>
                      <a:pt x="10" y="83"/>
                    </a:lnTo>
                    <a:lnTo>
                      <a:pt x="10" y="83"/>
                    </a:lnTo>
                    <a:lnTo>
                      <a:pt x="10" y="85"/>
                    </a:lnTo>
                    <a:lnTo>
                      <a:pt x="10" y="85"/>
                    </a:lnTo>
                    <a:lnTo>
                      <a:pt x="10" y="87"/>
                    </a:lnTo>
                    <a:lnTo>
                      <a:pt x="10" y="87"/>
                    </a:lnTo>
                    <a:lnTo>
                      <a:pt x="10" y="87"/>
                    </a:lnTo>
                    <a:lnTo>
                      <a:pt x="10" y="87"/>
                    </a:lnTo>
                    <a:lnTo>
                      <a:pt x="10" y="90"/>
                    </a:lnTo>
                    <a:lnTo>
                      <a:pt x="10" y="90"/>
                    </a:lnTo>
                    <a:lnTo>
                      <a:pt x="10" y="92"/>
                    </a:lnTo>
                    <a:lnTo>
                      <a:pt x="12" y="92"/>
                    </a:lnTo>
                    <a:lnTo>
                      <a:pt x="12" y="92"/>
                    </a:lnTo>
                    <a:lnTo>
                      <a:pt x="10" y="92"/>
                    </a:lnTo>
                    <a:lnTo>
                      <a:pt x="10" y="92"/>
                    </a:lnTo>
                    <a:lnTo>
                      <a:pt x="10" y="92"/>
                    </a:lnTo>
                    <a:lnTo>
                      <a:pt x="10" y="92"/>
                    </a:lnTo>
                    <a:lnTo>
                      <a:pt x="10" y="92"/>
                    </a:lnTo>
                    <a:lnTo>
                      <a:pt x="8" y="92"/>
                    </a:lnTo>
                    <a:lnTo>
                      <a:pt x="8" y="92"/>
                    </a:lnTo>
                    <a:lnTo>
                      <a:pt x="8" y="92"/>
                    </a:lnTo>
                    <a:lnTo>
                      <a:pt x="8" y="92"/>
                    </a:lnTo>
                    <a:lnTo>
                      <a:pt x="5" y="92"/>
                    </a:lnTo>
                    <a:lnTo>
                      <a:pt x="5" y="92"/>
                    </a:lnTo>
                    <a:lnTo>
                      <a:pt x="5" y="92"/>
                    </a:lnTo>
                    <a:lnTo>
                      <a:pt x="5" y="92"/>
                    </a:lnTo>
                    <a:lnTo>
                      <a:pt x="5" y="92"/>
                    </a:lnTo>
                    <a:lnTo>
                      <a:pt x="5" y="92"/>
                    </a:lnTo>
                    <a:lnTo>
                      <a:pt x="3" y="92"/>
                    </a:lnTo>
                    <a:lnTo>
                      <a:pt x="3" y="92"/>
                    </a:lnTo>
                    <a:lnTo>
                      <a:pt x="3" y="90"/>
                    </a:lnTo>
                    <a:lnTo>
                      <a:pt x="3" y="90"/>
                    </a:lnTo>
                    <a:lnTo>
                      <a:pt x="0" y="90"/>
                    </a:lnTo>
                    <a:lnTo>
                      <a:pt x="0" y="87"/>
                    </a:lnTo>
                    <a:lnTo>
                      <a:pt x="0" y="87"/>
                    </a:lnTo>
                    <a:lnTo>
                      <a:pt x="0" y="85"/>
                    </a:lnTo>
                    <a:lnTo>
                      <a:pt x="0" y="85"/>
                    </a:lnTo>
                    <a:lnTo>
                      <a:pt x="0" y="83"/>
                    </a:lnTo>
                    <a:lnTo>
                      <a:pt x="3" y="83"/>
                    </a:lnTo>
                    <a:lnTo>
                      <a:pt x="3" y="83"/>
                    </a:lnTo>
                    <a:lnTo>
                      <a:pt x="3" y="83"/>
                    </a:lnTo>
                    <a:lnTo>
                      <a:pt x="3" y="83"/>
                    </a:lnTo>
                    <a:lnTo>
                      <a:pt x="5" y="83"/>
                    </a:lnTo>
                    <a:lnTo>
                      <a:pt x="5" y="80"/>
                    </a:lnTo>
                    <a:lnTo>
                      <a:pt x="5" y="80"/>
                    </a:lnTo>
                    <a:lnTo>
                      <a:pt x="5" y="80"/>
                    </a:lnTo>
                    <a:lnTo>
                      <a:pt x="5" y="78"/>
                    </a:lnTo>
                    <a:lnTo>
                      <a:pt x="5" y="78"/>
                    </a:lnTo>
                    <a:lnTo>
                      <a:pt x="5" y="76"/>
                    </a:lnTo>
                    <a:lnTo>
                      <a:pt x="5" y="76"/>
                    </a:lnTo>
                    <a:lnTo>
                      <a:pt x="5" y="76"/>
                    </a:lnTo>
                    <a:lnTo>
                      <a:pt x="5" y="73"/>
                    </a:lnTo>
                    <a:lnTo>
                      <a:pt x="5" y="73"/>
                    </a:lnTo>
                    <a:lnTo>
                      <a:pt x="5" y="73"/>
                    </a:lnTo>
                    <a:lnTo>
                      <a:pt x="5" y="71"/>
                    </a:lnTo>
                    <a:lnTo>
                      <a:pt x="5" y="71"/>
                    </a:lnTo>
                    <a:lnTo>
                      <a:pt x="5" y="68"/>
                    </a:lnTo>
                    <a:lnTo>
                      <a:pt x="5" y="68"/>
                    </a:lnTo>
                    <a:lnTo>
                      <a:pt x="8" y="68"/>
                    </a:lnTo>
                    <a:lnTo>
                      <a:pt x="8" y="66"/>
                    </a:lnTo>
                    <a:lnTo>
                      <a:pt x="8" y="66"/>
                    </a:lnTo>
                    <a:lnTo>
                      <a:pt x="8" y="66"/>
                    </a:lnTo>
                    <a:lnTo>
                      <a:pt x="8" y="66"/>
                    </a:lnTo>
                    <a:lnTo>
                      <a:pt x="8" y="64"/>
                    </a:lnTo>
                    <a:lnTo>
                      <a:pt x="8" y="64"/>
                    </a:lnTo>
                    <a:lnTo>
                      <a:pt x="10" y="64"/>
                    </a:lnTo>
                    <a:lnTo>
                      <a:pt x="10" y="64"/>
                    </a:lnTo>
                    <a:lnTo>
                      <a:pt x="10" y="64"/>
                    </a:lnTo>
                    <a:lnTo>
                      <a:pt x="12" y="64"/>
                    </a:lnTo>
                    <a:lnTo>
                      <a:pt x="12" y="61"/>
                    </a:lnTo>
                    <a:lnTo>
                      <a:pt x="12" y="61"/>
                    </a:lnTo>
                    <a:lnTo>
                      <a:pt x="12" y="61"/>
                    </a:lnTo>
                    <a:lnTo>
                      <a:pt x="15" y="61"/>
                    </a:lnTo>
                    <a:lnTo>
                      <a:pt x="15" y="61"/>
                    </a:lnTo>
                    <a:lnTo>
                      <a:pt x="15" y="61"/>
                    </a:lnTo>
                    <a:lnTo>
                      <a:pt x="15" y="61"/>
                    </a:lnTo>
                    <a:lnTo>
                      <a:pt x="17" y="61"/>
                    </a:lnTo>
                    <a:lnTo>
                      <a:pt x="17" y="61"/>
                    </a:lnTo>
                    <a:lnTo>
                      <a:pt x="17" y="59"/>
                    </a:lnTo>
                    <a:lnTo>
                      <a:pt x="19" y="59"/>
                    </a:lnTo>
                    <a:lnTo>
                      <a:pt x="19" y="59"/>
                    </a:lnTo>
                    <a:lnTo>
                      <a:pt x="19" y="61"/>
                    </a:lnTo>
                    <a:lnTo>
                      <a:pt x="19" y="61"/>
                    </a:lnTo>
                    <a:lnTo>
                      <a:pt x="22" y="61"/>
                    </a:lnTo>
                    <a:lnTo>
                      <a:pt x="22" y="59"/>
                    </a:lnTo>
                    <a:lnTo>
                      <a:pt x="22" y="59"/>
                    </a:lnTo>
                    <a:lnTo>
                      <a:pt x="22" y="59"/>
                    </a:lnTo>
                    <a:lnTo>
                      <a:pt x="24" y="59"/>
                    </a:lnTo>
                    <a:lnTo>
                      <a:pt x="24" y="59"/>
                    </a:lnTo>
                    <a:lnTo>
                      <a:pt x="24" y="59"/>
                    </a:lnTo>
                    <a:lnTo>
                      <a:pt x="24" y="57"/>
                    </a:lnTo>
                    <a:lnTo>
                      <a:pt x="24" y="57"/>
                    </a:lnTo>
                    <a:lnTo>
                      <a:pt x="24" y="57"/>
                    </a:lnTo>
                    <a:lnTo>
                      <a:pt x="24" y="54"/>
                    </a:lnTo>
                    <a:lnTo>
                      <a:pt x="24" y="54"/>
                    </a:lnTo>
                    <a:lnTo>
                      <a:pt x="24" y="54"/>
                    </a:lnTo>
                    <a:lnTo>
                      <a:pt x="24" y="52"/>
                    </a:lnTo>
                    <a:lnTo>
                      <a:pt x="24" y="52"/>
                    </a:lnTo>
                    <a:lnTo>
                      <a:pt x="26" y="52"/>
                    </a:lnTo>
                    <a:lnTo>
                      <a:pt x="26" y="52"/>
                    </a:lnTo>
                    <a:lnTo>
                      <a:pt x="26" y="52"/>
                    </a:lnTo>
                    <a:lnTo>
                      <a:pt x="26" y="50"/>
                    </a:lnTo>
                    <a:lnTo>
                      <a:pt x="26" y="50"/>
                    </a:lnTo>
                    <a:lnTo>
                      <a:pt x="29" y="50"/>
                    </a:lnTo>
                    <a:lnTo>
                      <a:pt x="29" y="50"/>
                    </a:lnTo>
                    <a:lnTo>
                      <a:pt x="29" y="50"/>
                    </a:lnTo>
                    <a:lnTo>
                      <a:pt x="31" y="50"/>
                    </a:lnTo>
                    <a:lnTo>
                      <a:pt x="31" y="50"/>
                    </a:lnTo>
                    <a:lnTo>
                      <a:pt x="31" y="50"/>
                    </a:lnTo>
                    <a:lnTo>
                      <a:pt x="34" y="50"/>
                    </a:lnTo>
                    <a:lnTo>
                      <a:pt x="34" y="47"/>
                    </a:lnTo>
                    <a:lnTo>
                      <a:pt x="34" y="47"/>
                    </a:lnTo>
                    <a:lnTo>
                      <a:pt x="34" y="47"/>
                    </a:lnTo>
                    <a:lnTo>
                      <a:pt x="34" y="45"/>
                    </a:lnTo>
                    <a:lnTo>
                      <a:pt x="34" y="45"/>
                    </a:lnTo>
                    <a:lnTo>
                      <a:pt x="34" y="45"/>
                    </a:lnTo>
                    <a:lnTo>
                      <a:pt x="36" y="45"/>
                    </a:lnTo>
                    <a:lnTo>
                      <a:pt x="36" y="45"/>
                    </a:lnTo>
                    <a:lnTo>
                      <a:pt x="36" y="45"/>
                    </a:lnTo>
                    <a:lnTo>
                      <a:pt x="38" y="45"/>
                    </a:lnTo>
                    <a:lnTo>
                      <a:pt x="38" y="47"/>
                    </a:lnTo>
                    <a:lnTo>
                      <a:pt x="38" y="47"/>
                    </a:lnTo>
                    <a:lnTo>
                      <a:pt x="38" y="45"/>
                    </a:lnTo>
                    <a:lnTo>
                      <a:pt x="38" y="45"/>
                    </a:lnTo>
                    <a:lnTo>
                      <a:pt x="38" y="47"/>
                    </a:lnTo>
                    <a:lnTo>
                      <a:pt x="41" y="47"/>
                    </a:lnTo>
                    <a:lnTo>
                      <a:pt x="41" y="47"/>
                    </a:lnTo>
                    <a:lnTo>
                      <a:pt x="41" y="47"/>
                    </a:lnTo>
                    <a:lnTo>
                      <a:pt x="41" y="47"/>
                    </a:lnTo>
                    <a:lnTo>
                      <a:pt x="43" y="47"/>
                    </a:lnTo>
                    <a:lnTo>
                      <a:pt x="43" y="50"/>
                    </a:lnTo>
                    <a:lnTo>
                      <a:pt x="43" y="50"/>
                    </a:lnTo>
                    <a:lnTo>
                      <a:pt x="43" y="50"/>
                    </a:lnTo>
                    <a:lnTo>
                      <a:pt x="43" y="52"/>
                    </a:lnTo>
                    <a:lnTo>
                      <a:pt x="43" y="52"/>
                    </a:lnTo>
                    <a:lnTo>
                      <a:pt x="45" y="52"/>
                    </a:lnTo>
                    <a:lnTo>
                      <a:pt x="45" y="52"/>
                    </a:lnTo>
                    <a:lnTo>
                      <a:pt x="45" y="54"/>
                    </a:lnTo>
                    <a:lnTo>
                      <a:pt x="45" y="54"/>
                    </a:lnTo>
                    <a:lnTo>
                      <a:pt x="45" y="57"/>
                    </a:lnTo>
                    <a:lnTo>
                      <a:pt x="45" y="57"/>
                    </a:lnTo>
                    <a:lnTo>
                      <a:pt x="45" y="59"/>
                    </a:lnTo>
                    <a:lnTo>
                      <a:pt x="45" y="59"/>
                    </a:lnTo>
                    <a:lnTo>
                      <a:pt x="45" y="59"/>
                    </a:lnTo>
                    <a:lnTo>
                      <a:pt x="45" y="59"/>
                    </a:lnTo>
                    <a:lnTo>
                      <a:pt x="45" y="59"/>
                    </a:lnTo>
                    <a:lnTo>
                      <a:pt x="48" y="59"/>
                    </a:lnTo>
                    <a:lnTo>
                      <a:pt x="48" y="59"/>
                    </a:lnTo>
                    <a:lnTo>
                      <a:pt x="48" y="59"/>
                    </a:lnTo>
                    <a:lnTo>
                      <a:pt x="50" y="59"/>
                    </a:lnTo>
                    <a:lnTo>
                      <a:pt x="50" y="59"/>
                    </a:lnTo>
                    <a:lnTo>
                      <a:pt x="50" y="57"/>
                    </a:lnTo>
                    <a:lnTo>
                      <a:pt x="52" y="57"/>
                    </a:lnTo>
                    <a:lnTo>
                      <a:pt x="52" y="57"/>
                    </a:lnTo>
                    <a:lnTo>
                      <a:pt x="52" y="54"/>
                    </a:lnTo>
                    <a:lnTo>
                      <a:pt x="52" y="54"/>
                    </a:lnTo>
                    <a:lnTo>
                      <a:pt x="52" y="54"/>
                    </a:lnTo>
                    <a:lnTo>
                      <a:pt x="52" y="52"/>
                    </a:lnTo>
                    <a:lnTo>
                      <a:pt x="52" y="52"/>
                    </a:lnTo>
                    <a:lnTo>
                      <a:pt x="52" y="52"/>
                    </a:lnTo>
                    <a:lnTo>
                      <a:pt x="52" y="52"/>
                    </a:lnTo>
                    <a:lnTo>
                      <a:pt x="52" y="50"/>
                    </a:lnTo>
                    <a:lnTo>
                      <a:pt x="52" y="50"/>
                    </a:lnTo>
                    <a:lnTo>
                      <a:pt x="55" y="50"/>
                    </a:lnTo>
                    <a:lnTo>
                      <a:pt x="55" y="47"/>
                    </a:lnTo>
                    <a:lnTo>
                      <a:pt x="55" y="47"/>
                    </a:lnTo>
                    <a:lnTo>
                      <a:pt x="55" y="47"/>
                    </a:lnTo>
                    <a:lnTo>
                      <a:pt x="57" y="47"/>
                    </a:lnTo>
                    <a:lnTo>
                      <a:pt x="57" y="47"/>
                    </a:lnTo>
                    <a:lnTo>
                      <a:pt x="57" y="47"/>
                    </a:lnTo>
                    <a:lnTo>
                      <a:pt x="57" y="47"/>
                    </a:lnTo>
                    <a:lnTo>
                      <a:pt x="57" y="50"/>
                    </a:lnTo>
                    <a:lnTo>
                      <a:pt x="60" y="50"/>
                    </a:lnTo>
                    <a:lnTo>
                      <a:pt x="60" y="50"/>
                    </a:lnTo>
                    <a:lnTo>
                      <a:pt x="60" y="50"/>
                    </a:lnTo>
                    <a:lnTo>
                      <a:pt x="60" y="50"/>
                    </a:lnTo>
                    <a:lnTo>
                      <a:pt x="62" y="50"/>
                    </a:lnTo>
                    <a:lnTo>
                      <a:pt x="62" y="52"/>
                    </a:lnTo>
                    <a:lnTo>
                      <a:pt x="62" y="52"/>
                    </a:lnTo>
                    <a:lnTo>
                      <a:pt x="62" y="50"/>
                    </a:lnTo>
                    <a:lnTo>
                      <a:pt x="62" y="50"/>
                    </a:lnTo>
                    <a:lnTo>
                      <a:pt x="62" y="50"/>
                    </a:lnTo>
                    <a:lnTo>
                      <a:pt x="62" y="47"/>
                    </a:lnTo>
                    <a:lnTo>
                      <a:pt x="62" y="47"/>
                    </a:lnTo>
                    <a:lnTo>
                      <a:pt x="62" y="47"/>
                    </a:lnTo>
                    <a:lnTo>
                      <a:pt x="62" y="45"/>
                    </a:lnTo>
                    <a:lnTo>
                      <a:pt x="62" y="45"/>
                    </a:lnTo>
                    <a:lnTo>
                      <a:pt x="62" y="45"/>
                    </a:lnTo>
                    <a:lnTo>
                      <a:pt x="62" y="42"/>
                    </a:lnTo>
                    <a:lnTo>
                      <a:pt x="62" y="42"/>
                    </a:lnTo>
                    <a:lnTo>
                      <a:pt x="62" y="42"/>
                    </a:lnTo>
                    <a:lnTo>
                      <a:pt x="62" y="40"/>
                    </a:lnTo>
                    <a:lnTo>
                      <a:pt x="62" y="40"/>
                    </a:lnTo>
                    <a:lnTo>
                      <a:pt x="62" y="38"/>
                    </a:lnTo>
                    <a:lnTo>
                      <a:pt x="64" y="38"/>
                    </a:lnTo>
                    <a:lnTo>
                      <a:pt x="64" y="3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86"/>
              <p:cNvSpPr>
                <a:spLocks/>
              </p:cNvSpPr>
              <p:nvPr/>
            </p:nvSpPr>
            <p:spPr bwMode="auto">
              <a:xfrm>
                <a:off x="3446" y="2488"/>
                <a:ext cx="105" cy="125"/>
              </a:xfrm>
              <a:custGeom>
                <a:avLst/>
                <a:gdLst/>
                <a:ahLst/>
                <a:cxnLst>
                  <a:cxn ang="0">
                    <a:pos x="71" y="42"/>
                  </a:cxn>
                  <a:cxn ang="0">
                    <a:pos x="74" y="38"/>
                  </a:cxn>
                  <a:cxn ang="0">
                    <a:pos x="79" y="31"/>
                  </a:cxn>
                  <a:cxn ang="0">
                    <a:pos x="76" y="19"/>
                  </a:cxn>
                  <a:cxn ang="0">
                    <a:pos x="79" y="12"/>
                  </a:cxn>
                  <a:cxn ang="0">
                    <a:pos x="81" y="2"/>
                  </a:cxn>
                  <a:cxn ang="0">
                    <a:pos x="83" y="7"/>
                  </a:cxn>
                  <a:cxn ang="0">
                    <a:pos x="83" y="19"/>
                  </a:cxn>
                  <a:cxn ang="0">
                    <a:pos x="88" y="21"/>
                  </a:cxn>
                  <a:cxn ang="0">
                    <a:pos x="90" y="12"/>
                  </a:cxn>
                  <a:cxn ang="0">
                    <a:pos x="95" y="19"/>
                  </a:cxn>
                  <a:cxn ang="0">
                    <a:pos x="90" y="23"/>
                  </a:cxn>
                  <a:cxn ang="0">
                    <a:pos x="90" y="31"/>
                  </a:cxn>
                  <a:cxn ang="0">
                    <a:pos x="95" y="33"/>
                  </a:cxn>
                  <a:cxn ang="0">
                    <a:pos x="97" y="42"/>
                  </a:cxn>
                  <a:cxn ang="0">
                    <a:pos x="95" y="50"/>
                  </a:cxn>
                  <a:cxn ang="0">
                    <a:pos x="100" y="54"/>
                  </a:cxn>
                  <a:cxn ang="0">
                    <a:pos x="100" y="64"/>
                  </a:cxn>
                  <a:cxn ang="0">
                    <a:pos x="102" y="73"/>
                  </a:cxn>
                  <a:cxn ang="0">
                    <a:pos x="105" y="83"/>
                  </a:cxn>
                  <a:cxn ang="0">
                    <a:pos x="97" y="90"/>
                  </a:cxn>
                  <a:cxn ang="0">
                    <a:pos x="95" y="99"/>
                  </a:cxn>
                  <a:cxn ang="0">
                    <a:pos x="93" y="106"/>
                  </a:cxn>
                  <a:cxn ang="0">
                    <a:pos x="90" y="97"/>
                  </a:cxn>
                  <a:cxn ang="0">
                    <a:pos x="88" y="87"/>
                  </a:cxn>
                  <a:cxn ang="0">
                    <a:pos x="86" y="92"/>
                  </a:cxn>
                  <a:cxn ang="0">
                    <a:pos x="81" y="90"/>
                  </a:cxn>
                  <a:cxn ang="0">
                    <a:pos x="79" y="99"/>
                  </a:cxn>
                  <a:cxn ang="0">
                    <a:pos x="83" y="106"/>
                  </a:cxn>
                  <a:cxn ang="0">
                    <a:pos x="83" y="118"/>
                  </a:cxn>
                  <a:cxn ang="0">
                    <a:pos x="79" y="125"/>
                  </a:cxn>
                  <a:cxn ang="0">
                    <a:pos x="74" y="121"/>
                  </a:cxn>
                  <a:cxn ang="0">
                    <a:pos x="71" y="111"/>
                  </a:cxn>
                  <a:cxn ang="0">
                    <a:pos x="67" y="118"/>
                  </a:cxn>
                  <a:cxn ang="0">
                    <a:pos x="57" y="113"/>
                  </a:cxn>
                  <a:cxn ang="0">
                    <a:pos x="50" y="109"/>
                  </a:cxn>
                  <a:cxn ang="0">
                    <a:pos x="48" y="99"/>
                  </a:cxn>
                  <a:cxn ang="0">
                    <a:pos x="45" y="92"/>
                  </a:cxn>
                  <a:cxn ang="0">
                    <a:pos x="50" y="83"/>
                  </a:cxn>
                  <a:cxn ang="0">
                    <a:pos x="48" y="73"/>
                  </a:cxn>
                  <a:cxn ang="0">
                    <a:pos x="41" y="68"/>
                  </a:cxn>
                  <a:cxn ang="0">
                    <a:pos x="36" y="73"/>
                  </a:cxn>
                  <a:cxn ang="0">
                    <a:pos x="34" y="80"/>
                  </a:cxn>
                  <a:cxn ang="0">
                    <a:pos x="26" y="76"/>
                  </a:cxn>
                  <a:cxn ang="0">
                    <a:pos x="22" y="83"/>
                  </a:cxn>
                  <a:cxn ang="0">
                    <a:pos x="19" y="76"/>
                  </a:cxn>
                  <a:cxn ang="0">
                    <a:pos x="17" y="71"/>
                  </a:cxn>
                  <a:cxn ang="0">
                    <a:pos x="12" y="78"/>
                  </a:cxn>
                  <a:cxn ang="0">
                    <a:pos x="10" y="85"/>
                  </a:cxn>
                  <a:cxn ang="0">
                    <a:pos x="10" y="92"/>
                  </a:cxn>
                  <a:cxn ang="0">
                    <a:pos x="3" y="92"/>
                  </a:cxn>
                  <a:cxn ang="0">
                    <a:pos x="5" y="83"/>
                  </a:cxn>
                  <a:cxn ang="0">
                    <a:pos x="5" y="71"/>
                  </a:cxn>
                  <a:cxn ang="0">
                    <a:pos x="12" y="64"/>
                  </a:cxn>
                  <a:cxn ang="0">
                    <a:pos x="19" y="61"/>
                  </a:cxn>
                  <a:cxn ang="0">
                    <a:pos x="24" y="54"/>
                  </a:cxn>
                  <a:cxn ang="0">
                    <a:pos x="31" y="50"/>
                  </a:cxn>
                  <a:cxn ang="0">
                    <a:pos x="38" y="47"/>
                  </a:cxn>
                  <a:cxn ang="0">
                    <a:pos x="43" y="52"/>
                  </a:cxn>
                  <a:cxn ang="0">
                    <a:pos x="48" y="59"/>
                  </a:cxn>
                  <a:cxn ang="0">
                    <a:pos x="52" y="52"/>
                  </a:cxn>
                  <a:cxn ang="0">
                    <a:pos x="60" y="50"/>
                  </a:cxn>
                  <a:cxn ang="0">
                    <a:pos x="62" y="45"/>
                  </a:cxn>
                </a:cxnLst>
                <a:rect l="0" t="0" r="r" b="b"/>
                <a:pathLst>
                  <a:path w="105" h="125">
                    <a:moveTo>
                      <a:pt x="64" y="38"/>
                    </a:moveTo>
                    <a:lnTo>
                      <a:pt x="64" y="38"/>
                    </a:lnTo>
                    <a:lnTo>
                      <a:pt x="67" y="38"/>
                    </a:lnTo>
                    <a:lnTo>
                      <a:pt x="67" y="38"/>
                    </a:lnTo>
                    <a:lnTo>
                      <a:pt x="67" y="38"/>
                    </a:lnTo>
                    <a:lnTo>
                      <a:pt x="67" y="38"/>
                    </a:lnTo>
                    <a:lnTo>
                      <a:pt x="67" y="40"/>
                    </a:lnTo>
                    <a:lnTo>
                      <a:pt x="69" y="40"/>
                    </a:lnTo>
                    <a:lnTo>
                      <a:pt x="69" y="40"/>
                    </a:lnTo>
                    <a:lnTo>
                      <a:pt x="69" y="40"/>
                    </a:lnTo>
                    <a:lnTo>
                      <a:pt x="71" y="40"/>
                    </a:lnTo>
                    <a:lnTo>
                      <a:pt x="71" y="42"/>
                    </a:lnTo>
                    <a:lnTo>
                      <a:pt x="71" y="42"/>
                    </a:lnTo>
                    <a:lnTo>
                      <a:pt x="71" y="42"/>
                    </a:lnTo>
                    <a:lnTo>
                      <a:pt x="71" y="40"/>
                    </a:lnTo>
                    <a:lnTo>
                      <a:pt x="71" y="40"/>
                    </a:lnTo>
                    <a:lnTo>
                      <a:pt x="71" y="38"/>
                    </a:lnTo>
                    <a:lnTo>
                      <a:pt x="71" y="38"/>
                    </a:lnTo>
                    <a:lnTo>
                      <a:pt x="71" y="35"/>
                    </a:lnTo>
                    <a:lnTo>
                      <a:pt x="71" y="35"/>
                    </a:lnTo>
                    <a:lnTo>
                      <a:pt x="74" y="35"/>
                    </a:lnTo>
                    <a:lnTo>
                      <a:pt x="74" y="35"/>
                    </a:lnTo>
                    <a:lnTo>
                      <a:pt x="74" y="35"/>
                    </a:lnTo>
                    <a:lnTo>
                      <a:pt x="74" y="38"/>
                    </a:lnTo>
                    <a:lnTo>
                      <a:pt x="74" y="38"/>
                    </a:lnTo>
                    <a:lnTo>
                      <a:pt x="74" y="38"/>
                    </a:lnTo>
                    <a:lnTo>
                      <a:pt x="76" y="38"/>
                    </a:lnTo>
                    <a:lnTo>
                      <a:pt x="76" y="38"/>
                    </a:lnTo>
                    <a:lnTo>
                      <a:pt x="79" y="38"/>
                    </a:lnTo>
                    <a:lnTo>
                      <a:pt x="79" y="38"/>
                    </a:lnTo>
                    <a:lnTo>
                      <a:pt x="79" y="38"/>
                    </a:lnTo>
                    <a:lnTo>
                      <a:pt x="79" y="38"/>
                    </a:lnTo>
                    <a:lnTo>
                      <a:pt x="79" y="35"/>
                    </a:lnTo>
                    <a:lnTo>
                      <a:pt x="79" y="35"/>
                    </a:lnTo>
                    <a:lnTo>
                      <a:pt x="79" y="33"/>
                    </a:lnTo>
                    <a:lnTo>
                      <a:pt x="79" y="33"/>
                    </a:lnTo>
                    <a:lnTo>
                      <a:pt x="79" y="33"/>
                    </a:lnTo>
                    <a:lnTo>
                      <a:pt x="79" y="31"/>
                    </a:lnTo>
                    <a:lnTo>
                      <a:pt x="79" y="31"/>
                    </a:lnTo>
                    <a:lnTo>
                      <a:pt x="79" y="31"/>
                    </a:lnTo>
                    <a:lnTo>
                      <a:pt x="79" y="28"/>
                    </a:lnTo>
                    <a:lnTo>
                      <a:pt x="79" y="28"/>
                    </a:lnTo>
                    <a:lnTo>
                      <a:pt x="79" y="28"/>
                    </a:lnTo>
                    <a:lnTo>
                      <a:pt x="79" y="26"/>
                    </a:lnTo>
                    <a:lnTo>
                      <a:pt x="79" y="26"/>
                    </a:lnTo>
                    <a:lnTo>
                      <a:pt x="79" y="23"/>
                    </a:lnTo>
                    <a:lnTo>
                      <a:pt x="76" y="23"/>
                    </a:lnTo>
                    <a:lnTo>
                      <a:pt x="76" y="23"/>
                    </a:lnTo>
                    <a:lnTo>
                      <a:pt x="76" y="23"/>
                    </a:lnTo>
                    <a:lnTo>
                      <a:pt x="76" y="21"/>
                    </a:lnTo>
                    <a:lnTo>
                      <a:pt x="76" y="21"/>
                    </a:lnTo>
                    <a:lnTo>
                      <a:pt x="76" y="19"/>
                    </a:lnTo>
                    <a:lnTo>
                      <a:pt x="76" y="19"/>
                    </a:lnTo>
                    <a:lnTo>
                      <a:pt x="79" y="19"/>
                    </a:lnTo>
                    <a:lnTo>
                      <a:pt x="79" y="16"/>
                    </a:lnTo>
                    <a:lnTo>
                      <a:pt x="79" y="16"/>
                    </a:lnTo>
                    <a:lnTo>
                      <a:pt x="79" y="16"/>
                    </a:lnTo>
                    <a:lnTo>
                      <a:pt x="79" y="16"/>
                    </a:lnTo>
                    <a:lnTo>
                      <a:pt x="79" y="14"/>
                    </a:lnTo>
                    <a:lnTo>
                      <a:pt x="79" y="14"/>
                    </a:lnTo>
                    <a:lnTo>
                      <a:pt x="79" y="14"/>
                    </a:lnTo>
                    <a:lnTo>
                      <a:pt x="79" y="14"/>
                    </a:lnTo>
                    <a:lnTo>
                      <a:pt x="79" y="14"/>
                    </a:lnTo>
                    <a:lnTo>
                      <a:pt x="79" y="14"/>
                    </a:lnTo>
                    <a:lnTo>
                      <a:pt x="79" y="12"/>
                    </a:lnTo>
                    <a:lnTo>
                      <a:pt x="79" y="12"/>
                    </a:lnTo>
                    <a:lnTo>
                      <a:pt x="79" y="9"/>
                    </a:lnTo>
                    <a:lnTo>
                      <a:pt x="79" y="9"/>
                    </a:lnTo>
                    <a:lnTo>
                      <a:pt x="79" y="7"/>
                    </a:lnTo>
                    <a:lnTo>
                      <a:pt x="79" y="7"/>
                    </a:lnTo>
                    <a:lnTo>
                      <a:pt x="79" y="7"/>
                    </a:lnTo>
                    <a:lnTo>
                      <a:pt x="79" y="4"/>
                    </a:lnTo>
                    <a:lnTo>
                      <a:pt x="79" y="4"/>
                    </a:lnTo>
                    <a:lnTo>
                      <a:pt x="81" y="4"/>
                    </a:lnTo>
                    <a:lnTo>
                      <a:pt x="81" y="4"/>
                    </a:lnTo>
                    <a:lnTo>
                      <a:pt x="81" y="2"/>
                    </a:lnTo>
                    <a:lnTo>
                      <a:pt x="81" y="2"/>
                    </a:lnTo>
                    <a:lnTo>
                      <a:pt x="81" y="2"/>
                    </a:lnTo>
                    <a:lnTo>
                      <a:pt x="81" y="0"/>
                    </a:lnTo>
                    <a:lnTo>
                      <a:pt x="81" y="0"/>
                    </a:lnTo>
                    <a:lnTo>
                      <a:pt x="83" y="0"/>
                    </a:lnTo>
                    <a:lnTo>
                      <a:pt x="83" y="2"/>
                    </a:lnTo>
                    <a:lnTo>
                      <a:pt x="83" y="2"/>
                    </a:lnTo>
                    <a:lnTo>
                      <a:pt x="83" y="2"/>
                    </a:lnTo>
                    <a:lnTo>
                      <a:pt x="83" y="4"/>
                    </a:lnTo>
                    <a:lnTo>
                      <a:pt x="83" y="4"/>
                    </a:lnTo>
                    <a:lnTo>
                      <a:pt x="83" y="4"/>
                    </a:lnTo>
                    <a:lnTo>
                      <a:pt x="83" y="4"/>
                    </a:lnTo>
                    <a:lnTo>
                      <a:pt x="83" y="7"/>
                    </a:lnTo>
                    <a:lnTo>
                      <a:pt x="83" y="7"/>
                    </a:lnTo>
                    <a:lnTo>
                      <a:pt x="83" y="7"/>
                    </a:lnTo>
                    <a:lnTo>
                      <a:pt x="83" y="9"/>
                    </a:lnTo>
                    <a:lnTo>
                      <a:pt x="83" y="9"/>
                    </a:lnTo>
                    <a:lnTo>
                      <a:pt x="83" y="12"/>
                    </a:lnTo>
                    <a:lnTo>
                      <a:pt x="83" y="12"/>
                    </a:lnTo>
                    <a:lnTo>
                      <a:pt x="83" y="14"/>
                    </a:lnTo>
                    <a:lnTo>
                      <a:pt x="83" y="14"/>
                    </a:lnTo>
                    <a:lnTo>
                      <a:pt x="83" y="14"/>
                    </a:lnTo>
                    <a:lnTo>
                      <a:pt x="83" y="16"/>
                    </a:lnTo>
                    <a:lnTo>
                      <a:pt x="83" y="16"/>
                    </a:lnTo>
                    <a:lnTo>
                      <a:pt x="86" y="16"/>
                    </a:lnTo>
                    <a:lnTo>
                      <a:pt x="86" y="19"/>
                    </a:lnTo>
                    <a:lnTo>
                      <a:pt x="86" y="19"/>
                    </a:lnTo>
                    <a:lnTo>
                      <a:pt x="83" y="19"/>
                    </a:lnTo>
                    <a:lnTo>
                      <a:pt x="83" y="21"/>
                    </a:lnTo>
                    <a:lnTo>
                      <a:pt x="83" y="21"/>
                    </a:lnTo>
                    <a:lnTo>
                      <a:pt x="83" y="21"/>
                    </a:lnTo>
                    <a:lnTo>
                      <a:pt x="83" y="23"/>
                    </a:lnTo>
                    <a:lnTo>
                      <a:pt x="83" y="23"/>
                    </a:lnTo>
                    <a:lnTo>
                      <a:pt x="86" y="23"/>
                    </a:lnTo>
                    <a:lnTo>
                      <a:pt x="86" y="23"/>
                    </a:lnTo>
                    <a:lnTo>
                      <a:pt x="86" y="23"/>
                    </a:lnTo>
                    <a:lnTo>
                      <a:pt x="86" y="23"/>
                    </a:lnTo>
                    <a:lnTo>
                      <a:pt x="88" y="23"/>
                    </a:lnTo>
                    <a:lnTo>
                      <a:pt x="88" y="23"/>
                    </a:lnTo>
                    <a:lnTo>
                      <a:pt x="88" y="21"/>
                    </a:lnTo>
                    <a:lnTo>
                      <a:pt x="88" y="21"/>
                    </a:lnTo>
                    <a:lnTo>
                      <a:pt x="88" y="19"/>
                    </a:lnTo>
                    <a:lnTo>
                      <a:pt x="88" y="19"/>
                    </a:lnTo>
                    <a:lnTo>
                      <a:pt x="88" y="19"/>
                    </a:lnTo>
                    <a:lnTo>
                      <a:pt x="88" y="16"/>
                    </a:lnTo>
                    <a:lnTo>
                      <a:pt x="88" y="16"/>
                    </a:lnTo>
                    <a:lnTo>
                      <a:pt x="88" y="16"/>
                    </a:lnTo>
                    <a:lnTo>
                      <a:pt x="88" y="14"/>
                    </a:lnTo>
                    <a:lnTo>
                      <a:pt x="88" y="14"/>
                    </a:lnTo>
                    <a:lnTo>
                      <a:pt x="88" y="14"/>
                    </a:lnTo>
                    <a:lnTo>
                      <a:pt x="88" y="14"/>
                    </a:lnTo>
                    <a:lnTo>
                      <a:pt x="88" y="14"/>
                    </a:lnTo>
                    <a:lnTo>
                      <a:pt x="90" y="14"/>
                    </a:lnTo>
                    <a:lnTo>
                      <a:pt x="90" y="12"/>
                    </a:lnTo>
                    <a:lnTo>
                      <a:pt x="90" y="12"/>
                    </a:lnTo>
                    <a:lnTo>
                      <a:pt x="90" y="12"/>
                    </a:lnTo>
                    <a:lnTo>
                      <a:pt x="93" y="12"/>
                    </a:lnTo>
                    <a:lnTo>
                      <a:pt x="93" y="12"/>
                    </a:lnTo>
                    <a:lnTo>
                      <a:pt x="93" y="12"/>
                    </a:lnTo>
                    <a:lnTo>
                      <a:pt x="93" y="14"/>
                    </a:lnTo>
                    <a:lnTo>
                      <a:pt x="93" y="14"/>
                    </a:lnTo>
                    <a:lnTo>
                      <a:pt x="93" y="14"/>
                    </a:lnTo>
                    <a:lnTo>
                      <a:pt x="93" y="16"/>
                    </a:lnTo>
                    <a:lnTo>
                      <a:pt x="93" y="16"/>
                    </a:lnTo>
                    <a:lnTo>
                      <a:pt x="93" y="16"/>
                    </a:lnTo>
                    <a:lnTo>
                      <a:pt x="95" y="16"/>
                    </a:lnTo>
                    <a:lnTo>
                      <a:pt x="95" y="19"/>
                    </a:lnTo>
                    <a:lnTo>
                      <a:pt x="93" y="19"/>
                    </a:lnTo>
                    <a:lnTo>
                      <a:pt x="93" y="19"/>
                    </a:lnTo>
                    <a:lnTo>
                      <a:pt x="95" y="19"/>
                    </a:lnTo>
                    <a:lnTo>
                      <a:pt x="95" y="21"/>
                    </a:lnTo>
                    <a:lnTo>
                      <a:pt x="93" y="21"/>
                    </a:lnTo>
                    <a:lnTo>
                      <a:pt x="93" y="21"/>
                    </a:lnTo>
                    <a:lnTo>
                      <a:pt x="93" y="21"/>
                    </a:lnTo>
                    <a:lnTo>
                      <a:pt x="93" y="21"/>
                    </a:lnTo>
                    <a:lnTo>
                      <a:pt x="90" y="21"/>
                    </a:lnTo>
                    <a:lnTo>
                      <a:pt x="90" y="21"/>
                    </a:lnTo>
                    <a:lnTo>
                      <a:pt x="90" y="23"/>
                    </a:lnTo>
                    <a:lnTo>
                      <a:pt x="90" y="23"/>
                    </a:lnTo>
                    <a:lnTo>
                      <a:pt x="90" y="23"/>
                    </a:lnTo>
                    <a:lnTo>
                      <a:pt x="88" y="23"/>
                    </a:lnTo>
                    <a:lnTo>
                      <a:pt x="88" y="23"/>
                    </a:lnTo>
                    <a:lnTo>
                      <a:pt x="88" y="26"/>
                    </a:lnTo>
                    <a:lnTo>
                      <a:pt x="88" y="26"/>
                    </a:lnTo>
                    <a:lnTo>
                      <a:pt x="90" y="26"/>
                    </a:lnTo>
                    <a:lnTo>
                      <a:pt x="90" y="26"/>
                    </a:lnTo>
                    <a:lnTo>
                      <a:pt x="90" y="26"/>
                    </a:lnTo>
                    <a:lnTo>
                      <a:pt x="90" y="28"/>
                    </a:lnTo>
                    <a:lnTo>
                      <a:pt x="93" y="28"/>
                    </a:lnTo>
                    <a:lnTo>
                      <a:pt x="93" y="28"/>
                    </a:lnTo>
                    <a:lnTo>
                      <a:pt x="90" y="28"/>
                    </a:lnTo>
                    <a:lnTo>
                      <a:pt x="90" y="28"/>
                    </a:lnTo>
                    <a:lnTo>
                      <a:pt x="90" y="31"/>
                    </a:lnTo>
                    <a:lnTo>
                      <a:pt x="90" y="31"/>
                    </a:lnTo>
                    <a:lnTo>
                      <a:pt x="90" y="31"/>
                    </a:lnTo>
                    <a:lnTo>
                      <a:pt x="93" y="31"/>
                    </a:lnTo>
                    <a:lnTo>
                      <a:pt x="93" y="31"/>
                    </a:lnTo>
                    <a:lnTo>
                      <a:pt x="93" y="31"/>
                    </a:lnTo>
                    <a:lnTo>
                      <a:pt x="93" y="31"/>
                    </a:lnTo>
                    <a:lnTo>
                      <a:pt x="95" y="31"/>
                    </a:lnTo>
                    <a:lnTo>
                      <a:pt x="95" y="31"/>
                    </a:lnTo>
                    <a:lnTo>
                      <a:pt x="95" y="31"/>
                    </a:lnTo>
                    <a:lnTo>
                      <a:pt x="95" y="31"/>
                    </a:lnTo>
                    <a:lnTo>
                      <a:pt x="95" y="33"/>
                    </a:lnTo>
                    <a:lnTo>
                      <a:pt x="95" y="33"/>
                    </a:lnTo>
                    <a:lnTo>
                      <a:pt x="95" y="33"/>
                    </a:lnTo>
                    <a:lnTo>
                      <a:pt x="95" y="35"/>
                    </a:lnTo>
                    <a:lnTo>
                      <a:pt x="95" y="35"/>
                    </a:lnTo>
                    <a:lnTo>
                      <a:pt x="95" y="35"/>
                    </a:lnTo>
                    <a:lnTo>
                      <a:pt x="95" y="38"/>
                    </a:lnTo>
                    <a:lnTo>
                      <a:pt x="95" y="38"/>
                    </a:lnTo>
                    <a:lnTo>
                      <a:pt x="95" y="38"/>
                    </a:lnTo>
                    <a:lnTo>
                      <a:pt x="97" y="38"/>
                    </a:lnTo>
                    <a:lnTo>
                      <a:pt x="97" y="40"/>
                    </a:lnTo>
                    <a:lnTo>
                      <a:pt x="97" y="40"/>
                    </a:lnTo>
                    <a:lnTo>
                      <a:pt x="97" y="40"/>
                    </a:lnTo>
                    <a:lnTo>
                      <a:pt x="97" y="42"/>
                    </a:lnTo>
                    <a:lnTo>
                      <a:pt x="97" y="42"/>
                    </a:lnTo>
                    <a:lnTo>
                      <a:pt x="97" y="42"/>
                    </a:lnTo>
                    <a:lnTo>
                      <a:pt x="97" y="42"/>
                    </a:lnTo>
                    <a:lnTo>
                      <a:pt x="97" y="45"/>
                    </a:lnTo>
                    <a:lnTo>
                      <a:pt x="95" y="45"/>
                    </a:lnTo>
                    <a:lnTo>
                      <a:pt x="95" y="45"/>
                    </a:lnTo>
                    <a:lnTo>
                      <a:pt x="95" y="45"/>
                    </a:lnTo>
                    <a:lnTo>
                      <a:pt x="95" y="47"/>
                    </a:lnTo>
                    <a:lnTo>
                      <a:pt x="95" y="47"/>
                    </a:lnTo>
                    <a:lnTo>
                      <a:pt x="93" y="47"/>
                    </a:lnTo>
                    <a:lnTo>
                      <a:pt x="93" y="47"/>
                    </a:lnTo>
                    <a:lnTo>
                      <a:pt x="93" y="50"/>
                    </a:lnTo>
                    <a:lnTo>
                      <a:pt x="95" y="50"/>
                    </a:lnTo>
                    <a:lnTo>
                      <a:pt x="95" y="50"/>
                    </a:lnTo>
                    <a:lnTo>
                      <a:pt x="95" y="50"/>
                    </a:lnTo>
                    <a:lnTo>
                      <a:pt x="95" y="50"/>
                    </a:lnTo>
                    <a:lnTo>
                      <a:pt x="97" y="50"/>
                    </a:lnTo>
                    <a:lnTo>
                      <a:pt x="97" y="50"/>
                    </a:lnTo>
                    <a:lnTo>
                      <a:pt x="97" y="50"/>
                    </a:lnTo>
                    <a:lnTo>
                      <a:pt x="97" y="50"/>
                    </a:lnTo>
                    <a:lnTo>
                      <a:pt x="100" y="50"/>
                    </a:lnTo>
                    <a:lnTo>
                      <a:pt x="100" y="52"/>
                    </a:lnTo>
                    <a:lnTo>
                      <a:pt x="100" y="52"/>
                    </a:lnTo>
                    <a:lnTo>
                      <a:pt x="100" y="52"/>
                    </a:lnTo>
                    <a:lnTo>
                      <a:pt x="100" y="54"/>
                    </a:lnTo>
                    <a:lnTo>
                      <a:pt x="97" y="54"/>
                    </a:lnTo>
                    <a:lnTo>
                      <a:pt x="97" y="54"/>
                    </a:lnTo>
                    <a:lnTo>
                      <a:pt x="100" y="54"/>
                    </a:lnTo>
                    <a:lnTo>
                      <a:pt x="100" y="57"/>
                    </a:lnTo>
                    <a:lnTo>
                      <a:pt x="100" y="57"/>
                    </a:lnTo>
                    <a:lnTo>
                      <a:pt x="100" y="57"/>
                    </a:lnTo>
                    <a:lnTo>
                      <a:pt x="100" y="57"/>
                    </a:lnTo>
                    <a:lnTo>
                      <a:pt x="100" y="59"/>
                    </a:lnTo>
                    <a:lnTo>
                      <a:pt x="100" y="59"/>
                    </a:lnTo>
                    <a:lnTo>
                      <a:pt x="100" y="59"/>
                    </a:lnTo>
                    <a:lnTo>
                      <a:pt x="100" y="61"/>
                    </a:lnTo>
                    <a:lnTo>
                      <a:pt x="100" y="61"/>
                    </a:lnTo>
                    <a:lnTo>
                      <a:pt x="100" y="64"/>
                    </a:lnTo>
                    <a:lnTo>
                      <a:pt x="100" y="64"/>
                    </a:lnTo>
                    <a:lnTo>
                      <a:pt x="100" y="64"/>
                    </a:lnTo>
                    <a:lnTo>
                      <a:pt x="100" y="64"/>
                    </a:lnTo>
                    <a:lnTo>
                      <a:pt x="100" y="66"/>
                    </a:lnTo>
                    <a:lnTo>
                      <a:pt x="97" y="66"/>
                    </a:lnTo>
                    <a:lnTo>
                      <a:pt x="97" y="66"/>
                    </a:lnTo>
                    <a:lnTo>
                      <a:pt x="100" y="66"/>
                    </a:lnTo>
                    <a:lnTo>
                      <a:pt x="100" y="68"/>
                    </a:lnTo>
                    <a:lnTo>
                      <a:pt x="100" y="68"/>
                    </a:lnTo>
                    <a:lnTo>
                      <a:pt x="100" y="68"/>
                    </a:lnTo>
                    <a:lnTo>
                      <a:pt x="100" y="68"/>
                    </a:lnTo>
                    <a:lnTo>
                      <a:pt x="100" y="71"/>
                    </a:lnTo>
                    <a:lnTo>
                      <a:pt x="102" y="71"/>
                    </a:lnTo>
                    <a:lnTo>
                      <a:pt x="102" y="71"/>
                    </a:lnTo>
                    <a:lnTo>
                      <a:pt x="102" y="71"/>
                    </a:lnTo>
                    <a:lnTo>
                      <a:pt x="102" y="73"/>
                    </a:lnTo>
                    <a:lnTo>
                      <a:pt x="102" y="73"/>
                    </a:lnTo>
                    <a:lnTo>
                      <a:pt x="102" y="73"/>
                    </a:lnTo>
                    <a:lnTo>
                      <a:pt x="105" y="73"/>
                    </a:lnTo>
                    <a:lnTo>
                      <a:pt x="105" y="76"/>
                    </a:lnTo>
                    <a:lnTo>
                      <a:pt x="105" y="76"/>
                    </a:lnTo>
                    <a:lnTo>
                      <a:pt x="105" y="78"/>
                    </a:lnTo>
                    <a:lnTo>
                      <a:pt x="105" y="78"/>
                    </a:lnTo>
                    <a:lnTo>
                      <a:pt x="102" y="78"/>
                    </a:lnTo>
                    <a:lnTo>
                      <a:pt x="102" y="80"/>
                    </a:lnTo>
                    <a:lnTo>
                      <a:pt x="102" y="80"/>
                    </a:lnTo>
                    <a:lnTo>
                      <a:pt x="105" y="80"/>
                    </a:lnTo>
                    <a:lnTo>
                      <a:pt x="105" y="83"/>
                    </a:lnTo>
                    <a:lnTo>
                      <a:pt x="105" y="83"/>
                    </a:lnTo>
                    <a:lnTo>
                      <a:pt x="105" y="83"/>
                    </a:lnTo>
                    <a:lnTo>
                      <a:pt x="102" y="83"/>
                    </a:lnTo>
                    <a:lnTo>
                      <a:pt x="102" y="85"/>
                    </a:lnTo>
                    <a:lnTo>
                      <a:pt x="102" y="85"/>
                    </a:lnTo>
                    <a:lnTo>
                      <a:pt x="102" y="85"/>
                    </a:lnTo>
                    <a:lnTo>
                      <a:pt x="102" y="87"/>
                    </a:lnTo>
                    <a:lnTo>
                      <a:pt x="100" y="87"/>
                    </a:lnTo>
                    <a:lnTo>
                      <a:pt x="100" y="87"/>
                    </a:lnTo>
                    <a:lnTo>
                      <a:pt x="100" y="87"/>
                    </a:lnTo>
                    <a:lnTo>
                      <a:pt x="100" y="90"/>
                    </a:lnTo>
                    <a:lnTo>
                      <a:pt x="100" y="90"/>
                    </a:lnTo>
                    <a:lnTo>
                      <a:pt x="100" y="90"/>
                    </a:lnTo>
                    <a:lnTo>
                      <a:pt x="97" y="90"/>
                    </a:lnTo>
                    <a:lnTo>
                      <a:pt x="97" y="90"/>
                    </a:lnTo>
                    <a:lnTo>
                      <a:pt x="97" y="92"/>
                    </a:lnTo>
                    <a:lnTo>
                      <a:pt x="97" y="92"/>
                    </a:lnTo>
                    <a:lnTo>
                      <a:pt x="97" y="92"/>
                    </a:lnTo>
                    <a:lnTo>
                      <a:pt x="97" y="92"/>
                    </a:lnTo>
                    <a:lnTo>
                      <a:pt x="97" y="95"/>
                    </a:lnTo>
                    <a:lnTo>
                      <a:pt x="97" y="95"/>
                    </a:lnTo>
                    <a:lnTo>
                      <a:pt x="95" y="95"/>
                    </a:lnTo>
                    <a:lnTo>
                      <a:pt x="95" y="95"/>
                    </a:lnTo>
                    <a:lnTo>
                      <a:pt x="95" y="97"/>
                    </a:lnTo>
                    <a:lnTo>
                      <a:pt x="95" y="97"/>
                    </a:lnTo>
                    <a:lnTo>
                      <a:pt x="95" y="97"/>
                    </a:lnTo>
                    <a:lnTo>
                      <a:pt x="95" y="99"/>
                    </a:lnTo>
                    <a:lnTo>
                      <a:pt x="95" y="99"/>
                    </a:lnTo>
                    <a:lnTo>
                      <a:pt x="95" y="102"/>
                    </a:lnTo>
                    <a:lnTo>
                      <a:pt x="95" y="102"/>
                    </a:lnTo>
                    <a:lnTo>
                      <a:pt x="95" y="102"/>
                    </a:lnTo>
                    <a:lnTo>
                      <a:pt x="95" y="104"/>
                    </a:lnTo>
                    <a:lnTo>
                      <a:pt x="95" y="104"/>
                    </a:lnTo>
                    <a:lnTo>
                      <a:pt x="95" y="104"/>
                    </a:lnTo>
                    <a:lnTo>
                      <a:pt x="95" y="106"/>
                    </a:lnTo>
                    <a:lnTo>
                      <a:pt x="95" y="106"/>
                    </a:lnTo>
                    <a:lnTo>
                      <a:pt x="95" y="109"/>
                    </a:lnTo>
                    <a:lnTo>
                      <a:pt x="93" y="109"/>
                    </a:lnTo>
                    <a:lnTo>
                      <a:pt x="93" y="106"/>
                    </a:lnTo>
                    <a:lnTo>
                      <a:pt x="93" y="106"/>
                    </a:lnTo>
                    <a:lnTo>
                      <a:pt x="93" y="106"/>
                    </a:lnTo>
                    <a:lnTo>
                      <a:pt x="93" y="104"/>
                    </a:lnTo>
                    <a:lnTo>
                      <a:pt x="93" y="104"/>
                    </a:lnTo>
                    <a:lnTo>
                      <a:pt x="93" y="104"/>
                    </a:lnTo>
                    <a:lnTo>
                      <a:pt x="93" y="102"/>
                    </a:lnTo>
                    <a:lnTo>
                      <a:pt x="93" y="102"/>
                    </a:lnTo>
                    <a:lnTo>
                      <a:pt x="90" y="102"/>
                    </a:lnTo>
                    <a:lnTo>
                      <a:pt x="90" y="102"/>
                    </a:lnTo>
                    <a:lnTo>
                      <a:pt x="93" y="102"/>
                    </a:lnTo>
                    <a:lnTo>
                      <a:pt x="93" y="99"/>
                    </a:lnTo>
                    <a:lnTo>
                      <a:pt x="90" y="99"/>
                    </a:lnTo>
                    <a:lnTo>
                      <a:pt x="90" y="99"/>
                    </a:lnTo>
                    <a:lnTo>
                      <a:pt x="90" y="97"/>
                    </a:lnTo>
                    <a:lnTo>
                      <a:pt x="90" y="97"/>
                    </a:lnTo>
                    <a:lnTo>
                      <a:pt x="90" y="95"/>
                    </a:lnTo>
                    <a:lnTo>
                      <a:pt x="90" y="95"/>
                    </a:lnTo>
                    <a:lnTo>
                      <a:pt x="90" y="92"/>
                    </a:lnTo>
                    <a:lnTo>
                      <a:pt x="90" y="92"/>
                    </a:lnTo>
                    <a:lnTo>
                      <a:pt x="90" y="92"/>
                    </a:lnTo>
                    <a:lnTo>
                      <a:pt x="88" y="92"/>
                    </a:lnTo>
                    <a:lnTo>
                      <a:pt x="88" y="92"/>
                    </a:lnTo>
                    <a:lnTo>
                      <a:pt x="88" y="90"/>
                    </a:lnTo>
                    <a:lnTo>
                      <a:pt x="88" y="90"/>
                    </a:lnTo>
                    <a:lnTo>
                      <a:pt x="88" y="87"/>
                    </a:lnTo>
                    <a:lnTo>
                      <a:pt x="88" y="87"/>
                    </a:lnTo>
                    <a:lnTo>
                      <a:pt x="88" y="87"/>
                    </a:lnTo>
                    <a:lnTo>
                      <a:pt x="88" y="87"/>
                    </a:lnTo>
                    <a:lnTo>
                      <a:pt x="88" y="85"/>
                    </a:lnTo>
                    <a:lnTo>
                      <a:pt x="88" y="85"/>
                    </a:lnTo>
                    <a:lnTo>
                      <a:pt x="86" y="85"/>
                    </a:lnTo>
                    <a:lnTo>
                      <a:pt x="86" y="85"/>
                    </a:lnTo>
                    <a:lnTo>
                      <a:pt x="86" y="87"/>
                    </a:lnTo>
                    <a:lnTo>
                      <a:pt x="86" y="87"/>
                    </a:lnTo>
                    <a:lnTo>
                      <a:pt x="86" y="87"/>
                    </a:lnTo>
                    <a:lnTo>
                      <a:pt x="86" y="90"/>
                    </a:lnTo>
                    <a:lnTo>
                      <a:pt x="86" y="90"/>
                    </a:lnTo>
                    <a:lnTo>
                      <a:pt x="86" y="92"/>
                    </a:lnTo>
                    <a:lnTo>
                      <a:pt x="86" y="92"/>
                    </a:lnTo>
                    <a:lnTo>
                      <a:pt x="86" y="92"/>
                    </a:lnTo>
                    <a:lnTo>
                      <a:pt x="83" y="92"/>
                    </a:lnTo>
                    <a:lnTo>
                      <a:pt x="83" y="92"/>
                    </a:lnTo>
                    <a:lnTo>
                      <a:pt x="83" y="92"/>
                    </a:lnTo>
                    <a:lnTo>
                      <a:pt x="83" y="90"/>
                    </a:lnTo>
                    <a:lnTo>
                      <a:pt x="83" y="90"/>
                    </a:lnTo>
                    <a:lnTo>
                      <a:pt x="83" y="90"/>
                    </a:lnTo>
                    <a:lnTo>
                      <a:pt x="83" y="87"/>
                    </a:lnTo>
                    <a:lnTo>
                      <a:pt x="83" y="87"/>
                    </a:lnTo>
                    <a:lnTo>
                      <a:pt x="81" y="87"/>
                    </a:lnTo>
                    <a:lnTo>
                      <a:pt x="81" y="87"/>
                    </a:lnTo>
                    <a:lnTo>
                      <a:pt x="81" y="90"/>
                    </a:lnTo>
                    <a:lnTo>
                      <a:pt x="81" y="90"/>
                    </a:lnTo>
                    <a:lnTo>
                      <a:pt x="81" y="90"/>
                    </a:lnTo>
                    <a:lnTo>
                      <a:pt x="79" y="90"/>
                    </a:lnTo>
                    <a:lnTo>
                      <a:pt x="79" y="92"/>
                    </a:lnTo>
                    <a:lnTo>
                      <a:pt x="79" y="92"/>
                    </a:lnTo>
                    <a:lnTo>
                      <a:pt x="79" y="92"/>
                    </a:lnTo>
                    <a:lnTo>
                      <a:pt x="79" y="92"/>
                    </a:lnTo>
                    <a:lnTo>
                      <a:pt x="79" y="95"/>
                    </a:lnTo>
                    <a:lnTo>
                      <a:pt x="79" y="95"/>
                    </a:lnTo>
                    <a:lnTo>
                      <a:pt x="79" y="95"/>
                    </a:lnTo>
                    <a:lnTo>
                      <a:pt x="79" y="97"/>
                    </a:lnTo>
                    <a:lnTo>
                      <a:pt x="79" y="97"/>
                    </a:lnTo>
                    <a:lnTo>
                      <a:pt x="79" y="97"/>
                    </a:lnTo>
                    <a:lnTo>
                      <a:pt x="79" y="99"/>
                    </a:lnTo>
                    <a:lnTo>
                      <a:pt x="79" y="99"/>
                    </a:lnTo>
                    <a:lnTo>
                      <a:pt x="79" y="99"/>
                    </a:lnTo>
                    <a:lnTo>
                      <a:pt x="81" y="99"/>
                    </a:lnTo>
                    <a:lnTo>
                      <a:pt x="81" y="102"/>
                    </a:lnTo>
                    <a:lnTo>
                      <a:pt x="81" y="102"/>
                    </a:lnTo>
                    <a:lnTo>
                      <a:pt x="81" y="102"/>
                    </a:lnTo>
                    <a:lnTo>
                      <a:pt x="81" y="102"/>
                    </a:lnTo>
                    <a:lnTo>
                      <a:pt x="81" y="102"/>
                    </a:lnTo>
                    <a:lnTo>
                      <a:pt x="81" y="104"/>
                    </a:lnTo>
                    <a:lnTo>
                      <a:pt x="83" y="104"/>
                    </a:lnTo>
                    <a:lnTo>
                      <a:pt x="83" y="104"/>
                    </a:lnTo>
                    <a:lnTo>
                      <a:pt x="83" y="106"/>
                    </a:lnTo>
                    <a:lnTo>
                      <a:pt x="83" y="106"/>
                    </a:lnTo>
                    <a:lnTo>
                      <a:pt x="83" y="106"/>
                    </a:lnTo>
                    <a:lnTo>
                      <a:pt x="83" y="109"/>
                    </a:lnTo>
                    <a:lnTo>
                      <a:pt x="83" y="109"/>
                    </a:lnTo>
                    <a:lnTo>
                      <a:pt x="86" y="109"/>
                    </a:lnTo>
                    <a:lnTo>
                      <a:pt x="86" y="111"/>
                    </a:lnTo>
                    <a:lnTo>
                      <a:pt x="86" y="111"/>
                    </a:lnTo>
                    <a:lnTo>
                      <a:pt x="86" y="111"/>
                    </a:lnTo>
                    <a:lnTo>
                      <a:pt x="83" y="111"/>
                    </a:lnTo>
                    <a:lnTo>
                      <a:pt x="83" y="113"/>
                    </a:lnTo>
                    <a:lnTo>
                      <a:pt x="83" y="113"/>
                    </a:lnTo>
                    <a:lnTo>
                      <a:pt x="83" y="116"/>
                    </a:lnTo>
                    <a:lnTo>
                      <a:pt x="83" y="116"/>
                    </a:lnTo>
                    <a:lnTo>
                      <a:pt x="83" y="116"/>
                    </a:lnTo>
                    <a:lnTo>
                      <a:pt x="83" y="118"/>
                    </a:lnTo>
                    <a:lnTo>
                      <a:pt x="81" y="118"/>
                    </a:lnTo>
                    <a:lnTo>
                      <a:pt x="81" y="118"/>
                    </a:lnTo>
                    <a:lnTo>
                      <a:pt x="81" y="118"/>
                    </a:lnTo>
                    <a:lnTo>
                      <a:pt x="81" y="121"/>
                    </a:lnTo>
                    <a:lnTo>
                      <a:pt x="81" y="121"/>
                    </a:lnTo>
                    <a:lnTo>
                      <a:pt x="81" y="121"/>
                    </a:lnTo>
                    <a:lnTo>
                      <a:pt x="81" y="123"/>
                    </a:lnTo>
                    <a:lnTo>
                      <a:pt x="79" y="123"/>
                    </a:lnTo>
                    <a:lnTo>
                      <a:pt x="79" y="123"/>
                    </a:lnTo>
                    <a:lnTo>
                      <a:pt x="79" y="123"/>
                    </a:lnTo>
                    <a:lnTo>
                      <a:pt x="79" y="123"/>
                    </a:lnTo>
                    <a:lnTo>
                      <a:pt x="79" y="125"/>
                    </a:lnTo>
                    <a:lnTo>
                      <a:pt x="79" y="125"/>
                    </a:lnTo>
                    <a:lnTo>
                      <a:pt x="79" y="125"/>
                    </a:lnTo>
                    <a:lnTo>
                      <a:pt x="76" y="125"/>
                    </a:lnTo>
                    <a:lnTo>
                      <a:pt x="76" y="125"/>
                    </a:lnTo>
                    <a:lnTo>
                      <a:pt x="74" y="125"/>
                    </a:lnTo>
                    <a:lnTo>
                      <a:pt x="74" y="125"/>
                    </a:lnTo>
                    <a:lnTo>
                      <a:pt x="74" y="125"/>
                    </a:lnTo>
                    <a:lnTo>
                      <a:pt x="74" y="123"/>
                    </a:lnTo>
                    <a:lnTo>
                      <a:pt x="74" y="123"/>
                    </a:lnTo>
                    <a:lnTo>
                      <a:pt x="74" y="123"/>
                    </a:lnTo>
                    <a:lnTo>
                      <a:pt x="74" y="123"/>
                    </a:lnTo>
                    <a:lnTo>
                      <a:pt x="74" y="123"/>
                    </a:lnTo>
                    <a:lnTo>
                      <a:pt x="74" y="123"/>
                    </a:lnTo>
                    <a:lnTo>
                      <a:pt x="74" y="121"/>
                    </a:lnTo>
                    <a:lnTo>
                      <a:pt x="71" y="121"/>
                    </a:lnTo>
                    <a:lnTo>
                      <a:pt x="71" y="121"/>
                    </a:lnTo>
                    <a:lnTo>
                      <a:pt x="71" y="118"/>
                    </a:lnTo>
                    <a:lnTo>
                      <a:pt x="71" y="118"/>
                    </a:lnTo>
                    <a:lnTo>
                      <a:pt x="74" y="118"/>
                    </a:lnTo>
                    <a:lnTo>
                      <a:pt x="74" y="116"/>
                    </a:lnTo>
                    <a:lnTo>
                      <a:pt x="74" y="116"/>
                    </a:lnTo>
                    <a:lnTo>
                      <a:pt x="74" y="116"/>
                    </a:lnTo>
                    <a:lnTo>
                      <a:pt x="74" y="113"/>
                    </a:lnTo>
                    <a:lnTo>
                      <a:pt x="74" y="113"/>
                    </a:lnTo>
                    <a:lnTo>
                      <a:pt x="74" y="111"/>
                    </a:lnTo>
                    <a:lnTo>
                      <a:pt x="74" y="111"/>
                    </a:lnTo>
                    <a:lnTo>
                      <a:pt x="71" y="111"/>
                    </a:lnTo>
                    <a:lnTo>
                      <a:pt x="71" y="113"/>
                    </a:lnTo>
                    <a:lnTo>
                      <a:pt x="71" y="113"/>
                    </a:lnTo>
                    <a:lnTo>
                      <a:pt x="71" y="116"/>
                    </a:lnTo>
                    <a:lnTo>
                      <a:pt x="71" y="116"/>
                    </a:lnTo>
                    <a:lnTo>
                      <a:pt x="71" y="116"/>
                    </a:lnTo>
                    <a:lnTo>
                      <a:pt x="71" y="118"/>
                    </a:lnTo>
                    <a:lnTo>
                      <a:pt x="71" y="118"/>
                    </a:lnTo>
                    <a:lnTo>
                      <a:pt x="71" y="118"/>
                    </a:lnTo>
                    <a:lnTo>
                      <a:pt x="69" y="118"/>
                    </a:lnTo>
                    <a:lnTo>
                      <a:pt x="69" y="118"/>
                    </a:lnTo>
                    <a:lnTo>
                      <a:pt x="67" y="118"/>
                    </a:lnTo>
                    <a:lnTo>
                      <a:pt x="67" y="118"/>
                    </a:lnTo>
                    <a:lnTo>
                      <a:pt x="67" y="118"/>
                    </a:lnTo>
                    <a:lnTo>
                      <a:pt x="67" y="118"/>
                    </a:lnTo>
                    <a:lnTo>
                      <a:pt x="64" y="118"/>
                    </a:lnTo>
                    <a:lnTo>
                      <a:pt x="64" y="118"/>
                    </a:lnTo>
                    <a:lnTo>
                      <a:pt x="62" y="118"/>
                    </a:lnTo>
                    <a:lnTo>
                      <a:pt x="62" y="116"/>
                    </a:lnTo>
                    <a:lnTo>
                      <a:pt x="62" y="116"/>
                    </a:lnTo>
                    <a:lnTo>
                      <a:pt x="62" y="116"/>
                    </a:lnTo>
                    <a:lnTo>
                      <a:pt x="62" y="116"/>
                    </a:lnTo>
                    <a:lnTo>
                      <a:pt x="60" y="116"/>
                    </a:lnTo>
                    <a:lnTo>
                      <a:pt x="60" y="116"/>
                    </a:lnTo>
                    <a:lnTo>
                      <a:pt x="60" y="113"/>
                    </a:lnTo>
                    <a:lnTo>
                      <a:pt x="60" y="113"/>
                    </a:lnTo>
                    <a:lnTo>
                      <a:pt x="57" y="113"/>
                    </a:lnTo>
                    <a:lnTo>
                      <a:pt x="57" y="113"/>
                    </a:lnTo>
                    <a:lnTo>
                      <a:pt x="57" y="113"/>
                    </a:lnTo>
                    <a:lnTo>
                      <a:pt x="55" y="113"/>
                    </a:lnTo>
                    <a:lnTo>
                      <a:pt x="55" y="111"/>
                    </a:lnTo>
                    <a:lnTo>
                      <a:pt x="55" y="111"/>
                    </a:lnTo>
                    <a:lnTo>
                      <a:pt x="55" y="111"/>
                    </a:lnTo>
                    <a:lnTo>
                      <a:pt x="52" y="111"/>
                    </a:lnTo>
                    <a:lnTo>
                      <a:pt x="52" y="111"/>
                    </a:lnTo>
                    <a:lnTo>
                      <a:pt x="52" y="111"/>
                    </a:lnTo>
                    <a:lnTo>
                      <a:pt x="52" y="111"/>
                    </a:lnTo>
                    <a:lnTo>
                      <a:pt x="52" y="111"/>
                    </a:lnTo>
                    <a:lnTo>
                      <a:pt x="50" y="111"/>
                    </a:lnTo>
                    <a:lnTo>
                      <a:pt x="50" y="109"/>
                    </a:lnTo>
                    <a:lnTo>
                      <a:pt x="50" y="109"/>
                    </a:lnTo>
                    <a:lnTo>
                      <a:pt x="50" y="109"/>
                    </a:lnTo>
                    <a:lnTo>
                      <a:pt x="50" y="106"/>
                    </a:lnTo>
                    <a:lnTo>
                      <a:pt x="48" y="106"/>
                    </a:lnTo>
                    <a:lnTo>
                      <a:pt x="48" y="106"/>
                    </a:lnTo>
                    <a:lnTo>
                      <a:pt x="48" y="106"/>
                    </a:lnTo>
                    <a:lnTo>
                      <a:pt x="48" y="104"/>
                    </a:lnTo>
                    <a:lnTo>
                      <a:pt x="48" y="104"/>
                    </a:lnTo>
                    <a:lnTo>
                      <a:pt x="48" y="104"/>
                    </a:lnTo>
                    <a:lnTo>
                      <a:pt x="48" y="102"/>
                    </a:lnTo>
                    <a:lnTo>
                      <a:pt x="48" y="102"/>
                    </a:lnTo>
                    <a:lnTo>
                      <a:pt x="48" y="102"/>
                    </a:lnTo>
                    <a:lnTo>
                      <a:pt x="48" y="99"/>
                    </a:lnTo>
                    <a:lnTo>
                      <a:pt x="48" y="99"/>
                    </a:lnTo>
                    <a:lnTo>
                      <a:pt x="48" y="99"/>
                    </a:lnTo>
                    <a:lnTo>
                      <a:pt x="48" y="99"/>
                    </a:lnTo>
                    <a:lnTo>
                      <a:pt x="48" y="97"/>
                    </a:lnTo>
                    <a:lnTo>
                      <a:pt x="48" y="97"/>
                    </a:lnTo>
                    <a:lnTo>
                      <a:pt x="48" y="95"/>
                    </a:lnTo>
                    <a:lnTo>
                      <a:pt x="45" y="95"/>
                    </a:lnTo>
                    <a:lnTo>
                      <a:pt x="45" y="95"/>
                    </a:lnTo>
                    <a:lnTo>
                      <a:pt x="45" y="95"/>
                    </a:lnTo>
                    <a:lnTo>
                      <a:pt x="45" y="92"/>
                    </a:lnTo>
                    <a:lnTo>
                      <a:pt x="45" y="92"/>
                    </a:lnTo>
                    <a:lnTo>
                      <a:pt x="45" y="92"/>
                    </a:lnTo>
                    <a:lnTo>
                      <a:pt x="45" y="92"/>
                    </a:lnTo>
                    <a:lnTo>
                      <a:pt x="45" y="90"/>
                    </a:lnTo>
                    <a:lnTo>
                      <a:pt x="45" y="90"/>
                    </a:lnTo>
                    <a:lnTo>
                      <a:pt x="45" y="87"/>
                    </a:lnTo>
                    <a:lnTo>
                      <a:pt x="45" y="87"/>
                    </a:lnTo>
                    <a:lnTo>
                      <a:pt x="48" y="87"/>
                    </a:lnTo>
                    <a:lnTo>
                      <a:pt x="48" y="85"/>
                    </a:lnTo>
                    <a:lnTo>
                      <a:pt x="48" y="85"/>
                    </a:lnTo>
                    <a:lnTo>
                      <a:pt x="48" y="85"/>
                    </a:lnTo>
                    <a:lnTo>
                      <a:pt x="48" y="85"/>
                    </a:lnTo>
                    <a:lnTo>
                      <a:pt x="50" y="85"/>
                    </a:lnTo>
                    <a:lnTo>
                      <a:pt x="50" y="83"/>
                    </a:lnTo>
                    <a:lnTo>
                      <a:pt x="50" y="83"/>
                    </a:lnTo>
                    <a:lnTo>
                      <a:pt x="50" y="83"/>
                    </a:lnTo>
                    <a:lnTo>
                      <a:pt x="50" y="83"/>
                    </a:lnTo>
                    <a:lnTo>
                      <a:pt x="52" y="83"/>
                    </a:lnTo>
                    <a:lnTo>
                      <a:pt x="52" y="80"/>
                    </a:lnTo>
                    <a:lnTo>
                      <a:pt x="50" y="80"/>
                    </a:lnTo>
                    <a:lnTo>
                      <a:pt x="50" y="80"/>
                    </a:lnTo>
                    <a:lnTo>
                      <a:pt x="50" y="80"/>
                    </a:lnTo>
                    <a:lnTo>
                      <a:pt x="50" y="78"/>
                    </a:lnTo>
                    <a:lnTo>
                      <a:pt x="50" y="78"/>
                    </a:lnTo>
                    <a:lnTo>
                      <a:pt x="48" y="78"/>
                    </a:lnTo>
                    <a:lnTo>
                      <a:pt x="48" y="76"/>
                    </a:lnTo>
                    <a:lnTo>
                      <a:pt x="48" y="76"/>
                    </a:lnTo>
                    <a:lnTo>
                      <a:pt x="48" y="76"/>
                    </a:lnTo>
                    <a:lnTo>
                      <a:pt x="48" y="73"/>
                    </a:lnTo>
                    <a:lnTo>
                      <a:pt x="48" y="73"/>
                    </a:lnTo>
                    <a:lnTo>
                      <a:pt x="48" y="73"/>
                    </a:lnTo>
                    <a:lnTo>
                      <a:pt x="45" y="73"/>
                    </a:lnTo>
                    <a:lnTo>
                      <a:pt x="45" y="73"/>
                    </a:lnTo>
                    <a:lnTo>
                      <a:pt x="45" y="73"/>
                    </a:lnTo>
                    <a:lnTo>
                      <a:pt x="45" y="73"/>
                    </a:lnTo>
                    <a:lnTo>
                      <a:pt x="43" y="73"/>
                    </a:lnTo>
                    <a:lnTo>
                      <a:pt x="43" y="73"/>
                    </a:lnTo>
                    <a:lnTo>
                      <a:pt x="41" y="73"/>
                    </a:lnTo>
                    <a:lnTo>
                      <a:pt x="41" y="71"/>
                    </a:lnTo>
                    <a:lnTo>
                      <a:pt x="41" y="71"/>
                    </a:lnTo>
                    <a:lnTo>
                      <a:pt x="41" y="71"/>
                    </a:lnTo>
                    <a:lnTo>
                      <a:pt x="41" y="68"/>
                    </a:lnTo>
                    <a:lnTo>
                      <a:pt x="41" y="68"/>
                    </a:lnTo>
                    <a:lnTo>
                      <a:pt x="38" y="68"/>
                    </a:lnTo>
                    <a:lnTo>
                      <a:pt x="38" y="68"/>
                    </a:lnTo>
                    <a:lnTo>
                      <a:pt x="38" y="68"/>
                    </a:lnTo>
                    <a:lnTo>
                      <a:pt x="38" y="68"/>
                    </a:lnTo>
                    <a:lnTo>
                      <a:pt x="38" y="68"/>
                    </a:lnTo>
                    <a:lnTo>
                      <a:pt x="36" y="68"/>
                    </a:lnTo>
                    <a:lnTo>
                      <a:pt x="36" y="68"/>
                    </a:lnTo>
                    <a:lnTo>
                      <a:pt x="36" y="71"/>
                    </a:lnTo>
                    <a:lnTo>
                      <a:pt x="36" y="71"/>
                    </a:lnTo>
                    <a:lnTo>
                      <a:pt x="36" y="71"/>
                    </a:lnTo>
                    <a:lnTo>
                      <a:pt x="36" y="73"/>
                    </a:lnTo>
                    <a:lnTo>
                      <a:pt x="36" y="73"/>
                    </a:lnTo>
                    <a:lnTo>
                      <a:pt x="36" y="73"/>
                    </a:lnTo>
                    <a:lnTo>
                      <a:pt x="36" y="73"/>
                    </a:lnTo>
                    <a:lnTo>
                      <a:pt x="34" y="73"/>
                    </a:lnTo>
                    <a:lnTo>
                      <a:pt x="34" y="76"/>
                    </a:lnTo>
                    <a:lnTo>
                      <a:pt x="34" y="76"/>
                    </a:lnTo>
                    <a:lnTo>
                      <a:pt x="36" y="76"/>
                    </a:lnTo>
                    <a:lnTo>
                      <a:pt x="36" y="78"/>
                    </a:lnTo>
                    <a:lnTo>
                      <a:pt x="36" y="78"/>
                    </a:lnTo>
                    <a:lnTo>
                      <a:pt x="36" y="80"/>
                    </a:lnTo>
                    <a:lnTo>
                      <a:pt x="36" y="80"/>
                    </a:lnTo>
                    <a:lnTo>
                      <a:pt x="34" y="80"/>
                    </a:lnTo>
                    <a:lnTo>
                      <a:pt x="34" y="80"/>
                    </a:lnTo>
                    <a:lnTo>
                      <a:pt x="34" y="80"/>
                    </a:lnTo>
                    <a:lnTo>
                      <a:pt x="34" y="80"/>
                    </a:lnTo>
                    <a:lnTo>
                      <a:pt x="31" y="80"/>
                    </a:lnTo>
                    <a:lnTo>
                      <a:pt x="31" y="78"/>
                    </a:lnTo>
                    <a:lnTo>
                      <a:pt x="31" y="78"/>
                    </a:lnTo>
                    <a:lnTo>
                      <a:pt x="31" y="78"/>
                    </a:lnTo>
                    <a:lnTo>
                      <a:pt x="31" y="76"/>
                    </a:lnTo>
                    <a:lnTo>
                      <a:pt x="29" y="76"/>
                    </a:lnTo>
                    <a:lnTo>
                      <a:pt x="29" y="78"/>
                    </a:lnTo>
                    <a:lnTo>
                      <a:pt x="29" y="78"/>
                    </a:lnTo>
                    <a:lnTo>
                      <a:pt x="29" y="78"/>
                    </a:lnTo>
                    <a:lnTo>
                      <a:pt x="29" y="76"/>
                    </a:lnTo>
                    <a:lnTo>
                      <a:pt x="26" y="76"/>
                    </a:lnTo>
                    <a:lnTo>
                      <a:pt x="26" y="76"/>
                    </a:lnTo>
                    <a:lnTo>
                      <a:pt x="26" y="73"/>
                    </a:lnTo>
                    <a:lnTo>
                      <a:pt x="26" y="73"/>
                    </a:lnTo>
                    <a:lnTo>
                      <a:pt x="26" y="76"/>
                    </a:lnTo>
                    <a:lnTo>
                      <a:pt x="26" y="76"/>
                    </a:lnTo>
                    <a:lnTo>
                      <a:pt x="26" y="78"/>
                    </a:lnTo>
                    <a:lnTo>
                      <a:pt x="26" y="78"/>
                    </a:lnTo>
                    <a:lnTo>
                      <a:pt x="26" y="78"/>
                    </a:lnTo>
                    <a:lnTo>
                      <a:pt x="26" y="80"/>
                    </a:lnTo>
                    <a:lnTo>
                      <a:pt x="26" y="80"/>
                    </a:lnTo>
                    <a:lnTo>
                      <a:pt x="24" y="80"/>
                    </a:lnTo>
                    <a:lnTo>
                      <a:pt x="24" y="80"/>
                    </a:lnTo>
                    <a:lnTo>
                      <a:pt x="24" y="83"/>
                    </a:lnTo>
                    <a:lnTo>
                      <a:pt x="22" y="83"/>
                    </a:lnTo>
                    <a:lnTo>
                      <a:pt x="22" y="83"/>
                    </a:lnTo>
                    <a:lnTo>
                      <a:pt x="22" y="83"/>
                    </a:lnTo>
                    <a:lnTo>
                      <a:pt x="22" y="83"/>
                    </a:lnTo>
                    <a:lnTo>
                      <a:pt x="22" y="83"/>
                    </a:lnTo>
                    <a:lnTo>
                      <a:pt x="22" y="80"/>
                    </a:lnTo>
                    <a:lnTo>
                      <a:pt x="19" y="80"/>
                    </a:lnTo>
                    <a:lnTo>
                      <a:pt x="19" y="80"/>
                    </a:lnTo>
                    <a:lnTo>
                      <a:pt x="22" y="80"/>
                    </a:lnTo>
                    <a:lnTo>
                      <a:pt x="22" y="78"/>
                    </a:lnTo>
                    <a:lnTo>
                      <a:pt x="22" y="78"/>
                    </a:lnTo>
                    <a:lnTo>
                      <a:pt x="19" y="78"/>
                    </a:lnTo>
                    <a:lnTo>
                      <a:pt x="19" y="76"/>
                    </a:lnTo>
                    <a:lnTo>
                      <a:pt x="19" y="76"/>
                    </a:lnTo>
                    <a:lnTo>
                      <a:pt x="22" y="76"/>
                    </a:lnTo>
                    <a:lnTo>
                      <a:pt x="22" y="73"/>
                    </a:lnTo>
                    <a:lnTo>
                      <a:pt x="19" y="73"/>
                    </a:lnTo>
                    <a:lnTo>
                      <a:pt x="19" y="73"/>
                    </a:lnTo>
                    <a:lnTo>
                      <a:pt x="19" y="73"/>
                    </a:lnTo>
                    <a:lnTo>
                      <a:pt x="19" y="71"/>
                    </a:lnTo>
                    <a:lnTo>
                      <a:pt x="22" y="71"/>
                    </a:lnTo>
                    <a:lnTo>
                      <a:pt x="22" y="71"/>
                    </a:lnTo>
                    <a:lnTo>
                      <a:pt x="19" y="71"/>
                    </a:lnTo>
                    <a:lnTo>
                      <a:pt x="19" y="71"/>
                    </a:lnTo>
                    <a:lnTo>
                      <a:pt x="19" y="71"/>
                    </a:lnTo>
                    <a:lnTo>
                      <a:pt x="17" y="71"/>
                    </a:lnTo>
                    <a:lnTo>
                      <a:pt x="17" y="71"/>
                    </a:lnTo>
                    <a:lnTo>
                      <a:pt x="17" y="71"/>
                    </a:lnTo>
                    <a:lnTo>
                      <a:pt x="15" y="71"/>
                    </a:lnTo>
                    <a:lnTo>
                      <a:pt x="15" y="73"/>
                    </a:lnTo>
                    <a:lnTo>
                      <a:pt x="15" y="73"/>
                    </a:lnTo>
                    <a:lnTo>
                      <a:pt x="15" y="73"/>
                    </a:lnTo>
                    <a:lnTo>
                      <a:pt x="15" y="73"/>
                    </a:lnTo>
                    <a:lnTo>
                      <a:pt x="15" y="73"/>
                    </a:lnTo>
                    <a:lnTo>
                      <a:pt x="15" y="76"/>
                    </a:lnTo>
                    <a:lnTo>
                      <a:pt x="15" y="76"/>
                    </a:lnTo>
                    <a:lnTo>
                      <a:pt x="15" y="76"/>
                    </a:lnTo>
                    <a:lnTo>
                      <a:pt x="15" y="76"/>
                    </a:lnTo>
                    <a:lnTo>
                      <a:pt x="15" y="78"/>
                    </a:lnTo>
                    <a:lnTo>
                      <a:pt x="12" y="78"/>
                    </a:lnTo>
                    <a:lnTo>
                      <a:pt x="12" y="78"/>
                    </a:lnTo>
                    <a:lnTo>
                      <a:pt x="12" y="78"/>
                    </a:lnTo>
                    <a:lnTo>
                      <a:pt x="12" y="78"/>
                    </a:lnTo>
                    <a:lnTo>
                      <a:pt x="12" y="80"/>
                    </a:lnTo>
                    <a:lnTo>
                      <a:pt x="12" y="80"/>
                    </a:lnTo>
                    <a:lnTo>
                      <a:pt x="12" y="80"/>
                    </a:lnTo>
                    <a:lnTo>
                      <a:pt x="12" y="83"/>
                    </a:lnTo>
                    <a:lnTo>
                      <a:pt x="12" y="83"/>
                    </a:lnTo>
                    <a:lnTo>
                      <a:pt x="10" y="83"/>
                    </a:lnTo>
                    <a:lnTo>
                      <a:pt x="10" y="83"/>
                    </a:lnTo>
                    <a:lnTo>
                      <a:pt x="10" y="83"/>
                    </a:lnTo>
                    <a:lnTo>
                      <a:pt x="10" y="85"/>
                    </a:lnTo>
                    <a:lnTo>
                      <a:pt x="10" y="85"/>
                    </a:lnTo>
                    <a:lnTo>
                      <a:pt x="10" y="87"/>
                    </a:lnTo>
                    <a:lnTo>
                      <a:pt x="10" y="87"/>
                    </a:lnTo>
                    <a:lnTo>
                      <a:pt x="10" y="87"/>
                    </a:lnTo>
                    <a:lnTo>
                      <a:pt x="10" y="87"/>
                    </a:lnTo>
                    <a:lnTo>
                      <a:pt x="10" y="90"/>
                    </a:lnTo>
                    <a:lnTo>
                      <a:pt x="10" y="90"/>
                    </a:lnTo>
                    <a:lnTo>
                      <a:pt x="10" y="92"/>
                    </a:lnTo>
                    <a:lnTo>
                      <a:pt x="12" y="92"/>
                    </a:lnTo>
                    <a:lnTo>
                      <a:pt x="12" y="92"/>
                    </a:lnTo>
                    <a:lnTo>
                      <a:pt x="10" y="92"/>
                    </a:lnTo>
                    <a:lnTo>
                      <a:pt x="10" y="92"/>
                    </a:lnTo>
                    <a:lnTo>
                      <a:pt x="10" y="92"/>
                    </a:lnTo>
                    <a:lnTo>
                      <a:pt x="10" y="92"/>
                    </a:lnTo>
                    <a:lnTo>
                      <a:pt x="10" y="92"/>
                    </a:lnTo>
                    <a:lnTo>
                      <a:pt x="8" y="92"/>
                    </a:lnTo>
                    <a:lnTo>
                      <a:pt x="8" y="92"/>
                    </a:lnTo>
                    <a:lnTo>
                      <a:pt x="8" y="92"/>
                    </a:lnTo>
                    <a:lnTo>
                      <a:pt x="8" y="92"/>
                    </a:lnTo>
                    <a:lnTo>
                      <a:pt x="5" y="92"/>
                    </a:lnTo>
                    <a:lnTo>
                      <a:pt x="5" y="92"/>
                    </a:lnTo>
                    <a:lnTo>
                      <a:pt x="5" y="92"/>
                    </a:lnTo>
                    <a:lnTo>
                      <a:pt x="5" y="92"/>
                    </a:lnTo>
                    <a:lnTo>
                      <a:pt x="5" y="92"/>
                    </a:lnTo>
                    <a:lnTo>
                      <a:pt x="5" y="92"/>
                    </a:lnTo>
                    <a:lnTo>
                      <a:pt x="3" y="92"/>
                    </a:lnTo>
                    <a:lnTo>
                      <a:pt x="3" y="92"/>
                    </a:lnTo>
                    <a:lnTo>
                      <a:pt x="3" y="90"/>
                    </a:lnTo>
                    <a:lnTo>
                      <a:pt x="3" y="90"/>
                    </a:lnTo>
                    <a:lnTo>
                      <a:pt x="0" y="90"/>
                    </a:lnTo>
                    <a:lnTo>
                      <a:pt x="0" y="87"/>
                    </a:lnTo>
                    <a:lnTo>
                      <a:pt x="0" y="87"/>
                    </a:lnTo>
                    <a:lnTo>
                      <a:pt x="0" y="85"/>
                    </a:lnTo>
                    <a:lnTo>
                      <a:pt x="0" y="85"/>
                    </a:lnTo>
                    <a:lnTo>
                      <a:pt x="0" y="83"/>
                    </a:lnTo>
                    <a:lnTo>
                      <a:pt x="3" y="83"/>
                    </a:lnTo>
                    <a:lnTo>
                      <a:pt x="3" y="83"/>
                    </a:lnTo>
                    <a:lnTo>
                      <a:pt x="3" y="83"/>
                    </a:lnTo>
                    <a:lnTo>
                      <a:pt x="3" y="83"/>
                    </a:lnTo>
                    <a:lnTo>
                      <a:pt x="5" y="83"/>
                    </a:lnTo>
                    <a:lnTo>
                      <a:pt x="5" y="80"/>
                    </a:lnTo>
                    <a:lnTo>
                      <a:pt x="5" y="80"/>
                    </a:lnTo>
                    <a:lnTo>
                      <a:pt x="5" y="80"/>
                    </a:lnTo>
                    <a:lnTo>
                      <a:pt x="5" y="78"/>
                    </a:lnTo>
                    <a:lnTo>
                      <a:pt x="5" y="78"/>
                    </a:lnTo>
                    <a:lnTo>
                      <a:pt x="5" y="76"/>
                    </a:lnTo>
                    <a:lnTo>
                      <a:pt x="5" y="76"/>
                    </a:lnTo>
                    <a:lnTo>
                      <a:pt x="5" y="76"/>
                    </a:lnTo>
                    <a:lnTo>
                      <a:pt x="5" y="73"/>
                    </a:lnTo>
                    <a:lnTo>
                      <a:pt x="5" y="73"/>
                    </a:lnTo>
                    <a:lnTo>
                      <a:pt x="5" y="73"/>
                    </a:lnTo>
                    <a:lnTo>
                      <a:pt x="5" y="71"/>
                    </a:lnTo>
                    <a:lnTo>
                      <a:pt x="5" y="71"/>
                    </a:lnTo>
                    <a:lnTo>
                      <a:pt x="5" y="68"/>
                    </a:lnTo>
                    <a:lnTo>
                      <a:pt x="5" y="68"/>
                    </a:lnTo>
                    <a:lnTo>
                      <a:pt x="8" y="68"/>
                    </a:lnTo>
                    <a:lnTo>
                      <a:pt x="8" y="66"/>
                    </a:lnTo>
                    <a:lnTo>
                      <a:pt x="8" y="66"/>
                    </a:lnTo>
                    <a:lnTo>
                      <a:pt x="8" y="66"/>
                    </a:lnTo>
                    <a:lnTo>
                      <a:pt x="8" y="66"/>
                    </a:lnTo>
                    <a:lnTo>
                      <a:pt x="8" y="64"/>
                    </a:lnTo>
                    <a:lnTo>
                      <a:pt x="8" y="64"/>
                    </a:lnTo>
                    <a:lnTo>
                      <a:pt x="10" y="64"/>
                    </a:lnTo>
                    <a:lnTo>
                      <a:pt x="10" y="64"/>
                    </a:lnTo>
                    <a:lnTo>
                      <a:pt x="10" y="64"/>
                    </a:lnTo>
                    <a:lnTo>
                      <a:pt x="12" y="64"/>
                    </a:lnTo>
                    <a:lnTo>
                      <a:pt x="12" y="61"/>
                    </a:lnTo>
                    <a:lnTo>
                      <a:pt x="12" y="61"/>
                    </a:lnTo>
                    <a:lnTo>
                      <a:pt x="12" y="61"/>
                    </a:lnTo>
                    <a:lnTo>
                      <a:pt x="15" y="61"/>
                    </a:lnTo>
                    <a:lnTo>
                      <a:pt x="15" y="61"/>
                    </a:lnTo>
                    <a:lnTo>
                      <a:pt x="15" y="61"/>
                    </a:lnTo>
                    <a:lnTo>
                      <a:pt x="15" y="61"/>
                    </a:lnTo>
                    <a:lnTo>
                      <a:pt x="17" y="61"/>
                    </a:lnTo>
                    <a:lnTo>
                      <a:pt x="17" y="61"/>
                    </a:lnTo>
                    <a:lnTo>
                      <a:pt x="17" y="59"/>
                    </a:lnTo>
                    <a:lnTo>
                      <a:pt x="19" y="59"/>
                    </a:lnTo>
                    <a:lnTo>
                      <a:pt x="19" y="59"/>
                    </a:lnTo>
                    <a:lnTo>
                      <a:pt x="19" y="61"/>
                    </a:lnTo>
                    <a:lnTo>
                      <a:pt x="19" y="61"/>
                    </a:lnTo>
                    <a:lnTo>
                      <a:pt x="22" y="61"/>
                    </a:lnTo>
                    <a:lnTo>
                      <a:pt x="22" y="59"/>
                    </a:lnTo>
                    <a:lnTo>
                      <a:pt x="22" y="59"/>
                    </a:lnTo>
                    <a:lnTo>
                      <a:pt x="22" y="59"/>
                    </a:lnTo>
                    <a:lnTo>
                      <a:pt x="24" y="59"/>
                    </a:lnTo>
                    <a:lnTo>
                      <a:pt x="24" y="59"/>
                    </a:lnTo>
                    <a:lnTo>
                      <a:pt x="24" y="59"/>
                    </a:lnTo>
                    <a:lnTo>
                      <a:pt x="24" y="57"/>
                    </a:lnTo>
                    <a:lnTo>
                      <a:pt x="24" y="57"/>
                    </a:lnTo>
                    <a:lnTo>
                      <a:pt x="24" y="57"/>
                    </a:lnTo>
                    <a:lnTo>
                      <a:pt x="24" y="54"/>
                    </a:lnTo>
                    <a:lnTo>
                      <a:pt x="24" y="54"/>
                    </a:lnTo>
                    <a:lnTo>
                      <a:pt x="24" y="54"/>
                    </a:lnTo>
                    <a:lnTo>
                      <a:pt x="24" y="52"/>
                    </a:lnTo>
                    <a:lnTo>
                      <a:pt x="24" y="52"/>
                    </a:lnTo>
                    <a:lnTo>
                      <a:pt x="26" y="52"/>
                    </a:lnTo>
                    <a:lnTo>
                      <a:pt x="26" y="52"/>
                    </a:lnTo>
                    <a:lnTo>
                      <a:pt x="26" y="52"/>
                    </a:lnTo>
                    <a:lnTo>
                      <a:pt x="26" y="50"/>
                    </a:lnTo>
                    <a:lnTo>
                      <a:pt x="26" y="50"/>
                    </a:lnTo>
                    <a:lnTo>
                      <a:pt x="29" y="50"/>
                    </a:lnTo>
                    <a:lnTo>
                      <a:pt x="29" y="50"/>
                    </a:lnTo>
                    <a:lnTo>
                      <a:pt x="29" y="50"/>
                    </a:lnTo>
                    <a:lnTo>
                      <a:pt x="31" y="50"/>
                    </a:lnTo>
                    <a:lnTo>
                      <a:pt x="31" y="50"/>
                    </a:lnTo>
                    <a:lnTo>
                      <a:pt x="31" y="50"/>
                    </a:lnTo>
                    <a:lnTo>
                      <a:pt x="34" y="50"/>
                    </a:lnTo>
                    <a:lnTo>
                      <a:pt x="34" y="47"/>
                    </a:lnTo>
                    <a:lnTo>
                      <a:pt x="34" y="47"/>
                    </a:lnTo>
                    <a:lnTo>
                      <a:pt x="34" y="47"/>
                    </a:lnTo>
                    <a:lnTo>
                      <a:pt x="34" y="45"/>
                    </a:lnTo>
                    <a:lnTo>
                      <a:pt x="34" y="45"/>
                    </a:lnTo>
                    <a:lnTo>
                      <a:pt x="34" y="45"/>
                    </a:lnTo>
                    <a:lnTo>
                      <a:pt x="36" y="45"/>
                    </a:lnTo>
                    <a:lnTo>
                      <a:pt x="36" y="45"/>
                    </a:lnTo>
                    <a:lnTo>
                      <a:pt x="36" y="45"/>
                    </a:lnTo>
                    <a:lnTo>
                      <a:pt x="38" y="45"/>
                    </a:lnTo>
                    <a:lnTo>
                      <a:pt x="38" y="47"/>
                    </a:lnTo>
                    <a:lnTo>
                      <a:pt x="38" y="47"/>
                    </a:lnTo>
                    <a:lnTo>
                      <a:pt x="38" y="45"/>
                    </a:lnTo>
                    <a:lnTo>
                      <a:pt x="38" y="45"/>
                    </a:lnTo>
                    <a:lnTo>
                      <a:pt x="38" y="47"/>
                    </a:lnTo>
                    <a:lnTo>
                      <a:pt x="41" y="47"/>
                    </a:lnTo>
                    <a:lnTo>
                      <a:pt x="41" y="47"/>
                    </a:lnTo>
                    <a:lnTo>
                      <a:pt x="41" y="47"/>
                    </a:lnTo>
                    <a:lnTo>
                      <a:pt x="41" y="47"/>
                    </a:lnTo>
                    <a:lnTo>
                      <a:pt x="43" y="47"/>
                    </a:lnTo>
                    <a:lnTo>
                      <a:pt x="43" y="50"/>
                    </a:lnTo>
                    <a:lnTo>
                      <a:pt x="43" y="50"/>
                    </a:lnTo>
                    <a:lnTo>
                      <a:pt x="43" y="50"/>
                    </a:lnTo>
                    <a:lnTo>
                      <a:pt x="43" y="52"/>
                    </a:lnTo>
                    <a:lnTo>
                      <a:pt x="43" y="52"/>
                    </a:lnTo>
                    <a:lnTo>
                      <a:pt x="45" y="52"/>
                    </a:lnTo>
                    <a:lnTo>
                      <a:pt x="45" y="52"/>
                    </a:lnTo>
                    <a:lnTo>
                      <a:pt x="45" y="54"/>
                    </a:lnTo>
                    <a:lnTo>
                      <a:pt x="45" y="54"/>
                    </a:lnTo>
                    <a:lnTo>
                      <a:pt x="45" y="57"/>
                    </a:lnTo>
                    <a:lnTo>
                      <a:pt x="45" y="57"/>
                    </a:lnTo>
                    <a:lnTo>
                      <a:pt x="45" y="59"/>
                    </a:lnTo>
                    <a:lnTo>
                      <a:pt x="45" y="59"/>
                    </a:lnTo>
                    <a:lnTo>
                      <a:pt x="45" y="59"/>
                    </a:lnTo>
                    <a:lnTo>
                      <a:pt x="45" y="59"/>
                    </a:lnTo>
                    <a:lnTo>
                      <a:pt x="45" y="59"/>
                    </a:lnTo>
                    <a:lnTo>
                      <a:pt x="48" y="59"/>
                    </a:lnTo>
                    <a:lnTo>
                      <a:pt x="48" y="59"/>
                    </a:lnTo>
                    <a:lnTo>
                      <a:pt x="48" y="59"/>
                    </a:lnTo>
                    <a:lnTo>
                      <a:pt x="50" y="59"/>
                    </a:lnTo>
                    <a:lnTo>
                      <a:pt x="50" y="59"/>
                    </a:lnTo>
                    <a:lnTo>
                      <a:pt x="50" y="57"/>
                    </a:lnTo>
                    <a:lnTo>
                      <a:pt x="52" y="57"/>
                    </a:lnTo>
                    <a:lnTo>
                      <a:pt x="52" y="57"/>
                    </a:lnTo>
                    <a:lnTo>
                      <a:pt x="52" y="54"/>
                    </a:lnTo>
                    <a:lnTo>
                      <a:pt x="52" y="54"/>
                    </a:lnTo>
                    <a:lnTo>
                      <a:pt x="52" y="54"/>
                    </a:lnTo>
                    <a:lnTo>
                      <a:pt x="52" y="52"/>
                    </a:lnTo>
                    <a:lnTo>
                      <a:pt x="52" y="52"/>
                    </a:lnTo>
                    <a:lnTo>
                      <a:pt x="52" y="52"/>
                    </a:lnTo>
                    <a:lnTo>
                      <a:pt x="52" y="52"/>
                    </a:lnTo>
                    <a:lnTo>
                      <a:pt x="52" y="50"/>
                    </a:lnTo>
                    <a:lnTo>
                      <a:pt x="52" y="50"/>
                    </a:lnTo>
                    <a:lnTo>
                      <a:pt x="55" y="50"/>
                    </a:lnTo>
                    <a:lnTo>
                      <a:pt x="55" y="47"/>
                    </a:lnTo>
                    <a:lnTo>
                      <a:pt x="55" y="47"/>
                    </a:lnTo>
                    <a:lnTo>
                      <a:pt x="55" y="47"/>
                    </a:lnTo>
                    <a:lnTo>
                      <a:pt x="57" y="47"/>
                    </a:lnTo>
                    <a:lnTo>
                      <a:pt x="57" y="47"/>
                    </a:lnTo>
                    <a:lnTo>
                      <a:pt x="57" y="47"/>
                    </a:lnTo>
                    <a:lnTo>
                      <a:pt x="57" y="47"/>
                    </a:lnTo>
                    <a:lnTo>
                      <a:pt x="57" y="50"/>
                    </a:lnTo>
                    <a:lnTo>
                      <a:pt x="60" y="50"/>
                    </a:lnTo>
                    <a:lnTo>
                      <a:pt x="60" y="50"/>
                    </a:lnTo>
                    <a:lnTo>
                      <a:pt x="60" y="50"/>
                    </a:lnTo>
                    <a:lnTo>
                      <a:pt x="60" y="50"/>
                    </a:lnTo>
                    <a:lnTo>
                      <a:pt x="62" y="50"/>
                    </a:lnTo>
                    <a:lnTo>
                      <a:pt x="62" y="52"/>
                    </a:lnTo>
                    <a:lnTo>
                      <a:pt x="62" y="52"/>
                    </a:lnTo>
                    <a:lnTo>
                      <a:pt x="62" y="50"/>
                    </a:lnTo>
                    <a:lnTo>
                      <a:pt x="62" y="50"/>
                    </a:lnTo>
                    <a:lnTo>
                      <a:pt x="62" y="50"/>
                    </a:lnTo>
                    <a:lnTo>
                      <a:pt x="62" y="47"/>
                    </a:lnTo>
                    <a:lnTo>
                      <a:pt x="62" y="47"/>
                    </a:lnTo>
                    <a:lnTo>
                      <a:pt x="62" y="47"/>
                    </a:lnTo>
                    <a:lnTo>
                      <a:pt x="62" y="45"/>
                    </a:lnTo>
                    <a:lnTo>
                      <a:pt x="62" y="45"/>
                    </a:lnTo>
                    <a:lnTo>
                      <a:pt x="62" y="45"/>
                    </a:lnTo>
                    <a:lnTo>
                      <a:pt x="62" y="42"/>
                    </a:lnTo>
                    <a:lnTo>
                      <a:pt x="62" y="42"/>
                    </a:lnTo>
                    <a:lnTo>
                      <a:pt x="62" y="42"/>
                    </a:lnTo>
                    <a:lnTo>
                      <a:pt x="62" y="40"/>
                    </a:lnTo>
                    <a:lnTo>
                      <a:pt x="62" y="40"/>
                    </a:lnTo>
                    <a:lnTo>
                      <a:pt x="62" y="38"/>
                    </a:lnTo>
                    <a:lnTo>
                      <a:pt x="64" y="38"/>
                    </a:lnTo>
                    <a:lnTo>
                      <a:pt x="64" y="3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87"/>
              <p:cNvSpPr>
                <a:spLocks/>
              </p:cNvSpPr>
              <p:nvPr/>
            </p:nvSpPr>
            <p:spPr bwMode="auto">
              <a:xfrm>
                <a:off x="3401" y="2282"/>
                <a:ext cx="97" cy="156"/>
              </a:xfrm>
              <a:custGeom>
                <a:avLst/>
                <a:gdLst/>
                <a:ahLst/>
                <a:cxnLst>
                  <a:cxn ang="0">
                    <a:pos x="83" y="125"/>
                  </a:cxn>
                  <a:cxn ang="0">
                    <a:pos x="90" y="132"/>
                  </a:cxn>
                  <a:cxn ang="0">
                    <a:pos x="97" y="139"/>
                  </a:cxn>
                  <a:cxn ang="0">
                    <a:pos x="88" y="139"/>
                  </a:cxn>
                  <a:cxn ang="0">
                    <a:pos x="97" y="142"/>
                  </a:cxn>
                  <a:cxn ang="0">
                    <a:pos x="93" y="156"/>
                  </a:cxn>
                  <a:cxn ang="0">
                    <a:pos x="88" y="146"/>
                  </a:cxn>
                  <a:cxn ang="0">
                    <a:pos x="79" y="142"/>
                  </a:cxn>
                  <a:cxn ang="0">
                    <a:pos x="74" y="132"/>
                  </a:cxn>
                  <a:cxn ang="0">
                    <a:pos x="67" y="128"/>
                  </a:cxn>
                  <a:cxn ang="0">
                    <a:pos x="60" y="120"/>
                  </a:cxn>
                  <a:cxn ang="0">
                    <a:pos x="62" y="130"/>
                  </a:cxn>
                  <a:cxn ang="0">
                    <a:pos x="62" y="139"/>
                  </a:cxn>
                  <a:cxn ang="0">
                    <a:pos x="57" y="130"/>
                  </a:cxn>
                  <a:cxn ang="0">
                    <a:pos x="50" y="123"/>
                  </a:cxn>
                  <a:cxn ang="0">
                    <a:pos x="41" y="120"/>
                  </a:cxn>
                  <a:cxn ang="0">
                    <a:pos x="34" y="128"/>
                  </a:cxn>
                  <a:cxn ang="0">
                    <a:pos x="26" y="128"/>
                  </a:cxn>
                  <a:cxn ang="0">
                    <a:pos x="24" y="128"/>
                  </a:cxn>
                  <a:cxn ang="0">
                    <a:pos x="22" y="120"/>
                  </a:cxn>
                  <a:cxn ang="0">
                    <a:pos x="19" y="113"/>
                  </a:cxn>
                  <a:cxn ang="0">
                    <a:pos x="24" y="106"/>
                  </a:cxn>
                  <a:cxn ang="0">
                    <a:pos x="24" y="99"/>
                  </a:cxn>
                  <a:cxn ang="0">
                    <a:pos x="19" y="106"/>
                  </a:cxn>
                  <a:cxn ang="0">
                    <a:pos x="15" y="106"/>
                  </a:cxn>
                  <a:cxn ang="0">
                    <a:pos x="10" y="99"/>
                  </a:cxn>
                  <a:cxn ang="0">
                    <a:pos x="5" y="87"/>
                  </a:cxn>
                  <a:cxn ang="0">
                    <a:pos x="3" y="73"/>
                  </a:cxn>
                  <a:cxn ang="0">
                    <a:pos x="3" y="71"/>
                  </a:cxn>
                  <a:cxn ang="0">
                    <a:pos x="0" y="59"/>
                  </a:cxn>
                  <a:cxn ang="0">
                    <a:pos x="8" y="61"/>
                  </a:cxn>
                  <a:cxn ang="0">
                    <a:pos x="15" y="64"/>
                  </a:cxn>
                  <a:cxn ang="0">
                    <a:pos x="12" y="52"/>
                  </a:cxn>
                  <a:cxn ang="0">
                    <a:pos x="15" y="42"/>
                  </a:cxn>
                  <a:cxn ang="0">
                    <a:pos x="15" y="28"/>
                  </a:cxn>
                  <a:cxn ang="0">
                    <a:pos x="17" y="16"/>
                  </a:cxn>
                  <a:cxn ang="0">
                    <a:pos x="17" y="4"/>
                  </a:cxn>
                  <a:cxn ang="0">
                    <a:pos x="24" y="0"/>
                  </a:cxn>
                  <a:cxn ang="0">
                    <a:pos x="34" y="0"/>
                  </a:cxn>
                  <a:cxn ang="0">
                    <a:pos x="41" y="7"/>
                  </a:cxn>
                  <a:cxn ang="0">
                    <a:pos x="50" y="7"/>
                  </a:cxn>
                  <a:cxn ang="0">
                    <a:pos x="55" y="4"/>
                  </a:cxn>
                  <a:cxn ang="0">
                    <a:pos x="53" y="14"/>
                  </a:cxn>
                  <a:cxn ang="0">
                    <a:pos x="53" y="28"/>
                  </a:cxn>
                  <a:cxn ang="0">
                    <a:pos x="60" y="37"/>
                  </a:cxn>
                  <a:cxn ang="0">
                    <a:pos x="57" y="47"/>
                  </a:cxn>
                  <a:cxn ang="0">
                    <a:pos x="55" y="59"/>
                  </a:cxn>
                  <a:cxn ang="0">
                    <a:pos x="48" y="66"/>
                  </a:cxn>
                  <a:cxn ang="0">
                    <a:pos x="41" y="71"/>
                  </a:cxn>
                  <a:cxn ang="0">
                    <a:pos x="38" y="80"/>
                  </a:cxn>
                  <a:cxn ang="0">
                    <a:pos x="38" y="90"/>
                  </a:cxn>
                  <a:cxn ang="0">
                    <a:pos x="43" y="101"/>
                  </a:cxn>
                  <a:cxn ang="0">
                    <a:pos x="43" y="111"/>
                  </a:cxn>
                  <a:cxn ang="0">
                    <a:pos x="48" y="116"/>
                  </a:cxn>
                  <a:cxn ang="0">
                    <a:pos x="50" y="116"/>
                  </a:cxn>
                  <a:cxn ang="0">
                    <a:pos x="50" y="113"/>
                  </a:cxn>
                  <a:cxn ang="0">
                    <a:pos x="57" y="109"/>
                  </a:cxn>
                  <a:cxn ang="0">
                    <a:pos x="67" y="109"/>
                  </a:cxn>
                  <a:cxn ang="0">
                    <a:pos x="74" y="116"/>
                  </a:cxn>
                  <a:cxn ang="0">
                    <a:pos x="76" y="123"/>
                  </a:cxn>
                  <a:cxn ang="0">
                    <a:pos x="76" y="113"/>
                  </a:cxn>
                  <a:cxn ang="0">
                    <a:pos x="86" y="118"/>
                  </a:cxn>
                  <a:cxn ang="0">
                    <a:pos x="90" y="120"/>
                  </a:cxn>
                </a:cxnLst>
                <a:rect l="0" t="0" r="r" b="b"/>
                <a:pathLst>
                  <a:path w="97" h="156">
                    <a:moveTo>
                      <a:pt x="93" y="125"/>
                    </a:moveTo>
                    <a:lnTo>
                      <a:pt x="90" y="125"/>
                    </a:lnTo>
                    <a:lnTo>
                      <a:pt x="90" y="125"/>
                    </a:lnTo>
                    <a:lnTo>
                      <a:pt x="90" y="125"/>
                    </a:lnTo>
                    <a:lnTo>
                      <a:pt x="90" y="125"/>
                    </a:lnTo>
                    <a:lnTo>
                      <a:pt x="88" y="125"/>
                    </a:lnTo>
                    <a:lnTo>
                      <a:pt x="88" y="125"/>
                    </a:lnTo>
                    <a:lnTo>
                      <a:pt x="86" y="125"/>
                    </a:lnTo>
                    <a:lnTo>
                      <a:pt x="86" y="125"/>
                    </a:lnTo>
                    <a:lnTo>
                      <a:pt x="86" y="125"/>
                    </a:lnTo>
                    <a:lnTo>
                      <a:pt x="86" y="125"/>
                    </a:lnTo>
                    <a:lnTo>
                      <a:pt x="86" y="125"/>
                    </a:lnTo>
                    <a:lnTo>
                      <a:pt x="83" y="125"/>
                    </a:lnTo>
                    <a:lnTo>
                      <a:pt x="83" y="125"/>
                    </a:lnTo>
                    <a:lnTo>
                      <a:pt x="83" y="125"/>
                    </a:lnTo>
                    <a:lnTo>
                      <a:pt x="83" y="125"/>
                    </a:lnTo>
                    <a:lnTo>
                      <a:pt x="83" y="128"/>
                    </a:lnTo>
                    <a:lnTo>
                      <a:pt x="83" y="128"/>
                    </a:lnTo>
                    <a:lnTo>
                      <a:pt x="83" y="128"/>
                    </a:lnTo>
                    <a:lnTo>
                      <a:pt x="83" y="130"/>
                    </a:lnTo>
                    <a:lnTo>
                      <a:pt x="83" y="130"/>
                    </a:lnTo>
                    <a:lnTo>
                      <a:pt x="86" y="130"/>
                    </a:lnTo>
                    <a:lnTo>
                      <a:pt x="86" y="130"/>
                    </a:lnTo>
                    <a:lnTo>
                      <a:pt x="86" y="130"/>
                    </a:lnTo>
                    <a:lnTo>
                      <a:pt x="86" y="130"/>
                    </a:lnTo>
                    <a:lnTo>
                      <a:pt x="86" y="132"/>
                    </a:lnTo>
                    <a:lnTo>
                      <a:pt x="88" y="132"/>
                    </a:lnTo>
                    <a:lnTo>
                      <a:pt x="88" y="132"/>
                    </a:lnTo>
                    <a:lnTo>
                      <a:pt x="88" y="132"/>
                    </a:lnTo>
                    <a:lnTo>
                      <a:pt x="90" y="132"/>
                    </a:lnTo>
                    <a:lnTo>
                      <a:pt x="90" y="132"/>
                    </a:lnTo>
                    <a:lnTo>
                      <a:pt x="90" y="135"/>
                    </a:lnTo>
                    <a:lnTo>
                      <a:pt x="90" y="135"/>
                    </a:lnTo>
                    <a:lnTo>
                      <a:pt x="93" y="135"/>
                    </a:lnTo>
                    <a:lnTo>
                      <a:pt x="93" y="135"/>
                    </a:lnTo>
                    <a:lnTo>
                      <a:pt x="93" y="135"/>
                    </a:lnTo>
                    <a:lnTo>
                      <a:pt x="93" y="135"/>
                    </a:lnTo>
                    <a:lnTo>
                      <a:pt x="95" y="135"/>
                    </a:lnTo>
                    <a:lnTo>
                      <a:pt x="95" y="137"/>
                    </a:lnTo>
                    <a:lnTo>
                      <a:pt x="95" y="137"/>
                    </a:lnTo>
                    <a:lnTo>
                      <a:pt x="97" y="137"/>
                    </a:lnTo>
                    <a:lnTo>
                      <a:pt x="97" y="137"/>
                    </a:lnTo>
                    <a:lnTo>
                      <a:pt x="97" y="137"/>
                    </a:lnTo>
                    <a:lnTo>
                      <a:pt x="97" y="139"/>
                    </a:lnTo>
                    <a:lnTo>
                      <a:pt x="97" y="139"/>
                    </a:lnTo>
                    <a:lnTo>
                      <a:pt x="95" y="139"/>
                    </a:lnTo>
                    <a:lnTo>
                      <a:pt x="95" y="139"/>
                    </a:lnTo>
                    <a:lnTo>
                      <a:pt x="93" y="139"/>
                    </a:lnTo>
                    <a:lnTo>
                      <a:pt x="93" y="139"/>
                    </a:lnTo>
                    <a:lnTo>
                      <a:pt x="93" y="137"/>
                    </a:lnTo>
                    <a:lnTo>
                      <a:pt x="93" y="137"/>
                    </a:lnTo>
                    <a:lnTo>
                      <a:pt x="90" y="137"/>
                    </a:lnTo>
                    <a:lnTo>
                      <a:pt x="90" y="137"/>
                    </a:lnTo>
                    <a:lnTo>
                      <a:pt x="90" y="137"/>
                    </a:lnTo>
                    <a:lnTo>
                      <a:pt x="88" y="137"/>
                    </a:lnTo>
                    <a:lnTo>
                      <a:pt x="88" y="137"/>
                    </a:lnTo>
                    <a:lnTo>
                      <a:pt x="88" y="139"/>
                    </a:lnTo>
                    <a:lnTo>
                      <a:pt x="88" y="139"/>
                    </a:lnTo>
                    <a:lnTo>
                      <a:pt x="88" y="139"/>
                    </a:lnTo>
                    <a:lnTo>
                      <a:pt x="88" y="139"/>
                    </a:lnTo>
                    <a:lnTo>
                      <a:pt x="88" y="139"/>
                    </a:lnTo>
                    <a:lnTo>
                      <a:pt x="88" y="139"/>
                    </a:lnTo>
                    <a:lnTo>
                      <a:pt x="90" y="139"/>
                    </a:lnTo>
                    <a:lnTo>
                      <a:pt x="90" y="139"/>
                    </a:lnTo>
                    <a:lnTo>
                      <a:pt x="90" y="139"/>
                    </a:lnTo>
                    <a:lnTo>
                      <a:pt x="90" y="139"/>
                    </a:lnTo>
                    <a:lnTo>
                      <a:pt x="93" y="139"/>
                    </a:lnTo>
                    <a:lnTo>
                      <a:pt x="93" y="139"/>
                    </a:lnTo>
                    <a:lnTo>
                      <a:pt x="93" y="139"/>
                    </a:lnTo>
                    <a:lnTo>
                      <a:pt x="93" y="139"/>
                    </a:lnTo>
                    <a:lnTo>
                      <a:pt x="95" y="139"/>
                    </a:lnTo>
                    <a:lnTo>
                      <a:pt x="95" y="139"/>
                    </a:lnTo>
                    <a:lnTo>
                      <a:pt x="97" y="139"/>
                    </a:lnTo>
                    <a:lnTo>
                      <a:pt x="97" y="142"/>
                    </a:lnTo>
                    <a:lnTo>
                      <a:pt x="97" y="142"/>
                    </a:lnTo>
                    <a:lnTo>
                      <a:pt x="95" y="142"/>
                    </a:lnTo>
                    <a:lnTo>
                      <a:pt x="95" y="144"/>
                    </a:lnTo>
                    <a:lnTo>
                      <a:pt x="95" y="144"/>
                    </a:lnTo>
                    <a:lnTo>
                      <a:pt x="95" y="146"/>
                    </a:lnTo>
                    <a:lnTo>
                      <a:pt x="95" y="146"/>
                    </a:lnTo>
                    <a:lnTo>
                      <a:pt x="95" y="149"/>
                    </a:lnTo>
                    <a:lnTo>
                      <a:pt x="95" y="149"/>
                    </a:lnTo>
                    <a:lnTo>
                      <a:pt x="95" y="151"/>
                    </a:lnTo>
                    <a:lnTo>
                      <a:pt x="95" y="151"/>
                    </a:lnTo>
                    <a:lnTo>
                      <a:pt x="95" y="151"/>
                    </a:lnTo>
                    <a:lnTo>
                      <a:pt x="95" y="151"/>
                    </a:lnTo>
                    <a:lnTo>
                      <a:pt x="95" y="154"/>
                    </a:lnTo>
                    <a:lnTo>
                      <a:pt x="95" y="154"/>
                    </a:lnTo>
                    <a:lnTo>
                      <a:pt x="95" y="156"/>
                    </a:lnTo>
                    <a:lnTo>
                      <a:pt x="93" y="156"/>
                    </a:lnTo>
                    <a:lnTo>
                      <a:pt x="93" y="156"/>
                    </a:lnTo>
                    <a:lnTo>
                      <a:pt x="93" y="156"/>
                    </a:lnTo>
                    <a:lnTo>
                      <a:pt x="93" y="154"/>
                    </a:lnTo>
                    <a:lnTo>
                      <a:pt x="90" y="154"/>
                    </a:lnTo>
                    <a:lnTo>
                      <a:pt x="90" y="154"/>
                    </a:lnTo>
                    <a:lnTo>
                      <a:pt x="90" y="154"/>
                    </a:lnTo>
                    <a:lnTo>
                      <a:pt x="90" y="151"/>
                    </a:lnTo>
                    <a:lnTo>
                      <a:pt x="90" y="151"/>
                    </a:lnTo>
                    <a:lnTo>
                      <a:pt x="90" y="151"/>
                    </a:lnTo>
                    <a:lnTo>
                      <a:pt x="88" y="151"/>
                    </a:lnTo>
                    <a:lnTo>
                      <a:pt x="88" y="151"/>
                    </a:lnTo>
                    <a:lnTo>
                      <a:pt x="88" y="149"/>
                    </a:lnTo>
                    <a:lnTo>
                      <a:pt x="88" y="149"/>
                    </a:lnTo>
                    <a:lnTo>
                      <a:pt x="88" y="149"/>
                    </a:lnTo>
                    <a:lnTo>
                      <a:pt x="88" y="146"/>
                    </a:lnTo>
                    <a:lnTo>
                      <a:pt x="86" y="146"/>
                    </a:lnTo>
                    <a:lnTo>
                      <a:pt x="86" y="146"/>
                    </a:lnTo>
                    <a:lnTo>
                      <a:pt x="86" y="146"/>
                    </a:lnTo>
                    <a:lnTo>
                      <a:pt x="83" y="146"/>
                    </a:lnTo>
                    <a:lnTo>
                      <a:pt x="83" y="146"/>
                    </a:lnTo>
                    <a:lnTo>
                      <a:pt x="83" y="146"/>
                    </a:lnTo>
                    <a:lnTo>
                      <a:pt x="83" y="146"/>
                    </a:lnTo>
                    <a:lnTo>
                      <a:pt x="83" y="144"/>
                    </a:lnTo>
                    <a:lnTo>
                      <a:pt x="81" y="144"/>
                    </a:lnTo>
                    <a:lnTo>
                      <a:pt x="81" y="144"/>
                    </a:lnTo>
                    <a:lnTo>
                      <a:pt x="81" y="144"/>
                    </a:lnTo>
                    <a:lnTo>
                      <a:pt x="81" y="142"/>
                    </a:lnTo>
                    <a:lnTo>
                      <a:pt x="79" y="142"/>
                    </a:lnTo>
                    <a:lnTo>
                      <a:pt x="79" y="142"/>
                    </a:lnTo>
                    <a:lnTo>
                      <a:pt x="79" y="142"/>
                    </a:lnTo>
                    <a:lnTo>
                      <a:pt x="76" y="142"/>
                    </a:lnTo>
                    <a:lnTo>
                      <a:pt x="76" y="142"/>
                    </a:lnTo>
                    <a:lnTo>
                      <a:pt x="76" y="142"/>
                    </a:lnTo>
                    <a:lnTo>
                      <a:pt x="76" y="139"/>
                    </a:lnTo>
                    <a:lnTo>
                      <a:pt x="76" y="139"/>
                    </a:lnTo>
                    <a:lnTo>
                      <a:pt x="76" y="139"/>
                    </a:lnTo>
                    <a:lnTo>
                      <a:pt x="76" y="139"/>
                    </a:lnTo>
                    <a:lnTo>
                      <a:pt x="76" y="137"/>
                    </a:lnTo>
                    <a:lnTo>
                      <a:pt x="76" y="137"/>
                    </a:lnTo>
                    <a:lnTo>
                      <a:pt x="76" y="137"/>
                    </a:lnTo>
                    <a:lnTo>
                      <a:pt x="74" y="137"/>
                    </a:lnTo>
                    <a:lnTo>
                      <a:pt x="74" y="135"/>
                    </a:lnTo>
                    <a:lnTo>
                      <a:pt x="74" y="135"/>
                    </a:lnTo>
                    <a:lnTo>
                      <a:pt x="74" y="135"/>
                    </a:lnTo>
                    <a:lnTo>
                      <a:pt x="74" y="132"/>
                    </a:lnTo>
                    <a:lnTo>
                      <a:pt x="74" y="132"/>
                    </a:lnTo>
                    <a:lnTo>
                      <a:pt x="74" y="132"/>
                    </a:lnTo>
                    <a:lnTo>
                      <a:pt x="74" y="130"/>
                    </a:lnTo>
                    <a:lnTo>
                      <a:pt x="71" y="130"/>
                    </a:lnTo>
                    <a:lnTo>
                      <a:pt x="71" y="130"/>
                    </a:lnTo>
                    <a:lnTo>
                      <a:pt x="71" y="130"/>
                    </a:lnTo>
                    <a:lnTo>
                      <a:pt x="71" y="130"/>
                    </a:lnTo>
                    <a:lnTo>
                      <a:pt x="69" y="130"/>
                    </a:lnTo>
                    <a:lnTo>
                      <a:pt x="69" y="130"/>
                    </a:lnTo>
                    <a:lnTo>
                      <a:pt x="69" y="130"/>
                    </a:lnTo>
                    <a:lnTo>
                      <a:pt x="67" y="130"/>
                    </a:lnTo>
                    <a:lnTo>
                      <a:pt x="67" y="128"/>
                    </a:lnTo>
                    <a:lnTo>
                      <a:pt x="67" y="128"/>
                    </a:lnTo>
                    <a:lnTo>
                      <a:pt x="67" y="128"/>
                    </a:lnTo>
                    <a:lnTo>
                      <a:pt x="67" y="128"/>
                    </a:lnTo>
                    <a:lnTo>
                      <a:pt x="67" y="125"/>
                    </a:lnTo>
                    <a:lnTo>
                      <a:pt x="67" y="125"/>
                    </a:lnTo>
                    <a:lnTo>
                      <a:pt x="67" y="125"/>
                    </a:lnTo>
                    <a:lnTo>
                      <a:pt x="67" y="125"/>
                    </a:lnTo>
                    <a:lnTo>
                      <a:pt x="67" y="123"/>
                    </a:lnTo>
                    <a:lnTo>
                      <a:pt x="64" y="123"/>
                    </a:lnTo>
                    <a:lnTo>
                      <a:pt x="64" y="123"/>
                    </a:lnTo>
                    <a:lnTo>
                      <a:pt x="64" y="123"/>
                    </a:lnTo>
                    <a:lnTo>
                      <a:pt x="64" y="123"/>
                    </a:lnTo>
                    <a:lnTo>
                      <a:pt x="62" y="123"/>
                    </a:lnTo>
                    <a:lnTo>
                      <a:pt x="62" y="120"/>
                    </a:lnTo>
                    <a:lnTo>
                      <a:pt x="62" y="120"/>
                    </a:lnTo>
                    <a:lnTo>
                      <a:pt x="62" y="120"/>
                    </a:lnTo>
                    <a:lnTo>
                      <a:pt x="60" y="120"/>
                    </a:lnTo>
                    <a:lnTo>
                      <a:pt x="60" y="120"/>
                    </a:lnTo>
                    <a:lnTo>
                      <a:pt x="60" y="120"/>
                    </a:lnTo>
                    <a:lnTo>
                      <a:pt x="60" y="120"/>
                    </a:lnTo>
                    <a:lnTo>
                      <a:pt x="60" y="120"/>
                    </a:lnTo>
                    <a:lnTo>
                      <a:pt x="60" y="120"/>
                    </a:lnTo>
                    <a:lnTo>
                      <a:pt x="60" y="123"/>
                    </a:lnTo>
                    <a:lnTo>
                      <a:pt x="60" y="123"/>
                    </a:lnTo>
                    <a:lnTo>
                      <a:pt x="60" y="125"/>
                    </a:lnTo>
                    <a:lnTo>
                      <a:pt x="60" y="125"/>
                    </a:lnTo>
                    <a:lnTo>
                      <a:pt x="60" y="125"/>
                    </a:lnTo>
                    <a:lnTo>
                      <a:pt x="60" y="125"/>
                    </a:lnTo>
                    <a:lnTo>
                      <a:pt x="60" y="128"/>
                    </a:lnTo>
                    <a:lnTo>
                      <a:pt x="62" y="128"/>
                    </a:lnTo>
                    <a:lnTo>
                      <a:pt x="62" y="128"/>
                    </a:lnTo>
                    <a:lnTo>
                      <a:pt x="62" y="128"/>
                    </a:lnTo>
                    <a:lnTo>
                      <a:pt x="62" y="130"/>
                    </a:lnTo>
                    <a:lnTo>
                      <a:pt x="64" y="130"/>
                    </a:lnTo>
                    <a:lnTo>
                      <a:pt x="64" y="130"/>
                    </a:lnTo>
                    <a:lnTo>
                      <a:pt x="64" y="130"/>
                    </a:lnTo>
                    <a:lnTo>
                      <a:pt x="64" y="132"/>
                    </a:lnTo>
                    <a:lnTo>
                      <a:pt x="64" y="132"/>
                    </a:lnTo>
                    <a:lnTo>
                      <a:pt x="64" y="132"/>
                    </a:lnTo>
                    <a:lnTo>
                      <a:pt x="64" y="132"/>
                    </a:lnTo>
                    <a:lnTo>
                      <a:pt x="64" y="135"/>
                    </a:lnTo>
                    <a:lnTo>
                      <a:pt x="64" y="135"/>
                    </a:lnTo>
                    <a:lnTo>
                      <a:pt x="64" y="135"/>
                    </a:lnTo>
                    <a:lnTo>
                      <a:pt x="64" y="137"/>
                    </a:lnTo>
                    <a:lnTo>
                      <a:pt x="64" y="137"/>
                    </a:lnTo>
                    <a:lnTo>
                      <a:pt x="64" y="137"/>
                    </a:lnTo>
                    <a:lnTo>
                      <a:pt x="64" y="139"/>
                    </a:lnTo>
                    <a:lnTo>
                      <a:pt x="62" y="139"/>
                    </a:lnTo>
                    <a:lnTo>
                      <a:pt x="62" y="139"/>
                    </a:lnTo>
                    <a:lnTo>
                      <a:pt x="62" y="139"/>
                    </a:lnTo>
                    <a:lnTo>
                      <a:pt x="62" y="139"/>
                    </a:lnTo>
                    <a:lnTo>
                      <a:pt x="60" y="139"/>
                    </a:lnTo>
                    <a:lnTo>
                      <a:pt x="60" y="137"/>
                    </a:lnTo>
                    <a:lnTo>
                      <a:pt x="60" y="137"/>
                    </a:lnTo>
                    <a:lnTo>
                      <a:pt x="60" y="137"/>
                    </a:lnTo>
                    <a:lnTo>
                      <a:pt x="60" y="135"/>
                    </a:lnTo>
                    <a:lnTo>
                      <a:pt x="60" y="135"/>
                    </a:lnTo>
                    <a:lnTo>
                      <a:pt x="60" y="135"/>
                    </a:lnTo>
                    <a:lnTo>
                      <a:pt x="60" y="132"/>
                    </a:lnTo>
                    <a:lnTo>
                      <a:pt x="60" y="132"/>
                    </a:lnTo>
                    <a:lnTo>
                      <a:pt x="57" y="132"/>
                    </a:lnTo>
                    <a:lnTo>
                      <a:pt x="57" y="130"/>
                    </a:lnTo>
                    <a:lnTo>
                      <a:pt x="57" y="130"/>
                    </a:lnTo>
                    <a:lnTo>
                      <a:pt x="57" y="130"/>
                    </a:lnTo>
                    <a:lnTo>
                      <a:pt x="57" y="130"/>
                    </a:lnTo>
                    <a:lnTo>
                      <a:pt x="57" y="130"/>
                    </a:lnTo>
                    <a:lnTo>
                      <a:pt x="55" y="130"/>
                    </a:lnTo>
                    <a:lnTo>
                      <a:pt x="55" y="130"/>
                    </a:lnTo>
                    <a:lnTo>
                      <a:pt x="55" y="128"/>
                    </a:lnTo>
                    <a:lnTo>
                      <a:pt x="53" y="128"/>
                    </a:lnTo>
                    <a:lnTo>
                      <a:pt x="53" y="128"/>
                    </a:lnTo>
                    <a:lnTo>
                      <a:pt x="53" y="128"/>
                    </a:lnTo>
                    <a:lnTo>
                      <a:pt x="53" y="125"/>
                    </a:lnTo>
                    <a:lnTo>
                      <a:pt x="53" y="125"/>
                    </a:lnTo>
                    <a:lnTo>
                      <a:pt x="53" y="125"/>
                    </a:lnTo>
                    <a:lnTo>
                      <a:pt x="50" y="125"/>
                    </a:lnTo>
                    <a:lnTo>
                      <a:pt x="50" y="123"/>
                    </a:lnTo>
                    <a:lnTo>
                      <a:pt x="50" y="123"/>
                    </a:lnTo>
                    <a:lnTo>
                      <a:pt x="50" y="123"/>
                    </a:lnTo>
                    <a:lnTo>
                      <a:pt x="50" y="123"/>
                    </a:lnTo>
                    <a:lnTo>
                      <a:pt x="48" y="123"/>
                    </a:lnTo>
                    <a:lnTo>
                      <a:pt x="48" y="120"/>
                    </a:lnTo>
                    <a:lnTo>
                      <a:pt x="48" y="120"/>
                    </a:lnTo>
                    <a:lnTo>
                      <a:pt x="45" y="120"/>
                    </a:lnTo>
                    <a:lnTo>
                      <a:pt x="45" y="120"/>
                    </a:lnTo>
                    <a:lnTo>
                      <a:pt x="45" y="120"/>
                    </a:lnTo>
                    <a:lnTo>
                      <a:pt x="45" y="120"/>
                    </a:lnTo>
                    <a:lnTo>
                      <a:pt x="43" y="120"/>
                    </a:lnTo>
                    <a:lnTo>
                      <a:pt x="43" y="120"/>
                    </a:lnTo>
                    <a:lnTo>
                      <a:pt x="43" y="120"/>
                    </a:lnTo>
                    <a:lnTo>
                      <a:pt x="43" y="120"/>
                    </a:lnTo>
                    <a:lnTo>
                      <a:pt x="43" y="120"/>
                    </a:lnTo>
                    <a:lnTo>
                      <a:pt x="41" y="120"/>
                    </a:lnTo>
                    <a:lnTo>
                      <a:pt x="41" y="120"/>
                    </a:lnTo>
                    <a:lnTo>
                      <a:pt x="41" y="120"/>
                    </a:lnTo>
                    <a:lnTo>
                      <a:pt x="38" y="120"/>
                    </a:lnTo>
                    <a:lnTo>
                      <a:pt x="38" y="120"/>
                    </a:lnTo>
                    <a:lnTo>
                      <a:pt x="38" y="123"/>
                    </a:lnTo>
                    <a:lnTo>
                      <a:pt x="38" y="123"/>
                    </a:lnTo>
                    <a:lnTo>
                      <a:pt x="38" y="123"/>
                    </a:lnTo>
                    <a:lnTo>
                      <a:pt x="38" y="125"/>
                    </a:lnTo>
                    <a:lnTo>
                      <a:pt x="38" y="125"/>
                    </a:lnTo>
                    <a:lnTo>
                      <a:pt x="38" y="125"/>
                    </a:lnTo>
                    <a:lnTo>
                      <a:pt x="38" y="125"/>
                    </a:lnTo>
                    <a:lnTo>
                      <a:pt x="38" y="128"/>
                    </a:lnTo>
                    <a:lnTo>
                      <a:pt x="36" y="128"/>
                    </a:lnTo>
                    <a:lnTo>
                      <a:pt x="36" y="128"/>
                    </a:lnTo>
                    <a:lnTo>
                      <a:pt x="34" y="128"/>
                    </a:lnTo>
                    <a:lnTo>
                      <a:pt x="34" y="128"/>
                    </a:lnTo>
                    <a:lnTo>
                      <a:pt x="34" y="128"/>
                    </a:lnTo>
                    <a:lnTo>
                      <a:pt x="34" y="128"/>
                    </a:lnTo>
                    <a:lnTo>
                      <a:pt x="31" y="128"/>
                    </a:lnTo>
                    <a:lnTo>
                      <a:pt x="31" y="128"/>
                    </a:lnTo>
                    <a:lnTo>
                      <a:pt x="31" y="128"/>
                    </a:lnTo>
                    <a:lnTo>
                      <a:pt x="31" y="128"/>
                    </a:lnTo>
                    <a:lnTo>
                      <a:pt x="31" y="128"/>
                    </a:lnTo>
                    <a:lnTo>
                      <a:pt x="31" y="130"/>
                    </a:lnTo>
                    <a:lnTo>
                      <a:pt x="31" y="130"/>
                    </a:lnTo>
                    <a:lnTo>
                      <a:pt x="29" y="130"/>
                    </a:lnTo>
                    <a:lnTo>
                      <a:pt x="29" y="130"/>
                    </a:lnTo>
                    <a:lnTo>
                      <a:pt x="29" y="130"/>
                    </a:lnTo>
                    <a:lnTo>
                      <a:pt x="26" y="130"/>
                    </a:lnTo>
                    <a:lnTo>
                      <a:pt x="26" y="128"/>
                    </a:lnTo>
                    <a:lnTo>
                      <a:pt x="29" y="128"/>
                    </a:lnTo>
                    <a:lnTo>
                      <a:pt x="29" y="128"/>
                    </a:lnTo>
                    <a:lnTo>
                      <a:pt x="26" y="128"/>
                    </a:lnTo>
                    <a:lnTo>
                      <a:pt x="26" y="125"/>
                    </a:lnTo>
                    <a:lnTo>
                      <a:pt x="29" y="125"/>
                    </a:lnTo>
                    <a:lnTo>
                      <a:pt x="29" y="125"/>
                    </a:lnTo>
                    <a:lnTo>
                      <a:pt x="29" y="123"/>
                    </a:lnTo>
                    <a:lnTo>
                      <a:pt x="26" y="123"/>
                    </a:lnTo>
                    <a:lnTo>
                      <a:pt x="26" y="123"/>
                    </a:lnTo>
                    <a:lnTo>
                      <a:pt x="26" y="125"/>
                    </a:lnTo>
                    <a:lnTo>
                      <a:pt x="26" y="125"/>
                    </a:lnTo>
                    <a:lnTo>
                      <a:pt x="26" y="128"/>
                    </a:lnTo>
                    <a:lnTo>
                      <a:pt x="26" y="128"/>
                    </a:lnTo>
                    <a:lnTo>
                      <a:pt x="24" y="128"/>
                    </a:lnTo>
                    <a:lnTo>
                      <a:pt x="24" y="128"/>
                    </a:lnTo>
                    <a:lnTo>
                      <a:pt x="24" y="125"/>
                    </a:lnTo>
                    <a:lnTo>
                      <a:pt x="24" y="125"/>
                    </a:lnTo>
                    <a:lnTo>
                      <a:pt x="24" y="125"/>
                    </a:lnTo>
                    <a:lnTo>
                      <a:pt x="24" y="125"/>
                    </a:lnTo>
                    <a:lnTo>
                      <a:pt x="24" y="123"/>
                    </a:lnTo>
                    <a:lnTo>
                      <a:pt x="24" y="123"/>
                    </a:lnTo>
                    <a:lnTo>
                      <a:pt x="24" y="123"/>
                    </a:lnTo>
                    <a:lnTo>
                      <a:pt x="24" y="120"/>
                    </a:lnTo>
                    <a:lnTo>
                      <a:pt x="24" y="120"/>
                    </a:lnTo>
                    <a:lnTo>
                      <a:pt x="24" y="120"/>
                    </a:lnTo>
                    <a:lnTo>
                      <a:pt x="24" y="120"/>
                    </a:lnTo>
                    <a:lnTo>
                      <a:pt x="24" y="120"/>
                    </a:lnTo>
                    <a:lnTo>
                      <a:pt x="22" y="120"/>
                    </a:lnTo>
                    <a:lnTo>
                      <a:pt x="22" y="120"/>
                    </a:lnTo>
                    <a:lnTo>
                      <a:pt x="22" y="120"/>
                    </a:lnTo>
                    <a:lnTo>
                      <a:pt x="22" y="120"/>
                    </a:lnTo>
                    <a:lnTo>
                      <a:pt x="22" y="123"/>
                    </a:lnTo>
                    <a:lnTo>
                      <a:pt x="22" y="123"/>
                    </a:lnTo>
                    <a:lnTo>
                      <a:pt x="19" y="123"/>
                    </a:lnTo>
                    <a:lnTo>
                      <a:pt x="19" y="123"/>
                    </a:lnTo>
                    <a:lnTo>
                      <a:pt x="19" y="123"/>
                    </a:lnTo>
                    <a:lnTo>
                      <a:pt x="19" y="123"/>
                    </a:lnTo>
                    <a:lnTo>
                      <a:pt x="19" y="120"/>
                    </a:lnTo>
                    <a:lnTo>
                      <a:pt x="19" y="120"/>
                    </a:lnTo>
                    <a:lnTo>
                      <a:pt x="19" y="120"/>
                    </a:lnTo>
                    <a:lnTo>
                      <a:pt x="19" y="118"/>
                    </a:lnTo>
                    <a:lnTo>
                      <a:pt x="19" y="118"/>
                    </a:lnTo>
                    <a:lnTo>
                      <a:pt x="19" y="116"/>
                    </a:lnTo>
                    <a:lnTo>
                      <a:pt x="19" y="116"/>
                    </a:lnTo>
                    <a:lnTo>
                      <a:pt x="19" y="113"/>
                    </a:lnTo>
                    <a:lnTo>
                      <a:pt x="17" y="113"/>
                    </a:lnTo>
                    <a:lnTo>
                      <a:pt x="17" y="113"/>
                    </a:lnTo>
                    <a:lnTo>
                      <a:pt x="17" y="111"/>
                    </a:lnTo>
                    <a:lnTo>
                      <a:pt x="19" y="111"/>
                    </a:lnTo>
                    <a:lnTo>
                      <a:pt x="19" y="111"/>
                    </a:lnTo>
                    <a:lnTo>
                      <a:pt x="19" y="111"/>
                    </a:lnTo>
                    <a:lnTo>
                      <a:pt x="19" y="111"/>
                    </a:lnTo>
                    <a:lnTo>
                      <a:pt x="19" y="111"/>
                    </a:lnTo>
                    <a:lnTo>
                      <a:pt x="22" y="111"/>
                    </a:lnTo>
                    <a:lnTo>
                      <a:pt x="22" y="109"/>
                    </a:lnTo>
                    <a:lnTo>
                      <a:pt x="22" y="109"/>
                    </a:lnTo>
                    <a:lnTo>
                      <a:pt x="22" y="109"/>
                    </a:lnTo>
                    <a:lnTo>
                      <a:pt x="24" y="109"/>
                    </a:lnTo>
                    <a:lnTo>
                      <a:pt x="24" y="106"/>
                    </a:lnTo>
                    <a:lnTo>
                      <a:pt x="24" y="106"/>
                    </a:lnTo>
                    <a:lnTo>
                      <a:pt x="24" y="106"/>
                    </a:lnTo>
                    <a:lnTo>
                      <a:pt x="24" y="106"/>
                    </a:lnTo>
                    <a:lnTo>
                      <a:pt x="24" y="104"/>
                    </a:lnTo>
                    <a:lnTo>
                      <a:pt x="26" y="104"/>
                    </a:lnTo>
                    <a:lnTo>
                      <a:pt x="26" y="104"/>
                    </a:lnTo>
                    <a:lnTo>
                      <a:pt x="26" y="104"/>
                    </a:lnTo>
                    <a:lnTo>
                      <a:pt x="26" y="101"/>
                    </a:lnTo>
                    <a:lnTo>
                      <a:pt x="26" y="101"/>
                    </a:lnTo>
                    <a:lnTo>
                      <a:pt x="26" y="101"/>
                    </a:lnTo>
                    <a:lnTo>
                      <a:pt x="26" y="101"/>
                    </a:lnTo>
                    <a:lnTo>
                      <a:pt x="24" y="101"/>
                    </a:lnTo>
                    <a:lnTo>
                      <a:pt x="24" y="99"/>
                    </a:lnTo>
                    <a:lnTo>
                      <a:pt x="24" y="99"/>
                    </a:lnTo>
                    <a:lnTo>
                      <a:pt x="24" y="99"/>
                    </a:lnTo>
                    <a:lnTo>
                      <a:pt x="24" y="99"/>
                    </a:lnTo>
                    <a:lnTo>
                      <a:pt x="22" y="99"/>
                    </a:lnTo>
                    <a:lnTo>
                      <a:pt x="22" y="99"/>
                    </a:lnTo>
                    <a:lnTo>
                      <a:pt x="19" y="99"/>
                    </a:lnTo>
                    <a:lnTo>
                      <a:pt x="19" y="99"/>
                    </a:lnTo>
                    <a:lnTo>
                      <a:pt x="19" y="97"/>
                    </a:lnTo>
                    <a:lnTo>
                      <a:pt x="19" y="97"/>
                    </a:lnTo>
                    <a:lnTo>
                      <a:pt x="19" y="99"/>
                    </a:lnTo>
                    <a:lnTo>
                      <a:pt x="19" y="99"/>
                    </a:lnTo>
                    <a:lnTo>
                      <a:pt x="19" y="101"/>
                    </a:lnTo>
                    <a:lnTo>
                      <a:pt x="19" y="101"/>
                    </a:lnTo>
                    <a:lnTo>
                      <a:pt x="19" y="101"/>
                    </a:lnTo>
                    <a:lnTo>
                      <a:pt x="19" y="101"/>
                    </a:lnTo>
                    <a:lnTo>
                      <a:pt x="19" y="104"/>
                    </a:lnTo>
                    <a:lnTo>
                      <a:pt x="19" y="104"/>
                    </a:lnTo>
                    <a:lnTo>
                      <a:pt x="19" y="106"/>
                    </a:lnTo>
                    <a:lnTo>
                      <a:pt x="19" y="106"/>
                    </a:lnTo>
                    <a:lnTo>
                      <a:pt x="19" y="109"/>
                    </a:lnTo>
                    <a:lnTo>
                      <a:pt x="19" y="109"/>
                    </a:lnTo>
                    <a:lnTo>
                      <a:pt x="19" y="109"/>
                    </a:lnTo>
                    <a:lnTo>
                      <a:pt x="19" y="109"/>
                    </a:lnTo>
                    <a:lnTo>
                      <a:pt x="19" y="109"/>
                    </a:lnTo>
                    <a:lnTo>
                      <a:pt x="17" y="109"/>
                    </a:lnTo>
                    <a:lnTo>
                      <a:pt x="17" y="109"/>
                    </a:lnTo>
                    <a:lnTo>
                      <a:pt x="17" y="106"/>
                    </a:lnTo>
                    <a:lnTo>
                      <a:pt x="17" y="106"/>
                    </a:lnTo>
                    <a:lnTo>
                      <a:pt x="17" y="109"/>
                    </a:lnTo>
                    <a:lnTo>
                      <a:pt x="17" y="109"/>
                    </a:lnTo>
                    <a:lnTo>
                      <a:pt x="17" y="106"/>
                    </a:lnTo>
                    <a:lnTo>
                      <a:pt x="15" y="106"/>
                    </a:lnTo>
                    <a:lnTo>
                      <a:pt x="15" y="106"/>
                    </a:lnTo>
                    <a:lnTo>
                      <a:pt x="15" y="106"/>
                    </a:lnTo>
                    <a:lnTo>
                      <a:pt x="15" y="104"/>
                    </a:lnTo>
                    <a:lnTo>
                      <a:pt x="12" y="104"/>
                    </a:lnTo>
                    <a:lnTo>
                      <a:pt x="12" y="104"/>
                    </a:lnTo>
                    <a:lnTo>
                      <a:pt x="15" y="104"/>
                    </a:lnTo>
                    <a:lnTo>
                      <a:pt x="15" y="101"/>
                    </a:lnTo>
                    <a:lnTo>
                      <a:pt x="12" y="101"/>
                    </a:lnTo>
                    <a:lnTo>
                      <a:pt x="12" y="101"/>
                    </a:lnTo>
                    <a:lnTo>
                      <a:pt x="12" y="101"/>
                    </a:lnTo>
                    <a:lnTo>
                      <a:pt x="12" y="101"/>
                    </a:lnTo>
                    <a:lnTo>
                      <a:pt x="12" y="101"/>
                    </a:lnTo>
                    <a:lnTo>
                      <a:pt x="10" y="101"/>
                    </a:lnTo>
                    <a:lnTo>
                      <a:pt x="10" y="99"/>
                    </a:lnTo>
                    <a:lnTo>
                      <a:pt x="10" y="99"/>
                    </a:lnTo>
                    <a:lnTo>
                      <a:pt x="10" y="99"/>
                    </a:lnTo>
                    <a:lnTo>
                      <a:pt x="10" y="99"/>
                    </a:lnTo>
                    <a:lnTo>
                      <a:pt x="8" y="99"/>
                    </a:lnTo>
                    <a:lnTo>
                      <a:pt x="8" y="99"/>
                    </a:lnTo>
                    <a:lnTo>
                      <a:pt x="8" y="97"/>
                    </a:lnTo>
                    <a:lnTo>
                      <a:pt x="8" y="97"/>
                    </a:lnTo>
                    <a:lnTo>
                      <a:pt x="8" y="94"/>
                    </a:lnTo>
                    <a:lnTo>
                      <a:pt x="8" y="94"/>
                    </a:lnTo>
                    <a:lnTo>
                      <a:pt x="8" y="92"/>
                    </a:lnTo>
                    <a:lnTo>
                      <a:pt x="8" y="92"/>
                    </a:lnTo>
                    <a:lnTo>
                      <a:pt x="8" y="92"/>
                    </a:lnTo>
                    <a:lnTo>
                      <a:pt x="8" y="90"/>
                    </a:lnTo>
                    <a:lnTo>
                      <a:pt x="8" y="90"/>
                    </a:lnTo>
                    <a:lnTo>
                      <a:pt x="5" y="90"/>
                    </a:lnTo>
                    <a:lnTo>
                      <a:pt x="5" y="87"/>
                    </a:lnTo>
                    <a:lnTo>
                      <a:pt x="5" y="87"/>
                    </a:lnTo>
                    <a:lnTo>
                      <a:pt x="5" y="85"/>
                    </a:lnTo>
                    <a:lnTo>
                      <a:pt x="5" y="85"/>
                    </a:lnTo>
                    <a:lnTo>
                      <a:pt x="5" y="85"/>
                    </a:lnTo>
                    <a:lnTo>
                      <a:pt x="5" y="83"/>
                    </a:lnTo>
                    <a:lnTo>
                      <a:pt x="5" y="83"/>
                    </a:lnTo>
                    <a:lnTo>
                      <a:pt x="5" y="83"/>
                    </a:lnTo>
                    <a:lnTo>
                      <a:pt x="3" y="83"/>
                    </a:lnTo>
                    <a:lnTo>
                      <a:pt x="3" y="80"/>
                    </a:lnTo>
                    <a:lnTo>
                      <a:pt x="3" y="80"/>
                    </a:lnTo>
                    <a:lnTo>
                      <a:pt x="3" y="80"/>
                    </a:lnTo>
                    <a:lnTo>
                      <a:pt x="3" y="78"/>
                    </a:lnTo>
                    <a:lnTo>
                      <a:pt x="3" y="78"/>
                    </a:lnTo>
                    <a:lnTo>
                      <a:pt x="3" y="75"/>
                    </a:lnTo>
                    <a:lnTo>
                      <a:pt x="3" y="75"/>
                    </a:lnTo>
                    <a:lnTo>
                      <a:pt x="3" y="73"/>
                    </a:lnTo>
                    <a:lnTo>
                      <a:pt x="3" y="73"/>
                    </a:lnTo>
                    <a:lnTo>
                      <a:pt x="0" y="73"/>
                    </a:lnTo>
                    <a:lnTo>
                      <a:pt x="0" y="73"/>
                    </a:lnTo>
                    <a:lnTo>
                      <a:pt x="0" y="73"/>
                    </a:lnTo>
                    <a:lnTo>
                      <a:pt x="0" y="71"/>
                    </a:lnTo>
                    <a:lnTo>
                      <a:pt x="0" y="71"/>
                    </a:lnTo>
                    <a:lnTo>
                      <a:pt x="0" y="71"/>
                    </a:lnTo>
                    <a:lnTo>
                      <a:pt x="3" y="71"/>
                    </a:lnTo>
                    <a:lnTo>
                      <a:pt x="3" y="71"/>
                    </a:lnTo>
                    <a:lnTo>
                      <a:pt x="3" y="73"/>
                    </a:lnTo>
                    <a:lnTo>
                      <a:pt x="3" y="73"/>
                    </a:lnTo>
                    <a:lnTo>
                      <a:pt x="3" y="71"/>
                    </a:lnTo>
                    <a:lnTo>
                      <a:pt x="3" y="71"/>
                    </a:lnTo>
                    <a:lnTo>
                      <a:pt x="3" y="71"/>
                    </a:lnTo>
                    <a:lnTo>
                      <a:pt x="3" y="71"/>
                    </a:lnTo>
                    <a:lnTo>
                      <a:pt x="3" y="68"/>
                    </a:lnTo>
                    <a:lnTo>
                      <a:pt x="0" y="68"/>
                    </a:lnTo>
                    <a:lnTo>
                      <a:pt x="0" y="68"/>
                    </a:lnTo>
                    <a:lnTo>
                      <a:pt x="0" y="68"/>
                    </a:lnTo>
                    <a:lnTo>
                      <a:pt x="0" y="68"/>
                    </a:lnTo>
                    <a:lnTo>
                      <a:pt x="0" y="66"/>
                    </a:lnTo>
                    <a:lnTo>
                      <a:pt x="0" y="66"/>
                    </a:lnTo>
                    <a:lnTo>
                      <a:pt x="0" y="66"/>
                    </a:lnTo>
                    <a:lnTo>
                      <a:pt x="0" y="64"/>
                    </a:lnTo>
                    <a:lnTo>
                      <a:pt x="0" y="64"/>
                    </a:lnTo>
                    <a:lnTo>
                      <a:pt x="0" y="61"/>
                    </a:lnTo>
                    <a:lnTo>
                      <a:pt x="0" y="61"/>
                    </a:lnTo>
                    <a:lnTo>
                      <a:pt x="0" y="61"/>
                    </a:lnTo>
                    <a:lnTo>
                      <a:pt x="0" y="59"/>
                    </a:lnTo>
                    <a:lnTo>
                      <a:pt x="0" y="59"/>
                    </a:lnTo>
                    <a:lnTo>
                      <a:pt x="0" y="59"/>
                    </a:lnTo>
                    <a:lnTo>
                      <a:pt x="0" y="56"/>
                    </a:lnTo>
                    <a:lnTo>
                      <a:pt x="3" y="56"/>
                    </a:lnTo>
                    <a:lnTo>
                      <a:pt x="3" y="56"/>
                    </a:lnTo>
                    <a:lnTo>
                      <a:pt x="3" y="56"/>
                    </a:lnTo>
                    <a:lnTo>
                      <a:pt x="3" y="54"/>
                    </a:lnTo>
                    <a:lnTo>
                      <a:pt x="5" y="54"/>
                    </a:lnTo>
                    <a:lnTo>
                      <a:pt x="5" y="54"/>
                    </a:lnTo>
                    <a:lnTo>
                      <a:pt x="5" y="56"/>
                    </a:lnTo>
                    <a:lnTo>
                      <a:pt x="5" y="56"/>
                    </a:lnTo>
                    <a:lnTo>
                      <a:pt x="5" y="56"/>
                    </a:lnTo>
                    <a:lnTo>
                      <a:pt x="8" y="56"/>
                    </a:lnTo>
                    <a:lnTo>
                      <a:pt x="8" y="59"/>
                    </a:lnTo>
                    <a:lnTo>
                      <a:pt x="8" y="59"/>
                    </a:lnTo>
                    <a:lnTo>
                      <a:pt x="8" y="61"/>
                    </a:lnTo>
                    <a:lnTo>
                      <a:pt x="8" y="61"/>
                    </a:lnTo>
                    <a:lnTo>
                      <a:pt x="8" y="61"/>
                    </a:lnTo>
                    <a:lnTo>
                      <a:pt x="8" y="61"/>
                    </a:lnTo>
                    <a:lnTo>
                      <a:pt x="10" y="61"/>
                    </a:lnTo>
                    <a:lnTo>
                      <a:pt x="10" y="64"/>
                    </a:lnTo>
                    <a:lnTo>
                      <a:pt x="10" y="64"/>
                    </a:lnTo>
                    <a:lnTo>
                      <a:pt x="10" y="64"/>
                    </a:lnTo>
                    <a:lnTo>
                      <a:pt x="10" y="66"/>
                    </a:lnTo>
                    <a:lnTo>
                      <a:pt x="10" y="66"/>
                    </a:lnTo>
                    <a:lnTo>
                      <a:pt x="12" y="66"/>
                    </a:lnTo>
                    <a:lnTo>
                      <a:pt x="12" y="64"/>
                    </a:lnTo>
                    <a:lnTo>
                      <a:pt x="12" y="64"/>
                    </a:lnTo>
                    <a:lnTo>
                      <a:pt x="12" y="64"/>
                    </a:lnTo>
                    <a:lnTo>
                      <a:pt x="12" y="64"/>
                    </a:lnTo>
                    <a:lnTo>
                      <a:pt x="15" y="64"/>
                    </a:lnTo>
                    <a:lnTo>
                      <a:pt x="15" y="61"/>
                    </a:lnTo>
                    <a:lnTo>
                      <a:pt x="15" y="61"/>
                    </a:lnTo>
                    <a:lnTo>
                      <a:pt x="12" y="61"/>
                    </a:lnTo>
                    <a:lnTo>
                      <a:pt x="12" y="61"/>
                    </a:lnTo>
                    <a:lnTo>
                      <a:pt x="12" y="59"/>
                    </a:lnTo>
                    <a:lnTo>
                      <a:pt x="12" y="59"/>
                    </a:lnTo>
                    <a:lnTo>
                      <a:pt x="12" y="59"/>
                    </a:lnTo>
                    <a:lnTo>
                      <a:pt x="12" y="56"/>
                    </a:lnTo>
                    <a:lnTo>
                      <a:pt x="12" y="56"/>
                    </a:lnTo>
                    <a:lnTo>
                      <a:pt x="12" y="54"/>
                    </a:lnTo>
                    <a:lnTo>
                      <a:pt x="12" y="54"/>
                    </a:lnTo>
                    <a:lnTo>
                      <a:pt x="12" y="52"/>
                    </a:lnTo>
                    <a:lnTo>
                      <a:pt x="12" y="52"/>
                    </a:lnTo>
                    <a:lnTo>
                      <a:pt x="12" y="52"/>
                    </a:lnTo>
                    <a:lnTo>
                      <a:pt x="12" y="52"/>
                    </a:lnTo>
                    <a:lnTo>
                      <a:pt x="12" y="52"/>
                    </a:lnTo>
                    <a:lnTo>
                      <a:pt x="12" y="49"/>
                    </a:lnTo>
                    <a:lnTo>
                      <a:pt x="12" y="49"/>
                    </a:lnTo>
                    <a:lnTo>
                      <a:pt x="12" y="49"/>
                    </a:lnTo>
                    <a:lnTo>
                      <a:pt x="12" y="47"/>
                    </a:lnTo>
                    <a:lnTo>
                      <a:pt x="12" y="47"/>
                    </a:lnTo>
                    <a:lnTo>
                      <a:pt x="12" y="47"/>
                    </a:lnTo>
                    <a:lnTo>
                      <a:pt x="12" y="45"/>
                    </a:lnTo>
                    <a:lnTo>
                      <a:pt x="12" y="45"/>
                    </a:lnTo>
                    <a:lnTo>
                      <a:pt x="12" y="45"/>
                    </a:lnTo>
                    <a:lnTo>
                      <a:pt x="15" y="45"/>
                    </a:lnTo>
                    <a:lnTo>
                      <a:pt x="15" y="42"/>
                    </a:lnTo>
                    <a:lnTo>
                      <a:pt x="15" y="42"/>
                    </a:lnTo>
                    <a:lnTo>
                      <a:pt x="15" y="42"/>
                    </a:lnTo>
                    <a:lnTo>
                      <a:pt x="15" y="42"/>
                    </a:lnTo>
                    <a:lnTo>
                      <a:pt x="15" y="40"/>
                    </a:lnTo>
                    <a:lnTo>
                      <a:pt x="15" y="40"/>
                    </a:lnTo>
                    <a:lnTo>
                      <a:pt x="15" y="37"/>
                    </a:lnTo>
                    <a:lnTo>
                      <a:pt x="15" y="37"/>
                    </a:lnTo>
                    <a:lnTo>
                      <a:pt x="15" y="37"/>
                    </a:lnTo>
                    <a:lnTo>
                      <a:pt x="15" y="35"/>
                    </a:lnTo>
                    <a:lnTo>
                      <a:pt x="15" y="35"/>
                    </a:lnTo>
                    <a:lnTo>
                      <a:pt x="15" y="33"/>
                    </a:lnTo>
                    <a:lnTo>
                      <a:pt x="15" y="33"/>
                    </a:lnTo>
                    <a:lnTo>
                      <a:pt x="15" y="33"/>
                    </a:lnTo>
                    <a:lnTo>
                      <a:pt x="15" y="30"/>
                    </a:lnTo>
                    <a:lnTo>
                      <a:pt x="15" y="30"/>
                    </a:lnTo>
                    <a:lnTo>
                      <a:pt x="15" y="30"/>
                    </a:lnTo>
                    <a:lnTo>
                      <a:pt x="15" y="30"/>
                    </a:lnTo>
                    <a:lnTo>
                      <a:pt x="15" y="28"/>
                    </a:lnTo>
                    <a:lnTo>
                      <a:pt x="12" y="28"/>
                    </a:lnTo>
                    <a:lnTo>
                      <a:pt x="12" y="28"/>
                    </a:lnTo>
                    <a:lnTo>
                      <a:pt x="12" y="26"/>
                    </a:lnTo>
                    <a:lnTo>
                      <a:pt x="12" y="26"/>
                    </a:lnTo>
                    <a:lnTo>
                      <a:pt x="12" y="23"/>
                    </a:lnTo>
                    <a:lnTo>
                      <a:pt x="12" y="23"/>
                    </a:lnTo>
                    <a:lnTo>
                      <a:pt x="15" y="23"/>
                    </a:lnTo>
                    <a:lnTo>
                      <a:pt x="15" y="21"/>
                    </a:lnTo>
                    <a:lnTo>
                      <a:pt x="15" y="21"/>
                    </a:lnTo>
                    <a:lnTo>
                      <a:pt x="15" y="21"/>
                    </a:lnTo>
                    <a:lnTo>
                      <a:pt x="15" y="21"/>
                    </a:lnTo>
                    <a:lnTo>
                      <a:pt x="15" y="19"/>
                    </a:lnTo>
                    <a:lnTo>
                      <a:pt x="15" y="19"/>
                    </a:lnTo>
                    <a:lnTo>
                      <a:pt x="15" y="16"/>
                    </a:lnTo>
                    <a:lnTo>
                      <a:pt x="17" y="16"/>
                    </a:lnTo>
                    <a:lnTo>
                      <a:pt x="17" y="16"/>
                    </a:lnTo>
                    <a:lnTo>
                      <a:pt x="17" y="14"/>
                    </a:lnTo>
                    <a:lnTo>
                      <a:pt x="17" y="14"/>
                    </a:lnTo>
                    <a:lnTo>
                      <a:pt x="17" y="11"/>
                    </a:lnTo>
                    <a:lnTo>
                      <a:pt x="17" y="11"/>
                    </a:lnTo>
                    <a:lnTo>
                      <a:pt x="17" y="11"/>
                    </a:lnTo>
                    <a:lnTo>
                      <a:pt x="17" y="11"/>
                    </a:lnTo>
                    <a:lnTo>
                      <a:pt x="17" y="9"/>
                    </a:lnTo>
                    <a:lnTo>
                      <a:pt x="17" y="9"/>
                    </a:lnTo>
                    <a:lnTo>
                      <a:pt x="17" y="9"/>
                    </a:lnTo>
                    <a:lnTo>
                      <a:pt x="17" y="7"/>
                    </a:lnTo>
                    <a:lnTo>
                      <a:pt x="19" y="7"/>
                    </a:lnTo>
                    <a:lnTo>
                      <a:pt x="19" y="7"/>
                    </a:lnTo>
                    <a:lnTo>
                      <a:pt x="19" y="4"/>
                    </a:lnTo>
                    <a:lnTo>
                      <a:pt x="17" y="4"/>
                    </a:lnTo>
                    <a:lnTo>
                      <a:pt x="17" y="4"/>
                    </a:lnTo>
                    <a:lnTo>
                      <a:pt x="17" y="2"/>
                    </a:lnTo>
                    <a:lnTo>
                      <a:pt x="17" y="2"/>
                    </a:lnTo>
                    <a:lnTo>
                      <a:pt x="19" y="2"/>
                    </a:lnTo>
                    <a:lnTo>
                      <a:pt x="19" y="2"/>
                    </a:lnTo>
                    <a:lnTo>
                      <a:pt x="19" y="2"/>
                    </a:lnTo>
                    <a:lnTo>
                      <a:pt x="19" y="2"/>
                    </a:lnTo>
                    <a:lnTo>
                      <a:pt x="19" y="2"/>
                    </a:lnTo>
                    <a:lnTo>
                      <a:pt x="22" y="2"/>
                    </a:lnTo>
                    <a:lnTo>
                      <a:pt x="22" y="2"/>
                    </a:lnTo>
                    <a:lnTo>
                      <a:pt x="22" y="2"/>
                    </a:lnTo>
                    <a:lnTo>
                      <a:pt x="22" y="0"/>
                    </a:lnTo>
                    <a:lnTo>
                      <a:pt x="22" y="0"/>
                    </a:lnTo>
                    <a:lnTo>
                      <a:pt x="24" y="0"/>
                    </a:lnTo>
                    <a:lnTo>
                      <a:pt x="24" y="0"/>
                    </a:lnTo>
                    <a:lnTo>
                      <a:pt x="24" y="0"/>
                    </a:lnTo>
                    <a:lnTo>
                      <a:pt x="24" y="0"/>
                    </a:lnTo>
                    <a:lnTo>
                      <a:pt x="26" y="0"/>
                    </a:lnTo>
                    <a:lnTo>
                      <a:pt x="26" y="2"/>
                    </a:lnTo>
                    <a:lnTo>
                      <a:pt x="26" y="2"/>
                    </a:lnTo>
                    <a:lnTo>
                      <a:pt x="26" y="0"/>
                    </a:lnTo>
                    <a:lnTo>
                      <a:pt x="26" y="0"/>
                    </a:lnTo>
                    <a:lnTo>
                      <a:pt x="29" y="0"/>
                    </a:lnTo>
                    <a:lnTo>
                      <a:pt x="29" y="0"/>
                    </a:lnTo>
                    <a:lnTo>
                      <a:pt x="29" y="0"/>
                    </a:lnTo>
                    <a:lnTo>
                      <a:pt x="31" y="0"/>
                    </a:lnTo>
                    <a:lnTo>
                      <a:pt x="31" y="0"/>
                    </a:lnTo>
                    <a:lnTo>
                      <a:pt x="31" y="0"/>
                    </a:lnTo>
                    <a:lnTo>
                      <a:pt x="31" y="0"/>
                    </a:lnTo>
                    <a:lnTo>
                      <a:pt x="34" y="0"/>
                    </a:lnTo>
                    <a:lnTo>
                      <a:pt x="34" y="2"/>
                    </a:lnTo>
                    <a:lnTo>
                      <a:pt x="34" y="2"/>
                    </a:lnTo>
                    <a:lnTo>
                      <a:pt x="34" y="2"/>
                    </a:lnTo>
                    <a:lnTo>
                      <a:pt x="34" y="2"/>
                    </a:lnTo>
                    <a:lnTo>
                      <a:pt x="36" y="2"/>
                    </a:lnTo>
                    <a:lnTo>
                      <a:pt x="36" y="2"/>
                    </a:lnTo>
                    <a:lnTo>
                      <a:pt x="36" y="2"/>
                    </a:lnTo>
                    <a:lnTo>
                      <a:pt x="38" y="2"/>
                    </a:lnTo>
                    <a:lnTo>
                      <a:pt x="38" y="4"/>
                    </a:lnTo>
                    <a:lnTo>
                      <a:pt x="38" y="4"/>
                    </a:lnTo>
                    <a:lnTo>
                      <a:pt x="38" y="4"/>
                    </a:lnTo>
                    <a:lnTo>
                      <a:pt x="38" y="4"/>
                    </a:lnTo>
                    <a:lnTo>
                      <a:pt x="41" y="4"/>
                    </a:lnTo>
                    <a:lnTo>
                      <a:pt x="41" y="4"/>
                    </a:lnTo>
                    <a:lnTo>
                      <a:pt x="41" y="7"/>
                    </a:lnTo>
                    <a:lnTo>
                      <a:pt x="43" y="7"/>
                    </a:lnTo>
                    <a:lnTo>
                      <a:pt x="43" y="7"/>
                    </a:lnTo>
                    <a:lnTo>
                      <a:pt x="43" y="7"/>
                    </a:lnTo>
                    <a:lnTo>
                      <a:pt x="43" y="7"/>
                    </a:lnTo>
                    <a:lnTo>
                      <a:pt x="45" y="7"/>
                    </a:lnTo>
                    <a:lnTo>
                      <a:pt x="45" y="7"/>
                    </a:lnTo>
                    <a:lnTo>
                      <a:pt x="45" y="9"/>
                    </a:lnTo>
                    <a:lnTo>
                      <a:pt x="45" y="9"/>
                    </a:lnTo>
                    <a:lnTo>
                      <a:pt x="48" y="9"/>
                    </a:lnTo>
                    <a:lnTo>
                      <a:pt x="48" y="9"/>
                    </a:lnTo>
                    <a:lnTo>
                      <a:pt x="50" y="9"/>
                    </a:lnTo>
                    <a:lnTo>
                      <a:pt x="50" y="7"/>
                    </a:lnTo>
                    <a:lnTo>
                      <a:pt x="50" y="7"/>
                    </a:lnTo>
                    <a:lnTo>
                      <a:pt x="50" y="7"/>
                    </a:lnTo>
                    <a:lnTo>
                      <a:pt x="50" y="7"/>
                    </a:lnTo>
                    <a:lnTo>
                      <a:pt x="50" y="4"/>
                    </a:lnTo>
                    <a:lnTo>
                      <a:pt x="50" y="4"/>
                    </a:lnTo>
                    <a:lnTo>
                      <a:pt x="53" y="4"/>
                    </a:lnTo>
                    <a:lnTo>
                      <a:pt x="53" y="2"/>
                    </a:lnTo>
                    <a:lnTo>
                      <a:pt x="50" y="2"/>
                    </a:lnTo>
                    <a:lnTo>
                      <a:pt x="50" y="2"/>
                    </a:lnTo>
                    <a:lnTo>
                      <a:pt x="50" y="2"/>
                    </a:lnTo>
                    <a:lnTo>
                      <a:pt x="53" y="2"/>
                    </a:lnTo>
                    <a:lnTo>
                      <a:pt x="53" y="2"/>
                    </a:lnTo>
                    <a:lnTo>
                      <a:pt x="53" y="2"/>
                    </a:lnTo>
                    <a:lnTo>
                      <a:pt x="53" y="2"/>
                    </a:lnTo>
                    <a:lnTo>
                      <a:pt x="55" y="2"/>
                    </a:lnTo>
                    <a:lnTo>
                      <a:pt x="55" y="2"/>
                    </a:lnTo>
                    <a:lnTo>
                      <a:pt x="55" y="4"/>
                    </a:lnTo>
                    <a:lnTo>
                      <a:pt x="55" y="4"/>
                    </a:lnTo>
                    <a:lnTo>
                      <a:pt x="55" y="4"/>
                    </a:lnTo>
                    <a:lnTo>
                      <a:pt x="57" y="4"/>
                    </a:lnTo>
                    <a:lnTo>
                      <a:pt x="57" y="7"/>
                    </a:lnTo>
                    <a:lnTo>
                      <a:pt x="57" y="7"/>
                    </a:lnTo>
                    <a:lnTo>
                      <a:pt x="57" y="7"/>
                    </a:lnTo>
                    <a:lnTo>
                      <a:pt x="57" y="9"/>
                    </a:lnTo>
                    <a:lnTo>
                      <a:pt x="57" y="9"/>
                    </a:lnTo>
                    <a:lnTo>
                      <a:pt x="57" y="9"/>
                    </a:lnTo>
                    <a:lnTo>
                      <a:pt x="57" y="11"/>
                    </a:lnTo>
                    <a:lnTo>
                      <a:pt x="57" y="11"/>
                    </a:lnTo>
                    <a:lnTo>
                      <a:pt x="55" y="11"/>
                    </a:lnTo>
                    <a:lnTo>
                      <a:pt x="55" y="11"/>
                    </a:lnTo>
                    <a:lnTo>
                      <a:pt x="55" y="11"/>
                    </a:lnTo>
                    <a:lnTo>
                      <a:pt x="53" y="11"/>
                    </a:lnTo>
                    <a:lnTo>
                      <a:pt x="53" y="14"/>
                    </a:lnTo>
                    <a:lnTo>
                      <a:pt x="53" y="14"/>
                    </a:lnTo>
                    <a:lnTo>
                      <a:pt x="53" y="16"/>
                    </a:lnTo>
                    <a:lnTo>
                      <a:pt x="53" y="16"/>
                    </a:lnTo>
                    <a:lnTo>
                      <a:pt x="53" y="19"/>
                    </a:lnTo>
                    <a:lnTo>
                      <a:pt x="53" y="19"/>
                    </a:lnTo>
                    <a:lnTo>
                      <a:pt x="53" y="21"/>
                    </a:lnTo>
                    <a:lnTo>
                      <a:pt x="53" y="21"/>
                    </a:lnTo>
                    <a:lnTo>
                      <a:pt x="53" y="21"/>
                    </a:lnTo>
                    <a:lnTo>
                      <a:pt x="53" y="21"/>
                    </a:lnTo>
                    <a:lnTo>
                      <a:pt x="53" y="23"/>
                    </a:lnTo>
                    <a:lnTo>
                      <a:pt x="53" y="23"/>
                    </a:lnTo>
                    <a:lnTo>
                      <a:pt x="53" y="23"/>
                    </a:lnTo>
                    <a:lnTo>
                      <a:pt x="53" y="26"/>
                    </a:lnTo>
                    <a:lnTo>
                      <a:pt x="53" y="26"/>
                    </a:lnTo>
                    <a:lnTo>
                      <a:pt x="53" y="28"/>
                    </a:lnTo>
                    <a:lnTo>
                      <a:pt x="53" y="28"/>
                    </a:lnTo>
                    <a:lnTo>
                      <a:pt x="55" y="28"/>
                    </a:lnTo>
                    <a:lnTo>
                      <a:pt x="55" y="30"/>
                    </a:lnTo>
                    <a:lnTo>
                      <a:pt x="55" y="30"/>
                    </a:lnTo>
                    <a:lnTo>
                      <a:pt x="55" y="30"/>
                    </a:lnTo>
                    <a:lnTo>
                      <a:pt x="55" y="30"/>
                    </a:lnTo>
                    <a:lnTo>
                      <a:pt x="57" y="30"/>
                    </a:lnTo>
                    <a:lnTo>
                      <a:pt x="57" y="30"/>
                    </a:lnTo>
                    <a:lnTo>
                      <a:pt x="57" y="30"/>
                    </a:lnTo>
                    <a:lnTo>
                      <a:pt x="57" y="33"/>
                    </a:lnTo>
                    <a:lnTo>
                      <a:pt x="60" y="33"/>
                    </a:lnTo>
                    <a:lnTo>
                      <a:pt x="60" y="33"/>
                    </a:lnTo>
                    <a:lnTo>
                      <a:pt x="60" y="35"/>
                    </a:lnTo>
                    <a:lnTo>
                      <a:pt x="60" y="35"/>
                    </a:lnTo>
                    <a:lnTo>
                      <a:pt x="60" y="37"/>
                    </a:lnTo>
                    <a:lnTo>
                      <a:pt x="60" y="37"/>
                    </a:lnTo>
                    <a:lnTo>
                      <a:pt x="60" y="37"/>
                    </a:lnTo>
                    <a:lnTo>
                      <a:pt x="60" y="37"/>
                    </a:lnTo>
                    <a:lnTo>
                      <a:pt x="60" y="40"/>
                    </a:lnTo>
                    <a:lnTo>
                      <a:pt x="60" y="40"/>
                    </a:lnTo>
                    <a:lnTo>
                      <a:pt x="60" y="42"/>
                    </a:lnTo>
                    <a:lnTo>
                      <a:pt x="60" y="42"/>
                    </a:lnTo>
                    <a:lnTo>
                      <a:pt x="60" y="42"/>
                    </a:lnTo>
                    <a:lnTo>
                      <a:pt x="60" y="42"/>
                    </a:lnTo>
                    <a:lnTo>
                      <a:pt x="60" y="45"/>
                    </a:lnTo>
                    <a:lnTo>
                      <a:pt x="60" y="45"/>
                    </a:lnTo>
                    <a:lnTo>
                      <a:pt x="60" y="45"/>
                    </a:lnTo>
                    <a:lnTo>
                      <a:pt x="60" y="47"/>
                    </a:lnTo>
                    <a:lnTo>
                      <a:pt x="60" y="47"/>
                    </a:lnTo>
                    <a:lnTo>
                      <a:pt x="57" y="47"/>
                    </a:lnTo>
                    <a:lnTo>
                      <a:pt x="57" y="49"/>
                    </a:lnTo>
                    <a:lnTo>
                      <a:pt x="57" y="49"/>
                    </a:lnTo>
                    <a:lnTo>
                      <a:pt x="57" y="49"/>
                    </a:lnTo>
                    <a:lnTo>
                      <a:pt x="57" y="52"/>
                    </a:lnTo>
                    <a:lnTo>
                      <a:pt x="57" y="52"/>
                    </a:lnTo>
                    <a:lnTo>
                      <a:pt x="57" y="52"/>
                    </a:lnTo>
                    <a:lnTo>
                      <a:pt x="57" y="52"/>
                    </a:lnTo>
                    <a:lnTo>
                      <a:pt x="57" y="54"/>
                    </a:lnTo>
                    <a:lnTo>
                      <a:pt x="55" y="54"/>
                    </a:lnTo>
                    <a:lnTo>
                      <a:pt x="55" y="54"/>
                    </a:lnTo>
                    <a:lnTo>
                      <a:pt x="55" y="54"/>
                    </a:lnTo>
                    <a:lnTo>
                      <a:pt x="55" y="56"/>
                    </a:lnTo>
                    <a:lnTo>
                      <a:pt x="55" y="56"/>
                    </a:lnTo>
                    <a:lnTo>
                      <a:pt x="55" y="59"/>
                    </a:lnTo>
                    <a:lnTo>
                      <a:pt x="55" y="59"/>
                    </a:lnTo>
                    <a:lnTo>
                      <a:pt x="55" y="61"/>
                    </a:lnTo>
                    <a:lnTo>
                      <a:pt x="53" y="61"/>
                    </a:lnTo>
                    <a:lnTo>
                      <a:pt x="53" y="61"/>
                    </a:lnTo>
                    <a:lnTo>
                      <a:pt x="53" y="61"/>
                    </a:lnTo>
                    <a:lnTo>
                      <a:pt x="53" y="61"/>
                    </a:lnTo>
                    <a:lnTo>
                      <a:pt x="53" y="61"/>
                    </a:lnTo>
                    <a:lnTo>
                      <a:pt x="53" y="64"/>
                    </a:lnTo>
                    <a:lnTo>
                      <a:pt x="50" y="64"/>
                    </a:lnTo>
                    <a:lnTo>
                      <a:pt x="50" y="64"/>
                    </a:lnTo>
                    <a:lnTo>
                      <a:pt x="50" y="66"/>
                    </a:lnTo>
                    <a:lnTo>
                      <a:pt x="50" y="66"/>
                    </a:lnTo>
                    <a:lnTo>
                      <a:pt x="50" y="66"/>
                    </a:lnTo>
                    <a:lnTo>
                      <a:pt x="50" y="66"/>
                    </a:lnTo>
                    <a:lnTo>
                      <a:pt x="48" y="66"/>
                    </a:lnTo>
                    <a:lnTo>
                      <a:pt x="48" y="66"/>
                    </a:lnTo>
                    <a:lnTo>
                      <a:pt x="48" y="64"/>
                    </a:lnTo>
                    <a:lnTo>
                      <a:pt x="48" y="64"/>
                    </a:lnTo>
                    <a:lnTo>
                      <a:pt x="45" y="64"/>
                    </a:lnTo>
                    <a:lnTo>
                      <a:pt x="45" y="64"/>
                    </a:lnTo>
                    <a:lnTo>
                      <a:pt x="45" y="66"/>
                    </a:lnTo>
                    <a:lnTo>
                      <a:pt x="45" y="66"/>
                    </a:lnTo>
                    <a:lnTo>
                      <a:pt x="43" y="66"/>
                    </a:lnTo>
                    <a:lnTo>
                      <a:pt x="43" y="66"/>
                    </a:lnTo>
                    <a:lnTo>
                      <a:pt x="43" y="66"/>
                    </a:lnTo>
                    <a:lnTo>
                      <a:pt x="43" y="66"/>
                    </a:lnTo>
                    <a:lnTo>
                      <a:pt x="43" y="68"/>
                    </a:lnTo>
                    <a:lnTo>
                      <a:pt x="41" y="68"/>
                    </a:lnTo>
                    <a:lnTo>
                      <a:pt x="41" y="68"/>
                    </a:lnTo>
                    <a:lnTo>
                      <a:pt x="41" y="68"/>
                    </a:lnTo>
                    <a:lnTo>
                      <a:pt x="41" y="71"/>
                    </a:lnTo>
                    <a:lnTo>
                      <a:pt x="41" y="71"/>
                    </a:lnTo>
                    <a:lnTo>
                      <a:pt x="41" y="71"/>
                    </a:lnTo>
                    <a:lnTo>
                      <a:pt x="41" y="71"/>
                    </a:lnTo>
                    <a:lnTo>
                      <a:pt x="43" y="71"/>
                    </a:lnTo>
                    <a:lnTo>
                      <a:pt x="43" y="73"/>
                    </a:lnTo>
                    <a:lnTo>
                      <a:pt x="43" y="73"/>
                    </a:lnTo>
                    <a:lnTo>
                      <a:pt x="41" y="73"/>
                    </a:lnTo>
                    <a:lnTo>
                      <a:pt x="41" y="75"/>
                    </a:lnTo>
                    <a:lnTo>
                      <a:pt x="41" y="75"/>
                    </a:lnTo>
                    <a:lnTo>
                      <a:pt x="41" y="78"/>
                    </a:lnTo>
                    <a:lnTo>
                      <a:pt x="41" y="78"/>
                    </a:lnTo>
                    <a:lnTo>
                      <a:pt x="41" y="78"/>
                    </a:lnTo>
                    <a:lnTo>
                      <a:pt x="38" y="78"/>
                    </a:lnTo>
                    <a:lnTo>
                      <a:pt x="38" y="80"/>
                    </a:lnTo>
                    <a:lnTo>
                      <a:pt x="38" y="80"/>
                    </a:lnTo>
                    <a:lnTo>
                      <a:pt x="38" y="80"/>
                    </a:lnTo>
                    <a:lnTo>
                      <a:pt x="38" y="80"/>
                    </a:lnTo>
                    <a:lnTo>
                      <a:pt x="38" y="83"/>
                    </a:lnTo>
                    <a:lnTo>
                      <a:pt x="38" y="83"/>
                    </a:lnTo>
                    <a:lnTo>
                      <a:pt x="38" y="83"/>
                    </a:lnTo>
                    <a:lnTo>
                      <a:pt x="36" y="83"/>
                    </a:lnTo>
                    <a:lnTo>
                      <a:pt x="36" y="85"/>
                    </a:lnTo>
                    <a:lnTo>
                      <a:pt x="36" y="85"/>
                    </a:lnTo>
                    <a:lnTo>
                      <a:pt x="38" y="85"/>
                    </a:lnTo>
                    <a:lnTo>
                      <a:pt x="38" y="87"/>
                    </a:lnTo>
                    <a:lnTo>
                      <a:pt x="38" y="87"/>
                    </a:lnTo>
                    <a:lnTo>
                      <a:pt x="38" y="87"/>
                    </a:lnTo>
                    <a:lnTo>
                      <a:pt x="38" y="90"/>
                    </a:lnTo>
                    <a:lnTo>
                      <a:pt x="38" y="90"/>
                    </a:lnTo>
                    <a:lnTo>
                      <a:pt x="38" y="90"/>
                    </a:lnTo>
                    <a:lnTo>
                      <a:pt x="38" y="92"/>
                    </a:lnTo>
                    <a:lnTo>
                      <a:pt x="41" y="92"/>
                    </a:lnTo>
                    <a:lnTo>
                      <a:pt x="41" y="92"/>
                    </a:lnTo>
                    <a:lnTo>
                      <a:pt x="41" y="92"/>
                    </a:lnTo>
                    <a:lnTo>
                      <a:pt x="41" y="94"/>
                    </a:lnTo>
                    <a:lnTo>
                      <a:pt x="41" y="94"/>
                    </a:lnTo>
                    <a:lnTo>
                      <a:pt x="41" y="94"/>
                    </a:lnTo>
                    <a:lnTo>
                      <a:pt x="41" y="97"/>
                    </a:lnTo>
                    <a:lnTo>
                      <a:pt x="43" y="97"/>
                    </a:lnTo>
                    <a:lnTo>
                      <a:pt x="43" y="97"/>
                    </a:lnTo>
                    <a:lnTo>
                      <a:pt x="43" y="97"/>
                    </a:lnTo>
                    <a:lnTo>
                      <a:pt x="43" y="99"/>
                    </a:lnTo>
                    <a:lnTo>
                      <a:pt x="43" y="99"/>
                    </a:lnTo>
                    <a:lnTo>
                      <a:pt x="43" y="99"/>
                    </a:lnTo>
                    <a:lnTo>
                      <a:pt x="43" y="101"/>
                    </a:lnTo>
                    <a:lnTo>
                      <a:pt x="43" y="101"/>
                    </a:lnTo>
                    <a:lnTo>
                      <a:pt x="43" y="101"/>
                    </a:lnTo>
                    <a:lnTo>
                      <a:pt x="43" y="101"/>
                    </a:lnTo>
                    <a:lnTo>
                      <a:pt x="41" y="101"/>
                    </a:lnTo>
                    <a:lnTo>
                      <a:pt x="41" y="101"/>
                    </a:lnTo>
                    <a:lnTo>
                      <a:pt x="43" y="101"/>
                    </a:lnTo>
                    <a:lnTo>
                      <a:pt x="43" y="104"/>
                    </a:lnTo>
                    <a:lnTo>
                      <a:pt x="43" y="104"/>
                    </a:lnTo>
                    <a:lnTo>
                      <a:pt x="43" y="106"/>
                    </a:lnTo>
                    <a:lnTo>
                      <a:pt x="43" y="106"/>
                    </a:lnTo>
                    <a:lnTo>
                      <a:pt x="43" y="106"/>
                    </a:lnTo>
                    <a:lnTo>
                      <a:pt x="43" y="109"/>
                    </a:lnTo>
                    <a:lnTo>
                      <a:pt x="43" y="109"/>
                    </a:lnTo>
                    <a:lnTo>
                      <a:pt x="43" y="109"/>
                    </a:lnTo>
                    <a:lnTo>
                      <a:pt x="43" y="111"/>
                    </a:lnTo>
                    <a:lnTo>
                      <a:pt x="45" y="111"/>
                    </a:lnTo>
                    <a:lnTo>
                      <a:pt x="45" y="109"/>
                    </a:lnTo>
                    <a:lnTo>
                      <a:pt x="45" y="109"/>
                    </a:lnTo>
                    <a:lnTo>
                      <a:pt x="45" y="109"/>
                    </a:lnTo>
                    <a:lnTo>
                      <a:pt x="45" y="111"/>
                    </a:lnTo>
                    <a:lnTo>
                      <a:pt x="45" y="111"/>
                    </a:lnTo>
                    <a:lnTo>
                      <a:pt x="45" y="111"/>
                    </a:lnTo>
                    <a:lnTo>
                      <a:pt x="45" y="111"/>
                    </a:lnTo>
                    <a:lnTo>
                      <a:pt x="45" y="111"/>
                    </a:lnTo>
                    <a:lnTo>
                      <a:pt x="45" y="113"/>
                    </a:lnTo>
                    <a:lnTo>
                      <a:pt x="45" y="113"/>
                    </a:lnTo>
                    <a:lnTo>
                      <a:pt x="45" y="113"/>
                    </a:lnTo>
                    <a:lnTo>
                      <a:pt x="45" y="116"/>
                    </a:lnTo>
                    <a:lnTo>
                      <a:pt x="45" y="116"/>
                    </a:lnTo>
                    <a:lnTo>
                      <a:pt x="48" y="116"/>
                    </a:lnTo>
                    <a:lnTo>
                      <a:pt x="48" y="116"/>
                    </a:lnTo>
                    <a:lnTo>
                      <a:pt x="48" y="116"/>
                    </a:lnTo>
                    <a:lnTo>
                      <a:pt x="48" y="118"/>
                    </a:lnTo>
                    <a:lnTo>
                      <a:pt x="50" y="118"/>
                    </a:lnTo>
                    <a:lnTo>
                      <a:pt x="50" y="118"/>
                    </a:lnTo>
                    <a:lnTo>
                      <a:pt x="50" y="118"/>
                    </a:lnTo>
                    <a:lnTo>
                      <a:pt x="50" y="118"/>
                    </a:lnTo>
                    <a:lnTo>
                      <a:pt x="53" y="118"/>
                    </a:lnTo>
                    <a:lnTo>
                      <a:pt x="53" y="118"/>
                    </a:lnTo>
                    <a:lnTo>
                      <a:pt x="53" y="118"/>
                    </a:lnTo>
                    <a:lnTo>
                      <a:pt x="53" y="118"/>
                    </a:lnTo>
                    <a:lnTo>
                      <a:pt x="50" y="118"/>
                    </a:lnTo>
                    <a:lnTo>
                      <a:pt x="50" y="116"/>
                    </a:lnTo>
                    <a:lnTo>
                      <a:pt x="50" y="116"/>
                    </a:lnTo>
                    <a:lnTo>
                      <a:pt x="50" y="116"/>
                    </a:lnTo>
                    <a:lnTo>
                      <a:pt x="50" y="116"/>
                    </a:lnTo>
                    <a:lnTo>
                      <a:pt x="48" y="116"/>
                    </a:lnTo>
                    <a:lnTo>
                      <a:pt x="48" y="113"/>
                    </a:lnTo>
                    <a:lnTo>
                      <a:pt x="48" y="113"/>
                    </a:lnTo>
                    <a:lnTo>
                      <a:pt x="48" y="113"/>
                    </a:lnTo>
                    <a:lnTo>
                      <a:pt x="45" y="113"/>
                    </a:lnTo>
                    <a:lnTo>
                      <a:pt x="45" y="111"/>
                    </a:lnTo>
                    <a:lnTo>
                      <a:pt x="48" y="111"/>
                    </a:lnTo>
                    <a:lnTo>
                      <a:pt x="48" y="111"/>
                    </a:lnTo>
                    <a:lnTo>
                      <a:pt x="48" y="111"/>
                    </a:lnTo>
                    <a:lnTo>
                      <a:pt x="48" y="111"/>
                    </a:lnTo>
                    <a:lnTo>
                      <a:pt x="50" y="111"/>
                    </a:lnTo>
                    <a:lnTo>
                      <a:pt x="50" y="111"/>
                    </a:lnTo>
                    <a:lnTo>
                      <a:pt x="50" y="113"/>
                    </a:lnTo>
                    <a:lnTo>
                      <a:pt x="50" y="113"/>
                    </a:lnTo>
                    <a:lnTo>
                      <a:pt x="50" y="113"/>
                    </a:lnTo>
                    <a:lnTo>
                      <a:pt x="53" y="113"/>
                    </a:lnTo>
                    <a:lnTo>
                      <a:pt x="53" y="113"/>
                    </a:lnTo>
                    <a:lnTo>
                      <a:pt x="53" y="113"/>
                    </a:lnTo>
                    <a:lnTo>
                      <a:pt x="53" y="111"/>
                    </a:lnTo>
                    <a:lnTo>
                      <a:pt x="53" y="111"/>
                    </a:lnTo>
                    <a:lnTo>
                      <a:pt x="53" y="111"/>
                    </a:lnTo>
                    <a:lnTo>
                      <a:pt x="55" y="111"/>
                    </a:lnTo>
                    <a:lnTo>
                      <a:pt x="55" y="111"/>
                    </a:lnTo>
                    <a:lnTo>
                      <a:pt x="55" y="111"/>
                    </a:lnTo>
                    <a:lnTo>
                      <a:pt x="57" y="111"/>
                    </a:lnTo>
                    <a:lnTo>
                      <a:pt x="57" y="111"/>
                    </a:lnTo>
                    <a:lnTo>
                      <a:pt x="57" y="111"/>
                    </a:lnTo>
                    <a:lnTo>
                      <a:pt x="57" y="111"/>
                    </a:lnTo>
                    <a:lnTo>
                      <a:pt x="57" y="109"/>
                    </a:lnTo>
                    <a:lnTo>
                      <a:pt x="57" y="109"/>
                    </a:lnTo>
                    <a:lnTo>
                      <a:pt x="60" y="109"/>
                    </a:lnTo>
                    <a:lnTo>
                      <a:pt x="60" y="109"/>
                    </a:lnTo>
                    <a:lnTo>
                      <a:pt x="60" y="109"/>
                    </a:lnTo>
                    <a:lnTo>
                      <a:pt x="60" y="109"/>
                    </a:lnTo>
                    <a:lnTo>
                      <a:pt x="62" y="109"/>
                    </a:lnTo>
                    <a:lnTo>
                      <a:pt x="62" y="109"/>
                    </a:lnTo>
                    <a:lnTo>
                      <a:pt x="62" y="109"/>
                    </a:lnTo>
                    <a:lnTo>
                      <a:pt x="62" y="109"/>
                    </a:lnTo>
                    <a:lnTo>
                      <a:pt x="64" y="109"/>
                    </a:lnTo>
                    <a:lnTo>
                      <a:pt x="64" y="109"/>
                    </a:lnTo>
                    <a:lnTo>
                      <a:pt x="64" y="109"/>
                    </a:lnTo>
                    <a:lnTo>
                      <a:pt x="64" y="109"/>
                    </a:lnTo>
                    <a:lnTo>
                      <a:pt x="67" y="109"/>
                    </a:lnTo>
                    <a:lnTo>
                      <a:pt x="67" y="109"/>
                    </a:lnTo>
                    <a:lnTo>
                      <a:pt x="67" y="111"/>
                    </a:lnTo>
                    <a:lnTo>
                      <a:pt x="67" y="111"/>
                    </a:lnTo>
                    <a:lnTo>
                      <a:pt x="69" y="111"/>
                    </a:lnTo>
                    <a:lnTo>
                      <a:pt x="69" y="111"/>
                    </a:lnTo>
                    <a:lnTo>
                      <a:pt x="69" y="111"/>
                    </a:lnTo>
                    <a:lnTo>
                      <a:pt x="69" y="111"/>
                    </a:lnTo>
                    <a:lnTo>
                      <a:pt x="69" y="113"/>
                    </a:lnTo>
                    <a:lnTo>
                      <a:pt x="71" y="113"/>
                    </a:lnTo>
                    <a:lnTo>
                      <a:pt x="71" y="113"/>
                    </a:lnTo>
                    <a:lnTo>
                      <a:pt x="71" y="113"/>
                    </a:lnTo>
                    <a:lnTo>
                      <a:pt x="71" y="113"/>
                    </a:lnTo>
                    <a:lnTo>
                      <a:pt x="71" y="113"/>
                    </a:lnTo>
                    <a:lnTo>
                      <a:pt x="71" y="113"/>
                    </a:lnTo>
                    <a:lnTo>
                      <a:pt x="74" y="113"/>
                    </a:lnTo>
                    <a:lnTo>
                      <a:pt x="74" y="116"/>
                    </a:lnTo>
                    <a:lnTo>
                      <a:pt x="74" y="116"/>
                    </a:lnTo>
                    <a:lnTo>
                      <a:pt x="74" y="118"/>
                    </a:lnTo>
                    <a:lnTo>
                      <a:pt x="74" y="118"/>
                    </a:lnTo>
                    <a:lnTo>
                      <a:pt x="74" y="120"/>
                    </a:lnTo>
                    <a:lnTo>
                      <a:pt x="74" y="120"/>
                    </a:lnTo>
                    <a:lnTo>
                      <a:pt x="71" y="120"/>
                    </a:lnTo>
                    <a:lnTo>
                      <a:pt x="71" y="120"/>
                    </a:lnTo>
                    <a:lnTo>
                      <a:pt x="71" y="123"/>
                    </a:lnTo>
                    <a:lnTo>
                      <a:pt x="71" y="123"/>
                    </a:lnTo>
                    <a:lnTo>
                      <a:pt x="74" y="123"/>
                    </a:lnTo>
                    <a:lnTo>
                      <a:pt x="74" y="123"/>
                    </a:lnTo>
                    <a:lnTo>
                      <a:pt x="74" y="123"/>
                    </a:lnTo>
                    <a:lnTo>
                      <a:pt x="76" y="123"/>
                    </a:lnTo>
                    <a:lnTo>
                      <a:pt x="76" y="123"/>
                    </a:lnTo>
                    <a:lnTo>
                      <a:pt x="76" y="123"/>
                    </a:lnTo>
                    <a:lnTo>
                      <a:pt x="76" y="120"/>
                    </a:lnTo>
                    <a:lnTo>
                      <a:pt x="76" y="120"/>
                    </a:lnTo>
                    <a:lnTo>
                      <a:pt x="76" y="120"/>
                    </a:lnTo>
                    <a:lnTo>
                      <a:pt x="76" y="120"/>
                    </a:lnTo>
                    <a:lnTo>
                      <a:pt x="76" y="118"/>
                    </a:lnTo>
                    <a:lnTo>
                      <a:pt x="74" y="118"/>
                    </a:lnTo>
                    <a:lnTo>
                      <a:pt x="74" y="118"/>
                    </a:lnTo>
                    <a:lnTo>
                      <a:pt x="74" y="118"/>
                    </a:lnTo>
                    <a:lnTo>
                      <a:pt x="74" y="116"/>
                    </a:lnTo>
                    <a:lnTo>
                      <a:pt x="74" y="116"/>
                    </a:lnTo>
                    <a:lnTo>
                      <a:pt x="76" y="116"/>
                    </a:lnTo>
                    <a:lnTo>
                      <a:pt x="76" y="116"/>
                    </a:lnTo>
                    <a:lnTo>
                      <a:pt x="76" y="113"/>
                    </a:lnTo>
                    <a:lnTo>
                      <a:pt x="76" y="113"/>
                    </a:lnTo>
                    <a:lnTo>
                      <a:pt x="76" y="113"/>
                    </a:lnTo>
                    <a:lnTo>
                      <a:pt x="79" y="113"/>
                    </a:lnTo>
                    <a:lnTo>
                      <a:pt x="79" y="113"/>
                    </a:lnTo>
                    <a:lnTo>
                      <a:pt x="79" y="113"/>
                    </a:lnTo>
                    <a:lnTo>
                      <a:pt x="79" y="116"/>
                    </a:lnTo>
                    <a:lnTo>
                      <a:pt x="79" y="116"/>
                    </a:lnTo>
                    <a:lnTo>
                      <a:pt x="79" y="116"/>
                    </a:lnTo>
                    <a:lnTo>
                      <a:pt x="79" y="118"/>
                    </a:lnTo>
                    <a:lnTo>
                      <a:pt x="81" y="118"/>
                    </a:lnTo>
                    <a:lnTo>
                      <a:pt x="81" y="118"/>
                    </a:lnTo>
                    <a:lnTo>
                      <a:pt x="83" y="118"/>
                    </a:lnTo>
                    <a:lnTo>
                      <a:pt x="83" y="116"/>
                    </a:lnTo>
                    <a:lnTo>
                      <a:pt x="83" y="116"/>
                    </a:lnTo>
                    <a:lnTo>
                      <a:pt x="83" y="116"/>
                    </a:lnTo>
                    <a:lnTo>
                      <a:pt x="83" y="118"/>
                    </a:lnTo>
                    <a:lnTo>
                      <a:pt x="86" y="118"/>
                    </a:lnTo>
                    <a:lnTo>
                      <a:pt x="86" y="118"/>
                    </a:lnTo>
                    <a:lnTo>
                      <a:pt x="86" y="118"/>
                    </a:lnTo>
                    <a:lnTo>
                      <a:pt x="86" y="118"/>
                    </a:lnTo>
                    <a:lnTo>
                      <a:pt x="86" y="120"/>
                    </a:lnTo>
                    <a:lnTo>
                      <a:pt x="88" y="120"/>
                    </a:lnTo>
                    <a:lnTo>
                      <a:pt x="88" y="118"/>
                    </a:lnTo>
                    <a:lnTo>
                      <a:pt x="88" y="118"/>
                    </a:lnTo>
                    <a:lnTo>
                      <a:pt x="88" y="118"/>
                    </a:lnTo>
                    <a:lnTo>
                      <a:pt x="90" y="118"/>
                    </a:lnTo>
                    <a:lnTo>
                      <a:pt x="90" y="118"/>
                    </a:lnTo>
                    <a:lnTo>
                      <a:pt x="90" y="120"/>
                    </a:lnTo>
                    <a:lnTo>
                      <a:pt x="90" y="120"/>
                    </a:lnTo>
                    <a:lnTo>
                      <a:pt x="90" y="120"/>
                    </a:lnTo>
                    <a:lnTo>
                      <a:pt x="90" y="120"/>
                    </a:lnTo>
                    <a:lnTo>
                      <a:pt x="90" y="120"/>
                    </a:lnTo>
                    <a:lnTo>
                      <a:pt x="90" y="123"/>
                    </a:lnTo>
                    <a:lnTo>
                      <a:pt x="93" y="123"/>
                    </a:lnTo>
                    <a:lnTo>
                      <a:pt x="93" y="123"/>
                    </a:lnTo>
                    <a:lnTo>
                      <a:pt x="93" y="12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88"/>
              <p:cNvSpPr>
                <a:spLocks/>
              </p:cNvSpPr>
              <p:nvPr/>
            </p:nvSpPr>
            <p:spPr bwMode="auto">
              <a:xfrm>
                <a:off x="3401" y="2282"/>
                <a:ext cx="97" cy="156"/>
              </a:xfrm>
              <a:custGeom>
                <a:avLst/>
                <a:gdLst/>
                <a:ahLst/>
                <a:cxnLst>
                  <a:cxn ang="0">
                    <a:pos x="83" y="125"/>
                  </a:cxn>
                  <a:cxn ang="0">
                    <a:pos x="90" y="132"/>
                  </a:cxn>
                  <a:cxn ang="0">
                    <a:pos x="97" y="139"/>
                  </a:cxn>
                  <a:cxn ang="0">
                    <a:pos x="88" y="139"/>
                  </a:cxn>
                  <a:cxn ang="0">
                    <a:pos x="97" y="142"/>
                  </a:cxn>
                  <a:cxn ang="0">
                    <a:pos x="93" y="156"/>
                  </a:cxn>
                  <a:cxn ang="0">
                    <a:pos x="88" y="146"/>
                  </a:cxn>
                  <a:cxn ang="0">
                    <a:pos x="79" y="142"/>
                  </a:cxn>
                  <a:cxn ang="0">
                    <a:pos x="74" y="132"/>
                  </a:cxn>
                  <a:cxn ang="0">
                    <a:pos x="67" y="128"/>
                  </a:cxn>
                  <a:cxn ang="0">
                    <a:pos x="60" y="120"/>
                  </a:cxn>
                  <a:cxn ang="0">
                    <a:pos x="62" y="130"/>
                  </a:cxn>
                  <a:cxn ang="0">
                    <a:pos x="62" y="139"/>
                  </a:cxn>
                  <a:cxn ang="0">
                    <a:pos x="57" y="130"/>
                  </a:cxn>
                  <a:cxn ang="0">
                    <a:pos x="50" y="123"/>
                  </a:cxn>
                  <a:cxn ang="0">
                    <a:pos x="41" y="120"/>
                  </a:cxn>
                  <a:cxn ang="0">
                    <a:pos x="34" y="128"/>
                  </a:cxn>
                  <a:cxn ang="0">
                    <a:pos x="26" y="128"/>
                  </a:cxn>
                  <a:cxn ang="0">
                    <a:pos x="24" y="128"/>
                  </a:cxn>
                  <a:cxn ang="0">
                    <a:pos x="22" y="120"/>
                  </a:cxn>
                  <a:cxn ang="0">
                    <a:pos x="19" y="113"/>
                  </a:cxn>
                  <a:cxn ang="0">
                    <a:pos x="24" y="106"/>
                  </a:cxn>
                  <a:cxn ang="0">
                    <a:pos x="24" y="99"/>
                  </a:cxn>
                  <a:cxn ang="0">
                    <a:pos x="19" y="106"/>
                  </a:cxn>
                  <a:cxn ang="0">
                    <a:pos x="15" y="106"/>
                  </a:cxn>
                  <a:cxn ang="0">
                    <a:pos x="10" y="99"/>
                  </a:cxn>
                  <a:cxn ang="0">
                    <a:pos x="5" y="87"/>
                  </a:cxn>
                  <a:cxn ang="0">
                    <a:pos x="3" y="73"/>
                  </a:cxn>
                  <a:cxn ang="0">
                    <a:pos x="3" y="71"/>
                  </a:cxn>
                  <a:cxn ang="0">
                    <a:pos x="0" y="59"/>
                  </a:cxn>
                  <a:cxn ang="0">
                    <a:pos x="8" y="61"/>
                  </a:cxn>
                  <a:cxn ang="0">
                    <a:pos x="15" y="64"/>
                  </a:cxn>
                  <a:cxn ang="0">
                    <a:pos x="12" y="52"/>
                  </a:cxn>
                  <a:cxn ang="0">
                    <a:pos x="15" y="42"/>
                  </a:cxn>
                  <a:cxn ang="0">
                    <a:pos x="15" y="28"/>
                  </a:cxn>
                  <a:cxn ang="0">
                    <a:pos x="17" y="16"/>
                  </a:cxn>
                  <a:cxn ang="0">
                    <a:pos x="17" y="4"/>
                  </a:cxn>
                  <a:cxn ang="0">
                    <a:pos x="24" y="0"/>
                  </a:cxn>
                  <a:cxn ang="0">
                    <a:pos x="34" y="0"/>
                  </a:cxn>
                  <a:cxn ang="0">
                    <a:pos x="41" y="7"/>
                  </a:cxn>
                  <a:cxn ang="0">
                    <a:pos x="50" y="7"/>
                  </a:cxn>
                  <a:cxn ang="0">
                    <a:pos x="55" y="4"/>
                  </a:cxn>
                  <a:cxn ang="0">
                    <a:pos x="53" y="14"/>
                  </a:cxn>
                  <a:cxn ang="0">
                    <a:pos x="53" y="28"/>
                  </a:cxn>
                  <a:cxn ang="0">
                    <a:pos x="60" y="37"/>
                  </a:cxn>
                  <a:cxn ang="0">
                    <a:pos x="57" y="47"/>
                  </a:cxn>
                  <a:cxn ang="0">
                    <a:pos x="55" y="59"/>
                  </a:cxn>
                  <a:cxn ang="0">
                    <a:pos x="48" y="66"/>
                  </a:cxn>
                  <a:cxn ang="0">
                    <a:pos x="41" y="71"/>
                  </a:cxn>
                  <a:cxn ang="0">
                    <a:pos x="38" y="80"/>
                  </a:cxn>
                  <a:cxn ang="0">
                    <a:pos x="38" y="90"/>
                  </a:cxn>
                  <a:cxn ang="0">
                    <a:pos x="43" y="101"/>
                  </a:cxn>
                  <a:cxn ang="0">
                    <a:pos x="43" y="111"/>
                  </a:cxn>
                  <a:cxn ang="0">
                    <a:pos x="48" y="116"/>
                  </a:cxn>
                  <a:cxn ang="0">
                    <a:pos x="50" y="116"/>
                  </a:cxn>
                  <a:cxn ang="0">
                    <a:pos x="50" y="113"/>
                  </a:cxn>
                  <a:cxn ang="0">
                    <a:pos x="57" y="109"/>
                  </a:cxn>
                  <a:cxn ang="0">
                    <a:pos x="67" y="109"/>
                  </a:cxn>
                  <a:cxn ang="0">
                    <a:pos x="74" y="116"/>
                  </a:cxn>
                  <a:cxn ang="0">
                    <a:pos x="76" y="123"/>
                  </a:cxn>
                  <a:cxn ang="0">
                    <a:pos x="76" y="113"/>
                  </a:cxn>
                  <a:cxn ang="0">
                    <a:pos x="86" y="118"/>
                  </a:cxn>
                  <a:cxn ang="0">
                    <a:pos x="90" y="120"/>
                  </a:cxn>
                </a:cxnLst>
                <a:rect l="0" t="0" r="r" b="b"/>
                <a:pathLst>
                  <a:path w="97" h="156">
                    <a:moveTo>
                      <a:pt x="93" y="125"/>
                    </a:moveTo>
                    <a:lnTo>
                      <a:pt x="90" y="125"/>
                    </a:lnTo>
                    <a:lnTo>
                      <a:pt x="90" y="125"/>
                    </a:lnTo>
                    <a:lnTo>
                      <a:pt x="90" y="125"/>
                    </a:lnTo>
                    <a:lnTo>
                      <a:pt x="90" y="125"/>
                    </a:lnTo>
                    <a:lnTo>
                      <a:pt x="88" y="125"/>
                    </a:lnTo>
                    <a:lnTo>
                      <a:pt x="88" y="125"/>
                    </a:lnTo>
                    <a:lnTo>
                      <a:pt x="86" y="125"/>
                    </a:lnTo>
                    <a:lnTo>
                      <a:pt x="86" y="125"/>
                    </a:lnTo>
                    <a:lnTo>
                      <a:pt x="86" y="125"/>
                    </a:lnTo>
                    <a:lnTo>
                      <a:pt x="86" y="125"/>
                    </a:lnTo>
                    <a:lnTo>
                      <a:pt x="86" y="125"/>
                    </a:lnTo>
                    <a:lnTo>
                      <a:pt x="83" y="125"/>
                    </a:lnTo>
                    <a:lnTo>
                      <a:pt x="83" y="125"/>
                    </a:lnTo>
                    <a:lnTo>
                      <a:pt x="83" y="125"/>
                    </a:lnTo>
                    <a:lnTo>
                      <a:pt x="83" y="125"/>
                    </a:lnTo>
                    <a:lnTo>
                      <a:pt x="83" y="128"/>
                    </a:lnTo>
                    <a:lnTo>
                      <a:pt x="83" y="128"/>
                    </a:lnTo>
                    <a:lnTo>
                      <a:pt x="83" y="128"/>
                    </a:lnTo>
                    <a:lnTo>
                      <a:pt x="83" y="130"/>
                    </a:lnTo>
                    <a:lnTo>
                      <a:pt x="83" y="130"/>
                    </a:lnTo>
                    <a:lnTo>
                      <a:pt x="86" y="130"/>
                    </a:lnTo>
                    <a:lnTo>
                      <a:pt x="86" y="130"/>
                    </a:lnTo>
                    <a:lnTo>
                      <a:pt x="86" y="130"/>
                    </a:lnTo>
                    <a:lnTo>
                      <a:pt x="86" y="130"/>
                    </a:lnTo>
                    <a:lnTo>
                      <a:pt x="86" y="132"/>
                    </a:lnTo>
                    <a:lnTo>
                      <a:pt x="88" y="132"/>
                    </a:lnTo>
                    <a:lnTo>
                      <a:pt x="88" y="132"/>
                    </a:lnTo>
                    <a:lnTo>
                      <a:pt x="88" y="132"/>
                    </a:lnTo>
                    <a:lnTo>
                      <a:pt x="90" y="132"/>
                    </a:lnTo>
                    <a:lnTo>
                      <a:pt x="90" y="132"/>
                    </a:lnTo>
                    <a:lnTo>
                      <a:pt x="90" y="135"/>
                    </a:lnTo>
                    <a:lnTo>
                      <a:pt x="90" y="135"/>
                    </a:lnTo>
                    <a:lnTo>
                      <a:pt x="93" y="135"/>
                    </a:lnTo>
                    <a:lnTo>
                      <a:pt x="93" y="135"/>
                    </a:lnTo>
                    <a:lnTo>
                      <a:pt x="93" y="135"/>
                    </a:lnTo>
                    <a:lnTo>
                      <a:pt x="93" y="135"/>
                    </a:lnTo>
                    <a:lnTo>
                      <a:pt x="95" y="135"/>
                    </a:lnTo>
                    <a:lnTo>
                      <a:pt x="95" y="137"/>
                    </a:lnTo>
                    <a:lnTo>
                      <a:pt x="95" y="137"/>
                    </a:lnTo>
                    <a:lnTo>
                      <a:pt x="97" y="137"/>
                    </a:lnTo>
                    <a:lnTo>
                      <a:pt x="97" y="137"/>
                    </a:lnTo>
                    <a:lnTo>
                      <a:pt x="97" y="137"/>
                    </a:lnTo>
                    <a:lnTo>
                      <a:pt x="97" y="139"/>
                    </a:lnTo>
                    <a:lnTo>
                      <a:pt x="97" y="139"/>
                    </a:lnTo>
                    <a:lnTo>
                      <a:pt x="95" y="139"/>
                    </a:lnTo>
                    <a:lnTo>
                      <a:pt x="95" y="139"/>
                    </a:lnTo>
                    <a:lnTo>
                      <a:pt x="93" y="139"/>
                    </a:lnTo>
                    <a:lnTo>
                      <a:pt x="93" y="139"/>
                    </a:lnTo>
                    <a:lnTo>
                      <a:pt x="93" y="137"/>
                    </a:lnTo>
                    <a:lnTo>
                      <a:pt x="93" y="137"/>
                    </a:lnTo>
                    <a:lnTo>
                      <a:pt x="90" y="137"/>
                    </a:lnTo>
                    <a:lnTo>
                      <a:pt x="90" y="137"/>
                    </a:lnTo>
                    <a:lnTo>
                      <a:pt x="90" y="137"/>
                    </a:lnTo>
                    <a:lnTo>
                      <a:pt x="88" y="137"/>
                    </a:lnTo>
                    <a:lnTo>
                      <a:pt x="88" y="137"/>
                    </a:lnTo>
                    <a:lnTo>
                      <a:pt x="88" y="139"/>
                    </a:lnTo>
                    <a:lnTo>
                      <a:pt x="88" y="139"/>
                    </a:lnTo>
                    <a:lnTo>
                      <a:pt x="88" y="139"/>
                    </a:lnTo>
                    <a:lnTo>
                      <a:pt x="88" y="139"/>
                    </a:lnTo>
                    <a:lnTo>
                      <a:pt x="88" y="139"/>
                    </a:lnTo>
                    <a:lnTo>
                      <a:pt x="88" y="139"/>
                    </a:lnTo>
                    <a:lnTo>
                      <a:pt x="90" y="139"/>
                    </a:lnTo>
                    <a:lnTo>
                      <a:pt x="90" y="139"/>
                    </a:lnTo>
                    <a:lnTo>
                      <a:pt x="90" y="139"/>
                    </a:lnTo>
                    <a:lnTo>
                      <a:pt x="90" y="139"/>
                    </a:lnTo>
                    <a:lnTo>
                      <a:pt x="93" y="139"/>
                    </a:lnTo>
                    <a:lnTo>
                      <a:pt x="93" y="139"/>
                    </a:lnTo>
                    <a:lnTo>
                      <a:pt x="93" y="139"/>
                    </a:lnTo>
                    <a:lnTo>
                      <a:pt x="93" y="139"/>
                    </a:lnTo>
                    <a:lnTo>
                      <a:pt x="95" y="139"/>
                    </a:lnTo>
                    <a:lnTo>
                      <a:pt x="95" y="139"/>
                    </a:lnTo>
                    <a:lnTo>
                      <a:pt x="97" y="139"/>
                    </a:lnTo>
                    <a:lnTo>
                      <a:pt x="97" y="142"/>
                    </a:lnTo>
                    <a:lnTo>
                      <a:pt x="97" y="142"/>
                    </a:lnTo>
                    <a:lnTo>
                      <a:pt x="95" y="142"/>
                    </a:lnTo>
                    <a:lnTo>
                      <a:pt x="95" y="144"/>
                    </a:lnTo>
                    <a:lnTo>
                      <a:pt x="95" y="144"/>
                    </a:lnTo>
                    <a:lnTo>
                      <a:pt x="95" y="146"/>
                    </a:lnTo>
                    <a:lnTo>
                      <a:pt x="95" y="146"/>
                    </a:lnTo>
                    <a:lnTo>
                      <a:pt x="95" y="149"/>
                    </a:lnTo>
                    <a:lnTo>
                      <a:pt x="95" y="149"/>
                    </a:lnTo>
                    <a:lnTo>
                      <a:pt x="95" y="151"/>
                    </a:lnTo>
                    <a:lnTo>
                      <a:pt x="95" y="151"/>
                    </a:lnTo>
                    <a:lnTo>
                      <a:pt x="95" y="151"/>
                    </a:lnTo>
                    <a:lnTo>
                      <a:pt x="95" y="151"/>
                    </a:lnTo>
                    <a:lnTo>
                      <a:pt x="95" y="154"/>
                    </a:lnTo>
                    <a:lnTo>
                      <a:pt x="95" y="154"/>
                    </a:lnTo>
                    <a:lnTo>
                      <a:pt x="95" y="156"/>
                    </a:lnTo>
                    <a:lnTo>
                      <a:pt x="93" y="156"/>
                    </a:lnTo>
                    <a:lnTo>
                      <a:pt x="93" y="156"/>
                    </a:lnTo>
                    <a:lnTo>
                      <a:pt x="93" y="156"/>
                    </a:lnTo>
                    <a:lnTo>
                      <a:pt x="93" y="154"/>
                    </a:lnTo>
                    <a:lnTo>
                      <a:pt x="90" y="154"/>
                    </a:lnTo>
                    <a:lnTo>
                      <a:pt x="90" y="154"/>
                    </a:lnTo>
                    <a:lnTo>
                      <a:pt x="90" y="154"/>
                    </a:lnTo>
                    <a:lnTo>
                      <a:pt x="90" y="151"/>
                    </a:lnTo>
                    <a:lnTo>
                      <a:pt x="90" y="151"/>
                    </a:lnTo>
                    <a:lnTo>
                      <a:pt x="90" y="151"/>
                    </a:lnTo>
                    <a:lnTo>
                      <a:pt x="88" y="151"/>
                    </a:lnTo>
                    <a:lnTo>
                      <a:pt x="88" y="151"/>
                    </a:lnTo>
                    <a:lnTo>
                      <a:pt x="88" y="149"/>
                    </a:lnTo>
                    <a:lnTo>
                      <a:pt x="88" y="149"/>
                    </a:lnTo>
                    <a:lnTo>
                      <a:pt x="88" y="149"/>
                    </a:lnTo>
                    <a:lnTo>
                      <a:pt x="88" y="146"/>
                    </a:lnTo>
                    <a:lnTo>
                      <a:pt x="86" y="146"/>
                    </a:lnTo>
                    <a:lnTo>
                      <a:pt x="86" y="146"/>
                    </a:lnTo>
                    <a:lnTo>
                      <a:pt x="86" y="146"/>
                    </a:lnTo>
                    <a:lnTo>
                      <a:pt x="83" y="146"/>
                    </a:lnTo>
                    <a:lnTo>
                      <a:pt x="83" y="146"/>
                    </a:lnTo>
                    <a:lnTo>
                      <a:pt x="83" y="146"/>
                    </a:lnTo>
                    <a:lnTo>
                      <a:pt x="83" y="146"/>
                    </a:lnTo>
                    <a:lnTo>
                      <a:pt x="83" y="144"/>
                    </a:lnTo>
                    <a:lnTo>
                      <a:pt x="81" y="144"/>
                    </a:lnTo>
                    <a:lnTo>
                      <a:pt x="81" y="144"/>
                    </a:lnTo>
                    <a:lnTo>
                      <a:pt x="81" y="144"/>
                    </a:lnTo>
                    <a:lnTo>
                      <a:pt x="81" y="142"/>
                    </a:lnTo>
                    <a:lnTo>
                      <a:pt x="79" y="142"/>
                    </a:lnTo>
                    <a:lnTo>
                      <a:pt x="79" y="142"/>
                    </a:lnTo>
                    <a:lnTo>
                      <a:pt x="79" y="142"/>
                    </a:lnTo>
                    <a:lnTo>
                      <a:pt x="76" y="142"/>
                    </a:lnTo>
                    <a:lnTo>
                      <a:pt x="76" y="142"/>
                    </a:lnTo>
                    <a:lnTo>
                      <a:pt x="76" y="142"/>
                    </a:lnTo>
                    <a:lnTo>
                      <a:pt x="76" y="139"/>
                    </a:lnTo>
                    <a:lnTo>
                      <a:pt x="76" y="139"/>
                    </a:lnTo>
                    <a:lnTo>
                      <a:pt x="76" y="139"/>
                    </a:lnTo>
                    <a:lnTo>
                      <a:pt x="76" y="139"/>
                    </a:lnTo>
                    <a:lnTo>
                      <a:pt x="76" y="137"/>
                    </a:lnTo>
                    <a:lnTo>
                      <a:pt x="76" y="137"/>
                    </a:lnTo>
                    <a:lnTo>
                      <a:pt x="76" y="137"/>
                    </a:lnTo>
                    <a:lnTo>
                      <a:pt x="74" y="137"/>
                    </a:lnTo>
                    <a:lnTo>
                      <a:pt x="74" y="135"/>
                    </a:lnTo>
                    <a:lnTo>
                      <a:pt x="74" y="135"/>
                    </a:lnTo>
                    <a:lnTo>
                      <a:pt x="74" y="135"/>
                    </a:lnTo>
                    <a:lnTo>
                      <a:pt x="74" y="132"/>
                    </a:lnTo>
                    <a:lnTo>
                      <a:pt x="74" y="132"/>
                    </a:lnTo>
                    <a:lnTo>
                      <a:pt x="74" y="132"/>
                    </a:lnTo>
                    <a:lnTo>
                      <a:pt x="74" y="130"/>
                    </a:lnTo>
                    <a:lnTo>
                      <a:pt x="71" y="130"/>
                    </a:lnTo>
                    <a:lnTo>
                      <a:pt x="71" y="130"/>
                    </a:lnTo>
                    <a:lnTo>
                      <a:pt x="71" y="130"/>
                    </a:lnTo>
                    <a:lnTo>
                      <a:pt x="71" y="130"/>
                    </a:lnTo>
                    <a:lnTo>
                      <a:pt x="69" y="130"/>
                    </a:lnTo>
                    <a:lnTo>
                      <a:pt x="69" y="130"/>
                    </a:lnTo>
                    <a:lnTo>
                      <a:pt x="69" y="130"/>
                    </a:lnTo>
                    <a:lnTo>
                      <a:pt x="67" y="130"/>
                    </a:lnTo>
                    <a:lnTo>
                      <a:pt x="67" y="128"/>
                    </a:lnTo>
                    <a:lnTo>
                      <a:pt x="67" y="128"/>
                    </a:lnTo>
                    <a:lnTo>
                      <a:pt x="67" y="128"/>
                    </a:lnTo>
                    <a:lnTo>
                      <a:pt x="67" y="128"/>
                    </a:lnTo>
                    <a:lnTo>
                      <a:pt x="67" y="125"/>
                    </a:lnTo>
                    <a:lnTo>
                      <a:pt x="67" y="125"/>
                    </a:lnTo>
                    <a:lnTo>
                      <a:pt x="67" y="125"/>
                    </a:lnTo>
                    <a:lnTo>
                      <a:pt x="67" y="125"/>
                    </a:lnTo>
                    <a:lnTo>
                      <a:pt x="67" y="123"/>
                    </a:lnTo>
                    <a:lnTo>
                      <a:pt x="64" y="123"/>
                    </a:lnTo>
                    <a:lnTo>
                      <a:pt x="64" y="123"/>
                    </a:lnTo>
                    <a:lnTo>
                      <a:pt x="64" y="123"/>
                    </a:lnTo>
                    <a:lnTo>
                      <a:pt x="64" y="123"/>
                    </a:lnTo>
                    <a:lnTo>
                      <a:pt x="62" y="123"/>
                    </a:lnTo>
                    <a:lnTo>
                      <a:pt x="62" y="120"/>
                    </a:lnTo>
                    <a:lnTo>
                      <a:pt x="62" y="120"/>
                    </a:lnTo>
                    <a:lnTo>
                      <a:pt x="62" y="120"/>
                    </a:lnTo>
                    <a:lnTo>
                      <a:pt x="60" y="120"/>
                    </a:lnTo>
                    <a:lnTo>
                      <a:pt x="60" y="120"/>
                    </a:lnTo>
                    <a:lnTo>
                      <a:pt x="60" y="120"/>
                    </a:lnTo>
                    <a:lnTo>
                      <a:pt x="60" y="120"/>
                    </a:lnTo>
                    <a:lnTo>
                      <a:pt x="60" y="120"/>
                    </a:lnTo>
                    <a:lnTo>
                      <a:pt x="60" y="120"/>
                    </a:lnTo>
                    <a:lnTo>
                      <a:pt x="60" y="123"/>
                    </a:lnTo>
                    <a:lnTo>
                      <a:pt x="60" y="123"/>
                    </a:lnTo>
                    <a:lnTo>
                      <a:pt x="60" y="125"/>
                    </a:lnTo>
                    <a:lnTo>
                      <a:pt x="60" y="125"/>
                    </a:lnTo>
                    <a:lnTo>
                      <a:pt x="60" y="125"/>
                    </a:lnTo>
                    <a:lnTo>
                      <a:pt x="60" y="125"/>
                    </a:lnTo>
                    <a:lnTo>
                      <a:pt x="60" y="128"/>
                    </a:lnTo>
                    <a:lnTo>
                      <a:pt x="62" y="128"/>
                    </a:lnTo>
                    <a:lnTo>
                      <a:pt x="62" y="128"/>
                    </a:lnTo>
                    <a:lnTo>
                      <a:pt x="62" y="128"/>
                    </a:lnTo>
                    <a:lnTo>
                      <a:pt x="62" y="130"/>
                    </a:lnTo>
                    <a:lnTo>
                      <a:pt x="64" y="130"/>
                    </a:lnTo>
                    <a:lnTo>
                      <a:pt x="64" y="130"/>
                    </a:lnTo>
                    <a:lnTo>
                      <a:pt x="64" y="130"/>
                    </a:lnTo>
                    <a:lnTo>
                      <a:pt x="64" y="132"/>
                    </a:lnTo>
                    <a:lnTo>
                      <a:pt x="64" y="132"/>
                    </a:lnTo>
                    <a:lnTo>
                      <a:pt x="64" y="132"/>
                    </a:lnTo>
                    <a:lnTo>
                      <a:pt x="64" y="132"/>
                    </a:lnTo>
                    <a:lnTo>
                      <a:pt x="64" y="135"/>
                    </a:lnTo>
                    <a:lnTo>
                      <a:pt x="64" y="135"/>
                    </a:lnTo>
                    <a:lnTo>
                      <a:pt x="64" y="135"/>
                    </a:lnTo>
                    <a:lnTo>
                      <a:pt x="64" y="137"/>
                    </a:lnTo>
                    <a:lnTo>
                      <a:pt x="64" y="137"/>
                    </a:lnTo>
                    <a:lnTo>
                      <a:pt x="64" y="137"/>
                    </a:lnTo>
                    <a:lnTo>
                      <a:pt x="64" y="139"/>
                    </a:lnTo>
                    <a:lnTo>
                      <a:pt x="62" y="139"/>
                    </a:lnTo>
                    <a:lnTo>
                      <a:pt x="62" y="139"/>
                    </a:lnTo>
                    <a:lnTo>
                      <a:pt x="62" y="139"/>
                    </a:lnTo>
                    <a:lnTo>
                      <a:pt x="62" y="139"/>
                    </a:lnTo>
                    <a:lnTo>
                      <a:pt x="60" y="139"/>
                    </a:lnTo>
                    <a:lnTo>
                      <a:pt x="60" y="137"/>
                    </a:lnTo>
                    <a:lnTo>
                      <a:pt x="60" y="137"/>
                    </a:lnTo>
                    <a:lnTo>
                      <a:pt x="60" y="137"/>
                    </a:lnTo>
                    <a:lnTo>
                      <a:pt x="60" y="135"/>
                    </a:lnTo>
                    <a:lnTo>
                      <a:pt x="60" y="135"/>
                    </a:lnTo>
                    <a:lnTo>
                      <a:pt x="60" y="135"/>
                    </a:lnTo>
                    <a:lnTo>
                      <a:pt x="60" y="132"/>
                    </a:lnTo>
                    <a:lnTo>
                      <a:pt x="60" y="132"/>
                    </a:lnTo>
                    <a:lnTo>
                      <a:pt x="57" y="132"/>
                    </a:lnTo>
                    <a:lnTo>
                      <a:pt x="57" y="130"/>
                    </a:lnTo>
                    <a:lnTo>
                      <a:pt x="57" y="130"/>
                    </a:lnTo>
                    <a:lnTo>
                      <a:pt x="57" y="130"/>
                    </a:lnTo>
                    <a:lnTo>
                      <a:pt x="57" y="130"/>
                    </a:lnTo>
                    <a:lnTo>
                      <a:pt x="57" y="130"/>
                    </a:lnTo>
                    <a:lnTo>
                      <a:pt x="55" y="130"/>
                    </a:lnTo>
                    <a:lnTo>
                      <a:pt x="55" y="130"/>
                    </a:lnTo>
                    <a:lnTo>
                      <a:pt x="55" y="128"/>
                    </a:lnTo>
                    <a:lnTo>
                      <a:pt x="53" y="128"/>
                    </a:lnTo>
                    <a:lnTo>
                      <a:pt x="53" y="128"/>
                    </a:lnTo>
                    <a:lnTo>
                      <a:pt x="53" y="128"/>
                    </a:lnTo>
                    <a:lnTo>
                      <a:pt x="53" y="125"/>
                    </a:lnTo>
                    <a:lnTo>
                      <a:pt x="53" y="125"/>
                    </a:lnTo>
                    <a:lnTo>
                      <a:pt x="53" y="125"/>
                    </a:lnTo>
                    <a:lnTo>
                      <a:pt x="50" y="125"/>
                    </a:lnTo>
                    <a:lnTo>
                      <a:pt x="50" y="123"/>
                    </a:lnTo>
                    <a:lnTo>
                      <a:pt x="50" y="123"/>
                    </a:lnTo>
                    <a:lnTo>
                      <a:pt x="50" y="123"/>
                    </a:lnTo>
                    <a:lnTo>
                      <a:pt x="50" y="123"/>
                    </a:lnTo>
                    <a:lnTo>
                      <a:pt x="48" y="123"/>
                    </a:lnTo>
                    <a:lnTo>
                      <a:pt x="48" y="120"/>
                    </a:lnTo>
                    <a:lnTo>
                      <a:pt x="48" y="120"/>
                    </a:lnTo>
                    <a:lnTo>
                      <a:pt x="45" y="120"/>
                    </a:lnTo>
                    <a:lnTo>
                      <a:pt x="45" y="120"/>
                    </a:lnTo>
                    <a:lnTo>
                      <a:pt x="45" y="120"/>
                    </a:lnTo>
                    <a:lnTo>
                      <a:pt x="45" y="120"/>
                    </a:lnTo>
                    <a:lnTo>
                      <a:pt x="43" y="120"/>
                    </a:lnTo>
                    <a:lnTo>
                      <a:pt x="43" y="120"/>
                    </a:lnTo>
                    <a:lnTo>
                      <a:pt x="43" y="120"/>
                    </a:lnTo>
                    <a:lnTo>
                      <a:pt x="43" y="120"/>
                    </a:lnTo>
                    <a:lnTo>
                      <a:pt x="43" y="120"/>
                    </a:lnTo>
                    <a:lnTo>
                      <a:pt x="41" y="120"/>
                    </a:lnTo>
                    <a:lnTo>
                      <a:pt x="41" y="120"/>
                    </a:lnTo>
                    <a:lnTo>
                      <a:pt x="41" y="120"/>
                    </a:lnTo>
                    <a:lnTo>
                      <a:pt x="38" y="120"/>
                    </a:lnTo>
                    <a:lnTo>
                      <a:pt x="38" y="120"/>
                    </a:lnTo>
                    <a:lnTo>
                      <a:pt x="38" y="123"/>
                    </a:lnTo>
                    <a:lnTo>
                      <a:pt x="38" y="123"/>
                    </a:lnTo>
                    <a:lnTo>
                      <a:pt x="38" y="123"/>
                    </a:lnTo>
                    <a:lnTo>
                      <a:pt x="38" y="125"/>
                    </a:lnTo>
                    <a:lnTo>
                      <a:pt x="38" y="125"/>
                    </a:lnTo>
                    <a:lnTo>
                      <a:pt x="38" y="125"/>
                    </a:lnTo>
                    <a:lnTo>
                      <a:pt x="38" y="125"/>
                    </a:lnTo>
                    <a:lnTo>
                      <a:pt x="38" y="128"/>
                    </a:lnTo>
                    <a:lnTo>
                      <a:pt x="36" y="128"/>
                    </a:lnTo>
                    <a:lnTo>
                      <a:pt x="36" y="128"/>
                    </a:lnTo>
                    <a:lnTo>
                      <a:pt x="34" y="128"/>
                    </a:lnTo>
                    <a:lnTo>
                      <a:pt x="34" y="128"/>
                    </a:lnTo>
                    <a:lnTo>
                      <a:pt x="34" y="128"/>
                    </a:lnTo>
                    <a:lnTo>
                      <a:pt x="34" y="128"/>
                    </a:lnTo>
                    <a:lnTo>
                      <a:pt x="31" y="128"/>
                    </a:lnTo>
                    <a:lnTo>
                      <a:pt x="31" y="128"/>
                    </a:lnTo>
                    <a:lnTo>
                      <a:pt x="31" y="128"/>
                    </a:lnTo>
                    <a:lnTo>
                      <a:pt x="31" y="128"/>
                    </a:lnTo>
                    <a:lnTo>
                      <a:pt x="31" y="128"/>
                    </a:lnTo>
                    <a:lnTo>
                      <a:pt x="31" y="130"/>
                    </a:lnTo>
                    <a:lnTo>
                      <a:pt x="31" y="130"/>
                    </a:lnTo>
                    <a:lnTo>
                      <a:pt x="29" y="130"/>
                    </a:lnTo>
                    <a:lnTo>
                      <a:pt x="29" y="130"/>
                    </a:lnTo>
                    <a:lnTo>
                      <a:pt x="29" y="130"/>
                    </a:lnTo>
                    <a:lnTo>
                      <a:pt x="26" y="130"/>
                    </a:lnTo>
                    <a:lnTo>
                      <a:pt x="26" y="128"/>
                    </a:lnTo>
                    <a:lnTo>
                      <a:pt x="29" y="128"/>
                    </a:lnTo>
                    <a:lnTo>
                      <a:pt x="29" y="128"/>
                    </a:lnTo>
                    <a:lnTo>
                      <a:pt x="26" y="128"/>
                    </a:lnTo>
                    <a:lnTo>
                      <a:pt x="26" y="125"/>
                    </a:lnTo>
                    <a:lnTo>
                      <a:pt x="29" y="125"/>
                    </a:lnTo>
                    <a:lnTo>
                      <a:pt x="29" y="125"/>
                    </a:lnTo>
                    <a:lnTo>
                      <a:pt x="29" y="123"/>
                    </a:lnTo>
                    <a:lnTo>
                      <a:pt x="26" y="123"/>
                    </a:lnTo>
                    <a:lnTo>
                      <a:pt x="26" y="123"/>
                    </a:lnTo>
                    <a:lnTo>
                      <a:pt x="26" y="125"/>
                    </a:lnTo>
                    <a:lnTo>
                      <a:pt x="26" y="125"/>
                    </a:lnTo>
                    <a:lnTo>
                      <a:pt x="26" y="128"/>
                    </a:lnTo>
                    <a:lnTo>
                      <a:pt x="26" y="128"/>
                    </a:lnTo>
                    <a:lnTo>
                      <a:pt x="24" y="128"/>
                    </a:lnTo>
                    <a:lnTo>
                      <a:pt x="24" y="128"/>
                    </a:lnTo>
                    <a:lnTo>
                      <a:pt x="24" y="125"/>
                    </a:lnTo>
                    <a:lnTo>
                      <a:pt x="24" y="125"/>
                    </a:lnTo>
                    <a:lnTo>
                      <a:pt x="24" y="125"/>
                    </a:lnTo>
                    <a:lnTo>
                      <a:pt x="24" y="125"/>
                    </a:lnTo>
                    <a:lnTo>
                      <a:pt x="24" y="123"/>
                    </a:lnTo>
                    <a:lnTo>
                      <a:pt x="24" y="123"/>
                    </a:lnTo>
                    <a:lnTo>
                      <a:pt x="24" y="123"/>
                    </a:lnTo>
                    <a:lnTo>
                      <a:pt x="24" y="120"/>
                    </a:lnTo>
                    <a:lnTo>
                      <a:pt x="24" y="120"/>
                    </a:lnTo>
                    <a:lnTo>
                      <a:pt x="24" y="120"/>
                    </a:lnTo>
                    <a:lnTo>
                      <a:pt x="24" y="120"/>
                    </a:lnTo>
                    <a:lnTo>
                      <a:pt x="24" y="120"/>
                    </a:lnTo>
                    <a:lnTo>
                      <a:pt x="22" y="120"/>
                    </a:lnTo>
                    <a:lnTo>
                      <a:pt x="22" y="120"/>
                    </a:lnTo>
                    <a:lnTo>
                      <a:pt x="22" y="120"/>
                    </a:lnTo>
                    <a:lnTo>
                      <a:pt x="22" y="120"/>
                    </a:lnTo>
                    <a:lnTo>
                      <a:pt x="22" y="123"/>
                    </a:lnTo>
                    <a:lnTo>
                      <a:pt x="22" y="123"/>
                    </a:lnTo>
                    <a:lnTo>
                      <a:pt x="19" y="123"/>
                    </a:lnTo>
                    <a:lnTo>
                      <a:pt x="19" y="123"/>
                    </a:lnTo>
                    <a:lnTo>
                      <a:pt x="19" y="123"/>
                    </a:lnTo>
                    <a:lnTo>
                      <a:pt x="19" y="123"/>
                    </a:lnTo>
                    <a:lnTo>
                      <a:pt x="19" y="120"/>
                    </a:lnTo>
                    <a:lnTo>
                      <a:pt x="19" y="120"/>
                    </a:lnTo>
                    <a:lnTo>
                      <a:pt x="19" y="120"/>
                    </a:lnTo>
                    <a:lnTo>
                      <a:pt x="19" y="118"/>
                    </a:lnTo>
                    <a:lnTo>
                      <a:pt x="19" y="118"/>
                    </a:lnTo>
                    <a:lnTo>
                      <a:pt x="19" y="116"/>
                    </a:lnTo>
                    <a:lnTo>
                      <a:pt x="19" y="116"/>
                    </a:lnTo>
                    <a:lnTo>
                      <a:pt x="19" y="113"/>
                    </a:lnTo>
                    <a:lnTo>
                      <a:pt x="17" y="113"/>
                    </a:lnTo>
                    <a:lnTo>
                      <a:pt x="17" y="113"/>
                    </a:lnTo>
                    <a:lnTo>
                      <a:pt x="17" y="111"/>
                    </a:lnTo>
                    <a:lnTo>
                      <a:pt x="19" y="111"/>
                    </a:lnTo>
                    <a:lnTo>
                      <a:pt x="19" y="111"/>
                    </a:lnTo>
                    <a:lnTo>
                      <a:pt x="19" y="111"/>
                    </a:lnTo>
                    <a:lnTo>
                      <a:pt x="19" y="111"/>
                    </a:lnTo>
                    <a:lnTo>
                      <a:pt x="19" y="111"/>
                    </a:lnTo>
                    <a:lnTo>
                      <a:pt x="22" y="111"/>
                    </a:lnTo>
                    <a:lnTo>
                      <a:pt x="22" y="109"/>
                    </a:lnTo>
                    <a:lnTo>
                      <a:pt x="22" y="109"/>
                    </a:lnTo>
                    <a:lnTo>
                      <a:pt x="22" y="109"/>
                    </a:lnTo>
                    <a:lnTo>
                      <a:pt x="24" y="109"/>
                    </a:lnTo>
                    <a:lnTo>
                      <a:pt x="24" y="106"/>
                    </a:lnTo>
                    <a:lnTo>
                      <a:pt x="24" y="106"/>
                    </a:lnTo>
                    <a:lnTo>
                      <a:pt x="24" y="106"/>
                    </a:lnTo>
                    <a:lnTo>
                      <a:pt x="24" y="106"/>
                    </a:lnTo>
                    <a:lnTo>
                      <a:pt x="24" y="104"/>
                    </a:lnTo>
                    <a:lnTo>
                      <a:pt x="26" y="104"/>
                    </a:lnTo>
                    <a:lnTo>
                      <a:pt x="26" y="104"/>
                    </a:lnTo>
                    <a:lnTo>
                      <a:pt x="26" y="104"/>
                    </a:lnTo>
                    <a:lnTo>
                      <a:pt x="26" y="101"/>
                    </a:lnTo>
                    <a:lnTo>
                      <a:pt x="26" y="101"/>
                    </a:lnTo>
                    <a:lnTo>
                      <a:pt x="26" y="101"/>
                    </a:lnTo>
                    <a:lnTo>
                      <a:pt x="26" y="101"/>
                    </a:lnTo>
                    <a:lnTo>
                      <a:pt x="24" y="101"/>
                    </a:lnTo>
                    <a:lnTo>
                      <a:pt x="24" y="99"/>
                    </a:lnTo>
                    <a:lnTo>
                      <a:pt x="24" y="99"/>
                    </a:lnTo>
                    <a:lnTo>
                      <a:pt x="24" y="99"/>
                    </a:lnTo>
                    <a:lnTo>
                      <a:pt x="24" y="99"/>
                    </a:lnTo>
                    <a:lnTo>
                      <a:pt x="22" y="99"/>
                    </a:lnTo>
                    <a:lnTo>
                      <a:pt x="22" y="99"/>
                    </a:lnTo>
                    <a:lnTo>
                      <a:pt x="19" y="99"/>
                    </a:lnTo>
                    <a:lnTo>
                      <a:pt x="19" y="99"/>
                    </a:lnTo>
                    <a:lnTo>
                      <a:pt x="19" y="97"/>
                    </a:lnTo>
                    <a:lnTo>
                      <a:pt x="19" y="97"/>
                    </a:lnTo>
                    <a:lnTo>
                      <a:pt x="19" y="99"/>
                    </a:lnTo>
                    <a:lnTo>
                      <a:pt x="19" y="99"/>
                    </a:lnTo>
                    <a:lnTo>
                      <a:pt x="19" y="101"/>
                    </a:lnTo>
                    <a:lnTo>
                      <a:pt x="19" y="101"/>
                    </a:lnTo>
                    <a:lnTo>
                      <a:pt x="19" y="101"/>
                    </a:lnTo>
                    <a:lnTo>
                      <a:pt x="19" y="101"/>
                    </a:lnTo>
                    <a:lnTo>
                      <a:pt x="19" y="104"/>
                    </a:lnTo>
                    <a:lnTo>
                      <a:pt x="19" y="104"/>
                    </a:lnTo>
                    <a:lnTo>
                      <a:pt x="19" y="106"/>
                    </a:lnTo>
                    <a:lnTo>
                      <a:pt x="19" y="106"/>
                    </a:lnTo>
                    <a:lnTo>
                      <a:pt x="19" y="109"/>
                    </a:lnTo>
                    <a:lnTo>
                      <a:pt x="19" y="109"/>
                    </a:lnTo>
                    <a:lnTo>
                      <a:pt x="19" y="109"/>
                    </a:lnTo>
                    <a:lnTo>
                      <a:pt x="19" y="109"/>
                    </a:lnTo>
                    <a:lnTo>
                      <a:pt x="19" y="109"/>
                    </a:lnTo>
                    <a:lnTo>
                      <a:pt x="17" y="109"/>
                    </a:lnTo>
                    <a:lnTo>
                      <a:pt x="17" y="109"/>
                    </a:lnTo>
                    <a:lnTo>
                      <a:pt x="17" y="106"/>
                    </a:lnTo>
                    <a:lnTo>
                      <a:pt x="17" y="106"/>
                    </a:lnTo>
                    <a:lnTo>
                      <a:pt x="17" y="109"/>
                    </a:lnTo>
                    <a:lnTo>
                      <a:pt x="17" y="109"/>
                    </a:lnTo>
                    <a:lnTo>
                      <a:pt x="17" y="106"/>
                    </a:lnTo>
                    <a:lnTo>
                      <a:pt x="15" y="106"/>
                    </a:lnTo>
                    <a:lnTo>
                      <a:pt x="15" y="106"/>
                    </a:lnTo>
                    <a:lnTo>
                      <a:pt x="15" y="106"/>
                    </a:lnTo>
                    <a:lnTo>
                      <a:pt x="15" y="104"/>
                    </a:lnTo>
                    <a:lnTo>
                      <a:pt x="12" y="104"/>
                    </a:lnTo>
                    <a:lnTo>
                      <a:pt x="12" y="104"/>
                    </a:lnTo>
                    <a:lnTo>
                      <a:pt x="15" y="104"/>
                    </a:lnTo>
                    <a:lnTo>
                      <a:pt x="15" y="101"/>
                    </a:lnTo>
                    <a:lnTo>
                      <a:pt x="12" y="101"/>
                    </a:lnTo>
                    <a:lnTo>
                      <a:pt x="12" y="101"/>
                    </a:lnTo>
                    <a:lnTo>
                      <a:pt x="12" y="101"/>
                    </a:lnTo>
                    <a:lnTo>
                      <a:pt x="12" y="101"/>
                    </a:lnTo>
                    <a:lnTo>
                      <a:pt x="12" y="101"/>
                    </a:lnTo>
                    <a:lnTo>
                      <a:pt x="10" y="101"/>
                    </a:lnTo>
                    <a:lnTo>
                      <a:pt x="10" y="99"/>
                    </a:lnTo>
                    <a:lnTo>
                      <a:pt x="10" y="99"/>
                    </a:lnTo>
                    <a:lnTo>
                      <a:pt x="10" y="99"/>
                    </a:lnTo>
                    <a:lnTo>
                      <a:pt x="10" y="99"/>
                    </a:lnTo>
                    <a:lnTo>
                      <a:pt x="8" y="99"/>
                    </a:lnTo>
                    <a:lnTo>
                      <a:pt x="8" y="99"/>
                    </a:lnTo>
                    <a:lnTo>
                      <a:pt x="8" y="97"/>
                    </a:lnTo>
                    <a:lnTo>
                      <a:pt x="8" y="97"/>
                    </a:lnTo>
                    <a:lnTo>
                      <a:pt x="8" y="94"/>
                    </a:lnTo>
                    <a:lnTo>
                      <a:pt x="8" y="94"/>
                    </a:lnTo>
                    <a:lnTo>
                      <a:pt x="8" y="92"/>
                    </a:lnTo>
                    <a:lnTo>
                      <a:pt x="8" y="92"/>
                    </a:lnTo>
                    <a:lnTo>
                      <a:pt x="8" y="92"/>
                    </a:lnTo>
                    <a:lnTo>
                      <a:pt x="8" y="90"/>
                    </a:lnTo>
                    <a:lnTo>
                      <a:pt x="8" y="90"/>
                    </a:lnTo>
                    <a:lnTo>
                      <a:pt x="5" y="90"/>
                    </a:lnTo>
                    <a:lnTo>
                      <a:pt x="5" y="87"/>
                    </a:lnTo>
                    <a:lnTo>
                      <a:pt x="5" y="87"/>
                    </a:lnTo>
                    <a:lnTo>
                      <a:pt x="5" y="85"/>
                    </a:lnTo>
                    <a:lnTo>
                      <a:pt x="5" y="85"/>
                    </a:lnTo>
                    <a:lnTo>
                      <a:pt x="5" y="85"/>
                    </a:lnTo>
                    <a:lnTo>
                      <a:pt x="5" y="83"/>
                    </a:lnTo>
                    <a:lnTo>
                      <a:pt x="5" y="83"/>
                    </a:lnTo>
                    <a:lnTo>
                      <a:pt x="5" y="83"/>
                    </a:lnTo>
                    <a:lnTo>
                      <a:pt x="3" y="83"/>
                    </a:lnTo>
                    <a:lnTo>
                      <a:pt x="3" y="80"/>
                    </a:lnTo>
                    <a:lnTo>
                      <a:pt x="3" y="80"/>
                    </a:lnTo>
                    <a:lnTo>
                      <a:pt x="3" y="80"/>
                    </a:lnTo>
                    <a:lnTo>
                      <a:pt x="3" y="78"/>
                    </a:lnTo>
                    <a:lnTo>
                      <a:pt x="3" y="78"/>
                    </a:lnTo>
                    <a:lnTo>
                      <a:pt x="3" y="75"/>
                    </a:lnTo>
                    <a:lnTo>
                      <a:pt x="3" y="75"/>
                    </a:lnTo>
                    <a:lnTo>
                      <a:pt x="3" y="73"/>
                    </a:lnTo>
                    <a:lnTo>
                      <a:pt x="3" y="73"/>
                    </a:lnTo>
                    <a:lnTo>
                      <a:pt x="0" y="73"/>
                    </a:lnTo>
                    <a:lnTo>
                      <a:pt x="0" y="73"/>
                    </a:lnTo>
                    <a:lnTo>
                      <a:pt x="0" y="73"/>
                    </a:lnTo>
                    <a:lnTo>
                      <a:pt x="0" y="71"/>
                    </a:lnTo>
                    <a:lnTo>
                      <a:pt x="0" y="71"/>
                    </a:lnTo>
                    <a:lnTo>
                      <a:pt x="0" y="71"/>
                    </a:lnTo>
                    <a:lnTo>
                      <a:pt x="3" y="71"/>
                    </a:lnTo>
                    <a:lnTo>
                      <a:pt x="3" y="71"/>
                    </a:lnTo>
                    <a:lnTo>
                      <a:pt x="3" y="73"/>
                    </a:lnTo>
                    <a:lnTo>
                      <a:pt x="3" y="73"/>
                    </a:lnTo>
                    <a:lnTo>
                      <a:pt x="3" y="71"/>
                    </a:lnTo>
                    <a:lnTo>
                      <a:pt x="3" y="71"/>
                    </a:lnTo>
                    <a:lnTo>
                      <a:pt x="3" y="71"/>
                    </a:lnTo>
                    <a:lnTo>
                      <a:pt x="3" y="71"/>
                    </a:lnTo>
                    <a:lnTo>
                      <a:pt x="3" y="68"/>
                    </a:lnTo>
                    <a:lnTo>
                      <a:pt x="0" y="68"/>
                    </a:lnTo>
                    <a:lnTo>
                      <a:pt x="0" y="68"/>
                    </a:lnTo>
                    <a:lnTo>
                      <a:pt x="0" y="68"/>
                    </a:lnTo>
                    <a:lnTo>
                      <a:pt x="0" y="68"/>
                    </a:lnTo>
                    <a:lnTo>
                      <a:pt x="0" y="66"/>
                    </a:lnTo>
                    <a:lnTo>
                      <a:pt x="0" y="66"/>
                    </a:lnTo>
                    <a:lnTo>
                      <a:pt x="0" y="66"/>
                    </a:lnTo>
                    <a:lnTo>
                      <a:pt x="0" y="64"/>
                    </a:lnTo>
                    <a:lnTo>
                      <a:pt x="0" y="64"/>
                    </a:lnTo>
                    <a:lnTo>
                      <a:pt x="0" y="61"/>
                    </a:lnTo>
                    <a:lnTo>
                      <a:pt x="0" y="61"/>
                    </a:lnTo>
                    <a:lnTo>
                      <a:pt x="0" y="61"/>
                    </a:lnTo>
                    <a:lnTo>
                      <a:pt x="0" y="59"/>
                    </a:lnTo>
                    <a:lnTo>
                      <a:pt x="0" y="59"/>
                    </a:lnTo>
                    <a:lnTo>
                      <a:pt x="0" y="59"/>
                    </a:lnTo>
                    <a:lnTo>
                      <a:pt x="0" y="56"/>
                    </a:lnTo>
                    <a:lnTo>
                      <a:pt x="3" y="56"/>
                    </a:lnTo>
                    <a:lnTo>
                      <a:pt x="3" y="56"/>
                    </a:lnTo>
                    <a:lnTo>
                      <a:pt x="3" y="56"/>
                    </a:lnTo>
                    <a:lnTo>
                      <a:pt x="3" y="54"/>
                    </a:lnTo>
                    <a:lnTo>
                      <a:pt x="5" y="54"/>
                    </a:lnTo>
                    <a:lnTo>
                      <a:pt x="5" y="54"/>
                    </a:lnTo>
                    <a:lnTo>
                      <a:pt x="5" y="56"/>
                    </a:lnTo>
                    <a:lnTo>
                      <a:pt x="5" y="56"/>
                    </a:lnTo>
                    <a:lnTo>
                      <a:pt x="5" y="56"/>
                    </a:lnTo>
                    <a:lnTo>
                      <a:pt x="8" y="56"/>
                    </a:lnTo>
                    <a:lnTo>
                      <a:pt x="8" y="59"/>
                    </a:lnTo>
                    <a:lnTo>
                      <a:pt x="8" y="59"/>
                    </a:lnTo>
                    <a:lnTo>
                      <a:pt x="8" y="61"/>
                    </a:lnTo>
                    <a:lnTo>
                      <a:pt x="8" y="61"/>
                    </a:lnTo>
                    <a:lnTo>
                      <a:pt x="8" y="61"/>
                    </a:lnTo>
                    <a:lnTo>
                      <a:pt x="8" y="61"/>
                    </a:lnTo>
                    <a:lnTo>
                      <a:pt x="10" y="61"/>
                    </a:lnTo>
                    <a:lnTo>
                      <a:pt x="10" y="64"/>
                    </a:lnTo>
                    <a:lnTo>
                      <a:pt x="10" y="64"/>
                    </a:lnTo>
                    <a:lnTo>
                      <a:pt x="10" y="64"/>
                    </a:lnTo>
                    <a:lnTo>
                      <a:pt x="10" y="66"/>
                    </a:lnTo>
                    <a:lnTo>
                      <a:pt x="10" y="66"/>
                    </a:lnTo>
                    <a:lnTo>
                      <a:pt x="12" y="66"/>
                    </a:lnTo>
                    <a:lnTo>
                      <a:pt x="12" y="64"/>
                    </a:lnTo>
                    <a:lnTo>
                      <a:pt x="12" y="64"/>
                    </a:lnTo>
                    <a:lnTo>
                      <a:pt x="12" y="64"/>
                    </a:lnTo>
                    <a:lnTo>
                      <a:pt x="12" y="64"/>
                    </a:lnTo>
                    <a:lnTo>
                      <a:pt x="15" y="64"/>
                    </a:lnTo>
                    <a:lnTo>
                      <a:pt x="15" y="61"/>
                    </a:lnTo>
                    <a:lnTo>
                      <a:pt x="15" y="61"/>
                    </a:lnTo>
                    <a:lnTo>
                      <a:pt x="12" y="61"/>
                    </a:lnTo>
                    <a:lnTo>
                      <a:pt x="12" y="61"/>
                    </a:lnTo>
                    <a:lnTo>
                      <a:pt x="12" y="59"/>
                    </a:lnTo>
                    <a:lnTo>
                      <a:pt x="12" y="59"/>
                    </a:lnTo>
                    <a:lnTo>
                      <a:pt x="12" y="59"/>
                    </a:lnTo>
                    <a:lnTo>
                      <a:pt x="12" y="56"/>
                    </a:lnTo>
                    <a:lnTo>
                      <a:pt x="12" y="56"/>
                    </a:lnTo>
                    <a:lnTo>
                      <a:pt x="12" y="54"/>
                    </a:lnTo>
                    <a:lnTo>
                      <a:pt x="12" y="54"/>
                    </a:lnTo>
                    <a:lnTo>
                      <a:pt x="12" y="52"/>
                    </a:lnTo>
                    <a:lnTo>
                      <a:pt x="12" y="52"/>
                    </a:lnTo>
                    <a:lnTo>
                      <a:pt x="12" y="52"/>
                    </a:lnTo>
                    <a:lnTo>
                      <a:pt x="12" y="52"/>
                    </a:lnTo>
                    <a:lnTo>
                      <a:pt x="12" y="52"/>
                    </a:lnTo>
                    <a:lnTo>
                      <a:pt x="12" y="49"/>
                    </a:lnTo>
                    <a:lnTo>
                      <a:pt x="12" y="49"/>
                    </a:lnTo>
                    <a:lnTo>
                      <a:pt x="12" y="49"/>
                    </a:lnTo>
                    <a:lnTo>
                      <a:pt x="12" y="47"/>
                    </a:lnTo>
                    <a:lnTo>
                      <a:pt x="12" y="47"/>
                    </a:lnTo>
                    <a:lnTo>
                      <a:pt x="12" y="47"/>
                    </a:lnTo>
                    <a:lnTo>
                      <a:pt x="12" y="45"/>
                    </a:lnTo>
                    <a:lnTo>
                      <a:pt x="12" y="45"/>
                    </a:lnTo>
                    <a:lnTo>
                      <a:pt x="12" y="45"/>
                    </a:lnTo>
                    <a:lnTo>
                      <a:pt x="15" y="45"/>
                    </a:lnTo>
                    <a:lnTo>
                      <a:pt x="15" y="42"/>
                    </a:lnTo>
                    <a:lnTo>
                      <a:pt x="15" y="42"/>
                    </a:lnTo>
                    <a:lnTo>
                      <a:pt x="15" y="42"/>
                    </a:lnTo>
                    <a:lnTo>
                      <a:pt x="15" y="42"/>
                    </a:lnTo>
                    <a:lnTo>
                      <a:pt x="15" y="40"/>
                    </a:lnTo>
                    <a:lnTo>
                      <a:pt x="15" y="40"/>
                    </a:lnTo>
                    <a:lnTo>
                      <a:pt x="15" y="37"/>
                    </a:lnTo>
                    <a:lnTo>
                      <a:pt x="15" y="37"/>
                    </a:lnTo>
                    <a:lnTo>
                      <a:pt x="15" y="37"/>
                    </a:lnTo>
                    <a:lnTo>
                      <a:pt x="15" y="35"/>
                    </a:lnTo>
                    <a:lnTo>
                      <a:pt x="15" y="35"/>
                    </a:lnTo>
                    <a:lnTo>
                      <a:pt x="15" y="33"/>
                    </a:lnTo>
                    <a:lnTo>
                      <a:pt x="15" y="33"/>
                    </a:lnTo>
                    <a:lnTo>
                      <a:pt x="15" y="33"/>
                    </a:lnTo>
                    <a:lnTo>
                      <a:pt x="15" y="30"/>
                    </a:lnTo>
                    <a:lnTo>
                      <a:pt x="15" y="30"/>
                    </a:lnTo>
                    <a:lnTo>
                      <a:pt x="15" y="30"/>
                    </a:lnTo>
                    <a:lnTo>
                      <a:pt x="15" y="30"/>
                    </a:lnTo>
                    <a:lnTo>
                      <a:pt x="15" y="28"/>
                    </a:lnTo>
                    <a:lnTo>
                      <a:pt x="12" y="28"/>
                    </a:lnTo>
                    <a:lnTo>
                      <a:pt x="12" y="28"/>
                    </a:lnTo>
                    <a:lnTo>
                      <a:pt x="12" y="26"/>
                    </a:lnTo>
                    <a:lnTo>
                      <a:pt x="12" y="26"/>
                    </a:lnTo>
                    <a:lnTo>
                      <a:pt x="12" y="23"/>
                    </a:lnTo>
                    <a:lnTo>
                      <a:pt x="12" y="23"/>
                    </a:lnTo>
                    <a:lnTo>
                      <a:pt x="15" y="23"/>
                    </a:lnTo>
                    <a:lnTo>
                      <a:pt x="15" y="21"/>
                    </a:lnTo>
                    <a:lnTo>
                      <a:pt x="15" y="21"/>
                    </a:lnTo>
                    <a:lnTo>
                      <a:pt x="15" y="21"/>
                    </a:lnTo>
                    <a:lnTo>
                      <a:pt x="15" y="21"/>
                    </a:lnTo>
                    <a:lnTo>
                      <a:pt x="15" y="19"/>
                    </a:lnTo>
                    <a:lnTo>
                      <a:pt x="15" y="19"/>
                    </a:lnTo>
                    <a:lnTo>
                      <a:pt x="15" y="16"/>
                    </a:lnTo>
                    <a:lnTo>
                      <a:pt x="17" y="16"/>
                    </a:lnTo>
                    <a:lnTo>
                      <a:pt x="17" y="16"/>
                    </a:lnTo>
                    <a:lnTo>
                      <a:pt x="17" y="14"/>
                    </a:lnTo>
                    <a:lnTo>
                      <a:pt x="17" y="14"/>
                    </a:lnTo>
                    <a:lnTo>
                      <a:pt x="17" y="11"/>
                    </a:lnTo>
                    <a:lnTo>
                      <a:pt x="17" y="11"/>
                    </a:lnTo>
                    <a:lnTo>
                      <a:pt x="17" y="11"/>
                    </a:lnTo>
                    <a:lnTo>
                      <a:pt x="17" y="11"/>
                    </a:lnTo>
                    <a:lnTo>
                      <a:pt x="17" y="9"/>
                    </a:lnTo>
                    <a:lnTo>
                      <a:pt x="17" y="9"/>
                    </a:lnTo>
                    <a:lnTo>
                      <a:pt x="17" y="9"/>
                    </a:lnTo>
                    <a:lnTo>
                      <a:pt x="17" y="7"/>
                    </a:lnTo>
                    <a:lnTo>
                      <a:pt x="19" y="7"/>
                    </a:lnTo>
                    <a:lnTo>
                      <a:pt x="19" y="7"/>
                    </a:lnTo>
                    <a:lnTo>
                      <a:pt x="19" y="4"/>
                    </a:lnTo>
                    <a:lnTo>
                      <a:pt x="17" y="4"/>
                    </a:lnTo>
                    <a:lnTo>
                      <a:pt x="17" y="4"/>
                    </a:lnTo>
                    <a:lnTo>
                      <a:pt x="17" y="2"/>
                    </a:lnTo>
                    <a:lnTo>
                      <a:pt x="17" y="2"/>
                    </a:lnTo>
                    <a:lnTo>
                      <a:pt x="19" y="2"/>
                    </a:lnTo>
                    <a:lnTo>
                      <a:pt x="19" y="2"/>
                    </a:lnTo>
                    <a:lnTo>
                      <a:pt x="19" y="2"/>
                    </a:lnTo>
                    <a:lnTo>
                      <a:pt x="19" y="2"/>
                    </a:lnTo>
                    <a:lnTo>
                      <a:pt x="19" y="2"/>
                    </a:lnTo>
                    <a:lnTo>
                      <a:pt x="22" y="2"/>
                    </a:lnTo>
                    <a:lnTo>
                      <a:pt x="22" y="2"/>
                    </a:lnTo>
                    <a:lnTo>
                      <a:pt x="22" y="2"/>
                    </a:lnTo>
                    <a:lnTo>
                      <a:pt x="22" y="0"/>
                    </a:lnTo>
                    <a:lnTo>
                      <a:pt x="22" y="0"/>
                    </a:lnTo>
                    <a:lnTo>
                      <a:pt x="24" y="0"/>
                    </a:lnTo>
                    <a:lnTo>
                      <a:pt x="24" y="0"/>
                    </a:lnTo>
                    <a:lnTo>
                      <a:pt x="24" y="0"/>
                    </a:lnTo>
                    <a:lnTo>
                      <a:pt x="24" y="0"/>
                    </a:lnTo>
                    <a:lnTo>
                      <a:pt x="26" y="0"/>
                    </a:lnTo>
                    <a:lnTo>
                      <a:pt x="26" y="2"/>
                    </a:lnTo>
                    <a:lnTo>
                      <a:pt x="26" y="2"/>
                    </a:lnTo>
                    <a:lnTo>
                      <a:pt x="26" y="0"/>
                    </a:lnTo>
                    <a:lnTo>
                      <a:pt x="26" y="0"/>
                    </a:lnTo>
                    <a:lnTo>
                      <a:pt x="29" y="0"/>
                    </a:lnTo>
                    <a:lnTo>
                      <a:pt x="29" y="0"/>
                    </a:lnTo>
                    <a:lnTo>
                      <a:pt x="29" y="0"/>
                    </a:lnTo>
                    <a:lnTo>
                      <a:pt x="31" y="0"/>
                    </a:lnTo>
                    <a:lnTo>
                      <a:pt x="31" y="0"/>
                    </a:lnTo>
                    <a:lnTo>
                      <a:pt x="31" y="0"/>
                    </a:lnTo>
                    <a:lnTo>
                      <a:pt x="31" y="0"/>
                    </a:lnTo>
                    <a:lnTo>
                      <a:pt x="34" y="0"/>
                    </a:lnTo>
                    <a:lnTo>
                      <a:pt x="34" y="2"/>
                    </a:lnTo>
                    <a:lnTo>
                      <a:pt x="34" y="2"/>
                    </a:lnTo>
                    <a:lnTo>
                      <a:pt x="34" y="2"/>
                    </a:lnTo>
                    <a:lnTo>
                      <a:pt x="34" y="2"/>
                    </a:lnTo>
                    <a:lnTo>
                      <a:pt x="36" y="2"/>
                    </a:lnTo>
                    <a:lnTo>
                      <a:pt x="36" y="2"/>
                    </a:lnTo>
                    <a:lnTo>
                      <a:pt x="36" y="2"/>
                    </a:lnTo>
                    <a:lnTo>
                      <a:pt x="38" y="2"/>
                    </a:lnTo>
                    <a:lnTo>
                      <a:pt x="38" y="4"/>
                    </a:lnTo>
                    <a:lnTo>
                      <a:pt x="38" y="4"/>
                    </a:lnTo>
                    <a:lnTo>
                      <a:pt x="38" y="4"/>
                    </a:lnTo>
                    <a:lnTo>
                      <a:pt x="38" y="4"/>
                    </a:lnTo>
                    <a:lnTo>
                      <a:pt x="41" y="4"/>
                    </a:lnTo>
                    <a:lnTo>
                      <a:pt x="41" y="4"/>
                    </a:lnTo>
                    <a:lnTo>
                      <a:pt x="41" y="7"/>
                    </a:lnTo>
                    <a:lnTo>
                      <a:pt x="43" y="7"/>
                    </a:lnTo>
                    <a:lnTo>
                      <a:pt x="43" y="7"/>
                    </a:lnTo>
                    <a:lnTo>
                      <a:pt x="43" y="7"/>
                    </a:lnTo>
                    <a:lnTo>
                      <a:pt x="43" y="7"/>
                    </a:lnTo>
                    <a:lnTo>
                      <a:pt x="45" y="7"/>
                    </a:lnTo>
                    <a:lnTo>
                      <a:pt x="45" y="7"/>
                    </a:lnTo>
                    <a:lnTo>
                      <a:pt x="45" y="9"/>
                    </a:lnTo>
                    <a:lnTo>
                      <a:pt x="45" y="9"/>
                    </a:lnTo>
                    <a:lnTo>
                      <a:pt x="48" y="9"/>
                    </a:lnTo>
                    <a:lnTo>
                      <a:pt x="48" y="9"/>
                    </a:lnTo>
                    <a:lnTo>
                      <a:pt x="50" y="9"/>
                    </a:lnTo>
                    <a:lnTo>
                      <a:pt x="50" y="7"/>
                    </a:lnTo>
                    <a:lnTo>
                      <a:pt x="50" y="7"/>
                    </a:lnTo>
                    <a:lnTo>
                      <a:pt x="50" y="7"/>
                    </a:lnTo>
                    <a:lnTo>
                      <a:pt x="50" y="7"/>
                    </a:lnTo>
                    <a:lnTo>
                      <a:pt x="50" y="4"/>
                    </a:lnTo>
                    <a:lnTo>
                      <a:pt x="50" y="4"/>
                    </a:lnTo>
                    <a:lnTo>
                      <a:pt x="53" y="4"/>
                    </a:lnTo>
                    <a:lnTo>
                      <a:pt x="53" y="2"/>
                    </a:lnTo>
                    <a:lnTo>
                      <a:pt x="50" y="2"/>
                    </a:lnTo>
                    <a:lnTo>
                      <a:pt x="50" y="2"/>
                    </a:lnTo>
                    <a:lnTo>
                      <a:pt x="50" y="2"/>
                    </a:lnTo>
                    <a:lnTo>
                      <a:pt x="53" y="2"/>
                    </a:lnTo>
                    <a:lnTo>
                      <a:pt x="53" y="2"/>
                    </a:lnTo>
                    <a:lnTo>
                      <a:pt x="53" y="2"/>
                    </a:lnTo>
                    <a:lnTo>
                      <a:pt x="53" y="2"/>
                    </a:lnTo>
                    <a:lnTo>
                      <a:pt x="55" y="2"/>
                    </a:lnTo>
                    <a:lnTo>
                      <a:pt x="55" y="2"/>
                    </a:lnTo>
                    <a:lnTo>
                      <a:pt x="55" y="4"/>
                    </a:lnTo>
                    <a:lnTo>
                      <a:pt x="55" y="4"/>
                    </a:lnTo>
                    <a:lnTo>
                      <a:pt x="55" y="4"/>
                    </a:lnTo>
                    <a:lnTo>
                      <a:pt x="57" y="4"/>
                    </a:lnTo>
                    <a:lnTo>
                      <a:pt x="57" y="7"/>
                    </a:lnTo>
                    <a:lnTo>
                      <a:pt x="57" y="7"/>
                    </a:lnTo>
                    <a:lnTo>
                      <a:pt x="57" y="7"/>
                    </a:lnTo>
                    <a:lnTo>
                      <a:pt x="57" y="9"/>
                    </a:lnTo>
                    <a:lnTo>
                      <a:pt x="57" y="9"/>
                    </a:lnTo>
                    <a:lnTo>
                      <a:pt x="57" y="9"/>
                    </a:lnTo>
                    <a:lnTo>
                      <a:pt x="57" y="11"/>
                    </a:lnTo>
                    <a:lnTo>
                      <a:pt x="57" y="11"/>
                    </a:lnTo>
                    <a:lnTo>
                      <a:pt x="55" y="11"/>
                    </a:lnTo>
                    <a:lnTo>
                      <a:pt x="55" y="11"/>
                    </a:lnTo>
                    <a:lnTo>
                      <a:pt x="55" y="11"/>
                    </a:lnTo>
                    <a:lnTo>
                      <a:pt x="53" y="11"/>
                    </a:lnTo>
                    <a:lnTo>
                      <a:pt x="53" y="14"/>
                    </a:lnTo>
                    <a:lnTo>
                      <a:pt x="53" y="14"/>
                    </a:lnTo>
                    <a:lnTo>
                      <a:pt x="53" y="16"/>
                    </a:lnTo>
                    <a:lnTo>
                      <a:pt x="53" y="16"/>
                    </a:lnTo>
                    <a:lnTo>
                      <a:pt x="53" y="19"/>
                    </a:lnTo>
                    <a:lnTo>
                      <a:pt x="53" y="19"/>
                    </a:lnTo>
                    <a:lnTo>
                      <a:pt x="53" y="21"/>
                    </a:lnTo>
                    <a:lnTo>
                      <a:pt x="53" y="21"/>
                    </a:lnTo>
                    <a:lnTo>
                      <a:pt x="53" y="21"/>
                    </a:lnTo>
                    <a:lnTo>
                      <a:pt x="53" y="21"/>
                    </a:lnTo>
                    <a:lnTo>
                      <a:pt x="53" y="23"/>
                    </a:lnTo>
                    <a:lnTo>
                      <a:pt x="53" y="23"/>
                    </a:lnTo>
                    <a:lnTo>
                      <a:pt x="53" y="23"/>
                    </a:lnTo>
                    <a:lnTo>
                      <a:pt x="53" y="26"/>
                    </a:lnTo>
                    <a:lnTo>
                      <a:pt x="53" y="26"/>
                    </a:lnTo>
                    <a:lnTo>
                      <a:pt x="53" y="28"/>
                    </a:lnTo>
                    <a:lnTo>
                      <a:pt x="53" y="28"/>
                    </a:lnTo>
                    <a:lnTo>
                      <a:pt x="55" y="28"/>
                    </a:lnTo>
                    <a:lnTo>
                      <a:pt x="55" y="30"/>
                    </a:lnTo>
                    <a:lnTo>
                      <a:pt x="55" y="30"/>
                    </a:lnTo>
                    <a:lnTo>
                      <a:pt x="55" y="30"/>
                    </a:lnTo>
                    <a:lnTo>
                      <a:pt x="55" y="30"/>
                    </a:lnTo>
                    <a:lnTo>
                      <a:pt x="57" y="30"/>
                    </a:lnTo>
                    <a:lnTo>
                      <a:pt x="57" y="30"/>
                    </a:lnTo>
                    <a:lnTo>
                      <a:pt x="57" y="30"/>
                    </a:lnTo>
                    <a:lnTo>
                      <a:pt x="57" y="33"/>
                    </a:lnTo>
                    <a:lnTo>
                      <a:pt x="60" y="33"/>
                    </a:lnTo>
                    <a:lnTo>
                      <a:pt x="60" y="33"/>
                    </a:lnTo>
                    <a:lnTo>
                      <a:pt x="60" y="35"/>
                    </a:lnTo>
                    <a:lnTo>
                      <a:pt x="60" y="35"/>
                    </a:lnTo>
                    <a:lnTo>
                      <a:pt x="60" y="37"/>
                    </a:lnTo>
                    <a:lnTo>
                      <a:pt x="60" y="37"/>
                    </a:lnTo>
                    <a:lnTo>
                      <a:pt x="60" y="37"/>
                    </a:lnTo>
                    <a:lnTo>
                      <a:pt x="60" y="37"/>
                    </a:lnTo>
                    <a:lnTo>
                      <a:pt x="60" y="40"/>
                    </a:lnTo>
                    <a:lnTo>
                      <a:pt x="60" y="40"/>
                    </a:lnTo>
                    <a:lnTo>
                      <a:pt x="60" y="42"/>
                    </a:lnTo>
                    <a:lnTo>
                      <a:pt x="60" y="42"/>
                    </a:lnTo>
                    <a:lnTo>
                      <a:pt x="60" y="42"/>
                    </a:lnTo>
                    <a:lnTo>
                      <a:pt x="60" y="42"/>
                    </a:lnTo>
                    <a:lnTo>
                      <a:pt x="60" y="45"/>
                    </a:lnTo>
                    <a:lnTo>
                      <a:pt x="60" y="45"/>
                    </a:lnTo>
                    <a:lnTo>
                      <a:pt x="60" y="45"/>
                    </a:lnTo>
                    <a:lnTo>
                      <a:pt x="60" y="47"/>
                    </a:lnTo>
                    <a:lnTo>
                      <a:pt x="60" y="47"/>
                    </a:lnTo>
                    <a:lnTo>
                      <a:pt x="57" y="47"/>
                    </a:lnTo>
                    <a:lnTo>
                      <a:pt x="57" y="49"/>
                    </a:lnTo>
                    <a:lnTo>
                      <a:pt x="57" y="49"/>
                    </a:lnTo>
                    <a:lnTo>
                      <a:pt x="57" y="49"/>
                    </a:lnTo>
                    <a:lnTo>
                      <a:pt x="57" y="52"/>
                    </a:lnTo>
                    <a:lnTo>
                      <a:pt x="57" y="52"/>
                    </a:lnTo>
                    <a:lnTo>
                      <a:pt x="57" y="52"/>
                    </a:lnTo>
                    <a:lnTo>
                      <a:pt x="57" y="52"/>
                    </a:lnTo>
                    <a:lnTo>
                      <a:pt x="57" y="54"/>
                    </a:lnTo>
                    <a:lnTo>
                      <a:pt x="55" y="54"/>
                    </a:lnTo>
                    <a:lnTo>
                      <a:pt x="55" y="54"/>
                    </a:lnTo>
                    <a:lnTo>
                      <a:pt x="55" y="54"/>
                    </a:lnTo>
                    <a:lnTo>
                      <a:pt x="55" y="56"/>
                    </a:lnTo>
                    <a:lnTo>
                      <a:pt x="55" y="56"/>
                    </a:lnTo>
                    <a:lnTo>
                      <a:pt x="55" y="59"/>
                    </a:lnTo>
                    <a:lnTo>
                      <a:pt x="55" y="59"/>
                    </a:lnTo>
                    <a:lnTo>
                      <a:pt x="55" y="61"/>
                    </a:lnTo>
                    <a:lnTo>
                      <a:pt x="53" y="61"/>
                    </a:lnTo>
                    <a:lnTo>
                      <a:pt x="53" y="61"/>
                    </a:lnTo>
                    <a:lnTo>
                      <a:pt x="53" y="61"/>
                    </a:lnTo>
                    <a:lnTo>
                      <a:pt x="53" y="61"/>
                    </a:lnTo>
                    <a:lnTo>
                      <a:pt x="53" y="61"/>
                    </a:lnTo>
                    <a:lnTo>
                      <a:pt x="53" y="64"/>
                    </a:lnTo>
                    <a:lnTo>
                      <a:pt x="50" y="64"/>
                    </a:lnTo>
                    <a:lnTo>
                      <a:pt x="50" y="64"/>
                    </a:lnTo>
                    <a:lnTo>
                      <a:pt x="50" y="66"/>
                    </a:lnTo>
                    <a:lnTo>
                      <a:pt x="50" y="66"/>
                    </a:lnTo>
                    <a:lnTo>
                      <a:pt x="50" y="66"/>
                    </a:lnTo>
                    <a:lnTo>
                      <a:pt x="50" y="66"/>
                    </a:lnTo>
                    <a:lnTo>
                      <a:pt x="48" y="66"/>
                    </a:lnTo>
                    <a:lnTo>
                      <a:pt x="48" y="66"/>
                    </a:lnTo>
                    <a:lnTo>
                      <a:pt x="48" y="64"/>
                    </a:lnTo>
                    <a:lnTo>
                      <a:pt x="48" y="64"/>
                    </a:lnTo>
                    <a:lnTo>
                      <a:pt x="45" y="64"/>
                    </a:lnTo>
                    <a:lnTo>
                      <a:pt x="45" y="64"/>
                    </a:lnTo>
                    <a:lnTo>
                      <a:pt x="45" y="66"/>
                    </a:lnTo>
                    <a:lnTo>
                      <a:pt x="45" y="66"/>
                    </a:lnTo>
                    <a:lnTo>
                      <a:pt x="43" y="66"/>
                    </a:lnTo>
                    <a:lnTo>
                      <a:pt x="43" y="66"/>
                    </a:lnTo>
                    <a:lnTo>
                      <a:pt x="43" y="66"/>
                    </a:lnTo>
                    <a:lnTo>
                      <a:pt x="43" y="66"/>
                    </a:lnTo>
                    <a:lnTo>
                      <a:pt x="43" y="68"/>
                    </a:lnTo>
                    <a:lnTo>
                      <a:pt x="41" y="68"/>
                    </a:lnTo>
                    <a:lnTo>
                      <a:pt x="41" y="68"/>
                    </a:lnTo>
                    <a:lnTo>
                      <a:pt x="41" y="68"/>
                    </a:lnTo>
                    <a:lnTo>
                      <a:pt x="41" y="71"/>
                    </a:lnTo>
                    <a:lnTo>
                      <a:pt x="41" y="71"/>
                    </a:lnTo>
                    <a:lnTo>
                      <a:pt x="41" y="71"/>
                    </a:lnTo>
                    <a:lnTo>
                      <a:pt x="41" y="71"/>
                    </a:lnTo>
                    <a:lnTo>
                      <a:pt x="43" y="71"/>
                    </a:lnTo>
                    <a:lnTo>
                      <a:pt x="43" y="73"/>
                    </a:lnTo>
                    <a:lnTo>
                      <a:pt x="43" y="73"/>
                    </a:lnTo>
                    <a:lnTo>
                      <a:pt x="41" y="73"/>
                    </a:lnTo>
                    <a:lnTo>
                      <a:pt x="41" y="75"/>
                    </a:lnTo>
                    <a:lnTo>
                      <a:pt x="41" y="75"/>
                    </a:lnTo>
                    <a:lnTo>
                      <a:pt x="41" y="78"/>
                    </a:lnTo>
                    <a:lnTo>
                      <a:pt x="41" y="78"/>
                    </a:lnTo>
                    <a:lnTo>
                      <a:pt x="41" y="78"/>
                    </a:lnTo>
                    <a:lnTo>
                      <a:pt x="38" y="78"/>
                    </a:lnTo>
                    <a:lnTo>
                      <a:pt x="38" y="80"/>
                    </a:lnTo>
                    <a:lnTo>
                      <a:pt x="38" y="80"/>
                    </a:lnTo>
                    <a:lnTo>
                      <a:pt x="38" y="80"/>
                    </a:lnTo>
                    <a:lnTo>
                      <a:pt x="38" y="80"/>
                    </a:lnTo>
                    <a:lnTo>
                      <a:pt x="38" y="83"/>
                    </a:lnTo>
                    <a:lnTo>
                      <a:pt x="38" y="83"/>
                    </a:lnTo>
                    <a:lnTo>
                      <a:pt x="38" y="83"/>
                    </a:lnTo>
                    <a:lnTo>
                      <a:pt x="36" y="83"/>
                    </a:lnTo>
                    <a:lnTo>
                      <a:pt x="36" y="85"/>
                    </a:lnTo>
                    <a:lnTo>
                      <a:pt x="36" y="85"/>
                    </a:lnTo>
                    <a:lnTo>
                      <a:pt x="38" y="85"/>
                    </a:lnTo>
                    <a:lnTo>
                      <a:pt x="38" y="87"/>
                    </a:lnTo>
                    <a:lnTo>
                      <a:pt x="38" y="87"/>
                    </a:lnTo>
                    <a:lnTo>
                      <a:pt x="38" y="87"/>
                    </a:lnTo>
                    <a:lnTo>
                      <a:pt x="38" y="90"/>
                    </a:lnTo>
                    <a:lnTo>
                      <a:pt x="38" y="90"/>
                    </a:lnTo>
                    <a:lnTo>
                      <a:pt x="38" y="90"/>
                    </a:lnTo>
                    <a:lnTo>
                      <a:pt x="38" y="92"/>
                    </a:lnTo>
                    <a:lnTo>
                      <a:pt x="41" y="92"/>
                    </a:lnTo>
                    <a:lnTo>
                      <a:pt x="41" y="92"/>
                    </a:lnTo>
                    <a:lnTo>
                      <a:pt x="41" y="92"/>
                    </a:lnTo>
                    <a:lnTo>
                      <a:pt x="41" y="94"/>
                    </a:lnTo>
                    <a:lnTo>
                      <a:pt x="41" y="94"/>
                    </a:lnTo>
                    <a:lnTo>
                      <a:pt x="41" y="94"/>
                    </a:lnTo>
                    <a:lnTo>
                      <a:pt x="41" y="97"/>
                    </a:lnTo>
                    <a:lnTo>
                      <a:pt x="43" y="97"/>
                    </a:lnTo>
                    <a:lnTo>
                      <a:pt x="43" y="97"/>
                    </a:lnTo>
                    <a:lnTo>
                      <a:pt x="43" y="97"/>
                    </a:lnTo>
                    <a:lnTo>
                      <a:pt x="43" y="99"/>
                    </a:lnTo>
                    <a:lnTo>
                      <a:pt x="43" y="99"/>
                    </a:lnTo>
                    <a:lnTo>
                      <a:pt x="43" y="99"/>
                    </a:lnTo>
                    <a:lnTo>
                      <a:pt x="43" y="101"/>
                    </a:lnTo>
                    <a:lnTo>
                      <a:pt x="43" y="101"/>
                    </a:lnTo>
                    <a:lnTo>
                      <a:pt x="43" y="101"/>
                    </a:lnTo>
                    <a:lnTo>
                      <a:pt x="43" y="101"/>
                    </a:lnTo>
                    <a:lnTo>
                      <a:pt x="41" y="101"/>
                    </a:lnTo>
                    <a:lnTo>
                      <a:pt x="41" y="101"/>
                    </a:lnTo>
                    <a:lnTo>
                      <a:pt x="43" y="101"/>
                    </a:lnTo>
                    <a:lnTo>
                      <a:pt x="43" y="104"/>
                    </a:lnTo>
                    <a:lnTo>
                      <a:pt x="43" y="104"/>
                    </a:lnTo>
                    <a:lnTo>
                      <a:pt x="43" y="106"/>
                    </a:lnTo>
                    <a:lnTo>
                      <a:pt x="43" y="106"/>
                    </a:lnTo>
                    <a:lnTo>
                      <a:pt x="43" y="106"/>
                    </a:lnTo>
                    <a:lnTo>
                      <a:pt x="43" y="109"/>
                    </a:lnTo>
                    <a:lnTo>
                      <a:pt x="43" y="109"/>
                    </a:lnTo>
                    <a:lnTo>
                      <a:pt x="43" y="109"/>
                    </a:lnTo>
                    <a:lnTo>
                      <a:pt x="43" y="111"/>
                    </a:lnTo>
                    <a:lnTo>
                      <a:pt x="45" y="111"/>
                    </a:lnTo>
                    <a:lnTo>
                      <a:pt x="45" y="109"/>
                    </a:lnTo>
                    <a:lnTo>
                      <a:pt x="45" y="109"/>
                    </a:lnTo>
                    <a:lnTo>
                      <a:pt x="45" y="109"/>
                    </a:lnTo>
                    <a:lnTo>
                      <a:pt x="45" y="111"/>
                    </a:lnTo>
                    <a:lnTo>
                      <a:pt x="45" y="111"/>
                    </a:lnTo>
                    <a:lnTo>
                      <a:pt x="45" y="111"/>
                    </a:lnTo>
                    <a:lnTo>
                      <a:pt x="45" y="111"/>
                    </a:lnTo>
                    <a:lnTo>
                      <a:pt x="45" y="111"/>
                    </a:lnTo>
                    <a:lnTo>
                      <a:pt x="45" y="113"/>
                    </a:lnTo>
                    <a:lnTo>
                      <a:pt x="45" y="113"/>
                    </a:lnTo>
                    <a:lnTo>
                      <a:pt x="45" y="113"/>
                    </a:lnTo>
                    <a:lnTo>
                      <a:pt x="45" y="116"/>
                    </a:lnTo>
                    <a:lnTo>
                      <a:pt x="45" y="116"/>
                    </a:lnTo>
                    <a:lnTo>
                      <a:pt x="48" y="116"/>
                    </a:lnTo>
                    <a:lnTo>
                      <a:pt x="48" y="116"/>
                    </a:lnTo>
                    <a:lnTo>
                      <a:pt x="48" y="116"/>
                    </a:lnTo>
                    <a:lnTo>
                      <a:pt x="48" y="118"/>
                    </a:lnTo>
                    <a:lnTo>
                      <a:pt x="50" y="118"/>
                    </a:lnTo>
                    <a:lnTo>
                      <a:pt x="50" y="118"/>
                    </a:lnTo>
                    <a:lnTo>
                      <a:pt x="50" y="118"/>
                    </a:lnTo>
                    <a:lnTo>
                      <a:pt x="50" y="118"/>
                    </a:lnTo>
                    <a:lnTo>
                      <a:pt x="53" y="118"/>
                    </a:lnTo>
                    <a:lnTo>
                      <a:pt x="53" y="118"/>
                    </a:lnTo>
                    <a:lnTo>
                      <a:pt x="53" y="118"/>
                    </a:lnTo>
                    <a:lnTo>
                      <a:pt x="53" y="118"/>
                    </a:lnTo>
                    <a:lnTo>
                      <a:pt x="50" y="118"/>
                    </a:lnTo>
                    <a:lnTo>
                      <a:pt x="50" y="116"/>
                    </a:lnTo>
                    <a:lnTo>
                      <a:pt x="50" y="116"/>
                    </a:lnTo>
                    <a:lnTo>
                      <a:pt x="50" y="116"/>
                    </a:lnTo>
                    <a:lnTo>
                      <a:pt x="50" y="116"/>
                    </a:lnTo>
                    <a:lnTo>
                      <a:pt x="48" y="116"/>
                    </a:lnTo>
                    <a:lnTo>
                      <a:pt x="48" y="113"/>
                    </a:lnTo>
                    <a:lnTo>
                      <a:pt x="48" y="113"/>
                    </a:lnTo>
                    <a:lnTo>
                      <a:pt x="48" y="113"/>
                    </a:lnTo>
                    <a:lnTo>
                      <a:pt x="45" y="113"/>
                    </a:lnTo>
                    <a:lnTo>
                      <a:pt x="45" y="111"/>
                    </a:lnTo>
                    <a:lnTo>
                      <a:pt x="48" y="111"/>
                    </a:lnTo>
                    <a:lnTo>
                      <a:pt x="48" y="111"/>
                    </a:lnTo>
                    <a:lnTo>
                      <a:pt x="48" y="111"/>
                    </a:lnTo>
                    <a:lnTo>
                      <a:pt x="48" y="111"/>
                    </a:lnTo>
                    <a:lnTo>
                      <a:pt x="50" y="111"/>
                    </a:lnTo>
                    <a:lnTo>
                      <a:pt x="50" y="111"/>
                    </a:lnTo>
                    <a:lnTo>
                      <a:pt x="50" y="113"/>
                    </a:lnTo>
                    <a:lnTo>
                      <a:pt x="50" y="113"/>
                    </a:lnTo>
                    <a:lnTo>
                      <a:pt x="50" y="113"/>
                    </a:lnTo>
                    <a:lnTo>
                      <a:pt x="53" y="113"/>
                    </a:lnTo>
                    <a:lnTo>
                      <a:pt x="53" y="113"/>
                    </a:lnTo>
                    <a:lnTo>
                      <a:pt x="53" y="113"/>
                    </a:lnTo>
                    <a:lnTo>
                      <a:pt x="53" y="111"/>
                    </a:lnTo>
                    <a:lnTo>
                      <a:pt x="53" y="111"/>
                    </a:lnTo>
                    <a:lnTo>
                      <a:pt x="53" y="111"/>
                    </a:lnTo>
                    <a:lnTo>
                      <a:pt x="55" y="111"/>
                    </a:lnTo>
                    <a:lnTo>
                      <a:pt x="55" y="111"/>
                    </a:lnTo>
                    <a:lnTo>
                      <a:pt x="55" y="111"/>
                    </a:lnTo>
                    <a:lnTo>
                      <a:pt x="57" y="111"/>
                    </a:lnTo>
                    <a:lnTo>
                      <a:pt x="57" y="111"/>
                    </a:lnTo>
                    <a:lnTo>
                      <a:pt x="57" y="111"/>
                    </a:lnTo>
                    <a:lnTo>
                      <a:pt x="57" y="111"/>
                    </a:lnTo>
                    <a:lnTo>
                      <a:pt x="57" y="109"/>
                    </a:lnTo>
                    <a:lnTo>
                      <a:pt x="57" y="109"/>
                    </a:lnTo>
                    <a:lnTo>
                      <a:pt x="60" y="109"/>
                    </a:lnTo>
                    <a:lnTo>
                      <a:pt x="60" y="109"/>
                    </a:lnTo>
                    <a:lnTo>
                      <a:pt x="60" y="109"/>
                    </a:lnTo>
                    <a:lnTo>
                      <a:pt x="60" y="109"/>
                    </a:lnTo>
                    <a:lnTo>
                      <a:pt x="62" y="109"/>
                    </a:lnTo>
                    <a:lnTo>
                      <a:pt x="62" y="109"/>
                    </a:lnTo>
                    <a:lnTo>
                      <a:pt x="62" y="109"/>
                    </a:lnTo>
                    <a:lnTo>
                      <a:pt x="62" y="109"/>
                    </a:lnTo>
                    <a:lnTo>
                      <a:pt x="64" y="109"/>
                    </a:lnTo>
                    <a:lnTo>
                      <a:pt x="64" y="109"/>
                    </a:lnTo>
                    <a:lnTo>
                      <a:pt x="64" y="109"/>
                    </a:lnTo>
                    <a:lnTo>
                      <a:pt x="64" y="109"/>
                    </a:lnTo>
                    <a:lnTo>
                      <a:pt x="67" y="109"/>
                    </a:lnTo>
                    <a:lnTo>
                      <a:pt x="67" y="109"/>
                    </a:lnTo>
                    <a:lnTo>
                      <a:pt x="67" y="111"/>
                    </a:lnTo>
                    <a:lnTo>
                      <a:pt x="67" y="111"/>
                    </a:lnTo>
                    <a:lnTo>
                      <a:pt x="69" y="111"/>
                    </a:lnTo>
                    <a:lnTo>
                      <a:pt x="69" y="111"/>
                    </a:lnTo>
                    <a:lnTo>
                      <a:pt x="69" y="111"/>
                    </a:lnTo>
                    <a:lnTo>
                      <a:pt x="69" y="111"/>
                    </a:lnTo>
                    <a:lnTo>
                      <a:pt x="69" y="113"/>
                    </a:lnTo>
                    <a:lnTo>
                      <a:pt x="71" y="113"/>
                    </a:lnTo>
                    <a:lnTo>
                      <a:pt x="71" y="113"/>
                    </a:lnTo>
                    <a:lnTo>
                      <a:pt x="71" y="113"/>
                    </a:lnTo>
                    <a:lnTo>
                      <a:pt x="71" y="113"/>
                    </a:lnTo>
                    <a:lnTo>
                      <a:pt x="71" y="113"/>
                    </a:lnTo>
                    <a:lnTo>
                      <a:pt x="71" y="113"/>
                    </a:lnTo>
                    <a:lnTo>
                      <a:pt x="74" y="113"/>
                    </a:lnTo>
                    <a:lnTo>
                      <a:pt x="74" y="116"/>
                    </a:lnTo>
                    <a:lnTo>
                      <a:pt x="74" y="116"/>
                    </a:lnTo>
                    <a:lnTo>
                      <a:pt x="74" y="118"/>
                    </a:lnTo>
                    <a:lnTo>
                      <a:pt x="74" y="118"/>
                    </a:lnTo>
                    <a:lnTo>
                      <a:pt x="74" y="120"/>
                    </a:lnTo>
                    <a:lnTo>
                      <a:pt x="74" y="120"/>
                    </a:lnTo>
                    <a:lnTo>
                      <a:pt x="71" y="120"/>
                    </a:lnTo>
                    <a:lnTo>
                      <a:pt x="71" y="120"/>
                    </a:lnTo>
                    <a:lnTo>
                      <a:pt x="71" y="123"/>
                    </a:lnTo>
                    <a:lnTo>
                      <a:pt x="71" y="123"/>
                    </a:lnTo>
                    <a:lnTo>
                      <a:pt x="74" y="123"/>
                    </a:lnTo>
                    <a:lnTo>
                      <a:pt x="74" y="123"/>
                    </a:lnTo>
                    <a:lnTo>
                      <a:pt x="74" y="123"/>
                    </a:lnTo>
                    <a:lnTo>
                      <a:pt x="76" y="123"/>
                    </a:lnTo>
                    <a:lnTo>
                      <a:pt x="76" y="123"/>
                    </a:lnTo>
                    <a:lnTo>
                      <a:pt x="76" y="123"/>
                    </a:lnTo>
                    <a:lnTo>
                      <a:pt x="76" y="120"/>
                    </a:lnTo>
                    <a:lnTo>
                      <a:pt x="76" y="120"/>
                    </a:lnTo>
                    <a:lnTo>
                      <a:pt x="76" y="120"/>
                    </a:lnTo>
                    <a:lnTo>
                      <a:pt x="76" y="120"/>
                    </a:lnTo>
                    <a:lnTo>
                      <a:pt x="76" y="118"/>
                    </a:lnTo>
                    <a:lnTo>
                      <a:pt x="74" y="118"/>
                    </a:lnTo>
                    <a:lnTo>
                      <a:pt x="74" y="118"/>
                    </a:lnTo>
                    <a:lnTo>
                      <a:pt x="74" y="118"/>
                    </a:lnTo>
                    <a:lnTo>
                      <a:pt x="74" y="116"/>
                    </a:lnTo>
                    <a:lnTo>
                      <a:pt x="74" y="116"/>
                    </a:lnTo>
                    <a:lnTo>
                      <a:pt x="76" y="116"/>
                    </a:lnTo>
                    <a:lnTo>
                      <a:pt x="76" y="116"/>
                    </a:lnTo>
                    <a:lnTo>
                      <a:pt x="76" y="113"/>
                    </a:lnTo>
                    <a:lnTo>
                      <a:pt x="76" y="113"/>
                    </a:lnTo>
                    <a:lnTo>
                      <a:pt x="76" y="113"/>
                    </a:lnTo>
                    <a:lnTo>
                      <a:pt x="79" y="113"/>
                    </a:lnTo>
                    <a:lnTo>
                      <a:pt x="79" y="113"/>
                    </a:lnTo>
                    <a:lnTo>
                      <a:pt x="79" y="113"/>
                    </a:lnTo>
                    <a:lnTo>
                      <a:pt x="79" y="116"/>
                    </a:lnTo>
                    <a:lnTo>
                      <a:pt x="79" y="116"/>
                    </a:lnTo>
                    <a:lnTo>
                      <a:pt x="79" y="116"/>
                    </a:lnTo>
                    <a:lnTo>
                      <a:pt x="79" y="118"/>
                    </a:lnTo>
                    <a:lnTo>
                      <a:pt x="81" y="118"/>
                    </a:lnTo>
                    <a:lnTo>
                      <a:pt x="81" y="118"/>
                    </a:lnTo>
                    <a:lnTo>
                      <a:pt x="83" y="118"/>
                    </a:lnTo>
                    <a:lnTo>
                      <a:pt x="83" y="116"/>
                    </a:lnTo>
                    <a:lnTo>
                      <a:pt x="83" y="116"/>
                    </a:lnTo>
                    <a:lnTo>
                      <a:pt x="83" y="116"/>
                    </a:lnTo>
                    <a:lnTo>
                      <a:pt x="83" y="118"/>
                    </a:lnTo>
                    <a:lnTo>
                      <a:pt x="86" y="118"/>
                    </a:lnTo>
                    <a:lnTo>
                      <a:pt x="86" y="118"/>
                    </a:lnTo>
                    <a:lnTo>
                      <a:pt x="86" y="118"/>
                    </a:lnTo>
                    <a:lnTo>
                      <a:pt x="86" y="118"/>
                    </a:lnTo>
                    <a:lnTo>
                      <a:pt x="86" y="120"/>
                    </a:lnTo>
                    <a:lnTo>
                      <a:pt x="88" y="120"/>
                    </a:lnTo>
                    <a:lnTo>
                      <a:pt x="88" y="118"/>
                    </a:lnTo>
                    <a:lnTo>
                      <a:pt x="88" y="118"/>
                    </a:lnTo>
                    <a:lnTo>
                      <a:pt x="88" y="118"/>
                    </a:lnTo>
                    <a:lnTo>
                      <a:pt x="90" y="118"/>
                    </a:lnTo>
                    <a:lnTo>
                      <a:pt x="90" y="118"/>
                    </a:lnTo>
                    <a:lnTo>
                      <a:pt x="90" y="120"/>
                    </a:lnTo>
                    <a:lnTo>
                      <a:pt x="90" y="120"/>
                    </a:lnTo>
                    <a:lnTo>
                      <a:pt x="90" y="120"/>
                    </a:lnTo>
                    <a:lnTo>
                      <a:pt x="90" y="120"/>
                    </a:lnTo>
                    <a:lnTo>
                      <a:pt x="90" y="120"/>
                    </a:lnTo>
                    <a:lnTo>
                      <a:pt x="90" y="123"/>
                    </a:lnTo>
                    <a:lnTo>
                      <a:pt x="93" y="123"/>
                    </a:lnTo>
                    <a:lnTo>
                      <a:pt x="93" y="123"/>
                    </a:lnTo>
                    <a:lnTo>
                      <a:pt x="93" y="12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Rectangle 89"/>
              <p:cNvSpPr>
                <a:spLocks noChangeArrowheads="1"/>
              </p:cNvSpPr>
              <p:nvPr/>
            </p:nvSpPr>
            <p:spPr bwMode="auto">
              <a:xfrm>
                <a:off x="2261" y="2123"/>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5" name="Rectangle 90"/>
              <p:cNvSpPr>
                <a:spLocks noChangeArrowheads="1"/>
              </p:cNvSpPr>
              <p:nvPr/>
            </p:nvSpPr>
            <p:spPr bwMode="auto">
              <a:xfrm>
                <a:off x="2261" y="2123"/>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91"/>
              <p:cNvSpPr>
                <a:spLocks/>
              </p:cNvSpPr>
              <p:nvPr/>
            </p:nvSpPr>
            <p:spPr bwMode="auto">
              <a:xfrm>
                <a:off x="2137" y="1817"/>
                <a:ext cx="311" cy="337"/>
              </a:xfrm>
              <a:custGeom>
                <a:avLst/>
                <a:gdLst/>
                <a:ahLst/>
                <a:cxnLst>
                  <a:cxn ang="0">
                    <a:pos x="114" y="292"/>
                  </a:cxn>
                  <a:cxn ang="0">
                    <a:pos x="93" y="296"/>
                  </a:cxn>
                  <a:cxn ang="0">
                    <a:pos x="74" y="296"/>
                  </a:cxn>
                  <a:cxn ang="0">
                    <a:pos x="55" y="299"/>
                  </a:cxn>
                  <a:cxn ang="0">
                    <a:pos x="34" y="299"/>
                  </a:cxn>
                  <a:cxn ang="0">
                    <a:pos x="17" y="303"/>
                  </a:cxn>
                  <a:cxn ang="0">
                    <a:pos x="19" y="277"/>
                  </a:cxn>
                  <a:cxn ang="0">
                    <a:pos x="34" y="263"/>
                  </a:cxn>
                  <a:cxn ang="0">
                    <a:pos x="50" y="254"/>
                  </a:cxn>
                  <a:cxn ang="0">
                    <a:pos x="43" y="239"/>
                  </a:cxn>
                  <a:cxn ang="0">
                    <a:pos x="36" y="218"/>
                  </a:cxn>
                  <a:cxn ang="0">
                    <a:pos x="17" y="206"/>
                  </a:cxn>
                  <a:cxn ang="0">
                    <a:pos x="5" y="187"/>
                  </a:cxn>
                  <a:cxn ang="0">
                    <a:pos x="15" y="185"/>
                  </a:cxn>
                  <a:cxn ang="0">
                    <a:pos x="36" y="192"/>
                  </a:cxn>
                  <a:cxn ang="0">
                    <a:pos x="60" y="190"/>
                  </a:cxn>
                  <a:cxn ang="0">
                    <a:pos x="81" y="187"/>
                  </a:cxn>
                  <a:cxn ang="0">
                    <a:pos x="105" y="183"/>
                  </a:cxn>
                  <a:cxn ang="0">
                    <a:pos x="116" y="171"/>
                  </a:cxn>
                  <a:cxn ang="0">
                    <a:pos x="124" y="147"/>
                  </a:cxn>
                  <a:cxn ang="0">
                    <a:pos x="145" y="142"/>
                  </a:cxn>
                  <a:cxn ang="0">
                    <a:pos x="154" y="133"/>
                  </a:cxn>
                  <a:cxn ang="0">
                    <a:pos x="171" y="135"/>
                  </a:cxn>
                  <a:cxn ang="0">
                    <a:pos x="180" y="119"/>
                  </a:cxn>
                  <a:cxn ang="0">
                    <a:pos x="187" y="97"/>
                  </a:cxn>
                  <a:cxn ang="0">
                    <a:pos x="202" y="88"/>
                  </a:cxn>
                  <a:cxn ang="0">
                    <a:pos x="197" y="74"/>
                  </a:cxn>
                  <a:cxn ang="0">
                    <a:pos x="221" y="71"/>
                  </a:cxn>
                  <a:cxn ang="0">
                    <a:pos x="225" y="52"/>
                  </a:cxn>
                  <a:cxn ang="0">
                    <a:pos x="230" y="36"/>
                  </a:cxn>
                  <a:cxn ang="0">
                    <a:pos x="225" y="19"/>
                  </a:cxn>
                  <a:cxn ang="0">
                    <a:pos x="240" y="10"/>
                  </a:cxn>
                  <a:cxn ang="0">
                    <a:pos x="258" y="2"/>
                  </a:cxn>
                  <a:cxn ang="0">
                    <a:pos x="277" y="2"/>
                  </a:cxn>
                  <a:cxn ang="0">
                    <a:pos x="263" y="10"/>
                  </a:cxn>
                  <a:cxn ang="0">
                    <a:pos x="251" y="26"/>
                  </a:cxn>
                  <a:cxn ang="0">
                    <a:pos x="268" y="33"/>
                  </a:cxn>
                  <a:cxn ang="0">
                    <a:pos x="282" y="45"/>
                  </a:cxn>
                  <a:cxn ang="0">
                    <a:pos x="270" y="62"/>
                  </a:cxn>
                  <a:cxn ang="0">
                    <a:pos x="275" y="88"/>
                  </a:cxn>
                  <a:cxn ang="0">
                    <a:pos x="285" y="102"/>
                  </a:cxn>
                  <a:cxn ang="0">
                    <a:pos x="296" y="111"/>
                  </a:cxn>
                  <a:cxn ang="0">
                    <a:pos x="311" y="121"/>
                  </a:cxn>
                  <a:cxn ang="0">
                    <a:pos x="294" y="133"/>
                  </a:cxn>
                  <a:cxn ang="0">
                    <a:pos x="292" y="152"/>
                  </a:cxn>
                  <a:cxn ang="0">
                    <a:pos x="282" y="171"/>
                  </a:cxn>
                  <a:cxn ang="0">
                    <a:pos x="266" y="185"/>
                  </a:cxn>
                  <a:cxn ang="0">
                    <a:pos x="254" y="204"/>
                  </a:cxn>
                  <a:cxn ang="0">
                    <a:pos x="242" y="220"/>
                  </a:cxn>
                  <a:cxn ang="0">
                    <a:pos x="223" y="230"/>
                  </a:cxn>
                  <a:cxn ang="0">
                    <a:pos x="204" y="228"/>
                  </a:cxn>
                  <a:cxn ang="0">
                    <a:pos x="192" y="244"/>
                  </a:cxn>
                  <a:cxn ang="0">
                    <a:pos x="192" y="261"/>
                  </a:cxn>
                  <a:cxn ang="0">
                    <a:pos x="199" y="280"/>
                  </a:cxn>
                  <a:cxn ang="0">
                    <a:pos x="211" y="296"/>
                  </a:cxn>
                  <a:cxn ang="0">
                    <a:pos x="218" y="318"/>
                  </a:cxn>
                  <a:cxn ang="0">
                    <a:pos x="204" y="320"/>
                  </a:cxn>
                  <a:cxn ang="0">
                    <a:pos x="183" y="322"/>
                  </a:cxn>
                  <a:cxn ang="0">
                    <a:pos x="166" y="327"/>
                  </a:cxn>
                  <a:cxn ang="0">
                    <a:pos x="157" y="332"/>
                  </a:cxn>
                  <a:cxn ang="0">
                    <a:pos x="140" y="329"/>
                  </a:cxn>
                  <a:cxn ang="0">
                    <a:pos x="131" y="308"/>
                  </a:cxn>
                </a:cxnLst>
                <a:rect l="0" t="0" r="r" b="b"/>
                <a:pathLst>
                  <a:path w="311" h="337">
                    <a:moveTo>
                      <a:pt x="124" y="306"/>
                    </a:moveTo>
                    <a:lnTo>
                      <a:pt x="124" y="306"/>
                    </a:lnTo>
                    <a:lnTo>
                      <a:pt x="124" y="306"/>
                    </a:lnTo>
                    <a:lnTo>
                      <a:pt x="124" y="303"/>
                    </a:lnTo>
                    <a:lnTo>
                      <a:pt x="124" y="303"/>
                    </a:lnTo>
                    <a:lnTo>
                      <a:pt x="124" y="301"/>
                    </a:lnTo>
                    <a:lnTo>
                      <a:pt x="124" y="301"/>
                    </a:lnTo>
                    <a:lnTo>
                      <a:pt x="124" y="299"/>
                    </a:lnTo>
                    <a:lnTo>
                      <a:pt x="126" y="299"/>
                    </a:lnTo>
                    <a:lnTo>
                      <a:pt x="126" y="299"/>
                    </a:lnTo>
                    <a:lnTo>
                      <a:pt x="126" y="299"/>
                    </a:lnTo>
                    <a:lnTo>
                      <a:pt x="124" y="299"/>
                    </a:lnTo>
                    <a:lnTo>
                      <a:pt x="124" y="296"/>
                    </a:lnTo>
                    <a:lnTo>
                      <a:pt x="124" y="296"/>
                    </a:lnTo>
                    <a:lnTo>
                      <a:pt x="124" y="296"/>
                    </a:lnTo>
                    <a:lnTo>
                      <a:pt x="124" y="296"/>
                    </a:lnTo>
                    <a:lnTo>
                      <a:pt x="124" y="294"/>
                    </a:lnTo>
                    <a:lnTo>
                      <a:pt x="121" y="294"/>
                    </a:lnTo>
                    <a:lnTo>
                      <a:pt x="121" y="294"/>
                    </a:lnTo>
                    <a:lnTo>
                      <a:pt x="121" y="294"/>
                    </a:lnTo>
                    <a:lnTo>
                      <a:pt x="119" y="294"/>
                    </a:lnTo>
                    <a:lnTo>
                      <a:pt x="119" y="292"/>
                    </a:lnTo>
                    <a:lnTo>
                      <a:pt x="119" y="292"/>
                    </a:lnTo>
                    <a:lnTo>
                      <a:pt x="119" y="292"/>
                    </a:lnTo>
                    <a:lnTo>
                      <a:pt x="116" y="292"/>
                    </a:lnTo>
                    <a:lnTo>
                      <a:pt x="116" y="292"/>
                    </a:lnTo>
                    <a:lnTo>
                      <a:pt x="116" y="292"/>
                    </a:lnTo>
                    <a:lnTo>
                      <a:pt x="116" y="292"/>
                    </a:lnTo>
                    <a:lnTo>
                      <a:pt x="114" y="292"/>
                    </a:lnTo>
                    <a:lnTo>
                      <a:pt x="114" y="292"/>
                    </a:lnTo>
                    <a:lnTo>
                      <a:pt x="114" y="292"/>
                    </a:lnTo>
                    <a:lnTo>
                      <a:pt x="112" y="292"/>
                    </a:lnTo>
                    <a:lnTo>
                      <a:pt x="112" y="292"/>
                    </a:lnTo>
                    <a:lnTo>
                      <a:pt x="112" y="292"/>
                    </a:lnTo>
                    <a:lnTo>
                      <a:pt x="109" y="292"/>
                    </a:lnTo>
                    <a:lnTo>
                      <a:pt x="109" y="294"/>
                    </a:lnTo>
                    <a:lnTo>
                      <a:pt x="109" y="294"/>
                    </a:lnTo>
                    <a:lnTo>
                      <a:pt x="109" y="294"/>
                    </a:lnTo>
                    <a:lnTo>
                      <a:pt x="107" y="294"/>
                    </a:lnTo>
                    <a:lnTo>
                      <a:pt x="107" y="292"/>
                    </a:lnTo>
                    <a:lnTo>
                      <a:pt x="107" y="292"/>
                    </a:lnTo>
                    <a:lnTo>
                      <a:pt x="107" y="294"/>
                    </a:lnTo>
                    <a:lnTo>
                      <a:pt x="105" y="294"/>
                    </a:lnTo>
                    <a:lnTo>
                      <a:pt x="105" y="294"/>
                    </a:lnTo>
                    <a:lnTo>
                      <a:pt x="105" y="294"/>
                    </a:lnTo>
                    <a:lnTo>
                      <a:pt x="105" y="294"/>
                    </a:lnTo>
                    <a:lnTo>
                      <a:pt x="102" y="294"/>
                    </a:lnTo>
                    <a:lnTo>
                      <a:pt x="102" y="294"/>
                    </a:lnTo>
                    <a:lnTo>
                      <a:pt x="102" y="294"/>
                    </a:lnTo>
                    <a:lnTo>
                      <a:pt x="100" y="294"/>
                    </a:lnTo>
                    <a:lnTo>
                      <a:pt x="100" y="294"/>
                    </a:lnTo>
                    <a:lnTo>
                      <a:pt x="98" y="294"/>
                    </a:lnTo>
                    <a:lnTo>
                      <a:pt x="98" y="294"/>
                    </a:lnTo>
                    <a:lnTo>
                      <a:pt x="98" y="294"/>
                    </a:lnTo>
                    <a:lnTo>
                      <a:pt x="98" y="294"/>
                    </a:lnTo>
                    <a:lnTo>
                      <a:pt x="95" y="294"/>
                    </a:lnTo>
                    <a:lnTo>
                      <a:pt x="95" y="294"/>
                    </a:lnTo>
                    <a:lnTo>
                      <a:pt x="93" y="294"/>
                    </a:lnTo>
                    <a:lnTo>
                      <a:pt x="93" y="294"/>
                    </a:lnTo>
                    <a:lnTo>
                      <a:pt x="93" y="296"/>
                    </a:lnTo>
                    <a:lnTo>
                      <a:pt x="93" y="296"/>
                    </a:lnTo>
                    <a:lnTo>
                      <a:pt x="93" y="296"/>
                    </a:lnTo>
                    <a:lnTo>
                      <a:pt x="90" y="296"/>
                    </a:lnTo>
                    <a:lnTo>
                      <a:pt x="90" y="296"/>
                    </a:lnTo>
                    <a:lnTo>
                      <a:pt x="90" y="296"/>
                    </a:lnTo>
                    <a:lnTo>
                      <a:pt x="88" y="296"/>
                    </a:lnTo>
                    <a:lnTo>
                      <a:pt x="88" y="296"/>
                    </a:lnTo>
                    <a:lnTo>
                      <a:pt x="86" y="296"/>
                    </a:lnTo>
                    <a:lnTo>
                      <a:pt x="86" y="296"/>
                    </a:lnTo>
                    <a:lnTo>
                      <a:pt x="86" y="296"/>
                    </a:lnTo>
                    <a:lnTo>
                      <a:pt x="83" y="296"/>
                    </a:lnTo>
                    <a:lnTo>
                      <a:pt x="83" y="296"/>
                    </a:lnTo>
                    <a:lnTo>
                      <a:pt x="83" y="296"/>
                    </a:lnTo>
                    <a:lnTo>
                      <a:pt x="83" y="296"/>
                    </a:lnTo>
                    <a:lnTo>
                      <a:pt x="81" y="296"/>
                    </a:lnTo>
                    <a:lnTo>
                      <a:pt x="81" y="299"/>
                    </a:lnTo>
                    <a:lnTo>
                      <a:pt x="83" y="299"/>
                    </a:lnTo>
                    <a:lnTo>
                      <a:pt x="83" y="299"/>
                    </a:lnTo>
                    <a:lnTo>
                      <a:pt x="83" y="299"/>
                    </a:lnTo>
                    <a:lnTo>
                      <a:pt x="81" y="299"/>
                    </a:lnTo>
                    <a:lnTo>
                      <a:pt x="81" y="299"/>
                    </a:lnTo>
                    <a:lnTo>
                      <a:pt x="79" y="299"/>
                    </a:lnTo>
                    <a:lnTo>
                      <a:pt x="79" y="299"/>
                    </a:lnTo>
                    <a:lnTo>
                      <a:pt x="79" y="299"/>
                    </a:lnTo>
                    <a:lnTo>
                      <a:pt x="79" y="299"/>
                    </a:lnTo>
                    <a:lnTo>
                      <a:pt x="79" y="296"/>
                    </a:lnTo>
                    <a:lnTo>
                      <a:pt x="79" y="296"/>
                    </a:lnTo>
                    <a:lnTo>
                      <a:pt x="79" y="299"/>
                    </a:lnTo>
                    <a:lnTo>
                      <a:pt x="76" y="299"/>
                    </a:lnTo>
                    <a:lnTo>
                      <a:pt x="76" y="299"/>
                    </a:lnTo>
                    <a:lnTo>
                      <a:pt x="76" y="299"/>
                    </a:lnTo>
                    <a:lnTo>
                      <a:pt x="76" y="296"/>
                    </a:lnTo>
                    <a:lnTo>
                      <a:pt x="74" y="296"/>
                    </a:lnTo>
                    <a:lnTo>
                      <a:pt x="74" y="296"/>
                    </a:lnTo>
                    <a:lnTo>
                      <a:pt x="74" y="296"/>
                    </a:lnTo>
                    <a:lnTo>
                      <a:pt x="72" y="296"/>
                    </a:lnTo>
                    <a:lnTo>
                      <a:pt x="72" y="296"/>
                    </a:lnTo>
                    <a:lnTo>
                      <a:pt x="72" y="296"/>
                    </a:lnTo>
                    <a:lnTo>
                      <a:pt x="69" y="296"/>
                    </a:lnTo>
                    <a:lnTo>
                      <a:pt x="69" y="296"/>
                    </a:lnTo>
                    <a:lnTo>
                      <a:pt x="69" y="296"/>
                    </a:lnTo>
                    <a:lnTo>
                      <a:pt x="69" y="294"/>
                    </a:lnTo>
                    <a:lnTo>
                      <a:pt x="67" y="294"/>
                    </a:lnTo>
                    <a:lnTo>
                      <a:pt x="67" y="294"/>
                    </a:lnTo>
                    <a:lnTo>
                      <a:pt x="64" y="294"/>
                    </a:lnTo>
                    <a:lnTo>
                      <a:pt x="64" y="294"/>
                    </a:lnTo>
                    <a:lnTo>
                      <a:pt x="64" y="294"/>
                    </a:lnTo>
                    <a:lnTo>
                      <a:pt x="62" y="294"/>
                    </a:lnTo>
                    <a:lnTo>
                      <a:pt x="62" y="294"/>
                    </a:lnTo>
                    <a:lnTo>
                      <a:pt x="62" y="294"/>
                    </a:lnTo>
                    <a:lnTo>
                      <a:pt x="62" y="294"/>
                    </a:lnTo>
                    <a:lnTo>
                      <a:pt x="60" y="294"/>
                    </a:lnTo>
                    <a:lnTo>
                      <a:pt x="60" y="294"/>
                    </a:lnTo>
                    <a:lnTo>
                      <a:pt x="60" y="294"/>
                    </a:lnTo>
                    <a:lnTo>
                      <a:pt x="57" y="294"/>
                    </a:lnTo>
                    <a:lnTo>
                      <a:pt x="57" y="294"/>
                    </a:lnTo>
                    <a:lnTo>
                      <a:pt x="57" y="296"/>
                    </a:lnTo>
                    <a:lnTo>
                      <a:pt x="57" y="296"/>
                    </a:lnTo>
                    <a:lnTo>
                      <a:pt x="57" y="296"/>
                    </a:lnTo>
                    <a:lnTo>
                      <a:pt x="57" y="296"/>
                    </a:lnTo>
                    <a:lnTo>
                      <a:pt x="57" y="299"/>
                    </a:lnTo>
                    <a:lnTo>
                      <a:pt x="57" y="299"/>
                    </a:lnTo>
                    <a:lnTo>
                      <a:pt x="57" y="299"/>
                    </a:lnTo>
                    <a:lnTo>
                      <a:pt x="55" y="299"/>
                    </a:lnTo>
                    <a:lnTo>
                      <a:pt x="55" y="299"/>
                    </a:lnTo>
                    <a:lnTo>
                      <a:pt x="55" y="299"/>
                    </a:lnTo>
                    <a:lnTo>
                      <a:pt x="53" y="299"/>
                    </a:lnTo>
                    <a:lnTo>
                      <a:pt x="53" y="299"/>
                    </a:lnTo>
                    <a:lnTo>
                      <a:pt x="53" y="299"/>
                    </a:lnTo>
                    <a:lnTo>
                      <a:pt x="50" y="299"/>
                    </a:lnTo>
                    <a:lnTo>
                      <a:pt x="50" y="299"/>
                    </a:lnTo>
                    <a:lnTo>
                      <a:pt x="50" y="299"/>
                    </a:lnTo>
                    <a:lnTo>
                      <a:pt x="50" y="296"/>
                    </a:lnTo>
                    <a:lnTo>
                      <a:pt x="48" y="296"/>
                    </a:lnTo>
                    <a:lnTo>
                      <a:pt x="48" y="299"/>
                    </a:lnTo>
                    <a:lnTo>
                      <a:pt x="48" y="299"/>
                    </a:lnTo>
                    <a:lnTo>
                      <a:pt x="45" y="299"/>
                    </a:lnTo>
                    <a:lnTo>
                      <a:pt x="45" y="299"/>
                    </a:lnTo>
                    <a:lnTo>
                      <a:pt x="45" y="299"/>
                    </a:lnTo>
                    <a:lnTo>
                      <a:pt x="43" y="299"/>
                    </a:lnTo>
                    <a:lnTo>
                      <a:pt x="43" y="299"/>
                    </a:lnTo>
                    <a:lnTo>
                      <a:pt x="43" y="299"/>
                    </a:lnTo>
                    <a:lnTo>
                      <a:pt x="41" y="299"/>
                    </a:lnTo>
                    <a:lnTo>
                      <a:pt x="41" y="299"/>
                    </a:lnTo>
                    <a:lnTo>
                      <a:pt x="41" y="296"/>
                    </a:lnTo>
                    <a:lnTo>
                      <a:pt x="38" y="296"/>
                    </a:lnTo>
                    <a:lnTo>
                      <a:pt x="38" y="296"/>
                    </a:lnTo>
                    <a:lnTo>
                      <a:pt x="38" y="296"/>
                    </a:lnTo>
                    <a:lnTo>
                      <a:pt x="36" y="296"/>
                    </a:lnTo>
                    <a:lnTo>
                      <a:pt x="36" y="296"/>
                    </a:lnTo>
                    <a:lnTo>
                      <a:pt x="36" y="296"/>
                    </a:lnTo>
                    <a:lnTo>
                      <a:pt x="36" y="299"/>
                    </a:lnTo>
                    <a:lnTo>
                      <a:pt x="34" y="299"/>
                    </a:lnTo>
                    <a:lnTo>
                      <a:pt x="34" y="299"/>
                    </a:lnTo>
                    <a:lnTo>
                      <a:pt x="34" y="299"/>
                    </a:lnTo>
                    <a:lnTo>
                      <a:pt x="31" y="299"/>
                    </a:lnTo>
                    <a:lnTo>
                      <a:pt x="31" y="299"/>
                    </a:lnTo>
                    <a:lnTo>
                      <a:pt x="34" y="299"/>
                    </a:lnTo>
                    <a:lnTo>
                      <a:pt x="34" y="301"/>
                    </a:lnTo>
                    <a:lnTo>
                      <a:pt x="31" y="301"/>
                    </a:lnTo>
                    <a:lnTo>
                      <a:pt x="31" y="301"/>
                    </a:lnTo>
                    <a:lnTo>
                      <a:pt x="31" y="301"/>
                    </a:lnTo>
                    <a:lnTo>
                      <a:pt x="29" y="301"/>
                    </a:lnTo>
                    <a:lnTo>
                      <a:pt x="29" y="299"/>
                    </a:lnTo>
                    <a:lnTo>
                      <a:pt x="31" y="299"/>
                    </a:lnTo>
                    <a:lnTo>
                      <a:pt x="31" y="299"/>
                    </a:lnTo>
                    <a:lnTo>
                      <a:pt x="29" y="299"/>
                    </a:lnTo>
                    <a:lnTo>
                      <a:pt x="29" y="299"/>
                    </a:lnTo>
                    <a:lnTo>
                      <a:pt x="29" y="299"/>
                    </a:lnTo>
                    <a:lnTo>
                      <a:pt x="29" y="299"/>
                    </a:lnTo>
                    <a:lnTo>
                      <a:pt x="29" y="299"/>
                    </a:lnTo>
                    <a:lnTo>
                      <a:pt x="27" y="299"/>
                    </a:lnTo>
                    <a:lnTo>
                      <a:pt x="27" y="299"/>
                    </a:lnTo>
                    <a:lnTo>
                      <a:pt x="27" y="301"/>
                    </a:lnTo>
                    <a:lnTo>
                      <a:pt x="27" y="301"/>
                    </a:lnTo>
                    <a:lnTo>
                      <a:pt x="24" y="301"/>
                    </a:lnTo>
                    <a:lnTo>
                      <a:pt x="24" y="301"/>
                    </a:lnTo>
                    <a:lnTo>
                      <a:pt x="24" y="301"/>
                    </a:lnTo>
                    <a:lnTo>
                      <a:pt x="22" y="301"/>
                    </a:lnTo>
                    <a:lnTo>
                      <a:pt x="22" y="301"/>
                    </a:lnTo>
                    <a:lnTo>
                      <a:pt x="22" y="301"/>
                    </a:lnTo>
                    <a:lnTo>
                      <a:pt x="22" y="303"/>
                    </a:lnTo>
                    <a:lnTo>
                      <a:pt x="19" y="303"/>
                    </a:lnTo>
                    <a:lnTo>
                      <a:pt x="19" y="303"/>
                    </a:lnTo>
                    <a:lnTo>
                      <a:pt x="19" y="303"/>
                    </a:lnTo>
                    <a:lnTo>
                      <a:pt x="17" y="303"/>
                    </a:lnTo>
                    <a:lnTo>
                      <a:pt x="17" y="301"/>
                    </a:lnTo>
                    <a:lnTo>
                      <a:pt x="17" y="301"/>
                    </a:lnTo>
                    <a:lnTo>
                      <a:pt x="17" y="299"/>
                    </a:lnTo>
                    <a:lnTo>
                      <a:pt x="17" y="299"/>
                    </a:lnTo>
                    <a:lnTo>
                      <a:pt x="17" y="299"/>
                    </a:lnTo>
                    <a:lnTo>
                      <a:pt x="17" y="299"/>
                    </a:lnTo>
                    <a:lnTo>
                      <a:pt x="17" y="299"/>
                    </a:lnTo>
                    <a:lnTo>
                      <a:pt x="17" y="296"/>
                    </a:lnTo>
                    <a:lnTo>
                      <a:pt x="17" y="296"/>
                    </a:lnTo>
                    <a:lnTo>
                      <a:pt x="17" y="296"/>
                    </a:lnTo>
                    <a:lnTo>
                      <a:pt x="17" y="294"/>
                    </a:lnTo>
                    <a:lnTo>
                      <a:pt x="17" y="294"/>
                    </a:lnTo>
                    <a:lnTo>
                      <a:pt x="17" y="292"/>
                    </a:lnTo>
                    <a:lnTo>
                      <a:pt x="17" y="292"/>
                    </a:lnTo>
                    <a:lnTo>
                      <a:pt x="17" y="289"/>
                    </a:lnTo>
                    <a:lnTo>
                      <a:pt x="17" y="289"/>
                    </a:lnTo>
                    <a:lnTo>
                      <a:pt x="17" y="289"/>
                    </a:lnTo>
                    <a:lnTo>
                      <a:pt x="17" y="287"/>
                    </a:lnTo>
                    <a:lnTo>
                      <a:pt x="17" y="287"/>
                    </a:lnTo>
                    <a:lnTo>
                      <a:pt x="17" y="287"/>
                    </a:lnTo>
                    <a:lnTo>
                      <a:pt x="17" y="284"/>
                    </a:lnTo>
                    <a:lnTo>
                      <a:pt x="17" y="284"/>
                    </a:lnTo>
                    <a:lnTo>
                      <a:pt x="17" y="282"/>
                    </a:lnTo>
                    <a:lnTo>
                      <a:pt x="19" y="282"/>
                    </a:lnTo>
                    <a:lnTo>
                      <a:pt x="19" y="282"/>
                    </a:lnTo>
                    <a:lnTo>
                      <a:pt x="19" y="282"/>
                    </a:lnTo>
                    <a:lnTo>
                      <a:pt x="19" y="280"/>
                    </a:lnTo>
                    <a:lnTo>
                      <a:pt x="19" y="280"/>
                    </a:lnTo>
                    <a:lnTo>
                      <a:pt x="19" y="280"/>
                    </a:lnTo>
                    <a:lnTo>
                      <a:pt x="19" y="277"/>
                    </a:lnTo>
                    <a:lnTo>
                      <a:pt x="19" y="277"/>
                    </a:lnTo>
                    <a:lnTo>
                      <a:pt x="19" y="277"/>
                    </a:lnTo>
                    <a:lnTo>
                      <a:pt x="19" y="275"/>
                    </a:lnTo>
                    <a:lnTo>
                      <a:pt x="19" y="275"/>
                    </a:lnTo>
                    <a:lnTo>
                      <a:pt x="19" y="273"/>
                    </a:lnTo>
                    <a:lnTo>
                      <a:pt x="19" y="273"/>
                    </a:lnTo>
                    <a:lnTo>
                      <a:pt x="19" y="270"/>
                    </a:lnTo>
                    <a:lnTo>
                      <a:pt x="22" y="270"/>
                    </a:lnTo>
                    <a:lnTo>
                      <a:pt x="22" y="270"/>
                    </a:lnTo>
                    <a:lnTo>
                      <a:pt x="24" y="270"/>
                    </a:lnTo>
                    <a:lnTo>
                      <a:pt x="24" y="270"/>
                    </a:lnTo>
                    <a:lnTo>
                      <a:pt x="24" y="270"/>
                    </a:lnTo>
                    <a:lnTo>
                      <a:pt x="24" y="270"/>
                    </a:lnTo>
                    <a:lnTo>
                      <a:pt x="24" y="270"/>
                    </a:lnTo>
                    <a:lnTo>
                      <a:pt x="27" y="270"/>
                    </a:lnTo>
                    <a:lnTo>
                      <a:pt x="27" y="270"/>
                    </a:lnTo>
                    <a:lnTo>
                      <a:pt x="27" y="268"/>
                    </a:lnTo>
                    <a:lnTo>
                      <a:pt x="29" y="268"/>
                    </a:lnTo>
                    <a:lnTo>
                      <a:pt x="29" y="268"/>
                    </a:lnTo>
                    <a:lnTo>
                      <a:pt x="29" y="268"/>
                    </a:lnTo>
                    <a:lnTo>
                      <a:pt x="31" y="268"/>
                    </a:lnTo>
                    <a:lnTo>
                      <a:pt x="31" y="268"/>
                    </a:lnTo>
                    <a:lnTo>
                      <a:pt x="29" y="268"/>
                    </a:lnTo>
                    <a:lnTo>
                      <a:pt x="29" y="265"/>
                    </a:lnTo>
                    <a:lnTo>
                      <a:pt x="31" y="265"/>
                    </a:lnTo>
                    <a:lnTo>
                      <a:pt x="31" y="265"/>
                    </a:lnTo>
                    <a:lnTo>
                      <a:pt x="31" y="263"/>
                    </a:lnTo>
                    <a:lnTo>
                      <a:pt x="31" y="263"/>
                    </a:lnTo>
                    <a:lnTo>
                      <a:pt x="31" y="263"/>
                    </a:lnTo>
                    <a:lnTo>
                      <a:pt x="34" y="263"/>
                    </a:lnTo>
                    <a:lnTo>
                      <a:pt x="34" y="263"/>
                    </a:lnTo>
                    <a:lnTo>
                      <a:pt x="34" y="263"/>
                    </a:lnTo>
                    <a:lnTo>
                      <a:pt x="36" y="263"/>
                    </a:lnTo>
                    <a:lnTo>
                      <a:pt x="36" y="263"/>
                    </a:lnTo>
                    <a:lnTo>
                      <a:pt x="36" y="263"/>
                    </a:lnTo>
                    <a:lnTo>
                      <a:pt x="38" y="263"/>
                    </a:lnTo>
                    <a:lnTo>
                      <a:pt x="38" y="261"/>
                    </a:lnTo>
                    <a:lnTo>
                      <a:pt x="38" y="261"/>
                    </a:lnTo>
                    <a:lnTo>
                      <a:pt x="38" y="261"/>
                    </a:lnTo>
                    <a:lnTo>
                      <a:pt x="41" y="261"/>
                    </a:lnTo>
                    <a:lnTo>
                      <a:pt x="41" y="261"/>
                    </a:lnTo>
                    <a:lnTo>
                      <a:pt x="41" y="261"/>
                    </a:lnTo>
                    <a:lnTo>
                      <a:pt x="43" y="261"/>
                    </a:lnTo>
                    <a:lnTo>
                      <a:pt x="43" y="261"/>
                    </a:lnTo>
                    <a:lnTo>
                      <a:pt x="43" y="261"/>
                    </a:lnTo>
                    <a:lnTo>
                      <a:pt x="45" y="261"/>
                    </a:lnTo>
                    <a:lnTo>
                      <a:pt x="45" y="261"/>
                    </a:lnTo>
                    <a:lnTo>
                      <a:pt x="45" y="261"/>
                    </a:lnTo>
                    <a:lnTo>
                      <a:pt x="45" y="261"/>
                    </a:lnTo>
                    <a:lnTo>
                      <a:pt x="48" y="261"/>
                    </a:lnTo>
                    <a:lnTo>
                      <a:pt x="48" y="261"/>
                    </a:lnTo>
                    <a:lnTo>
                      <a:pt x="50" y="261"/>
                    </a:lnTo>
                    <a:lnTo>
                      <a:pt x="50" y="261"/>
                    </a:lnTo>
                    <a:lnTo>
                      <a:pt x="50" y="258"/>
                    </a:lnTo>
                    <a:lnTo>
                      <a:pt x="50" y="258"/>
                    </a:lnTo>
                    <a:lnTo>
                      <a:pt x="50" y="258"/>
                    </a:lnTo>
                    <a:lnTo>
                      <a:pt x="50" y="258"/>
                    </a:lnTo>
                    <a:lnTo>
                      <a:pt x="50" y="256"/>
                    </a:lnTo>
                    <a:lnTo>
                      <a:pt x="50" y="256"/>
                    </a:lnTo>
                    <a:lnTo>
                      <a:pt x="50" y="256"/>
                    </a:lnTo>
                    <a:lnTo>
                      <a:pt x="53" y="256"/>
                    </a:lnTo>
                    <a:lnTo>
                      <a:pt x="53" y="254"/>
                    </a:lnTo>
                    <a:lnTo>
                      <a:pt x="50" y="254"/>
                    </a:lnTo>
                    <a:lnTo>
                      <a:pt x="50" y="254"/>
                    </a:lnTo>
                    <a:lnTo>
                      <a:pt x="50" y="251"/>
                    </a:lnTo>
                    <a:lnTo>
                      <a:pt x="50" y="251"/>
                    </a:lnTo>
                    <a:lnTo>
                      <a:pt x="50" y="249"/>
                    </a:lnTo>
                    <a:lnTo>
                      <a:pt x="53" y="249"/>
                    </a:lnTo>
                    <a:lnTo>
                      <a:pt x="53" y="249"/>
                    </a:lnTo>
                    <a:lnTo>
                      <a:pt x="53" y="249"/>
                    </a:lnTo>
                    <a:lnTo>
                      <a:pt x="53" y="247"/>
                    </a:lnTo>
                    <a:lnTo>
                      <a:pt x="50" y="247"/>
                    </a:lnTo>
                    <a:lnTo>
                      <a:pt x="50" y="247"/>
                    </a:lnTo>
                    <a:lnTo>
                      <a:pt x="50" y="247"/>
                    </a:lnTo>
                    <a:lnTo>
                      <a:pt x="50" y="247"/>
                    </a:lnTo>
                    <a:lnTo>
                      <a:pt x="48" y="247"/>
                    </a:lnTo>
                    <a:lnTo>
                      <a:pt x="48" y="247"/>
                    </a:lnTo>
                    <a:lnTo>
                      <a:pt x="45" y="247"/>
                    </a:lnTo>
                    <a:lnTo>
                      <a:pt x="45" y="247"/>
                    </a:lnTo>
                    <a:lnTo>
                      <a:pt x="45" y="247"/>
                    </a:lnTo>
                    <a:lnTo>
                      <a:pt x="45" y="247"/>
                    </a:lnTo>
                    <a:lnTo>
                      <a:pt x="43" y="247"/>
                    </a:lnTo>
                    <a:lnTo>
                      <a:pt x="43" y="247"/>
                    </a:lnTo>
                    <a:lnTo>
                      <a:pt x="43" y="247"/>
                    </a:lnTo>
                    <a:lnTo>
                      <a:pt x="41" y="247"/>
                    </a:lnTo>
                    <a:lnTo>
                      <a:pt x="41" y="247"/>
                    </a:lnTo>
                    <a:lnTo>
                      <a:pt x="41" y="244"/>
                    </a:lnTo>
                    <a:lnTo>
                      <a:pt x="43" y="244"/>
                    </a:lnTo>
                    <a:lnTo>
                      <a:pt x="43" y="244"/>
                    </a:lnTo>
                    <a:lnTo>
                      <a:pt x="43" y="242"/>
                    </a:lnTo>
                    <a:lnTo>
                      <a:pt x="43" y="242"/>
                    </a:lnTo>
                    <a:lnTo>
                      <a:pt x="43" y="239"/>
                    </a:lnTo>
                    <a:lnTo>
                      <a:pt x="43" y="239"/>
                    </a:lnTo>
                    <a:lnTo>
                      <a:pt x="43" y="239"/>
                    </a:lnTo>
                    <a:lnTo>
                      <a:pt x="43" y="239"/>
                    </a:lnTo>
                    <a:lnTo>
                      <a:pt x="43" y="239"/>
                    </a:lnTo>
                    <a:lnTo>
                      <a:pt x="43" y="237"/>
                    </a:lnTo>
                    <a:lnTo>
                      <a:pt x="43" y="237"/>
                    </a:lnTo>
                    <a:lnTo>
                      <a:pt x="43" y="235"/>
                    </a:lnTo>
                    <a:lnTo>
                      <a:pt x="43" y="235"/>
                    </a:lnTo>
                    <a:lnTo>
                      <a:pt x="43" y="232"/>
                    </a:lnTo>
                    <a:lnTo>
                      <a:pt x="43" y="232"/>
                    </a:lnTo>
                    <a:lnTo>
                      <a:pt x="43" y="230"/>
                    </a:lnTo>
                    <a:lnTo>
                      <a:pt x="41" y="230"/>
                    </a:lnTo>
                    <a:lnTo>
                      <a:pt x="41" y="230"/>
                    </a:lnTo>
                    <a:lnTo>
                      <a:pt x="41" y="230"/>
                    </a:lnTo>
                    <a:lnTo>
                      <a:pt x="41" y="228"/>
                    </a:lnTo>
                    <a:lnTo>
                      <a:pt x="41" y="228"/>
                    </a:lnTo>
                    <a:lnTo>
                      <a:pt x="41" y="225"/>
                    </a:lnTo>
                    <a:lnTo>
                      <a:pt x="41" y="225"/>
                    </a:lnTo>
                    <a:lnTo>
                      <a:pt x="41" y="223"/>
                    </a:lnTo>
                    <a:lnTo>
                      <a:pt x="41" y="223"/>
                    </a:lnTo>
                    <a:lnTo>
                      <a:pt x="41" y="220"/>
                    </a:lnTo>
                    <a:lnTo>
                      <a:pt x="41" y="220"/>
                    </a:lnTo>
                    <a:lnTo>
                      <a:pt x="41" y="220"/>
                    </a:lnTo>
                    <a:lnTo>
                      <a:pt x="41" y="220"/>
                    </a:lnTo>
                    <a:lnTo>
                      <a:pt x="38" y="220"/>
                    </a:lnTo>
                    <a:lnTo>
                      <a:pt x="38" y="220"/>
                    </a:lnTo>
                    <a:lnTo>
                      <a:pt x="38" y="220"/>
                    </a:lnTo>
                    <a:lnTo>
                      <a:pt x="38" y="220"/>
                    </a:lnTo>
                    <a:lnTo>
                      <a:pt x="36" y="220"/>
                    </a:lnTo>
                    <a:lnTo>
                      <a:pt x="36" y="220"/>
                    </a:lnTo>
                    <a:lnTo>
                      <a:pt x="36" y="220"/>
                    </a:lnTo>
                    <a:lnTo>
                      <a:pt x="36" y="218"/>
                    </a:lnTo>
                    <a:lnTo>
                      <a:pt x="36" y="218"/>
                    </a:lnTo>
                    <a:lnTo>
                      <a:pt x="36" y="218"/>
                    </a:lnTo>
                    <a:lnTo>
                      <a:pt x="34" y="218"/>
                    </a:lnTo>
                    <a:lnTo>
                      <a:pt x="34" y="216"/>
                    </a:lnTo>
                    <a:lnTo>
                      <a:pt x="34" y="216"/>
                    </a:lnTo>
                    <a:lnTo>
                      <a:pt x="31" y="216"/>
                    </a:lnTo>
                    <a:lnTo>
                      <a:pt x="31" y="216"/>
                    </a:lnTo>
                    <a:lnTo>
                      <a:pt x="31" y="216"/>
                    </a:lnTo>
                    <a:lnTo>
                      <a:pt x="31" y="216"/>
                    </a:lnTo>
                    <a:lnTo>
                      <a:pt x="29" y="216"/>
                    </a:lnTo>
                    <a:lnTo>
                      <a:pt x="29" y="216"/>
                    </a:lnTo>
                    <a:lnTo>
                      <a:pt x="29" y="213"/>
                    </a:lnTo>
                    <a:lnTo>
                      <a:pt x="29" y="213"/>
                    </a:lnTo>
                    <a:lnTo>
                      <a:pt x="27" y="213"/>
                    </a:lnTo>
                    <a:lnTo>
                      <a:pt x="27" y="213"/>
                    </a:lnTo>
                    <a:lnTo>
                      <a:pt x="24" y="213"/>
                    </a:lnTo>
                    <a:lnTo>
                      <a:pt x="24" y="213"/>
                    </a:lnTo>
                    <a:lnTo>
                      <a:pt x="24" y="213"/>
                    </a:lnTo>
                    <a:lnTo>
                      <a:pt x="24" y="213"/>
                    </a:lnTo>
                    <a:lnTo>
                      <a:pt x="22" y="213"/>
                    </a:lnTo>
                    <a:lnTo>
                      <a:pt x="22" y="211"/>
                    </a:lnTo>
                    <a:lnTo>
                      <a:pt x="22" y="211"/>
                    </a:lnTo>
                    <a:lnTo>
                      <a:pt x="22" y="211"/>
                    </a:lnTo>
                    <a:lnTo>
                      <a:pt x="19" y="211"/>
                    </a:lnTo>
                    <a:lnTo>
                      <a:pt x="19" y="211"/>
                    </a:lnTo>
                    <a:lnTo>
                      <a:pt x="19" y="211"/>
                    </a:lnTo>
                    <a:lnTo>
                      <a:pt x="19" y="211"/>
                    </a:lnTo>
                    <a:lnTo>
                      <a:pt x="19" y="209"/>
                    </a:lnTo>
                    <a:lnTo>
                      <a:pt x="19" y="209"/>
                    </a:lnTo>
                    <a:lnTo>
                      <a:pt x="17" y="209"/>
                    </a:lnTo>
                    <a:lnTo>
                      <a:pt x="17" y="209"/>
                    </a:lnTo>
                    <a:lnTo>
                      <a:pt x="17" y="206"/>
                    </a:lnTo>
                    <a:lnTo>
                      <a:pt x="17" y="206"/>
                    </a:lnTo>
                    <a:lnTo>
                      <a:pt x="17" y="206"/>
                    </a:lnTo>
                    <a:lnTo>
                      <a:pt x="17" y="204"/>
                    </a:lnTo>
                    <a:lnTo>
                      <a:pt x="15" y="204"/>
                    </a:lnTo>
                    <a:lnTo>
                      <a:pt x="15" y="204"/>
                    </a:lnTo>
                    <a:lnTo>
                      <a:pt x="15" y="202"/>
                    </a:lnTo>
                    <a:lnTo>
                      <a:pt x="15" y="202"/>
                    </a:lnTo>
                    <a:lnTo>
                      <a:pt x="15" y="202"/>
                    </a:lnTo>
                    <a:lnTo>
                      <a:pt x="12" y="202"/>
                    </a:lnTo>
                    <a:lnTo>
                      <a:pt x="12" y="199"/>
                    </a:lnTo>
                    <a:lnTo>
                      <a:pt x="12" y="199"/>
                    </a:lnTo>
                    <a:lnTo>
                      <a:pt x="12" y="199"/>
                    </a:lnTo>
                    <a:lnTo>
                      <a:pt x="12" y="199"/>
                    </a:lnTo>
                    <a:lnTo>
                      <a:pt x="12" y="199"/>
                    </a:lnTo>
                    <a:lnTo>
                      <a:pt x="12" y="197"/>
                    </a:lnTo>
                    <a:lnTo>
                      <a:pt x="12" y="197"/>
                    </a:lnTo>
                    <a:lnTo>
                      <a:pt x="10" y="197"/>
                    </a:lnTo>
                    <a:lnTo>
                      <a:pt x="10" y="194"/>
                    </a:lnTo>
                    <a:lnTo>
                      <a:pt x="10" y="194"/>
                    </a:lnTo>
                    <a:lnTo>
                      <a:pt x="10" y="192"/>
                    </a:lnTo>
                    <a:lnTo>
                      <a:pt x="10" y="192"/>
                    </a:lnTo>
                    <a:lnTo>
                      <a:pt x="10" y="192"/>
                    </a:lnTo>
                    <a:lnTo>
                      <a:pt x="10" y="190"/>
                    </a:lnTo>
                    <a:lnTo>
                      <a:pt x="10" y="190"/>
                    </a:lnTo>
                    <a:lnTo>
                      <a:pt x="8" y="190"/>
                    </a:lnTo>
                    <a:lnTo>
                      <a:pt x="8" y="190"/>
                    </a:lnTo>
                    <a:lnTo>
                      <a:pt x="8" y="190"/>
                    </a:lnTo>
                    <a:lnTo>
                      <a:pt x="8" y="190"/>
                    </a:lnTo>
                    <a:lnTo>
                      <a:pt x="5" y="190"/>
                    </a:lnTo>
                    <a:lnTo>
                      <a:pt x="5" y="187"/>
                    </a:lnTo>
                    <a:lnTo>
                      <a:pt x="5" y="187"/>
                    </a:lnTo>
                    <a:lnTo>
                      <a:pt x="5" y="187"/>
                    </a:lnTo>
                    <a:lnTo>
                      <a:pt x="5" y="187"/>
                    </a:lnTo>
                    <a:lnTo>
                      <a:pt x="5" y="185"/>
                    </a:lnTo>
                    <a:lnTo>
                      <a:pt x="5" y="185"/>
                    </a:lnTo>
                    <a:lnTo>
                      <a:pt x="3" y="185"/>
                    </a:lnTo>
                    <a:lnTo>
                      <a:pt x="3" y="183"/>
                    </a:lnTo>
                    <a:lnTo>
                      <a:pt x="3" y="183"/>
                    </a:lnTo>
                    <a:lnTo>
                      <a:pt x="3" y="183"/>
                    </a:lnTo>
                    <a:lnTo>
                      <a:pt x="3" y="183"/>
                    </a:lnTo>
                    <a:lnTo>
                      <a:pt x="3" y="180"/>
                    </a:lnTo>
                    <a:lnTo>
                      <a:pt x="0" y="180"/>
                    </a:lnTo>
                    <a:lnTo>
                      <a:pt x="0" y="180"/>
                    </a:lnTo>
                    <a:lnTo>
                      <a:pt x="3" y="180"/>
                    </a:lnTo>
                    <a:lnTo>
                      <a:pt x="3" y="180"/>
                    </a:lnTo>
                    <a:lnTo>
                      <a:pt x="3" y="180"/>
                    </a:lnTo>
                    <a:lnTo>
                      <a:pt x="3" y="180"/>
                    </a:lnTo>
                    <a:lnTo>
                      <a:pt x="5" y="180"/>
                    </a:lnTo>
                    <a:lnTo>
                      <a:pt x="5" y="180"/>
                    </a:lnTo>
                    <a:lnTo>
                      <a:pt x="5" y="180"/>
                    </a:lnTo>
                    <a:lnTo>
                      <a:pt x="5" y="183"/>
                    </a:lnTo>
                    <a:lnTo>
                      <a:pt x="8" y="183"/>
                    </a:lnTo>
                    <a:lnTo>
                      <a:pt x="8" y="183"/>
                    </a:lnTo>
                    <a:lnTo>
                      <a:pt x="10" y="183"/>
                    </a:lnTo>
                    <a:lnTo>
                      <a:pt x="10" y="183"/>
                    </a:lnTo>
                    <a:lnTo>
                      <a:pt x="10" y="183"/>
                    </a:lnTo>
                    <a:lnTo>
                      <a:pt x="10" y="183"/>
                    </a:lnTo>
                    <a:lnTo>
                      <a:pt x="12" y="183"/>
                    </a:lnTo>
                    <a:lnTo>
                      <a:pt x="12" y="183"/>
                    </a:lnTo>
                    <a:lnTo>
                      <a:pt x="12" y="185"/>
                    </a:lnTo>
                    <a:lnTo>
                      <a:pt x="12" y="185"/>
                    </a:lnTo>
                    <a:lnTo>
                      <a:pt x="15" y="185"/>
                    </a:lnTo>
                    <a:lnTo>
                      <a:pt x="15" y="185"/>
                    </a:lnTo>
                    <a:lnTo>
                      <a:pt x="15" y="185"/>
                    </a:lnTo>
                    <a:lnTo>
                      <a:pt x="17" y="185"/>
                    </a:lnTo>
                    <a:lnTo>
                      <a:pt x="17" y="185"/>
                    </a:lnTo>
                    <a:lnTo>
                      <a:pt x="17" y="185"/>
                    </a:lnTo>
                    <a:lnTo>
                      <a:pt x="17" y="187"/>
                    </a:lnTo>
                    <a:lnTo>
                      <a:pt x="19" y="187"/>
                    </a:lnTo>
                    <a:lnTo>
                      <a:pt x="19" y="187"/>
                    </a:lnTo>
                    <a:lnTo>
                      <a:pt x="19" y="187"/>
                    </a:lnTo>
                    <a:lnTo>
                      <a:pt x="22" y="187"/>
                    </a:lnTo>
                    <a:lnTo>
                      <a:pt x="22" y="187"/>
                    </a:lnTo>
                    <a:lnTo>
                      <a:pt x="22" y="187"/>
                    </a:lnTo>
                    <a:lnTo>
                      <a:pt x="24" y="187"/>
                    </a:lnTo>
                    <a:lnTo>
                      <a:pt x="24" y="187"/>
                    </a:lnTo>
                    <a:lnTo>
                      <a:pt x="24" y="190"/>
                    </a:lnTo>
                    <a:lnTo>
                      <a:pt x="24" y="190"/>
                    </a:lnTo>
                    <a:lnTo>
                      <a:pt x="27" y="190"/>
                    </a:lnTo>
                    <a:lnTo>
                      <a:pt x="27" y="190"/>
                    </a:lnTo>
                    <a:lnTo>
                      <a:pt x="29" y="190"/>
                    </a:lnTo>
                    <a:lnTo>
                      <a:pt x="29" y="190"/>
                    </a:lnTo>
                    <a:lnTo>
                      <a:pt x="29" y="190"/>
                    </a:lnTo>
                    <a:lnTo>
                      <a:pt x="29" y="190"/>
                    </a:lnTo>
                    <a:lnTo>
                      <a:pt x="31" y="190"/>
                    </a:lnTo>
                    <a:lnTo>
                      <a:pt x="31" y="190"/>
                    </a:lnTo>
                    <a:lnTo>
                      <a:pt x="31" y="190"/>
                    </a:lnTo>
                    <a:lnTo>
                      <a:pt x="31" y="190"/>
                    </a:lnTo>
                    <a:lnTo>
                      <a:pt x="34" y="190"/>
                    </a:lnTo>
                    <a:lnTo>
                      <a:pt x="34" y="192"/>
                    </a:lnTo>
                    <a:lnTo>
                      <a:pt x="34" y="192"/>
                    </a:lnTo>
                    <a:lnTo>
                      <a:pt x="36" y="192"/>
                    </a:lnTo>
                    <a:lnTo>
                      <a:pt x="36" y="192"/>
                    </a:lnTo>
                    <a:lnTo>
                      <a:pt x="36" y="190"/>
                    </a:lnTo>
                    <a:lnTo>
                      <a:pt x="36" y="190"/>
                    </a:lnTo>
                    <a:lnTo>
                      <a:pt x="38" y="190"/>
                    </a:lnTo>
                    <a:lnTo>
                      <a:pt x="38" y="190"/>
                    </a:lnTo>
                    <a:lnTo>
                      <a:pt x="38" y="190"/>
                    </a:lnTo>
                    <a:lnTo>
                      <a:pt x="41" y="190"/>
                    </a:lnTo>
                    <a:lnTo>
                      <a:pt x="41" y="190"/>
                    </a:lnTo>
                    <a:lnTo>
                      <a:pt x="43" y="190"/>
                    </a:lnTo>
                    <a:lnTo>
                      <a:pt x="43" y="190"/>
                    </a:lnTo>
                    <a:lnTo>
                      <a:pt x="43" y="190"/>
                    </a:lnTo>
                    <a:lnTo>
                      <a:pt x="45" y="190"/>
                    </a:lnTo>
                    <a:lnTo>
                      <a:pt x="45" y="190"/>
                    </a:lnTo>
                    <a:lnTo>
                      <a:pt x="45" y="190"/>
                    </a:lnTo>
                    <a:lnTo>
                      <a:pt x="45" y="190"/>
                    </a:lnTo>
                    <a:lnTo>
                      <a:pt x="48" y="190"/>
                    </a:lnTo>
                    <a:lnTo>
                      <a:pt x="48" y="190"/>
                    </a:lnTo>
                    <a:lnTo>
                      <a:pt x="50" y="190"/>
                    </a:lnTo>
                    <a:lnTo>
                      <a:pt x="50" y="190"/>
                    </a:lnTo>
                    <a:lnTo>
                      <a:pt x="50" y="190"/>
                    </a:lnTo>
                    <a:lnTo>
                      <a:pt x="53" y="190"/>
                    </a:lnTo>
                    <a:lnTo>
                      <a:pt x="53" y="190"/>
                    </a:lnTo>
                    <a:lnTo>
                      <a:pt x="53" y="190"/>
                    </a:lnTo>
                    <a:lnTo>
                      <a:pt x="55" y="190"/>
                    </a:lnTo>
                    <a:lnTo>
                      <a:pt x="55" y="190"/>
                    </a:lnTo>
                    <a:lnTo>
                      <a:pt x="55" y="190"/>
                    </a:lnTo>
                    <a:lnTo>
                      <a:pt x="57" y="190"/>
                    </a:lnTo>
                    <a:lnTo>
                      <a:pt x="57" y="190"/>
                    </a:lnTo>
                    <a:lnTo>
                      <a:pt x="57" y="190"/>
                    </a:lnTo>
                    <a:lnTo>
                      <a:pt x="60" y="190"/>
                    </a:lnTo>
                    <a:lnTo>
                      <a:pt x="60" y="190"/>
                    </a:lnTo>
                    <a:lnTo>
                      <a:pt x="60" y="190"/>
                    </a:lnTo>
                    <a:lnTo>
                      <a:pt x="62" y="190"/>
                    </a:lnTo>
                    <a:lnTo>
                      <a:pt x="62" y="190"/>
                    </a:lnTo>
                    <a:lnTo>
                      <a:pt x="62" y="190"/>
                    </a:lnTo>
                    <a:lnTo>
                      <a:pt x="64" y="190"/>
                    </a:lnTo>
                    <a:lnTo>
                      <a:pt x="64" y="190"/>
                    </a:lnTo>
                    <a:lnTo>
                      <a:pt x="64" y="190"/>
                    </a:lnTo>
                    <a:lnTo>
                      <a:pt x="64" y="190"/>
                    </a:lnTo>
                    <a:lnTo>
                      <a:pt x="67" y="190"/>
                    </a:lnTo>
                    <a:lnTo>
                      <a:pt x="67" y="190"/>
                    </a:lnTo>
                    <a:lnTo>
                      <a:pt x="69" y="190"/>
                    </a:lnTo>
                    <a:lnTo>
                      <a:pt x="69" y="190"/>
                    </a:lnTo>
                    <a:lnTo>
                      <a:pt x="69" y="192"/>
                    </a:lnTo>
                    <a:lnTo>
                      <a:pt x="69" y="192"/>
                    </a:lnTo>
                    <a:lnTo>
                      <a:pt x="69" y="190"/>
                    </a:lnTo>
                    <a:lnTo>
                      <a:pt x="72" y="190"/>
                    </a:lnTo>
                    <a:lnTo>
                      <a:pt x="72" y="190"/>
                    </a:lnTo>
                    <a:lnTo>
                      <a:pt x="72" y="190"/>
                    </a:lnTo>
                    <a:lnTo>
                      <a:pt x="72" y="190"/>
                    </a:lnTo>
                    <a:lnTo>
                      <a:pt x="72" y="190"/>
                    </a:lnTo>
                    <a:lnTo>
                      <a:pt x="72" y="187"/>
                    </a:lnTo>
                    <a:lnTo>
                      <a:pt x="74" y="187"/>
                    </a:lnTo>
                    <a:lnTo>
                      <a:pt x="74" y="187"/>
                    </a:lnTo>
                    <a:lnTo>
                      <a:pt x="76" y="187"/>
                    </a:lnTo>
                    <a:lnTo>
                      <a:pt x="76" y="187"/>
                    </a:lnTo>
                    <a:lnTo>
                      <a:pt x="76" y="187"/>
                    </a:lnTo>
                    <a:lnTo>
                      <a:pt x="76" y="187"/>
                    </a:lnTo>
                    <a:lnTo>
                      <a:pt x="79" y="187"/>
                    </a:lnTo>
                    <a:lnTo>
                      <a:pt x="79" y="187"/>
                    </a:lnTo>
                    <a:lnTo>
                      <a:pt x="79" y="187"/>
                    </a:lnTo>
                    <a:lnTo>
                      <a:pt x="81" y="187"/>
                    </a:lnTo>
                    <a:lnTo>
                      <a:pt x="81" y="187"/>
                    </a:lnTo>
                    <a:lnTo>
                      <a:pt x="83" y="187"/>
                    </a:lnTo>
                    <a:lnTo>
                      <a:pt x="83" y="187"/>
                    </a:lnTo>
                    <a:lnTo>
                      <a:pt x="83" y="187"/>
                    </a:lnTo>
                    <a:lnTo>
                      <a:pt x="86" y="187"/>
                    </a:lnTo>
                    <a:lnTo>
                      <a:pt x="86" y="187"/>
                    </a:lnTo>
                    <a:lnTo>
                      <a:pt x="86" y="187"/>
                    </a:lnTo>
                    <a:lnTo>
                      <a:pt x="86" y="187"/>
                    </a:lnTo>
                    <a:lnTo>
                      <a:pt x="88" y="187"/>
                    </a:lnTo>
                    <a:lnTo>
                      <a:pt x="88" y="187"/>
                    </a:lnTo>
                    <a:lnTo>
                      <a:pt x="90" y="187"/>
                    </a:lnTo>
                    <a:lnTo>
                      <a:pt x="90" y="187"/>
                    </a:lnTo>
                    <a:lnTo>
                      <a:pt x="90" y="187"/>
                    </a:lnTo>
                    <a:lnTo>
                      <a:pt x="93" y="187"/>
                    </a:lnTo>
                    <a:lnTo>
                      <a:pt x="93" y="187"/>
                    </a:lnTo>
                    <a:lnTo>
                      <a:pt x="93" y="187"/>
                    </a:lnTo>
                    <a:lnTo>
                      <a:pt x="93" y="187"/>
                    </a:lnTo>
                    <a:lnTo>
                      <a:pt x="95" y="187"/>
                    </a:lnTo>
                    <a:lnTo>
                      <a:pt x="95" y="187"/>
                    </a:lnTo>
                    <a:lnTo>
                      <a:pt x="95" y="185"/>
                    </a:lnTo>
                    <a:lnTo>
                      <a:pt x="98" y="185"/>
                    </a:lnTo>
                    <a:lnTo>
                      <a:pt x="98" y="185"/>
                    </a:lnTo>
                    <a:lnTo>
                      <a:pt x="98" y="185"/>
                    </a:lnTo>
                    <a:lnTo>
                      <a:pt x="100" y="185"/>
                    </a:lnTo>
                    <a:lnTo>
                      <a:pt x="100" y="185"/>
                    </a:lnTo>
                    <a:lnTo>
                      <a:pt x="100" y="185"/>
                    </a:lnTo>
                    <a:lnTo>
                      <a:pt x="102" y="185"/>
                    </a:lnTo>
                    <a:lnTo>
                      <a:pt x="102" y="185"/>
                    </a:lnTo>
                    <a:lnTo>
                      <a:pt x="102" y="183"/>
                    </a:lnTo>
                    <a:lnTo>
                      <a:pt x="102" y="183"/>
                    </a:lnTo>
                    <a:lnTo>
                      <a:pt x="105" y="183"/>
                    </a:lnTo>
                    <a:lnTo>
                      <a:pt x="105" y="183"/>
                    </a:lnTo>
                    <a:lnTo>
                      <a:pt x="105" y="183"/>
                    </a:lnTo>
                    <a:lnTo>
                      <a:pt x="105" y="183"/>
                    </a:lnTo>
                    <a:lnTo>
                      <a:pt x="107" y="183"/>
                    </a:lnTo>
                    <a:lnTo>
                      <a:pt x="107" y="183"/>
                    </a:lnTo>
                    <a:lnTo>
                      <a:pt x="109" y="183"/>
                    </a:lnTo>
                    <a:lnTo>
                      <a:pt x="109" y="183"/>
                    </a:lnTo>
                    <a:lnTo>
                      <a:pt x="109" y="180"/>
                    </a:lnTo>
                    <a:lnTo>
                      <a:pt x="109" y="180"/>
                    </a:lnTo>
                    <a:lnTo>
                      <a:pt x="112" y="180"/>
                    </a:lnTo>
                    <a:lnTo>
                      <a:pt x="112" y="180"/>
                    </a:lnTo>
                    <a:lnTo>
                      <a:pt x="112" y="180"/>
                    </a:lnTo>
                    <a:lnTo>
                      <a:pt x="112" y="180"/>
                    </a:lnTo>
                    <a:lnTo>
                      <a:pt x="114" y="180"/>
                    </a:lnTo>
                    <a:lnTo>
                      <a:pt x="114" y="180"/>
                    </a:lnTo>
                    <a:lnTo>
                      <a:pt x="116" y="180"/>
                    </a:lnTo>
                    <a:lnTo>
                      <a:pt x="116" y="180"/>
                    </a:lnTo>
                    <a:lnTo>
                      <a:pt x="116" y="180"/>
                    </a:lnTo>
                    <a:lnTo>
                      <a:pt x="116" y="178"/>
                    </a:lnTo>
                    <a:lnTo>
                      <a:pt x="116" y="178"/>
                    </a:lnTo>
                    <a:lnTo>
                      <a:pt x="116" y="178"/>
                    </a:lnTo>
                    <a:lnTo>
                      <a:pt x="116" y="175"/>
                    </a:lnTo>
                    <a:lnTo>
                      <a:pt x="116" y="175"/>
                    </a:lnTo>
                    <a:lnTo>
                      <a:pt x="116" y="175"/>
                    </a:lnTo>
                    <a:lnTo>
                      <a:pt x="116" y="175"/>
                    </a:lnTo>
                    <a:lnTo>
                      <a:pt x="116" y="173"/>
                    </a:lnTo>
                    <a:lnTo>
                      <a:pt x="116" y="173"/>
                    </a:lnTo>
                    <a:lnTo>
                      <a:pt x="116" y="173"/>
                    </a:lnTo>
                    <a:lnTo>
                      <a:pt x="116" y="171"/>
                    </a:lnTo>
                    <a:lnTo>
                      <a:pt x="116" y="171"/>
                    </a:lnTo>
                    <a:lnTo>
                      <a:pt x="116" y="171"/>
                    </a:lnTo>
                    <a:lnTo>
                      <a:pt x="116" y="171"/>
                    </a:lnTo>
                    <a:lnTo>
                      <a:pt x="116" y="168"/>
                    </a:lnTo>
                    <a:lnTo>
                      <a:pt x="116" y="168"/>
                    </a:lnTo>
                    <a:lnTo>
                      <a:pt x="116" y="166"/>
                    </a:lnTo>
                    <a:lnTo>
                      <a:pt x="116" y="166"/>
                    </a:lnTo>
                    <a:lnTo>
                      <a:pt x="116" y="164"/>
                    </a:lnTo>
                    <a:lnTo>
                      <a:pt x="116" y="164"/>
                    </a:lnTo>
                    <a:lnTo>
                      <a:pt x="116" y="164"/>
                    </a:lnTo>
                    <a:lnTo>
                      <a:pt x="116" y="161"/>
                    </a:lnTo>
                    <a:lnTo>
                      <a:pt x="116" y="161"/>
                    </a:lnTo>
                    <a:lnTo>
                      <a:pt x="116" y="161"/>
                    </a:lnTo>
                    <a:lnTo>
                      <a:pt x="116" y="159"/>
                    </a:lnTo>
                    <a:lnTo>
                      <a:pt x="116" y="159"/>
                    </a:lnTo>
                    <a:lnTo>
                      <a:pt x="116" y="159"/>
                    </a:lnTo>
                    <a:lnTo>
                      <a:pt x="116" y="156"/>
                    </a:lnTo>
                    <a:lnTo>
                      <a:pt x="116" y="156"/>
                    </a:lnTo>
                    <a:lnTo>
                      <a:pt x="116" y="154"/>
                    </a:lnTo>
                    <a:lnTo>
                      <a:pt x="119" y="154"/>
                    </a:lnTo>
                    <a:lnTo>
                      <a:pt x="119" y="154"/>
                    </a:lnTo>
                    <a:lnTo>
                      <a:pt x="119" y="152"/>
                    </a:lnTo>
                    <a:lnTo>
                      <a:pt x="119" y="152"/>
                    </a:lnTo>
                    <a:lnTo>
                      <a:pt x="119" y="152"/>
                    </a:lnTo>
                    <a:lnTo>
                      <a:pt x="119" y="152"/>
                    </a:lnTo>
                    <a:lnTo>
                      <a:pt x="121" y="152"/>
                    </a:lnTo>
                    <a:lnTo>
                      <a:pt x="121" y="152"/>
                    </a:lnTo>
                    <a:lnTo>
                      <a:pt x="121" y="152"/>
                    </a:lnTo>
                    <a:lnTo>
                      <a:pt x="124" y="152"/>
                    </a:lnTo>
                    <a:lnTo>
                      <a:pt x="124" y="152"/>
                    </a:lnTo>
                    <a:lnTo>
                      <a:pt x="124" y="149"/>
                    </a:lnTo>
                    <a:lnTo>
                      <a:pt x="124" y="149"/>
                    </a:lnTo>
                    <a:lnTo>
                      <a:pt x="124" y="149"/>
                    </a:lnTo>
                    <a:lnTo>
                      <a:pt x="124" y="147"/>
                    </a:lnTo>
                    <a:lnTo>
                      <a:pt x="126" y="147"/>
                    </a:lnTo>
                    <a:lnTo>
                      <a:pt x="126" y="147"/>
                    </a:lnTo>
                    <a:lnTo>
                      <a:pt x="126" y="145"/>
                    </a:lnTo>
                    <a:lnTo>
                      <a:pt x="126" y="145"/>
                    </a:lnTo>
                    <a:lnTo>
                      <a:pt x="126" y="145"/>
                    </a:lnTo>
                    <a:lnTo>
                      <a:pt x="126" y="145"/>
                    </a:lnTo>
                    <a:lnTo>
                      <a:pt x="128" y="145"/>
                    </a:lnTo>
                    <a:lnTo>
                      <a:pt x="128" y="142"/>
                    </a:lnTo>
                    <a:lnTo>
                      <a:pt x="128" y="142"/>
                    </a:lnTo>
                    <a:lnTo>
                      <a:pt x="131" y="142"/>
                    </a:lnTo>
                    <a:lnTo>
                      <a:pt x="131" y="142"/>
                    </a:lnTo>
                    <a:lnTo>
                      <a:pt x="131" y="142"/>
                    </a:lnTo>
                    <a:lnTo>
                      <a:pt x="133" y="142"/>
                    </a:lnTo>
                    <a:lnTo>
                      <a:pt x="133" y="145"/>
                    </a:lnTo>
                    <a:lnTo>
                      <a:pt x="133" y="145"/>
                    </a:lnTo>
                    <a:lnTo>
                      <a:pt x="135" y="145"/>
                    </a:lnTo>
                    <a:lnTo>
                      <a:pt x="135" y="145"/>
                    </a:lnTo>
                    <a:lnTo>
                      <a:pt x="135" y="145"/>
                    </a:lnTo>
                    <a:lnTo>
                      <a:pt x="135" y="145"/>
                    </a:lnTo>
                    <a:lnTo>
                      <a:pt x="138" y="145"/>
                    </a:lnTo>
                    <a:lnTo>
                      <a:pt x="138" y="145"/>
                    </a:lnTo>
                    <a:lnTo>
                      <a:pt x="138" y="145"/>
                    </a:lnTo>
                    <a:lnTo>
                      <a:pt x="140" y="145"/>
                    </a:lnTo>
                    <a:lnTo>
                      <a:pt x="140" y="145"/>
                    </a:lnTo>
                    <a:lnTo>
                      <a:pt x="140" y="145"/>
                    </a:lnTo>
                    <a:lnTo>
                      <a:pt x="143" y="145"/>
                    </a:lnTo>
                    <a:lnTo>
                      <a:pt x="143" y="145"/>
                    </a:lnTo>
                    <a:lnTo>
                      <a:pt x="143" y="145"/>
                    </a:lnTo>
                    <a:lnTo>
                      <a:pt x="145" y="145"/>
                    </a:lnTo>
                    <a:lnTo>
                      <a:pt x="145" y="142"/>
                    </a:lnTo>
                    <a:lnTo>
                      <a:pt x="145" y="142"/>
                    </a:lnTo>
                    <a:lnTo>
                      <a:pt x="145" y="142"/>
                    </a:lnTo>
                    <a:lnTo>
                      <a:pt x="147" y="142"/>
                    </a:lnTo>
                    <a:lnTo>
                      <a:pt x="147" y="142"/>
                    </a:lnTo>
                    <a:lnTo>
                      <a:pt x="147" y="142"/>
                    </a:lnTo>
                    <a:lnTo>
                      <a:pt x="150" y="142"/>
                    </a:lnTo>
                    <a:lnTo>
                      <a:pt x="150" y="140"/>
                    </a:lnTo>
                    <a:lnTo>
                      <a:pt x="150" y="140"/>
                    </a:lnTo>
                    <a:lnTo>
                      <a:pt x="147" y="140"/>
                    </a:lnTo>
                    <a:lnTo>
                      <a:pt x="147" y="140"/>
                    </a:lnTo>
                    <a:lnTo>
                      <a:pt x="145" y="140"/>
                    </a:lnTo>
                    <a:lnTo>
                      <a:pt x="145" y="140"/>
                    </a:lnTo>
                    <a:lnTo>
                      <a:pt x="145" y="140"/>
                    </a:lnTo>
                    <a:lnTo>
                      <a:pt x="145" y="140"/>
                    </a:lnTo>
                    <a:lnTo>
                      <a:pt x="145" y="138"/>
                    </a:lnTo>
                    <a:lnTo>
                      <a:pt x="145" y="138"/>
                    </a:lnTo>
                    <a:lnTo>
                      <a:pt x="145" y="138"/>
                    </a:lnTo>
                    <a:lnTo>
                      <a:pt x="145" y="138"/>
                    </a:lnTo>
                    <a:lnTo>
                      <a:pt x="145" y="138"/>
                    </a:lnTo>
                    <a:lnTo>
                      <a:pt x="147" y="138"/>
                    </a:lnTo>
                    <a:lnTo>
                      <a:pt x="147" y="138"/>
                    </a:lnTo>
                    <a:lnTo>
                      <a:pt x="147" y="138"/>
                    </a:lnTo>
                    <a:lnTo>
                      <a:pt x="150" y="138"/>
                    </a:lnTo>
                    <a:lnTo>
                      <a:pt x="150" y="135"/>
                    </a:lnTo>
                    <a:lnTo>
                      <a:pt x="150" y="135"/>
                    </a:lnTo>
                    <a:lnTo>
                      <a:pt x="150" y="135"/>
                    </a:lnTo>
                    <a:lnTo>
                      <a:pt x="150" y="135"/>
                    </a:lnTo>
                    <a:lnTo>
                      <a:pt x="152" y="135"/>
                    </a:lnTo>
                    <a:lnTo>
                      <a:pt x="152" y="135"/>
                    </a:lnTo>
                    <a:lnTo>
                      <a:pt x="152" y="135"/>
                    </a:lnTo>
                    <a:lnTo>
                      <a:pt x="152" y="133"/>
                    </a:lnTo>
                    <a:lnTo>
                      <a:pt x="154" y="133"/>
                    </a:lnTo>
                    <a:lnTo>
                      <a:pt x="154" y="133"/>
                    </a:lnTo>
                    <a:lnTo>
                      <a:pt x="154" y="133"/>
                    </a:lnTo>
                    <a:lnTo>
                      <a:pt x="154" y="130"/>
                    </a:lnTo>
                    <a:lnTo>
                      <a:pt x="157" y="130"/>
                    </a:lnTo>
                    <a:lnTo>
                      <a:pt x="157" y="130"/>
                    </a:lnTo>
                    <a:lnTo>
                      <a:pt x="157" y="130"/>
                    </a:lnTo>
                    <a:lnTo>
                      <a:pt x="157" y="130"/>
                    </a:lnTo>
                    <a:lnTo>
                      <a:pt x="157" y="130"/>
                    </a:lnTo>
                    <a:lnTo>
                      <a:pt x="157" y="130"/>
                    </a:lnTo>
                    <a:lnTo>
                      <a:pt x="159" y="130"/>
                    </a:lnTo>
                    <a:lnTo>
                      <a:pt x="159" y="130"/>
                    </a:lnTo>
                    <a:lnTo>
                      <a:pt x="159" y="130"/>
                    </a:lnTo>
                    <a:lnTo>
                      <a:pt x="159" y="130"/>
                    </a:lnTo>
                    <a:lnTo>
                      <a:pt x="161" y="130"/>
                    </a:lnTo>
                    <a:lnTo>
                      <a:pt x="161" y="130"/>
                    </a:lnTo>
                    <a:lnTo>
                      <a:pt x="164" y="130"/>
                    </a:lnTo>
                    <a:lnTo>
                      <a:pt x="164" y="130"/>
                    </a:lnTo>
                    <a:lnTo>
                      <a:pt x="164" y="130"/>
                    </a:lnTo>
                    <a:lnTo>
                      <a:pt x="164" y="130"/>
                    </a:lnTo>
                    <a:lnTo>
                      <a:pt x="164" y="130"/>
                    </a:lnTo>
                    <a:lnTo>
                      <a:pt x="166" y="130"/>
                    </a:lnTo>
                    <a:lnTo>
                      <a:pt x="166" y="130"/>
                    </a:lnTo>
                    <a:lnTo>
                      <a:pt x="166" y="130"/>
                    </a:lnTo>
                    <a:lnTo>
                      <a:pt x="169" y="130"/>
                    </a:lnTo>
                    <a:lnTo>
                      <a:pt x="169" y="130"/>
                    </a:lnTo>
                    <a:lnTo>
                      <a:pt x="169" y="130"/>
                    </a:lnTo>
                    <a:lnTo>
                      <a:pt x="169" y="133"/>
                    </a:lnTo>
                    <a:lnTo>
                      <a:pt x="169" y="133"/>
                    </a:lnTo>
                    <a:lnTo>
                      <a:pt x="169" y="133"/>
                    </a:lnTo>
                    <a:lnTo>
                      <a:pt x="171" y="133"/>
                    </a:lnTo>
                    <a:lnTo>
                      <a:pt x="171" y="135"/>
                    </a:lnTo>
                    <a:lnTo>
                      <a:pt x="171" y="135"/>
                    </a:lnTo>
                    <a:lnTo>
                      <a:pt x="171" y="135"/>
                    </a:lnTo>
                    <a:lnTo>
                      <a:pt x="171" y="135"/>
                    </a:lnTo>
                    <a:lnTo>
                      <a:pt x="173" y="135"/>
                    </a:lnTo>
                    <a:lnTo>
                      <a:pt x="173" y="135"/>
                    </a:lnTo>
                    <a:lnTo>
                      <a:pt x="173" y="135"/>
                    </a:lnTo>
                    <a:lnTo>
                      <a:pt x="176" y="135"/>
                    </a:lnTo>
                    <a:lnTo>
                      <a:pt x="176" y="135"/>
                    </a:lnTo>
                    <a:lnTo>
                      <a:pt x="176" y="133"/>
                    </a:lnTo>
                    <a:lnTo>
                      <a:pt x="176" y="133"/>
                    </a:lnTo>
                    <a:lnTo>
                      <a:pt x="176" y="133"/>
                    </a:lnTo>
                    <a:lnTo>
                      <a:pt x="178" y="133"/>
                    </a:lnTo>
                    <a:lnTo>
                      <a:pt x="178" y="130"/>
                    </a:lnTo>
                    <a:lnTo>
                      <a:pt x="178" y="130"/>
                    </a:lnTo>
                    <a:lnTo>
                      <a:pt x="178" y="130"/>
                    </a:lnTo>
                    <a:lnTo>
                      <a:pt x="178" y="130"/>
                    </a:lnTo>
                    <a:lnTo>
                      <a:pt x="178" y="130"/>
                    </a:lnTo>
                    <a:lnTo>
                      <a:pt x="178" y="128"/>
                    </a:lnTo>
                    <a:lnTo>
                      <a:pt x="180" y="128"/>
                    </a:lnTo>
                    <a:lnTo>
                      <a:pt x="180" y="128"/>
                    </a:lnTo>
                    <a:lnTo>
                      <a:pt x="180" y="128"/>
                    </a:lnTo>
                    <a:lnTo>
                      <a:pt x="183" y="128"/>
                    </a:lnTo>
                    <a:lnTo>
                      <a:pt x="183" y="126"/>
                    </a:lnTo>
                    <a:lnTo>
                      <a:pt x="180" y="126"/>
                    </a:lnTo>
                    <a:lnTo>
                      <a:pt x="180" y="126"/>
                    </a:lnTo>
                    <a:lnTo>
                      <a:pt x="180" y="123"/>
                    </a:lnTo>
                    <a:lnTo>
                      <a:pt x="180" y="123"/>
                    </a:lnTo>
                    <a:lnTo>
                      <a:pt x="180" y="121"/>
                    </a:lnTo>
                    <a:lnTo>
                      <a:pt x="180" y="121"/>
                    </a:lnTo>
                    <a:lnTo>
                      <a:pt x="180" y="121"/>
                    </a:lnTo>
                    <a:lnTo>
                      <a:pt x="180" y="119"/>
                    </a:lnTo>
                    <a:lnTo>
                      <a:pt x="180" y="119"/>
                    </a:lnTo>
                    <a:lnTo>
                      <a:pt x="180" y="116"/>
                    </a:lnTo>
                    <a:lnTo>
                      <a:pt x="180" y="116"/>
                    </a:lnTo>
                    <a:lnTo>
                      <a:pt x="180" y="116"/>
                    </a:lnTo>
                    <a:lnTo>
                      <a:pt x="180" y="114"/>
                    </a:lnTo>
                    <a:lnTo>
                      <a:pt x="180" y="114"/>
                    </a:lnTo>
                    <a:lnTo>
                      <a:pt x="180" y="111"/>
                    </a:lnTo>
                    <a:lnTo>
                      <a:pt x="180" y="111"/>
                    </a:lnTo>
                    <a:lnTo>
                      <a:pt x="180" y="111"/>
                    </a:lnTo>
                    <a:lnTo>
                      <a:pt x="183" y="111"/>
                    </a:lnTo>
                    <a:lnTo>
                      <a:pt x="183" y="111"/>
                    </a:lnTo>
                    <a:lnTo>
                      <a:pt x="183" y="111"/>
                    </a:lnTo>
                    <a:lnTo>
                      <a:pt x="183" y="111"/>
                    </a:lnTo>
                    <a:lnTo>
                      <a:pt x="183" y="109"/>
                    </a:lnTo>
                    <a:lnTo>
                      <a:pt x="185" y="109"/>
                    </a:lnTo>
                    <a:lnTo>
                      <a:pt x="185" y="109"/>
                    </a:lnTo>
                    <a:lnTo>
                      <a:pt x="185" y="107"/>
                    </a:lnTo>
                    <a:lnTo>
                      <a:pt x="183" y="107"/>
                    </a:lnTo>
                    <a:lnTo>
                      <a:pt x="183" y="107"/>
                    </a:lnTo>
                    <a:lnTo>
                      <a:pt x="183" y="104"/>
                    </a:lnTo>
                    <a:lnTo>
                      <a:pt x="183" y="104"/>
                    </a:lnTo>
                    <a:lnTo>
                      <a:pt x="185" y="104"/>
                    </a:lnTo>
                    <a:lnTo>
                      <a:pt x="185" y="104"/>
                    </a:lnTo>
                    <a:lnTo>
                      <a:pt x="185" y="102"/>
                    </a:lnTo>
                    <a:lnTo>
                      <a:pt x="185" y="102"/>
                    </a:lnTo>
                    <a:lnTo>
                      <a:pt x="185" y="102"/>
                    </a:lnTo>
                    <a:lnTo>
                      <a:pt x="185" y="100"/>
                    </a:lnTo>
                    <a:lnTo>
                      <a:pt x="185" y="100"/>
                    </a:lnTo>
                    <a:lnTo>
                      <a:pt x="185" y="100"/>
                    </a:lnTo>
                    <a:lnTo>
                      <a:pt x="185" y="97"/>
                    </a:lnTo>
                    <a:lnTo>
                      <a:pt x="187" y="97"/>
                    </a:lnTo>
                    <a:lnTo>
                      <a:pt x="187" y="97"/>
                    </a:lnTo>
                    <a:lnTo>
                      <a:pt x="190" y="97"/>
                    </a:lnTo>
                    <a:lnTo>
                      <a:pt x="190" y="97"/>
                    </a:lnTo>
                    <a:lnTo>
                      <a:pt x="190" y="97"/>
                    </a:lnTo>
                    <a:lnTo>
                      <a:pt x="190" y="97"/>
                    </a:lnTo>
                    <a:lnTo>
                      <a:pt x="192" y="97"/>
                    </a:lnTo>
                    <a:lnTo>
                      <a:pt x="192" y="97"/>
                    </a:lnTo>
                    <a:lnTo>
                      <a:pt x="192" y="97"/>
                    </a:lnTo>
                    <a:lnTo>
                      <a:pt x="192" y="97"/>
                    </a:lnTo>
                    <a:lnTo>
                      <a:pt x="195" y="97"/>
                    </a:lnTo>
                    <a:lnTo>
                      <a:pt x="195" y="97"/>
                    </a:lnTo>
                    <a:lnTo>
                      <a:pt x="195" y="97"/>
                    </a:lnTo>
                    <a:lnTo>
                      <a:pt x="197" y="97"/>
                    </a:lnTo>
                    <a:lnTo>
                      <a:pt x="197" y="95"/>
                    </a:lnTo>
                    <a:lnTo>
                      <a:pt x="197" y="95"/>
                    </a:lnTo>
                    <a:lnTo>
                      <a:pt x="197" y="95"/>
                    </a:lnTo>
                    <a:lnTo>
                      <a:pt x="197" y="95"/>
                    </a:lnTo>
                    <a:lnTo>
                      <a:pt x="199" y="95"/>
                    </a:lnTo>
                    <a:lnTo>
                      <a:pt x="199" y="95"/>
                    </a:lnTo>
                    <a:lnTo>
                      <a:pt x="199" y="92"/>
                    </a:lnTo>
                    <a:lnTo>
                      <a:pt x="199" y="92"/>
                    </a:lnTo>
                    <a:lnTo>
                      <a:pt x="202" y="92"/>
                    </a:lnTo>
                    <a:lnTo>
                      <a:pt x="202" y="92"/>
                    </a:lnTo>
                    <a:lnTo>
                      <a:pt x="202" y="92"/>
                    </a:lnTo>
                    <a:lnTo>
                      <a:pt x="202" y="92"/>
                    </a:lnTo>
                    <a:lnTo>
                      <a:pt x="204" y="92"/>
                    </a:lnTo>
                    <a:lnTo>
                      <a:pt x="204" y="90"/>
                    </a:lnTo>
                    <a:lnTo>
                      <a:pt x="202" y="90"/>
                    </a:lnTo>
                    <a:lnTo>
                      <a:pt x="202" y="90"/>
                    </a:lnTo>
                    <a:lnTo>
                      <a:pt x="202" y="90"/>
                    </a:lnTo>
                    <a:lnTo>
                      <a:pt x="202" y="88"/>
                    </a:lnTo>
                    <a:lnTo>
                      <a:pt x="199" y="88"/>
                    </a:lnTo>
                    <a:lnTo>
                      <a:pt x="199" y="88"/>
                    </a:lnTo>
                    <a:lnTo>
                      <a:pt x="199" y="88"/>
                    </a:lnTo>
                    <a:lnTo>
                      <a:pt x="199" y="85"/>
                    </a:lnTo>
                    <a:lnTo>
                      <a:pt x="199" y="85"/>
                    </a:lnTo>
                    <a:lnTo>
                      <a:pt x="199" y="85"/>
                    </a:lnTo>
                    <a:lnTo>
                      <a:pt x="199" y="83"/>
                    </a:lnTo>
                    <a:lnTo>
                      <a:pt x="199" y="83"/>
                    </a:lnTo>
                    <a:lnTo>
                      <a:pt x="199" y="83"/>
                    </a:lnTo>
                    <a:lnTo>
                      <a:pt x="199" y="81"/>
                    </a:lnTo>
                    <a:lnTo>
                      <a:pt x="199" y="81"/>
                    </a:lnTo>
                    <a:lnTo>
                      <a:pt x="197" y="81"/>
                    </a:lnTo>
                    <a:lnTo>
                      <a:pt x="197" y="81"/>
                    </a:lnTo>
                    <a:lnTo>
                      <a:pt x="197" y="81"/>
                    </a:lnTo>
                    <a:lnTo>
                      <a:pt x="197" y="81"/>
                    </a:lnTo>
                    <a:lnTo>
                      <a:pt x="195" y="81"/>
                    </a:lnTo>
                    <a:lnTo>
                      <a:pt x="195" y="81"/>
                    </a:lnTo>
                    <a:lnTo>
                      <a:pt x="195" y="78"/>
                    </a:lnTo>
                    <a:lnTo>
                      <a:pt x="195" y="78"/>
                    </a:lnTo>
                    <a:lnTo>
                      <a:pt x="195" y="78"/>
                    </a:lnTo>
                    <a:lnTo>
                      <a:pt x="195" y="76"/>
                    </a:lnTo>
                    <a:lnTo>
                      <a:pt x="192" y="76"/>
                    </a:lnTo>
                    <a:lnTo>
                      <a:pt x="192" y="76"/>
                    </a:lnTo>
                    <a:lnTo>
                      <a:pt x="192" y="74"/>
                    </a:lnTo>
                    <a:lnTo>
                      <a:pt x="195" y="74"/>
                    </a:lnTo>
                    <a:lnTo>
                      <a:pt x="195" y="74"/>
                    </a:lnTo>
                    <a:lnTo>
                      <a:pt x="195" y="74"/>
                    </a:lnTo>
                    <a:lnTo>
                      <a:pt x="197" y="74"/>
                    </a:lnTo>
                    <a:lnTo>
                      <a:pt x="197" y="74"/>
                    </a:lnTo>
                    <a:lnTo>
                      <a:pt x="197" y="74"/>
                    </a:lnTo>
                    <a:lnTo>
                      <a:pt x="197" y="74"/>
                    </a:lnTo>
                    <a:lnTo>
                      <a:pt x="199" y="74"/>
                    </a:lnTo>
                    <a:lnTo>
                      <a:pt x="199" y="74"/>
                    </a:lnTo>
                    <a:lnTo>
                      <a:pt x="199" y="74"/>
                    </a:lnTo>
                    <a:lnTo>
                      <a:pt x="199" y="76"/>
                    </a:lnTo>
                    <a:lnTo>
                      <a:pt x="202" y="76"/>
                    </a:lnTo>
                    <a:lnTo>
                      <a:pt x="202" y="76"/>
                    </a:lnTo>
                    <a:lnTo>
                      <a:pt x="204" y="76"/>
                    </a:lnTo>
                    <a:lnTo>
                      <a:pt x="204" y="76"/>
                    </a:lnTo>
                    <a:lnTo>
                      <a:pt x="204" y="76"/>
                    </a:lnTo>
                    <a:lnTo>
                      <a:pt x="206" y="76"/>
                    </a:lnTo>
                    <a:lnTo>
                      <a:pt x="206" y="76"/>
                    </a:lnTo>
                    <a:lnTo>
                      <a:pt x="209" y="76"/>
                    </a:lnTo>
                    <a:lnTo>
                      <a:pt x="209" y="76"/>
                    </a:lnTo>
                    <a:lnTo>
                      <a:pt x="209" y="76"/>
                    </a:lnTo>
                    <a:lnTo>
                      <a:pt x="211" y="76"/>
                    </a:lnTo>
                    <a:lnTo>
                      <a:pt x="211" y="76"/>
                    </a:lnTo>
                    <a:lnTo>
                      <a:pt x="211" y="76"/>
                    </a:lnTo>
                    <a:lnTo>
                      <a:pt x="214" y="76"/>
                    </a:lnTo>
                    <a:lnTo>
                      <a:pt x="214" y="76"/>
                    </a:lnTo>
                    <a:lnTo>
                      <a:pt x="214" y="74"/>
                    </a:lnTo>
                    <a:lnTo>
                      <a:pt x="216" y="74"/>
                    </a:lnTo>
                    <a:lnTo>
                      <a:pt x="216" y="74"/>
                    </a:lnTo>
                    <a:lnTo>
                      <a:pt x="216" y="74"/>
                    </a:lnTo>
                    <a:lnTo>
                      <a:pt x="216" y="74"/>
                    </a:lnTo>
                    <a:lnTo>
                      <a:pt x="218" y="74"/>
                    </a:lnTo>
                    <a:lnTo>
                      <a:pt x="218" y="74"/>
                    </a:lnTo>
                    <a:lnTo>
                      <a:pt x="218" y="74"/>
                    </a:lnTo>
                    <a:lnTo>
                      <a:pt x="218" y="71"/>
                    </a:lnTo>
                    <a:lnTo>
                      <a:pt x="218" y="71"/>
                    </a:lnTo>
                    <a:lnTo>
                      <a:pt x="221" y="71"/>
                    </a:lnTo>
                    <a:lnTo>
                      <a:pt x="221" y="71"/>
                    </a:lnTo>
                    <a:lnTo>
                      <a:pt x="221" y="69"/>
                    </a:lnTo>
                    <a:lnTo>
                      <a:pt x="221" y="69"/>
                    </a:lnTo>
                    <a:lnTo>
                      <a:pt x="221" y="66"/>
                    </a:lnTo>
                    <a:lnTo>
                      <a:pt x="221" y="66"/>
                    </a:lnTo>
                    <a:lnTo>
                      <a:pt x="221" y="66"/>
                    </a:lnTo>
                    <a:lnTo>
                      <a:pt x="221" y="64"/>
                    </a:lnTo>
                    <a:lnTo>
                      <a:pt x="221" y="64"/>
                    </a:lnTo>
                    <a:lnTo>
                      <a:pt x="218" y="64"/>
                    </a:lnTo>
                    <a:lnTo>
                      <a:pt x="218" y="64"/>
                    </a:lnTo>
                    <a:lnTo>
                      <a:pt x="218" y="64"/>
                    </a:lnTo>
                    <a:lnTo>
                      <a:pt x="218" y="62"/>
                    </a:lnTo>
                    <a:lnTo>
                      <a:pt x="218" y="62"/>
                    </a:lnTo>
                    <a:lnTo>
                      <a:pt x="218" y="62"/>
                    </a:lnTo>
                    <a:lnTo>
                      <a:pt x="218" y="62"/>
                    </a:lnTo>
                    <a:lnTo>
                      <a:pt x="218" y="59"/>
                    </a:lnTo>
                    <a:lnTo>
                      <a:pt x="218" y="59"/>
                    </a:lnTo>
                    <a:lnTo>
                      <a:pt x="218" y="59"/>
                    </a:lnTo>
                    <a:lnTo>
                      <a:pt x="218" y="59"/>
                    </a:lnTo>
                    <a:lnTo>
                      <a:pt x="218" y="57"/>
                    </a:lnTo>
                    <a:lnTo>
                      <a:pt x="218" y="57"/>
                    </a:lnTo>
                    <a:lnTo>
                      <a:pt x="221" y="57"/>
                    </a:lnTo>
                    <a:lnTo>
                      <a:pt x="221" y="57"/>
                    </a:lnTo>
                    <a:lnTo>
                      <a:pt x="221" y="55"/>
                    </a:lnTo>
                    <a:lnTo>
                      <a:pt x="223" y="55"/>
                    </a:lnTo>
                    <a:lnTo>
                      <a:pt x="223" y="55"/>
                    </a:lnTo>
                    <a:lnTo>
                      <a:pt x="223" y="55"/>
                    </a:lnTo>
                    <a:lnTo>
                      <a:pt x="223" y="55"/>
                    </a:lnTo>
                    <a:lnTo>
                      <a:pt x="223" y="52"/>
                    </a:lnTo>
                    <a:lnTo>
                      <a:pt x="223" y="52"/>
                    </a:lnTo>
                    <a:lnTo>
                      <a:pt x="225" y="52"/>
                    </a:lnTo>
                    <a:lnTo>
                      <a:pt x="225" y="52"/>
                    </a:lnTo>
                    <a:lnTo>
                      <a:pt x="225" y="52"/>
                    </a:lnTo>
                    <a:lnTo>
                      <a:pt x="225" y="52"/>
                    </a:lnTo>
                    <a:lnTo>
                      <a:pt x="225" y="50"/>
                    </a:lnTo>
                    <a:lnTo>
                      <a:pt x="228" y="50"/>
                    </a:lnTo>
                    <a:lnTo>
                      <a:pt x="228" y="50"/>
                    </a:lnTo>
                    <a:lnTo>
                      <a:pt x="228" y="50"/>
                    </a:lnTo>
                    <a:lnTo>
                      <a:pt x="230" y="50"/>
                    </a:lnTo>
                    <a:lnTo>
                      <a:pt x="230" y="47"/>
                    </a:lnTo>
                    <a:lnTo>
                      <a:pt x="230" y="47"/>
                    </a:lnTo>
                    <a:lnTo>
                      <a:pt x="230" y="45"/>
                    </a:lnTo>
                    <a:lnTo>
                      <a:pt x="230" y="45"/>
                    </a:lnTo>
                    <a:lnTo>
                      <a:pt x="230" y="45"/>
                    </a:lnTo>
                    <a:lnTo>
                      <a:pt x="230" y="45"/>
                    </a:lnTo>
                    <a:lnTo>
                      <a:pt x="232" y="45"/>
                    </a:lnTo>
                    <a:lnTo>
                      <a:pt x="232" y="43"/>
                    </a:lnTo>
                    <a:lnTo>
                      <a:pt x="230" y="43"/>
                    </a:lnTo>
                    <a:lnTo>
                      <a:pt x="230" y="43"/>
                    </a:lnTo>
                    <a:lnTo>
                      <a:pt x="230" y="43"/>
                    </a:lnTo>
                    <a:lnTo>
                      <a:pt x="230" y="43"/>
                    </a:lnTo>
                    <a:lnTo>
                      <a:pt x="230" y="43"/>
                    </a:lnTo>
                    <a:lnTo>
                      <a:pt x="230" y="40"/>
                    </a:lnTo>
                    <a:lnTo>
                      <a:pt x="230" y="40"/>
                    </a:lnTo>
                    <a:lnTo>
                      <a:pt x="230" y="40"/>
                    </a:lnTo>
                    <a:lnTo>
                      <a:pt x="230" y="40"/>
                    </a:lnTo>
                    <a:lnTo>
                      <a:pt x="230" y="38"/>
                    </a:lnTo>
                    <a:lnTo>
                      <a:pt x="232" y="38"/>
                    </a:lnTo>
                    <a:lnTo>
                      <a:pt x="232" y="38"/>
                    </a:lnTo>
                    <a:lnTo>
                      <a:pt x="230" y="38"/>
                    </a:lnTo>
                    <a:lnTo>
                      <a:pt x="230" y="36"/>
                    </a:lnTo>
                    <a:lnTo>
                      <a:pt x="230" y="36"/>
                    </a:lnTo>
                    <a:lnTo>
                      <a:pt x="230" y="36"/>
                    </a:lnTo>
                    <a:lnTo>
                      <a:pt x="230" y="36"/>
                    </a:lnTo>
                    <a:lnTo>
                      <a:pt x="230" y="33"/>
                    </a:lnTo>
                    <a:lnTo>
                      <a:pt x="230" y="33"/>
                    </a:lnTo>
                    <a:lnTo>
                      <a:pt x="230" y="33"/>
                    </a:lnTo>
                    <a:lnTo>
                      <a:pt x="230" y="33"/>
                    </a:lnTo>
                    <a:lnTo>
                      <a:pt x="228" y="33"/>
                    </a:lnTo>
                    <a:lnTo>
                      <a:pt x="228" y="33"/>
                    </a:lnTo>
                    <a:lnTo>
                      <a:pt x="230" y="33"/>
                    </a:lnTo>
                    <a:lnTo>
                      <a:pt x="230" y="31"/>
                    </a:lnTo>
                    <a:lnTo>
                      <a:pt x="230" y="31"/>
                    </a:lnTo>
                    <a:lnTo>
                      <a:pt x="228" y="31"/>
                    </a:lnTo>
                    <a:lnTo>
                      <a:pt x="228" y="29"/>
                    </a:lnTo>
                    <a:lnTo>
                      <a:pt x="228" y="29"/>
                    </a:lnTo>
                    <a:lnTo>
                      <a:pt x="228" y="29"/>
                    </a:lnTo>
                    <a:lnTo>
                      <a:pt x="228" y="26"/>
                    </a:lnTo>
                    <a:lnTo>
                      <a:pt x="225" y="26"/>
                    </a:lnTo>
                    <a:lnTo>
                      <a:pt x="225" y="26"/>
                    </a:lnTo>
                    <a:lnTo>
                      <a:pt x="225" y="26"/>
                    </a:lnTo>
                    <a:lnTo>
                      <a:pt x="225" y="24"/>
                    </a:lnTo>
                    <a:lnTo>
                      <a:pt x="225" y="24"/>
                    </a:lnTo>
                    <a:lnTo>
                      <a:pt x="223" y="24"/>
                    </a:lnTo>
                    <a:lnTo>
                      <a:pt x="223" y="24"/>
                    </a:lnTo>
                    <a:lnTo>
                      <a:pt x="223" y="24"/>
                    </a:lnTo>
                    <a:lnTo>
                      <a:pt x="223" y="24"/>
                    </a:lnTo>
                    <a:lnTo>
                      <a:pt x="223" y="21"/>
                    </a:lnTo>
                    <a:lnTo>
                      <a:pt x="223" y="21"/>
                    </a:lnTo>
                    <a:lnTo>
                      <a:pt x="223" y="21"/>
                    </a:lnTo>
                    <a:lnTo>
                      <a:pt x="223" y="21"/>
                    </a:lnTo>
                    <a:lnTo>
                      <a:pt x="223" y="21"/>
                    </a:lnTo>
                    <a:lnTo>
                      <a:pt x="223" y="19"/>
                    </a:lnTo>
                    <a:lnTo>
                      <a:pt x="225" y="19"/>
                    </a:lnTo>
                    <a:lnTo>
                      <a:pt x="225" y="19"/>
                    </a:lnTo>
                    <a:lnTo>
                      <a:pt x="225" y="19"/>
                    </a:lnTo>
                    <a:lnTo>
                      <a:pt x="225" y="19"/>
                    </a:lnTo>
                    <a:lnTo>
                      <a:pt x="225" y="17"/>
                    </a:lnTo>
                    <a:lnTo>
                      <a:pt x="228" y="17"/>
                    </a:lnTo>
                    <a:lnTo>
                      <a:pt x="228" y="17"/>
                    </a:lnTo>
                    <a:lnTo>
                      <a:pt x="228" y="17"/>
                    </a:lnTo>
                    <a:lnTo>
                      <a:pt x="230" y="17"/>
                    </a:lnTo>
                    <a:lnTo>
                      <a:pt x="230" y="14"/>
                    </a:lnTo>
                    <a:lnTo>
                      <a:pt x="230" y="14"/>
                    </a:lnTo>
                    <a:lnTo>
                      <a:pt x="230" y="14"/>
                    </a:lnTo>
                    <a:lnTo>
                      <a:pt x="230" y="12"/>
                    </a:lnTo>
                    <a:lnTo>
                      <a:pt x="230" y="12"/>
                    </a:lnTo>
                    <a:lnTo>
                      <a:pt x="230" y="12"/>
                    </a:lnTo>
                    <a:lnTo>
                      <a:pt x="232" y="12"/>
                    </a:lnTo>
                    <a:lnTo>
                      <a:pt x="232" y="12"/>
                    </a:lnTo>
                    <a:lnTo>
                      <a:pt x="232" y="12"/>
                    </a:lnTo>
                    <a:lnTo>
                      <a:pt x="232" y="12"/>
                    </a:lnTo>
                    <a:lnTo>
                      <a:pt x="235" y="12"/>
                    </a:lnTo>
                    <a:lnTo>
                      <a:pt x="235" y="14"/>
                    </a:lnTo>
                    <a:lnTo>
                      <a:pt x="235" y="14"/>
                    </a:lnTo>
                    <a:lnTo>
                      <a:pt x="235" y="12"/>
                    </a:lnTo>
                    <a:lnTo>
                      <a:pt x="235" y="12"/>
                    </a:lnTo>
                    <a:lnTo>
                      <a:pt x="235" y="12"/>
                    </a:lnTo>
                    <a:lnTo>
                      <a:pt x="237" y="12"/>
                    </a:lnTo>
                    <a:lnTo>
                      <a:pt x="237" y="12"/>
                    </a:lnTo>
                    <a:lnTo>
                      <a:pt x="237" y="10"/>
                    </a:lnTo>
                    <a:lnTo>
                      <a:pt x="237" y="10"/>
                    </a:lnTo>
                    <a:lnTo>
                      <a:pt x="240" y="10"/>
                    </a:lnTo>
                    <a:lnTo>
                      <a:pt x="240" y="10"/>
                    </a:lnTo>
                    <a:lnTo>
                      <a:pt x="240" y="10"/>
                    </a:lnTo>
                    <a:lnTo>
                      <a:pt x="242" y="10"/>
                    </a:lnTo>
                    <a:lnTo>
                      <a:pt x="242" y="10"/>
                    </a:lnTo>
                    <a:lnTo>
                      <a:pt x="242" y="7"/>
                    </a:lnTo>
                    <a:lnTo>
                      <a:pt x="242" y="7"/>
                    </a:lnTo>
                    <a:lnTo>
                      <a:pt x="242" y="5"/>
                    </a:lnTo>
                    <a:lnTo>
                      <a:pt x="242" y="5"/>
                    </a:lnTo>
                    <a:lnTo>
                      <a:pt x="244" y="5"/>
                    </a:lnTo>
                    <a:lnTo>
                      <a:pt x="244" y="5"/>
                    </a:lnTo>
                    <a:lnTo>
                      <a:pt x="244" y="5"/>
                    </a:lnTo>
                    <a:lnTo>
                      <a:pt x="244" y="5"/>
                    </a:lnTo>
                    <a:lnTo>
                      <a:pt x="247" y="5"/>
                    </a:lnTo>
                    <a:lnTo>
                      <a:pt x="247" y="2"/>
                    </a:lnTo>
                    <a:lnTo>
                      <a:pt x="247" y="2"/>
                    </a:lnTo>
                    <a:lnTo>
                      <a:pt x="247" y="5"/>
                    </a:lnTo>
                    <a:lnTo>
                      <a:pt x="249" y="5"/>
                    </a:lnTo>
                    <a:lnTo>
                      <a:pt x="249" y="2"/>
                    </a:lnTo>
                    <a:lnTo>
                      <a:pt x="249" y="2"/>
                    </a:lnTo>
                    <a:lnTo>
                      <a:pt x="249" y="2"/>
                    </a:lnTo>
                    <a:lnTo>
                      <a:pt x="249" y="2"/>
                    </a:lnTo>
                    <a:lnTo>
                      <a:pt x="251" y="2"/>
                    </a:lnTo>
                    <a:lnTo>
                      <a:pt x="251" y="2"/>
                    </a:lnTo>
                    <a:lnTo>
                      <a:pt x="251" y="2"/>
                    </a:lnTo>
                    <a:lnTo>
                      <a:pt x="254" y="2"/>
                    </a:lnTo>
                    <a:lnTo>
                      <a:pt x="254" y="2"/>
                    </a:lnTo>
                    <a:lnTo>
                      <a:pt x="254" y="2"/>
                    </a:lnTo>
                    <a:lnTo>
                      <a:pt x="254" y="2"/>
                    </a:lnTo>
                    <a:lnTo>
                      <a:pt x="256" y="2"/>
                    </a:lnTo>
                    <a:lnTo>
                      <a:pt x="256" y="2"/>
                    </a:lnTo>
                    <a:lnTo>
                      <a:pt x="256" y="2"/>
                    </a:lnTo>
                    <a:lnTo>
                      <a:pt x="256" y="2"/>
                    </a:lnTo>
                    <a:lnTo>
                      <a:pt x="258" y="2"/>
                    </a:lnTo>
                    <a:lnTo>
                      <a:pt x="258" y="2"/>
                    </a:lnTo>
                    <a:lnTo>
                      <a:pt x="258" y="2"/>
                    </a:lnTo>
                    <a:lnTo>
                      <a:pt x="258" y="2"/>
                    </a:lnTo>
                    <a:lnTo>
                      <a:pt x="258" y="2"/>
                    </a:lnTo>
                    <a:lnTo>
                      <a:pt x="261" y="2"/>
                    </a:lnTo>
                    <a:lnTo>
                      <a:pt x="261" y="2"/>
                    </a:lnTo>
                    <a:lnTo>
                      <a:pt x="263" y="2"/>
                    </a:lnTo>
                    <a:lnTo>
                      <a:pt x="263" y="2"/>
                    </a:lnTo>
                    <a:lnTo>
                      <a:pt x="263" y="2"/>
                    </a:lnTo>
                    <a:lnTo>
                      <a:pt x="266" y="2"/>
                    </a:lnTo>
                    <a:lnTo>
                      <a:pt x="266" y="2"/>
                    </a:lnTo>
                    <a:lnTo>
                      <a:pt x="266" y="2"/>
                    </a:lnTo>
                    <a:lnTo>
                      <a:pt x="268" y="2"/>
                    </a:lnTo>
                    <a:lnTo>
                      <a:pt x="268" y="2"/>
                    </a:lnTo>
                    <a:lnTo>
                      <a:pt x="270" y="2"/>
                    </a:lnTo>
                    <a:lnTo>
                      <a:pt x="270" y="2"/>
                    </a:lnTo>
                    <a:lnTo>
                      <a:pt x="270" y="0"/>
                    </a:lnTo>
                    <a:lnTo>
                      <a:pt x="270" y="0"/>
                    </a:lnTo>
                    <a:lnTo>
                      <a:pt x="270" y="2"/>
                    </a:lnTo>
                    <a:lnTo>
                      <a:pt x="273" y="2"/>
                    </a:lnTo>
                    <a:lnTo>
                      <a:pt x="273" y="2"/>
                    </a:lnTo>
                    <a:lnTo>
                      <a:pt x="273" y="0"/>
                    </a:lnTo>
                    <a:lnTo>
                      <a:pt x="275" y="0"/>
                    </a:lnTo>
                    <a:lnTo>
                      <a:pt x="275" y="0"/>
                    </a:lnTo>
                    <a:lnTo>
                      <a:pt x="275" y="2"/>
                    </a:lnTo>
                    <a:lnTo>
                      <a:pt x="275" y="2"/>
                    </a:lnTo>
                    <a:lnTo>
                      <a:pt x="275" y="2"/>
                    </a:lnTo>
                    <a:lnTo>
                      <a:pt x="277" y="2"/>
                    </a:lnTo>
                    <a:lnTo>
                      <a:pt x="277" y="2"/>
                    </a:lnTo>
                    <a:lnTo>
                      <a:pt x="277" y="2"/>
                    </a:lnTo>
                    <a:lnTo>
                      <a:pt x="277" y="2"/>
                    </a:lnTo>
                    <a:lnTo>
                      <a:pt x="280" y="2"/>
                    </a:lnTo>
                    <a:lnTo>
                      <a:pt x="280" y="5"/>
                    </a:lnTo>
                    <a:lnTo>
                      <a:pt x="277" y="5"/>
                    </a:lnTo>
                    <a:lnTo>
                      <a:pt x="277" y="5"/>
                    </a:lnTo>
                    <a:lnTo>
                      <a:pt x="277" y="5"/>
                    </a:lnTo>
                    <a:lnTo>
                      <a:pt x="277" y="5"/>
                    </a:lnTo>
                    <a:lnTo>
                      <a:pt x="275" y="5"/>
                    </a:lnTo>
                    <a:lnTo>
                      <a:pt x="275" y="5"/>
                    </a:lnTo>
                    <a:lnTo>
                      <a:pt x="275" y="5"/>
                    </a:lnTo>
                    <a:lnTo>
                      <a:pt x="273" y="5"/>
                    </a:lnTo>
                    <a:lnTo>
                      <a:pt x="273" y="5"/>
                    </a:lnTo>
                    <a:lnTo>
                      <a:pt x="270" y="5"/>
                    </a:lnTo>
                    <a:lnTo>
                      <a:pt x="270" y="5"/>
                    </a:lnTo>
                    <a:lnTo>
                      <a:pt x="270" y="5"/>
                    </a:lnTo>
                    <a:lnTo>
                      <a:pt x="270" y="5"/>
                    </a:lnTo>
                    <a:lnTo>
                      <a:pt x="268" y="5"/>
                    </a:lnTo>
                    <a:lnTo>
                      <a:pt x="268" y="5"/>
                    </a:lnTo>
                    <a:lnTo>
                      <a:pt x="268" y="5"/>
                    </a:lnTo>
                    <a:lnTo>
                      <a:pt x="266" y="5"/>
                    </a:lnTo>
                    <a:lnTo>
                      <a:pt x="266" y="5"/>
                    </a:lnTo>
                    <a:lnTo>
                      <a:pt x="266" y="5"/>
                    </a:lnTo>
                    <a:lnTo>
                      <a:pt x="266" y="5"/>
                    </a:lnTo>
                    <a:lnTo>
                      <a:pt x="266" y="5"/>
                    </a:lnTo>
                    <a:lnTo>
                      <a:pt x="263" y="5"/>
                    </a:lnTo>
                    <a:lnTo>
                      <a:pt x="263" y="5"/>
                    </a:lnTo>
                    <a:lnTo>
                      <a:pt x="263" y="5"/>
                    </a:lnTo>
                    <a:lnTo>
                      <a:pt x="263" y="7"/>
                    </a:lnTo>
                    <a:lnTo>
                      <a:pt x="261" y="7"/>
                    </a:lnTo>
                    <a:lnTo>
                      <a:pt x="261" y="7"/>
                    </a:lnTo>
                    <a:lnTo>
                      <a:pt x="263" y="7"/>
                    </a:lnTo>
                    <a:lnTo>
                      <a:pt x="263" y="10"/>
                    </a:lnTo>
                    <a:lnTo>
                      <a:pt x="261" y="10"/>
                    </a:lnTo>
                    <a:lnTo>
                      <a:pt x="261" y="10"/>
                    </a:lnTo>
                    <a:lnTo>
                      <a:pt x="261" y="10"/>
                    </a:lnTo>
                    <a:lnTo>
                      <a:pt x="261" y="12"/>
                    </a:lnTo>
                    <a:lnTo>
                      <a:pt x="258" y="12"/>
                    </a:lnTo>
                    <a:lnTo>
                      <a:pt x="258" y="12"/>
                    </a:lnTo>
                    <a:lnTo>
                      <a:pt x="258" y="12"/>
                    </a:lnTo>
                    <a:lnTo>
                      <a:pt x="258" y="12"/>
                    </a:lnTo>
                    <a:lnTo>
                      <a:pt x="258" y="12"/>
                    </a:lnTo>
                    <a:lnTo>
                      <a:pt x="258" y="14"/>
                    </a:lnTo>
                    <a:lnTo>
                      <a:pt x="256" y="14"/>
                    </a:lnTo>
                    <a:lnTo>
                      <a:pt x="256" y="14"/>
                    </a:lnTo>
                    <a:lnTo>
                      <a:pt x="256" y="14"/>
                    </a:lnTo>
                    <a:lnTo>
                      <a:pt x="256" y="14"/>
                    </a:lnTo>
                    <a:lnTo>
                      <a:pt x="256" y="17"/>
                    </a:lnTo>
                    <a:lnTo>
                      <a:pt x="254" y="17"/>
                    </a:lnTo>
                    <a:lnTo>
                      <a:pt x="254" y="17"/>
                    </a:lnTo>
                    <a:lnTo>
                      <a:pt x="254" y="17"/>
                    </a:lnTo>
                    <a:lnTo>
                      <a:pt x="251" y="17"/>
                    </a:lnTo>
                    <a:lnTo>
                      <a:pt x="251" y="17"/>
                    </a:lnTo>
                    <a:lnTo>
                      <a:pt x="251" y="17"/>
                    </a:lnTo>
                    <a:lnTo>
                      <a:pt x="251" y="19"/>
                    </a:lnTo>
                    <a:lnTo>
                      <a:pt x="251" y="19"/>
                    </a:lnTo>
                    <a:lnTo>
                      <a:pt x="251" y="21"/>
                    </a:lnTo>
                    <a:lnTo>
                      <a:pt x="251" y="21"/>
                    </a:lnTo>
                    <a:lnTo>
                      <a:pt x="251" y="21"/>
                    </a:lnTo>
                    <a:lnTo>
                      <a:pt x="251" y="21"/>
                    </a:lnTo>
                    <a:lnTo>
                      <a:pt x="251" y="24"/>
                    </a:lnTo>
                    <a:lnTo>
                      <a:pt x="251" y="24"/>
                    </a:lnTo>
                    <a:lnTo>
                      <a:pt x="251" y="24"/>
                    </a:lnTo>
                    <a:lnTo>
                      <a:pt x="251" y="26"/>
                    </a:lnTo>
                    <a:lnTo>
                      <a:pt x="251" y="26"/>
                    </a:lnTo>
                    <a:lnTo>
                      <a:pt x="251" y="26"/>
                    </a:lnTo>
                    <a:lnTo>
                      <a:pt x="251" y="29"/>
                    </a:lnTo>
                    <a:lnTo>
                      <a:pt x="251" y="29"/>
                    </a:lnTo>
                    <a:lnTo>
                      <a:pt x="254" y="29"/>
                    </a:lnTo>
                    <a:lnTo>
                      <a:pt x="254" y="29"/>
                    </a:lnTo>
                    <a:lnTo>
                      <a:pt x="256" y="29"/>
                    </a:lnTo>
                    <a:lnTo>
                      <a:pt x="256" y="29"/>
                    </a:lnTo>
                    <a:lnTo>
                      <a:pt x="256" y="26"/>
                    </a:lnTo>
                    <a:lnTo>
                      <a:pt x="256" y="26"/>
                    </a:lnTo>
                    <a:lnTo>
                      <a:pt x="256" y="29"/>
                    </a:lnTo>
                    <a:lnTo>
                      <a:pt x="258" y="29"/>
                    </a:lnTo>
                    <a:lnTo>
                      <a:pt x="258" y="29"/>
                    </a:lnTo>
                    <a:lnTo>
                      <a:pt x="258" y="29"/>
                    </a:lnTo>
                    <a:lnTo>
                      <a:pt x="261" y="29"/>
                    </a:lnTo>
                    <a:lnTo>
                      <a:pt x="261" y="29"/>
                    </a:lnTo>
                    <a:lnTo>
                      <a:pt x="261" y="26"/>
                    </a:lnTo>
                    <a:lnTo>
                      <a:pt x="263" y="26"/>
                    </a:lnTo>
                    <a:lnTo>
                      <a:pt x="263" y="29"/>
                    </a:lnTo>
                    <a:lnTo>
                      <a:pt x="263" y="29"/>
                    </a:lnTo>
                    <a:lnTo>
                      <a:pt x="263" y="29"/>
                    </a:lnTo>
                    <a:lnTo>
                      <a:pt x="263" y="31"/>
                    </a:lnTo>
                    <a:lnTo>
                      <a:pt x="263" y="31"/>
                    </a:lnTo>
                    <a:lnTo>
                      <a:pt x="263" y="31"/>
                    </a:lnTo>
                    <a:lnTo>
                      <a:pt x="263" y="33"/>
                    </a:lnTo>
                    <a:lnTo>
                      <a:pt x="266" y="33"/>
                    </a:lnTo>
                    <a:lnTo>
                      <a:pt x="266" y="33"/>
                    </a:lnTo>
                    <a:lnTo>
                      <a:pt x="266" y="33"/>
                    </a:lnTo>
                    <a:lnTo>
                      <a:pt x="266" y="33"/>
                    </a:lnTo>
                    <a:lnTo>
                      <a:pt x="268" y="33"/>
                    </a:lnTo>
                    <a:lnTo>
                      <a:pt x="268" y="33"/>
                    </a:lnTo>
                    <a:lnTo>
                      <a:pt x="268" y="33"/>
                    </a:lnTo>
                    <a:lnTo>
                      <a:pt x="270" y="33"/>
                    </a:lnTo>
                    <a:lnTo>
                      <a:pt x="270" y="33"/>
                    </a:lnTo>
                    <a:lnTo>
                      <a:pt x="270" y="33"/>
                    </a:lnTo>
                    <a:lnTo>
                      <a:pt x="270" y="36"/>
                    </a:lnTo>
                    <a:lnTo>
                      <a:pt x="273" y="36"/>
                    </a:lnTo>
                    <a:lnTo>
                      <a:pt x="273" y="36"/>
                    </a:lnTo>
                    <a:lnTo>
                      <a:pt x="275" y="36"/>
                    </a:lnTo>
                    <a:lnTo>
                      <a:pt x="275" y="36"/>
                    </a:lnTo>
                    <a:lnTo>
                      <a:pt x="275" y="36"/>
                    </a:lnTo>
                    <a:lnTo>
                      <a:pt x="277" y="36"/>
                    </a:lnTo>
                    <a:lnTo>
                      <a:pt x="277" y="36"/>
                    </a:lnTo>
                    <a:lnTo>
                      <a:pt x="277" y="36"/>
                    </a:lnTo>
                    <a:lnTo>
                      <a:pt x="277" y="38"/>
                    </a:lnTo>
                    <a:lnTo>
                      <a:pt x="277" y="38"/>
                    </a:lnTo>
                    <a:lnTo>
                      <a:pt x="277" y="38"/>
                    </a:lnTo>
                    <a:lnTo>
                      <a:pt x="275" y="38"/>
                    </a:lnTo>
                    <a:lnTo>
                      <a:pt x="275" y="40"/>
                    </a:lnTo>
                    <a:lnTo>
                      <a:pt x="275" y="40"/>
                    </a:lnTo>
                    <a:lnTo>
                      <a:pt x="275" y="43"/>
                    </a:lnTo>
                    <a:lnTo>
                      <a:pt x="275" y="43"/>
                    </a:lnTo>
                    <a:lnTo>
                      <a:pt x="277" y="43"/>
                    </a:lnTo>
                    <a:lnTo>
                      <a:pt x="277" y="43"/>
                    </a:lnTo>
                    <a:lnTo>
                      <a:pt x="277" y="43"/>
                    </a:lnTo>
                    <a:lnTo>
                      <a:pt x="277" y="43"/>
                    </a:lnTo>
                    <a:lnTo>
                      <a:pt x="280" y="43"/>
                    </a:lnTo>
                    <a:lnTo>
                      <a:pt x="280" y="43"/>
                    </a:lnTo>
                    <a:lnTo>
                      <a:pt x="282" y="43"/>
                    </a:lnTo>
                    <a:lnTo>
                      <a:pt x="282" y="45"/>
                    </a:lnTo>
                    <a:lnTo>
                      <a:pt x="282" y="45"/>
                    </a:lnTo>
                    <a:lnTo>
                      <a:pt x="282" y="45"/>
                    </a:lnTo>
                    <a:lnTo>
                      <a:pt x="285" y="45"/>
                    </a:lnTo>
                    <a:lnTo>
                      <a:pt x="285" y="45"/>
                    </a:lnTo>
                    <a:lnTo>
                      <a:pt x="285" y="47"/>
                    </a:lnTo>
                    <a:lnTo>
                      <a:pt x="285" y="47"/>
                    </a:lnTo>
                    <a:lnTo>
                      <a:pt x="285" y="50"/>
                    </a:lnTo>
                    <a:lnTo>
                      <a:pt x="282" y="50"/>
                    </a:lnTo>
                    <a:lnTo>
                      <a:pt x="282" y="50"/>
                    </a:lnTo>
                    <a:lnTo>
                      <a:pt x="282" y="52"/>
                    </a:lnTo>
                    <a:lnTo>
                      <a:pt x="282" y="52"/>
                    </a:lnTo>
                    <a:lnTo>
                      <a:pt x="282" y="52"/>
                    </a:lnTo>
                    <a:lnTo>
                      <a:pt x="282" y="52"/>
                    </a:lnTo>
                    <a:lnTo>
                      <a:pt x="282" y="52"/>
                    </a:lnTo>
                    <a:lnTo>
                      <a:pt x="280" y="52"/>
                    </a:lnTo>
                    <a:lnTo>
                      <a:pt x="280" y="52"/>
                    </a:lnTo>
                    <a:lnTo>
                      <a:pt x="277" y="52"/>
                    </a:lnTo>
                    <a:lnTo>
                      <a:pt x="277" y="52"/>
                    </a:lnTo>
                    <a:lnTo>
                      <a:pt x="277" y="55"/>
                    </a:lnTo>
                    <a:lnTo>
                      <a:pt x="277" y="55"/>
                    </a:lnTo>
                    <a:lnTo>
                      <a:pt x="275" y="55"/>
                    </a:lnTo>
                    <a:lnTo>
                      <a:pt x="275" y="55"/>
                    </a:lnTo>
                    <a:lnTo>
                      <a:pt x="275" y="57"/>
                    </a:lnTo>
                    <a:lnTo>
                      <a:pt x="275" y="57"/>
                    </a:lnTo>
                    <a:lnTo>
                      <a:pt x="275" y="57"/>
                    </a:lnTo>
                    <a:lnTo>
                      <a:pt x="275" y="59"/>
                    </a:lnTo>
                    <a:lnTo>
                      <a:pt x="275" y="59"/>
                    </a:lnTo>
                    <a:lnTo>
                      <a:pt x="275" y="59"/>
                    </a:lnTo>
                    <a:lnTo>
                      <a:pt x="273" y="59"/>
                    </a:lnTo>
                    <a:lnTo>
                      <a:pt x="273" y="59"/>
                    </a:lnTo>
                    <a:lnTo>
                      <a:pt x="270" y="59"/>
                    </a:lnTo>
                    <a:lnTo>
                      <a:pt x="270" y="59"/>
                    </a:lnTo>
                    <a:lnTo>
                      <a:pt x="270" y="62"/>
                    </a:lnTo>
                    <a:lnTo>
                      <a:pt x="270" y="62"/>
                    </a:lnTo>
                    <a:lnTo>
                      <a:pt x="270" y="62"/>
                    </a:lnTo>
                    <a:lnTo>
                      <a:pt x="270" y="62"/>
                    </a:lnTo>
                    <a:lnTo>
                      <a:pt x="270" y="64"/>
                    </a:lnTo>
                    <a:lnTo>
                      <a:pt x="270" y="64"/>
                    </a:lnTo>
                    <a:lnTo>
                      <a:pt x="270" y="66"/>
                    </a:lnTo>
                    <a:lnTo>
                      <a:pt x="270" y="66"/>
                    </a:lnTo>
                    <a:lnTo>
                      <a:pt x="270" y="66"/>
                    </a:lnTo>
                    <a:lnTo>
                      <a:pt x="270" y="69"/>
                    </a:lnTo>
                    <a:lnTo>
                      <a:pt x="270" y="69"/>
                    </a:lnTo>
                    <a:lnTo>
                      <a:pt x="270" y="69"/>
                    </a:lnTo>
                    <a:lnTo>
                      <a:pt x="270" y="71"/>
                    </a:lnTo>
                    <a:lnTo>
                      <a:pt x="270" y="71"/>
                    </a:lnTo>
                    <a:lnTo>
                      <a:pt x="270" y="71"/>
                    </a:lnTo>
                    <a:lnTo>
                      <a:pt x="270" y="74"/>
                    </a:lnTo>
                    <a:lnTo>
                      <a:pt x="270" y="74"/>
                    </a:lnTo>
                    <a:lnTo>
                      <a:pt x="273" y="74"/>
                    </a:lnTo>
                    <a:lnTo>
                      <a:pt x="273" y="76"/>
                    </a:lnTo>
                    <a:lnTo>
                      <a:pt x="273" y="76"/>
                    </a:lnTo>
                    <a:lnTo>
                      <a:pt x="273" y="76"/>
                    </a:lnTo>
                    <a:lnTo>
                      <a:pt x="273" y="78"/>
                    </a:lnTo>
                    <a:lnTo>
                      <a:pt x="273" y="78"/>
                    </a:lnTo>
                    <a:lnTo>
                      <a:pt x="273" y="81"/>
                    </a:lnTo>
                    <a:lnTo>
                      <a:pt x="273" y="81"/>
                    </a:lnTo>
                    <a:lnTo>
                      <a:pt x="273" y="81"/>
                    </a:lnTo>
                    <a:lnTo>
                      <a:pt x="273" y="83"/>
                    </a:lnTo>
                    <a:lnTo>
                      <a:pt x="273" y="83"/>
                    </a:lnTo>
                    <a:lnTo>
                      <a:pt x="273" y="85"/>
                    </a:lnTo>
                    <a:lnTo>
                      <a:pt x="275" y="85"/>
                    </a:lnTo>
                    <a:lnTo>
                      <a:pt x="275" y="85"/>
                    </a:lnTo>
                    <a:lnTo>
                      <a:pt x="275" y="88"/>
                    </a:lnTo>
                    <a:lnTo>
                      <a:pt x="275" y="88"/>
                    </a:lnTo>
                    <a:lnTo>
                      <a:pt x="275" y="90"/>
                    </a:lnTo>
                    <a:lnTo>
                      <a:pt x="273" y="90"/>
                    </a:lnTo>
                    <a:lnTo>
                      <a:pt x="273" y="90"/>
                    </a:lnTo>
                    <a:lnTo>
                      <a:pt x="273" y="92"/>
                    </a:lnTo>
                    <a:lnTo>
                      <a:pt x="273" y="92"/>
                    </a:lnTo>
                    <a:lnTo>
                      <a:pt x="275" y="92"/>
                    </a:lnTo>
                    <a:lnTo>
                      <a:pt x="275" y="92"/>
                    </a:lnTo>
                    <a:lnTo>
                      <a:pt x="275" y="95"/>
                    </a:lnTo>
                    <a:lnTo>
                      <a:pt x="275" y="95"/>
                    </a:lnTo>
                    <a:lnTo>
                      <a:pt x="275" y="95"/>
                    </a:lnTo>
                    <a:lnTo>
                      <a:pt x="275" y="95"/>
                    </a:lnTo>
                    <a:lnTo>
                      <a:pt x="275" y="97"/>
                    </a:lnTo>
                    <a:lnTo>
                      <a:pt x="275" y="97"/>
                    </a:lnTo>
                    <a:lnTo>
                      <a:pt x="275" y="97"/>
                    </a:lnTo>
                    <a:lnTo>
                      <a:pt x="275" y="97"/>
                    </a:lnTo>
                    <a:lnTo>
                      <a:pt x="275" y="100"/>
                    </a:lnTo>
                    <a:lnTo>
                      <a:pt x="277" y="100"/>
                    </a:lnTo>
                    <a:lnTo>
                      <a:pt x="277" y="100"/>
                    </a:lnTo>
                    <a:lnTo>
                      <a:pt x="277" y="100"/>
                    </a:lnTo>
                    <a:lnTo>
                      <a:pt x="277" y="100"/>
                    </a:lnTo>
                    <a:lnTo>
                      <a:pt x="277" y="100"/>
                    </a:lnTo>
                    <a:lnTo>
                      <a:pt x="280" y="100"/>
                    </a:lnTo>
                    <a:lnTo>
                      <a:pt x="280" y="100"/>
                    </a:lnTo>
                    <a:lnTo>
                      <a:pt x="282" y="100"/>
                    </a:lnTo>
                    <a:lnTo>
                      <a:pt x="282" y="100"/>
                    </a:lnTo>
                    <a:lnTo>
                      <a:pt x="282" y="102"/>
                    </a:lnTo>
                    <a:lnTo>
                      <a:pt x="282" y="102"/>
                    </a:lnTo>
                    <a:lnTo>
                      <a:pt x="282" y="102"/>
                    </a:lnTo>
                    <a:lnTo>
                      <a:pt x="282" y="102"/>
                    </a:lnTo>
                    <a:lnTo>
                      <a:pt x="285" y="102"/>
                    </a:lnTo>
                    <a:lnTo>
                      <a:pt x="285" y="102"/>
                    </a:lnTo>
                    <a:lnTo>
                      <a:pt x="285" y="102"/>
                    </a:lnTo>
                    <a:lnTo>
                      <a:pt x="285" y="102"/>
                    </a:lnTo>
                    <a:lnTo>
                      <a:pt x="287" y="102"/>
                    </a:lnTo>
                    <a:lnTo>
                      <a:pt x="287" y="102"/>
                    </a:lnTo>
                    <a:lnTo>
                      <a:pt x="287" y="104"/>
                    </a:lnTo>
                    <a:lnTo>
                      <a:pt x="289" y="104"/>
                    </a:lnTo>
                    <a:lnTo>
                      <a:pt x="289" y="104"/>
                    </a:lnTo>
                    <a:lnTo>
                      <a:pt x="289" y="104"/>
                    </a:lnTo>
                    <a:lnTo>
                      <a:pt x="289" y="104"/>
                    </a:lnTo>
                    <a:lnTo>
                      <a:pt x="292" y="104"/>
                    </a:lnTo>
                    <a:lnTo>
                      <a:pt x="292" y="104"/>
                    </a:lnTo>
                    <a:lnTo>
                      <a:pt x="292" y="104"/>
                    </a:lnTo>
                    <a:lnTo>
                      <a:pt x="292" y="107"/>
                    </a:lnTo>
                    <a:lnTo>
                      <a:pt x="294" y="107"/>
                    </a:lnTo>
                    <a:lnTo>
                      <a:pt x="294" y="107"/>
                    </a:lnTo>
                    <a:lnTo>
                      <a:pt x="296" y="107"/>
                    </a:lnTo>
                    <a:lnTo>
                      <a:pt x="296" y="104"/>
                    </a:lnTo>
                    <a:lnTo>
                      <a:pt x="296" y="104"/>
                    </a:lnTo>
                    <a:lnTo>
                      <a:pt x="296" y="104"/>
                    </a:lnTo>
                    <a:lnTo>
                      <a:pt x="296" y="104"/>
                    </a:lnTo>
                    <a:lnTo>
                      <a:pt x="296" y="104"/>
                    </a:lnTo>
                    <a:lnTo>
                      <a:pt x="296" y="104"/>
                    </a:lnTo>
                    <a:lnTo>
                      <a:pt x="296" y="107"/>
                    </a:lnTo>
                    <a:lnTo>
                      <a:pt x="296" y="107"/>
                    </a:lnTo>
                    <a:lnTo>
                      <a:pt x="296" y="109"/>
                    </a:lnTo>
                    <a:lnTo>
                      <a:pt x="296" y="109"/>
                    </a:lnTo>
                    <a:lnTo>
                      <a:pt x="296" y="109"/>
                    </a:lnTo>
                    <a:lnTo>
                      <a:pt x="296" y="111"/>
                    </a:lnTo>
                    <a:lnTo>
                      <a:pt x="296" y="111"/>
                    </a:lnTo>
                    <a:lnTo>
                      <a:pt x="296" y="111"/>
                    </a:lnTo>
                    <a:lnTo>
                      <a:pt x="296" y="111"/>
                    </a:lnTo>
                    <a:lnTo>
                      <a:pt x="296" y="111"/>
                    </a:lnTo>
                    <a:lnTo>
                      <a:pt x="299" y="111"/>
                    </a:lnTo>
                    <a:lnTo>
                      <a:pt x="299" y="111"/>
                    </a:lnTo>
                    <a:lnTo>
                      <a:pt x="299" y="111"/>
                    </a:lnTo>
                    <a:lnTo>
                      <a:pt x="301" y="111"/>
                    </a:lnTo>
                    <a:lnTo>
                      <a:pt x="301" y="114"/>
                    </a:lnTo>
                    <a:lnTo>
                      <a:pt x="301" y="114"/>
                    </a:lnTo>
                    <a:lnTo>
                      <a:pt x="303" y="114"/>
                    </a:lnTo>
                    <a:lnTo>
                      <a:pt x="303" y="114"/>
                    </a:lnTo>
                    <a:lnTo>
                      <a:pt x="303" y="111"/>
                    </a:lnTo>
                    <a:lnTo>
                      <a:pt x="303" y="111"/>
                    </a:lnTo>
                    <a:lnTo>
                      <a:pt x="306" y="111"/>
                    </a:lnTo>
                    <a:lnTo>
                      <a:pt x="306" y="114"/>
                    </a:lnTo>
                    <a:lnTo>
                      <a:pt x="306" y="114"/>
                    </a:lnTo>
                    <a:lnTo>
                      <a:pt x="306" y="114"/>
                    </a:lnTo>
                    <a:lnTo>
                      <a:pt x="306" y="114"/>
                    </a:lnTo>
                    <a:lnTo>
                      <a:pt x="308" y="114"/>
                    </a:lnTo>
                    <a:lnTo>
                      <a:pt x="308" y="114"/>
                    </a:lnTo>
                    <a:lnTo>
                      <a:pt x="308" y="116"/>
                    </a:lnTo>
                    <a:lnTo>
                      <a:pt x="311" y="116"/>
                    </a:lnTo>
                    <a:lnTo>
                      <a:pt x="311" y="116"/>
                    </a:lnTo>
                    <a:lnTo>
                      <a:pt x="311" y="116"/>
                    </a:lnTo>
                    <a:lnTo>
                      <a:pt x="311" y="119"/>
                    </a:lnTo>
                    <a:lnTo>
                      <a:pt x="311" y="119"/>
                    </a:lnTo>
                    <a:lnTo>
                      <a:pt x="311" y="119"/>
                    </a:lnTo>
                    <a:lnTo>
                      <a:pt x="311" y="121"/>
                    </a:lnTo>
                    <a:lnTo>
                      <a:pt x="311" y="121"/>
                    </a:lnTo>
                    <a:lnTo>
                      <a:pt x="311" y="121"/>
                    </a:lnTo>
                    <a:lnTo>
                      <a:pt x="311" y="121"/>
                    </a:lnTo>
                    <a:lnTo>
                      <a:pt x="311" y="121"/>
                    </a:lnTo>
                    <a:lnTo>
                      <a:pt x="308" y="121"/>
                    </a:lnTo>
                    <a:lnTo>
                      <a:pt x="308" y="123"/>
                    </a:lnTo>
                    <a:lnTo>
                      <a:pt x="308" y="123"/>
                    </a:lnTo>
                    <a:lnTo>
                      <a:pt x="306" y="123"/>
                    </a:lnTo>
                    <a:lnTo>
                      <a:pt x="306" y="123"/>
                    </a:lnTo>
                    <a:lnTo>
                      <a:pt x="306" y="123"/>
                    </a:lnTo>
                    <a:lnTo>
                      <a:pt x="306" y="123"/>
                    </a:lnTo>
                    <a:lnTo>
                      <a:pt x="303" y="123"/>
                    </a:lnTo>
                    <a:lnTo>
                      <a:pt x="303" y="123"/>
                    </a:lnTo>
                    <a:lnTo>
                      <a:pt x="303" y="123"/>
                    </a:lnTo>
                    <a:lnTo>
                      <a:pt x="301" y="123"/>
                    </a:lnTo>
                    <a:lnTo>
                      <a:pt x="301" y="123"/>
                    </a:lnTo>
                    <a:lnTo>
                      <a:pt x="301" y="126"/>
                    </a:lnTo>
                    <a:lnTo>
                      <a:pt x="299" y="126"/>
                    </a:lnTo>
                    <a:lnTo>
                      <a:pt x="299" y="126"/>
                    </a:lnTo>
                    <a:lnTo>
                      <a:pt x="299" y="126"/>
                    </a:lnTo>
                    <a:lnTo>
                      <a:pt x="299" y="126"/>
                    </a:lnTo>
                    <a:lnTo>
                      <a:pt x="296" y="126"/>
                    </a:lnTo>
                    <a:lnTo>
                      <a:pt x="296" y="128"/>
                    </a:lnTo>
                    <a:lnTo>
                      <a:pt x="296" y="128"/>
                    </a:lnTo>
                    <a:lnTo>
                      <a:pt x="296" y="128"/>
                    </a:lnTo>
                    <a:lnTo>
                      <a:pt x="296" y="128"/>
                    </a:lnTo>
                    <a:lnTo>
                      <a:pt x="294" y="128"/>
                    </a:lnTo>
                    <a:lnTo>
                      <a:pt x="294" y="130"/>
                    </a:lnTo>
                    <a:lnTo>
                      <a:pt x="294" y="130"/>
                    </a:lnTo>
                    <a:lnTo>
                      <a:pt x="294" y="130"/>
                    </a:lnTo>
                    <a:lnTo>
                      <a:pt x="294" y="130"/>
                    </a:lnTo>
                    <a:lnTo>
                      <a:pt x="292" y="130"/>
                    </a:lnTo>
                    <a:lnTo>
                      <a:pt x="292" y="133"/>
                    </a:lnTo>
                    <a:lnTo>
                      <a:pt x="294" y="133"/>
                    </a:lnTo>
                    <a:lnTo>
                      <a:pt x="294" y="133"/>
                    </a:lnTo>
                    <a:lnTo>
                      <a:pt x="294" y="133"/>
                    </a:lnTo>
                    <a:lnTo>
                      <a:pt x="294" y="135"/>
                    </a:lnTo>
                    <a:lnTo>
                      <a:pt x="294" y="135"/>
                    </a:lnTo>
                    <a:lnTo>
                      <a:pt x="294" y="138"/>
                    </a:lnTo>
                    <a:lnTo>
                      <a:pt x="296" y="138"/>
                    </a:lnTo>
                    <a:lnTo>
                      <a:pt x="296" y="138"/>
                    </a:lnTo>
                    <a:lnTo>
                      <a:pt x="296" y="140"/>
                    </a:lnTo>
                    <a:lnTo>
                      <a:pt x="296" y="140"/>
                    </a:lnTo>
                    <a:lnTo>
                      <a:pt x="294" y="140"/>
                    </a:lnTo>
                    <a:lnTo>
                      <a:pt x="294" y="140"/>
                    </a:lnTo>
                    <a:lnTo>
                      <a:pt x="294" y="142"/>
                    </a:lnTo>
                    <a:lnTo>
                      <a:pt x="294" y="142"/>
                    </a:lnTo>
                    <a:lnTo>
                      <a:pt x="294" y="142"/>
                    </a:lnTo>
                    <a:lnTo>
                      <a:pt x="294" y="145"/>
                    </a:lnTo>
                    <a:lnTo>
                      <a:pt x="294" y="145"/>
                    </a:lnTo>
                    <a:lnTo>
                      <a:pt x="294" y="147"/>
                    </a:lnTo>
                    <a:lnTo>
                      <a:pt x="294" y="147"/>
                    </a:lnTo>
                    <a:lnTo>
                      <a:pt x="294" y="147"/>
                    </a:lnTo>
                    <a:lnTo>
                      <a:pt x="296" y="147"/>
                    </a:lnTo>
                    <a:lnTo>
                      <a:pt x="296" y="147"/>
                    </a:lnTo>
                    <a:lnTo>
                      <a:pt x="296" y="149"/>
                    </a:lnTo>
                    <a:lnTo>
                      <a:pt x="296" y="149"/>
                    </a:lnTo>
                    <a:lnTo>
                      <a:pt x="296" y="149"/>
                    </a:lnTo>
                    <a:lnTo>
                      <a:pt x="294" y="149"/>
                    </a:lnTo>
                    <a:lnTo>
                      <a:pt x="294" y="149"/>
                    </a:lnTo>
                    <a:lnTo>
                      <a:pt x="294" y="152"/>
                    </a:lnTo>
                    <a:lnTo>
                      <a:pt x="294" y="152"/>
                    </a:lnTo>
                    <a:lnTo>
                      <a:pt x="292" y="152"/>
                    </a:lnTo>
                    <a:lnTo>
                      <a:pt x="292" y="152"/>
                    </a:lnTo>
                    <a:lnTo>
                      <a:pt x="292" y="152"/>
                    </a:lnTo>
                    <a:lnTo>
                      <a:pt x="292" y="152"/>
                    </a:lnTo>
                    <a:lnTo>
                      <a:pt x="289" y="152"/>
                    </a:lnTo>
                    <a:lnTo>
                      <a:pt x="289" y="154"/>
                    </a:lnTo>
                    <a:lnTo>
                      <a:pt x="289" y="154"/>
                    </a:lnTo>
                    <a:lnTo>
                      <a:pt x="289" y="154"/>
                    </a:lnTo>
                    <a:lnTo>
                      <a:pt x="289" y="154"/>
                    </a:lnTo>
                    <a:lnTo>
                      <a:pt x="289" y="156"/>
                    </a:lnTo>
                    <a:lnTo>
                      <a:pt x="289" y="156"/>
                    </a:lnTo>
                    <a:lnTo>
                      <a:pt x="287" y="156"/>
                    </a:lnTo>
                    <a:lnTo>
                      <a:pt x="287" y="159"/>
                    </a:lnTo>
                    <a:lnTo>
                      <a:pt x="287" y="159"/>
                    </a:lnTo>
                    <a:lnTo>
                      <a:pt x="287" y="159"/>
                    </a:lnTo>
                    <a:lnTo>
                      <a:pt x="285" y="159"/>
                    </a:lnTo>
                    <a:lnTo>
                      <a:pt x="285" y="161"/>
                    </a:lnTo>
                    <a:lnTo>
                      <a:pt x="285" y="161"/>
                    </a:lnTo>
                    <a:lnTo>
                      <a:pt x="285" y="161"/>
                    </a:lnTo>
                    <a:lnTo>
                      <a:pt x="285" y="161"/>
                    </a:lnTo>
                    <a:lnTo>
                      <a:pt x="285" y="161"/>
                    </a:lnTo>
                    <a:lnTo>
                      <a:pt x="282" y="161"/>
                    </a:lnTo>
                    <a:lnTo>
                      <a:pt x="282" y="161"/>
                    </a:lnTo>
                    <a:lnTo>
                      <a:pt x="282" y="164"/>
                    </a:lnTo>
                    <a:lnTo>
                      <a:pt x="282" y="164"/>
                    </a:lnTo>
                    <a:lnTo>
                      <a:pt x="282" y="164"/>
                    </a:lnTo>
                    <a:lnTo>
                      <a:pt x="280" y="164"/>
                    </a:lnTo>
                    <a:lnTo>
                      <a:pt x="280" y="166"/>
                    </a:lnTo>
                    <a:lnTo>
                      <a:pt x="280" y="166"/>
                    </a:lnTo>
                    <a:lnTo>
                      <a:pt x="280" y="166"/>
                    </a:lnTo>
                    <a:lnTo>
                      <a:pt x="280" y="168"/>
                    </a:lnTo>
                    <a:lnTo>
                      <a:pt x="280" y="168"/>
                    </a:lnTo>
                    <a:lnTo>
                      <a:pt x="280" y="168"/>
                    </a:lnTo>
                    <a:lnTo>
                      <a:pt x="282" y="168"/>
                    </a:lnTo>
                    <a:lnTo>
                      <a:pt x="282" y="171"/>
                    </a:lnTo>
                    <a:lnTo>
                      <a:pt x="282" y="171"/>
                    </a:lnTo>
                    <a:lnTo>
                      <a:pt x="282" y="171"/>
                    </a:lnTo>
                    <a:lnTo>
                      <a:pt x="280" y="171"/>
                    </a:lnTo>
                    <a:lnTo>
                      <a:pt x="280" y="173"/>
                    </a:lnTo>
                    <a:lnTo>
                      <a:pt x="280" y="173"/>
                    </a:lnTo>
                    <a:lnTo>
                      <a:pt x="277" y="173"/>
                    </a:lnTo>
                    <a:lnTo>
                      <a:pt x="277" y="173"/>
                    </a:lnTo>
                    <a:lnTo>
                      <a:pt x="277" y="173"/>
                    </a:lnTo>
                    <a:lnTo>
                      <a:pt x="277" y="175"/>
                    </a:lnTo>
                    <a:lnTo>
                      <a:pt x="277" y="175"/>
                    </a:lnTo>
                    <a:lnTo>
                      <a:pt x="275" y="175"/>
                    </a:lnTo>
                    <a:lnTo>
                      <a:pt x="275" y="175"/>
                    </a:lnTo>
                    <a:lnTo>
                      <a:pt x="275" y="175"/>
                    </a:lnTo>
                    <a:lnTo>
                      <a:pt x="275" y="175"/>
                    </a:lnTo>
                    <a:lnTo>
                      <a:pt x="273" y="175"/>
                    </a:lnTo>
                    <a:lnTo>
                      <a:pt x="273" y="175"/>
                    </a:lnTo>
                    <a:lnTo>
                      <a:pt x="270" y="175"/>
                    </a:lnTo>
                    <a:lnTo>
                      <a:pt x="270" y="178"/>
                    </a:lnTo>
                    <a:lnTo>
                      <a:pt x="270" y="178"/>
                    </a:lnTo>
                    <a:lnTo>
                      <a:pt x="270" y="178"/>
                    </a:lnTo>
                    <a:lnTo>
                      <a:pt x="270" y="178"/>
                    </a:lnTo>
                    <a:lnTo>
                      <a:pt x="268" y="178"/>
                    </a:lnTo>
                    <a:lnTo>
                      <a:pt x="268" y="180"/>
                    </a:lnTo>
                    <a:lnTo>
                      <a:pt x="268" y="180"/>
                    </a:lnTo>
                    <a:lnTo>
                      <a:pt x="268" y="180"/>
                    </a:lnTo>
                    <a:lnTo>
                      <a:pt x="268" y="180"/>
                    </a:lnTo>
                    <a:lnTo>
                      <a:pt x="268" y="183"/>
                    </a:lnTo>
                    <a:lnTo>
                      <a:pt x="268" y="183"/>
                    </a:lnTo>
                    <a:lnTo>
                      <a:pt x="268" y="185"/>
                    </a:lnTo>
                    <a:lnTo>
                      <a:pt x="266" y="185"/>
                    </a:lnTo>
                    <a:lnTo>
                      <a:pt x="266" y="185"/>
                    </a:lnTo>
                    <a:lnTo>
                      <a:pt x="266" y="187"/>
                    </a:lnTo>
                    <a:lnTo>
                      <a:pt x="266" y="187"/>
                    </a:lnTo>
                    <a:lnTo>
                      <a:pt x="266" y="187"/>
                    </a:lnTo>
                    <a:lnTo>
                      <a:pt x="266" y="190"/>
                    </a:lnTo>
                    <a:lnTo>
                      <a:pt x="266" y="190"/>
                    </a:lnTo>
                    <a:lnTo>
                      <a:pt x="266" y="190"/>
                    </a:lnTo>
                    <a:lnTo>
                      <a:pt x="266" y="190"/>
                    </a:lnTo>
                    <a:lnTo>
                      <a:pt x="263" y="190"/>
                    </a:lnTo>
                    <a:lnTo>
                      <a:pt x="263" y="192"/>
                    </a:lnTo>
                    <a:lnTo>
                      <a:pt x="263" y="192"/>
                    </a:lnTo>
                    <a:lnTo>
                      <a:pt x="263" y="192"/>
                    </a:lnTo>
                    <a:lnTo>
                      <a:pt x="263" y="194"/>
                    </a:lnTo>
                    <a:lnTo>
                      <a:pt x="263" y="194"/>
                    </a:lnTo>
                    <a:lnTo>
                      <a:pt x="263" y="194"/>
                    </a:lnTo>
                    <a:lnTo>
                      <a:pt x="263" y="197"/>
                    </a:lnTo>
                    <a:lnTo>
                      <a:pt x="261" y="197"/>
                    </a:lnTo>
                    <a:lnTo>
                      <a:pt x="261" y="197"/>
                    </a:lnTo>
                    <a:lnTo>
                      <a:pt x="261" y="197"/>
                    </a:lnTo>
                    <a:lnTo>
                      <a:pt x="261" y="199"/>
                    </a:lnTo>
                    <a:lnTo>
                      <a:pt x="258" y="199"/>
                    </a:lnTo>
                    <a:lnTo>
                      <a:pt x="258" y="199"/>
                    </a:lnTo>
                    <a:lnTo>
                      <a:pt x="258" y="199"/>
                    </a:lnTo>
                    <a:lnTo>
                      <a:pt x="258" y="199"/>
                    </a:lnTo>
                    <a:lnTo>
                      <a:pt x="258" y="202"/>
                    </a:lnTo>
                    <a:lnTo>
                      <a:pt x="258" y="202"/>
                    </a:lnTo>
                    <a:lnTo>
                      <a:pt x="256" y="202"/>
                    </a:lnTo>
                    <a:lnTo>
                      <a:pt x="256" y="202"/>
                    </a:lnTo>
                    <a:lnTo>
                      <a:pt x="256" y="202"/>
                    </a:lnTo>
                    <a:lnTo>
                      <a:pt x="256" y="202"/>
                    </a:lnTo>
                    <a:lnTo>
                      <a:pt x="254" y="202"/>
                    </a:lnTo>
                    <a:lnTo>
                      <a:pt x="254" y="204"/>
                    </a:lnTo>
                    <a:lnTo>
                      <a:pt x="254" y="204"/>
                    </a:lnTo>
                    <a:lnTo>
                      <a:pt x="251" y="204"/>
                    </a:lnTo>
                    <a:lnTo>
                      <a:pt x="251" y="204"/>
                    </a:lnTo>
                    <a:lnTo>
                      <a:pt x="251" y="204"/>
                    </a:lnTo>
                    <a:lnTo>
                      <a:pt x="251" y="204"/>
                    </a:lnTo>
                    <a:lnTo>
                      <a:pt x="251" y="206"/>
                    </a:lnTo>
                    <a:lnTo>
                      <a:pt x="249" y="206"/>
                    </a:lnTo>
                    <a:lnTo>
                      <a:pt x="249" y="206"/>
                    </a:lnTo>
                    <a:lnTo>
                      <a:pt x="249" y="206"/>
                    </a:lnTo>
                    <a:lnTo>
                      <a:pt x="249" y="206"/>
                    </a:lnTo>
                    <a:lnTo>
                      <a:pt x="247" y="206"/>
                    </a:lnTo>
                    <a:lnTo>
                      <a:pt x="247" y="209"/>
                    </a:lnTo>
                    <a:lnTo>
                      <a:pt x="247" y="209"/>
                    </a:lnTo>
                    <a:lnTo>
                      <a:pt x="247" y="209"/>
                    </a:lnTo>
                    <a:lnTo>
                      <a:pt x="247" y="211"/>
                    </a:lnTo>
                    <a:lnTo>
                      <a:pt x="244" y="211"/>
                    </a:lnTo>
                    <a:lnTo>
                      <a:pt x="244" y="211"/>
                    </a:lnTo>
                    <a:lnTo>
                      <a:pt x="244" y="211"/>
                    </a:lnTo>
                    <a:lnTo>
                      <a:pt x="244" y="211"/>
                    </a:lnTo>
                    <a:lnTo>
                      <a:pt x="244" y="213"/>
                    </a:lnTo>
                    <a:lnTo>
                      <a:pt x="244" y="213"/>
                    </a:lnTo>
                    <a:lnTo>
                      <a:pt x="244" y="216"/>
                    </a:lnTo>
                    <a:lnTo>
                      <a:pt x="244" y="216"/>
                    </a:lnTo>
                    <a:lnTo>
                      <a:pt x="244" y="216"/>
                    </a:lnTo>
                    <a:lnTo>
                      <a:pt x="244" y="218"/>
                    </a:lnTo>
                    <a:lnTo>
                      <a:pt x="242" y="218"/>
                    </a:lnTo>
                    <a:lnTo>
                      <a:pt x="242" y="218"/>
                    </a:lnTo>
                    <a:lnTo>
                      <a:pt x="242" y="218"/>
                    </a:lnTo>
                    <a:lnTo>
                      <a:pt x="242" y="220"/>
                    </a:lnTo>
                    <a:lnTo>
                      <a:pt x="242" y="220"/>
                    </a:lnTo>
                    <a:lnTo>
                      <a:pt x="242" y="220"/>
                    </a:lnTo>
                    <a:lnTo>
                      <a:pt x="240" y="220"/>
                    </a:lnTo>
                    <a:lnTo>
                      <a:pt x="240" y="220"/>
                    </a:lnTo>
                    <a:lnTo>
                      <a:pt x="240" y="220"/>
                    </a:lnTo>
                    <a:lnTo>
                      <a:pt x="237" y="220"/>
                    </a:lnTo>
                    <a:lnTo>
                      <a:pt x="237" y="223"/>
                    </a:lnTo>
                    <a:lnTo>
                      <a:pt x="237" y="223"/>
                    </a:lnTo>
                    <a:lnTo>
                      <a:pt x="237" y="223"/>
                    </a:lnTo>
                    <a:lnTo>
                      <a:pt x="237" y="225"/>
                    </a:lnTo>
                    <a:lnTo>
                      <a:pt x="237" y="225"/>
                    </a:lnTo>
                    <a:lnTo>
                      <a:pt x="237" y="228"/>
                    </a:lnTo>
                    <a:lnTo>
                      <a:pt x="237" y="228"/>
                    </a:lnTo>
                    <a:lnTo>
                      <a:pt x="237" y="228"/>
                    </a:lnTo>
                    <a:lnTo>
                      <a:pt x="235" y="228"/>
                    </a:lnTo>
                    <a:lnTo>
                      <a:pt x="235" y="230"/>
                    </a:lnTo>
                    <a:lnTo>
                      <a:pt x="235" y="230"/>
                    </a:lnTo>
                    <a:lnTo>
                      <a:pt x="232" y="230"/>
                    </a:lnTo>
                    <a:lnTo>
                      <a:pt x="232" y="230"/>
                    </a:lnTo>
                    <a:lnTo>
                      <a:pt x="232" y="230"/>
                    </a:lnTo>
                    <a:lnTo>
                      <a:pt x="232" y="230"/>
                    </a:lnTo>
                    <a:lnTo>
                      <a:pt x="230" y="230"/>
                    </a:lnTo>
                    <a:lnTo>
                      <a:pt x="230" y="230"/>
                    </a:lnTo>
                    <a:lnTo>
                      <a:pt x="230" y="230"/>
                    </a:lnTo>
                    <a:lnTo>
                      <a:pt x="228" y="230"/>
                    </a:lnTo>
                    <a:lnTo>
                      <a:pt x="228" y="230"/>
                    </a:lnTo>
                    <a:lnTo>
                      <a:pt x="225" y="230"/>
                    </a:lnTo>
                    <a:lnTo>
                      <a:pt x="225" y="230"/>
                    </a:lnTo>
                    <a:lnTo>
                      <a:pt x="225" y="230"/>
                    </a:lnTo>
                    <a:lnTo>
                      <a:pt x="223" y="230"/>
                    </a:lnTo>
                    <a:lnTo>
                      <a:pt x="223" y="230"/>
                    </a:lnTo>
                    <a:lnTo>
                      <a:pt x="223" y="230"/>
                    </a:lnTo>
                    <a:lnTo>
                      <a:pt x="223" y="230"/>
                    </a:lnTo>
                    <a:lnTo>
                      <a:pt x="221" y="230"/>
                    </a:lnTo>
                    <a:lnTo>
                      <a:pt x="221" y="232"/>
                    </a:lnTo>
                    <a:lnTo>
                      <a:pt x="221" y="232"/>
                    </a:lnTo>
                    <a:lnTo>
                      <a:pt x="218" y="232"/>
                    </a:lnTo>
                    <a:lnTo>
                      <a:pt x="218" y="232"/>
                    </a:lnTo>
                    <a:lnTo>
                      <a:pt x="218" y="232"/>
                    </a:lnTo>
                    <a:lnTo>
                      <a:pt x="218" y="232"/>
                    </a:lnTo>
                    <a:lnTo>
                      <a:pt x="216" y="232"/>
                    </a:lnTo>
                    <a:lnTo>
                      <a:pt x="216" y="235"/>
                    </a:lnTo>
                    <a:lnTo>
                      <a:pt x="216" y="235"/>
                    </a:lnTo>
                    <a:lnTo>
                      <a:pt x="216" y="235"/>
                    </a:lnTo>
                    <a:lnTo>
                      <a:pt x="214" y="235"/>
                    </a:lnTo>
                    <a:lnTo>
                      <a:pt x="214" y="235"/>
                    </a:lnTo>
                    <a:lnTo>
                      <a:pt x="211" y="235"/>
                    </a:lnTo>
                    <a:lnTo>
                      <a:pt x="211" y="232"/>
                    </a:lnTo>
                    <a:lnTo>
                      <a:pt x="211" y="232"/>
                    </a:lnTo>
                    <a:lnTo>
                      <a:pt x="211" y="232"/>
                    </a:lnTo>
                    <a:lnTo>
                      <a:pt x="211" y="230"/>
                    </a:lnTo>
                    <a:lnTo>
                      <a:pt x="211" y="230"/>
                    </a:lnTo>
                    <a:lnTo>
                      <a:pt x="211" y="230"/>
                    </a:lnTo>
                    <a:lnTo>
                      <a:pt x="211" y="230"/>
                    </a:lnTo>
                    <a:lnTo>
                      <a:pt x="211" y="228"/>
                    </a:lnTo>
                    <a:lnTo>
                      <a:pt x="209" y="228"/>
                    </a:lnTo>
                    <a:lnTo>
                      <a:pt x="209" y="228"/>
                    </a:lnTo>
                    <a:lnTo>
                      <a:pt x="209" y="228"/>
                    </a:lnTo>
                    <a:lnTo>
                      <a:pt x="209" y="228"/>
                    </a:lnTo>
                    <a:lnTo>
                      <a:pt x="209" y="225"/>
                    </a:lnTo>
                    <a:lnTo>
                      <a:pt x="206" y="225"/>
                    </a:lnTo>
                    <a:lnTo>
                      <a:pt x="206" y="225"/>
                    </a:lnTo>
                    <a:lnTo>
                      <a:pt x="204" y="225"/>
                    </a:lnTo>
                    <a:lnTo>
                      <a:pt x="204" y="228"/>
                    </a:lnTo>
                    <a:lnTo>
                      <a:pt x="204" y="228"/>
                    </a:lnTo>
                    <a:lnTo>
                      <a:pt x="204" y="228"/>
                    </a:lnTo>
                    <a:lnTo>
                      <a:pt x="204" y="228"/>
                    </a:lnTo>
                    <a:lnTo>
                      <a:pt x="202" y="228"/>
                    </a:lnTo>
                    <a:lnTo>
                      <a:pt x="202" y="230"/>
                    </a:lnTo>
                    <a:lnTo>
                      <a:pt x="202" y="230"/>
                    </a:lnTo>
                    <a:lnTo>
                      <a:pt x="199" y="230"/>
                    </a:lnTo>
                    <a:lnTo>
                      <a:pt x="199" y="230"/>
                    </a:lnTo>
                    <a:lnTo>
                      <a:pt x="199" y="230"/>
                    </a:lnTo>
                    <a:lnTo>
                      <a:pt x="199" y="230"/>
                    </a:lnTo>
                    <a:lnTo>
                      <a:pt x="199" y="230"/>
                    </a:lnTo>
                    <a:lnTo>
                      <a:pt x="199" y="232"/>
                    </a:lnTo>
                    <a:lnTo>
                      <a:pt x="199" y="232"/>
                    </a:lnTo>
                    <a:lnTo>
                      <a:pt x="197" y="232"/>
                    </a:lnTo>
                    <a:lnTo>
                      <a:pt x="197" y="235"/>
                    </a:lnTo>
                    <a:lnTo>
                      <a:pt x="197" y="235"/>
                    </a:lnTo>
                    <a:lnTo>
                      <a:pt x="197" y="235"/>
                    </a:lnTo>
                    <a:lnTo>
                      <a:pt x="197" y="237"/>
                    </a:lnTo>
                    <a:lnTo>
                      <a:pt x="197" y="237"/>
                    </a:lnTo>
                    <a:lnTo>
                      <a:pt x="197" y="237"/>
                    </a:lnTo>
                    <a:lnTo>
                      <a:pt x="197" y="239"/>
                    </a:lnTo>
                    <a:lnTo>
                      <a:pt x="195" y="239"/>
                    </a:lnTo>
                    <a:lnTo>
                      <a:pt x="195" y="239"/>
                    </a:lnTo>
                    <a:lnTo>
                      <a:pt x="195" y="239"/>
                    </a:lnTo>
                    <a:lnTo>
                      <a:pt x="195" y="239"/>
                    </a:lnTo>
                    <a:lnTo>
                      <a:pt x="192" y="239"/>
                    </a:lnTo>
                    <a:lnTo>
                      <a:pt x="192" y="242"/>
                    </a:lnTo>
                    <a:lnTo>
                      <a:pt x="192" y="242"/>
                    </a:lnTo>
                    <a:lnTo>
                      <a:pt x="192" y="242"/>
                    </a:lnTo>
                    <a:lnTo>
                      <a:pt x="192" y="242"/>
                    </a:lnTo>
                    <a:lnTo>
                      <a:pt x="192" y="244"/>
                    </a:lnTo>
                    <a:lnTo>
                      <a:pt x="190" y="244"/>
                    </a:lnTo>
                    <a:lnTo>
                      <a:pt x="190" y="244"/>
                    </a:lnTo>
                    <a:lnTo>
                      <a:pt x="190" y="244"/>
                    </a:lnTo>
                    <a:lnTo>
                      <a:pt x="190" y="247"/>
                    </a:lnTo>
                    <a:lnTo>
                      <a:pt x="190" y="247"/>
                    </a:lnTo>
                    <a:lnTo>
                      <a:pt x="187" y="247"/>
                    </a:lnTo>
                    <a:lnTo>
                      <a:pt x="187" y="247"/>
                    </a:lnTo>
                    <a:lnTo>
                      <a:pt x="187" y="247"/>
                    </a:lnTo>
                    <a:lnTo>
                      <a:pt x="187" y="249"/>
                    </a:lnTo>
                    <a:lnTo>
                      <a:pt x="187" y="249"/>
                    </a:lnTo>
                    <a:lnTo>
                      <a:pt x="185" y="249"/>
                    </a:lnTo>
                    <a:lnTo>
                      <a:pt x="185" y="249"/>
                    </a:lnTo>
                    <a:lnTo>
                      <a:pt x="185" y="251"/>
                    </a:lnTo>
                    <a:lnTo>
                      <a:pt x="185" y="251"/>
                    </a:lnTo>
                    <a:lnTo>
                      <a:pt x="185" y="251"/>
                    </a:lnTo>
                    <a:lnTo>
                      <a:pt x="185" y="254"/>
                    </a:lnTo>
                    <a:lnTo>
                      <a:pt x="185" y="254"/>
                    </a:lnTo>
                    <a:lnTo>
                      <a:pt x="185" y="256"/>
                    </a:lnTo>
                    <a:lnTo>
                      <a:pt x="185" y="256"/>
                    </a:lnTo>
                    <a:lnTo>
                      <a:pt x="185" y="258"/>
                    </a:lnTo>
                    <a:lnTo>
                      <a:pt x="185" y="258"/>
                    </a:lnTo>
                    <a:lnTo>
                      <a:pt x="185" y="258"/>
                    </a:lnTo>
                    <a:lnTo>
                      <a:pt x="185" y="258"/>
                    </a:lnTo>
                    <a:lnTo>
                      <a:pt x="187" y="258"/>
                    </a:lnTo>
                    <a:lnTo>
                      <a:pt x="187" y="258"/>
                    </a:lnTo>
                    <a:lnTo>
                      <a:pt x="187" y="261"/>
                    </a:lnTo>
                    <a:lnTo>
                      <a:pt x="190" y="261"/>
                    </a:lnTo>
                    <a:lnTo>
                      <a:pt x="190" y="261"/>
                    </a:lnTo>
                    <a:lnTo>
                      <a:pt x="190" y="261"/>
                    </a:lnTo>
                    <a:lnTo>
                      <a:pt x="190" y="261"/>
                    </a:lnTo>
                    <a:lnTo>
                      <a:pt x="192" y="261"/>
                    </a:lnTo>
                    <a:lnTo>
                      <a:pt x="192" y="263"/>
                    </a:lnTo>
                    <a:lnTo>
                      <a:pt x="192" y="263"/>
                    </a:lnTo>
                    <a:lnTo>
                      <a:pt x="192" y="263"/>
                    </a:lnTo>
                    <a:lnTo>
                      <a:pt x="195" y="263"/>
                    </a:lnTo>
                    <a:lnTo>
                      <a:pt x="195" y="263"/>
                    </a:lnTo>
                    <a:lnTo>
                      <a:pt x="197" y="263"/>
                    </a:lnTo>
                    <a:lnTo>
                      <a:pt x="197" y="263"/>
                    </a:lnTo>
                    <a:lnTo>
                      <a:pt x="197" y="263"/>
                    </a:lnTo>
                    <a:lnTo>
                      <a:pt x="199" y="263"/>
                    </a:lnTo>
                    <a:lnTo>
                      <a:pt x="199" y="263"/>
                    </a:lnTo>
                    <a:lnTo>
                      <a:pt x="199" y="263"/>
                    </a:lnTo>
                    <a:lnTo>
                      <a:pt x="199" y="265"/>
                    </a:lnTo>
                    <a:lnTo>
                      <a:pt x="199" y="265"/>
                    </a:lnTo>
                    <a:lnTo>
                      <a:pt x="199" y="268"/>
                    </a:lnTo>
                    <a:lnTo>
                      <a:pt x="199" y="268"/>
                    </a:lnTo>
                    <a:lnTo>
                      <a:pt x="199" y="270"/>
                    </a:lnTo>
                    <a:lnTo>
                      <a:pt x="199" y="270"/>
                    </a:lnTo>
                    <a:lnTo>
                      <a:pt x="199" y="270"/>
                    </a:lnTo>
                    <a:lnTo>
                      <a:pt x="199" y="273"/>
                    </a:lnTo>
                    <a:lnTo>
                      <a:pt x="199" y="273"/>
                    </a:lnTo>
                    <a:lnTo>
                      <a:pt x="199" y="273"/>
                    </a:lnTo>
                    <a:lnTo>
                      <a:pt x="199" y="275"/>
                    </a:lnTo>
                    <a:lnTo>
                      <a:pt x="197" y="275"/>
                    </a:lnTo>
                    <a:lnTo>
                      <a:pt x="197" y="275"/>
                    </a:lnTo>
                    <a:lnTo>
                      <a:pt x="197" y="277"/>
                    </a:lnTo>
                    <a:lnTo>
                      <a:pt x="197" y="277"/>
                    </a:lnTo>
                    <a:lnTo>
                      <a:pt x="197" y="280"/>
                    </a:lnTo>
                    <a:lnTo>
                      <a:pt x="197" y="280"/>
                    </a:lnTo>
                    <a:lnTo>
                      <a:pt x="199" y="280"/>
                    </a:lnTo>
                    <a:lnTo>
                      <a:pt x="199" y="280"/>
                    </a:lnTo>
                    <a:lnTo>
                      <a:pt x="199" y="280"/>
                    </a:lnTo>
                    <a:lnTo>
                      <a:pt x="199" y="282"/>
                    </a:lnTo>
                    <a:lnTo>
                      <a:pt x="199" y="282"/>
                    </a:lnTo>
                    <a:lnTo>
                      <a:pt x="199" y="282"/>
                    </a:lnTo>
                    <a:lnTo>
                      <a:pt x="202" y="282"/>
                    </a:lnTo>
                    <a:lnTo>
                      <a:pt x="202" y="284"/>
                    </a:lnTo>
                    <a:lnTo>
                      <a:pt x="202" y="284"/>
                    </a:lnTo>
                    <a:lnTo>
                      <a:pt x="202" y="284"/>
                    </a:lnTo>
                    <a:lnTo>
                      <a:pt x="204" y="284"/>
                    </a:lnTo>
                    <a:lnTo>
                      <a:pt x="204" y="284"/>
                    </a:lnTo>
                    <a:lnTo>
                      <a:pt x="204" y="287"/>
                    </a:lnTo>
                    <a:lnTo>
                      <a:pt x="204" y="287"/>
                    </a:lnTo>
                    <a:lnTo>
                      <a:pt x="206" y="287"/>
                    </a:lnTo>
                    <a:lnTo>
                      <a:pt x="206" y="284"/>
                    </a:lnTo>
                    <a:lnTo>
                      <a:pt x="206" y="284"/>
                    </a:lnTo>
                    <a:lnTo>
                      <a:pt x="209" y="284"/>
                    </a:lnTo>
                    <a:lnTo>
                      <a:pt x="209" y="284"/>
                    </a:lnTo>
                    <a:lnTo>
                      <a:pt x="209" y="284"/>
                    </a:lnTo>
                    <a:lnTo>
                      <a:pt x="211" y="284"/>
                    </a:lnTo>
                    <a:lnTo>
                      <a:pt x="211" y="287"/>
                    </a:lnTo>
                    <a:lnTo>
                      <a:pt x="211" y="287"/>
                    </a:lnTo>
                    <a:lnTo>
                      <a:pt x="211" y="289"/>
                    </a:lnTo>
                    <a:lnTo>
                      <a:pt x="211" y="289"/>
                    </a:lnTo>
                    <a:lnTo>
                      <a:pt x="211" y="289"/>
                    </a:lnTo>
                    <a:lnTo>
                      <a:pt x="211" y="292"/>
                    </a:lnTo>
                    <a:lnTo>
                      <a:pt x="211" y="292"/>
                    </a:lnTo>
                    <a:lnTo>
                      <a:pt x="211" y="294"/>
                    </a:lnTo>
                    <a:lnTo>
                      <a:pt x="211" y="294"/>
                    </a:lnTo>
                    <a:lnTo>
                      <a:pt x="211" y="294"/>
                    </a:lnTo>
                    <a:lnTo>
                      <a:pt x="211" y="294"/>
                    </a:lnTo>
                    <a:lnTo>
                      <a:pt x="211" y="296"/>
                    </a:lnTo>
                    <a:lnTo>
                      <a:pt x="211" y="296"/>
                    </a:lnTo>
                    <a:lnTo>
                      <a:pt x="214" y="296"/>
                    </a:lnTo>
                    <a:lnTo>
                      <a:pt x="214" y="299"/>
                    </a:lnTo>
                    <a:lnTo>
                      <a:pt x="214" y="299"/>
                    </a:lnTo>
                    <a:lnTo>
                      <a:pt x="214" y="299"/>
                    </a:lnTo>
                    <a:lnTo>
                      <a:pt x="216" y="299"/>
                    </a:lnTo>
                    <a:lnTo>
                      <a:pt x="216" y="299"/>
                    </a:lnTo>
                    <a:lnTo>
                      <a:pt x="216" y="301"/>
                    </a:lnTo>
                    <a:lnTo>
                      <a:pt x="216" y="301"/>
                    </a:lnTo>
                    <a:lnTo>
                      <a:pt x="216" y="301"/>
                    </a:lnTo>
                    <a:lnTo>
                      <a:pt x="216" y="303"/>
                    </a:lnTo>
                    <a:lnTo>
                      <a:pt x="216" y="303"/>
                    </a:lnTo>
                    <a:lnTo>
                      <a:pt x="216" y="303"/>
                    </a:lnTo>
                    <a:lnTo>
                      <a:pt x="216" y="306"/>
                    </a:lnTo>
                    <a:lnTo>
                      <a:pt x="216" y="306"/>
                    </a:lnTo>
                    <a:lnTo>
                      <a:pt x="218" y="306"/>
                    </a:lnTo>
                    <a:lnTo>
                      <a:pt x="218" y="308"/>
                    </a:lnTo>
                    <a:lnTo>
                      <a:pt x="218" y="308"/>
                    </a:lnTo>
                    <a:lnTo>
                      <a:pt x="218" y="308"/>
                    </a:lnTo>
                    <a:lnTo>
                      <a:pt x="218" y="308"/>
                    </a:lnTo>
                    <a:lnTo>
                      <a:pt x="218" y="311"/>
                    </a:lnTo>
                    <a:lnTo>
                      <a:pt x="218" y="311"/>
                    </a:lnTo>
                    <a:lnTo>
                      <a:pt x="218" y="311"/>
                    </a:lnTo>
                    <a:lnTo>
                      <a:pt x="218" y="313"/>
                    </a:lnTo>
                    <a:lnTo>
                      <a:pt x="218" y="313"/>
                    </a:lnTo>
                    <a:lnTo>
                      <a:pt x="218" y="313"/>
                    </a:lnTo>
                    <a:lnTo>
                      <a:pt x="218" y="313"/>
                    </a:lnTo>
                    <a:lnTo>
                      <a:pt x="218" y="315"/>
                    </a:lnTo>
                    <a:lnTo>
                      <a:pt x="218" y="315"/>
                    </a:lnTo>
                    <a:lnTo>
                      <a:pt x="218" y="318"/>
                    </a:lnTo>
                    <a:lnTo>
                      <a:pt x="218" y="318"/>
                    </a:lnTo>
                    <a:lnTo>
                      <a:pt x="218" y="318"/>
                    </a:lnTo>
                    <a:lnTo>
                      <a:pt x="221" y="318"/>
                    </a:lnTo>
                    <a:lnTo>
                      <a:pt x="221" y="318"/>
                    </a:lnTo>
                    <a:lnTo>
                      <a:pt x="221" y="318"/>
                    </a:lnTo>
                    <a:lnTo>
                      <a:pt x="218" y="318"/>
                    </a:lnTo>
                    <a:lnTo>
                      <a:pt x="218" y="320"/>
                    </a:lnTo>
                    <a:lnTo>
                      <a:pt x="218" y="320"/>
                    </a:lnTo>
                    <a:lnTo>
                      <a:pt x="218" y="320"/>
                    </a:lnTo>
                    <a:lnTo>
                      <a:pt x="216" y="320"/>
                    </a:lnTo>
                    <a:lnTo>
                      <a:pt x="216" y="320"/>
                    </a:lnTo>
                    <a:lnTo>
                      <a:pt x="216" y="320"/>
                    </a:lnTo>
                    <a:lnTo>
                      <a:pt x="216" y="322"/>
                    </a:lnTo>
                    <a:lnTo>
                      <a:pt x="216" y="322"/>
                    </a:lnTo>
                    <a:lnTo>
                      <a:pt x="216" y="322"/>
                    </a:lnTo>
                    <a:lnTo>
                      <a:pt x="214" y="322"/>
                    </a:lnTo>
                    <a:lnTo>
                      <a:pt x="214" y="322"/>
                    </a:lnTo>
                    <a:lnTo>
                      <a:pt x="211" y="322"/>
                    </a:lnTo>
                    <a:lnTo>
                      <a:pt x="211" y="322"/>
                    </a:lnTo>
                    <a:lnTo>
                      <a:pt x="211" y="322"/>
                    </a:lnTo>
                    <a:lnTo>
                      <a:pt x="209" y="322"/>
                    </a:lnTo>
                    <a:lnTo>
                      <a:pt x="209" y="322"/>
                    </a:lnTo>
                    <a:lnTo>
                      <a:pt x="209" y="322"/>
                    </a:lnTo>
                    <a:lnTo>
                      <a:pt x="209" y="322"/>
                    </a:lnTo>
                    <a:lnTo>
                      <a:pt x="209" y="320"/>
                    </a:lnTo>
                    <a:lnTo>
                      <a:pt x="209" y="320"/>
                    </a:lnTo>
                    <a:lnTo>
                      <a:pt x="209" y="318"/>
                    </a:lnTo>
                    <a:lnTo>
                      <a:pt x="206" y="318"/>
                    </a:lnTo>
                    <a:lnTo>
                      <a:pt x="206" y="318"/>
                    </a:lnTo>
                    <a:lnTo>
                      <a:pt x="204" y="318"/>
                    </a:lnTo>
                    <a:lnTo>
                      <a:pt x="204" y="320"/>
                    </a:lnTo>
                    <a:lnTo>
                      <a:pt x="204" y="320"/>
                    </a:lnTo>
                    <a:lnTo>
                      <a:pt x="204" y="320"/>
                    </a:lnTo>
                    <a:lnTo>
                      <a:pt x="202" y="320"/>
                    </a:lnTo>
                    <a:lnTo>
                      <a:pt x="202" y="320"/>
                    </a:lnTo>
                    <a:lnTo>
                      <a:pt x="202" y="320"/>
                    </a:lnTo>
                    <a:lnTo>
                      <a:pt x="199" y="320"/>
                    </a:lnTo>
                    <a:lnTo>
                      <a:pt x="199" y="320"/>
                    </a:lnTo>
                    <a:lnTo>
                      <a:pt x="199" y="320"/>
                    </a:lnTo>
                    <a:lnTo>
                      <a:pt x="197" y="320"/>
                    </a:lnTo>
                    <a:lnTo>
                      <a:pt x="197" y="322"/>
                    </a:lnTo>
                    <a:lnTo>
                      <a:pt x="197" y="322"/>
                    </a:lnTo>
                    <a:lnTo>
                      <a:pt x="197" y="325"/>
                    </a:lnTo>
                    <a:lnTo>
                      <a:pt x="197" y="325"/>
                    </a:lnTo>
                    <a:lnTo>
                      <a:pt x="197" y="325"/>
                    </a:lnTo>
                    <a:lnTo>
                      <a:pt x="195" y="325"/>
                    </a:lnTo>
                    <a:lnTo>
                      <a:pt x="195" y="325"/>
                    </a:lnTo>
                    <a:lnTo>
                      <a:pt x="192" y="325"/>
                    </a:lnTo>
                    <a:lnTo>
                      <a:pt x="192" y="325"/>
                    </a:lnTo>
                    <a:lnTo>
                      <a:pt x="192" y="325"/>
                    </a:lnTo>
                    <a:lnTo>
                      <a:pt x="190" y="325"/>
                    </a:lnTo>
                    <a:lnTo>
                      <a:pt x="190" y="325"/>
                    </a:lnTo>
                    <a:lnTo>
                      <a:pt x="190" y="325"/>
                    </a:lnTo>
                    <a:lnTo>
                      <a:pt x="190" y="322"/>
                    </a:lnTo>
                    <a:lnTo>
                      <a:pt x="187" y="322"/>
                    </a:lnTo>
                    <a:lnTo>
                      <a:pt x="187" y="322"/>
                    </a:lnTo>
                    <a:lnTo>
                      <a:pt x="187" y="322"/>
                    </a:lnTo>
                    <a:lnTo>
                      <a:pt x="185" y="322"/>
                    </a:lnTo>
                    <a:lnTo>
                      <a:pt x="185" y="322"/>
                    </a:lnTo>
                    <a:lnTo>
                      <a:pt x="185" y="322"/>
                    </a:lnTo>
                    <a:lnTo>
                      <a:pt x="185" y="320"/>
                    </a:lnTo>
                    <a:lnTo>
                      <a:pt x="183" y="320"/>
                    </a:lnTo>
                    <a:lnTo>
                      <a:pt x="183" y="322"/>
                    </a:lnTo>
                    <a:lnTo>
                      <a:pt x="183" y="322"/>
                    </a:lnTo>
                    <a:lnTo>
                      <a:pt x="183" y="322"/>
                    </a:lnTo>
                    <a:lnTo>
                      <a:pt x="180" y="322"/>
                    </a:lnTo>
                    <a:lnTo>
                      <a:pt x="180" y="322"/>
                    </a:lnTo>
                    <a:lnTo>
                      <a:pt x="178" y="322"/>
                    </a:lnTo>
                    <a:lnTo>
                      <a:pt x="178" y="322"/>
                    </a:lnTo>
                    <a:lnTo>
                      <a:pt x="178" y="322"/>
                    </a:lnTo>
                    <a:lnTo>
                      <a:pt x="176" y="322"/>
                    </a:lnTo>
                    <a:lnTo>
                      <a:pt x="176" y="322"/>
                    </a:lnTo>
                    <a:lnTo>
                      <a:pt x="176" y="322"/>
                    </a:lnTo>
                    <a:lnTo>
                      <a:pt x="173" y="322"/>
                    </a:lnTo>
                    <a:lnTo>
                      <a:pt x="173" y="320"/>
                    </a:lnTo>
                    <a:lnTo>
                      <a:pt x="173" y="320"/>
                    </a:lnTo>
                    <a:lnTo>
                      <a:pt x="173" y="322"/>
                    </a:lnTo>
                    <a:lnTo>
                      <a:pt x="171" y="322"/>
                    </a:lnTo>
                    <a:lnTo>
                      <a:pt x="171" y="322"/>
                    </a:lnTo>
                    <a:lnTo>
                      <a:pt x="171" y="322"/>
                    </a:lnTo>
                    <a:lnTo>
                      <a:pt x="171" y="322"/>
                    </a:lnTo>
                    <a:lnTo>
                      <a:pt x="171" y="320"/>
                    </a:lnTo>
                    <a:lnTo>
                      <a:pt x="171" y="320"/>
                    </a:lnTo>
                    <a:lnTo>
                      <a:pt x="169" y="320"/>
                    </a:lnTo>
                    <a:lnTo>
                      <a:pt x="169" y="322"/>
                    </a:lnTo>
                    <a:lnTo>
                      <a:pt x="169" y="322"/>
                    </a:lnTo>
                    <a:lnTo>
                      <a:pt x="169" y="325"/>
                    </a:lnTo>
                    <a:lnTo>
                      <a:pt x="169" y="325"/>
                    </a:lnTo>
                    <a:lnTo>
                      <a:pt x="169" y="325"/>
                    </a:lnTo>
                    <a:lnTo>
                      <a:pt x="169" y="325"/>
                    </a:lnTo>
                    <a:lnTo>
                      <a:pt x="169" y="325"/>
                    </a:lnTo>
                    <a:lnTo>
                      <a:pt x="169" y="325"/>
                    </a:lnTo>
                    <a:lnTo>
                      <a:pt x="169" y="327"/>
                    </a:lnTo>
                    <a:lnTo>
                      <a:pt x="166" y="327"/>
                    </a:lnTo>
                    <a:lnTo>
                      <a:pt x="166" y="327"/>
                    </a:lnTo>
                    <a:lnTo>
                      <a:pt x="166" y="327"/>
                    </a:lnTo>
                    <a:lnTo>
                      <a:pt x="164" y="327"/>
                    </a:lnTo>
                    <a:lnTo>
                      <a:pt x="164" y="327"/>
                    </a:lnTo>
                    <a:lnTo>
                      <a:pt x="164" y="327"/>
                    </a:lnTo>
                    <a:lnTo>
                      <a:pt x="164" y="327"/>
                    </a:lnTo>
                    <a:lnTo>
                      <a:pt x="164" y="325"/>
                    </a:lnTo>
                    <a:lnTo>
                      <a:pt x="161" y="325"/>
                    </a:lnTo>
                    <a:lnTo>
                      <a:pt x="161" y="325"/>
                    </a:lnTo>
                    <a:lnTo>
                      <a:pt x="161" y="327"/>
                    </a:lnTo>
                    <a:lnTo>
                      <a:pt x="159" y="327"/>
                    </a:lnTo>
                    <a:lnTo>
                      <a:pt x="159" y="327"/>
                    </a:lnTo>
                    <a:lnTo>
                      <a:pt x="161" y="327"/>
                    </a:lnTo>
                    <a:lnTo>
                      <a:pt x="161" y="327"/>
                    </a:lnTo>
                    <a:lnTo>
                      <a:pt x="161" y="329"/>
                    </a:lnTo>
                    <a:lnTo>
                      <a:pt x="164" y="329"/>
                    </a:lnTo>
                    <a:lnTo>
                      <a:pt x="164" y="329"/>
                    </a:lnTo>
                    <a:lnTo>
                      <a:pt x="164" y="329"/>
                    </a:lnTo>
                    <a:lnTo>
                      <a:pt x="164" y="329"/>
                    </a:lnTo>
                    <a:lnTo>
                      <a:pt x="164" y="329"/>
                    </a:lnTo>
                    <a:lnTo>
                      <a:pt x="164" y="329"/>
                    </a:lnTo>
                    <a:lnTo>
                      <a:pt x="161" y="329"/>
                    </a:lnTo>
                    <a:lnTo>
                      <a:pt x="161" y="329"/>
                    </a:lnTo>
                    <a:lnTo>
                      <a:pt x="159" y="329"/>
                    </a:lnTo>
                    <a:lnTo>
                      <a:pt x="159" y="329"/>
                    </a:lnTo>
                    <a:lnTo>
                      <a:pt x="159" y="329"/>
                    </a:lnTo>
                    <a:lnTo>
                      <a:pt x="159" y="329"/>
                    </a:lnTo>
                    <a:lnTo>
                      <a:pt x="157" y="329"/>
                    </a:lnTo>
                    <a:lnTo>
                      <a:pt x="157" y="332"/>
                    </a:lnTo>
                    <a:lnTo>
                      <a:pt x="157" y="332"/>
                    </a:lnTo>
                    <a:lnTo>
                      <a:pt x="157" y="332"/>
                    </a:lnTo>
                    <a:lnTo>
                      <a:pt x="157" y="332"/>
                    </a:lnTo>
                    <a:lnTo>
                      <a:pt x="157" y="334"/>
                    </a:lnTo>
                    <a:lnTo>
                      <a:pt x="157" y="334"/>
                    </a:lnTo>
                    <a:lnTo>
                      <a:pt x="157" y="334"/>
                    </a:lnTo>
                    <a:lnTo>
                      <a:pt x="157" y="337"/>
                    </a:lnTo>
                    <a:lnTo>
                      <a:pt x="157" y="337"/>
                    </a:lnTo>
                    <a:lnTo>
                      <a:pt x="157" y="337"/>
                    </a:lnTo>
                    <a:lnTo>
                      <a:pt x="154" y="337"/>
                    </a:lnTo>
                    <a:lnTo>
                      <a:pt x="154" y="337"/>
                    </a:lnTo>
                    <a:lnTo>
                      <a:pt x="152" y="337"/>
                    </a:lnTo>
                    <a:lnTo>
                      <a:pt x="152" y="337"/>
                    </a:lnTo>
                    <a:lnTo>
                      <a:pt x="152" y="334"/>
                    </a:lnTo>
                    <a:lnTo>
                      <a:pt x="152" y="334"/>
                    </a:lnTo>
                    <a:lnTo>
                      <a:pt x="152" y="334"/>
                    </a:lnTo>
                    <a:lnTo>
                      <a:pt x="152" y="334"/>
                    </a:lnTo>
                    <a:lnTo>
                      <a:pt x="152" y="332"/>
                    </a:lnTo>
                    <a:lnTo>
                      <a:pt x="150" y="332"/>
                    </a:lnTo>
                    <a:lnTo>
                      <a:pt x="150" y="334"/>
                    </a:lnTo>
                    <a:lnTo>
                      <a:pt x="150" y="334"/>
                    </a:lnTo>
                    <a:lnTo>
                      <a:pt x="150" y="334"/>
                    </a:lnTo>
                    <a:lnTo>
                      <a:pt x="147" y="334"/>
                    </a:lnTo>
                    <a:lnTo>
                      <a:pt x="147" y="334"/>
                    </a:lnTo>
                    <a:lnTo>
                      <a:pt x="145" y="334"/>
                    </a:lnTo>
                    <a:lnTo>
                      <a:pt x="145" y="334"/>
                    </a:lnTo>
                    <a:lnTo>
                      <a:pt x="145" y="332"/>
                    </a:lnTo>
                    <a:lnTo>
                      <a:pt x="145" y="332"/>
                    </a:lnTo>
                    <a:lnTo>
                      <a:pt x="143" y="332"/>
                    </a:lnTo>
                    <a:lnTo>
                      <a:pt x="143" y="332"/>
                    </a:lnTo>
                    <a:lnTo>
                      <a:pt x="143" y="332"/>
                    </a:lnTo>
                    <a:lnTo>
                      <a:pt x="143" y="332"/>
                    </a:lnTo>
                    <a:lnTo>
                      <a:pt x="143" y="329"/>
                    </a:lnTo>
                    <a:lnTo>
                      <a:pt x="140" y="329"/>
                    </a:lnTo>
                    <a:lnTo>
                      <a:pt x="140" y="329"/>
                    </a:lnTo>
                    <a:lnTo>
                      <a:pt x="140" y="329"/>
                    </a:lnTo>
                    <a:lnTo>
                      <a:pt x="140" y="329"/>
                    </a:lnTo>
                    <a:lnTo>
                      <a:pt x="140" y="327"/>
                    </a:lnTo>
                    <a:lnTo>
                      <a:pt x="140" y="327"/>
                    </a:lnTo>
                    <a:lnTo>
                      <a:pt x="138" y="327"/>
                    </a:lnTo>
                    <a:lnTo>
                      <a:pt x="138" y="325"/>
                    </a:lnTo>
                    <a:lnTo>
                      <a:pt x="138" y="325"/>
                    </a:lnTo>
                    <a:lnTo>
                      <a:pt x="138" y="322"/>
                    </a:lnTo>
                    <a:lnTo>
                      <a:pt x="138" y="322"/>
                    </a:lnTo>
                    <a:lnTo>
                      <a:pt x="138" y="322"/>
                    </a:lnTo>
                    <a:lnTo>
                      <a:pt x="138" y="320"/>
                    </a:lnTo>
                    <a:lnTo>
                      <a:pt x="138" y="320"/>
                    </a:lnTo>
                    <a:lnTo>
                      <a:pt x="138" y="318"/>
                    </a:lnTo>
                    <a:lnTo>
                      <a:pt x="138" y="318"/>
                    </a:lnTo>
                    <a:lnTo>
                      <a:pt x="138" y="318"/>
                    </a:lnTo>
                    <a:lnTo>
                      <a:pt x="138" y="318"/>
                    </a:lnTo>
                    <a:lnTo>
                      <a:pt x="138" y="315"/>
                    </a:lnTo>
                    <a:lnTo>
                      <a:pt x="135" y="315"/>
                    </a:lnTo>
                    <a:lnTo>
                      <a:pt x="135" y="315"/>
                    </a:lnTo>
                    <a:lnTo>
                      <a:pt x="135" y="313"/>
                    </a:lnTo>
                    <a:lnTo>
                      <a:pt x="135" y="313"/>
                    </a:lnTo>
                    <a:lnTo>
                      <a:pt x="135" y="313"/>
                    </a:lnTo>
                    <a:lnTo>
                      <a:pt x="135" y="311"/>
                    </a:lnTo>
                    <a:lnTo>
                      <a:pt x="135" y="311"/>
                    </a:lnTo>
                    <a:lnTo>
                      <a:pt x="133" y="311"/>
                    </a:lnTo>
                    <a:lnTo>
                      <a:pt x="133" y="311"/>
                    </a:lnTo>
                    <a:lnTo>
                      <a:pt x="133" y="308"/>
                    </a:lnTo>
                    <a:lnTo>
                      <a:pt x="133" y="308"/>
                    </a:lnTo>
                    <a:lnTo>
                      <a:pt x="131" y="308"/>
                    </a:lnTo>
                    <a:lnTo>
                      <a:pt x="131" y="308"/>
                    </a:lnTo>
                    <a:lnTo>
                      <a:pt x="131" y="308"/>
                    </a:lnTo>
                    <a:lnTo>
                      <a:pt x="131" y="308"/>
                    </a:lnTo>
                    <a:lnTo>
                      <a:pt x="128" y="308"/>
                    </a:lnTo>
                    <a:lnTo>
                      <a:pt x="128" y="308"/>
                    </a:lnTo>
                    <a:lnTo>
                      <a:pt x="128" y="308"/>
                    </a:lnTo>
                    <a:lnTo>
                      <a:pt x="126" y="308"/>
                    </a:lnTo>
                    <a:lnTo>
                      <a:pt x="126" y="308"/>
                    </a:lnTo>
                    <a:lnTo>
                      <a:pt x="126" y="308"/>
                    </a:lnTo>
                    <a:lnTo>
                      <a:pt x="126" y="308"/>
                    </a:lnTo>
                    <a:lnTo>
                      <a:pt x="124" y="308"/>
                    </a:lnTo>
                    <a:lnTo>
                      <a:pt x="124" y="308"/>
                    </a:lnTo>
                    <a:lnTo>
                      <a:pt x="124" y="308"/>
                    </a:lnTo>
                    <a:lnTo>
                      <a:pt x="124" y="306"/>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92"/>
              <p:cNvSpPr>
                <a:spLocks/>
              </p:cNvSpPr>
              <p:nvPr/>
            </p:nvSpPr>
            <p:spPr bwMode="auto">
              <a:xfrm>
                <a:off x="2137" y="1817"/>
                <a:ext cx="311" cy="337"/>
              </a:xfrm>
              <a:custGeom>
                <a:avLst/>
                <a:gdLst/>
                <a:ahLst/>
                <a:cxnLst>
                  <a:cxn ang="0">
                    <a:pos x="114" y="292"/>
                  </a:cxn>
                  <a:cxn ang="0">
                    <a:pos x="93" y="296"/>
                  </a:cxn>
                  <a:cxn ang="0">
                    <a:pos x="74" y="296"/>
                  </a:cxn>
                  <a:cxn ang="0">
                    <a:pos x="55" y="299"/>
                  </a:cxn>
                  <a:cxn ang="0">
                    <a:pos x="34" y="299"/>
                  </a:cxn>
                  <a:cxn ang="0">
                    <a:pos x="17" y="303"/>
                  </a:cxn>
                  <a:cxn ang="0">
                    <a:pos x="19" y="277"/>
                  </a:cxn>
                  <a:cxn ang="0">
                    <a:pos x="34" y="263"/>
                  </a:cxn>
                  <a:cxn ang="0">
                    <a:pos x="50" y="254"/>
                  </a:cxn>
                  <a:cxn ang="0">
                    <a:pos x="43" y="239"/>
                  </a:cxn>
                  <a:cxn ang="0">
                    <a:pos x="36" y="218"/>
                  </a:cxn>
                  <a:cxn ang="0">
                    <a:pos x="17" y="206"/>
                  </a:cxn>
                  <a:cxn ang="0">
                    <a:pos x="5" y="187"/>
                  </a:cxn>
                  <a:cxn ang="0">
                    <a:pos x="15" y="185"/>
                  </a:cxn>
                  <a:cxn ang="0">
                    <a:pos x="36" y="192"/>
                  </a:cxn>
                  <a:cxn ang="0">
                    <a:pos x="60" y="190"/>
                  </a:cxn>
                  <a:cxn ang="0">
                    <a:pos x="81" y="187"/>
                  </a:cxn>
                  <a:cxn ang="0">
                    <a:pos x="105" y="183"/>
                  </a:cxn>
                  <a:cxn ang="0">
                    <a:pos x="116" y="171"/>
                  </a:cxn>
                  <a:cxn ang="0">
                    <a:pos x="124" y="147"/>
                  </a:cxn>
                  <a:cxn ang="0">
                    <a:pos x="145" y="142"/>
                  </a:cxn>
                  <a:cxn ang="0">
                    <a:pos x="154" y="133"/>
                  </a:cxn>
                  <a:cxn ang="0">
                    <a:pos x="171" y="135"/>
                  </a:cxn>
                  <a:cxn ang="0">
                    <a:pos x="180" y="119"/>
                  </a:cxn>
                  <a:cxn ang="0">
                    <a:pos x="187" y="97"/>
                  </a:cxn>
                  <a:cxn ang="0">
                    <a:pos x="202" y="88"/>
                  </a:cxn>
                  <a:cxn ang="0">
                    <a:pos x="197" y="74"/>
                  </a:cxn>
                  <a:cxn ang="0">
                    <a:pos x="221" y="71"/>
                  </a:cxn>
                  <a:cxn ang="0">
                    <a:pos x="225" y="52"/>
                  </a:cxn>
                  <a:cxn ang="0">
                    <a:pos x="230" y="36"/>
                  </a:cxn>
                  <a:cxn ang="0">
                    <a:pos x="225" y="19"/>
                  </a:cxn>
                  <a:cxn ang="0">
                    <a:pos x="240" y="10"/>
                  </a:cxn>
                  <a:cxn ang="0">
                    <a:pos x="258" y="2"/>
                  </a:cxn>
                  <a:cxn ang="0">
                    <a:pos x="277" y="2"/>
                  </a:cxn>
                  <a:cxn ang="0">
                    <a:pos x="263" y="10"/>
                  </a:cxn>
                  <a:cxn ang="0">
                    <a:pos x="251" y="26"/>
                  </a:cxn>
                  <a:cxn ang="0">
                    <a:pos x="268" y="33"/>
                  </a:cxn>
                  <a:cxn ang="0">
                    <a:pos x="282" y="45"/>
                  </a:cxn>
                  <a:cxn ang="0">
                    <a:pos x="270" y="62"/>
                  </a:cxn>
                  <a:cxn ang="0">
                    <a:pos x="275" y="88"/>
                  </a:cxn>
                  <a:cxn ang="0">
                    <a:pos x="285" y="102"/>
                  </a:cxn>
                  <a:cxn ang="0">
                    <a:pos x="296" y="111"/>
                  </a:cxn>
                  <a:cxn ang="0">
                    <a:pos x="311" y="121"/>
                  </a:cxn>
                  <a:cxn ang="0">
                    <a:pos x="294" y="133"/>
                  </a:cxn>
                  <a:cxn ang="0">
                    <a:pos x="292" y="152"/>
                  </a:cxn>
                  <a:cxn ang="0">
                    <a:pos x="282" y="171"/>
                  </a:cxn>
                  <a:cxn ang="0">
                    <a:pos x="266" y="185"/>
                  </a:cxn>
                  <a:cxn ang="0">
                    <a:pos x="254" y="204"/>
                  </a:cxn>
                  <a:cxn ang="0">
                    <a:pos x="242" y="220"/>
                  </a:cxn>
                  <a:cxn ang="0">
                    <a:pos x="223" y="230"/>
                  </a:cxn>
                  <a:cxn ang="0">
                    <a:pos x="204" y="228"/>
                  </a:cxn>
                  <a:cxn ang="0">
                    <a:pos x="192" y="244"/>
                  </a:cxn>
                  <a:cxn ang="0">
                    <a:pos x="192" y="261"/>
                  </a:cxn>
                  <a:cxn ang="0">
                    <a:pos x="199" y="280"/>
                  </a:cxn>
                  <a:cxn ang="0">
                    <a:pos x="211" y="296"/>
                  </a:cxn>
                  <a:cxn ang="0">
                    <a:pos x="218" y="318"/>
                  </a:cxn>
                  <a:cxn ang="0">
                    <a:pos x="204" y="320"/>
                  </a:cxn>
                  <a:cxn ang="0">
                    <a:pos x="183" y="322"/>
                  </a:cxn>
                  <a:cxn ang="0">
                    <a:pos x="166" y="327"/>
                  </a:cxn>
                  <a:cxn ang="0">
                    <a:pos x="157" y="332"/>
                  </a:cxn>
                  <a:cxn ang="0">
                    <a:pos x="140" y="329"/>
                  </a:cxn>
                  <a:cxn ang="0">
                    <a:pos x="131" y="308"/>
                  </a:cxn>
                </a:cxnLst>
                <a:rect l="0" t="0" r="r" b="b"/>
                <a:pathLst>
                  <a:path w="311" h="337">
                    <a:moveTo>
                      <a:pt x="124" y="306"/>
                    </a:moveTo>
                    <a:lnTo>
                      <a:pt x="124" y="306"/>
                    </a:lnTo>
                    <a:lnTo>
                      <a:pt x="124" y="306"/>
                    </a:lnTo>
                    <a:lnTo>
                      <a:pt x="124" y="303"/>
                    </a:lnTo>
                    <a:lnTo>
                      <a:pt x="124" y="303"/>
                    </a:lnTo>
                    <a:lnTo>
                      <a:pt x="124" y="301"/>
                    </a:lnTo>
                    <a:lnTo>
                      <a:pt x="124" y="301"/>
                    </a:lnTo>
                    <a:lnTo>
                      <a:pt x="124" y="299"/>
                    </a:lnTo>
                    <a:lnTo>
                      <a:pt x="126" y="299"/>
                    </a:lnTo>
                    <a:lnTo>
                      <a:pt x="126" y="299"/>
                    </a:lnTo>
                    <a:lnTo>
                      <a:pt x="126" y="299"/>
                    </a:lnTo>
                    <a:lnTo>
                      <a:pt x="124" y="299"/>
                    </a:lnTo>
                    <a:lnTo>
                      <a:pt x="124" y="296"/>
                    </a:lnTo>
                    <a:lnTo>
                      <a:pt x="124" y="296"/>
                    </a:lnTo>
                    <a:lnTo>
                      <a:pt x="124" y="296"/>
                    </a:lnTo>
                    <a:lnTo>
                      <a:pt x="124" y="296"/>
                    </a:lnTo>
                    <a:lnTo>
                      <a:pt x="124" y="294"/>
                    </a:lnTo>
                    <a:lnTo>
                      <a:pt x="121" y="294"/>
                    </a:lnTo>
                    <a:lnTo>
                      <a:pt x="121" y="294"/>
                    </a:lnTo>
                    <a:lnTo>
                      <a:pt x="121" y="294"/>
                    </a:lnTo>
                    <a:lnTo>
                      <a:pt x="119" y="294"/>
                    </a:lnTo>
                    <a:lnTo>
                      <a:pt x="119" y="292"/>
                    </a:lnTo>
                    <a:lnTo>
                      <a:pt x="119" y="292"/>
                    </a:lnTo>
                    <a:lnTo>
                      <a:pt x="119" y="292"/>
                    </a:lnTo>
                    <a:lnTo>
                      <a:pt x="116" y="292"/>
                    </a:lnTo>
                    <a:lnTo>
                      <a:pt x="116" y="292"/>
                    </a:lnTo>
                    <a:lnTo>
                      <a:pt x="116" y="292"/>
                    </a:lnTo>
                    <a:lnTo>
                      <a:pt x="116" y="292"/>
                    </a:lnTo>
                    <a:lnTo>
                      <a:pt x="114" y="292"/>
                    </a:lnTo>
                    <a:lnTo>
                      <a:pt x="114" y="292"/>
                    </a:lnTo>
                    <a:lnTo>
                      <a:pt x="114" y="292"/>
                    </a:lnTo>
                    <a:lnTo>
                      <a:pt x="112" y="292"/>
                    </a:lnTo>
                    <a:lnTo>
                      <a:pt x="112" y="292"/>
                    </a:lnTo>
                    <a:lnTo>
                      <a:pt x="112" y="292"/>
                    </a:lnTo>
                    <a:lnTo>
                      <a:pt x="109" y="292"/>
                    </a:lnTo>
                    <a:lnTo>
                      <a:pt x="109" y="294"/>
                    </a:lnTo>
                    <a:lnTo>
                      <a:pt x="109" y="294"/>
                    </a:lnTo>
                    <a:lnTo>
                      <a:pt x="109" y="294"/>
                    </a:lnTo>
                    <a:lnTo>
                      <a:pt x="107" y="294"/>
                    </a:lnTo>
                    <a:lnTo>
                      <a:pt x="107" y="292"/>
                    </a:lnTo>
                    <a:lnTo>
                      <a:pt x="107" y="292"/>
                    </a:lnTo>
                    <a:lnTo>
                      <a:pt x="107" y="294"/>
                    </a:lnTo>
                    <a:lnTo>
                      <a:pt x="105" y="294"/>
                    </a:lnTo>
                    <a:lnTo>
                      <a:pt x="105" y="294"/>
                    </a:lnTo>
                    <a:lnTo>
                      <a:pt x="105" y="294"/>
                    </a:lnTo>
                    <a:lnTo>
                      <a:pt x="105" y="294"/>
                    </a:lnTo>
                    <a:lnTo>
                      <a:pt x="102" y="294"/>
                    </a:lnTo>
                    <a:lnTo>
                      <a:pt x="102" y="294"/>
                    </a:lnTo>
                    <a:lnTo>
                      <a:pt x="102" y="294"/>
                    </a:lnTo>
                    <a:lnTo>
                      <a:pt x="100" y="294"/>
                    </a:lnTo>
                    <a:lnTo>
                      <a:pt x="100" y="294"/>
                    </a:lnTo>
                    <a:lnTo>
                      <a:pt x="98" y="294"/>
                    </a:lnTo>
                    <a:lnTo>
                      <a:pt x="98" y="294"/>
                    </a:lnTo>
                    <a:lnTo>
                      <a:pt x="98" y="294"/>
                    </a:lnTo>
                    <a:lnTo>
                      <a:pt x="98" y="294"/>
                    </a:lnTo>
                    <a:lnTo>
                      <a:pt x="95" y="294"/>
                    </a:lnTo>
                    <a:lnTo>
                      <a:pt x="95" y="294"/>
                    </a:lnTo>
                    <a:lnTo>
                      <a:pt x="93" y="294"/>
                    </a:lnTo>
                    <a:lnTo>
                      <a:pt x="93" y="294"/>
                    </a:lnTo>
                    <a:lnTo>
                      <a:pt x="93" y="296"/>
                    </a:lnTo>
                    <a:lnTo>
                      <a:pt x="93" y="296"/>
                    </a:lnTo>
                    <a:lnTo>
                      <a:pt x="93" y="296"/>
                    </a:lnTo>
                    <a:lnTo>
                      <a:pt x="90" y="296"/>
                    </a:lnTo>
                    <a:lnTo>
                      <a:pt x="90" y="296"/>
                    </a:lnTo>
                    <a:lnTo>
                      <a:pt x="90" y="296"/>
                    </a:lnTo>
                    <a:lnTo>
                      <a:pt x="88" y="296"/>
                    </a:lnTo>
                    <a:lnTo>
                      <a:pt x="88" y="296"/>
                    </a:lnTo>
                    <a:lnTo>
                      <a:pt x="86" y="296"/>
                    </a:lnTo>
                    <a:lnTo>
                      <a:pt x="86" y="296"/>
                    </a:lnTo>
                    <a:lnTo>
                      <a:pt x="86" y="296"/>
                    </a:lnTo>
                    <a:lnTo>
                      <a:pt x="83" y="296"/>
                    </a:lnTo>
                    <a:lnTo>
                      <a:pt x="83" y="296"/>
                    </a:lnTo>
                    <a:lnTo>
                      <a:pt x="83" y="296"/>
                    </a:lnTo>
                    <a:lnTo>
                      <a:pt x="83" y="296"/>
                    </a:lnTo>
                    <a:lnTo>
                      <a:pt x="81" y="296"/>
                    </a:lnTo>
                    <a:lnTo>
                      <a:pt x="81" y="299"/>
                    </a:lnTo>
                    <a:lnTo>
                      <a:pt x="83" y="299"/>
                    </a:lnTo>
                    <a:lnTo>
                      <a:pt x="83" y="299"/>
                    </a:lnTo>
                    <a:lnTo>
                      <a:pt x="83" y="299"/>
                    </a:lnTo>
                    <a:lnTo>
                      <a:pt x="81" y="299"/>
                    </a:lnTo>
                    <a:lnTo>
                      <a:pt x="81" y="299"/>
                    </a:lnTo>
                    <a:lnTo>
                      <a:pt x="79" y="299"/>
                    </a:lnTo>
                    <a:lnTo>
                      <a:pt x="79" y="299"/>
                    </a:lnTo>
                    <a:lnTo>
                      <a:pt x="79" y="299"/>
                    </a:lnTo>
                    <a:lnTo>
                      <a:pt x="79" y="299"/>
                    </a:lnTo>
                    <a:lnTo>
                      <a:pt x="79" y="296"/>
                    </a:lnTo>
                    <a:lnTo>
                      <a:pt x="79" y="296"/>
                    </a:lnTo>
                    <a:lnTo>
                      <a:pt x="79" y="299"/>
                    </a:lnTo>
                    <a:lnTo>
                      <a:pt x="76" y="299"/>
                    </a:lnTo>
                    <a:lnTo>
                      <a:pt x="76" y="299"/>
                    </a:lnTo>
                    <a:lnTo>
                      <a:pt x="76" y="299"/>
                    </a:lnTo>
                    <a:lnTo>
                      <a:pt x="76" y="296"/>
                    </a:lnTo>
                    <a:lnTo>
                      <a:pt x="74" y="296"/>
                    </a:lnTo>
                    <a:lnTo>
                      <a:pt x="74" y="296"/>
                    </a:lnTo>
                    <a:lnTo>
                      <a:pt x="74" y="296"/>
                    </a:lnTo>
                    <a:lnTo>
                      <a:pt x="72" y="296"/>
                    </a:lnTo>
                    <a:lnTo>
                      <a:pt x="72" y="296"/>
                    </a:lnTo>
                    <a:lnTo>
                      <a:pt x="72" y="296"/>
                    </a:lnTo>
                    <a:lnTo>
                      <a:pt x="69" y="296"/>
                    </a:lnTo>
                    <a:lnTo>
                      <a:pt x="69" y="296"/>
                    </a:lnTo>
                    <a:lnTo>
                      <a:pt x="69" y="296"/>
                    </a:lnTo>
                    <a:lnTo>
                      <a:pt x="69" y="294"/>
                    </a:lnTo>
                    <a:lnTo>
                      <a:pt x="67" y="294"/>
                    </a:lnTo>
                    <a:lnTo>
                      <a:pt x="67" y="294"/>
                    </a:lnTo>
                    <a:lnTo>
                      <a:pt x="64" y="294"/>
                    </a:lnTo>
                    <a:lnTo>
                      <a:pt x="64" y="294"/>
                    </a:lnTo>
                    <a:lnTo>
                      <a:pt x="64" y="294"/>
                    </a:lnTo>
                    <a:lnTo>
                      <a:pt x="62" y="294"/>
                    </a:lnTo>
                    <a:lnTo>
                      <a:pt x="62" y="294"/>
                    </a:lnTo>
                    <a:lnTo>
                      <a:pt x="62" y="294"/>
                    </a:lnTo>
                    <a:lnTo>
                      <a:pt x="62" y="294"/>
                    </a:lnTo>
                    <a:lnTo>
                      <a:pt x="60" y="294"/>
                    </a:lnTo>
                    <a:lnTo>
                      <a:pt x="60" y="294"/>
                    </a:lnTo>
                    <a:lnTo>
                      <a:pt x="60" y="294"/>
                    </a:lnTo>
                    <a:lnTo>
                      <a:pt x="57" y="294"/>
                    </a:lnTo>
                    <a:lnTo>
                      <a:pt x="57" y="294"/>
                    </a:lnTo>
                    <a:lnTo>
                      <a:pt x="57" y="296"/>
                    </a:lnTo>
                    <a:lnTo>
                      <a:pt x="57" y="296"/>
                    </a:lnTo>
                    <a:lnTo>
                      <a:pt x="57" y="296"/>
                    </a:lnTo>
                    <a:lnTo>
                      <a:pt x="57" y="296"/>
                    </a:lnTo>
                    <a:lnTo>
                      <a:pt x="57" y="299"/>
                    </a:lnTo>
                    <a:lnTo>
                      <a:pt x="57" y="299"/>
                    </a:lnTo>
                    <a:lnTo>
                      <a:pt x="57" y="299"/>
                    </a:lnTo>
                    <a:lnTo>
                      <a:pt x="55" y="299"/>
                    </a:lnTo>
                    <a:lnTo>
                      <a:pt x="55" y="299"/>
                    </a:lnTo>
                    <a:lnTo>
                      <a:pt x="55" y="299"/>
                    </a:lnTo>
                    <a:lnTo>
                      <a:pt x="53" y="299"/>
                    </a:lnTo>
                    <a:lnTo>
                      <a:pt x="53" y="299"/>
                    </a:lnTo>
                    <a:lnTo>
                      <a:pt x="53" y="299"/>
                    </a:lnTo>
                    <a:lnTo>
                      <a:pt x="50" y="299"/>
                    </a:lnTo>
                    <a:lnTo>
                      <a:pt x="50" y="299"/>
                    </a:lnTo>
                    <a:lnTo>
                      <a:pt x="50" y="299"/>
                    </a:lnTo>
                    <a:lnTo>
                      <a:pt x="50" y="296"/>
                    </a:lnTo>
                    <a:lnTo>
                      <a:pt x="48" y="296"/>
                    </a:lnTo>
                    <a:lnTo>
                      <a:pt x="48" y="299"/>
                    </a:lnTo>
                    <a:lnTo>
                      <a:pt x="48" y="299"/>
                    </a:lnTo>
                    <a:lnTo>
                      <a:pt x="45" y="299"/>
                    </a:lnTo>
                    <a:lnTo>
                      <a:pt x="45" y="299"/>
                    </a:lnTo>
                    <a:lnTo>
                      <a:pt x="45" y="299"/>
                    </a:lnTo>
                    <a:lnTo>
                      <a:pt x="43" y="299"/>
                    </a:lnTo>
                    <a:lnTo>
                      <a:pt x="43" y="299"/>
                    </a:lnTo>
                    <a:lnTo>
                      <a:pt x="43" y="299"/>
                    </a:lnTo>
                    <a:lnTo>
                      <a:pt x="41" y="299"/>
                    </a:lnTo>
                    <a:lnTo>
                      <a:pt x="41" y="299"/>
                    </a:lnTo>
                    <a:lnTo>
                      <a:pt x="41" y="296"/>
                    </a:lnTo>
                    <a:lnTo>
                      <a:pt x="38" y="296"/>
                    </a:lnTo>
                    <a:lnTo>
                      <a:pt x="38" y="296"/>
                    </a:lnTo>
                    <a:lnTo>
                      <a:pt x="38" y="296"/>
                    </a:lnTo>
                    <a:lnTo>
                      <a:pt x="36" y="296"/>
                    </a:lnTo>
                    <a:lnTo>
                      <a:pt x="36" y="296"/>
                    </a:lnTo>
                    <a:lnTo>
                      <a:pt x="36" y="296"/>
                    </a:lnTo>
                    <a:lnTo>
                      <a:pt x="36" y="299"/>
                    </a:lnTo>
                    <a:lnTo>
                      <a:pt x="34" y="299"/>
                    </a:lnTo>
                    <a:lnTo>
                      <a:pt x="34" y="299"/>
                    </a:lnTo>
                    <a:lnTo>
                      <a:pt x="34" y="299"/>
                    </a:lnTo>
                    <a:lnTo>
                      <a:pt x="31" y="299"/>
                    </a:lnTo>
                    <a:lnTo>
                      <a:pt x="31" y="299"/>
                    </a:lnTo>
                    <a:lnTo>
                      <a:pt x="34" y="299"/>
                    </a:lnTo>
                    <a:lnTo>
                      <a:pt x="34" y="301"/>
                    </a:lnTo>
                    <a:lnTo>
                      <a:pt x="31" y="301"/>
                    </a:lnTo>
                    <a:lnTo>
                      <a:pt x="31" y="301"/>
                    </a:lnTo>
                    <a:lnTo>
                      <a:pt x="31" y="301"/>
                    </a:lnTo>
                    <a:lnTo>
                      <a:pt x="29" y="301"/>
                    </a:lnTo>
                    <a:lnTo>
                      <a:pt x="29" y="299"/>
                    </a:lnTo>
                    <a:lnTo>
                      <a:pt x="31" y="299"/>
                    </a:lnTo>
                    <a:lnTo>
                      <a:pt x="31" y="299"/>
                    </a:lnTo>
                    <a:lnTo>
                      <a:pt x="29" y="299"/>
                    </a:lnTo>
                    <a:lnTo>
                      <a:pt x="29" y="299"/>
                    </a:lnTo>
                    <a:lnTo>
                      <a:pt x="29" y="299"/>
                    </a:lnTo>
                    <a:lnTo>
                      <a:pt x="29" y="299"/>
                    </a:lnTo>
                    <a:lnTo>
                      <a:pt x="29" y="299"/>
                    </a:lnTo>
                    <a:lnTo>
                      <a:pt x="27" y="299"/>
                    </a:lnTo>
                    <a:lnTo>
                      <a:pt x="27" y="299"/>
                    </a:lnTo>
                    <a:lnTo>
                      <a:pt x="27" y="301"/>
                    </a:lnTo>
                    <a:lnTo>
                      <a:pt x="27" y="301"/>
                    </a:lnTo>
                    <a:lnTo>
                      <a:pt x="24" y="301"/>
                    </a:lnTo>
                    <a:lnTo>
                      <a:pt x="24" y="301"/>
                    </a:lnTo>
                    <a:lnTo>
                      <a:pt x="24" y="301"/>
                    </a:lnTo>
                    <a:lnTo>
                      <a:pt x="22" y="301"/>
                    </a:lnTo>
                    <a:lnTo>
                      <a:pt x="22" y="301"/>
                    </a:lnTo>
                    <a:lnTo>
                      <a:pt x="22" y="301"/>
                    </a:lnTo>
                    <a:lnTo>
                      <a:pt x="22" y="303"/>
                    </a:lnTo>
                    <a:lnTo>
                      <a:pt x="19" y="303"/>
                    </a:lnTo>
                    <a:lnTo>
                      <a:pt x="19" y="303"/>
                    </a:lnTo>
                    <a:lnTo>
                      <a:pt x="19" y="303"/>
                    </a:lnTo>
                    <a:lnTo>
                      <a:pt x="17" y="303"/>
                    </a:lnTo>
                    <a:lnTo>
                      <a:pt x="17" y="301"/>
                    </a:lnTo>
                    <a:lnTo>
                      <a:pt x="17" y="301"/>
                    </a:lnTo>
                    <a:lnTo>
                      <a:pt x="17" y="299"/>
                    </a:lnTo>
                    <a:lnTo>
                      <a:pt x="17" y="299"/>
                    </a:lnTo>
                    <a:lnTo>
                      <a:pt x="17" y="299"/>
                    </a:lnTo>
                    <a:lnTo>
                      <a:pt x="17" y="299"/>
                    </a:lnTo>
                    <a:lnTo>
                      <a:pt x="17" y="299"/>
                    </a:lnTo>
                    <a:lnTo>
                      <a:pt x="17" y="296"/>
                    </a:lnTo>
                    <a:lnTo>
                      <a:pt x="17" y="296"/>
                    </a:lnTo>
                    <a:lnTo>
                      <a:pt x="17" y="296"/>
                    </a:lnTo>
                    <a:lnTo>
                      <a:pt x="17" y="294"/>
                    </a:lnTo>
                    <a:lnTo>
                      <a:pt x="17" y="294"/>
                    </a:lnTo>
                    <a:lnTo>
                      <a:pt x="17" y="292"/>
                    </a:lnTo>
                    <a:lnTo>
                      <a:pt x="17" y="292"/>
                    </a:lnTo>
                    <a:lnTo>
                      <a:pt x="17" y="289"/>
                    </a:lnTo>
                    <a:lnTo>
                      <a:pt x="17" y="289"/>
                    </a:lnTo>
                    <a:lnTo>
                      <a:pt x="17" y="289"/>
                    </a:lnTo>
                    <a:lnTo>
                      <a:pt x="17" y="287"/>
                    </a:lnTo>
                    <a:lnTo>
                      <a:pt x="17" y="287"/>
                    </a:lnTo>
                    <a:lnTo>
                      <a:pt x="17" y="287"/>
                    </a:lnTo>
                    <a:lnTo>
                      <a:pt x="17" y="284"/>
                    </a:lnTo>
                    <a:lnTo>
                      <a:pt x="17" y="284"/>
                    </a:lnTo>
                    <a:lnTo>
                      <a:pt x="17" y="282"/>
                    </a:lnTo>
                    <a:lnTo>
                      <a:pt x="19" y="282"/>
                    </a:lnTo>
                    <a:lnTo>
                      <a:pt x="19" y="282"/>
                    </a:lnTo>
                    <a:lnTo>
                      <a:pt x="19" y="282"/>
                    </a:lnTo>
                    <a:lnTo>
                      <a:pt x="19" y="280"/>
                    </a:lnTo>
                    <a:lnTo>
                      <a:pt x="19" y="280"/>
                    </a:lnTo>
                    <a:lnTo>
                      <a:pt x="19" y="280"/>
                    </a:lnTo>
                    <a:lnTo>
                      <a:pt x="19" y="277"/>
                    </a:lnTo>
                    <a:lnTo>
                      <a:pt x="19" y="277"/>
                    </a:lnTo>
                    <a:lnTo>
                      <a:pt x="19" y="277"/>
                    </a:lnTo>
                    <a:lnTo>
                      <a:pt x="19" y="275"/>
                    </a:lnTo>
                    <a:lnTo>
                      <a:pt x="19" y="275"/>
                    </a:lnTo>
                    <a:lnTo>
                      <a:pt x="19" y="273"/>
                    </a:lnTo>
                    <a:lnTo>
                      <a:pt x="19" y="273"/>
                    </a:lnTo>
                    <a:lnTo>
                      <a:pt x="19" y="270"/>
                    </a:lnTo>
                    <a:lnTo>
                      <a:pt x="22" y="270"/>
                    </a:lnTo>
                    <a:lnTo>
                      <a:pt x="22" y="270"/>
                    </a:lnTo>
                    <a:lnTo>
                      <a:pt x="24" y="270"/>
                    </a:lnTo>
                    <a:lnTo>
                      <a:pt x="24" y="270"/>
                    </a:lnTo>
                    <a:lnTo>
                      <a:pt x="24" y="270"/>
                    </a:lnTo>
                    <a:lnTo>
                      <a:pt x="24" y="270"/>
                    </a:lnTo>
                    <a:lnTo>
                      <a:pt x="24" y="270"/>
                    </a:lnTo>
                    <a:lnTo>
                      <a:pt x="27" y="270"/>
                    </a:lnTo>
                    <a:lnTo>
                      <a:pt x="27" y="270"/>
                    </a:lnTo>
                    <a:lnTo>
                      <a:pt x="27" y="268"/>
                    </a:lnTo>
                    <a:lnTo>
                      <a:pt x="29" y="268"/>
                    </a:lnTo>
                    <a:lnTo>
                      <a:pt x="29" y="268"/>
                    </a:lnTo>
                    <a:lnTo>
                      <a:pt x="29" y="268"/>
                    </a:lnTo>
                    <a:lnTo>
                      <a:pt x="31" y="268"/>
                    </a:lnTo>
                    <a:lnTo>
                      <a:pt x="31" y="268"/>
                    </a:lnTo>
                    <a:lnTo>
                      <a:pt x="29" y="268"/>
                    </a:lnTo>
                    <a:lnTo>
                      <a:pt x="29" y="265"/>
                    </a:lnTo>
                    <a:lnTo>
                      <a:pt x="31" y="265"/>
                    </a:lnTo>
                    <a:lnTo>
                      <a:pt x="31" y="265"/>
                    </a:lnTo>
                    <a:lnTo>
                      <a:pt x="31" y="263"/>
                    </a:lnTo>
                    <a:lnTo>
                      <a:pt x="31" y="263"/>
                    </a:lnTo>
                    <a:lnTo>
                      <a:pt x="31" y="263"/>
                    </a:lnTo>
                    <a:lnTo>
                      <a:pt x="34" y="263"/>
                    </a:lnTo>
                    <a:lnTo>
                      <a:pt x="34" y="263"/>
                    </a:lnTo>
                    <a:lnTo>
                      <a:pt x="34" y="263"/>
                    </a:lnTo>
                    <a:lnTo>
                      <a:pt x="36" y="263"/>
                    </a:lnTo>
                    <a:lnTo>
                      <a:pt x="36" y="263"/>
                    </a:lnTo>
                    <a:lnTo>
                      <a:pt x="36" y="263"/>
                    </a:lnTo>
                    <a:lnTo>
                      <a:pt x="38" y="263"/>
                    </a:lnTo>
                    <a:lnTo>
                      <a:pt x="38" y="261"/>
                    </a:lnTo>
                    <a:lnTo>
                      <a:pt x="38" y="261"/>
                    </a:lnTo>
                    <a:lnTo>
                      <a:pt x="38" y="261"/>
                    </a:lnTo>
                    <a:lnTo>
                      <a:pt x="41" y="261"/>
                    </a:lnTo>
                    <a:lnTo>
                      <a:pt x="41" y="261"/>
                    </a:lnTo>
                    <a:lnTo>
                      <a:pt x="41" y="261"/>
                    </a:lnTo>
                    <a:lnTo>
                      <a:pt x="43" y="261"/>
                    </a:lnTo>
                    <a:lnTo>
                      <a:pt x="43" y="261"/>
                    </a:lnTo>
                    <a:lnTo>
                      <a:pt x="43" y="261"/>
                    </a:lnTo>
                    <a:lnTo>
                      <a:pt x="45" y="261"/>
                    </a:lnTo>
                    <a:lnTo>
                      <a:pt x="45" y="261"/>
                    </a:lnTo>
                    <a:lnTo>
                      <a:pt x="45" y="261"/>
                    </a:lnTo>
                    <a:lnTo>
                      <a:pt x="45" y="261"/>
                    </a:lnTo>
                    <a:lnTo>
                      <a:pt x="48" y="261"/>
                    </a:lnTo>
                    <a:lnTo>
                      <a:pt x="48" y="261"/>
                    </a:lnTo>
                    <a:lnTo>
                      <a:pt x="50" y="261"/>
                    </a:lnTo>
                    <a:lnTo>
                      <a:pt x="50" y="261"/>
                    </a:lnTo>
                    <a:lnTo>
                      <a:pt x="50" y="258"/>
                    </a:lnTo>
                    <a:lnTo>
                      <a:pt x="50" y="258"/>
                    </a:lnTo>
                    <a:lnTo>
                      <a:pt x="50" y="258"/>
                    </a:lnTo>
                    <a:lnTo>
                      <a:pt x="50" y="258"/>
                    </a:lnTo>
                    <a:lnTo>
                      <a:pt x="50" y="256"/>
                    </a:lnTo>
                    <a:lnTo>
                      <a:pt x="50" y="256"/>
                    </a:lnTo>
                    <a:lnTo>
                      <a:pt x="50" y="256"/>
                    </a:lnTo>
                    <a:lnTo>
                      <a:pt x="53" y="256"/>
                    </a:lnTo>
                    <a:lnTo>
                      <a:pt x="53" y="254"/>
                    </a:lnTo>
                    <a:lnTo>
                      <a:pt x="50" y="254"/>
                    </a:lnTo>
                    <a:lnTo>
                      <a:pt x="50" y="254"/>
                    </a:lnTo>
                    <a:lnTo>
                      <a:pt x="50" y="251"/>
                    </a:lnTo>
                    <a:lnTo>
                      <a:pt x="50" y="251"/>
                    </a:lnTo>
                    <a:lnTo>
                      <a:pt x="50" y="249"/>
                    </a:lnTo>
                    <a:lnTo>
                      <a:pt x="53" y="249"/>
                    </a:lnTo>
                    <a:lnTo>
                      <a:pt x="53" y="249"/>
                    </a:lnTo>
                    <a:lnTo>
                      <a:pt x="53" y="249"/>
                    </a:lnTo>
                    <a:lnTo>
                      <a:pt x="53" y="247"/>
                    </a:lnTo>
                    <a:lnTo>
                      <a:pt x="50" y="247"/>
                    </a:lnTo>
                    <a:lnTo>
                      <a:pt x="50" y="247"/>
                    </a:lnTo>
                    <a:lnTo>
                      <a:pt x="50" y="247"/>
                    </a:lnTo>
                    <a:lnTo>
                      <a:pt x="50" y="247"/>
                    </a:lnTo>
                    <a:lnTo>
                      <a:pt x="48" y="247"/>
                    </a:lnTo>
                    <a:lnTo>
                      <a:pt x="48" y="247"/>
                    </a:lnTo>
                    <a:lnTo>
                      <a:pt x="45" y="247"/>
                    </a:lnTo>
                    <a:lnTo>
                      <a:pt x="45" y="247"/>
                    </a:lnTo>
                    <a:lnTo>
                      <a:pt x="45" y="247"/>
                    </a:lnTo>
                    <a:lnTo>
                      <a:pt x="45" y="247"/>
                    </a:lnTo>
                    <a:lnTo>
                      <a:pt x="43" y="247"/>
                    </a:lnTo>
                    <a:lnTo>
                      <a:pt x="43" y="247"/>
                    </a:lnTo>
                    <a:lnTo>
                      <a:pt x="43" y="247"/>
                    </a:lnTo>
                    <a:lnTo>
                      <a:pt x="41" y="247"/>
                    </a:lnTo>
                    <a:lnTo>
                      <a:pt x="41" y="247"/>
                    </a:lnTo>
                    <a:lnTo>
                      <a:pt x="41" y="244"/>
                    </a:lnTo>
                    <a:lnTo>
                      <a:pt x="43" y="244"/>
                    </a:lnTo>
                    <a:lnTo>
                      <a:pt x="43" y="244"/>
                    </a:lnTo>
                    <a:lnTo>
                      <a:pt x="43" y="242"/>
                    </a:lnTo>
                    <a:lnTo>
                      <a:pt x="43" y="242"/>
                    </a:lnTo>
                    <a:lnTo>
                      <a:pt x="43" y="239"/>
                    </a:lnTo>
                    <a:lnTo>
                      <a:pt x="43" y="239"/>
                    </a:lnTo>
                    <a:lnTo>
                      <a:pt x="43" y="239"/>
                    </a:lnTo>
                    <a:lnTo>
                      <a:pt x="43" y="239"/>
                    </a:lnTo>
                    <a:lnTo>
                      <a:pt x="43" y="239"/>
                    </a:lnTo>
                    <a:lnTo>
                      <a:pt x="43" y="237"/>
                    </a:lnTo>
                    <a:lnTo>
                      <a:pt x="43" y="237"/>
                    </a:lnTo>
                    <a:lnTo>
                      <a:pt x="43" y="235"/>
                    </a:lnTo>
                    <a:lnTo>
                      <a:pt x="43" y="235"/>
                    </a:lnTo>
                    <a:lnTo>
                      <a:pt x="43" y="232"/>
                    </a:lnTo>
                    <a:lnTo>
                      <a:pt x="43" y="232"/>
                    </a:lnTo>
                    <a:lnTo>
                      <a:pt x="43" y="230"/>
                    </a:lnTo>
                    <a:lnTo>
                      <a:pt x="41" y="230"/>
                    </a:lnTo>
                    <a:lnTo>
                      <a:pt x="41" y="230"/>
                    </a:lnTo>
                    <a:lnTo>
                      <a:pt x="41" y="230"/>
                    </a:lnTo>
                    <a:lnTo>
                      <a:pt x="41" y="228"/>
                    </a:lnTo>
                    <a:lnTo>
                      <a:pt x="41" y="228"/>
                    </a:lnTo>
                    <a:lnTo>
                      <a:pt x="41" y="225"/>
                    </a:lnTo>
                    <a:lnTo>
                      <a:pt x="41" y="225"/>
                    </a:lnTo>
                    <a:lnTo>
                      <a:pt x="41" y="223"/>
                    </a:lnTo>
                    <a:lnTo>
                      <a:pt x="41" y="223"/>
                    </a:lnTo>
                    <a:lnTo>
                      <a:pt x="41" y="220"/>
                    </a:lnTo>
                    <a:lnTo>
                      <a:pt x="41" y="220"/>
                    </a:lnTo>
                    <a:lnTo>
                      <a:pt x="41" y="220"/>
                    </a:lnTo>
                    <a:lnTo>
                      <a:pt x="41" y="220"/>
                    </a:lnTo>
                    <a:lnTo>
                      <a:pt x="38" y="220"/>
                    </a:lnTo>
                    <a:lnTo>
                      <a:pt x="38" y="220"/>
                    </a:lnTo>
                    <a:lnTo>
                      <a:pt x="38" y="220"/>
                    </a:lnTo>
                    <a:lnTo>
                      <a:pt x="38" y="220"/>
                    </a:lnTo>
                    <a:lnTo>
                      <a:pt x="36" y="220"/>
                    </a:lnTo>
                    <a:lnTo>
                      <a:pt x="36" y="220"/>
                    </a:lnTo>
                    <a:lnTo>
                      <a:pt x="36" y="220"/>
                    </a:lnTo>
                    <a:lnTo>
                      <a:pt x="36" y="218"/>
                    </a:lnTo>
                    <a:lnTo>
                      <a:pt x="36" y="218"/>
                    </a:lnTo>
                    <a:lnTo>
                      <a:pt x="36" y="218"/>
                    </a:lnTo>
                    <a:lnTo>
                      <a:pt x="34" y="218"/>
                    </a:lnTo>
                    <a:lnTo>
                      <a:pt x="34" y="216"/>
                    </a:lnTo>
                    <a:lnTo>
                      <a:pt x="34" y="216"/>
                    </a:lnTo>
                    <a:lnTo>
                      <a:pt x="31" y="216"/>
                    </a:lnTo>
                    <a:lnTo>
                      <a:pt x="31" y="216"/>
                    </a:lnTo>
                    <a:lnTo>
                      <a:pt x="31" y="216"/>
                    </a:lnTo>
                    <a:lnTo>
                      <a:pt x="31" y="216"/>
                    </a:lnTo>
                    <a:lnTo>
                      <a:pt x="29" y="216"/>
                    </a:lnTo>
                    <a:lnTo>
                      <a:pt x="29" y="216"/>
                    </a:lnTo>
                    <a:lnTo>
                      <a:pt x="29" y="213"/>
                    </a:lnTo>
                    <a:lnTo>
                      <a:pt x="29" y="213"/>
                    </a:lnTo>
                    <a:lnTo>
                      <a:pt x="27" y="213"/>
                    </a:lnTo>
                    <a:lnTo>
                      <a:pt x="27" y="213"/>
                    </a:lnTo>
                    <a:lnTo>
                      <a:pt x="24" y="213"/>
                    </a:lnTo>
                    <a:lnTo>
                      <a:pt x="24" y="213"/>
                    </a:lnTo>
                    <a:lnTo>
                      <a:pt x="24" y="213"/>
                    </a:lnTo>
                    <a:lnTo>
                      <a:pt x="24" y="213"/>
                    </a:lnTo>
                    <a:lnTo>
                      <a:pt x="22" y="213"/>
                    </a:lnTo>
                    <a:lnTo>
                      <a:pt x="22" y="211"/>
                    </a:lnTo>
                    <a:lnTo>
                      <a:pt x="22" y="211"/>
                    </a:lnTo>
                    <a:lnTo>
                      <a:pt x="22" y="211"/>
                    </a:lnTo>
                    <a:lnTo>
                      <a:pt x="19" y="211"/>
                    </a:lnTo>
                    <a:lnTo>
                      <a:pt x="19" y="211"/>
                    </a:lnTo>
                    <a:lnTo>
                      <a:pt x="19" y="211"/>
                    </a:lnTo>
                    <a:lnTo>
                      <a:pt x="19" y="211"/>
                    </a:lnTo>
                    <a:lnTo>
                      <a:pt x="19" y="209"/>
                    </a:lnTo>
                    <a:lnTo>
                      <a:pt x="19" y="209"/>
                    </a:lnTo>
                    <a:lnTo>
                      <a:pt x="17" y="209"/>
                    </a:lnTo>
                    <a:lnTo>
                      <a:pt x="17" y="209"/>
                    </a:lnTo>
                    <a:lnTo>
                      <a:pt x="17" y="206"/>
                    </a:lnTo>
                    <a:lnTo>
                      <a:pt x="17" y="206"/>
                    </a:lnTo>
                    <a:lnTo>
                      <a:pt x="17" y="206"/>
                    </a:lnTo>
                    <a:lnTo>
                      <a:pt x="17" y="204"/>
                    </a:lnTo>
                    <a:lnTo>
                      <a:pt x="15" y="204"/>
                    </a:lnTo>
                    <a:lnTo>
                      <a:pt x="15" y="204"/>
                    </a:lnTo>
                    <a:lnTo>
                      <a:pt x="15" y="202"/>
                    </a:lnTo>
                    <a:lnTo>
                      <a:pt x="15" y="202"/>
                    </a:lnTo>
                    <a:lnTo>
                      <a:pt x="15" y="202"/>
                    </a:lnTo>
                    <a:lnTo>
                      <a:pt x="12" y="202"/>
                    </a:lnTo>
                    <a:lnTo>
                      <a:pt x="12" y="199"/>
                    </a:lnTo>
                    <a:lnTo>
                      <a:pt x="12" y="199"/>
                    </a:lnTo>
                    <a:lnTo>
                      <a:pt x="12" y="199"/>
                    </a:lnTo>
                    <a:lnTo>
                      <a:pt x="12" y="199"/>
                    </a:lnTo>
                    <a:lnTo>
                      <a:pt x="12" y="199"/>
                    </a:lnTo>
                    <a:lnTo>
                      <a:pt x="12" y="197"/>
                    </a:lnTo>
                    <a:lnTo>
                      <a:pt x="12" y="197"/>
                    </a:lnTo>
                    <a:lnTo>
                      <a:pt x="10" y="197"/>
                    </a:lnTo>
                    <a:lnTo>
                      <a:pt x="10" y="194"/>
                    </a:lnTo>
                    <a:lnTo>
                      <a:pt x="10" y="194"/>
                    </a:lnTo>
                    <a:lnTo>
                      <a:pt x="10" y="192"/>
                    </a:lnTo>
                    <a:lnTo>
                      <a:pt x="10" y="192"/>
                    </a:lnTo>
                    <a:lnTo>
                      <a:pt x="10" y="192"/>
                    </a:lnTo>
                    <a:lnTo>
                      <a:pt x="10" y="190"/>
                    </a:lnTo>
                    <a:lnTo>
                      <a:pt x="10" y="190"/>
                    </a:lnTo>
                    <a:lnTo>
                      <a:pt x="8" y="190"/>
                    </a:lnTo>
                    <a:lnTo>
                      <a:pt x="8" y="190"/>
                    </a:lnTo>
                    <a:lnTo>
                      <a:pt x="8" y="190"/>
                    </a:lnTo>
                    <a:lnTo>
                      <a:pt x="8" y="190"/>
                    </a:lnTo>
                    <a:lnTo>
                      <a:pt x="5" y="190"/>
                    </a:lnTo>
                    <a:lnTo>
                      <a:pt x="5" y="187"/>
                    </a:lnTo>
                    <a:lnTo>
                      <a:pt x="5" y="187"/>
                    </a:lnTo>
                    <a:lnTo>
                      <a:pt x="5" y="187"/>
                    </a:lnTo>
                    <a:lnTo>
                      <a:pt x="5" y="187"/>
                    </a:lnTo>
                    <a:lnTo>
                      <a:pt x="5" y="185"/>
                    </a:lnTo>
                    <a:lnTo>
                      <a:pt x="5" y="185"/>
                    </a:lnTo>
                    <a:lnTo>
                      <a:pt x="3" y="185"/>
                    </a:lnTo>
                    <a:lnTo>
                      <a:pt x="3" y="183"/>
                    </a:lnTo>
                    <a:lnTo>
                      <a:pt x="3" y="183"/>
                    </a:lnTo>
                    <a:lnTo>
                      <a:pt x="3" y="183"/>
                    </a:lnTo>
                    <a:lnTo>
                      <a:pt x="3" y="183"/>
                    </a:lnTo>
                    <a:lnTo>
                      <a:pt x="3" y="180"/>
                    </a:lnTo>
                    <a:lnTo>
                      <a:pt x="0" y="180"/>
                    </a:lnTo>
                    <a:lnTo>
                      <a:pt x="0" y="180"/>
                    </a:lnTo>
                    <a:lnTo>
                      <a:pt x="3" y="180"/>
                    </a:lnTo>
                    <a:lnTo>
                      <a:pt x="3" y="180"/>
                    </a:lnTo>
                    <a:lnTo>
                      <a:pt x="3" y="180"/>
                    </a:lnTo>
                    <a:lnTo>
                      <a:pt x="3" y="180"/>
                    </a:lnTo>
                    <a:lnTo>
                      <a:pt x="5" y="180"/>
                    </a:lnTo>
                    <a:lnTo>
                      <a:pt x="5" y="180"/>
                    </a:lnTo>
                    <a:lnTo>
                      <a:pt x="5" y="180"/>
                    </a:lnTo>
                    <a:lnTo>
                      <a:pt x="5" y="183"/>
                    </a:lnTo>
                    <a:lnTo>
                      <a:pt x="8" y="183"/>
                    </a:lnTo>
                    <a:lnTo>
                      <a:pt x="8" y="183"/>
                    </a:lnTo>
                    <a:lnTo>
                      <a:pt x="10" y="183"/>
                    </a:lnTo>
                    <a:lnTo>
                      <a:pt x="10" y="183"/>
                    </a:lnTo>
                    <a:lnTo>
                      <a:pt x="10" y="183"/>
                    </a:lnTo>
                    <a:lnTo>
                      <a:pt x="10" y="183"/>
                    </a:lnTo>
                    <a:lnTo>
                      <a:pt x="12" y="183"/>
                    </a:lnTo>
                    <a:lnTo>
                      <a:pt x="12" y="183"/>
                    </a:lnTo>
                    <a:lnTo>
                      <a:pt x="12" y="185"/>
                    </a:lnTo>
                    <a:lnTo>
                      <a:pt x="12" y="185"/>
                    </a:lnTo>
                    <a:lnTo>
                      <a:pt x="15" y="185"/>
                    </a:lnTo>
                    <a:lnTo>
                      <a:pt x="15" y="185"/>
                    </a:lnTo>
                    <a:lnTo>
                      <a:pt x="15" y="185"/>
                    </a:lnTo>
                    <a:lnTo>
                      <a:pt x="17" y="185"/>
                    </a:lnTo>
                    <a:lnTo>
                      <a:pt x="17" y="185"/>
                    </a:lnTo>
                    <a:lnTo>
                      <a:pt x="17" y="185"/>
                    </a:lnTo>
                    <a:lnTo>
                      <a:pt x="17" y="187"/>
                    </a:lnTo>
                    <a:lnTo>
                      <a:pt x="19" y="187"/>
                    </a:lnTo>
                    <a:lnTo>
                      <a:pt x="19" y="187"/>
                    </a:lnTo>
                    <a:lnTo>
                      <a:pt x="19" y="187"/>
                    </a:lnTo>
                    <a:lnTo>
                      <a:pt x="22" y="187"/>
                    </a:lnTo>
                    <a:lnTo>
                      <a:pt x="22" y="187"/>
                    </a:lnTo>
                    <a:lnTo>
                      <a:pt x="22" y="187"/>
                    </a:lnTo>
                    <a:lnTo>
                      <a:pt x="24" y="187"/>
                    </a:lnTo>
                    <a:lnTo>
                      <a:pt x="24" y="187"/>
                    </a:lnTo>
                    <a:lnTo>
                      <a:pt x="24" y="190"/>
                    </a:lnTo>
                    <a:lnTo>
                      <a:pt x="24" y="190"/>
                    </a:lnTo>
                    <a:lnTo>
                      <a:pt x="27" y="190"/>
                    </a:lnTo>
                    <a:lnTo>
                      <a:pt x="27" y="190"/>
                    </a:lnTo>
                    <a:lnTo>
                      <a:pt x="29" y="190"/>
                    </a:lnTo>
                    <a:lnTo>
                      <a:pt x="29" y="190"/>
                    </a:lnTo>
                    <a:lnTo>
                      <a:pt x="29" y="190"/>
                    </a:lnTo>
                    <a:lnTo>
                      <a:pt x="29" y="190"/>
                    </a:lnTo>
                    <a:lnTo>
                      <a:pt x="31" y="190"/>
                    </a:lnTo>
                    <a:lnTo>
                      <a:pt x="31" y="190"/>
                    </a:lnTo>
                    <a:lnTo>
                      <a:pt x="31" y="190"/>
                    </a:lnTo>
                    <a:lnTo>
                      <a:pt x="31" y="190"/>
                    </a:lnTo>
                    <a:lnTo>
                      <a:pt x="34" y="190"/>
                    </a:lnTo>
                    <a:lnTo>
                      <a:pt x="34" y="192"/>
                    </a:lnTo>
                    <a:lnTo>
                      <a:pt x="34" y="192"/>
                    </a:lnTo>
                    <a:lnTo>
                      <a:pt x="36" y="192"/>
                    </a:lnTo>
                    <a:lnTo>
                      <a:pt x="36" y="192"/>
                    </a:lnTo>
                    <a:lnTo>
                      <a:pt x="36" y="190"/>
                    </a:lnTo>
                    <a:lnTo>
                      <a:pt x="36" y="190"/>
                    </a:lnTo>
                    <a:lnTo>
                      <a:pt x="38" y="190"/>
                    </a:lnTo>
                    <a:lnTo>
                      <a:pt x="38" y="190"/>
                    </a:lnTo>
                    <a:lnTo>
                      <a:pt x="38" y="190"/>
                    </a:lnTo>
                    <a:lnTo>
                      <a:pt x="41" y="190"/>
                    </a:lnTo>
                    <a:lnTo>
                      <a:pt x="41" y="190"/>
                    </a:lnTo>
                    <a:lnTo>
                      <a:pt x="43" y="190"/>
                    </a:lnTo>
                    <a:lnTo>
                      <a:pt x="43" y="190"/>
                    </a:lnTo>
                    <a:lnTo>
                      <a:pt x="43" y="190"/>
                    </a:lnTo>
                    <a:lnTo>
                      <a:pt x="45" y="190"/>
                    </a:lnTo>
                    <a:lnTo>
                      <a:pt x="45" y="190"/>
                    </a:lnTo>
                    <a:lnTo>
                      <a:pt x="45" y="190"/>
                    </a:lnTo>
                    <a:lnTo>
                      <a:pt x="45" y="190"/>
                    </a:lnTo>
                    <a:lnTo>
                      <a:pt x="48" y="190"/>
                    </a:lnTo>
                    <a:lnTo>
                      <a:pt x="48" y="190"/>
                    </a:lnTo>
                    <a:lnTo>
                      <a:pt x="50" y="190"/>
                    </a:lnTo>
                    <a:lnTo>
                      <a:pt x="50" y="190"/>
                    </a:lnTo>
                    <a:lnTo>
                      <a:pt x="50" y="190"/>
                    </a:lnTo>
                    <a:lnTo>
                      <a:pt x="53" y="190"/>
                    </a:lnTo>
                    <a:lnTo>
                      <a:pt x="53" y="190"/>
                    </a:lnTo>
                    <a:lnTo>
                      <a:pt x="53" y="190"/>
                    </a:lnTo>
                    <a:lnTo>
                      <a:pt x="55" y="190"/>
                    </a:lnTo>
                    <a:lnTo>
                      <a:pt x="55" y="190"/>
                    </a:lnTo>
                    <a:lnTo>
                      <a:pt x="55" y="190"/>
                    </a:lnTo>
                    <a:lnTo>
                      <a:pt x="57" y="190"/>
                    </a:lnTo>
                    <a:lnTo>
                      <a:pt x="57" y="190"/>
                    </a:lnTo>
                    <a:lnTo>
                      <a:pt x="57" y="190"/>
                    </a:lnTo>
                    <a:lnTo>
                      <a:pt x="60" y="190"/>
                    </a:lnTo>
                    <a:lnTo>
                      <a:pt x="60" y="190"/>
                    </a:lnTo>
                    <a:lnTo>
                      <a:pt x="60" y="190"/>
                    </a:lnTo>
                    <a:lnTo>
                      <a:pt x="62" y="190"/>
                    </a:lnTo>
                    <a:lnTo>
                      <a:pt x="62" y="190"/>
                    </a:lnTo>
                    <a:lnTo>
                      <a:pt x="62" y="190"/>
                    </a:lnTo>
                    <a:lnTo>
                      <a:pt x="64" y="190"/>
                    </a:lnTo>
                    <a:lnTo>
                      <a:pt x="64" y="190"/>
                    </a:lnTo>
                    <a:lnTo>
                      <a:pt x="64" y="190"/>
                    </a:lnTo>
                    <a:lnTo>
                      <a:pt x="64" y="190"/>
                    </a:lnTo>
                    <a:lnTo>
                      <a:pt x="67" y="190"/>
                    </a:lnTo>
                    <a:lnTo>
                      <a:pt x="67" y="190"/>
                    </a:lnTo>
                    <a:lnTo>
                      <a:pt x="69" y="190"/>
                    </a:lnTo>
                    <a:lnTo>
                      <a:pt x="69" y="190"/>
                    </a:lnTo>
                    <a:lnTo>
                      <a:pt x="69" y="192"/>
                    </a:lnTo>
                    <a:lnTo>
                      <a:pt x="69" y="192"/>
                    </a:lnTo>
                    <a:lnTo>
                      <a:pt x="69" y="190"/>
                    </a:lnTo>
                    <a:lnTo>
                      <a:pt x="72" y="190"/>
                    </a:lnTo>
                    <a:lnTo>
                      <a:pt x="72" y="190"/>
                    </a:lnTo>
                    <a:lnTo>
                      <a:pt x="72" y="190"/>
                    </a:lnTo>
                    <a:lnTo>
                      <a:pt x="72" y="190"/>
                    </a:lnTo>
                    <a:lnTo>
                      <a:pt x="72" y="190"/>
                    </a:lnTo>
                    <a:lnTo>
                      <a:pt x="72" y="187"/>
                    </a:lnTo>
                    <a:lnTo>
                      <a:pt x="74" y="187"/>
                    </a:lnTo>
                    <a:lnTo>
                      <a:pt x="74" y="187"/>
                    </a:lnTo>
                    <a:lnTo>
                      <a:pt x="76" y="187"/>
                    </a:lnTo>
                    <a:lnTo>
                      <a:pt x="76" y="187"/>
                    </a:lnTo>
                    <a:lnTo>
                      <a:pt x="76" y="187"/>
                    </a:lnTo>
                    <a:lnTo>
                      <a:pt x="76" y="187"/>
                    </a:lnTo>
                    <a:lnTo>
                      <a:pt x="79" y="187"/>
                    </a:lnTo>
                    <a:lnTo>
                      <a:pt x="79" y="187"/>
                    </a:lnTo>
                    <a:lnTo>
                      <a:pt x="79" y="187"/>
                    </a:lnTo>
                    <a:lnTo>
                      <a:pt x="81" y="187"/>
                    </a:lnTo>
                    <a:lnTo>
                      <a:pt x="81" y="187"/>
                    </a:lnTo>
                    <a:lnTo>
                      <a:pt x="83" y="187"/>
                    </a:lnTo>
                    <a:lnTo>
                      <a:pt x="83" y="187"/>
                    </a:lnTo>
                    <a:lnTo>
                      <a:pt x="83" y="187"/>
                    </a:lnTo>
                    <a:lnTo>
                      <a:pt x="86" y="187"/>
                    </a:lnTo>
                    <a:lnTo>
                      <a:pt x="86" y="187"/>
                    </a:lnTo>
                    <a:lnTo>
                      <a:pt x="86" y="187"/>
                    </a:lnTo>
                    <a:lnTo>
                      <a:pt x="86" y="187"/>
                    </a:lnTo>
                    <a:lnTo>
                      <a:pt x="88" y="187"/>
                    </a:lnTo>
                    <a:lnTo>
                      <a:pt x="88" y="187"/>
                    </a:lnTo>
                    <a:lnTo>
                      <a:pt x="90" y="187"/>
                    </a:lnTo>
                    <a:lnTo>
                      <a:pt x="90" y="187"/>
                    </a:lnTo>
                    <a:lnTo>
                      <a:pt x="90" y="187"/>
                    </a:lnTo>
                    <a:lnTo>
                      <a:pt x="93" y="187"/>
                    </a:lnTo>
                    <a:lnTo>
                      <a:pt x="93" y="187"/>
                    </a:lnTo>
                    <a:lnTo>
                      <a:pt x="93" y="187"/>
                    </a:lnTo>
                    <a:lnTo>
                      <a:pt x="93" y="187"/>
                    </a:lnTo>
                    <a:lnTo>
                      <a:pt x="95" y="187"/>
                    </a:lnTo>
                    <a:lnTo>
                      <a:pt x="95" y="187"/>
                    </a:lnTo>
                    <a:lnTo>
                      <a:pt x="95" y="185"/>
                    </a:lnTo>
                    <a:lnTo>
                      <a:pt x="98" y="185"/>
                    </a:lnTo>
                    <a:lnTo>
                      <a:pt x="98" y="185"/>
                    </a:lnTo>
                    <a:lnTo>
                      <a:pt x="98" y="185"/>
                    </a:lnTo>
                    <a:lnTo>
                      <a:pt x="100" y="185"/>
                    </a:lnTo>
                    <a:lnTo>
                      <a:pt x="100" y="185"/>
                    </a:lnTo>
                    <a:lnTo>
                      <a:pt x="100" y="185"/>
                    </a:lnTo>
                    <a:lnTo>
                      <a:pt x="102" y="185"/>
                    </a:lnTo>
                    <a:lnTo>
                      <a:pt x="102" y="185"/>
                    </a:lnTo>
                    <a:lnTo>
                      <a:pt x="102" y="183"/>
                    </a:lnTo>
                    <a:lnTo>
                      <a:pt x="102" y="183"/>
                    </a:lnTo>
                    <a:lnTo>
                      <a:pt x="105" y="183"/>
                    </a:lnTo>
                    <a:lnTo>
                      <a:pt x="105" y="183"/>
                    </a:lnTo>
                    <a:lnTo>
                      <a:pt x="105" y="183"/>
                    </a:lnTo>
                    <a:lnTo>
                      <a:pt x="105" y="183"/>
                    </a:lnTo>
                    <a:lnTo>
                      <a:pt x="107" y="183"/>
                    </a:lnTo>
                    <a:lnTo>
                      <a:pt x="107" y="183"/>
                    </a:lnTo>
                    <a:lnTo>
                      <a:pt x="109" y="183"/>
                    </a:lnTo>
                    <a:lnTo>
                      <a:pt x="109" y="183"/>
                    </a:lnTo>
                    <a:lnTo>
                      <a:pt x="109" y="180"/>
                    </a:lnTo>
                    <a:lnTo>
                      <a:pt x="109" y="180"/>
                    </a:lnTo>
                    <a:lnTo>
                      <a:pt x="112" y="180"/>
                    </a:lnTo>
                    <a:lnTo>
                      <a:pt x="112" y="180"/>
                    </a:lnTo>
                    <a:lnTo>
                      <a:pt x="112" y="180"/>
                    </a:lnTo>
                    <a:lnTo>
                      <a:pt x="112" y="180"/>
                    </a:lnTo>
                    <a:lnTo>
                      <a:pt x="114" y="180"/>
                    </a:lnTo>
                    <a:lnTo>
                      <a:pt x="114" y="180"/>
                    </a:lnTo>
                    <a:lnTo>
                      <a:pt x="116" y="180"/>
                    </a:lnTo>
                    <a:lnTo>
                      <a:pt x="116" y="180"/>
                    </a:lnTo>
                    <a:lnTo>
                      <a:pt x="116" y="180"/>
                    </a:lnTo>
                    <a:lnTo>
                      <a:pt x="116" y="178"/>
                    </a:lnTo>
                    <a:lnTo>
                      <a:pt x="116" y="178"/>
                    </a:lnTo>
                    <a:lnTo>
                      <a:pt x="116" y="178"/>
                    </a:lnTo>
                    <a:lnTo>
                      <a:pt x="116" y="175"/>
                    </a:lnTo>
                    <a:lnTo>
                      <a:pt x="116" y="175"/>
                    </a:lnTo>
                    <a:lnTo>
                      <a:pt x="116" y="175"/>
                    </a:lnTo>
                    <a:lnTo>
                      <a:pt x="116" y="175"/>
                    </a:lnTo>
                    <a:lnTo>
                      <a:pt x="116" y="173"/>
                    </a:lnTo>
                    <a:lnTo>
                      <a:pt x="116" y="173"/>
                    </a:lnTo>
                    <a:lnTo>
                      <a:pt x="116" y="173"/>
                    </a:lnTo>
                    <a:lnTo>
                      <a:pt x="116" y="171"/>
                    </a:lnTo>
                    <a:lnTo>
                      <a:pt x="116" y="171"/>
                    </a:lnTo>
                    <a:lnTo>
                      <a:pt x="116" y="171"/>
                    </a:lnTo>
                    <a:lnTo>
                      <a:pt x="116" y="171"/>
                    </a:lnTo>
                    <a:lnTo>
                      <a:pt x="116" y="168"/>
                    </a:lnTo>
                    <a:lnTo>
                      <a:pt x="116" y="168"/>
                    </a:lnTo>
                    <a:lnTo>
                      <a:pt x="116" y="166"/>
                    </a:lnTo>
                    <a:lnTo>
                      <a:pt x="116" y="166"/>
                    </a:lnTo>
                    <a:lnTo>
                      <a:pt x="116" y="164"/>
                    </a:lnTo>
                    <a:lnTo>
                      <a:pt x="116" y="164"/>
                    </a:lnTo>
                    <a:lnTo>
                      <a:pt x="116" y="164"/>
                    </a:lnTo>
                    <a:lnTo>
                      <a:pt x="116" y="161"/>
                    </a:lnTo>
                    <a:lnTo>
                      <a:pt x="116" y="161"/>
                    </a:lnTo>
                    <a:lnTo>
                      <a:pt x="116" y="161"/>
                    </a:lnTo>
                    <a:lnTo>
                      <a:pt x="116" y="159"/>
                    </a:lnTo>
                    <a:lnTo>
                      <a:pt x="116" y="159"/>
                    </a:lnTo>
                    <a:lnTo>
                      <a:pt x="116" y="159"/>
                    </a:lnTo>
                    <a:lnTo>
                      <a:pt x="116" y="156"/>
                    </a:lnTo>
                    <a:lnTo>
                      <a:pt x="116" y="156"/>
                    </a:lnTo>
                    <a:lnTo>
                      <a:pt x="116" y="154"/>
                    </a:lnTo>
                    <a:lnTo>
                      <a:pt x="119" y="154"/>
                    </a:lnTo>
                    <a:lnTo>
                      <a:pt x="119" y="154"/>
                    </a:lnTo>
                    <a:lnTo>
                      <a:pt x="119" y="152"/>
                    </a:lnTo>
                    <a:lnTo>
                      <a:pt x="119" y="152"/>
                    </a:lnTo>
                    <a:lnTo>
                      <a:pt x="119" y="152"/>
                    </a:lnTo>
                    <a:lnTo>
                      <a:pt x="119" y="152"/>
                    </a:lnTo>
                    <a:lnTo>
                      <a:pt x="121" y="152"/>
                    </a:lnTo>
                    <a:lnTo>
                      <a:pt x="121" y="152"/>
                    </a:lnTo>
                    <a:lnTo>
                      <a:pt x="121" y="152"/>
                    </a:lnTo>
                    <a:lnTo>
                      <a:pt x="124" y="152"/>
                    </a:lnTo>
                    <a:lnTo>
                      <a:pt x="124" y="152"/>
                    </a:lnTo>
                    <a:lnTo>
                      <a:pt x="124" y="149"/>
                    </a:lnTo>
                    <a:lnTo>
                      <a:pt x="124" y="149"/>
                    </a:lnTo>
                    <a:lnTo>
                      <a:pt x="124" y="149"/>
                    </a:lnTo>
                    <a:lnTo>
                      <a:pt x="124" y="147"/>
                    </a:lnTo>
                    <a:lnTo>
                      <a:pt x="126" y="147"/>
                    </a:lnTo>
                    <a:lnTo>
                      <a:pt x="126" y="147"/>
                    </a:lnTo>
                    <a:lnTo>
                      <a:pt x="126" y="145"/>
                    </a:lnTo>
                    <a:lnTo>
                      <a:pt x="126" y="145"/>
                    </a:lnTo>
                    <a:lnTo>
                      <a:pt x="126" y="145"/>
                    </a:lnTo>
                    <a:lnTo>
                      <a:pt x="126" y="145"/>
                    </a:lnTo>
                    <a:lnTo>
                      <a:pt x="128" y="145"/>
                    </a:lnTo>
                    <a:lnTo>
                      <a:pt x="128" y="142"/>
                    </a:lnTo>
                    <a:lnTo>
                      <a:pt x="128" y="142"/>
                    </a:lnTo>
                    <a:lnTo>
                      <a:pt x="131" y="142"/>
                    </a:lnTo>
                    <a:lnTo>
                      <a:pt x="131" y="142"/>
                    </a:lnTo>
                    <a:lnTo>
                      <a:pt x="131" y="142"/>
                    </a:lnTo>
                    <a:lnTo>
                      <a:pt x="133" y="142"/>
                    </a:lnTo>
                    <a:lnTo>
                      <a:pt x="133" y="145"/>
                    </a:lnTo>
                    <a:lnTo>
                      <a:pt x="133" y="145"/>
                    </a:lnTo>
                    <a:lnTo>
                      <a:pt x="135" y="145"/>
                    </a:lnTo>
                    <a:lnTo>
                      <a:pt x="135" y="145"/>
                    </a:lnTo>
                    <a:lnTo>
                      <a:pt x="135" y="145"/>
                    </a:lnTo>
                    <a:lnTo>
                      <a:pt x="135" y="145"/>
                    </a:lnTo>
                    <a:lnTo>
                      <a:pt x="138" y="145"/>
                    </a:lnTo>
                    <a:lnTo>
                      <a:pt x="138" y="145"/>
                    </a:lnTo>
                    <a:lnTo>
                      <a:pt x="138" y="145"/>
                    </a:lnTo>
                    <a:lnTo>
                      <a:pt x="140" y="145"/>
                    </a:lnTo>
                    <a:lnTo>
                      <a:pt x="140" y="145"/>
                    </a:lnTo>
                    <a:lnTo>
                      <a:pt x="140" y="145"/>
                    </a:lnTo>
                    <a:lnTo>
                      <a:pt x="143" y="145"/>
                    </a:lnTo>
                    <a:lnTo>
                      <a:pt x="143" y="145"/>
                    </a:lnTo>
                    <a:lnTo>
                      <a:pt x="143" y="145"/>
                    </a:lnTo>
                    <a:lnTo>
                      <a:pt x="145" y="145"/>
                    </a:lnTo>
                    <a:lnTo>
                      <a:pt x="145" y="142"/>
                    </a:lnTo>
                    <a:lnTo>
                      <a:pt x="145" y="142"/>
                    </a:lnTo>
                    <a:lnTo>
                      <a:pt x="145" y="142"/>
                    </a:lnTo>
                    <a:lnTo>
                      <a:pt x="147" y="142"/>
                    </a:lnTo>
                    <a:lnTo>
                      <a:pt x="147" y="142"/>
                    </a:lnTo>
                    <a:lnTo>
                      <a:pt x="147" y="142"/>
                    </a:lnTo>
                    <a:lnTo>
                      <a:pt x="150" y="142"/>
                    </a:lnTo>
                    <a:lnTo>
                      <a:pt x="150" y="140"/>
                    </a:lnTo>
                    <a:lnTo>
                      <a:pt x="150" y="140"/>
                    </a:lnTo>
                    <a:lnTo>
                      <a:pt x="147" y="140"/>
                    </a:lnTo>
                    <a:lnTo>
                      <a:pt x="147" y="140"/>
                    </a:lnTo>
                    <a:lnTo>
                      <a:pt x="145" y="140"/>
                    </a:lnTo>
                    <a:lnTo>
                      <a:pt x="145" y="140"/>
                    </a:lnTo>
                    <a:lnTo>
                      <a:pt x="145" y="140"/>
                    </a:lnTo>
                    <a:lnTo>
                      <a:pt x="145" y="140"/>
                    </a:lnTo>
                    <a:lnTo>
                      <a:pt x="145" y="138"/>
                    </a:lnTo>
                    <a:lnTo>
                      <a:pt x="145" y="138"/>
                    </a:lnTo>
                    <a:lnTo>
                      <a:pt x="145" y="138"/>
                    </a:lnTo>
                    <a:lnTo>
                      <a:pt x="145" y="138"/>
                    </a:lnTo>
                    <a:lnTo>
                      <a:pt x="145" y="138"/>
                    </a:lnTo>
                    <a:lnTo>
                      <a:pt x="147" y="138"/>
                    </a:lnTo>
                    <a:lnTo>
                      <a:pt x="147" y="138"/>
                    </a:lnTo>
                    <a:lnTo>
                      <a:pt x="147" y="138"/>
                    </a:lnTo>
                    <a:lnTo>
                      <a:pt x="150" y="138"/>
                    </a:lnTo>
                    <a:lnTo>
                      <a:pt x="150" y="135"/>
                    </a:lnTo>
                    <a:lnTo>
                      <a:pt x="150" y="135"/>
                    </a:lnTo>
                    <a:lnTo>
                      <a:pt x="150" y="135"/>
                    </a:lnTo>
                    <a:lnTo>
                      <a:pt x="150" y="135"/>
                    </a:lnTo>
                    <a:lnTo>
                      <a:pt x="152" y="135"/>
                    </a:lnTo>
                    <a:lnTo>
                      <a:pt x="152" y="135"/>
                    </a:lnTo>
                    <a:lnTo>
                      <a:pt x="152" y="135"/>
                    </a:lnTo>
                    <a:lnTo>
                      <a:pt x="152" y="133"/>
                    </a:lnTo>
                    <a:lnTo>
                      <a:pt x="154" y="133"/>
                    </a:lnTo>
                    <a:lnTo>
                      <a:pt x="154" y="133"/>
                    </a:lnTo>
                    <a:lnTo>
                      <a:pt x="154" y="133"/>
                    </a:lnTo>
                    <a:lnTo>
                      <a:pt x="154" y="130"/>
                    </a:lnTo>
                    <a:lnTo>
                      <a:pt x="157" y="130"/>
                    </a:lnTo>
                    <a:lnTo>
                      <a:pt x="157" y="130"/>
                    </a:lnTo>
                    <a:lnTo>
                      <a:pt x="157" y="130"/>
                    </a:lnTo>
                    <a:lnTo>
                      <a:pt x="157" y="130"/>
                    </a:lnTo>
                    <a:lnTo>
                      <a:pt x="157" y="130"/>
                    </a:lnTo>
                    <a:lnTo>
                      <a:pt x="157" y="130"/>
                    </a:lnTo>
                    <a:lnTo>
                      <a:pt x="159" y="130"/>
                    </a:lnTo>
                    <a:lnTo>
                      <a:pt x="159" y="130"/>
                    </a:lnTo>
                    <a:lnTo>
                      <a:pt x="159" y="130"/>
                    </a:lnTo>
                    <a:lnTo>
                      <a:pt x="159" y="130"/>
                    </a:lnTo>
                    <a:lnTo>
                      <a:pt x="161" y="130"/>
                    </a:lnTo>
                    <a:lnTo>
                      <a:pt x="161" y="130"/>
                    </a:lnTo>
                    <a:lnTo>
                      <a:pt x="164" y="130"/>
                    </a:lnTo>
                    <a:lnTo>
                      <a:pt x="164" y="130"/>
                    </a:lnTo>
                    <a:lnTo>
                      <a:pt x="164" y="130"/>
                    </a:lnTo>
                    <a:lnTo>
                      <a:pt x="164" y="130"/>
                    </a:lnTo>
                    <a:lnTo>
                      <a:pt x="164" y="130"/>
                    </a:lnTo>
                    <a:lnTo>
                      <a:pt x="166" y="130"/>
                    </a:lnTo>
                    <a:lnTo>
                      <a:pt x="166" y="130"/>
                    </a:lnTo>
                    <a:lnTo>
                      <a:pt x="166" y="130"/>
                    </a:lnTo>
                    <a:lnTo>
                      <a:pt x="169" y="130"/>
                    </a:lnTo>
                    <a:lnTo>
                      <a:pt x="169" y="130"/>
                    </a:lnTo>
                    <a:lnTo>
                      <a:pt x="169" y="130"/>
                    </a:lnTo>
                    <a:lnTo>
                      <a:pt x="169" y="133"/>
                    </a:lnTo>
                    <a:lnTo>
                      <a:pt x="169" y="133"/>
                    </a:lnTo>
                    <a:lnTo>
                      <a:pt x="169" y="133"/>
                    </a:lnTo>
                    <a:lnTo>
                      <a:pt x="171" y="133"/>
                    </a:lnTo>
                    <a:lnTo>
                      <a:pt x="171" y="135"/>
                    </a:lnTo>
                    <a:lnTo>
                      <a:pt x="171" y="135"/>
                    </a:lnTo>
                    <a:lnTo>
                      <a:pt x="171" y="135"/>
                    </a:lnTo>
                    <a:lnTo>
                      <a:pt x="171" y="135"/>
                    </a:lnTo>
                    <a:lnTo>
                      <a:pt x="173" y="135"/>
                    </a:lnTo>
                    <a:lnTo>
                      <a:pt x="173" y="135"/>
                    </a:lnTo>
                    <a:lnTo>
                      <a:pt x="173" y="135"/>
                    </a:lnTo>
                    <a:lnTo>
                      <a:pt x="176" y="135"/>
                    </a:lnTo>
                    <a:lnTo>
                      <a:pt x="176" y="135"/>
                    </a:lnTo>
                    <a:lnTo>
                      <a:pt x="176" y="133"/>
                    </a:lnTo>
                    <a:lnTo>
                      <a:pt x="176" y="133"/>
                    </a:lnTo>
                    <a:lnTo>
                      <a:pt x="176" y="133"/>
                    </a:lnTo>
                    <a:lnTo>
                      <a:pt x="178" y="133"/>
                    </a:lnTo>
                    <a:lnTo>
                      <a:pt x="178" y="130"/>
                    </a:lnTo>
                    <a:lnTo>
                      <a:pt x="178" y="130"/>
                    </a:lnTo>
                    <a:lnTo>
                      <a:pt x="178" y="130"/>
                    </a:lnTo>
                    <a:lnTo>
                      <a:pt x="178" y="130"/>
                    </a:lnTo>
                    <a:lnTo>
                      <a:pt x="178" y="130"/>
                    </a:lnTo>
                    <a:lnTo>
                      <a:pt x="178" y="128"/>
                    </a:lnTo>
                    <a:lnTo>
                      <a:pt x="180" y="128"/>
                    </a:lnTo>
                    <a:lnTo>
                      <a:pt x="180" y="128"/>
                    </a:lnTo>
                    <a:lnTo>
                      <a:pt x="180" y="128"/>
                    </a:lnTo>
                    <a:lnTo>
                      <a:pt x="183" y="128"/>
                    </a:lnTo>
                    <a:lnTo>
                      <a:pt x="183" y="126"/>
                    </a:lnTo>
                    <a:lnTo>
                      <a:pt x="180" y="126"/>
                    </a:lnTo>
                    <a:lnTo>
                      <a:pt x="180" y="126"/>
                    </a:lnTo>
                    <a:lnTo>
                      <a:pt x="180" y="123"/>
                    </a:lnTo>
                    <a:lnTo>
                      <a:pt x="180" y="123"/>
                    </a:lnTo>
                    <a:lnTo>
                      <a:pt x="180" y="121"/>
                    </a:lnTo>
                    <a:lnTo>
                      <a:pt x="180" y="121"/>
                    </a:lnTo>
                    <a:lnTo>
                      <a:pt x="180" y="121"/>
                    </a:lnTo>
                    <a:lnTo>
                      <a:pt x="180" y="119"/>
                    </a:lnTo>
                    <a:lnTo>
                      <a:pt x="180" y="119"/>
                    </a:lnTo>
                    <a:lnTo>
                      <a:pt x="180" y="116"/>
                    </a:lnTo>
                    <a:lnTo>
                      <a:pt x="180" y="116"/>
                    </a:lnTo>
                    <a:lnTo>
                      <a:pt x="180" y="116"/>
                    </a:lnTo>
                    <a:lnTo>
                      <a:pt x="180" y="114"/>
                    </a:lnTo>
                    <a:lnTo>
                      <a:pt x="180" y="114"/>
                    </a:lnTo>
                    <a:lnTo>
                      <a:pt x="180" y="111"/>
                    </a:lnTo>
                    <a:lnTo>
                      <a:pt x="180" y="111"/>
                    </a:lnTo>
                    <a:lnTo>
                      <a:pt x="180" y="111"/>
                    </a:lnTo>
                    <a:lnTo>
                      <a:pt x="183" y="111"/>
                    </a:lnTo>
                    <a:lnTo>
                      <a:pt x="183" y="111"/>
                    </a:lnTo>
                    <a:lnTo>
                      <a:pt x="183" y="111"/>
                    </a:lnTo>
                    <a:lnTo>
                      <a:pt x="183" y="111"/>
                    </a:lnTo>
                    <a:lnTo>
                      <a:pt x="183" y="109"/>
                    </a:lnTo>
                    <a:lnTo>
                      <a:pt x="185" y="109"/>
                    </a:lnTo>
                    <a:lnTo>
                      <a:pt x="185" y="109"/>
                    </a:lnTo>
                    <a:lnTo>
                      <a:pt x="185" y="107"/>
                    </a:lnTo>
                    <a:lnTo>
                      <a:pt x="183" y="107"/>
                    </a:lnTo>
                    <a:lnTo>
                      <a:pt x="183" y="107"/>
                    </a:lnTo>
                    <a:lnTo>
                      <a:pt x="183" y="104"/>
                    </a:lnTo>
                    <a:lnTo>
                      <a:pt x="183" y="104"/>
                    </a:lnTo>
                    <a:lnTo>
                      <a:pt x="185" y="104"/>
                    </a:lnTo>
                    <a:lnTo>
                      <a:pt x="185" y="104"/>
                    </a:lnTo>
                    <a:lnTo>
                      <a:pt x="185" y="102"/>
                    </a:lnTo>
                    <a:lnTo>
                      <a:pt x="185" y="102"/>
                    </a:lnTo>
                    <a:lnTo>
                      <a:pt x="185" y="102"/>
                    </a:lnTo>
                    <a:lnTo>
                      <a:pt x="185" y="100"/>
                    </a:lnTo>
                    <a:lnTo>
                      <a:pt x="185" y="100"/>
                    </a:lnTo>
                    <a:lnTo>
                      <a:pt x="185" y="100"/>
                    </a:lnTo>
                    <a:lnTo>
                      <a:pt x="185" y="97"/>
                    </a:lnTo>
                    <a:lnTo>
                      <a:pt x="187" y="97"/>
                    </a:lnTo>
                    <a:lnTo>
                      <a:pt x="187" y="97"/>
                    </a:lnTo>
                    <a:lnTo>
                      <a:pt x="190" y="97"/>
                    </a:lnTo>
                    <a:lnTo>
                      <a:pt x="190" y="97"/>
                    </a:lnTo>
                    <a:lnTo>
                      <a:pt x="190" y="97"/>
                    </a:lnTo>
                    <a:lnTo>
                      <a:pt x="190" y="97"/>
                    </a:lnTo>
                    <a:lnTo>
                      <a:pt x="192" y="97"/>
                    </a:lnTo>
                    <a:lnTo>
                      <a:pt x="192" y="97"/>
                    </a:lnTo>
                    <a:lnTo>
                      <a:pt x="192" y="97"/>
                    </a:lnTo>
                    <a:lnTo>
                      <a:pt x="192" y="97"/>
                    </a:lnTo>
                    <a:lnTo>
                      <a:pt x="195" y="97"/>
                    </a:lnTo>
                    <a:lnTo>
                      <a:pt x="195" y="97"/>
                    </a:lnTo>
                    <a:lnTo>
                      <a:pt x="195" y="97"/>
                    </a:lnTo>
                    <a:lnTo>
                      <a:pt x="197" y="97"/>
                    </a:lnTo>
                    <a:lnTo>
                      <a:pt x="197" y="95"/>
                    </a:lnTo>
                    <a:lnTo>
                      <a:pt x="197" y="95"/>
                    </a:lnTo>
                    <a:lnTo>
                      <a:pt x="197" y="95"/>
                    </a:lnTo>
                    <a:lnTo>
                      <a:pt x="197" y="95"/>
                    </a:lnTo>
                    <a:lnTo>
                      <a:pt x="199" y="95"/>
                    </a:lnTo>
                    <a:lnTo>
                      <a:pt x="199" y="95"/>
                    </a:lnTo>
                    <a:lnTo>
                      <a:pt x="199" y="92"/>
                    </a:lnTo>
                    <a:lnTo>
                      <a:pt x="199" y="92"/>
                    </a:lnTo>
                    <a:lnTo>
                      <a:pt x="202" y="92"/>
                    </a:lnTo>
                    <a:lnTo>
                      <a:pt x="202" y="92"/>
                    </a:lnTo>
                    <a:lnTo>
                      <a:pt x="202" y="92"/>
                    </a:lnTo>
                    <a:lnTo>
                      <a:pt x="202" y="92"/>
                    </a:lnTo>
                    <a:lnTo>
                      <a:pt x="204" y="92"/>
                    </a:lnTo>
                    <a:lnTo>
                      <a:pt x="204" y="90"/>
                    </a:lnTo>
                    <a:lnTo>
                      <a:pt x="202" y="90"/>
                    </a:lnTo>
                    <a:lnTo>
                      <a:pt x="202" y="90"/>
                    </a:lnTo>
                    <a:lnTo>
                      <a:pt x="202" y="90"/>
                    </a:lnTo>
                    <a:lnTo>
                      <a:pt x="202" y="88"/>
                    </a:lnTo>
                    <a:lnTo>
                      <a:pt x="199" y="88"/>
                    </a:lnTo>
                    <a:lnTo>
                      <a:pt x="199" y="88"/>
                    </a:lnTo>
                    <a:lnTo>
                      <a:pt x="199" y="88"/>
                    </a:lnTo>
                    <a:lnTo>
                      <a:pt x="199" y="85"/>
                    </a:lnTo>
                    <a:lnTo>
                      <a:pt x="199" y="85"/>
                    </a:lnTo>
                    <a:lnTo>
                      <a:pt x="199" y="85"/>
                    </a:lnTo>
                    <a:lnTo>
                      <a:pt x="199" y="83"/>
                    </a:lnTo>
                    <a:lnTo>
                      <a:pt x="199" y="83"/>
                    </a:lnTo>
                    <a:lnTo>
                      <a:pt x="199" y="83"/>
                    </a:lnTo>
                    <a:lnTo>
                      <a:pt x="199" y="81"/>
                    </a:lnTo>
                    <a:lnTo>
                      <a:pt x="199" y="81"/>
                    </a:lnTo>
                    <a:lnTo>
                      <a:pt x="197" y="81"/>
                    </a:lnTo>
                    <a:lnTo>
                      <a:pt x="197" y="81"/>
                    </a:lnTo>
                    <a:lnTo>
                      <a:pt x="197" y="81"/>
                    </a:lnTo>
                    <a:lnTo>
                      <a:pt x="197" y="81"/>
                    </a:lnTo>
                    <a:lnTo>
                      <a:pt x="195" y="81"/>
                    </a:lnTo>
                    <a:lnTo>
                      <a:pt x="195" y="81"/>
                    </a:lnTo>
                    <a:lnTo>
                      <a:pt x="195" y="78"/>
                    </a:lnTo>
                    <a:lnTo>
                      <a:pt x="195" y="78"/>
                    </a:lnTo>
                    <a:lnTo>
                      <a:pt x="195" y="78"/>
                    </a:lnTo>
                    <a:lnTo>
                      <a:pt x="195" y="76"/>
                    </a:lnTo>
                    <a:lnTo>
                      <a:pt x="192" y="76"/>
                    </a:lnTo>
                    <a:lnTo>
                      <a:pt x="192" y="76"/>
                    </a:lnTo>
                    <a:lnTo>
                      <a:pt x="192" y="74"/>
                    </a:lnTo>
                    <a:lnTo>
                      <a:pt x="195" y="74"/>
                    </a:lnTo>
                    <a:lnTo>
                      <a:pt x="195" y="74"/>
                    </a:lnTo>
                    <a:lnTo>
                      <a:pt x="195" y="74"/>
                    </a:lnTo>
                    <a:lnTo>
                      <a:pt x="197" y="74"/>
                    </a:lnTo>
                    <a:lnTo>
                      <a:pt x="197" y="74"/>
                    </a:lnTo>
                    <a:lnTo>
                      <a:pt x="197" y="74"/>
                    </a:lnTo>
                    <a:lnTo>
                      <a:pt x="197" y="74"/>
                    </a:lnTo>
                    <a:lnTo>
                      <a:pt x="199" y="74"/>
                    </a:lnTo>
                    <a:lnTo>
                      <a:pt x="199" y="74"/>
                    </a:lnTo>
                    <a:lnTo>
                      <a:pt x="199" y="74"/>
                    </a:lnTo>
                    <a:lnTo>
                      <a:pt x="199" y="76"/>
                    </a:lnTo>
                    <a:lnTo>
                      <a:pt x="202" y="76"/>
                    </a:lnTo>
                    <a:lnTo>
                      <a:pt x="202" y="76"/>
                    </a:lnTo>
                    <a:lnTo>
                      <a:pt x="204" y="76"/>
                    </a:lnTo>
                    <a:lnTo>
                      <a:pt x="204" y="76"/>
                    </a:lnTo>
                    <a:lnTo>
                      <a:pt x="204" y="76"/>
                    </a:lnTo>
                    <a:lnTo>
                      <a:pt x="206" y="76"/>
                    </a:lnTo>
                    <a:lnTo>
                      <a:pt x="206" y="76"/>
                    </a:lnTo>
                    <a:lnTo>
                      <a:pt x="209" y="76"/>
                    </a:lnTo>
                    <a:lnTo>
                      <a:pt x="209" y="76"/>
                    </a:lnTo>
                    <a:lnTo>
                      <a:pt x="209" y="76"/>
                    </a:lnTo>
                    <a:lnTo>
                      <a:pt x="211" y="76"/>
                    </a:lnTo>
                    <a:lnTo>
                      <a:pt x="211" y="76"/>
                    </a:lnTo>
                    <a:lnTo>
                      <a:pt x="211" y="76"/>
                    </a:lnTo>
                    <a:lnTo>
                      <a:pt x="214" y="76"/>
                    </a:lnTo>
                    <a:lnTo>
                      <a:pt x="214" y="76"/>
                    </a:lnTo>
                    <a:lnTo>
                      <a:pt x="214" y="74"/>
                    </a:lnTo>
                    <a:lnTo>
                      <a:pt x="216" y="74"/>
                    </a:lnTo>
                    <a:lnTo>
                      <a:pt x="216" y="74"/>
                    </a:lnTo>
                    <a:lnTo>
                      <a:pt x="216" y="74"/>
                    </a:lnTo>
                    <a:lnTo>
                      <a:pt x="216" y="74"/>
                    </a:lnTo>
                    <a:lnTo>
                      <a:pt x="218" y="74"/>
                    </a:lnTo>
                    <a:lnTo>
                      <a:pt x="218" y="74"/>
                    </a:lnTo>
                    <a:lnTo>
                      <a:pt x="218" y="74"/>
                    </a:lnTo>
                    <a:lnTo>
                      <a:pt x="218" y="71"/>
                    </a:lnTo>
                    <a:lnTo>
                      <a:pt x="218" y="71"/>
                    </a:lnTo>
                    <a:lnTo>
                      <a:pt x="221" y="71"/>
                    </a:lnTo>
                    <a:lnTo>
                      <a:pt x="221" y="71"/>
                    </a:lnTo>
                    <a:lnTo>
                      <a:pt x="221" y="69"/>
                    </a:lnTo>
                    <a:lnTo>
                      <a:pt x="221" y="69"/>
                    </a:lnTo>
                    <a:lnTo>
                      <a:pt x="221" y="66"/>
                    </a:lnTo>
                    <a:lnTo>
                      <a:pt x="221" y="66"/>
                    </a:lnTo>
                    <a:lnTo>
                      <a:pt x="221" y="66"/>
                    </a:lnTo>
                    <a:lnTo>
                      <a:pt x="221" y="64"/>
                    </a:lnTo>
                    <a:lnTo>
                      <a:pt x="221" y="64"/>
                    </a:lnTo>
                    <a:lnTo>
                      <a:pt x="218" y="64"/>
                    </a:lnTo>
                    <a:lnTo>
                      <a:pt x="218" y="64"/>
                    </a:lnTo>
                    <a:lnTo>
                      <a:pt x="218" y="64"/>
                    </a:lnTo>
                    <a:lnTo>
                      <a:pt x="218" y="62"/>
                    </a:lnTo>
                    <a:lnTo>
                      <a:pt x="218" y="62"/>
                    </a:lnTo>
                    <a:lnTo>
                      <a:pt x="218" y="62"/>
                    </a:lnTo>
                    <a:lnTo>
                      <a:pt x="218" y="62"/>
                    </a:lnTo>
                    <a:lnTo>
                      <a:pt x="218" y="59"/>
                    </a:lnTo>
                    <a:lnTo>
                      <a:pt x="218" y="59"/>
                    </a:lnTo>
                    <a:lnTo>
                      <a:pt x="218" y="59"/>
                    </a:lnTo>
                    <a:lnTo>
                      <a:pt x="218" y="59"/>
                    </a:lnTo>
                    <a:lnTo>
                      <a:pt x="218" y="57"/>
                    </a:lnTo>
                    <a:lnTo>
                      <a:pt x="218" y="57"/>
                    </a:lnTo>
                    <a:lnTo>
                      <a:pt x="221" y="57"/>
                    </a:lnTo>
                    <a:lnTo>
                      <a:pt x="221" y="57"/>
                    </a:lnTo>
                    <a:lnTo>
                      <a:pt x="221" y="55"/>
                    </a:lnTo>
                    <a:lnTo>
                      <a:pt x="223" y="55"/>
                    </a:lnTo>
                    <a:lnTo>
                      <a:pt x="223" y="55"/>
                    </a:lnTo>
                    <a:lnTo>
                      <a:pt x="223" y="55"/>
                    </a:lnTo>
                    <a:lnTo>
                      <a:pt x="223" y="55"/>
                    </a:lnTo>
                    <a:lnTo>
                      <a:pt x="223" y="52"/>
                    </a:lnTo>
                    <a:lnTo>
                      <a:pt x="223" y="52"/>
                    </a:lnTo>
                    <a:lnTo>
                      <a:pt x="225" y="52"/>
                    </a:lnTo>
                    <a:lnTo>
                      <a:pt x="225" y="52"/>
                    </a:lnTo>
                    <a:lnTo>
                      <a:pt x="225" y="52"/>
                    </a:lnTo>
                    <a:lnTo>
                      <a:pt x="225" y="52"/>
                    </a:lnTo>
                    <a:lnTo>
                      <a:pt x="225" y="50"/>
                    </a:lnTo>
                    <a:lnTo>
                      <a:pt x="228" y="50"/>
                    </a:lnTo>
                    <a:lnTo>
                      <a:pt x="228" y="50"/>
                    </a:lnTo>
                    <a:lnTo>
                      <a:pt x="228" y="50"/>
                    </a:lnTo>
                    <a:lnTo>
                      <a:pt x="230" y="50"/>
                    </a:lnTo>
                    <a:lnTo>
                      <a:pt x="230" y="47"/>
                    </a:lnTo>
                    <a:lnTo>
                      <a:pt x="230" y="47"/>
                    </a:lnTo>
                    <a:lnTo>
                      <a:pt x="230" y="45"/>
                    </a:lnTo>
                    <a:lnTo>
                      <a:pt x="230" y="45"/>
                    </a:lnTo>
                    <a:lnTo>
                      <a:pt x="230" y="45"/>
                    </a:lnTo>
                    <a:lnTo>
                      <a:pt x="230" y="45"/>
                    </a:lnTo>
                    <a:lnTo>
                      <a:pt x="232" y="45"/>
                    </a:lnTo>
                    <a:lnTo>
                      <a:pt x="232" y="43"/>
                    </a:lnTo>
                    <a:lnTo>
                      <a:pt x="230" y="43"/>
                    </a:lnTo>
                    <a:lnTo>
                      <a:pt x="230" y="43"/>
                    </a:lnTo>
                    <a:lnTo>
                      <a:pt x="230" y="43"/>
                    </a:lnTo>
                    <a:lnTo>
                      <a:pt x="230" y="43"/>
                    </a:lnTo>
                    <a:lnTo>
                      <a:pt x="230" y="43"/>
                    </a:lnTo>
                    <a:lnTo>
                      <a:pt x="230" y="40"/>
                    </a:lnTo>
                    <a:lnTo>
                      <a:pt x="230" y="40"/>
                    </a:lnTo>
                    <a:lnTo>
                      <a:pt x="230" y="40"/>
                    </a:lnTo>
                    <a:lnTo>
                      <a:pt x="230" y="40"/>
                    </a:lnTo>
                    <a:lnTo>
                      <a:pt x="230" y="38"/>
                    </a:lnTo>
                    <a:lnTo>
                      <a:pt x="232" y="38"/>
                    </a:lnTo>
                    <a:lnTo>
                      <a:pt x="232" y="38"/>
                    </a:lnTo>
                    <a:lnTo>
                      <a:pt x="230" y="38"/>
                    </a:lnTo>
                    <a:lnTo>
                      <a:pt x="230" y="36"/>
                    </a:lnTo>
                    <a:lnTo>
                      <a:pt x="230" y="36"/>
                    </a:lnTo>
                    <a:lnTo>
                      <a:pt x="230" y="36"/>
                    </a:lnTo>
                    <a:lnTo>
                      <a:pt x="230" y="36"/>
                    </a:lnTo>
                    <a:lnTo>
                      <a:pt x="230" y="33"/>
                    </a:lnTo>
                    <a:lnTo>
                      <a:pt x="230" y="33"/>
                    </a:lnTo>
                    <a:lnTo>
                      <a:pt x="230" y="33"/>
                    </a:lnTo>
                    <a:lnTo>
                      <a:pt x="230" y="33"/>
                    </a:lnTo>
                    <a:lnTo>
                      <a:pt x="228" y="33"/>
                    </a:lnTo>
                    <a:lnTo>
                      <a:pt x="228" y="33"/>
                    </a:lnTo>
                    <a:lnTo>
                      <a:pt x="230" y="33"/>
                    </a:lnTo>
                    <a:lnTo>
                      <a:pt x="230" y="31"/>
                    </a:lnTo>
                    <a:lnTo>
                      <a:pt x="230" y="31"/>
                    </a:lnTo>
                    <a:lnTo>
                      <a:pt x="228" y="31"/>
                    </a:lnTo>
                    <a:lnTo>
                      <a:pt x="228" y="29"/>
                    </a:lnTo>
                    <a:lnTo>
                      <a:pt x="228" y="29"/>
                    </a:lnTo>
                    <a:lnTo>
                      <a:pt x="228" y="29"/>
                    </a:lnTo>
                    <a:lnTo>
                      <a:pt x="228" y="26"/>
                    </a:lnTo>
                    <a:lnTo>
                      <a:pt x="225" y="26"/>
                    </a:lnTo>
                    <a:lnTo>
                      <a:pt x="225" y="26"/>
                    </a:lnTo>
                    <a:lnTo>
                      <a:pt x="225" y="26"/>
                    </a:lnTo>
                    <a:lnTo>
                      <a:pt x="225" y="24"/>
                    </a:lnTo>
                    <a:lnTo>
                      <a:pt x="225" y="24"/>
                    </a:lnTo>
                    <a:lnTo>
                      <a:pt x="223" y="24"/>
                    </a:lnTo>
                    <a:lnTo>
                      <a:pt x="223" y="24"/>
                    </a:lnTo>
                    <a:lnTo>
                      <a:pt x="223" y="24"/>
                    </a:lnTo>
                    <a:lnTo>
                      <a:pt x="223" y="24"/>
                    </a:lnTo>
                    <a:lnTo>
                      <a:pt x="223" y="21"/>
                    </a:lnTo>
                    <a:lnTo>
                      <a:pt x="223" y="21"/>
                    </a:lnTo>
                    <a:lnTo>
                      <a:pt x="223" y="21"/>
                    </a:lnTo>
                    <a:lnTo>
                      <a:pt x="223" y="21"/>
                    </a:lnTo>
                    <a:lnTo>
                      <a:pt x="223" y="21"/>
                    </a:lnTo>
                    <a:lnTo>
                      <a:pt x="223" y="19"/>
                    </a:lnTo>
                    <a:lnTo>
                      <a:pt x="225" y="19"/>
                    </a:lnTo>
                    <a:lnTo>
                      <a:pt x="225" y="19"/>
                    </a:lnTo>
                    <a:lnTo>
                      <a:pt x="225" y="19"/>
                    </a:lnTo>
                    <a:lnTo>
                      <a:pt x="225" y="19"/>
                    </a:lnTo>
                    <a:lnTo>
                      <a:pt x="225" y="17"/>
                    </a:lnTo>
                    <a:lnTo>
                      <a:pt x="228" y="17"/>
                    </a:lnTo>
                    <a:lnTo>
                      <a:pt x="228" y="17"/>
                    </a:lnTo>
                    <a:lnTo>
                      <a:pt x="228" y="17"/>
                    </a:lnTo>
                    <a:lnTo>
                      <a:pt x="230" y="17"/>
                    </a:lnTo>
                    <a:lnTo>
                      <a:pt x="230" y="14"/>
                    </a:lnTo>
                    <a:lnTo>
                      <a:pt x="230" y="14"/>
                    </a:lnTo>
                    <a:lnTo>
                      <a:pt x="230" y="14"/>
                    </a:lnTo>
                    <a:lnTo>
                      <a:pt x="230" y="12"/>
                    </a:lnTo>
                    <a:lnTo>
                      <a:pt x="230" y="12"/>
                    </a:lnTo>
                    <a:lnTo>
                      <a:pt x="230" y="12"/>
                    </a:lnTo>
                    <a:lnTo>
                      <a:pt x="232" y="12"/>
                    </a:lnTo>
                    <a:lnTo>
                      <a:pt x="232" y="12"/>
                    </a:lnTo>
                    <a:lnTo>
                      <a:pt x="232" y="12"/>
                    </a:lnTo>
                    <a:lnTo>
                      <a:pt x="232" y="12"/>
                    </a:lnTo>
                    <a:lnTo>
                      <a:pt x="235" y="12"/>
                    </a:lnTo>
                    <a:lnTo>
                      <a:pt x="235" y="14"/>
                    </a:lnTo>
                    <a:lnTo>
                      <a:pt x="235" y="14"/>
                    </a:lnTo>
                    <a:lnTo>
                      <a:pt x="235" y="12"/>
                    </a:lnTo>
                    <a:lnTo>
                      <a:pt x="235" y="12"/>
                    </a:lnTo>
                    <a:lnTo>
                      <a:pt x="235" y="12"/>
                    </a:lnTo>
                    <a:lnTo>
                      <a:pt x="237" y="12"/>
                    </a:lnTo>
                    <a:lnTo>
                      <a:pt x="237" y="12"/>
                    </a:lnTo>
                    <a:lnTo>
                      <a:pt x="237" y="10"/>
                    </a:lnTo>
                    <a:lnTo>
                      <a:pt x="237" y="10"/>
                    </a:lnTo>
                    <a:lnTo>
                      <a:pt x="240" y="10"/>
                    </a:lnTo>
                    <a:lnTo>
                      <a:pt x="240" y="10"/>
                    </a:lnTo>
                    <a:lnTo>
                      <a:pt x="240" y="10"/>
                    </a:lnTo>
                    <a:lnTo>
                      <a:pt x="242" y="10"/>
                    </a:lnTo>
                    <a:lnTo>
                      <a:pt x="242" y="10"/>
                    </a:lnTo>
                    <a:lnTo>
                      <a:pt x="242" y="7"/>
                    </a:lnTo>
                    <a:lnTo>
                      <a:pt x="242" y="7"/>
                    </a:lnTo>
                    <a:lnTo>
                      <a:pt x="242" y="5"/>
                    </a:lnTo>
                    <a:lnTo>
                      <a:pt x="242" y="5"/>
                    </a:lnTo>
                    <a:lnTo>
                      <a:pt x="244" y="5"/>
                    </a:lnTo>
                    <a:lnTo>
                      <a:pt x="244" y="5"/>
                    </a:lnTo>
                    <a:lnTo>
                      <a:pt x="244" y="5"/>
                    </a:lnTo>
                    <a:lnTo>
                      <a:pt x="244" y="5"/>
                    </a:lnTo>
                    <a:lnTo>
                      <a:pt x="247" y="5"/>
                    </a:lnTo>
                    <a:lnTo>
                      <a:pt x="247" y="2"/>
                    </a:lnTo>
                    <a:lnTo>
                      <a:pt x="247" y="2"/>
                    </a:lnTo>
                    <a:lnTo>
                      <a:pt x="247" y="5"/>
                    </a:lnTo>
                    <a:lnTo>
                      <a:pt x="249" y="5"/>
                    </a:lnTo>
                    <a:lnTo>
                      <a:pt x="249" y="2"/>
                    </a:lnTo>
                    <a:lnTo>
                      <a:pt x="249" y="2"/>
                    </a:lnTo>
                    <a:lnTo>
                      <a:pt x="249" y="2"/>
                    </a:lnTo>
                    <a:lnTo>
                      <a:pt x="249" y="2"/>
                    </a:lnTo>
                    <a:lnTo>
                      <a:pt x="251" y="2"/>
                    </a:lnTo>
                    <a:lnTo>
                      <a:pt x="251" y="2"/>
                    </a:lnTo>
                    <a:lnTo>
                      <a:pt x="251" y="2"/>
                    </a:lnTo>
                    <a:lnTo>
                      <a:pt x="254" y="2"/>
                    </a:lnTo>
                    <a:lnTo>
                      <a:pt x="254" y="2"/>
                    </a:lnTo>
                    <a:lnTo>
                      <a:pt x="254" y="2"/>
                    </a:lnTo>
                    <a:lnTo>
                      <a:pt x="254" y="2"/>
                    </a:lnTo>
                    <a:lnTo>
                      <a:pt x="256" y="2"/>
                    </a:lnTo>
                    <a:lnTo>
                      <a:pt x="256" y="2"/>
                    </a:lnTo>
                    <a:lnTo>
                      <a:pt x="256" y="2"/>
                    </a:lnTo>
                    <a:lnTo>
                      <a:pt x="256" y="2"/>
                    </a:lnTo>
                    <a:lnTo>
                      <a:pt x="258" y="2"/>
                    </a:lnTo>
                    <a:lnTo>
                      <a:pt x="258" y="2"/>
                    </a:lnTo>
                    <a:lnTo>
                      <a:pt x="258" y="2"/>
                    </a:lnTo>
                    <a:lnTo>
                      <a:pt x="258" y="2"/>
                    </a:lnTo>
                    <a:lnTo>
                      <a:pt x="258" y="2"/>
                    </a:lnTo>
                    <a:lnTo>
                      <a:pt x="261" y="2"/>
                    </a:lnTo>
                    <a:lnTo>
                      <a:pt x="261" y="2"/>
                    </a:lnTo>
                    <a:lnTo>
                      <a:pt x="263" y="2"/>
                    </a:lnTo>
                    <a:lnTo>
                      <a:pt x="263" y="2"/>
                    </a:lnTo>
                    <a:lnTo>
                      <a:pt x="263" y="2"/>
                    </a:lnTo>
                    <a:lnTo>
                      <a:pt x="266" y="2"/>
                    </a:lnTo>
                    <a:lnTo>
                      <a:pt x="266" y="2"/>
                    </a:lnTo>
                    <a:lnTo>
                      <a:pt x="266" y="2"/>
                    </a:lnTo>
                    <a:lnTo>
                      <a:pt x="268" y="2"/>
                    </a:lnTo>
                    <a:lnTo>
                      <a:pt x="268" y="2"/>
                    </a:lnTo>
                    <a:lnTo>
                      <a:pt x="270" y="2"/>
                    </a:lnTo>
                    <a:lnTo>
                      <a:pt x="270" y="2"/>
                    </a:lnTo>
                    <a:lnTo>
                      <a:pt x="270" y="0"/>
                    </a:lnTo>
                    <a:lnTo>
                      <a:pt x="270" y="0"/>
                    </a:lnTo>
                    <a:lnTo>
                      <a:pt x="270" y="2"/>
                    </a:lnTo>
                    <a:lnTo>
                      <a:pt x="273" y="2"/>
                    </a:lnTo>
                    <a:lnTo>
                      <a:pt x="273" y="2"/>
                    </a:lnTo>
                    <a:lnTo>
                      <a:pt x="273" y="0"/>
                    </a:lnTo>
                    <a:lnTo>
                      <a:pt x="275" y="0"/>
                    </a:lnTo>
                    <a:lnTo>
                      <a:pt x="275" y="0"/>
                    </a:lnTo>
                    <a:lnTo>
                      <a:pt x="275" y="2"/>
                    </a:lnTo>
                    <a:lnTo>
                      <a:pt x="275" y="2"/>
                    </a:lnTo>
                    <a:lnTo>
                      <a:pt x="275" y="2"/>
                    </a:lnTo>
                    <a:lnTo>
                      <a:pt x="277" y="2"/>
                    </a:lnTo>
                    <a:lnTo>
                      <a:pt x="277" y="2"/>
                    </a:lnTo>
                    <a:lnTo>
                      <a:pt x="277" y="2"/>
                    </a:lnTo>
                    <a:lnTo>
                      <a:pt x="277" y="2"/>
                    </a:lnTo>
                    <a:lnTo>
                      <a:pt x="280" y="2"/>
                    </a:lnTo>
                    <a:lnTo>
                      <a:pt x="280" y="5"/>
                    </a:lnTo>
                    <a:lnTo>
                      <a:pt x="277" y="5"/>
                    </a:lnTo>
                    <a:lnTo>
                      <a:pt x="277" y="5"/>
                    </a:lnTo>
                    <a:lnTo>
                      <a:pt x="277" y="5"/>
                    </a:lnTo>
                    <a:lnTo>
                      <a:pt x="277" y="5"/>
                    </a:lnTo>
                    <a:lnTo>
                      <a:pt x="275" y="5"/>
                    </a:lnTo>
                    <a:lnTo>
                      <a:pt x="275" y="5"/>
                    </a:lnTo>
                    <a:lnTo>
                      <a:pt x="275" y="5"/>
                    </a:lnTo>
                    <a:lnTo>
                      <a:pt x="273" y="5"/>
                    </a:lnTo>
                    <a:lnTo>
                      <a:pt x="273" y="5"/>
                    </a:lnTo>
                    <a:lnTo>
                      <a:pt x="270" y="5"/>
                    </a:lnTo>
                    <a:lnTo>
                      <a:pt x="270" y="5"/>
                    </a:lnTo>
                    <a:lnTo>
                      <a:pt x="270" y="5"/>
                    </a:lnTo>
                    <a:lnTo>
                      <a:pt x="270" y="5"/>
                    </a:lnTo>
                    <a:lnTo>
                      <a:pt x="268" y="5"/>
                    </a:lnTo>
                    <a:lnTo>
                      <a:pt x="268" y="5"/>
                    </a:lnTo>
                    <a:lnTo>
                      <a:pt x="268" y="5"/>
                    </a:lnTo>
                    <a:lnTo>
                      <a:pt x="266" y="5"/>
                    </a:lnTo>
                    <a:lnTo>
                      <a:pt x="266" y="5"/>
                    </a:lnTo>
                    <a:lnTo>
                      <a:pt x="266" y="5"/>
                    </a:lnTo>
                    <a:lnTo>
                      <a:pt x="266" y="5"/>
                    </a:lnTo>
                    <a:lnTo>
                      <a:pt x="266" y="5"/>
                    </a:lnTo>
                    <a:lnTo>
                      <a:pt x="263" y="5"/>
                    </a:lnTo>
                    <a:lnTo>
                      <a:pt x="263" y="5"/>
                    </a:lnTo>
                    <a:lnTo>
                      <a:pt x="263" y="5"/>
                    </a:lnTo>
                    <a:lnTo>
                      <a:pt x="263" y="7"/>
                    </a:lnTo>
                    <a:lnTo>
                      <a:pt x="261" y="7"/>
                    </a:lnTo>
                    <a:lnTo>
                      <a:pt x="261" y="7"/>
                    </a:lnTo>
                    <a:lnTo>
                      <a:pt x="263" y="7"/>
                    </a:lnTo>
                    <a:lnTo>
                      <a:pt x="263" y="10"/>
                    </a:lnTo>
                    <a:lnTo>
                      <a:pt x="261" y="10"/>
                    </a:lnTo>
                    <a:lnTo>
                      <a:pt x="261" y="10"/>
                    </a:lnTo>
                    <a:lnTo>
                      <a:pt x="261" y="10"/>
                    </a:lnTo>
                    <a:lnTo>
                      <a:pt x="261" y="12"/>
                    </a:lnTo>
                    <a:lnTo>
                      <a:pt x="258" y="12"/>
                    </a:lnTo>
                    <a:lnTo>
                      <a:pt x="258" y="12"/>
                    </a:lnTo>
                    <a:lnTo>
                      <a:pt x="258" y="12"/>
                    </a:lnTo>
                    <a:lnTo>
                      <a:pt x="258" y="12"/>
                    </a:lnTo>
                    <a:lnTo>
                      <a:pt x="258" y="12"/>
                    </a:lnTo>
                    <a:lnTo>
                      <a:pt x="258" y="14"/>
                    </a:lnTo>
                    <a:lnTo>
                      <a:pt x="256" y="14"/>
                    </a:lnTo>
                    <a:lnTo>
                      <a:pt x="256" y="14"/>
                    </a:lnTo>
                    <a:lnTo>
                      <a:pt x="256" y="14"/>
                    </a:lnTo>
                    <a:lnTo>
                      <a:pt x="256" y="14"/>
                    </a:lnTo>
                    <a:lnTo>
                      <a:pt x="256" y="17"/>
                    </a:lnTo>
                    <a:lnTo>
                      <a:pt x="254" y="17"/>
                    </a:lnTo>
                    <a:lnTo>
                      <a:pt x="254" y="17"/>
                    </a:lnTo>
                    <a:lnTo>
                      <a:pt x="254" y="17"/>
                    </a:lnTo>
                    <a:lnTo>
                      <a:pt x="251" y="17"/>
                    </a:lnTo>
                    <a:lnTo>
                      <a:pt x="251" y="17"/>
                    </a:lnTo>
                    <a:lnTo>
                      <a:pt x="251" y="17"/>
                    </a:lnTo>
                    <a:lnTo>
                      <a:pt x="251" y="19"/>
                    </a:lnTo>
                    <a:lnTo>
                      <a:pt x="251" y="19"/>
                    </a:lnTo>
                    <a:lnTo>
                      <a:pt x="251" y="21"/>
                    </a:lnTo>
                    <a:lnTo>
                      <a:pt x="251" y="21"/>
                    </a:lnTo>
                    <a:lnTo>
                      <a:pt x="251" y="21"/>
                    </a:lnTo>
                    <a:lnTo>
                      <a:pt x="251" y="21"/>
                    </a:lnTo>
                    <a:lnTo>
                      <a:pt x="251" y="24"/>
                    </a:lnTo>
                    <a:lnTo>
                      <a:pt x="251" y="24"/>
                    </a:lnTo>
                    <a:lnTo>
                      <a:pt x="251" y="24"/>
                    </a:lnTo>
                    <a:lnTo>
                      <a:pt x="251" y="26"/>
                    </a:lnTo>
                    <a:lnTo>
                      <a:pt x="251" y="26"/>
                    </a:lnTo>
                    <a:lnTo>
                      <a:pt x="251" y="26"/>
                    </a:lnTo>
                    <a:lnTo>
                      <a:pt x="251" y="29"/>
                    </a:lnTo>
                    <a:lnTo>
                      <a:pt x="251" y="29"/>
                    </a:lnTo>
                    <a:lnTo>
                      <a:pt x="254" y="29"/>
                    </a:lnTo>
                    <a:lnTo>
                      <a:pt x="254" y="29"/>
                    </a:lnTo>
                    <a:lnTo>
                      <a:pt x="256" y="29"/>
                    </a:lnTo>
                    <a:lnTo>
                      <a:pt x="256" y="29"/>
                    </a:lnTo>
                    <a:lnTo>
                      <a:pt x="256" y="26"/>
                    </a:lnTo>
                    <a:lnTo>
                      <a:pt x="256" y="26"/>
                    </a:lnTo>
                    <a:lnTo>
                      <a:pt x="256" y="29"/>
                    </a:lnTo>
                    <a:lnTo>
                      <a:pt x="258" y="29"/>
                    </a:lnTo>
                    <a:lnTo>
                      <a:pt x="258" y="29"/>
                    </a:lnTo>
                    <a:lnTo>
                      <a:pt x="258" y="29"/>
                    </a:lnTo>
                    <a:lnTo>
                      <a:pt x="261" y="29"/>
                    </a:lnTo>
                    <a:lnTo>
                      <a:pt x="261" y="29"/>
                    </a:lnTo>
                    <a:lnTo>
                      <a:pt x="261" y="26"/>
                    </a:lnTo>
                    <a:lnTo>
                      <a:pt x="263" y="26"/>
                    </a:lnTo>
                    <a:lnTo>
                      <a:pt x="263" y="29"/>
                    </a:lnTo>
                    <a:lnTo>
                      <a:pt x="263" y="29"/>
                    </a:lnTo>
                    <a:lnTo>
                      <a:pt x="263" y="29"/>
                    </a:lnTo>
                    <a:lnTo>
                      <a:pt x="263" y="31"/>
                    </a:lnTo>
                    <a:lnTo>
                      <a:pt x="263" y="31"/>
                    </a:lnTo>
                    <a:lnTo>
                      <a:pt x="263" y="31"/>
                    </a:lnTo>
                    <a:lnTo>
                      <a:pt x="263" y="33"/>
                    </a:lnTo>
                    <a:lnTo>
                      <a:pt x="266" y="33"/>
                    </a:lnTo>
                    <a:lnTo>
                      <a:pt x="266" y="33"/>
                    </a:lnTo>
                    <a:lnTo>
                      <a:pt x="266" y="33"/>
                    </a:lnTo>
                    <a:lnTo>
                      <a:pt x="266" y="33"/>
                    </a:lnTo>
                    <a:lnTo>
                      <a:pt x="268" y="33"/>
                    </a:lnTo>
                    <a:lnTo>
                      <a:pt x="268" y="33"/>
                    </a:lnTo>
                    <a:lnTo>
                      <a:pt x="268" y="33"/>
                    </a:lnTo>
                    <a:lnTo>
                      <a:pt x="270" y="33"/>
                    </a:lnTo>
                    <a:lnTo>
                      <a:pt x="270" y="33"/>
                    </a:lnTo>
                    <a:lnTo>
                      <a:pt x="270" y="33"/>
                    </a:lnTo>
                    <a:lnTo>
                      <a:pt x="270" y="36"/>
                    </a:lnTo>
                    <a:lnTo>
                      <a:pt x="273" y="36"/>
                    </a:lnTo>
                    <a:lnTo>
                      <a:pt x="273" y="36"/>
                    </a:lnTo>
                    <a:lnTo>
                      <a:pt x="275" y="36"/>
                    </a:lnTo>
                    <a:lnTo>
                      <a:pt x="275" y="36"/>
                    </a:lnTo>
                    <a:lnTo>
                      <a:pt x="275" y="36"/>
                    </a:lnTo>
                    <a:lnTo>
                      <a:pt x="277" y="36"/>
                    </a:lnTo>
                    <a:lnTo>
                      <a:pt x="277" y="36"/>
                    </a:lnTo>
                    <a:lnTo>
                      <a:pt x="277" y="36"/>
                    </a:lnTo>
                    <a:lnTo>
                      <a:pt x="277" y="38"/>
                    </a:lnTo>
                    <a:lnTo>
                      <a:pt x="277" y="38"/>
                    </a:lnTo>
                    <a:lnTo>
                      <a:pt x="277" y="38"/>
                    </a:lnTo>
                    <a:lnTo>
                      <a:pt x="275" y="38"/>
                    </a:lnTo>
                    <a:lnTo>
                      <a:pt x="275" y="40"/>
                    </a:lnTo>
                    <a:lnTo>
                      <a:pt x="275" y="40"/>
                    </a:lnTo>
                    <a:lnTo>
                      <a:pt x="275" y="43"/>
                    </a:lnTo>
                    <a:lnTo>
                      <a:pt x="275" y="43"/>
                    </a:lnTo>
                    <a:lnTo>
                      <a:pt x="277" y="43"/>
                    </a:lnTo>
                    <a:lnTo>
                      <a:pt x="277" y="43"/>
                    </a:lnTo>
                    <a:lnTo>
                      <a:pt x="277" y="43"/>
                    </a:lnTo>
                    <a:lnTo>
                      <a:pt x="277" y="43"/>
                    </a:lnTo>
                    <a:lnTo>
                      <a:pt x="280" y="43"/>
                    </a:lnTo>
                    <a:lnTo>
                      <a:pt x="280" y="43"/>
                    </a:lnTo>
                    <a:lnTo>
                      <a:pt x="282" y="43"/>
                    </a:lnTo>
                    <a:lnTo>
                      <a:pt x="282" y="45"/>
                    </a:lnTo>
                    <a:lnTo>
                      <a:pt x="282" y="45"/>
                    </a:lnTo>
                    <a:lnTo>
                      <a:pt x="282" y="45"/>
                    </a:lnTo>
                    <a:lnTo>
                      <a:pt x="285" y="45"/>
                    </a:lnTo>
                    <a:lnTo>
                      <a:pt x="285" y="45"/>
                    </a:lnTo>
                    <a:lnTo>
                      <a:pt x="285" y="47"/>
                    </a:lnTo>
                    <a:lnTo>
                      <a:pt x="285" y="47"/>
                    </a:lnTo>
                    <a:lnTo>
                      <a:pt x="285" y="50"/>
                    </a:lnTo>
                    <a:lnTo>
                      <a:pt x="282" y="50"/>
                    </a:lnTo>
                    <a:lnTo>
                      <a:pt x="282" y="50"/>
                    </a:lnTo>
                    <a:lnTo>
                      <a:pt x="282" y="52"/>
                    </a:lnTo>
                    <a:lnTo>
                      <a:pt x="282" y="52"/>
                    </a:lnTo>
                    <a:lnTo>
                      <a:pt x="282" y="52"/>
                    </a:lnTo>
                    <a:lnTo>
                      <a:pt x="282" y="52"/>
                    </a:lnTo>
                    <a:lnTo>
                      <a:pt x="282" y="52"/>
                    </a:lnTo>
                    <a:lnTo>
                      <a:pt x="280" y="52"/>
                    </a:lnTo>
                    <a:lnTo>
                      <a:pt x="280" y="52"/>
                    </a:lnTo>
                    <a:lnTo>
                      <a:pt x="277" y="52"/>
                    </a:lnTo>
                    <a:lnTo>
                      <a:pt x="277" y="52"/>
                    </a:lnTo>
                    <a:lnTo>
                      <a:pt x="277" y="55"/>
                    </a:lnTo>
                    <a:lnTo>
                      <a:pt x="277" y="55"/>
                    </a:lnTo>
                    <a:lnTo>
                      <a:pt x="275" y="55"/>
                    </a:lnTo>
                    <a:lnTo>
                      <a:pt x="275" y="55"/>
                    </a:lnTo>
                    <a:lnTo>
                      <a:pt x="275" y="57"/>
                    </a:lnTo>
                    <a:lnTo>
                      <a:pt x="275" y="57"/>
                    </a:lnTo>
                    <a:lnTo>
                      <a:pt x="275" y="57"/>
                    </a:lnTo>
                    <a:lnTo>
                      <a:pt x="275" y="59"/>
                    </a:lnTo>
                    <a:lnTo>
                      <a:pt x="275" y="59"/>
                    </a:lnTo>
                    <a:lnTo>
                      <a:pt x="275" y="59"/>
                    </a:lnTo>
                    <a:lnTo>
                      <a:pt x="273" y="59"/>
                    </a:lnTo>
                    <a:lnTo>
                      <a:pt x="273" y="59"/>
                    </a:lnTo>
                    <a:lnTo>
                      <a:pt x="270" y="59"/>
                    </a:lnTo>
                    <a:lnTo>
                      <a:pt x="270" y="59"/>
                    </a:lnTo>
                    <a:lnTo>
                      <a:pt x="270" y="62"/>
                    </a:lnTo>
                    <a:lnTo>
                      <a:pt x="270" y="62"/>
                    </a:lnTo>
                    <a:lnTo>
                      <a:pt x="270" y="62"/>
                    </a:lnTo>
                    <a:lnTo>
                      <a:pt x="270" y="62"/>
                    </a:lnTo>
                    <a:lnTo>
                      <a:pt x="270" y="64"/>
                    </a:lnTo>
                    <a:lnTo>
                      <a:pt x="270" y="64"/>
                    </a:lnTo>
                    <a:lnTo>
                      <a:pt x="270" y="66"/>
                    </a:lnTo>
                    <a:lnTo>
                      <a:pt x="270" y="66"/>
                    </a:lnTo>
                    <a:lnTo>
                      <a:pt x="270" y="66"/>
                    </a:lnTo>
                    <a:lnTo>
                      <a:pt x="270" y="69"/>
                    </a:lnTo>
                    <a:lnTo>
                      <a:pt x="270" y="69"/>
                    </a:lnTo>
                    <a:lnTo>
                      <a:pt x="270" y="69"/>
                    </a:lnTo>
                    <a:lnTo>
                      <a:pt x="270" y="71"/>
                    </a:lnTo>
                    <a:lnTo>
                      <a:pt x="270" y="71"/>
                    </a:lnTo>
                    <a:lnTo>
                      <a:pt x="270" y="71"/>
                    </a:lnTo>
                    <a:lnTo>
                      <a:pt x="270" y="74"/>
                    </a:lnTo>
                    <a:lnTo>
                      <a:pt x="270" y="74"/>
                    </a:lnTo>
                    <a:lnTo>
                      <a:pt x="273" y="74"/>
                    </a:lnTo>
                    <a:lnTo>
                      <a:pt x="273" y="76"/>
                    </a:lnTo>
                    <a:lnTo>
                      <a:pt x="273" y="76"/>
                    </a:lnTo>
                    <a:lnTo>
                      <a:pt x="273" y="76"/>
                    </a:lnTo>
                    <a:lnTo>
                      <a:pt x="273" y="78"/>
                    </a:lnTo>
                    <a:lnTo>
                      <a:pt x="273" y="78"/>
                    </a:lnTo>
                    <a:lnTo>
                      <a:pt x="273" y="81"/>
                    </a:lnTo>
                    <a:lnTo>
                      <a:pt x="273" y="81"/>
                    </a:lnTo>
                    <a:lnTo>
                      <a:pt x="273" y="81"/>
                    </a:lnTo>
                    <a:lnTo>
                      <a:pt x="273" y="83"/>
                    </a:lnTo>
                    <a:lnTo>
                      <a:pt x="273" y="83"/>
                    </a:lnTo>
                    <a:lnTo>
                      <a:pt x="273" y="85"/>
                    </a:lnTo>
                    <a:lnTo>
                      <a:pt x="275" y="85"/>
                    </a:lnTo>
                    <a:lnTo>
                      <a:pt x="275" y="85"/>
                    </a:lnTo>
                    <a:lnTo>
                      <a:pt x="275" y="88"/>
                    </a:lnTo>
                    <a:lnTo>
                      <a:pt x="275" y="88"/>
                    </a:lnTo>
                    <a:lnTo>
                      <a:pt x="275" y="90"/>
                    </a:lnTo>
                    <a:lnTo>
                      <a:pt x="273" y="90"/>
                    </a:lnTo>
                    <a:lnTo>
                      <a:pt x="273" y="90"/>
                    </a:lnTo>
                    <a:lnTo>
                      <a:pt x="273" y="92"/>
                    </a:lnTo>
                    <a:lnTo>
                      <a:pt x="273" y="92"/>
                    </a:lnTo>
                    <a:lnTo>
                      <a:pt x="275" y="92"/>
                    </a:lnTo>
                    <a:lnTo>
                      <a:pt x="275" y="92"/>
                    </a:lnTo>
                    <a:lnTo>
                      <a:pt x="275" y="95"/>
                    </a:lnTo>
                    <a:lnTo>
                      <a:pt x="275" y="95"/>
                    </a:lnTo>
                    <a:lnTo>
                      <a:pt x="275" y="95"/>
                    </a:lnTo>
                    <a:lnTo>
                      <a:pt x="275" y="95"/>
                    </a:lnTo>
                    <a:lnTo>
                      <a:pt x="275" y="97"/>
                    </a:lnTo>
                    <a:lnTo>
                      <a:pt x="275" y="97"/>
                    </a:lnTo>
                    <a:lnTo>
                      <a:pt x="275" y="97"/>
                    </a:lnTo>
                    <a:lnTo>
                      <a:pt x="275" y="97"/>
                    </a:lnTo>
                    <a:lnTo>
                      <a:pt x="275" y="100"/>
                    </a:lnTo>
                    <a:lnTo>
                      <a:pt x="277" y="100"/>
                    </a:lnTo>
                    <a:lnTo>
                      <a:pt x="277" y="100"/>
                    </a:lnTo>
                    <a:lnTo>
                      <a:pt x="277" y="100"/>
                    </a:lnTo>
                    <a:lnTo>
                      <a:pt x="277" y="100"/>
                    </a:lnTo>
                    <a:lnTo>
                      <a:pt x="277" y="100"/>
                    </a:lnTo>
                    <a:lnTo>
                      <a:pt x="280" y="100"/>
                    </a:lnTo>
                    <a:lnTo>
                      <a:pt x="280" y="100"/>
                    </a:lnTo>
                    <a:lnTo>
                      <a:pt x="282" y="100"/>
                    </a:lnTo>
                    <a:lnTo>
                      <a:pt x="282" y="100"/>
                    </a:lnTo>
                    <a:lnTo>
                      <a:pt x="282" y="102"/>
                    </a:lnTo>
                    <a:lnTo>
                      <a:pt x="282" y="102"/>
                    </a:lnTo>
                    <a:lnTo>
                      <a:pt x="282" y="102"/>
                    </a:lnTo>
                    <a:lnTo>
                      <a:pt x="282" y="102"/>
                    </a:lnTo>
                    <a:lnTo>
                      <a:pt x="285" y="102"/>
                    </a:lnTo>
                    <a:lnTo>
                      <a:pt x="285" y="102"/>
                    </a:lnTo>
                    <a:lnTo>
                      <a:pt x="285" y="102"/>
                    </a:lnTo>
                    <a:lnTo>
                      <a:pt x="285" y="102"/>
                    </a:lnTo>
                    <a:lnTo>
                      <a:pt x="287" y="102"/>
                    </a:lnTo>
                    <a:lnTo>
                      <a:pt x="287" y="102"/>
                    </a:lnTo>
                    <a:lnTo>
                      <a:pt x="287" y="104"/>
                    </a:lnTo>
                    <a:lnTo>
                      <a:pt x="289" y="104"/>
                    </a:lnTo>
                    <a:lnTo>
                      <a:pt x="289" y="104"/>
                    </a:lnTo>
                    <a:lnTo>
                      <a:pt x="289" y="104"/>
                    </a:lnTo>
                    <a:lnTo>
                      <a:pt x="289" y="104"/>
                    </a:lnTo>
                    <a:lnTo>
                      <a:pt x="292" y="104"/>
                    </a:lnTo>
                    <a:lnTo>
                      <a:pt x="292" y="104"/>
                    </a:lnTo>
                    <a:lnTo>
                      <a:pt x="292" y="104"/>
                    </a:lnTo>
                    <a:lnTo>
                      <a:pt x="292" y="107"/>
                    </a:lnTo>
                    <a:lnTo>
                      <a:pt x="294" y="107"/>
                    </a:lnTo>
                    <a:lnTo>
                      <a:pt x="294" y="107"/>
                    </a:lnTo>
                    <a:lnTo>
                      <a:pt x="296" y="107"/>
                    </a:lnTo>
                    <a:lnTo>
                      <a:pt x="296" y="104"/>
                    </a:lnTo>
                    <a:lnTo>
                      <a:pt x="296" y="104"/>
                    </a:lnTo>
                    <a:lnTo>
                      <a:pt x="296" y="104"/>
                    </a:lnTo>
                    <a:lnTo>
                      <a:pt x="296" y="104"/>
                    </a:lnTo>
                    <a:lnTo>
                      <a:pt x="296" y="104"/>
                    </a:lnTo>
                    <a:lnTo>
                      <a:pt x="296" y="104"/>
                    </a:lnTo>
                    <a:lnTo>
                      <a:pt x="296" y="107"/>
                    </a:lnTo>
                    <a:lnTo>
                      <a:pt x="296" y="107"/>
                    </a:lnTo>
                    <a:lnTo>
                      <a:pt x="296" y="109"/>
                    </a:lnTo>
                    <a:lnTo>
                      <a:pt x="296" y="109"/>
                    </a:lnTo>
                    <a:lnTo>
                      <a:pt x="296" y="109"/>
                    </a:lnTo>
                    <a:lnTo>
                      <a:pt x="296" y="111"/>
                    </a:lnTo>
                    <a:lnTo>
                      <a:pt x="296" y="111"/>
                    </a:lnTo>
                    <a:lnTo>
                      <a:pt x="296" y="111"/>
                    </a:lnTo>
                    <a:lnTo>
                      <a:pt x="296" y="111"/>
                    </a:lnTo>
                    <a:lnTo>
                      <a:pt x="296" y="111"/>
                    </a:lnTo>
                    <a:lnTo>
                      <a:pt x="299" y="111"/>
                    </a:lnTo>
                    <a:lnTo>
                      <a:pt x="299" y="111"/>
                    </a:lnTo>
                    <a:lnTo>
                      <a:pt x="299" y="111"/>
                    </a:lnTo>
                    <a:lnTo>
                      <a:pt x="301" y="111"/>
                    </a:lnTo>
                    <a:lnTo>
                      <a:pt x="301" y="114"/>
                    </a:lnTo>
                    <a:lnTo>
                      <a:pt x="301" y="114"/>
                    </a:lnTo>
                    <a:lnTo>
                      <a:pt x="303" y="114"/>
                    </a:lnTo>
                    <a:lnTo>
                      <a:pt x="303" y="114"/>
                    </a:lnTo>
                    <a:lnTo>
                      <a:pt x="303" y="111"/>
                    </a:lnTo>
                    <a:lnTo>
                      <a:pt x="303" y="111"/>
                    </a:lnTo>
                    <a:lnTo>
                      <a:pt x="306" y="111"/>
                    </a:lnTo>
                    <a:lnTo>
                      <a:pt x="306" y="114"/>
                    </a:lnTo>
                    <a:lnTo>
                      <a:pt x="306" y="114"/>
                    </a:lnTo>
                    <a:lnTo>
                      <a:pt x="306" y="114"/>
                    </a:lnTo>
                    <a:lnTo>
                      <a:pt x="306" y="114"/>
                    </a:lnTo>
                    <a:lnTo>
                      <a:pt x="308" y="114"/>
                    </a:lnTo>
                    <a:lnTo>
                      <a:pt x="308" y="114"/>
                    </a:lnTo>
                    <a:lnTo>
                      <a:pt x="308" y="116"/>
                    </a:lnTo>
                    <a:lnTo>
                      <a:pt x="311" y="116"/>
                    </a:lnTo>
                    <a:lnTo>
                      <a:pt x="311" y="116"/>
                    </a:lnTo>
                    <a:lnTo>
                      <a:pt x="311" y="116"/>
                    </a:lnTo>
                    <a:lnTo>
                      <a:pt x="311" y="119"/>
                    </a:lnTo>
                    <a:lnTo>
                      <a:pt x="311" y="119"/>
                    </a:lnTo>
                    <a:lnTo>
                      <a:pt x="311" y="119"/>
                    </a:lnTo>
                    <a:lnTo>
                      <a:pt x="311" y="121"/>
                    </a:lnTo>
                    <a:lnTo>
                      <a:pt x="311" y="121"/>
                    </a:lnTo>
                    <a:lnTo>
                      <a:pt x="311" y="121"/>
                    </a:lnTo>
                    <a:lnTo>
                      <a:pt x="311" y="121"/>
                    </a:lnTo>
                    <a:lnTo>
                      <a:pt x="311" y="121"/>
                    </a:lnTo>
                    <a:lnTo>
                      <a:pt x="308" y="121"/>
                    </a:lnTo>
                    <a:lnTo>
                      <a:pt x="308" y="123"/>
                    </a:lnTo>
                    <a:lnTo>
                      <a:pt x="308" y="123"/>
                    </a:lnTo>
                    <a:lnTo>
                      <a:pt x="306" y="123"/>
                    </a:lnTo>
                    <a:lnTo>
                      <a:pt x="306" y="123"/>
                    </a:lnTo>
                    <a:lnTo>
                      <a:pt x="306" y="123"/>
                    </a:lnTo>
                    <a:lnTo>
                      <a:pt x="306" y="123"/>
                    </a:lnTo>
                    <a:lnTo>
                      <a:pt x="303" y="123"/>
                    </a:lnTo>
                    <a:lnTo>
                      <a:pt x="303" y="123"/>
                    </a:lnTo>
                    <a:lnTo>
                      <a:pt x="303" y="123"/>
                    </a:lnTo>
                    <a:lnTo>
                      <a:pt x="301" y="123"/>
                    </a:lnTo>
                    <a:lnTo>
                      <a:pt x="301" y="123"/>
                    </a:lnTo>
                    <a:lnTo>
                      <a:pt x="301" y="126"/>
                    </a:lnTo>
                    <a:lnTo>
                      <a:pt x="299" y="126"/>
                    </a:lnTo>
                    <a:lnTo>
                      <a:pt x="299" y="126"/>
                    </a:lnTo>
                    <a:lnTo>
                      <a:pt x="299" y="126"/>
                    </a:lnTo>
                    <a:lnTo>
                      <a:pt x="299" y="126"/>
                    </a:lnTo>
                    <a:lnTo>
                      <a:pt x="296" y="126"/>
                    </a:lnTo>
                    <a:lnTo>
                      <a:pt x="296" y="128"/>
                    </a:lnTo>
                    <a:lnTo>
                      <a:pt x="296" y="128"/>
                    </a:lnTo>
                    <a:lnTo>
                      <a:pt x="296" y="128"/>
                    </a:lnTo>
                    <a:lnTo>
                      <a:pt x="296" y="128"/>
                    </a:lnTo>
                    <a:lnTo>
                      <a:pt x="294" y="128"/>
                    </a:lnTo>
                    <a:lnTo>
                      <a:pt x="294" y="130"/>
                    </a:lnTo>
                    <a:lnTo>
                      <a:pt x="294" y="130"/>
                    </a:lnTo>
                    <a:lnTo>
                      <a:pt x="294" y="130"/>
                    </a:lnTo>
                    <a:lnTo>
                      <a:pt x="294" y="130"/>
                    </a:lnTo>
                    <a:lnTo>
                      <a:pt x="292" y="130"/>
                    </a:lnTo>
                    <a:lnTo>
                      <a:pt x="292" y="133"/>
                    </a:lnTo>
                    <a:lnTo>
                      <a:pt x="294" y="133"/>
                    </a:lnTo>
                    <a:lnTo>
                      <a:pt x="294" y="133"/>
                    </a:lnTo>
                    <a:lnTo>
                      <a:pt x="294" y="133"/>
                    </a:lnTo>
                    <a:lnTo>
                      <a:pt x="294" y="135"/>
                    </a:lnTo>
                    <a:lnTo>
                      <a:pt x="294" y="135"/>
                    </a:lnTo>
                    <a:lnTo>
                      <a:pt x="294" y="138"/>
                    </a:lnTo>
                    <a:lnTo>
                      <a:pt x="296" y="138"/>
                    </a:lnTo>
                    <a:lnTo>
                      <a:pt x="296" y="138"/>
                    </a:lnTo>
                    <a:lnTo>
                      <a:pt x="296" y="140"/>
                    </a:lnTo>
                    <a:lnTo>
                      <a:pt x="296" y="140"/>
                    </a:lnTo>
                    <a:lnTo>
                      <a:pt x="294" y="140"/>
                    </a:lnTo>
                    <a:lnTo>
                      <a:pt x="294" y="140"/>
                    </a:lnTo>
                    <a:lnTo>
                      <a:pt x="294" y="142"/>
                    </a:lnTo>
                    <a:lnTo>
                      <a:pt x="294" y="142"/>
                    </a:lnTo>
                    <a:lnTo>
                      <a:pt x="294" y="142"/>
                    </a:lnTo>
                    <a:lnTo>
                      <a:pt x="294" y="145"/>
                    </a:lnTo>
                    <a:lnTo>
                      <a:pt x="294" y="145"/>
                    </a:lnTo>
                    <a:lnTo>
                      <a:pt x="294" y="147"/>
                    </a:lnTo>
                    <a:lnTo>
                      <a:pt x="294" y="147"/>
                    </a:lnTo>
                    <a:lnTo>
                      <a:pt x="294" y="147"/>
                    </a:lnTo>
                    <a:lnTo>
                      <a:pt x="296" y="147"/>
                    </a:lnTo>
                    <a:lnTo>
                      <a:pt x="296" y="147"/>
                    </a:lnTo>
                    <a:lnTo>
                      <a:pt x="296" y="149"/>
                    </a:lnTo>
                    <a:lnTo>
                      <a:pt x="296" y="149"/>
                    </a:lnTo>
                    <a:lnTo>
                      <a:pt x="296" y="149"/>
                    </a:lnTo>
                    <a:lnTo>
                      <a:pt x="294" y="149"/>
                    </a:lnTo>
                    <a:lnTo>
                      <a:pt x="294" y="149"/>
                    </a:lnTo>
                    <a:lnTo>
                      <a:pt x="294" y="152"/>
                    </a:lnTo>
                    <a:lnTo>
                      <a:pt x="294" y="152"/>
                    </a:lnTo>
                    <a:lnTo>
                      <a:pt x="292" y="152"/>
                    </a:lnTo>
                    <a:lnTo>
                      <a:pt x="292" y="152"/>
                    </a:lnTo>
                    <a:lnTo>
                      <a:pt x="292" y="152"/>
                    </a:lnTo>
                    <a:lnTo>
                      <a:pt x="292" y="152"/>
                    </a:lnTo>
                    <a:lnTo>
                      <a:pt x="289" y="152"/>
                    </a:lnTo>
                    <a:lnTo>
                      <a:pt x="289" y="154"/>
                    </a:lnTo>
                    <a:lnTo>
                      <a:pt x="289" y="154"/>
                    </a:lnTo>
                    <a:lnTo>
                      <a:pt x="289" y="154"/>
                    </a:lnTo>
                    <a:lnTo>
                      <a:pt x="289" y="154"/>
                    </a:lnTo>
                    <a:lnTo>
                      <a:pt x="289" y="156"/>
                    </a:lnTo>
                    <a:lnTo>
                      <a:pt x="289" y="156"/>
                    </a:lnTo>
                    <a:lnTo>
                      <a:pt x="287" y="156"/>
                    </a:lnTo>
                    <a:lnTo>
                      <a:pt x="287" y="159"/>
                    </a:lnTo>
                    <a:lnTo>
                      <a:pt x="287" y="159"/>
                    </a:lnTo>
                    <a:lnTo>
                      <a:pt x="287" y="159"/>
                    </a:lnTo>
                    <a:lnTo>
                      <a:pt x="285" y="159"/>
                    </a:lnTo>
                    <a:lnTo>
                      <a:pt x="285" y="161"/>
                    </a:lnTo>
                    <a:lnTo>
                      <a:pt x="285" y="161"/>
                    </a:lnTo>
                    <a:lnTo>
                      <a:pt x="285" y="161"/>
                    </a:lnTo>
                    <a:lnTo>
                      <a:pt x="285" y="161"/>
                    </a:lnTo>
                    <a:lnTo>
                      <a:pt x="285" y="161"/>
                    </a:lnTo>
                    <a:lnTo>
                      <a:pt x="282" y="161"/>
                    </a:lnTo>
                    <a:lnTo>
                      <a:pt x="282" y="161"/>
                    </a:lnTo>
                    <a:lnTo>
                      <a:pt x="282" y="164"/>
                    </a:lnTo>
                    <a:lnTo>
                      <a:pt x="282" y="164"/>
                    </a:lnTo>
                    <a:lnTo>
                      <a:pt x="282" y="164"/>
                    </a:lnTo>
                    <a:lnTo>
                      <a:pt x="280" y="164"/>
                    </a:lnTo>
                    <a:lnTo>
                      <a:pt x="280" y="166"/>
                    </a:lnTo>
                    <a:lnTo>
                      <a:pt x="280" y="166"/>
                    </a:lnTo>
                    <a:lnTo>
                      <a:pt x="280" y="166"/>
                    </a:lnTo>
                    <a:lnTo>
                      <a:pt x="280" y="168"/>
                    </a:lnTo>
                    <a:lnTo>
                      <a:pt x="280" y="168"/>
                    </a:lnTo>
                    <a:lnTo>
                      <a:pt x="280" y="168"/>
                    </a:lnTo>
                    <a:lnTo>
                      <a:pt x="282" y="168"/>
                    </a:lnTo>
                    <a:lnTo>
                      <a:pt x="282" y="171"/>
                    </a:lnTo>
                    <a:lnTo>
                      <a:pt x="282" y="171"/>
                    </a:lnTo>
                    <a:lnTo>
                      <a:pt x="282" y="171"/>
                    </a:lnTo>
                    <a:lnTo>
                      <a:pt x="280" y="171"/>
                    </a:lnTo>
                    <a:lnTo>
                      <a:pt x="280" y="173"/>
                    </a:lnTo>
                    <a:lnTo>
                      <a:pt x="280" y="173"/>
                    </a:lnTo>
                    <a:lnTo>
                      <a:pt x="277" y="173"/>
                    </a:lnTo>
                    <a:lnTo>
                      <a:pt x="277" y="173"/>
                    </a:lnTo>
                    <a:lnTo>
                      <a:pt x="277" y="173"/>
                    </a:lnTo>
                    <a:lnTo>
                      <a:pt x="277" y="175"/>
                    </a:lnTo>
                    <a:lnTo>
                      <a:pt x="277" y="175"/>
                    </a:lnTo>
                    <a:lnTo>
                      <a:pt x="275" y="175"/>
                    </a:lnTo>
                    <a:lnTo>
                      <a:pt x="275" y="175"/>
                    </a:lnTo>
                    <a:lnTo>
                      <a:pt x="275" y="175"/>
                    </a:lnTo>
                    <a:lnTo>
                      <a:pt x="275" y="175"/>
                    </a:lnTo>
                    <a:lnTo>
                      <a:pt x="273" y="175"/>
                    </a:lnTo>
                    <a:lnTo>
                      <a:pt x="273" y="175"/>
                    </a:lnTo>
                    <a:lnTo>
                      <a:pt x="270" y="175"/>
                    </a:lnTo>
                    <a:lnTo>
                      <a:pt x="270" y="178"/>
                    </a:lnTo>
                    <a:lnTo>
                      <a:pt x="270" y="178"/>
                    </a:lnTo>
                    <a:lnTo>
                      <a:pt x="270" y="178"/>
                    </a:lnTo>
                    <a:lnTo>
                      <a:pt x="270" y="178"/>
                    </a:lnTo>
                    <a:lnTo>
                      <a:pt x="268" y="178"/>
                    </a:lnTo>
                    <a:lnTo>
                      <a:pt x="268" y="180"/>
                    </a:lnTo>
                    <a:lnTo>
                      <a:pt x="268" y="180"/>
                    </a:lnTo>
                    <a:lnTo>
                      <a:pt x="268" y="180"/>
                    </a:lnTo>
                    <a:lnTo>
                      <a:pt x="268" y="180"/>
                    </a:lnTo>
                    <a:lnTo>
                      <a:pt x="268" y="183"/>
                    </a:lnTo>
                    <a:lnTo>
                      <a:pt x="268" y="183"/>
                    </a:lnTo>
                    <a:lnTo>
                      <a:pt x="268" y="185"/>
                    </a:lnTo>
                    <a:lnTo>
                      <a:pt x="266" y="185"/>
                    </a:lnTo>
                    <a:lnTo>
                      <a:pt x="266" y="185"/>
                    </a:lnTo>
                    <a:lnTo>
                      <a:pt x="266" y="187"/>
                    </a:lnTo>
                    <a:lnTo>
                      <a:pt x="266" y="187"/>
                    </a:lnTo>
                    <a:lnTo>
                      <a:pt x="266" y="187"/>
                    </a:lnTo>
                    <a:lnTo>
                      <a:pt x="266" y="190"/>
                    </a:lnTo>
                    <a:lnTo>
                      <a:pt x="266" y="190"/>
                    </a:lnTo>
                    <a:lnTo>
                      <a:pt x="266" y="190"/>
                    </a:lnTo>
                    <a:lnTo>
                      <a:pt x="266" y="190"/>
                    </a:lnTo>
                    <a:lnTo>
                      <a:pt x="263" y="190"/>
                    </a:lnTo>
                    <a:lnTo>
                      <a:pt x="263" y="192"/>
                    </a:lnTo>
                    <a:lnTo>
                      <a:pt x="263" y="192"/>
                    </a:lnTo>
                    <a:lnTo>
                      <a:pt x="263" y="192"/>
                    </a:lnTo>
                    <a:lnTo>
                      <a:pt x="263" y="194"/>
                    </a:lnTo>
                    <a:lnTo>
                      <a:pt x="263" y="194"/>
                    </a:lnTo>
                    <a:lnTo>
                      <a:pt x="263" y="194"/>
                    </a:lnTo>
                    <a:lnTo>
                      <a:pt x="263" y="197"/>
                    </a:lnTo>
                    <a:lnTo>
                      <a:pt x="261" y="197"/>
                    </a:lnTo>
                    <a:lnTo>
                      <a:pt x="261" y="197"/>
                    </a:lnTo>
                    <a:lnTo>
                      <a:pt x="261" y="197"/>
                    </a:lnTo>
                    <a:lnTo>
                      <a:pt x="261" y="199"/>
                    </a:lnTo>
                    <a:lnTo>
                      <a:pt x="258" y="199"/>
                    </a:lnTo>
                    <a:lnTo>
                      <a:pt x="258" y="199"/>
                    </a:lnTo>
                    <a:lnTo>
                      <a:pt x="258" y="199"/>
                    </a:lnTo>
                    <a:lnTo>
                      <a:pt x="258" y="199"/>
                    </a:lnTo>
                    <a:lnTo>
                      <a:pt x="258" y="202"/>
                    </a:lnTo>
                    <a:lnTo>
                      <a:pt x="258" y="202"/>
                    </a:lnTo>
                    <a:lnTo>
                      <a:pt x="256" y="202"/>
                    </a:lnTo>
                    <a:lnTo>
                      <a:pt x="256" y="202"/>
                    </a:lnTo>
                    <a:lnTo>
                      <a:pt x="256" y="202"/>
                    </a:lnTo>
                    <a:lnTo>
                      <a:pt x="256" y="202"/>
                    </a:lnTo>
                    <a:lnTo>
                      <a:pt x="254" y="202"/>
                    </a:lnTo>
                    <a:lnTo>
                      <a:pt x="254" y="204"/>
                    </a:lnTo>
                    <a:lnTo>
                      <a:pt x="254" y="204"/>
                    </a:lnTo>
                    <a:lnTo>
                      <a:pt x="251" y="204"/>
                    </a:lnTo>
                    <a:lnTo>
                      <a:pt x="251" y="204"/>
                    </a:lnTo>
                    <a:lnTo>
                      <a:pt x="251" y="204"/>
                    </a:lnTo>
                    <a:lnTo>
                      <a:pt x="251" y="204"/>
                    </a:lnTo>
                    <a:lnTo>
                      <a:pt x="251" y="206"/>
                    </a:lnTo>
                    <a:lnTo>
                      <a:pt x="249" y="206"/>
                    </a:lnTo>
                    <a:lnTo>
                      <a:pt x="249" y="206"/>
                    </a:lnTo>
                    <a:lnTo>
                      <a:pt x="249" y="206"/>
                    </a:lnTo>
                    <a:lnTo>
                      <a:pt x="249" y="206"/>
                    </a:lnTo>
                    <a:lnTo>
                      <a:pt x="247" y="206"/>
                    </a:lnTo>
                    <a:lnTo>
                      <a:pt x="247" y="209"/>
                    </a:lnTo>
                    <a:lnTo>
                      <a:pt x="247" y="209"/>
                    </a:lnTo>
                    <a:lnTo>
                      <a:pt x="247" y="209"/>
                    </a:lnTo>
                    <a:lnTo>
                      <a:pt x="247" y="211"/>
                    </a:lnTo>
                    <a:lnTo>
                      <a:pt x="244" y="211"/>
                    </a:lnTo>
                    <a:lnTo>
                      <a:pt x="244" y="211"/>
                    </a:lnTo>
                    <a:lnTo>
                      <a:pt x="244" y="211"/>
                    </a:lnTo>
                    <a:lnTo>
                      <a:pt x="244" y="211"/>
                    </a:lnTo>
                    <a:lnTo>
                      <a:pt x="244" y="213"/>
                    </a:lnTo>
                    <a:lnTo>
                      <a:pt x="244" y="213"/>
                    </a:lnTo>
                    <a:lnTo>
                      <a:pt x="244" y="216"/>
                    </a:lnTo>
                    <a:lnTo>
                      <a:pt x="244" y="216"/>
                    </a:lnTo>
                    <a:lnTo>
                      <a:pt x="244" y="216"/>
                    </a:lnTo>
                    <a:lnTo>
                      <a:pt x="244" y="218"/>
                    </a:lnTo>
                    <a:lnTo>
                      <a:pt x="242" y="218"/>
                    </a:lnTo>
                    <a:lnTo>
                      <a:pt x="242" y="218"/>
                    </a:lnTo>
                    <a:lnTo>
                      <a:pt x="242" y="218"/>
                    </a:lnTo>
                    <a:lnTo>
                      <a:pt x="242" y="220"/>
                    </a:lnTo>
                    <a:lnTo>
                      <a:pt x="242" y="220"/>
                    </a:lnTo>
                    <a:lnTo>
                      <a:pt x="242" y="220"/>
                    </a:lnTo>
                    <a:lnTo>
                      <a:pt x="240" y="220"/>
                    </a:lnTo>
                    <a:lnTo>
                      <a:pt x="240" y="220"/>
                    </a:lnTo>
                    <a:lnTo>
                      <a:pt x="240" y="220"/>
                    </a:lnTo>
                    <a:lnTo>
                      <a:pt x="237" y="220"/>
                    </a:lnTo>
                    <a:lnTo>
                      <a:pt x="237" y="223"/>
                    </a:lnTo>
                    <a:lnTo>
                      <a:pt x="237" y="223"/>
                    </a:lnTo>
                    <a:lnTo>
                      <a:pt x="237" y="223"/>
                    </a:lnTo>
                    <a:lnTo>
                      <a:pt x="237" y="225"/>
                    </a:lnTo>
                    <a:lnTo>
                      <a:pt x="237" y="225"/>
                    </a:lnTo>
                    <a:lnTo>
                      <a:pt x="237" y="228"/>
                    </a:lnTo>
                    <a:lnTo>
                      <a:pt x="237" y="228"/>
                    </a:lnTo>
                    <a:lnTo>
                      <a:pt x="237" y="228"/>
                    </a:lnTo>
                    <a:lnTo>
                      <a:pt x="235" y="228"/>
                    </a:lnTo>
                    <a:lnTo>
                      <a:pt x="235" y="230"/>
                    </a:lnTo>
                    <a:lnTo>
                      <a:pt x="235" y="230"/>
                    </a:lnTo>
                    <a:lnTo>
                      <a:pt x="232" y="230"/>
                    </a:lnTo>
                    <a:lnTo>
                      <a:pt x="232" y="230"/>
                    </a:lnTo>
                    <a:lnTo>
                      <a:pt x="232" y="230"/>
                    </a:lnTo>
                    <a:lnTo>
                      <a:pt x="232" y="230"/>
                    </a:lnTo>
                    <a:lnTo>
                      <a:pt x="230" y="230"/>
                    </a:lnTo>
                    <a:lnTo>
                      <a:pt x="230" y="230"/>
                    </a:lnTo>
                    <a:lnTo>
                      <a:pt x="230" y="230"/>
                    </a:lnTo>
                    <a:lnTo>
                      <a:pt x="228" y="230"/>
                    </a:lnTo>
                    <a:lnTo>
                      <a:pt x="228" y="230"/>
                    </a:lnTo>
                    <a:lnTo>
                      <a:pt x="225" y="230"/>
                    </a:lnTo>
                    <a:lnTo>
                      <a:pt x="225" y="230"/>
                    </a:lnTo>
                    <a:lnTo>
                      <a:pt x="225" y="230"/>
                    </a:lnTo>
                    <a:lnTo>
                      <a:pt x="223" y="230"/>
                    </a:lnTo>
                    <a:lnTo>
                      <a:pt x="223" y="230"/>
                    </a:lnTo>
                    <a:lnTo>
                      <a:pt x="223" y="230"/>
                    </a:lnTo>
                    <a:lnTo>
                      <a:pt x="223" y="230"/>
                    </a:lnTo>
                    <a:lnTo>
                      <a:pt x="221" y="230"/>
                    </a:lnTo>
                    <a:lnTo>
                      <a:pt x="221" y="232"/>
                    </a:lnTo>
                    <a:lnTo>
                      <a:pt x="221" y="232"/>
                    </a:lnTo>
                    <a:lnTo>
                      <a:pt x="218" y="232"/>
                    </a:lnTo>
                    <a:lnTo>
                      <a:pt x="218" y="232"/>
                    </a:lnTo>
                    <a:lnTo>
                      <a:pt x="218" y="232"/>
                    </a:lnTo>
                    <a:lnTo>
                      <a:pt x="218" y="232"/>
                    </a:lnTo>
                    <a:lnTo>
                      <a:pt x="216" y="232"/>
                    </a:lnTo>
                    <a:lnTo>
                      <a:pt x="216" y="235"/>
                    </a:lnTo>
                    <a:lnTo>
                      <a:pt x="216" y="235"/>
                    </a:lnTo>
                    <a:lnTo>
                      <a:pt x="216" y="235"/>
                    </a:lnTo>
                    <a:lnTo>
                      <a:pt x="214" y="235"/>
                    </a:lnTo>
                    <a:lnTo>
                      <a:pt x="214" y="235"/>
                    </a:lnTo>
                    <a:lnTo>
                      <a:pt x="211" y="235"/>
                    </a:lnTo>
                    <a:lnTo>
                      <a:pt x="211" y="232"/>
                    </a:lnTo>
                    <a:lnTo>
                      <a:pt x="211" y="232"/>
                    </a:lnTo>
                    <a:lnTo>
                      <a:pt x="211" y="232"/>
                    </a:lnTo>
                    <a:lnTo>
                      <a:pt x="211" y="230"/>
                    </a:lnTo>
                    <a:lnTo>
                      <a:pt x="211" y="230"/>
                    </a:lnTo>
                    <a:lnTo>
                      <a:pt x="211" y="230"/>
                    </a:lnTo>
                    <a:lnTo>
                      <a:pt x="211" y="230"/>
                    </a:lnTo>
                    <a:lnTo>
                      <a:pt x="211" y="228"/>
                    </a:lnTo>
                    <a:lnTo>
                      <a:pt x="209" y="228"/>
                    </a:lnTo>
                    <a:lnTo>
                      <a:pt x="209" y="228"/>
                    </a:lnTo>
                    <a:lnTo>
                      <a:pt x="209" y="228"/>
                    </a:lnTo>
                    <a:lnTo>
                      <a:pt x="209" y="228"/>
                    </a:lnTo>
                    <a:lnTo>
                      <a:pt x="209" y="225"/>
                    </a:lnTo>
                    <a:lnTo>
                      <a:pt x="206" y="225"/>
                    </a:lnTo>
                    <a:lnTo>
                      <a:pt x="206" y="225"/>
                    </a:lnTo>
                    <a:lnTo>
                      <a:pt x="204" y="225"/>
                    </a:lnTo>
                    <a:lnTo>
                      <a:pt x="204" y="228"/>
                    </a:lnTo>
                    <a:lnTo>
                      <a:pt x="204" y="228"/>
                    </a:lnTo>
                    <a:lnTo>
                      <a:pt x="204" y="228"/>
                    </a:lnTo>
                    <a:lnTo>
                      <a:pt x="204" y="228"/>
                    </a:lnTo>
                    <a:lnTo>
                      <a:pt x="202" y="228"/>
                    </a:lnTo>
                    <a:lnTo>
                      <a:pt x="202" y="230"/>
                    </a:lnTo>
                    <a:lnTo>
                      <a:pt x="202" y="230"/>
                    </a:lnTo>
                    <a:lnTo>
                      <a:pt x="199" y="230"/>
                    </a:lnTo>
                    <a:lnTo>
                      <a:pt x="199" y="230"/>
                    </a:lnTo>
                    <a:lnTo>
                      <a:pt x="199" y="230"/>
                    </a:lnTo>
                    <a:lnTo>
                      <a:pt x="199" y="230"/>
                    </a:lnTo>
                    <a:lnTo>
                      <a:pt x="199" y="230"/>
                    </a:lnTo>
                    <a:lnTo>
                      <a:pt x="199" y="232"/>
                    </a:lnTo>
                    <a:lnTo>
                      <a:pt x="199" y="232"/>
                    </a:lnTo>
                    <a:lnTo>
                      <a:pt x="197" y="232"/>
                    </a:lnTo>
                    <a:lnTo>
                      <a:pt x="197" y="235"/>
                    </a:lnTo>
                    <a:lnTo>
                      <a:pt x="197" y="235"/>
                    </a:lnTo>
                    <a:lnTo>
                      <a:pt x="197" y="235"/>
                    </a:lnTo>
                    <a:lnTo>
                      <a:pt x="197" y="237"/>
                    </a:lnTo>
                    <a:lnTo>
                      <a:pt x="197" y="237"/>
                    </a:lnTo>
                    <a:lnTo>
                      <a:pt x="197" y="237"/>
                    </a:lnTo>
                    <a:lnTo>
                      <a:pt x="197" y="239"/>
                    </a:lnTo>
                    <a:lnTo>
                      <a:pt x="195" y="239"/>
                    </a:lnTo>
                    <a:lnTo>
                      <a:pt x="195" y="239"/>
                    </a:lnTo>
                    <a:lnTo>
                      <a:pt x="195" y="239"/>
                    </a:lnTo>
                    <a:lnTo>
                      <a:pt x="195" y="239"/>
                    </a:lnTo>
                    <a:lnTo>
                      <a:pt x="192" y="239"/>
                    </a:lnTo>
                    <a:lnTo>
                      <a:pt x="192" y="242"/>
                    </a:lnTo>
                    <a:lnTo>
                      <a:pt x="192" y="242"/>
                    </a:lnTo>
                    <a:lnTo>
                      <a:pt x="192" y="242"/>
                    </a:lnTo>
                    <a:lnTo>
                      <a:pt x="192" y="242"/>
                    </a:lnTo>
                    <a:lnTo>
                      <a:pt x="192" y="244"/>
                    </a:lnTo>
                    <a:lnTo>
                      <a:pt x="190" y="244"/>
                    </a:lnTo>
                    <a:lnTo>
                      <a:pt x="190" y="244"/>
                    </a:lnTo>
                    <a:lnTo>
                      <a:pt x="190" y="244"/>
                    </a:lnTo>
                    <a:lnTo>
                      <a:pt x="190" y="247"/>
                    </a:lnTo>
                    <a:lnTo>
                      <a:pt x="190" y="247"/>
                    </a:lnTo>
                    <a:lnTo>
                      <a:pt x="187" y="247"/>
                    </a:lnTo>
                    <a:lnTo>
                      <a:pt x="187" y="247"/>
                    </a:lnTo>
                    <a:lnTo>
                      <a:pt x="187" y="247"/>
                    </a:lnTo>
                    <a:lnTo>
                      <a:pt x="187" y="249"/>
                    </a:lnTo>
                    <a:lnTo>
                      <a:pt x="187" y="249"/>
                    </a:lnTo>
                    <a:lnTo>
                      <a:pt x="185" y="249"/>
                    </a:lnTo>
                    <a:lnTo>
                      <a:pt x="185" y="249"/>
                    </a:lnTo>
                    <a:lnTo>
                      <a:pt x="185" y="251"/>
                    </a:lnTo>
                    <a:lnTo>
                      <a:pt x="185" y="251"/>
                    </a:lnTo>
                    <a:lnTo>
                      <a:pt x="185" y="251"/>
                    </a:lnTo>
                    <a:lnTo>
                      <a:pt x="185" y="254"/>
                    </a:lnTo>
                    <a:lnTo>
                      <a:pt x="185" y="254"/>
                    </a:lnTo>
                    <a:lnTo>
                      <a:pt x="185" y="256"/>
                    </a:lnTo>
                    <a:lnTo>
                      <a:pt x="185" y="256"/>
                    </a:lnTo>
                    <a:lnTo>
                      <a:pt x="185" y="258"/>
                    </a:lnTo>
                    <a:lnTo>
                      <a:pt x="185" y="258"/>
                    </a:lnTo>
                    <a:lnTo>
                      <a:pt x="185" y="258"/>
                    </a:lnTo>
                    <a:lnTo>
                      <a:pt x="185" y="258"/>
                    </a:lnTo>
                    <a:lnTo>
                      <a:pt x="187" y="258"/>
                    </a:lnTo>
                    <a:lnTo>
                      <a:pt x="187" y="258"/>
                    </a:lnTo>
                    <a:lnTo>
                      <a:pt x="187" y="261"/>
                    </a:lnTo>
                    <a:lnTo>
                      <a:pt x="190" y="261"/>
                    </a:lnTo>
                    <a:lnTo>
                      <a:pt x="190" y="261"/>
                    </a:lnTo>
                    <a:lnTo>
                      <a:pt x="190" y="261"/>
                    </a:lnTo>
                    <a:lnTo>
                      <a:pt x="190" y="261"/>
                    </a:lnTo>
                    <a:lnTo>
                      <a:pt x="192" y="261"/>
                    </a:lnTo>
                    <a:lnTo>
                      <a:pt x="192" y="263"/>
                    </a:lnTo>
                    <a:lnTo>
                      <a:pt x="192" y="263"/>
                    </a:lnTo>
                    <a:lnTo>
                      <a:pt x="192" y="263"/>
                    </a:lnTo>
                    <a:lnTo>
                      <a:pt x="195" y="263"/>
                    </a:lnTo>
                    <a:lnTo>
                      <a:pt x="195" y="263"/>
                    </a:lnTo>
                    <a:lnTo>
                      <a:pt x="197" y="263"/>
                    </a:lnTo>
                    <a:lnTo>
                      <a:pt x="197" y="263"/>
                    </a:lnTo>
                    <a:lnTo>
                      <a:pt x="197" y="263"/>
                    </a:lnTo>
                    <a:lnTo>
                      <a:pt x="199" y="263"/>
                    </a:lnTo>
                    <a:lnTo>
                      <a:pt x="199" y="263"/>
                    </a:lnTo>
                    <a:lnTo>
                      <a:pt x="199" y="263"/>
                    </a:lnTo>
                    <a:lnTo>
                      <a:pt x="199" y="265"/>
                    </a:lnTo>
                    <a:lnTo>
                      <a:pt x="199" y="265"/>
                    </a:lnTo>
                    <a:lnTo>
                      <a:pt x="199" y="268"/>
                    </a:lnTo>
                    <a:lnTo>
                      <a:pt x="199" y="268"/>
                    </a:lnTo>
                    <a:lnTo>
                      <a:pt x="199" y="270"/>
                    </a:lnTo>
                    <a:lnTo>
                      <a:pt x="199" y="270"/>
                    </a:lnTo>
                    <a:lnTo>
                      <a:pt x="199" y="270"/>
                    </a:lnTo>
                    <a:lnTo>
                      <a:pt x="199" y="273"/>
                    </a:lnTo>
                    <a:lnTo>
                      <a:pt x="199" y="273"/>
                    </a:lnTo>
                    <a:lnTo>
                      <a:pt x="199" y="273"/>
                    </a:lnTo>
                    <a:lnTo>
                      <a:pt x="199" y="275"/>
                    </a:lnTo>
                    <a:lnTo>
                      <a:pt x="197" y="275"/>
                    </a:lnTo>
                    <a:lnTo>
                      <a:pt x="197" y="275"/>
                    </a:lnTo>
                    <a:lnTo>
                      <a:pt x="197" y="277"/>
                    </a:lnTo>
                    <a:lnTo>
                      <a:pt x="197" y="277"/>
                    </a:lnTo>
                    <a:lnTo>
                      <a:pt x="197" y="280"/>
                    </a:lnTo>
                    <a:lnTo>
                      <a:pt x="197" y="280"/>
                    </a:lnTo>
                    <a:lnTo>
                      <a:pt x="199" y="280"/>
                    </a:lnTo>
                    <a:lnTo>
                      <a:pt x="199" y="280"/>
                    </a:lnTo>
                    <a:lnTo>
                      <a:pt x="199" y="280"/>
                    </a:lnTo>
                    <a:lnTo>
                      <a:pt x="199" y="282"/>
                    </a:lnTo>
                    <a:lnTo>
                      <a:pt x="199" y="282"/>
                    </a:lnTo>
                    <a:lnTo>
                      <a:pt x="199" y="282"/>
                    </a:lnTo>
                    <a:lnTo>
                      <a:pt x="202" y="282"/>
                    </a:lnTo>
                    <a:lnTo>
                      <a:pt x="202" y="284"/>
                    </a:lnTo>
                    <a:lnTo>
                      <a:pt x="202" y="284"/>
                    </a:lnTo>
                    <a:lnTo>
                      <a:pt x="202" y="284"/>
                    </a:lnTo>
                    <a:lnTo>
                      <a:pt x="204" y="284"/>
                    </a:lnTo>
                    <a:lnTo>
                      <a:pt x="204" y="284"/>
                    </a:lnTo>
                    <a:lnTo>
                      <a:pt x="204" y="287"/>
                    </a:lnTo>
                    <a:lnTo>
                      <a:pt x="204" y="287"/>
                    </a:lnTo>
                    <a:lnTo>
                      <a:pt x="206" y="287"/>
                    </a:lnTo>
                    <a:lnTo>
                      <a:pt x="206" y="284"/>
                    </a:lnTo>
                    <a:lnTo>
                      <a:pt x="206" y="284"/>
                    </a:lnTo>
                    <a:lnTo>
                      <a:pt x="209" y="284"/>
                    </a:lnTo>
                    <a:lnTo>
                      <a:pt x="209" y="284"/>
                    </a:lnTo>
                    <a:lnTo>
                      <a:pt x="209" y="284"/>
                    </a:lnTo>
                    <a:lnTo>
                      <a:pt x="211" y="284"/>
                    </a:lnTo>
                    <a:lnTo>
                      <a:pt x="211" y="287"/>
                    </a:lnTo>
                    <a:lnTo>
                      <a:pt x="211" y="287"/>
                    </a:lnTo>
                    <a:lnTo>
                      <a:pt x="211" y="289"/>
                    </a:lnTo>
                    <a:lnTo>
                      <a:pt x="211" y="289"/>
                    </a:lnTo>
                    <a:lnTo>
                      <a:pt x="211" y="289"/>
                    </a:lnTo>
                    <a:lnTo>
                      <a:pt x="211" y="292"/>
                    </a:lnTo>
                    <a:lnTo>
                      <a:pt x="211" y="292"/>
                    </a:lnTo>
                    <a:lnTo>
                      <a:pt x="211" y="294"/>
                    </a:lnTo>
                    <a:lnTo>
                      <a:pt x="211" y="294"/>
                    </a:lnTo>
                    <a:lnTo>
                      <a:pt x="211" y="294"/>
                    </a:lnTo>
                    <a:lnTo>
                      <a:pt x="211" y="294"/>
                    </a:lnTo>
                    <a:lnTo>
                      <a:pt x="211" y="296"/>
                    </a:lnTo>
                    <a:lnTo>
                      <a:pt x="211" y="296"/>
                    </a:lnTo>
                    <a:lnTo>
                      <a:pt x="214" y="296"/>
                    </a:lnTo>
                    <a:lnTo>
                      <a:pt x="214" y="299"/>
                    </a:lnTo>
                    <a:lnTo>
                      <a:pt x="214" y="299"/>
                    </a:lnTo>
                    <a:lnTo>
                      <a:pt x="214" y="299"/>
                    </a:lnTo>
                    <a:lnTo>
                      <a:pt x="216" y="299"/>
                    </a:lnTo>
                    <a:lnTo>
                      <a:pt x="216" y="299"/>
                    </a:lnTo>
                    <a:lnTo>
                      <a:pt x="216" y="301"/>
                    </a:lnTo>
                    <a:lnTo>
                      <a:pt x="216" y="301"/>
                    </a:lnTo>
                    <a:lnTo>
                      <a:pt x="216" y="301"/>
                    </a:lnTo>
                    <a:lnTo>
                      <a:pt x="216" y="303"/>
                    </a:lnTo>
                    <a:lnTo>
                      <a:pt x="216" y="303"/>
                    </a:lnTo>
                    <a:lnTo>
                      <a:pt x="216" y="303"/>
                    </a:lnTo>
                    <a:lnTo>
                      <a:pt x="216" y="306"/>
                    </a:lnTo>
                    <a:lnTo>
                      <a:pt x="216" y="306"/>
                    </a:lnTo>
                    <a:lnTo>
                      <a:pt x="218" y="306"/>
                    </a:lnTo>
                    <a:lnTo>
                      <a:pt x="218" y="308"/>
                    </a:lnTo>
                    <a:lnTo>
                      <a:pt x="218" y="308"/>
                    </a:lnTo>
                    <a:lnTo>
                      <a:pt x="218" y="308"/>
                    </a:lnTo>
                    <a:lnTo>
                      <a:pt x="218" y="308"/>
                    </a:lnTo>
                    <a:lnTo>
                      <a:pt x="218" y="311"/>
                    </a:lnTo>
                    <a:lnTo>
                      <a:pt x="218" y="311"/>
                    </a:lnTo>
                    <a:lnTo>
                      <a:pt x="218" y="311"/>
                    </a:lnTo>
                    <a:lnTo>
                      <a:pt x="218" y="313"/>
                    </a:lnTo>
                    <a:lnTo>
                      <a:pt x="218" y="313"/>
                    </a:lnTo>
                    <a:lnTo>
                      <a:pt x="218" y="313"/>
                    </a:lnTo>
                    <a:lnTo>
                      <a:pt x="218" y="313"/>
                    </a:lnTo>
                    <a:lnTo>
                      <a:pt x="218" y="315"/>
                    </a:lnTo>
                    <a:lnTo>
                      <a:pt x="218" y="315"/>
                    </a:lnTo>
                    <a:lnTo>
                      <a:pt x="218" y="318"/>
                    </a:lnTo>
                    <a:lnTo>
                      <a:pt x="218" y="318"/>
                    </a:lnTo>
                    <a:lnTo>
                      <a:pt x="218" y="318"/>
                    </a:lnTo>
                    <a:lnTo>
                      <a:pt x="221" y="318"/>
                    </a:lnTo>
                    <a:lnTo>
                      <a:pt x="221" y="318"/>
                    </a:lnTo>
                    <a:lnTo>
                      <a:pt x="221" y="318"/>
                    </a:lnTo>
                    <a:lnTo>
                      <a:pt x="218" y="318"/>
                    </a:lnTo>
                    <a:lnTo>
                      <a:pt x="218" y="320"/>
                    </a:lnTo>
                    <a:lnTo>
                      <a:pt x="218" y="320"/>
                    </a:lnTo>
                    <a:lnTo>
                      <a:pt x="218" y="320"/>
                    </a:lnTo>
                    <a:lnTo>
                      <a:pt x="216" y="320"/>
                    </a:lnTo>
                    <a:lnTo>
                      <a:pt x="216" y="320"/>
                    </a:lnTo>
                    <a:lnTo>
                      <a:pt x="216" y="320"/>
                    </a:lnTo>
                    <a:lnTo>
                      <a:pt x="216" y="322"/>
                    </a:lnTo>
                    <a:lnTo>
                      <a:pt x="216" y="322"/>
                    </a:lnTo>
                    <a:lnTo>
                      <a:pt x="216" y="322"/>
                    </a:lnTo>
                    <a:lnTo>
                      <a:pt x="214" y="322"/>
                    </a:lnTo>
                    <a:lnTo>
                      <a:pt x="214" y="322"/>
                    </a:lnTo>
                    <a:lnTo>
                      <a:pt x="211" y="322"/>
                    </a:lnTo>
                    <a:lnTo>
                      <a:pt x="211" y="322"/>
                    </a:lnTo>
                    <a:lnTo>
                      <a:pt x="211" y="322"/>
                    </a:lnTo>
                    <a:lnTo>
                      <a:pt x="209" y="322"/>
                    </a:lnTo>
                    <a:lnTo>
                      <a:pt x="209" y="322"/>
                    </a:lnTo>
                    <a:lnTo>
                      <a:pt x="209" y="322"/>
                    </a:lnTo>
                    <a:lnTo>
                      <a:pt x="209" y="322"/>
                    </a:lnTo>
                    <a:lnTo>
                      <a:pt x="209" y="320"/>
                    </a:lnTo>
                    <a:lnTo>
                      <a:pt x="209" y="320"/>
                    </a:lnTo>
                    <a:lnTo>
                      <a:pt x="209" y="318"/>
                    </a:lnTo>
                    <a:lnTo>
                      <a:pt x="206" y="318"/>
                    </a:lnTo>
                    <a:lnTo>
                      <a:pt x="206" y="318"/>
                    </a:lnTo>
                    <a:lnTo>
                      <a:pt x="204" y="318"/>
                    </a:lnTo>
                    <a:lnTo>
                      <a:pt x="204" y="320"/>
                    </a:lnTo>
                    <a:lnTo>
                      <a:pt x="204" y="320"/>
                    </a:lnTo>
                    <a:lnTo>
                      <a:pt x="204" y="320"/>
                    </a:lnTo>
                    <a:lnTo>
                      <a:pt x="202" y="320"/>
                    </a:lnTo>
                    <a:lnTo>
                      <a:pt x="202" y="320"/>
                    </a:lnTo>
                    <a:lnTo>
                      <a:pt x="202" y="320"/>
                    </a:lnTo>
                    <a:lnTo>
                      <a:pt x="199" y="320"/>
                    </a:lnTo>
                    <a:lnTo>
                      <a:pt x="199" y="320"/>
                    </a:lnTo>
                    <a:lnTo>
                      <a:pt x="199" y="320"/>
                    </a:lnTo>
                    <a:lnTo>
                      <a:pt x="197" y="320"/>
                    </a:lnTo>
                    <a:lnTo>
                      <a:pt x="197" y="322"/>
                    </a:lnTo>
                    <a:lnTo>
                      <a:pt x="197" y="322"/>
                    </a:lnTo>
                    <a:lnTo>
                      <a:pt x="197" y="325"/>
                    </a:lnTo>
                    <a:lnTo>
                      <a:pt x="197" y="325"/>
                    </a:lnTo>
                    <a:lnTo>
                      <a:pt x="197" y="325"/>
                    </a:lnTo>
                    <a:lnTo>
                      <a:pt x="195" y="325"/>
                    </a:lnTo>
                    <a:lnTo>
                      <a:pt x="195" y="325"/>
                    </a:lnTo>
                    <a:lnTo>
                      <a:pt x="192" y="325"/>
                    </a:lnTo>
                    <a:lnTo>
                      <a:pt x="192" y="325"/>
                    </a:lnTo>
                    <a:lnTo>
                      <a:pt x="192" y="325"/>
                    </a:lnTo>
                    <a:lnTo>
                      <a:pt x="190" y="325"/>
                    </a:lnTo>
                    <a:lnTo>
                      <a:pt x="190" y="325"/>
                    </a:lnTo>
                    <a:lnTo>
                      <a:pt x="190" y="325"/>
                    </a:lnTo>
                    <a:lnTo>
                      <a:pt x="190" y="322"/>
                    </a:lnTo>
                    <a:lnTo>
                      <a:pt x="187" y="322"/>
                    </a:lnTo>
                    <a:lnTo>
                      <a:pt x="187" y="322"/>
                    </a:lnTo>
                    <a:lnTo>
                      <a:pt x="187" y="322"/>
                    </a:lnTo>
                    <a:lnTo>
                      <a:pt x="185" y="322"/>
                    </a:lnTo>
                    <a:lnTo>
                      <a:pt x="185" y="322"/>
                    </a:lnTo>
                    <a:lnTo>
                      <a:pt x="185" y="322"/>
                    </a:lnTo>
                    <a:lnTo>
                      <a:pt x="185" y="320"/>
                    </a:lnTo>
                    <a:lnTo>
                      <a:pt x="183" y="320"/>
                    </a:lnTo>
                    <a:lnTo>
                      <a:pt x="183" y="322"/>
                    </a:lnTo>
                    <a:lnTo>
                      <a:pt x="183" y="322"/>
                    </a:lnTo>
                    <a:lnTo>
                      <a:pt x="183" y="322"/>
                    </a:lnTo>
                    <a:lnTo>
                      <a:pt x="180" y="322"/>
                    </a:lnTo>
                    <a:lnTo>
                      <a:pt x="180" y="322"/>
                    </a:lnTo>
                    <a:lnTo>
                      <a:pt x="178" y="322"/>
                    </a:lnTo>
                    <a:lnTo>
                      <a:pt x="178" y="322"/>
                    </a:lnTo>
                    <a:lnTo>
                      <a:pt x="178" y="322"/>
                    </a:lnTo>
                    <a:lnTo>
                      <a:pt x="176" y="322"/>
                    </a:lnTo>
                    <a:lnTo>
                      <a:pt x="176" y="322"/>
                    </a:lnTo>
                    <a:lnTo>
                      <a:pt x="176" y="322"/>
                    </a:lnTo>
                    <a:lnTo>
                      <a:pt x="173" y="322"/>
                    </a:lnTo>
                    <a:lnTo>
                      <a:pt x="173" y="320"/>
                    </a:lnTo>
                    <a:lnTo>
                      <a:pt x="173" y="320"/>
                    </a:lnTo>
                    <a:lnTo>
                      <a:pt x="173" y="322"/>
                    </a:lnTo>
                    <a:lnTo>
                      <a:pt x="171" y="322"/>
                    </a:lnTo>
                    <a:lnTo>
                      <a:pt x="171" y="322"/>
                    </a:lnTo>
                    <a:lnTo>
                      <a:pt x="171" y="322"/>
                    </a:lnTo>
                    <a:lnTo>
                      <a:pt x="171" y="322"/>
                    </a:lnTo>
                    <a:lnTo>
                      <a:pt x="171" y="320"/>
                    </a:lnTo>
                    <a:lnTo>
                      <a:pt x="171" y="320"/>
                    </a:lnTo>
                    <a:lnTo>
                      <a:pt x="169" y="320"/>
                    </a:lnTo>
                    <a:lnTo>
                      <a:pt x="169" y="322"/>
                    </a:lnTo>
                    <a:lnTo>
                      <a:pt x="169" y="322"/>
                    </a:lnTo>
                    <a:lnTo>
                      <a:pt x="169" y="325"/>
                    </a:lnTo>
                    <a:lnTo>
                      <a:pt x="169" y="325"/>
                    </a:lnTo>
                    <a:lnTo>
                      <a:pt x="169" y="325"/>
                    </a:lnTo>
                    <a:lnTo>
                      <a:pt x="169" y="325"/>
                    </a:lnTo>
                    <a:lnTo>
                      <a:pt x="169" y="325"/>
                    </a:lnTo>
                    <a:lnTo>
                      <a:pt x="169" y="325"/>
                    </a:lnTo>
                    <a:lnTo>
                      <a:pt x="169" y="327"/>
                    </a:lnTo>
                    <a:lnTo>
                      <a:pt x="166" y="327"/>
                    </a:lnTo>
                    <a:lnTo>
                      <a:pt x="166" y="327"/>
                    </a:lnTo>
                    <a:lnTo>
                      <a:pt x="166" y="327"/>
                    </a:lnTo>
                    <a:lnTo>
                      <a:pt x="164" y="327"/>
                    </a:lnTo>
                    <a:lnTo>
                      <a:pt x="164" y="327"/>
                    </a:lnTo>
                    <a:lnTo>
                      <a:pt x="164" y="327"/>
                    </a:lnTo>
                    <a:lnTo>
                      <a:pt x="164" y="327"/>
                    </a:lnTo>
                    <a:lnTo>
                      <a:pt x="164" y="325"/>
                    </a:lnTo>
                    <a:lnTo>
                      <a:pt x="161" y="325"/>
                    </a:lnTo>
                    <a:lnTo>
                      <a:pt x="161" y="325"/>
                    </a:lnTo>
                    <a:lnTo>
                      <a:pt x="161" y="327"/>
                    </a:lnTo>
                    <a:lnTo>
                      <a:pt x="159" y="327"/>
                    </a:lnTo>
                    <a:lnTo>
                      <a:pt x="159" y="327"/>
                    </a:lnTo>
                    <a:lnTo>
                      <a:pt x="161" y="327"/>
                    </a:lnTo>
                    <a:lnTo>
                      <a:pt x="161" y="327"/>
                    </a:lnTo>
                    <a:lnTo>
                      <a:pt x="161" y="329"/>
                    </a:lnTo>
                    <a:lnTo>
                      <a:pt x="164" y="329"/>
                    </a:lnTo>
                    <a:lnTo>
                      <a:pt x="164" y="329"/>
                    </a:lnTo>
                    <a:lnTo>
                      <a:pt x="164" y="329"/>
                    </a:lnTo>
                    <a:lnTo>
                      <a:pt x="164" y="329"/>
                    </a:lnTo>
                    <a:lnTo>
                      <a:pt x="164" y="329"/>
                    </a:lnTo>
                    <a:lnTo>
                      <a:pt x="164" y="329"/>
                    </a:lnTo>
                    <a:lnTo>
                      <a:pt x="161" y="329"/>
                    </a:lnTo>
                    <a:lnTo>
                      <a:pt x="161" y="329"/>
                    </a:lnTo>
                    <a:lnTo>
                      <a:pt x="159" y="329"/>
                    </a:lnTo>
                    <a:lnTo>
                      <a:pt x="159" y="329"/>
                    </a:lnTo>
                    <a:lnTo>
                      <a:pt x="159" y="329"/>
                    </a:lnTo>
                    <a:lnTo>
                      <a:pt x="159" y="329"/>
                    </a:lnTo>
                    <a:lnTo>
                      <a:pt x="157" y="329"/>
                    </a:lnTo>
                    <a:lnTo>
                      <a:pt x="157" y="332"/>
                    </a:lnTo>
                    <a:lnTo>
                      <a:pt x="157" y="332"/>
                    </a:lnTo>
                    <a:lnTo>
                      <a:pt x="157" y="332"/>
                    </a:lnTo>
                    <a:lnTo>
                      <a:pt x="157" y="332"/>
                    </a:lnTo>
                    <a:lnTo>
                      <a:pt x="157" y="334"/>
                    </a:lnTo>
                    <a:lnTo>
                      <a:pt x="157" y="334"/>
                    </a:lnTo>
                    <a:lnTo>
                      <a:pt x="157" y="334"/>
                    </a:lnTo>
                    <a:lnTo>
                      <a:pt x="157" y="337"/>
                    </a:lnTo>
                    <a:lnTo>
                      <a:pt x="157" y="337"/>
                    </a:lnTo>
                    <a:lnTo>
                      <a:pt x="157" y="337"/>
                    </a:lnTo>
                    <a:lnTo>
                      <a:pt x="154" y="337"/>
                    </a:lnTo>
                    <a:lnTo>
                      <a:pt x="154" y="337"/>
                    </a:lnTo>
                    <a:lnTo>
                      <a:pt x="152" y="337"/>
                    </a:lnTo>
                    <a:lnTo>
                      <a:pt x="152" y="337"/>
                    </a:lnTo>
                    <a:lnTo>
                      <a:pt x="152" y="334"/>
                    </a:lnTo>
                    <a:lnTo>
                      <a:pt x="152" y="334"/>
                    </a:lnTo>
                    <a:lnTo>
                      <a:pt x="152" y="334"/>
                    </a:lnTo>
                    <a:lnTo>
                      <a:pt x="152" y="334"/>
                    </a:lnTo>
                    <a:lnTo>
                      <a:pt x="152" y="332"/>
                    </a:lnTo>
                    <a:lnTo>
                      <a:pt x="150" y="332"/>
                    </a:lnTo>
                    <a:lnTo>
                      <a:pt x="150" y="334"/>
                    </a:lnTo>
                    <a:lnTo>
                      <a:pt x="150" y="334"/>
                    </a:lnTo>
                    <a:lnTo>
                      <a:pt x="150" y="334"/>
                    </a:lnTo>
                    <a:lnTo>
                      <a:pt x="147" y="334"/>
                    </a:lnTo>
                    <a:lnTo>
                      <a:pt x="147" y="334"/>
                    </a:lnTo>
                    <a:lnTo>
                      <a:pt x="145" y="334"/>
                    </a:lnTo>
                    <a:lnTo>
                      <a:pt x="145" y="334"/>
                    </a:lnTo>
                    <a:lnTo>
                      <a:pt x="145" y="332"/>
                    </a:lnTo>
                    <a:lnTo>
                      <a:pt x="145" y="332"/>
                    </a:lnTo>
                    <a:lnTo>
                      <a:pt x="143" y="332"/>
                    </a:lnTo>
                    <a:lnTo>
                      <a:pt x="143" y="332"/>
                    </a:lnTo>
                    <a:lnTo>
                      <a:pt x="143" y="332"/>
                    </a:lnTo>
                    <a:lnTo>
                      <a:pt x="143" y="332"/>
                    </a:lnTo>
                    <a:lnTo>
                      <a:pt x="143" y="329"/>
                    </a:lnTo>
                    <a:lnTo>
                      <a:pt x="140" y="329"/>
                    </a:lnTo>
                    <a:lnTo>
                      <a:pt x="140" y="329"/>
                    </a:lnTo>
                    <a:lnTo>
                      <a:pt x="140" y="329"/>
                    </a:lnTo>
                    <a:lnTo>
                      <a:pt x="140" y="329"/>
                    </a:lnTo>
                    <a:lnTo>
                      <a:pt x="140" y="327"/>
                    </a:lnTo>
                    <a:lnTo>
                      <a:pt x="140" y="327"/>
                    </a:lnTo>
                    <a:lnTo>
                      <a:pt x="138" y="327"/>
                    </a:lnTo>
                    <a:lnTo>
                      <a:pt x="138" y="325"/>
                    </a:lnTo>
                    <a:lnTo>
                      <a:pt x="138" y="325"/>
                    </a:lnTo>
                    <a:lnTo>
                      <a:pt x="138" y="322"/>
                    </a:lnTo>
                    <a:lnTo>
                      <a:pt x="138" y="322"/>
                    </a:lnTo>
                    <a:lnTo>
                      <a:pt x="138" y="322"/>
                    </a:lnTo>
                    <a:lnTo>
                      <a:pt x="138" y="320"/>
                    </a:lnTo>
                    <a:lnTo>
                      <a:pt x="138" y="320"/>
                    </a:lnTo>
                    <a:lnTo>
                      <a:pt x="138" y="318"/>
                    </a:lnTo>
                    <a:lnTo>
                      <a:pt x="138" y="318"/>
                    </a:lnTo>
                    <a:lnTo>
                      <a:pt x="138" y="318"/>
                    </a:lnTo>
                    <a:lnTo>
                      <a:pt x="138" y="318"/>
                    </a:lnTo>
                    <a:lnTo>
                      <a:pt x="138" y="315"/>
                    </a:lnTo>
                    <a:lnTo>
                      <a:pt x="135" y="315"/>
                    </a:lnTo>
                    <a:lnTo>
                      <a:pt x="135" y="315"/>
                    </a:lnTo>
                    <a:lnTo>
                      <a:pt x="135" y="313"/>
                    </a:lnTo>
                    <a:lnTo>
                      <a:pt x="135" y="313"/>
                    </a:lnTo>
                    <a:lnTo>
                      <a:pt x="135" y="313"/>
                    </a:lnTo>
                    <a:lnTo>
                      <a:pt x="135" y="311"/>
                    </a:lnTo>
                    <a:lnTo>
                      <a:pt x="135" y="311"/>
                    </a:lnTo>
                    <a:lnTo>
                      <a:pt x="133" y="311"/>
                    </a:lnTo>
                    <a:lnTo>
                      <a:pt x="133" y="311"/>
                    </a:lnTo>
                    <a:lnTo>
                      <a:pt x="133" y="308"/>
                    </a:lnTo>
                    <a:lnTo>
                      <a:pt x="133" y="308"/>
                    </a:lnTo>
                    <a:lnTo>
                      <a:pt x="131" y="308"/>
                    </a:lnTo>
                    <a:lnTo>
                      <a:pt x="131" y="308"/>
                    </a:lnTo>
                    <a:lnTo>
                      <a:pt x="131" y="308"/>
                    </a:lnTo>
                    <a:lnTo>
                      <a:pt x="131" y="308"/>
                    </a:lnTo>
                    <a:lnTo>
                      <a:pt x="128" y="308"/>
                    </a:lnTo>
                    <a:lnTo>
                      <a:pt x="128" y="308"/>
                    </a:lnTo>
                    <a:lnTo>
                      <a:pt x="128" y="308"/>
                    </a:lnTo>
                    <a:lnTo>
                      <a:pt x="126" y="308"/>
                    </a:lnTo>
                    <a:lnTo>
                      <a:pt x="126" y="308"/>
                    </a:lnTo>
                    <a:lnTo>
                      <a:pt x="126" y="308"/>
                    </a:lnTo>
                    <a:lnTo>
                      <a:pt x="126" y="308"/>
                    </a:lnTo>
                    <a:lnTo>
                      <a:pt x="124" y="308"/>
                    </a:lnTo>
                    <a:lnTo>
                      <a:pt x="124" y="308"/>
                    </a:lnTo>
                    <a:lnTo>
                      <a:pt x="124" y="308"/>
                    </a:lnTo>
                    <a:lnTo>
                      <a:pt x="124" y="306"/>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93"/>
              <p:cNvSpPr>
                <a:spLocks/>
              </p:cNvSpPr>
              <p:nvPr/>
            </p:nvSpPr>
            <p:spPr bwMode="auto">
              <a:xfrm>
                <a:off x="2301" y="1947"/>
                <a:ext cx="2" cy="3"/>
              </a:xfrm>
              <a:custGeom>
                <a:avLst/>
                <a:gdLst/>
                <a:ahLst/>
                <a:cxnLst>
                  <a:cxn ang="0">
                    <a:pos x="2" y="3"/>
                  </a:cxn>
                  <a:cxn ang="0">
                    <a:pos x="2" y="0"/>
                  </a:cxn>
                  <a:cxn ang="0">
                    <a:pos x="0" y="0"/>
                  </a:cxn>
                  <a:cxn ang="0">
                    <a:pos x="0" y="0"/>
                  </a:cxn>
                  <a:cxn ang="0">
                    <a:pos x="0" y="3"/>
                  </a:cxn>
                  <a:cxn ang="0">
                    <a:pos x="0" y="3"/>
                  </a:cxn>
                  <a:cxn ang="0">
                    <a:pos x="2" y="3"/>
                  </a:cxn>
                </a:cxnLst>
                <a:rect l="0" t="0" r="r" b="b"/>
                <a:pathLst>
                  <a:path w="2" h="3">
                    <a:moveTo>
                      <a:pt x="2" y="3"/>
                    </a:moveTo>
                    <a:lnTo>
                      <a:pt x="2" y="0"/>
                    </a:lnTo>
                    <a:lnTo>
                      <a:pt x="0" y="0"/>
                    </a:lnTo>
                    <a:lnTo>
                      <a:pt x="0" y="0"/>
                    </a:lnTo>
                    <a:lnTo>
                      <a:pt x="0" y="3"/>
                    </a:lnTo>
                    <a:lnTo>
                      <a:pt x="0" y="3"/>
                    </a:lnTo>
                    <a:lnTo>
                      <a:pt x="2"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94"/>
              <p:cNvSpPr>
                <a:spLocks/>
              </p:cNvSpPr>
              <p:nvPr/>
            </p:nvSpPr>
            <p:spPr bwMode="auto">
              <a:xfrm>
                <a:off x="2301" y="1947"/>
                <a:ext cx="2" cy="3"/>
              </a:xfrm>
              <a:custGeom>
                <a:avLst/>
                <a:gdLst/>
                <a:ahLst/>
                <a:cxnLst>
                  <a:cxn ang="0">
                    <a:pos x="2" y="3"/>
                  </a:cxn>
                  <a:cxn ang="0">
                    <a:pos x="2" y="0"/>
                  </a:cxn>
                  <a:cxn ang="0">
                    <a:pos x="0" y="0"/>
                  </a:cxn>
                  <a:cxn ang="0">
                    <a:pos x="0" y="0"/>
                  </a:cxn>
                  <a:cxn ang="0">
                    <a:pos x="0" y="3"/>
                  </a:cxn>
                  <a:cxn ang="0">
                    <a:pos x="0" y="3"/>
                  </a:cxn>
                  <a:cxn ang="0">
                    <a:pos x="2" y="3"/>
                  </a:cxn>
                </a:cxnLst>
                <a:rect l="0" t="0" r="r" b="b"/>
                <a:pathLst>
                  <a:path w="2" h="3">
                    <a:moveTo>
                      <a:pt x="2" y="3"/>
                    </a:moveTo>
                    <a:lnTo>
                      <a:pt x="2" y="0"/>
                    </a:lnTo>
                    <a:lnTo>
                      <a:pt x="0" y="0"/>
                    </a:lnTo>
                    <a:lnTo>
                      <a:pt x="0" y="0"/>
                    </a:lnTo>
                    <a:lnTo>
                      <a:pt x="0" y="3"/>
                    </a:lnTo>
                    <a:lnTo>
                      <a:pt x="0" y="3"/>
                    </a:lnTo>
                    <a:lnTo>
                      <a:pt x="2"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0" name="Rectangle 95"/>
              <p:cNvSpPr>
                <a:spLocks noChangeArrowheads="1"/>
              </p:cNvSpPr>
              <p:nvPr/>
            </p:nvSpPr>
            <p:spPr bwMode="auto">
              <a:xfrm>
                <a:off x="2074" y="2149"/>
                <a:ext cx="2"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1" name="Rectangle 96"/>
              <p:cNvSpPr>
                <a:spLocks noChangeArrowheads="1"/>
              </p:cNvSpPr>
              <p:nvPr/>
            </p:nvSpPr>
            <p:spPr bwMode="auto">
              <a:xfrm>
                <a:off x="2074" y="2149"/>
                <a:ext cx="2"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97"/>
              <p:cNvSpPr>
                <a:spLocks/>
              </p:cNvSpPr>
              <p:nvPr/>
            </p:nvSpPr>
            <p:spPr bwMode="auto">
              <a:xfrm>
                <a:off x="2043" y="2080"/>
                <a:ext cx="1" cy="2"/>
              </a:xfrm>
              <a:custGeom>
                <a:avLst/>
                <a:gdLst/>
                <a:ahLst/>
                <a:cxnLst>
                  <a:cxn ang="0">
                    <a:pos x="0" y="2"/>
                  </a:cxn>
                  <a:cxn ang="0">
                    <a:pos x="0" y="2"/>
                  </a:cxn>
                  <a:cxn ang="0">
                    <a:pos x="0" y="2"/>
                  </a:cxn>
                  <a:cxn ang="0">
                    <a:pos x="0" y="0"/>
                  </a:cxn>
                  <a:cxn ang="0">
                    <a:pos x="0" y="0"/>
                  </a:cxn>
                  <a:cxn ang="0">
                    <a:pos x="0" y="2"/>
                  </a:cxn>
                  <a:cxn ang="0">
                    <a:pos x="0" y="2"/>
                  </a:cxn>
                </a:cxnLst>
                <a:rect l="0" t="0" r="r" b="b"/>
                <a:pathLst>
                  <a:path h="2">
                    <a:moveTo>
                      <a:pt x="0" y="2"/>
                    </a:moveTo>
                    <a:lnTo>
                      <a:pt x="0" y="2"/>
                    </a:lnTo>
                    <a:lnTo>
                      <a:pt x="0" y="2"/>
                    </a:lnTo>
                    <a:lnTo>
                      <a:pt x="0" y="0"/>
                    </a:lnTo>
                    <a:lnTo>
                      <a:pt x="0" y="0"/>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98"/>
              <p:cNvSpPr>
                <a:spLocks/>
              </p:cNvSpPr>
              <p:nvPr/>
            </p:nvSpPr>
            <p:spPr bwMode="auto">
              <a:xfrm>
                <a:off x="2043" y="2080"/>
                <a:ext cx="1" cy="2"/>
              </a:xfrm>
              <a:custGeom>
                <a:avLst/>
                <a:gdLst/>
                <a:ahLst/>
                <a:cxnLst>
                  <a:cxn ang="0">
                    <a:pos x="0" y="2"/>
                  </a:cxn>
                  <a:cxn ang="0">
                    <a:pos x="0" y="2"/>
                  </a:cxn>
                  <a:cxn ang="0">
                    <a:pos x="0" y="2"/>
                  </a:cxn>
                  <a:cxn ang="0">
                    <a:pos x="0" y="0"/>
                  </a:cxn>
                  <a:cxn ang="0">
                    <a:pos x="0" y="0"/>
                  </a:cxn>
                  <a:cxn ang="0">
                    <a:pos x="0" y="2"/>
                  </a:cxn>
                  <a:cxn ang="0">
                    <a:pos x="0" y="2"/>
                  </a:cxn>
                </a:cxnLst>
                <a:rect l="0" t="0" r="r" b="b"/>
                <a:pathLst>
                  <a:path h="2">
                    <a:moveTo>
                      <a:pt x="0" y="2"/>
                    </a:moveTo>
                    <a:lnTo>
                      <a:pt x="0" y="2"/>
                    </a:lnTo>
                    <a:lnTo>
                      <a:pt x="0" y="2"/>
                    </a:lnTo>
                    <a:lnTo>
                      <a:pt x="0" y="0"/>
                    </a:lnTo>
                    <a:lnTo>
                      <a:pt x="0" y="0"/>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99"/>
              <p:cNvSpPr>
                <a:spLocks/>
              </p:cNvSpPr>
              <p:nvPr/>
            </p:nvSpPr>
            <p:spPr bwMode="auto">
              <a:xfrm>
                <a:off x="2038" y="2111"/>
                <a:ext cx="2" cy="2"/>
              </a:xfrm>
              <a:custGeom>
                <a:avLst/>
                <a:gdLst/>
                <a:ahLst/>
                <a:cxnLst>
                  <a:cxn ang="0">
                    <a:pos x="0" y="2"/>
                  </a:cxn>
                  <a:cxn ang="0">
                    <a:pos x="0" y="2"/>
                  </a:cxn>
                  <a:cxn ang="0">
                    <a:pos x="0" y="2"/>
                  </a:cxn>
                  <a:cxn ang="0">
                    <a:pos x="0" y="0"/>
                  </a:cxn>
                  <a:cxn ang="0">
                    <a:pos x="0" y="0"/>
                  </a:cxn>
                  <a:cxn ang="0">
                    <a:pos x="2" y="0"/>
                  </a:cxn>
                  <a:cxn ang="0">
                    <a:pos x="2" y="2"/>
                  </a:cxn>
                  <a:cxn ang="0">
                    <a:pos x="2" y="2"/>
                  </a:cxn>
                  <a:cxn ang="0">
                    <a:pos x="0" y="2"/>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100"/>
              <p:cNvSpPr>
                <a:spLocks/>
              </p:cNvSpPr>
              <p:nvPr/>
            </p:nvSpPr>
            <p:spPr bwMode="auto">
              <a:xfrm>
                <a:off x="2038" y="2111"/>
                <a:ext cx="2" cy="2"/>
              </a:xfrm>
              <a:custGeom>
                <a:avLst/>
                <a:gdLst/>
                <a:ahLst/>
                <a:cxnLst>
                  <a:cxn ang="0">
                    <a:pos x="0" y="2"/>
                  </a:cxn>
                  <a:cxn ang="0">
                    <a:pos x="0" y="2"/>
                  </a:cxn>
                  <a:cxn ang="0">
                    <a:pos x="0" y="2"/>
                  </a:cxn>
                  <a:cxn ang="0">
                    <a:pos x="0" y="0"/>
                  </a:cxn>
                  <a:cxn ang="0">
                    <a:pos x="0" y="0"/>
                  </a:cxn>
                  <a:cxn ang="0">
                    <a:pos x="2" y="0"/>
                  </a:cxn>
                  <a:cxn ang="0">
                    <a:pos x="2" y="2"/>
                  </a:cxn>
                  <a:cxn ang="0">
                    <a:pos x="2" y="2"/>
                  </a:cxn>
                  <a:cxn ang="0">
                    <a:pos x="0" y="2"/>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101"/>
              <p:cNvSpPr>
                <a:spLocks/>
              </p:cNvSpPr>
              <p:nvPr/>
            </p:nvSpPr>
            <p:spPr bwMode="auto">
              <a:xfrm>
                <a:off x="2033" y="2085"/>
                <a:ext cx="10" cy="19"/>
              </a:xfrm>
              <a:custGeom>
                <a:avLst/>
                <a:gdLst/>
                <a:ahLst/>
                <a:cxnLst>
                  <a:cxn ang="0">
                    <a:pos x="10" y="2"/>
                  </a:cxn>
                  <a:cxn ang="0">
                    <a:pos x="10" y="5"/>
                  </a:cxn>
                  <a:cxn ang="0">
                    <a:pos x="10" y="7"/>
                  </a:cxn>
                  <a:cxn ang="0">
                    <a:pos x="10" y="9"/>
                  </a:cxn>
                  <a:cxn ang="0">
                    <a:pos x="10" y="9"/>
                  </a:cxn>
                  <a:cxn ang="0">
                    <a:pos x="10" y="12"/>
                  </a:cxn>
                  <a:cxn ang="0">
                    <a:pos x="7" y="12"/>
                  </a:cxn>
                  <a:cxn ang="0">
                    <a:pos x="7" y="14"/>
                  </a:cxn>
                  <a:cxn ang="0">
                    <a:pos x="7" y="16"/>
                  </a:cxn>
                  <a:cxn ang="0">
                    <a:pos x="7" y="16"/>
                  </a:cxn>
                  <a:cxn ang="0">
                    <a:pos x="5" y="19"/>
                  </a:cxn>
                  <a:cxn ang="0">
                    <a:pos x="5" y="19"/>
                  </a:cxn>
                  <a:cxn ang="0">
                    <a:pos x="3" y="19"/>
                  </a:cxn>
                  <a:cxn ang="0">
                    <a:pos x="3" y="16"/>
                  </a:cxn>
                  <a:cxn ang="0">
                    <a:pos x="3" y="14"/>
                  </a:cxn>
                  <a:cxn ang="0">
                    <a:pos x="3" y="14"/>
                  </a:cxn>
                  <a:cxn ang="0">
                    <a:pos x="3" y="12"/>
                  </a:cxn>
                  <a:cxn ang="0">
                    <a:pos x="3" y="12"/>
                  </a:cxn>
                  <a:cxn ang="0">
                    <a:pos x="3" y="9"/>
                  </a:cxn>
                  <a:cxn ang="0">
                    <a:pos x="3" y="7"/>
                  </a:cxn>
                  <a:cxn ang="0">
                    <a:pos x="0" y="7"/>
                  </a:cxn>
                  <a:cxn ang="0">
                    <a:pos x="3" y="5"/>
                  </a:cxn>
                  <a:cxn ang="0">
                    <a:pos x="3" y="5"/>
                  </a:cxn>
                  <a:cxn ang="0">
                    <a:pos x="3" y="2"/>
                  </a:cxn>
                  <a:cxn ang="0">
                    <a:pos x="5" y="2"/>
                  </a:cxn>
                  <a:cxn ang="0">
                    <a:pos x="5" y="2"/>
                  </a:cxn>
                  <a:cxn ang="0">
                    <a:pos x="5" y="2"/>
                  </a:cxn>
                  <a:cxn ang="0">
                    <a:pos x="7" y="0"/>
                  </a:cxn>
                  <a:cxn ang="0">
                    <a:pos x="7" y="0"/>
                  </a:cxn>
                  <a:cxn ang="0">
                    <a:pos x="10" y="0"/>
                  </a:cxn>
                  <a:cxn ang="0">
                    <a:pos x="10" y="0"/>
                  </a:cxn>
                  <a:cxn ang="0">
                    <a:pos x="10" y="2"/>
                  </a:cxn>
                  <a:cxn ang="0">
                    <a:pos x="10" y="2"/>
                  </a:cxn>
                </a:cxnLst>
                <a:rect l="0" t="0" r="r" b="b"/>
                <a:pathLst>
                  <a:path w="10" h="19">
                    <a:moveTo>
                      <a:pt x="10" y="2"/>
                    </a:moveTo>
                    <a:lnTo>
                      <a:pt x="10" y="2"/>
                    </a:lnTo>
                    <a:lnTo>
                      <a:pt x="10" y="2"/>
                    </a:lnTo>
                    <a:lnTo>
                      <a:pt x="10" y="5"/>
                    </a:lnTo>
                    <a:lnTo>
                      <a:pt x="10" y="5"/>
                    </a:lnTo>
                    <a:lnTo>
                      <a:pt x="10" y="7"/>
                    </a:lnTo>
                    <a:lnTo>
                      <a:pt x="10" y="7"/>
                    </a:lnTo>
                    <a:lnTo>
                      <a:pt x="10" y="9"/>
                    </a:lnTo>
                    <a:lnTo>
                      <a:pt x="10" y="9"/>
                    </a:lnTo>
                    <a:lnTo>
                      <a:pt x="10" y="9"/>
                    </a:lnTo>
                    <a:lnTo>
                      <a:pt x="10" y="12"/>
                    </a:lnTo>
                    <a:lnTo>
                      <a:pt x="10" y="12"/>
                    </a:lnTo>
                    <a:lnTo>
                      <a:pt x="7" y="12"/>
                    </a:lnTo>
                    <a:lnTo>
                      <a:pt x="7" y="12"/>
                    </a:lnTo>
                    <a:lnTo>
                      <a:pt x="7" y="14"/>
                    </a:lnTo>
                    <a:lnTo>
                      <a:pt x="7" y="14"/>
                    </a:lnTo>
                    <a:lnTo>
                      <a:pt x="7" y="14"/>
                    </a:lnTo>
                    <a:lnTo>
                      <a:pt x="7" y="16"/>
                    </a:lnTo>
                    <a:lnTo>
                      <a:pt x="7" y="16"/>
                    </a:lnTo>
                    <a:lnTo>
                      <a:pt x="7" y="16"/>
                    </a:lnTo>
                    <a:lnTo>
                      <a:pt x="5" y="16"/>
                    </a:lnTo>
                    <a:lnTo>
                      <a:pt x="5" y="19"/>
                    </a:lnTo>
                    <a:lnTo>
                      <a:pt x="5" y="19"/>
                    </a:lnTo>
                    <a:lnTo>
                      <a:pt x="5" y="19"/>
                    </a:lnTo>
                    <a:lnTo>
                      <a:pt x="3" y="19"/>
                    </a:lnTo>
                    <a:lnTo>
                      <a:pt x="3" y="19"/>
                    </a:lnTo>
                    <a:lnTo>
                      <a:pt x="3" y="19"/>
                    </a:lnTo>
                    <a:lnTo>
                      <a:pt x="3" y="16"/>
                    </a:lnTo>
                    <a:lnTo>
                      <a:pt x="3" y="16"/>
                    </a:lnTo>
                    <a:lnTo>
                      <a:pt x="3" y="14"/>
                    </a:lnTo>
                    <a:lnTo>
                      <a:pt x="3" y="14"/>
                    </a:lnTo>
                    <a:lnTo>
                      <a:pt x="3" y="14"/>
                    </a:lnTo>
                    <a:lnTo>
                      <a:pt x="3" y="14"/>
                    </a:lnTo>
                    <a:lnTo>
                      <a:pt x="3" y="12"/>
                    </a:lnTo>
                    <a:lnTo>
                      <a:pt x="3" y="12"/>
                    </a:lnTo>
                    <a:lnTo>
                      <a:pt x="3" y="12"/>
                    </a:lnTo>
                    <a:lnTo>
                      <a:pt x="3" y="9"/>
                    </a:lnTo>
                    <a:lnTo>
                      <a:pt x="3" y="9"/>
                    </a:lnTo>
                    <a:lnTo>
                      <a:pt x="3" y="7"/>
                    </a:lnTo>
                    <a:lnTo>
                      <a:pt x="3" y="7"/>
                    </a:lnTo>
                    <a:lnTo>
                      <a:pt x="0" y="7"/>
                    </a:lnTo>
                    <a:lnTo>
                      <a:pt x="0" y="7"/>
                    </a:lnTo>
                    <a:lnTo>
                      <a:pt x="3" y="7"/>
                    </a:lnTo>
                    <a:lnTo>
                      <a:pt x="3" y="5"/>
                    </a:lnTo>
                    <a:lnTo>
                      <a:pt x="3" y="5"/>
                    </a:lnTo>
                    <a:lnTo>
                      <a:pt x="3" y="5"/>
                    </a:lnTo>
                    <a:lnTo>
                      <a:pt x="3" y="2"/>
                    </a:lnTo>
                    <a:lnTo>
                      <a:pt x="3" y="2"/>
                    </a:lnTo>
                    <a:lnTo>
                      <a:pt x="3" y="2"/>
                    </a:lnTo>
                    <a:lnTo>
                      <a:pt x="5" y="2"/>
                    </a:lnTo>
                    <a:lnTo>
                      <a:pt x="5" y="2"/>
                    </a:lnTo>
                    <a:lnTo>
                      <a:pt x="5" y="2"/>
                    </a:lnTo>
                    <a:lnTo>
                      <a:pt x="5" y="2"/>
                    </a:lnTo>
                    <a:lnTo>
                      <a:pt x="5" y="2"/>
                    </a:lnTo>
                    <a:lnTo>
                      <a:pt x="7" y="2"/>
                    </a:lnTo>
                    <a:lnTo>
                      <a:pt x="7" y="0"/>
                    </a:lnTo>
                    <a:lnTo>
                      <a:pt x="7" y="0"/>
                    </a:lnTo>
                    <a:lnTo>
                      <a:pt x="7" y="0"/>
                    </a:lnTo>
                    <a:lnTo>
                      <a:pt x="7" y="0"/>
                    </a:lnTo>
                    <a:lnTo>
                      <a:pt x="10" y="0"/>
                    </a:lnTo>
                    <a:lnTo>
                      <a:pt x="10" y="0"/>
                    </a:lnTo>
                    <a:lnTo>
                      <a:pt x="10" y="0"/>
                    </a:lnTo>
                    <a:lnTo>
                      <a:pt x="10" y="0"/>
                    </a:lnTo>
                    <a:lnTo>
                      <a:pt x="10" y="2"/>
                    </a:lnTo>
                    <a:lnTo>
                      <a:pt x="10" y="2"/>
                    </a:lnTo>
                    <a:lnTo>
                      <a:pt x="10" y="2"/>
                    </a:lnTo>
                    <a:lnTo>
                      <a:pt x="1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102"/>
              <p:cNvSpPr>
                <a:spLocks/>
              </p:cNvSpPr>
              <p:nvPr/>
            </p:nvSpPr>
            <p:spPr bwMode="auto">
              <a:xfrm>
                <a:off x="2033" y="2085"/>
                <a:ext cx="10" cy="19"/>
              </a:xfrm>
              <a:custGeom>
                <a:avLst/>
                <a:gdLst/>
                <a:ahLst/>
                <a:cxnLst>
                  <a:cxn ang="0">
                    <a:pos x="10" y="2"/>
                  </a:cxn>
                  <a:cxn ang="0">
                    <a:pos x="10" y="5"/>
                  </a:cxn>
                  <a:cxn ang="0">
                    <a:pos x="10" y="7"/>
                  </a:cxn>
                  <a:cxn ang="0">
                    <a:pos x="10" y="9"/>
                  </a:cxn>
                  <a:cxn ang="0">
                    <a:pos x="10" y="9"/>
                  </a:cxn>
                  <a:cxn ang="0">
                    <a:pos x="10" y="12"/>
                  </a:cxn>
                  <a:cxn ang="0">
                    <a:pos x="7" y="12"/>
                  </a:cxn>
                  <a:cxn ang="0">
                    <a:pos x="7" y="14"/>
                  </a:cxn>
                  <a:cxn ang="0">
                    <a:pos x="7" y="16"/>
                  </a:cxn>
                  <a:cxn ang="0">
                    <a:pos x="7" y="16"/>
                  </a:cxn>
                  <a:cxn ang="0">
                    <a:pos x="5" y="19"/>
                  </a:cxn>
                  <a:cxn ang="0">
                    <a:pos x="5" y="19"/>
                  </a:cxn>
                  <a:cxn ang="0">
                    <a:pos x="3" y="19"/>
                  </a:cxn>
                  <a:cxn ang="0">
                    <a:pos x="3" y="16"/>
                  </a:cxn>
                  <a:cxn ang="0">
                    <a:pos x="3" y="14"/>
                  </a:cxn>
                  <a:cxn ang="0">
                    <a:pos x="3" y="14"/>
                  </a:cxn>
                  <a:cxn ang="0">
                    <a:pos x="3" y="12"/>
                  </a:cxn>
                  <a:cxn ang="0">
                    <a:pos x="3" y="12"/>
                  </a:cxn>
                  <a:cxn ang="0">
                    <a:pos x="3" y="9"/>
                  </a:cxn>
                  <a:cxn ang="0">
                    <a:pos x="3" y="7"/>
                  </a:cxn>
                  <a:cxn ang="0">
                    <a:pos x="0" y="7"/>
                  </a:cxn>
                  <a:cxn ang="0">
                    <a:pos x="3" y="5"/>
                  </a:cxn>
                  <a:cxn ang="0">
                    <a:pos x="3" y="5"/>
                  </a:cxn>
                  <a:cxn ang="0">
                    <a:pos x="3" y="2"/>
                  </a:cxn>
                  <a:cxn ang="0">
                    <a:pos x="5" y="2"/>
                  </a:cxn>
                  <a:cxn ang="0">
                    <a:pos x="5" y="2"/>
                  </a:cxn>
                  <a:cxn ang="0">
                    <a:pos x="5" y="2"/>
                  </a:cxn>
                  <a:cxn ang="0">
                    <a:pos x="7" y="0"/>
                  </a:cxn>
                  <a:cxn ang="0">
                    <a:pos x="7" y="0"/>
                  </a:cxn>
                  <a:cxn ang="0">
                    <a:pos x="10" y="0"/>
                  </a:cxn>
                  <a:cxn ang="0">
                    <a:pos x="10" y="0"/>
                  </a:cxn>
                  <a:cxn ang="0">
                    <a:pos x="10" y="2"/>
                  </a:cxn>
                  <a:cxn ang="0">
                    <a:pos x="10" y="2"/>
                  </a:cxn>
                </a:cxnLst>
                <a:rect l="0" t="0" r="r" b="b"/>
                <a:pathLst>
                  <a:path w="10" h="19">
                    <a:moveTo>
                      <a:pt x="10" y="2"/>
                    </a:moveTo>
                    <a:lnTo>
                      <a:pt x="10" y="2"/>
                    </a:lnTo>
                    <a:lnTo>
                      <a:pt x="10" y="2"/>
                    </a:lnTo>
                    <a:lnTo>
                      <a:pt x="10" y="5"/>
                    </a:lnTo>
                    <a:lnTo>
                      <a:pt x="10" y="5"/>
                    </a:lnTo>
                    <a:lnTo>
                      <a:pt x="10" y="7"/>
                    </a:lnTo>
                    <a:lnTo>
                      <a:pt x="10" y="7"/>
                    </a:lnTo>
                    <a:lnTo>
                      <a:pt x="10" y="9"/>
                    </a:lnTo>
                    <a:lnTo>
                      <a:pt x="10" y="9"/>
                    </a:lnTo>
                    <a:lnTo>
                      <a:pt x="10" y="9"/>
                    </a:lnTo>
                    <a:lnTo>
                      <a:pt x="10" y="12"/>
                    </a:lnTo>
                    <a:lnTo>
                      <a:pt x="10" y="12"/>
                    </a:lnTo>
                    <a:lnTo>
                      <a:pt x="7" y="12"/>
                    </a:lnTo>
                    <a:lnTo>
                      <a:pt x="7" y="12"/>
                    </a:lnTo>
                    <a:lnTo>
                      <a:pt x="7" y="14"/>
                    </a:lnTo>
                    <a:lnTo>
                      <a:pt x="7" y="14"/>
                    </a:lnTo>
                    <a:lnTo>
                      <a:pt x="7" y="14"/>
                    </a:lnTo>
                    <a:lnTo>
                      <a:pt x="7" y="16"/>
                    </a:lnTo>
                    <a:lnTo>
                      <a:pt x="7" y="16"/>
                    </a:lnTo>
                    <a:lnTo>
                      <a:pt x="7" y="16"/>
                    </a:lnTo>
                    <a:lnTo>
                      <a:pt x="5" y="16"/>
                    </a:lnTo>
                    <a:lnTo>
                      <a:pt x="5" y="19"/>
                    </a:lnTo>
                    <a:lnTo>
                      <a:pt x="5" y="19"/>
                    </a:lnTo>
                    <a:lnTo>
                      <a:pt x="5" y="19"/>
                    </a:lnTo>
                    <a:lnTo>
                      <a:pt x="3" y="19"/>
                    </a:lnTo>
                    <a:lnTo>
                      <a:pt x="3" y="19"/>
                    </a:lnTo>
                    <a:lnTo>
                      <a:pt x="3" y="19"/>
                    </a:lnTo>
                    <a:lnTo>
                      <a:pt x="3" y="16"/>
                    </a:lnTo>
                    <a:lnTo>
                      <a:pt x="3" y="16"/>
                    </a:lnTo>
                    <a:lnTo>
                      <a:pt x="3" y="14"/>
                    </a:lnTo>
                    <a:lnTo>
                      <a:pt x="3" y="14"/>
                    </a:lnTo>
                    <a:lnTo>
                      <a:pt x="3" y="14"/>
                    </a:lnTo>
                    <a:lnTo>
                      <a:pt x="3" y="14"/>
                    </a:lnTo>
                    <a:lnTo>
                      <a:pt x="3" y="12"/>
                    </a:lnTo>
                    <a:lnTo>
                      <a:pt x="3" y="12"/>
                    </a:lnTo>
                    <a:lnTo>
                      <a:pt x="3" y="12"/>
                    </a:lnTo>
                    <a:lnTo>
                      <a:pt x="3" y="9"/>
                    </a:lnTo>
                    <a:lnTo>
                      <a:pt x="3" y="9"/>
                    </a:lnTo>
                    <a:lnTo>
                      <a:pt x="3" y="7"/>
                    </a:lnTo>
                    <a:lnTo>
                      <a:pt x="3" y="7"/>
                    </a:lnTo>
                    <a:lnTo>
                      <a:pt x="0" y="7"/>
                    </a:lnTo>
                    <a:lnTo>
                      <a:pt x="0" y="7"/>
                    </a:lnTo>
                    <a:lnTo>
                      <a:pt x="3" y="7"/>
                    </a:lnTo>
                    <a:lnTo>
                      <a:pt x="3" y="5"/>
                    </a:lnTo>
                    <a:lnTo>
                      <a:pt x="3" y="5"/>
                    </a:lnTo>
                    <a:lnTo>
                      <a:pt x="3" y="5"/>
                    </a:lnTo>
                    <a:lnTo>
                      <a:pt x="3" y="2"/>
                    </a:lnTo>
                    <a:lnTo>
                      <a:pt x="3" y="2"/>
                    </a:lnTo>
                    <a:lnTo>
                      <a:pt x="3" y="2"/>
                    </a:lnTo>
                    <a:lnTo>
                      <a:pt x="5" y="2"/>
                    </a:lnTo>
                    <a:lnTo>
                      <a:pt x="5" y="2"/>
                    </a:lnTo>
                    <a:lnTo>
                      <a:pt x="5" y="2"/>
                    </a:lnTo>
                    <a:lnTo>
                      <a:pt x="5" y="2"/>
                    </a:lnTo>
                    <a:lnTo>
                      <a:pt x="5" y="2"/>
                    </a:lnTo>
                    <a:lnTo>
                      <a:pt x="7" y="2"/>
                    </a:lnTo>
                    <a:lnTo>
                      <a:pt x="7" y="0"/>
                    </a:lnTo>
                    <a:lnTo>
                      <a:pt x="7" y="0"/>
                    </a:lnTo>
                    <a:lnTo>
                      <a:pt x="7" y="0"/>
                    </a:lnTo>
                    <a:lnTo>
                      <a:pt x="7" y="0"/>
                    </a:lnTo>
                    <a:lnTo>
                      <a:pt x="10" y="0"/>
                    </a:lnTo>
                    <a:lnTo>
                      <a:pt x="10" y="0"/>
                    </a:lnTo>
                    <a:lnTo>
                      <a:pt x="10" y="0"/>
                    </a:lnTo>
                    <a:lnTo>
                      <a:pt x="10" y="0"/>
                    </a:lnTo>
                    <a:lnTo>
                      <a:pt x="10" y="2"/>
                    </a:lnTo>
                    <a:lnTo>
                      <a:pt x="10" y="2"/>
                    </a:lnTo>
                    <a:lnTo>
                      <a:pt x="10" y="2"/>
                    </a:lnTo>
                    <a:lnTo>
                      <a:pt x="1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103"/>
              <p:cNvSpPr>
                <a:spLocks/>
              </p:cNvSpPr>
              <p:nvPr/>
            </p:nvSpPr>
            <p:spPr bwMode="auto">
              <a:xfrm>
                <a:off x="2549" y="1983"/>
                <a:ext cx="175" cy="102"/>
              </a:xfrm>
              <a:custGeom>
                <a:avLst/>
                <a:gdLst/>
                <a:ahLst/>
                <a:cxnLst>
                  <a:cxn ang="0">
                    <a:pos x="50" y="9"/>
                  </a:cxn>
                  <a:cxn ang="0">
                    <a:pos x="57" y="14"/>
                  </a:cxn>
                  <a:cxn ang="0">
                    <a:pos x="64" y="19"/>
                  </a:cxn>
                  <a:cxn ang="0">
                    <a:pos x="71" y="24"/>
                  </a:cxn>
                  <a:cxn ang="0">
                    <a:pos x="76" y="31"/>
                  </a:cxn>
                  <a:cxn ang="0">
                    <a:pos x="83" y="28"/>
                  </a:cxn>
                  <a:cxn ang="0">
                    <a:pos x="88" y="33"/>
                  </a:cxn>
                  <a:cxn ang="0">
                    <a:pos x="93" y="38"/>
                  </a:cxn>
                  <a:cxn ang="0">
                    <a:pos x="100" y="43"/>
                  </a:cxn>
                  <a:cxn ang="0">
                    <a:pos x="104" y="45"/>
                  </a:cxn>
                  <a:cxn ang="0">
                    <a:pos x="109" y="47"/>
                  </a:cxn>
                  <a:cxn ang="0">
                    <a:pos x="114" y="54"/>
                  </a:cxn>
                  <a:cxn ang="0">
                    <a:pos x="121" y="54"/>
                  </a:cxn>
                  <a:cxn ang="0">
                    <a:pos x="126" y="62"/>
                  </a:cxn>
                  <a:cxn ang="0">
                    <a:pos x="131" y="57"/>
                  </a:cxn>
                  <a:cxn ang="0">
                    <a:pos x="135" y="62"/>
                  </a:cxn>
                  <a:cxn ang="0">
                    <a:pos x="140" y="62"/>
                  </a:cxn>
                  <a:cxn ang="0">
                    <a:pos x="147" y="62"/>
                  </a:cxn>
                  <a:cxn ang="0">
                    <a:pos x="152" y="64"/>
                  </a:cxn>
                  <a:cxn ang="0">
                    <a:pos x="161" y="64"/>
                  </a:cxn>
                  <a:cxn ang="0">
                    <a:pos x="166" y="66"/>
                  </a:cxn>
                  <a:cxn ang="0">
                    <a:pos x="171" y="64"/>
                  </a:cxn>
                  <a:cxn ang="0">
                    <a:pos x="173" y="69"/>
                  </a:cxn>
                  <a:cxn ang="0">
                    <a:pos x="171" y="81"/>
                  </a:cxn>
                  <a:cxn ang="0">
                    <a:pos x="173" y="88"/>
                  </a:cxn>
                  <a:cxn ang="0">
                    <a:pos x="173" y="97"/>
                  </a:cxn>
                  <a:cxn ang="0">
                    <a:pos x="168" y="99"/>
                  </a:cxn>
                  <a:cxn ang="0">
                    <a:pos x="159" y="102"/>
                  </a:cxn>
                  <a:cxn ang="0">
                    <a:pos x="152" y="102"/>
                  </a:cxn>
                  <a:cxn ang="0">
                    <a:pos x="147" y="99"/>
                  </a:cxn>
                  <a:cxn ang="0">
                    <a:pos x="140" y="99"/>
                  </a:cxn>
                  <a:cxn ang="0">
                    <a:pos x="133" y="97"/>
                  </a:cxn>
                  <a:cxn ang="0">
                    <a:pos x="126" y="97"/>
                  </a:cxn>
                  <a:cxn ang="0">
                    <a:pos x="121" y="90"/>
                  </a:cxn>
                  <a:cxn ang="0">
                    <a:pos x="114" y="92"/>
                  </a:cxn>
                  <a:cxn ang="0">
                    <a:pos x="107" y="90"/>
                  </a:cxn>
                  <a:cxn ang="0">
                    <a:pos x="100" y="85"/>
                  </a:cxn>
                  <a:cxn ang="0">
                    <a:pos x="95" y="78"/>
                  </a:cxn>
                  <a:cxn ang="0">
                    <a:pos x="88" y="73"/>
                  </a:cxn>
                  <a:cxn ang="0">
                    <a:pos x="78" y="76"/>
                  </a:cxn>
                  <a:cxn ang="0">
                    <a:pos x="71" y="76"/>
                  </a:cxn>
                  <a:cxn ang="0">
                    <a:pos x="64" y="73"/>
                  </a:cxn>
                  <a:cxn ang="0">
                    <a:pos x="57" y="69"/>
                  </a:cxn>
                  <a:cxn ang="0">
                    <a:pos x="50" y="66"/>
                  </a:cxn>
                  <a:cxn ang="0">
                    <a:pos x="43" y="64"/>
                  </a:cxn>
                  <a:cxn ang="0">
                    <a:pos x="36" y="64"/>
                  </a:cxn>
                  <a:cxn ang="0">
                    <a:pos x="31" y="57"/>
                  </a:cxn>
                  <a:cxn ang="0">
                    <a:pos x="26" y="52"/>
                  </a:cxn>
                  <a:cxn ang="0">
                    <a:pos x="19" y="47"/>
                  </a:cxn>
                  <a:cxn ang="0">
                    <a:pos x="12" y="45"/>
                  </a:cxn>
                  <a:cxn ang="0">
                    <a:pos x="5" y="43"/>
                  </a:cxn>
                  <a:cxn ang="0">
                    <a:pos x="0" y="38"/>
                  </a:cxn>
                  <a:cxn ang="0">
                    <a:pos x="5" y="31"/>
                  </a:cxn>
                  <a:cxn ang="0">
                    <a:pos x="5" y="24"/>
                  </a:cxn>
                  <a:cxn ang="0">
                    <a:pos x="10" y="14"/>
                  </a:cxn>
                  <a:cxn ang="0">
                    <a:pos x="15" y="9"/>
                  </a:cxn>
                  <a:cxn ang="0">
                    <a:pos x="19" y="5"/>
                  </a:cxn>
                  <a:cxn ang="0">
                    <a:pos x="26" y="7"/>
                  </a:cxn>
                  <a:cxn ang="0">
                    <a:pos x="29" y="0"/>
                  </a:cxn>
                  <a:cxn ang="0">
                    <a:pos x="36" y="0"/>
                  </a:cxn>
                  <a:cxn ang="0">
                    <a:pos x="45" y="2"/>
                  </a:cxn>
                </a:cxnLst>
                <a:rect l="0" t="0" r="r" b="b"/>
                <a:pathLst>
                  <a:path w="175" h="102">
                    <a:moveTo>
                      <a:pt x="45" y="5"/>
                    </a:moveTo>
                    <a:lnTo>
                      <a:pt x="45" y="5"/>
                    </a:lnTo>
                    <a:lnTo>
                      <a:pt x="45" y="5"/>
                    </a:lnTo>
                    <a:lnTo>
                      <a:pt x="45" y="5"/>
                    </a:lnTo>
                    <a:lnTo>
                      <a:pt x="45" y="7"/>
                    </a:lnTo>
                    <a:lnTo>
                      <a:pt x="45" y="7"/>
                    </a:lnTo>
                    <a:lnTo>
                      <a:pt x="45" y="9"/>
                    </a:lnTo>
                    <a:lnTo>
                      <a:pt x="45" y="9"/>
                    </a:lnTo>
                    <a:lnTo>
                      <a:pt x="48" y="9"/>
                    </a:lnTo>
                    <a:lnTo>
                      <a:pt x="48" y="9"/>
                    </a:lnTo>
                    <a:lnTo>
                      <a:pt x="50" y="9"/>
                    </a:lnTo>
                    <a:lnTo>
                      <a:pt x="50" y="9"/>
                    </a:lnTo>
                    <a:lnTo>
                      <a:pt x="50" y="9"/>
                    </a:lnTo>
                    <a:lnTo>
                      <a:pt x="50" y="9"/>
                    </a:lnTo>
                    <a:lnTo>
                      <a:pt x="52" y="9"/>
                    </a:lnTo>
                    <a:lnTo>
                      <a:pt x="52" y="9"/>
                    </a:lnTo>
                    <a:lnTo>
                      <a:pt x="52" y="9"/>
                    </a:lnTo>
                    <a:lnTo>
                      <a:pt x="52" y="12"/>
                    </a:lnTo>
                    <a:lnTo>
                      <a:pt x="55" y="12"/>
                    </a:lnTo>
                    <a:lnTo>
                      <a:pt x="55" y="12"/>
                    </a:lnTo>
                    <a:lnTo>
                      <a:pt x="55" y="12"/>
                    </a:lnTo>
                    <a:lnTo>
                      <a:pt x="55" y="14"/>
                    </a:lnTo>
                    <a:lnTo>
                      <a:pt x="57" y="14"/>
                    </a:lnTo>
                    <a:lnTo>
                      <a:pt x="57" y="14"/>
                    </a:lnTo>
                    <a:lnTo>
                      <a:pt x="57" y="14"/>
                    </a:lnTo>
                    <a:lnTo>
                      <a:pt x="57" y="14"/>
                    </a:lnTo>
                    <a:lnTo>
                      <a:pt x="57" y="17"/>
                    </a:lnTo>
                    <a:lnTo>
                      <a:pt x="57" y="17"/>
                    </a:lnTo>
                    <a:lnTo>
                      <a:pt x="60" y="17"/>
                    </a:lnTo>
                    <a:lnTo>
                      <a:pt x="60" y="17"/>
                    </a:lnTo>
                    <a:lnTo>
                      <a:pt x="60" y="17"/>
                    </a:lnTo>
                    <a:lnTo>
                      <a:pt x="60" y="17"/>
                    </a:lnTo>
                    <a:lnTo>
                      <a:pt x="62" y="17"/>
                    </a:lnTo>
                    <a:lnTo>
                      <a:pt x="62" y="17"/>
                    </a:lnTo>
                    <a:lnTo>
                      <a:pt x="62" y="19"/>
                    </a:lnTo>
                    <a:lnTo>
                      <a:pt x="64" y="19"/>
                    </a:lnTo>
                    <a:lnTo>
                      <a:pt x="64" y="19"/>
                    </a:lnTo>
                    <a:lnTo>
                      <a:pt x="64" y="19"/>
                    </a:lnTo>
                    <a:lnTo>
                      <a:pt x="64" y="19"/>
                    </a:lnTo>
                    <a:lnTo>
                      <a:pt x="67" y="19"/>
                    </a:lnTo>
                    <a:lnTo>
                      <a:pt x="67" y="19"/>
                    </a:lnTo>
                    <a:lnTo>
                      <a:pt x="67" y="21"/>
                    </a:lnTo>
                    <a:lnTo>
                      <a:pt x="67" y="21"/>
                    </a:lnTo>
                    <a:lnTo>
                      <a:pt x="69" y="21"/>
                    </a:lnTo>
                    <a:lnTo>
                      <a:pt x="69" y="21"/>
                    </a:lnTo>
                    <a:lnTo>
                      <a:pt x="69" y="24"/>
                    </a:lnTo>
                    <a:lnTo>
                      <a:pt x="69" y="24"/>
                    </a:lnTo>
                    <a:lnTo>
                      <a:pt x="71" y="24"/>
                    </a:lnTo>
                    <a:lnTo>
                      <a:pt x="71" y="24"/>
                    </a:lnTo>
                    <a:lnTo>
                      <a:pt x="71" y="24"/>
                    </a:lnTo>
                    <a:lnTo>
                      <a:pt x="71" y="24"/>
                    </a:lnTo>
                    <a:lnTo>
                      <a:pt x="71" y="26"/>
                    </a:lnTo>
                    <a:lnTo>
                      <a:pt x="71" y="26"/>
                    </a:lnTo>
                    <a:lnTo>
                      <a:pt x="71" y="26"/>
                    </a:lnTo>
                    <a:lnTo>
                      <a:pt x="71" y="28"/>
                    </a:lnTo>
                    <a:lnTo>
                      <a:pt x="74" y="28"/>
                    </a:lnTo>
                    <a:lnTo>
                      <a:pt x="74" y="28"/>
                    </a:lnTo>
                    <a:lnTo>
                      <a:pt x="74" y="28"/>
                    </a:lnTo>
                    <a:lnTo>
                      <a:pt x="74" y="31"/>
                    </a:lnTo>
                    <a:lnTo>
                      <a:pt x="76" y="31"/>
                    </a:lnTo>
                    <a:lnTo>
                      <a:pt x="76" y="31"/>
                    </a:lnTo>
                    <a:lnTo>
                      <a:pt x="76" y="31"/>
                    </a:lnTo>
                    <a:lnTo>
                      <a:pt x="76" y="31"/>
                    </a:lnTo>
                    <a:lnTo>
                      <a:pt x="76" y="31"/>
                    </a:lnTo>
                    <a:lnTo>
                      <a:pt x="78" y="31"/>
                    </a:lnTo>
                    <a:lnTo>
                      <a:pt x="78" y="31"/>
                    </a:lnTo>
                    <a:lnTo>
                      <a:pt x="78" y="28"/>
                    </a:lnTo>
                    <a:lnTo>
                      <a:pt x="78" y="28"/>
                    </a:lnTo>
                    <a:lnTo>
                      <a:pt x="81" y="28"/>
                    </a:lnTo>
                    <a:lnTo>
                      <a:pt x="81" y="28"/>
                    </a:lnTo>
                    <a:lnTo>
                      <a:pt x="81" y="28"/>
                    </a:lnTo>
                    <a:lnTo>
                      <a:pt x="83" y="28"/>
                    </a:lnTo>
                    <a:lnTo>
                      <a:pt x="83" y="28"/>
                    </a:lnTo>
                    <a:lnTo>
                      <a:pt x="83" y="28"/>
                    </a:lnTo>
                    <a:lnTo>
                      <a:pt x="86" y="28"/>
                    </a:lnTo>
                    <a:lnTo>
                      <a:pt x="86" y="28"/>
                    </a:lnTo>
                    <a:lnTo>
                      <a:pt x="86" y="28"/>
                    </a:lnTo>
                    <a:lnTo>
                      <a:pt x="86" y="28"/>
                    </a:lnTo>
                    <a:lnTo>
                      <a:pt x="88" y="28"/>
                    </a:lnTo>
                    <a:lnTo>
                      <a:pt x="88" y="28"/>
                    </a:lnTo>
                    <a:lnTo>
                      <a:pt x="88" y="31"/>
                    </a:lnTo>
                    <a:lnTo>
                      <a:pt x="88" y="31"/>
                    </a:lnTo>
                    <a:lnTo>
                      <a:pt x="88" y="33"/>
                    </a:lnTo>
                    <a:lnTo>
                      <a:pt x="88" y="33"/>
                    </a:lnTo>
                    <a:lnTo>
                      <a:pt x="88" y="33"/>
                    </a:lnTo>
                    <a:lnTo>
                      <a:pt x="88" y="33"/>
                    </a:lnTo>
                    <a:lnTo>
                      <a:pt x="88" y="36"/>
                    </a:lnTo>
                    <a:lnTo>
                      <a:pt x="88" y="36"/>
                    </a:lnTo>
                    <a:lnTo>
                      <a:pt x="88" y="36"/>
                    </a:lnTo>
                    <a:lnTo>
                      <a:pt x="88" y="38"/>
                    </a:lnTo>
                    <a:lnTo>
                      <a:pt x="90" y="38"/>
                    </a:lnTo>
                    <a:lnTo>
                      <a:pt x="90" y="38"/>
                    </a:lnTo>
                    <a:lnTo>
                      <a:pt x="90" y="38"/>
                    </a:lnTo>
                    <a:lnTo>
                      <a:pt x="90" y="38"/>
                    </a:lnTo>
                    <a:lnTo>
                      <a:pt x="93" y="38"/>
                    </a:lnTo>
                    <a:lnTo>
                      <a:pt x="93" y="38"/>
                    </a:lnTo>
                    <a:lnTo>
                      <a:pt x="93" y="40"/>
                    </a:lnTo>
                    <a:lnTo>
                      <a:pt x="93" y="40"/>
                    </a:lnTo>
                    <a:lnTo>
                      <a:pt x="93" y="40"/>
                    </a:lnTo>
                    <a:lnTo>
                      <a:pt x="93" y="43"/>
                    </a:lnTo>
                    <a:lnTo>
                      <a:pt x="93" y="43"/>
                    </a:lnTo>
                    <a:lnTo>
                      <a:pt x="95" y="43"/>
                    </a:lnTo>
                    <a:lnTo>
                      <a:pt x="95" y="43"/>
                    </a:lnTo>
                    <a:lnTo>
                      <a:pt x="97" y="43"/>
                    </a:lnTo>
                    <a:lnTo>
                      <a:pt x="97" y="43"/>
                    </a:lnTo>
                    <a:lnTo>
                      <a:pt x="97" y="43"/>
                    </a:lnTo>
                    <a:lnTo>
                      <a:pt x="97" y="43"/>
                    </a:lnTo>
                    <a:lnTo>
                      <a:pt x="100" y="43"/>
                    </a:lnTo>
                    <a:lnTo>
                      <a:pt x="100" y="43"/>
                    </a:lnTo>
                    <a:lnTo>
                      <a:pt x="100" y="45"/>
                    </a:lnTo>
                    <a:lnTo>
                      <a:pt x="100" y="45"/>
                    </a:lnTo>
                    <a:lnTo>
                      <a:pt x="100" y="45"/>
                    </a:lnTo>
                    <a:lnTo>
                      <a:pt x="100" y="45"/>
                    </a:lnTo>
                    <a:lnTo>
                      <a:pt x="100" y="45"/>
                    </a:lnTo>
                    <a:lnTo>
                      <a:pt x="102" y="45"/>
                    </a:lnTo>
                    <a:lnTo>
                      <a:pt x="102" y="45"/>
                    </a:lnTo>
                    <a:lnTo>
                      <a:pt x="104" y="45"/>
                    </a:lnTo>
                    <a:lnTo>
                      <a:pt x="104" y="45"/>
                    </a:lnTo>
                    <a:lnTo>
                      <a:pt x="104" y="45"/>
                    </a:lnTo>
                    <a:lnTo>
                      <a:pt x="104" y="45"/>
                    </a:lnTo>
                    <a:lnTo>
                      <a:pt x="104" y="45"/>
                    </a:lnTo>
                    <a:lnTo>
                      <a:pt x="107" y="45"/>
                    </a:lnTo>
                    <a:lnTo>
                      <a:pt x="107" y="45"/>
                    </a:lnTo>
                    <a:lnTo>
                      <a:pt x="107" y="45"/>
                    </a:lnTo>
                    <a:lnTo>
                      <a:pt x="107" y="45"/>
                    </a:lnTo>
                    <a:lnTo>
                      <a:pt x="107" y="45"/>
                    </a:lnTo>
                    <a:lnTo>
                      <a:pt x="109" y="45"/>
                    </a:lnTo>
                    <a:lnTo>
                      <a:pt x="109" y="45"/>
                    </a:lnTo>
                    <a:lnTo>
                      <a:pt x="109" y="45"/>
                    </a:lnTo>
                    <a:lnTo>
                      <a:pt x="109" y="45"/>
                    </a:lnTo>
                    <a:lnTo>
                      <a:pt x="109" y="47"/>
                    </a:lnTo>
                    <a:lnTo>
                      <a:pt x="109" y="47"/>
                    </a:lnTo>
                    <a:lnTo>
                      <a:pt x="109" y="50"/>
                    </a:lnTo>
                    <a:lnTo>
                      <a:pt x="109" y="50"/>
                    </a:lnTo>
                    <a:lnTo>
                      <a:pt x="109" y="50"/>
                    </a:lnTo>
                    <a:lnTo>
                      <a:pt x="109" y="52"/>
                    </a:lnTo>
                    <a:lnTo>
                      <a:pt x="109" y="52"/>
                    </a:lnTo>
                    <a:lnTo>
                      <a:pt x="109" y="52"/>
                    </a:lnTo>
                    <a:lnTo>
                      <a:pt x="112" y="52"/>
                    </a:lnTo>
                    <a:lnTo>
                      <a:pt x="112" y="52"/>
                    </a:lnTo>
                    <a:lnTo>
                      <a:pt x="112" y="54"/>
                    </a:lnTo>
                    <a:lnTo>
                      <a:pt x="112" y="54"/>
                    </a:lnTo>
                    <a:lnTo>
                      <a:pt x="114" y="54"/>
                    </a:lnTo>
                    <a:lnTo>
                      <a:pt x="114" y="54"/>
                    </a:lnTo>
                    <a:lnTo>
                      <a:pt x="116" y="54"/>
                    </a:lnTo>
                    <a:lnTo>
                      <a:pt x="116" y="52"/>
                    </a:lnTo>
                    <a:lnTo>
                      <a:pt x="116" y="52"/>
                    </a:lnTo>
                    <a:lnTo>
                      <a:pt x="116" y="52"/>
                    </a:lnTo>
                    <a:lnTo>
                      <a:pt x="119" y="52"/>
                    </a:lnTo>
                    <a:lnTo>
                      <a:pt x="119" y="52"/>
                    </a:lnTo>
                    <a:lnTo>
                      <a:pt x="119" y="54"/>
                    </a:lnTo>
                    <a:lnTo>
                      <a:pt x="119" y="54"/>
                    </a:lnTo>
                    <a:lnTo>
                      <a:pt x="119" y="54"/>
                    </a:lnTo>
                    <a:lnTo>
                      <a:pt x="121" y="54"/>
                    </a:lnTo>
                    <a:lnTo>
                      <a:pt x="121" y="54"/>
                    </a:lnTo>
                    <a:lnTo>
                      <a:pt x="121" y="54"/>
                    </a:lnTo>
                    <a:lnTo>
                      <a:pt x="123" y="54"/>
                    </a:lnTo>
                    <a:lnTo>
                      <a:pt x="123" y="54"/>
                    </a:lnTo>
                    <a:lnTo>
                      <a:pt x="123" y="57"/>
                    </a:lnTo>
                    <a:lnTo>
                      <a:pt x="123" y="57"/>
                    </a:lnTo>
                    <a:lnTo>
                      <a:pt x="126" y="57"/>
                    </a:lnTo>
                    <a:lnTo>
                      <a:pt x="126" y="57"/>
                    </a:lnTo>
                    <a:lnTo>
                      <a:pt x="126" y="59"/>
                    </a:lnTo>
                    <a:lnTo>
                      <a:pt x="126" y="59"/>
                    </a:lnTo>
                    <a:lnTo>
                      <a:pt x="126" y="59"/>
                    </a:lnTo>
                    <a:lnTo>
                      <a:pt x="126" y="62"/>
                    </a:lnTo>
                    <a:lnTo>
                      <a:pt x="126" y="62"/>
                    </a:lnTo>
                    <a:lnTo>
                      <a:pt x="126" y="62"/>
                    </a:lnTo>
                    <a:lnTo>
                      <a:pt x="126" y="64"/>
                    </a:lnTo>
                    <a:lnTo>
                      <a:pt x="128" y="64"/>
                    </a:lnTo>
                    <a:lnTo>
                      <a:pt x="128" y="64"/>
                    </a:lnTo>
                    <a:lnTo>
                      <a:pt x="131" y="64"/>
                    </a:lnTo>
                    <a:lnTo>
                      <a:pt x="131" y="64"/>
                    </a:lnTo>
                    <a:lnTo>
                      <a:pt x="131" y="62"/>
                    </a:lnTo>
                    <a:lnTo>
                      <a:pt x="131" y="62"/>
                    </a:lnTo>
                    <a:lnTo>
                      <a:pt x="131" y="62"/>
                    </a:lnTo>
                    <a:lnTo>
                      <a:pt x="131" y="59"/>
                    </a:lnTo>
                    <a:lnTo>
                      <a:pt x="131" y="59"/>
                    </a:lnTo>
                    <a:lnTo>
                      <a:pt x="131" y="57"/>
                    </a:lnTo>
                    <a:lnTo>
                      <a:pt x="131" y="57"/>
                    </a:lnTo>
                    <a:lnTo>
                      <a:pt x="131" y="57"/>
                    </a:lnTo>
                    <a:lnTo>
                      <a:pt x="131" y="57"/>
                    </a:lnTo>
                    <a:lnTo>
                      <a:pt x="131" y="57"/>
                    </a:lnTo>
                    <a:lnTo>
                      <a:pt x="133" y="57"/>
                    </a:lnTo>
                    <a:lnTo>
                      <a:pt x="133" y="59"/>
                    </a:lnTo>
                    <a:lnTo>
                      <a:pt x="133" y="59"/>
                    </a:lnTo>
                    <a:lnTo>
                      <a:pt x="133" y="62"/>
                    </a:lnTo>
                    <a:lnTo>
                      <a:pt x="133" y="62"/>
                    </a:lnTo>
                    <a:lnTo>
                      <a:pt x="133" y="62"/>
                    </a:lnTo>
                    <a:lnTo>
                      <a:pt x="133" y="62"/>
                    </a:lnTo>
                    <a:lnTo>
                      <a:pt x="135" y="62"/>
                    </a:lnTo>
                    <a:lnTo>
                      <a:pt x="135" y="62"/>
                    </a:lnTo>
                    <a:lnTo>
                      <a:pt x="138" y="62"/>
                    </a:lnTo>
                    <a:lnTo>
                      <a:pt x="138" y="64"/>
                    </a:lnTo>
                    <a:lnTo>
                      <a:pt x="138" y="64"/>
                    </a:lnTo>
                    <a:lnTo>
                      <a:pt x="138" y="64"/>
                    </a:lnTo>
                    <a:lnTo>
                      <a:pt x="138" y="64"/>
                    </a:lnTo>
                    <a:lnTo>
                      <a:pt x="140" y="64"/>
                    </a:lnTo>
                    <a:lnTo>
                      <a:pt x="140" y="64"/>
                    </a:lnTo>
                    <a:lnTo>
                      <a:pt x="140" y="62"/>
                    </a:lnTo>
                    <a:lnTo>
                      <a:pt x="138" y="62"/>
                    </a:lnTo>
                    <a:lnTo>
                      <a:pt x="138" y="62"/>
                    </a:lnTo>
                    <a:lnTo>
                      <a:pt x="140" y="62"/>
                    </a:lnTo>
                    <a:lnTo>
                      <a:pt x="140" y="62"/>
                    </a:lnTo>
                    <a:lnTo>
                      <a:pt x="140" y="59"/>
                    </a:lnTo>
                    <a:lnTo>
                      <a:pt x="140" y="59"/>
                    </a:lnTo>
                    <a:lnTo>
                      <a:pt x="140" y="62"/>
                    </a:lnTo>
                    <a:lnTo>
                      <a:pt x="142" y="62"/>
                    </a:lnTo>
                    <a:lnTo>
                      <a:pt x="142" y="59"/>
                    </a:lnTo>
                    <a:lnTo>
                      <a:pt x="142" y="59"/>
                    </a:lnTo>
                    <a:lnTo>
                      <a:pt x="145" y="59"/>
                    </a:lnTo>
                    <a:lnTo>
                      <a:pt x="145" y="59"/>
                    </a:lnTo>
                    <a:lnTo>
                      <a:pt x="145" y="59"/>
                    </a:lnTo>
                    <a:lnTo>
                      <a:pt x="145" y="62"/>
                    </a:lnTo>
                    <a:lnTo>
                      <a:pt x="147" y="62"/>
                    </a:lnTo>
                    <a:lnTo>
                      <a:pt x="147" y="62"/>
                    </a:lnTo>
                    <a:lnTo>
                      <a:pt x="147" y="62"/>
                    </a:lnTo>
                    <a:lnTo>
                      <a:pt x="149" y="62"/>
                    </a:lnTo>
                    <a:lnTo>
                      <a:pt x="149" y="64"/>
                    </a:lnTo>
                    <a:lnTo>
                      <a:pt x="149" y="64"/>
                    </a:lnTo>
                    <a:lnTo>
                      <a:pt x="149" y="64"/>
                    </a:lnTo>
                    <a:lnTo>
                      <a:pt x="149" y="64"/>
                    </a:lnTo>
                    <a:lnTo>
                      <a:pt x="149" y="62"/>
                    </a:lnTo>
                    <a:lnTo>
                      <a:pt x="149" y="62"/>
                    </a:lnTo>
                    <a:lnTo>
                      <a:pt x="152" y="62"/>
                    </a:lnTo>
                    <a:lnTo>
                      <a:pt x="152" y="64"/>
                    </a:lnTo>
                    <a:lnTo>
                      <a:pt x="152" y="64"/>
                    </a:lnTo>
                    <a:lnTo>
                      <a:pt x="152" y="64"/>
                    </a:lnTo>
                    <a:lnTo>
                      <a:pt x="152" y="64"/>
                    </a:lnTo>
                    <a:lnTo>
                      <a:pt x="152" y="64"/>
                    </a:lnTo>
                    <a:lnTo>
                      <a:pt x="154" y="64"/>
                    </a:lnTo>
                    <a:lnTo>
                      <a:pt x="154" y="64"/>
                    </a:lnTo>
                    <a:lnTo>
                      <a:pt x="157" y="64"/>
                    </a:lnTo>
                    <a:lnTo>
                      <a:pt x="157" y="64"/>
                    </a:lnTo>
                    <a:lnTo>
                      <a:pt x="157" y="64"/>
                    </a:lnTo>
                    <a:lnTo>
                      <a:pt x="159" y="64"/>
                    </a:lnTo>
                    <a:lnTo>
                      <a:pt x="159" y="64"/>
                    </a:lnTo>
                    <a:lnTo>
                      <a:pt x="159" y="64"/>
                    </a:lnTo>
                    <a:lnTo>
                      <a:pt x="161" y="64"/>
                    </a:lnTo>
                    <a:lnTo>
                      <a:pt x="161" y="64"/>
                    </a:lnTo>
                    <a:lnTo>
                      <a:pt x="164" y="64"/>
                    </a:lnTo>
                    <a:lnTo>
                      <a:pt x="164" y="66"/>
                    </a:lnTo>
                    <a:lnTo>
                      <a:pt x="164" y="66"/>
                    </a:lnTo>
                    <a:lnTo>
                      <a:pt x="164" y="69"/>
                    </a:lnTo>
                    <a:lnTo>
                      <a:pt x="164" y="69"/>
                    </a:lnTo>
                    <a:lnTo>
                      <a:pt x="164" y="69"/>
                    </a:lnTo>
                    <a:lnTo>
                      <a:pt x="164" y="69"/>
                    </a:lnTo>
                    <a:lnTo>
                      <a:pt x="164" y="69"/>
                    </a:lnTo>
                    <a:lnTo>
                      <a:pt x="164" y="66"/>
                    </a:lnTo>
                    <a:lnTo>
                      <a:pt x="164" y="66"/>
                    </a:lnTo>
                    <a:lnTo>
                      <a:pt x="166" y="66"/>
                    </a:lnTo>
                    <a:lnTo>
                      <a:pt x="166" y="66"/>
                    </a:lnTo>
                    <a:lnTo>
                      <a:pt x="166" y="66"/>
                    </a:lnTo>
                    <a:lnTo>
                      <a:pt x="166" y="66"/>
                    </a:lnTo>
                    <a:lnTo>
                      <a:pt x="166" y="66"/>
                    </a:lnTo>
                    <a:lnTo>
                      <a:pt x="166" y="64"/>
                    </a:lnTo>
                    <a:lnTo>
                      <a:pt x="168" y="64"/>
                    </a:lnTo>
                    <a:lnTo>
                      <a:pt x="168" y="66"/>
                    </a:lnTo>
                    <a:lnTo>
                      <a:pt x="168" y="66"/>
                    </a:lnTo>
                    <a:lnTo>
                      <a:pt x="168" y="64"/>
                    </a:lnTo>
                    <a:lnTo>
                      <a:pt x="168" y="64"/>
                    </a:lnTo>
                    <a:lnTo>
                      <a:pt x="171" y="64"/>
                    </a:lnTo>
                    <a:lnTo>
                      <a:pt x="171" y="64"/>
                    </a:lnTo>
                    <a:lnTo>
                      <a:pt x="171" y="64"/>
                    </a:lnTo>
                    <a:lnTo>
                      <a:pt x="173" y="64"/>
                    </a:lnTo>
                    <a:lnTo>
                      <a:pt x="173" y="64"/>
                    </a:lnTo>
                    <a:lnTo>
                      <a:pt x="173" y="64"/>
                    </a:lnTo>
                    <a:lnTo>
                      <a:pt x="173" y="64"/>
                    </a:lnTo>
                    <a:lnTo>
                      <a:pt x="173" y="66"/>
                    </a:lnTo>
                    <a:lnTo>
                      <a:pt x="173" y="66"/>
                    </a:lnTo>
                    <a:lnTo>
                      <a:pt x="173" y="66"/>
                    </a:lnTo>
                    <a:lnTo>
                      <a:pt x="173" y="66"/>
                    </a:lnTo>
                    <a:lnTo>
                      <a:pt x="171" y="66"/>
                    </a:lnTo>
                    <a:lnTo>
                      <a:pt x="171" y="69"/>
                    </a:lnTo>
                    <a:lnTo>
                      <a:pt x="173" y="69"/>
                    </a:lnTo>
                    <a:lnTo>
                      <a:pt x="173" y="69"/>
                    </a:lnTo>
                    <a:lnTo>
                      <a:pt x="173" y="71"/>
                    </a:lnTo>
                    <a:lnTo>
                      <a:pt x="173" y="71"/>
                    </a:lnTo>
                    <a:lnTo>
                      <a:pt x="173" y="73"/>
                    </a:lnTo>
                    <a:lnTo>
                      <a:pt x="171" y="73"/>
                    </a:lnTo>
                    <a:lnTo>
                      <a:pt x="171" y="73"/>
                    </a:lnTo>
                    <a:lnTo>
                      <a:pt x="171" y="73"/>
                    </a:lnTo>
                    <a:lnTo>
                      <a:pt x="171" y="76"/>
                    </a:lnTo>
                    <a:lnTo>
                      <a:pt x="171" y="76"/>
                    </a:lnTo>
                    <a:lnTo>
                      <a:pt x="171" y="78"/>
                    </a:lnTo>
                    <a:lnTo>
                      <a:pt x="171" y="78"/>
                    </a:lnTo>
                    <a:lnTo>
                      <a:pt x="171" y="81"/>
                    </a:lnTo>
                    <a:lnTo>
                      <a:pt x="171" y="81"/>
                    </a:lnTo>
                    <a:lnTo>
                      <a:pt x="171" y="81"/>
                    </a:lnTo>
                    <a:lnTo>
                      <a:pt x="171" y="83"/>
                    </a:lnTo>
                    <a:lnTo>
                      <a:pt x="171" y="83"/>
                    </a:lnTo>
                    <a:lnTo>
                      <a:pt x="171" y="83"/>
                    </a:lnTo>
                    <a:lnTo>
                      <a:pt x="171" y="85"/>
                    </a:lnTo>
                    <a:lnTo>
                      <a:pt x="171" y="85"/>
                    </a:lnTo>
                    <a:lnTo>
                      <a:pt x="173" y="85"/>
                    </a:lnTo>
                    <a:lnTo>
                      <a:pt x="173" y="85"/>
                    </a:lnTo>
                    <a:lnTo>
                      <a:pt x="173" y="85"/>
                    </a:lnTo>
                    <a:lnTo>
                      <a:pt x="173" y="88"/>
                    </a:lnTo>
                    <a:lnTo>
                      <a:pt x="173" y="88"/>
                    </a:lnTo>
                    <a:lnTo>
                      <a:pt x="173" y="88"/>
                    </a:lnTo>
                    <a:lnTo>
                      <a:pt x="173" y="90"/>
                    </a:lnTo>
                    <a:lnTo>
                      <a:pt x="173" y="90"/>
                    </a:lnTo>
                    <a:lnTo>
                      <a:pt x="173" y="92"/>
                    </a:lnTo>
                    <a:lnTo>
                      <a:pt x="175" y="92"/>
                    </a:lnTo>
                    <a:lnTo>
                      <a:pt x="175" y="92"/>
                    </a:lnTo>
                    <a:lnTo>
                      <a:pt x="173" y="92"/>
                    </a:lnTo>
                    <a:lnTo>
                      <a:pt x="173" y="92"/>
                    </a:lnTo>
                    <a:lnTo>
                      <a:pt x="173" y="95"/>
                    </a:lnTo>
                    <a:lnTo>
                      <a:pt x="173" y="95"/>
                    </a:lnTo>
                    <a:lnTo>
                      <a:pt x="173" y="95"/>
                    </a:lnTo>
                    <a:lnTo>
                      <a:pt x="173" y="97"/>
                    </a:lnTo>
                    <a:lnTo>
                      <a:pt x="173" y="97"/>
                    </a:lnTo>
                    <a:lnTo>
                      <a:pt x="173" y="97"/>
                    </a:lnTo>
                    <a:lnTo>
                      <a:pt x="173" y="99"/>
                    </a:lnTo>
                    <a:lnTo>
                      <a:pt x="173" y="99"/>
                    </a:lnTo>
                    <a:lnTo>
                      <a:pt x="173" y="102"/>
                    </a:lnTo>
                    <a:lnTo>
                      <a:pt x="171" y="102"/>
                    </a:lnTo>
                    <a:lnTo>
                      <a:pt x="171" y="102"/>
                    </a:lnTo>
                    <a:lnTo>
                      <a:pt x="171" y="102"/>
                    </a:lnTo>
                    <a:lnTo>
                      <a:pt x="171" y="102"/>
                    </a:lnTo>
                    <a:lnTo>
                      <a:pt x="171" y="102"/>
                    </a:lnTo>
                    <a:lnTo>
                      <a:pt x="168" y="102"/>
                    </a:lnTo>
                    <a:lnTo>
                      <a:pt x="168" y="99"/>
                    </a:lnTo>
                    <a:lnTo>
                      <a:pt x="168" y="99"/>
                    </a:lnTo>
                    <a:lnTo>
                      <a:pt x="166" y="99"/>
                    </a:lnTo>
                    <a:lnTo>
                      <a:pt x="166" y="99"/>
                    </a:lnTo>
                    <a:lnTo>
                      <a:pt x="166" y="102"/>
                    </a:lnTo>
                    <a:lnTo>
                      <a:pt x="166" y="102"/>
                    </a:lnTo>
                    <a:lnTo>
                      <a:pt x="164" y="102"/>
                    </a:lnTo>
                    <a:lnTo>
                      <a:pt x="164" y="102"/>
                    </a:lnTo>
                    <a:lnTo>
                      <a:pt x="164" y="102"/>
                    </a:lnTo>
                    <a:lnTo>
                      <a:pt x="164" y="102"/>
                    </a:lnTo>
                    <a:lnTo>
                      <a:pt x="161" y="102"/>
                    </a:lnTo>
                    <a:lnTo>
                      <a:pt x="161" y="102"/>
                    </a:lnTo>
                    <a:lnTo>
                      <a:pt x="161" y="102"/>
                    </a:lnTo>
                    <a:lnTo>
                      <a:pt x="159" y="102"/>
                    </a:lnTo>
                    <a:lnTo>
                      <a:pt x="159" y="99"/>
                    </a:lnTo>
                    <a:lnTo>
                      <a:pt x="159" y="99"/>
                    </a:lnTo>
                    <a:lnTo>
                      <a:pt x="159" y="102"/>
                    </a:lnTo>
                    <a:lnTo>
                      <a:pt x="159" y="102"/>
                    </a:lnTo>
                    <a:lnTo>
                      <a:pt x="157" y="102"/>
                    </a:lnTo>
                    <a:lnTo>
                      <a:pt x="157" y="102"/>
                    </a:lnTo>
                    <a:lnTo>
                      <a:pt x="157" y="102"/>
                    </a:lnTo>
                    <a:lnTo>
                      <a:pt x="157" y="102"/>
                    </a:lnTo>
                    <a:lnTo>
                      <a:pt x="154" y="102"/>
                    </a:lnTo>
                    <a:lnTo>
                      <a:pt x="154" y="102"/>
                    </a:lnTo>
                    <a:lnTo>
                      <a:pt x="154" y="102"/>
                    </a:lnTo>
                    <a:lnTo>
                      <a:pt x="152" y="102"/>
                    </a:lnTo>
                    <a:lnTo>
                      <a:pt x="152" y="102"/>
                    </a:lnTo>
                    <a:lnTo>
                      <a:pt x="152" y="99"/>
                    </a:lnTo>
                    <a:lnTo>
                      <a:pt x="152" y="99"/>
                    </a:lnTo>
                    <a:lnTo>
                      <a:pt x="152" y="99"/>
                    </a:lnTo>
                    <a:lnTo>
                      <a:pt x="152" y="97"/>
                    </a:lnTo>
                    <a:lnTo>
                      <a:pt x="152" y="97"/>
                    </a:lnTo>
                    <a:lnTo>
                      <a:pt x="149" y="97"/>
                    </a:lnTo>
                    <a:lnTo>
                      <a:pt x="149" y="97"/>
                    </a:lnTo>
                    <a:lnTo>
                      <a:pt x="149" y="97"/>
                    </a:lnTo>
                    <a:lnTo>
                      <a:pt x="149" y="97"/>
                    </a:lnTo>
                    <a:lnTo>
                      <a:pt x="149" y="99"/>
                    </a:lnTo>
                    <a:lnTo>
                      <a:pt x="147" y="99"/>
                    </a:lnTo>
                    <a:lnTo>
                      <a:pt x="147" y="99"/>
                    </a:lnTo>
                    <a:lnTo>
                      <a:pt x="147" y="99"/>
                    </a:lnTo>
                    <a:lnTo>
                      <a:pt x="145" y="99"/>
                    </a:lnTo>
                    <a:lnTo>
                      <a:pt x="145" y="99"/>
                    </a:lnTo>
                    <a:lnTo>
                      <a:pt x="145" y="99"/>
                    </a:lnTo>
                    <a:lnTo>
                      <a:pt x="145" y="102"/>
                    </a:lnTo>
                    <a:lnTo>
                      <a:pt x="142" y="102"/>
                    </a:lnTo>
                    <a:lnTo>
                      <a:pt x="142" y="99"/>
                    </a:lnTo>
                    <a:lnTo>
                      <a:pt x="142" y="99"/>
                    </a:lnTo>
                    <a:lnTo>
                      <a:pt x="140" y="99"/>
                    </a:lnTo>
                    <a:lnTo>
                      <a:pt x="140" y="99"/>
                    </a:lnTo>
                    <a:lnTo>
                      <a:pt x="140" y="99"/>
                    </a:lnTo>
                    <a:lnTo>
                      <a:pt x="140" y="99"/>
                    </a:lnTo>
                    <a:lnTo>
                      <a:pt x="140" y="97"/>
                    </a:lnTo>
                    <a:lnTo>
                      <a:pt x="138" y="97"/>
                    </a:lnTo>
                    <a:lnTo>
                      <a:pt x="138" y="97"/>
                    </a:lnTo>
                    <a:lnTo>
                      <a:pt x="138" y="97"/>
                    </a:lnTo>
                    <a:lnTo>
                      <a:pt x="138" y="97"/>
                    </a:lnTo>
                    <a:lnTo>
                      <a:pt x="135" y="97"/>
                    </a:lnTo>
                    <a:lnTo>
                      <a:pt x="135" y="95"/>
                    </a:lnTo>
                    <a:lnTo>
                      <a:pt x="135" y="95"/>
                    </a:lnTo>
                    <a:lnTo>
                      <a:pt x="133" y="95"/>
                    </a:lnTo>
                    <a:lnTo>
                      <a:pt x="133" y="95"/>
                    </a:lnTo>
                    <a:lnTo>
                      <a:pt x="133" y="97"/>
                    </a:lnTo>
                    <a:lnTo>
                      <a:pt x="133" y="97"/>
                    </a:lnTo>
                    <a:lnTo>
                      <a:pt x="133" y="95"/>
                    </a:lnTo>
                    <a:lnTo>
                      <a:pt x="131" y="95"/>
                    </a:lnTo>
                    <a:lnTo>
                      <a:pt x="131" y="95"/>
                    </a:lnTo>
                    <a:lnTo>
                      <a:pt x="131" y="95"/>
                    </a:lnTo>
                    <a:lnTo>
                      <a:pt x="131" y="95"/>
                    </a:lnTo>
                    <a:lnTo>
                      <a:pt x="128" y="95"/>
                    </a:lnTo>
                    <a:lnTo>
                      <a:pt x="128" y="95"/>
                    </a:lnTo>
                    <a:lnTo>
                      <a:pt x="126" y="95"/>
                    </a:lnTo>
                    <a:lnTo>
                      <a:pt x="126" y="95"/>
                    </a:lnTo>
                    <a:lnTo>
                      <a:pt x="126" y="95"/>
                    </a:lnTo>
                    <a:lnTo>
                      <a:pt x="126" y="97"/>
                    </a:lnTo>
                    <a:lnTo>
                      <a:pt x="126" y="97"/>
                    </a:lnTo>
                    <a:lnTo>
                      <a:pt x="123" y="97"/>
                    </a:lnTo>
                    <a:lnTo>
                      <a:pt x="123" y="95"/>
                    </a:lnTo>
                    <a:lnTo>
                      <a:pt x="123" y="95"/>
                    </a:lnTo>
                    <a:lnTo>
                      <a:pt x="123" y="95"/>
                    </a:lnTo>
                    <a:lnTo>
                      <a:pt x="123" y="95"/>
                    </a:lnTo>
                    <a:lnTo>
                      <a:pt x="121" y="95"/>
                    </a:lnTo>
                    <a:lnTo>
                      <a:pt x="121" y="92"/>
                    </a:lnTo>
                    <a:lnTo>
                      <a:pt x="121" y="92"/>
                    </a:lnTo>
                    <a:lnTo>
                      <a:pt x="121" y="92"/>
                    </a:lnTo>
                    <a:lnTo>
                      <a:pt x="121" y="90"/>
                    </a:lnTo>
                    <a:lnTo>
                      <a:pt x="121" y="90"/>
                    </a:lnTo>
                    <a:lnTo>
                      <a:pt x="121" y="90"/>
                    </a:lnTo>
                    <a:lnTo>
                      <a:pt x="119" y="90"/>
                    </a:lnTo>
                    <a:lnTo>
                      <a:pt x="119" y="90"/>
                    </a:lnTo>
                    <a:lnTo>
                      <a:pt x="119" y="90"/>
                    </a:lnTo>
                    <a:lnTo>
                      <a:pt x="119" y="90"/>
                    </a:lnTo>
                    <a:lnTo>
                      <a:pt x="116" y="90"/>
                    </a:lnTo>
                    <a:lnTo>
                      <a:pt x="116" y="92"/>
                    </a:lnTo>
                    <a:lnTo>
                      <a:pt x="116" y="92"/>
                    </a:lnTo>
                    <a:lnTo>
                      <a:pt x="116" y="92"/>
                    </a:lnTo>
                    <a:lnTo>
                      <a:pt x="114" y="92"/>
                    </a:lnTo>
                    <a:lnTo>
                      <a:pt x="114" y="92"/>
                    </a:lnTo>
                    <a:lnTo>
                      <a:pt x="114" y="92"/>
                    </a:lnTo>
                    <a:lnTo>
                      <a:pt x="112" y="92"/>
                    </a:lnTo>
                    <a:lnTo>
                      <a:pt x="112" y="92"/>
                    </a:lnTo>
                    <a:lnTo>
                      <a:pt x="112" y="92"/>
                    </a:lnTo>
                    <a:lnTo>
                      <a:pt x="112" y="92"/>
                    </a:lnTo>
                    <a:lnTo>
                      <a:pt x="109" y="92"/>
                    </a:lnTo>
                    <a:lnTo>
                      <a:pt x="109" y="90"/>
                    </a:lnTo>
                    <a:lnTo>
                      <a:pt x="112" y="90"/>
                    </a:lnTo>
                    <a:lnTo>
                      <a:pt x="112" y="90"/>
                    </a:lnTo>
                    <a:lnTo>
                      <a:pt x="109" y="90"/>
                    </a:lnTo>
                    <a:lnTo>
                      <a:pt x="109" y="90"/>
                    </a:lnTo>
                    <a:lnTo>
                      <a:pt x="107" y="90"/>
                    </a:lnTo>
                    <a:lnTo>
                      <a:pt x="107" y="90"/>
                    </a:lnTo>
                    <a:lnTo>
                      <a:pt x="107" y="88"/>
                    </a:lnTo>
                    <a:lnTo>
                      <a:pt x="107" y="88"/>
                    </a:lnTo>
                    <a:lnTo>
                      <a:pt x="104" y="88"/>
                    </a:lnTo>
                    <a:lnTo>
                      <a:pt x="104" y="88"/>
                    </a:lnTo>
                    <a:lnTo>
                      <a:pt x="104" y="88"/>
                    </a:lnTo>
                    <a:lnTo>
                      <a:pt x="104" y="88"/>
                    </a:lnTo>
                    <a:lnTo>
                      <a:pt x="104" y="85"/>
                    </a:lnTo>
                    <a:lnTo>
                      <a:pt x="102" y="85"/>
                    </a:lnTo>
                    <a:lnTo>
                      <a:pt x="102" y="85"/>
                    </a:lnTo>
                    <a:lnTo>
                      <a:pt x="100" y="85"/>
                    </a:lnTo>
                    <a:lnTo>
                      <a:pt x="100" y="85"/>
                    </a:lnTo>
                    <a:lnTo>
                      <a:pt x="100" y="85"/>
                    </a:lnTo>
                    <a:lnTo>
                      <a:pt x="100" y="85"/>
                    </a:lnTo>
                    <a:lnTo>
                      <a:pt x="100" y="83"/>
                    </a:lnTo>
                    <a:lnTo>
                      <a:pt x="100" y="83"/>
                    </a:lnTo>
                    <a:lnTo>
                      <a:pt x="100" y="83"/>
                    </a:lnTo>
                    <a:lnTo>
                      <a:pt x="100" y="81"/>
                    </a:lnTo>
                    <a:lnTo>
                      <a:pt x="100" y="81"/>
                    </a:lnTo>
                    <a:lnTo>
                      <a:pt x="100" y="78"/>
                    </a:lnTo>
                    <a:lnTo>
                      <a:pt x="97" y="78"/>
                    </a:lnTo>
                    <a:lnTo>
                      <a:pt x="97" y="78"/>
                    </a:lnTo>
                    <a:lnTo>
                      <a:pt x="97" y="78"/>
                    </a:lnTo>
                    <a:lnTo>
                      <a:pt x="97" y="78"/>
                    </a:lnTo>
                    <a:lnTo>
                      <a:pt x="95" y="78"/>
                    </a:lnTo>
                    <a:lnTo>
                      <a:pt x="95" y="76"/>
                    </a:lnTo>
                    <a:lnTo>
                      <a:pt x="95" y="76"/>
                    </a:lnTo>
                    <a:lnTo>
                      <a:pt x="93" y="76"/>
                    </a:lnTo>
                    <a:lnTo>
                      <a:pt x="93" y="76"/>
                    </a:lnTo>
                    <a:lnTo>
                      <a:pt x="93" y="76"/>
                    </a:lnTo>
                    <a:lnTo>
                      <a:pt x="90" y="76"/>
                    </a:lnTo>
                    <a:lnTo>
                      <a:pt x="90" y="76"/>
                    </a:lnTo>
                    <a:lnTo>
                      <a:pt x="90" y="76"/>
                    </a:lnTo>
                    <a:lnTo>
                      <a:pt x="90" y="73"/>
                    </a:lnTo>
                    <a:lnTo>
                      <a:pt x="90" y="73"/>
                    </a:lnTo>
                    <a:lnTo>
                      <a:pt x="88" y="73"/>
                    </a:lnTo>
                    <a:lnTo>
                      <a:pt x="88" y="73"/>
                    </a:lnTo>
                    <a:lnTo>
                      <a:pt x="88" y="73"/>
                    </a:lnTo>
                    <a:lnTo>
                      <a:pt x="86" y="73"/>
                    </a:lnTo>
                    <a:lnTo>
                      <a:pt x="86" y="73"/>
                    </a:lnTo>
                    <a:lnTo>
                      <a:pt x="86" y="73"/>
                    </a:lnTo>
                    <a:lnTo>
                      <a:pt x="86" y="73"/>
                    </a:lnTo>
                    <a:lnTo>
                      <a:pt x="83" y="73"/>
                    </a:lnTo>
                    <a:lnTo>
                      <a:pt x="83" y="73"/>
                    </a:lnTo>
                    <a:lnTo>
                      <a:pt x="83" y="73"/>
                    </a:lnTo>
                    <a:lnTo>
                      <a:pt x="81" y="73"/>
                    </a:lnTo>
                    <a:lnTo>
                      <a:pt x="81" y="76"/>
                    </a:lnTo>
                    <a:lnTo>
                      <a:pt x="81" y="76"/>
                    </a:lnTo>
                    <a:lnTo>
                      <a:pt x="78" y="76"/>
                    </a:lnTo>
                    <a:lnTo>
                      <a:pt x="78" y="73"/>
                    </a:lnTo>
                    <a:lnTo>
                      <a:pt x="78" y="73"/>
                    </a:lnTo>
                    <a:lnTo>
                      <a:pt x="78" y="73"/>
                    </a:lnTo>
                    <a:lnTo>
                      <a:pt x="78" y="73"/>
                    </a:lnTo>
                    <a:lnTo>
                      <a:pt x="76" y="73"/>
                    </a:lnTo>
                    <a:lnTo>
                      <a:pt x="76" y="73"/>
                    </a:lnTo>
                    <a:lnTo>
                      <a:pt x="76" y="73"/>
                    </a:lnTo>
                    <a:lnTo>
                      <a:pt x="74" y="73"/>
                    </a:lnTo>
                    <a:lnTo>
                      <a:pt x="74" y="73"/>
                    </a:lnTo>
                    <a:lnTo>
                      <a:pt x="71" y="73"/>
                    </a:lnTo>
                    <a:lnTo>
                      <a:pt x="71" y="73"/>
                    </a:lnTo>
                    <a:lnTo>
                      <a:pt x="71" y="76"/>
                    </a:lnTo>
                    <a:lnTo>
                      <a:pt x="71" y="76"/>
                    </a:lnTo>
                    <a:lnTo>
                      <a:pt x="71" y="76"/>
                    </a:lnTo>
                    <a:lnTo>
                      <a:pt x="71" y="76"/>
                    </a:lnTo>
                    <a:lnTo>
                      <a:pt x="69" y="76"/>
                    </a:lnTo>
                    <a:lnTo>
                      <a:pt x="69" y="76"/>
                    </a:lnTo>
                    <a:lnTo>
                      <a:pt x="69" y="76"/>
                    </a:lnTo>
                    <a:lnTo>
                      <a:pt x="69" y="73"/>
                    </a:lnTo>
                    <a:lnTo>
                      <a:pt x="67" y="73"/>
                    </a:lnTo>
                    <a:lnTo>
                      <a:pt x="67" y="73"/>
                    </a:lnTo>
                    <a:lnTo>
                      <a:pt x="67" y="73"/>
                    </a:lnTo>
                    <a:lnTo>
                      <a:pt x="64" y="73"/>
                    </a:lnTo>
                    <a:lnTo>
                      <a:pt x="64" y="73"/>
                    </a:lnTo>
                    <a:lnTo>
                      <a:pt x="64" y="73"/>
                    </a:lnTo>
                    <a:lnTo>
                      <a:pt x="64" y="73"/>
                    </a:lnTo>
                    <a:lnTo>
                      <a:pt x="62" y="73"/>
                    </a:lnTo>
                    <a:lnTo>
                      <a:pt x="62" y="73"/>
                    </a:lnTo>
                    <a:lnTo>
                      <a:pt x="60" y="73"/>
                    </a:lnTo>
                    <a:lnTo>
                      <a:pt x="60" y="73"/>
                    </a:lnTo>
                    <a:lnTo>
                      <a:pt x="60" y="73"/>
                    </a:lnTo>
                    <a:lnTo>
                      <a:pt x="60" y="73"/>
                    </a:lnTo>
                    <a:lnTo>
                      <a:pt x="60" y="71"/>
                    </a:lnTo>
                    <a:lnTo>
                      <a:pt x="57" y="71"/>
                    </a:lnTo>
                    <a:lnTo>
                      <a:pt x="57" y="71"/>
                    </a:lnTo>
                    <a:lnTo>
                      <a:pt x="57" y="69"/>
                    </a:lnTo>
                    <a:lnTo>
                      <a:pt x="57" y="69"/>
                    </a:lnTo>
                    <a:lnTo>
                      <a:pt x="57" y="69"/>
                    </a:lnTo>
                    <a:lnTo>
                      <a:pt x="57" y="69"/>
                    </a:lnTo>
                    <a:lnTo>
                      <a:pt x="55" y="69"/>
                    </a:lnTo>
                    <a:lnTo>
                      <a:pt x="55" y="69"/>
                    </a:lnTo>
                    <a:lnTo>
                      <a:pt x="55" y="69"/>
                    </a:lnTo>
                    <a:lnTo>
                      <a:pt x="52" y="69"/>
                    </a:lnTo>
                    <a:lnTo>
                      <a:pt x="52" y="69"/>
                    </a:lnTo>
                    <a:lnTo>
                      <a:pt x="52" y="69"/>
                    </a:lnTo>
                    <a:lnTo>
                      <a:pt x="52" y="69"/>
                    </a:lnTo>
                    <a:lnTo>
                      <a:pt x="50" y="69"/>
                    </a:lnTo>
                    <a:lnTo>
                      <a:pt x="50" y="66"/>
                    </a:lnTo>
                    <a:lnTo>
                      <a:pt x="50" y="66"/>
                    </a:lnTo>
                    <a:lnTo>
                      <a:pt x="50" y="66"/>
                    </a:lnTo>
                    <a:lnTo>
                      <a:pt x="50" y="66"/>
                    </a:lnTo>
                    <a:lnTo>
                      <a:pt x="48" y="66"/>
                    </a:lnTo>
                    <a:lnTo>
                      <a:pt x="48" y="66"/>
                    </a:lnTo>
                    <a:lnTo>
                      <a:pt x="48" y="64"/>
                    </a:lnTo>
                    <a:lnTo>
                      <a:pt x="45" y="64"/>
                    </a:lnTo>
                    <a:lnTo>
                      <a:pt x="45" y="64"/>
                    </a:lnTo>
                    <a:lnTo>
                      <a:pt x="45" y="64"/>
                    </a:lnTo>
                    <a:lnTo>
                      <a:pt x="45" y="64"/>
                    </a:lnTo>
                    <a:lnTo>
                      <a:pt x="43" y="64"/>
                    </a:lnTo>
                    <a:lnTo>
                      <a:pt x="43" y="64"/>
                    </a:lnTo>
                    <a:lnTo>
                      <a:pt x="43" y="64"/>
                    </a:lnTo>
                    <a:lnTo>
                      <a:pt x="43" y="64"/>
                    </a:lnTo>
                    <a:lnTo>
                      <a:pt x="41" y="64"/>
                    </a:lnTo>
                    <a:lnTo>
                      <a:pt x="41" y="64"/>
                    </a:lnTo>
                    <a:lnTo>
                      <a:pt x="41" y="64"/>
                    </a:lnTo>
                    <a:lnTo>
                      <a:pt x="41" y="64"/>
                    </a:lnTo>
                    <a:lnTo>
                      <a:pt x="38" y="64"/>
                    </a:lnTo>
                    <a:lnTo>
                      <a:pt x="38" y="64"/>
                    </a:lnTo>
                    <a:lnTo>
                      <a:pt x="38" y="64"/>
                    </a:lnTo>
                    <a:lnTo>
                      <a:pt x="38" y="64"/>
                    </a:lnTo>
                    <a:lnTo>
                      <a:pt x="38" y="64"/>
                    </a:lnTo>
                    <a:lnTo>
                      <a:pt x="36" y="64"/>
                    </a:lnTo>
                    <a:lnTo>
                      <a:pt x="36" y="62"/>
                    </a:lnTo>
                    <a:lnTo>
                      <a:pt x="36" y="62"/>
                    </a:lnTo>
                    <a:lnTo>
                      <a:pt x="36" y="62"/>
                    </a:lnTo>
                    <a:lnTo>
                      <a:pt x="33" y="62"/>
                    </a:lnTo>
                    <a:lnTo>
                      <a:pt x="33" y="62"/>
                    </a:lnTo>
                    <a:lnTo>
                      <a:pt x="33" y="62"/>
                    </a:lnTo>
                    <a:lnTo>
                      <a:pt x="33" y="59"/>
                    </a:lnTo>
                    <a:lnTo>
                      <a:pt x="31" y="59"/>
                    </a:lnTo>
                    <a:lnTo>
                      <a:pt x="31" y="59"/>
                    </a:lnTo>
                    <a:lnTo>
                      <a:pt x="31" y="59"/>
                    </a:lnTo>
                    <a:lnTo>
                      <a:pt x="31" y="57"/>
                    </a:lnTo>
                    <a:lnTo>
                      <a:pt x="31" y="57"/>
                    </a:lnTo>
                    <a:lnTo>
                      <a:pt x="31" y="57"/>
                    </a:lnTo>
                    <a:lnTo>
                      <a:pt x="29" y="57"/>
                    </a:lnTo>
                    <a:lnTo>
                      <a:pt x="29" y="57"/>
                    </a:lnTo>
                    <a:lnTo>
                      <a:pt x="29" y="57"/>
                    </a:lnTo>
                    <a:lnTo>
                      <a:pt x="26" y="57"/>
                    </a:lnTo>
                    <a:lnTo>
                      <a:pt x="26" y="57"/>
                    </a:lnTo>
                    <a:lnTo>
                      <a:pt x="26" y="54"/>
                    </a:lnTo>
                    <a:lnTo>
                      <a:pt x="26" y="54"/>
                    </a:lnTo>
                    <a:lnTo>
                      <a:pt x="26" y="54"/>
                    </a:lnTo>
                    <a:lnTo>
                      <a:pt x="26" y="54"/>
                    </a:lnTo>
                    <a:lnTo>
                      <a:pt x="26" y="54"/>
                    </a:lnTo>
                    <a:lnTo>
                      <a:pt x="26" y="52"/>
                    </a:lnTo>
                    <a:lnTo>
                      <a:pt x="24" y="52"/>
                    </a:lnTo>
                    <a:lnTo>
                      <a:pt x="24" y="52"/>
                    </a:lnTo>
                    <a:lnTo>
                      <a:pt x="24" y="52"/>
                    </a:lnTo>
                    <a:lnTo>
                      <a:pt x="24" y="52"/>
                    </a:lnTo>
                    <a:lnTo>
                      <a:pt x="22" y="52"/>
                    </a:lnTo>
                    <a:lnTo>
                      <a:pt x="22" y="52"/>
                    </a:lnTo>
                    <a:lnTo>
                      <a:pt x="22" y="50"/>
                    </a:lnTo>
                    <a:lnTo>
                      <a:pt x="19" y="50"/>
                    </a:lnTo>
                    <a:lnTo>
                      <a:pt x="19" y="50"/>
                    </a:lnTo>
                    <a:lnTo>
                      <a:pt x="19" y="50"/>
                    </a:lnTo>
                    <a:lnTo>
                      <a:pt x="19" y="50"/>
                    </a:lnTo>
                    <a:lnTo>
                      <a:pt x="19" y="47"/>
                    </a:lnTo>
                    <a:lnTo>
                      <a:pt x="17" y="47"/>
                    </a:lnTo>
                    <a:lnTo>
                      <a:pt x="17" y="47"/>
                    </a:lnTo>
                    <a:lnTo>
                      <a:pt x="17" y="47"/>
                    </a:lnTo>
                    <a:lnTo>
                      <a:pt x="17" y="47"/>
                    </a:lnTo>
                    <a:lnTo>
                      <a:pt x="15" y="47"/>
                    </a:lnTo>
                    <a:lnTo>
                      <a:pt x="15" y="47"/>
                    </a:lnTo>
                    <a:lnTo>
                      <a:pt x="15" y="45"/>
                    </a:lnTo>
                    <a:lnTo>
                      <a:pt x="12" y="45"/>
                    </a:lnTo>
                    <a:lnTo>
                      <a:pt x="12" y="45"/>
                    </a:lnTo>
                    <a:lnTo>
                      <a:pt x="12" y="45"/>
                    </a:lnTo>
                    <a:lnTo>
                      <a:pt x="12" y="45"/>
                    </a:lnTo>
                    <a:lnTo>
                      <a:pt x="12" y="45"/>
                    </a:lnTo>
                    <a:lnTo>
                      <a:pt x="10" y="45"/>
                    </a:lnTo>
                    <a:lnTo>
                      <a:pt x="10" y="45"/>
                    </a:lnTo>
                    <a:lnTo>
                      <a:pt x="10" y="45"/>
                    </a:lnTo>
                    <a:lnTo>
                      <a:pt x="10" y="45"/>
                    </a:lnTo>
                    <a:lnTo>
                      <a:pt x="10" y="45"/>
                    </a:lnTo>
                    <a:lnTo>
                      <a:pt x="10" y="45"/>
                    </a:lnTo>
                    <a:lnTo>
                      <a:pt x="7" y="45"/>
                    </a:lnTo>
                    <a:lnTo>
                      <a:pt x="7" y="45"/>
                    </a:lnTo>
                    <a:lnTo>
                      <a:pt x="5" y="45"/>
                    </a:lnTo>
                    <a:lnTo>
                      <a:pt x="5" y="45"/>
                    </a:lnTo>
                    <a:lnTo>
                      <a:pt x="5" y="45"/>
                    </a:lnTo>
                    <a:lnTo>
                      <a:pt x="5" y="43"/>
                    </a:lnTo>
                    <a:lnTo>
                      <a:pt x="5" y="43"/>
                    </a:lnTo>
                    <a:lnTo>
                      <a:pt x="5" y="43"/>
                    </a:lnTo>
                    <a:lnTo>
                      <a:pt x="3" y="43"/>
                    </a:lnTo>
                    <a:lnTo>
                      <a:pt x="3" y="43"/>
                    </a:lnTo>
                    <a:lnTo>
                      <a:pt x="3" y="40"/>
                    </a:lnTo>
                    <a:lnTo>
                      <a:pt x="0" y="40"/>
                    </a:lnTo>
                    <a:lnTo>
                      <a:pt x="0" y="40"/>
                    </a:lnTo>
                    <a:lnTo>
                      <a:pt x="0" y="40"/>
                    </a:lnTo>
                    <a:lnTo>
                      <a:pt x="0" y="40"/>
                    </a:lnTo>
                    <a:lnTo>
                      <a:pt x="0" y="38"/>
                    </a:lnTo>
                    <a:lnTo>
                      <a:pt x="0" y="38"/>
                    </a:lnTo>
                    <a:lnTo>
                      <a:pt x="0" y="38"/>
                    </a:lnTo>
                    <a:lnTo>
                      <a:pt x="0" y="36"/>
                    </a:lnTo>
                    <a:lnTo>
                      <a:pt x="0" y="36"/>
                    </a:lnTo>
                    <a:lnTo>
                      <a:pt x="0" y="36"/>
                    </a:lnTo>
                    <a:lnTo>
                      <a:pt x="0" y="33"/>
                    </a:lnTo>
                    <a:lnTo>
                      <a:pt x="0" y="33"/>
                    </a:lnTo>
                    <a:lnTo>
                      <a:pt x="3" y="33"/>
                    </a:lnTo>
                    <a:lnTo>
                      <a:pt x="3" y="33"/>
                    </a:lnTo>
                    <a:lnTo>
                      <a:pt x="3" y="33"/>
                    </a:lnTo>
                    <a:lnTo>
                      <a:pt x="5" y="33"/>
                    </a:lnTo>
                    <a:lnTo>
                      <a:pt x="5" y="31"/>
                    </a:lnTo>
                    <a:lnTo>
                      <a:pt x="5" y="31"/>
                    </a:lnTo>
                    <a:lnTo>
                      <a:pt x="5" y="31"/>
                    </a:lnTo>
                    <a:lnTo>
                      <a:pt x="5" y="28"/>
                    </a:lnTo>
                    <a:lnTo>
                      <a:pt x="5" y="28"/>
                    </a:lnTo>
                    <a:lnTo>
                      <a:pt x="5" y="28"/>
                    </a:lnTo>
                    <a:lnTo>
                      <a:pt x="5" y="26"/>
                    </a:lnTo>
                    <a:lnTo>
                      <a:pt x="5" y="26"/>
                    </a:lnTo>
                    <a:lnTo>
                      <a:pt x="5" y="26"/>
                    </a:lnTo>
                    <a:lnTo>
                      <a:pt x="5" y="26"/>
                    </a:lnTo>
                    <a:lnTo>
                      <a:pt x="5" y="24"/>
                    </a:lnTo>
                    <a:lnTo>
                      <a:pt x="5" y="24"/>
                    </a:lnTo>
                    <a:lnTo>
                      <a:pt x="5" y="24"/>
                    </a:lnTo>
                    <a:lnTo>
                      <a:pt x="5" y="24"/>
                    </a:lnTo>
                    <a:lnTo>
                      <a:pt x="5" y="24"/>
                    </a:lnTo>
                    <a:lnTo>
                      <a:pt x="5" y="21"/>
                    </a:lnTo>
                    <a:lnTo>
                      <a:pt x="7" y="21"/>
                    </a:lnTo>
                    <a:lnTo>
                      <a:pt x="7" y="21"/>
                    </a:lnTo>
                    <a:lnTo>
                      <a:pt x="7" y="21"/>
                    </a:lnTo>
                    <a:lnTo>
                      <a:pt x="7" y="19"/>
                    </a:lnTo>
                    <a:lnTo>
                      <a:pt x="7" y="19"/>
                    </a:lnTo>
                    <a:lnTo>
                      <a:pt x="7" y="19"/>
                    </a:lnTo>
                    <a:lnTo>
                      <a:pt x="7" y="17"/>
                    </a:lnTo>
                    <a:lnTo>
                      <a:pt x="7" y="17"/>
                    </a:lnTo>
                    <a:lnTo>
                      <a:pt x="7" y="17"/>
                    </a:lnTo>
                    <a:lnTo>
                      <a:pt x="7" y="14"/>
                    </a:lnTo>
                    <a:lnTo>
                      <a:pt x="10" y="14"/>
                    </a:lnTo>
                    <a:lnTo>
                      <a:pt x="10" y="14"/>
                    </a:lnTo>
                    <a:lnTo>
                      <a:pt x="10" y="14"/>
                    </a:lnTo>
                    <a:lnTo>
                      <a:pt x="10" y="14"/>
                    </a:lnTo>
                    <a:lnTo>
                      <a:pt x="10" y="14"/>
                    </a:lnTo>
                    <a:lnTo>
                      <a:pt x="12" y="14"/>
                    </a:lnTo>
                    <a:lnTo>
                      <a:pt x="12" y="12"/>
                    </a:lnTo>
                    <a:lnTo>
                      <a:pt x="12" y="12"/>
                    </a:lnTo>
                    <a:lnTo>
                      <a:pt x="12" y="12"/>
                    </a:lnTo>
                    <a:lnTo>
                      <a:pt x="12" y="12"/>
                    </a:lnTo>
                    <a:lnTo>
                      <a:pt x="15" y="12"/>
                    </a:lnTo>
                    <a:lnTo>
                      <a:pt x="15" y="9"/>
                    </a:lnTo>
                    <a:lnTo>
                      <a:pt x="15" y="9"/>
                    </a:lnTo>
                    <a:lnTo>
                      <a:pt x="15" y="9"/>
                    </a:lnTo>
                    <a:lnTo>
                      <a:pt x="17" y="9"/>
                    </a:lnTo>
                    <a:lnTo>
                      <a:pt x="17" y="7"/>
                    </a:lnTo>
                    <a:lnTo>
                      <a:pt x="17" y="7"/>
                    </a:lnTo>
                    <a:lnTo>
                      <a:pt x="17" y="7"/>
                    </a:lnTo>
                    <a:lnTo>
                      <a:pt x="17" y="7"/>
                    </a:lnTo>
                    <a:lnTo>
                      <a:pt x="17" y="5"/>
                    </a:lnTo>
                    <a:lnTo>
                      <a:pt x="17" y="5"/>
                    </a:lnTo>
                    <a:lnTo>
                      <a:pt x="19" y="5"/>
                    </a:lnTo>
                    <a:lnTo>
                      <a:pt x="19" y="5"/>
                    </a:lnTo>
                    <a:lnTo>
                      <a:pt x="19" y="5"/>
                    </a:lnTo>
                    <a:lnTo>
                      <a:pt x="19" y="5"/>
                    </a:lnTo>
                    <a:lnTo>
                      <a:pt x="19" y="5"/>
                    </a:lnTo>
                    <a:lnTo>
                      <a:pt x="22" y="5"/>
                    </a:lnTo>
                    <a:lnTo>
                      <a:pt x="22" y="5"/>
                    </a:lnTo>
                    <a:lnTo>
                      <a:pt x="22" y="5"/>
                    </a:lnTo>
                    <a:lnTo>
                      <a:pt x="22" y="7"/>
                    </a:lnTo>
                    <a:lnTo>
                      <a:pt x="22" y="7"/>
                    </a:lnTo>
                    <a:lnTo>
                      <a:pt x="22" y="9"/>
                    </a:lnTo>
                    <a:lnTo>
                      <a:pt x="24" y="9"/>
                    </a:lnTo>
                    <a:lnTo>
                      <a:pt x="24" y="9"/>
                    </a:lnTo>
                    <a:lnTo>
                      <a:pt x="24" y="9"/>
                    </a:lnTo>
                    <a:lnTo>
                      <a:pt x="26" y="9"/>
                    </a:lnTo>
                    <a:lnTo>
                      <a:pt x="26" y="7"/>
                    </a:lnTo>
                    <a:lnTo>
                      <a:pt x="26" y="7"/>
                    </a:lnTo>
                    <a:lnTo>
                      <a:pt x="26" y="7"/>
                    </a:lnTo>
                    <a:lnTo>
                      <a:pt x="26" y="5"/>
                    </a:lnTo>
                    <a:lnTo>
                      <a:pt x="26" y="5"/>
                    </a:lnTo>
                    <a:lnTo>
                      <a:pt x="29" y="5"/>
                    </a:lnTo>
                    <a:lnTo>
                      <a:pt x="29" y="5"/>
                    </a:lnTo>
                    <a:lnTo>
                      <a:pt x="29" y="5"/>
                    </a:lnTo>
                    <a:lnTo>
                      <a:pt x="29" y="5"/>
                    </a:lnTo>
                    <a:lnTo>
                      <a:pt x="29" y="2"/>
                    </a:lnTo>
                    <a:lnTo>
                      <a:pt x="29" y="2"/>
                    </a:lnTo>
                    <a:lnTo>
                      <a:pt x="29" y="2"/>
                    </a:lnTo>
                    <a:lnTo>
                      <a:pt x="29" y="0"/>
                    </a:lnTo>
                    <a:lnTo>
                      <a:pt x="29" y="0"/>
                    </a:lnTo>
                    <a:lnTo>
                      <a:pt x="29" y="0"/>
                    </a:lnTo>
                    <a:lnTo>
                      <a:pt x="31" y="0"/>
                    </a:lnTo>
                    <a:lnTo>
                      <a:pt x="31" y="0"/>
                    </a:lnTo>
                    <a:lnTo>
                      <a:pt x="31" y="0"/>
                    </a:lnTo>
                    <a:lnTo>
                      <a:pt x="31" y="0"/>
                    </a:lnTo>
                    <a:lnTo>
                      <a:pt x="33" y="0"/>
                    </a:lnTo>
                    <a:lnTo>
                      <a:pt x="33" y="0"/>
                    </a:lnTo>
                    <a:lnTo>
                      <a:pt x="33" y="0"/>
                    </a:lnTo>
                    <a:lnTo>
                      <a:pt x="33" y="0"/>
                    </a:lnTo>
                    <a:lnTo>
                      <a:pt x="36" y="0"/>
                    </a:lnTo>
                    <a:lnTo>
                      <a:pt x="36" y="0"/>
                    </a:lnTo>
                    <a:lnTo>
                      <a:pt x="36" y="0"/>
                    </a:lnTo>
                    <a:lnTo>
                      <a:pt x="38" y="0"/>
                    </a:lnTo>
                    <a:lnTo>
                      <a:pt x="38" y="0"/>
                    </a:lnTo>
                    <a:lnTo>
                      <a:pt x="38" y="0"/>
                    </a:lnTo>
                    <a:lnTo>
                      <a:pt x="41" y="0"/>
                    </a:lnTo>
                    <a:lnTo>
                      <a:pt x="41" y="0"/>
                    </a:lnTo>
                    <a:lnTo>
                      <a:pt x="41" y="2"/>
                    </a:lnTo>
                    <a:lnTo>
                      <a:pt x="43" y="2"/>
                    </a:lnTo>
                    <a:lnTo>
                      <a:pt x="43" y="2"/>
                    </a:lnTo>
                    <a:lnTo>
                      <a:pt x="43" y="2"/>
                    </a:lnTo>
                    <a:lnTo>
                      <a:pt x="45" y="2"/>
                    </a:lnTo>
                    <a:lnTo>
                      <a:pt x="45" y="2"/>
                    </a:lnTo>
                    <a:lnTo>
                      <a:pt x="45"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104"/>
              <p:cNvSpPr>
                <a:spLocks/>
              </p:cNvSpPr>
              <p:nvPr/>
            </p:nvSpPr>
            <p:spPr bwMode="auto">
              <a:xfrm>
                <a:off x="2549" y="1983"/>
                <a:ext cx="175" cy="102"/>
              </a:xfrm>
              <a:custGeom>
                <a:avLst/>
                <a:gdLst/>
                <a:ahLst/>
                <a:cxnLst>
                  <a:cxn ang="0">
                    <a:pos x="50" y="9"/>
                  </a:cxn>
                  <a:cxn ang="0">
                    <a:pos x="57" y="14"/>
                  </a:cxn>
                  <a:cxn ang="0">
                    <a:pos x="64" y="19"/>
                  </a:cxn>
                  <a:cxn ang="0">
                    <a:pos x="71" y="24"/>
                  </a:cxn>
                  <a:cxn ang="0">
                    <a:pos x="76" y="31"/>
                  </a:cxn>
                  <a:cxn ang="0">
                    <a:pos x="83" y="28"/>
                  </a:cxn>
                  <a:cxn ang="0">
                    <a:pos x="88" y="33"/>
                  </a:cxn>
                  <a:cxn ang="0">
                    <a:pos x="93" y="38"/>
                  </a:cxn>
                  <a:cxn ang="0">
                    <a:pos x="100" y="43"/>
                  </a:cxn>
                  <a:cxn ang="0">
                    <a:pos x="104" y="45"/>
                  </a:cxn>
                  <a:cxn ang="0">
                    <a:pos x="109" y="47"/>
                  </a:cxn>
                  <a:cxn ang="0">
                    <a:pos x="114" y="54"/>
                  </a:cxn>
                  <a:cxn ang="0">
                    <a:pos x="121" y="54"/>
                  </a:cxn>
                  <a:cxn ang="0">
                    <a:pos x="126" y="62"/>
                  </a:cxn>
                  <a:cxn ang="0">
                    <a:pos x="131" y="57"/>
                  </a:cxn>
                  <a:cxn ang="0">
                    <a:pos x="135" y="62"/>
                  </a:cxn>
                  <a:cxn ang="0">
                    <a:pos x="140" y="62"/>
                  </a:cxn>
                  <a:cxn ang="0">
                    <a:pos x="147" y="62"/>
                  </a:cxn>
                  <a:cxn ang="0">
                    <a:pos x="152" y="64"/>
                  </a:cxn>
                  <a:cxn ang="0">
                    <a:pos x="161" y="64"/>
                  </a:cxn>
                  <a:cxn ang="0">
                    <a:pos x="166" y="66"/>
                  </a:cxn>
                  <a:cxn ang="0">
                    <a:pos x="171" y="64"/>
                  </a:cxn>
                  <a:cxn ang="0">
                    <a:pos x="173" y="69"/>
                  </a:cxn>
                  <a:cxn ang="0">
                    <a:pos x="171" y="81"/>
                  </a:cxn>
                  <a:cxn ang="0">
                    <a:pos x="173" y="88"/>
                  </a:cxn>
                  <a:cxn ang="0">
                    <a:pos x="173" y="97"/>
                  </a:cxn>
                  <a:cxn ang="0">
                    <a:pos x="168" y="99"/>
                  </a:cxn>
                  <a:cxn ang="0">
                    <a:pos x="159" y="102"/>
                  </a:cxn>
                  <a:cxn ang="0">
                    <a:pos x="152" y="102"/>
                  </a:cxn>
                  <a:cxn ang="0">
                    <a:pos x="147" y="99"/>
                  </a:cxn>
                  <a:cxn ang="0">
                    <a:pos x="140" y="99"/>
                  </a:cxn>
                  <a:cxn ang="0">
                    <a:pos x="133" y="97"/>
                  </a:cxn>
                  <a:cxn ang="0">
                    <a:pos x="126" y="97"/>
                  </a:cxn>
                  <a:cxn ang="0">
                    <a:pos x="121" y="90"/>
                  </a:cxn>
                  <a:cxn ang="0">
                    <a:pos x="114" y="92"/>
                  </a:cxn>
                  <a:cxn ang="0">
                    <a:pos x="107" y="90"/>
                  </a:cxn>
                  <a:cxn ang="0">
                    <a:pos x="100" y="85"/>
                  </a:cxn>
                  <a:cxn ang="0">
                    <a:pos x="95" y="78"/>
                  </a:cxn>
                  <a:cxn ang="0">
                    <a:pos x="88" y="73"/>
                  </a:cxn>
                  <a:cxn ang="0">
                    <a:pos x="78" y="76"/>
                  </a:cxn>
                  <a:cxn ang="0">
                    <a:pos x="71" y="76"/>
                  </a:cxn>
                  <a:cxn ang="0">
                    <a:pos x="64" y="73"/>
                  </a:cxn>
                  <a:cxn ang="0">
                    <a:pos x="57" y="69"/>
                  </a:cxn>
                  <a:cxn ang="0">
                    <a:pos x="50" y="66"/>
                  </a:cxn>
                  <a:cxn ang="0">
                    <a:pos x="43" y="64"/>
                  </a:cxn>
                  <a:cxn ang="0">
                    <a:pos x="36" y="64"/>
                  </a:cxn>
                  <a:cxn ang="0">
                    <a:pos x="31" y="57"/>
                  </a:cxn>
                  <a:cxn ang="0">
                    <a:pos x="26" y="52"/>
                  </a:cxn>
                  <a:cxn ang="0">
                    <a:pos x="19" y="47"/>
                  </a:cxn>
                  <a:cxn ang="0">
                    <a:pos x="12" y="45"/>
                  </a:cxn>
                  <a:cxn ang="0">
                    <a:pos x="5" y="43"/>
                  </a:cxn>
                  <a:cxn ang="0">
                    <a:pos x="0" y="38"/>
                  </a:cxn>
                  <a:cxn ang="0">
                    <a:pos x="5" y="31"/>
                  </a:cxn>
                  <a:cxn ang="0">
                    <a:pos x="5" y="24"/>
                  </a:cxn>
                  <a:cxn ang="0">
                    <a:pos x="10" y="14"/>
                  </a:cxn>
                  <a:cxn ang="0">
                    <a:pos x="15" y="9"/>
                  </a:cxn>
                  <a:cxn ang="0">
                    <a:pos x="19" y="5"/>
                  </a:cxn>
                  <a:cxn ang="0">
                    <a:pos x="26" y="7"/>
                  </a:cxn>
                  <a:cxn ang="0">
                    <a:pos x="29" y="0"/>
                  </a:cxn>
                  <a:cxn ang="0">
                    <a:pos x="36" y="0"/>
                  </a:cxn>
                  <a:cxn ang="0">
                    <a:pos x="45" y="2"/>
                  </a:cxn>
                </a:cxnLst>
                <a:rect l="0" t="0" r="r" b="b"/>
                <a:pathLst>
                  <a:path w="175" h="102">
                    <a:moveTo>
                      <a:pt x="45" y="5"/>
                    </a:moveTo>
                    <a:lnTo>
                      <a:pt x="45" y="5"/>
                    </a:lnTo>
                    <a:lnTo>
                      <a:pt x="45" y="5"/>
                    </a:lnTo>
                    <a:lnTo>
                      <a:pt x="45" y="5"/>
                    </a:lnTo>
                    <a:lnTo>
                      <a:pt x="45" y="7"/>
                    </a:lnTo>
                    <a:lnTo>
                      <a:pt x="45" y="7"/>
                    </a:lnTo>
                    <a:lnTo>
                      <a:pt x="45" y="9"/>
                    </a:lnTo>
                    <a:lnTo>
                      <a:pt x="45" y="9"/>
                    </a:lnTo>
                    <a:lnTo>
                      <a:pt x="48" y="9"/>
                    </a:lnTo>
                    <a:lnTo>
                      <a:pt x="48" y="9"/>
                    </a:lnTo>
                    <a:lnTo>
                      <a:pt x="50" y="9"/>
                    </a:lnTo>
                    <a:lnTo>
                      <a:pt x="50" y="9"/>
                    </a:lnTo>
                    <a:lnTo>
                      <a:pt x="50" y="9"/>
                    </a:lnTo>
                    <a:lnTo>
                      <a:pt x="50" y="9"/>
                    </a:lnTo>
                    <a:lnTo>
                      <a:pt x="52" y="9"/>
                    </a:lnTo>
                    <a:lnTo>
                      <a:pt x="52" y="9"/>
                    </a:lnTo>
                    <a:lnTo>
                      <a:pt x="52" y="9"/>
                    </a:lnTo>
                    <a:lnTo>
                      <a:pt x="52" y="12"/>
                    </a:lnTo>
                    <a:lnTo>
                      <a:pt x="55" y="12"/>
                    </a:lnTo>
                    <a:lnTo>
                      <a:pt x="55" y="12"/>
                    </a:lnTo>
                    <a:lnTo>
                      <a:pt x="55" y="12"/>
                    </a:lnTo>
                    <a:lnTo>
                      <a:pt x="55" y="14"/>
                    </a:lnTo>
                    <a:lnTo>
                      <a:pt x="57" y="14"/>
                    </a:lnTo>
                    <a:lnTo>
                      <a:pt x="57" y="14"/>
                    </a:lnTo>
                    <a:lnTo>
                      <a:pt x="57" y="14"/>
                    </a:lnTo>
                    <a:lnTo>
                      <a:pt x="57" y="14"/>
                    </a:lnTo>
                    <a:lnTo>
                      <a:pt x="57" y="17"/>
                    </a:lnTo>
                    <a:lnTo>
                      <a:pt x="57" y="17"/>
                    </a:lnTo>
                    <a:lnTo>
                      <a:pt x="60" y="17"/>
                    </a:lnTo>
                    <a:lnTo>
                      <a:pt x="60" y="17"/>
                    </a:lnTo>
                    <a:lnTo>
                      <a:pt x="60" y="17"/>
                    </a:lnTo>
                    <a:lnTo>
                      <a:pt x="60" y="17"/>
                    </a:lnTo>
                    <a:lnTo>
                      <a:pt x="62" y="17"/>
                    </a:lnTo>
                    <a:lnTo>
                      <a:pt x="62" y="17"/>
                    </a:lnTo>
                    <a:lnTo>
                      <a:pt x="62" y="19"/>
                    </a:lnTo>
                    <a:lnTo>
                      <a:pt x="64" y="19"/>
                    </a:lnTo>
                    <a:lnTo>
                      <a:pt x="64" y="19"/>
                    </a:lnTo>
                    <a:lnTo>
                      <a:pt x="64" y="19"/>
                    </a:lnTo>
                    <a:lnTo>
                      <a:pt x="64" y="19"/>
                    </a:lnTo>
                    <a:lnTo>
                      <a:pt x="67" y="19"/>
                    </a:lnTo>
                    <a:lnTo>
                      <a:pt x="67" y="19"/>
                    </a:lnTo>
                    <a:lnTo>
                      <a:pt x="67" y="21"/>
                    </a:lnTo>
                    <a:lnTo>
                      <a:pt x="67" y="21"/>
                    </a:lnTo>
                    <a:lnTo>
                      <a:pt x="69" y="21"/>
                    </a:lnTo>
                    <a:lnTo>
                      <a:pt x="69" y="21"/>
                    </a:lnTo>
                    <a:lnTo>
                      <a:pt x="69" y="24"/>
                    </a:lnTo>
                    <a:lnTo>
                      <a:pt x="69" y="24"/>
                    </a:lnTo>
                    <a:lnTo>
                      <a:pt x="71" y="24"/>
                    </a:lnTo>
                    <a:lnTo>
                      <a:pt x="71" y="24"/>
                    </a:lnTo>
                    <a:lnTo>
                      <a:pt x="71" y="24"/>
                    </a:lnTo>
                    <a:lnTo>
                      <a:pt x="71" y="24"/>
                    </a:lnTo>
                    <a:lnTo>
                      <a:pt x="71" y="26"/>
                    </a:lnTo>
                    <a:lnTo>
                      <a:pt x="71" y="26"/>
                    </a:lnTo>
                    <a:lnTo>
                      <a:pt x="71" y="26"/>
                    </a:lnTo>
                    <a:lnTo>
                      <a:pt x="71" y="28"/>
                    </a:lnTo>
                    <a:lnTo>
                      <a:pt x="74" y="28"/>
                    </a:lnTo>
                    <a:lnTo>
                      <a:pt x="74" y="28"/>
                    </a:lnTo>
                    <a:lnTo>
                      <a:pt x="74" y="28"/>
                    </a:lnTo>
                    <a:lnTo>
                      <a:pt x="74" y="31"/>
                    </a:lnTo>
                    <a:lnTo>
                      <a:pt x="76" y="31"/>
                    </a:lnTo>
                    <a:lnTo>
                      <a:pt x="76" y="31"/>
                    </a:lnTo>
                    <a:lnTo>
                      <a:pt x="76" y="31"/>
                    </a:lnTo>
                    <a:lnTo>
                      <a:pt x="76" y="31"/>
                    </a:lnTo>
                    <a:lnTo>
                      <a:pt x="76" y="31"/>
                    </a:lnTo>
                    <a:lnTo>
                      <a:pt x="78" y="31"/>
                    </a:lnTo>
                    <a:lnTo>
                      <a:pt x="78" y="31"/>
                    </a:lnTo>
                    <a:lnTo>
                      <a:pt x="78" y="28"/>
                    </a:lnTo>
                    <a:lnTo>
                      <a:pt x="78" y="28"/>
                    </a:lnTo>
                    <a:lnTo>
                      <a:pt x="81" y="28"/>
                    </a:lnTo>
                    <a:lnTo>
                      <a:pt x="81" y="28"/>
                    </a:lnTo>
                    <a:lnTo>
                      <a:pt x="81" y="28"/>
                    </a:lnTo>
                    <a:lnTo>
                      <a:pt x="83" y="28"/>
                    </a:lnTo>
                    <a:lnTo>
                      <a:pt x="83" y="28"/>
                    </a:lnTo>
                    <a:lnTo>
                      <a:pt x="83" y="28"/>
                    </a:lnTo>
                    <a:lnTo>
                      <a:pt x="86" y="28"/>
                    </a:lnTo>
                    <a:lnTo>
                      <a:pt x="86" y="28"/>
                    </a:lnTo>
                    <a:lnTo>
                      <a:pt x="86" y="28"/>
                    </a:lnTo>
                    <a:lnTo>
                      <a:pt x="86" y="28"/>
                    </a:lnTo>
                    <a:lnTo>
                      <a:pt x="88" y="28"/>
                    </a:lnTo>
                    <a:lnTo>
                      <a:pt x="88" y="28"/>
                    </a:lnTo>
                    <a:lnTo>
                      <a:pt x="88" y="31"/>
                    </a:lnTo>
                    <a:lnTo>
                      <a:pt x="88" y="31"/>
                    </a:lnTo>
                    <a:lnTo>
                      <a:pt x="88" y="33"/>
                    </a:lnTo>
                    <a:lnTo>
                      <a:pt x="88" y="33"/>
                    </a:lnTo>
                    <a:lnTo>
                      <a:pt x="88" y="33"/>
                    </a:lnTo>
                    <a:lnTo>
                      <a:pt x="88" y="33"/>
                    </a:lnTo>
                    <a:lnTo>
                      <a:pt x="88" y="36"/>
                    </a:lnTo>
                    <a:lnTo>
                      <a:pt x="88" y="36"/>
                    </a:lnTo>
                    <a:lnTo>
                      <a:pt x="88" y="36"/>
                    </a:lnTo>
                    <a:lnTo>
                      <a:pt x="88" y="38"/>
                    </a:lnTo>
                    <a:lnTo>
                      <a:pt x="90" y="38"/>
                    </a:lnTo>
                    <a:lnTo>
                      <a:pt x="90" y="38"/>
                    </a:lnTo>
                    <a:lnTo>
                      <a:pt x="90" y="38"/>
                    </a:lnTo>
                    <a:lnTo>
                      <a:pt x="90" y="38"/>
                    </a:lnTo>
                    <a:lnTo>
                      <a:pt x="93" y="38"/>
                    </a:lnTo>
                    <a:lnTo>
                      <a:pt x="93" y="38"/>
                    </a:lnTo>
                    <a:lnTo>
                      <a:pt x="93" y="40"/>
                    </a:lnTo>
                    <a:lnTo>
                      <a:pt x="93" y="40"/>
                    </a:lnTo>
                    <a:lnTo>
                      <a:pt x="93" y="40"/>
                    </a:lnTo>
                    <a:lnTo>
                      <a:pt x="93" y="43"/>
                    </a:lnTo>
                    <a:lnTo>
                      <a:pt x="93" y="43"/>
                    </a:lnTo>
                    <a:lnTo>
                      <a:pt x="95" y="43"/>
                    </a:lnTo>
                    <a:lnTo>
                      <a:pt x="95" y="43"/>
                    </a:lnTo>
                    <a:lnTo>
                      <a:pt x="97" y="43"/>
                    </a:lnTo>
                    <a:lnTo>
                      <a:pt x="97" y="43"/>
                    </a:lnTo>
                    <a:lnTo>
                      <a:pt x="97" y="43"/>
                    </a:lnTo>
                    <a:lnTo>
                      <a:pt x="97" y="43"/>
                    </a:lnTo>
                    <a:lnTo>
                      <a:pt x="100" y="43"/>
                    </a:lnTo>
                    <a:lnTo>
                      <a:pt x="100" y="43"/>
                    </a:lnTo>
                    <a:lnTo>
                      <a:pt x="100" y="45"/>
                    </a:lnTo>
                    <a:lnTo>
                      <a:pt x="100" y="45"/>
                    </a:lnTo>
                    <a:lnTo>
                      <a:pt x="100" y="45"/>
                    </a:lnTo>
                    <a:lnTo>
                      <a:pt x="100" y="45"/>
                    </a:lnTo>
                    <a:lnTo>
                      <a:pt x="100" y="45"/>
                    </a:lnTo>
                    <a:lnTo>
                      <a:pt x="102" y="45"/>
                    </a:lnTo>
                    <a:lnTo>
                      <a:pt x="102" y="45"/>
                    </a:lnTo>
                    <a:lnTo>
                      <a:pt x="104" y="45"/>
                    </a:lnTo>
                    <a:lnTo>
                      <a:pt x="104" y="45"/>
                    </a:lnTo>
                    <a:lnTo>
                      <a:pt x="104" y="45"/>
                    </a:lnTo>
                    <a:lnTo>
                      <a:pt x="104" y="45"/>
                    </a:lnTo>
                    <a:lnTo>
                      <a:pt x="104" y="45"/>
                    </a:lnTo>
                    <a:lnTo>
                      <a:pt x="107" y="45"/>
                    </a:lnTo>
                    <a:lnTo>
                      <a:pt x="107" y="45"/>
                    </a:lnTo>
                    <a:lnTo>
                      <a:pt x="107" y="45"/>
                    </a:lnTo>
                    <a:lnTo>
                      <a:pt x="107" y="45"/>
                    </a:lnTo>
                    <a:lnTo>
                      <a:pt x="107" y="45"/>
                    </a:lnTo>
                    <a:lnTo>
                      <a:pt x="109" y="45"/>
                    </a:lnTo>
                    <a:lnTo>
                      <a:pt x="109" y="45"/>
                    </a:lnTo>
                    <a:lnTo>
                      <a:pt x="109" y="45"/>
                    </a:lnTo>
                    <a:lnTo>
                      <a:pt x="109" y="45"/>
                    </a:lnTo>
                    <a:lnTo>
                      <a:pt x="109" y="47"/>
                    </a:lnTo>
                    <a:lnTo>
                      <a:pt x="109" y="47"/>
                    </a:lnTo>
                    <a:lnTo>
                      <a:pt x="109" y="50"/>
                    </a:lnTo>
                    <a:lnTo>
                      <a:pt x="109" y="50"/>
                    </a:lnTo>
                    <a:lnTo>
                      <a:pt x="109" y="50"/>
                    </a:lnTo>
                    <a:lnTo>
                      <a:pt x="109" y="52"/>
                    </a:lnTo>
                    <a:lnTo>
                      <a:pt x="109" y="52"/>
                    </a:lnTo>
                    <a:lnTo>
                      <a:pt x="109" y="52"/>
                    </a:lnTo>
                    <a:lnTo>
                      <a:pt x="112" y="52"/>
                    </a:lnTo>
                    <a:lnTo>
                      <a:pt x="112" y="52"/>
                    </a:lnTo>
                    <a:lnTo>
                      <a:pt x="112" y="54"/>
                    </a:lnTo>
                    <a:lnTo>
                      <a:pt x="112" y="54"/>
                    </a:lnTo>
                    <a:lnTo>
                      <a:pt x="114" y="54"/>
                    </a:lnTo>
                    <a:lnTo>
                      <a:pt x="114" y="54"/>
                    </a:lnTo>
                    <a:lnTo>
                      <a:pt x="116" y="54"/>
                    </a:lnTo>
                    <a:lnTo>
                      <a:pt x="116" y="52"/>
                    </a:lnTo>
                    <a:lnTo>
                      <a:pt x="116" y="52"/>
                    </a:lnTo>
                    <a:lnTo>
                      <a:pt x="116" y="52"/>
                    </a:lnTo>
                    <a:lnTo>
                      <a:pt x="119" y="52"/>
                    </a:lnTo>
                    <a:lnTo>
                      <a:pt x="119" y="52"/>
                    </a:lnTo>
                    <a:lnTo>
                      <a:pt x="119" y="54"/>
                    </a:lnTo>
                    <a:lnTo>
                      <a:pt x="119" y="54"/>
                    </a:lnTo>
                    <a:lnTo>
                      <a:pt x="119" y="54"/>
                    </a:lnTo>
                    <a:lnTo>
                      <a:pt x="121" y="54"/>
                    </a:lnTo>
                    <a:lnTo>
                      <a:pt x="121" y="54"/>
                    </a:lnTo>
                    <a:lnTo>
                      <a:pt x="121" y="54"/>
                    </a:lnTo>
                    <a:lnTo>
                      <a:pt x="123" y="54"/>
                    </a:lnTo>
                    <a:lnTo>
                      <a:pt x="123" y="54"/>
                    </a:lnTo>
                    <a:lnTo>
                      <a:pt x="123" y="57"/>
                    </a:lnTo>
                    <a:lnTo>
                      <a:pt x="123" y="57"/>
                    </a:lnTo>
                    <a:lnTo>
                      <a:pt x="126" y="57"/>
                    </a:lnTo>
                    <a:lnTo>
                      <a:pt x="126" y="57"/>
                    </a:lnTo>
                    <a:lnTo>
                      <a:pt x="126" y="59"/>
                    </a:lnTo>
                    <a:lnTo>
                      <a:pt x="126" y="59"/>
                    </a:lnTo>
                    <a:lnTo>
                      <a:pt x="126" y="59"/>
                    </a:lnTo>
                    <a:lnTo>
                      <a:pt x="126" y="62"/>
                    </a:lnTo>
                    <a:lnTo>
                      <a:pt x="126" y="62"/>
                    </a:lnTo>
                    <a:lnTo>
                      <a:pt x="126" y="62"/>
                    </a:lnTo>
                    <a:lnTo>
                      <a:pt x="126" y="64"/>
                    </a:lnTo>
                    <a:lnTo>
                      <a:pt x="128" y="64"/>
                    </a:lnTo>
                    <a:lnTo>
                      <a:pt x="128" y="64"/>
                    </a:lnTo>
                    <a:lnTo>
                      <a:pt x="131" y="64"/>
                    </a:lnTo>
                    <a:lnTo>
                      <a:pt x="131" y="64"/>
                    </a:lnTo>
                    <a:lnTo>
                      <a:pt x="131" y="62"/>
                    </a:lnTo>
                    <a:lnTo>
                      <a:pt x="131" y="62"/>
                    </a:lnTo>
                    <a:lnTo>
                      <a:pt x="131" y="62"/>
                    </a:lnTo>
                    <a:lnTo>
                      <a:pt x="131" y="59"/>
                    </a:lnTo>
                    <a:lnTo>
                      <a:pt x="131" y="59"/>
                    </a:lnTo>
                    <a:lnTo>
                      <a:pt x="131" y="57"/>
                    </a:lnTo>
                    <a:lnTo>
                      <a:pt x="131" y="57"/>
                    </a:lnTo>
                    <a:lnTo>
                      <a:pt x="131" y="57"/>
                    </a:lnTo>
                    <a:lnTo>
                      <a:pt x="131" y="57"/>
                    </a:lnTo>
                    <a:lnTo>
                      <a:pt x="131" y="57"/>
                    </a:lnTo>
                    <a:lnTo>
                      <a:pt x="133" y="57"/>
                    </a:lnTo>
                    <a:lnTo>
                      <a:pt x="133" y="59"/>
                    </a:lnTo>
                    <a:lnTo>
                      <a:pt x="133" y="59"/>
                    </a:lnTo>
                    <a:lnTo>
                      <a:pt x="133" y="62"/>
                    </a:lnTo>
                    <a:lnTo>
                      <a:pt x="133" y="62"/>
                    </a:lnTo>
                    <a:lnTo>
                      <a:pt x="133" y="62"/>
                    </a:lnTo>
                    <a:lnTo>
                      <a:pt x="133" y="62"/>
                    </a:lnTo>
                    <a:lnTo>
                      <a:pt x="135" y="62"/>
                    </a:lnTo>
                    <a:lnTo>
                      <a:pt x="135" y="62"/>
                    </a:lnTo>
                    <a:lnTo>
                      <a:pt x="138" y="62"/>
                    </a:lnTo>
                    <a:lnTo>
                      <a:pt x="138" y="64"/>
                    </a:lnTo>
                    <a:lnTo>
                      <a:pt x="138" y="64"/>
                    </a:lnTo>
                    <a:lnTo>
                      <a:pt x="138" y="64"/>
                    </a:lnTo>
                    <a:lnTo>
                      <a:pt x="138" y="64"/>
                    </a:lnTo>
                    <a:lnTo>
                      <a:pt x="140" y="64"/>
                    </a:lnTo>
                    <a:lnTo>
                      <a:pt x="140" y="64"/>
                    </a:lnTo>
                    <a:lnTo>
                      <a:pt x="140" y="62"/>
                    </a:lnTo>
                    <a:lnTo>
                      <a:pt x="138" y="62"/>
                    </a:lnTo>
                    <a:lnTo>
                      <a:pt x="138" y="62"/>
                    </a:lnTo>
                    <a:lnTo>
                      <a:pt x="140" y="62"/>
                    </a:lnTo>
                    <a:lnTo>
                      <a:pt x="140" y="62"/>
                    </a:lnTo>
                    <a:lnTo>
                      <a:pt x="140" y="59"/>
                    </a:lnTo>
                    <a:lnTo>
                      <a:pt x="140" y="59"/>
                    </a:lnTo>
                    <a:lnTo>
                      <a:pt x="140" y="62"/>
                    </a:lnTo>
                    <a:lnTo>
                      <a:pt x="142" y="62"/>
                    </a:lnTo>
                    <a:lnTo>
                      <a:pt x="142" y="59"/>
                    </a:lnTo>
                    <a:lnTo>
                      <a:pt x="142" y="59"/>
                    </a:lnTo>
                    <a:lnTo>
                      <a:pt x="145" y="59"/>
                    </a:lnTo>
                    <a:lnTo>
                      <a:pt x="145" y="59"/>
                    </a:lnTo>
                    <a:lnTo>
                      <a:pt x="145" y="59"/>
                    </a:lnTo>
                    <a:lnTo>
                      <a:pt x="145" y="62"/>
                    </a:lnTo>
                    <a:lnTo>
                      <a:pt x="147" y="62"/>
                    </a:lnTo>
                    <a:lnTo>
                      <a:pt x="147" y="62"/>
                    </a:lnTo>
                    <a:lnTo>
                      <a:pt x="147" y="62"/>
                    </a:lnTo>
                    <a:lnTo>
                      <a:pt x="149" y="62"/>
                    </a:lnTo>
                    <a:lnTo>
                      <a:pt x="149" y="64"/>
                    </a:lnTo>
                    <a:lnTo>
                      <a:pt x="149" y="64"/>
                    </a:lnTo>
                    <a:lnTo>
                      <a:pt x="149" y="64"/>
                    </a:lnTo>
                    <a:lnTo>
                      <a:pt x="149" y="64"/>
                    </a:lnTo>
                    <a:lnTo>
                      <a:pt x="149" y="62"/>
                    </a:lnTo>
                    <a:lnTo>
                      <a:pt x="149" y="62"/>
                    </a:lnTo>
                    <a:lnTo>
                      <a:pt x="152" y="62"/>
                    </a:lnTo>
                    <a:lnTo>
                      <a:pt x="152" y="64"/>
                    </a:lnTo>
                    <a:lnTo>
                      <a:pt x="152" y="64"/>
                    </a:lnTo>
                    <a:lnTo>
                      <a:pt x="152" y="64"/>
                    </a:lnTo>
                    <a:lnTo>
                      <a:pt x="152" y="64"/>
                    </a:lnTo>
                    <a:lnTo>
                      <a:pt x="152" y="64"/>
                    </a:lnTo>
                    <a:lnTo>
                      <a:pt x="154" y="64"/>
                    </a:lnTo>
                    <a:lnTo>
                      <a:pt x="154" y="64"/>
                    </a:lnTo>
                    <a:lnTo>
                      <a:pt x="157" y="64"/>
                    </a:lnTo>
                    <a:lnTo>
                      <a:pt x="157" y="64"/>
                    </a:lnTo>
                    <a:lnTo>
                      <a:pt x="157" y="64"/>
                    </a:lnTo>
                    <a:lnTo>
                      <a:pt x="159" y="64"/>
                    </a:lnTo>
                    <a:lnTo>
                      <a:pt x="159" y="64"/>
                    </a:lnTo>
                    <a:lnTo>
                      <a:pt x="159" y="64"/>
                    </a:lnTo>
                    <a:lnTo>
                      <a:pt x="161" y="64"/>
                    </a:lnTo>
                    <a:lnTo>
                      <a:pt x="161" y="64"/>
                    </a:lnTo>
                    <a:lnTo>
                      <a:pt x="164" y="64"/>
                    </a:lnTo>
                    <a:lnTo>
                      <a:pt x="164" y="66"/>
                    </a:lnTo>
                    <a:lnTo>
                      <a:pt x="164" y="66"/>
                    </a:lnTo>
                    <a:lnTo>
                      <a:pt x="164" y="69"/>
                    </a:lnTo>
                    <a:lnTo>
                      <a:pt x="164" y="69"/>
                    </a:lnTo>
                    <a:lnTo>
                      <a:pt x="164" y="69"/>
                    </a:lnTo>
                    <a:lnTo>
                      <a:pt x="164" y="69"/>
                    </a:lnTo>
                    <a:lnTo>
                      <a:pt x="164" y="69"/>
                    </a:lnTo>
                    <a:lnTo>
                      <a:pt x="164" y="66"/>
                    </a:lnTo>
                    <a:lnTo>
                      <a:pt x="164" y="66"/>
                    </a:lnTo>
                    <a:lnTo>
                      <a:pt x="166" y="66"/>
                    </a:lnTo>
                    <a:lnTo>
                      <a:pt x="166" y="66"/>
                    </a:lnTo>
                    <a:lnTo>
                      <a:pt x="166" y="66"/>
                    </a:lnTo>
                    <a:lnTo>
                      <a:pt x="166" y="66"/>
                    </a:lnTo>
                    <a:lnTo>
                      <a:pt x="166" y="66"/>
                    </a:lnTo>
                    <a:lnTo>
                      <a:pt x="166" y="64"/>
                    </a:lnTo>
                    <a:lnTo>
                      <a:pt x="168" y="64"/>
                    </a:lnTo>
                    <a:lnTo>
                      <a:pt x="168" y="66"/>
                    </a:lnTo>
                    <a:lnTo>
                      <a:pt x="168" y="66"/>
                    </a:lnTo>
                    <a:lnTo>
                      <a:pt x="168" y="64"/>
                    </a:lnTo>
                    <a:lnTo>
                      <a:pt x="168" y="64"/>
                    </a:lnTo>
                    <a:lnTo>
                      <a:pt x="171" y="64"/>
                    </a:lnTo>
                    <a:lnTo>
                      <a:pt x="171" y="64"/>
                    </a:lnTo>
                    <a:lnTo>
                      <a:pt x="171" y="64"/>
                    </a:lnTo>
                    <a:lnTo>
                      <a:pt x="173" y="64"/>
                    </a:lnTo>
                    <a:lnTo>
                      <a:pt x="173" y="64"/>
                    </a:lnTo>
                    <a:lnTo>
                      <a:pt x="173" y="64"/>
                    </a:lnTo>
                    <a:lnTo>
                      <a:pt x="173" y="64"/>
                    </a:lnTo>
                    <a:lnTo>
                      <a:pt x="173" y="66"/>
                    </a:lnTo>
                    <a:lnTo>
                      <a:pt x="173" y="66"/>
                    </a:lnTo>
                    <a:lnTo>
                      <a:pt x="173" y="66"/>
                    </a:lnTo>
                    <a:lnTo>
                      <a:pt x="173" y="66"/>
                    </a:lnTo>
                    <a:lnTo>
                      <a:pt x="171" y="66"/>
                    </a:lnTo>
                    <a:lnTo>
                      <a:pt x="171" y="69"/>
                    </a:lnTo>
                    <a:lnTo>
                      <a:pt x="173" y="69"/>
                    </a:lnTo>
                    <a:lnTo>
                      <a:pt x="173" y="69"/>
                    </a:lnTo>
                    <a:lnTo>
                      <a:pt x="173" y="71"/>
                    </a:lnTo>
                    <a:lnTo>
                      <a:pt x="173" y="71"/>
                    </a:lnTo>
                    <a:lnTo>
                      <a:pt x="173" y="73"/>
                    </a:lnTo>
                    <a:lnTo>
                      <a:pt x="171" y="73"/>
                    </a:lnTo>
                    <a:lnTo>
                      <a:pt x="171" y="73"/>
                    </a:lnTo>
                    <a:lnTo>
                      <a:pt x="171" y="73"/>
                    </a:lnTo>
                    <a:lnTo>
                      <a:pt x="171" y="76"/>
                    </a:lnTo>
                    <a:lnTo>
                      <a:pt x="171" y="76"/>
                    </a:lnTo>
                    <a:lnTo>
                      <a:pt x="171" y="78"/>
                    </a:lnTo>
                    <a:lnTo>
                      <a:pt x="171" y="78"/>
                    </a:lnTo>
                    <a:lnTo>
                      <a:pt x="171" y="81"/>
                    </a:lnTo>
                    <a:lnTo>
                      <a:pt x="171" y="81"/>
                    </a:lnTo>
                    <a:lnTo>
                      <a:pt x="171" y="81"/>
                    </a:lnTo>
                    <a:lnTo>
                      <a:pt x="171" y="83"/>
                    </a:lnTo>
                    <a:lnTo>
                      <a:pt x="171" y="83"/>
                    </a:lnTo>
                    <a:lnTo>
                      <a:pt x="171" y="83"/>
                    </a:lnTo>
                    <a:lnTo>
                      <a:pt x="171" y="85"/>
                    </a:lnTo>
                    <a:lnTo>
                      <a:pt x="171" y="85"/>
                    </a:lnTo>
                    <a:lnTo>
                      <a:pt x="173" y="85"/>
                    </a:lnTo>
                    <a:lnTo>
                      <a:pt x="173" y="85"/>
                    </a:lnTo>
                    <a:lnTo>
                      <a:pt x="173" y="85"/>
                    </a:lnTo>
                    <a:lnTo>
                      <a:pt x="173" y="88"/>
                    </a:lnTo>
                    <a:lnTo>
                      <a:pt x="173" y="88"/>
                    </a:lnTo>
                    <a:lnTo>
                      <a:pt x="173" y="88"/>
                    </a:lnTo>
                    <a:lnTo>
                      <a:pt x="173" y="90"/>
                    </a:lnTo>
                    <a:lnTo>
                      <a:pt x="173" y="90"/>
                    </a:lnTo>
                    <a:lnTo>
                      <a:pt x="173" y="92"/>
                    </a:lnTo>
                    <a:lnTo>
                      <a:pt x="175" y="92"/>
                    </a:lnTo>
                    <a:lnTo>
                      <a:pt x="175" y="92"/>
                    </a:lnTo>
                    <a:lnTo>
                      <a:pt x="173" y="92"/>
                    </a:lnTo>
                    <a:lnTo>
                      <a:pt x="173" y="92"/>
                    </a:lnTo>
                    <a:lnTo>
                      <a:pt x="173" y="95"/>
                    </a:lnTo>
                    <a:lnTo>
                      <a:pt x="173" y="95"/>
                    </a:lnTo>
                    <a:lnTo>
                      <a:pt x="173" y="95"/>
                    </a:lnTo>
                    <a:lnTo>
                      <a:pt x="173" y="97"/>
                    </a:lnTo>
                    <a:lnTo>
                      <a:pt x="173" y="97"/>
                    </a:lnTo>
                    <a:lnTo>
                      <a:pt x="173" y="97"/>
                    </a:lnTo>
                    <a:lnTo>
                      <a:pt x="173" y="99"/>
                    </a:lnTo>
                    <a:lnTo>
                      <a:pt x="173" y="99"/>
                    </a:lnTo>
                    <a:lnTo>
                      <a:pt x="173" y="102"/>
                    </a:lnTo>
                    <a:lnTo>
                      <a:pt x="171" y="102"/>
                    </a:lnTo>
                    <a:lnTo>
                      <a:pt x="171" y="102"/>
                    </a:lnTo>
                    <a:lnTo>
                      <a:pt x="171" y="102"/>
                    </a:lnTo>
                    <a:lnTo>
                      <a:pt x="171" y="102"/>
                    </a:lnTo>
                    <a:lnTo>
                      <a:pt x="171" y="102"/>
                    </a:lnTo>
                    <a:lnTo>
                      <a:pt x="168" y="102"/>
                    </a:lnTo>
                    <a:lnTo>
                      <a:pt x="168" y="99"/>
                    </a:lnTo>
                    <a:lnTo>
                      <a:pt x="168" y="99"/>
                    </a:lnTo>
                    <a:lnTo>
                      <a:pt x="166" y="99"/>
                    </a:lnTo>
                    <a:lnTo>
                      <a:pt x="166" y="99"/>
                    </a:lnTo>
                    <a:lnTo>
                      <a:pt x="166" y="102"/>
                    </a:lnTo>
                    <a:lnTo>
                      <a:pt x="166" y="102"/>
                    </a:lnTo>
                    <a:lnTo>
                      <a:pt x="164" y="102"/>
                    </a:lnTo>
                    <a:lnTo>
                      <a:pt x="164" y="102"/>
                    </a:lnTo>
                    <a:lnTo>
                      <a:pt x="164" y="102"/>
                    </a:lnTo>
                    <a:lnTo>
                      <a:pt x="164" y="102"/>
                    </a:lnTo>
                    <a:lnTo>
                      <a:pt x="161" y="102"/>
                    </a:lnTo>
                    <a:lnTo>
                      <a:pt x="161" y="102"/>
                    </a:lnTo>
                    <a:lnTo>
                      <a:pt x="161" y="102"/>
                    </a:lnTo>
                    <a:lnTo>
                      <a:pt x="159" y="102"/>
                    </a:lnTo>
                    <a:lnTo>
                      <a:pt x="159" y="99"/>
                    </a:lnTo>
                    <a:lnTo>
                      <a:pt x="159" y="99"/>
                    </a:lnTo>
                    <a:lnTo>
                      <a:pt x="159" y="102"/>
                    </a:lnTo>
                    <a:lnTo>
                      <a:pt x="159" y="102"/>
                    </a:lnTo>
                    <a:lnTo>
                      <a:pt x="157" y="102"/>
                    </a:lnTo>
                    <a:lnTo>
                      <a:pt x="157" y="102"/>
                    </a:lnTo>
                    <a:lnTo>
                      <a:pt x="157" y="102"/>
                    </a:lnTo>
                    <a:lnTo>
                      <a:pt x="157" y="102"/>
                    </a:lnTo>
                    <a:lnTo>
                      <a:pt x="154" y="102"/>
                    </a:lnTo>
                    <a:lnTo>
                      <a:pt x="154" y="102"/>
                    </a:lnTo>
                    <a:lnTo>
                      <a:pt x="154" y="102"/>
                    </a:lnTo>
                    <a:lnTo>
                      <a:pt x="152" y="102"/>
                    </a:lnTo>
                    <a:lnTo>
                      <a:pt x="152" y="102"/>
                    </a:lnTo>
                    <a:lnTo>
                      <a:pt x="152" y="99"/>
                    </a:lnTo>
                    <a:lnTo>
                      <a:pt x="152" y="99"/>
                    </a:lnTo>
                    <a:lnTo>
                      <a:pt x="152" y="99"/>
                    </a:lnTo>
                    <a:lnTo>
                      <a:pt x="152" y="97"/>
                    </a:lnTo>
                    <a:lnTo>
                      <a:pt x="152" y="97"/>
                    </a:lnTo>
                    <a:lnTo>
                      <a:pt x="149" y="97"/>
                    </a:lnTo>
                    <a:lnTo>
                      <a:pt x="149" y="97"/>
                    </a:lnTo>
                    <a:lnTo>
                      <a:pt x="149" y="97"/>
                    </a:lnTo>
                    <a:lnTo>
                      <a:pt x="149" y="97"/>
                    </a:lnTo>
                    <a:lnTo>
                      <a:pt x="149" y="99"/>
                    </a:lnTo>
                    <a:lnTo>
                      <a:pt x="147" y="99"/>
                    </a:lnTo>
                    <a:lnTo>
                      <a:pt x="147" y="99"/>
                    </a:lnTo>
                    <a:lnTo>
                      <a:pt x="147" y="99"/>
                    </a:lnTo>
                    <a:lnTo>
                      <a:pt x="145" y="99"/>
                    </a:lnTo>
                    <a:lnTo>
                      <a:pt x="145" y="99"/>
                    </a:lnTo>
                    <a:lnTo>
                      <a:pt x="145" y="99"/>
                    </a:lnTo>
                    <a:lnTo>
                      <a:pt x="145" y="102"/>
                    </a:lnTo>
                    <a:lnTo>
                      <a:pt x="142" y="102"/>
                    </a:lnTo>
                    <a:lnTo>
                      <a:pt x="142" y="99"/>
                    </a:lnTo>
                    <a:lnTo>
                      <a:pt x="142" y="99"/>
                    </a:lnTo>
                    <a:lnTo>
                      <a:pt x="140" y="99"/>
                    </a:lnTo>
                    <a:lnTo>
                      <a:pt x="140" y="99"/>
                    </a:lnTo>
                    <a:lnTo>
                      <a:pt x="140" y="99"/>
                    </a:lnTo>
                    <a:lnTo>
                      <a:pt x="140" y="99"/>
                    </a:lnTo>
                    <a:lnTo>
                      <a:pt x="140" y="97"/>
                    </a:lnTo>
                    <a:lnTo>
                      <a:pt x="138" y="97"/>
                    </a:lnTo>
                    <a:lnTo>
                      <a:pt x="138" y="97"/>
                    </a:lnTo>
                    <a:lnTo>
                      <a:pt x="138" y="97"/>
                    </a:lnTo>
                    <a:lnTo>
                      <a:pt x="138" y="97"/>
                    </a:lnTo>
                    <a:lnTo>
                      <a:pt x="135" y="97"/>
                    </a:lnTo>
                    <a:lnTo>
                      <a:pt x="135" y="95"/>
                    </a:lnTo>
                    <a:lnTo>
                      <a:pt x="135" y="95"/>
                    </a:lnTo>
                    <a:lnTo>
                      <a:pt x="133" y="95"/>
                    </a:lnTo>
                    <a:lnTo>
                      <a:pt x="133" y="95"/>
                    </a:lnTo>
                    <a:lnTo>
                      <a:pt x="133" y="97"/>
                    </a:lnTo>
                    <a:lnTo>
                      <a:pt x="133" y="97"/>
                    </a:lnTo>
                    <a:lnTo>
                      <a:pt x="133" y="95"/>
                    </a:lnTo>
                    <a:lnTo>
                      <a:pt x="131" y="95"/>
                    </a:lnTo>
                    <a:lnTo>
                      <a:pt x="131" y="95"/>
                    </a:lnTo>
                    <a:lnTo>
                      <a:pt x="131" y="95"/>
                    </a:lnTo>
                    <a:lnTo>
                      <a:pt x="131" y="95"/>
                    </a:lnTo>
                    <a:lnTo>
                      <a:pt x="128" y="95"/>
                    </a:lnTo>
                    <a:lnTo>
                      <a:pt x="128" y="95"/>
                    </a:lnTo>
                    <a:lnTo>
                      <a:pt x="126" y="95"/>
                    </a:lnTo>
                    <a:lnTo>
                      <a:pt x="126" y="95"/>
                    </a:lnTo>
                    <a:lnTo>
                      <a:pt x="126" y="95"/>
                    </a:lnTo>
                    <a:lnTo>
                      <a:pt x="126" y="97"/>
                    </a:lnTo>
                    <a:lnTo>
                      <a:pt x="126" y="97"/>
                    </a:lnTo>
                    <a:lnTo>
                      <a:pt x="123" y="97"/>
                    </a:lnTo>
                    <a:lnTo>
                      <a:pt x="123" y="95"/>
                    </a:lnTo>
                    <a:lnTo>
                      <a:pt x="123" y="95"/>
                    </a:lnTo>
                    <a:lnTo>
                      <a:pt x="123" y="95"/>
                    </a:lnTo>
                    <a:lnTo>
                      <a:pt x="123" y="95"/>
                    </a:lnTo>
                    <a:lnTo>
                      <a:pt x="121" y="95"/>
                    </a:lnTo>
                    <a:lnTo>
                      <a:pt x="121" y="92"/>
                    </a:lnTo>
                    <a:lnTo>
                      <a:pt x="121" y="92"/>
                    </a:lnTo>
                    <a:lnTo>
                      <a:pt x="121" y="92"/>
                    </a:lnTo>
                    <a:lnTo>
                      <a:pt x="121" y="90"/>
                    </a:lnTo>
                    <a:lnTo>
                      <a:pt x="121" y="90"/>
                    </a:lnTo>
                    <a:lnTo>
                      <a:pt x="121" y="90"/>
                    </a:lnTo>
                    <a:lnTo>
                      <a:pt x="119" y="90"/>
                    </a:lnTo>
                    <a:lnTo>
                      <a:pt x="119" y="90"/>
                    </a:lnTo>
                    <a:lnTo>
                      <a:pt x="119" y="90"/>
                    </a:lnTo>
                    <a:lnTo>
                      <a:pt x="119" y="90"/>
                    </a:lnTo>
                    <a:lnTo>
                      <a:pt x="116" y="90"/>
                    </a:lnTo>
                    <a:lnTo>
                      <a:pt x="116" y="92"/>
                    </a:lnTo>
                    <a:lnTo>
                      <a:pt x="116" y="92"/>
                    </a:lnTo>
                    <a:lnTo>
                      <a:pt x="116" y="92"/>
                    </a:lnTo>
                    <a:lnTo>
                      <a:pt x="114" y="92"/>
                    </a:lnTo>
                    <a:lnTo>
                      <a:pt x="114" y="92"/>
                    </a:lnTo>
                    <a:lnTo>
                      <a:pt x="114" y="92"/>
                    </a:lnTo>
                    <a:lnTo>
                      <a:pt x="112" y="92"/>
                    </a:lnTo>
                    <a:lnTo>
                      <a:pt x="112" y="92"/>
                    </a:lnTo>
                    <a:lnTo>
                      <a:pt x="112" y="92"/>
                    </a:lnTo>
                    <a:lnTo>
                      <a:pt x="112" y="92"/>
                    </a:lnTo>
                    <a:lnTo>
                      <a:pt x="109" y="92"/>
                    </a:lnTo>
                    <a:lnTo>
                      <a:pt x="109" y="90"/>
                    </a:lnTo>
                    <a:lnTo>
                      <a:pt x="112" y="90"/>
                    </a:lnTo>
                    <a:lnTo>
                      <a:pt x="112" y="90"/>
                    </a:lnTo>
                    <a:lnTo>
                      <a:pt x="109" y="90"/>
                    </a:lnTo>
                    <a:lnTo>
                      <a:pt x="109" y="90"/>
                    </a:lnTo>
                    <a:lnTo>
                      <a:pt x="107" y="90"/>
                    </a:lnTo>
                    <a:lnTo>
                      <a:pt x="107" y="90"/>
                    </a:lnTo>
                    <a:lnTo>
                      <a:pt x="107" y="88"/>
                    </a:lnTo>
                    <a:lnTo>
                      <a:pt x="107" y="88"/>
                    </a:lnTo>
                    <a:lnTo>
                      <a:pt x="104" y="88"/>
                    </a:lnTo>
                    <a:lnTo>
                      <a:pt x="104" y="88"/>
                    </a:lnTo>
                    <a:lnTo>
                      <a:pt x="104" y="88"/>
                    </a:lnTo>
                    <a:lnTo>
                      <a:pt x="104" y="88"/>
                    </a:lnTo>
                    <a:lnTo>
                      <a:pt x="104" y="85"/>
                    </a:lnTo>
                    <a:lnTo>
                      <a:pt x="102" y="85"/>
                    </a:lnTo>
                    <a:lnTo>
                      <a:pt x="102" y="85"/>
                    </a:lnTo>
                    <a:lnTo>
                      <a:pt x="100" y="85"/>
                    </a:lnTo>
                    <a:lnTo>
                      <a:pt x="100" y="85"/>
                    </a:lnTo>
                    <a:lnTo>
                      <a:pt x="100" y="85"/>
                    </a:lnTo>
                    <a:lnTo>
                      <a:pt x="100" y="85"/>
                    </a:lnTo>
                    <a:lnTo>
                      <a:pt x="100" y="83"/>
                    </a:lnTo>
                    <a:lnTo>
                      <a:pt x="100" y="83"/>
                    </a:lnTo>
                    <a:lnTo>
                      <a:pt x="100" y="83"/>
                    </a:lnTo>
                    <a:lnTo>
                      <a:pt x="100" y="81"/>
                    </a:lnTo>
                    <a:lnTo>
                      <a:pt x="100" y="81"/>
                    </a:lnTo>
                    <a:lnTo>
                      <a:pt x="100" y="78"/>
                    </a:lnTo>
                    <a:lnTo>
                      <a:pt x="97" y="78"/>
                    </a:lnTo>
                    <a:lnTo>
                      <a:pt x="97" y="78"/>
                    </a:lnTo>
                    <a:lnTo>
                      <a:pt x="97" y="78"/>
                    </a:lnTo>
                    <a:lnTo>
                      <a:pt x="97" y="78"/>
                    </a:lnTo>
                    <a:lnTo>
                      <a:pt x="95" y="78"/>
                    </a:lnTo>
                    <a:lnTo>
                      <a:pt x="95" y="76"/>
                    </a:lnTo>
                    <a:lnTo>
                      <a:pt x="95" y="76"/>
                    </a:lnTo>
                    <a:lnTo>
                      <a:pt x="93" y="76"/>
                    </a:lnTo>
                    <a:lnTo>
                      <a:pt x="93" y="76"/>
                    </a:lnTo>
                    <a:lnTo>
                      <a:pt x="93" y="76"/>
                    </a:lnTo>
                    <a:lnTo>
                      <a:pt x="90" y="76"/>
                    </a:lnTo>
                    <a:lnTo>
                      <a:pt x="90" y="76"/>
                    </a:lnTo>
                    <a:lnTo>
                      <a:pt x="90" y="76"/>
                    </a:lnTo>
                    <a:lnTo>
                      <a:pt x="90" y="73"/>
                    </a:lnTo>
                    <a:lnTo>
                      <a:pt x="90" y="73"/>
                    </a:lnTo>
                    <a:lnTo>
                      <a:pt x="88" y="73"/>
                    </a:lnTo>
                    <a:lnTo>
                      <a:pt x="88" y="73"/>
                    </a:lnTo>
                    <a:lnTo>
                      <a:pt x="88" y="73"/>
                    </a:lnTo>
                    <a:lnTo>
                      <a:pt x="86" y="73"/>
                    </a:lnTo>
                    <a:lnTo>
                      <a:pt x="86" y="73"/>
                    </a:lnTo>
                    <a:lnTo>
                      <a:pt x="86" y="73"/>
                    </a:lnTo>
                    <a:lnTo>
                      <a:pt x="86" y="73"/>
                    </a:lnTo>
                    <a:lnTo>
                      <a:pt x="83" y="73"/>
                    </a:lnTo>
                    <a:lnTo>
                      <a:pt x="83" y="73"/>
                    </a:lnTo>
                    <a:lnTo>
                      <a:pt x="83" y="73"/>
                    </a:lnTo>
                    <a:lnTo>
                      <a:pt x="81" y="73"/>
                    </a:lnTo>
                    <a:lnTo>
                      <a:pt x="81" y="76"/>
                    </a:lnTo>
                    <a:lnTo>
                      <a:pt x="81" y="76"/>
                    </a:lnTo>
                    <a:lnTo>
                      <a:pt x="78" y="76"/>
                    </a:lnTo>
                    <a:lnTo>
                      <a:pt x="78" y="73"/>
                    </a:lnTo>
                    <a:lnTo>
                      <a:pt x="78" y="73"/>
                    </a:lnTo>
                    <a:lnTo>
                      <a:pt x="78" y="73"/>
                    </a:lnTo>
                    <a:lnTo>
                      <a:pt x="78" y="73"/>
                    </a:lnTo>
                    <a:lnTo>
                      <a:pt x="76" y="73"/>
                    </a:lnTo>
                    <a:lnTo>
                      <a:pt x="76" y="73"/>
                    </a:lnTo>
                    <a:lnTo>
                      <a:pt x="76" y="73"/>
                    </a:lnTo>
                    <a:lnTo>
                      <a:pt x="74" y="73"/>
                    </a:lnTo>
                    <a:lnTo>
                      <a:pt x="74" y="73"/>
                    </a:lnTo>
                    <a:lnTo>
                      <a:pt x="71" y="73"/>
                    </a:lnTo>
                    <a:lnTo>
                      <a:pt x="71" y="73"/>
                    </a:lnTo>
                    <a:lnTo>
                      <a:pt x="71" y="76"/>
                    </a:lnTo>
                    <a:lnTo>
                      <a:pt x="71" y="76"/>
                    </a:lnTo>
                    <a:lnTo>
                      <a:pt x="71" y="76"/>
                    </a:lnTo>
                    <a:lnTo>
                      <a:pt x="71" y="76"/>
                    </a:lnTo>
                    <a:lnTo>
                      <a:pt x="69" y="76"/>
                    </a:lnTo>
                    <a:lnTo>
                      <a:pt x="69" y="76"/>
                    </a:lnTo>
                    <a:lnTo>
                      <a:pt x="69" y="76"/>
                    </a:lnTo>
                    <a:lnTo>
                      <a:pt x="69" y="73"/>
                    </a:lnTo>
                    <a:lnTo>
                      <a:pt x="67" y="73"/>
                    </a:lnTo>
                    <a:lnTo>
                      <a:pt x="67" y="73"/>
                    </a:lnTo>
                    <a:lnTo>
                      <a:pt x="67" y="73"/>
                    </a:lnTo>
                    <a:lnTo>
                      <a:pt x="64" y="73"/>
                    </a:lnTo>
                    <a:lnTo>
                      <a:pt x="64" y="73"/>
                    </a:lnTo>
                    <a:lnTo>
                      <a:pt x="64" y="73"/>
                    </a:lnTo>
                    <a:lnTo>
                      <a:pt x="64" y="73"/>
                    </a:lnTo>
                    <a:lnTo>
                      <a:pt x="62" y="73"/>
                    </a:lnTo>
                    <a:lnTo>
                      <a:pt x="62" y="73"/>
                    </a:lnTo>
                    <a:lnTo>
                      <a:pt x="60" y="73"/>
                    </a:lnTo>
                    <a:lnTo>
                      <a:pt x="60" y="73"/>
                    </a:lnTo>
                    <a:lnTo>
                      <a:pt x="60" y="73"/>
                    </a:lnTo>
                    <a:lnTo>
                      <a:pt x="60" y="73"/>
                    </a:lnTo>
                    <a:lnTo>
                      <a:pt x="60" y="71"/>
                    </a:lnTo>
                    <a:lnTo>
                      <a:pt x="57" y="71"/>
                    </a:lnTo>
                    <a:lnTo>
                      <a:pt x="57" y="71"/>
                    </a:lnTo>
                    <a:lnTo>
                      <a:pt x="57" y="69"/>
                    </a:lnTo>
                    <a:lnTo>
                      <a:pt x="57" y="69"/>
                    </a:lnTo>
                    <a:lnTo>
                      <a:pt x="57" y="69"/>
                    </a:lnTo>
                    <a:lnTo>
                      <a:pt x="57" y="69"/>
                    </a:lnTo>
                    <a:lnTo>
                      <a:pt x="55" y="69"/>
                    </a:lnTo>
                    <a:lnTo>
                      <a:pt x="55" y="69"/>
                    </a:lnTo>
                    <a:lnTo>
                      <a:pt x="55" y="69"/>
                    </a:lnTo>
                    <a:lnTo>
                      <a:pt x="52" y="69"/>
                    </a:lnTo>
                    <a:lnTo>
                      <a:pt x="52" y="69"/>
                    </a:lnTo>
                    <a:lnTo>
                      <a:pt x="52" y="69"/>
                    </a:lnTo>
                    <a:lnTo>
                      <a:pt x="52" y="69"/>
                    </a:lnTo>
                    <a:lnTo>
                      <a:pt x="50" y="69"/>
                    </a:lnTo>
                    <a:lnTo>
                      <a:pt x="50" y="66"/>
                    </a:lnTo>
                    <a:lnTo>
                      <a:pt x="50" y="66"/>
                    </a:lnTo>
                    <a:lnTo>
                      <a:pt x="50" y="66"/>
                    </a:lnTo>
                    <a:lnTo>
                      <a:pt x="50" y="66"/>
                    </a:lnTo>
                    <a:lnTo>
                      <a:pt x="48" y="66"/>
                    </a:lnTo>
                    <a:lnTo>
                      <a:pt x="48" y="66"/>
                    </a:lnTo>
                    <a:lnTo>
                      <a:pt x="48" y="64"/>
                    </a:lnTo>
                    <a:lnTo>
                      <a:pt x="45" y="64"/>
                    </a:lnTo>
                    <a:lnTo>
                      <a:pt x="45" y="64"/>
                    </a:lnTo>
                    <a:lnTo>
                      <a:pt x="45" y="64"/>
                    </a:lnTo>
                    <a:lnTo>
                      <a:pt x="45" y="64"/>
                    </a:lnTo>
                    <a:lnTo>
                      <a:pt x="43" y="64"/>
                    </a:lnTo>
                    <a:lnTo>
                      <a:pt x="43" y="64"/>
                    </a:lnTo>
                    <a:lnTo>
                      <a:pt x="43" y="64"/>
                    </a:lnTo>
                    <a:lnTo>
                      <a:pt x="43" y="64"/>
                    </a:lnTo>
                    <a:lnTo>
                      <a:pt x="41" y="64"/>
                    </a:lnTo>
                    <a:lnTo>
                      <a:pt x="41" y="64"/>
                    </a:lnTo>
                    <a:lnTo>
                      <a:pt x="41" y="64"/>
                    </a:lnTo>
                    <a:lnTo>
                      <a:pt x="41" y="64"/>
                    </a:lnTo>
                    <a:lnTo>
                      <a:pt x="38" y="64"/>
                    </a:lnTo>
                    <a:lnTo>
                      <a:pt x="38" y="64"/>
                    </a:lnTo>
                    <a:lnTo>
                      <a:pt x="38" y="64"/>
                    </a:lnTo>
                    <a:lnTo>
                      <a:pt x="38" y="64"/>
                    </a:lnTo>
                    <a:lnTo>
                      <a:pt x="38" y="64"/>
                    </a:lnTo>
                    <a:lnTo>
                      <a:pt x="36" y="64"/>
                    </a:lnTo>
                    <a:lnTo>
                      <a:pt x="36" y="62"/>
                    </a:lnTo>
                    <a:lnTo>
                      <a:pt x="36" y="62"/>
                    </a:lnTo>
                    <a:lnTo>
                      <a:pt x="36" y="62"/>
                    </a:lnTo>
                    <a:lnTo>
                      <a:pt x="33" y="62"/>
                    </a:lnTo>
                    <a:lnTo>
                      <a:pt x="33" y="62"/>
                    </a:lnTo>
                    <a:lnTo>
                      <a:pt x="33" y="62"/>
                    </a:lnTo>
                    <a:lnTo>
                      <a:pt x="33" y="59"/>
                    </a:lnTo>
                    <a:lnTo>
                      <a:pt x="31" y="59"/>
                    </a:lnTo>
                    <a:lnTo>
                      <a:pt x="31" y="59"/>
                    </a:lnTo>
                    <a:lnTo>
                      <a:pt x="31" y="59"/>
                    </a:lnTo>
                    <a:lnTo>
                      <a:pt x="31" y="57"/>
                    </a:lnTo>
                    <a:lnTo>
                      <a:pt x="31" y="57"/>
                    </a:lnTo>
                    <a:lnTo>
                      <a:pt x="31" y="57"/>
                    </a:lnTo>
                    <a:lnTo>
                      <a:pt x="29" y="57"/>
                    </a:lnTo>
                    <a:lnTo>
                      <a:pt x="29" y="57"/>
                    </a:lnTo>
                    <a:lnTo>
                      <a:pt x="29" y="57"/>
                    </a:lnTo>
                    <a:lnTo>
                      <a:pt x="26" y="57"/>
                    </a:lnTo>
                    <a:lnTo>
                      <a:pt x="26" y="57"/>
                    </a:lnTo>
                    <a:lnTo>
                      <a:pt x="26" y="54"/>
                    </a:lnTo>
                    <a:lnTo>
                      <a:pt x="26" y="54"/>
                    </a:lnTo>
                    <a:lnTo>
                      <a:pt x="26" y="54"/>
                    </a:lnTo>
                    <a:lnTo>
                      <a:pt x="26" y="54"/>
                    </a:lnTo>
                    <a:lnTo>
                      <a:pt x="26" y="54"/>
                    </a:lnTo>
                    <a:lnTo>
                      <a:pt x="26" y="52"/>
                    </a:lnTo>
                    <a:lnTo>
                      <a:pt x="24" y="52"/>
                    </a:lnTo>
                    <a:lnTo>
                      <a:pt x="24" y="52"/>
                    </a:lnTo>
                    <a:lnTo>
                      <a:pt x="24" y="52"/>
                    </a:lnTo>
                    <a:lnTo>
                      <a:pt x="24" y="52"/>
                    </a:lnTo>
                    <a:lnTo>
                      <a:pt x="22" y="52"/>
                    </a:lnTo>
                    <a:lnTo>
                      <a:pt x="22" y="52"/>
                    </a:lnTo>
                    <a:lnTo>
                      <a:pt x="22" y="50"/>
                    </a:lnTo>
                    <a:lnTo>
                      <a:pt x="19" y="50"/>
                    </a:lnTo>
                    <a:lnTo>
                      <a:pt x="19" y="50"/>
                    </a:lnTo>
                    <a:lnTo>
                      <a:pt x="19" y="50"/>
                    </a:lnTo>
                    <a:lnTo>
                      <a:pt x="19" y="50"/>
                    </a:lnTo>
                    <a:lnTo>
                      <a:pt x="19" y="47"/>
                    </a:lnTo>
                    <a:lnTo>
                      <a:pt x="17" y="47"/>
                    </a:lnTo>
                    <a:lnTo>
                      <a:pt x="17" y="47"/>
                    </a:lnTo>
                    <a:lnTo>
                      <a:pt x="17" y="47"/>
                    </a:lnTo>
                    <a:lnTo>
                      <a:pt x="17" y="47"/>
                    </a:lnTo>
                    <a:lnTo>
                      <a:pt x="15" y="47"/>
                    </a:lnTo>
                    <a:lnTo>
                      <a:pt x="15" y="47"/>
                    </a:lnTo>
                    <a:lnTo>
                      <a:pt x="15" y="45"/>
                    </a:lnTo>
                    <a:lnTo>
                      <a:pt x="12" y="45"/>
                    </a:lnTo>
                    <a:lnTo>
                      <a:pt x="12" y="45"/>
                    </a:lnTo>
                    <a:lnTo>
                      <a:pt x="12" y="45"/>
                    </a:lnTo>
                    <a:lnTo>
                      <a:pt x="12" y="45"/>
                    </a:lnTo>
                    <a:lnTo>
                      <a:pt x="12" y="45"/>
                    </a:lnTo>
                    <a:lnTo>
                      <a:pt x="10" y="45"/>
                    </a:lnTo>
                    <a:lnTo>
                      <a:pt x="10" y="45"/>
                    </a:lnTo>
                    <a:lnTo>
                      <a:pt x="10" y="45"/>
                    </a:lnTo>
                    <a:lnTo>
                      <a:pt x="10" y="45"/>
                    </a:lnTo>
                    <a:lnTo>
                      <a:pt x="10" y="45"/>
                    </a:lnTo>
                    <a:lnTo>
                      <a:pt x="10" y="45"/>
                    </a:lnTo>
                    <a:lnTo>
                      <a:pt x="7" y="45"/>
                    </a:lnTo>
                    <a:lnTo>
                      <a:pt x="7" y="45"/>
                    </a:lnTo>
                    <a:lnTo>
                      <a:pt x="5" y="45"/>
                    </a:lnTo>
                    <a:lnTo>
                      <a:pt x="5" y="45"/>
                    </a:lnTo>
                    <a:lnTo>
                      <a:pt x="5" y="45"/>
                    </a:lnTo>
                    <a:lnTo>
                      <a:pt x="5" y="43"/>
                    </a:lnTo>
                    <a:lnTo>
                      <a:pt x="5" y="43"/>
                    </a:lnTo>
                    <a:lnTo>
                      <a:pt x="5" y="43"/>
                    </a:lnTo>
                    <a:lnTo>
                      <a:pt x="3" y="43"/>
                    </a:lnTo>
                    <a:lnTo>
                      <a:pt x="3" y="43"/>
                    </a:lnTo>
                    <a:lnTo>
                      <a:pt x="3" y="40"/>
                    </a:lnTo>
                    <a:lnTo>
                      <a:pt x="0" y="40"/>
                    </a:lnTo>
                    <a:lnTo>
                      <a:pt x="0" y="40"/>
                    </a:lnTo>
                    <a:lnTo>
                      <a:pt x="0" y="40"/>
                    </a:lnTo>
                    <a:lnTo>
                      <a:pt x="0" y="40"/>
                    </a:lnTo>
                    <a:lnTo>
                      <a:pt x="0" y="38"/>
                    </a:lnTo>
                    <a:lnTo>
                      <a:pt x="0" y="38"/>
                    </a:lnTo>
                    <a:lnTo>
                      <a:pt x="0" y="38"/>
                    </a:lnTo>
                    <a:lnTo>
                      <a:pt x="0" y="36"/>
                    </a:lnTo>
                    <a:lnTo>
                      <a:pt x="0" y="36"/>
                    </a:lnTo>
                    <a:lnTo>
                      <a:pt x="0" y="36"/>
                    </a:lnTo>
                    <a:lnTo>
                      <a:pt x="0" y="33"/>
                    </a:lnTo>
                    <a:lnTo>
                      <a:pt x="0" y="33"/>
                    </a:lnTo>
                    <a:lnTo>
                      <a:pt x="3" y="33"/>
                    </a:lnTo>
                    <a:lnTo>
                      <a:pt x="3" y="33"/>
                    </a:lnTo>
                    <a:lnTo>
                      <a:pt x="3" y="33"/>
                    </a:lnTo>
                    <a:lnTo>
                      <a:pt x="5" y="33"/>
                    </a:lnTo>
                    <a:lnTo>
                      <a:pt x="5" y="31"/>
                    </a:lnTo>
                    <a:lnTo>
                      <a:pt x="5" y="31"/>
                    </a:lnTo>
                    <a:lnTo>
                      <a:pt x="5" y="31"/>
                    </a:lnTo>
                    <a:lnTo>
                      <a:pt x="5" y="28"/>
                    </a:lnTo>
                    <a:lnTo>
                      <a:pt x="5" y="28"/>
                    </a:lnTo>
                    <a:lnTo>
                      <a:pt x="5" y="28"/>
                    </a:lnTo>
                    <a:lnTo>
                      <a:pt x="5" y="26"/>
                    </a:lnTo>
                    <a:lnTo>
                      <a:pt x="5" y="26"/>
                    </a:lnTo>
                    <a:lnTo>
                      <a:pt x="5" y="26"/>
                    </a:lnTo>
                    <a:lnTo>
                      <a:pt x="5" y="26"/>
                    </a:lnTo>
                    <a:lnTo>
                      <a:pt x="5" y="24"/>
                    </a:lnTo>
                    <a:lnTo>
                      <a:pt x="5" y="24"/>
                    </a:lnTo>
                    <a:lnTo>
                      <a:pt x="5" y="24"/>
                    </a:lnTo>
                    <a:lnTo>
                      <a:pt x="5" y="24"/>
                    </a:lnTo>
                    <a:lnTo>
                      <a:pt x="5" y="24"/>
                    </a:lnTo>
                    <a:lnTo>
                      <a:pt x="5" y="21"/>
                    </a:lnTo>
                    <a:lnTo>
                      <a:pt x="7" y="21"/>
                    </a:lnTo>
                    <a:lnTo>
                      <a:pt x="7" y="21"/>
                    </a:lnTo>
                    <a:lnTo>
                      <a:pt x="7" y="21"/>
                    </a:lnTo>
                    <a:lnTo>
                      <a:pt x="7" y="19"/>
                    </a:lnTo>
                    <a:lnTo>
                      <a:pt x="7" y="19"/>
                    </a:lnTo>
                    <a:lnTo>
                      <a:pt x="7" y="19"/>
                    </a:lnTo>
                    <a:lnTo>
                      <a:pt x="7" y="17"/>
                    </a:lnTo>
                    <a:lnTo>
                      <a:pt x="7" y="17"/>
                    </a:lnTo>
                    <a:lnTo>
                      <a:pt x="7" y="17"/>
                    </a:lnTo>
                    <a:lnTo>
                      <a:pt x="7" y="14"/>
                    </a:lnTo>
                    <a:lnTo>
                      <a:pt x="10" y="14"/>
                    </a:lnTo>
                    <a:lnTo>
                      <a:pt x="10" y="14"/>
                    </a:lnTo>
                    <a:lnTo>
                      <a:pt x="10" y="14"/>
                    </a:lnTo>
                    <a:lnTo>
                      <a:pt x="10" y="14"/>
                    </a:lnTo>
                    <a:lnTo>
                      <a:pt x="10" y="14"/>
                    </a:lnTo>
                    <a:lnTo>
                      <a:pt x="12" y="14"/>
                    </a:lnTo>
                    <a:lnTo>
                      <a:pt x="12" y="12"/>
                    </a:lnTo>
                    <a:lnTo>
                      <a:pt x="12" y="12"/>
                    </a:lnTo>
                    <a:lnTo>
                      <a:pt x="12" y="12"/>
                    </a:lnTo>
                    <a:lnTo>
                      <a:pt x="12" y="12"/>
                    </a:lnTo>
                    <a:lnTo>
                      <a:pt x="15" y="12"/>
                    </a:lnTo>
                    <a:lnTo>
                      <a:pt x="15" y="9"/>
                    </a:lnTo>
                    <a:lnTo>
                      <a:pt x="15" y="9"/>
                    </a:lnTo>
                    <a:lnTo>
                      <a:pt x="15" y="9"/>
                    </a:lnTo>
                    <a:lnTo>
                      <a:pt x="17" y="9"/>
                    </a:lnTo>
                    <a:lnTo>
                      <a:pt x="17" y="7"/>
                    </a:lnTo>
                    <a:lnTo>
                      <a:pt x="17" y="7"/>
                    </a:lnTo>
                    <a:lnTo>
                      <a:pt x="17" y="7"/>
                    </a:lnTo>
                    <a:lnTo>
                      <a:pt x="17" y="7"/>
                    </a:lnTo>
                    <a:lnTo>
                      <a:pt x="17" y="5"/>
                    </a:lnTo>
                    <a:lnTo>
                      <a:pt x="17" y="5"/>
                    </a:lnTo>
                    <a:lnTo>
                      <a:pt x="19" y="5"/>
                    </a:lnTo>
                    <a:lnTo>
                      <a:pt x="19" y="5"/>
                    </a:lnTo>
                    <a:lnTo>
                      <a:pt x="19" y="5"/>
                    </a:lnTo>
                    <a:lnTo>
                      <a:pt x="19" y="5"/>
                    </a:lnTo>
                    <a:lnTo>
                      <a:pt x="19" y="5"/>
                    </a:lnTo>
                    <a:lnTo>
                      <a:pt x="22" y="5"/>
                    </a:lnTo>
                    <a:lnTo>
                      <a:pt x="22" y="5"/>
                    </a:lnTo>
                    <a:lnTo>
                      <a:pt x="22" y="5"/>
                    </a:lnTo>
                    <a:lnTo>
                      <a:pt x="22" y="7"/>
                    </a:lnTo>
                    <a:lnTo>
                      <a:pt x="22" y="7"/>
                    </a:lnTo>
                    <a:lnTo>
                      <a:pt x="22" y="9"/>
                    </a:lnTo>
                    <a:lnTo>
                      <a:pt x="24" y="9"/>
                    </a:lnTo>
                    <a:lnTo>
                      <a:pt x="24" y="9"/>
                    </a:lnTo>
                    <a:lnTo>
                      <a:pt x="24" y="9"/>
                    </a:lnTo>
                    <a:lnTo>
                      <a:pt x="26" y="9"/>
                    </a:lnTo>
                    <a:lnTo>
                      <a:pt x="26" y="7"/>
                    </a:lnTo>
                    <a:lnTo>
                      <a:pt x="26" y="7"/>
                    </a:lnTo>
                    <a:lnTo>
                      <a:pt x="26" y="7"/>
                    </a:lnTo>
                    <a:lnTo>
                      <a:pt x="26" y="5"/>
                    </a:lnTo>
                    <a:lnTo>
                      <a:pt x="26" y="5"/>
                    </a:lnTo>
                    <a:lnTo>
                      <a:pt x="29" y="5"/>
                    </a:lnTo>
                    <a:lnTo>
                      <a:pt x="29" y="5"/>
                    </a:lnTo>
                    <a:lnTo>
                      <a:pt x="29" y="5"/>
                    </a:lnTo>
                    <a:lnTo>
                      <a:pt x="29" y="5"/>
                    </a:lnTo>
                    <a:lnTo>
                      <a:pt x="29" y="2"/>
                    </a:lnTo>
                    <a:lnTo>
                      <a:pt x="29" y="2"/>
                    </a:lnTo>
                    <a:lnTo>
                      <a:pt x="29" y="2"/>
                    </a:lnTo>
                    <a:lnTo>
                      <a:pt x="29" y="0"/>
                    </a:lnTo>
                    <a:lnTo>
                      <a:pt x="29" y="0"/>
                    </a:lnTo>
                    <a:lnTo>
                      <a:pt x="29" y="0"/>
                    </a:lnTo>
                    <a:lnTo>
                      <a:pt x="31" y="0"/>
                    </a:lnTo>
                    <a:lnTo>
                      <a:pt x="31" y="0"/>
                    </a:lnTo>
                    <a:lnTo>
                      <a:pt x="31" y="0"/>
                    </a:lnTo>
                    <a:lnTo>
                      <a:pt x="31" y="0"/>
                    </a:lnTo>
                    <a:lnTo>
                      <a:pt x="33" y="0"/>
                    </a:lnTo>
                    <a:lnTo>
                      <a:pt x="33" y="0"/>
                    </a:lnTo>
                    <a:lnTo>
                      <a:pt x="33" y="0"/>
                    </a:lnTo>
                    <a:lnTo>
                      <a:pt x="33" y="0"/>
                    </a:lnTo>
                    <a:lnTo>
                      <a:pt x="36" y="0"/>
                    </a:lnTo>
                    <a:lnTo>
                      <a:pt x="36" y="0"/>
                    </a:lnTo>
                    <a:lnTo>
                      <a:pt x="36" y="0"/>
                    </a:lnTo>
                    <a:lnTo>
                      <a:pt x="38" y="0"/>
                    </a:lnTo>
                    <a:lnTo>
                      <a:pt x="38" y="0"/>
                    </a:lnTo>
                    <a:lnTo>
                      <a:pt x="38" y="0"/>
                    </a:lnTo>
                    <a:lnTo>
                      <a:pt x="41" y="0"/>
                    </a:lnTo>
                    <a:lnTo>
                      <a:pt x="41" y="0"/>
                    </a:lnTo>
                    <a:lnTo>
                      <a:pt x="41" y="2"/>
                    </a:lnTo>
                    <a:lnTo>
                      <a:pt x="43" y="2"/>
                    </a:lnTo>
                    <a:lnTo>
                      <a:pt x="43" y="2"/>
                    </a:lnTo>
                    <a:lnTo>
                      <a:pt x="43" y="2"/>
                    </a:lnTo>
                    <a:lnTo>
                      <a:pt x="45" y="2"/>
                    </a:lnTo>
                    <a:lnTo>
                      <a:pt x="45" y="2"/>
                    </a:lnTo>
                    <a:lnTo>
                      <a:pt x="45"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105"/>
              <p:cNvSpPr>
                <a:spLocks/>
              </p:cNvSpPr>
              <p:nvPr/>
            </p:nvSpPr>
            <p:spPr bwMode="auto">
              <a:xfrm>
                <a:off x="2980" y="2585"/>
                <a:ext cx="90" cy="137"/>
              </a:xfrm>
              <a:custGeom>
                <a:avLst/>
                <a:gdLst/>
                <a:ahLst/>
                <a:cxnLst>
                  <a:cxn ang="0">
                    <a:pos x="88" y="121"/>
                  </a:cxn>
                  <a:cxn ang="0">
                    <a:pos x="88" y="128"/>
                  </a:cxn>
                  <a:cxn ang="0">
                    <a:pos x="90" y="135"/>
                  </a:cxn>
                  <a:cxn ang="0">
                    <a:pos x="85" y="133"/>
                  </a:cxn>
                  <a:cxn ang="0">
                    <a:pos x="78" y="133"/>
                  </a:cxn>
                  <a:cxn ang="0">
                    <a:pos x="74" y="137"/>
                  </a:cxn>
                  <a:cxn ang="0">
                    <a:pos x="69" y="133"/>
                  </a:cxn>
                  <a:cxn ang="0">
                    <a:pos x="64" y="128"/>
                  </a:cxn>
                  <a:cxn ang="0">
                    <a:pos x="59" y="123"/>
                  </a:cxn>
                  <a:cxn ang="0">
                    <a:pos x="52" y="118"/>
                  </a:cxn>
                  <a:cxn ang="0">
                    <a:pos x="47" y="118"/>
                  </a:cxn>
                  <a:cxn ang="0">
                    <a:pos x="43" y="114"/>
                  </a:cxn>
                  <a:cxn ang="0">
                    <a:pos x="38" y="109"/>
                  </a:cxn>
                  <a:cxn ang="0">
                    <a:pos x="36" y="104"/>
                  </a:cxn>
                  <a:cxn ang="0">
                    <a:pos x="29" y="102"/>
                  </a:cxn>
                  <a:cxn ang="0">
                    <a:pos x="24" y="97"/>
                  </a:cxn>
                  <a:cxn ang="0">
                    <a:pos x="26" y="88"/>
                  </a:cxn>
                  <a:cxn ang="0">
                    <a:pos x="21" y="83"/>
                  </a:cxn>
                  <a:cxn ang="0">
                    <a:pos x="17" y="76"/>
                  </a:cxn>
                  <a:cxn ang="0">
                    <a:pos x="12" y="71"/>
                  </a:cxn>
                  <a:cxn ang="0">
                    <a:pos x="12" y="64"/>
                  </a:cxn>
                  <a:cxn ang="0">
                    <a:pos x="10" y="57"/>
                  </a:cxn>
                  <a:cxn ang="0">
                    <a:pos x="10" y="50"/>
                  </a:cxn>
                  <a:cxn ang="0">
                    <a:pos x="7" y="43"/>
                  </a:cxn>
                  <a:cxn ang="0">
                    <a:pos x="7" y="35"/>
                  </a:cxn>
                  <a:cxn ang="0">
                    <a:pos x="0" y="35"/>
                  </a:cxn>
                  <a:cxn ang="0">
                    <a:pos x="5" y="31"/>
                  </a:cxn>
                  <a:cxn ang="0">
                    <a:pos x="2" y="24"/>
                  </a:cxn>
                  <a:cxn ang="0">
                    <a:pos x="5" y="16"/>
                  </a:cxn>
                  <a:cxn ang="0">
                    <a:pos x="0" y="12"/>
                  </a:cxn>
                  <a:cxn ang="0">
                    <a:pos x="0" y="2"/>
                  </a:cxn>
                  <a:cxn ang="0">
                    <a:pos x="5" y="2"/>
                  </a:cxn>
                  <a:cxn ang="0">
                    <a:pos x="12" y="5"/>
                  </a:cxn>
                  <a:cxn ang="0">
                    <a:pos x="14" y="9"/>
                  </a:cxn>
                  <a:cxn ang="0">
                    <a:pos x="21" y="12"/>
                  </a:cxn>
                  <a:cxn ang="0">
                    <a:pos x="21" y="19"/>
                  </a:cxn>
                  <a:cxn ang="0">
                    <a:pos x="21" y="24"/>
                  </a:cxn>
                  <a:cxn ang="0">
                    <a:pos x="24" y="24"/>
                  </a:cxn>
                  <a:cxn ang="0">
                    <a:pos x="29" y="19"/>
                  </a:cxn>
                  <a:cxn ang="0">
                    <a:pos x="36" y="24"/>
                  </a:cxn>
                  <a:cxn ang="0">
                    <a:pos x="40" y="19"/>
                  </a:cxn>
                  <a:cxn ang="0">
                    <a:pos x="43" y="12"/>
                  </a:cxn>
                  <a:cxn ang="0">
                    <a:pos x="50" y="14"/>
                  </a:cxn>
                  <a:cxn ang="0">
                    <a:pos x="52" y="21"/>
                  </a:cxn>
                  <a:cxn ang="0">
                    <a:pos x="57" y="26"/>
                  </a:cxn>
                  <a:cxn ang="0">
                    <a:pos x="62" y="28"/>
                  </a:cxn>
                  <a:cxn ang="0">
                    <a:pos x="66" y="35"/>
                  </a:cxn>
                  <a:cxn ang="0">
                    <a:pos x="69" y="40"/>
                  </a:cxn>
                  <a:cxn ang="0">
                    <a:pos x="71" y="47"/>
                  </a:cxn>
                  <a:cxn ang="0">
                    <a:pos x="71" y="57"/>
                  </a:cxn>
                  <a:cxn ang="0">
                    <a:pos x="71" y="64"/>
                  </a:cxn>
                  <a:cxn ang="0">
                    <a:pos x="71" y="71"/>
                  </a:cxn>
                  <a:cxn ang="0">
                    <a:pos x="71" y="78"/>
                  </a:cxn>
                  <a:cxn ang="0">
                    <a:pos x="71" y="85"/>
                  </a:cxn>
                  <a:cxn ang="0">
                    <a:pos x="71" y="97"/>
                  </a:cxn>
                  <a:cxn ang="0">
                    <a:pos x="76" y="102"/>
                  </a:cxn>
                  <a:cxn ang="0">
                    <a:pos x="81" y="107"/>
                  </a:cxn>
                  <a:cxn ang="0">
                    <a:pos x="83" y="114"/>
                  </a:cxn>
                </a:cxnLst>
                <a:rect l="0" t="0" r="r" b="b"/>
                <a:pathLst>
                  <a:path w="90" h="137">
                    <a:moveTo>
                      <a:pt x="85" y="114"/>
                    </a:moveTo>
                    <a:lnTo>
                      <a:pt x="85" y="116"/>
                    </a:lnTo>
                    <a:lnTo>
                      <a:pt x="85" y="116"/>
                    </a:lnTo>
                    <a:lnTo>
                      <a:pt x="85" y="116"/>
                    </a:lnTo>
                    <a:lnTo>
                      <a:pt x="85" y="118"/>
                    </a:lnTo>
                    <a:lnTo>
                      <a:pt x="85" y="118"/>
                    </a:lnTo>
                    <a:lnTo>
                      <a:pt x="85" y="118"/>
                    </a:lnTo>
                    <a:lnTo>
                      <a:pt x="85" y="121"/>
                    </a:lnTo>
                    <a:lnTo>
                      <a:pt x="88" y="121"/>
                    </a:lnTo>
                    <a:lnTo>
                      <a:pt x="88" y="121"/>
                    </a:lnTo>
                    <a:lnTo>
                      <a:pt x="85" y="121"/>
                    </a:lnTo>
                    <a:lnTo>
                      <a:pt x="85" y="123"/>
                    </a:lnTo>
                    <a:lnTo>
                      <a:pt x="88" y="123"/>
                    </a:lnTo>
                    <a:lnTo>
                      <a:pt x="88" y="123"/>
                    </a:lnTo>
                    <a:lnTo>
                      <a:pt x="88" y="123"/>
                    </a:lnTo>
                    <a:lnTo>
                      <a:pt x="88" y="123"/>
                    </a:lnTo>
                    <a:lnTo>
                      <a:pt x="88" y="126"/>
                    </a:lnTo>
                    <a:lnTo>
                      <a:pt x="88" y="126"/>
                    </a:lnTo>
                    <a:lnTo>
                      <a:pt x="88" y="126"/>
                    </a:lnTo>
                    <a:lnTo>
                      <a:pt x="88" y="128"/>
                    </a:lnTo>
                    <a:lnTo>
                      <a:pt x="90" y="128"/>
                    </a:lnTo>
                    <a:lnTo>
                      <a:pt x="90" y="128"/>
                    </a:lnTo>
                    <a:lnTo>
                      <a:pt x="90" y="130"/>
                    </a:lnTo>
                    <a:lnTo>
                      <a:pt x="90" y="130"/>
                    </a:lnTo>
                    <a:lnTo>
                      <a:pt x="90" y="133"/>
                    </a:lnTo>
                    <a:lnTo>
                      <a:pt x="90" y="133"/>
                    </a:lnTo>
                    <a:lnTo>
                      <a:pt x="90" y="133"/>
                    </a:lnTo>
                    <a:lnTo>
                      <a:pt x="90" y="133"/>
                    </a:lnTo>
                    <a:lnTo>
                      <a:pt x="90" y="133"/>
                    </a:lnTo>
                    <a:lnTo>
                      <a:pt x="90" y="135"/>
                    </a:lnTo>
                    <a:lnTo>
                      <a:pt x="90" y="135"/>
                    </a:lnTo>
                    <a:lnTo>
                      <a:pt x="88" y="135"/>
                    </a:lnTo>
                    <a:lnTo>
                      <a:pt x="88" y="135"/>
                    </a:lnTo>
                    <a:lnTo>
                      <a:pt x="88" y="135"/>
                    </a:lnTo>
                    <a:lnTo>
                      <a:pt x="85" y="135"/>
                    </a:lnTo>
                    <a:lnTo>
                      <a:pt x="85" y="135"/>
                    </a:lnTo>
                    <a:lnTo>
                      <a:pt x="85" y="135"/>
                    </a:lnTo>
                    <a:lnTo>
                      <a:pt x="85" y="135"/>
                    </a:lnTo>
                    <a:lnTo>
                      <a:pt x="85" y="135"/>
                    </a:lnTo>
                    <a:lnTo>
                      <a:pt x="85" y="133"/>
                    </a:lnTo>
                    <a:lnTo>
                      <a:pt x="85" y="133"/>
                    </a:lnTo>
                    <a:lnTo>
                      <a:pt x="83" y="133"/>
                    </a:lnTo>
                    <a:lnTo>
                      <a:pt x="83" y="133"/>
                    </a:lnTo>
                    <a:lnTo>
                      <a:pt x="81" y="133"/>
                    </a:lnTo>
                    <a:lnTo>
                      <a:pt x="81" y="133"/>
                    </a:lnTo>
                    <a:lnTo>
                      <a:pt x="81" y="133"/>
                    </a:lnTo>
                    <a:lnTo>
                      <a:pt x="81" y="133"/>
                    </a:lnTo>
                    <a:lnTo>
                      <a:pt x="78" y="133"/>
                    </a:lnTo>
                    <a:lnTo>
                      <a:pt x="78" y="133"/>
                    </a:lnTo>
                    <a:lnTo>
                      <a:pt x="78" y="133"/>
                    </a:lnTo>
                    <a:lnTo>
                      <a:pt x="78" y="133"/>
                    </a:lnTo>
                    <a:lnTo>
                      <a:pt x="76" y="133"/>
                    </a:lnTo>
                    <a:lnTo>
                      <a:pt x="76" y="135"/>
                    </a:lnTo>
                    <a:lnTo>
                      <a:pt x="76" y="135"/>
                    </a:lnTo>
                    <a:lnTo>
                      <a:pt x="76" y="135"/>
                    </a:lnTo>
                    <a:lnTo>
                      <a:pt x="74" y="135"/>
                    </a:lnTo>
                    <a:lnTo>
                      <a:pt x="74" y="137"/>
                    </a:lnTo>
                    <a:lnTo>
                      <a:pt x="74" y="137"/>
                    </a:lnTo>
                    <a:lnTo>
                      <a:pt x="74" y="137"/>
                    </a:lnTo>
                    <a:lnTo>
                      <a:pt x="74" y="137"/>
                    </a:lnTo>
                    <a:lnTo>
                      <a:pt x="71" y="137"/>
                    </a:lnTo>
                    <a:lnTo>
                      <a:pt x="71" y="137"/>
                    </a:lnTo>
                    <a:lnTo>
                      <a:pt x="71" y="137"/>
                    </a:lnTo>
                    <a:lnTo>
                      <a:pt x="71" y="135"/>
                    </a:lnTo>
                    <a:lnTo>
                      <a:pt x="71" y="135"/>
                    </a:lnTo>
                    <a:lnTo>
                      <a:pt x="69" y="135"/>
                    </a:lnTo>
                    <a:lnTo>
                      <a:pt x="69" y="133"/>
                    </a:lnTo>
                    <a:lnTo>
                      <a:pt x="69" y="133"/>
                    </a:lnTo>
                    <a:lnTo>
                      <a:pt x="69" y="133"/>
                    </a:lnTo>
                    <a:lnTo>
                      <a:pt x="69" y="133"/>
                    </a:lnTo>
                    <a:lnTo>
                      <a:pt x="69" y="130"/>
                    </a:lnTo>
                    <a:lnTo>
                      <a:pt x="69" y="130"/>
                    </a:lnTo>
                    <a:lnTo>
                      <a:pt x="69" y="130"/>
                    </a:lnTo>
                    <a:lnTo>
                      <a:pt x="66" y="130"/>
                    </a:lnTo>
                    <a:lnTo>
                      <a:pt x="66" y="130"/>
                    </a:lnTo>
                    <a:lnTo>
                      <a:pt x="66" y="130"/>
                    </a:lnTo>
                    <a:lnTo>
                      <a:pt x="66" y="128"/>
                    </a:lnTo>
                    <a:lnTo>
                      <a:pt x="64" y="128"/>
                    </a:lnTo>
                    <a:lnTo>
                      <a:pt x="64" y="128"/>
                    </a:lnTo>
                    <a:lnTo>
                      <a:pt x="64" y="128"/>
                    </a:lnTo>
                    <a:lnTo>
                      <a:pt x="62" y="128"/>
                    </a:lnTo>
                    <a:lnTo>
                      <a:pt x="62" y="126"/>
                    </a:lnTo>
                    <a:lnTo>
                      <a:pt x="62" y="126"/>
                    </a:lnTo>
                    <a:lnTo>
                      <a:pt x="62" y="126"/>
                    </a:lnTo>
                    <a:lnTo>
                      <a:pt x="59" y="126"/>
                    </a:lnTo>
                    <a:lnTo>
                      <a:pt x="59" y="126"/>
                    </a:lnTo>
                    <a:lnTo>
                      <a:pt x="59" y="126"/>
                    </a:lnTo>
                    <a:lnTo>
                      <a:pt x="59" y="123"/>
                    </a:lnTo>
                    <a:lnTo>
                      <a:pt x="59" y="123"/>
                    </a:lnTo>
                    <a:lnTo>
                      <a:pt x="59" y="123"/>
                    </a:lnTo>
                    <a:lnTo>
                      <a:pt x="57" y="123"/>
                    </a:lnTo>
                    <a:lnTo>
                      <a:pt x="57" y="123"/>
                    </a:lnTo>
                    <a:lnTo>
                      <a:pt x="55" y="123"/>
                    </a:lnTo>
                    <a:lnTo>
                      <a:pt x="55" y="123"/>
                    </a:lnTo>
                    <a:lnTo>
                      <a:pt x="55" y="123"/>
                    </a:lnTo>
                    <a:lnTo>
                      <a:pt x="55" y="123"/>
                    </a:lnTo>
                    <a:lnTo>
                      <a:pt x="55" y="121"/>
                    </a:lnTo>
                    <a:lnTo>
                      <a:pt x="55" y="121"/>
                    </a:lnTo>
                    <a:lnTo>
                      <a:pt x="52" y="121"/>
                    </a:lnTo>
                    <a:lnTo>
                      <a:pt x="52" y="118"/>
                    </a:lnTo>
                    <a:lnTo>
                      <a:pt x="52" y="118"/>
                    </a:lnTo>
                    <a:lnTo>
                      <a:pt x="52" y="118"/>
                    </a:lnTo>
                    <a:lnTo>
                      <a:pt x="52" y="118"/>
                    </a:lnTo>
                    <a:lnTo>
                      <a:pt x="52" y="116"/>
                    </a:lnTo>
                    <a:lnTo>
                      <a:pt x="50" y="116"/>
                    </a:lnTo>
                    <a:lnTo>
                      <a:pt x="50" y="116"/>
                    </a:lnTo>
                    <a:lnTo>
                      <a:pt x="50" y="116"/>
                    </a:lnTo>
                    <a:lnTo>
                      <a:pt x="47" y="116"/>
                    </a:lnTo>
                    <a:lnTo>
                      <a:pt x="47" y="116"/>
                    </a:lnTo>
                    <a:lnTo>
                      <a:pt x="47" y="118"/>
                    </a:lnTo>
                    <a:lnTo>
                      <a:pt x="47" y="118"/>
                    </a:lnTo>
                    <a:lnTo>
                      <a:pt x="47" y="116"/>
                    </a:lnTo>
                    <a:lnTo>
                      <a:pt x="47" y="116"/>
                    </a:lnTo>
                    <a:lnTo>
                      <a:pt x="47" y="116"/>
                    </a:lnTo>
                    <a:lnTo>
                      <a:pt x="47" y="114"/>
                    </a:lnTo>
                    <a:lnTo>
                      <a:pt x="45" y="114"/>
                    </a:lnTo>
                    <a:lnTo>
                      <a:pt x="45" y="114"/>
                    </a:lnTo>
                    <a:lnTo>
                      <a:pt x="45" y="114"/>
                    </a:lnTo>
                    <a:lnTo>
                      <a:pt x="45" y="114"/>
                    </a:lnTo>
                    <a:lnTo>
                      <a:pt x="43" y="114"/>
                    </a:lnTo>
                    <a:lnTo>
                      <a:pt x="43" y="114"/>
                    </a:lnTo>
                    <a:lnTo>
                      <a:pt x="43" y="114"/>
                    </a:lnTo>
                    <a:lnTo>
                      <a:pt x="43" y="111"/>
                    </a:lnTo>
                    <a:lnTo>
                      <a:pt x="40" y="111"/>
                    </a:lnTo>
                    <a:lnTo>
                      <a:pt x="40" y="111"/>
                    </a:lnTo>
                    <a:lnTo>
                      <a:pt x="40" y="111"/>
                    </a:lnTo>
                    <a:lnTo>
                      <a:pt x="40" y="111"/>
                    </a:lnTo>
                    <a:lnTo>
                      <a:pt x="40" y="109"/>
                    </a:lnTo>
                    <a:lnTo>
                      <a:pt x="38" y="109"/>
                    </a:lnTo>
                    <a:lnTo>
                      <a:pt x="38" y="109"/>
                    </a:lnTo>
                    <a:lnTo>
                      <a:pt x="38" y="109"/>
                    </a:lnTo>
                    <a:lnTo>
                      <a:pt x="38" y="109"/>
                    </a:lnTo>
                    <a:lnTo>
                      <a:pt x="38" y="109"/>
                    </a:lnTo>
                    <a:lnTo>
                      <a:pt x="38" y="109"/>
                    </a:lnTo>
                    <a:lnTo>
                      <a:pt x="38" y="107"/>
                    </a:lnTo>
                    <a:lnTo>
                      <a:pt x="38" y="107"/>
                    </a:lnTo>
                    <a:lnTo>
                      <a:pt x="36" y="107"/>
                    </a:lnTo>
                    <a:lnTo>
                      <a:pt x="36" y="104"/>
                    </a:lnTo>
                    <a:lnTo>
                      <a:pt x="36" y="104"/>
                    </a:lnTo>
                    <a:lnTo>
                      <a:pt x="36" y="104"/>
                    </a:lnTo>
                    <a:lnTo>
                      <a:pt x="33" y="104"/>
                    </a:lnTo>
                    <a:lnTo>
                      <a:pt x="33" y="104"/>
                    </a:lnTo>
                    <a:lnTo>
                      <a:pt x="33" y="104"/>
                    </a:lnTo>
                    <a:lnTo>
                      <a:pt x="33" y="104"/>
                    </a:lnTo>
                    <a:lnTo>
                      <a:pt x="31" y="104"/>
                    </a:lnTo>
                    <a:lnTo>
                      <a:pt x="31" y="104"/>
                    </a:lnTo>
                    <a:lnTo>
                      <a:pt x="31" y="102"/>
                    </a:lnTo>
                    <a:lnTo>
                      <a:pt x="29" y="102"/>
                    </a:lnTo>
                    <a:lnTo>
                      <a:pt x="29" y="102"/>
                    </a:lnTo>
                    <a:lnTo>
                      <a:pt x="29" y="102"/>
                    </a:lnTo>
                    <a:lnTo>
                      <a:pt x="29" y="102"/>
                    </a:lnTo>
                    <a:lnTo>
                      <a:pt x="29" y="99"/>
                    </a:lnTo>
                    <a:lnTo>
                      <a:pt x="29" y="99"/>
                    </a:lnTo>
                    <a:lnTo>
                      <a:pt x="26" y="99"/>
                    </a:lnTo>
                    <a:lnTo>
                      <a:pt x="26" y="99"/>
                    </a:lnTo>
                    <a:lnTo>
                      <a:pt x="26" y="97"/>
                    </a:lnTo>
                    <a:lnTo>
                      <a:pt x="26" y="97"/>
                    </a:lnTo>
                    <a:lnTo>
                      <a:pt x="24" y="97"/>
                    </a:lnTo>
                    <a:lnTo>
                      <a:pt x="24" y="97"/>
                    </a:lnTo>
                    <a:lnTo>
                      <a:pt x="24" y="97"/>
                    </a:lnTo>
                    <a:lnTo>
                      <a:pt x="24" y="95"/>
                    </a:lnTo>
                    <a:lnTo>
                      <a:pt x="24" y="95"/>
                    </a:lnTo>
                    <a:lnTo>
                      <a:pt x="24" y="95"/>
                    </a:lnTo>
                    <a:lnTo>
                      <a:pt x="24" y="92"/>
                    </a:lnTo>
                    <a:lnTo>
                      <a:pt x="24" y="92"/>
                    </a:lnTo>
                    <a:lnTo>
                      <a:pt x="24" y="92"/>
                    </a:lnTo>
                    <a:lnTo>
                      <a:pt x="26" y="92"/>
                    </a:lnTo>
                    <a:lnTo>
                      <a:pt x="26" y="90"/>
                    </a:lnTo>
                    <a:lnTo>
                      <a:pt x="26" y="90"/>
                    </a:lnTo>
                    <a:lnTo>
                      <a:pt x="26" y="88"/>
                    </a:lnTo>
                    <a:lnTo>
                      <a:pt x="26" y="88"/>
                    </a:lnTo>
                    <a:lnTo>
                      <a:pt x="24" y="88"/>
                    </a:lnTo>
                    <a:lnTo>
                      <a:pt x="24" y="85"/>
                    </a:lnTo>
                    <a:lnTo>
                      <a:pt x="24" y="85"/>
                    </a:lnTo>
                    <a:lnTo>
                      <a:pt x="24" y="85"/>
                    </a:lnTo>
                    <a:lnTo>
                      <a:pt x="21" y="85"/>
                    </a:lnTo>
                    <a:lnTo>
                      <a:pt x="21" y="85"/>
                    </a:lnTo>
                    <a:lnTo>
                      <a:pt x="21" y="85"/>
                    </a:lnTo>
                    <a:lnTo>
                      <a:pt x="21" y="83"/>
                    </a:lnTo>
                    <a:lnTo>
                      <a:pt x="21" y="83"/>
                    </a:lnTo>
                    <a:lnTo>
                      <a:pt x="21" y="83"/>
                    </a:lnTo>
                    <a:lnTo>
                      <a:pt x="21" y="80"/>
                    </a:lnTo>
                    <a:lnTo>
                      <a:pt x="21" y="80"/>
                    </a:lnTo>
                    <a:lnTo>
                      <a:pt x="19" y="80"/>
                    </a:lnTo>
                    <a:lnTo>
                      <a:pt x="19" y="78"/>
                    </a:lnTo>
                    <a:lnTo>
                      <a:pt x="19" y="78"/>
                    </a:lnTo>
                    <a:lnTo>
                      <a:pt x="19" y="78"/>
                    </a:lnTo>
                    <a:lnTo>
                      <a:pt x="19" y="78"/>
                    </a:lnTo>
                    <a:lnTo>
                      <a:pt x="19" y="76"/>
                    </a:lnTo>
                    <a:lnTo>
                      <a:pt x="17" y="76"/>
                    </a:lnTo>
                    <a:lnTo>
                      <a:pt x="17" y="76"/>
                    </a:lnTo>
                    <a:lnTo>
                      <a:pt x="17" y="76"/>
                    </a:lnTo>
                    <a:lnTo>
                      <a:pt x="17" y="73"/>
                    </a:lnTo>
                    <a:lnTo>
                      <a:pt x="14" y="73"/>
                    </a:lnTo>
                    <a:lnTo>
                      <a:pt x="14" y="73"/>
                    </a:lnTo>
                    <a:lnTo>
                      <a:pt x="14" y="73"/>
                    </a:lnTo>
                    <a:lnTo>
                      <a:pt x="14" y="73"/>
                    </a:lnTo>
                    <a:lnTo>
                      <a:pt x="14" y="73"/>
                    </a:lnTo>
                    <a:lnTo>
                      <a:pt x="12" y="73"/>
                    </a:lnTo>
                    <a:lnTo>
                      <a:pt x="12" y="71"/>
                    </a:lnTo>
                    <a:lnTo>
                      <a:pt x="12" y="71"/>
                    </a:lnTo>
                    <a:lnTo>
                      <a:pt x="12" y="69"/>
                    </a:lnTo>
                    <a:lnTo>
                      <a:pt x="12" y="69"/>
                    </a:lnTo>
                    <a:lnTo>
                      <a:pt x="12" y="66"/>
                    </a:lnTo>
                    <a:lnTo>
                      <a:pt x="14" y="66"/>
                    </a:lnTo>
                    <a:lnTo>
                      <a:pt x="14" y="66"/>
                    </a:lnTo>
                    <a:lnTo>
                      <a:pt x="12" y="66"/>
                    </a:lnTo>
                    <a:lnTo>
                      <a:pt x="12" y="64"/>
                    </a:lnTo>
                    <a:lnTo>
                      <a:pt x="12" y="64"/>
                    </a:lnTo>
                    <a:lnTo>
                      <a:pt x="12" y="64"/>
                    </a:lnTo>
                    <a:lnTo>
                      <a:pt x="12" y="64"/>
                    </a:lnTo>
                    <a:lnTo>
                      <a:pt x="10" y="64"/>
                    </a:lnTo>
                    <a:lnTo>
                      <a:pt x="10" y="64"/>
                    </a:lnTo>
                    <a:lnTo>
                      <a:pt x="10" y="64"/>
                    </a:lnTo>
                    <a:lnTo>
                      <a:pt x="10" y="62"/>
                    </a:lnTo>
                    <a:lnTo>
                      <a:pt x="10" y="62"/>
                    </a:lnTo>
                    <a:lnTo>
                      <a:pt x="10" y="59"/>
                    </a:lnTo>
                    <a:lnTo>
                      <a:pt x="10" y="59"/>
                    </a:lnTo>
                    <a:lnTo>
                      <a:pt x="10" y="59"/>
                    </a:lnTo>
                    <a:lnTo>
                      <a:pt x="10" y="57"/>
                    </a:lnTo>
                    <a:lnTo>
                      <a:pt x="10" y="57"/>
                    </a:lnTo>
                    <a:lnTo>
                      <a:pt x="12" y="57"/>
                    </a:lnTo>
                    <a:lnTo>
                      <a:pt x="12" y="54"/>
                    </a:lnTo>
                    <a:lnTo>
                      <a:pt x="12" y="54"/>
                    </a:lnTo>
                    <a:lnTo>
                      <a:pt x="10" y="54"/>
                    </a:lnTo>
                    <a:lnTo>
                      <a:pt x="10" y="54"/>
                    </a:lnTo>
                    <a:lnTo>
                      <a:pt x="10" y="52"/>
                    </a:lnTo>
                    <a:lnTo>
                      <a:pt x="10" y="52"/>
                    </a:lnTo>
                    <a:lnTo>
                      <a:pt x="10" y="50"/>
                    </a:lnTo>
                    <a:lnTo>
                      <a:pt x="10" y="50"/>
                    </a:lnTo>
                    <a:lnTo>
                      <a:pt x="10" y="50"/>
                    </a:lnTo>
                    <a:lnTo>
                      <a:pt x="10" y="47"/>
                    </a:lnTo>
                    <a:lnTo>
                      <a:pt x="10" y="47"/>
                    </a:lnTo>
                    <a:lnTo>
                      <a:pt x="7" y="47"/>
                    </a:lnTo>
                    <a:lnTo>
                      <a:pt x="7" y="45"/>
                    </a:lnTo>
                    <a:lnTo>
                      <a:pt x="7" y="45"/>
                    </a:lnTo>
                    <a:lnTo>
                      <a:pt x="7" y="45"/>
                    </a:lnTo>
                    <a:lnTo>
                      <a:pt x="7" y="45"/>
                    </a:lnTo>
                    <a:lnTo>
                      <a:pt x="7" y="45"/>
                    </a:lnTo>
                    <a:lnTo>
                      <a:pt x="7" y="43"/>
                    </a:lnTo>
                    <a:lnTo>
                      <a:pt x="5" y="43"/>
                    </a:lnTo>
                    <a:lnTo>
                      <a:pt x="5" y="43"/>
                    </a:lnTo>
                    <a:lnTo>
                      <a:pt x="5" y="40"/>
                    </a:lnTo>
                    <a:lnTo>
                      <a:pt x="5" y="40"/>
                    </a:lnTo>
                    <a:lnTo>
                      <a:pt x="5" y="40"/>
                    </a:lnTo>
                    <a:lnTo>
                      <a:pt x="5" y="40"/>
                    </a:lnTo>
                    <a:lnTo>
                      <a:pt x="5" y="38"/>
                    </a:lnTo>
                    <a:lnTo>
                      <a:pt x="7" y="38"/>
                    </a:lnTo>
                    <a:lnTo>
                      <a:pt x="7" y="38"/>
                    </a:lnTo>
                    <a:lnTo>
                      <a:pt x="7" y="35"/>
                    </a:lnTo>
                    <a:lnTo>
                      <a:pt x="5" y="35"/>
                    </a:lnTo>
                    <a:lnTo>
                      <a:pt x="5" y="35"/>
                    </a:lnTo>
                    <a:lnTo>
                      <a:pt x="5" y="35"/>
                    </a:lnTo>
                    <a:lnTo>
                      <a:pt x="5" y="35"/>
                    </a:lnTo>
                    <a:lnTo>
                      <a:pt x="5" y="35"/>
                    </a:lnTo>
                    <a:lnTo>
                      <a:pt x="2" y="35"/>
                    </a:lnTo>
                    <a:lnTo>
                      <a:pt x="2" y="35"/>
                    </a:lnTo>
                    <a:lnTo>
                      <a:pt x="0" y="35"/>
                    </a:lnTo>
                    <a:lnTo>
                      <a:pt x="0" y="35"/>
                    </a:lnTo>
                    <a:lnTo>
                      <a:pt x="0" y="35"/>
                    </a:lnTo>
                    <a:lnTo>
                      <a:pt x="0" y="33"/>
                    </a:lnTo>
                    <a:lnTo>
                      <a:pt x="0" y="33"/>
                    </a:lnTo>
                    <a:lnTo>
                      <a:pt x="0" y="31"/>
                    </a:lnTo>
                    <a:lnTo>
                      <a:pt x="0" y="31"/>
                    </a:lnTo>
                    <a:lnTo>
                      <a:pt x="2" y="31"/>
                    </a:lnTo>
                    <a:lnTo>
                      <a:pt x="2" y="31"/>
                    </a:lnTo>
                    <a:lnTo>
                      <a:pt x="5" y="31"/>
                    </a:lnTo>
                    <a:lnTo>
                      <a:pt x="5" y="31"/>
                    </a:lnTo>
                    <a:lnTo>
                      <a:pt x="5" y="31"/>
                    </a:lnTo>
                    <a:lnTo>
                      <a:pt x="5" y="31"/>
                    </a:lnTo>
                    <a:lnTo>
                      <a:pt x="5" y="31"/>
                    </a:lnTo>
                    <a:lnTo>
                      <a:pt x="5" y="28"/>
                    </a:lnTo>
                    <a:lnTo>
                      <a:pt x="5" y="28"/>
                    </a:lnTo>
                    <a:lnTo>
                      <a:pt x="5" y="28"/>
                    </a:lnTo>
                    <a:lnTo>
                      <a:pt x="5" y="26"/>
                    </a:lnTo>
                    <a:lnTo>
                      <a:pt x="5" y="26"/>
                    </a:lnTo>
                    <a:lnTo>
                      <a:pt x="5" y="26"/>
                    </a:lnTo>
                    <a:lnTo>
                      <a:pt x="5" y="24"/>
                    </a:lnTo>
                    <a:lnTo>
                      <a:pt x="5" y="24"/>
                    </a:lnTo>
                    <a:lnTo>
                      <a:pt x="2" y="24"/>
                    </a:lnTo>
                    <a:lnTo>
                      <a:pt x="2" y="24"/>
                    </a:lnTo>
                    <a:lnTo>
                      <a:pt x="2" y="21"/>
                    </a:lnTo>
                    <a:lnTo>
                      <a:pt x="5" y="21"/>
                    </a:lnTo>
                    <a:lnTo>
                      <a:pt x="5" y="21"/>
                    </a:lnTo>
                    <a:lnTo>
                      <a:pt x="5" y="21"/>
                    </a:lnTo>
                    <a:lnTo>
                      <a:pt x="5" y="21"/>
                    </a:lnTo>
                    <a:lnTo>
                      <a:pt x="5" y="19"/>
                    </a:lnTo>
                    <a:lnTo>
                      <a:pt x="5" y="19"/>
                    </a:lnTo>
                    <a:lnTo>
                      <a:pt x="5" y="19"/>
                    </a:lnTo>
                    <a:lnTo>
                      <a:pt x="5" y="16"/>
                    </a:lnTo>
                    <a:lnTo>
                      <a:pt x="5" y="16"/>
                    </a:lnTo>
                    <a:lnTo>
                      <a:pt x="5" y="16"/>
                    </a:lnTo>
                    <a:lnTo>
                      <a:pt x="5" y="14"/>
                    </a:lnTo>
                    <a:lnTo>
                      <a:pt x="5" y="14"/>
                    </a:lnTo>
                    <a:lnTo>
                      <a:pt x="2" y="14"/>
                    </a:lnTo>
                    <a:lnTo>
                      <a:pt x="2" y="14"/>
                    </a:lnTo>
                    <a:lnTo>
                      <a:pt x="2" y="12"/>
                    </a:lnTo>
                    <a:lnTo>
                      <a:pt x="2" y="12"/>
                    </a:lnTo>
                    <a:lnTo>
                      <a:pt x="2" y="12"/>
                    </a:lnTo>
                    <a:lnTo>
                      <a:pt x="0" y="12"/>
                    </a:lnTo>
                    <a:lnTo>
                      <a:pt x="0" y="9"/>
                    </a:lnTo>
                    <a:lnTo>
                      <a:pt x="0" y="9"/>
                    </a:lnTo>
                    <a:lnTo>
                      <a:pt x="0" y="9"/>
                    </a:lnTo>
                    <a:lnTo>
                      <a:pt x="0" y="7"/>
                    </a:lnTo>
                    <a:lnTo>
                      <a:pt x="0" y="7"/>
                    </a:lnTo>
                    <a:lnTo>
                      <a:pt x="0" y="5"/>
                    </a:lnTo>
                    <a:lnTo>
                      <a:pt x="0" y="5"/>
                    </a:lnTo>
                    <a:lnTo>
                      <a:pt x="0" y="5"/>
                    </a:lnTo>
                    <a:lnTo>
                      <a:pt x="0" y="5"/>
                    </a:lnTo>
                    <a:lnTo>
                      <a:pt x="0" y="2"/>
                    </a:lnTo>
                    <a:lnTo>
                      <a:pt x="0" y="2"/>
                    </a:lnTo>
                    <a:lnTo>
                      <a:pt x="0" y="0"/>
                    </a:lnTo>
                    <a:lnTo>
                      <a:pt x="0" y="0"/>
                    </a:lnTo>
                    <a:lnTo>
                      <a:pt x="2" y="0"/>
                    </a:lnTo>
                    <a:lnTo>
                      <a:pt x="2" y="0"/>
                    </a:lnTo>
                    <a:lnTo>
                      <a:pt x="5" y="0"/>
                    </a:lnTo>
                    <a:lnTo>
                      <a:pt x="5" y="0"/>
                    </a:lnTo>
                    <a:lnTo>
                      <a:pt x="5" y="0"/>
                    </a:lnTo>
                    <a:lnTo>
                      <a:pt x="5" y="2"/>
                    </a:lnTo>
                    <a:lnTo>
                      <a:pt x="5" y="2"/>
                    </a:lnTo>
                    <a:lnTo>
                      <a:pt x="5" y="5"/>
                    </a:lnTo>
                    <a:lnTo>
                      <a:pt x="5" y="5"/>
                    </a:lnTo>
                    <a:lnTo>
                      <a:pt x="7" y="5"/>
                    </a:lnTo>
                    <a:lnTo>
                      <a:pt x="7" y="5"/>
                    </a:lnTo>
                    <a:lnTo>
                      <a:pt x="7" y="5"/>
                    </a:lnTo>
                    <a:lnTo>
                      <a:pt x="7" y="5"/>
                    </a:lnTo>
                    <a:lnTo>
                      <a:pt x="10" y="5"/>
                    </a:lnTo>
                    <a:lnTo>
                      <a:pt x="10" y="5"/>
                    </a:lnTo>
                    <a:lnTo>
                      <a:pt x="10" y="5"/>
                    </a:lnTo>
                    <a:lnTo>
                      <a:pt x="12" y="5"/>
                    </a:lnTo>
                    <a:lnTo>
                      <a:pt x="12" y="5"/>
                    </a:lnTo>
                    <a:lnTo>
                      <a:pt x="12" y="5"/>
                    </a:lnTo>
                    <a:lnTo>
                      <a:pt x="12" y="5"/>
                    </a:lnTo>
                    <a:lnTo>
                      <a:pt x="14" y="5"/>
                    </a:lnTo>
                    <a:lnTo>
                      <a:pt x="14" y="5"/>
                    </a:lnTo>
                    <a:lnTo>
                      <a:pt x="14" y="5"/>
                    </a:lnTo>
                    <a:lnTo>
                      <a:pt x="14" y="7"/>
                    </a:lnTo>
                    <a:lnTo>
                      <a:pt x="14" y="7"/>
                    </a:lnTo>
                    <a:lnTo>
                      <a:pt x="14" y="7"/>
                    </a:lnTo>
                    <a:lnTo>
                      <a:pt x="14" y="9"/>
                    </a:lnTo>
                    <a:lnTo>
                      <a:pt x="14" y="9"/>
                    </a:lnTo>
                    <a:lnTo>
                      <a:pt x="14" y="12"/>
                    </a:lnTo>
                    <a:lnTo>
                      <a:pt x="17" y="12"/>
                    </a:lnTo>
                    <a:lnTo>
                      <a:pt x="17" y="12"/>
                    </a:lnTo>
                    <a:lnTo>
                      <a:pt x="19" y="12"/>
                    </a:lnTo>
                    <a:lnTo>
                      <a:pt x="19" y="9"/>
                    </a:lnTo>
                    <a:lnTo>
                      <a:pt x="19" y="9"/>
                    </a:lnTo>
                    <a:lnTo>
                      <a:pt x="19" y="12"/>
                    </a:lnTo>
                    <a:lnTo>
                      <a:pt x="19" y="12"/>
                    </a:lnTo>
                    <a:lnTo>
                      <a:pt x="21" y="12"/>
                    </a:lnTo>
                    <a:lnTo>
                      <a:pt x="21" y="12"/>
                    </a:lnTo>
                    <a:lnTo>
                      <a:pt x="21" y="12"/>
                    </a:lnTo>
                    <a:lnTo>
                      <a:pt x="21" y="14"/>
                    </a:lnTo>
                    <a:lnTo>
                      <a:pt x="21" y="14"/>
                    </a:lnTo>
                    <a:lnTo>
                      <a:pt x="21" y="14"/>
                    </a:lnTo>
                    <a:lnTo>
                      <a:pt x="21" y="14"/>
                    </a:lnTo>
                    <a:lnTo>
                      <a:pt x="21" y="14"/>
                    </a:lnTo>
                    <a:lnTo>
                      <a:pt x="21" y="16"/>
                    </a:lnTo>
                    <a:lnTo>
                      <a:pt x="21" y="16"/>
                    </a:lnTo>
                    <a:lnTo>
                      <a:pt x="21" y="19"/>
                    </a:lnTo>
                    <a:lnTo>
                      <a:pt x="21" y="19"/>
                    </a:lnTo>
                    <a:lnTo>
                      <a:pt x="21" y="19"/>
                    </a:lnTo>
                    <a:lnTo>
                      <a:pt x="19" y="19"/>
                    </a:lnTo>
                    <a:lnTo>
                      <a:pt x="19" y="21"/>
                    </a:lnTo>
                    <a:lnTo>
                      <a:pt x="19" y="21"/>
                    </a:lnTo>
                    <a:lnTo>
                      <a:pt x="19" y="21"/>
                    </a:lnTo>
                    <a:lnTo>
                      <a:pt x="19" y="24"/>
                    </a:lnTo>
                    <a:lnTo>
                      <a:pt x="19" y="24"/>
                    </a:lnTo>
                    <a:lnTo>
                      <a:pt x="19" y="24"/>
                    </a:lnTo>
                    <a:lnTo>
                      <a:pt x="21" y="24"/>
                    </a:lnTo>
                    <a:lnTo>
                      <a:pt x="21" y="26"/>
                    </a:lnTo>
                    <a:lnTo>
                      <a:pt x="21" y="26"/>
                    </a:lnTo>
                    <a:lnTo>
                      <a:pt x="21" y="26"/>
                    </a:lnTo>
                    <a:lnTo>
                      <a:pt x="21" y="26"/>
                    </a:lnTo>
                    <a:lnTo>
                      <a:pt x="21" y="26"/>
                    </a:lnTo>
                    <a:lnTo>
                      <a:pt x="21" y="26"/>
                    </a:lnTo>
                    <a:lnTo>
                      <a:pt x="24" y="26"/>
                    </a:lnTo>
                    <a:lnTo>
                      <a:pt x="24" y="26"/>
                    </a:lnTo>
                    <a:lnTo>
                      <a:pt x="24" y="26"/>
                    </a:lnTo>
                    <a:lnTo>
                      <a:pt x="24" y="24"/>
                    </a:lnTo>
                    <a:lnTo>
                      <a:pt x="24" y="24"/>
                    </a:lnTo>
                    <a:lnTo>
                      <a:pt x="26" y="24"/>
                    </a:lnTo>
                    <a:lnTo>
                      <a:pt x="26" y="24"/>
                    </a:lnTo>
                    <a:lnTo>
                      <a:pt x="26" y="21"/>
                    </a:lnTo>
                    <a:lnTo>
                      <a:pt x="26" y="21"/>
                    </a:lnTo>
                    <a:lnTo>
                      <a:pt x="26" y="21"/>
                    </a:lnTo>
                    <a:lnTo>
                      <a:pt x="29" y="21"/>
                    </a:lnTo>
                    <a:lnTo>
                      <a:pt x="29" y="21"/>
                    </a:lnTo>
                    <a:lnTo>
                      <a:pt x="29" y="21"/>
                    </a:lnTo>
                    <a:lnTo>
                      <a:pt x="29" y="19"/>
                    </a:lnTo>
                    <a:lnTo>
                      <a:pt x="31" y="19"/>
                    </a:lnTo>
                    <a:lnTo>
                      <a:pt x="31" y="19"/>
                    </a:lnTo>
                    <a:lnTo>
                      <a:pt x="33" y="19"/>
                    </a:lnTo>
                    <a:lnTo>
                      <a:pt x="33" y="21"/>
                    </a:lnTo>
                    <a:lnTo>
                      <a:pt x="33" y="21"/>
                    </a:lnTo>
                    <a:lnTo>
                      <a:pt x="33" y="21"/>
                    </a:lnTo>
                    <a:lnTo>
                      <a:pt x="33" y="24"/>
                    </a:lnTo>
                    <a:lnTo>
                      <a:pt x="33" y="24"/>
                    </a:lnTo>
                    <a:lnTo>
                      <a:pt x="36" y="24"/>
                    </a:lnTo>
                    <a:lnTo>
                      <a:pt x="36" y="24"/>
                    </a:lnTo>
                    <a:lnTo>
                      <a:pt x="36" y="24"/>
                    </a:lnTo>
                    <a:lnTo>
                      <a:pt x="38" y="24"/>
                    </a:lnTo>
                    <a:lnTo>
                      <a:pt x="38" y="24"/>
                    </a:lnTo>
                    <a:lnTo>
                      <a:pt x="38" y="24"/>
                    </a:lnTo>
                    <a:lnTo>
                      <a:pt x="38" y="21"/>
                    </a:lnTo>
                    <a:lnTo>
                      <a:pt x="38" y="21"/>
                    </a:lnTo>
                    <a:lnTo>
                      <a:pt x="38" y="21"/>
                    </a:lnTo>
                    <a:lnTo>
                      <a:pt x="38" y="19"/>
                    </a:lnTo>
                    <a:lnTo>
                      <a:pt x="38" y="19"/>
                    </a:lnTo>
                    <a:lnTo>
                      <a:pt x="40" y="19"/>
                    </a:lnTo>
                    <a:lnTo>
                      <a:pt x="40" y="16"/>
                    </a:lnTo>
                    <a:lnTo>
                      <a:pt x="40" y="16"/>
                    </a:lnTo>
                    <a:lnTo>
                      <a:pt x="40" y="16"/>
                    </a:lnTo>
                    <a:lnTo>
                      <a:pt x="40" y="14"/>
                    </a:lnTo>
                    <a:lnTo>
                      <a:pt x="40" y="14"/>
                    </a:lnTo>
                    <a:lnTo>
                      <a:pt x="43" y="14"/>
                    </a:lnTo>
                    <a:lnTo>
                      <a:pt x="43" y="14"/>
                    </a:lnTo>
                    <a:lnTo>
                      <a:pt x="43" y="14"/>
                    </a:lnTo>
                    <a:lnTo>
                      <a:pt x="43" y="12"/>
                    </a:lnTo>
                    <a:lnTo>
                      <a:pt x="43" y="12"/>
                    </a:lnTo>
                    <a:lnTo>
                      <a:pt x="43" y="12"/>
                    </a:lnTo>
                    <a:lnTo>
                      <a:pt x="45" y="12"/>
                    </a:lnTo>
                    <a:lnTo>
                      <a:pt x="45" y="12"/>
                    </a:lnTo>
                    <a:lnTo>
                      <a:pt x="45" y="12"/>
                    </a:lnTo>
                    <a:lnTo>
                      <a:pt x="47" y="12"/>
                    </a:lnTo>
                    <a:lnTo>
                      <a:pt x="47" y="12"/>
                    </a:lnTo>
                    <a:lnTo>
                      <a:pt x="47" y="12"/>
                    </a:lnTo>
                    <a:lnTo>
                      <a:pt x="47" y="12"/>
                    </a:lnTo>
                    <a:lnTo>
                      <a:pt x="47" y="14"/>
                    </a:lnTo>
                    <a:lnTo>
                      <a:pt x="50" y="14"/>
                    </a:lnTo>
                    <a:lnTo>
                      <a:pt x="50" y="14"/>
                    </a:lnTo>
                    <a:lnTo>
                      <a:pt x="50" y="14"/>
                    </a:lnTo>
                    <a:lnTo>
                      <a:pt x="50" y="14"/>
                    </a:lnTo>
                    <a:lnTo>
                      <a:pt x="50" y="16"/>
                    </a:lnTo>
                    <a:lnTo>
                      <a:pt x="50" y="16"/>
                    </a:lnTo>
                    <a:lnTo>
                      <a:pt x="52" y="16"/>
                    </a:lnTo>
                    <a:lnTo>
                      <a:pt x="52" y="19"/>
                    </a:lnTo>
                    <a:lnTo>
                      <a:pt x="52" y="19"/>
                    </a:lnTo>
                    <a:lnTo>
                      <a:pt x="52" y="19"/>
                    </a:lnTo>
                    <a:lnTo>
                      <a:pt x="52" y="21"/>
                    </a:lnTo>
                    <a:lnTo>
                      <a:pt x="52" y="21"/>
                    </a:lnTo>
                    <a:lnTo>
                      <a:pt x="55" y="21"/>
                    </a:lnTo>
                    <a:lnTo>
                      <a:pt x="55" y="21"/>
                    </a:lnTo>
                    <a:lnTo>
                      <a:pt x="55" y="21"/>
                    </a:lnTo>
                    <a:lnTo>
                      <a:pt x="55" y="24"/>
                    </a:lnTo>
                    <a:lnTo>
                      <a:pt x="55" y="24"/>
                    </a:lnTo>
                    <a:lnTo>
                      <a:pt x="55" y="24"/>
                    </a:lnTo>
                    <a:lnTo>
                      <a:pt x="55" y="26"/>
                    </a:lnTo>
                    <a:lnTo>
                      <a:pt x="57" y="26"/>
                    </a:lnTo>
                    <a:lnTo>
                      <a:pt x="57" y="26"/>
                    </a:lnTo>
                    <a:lnTo>
                      <a:pt x="57" y="26"/>
                    </a:lnTo>
                    <a:lnTo>
                      <a:pt x="59" y="26"/>
                    </a:lnTo>
                    <a:lnTo>
                      <a:pt x="59" y="26"/>
                    </a:lnTo>
                    <a:lnTo>
                      <a:pt x="59" y="26"/>
                    </a:lnTo>
                    <a:lnTo>
                      <a:pt x="59" y="28"/>
                    </a:lnTo>
                    <a:lnTo>
                      <a:pt x="59" y="28"/>
                    </a:lnTo>
                    <a:lnTo>
                      <a:pt x="62" y="28"/>
                    </a:lnTo>
                    <a:lnTo>
                      <a:pt x="62" y="28"/>
                    </a:lnTo>
                    <a:lnTo>
                      <a:pt x="62" y="28"/>
                    </a:lnTo>
                    <a:lnTo>
                      <a:pt x="62" y="28"/>
                    </a:lnTo>
                    <a:lnTo>
                      <a:pt x="62" y="31"/>
                    </a:lnTo>
                    <a:lnTo>
                      <a:pt x="64" y="31"/>
                    </a:lnTo>
                    <a:lnTo>
                      <a:pt x="64" y="31"/>
                    </a:lnTo>
                    <a:lnTo>
                      <a:pt x="64" y="31"/>
                    </a:lnTo>
                    <a:lnTo>
                      <a:pt x="64" y="33"/>
                    </a:lnTo>
                    <a:lnTo>
                      <a:pt x="66" y="33"/>
                    </a:lnTo>
                    <a:lnTo>
                      <a:pt x="66" y="33"/>
                    </a:lnTo>
                    <a:lnTo>
                      <a:pt x="66" y="35"/>
                    </a:lnTo>
                    <a:lnTo>
                      <a:pt x="66" y="35"/>
                    </a:lnTo>
                    <a:lnTo>
                      <a:pt x="66" y="35"/>
                    </a:lnTo>
                    <a:lnTo>
                      <a:pt x="66" y="35"/>
                    </a:lnTo>
                    <a:lnTo>
                      <a:pt x="66" y="35"/>
                    </a:lnTo>
                    <a:lnTo>
                      <a:pt x="69" y="35"/>
                    </a:lnTo>
                    <a:lnTo>
                      <a:pt x="69" y="38"/>
                    </a:lnTo>
                    <a:lnTo>
                      <a:pt x="66" y="38"/>
                    </a:lnTo>
                    <a:lnTo>
                      <a:pt x="66" y="38"/>
                    </a:lnTo>
                    <a:lnTo>
                      <a:pt x="69" y="38"/>
                    </a:lnTo>
                    <a:lnTo>
                      <a:pt x="69" y="40"/>
                    </a:lnTo>
                    <a:lnTo>
                      <a:pt x="69" y="40"/>
                    </a:lnTo>
                    <a:lnTo>
                      <a:pt x="69" y="40"/>
                    </a:lnTo>
                    <a:lnTo>
                      <a:pt x="69" y="43"/>
                    </a:lnTo>
                    <a:lnTo>
                      <a:pt x="69" y="43"/>
                    </a:lnTo>
                    <a:lnTo>
                      <a:pt x="69" y="43"/>
                    </a:lnTo>
                    <a:lnTo>
                      <a:pt x="69" y="45"/>
                    </a:lnTo>
                    <a:lnTo>
                      <a:pt x="71" y="45"/>
                    </a:lnTo>
                    <a:lnTo>
                      <a:pt x="71" y="45"/>
                    </a:lnTo>
                    <a:lnTo>
                      <a:pt x="71" y="45"/>
                    </a:lnTo>
                    <a:lnTo>
                      <a:pt x="71" y="45"/>
                    </a:lnTo>
                    <a:lnTo>
                      <a:pt x="71" y="47"/>
                    </a:lnTo>
                    <a:lnTo>
                      <a:pt x="71" y="47"/>
                    </a:lnTo>
                    <a:lnTo>
                      <a:pt x="71" y="50"/>
                    </a:lnTo>
                    <a:lnTo>
                      <a:pt x="71" y="50"/>
                    </a:lnTo>
                    <a:lnTo>
                      <a:pt x="71" y="52"/>
                    </a:lnTo>
                    <a:lnTo>
                      <a:pt x="71" y="52"/>
                    </a:lnTo>
                    <a:lnTo>
                      <a:pt x="74" y="52"/>
                    </a:lnTo>
                    <a:lnTo>
                      <a:pt x="74" y="54"/>
                    </a:lnTo>
                    <a:lnTo>
                      <a:pt x="74" y="54"/>
                    </a:lnTo>
                    <a:lnTo>
                      <a:pt x="74" y="54"/>
                    </a:lnTo>
                    <a:lnTo>
                      <a:pt x="71" y="54"/>
                    </a:lnTo>
                    <a:lnTo>
                      <a:pt x="71" y="57"/>
                    </a:lnTo>
                    <a:lnTo>
                      <a:pt x="74" y="57"/>
                    </a:lnTo>
                    <a:lnTo>
                      <a:pt x="74" y="57"/>
                    </a:lnTo>
                    <a:lnTo>
                      <a:pt x="74" y="59"/>
                    </a:lnTo>
                    <a:lnTo>
                      <a:pt x="74" y="59"/>
                    </a:lnTo>
                    <a:lnTo>
                      <a:pt x="74" y="59"/>
                    </a:lnTo>
                    <a:lnTo>
                      <a:pt x="74" y="62"/>
                    </a:lnTo>
                    <a:lnTo>
                      <a:pt x="74" y="62"/>
                    </a:lnTo>
                    <a:lnTo>
                      <a:pt x="74" y="62"/>
                    </a:lnTo>
                    <a:lnTo>
                      <a:pt x="74" y="64"/>
                    </a:lnTo>
                    <a:lnTo>
                      <a:pt x="71" y="64"/>
                    </a:lnTo>
                    <a:lnTo>
                      <a:pt x="71" y="64"/>
                    </a:lnTo>
                    <a:lnTo>
                      <a:pt x="71" y="64"/>
                    </a:lnTo>
                    <a:lnTo>
                      <a:pt x="71" y="64"/>
                    </a:lnTo>
                    <a:lnTo>
                      <a:pt x="71" y="66"/>
                    </a:lnTo>
                    <a:lnTo>
                      <a:pt x="71" y="66"/>
                    </a:lnTo>
                    <a:lnTo>
                      <a:pt x="71" y="66"/>
                    </a:lnTo>
                    <a:lnTo>
                      <a:pt x="71" y="69"/>
                    </a:lnTo>
                    <a:lnTo>
                      <a:pt x="71" y="69"/>
                    </a:lnTo>
                    <a:lnTo>
                      <a:pt x="71" y="69"/>
                    </a:lnTo>
                    <a:lnTo>
                      <a:pt x="71" y="71"/>
                    </a:lnTo>
                    <a:lnTo>
                      <a:pt x="71" y="71"/>
                    </a:lnTo>
                    <a:lnTo>
                      <a:pt x="71" y="73"/>
                    </a:lnTo>
                    <a:lnTo>
                      <a:pt x="71" y="73"/>
                    </a:lnTo>
                    <a:lnTo>
                      <a:pt x="69" y="73"/>
                    </a:lnTo>
                    <a:lnTo>
                      <a:pt x="69" y="73"/>
                    </a:lnTo>
                    <a:lnTo>
                      <a:pt x="69" y="76"/>
                    </a:lnTo>
                    <a:lnTo>
                      <a:pt x="69" y="76"/>
                    </a:lnTo>
                    <a:lnTo>
                      <a:pt x="71" y="76"/>
                    </a:lnTo>
                    <a:lnTo>
                      <a:pt x="71" y="78"/>
                    </a:lnTo>
                    <a:lnTo>
                      <a:pt x="71" y="78"/>
                    </a:lnTo>
                    <a:lnTo>
                      <a:pt x="71" y="78"/>
                    </a:lnTo>
                    <a:lnTo>
                      <a:pt x="74" y="78"/>
                    </a:lnTo>
                    <a:lnTo>
                      <a:pt x="74" y="80"/>
                    </a:lnTo>
                    <a:lnTo>
                      <a:pt x="74" y="80"/>
                    </a:lnTo>
                    <a:lnTo>
                      <a:pt x="74" y="83"/>
                    </a:lnTo>
                    <a:lnTo>
                      <a:pt x="71" y="83"/>
                    </a:lnTo>
                    <a:lnTo>
                      <a:pt x="71" y="83"/>
                    </a:lnTo>
                    <a:lnTo>
                      <a:pt x="71" y="85"/>
                    </a:lnTo>
                    <a:lnTo>
                      <a:pt x="71" y="85"/>
                    </a:lnTo>
                    <a:lnTo>
                      <a:pt x="71" y="85"/>
                    </a:lnTo>
                    <a:lnTo>
                      <a:pt x="71" y="88"/>
                    </a:lnTo>
                    <a:lnTo>
                      <a:pt x="71" y="88"/>
                    </a:lnTo>
                    <a:lnTo>
                      <a:pt x="71" y="90"/>
                    </a:lnTo>
                    <a:lnTo>
                      <a:pt x="71" y="90"/>
                    </a:lnTo>
                    <a:lnTo>
                      <a:pt x="71" y="92"/>
                    </a:lnTo>
                    <a:lnTo>
                      <a:pt x="71" y="92"/>
                    </a:lnTo>
                    <a:lnTo>
                      <a:pt x="71" y="95"/>
                    </a:lnTo>
                    <a:lnTo>
                      <a:pt x="71" y="95"/>
                    </a:lnTo>
                    <a:lnTo>
                      <a:pt x="71" y="95"/>
                    </a:lnTo>
                    <a:lnTo>
                      <a:pt x="71" y="97"/>
                    </a:lnTo>
                    <a:lnTo>
                      <a:pt x="74" y="97"/>
                    </a:lnTo>
                    <a:lnTo>
                      <a:pt x="74" y="97"/>
                    </a:lnTo>
                    <a:lnTo>
                      <a:pt x="74" y="97"/>
                    </a:lnTo>
                    <a:lnTo>
                      <a:pt x="74" y="99"/>
                    </a:lnTo>
                    <a:lnTo>
                      <a:pt x="74" y="99"/>
                    </a:lnTo>
                    <a:lnTo>
                      <a:pt x="74" y="99"/>
                    </a:lnTo>
                    <a:lnTo>
                      <a:pt x="76" y="99"/>
                    </a:lnTo>
                    <a:lnTo>
                      <a:pt x="76" y="102"/>
                    </a:lnTo>
                    <a:lnTo>
                      <a:pt x="76" y="102"/>
                    </a:lnTo>
                    <a:lnTo>
                      <a:pt x="76" y="102"/>
                    </a:lnTo>
                    <a:lnTo>
                      <a:pt x="78" y="102"/>
                    </a:lnTo>
                    <a:lnTo>
                      <a:pt x="78" y="102"/>
                    </a:lnTo>
                    <a:lnTo>
                      <a:pt x="78" y="102"/>
                    </a:lnTo>
                    <a:lnTo>
                      <a:pt x="78" y="104"/>
                    </a:lnTo>
                    <a:lnTo>
                      <a:pt x="81" y="104"/>
                    </a:lnTo>
                    <a:lnTo>
                      <a:pt x="81" y="104"/>
                    </a:lnTo>
                    <a:lnTo>
                      <a:pt x="81" y="104"/>
                    </a:lnTo>
                    <a:lnTo>
                      <a:pt x="81" y="104"/>
                    </a:lnTo>
                    <a:lnTo>
                      <a:pt x="81" y="107"/>
                    </a:lnTo>
                    <a:lnTo>
                      <a:pt x="81" y="107"/>
                    </a:lnTo>
                    <a:lnTo>
                      <a:pt x="81" y="109"/>
                    </a:lnTo>
                    <a:lnTo>
                      <a:pt x="81" y="109"/>
                    </a:lnTo>
                    <a:lnTo>
                      <a:pt x="81" y="109"/>
                    </a:lnTo>
                    <a:lnTo>
                      <a:pt x="83" y="109"/>
                    </a:lnTo>
                    <a:lnTo>
                      <a:pt x="83" y="111"/>
                    </a:lnTo>
                    <a:lnTo>
                      <a:pt x="83" y="111"/>
                    </a:lnTo>
                    <a:lnTo>
                      <a:pt x="83" y="111"/>
                    </a:lnTo>
                    <a:lnTo>
                      <a:pt x="83" y="114"/>
                    </a:lnTo>
                    <a:lnTo>
                      <a:pt x="83" y="114"/>
                    </a:lnTo>
                    <a:lnTo>
                      <a:pt x="83" y="114"/>
                    </a:lnTo>
                    <a:lnTo>
                      <a:pt x="85" y="11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106"/>
              <p:cNvSpPr>
                <a:spLocks/>
              </p:cNvSpPr>
              <p:nvPr/>
            </p:nvSpPr>
            <p:spPr bwMode="auto">
              <a:xfrm>
                <a:off x="2980" y="2585"/>
                <a:ext cx="90" cy="137"/>
              </a:xfrm>
              <a:custGeom>
                <a:avLst/>
                <a:gdLst/>
                <a:ahLst/>
                <a:cxnLst>
                  <a:cxn ang="0">
                    <a:pos x="88" y="121"/>
                  </a:cxn>
                  <a:cxn ang="0">
                    <a:pos x="88" y="128"/>
                  </a:cxn>
                  <a:cxn ang="0">
                    <a:pos x="90" y="135"/>
                  </a:cxn>
                  <a:cxn ang="0">
                    <a:pos x="85" y="133"/>
                  </a:cxn>
                  <a:cxn ang="0">
                    <a:pos x="78" y="133"/>
                  </a:cxn>
                  <a:cxn ang="0">
                    <a:pos x="74" y="137"/>
                  </a:cxn>
                  <a:cxn ang="0">
                    <a:pos x="69" y="133"/>
                  </a:cxn>
                  <a:cxn ang="0">
                    <a:pos x="64" y="128"/>
                  </a:cxn>
                  <a:cxn ang="0">
                    <a:pos x="59" y="123"/>
                  </a:cxn>
                  <a:cxn ang="0">
                    <a:pos x="52" y="118"/>
                  </a:cxn>
                  <a:cxn ang="0">
                    <a:pos x="47" y="118"/>
                  </a:cxn>
                  <a:cxn ang="0">
                    <a:pos x="43" y="114"/>
                  </a:cxn>
                  <a:cxn ang="0">
                    <a:pos x="38" y="109"/>
                  </a:cxn>
                  <a:cxn ang="0">
                    <a:pos x="36" y="104"/>
                  </a:cxn>
                  <a:cxn ang="0">
                    <a:pos x="29" y="102"/>
                  </a:cxn>
                  <a:cxn ang="0">
                    <a:pos x="24" y="97"/>
                  </a:cxn>
                  <a:cxn ang="0">
                    <a:pos x="26" y="88"/>
                  </a:cxn>
                  <a:cxn ang="0">
                    <a:pos x="21" y="83"/>
                  </a:cxn>
                  <a:cxn ang="0">
                    <a:pos x="17" y="76"/>
                  </a:cxn>
                  <a:cxn ang="0">
                    <a:pos x="12" y="71"/>
                  </a:cxn>
                  <a:cxn ang="0">
                    <a:pos x="12" y="64"/>
                  </a:cxn>
                  <a:cxn ang="0">
                    <a:pos x="10" y="57"/>
                  </a:cxn>
                  <a:cxn ang="0">
                    <a:pos x="10" y="50"/>
                  </a:cxn>
                  <a:cxn ang="0">
                    <a:pos x="7" y="43"/>
                  </a:cxn>
                  <a:cxn ang="0">
                    <a:pos x="7" y="35"/>
                  </a:cxn>
                  <a:cxn ang="0">
                    <a:pos x="0" y="35"/>
                  </a:cxn>
                  <a:cxn ang="0">
                    <a:pos x="5" y="31"/>
                  </a:cxn>
                  <a:cxn ang="0">
                    <a:pos x="2" y="24"/>
                  </a:cxn>
                  <a:cxn ang="0">
                    <a:pos x="5" y="16"/>
                  </a:cxn>
                  <a:cxn ang="0">
                    <a:pos x="0" y="12"/>
                  </a:cxn>
                  <a:cxn ang="0">
                    <a:pos x="0" y="2"/>
                  </a:cxn>
                  <a:cxn ang="0">
                    <a:pos x="5" y="2"/>
                  </a:cxn>
                  <a:cxn ang="0">
                    <a:pos x="12" y="5"/>
                  </a:cxn>
                  <a:cxn ang="0">
                    <a:pos x="14" y="9"/>
                  </a:cxn>
                  <a:cxn ang="0">
                    <a:pos x="21" y="12"/>
                  </a:cxn>
                  <a:cxn ang="0">
                    <a:pos x="21" y="19"/>
                  </a:cxn>
                  <a:cxn ang="0">
                    <a:pos x="21" y="24"/>
                  </a:cxn>
                  <a:cxn ang="0">
                    <a:pos x="24" y="24"/>
                  </a:cxn>
                  <a:cxn ang="0">
                    <a:pos x="29" y="19"/>
                  </a:cxn>
                  <a:cxn ang="0">
                    <a:pos x="36" y="24"/>
                  </a:cxn>
                  <a:cxn ang="0">
                    <a:pos x="40" y="19"/>
                  </a:cxn>
                  <a:cxn ang="0">
                    <a:pos x="43" y="12"/>
                  </a:cxn>
                  <a:cxn ang="0">
                    <a:pos x="50" y="14"/>
                  </a:cxn>
                  <a:cxn ang="0">
                    <a:pos x="52" y="21"/>
                  </a:cxn>
                  <a:cxn ang="0">
                    <a:pos x="57" y="26"/>
                  </a:cxn>
                  <a:cxn ang="0">
                    <a:pos x="62" y="28"/>
                  </a:cxn>
                  <a:cxn ang="0">
                    <a:pos x="66" y="35"/>
                  </a:cxn>
                  <a:cxn ang="0">
                    <a:pos x="69" y="40"/>
                  </a:cxn>
                  <a:cxn ang="0">
                    <a:pos x="71" y="47"/>
                  </a:cxn>
                  <a:cxn ang="0">
                    <a:pos x="71" y="57"/>
                  </a:cxn>
                  <a:cxn ang="0">
                    <a:pos x="71" y="64"/>
                  </a:cxn>
                  <a:cxn ang="0">
                    <a:pos x="71" y="71"/>
                  </a:cxn>
                  <a:cxn ang="0">
                    <a:pos x="71" y="78"/>
                  </a:cxn>
                  <a:cxn ang="0">
                    <a:pos x="71" y="85"/>
                  </a:cxn>
                  <a:cxn ang="0">
                    <a:pos x="71" y="97"/>
                  </a:cxn>
                  <a:cxn ang="0">
                    <a:pos x="76" y="102"/>
                  </a:cxn>
                  <a:cxn ang="0">
                    <a:pos x="81" y="107"/>
                  </a:cxn>
                  <a:cxn ang="0">
                    <a:pos x="83" y="114"/>
                  </a:cxn>
                </a:cxnLst>
                <a:rect l="0" t="0" r="r" b="b"/>
                <a:pathLst>
                  <a:path w="90" h="137">
                    <a:moveTo>
                      <a:pt x="85" y="114"/>
                    </a:moveTo>
                    <a:lnTo>
                      <a:pt x="85" y="116"/>
                    </a:lnTo>
                    <a:lnTo>
                      <a:pt x="85" y="116"/>
                    </a:lnTo>
                    <a:lnTo>
                      <a:pt x="85" y="116"/>
                    </a:lnTo>
                    <a:lnTo>
                      <a:pt x="85" y="118"/>
                    </a:lnTo>
                    <a:lnTo>
                      <a:pt x="85" y="118"/>
                    </a:lnTo>
                    <a:lnTo>
                      <a:pt x="85" y="118"/>
                    </a:lnTo>
                    <a:lnTo>
                      <a:pt x="85" y="121"/>
                    </a:lnTo>
                    <a:lnTo>
                      <a:pt x="88" y="121"/>
                    </a:lnTo>
                    <a:lnTo>
                      <a:pt x="88" y="121"/>
                    </a:lnTo>
                    <a:lnTo>
                      <a:pt x="85" y="121"/>
                    </a:lnTo>
                    <a:lnTo>
                      <a:pt x="85" y="123"/>
                    </a:lnTo>
                    <a:lnTo>
                      <a:pt x="88" y="123"/>
                    </a:lnTo>
                    <a:lnTo>
                      <a:pt x="88" y="123"/>
                    </a:lnTo>
                    <a:lnTo>
                      <a:pt x="88" y="123"/>
                    </a:lnTo>
                    <a:lnTo>
                      <a:pt x="88" y="123"/>
                    </a:lnTo>
                    <a:lnTo>
                      <a:pt x="88" y="126"/>
                    </a:lnTo>
                    <a:lnTo>
                      <a:pt x="88" y="126"/>
                    </a:lnTo>
                    <a:lnTo>
                      <a:pt x="88" y="126"/>
                    </a:lnTo>
                    <a:lnTo>
                      <a:pt x="88" y="128"/>
                    </a:lnTo>
                    <a:lnTo>
                      <a:pt x="90" y="128"/>
                    </a:lnTo>
                    <a:lnTo>
                      <a:pt x="90" y="128"/>
                    </a:lnTo>
                    <a:lnTo>
                      <a:pt x="90" y="130"/>
                    </a:lnTo>
                    <a:lnTo>
                      <a:pt x="90" y="130"/>
                    </a:lnTo>
                    <a:lnTo>
                      <a:pt x="90" y="133"/>
                    </a:lnTo>
                    <a:lnTo>
                      <a:pt x="90" y="133"/>
                    </a:lnTo>
                    <a:lnTo>
                      <a:pt x="90" y="133"/>
                    </a:lnTo>
                    <a:lnTo>
                      <a:pt x="90" y="133"/>
                    </a:lnTo>
                    <a:lnTo>
                      <a:pt x="90" y="133"/>
                    </a:lnTo>
                    <a:lnTo>
                      <a:pt x="90" y="135"/>
                    </a:lnTo>
                    <a:lnTo>
                      <a:pt x="90" y="135"/>
                    </a:lnTo>
                    <a:lnTo>
                      <a:pt x="88" y="135"/>
                    </a:lnTo>
                    <a:lnTo>
                      <a:pt x="88" y="135"/>
                    </a:lnTo>
                    <a:lnTo>
                      <a:pt x="88" y="135"/>
                    </a:lnTo>
                    <a:lnTo>
                      <a:pt x="85" y="135"/>
                    </a:lnTo>
                    <a:lnTo>
                      <a:pt x="85" y="135"/>
                    </a:lnTo>
                    <a:lnTo>
                      <a:pt x="85" y="135"/>
                    </a:lnTo>
                    <a:lnTo>
                      <a:pt x="85" y="135"/>
                    </a:lnTo>
                    <a:lnTo>
                      <a:pt x="85" y="135"/>
                    </a:lnTo>
                    <a:lnTo>
                      <a:pt x="85" y="133"/>
                    </a:lnTo>
                    <a:lnTo>
                      <a:pt x="85" y="133"/>
                    </a:lnTo>
                    <a:lnTo>
                      <a:pt x="83" y="133"/>
                    </a:lnTo>
                    <a:lnTo>
                      <a:pt x="83" y="133"/>
                    </a:lnTo>
                    <a:lnTo>
                      <a:pt x="81" y="133"/>
                    </a:lnTo>
                    <a:lnTo>
                      <a:pt x="81" y="133"/>
                    </a:lnTo>
                    <a:lnTo>
                      <a:pt x="81" y="133"/>
                    </a:lnTo>
                    <a:lnTo>
                      <a:pt x="81" y="133"/>
                    </a:lnTo>
                    <a:lnTo>
                      <a:pt x="78" y="133"/>
                    </a:lnTo>
                    <a:lnTo>
                      <a:pt x="78" y="133"/>
                    </a:lnTo>
                    <a:lnTo>
                      <a:pt x="78" y="133"/>
                    </a:lnTo>
                    <a:lnTo>
                      <a:pt x="78" y="133"/>
                    </a:lnTo>
                    <a:lnTo>
                      <a:pt x="76" y="133"/>
                    </a:lnTo>
                    <a:lnTo>
                      <a:pt x="76" y="135"/>
                    </a:lnTo>
                    <a:lnTo>
                      <a:pt x="76" y="135"/>
                    </a:lnTo>
                    <a:lnTo>
                      <a:pt x="76" y="135"/>
                    </a:lnTo>
                    <a:lnTo>
                      <a:pt x="74" y="135"/>
                    </a:lnTo>
                    <a:lnTo>
                      <a:pt x="74" y="137"/>
                    </a:lnTo>
                    <a:lnTo>
                      <a:pt x="74" y="137"/>
                    </a:lnTo>
                    <a:lnTo>
                      <a:pt x="74" y="137"/>
                    </a:lnTo>
                    <a:lnTo>
                      <a:pt x="74" y="137"/>
                    </a:lnTo>
                    <a:lnTo>
                      <a:pt x="71" y="137"/>
                    </a:lnTo>
                    <a:lnTo>
                      <a:pt x="71" y="137"/>
                    </a:lnTo>
                    <a:lnTo>
                      <a:pt x="71" y="137"/>
                    </a:lnTo>
                    <a:lnTo>
                      <a:pt x="71" y="135"/>
                    </a:lnTo>
                    <a:lnTo>
                      <a:pt x="71" y="135"/>
                    </a:lnTo>
                    <a:lnTo>
                      <a:pt x="69" y="135"/>
                    </a:lnTo>
                    <a:lnTo>
                      <a:pt x="69" y="133"/>
                    </a:lnTo>
                    <a:lnTo>
                      <a:pt x="69" y="133"/>
                    </a:lnTo>
                    <a:lnTo>
                      <a:pt x="69" y="133"/>
                    </a:lnTo>
                    <a:lnTo>
                      <a:pt x="69" y="133"/>
                    </a:lnTo>
                    <a:lnTo>
                      <a:pt x="69" y="130"/>
                    </a:lnTo>
                    <a:lnTo>
                      <a:pt x="69" y="130"/>
                    </a:lnTo>
                    <a:lnTo>
                      <a:pt x="69" y="130"/>
                    </a:lnTo>
                    <a:lnTo>
                      <a:pt x="66" y="130"/>
                    </a:lnTo>
                    <a:lnTo>
                      <a:pt x="66" y="130"/>
                    </a:lnTo>
                    <a:lnTo>
                      <a:pt x="66" y="130"/>
                    </a:lnTo>
                    <a:lnTo>
                      <a:pt x="66" y="128"/>
                    </a:lnTo>
                    <a:lnTo>
                      <a:pt x="64" y="128"/>
                    </a:lnTo>
                    <a:lnTo>
                      <a:pt x="64" y="128"/>
                    </a:lnTo>
                    <a:lnTo>
                      <a:pt x="64" y="128"/>
                    </a:lnTo>
                    <a:lnTo>
                      <a:pt x="62" y="128"/>
                    </a:lnTo>
                    <a:lnTo>
                      <a:pt x="62" y="126"/>
                    </a:lnTo>
                    <a:lnTo>
                      <a:pt x="62" y="126"/>
                    </a:lnTo>
                    <a:lnTo>
                      <a:pt x="62" y="126"/>
                    </a:lnTo>
                    <a:lnTo>
                      <a:pt x="59" y="126"/>
                    </a:lnTo>
                    <a:lnTo>
                      <a:pt x="59" y="126"/>
                    </a:lnTo>
                    <a:lnTo>
                      <a:pt x="59" y="126"/>
                    </a:lnTo>
                    <a:lnTo>
                      <a:pt x="59" y="123"/>
                    </a:lnTo>
                    <a:lnTo>
                      <a:pt x="59" y="123"/>
                    </a:lnTo>
                    <a:lnTo>
                      <a:pt x="59" y="123"/>
                    </a:lnTo>
                    <a:lnTo>
                      <a:pt x="57" y="123"/>
                    </a:lnTo>
                    <a:lnTo>
                      <a:pt x="57" y="123"/>
                    </a:lnTo>
                    <a:lnTo>
                      <a:pt x="55" y="123"/>
                    </a:lnTo>
                    <a:lnTo>
                      <a:pt x="55" y="123"/>
                    </a:lnTo>
                    <a:lnTo>
                      <a:pt x="55" y="123"/>
                    </a:lnTo>
                    <a:lnTo>
                      <a:pt x="55" y="123"/>
                    </a:lnTo>
                    <a:lnTo>
                      <a:pt x="55" y="121"/>
                    </a:lnTo>
                    <a:lnTo>
                      <a:pt x="55" y="121"/>
                    </a:lnTo>
                    <a:lnTo>
                      <a:pt x="52" y="121"/>
                    </a:lnTo>
                    <a:lnTo>
                      <a:pt x="52" y="118"/>
                    </a:lnTo>
                    <a:lnTo>
                      <a:pt x="52" y="118"/>
                    </a:lnTo>
                    <a:lnTo>
                      <a:pt x="52" y="118"/>
                    </a:lnTo>
                    <a:lnTo>
                      <a:pt x="52" y="118"/>
                    </a:lnTo>
                    <a:lnTo>
                      <a:pt x="52" y="116"/>
                    </a:lnTo>
                    <a:lnTo>
                      <a:pt x="50" y="116"/>
                    </a:lnTo>
                    <a:lnTo>
                      <a:pt x="50" y="116"/>
                    </a:lnTo>
                    <a:lnTo>
                      <a:pt x="50" y="116"/>
                    </a:lnTo>
                    <a:lnTo>
                      <a:pt x="47" y="116"/>
                    </a:lnTo>
                    <a:lnTo>
                      <a:pt x="47" y="116"/>
                    </a:lnTo>
                    <a:lnTo>
                      <a:pt x="47" y="118"/>
                    </a:lnTo>
                    <a:lnTo>
                      <a:pt x="47" y="118"/>
                    </a:lnTo>
                    <a:lnTo>
                      <a:pt x="47" y="116"/>
                    </a:lnTo>
                    <a:lnTo>
                      <a:pt x="47" y="116"/>
                    </a:lnTo>
                    <a:lnTo>
                      <a:pt x="47" y="116"/>
                    </a:lnTo>
                    <a:lnTo>
                      <a:pt x="47" y="114"/>
                    </a:lnTo>
                    <a:lnTo>
                      <a:pt x="45" y="114"/>
                    </a:lnTo>
                    <a:lnTo>
                      <a:pt x="45" y="114"/>
                    </a:lnTo>
                    <a:lnTo>
                      <a:pt x="45" y="114"/>
                    </a:lnTo>
                    <a:lnTo>
                      <a:pt x="45" y="114"/>
                    </a:lnTo>
                    <a:lnTo>
                      <a:pt x="43" y="114"/>
                    </a:lnTo>
                    <a:lnTo>
                      <a:pt x="43" y="114"/>
                    </a:lnTo>
                    <a:lnTo>
                      <a:pt x="43" y="114"/>
                    </a:lnTo>
                    <a:lnTo>
                      <a:pt x="43" y="111"/>
                    </a:lnTo>
                    <a:lnTo>
                      <a:pt x="40" y="111"/>
                    </a:lnTo>
                    <a:lnTo>
                      <a:pt x="40" y="111"/>
                    </a:lnTo>
                    <a:lnTo>
                      <a:pt x="40" y="111"/>
                    </a:lnTo>
                    <a:lnTo>
                      <a:pt x="40" y="111"/>
                    </a:lnTo>
                    <a:lnTo>
                      <a:pt x="40" y="109"/>
                    </a:lnTo>
                    <a:lnTo>
                      <a:pt x="38" y="109"/>
                    </a:lnTo>
                    <a:lnTo>
                      <a:pt x="38" y="109"/>
                    </a:lnTo>
                    <a:lnTo>
                      <a:pt x="38" y="109"/>
                    </a:lnTo>
                    <a:lnTo>
                      <a:pt x="38" y="109"/>
                    </a:lnTo>
                    <a:lnTo>
                      <a:pt x="38" y="109"/>
                    </a:lnTo>
                    <a:lnTo>
                      <a:pt x="38" y="109"/>
                    </a:lnTo>
                    <a:lnTo>
                      <a:pt x="38" y="107"/>
                    </a:lnTo>
                    <a:lnTo>
                      <a:pt x="38" y="107"/>
                    </a:lnTo>
                    <a:lnTo>
                      <a:pt x="36" y="107"/>
                    </a:lnTo>
                    <a:lnTo>
                      <a:pt x="36" y="104"/>
                    </a:lnTo>
                    <a:lnTo>
                      <a:pt x="36" y="104"/>
                    </a:lnTo>
                    <a:lnTo>
                      <a:pt x="36" y="104"/>
                    </a:lnTo>
                    <a:lnTo>
                      <a:pt x="33" y="104"/>
                    </a:lnTo>
                    <a:lnTo>
                      <a:pt x="33" y="104"/>
                    </a:lnTo>
                    <a:lnTo>
                      <a:pt x="33" y="104"/>
                    </a:lnTo>
                    <a:lnTo>
                      <a:pt x="33" y="104"/>
                    </a:lnTo>
                    <a:lnTo>
                      <a:pt x="31" y="104"/>
                    </a:lnTo>
                    <a:lnTo>
                      <a:pt x="31" y="104"/>
                    </a:lnTo>
                    <a:lnTo>
                      <a:pt x="31" y="102"/>
                    </a:lnTo>
                    <a:lnTo>
                      <a:pt x="29" y="102"/>
                    </a:lnTo>
                    <a:lnTo>
                      <a:pt x="29" y="102"/>
                    </a:lnTo>
                    <a:lnTo>
                      <a:pt x="29" y="102"/>
                    </a:lnTo>
                    <a:lnTo>
                      <a:pt x="29" y="102"/>
                    </a:lnTo>
                    <a:lnTo>
                      <a:pt x="29" y="99"/>
                    </a:lnTo>
                    <a:lnTo>
                      <a:pt x="29" y="99"/>
                    </a:lnTo>
                    <a:lnTo>
                      <a:pt x="26" y="99"/>
                    </a:lnTo>
                    <a:lnTo>
                      <a:pt x="26" y="99"/>
                    </a:lnTo>
                    <a:lnTo>
                      <a:pt x="26" y="97"/>
                    </a:lnTo>
                    <a:lnTo>
                      <a:pt x="26" y="97"/>
                    </a:lnTo>
                    <a:lnTo>
                      <a:pt x="24" y="97"/>
                    </a:lnTo>
                    <a:lnTo>
                      <a:pt x="24" y="97"/>
                    </a:lnTo>
                    <a:lnTo>
                      <a:pt x="24" y="97"/>
                    </a:lnTo>
                    <a:lnTo>
                      <a:pt x="24" y="95"/>
                    </a:lnTo>
                    <a:lnTo>
                      <a:pt x="24" y="95"/>
                    </a:lnTo>
                    <a:lnTo>
                      <a:pt x="24" y="95"/>
                    </a:lnTo>
                    <a:lnTo>
                      <a:pt x="24" y="92"/>
                    </a:lnTo>
                    <a:lnTo>
                      <a:pt x="24" y="92"/>
                    </a:lnTo>
                    <a:lnTo>
                      <a:pt x="24" y="92"/>
                    </a:lnTo>
                    <a:lnTo>
                      <a:pt x="26" y="92"/>
                    </a:lnTo>
                    <a:lnTo>
                      <a:pt x="26" y="90"/>
                    </a:lnTo>
                    <a:lnTo>
                      <a:pt x="26" y="90"/>
                    </a:lnTo>
                    <a:lnTo>
                      <a:pt x="26" y="88"/>
                    </a:lnTo>
                    <a:lnTo>
                      <a:pt x="26" y="88"/>
                    </a:lnTo>
                    <a:lnTo>
                      <a:pt x="24" y="88"/>
                    </a:lnTo>
                    <a:lnTo>
                      <a:pt x="24" y="85"/>
                    </a:lnTo>
                    <a:lnTo>
                      <a:pt x="24" y="85"/>
                    </a:lnTo>
                    <a:lnTo>
                      <a:pt x="24" y="85"/>
                    </a:lnTo>
                    <a:lnTo>
                      <a:pt x="21" y="85"/>
                    </a:lnTo>
                    <a:lnTo>
                      <a:pt x="21" y="85"/>
                    </a:lnTo>
                    <a:lnTo>
                      <a:pt x="21" y="85"/>
                    </a:lnTo>
                    <a:lnTo>
                      <a:pt x="21" y="83"/>
                    </a:lnTo>
                    <a:lnTo>
                      <a:pt x="21" y="83"/>
                    </a:lnTo>
                    <a:lnTo>
                      <a:pt x="21" y="83"/>
                    </a:lnTo>
                    <a:lnTo>
                      <a:pt x="21" y="80"/>
                    </a:lnTo>
                    <a:lnTo>
                      <a:pt x="21" y="80"/>
                    </a:lnTo>
                    <a:lnTo>
                      <a:pt x="19" y="80"/>
                    </a:lnTo>
                    <a:lnTo>
                      <a:pt x="19" y="78"/>
                    </a:lnTo>
                    <a:lnTo>
                      <a:pt x="19" y="78"/>
                    </a:lnTo>
                    <a:lnTo>
                      <a:pt x="19" y="78"/>
                    </a:lnTo>
                    <a:lnTo>
                      <a:pt x="19" y="78"/>
                    </a:lnTo>
                    <a:lnTo>
                      <a:pt x="19" y="76"/>
                    </a:lnTo>
                    <a:lnTo>
                      <a:pt x="17" y="76"/>
                    </a:lnTo>
                    <a:lnTo>
                      <a:pt x="17" y="76"/>
                    </a:lnTo>
                    <a:lnTo>
                      <a:pt x="17" y="76"/>
                    </a:lnTo>
                    <a:lnTo>
                      <a:pt x="17" y="73"/>
                    </a:lnTo>
                    <a:lnTo>
                      <a:pt x="14" y="73"/>
                    </a:lnTo>
                    <a:lnTo>
                      <a:pt x="14" y="73"/>
                    </a:lnTo>
                    <a:lnTo>
                      <a:pt x="14" y="73"/>
                    </a:lnTo>
                    <a:lnTo>
                      <a:pt x="14" y="73"/>
                    </a:lnTo>
                    <a:lnTo>
                      <a:pt x="14" y="73"/>
                    </a:lnTo>
                    <a:lnTo>
                      <a:pt x="12" y="73"/>
                    </a:lnTo>
                    <a:lnTo>
                      <a:pt x="12" y="71"/>
                    </a:lnTo>
                    <a:lnTo>
                      <a:pt x="12" y="71"/>
                    </a:lnTo>
                    <a:lnTo>
                      <a:pt x="12" y="69"/>
                    </a:lnTo>
                    <a:lnTo>
                      <a:pt x="12" y="69"/>
                    </a:lnTo>
                    <a:lnTo>
                      <a:pt x="12" y="66"/>
                    </a:lnTo>
                    <a:lnTo>
                      <a:pt x="14" y="66"/>
                    </a:lnTo>
                    <a:lnTo>
                      <a:pt x="14" y="66"/>
                    </a:lnTo>
                    <a:lnTo>
                      <a:pt x="12" y="66"/>
                    </a:lnTo>
                    <a:lnTo>
                      <a:pt x="12" y="64"/>
                    </a:lnTo>
                    <a:lnTo>
                      <a:pt x="12" y="64"/>
                    </a:lnTo>
                    <a:lnTo>
                      <a:pt x="12" y="64"/>
                    </a:lnTo>
                    <a:lnTo>
                      <a:pt x="12" y="64"/>
                    </a:lnTo>
                    <a:lnTo>
                      <a:pt x="10" y="64"/>
                    </a:lnTo>
                    <a:lnTo>
                      <a:pt x="10" y="64"/>
                    </a:lnTo>
                    <a:lnTo>
                      <a:pt x="10" y="64"/>
                    </a:lnTo>
                    <a:lnTo>
                      <a:pt x="10" y="62"/>
                    </a:lnTo>
                    <a:lnTo>
                      <a:pt x="10" y="62"/>
                    </a:lnTo>
                    <a:lnTo>
                      <a:pt x="10" y="59"/>
                    </a:lnTo>
                    <a:lnTo>
                      <a:pt x="10" y="59"/>
                    </a:lnTo>
                    <a:lnTo>
                      <a:pt x="10" y="59"/>
                    </a:lnTo>
                    <a:lnTo>
                      <a:pt x="10" y="57"/>
                    </a:lnTo>
                    <a:lnTo>
                      <a:pt x="10" y="57"/>
                    </a:lnTo>
                    <a:lnTo>
                      <a:pt x="12" y="57"/>
                    </a:lnTo>
                    <a:lnTo>
                      <a:pt x="12" y="54"/>
                    </a:lnTo>
                    <a:lnTo>
                      <a:pt x="12" y="54"/>
                    </a:lnTo>
                    <a:lnTo>
                      <a:pt x="10" y="54"/>
                    </a:lnTo>
                    <a:lnTo>
                      <a:pt x="10" y="54"/>
                    </a:lnTo>
                    <a:lnTo>
                      <a:pt x="10" y="52"/>
                    </a:lnTo>
                    <a:lnTo>
                      <a:pt x="10" y="52"/>
                    </a:lnTo>
                    <a:lnTo>
                      <a:pt x="10" y="50"/>
                    </a:lnTo>
                    <a:lnTo>
                      <a:pt x="10" y="50"/>
                    </a:lnTo>
                    <a:lnTo>
                      <a:pt x="10" y="50"/>
                    </a:lnTo>
                    <a:lnTo>
                      <a:pt x="10" y="47"/>
                    </a:lnTo>
                    <a:lnTo>
                      <a:pt x="10" y="47"/>
                    </a:lnTo>
                    <a:lnTo>
                      <a:pt x="7" y="47"/>
                    </a:lnTo>
                    <a:lnTo>
                      <a:pt x="7" y="45"/>
                    </a:lnTo>
                    <a:lnTo>
                      <a:pt x="7" y="45"/>
                    </a:lnTo>
                    <a:lnTo>
                      <a:pt x="7" y="45"/>
                    </a:lnTo>
                    <a:lnTo>
                      <a:pt x="7" y="45"/>
                    </a:lnTo>
                    <a:lnTo>
                      <a:pt x="7" y="45"/>
                    </a:lnTo>
                    <a:lnTo>
                      <a:pt x="7" y="43"/>
                    </a:lnTo>
                    <a:lnTo>
                      <a:pt x="5" y="43"/>
                    </a:lnTo>
                    <a:lnTo>
                      <a:pt x="5" y="43"/>
                    </a:lnTo>
                    <a:lnTo>
                      <a:pt x="5" y="40"/>
                    </a:lnTo>
                    <a:lnTo>
                      <a:pt x="5" y="40"/>
                    </a:lnTo>
                    <a:lnTo>
                      <a:pt x="5" y="40"/>
                    </a:lnTo>
                    <a:lnTo>
                      <a:pt x="5" y="40"/>
                    </a:lnTo>
                    <a:lnTo>
                      <a:pt x="5" y="38"/>
                    </a:lnTo>
                    <a:lnTo>
                      <a:pt x="7" y="38"/>
                    </a:lnTo>
                    <a:lnTo>
                      <a:pt x="7" y="38"/>
                    </a:lnTo>
                    <a:lnTo>
                      <a:pt x="7" y="35"/>
                    </a:lnTo>
                    <a:lnTo>
                      <a:pt x="5" y="35"/>
                    </a:lnTo>
                    <a:lnTo>
                      <a:pt x="5" y="35"/>
                    </a:lnTo>
                    <a:lnTo>
                      <a:pt x="5" y="35"/>
                    </a:lnTo>
                    <a:lnTo>
                      <a:pt x="5" y="35"/>
                    </a:lnTo>
                    <a:lnTo>
                      <a:pt x="5" y="35"/>
                    </a:lnTo>
                    <a:lnTo>
                      <a:pt x="2" y="35"/>
                    </a:lnTo>
                    <a:lnTo>
                      <a:pt x="2" y="35"/>
                    </a:lnTo>
                    <a:lnTo>
                      <a:pt x="0" y="35"/>
                    </a:lnTo>
                    <a:lnTo>
                      <a:pt x="0" y="35"/>
                    </a:lnTo>
                    <a:lnTo>
                      <a:pt x="0" y="35"/>
                    </a:lnTo>
                    <a:lnTo>
                      <a:pt x="0" y="33"/>
                    </a:lnTo>
                    <a:lnTo>
                      <a:pt x="0" y="33"/>
                    </a:lnTo>
                    <a:lnTo>
                      <a:pt x="0" y="31"/>
                    </a:lnTo>
                    <a:lnTo>
                      <a:pt x="0" y="31"/>
                    </a:lnTo>
                    <a:lnTo>
                      <a:pt x="2" y="31"/>
                    </a:lnTo>
                    <a:lnTo>
                      <a:pt x="2" y="31"/>
                    </a:lnTo>
                    <a:lnTo>
                      <a:pt x="5" y="31"/>
                    </a:lnTo>
                    <a:lnTo>
                      <a:pt x="5" y="31"/>
                    </a:lnTo>
                    <a:lnTo>
                      <a:pt x="5" y="31"/>
                    </a:lnTo>
                    <a:lnTo>
                      <a:pt x="5" y="31"/>
                    </a:lnTo>
                    <a:lnTo>
                      <a:pt x="5" y="31"/>
                    </a:lnTo>
                    <a:lnTo>
                      <a:pt x="5" y="28"/>
                    </a:lnTo>
                    <a:lnTo>
                      <a:pt x="5" y="28"/>
                    </a:lnTo>
                    <a:lnTo>
                      <a:pt x="5" y="28"/>
                    </a:lnTo>
                    <a:lnTo>
                      <a:pt x="5" y="26"/>
                    </a:lnTo>
                    <a:lnTo>
                      <a:pt x="5" y="26"/>
                    </a:lnTo>
                    <a:lnTo>
                      <a:pt x="5" y="26"/>
                    </a:lnTo>
                    <a:lnTo>
                      <a:pt x="5" y="24"/>
                    </a:lnTo>
                    <a:lnTo>
                      <a:pt x="5" y="24"/>
                    </a:lnTo>
                    <a:lnTo>
                      <a:pt x="2" y="24"/>
                    </a:lnTo>
                    <a:lnTo>
                      <a:pt x="2" y="24"/>
                    </a:lnTo>
                    <a:lnTo>
                      <a:pt x="2" y="21"/>
                    </a:lnTo>
                    <a:lnTo>
                      <a:pt x="5" y="21"/>
                    </a:lnTo>
                    <a:lnTo>
                      <a:pt x="5" y="21"/>
                    </a:lnTo>
                    <a:lnTo>
                      <a:pt x="5" y="21"/>
                    </a:lnTo>
                    <a:lnTo>
                      <a:pt x="5" y="21"/>
                    </a:lnTo>
                    <a:lnTo>
                      <a:pt x="5" y="19"/>
                    </a:lnTo>
                    <a:lnTo>
                      <a:pt x="5" y="19"/>
                    </a:lnTo>
                    <a:lnTo>
                      <a:pt x="5" y="19"/>
                    </a:lnTo>
                    <a:lnTo>
                      <a:pt x="5" y="16"/>
                    </a:lnTo>
                    <a:lnTo>
                      <a:pt x="5" y="16"/>
                    </a:lnTo>
                    <a:lnTo>
                      <a:pt x="5" y="16"/>
                    </a:lnTo>
                    <a:lnTo>
                      <a:pt x="5" y="14"/>
                    </a:lnTo>
                    <a:lnTo>
                      <a:pt x="5" y="14"/>
                    </a:lnTo>
                    <a:lnTo>
                      <a:pt x="2" y="14"/>
                    </a:lnTo>
                    <a:lnTo>
                      <a:pt x="2" y="14"/>
                    </a:lnTo>
                    <a:lnTo>
                      <a:pt x="2" y="12"/>
                    </a:lnTo>
                    <a:lnTo>
                      <a:pt x="2" y="12"/>
                    </a:lnTo>
                    <a:lnTo>
                      <a:pt x="2" y="12"/>
                    </a:lnTo>
                    <a:lnTo>
                      <a:pt x="0" y="12"/>
                    </a:lnTo>
                    <a:lnTo>
                      <a:pt x="0" y="9"/>
                    </a:lnTo>
                    <a:lnTo>
                      <a:pt x="0" y="9"/>
                    </a:lnTo>
                    <a:lnTo>
                      <a:pt x="0" y="9"/>
                    </a:lnTo>
                    <a:lnTo>
                      <a:pt x="0" y="7"/>
                    </a:lnTo>
                    <a:lnTo>
                      <a:pt x="0" y="7"/>
                    </a:lnTo>
                    <a:lnTo>
                      <a:pt x="0" y="5"/>
                    </a:lnTo>
                    <a:lnTo>
                      <a:pt x="0" y="5"/>
                    </a:lnTo>
                    <a:lnTo>
                      <a:pt x="0" y="5"/>
                    </a:lnTo>
                    <a:lnTo>
                      <a:pt x="0" y="5"/>
                    </a:lnTo>
                    <a:lnTo>
                      <a:pt x="0" y="2"/>
                    </a:lnTo>
                    <a:lnTo>
                      <a:pt x="0" y="2"/>
                    </a:lnTo>
                    <a:lnTo>
                      <a:pt x="0" y="0"/>
                    </a:lnTo>
                    <a:lnTo>
                      <a:pt x="0" y="0"/>
                    </a:lnTo>
                    <a:lnTo>
                      <a:pt x="2" y="0"/>
                    </a:lnTo>
                    <a:lnTo>
                      <a:pt x="2" y="0"/>
                    </a:lnTo>
                    <a:lnTo>
                      <a:pt x="5" y="0"/>
                    </a:lnTo>
                    <a:lnTo>
                      <a:pt x="5" y="0"/>
                    </a:lnTo>
                    <a:lnTo>
                      <a:pt x="5" y="0"/>
                    </a:lnTo>
                    <a:lnTo>
                      <a:pt x="5" y="2"/>
                    </a:lnTo>
                    <a:lnTo>
                      <a:pt x="5" y="2"/>
                    </a:lnTo>
                    <a:lnTo>
                      <a:pt x="5" y="5"/>
                    </a:lnTo>
                    <a:lnTo>
                      <a:pt x="5" y="5"/>
                    </a:lnTo>
                    <a:lnTo>
                      <a:pt x="7" y="5"/>
                    </a:lnTo>
                    <a:lnTo>
                      <a:pt x="7" y="5"/>
                    </a:lnTo>
                    <a:lnTo>
                      <a:pt x="7" y="5"/>
                    </a:lnTo>
                    <a:lnTo>
                      <a:pt x="7" y="5"/>
                    </a:lnTo>
                    <a:lnTo>
                      <a:pt x="10" y="5"/>
                    </a:lnTo>
                    <a:lnTo>
                      <a:pt x="10" y="5"/>
                    </a:lnTo>
                    <a:lnTo>
                      <a:pt x="10" y="5"/>
                    </a:lnTo>
                    <a:lnTo>
                      <a:pt x="12" y="5"/>
                    </a:lnTo>
                    <a:lnTo>
                      <a:pt x="12" y="5"/>
                    </a:lnTo>
                    <a:lnTo>
                      <a:pt x="12" y="5"/>
                    </a:lnTo>
                    <a:lnTo>
                      <a:pt x="12" y="5"/>
                    </a:lnTo>
                    <a:lnTo>
                      <a:pt x="14" y="5"/>
                    </a:lnTo>
                    <a:lnTo>
                      <a:pt x="14" y="5"/>
                    </a:lnTo>
                    <a:lnTo>
                      <a:pt x="14" y="5"/>
                    </a:lnTo>
                    <a:lnTo>
                      <a:pt x="14" y="7"/>
                    </a:lnTo>
                    <a:lnTo>
                      <a:pt x="14" y="7"/>
                    </a:lnTo>
                    <a:lnTo>
                      <a:pt x="14" y="7"/>
                    </a:lnTo>
                    <a:lnTo>
                      <a:pt x="14" y="9"/>
                    </a:lnTo>
                    <a:lnTo>
                      <a:pt x="14" y="9"/>
                    </a:lnTo>
                    <a:lnTo>
                      <a:pt x="14" y="12"/>
                    </a:lnTo>
                    <a:lnTo>
                      <a:pt x="17" y="12"/>
                    </a:lnTo>
                    <a:lnTo>
                      <a:pt x="17" y="12"/>
                    </a:lnTo>
                    <a:lnTo>
                      <a:pt x="19" y="12"/>
                    </a:lnTo>
                    <a:lnTo>
                      <a:pt x="19" y="9"/>
                    </a:lnTo>
                    <a:lnTo>
                      <a:pt x="19" y="9"/>
                    </a:lnTo>
                    <a:lnTo>
                      <a:pt x="19" y="12"/>
                    </a:lnTo>
                    <a:lnTo>
                      <a:pt x="19" y="12"/>
                    </a:lnTo>
                    <a:lnTo>
                      <a:pt x="21" y="12"/>
                    </a:lnTo>
                    <a:lnTo>
                      <a:pt x="21" y="12"/>
                    </a:lnTo>
                    <a:lnTo>
                      <a:pt x="21" y="12"/>
                    </a:lnTo>
                    <a:lnTo>
                      <a:pt x="21" y="14"/>
                    </a:lnTo>
                    <a:lnTo>
                      <a:pt x="21" y="14"/>
                    </a:lnTo>
                    <a:lnTo>
                      <a:pt x="21" y="14"/>
                    </a:lnTo>
                    <a:lnTo>
                      <a:pt x="21" y="14"/>
                    </a:lnTo>
                    <a:lnTo>
                      <a:pt x="21" y="14"/>
                    </a:lnTo>
                    <a:lnTo>
                      <a:pt x="21" y="16"/>
                    </a:lnTo>
                    <a:lnTo>
                      <a:pt x="21" y="16"/>
                    </a:lnTo>
                    <a:lnTo>
                      <a:pt x="21" y="19"/>
                    </a:lnTo>
                    <a:lnTo>
                      <a:pt x="21" y="19"/>
                    </a:lnTo>
                    <a:lnTo>
                      <a:pt x="21" y="19"/>
                    </a:lnTo>
                    <a:lnTo>
                      <a:pt x="19" y="19"/>
                    </a:lnTo>
                    <a:lnTo>
                      <a:pt x="19" y="21"/>
                    </a:lnTo>
                    <a:lnTo>
                      <a:pt x="19" y="21"/>
                    </a:lnTo>
                    <a:lnTo>
                      <a:pt x="19" y="21"/>
                    </a:lnTo>
                    <a:lnTo>
                      <a:pt x="19" y="24"/>
                    </a:lnTo>
                    <a:lnTo>
                      <a:pt x="19" y="24"/>
                    </a:lnTo>
                    <a:lnTo>
                      <a:pt x="19" y="24"/>
                    </a:lnTo>
                    <a:lnTo>
                      <a:pt x="21" y="24"/>
                    </a:lnTo>
                    <a:lnTo>
                      <a:pt x="21" y="26"/>
                    </a:lnTo>
                    <a:lnTo>
                      <a:pt x="21" y="26"/>
                    </a:lnTo>
                    <a:lnTo>
                      <a:pt x="21" y="26"/>
                    </a:lnTo>
                    <a:lnTo>
                      <a:pt x="21" y="26"/>
                    </a:lnTo>
                    <a:lnTo>
                      <a:pt x="21" y="26"/>
                    </a:lnTo>
                    <a:lnTo>
                      <a:pt x="21" y="26"/>
                    </a:lnTo>
                    <a:lnTo>
                      <a:pt x="24" y="26"/>
                    </a:lnTo>
                    <a:lnTo>
                      <a:pt x="24" y="26"/>
                    </a:lnTo>
                    <a:lnTo>
                      <a:pt x="24" y="26"/>
                    </a:lnTo>
                    <a:lnTo>
                      <a:pt x="24" y="24"/>
                    </a:lnTo>
                    <a:lnTo>
                      <a:pt x="24" y="24"/>
                    </a:lnTo>
                    <a:lnTo>
                      <a:pt x="26" y="24"/>
                    </a:lnTo>
                    <a:lnTo>
                      <a:pt x="26" y="24"/>
                    </a:lnTo>
                    <a:lnTo>
                      <a:pt x="26" y="21"/>
                    </a:lnTo>
                    <a:lnTo>
                      <a:pt x="26" y="21"/>
                    </a:lnTo>
                    <a:lnTo>
                      <a:pt x="26" y="21"/>
                    </a:lnTo>
                    <a:lnTo>
                      <a:pt x="29" y="21"/>
                    </a:lnTo>
                    <a:lnTo>
                      <a:pt x="29" y="21"/>
                    </a:lnTo>
                    <a:lnTo>
                      <a:pt x="29" y="21"/>
                    </a:lnTo>
                    <a:lnTo>
                      <a:pt x="29" y="19"/>
                    </a:lnTo>
                    <a:lnTo>
                      <a:pt x="31" y="19"/>
                    </a:lnTo>
                    <a:lnTo>
                      <a:pt x="31" y="19"/>
                    </a:lnTo>
                    <a:lnTo>
                      <a:pt x="33" y="19"/>
                    </a:lnTo>
                    <a:lnTo>
                      <a:pt x="33" y="21"/>
                    </a:lnTo>
                    <a:lnTo>
                      <a:pt x="33" y="21"/>
                    </a:lnTo>
                    <a:lnTo>
                      <a:pt x="33" y="21"/>
                    </a:lnTo>
                    <a:lnTo>
                      <a:pt x="33" y="24"/>
                    </a:lnTo>
                    <a:lnTo>
                      <a:pt x="33" y="24"/>
                    </a:lnTo>
                    <a:lnTo>
                      <a:pt x="36" y="24"/>
                    </a:lnTo>
                    <a:lnTo>
                      <a:pt x="36" y="24"/>
                    </a:lnTo>
                    <a:lnTo>
                      <a:pt x="36" y="24"/>
                    </a:lnTo>
                    <a:lnTo>
                      <a:pt x="38" y="24"/>
                    </a:lnTo>
                    <a:lnTo>
                      <a:pt x="38" y="24"/>
                    </a:lnTo>
                    <a:lnTo>
                      <a:pt x="38" y="24"/>
                    </a:lnTo>
                    <a:lnTo>
                      <a:pt x="38" y="21"/>
                    </a:lnTo>
                    <a:lnTo>
                      <a:pt x="38" y="21"/>
                    </a:lnTo>
                    <a:lnTo>
                      <a:pt x="38" y="21"/>
                    </a:lnTo>
                    <a:lnTo>
                      <a:pt x="38" y="19"/>
                    </a:lnTo>
                    <a:lnTo>
                      <a:pt x="38" y="19"/>
                    </a:lnTo>
                    <a:lnTo>
                      <a:pt x="40" y="19"/>
                    </a:lnTo>
                    <a:lnTo>
                      <a:pt x="40" y="16"/>
                    </a:lnTo>
                    <a:lnTo>
                      <a:pt x="40" y="16"/>
                    </a:lnTo>
                    <a:lnTo>
                      <a:pt x="40" y="16"/>
                    </a:lnTo>
                    <a:lnTo>
                      <a:pt x="40" y="14"/>
                    </a:lnTo>
                    <a:lnTo>
                      <a:pt x="40" y="14"/>
                    </a:lnTo>
                    <a:lnTo>
                      <a:pt x="43" y="14"/>
                    </a:lnTo>
                    <a:lnTo>
                      <a:pt x="43" y="14"/>
                    </a:lnTo>
                    <a:lnTo>
                      <a:pt x="43" y="14"/>
                    </a:lnTo>
                    <a:lnTo>
                      <a:pt x="43" y="12"/>
                    </a:lnTo>
                    <a:lnTo>
                      <a:pt x="43" y="12"/>
                    </a:lnTo>
                    <a:lnTo>
                      <a:pt x="43" y="12"/>
                    </a:lnTo>
                    <a:lnTo>
                      <a:pt x="45" y="12"/>
                    </a:lnTo>
                    <a:lnTo>
                      <a:pt x="45" y="12"/>
                    </a:lnTo>
                    <a:lnTo>
                      <a:pt x="45" y="12"/>
                    </a:lnTo>
                    <a:lnTo>
                      <a:pt x="47" y="12"/>
                    </a:lnTo>
                    <a:lnTo>
                      <a:pt x="47" y="12"/>
                    </a:lnTo>
                    <a:lnTo>
                      <a:pt x="47" y="12"/>
                    </a:lnTo>
                    <a:lnTo>
                      <a:pt x="47" y="12"/>
                    </a:lnTo>
                    <a:lnTo>
                      <a:pt x="47" y="14"/>
                    </a:lnTo>
                    <a:lnTo>
                      <a:pt x="50" y="14"/>
                    </a:lnTo>
                    <a:lnTo>
                      <a:pt x="50" y="14"/>
                    </a:lnTo>
                    <a:lnTo>
                      <a:pt x="50" y="14"/>
                    </a:lnTo>
                    <a:lnTo>
                      <a:pt x="50" y="14"/>
                    </a:lnTo>
                    <a:lnTo>
                      <a:pt x="50" y="16"/>
                    </a:lnTo>
                    <a:lnTo>
                      <a:pt x="50" y="16"/>
                    </a:lnTo>
                    <a:lnTo>
                      <a:pt x="52" y="16"/>
                    </a:lnTo>
                    <a:lnTo>
                      <a:pt x="52" y="19"/>
                    </a:lnTo>
                    <a:lnTo>
                      <a:pt x="52" y="19"/>
                    </a:lnTo>
                    <a:lnTo>
                      <a:pt x="52" y="19"/>
                    </a:lnTo>
                    <a:lnTo>
                      <a:pt x="52" y="21"/>
                    </a:lnTo>
                    <a:lnTo>
                      <a:pt x="52" y="21"/>
                    </a:lnTo>
                    <a:lnTo>
                      <a:pt x="55" y="21"/>
                    </a:lnTo>
                    <a:lnTo>
                      <a:pt x="55" y="21"/>
                    </a:lnTo>
                    <a:lnTo>
                      <a:pt x="55" y="21"/>
                    </a:lnTo>
                    <a:lnTo>
                      <a:pt x="55" y="24"/>
                    </a:lnTo>
                    <a:lnTo>
                      <a:pt x="55" y="24"/>
                    </a:lnTo>
                    <a:lnTo>
                      <a:pt x="55" y="24"/>
                    </a:lnTo>
                    <a:lnTo>
                      <a:pt x="55" y="26"/>
                    </a:lnTo>
                    <a:lnTo>
                      <a:pt x="57" y="26"/>
                    </a:lnTo>
                    <a:lnTo>
                      <a:pt x="57" y="26"/>
                    </a:lnTo>
                    <a:lnTo>
                      <a:pt x="57" y="26"/>
                    </a:lnTo>
                    <a:lnTo>
                      <a:pt x="59" y="26"/>
                    </a:lnTo>
                    <a:lnTo>
                      <a:pt x="59" y="26"/>
                    </a:lnTo>
                    <a:lnTo>
                      <a:pt x="59" y="26"/>
                    </a:lnTo>
                    <a:lnTo>
                      <a:pt x="59" y="28"/>
                    </a:lnTo>
                    <a:lnTo>
                      <a:pt x="59" y="28"/>
                    </a:lnTo>
                    <a:lnTo>
                      <a:pt x="62" y="28"/>
                    </a:lnTo>
                    <a:lnTo>
                      <a:pt x="62" y="28"/>
                    </a:lnTo>
                    <a:lnTo>
                      <a:pt x="62" y="28"/>
                    </a:lnTo>
                    <a:lnTo>
                      <a:pt x="62" y="28"/>
                    </a:lnTo>
                    <a:lnTo>
                      <a:pt x="62" y="31"/>
                    </a:lnTo>
                    <a:lnTo>
                      <a:pt x="64" y="31"/>
                    </a:lnTo>
                    <a:lnTo>
                      <a:pt x="64" y="31"/>
                    </a:lnTo>
                    <a:lnTo>
                      <a:pt x="64" y="31"/>
                    </a:lnTo>
                    <a:lnTo>
                      <a:pt x="64" y="33"/>
                    </a:lnTo>
                    <a:lnTo>
                      <a:pt x="66" y="33"/>
                    </a:lnTo>
                    <a:lnTo>
                      <a:pt x="66" y="33"/>
                    </a:lnTo>
                    <a:lnTo>
                      <a:pt x="66" y="35"/>
                    </a:lnTo>
                    <a:lnTo>
                      <a:pt x="66" y="35"/>
                    </a:lnTo>
                    <a:lnTo>
                      <a:pt x="66" y="35"/>
                    </a:lnTo>
                    <a:lnTo>
                      <a:pt x="66" y="35"/>
                    </a:lnTo>
                    <a:lnTo>
                      <a:pt x="66" y="35"/>
                    </a:lnTo>
                    <a:lnTo>
                      <a:pt x="69" y="35"/>
                    </a:lnTo>
                    <a:lnTo>
                      <a:pt x="69" y="38"/>
                    </a:lnTo>
                    <a:lnTo>
                      <a:pt x="66" y="38"/>
                    </a:lnTo>
                    <a:lnTo>
                      <a:pt x="66" y="38"/>
                    </a:lnTo>
                    <a:lnTo>
                      <a:pt x="69" y="38"/>
                    </a:lnTo>
                    <a:lnTo>
                      <a:pt x="69" y="40"/>
                    </a:lnTo>
                    <a:lnTo>
                      <a:pt x="69" y="40"/>
                    </a:lnTo>
                    <a:lnTo>
                      <a:pt x="69" y="40"/>
                    </a:lnTo>
                    <a:lnTo>
                      <a:pt x="69" y="43"/>
                    </a:lnTo>
                    <a:lnTo>
                      <a:pt x="69" y="43"/>
                    </a:lnTo>
                    <a:lnTo>
                      <a:pt x="69" y="43"/>
                    </a:lnTo>
                    <a:lnTo>
                      <a:pt x="69" y="45"/>
                    </a:lnTo>
                    <a:lnTo>
                      <a:pt x="71" y="45"/>
                    </a:lnTo>
                    <a:lnTo>
                      <a:pt x="71" y="45"/>
                    </a:lnTo>
                    <a:lnTo>
                      <a:pt x="71" y="45"/>
                    </a:lnTo>
                    <a:lnTo>
                      <a:pt x="71" y="45"/>
                    </a:lnTo>
                    <a:lnTo>
                      <a:pt x="71" y="47"/>
                    </a:lnTo>
                    <a:lnTo>
                      <a:pt x="71" y="47"/>
                    </a:lnTo>
                    <a:lnTo>
                      <a:pt x="71" y="50"/>
                    </a:lnTo>
                    <a:lnTo>
                      <a:pt x="71" y="50"/>
                    </a:lnTo>
                    <a:lnTo>
                      <a:pt x="71" y="52"/>
                    </a:lnTo>
                    <a:lnTo>
                      <a:pt x="71" y="52"/>
                    </a:lnTo>
                    <a:lnTo>
                      <a:pt x="74" y="52"/>
                    </a:lnTo>
                    <a:lnTo>
                      <a:pt x="74" y="54"/>
                    </a:lnTo>
                    <a:lnTo>
                      <a:pt x="74" y="54"/>
                    </a:lnTo>
                    <a:lnTo>
                      <a:pt x="74" y="54"/>
                    </a:lnTo>
                    <a:lnTo>
                      <a:pt x="71" y="54"/>
                    </a:lnTo>
                    <a:lnTo>
                      <a:pt x="71" y="57"/>
                    </a:lnTo>
                    <a:lnTo>
                      <a:pt x="74" y="57"/>
                    </a:lnTo>
                    <a:lnTo>
                      <a:pt x="74" y="57"/>
                    </a:lnTo>
                    <a:lnTo>
                      <a:pt x="74" y="59"/>
                    </a:lnTo>
                    <a:lnTo>
                      <a:pt x="74" y="59"/>
                    </a:lnTo>
                    <a:lnTo>
                      <a:pt x="74" y="59"/>
                    </a:lnTo>
                    <a:lnTo>
                      <a:pt x="74" y="62"/>
                    </a:lnTo>
                    <a:lnTo>
                      <a:pt x="74" y="62"/>
                    </a:lnTo>
                    <a:lnTo>
                      <a:pt x="74" y="62"/>
                    </a:lnTo>
                    <a:lnTo>
                      <a:pt x="74" y="64"/>
                    </a:lnTo>
                    <a:lnTo>
                      <a:pt x="71" y="64"/>
                    </a:lnTo>
                    <a:lnTo>
                      <a:pt x="71" y="64"/>
                    </a:lnTo>
                    <a:lnTo>
                      <a:pt x="71" y="64"/>
                    </a:lnTo>
                    <a:lnTo>
                      <a:pt x="71" y="64"/>
                    </a:lnTo>
                    <a:lnTo>
                      <a:pt x="71" y="66"/>
                    </a:lnTo>
                    <a:lnTo>
                      <a:pt x="71" y="66"/>
                    </a:lnTo>
                    <a:lnTo>
                      <a:pt x="71" y="66"/>
                    </a:lnTo>
                    <a:lnTo>
                      <a:pt x="71" y="69"/>
                    </a:lnTo>
                    <a:lnTo>
                      <a:pt x="71" y="69"/>
                    </a:lnTo>
                    <a:lnTo>
                      <a:pt x="71" y="69"/>
                    </a:lnTo>
                    <a:lnTo>
                      <a:pt x="71" y="71"/>
                    </a:lnTo>
                    <a:lnTo>
                      <a:pt x="71" y="71"/>
                    </a:lnTo>
                    <a:lnTo>
                      <a:pt x="71" y="73"/>
                    </a:lnTo>
                    <a:lnTo>
                      <a:pt x="71" y="73"/>
                    </a:lnTo>
                    <a:lnTo>
                      <a:pt x="69" y="73"/>
                    </a:lnTo>
                    <a:lnTo>
                      <a:pt x="69" y="73"/>
                    </a:lnTo>
                    <a:lnTo>
                      <a:pt x="69" y="76"/>
                    </a:lnTo>
                    <a:lnTo>
                      <a:pt x="69" y="76"/>
                    </a:lnTo>
                    <a:lnTo>
                      <a:pt x="71" y="76"/>
                    </a:lnTo>
                    <a:lnTo>
                      <a:pt x="71" y="78"/>
                    </a:lnTo>
                    <a:lnTo>
                      <a:pt x="71" y="78"/>
                    </a:lnTo>
                    <a:lnTo>
                      <a:pt x="71" y="78"/>
                    </a:lnTo>
                    <a:lnTo>
                      <a:pt x="74" y="78"/>
                    </a:lnTo>
                    <a:lnTo>
                      <a:pt x="74" y="80"/>
                    </a:lnTo>
                    <a:lnTo>
                      <a:pt x="74" y="80"/>
                    </a:lnTo>
                    <a:lnTo>
                      <a:pt x="74" y="83"/>
                    </a:lnTo>
                    <a:lnTo>
                      <a:pt x="71" y="83"/>
                    </a:lnTo>
                    <a:lnTo>
                      <a:pt x="71" y="83"/>
                    </a:lnTo>
                    <a:lnTo>
                      <a:pt x="71" y="85"/>
                    </a:lnTo>
                    <a:lnTo>
                      <a:pt x="71" y="85"/>
                    </a:lnTo>
                    <a:lnTo>
                      <a:pt x="71" y="85"/>
                    </a:lnTo>
                    <a:lnTo>
                      <a:pt x="71" y="88"/>
                    </a:lnTo>
                    <a:lnTo>
                      <a:pt x="71" y="88"/>
                    </a:lnTo>
                    <a:lnTo>
                      <a:pt x="71" y="90"/>
                    </a:lnTo>
                    <a:lnTo>
                      <a:pt x="71" y="90"/>
                    </a:lnTo>
                    <a:lnTo>
                      <a:pt x="71" y="92"/>
                    </a:lnTo>
                    <a:lnTo>
                      <a:pt x="71" y="92"/>
                    </a:lnTo>
                    <a:lnTo>
                      <a:pt x="71" y="95"/>
                    </a:lnTo>
                    <a:lnTo>
                      <a:pt x="71" y="95"/>
                    </a:lnTo>
                    <a:lnTo>
                      <a:pt x="71" y="95"/>
                    </a:lnTo>
                    <a:lnTo>
                      <a:pt x="71" y="97"/>
                    </a:lnTo>
                    <a:lnTo>
                      <a:pt x="74" y="97"/>
                    </a:lnTo>
                    <a:lnTo>
                      <a:pt x="74" y="97"/>
                    </a:lnTo>
                    <a:lnTo>
                      <a:pt x="74" y="97"/>
                    </a:lnTo>
                    <a:lnTo>
                      <a:pt x="74" y="99"/>
                    </a:lnTo>
                    <a:lnTo>
                      <a:pt x="74" y="99"/>
                    </a:lnTo>
                    <a:lnTo>
                      <a:pt x="74" y="99"/>
                    </a:lnTo>
                    <a:lnTo>
                      <a:pt x="76" y="99"/>
                    </a:lnTo>
                    <a:lnTo>
                      <a:pt x="76" y="102"/>
                    </a:lnTo>
                    <a:lnTo>
                      <a:pt x="76" y="102"/>
                    </a:lnTo>
                    <a:lnTo>
                      <a:pt x="76" y="102"/>
                    </a:lnTo>
                    <a:lnTo>
                      <a:pt x="78" y="102"/>
                    </a:lnTo>
                    <a:lnTo>
                      <a:pt x="78" y="102"/>
                    </a:lnTo>
                    <a:lnTo>
                      <a:pt x="78" y="102"/>
                    </a:lnTo>
                    <a:lnTo>
                      <a:pt x="78" y="104"/>
                    </a:lnTo>
                    <a:lnTo>
                      <a:pt x="81" y="104"/>
                    </a:lnTo>
                    <a:lnTo>
                      <a:pt x="81" y="104"/>
                    </a:lnTo>
                    <a:lnTo>
                      <a:pt x="81" y="104"/>
                    </a:lnTo>
                    <a:lnTo>
                      <a:pt x="81" y="104"/>
                    </a:lnTo>
                    <a:lnTo>
                      <a:pt x="81" y="107"/>
                    </a:lnTo>
                    <a:lnTo>
                      <a:pt x="81" y="107"/>
                    </a:lnTo>
                    <a:lnTo>
                      <a:pt x="81" y="109"/>
                    </a:lnTo>
                    <a:lnTo>
                      <a:pt x="81" y="109"/>
                    </a:lnTo>
                    <a:lnTo>
                      <a:pt x="81" y="109"/>
                    </a:lnTo>
                    <a:lnTo>
                      <a:pt x="83" y="109"/>
                    </a:lnTo>
                    <a:lnTo>
                      <a:pt x="83" y="111"/>
                    </a:lnTo>
                    <a:lnTo>
                      <a:pt x="83" y="111"/>
                    </a:lnTo>
                    <a:lnTo>
                      <a:pt x="83" y="111"/>
                    </a:lnTo>
                    <a:lnTo>
                      <a:pt x="83" y="114"/>
                    </a:lnTo>
                    <a:lnTo>
                      <a:pt x="83" y="114"/>
                    </a:lnTo>
                    <a:lnTo>
                      <a:pt x="83" y="114"/>
                    </a:lnTo>
                    <a:lnTo>
                      <a:pt x="85" y="11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107"/>
              <p:cNvSpPr>
                <a:spLocks/>
              </p:cNvSpPr>
              <p:nvPr/>
            </p:nvSpPr>
            <p:spPr bwMode="auto">
              <a:xfrm>
                <a:off x="3181" y="2575"/>
                <a:ext cx="211" cy="157"/>
              </a:xfrm>
              <a:custGeom>
                <a:avLst/>
                <a:gdLst/>
                <a:ahLst/>
                <a:cxnLst>
                  <a:cxn ang="0">
                    <a:pos x="173" y="10"/>
                  </a:cxn>
                  <a:cxn ang="0">
                    <a:pos x="178" y="19"/>
                  </a:cxn>
                  <a:cxn ang="0">
                    <a:pos x="180" y="26"/>
                  </a:cxn>
                  <a:cxn ang="0">
                    <a:pos x="187" y="31"/>
                  </a:cxn>
                  <a:cxn ang="0">
                    <a:pos x="197" y="36"/>
                  </a:cxn>
                  <a:cxn ang="0">
                    <a:pos x="209" y="41"/>
                  </a:cxn>
                  <a:cxn ang="0">
                    <a:pos x="206" y="53"/>
                  </a:cxn>
                  <a:cxn ang="0">
                    <a:pos x="194" y="55"/>
                  </a:cxn>
                  <a:cxn ang="0">
                    <a:pos x="190" y="57"/>
                  </a:cxn>
                  <a:cxn ang="0">
                    <a:pos x="197" y="64"/>
                  </a:cxn>
                  <a:cxn ang="0">
                    <a:pos x="199" y="67"/>
                  </a:cxn>
                  <a:cxn ang="0">
                    <a:pos x="190" y="72"/>
                  </a:cxn>
                  <a:cxn ang="0">
                    <a:pos x="178" y="74"/>
                  </a:cxn>
                  <a:cxn ang="0">
                    <a:pos x="166" y="69"/>
                  </a:cxn>
                  <a:cxn ang="0">
                    <a:pos x="157" y="69"/>
                  </a:cxn>
                  <a:cxn ang="0">
                    <a:pos x="145" y="69"/>
                  </a:cxn>
                  <a:cxn ang="0">
                    <a:pos x="135" y="72"/>
                  </a:cxn>
                  <a:cxn ang="0">
                    <a:pos x="130" y="83"/>
                  </a:cxn>
                  <a:cxn ang="0">
                    <a:pos x="130" y="100"/>
                  </a:cxn>
                  <a:cxn ang="0">
                    <a:pos x="123" y="107"/>
                  </a:cxn>
                  <a:cxn ang="0">
                    <a:pos x="121" y="117"/>
                  </a:cxn>
                  <a:cxn ang="0">
                    <a:pos x="114" y="128"/>
                  </a:cxn>
                  <a:cxn ang="0">
                    <a:pos x="112" y="140"/>
                  </a:cxn>
                  <a:cxn ang="0">
                    <a:pos x="102" y="143"/>
                  </a:cxn>
                  <a:cxn ang="0">
                    <a:pos x="90" y="147"/>
                  </a:cxn>
                  <a:cxn ang="0">
                    <a:pos x="81" y="145"/>
                  </a:cxn>
                  <a:cxn ang="0">
                    <a:pos x="74" y="140"/>
                  </a:cxn>
                  <a:cxn ang="0">
                    <a:pos x="59" y="143"/>
                  </a:cxn>
                  <a:cxn ang="0">
                    <a:pos x="52" y="152"/>
                  </a:cxn>
                  <a:cxn ang="0">
                    <a:pos x="43" y="154"/>
                  </a:cxn>
                  <a:cxn ang="0">
                    <a:pos x="31" y="154"/>
                  </a:cxn>
                  <a:cxn ang="0">
                    <a:pos x="19" y="154"/>
                  </a:cxn>
                  <a:cxn ang="0">
                    <a:pos x="10" y="145"/>
                  </a:cxn>
                  <a:cxn ang="0">
                    <a:pos x="5" y="133"/>
                  </a:cxn>
                  <a:cxn ang="0">
                    <a:pos x="5" y="131"/>
                  </a:cxn>
                  <a:cxn ang="0">
                    <a:pos x="15" y="136"/>
                  </a:cxn>
                  <a:cxn ang="0">
                    <a:pos x="24" y="136"/>
                  </a:cxn>
                  <a:cxn ang="0">
                    <a:pos x="33" y="138"/>
                  </a:cxn>
                  <a:cxn ang="0">
                    <a:pos x="36" y="124"/>
                  </a:cxn>
                  <a:cxn ang="0">
                    <a:pos x="38" y="112"/>
                  </a:cxn>
                  <a:cxn ang="0">
                    <a:pos x="50" y="107"/>
                  </a:cxn>
                  <a:cxn ang="0">
                    <a:pos x="62" y="105"/>
                  </a:cxn>
                  <a:cxn ang="0">
                    <a:pos x="74" y="100"/>
                  </a:cxn>
                  <a:cxn ang="0">
                    <a:pos x="81" y="88"/>
                  </a:cxn>
                  <a:cxn ang="0">
                    <a:pos x="90" y="79"/>
                  </a:cxn>
                  <a:cxn ang="0">
                    <a:pos x="95" y="67"/>
                  </a:cxn>
                  <a:cxn ang="0">
                    <a:pos x="102" y="62"/>
                  </a:cxn>
                  <a:cxn ang="0">
                    <a:pos x="107" y="74"/>
                  </a:cxn>
                  <a:cxn ang="0">
                    <a:pos x="114" y="74"/>
                  </a:cxn>
                  <a:cxn ang="0">
                    <a:pos x="114" y="57"/>
                  </a:cxn>
                  <a:cxn ang="0">
                    <a:pos x="119" y="64"/>
                  </a:cxn>
                  <a:cxn ang="0">
                    <a:pos x="126" y="67"/>
                  </a:cxn>
                  <a:cxn ang="0">
                    <a:pos x="123" y="55"/>
                  </a:cxn>
                  <a:cxn ang="0">
                    <a:pos x="130" y="48"/>
                  </a:cxn>
                  <a:cxn ang="0">
                    <a:pos x="123" y="45"/>
                  </a:cxn>
                  <a:cxn ang="0">
                    <a:pos x="128" y="41"/>
                  </a:cxn>
                  <a:cxn ang="0">
                    <a:pos x="138" y="36"/>
                  </a:cxn>
                  <a:cxn ang="0">
                    <a:pos x="142" y="24"/>
                  </a:cxn>
                  <a:cxn ang="0">
                    <a:pos x="149" y="15"/>
                  </a:cxn>
                  <a:cxn ang="0">
                    <a:pos x="157" y="3"/>
                  </a:cxn>
                  <a:cxn ang="0">
                    <a:pos x="159" y="12"/>
                  </a:cxn>
                  <a:cxn ang="0">
                    <a:pos x="166" y="3"/>
                  </a:cxn>
                </a:cxnLst>
                <a:rect l="0" t="0" r="r" b="b"/>
                <a:pathLst>
                  <a:path w="211" h="157">
                    <a:moveTo>
                      <a:pt x="168" y="3"/>
                    </a:moveTo>
                    <a:lnTo>
                      <a:pt x="168" y="5"/>
                    </a:lnTo>
                    <a:lnTo>
                      <a:pt x="168" y="5"/>
                    </a:lnTo>
                    <a:lnTo>
                      <a:pt x="168" y="5"/>
                    </a:lnTo>
                    <a:lnTo>
                      <a:pt x="168" y="5"/>
                    </a:lnTo>
                    <a:lnTo>
                      <a:pt x="168" y="8"/>
                    </a:lnTo>
                    <a:lnTo>
                      <a:pt x="168" y="8"/>
                    </a:lnTo>
                    <a:lnTo>
                      <a:pt x="168" y="8"/>
                    </a:lnTo>
                    <a:lnTo>
                      <a:pt x="168" y="8"/>
                    </a:lnTo>
                    <a:lnTo>
                      <a:pt x="168" y="10"/>
                    </a:lnTo>
                    <a:lnTo>
                      <a:pt x="168" y="10"/>
                    </a:lnTo>
                    <a:lnTo>
                      <a:pt x="171" y="10"/>
                    </a:lnTo>
                    <a:lnTo>
                      <a:pt x="171" y="10"/>
                    </a:lnTo>
                    <a:lnTo>
                      <a:pt x="171" y="8"/>
                    </a:lnTo>
                    <a:lnTo>
                      <a:pt x="171" y="8"/>
                    </a:lnTo>
                    <a:lnTo>
                      <a:pt x="171" y="8"/>
                    </a:lnTo>
                    <a:lnTo>
                      <a:pt x="173" y="8"/>
                    </a:lnTo>
                    <a:lnTo>
                      <a:pt x="173" y="10"/>
                    </a:lnTo>
                    <a:lnTo>
                      <a:pt x="173" y="10"/>
                    </a:lnTo>
                    <a:lnTo>
                      <a:pt x="173" y="10"/>
                    </a:lnTo>
                    <a:lnTo>
                      <a:pt x="173" y="12"/>
                    </a:lnTo>
                    <a:lnTo>
                      <a:pt x="173" y="12"/>
                    </a:lnTo>
                    <a:lnTo>
                      <a:pt x="173" y="12"/>
                    </a:lnTo>
                    <a:lnTo>
                      <a:pt x="173" y="15"/>
                    </a:lnTo>
                    <a:lnTo>
                      <a:pt x="175" y="15"/>
                    </a:lnTo>
                    <a:lnTo>
                      <a:pt x="175" y="15"/>
                    </a:lnTo>
                    <a:lnTo>
                      <a:pt x="175" y="15"/>
                    </a:lnTo>
                    <a:lnTo>
                      <a:pt x="178" y="15"/>
                    </a:lnTo>
                    <a:lnTo>
                      <a:pt x="178" y="15"/>
                    </a:lnTo>
                    <a:lnTo>
                      <a:pt x="178" y="15"/>
                    </a:lnTo>
                    <a:lnTo>
                      <a:pt x="178" y="17"/>
                    </a:lnTo>
                    <a:lnTo>
                      <a:pt x="178" y="17"/>
                    </a:lnTo>
                    <a:lnTo>
                      <a:pt x="178" y="17"/>
                    </a:lnTo>
                    <a:lnTo>
                      <a:pt x="178" y="17"/>
                    </a:lnTo>
                    <a:lnTo>
                      <a:pt x="178" y="19"/>
                    </a:lnTo>
                    <a:lnTo>
                      <a:pt x="178" y="19"/>
                    </a:lnTo>
                    <a:lnTo>
                      <a:pt x="178" y="22"/>
                    </a:lnTo>
                    <a:lnTo>
                      <a:pt x="178" y="22"/>
                    </a:lnTo>
                    <a:lnTo>
                      <a:pt x="178" y="22"/>
                    </a:lnTo>
                    <a:lnTo>
                      <a:pt x="175" y="22"/>
                    </a:lnTo>
                    <a:lnTo>
                      <a:pt x="175" y="24"/>
                    </a:lnTo>
                    <a:lnTo>
                      <a:pt x="175" y="24"/>
                    </a:lnTo>
                    <a:lnTo>
                      <a:pt x="175" y="24"/>
                    </a:lnTo>
                    <a:lnTo>
                      <a:pt x="175" y="24"/>
                    </a:lnTo>
                    <a:lnTo>
                      <a:pt x="175" y="24"/>
                    </a:lnTo>
                    <a:lnTo>
                      <a:pt x="175" y="26"/>
                    </a:lnTo>
                    <a:lnTo>
                      <a:pt x="175" y="26"/>
                    </a:lnTo>
                    <a:lnTo>
                      <a:pt x="178" y="26"/>
                    </a:lnTo>
                    <a:lnTo>
                      <a:pt x="178" y="26"/>
                    </a:lnTo>
                    <a:lnTo>
                      <a:pt x="178" y="29"/>
                    </a:lnTo>
                    <a:lnTo>
                      <a:pt x="178" y="29"/>
                    </a:lnTo>
                    <a:lnTo>
                      <a:pt x="180" y="29"/>
                    </a:lnTo>
                    <a:lnTo>
                      <a:pt x="180" y="29"/>
                    </a:lnTo>
                    <a:lnTo>
                      <a:pt x="180" y="26"/>
                    </a:lnTo>
                    <a:lnTo>
                      <a:pt x="180" y="26"/>
                    </a:lnTo>
                    <a:lnTo>
                      <a:pt x="183" y="26"/>
                    </a:lnTo>
                    <a:lnTo>
                      <a:pt x="183" y="26"/>
                    </a:lnTo>
                    <a:lnTo>
                      <a:pt x="183" y="24"/>
                    </a:lnTo>
                    <a:lnTo>
                      <a:pt x="183" y="24"/>
                    </a:lnTo>
                    <a:lnTo>
                      <a:pt x="183" y="24"/>
                    </a:lnTo>
                    <a:lnTo>
                      <a:pt x="185" y="24"/>
                    </a:lnTo>
                    <a:lnTo>
                      <a:pt x="185" y="24"/>
                    </a:lnTo>
                    <a:lnTo>
                      <a:pt x="185" y="24"/>
                    </a:lnTo>
                    <a:lnTo>
                      <a:pt x="185" y="24"/>
                    </a:lnTo>
                    <a:lnTo>
                      <a:pt x="185" y="26"/>
                    </a:lnTo>
                    <a:lnTo>
                      <a:pt x="185" y="26"/>
                    </a:lnTo>
                    <a:lnTo>
                      <a:pt x="185" y="26"/>
                    </a:lnTo>
                    <a:lnTo>
                      <a:pt x="185" y="29"/>
                    </a:lnTo>
                    <a:lnTo>
                      <a:pt x="185" y="29"/>
                    </a:lnTo>
                    <a:lnTo>
                      <a:pt x="185" y="29"/>
                    </a:lnTo>
                    <a:lnTo>
                      <a:pt x="187" y="29"/>
                    </a:lnTo>
                    <a:lnTo>
                      <a:pt x="187" y="31"/>
                    </a:lnTo>
                    <a:lnTo>
                      <a:pt x="187" y="31"/>
                    </a:lnTo>
                    <a:lnTo>
                      <a:pt x="187" y="31"/>
                    </a:lnTo>
                    <a:lnTo>
                      <a:pt x="187" y="31"/>
                    </a:lnTo>
                    <a:lnTo>
                      <a:pt x="190" y="31"/>
                    </a:lnTo>
                    <a:lnTo>
                      <a:pt x="190" y="31"/>
                    </a:lnTo>
                    <a:lnTo>
                      <a:pt x="192" y="31"/>
                    </a:lnTo>
                    <a:lnTo>
                      <a:pt x="192" y="31"/>
                    </a:lnTo>
                    <a:lnTo>
                      <a:pt x="192" y="34"/>
                    </a:lnTo>
                    <a:lnTo>
                      <a:pt x="192" y="34"/>
                    </a:lnTo>
                    <a:lnTo>
                      <a:pt x="194" y="34"/>
                    </a:lnTo>
                    <a:lnTo>
                      <a:pt x="194" y="34"/>
                    </a:lnTo>
                    <a:lnTo>
                      <a:pt x="194" y="34"/>
                    </a:lnTo>
                    <a:lnTo>
                      <a:pt x="194" y="36"/>
                    </a:lnTo>
                    <a:lnTo>
                      <a:pt x="197" y="36"/>
                    </a:lnTo>
                    <a:lnTo>
                      <a:pt x="197" y="36"/>
                    </a:lnTo>
                    <a:lnTo>
                      <a:pt x="197" y="36"/>
                    </a:lnTo>
                    <a:lnTo>
                      <a:pt x="197" y="36"/>
                    </a:lnTo>
                    <a:lnTo>
                      <a:pt x="197" y="36"/>
                    </a:lnTo>
                    <a:lnTo>
                      <a:pt x="199" y="36"/>
                    </a:lnTo>
                    <a:lnTo>
                      <a:pt x="199" y="38"/>
                    </a:lnTo>
                    <a:lnTo>
                      <a:pt x="199" y="38"/>
                    </a:lnTo>
                    <a:lnTo>
                      <a:pt x="199" y="38"/>
                    </a:lnTo>
                    <a:lnTo>
                      <a:pt x="199" y="38"/>
                    </a:lnTo>
                    <a:lnTo>
                      <a:pt x="202" y="38"/>
                    </a:lnTo>
                    <a:lnTo>
                      <a:pt x="202" y="41"/>
                    </a:lnTo>
                    <a:lnTo>
                      <a:pt x="202" y="41"/>
                    </a:lnTo>
                    <a:lnTo>
                      <a:pt x="202" y="41"/>
                    </a:lnTo>
                    <a:lnTo>
                      <a:pt x="204" y="41"/>
                    </a:lnTo>
                    <a:lnTo>
                      <a:pt x="204" y="41"/>
                    </a:lnTo>
                    <a:lnTo>
                      <a:pt x="204" y="43"/>
                    </a:lnTo>
                    <a:lnTo>
                      <a:pt x="204" y="43"/>
                    </a:lnTo>
                    <a:lnTo>
                      <a:pt x="206" y="43"/>
                    </a:lnTo>
                    <a:lnTo>
                      <a:pt x="206" y="43"/>
                    </a:lnTo>
                    <a:lnTo>
                      <a:pt x="206" y="41"/>
                    </a:lnTo>
                    <a:lnTo>
                      <a:pt x="206" y="41"/>
                    </a:lnTo>
                    <a:lnTo>
                      <a:pt x="209" y="41"/>
                    </a:lnTo>
                    <a:lnTo>
                      <a:pt x="209" y="41"/>
                    </a:lnTo>
                    <a:lnTo>
                      <a:pt x="209" y="43"/>
                    </a:lnTo>
                    <a:lnTo>
                      <a:pt x="211" y="43"/>
                    </a:lnTo>
                    <a:lnTo>
                      <a:pt x="211" y="43"/>
                    </a:lnTo>
                    <a:lnTo>
                      <a:pt x="211" y="43"/>
                    </a:lnTo>
                    <a:lnTo>
                      <a:pt x="211" y="45"/>
                    </a:lnTo>
                    <a:lnTo>
                      <a:pt x="211" y="45"/>
                    </a:lnTo>
                    <a:lnTo>
                      <a:pt x="211" y="45"/>
                    </a:lnTo>
                    <a:lnTo>
                      <a:pt x="211" y="48"/>
                    </a:lnTo>
                    <a:lnTo>
                      <a:pt x="211" y="48"/>
                    </a:lnTo>
                    <a:lnTo>
                      <a:pt x="211" y="50"/>
                    </a:lnTo>
                    <a:lnTo>
                      <a:pt x="211" y="50"/>
                    </a:lnTo>
                    <a:lnTo>
                      <a:pt x="211" y="50"/>
                    </a:lnTo>
                    <a:lnTo>
                      <a:pt x="209" y="50"/>
                    </a:lnTo>
                    <a:lnTo>
                      <a:pt x="209" y="53"/>
                    </a:lnTo>
                    <a:lnTo>
                      <a:pt x="209" y="53"/>
                    </a:lnTo>
                    <a:lnTo>
                      <a:pt x="206" y="53"/>
                    </a:lnTo>
                    <a:lnTo>
                      <a:pt x="206" y="53"/>
                    </a:lnTo>
                    <a:lnTo>
                      <a:pt x="206" y="53"/>
                    </a:lnTo>
                    <a:lnTo>
                      <a:pt x="206" y="53"/>
                    </a:lnTo>
                    <a:lnTo>
                      <a:pt x="204" y="53"/>
                    </a:lnTo>
                    <a:lnTo>
                      <a:pt x="204" y="53"/>
                    </a:lnTo>
                    <a:lnTo>
                      <a:pt x="204" y="53"/>
                    </a:lnTo>
                    <a:lnTo>
                      <a:pt x="204" y="55"/>
                    </a:lnTo>
                    <a:lnTo>
                      <a:pt x="202" y="55"/>
                    </a:lnTo>
                    <a:lnTo>
                      <a:pt x="202" y="55"/>
                    </a:lnTo>
                    <a:lnTo>
                      <a:pt x="202" y="55"/>
                    </a:lnTo>
                    <a:lnTo>
                      <a:pt x="199" y="55"/>
                    </a:lnTo>
                    <a:lnTo>
                      <a:pt x="199" y="55"/>
                    </a:lnTo>
                    <a:lnTo>
                      <a:pt x="199" y="55"/>
                    </a:lnTo>
                    <a:lnTo>
                      <a:pt x="199" y="55"/>
                    </a:lnTo>
                    <a:lnTo>
                      <a:pt x="197" y="55"/>
                    </a:lnTo>
                    <a:lnTo>
                      <a:pt x="197" y="55"/>
                    </a:lnTo>
                    <a:lnTo>
                      <a:pt x="197" y="55"/>
                    </a:lnTo>
                    <a:lnTo>
                      <a:pt x="197" y="55"/>
                    </a:lnTo>
                    <a:lnTo>
                      <a:pt x="194" y="55"/>
                    </a:lnTo>
                    <a:lnTo>
                      <a:pt x="194" y="55"/>
                    </a:lnTo>
                    <a:lnTo>
                      <a:pt x="194" y="55"/>
                    </a:lnTo>
                    <a:lnTo>
                      <a:pt x="192" y="55"/>
                    </a:lnTo>
                    <a:lnTo>
                      <a:pt x="192" y="55"/>
                    </a:lnTo>
                    <a:lnTo>
                      <a:pt x="192" y="55"/>
                    </a:lnTo>
                    <a:lnTo>
                      <a:pt x="192" y="55"/>
                    </a:lnTo>
                    <a:lnTo>
                      <a:pt x="190" y="55"/>
                    </a:lnTo>
                    <a:lnTo>
                      <a:pt x="190" y="55"/>
                    </a:lnTo>
                    <a:lnTo>
                      <a:pt x="187" y="55"/>
                    </a:lnTo>
                    <a:lnTo>
                      <a:pt x="187" y="55"/>
                    </a:lnTo>
                    <a:lnTo>
                      <a:pt x="187" y="55"/>
                    </a:lnTo>
                    <a:lnTo>
                      <a:pt x="187" y="57"/>
                    </a:lnTo>
                    <a:lnTo>
                      <a:pt x="187" y="57"/>
                    </a:lnTo>
                    <a:lnTo>
                      <a:pt x="187" y="60"/>
                    </a:lnTo>
                    <a:lnTo>
                      <a:pt x="187" y="60"/>
                    </a:lnTo>
                    <a:lnTo>
                      <a:pt x="187" y="57"/>
                    </a:lnTo>
                    <a:lnTo>
                      <a:pt x="187" y="57"/>
                    </a:lnTo>
                    <a:lnTo>
                      <a:pt x="190" y="57"/>
                    </a:lnTo>
                    <a:lnTo>
                      <a:pt x="190" y="57"/>
                    </a:lnTo>
                    <a:lnTo>
                      <a:pt x="190" y="57"/>
                    </a:lnTo>
                    <a:lnTo>
                      <a:pt x="192" y="57"/>
                    </a:lnTo>
                    <a:lnTo>
                      <a:pt x="192" y="57"/>
                    </a:lnTo>
                    <a:lnTo>
                      <a:pt x="192" y="57"/>
                    </a:lnTo>
                    <a:lnTo>
                      <a:pt x="192" y="60"/>
                    </a:lnTo>
                    <a:lnTo>
                      <a:pt x="192" y="60"/>
                    </a:lnTo>
                    <a:lnTo>
                      <a:pt x="192" y="60"/>
                    </a:lnTo>
                    <a:lnTo>
                      <a:pt x="192" y="60"/>
                    </a:lnTo>
                    <a:lnTo>
                      <a:pt x="194" y="60"/>
                    </a:lnTo>
                    <a:lnTo>
                      <a:pt x="194" y="62"/>
                    </a:lnTo>
                    <a:lnTo>
                      <a:pt x="194" y="62"/>
                    </a:lnTo>
                    <a:lnTo>
                      <a:pt x="197" y="62"/>
                    </a:lnTo>
                    <a:lnTo>
                      <a:pt x="197" y="62"/>
                    </a:lnTo>
                    <a:lnTo>
                      <a:pt x="197" y="62"/>
                    </a:lnTo>
                    <a:lnTo>
                      <a:pt x="197" y="64"/>
                    </a:lnTo>
                    <a:lnTo>
                      <a:pt x="197" y="64"/>
                    </a:lnTo>
                    <a:lnTo>
                      <a:pt x="197" y="64"/>
                    </a:lnTo>
                    <a:lnTo>
                      <a:pt x="197" y="64"/>
                    </a:lnTo>
                    <a:lnTo>
                      <a:pt x="197" y="64"/>
                    </a:lnTo>
                    <a:lnTo>
                      <a:pt x="197" y="64"/>
                    </a:lnTo>
                    <a:lnTo>
                      <a:pt x="199" y="64"/>
                    </a:lnTo>
                    <a:lnTo>
                      <a:pt x="199" y="62"/>
                    </a:lnTo>
                    <a:lnTo>
                      <a:pt x="199" y="62"/>
                    </a:lnTo>
                    <a:lnTo>
                      <a:pt x="199" y="62"/>
                    </a:lnTo>
                    <a:lnTo>
                      <a:pt x="202" y="62"/>
                    </a:lnTo>
                    <a:lnTo>
                      <a:pt x="202" y="64"/>
                    </a:lnTo>
                    <a:lnTo>
                      <a:pt x="202" y="64"/>
                    </a:lnTo>
                    <a:lnTo>
                      <a:pt x="199" y="64"/>
                    </a:lnTo>
                    <a:lnTo>
                      <a:pt x="199" y="64"/>
                    </a:lnTo>
                    <a:lnTo>
                      <a:pt x="199" y="64"/>
                    </a:lnTo>
                    <a:lnTo>
                      <a:pt x="199" y="64"/>
                    </a:lnTo>
                    <a:lnTo>
                      <a:pt x="199" y="67"/>
                    </a:lnTo>
                    <a:lnTo>
                      <a:pt x="199" y="67"/>
                    </a:lnTo>
                    <a:lnTo>
                      <a:pt x="199" y="67"/>
                    </a:lnTo>
                    <a:lnTo>
                      <a:pt x="199" y="67"/>
                    </a:lnTo>
                    <a:lnTo>
                      <a:pt x="199" y="69"/>
                    </a:lnTo>
                    <a:lnTo>
                      <a:pt x="199" y="69"/>
                    </a:lnTo>
                    <a:lnTo>
                      <a:pt x="199" y="69"/>
                    </a:lnTo>
                    <a:lnTo>
                      <a:pt x="199" y="69"/>
                    </a:lnTo>
                    <a:lnTo>
                      <a:pt x="197" y="69"/>
                    </a:lnTo>
                    <a:lnTo>
                      <a:pt x="197" y="69"/>
                    </a:lnTo>
                    <a:lnTo>
                      <a:pt x="197" y="72"/>
                    </a:lnTo>
                    <a:lnTo>
                      <a:pt x="197" y="72"/>
                    </a:lnTo>
                    <a:lnTo>
                      <a:pt x="194" y="72"/>
                    </a:lnTo>
                    <a:lnTo>
                      <a:pt x="194" y="72"/>
                    </a:lnTo>
                    <a:lnTo>
                      <a:pt x="192" y="72"/>
                    </a:lnTo>
                    <a:lnTo>
                      <a:pt x="192" y="72"/>
                    </a:lnTo>
                    <a:lnTo>
                      <a:pt x="192" y="72"/>
                    </a:lnTo>
                    <a:lnTo>
                      <a:pt x="192" y="72"/>
                    </a:lnTo>
                    <a:lnTo>
                      <a:pt x="190" y="72"/>
                    </a:lnTo>
                    <a:lnTo>
                      <a:pt x="190" y="72"/>
                    </a:lnTo>
                    <a:lnTo>
                      <a:pt x="190" y="72"/>
                    </a:lnTo>
                    <a:lnTo>
                      <a:pt x="190" y="72"/>
                    </a:lnTo>
                    <a:lnTo>
                      <a:pt x="187" y="72"/>
                    </a:lnTo>
                    <a:lnTo>
                      <a:pt x="187" y="72"/>
                    </a:lnTo>
                    <a:lnTo>
                      <a:pt x="187" y="72"/>
                    </a:lnTo>
                    <a:lnTo>
                      <a:pt x="185" y="72"/>
                    </a:lnTo>
                    <a:lnTo>
                      <a:pt x="185" y="74"/>
                    </a:lnTo>
                    <a:lnTo>
                      <a:pt x="185" y="74"/>
                    </a:lnTo>
                    <a:lnTo>
                      <a:pt x="185" y="74"/>
                    </a:lnTo>
                    <a:lnTo>
                      <a:pt x="185" y="74"/>
                    </a:lnTo>
                    <a:lnTo>
                      <a:pt x="183" y="74"/>
                    </a:lnTo>
                    <a:lnTo>
                      <a:pt x="183" y="74"/>
                    </a:lnTo>
                    <a:lnTo>
                      <a:pt x="180" y="74"/>
                    </a:lnTo>
                    <a:lnTo>
                      <a:pt x="180" y="74"/>
                    </a:lnTo>
                    <a:lnTo>
                      <a:pt x="180" y="74"/>
                    </a:lnTo>
                    <a:lnTo>
                      <a:pt x="180" y="74"/>
                    </a:lnTo>
                    <a:lnTo>
                      <a:pt x="178" y="74"/>
                    </a:lnTo>
                    <a:lnTo>
                      <a:pt x="178" y="74"/>
                    </a:lnTo>
                    <a:lnTo>
                      <a:pt x="178" y="74"/>
                    </a:lnTo>
                    <a:lnTo>
                      <a:pt x="178" y="74"/>
                    </a:lnTo>
                    <a:lnTo>
                      <a:pt x="175" y="74"/>
                    </a:lnTo>
                    <a:lnTo>
                      <a:pt x="175" y="74"/>
                    </a:lnTo>
                    <a:lnTo>
                      <a:pt x="175" y="74"/>
                    </a:lnTo>
                    <a:lnTo>
                      <a:pt x="173" y="74"/>
                    </a:lnTo>
                    <a:lnTo>
                      <a:pt x="173" y="74"/>
                    </a:lnTo>
                    <a:lnTo>
                      <a:pt x="173" y="74"/>
                    </a:lnTo>
                    <a:lnTo>
                      <a:pt x="173" y="74"/>
                    </a:lnTo>
                    <a:lnTo>
                      <a:pt x="171" y="74"/>
                    </a:lnTo>
                    <a:lnTo>
                      <a:pt x="171" y="74"/>
                    </a:lnTo>
                    <a:lnTo>
                      <a:pt x="171" y="74"/>
                    </a:lnTo>
                    <a:lnTo>
                      <a:pt x="171" y="72"/>
                    </a:lnTo>
                    <a:lnTo>
                      <a:pt x="171" y="72"/>
                    </a:lnTo>
                    <a:lnTo>
                      <a:pt x="171" y="72"/>
                    </a:lnTo>
                    <a:lnTo>
                      <a:pt x="168" y="72"/>
                    </a:lnTo>
                    <a:lnTo>
                      <a:pt x="168" y="69"/>
                    </a:lnTo>
                    <a:lnTo>
                      <a:pt x="168" y="69"/>
                    </a:lnTo>
                    <a:lnTo>
                      <a:pt x="166" y="69"/>
                    </a:lnTo>
                    <a:lnTo>
                      <a:pt x="166" y="69"/>
                    </a:lnTo>
                    <a:lnTo>
                      <a:pt x="166" y="69"/>
                    </a:lnTo>
                    <a:lnTo>
                      <a:pt x="166" y="69"/>
                    </a:lnTo>
                    <a:lnTo>
                      <a:pt x="166" y="69"/>
                    </a:lnTo>
                    <a:lnTo>
                      <a:pt x="164" y="69"/>
                    </a:lnTo>
                    <a:lnTo>
                      <a:pt x="164" y="69"/>
                    </a:lnTo>
                    <a:lnTo>
                      <a:pt x="164" y="69"/>
                    </a:lnTo>
                    <a:lnTo>
                      <a:pt x="161" y="69"/>
                    </a:lnTo>
                    <a:lnTo>
                      <a:pt x="161" y="69"/>
                    </a:lnTo>
                    <a:lnTo>
                      <a:pt x="159" y="69"/>
                    </a:lnTo>
                    <a:lnTo>
                      <a:pt x="159" y="69"/>
                    </a:lnTo>
                    <a:lnTo>
                      <a:pt x="159" y="69"/>
                    </a:lnTo>
                    <a:lnTo>
                      <a:pt x="159" y="69"/>
                    </a:lnTo>
                    <a:lnTo>
                      <a:pt x="159" y="69"/>
                    </a:lnTo>
                    <a:lnTo>
                      <a:pt x="157" y="69"/>
                    </a:lnTo>
                    <a:lnTo>
                      <a:pt x="157" y="69"/>
                    </a:lnTo>
                    <a:lnTo>
                      <a:pt x="157" y="69"/>
                    </a:lnTo>
                    <a:lnTo>
                      <a:pt x="157" y="69"/>
                    </a:lnTo>
                    <a:lnTo>
                      <a:pt x="157" y="69"/>
                    </a:lnTo>
                    <a:lnTo>
                      <a:pt x="154" y="69"/>
                    </a:lnTo>
                    <a:lnTo>
                      <a:pt x="154" y="69"/>
                    </a:lnTo>
                    <a:lnTo>
                      <a:pt x="154" y="69"/>
                    </a:lnTo>
                    <a:lnTo>
                      <a:pt x="152" y="69"/>
                    </a:lnTo>
                    <a:lnTo>
                      <a:pt x="152" y="69"/>
                    </a:lnTo>
                    <a:lnTo>
                      <a:pt x="152" y="69"/>
                    </a:lnTo>
                    <a:lnTo>
                      <a:pt x="152" y="69"/>
                    </a:lnTo>
                    <a:lnTo>
                      <a:pt x="152" y="72"/>
                    </a:lnTo>
                    <a:lnTo>
                      <a:pt x="149" y="72"/>
                    </a:lnTo>
                    <a:lnTo>
                      <a:pt x="149" y="72"/>
                    </a:lnTo>
                    <a:lnTo>
                      <a:pt x="149" y="69"/>
                    </a:lnTo>
                    <a:lnTo>
                      <a:pt x="149" y="69"/>
                    </a:lnTo>
                    <a:lnTo>
                      <a:pt x="147" y="69"/>
                    </a:lnTo>
                    <a:lnTo>
                      <a:pt x="147" y="69"/>
                    </a:lnTo>
                    <a:lnTo>
                      <a:pt x="147" y="69"/>
                    </a:lnTo>
                    <a:lnTo>
                      <a:pt x="145" y="69"/>
                    </a:lnTo>
                    <a:lnTo>
                      <a:pt x="145" y="69"/>
                    </a:lnTo>
                    <a:lnTo>
                      <a:pt x="145" y="69"/>
                    </a:lnTo>
                    <a:lnTo>
                      <a:pt x="145" y="69"/>
                    </a:lnTo>
                    <a:lnTo>
                      <a:pt x="142" y="69"/>
                    </a:lnTo>
                    <a:lnTo>
                      <a:pt x="142" y="69"/>
                    </a:lnTo>
                    <a:lnTo>
                      <a:pt x="142" y="72"/>
                    </a:lnTo>
                    <a:lnTo>
                      <a:pt x="140" y="72"/>
                    </a:lnTo>
                    <a:lnTo>
                      <a:pt x="140" y="69"/>
                    </a:lnTo>
                    <a:lnTo>
                      <a:pt x="140" y="69"/>
                    </a:lnTo>
                    <a:lnTo>
                      <a:pt x="140" y="69"/>
                    </a:lnTo>
                    <a:lnTo>
                      <a:pt x="140" y="69"/>
                    </a:lnTo>
                    <a:lnTo>
                      <a:pt x="138" y="69"/>
                    </a:lnTo>
                    <a:lnTo>
                      <a:pt x="138" y="69"/>
                    </a:lnTo>
                    <a:lnTo>
                      <a:pt x="138" y="69"/>
                    </a:lnTo>
                    <a:lnTo>
                      <a:pt x="138" y="72"/>
                    </a:lnTo>
                    <a:lnTo>
                      <a:pt x="138" y="72"/>
                    </a:lnTo>
                    <a:lnTo>
                      <a:pt x="138" y="72"/>
                    </a:lnTo>
                    <a:lnTo>
                      <a:pt x="138" y="74"/>
                    </a:lnTo>
                    <a:lnTo>
                      <a:pt x="135" y="74"/>
                    </a:lnTo>
                    <a:lnTo>
                      <a:pt x="135" y="72"/>
                    </a:lnTo>
                    <a:lnTo>
                      <a:pt x="135" y="72"/>
                    </a:lnTo>
                    <a:lnTo>
                      <a:pt x="135" y="74"/>
                    </a:lnTo>
                    <a:lnTo>
                      <a:pt x="133" y="74"/>
                    </a:lnTo>
                    <a:lnTo>
                      <a:pt x="133" y="74"/>
                    </a:lnTo>
                    <a:lnTo>
                      <a:pt x="133" y="74"/>
                    </a:lnTo>
                    <a:lnTo>
                      <a:pt x="133" y="74"/>
                    </a:lnTo>
                    <a:lnTo>
                      <a:pt x="133" y="76"/>
                    </a:lnTo>
                    <a:lnTo>
                      <a:pt x="133" y="76"/>
                    </a:lnTo>
                    <a:lnTo>
                      <a:pt x="133" y="79"/>
                    </a:lnTo>
                    <a:lnTo>
                      <a:pt x="133" y="79"/>
                    </a:lnTo>
                    <a:lnTo>
                      <a:pt x="133" y="79"/>
                    </a:lnTo>
                    <a:lnTo>
                      <a:pt x="130" y="79"/>
                    </a:lnTo>
                    <a:lnTo>
                      <a:pt x="130" y="81"/>
                    </a:lnTo>
                    <a:lnTo>
                      <a:pt x="130" y="81"/>
                    </a:lnTo>
                    <a:lnTo>
                      <a:pt x="133" y="81"/>
                    </a:lnTo>
                    <a:lnTo>
                      <a:pt x="133" y="83"/>
                    </a:lnTo>
                    <a:lnTo>
                      <a:pt x="130" y="83"/>
                    </a:lnTo>
                    <a:lnTo>
                      <a:pt x="130" y="83"/>
                    </a:lnTo>
                    <a:lnTo>
                      <a:pt x="130" y="83"/>
                    </a:lnTo>
                    <a:lnTo>
                      <a:pt x="130" y="86"/>
                    </a:lnTo>
                    <a:lnTo>
                      <a:pt x="130" y="86"/>
                    </a:lnTo>
                    <a:lnTo>
                      <a:pt x="130" y="88"/>
                    </a:lnTo>
                    <a:lnTo>
                      <a:pt x="130" y="88"/>
                    </a:lnTo>
                    <a:lnTo>
                      <a:pt x="133" y="88"/>
                    </a:lnTo>
                    <a:lnTo>
                      <a:pt x="133" y="90"/>
                    </a:lnTo>
                    <a:lnTo>
                      <a:pt x="133" y="90"/>
                    </a:lnTo>
                    <a:lnTo>
                      <a:pt x="133" y="93"/>
                    </a:lnTo>
                    <a:lnTo>
                      <a:pt x="130" y="93"/>
                    </a:lnTo>
                    <a:lnTo>
                      <a:pt x="130" y="93"/>
                    </a:lnTo>
                    <a:lnTo>
                      <a:pt x="130" y="93"/>
                    </a:lnTo>
                    <a:lnTo>
                      <a:pt x="130" y="95"/>
                    </a:lnTo>
                    <a:lnTo>
                      <a:pt x="130" y="95"/>
                    </a:lnTo>
                    <a:lnTo>
                      <a:pt x="130" y="95"/>
                    </a:lnTo>
                    <a:lnTo>
                      <a:pt x="130" y="98"/>
                    </a:lnTo>
                    <a:lnTo>
                      <a:pt x="130" y="98"/>
                    </a:lnTo>
                    <a:lnTo>
                      <a:pt x="130" y="100"/>
                    </a:lnTo>
                    <a:lnTo>
                      <a:pt x="130" y="100"/>
                    </a:lnTo>
                    <a:lnTo>
                      <a:pt x="130" y="100"/>
                    </a:lnTo>
                    <a:lnTo>
                      <a:pt x="130" y="102"/>
                    </a:lnTo>
                    <a:lnTo>
                      <a:pt x="130" y="102"/>
                    </a:lnTo>
                    <a:lnTo>
                      <a:pt x="128" y="102"/>
                    </a:lnTo>
                    <a:lnTo>
                      <a:pt x="128" y="102"/>
                    </a:lnTo>
                    <a:lnTo>
                      <a:pt x="128" y="105"/>
                    </a:lnTo>
                    <a:lnTo>
                      <a:pt x="126" y="105"/>
                    </a:lnTo>
                    <a:lnTo>
                      <a:pt x="126" y="105"/>
                    </a:lnTo>
                    <a:lnTo>
                      <a:pt x="126" y="102"/>
                    </a:lnTo>
                    <a:lnTo>
                      <a:pt x="126" y="102"/>
                    </a:lnTo>
                    <a:lnTo>
                      <a:pt x="123" y="102"/>
                    </a:lnTo>
                    <a:lnTo>
                      <a:pt x="123" y="105"/>
                    </a:lnTo>
                    <a:lnTo>
                      <a:pt x="123" y="105"/>
                    </a:lnTo>
                    <a:lnTo>
                      <a:pt x="123" y="105"/>
                    </a:lnTo>
                    <a:lnTo>
                      <a:pt x="123" y="105"/>
                    </a:lnTo>
                    <a:lnTo>
                      <a:pt x="123" y="105"/>
                    </a:lnTo>
                    <a:lnTo>
                      <a:pt x="123" y="107"/>
                    </a:lnTo>
                    <a:lnTo>
                      <a:pt x="121" y="107"/>
                    </a:lnTo>
                    <a:lnTo>
                      <a:pt x="121" y="107"/>
                    </a:lnTo>
                    <a:lnTo>
                      <a:pt x="121" y="109"/>
                    </a:lnTo>
                    <a:lnTo>
                      <a:pt x="121" y="109"/>
                    </a:lnTo>
                    <a:lnTo>
                      <a:pt x="121" y="112"/>
                    </a:lnTo>
                    <a:lnTo>
                      <a:pt x="121" y="112"/>
                    </a:lnTo>
                    <a:lnTo>
                      <a:pt x="121" y="114"/>
                    </a:lnTo>
                    <a:lnTo>
                      <a:pt x="121" y="114"/>
                    </a:lnTo>
                    <a:lnTo>
                      <a:pt x="123" y="114"/>
                    </a:lnTo>
                    <a:lnTo>
                      <a:pt x="123" y="114"/>
                    </a:lnTo>
                    <a:lnTo>
                      <a:pt x="123" y="114"/>
                    </a:lnTo>
                    <a:lnTo>
                      <a:pt x="123" y="114"/>
                    </a:lnTo>
                    <a:lnTo>
                      <a:pt x="123" y="117"/>
                    </a:lnTo>
                    <a:lnTo>
                      <a:pt x="123" y="117"/>
                    </a:lnTo>
                    <a:lnTo>
                      <a:pt x="123" y="117"/>
                    </a:lnTo>
                    <a:lnTo>
                      <a:pt x="123" y="117"/>
                    </a:lnTo>
                    <a:lnTo>
                      <a:pt x="121" y="117"/>
                    </a:lnTo>
                    <a:lnTo>
                      <a:pt x="121" y="117"/>
                    </a:lnTo>
                    <a:lnTo>
                      <a:pt x="121" y="119"/>
                    </a:lnTo>
                    <a:lnTo>
                      <a:pt x="119" y="119"/>
                    </a:lnTo>
                    <a:lnTo>
                      <a:pt x="119" y="119"/>
                    </a:lnTo>
                    <a:lnTo>
                      <a:pt x="119" y="119"/>
                    </a:lnTo>
                    <a:lnTo>
                      <a:pt x="119" y="119"/>
                    </a:lnTo>
                    <a:lnTo>
                      <a:pt x="119" y="121"/>
                    </a:lnTo>
                    <a:lnTo>
                      <a:pt x="119" y="121"/>
                    </a:lnTo>
                    <a:lnTo>
                      <a:pt x="116" y="121"/>
                    </a:lnTo>
                    <a:lnTo>
                      <a:pt x="116" y="124"/>
                    </a:lnTo>
                    <a:lnTo>
                      <a:pt x="116" y="124"/>
                    </a:lnTo>
                    <a:lnTo>
                      <a:pt x="114" y="124"/>
                    </a:lnTo>
                    <a:lnTo>
                      <a:pt x="114" y="124"/>
                    </a:lnTo>
                    <a:lnTo>
                      <a:pt x="114" y="124"/>
                    </a:lnTo>
                    <a:lnTo>
                      <a:pt x="114" y="124"/>
                    </a:lnTo>
                    <a:lnTo>
                      <a:pt x="114" y="126"/>
                    </a:lnTo>
                    <a:lnTo>
                      <a:pt x="114" y="126"/>
                    </a:lnTo>
                    <a:lnTo>
                      <a:pt x="114" y="128"/>
                    </a:lnTo>
                    <a:lnTo>
                      <a:pt x="114" y="128"/>
                    </a:lnTo>
                    <a:lnTo>
                      <a:pt x="116" y="128"/>
                    </a:lnTo>
                    <a:lnTo>
                      <a:pt x="116" y="128"/>
                    </a:lnTo>
                    <a:lnTo>
                      <a:pt x="116" y="131"/>
                    </a:lnTo>
                    <a:lnTo>
                      <a:pt x="116" y="131"/>
                    </a:lnTo>
                    <a:lnTo>
                      <a:pt x="114" y="131"/>
                    </a:lnTo>
                    <a:lnTo>
                      <a:pt x="114" y="133"/>
                    </a:lnTo>
                    <a:lnTo>
                      <a:pt x="114" y="133"/>
                    </a:lnTo>
                    <a:lnTo>
                      <a:pt x="114" y="133"/>
                    </a:lnTo>
                    <a:lnTo>
                      <a:pt x="114" y="133"/>
                    </a:lnTo>
                    <a:lnTo>
                      <a:pt x="112" y="133"/>
                    </a:lnTo>
                    <a:lnTo>
                      <a:pt x="112" y="133"/>
                    </a:lnTo>
                    <a:lnTo>
                      <a:pt x="112" y="136"/>
                    </a:lnTo>
                    <a:lnTo>
                      <a:pt x="112" y="136"/>
                    </a:lnTo>
                    <a:lnTo>
                      <a:pt x="112" y="138"/>
                    </a:lnTo>
                    <a:lnTo>
                      <a:pt x="112" y="138"/>
                    </a:lnTo>
                    <a:lnTo>
                      <a:pt x="112" y="138"/>
                    </a:lnTo>
                    <a:lnTo>
                      <a:pt x="112" y="140"/>
                    </a:lnTo>
                    <a:lnTo>
                      <a:pt x="112" y="140"/>
                    </a:lnTo>
                    <a:lnTo>
                      <a:pt x="112" y="140"/>
                    </a:lnTo>
                    <a:lnTo>
                      <a:pt x="112" y="143"/>
                    </a:lnTo>
                    <a:lnTo>
                      <a:pt x="109" y="143"/>
                    </a:lnTo>
                    <a:lnTo>
                      <a:pt x="109" y="143"/>
                    </a:lnTo>
                    <a:lnTo>
                      <a:pt x="109" y="143"/>
                    </a:lnTo>
                    <a:lnTo>
                      <a:pt x="109" y="143"/>
                    </a:lnTo>
                    <a:lnTo>
                      <a:pt x="109" y="143"/>
                    </a:lnTo>
                    <a:lnTo>
                      <a:pt x="107" y="143"/>
                    </a:lnTo>
                    <a:lnTo>
                      <a:pt x="107" y="143"/>
                    </a:lnTo>
                    <a:lnTo>
                      <a:pt x="107" y="143"/>
                    </a:lnTo>
                    <a:lnTo>
                      <a:pt x="107" y="143"/>
                    </a:lnTo>
                    <a:lnTo>
                      <a:pt x="104" y="143"/>
                    </a:lnTo>
                    <a:lnTo>
                      <a:pt x="104" y="143"/>
                    </a:lnTo>
                    <a:lnTo>
                      <a:pt x="104" y="143"/>
                    </a:lnTo>
                    <a:lnTo>
                      <a:pt x="104" y="143"/>
                    </a:lnTo>
                    <a:lnTo>
                      <a:pt x="102" y="143"/>
                    </a:lnTo>
                    <a:lnTo>
                      <a:pt x="102" y="143"/>
                    </a:lnTo>
                    <a:lnTo>
                      <a:pt x="102" y="143"/>
                    </a:lnTo>
                    <a:lnTo>
                      <a:pt x="100" y="143"/>
                    </a:lnTo>
                    <a:lnTo>
                      <a:pt x="100" y="143"/>
                    </a:lnTo>
                    <a:lnTo>
                      <a:pt x="100" y="143"/>
                    </a:lnTo>
                    <a:lnTo>
                      <a:pt x="100" y="143"/>
                    </a:lnTo>
                    <a:lnTo>
                      <a:pt x="97" y="143"/>
                    </a:lnTo>
                    <a:lnTo>
                      <a:pt x="97" y="143"/>
                    </a:lnTo>
                    <a:lnTo>
                      <a:pt x="97" y="143"/>
                    </a:lnTo>
                    <a:lnTo>
                      <a:pt x="97" y="143"/>
                    </a:lnTo>
                    <a:lnTo>
                      <a:pt x="95" y="143"/>
                    </a:lnTo>
                    <a:lnTo>
                      <a:pt x="95" y="143"/>
                    </a:lnTo>
                    <a:lnTo>
                      <a:pt x="95" y="145"/>
                    </a:lnTo>
                    <a:lnTo>
                      <a:pt x="93" y="145"/>
                    </a:lnTo>
                    <a:lnTo>
                      <a:pt x="93" y="145"/>
                    </a:lnTo>
                    <a:lnTo>
                      <a:pt x="93" y="147"/>
                    </a:lnTo>
                    <a:lnTo>
                      <a:pt x="93" y="147"/>
                    </a:lnTo>
                    <a:lnTo>
                      <a:pt x="93" y="147"/>
                    </a:lnTo>
                    <a:lnTo>
                      <a:pt x="93" y="147"/>
                    </a:lnTo>
                    <a:lnTo>
                      <a:pt x="90" y="147"/>
                    </a:lnTo>
                    <a:lnTo>
                      <a:pt x="90" y="147"/>
                    </a:lnTo>
                    <a:lnTo>
                      <a:pt x="90" y="150"/>
                    </a:lnTo>
                    <a:lnTo>
                      <a:pt x="90" y="150"/>
                    </a:lnTo>
                    <a:lnTo>
                      <a:pt x="90" y="147"/>
                    </a:lnTo>
                    <a:lnTo>
                      <a:pt x="88" y="147"/>
                    </a:lnTo>
                    <a:lnTo>
                      <a:pt x="88" y="147"/>
                    </a:lnTo>
                    <a:lnTo>
                      <a:pt x="88" y="147"/>
                    </a:lnTo>
                    <a:lnTo>
                      <a:pt x="88" y="145"/>
                    </a:lnTo>
                    <a:lnTo>
                      <a:pt x="86" y="145"/>
                    </a:lnTo>
                    <a:lnTo>
                      <a:pt x="86" y="147"/>
                    </a:lnTo>
                    <a:lnTo>
                      <a:pt x="86" y="147"/>
                    </a:lnTo>
                    <a:lnTo>
                      <a:pt x="86" y="147"/>
                    </a:lnTo>
                    <a:lnTo>
                      <a:pt x="83" y="147"/>
                    </a:lnTo>
                    <a:lnTo>
                      <a:pt x="83" y="145"/>
                    </a:lnTo>
                    <a:lnTo>
                      <a:pt x="83" y="145"/>
                    </a:lnTo>
                    <a:lnTo>
                      <a:pt x="83" y="145"/>
                    </a:lnTo>
                    <a:lnTo>
                      <a:pt x="81" y="145"/>
                    </a:lnTo>
                    <a:lnTo>
                      <a:pt x="81" y="145"/>
                    </a:lnTo>
                    <a:lnTo>
                      <a:pt x="81" y="145"/>
                    </a:lnTo>
                    <a:lnTo>
                      <a:pt x="78" y="145"/>
                    </a:lnTo>
                    <a:lnTo>
                      <a:pt x="78" y="145"/>
                    </a:lnTo>
                    <a:lnTo>
                      <a:pt x="78" y="143"/>
                    </a:lnTo>
                    <a:lnTo>
                      <a:pt x="78" y="143"/>
                    </a:lnTo>
                    <a:lnTo>
                      <a:pt x="76" y="143"/>
                    </a:lnTo>
                    <a:lnTo>
                      <a:pt x="76" y="143"/>
                    </a:lnTo>
                    <a:lnTo>
                      <a:pt x="74" y="143"/>
                    </a:lnTo>
                    <a:lnTo>
                      <a:pt x="74" y="143"/>
                    </a:lnTo>
                    <a:lnTo>
                      <a:pt x="76" y="143"/>
                    </a:lnTo>
                    <a:lnTo>
                      <a:pt x="76" y="143"/>
                    </a:lnTo>
                    <a:lnTo>
                      <a:pt x="76" y="143"/>
                    </a:lnTo>
                    <a:lnTo>
                      <a:pt x="76" y="140"/>
                    </a:lnTo>
                    <a:lnTo>
                      <a:pt x="76" y="140"/>
                    </a:lnTo>
                    <a:lnTo>
                      <a:pt x="76" y="140"/>
                    </a:lnTo>
                    <a:lnTo>
                      <a:pt x="74" y="140"/>
                    </a:lnTo>
                    <a:lnTo>
                      <a:pt x="74" y="140"/>
                    </a:lnTo>
                    <a:lnTo>
                      <a:pt x="74" y="140"/>
                    </a:lnTo>
                    <a:lnTo>
                      <a:pt x="74" y="140"/>
                    </a:lnTo>
                    <a:lnTo>
                      <a:pt x="71" y="140"/>
                    </a:lnTo>
                    <a:lnTo>
                      <a:pt x="71" y="140"/>
                    </a:lnTo>
                    <a:lnTo>
                      <a:pt x="71" y="140"/>
                    </a:lnTo>
                    <a:lnTo>
                      <a:pt x="69" y="140"/>
                    </a:lnTo>
                    <a:lnTo>
                      <a:pt x="69" y="140"/>
                    </a:lnTo>
                    <a:lnTo>
                      <a:pt x="69" y="140"/>
                    </a:lnTo>
                    <a:lnTo>
                      <a:pt x="67" y="140"/>
                    </a:lnTo>
                    <a:lnTo>
                      <a:pt x="67" y="140"/>
                    </a:lnTo>
                    <a:lnTo>
                      <a:pt x="67" y="140"/>
                    </a:lnTo>
                    <a:lnTo>
                      <a:pt x="64" y="140"/>
                    </a:lnTo>
                    <a:lnTo>
                      <a:pt x="64" y="140"/>
                    </a:lnTo>
                    <a:lnTo>
                      <a:pt x="64" y="140"/>
                    </a:lnTo>
                    <a:lnTo>
                      <a:pt x="64" y="140"/>
                    </a:lnTo>
                    <a:lnTo>
                      <a:pt x="64" y="143"/>
                    </a:lnTo>
                    <a:lnTo>
                      <a:pt x="62" y="143"/>
                    </a:lnTo>
                    <a:lnTo>
                      <a:pt x="62" y="143"/>
                    </a:lnTo>
                    <a:lnTo>
                      <a:pt x="59" y="143"/>
                    </a:lnTo>
                    <a:lnTo>
                      <a:pt x="59" y="143"/>
                    </a:lnTo>
                    <a:lnTo>
                      <a:pt x="59" y="143"/>
                    </a:lnTo>
                    <a:lnTo>
                      <a:pt x="59" y="143"/>
                    </a:lnTo>
                    <a:lnTo>
                      <a:pt x="59" y="143"/>
                    </a:lnTo>
                    <a:lnTo>
                      <a:pt x="59" y="145"/>
                    </a:lnTo>
                    <a:lnTo>
                      <a:pt x="59" y="145"/>
                    </a:lnTo>
                    <a:lnTo>
                      <a:pt x="57" y="145"/>
                    </a:lnTo>
                    <a:lnTo>
                      <a:pt x="57" y="147"/>
                    </a:lnTo>
                    <a:lnTo>
                      <a:pt x="57" y="147"/>
                    </a:lnTo>
                    <a:lnTo>
                      <a:pt x="57" y="150"/>
                    </a:lnTo>
                    <a:lnTo>
                      <a:pt x="57" y="150"/>
                    </a:lnTo>
                    <a:lnTo>
                      <a:pt x="57" y="150"/>
                    </a:lnTo>
                    <a:lnTo>
                      <a:pt x="57" y="152"/>
                    </a:lnTo>
                    <a:lnTo>
                      <a:pt x="57" y="152"/>
                    </a:lnTo>
                    <a:lnTo>
                      <a:pt x="55" y="152"/>
                    </a:lnTo>
                    <a:lnTo>
                      <a:pt x="55" y="152"/>
                    </a:lnTo>
                    <a:lnTo>
                      <a:pt x="52" y="152"/>
                    </a:lnTo>
                    <a:lnTo>
                      <a:pt x="52" y="152"/>
                    </a:lnTo>
                    <a:lnTo>
                      <a:pt x="52" y="152"/>
                    </a:lnTo>
                    <a:lnTo>
                      <a:pt x="52" y="152"/>
                    </a:lnTo>
                    <a:lnTo>
                      <a:pt x="52" y="154"/>
                    </a:lnTo>
                    <a:lnTo>
                      <a:pt x="52" y="154"/>
                    </a:lnTo>
                    <a:lnTo>
                      <a:pt x="50" y="154"/>
                    </a:lnTo>
                    <a:lnTo>
                      <a:pt x="50" y="154"/>
                    </a:lnTo>
                    <a:lnTo>
                      <a:pt x="50" y="154"/>
                    </a:lnTo>
                    <a:lnTo>
                      <a:pt x="48" y="154"/>
                    </a:lnTo>
                    <a:lnTo>
                      <a:pt x="48" y="154"/>
                    </a:lnTo>
                    <a:lnTo>
                      <a:pt x="48" y="154"/>
                    </a:lnTo>
                    <a:lnTo>
                      <a:pt x="45" y="154"/>
                    </a:lnTo>
                    <a:lnTo>
                      <a:pt x="45" y="154"/>
                    </a:lnTo>
                    <a:lnTo>
                      <a:pt x="45" y="154"/>
                    </a:lnTo>
                    <a:lnTo>
                      <a:pt x="45" y="154"/>
                    </a:lnTo>
                    <a:lnTo>
                      <a:pt x="43" y="154"/>
                    </a:lnTo>
                    <a:lnTo>
                      <a:pt x="43" y="154"/>
                    </a:lnTo>
                    <a:lnTo>
                      <a:pt x="43" y="154"/>
                    </a:lnTo>
                    <a:lnTo>
                      <a:pt x="43" y="154"/>
                    </a:lnTo>
                    <a:lnTo>
                      <a:pt x="41" y="154"/>
                    </a:lnTo>
                    <a:lnTo>
                      <a:pt x="41" y="154"/>
                    </a:lnTo>
                    <a:lnTo>
                      <a:pt x="41" y="154"/>
                    </a:lnTo>
                    <a:lnTo>
                      <a:pt x="41" y="154"/>
                    </a:lnTo>
                    <a:lnTo>
                      <a:pt x="38" y="154"/>
                    </a:lnTo>
                    <a:lnTo>
                      <a:pt x="38" y="152"/>
                    </a:lnTo>
                    <a:lnTo>
                      <a:pt x="38" y="152"/>
                    </a:lnTo>
                    <a:lnTo>
                      <a:pt x="38" y="152"/>
                    </a:lnTo>
                    <a:lnTo>
                      <a:pt x="36" y="152"/>
                    </a:lnTo>
                    <a:lnTo>
                      <a:pt x="36" y="154"/>
                    </a:lnTo>
                    <a:lnTo>
                      <a:pt x="36" y="154"/>
                    </a:lnTo>
                    <a:lnTo>
                      <a:pt x="33" y="154"/>
                    </a:lnTo>
                    <a:lnTo>
                      <a:pt x="33" y="154"/>
                    </a:lnTo>
                    <a:lnTo>
                      <a:pt x="33" y="154"/>
                    </a:lnTo>
                    <a:lnTo>
                      <a:pt x="31" y="154"/>
                    </a:lnTo>
                    <a:lnTo>
                      <a:pt x="31" y="154"/>
                    </a:lnTo>
                    <a:lnTo>
                      <a:pt x="31" y="154"/>
                    </a:lnTo>
                    <a:lnTo>
                      <a:pt x="31" y="154"/>
                    </a:lnTo>
                    <a:lnTo>
                      <a:pt x="31" y="154"/>
                    </a:lnTo>
                    <a:lnTo>
                      <a:pt x="29" y="154"/>
                    </a:lnTo>
                    <a:lnTo>
                      <a:pt x="29" y="154"/>
                    </a:lnTo>
                    <a:lnTo>
                      <a:pt x="29" y="157"/>
                    </a:lnTo>
                    <a:lnTo>
                      <a:pt x="26" y="157"/>
                    </a:lnTo>
                    <a:lnTo>
                      <a:pt x="26" y="157"/>
                    </a:lnTo>
                    <a:lnTo>
                      <a:pt x="26" y="157"/>
                    </a:lnTo>
                    <a:lnTo>
                      <a:pt x="26" y="157"/>
                    </a:lnTo>
                    <a:lnTo>
                      <a:pt x="24" y="157"/>
                    </a:lnTo>
                    <a:lnTo>
                      <a:pt x="24" y="157"/>
                    </a:lnTo>
                    <a:lnTo>
                      <a:pt x="24" y="157"/>
                    </a:lnTo>
                    <a:lnTo>
                      <a:pt x="22" y="157"/>
                    </a:lnTo>
                    <a:lnTo>
                      <a:pt x="22" y="157"/>
                    </a:lnTo>
                    <a:lnTo>
                      <a:pt x="22" y="157"/>
                    </a:lnTo>
                    <a:lnTo>
                      <a:pt x="19" y="157"/>
                    </a:lnTo>
                    <a:lnTo>
                      <a:pt x="19" y="154"/>
                    </a:lnTo>
                    <a:lnTo>
                      <a:pt x="19" y="154"/>
                    </a:lnTo>
                    <a:lnTo>
                      <a:pt x="19" y="154"/>
                    </a:lnTo>
                    <a:lnTo>
                      <a:pt x="19" y="154"/>
                    </a:lnTo>
                    <a:lnTo>
                      <a:pt x="17" y="154"/>
                    </a:lnTo>
                    <a:lnTo>
                      <a:pt x="17" y="154"/>
                    </a:lnTo>
                    <a:lnTo>
                      <a:pt x="17" y="154"/>
                    </a:lnTo>
                    <a:lnTo>
                      <a:pt x="17" y="152"/>
                    </a:lnTo>
                    <a:lnTo>
                      <a:pt x="17" y="152"/>
                    </a:lnTo>
                    <a:lnTo>
                      <a:pt x="17" y="152"/>
                    </a:lnTo>
                    <a:lnTo>
                      <a:pt x="17" y="150"/>
                    </a:lnTo>
                    <a:lnTo>
                      <a:pt x="15" y="150"/>
                    </a:lnTo>
                    <a:lnTo>
                      <a:pt x="15" y="150"/>
                    </a:lnTo>
                    <a:lnTo>
                      <a:pt x="15" y="150"/>
                    </a:lnTo>
                    <a:lnTo>
                      <a:pt x="12" y="150"/>
                    </a:lnTo>
                    <a:lnTo>
                      <a:pt x="12" y="147"/>
                    </a:lnTo>
                    <a:lnTo>
                      <a:pt x="12" y="147"/>
                    </a:lnTo>
                    <a:lnTo>
                      <a:pt x="12" y="147"/>
                    </a:lnTo>
                    <a:lnTo>
                      <a:pt x="12" y="147"/>
                    </a:lnTo>
                    <a:lnTo>
                      <a:pt x="10" y="147"/>
                    </a:lnTo>
                    <a:lnTo>
                      <a:pt x="10" y="145"/>
                    </a:lnTo>
                    <a:lnTo>
                      <a:pt x="10" y="145"/>
                    </a:lnTo>
                    <a:lnTo>
                      <a:pt x="10" y="143"/>
                    </a:lnTo>
                    <a:lnTo>
                      <a:pt x="10" y="143"/>
                    </a:lnTo>
                    <a:lnTo>
                      <a:pt x="7" y="143"/>
                    </a:lnTo>
                    <a:lnTo>
                      <a:pt x="7" y="143"/>
                    </a:lnTo>
                    <a:lnTo>
                      <a:pt x="7" y="143"/>
                    </a:lnTo>
                    <a:lnTo>
                      <a:pt x="7" y="143"/>
                    </a:lnTo>
                    <a:lnTo>
                      <a:pt x="7" y="143"/>
                    </a:lnTo>
                    <a:lnTo>
                      <a:pt x="5" y="143"/>
                    </a:lnTo>
                    <a:lnTo>
                      <a:pt x="5" y="140"/>
                    </a:lnTo>
                    <a:lnTo>
                      <a:pt x="5" y="140"/>
                    </a:lnTo>
                    <a:lnTo>
                      <a:pt x="5" y="140"/>
                    </a:lnTo>
                    <a:lnTo>
                      <a:pt x="5" y="140"/>
                    </a:lnTo>
                    <a:lnTo>
                      <a:pt x="5" y="138"/>
                    </a:lnTo>
                    <a:lnTo>
                      <a:pt x="5" y="138"/>
                    </a:lnTo>
                    <a:lnTo>
                      <a:pt x="5" y="136"/>
                    </a:lnTo>
                    <a:lnTo>
                      <a:pt x="5" y="136"/>
                    </a:lnTo>
                    <a:lnTo>
                      <a:pt x="5" y="133"/>
                    </a:lnTo>
                    <a:lnTo>
                      <a:pt x="3" y="133"/>
                    </a:lnTo>
                    <a:lnTo>
                      <a:pt x="3" y="133"/>
                    </a:lnTo>
                    <a:lnTo>
                      <a:pt x="3" y="133"/>
                    </a:lnTo>
                    <a:lnTo>
                      <a:pt x="3" y="133"/>
                    </a:lnTo>
                    <a:lnTo>
                      <a:pt x="0" y="133"/>
                    </a:lnTo>
                    <a:lnTo>
                      <a:pt x="0" y="131"/>
                    </a:lnTo>
                    <a:lnTo>
                      <a:pt x="3" y="131"/>
                    </a:lnTo>
                    <a:lnTo>
                      <a:pt x="3" y="131"/>
                    </a:lnTo>
                    <a:lnTo>
                      <a:pt x="3" y="128"/>
                    </a:lnTo>
                    <a:lnTo>
                      <a:pt x="3" y="128"/>
                    </a:lnTo>
                    <a:lnTo>
                      <a:pt x="3" y="128"/>
                    </a:lnTo>
                    <a:lnTo>
                      <a:pt x="5" y="128"/>
                    </a:lnTo>
                    <a:lnTo>
                      <a:pt x="5" y="126"/>
                    </a:lnTo>
                    <a:lnTo>
                      <a:pt x="5" y="126"/>
                    </a:lnTo>
                    <a:lnTo>
                      <a:pt x="5" y="128"/>
                    </a:lnTo>
                    <a:lnTo>
                      <a:pt x="5" y="128"/>
                    </a:lnTo>
                    <a:lnTo>
                      <a:pt x="5" y="128"/>
                    </a:lnTo>
                    <a:lnTo>
                      <a:pt x="5" y="131"/>
                    </a:lnTo>
                    <a:lnTo>
                      <a:pt x="7" y="131"/>
                    </a:lnTo>
                    <a:lnTo>
                      <a:pt x="7" y="131"/>
                    </a:lnTo>
                    <a:lnTo>
                      <a:pt x="7" y="133"/>
                    </a:lnTo>
                    <a:lnTo>
                      <a:pt x="5" y="133"/>
                    </a:lnTo>
                    <a:lnTo>
                      <a:pt x="5" y="133"/>
                    </a:lnTo>
                    <a:lnTo>
                      <a:pt x="7" y="133"/>
                    </a:lnTo>
                    <a:lnTo>
                      <a:pt x="7" y="133"/>
                    </a:lnTo>
                    <a:lnTo>
                      <a:pt x="7" y="133"/>
                    </a:lnTo>
                    <a:lnTo>
                      <a:pt x="7" y="133"/>
                    </a:lnTo>
                    <a:lnTo>
                      <a:pt x="10" y="133"/>
                    </a:lnTo>
                    <a:lnTo>
                      <a:pt x="10" y="136"/>
                    </a:lnTo>
                    <a:lnTo>
                      <a:pt x="10" y="136"/>
                    </a:lnTo>
                    <a:lnTo>
                      <a:pt x="10" y="136"/>
                    </a:lnTo>
                    <a:lnTo>
                      <a:pt x="12" y="136"/>
                    </a:lnTo>
                    <a:lnTo>
                      <a:pt x="12" y="136"/>
                    </a:lnTo>
                    <a:lnTo>
                      <a:pt x="12" y="136"/>
                    </a:lnTo>
                    <a:lnTo>
                      <a:pt x="12" y="136"/>
                    </a:lnTo>
                    <a:lnTo>
                      <a:pt x="15" y="136"/>
                    </a:lnTo>
                    <a:lnTo>
                      <a:pt x="15" y="136"/>
                    </a:lnTo>
                    <a:lnTo>
                      <a:pt x="15" y="136"/>
                    </a:lnTo>
                    <a:lnTo>
                      <a:pt x="17" y="136"/>
                    </a:lnTo>
                    <a:lnTo>
                      <a:pt x="17" y="136"/>
                    </a:lnTo>
                    <a:lnTo>
                      <a:pt x="17" y="136"/>
                    </a:lnTo>
                    <a:lnTo>
                      <a:pt x="17" y="136"/>
                    </a:lnTo>
                    <a:lnTo>
                      <a:pt x="17" y="133"/>
                    </a:lnTo>
                    <a:lnTo>
                      <a:pt x="17" y="133"/>
                    </a:lnTo>
                    <a:lnTo>
                      <a:pt x="19" y="133"/>
                    </a:lnTo>
                    <a:lnTo>
                      <a:pt x="19" y="133"/>
                    </a:lnTo>
                    <a:lnTo>
                      <a:pt x="19" y="133"/>
                    </a:lnTo>
                    <a:lnTo>
                      <a:pt x="19" y="136"/>
                    </a:lnTo>
                    <a:lnTo>
                      <a:pt x="19" y="136"/>
                    </a:lnTo>
                    <a:lnTo>
                      <a:pt x="19" y="136"/>
                    </a:lnTo>
                    <a:lnTo>
                      <a:pt x="19" y="136"/>
                    </a:lnTo>
                    <a:lnTo>
                      <a:pt x="22" y="136"/>
                    </a:lnTo>
                    <a:lnTo>
                      <a:pt x="22" y="136"/>
                    </a:lnTo>
                    <a:lnTo>
                      <a:pt x="24" y="136"/>
                    </a:lnTo>
                    <a:lnTo>
                      <a:pt x="24" y="136"/>
                    </a:lnTo>
                    <a:lnTo>
                      <a:pt x="24" y="138"/>
                    </a:lnTo>
                    <a:lnTo>
                      <a:pt x="24" y="138"/>
                    </a:lnTo>
                    <a:lnTo>
                      <a:pt x="24" y="138"/>
                    </a:lnTo>
                    <a:lnTo>
                      <a:pt x="24" y="138"/>
                    </a:lnTo>
                    <a:lnTo>
                      <a:pt x="24" y="140"/>
                    </a:lnTo>
                    <a:lnTo>
                      <a:pt x="26" y="140"/>
                    </a:lnTo>
                    <a:lnTo>
                      <a:pt x="26" y="140"/>
                    </a:lnTo>
                    <a:lnTo>
                      <a:pt x="26" y="140"/>
                    </a:lnTo>
                    <a:lnTo>
                      <a:pt x="29" y="140"/>
                    </a:lnTo>
                    <a:lnTo>
                      <a:pt x="29" y="140"/>
                    </a:lnTo>
                    <a:lnTo>
                      <a:pt x="31" y="140"/>
                    </a:lnTo>
                    <a:lnTo>
                      <a:pt x="31" y="140"/>
                    </a:lnTo>
                    <a:lnTo>
                      <a:pt x="31" y="140"/>
                    </a:lnTo>
                    <a:lnTo>
                      <a:pt x="31" y="140"/>
                    </a:lnTo>
                    <a:lnTo>
                      <a:pt x="31" y="140"/>
                    </a:lnTo>
                    <a:lnTo>
                      <a:pt x="33" y="140"/>
                    </a:lnTo>
                    <a:lnTo>
                      <a:pt x="33" y="138"/>
                    </a:lnTo>
                    <a:lnTo>
                      <a:pt x="33" y="138"/>
                    </a:lnTo>
                    <a:lnTo>
                      <a:pt x="33" y="138"/>
                    </a:lnTo>
                    <a:lnTo>
                      <a:pt x="33" y="136"/>
                    </a:lnTo>
                    <a:lnTo>
                      <a:pt x="33" y="136"/>
                    </a:lnTo>
                    <a:lnTo>
                      <a:pt x="33" y="136"/>
                    </a:lnTo>
                    <a:lnTo>
                      <a:pt x="33" y="133"/>
                    </a:lnTo>
                    <a:lnTo>
                      <a:pt x="33" y="133"/>
                    </a:lnTo>
                    <a:lnTo>
                      <a:pt x="33" y="133"/>
                    </a:lnTo>
                    <a:lnTo>
                      <a:pt x="36" y="133"/>
                    </a:lnTo>
                    <a:lnTo>
                      <a:pt x="36" y="131"/>
                    </a:lnTo>
                    <a:lnTo>
                      <a:pt x="36" y="131"/>
                    </a:lnTo>
                    <a:lnTo>
                      <a:pt x="36" y="131"/>
                    </a:lnTo>
                    <a:lnTo>
                      <a:pt x="36" y="128"/>
                    </a:lnTo>
                    <a:lnTo>
                      <a:pt x="36" y="128"/>
                    </a:lnTo>
                    <a:lnTo>
                      <a:pt x="36" y="126"/>
                    </a:lnTo>
                    <a:lnTo>
                      <a:pt x="36" y="126"/>
                    </a:lnTo>
                    <a:lnTo>
                      <a:pt x="36" y="126"/>
                    </a:lnTo>
                    <a:lnTo>
                      <a:pt x="36" y="124"/>
                    </a:lnTo>
                    <a:lnTo>
                      <a:pt x="36" y="124"/>
                    </a:lnTo>
                    <a:lnTo>
                      <a:pt x="36" y="124"/>
                    </a:lnTo>
                    <a:lnTo>
                      <a:pt x="36" y="124"/>
                    </a:lnTo>
                    <a:lnTo>
                      <a:pt x="36" y="121"/>
                    </a:lnTo>
                    <a:lnTo>
                      <a:pt x="36" y="121"/>
                    </a:lnTo>
                    <a:lnTo>
                      <a:pt x="36" y="119"/>
                    </a:lnTo>
                    <a:lnTo>
                      <a:pt x="36" y="119"/>
                    </a:lnTo>
                    <a:lnTo>
                      <a:pt x="38" y="119"/>
                    </a:lnTo>
                    <a:lnTo>
                      <a:pt x="38" y="117"/>
                    </a:lnTo>
                    <a:lnTo>
                      <a:pt x="38" y="117"/>
                    </a:lnTo>
                    <a:lnTo>
                      <a:pt x="38" y="117"/>
                    </a:lnTo>
                    <a:lnTo>
                      <a:pt x="38" y="117"/>
                    </a:lnTo>
                    <a:lnTo>
                      <a:pt x="38" y="114"/>
                    </a:lnTo>
                    <a:lnTo>
                      <a:pt x="38" y="114"/>
                    </a:lnTo>
                    <a:lnTo>
                      <a:pt x="38" y="114"/>
                    </a:lnTo>
                    <a:lnTo>
                      <a:pt x="38" y="114"/>
                    </a:lnTo>
                    <a:lnTo>
                      <a:pt x="38" y="112"/>
                    </a:lnTo>
                    <a:lnTo>
                      <a:pt x="38" y="112"/>
                    </a:lnTo>
                    <a:lnTo>
                      <a:pt x="38" y="109"/>
                    </a:lnTo>
                    <a:lnTo>
                      <a:pt x="38" y="109"/>
                    </a:lnTo>
                    <a:lnTo>
                      <a:pt x="38" y="109"/>
                    </a:lnTo>
                    <a:lnTo>
                      <a:pt x="41" y="109"/>
                    </a:lnTo>
                    <a:lnTo>
                      <a:pt x="41" y="109"/>
                    </a:lnTo>
                    <a:lnTo>
                      <a:pt x="41" y="109"/>
                    </a:lnTo>
                    <a:lnTo>
                      <a:pt x="43" y="109"/>
                    </a:lnTo>
                    <a:lnTo>
                      <a:pt x="43" y="109"/>
                    </a:lnTo>
                    <a:lnTo>
                      <a:pt x="43" y="109"/>
                    </a:lnTo>
                    <a:lnTo>
                      <a:pt x="45" y="109"/>
                    </a:lnTo>
                    <a:lnTo>
                      <a:pt x="45" y="109"/>
                    </a:lnTo>
                    <a:lnTo>
                      <a:pt x="45" y="109"/>
                    </a:lnTo>
                    <a:lnTo>
                      <a:pt x="45" y="107"/>
                    </a:lnTo>
                    <a:lnTo>
                      <a:pt x="45" y="107"/>
                    </a:lnTo>
                    <a:lnTo>
                      <a:pt x="45" y="107"/>
                    </a:lnTo>
                    <a:lnTo>
                      <a:pt x="48" y="107"/>
                    </a:lnTo>
                    <a:lnTo>
                      <a:pt x="48" y="107"/>
                    </a:lnTo>
                    <a:lnTo>
                      <a:pt x="50" y="107"/>
                    </a:lnTo>
                    <a:lnTo>
                      <a:pt x="50" y="107"/>
                    </a:lnTo>
                    <a:lnTo>
                      <a:pt x="50" y="107"/>
                    </a:lnTo>
                    <a:lnTo>
                      <a:pt x="52" y="107"/>
                    </a:lnTo>
                    <a:lnTo>
                      <a:pt x="52" y="107"/>
                    </a:lnTo>
                    <a:lnTo>
                      <a:pt x="52" y="107"/>
                    </a:lnTo>
                    <a:lnTo>
                      <a:pt x="55" y="107"/>
                    </a:lnTo>
                    <a:lnTo>
                      <a:pt x="55" y="105"/>
                    </a:lnTo>
                    <a:lnTo>
                      <a:pt x="55" y="105"/>
                    </a:lnTo>
                    <a:lnTo>
                      <a:pt x="57" y="105"/>
                    </a:lnTo>
                    <a:lnTo>
                      <a:pt x="57" y="105"/>
                    </a:lnTo>
                    <a:lnTo>
                      <a:pt x="57" y="105"/>
                    </a:lnTo>
                    <a:lnTo>
                      <a:pt x="57" y="105"/>
                    </a:lnTo>
                    <a:lnTo>
                      <a:pt x="59" y="105"/>
                    </a:lnTo>
                    <a:lnTo>
                      <a:pt x="59" y="105"/>
                    </a:lnTo>
                    <a:lnTo>
                      <a:pt x="59" y="105"/>
                    </a:lnTo>
                    <a:lnTo>
                      <a:pt x="62" y="105"/>
                    </a:lnTo>
                    <a:lnTo>
                      <a:pt x="62" y="105"/>
                    </a:lnTo>
                    <a:lnTo>
                      <a:pt x="62" y="105"/>
                    </a:lnTo>
                    <a:lnTo>
                      <a:pt x="64" y="105"/>
                    </a:lnTo>
                    <a:lnTo>
                      <a:pt x="64" y="105"/>
                    </a:lnTo>
                    <a:lnTo>
                      <a:pt x="64" y="105"/>
                    </a:lnTo>
                    <a:lnTo>
                      <a:pt x="64" y="102"/>
                    </a:lnTo>
                    <a:lnTo>
                      <a:pt x="67" y="102"/>
                    </a:lnTo>
                    <a:lnTo>
                      <a:pt x="67" y="102"/>
                    </a:lnTo>
                    <a:lnTo>
                      <a:pt x="67" y="102"/>
                    </a:lnTo>
                    <a:lnTo>
                      <a:pt x="69" y="102"/>
                    </a:lnTo>
                    <a:lnTo>
                      <a:pt x="69" y="102"/>
                    </a:lnTo>
                    <a:lnTo>
                      <a:pt x="69" y="102"/>
                    </a:lnTo>
                    <a:lnTo>
                      <a:pt x="71" y="102"/>
                    </a:lnTo>
                    <a:lnTo>
                      <a:pt x="71" y="102"/>
                    </a:lnTo>
                    <a:lnTo>
                      <a:pt x="71" y="102"/>
                    </a:lnTo>
                    <a:lnTo>
                      <a:pt x="71" y="100"/>
                    </a:lnTo>
                    <a:lnTo>
                      <a:pt x="74" y="100"/>
                    </a:lnTo>
                    <a:lnTo>
                      <a:pt x="74" y="100"/>
                    </a:lnTo>
                    <a:lnTo>
                      <a:pt x="74" y="100"/>
                    </a:lnTo>
                    <a:lnTo>
                      <a:pt x="74" y="100"/>
                    </a:lnTo>
                    <a:lnTo>
                      <a:pt x="76" y="100"/>
                    </a:lnTo>
                    <a:lnTo>
                      <a:pt x="76" y="98"/>
                    </a:lnTo>
                    <a:lnTo>
                      <a:pt x="76" y="98"/>
                    </a:lnTo>
                    <a:lnTo>
                      <a:pt x="76" y="98"/>
                    </a:lnTo>
                    <a:lnTo>
                      <a:pt x="76" y="95"/>
                    </a:lnTo>
                    <a:lnTo>
                      <a:pt x="78" y="95"/>
                    </a:lnTo>
                    <a:lnTo>
                      <a:pt x="78" y="95"/>
                    </a:lnTo>
                    <a:lnTo>
                      <a:pt x="78" y="95"/>
                    </a:lnTo>
                    <a:lnTo>
                      <a:pt x="78" y="95"/>
                    </a:lnTo>
                    <a:lnTo>
                      <a:pt x="78" y="95"/>
                    </a:lnTo>
                    <a:lnTo>
                      <a:pt x="78" y="93"/>
                    </a:lnTo>
                    <a:lnTo>
                      <a:pt x="81" y="93"/>
                    </a:lnTo>
                    <a:lnTo>
                      <a:pt x="81" y="93"/>
                    </a:lnTo>
                    <a:lnTo>
                      <a:pt x="81" y="93"/>
                    </a:lnTo>
                    <a:lnTo>
                      <a:pt x="81" y="90"/>
                    </a:lnTo>
                    <a:lnTo>
                      <a:pt x="81" y="90"/>
                    </a:lnTo>
                    <a:lnTo>
                      <a:pt x="81" y="90"/>
                    </a:lnTo>
                    <a:lnTo>
                      <a:pt x="81" y="88"/>
                    </a:lnTo>
                    <a:lnTo>
                      <a:pt x="83" y="88"/>
                    </a:lnTo>
                    <a:lnTo>
                      <a:pt x="83" y="88"/>
                    </a:lnTo>
                    <a:lnTo>
                      <a:pt x="83" y="88"/>
                    </a:lnTo>
                    <a:lnTo>
                      <a:pt x="83" y="86"/>
                    </a:lnTo>
                    <a:lnTo>
                      <a:pt x="83" y="86"/>
                    </a:lnTo>
                    <a:lnTo>
                      <a:pt x="86" y="86"/>
                    </a:lnTo>
                    <a:lnTo>
                      <a:pt x="86" y="83"/>
                    </a:lnTo>
                    <a:lnTo>
                      <a:pt x="86" y="83"/>
                    </a:lnTo>
                    <a:lnTo>
                      <a:pt x="86" y="83"/>
                    </a:lnTo>
                    <a:lnTo>
                      <a:pt x="86" y="83"/>
                    </a:lnTo>
                    <a:lnTo>
                      <a:pt x="86" y="83"/>
                    </a:lnTo>
                    <a:lnTo>
                      <a:pt x="86" y="81"/>
                    </a:lnTo>
                    <a:lnTo>
                      <a:pt x="88" y="81"/>
                    </a:lnTo>
                    <a:lnTo>
                      <a:pt x="88" y="81"/>
                    </a:lnTo>
                    <a:lnTo>
                      <a:pt x="88" y="81"/>
                    </a:lnTo>
                    <a:lnTo>
                      <a:pt x="88" y="79"/>
                    </a:lnTo>
                    <a:lnTo>
                      <a:pt x="90" y="79"/>
                    </a:lnTo>
                    <a:lnTo>
                      <a:pt x="90" y="79"/>
                    </a:lnTo>
                    <a:lnTo>
                      <a:pt x="90" y="79"/>
                    </a:lnTo>
                    <a:lnTo>
                      <a:pt x="90" y="76"/>
                    </a:lnTo>
                    <a:lnTo>
                      <a:pt x="90" y="76"/>
                    </a:lnTo>
                    <a:lnTo>
                      <a:pt x="90" y="76"/>
                    </a:lnTo>
                    <a:lnTo>
                      <a:pt x="93" y="76"/>
                    </a:lnTo>
                    <a:lnTo>
                      <a:pt x="93" y="74"/>
                    </a:lnTo>
                    <a:lnTo>
                      <a:pt x="93" y="74"/>
                    </a:lnTo>
                    <a:lnTo>
                      <a:pt x="93" y="74"/>
                    </a:lnTo>
                    <a:lnTo>
                      <a:pt x="93" y="74"/>
                    </a:lnTo>
                    <a:lnTo>
                      <a:pt x="93" y="72"/>
                    </a:lnTo>
                    <a:lnTo>
                      <a:pt x="93" y="72"/>
                    </a:lnTo>
                    <a:lnTo>
                      <a:pt x="93" y="72"/>
                    </a:lnTo>
                    <a:lnTo>
                      <a:pt x="95" y="72"/>
                    </a:lnTo>
                    <a:lnTo>
                      <a:pt x="95" y="69"/>
                    </a:lnTo>
                    <a:lnTo>
                      <a:pt x="95" y="69"/>
                    </a:lnTo>
                    <a:lnTo>
                      <a:pt x="95" y="69"/>
                    </a:lnTo>
                    <a:lnTo>
                      <a:pt x="95" y="67"/>
                    </a:lnTo>
                    <a:lnTo>
                      <a:pt x="95" y="67"/>
                    </a:lnTo>
                    <a:lnTo>
                      <a:pt x="95" y="64"/>
                    </a:lnTo>
                    <a:lnTo>
                      <a:pt x="97" y="64"/>
                    </a:lnTo>
                    <a:lnTo>
                      <a:pt x="97" y="64"/>
                    </a:lnTo>
                    <a:lnTo>
                      <a:pt x="97" y="64"/>
                    </a:lnTo>
                    <a:lnTo>
                      <a:pt x="95" y="64"/>
                    </a:lnTo>
                    <a:lnTo>
                      <a:pt x="95" y="62"/>
                    </a:lnTo>
                    <a:lnTo>
                      <a:pt x="95" y="62"/>
                    </a:lnTo>
                    <a:lnTo>
                      <a:pt x="95" y="62"/>
                    </a:lnTo>
                    <a:lnTo>
                      <a:pt x="95" y="60"/>
                    </a:lnTo>
                    <a:lnTo>
                      <a:pt x="95" y="60"/>
                    </a:lnTo>
                    <a:lnTo>
                      <a:pt x="97" y="60"/>
                    </a:lnTo>
                    <a:lnTo>
                      <a:pt x="97" y="60"/>
                    </a:lnTo>
                    <a:lnTo>
                      <a:pt x="97" y="60"/>
                    </a:lnTo>
                    <a:lnTo>
                      <a:pt x="100" y="60"/>
                    </a:lnTo>
                    <a:lnTo>
                      <a:pt x="100" y="60"/>
                    </a:lnTo>
                    <a:lnTo>
                      <a:pt x="100" y="60"/>
                    </a:lnTo>
                    <a:lnTo>
                      <a:pt x="100" y="62"/>
                    </a:lnTo>
                    <a:lnTo>
                      <a:pt x="102" y="62"/>
                    </a:lnTo>
                    <a:lnTo>
                      <a:pt x="102" y="62"/>
                    </a:lnTo>
                    <a:lnTo>
                      <a:pt x="102" y="62"/>
                    </a:lnTo>
                    <a:lnTo>
                      <a:pt x="102" y="64"/>
                    </a:lnTo>
                    <a:lnTo>
                      <a:pt x="102" y="64"/>
                    </a:lnTo>
                    <a:lnTo>
                      <a:pt x="104" y="64"/>
                    </a:lnTo>
                    <a:lnTo>
                      <a:pt x="104" y="64"/>
                    </a:lnTo>
                    <a:lnTo>
                      <a:pt x="104" y="67"/>
                    </a:lnTo>
                    <a:lnTo>
                      <a:pt x="104" y="67"/>
                    </a:lnTo>
                    <a:lnTo>
                      <a:pt x="104" y="69"/>
                    </a:lnTo>
                    <a:lnTo>
                      <a:pt x="104" y="69"/>
                    </a:lnTo>
                    <a:lnTo>
                      <a:pt x="104" y="69"/>
                    </a:lnTo>
                    <a:lnTo>
                      <a:pt x="104" y="72"/>
                    </a:lnTo>
                    <a:lnTo>
                      <a:pt x="104" y="72"/>
                    </a:lnTo>
                    <a:lnTo>
                      <a:pt x="104" y="72"/>
                    </a:lnTo>
                    <a:lnTo>
                      <a:pt x="107" y="72"/>
                    </a:lnTo>
                    <a:lnTo>
                      <a:pt x="107" y="72"/>
                    </a:lnTo>
                    <a:lnTo>
                      <a:pt x="107" y="74"/>
                    </a:lnTo>
                    <a:lnTo>
                      <a:pt x="107" y="74"/>
                    </a:lnTo>
                    <a:lnTo>
                      <a:pt x="107" y="74"/>
                    </a:lnTo>
                    <a:lnTo>
                      <a:pt x="107" y="74"/>
                    </a:lnTo>
                    <a:lnTo>
                      <a:pt x="109" y="74"/>
                    </a:lnTo>
                    <a:lnTo>
                      <a:pt x="109" y="76"/>
                    </a:lnTo>
                    <a:lnTo>
                      <a:pt x="109" y="76"/>
                    </a:lnTo>
                    <a:lnTo>
                      <a:pt x="109" y="76"/>
                    </a:lnTo>
                    <a:lnTo>
                      <a:pt x="112" y="76"/>
                    </a:lnTo>
                    <a:lnTo>
                      <a:pt x="112" y="79"/>
                    </a:lnTo>
                    <a:lnTo>
                      <a:pt x="112" y="79"/>
                    </a:lnTo>
                    <a:lnTo>
                      <a:pt x="112" y="76"/>
                    </a:lnTo>
                    <a:lnTo>
                      <a:pt x="112" y="76"/>
                    </a:lnTo>
                    <a:lnTo>
                      <a:pt x="112" y="76"/>
                    </a:lnTo>
                    <a:lnTo>
                      <a:pt x="114" y="76"/>
                    </a:lnTo>
                    <a:lnTo>
                      <a:pt x="114" y="74"/>
                    </a:lnTo>
                    <a:lnTo>
                      <a:pt x="114" y="74"/>
                    </a:lnTo>
                    <a:lnTo>
                      <a:pt x="114" y="74"/>
                    </a:lnTo>
                    <a:lnTo>
                      <a:pt x="114" y="74"/>
                    </a:lnTo>
                    <a:lnTo>
                      <a:pt x="114" y="74"/>
                    </a:lnTo>
                    <a:lnTo>
                      <a:pt x="114" y="72"/>
                    </a:lnTo>
                    <a:lnTo>
                      <a:pt x="114" y="72"/>
                    </a:lnTo>
                    <a:lnTo>
                      <a:pt x="114" y="69"/>
                    </a:lnTo>
                    <a:lnTo>
                      <a:pt x="116" y="69"/>
                    </a:lnTo>
                    <a:lnTo>
                      <a:pt x="116" y="69"/>
                    </a:lnTo>
                    <a:lnTo>
                      <a:pt x="116" y="67"/>
                    </a:lnTo>
                    <a:lnTo>
                      <a:pt x="114" y="67"/>
                    </a:lnTo>
                    <a:lnTo>
                      <a:pt x="114" y="67"/>
                    </a:lnTo>
                    <a:lnTo>
                      <a:pt x="114" y="64"/>
                    </a:lnTo>
                    <a:lnTo>
                      <a:pt x="114" y="64"/>
                    </a:lnTo>
                    <a:lnTo>
                      <a:pt x="114" y="64"/>
                    </a:lnTo>
                    <a:lnTo>
                      <a:pt x="114" y="64"/>
                    </a:lnTo>
                    <a:lnTo>
                      <a:pt x="114" y="62"/>
                    </a:lnTo>
                    <a:lnTo>
                      <a:pt x="114" y="62"/>
                    </a:lnTo>
                    <a:lnTo>
                      <a:pt x="114" y="60"/>
                    </a:lnTo>
                    <a:lnTo>
                      <a:pt x="114" y="60"/>
                    </a:lnTo>
                    <a:lnTo>
                      <a:pt x="114" y="60"/>
                    </a:lnTo>
                    <a:lnTo>
                      <a:pt x="114" y="57"/>
                    </a:lnTo>
                    <a:lnTo>
                      <a:pt x="116" y="57"/>
                    </a:lnTo>
                    <a:lnTo>
                      <a:pt x="116" y="57"/>
                    </a:lnTo>
                    <a:lnTo>
                      <a:pt x="116" y="57"/>
                    </a:lnTo>
                    <a:lnTo>
                      <a:pt x="119" y="57"/>
                    </a:lnTo>
                    <a:lnTo>
                      <a:pt x="119" y="57"/>
                    </a:lnTo>
                    <a:lnTo>
                      <a:pt x="119" y="55"/>
                    </a:lnTo>
                    <a:lnTo>
                      <a:pt x="119" y="55"/>
                    </a:lnTo>
                    <a:lnTo>
                      <a:pt x="119" y="55"/>
                    </a:lnTo>
                    <a:lnTo>
                      <a:pt x="121" y="55"/>
                    </a:lnTo>
                    <a:lnTo>
                      <a:pt x="121" y="55"/>
                    </a:lnTo>
                    <a:lnTo>
                      <a:pt x="121" y="57"/>
                    </a:lnTo>
                    <a:lnTo>
                      <a:pt x="119" y="57"/>
                    </a:lnTo>
                    <a:lnTo>
                      <a:pt x="119" y="57"/>
                    </a:lnTo>
                    <a:lnTo>
                      <a:pt x="119" y="60"/>
                    </a:lnTo>
                    <a:lnTo>
                      <a:pt x="119" y="60"/>
                    </a:lnTo>
                    <a:lnTo>
                      <a:pt x="119" y="62"/>
                    </a:lnTo>
                    <a:lnTo>
                      <a:pt x="119" y="62"/>
                    </a:lnTo>
                    <a:lnTo>
                      <a:pt x="119" y="64"/>
                    </a:lnTo>
                    <a:lnTo>
                      <a:pt x="121" y="64"/>
                    </a:lnTo>
                    <a:lnTo>
                      <a:pt x="121" y="64"/>
                    </a:lnTo>
                    <a:lnTo>
                      <a:pt x="121" y="64"/>
                    </a:lnTo>
                    <a:lnTo>
                      <a:pt x="121" y="67"/>
                    </a:lnTo>
                    <a:lnTo>
                      <a:pt x="121" y="67"/>
                    </a:lnTo>
                    <a:lnTo>
                      <a:pt x="121" y="69"/>
                    </a:lnTo>
                    <a:lnTo>
                      <a:pt x="121" y="69"/>
                    </a:lnTo>
                    <a:lnTo>
                      <a:pt x="123" y="69"/>
                    </a:lnTo>
                    <a:lnTo>
                      <a:pt x="123" y="69"/>
                    </a:lnTo>
                    <a:lnTo>
                      <a:pt x="123" y="69"/>
                    </a:lnTo>
                    <a:lnTo>
                      <a:pt x="123" y="69"/>
                    </a:lnTo>
                    <a:lnTo>
                      <a:pt x="126" y="69"/>
                    </a:lnTo>
                    <a:lnTo>
                      <a:pt x="126" y="72"/>
                    </a:lnTo>
                    <a:lnTo>
                      <a:pt x="126" y="72"/>
                    </a:lnTo>
                    <a:lnTo>
                      <a:pt x="126" y="69"/>
                    </a:lnTo>
                    <a:lnTo>
                      <a:pt x="126" y="69"/>
                    </a:lnTo>
                    <a:lnTo>
                      <a:pt x="126" y="67"/>
                    </a:lnTo>
                    <a:lnTo>
                      <a:pt x="126" y="67"/>
                    </a:lnTo>
                    <a:lnTo>
                      <a:pt x="126" y="67"/>
                    </a:lnTo>
                    <a:lnTo>
                      <a:pt x="126" y="64"/>
                    </a:lnTo>
                    <a:lnTo>
                      <a:pt x="123" y="64"/>
                    </a:lnTo>
                    <a:lnTo>
                      <a:pt x="123" y="64"/>
                    </a:lnTo>
                    <a:lnTo>
                      <a:pt x="126" y="64"/>
                    </a:lnTo>
                    <a:lnTo>
                      <a:pt x="126" y="64"/>
                    </a:lnTo>
                    <a:lnTo>
                      <a:pt x="126" y="62"/>
                    </a:lnTo>
                    <a:lnTo>
                      <a:pt x="123" y="62"/>
                    </a:lnTo>
                    <a:lnTo>
                      <a:pt x="123" y="62"/>
                    </a:lnTo>
                    <a:lnTo>
                      <a:pt x="123" y="60"/>
                    </a:lnTo>
                    <a:lnTo>
                      <a:pt x="123" y="60"/>
                    </a:lnTo>
                    <a:lnTo>
                      <a:pt x="123" y="57"/>
                    </a:lnTo>
                    <a:lnTo>
                      <a:pt x="123" y="57"/>
                    </a:lnTo>
                    <a:lnTo>
                      <a:pt x="123" y="57"/>
                    </a:lnTo>
                    <a:lnTo>
                      <a:pt x="123" y="57"/>
                    </a:lnTo>
                    <a:lnTo>
                      <a:pt x="123" y="55"/>
                    </a:lnTo>
                    <a:lnTo>
                      <a:pt x="123" y="55"/>
                    </a:lnTo>
                    <a:lnTo>
                      <a:pt x="123" y="55"/>
                    </a:lnTo>
                    <a:lnTo>
                      <a:pt x="123" y="55"/>
                    </a:lnTo>
                    <a:lnTo>
                      <a:pt x="123" y="53"/>
                    </a:lnTo>
                    <a:lnTo>
                      <a:pt x="123" y="53"/>
                    </a:lnTo>
                    <a:lnTo>
                      <a:pt x="126" y="53"/>
                    </a:lnTo>
                    <a:lnTo>
                      <a:pt x="126" y="55"/>
                    </a:lnTo>
                    <a:lnTo>
                      <a:pt x="126" y="55"/>
                    </a:lnTo>
                    <a:lnTo>
                      <a:pt x="126" y="55"/>
                    </a:lnTo>
                    <a:lnTo>
                      <a:pt x="126" y="55"/>
                    </a:lnTo>
                    <a:lnTo>
                      <a:pt x="126" y="55"/>
                    </a:lnTo>
                    <a:lnTo>
                      <a:pt x="126" y="53"/>
                    </a:lnTo>
                    <a:lnTo>
                      <a:pt x="128" y="53"/>
                    </a:lnTo>
                    <a:lnTo>
                      <a:pt x="128" y="53"/>
                    </a:lnTo>
                    <a:lnTo>
                      <a:pt x="128" y="53"/>
                    </a:lnTo>
                    <a:lnTo>
                      <a:pt x="130" y="53"/>
                    </a:lnTo>
                    <a:lnTo>
                      <a:pt x="130" y="50"/>
                    </a:lnTo>
                    <a:lnTo>
                      <a:pt x="130" y="50"/>
                    </a:lnTo>
                    <a:lnTo>
                      <a:pt x="130" y="50"/>
                    </a:lnTo>
                    <a:lnTo>
                      <a:pt x="130" y="48"/>
                    </a:lnTo>
                    <a:lnTo>
                      <a:pt x="130" y="48"/>
                    </a:lnTo>
                    <a:lnTo>
                      <a:pt x="128" y="48"/>
                    </a:lnTo>
                    <a:lnTo>
                      <a:pt x="128" y="48"/>
                    </a:lnTo>
                    <a:lnTo>
                      <a:pt x="128" y="48"/>
                    </a:lnTo>
                    <a:lnTo>
                      <a:pt x="126" y="48"/>
                    </a:lnTo>
                    <a:lnTo>
                      <a:pt x="126" y="45"/>
                    </a:lnTo>
                    <a:lnTo>
                      <a:pt x="126" y="45"/>
                    </a:lnTo>
                    <a:lnTo>
                      <a:pt x="126" y="48"/>
                    </a:lnTo>
                    <a:lnTo>
                      <a:pt x="126" y="48"/>
                    </a:lnTo>
                    <a:lnTo>
                      <a:pt x="123" y="48"/>
                    </a:lnTo>
                    <a:lnTo>
                      <a:pt x="123" y="48"/>
                    </a:lnTo>
                    <a:lnTo>
                      <a:pt x="123" y="48"/>
                    </a:lnTo>
                    <a:lnTo>
                      <a:pt x="123" y="48"/>
                    </a:lnTo>
                    <a:lnTo>
                      <a:pt x="121" y="48"/>
                    </a:lnTo>
                    <a:lnTo>
                      <a:pt x="121" y="48"/>
                    </a:lnTo>
                    <a:lnTo>
                      <a:pt x="121" y="45"/>
                    </a:lnTo>
                    <a:lnTo>
                      <a:pt x="123" y="45"/>
                    </a:lnTo>
                    <a:lnTo>
                      <a:pt x="123" y="45"/>
                    </a:lnTo>
                    <a:lnTo>
                      <a:pt x="123" y="45"/>
                    </a:lnTo>
                    <a:lnTo>
                      <a:pt x="123" y="45"/>
                    </a:lnTo>
                    <a:lnTo>
                      <a:pt x="123" y="43"/>
                    </a:lnTo>
                    <a:lnTo>
                      <a:pt x="123" y="43"/>
                    </a:lnTo>
                    <a:lnTo>
                      <a:pt x="123" y="43"/>
                    </a:lnTo>
                    <a:lnTo>
                      <a:pt x="126" y="43"/>
                    </a:lnTo>
                    <a:lnTo>
                      <a:pt x="126" y="43"/>
                    </a:lnTo>
                    <a:lnTo>
                      <a:pt x="126" y="45"/>
                    </a:lnTo>
                    <a:lnTo>
                      <a:pt x="126" y="45"/>
                    </a:lnTo>
                    <a:lnTo>
                      <a:pt x="126" y="45"/>
                    </a:lnTo>
                    <a:lnTo>
                      <a:pt x="126" y="45"/>
                    </a:lnTo>
                    <a:lnTo>
                      <a:pt x="126" y="43"/>
                    </a:lnTo>
                    <a:lnTo>
                      <a:pt x="126" y="43"/>
                    </a:lnTo>
                    <a:lnTo>
                      <a:pt x="126" y="43"/>
                    </a:lnTo>
                    <a:lnTo>
                      <a:pt x="128" y="43"/>
                    </a:lnTo>
                    <a:lnTo>
                      <a:pt x="128" y="41"/>
                    </a:lnTo>
                    <a:lnTo>
                      <a:pt x="128" y="41"/>
                    </a:lnTo>
                    <a:lnTo>
                      <a:pt x="128" y="41"/>
                    </a:lnTo>
                    <a:lnTo>
                      <a:pt x="130" y="41"/>
                    </a:lnTo>
                    <a:lnTo>
                      <a:pt x="130" y="38"/>
                    </a:lnTo>
                    <a:lnTo>
                      <a:pt x="130" y="38"/>
                    </a:lnTo>
                    <a:lnTo>
                      <a:pt x="130" y="38"/>
                    </a:lnTo>
                    <a:lnTo>
                      <a:pt x="130" y="36"/>
                    </a:lnTo>
                    <a:lnTo>
                      <a:pt x="130" y="36"/>
                    </a:lnTo>
                    <a:lnTo>
                      <a:pt x="133" y="36"/>
                    </a:lnTo>
                    <a:lnTo>
                      <a:pt x="133" y="38"/>
                    </a:lnTo>
                    <a:lnTo>
                      <a:pt x="133" y="38"/>
                    </a:lnTo>
                    <a:lnTo>
                      <a:pt x="133" y="38"/>
                    </a:lnTo>
                    <a:lnTo>
                      <a:pt x="133" y="38"/>
                    </a:lnTo>
                    <a:lnTo>
                      <a:pt x="135" y="38"/>
                    </a:lnTo>
                    <a:lnTo>
                      <a:pt x="135" y="38"/>
                    </a:lnTo>
                    <a:lnTo>
                      <a:pt x="138" y="38"/>
                    </a:lnTo>
                    <a:lnTo>
                      <a:pt x="138" y="38"/>
                    </a:lnTo>
                    <a:lnTo>
                      <a:pt x="138" y="38"/>
                    </a:lnTo>
                    <a:lnTo>
                      <a:pt x="138" y="36"/>
                    </a:lnTo>
                    <a:lnTo>
                      <a:pt x="138" y="36"/>
                    </a:lnTo>
                    <a:lnTo>
                      <a:pt x="138" y="36"/>
                    </a:lnTo>
                    <a:lnTo>
                      <a:pt x="138" y="34"/>
                    </a:lnTo>
                    <a:lnTo>
                      <a:pt x="138" y="34"/>
                    </a:lnTo>
                    <a:lnTo>
                      <a:pt x="140" y="34"/>
                    </a:lnTo>
                    <a:lnTo>
                      <a:pt x="140" y="34"/>
                    </a:lnTo>
                    <a:lnTo>
                      <a:pt x="140" y="34"/>
                    </a:lnTo>
                    <a:lnTo>
                      <a:pt x="140" y="31"/>
                    </a:lnTo>
                    <a:lnTo>
                      <a:pt x="140" y="31"/>
                    </a:lnTo>
                    <a:lnTo>
                      <a:pt x="140" y="29"/>
                    </a:lnTo>
                    <a:lnTo>
                      <a:pt x="140" y="29"/>
                    </a:lnTo>
                    <a:lnTo>
                      <a:pt x="140" y="29"/>
                    </a:lnTo>
                    <a:lnTo>
                      <a:pt x="140" y="29"/>
                    </a:lnTo>
                    <a:lnTo>
                      <a:pt x="140" y="26"/>
                    </a:lnTo>
                    <a:lnTo>
                      <a:pt x="140" y="26"/>
                    </a:lnTo>
                    <a:lnTo>
                      <a:pt x="140" y="26"/>
                    </a:lnTo>
                    <a:lnTo>
                      <a:pt x="140" y="24"/>
                    </a:lnTo>
                    <a:lnTo>
                      <a:pt x="142" y="24"/>
                    </a:lnTo>
                    <a:lnTo>
                      <a:pt x="142" y="24"/>
                    </a:lnTo>
                    <a:lnTo>
                      <a:pt x="142" y="24"/>
                    </a:lnTo>
                    <a:lnTo>
                      <a:pt x="142" y="24"/>
                    </a:lnTo>
                    <a:lnTo>
                      <a:pt x="145" y="24"/>
                    </a:lnTo>
                    <a:lnTo>
                      <a:pt x="145" y="22"/>
                    </a:lnTo>
                    <a:lnTo>
                      <a:pt x="145" y="22"/>
                    </a:lnTo>
                    <a:lnTo>
                      <a:pt x="145" y="22"/>
                    </a:lnTo>
                    <a:lnTo>
                      <a:pt x="145" y="19"/>
                    </a:lnTo>
                    <a:lnTo>
                      <a:pt x="145" y="19"/>
                    </a:lnTo>
                    <a:lnTo>
                      <a:pt x="147" y="19"/>
                    </a:lnTo>
                    <a:lnTo>
                      <a:pt x="147" y="19"/>
                    </a:lnTo>
                    <a:lnTo>
                      <a:pt x="147" y="17"/>
                    </a:lnTo>
                    <a:lnTo>
                      <a:pt x="147" y="17"/>
                    </a:lnTo>
                    <a:lnTo>
                      <a:pt x="147" y="17"/>
                    </a:lnTo>
                    <a:lnTo>
                      <a:pt x="147" y="17"/>
                    </a:lnTo>
                    <a:lnTo>
                      <a:pt x="149" y="17"/>
                    </a:lnTo>
                    <a:lnTo>
                      <a:pt x="149" y="15"/>
                    </a:lnTo>
                    <a:lnTo>
                      <a:pt x="149" y="15"/>
                    </a:lnTo>
                    <a:lnTo>
                      <a:pt x="149" y="15"/>
                    </a:lnTo>
                    <a:lnTo>
                      <a:pt x="152" y="15"/>
                    </a:lnTo>
                    <a:lnTo>
                      <a:pt x="152" y="15"/>
                    </a:lnTo>
                    <a:lnTo>
                      <a:pt x="152" y="12"/>
                    </a:lnTo>
                    <a:lnTo>
                      <a:pt x="152" y="12"/>
                    </a:lnTo>
                    <a:lnTo>
                      <a:pt x="152" y="12"/>
                    </a:lnTo>
                    <a:lnTo>
                      <a:pt x="152" y="10"/>
                    </a:lnTo>
                    <a:lnTo>
                      <a:pt x="152" y="10"/>
                    </a:lnTo>
                    <a:lnTo>
                      <a:pt x="152" y="10"/>
                    </a:lnTo>
                    <a:lnTo>
                      <a:pt x="154" y="10"/>
                    </a:lnTo>
                    <a:lnTo>
                      <a:pt x="154" y="8"/>
                    </a:lnTo>
                    <a:lnTo>
                      <a:pt x="154" y="8"/>
                    </a:lnTo>
                    <a:lnTo>
                      <a:pt x="154" y="5"/>
                    </a:lnTo>
                    <a:lnTo>
                      <a:pt x="154" y="5"/>
                    </a:lnTo>
                    <a:lnTo>
                      <a:pt x="154" y="5"/>
                    </a:lnTo>
                    <a:lnTo>
                      <a:pt x="154" y="5"/>
                    </a:lnTo>
                    <a:lnTo>
                      <a:pt x="157" y="5"/>
                    </a:lnTo>
                    <a:lnTo>
                      <a:pt x="157" y="3"/>
                    </a:lnTo>
                    <a:lnTo>
                      <a:pt x="157" y="3"/>
                    </a:lnTo>
                    <a:lnTo>
                      <a:pt x="157" y="3"/>
                    </a:lnTo>
                    <a:lnTo>
                      <a:pt x="157" y="0"/>
                    </a:lnTo>
                    <a:lnTo>
                      <a:pt x="157" y="0"/>
                    </a:lnTo>
                    <a:lnTo>
                      <a:pt x="157" y="3"/>
                    </a:lnTo>
                    <a:lnTo>
                      <a:pt x="159" y="3"/>
                    </a:lnTo>
                    <a:lnTo>
                      <a:pt x="159" y="3"/>
                    </a:lnTo>
                    <a:lnTo>
                      <a:pt x="159" y="3"/>
                    </a:lnTo>
                    <a:lnTo>
                      <a:pt x="159" y="5"/>
                    </a:lnTo>
                    <a:lnTo>
                      <a:pt x="159" y="5"/>
                    </a:lnTo>
                    <a:lnTo>
                      <a:pt x="159" y="5"/>
                    </a:lnTo>
                    <a:lnTo>
                      <a:pt x="159" y="5"/>
                    </a:lnTo>
                    <a:lnTo>
                      <a:pt x="159" y="8"/>
                    </a:lnTo>
                    <a:lnTo>
                      <a:pt x="159" y="8"/>
                    </a:lnTo>
                    <a:lnTo>
                      <a:pt x="159" y="8"/>
                    </a:lnTo>
                    <a:lnTo>
                      <a:pt x="159" y="10"/>
                    </a:lnTo>
                    <a:lnTo>
                      <a:pt x="159" y="10"/>
                    </a:lnTo>
                    <a:lnTo>
                      <a:pt x="159" y="10"/>
                    </a:lnTo>
                    <a:lnTo>
                      <a:pt x="159" y="12"/>
                    </a:lnTo>
                    <a:lnTo>
                      <a:pt x="159" y="12"/>
                    </a:lnTo>
                    <a:lnTo>
                      <a:pt x="159" y="10"/>
                    </a:lnTo>
                    <a:lnTo>
                      <a:pt x="159" y="10"/>
                    </a:lnTo>
                    <a:lnTo>
                      <a:pt x="161" y="10"/>
                    </a:lnTo>
                    <a:lnTo>
                      <a:pt x="161" y="10"/>
                    </a:lnTo>
                    <a:lnTo>
                      <a:pt x="161" y="8"/>
                    </a:lnTo>
                    <a:lnTo>
                      <a:pt x="161" y="8"/>
                    </a:lnTo>
                    <a:lnTo>
                      <a:pt x="161" y="8"/>
                    </a:lnTo>
                    <a:lnTo>
                      <a:pt x="161" y="5"/>
                    </a:lnTo>
                    <a:lnTo>
                      <a:pt x="161" y="5"/>
                    </a:lnTo>
                    <a:lnTo>
                      <a:pt x="161" y="5"/>
                    </a:lnTo>
                    <a:lnTo>
                      <a:pt x="161" y="3"/>
                    </a:lnTo>
                    <a:lnTo>
                      <a:pt x="164" y="3"/>
                    </a:lnTo>
                    <a:lnTo>
                      <a:pt x="164" y="3"/>
                    </a:lnTo>
                    <a:lnTo>
                      <a:pt x="164" y="3"/>
                    </a:lnTo>
                    <a:lnTo>
                      <a:pt x="164" y="3"/>
                    </a:lnTo>
                    <a:lnTo>
                      <a:pt x="166" y="3"/>
                    </a:lnTo>
                    <a:lnTo>
                      <a:pt x="166" y="3"/>
                    </a:lnTo>
                    <a:lnTo>
                      <a:pt x="166" y="3"/>
                    </a:lnTo>
                    <a:lnTo>
                      <a:pt x="166" y="3"/>
                    </a:lnTo>
                    <a:lnTo>
                      <a:pt x="168"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108"/>
              <p:cNvSpPr>
                <a:spLocks/>
              </p:cNvSpPr>
              <p:nvPr/>
            </p:nvSpPr>
            <p:spPr bwMode="auto">
              <a:xfrm>
                <a:off x="3181" y="2575"/>
                <a:ext cx="211" cy="157"/>
              </a:xfrm>
              <a:custGeom>
                <a:avLst/>
                <a:gdLst/>
                <a:ahLst/>
                <a:cxnLst>
                  <a:cxn ang="0">
                    <a:pos x="173" y="10"/>
                  </a:cxn>
                  <a:cxn ang="0">
                    <a:pos x="178" y="19"/>
                  </a:cxn>
                  <a:cxn ang="0">
                    <a:pos x="180" y="26"/>
                  </a:cxn>
                  <a:cxn ang="0">
                    <a:pos x="187" y="31"/>
                  </a:cxn>
                  <a:cxn ang="0">
                    <a:pos x="197" y="36"/>
                  </a:cxn>
                  <a:cxn ang="0">
                    <a:pos x="209" y="41"/>
                  </a:cxn>
                  <a:cxn ang="0">
                    <a:pos x="206" y="53"/>
                  </a:cxn>
                  <a:cxn ang="0">
                    <a:pos x="194" y="55"/>
                  </a:cxn>
                  <a:cxn ang="0">
                    <a:pos x="190" y="57"/>
                  </a:cxn>
                  <a:cxn ang="0">
                    <a:pos x="197" y="64"/>
                  </a:cxn>
                  <a:cxn ang="0">
                    <a:pos x="199" y="67"/>
                  </a:cxn>
                  <a:cxn ang="0">
                    <a:pos x="190" y="72"/>
                  </a:cxn>
                  <a:cxn ang="0">
                    <a:pos x="178" y="74"/>
                  </a:cxn>
                  <a:cxn ang="0">
                    <a:pos x="166" y="69"/>
                  </a:cxn>
                  <a:cxn ang="0">
                    <a:pos x="157" y="69"/>
                  </a:cxn>
                  <a:cxn ang="0">
                    <a:pos x="145" y="69"/>
                  </a:cxn>
                  <a:cxn ang="0">
                    <a:pos x="135" y="72"/>
                  </a:cxn>
                  <a:cxn ang="0">
                    <a:pos x="130" y="83"/>
                  </a:cxn>
                  <a:cxn ang="0">
                    <a:pos x="130" y="100"/>
                  </a:cxn>
                  <a:cxn ang="0">
                    <a:pos x="123" y="107"/>
                  </a:cxn>
                  <a:cxn ang="0">
                    <a:pos x="121" y="117"/>
                  </a:cxn>
                  <a:cxn ang="0">
                    <a:pos x="114" y="128"/>
                  </a:cxn>
                  <a:cxn ang="0">
                    <a:pos x="112" y="140"/>
                  </a:cxn>
                  <a:cxn ang="0">
                    <a:pos x="102" y="143"/>
                  </a:cxn>
                  <a:cxn ang="0">
                    <a:pos x="90" y="147"/>
                  </a:cxn>
                  <a:cxn ang="0">
                    <a:pos x="81" y="145"/>
                  </a:cxn>
                  <a:cxn ang="0">
                    <a:pos x="74" y="140"/>
                  </a:cxn>
                  <a:cxn ang="0">
                    <a:pos x="59" y="143"/>
                  </a:cxn>
                  <a:cxn ang="0">
                    <a:pos x="52" y="152"/>
                  </a:cxn>
                  <a:cxn ang="0">
                    <a:pos x="43" y="154"/>
                  </a:cxn>
                  <a:cxn ang="0">
                    <a:pos x="31" y="154"/>
                  </a:cxn>
                  <a:cxn ang="0">
                    <a:pos x="19" y="154"/>
                  </a:cxn>
                  <a:cxn ang="0">
                    <a:pos x="10" y="145"/>
                  </a:cxn>
                  <a:cxn ang="0">
                    <a:pos x="5" y="133"/>
                  </a:cxn>
                  <a:cxn ang="0">
                    <a:pos x="5" y="131"/>
                  </a:cxn>
                  <a:cxn ang="0">
                    <a:pos x="15" y="136"/>
                  </a:cxn>
                  <a:cxn ang="0">
                    <a:pos x="24" y="136"/>
                  </a:cxn>
                  <a:cxn ang="0">
                    <a:pos x="33" y="138"/>
                  </a:cxn>
                  <a:cxn ang="0">
                    <a:pos x="36" y="124"/>
                  </a:cxn>
                  <a:cxn ang="0">
                    <a:pos x="38" y="112"/>
                  </a:cxn>
                  <a:cxn ang="0">
                    <a:pos x="50" y="107"/>
                  </a:cxn>
                  <a:cxn ang="0">
                    <a:pos x="62" y="105"/>
                  </a:cxn>
                  <a:cxn ang="0">
                    <a:pos x="74" y="100"/>
                  </a:cxn>
                  <a:cxn ang="0">
                    <a:pos x="81" y="88"/>
                  </a:cxn>
                  <a:cxn ang="0">
                    <a:pos x="90" y="79"/>
                  </a:cxn>
                  <a:cxn ang="0">
                    <a:pos x="95" y="67"/>
                  </a:cxn>
                  <a:cxn ang="0">
                    <a:pos x="102" y="62"/>
                  </a:cxn>
                  <a:cxn ang="0">
                    <a:pos x="107" y="74"/>
                  </a:cxn>
                  <a:cxn ang="0">
                    <a:pos x="114" y="74"/>
                  </a:cxn>
                  <a:cxn ang="0">
                    <a:pos x="114" y="57"/>
                  </a:cxn>
                  <a:cxn ang="0">
                    <a:pos x="119" y="64"/>
                  </a:cxn>
                  <a:cxn ang="0">
                    <a:pos x="126" y="67"/>
                  </a:cxn>
                  <a:cxn ang="0">
                    <a:pos x="123" y="55"/>
                  </a:cxn>
                  <a:cxn ang="0">
                    <a:pos x="130" y="48"/>
                  </a:cxn>
                  <a:cxn ang="0">
                    <a:pos x="123" y="45"/>
                  </a:cxn>
                  <a:cxn ang="0">
                    <a:pos x="128" y="41"/>
                  </a:cxn>
                  <a:cxn ang="0">
                    <a:pos x="138" y="36"/>
                  </a:cxn>
                  <a:cxn ang="0">
                    <a:pos x="142" y="24"/>
                  </a:cxn>
                  <a:cxn ang="0">
                    <a:pos x="149" y="15"/>
                  </a:cxn>
                  <a:cxn ang="0">
                    <a:pos x="157" y="3"/>
                  </a:cxn>
                  <a:cxn ang="0">
                    <a:pos x="159" y="12"/>
                  </a:cxn>
                  <a:cxn ang="0">
                    <a:pos x="166" y="3"/>
                  </a:cxn>
                </a:cxnLst>
                <a:rect l="0" t="0" r="r" b="b"/>
                <a:pathLst>
                  <a:path w="211" h="157">
                    <a:moveTo>
                      <a:pt x="168" y="3"/>
                    </a:moveTo>
                    <a:lnTo>
                      <a:pt x="168" y="5"/>
                    </a:lnTo>
                    <a:lnTo>
                      <a:pt x="168" y="5"/>
                    </a:lnTo>
                    <a:lnTo>
                      <a:pt x="168" y="5"/>
                    </a:lnTo>
                    <a:lnTo>
                      <a:pt x="168" y="5"/>
                    </a:lnTo>
                    <a:lnTo>
                      <a:pt x="168" y="8"/>
                    </a:lnTo>
                    <a:lnTo>
                      <a:pt x="168" y="8"/>
                    </a:lnTo>
                    <a:lnTo>
                      <a:pt x="168" y="8"/>
                    </a:lnTo>
                    <a:lnTo>
                      <a:pt x="168" y="8"/>
                    </a:lnTo>
                    <a:lnTo>
                      <a:pt x="168" y="10"/>
                    </a:lnTo>
                    <a:lnTo>
                      <a:pt x="168" y="10"/>
                    </a:lnTo>
                    <a:lnTo>
                      <a:pt x="171" y="10"/>
                    </a:lnTo>
                    <a:lnTo>
                      <a:pt x="171" y="10"/>
                    </a:lnTo>
                    <a:lnTo>
                      <a:pt x="171" y="8"/>
                    </a:lnTo>
                    <a:lnTo>
                      <a:pt x="171" y="8"/>
                    </a:lnTo>
                    <a:lnTo>
                      <a:pt x="171" y="8"/>
                    </a:lnTo>
                    <a:lnTo>
                      <a:pt x="173" y="8"/>
                    </a:lnTo>
                    <a:lnTo>
                      <a:pt x="173" y="10"/>
                    </a:lnTo>
                    <a:lnTo>
                      <a:pt x="173" y="10"/>
                    </a:lnTo>
                    <a:lnTo>
                      <a:pt x="173" y="10"/>
                    </a:lnTo>
                    <a:lnTo>
                      <a:pt x="173" y="12"/>
                    </a:lnTo>
                    <a:lnTo>
                      <a:pt x="173" y="12"/>
                    </a:lnTo>
                    <a:lnTo>
                      <a:pt x="173" y="12"/>
                    </a:lnTo>
                    <a:lnTo>
                      <a:pt x="173" y="15"/>
                    </a:lnTo>
                    <a:lnTo>
                      <a:pt x="175" y="15"/>
                    </a:lnTo>
                    <a:lnTo>
                      <a:pt x="175" y="15"/>
                    </a:lnTo>
                    <a:lnTo>
                      <a:pt x="175" y="15"/>
                    </a:lnTo>
                    <a:lnTo>
                      <a:pt x="178" y="15"/>
                    </a:lnTo>
                    <a:lnTo>
                      <a:pt x="178" y="15"/>
                    </a:lnTo>
                    <a:lnTo>
                      <a:pt x="178" y="15"/>
                    </a:lnTo>
                    <a:lnTo>
                      <a:pt x="178" y="17"/>
                    </a:lnTo>
                    <a:lnTo>
                      <a:pt x="178" y="17"/>
                    </a:lnTo>
                    <a:lnTo>
                      <a:pt x="178" y="17"/>
                    </a:lnTo>
                    <a:lnTo>
                      <a:pt x="178" y="17"/>
                    </a:lnTo>
                    <a:lnTo>
                      <a:pt x="178" y="19"/>
                    </a:lnTo>
                    <a:lnTo>
                      <a:pt x="178" y="19"/>
                    </a:lnTo>
                    <a:lnTo>
                      <a:pt x="178" y="22"/>
                    </a:lnTo>
                    <a:lnTo>
                      <a:pt x="178" y="22"/>
                    </a:lnTo>
                    <a:lnTo>
                      <a:pt x="178" y="22"/>
                    </a:lnTo>
                    <a:lnTo>
                      <a:pt x="175" y="22"/>
                    </a:lnTo>
                    <a:lnTo>
                      <a:pt x="175" y="24"/>
                    </a:lnTo>
                    <a:lnTo>
                      <a:pt x="175" y="24"/>
                    </a:lnTo>
                    <a:lnTo>
                      <a:pt x="175" y="24"/>
                    </a:lnTo>
                    <a:lnTo>
                      <a:pt x="175" y="24"/>
                    </a:lnTo>
                    <a:lnTo>
                      <a:pt x="175" y="24"/>
                    </a:lnTo>
                    <a:lnTo>
                      <a:pt x="175" y="26"/>
                    </a:lnTo>
                    <a:lnTo>
                      <a:pt x="175" y="26"/>
                    </a:lnTo>
                    <a:lnTo>
                      <a:pt x="178" y="26"/>
                    </a:lnTo>
                    <a:lnTo>
                      <a:pt x="178" y="26"/>
                    </a:lnTo>
                    <a:lnTo>
                      <a:pt x="178" y="29"/>
                    </a:lnTo>
                    <a:lnTo>
                      <a:pt x="178" y="29"/>
                    </a:lnTo>
                    <a:lnTo>
                      <a:pt x="180" y="29"/>
                    </a:lnTo>
                    <a:lnTo>
                      <a:pt x="180" y="29"/>
                    </a:lnTo>
                    <a:lnTo>
                      <a:pt x="180" y="26"/>
                    </a:lnTo>
                    <a:lnTo>
                      <a:pt x="180" y="26"/>
                    </a:lnTo>
                    <a:lnTo>
                      <a:pt x="183" y="26"/>
                    </a:lnTo>
                    <a:lnTo>
                      <a:pt x="183" y="26"/>
                    </a:lnTo>
                    <a:lnTo>
                      <a:pt x="183" y="24"/>
                    </a:lnTo>
                    <a:lnTo>
                      <a:pt x="183" y="24"/>
                    </a:lnTo>
                    <a:lnTo>
                      <a:pt x="183" y="24"/>
                    </a:lnTo>
                    <a:lnTo>
                      <a:pt x="185" y="24"/>
                    </a:lnTo>
                    <a:lnTo>
                      <a:pt x="185" y="24"/>
                    </a:lnTo>
                    <a:lnTo>
                      <a:pt x="185" y="24"/>
                    </a:lnTo>
                    <a:lnTo>
                      <a:pt x="185" y="24"/>
                    </a:lnTo>
                    <a:lnTo>
                      <a:pt x="185" y="26"/>
                    </a:lnTo>
                    <a:lnTo>
                      <a:pt x="185" y="26"/>
                    </a:lnTo>
                    <a:lnTo>
                      <a:pt x="185" y="26"/>
                    </a:lnTo>
                    <a:lnTo>
                      <a:pt x="185" y="29"/>
                    </a:lnTo>
                    <a:lnTo>
                      <a:pt x="185" y="29"/>
                    </a:lnTo>
                    <a:lnTo>
                      <a:pt x="185" y="29"/>
                    </a:lnTo>
                    <a:lnTo>
                      <a:pt x="187" y="29"/>
                    </a:lnTo>
                    <a:lnTo>
                      <a:pt x="187" y="31"/>
                    </a:lnTo>
                    <a:lnTo>
                      <a:pt x="187" y="31"/>
                    </a:lnTo>
                    <a:lnTo>
                      <a:pt x="187" y="31"/>
                    </a:lnTo>
                    <a:lnTo>
                      <a:pt x="187" y="31"/>
                    </a:lnTo>
                    <a:lnTo>
                      <a:pt x="190" y="31"/>
                    </a:lnTo>
                    <a:lnTo>
                      <a:pt x="190" y="31"/>
                    </a:lnTo>
                    <a:lnTo>
                      <a:pt x="192" y="31"/>
                    </a:lnTo>
                    <a:lnTo>
                      <a:pt x="192" y="31"/>
                    </a:lnTo>
                    <a:lnTo>
                      <a:pt x="192" y="34"/>
                    </a:lnTo>
                    <a:lnTo>
                      <a:pt x="192" y="34"/>
                    </a:lnTo>
                    <a:lnTo>
                      <a:pt x="194" y="34"/>
                    </a:lnTo>
                    <a:lnTo>
                      <a:pt x="194" y="34"/>
                    </a:lnTo>
                    <a:lnTo>
                      <a:pt x="194" y="34"/>
                    </a:lnTo>
                    <a:lnTo>
                      <a:pt x="194" y="36"/>
                    </a:lnTo>
                    <a:lnTo>
                      <a:pt x="197" y="36"/>
                    </a:lnTo>
                    <a:lnTo>
                      <a:pt x="197" y="36"/>
                    </a:lnTo>
                    <a:lnTo>
                      <a:pt x="197" y="36"/>
                    </a:lnTo>
                    <a:lnTo>
                      <a:pt x="197" y="36"/>
                    </a:lnTo>
                    <a:lnTo>
                      <a:pt x="197" y="36"/>
                    </a:lnTo>
                    <a:lnTo>
                      <a:pt x="199" y="36"/>
                    </a:lnTo>
                    <a:lnTo>
                      <a:pt x="199" y="38"/>
                    </a:lnTo>
                    <a:lnTo>
                      <a:pt x="199" y="38"/>
                    </a:lnTo>
                    <a:lnTo>
                      <a:pt x="199" y="38"/>
                    </a:lnTo>
                    <a:lnTo>
                      <a:pt x="199" y="38"/>
                    </a:lnTo>
                    <a:lnTo>
                      <a:pt x="202" y="38"/>
                    </a:lnTo>
                    <a:lnTo>
                      <a:pt x="202" y="41"/>
                    </a:lnTo>
                    <a:lnTo>
                      <a:pt x="202" y="41"/>
                    </a:lnTo>
                    <a:lnTo>
                      <a:pt x="202" y="41"/>
                    </a:lnTo>
                    <a:lnTo>
                      <a:pt x="204" y="41"/>
                    </a:lnTo>
                    <a:lnTo>
                      <a:pt x="204" y="41"/>
                    </a:lnTo>
                    <a:lnTo>
                      <a:pt x="204" y="43"/>
                    </a:lnTo>
                    <a:lnTo>
                      <a:pt x="204" y="43"/>
                    </a:lnTo>
                    <a:lnTo>
                      <a:pt x="206" y="43"/>
                    </a:lnTo>
                    <a:lnTo>
                      <a:pt x="206" y="43"/>
                    </a:lnTo>
                    <a:lnTo>
                      <a:pt x="206" y="41"/>
                    </a:lnTo>
                    <a:lnTo>
                      <a:pt x="206" y="41"/>
                    </a:lnTo>
                    <a:lnTo>
                      <a:pt x="209" y="41"/>
                    </a:lnTo>
                    <a:lnTo>
                      <a:pt x="209" y="41"/>
                    </a:lnTo>
                    <a:lnTo>
                      <a:pt x="209" y="43"/>
                    </a:lnTo>
                    <a:lnTo>
                      <a:pt x="211" y="43"/>
                    </a:lnTo>
                    <a:lnTo>
                      <a:pt x="211" y="43"/>
                    </a:lnTo>
                    <a:lnTo>
                      <a:pt x="211" y="43"/>
                    </a:lnTo>
                    <a:lnTo>
                      <a:pt x="211" y="45"/>
                    </a:lnTo>
                    <a:lnTo>
                      <a:pt x="211" y="45"/>
                    </a:lnTo>
                    <a:lnTo>
                      <a:pt x="211" y="45"/>
                    </a:lnTo>
                    <a:lnTo>
                      <a:pt x="211" y="48"/>
                    </a:lnTo>
                    <a:lnTo>
                      <a:pt x="211" y="48"/>
                    </a:lnTo>
                    <a:lnTo>
                      <a:pt x="211" y="50"/>
                    </a:lnTo>
                    <a:lnTo>
                      <a:pt x="211" y="50"/>
                    </a:lnTo>
                    <a:lnTo>
                      <a:pt x="211" y="50"/>
                    </a:lnTo>
                    <a:lnTo>
                      <a:pt x="209" y="50"/>
                    </a:lnTo>
                    <a:lnTo>
                      <a:pt x="209" y="53"/>
                    </a:lnTo>
                    <a:lnTo>
                      <a:pt x="209" y="53"/>
                    </a:lnTo>
                    <a:lnTo>
                      <a:pt x="206" y="53"/>
                    </a:lnTo>
                    <a:lnTo>
                      <a:pt x="206" y="53"/>
                    </a:lnTo>
                    <a:lnTo>
                      <a:pt x="206" y="53"/>
                    </a:lnTo>
                    <a:lnTo>
                      <a:pt x="206" y="53"/>
                    </a:lnTo>
                    <a:lnTo>
                      <a:pt x="204" y="53"/>
                    </a:lnTo>
                    <a:lnTo>
                      <a:pt x="204" y="53"/>
                    </a:lnTo>
                    <a:lnTo>
                      <a:pt x="204" y="53"/>
                    </a:lnTo>
                    <a:lnTo>
                      <a:pt x="204" y="55"/>
                    </a:lnTo>
                    <a:lnTo>
                      <a:pt x="202" y="55"/>
                    </a:lnTo>
                    <a:lnTo>
                      <a:pt x="202" y="55"/>
                    </a:lnTo>
                    <a:lnTo>
                      <a:pt x="202" y="55"/>
                    </a:lnTo>
                    <a:lnTo>
                      <a:pt x="199" y="55"/>
                    </a:lnTo>
                    <a:lnTo>
                      <a:pt x="199" y="55"/>
                    </a:lnTo>
                    <a:lnTo>
                      <a:pt x="199" y="55"/>
                    </a:lnTo>
                    <a:lnTo>
                      <a:pt x="199" y="55"/>
                    </a:lnTo>
                    <a:lnTo>
                      <a:pt x="197" y="55"/>
                    </a:lnTo>
                    <a:lnTo>
                      <a:pt x="197" y="55"/>
                    </a:lnTo>
                    <a:lnTo>
                      <a:pt x="197" y="55"/>
                    </a:lnTo>
                    <a:lnTo>
                      <a:pt x="197" y="55"/>
                    </a:lnTo>
                    <a:lnTo>
                      <a:pt x="194" y="55"/>
                    </a:lnTo>
                    <a:lnTo>
                      <a:pt x="194" y="55"/>
                    </a:lnTo>
                    <a:lnTo>
                      <a:pt x="194" y="55"/>
                    </a:lnTo>
                    <a:lnTo>
                      <a:pt x="192" y="55"/>
                    </a:lnTo>
                    <a:lnTo>
                      <a:pt x="192" y="55"/>
                    </a:lnTo>
                    <a:lnTo>
                      <a:pt x="192" y="55"/>
                    </a:lnTo>
                    <a:lnTo>
                      <a:pt x="192" y="55"/>
                    </a:lnTo>
                    <a:lnTo>
                      <a:pt x="190" y="55"/>
                    </a:lnTo>
                    <a:lnTo>
                      <a:pt x="190" y="55"/>
                    </a:lnTo>
                    <a:lnTo>
                      <a:pt x="187" y="55"/>
                    </a:lnTo>
                    <a:lnTo>
                      <a:pt x="187" y="55"/>
                    </a:lnTo>
                    <a:lnTo>
                      <a:pt x="187" y="55"/>
                    </a:lnTo>
                    <a:lnTo>
                      <a:pt x="187" y="57"/>
                    </a:lnTo>
                    <a:lnTo>
                      <a:pt x="187" y="57"/>
                    </a:lnTo>
                    <a:lnTo>
                      <a:pt x="187" y="60"/>
                    </a:lnTo>
                    <a:lnTo>
                      <a:pt x="187" y="60"/>
                    </a:lnTo>
                    <a:lnTo>
                      <a:pt x="187" y="57"/>
                    </a:lnTo>
                    <a:lnTo>
                      <a:pt x="187" y="57"/>
                    </a:lnTo>
                    <a:lnTo>
                      <a:pt x="190" y="57"/>
                    </a:lnTo>
                    <a:lnTo>
                      <a:pt x="190" y="57"/>
                    </a:lnTo>
                    <a:lnTo>
                      <a:pt x="190" y="57"/>
                    </a:lnTo>
                    <a:lnTo>
                      <a:pt x="192" y="57"/>
                    </a:lnTo>
                    <a:lnTo>
                      <a:pt x="192" y="57"/>
                    </a:lnTo>
                    <a:lnTo>
                      <a:pt x="192" y="57"/>
                    </a:lnTo>
                    <a:lnTo>
                      <a:pt x="192" y="60"/>
                    </a:lnTo>
                    <a:lnTo>
                      <a:pt x="192" y="60"/>
                    </a:lnTo>
                    <a:lnTo>
                      <a:pt x="192" y="60"/>
                    </a:lnTo>
                    <a:lnTo>
                      <a:pt x="192" y="60"/>
                    </a:lnTo>
                    <a:lnTo>
                      <a:pt x="194" y="60"/>
                    </a:lnTo>
                    <a:lnTo>
                      <a:pt x="194" y="62"/>
                    </a:lnTo>
                    <a:lnTo>
                      <a:pt x="194" y="62"/>
                    </a:lnTo>
                    <a:lnTo>
                      <a:pt x="197" y="62"/>
                    </a:lnTo>
                    <a:lnTo>
                      <a:pt x="197" y="62"/>
                    </a:lnTo>
                    <a:lnTo>
                      <a:pt x="197" y="62"/>
                    </a:lnTo>
                    <a:lnTo>
                      <a:pt x="197" y="64"/>
                    </a:lnTo>
                    <a:lnTo>
                      <a:pt x="197" y="64"/>
                    </a:lnTo>
                    <a:lnTo>
                      <a:pt x="197" y="64"/>
                    </a:lnTo>
                    <a:lnTo>
                      <a:pt x="197" y="64"/>
                    </a:lnTo>
                    <a:lnTo>
                      <a:pt x="197" y="64"/>
                    </a:lnTo>
                    <a:lnTo>
                      <a:pt x="197" y="64"/>
                    </a:lnTo>
                    <a:lnTo>
                      <a:pt x="199" y="64"/>
                    </a:lnTo>
                    <a:lnTo>
                      <a:pt x="199" y="62"/>
                    </a:lnTo>
                    <a:lnTo>
                      <a:pt x="199" y="62"/>
                    </a:lnTo>
                    <a:lnTo>
                      <a:pt x="199" y="62"/>
                    </a:lnTo>
                    <a:lnTo>
                      <a:pt x="202" y="62"/>
                    </a:lnTo>
                    <a:lnTo>
                      <a:pt x="202" y="64"/>
                    </a:lnTo>
                    <a:lnTo>
                      <a:pt x="202" y="64"/>
                    </a:lnTo>
                    <a:lnTo>
                      <a:pt x="199" y="64"/>
                    </a:lnTo>
                    <a:lnTo>
                      <a:pt x="199" y="64"/>
                    </a:lnTo>
                    <a:lnTo>
                      <a:pt x="199" y="64"/>
                    </a:lnTo>
                    <a:lnTo>
                      <a:pt x="199" y="64"/>
                    </a:lnTo>
                    <a:lnTo>
                      <a:pt x="199" y="67"/>
                    </a:lnTo>
                    <a:lnTo>
                      <a:pt x="199" y="67"/>
                    </a:lnTo>
                    <a:lnTo>
                      <a:pt x="199" y="67"/>
                    </a:lnTo>
                    <a:lnTo>
                      <a:pt x="199" y="67"/>
                    </a:lnTo>
                    <a:lnTo>
                      <a:pt x="199" y="69"/>
                    </a:lnTo>
                    <a:lnTo>
                      <a:pt x="199" y="69"/>
                    </a:lnTo>
                    <a:lnTo>
                      <a:pt x="199" y="69"/>
                    </a:lnTo>
                    <a:lnTo>
                      <a:pt x="199" y="69"/>
                    </a:lnTo>
                    <a:lnTo>
                      <a:pt x="197" y="69"/>
                    </a:lnTo>
                    <a:lnTo>
                      <a:pt x="197" y="69"/>
                    </a:lnTo>
                    <a:lnTo>
                      <a:pt x="197" y="72"/>
                    </a:lnTo>
                    <a:lnTo>
                      <a:pt x="197" y="72"/>
                    </a:lnTo>
                    <a:lnTo>
                      <a:pt x="194" y="72"/>
                    </a:lnTo>
                    <a:lnTo>
                      <a:pt x="194" y="72"/>
                    </a:lnTo>
                    <a:lnTo>
                      <a:pt x="192" y="72"/>
                    </a:lnTo>
                    <a:lnTo>
                      <a:pt x="192" y="72"/>
                    </a:lnTo>
                    <a:lnTo>
                      <a:pt x="192" y="72"/>
                    </a:lnTo>
                    <a:lnTo>
                      <a:pt x="192" y="72"/>
                    </a:lnTo>
                    <a:lnTo>
                      <a:pt x="190" y="72"/>
                    </a:lnTo>
                    <a:lnTo>
                      <a:pt x="190" y="72"/>
                    </a:lnTo>
                    <a:lnTo>
                      <a:pt x="190" y="72"/>
                    </a:lnTo>
                    <a:lnTo>
                      <a:pt x="190" y="72"/>
                    </a:lnTo>
                    <a:lnTo>
                      <a:pt x="187" y="72"/>
                    </a:lnTo>
                    <a:lnTo>
                      <a:pt x="187" y="72"/>
                    </a:lnTo>
                    <a:lnTo>
                      <a:pt x="187" y="72"/>
                    </a:lnTo>
                    <a:lnTo>
                      <a:pt x="185" y="72"/>
                    </a:lnTo>
                    <a:lnTo>
                      <a:pt x="185" y="74"/>
                    </a:lnTo>
                    <a:lnTo>
                      <a:pt x="185" y="74"/>
                    </a:lnTo>
                    <a:lnTo>
                      <a:pt x="185" y="74"/>
                    </a:lnTo>
                    <a:lnTo>
                      <a:pt x="185" y="74"/>
                    </a:lnTo>
                    <a:lnTo>
                      <a:pt x="183" y="74"/>
                    </a:lnTo>
                    <a:lnTo>
                      <a:pt x="183" y="74"/>
                    </a:lnTo>
                    <a:lnTo>
                      <a:pt x="180" y="74"/>
                    </a:lnTo>
                    <a:lnTo>
                      <a:pt x="180" y="74"/>
                    </a:lnTo>
                    <a:lnTo>
                      <a:pt x="180" y="74"/>
                    </a:lnTo>
                    <a:lnTo>
                      <a:pt x="180" y="74"/>
                    </a:lnTo>
                    <a:lnTo>
                      <a:pt x="178" y="74"/>
                    </a:lnTo>
                    <a:lnTo>
                      <a:pt x="178" y="74"/>
                    </a:lnTo>
                    <a:lnTo>
                      <a:pt x="178" y="74"/>
                    </a:lnTo>
                    <a:lnTo>
                      <a:pt x="178" y="74"/>
                    </a:lnTo>
                    <a:lnTo>
                      <a:pt x="175" y="74"/>
                    </a:lnTo>
                    <a:lnTo>
                      <a:pt x="175" y="74"/>
                    </a:lnTo>
                    <a:lnTo>
                      <a:pt x="175" y="74"/>
                    </a:lnTo>
                    <a:lnTo>
                      <a:pt x="173" y="74"/>
                    </a:lnTo>
                    <a:lnTo>
                      <a:pt x="173" y="74"/>
                    </a:lnTo>
                    <a:lnTo>
                      <a:pt x="173" y="74"/>
                    </a:lnTo>
                    <a:lnTo>
                      <a:pt x="173" y="74"/>
                    </a:lnTo>
                    <a:lnTo>
                      <a:pt x="171" y="74"/>
                    </a:lnTo>
                    <a:lnTo>
                      <a:pt x="171" y="74"/>
                    </a:lnTo>
                    <a:lnTo>
                      <a:pt x="171" y="74"/>
                    </a:lnTo>
                    <a:lnTo>
                      <a:pt x="171" y="72"/>
                    </a:lnTo>
                    <a:lnTo>
                      <a:pt x="171" y="72"/>
                    </a:lnTo>
                    <a:lnTo>
                      <a:pt x="171" y="72"/>
                    </a:lnTo>
                    <a:lnTo>
                      <a:pt x="168" y="72"/>
                    </a:lnTo>
                    <a:lnTo>
                      <a:pt x="168" y="69"/>
                    </a:lnTo>
                    <a:lnTo>
                      <a:pt x="168" y="69"/>
                    </a:lnTo>
                    <a:lnTo>
                      <a:pt x="166" y="69"/>
                    </a:lnTo>
                    <a:lnTo>
                      <a:pt x="166" y="69"/>
                    </a:lnTo>
                    <a:lnTo>
                      <a:pt x="166" y="69"/>
                    </a:lnTo>
                    <a:lnTo>
                      <a:pt x="166" y="69"/>
                    </a:lnTo>
                    <a:lnTo>
                      <a:pt x="166" y="69"/>
                    </a:lnTo>
                    <a:lnTo>
                      <a:pt x="164" y="69"/>
                    </a:lnTo>
                    <a:lnTo>
                      <a:pt x="164" y="69"/>
                    </a:lnTo>
                    <a:lnTo>
                      <a:pt x="164" y="69"/>
                    </a:lnTo>
                    <a:lnTo>
                      <a:pt x="161" y="69"/>
                    </a:lnTo>
                    <a:lnTo>
                      <a:pt x="161" y="69"/>
                    </a:lnTo>
                    <a:lnTo>
                      <a:pt x="159" y="69"/>
                    </a:lnTo>
                    <a:lnTo>
                      <a:pt x="159" y="69"/>
                    </a:lnTo>
                    <a:lnTo>
                      <a:pt x="159" y="69"/>
                    </a:lnTo>
                    <a:lnTo>
                      <a:pt x="159" y="69"/>
                    </a:lnTo>
                    <a:lnTo>
                      <a:pt x="159" y="69"/>
                    </a:lnTo>
                    <a:lnTo>
                      <a:pt x="157" y="69"/>
                    </a:lnTo>
                    <a:lnTo>
                      <a:pt x="157" y="69"/>
                    </a:lnTo>
                    <a:lnTo>
                      <a:pt x="157" y="69"/>
                    </a:lnTo>
                    <a:lnTo>
                      <a:pt x="157" y="69"/>
                    </a:lnTo>
                    <a:lnTo>
                      <a:pt x="157" y="69"/>
                    </a:lnTo>
                    <a:lnTo>
                      <a:pt x="154" y="69"/>
                    </a:lnTo>
                    <a:lnTo>
                      <a:pt x="154" y="69"/>
                    </a:lnTo>
                    <a:lnTo>
                      <a:pt x="154" y="69"/>
                    </a:lnTo>
                    <a:lnTo>
                      <a:pt x="152" y="69"/>
                    </a:lnTo>
                    <a:lnTo>
                      <a:pt x="152" y="69"/>
                    </a:lnTo>
                    <a:lnTo>
                      <a:pt x="152" y="69"/>
                    </a:lnTo>
                    <a:lnTo>
                      <a:pt x="152" y="69"/>
                    </a:lnTo>
                    <a:lnTo>
                      <a:pt x="152" y="72"/>
                    </a:lnTo>
                    <a:lnTo>
                      <a:pt x="149" y="72"/>
                    </a:lnTo>
                    <a:lnTo>
                      <a:pt x="149" y="72"/>
                    </a:lnTo>
                    <a:lnTo>
                      <a:pt x="149" y="69"/>
                    </a:lnTo>
                    <a:lnTo>
                      <a:pt x="149" y="69"/>
                    </a:lnTo>
                    <a:lnTo>
                      <a:pt x="147" y="69"/>
                    </a:lnTo>
                    <a:lnTo>
                      <a:pt x="147" y="69"/>
                    </a:lnTo>
                    <a:lnTo>
                      <a:pt x="147" y="69"/>
                    </a:lnTo>
                    <a:lnTo>
                      <a:pt x="145" y="69"/>
                    </a:lnTo>
                    <a:lnTo>
                      <a:pt x="145" y="69"/>
                    </a:lnTo>
                    <a:lnTo>
                      <a:pt x="145" y="69"/>
                    </a:lnTo>
                    <a:lnTo>
                      <a:pt x="145" y="69"/>
                    </a:lnTo>
                    <a:lnTo>
                      <a:pt x="142" y="69"/>
                    </a:lnTo>
                    <a:lnTo>
                      <a:pt x="142" y="69"/>
                    </a:lnTo>
                    <a:lnTo>
                      <a:pt x="142" y="72"/>
                    </a:lnTo>
                    <a:lnTo>
                      <a:pt x="140" y="72"/>
                    </a:lnTo>
                    <a:lnTo>
                      <a:pt x="140" y="69"/>
                    </a:lnTo>
                    <a:lnTo>
                      <a:pt x="140" y="69"/>
                    </a:lnTo>
                    <a:lnTo>
                      <a:pt x="140" y="69"/>
                    </a:lnTo>
                    <a:lnTo>
                      <a:pt x="140" y="69"/>
                    </a:lnTo>
                    <a:lnTo>
                      <a:pt x="138" y="69"/>
                    </a:lnTo>
                    <a:lnTo>
                      <a:pt x="138" y="69"/>
                    </a:lnTo>
                    <a:lnTo>
                      <a:pt x="138" y="69"/>
                    </a:lnTo>
                    <a:lnTo>
                      <a:pt x="138" y="72"/>
                    </a:lnTo>
                    <a:lnTo>
                      <a:pt x="138" y="72"/>
                    </a:lnTo>
                    <a:lnTo>
                      <a:pt x="138" y="72"/>
                    </a:lnTo>
                    <a:lnTo>
                      <a:pt x="138" y="74"/>
                    </a:lnTo>
                    <a:lnTo>
                      <a:pt x="135" y="74"/>
                    </a:lnTo>
                    <a:lnTo>
                      <a:pt x="135" y="72"/>
                    </a:lnTo>
                    <a:lnTo>
                      <a:pt x="135" y="72"/>
                    </a:lnTo>
                    <a:lnTo>
                      <a:pt x="135" y="74"/>
                    </a:lnTo>
                    <a:lnTo>
                      <a:pt x="133" y="74"/>
                    </a:lnTo>
                    <a:lnTo>
                      <a:pt x="133" y="74"/>
                    </a:lnTo>
                    <a:lnTo>
                      <a:pt x="133" y="74"/>
                    </a:lnTo>
                    <a:lnTo>
                      <a:pt x="133" y="74"/>
                    </a:lnTo>
                    <a:lnTo>
                      <a:pt x="133" y="76"/>
                    </a:lnTo>
                    <a:lnTo>
                      <a:pt x="133" y="76"/>
                    </a:lnTo>
                    <a:lnTo>
                      <a:pt x="133" y="79"/>
                    </a:lnTo>
                    <a:lnTo>
                      <a:pt x="133" y="79"/>
                    </a:lnTo>
                    <a:lnTo>
                      <a:pt x="133" y="79"/>
                    </a:lnTo>
                    <a:lnTo>
                      <a:pt x="130" y="79"/>
                    </a:lnTo>
                    <a:lnTo>
                      <a:pt x="130" y="81"/>
                    </a:lnTo>
                    <a:lnTo>
                      <a:pt x="130" y="81"/>
                    </a:lnTo>
                    <a:lnTo>
                      <a:pt x="133" y="81"/>
                    </a:lnTo>
                    <a:lnTo>
                      <a:pt x="133" y="83"/>
                    </a:lnTo>
                    <a:lnTo>
                      <a:pt x="130" y="83"/>
                    </a:lnTo>
                    <a:lnTo>
                      <a:pt x="130" y="83"/>
                    </a:lnTo>
                    <a:lnTo>
                      <a:pt x="130" y="83"/>
                    </a:lnTo>
                    <a:lnTo>
                      <a:pt x="130" y="86"/>
                    </a:lnTo>
                    <a:lnTo>
                      <a:pt x="130" y="86"/>
                    </a:lnTo>
                    <a:lnTo>
                      <a:pt x="130" y="88"/>
                    </a:lnTo>
                    <a:lnTo>
                      <a:pt x="130" y="88"/>
                    </a:lnTo>
                    <a:lnTo>
                      <a:pt x="133" y="88"/>
                    </a:lnTo>
                    <a:lnTo>
                      <a:pt x="133" y="90"/>
                    </a:lnTo>
                    <a:lnTo>
                      <a:pt x="133" y="90"/>
                    </a:lnTo>
                    <a:lnTo>
                      <a:pt x="133" y="93"/>
                    </a:lnTo>
                    <a:lnTo>
                      <a:pt x="130" y="93"/>
                    </a:lnTo>
                    <a:lnTo>
                      <a:pt x="130" y="93"/>
                    </a:lnTo>
                    <a:lnTo>
                      <a:pt x="130" y="93"/>
                    </a:lnTo>
                    <a:lnTo>
                      <a:pt x="130" y="95"/>
                    </a:lnTo>
                    <a:lnTo>
                      <a:pt x="130" y="95"/>
                    </a:lnTo>
                    <a:lnTo>
                      <a:pt x="130" y="95"/>
                    </a:lnTo>
                    <a:lnTo>
                      <a:pt x="130" y="98"/>
                    </a:lnTo>
                    <a:lnTo>
                      <a:pt x="130" y="98"/>
                    </a:lnTo>
                    <a:lnTo>
                      <a:pt x="130" y="100"/>
                    </a:lnTo>
                    <a:lnTo>
                      <a:pt x="130" y="100"/>
                    </a:lnTo>
                    <a:lnTo>
                      <a:pt x="130" y="100"/>
                    </a:lnTo>
                    <a:lnTo>
                      <a:pt x="130" y="102"/>
                    </a:lnTo>
                    <a:lnTo>
                      <a:pt x="130" y="102"/>
                    </a:lnTo>
                    <a:lnTo>
                      <a:pt x="128" y="102"/>
                    </a:lnTo>
                    <a:lnTo>
                      <a:pt x="128" y="102"/>
                    </a:lnTo>
                    <a:lnTo>
                      <a:pt x="128" y="105"/>
                    </a:lnTo>
                    <a:lnTo>
                      <a:pt x="126" y="105"/>
                    </a:lnTo>
                    <a:lnTo>
                      <a:pt x="126" y="105"/>
                    </a:lnTo>
                    <a:lnTo>
                      <a:pt x="126" y="102"/>
                    </a:lnTo>
                    <a:lnTo>
                      <a:pt x="126" y="102"/>
                    </a:lnTo>
                    <a:lnTo>
                      <a:pt x="123" y="102"/>
                    </a:lnTo>
                    <a:lnTo>
                      <a:pt x="123" y="105"/>
                    </a:lnTo>
                    <a:lnTo>
                      <a:pt x="123" y="105"/>
                    </a:lnTo>
                    <a:lnTo>
                      <a:pt x="123" y="105"/>
                    </a:lnTo>
                    <a:lnTo>
                      <a:pt x="123" y="105"/>
                    </a:lnTo>
                    <a:lnTo>
                      <a:pt x="123" y="105"/>
                    </a:lnTo>
                    <a:lnTo>
                      <a:pt x="123" y="107"/>
                    </a:lnTo>
                    <a:lnTo>
                      <a:pt x="121" y="107"/>
                    </a:lnTo>
                    <a:lnTo>
                      <a:pt x="121" y="107"/>
                    </a:lnTo>
                    <a:lnTo>
                      <a:pt x="121" y="109"/>
                    </a:lnTo>
                    <a:lnTo>
                      <a:pt x="121" y="109"/>
                    </a:lnTo>
                    <a:lnTo>
                      <a:pt x="121" y="112"/>
                    </a:lnTo>
                    <a:lnTo>
                      <a:pt x="121" y="112"/>
                    </a:lnTo>
                    <a:lnTo>
                      <a:pt x="121" y="114"/>
                    </a:lnTo>
                    <a:lnTo>
                      <a:pt x="121" y="114"/>
                    </a:lnTo>
                    <a:lnTo>
                      <a:pt x="123" y="114"/>
                    </a:lnTo>
                    <a:lnTo>
                      <a:pt x="123" y="114"/>
                    </a:lnTo>
                    <a:lnTo>
                      <a:pt x="123" y="114"/>
                    </a:lnTo>
                    <a:lnTo>
                      <a:pt x="123" y="114"/>
                    </a:lnTo>
                    <a:lnTo>
                      <a:pt x="123" y="117"/>
                    </a:lnTo>
                    <a:lnTo>
                      <a:pt x="123" y="117"/>
                    </a:lnTo>
                    <a:lnTo>
                      <a:pt x="123" y="117"/>
                    </a:lnTo>
                    <a:lnTo>
                      <a:pt x="123" y="117"/>
                    </a:lnTo>
                    <a:lnTo>
                      <a:pt x="121" y="117"/>
                    </a:lnTo>
                    <a:lnTo>
                      <a:pt x="121" y="117"/>
                    </a:lnTo>
                    <a:lnTo>
                      <a:pt x="121" y="119"/>
                    </a:lnTo>
                    <a:lnTo>
                      <a:pt x="119" y="119"/>
                    </a:lnTo>
                    <a:lnTo>
                      <a:pt x="119" y="119"/>
                    </a:lnTo>
                    <a:lnTo>
                      <a:pt x="119" y="119"/>
                    </a:lnTo>
                    <a:lnTo>
                      <a:pt x="119" y="119"/>
                    </a:lnTo>
                    <a:lnTo>
                      <a:pt x="119" y="121"/>
                    </a:lnTo>
                    <a:lnTo>
                      <a:pt x="119" y="121"/>
                    </a:lnTo>
                    <a:lnTo>
                      <a:pt x="116" y="121"/>
                    </a:lnTo>
                    <a:lnTo>
                      <a:pt x="116" y="124"/>
                    </a:lnTo>
                    <a:lnTo>
                      <a:pt x="116" y="124"/>
                    </a:lnTo>
                    <a:lnTo>
                      <a:pt x="114" y="124"/>
                    </a:lnTo>
                    <a:lnTo>
                      <a:pt x="114" y="124"/>
                    </a:lnTo>
                    <a:lnTo>
                      <a:pt x="114" y="124"/>
                    </a:lnTo>
                    <a:lnTo>
                      <a:pt x="114" y="124"/>
                    </a:lnTo>
                    <a:lnTo>
                      <a:pt x="114" y="126"/>
                    </a:lnTo>
                    <a:lnTo>
                      <a:pt x="114" y="126"/>
                    </a:lnTo>
                    <a:lnTo>
                      <a:pt x="114" y="128"/>
                    </a:lnTo>
                    <a:lnTo>
                      <a:pt x="114" y="128"/>
                    </a:lnTo>
                    <a:lnTo>
                      <a:pt x="116" y="128"/>
                    </a:lnTo>
                    <a:lnTo>
                      <a:pt x="116" y="128"/>
                    </a:lnTo>
                    <a:lnTo>
                      <a:pt x="116" y="131"/>
                    </a:lnTo>
                    <a:lnTo>
                      <a:pt x="116" y="131"/>
                    </a:lnTo>
                    <a:lnTo>
                      <a:pt x="114" y="131"/>
                    </a:lnTo>
                    <a:lnTo>
                      <a:pt x="114" y="133"/>
                    </a:lnTo>
                    <a:lnTo>
                      <a:pt x="114" y="133"/>
                    </a:lnTo>
                    <a:lnTo>
                      <a:pt x="114" y="133"/>
                    </a:lnTo>
                    <a:lnTo>
                      <a:pt x="114" y="133"/>
                    </a:lnTo>
                    <a:lnTo>
                      <a:pt x="112" y="133"/>
                    </a:lnTo>
                    <a:lnTo>
                      <a:pt x="112" y="133"/>
                    </a:lnTo>
                    <a:lnTo>
                      <a:pt x="112" y="136"/>
                    </a:lnTo>
                    <a:lnTo>
                      <a:pt x="112" y="136"/>
                    </a:lnTo>
                    <a:lnTo>
                      <a:pt x="112" y="138"/>
                    </a:lnTo>
                    <a:lnTo>
                      <a:pt x="112" y="138"/>
                    </a:lnTo>
                    <a:lnTo>
                      <a:pt x="112" y="138"/>
                    </a:lnTo>
                    <a:lnTo>
                      <a:pt x="112" y="140"/>
                    </a:lnTo>
                    <a:lnTo>
                      <a:pt x="112" y="140"/>
                    </a:lnTo>
                    <a:lnTo>
                      <a:pt x="112" y="140"/>
                    </a:lnTo>
                    <a:lnTo>
                      <a:pt x="112" y="143"/>
                    </a:lnTo>
                    <a:lnTo>
                      <a:pt x="109" y="143"/>
                    </a:lnTo>
                    <a:lnTo>
                      <a:pt x="109" y="143"/>
                    </a:lnTo>
                    <a:lnTo>
                      <a:pt x="109" y="143"/>
                    </a:lnTo>
                    <a:lnTo>
                      <a:pt x="109" y="143"/>
                    </a:lnTo>
                    <a:lnTo>
                      <a:pt x="109" y="143"/>
                    </a:lnTo>
                    <a:lnTo>
                      <a:pt x="107" y="143"/>
                    </a:lnTo>
                    <a:lnTo>
                      <a:pt x="107" y="143"/>
                    </a:lnTo>
                    <a:lnTo>
                      <a:pt x="107" y="143"/>
                    </a:lnTo>
                    <a:lnTo>
                      <a:pt x="107" y="143"/>
                    </a:lnTo>
                    <a:lnTo>
                      <a:pt x="104" y="143"/>
                    </a:lnTo>
                    <a:lnTo>
                      <a:pt x="104" y="143"/>
                    </a:lnTo>
                    <a:lnTo>
                      <a:pt x="104" y="143"/>
                    </a:lnTo>
                    <a:lnTo>
                      <a:pt x="104" y="143"/>
                    </a:lnTo>
                    <a:lnTo>
                      <a:pt x="102" y="143"/>
                    </a:lnTo>
                    <a:lnTo>
                      <a:pt x="102" y="143"/>
                    </a:lnTo>
                    <a:lnTo>
                      <a:pt x="102" y="143"/>
                    </a:lnTo>
                    <a:lnTo>
                      <a:pt x="100" y="143"/>
                    </a:lnTo>
                    <a:lnTo>
                      <a:pt x="100" y="143"/>
                    </a:lnTo>
                    <a:lnTo>
                      <a:pt x="100" y="143"/>
                    </a:lnTo>
                    <a:lnTo>
                      <a:pt x="100" y="143"/>
                    </a:lnTo>
                    <a:lnTo>
                      <a:pt x="97" y="143"/>
                    </a:lnTo>
                    <a:lnTo>
                      <a:pt x="97" y="143"/>
                    </a:lnTo>
                    <a:lnTo>
                      <a:pt x="97" y="143"/>
                    </a:lnTo>
                    <a:lnTo>
                      <a:pt x="97" y="143"/>
                    </a:lnTo>
                    <a:lnTo>
                      <a:pt x="95" y="143"/>
                    </a:lnTo>
                    <a:lnTo>
                      <a:pt x="95" y="143"/>
                    </a:lnTo>
                    <a:lnTo>
                      <a:pt x="95" y="145"/>
                    </a:lnTo>
                    <a:lnTo>
                      <a:pt x="93" y="145"/>
                    </a:lnTo>
                    <a:lnTo>
                      <a:pt x="93" y="145"/>
                    </a:lnTo>
                    <a:lnTo>
                      <a:pt x="93" y="147"/>
                    </a:lnTo>
                    <a:lnTo>
                      <a:pt x="93" y="147"/>
                    </a:lnTo>
                    <a:lnTo>
                      <a:pt x="93" y="147"/>
                    </a:lnTo>
                    <a:lnTo>
                      <a:pt x="93" y="147"/>
                    </a:lnTo>
                    <a:lnTo>
                      <a:pt x="90" y="147"/>
                    </a:lnTo>
                    <a:lnTo>
                      <a:pt x="90" y="147"/>
                    </a:lnTo>
                    <a:lnTo>
                      <a:pt x="90" y="150"/>
                    </a:lnTo>
                    <a:lnTo>
                      <a:pt x="90" y="150"/>
                    </a:lnTo>
                    <a:lnTo>
                      <a:pt x="90" y="147"/>
                    </a:lnTo>
                    <a:lnTo>
                      <a:pt x="88" y="147"/>
                    </a:lnTo>
                    <a:lnTo>
                      <a:pt x="88" y="147"/>
                    </a:lnTo>
                    <a:lnTo>
                      <a:pt x="88" y="147"/>
                    </a:lnTo>
                    <a:lnTo>
                      <a:pt x="88" y="145"/>
                    </a:lnTo>
                    <a:lnTo>
                      <a:pt x="86" y="145"/>
                    </a:lnTo>
                    <a:lnTo>
                      <a:pt x="86" y="147"/>
                    </a:lnTo>
                    <a:lnTo>
                      <a:pt x="86" y="147"/>
                    </a:lnTo>
                    <a:lnTo>
                      <a:pt x="86" y="147"/>
                    </a:lnTo>
                    <a:lnTo>
                      <a:pt x="83" y="147"/>
                    </a:lnTo>
                    <a:lnTo>
                      <a:pt x="83" y="145"/>
                    </a:lnTo>
                    <a:lnTo>
                      <a:pt x="83" y="145"/>
                    </a:lnTo>
                    <a:lnTo>
                      <a:pt x="83" y="145"/>
                    </a:lnTo>
                    <a:lnTo>
                      <a:pt x="81" y="145"/>
                    </a:lnTo>
                    <a:lnTo>
                      <a:pt x="81" y="145"/>
                    </a:lnTo>
                    <a:lnTo>
                      <a:pt x="81" y="145"/>
                    </a:lnTo>
                    <a:lnTo>
                      <a:pt x="78" y="145"/>
                    </a:lnTo>
                    <a:lnTo>
                      <a:pt x="78" y="145"/>
                    </a:lnTo>
                    <a:lnTo>
                      <a:pt x="78" y="143"/>
                    </a:lnTo>
                    <a:lnTo>
                      <a:pt x="78" y="143"/>
                    </a:lnTo>
                    <a:lnTo>
                      <a:pt x="76" y="143"/>
                    </a:lnTo>
                    <a:lnTo>
                      <a:pt x="76" y="143"/>
                    </a:lnTo>
                    <a:lnTo>
                      <a:pt x="74" y="143"/>
                    </a:lnTo>
                    <a:lnTo>
                      <a:pt x="74" y="143"/>
                    </a:lnTo>
                    <a:lnTo>
                      <a:pt x="76" y="143"/>
                    </a:lnTo>
                    <a:lnTo>
                      <a:pt x="76" y="143"/>
                    </a:lnTo>
                    <a:lnTo>
                      <a:pt x="76" y="143"/>
                    </a:lnTo>
                    <a:lnTo>
                      <a:pt x="76" y="140"/>
                    </a:lnTo>
                    <a:lnTo>
                      <a:pt x="76" y="140"/>
                    </a:lnTo>
                    <a:lnTo>
                      <a:pt x="76" y="140"/>
                    </a:lnTo>
                    <a:lnTo>
                      <a:pt x="74" y="140"/>
                    </a:lnTo>
                    <a:lnTo>
                      <a:pt x="74" y="140"/>
                    </a:lnTo>
                    <a:lnTo>
                      <a:pt x="74" y="140"/>
                    </a:lnTo>
                    <a:lnTo>
                      <a:pt x="74" y="140"/>
                    </a:lnTo>
                    <a:lnTo>
                      <a:pt x="71" y="140"/>
                    </a:lnTo>
                    <a:lnTo>
                      <a:pt x="71" y="140"/>
                    </a:lnTo>
                    <a:lnTo>
                      <a:pt x="71" y="140"/>
                    </a:lnTo>
                    <a:lnTo>
                      <a:pt x="69" y="140"/>
                    </a:lnTo>
                    <a:lnTo>
                      <a:pt x="69" y="140"/>
                    </a:lnTo>
                    <a:lnTo>
                      <a:pt x="69" y="140"/>
                    </a:lnTo>
                    <a:lnTo>
                      <a:pt x="67" y="140"/>
                    </a:lnTo>
                    <a:lnTo>
                      <a:pt x="67" y="140"/>
                    </a:lnTo>
                    <a:lnTo>
                      <a:pt x="67" y="140"/>
                    </a:lnTo>
                    <a:lnTo>
                      <a:pt x="64" y="140"/>
                    </a:lnTo>
                    <a:lnTo>
                      <a:pt x="64" y="140"/>
                    </a:lnTo>
                    <a:lnTo>
                      <a:pt x="64" y="140"/>
                    </a:lnTo>
                    <a:lnTo>
                      <a:pt x="64" y="140"/>
                    </a:lnTo>
                    <a:lnTo>
                      <a:pt x="64" y="143"/>
                    </a:lnTo>
                    <a:lnTo>
                      <a:pt x="62" y="143"/>
                    </a:lnTo>
                    <a:lnTo>
                      <a:pt x="62" y="143"/>
                    </a:lnTo>
                    <a:lnTo>
                      <a:pt x="59" y="143"/>
                    </a:lnTo>
                    <a:lnTo>
                      <a:pt x="59" y="143"/>
                    </a:lnTo>
                    <a:lnTo>
                      <a:pt x="59" y="143"/>
                    </a:lnTo>
                    <a:lnTo>
                      <a:pt x="59" y="143"/>
                    </a:lnTo>
                    <a:lnTo>
                      <a:pt x="59" y="143"/>
                    </a:lnTo>
                    <a:lnTo>
                      <a:pt x="59" y="145"/>
                    </a:lnTo>
                    <a:lnTo>
                      <a:pt x="59" y="145"/>
                    </a:lnTo>
                    <a:lnTo>
                      <a:pt x="57" y="145"/>
                    </a:lnTo>
                    <a:lnTo>
                      <a:pt x="57" y="147"/>
                    </a:lnTo>
                    <a:lnTo>
                      <a:pt x="57" y="147"/>
                    </a:lnTo>
                    <a:lnTo>
                      <a:pt x="57" y="150"/>
                    </a:lnTo>
                    <a:lnTo>
                      <a:pt x="57" y="150"/>
                    </a:lnTo>
                    <a:lnTo>
                      <a:pt x="57" y="150"/>
                    </a:lnTo>
                    <a:lnTo>
                      <a:pt x="57" y="152"/>
                    </a:lnTo>
                    <a:lnTo>
                      <a:pt x="57" y="152"/>
                    </a:lnTo>
                    <a:lnTo>
                      <a:pt x="55" y="152"/>
                    </a:lnTo>
                    <a:lnTo>
                      <a:pt x="55" y="152"/>
                    </a:lnTo>
                    <a:lnTo>
                      <a:pt x="52" y="152"/>
                    </a:lnTo>
                    <a:lnTo>
                      <a:pt x="52" y="152"/>
                    </a:lnTo>
                    <a:lnTo>
                      <a:pt x="52" y="152"/>
                    </a:lnTo>
                    <a:lnTo>
                      <a:pt x="52" y="152"/>
                    </a:lnTo>
                    <a:lnTo>
                      <a:pt x="52" y="154"/>
                    </a:lnTo>
                    <a:lnTo>
                      <a:pt x="52" y="154"/>
                    </a:lnTo>
                    <a:lnTo>
                      <a:pt x="50" y="154"/>
                    </a:lnTo>
                    <a:lnTo>
                      <a:pt x="50" y="154"/>
                    </a:lnTo>
                    <a:lnTo>
                      <a:pt x="50" y="154"/>
                    </a:lnTo>
                    <a:lnTo>
                      <a:pt x="48" y="154"/>
                    </a:lnTo>
                    <a:lnTo>
                      <a:pt x="48" y="154"/>
                    </a:lnTo>
                    <a:lnTo>
                      <a:pt x="48" y="154"/>
                    </a:lnTo>
                    <a:lnTo>
                      <a:pt x="45" y="154"/>
                    </a:lnTo>
                    <a:lnTo>
                      <a:pt x="45" y="154"/>
                    </a:lnTo>
                    <a:lnTo>
                      <a:pt x="45" y="154"/>
                    </a:lnTo>
                    <a:lnTo>
                      <a:pt x="45" y="154"/>
                    </a:lnTo>
                    <a:lnTo>
                      <a:pt x="43" y="154"/>
                    </a:lnTo>
                    <a:lnTo>
                      <a:pt x="43" y="154"/>
                    </a:lnTo>
                    <a:lnTo>
                      <a:pt x="43" y="154"/>
                    </a:lnTo>
                    <a:lnTo>
                      <a:pt x="43" y="154"/>
                    </a:lnTo>
                    <a:lnTo>
                      <a:pt x="41" y="154"/>
                    </a:lnTo>
                    <a:lnTo>
                      <a:pt x="41" y="154"/>
                    </a:lnTo>
                    <a:lnTo>
                      <a:pt x="41" y="154"/>
                    </a:lnTo>
                    <a:lnTo>
                      <a:pt x="41" y="154"/>
                    </a:lnTo>
                    <a:lnTo>
                      <a:pt x="38" y="154"/>
                    </a:lnTo>
                    <a:lnTo>
                      <a:pt x="38" y="152"/>
                    </a:lnTo>
                    <a:lnTo>
                      <a:pt x="38" y="152"/>
                    </a:lnTo>
                    <a:lnTo>
                      <a:pt x="38" y="152"/>
                    </a:lnTo>
                    <a:lnTo>
                      <a:pt x="36" y="152"/>
                    </a:lnTo>
                    <a:lnTo>
                      <a:pt x="36" y="154"/>
                    </a:lnTo>
                    <a:lnTo>
                      <a:pt x="36" y="154"/>
                    </a:lnTo>
                    <a:lnTo>
                      <a:pt x="33" y="154"/>
                    </a:lnTo>
                    <a:lnTo>
                      <a:pt x="33" y="154"/>
                    </a:lnTo>
                    <a:lnTo>
                      <a:pt x="33" y="154"/>
                    </a:lnTo>
                    <a:lnTo>
                      <a:pt x="31" y="154"/>
                    </a:lnTo>
                    <a:lnTo>
                      <a:pt x="31" y="154"/>
                    </a:lnTo>
                    <a:lnTo>
                      <a:pt x="31" y="154"/>
                    </a:lnTo>
                    <a:lnTo>
                      <a:pt x="31" y="154"/>
                    </a:lnTo>
                    <a:lnTo>
                      <a:pt x="31" y="154"/>
                    </a:lnTo>
                    <a:lnTo>
                      <a:pt x="29" y="154"/>
                    </a:lnTo>
                    <a:lnTo>
                      <a:pt x="29" y="154"/>
                    </a:lnTo>
                    <a:lnTo>
                      <a:pt x="29" y="157"/>
                    </a:lnTo>
                    <a:lnTo>
                      <a:pt x="26" y="157"/>
                    </a:lnTo>
                    <a:lnTo>
                      <a:pt x="26" y="157"/>
                    </a:lnTo>
                    <a:lnTo>
                      <a:pt x="26" y="157"/>
                    </a:lnTo>
                    <a:lnTo>
                      <a:pt x="26" y="157"/>
                    </a:lnTo>
                    <a:lnTo>
                      <a:pt x="24" y="157"/>
                    </a:lnTo>
                    <a:lnTo>
                      <a:pt x="24" y="157"/>
                    </a:lnTo>
                    <a:lnTo>
                      <a:pt x="24" y="157"/>
                    </a:lnTo>
                    <a:lnTo>
                      <a:pt x="22" y="157"/>
                    </a:lnTo>
                    <a:lnTo>
                      <a:pt x="22" y="157"/>
                    </a:lnTo>
                    <a:lnTo>
                      <a:pt x="22" y="157"/>
                    </a:lnTo>
                    <a:lnTo>
                      <a:pt x="19" y="157"/>
                    </a:lnTo>
                    <a:lnTo>
                      <a:pt x="19" y="154"/>
                    </a:lnTo>
                    <a:lnTo>
                      <a:pt x="19" y="154"/>
                    </a:lnTo>
                    <a:lnTo>
                      <a:pt x="19" y="154"/>
                    </a:lnTo>
                    <a:lnTo>
                      <a:pt x="19" y="154"/>
                    </a:lnTo>
                    <a:lnTo>
                      <a:pt x="17" y="154"/>
                    </a:lnTo>
                    <a:lnTo>
                      <a:pt x="17" y="154"/>
                    </a:lnTo>
                    <a:lnTo>
                      <a:pt x="17" y="154"/>
                    </a:lnTo>
                    <a:lnTo>
                      <a:pt x="17" y="152"/>
                    </a:lnTo>
                    <a:lnTo>
                      <a:pt x="17" y="152"/>
                    </a:lnTo>
                    <a:lnTo>
                      <a:pt x="17" y="152"/>
                    </a:lnTo>
                    <a:lnTo>
                      <a:pt x="17" y="150"/>
                    </a:lnTo>
                    <a:lnTo>
                      <a:pt x="15" y="150"/>
                    </a:lnTo>
                    <a:lnTo>
                      <a:pt x="15" y="150"/>
                    </a:lnTo>
                    <a:lnTo>
                      <a:pt x="15" y="150"/>
                    </a:lnTo>
                    <a:lnTo>
                      <a:pt x="12" y="150"/>
                    </a:lnTo>
                    <a:lnTo>
                      <a:pt x="12" y="147"/>
                    </a:lnTo>
                    <a:lnTo>
                      <a:pt x="12" y="147"/>
                    </a:lnTo>
                    <a:lnTo>
                      <a:pt x="12" y="147"/>
                    </a:lnTo>
                    <a:lnTo>
                      <a:pt x="12" y="147"/>
                    </a:lnTo>
                    <a:lnTo>
                      <a:pt x="10" y="147"/>
                    </a:lnTo>
                    <a:lnTo>
                      <a:pt x="10" y="145"/>
                    </a:lnTo>
                    <a:lnTo>
                      <a:pt x="10" y="145"/>
                    </a:lnTo>
                    <a:lnTo>
                      <a:pt x="10" y="143"/>
                    </a:lnTo>
                    <a:lnTo>
                      <a:pt x="10" y="143"/>
                    </a:lnTo>
                    <a:lnTo>
                      <a:pt x="7" y="143"/>
                    </a:lnTo>
                    <a:lnTo>
                      <a:pt x="7" y="143"/>
                    </a:lnTo>
                    <a:lnTo>
                      <a:pt x="7" y="143"/>
                    </a:lnTo>
                    <a:lnTo>
                      <a:pt x="7" y="143"/>
                    </a:lnTo>
                    <a:lnTo>
                      <a:pt x="7" y="143"/>
                    </a:lnTo>
                    <a:lnTo>
                      <a:pt x="5" y="143"/>
                    </a:lnTo>
                    <a:lnTo>
                      <a:pt x="5" y="140"/>
                    </a:lnTo>
                    <a:lnTo>
                      <a:pt x="5" y="140"/>
                    </a:lnTo>
                    <a:lnTo>
                      <a:pt x="5" y="140"/>
                    </a:lnTo>
                    <a:lnTo>
                      <a:pt x="5" y="140"/>
                    </a:lnTo>
                    <a:lnTo>
                      <a:pt x="5" y="138"/>
                    </a:lnTo>
                    <a:lnTo>
                      <a:pt x="5" y="138"/>
                    </a:lnTo>
                    <a:lnTo>
                      <a:pt x="5" y="136"/>
                    </a:lnTo>
                    <a:lnTo>
                      <a:pt x="5" y="136"/>
                    </a:lnTo>
                    <a:lnTo>
                      <a:pt x="5" y="133"/>
                    </a:lnTo>
                    <a:lnTo>
                      <a:pt x="3" y="133"/>
                    </a:lnTo>
                    <a:lnTo>
                      <a:pt x="3" y="133"/>
                    </a:lnTo>
                    <a:lnTo>
                      <a:pt x="3" y="133"/>
                    </a:lnTo>
                    <a:lnTo>
                      <a:pt x="3" y="133"/>
                    </a:lnTo>
                    <a:lnTo>
                      <a:pt x="0" y="133"/>
                    </a:lnTo>
                    <a:lnTo>
                      <a:pt x="0" y="131"/>
                    </a:lnTo>
                    <a:lnTo>
                      <a:pt x="3" y="131"/>
                    </a:lnTo>
                    <a:lnTo>
                      <a:pt x="3" y="131"/>
                    </a:lnTo>
                    <a:lnTo>
                      <a:pt x="3" y="128"/>
                    </a:lnTo>
                    <a:lnTo>
                      <a:pt x="3" y="128"/>
                    </a:lnTo>
                    <a:lnTo>
                      <a:pt x="3" y="128"/>
                    </a:lnTo>
                    <a:lnTo>
                      <a:pt x="5" y="128"/>
                    </a:lnTo>
                    <a:lnTo>
                      <a:pt x="5" y="126"/>
                    </a:lnTo>
                    <a:lnTo>
                      <a:pt x="5" y="126"/>
                    </a:lnTo>
                    <a:lnTo>
                      <a:pt x="5" y="128"/>
                    </a:lnTo>
                    <a:lnTo>
                      <a:pt x="5" y="128"/>
                    </a:lnTo>
                    <a:lnTo>
                      <a:pt x="5" y="128"/>
                    </a:lnTo>
                    <a:lnTo>
                      <a:pt x="5" y="131"/>
                    </a:lnTo>
                    <a:lnTo>
                      <a:pt x="7" y="131"/>
                    </a:lnTo>
                    <a:lnTo>
                      <a:pt x="7" y="131"/>
                    </a:lnTo>
                    <a:lnTo>
                      <a:pt x="7" y="133"/>
                    </a:lnTo>
                    <a:lnTo>
                      <a:pt x="5" y="133"/>
                    </a:lnTo>
                    <a:lnTo>
                      <a:pt x="5" y="133"/>
                    </a:lnTo>
                    <a:lnTo>
                      <a:pt x="7" y="133"/>
                    </a:lnTo>
                    <a:lnTo>
                      <a:pt x="7" y="133"/>
                    </a:lnTo>
                    <a:lnTo>
                      <a:pt x="7" y="133"/>
                    </a:lnTo>
                    <a:lnTo>
                      <a:pt x="7" y="133"/>
                    </a:lnTo>
                    <a:lnTo>
                      <a:pt x="10" y="133"/>
                    </a:lnTo>
                    <a:lnTo>
                      <a:pt x="10" y="136"/>
                    </a:lnTo>
                    <a:lnTo>
                      <a:pt x="10" y="136"/>
                    </a:lnTo>
                    <a:lnTo>
                      <a:pt x="10" y="136"/>
                    </a:lnTo>
                    <a:lnTo>
                      <a:pt x="12" y="136"/>
                    </a:lnTo>
                    <a:lnTo>
                      <a:pt x="12" y="136"/>
                    </a:lnTo>
                    <a:lnTo>
                      <a:pt x="12" y="136"/>
                    </a:lnTo>
                    <a:lnTo>
                      <a:pt x="12" y="136"/>
                    </a:lnTo>
                    <a:lnTo>
                      <a:pt x="15" y="136"/>
                    </a:lnTo>
                    <a:lnTo>
                      <a:pt x="15" y="136"/>
                    </a:lnTo>
                    <a:lnTo>
                      <a:pt x="15" y="136"/>
                    </a:lnTo>
                    <a:lnTo>
                      <a:pt x="17" y="136"/>
                    </a:lnTo>
                    <a:lnTo>
                      <a:pt x="17" y="136"/>
                    </a:lnTo>
                    <a:lnTo>
                      <a:pt x="17" y="136"/>
                    </a:lnTo>
                    <a:lnTo>
                      <a:pt x="17" y="136"/>
                    </a:lnTo>
                    <a:lnTo>
                      <a:pt x="17" y="133"/>
                    </a:lnTo>
                    <a:lnTo>
                      <a:pt x="17" y="133"/>
                    </a:lnTo>
                    <a:lnTo>
                      <a:pt x="19" y="133"/>
                    </a:lnTo>
                    <a:lnTo>
                      <a:pt x="19" y="133"/>
                    </a:lnTo>
                    <a:lnTo>
                      <a:pt x="19" y="133"/>
                    </a:lnTo>
                    <a:lnTo>
                      <a:pt x="19" y="136"/>
                    </a:lnTo>
                    <a:lnTo>
                      <a:pt x="19" y="136"/>
                    </a:lnTo>
                    <a:lnTo>
                      <a:pt x="19" y="136"/>
                    </a:lnTo>
                    <a:lnTo>
                      <a:pt x="19" y="136"/>
                    </a:lnTo>
                    <a:lnTo>
                      <a:pt x="22" y="136"/>
                    </a:lnTo>
                    <a:lnTo>
                      <a:pt x="22" y="136"/>
                    </a:lnTo>
                    <a:lnTo>
                      <a:pt x="24" y="136"/>
                    </a:lnTo>
                    <a:lnTo>
                      <a:pt x="24" y="136"/>
                    </a:lnTo>
                    <a:lnTo>
                      <a:pt x="24" y="138"/>
                    </a:lnTo>
                    <a:lnTo>
                      <a:pt x="24" y="138"/>
                    </a:lnTo>
                    <a:lnTo>
                      <a:pt x="24" y="138"/>
                    </a:lnTo>
                    <a:lnTo>
                      <a:pt x="24" y="138"/>
                    </a:lnTo>
                    <a:lnTo>
                      <a:pt x="24" y="140"/>
                    </a:lnTo>
                    <a:lnTo>
                      <a:pt x="26" y="140"/>
                    </a:lnTo>
                    <a:lnTo>
                      <a:pt x="26" y="140"/>
                    </a:lnTo>
                    <a:lnTo>
                      <a:pt x="26" y="140"/>
                    </a:lnTo>
                    <a:lnTo>
                      <a:pt x="29" y="140"/>
                    </a:lnTo>
                    <a:lnTo>
                      <a:pt x="29" y="140"/>
                    </a:lnTo>
                    <a:lnTo>
                      <a:pt x="31" y="140"/>
                    </a:lnTo>
                    <a:lnTo>
                      <a:pt x="31" y="140"/>
                    </a:lnTo>
                    <a:lnTo>
                      <a:pt x="31" y="140"/>
                    </a:lnTo>
                    <a:lnTo>
                      <a:pt x="31" y="140"/>
                    </a:lnTo>
                    <a:lnTo>
                      <a:pt x="31" y="140"/>
                    </a:lnTo>
                    <a:lnTo>
                      <a:pt x="33" y="140"/>
                    </a:lnTo>
                    <a:lnTo>
                      <a:pt x="33" y="138"/>
                    </a:lnTo>
                    <a:lnTo>
                      <a:pt x="33" y="138"/>
                    </a:lnTo>
                    <a:lnTo>
                      <a:pt x="33" y="138"/>
                    </a:lnTo>
                    <a:lnTo>
                      <a:pt x="33" y="136"/>
                    </a:lnTo>
                    <a:lnTo>
                      <a:pt x="33" y="136"/>
                    </a:lnTo>
                    <a:lnTo>
                      <a:pt x="33" y="136"/>
                    </a:lnTo>
                    <a:lnTo>
                      <a:pt x="33" y="133"/>
                    </a:lnTo>
                    <a:lnTo>
                      <a:pt x="33" y="133"/>
                    </a:lnTo>
                    <a:lnTo>
                      <a:pt x="33" y="133"/>
                    </a:lnTo>
                    <a:lnTo>
                      <a:pt x="36" y="133"/>
                    </a:lnTo>
                    <a:lnTo>
                      <a:pt x="36" y="131"/>
                    </a:lnTo>
                    <a:lnTo>
                      <a:pt x="36" y="131"/>
                    </a:lnTo>
                    <a:lnTo>
                      <a:pt x="36" y="131"/>
                    </a:lnTo>
                    <a:lnTo>
                      <a:pt x="36" y="128"/>
                    </a:lnTo>
                    <a:lnTo>
                      <a:pt x="36" y="128"/>
                    </a:lnTo>
                    <a:lnTo>
                      <a:pt x="36" y="126"/>
                    </a:lnTo>
                    <a:lnTo>
                      <a:pt x="36" y="126"/>
                    </a:lnTo>
                    <a:lnTo>
                      <a:pt x="36" y="126"/>
                    </a:lnTo>
                    <a:lnTo>
                      <a:pt x="36" y="124"/>
                    </a:lnTo>
                    <a:lnTo>
                      <a:pt x="36" y="124"/>
                    </a:lnTo>
                    <a:lnTo>
                      <a:pt x="36" y="124"/>
                    </a:lnTo>
                    <a:lnTo>
                      <a:pt x="36" y="124"/>
                    </a:lnTo>
                    <a:lnTo>
                      <a:pt x="36" y="121"/>
                    </a:lnTo>
                    <a:lnTo>
                      <a:pt x="36" y="121"/>
                    </a:lnTo>
                    <a:lnTo>
                      <a:pt x="36" y="119"/>
                    </a:lnTo>
                    <a:lnTo>
                      <a:pt x="36" y="119"/>
                    </a:lnTo>
                    <a:lnTo>
                      <a:pt x="38" y="119"/>
                    </a:lnTo>
                    <a:lnTo>
                      <a:pt x="38" y="117"/>
                    </a:lnTo>
                    <a:lnTo>
                      <a:pt x="38" y="117"/>
                    </a:lnTo>
                    <a:lnTo>
                      <a:pt x="38" y="117"/>
                    </a:lnTo>
                    <a:lnTo>
                      <a:pt x="38" y="117"/>
                    </a:lnTo>
                    <a:lnTo>
                      <a:pt x="38" y="114"/>
                    </a:lnTo>
                    <a:lnTo>
                      <a:pt x="38" y="114"/>
                    </a:lnTo>
                    <a:lnTo>
                      <a:pt x="38" y="114"/>
                    </a:lnTo>
                    <a:lnTo>
                      <a:pt x="38" y="114"/>
                    </a:lnTo>
                    <a:lnTo>
                      <a:pt x="38" y="112"/>
                    </a:lnTo>
                    <a:lnTo>
                      <a:pt x="38" y="112"/>
                    </a:lnTo>
                    <a:lnTo>
                      <a:pt x="38" y="109"/>
                    </a:lnTo>
                    <a:lnTo>
                      <a:pt x="38" y="109"/>
                    </a:lnTo>
                    <a:lnTo>
                      <a:pt x="38" y="109"/>
                    </a:lnTo>
                    <a:lnTo>
                      <a:pt x="41" y="109"/>
                    </a:lnTo>
                    <a:lnTo>
                      <a:pt x="41" y="109"/>
                    </a:lnTo>
                    <a:lnTo>
                      <a:pt x="41" y="109"/>
                    </a:lnTo>
                    <a:lnTo>
                      <a:pt x="43" y="109"/>
                    </a:lnTo>
                    <a:lnTo>
                      <a:pt x="43" y="109"/>
                    </a:lnTo>
                    <a:lnTo>
                      <a:pt x="43" y="109"/>
                    </a:lnTo>
                    <a:lnTo>
                      <a:pt x="45" y="109"/>
                    </a:lnTo>
                    <a:lnTo>
                      <a:pt x="45" y="109"/>
                    </a:lnTo>
                    <a:lnTo>
                      <a:pt x="45" y="109"/>
                    </a:lnTo>
                    <a:lnTo>
                      <a:pt x="45" y="107"/>
                    </a:lnTo>
                    <a:lnTo>
                      <a:pt x="45" y="107"/>
                    </a:lnTo>
                    <a:lnTo>
                      <a:pt x="45" y="107"/>
                    </a:lnTo>
                    <a:lnTo>
                      <a:pt x="48" y="107"/>
                    </a:lnTo>
                    <a:lnTo>
                      <a:pt x="48" y="107"/>
                    </a:lnTo>
                    <a:lnTo>
                      <a:pt x="50" y="107"/>
                    </a:lnTo>
                    <a:lnTo>
                      <a:pt x="50" y="107"/>
                    </a:lnTo>
                    <a:lnTo>
                      <a:pt x="50" y="107"/>
                    </a:lnTo>
                    <a:lnTo>
                      <a:pt x="52" y="107"/>
                    </a:lnTo>
                    <a:lnTo>
                      <a:pt x="52" y="107"/>
                    </a:lnTo>
                    <a:lnTo>
                      <a:pt x="52" y="107"/>
                    </a:lnTo>
                    <a:lnTo>
                      <a:pt x="55" y="107"/>
                    </a:lnTo>
                    <a:lnTo>
                      <a:pt x="55" y="105"/>
                    </a:lnTo>
                    <a:lnTo>
                      <a:pt x="55" y="105"/>
                    </a:lnTo>
                    <a:lnTo>
                      <a:pt x="57" y="105"/>
                    </a:lnTo>
                    <a:lnTo>
                      <a:pt x="57" y="105"/>
                    </a:lnTo>
                    <a:lnTo>
                      <a:pt x="57" y="105"/>
                    </a:lnTo>
                    <a:lnTo>
                      <a:pt x="57" y="105"/>
                    </a:lnTo>
                    <a:lnTo>
                      <a:pt x="59" y="105"/>
                    </a:lnTo>
                    <a:lnTo>
                      <a:pt x="59" y="105"/>
                    </a:lnTo>
                    <a:lnTo>
                      <a:pt x="59" y="105"/>
                    </a:lnTo>
                    <a:lnTo>
                      <a:pt x="62" y="105"/>
                    </a:lnTo>
                    <a:lnTo>
                      <a:pt x="62" y="105"/>
                    </a:lnTo>
                    <a:lnTo>
                      <a:pt x="62" y="105"/>
                    </a:lnTo>
                    <a:lnTo>
                      <a:pt x="64" y="105"/>
                    </a:lnTo>
                    <a:lnTo>
                      <a:pt x="64" y="105"/>
                    </a:lnTo>
                    <a:lnTo>
                      <a:pt x="64" y="105"/>
                    </a:lnTo>
                    <a:lnTo>
                      <a:pt x="64" y="102"/>
                    </a:lnTo>
                    <a:lnTo>
                      <a:pt x="67" y="102"/>
                    </a:lnTo>
                    <a:lnTo>
                      <a:pt x="67" y="102"/>
                    </a:lnTo>
                    <a:lnTo>
                      <a:pt x="67" y="102"/>
                    </a:lnTo>
                    <a:lnTo>
                      <a:pt x="69" y="102"/>
                    </a:lnTo>
                    <a:lnTo>
                      <a:pt x="69" y="102"/>
                    </a:lnTo>
                    <a:lnTo>
                      <a:pt x="69" y="102"/>
                    </a:lnTo>
                    <a:lnTo>
                      <a:pt x="71" y="102"/>
                    </a:lnTo>
                    <a:lnTo>
                      <a:pt x="71" y="102"/>
                    </a:lnTo>
                    <a:lnTo>
                      <a:pt x="71" y="102"/>
                    </a:lnTo>
                    <a:lnTo>
                      <a:pt x="71" y="100"/>
                    </a:lnTo>
                    <a:lnTo>
                      <a:pt x="74" y="100"/>
                    </a:lnTo>
                    <a:lnTo>
                      <a:pt x="74" y="100"/>
                    </a:lnTo>
                    <a:lnTo>
                      <a:pt x="74" y="100"/>
                    </a:lnTo>
                    <a:lnTo>
                      <a:pt x="74" y="100"/>
                    </a:lnTo>
                    <a:lnTo>
                      <a:pt x="76" y="100"/>
                    </a:lnTo>
                    <a:lnTo>
                      <a:pt x="76" y="98"/>
                    </a:lnTo>
                    <a:lnTo>
                      <a:pt x="76" y="98"/>
                    </a:lnTo>
                    <a:lnTo>
                      <a:pt x="76" y="98"/>
                    </a:lnTo>
                    <a:lnTo>
                      <a:pt x="76" y="95"/>
                    </a:lnTo>
                    <a:lnTo>
                      <a:pt x="78" y="95"/>
                    </a:lnTo>
                    <a:lnTo>
                      <a:pt x="78" y="95"/>
                    </a:lnTo>
                    <a:lnTo>
                      <a:pt x="78" y="95"/>
                    </a:lnTo>
                    <a:lnTo>
                      <a:pt x="78" y="95"/>
                    </a:lnTo>
                    <a:lnTo>
                      <a:pt x="78" y="95"/>
                    </a:lnTo>
                    <a:lnTo>
                      <a:pt x="78" y="93"/>
                    </a:lnTo>
                    <a:lnTo>
                      <a:pt x="81" y="93"/>
                    </a:lnTo>
                    <a:lnTo>
                      <a:pt x="81" y="93"/>
                    </a:lnTo>
                    <a:lnTo>
                      <a:pt x="81" y="93"/>
                    </a:lnTo>
                    <a:lnTo>
                      <a:pt x="81" y="90"/>
                    </a:lnTo>
                    <a:lnTo>
                      <a:pt x="81" y="90"/>
                    </a:lnTo>
                    <a:lnTo>
                      <a:pt x="81" y="90"/>
                    </a:lnTo>
                    <a:lnTo>
                      <a:pt x="81" y="88"/>
                    </a:lnTo>
                    <a:lnTo>
                      <a:pt x="83" y="88"/>
                    </a:lnTo>
                    <a:lnTo>
                      <a:pt x="83" y="88"/>
                    </a:lnTo>
                    <a:lnTo>
                      <a:pt x="83" y="88"/>
                    </a:lnTo>
                    <a:lnTo>
                      <a:pt x="83" y="86"/>
                    </a:lnTo>
                    <a:lnTo>
                      <a:pt x="83" y="86"/>
                    </a:lnTo>
                    <a:lnTo>
                      <a:pt x="86" y="86"/>
                    </a:lnTo>
                    <a:lnTo>
                      <a:pt x="86" y="83"/>
                    </a:lnTo>
                    <a:lnTo>
                      <a:pt x="86" y="83"/>
                    </a:lnTo>
                    <a:lnTo>
                      <a:pt x="86" y="83"/>
                    </a:lnTo>
                    <a:lnTo>
                      <a:pt x="86" y="83"/>
                    </a:lnTo>
                    <a:lnTo>
                      <a:pt x="86" y="83"/>
                    </a:lnTo>
                    <a:lnTo>
                      <a:pt x="86" y="81"/>
                    </a:lnTo>
                    <a:lnTo>
                      <a:pt x="88" y="81"/>
                    </a:lnTo>
                    <a:lnTo>
                      <a:pt x="88" y="81"/>
                    </a:lnTo>
                    <a:lnTo>
                      <a:pt x="88" y="81"/>
                    </a:lnTo>
                    <a:lnTo>
                      <a:pt x="88" y="79"/>
                    </a:lnTo>
                    <a:lnTo>
                      <a:pt x="90" y="79"/>
                    </a:lnTo>
                    <a:lnTo>
                      <a:pt x="90" y="79"/>
                    </a:lnTo>
                    <a:lnTo>
                      <a:pt x="90" y="79"/>
                    </a:lnTo>
                    <a:lnTo>
                      <a:pt x="90" y="76"/>
                    </a:lnTo>
                    <a:lnTo>
                      <a:pt x="90" y="76"/>
                    </a:lnTo>
                    <a:lnTo>
                      <a:pt x="90" y="76"/>
                    </a:lnTo>
                    <a:lnTo>
                      <a:pt x="93" y="76"/>
                    </a:lnTo>
                    <a:lnTo>
                      <a:pt x="93" y="74"/>
                    </a:lnTo>
                    <a:lnTo>
                      <a:pt x="93" y="74"/>
                    </a:lnTo>
                    <a:lnTo>
                      <a:pt x="93" y="74"/>
                    </a:lnTo>
                    <a:lnTo>
                      <a:pt x="93" y="74"/>
                    </a:lnTo>
                    <a:lnTo>
                      <a:pt x="93" y="72"/>
                    </a:lnTo>
                    <a:lnTo>
                      <a:pt x="93" y="72"/>
                    </a:lnTo>
                    <a:lnTo>
                      <a:pt x="93" y="72"/>
                    </a:lnTo>
                    <a:lnTo>
                      <a:pt x="95" y="72"/>
                    </a:lnTo>
                    <a:lnTo>
                      <a:pt x="95" y="69"/>
                    </a:lnTo>
                    <a:lnTo>
                      <a:pt x="95" y="69"/>
                    </a:lnTo>
                    <a:lnTo>
                      <a:pt x="95" y="69"/>
                    </a:lnTo>
                    <a:lnTo>
                      <a:pt x="95" y="67"/>
                    </a:lnTo>
                    <a:lnTo>
                      <a:pt x="95" y="67"/>
                    </a:lnTo>
                    <a:lnTo>
                      <a:pt x="95" y="64"/>
                    </a:lnTo>
                    <a:lnTo>
                      <a:pt x="97" y="64"/>
                    </a:lnTo>
                    <a:lnTo>
                      <a:pt x="97" y="64"/>
                    </a:lnTo>
                    <a:lnTo>
                      <a:pt x="97" y="64"/>
                    </a:lnTo>
                    <a:lnTo>
                      <a:pt x="95" y="64"/>
                    </a:lnTo>
                    <a:lnTo>
                      <a:pt x="95" y="62"/>
                    </a:lnTo>
                    <a:lnTo>
                      <a:pt x="95" y="62"/>
                    </a:lnTo>
                    <a:lnTo>
                      <a:pt x="95" y="62"/>
                    </a:lnTo>
                    <a:lnTo>
                      <a:pt x="95" y="60"/>
                    </a:lnTo>
                    <a:lnTo>
                      <a:pt x="95" y="60"/>
                    </a:lnTo>
                    <a:lnTo>
                      <a:pt x="97" y="60"/>
                    </a:lnTo>
                    <a:lnTo>
                      <a:pt x="97" y="60"/>
                    </a:lnTo>
                    <a:lnTo>
                      <a:pt x="97" y="60"/>
                    </a:lnTo>
                    <a:lnTo>
                      <a:pt x="100" y="60"/>
                    </a:lnTo>
                    <a:lnTo>
                      <a:pt x="100" y="60"/>
                    </a:lnTo>
                    <a:lnTo>
                      <a:pt x="100" y="60"/>
                    </a:lnTo>
                    <a:lnTo>
                      <a:pt x="100" y="62"/>
                    </a:lnTo>
                    <a:lnTo>
                      <a:pt x="102" y="62"/>
                    </a:lnTo>
                    <a:lnTo>
                      <a:pt x="102" y="62"/>
                    </a:lnTo>
                    <a:lnTo>
                      <a:pt x="102" y="62"/>
                    </a:lnTo>
                    <a:lnTo>
                      <a:pt x="102" y="64"/>
                    </a:lnTo>
                    <a:lnTo>
                      <a:pt x="102" y="64"/>
                    </a:lnTo>
                    <a:lnTo>
                      <a:pt x="104" y="64"/>
                    </a:lnTo>
                    <a:lnTo>
                      <a:pt x="104" y="64"/>
                    </a:lnTo>
                    <a:lnTo>
                      <a:pt x="104" y="67"/>
                    </a:lnTo>
                    <a:lnTo>
                      <a:pt x="104" y="67"/>
                    </a:lnTo>
                    <a:lnTo>
                      <a:pt x="104" y="69"/>
                    </a:lnTo>
                    <a:lnTo>
                      <a:pt x="104" y="69"/>
                    </a:lnTo>
                    <a:lnTo>
                      <a:pt x="104" y="69"/>
                    </a:lnTo>
                    <a:lnTo>
                      <a:pt x="104" y="72"/>
                    </a:lnTo>
                    <a:lnTo>
                      <a:pt x="104" y="72"/>
                    </a:lnTo>
                    <a:lnTo>
                      <a:pt x="104" y="72"/>
                    </a:lnTo>
                    <a:lnTo>
                      <a:pt x="107" y="72"/>
                    </a:lnTo>
                    <a:lnTo>
                      <a:pt x="107" y="72"/>
                    </a:lnTo>
                    <a:lnTo>
                      <a:pt x="107" y="74"/>
                    </a:lnTo>
                    <a:lnTo>
                      <a:pt x="107" y="74"/>
                    </a:lnTo>
                    <a:lnTo>
                      <a:pt x="107" y="74"/>
                    </a:lnTo>
                    <a:lnTo>
                      <a:pt x="107" y="74"/>
                    </a:lnTo>
                    <a:lnTo>
                      <a:pt x="109" y="74"/>
                    </a:lnTo>
                    <a:lnTo>
                      <a:pt x="109" y="76"/>
                    </a:lnTo>
                    <a:lnTo>
                      <a:pt x="109" y="76"/>
                    </a:lnTo>
                    <a:lnTo>
                      <a:pt x="109" y="76"/>
                    </a:lnTo>
                    <a:lnTo>
                      <a:pt x="112" y="76"/>
                    </a:lnTo>
                    <a:lnTo>
                      <a:pt x="112" y="79"/>
                    </a:lnTo>
                    <a:lnTo>
                      <a:pt x="112" y="79"/>
                    </a:lnTo>
                    <a:lnTo>
                      <a:pt x="112" y="76"/>
                    </a:lnTo>
                    <a:lnTo>
                      <a:pt x="112" y="76"/>
                    </a:lnTo>
                    <a:lnTo>
                      <a:pt x="112" y="76"/>
                    </a:lnTo>
                    <a:lnTo>
                      <a:pt x="114" y="76"/>
                    </a:lnTo>
                    <a:lnTo>
                      <a:pt x="114" y="74"/>
                    </a:lnTo>
                    <a:lnTo>
                      <a:pt x="114" y="74"/>
                    </a:lnTo>
                    <a:lnTo>
                      <a:pt x="114" y="74"/>
                    </a:lnTo>
                    <a:lnTo>
                      <a:pt x="114" y="74"/>
                    </a:lnTo>
                    <a:lnTo>
                      <a:pt x="114" y="74"/>
                    </a:lnTo>
                    <a:lnTo>
                      <a:pt x="114" y="72"/>
                    </a:lnTo>
                    <a:lnTo>
                      <a:pt x="114" y="72"/>
                    </a:lnTo>
                    <a:lnTo>
                      <a:pt x="114" y="69"/>
                    </a:lnTo>
                    <a:lnTo>
                      <a:pt x="116" y="69"/>
                    </a:lnTo>
                    <a:lnTo>
                      <a:pt x="116" y="69"/>
                    </a:lnTo>
                    <a:lnTo>
                      <a:pt x="116" y="67"/>
                    </a:lnTo>
                    <a:lnTo>
                      <a:pt x="114" y="67"/>
                    </a:lnTo>
                    <a:lnTo>
                      <a:pt x="114" y="67"/>
                    </a:lnTo>
                    <a:lnTo>
                      <a:pt x="114" y="64"/>
                    </a:lnTo>
                    <a:lnTo>
                      <a:pt x="114" y="64"/>
                    </a:lnTo>
                    <a:lnTo>
                      <a:pt x="114" y="64"/>
                    </a:lnTo>
                    <a:lnTo>
                      <a:pt x="114" y="64"/>
                    </a:lnTo>
                    <a:lnTo>
                      <a:pt x="114" y="62"/>
                    </a:lnTo>
                    <a:lnTo>
                      <a:pt x="114" y="62"/>
                    </a:lnTo>
                    <a:lnTo>
                      <a:pt x="114" y="60"/>
                    </a:lnTo>
                    <a:lnTo>
                      <a:pt x="114" y="60"/>
                    </a:lnTo>
                    <a:lnTo>
                      <a:pt x="114" y="60"/>
                    </a:lnTo>
                    <a:lnTo>
                      <a:pt x="114" y="57"/>
                    </a:lnTo>
                    <a:lnTo>
                      <a:pt x="116" y="57"/>
                    </a:lnTo>
                    <a:lnTo>
                      <a:pt x="116" y="57"/>
                    </a:lnTo>
                    <a:lnTo>
                      <a:pt x="116" y="57"/>
                    </a:lnTo>
                    <a:lnTo>
                      <a:pt x="119" y="57"/>
                    </a:lnTo>
                    <a:lnTo>
                      <a:pt x="119" y="57"/>
                    </a:lnTo>
                    <a:lnTo>
                      <a:pt x="119" y="55"/>
                    </a:lnTo>
                    <a:lnTo>
                      <a:pt x="119" y="55"/>
                    </a:lnTo>
                    <a:lnTo>
                      <a:pt x="119" y="55"/>
                    </a:lnTo>
                    <a:lnTo>
                      <a:pt x="121" y="55"/>
                    </a:lnTo>
                    <a:lnTo>
                      <a:pt x="121" y="55"/>
                    </a:lnTo>
                    <a:lnTo>
                      <a:pt x="121" y="57"/>
                    </a:lnTo>
                    <a:lnTo>
                      <a:pt x="119" y="57"/>
                    </a:lnTo>
                    <a:lnTo>
                      <a:pt x="119" y="57"/>
                    </a:lnTo>
                    <a:lnTo>
                      <a:pt x="119" y="60"/>
                    </a:lnTo>
                    <a:lnTo>
                      <a:pt x="119" y="60"/>
                    </a:lnTo>
                    <a:lnTo>
                      <a:pt x="119" y="62"/>
                    </a:lnTo>
                    <a:lnTo>
                      <a:pt x="119" y="62"/>
                    </a:lnTo>
                    <a:lnTo>
                      <a:pt x="119" y="64"/>
                    </a:lnTo>
                    <a:lnTo>
                      <a:pt x="121" y="64"/>
                    </a:lnTo>
                    <a:lnTo>
                      <a:pt x="121" y="64"/>
                    </a:lnTo>
                    <a:lnTo>
                      <a:pt x="121" y="64"/>
                    </a:lnTo>
                    <a:lnTo>
                      <a:pt x="121" y="67"/>
                    </a:lnTo>
                    <a:lnTo>
                      <a:pt x="121" y="67"/>
                    </a:lnTo>
                    <a:lnTo>
                      <a:pt x="121" y="69"/>
                    </a:lnTo>
                    <a:lnTo>
                      <a:pt x="121" y="69"/>
                    </a:lnTo>
                    <a:lnTo>
                      <a:pt x="123" y="69"/>
                    </a:lnTo>
                    <a:lnTo>
                      <a:pt x="123" y="69"/>
                    </a:lnTo>
                    <a:lnTo>
                      <a:pt x="123" y="69"/>
                    </a:lnTo>
                    <a:lnTo>
                      <a:pt x="123" y="69"/>
                    </a:lnTo>
                    <a:lnTo>
                      <a:pt x="126" y="69"/>
                    </a:lnTo>
                    <a:lnTo>
                      <a:pt x="126" y="72"/>
                    </a:lnTo>
                    <a:lnTo>
                      <a:pt x="126" y="72"/>
                    </a:lnTo>
                    <a:lnTo>
                      <a:pt x="126" y="69"/>
                    </a:lnTo>
                    <a:lnTo>
                      <a:pt x="126" y="69"/>
                    </a:lnTo>
                    <a:lnTo>
                      <a:pt x="126" y="67"/>
                    </a:lnTo>
                    <a:lnTo>
                      <a:pt x="126" y="67"/>
                    </a:lnTo>
                    <a:lnTo>
                      <a:pt x="126" y="67"/>
                    </a:lnTo>
                    <a:lnTo>
                      <a:pt x="126" y="64"/>
                    </a:lnTo>
                    <a:lnTo>
                      <a:pt x="123" y="64"/>
                    </a:lnTo>
                    <a:lnTo>
                      <a:pt x="123" y="64"/>
                    </a:lnTo>
                    <a:lnTo>
                      <a:pt x="126" y="64"/>
                    </a:lnTo>
                    <a:lnTo>
                      <a:pt x="126" y="64"/>
                    </a:lnTo>
                    <a:lnTo>
                      <a:pt x="126" y="62"/>
                    </a:lnTo>
                    <a:lnTo>
                      <a:pt x="123" y="62"/>
                    </a:lnTo>
                    <a:lnTo>
                      <a:pt x="123" y="62"/>
                    </a:lnTo>
                    <a:lnTo>
                      <a:pt x="123" y="60"/>
                    </a:lnTo>
                    <a:lnTo>
                      <a:pt x="123" y="60"/>
                    </a:lnTo>
                    <a:lnTo>
                      <a:pt x="123" y="57"/>
                    </a:lnTo>
                    <a:lnTo>
                      <a:pt x="123" y="57"/>
                    </a:lnTo>
                    <a:lnTo>
                      <a:pt x="123" y="57"/>
                    </a:lnTo>
                    <a:lnTo>
                      <a:pt x="123" y="57"/>
                    </a:lnTo>
                    <a:lnTo>
                      <a:pt x="123" y="55"/>
                    </a:lnTo>
                    <a:lnTo>
                      <a:pt x="123" y="55"/>
                    </a:lnTo>
                    <a:lnTo>
                      <a:pt x="123" y="55"/>
                    </a:lnTo>
                    <a:lnTo>
                      <a:pt x="123" y="55"/>
                    </a:lnTo>
                    <a:lnTo>
                      <a:pt x="123" y="53"/>
                    </a:lnTo>
                    <a:lnTo>
                      <a:pt x="123" y="53"/>
                    </a:lnTo>
                    <a:lnTo>
                      <a:pt x="126" y="53"/>
                    </a:lnTo>
                    <a:lnTo>
                      <a:pt x="126" y="55"/>
                    </a:lnTo>
                    <a:lnTo>
                      <a:pt x="126" y="55"/>
                    </a:lnTo>
                    <a:lnTo>
                      <a:pt x="126" y="55"/>
                    </a:lnTo>
                    <a:lnTo>
                      <a:pt x="126" y="55"/>
                    </a:lnTo>
                    <a:lnTo>
                      <a:pt x="126" y="55"/>
                    </a:lnTo>
                    <a:lnTo>
                      <a:pt x="126" y="53"/>
                    </a:lnTo>
                    <a:lnTo>
                      <a:pt x="128" y="53"/>
                    </a:lnTo>
                    <a:lnTo>
                      <a:pt x="128" y="53"/>
                    </a:lnTo>
                    <a:lnTo>
                      <a:pt x="128" y="53"/>
                    </a:lnTo>
                    <a:lnTo>
                      <a:pt x="130" y="53"/>
                    </a:lnTo>
                    <a:lnTo>
                      <a:pt x="130" y="50"/>
                    </a:lnTo>
                    <a:lnTo>
                      <a:pt x="130" y="50"/>
                    </a:lnTo>
                    <a:lnTo>
                      <a:pt x="130" y="50"/>
                    </a:lnTo>
                    <a:lnTo>
                      <a:pt x="130" y="48"/>
                    </a:lnTo>
                    <a:lnTo>
                      <a:pt x="130" y="48"/>
                    </a:lnTo>
                    <a:lnTo>
                      <a:pt x="128" y="48"/>
                    </a:lnTo>
                    <a:lnTo>
                      <a:pt x="128" y="48"/>
                    </a:lnTo>
                    <a:lnTo>
                      <a:pt x="128" y="48"/>
                    </a:lnTo>
                    <a:lnTo>
                      <a:pt x="126" y="48"/>
                    </a:lnTo>
                    <a:lnTo>
                      <a:pt x="126" y="45"/>
                    </a:lnTo>
                    <a:lnTo>
                      <a:pt x="126" y="45"/>
                    </a:lnTo>
                    <a:lnTo>
                      <a:pt x="126" y="48"/>
                    </a:lnTo>
                    <a:lnTo>
                      <a:pt x="126" y="48"/>
                    </a:lnTo>
                    <a:lnTo>
                      <a:pt x="123" y="48"/>
                    </a:lnTo>
                    <a:lnTo>
                      <a:pt x="123" y="48"/>
                    </a:lnTo>
                    <a:lnTo>
                      <a:pt x="123" y="48"/>
                    </a:lnTo>
                    <a:lnTo>
                      <a:pt x="123" y="48"/>
                    </a:lnTo>
                    <a:lnTo>
                      <a:pt x="121" y="48"/>
                    </a:lnTo>
                    <a:lnTo>
                      <a:pt x="121" y="48"/>
                    </a:lnTo>
                    <a:lnTo>
                      <a:pt x="121" y="45"/>
                    </a:lnTo>
                    <a:lnTo>
                      <a:pt x="123" y="45"/>
                    </a:lnTo>
                    <a:lnTo>
                      <a:pt x="123" y="45"/>
                    </a:lnTo>
                    <a:lnTo>
                      <a:pt x="123" y="45"/>
                    </a:lnTo>
                    <a:lnTo>
                      <a:pt x="123" y="45"/>
                    </a:lnTo>
                    <a:lnTo>
                      <a:pt x="123" y="43"/>
                    </a:lnTo>
                    <a:lnTo>
                      <a:pt x="123" y="43"/>
                    </a:lnTo>
                    <a:lnTo>
                      <a:pt x="123" y="43"/>
                    </a:lnTo>
                    <a:lnTo>
                      <a:pt x="126" y="43"/>
                    </a:lnTo>
                    <a:lnTo>
                      <a:pt x="126" y="43"/>
                    </a:lnTo>
                    <a:lnTo>
                      <a:pt x="126" y="45"/>
                    </a:lnTo>
                    <a:lnTo>
                      <a:pt x="126" y="45"/>
                    </a:lnTo>
                    <a:lnTo>
                      <a:pt x="126" y="45"/>
                    </a:lnTo>
                    <a:lnTo>
                      <a:pt x="126" y="45"/>
                    </a:lnTo>
                    <a:lnTo>
                      <a:pt x="126" y="43"/>
                    </a:lnTo>
                    <a:lnTo>
                      <a:pt x="126" y="43"/>
                    </a:lnTo>
                    <a:lnTo>
                      <a:pt x="126" y="43"/>
                    </a:lnTo>
                    <a:lnTo>
                      <a:pt x="128" y="43"/>
                    </a:lnTo>
                    <a:lnTo>
                      <a:pt x="128" y="41"/>
                    </a:lnTo>
                    <a:lnTo>
                      <a:pt x="128" y="41"/>
                    </a:lnTo>
                    <a:lnTo>
                      <a:pt x="128" y="41"/>
                    </a:lnTo>
                    <a:lnTo>
                      <a:pt x="130" y="41"/>
                    </a:lnTo>
                    <a:lnTo>
                      <a:pt x="130" y="38"/>
                    </a:lnTo>
                    <a:lnTo>
                      <a:pt x="130" y="38"/>
                    </a:lnTo>
                    <a:lnTo>
                      <a:pt x="130" y="38"/>
                    </a:lnTo>
                    <a:lnTo>
                      <a:pt x="130" y="36"/>
                    </a:lnTo>
                    <a:lnTo>
                      <a:pt x="130" y="36"/>
                    </a:lnTo>
                    <a:lnTo>
                      <a:pt x="133" y="36"/>
                    </a:lnTo>
                    <a:lnTo>
                      <a:pt x="133" y="38"/>
                    </a:lnTo>
                    <a:lnTo>
                      <a:pt x="133" y="38"/>
                    </a:lnTo>
                    <a:lnTo>
                      <a:pt x="133" y="38"/>
                    </a:lnTo>
                    <a:lnTo>
                      <a:pt x="133" y="38"/>
                    </a:lnTo>
                    <a:lnTo>
                      <a:pt x="135" y="38"/>
                    </a:lnTo>
                    <a:lnTo>
                      <a:pt x="135" y="38"/>
                    </a:lnTo>
                    <a:lnTo>
                      <a:pt x="138" y="38"/>
                    </a:lnTo>
                    <a:lnTo>
                      <a:pt x="138" y="38"/>
                    </a:lnTo>
                    <a:lnTo>
                      <a:pt x="138" y="38"/>
                    </a:lnTo>
                    <a:lnTo>
                      <a:pt x="138" y="36"/>
                    </a:lnTo>
                    <a:lnTo>
                      <a:pt x="138" y="36"/>
                    </a:lnTo>
                    <a:lnTo>
                      <a:pt x="138" y="36"/>
                    </a:lnTo>
                    <a:lnTo>
                      <a:pt x="138" y="34"/>
                    </a:lnTo>
                    <a:lnTo>
                      <a:pt x="138" y="34"/>
                    </a:lnTo>
                    <a:lnTo>
                      <a:pt x="140" y="34"/>
                    </a:lnTo>
                    <a:lnTo>
                      <a:pt x="140" y="34"/>
                    </a:lnTo>
                    <a:lnTo>
                      <a:pt x="140" y="34"/>
                    </a:lnTo>
                    <a:lnTo>
                      <a:pt x="140" y="31"/>
                    </a:lnTo>
                    <a:lnTo>
                      <a:pt x="140" y="31"/>
                    </a:lnTo>
                    <a:lnTo>
                      <a:pt x="140" y="29"/>
                    </a:lnTo>
                    <a:lnTo>
                      <a:pt x="140" y="29"/>
                    </a:lnTo>
                    <a:lnTo>
                      <a:pt x="140" y="29"/>
                    </a:lnTo>
                    <a:lnTo>
                      <a:pt x="140" y="29"/>
                    </a:lnTo>
                    <a:lnTo>
                      <a:pt x="140" y="26"/>
                    </a:lnTo>
                    <a:lnTo>
                      <a:pt x="140" y="26"/>
                    </a:lnTo>
                    <a:lnTo>
                      <a:pt x="140" y="26"/>
                    </a:lnTo>
                    <a:lnTo>
                      <a:pt x="140" y="24"/>
                    </a:lnTo>
                    <a:lnTo>
                      <a:pt x="142" y="24"/>
                    </a:lnTo>
                    <a:lnTo>
                      <a:pt x="142" y="24"/>
                    </a:lnTo>
                    <a:lnTo>
                      <a:pt x="142" y="24"/>
                    </a:lnTo>
                    <a:lnTo>
                      <a:pt x="142" y="24"/>
                    </a:lnTo>
                    <a:lnTo>
                      <a:pt x="145" y="24"/>
                    </a:lnTo>
                    <a:lnTo>
                      <a:pt x="145" y="22"/>
                    </a:lnTo>
                    <a:lnTo>
                      <a:pt x="145" y="22"/>
                    </a:lnTo>
                    <a:lnTo>
                      <a:pt x="145" y="22"/>
                    </a:lnTo>
                    <a:lnTo>
                      <a:pt x="145" y="19"/>
                    </a:lnTo>
                    <a:lnTo>
                      <a:pt x="145" y="19"/>
                    </a:lnTo>
                    <a:lnTo>
                      <a:pt x="147" y="19"/>
                    </a:lnTo>
                    <a:lnTo>
                      <a:pt x="147" y="19"/>
                    </a:lnTo>
                    <a:lnTo>
                      <a:pt x="147" y="17"/>
                    </a:lnTo>
                    <a:lnTo>
                      <a:pt x="147" y="17"/>
                    </a:lnTo>
                    <a:lnTo>
                      <a:pt x="147" y="17"/>
                    </a:lnTo>
                    <a:lnTo>
                      <a:pt x="147" y="17"/>
                    </a:lnTo>
                    <a:lnTo>
                      <a:pt x="149" y="17"/>
                    </a:lnTo>
                    <a:lnTo>
                      <a:pt x="149" y="15"/>
                    </a:lnTo>
                    <a:lnTo>
                      <a:pt x="149" y="15"/>
                    </a:lnTo>
                    <a:lnTo>
                      <a:pt x="149" y="15"/>
                    </a:lnTo>
                    <a:lnTo>
                      <a:pt x="152" y="15"/>
                    </a:lnTo>
                    <a:lnTo>
                      <a:pt x="152" y="15"/>
                    </a:lnTo>
                    <a:lnTo>
                      <a:pt x="152" y="12"/>
                    </a:lnTo>
                    <a:lnTo>
                      <a:pt x="152" y="12"/>
                    </a:lnTo>
                    <a:lnTo>
                      <a:pt x="152" y="12"/>
                    </a:lnTo>
                    <a:lnTo>
                      <a:pt x="152" y="10"/>
                    </a:lnTo>
                    <a:lnTo>
                      <a:pt x="152" y="10"/>
                    </a:lnTo>
                    <a:lnTo>
                      <a:pt x="152" y="10"/>
                    </a:lnTo>
                    <a:lnTo>
                      <a:pt x="154" y="10"/>
                    </a:lnTo>
                    <a:lnTo>
                      <a:pt x="154" y="8"/>
                    </a:lnTo>
                    <a:lnTo>
                      <a:pt x="154" y="8"/>
                    </a:lnTo>
                    <a:lnTo>
                      <a:pt x="154" y="5"/>
                    </a:lnTo>
                    <a:lnTo>
                      <a:pt x="154" y="5"/>
                    </a:lnTo>
                    <a:lnTo>
                      <a:pt x="154" y="5"/>
                    </a:lnTo>
                    <a:lnTo>
                      <a:pt x="154" y="5"/>
                    </a:lnTo>
                    <a:lnTo>
                      <a:pt x="157" y="5"/>
                    </a:lnTo>
                    <a:lnTo>
                      <a:pt x="157" y="3"/>
                    </a:lnTo>
                    <a:lnTo>
                      <a:pt x="157" y="3"/>
                    </a:lnTo>
                    <a:lnTo>
                      <a:pt x="157" y="3"/>
                    </a:lnTo>
                    <a:lnTo>
                      <a:pt x="157" y="0"/>
                    </a:lnTo>
                    <a:lnTo>
                      <a:pt x="157" y="0"/>
                    </a:lnTo>
                    <a:lnTo>
                      <a:pt x="157" y="3"/>
                    </a:lnTo>
                    <a:lnTo>
                      <a:pt x="159" y="3"/>
                    </a:lnTo>
                    <a:lnTo>
                      <a:pt x="159" y="3"/>
                    </a:lnTo>
                    <a:lnTo>
                      <a:pt x="159" y="3"/>
                    </a:lnTo>
                    <a:lnTo>
                      <a:pt x="159" y="5"/>
                    </a:lnTo>
                    <a:lnTo>
                      <a:pt x="159" y="5"/>
                    </a:lnTo>
                    <a:lnTo>
                      <a:pt x="159" y="5"/>
                    </a:lnTo>
                    <a:lnTo>
                      <a:pt x="159" y="5"/>
                    </a:lnTo>
                    <a:lnTo>
                      <a:pt x="159" y="8"/>
                    </a:lnTo>
                    <a:lnTo>
                      <a:pt x="159" y="8"/>
                    </a:lnTo>
                    <a:lnTo>
                      <a:pt x="159" y="8"/>
                    </a:lnTo>
                    <a:lnTo>
                      <a:pt x="159" y="10"/>
                    </a:lnTo>
                    <a:lnTo>
                      <a:pt x="159" y="10"/>
                    </a:lnTo>
                    <a:lnTo>
                      <a:pt x="159" y="10"/>
                    </a:lnTo>
                    <a:lnTo>
                      <a:pt x="159" y="12"/>
                    </a:lnTo>
                    <a:lnTo>
                      <a:pt x="159" y="12"/>
                    </a:lnTo>
                    <a:lnTo>
                      <a:pt x="159" y="10"/>
                    </a:lnTo>
                    <a:lnTo>
                      <a:pt x="159" y="10"/>
                    </a:lnTo>
                    <a:lnTo>
                      <a:pt x="161" y="10"/>
                    </a:lnTo>
                    <a:lnTo>
                      <a:pt x="161" y="10"/>
                    </a:lnTo>
                    <a:lnTo>
                      <a:pt x="161" y="8"/>
                    </a:lnTo>
                    <a:lnTo>
                      <a:pt x="161" y="8"/>
                    </a:lnTo>
                    <a:lnTo>
                      <a:pt x="161" y="8"/>
                    </a:lnTo>
                    <a:lnTo>
                      <a:pt x="161" y="5"/>
                    </a:lnTo>
                    <a:lnTo>
                      <a:pt x="161" y="5"/>
                    </a:lnTo>
                    <a:lnTo>
                      <a:pt x="161" y="5"/>
                    </a:lnTo>
                    <a:lnTo>
                      <a:pt x="161" y="3"/>
                    </a:lnTo>
                    <a:lnTo>
                      <a:pt x="164" y="3"/>
                    </a:lnTo>
                    <a:lnTo>
                      <a:pt x="164" y="3"/>
                    </a:lnTo>
                    <a:lnTo>
                      <a:pt x="164" y="3"/>
                    </a:lnTo>
                    <a:lnTo>
                      <a:pt x="164" y="3"/>
                    </a:lnTo>
                    <a:lnTo>
                      <a:pt x="166" y="3"/>
                    </a:lnTo>
                    <a:lnTo>
                      <a:pt x="166" y="3"/>
                    </a:lnTo>
                    <a:lnTo>
                      <a:pt x="166" y="3"/>
                    </a:lnTo>
                    <a:lnTo>
                      <a:pt x="166" y="3"/>
                    </a:lnTo>
                    <a:lnTo>
                      <a:pt x="168"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109"/>
              <p:cNvSpPr>
                <a:spLocks/>
              </p:cNvSpPr>
              <p:nvPr/>
            </p:nvSpPr>
            <p:spPr bwMode="auto">
              <a:xfrm>
                <a:off x="2715" y="1431"/>
                <a:ext cx="691" cy="268"/>
              </a:xfrm>
              <a:custGeom>
                <a:avLst/>
                <a:gdLst/>
                <a:ahLst/>
                <a:cxnLst>
                  <a:cxn ang="0">
                    <a:pos x="267" y="9"/>
                  </a:cxn>
                  <a:cxn ang="0">
                    <a:pos x="296" y="16"/>
                  </a:cxn>
                  <a:cxn ang="0">
                    <a:pos x="312" y="33"/>
                  </a:cxn>
                  <a:cxn ang="0">
                    <a:pos x="334" y="50"/>
                  </a:cxn>
                  <a:cxn ang="0">
                    <a:pos x="362" y="45"/>
                  </a:cxn>
                  <a:cxn ang="0">
                    <a:pos x="391" y="42"/>
                  </a:cxn>
                  <a:cxn ang="0">
                    <a:pos x="417" y="54"/>
                  </a:cxn>
                  <a:cxn ang="0">
                    <a:pos x="440" y="66"/>
                  </a:cxn>
                  <a:cxn ang="0">
                    <a:pos x="469" y="73"/>
                  </a:cxn>
                  <a:cxn ang="0">
                    <a:pos x="497" y="76"/>
                  </a:cxn>
                  <a:cxn ang="0">
                    <a:pos x="523" y="69"/>
                  </a:cxn>
                  <a:cxn ang="0">
                    <a:pos x="549" y="57"/>
                  </a:cxn>
                  <a:cxn ang="0">
                    <a:pos x="578" y="47"/>
                  </a:cxn>
                  <a:cxn ang="0">
                    <a:pos x="604" y="54"/>
                  </a:cxn>
                  <a:cxn ang="0">
                    <a:pos x="615" y="66"/>
                  </a:cxn>
                  <a:cxn ang="0">
                    <a:pos x="604" y="92"/>
                  </a:cxn>
                  <a:cxn ang="0">
                    <a:pos x="604" y="111"/>
                  </a:cxn>
                  <a:cxn ang="0">
                    <a:pos x="630" y="111"/>
                  </a:cxn>
                  <a:cxn ang="0">
                    <a:pos x="656" y="104"/>
                  </a:cxn>
                  <a:cxn ang="0">
                    <a:pos x="679" y="121"/>
                  </a:cxn>
                  <a:cxn ang="0">
                    <a:pos x="691" y="135"/>
                  </a:cxn>
                  <a:cxn ang="0">
                    <a:pos x="672" y="137"/>
                  </a:cxn>
                  <a:cxn ang="0">
                    <a:pos x="646" y="142"/>
                  </a:cxn>
                  <a:cxn ang="0">
                    <a:pos x="623" y="149"/>
                  </a:cxn>
                  <a:cxn ang="0">
                    <a:pos x="604" y="168"/>
                  </a:cxn>
                  <a:cxn ang="0">
                    <a:pos x="573" y="173"/>
                  </a:cxn>
                  <a:cxn ang="0">
                    <a:pos x="552" y="187"/>
                  </a:cxn>
                  <a:cxn ang="0">
                    <a:pos x="521" y="180"/>
                  </a:cxn>
                  <a:cxn ang="0">
                    <a:pos x="511" y="201"/>
                  </a:cxn>
                  <a:cxn ang="0">
                    <a:pos x="509" y="220"/>
                  </a:cxn>
                  <a:cxn ang="0">
                    <a:pos x="485" y="237"/>
                  </a:cxn>
                  <a:cxn ang="0">
                    <a:pos x="459" y="246"/>
                  </a:cxn>
                  <a:cxn ang="0">
                    <a:pos x="426" y="246"/>
                  </a:cxn>
                  <a:cxn ang="0">
                    <a:pos x="398" y="253"/>
                  </a:cxn>
                  <a:cxn ang="0">
                    <a:pos x="372" y="268"/>
                  </a:cxn>
                  <a:cxn ang="0">
                    <a:pos x="346" y="260"/>
                  </a:cxn>
                  <a:cxn ang="0">
                    <a:pos x="315" y="253"/>
                  </a:cxn>
                  <a:cxn ang="0">
                    <a:pos x="286" y="242"/>
                  </a:cxn>
                  <a:cxn ang="0">
                    <a:pos x="256" y="242"/>
                  </a:cxn>
                  <a:cxn ang="0">
                    <a:pos x="220" y="242"/>
                  </a:cxn>
                  <a:cxn ang="0">
                    <a:pos x="189" y="239"/>
                  </a:cxn>
                  <a:cxn ang="0">
                    <a:pos x="173" y="218"/>
                  </a:cxn>
                  <a:cxn ang="0">
                    <a:pos x="156" y="201"/>
                  </a:cxn>
                  <a:cxn ang="0">
                    <a:pos x="130" y="187"/>
                  </a:cxn>
                  <a:cxn ang="0">
                    <a:pos x="99" y="180"/>
                  </a:cxn>
                  <a:cxn ang="0">
                    <a:pos x="69" y="175"/>
                  </a:cxn>
                  <a:cxn ang="0">
                    <a:pos x="69" y="151"/>
                  </a:cxn>
                  <a:cxn ang="0">
                    <a:pos x="59" y="125"/>
                  </a:cxn>
                  <a:cxn ang="0">
                    <a:pos x="40" y="106"/>
                  </a:cxn>
                  <a:cxn ang="0">
                    <a:pos x="17" y="97"/>
                  </a:cxn>
                  <a:cxn ang="0">
                    <a:pos x="0" y="83"/>
                  </a:cxn>
                  <a:cxn ang="0">
                    <a:pos x="19" y="66"/>
                  </a:cxn>
                  <a:cxn ang="0">
                    <a:pos x="40" y="61"/>
                  </a:cxn>
                  <a:cxn ang="0">
                    <a:pos x="64" y="47"/>
                  </a:cxn>
                  <a:cxn ang="0">
                    <a:pos x="83" y="38"/>
                  </a:cxn>
                  <a:cxn ang="0">
                    <a:pos x="107" y="35"/>
                  </a:cxn>
                  <a:cxn ang="0">
                    <a:pos x="130" y="40"/>
                  </a:cxn>
                  <a:cxn ang="0">
                    <a:pos x="154" y="52"/>
                  </a:cxn>
                  <a:cxn ang="0">
                    <a:pos x="185" y="54"/>
                  </a:cxn>
                  <a:cxn ang="0">
                    <a:pos x="211" y="57"/>
                  </a:cxn>
                  <a:cxn ang="0">
                    <a:pos x="227" y="40"/>
                  </a:cxn>
                  <a:cxn ang="0">
                    <a:pos x="220" y="16"/>
                  </a:cxn>
                </a:cxnLst>
                <a:rect l="0" t="0" r="r" b="b"/>
                <a:pathLst>
                  <a:path w="691" h="268">
                    <a:moveTo>
                      <a:pt x="239" y="0"/>
                    </a:moveTo>
                    <a:lnTo>
                      <a:pt x="239" y="0"/>
                    </a:lnTo>
                    <a:lnTo>
                      <a:pt x="241" y="0"/>
                    </a:lnTo>
                    <a:lnTo>
                      <a:pt x="241" y="2"/>
                    </a:lnTo>
                    <a:lnTo>
                      <a:pt x="241" y="2"/>
                    </a:lnTo>
                    <a:lnTo>
                      <a:pt x="244" y="2"/>
                    </a:lnTo>
                    <a:lnTo>
                      <a:pt x="244" y="2"/>
                    </a:lnTo>
                    <a:lnTo>
                      <a:pt x="244" y="2"/>
                    </a:lnTo>
                    <a:lnTo>
                      <a:pt x="244" y="2"/>
                    </a:lnTo>
                    <a:lnTo>
                      <a:pt x="246" y="2"/>
                    </a:lnTo>
                    <a:lnTo>
                      <a:pt x="246" y="2"/>
                    </a:lnTo>
                    <a:lnTo>
                      <a:pt x="246" y="2"/>
                    </a:lnTo>
                    <a:lnTo>
                      <a:pt x="246" y="2"/>
                    </a:lnTo>
                    <a:lnTo>
                      <a:pt x="246" y="5"/>
                    </a:lnTo>
                    <a:lnTo>
                      <a:pt x="249" y="5"/>
                    </a:lnTo>
                    <a:lnTo>
                      <a:pt x="249" y="5"/>
                    </a:lnTo>
                    <a:lnTo>
                      <a:pt x="251" y="5"/>
                    </a:lnTo>
                    <a:lnTo>
                      <a:pt x="251" y="5"/>
                    </a:lnTo>
                    <a:lnTo>
                      <a:pt x="251" y="5"/>
                    </a:lnTo>
                    <a:lnTo>
                      <a:pt x="251" y="5"/>
                    </a:lnTo>
                    <a:lnTo>
                      <a:pt x="253" y="5"/>
                    </a:lnTo>
                    <a:lnTo>
                      <a:pt x="253" y="5"/>
                    </a:lnTo>
                    <a:lnTo>
                      <a:pt x="253" y="5"/>
                    </a:lnTo>
                    <a:lnTo>
                      <a:pt x="256" y="5"/>
                    </a:lnTo>
                    <a:lnTo>
                      <a:pt x="256" y="5"/>
                    </a:lnTo>
                    <a:lnTo>
                      <a:pt x="258" y="5"/>
                    </a:lnTo>
                    <a:lnTo>
                      <a:pt x="258" y="7"/>
                    </a:lnTo>
                    <a:lnTo>
                      <a:pt x="258" y="7"/>
                    </a:lnTo>
                    <a:lnTo>
                      <a:pt x="258" y="7"/>
                    </a:lnTo>
                    <a:lnTo>
                      <a:pt x="258" y="7"/>
                    </a:lnTo>
                    <a:lnTo>
                      <a:pt x="258" y="9"/>
                    </a:lnTo>
                    <a:lnTo>
                      <a:pt x="260" y="9"/>
                    </a:lnTo>
                    <a:lnTo>
                      <a:pt x="260" y="9"/>
                    </a:lnTo>
                    <a:lnTo>
                      <a:pt x="260" y="9"/>
                    </a:lnTo>
                    <a:lnTo>
                      <a:pt x="260" y="9"/>
                    </a:lnTo>
                    <a:lnTo>
                      <a:pt x="263" y="9"/>
                    </a:lnTo>
                    <a:lnTo>
                      <a:pt x="263" y="9"/>
                    </a:lnTo>
                    <a:lnTo>
                      <a:pt x="265" y="9"/>
                    </a:lnTo>
                    <a:lnTo>
                      <a:pt x="265" y="9"/>
                    </a:lnTo>
                    <a:lnTo>
                      <a:pt x="265" y="9"/>
                    </a:lnTo>
                    <a:lnTo>
                      <a:pt x="267" y="9"/>
                    </a:lnTo>
                    <a:lnTo>
                      <a:pt x="267" y="9"/>
                    </a:lnTo>
                    <a:lnTo>
                      <a:pt x="270" y="9"/>
                    </a:lnTo>
                    <a:lnTo>
                      <a:pt x="270" y="9"/>
                    </a:lnTo>
                    <a:lnTo>
                      <a:pt x="270" y="9"/>
                    </a:lnTo>
                    <a:lnTo>
                      <a:pt x="272" y="9"/>
                    </a:lnTo>
                    <a:lnTo>
                      <a:pt x="272" y="9"/>
                    </a:lnTo>
                    <a:lnTo>
                      <a:pt x="272" y="9"/>
                    </a:lnTo>
                    <a:lnTo>
                      <a:pt x="275" y="9"/>
                    </a:lnTo>
                    <a:lnTo>
                      <a:pt x="275" y="9"/>
                    </a:lnTo>
                    <a:lnTo>
                      <a:pt x="275" y="12"/>
                    </a:lnTo>
                    <a:lnTo>
                      <a:pt x="277" y="12"/>
                    </a:lnTo>
                    <a:lnTo>
                      <a:pt x="277" y="12"/>
                    </a:lnTo>
                    <a:lnTo>
                      <a:pt x="277" y="12"/>
                    </a:lnTo>
                    <a:lnTo>
                      <a:pt x="277" y="12"/>
                    </a:lnTo>
                    <a:lnTo>
                      <a:pt x="279" y="12"/>
                    </a:lnTo>
                    <a:lnTo>
                      <a:pt x="279" y="12"/>
                    </a:lnTo>
                    <a:lnTo>
                      <a:pt x="279" y="12"/>
                    </a:lnTo>
                    <a:lnTo>
                      <a:pt x="279" y="14"/>
                    </a:lnTo>
                    <a:lnTo>
                      <a:pt x="282" y="14"/>
                    </a:lnTo>
                    <a:lnTo>
                      <a:pt x="282" y="14"/>
                    </a:lnTo>
                    <a:lnTo>
                      <a:pt x="284" y="14"/>
                    </a:lnTo>
                    <a:lnTo>
                      <a:pt x="284" y="14"/>
                    </a:lnTo>
                    <a:lnTo>
                      <a:pt x="284" y="14"/>
                    </a:lnTo>
                    <a:lnTo>
                      <a:pt x="284" y="14"/>
                    </a:lnTo>
                    <a:lnTo>
                      <a:pt x="286" y="14"/>
                    </a:lnTo>
                    <a:lnTo>
                      <a:pt x="286" y="14"/>
                    </a:lnTo>
                    <a:lnTo>
                      <a:pt x="286" y="14"/>
                    </a:lnTo>
                    <a:lnTo>
                      <a:pt x="286" y="14"/>
                    </a:lnTo>
                    <a:lnTo>
                      <a:pt x="289" y="14"/>
                    </a:lnTo>
                    <a:lnTo>
                      <a:pt x="289" y="14"/>
                    </a:lnTo>
                    <a:lnTo>
                      <a:pt x="291" y="14"/>
                    </a:lnTo>
                    <a:lnTo>
                      <a:pt x="291" y="16"/>
                    </a:lnTo>
                    <a:lnTo>
                      <a:pt x="291" y="16"/>
                    </a:lnTo>
                    <a:lnTo>
                      <a:pt x="291" y="16"/>
                    </a:lnTo>
                    <a:lnTo>
                      <a:pt x="291" y="16"/>
                    </a:lnTo>
                    <a:lnTo>
                      <a:pt x="294" y="16"/>
                    </a:lnTo>
                    <a:lnTo>
                      <a:pt x="294" y="16"/>
                    </a:lnTo>
                    <a:lnTo>
                      <a:pt x="294" y="16"/>
                    </a:lnTo>
                    <a:lnTo>
                      <a:pt x="294" y="16"/>
                    </a:lnTo>
                    <a:lnTo>
                      <a:pt x="296" y="16"/>
                    </a:lnTo>
                    <a:lnTo>
                      <a:pt x="296" y="16"/>
                    </a:lnTo>
                    <a:lnTo>
                      <a:pt x="298" y="16"/>
                    </a:lnTo>
                    <a:lnTo>
                      <a:pt x="298" y="16"/>
                    </a:lnTo>
                    <a:lnTo>
                      <a:pt x="298" y="16"/>
                    </a:lnTo>
                    <a:lnTo>
                      <a:pt x="298" y="16"/>
                    </a:lnTo>
                    <a:lnTo>
                      <a:pt x="301" y="16"/>
                    </a:lnTo>
                    <a:lnTo>
                      <a:pt x="301" y="16"/>
                    </a:lnTo>
                    <a:lnTo>
                      <a:pt x="301" y="19"/>
                    </a:lnTo>
                    <a:lnTo>
                      <a:pt x="303" y="19"/>
                    </a:lnTo>
                    <a:lnTo>
                      <a:pt x="303" y="19"/>
                    </a:lnTo>
                    <a:lnTo>
                      <a:pt x="303" y="19"/>
                    </a:lnTo>
                    <a:lnTo>
                      <a:pt x="305" y="19"/>
                    </a:lnTo>
                    <a:lnTo>
                      <a:pt x="305" y="19"/>
                    </a:lnTo>
                    <a:lnTo>
                      <a:pt x="305" y="19"/>
                    </a:lnTo>
                    <a:lnTo>
                      <a:pt x="305" y="19"/>
                    </a:lnTo>
                    <a:lnTo>
                      <a:pt x="305" y="19"/>
                    </a:lnTo>
                    <a:lnTo>
                      <a:pt x="308" y="19"/>
                    </a:lnTo>
                    <a:lnTo>
                      <a:pt x="308" y="19"/>
                    </a:lnTo>
                    <a:lnTo>
                      <a:pt x="308" y="19"/>
                    </a:lnTo>
                    <a:lnTo>
                      <a:pt x="310" y="19"/>
                    </a:lnTo>
                    <a:lnTo>
                      <a:pt x="310" y="21"/>
                    </a:lnTo>
                    <a:lnTo>
                      <a:pt x="310" y="21"/>
                    </a:lnTo>
                    <a:lnTo>
                      <a:pt x="310" y="21"/>
                    </a:lnTo>
                    <a:lnTo>
                      <a:pt x="310" y="21"/>
                    </a:lnTo>
                    <a:lnTo>
                      <a:pt x="310" y="23"/>
                    </a:lnTo>
                    <a:lnTo>
                      <a:pt x="310" y="23"/>
                    </a:lnTo>
                    <a:lnTo>
                      <a:pt x="310" y="23"/>
                    </a:lnTo>
                    <a:lnTo>
                      <a:pt x="310" y="26"/>
                    </a:lnTo>
                    <a:lnTo>
                      <a:pt x="310" y="26"/>
                    </a:lnTo>
                    <a:lnTo>
                      <a:pt x="310" y="26"/>
                    </a:lnTo>
                    <a:lnTo>
                      <a:pt x="310" y="28"/>
                    </a:lnTo>
                    <a:lnTo>
                      <a:pt x="310" y="28"/>
                    </a:lnTo>
                    <a:lnTo>
                      <a:pt x="310" y="28"/>
                    </a:lnTo>
                    <a:lnTo>
                      <a:pt x="310" y="31"/>
                    </a:lnTo>
                    <a:lnTo>
                      <a:pt x="310" y="31"/>
                    </a:lnTo>
                    <a:lnTo>
                      <a:pt x="310" y="33"/>
                    </a:lnTo>
                    <a:lnTo>
                      <a:pt x="310" y="33"/>
                    </a:lnTo>
                    <a:lnTo>
                      <a:pt x="310" y="33"/>
                    </a:lnTo>
                    <a:lnTo>
                      <a:pt x="310" y="33"/>
                    </a:lnTo>
                    <a:lnTo>
                      <a:pt x="310" y="33"/>
                    </a:lnTo>
                    <a:lnTo>
                      <a:pt x="312" y="33"/>
                    </a:lnTo>
                    <a:lnTo>
                      <a:pt x="312" y="33"/>
                    </a:lnTo>
                    <a:lnTo>
                      <a:pt x="312" y="35"/>
                    </a:lnTo>
                    <a:lnTo>
                      <a:pt x="312" y="35"/>
                    </a:lnTo>
                    <a:lnTo>
                      <a:pt x="312" y="38"/>
                    </a:lnTo>
                    <a:lnTo>
                      <a:pt x="312" y="38"/>
                    </a:lnTo>
                    <a:lnTo>
                      <a:pt x="312" y="38"/>
                    </a:lnTo>
                    <a:lnTo>
                      <a:pt x="312" y="40"/>
                    </a:lnTo>
                    <a:lnTo>
                      <a:pt x="312" y="40"/>
                    </a:lnTo>
                    <a:lnTo>
                      <a:pt x="312" y="40"/>
                    </a:lnTo>
                    <a:lnTo>
                      <a:pt x="312" y="40"/>
                    </a:lnTo>
                    <a:lnTo>
                      <a:pt x="315" y="40"/>
                    </a:lnTo>
                    <a:lnTo>
                      <a:pt x="315" y="40"/>
                    </a:lnTo>
                    <a:lnTo>
                      <a:pt x="317" y="40"/>
                    </a:lnTo>
                    <a:lnTo>
                      <a:pt x="317" y="40"/>
                    </a:lnTo>
                    <a:lnTo>
                      <a:pt x="317" y="42"/>
                    </a:lnTo>
                    <a:lnTo>
                      <a:pt x="317" y="42"/>
                    </a:lnTo>
                    <a:lnTo>
                      <a:pt x="317" y="42"/>
                    </a:lnTo>
                    <a:lnTo>
                      <a:pt x="320" y="42"/>
                    </a:lnTo>
                    <a:lnTo>
                      <a:pt x="320" y="42"/>
                    </a:lnTo>
                    <a:lnTo>
                      <a:pt x="320" y="42"/>
                    </a:lnTo>
                    <a:lnTo>
                      <a:pt x="320" y="42"/>
                    </a:lnTo>
                    <a:lnTo>
                      <a:pt x="322" y="42"/>
                    </a:lnTo>
                    <a:lnTo>
                      <a:pt x="322" y="45"/>
                    </a:lnTo>
                    <a:lnTo>
                      <a:pt x="322" y="45"/>
                    </a:lnTo>
                    <a:lnTo>
                      <a:pt x="324" y="45"/>
                    </a:lnTo>
                    <a:lnTo>
                      <a:pt x="324" y="45"/>
                    </a:lnTo>
                    <a:lnTo>
                      <a:pt x="324" y="45"/>
                    </a:lnTo>
                    <a:lnTo>
                      <a:pt x="324" y="45"/>
                    </a:lnTo>
                    <a:lnTo>
                      <a:pt x="324" y="47"/>
                    </a:lnTo>
                    <a:lnTo>
                      <a:pt x="327" y="47"/>
                    </a:lnTo>
                    <a:lnTo>
                      <a:pt x="327" y="47"/>
                    </a:lnTo>
                    <a:lnTo>
                      <a:pt x="327" y="47"/>
                    </a:lnTo>
                    <a:lnTo>
                      <a:pt x="329" y="47"/>
                    </a:lnTo>
                    <a:lnTo>
                      <a:pt x="329" y="47"/>
                    </a:lnTo>
                    <a:lnTo>
                      <a:pt x="329" y="45"/>
                    </a:lnTo>
                    <a:lnTo>
                      <a:pt x="331" y="45"/>
                    </a:lnTo>
                    <a:lnTo>
                      <a:pt x="331" y="45"/>
                    </a:lnTo>
                    <a:lnTo>
                      <a:pt x="331" y="47"/>
                    </a:lnTo>
                    <a:lnTo>
                      <a:pt x="331" y="47"/>
                    </a:lnTo>
                    <a:lnTo>
                      <a:pt x="331" y="47"/>
                    </a:lnTo>
                    <a:lnTo>
                      <a:pt x="334" y="47"/>
                    </a:lnTo>
                    <a:lnTo>
                      <a:pt x="334" y="50"/>
                    </a:lnTo>
                    <a:lnTo>
                      <a:pt x="334" y="50"/>
                    </a:lnTo>
                    <a:lnTo>
                      <a:pt x="334" y="50"/>
                    </a:lnTo>
                    <a:lnTo>
                      <a:pt x="336" y="50"/>
                    </a:lnTo>
                    <a:lnTo>
                      <a:pt x="336" y="50"/>
                    </a:lnTo>
                    <a:lnTo>
                      <a:pt x="339" y="50"/>
                    </a:lnTo>
                    <a:lnTo>
                      <a:pt x="339" y="50"/>
                    </a:lnTo>
                    <a:lnTo>
                      <a:pt x="339" y="50"/>
                    </a:lnTo>
                    <a:lnTo>
                      <a:pt x="339" y="50"/>
                    </a:lnTo>
                    <a:lnTo>
                      <a:pt x="341" y="50"/>
                    </a:lnTo>
                    <a:lnTo>
                      <a:pt x="341" y="52"/>
                    </a:lnTo>
                    <a:lnTo>
                      <a:pt x="341" y="52"/>
                    </a:lnTo>
                    <a:lnTo>
                      <a:pt x="343" y="52"/>
                    </a:lnTo>
                    <a:lnTo>
                      <a:pt x="343" y="50"/>
                    </a:lnTo>
                    <a:lnTo>
                      <a:pt x="343" y="50"/>
                    </a:lnTo>
                    <a:lnTo>
                      <a:pt x="343" y="50"/>
                    </a:lnTo>
                    <a:lnTo>
                      <a:pt x="343" y="50"/>
                    </a:lnTo>
                    <a:lnTo>
                      <a:pt x="346" y="50"/>
                    </a:lnTo>
                    <a:lnTo>
                      <a:pt x="346" y="50"/>
                    </a:lnTo>
                    <a:lnTo>
                      <a:pt x="346" y="50"/>
                    </a:lnTo>
                    <a:lnTo>
                      <a:pt x="346" y="50"/>
                    </a:lnTo>
                    <a:lnTo>
                      <a:pt x="348" y="50"/>
                    </a:lnTo>
                    <a:lnTo>
                      <a:pt x="348" y="50"/>
                    </a:lnTo>
                    <a:lnTo>
                      <a:pt x="350" y="50"/>
                    </a:lnTo>
                    <a:lnTo>
                      <a:pt x="350" y="50"/>
                    </a:lnTo>
                    <a:lnTo>
                      <a:pt x="350" y="50"/>
                    </a:lnTo>
                    <a:lnTo>
                      <a:pt x="353" y="50"/>
                    </a:lnTo>
                    <a:lnTo>
                      <a:pt x="353" y="50"/>
                    </a:lnTo>
                    <a:lnTo>
                      <a:pt x="353" y="50"/>
                    </a:lnTo>
                    <a:lnTo>
                      <a:pt x="353" y="50"/>
                    </a:lnTo>
                    <a:lnTo>
                      <a:pt x="353" y="47"/>
                    </a:lnTo>
                    <a:lnTo>
                      <a:pt x="355" y="47"/>
                    </a:lnTo>
                    <a:lnTo>
                      <a:pt x="355" y="47"/>
                    </a:lnTo>
                    <a:lnTo>
                      <a:pt x="355" y="47"/>
                    </a:lnTo>
                    <a:lnTo>
                      <a:pt x="357" y="47"/>
                    </a:lnTo>
                    <a:lnTo>
                      <a:pt x="357" y="47"/>
                    </a:lnTo>
                    <a:lnTo>
                      <a:pt x="357" y="47"/>
                    </a:lnTo>
                    <a:lnTo>
                      <a:pt x="357" y="45"/>
                    </a:lnTo>
                    <a:lnTo>
                      <a:pt x="360" y="45"/>
                    </a:lnTo>
                    <a:lnTo>
                      <a:pt x="360" y="45"/>
                    </a:lnTo>
                    <a:lnTo>
                      <a:pt x="360" y="45"/>
                    </a:lnTo>
                    <a:lnTo>
                      <a:pt x="362" y="45"/>
                    </a:lnTo>
                    <a:lnTo>
                      <a:pt x="362" y="45"/>
                    </a:lnTo>
                    <a:lnTo>
                      <a:pt x="365" y="45"/>
                    </a:lnTo>
                    <a:lnTo>
                      <a:pt x="365" y="45"/>
                    </a:lnTo>
                    <a:lnTo>
                      <a:pt x="365" y="45"/>
                    </a:lnTo>
                    <a:lnTo>
                      <a:pt x="365" y="45"/>
                    </a:lnTo>
                    <a:lnTo>
                      <a:pt x="367" y="45"/>
                    </a:lnTo>
                    <a:lnTo>
                      <a:pt x="367" y="45"/>
                    </a:lnTo>
                    <a:lnTo>
                      <a:pt x="367" y="45"/>
                    </a:lnTo>
                    <a:lnTo>
                      <a:pt x="369" y="45"/>
                    </a:lnTo>
                    <a:lnTo>
                      <a:pt x="369" y="42"/>
                    </a:lnTo>
                    <a:lnTo>
                      <a:pt x="369" y="42"/>
                    </a:lnTo>
                    <a:lnTo>
                      <a:pt x="372" y="42"/>
                    </a:lnTo>
                    <a:lnTo>
                      <a:pt x="372" y="45"/>
                    </a:lnTo>
                    <a:lnTo>
                      <a:pt x="372" y="45"/>
                    </a:lnTo>
                    <a:lnTo>
                      <a:pt x="372" y="45"/>
                    </a:lnTo>
                    <a:lnTo>
                      <a:pt x="372" y="42"/>
                    </a:lnTo>
                    <a:lnTo>
                      <a:pt x="374" y="42"/>
                    </a:lnTo>
                    <a:lnTo>
                      <a:pt x="374" y="42"/>
                    </a:lnTo>
                    <a:lnTo>
                      <a:pt x="374" y="42"/>
                    </a:lnTo>
                    <a:lnTo>
                      <a:pt x="376" y="42"/>
                    </a:lnTo>
                    <a:lnTo>
                      <a:pt x="376" y="42"/>
                    </a:lnTo>
                    <a:lnTo>
                      <a:pt x="376" y="42"/>
                    </a:lnTo>
                    <a:lnTo>
                      <a:pt x="376" y="42"/>
                    </a:lnTo>
                    <a:lnTo>
                      <a:pt x="379" y="42"/>
                    </a:lnTo>
                    <a:lnTo>
                      <a:pt x="379" y="42"/>
                    </a:lnTo>
                    <a:lnTo>
                      <a:pt x="379" y="42"/>
                    </a:lnTo>
                    <a:lnTo>
                      <a:pt x="379" y="42"/>
                    </a:lnTo>
                    <a:lnTo>
                      <a:pt x="381" y="42"/>
                    </a:lnTo>
                    <a:lnTo>
                      <a:pt x="381" y="42"/>
                    </a:lnTo>
                    <a:lnTo>
                      <a:pt x="383" y="42"/>
                    </a:lnTo>
                    <a:lnTo>
                      <a:pt x="383" y="42"/>
                    </a:lnTo>
                    <a:lnTo>
                      <a:pt x="383" y="42"/>
                    </a:lnTo>
                    <a:lnTo>
                      <a:pt x="383" y="42"/>
                    </a:lnTo>
                    <a:lnTo>
                      <a:pt x="386" y="42"/>
                    </a:lnTo>
                    <a:lnTo>
                      <a:pt x="386" y="42"/>
                    </a:lnTo>
                    <a:lnTo>
                      <a:pt x="386" y="42"/>
                    </a:lnTo>
                    <a:lnTo>
                      <a:pt x="388" y="42"/>
                    </a:lnTo>
                    <a:lnTo>
                      <a:pt x="388" y="42"/>
                    </a:lnTo>
                    <a:lnTo>
                      <a:pt x="391" y="42"/>
                    </a:lnTo>
                    <a:lnTo>
                      <a:pt x="391" y="42"/>
                    </a:lnTo>
                    <a:lnTo>
                      <a:pt x="391" y="42"/>
                    </a:lnTo>
                    <a:lnTo>
                      <a:pt x="393" y="42"/>
                    </a:lnTo>
                    <a:lnTo>
                      <a:pt x="393" y="42"/>
                    </a:lnTo>
                    <a:lnTo>
                      <a:pt x="393" y="45"/>
                    </a:lnTo>
                    <a:lnTo>
                      <a:pt x="393" y="45"/>
                    </a:lnTo>
                    <a:lnTo>
                      <a:pt x="393" y="45"/>
                    </a:lnTo>
                    <a:lnTo>
                      <a:pt x="395" y="45"/>
                    </a:lnTo>
                    <a:lnTo>
                      <a:pt x="395" y="45"/>
                    </a:lnTo>
                    <a:lnTo>
                      <a:pt x="395" y="47"/>
                    </a:lnTo>
                    <a:lnTo>
                      <a:pt x="398" y="47"/>
                    </a:lnTo>
                    <a:lnTo>
                      <a:pt x="398" y="47"/>
                    </a:lnTo>
                    <a:lnTo>
                      <a:pt x="398" y="47"/>
                    </a:lnTo>
                    <a:lnTo>
                      <a:pt x="398" y="45"/>
                    </a:lnTo>
                    <a:lnTo>
                      <a:pt x="400" y="45"/>
                    </a:lnTo>
                    <a:lnTo>
                      <a:pt x="400" y="45"/>
                    </a:lnTo>
                    <a:lnTo>
                      <a:pt x="400" y="45"/>
                    </a:lnTo>
                    <a:lnTo>
                      <a:pt x="402" y="45"/>
                    </a:lnTo>
                    <a:lnTo>
                      <a:pt x="402" y="45"/>
                    </a:lnTo>
                    <a:lnTo>
                      <a:pt x="405" y="45"/>
                    </a:lnTo>
                    <a:lnTo>
                      <a:pt x="405" y="45"/>
                    </a:lnTo>
                    <a:lnTo>
                      <a:pt x="405" y="45"/>
                    </a:lnTo>
                    <a:lnTo>
                      <a:pt x="407" y="45"/>
                    </a:lnTo>
                    <a:lnTo>
                      <a:pt x="407" y="45"/>
                    </a:lnTo>
                    <a:lnTo>
                      <a:pt x="410" y="45"/>
                    </a:lnTo>
                    <a:lnTo>
                      <a:pt x="410" y="47"/>
                    </a:lnTo>
                    <a:lnTo>
                      <a:pt x="410" y="47"/>
                    </a:lnTo>
                    <a:lnTo>
                      <a:pt x="410" y="47"/>
                    </a:lnTo>
                    <a:lnTo>
                      <a:pt x="410" y="47"/>
                    </a:lnTo>
                    <a:lnTo>
                      <a:pt x="412" y="47"/>
                    </a:lnTo>
                    <a:lnTo>
                      <a:pt x="412" y="47"/>
                    </a:lnTo>
                    <a:lnTo>
                      <a:pt x="412" y="50"/>
                    </a:lnTo>
                    <a:lnTo>
                      <a:pt x="412" y="50"/>
                    </a:lnTo>
                    <a:lnTo>
                      <a:pt x="412" y="50"/>
                    </a:lnTo>
                    <a:lnTo>
                      <a:pt x="414" y="50"/>
                    </a:lnTo>
                    <a:lnTo>
                      <a:pt x="414" y="52"/>
                    </a:lnTo>
                    <a:lnTo>
                      <a:pt x="414" y="52"/>
                    </a:lnTo>
                    <a:lnTo>
                      <a:pt x="414" y="52"/>
                    </a:lnTo>
                    <a:lnTo>
                      <a:pt x="414" y="52"/>
                    </a:lnTo>
                    <a:lnTo>
                      <a:pt x="417" y="52"/>
                    </a:lnTo>
                    <a:lnTo>
                      <a:pt x="417" y="52"/>
                    </a:lnTo>
                    <a:lnTo>
                      <a:pt x="417" y="54"/>
                    </a:lnTo>
                    <a:lnTo>
                      <a:pt x="417" y="54"/>
                    </a:lnTo>
                    <a:lnTo>
                      <a:pt x="419" y="54"/>
                    </a:lnTo>
                    <a:lnTo>
                      <a:pt x="419" y="54"/>
                    </a:lnTo>
                    <a:lnTo>
                      <a:pt x="419" y="54"/>
                    </a:lnTo>
                    <a:lnTo>
                      <a:pt x="421" y="54"/>
                    </a:lnTo>
                    <a:lnTo>
                      <a:pt x="421" y="54"/>
                    </a:lnTo>
                    <a:lnTo>
                      <a:pt x="421" y="54"/>
                    </a:lnTo>
                    <a:lnTo>
                      <a:pt x="424" y="54"/>
                    </a:lnTo>
                    <a:lnTo>
                      <a:pt x="424" y="54"/>
                    </a:lnTo>
                    <a:lnTo>
                      <a:pt x="424" y="54"/>
                    </a:lnTo>
                    <a:lnTo>
                      <a:pt x="424" y="54"/>
                    </a:lnTo>
                    <a:lnTo>
                      <a:pt x="424" y="54"/>
                    </a:lnTo>
                    <a:lnTo>
                      <a:pt x="426" y="54"/>
                    </a:lnTo>
                    <a:lnTo>
                      <a:pt x="426" y="54"/>
                    </a:lnTo>
                    <a:lnTo>
                      <a:pt x="426" y="54"/>
                    </a:lnTo>
                    <a:lnTo>
                      <a:pt x="428" y="54"/>
                    </a:lnTo>
                    <a:lnTo>
                      <a:pt x="428" y="54"/>
                    </a:lnTo>
                    <a:lnTo>
                      <a:pt x="431" y="54"/>
                    </a:lnTo>
                    <a:lnTo>
                      <a:pt x="431" y="54"/>
                    </a:lnTo>
                    <a:lnTo>
                      <a:pt x="431" y="57"/>
                    </a:lnTo>
                    <a:lnTo>
                      <a:pt x="431" y="57"/>
                    </a:lnTo>
                    <a:lnTo>
                      <a:pt x="433" y="57"/>
                    </a:lnTo>
                    <a:lnTo>
                      <a:pt x="433" y="57"/>
                    </a:lnTo>
                    <a:lnTo>
                      <a:pt x="433" y="57"/>
                    </a:lnTo>
                    <a:lnTo>
                      <a:pt x="433" y="59"/>
                    </a:lnTo>
                    <a:lnTo>
                      <a:pt x="433" y="59"/>
                    </a:lnTo>
                    <a:lnTo>
                      <a:pt x="433" y="61"/>
                    </a:lnTo>
                    <a:lnTo>
                      <a:pt x="433" y="61"/>
                    </a:lnTo>
                    <a:lnTo>
                      <a:pt x="433" y="61"/>
                    </a:lnTo>
                    <a:lnTo>
                      <a:pt x="433" y="61"/>
                    </a:lnTo>
                    <a:lnTo>
                      <a:pt x="433" y="64"/>
                    </a:lnTo>
                    <a:lnTo>
                      <a:pt x="436" y="64"/>
                    </a:lnTo>
                    <a:lnTo>
                      <a:pt x="436" y="64"/>
                    </a:lnTo>
                    <a:lnTo>
                      <a:pt x="436" y="64"/>
                    </a:lnTo>
                    <a:lnTo>
                      <a:pt x="438" y="64"/>
                    </a:lnTo>
                    <a:lnTo>
                      <a:pt x="438" y="66"/>
                    </a:lnTo>
                    <a:lnTo>
                      <a:pt x="438" y="66"/>
                    </a:lnTo>
                    <a:lnTo>
                      <a:pt x="438" y="66"/>
                    </a:lnTo>
                    <a:lnTo>
                      <a:pt x="440" y="66"/>
                    </a:lnTo>
                    <a:lnTo>
                      <a:pt x="440" y="66"/>
                    </a:lnTo>
                    <a:lnTo>
                      <a:pt x="440" y="66"/>
                    </a:lnTo>
                    <a:lnTo>
                      <a:pt x="440" y="66"/>
                    </a:lnTo>
                    <a:lnTo>
                      <a:pt x="440" y="69"/>
                    </a:lnTo>
                    <a:lnTo>
                      <a:pt x="443" y="69"/>
                    </a:lnTo>
                    <a:lnTo>
                      <a:pt x="443" y="69"/>
                    </a:lnTo>
                    <a:lnTo>
                      <a:pt x="443" y="69"/>
                    </a:lnTo>
                    <a:lnTo>
                      <a:pt x="445" y="69"/>
                    </a:lnTo>
                    <a:lnTo>
                      <a:pt x="445" y="71"/>
                    </a:lnTo>
                    <a:lnTo>
                      <a:pt x="445" y="71"/>
                    </a:lnTo>
                    <a:lnTo>
                      <a:pt x="445" y="71"/>
                    </a:lnTo>
                    <a:lnTo>
                      <a:pt x="445" y="71"/>
                    </a:lnTo>
                    <a:lnTo>
                      <a:pt x="447" y="71"/>
                    </a:lnTo>
                    <a:lnTo>
                      <a:pt x="447" y="71"/>
                    </a:lnTo>
                    <a:lnTo>
                      <a:pt x="450" y="71"/>
                    </a:lnTo>
                    <a:lnTo>
                      <a:pt x="450" y="71"/>
                    </a:lnTo>
                    <a:lnTo>
                      <a:pt x="450" y="71"/>
                    </a:lnTo>
                    <a:lnTo>
                      <a:pt x="452" y="71"/>
                    </a:lnTo>
                    <a:lnTo>
                      <a:pt x="452" y="71"/>
                    </a:lnTo>
                    <a:lnTo>
                      <a:pt x="452" y="71"/>
                    </a:lnTo>
                    <a:lnTo>
                      <a:pt x="454" y="71"/>
                    </a:lnTo>
                    <a:lnTo>
                      <a:pt x="454" y="71"/>
                    </a:lnTo>
                    <a:lnTo>
                      <a:pt x="454" y="71"/>
                    </a:lnTo>
                    <a:lnTo>
                      <a:pt x="457" y="71"/>
                    </a:lnTo>
                    <a:lnTo>
                      <a:pt x="457" y="71"/>
                    </a:lnTo>
                    <a:lnTo>
                      <a:pt x="457" y="71"/>
                    </a:lnTo>
                    <a:lnTo>
                      <a:pt x="457" y="71"/>
                    </a:lnTo>
                    <a:lnTo>
                      <a:pt x="459" y="71"/>
                    </a:lnTo>
                    <a:lnTo>
                      <a:pt x="459" y="71"/>
                    </a:lnTo>
                    <a:lnTo>
                      <a:pt x="459" y="71"/>
                    </a:lnTo>
                    <a:lnTo>
                      <a:pt x="459" y="71"/>
                    </a:lnTo>
                    <a:lnTo>
                      <a:pt x="462" y="71"/>
                    </a:lnTo>
                    <a:lnTo>
                      <a:pt x="462" y="71"/>
                    </a:lnTo>
                    <a:lnTo>
                      <a:pt x="462" y="71"/>
                    </a:lnTo>
                    <a:lnTo>
                      <a:pt x="464" y="71"/>
                    </a:lnTo>
                    <a:lnTo>
                      <a:pt x="464" y="71"/>
                    </a:lnTo>
                    <a:lnTo>
                      <a:pt x="464" y="71"/>
                    </a:lnTo>
                    <a:lnTo>
                      <a:pt x="464" y="73"/>
                    </a:lnTo>
                    <a:lnTo>
                      <a:pt x="466" y="73"/>
                    </a:lnTo>
                    <a:lnTo>
                      <a:pt x="466" y="73"/>
                    </a:lnTo>
                    <a:lnTo>
                      <a:pt x="466" y="73"/>
                    </a:lnTo>
                    <a:lnTo>
                      <a:pt x="466" y="73"/>
                    </a:lnTo>
                    <a:lnTo>
                      <a:pt x="466" y="73"/>
                    </a:lnTo>
                    <a:lnTo>
                      <a:pt x="469" y="73"/>
                    </a:lnTo>
                    <a:lnTo>
                      <a:pt x="469" y="73"/>
                    </a:lnTo>
                    <a:lnTo>
                      <a:pt x="471" y="73"/>
                    </a:lnTo>
                    <a:lnTo>
                      <a:pt x="471" y="73"/>
                    </a:lnTo>
                    <a:lnTo>
                      <a:pt x="471" y="73"/>
                    </a:lnTo>
                    <a:lnTo>
                      <a:pt x="471" y="73"/>
                    </a:lnTo>
                    <a:lnTo>
                      <a:pt x="471" y="73"/>
                    </a:lnTo>
                    <a:lnTo>
                      <a:pt x="473" y="73"/>
                    </a:lnTo>
                    <a:lnTo>
                      <a:pt x="473" y="73"/>
                    </a:lnTo>
                    <a:lnTo>
                      <a:pt x="473" y="73"/>
                    </a:lnTo>
                    <a:lnTo>
                      <a:pt x="476" y="73"/>
                    </a:lnTo>
                    <a:lnTo>
                      <a:pt x="476" y="73"/>
                    </a:lnTo>
                    <a:lnTo>
                      <a:pt x="478" y="73"/>
                    </a:lnTo>
                    <a:lnTo>
                      <a:pt x="478" y="73"/>
                    </a:lnTo>
                    <a:lnTo>
                      <a:pt x="478" y="73"/>
                    </a:lnTo>
                    <a:lnTo>
                      <a:pt x="478" y="76"/>
                    </a:lnTo>
                    <a:lnTo>
                      <a:pt x="481" y="76"/>
                    </a:lnTo>
                    <a:lnTo>
                      <a:pt x="481" y="76"/>
                    </a:lnTo>
                    <a:lnTo>
                      <a:pt x="483" y="76"/>
                    </a:lnTo>
                    <a:lnTo>
                      <a:pt x="483" y="76"/>
                    </a:lnTo>
                    <a:lnTo>
                      <a:pt x="483" y="76"/>
                    </a:lnTo>
                    <a:lnTo>
                      <a:pt x="485" y="76"/>
                    </a:lnTo>
                    <a:lnTo>
                      <a:pt x="485" y="73"/>
                    </a:lnTo>
                    <a:lnTo>
                      <a:pt x="485" y="73"/>
                    </a:lnTo>
                    <a:lnTo>
                      <a:pt x="485" y="73"/>
                    </a:lnTo>
                    <a:lnTo>
                      <a:pt x="485" y="73"/>
                    </a:lnTo>
                    <a:lnTo>
                      <a:pt x="488" y="73"/>
                    </a:lnTo>
                    <a:lnTo>
                      <a:pt x="488" y="73"/>
                    </a:lnTo>
                    <a:lnTo>
                      <a:pt x="488" y="73"/>
                    </a:lnTo>
                    <a:lnTo>
                      <a:pt x="490" y="73"/>
                    </a:lnTo>
                    <a:lnTo>
                      <a:pt x="490" y="76"/>
                    </a:lnTo>
                    <a:lnTo>
                      <a:pt x="490" y="76"/>
                    </a:lnTo>
                    <a:lnTo>
                      <a:pt x="490" y="76"/>
                    </a:lnTo>
                    <a:lnTo>
                      <a:pt x="492" y="76"/>
                    </a:lnTo>
                    <a:lnTo>
                      <a:pt x="492" y="76"/>
                    </a:lnTo>
                    <a:lnTo>
                      <a:pt x="492" y="76"/>
                    </a:lnTo>
                    <a:lnTo>
                      <a:pt x="492" y="76"/>
                    </a:lnTo>
                    <a:lnTo>
                      <a:pt x="492" y="76"/>
                    </a:lnTo>
                    <a:lnTo>
                      <a:pt x="495" y="76"/>
                    </a:lnTo>
                    <a:lnTo>
                      <a:pt x="495" y="76"/>
                    </a:lnTo>
                    <a:lnTo>
                      <a:pt x="497" y="76"/>
                    </a:lnTo>
                    <a:lnTo>
                      <a:pt x="497" y="76"/>
                    </a:lnTo>
                    <a:lnTo>
                      <a:pt x="497" y="76"/>
                    </a:lnTo>
                    <a:lnTo>
                      <a:pt x="497" y="73"/>
                    </a:lnTo>
                    <a:lnTo>
                      <a:pt x="499" y="73"/>
                    </a:lnTo>
                    <a:lnTo>
                      <a:pt x="499" y="73"/>
                    </a:lnTo>
                    <a:lnTo>
                      <a:pt x="499" y="73"/>
                    </a:lnTo>
                    <a:lnTo>
                      <a:pt x="499" y="73"/>
                    </a:lnTo>
                    <a:lnTo>
                      <a:pt x="502" y="73"/>
                    </a:lnTo>
                    <a:lnTo>
                      <a:pt x="502" y="73"/>
                    </a:lnTo>
                    <a:lnTo>
                      <a:pt x="502" y="73"/>
                    </a:lnTo>
                    <a:lnTo>
                      <a:pt x="504" y="73"/>
                    </a:lnTo>
                    <a:lnTo>
                      <a:pt x="504" y="71"/>
                    </a:lnTo>
                    <a:lnTo>
                      <a:pt x="504" y="71"/>
                    </a:lnTo>
                    <a:lnTo>
                      <a:pt x="504" y="71"/>
                    </a:lnTo>
                    <a:lnTo>
                      <a:pt x="507" y="71"/>
                    </a:lnTo>
                    <a:lnTo>
                      <a:pt x="507" y="71"/>
                    </a:lnTo>
                    <a:lnTo>
                      <a:pt x="507" y="71"/>
                    </a:lnTo>
                    <a:lnTo>
                      <a:pt x="507" y="71"/>
                    </a:lnTo>
                    <a:lnTo>
                      <a:pt x="509" y="71"/>
                    </a:lnTo>
                    <a:lnTo>
                      <a:pt x="509" y="71"/>
                    </a:lnTo>
                    <a:lnTo>
                      <a:pt x="509" y="71"/>
                    </a:lnTo>
                    <a:lnTo>
                      <a:pt x="511" y="71"/>
                    </a:lnTo>
                    <a:lnTo>
                      <a:pt x="511" y="71"/>
                    </a:lnTo>
                    <a:lnTo>
                      <a:pt x="511" y="71"/>
                    </a:lnTo>
                    <a:lnTo>
                      <a:pt x="511" y="71"/>
                    </a:lnTo>
                    <a:lnTo>
                      <a:pt x="514" y="71"/>
                    </a:lnTo>
                    <a:lnTo>
                      <a:pt x="514" y="69"/>
                    </a:lnTo>
                    <a:lnTo>
                      <a:pt x="514" y="69"/>
                    </a:lnTo>
                    <a:lnTo>
                      <a:pt x="516" y="69"/>
                    </a:lnTo>
                    <a:lnTo>
                      <a:pt x="516" y="69"/>
                    </a:lnTo>
                    <a:lnTo>
                      <a:pt x="516" y="71"/>
                    </a:lnTo>
                    <a:lnTo>
                      <a:pt x="516" y="71"/>
                    </a:lnTo>
                    <a:lnTo>
                      <a:pt x="518" y="71"/>
                    </a:lnTo>
                    <a:lnTo>
                      <a:pt x="518" y="71"/>
                    </a:lnTo>
                    <a:lnTo>
                      <a:pt x="518" y="69"/>
                    </a:lnTo>
                    <a:lnTo>
                      <a:pt x="518" y="69"/>
                    </a:lnTo>
                    <a:lnTo>
                      <a:pt x="521" y="69"/>
                    </a:lnTo>
                    <a:lnTo>
                      <a:pt x="521" y="69"/>
                    </a:lnTo>
                    <a:lnTo>
                      <a:pt x="523" y="69"/>
                    </a:lnTo>
                    <a:lnTo>
                      <a:pt x="523" y="69"/>
                    </a:lnTo>
                    <a:lnTo>
                      <a:pt x="523" y="69"/>
                    </a:lnTo>
                    <a:lnTo>
                      <a:pt x="523" y="69"/>
                    </a:lnTo>
                    <a:lnTo>
                      <a:pt x="525" y="69"/>
                    </a:lnTo>
                    <a:lnTo>
                      <a:pt x="525" y="69"/>
                    </a:lnTo>
                    <a:lnTo>
                      <a:pt x="525" y="66"/>
                    </a:lnTo>
                    <a:lnTo>
                      <a:pt x="525" y="66"/>
                    </a:lnTo>
                    <a:lnTo>
                      <a:pt x="528" y="66"/>
                    </a:lnTo>
                    <a:lnTo>
                      <a:pt x="528" y="66"/>
                    </a:lnTo>
                    <a:lnTo>
                      <a:pt x="530" y="66"/>
                    </a:lnTo>
                    <a:lnTo>
                      <a:pt x="530" y="66"/>
                    </a:lnTo>
                    <a:lnTo>
                      <a:pt x="530" y="66"/>
                    </a:lnTo>
                    <a:lnTo>
                      <a:pt x="530" y="66"/>
                    </a:lnTo>
                    <a:lnTo>
                      <a:pt x="533" y="66"/>
                    </a:lnTo>
                    <a:lnTo>
                      <a:pt x="533" y="66"/>
                    </a:lnTo>
                    <a:lnTo>
                      <a:pt x="533" y="66"/>
                    </a:lnTo>
                    <a:lnTo>
                      <a:pt x="535" y="66"/>
                    </a:lnTo>
                    <a:lnTo>
                      <a:pt x="535" y="66"/>
                    </a:lnTo>
                    <a:lnTo>
                      <a:pt x="535" y="66"/>
                    </a:lnTo>
                    <a:lnTo>
                      <a:pt x="537" y="66"/>
                    </a:lnTo>
                    <a:lnTo>
                      <a:pt x="537" y="66"/>
                    </a:lnTo>
                    <a:lnTo>
                      <a:pt x="537" y="66"/>
                    </a:lnTo>
                    <a:lnTo>
                      <a:pt x="537" y="66"/>
                    </a:lnTo>
                    <a:lnTo>
                      <a:pt x="540" y="66"/>
                    </a:lnTo>
                    <a:lnTo>
                      <a:pt x="540" y="66"/>
                    </a:lnTo>
                    <a:lnTo>
                      <a:pt x="540" y="64"/>
                    </a:lnTo>
                    <a:lnTo>
                      <a:pt x="540" y="64"/>
                    </a:lnTo>
                    <a:lnTo>
                      <a:pt x="542" y="64"/>
                    </a:lnTo>
                    <a:lnTo>
                      <a:pt x="542" y="64"/>
                    </a:lnTo>
                    <a:lnTo>
                      <a:pt x="544" y="64"/>
                    </a:lnTo>
                    <a:lnTo>
                      <a:pt x="544" y="64"/>
                    </a:lnTo>
                    <a:lnTo>
                      <a:pt x="544" y="61"/>
                    </a:lnTo>
                    <a:lnTo>
                      <a:pt x="544" y="61"/>
                    </a:lnTo>
                    <a:lnTo>
                      <a:pt x="544" y="61"/>
                    </a:lnTo>
                    <a:lnTo>
                      <a:pt x="544" y="61"/>
                    </a:lnTo>
                    <a:lnTo>
                      <a:pt x="544" y="61"/>
                    </a:lnTo>
                    <a:lnTo>
                      <a:pt x="544" y="59"/>
                    </a:lnTo>
                    <a:lnTo>
                      <a:pt x="547" y="59"/>
                    </a:lnTo>
                    <a:lnTo>
                      <a:pt x="547" y="59"/>
                    </a:lnTo>
                    <a:lnTo>
                      <a:pt x="547" y="59"/>
                    </a:lnTo>
                    <a:lnTo>
                      <a:pt x="547" y="59"/>
                    </a:lnTo>
                    <a:lnTo>
                      <a:pt x="547" y="57"/>
                    </a:lnTo>
                    <a:lnTo>
                      <a:pt x="549" y="57"/>
                    </a:lnTo>
                    <a:lnTo>
                      <a:pt x="549" y="57"/>
                    </a:lnTo>
                    <a:lnTo>
                      <a:pt x="549" y="57"/>
                    </a:lnTo>
                    <a:lnTo>
                      <a:pt x="552" y="57"/>
                    </a:lnTo>
                    <a:lnTo>
                      <a:pt x="552" y="57"/>
                    </a:lnTo>
                    <a:lnTo>
                      <a:pt x="552" y="54"/>
                    </a:lnTo>
                    <a:lnTo>
                      <a:pt x="552" y="54"/>
                    </a:lnTo>
                    <a:lnTo>
                      <a:pt x="554" y="54"/>
                    </a:lnTo>
                    <a:lnTo>
                      <a:pt x="554" y="54"/>
                    </a:lnTo>
                    <a:lnTo>
                      <a:pt x="554" y="54"/>
                    </a:lnTo>
                    <a:lnTo>
                      <a:pt x="554" y="52"/>
                    </a:lnTo>
                    <a:lnTo>
                      <a:pt x="556" y="52"/>
                    </a:lnTo>
                    <a:lnTo>
                      <a:pt x="556" y="52"/>
                    </a:lnTo>
                    <a:lnTo>
                      <a:pt x="556" y="52"/>
                    </a:lnTo>
                    <a:lnTo>
                      <a:pt x="556" y="52"/>
                    </a:lnTo>
                    <a:lnTo>
                      <a:pt x="559" y="52"/>
                    </a:lnTo>
                    <a:lnTo>
                      <a:pt x="559" y="52"/>
                    </a:lnTo>
                    <a:lnTo>
                      <a:pt x="559" y="52"/>
                    </a:lnTo>
                    <a:lnTo>
                      <a:pt x="561" y="52"/>
                    </a:lnTo>
                    <a:lnTo>
                      <a:pt x="561" y="52"/>
                    </a:lnTo>
                    <a:lnTo>
                      <a:pt x="561" y="52"/>
                    </a:lnTo>
                    <a:lnTo>
                      <a:pt x="563" y="52"/>
                    </a:lnTo>
                    <a:lnTo>
                      <a:pt x="563" y="50"/>
                    </a:lnTo>
                    <a:lnTo>
                      <a:pt x="563" y="50"/>
                    </a:lnTo>
                    <a:lnTo>
                      <a:pt x="563" y="50"/>
                    </a:lnTo>
                    <a:lnTo>
                      <a:pt x="566" y="50"/>
                    </a:lnTo>
                    <a:lnTo>
                      <a:pt x="566" y="50"/>
                    </a:lnTo>
                    <a:lnTo>
                      <a:pt x="566" y="50"/>
                    </a:lnTo>
                    <a:lnTo>
                      <a:pt x="566" y="50"/>
                    </a:lnTo>
                    <a:lnTo>
                      <a:pt x="566" y="47"/>
                    </a:lnTo>
                    <a:lnTo>
                      <a:pt x="568" y="47"/>
                    </a:lnTo>
                    <a:lnTo>
                      <a:pt x="568" y="47"/>
                    </a:lnTo>
                    <a:lnTo>
                      <a:pt x="570" y="47"/>
                    </a:lnTo>
                    <a:lnTo>
                      <a:pt x="570" y="47"/>
                    </a:lnTo>
                    <a:lnTo>
                      <a:pt x="570" y="47"/>
                    </a:lnTo>
                    <a:lnTo>
                      <a:pt x="570" y="47"/>
                    </a:lnTo>
                    <a:lnTo>
                      <a:pt x="570" y="47"/>
                    </a:lnTo>
                    <a:lnTo>
                      <a:pt x="573" y="47"/>
                    </a:lnTo>
                    <a:lnTo>
                      <a:pt x="573" y="47"/>
                    </a:lnTo>
                    <a:lnTo>
                      <a:pt x="573" y="47"/>
                    </a:lnTo>
                    <a:lnTo>
                      <a:pt x="575" y="47"/>
                    </a:lnTo>
                    <a:lnTo>
                      <a:pt x="575" y="47"/>
                    </a:lnTo>
                    <a:lnTo>
                      <a:pt x="578" y="47"/>
                    </a:lnTo>
                    <a:lnTo>
                      <a:pt x="578" y="47"/>
                    </a:lnTo>
                    <a:lnTo>
                      <a:pt x="578" y="47"/>
                    </a:lnTo>
                    <a:lnTo>
                      <a:pt x="580" y="47"/>
                    </a:lnTo>
                    <a:lnTo>
                      <a:pt x="580" y="47"/>
                    </a:lnTo>
                    <a:lnTo>
                      <a:pt x="580" y="47"/>
                    </a:lnTo>
                    <a:lnTo>
                      <a:pt x="580" y="50"/>
                    </a:lnTo>
                    <a:lnTo>
                      <a:pt x="582" y="50"/>
                    </a:lnTo>
                    <a:lnTo>
                      <a:pt x="582" y="50"/>
                    </a:lnTo>
                    <a:lnTo>
                      <a:pt x="585" y="50"/>
                    </a:lnTo>
                    <a:lnTo>
                      <a:pt x="585" y="50"/>
                    </a:lnTo>
                    <a:lnTo>
                      <a:pt x="585" y="50"/>
                    </a:lnTo>
                    <a:lnTo>
                      <a:pt x="585" y="50"/>
                    </a:lnTo>
                    <a:lnTo>
                      <a:pt x="585" y="52"/>
                    </a:lnTo>
                    <a:lnTo>
                      <a:pt x="587" y="52"/>
                    </a:lnTo>
                    <a:lnTo>
                      <a:pt x="587" y="52"/>
                    </a:lnTo>
                    <a:lnTo>
                      <a:pt x="587" y="52"/>
                    </a:lnTo>
                    <a:lnTo>
                      <a:pt x="587" y="52"/>
                    </a:lnTo>
                    <a:lnTo>
                      <a:pt x="589" y="52"/>
                    </a:lnTo>
                    <a:lnTo>
                      <a:pt x="589" y="54"/>
                    </a:lnTo>
                    <a:lnTo>
                      <a:pt x="589" y="54"/>
                    </a:lnTo>
                    <a:lnTo>
                      <a:pt x="589" y="54"/>
                    </a:lnTo>
                    <a:lnTo>
                      <a:pt x="589" y="54"/>
                    </a:lnTo>
                    <a:lnTo>
                      <a:pt x="592" y="54"/>
                    </a:lnTo>
                    <a:lnTo>
                      <a:pt x="592" y="54"/>
                    </a:lnTo>
                    <a:lnTo>
                      <a:pt x="592" y="57"/>
                    </a:lnTo>
                    <a:lnTo>
                      <a:pt x="592" y="57"/>
                    </a:lnTo>
                    <a:lnTo>
                      <a:pt x="594" y="57"/>
                    </a:lnTo>
                    <a:lnTo>
                      <a:pt x="594" y="57"/>
                    </a:lnTo>
                    <a:lnTo>
                      <a:pt x="596" y="57"/>
                    </a:lnTo>
                    <a:lnTo>
                      <a:pt x="596" y="57"/>
                    </a:lnTo>
                    <a:lnTo>
                      <a:pt x="596" y="57"/>
                    </a:lnTo>
                    <a:lnTo>
                      <a:pt x="599" y="57"/>
                    </a:lnTo>
                    <a:lnTo>
                      <a:pt x="599" y="57"/>
                    </a:lnTo>
                    <a:lnTo>
                      <a:pt x="599" y="57"/>
                    </a:lnTo>
                    <a:lnTo>
                      <a:pt x="599" y="57"/>
                    </a:lnTo>
                    <a:lnTo>
                      <a:pt x="601" y="57"/>
                    </a:lnTo>
                    <a:lnTo>
                      <a:pt x="601" y="57"/>
                    </a:lnTo>
                    <a:lnTo>
                      <a:pt x="601" y="57"/>
                    </a:lnTo>
                    <a:lnTo>
                      <a:pt x="604" y="57"/>
                    </a:lnTo>
                    <a:lnTo>
                      <a:pt x="604" y="57"/>
                    </a:lnTo>
                    <a:lnTo>
                      <a:pt x="604" y="54"/>
                    </a:lnTo>
                    <a:lnTo>
                      <a:pt x="604" y="54"/>
                    </a:lnTo>
                    <a:lnTo>
                      <a:pt x="606" y="54"/>
                    </a:lnTo>
                    <a:lnTo>
                      <a:pt x="606" y="54"/>
                    </a:lnTo>
                    <a:lnTo>
                      <a:pt x="606" y="54"/>
                    </a:lnTo>
                    <a:lnTo>
                      <a:pt x="606" y="54"/>
                    </a:lnTo>
                    <a:lnTo>
                      <a:pt x="608" y="54"/>
                    </a:lnTo>
                    <a:lnTo>
                      <a:pt x="608" y="54"/>
                    </a:lnTo>
                    <a:lnTo>
                      <a:pt x="608" y="52"/>
                    </a:lnTo>
                    <a:lnTo>
                      <a:pt x="611" y="52"/>
                    </a:lnTo>
                    <a:lnTo>
                      <a:pt x="611" y="52"/>
                    </a:lnTo>
                    <a:lnTo>
                      <a:pt x="611" y="52"/>
                    </a:lnTo>
                    <a:lnTo>
                      <a:pt x="613" y="52"/>
                    </a:lnTo>
                    <a:lnTo>
                      <a:pt x="613" y="54"/>
                    </a:lnTo>
                    <a:lnTo>
                      <a:pt x="613" y="54"/>
                    </a:lnTo>
                    <a:lnTo>
                      <a:pt x="613" y="54"/>
                    </a:lnTo>
                    <a:lnTo>
                      <a:pt x="615" y="54"/>
                    </a:lnTo>
                    <a:lnTo>
                      <a:pt x="615" y="54"/>
                    </a:lnTo>
                    <a:lnTo>
                      <a:pt x="615" y="54"/>
                    </a:lnTo>
                    <a:lnTo>
                      <a:pt x="618" y="54"/>
                    </a:lnTo>
                    <a:lnTo>
                      <a:pt x="618" y="54"/>
                    </a:lnTo>
                    <a:lnTo>
                      <a:pt x="618" y="54"/>
                    </a:lnTo>
                    <a:lnTo>
                      <a:pt x="620" y="54"/>
                    </a:lnTo>
                    <a:lnTo>
                      <a:pt x="620" y="57"/>
                    </a:lnTo>
                    <a:lnTo>
                      <a:pt x="620" y="57"/>
                    </a:lnTo>
                    <a:lnTo>
                      <a:pt x="620" y="57"/>
                    </a:lnTo>
                    <a:lnTo>
                      <a:pt x="623" y="57"/>
                    </a:lnTo>
                    <a:lnTo>
                      <a:pt x="623" y="59"/>
                    </a:lnTo>
                    <a:lnTo>
                      <a:pt x="620" y="59"/>
                    </a:lnTo>
                    <a:lnTo>
                      <a:pt x="620" y="59"/>
                    </a:lnTo>
                    <a:lnTo>
                      <a:pt x="620" y="61"/>
                    </a:lnTo>
                    <a:lnTo>
                      <a:pt x="620" y="61"/>
                    </a:lnTo>
                    <a:lnTo>
                      <a:pt x="620" y="61"/>
                    </a:lnTo>
                    <a:lnTo>
                      <a:pt x="618" y="61"/>
                    </a:lnTo>
                    <a:lnTo>
                      <a:pt x="618" y="61"/>
                    </a:lnTo>
                    <a:lnTo>
                      <a:pt x="618" y="64"/>
                    </a:lnTo>
                    <a:lnTo>
                      <a:pt x="618" y="64"/>
                    </a:lnTo>
                    <a:lnTo>
                      <a:pt x="618" y="64"/>
                    </a:lnTo>
                    <a:lnTo>
                      <a:pt x="618" y="64"/>
                    </a:lnTo>
                    <a:lnTo>
                      <a:pt x="618" y="66"/>
                    </a:lnTo>
                    <a:lnTo>
                      <a:pt x="618" y="66"/>
                    </a:lnTo>
                    <a:lnTo>
                      <a:pt x="615" y="66"/>
                    </a:lnTo>
                    <a:lnTo>
                      <a:pt x="615" y="69"/>
                    </a:lnTo>
                    <a:lnTo>
                      <a:pt x="615" y="69"/>
                    </a:lnTo>
                    <a:lnTo>
                      <a:pt x="615" y="69"/>
                    </a:lnTo>
                    <a:lnTo>
                      <a:pt x="613" y="69"/>
                    </a:lnTo>
                    <a:lnTo>
                      <a:pt x="613" y="71"/>
                    </a:lnTo>
                    <a:lnTo>
                      <a:pt x="613" y="71"/>
                    </a:lnTo>
                    <a:lnTo>
                      <a:pt x="613" y="71"/>
                    </a:lnTo>
                    <a:lnTo>
                      <a:pt x="613" y="73"/>
                    </a:lnTo>
                    <a:lnTo>
                      <a:pt x="613" y="73"/>
                    </a:lnTo>
                    <a:lnTo>
                      <a:pt x="613" y="73"/>
                    </a:lnTo>
                    <a:lnTo>
                      <a:pt x="613" y="73"/>
                    </a:lnTo>
                    <a:lnTo>
                      <a:pt x="611" y="73"/>
                    </a:lnTo>
                    <a:lnTo>
                      <a:pt x="611" y="76"/>
                    </a:lnTo>
                    <a:lnTo>
                      <a:pt x="611" y="76"/>
                    </a:lnTo>
                    <a:lnTo>
                      <a:pt x="611" y="76"/>
                    </a:lnTo>
                    <a:lnTo>
                      <a:pt x="611" y="78"/>
                    </a:lnTo>
                    <a:lnTo>
                      <a:pt x="611" y="78"/>
                    </a:lnTo>
                    <a:lnTo>
                      <a:pt x="611" y="78"/>
                    </a:lnTo>
                    <a:lnTo>
                      <a:pt x="611" y="80"/>
                    </a:lnTo>
                    <a:lnTo>
                      <a:pt x="608" y="80"/>
                    </a:lnTo>
                    <a:lnTo>
                      <a:pt x="608" y="80"/>
                    </a:lnTo>
                    <a:lnTo>
                      <a:pt x="608" y="80"/>
                    </a:lnTo>
                    <a:lnTo>
                      <a:pt x="608" y="83"/>
                    </a:lnTo>
                    <a:lnTo>
                      <a:pt x="608" y="83"/>
                    </a:lnTo>
                    <a:lnTo>
                      <a:pt x="608" y="83"/>
                    </a:lnTo>
                    <a:lnTo>
                      <a:pt x="608" y="83"/>
                    </a:lnTo>
                    <a:lnTo>
                      <a:pt x="608" y="85"/>
                    </a:lnTo>
                    <a:lnTo>
                      <a:pt x="608" y="85"/>
                    </a:lnTo>
                    <a:lnTo>
                      <a:pt x="608" y="85"/>
                    </a:lnTo>
                    <a:lnTo>
                      <a:pt x="606" y="85"/>
                    </a:lnTo>
                    <a:lnTo>
                      <a:pt x="606" y="87"/>
                    </a:lnTo>
                    <a:lnTo>
                      <a:pt x="606" y="87"/>
                    </a:lnTo>
                    <a:lnTo>
                      <a:pt x="606" y="87"/>
                    </a:lnTo>
                    <a:lnTo>
                      <a:pt x="606" y="87"/>
                    </a:lnTo>
                    <a:lnTo>
                      <a:pt x="606" y="90"/>
                    </a:lnTo>
                    <a:lnTo>
                      <a:pt x="604" y="90"/>
                    </a:lnTo>
                    <a:lnTo>
                      <a:pt x="604" y="90"/>
                    </a:lnTo>
                    <a:lnTo>
                      <a:pt x="604" y="90"/>
                    </a:lnTo>
                    <a:lnTo>
                      <a:pt x="604" y="92"/>
                    </a:lnTo>
                    <a:lnTo>
                      <a:pt x="604" y="92"/>
                    </a:lnTo>
                    <a:lnTo>
                      <a:pt x="604" y="92"/>
                    </a:lnTo>
                    <a:lnTo>
                      <a:pt x="604" y="92"/>
                    </a:lnTo>
                    <a:lnTo>
                      <a:pt x="604" y="95"/>
                    </a:lnTo>
                    <a:lnTo>
                      <a:pt x="604" y="95"/>
                    </a:lnTo>
                    <a:lnTo>
                      <a:pt x="604" y="97"/>
                    </a:lnTo>
                    <a:lnTo>
                      <a:pt x="604" y="97"/>
                    </a:lnTo>
                    <a:lnTo>
                      <a:pt x="604" y="99"/>
                    </a:lnTo>
                    <a:lnTo>
                      <a:pt x="601" y="99"/>
                    </a:lnTo>
                    <a:lnTo>
                      <a:pt x="601" y="99"/>
                    </a:lnTo>
                    <a:lnTo>
                      <a:pt x="599" y="99"/>
                    </a:lnTo>
                    <a:lnTo>
                      <a:pt x="599" y="99"/>
                    </a:lnTo>
                    <a:lnTo>
                      <a:pt x="599" y="99"/>
                    </a:lnTo>
                    <a:lnTo>
                      <a:pt x="599" y="99"/>
                    </a:lnTo>
                    <a:lnTo>
                      <a:pt x="596" y="99"/>
                    </a:lnTo>
                    <a:lnTo>
                      <a:pt x="596" y="99"/>
                    </a:lnTo>
                    <a:lnTo>
                      <a:pt x="596" y="102"/>
                    </a:lnTo>
                    <a:lnTo>
                      <a:pt x="596" y="102"/>
                    </a:lnTo>
                    <a:lnTo>
                      <a:pt x="596" y="102"/>
                    </a:lnTo>
                    <a:lnTo>
                      <a:pt x="596" y="102"/>
                    </a:lnTo>
                    <a:lnTo>
                      <a:pt x="596" y="102"/>
                    </a:lnTo>
                    <a:lnTo>
                      <a:pt x="596" y="104"/>
                    </a:lnTo>
                    <a:lnTo>
                      <a:pt x="596" y="104"/>
                    </a:lnTo>
                    <a:lnTo>
                      <a:pt x="596" y="104"/>
                    </a:lnTo>
                    <a:lnTo>
                      <a:pt x="594" y="104"/>
                    </a:lnTo>
                    <a:lnTo>
                      <a:pt x="594" y="106"/>
                    </a:lnTo>
                    <a:lnTo>
                      <a:pt x="596" y="106"/>
                    </a:lnTo>
                    <a:lnTo>
                      <a:pt x="596" y="106"/>
                    </a:lnTo>
                    <a:lnTo>
                      <a:pt x="596" y="106"/>
                    </a:lnTo>
                    <a:lnTo>
                      <a:pt x="596" y="106"/>
                    </a:lnTo>
                    <a:lnTo>
                      <a:pt x="599" y="106"/>
                    </a:lnTo>
                    <a:lnTo>
                      <a:pt x="599" y="109"/>
                    </a:lnTo>
                    <a:lnTo>
                      <a:pt x="599" y="109"/>
                    </a:lnTo>
                    <a:lnTo>
                      <a:pt x="599" y="109"/>
                    </a:lnTo>
                    <a:lnTo>
                      <a:pt x="599" y="109"/>
                    </a:lnTo>
                    <a:lnTo>
                      <a:pt x="601" y="109"/>
                    </a:lnTo>
                    <a:lnTo>
                      <a:pt x="601" y="111"/>
                    </a:lnTo>
                    <a:lnTo>
                      <a:pt x="601" y="111"/>
                    </a:lnTo>
                    <a:lnTo>
                      <a:pt x="601" y="111"/>
                    </a:lnTo>
                    <a:lnTo>
                      <a:pt x="604" y="111"/>
                    </a:lnTo>
                    <a:lnTo>
                      <a:pt x="604" y="111"/>
                    </a:lnTo>
                    <a:lnTo>
                      <a:pt x="604" y="111"/>
                    </a:lnTo>
                    <a:lnTo>
                      <a:pt x="604" y="111"/>
                    </a:lnTo>
                    <a:lnTo>
                      <a:pt x="604" y="114"/>
                    </a:lnTo>
                    <a:lnTo>
                      <a:pt x="606" y="114"/>
                    </a:lnTo>
                    <a:lnTo>
                      <a:pt x="606" y="111"/>
                    </a:lnTo>
                    <a:lnTo>
                      <a:pt x="606" y="111"/>
                    </a:lnTo>
                    <a:lnTo>
                      <a:pt x="606" y="111"/>
                    </a:lnTo>
                    <a:lnTo>
                      <a:pt x="606" y="111"/>
                    </a:lnTo>
                    <a:lnTo>
                      <a:pt x="606" y="111"/>
                    </a:lnTo>
                    <a:lnTo>
                      <a:pt x="608" y="111"/>
                    </a:lnTo>
                    <a:lnTo>
                      <a:pt x="608" y="111"/>
                    </a:lnTo>
                    <a:lnTo>
                      <a:pt x="608" y="109"/>
                    </a:lnTo>
                    <a:lnTo>
                      <a:pt x="611" y="109"/>
                    </a:lnTo>
                    <a:lnTo>
                      <a:pt x="611" y="109"/>
                    </a:lnTo>
                    <a:lnTo>
                      <a:pt x="611" y="109"/>
                    </a:lnTo>
                    <a:lnTo>
                      <a:pt x="611" y="109"/>
                    </a:lnTo>
                    <a:lnTo>
                      <a:pt x="613" y="109"/>
                    </a:lnTo>
                    <a:lnTo>
                      <a:pt x="613" y="109"/>
                    </a:lnTo>
                    <a:lnTo>
                      <a:pt x="613" y="109"/>
                    </a:lnTo>
                    <a:lnTo>
                      <a:pt x="613" y="109"/>
                    </a:lnTo>
                    <a:lnTo>
                      <a:pt x="615" y="109"/>
                    </a:lnTo>
                    <a:lnTo>
                      <a:pt x="615" y="109"/>
                    </a:lnTo>
                    <a:lnTo>
                      <a:pt x="618" y="109"/>
                    </a:lnTo>
                    <a:lnTo>
                      <a:pt x="618" y="109"/>
                    </a:lnTo>
                    <a:lnTo>
                      <a:pt x="618" y="109"/>
                    </a:lnTo>
                    <a:lnTo>
                      <a:pt x="618" y="109"/>
                    </a:lnTo>
                    <a:lnTo>
                      <a:pt x="620" y="109"/>
                    </a:lnTo>
                    <a:lnTo>
                      <a:pt x="620" y="109"/>
                    </a:lnTo>
                    <a:lnTo>
                      <a:pt x="623" y="109"/>
                    </a:lnTo>
                    <a:lnTo>
                      <a:pt x="623" y="106"/>
                    </a:lnTo>
                    <a:lnTo>
                      <a:pt x="623" y="106"/>
                    </a:lnTo>
                    <a:lnTo>
                      <a:pt x="623" y="106"/>
                    </a:lnTo>
                    <a:lnTo>
                      <a:pt x="625" y="106"/>
                    </a:lnTo>
                    <a:lnTo>
                      <a:pt x="625" y="109"/>
                    </a:lnTo>
                    <a:lnTo>
                      <a:pt x="625" y="109"/>
                    </a:lnTo>
                    <a:lnTo>
                      <a:pt x="625" y="109"/>
                    </a:lnTo>
                    <a:lnTo>
                      <a:pt x="627" y="109"/>
                    </a:lnTo>
                    <a:lnTo>
                      <a:pt x="627" y="109"/>
                    </a:lnTo>
                    <a:lnTo>
                      <a:pt x="627" y="109"/>
                    </a:lnTo>
                    <a:lnTo>
                      <a:pt x="630" y="109"/>
                    </a:lnTo>
                    <a:lnTo>
                      <a:pt x="630" y="109"/>
                    </a:lnTo>
                    <a:lnTo>
                      <a:pt x="630" y="111"/>
                    </a:lnTo>
                    <a:lnTo>
                      <a:pt x="630" y="111"/>
                    </a:lnTo>
                    <a:lnTo>
                      <a:pt x="632" y="111"/>
                    </a:lnTo>
                    <a:lnTo>
                      <a:pt x="632" y="111"/>
                    </a:lnTo>
                    <a:lnTo>
                      <a:pt x="632" y="111"/>
                    </a:lnTo>
                    <a:lnTo>
                      <a:pt x="632" y="111"/>
                    </a:lnTo>
                    <a:lnTo>
                      <a:pt x="632" y="111"/>
                    </a:lnTo>
                    <a:lnTo>
                      <a:pt x="634" y="111"/>
                    </a:lnTo>
                    <a:lnTo>
                      <a:pt x="634" y="114"/>
                    </a:lnTo>
                    <a:lnTo>
                      <a:pt x="634" y="114"/>
                    </a:lnTo>
                    <a:lnTo>
                      <a:pt x="637" y="114"/>
                    </a:lnTo>
                    <a:lnTo>
                      <a:pt x="637" y="114"/>
                    </a:lnTo>
                    <a:lnTo>
                      <a:pt x="637" y="111"/>
                    </a:lnTo>
                    <a:lnTo>
                      <a:pt x="637" y="111"/>
                    </a:lnTo>
                    <a:lnTo>
                      <a:pt x="637" y="111"/>
                    </a:lnTo>
                    <a:lnTo>
                      <a:pt x="639" y="111"/>
                    </a:lnTo>
                    <a:lnTo>
                      <a:pt x="639" y="111"/>
                    </a:lnTo>
                    <a:lnTo>
                      <a:pt x="639" y="111"/>
                    </a:lnTo>
                    <a:lnTo>
                      <a:pt x="639" y="111"/>
                    </a:lnTo>
                    <a:lnTo>
                      <a:pt x="639" y="109"/>
                    </a:lnTo>
                    <a:lnTo>
                      <a:pt x="641" y="109"/>
                    </a:lnTo>
                    <a:lnTo>
                      <a:pt x="641" y="109"/>
                    </a:lnTo>
                    <a:lnTo>
                      <a:pt x="641" y="109"/>
                    </a:lnTo>
                    <a:lnTo>
                      <a:pt x="641" y="106"/>
                    </a:lnTo>
                    <a:lnTo>
                      <a:pt x="644" y="106"/>
                    </a:lnTo>
                    <a:lnTo>
                      <a:pt x="644" y="106"/>
                    </a:lnTo>
                    <a:lnTo>
                      <a:pt x="644" y="106"/>
                    </a:lnTo>
                    <a:lnTo>
                      <a:pt x="644" y="104"/>
                    </a:lnTo>
                    <a:lnTo>
                      <a:pt x="644" y="104"/>
                    </a:lnTo>
                    <a:lnTo>
                      <a:pt x="646" y="104"/>
                    </a:lnTo>
                    <a:lnTo>
                      <a:pt x="646" y="104"/>
                    </a:lnTo>
                    <a:lnTo>
                      <a:pt x="646" y="104"/>
                    </a:lnTo>
                    <a:lnTo>
                      <a:pt x="646" y="104"/>
                    </a:lnTo>
                    <a:lnTo>
                      <a:pt x="649" y="104"/>
                    </a:lnTo>
                    <a:lnTo>
                      <a:pt x="649" y="104"/>
                    </a:lnTo>
                    <a:lnTo>
                      <a:pt x="651" y="104"/>
                    </a:lnTo>
                    <a:lnTo>
                      <a:pt x="651" y="104"/>
                    </a:lnTo>
                    <a:lnTo>
                      <a:pt x="651" y="104"/>
                    </a:lnTo>
                    <a:lnTo>
                      <a:pt x="653" y="104"/>
                    </a:lnTo>
                    <a:lnTo>
                      <a:pt x="653" y="104"/>
                    </a:lnTo>
                    <a:lnTo>
                      <a:pt x="653" y="104"/>
                    </a:lnTo>
                    <a:lnTo>
                      <a:pt x="653" y="104"/>
                    </a:lnTo>
                    <a:lnTo>
                      <a:pt x="656" y="104"/>
                    </a:lnTo>
                    <a:lnTo>
                      <a:pt x="656" y="104"/>
                    </a:lnTo>
                    <a:lnTo>
                      <a:pt x="658" y="104"/>
                    </a:lnTo>
                    <a:lnTo>
                      <a:pt x="658" y="104"/>
                    </a:lnTo>
                    <a:lnTo>
                      <a:pt x="658" y="104"/>
                    </a:lnTo>
                    <a:lnTo>
                      <a:pt x="660" y="104"/>
                    </a:lnTo>
                    <a:lnTo>
                      <a:pt x="660" y="106"/>
                    </a:lnTo>
                    <a:lnTo>
                      <a:pt x="660" y="106"/>
                    </a:lnTo>
                    <a:lnTo>
                      <a:pt x="663" y="106"/>
                    </a:lnTo>
                    <a:lnTo>
                      <a:pt x="663" y="106"/>
                    </a:lnTo>
                    <a:lnTo>
                      <a:pt x="663" y="106"/>
                    </a:lnTo>
                    <a:lnTo>
                      <a:pt x="663" y="109"/>
                    </a:lnTo>
                    <a:lnTo>
                      <a:pt x="663" y="109"/>
                    </a:lnTo>
                    <a:lnTo>
                      <a:pt x="665" y="109"/>
                    </a:lnTo>
                    <a:lnTo>
                      <a:pt x="665" y="109"/>
                    </a:lnTo>
                    <a:lnTo>
                      <a:pt x="665" y="109"/>
                    </a:lnTo>
                    <a:lnTo>
                      <a:pt x="665" y="111"/>
                    </a:lnTo>
                    <a:lnTo>
                      <a:pt x="665" y="111"/>
                    </a:lnTo>
                    <a:lnTo>
                      <a:pt x="668" y="111"/>
                    </a:lnTo>
                    <a:lnTo>
                      <a:pt x="668" y="111"/>
                    </a:lnTo>
                    <a:lnTo>
                      <a:pt x="668" y="111"/>
                    </a:lnTo>
                    <a:lnTo>
                      <a:pt x="670" y="111"/>
                    </a:lnTo>
                    <a:lnTo>
                      <a:pt x="670" y="111"/>
                    </a:lnTo>
                    <a:lnTo>
                      <a:pt x="670" y="111"/>
                    </a:lnTo>
                    <a:lnTo>
                      <a:pt x="670" y="111"/>
                    </a:lnTo>
                    <a:lnTo>
                      <a:pt x="672" y="111"/>
                    </a:lnTo>
                    <a:lnTo>
                      <a:pt x="672" y="111"/>
                    </a:lnTo>
                    <a:lnTo>
                      <a:pt x="672" y="111"/>
                    </a:lnTo>
                    <a:lnTo>
                      <a:pt x="672" y="114"/>
                    </a:lnTo>
                    <a:lnTo>
                      <a:pt x="672" y="114"/>
                    </a:lnTo>
                    <a:lnTo>
                      <a:pt x="675" y="114"/>
                    </a:lnTo>
                    <a:lnTo>
                      <a:pt x="675" y="116"/>
                    </a:lnTo>
                    <a:lnTo>
                      <a:pt x="675" y="116"/>
                    </a:lnTo>
                    <a:lnTo>
                      <a:pt x="675" y="116"/>
                    </a:lnTo>
                    <a:lnTo>
                      <a:pt x="677" y="116"/>
                    </a:lnTo>
                    <a:lnTo>
                      <a:pt x="677" y="116"/>
                    </a:lnTo>
                    <a:lnTo>
                      <a:pt x="677" y="116"/>
                    </a:lnTo>
                    <a:lnTo>
                      <a:pt x="677" y="118"/>
                    </a:lnTo>
                    <a:lnTo>
                      <a:pt x="677" y="118"/>
                    </a:lnTo>
                    <a:lnTo>
                      <a:pt x="677" y="121"/>
                    </a:lnTo>
                    <a:lnTo>
                      <a:pt x="679" y="121"/>
                    </a:lnTo>
                    <a:lnTo>
                      <a:pt x="679" y="121"/>
                    </a:lnTo>
                    <a:lnTo>
                      <a:pt x="679" y="121"/>
                    </a:lnTo>
                    <a:lnTo>
                      <a:pt x="679" y="121"/>
                    </a:lnTo>
                    <a:lnTo>
                      <a:pt x="679" y="121"/>
                    </a:lnTo>
                    <a:lnTo>
                      <a:pt x="682" y="121"/>
                    </a:lnTo>
                    <a:lnTo>
                      <a:pt x="682" y="121"/>
                    </a:lnTo>
                    <a:lnTo>
                      <a:pt x="684" y="121"/>
                    </a:lnTo>
                    <a:lnTo>
                      <a:pt x="684" y="121"/>
                    </a:lnTo>
                    <a:lnTo>
                      <a:pt x="684" y="121"/>
                    </a:lnTo>
                    <a:lnTo>
                      <a:pt x="686" y="121"/>
                    </a:lnTo>
                    <a:lnTo>
                      <a:pt x="686" y="121"/>
                    </a:lnTo>
                    <a:lnTo>
                      <a:pt x="686" y="123"/>
                    </a:lnTo>
                    <a:lnTo>
                      <a:pt x="686" y="123"/>
                    </a:lnTo>
                    <a:lnTo>
                      <a:pt x="689" y="123"/>
                    </a:lnTo>
                    <a:lnTo>
                      <a:pt x="689" y="123"/>
                    </a:lnTo>
                    <a:lnTo>
                      <a:pt x="689" y="125"/>
                    </a:lnTo>
                    <a:lnTo>
                      <a:pt x="689" y="125"/>
                    </a:lnTo>
                    <a:lnTo>
                      <a:pt x="689" y="125"/>
                    </a:lnTo>
                    <a:lnTo>
                      <a:pt x="689" y="125"/>
                    </a:lnTo>
                    <a:lnTo>
                      <a:pt x="686" y="125"/>
                    </a:lnTo>
                    <a:lnTo>
                      <a:pt x="686" y="125"/>
                    </a:lnTo>
                    <a:lnTo>
                      <a:pt x="686" y="125"/>
                    </a:lnTo>
                    <a:lnTo>
                      <a:pt x="686" y="125"/>
                    </a:lnTo>
                    <a:lnTo>
                      <a:pt x="686" y="125"/>
                    </a:lnTo>
                    <a:lnTo>
                      <a:pt x="686" y="125"/>
                    </a:lnTo>
                    <a:lnTo>
                      <a:pt x="686" y="128"/>
                    </a:lnTo>
                    <a:lnTo>
                      <a:pt x="686" y="128"/>
                    </a:lnTo>
                    <a:lnTo>
                      <a:pt x="689" y="128"/>
                    </a:lnTo>
                    <a:lnTo>
                      <a:pt x="689" y="128"/>
                    </a:lnTo>
                    <a:lnTo>
                      <a:pt x="689" y="130"/>
                    </a:lnTo>
                    <a:lnTo>
                      <a:pt x="686" y="130"/>
                    </a:lnTo>
                    <a:lnTo>
                      <a:pt x="686" y="130"/>
                    </a:lnTo>
                    <a:lnTo>
                      <a:pt x="689" y="130"/>
                    </a:lnTo>
                    <a:lnTo>
                      <a:pt x="689" y="132"/>
                    </a:lnTo>
                    <a:lnTo>
                      <a:pt x="686" y="132"/>
                    </a:lnTo>
                    <a:lnTo>
                      <a:pt x="686" y="132"/>
                    </a:lnTo>
                    <a:lnTo>
                      <a:pt x="689" y="132"/>
                    </a:lnTo>
                    <a:lnTo>
                      <a:pt x="689" y="132"/>
                    </a:lnTo>
                    <a:lnTo>
                      <a:pt x="689" y="132"/>
                    </a:lnTo>
                    <a:lnTo>
                      <a:pt x="689" y="135"/>
                    </a:lnTo>
                    <a:lnTo>
                      <a:pt x="689" y="135"/>
                    </a:lnTo>
                    <a:lnTo>
                      <a:pt x="691" y="135"/>
                    </a:lnTo>
                    <a:lnTo>
                      <a:pt x="691" y="137"/>
                    </a:lnTo>
                    <a:lnTo>
                      <a:pt x="689" y="137"/>
                    </a:lnTo>
                    <a:lnTo>
                      <a:pt x="689" y="137"/>
                    </a:lnTo>
                    <a:lnTo>
                      <a:pt x="689" y="137"/>
                    </a:lnTo>
                    <a:lnTo>
                      <a:pt x="689" y="140"/>
                    </a:lnTo>
                    <a:lnTo>
                      <a:pt x="686" y="140"/>
                    </a:lnTo>
                    <a:lnTo>
                      <a:pt x="686" y="140"/>
                    </a:lnTo>
                    <a:lnTo>
                      <a:pt x="686" y="140"/>
                    </a:lnTo>
                    <a:lnTo>
                      <a:pt x="686" y="140"/>
                    </a:lnTo>
                    <a:lnTo>
                      <a:pt x="686" y="142"/>
                    </a:lnTo>
                    <a:lnTo>
                      <a:pt x="684" y="142"/>
                    </a:lnTo>
                    <a:lnTo>
                      <a:pt x="684" y="142"/>
                    </a:lnTo>
                    <a:lnTo>
                      <a:pt x="684" y="142"/>
                    </a:lnTo>
                    <a:lnTo>
                      <a:pt x="684" y="142"/>
                    </a:lnTo>
                    <a:lnTo>
                      <a:pt x="684" y="142"/>
                    </a:lnTo>
                    <a:lnTo>
                      <a:pt x="682" y="142"/>
                    </a:lnTo>
                    <a:lnTo>
                      <a:pt x="682" y="144"/>
                    </a:lnTo>
                    <a:lnTo>
                      <a:pt x="682" y="144"/>
                    </a:lnTo>
                    <a:lnTo>
                      <a:pt x="682" y="144"/>
                    </a:lnTo>
                    <a:lnTo>
                      <a:pt x="679" y="144"/>
                    </a:lnTo>
                    <a:lnTo>
                      <a:pt x="679" y="144"/>
                    </a:lnTo>
                    <a:lnTo>
                      <a:pt x="679" y="144"/>
                    </a:lnTo>
                    <a:lnTo>
                      <a:pt x="679" y="142"/>
                    </a:lnTo>
                    <a:lnTo>
                      <a:pt x="679" y="142"/>
                    </a:lnTo>
                    <a:lnTo>
                      <a:pt x="679" y="142"/>
                    </a:lnTo>
                    <a:lnTo>
                      <a:pt x="679" y="142"/>
                    </a:lnTo>
                    <a:lnTo>
                      <a:pt x="679" y="142"/>
                    </a:lnTo>
                    <a:lnTo>
                      <a:pt x="679" y="140"/>
                    </a:lnTo>
                    <a:lnTo>
                      <a:pt x="679" y="140"/>
                    </a:lnTo>
                    <a:lnTo>
                      <a:pt x="679" y="140"/>
                    </a:lnTo>
                    <a:lnTo>
                      <a:pt x="677" y="140"/>
                    </a:lnTo>
                    <a:lnTo>
                      <a:pt x="677" y="140"/>
                    </a:lnTo>
                    <a:lnTo>
                      <a:pt x="677" y="137"/>
                    </a:lnTo>
                    <a:lnTo>
                      <a:pt x="677" y="137"/>
                    </a:lnTo>
                    <a:lnTo>
                      <a:pt x="675" y="137"/>
                    </a:lnTo>
                    <a:lnTo>
                      <a:pt x="675" y="137"/>
                    </a:lnTo>
                    <a:lnTo>
                      <a:pt x="675" y="137"/>
                    </a:lnTo>
                    <a:lnTo>
                      <a:pt x="675" y="137"/>
                    </a:lnTo>
                    <a:lnTo>
                      <a:pt x="672" y="137"/>
                    </a:lnTo>
                    <a:lnTo>
                      <a:pt x="672" y="137"/>
                    </a:lnTo>
                    <a:lnTo>
                      <a:pt x="672" y="137"/>
                    </a:lnTo>
                    <a:lnTo>
                      <a:pt x="672" y="135"/>
                    </a:lnTo>
                    <a:lnTo>
                      <a:pt x="672" y="135"/>
                    </a:lnTo>
                    <a:lnTo>
                      <a:pt x="670" y="135"/>
                    </a:lnTo>
                    <a:lnTo>
                      <a:pt x="670" y="135"/>
                    </a:lnTo>
                    <a:lnTo>
                      <a:pt x="670" y="135"/>
                    </a:lnTo>
                    <a:lnTo>
                      <a:pt x="670" y="135"/>
                    </a:lnTo>
                    <a:lnTo>
                      <a:pt x="670" y="135"/>
                    </a:lnTo>
                    <a:lnTo>
                      <a:pt x="668" y="135"/>
                    </a:lnTo>
                    <a:lnTo>
                      <a:pt x="668" y="135"/>
                    </a:lnTo>
                    <a:lnTo>
                      <a:pt x="665" y="135"/>
                    </a:lnTo>
                    <a:lnTo>
                      <a:pt x="665" y="135"/>
                    </a:lnTo>
                    <a:lnTo>
                      <a:pt x="665" y="135"/>
                    </a:lnTo>
                    <a:lnTo>
                      <a:pt x="663" y="135"/>
                    </a:lnTo>
                    <a:lnTo>
                      <a:pt x="663" y="135"/>
                    </a:lnTo>
                    <a:lnTo>
                      <a:pt x="663" y="137"/>
                    </a:lnTo>
                    <a:lnTo>
                      <a:pt x="663" y="137"/>
                    </a:lnTo>
                    <a:lnTo>
                      <a:pt x="663" y="135"/>
                    </a:lnTo>
                    <a:lnTo>
                      <a:pt x="660" y="135"/>
                    </a:lnTo>
                    <a:lnTo>
                      <a:pt x="660" y="135"/>
                    </a:lnTo>
                    <a:lnTo>
                      <a:pt x="658" y="135"/>
                    </a:lnTo>
                    <a:lnTo>
                      <a:pt x="658" y="135"/>
                    </a:lnTo>
                    <a:lnTo>
                      <a:pt x="658" y="135"/>
                    </a:lnTo>
                    <a:lnTo>
                      <a:pt x="656" y="135"/>
                    </a:lnTo>
                    <a:lnTo>
                      <a:pt x="656" y="135"/>
                    </a:lnTo>
                    <a:lnTo>
                      <a:pt x="653" y="135"/>
                    </a:lnTo>
                    <a:lnTo>
                      <a:pt x="653" y="137"/>
                    </a:lnTo>
                    <a:lnTo>
                      <a:pt x="653" y="137"/>
                    </a:lnTo>
                    <a:lnTo>
                      <a:pt x="653" y="137"/>
                    </a:lnTo>
                    <a:lnTo>
                      <a:pt x="653" y="137"/>
                    </a:lnTo>
                    <a:lnTo>
                      <a:pt x="651" y="137"/>
                    </a:lnTo>
                    <a:lnTo>
                      <a:pt x="651" y="140"/>
                    </a:lnTo>
                    <a:lnTo>
                      <a:pt x="651" y="140"/>
                    </a:lnTo>
                    <a:lnTo>
                      <a:pt x="651" y="140"/>
                    </a:lnTo>
                    <a:lnTo>
                      <a:pt x="651" y="140"/>
                    </a:lnTo>
                    <a:lnTo>
                      <a:pt x="649" y="140"/>
                    </a:lnTo>
                    <a:lnTo>
                      <a:pt x="649" y="140"/>
                    </a:lnTo>
                    <a:lnTo>
                      <a:pt x="649" y="142"/>
                    </a:lnTo>
                    <a:lnTo>
                      <a:pt x="646" y="142"/>
                    </a:lnTo>
                    <a:lnTo>
                      <a:pt x="646" y="142"/>
                    </a:lnTo>
                    <a:lnTo>
                      <a:pt x="646" y="142"/>
                    </a:lnTo>
                    <a:lnTo>
                      <a:pt x="646" y="142"/>
                    </a:lnTo>
                    <a:lnTo>
                      <a:pt x="646" y="142"/>
                    </a:lnTo>
                    <a:lnTo>
                      <a:pt x="644" y="142"/>
                    </a:lnTo>
                    <a:lnTo>
                      <a:pt x="644" y="142"/>
                    </a:lnTo>
                    <a:lnTo>
                      <a:pt x="644" y="142"/>
                    </a:lnTo>
                    <a:lnTo>
                      <a:pt x="641" y="142"/>
                    </a:lnTo>
                    <a:lnTo>
                      <a:pt x="641" y="142"/>
                    </a:lnTo>
                    <a:lnTo>
                      <a:pt x="641" y="142"/>
                    </a:lnTo>
                    <a:lnTo>
                      <a:pt x="641" y="142"/>
                    </a:lnTo>
                    <a:lnTo>
                      <a:pt x="639" y="142"/>
                    </a:lnTo>
                    <a:lnTo>
                      <a:pt x="639" y="142"/>
                    </a:lnTo>
                    <a:lnTo>
                      <a:pt x="639" y="142"/>
                    </a:lnTo>
                    <a:lnTo>
                      <a:pt x="637" y="142"/>
                    </a:lnTo>
                    <a:lnTo>
                      <a:pt x="637" y="142"/>
                    </a:lnTo>
                    <a:lnTo>
                      <a:pt x="637" y="142"/>
                    </a:lnTo>
                    <a:lnTo>
                      <a:pt x="637" y="142"/>
                    </a:lnTo>
                    <a:lnTo>
                      <a:pt x="637" y="144"/>
                    </a:lnTo>
                    <a:lnTo>
                      <a:pt x="637" y="144"/>
                    </a:lnTo>
                    <a:lnTo>
                      <a:pt x="637" y="144"/>
                    </a:lnTo>
                    <a:lnTo>
                      <a:pt x="637" y="147"/>
                    </a:lnTo>
                    <a:lnTo>
                      <a:pt x="637" y="147"/>
                    </a:lnTo>
                    <a:lnTo>
                      <a:pt x="634" y="147"/>
                    </a:lnTo>
                    <a:lnTo>
                      <a:pt x="634" y="147"/>
                    </a:lnTo>
                    <a:lnTo>
                      <a:pt x="634" y="147"/>
                    </a:lnTo>
                    <a:lnTo>
                      <a:pt x="632" y="147"/>
                    </a:lnTo>
                    <a:lnTo>
                      <a:pt x="632" y="147"/>
                    </a:lnTo>
                    <a:lnTo>
                      <a:pt x="632" y="147"/>
                    </a:lnTo>
                    <a:lnTo>
                      <a:pt x="632" y="147"/>
                    </a:lnTo>
                    <a:lnTo>
                      <a:pt x="630" y="147"/>
                    </a:lnTo>
                    <a:lnTo>
                      <a:pt x="630" y="147"/>
                    </a:lnTo>
                    <a:lnTo>
                      <a:pt x="630" y="147"/>
                    </a:lnTo>
                    <a:lnTo>
                      <a:pt x="627" y="147"/>
                    </a:lnTo>
                    <a:lnTo>
                      <a:pt x="627" y="147"/>
                    </a:lnTo>
                    <a:lnTo>
                      <a:pt x="625" y="147"/>
                    </a:lnTo>
                    <a:lnTo>
                      <a:pt x="625" y="147"/>
                    </a:lnTo>
                    <a:lnTo>
                      <a:pt x="625" y="147"/>
                    </a:lnTo>
                    <a:lnTo>
                      <a:pt x="625" y="147"/>
                    </a:lnTo>
                    <a:lnTo>
                      <a:pt x="625" y="147"/>
                    </a:lnTo>
                    <a:lnTo>
                      <a:pt x="623" y="147"/>
                    </a:lnTo>
                    <a:lnTo>
                      <a:pt x="623" y="147"/>
                    </a:lnTo>
                    <a:lnTo>
                      <a:pt x="623" y="149"/>
                    </a:lnTo>
                    <a:lnTo>
                      <a:pt x="623" y="149"/>
                    </a:lnTo>
                    <a:lnTo>
                      <a:pt x="620" y="149"/>
                    </a:lnTo>
                    <a:lnTo>
                      <a:pt x="620" y="149"/>
                    </a:lnTo>
                    <a:lnTo>
                      <a:pt x="618" y="149"/>
                    </a:lnTo>
                    <a:lnTo>
                      <a:pt x="618" y="149"/>
                    </a:lnTo>
                    <a:lnTo>
                      <a:pt x="618" y="149"/>
                    </a:lnTo>
                    <a:lnTo>
                      <a:pt x="618" y="151"/>
                    </a:lnTo>
                    <a:lnTo>
                      <a:pt x="618" y="151"/>
                    </a:lnTo>
                    <a:lnTo>
                      <a:pt x="618" y="151"/>
                    </a:lnTo>
                    <a:lnTo>
                      <a:pt x="615" y="151"/>
                    </a:lnTo>
                    <a:lnTo>
                      <a:pt x="615" y="151"/>
                    </a:lnTo>
                    <a:lnTo>
                      <a:pt x="615" y="151"/>
                    </a:lnTo>
                    <a:lnTo>
                      <a:pt x="613" y="151"/>
                    </a:lnTo>
                    <a:lnTo>
                      <a:pt x="613" y="154"/>
                    </a:lnTo>
                    <a:lnTo>
                      <a:pt x="613" y="154"/>
                    </a:lnTo>
                    <a:lnTo>
                      <a:pt x="613" y="154"/>
                    </a:lnTo>
                    <a:lnTo>
                      <a:pt x="613" y="156"/>
                    </a:lnTo>
                    <a:lnTo>
                      <a:pt x="613" y="156"/>
                    </a:lnTo>
                    <a:lnTo>
                      <a:pt x="613" y="156"/>
                    </a:lnTo>
                    <a:lnTo>
                      <a:pt x="611" y="156"/>
                    </a:lnTo>
                    <a:lnTo>
                      <a:pt x="611" y="159"/>
                    </a:lnTo>
                    <a:lnTo>
                      <a:pt x="611" y="159"/>
                    </a:lnTo>
                    <a:lnTo>
                      <a:pt x="611" y="161"/>
                    </a:lnTo>
                    <a:lnTo>
                      <a:pt x="613" y="161"/>
                    </a:lnTo>
                    <a:lnTo>
                      <a:pt x="613" y="161"/>
                    </a:lnTo>
                    <a:lnTo>
                      <a:pt x="613" y="161"/>
                    </a:lnTo>
                    <a:lnTo>
                      <a:pt x="611" y="161"/>
                    </a:lnTo>
                    <a:lnTo>
                      <a:pt x="611" y="163"/>
                    </a:lnTo>
                    <a:lnTo>
                      <a:pt x="611" y="163"/>
                    </a:lnTo>
                    <a:lnTo>
                      <a:pt x="611" y="163"/>
                    </a:lnTo>
                    <a:lnTo>
                      <a:pt x="611" y="163"/>
                    </a:lnTo>
                    <a:lnTo>
                      <a:pt x="608" y="163"/>
                    </a:lnTo>
                    <a:lnTo>
                      <a:pt x="608" y="163"/>
                    </a:lnTo>
                    <a:lnTo>
                      <a:pt x="606" y="163"/>
                    </a:lnTo>
                    <a:lnTo>
                      <a:pt x="606" y="163"/>
                    </a:lnTo>
                    <a:lnTo>
                      <a:pt x="606" y="166"/>
                    </a:lnTo>
                    <a:lnTo>
                      <a:pt x="606" y="166"/>
                    </a:lnTo>
                    <a:lnTo>
                      <a:pt x="604" y="166"/>
                    </a:lnTo>
                    <a:lnTo>
                      <a:pt x="604" y="166"/>
                    </a:lnTo>
                    <a:lnTo>
                      <a:pt x="604" y="166"/>
                    </a:lnTo>
                    <a:lnTo>
                      <a:pt x="604" y="168"/>
                    </a:lnTo>
                    <a:lnTo>
                      <a:pt x="604" y="168"/>
                    </a:lnTo>
                    <a:lnTo>
                      <a:pt x="601" y="168"/>
                    </a:lnTo>
                    <a:lnTo>
                      <a:pt x="601" y="168"/>
                    </a:lnTo>
                    <a:lnTo>
                      <a:pt x="601" y="168"/>
                    </a:lnTo>
                    <a:lnTo>
                      <a:pt x="601" y="170"/>
                    </a:lnTo>
                    <a:lnTo>
                      <a:pt x="599" y="170"/>
                    </a:lnTo>
                    <a:lnTo>
                      <a:pt x="599" y="170"/>
                    </a:lnTo>
                    <a:lnTo>
                      <a:pt x="599" y="170"/>
                    </a:lnTo>
                    <a:lnTo>
                      <a:pt x="599" y="170"/>
                    </a:lnTo>
                    <a:lnTo>
                      <a:pt x="596" y="170"/>
                    </a:lnTo>
                    <a:lnTo>
                      <a:pt x="596" y="170"/>
                    </a:lnTo>
                    <a:lnTo>
                      <a:pt x="596" y="170"/>
                    </a:lnTo>
                    <a:lnTo>
                      <a:pt x="594" y="170"/>
                    </a:lnTo>
                    <a:lnTo>
                      <a:pt x="594" y="170"/>
                    </a:lnTo>
                    <a:lnTo>
                      <a:pt x="594" y="170"/>
                    </a:lnTo>
                    <a:lnTo>
                      <a:pt x="592" y="170"/>
                    </a:lnTo>
                    <a:lnTo>
                      <a:pt x="592" y="170"/>
                    </a:lnTo>
                    <a:lnTo>
                      <a:pt x="592" y="170"/>
                    </a:lnTo>
                    <a:lnTo>
                      <a:pt x="589" y="170"/>
                    </a:lnTo>
                    <a:lnTo>
                      <a:pt x="589" y="170"/>
                    </a:lnTo>
                    <a:lnTo>
                      <a:pt x="589" y="170"/>
                    </a:lnTo>
                    <a:lnTo>
                      <a:pt x="587" y="170"/>
                    </a:lnTo>
                    <a:lnTo>
                      <a:pt x="587" y="170"/>
                    </a:lnTo>
                    <a:lnTo>
                      <a:pt x="585" y="170"/>
                    </a:lnTo>
                    <a:lnTo>
                      <a:pt x="585" y="170"/>
                    </a:lnTo>
                    <a:lnTo>
                      <a:pt x="585" y="170"/>
                    </a:lnTo>
                    <a:lnTo>
                      <a:pt x="585" y="170"/>
                    </a:lnTo>
                    <a:lnTo>
                      <a:pt x="582" y="170"/>
                    </a:lnTo>
                    <a:lnTo>
                      <a:pt x="582" y="170"/>
                    </a:lnTo>
                    <a:lnTo>
                      <a:pt x="580" y="170"/>
                    </a:lnTo>
                    <a:lnTo>
                      <a:pt x="580" y="170"/>
                    </a:lnTo>
                    <a:lnTo>
                      <a:pt x="580" y="170"/>
                    </a:lnTo>
                    <a:lnTo>
                      <a:pt x="580" y="170"/>
                    </a:lnTo>
                    <a:lnTo>
                      <a:pt x="578" y="170"/>
                    </a:lnTo>
                    <a:lnTo>
                      <a:pt x="578" y="170"/>
                    </a:lnTo>
                    <a:lnTo>
                      <a:pt x="578" y="170"/>
                    </a:lnTo>
                    <a:lnTo>
                      <a:pt x="578" y="170"/>
                    </a:lnTo>
                    <a:lnTo>
                      <a:pt x="575" y="170"/>
                    </a:lnTo>
                    <a:lnTo>
                      <a:pt x="575" y="170"/>
                    </a:lnTo>
                    <a:lnTo>
                      <a:pt x="575" y="170"/>
                    </a:lnTo>
                    <a:lnTo>
                      <a:pt x="573" y="170"/>
                    </a:lnTo>
                    <a:lnTo>
                      <a:pt x="573" y="173"/>
                    </a:lnTo>
                    <a:lnTo>
                      <a:pt x="573" y="173"/>
                    </a:lnTo>
                    <a:lnTo>
                      <a:pt x="573" y="173"/>
                    </a:lnTo>
                    <a:lnTo>
                      <a:pt x="573" y="175"/>
                    </a:lnTo>
                    <a:lnTo>
                      <a:pt x="573" y="175"/>
                    </a:lnTo>
                    <a:lnTo>
                      <a:pt x="573" y="175"/>
                    </a:lnTo>
                    <a:lnTo>
                      <a:pt x="573" y="178"/>
                    </a:lnTo>
                    <a:lnTo>
                      <a:pt x="570" y="178"/>
                    </a:lnTo>
                    <a:lnTo>
                      <a:pt x="570" y="178"/>
                    </a:lnTo>
                    <a:lnTo>
                      <a:pt x="570" y="178"/>
                    </a:lnTo>
                    <a:lnTo>
                      <a:pt x="570" y="178"/>
                    </a:lnTo>
                    <a:lnTo>
                      <a:pt x="570" y="180"/>
                    </a:lnTo>
                    <a:lnTo>
                      <a:pt x="568" y="180"/>
                    </a:lnTo>
                    <a:lnTo>
                      <a:pt x="568" y="180"/>
                    </a:lnTo>
                    <a:lnTo>
                      <a:pt x="568" y="180"/>
                    </a:lnTo>
                    <a:lnTo>
                      <a:pt x="566" y="180"/>
                    </a:lnTo>
                    <a:lnTo>
                      <a:pt x="566" y="180"/>
                    </a:lnTo>
                    <a:lnTo>
                      <a:pt x="566" y="180"/>
                    </a:lnTo>
                    <a:lnTo>
                      <a:pt x="566" y="180"/>
                    </a:lnTo>
                    <a:lnTo>
                      <a:pt x="566" y="182"/>
                    </a:lnTo>
                    <a:lnTo>
                      <a:pt x="563" y="182"/>
                    </a:lnTo>
                    <a:lnTo>
                      <a:pt x="563" y="182"/>
                    </a:lnTo>
                    <a:lnTo>
                      <a:pt x="563" y="182"/>
                    </a:lnTo>
                    <a:lnTo>
                      <a:pt x="563" y="182"/>
                    </a:lnTo>
                    <a:lnTo>
                      <a:pt x="561" y="182"/>
                    </a:lnTo>
                    <a:lnTo>
                      <a:pt x="561" y="185"/>
                    </a:lnTo>
                    <a:lnTo>
                      <a:pt x="561" y="185"/>
                    </a:lnTo>
                    <a:lnTo>
                      <a:pt x="559" y="185"/>
                    </a:lnTo>
                    <a:lnTo>
                      <a:pt x="559" y="185"/>
                    </a:lnTo>
                    <a:lnTo>
                      <a:pt x="559" y="185"/>
                    </a:lnTo>
                    <a:lnTo>
                      <a:pt x="559" y="185"/>
                    </a:lnTo>
                    <a:lnTo>
                      <a:pt x="556" y="185"/>
                    </a:lnTo>
                    <a:lnTo>
                      <a:pt x="556" y="187"/>
                    </a:lnTo>
                    <a:lnTo>
                      <a:pt x="556" y="187"/>
                    </a:lnTo>
                    <a:lnTo>
                      <a:pt x="556" y="187"/>
                    </a:lnTo>
                    <a:lnTo>
                      <a:pt x="556" y="187"/>
                    </a:lnTo>
                    <a:lnTo>
                      <a:pt x="554" y="187"/>
                    </a:lnTo>
                    <a:lnTo>
                      <a:pt x="554" y="187"/>
                    </a:lnTo>
                    <a:lnTo>
                      <a:pt x="554" y="187"/>
                    </a:lnTo>
                    <a:lnTo>
                      <a:pt x="552" y="187"/>
                    </a:lnTo>
                    <a:lnTo>
                      <a:pt x="552" y="187"/>
                    </a:lnTo>
                    <a:lnTo>
                      <a:pt x="552" y="187"/>
                    </a:lnTo>
                    <a:lnTo>
                      <a:pt x="549" y="187"/>
                    </a:lnTo>
                    <a:lnTo>
                      <a:pt x="549" y="187"/>
                    </a:lnTo>
                    <a:lnTo>
                      <a:pt x="547" y="187"/>
                    </a:lnTo>
                    <a:lnTo>
                      <a:pt x="547" y="187"/>
                    </a:lnTo>
                    <a:lnTo>
                      <a:pt x="547" y="187"/>
                    </a:lnTo>
                    <a:lnTo>
                      <a:pt x="544" y="187"/>
                    </a:lnTo>
                    <a:lnTo>
                      <a:pt x="544" y="187"/>
                    </a:lnTo>
                    <a:lnTo>
                      <a:pt x="544" y="187"/>
                    </a:lnTo>
                    <a:lnTo>
                      <a:pt x="544" y="185"/>
                    </a:lnTo>
                    <a:lnTo>
                      <a:pt x="542" y="185"/>
                    </a:lnTo>
                    <a:lnTo>
                      <a:pt x="542" y="185"/>
                    </a:lnTo>
                    <a:lnTo>
                      <a:pt x="540" y="185"/>
                    </a:lnTo>
                    <a:lnTo>
                      <a:pt x="540" y="185"/>
                    </a:lnTo>
                    <a:lnTo>
                      <a:pt x="540" y="185"/>
                    </a:lnTo>
                    <a:lnTo>
                      <a:pt x="540" y="185"/>
                    </a:lnTo>
                    <a:lnTo>
                      <a:pt x="537" y="185"/>
                    </a:lnTo>
                    <a:lnTo>
                      <a:pt x="537" y="185"/>
                    </a:lnTo>
                    <a:lnTo>
                      <a:pt x="537" y="185"/>
                    </a:lnTo>
                    <a:lnTo>
                      <a:pt x="535" y="185"/>
                    </a:lnTo>
                    <a:lnTo>
                      <a:pt x="535" y="182"/>
                    </a:lnTo>
                    <a:lnTo>
                      <a:pt x="535" y="182"/>
                    </a:lnTo>
                    <a:lnTo>
                      <a:pt x="533" y="182"/>
                    </a:lnTo>
                    <a:lnTo>
                      <a:pt x="533" y="182"/>
                    </a:lnTo>
                    <a:lnTo>
                      <a:pt x="533" y="182"/>
                    </a:lnTo>
                    <a:lnTo>
                      <a:pt x="533" y="182"/>
                    </a:lnTo>
                    <a:lnTo>
                      <a:pt x="533" y="180"/>
                    </a:lnTo>
                    <a:lnTo>
                      <a:pt x="530" y="180"/>
                    </a:lnTo>
                    <a:lnTo>
                      <a:pt x="530" y="180"/>
                    </a:lnTo>
                    <a:lnTo>
                      <a:pt x="530" y="180"/>
                    </a:lnTo>
                    <a:lnTo>
                      <a:pt x="530" y="180"/>
                    </a:lnTo>
                    <a:lnTo>
                      <a:pt x="530" y="180"/>
                    </a:lnTo>
                    <a:lnTo>
                      <a:pt x="528" y="180"/>
                    </a:lnTo>
                    <a:lnTo>
                      <a:pt x="528" y="180"/>
                    </a:lnTo>
                    <a:lnTo>
                      <a:pt x="525" y="180"/>
                    </a:lnTo>
                    <a:lnTo>
                      <a:pt x="525" y="180"/>
                    </a:lnTo>
                    <a:lnTo>
                      <a:pt x="525" y="180"/>
                    </a:lnTo>
                    <a:lnTo>
                      <a:pt x="523" y="180"/>
                    </a:lnTo>
                    <a:lnTo>
                      <a:pt x="523" y="180"/>
                    </a:lnTo>
                    <a:lnTo>
                      <a:pt x="523" y="180"/>
                    </a:lnTo>
                    <a:lnTo>
                      <a:pt x="521" y="180"/>
                    </a:lnTo>
                    <a:lnTo>
                      <a:pt x="521" y="180"/>
                    </a:lnTo>
                    <a:lnTo>
                      <a:pt x="518" y="180"/>
                    </a:lnTo>
                    <a:lnTo>
                      <a:pt x="518" y="180"/>
                    </a:lnTo>
                    <a:lnTo>
                      <a:pt x="518" y="180"/>
                    </a:lnTo>
                    <a:lnTo>
                      <a:pt x="518" y="180"/>
                    </a:lnTo>
                    <a:lnTo>
                      <a:pt x="516" y="180"/>
                    </a:lnTo>
                    <a:lnTo>
                      <a:pt x="516" y="180"/>
                    </a:lnTo>
                    <a:lnTo>
                      <a:pt x="516" y="180"/>
                    </a:lnTo>
                    <a:lnTo>
                      <a:pt x="516" y="180"/>
                    </a:lnTo>
                    <a:lnTo>
                      <a:pt x="516" y="182"/>
                    </a:lnTo>
                    <a:lnTo>
                      <a:pt x="514" y="182"/>
                    </a:lnTo>
                    <a:lnTo>
                      <a:pt x="514" y="182"/>
                    </a:lnTo>
                    <a:lnTo>
                      <a:pt x="514" y="185"/>
                    </a:lnTo>
                    <a:lnTo>
                      <a:pt x="514" y="185"/>
                    </a:lnTo>
                    <a:lnTo>
                      <a:pt x="514" y="185"/>
                    </a:lnTo>
                    <a:lnTo>
                      <a:pt x="511" y="185"/>
                    </a:lnTo>
                    <a:lnTo>
                      <a:pt x="511" y="187"/>
                    </a:lnTo>
                    <a:lnTo>
                      <a:pt x="511" y="187"/>
                    </a:lnTo>
                    <a:lnTo>
                      <a:pt x="511" y="187"/>
                    </a:lnTo>
                    <a:lnTo>
                      <a:pt x="511" y="189"/>
                    </a:lnTo>
                    <a:lnTo>
                      <a:pt x="511" y="189"/>
                    </a:lnTo>
                    <a:lnTo>
                      <a:pt x="511" y="189"/>
                    </a:lnTo>
                    <a:lnTo>
                      <a:pt x="511" y="192"/>
                    </a:lnTo>
                    <a:lnTo>
                      <a:pt x="511" y="192"/>
                    </a:lnTo>
                    <a:lnTo>
                      <a:pt x="509" y="192"/>
                    </a:lnTo>
                    <a:lnTo>
                      <a:pt x="509" y="192"/>
                    </a:lnTo>
                    <a:lnTo>
                      <a:pt x="509" y="192"/>
                    </a:lnTo>
                    <a:lnTo>
                      <a:pt x="509" y="194"/>
                    </a:lnTo>
                    <a:lnTo>
                      <a:pt x="509" y="194"/>
                    </a:lnTo>
                    <a:lnTo>
                      <a:pt x="507" y="194"/>
                    </a:lnTo>
                    <a:lnTo>
                      <a:pt x="507" y="196"/>
                    </a:lnTo>
                    <a:lnTo>
                      <a:pt x="507" y="196"/>
                    </a:lnTo>
                    <a:lnTo>
                      <a:pt x="507" y="196"/>
                    </a:lnTo>
                    <a:lnTo>
                      <a:pt x="507" y="199"/>
                    </a:lnTo>
                    <a:lnTo>
                      <a:pt x="507" y="199"/>
                    </a:lnTo>
                    <a:lnTo>
                      <a:pt x="507" y="199"/>
                    </a:lnTo>
                    <a:lnTo>
                      <a:pt x="509" y="199"/>
                    </a:lnTo>
                    <a:lnTo>
                      <a:pt x="509" y="201"/>
                    </a:lnTo>
                    <a:lnTo>
                      <a:pt x="509" y="201"/>
                    </a:lnTo>
                    <a:lnTo>
                      <a:pt x="509" y="201"/>
                    </a:lnTo>
                    <a:lnTo>
                      <a:pt x="509" y="201"/>
                    </a:lnTo>
                    <a:lnTo>
                      <a:pt x="511" y="201"/>
                    </a:lnTo>
                    <a:lnTo>
                      <a:pt x="511" y="204"/>
                    </a:lnTo>
                    <a:lnTo>
                      <a:pt x="511" y="204"/>
                    </a:lnTo>
                    <a:lnTo>
                      <a:pt x="511" y="204"/>
                    </a:lnTo>
                    <a:lnTo>
                      <a:pt x="511" y="204"/>
                    </a:lnTo>
                    <a:lnTo>
                      <a:pt x="511" y="206"/>
                    </a:lnTo>
                    <a:lnTo>
                      <a:pt x="514" y="206"/>
                    </a:lnTo>
                    <a:lnTo>
                      <a:pt x="514" y="206"/>
                    </a:lnTo>
                    <a:lnTo>
                      <a:pt x="516" y="206"/>
                    </a:lnTo>
                    <a:lnTo>
                      <a:pt x="516" y="206"/>
                    </a:lnTo>
                    <a:lnTo>
                      <a:pt x="516" y="206"/>
                    </a:lnTo>
                    <a:lnTo>
                      <a:pt x="516" y="206"/>
                    </a:lnTo>
                    <a:lnTo>
                      <a:pt x="518" y="206"/>
                    </a:lnTo>
                    <a:lnTo>
                      <a:pt x="518" y="208"/>
                    </a:lnTo>
                    <a:lnTo>
                      <a:pt x="518" y="208"/>
                    </a:lnTo>
                    <a:lnTo>
                      <a:pt x="518" y="208"/>
                    </a:lnTo>
                    <a:lnTo>
                      <a:pt x="518" y="208"/>
                    </a:lnTo>
                    <a:lnTo>
                      <a:pt x="518" y="211"/>
                    </a:lnTo>
                    <a:lnTo>
                      <a:pt x="518" y="211"/>
                    </a:lnTo>
                    <a:lnTo>
                      <a:pt x="521" y="211"/>
                    </a:lnTo>
                    <a:lnTo>
                      <a:pt x="521" y="211"/>
                    </a:lnTo>
                    <a:lnTo>
                      <a:pt x="521" y="213"/>
                    </a:lnTo>
                    <a:lnTo>
                      <a:pt x="518" y="213"/>
                    </a:lnTo>
                    <a:lnTo>
                      <a:pt x="518" y="213"/>
                    </a:lnTo>
                    <a:lnTo>
                      <a:pt x="518" y="213"/>
                    </a:lnTo>
                    <a:lnTo>
                      <a:pt x="518" y="213"/>
                    </a:lnTo>
                    <a:lnTo>
                      <a:pt x="516" y="213"/>
                    </a:lnTo>
                    <a:lnTo>
                      <a:pt x="516" y="213"/>
                    </a:lnTo>
                    <a:lnTo>
                      <a:pt x="516" y="213"/>
                    </a:lnTo>
                    <a:lnTo>
                      <a:pt x="516" y="215"/>
                    </a:lnTo>
                    <a:lnTo>
                      <a:pt x="514" y="215"/>
                    </a:lnTo>
                    <a:lnTo>
                      <a:pt x="514" y="215"/>
                    </a:lnTo>
                    <a:lnTo>
                      <a:pt x="514" y="218"/>
                    </a:lnTo>
                    <a:lnTo>
                      <a:pt x="514" y="218"/>
                    </a:lnTo>
                    <a:lnTo>
                      <a:pt x="514" y="218"/>
                    </a:lnTo>
                    <a:lnTo>
                      <a:pt x="511" y="218"/>
                    </a:lnTo>
                    <a:lnTo>
                      <a:pt x="511" y="220"/>
                    </a:lnTo>
                    <a:lnTo>
                      <a:pt x="511" y="220"/>
                    </a:lnTo>
                    <a:lnTo>
                      <a:pt x="511" y="220"/>
                    </a:lnTo>
                    <a:lnTo>
                      <a:pt x="511" y="220"/>
                    </a:lnTo>
                    <a:lnTo>
                      <a:pt x="509" y="220"/>
                    </a:lnTo>
                    <a:lnTo>
                      <a:pt x="509" y="220"/>
                    </a:lnTo>
                    <a:lnTo>
                      <a:pt x="507" y="220"/>
                    </a:lnTo>
                    <a:lnTo>
                      <a:pt x="507" y="220"/>
                    </a:lnTo>
                    <a:lnTo>
                      <a:pt x="507" y="220"/>
                    </a:lnTo>
                    <a:lnTo>
                      <a:pt x="507" y="220"/>
                    </a:lnTo>
                    <a:lnTo>
                      <a:pt x="504" y="220"/>
                    </a:lnTo>
                    <a:lnTo>
                      <a:pt x="504" y="220"/>
                    </a:lnTo>
                    <a:lnTo>
                      <a:pt x="504" y="220"/>
                    </a:lnTo>
                    <a:lnTo>
                      <a:pt x="504" y="223"/>
                    </a:lnTo>
                    <a:lnTo>
                      <a:pt x="502" y="223"/>
                    </a:lnTo>
                    <a:lnTo>
                      <a:pt x="502" y="223"/>
                    </a:lnTo>
                    <a:lnTo>
                      <a:pt x="499" y="223"/>
                    </a:lnTo>
                    <a:lnTo>
                      <a:pt x="499" y="223"/>
                    </a:lnTo>
                    <a:lnTo>
                      <a:pt x="499" y="223"/>
                    </a:lnTo>
                    <a:lnTo>
                      <a:pt x="499" y="223"/>
                    </a:lnTo>
                    <a:lnTo>
                      <a:pt x="499" y="225"/>
                    </a:lnTo>
                    <a:lnTo>
                      <a:pt x="497" y="225"/>
                    </a:lnTo>
                    <a:lnTo>
                      <a:pt x="497" y="225"/>
                    </a:lnTo>
                    <a:lnTo>
                      <a:pt x="497" y="225"/>
                    </a:lnTo>
                    <a:lnTo>
                      <a:pt x="497" y="227"/>
                    </a:lnTo>
                    <a:lnTo>
                      <a:pt x="497" y="227"/>
                    </a:lnTo>
                    <a:lnTo>
                      <a:pt x="497" y="227"/>
                    </a:lnTo>
                    <a:lnTo>
                      <a:pt x="495" y="227"/>
                    </a:lnTo>
                    <a:lnTo>
                      <a:pt x="495" y="230"/>
                    </a:lnTo>
                    <a:lnTo>
                      <a:pt x="495" y="230"/>
                    </a:lnTo>
                    <a:lnTo>
                      <a:pt x="495" y="230"/>
                    </a:lnTo>
                    <a:lnTo>
                      <a:pt x="492" y="230"/>
                    </a:lnTo>
                    <a:lnTo>
                      <a:pt x="492" y="230"/>
                    </a:lnTo>
                    <a:lnTo>
                      <a:pt x="492" y="230"/>
                    </a:lnTo>
                    <a:lnTo>
                      <a:pt x="492" y="232"/>
                    </a:lnTo>
                    <a:lnTo>
                      <a:pt x="492" y="232"/>
                    </a:lnTo>
                    <a:lnTo>
                      <a:pt x="492" y="232"/>
                    </a:lnTo>
                    <a:lnTo>
                      <a:pt x="490" y="232"/>
                    </a:lnTo>
                    <a:lnTo>
                      <a:pt x="490" y="234"/>
                    </a:lnTo>
                    <a:lnTo>
                      <a:pt x="490" y="234"/>
                    </a:lnTo>
                    <a:lnTo>
                      <a:pt x="490" y="234"/>
                    </a:lnTo>
                    <a:lnTo>
                      <a:pt x="490" y="234"/>
                    </a:lnTo>
                    <a:lnTo>
                      <a:pt x="488" y="234"/>
                    </a:lnTo>
                    <a:lnTo>
                      <a:pt x="488" y="234"/>
                    </a:lnTo>
                    <a:lnTo>
                      <a:pt x="488" y="237"/>
                    </a:lnTo>
                    <a:lnTo>
                      <a:pt x="488" y="237"/>
                    </a:lnTo>
                    <a:lnTo>
                      <a:pt x="485" y="237"/>
                    </a:lnTo>
                    <a:lnTo>
                      <a:pt x="485" y="239"/>
                    </a:lnTo>
                    <a:lnTo>
                      <a:pt x="485" y="239"/>
                    </a:lnTo>
                    <a:lnTo>
                      <a:pt x="485" y="239"/>
                    </a:lnTo>
                    <a:lnTo>
                      <a:pt x="485" y="239"/>
                    </a:lnTo>
                    <a:lnTo>
                      <a:pt x="483" y="239"/>
                    </a:lnTo>
                    <a:lnTo>
                      <a:pt x="483" y="239"/>
                    </a:lnTo>
                    <a:lnTo>
                      <a:pt x="483" y="242"/>
                    </a:lnTo>
                    <a:lnTo>
                      <a:pt x="483" y="242"/>
                    </a:lnTo>
                    <a:lnTo>
                      <a:pt x="481" y="242"/>
                    </a:lnTo>
                    <a:lnTo>
                      <a:pt x="481" y="242"/>
                    </a:lnTo>
                    <a:lnTo>
                      <a:pt x="481" y="242"/>
                    </a:lnTo>
                    <a:lnTo>
                      <a:pt x="478" y="242"/>
                    </a:lnTo>
                    <a:lnTo>
                      <a:pt x="478" y="242"/>
                    </a:lnTo>
                    <a:lnTo>
                      <a:pt x="478" y="242"/>
                    </a:lnTo>
                    <a:lnTo>
                      <a:pt x="476" y="242"/>
                    </a:lnTo>
                    <a:lnTo>
                      <a:pt x="476" y="242"/>
                    </a:lnTo>
                    <a:lnTo>
                      <a:pt x="473" y="242"/>
                    </a:lnTo>
                    <a:lnTo>
                      <a:pt x="473" y="242"/>
                    </a:lnTo>
                    <a:lnTo>
                      <a:pt x="473" y="242"/>
                    </a:lnTo>
                    <a:lnTo>
                      <a:pt x="473" y="242"/>
                    </a:lnTo>
                    <a:lnTo>
                      <a:pt x="471" y="242"/>
                    </a:lnTo>
                    <a:lnTo>
                      <a:pt x="471" y="242"/>
                    </a:lnTo>
                    <a:lnTo>
                      <a:pt x="471" y="244"/>
                    </a:lnTo>
                    <a:lnTo>
                      <a:pt x="471" y="244"/>
                    </a:lnTo>
                    <a:lnTo>
                      <a:pt x="469" y="244"/>
                    </a:lnTo>
                    <a:lnTo>
                      <a:pt x="469" y="244"/>
                    </a:lnTo>
                    <a:lnTo>
                      <a:pt x="469" y="244"/>
                    </a:lnTo>
                    <a:lnTo>
                      <a:pt x="466" y="244"/>
                    </a:lnTo>
                    <a:lnTo>
                      <a:pt x="466" y="246"/>
                    </a:lnTo>
                    <a:lnTo>
                      <a:pt x="466" y="246"/>
                    </a:lnTo>
                    <a:lnTo>
                      <a:pt x="466" y="246"/>
                    </a:lnTo>
                    <a:lnTo>
                      <a:pt x="464" y="246"/>
                    </a:lnTo>
                    <a:lnTo>
                      <a:pt x="464" y="246"/>
                    </a:lnTo>
                    <a:lnTo>
                      <a:pt x="464" y="246"/>
                    </a:lnTo>
                    <a:lnTo>
                      <a:pt x="464" y="246"/>
                    </a:lnTo>
                    <a:lnTo>
                      <a:pt x="462" y="246"/>
                    </a:lnTo>
                    <a:lnTo>
                      <a:pt x="462" y="246"/>
                    </a:lnTo>
                    <a:lnTo>
                      <a:pt x="459" y="246"/>
                    </a:lnTo>
                    <a:lnTo>
                      <a:pt x="459" y="246"/>
                    </a:lnTo>
                    <a:lnTo>
                      <a:pt x="459" y="246"/>
                    </a:lnTo>
                    <a:lnTo>
                      <a:pt x="459" y="246"/>
                    </a:lnTo>
                    <a:lnTo>
                      <a:pt x="457" y="246"/>
                    </a:lnTo>
                    <a:lnTo>
                      <a:pt x="457" y="246"/>
                    </a:lnTo>
                    <a:lnTo>
                      <a:pt x="457" y="246"/>
                    </a:lnTo>
                    <a:lnTo>
                      <a:pt x="454" y="246"/>
                    </a:lnTo>
                    <a:lnTo>
                      <a:pt x="454" y="246"/>
                    </a:lnTo>
                    <a:lnTo>
                      <a:pt x="454" y="246"/>
                    </a:lnTo>
                    <a:lnTo>
                      <a:pt x="452" y="246"/>
                    </a:lnTo>
                    <a:lnTo>
                      <a:pt x="452" y="246"/>
                    </a:lnTo>
                    <a:lnTo>
                      <a:pt x="452" y="249"/>
                    </a:lnTo>
                    <a:lnTo>
                      <a:pt x="452" y="249"/>
                    </a:lnTo>
                    <a:lnTo>
                      <a:pt x="452" y="246"/>
                    </a:lnTo>
                    <a:lnTo>
                      <a:pt x="450" y="246"/>
                    </a:lnTo>
                    <a:lnTo>
                      <a:pt x="450" y="246"/>
                    </a:lnTo>
                    <a:lnTo>
                      <a:pt x="450" y="246"/>
                    </a:lnTo>
                    <a:lnTo>
                      <a:pt x="447" y="246"/>
                    </a:lnTo>
                    <a:lnTo>
                      <a:pt x="447" y="246"/>
                    </a:lnTo>
                    <a:lnTo>
                      <a:pt x="447" y="246"/>
                    </a:lnTo>
                    <a:lnTo>
                      <a:pt x="445" y="246"/>
                    </a:lnTo>
                    <a:lnTo>
                      <a:pt x="445" y="246"/>
                    </a:lnTo>
                    <a:lnTo>
                      <a:pt x="445" y="246"/>
                    </a:lnTo>
                    <a:lnTo>
                      <a:pt x="443" y="246"/>
                    </a:lnTo>
                    <a:lnTo>
                      <a:pt x="443" y="246"/>
                    </a:lnTo>
                    <a:lnTo>
                      <a:pt x="440" y="246"/>
                    </a:lnTo>
                    <a:lnTo>
                      <a:pt x="440" y="246"/>
                    </a:lnTo>
                    <a:lnTo>
                      <a:pt x="440" y="246"/>
                    </a:lnTo>
                    <a:lnTo>
                      <a:pt x="438" y="246"/>
                    </a:lnTo>
                    <a:lnTo>
                      <a:pt x="438" y="246"/>
                    </a:lnTo>
                    <a:lnTo>
                      <a:pt x="438" y="246"/>
                    </a:lnTo>
                    <a:lnTo>
                      <a:pt x="436" y="246"/>
                    </a:lnTo>
                    <a:lnTo>
                      <a:pt x="436" y="246"/>
                    </a:lnTo>
                    <a:lnTo>
                      <a:pt x="433" y="246"/>
                    </a:lnTo>
                    <a:lnTo>
                      <a:pt x="433" y="246"/>
                    </a:lnTo>
                    <a:lnTo>
                      <a:pt x="433" y="246"/>
                    </a:lnTo>
                    <a:lnTo>
                      <a:pt x="433" y="246"/>
                    </a:lnTo>
                    <a:lnTo>
                      <a:pt x="431" y="246"/>
                    </a:lnTo>
                    <a:lnTo>
                      <a:pt x="431" y="246"/>
                    </a:lnTo>
                    <a:lnTo>
                      <a:pt x="431" y="246"/>
                    </a:lnTo>
                    <a:lnTo>
                      <a:pt x="428" y="246"/>
                    </a:lnTo>
                    <a:lnTo>
                      <a:pt x="428" y="246"/>
                    </a:lnTo>
                    <a:lnTo>
                      <a:pt x="426" y="246"/>
                    </a:lnTo>
                    <a:lnTo>
                      <a:pt x="426" y="246"/>
                    </a:lnTo>
                    <a:lnTo>
                      <a:pt x="426" y="246"/>
                    </a:lnTo>
                    <a:lnTo>
                      <a:pt x="424" y="246"/>
                    </a:lnTo>
                    <a:lnTo>
                      <a:pt x="424" y="246"/>
                    </a:lnTo>
                    <a:lnTo>
                      <a:pt x="424" y="246"/>
                    </a:lnTo>
                    <a:lnTo>
                      <a:pt x="424" y="246"/>
                    </a:lnTo>
                    <a:lnTo>
                      <a:pt x="421" y="246"/>
                    </a:lnTo>
                    <a:lnTo>
                      <a:pt x="421" y="246"/>
                    </a:lnTo>
                    <a:lnTo>
                      <a:pt x="421" y="246"/>
                    </a:lnTo>
                    <a:lnTo>
                      <a:pt x="419" y="246"/>
                    </a:lnTo>
                    <a:lnTo>
                      <a:pt x="419" y="246"/>
                    </a:lnTo>
                    <a:lnTo>
                      <a:pt x="419" y="249"/>
                    </a:lnTo>
                    <a:lnTo>
                      <a:pt x="419" y="249"/>
                    </a:lnTo>
                    <a:lnTo>
                      <a:pt x="419" y="249"/>
                    </a:lnTo>
                    <a:lnTo>
                      <a:pt x="417" y="249"/>
                    </a:lnTo>
                    <a:lnTo>
                      <a:pt x="417" y="249"/>
                    </a:lnTo>
                    <a:lnTo>
                      <a:pt x="417" y="249"/>
                    </a:lnTo>
                    <a:lnTo>
                      <a:pt x="414" y="249"/>
                    </a:lnTo>
                    <a:lnTo>
                      <a:pt x="414" y="249"/>
                    </a:lnTo>
                    <a:lnTo>
                      <a:pt x="412" y="249"/>
                    </a:lnTo>
                    <a:lnTo>
                      <a:pt x="412" y="251"/>
                    </a:lnTo>
                    <a:lnTo>
                      <a:pt x="412" y="251"/>
                    </a:lnTo>
                    <a:lnTo>
                      <a:pt x="412" y="251"/>
                    </a:lnTo>
                    <a:lnTo>
                      <a:pt x="410" y="251"/>
                    </a:lnTo>
                    <a:lnTo>
                      <a:pt x="410" y="251"/>
                    </a:lnTo>
                    <a:lnTo>
                      <a:pt x="410" y="251"/>
                    </a:lnTo>
                    <a:lnTo>
                      <a:pt x="407" y="251"/>
                    </a:lnTo>
                    <a:lnTo>
                      <a:pt x="407" y="251"/>
                    </a:lnTo>
                    <a:lnTo>
                      <a:pt x="407" y="251"/>
                    </a:lnTo>
                    <a:lnTo>
                      <a:pt x="405" y="251"/>
                    </a:lnTo>
                    <a:lnTo>
                      <a:pt x="405" y="251"/>
                    </a:lnTo>
                    <a:lnTo>
                      <a:pt x="405" y="251"/>
                    </a:lnTo>
                    <a:lnTo>
                      <a:pt x="405" y="251"/>
                    </a:lnTo>
                    <a:lnTo>
                      <a:pt x="402" y="251"/>
                    </a:lnTo>
                    <a:lnTo>
                      <a:pt x="402" y="251"/>
                    </a:lnTo>
                    <a:lnTo>
                      <a:pt x="402" y="253"/>
                    </a:lnTo>
                    <a:lnTo>
                      <a:pt x="400" y="253"/>
                    </a:lnTo>
                    <a:lnTo>
                      <a:pt x="400" y="253"/>
                    </a:lnTo>
                    <a:lnTo>
                      <a:pt x="400" y="253"/>
                    </a:lnTo>
                    <a:lnTo>
                      <a:pt x="400" y="253"/>
                    </a:lnTo>
                    <a:lnTo>
                      <a:pt x="398" y="253"/>
                    </a:lnTo>
                    <a:lnTo>
                      <a:pt x="398" y="253"/>
                    </a:lnTo>
                    <a:lnTo>
                      <a:pt x="398" y="253"/>
                    </a:lnTo>
                    <a:lnTo>
                      <a:pt x="398" y="256"/>
                    </a:lnTo>
                    <a:lnTo>
                      <a:pt x="395" y="256"/>
                    </a:lnTo>
                    <a:lnTo>
                      <a:pt x="395" y="256"/>
                    </a:lnTo>
                    <a:lnTo>
                      <a:pt x="393" y="256"/>
                    </a:lnTo>
                    <a:lnTo>
                      <a:pt x="393" y="256"/>
                    </a:lnTo>
                    <a:lnTo>
                      <a:pt x="393" y="256"/>
                    </a:lnTo>
                    <a:lnTo>
                      <a:pt x="393" y="256"/>
                    </a:lnTo>
                    <a:lnTo>
                      <a:pt x="391" y="256"/>
                    </a:lnTo>
                    <a:lnTo>
                      <a:pt x="391" y="258"/>
                    </a:lnTo>
                    <a:lnTo>
                      <a:pt x="391" y="258"/>
                    </a:lnTo>
                    <a:lnTo>
                      <a:pt x="391" y="258"/>
                    </a:lnTo>
                    <a:lnTo>
                      <a:pt x="388" y="258"/>
                    </a:lnTo>
                    <a:lnTo>
                      <a:pt x="388" y="258"/>
                    </a:lnTo>
                    <a:lnTo>
                      <a:pt x="388" y="258"/>
                    </a:lnTo>
                    <a:lnTo>
                      <a:pt x="386" y="258"/>
                    </a:lnTo>
                    <a:lnTo>
                      <a:pt x="386" y="258"/>
                    </a:lnTo>
                    <a:lnTo>
                      <a:pt x="386" y="260"/>
                    </a:lnTo>
                    <a:lnTo>
                      <a:pt x="386" y="260"/>
                    </a:lnTo>
                    <a:lnTo>
                      <a:pt x="383" y="260"/>
                    </a:lnTo>
                    <a:lnTo>
                      <a:pt x="383" y="260"/>
                    </a:lnTo>
                    <a:lnTo>
                      <a:pt x="383" y="260"/>
                    </a:lnTo>
                    <a:lnTo>
                      <a:pt x="383" y="260"/>
                    </a:lnTo>
                    <a:lnTo>
                      <a:pt x="381" y="260"/>
                    </a:lnTo>
                    <a:lnTo>
                      <a:pt x="381" y="260"/>
                    </a:lnTo>
                    <a:lnTo>
                      <a:pt x="381" y="260"/>
                    </a:lnTo>
                    <a:lnTo>
                      <a:pt x="379" y="260"/>
                    </a:lnTo>
                    <a:lnTo>
                      <a:pt x="379" y="263"/>
                    </a:lnTo>
                    <a:lnTo>
                      <a:pt x="379" y="263"/>
                    </a:lnTo>
                    <a:lnTo>
                      <a:pt x="379" y="263"/>
                    </a:lnTo>
                    <a:lnTo>
                      <a:pt x="379" y="263"/>
                    </a:lnTo>
                    <a:lnTo>
                      <a:pt x="376" y="263"/>
                    </a:lnTo>
                    <a:lnTo>
                      <a:pt x="376" y="263"/>
                    </a:lnTo>
                    <a:lnTo>
                      <a:pt x="376" y="263"/>
                    </a:lnTo>
                    <a:lnTo>
                      <a:pt x="376" y="265"/>
                    </a:lnTo>
                    <a:lnTo>
                      <a:pt x="374" y="265"/>
                    </a:lnTo>
                    <a:lnTo>
                      <a:pt x="374" y="265"/>
                    </a:lnTo>
                    <a:lnTo>
                      <a:pt x="374" y="265"/>
                    </a:lnTo>
                    <a:lnTo>
                      <a:pt x="372" y="265"/>
                    </a:lnTo>
                    <a:lnTo>
                      <a:pt x="372" y="268"/>
                    </a:lnTo>
                    <a:lnTo>
                      <a:pt x="372" y="268"/>
                    </a:lnTo>
                    <a:lnTo>
                      <a:pt x="372" y="268"/>
                    </a:lnTo>
                    <a:lnTo>
                      <a:pt x="372" y="268"/>
                    </a:lnTo>
                    <a:lnTo>
                      <a:pt x="369" y="268"/>
                    </a:lnTo>
                    <a:lnTo>
                      <a:pt x="369" y="268"/>
                    </a:lnTo>
                    <a:lnTo>
                      <a:pt x="369" y="268"/>
                    </a:lnTo>
                    <a:lnTo>
                      <a:pt x="367" y="268"/>
                    </a:lnTo>
                    <a:lnTo>
                      <a:pt x="367" y="268"/>
                    </a:lnTo>
                    <a:lnTo>
                      <a:pt x="367" y="268"/>
                    </a:lnTo>
                    <a:lnTo>
                      <a:pt x="365" y="268"/>
                    </a:lnTo>
                    <a:lnTo>
                      <a:pt x="365" y="268"/>
                    </a:lnTo>
                    <a:lnTo>
                      <a:pt x="365" y="268"/>
                    </a:lnTo>
                    <a:lnTo>
                      <a:pt x="365" y="265"/>
                    </a:lnTo>
                    <a:lnTo>
                      <a:pt x="362" y="265"/>
                    </a:lnTo>
                    <a:lnTo>
                      <a:pt x="362" y="265"/>
                    </a:lnTo>
                    <a:lnTo>
                      <a:pt x="360" y="265"/>
                    </a:lnTo>
                    <a:lnTo>
                      <a:pt x="360" y="265"/>
                    </a:lnTo>
                    <a:lnTo>
                      <a:pt x="360" y="265"/>
                    </a:lnTo>
                    <a:lnTo>
                      <a:pt x="360" y="263"/>
                    </a:lnTo>
                    <a:lnTo>
                      <a:pt x="360" y="263"/>
                    </a:lnTo>
                    <a:lnTo>
                      <a:pt x="360" y="260"/>
                    </a:lnTo>
                    <a:lnTo>
                      <a:pt x="360" y="260"/>
                    </a:lnTo>
                    <a:lnTo>
                      <a:pt x="360" y="260"/>
                    </a:lnTo>
                    <a:lnTo>
                      <a:pt x="357" y="260"/>
                    </a:lnTo>
                    <a:lnTo>
                      <a:pt x="357" y="260"/>
                    </a:lnTo>
                    <a:lnTo>
                      <a:pt x="357" y="260"/>
                    </a:lnTo>
                    <a:lnTo>
                      <a:pt x="355" y="260"/>
                    </a:lnTo>
                    <a:lnTo>
                      <a:pt x="355" y="260"/>
                    </a:lnTo>
                    <a:lnTo>
                      <a:pt x="355" y="260"/>
                    </a:lnTo>
                    <a:lnTo>
                      <a:pt x="353" y="260"/>
                    </a:lnTo>
                    <a:lnTo>
                      <a:pt x="353" y="260"/>
                    </a:lnTo>
                    <a:lnTo>
                      <a:pt x="353" y="260"/>
                    </a:lnTo>
                    <a:lnTo>
                      <a:pt x="350" y="260"/>
                    </a:lnTo>
                    <a:lnTo>
                      <a:pt x="350" y="260"/>
                    </a:lnTo>
                    <a:lnTo>
                      <a:pt x="350" y="260"/>
                    </a:lnTo>
                    <a:lnTo>
                      <a:pt x="350" y="263"/>
                    </a:lnTo>
                    <a:lnTo>
                      <a:pt x="348" y="263"/>
                    </a:lnTo>
                    <a:lnTo>
                      <a:pt x="348" y="263"/>
                    </a:lnTo>
                    <a:lnTo>
                      <a:pt x="346" y="263"/>
                    </a:lnTo>
                    <a:lnTo>
                      <a:pt x="346" y="263"/>
                    </a:lnTo>
                    <a:lnTo>
                      <a:pt x="346" y="263"/>
                    </a:lnTo>
                    <a:lnTo>
                      <a:pt x="346" y="260"/>
                    </a:lnTo>
                    <a:lnTo>
                      <a:pt x="343" y="260"/>
                    </a:lnTo>
                    <a:lnTo>
                      <a:pt x="343" y="260"/>
                    </a:lnTo>
                    <a:lnTo>
                      <a:pt x="343" y="260"/>
                    </a:lnTo>
                    <a:lnTo>
                      <a:pt x="341" y="260"/>
                    </a:lnTo>
                    <a:lnTo>
                      <a:pt x="341" y="260"/>
                    </a:lnTo>
                    <a:lnTo>
                      <a:pt x="341" y="260"/>
                    </a:lnTo>
                    <a:lnTo>
                      <a:pt x="339" y="260"/>
                    </a:lnTo>
                    <a:lnTo>
                      <a:pt x="339" y="260"/>
                    </a:lnTo>
                    <a:lnTo>
                      <a:pt x="339" y="260"/>
                    </a:lnTo>
                    <a:lnTo>
                      <a:pt x="336" y="260"/>
                    </a:lnTo>
                    <a:lnTo>
                      <a:pt x="336" y="260"/>
                    </a:lnTo>
                    <a:lnTo>
                      <a:pt x="334" y="260"/>
                    </a:lnTo>
                    <a:lnTo>
                      <a:pt x="334" y="260"/>
                    </a:lnTo>
                    <a:lnTo>
                      <a:pt x="334" y="260"/>
                    </a:lnTo>
                    <a:lnTo>
                      <a:pt x="334" y="260"/>
                    </a:lnTo>
                    <a:lnTo>
                      <a:pt x="331" y="260"/>
                    </a:lnTo>
                    <a:lnTo>
                      <a:pt x="331" y="258"/>
                    </a:lnTo>
                    <a:lnTo>
                      <a:pt x="331" y="258"/>
                    </a:lnTo>
                    <a:lnTo>
                      <a:pt x="331" y="258"/>
                    </a:lnTo>
                    <a:lnTo>
                      <a:pt x="329" y="258"/>
                    </a:lnTo>
                    <a:lnTo>
                      <a:pt x="329" y="258"/>
                    </a:lnTo>
                    <a:lnTo>
                      <a:pt x="329" y="258"/>
                    </a:lnTo>
                    <a:lnTo>
                      <a:pt x="327" y="258"/>
                    </a:lnTo>
                    <a:lnTo>
                      <a:pt x="327" y="258"/>
                    </a:lnTo>
                    <a:lnTo>
                      <a:pt x="327" y="256"/>
                    </a:lnTo>
                    <a:lnTo>
                      <a:pt x="327" y="256"/>
                    </a:lnTo>
                    <a:lnTo>
                      <a:pt x="324" y="256"/>
                    </a:lnTo>
                    <a:lnTo>
                      <a:pt x="324" y="256"/>
                    </a:lnTo>
                    <a:lnTo>
                      <a:pt x="324" y="256"/>
                    </a:lnTo>
                    <a:lnTo>
                      <a:pt x="324" y="256"/>
                    </a:lnTo>
                    <a:lnTo>
                      <a:pt x="322" y="256"/>
                    </a:lnTo>
                    <a:lnTo>
                      <a:pt x="322" y="253"/>
                    </a:lnTo>
                    <a:lnTo>
                      <a:pt x="322" y="253"/>
                    </a:lnTo>
                    <a:lnTo>
                      <a:pt x="320" y="253"/>
                    </a:lnTo>
                    <a:lnTo>
                      <a:pt x="320" y="253"/>
                    </a:lnTo>
                    <a:lnTo>
                      <a:pt x="320" y="253"/>
                    </a:lnTo>
                    <a:lnTo>
                      <a:pt x="317" y="253"/>
                    </a:lnTo>
                    <a:lnTo>
                      <a:pt x="317" y="253"/>
                    </a:lnTo>
                    <a:lnTo>
                      <a:pt x="317" y="253"/>
                    </a:lnTo>
                    <a:lnTo>
                      <a:pt x="315" y="253"/>
                    </a:lnTo>
                    <a:lnTo>
                      <a:pt x="315" y="253"/>
                    </a:lnTo>
                    <a:lnTo>
                      <a:pt x="312" y="253"/>
                    </a:lnTo>
                    <a:lnTo>
                      <a:pt x="312" y="253"/>
                    </a:lnTo>
                    <a:lnTo>
                      <a:pt x="312" y="253"/>
                    </a:lnTo>
                    <a:lnTo>
                      <a:pt x="312" y="253"/>
                    </a:lnTo>
                    <a:lnTo>
                      <a:pt x="310" y="253"/>
                    </a:lnTo>
                    <a:lnTo>
                      <a:pt x="310" y="253"/>
                    </a:lnTo>
                    <a:lnTo>
                      <a:pt x="310" y="251"/>
                    </a:lnTo>
                    <a:lnTo>
                      <a:pt x="310" y="251"/>
                    </a:lnTo>
                    <a:lnTo>
                      <a:pt x="308" y="251"/>
                    </a:lnTo>
                    <a:lnTo>
                      <a:pt x="308" y="251"/>
                    </a:lnTo>
                    <a:lnTo>
                      <a:pt x="305" y="251"/>
                    </a:lnTo>
                    <a:lnTo>
                      <a:pt x="305" y="251"/>
                    </a:lnTo>
                    <a:lnTo>
                      <a:pt x="305" y="251"/>
                    </a:lnTo>
                    <a:lnTo>
                      <a:pt x="305" y="251"/>
                    </a:lnTo>
                    <a:lnTo>
                      <a:pt x="305" y="251"/>
                    </a:lnTo>
                    <a:lnTo>
                      <a:pt x="305" y="249"/>
                    </a:lnTo>
                    <a:lnTo>
                      <a:pt x="303" y="249"/>
                    </a:lnTo>
                    <a:lnTo>
                      <a:pt x="303" y="249"/>
                    </a:lnTo>
                    <a:lnTo>
                      <a:pt x="303" y="249"/>
                    </a:lnTo>
                    <a:lnTo>
                      <a:pt x="303" y="246"/>
                    </a:lnTo>
                    <a:lnTo>
                      <a:pt x="303" y="246"/>
                    </a:lnTo>
                    <a:lnTo>
                      <a:pt x="303" y="246"/>
                    </a:lnTo>
                    <a:lnTo>
                      <a:pt x="301" y="246"/>
                    </a:lnTo>
                    <a:lnTo>
                      <a:pt x="301" y="244"/>
                    </a:lnTo>
                    <a:lnTo>
                      <a:pt x="301" y="244"/>
                    </a:lnTo>
                    <a:lnTo>
                      <a:pt x="298" y="244"/>
                    </a:lnTo>
                    <a:lnTo>
                      <a:pt x="298" y="244"/>
                    </a:lnTo>
                    <a:lnTo>
                      <a:pt x="298" y="244"/>
                    </a:lnTo>
                    <a:lnTo>
                      <a:pt x="296" y="244"/>
                    </a:lnTo>
                    <a:lnTo>
                      <a:pt x="296" y="244"/>
                    </a:lnTo>
                    <a:lnTo>
                      <a:pt x="296" y="244"/>
                    </a:lnTo>
                    <a:lnTo>
                      <a:pt x="294" y="244"/>
                    </a:lnTo>
                    <a:lnTo>
                      <a:pt x="294" y="244"/>
                    </a:lnTo>
                    <a:lnTo>
                      <a:pt x="294" y="244"/>
                    </a:lnTo>
                    <a:lnTo>
                      <a:pt x="291" y="244"/>
                    </a:lnTo>
                    <a:lnTo>
                      <a:pt x="291" y="244"/>
                    </a:lnTo>
                    <a:lnTo>
                      <a:pt x="291" y="242"/>
                    </a:lnTo>
                    <a:lnTo>
                      <a:pt x="291" y="242"/>
                    </a:lnTo>
                    <a:lnTo>
                      <a:pt x="289" y="242"/>
                    </a:lnTo>
                    <a:lnTo>
                      <a:pt x="289" y="242"/>
                    </a:lnTo>
                    <a:lnTo>
                      <a:pt x="286" y="242"/>
                    </a:lnTo>
                    <a:lnTo>
                      <a:pt x="286" y="242"/>
                    </a:lnTo>
                    <a:lnTo>
                      <a:pt x="286" y="242"/>
                    </a:lnTo>
                    <a:lnTo>
                      <a:pt x="286" y="242"/>
                    </a:lnTo>
                    <a:lnTo>
                      <a:pt x="284" y="242"/>
                    </a:lnTo>
                    <a:lnTo>
                      <a:pt x="284" y="242"/>
                    </a:lnTo>
                    <a:lnTo>
                      <a:pt x="284" y="242"/>
                    </a:lnTo>
                    <a:lnTo>
                      <a:pt x="282" y="242"/>
                    </a:lnTo>
                    <a:lnTo>
                      <a:pt x="282" y="242"/>
                    </a:lnTo>
                    <a:lnTo>
                      <a:pt x="282" y="242"/>
                    </a:lnTo>
                    <a:lnTo>
                      <a:pt x="279" y="242"/>
                    </a:lnTo>
                    <a:lnTo>
                      <a:pt x="279" y="242"/>
                    </a:lnTo>
                    <a:lnTo>
                      <a:pt x="279" y="242"/>
                    </a:lnTo>
                    <a:lnTo>
                      <a:pt x="277" y="242"/>
                    </a:lnTo>
                    <a:lnTo>
                      <a:pt x="277" y="242"/>
                    </a:lnTo>
                    <a:lnTo>
                      <a:pt x="277" y="242"/>
                    </a:lnTo>
                    <a:lnTo>
                      <a:pt x="275" y="242"/>
                    </a:lnTo>
                    <a:lnTo>
                      <a:pt x="275" y="242"/>
                    </a:lnTo>
                    <a:lnTo>
                      <a:pt x="272" y="242"/>
                    </a:lnTo>
                    <a:lnTo>
                      <a:pt x="272" y="242"/>
                    </a:lnTo>
                    <a:lnTo>
                      <a:pt x="272" y="242"/>
                    </a:lnTo>
                    <a:lnTo>
                      <a:pt x="270" y="242"/>
                    </a:lnTo>
                    <a:lnTo>
                      <a:pt x="270" y="242"/>
                    </a:lnTo>
                    <a:lnTo>
                      <a:pt x="270" y="242"/>
                    </a:lnTo>
                    <a:lnTo>
                      <a:pt x="270" y="242"/>
                    </a:lnTo>
                    <a:lnTo>
                      <a:pt x="267" y="242"/>
                    </a:lnTo>
                    <a:lnTo>
                      <a:pt x="267" y="242"/>
                    </a:lnTo>
                    <a:lnTo>
                      <a:pt x="265" y="242"/>
                    </a:lnTo>
                    <a:lnTo>
                      <a:pt x="265" y="242"/>
                    </a:lnTo>
                    <a:lnTo>
                      <a:pt x="265" y="242"/>
                    </a:lnTo>
                    <a:lnTo>
                      <a:pt x="263" y="242"/>
                    </a:lnTo>
                    <a:lnTo>
                      <a:pt x="263" y="242"/>
                    </a:lnTo>
                    <a:lnTo>
                      <a:pt x="263" y="242"/>
                    </a:lnTo>
                    <a:lnTo>
                      <a:pt x="263" y="242"/>
                    </a:lnTo>
                    <a:lnTo>
                      <a:pt x="260" y="242"/>
                    </a:lnTo>
                    <a:lnTo>
                      <a:pt x="260" y="242"/>
                    </a:lnTo>
                    <a:lnTo>
                      <a:pt x="260" y="242"/>
                    </a:lnTo>
                    <a:lnTo>
                      <a:pt x="258" y="242"/>
                    </a:lnTo>
                    <a:lnTo>
                      <a:pt x="258" y="242"/>
                    </a:lnTo>
                    <a:lnTo>
                      <a:pt x="258" y="242"/>
                    </a:lnTo>
                    <a:lnTo>
                      <a:pt x="256" y="242"/>
                    </a:lnTo>
                    <a:lnTo>
                      <a:pt x="256" y="242"/>
                    </a:lnTo>
                    <a:lnTo>
                      <a:pt x="256" y="242"/>
                    </a:lnTo>
                    <a:lnTo>
                      <a:pt x="253" y="242"/>
                    </a:lnTo>
                    <a:lnTo>
                      <a:pt x="253" y="242"/>
                    </a:lnTo>
                    <a:lnTo>
                      <a:pt x="253" y="242"/>
                    </a:lnTo>
                    <a:lnTo>
                      <a:pt x="251" y="242"/>
                    </a:lnTo>
                    <a:lnTo>
                      <a:pt x="251" y="242"/>
                    </a:lnTo>
                    <a:lnTo>
                      <a:pt x="251" y="242"/>
                    </a:lnTo>
                    <a:lnTo>
                      <a:pt x="249" y="242"/>
                    </a:lnTo>
                    <a:lnTo>
                      <a:pt x="249" y="242"/>
                    </a:lnTo>
                    <a:lnTo>
                      <a:pt x="246" y="242"/>
                    </a:lnTo>
                    <a:lnTo>
                      <a:pt x="246" y="242"/>
                    </a:lnTo>
                    <a:lnTo>
                      <a:pt x="246" y="242"/>
                    </a:lnTo>
                    <a:lnTo>
                      <a:pt x="244" y="242"/>
                    </a:lnTo>
                    <a:lnTo>
                      <a:pt x="244" y="242"/>
                    </a:lnTo>
                    <a:lnTo>
                      <a:pt x="244" y="242"/>
                    </a:lnTo>
                    <a:lnTo>
                      <a:pt x="241" y="242"/>
                    </a:lnTo>
                    <a:lnTo>
                      <a:pt x="241" y="242"/>
                    </a:lnTo>
                    <a:lnTo>
                      <a:pt x="241" y="242"/>
                    </a:lnTo>
                    <a:lnTo>
                      <a:pt x="239" y="242"/>
                    </a:lnTo>
                    <a:lnTo>
                      <a:pt x="239" y="242"/>
                    </a:lnTo>
                    <a:lnTo>
                      <a:pt x="239" y="242"/>
                    </a:lnTo>
                    <a:lnTo>
                      <a:pt x="237" y="242"/>
                    </a:lnTo>
                    <a:lnTo>
                      <a:pt x="237" y="242"/>
                    </a:lnTo>
                    <a:lnTo>
                      <a:pt x="237" y="242"/>
                    </a:lnTo>
                    <a:lnTo>
                      <a:pt x="234" y="242"/>
                    </a:lnTo>
                    <a:lnTo>
                      <a:pt x="234" y="242"/>
                    </a:lnTo>
                    <a:lnTo>
                      <a:pt x="232" y="242"/>
                    </a:lnTo>
                    <a:lnTo>
                      <a:pt x="232" y="242"/>
                    </a:lnTo>
                    <a:lnTo>
                      <a:pt x="232" y="242"/>
                    </a:lnTo>
                    <a:lnTo>
                      <a:pt x="230" y="242"/>
                    </a:lnTo>
                    <a:lnTo>
                      <a:pt x="230" y="242"/>
                    </a:lnTo>
                    <a:lnTo>
                      <a:pt x="227" y="242"/>
                    </a:lnTo>
                    <a:lnTo>
                      <a:pt x="227" y="242"/>
                    </a:lnTo>
                    <a:lnTo>
                      <a:pt x="227" y="242"/>
                    </a:lnTo>
                    <a:lnTo>
                      <a:pt x="225" y="242"/>
                    </a:lnTo>
                    <a:lnTo>
                      <a:pt x="225" y="242"/>
                    </a:lnTo>
                    <a:lnTo>
                      <a:pt x="225" y="242"/>
                    </a:lnTo>
                    <a:lnTo>
                      <a:pt x="225" y="242"/>
                    </a:lnTo>
                    <a:lnTo>
                      <a:pt x="223" y="242"/>
                    </a:lnTo>
                    <a:lnTo>
                      <a:pt x="223" y="242"/>
                    </a:lnTo>
                    <a:lnTo>
                      <a:pt x="220" y="242"/>
                    </a:lnTo>
                    <a:lnTo>
                      <a:pt x="220" y="242"/>
                    </a:lnTo>
                    <a:lnTo>
                      <a:pt x="220" y="242"/>
                    </a:lnTo>
                    <a:lnTo>
                      <a:pt x="218" y="242"/>
                    </a:lnTo>
                    <a:lnTo>
                      <a:pt x="218" y="239"/>
                    </a:lnTo>
                    <a:lnTo>
                      <a:pt x="218" y="239"/>
                    </a:lnTo>
                    <a:lnTo>
                      <a:pt x="218" y="239"/>
                    </a:lnTo>
                    <a:lnTo>
                      <a:pt x="215" y="239"/>
                    </a:lnTo>
                    <a:lnTo>
                      <a:pt x="215" y="239"/>
                    </a:lnTo>
                    <a:lnTo>
                      <a:pt x="213" y="239"/>
                    </a:lnTo>
                    <a:lnTo>
                      <a:pt x="213" y="239"/>
                    </a:lnTo>
                    <a:lnTo>
                      <a:pt x="213" y="239"/>
                    </a:lnTo>
                    <a:lnTo>
                      <a:pt x="211" y="239"/>
                    </a:lnTo>
                    <a:lnTo>
                      <a:pt x="211" y="239"/>
                    </a:lnTo>
                    <a:lnTo>
                      <a:pt x="211" y="239"/>
                    </a:lnTo>
                    <a:lnTo>
                      <a:pt x="208" y="239"/>
                    </a:lnTo>
                    <a:lnTo>
                      <a:pt x="208" y="239"/>
                    </a:lnTo>
                    <a:lnTo>
                      <a:pt x="208" y="239"/>
                    </a:lnTo>
                    <a:lnTo>
                      <a:pt x="206" y="239"/>
                    </a:lnTo>
                    <a:lnTo>
                      <a:pt x="206" y="239"/>
                    </a:lnTo>
                    <a:lnTo>
                      <a:pt x="206" y="239"/>
                    </a:lnTo>
                    <a:lnTo>
                      <a:pt x="204" y="239"/>
                    </a:lnTo>
                    <a:lnTo>
                      <a:pt x="204" y="239"/>
                    </a:lnTo>
                    <a:lnTo>
                      <a:pt x="204" y="239"/>
                    </a:lnTo>
                    <a:lnTo>
                      <a:pt x="204" y="237"/>
                    </a:lnTo>
                    <a:lnTo>
                      <a:pt x="201" y="237"/>
                    </a:lnTo>
                    <a:lnTo>
                      <a:pt x="201" y="237"/>
                    </a:lnTo>
                    <a:lnTo>
                      <a:pt x="201" y="239"/>
                    </a:lnTo>
                    <a:lnTo>
                      <a:pt x="199" y="239"/>
                    </a:lnTo>
                    <a:lnTo>
                      <a:pt x="199" y="239"/>
                    </a:lnTo>
                    <a:lnTo>
                      <a:pt x="199" y="239"/>
                    </a:lnTo>
                    <a:lnTo>
                      <a:pt x="199" y="239"/>
                    </a:lnTo>
                    <a:lnTo>
                      <a:pt x="196" y="239"/>
                    </a:lnTo>
                    <a:lnTo>
                      <a:pt x="196" y="239"/>
                    </a:lnTo>
                    <a:lnTo>
                      <a:pt x="196" y="239"/>
                    </a:lnTo>
                    <a:lnTo>
                      <a:pt x="194" y="239"/>
                    </a:lnTo>
                    <a:lnTo>
                      <a:pt x="194" y="239"/>
                    </a:lnTo>
                    <a:lnTo>
                      <a:pt x="194" y="239"/>
                    </a:lnTo>
                    <a:lnTo>
                      <a:pt x="192" y="239"/>
                    </a:lnTo>
                    <a:lnTo>
                      <a:pt x="192" y="239"/>
                    </a:lnTo>
                    <a:lnTo>
                      <a:pt x="192" y="239"/>
                    </a:lnTo>
                    <a:lnTo>
                      <a:pt x="189" y="239"/>
                    </a:lnTo>
                    <a:lnTo>
                      <a:pt x="189" y="239"/>
                    </a:lnTo>
                    <a:lnTo>
                      <a:pt x="189" y="239"/>
                    </a:lnTo>
                    <a:lnTo>
                      <a:pt x="187" y="239"/>
                    </a:lnTo>
                    <a:lnTo>
                      <a:pt x="187" y="239"/>
                    </a:lnTo>
                    <a:lnTo>
                      <a:pt x="187" y="239"/>
                    </a:lnTo>
                    <a:lnTo>
                      <a:pt x="185" y="239"/>
                    </a:lnTo>
                    <a:lnTo>
                      <a:pt x="185" y="239"/>
                    </a:lnTo>
                    <a:lnTo>
                      <a:pt x="185" y="239"/>
                    </a:lnTo>
                    <a:lnTo>
                      <a:pt x="185" y="239"/>
                    </a:lnTo>
                    <a:lnTo>
                      <a:pt x="185" y="237"/>
                    </a:lnTo>
                    <a:lnTo>
                      <a:pt x="185" y="237"/>
                    </a:lnTo>
                    <a:lnTo>
                      <a:pt x="185" y="234"/>
                    </a:lnTo>
                    <a:lnTo>
                      <a:pt x="182" y="234"/>
                    </a:lnTo>
                    <a:lnTo>
                      <a:pt x="182" y="234"/>
                    </a:lnTo>
                    <a:lnTo>
                      <a:pt x="182" y="234"/>
                    </a:lnTo>
                    <a:lnTo>
                      <a:pt x="182" y="232"/>
                    </a:lnTo>
                    <a:lnTo>
                      <a:pt x="180" y="232"/>
                    </a:lnTo>
                    <a:lnTo>
                      <a:pt x="180" y="232"/>
                    </a:lnTo>
                    <a:lnTo>
                      <a:pt x="180" y="232"/>
                    </a:lnTo>
                    <a:lnTo>
                      <a:pt x="180" y="232"/>
                    </a:lnTo>
                    <a:lnTo>
                      <a:pt x="180" y="230"/>
                    </a:lnTo>
                    <a:lnTo>
                      <a:pt x="180" y="230"/>
                    </a:lnTo>
                    <a:lnTo>
                      <a:pt x="178" y="230"/>
                    </a:lnTo>
                    <a:lnTo>
                      <a:pt x="178" y="230"/>
                    </a:lnTo>
                    <a:lnTo>
                      <a:pt x="178" y="230"/>
                    </a:lnTo>
                    <a:lnTo>
                      <a:pt x="178" y="227"/>
                    </a:lnTo>
                    <a:lnTo>
                      <a:pt x="178" y="227"/>
                    </a:lnTo>
                    <a:lnTo>
                      <a:pt x="178" y="227"/>
                    </a:lnTo>
                    <a:lnTo>
                      <a:pt x="175" y="227"/>
                    </a:lnTo>
                    <a:lnTo>
                      <a:pt x="175" y="227"/>
                    </a:lnTo>
                    <a:lnTo>
                      <a:pt x="175" y="225"/>
                    </a:lnTo>
                    <a:lnTo>
                      <a:pt x="173" y="225"/>
                    </a:lnTo>
                    <a:lnTo>
                      <a:pt x="173" y="225"/>
                    </a:lnTo>
                    <a:lnTo>
                      <a:pt x="173" y="223"/>
                    </a:lnTo>
                    <a:lnTo>
                      <a:pt x="173" y="223"/>
                    </a:lnTo>
                    <a:lnTo>
                      <a:pt x="173" y="220"/>
                    </a:lnTo>
                    <a:lnTo>
                      <a:pt x="173" y="220"/>
                    </a:lnTo>
                    <a:lnTo>
                      <a:pt x="173" y="220"/>
                    </a:lnTo>
                    <a:lnTo>
                      <a:pt x="173" y="220"/>
                    </a:lnTo>
                    <a:lnTo>
                      <a:pt x="173" y="220"/>
                    </a:lnTo>
                    <a:lnTo>
                      <a:pt x="173" y="218"/>
                    </a:lnTo>
                    <a:lnTo>
                      <a:pt x="170" y="218"/>
                    </a:lnTo>
                    <a:lnTo>
                      <a:pt x="170" y="218"/>
                    </a:lnTo>
                    <a:lnTo>
                      <a:pt x="170" y="215"/>
                    </a:lnTo>
                    <a:lnTo>
                      <a:pt x="170" y="215"/>
                    </a:lnTo>
                    <a:lnTo>
                      <a:pt x="170" y="215"/>
                    </a:lnTo>
                    <a:lnTo>
                      <a:pt x="170" y="215"/>
                    </a:lnTo>
                    <a:lnTo>
                      <a:pt x="170" y="213"/>
                    </a:lnTo>
                    <a:lnTo>
                      <a:pt x="170" y="213"/>
                    </a:lnTo>
                    <a:lnTo>
                      <a:pt x="170" y="211"/>
                    </a:lnTo>
                    <a:lnTo>
                      <a:pt x="170" y="211"/>
                    </a:lnTo>
                    <a:lnTo>
                      <a:pt x="168" y="211"/>
                    </a:lnTo>
                    <a:lnTo>
                      <a:pt x="168" y="211"/>
                    </a:lnTo>
                    <a:lnTo>
                      <a:pt x="168" y="211"/>
                    </a:lnTo>
                    <a:lnTo>
                      <a:pt x="168" y="208"/>
                    </a:lnTo>
                    <a:lnTo>
                      <a:pt x="168" y="208"/>
                    </a:lnTo>
                    <a:lnTo>
                      <a:pt x="166" y="208"/>
                    </a:lnTo>
                    <a:lnTo>
                      <a:pt x="166" y="206"/>
                    </a:lnTo>
                    <a:lnTo>
                      <a:pt x="166" y="206"/>
                    </a:lnTo>
                    <a:lnTo>
                      <a:pt x="166" y="206"/>
                    </a:lnTo>
                    <a:lnTo>
                      <a:pt x="163" y="206"/>
                    </a:lnTo>
                    <a:lnTo>
                      <a:pt x="163" y="206"/>
                    </a:lnTo>
                    <a:lnTo>
                      <a:pt x="163" y="206"/>
                    </a:lnTo>
                    <a:lnTo>
                      <a:pt x="163" y="206"/>
                    </a:lnTo>
                    <a:lnTo>
                      <a:pt x="163" y="204"/>
                    </a:lnTo>
                    <a:lnTo>
                      <a:pt x="163" y="204"/>
                    </a:lnTo>
                    <a:lnTo>
                      <a:pt x="163" y="204"/>
                    </a:lnTo>
                    <a:lnTo>
                      <a:pt x="163" y="201"/>
                    </a:lnTo>
                    <a:lnTo>
                      <a:pt x="163" y="201"/>
                    </a:lnTo>
                    <a:lnTo>
                      <a:pt x="163" y="201"/>
                    </a:lnTo>
                    <a:lnTo>
                      <a:pt x="163" y="201"/>
                    </a:lnTo>
                    <a:lnTo>
                      <a:pt x="163" y="199"/>
                    </a:lnTo>
                    <a:lnTo>
                      <a:pt x="163" y="199"/>
                    </a:lnTo>
                    <a:lnTo>
                      <a:pt x="163" y="199"/>
                    </a:lnTo>
                    <a:lnTo>
                      <a:pt x="161" y="199"/>
                    </a:lnTo>
                    <a:lnTo>
                      <a:pt x="161" y="199"/>
                    </a:lnTo>
                    <a:lnTo>
                      <a:pt x="161" y="201"/>
                    </a:lnTo>
                    <a:lnTo>
                      <a:pt x="159" y="201"/>
                    </a:lnTo>
                    <a:lnTo>
                      <a:pt x="159" y="201"/>
                    </a:lnTo>
                    <a:lnTo>
                      <a:pt x="159" y="201"/>
                    </a:lnTo>
                    <a:lnTo>
                      <a:pt x="156" y="201"/>
                    </a:lnTo>
                    <a:lnTo>
                      <a:pt x="156" y="201"/>
                    </a:lnTo>
                    <a:lnTo>
                      <a:pt x="154" y="201"/>
                    </a:lnTo>
                    <a:lnTo>
                      <a:pt x="154" y="201"/>
                    </a:lnTo>
                    <a:lnTo>
                      <a:pt x="154" y="199"/>
                    </a:lnTo>
                    <a:lnTo>
                      <a:pt x="154" y="199"/>
                    </a:lnTo>
                    <a:lnTo>
                      <a:pt x="152" y="199"/>
                    </a:lnTo>
                    <a:lnTo>
                      <a:pt x="152" y="199"/>
                    </a:lnTo>
                    <a:lnTo>
                      <a:pt x="152" y="199"/>
                    </a:lnTo>
                    <a:lnTo>
                      <a:pt x="152" y="199"/>
                    </a:lnTo>
                    <a:lnTo>
                      <a:pt x="149" y="199"/>
                    </a:lnTo>
                    <a:lnTo>
                      <a:pt x="149" y="199"/>
                    </a:lnTo>
                    <a:lnTo>
                      <a:pt x="149" y="196"/>
                    </a:lnTo>
                    <a:lnTo>
                      <a:pt x="147" y="196"/>
                    </a:lnTo>
                    <a:lnTo>
                      <a:pt x="147" y="196"/>
                    </a:lnTo>
                    <a:lnTo>
                      <a:pt x="147" y="196"/>
                    </a:lnTo>
                    <a:lnTo>
                      <a:pt x="147" y="196"/>
                    </a:lnTo>
                    <a:lnTo>
                      <a:pt x="147" y="194"/>
                    </a:lnTo>
                    <a:lnTo>
                      <a:pt x="144" y="194"/>
                    </a:lnTo>
                    <a:lnTo>
                      <a:pt x="144" y="194"/>
                    </a:lnTo>
                    <a:lnTo>
                      <a:pt x="144" y="194"/>
                    </a:lnTo>
                    <a:lnTo>
                      <a:pt x="144" y="194"/>
                    </a:lnTo>
                    <a:lnTo>
                      <a:pt x="142" y="194"/>
                    </a:lnTo>
                    <a:lnTo>
                      <a:pt x="142" y="194"/>
                    </a:lnTo>
                    <a:lnTo>
                      <a:pt x="140" y="194"/>
                    </a:lnTo>
                    <a:lnTo>
                      <a:pt x="140" y="192"/>
                    </a:lnTo>
                    <a:lnTo>
                      <a:pt x="140" y="192"/>
                    </a:lnTo>
                    <a:lnTo>
                      <a:pt x="140" y="192"/>
                    </a:lnTo>
                    <a:lnTo>
                      <a:pt x="140" y="192"/>
                    </a:lnTo>
                    <a:lnTo>
                      <a:pt x="140" y="192"/>
                    </a:lnTo>
                    <a:lnTo>
                      <a:pt x="137" y="192"/>
                    </a:lnTo>
                    <a:lnTo>
                      <a:pt x="137" y="189"/>
                    </a:lnTo>
                    <a:lnTo>
                      <a:pt x="137" y="189"/>
                    </a:lnTo>
                    <a:lnTo>
                      <a:pt x="137" y="189"/>
                    </a:lnTo>
                    <a:lnTo>
                      <a:pt x="137" y="189"/>
                    </a:lnTo>
                    <a:lnTo>
                      <a:pt x="135" y="189"/>
                    </a:lnTo>
                    <a:lnTo>
                      <a:pt x="135" y="189"/>
                    </a:lnTo>
                    <a:lnTo>
                      <a:pt x="135" y="187"/>
                    </a:lnTo>
                    <a:lnTo>
                      <a:pt x="133" y="187"/>
                    </a:lnTo>
                    <a:lnTo>
                      <a:pt x="133" y="187"/>
                    </a:lnTo>
                    <a:lnTo>
                      <a:pt x="133" y="187"/>
                    </a:lnTo>
                    <a:lnTo>
                      <a:pt x="133" y="187"/>
                    </a:lnTo>
                    <a:lnTo>
                      <a:pt x="130" y="187"/>
                    </a:lnTo>
                    <a:lnTo>
                      <a:pt x="130" y="187"/>
                    </a:lnTo>
                    <a:lnTo>
                      <a:pt x="130" y="185"/>
                    </a:lnTo>
                    <a:lnTo>
                      <a:pt x="130" y="185"/>
                    </a:lnTo>
                    <a:lnTo>
                      <a:pt x="128" y="185"/>
                    </a:lnTo>
                    <a:lnTo>
                      <a:pt x="128" y="185"/>
                    </a:lnTo>
                    <a:lnTo>
                      <a:pt x="128" y="185"/>
                    </a:lnTo>
                    <a:lnTo>
                      <a:pt x="128" y="182"/>
                    </a:lnTo>
                    <a:lnTo>
                      <a:pt x="125" y="182"/>
                    </a:lnTo>
                    <a:lnTo>
                      <a:pt x="125" y="182"/>
                    </a:lnTo>
                    <a:lnTo>
                      <a:pt x="125" y="182"/>
                    </a:lnTo>
                    <a:lnTo>
                      <a:pt x="125" y="182"/>
                    </a:lnTo>
                    <a:lnTo>
                      <a:pt x="123" y="182"/>
                    </a:lnTo>
                    <a:lnTo>
                      <a:pt x="123" y="182"/>
                    </a:lnTo>
                    <a:lnTo>
                      <a:pt x="123" y="182"/>
                    </a:lnTo>
                    <a:lnTo>
                      <a:pt x="121" y="182"/>
                    </a:lnTo>
                    <a:lnTo>
                      <a:pt x="121" y="182"/>
                    </a:lnTo>
                    <a:lnTo>
                      <a:pt x="121" y="180"/>
                    </a:lnTo>
                    <a:lnTo>
                      <a:pt x="118" y="180"/>
                    </a:lnTo>
                    <a:lnTo>
                      <a:pt x="118" y="180"/>
                    </a:lnTo>
                    <a:lnTo>
                      <a:pt x="118" y="180"/>
                    </a:lnTo>
                    <a:lnTo>
                      <a:pt x="116" y="180"/>
                    </a:lnTo>
                    <a:lnTo>
                      <a:pt x="116" y="180"/>
                    </a:lnTo>
                    <a:lnTo>
                      <a:pt x="114" y="180"/>
                    </a:lnTo>
                    <a:lnTo>
                      <a:pt x="114" y="180"/>
                    </a:lnTo>
                    <a:lnTo>
                      <a:pt x="114" y="180"/>
                    </a:lnTo>
                    <a:lnTo>
                      <a:pt x="111" y="180"/>
                    </a:lnTo>
                    <a:lnTo>
                      <a:pt x="111" y="180"/>
                    </a:lnTo>
                    <a:lnTo>
                      <a:pt x="111" y="180"/>
                    </a:lnTo>
                    <a:lnTo>
                      <a:pt x="109" y="180"/>
                    </a:lnTo>
                    <a:lnTo>
                      <a:pt x="109" y="180"/>
                    </a:lnTo>
                    <a:lnTo>
                      <a:pt x="107" y="180"/>
                    </a:lnTo>
                    <a:lnTo>
                      <a:pt x="107" y="180"/>
                    </a:lnTo>
                    <a:lnTo>
                      <a:pt x="107" y="180"/>
                    </a:lnTo>
                    <a:lnTo>
                      <a:pt x="104" y="180"/>
                    </a:lnTo>
                    <a:lnTo>
                      <a:pt x="104" y="180"/>
                    </a:lnTo>
                    <a:lnTo>
                      <a:pt x="104" y="180"/>
                    </a:lnTo>
                    <a:lnTo>
                      <a:pt x="102" y="180"/>
                    </a:lnTo>
                    <a:lnTo>
                      <a:pt x="102" y="180"/>
                    </a:lnTo>
                    <a:lnTo>
                      <a:pt x="99" y="180"/>
                    </a:lnTo>
                    <a:lnTo>
                      <a:pt x="99" y="180"/>
                    </a:lnTo>
                    <a:lnTo>
                      <a:pt x="99" y="180"/>
                    </a:lnTo>
                    <a:lnTo>
                      <a:pt x="99" y="180"/>
                    </a:lnTo>
                    <a:lnTo>
                      <a:pt x="97" y="180"/>
                    </a:lnTo>
                    <a:lnTo>
                      <a:pt x="97" y="180"/>
                    </a:lnTo>
                    <a:lnTo>
                      <a:pt x="97" y="180"/>
                    </a:lnTo>
                    <a:lnTo>
                      <a:pt x="95" y="180"/>
                    </a:lnTo>
                    <a:lnTo>
                      <a:pt x="95" y="180"/>
                    </a:lnTo>
                    <a:lnTo>
                      <a:pt x="92" y="180"/>
                    </a:lnTo>
                    <a:lnTo>
                      <a:pt x="92" y="180"/>
                    </a:lnTo>
                    <a:lnTo>
                      <a:pt x="92" y="180"/>
                    </a:lnTo>
                    <a:lnTo>
                      <a:pt x="92" y="180"/>
                    </a:lnTo>
                    <a:lnTo>
                      <a:pt x="90" y="180"/>
                    </a:lnTo>
                    <a:lnTo>
                      <a:pt x="90" y="180"/>
                    </a:lnTo>
                    <a:lnTo>
                      <a:pt x="90" y="180"/>
                    </a:lnTo>
                    <a:lnTo>
                      <a:pt x="88" y="180"/>
                    </a:lnTo>
                    <a:lnTo>
                      <a:pt x="88" y="180"/>
                    </a:lnTo>
                    <a:lnTo>
                      <a:pt x="85" y="180"/>
                    </a:lnTo>
                    <a:lnTo>
                      <a:pt x="85" y="180"/>
                    </a:lnTo>
                    <a:lnTo>
                      <a:pt x="85" y="180"/>
                    </a:lnTo>
                    <a:lnTo>
                      <a:pt x="85" y="180"/>
                    </a:lnTo>
                    <a:lnTo>
                      <a:pt x="83" y="180"/>
                    </a:lnTo>
                    <a:lnTo>
                      <a:pt x="83" y="180"/>
                    </a:lnTo>
                    <a:lnTo>
                      <a:pt x="81" y="180"/>
                    </a:lnTo>
                    <a:lnTo>
                      <a:pt x="81" y="180"/>
                    </a:lnTo>
                    <a:lnTo>
                      <a:pt x="81" y="180"/>
                    </a:lnTo>
                    <a:lnTo>
                      <a:pt x="81" y="180"/>
                    </a:lnTo>
                    <a:lnTo>
                      <a:pt x="81" y="178"/>
                    </a:lnTo>
                    <a:lnTo>
                      <a:pt x="78" y="178"/>
                    </a:lnTo>
                    <a:lnTo>
                      <a:pt x="78" y="178"/>
                    </a:lnTo>
                    <a:lnTo>
                      <a:pt x="78" y="178"/>
                    </a:lnTo>
                    <a:lnTo>
                      <a:pt x="76" y="178"/>
                    </a:lnTo>
                    <a:lnTo>
                      <a:pt x="76" y="178"/>
                    </a:lnTo>
                    <a:lnTo>
                      <a:pt x="73" y="178"/>
                    </a:lnTo>
                    <a:lnTo>
                      <a:pt x="73" y="178"/>
                    </a:lnTo>
                    <a:lnTo>
                      <a:pt x="73" y="178"/>
                    </a:lnTo>
                    <a:lnTo>
                      <a:pt x="73" y="178"/>
                    </a:lnTo>
                    <a:lnTo>
                      <a:pt x="73" y="175"/>
                    </a:lnTo>
                    <a:lnTo>
                      <a:pt x="71" y="175"/>
                    </a:lnTo>
                    <a:lnTo>
                      <a:pt x="71" y="175"/>
                    </a:lnTo>
                    <a:lnTo>
                      <a:pt x="71" y="175"/>
                    </a:lnTo>
                    <a:lnTo>
                      <a:pt x="69" y="175"/>
                    </a:lnTo>
                    <a:lnTo>
                      <a:pt x="69" y="175"/>
                    </a:lnTo>
                    <a:lnTo>
                      <a:pt x="69" y="178"/>
                    </a:lnTo>
                    <a:lnTo>
                      <a:pt x="66" y="178"/>
                    </a:lnTo>
                    <a:lnTo>
                      <a:pt x="66" y="175"/>
                    </a:lnTo>
                    <a:lnTo>
                      <a:pt x="66" y="175"/>
                    </a:lnTo>
                    <a:lnTo>
                      <a:pt x="66" y="175"/>
                    </a:lnTo>
                    <a:lnTo>
                      <a:pt x="66" y="173"/>
                    </a:lnTo>
                    <a:lnTo>
                      <a:pt x="66" y="173"/>
                    </a:lnTo>
                    <a:lnTo>
                      <a:pt x="64" y="173"/>
                    </a:lnTo>
                    <a:lnTo>
                      <a:pt x="64" y="173"/>
                    </a:lnTo>
                    <a:lnTo>
                      <a:pt x="64" y="170"/>
                    </a:lnTo>
                    <a:lnTo>
                      <a:pt x="64" y="170"/>
                    </a:lnTo>
                    <a:lnTo>
                      <a:pt x="64" y="170"/>
                    </a:lnTo>
                    <a:lnTo>
                      <a:pt x="64" y="170"/>
                    </a:lnTo>
                    <a:lnTo>
                      <a:pt x="64" y="170"/>
                    </a:lnTo>
                    <a:lnTo>
                      <a:pt x="64" y="168"/>
                    </a:lnTo>
                    <a:lnTo>
                      <a:pt x="62" y="168"/>
                    </a:lnTo>
                    <a:lnTo>
                      <a:pt x="62" y="168"/>
                    </a:lnTo>
                    <a:lnTo>
                      <a:pt x="62" y="166"/>
                    </a:lnTo>
                    <a:lnTo>
                      <a:pt x="64" y="166"/>
                    </a:lnTo>
                    <a:lnTo>
                      <a:pt x="64" y="166"/>
                    </a:lnTo>
                    <a:lnTo>
                      <a:pt x="64" y="163"/>
                    </a:lnTo>
                    <a:lnTo>
                      <a:pt x="64" y="163"/>
                    </a:lnTo>
                    <a:lnTo>
                      <a:pt x="64" y="161"/>
                    </a:lnTo>
                    <a:lnTo>
                      <a:pt x="64" y="161"/>
                    </a:lnTo>
                    <a:lnTo>
                      <a:pt x="64" y="161"/>
                    </a:lnTo>
                    <a:lnTo>
                      <a:pt x="64" y="161"/>
                    </a:lnTo>
                    <a:lnTo>
                      <a:pt x="64" y="161"/>
                    </a:lnTo>
                    <a:lnTo>
                      <a:pt x="66" y="161"/>
                    </a:lnTo>
                    <a:lnTo>
                      <a:pt x="66" y="159"/>
                    </a:lnTo>
                    <a:lnTo>
                      <a:pt x="66" y="159"/>
                    </a:lnTo>
                    <a:lnTo>
                      <a:pt x="66" y="159"/>
                    </a:lnTo>
                    <a:lnTo>
                      <a:pt x="66" y="159"/>
                    </a:lnTo>
                    <a:lnTo>
                      <a:pt x="66" y="156"/>
                    </a:lnTo>
                    <a:lnTo>
                      <a:pt x="69" y="156"/>
                    </a:lnTo>
                    <a:lnTo>
                      <a:pt x="69" y="156"/>
                    </a:lnTo>
                    <a:lnTo>
                      <a:pt x="69" y="156"/>
                    </a:lnTo>
                    <a:lnTo>
                      <a:pt x="69" y="154"/>
                    </a:lnTo>
                    <a:lnTo>
                      <a:pt x="69" y="154"/>
                    </a:lnTo>
                    <a:lnTo>
                      <a:pt x="69" y="151"/>
                    </a:lnTo>
                    <a:lnTo>
                      <a:pt x="69" y="151"/>
                    </a:lnTo>
                    <a:lnTo>
                      <a:pt x="69" y="151"/>
                    </a:lnTo>
                    <a:lnTo>
                      <a:pt x="69" y="151"/>
                    </a:lnTo>
                    <a:lnTo>
                      <a:pt x="69" y="149"/>
                    </a:lnTo>
                    <a:lnTo>
                      <a:pt x="66" y="149"/>
                    </a:lnTo>
                    <a:lnTo>
                      <a:pt x="66" y="149"/>
                    </a:lnTo>
                    <a:lnTo>
                      <a:pt x="66" y="147"/>
                    </a:lnTo>
                    <a:lnTo>
                      <a:pt x="69" y="147"/>
                    </a:lnTo>
                    <a:lnTo>
                      <a:pt x="69" y="147"/>
                    </a:lnTo>
                    <a:lnTo>
                      <a:pt x="69" y="147"/>
                    </a:lnTo>
                    <a:lnTo>
                      <a:pt x="69" y="144"/>
                    </a:lnTo>
                    <a:lnTo>
                      <a:pt x="69" y="144"/>
                    </a:lnTo>
                    <a:lnTo>
                      <a:pt x="71" y="144"/>
                    </a:lnTo>
                    <a:lnTo>
                      <a:pt x="71" y="142"/>
                    </a:lnTo>
                    <a:lnTo>
                      <a:pt x="71" y="142"/>
                    </a:lnTo>
                    <a:lnTo>
                      <a:pt x="71" y="142"/>
                    </a:lnTo>
                    <a:lnTo>
                      <a:pt x="71" y="142"/>
                    </a:lnTo>
                    <a:lnTo>
                      <a:pt x="71" y="142"/>
                    </a:lnTo>
                    <a:lnTo>
                      <a:pt x="71" y="140"/>
                    </a:lnTo>
                    <a:lnTo>
                      <a:pt x="71" y="140"/>
                    </a:lnTo>
                    <a:lnTo>
                      <a:pt x="71" y="137"/>
                    </a:lnTo>
                    <a:lnTo>
                      <a:pt x="71" y="137"/>
                    </a:lnTo>
                    <a:lnTo>
                      <a:pt x="69" y="137"/>
                    </a:lnTo>
                    <a:lnTo>
                      <a:pt x="69" y="135"/>
                    </a:lnTo>
                    <a:lnTo>
                      <a:pt x="69" y="135"/>
                    </a:lnTo>
                    <a:lnTo>
                      <a:pt x="69" y="135"/>
                    </a:lnTo>
                    <a:lnTo>
                      <a:pt x="69" y="132"/>
                    </a:lnTo>
                    <a:lnTo>
                      <a:pt x="69" y="132"/>
                    </a:lnTo>
                    <a:lnTo>
                      <a:pt x="66" y="132"/>
                    </a:lnTo>
                    <a:lnTo>
                      <a:pt x="66" y="132"/>
                    </a:lnTo>
                    <a:lnTo>
                      <a:pt x="66" y="132"/>
                    </a:lnTo>
                    <a:lnTo>
                      <a:pt x="66" y="130"/>
                    </a:lnTo>
                    <a:lnTo>
                      <a:pt x="66" y="130"/>
                    </a:lnTo>
                    <a:lnTo>
                      <a:pt x="64" y="130"/>
                    </a:lnTo>
                    <a:lnTo>
                      <a:pt x="64" y="130"/>
                    </a:lnTo>
                    <a:lnTo>
                      <a:pt x="64" y="130"/>
                    </a:lnTo>
                    <a:lnTo>
                      <a:pt x="64" y="130"/>
                    </a:lnTo>
                    <a:lnTo>
                      <a:pt x="64" y="128"/>
                    </a:lnTo>
                    <a:lnTo>
                      <a:pt x="62" y="128"/>
                    </a:lnTo>
                    <a:lnTo>
                      <a:pt x="62" y="128"/>
                    </a:lnTo>
                    <a:lnTo>
                      <a:pt x="62" y="128"/>
                    </a:lnTo>
                    <a:lnTo>
                      <a:pt x="62" y="125"/>
                    </a:lnTo>
                    <a:lnTo>
                      <a:pt x="59" y="125"/>
                    </a:lnTo>
                    <a:lnTo>
                      <a:pt x="59" y="125"/>
                    </a:lnTo>
                    <a:lnTo>
                      <a:pt x="59" y="125"/>
                    </a:lnTo>
                    <a:lnTo>
                      <a:pt x="59" y="123"/>
                    </a:lnTo>
                    <a:lnTo>
                      <a:pt x="59" y="123"/>
                    </a:lnTo>
                    <a:lnTo>
                      <a:pt x="59" y="123"/>
                    </a:lnTo>
                    <a:lnTo>
                      <a:pt x="59" y="121"/>
                    </a:lnTo>
                    <a:lnTo>
                      <a:pt x="59" y="121"/>
                    </a:lnTo>
                    <a:lnTo>
                      <a:pt x="59" y="121"/>
                    </a:lnTo>
                    <a:lnTo>
                      <a:pt x="57" y="121"/>
                    </a:lnTo>
                    <a:lnTo>
                      <a:pt x="57" y="118"/>
                    </a:lnTo>
                    <a:lnTo>
                      <a:pt x="57" y="118"/>
                    </a:lnTo>
                    <a:lnTo>
                      <a:pt x="57" y="118"/>
                    </a:lnTo>
                    <a:lnTo>
                      <a:pt x="57" y="116"/>
                    </a:lnTo>
                    <a:lnTo>
                      <a:pt x="57" y="116"/>
                    </a:lnTo>
                    <a:lnTo>
                      <a:pt x="57" y="116"/>
                    </a:lnTo>
                    <a:lnTo>
                      <a:pt x="54" y="116"/>
                    </a:lnTo>
                    <a:lnTo>
                      <a:pt x="54" y="114"/>
                    </a:lnTo>
                    <a:lnTo>
                      <a:pt x="54" y="114"/>
                    </a:lnTo>
                    <a:lnTo>
                      <a:pt x="54" y="114"/>
                    </a:lnTo>
                    <a:lnTo>
                      <a:pt x="52" y="114"/>
                    </a:lnTo>
                    <a:lnTo>
                      <a:pt x="52" y="111"/>
                    </a:lnTo>
                    <a:lnTo>
                      <a:pt x="52" y="111"/>
                    </a:lnTo>
                    <a:lnTo>
                      <a:pt x="52" y="111"/>
                    </a:lnTo>
                    <a:lnTo>
                      <a:pt x="50" y="111"/>
                    </a:lnTo>
                    <a:lnTo>
                      <a:pt x="50" y="111"/>
                    </a:lnTo>
                    <a:lnTo>
                      <a:pt x="50" y="111"/>
                    </a:lnTo>
                    <a:lnTo>
                      <a:pt x="50" y="111"/>
                    </a:lnTo>
                    <a:lnTo>
                      <a:pt x="50" y="109"/>
                    </a:lnTo>
                    <a:lnTo>
                      <a:pt x="50" y="109"/>
                    </a:lnTo>
                    <a:lnTo>
                      <a:pt x="47" y="109"/>
                    </a:lnTo>
                    <a:lnTo>
                      <a:pt x="47" y="109"/>
                    </a:lnTo>
                    <a:lnTo>
                      <a:pt x="47" y="109"/>
                    </a:lnTo>
                    <a:lnTo>
                      <a:pt x="47" y="109"/>
                    </a:lnTo>
                    <a:lnTo>
                      <a:pt x="45" y="109"/>
                    </a:lnTo>
                    <a:lnTo>
                      <a:pt x="45" y="109"/>
                    </a:lnTo>
                    <a:lnTo>
                      <a:pt x="45" y="109"/>
                    </a:lnTo>
                    <a:lnTo>
                      <a:pt x="43" y="109"/>
                    </a:lnTo>
                    <a:lnTo>
                      <a:pt x="43" y="109"/>
                    </a:lnTo>
                    <a:lnTo>
                      <a:pt x="43" y="109"/>
                    </a:lnTo>
                    <a:lnTo>
                      <a:pt x="40" y="109"/>
                    </a:lnTo>
                    <a:lnTo>
                      <a:pt x="40" y="106"/>
                    </a:lnTo>
                    <a:lnTo>
                      <a:pt x="40" y="106"/>
                    </a:lnTo>
                    <a:lnTo>
                      <a:pt x="40" y="106"/>
                    </a:lnTo>
                    <a:lnTo>
                      <a:pt x="40" y="106"/>
                    </a:lnTo>
                    <a:lnTo>
                      <a:pt x="38" y="106"/>
                    </a:lnTo>
                    <a:lnTo>
                      <a:pt x="38" y="104"/>
                    </a:lnTo>
                    <a:lnTo>
                      <a:pt x="38" y="104"/>
                    </a:lnTo>
                    <a:lnTo>
                      <a:pt x="38" y="104"/>
                    </a:lnTo>
                    <a:lnTo>
                      <a:pt x="38" y="104"/>
                    </a:lnTo>
                    <a:lnTo>
                      <a:pt x="36" y="104"/>
                    </a:lnTo>
                    <a:lnTo>
                      <a:pt x="36" y="104"/>
                    </a:lnTo>
                    <a:lnTo>
                      <a:pt x="33" y="104"/>
                    </a:lnTo>
                    <a:lnTo>
                      <a:pt x="33" y="104"/>
                    </a:lnTo>
                    <a:lnTo>
                      <a:pt x="33" y="104"/>
                    </a:lnTo>
                    <a:lnTo>
                      <a:pt x="33" y="104"/>
                    </a:lnTo>
                    <a:lnTo>
                      <a:pt x="31" y="104"/>
                    </a:lnTo>
                    <a:lnTo>
                      <a:pt x="31" y="106"/>
                    </a:lnTo>
                    <a:lnTo>
                      <a:pt x="31" y="106"/>
                    </a:lnTo>
                    <a:lnTo>
                      <a:pt x="31" y="106"/>
                    </a:lnTo>
                    <a:lnTo>
                      <a:pt x="28" y="106"/>
                    </a:lnTo>
                    <a:lnTo>
                      <a:pt x="28" y="106"/>
                    </a:lnTo>
                    <a:lnTo>
                      <a:pt x="26" y="106"/>
                    </a:lnTo>
                    <a:lnTo>
                      <a:pt x="26" y="104"/>
                    </a:lnTo>
                    <a:lnTo>
                      <a:pt x="26" y="104"/>
                    </a:lnTo>
                    <a:lnTo>
                      <a:pt x="26" y="104"/>
                    </a:lnTo>
                    <a:lnTo>
                      <a:pt x="26" y="102"/>
                    </a:lnTo>
                    <a:lnTo>
                      <a:pt x="26" y="102"/>
                    </a:lnTo>
                    <a:lnTo>
                      <a:pt x="24" y="102"/>
                    </a:lnTo>
                    <a:lnTo>
                      <a:pt x="24" y="102"/>
                    </a:lnTo>
                    <a:lnTo>
                      <a:pt x="24" y="102"/>
                    </a:lnTo>
                    <a:lnTo>
                      <a:pt x="24" y="102"/>
                    </a:lnTo>
                    <a:lnTo>
                      <a:pt x="21" y="102"/>
                    </a:lnTo>
                    <a:lnTo>
                      <a:pt x="21" y="102"/>
                    </a:lnTo>
                    <a:lnTo>
                      <a:pt x="21" y="102"/>
                    </a:lnTo>
                    <a:lnTo>
                      <a:pt x="19" y="102"/>
                    </a:lnTo>
                    <a:lnTo>
                      <a:pt x="19" y="102"/>
                    </a:lnTo>
                    <a:lnTo>
                      <a:pt x="19" y="99"/>
                    </a:lnTo>
                    <a:lnTo>
                      <a:pt x="19" y="99"/>
                    </a:lnTo>
                    <a:lnTo>
                      <a:pt x="19" y="99"/>
                    </a:lnTo>
                    <a:lnTo>
                      <a:pt x="17" y="99"/>
                    </a:lnTo>
                    <a:lnTo>
                      <a:pt x="17" y="97"/>
                    </a:lnTo>
                    <a:lnTo>
                      <a:pt x="17" y="97"/>
                    </a:lnTo>
                    <a:lnTo>
                      <a:pt x="17" y="95"/>
                    </a:lnTo>
                    <a:lnTo>
                      <a:pt x="17" y="95"/>
                    </a:lnTo>
                    <a:lnTo>
                      <a:pt x="17" y="95"/>
                    </a:lnTo>
                    <a:lnTo>
                      <a:pt x="17" y="95"/>
                    </a:lnTo>
                    <a:lnTo>
                      <a:pt x="14" y="95"/>
                    </a:lnTo>
                    <a:lnTo>
                      <a:pt x="14" y="95"/>
                    </a:lnTo>
                    <a:lnTo>
                      <a:pt x="14" y="95"/>
                    </a:lnTo>
                    <a:lnTo>
                      <a:pt x="14" y="95"/>
                    </a:lnTo>
                    <a:lnTo>
                      <a:pt x="12" y="95"/>
                    </a:lnTo>
                    <a:lnTo>
                      <a:pt x="12" y="92"/>
                    </a:lnTo>
                    <a:lnTo>
                      <a:pt x="12" y="92"/>
                    </a:lnTo>
                    <a:lnTo>
                      <a:pt x="12" y="92"/>
                    </a:lnTo>
                    <a:lnTo>
                      <a:pt x="12" y="92"/>
                    </a:lnTo>
                    <a:lnTo>
                      <a:pt x="9" y="92"/>
                    </a:lnTo>
                    <a:lnTo>
                      <a:pt x="9" y="92"/>
                    </a:lnTo>
                    <a:lnTo>
                      <a:pt x="7" y="92"/>
                    </a:lnTo>
                    <a:lnTo>
                      <a:pt x="7" y="92"/>
                    </a:lnTo>
                    <a:lnTo>
                      <a:pt x="7" y="92"/>
                    </a:lnTo>
                    <a:lnTo>
                      <a:pt x="7" y="92"/>
                    </a:lnTo>
                    <a:lnTo>
                      <a:pt x="5" y="92"/>
                    </a:lnTo>
                    <a:lnTo>
                      <a:pt x="5" y="92"/>
                    </a:lnTo>
                    <a:lnTo>
                      <a:pt x="5" y="92"/>
                    </a:lnTo>
                    <a:lnTo>
                      <a:pt x="5" y="90"/>
                    </a:lnTo>
                    <a:lnTo>
                      <a:pt x="5" y="90"/>
                    </a:lnTo>
                    <a:lnTo>
                      <a:pt x="5" y="90"/>
                    </a:lnTo>
                    <a:lnTo>
                      <a:pt x="5" y="87"/>
                    </a:lnTo>
                    <a:lnTo>
                      <a:pt x="5" y="87"/>
                    </a:lnTo>
                    <a:lnTo>
                      <a:pt x="7" y="87"/>
                    </a:lnTo>
                    <a:lnTo>
                      <a:pt x="7" y="87"/>
                    </a:lnTo>
                    <a:lnTo>
                      <a:pt x="5" y="87"/>
                    </a:lnTo>
                    <a:lnTo>
                      <a:pt x="5" y="85"/>
                    </a:lnTo>
                    <a:lnTo>
                      <a:pt x="5" y="85"/>
                    </a:lnTo>
                    <a:lnTo>
                      <a:pt x="5" y="85"/>
                    </a:lnTo>
                    <a:lnTo>
                      <a:pt x="2" y="85"/>
                    </a:lnTo>
                    <a:lnTo>
                      <a:pt x="2" y="85"/>
                    </a:lnTo>
                    <a:lnTo>
                      <a:pt x="2" y="85"/>
                    </a:lnTo>
                    <a:lnTo>
                      <a:pt x="0" y="85"/>
                    </a:lnTo>
                    <a:lnTo>
                      <a:pt x="0" y="83"/>
                    </a:lnTo>
                    <a:lnTo>
                      <a:pt x="0" y="83"/>
                    </a:lnTo>
                    <a:lnTo>
                      <a:pt x="0" y="83"/>
                    </a:lnTo>
                    <a:lnTo>
                      <a:pt x="0" y="83"/>
                    </a:lnTo>
                    <a:lnTo>
                      <a:pt x="0" y="83"/>
                    </a:lnTo>
                    <a:lnTo>
                      <a:pt x="0" y="83"/>
                    </a:lnTo>
                    <a:lnTo>
                      <a:pt x="0" y="80"/>
                    </a:lnTo>
                    <a:lnTo>
                      <a:pt x="0" y="80"/>
                    </a:lnTo>
                    <a:lnTo>
                      <a:pt x="2" y="80"/>
                    </a:lnTo>
                    <a:lnTo>
                      <a:pt x="2" y="80"/>
                    </a:lnTo>
                    <a:lnTo>
                      <a:pt x="2" y="80"/>
                    </a:lnTo>
                    <a:lnTo>
                      <a:pt x="2" y="80"/>
                    </a:lnTo>
                    <a:lnTo>
                      <a:pt x="2" y="78"/>
                    </a:lnTo>
                    <a:lnTo>
                      <a:pt x="2" y="78"/>
                    </a:lnTo>
                    <a:lnTo>
                      <a:pt x="2" y="76"/>
                    </a:lnTo>
                    <a:lnTo>
                      <a:pt x="2" y="76"/>
                    </a:lnTo>
                    <a:lnTo>
                      <a:pt x="2" y="76"/>
                    </a:lnTo>
                    <a:lnTo>
                      <a:pt x="5" y="76"/>
                    </a:lnTo>
                    <a:lnTo>
                      <a:pt x="5" y="76"/>
                    </a:lnTo>
                    <a:lnTo>
                      <a:pt x="5" y="73"/>
                    </a:lnTo>
                    <a:lnTo>
                      <a:pt x="5" y="73"/>
                    </a:lnTo>
                    <a:lnTo>
                      <a:pt x="5" y="73"/>
                    </a:lnTo>
                    <a:lnTo>
                      <a:pt x="7" y="73"/>
                    </a:lnTo>
                    <a:lnTo>
                      <a:pt x="7" y="73"/>
                    </a:lnTo>
                    <a:lnTo>
                      <a:pt x="7" y="73"/>
                    </a:lnTo>
                    <a:lnTo>
                      <a:pt x="7" y="73"/>
                    </a:lnTo>
                    <a:lnTo>
                      <a:pt x="7" y="71"/>
                    </a:lnTo>
                    <a:lnTo>
                      <a:pt x="7" y="71"/>
                    </a:lnTo>
                    <a:lnTo>
                      <a:pt x="7" y="71"/>
                    </a:lnTo>
                    <a:lnTo>
                      <a:pt x="7" y="69"/>
                    </a:lnTo>
                    <a:lnTo>
                      <a:pt x="7" y="69"/>
                    </a:lnTo>
                    <a:lnTo>
                      <a:pt x="7" y="69"/>
                    </a:lnTo>
                    <a:lnTo>
                      <a:pt x="9" y="69"/>
                    </a:lnTo>
                    <a:lnTo>
                      <a:pt x="9" y="66"/>
                    </a:lnTo>
                    <a:lnTo>
                      <a:pt x="9" y="66"/>
                    </a:lnTo>
                    <a:lnTo>
                      <a:pt x="12" y="66"/>
                    </a:lnTo>
                    <a:lnTo>
                      <a:pt x="12" y="66"/>
                    </a:lnTo>
                    <a:lnTo>
                      <a:pt x="12" y="66"/>
                    </a:lnTo>
                    <a:lnTo>
                      <a:pt x="14" y="66"/>
                    </a:lnTo>
                    <a:lnTo>
                      <a:pt x="14" y="66"/>
                    </a:lnTo>
                    <a:lnTo>
                      <a:pt x="17" y="66"/>
                    </a:lnTo>
                    <a:lnTo>
                      <a:pt x="17" y="66"/>
                    </a:lnTo>
                    <a:lnTo>
                      <a:pt x="17" y="66"/>
                    </a:lnTo>
                    <a:lnTo>
                      <a:pt x="17" y="66"/>
                    </a:lnTo>
                    <a:lnTo>
                      <a:pt x="19" y="66"/>
                    </a:lnTo>
                    <a:lnTo>
                      <a:pt x="19" y="66"/>
                    </a:lnTo>
                    <a:lnTo>
                      <a:pt x="19" y="66"/>
                    </a:lnTo>
                    <a:lnTo>
                      <a:pt x="19" y="69"/>
                    </a:lnTo>
                    <a:lnTo>
                      <a:pt x="19" y="69"/>
                    </a:lnTo>
                    <a:lnTo>
                      <a:pt x="21" y="69"/>
                    </a:lnTo>
                    <a:lnTo>
                      <a:pt x="21" y="69"/>
                    </a:lnTo>
                    <a:lnTo>
                      <a:pt x="24" y="69"/>
                    </a:lnTo>
                    <a:lnTo>
                      <a:pt x="24" y="69"/>
                    </a:lnTo>
                    <a:lnTo>
                      <a:pt x="24" y="66"/>
                    </a:lnTo>
                    <a:lnTo>
                      <a:pt x="24" y="66"/>
                    </a:lnTo>
                    <a:lnTo>
                      <a:pt x="24" y="66"/>
                    </a:lnTo>
                    <a:lnTo>
                      <a:pt x="24" y="66"/>
                    </a:lnTo>
                    <a:lnTo>
                      <a:pt x="24" y="66"/>
                    </a:lnTo>
                    <a:lnTo>
                      <a:pt x="26" y="66"/>
                    </a:lnTo>
                    <a:lnTo>
                      <a:pt x="26" y="66"/>
                    </a:lnTo>
                    <a:lnTo>
                      <a:pt x="26" y="66"/>
                    </a:lnTo>
                    <a:lnTo>
                      <a:pt x="26" y="66"/>
                    </a:lnTo>
                    <a:lnTo>
                      <a:pt x="28" y="66"/>
                    </a:lnTo>
                    <a:lnTo>
                      <a:pt x="28" y="66"/>
                    </a:lnTo>
                    <a:lnTo>
                      <a:pt x="31" y="66"/>
                    </a:lnTo>
                    <a:lnTo>
                      <a:pt x="31" y="66"/>
                    </a:lnTo>
                    <a:lnTo>
                      <a:pt x="31" y="66"/>
                    </a:lnTo>
                    <a:lnTo>
                      <a:pt x="31" y="64"/>
                    </a:lnTo>
                    <a:lnTo>
                      <a:pt x="31" y="64"/>
                    </a:lnTo>
                    <a:lnTo>
                      <a:pt x="31" y="61"/>
                    </a:lnTo>
                    <a:lnTo>
                      <a:pt x="31" y="61"/>
                    </a:lnTo>
                    <a:lnTo>
                      <a:pt x="33" y="61"/>
                    </a:lnTo>
                    <a:lnTo>
                      <a:pt x="33" y="64"/>
                    </a:lnTo>
                    <a:lnTo>
                      <a:pt x="33" y="64"/>
                    </a:lnTo>
                    <a:lnTo>
                      <a:pt x="33" y="64"/>
                    </a:lnTo>
                    <a:lnTo>
                      <a:pt x="36" y="64"/>
                    </a:lnTo>
                    <a:lnTo>
                      <a:pt x="36" y="61"/>
                    </a:lnTo>
                    <a:lnTo>
                      <a:pt x="36" y="61"/>
                    </a:lnTo>
                    <a:lnTo>
                      <a:pt x="38" y="61"/>
                    </a:lnTo>
                    <a:lnTo>
                      <a:pt x="38" y="61"/>
                    </a:lnTo>
                    <a:lnTo>
                      <a:pt x="38" y="61"/>
                    </a:lnTo>
                    <a:lnTo>
                      <a:pt x="38" y="61"/>
                    </a:lnTo>
                    <a:lnTo>
                      <a:pt x="40" y="61"/>
                    </a:lnTo>
                    <a:lnTo>
                      <a:pt x="40" y="61"/>
                    </a:lnTo>
                    <a:lnTo>
                      <a:pt x="40" y="61"/>
                    </a:lnTo>
                    <a:lnTo>
                      <a:pt x="40" y="61"/>
                    </a:lnTo>
                    <a:lnTo>
                      <a:pt x="40" y="59"/>
                    </a:lnTo>
                    <a:lnTo>
                      <a:pt x="40" y="59"/>
                    </a:lnTo>
                    <a:lnTo>
                      <a:pt x="40" y="59"/>
                    </a:lnTo>
                    <a:lnTo>
                      <a:pt x="40" y="59"/>
                    </a:lnTo>
                    <a:lnTo>
                      <a:pt x="40" y="57"/>
                    </a:lnTo>
                    <a:lnTo>
                      <a:pt x="40" y="57"/>
                    </a:lnTo>
                    <a:lnTo>
                      <a:pt x="40" y="54"/>
                    </a:lnTo>
                    <a:lnTo>
                      <a:pt x="40" y="54"/>
                    </a:lnTo>
                    <a:lnTo>
                      <a:pt x="40" y="54"/>
                    </a:lnTo>
                    <a:lnTo>
                      <a:pt x="40" y="54"/>
                    </a:lnTo>
                    <a:lnTo>
                      <a:pt x="43" y="54"/>
                    </a:lnTo>
                    <a:lnTo>
                      <a:pt x="43" y="54"/>
                    </a:lnTo>
                    <a:lnTo>
                      <a:pt x="45" y="54"/>
                    </a:lnTo>
                    <a:lnTo>
                      <a:pt x="45" y="54"/>
                    </a:lnTo>
                    <a:lnTo>
                      <a:pt x="45" y="54"/>
                    </a:lnTo>
                    <a:lnTo>
                      <a:pt x="47" y="54"/>
                    </a:lnTo>
                    <a:lnTo>
                      <a:pt x="47" y="54"/>
                    </a:lnTo>
                    <a:lnTo>
                      <a:pt x="47" y="54"/>
                    </a:lnTo>
                    <a:lnTo>
                      <a:pt x="47" y="52"/>
                    </a:lnTo>
                    <a:lnTo>
                      <a:pt x="50" y="52"/>
                    </a:lnTo>
                    <a:lnTo>
                      <a:pt x="50" y="52"/>
                    </a:lnTo>
                    <a:lnTo>
                      <a:pt x="52" y="52"/>
                    </a:lnTo>
                    <a:lnTo>
                      <a:pt x="52" y="52"/>
                    </a:lnTo>
                    <a:lnTo>
                      <a:pt x="52" y="52"/>
                    </a:lnTo>
                    <a:lnTo>
                      <a:pt x="54" y="52"/>
                    </a:lnTo>
                    <a:lnTo>
                      <a:pt x="54" y="52"/>
                    </a:lnTo>
                    <a:lnTo>
                      <a:pt x="54" y="52"/>
                    </a:lnTo>
                    <a:lnTo>
                      <a:pt x="54" y="52"/>
                    </a:lnTo>
                    <a:lnTo>
                      <a:pt x="57" y="52"/>
                    </a:lnTo>
                    <a:lnTo>
                      <a:pt x="57" y="50"/>
                    </a:lnTo>
                    <a:lnTo>
                      <a:pt x="57" y="50"/>
                    </a:lnTo>
                    <a:lnTo>
                      <a:pt x="57" y="50"/>
                    </a:lnTo>
                    <a:lnTo>
                      <a:pt x="59" y="50"/>
                    </a:lnTo>
                    <a:lnTo>
                      <a:pt x="59" y="50"/>
                    </a:lnTo>
                    <a:lnTo>
                      <a:pt x="59" y="50"/>
                    </a:lnTo>
                    <a:lnTo>
                      <a:pt x="62" y="50"/>
                    </a:lnTo>
                    <a:lnTo>
                      <a:pt x="62" y="50"/>
                    </a:lnTo>
                    <a:lnTo>
                      <a:pt x="62" y="50"/>
                    </a:lnTo>
                    <a:lnTo>
                      <a:pt x="64" y="50"/>
                    </a:lnTo>
                    <a:lnTo>
                      <a:pt x="64" y="47"/>
                    </a:lnTo>
                    <a:lnTo>
                      <a:pt x="64" y="47"/>
                    </a:lnTo>
                    <a:lnTo>
                      <a:pt x="64" y="47"/>
                    </a:lnTo>
                    <a:lnTo>
                      <a:pt x="64" y="47"/>
                    </a:lnTo>
                    <a:lnTo>
                      <a:pt x="64" y="47"/>
                    </a:lnTo>
                    <a:lnTo>
                      <a:pt x="64" y="45"/>
                    </a:lnTo>
                    <a:lnTo>
                      <a:pt x="64" y="45"/>
                    </a:lnTo>
                    <a:lnTo>
                      <a:pt x="62" y="45"/>
                    </a:lnTo>
                    <a:lnTo>
                      <a:pt x="62" y="45"/>
                    </a:lnTo>
                    <a:lnTo>
                      <a:pt x="62" y="42"/>
                    </a:lnTo>
                    <a:lnTo>
                      <a:pt x="64" y="42"/>
                    </a:lnTo>
                    <a:lnTo>
                      <a:pt x="64" y="42"/>
                    </a:lnTo>
                    <a:lnTo>
                      <a:pt x="64" y="42"/>
                    </a:lnTo>
                    <a:lnTo>
                      <a:pt x="64" y="42"/>
                    </a:lnTo>
                    <a:lnTo>
                      <a:pt x="66" y="42"/>
                    </a:lnTo>
                    <a:lnTo>
                      <a:pt x="66" y="42"/>
                    </a:lnTo>
                    <a:lnTo>
                      <a:pt x="66" y="42"/>
                    </a:lnTo>
                    <a:lnTo>
                      <a:pt x="69" y="42"/>
                    </a:lnTo>
                    <a:lnTo>
                      <a:pt x="69" y="42"/>
                    </a:lnTo>
                    <a:lnTo>
                      <a:pt x="71" y="42"/>
                    </a:lnTo>
                    <a:lnTo>
                      <a:pt x="71" y="42"/>
                    </a:lnTo>
                    <a:lnTo>
                      <a:pt x="71" y="42"/>
                    </a:lnTo>
                    <a:lnTo>
                      <a:pt x="73" y="42"/>
                    </a:lnTo>
                    <a:lnTo>
                      <a:pt x="73" y="42"/>
                    </a:lnTo>
                    <a:lnTo>
                      <a:pt x="73" y="42"/>
                    </a:lnTo>
                    <a:lnTo>
                      <a:pt x="73" y="42"/>
                    </a:lnTo>
                    <a:lnTo>
                      <a:pt x="76" y="42"/>
                    </a:lnTo>
                    <a:lnTo>
                      <a:pt x="76" y="42"/>
                    </a:lnTo>
                    <a:lnTo>
                      <a:pt x="76" y="42"/>
                    </a:lnTo>
                    <a:lnTo>
                      <a:pt x="78" y="42"/>
                    </a:lnTo>
                    <a:lnTo>
                      <a:pt x="78" y="42"/>
                    </a:lnTo>
                    <a:lnTo>
                      <a:pt x="78" y="42"/>
                    </a:lnTo>
                    <a:lnTo>
                      <a:pt x="78" y="42"/>
                    </a:lnTo>
                    <a:lnTo>
                      <a:pt x="78" y="40"/>
                    </a:lnTo>
                    <a:lnTo>
                      <a:pt x="81" y="40"/>
                    </a:lnTo>
                    <a:lnTo>
                      <a:pt x="81" y="40"/>
                    </a:lnTo>
                    <a:lnTo>
                      <a:pt x="81" y="40"/>
                    </a:lnTo>
                    <a:lnTo>
                      <a:pt x="81" y="40"/>
                    </a:lnTo>
                    <a:lnTo>
                      <a:pt x="81" y="40"/>
                    </a:lnTo>
                    <a:lnTo>
                      <a:pt x="81" y="40"/>
                    </a:lnTo>
                    <a:lnTo>
                      <a:pt x="83" y="40"/>
                    </a:lnTo>
                    <a:lnTo>
                      <a:pt x="83" y="40"/>
                    </a:lnTo>
                    <a:lnTo>
                      <a:pt x="83" y="38"/>
                    </a:lnTo>
                    <a:lnTo>
                      <a:pt x="83" y="38"/>
                    </a:lnTo>
                    <a:lnTo>
                      <a:pt x="85" y="38"/>
                    </a:lnTo>
                    <a:lnTo>
                      <a:pt x="85" y="35"/>
                    </a:lnTo>
                    <a:lnTo>
                      <a:pt x="85" y="35"/>
                    </a:lnTo>
                    <a:lnTo>
                      <a:pt x="85" y="35"/>
                    </a:lnTo>
                    <a:lnTo>
                      <a:pt x="88" y="35"/>
                    </a:lnTo>
                    <a:lnTo>
                      <a:pt x="88" y="35"/>
                    </a:lnTo>
                    <a:lnTo>
                      <a:pt x="88" y="35"/>
                    </a:lnTo>
                    <a:lnTo>
                      <a:pt x="88" y="35"/>
                    </a:lnTo>
                    <a:lnTo>
                      <a:pt x="90" y="35"/>
                    </a:lnTo>
                    <a:lnTo>
                      <a:pt x="90" y="35"/>
                    </a:lnTo>
                    <a:lnTo>
                      <a:pt x="90" y="35"/>
                    </a:lnTo>
                    <a:lnTo>
                      <a:pt x="90" y="38"/>
                    </a:lnTo>
                    <a:lnTo>
                      <a:pt x="92" y="38"/>
                    </a:lnTo>
                    <a:lnTo>
                      <a:pt x="92" y="38"/>
                    </a:lnTo>
                    <a:lnTo>
                      <a:pt x="92" y="38"/>
                    </a:lnTo>
                    <a:lnTo>
                      <a:pt x="95" y="38"/>
                    </a:lnTo>
                    <a:lnTo>
                      <a:pt x="95" y="38"/>
                    </a:lnTo>
                    <a:lnTo>
                      <a:pt x="95" y="35"/>
                    </a:lnTo>
                    <a:lnTo>
                      <a:pt x="97" y="35"/>
                    </a:lnTo>
                    <a:lnTo>
                      <a:pt x="97" y="35"/>
                    </a:lnTo>
                    <a:lnTo>
                      <a:pt x="97" y="35"/>
                    </a:lnTo>
                    <a:lnTo>
                      <a:pt x="97" y="33"/>
                    </a:lnTo>
                    <a:lnTo>
                      <a:pt x="97" y="33"/>
                    </a:lnTo>
                    <a:lnTo>
                      <a:pt x="97" y="33"/>
                    </a:lnTo>
                    <a:lnTo>
                      <a:pt x="97" y="33"/>
                    </a:lnTo>
                    <a:lnTo>
                      <a:pt x="99" y="33"/>
                    </a:lnTo>
                    <a:lnTo>
                      <a:pt x="99" y="33"/>
                    </a:lnTo>
                    <a:lnTo>
                      <a:pt x="99" y="33"/>
                    </a:lnTo>
                    <a:lnTo>
                      <a:pt x="99" y="33"/>
                    </a:lnTo>
                    <a:lnTo>
                      <a:pt x="99" y="33"/>
                    </a:lnTo>
                    <a:lnTo>
                      <a:pt x="102" y="33"/>
                    </a:lnTo>
                    <a:lnTo>
                      <a:pt x="102" y="35"/>
                    </a:lnTo>
                    <a:lnTo>
                      <a:pt x="102" y="35"/>
                    </a:lnTo>
                    <a:lnTo>
                      <a:pt x="102" y="33"/>
                    </a:lnTo>
                    <a:lnTo>
                      <a:pt x="104" y="33"/>
                    </a:lnTo>
                    <a:lnTo>
                      <a:pt x="104" y="35"/>
                    </a:lnTo>
                    <a:lnTo>
                      <a:pt x="104" y="35"/>
                    </a:lnTo>
                    <a:lnTo>
                      <a:pt x="104" y="35"/>
                    </a:lnTo>
                    <a:lnTo>
                      <a:pt x="104" y="35"/>
                    </a:lnTo>
                    <a:lnTo>
                      <a:pt x="107" y="35"/>
                    </a:lnTo>
                    <a:lnTo>
                      <a:pt x="107" y="35"/>
                    </a:lnTo>
                    <a:lnTo>
                      <a:pt x="107" y="35"/>
                    </a:lnTo>
                    <a:lnTo>
                      <a:pt x="107" y="35"/>
                    </a:lnTo>
                    <a:lnTo>
                      <a:pt x="107" y="33"/>
                    </a:lnTo>
                    <a:lnTo>
                      <a:pt x="109" y="33"/>
                    </a:lnTo>
                    <a:lnTo>
                      <a:pt x="109" y="33"/>
                    </a:lnTo>
                    <a:lnTo>
                      <a:pt x="111" y="33"/>
                    </a:lnTo>
                    <a:lnTo>
                      <a:pt x="111" y="33"/>
                    </a:lnTo>
                    <a:lnTo>
                      <a:pt x="111" y="33"/>
                    </a:lnTo>
                    <a:lnTo>
                      <a:pt x="114" y="33"/>
                    </a:lnTo>
                    <a:lnTo>
                      <a:pt x="114" y="35"/>
                    </a:lnTo>
                    <a:lnTo>
                      <a:pt x="111" y="35"/>
                    </a:lnTo>
                    <a:lnTo>
                      <a:pt x="111" y="35"/>
                    </a:lnTo>
                    <a:lnTo>
                      <a:pt x="111" y="38"/>
                    </a:lnTo>
                    <a:lnTo>
                      <a:pt x="111" y="38"/>
                    </a:lnTo>
                    <a:lnTo>
                      <a:pt x="111" y="38"/>
                    </a:lnTo>
                    <a:lnTo>
                      <a:pt x="111" y="38"/>
                    </a:lnTo>
                    <a:lnTo>
                      <a:pt x="111" y="40"/>
                    </a:lnTo>
                    <a:lnTo>
                      <a:pt x="114" y="40"/>
                    </a:lnTo>
                    <a:lnTo>
                      <a:pt x="114" y="40"/>
                    </a:lnTo>
                    <a:lnTo>
                      <a:pt x="114" y="40"/>
                    </a:lnTo>
                    <a:lnTo>
                      <a:pt x="114" y="40"/>
                    </a:lnTo>
                    <a:lnTo>
                      <a:pt x="116" y="40"/>
                    </a:lnTo>
                    <a:lnTo>
                      <a:pt x="116" y="40"/>
                    </a:lnTo>
                    <a:lnTo>
                      <a:pt x="116" y="40"/>
                    </a:lnTo>
                    <a:lnTo>
                      <a:pt x="118" y="40"/>
                    </a:lnTo>
                    <a:lnTo>
                      <a:pt x="118" y="40"/>
                    </a:lnTo>
                    <a:lnTo>
                      <a:pt x="118" y="40"/>
                    </a:lnTo>
                    <a:lnTo>
                      <a:pt x="121" y="40"/>
                    </a:lnTo>
                    <a:lnTo>
                      <a:pt x="121" y="40"/>
                    </a:lnTo>
                    <a:lnTo>
                      <a:pt x="123" y="40"/>
                    </a:lnTo>
                    <a:lnTo>
                      <a:pt x="123" y="40"/>
                    </a:lnTo>
                    <a:lnTo>
                      <a:pt x="123" y="40"/>
                    </a:lnTo>
                    <a:lnTo>
                      <a:pt x="125" y="40"/>
                    </a:lnTo>
                    <a:lnTo>
                      <a:pt x="125" y="40"/>
                    </a:lnTo>
                    <a:lnTo>
                      <a:pt x="125" y="40"/>
                    </a:lnTo>
                    <a:lnTo>
                      <a:pt x="128" y="40"/>
                    </a:lnTo>
                    <a:lnTo>
                      <a:pt x="128" y="40"/>
                    </a:lnTo>
                    <a:lnTo>
                      <a:pt x="130" y="40"/>
                    </a:lnTo>
                    <a:lnTo>
                      <a:pt x="130" y="40"/>
                    </a:lnTo>
                    <a:lnTo>
                      <a:pt x="130" y="40"/>
                    </a:lnTo>
                    <a:lnTo>
                      <a:pt x="133" y="40"/>
                    </a:lnTo>
                    <a:lnTo>
                      <a:pt x="133" y="40"/>
                    </a:lnTo>
                    <a:lnTo>
                      <a:pt x="133" y="40"/>
                    </a:lnTo>
                    <a:lnTo>
                      <a:pt x="135" y="40"/>
                    </a:lnTo>
                    <a:lnTo>
                      <a:pt x="135" y="40"/>
                    </a:lnTo>
                    <a:lnTo>
                      <a:pt x="137" y="40"/>
                    </a:lnTo>
                    <a:lnTo>
                      <a:pt x="137" y="40"/>
                    </a:lnTo>
                    <a:lnTo>
                      <a:pt x="137" y="40"/>
                    </a:lnTo>
                    <a:lnTo>
                      <a:pt x="140" y="40"/>
                    </a:lnTo>
                    <a:lnTo>
                      <a:pt x="140" y="40"/>
                    </a:lnTo>
                    <a:lnTo>
                      <a:pt x="140" y="40"/>
                    </a:lnTo>
                    <a:lnTo>
                      <a:pt x="140" y="42"/>
                    </a:lnTo>
                    <a:lnTo>
                      <a:pt x="140" y="42"/>
                    </a:lnTo>
                    <a:lnTo>
                      <a:pt x="140" y="42"/>
                    </a:lnTo>
                    <a:lnTo>
                      <a:pt x="140" y="42"/>
                    </a:lnTo>
                    <a:lnTo>
                      <a:pt x="142" y="42"/>
                    </a:lnTo>
                    <a:lnTo>
                      <a:pt x="142" y="45"/>
                    </a:lnTo>
                    <a:lnTo>
                      <a:pt x="142" y="45"/>
                    </a:lnTo>
                    <a:lnTo>
                      <a:pt x="142" y="47"/>
                    </a:lnTo>
                    <a:lnTo>
                      <a:pt x="142" y="47"/>
                    </a:lnTo>
                    <a:lnTo>
                      <a:pt x="142" y="47"/>
                    </a:lnTo>
                    <a:lnTo>
                      <a:pt x="142" y="50"/>
                    </a:lnTo>
                    <a:lnTo>
                      <a:pt x="144" y="50"/>
                    </a:lnTo>
                    <a:lnTo>
                      <a:pt x="144" y="50"/>
                    </a:lnTo>
                    <a:lnTo>
                      <a:pt x="144" y="50"/>
                    </a:lnTo>
                    <a:lnTo>
                      <a:pt x="144" y="50"/>
                    </a:lnTo>
                    <a:lnTo>
                      <a:pt x="144" y="52"/>
                    </a:lnTo>
                    <a:lnTo>
                      <a:pt x="144" y="52"/>
                    </a:lnTo>
                    <a:lnTo>
                      <a:pt x="147" y="52"/>
                    </a:lnTo>
                    <a:lnTo>
                      <a:pt x="147" y="52"/>
                    </a:lnTo>
                    <a:lnTo>
                      <a:pt x="147" y="52"/>
                    </a:lnTo>
                    <a:lnTo>
                      <a:pt x="147" y="52"/>
                    </a:lnTo>
                    <a:lnTo>
                      <a:pt x="149" y="52"/>
                    </a:lnTo>
                    <a:lnTo>
                      <a:pt x="149" y="52"/>
                    </a:lnTo>
                    <a:lnTo>
                      <a:pt x="152" y="52"/>
                    </a:lnTo>
                    <a:lnTo>
                      <a:pt x="152" y="52"/>
                    </a:lnTo>
                    <a:lnTo>
                      <a:pt x="152" y="52"/>
                    </a:lnTo>
                    <a:lnTo>
                      <a:pt x="152" y="52"/>
                    </a:lnTo>
                    <a:lnTo>
                      <a:pt x="154" y="52"/>
                    </a:lnTo>
                    <a:lnTo>
                      <a:pt x="154" y="52"/>
                    </a:lnTo>
                    <a:lnTo>
                      <a:pt x="154" y="52"/>
                    </a:lnTo>
                    <a:lnTo>
                      <a:pt x="154" y="52"/>
                    </a:lnTo>
                    <a:lnTo>
                      <a:pt x="154" y="54"/>
                    </a:lnTo>
                    <a:lnTo>
                      <a:pt x="156" y="54"/>
                    </a:lnTo>
                    <a:lnTo>
                      <a:pt x="156" y="54"/>
                    </a:lnTo>
                    <a:lnTo>
                      <a:pt x="156" y="54"/>
                    </a:lnTo>
                    <a:lnTo>
                      <a:pt x="159" y="54"/>
                    </a:lnTo>
                    <a:lnTo>
                      <a:pt x="159" y="54"/>
                    </a:lnTo>
                    <a:lnTo>
                      <a:pt x="159" y="54"/>
                    </a:lnTo>
                    <a:lnTo>
                      <a:pt x="161" y="54"/>
                    </a:lnTo>
                    <a:lnTo>
                      <a:pt x="161" y="54"/>
                    </a:lnTo>
                    <a:lnTo>
                      <a:pt x="163" y="54"/>
                    </a:lnTo>
                    <a:lnTo>
                      <a:pt x="163" y="54"/>
                    </a:lnTo>
                    <a:lnTo>
                      <a:pt x="163" y="54"/>
                    </a:lnTo>
                    <a:lnTo>
                      <a:pt x="163" y="57"/>
                    </a:lnTo>
                    <a:lnTo>
                      <a:pt x="166" y="57"/>
                    </a:lnTo>
                    <a:lnTo>
                      <a:pt x="166" y="57"/>
                    </a:lnTo>
                    <a:lnTo>
                      <a:pt x="166" y="57"/>
                    </a:lnTo>
                    <a:lnTo>
                      <a:pt x="168" y="57"/>
                    </a:lnTo>
                    <a:lnTo>
                      <a:pt x="168" y="54"/>
                    </a:lnTo>
                    <a:lnTo>
                      <a:pt x="168" y="54"/>
                    </a:lnTo>
                    <a:lnTo>
                      <a:pt x="170" y="54"/>
                    </a:lnTo>
                    <a:lnTo>
                      <a:pt x="170" y="54"/>
                    </a:lnTo>
                    <a:lnTo>
                      <a:pt x="170" y="54"/>
                    </a:lnTo>
                    <a:lnTo>
                      <a:pt x="170" y="54"/>
                    </a:lnTo>
                    <a:lnTo>
                      <a:pt x="173" y="54"/>
                    </a:lnTo>
                    <a:lnTo>
                      <a:pt x="173" y="52"/>
                    </a:lnTo>
                    <a:lnTo>
                      <a:pt x="173" y="52"/>
                    </a:lnTo>
                    <a:lnTo>
                      <a:pt x="173" y="52"/>
                    </a:lnTo>
                    <a:lnTo>
                      <a:pt x="175" y="52"/>
                    </a:lnTo>
                    <a:lnTo>
                      <a:pt x="175" y="54"/>
                    </a:lnTo>
                    <a:lnTo>
                      <a:pt x="175" y="54"/>
                    </a:lnTo>
                    <a:lnTo>
                      <a:pt x="178" y="54"/>
                    </a:lnTo>
                    <a:lnTo>
                      <a:pt x="178" y="54"/>
                    </a:lnTo>
                    <a:lnTo>
                      <a:pt x="178" y="54"/>
                    </a:lnTo>
                    <a:lnTo>
                      <a:pt x="180" y="54"/>
                    </a:lnTo>
                    <a:lnTo>
                      <a:pt x="180" y="54"/>
                    </a:lnTo>
                    <a:lnTo>
                      <a:pt x="180" y="54"/>
                    </a:lnTo>
                    <a:lnTo>
                      <a:pt x="182" y="54"/>
                    </a:lnTo>
                    <a:lnTo>
                      <a:pt x="182" y="54"/>
                    </a:lnTo>
                    <a:lnTo>
                      <a:pt x="182" y="54"/>
                    </a:lnTo>
                    <a:lnTo>
                      <a:pt x="185" y="54"/>
                    </a:lnTo>
                    <a:lnTo>
                      <a:pt x="185" y="54"/>
                    </a:lnTo>
                    <a:lnTo>
                      <a:pt x="185" y="57"/>
                    </a:lnTo>
                    <a:lnTo>
                      <a:pt x="185" y="57"/>
                    </a:lnTo>
                    <a:lnTo>
                      <a:pt x="187" y="57"/>
                    </a:lnTo>
                    <a:lnTo>
                      <a:pt x="187" y="57"/>
                    </a:lnTo>
                    <a:lnTo>
                      <a:pt x="187" y="54"/>
                    </a:lnTo>
                    <a:lnTo>
                      <a:pt x="187" y="54"/>
                    </a:lnTo>
                    <a:lnTo>
                      <a:pt x="189" y="54"/>
                    </a:lnTo>
                    <a:lnTo>
                      <a:pt x="189" y="54"/>
                    </a:lnTo>
                    <a:lnTo>
                      <a:pt x="192" y="54"/>
                    </a:lnTo>
                    <a:lnTo>
                      <a:pt x="192" y="57"/>
                    </a:lnTo>
                    <a:lnTo>
                      <a:pt x="192" y="57"/>
                    </a:lnTo>
                    <a:lnTo>
                      <a:pt x="192" y="57"/>
                    </a:lnTo>
                    <a:lnTo>
                      <a:pt x="192" y="54"/>
                    </a:lnTo>
                    <a:lnTo>
                      <a:pt x="194" y="54"/>
                    </a:lnTo>
                    <a:lnTo>
                      <a:pt x="194" y="54"/>
                    </a:lnTo>
                    <a:lnTo>
                      <a:pt x="196" y="54"/>
                    </a:lnTo>
                    <a:lnTo>
                      <a:pt x="196" y="57"/>
                    </a:lnTo>
                    <a:lnTo>
                      <a:pt x="196" y="57"/>
                    </a:lnTo>
                    <a:lnTo>
                      <a:pt x="196" y="57"/>
                    </a:lnTo>
                    <a:lnTo>
                      <a:pt x="199" y="57"/>
                    </a:lnTo>
                    <a:lnTo>
                      <a:pt x="199" y="57"/>
                    </a:lnTo>
                    <a:lnTo>
                      <a:pt x="199" y="57"/>
                    </a:lnTo>
                    <a:lnTo>
                      <a:pt x="199" y="57"/>
                    </a:lnTo>
                    <a:lnTo>
                      <a:pt x="199" y="59"/>
                    </a:lnTo>
                    <a:lnTo>
                      <a:pt x="201" y="59"/>
                    </a:lnTo>
                    <a:lnTo>
                      <a:pt x="201" y="59"/>
                    </a:lnTo>
                    <a:lnTo>
                      <a:pt x="201" y="59"/>
                    </a:lnTo>
                    <a:lnTo>
                      <a:pt x="204" y="59"/>
                    </a:lnTo>
                    <a:lnTo>
                      <a:pt x="204" y="61"/>
                    </a:lnTo>
                    <a:lnTo>
                      <a:pt x="204" y="61"/>
                    </a:lnTo>
                    <a:lnTo>
                      <a:pt x="204" y="61"/>
                    </a:lnTo>
                    <a:lnTo>
                      <a:pt x="206" y="61"/>
                    </a:lnTo>
                    <a:lnTo>
                      <a:pt x="206" y="59"/>
                    </a:lnTo>
                    <a:lnTo>
                      <a:pt x="206" y="59"/>
                    </a:lnTo>
                    <a:lnTo>
                      <a:pt x="206" y="59"/>
                    </a:lnTo>
                    <a:lnTo>
                      <a:pt x="208" y="59"/>
                    </a:lnTo>
                    <a:lnTo>
                      <a:pt x="208" y="59"/>
                    </a:lnTo>
                    <a:lnTo>
                      <a:pt x="208" y="59"/>
                    </a:lnTo>
                    <a:lnTo>
                      <a:pt x="211" y="59"/>
                    </a:lnTo>
                    <a:lnTo>
                      <a:pt x="211" y="57"/>
                    </a:lnTo>
                    <a:lnTo>
                      <a:pt x="211" y="57"/>
                    </a:lnTo>
                    <a:lnTo>
                      <a:pt x="211" y="57"/>
                    </a:lnTo>
                    <a:lnTo>
                      <a:pt x="211" y="57"/>
                    </a:lnTo>
                    <a:lnTo>
                      <a:pt x="211" y="57"/>
                    </a:lnTo>
                    <a:lnTo>
                      <a:pt x="211" y="54"/>
                    </a:lnTo>
                    <a:lnTo>
                      <a:pt x="211" y="54"/>
                    </a:lnTo>
                    <a:lnTo>
                      <a:pt x="213" y="54"/>
                    </a:lnTo>
                    <a:lnTo>
                      <a:pt x="213" y="54"/>
                    </a:lnTo>
                    <a:lnTo>
                      <a:pt x="213" y="54"/>
                    </a:lnTo>
                    <a:lnTo>
                      <a:pt x="213" y="54"/>
                    </a:lnTo>
                    <a:lnTo>
                      <a:pt x="215" y="54"/>
                    </a:lnTo>
                    <a:lnTo>
                      <a:pt x="215" y="54"/>
                    </a:lnTo>
                    <a:lnTo>
                      <a:pt x="215" y="54"/>
                    </a:lnTo>
                    <a:lnTo>
                      <a:pt x="218" y="54"/>
                    </a:lnTo>
                    <a:lnTo>
                      <a:pt x="218" y="54"/>
                    </a:lnTo>
                    <a:lnTo>
                      <a:pt x="218" y="54"/>
                    </a:lnTo>
                    <a:lnTo>
                      <a:pt x="218" y="54"/>
                    </a:lnTo>
                    <a:lnTo>
                      <a:pt x="218" y="52"/>
                    </a:lnTo>
                    <a:lnTo>
                      <a:pt x="220" y="52"/>
                    </a:lnTo>
                    <a:lnTo>
                      <a:pt x="220" y="52"/>
                    </a:lnTo>
                    <a:lnTo>
                      <a:pt x="220" y="52"/>
                    </a:lnTo>
                    <a:lnTo>
                      <a:pt x="220" y="52"/>
                    </a:lnTo>
                    <a:lnTo>
                      <a:pt x="223" y="52"/>
                    </a:lnTo>
                    <a:lnTo>
                      <a:pt x="223" y="52"/>
                    </a:lnTo>
                    <a:lnTo>
                      <a:pt x="223" y="50"/>
                    </a:lnTo>
                    <a:lnTo>
                      <a:pt x="223" y="50"/>
                    </a:lnTo>
                    <a:lnTo>
                      <a:pt x="223" y="50"/>
                    </a:lnTo>
                    <a:lnTo>
                      <a:pt x="225" y="50"/>
                    </a:lnTo>
                    <a:lnTo>
                      <a:pt x="225" y="47"/>
                    </a:lnTo>
                    <a:lnTo>
                      <a:pt x="225" y="47"/>
                    </a:lnTo>
                    <a:lnTo>
                      <a:pt x="225" y="47"/>
                    </a:lnTo>
                    <a:lnTo>
                      <a:pt x="225" y="47"/>
                    </a:lnTo>
                    <a:lnTo>
                      <a:pt x="225" y="45"/>
                    </a:lnTo>
                    <a:lnTo>
                      <a:pt x="225" y="45"/>
                    </a:lnTo>
                    <a:lnTo>
                      <a:pt x="225" y="45"/>
                    </a:lnTo>
                    <a:lnTo>
                      <a:pt x="225" y="42"/>
                    </a:lnTo>
                    <a:lnTo>
                      <a:pt x="225" y="42"/>
                    </a:lnTo>
                    <a:lnTo>
                      <a:pt x="225" y="42"/>
                    </a:lnTo>
                    <a:lnTo>
                      <a:pt x="225" y="42"/>
                    </a:lnTo>
                    <a:lnTo>
                      <a:pt x="227" y="42"/>
                    </a:lnTo>
                    <a:lnTo>
                      <a:pt x="227" y="40"/>
                    </a:lnTo>
                    <a:lnTo>
                      <a:pt x="225" y="40"/>
                    </a:lnTo>
                    <a:lnTo>
                      <a:pt x="225" y="40"/>
                    </a:lnTo>
                    <a:lnTo>
                      <a:pt x="225" y="40"/>
                    </a:lnTo>
                    <a:lnTo>
                      <a:pt x="225" y="40"/>
                    </a:lnTo>
                    <a:lnTo>
                      <a:pt x="223" y="40"/>
                    </a:lnTo>
                    <a:lnTo>
                      <a:pt x="223" y="40"/>
                    </a:lnTo>
                    <a:lnTo>
                      <a:pt x="223" y="38"/>
                    </a:lnTo>
                    <a:lnTo>
                      <a:pt x="220" y="38"/>
                    </a:lnTo>
                    <a:lnTo>
                      <a:pt x="220" y="38"/>
                    </a:lnTo>
                    <a:lnTo>
                      <a:pt x="220" y="38"/>
                    </a:lnTo>
                    <a:lnTo>
                      <a:pt x="220" y="35"/>
                    </a:lnTo>
                    <a:lnTo>
                      <a:pt x="220" y="35"/>
                    </a:lnTo>
                    <a:lnTo>
                      <a:pt x="220" y="35"/>
                    </a:lnTo>
                    <a:lnTo>
                      <a:pt x="218" y="35"/>
                    </a:lnTo>
                    <a:lnTo>
                      <a:pt x="218" y="33"/>
                    </a:lnTo>
                    <a:lnTo>
                      <a:pt x="218" y="33"/>
                    </a:lnTo>
                    <a:lnTo>
                      <a:pt x="220" y="33"/>
                    </a:lnTo>
                    <a:lnTo>
                      <a:pt x="220" y="33"/>
                    </a:lnTo>
                    <a:lnTo>
                      <a:pt x="218" y="33"/>
                    </a:lnTo>
                    <a:lnTo>
                      <a:pt x="218" y="31"/>
                    </a:lnTo>
                    <a:lnTo>
                      <a:pt x="218" y="31"/>
                    </a:lnTo>
                    <a:lnTo>
                      <a:pt x="218" y="31"/>
                    </a:lnTo>
                    <a:lnTo>
                      <a:pt x="218" y="31"/>
                    </a:lnTo>
                    <a:lnTo>
                      <a:pt x="218" y="28"/>
                    </a:lnTo>
                    <a:lnTo>
                      <a:pt x="215" y="28"/>
                    </a:lnTo>
                    <a:lnTo>
                      <a:pt x="215" y="28"/>
                    </a:lnTo>
                    <a:lnTo>
                      <a:pt x="218" y="28"/>
                    </a:lnTo>
                    <a:lnTo>
                      <a:pt x="218" y="26"/>
                    </a:lnTo>
                    <a:lnTo>
                      <a:pt x="218" y="26"/>
                    </a:lnTo>
                    <a:lnTo>
                      <a:pt x="218" y="26"/>
                    </a:lnTo>
                    <a:lnTo>
                      <a:pt x="218" y="23"/>
                    </a:lnTo>
                    <a:lnTo>
                      <a:pt x="218" y="23"/>
                    </a:lnTo>
                    <a:lnTo>
                      <a:pt x="218" y="23"/>
                    </a:lnTo>
                    <a:lnTo>
                      <a:pt x="218" y="23"/>
                    </a:lnTo>
                    <a:lnTo>
                      <a:pt x="218" y="21"/>
                    </a:lnTo>
                    <a:lnTo>
                      <a:pt x="218" y="21"/>
                    </a:lnTo>
                    <a:lnTo>
                      <a:pt x="218" y="19"/>
                    </a:lnTo>
                    <a:lnTo>
                      <a:pt x="220" y="19"/>
                    </a:lnTo>
                    <a:lnTo>
                      <a:pt x="220" y="19"/>
                    </a:lnTo>
                    <a:lnTo>
                      <a:pt x="220" y="19"/>
                    </a:lnTo>
                    <a:lnTo>
                      <a:pt x="220" y="16"/>
                    </a:lnTo>
                    <a:lnTo>
                      <a:pt x="220" y="16"/>
                    </a:lnTo>
                    <a:lnTo>
                      <a:pt x="223" y="16"/>
                    </a:lnTo>
                    <a:lnTo>
                      <a:pt x="223" y="16"/>
                    </a:lnTo>
                    <a:lnTo>
                      <a:pt x="225" y="16"/>
                    </a:lnTo>
                    <a:lnTo>
                      <a:pt x="225" y="16"/>
                    </a:lnTo>
                    <a:lnTo>
                      <a:pt x="225" y="16"/>
                    </a:lnTo>
                    <a:lnTo>
                      <a:pt x="225" y="14"/>
                    </a:lnTo>
                    <a:lnTo>
                      <a:pt x="225" y="14"/>
                    </a:lnTo>
                    <a:lnTo>
                      <a:pt x="225" y="14"/>
                    </a:lnTo>
                    <a:lnTo>
                      <a:pt x="225" y="14"/>
                    </a:lnTo>
                    <a:lnTo>
                      <a:pt x="225" y="12"/>
                    </a:lnTo>
                    <a:lnTo>
                      <a:pt x="225" y="12"/>
                    </a:lnTo>
                    <a:lnTo>
                      <a:pt x="227" y="12"/>
                    </a:lnTo>
                    <a:lnTo>
                      <a:pt x="227" y="9"/>
                    </a:lnTo>
                    <a:lnTo>
                      <a:pt x="227" y="9"/>
                    </a:lnTo>
                    <a:lnTo>
                      <a:pt x="227" y="9"/>
                    </a:lnTo>
                    <a:lnTo>
                      <a:pt x="230" y="9"/>
                    </a:lnTo>
                    <a:lnTo>
                      <a:pt x="230" y="9"/>
                    </a:lnTo>
                    <a:lnTo>
                      <a:pt x="230" y="9"/>
                    </a:lnTo>
                    <a:lnTo>
                      <a:pt x="232" y="9"/>
                    </a:lnTo>
                    <a:lnTo>
                      <a:pt x="232" y="9"/>
                    </a:lnTo>
                    <a:lnTo>
                      <a:pt x="232" y="9"/>
                    </a:lnTo>
                    <a:lnTo>
                      <a:pt x="234" y="9"/>
                    </a:lnTo>
                    <a:lnTo>
                      <a:pt x="234" y="7"/>
                    </a:lnTo>
                    <a:lnTo>
                      <a:pt x="234" y="7"/>
                    </a:lnTo>
                    <a:lnTo>
                      <a:pt x="237" y="7"/>
                    </a:lnTo>
                    <a:lnTo>
                      <a:pt x="237" y="7"/>
                    </a:lnTo>
                    <a:lnTo>
                      <a:pt x="237" y="5"/>
                    </a:lnTo>
                    <a:lnTo>
                      <a:pt x="237" y="5"/>
                    </a:lnTo>
                    <a:lnTo>
                      <a:pt x="237" y="5"/>
                    </a:lnTo>
                    <a:lnTo>
                      <a:pt x="237" y="2"/>
                    </a:lnTo>
                    <a:lnTo>
                      <a:pt x="237" y="2"/>
                    </a:lnTo>
                    <a:lnTo>
                      <a:pt x="237" y="2"/>
                    </a:lnTo>
                    <a:lnTo>
                      <a:pt x="239" y="2"/>
                    </a:lnTo>
                    <a:lnTo>
                      <a:pt x="239" y="2"/>
                    </a:lnTo>
                    <a:lnTo>
                      <a:pt x="239" y="0"/>
                    </a:lnTo>
                    <a:lnTo>
                      <a:pt x="239" y="0"/>
                    </a:lnTo>
                    <a:lnTo>
                      <a:pt x="239" y="0"/>
                    </a:lnTo>
                    <a:lnTo>
                      <a:pt x="23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110"/>
              <p:cNvSpPr>
                <a:spLocks/>
              </p:cNvSpPr>
              <p:nvPr/>
            </p:nvSpPr>
            <p:spPr bwMode="auto">
              <a:xfrm>
                <a:off x="2715" y="1431"/>
                <a:ext cx="691" cy="268"/>
              </a:xfrm>
              <a:custGeom>
                <a:avLst/>
                <a:gdLst/>
                <a:ahLst/>
                <a:cxnLst>
                  <a:cxn ang="0">
                    <a:pos x="267" y="9"/>
                  </a:cxn>
                  <a:cxn ang="0">
                    <a:pos x="296" y="16"/>
                  </a:cxn>
                  <a:cxn ang="0">
                    <a:pos x="312" y="33"/>
                  </a:cxn>
                  <a:cxn ang="0">
                    <a:pos x="334" y="50"/>
                  </a:cxn>
                  <a:cxn ang="0">
                    <a:pos x="362" y="45"/>
                  </a:cxn>
                  <a:cxn ang="0">
                    <a:pos x="391" y="42"/>
                  </a:cxn>
                  <a:cxn ang="0">
                    <a:pos x="417" y="54"/>
                  </a:cxn>
                  <a:cxn ang="0">
                    <a:pos x="440" y="66"/>
                  </a:cxn>
                  <a:cxn ang="0">
                    <a:pos x="469" y="73"/>
                  </a:cxn>
                  <a:cxn ang="0">
                    <a:pos x="497" y="76"/>
                  </a:cxn>
                  <a:cxn ang="0">
                    <a:pos x="523" y="69"/>
                  </a:cxn>
                  <a:cxn ang="0">
                    <a:pos x="549" y="57"/>
                  </a:cxn>
                  <a:cxn ang="0">
                    <a:pos x="578" y="47"/>
                  </a:cxn>
                  <a:cxn ang="0">
                    <a:pos x="604" y="54"/>
                  </a:cxn>
                  <a:cxn ang="0">
                    <a:pos x="615" y="66"/>
                  </a:cxn>
                  <a:cxn ang="0">
                    <a:pos x="604" y="92"/>
                  </a:cxn>
                  <a:cxn ang="0">
                    <a:pos x="604" y="111"/>
                  </a:cxn>
                  <a:cxn ang="0">
                    <a:pos x="630" y="111"/>
                  </a:cxn>
                  <a:cxn ang="0">
                    <a:pos x="656" y="104"/>
                  </a:cxn>
                  <a:cxn ang="0">
                    <a:pos x="679" y="121"/>
                  </a:cxn>
                  <a:cxn ang="0">
                    <a:pos x="691" y="135"/>
                  </a:cxn>
                  <a:cxn ang="0">
                    <a:pos x="672" y="137"/>
                  </a:cxn>
                  <a:cxn ang="0">
                    <a:pos x="646" y="142"/>
                  </a:cxn>
                  <a:cxn ang="0">
                    <a:pos x="623" y="149"/>
                  </a:cxn>
                  <a:cxn ang="0">
                    <a:pos x="604" y="168"/>
                  </a:cxn>
                  <a:cxn ang="0">
                    <a:pos x="573" y="173"/>
                  </a:cxn>
                  <a:cxn ang="0">
                    <a:pos x="552" y="187"/>
                  </a:cxn>
                  <a:cxn ang="0">
                    <a:pos x="521" y="180"/>
                  </a:cxn>
                  <a:cxn ang="0">
                    <a:pos x="511" y="201"/>
                  </a:cxn>
                  <a:cxn ang="0">
                    <a:pos x="509" y="220"/>
                  </a:cxn>
                  <a:cxn ang="0">
                    <a:pos x="485" y="237"/>
                  </a:cxn>
                  <a:cxn ang="0">
                    <a:pos x="459" y="246"/>
                  </a:cxn>
                  <a:cxn ang="0">
                    <a:pos x="426" y="246"/>
                  </a:cxn>
                  <a:cxn ang="0">
                    <a:pos x="398" y="253"/>
                  </a:cxn>
                  <a:cxn ang="0">
                    <a:pos x="372" y="268"/>
                  </a:cxn>
                  <a:cxn ang="0">
                    <a:pos x="346" y="260"/>
                  </a:cxn>
                  <a:cxn ang="0">
                    <a:pos x="315" y="253"/>
                  </a:cxn>
                  <a:cxn ang="0">
                    <a:pos x="286" y="242"/>
                  </a:cxn>
                  <a:cxn ang="0">
                    <a:pos x="256" y="242"/>
                  </a:cxn>
                  <a:cxn ang="0">
                    <a:pos x="220" y="242"/>
                  </a:cxn>
                  <a:cxn ang="0">
                    <a:pos x="189" y="239"/>
                  </a:cxn>
                  <a:cxn ang="0">
                    <a:pos x="173" y="218"/>
                  </a:cxn>
                  <a:cxn ang="0">
                    <a:pos x="156" y="201"/>
                  </a:cxn>
                  <a:cxn ang="0">
                    <a:pos x="130" y="187"/>
                  </a:cxn>
                  <a:cxn ang="0">
                    <a:pos x="99" y="180"/>
                  </a:cxn>
                  <a:cxn ang="0">
                    <a:pos x="69" y="175"/>
                  </a:cxn>
                  <a:cxn ang="0">
                    <a:pos x="69" y="151"/>
                  </a:cxn>
                  <a:cxn ang="0">
                    <a:pos x="59" y="125"/>
                  </a:cxn>
                  <a:cxn ang="0">
                    <a:pos x="40" y="106"/>
                  </a:cxn>
                  <a:cxn ang="0">
                    <a:pos x="17" y="97"/>
                  </a:cxn>
                  <a:cxn ang="0">
                    <a:pos x="0" y="83"/>
                  </a:cxn>
                  <a:cxn ang="0">
                    <a:pos x="19" y="66"/>
                  </a:cxn>
                  <a:cxn ang="0">
                    <a:pos x="40" y="61"/>
                  </a:cxn>
                  <a:cxn ang="0">
                    <a:pos x="64" y="47"/>
                  </a:cxn>
                  <a:cxn ang="0">
                    <a:pos x="83" y="38"/>
                  </a:cxn>
                  <a:cxn ang="0">
                    <a:pos x="107" y="35"/>
                  </a:cxn>
                  <a:cxn ang="0">
                    <a:pos x="130" y="40"/>
                  </a:cxn>
                  <a:cxn ang="0">
                    <a:pos x="154" y="52"/>
                  </a:cxn>
                  <a:cxn ang="0">
                    <a:pos x="185" y="54"/>
                  </a:cxn>
                  <a:cxn ang="0">
                    <a:pos x="211" y="57"/>
                  </a:cxn>
                  <a:cxn ang="0">
                    <a:pos x="227" y="40"/>
                  </a:cxn>
                  <a:cxn ang="0">
                    <a:pos x="220" y="16"/>
                  </a:cxn>
                </a:cxnLst>
                <a:rect l="0" t="0" r="r" b="b"/>
                <a:pathLst>
                  <a:path w="691" h="268">
                    <a:moveTo>
                      <a:pt x="239" y="0"/>
                    </a:moveTo>
                    <a:lnTo>
                      <a:pt x="239" y="0"/>
                    </a:lnTo>
                    <a:lnTo>
                      <a:pt x="241" y="0"/>
                    </a:lnTo>
                    <a:lnTo>
                      <a:pt x="241" y="2"/>
                    </a:lnTo>
                    <a:lnTo>
                      <a:pt x="241" y="2"/>
                    </a:lnTo>
                    <a:lnTo>
                      <a:pt x="244" y="2"/>
                    </a:lnTo>
                    <a:lnTo>
                      <a:pt x="244" y="2"/>
                    </a:lnTo>
                    <a:lnTo>
                      <a:pt x="244" y="2"/>
                    </a:lnTo>
                    <a:lnTo>
                      <a:pt x="244" y="2"/>
                    </a:lnTo>
                    <a:lnTo>
                      <a:pt x="246" y="2"/>
                    </a:lnTo>
                    <a:lnTo>
                      <a:pt x="246" y="2"/>
                    </a:lnTo>
                    <a:lnTo>
                      <a:pt x="246" y="2"/>
                    </a:lnTo>
                    <a:lnTo>
                      <a:pt x="246" y="2"/>
                    </a:lnTo>
                    <a:lnTo>
                      <a:pt x="246" y="5"/>
                    </a:lnTo>
                    <a:lnTo>
                      <a:pt x="249" y="5"/>
                    </a:lnTo>
                    <a:lnTo>
                      <a:pt x="249" y="5"/>
                    </a:lnTo>
                    <a:lnTo>
                      <a:pt x="251" y="5"/>
                    </a:lnTo>
                    <a:lnTo>
                      <a:pt x="251" y="5"/>
                    </a:lnTo>
                    <a:lnTo>
                      <a:pt x="251" y="5"/>
                    </a:lnTo>
                    <a:lnTo>
                      <a:pt x="251" y="5"/>
                    </a:lnTo>
                    <a:lnTo>
                      <a:pt x="253" y="5"/>
                    </a:lnTo>
                    <a:lnTo>
                      <a:pt x="253" y="5"/>
                    </a:lnTo>
                    <a:lnTo>
                      <a:pt x="253" y="5"/>
                    </a:lnTo>
                    <a:lnTo>
                      <a:pt x="256" y="5"/>
                    </a:lnTo>
                    <a:lnTo>
                      <a:pt x="256" y="5"/>
                    </a:lnTo>
                    <a:lnTo>
                      <a:pt x="258" y="5"/>
                    </a:lnTo>
                    <a:lnTo>
                      <a:pt x="258" y="7"/>
                    </a:lnTo>
                    <a:lnTo>
                      <a:pt x="258" y="7"/>
                    </a:lnTo>
                    <a:lnTo>
                      <a:pt x="258" y="7"/>
                    </a:lnTo>
                    <a:lnTo>
                      <a:pt x="258" y="7"/>
                    </a:lnTo>
                    <a:lnTo>
                      <a:pt x="258" y="9"/>
                    </a:lnTo>
                    <a:lnTo>
                      <a:pt x="260" y="9"/>
                    </a:lnTo>
                    <a:lnTo>
                      <a:pt x="260" y="9"/>
                    </a:lnTo>
                    <a:lnTo>
                      <a:pt x="260" y="9"/>
                    </a:lnTo>
                    <a:lnTo>
                      <a:pt x="260" y="9"/>
                    </a:lnTo>
                    <a:lnTo>
                      <a:pt x="263" y="9"/>
                    </a:lnTo>
                    <a:lnTo>
                      <a:pt x="263" y="9"/>
                    </a:lnTo>
                    <a:lnTo>
                      <a:pt x="265" y="9"/>
                    </a:lnTo>
                    <a:lnTo>
                      <a:pt x="265" y="9"/>
                    </a:lnTo>
                    <a:lnTo>
                      <a:pt x="265" y="9"/>
                    </a:lnTo>
                    <a:lnTo>
                      <a:pt x="267" y="9"/>
                    </a:lnTo>
                    <a:lnTo>
                      <a:pt x="267" y="9"/>
                    </a:lnTo>
                    <a:lnTo>
                      <a:pt x="270" y="9"/>
                    </a:lnTo>
                    <a:lnTo>
                      <a:pt x="270" y="9"/>
                    </a:lnTo>
                    <a:lnTo>
                      <a:pt x="270" y="9"/>
                    </a:lnTo>
                    <a:lnTo>
                      <a:pt x="272" y="9"/>
                    </a:lnTo>
                    <a:lnTo>
                      <a:pt x="272" y="9"/>
                    </a:lnTo>
                    <a:lnTo>
                      <a:pt x="272" y="9"/>
                    </a:lnTo>
                    <a:lnTo>
                      <a:pt x="275" y="9"/>
                    </a:lnTo>
                    <a:lnTo>
                      <a:pt x="275" y="9"/>
                    </a:lnTo>
                    <a:lnTo>
                      <a:pt x="275" y="12"/>
                    </a:lnTo>
                    <a:lnTo>
                      <a:pt x="277" y="12"/>
                    </a:lnTo>
                    <a:lnTo>
                      <a:pt x="277" y="12"/>
                    </a:lnTo>
                    <a:lnTo>
                      <a:pt x="277" y="12"/>
                    </a:lnTo>
                    <a:lnTo>
                      <a:pt x="277" y="12"/>
                    </a:lnTo>
                    <a:lnTo>
                      <a:pt x="279" y="12"/>
                    </a:lnTo>
                    <a:lnTo>
                      <a:pt x="279" y="12"/>
                    </a:lnTo>
                    <a:lnTo>
                      <a:pt x="279" y="12"/>
                    </a:lnTo>
                    <a:lnTo>
                      <a:pt x="279" y="14"/>
                    </a:lnTo>
                    <a:lnTo>
                      <a:pt x="282" y="14"/>
                    </a:lnTo>
                    <a:lnTo>
                      <a:pt x="282" y="14"/>
                    </a:lnTo>
                    <a:lnTo>
                      <a:pt x="284" y="14"/>
                    </a:lnTo>
                    <a:lnTo>
                      <a:pt x="284" y="14"/>
                    </a:lnTo>
                    <a:lnTo>
                      <a:pt x="284" y="14"/>
                    </a:lnTo>
                    <a:lnTo>
                      <a:pt x="284" y="14"/>
                    </a:lnTo>
                    <a:lnTo>
                      <a:pt x="286" y="14"/>
                    </a:lnTo>
                    <a:lnTo>
                      <a:pt x="286" y="14"/>
                    </a:lnTo>
                    <a:lnTo>
                      <a:pt x="286" y="14"/>
                    </a:lnTo>
                    <a:lnTo>
                      <a:pt x="286" y="14"/>
                    </a:lnTo>
                    <a:lnTo>
                      <a:pt x="289" y="14"/>
                    </a:lnTo>
                    <a:lnTo>
                      <a:pt x="289" y="14"/>
                    </a:lnTo>
                    <a:lnTo>
                      <a:pt x="291" y="14"/>
                    </a:lnTo>
                    <a:lnTo>
                      <a:pt x="291" y="16"/>
                    </a:lnTo>
                    <a:lnTo>
                      <a:pt x="291" y="16"/>
                    </a:lnTo>
                    <a:lnTo>
                      <a:pt x="291" y="16"/>
                    </a:lnTo>
                    <a:lnTo>
                      <a:pt x="291" y="16"/>
                    </a:lnTo>
                    <a:lnTo>
                      <a:pt x="294" y="16"/>
                    </a:lnTo>
                    <a:lnTo>
                      <a:pt x="294" y="16"/>
                    </a:lnTo>
                    <a:lnTo>
                      <a:pt x="294" y="16"/>
                    </a:lnTo>
                    <a:lnTo>
                      <a:pt x="294" y="16"/>
                    </a:lnTo>
                    <a:lnTo>
                      <a:pt x="296" y="16"/>
                    </a:lnTo>
                    <a:lnTo>
                      <a:pt x="296" y="16"/>
                    </a:lnTo>
                    <a:lnTo>
                      <a:pt x="298" y="16"/>
                    </a:lnTo>
                    <a:lnTo>
                      <a:pt x="298" y="16"/>
                    </a:lnTo>
                    <a:lnTo>
                      <a:pt x="298" y="16"/>
                    </a:lnTo>
                    <a:lnTo>
                      <a:pt x="298" y="16"/>
                    </a:lnTo>
                    <a:lnTo>
                      <a:pt x="301" y="16"/>
                    </a:lnTo>
                    <a:lnTo>
                      <a:pt x="301" y="16"/>
                    </a:lnTo>
                    <a:lnTo>
                      <a:pt x="301" y="19"/>
                    </a:lnTo>
                    <a:lnTo>
                      <a:pt x="303" y="19"/>
                    </a:lnTo>
                    <a:lnTo>
                      <a:pt x="303" y="19"/>
                    </a:lnTo>
                    <a:lnTo>
                      <a:pt x="303" y="19"/>
                    </a:lnTo>
                    <a:lnTo>
                      <a:pt x="305" y="19"/>
                    </a:lnTo>
                    <a:lnTo>
                      <a:pt x="305" y="19"/>
                    </a:lnTo>
                    <a:lnTo>
                      <a:pt x="305" y="19"/>
                    </a:lnTo>
                    <a:lnTo>
                      <a:pt x="305" y="19"/>
                    </a:lnTo>
                    <a:lnTo>
                      <a:pt x="305" y="19"/>
                    </a:lnTo>
                    <a:lnTo>
                      <a:pt x="308" y="19"/>
                    </a:lnTo>
                    <a:lnTo>
                      <a:pt x="308" y="19"/>
                    </a:lnTo>
                    <a:lnTo>
                      <a:pt x="308" y="19"/>
                    </a:lnTo>
                    <a:lnTo>
                      <a:pt x="310" y="19"/>
                    </a:lnTo>
                    <a:lnTo>
                      <a:pt x="310" y="21"/>
                    </a:lnTo>
                    <a:lnTo>
                      <a:pt x="310" y="21"/>
                    </a:lnTo>
                    <a:lnTo>
                      <a:pt x="310" y="21"/>
                    </a:lnTo>
                    <a:lnTo>
                      <a:pt x="310" y="21"/>
                    </a:lnTo>
                    <a:lnTo>
                      <a:pt x="310" y="23"/>
                    </a:lnTo>
                    <a:lnTo>
                      <a:pt x="310" y="23"/>
                    </a:lnTo>
                    <a:lnTo>
                      <a:pt x="310" y="23"/>
                    </a:lnTo>
                    <a:lnTo>
                      <a:pt x="310" y="26"/>
                    </a:lnTo>
                    <a:lnTo>
                      <a:pt x="310" y="26"/>
                    </a:lnTo>
                    <a:lnTo>
                      <a:pt x="310" y="26"/>
                    </a:lnTo>
                    <a:lnTo>
                      <a:pt x="310" y="28"/>
                    </a:lnTo>
                    <a:lnTo>
                      <a:pt x="310" y="28"/>
                    </a:lnTo>
                    <a:lnTo>
                      <a:pt x="310" y="28"/>
                    </a:lnTo>
                    <a:lnTo>
                      <a:pt x="310" y="31"/>
                    </a:lnTo>
                    <a:lnTo>
                      <a:pt x="310" y="31"/>
                    </a:lnTo>
                    <a:lnTo>
                      <a:pt x="310" y="33"/>
                    </a:lnTo>
                    <a:lnTo>
                      <a:pt x="310" y="33"/>
                    </a:lnTo>
                    <a:lnTo>
                      <a:pt x="310" y="33"/>
                    </a:lnTo>
                    <a:lnTo>
                      <a:pt x="310" y="33"/>
                    </a:lnTo>
                    <a:lnTo>
                      <a:pt x="310" y="33"/>
                    </a:lnTo>
                    <a:lnTo>
                      <a:pt x="312" y="33"/>
                    </a:lnTo>
                    <a:lnTo>
                      <a:pt x="312" y="33"/>
                    </a:lnTo>
                    <a:lnTo>
                      <a:pt x="312" y="35"/>
                    </a:lnTo>
                    <a:lnTo>
                      <a:pt x="312" y="35"/>
                    </a:lnTo>
                    <a:lnTo>
                      <a:pt x="312" y="38"/>
                    </a:lnTo>
                    <a:lnTo>
                      <a:pt x="312" y="38"/>
                    </a:lnTo>
                    <a:lnTo>
                      <a:pt x="312" y="38"/>
                    </a:lnTo>
                    <a:lnTo>
                      <a:pt x="312" y="40"/>
                    </a:lnTo>
                    <a:lnTo>
                      <a:pt x="312" y="40"/>
                    </a:lnTo>
                    <a:lnTo>
                      <a:pt x="312" y="40"/>
                    </a:lnTo>
                    <a:lnTo>
                      <a:pt x="312" y="40"/>
                    </a:lnTo>
                    <a:lnTo>
                      <a:pt x="315" y="40"/>
                    </a:lnTo>
                    <a:lnTo>
                      <a:pt x="315" y="40"/>
                    </a:lnTo>
                    <a:lnTo>
                      <a:pt x="317" y="40"/>
                    </a:lnTo>
                    <a:lnTo>
                      <a:pt x="317" y="40"/>
                    </a:lnTo>
                    <a:lnTo>
                      <a:pt x="317" y="42"/>
                    </a:lnTo>
                    <a:lnTo>
                      <a:pt x="317" y="42"/>
                    </a:lnTo>
                    <a:lnTo>
                      <a:pt x="317" y="42"/>
                    </a:lnTo>
                    <a:lnTo>
                      <a:pt x="320" y="42"/>
                    </a:lnTo>
                    <a:lnTo>
                      <a:pt x="320" y="42"/>
                    </a:lnTo>
                    <a:lnTo>
                      <a:pt x="320" y="42"/>
                    </a:lnTo>
                    <a:lnTo>
                      <a:pt x="320" y="42"/>
                    </a:lnTo>
                    <a:lnTo>
                      <a:pt x="322" y="42"/>
                    </a:lnTo>
                    <a:lnTo>
                      <a:pt x="322" y="45"/>
                    </a:lnTo>
                    <a:lnTo>
                      <a:pt x="322" y="45"/>
                    </a:lnTo>
                    <a:lnTo>
                      <a:pt x="324" y="45"/>
                    </a:lnTo>
                    <a:lnTo>
                      <a:pt x="324" y="45"/>
                    </a:lnTo>
                    <a:lnTo>
                      <a:pt x="324" y="45"/>
                    </a:lnTo>
                    <a:lnTo>
                      <a:pt x="324" y="45"/>
                    </a:lnTo>
                    <a:lnTo>
                      <a:pt x="324" y="47"/>
                    </a:lnTo>
                    <a:lnTo>
                      <a:pt x="327" y="47"/>
                    </a:lnTo>
                    <a:lnTo>
                      <a:pt x="327" y="47"/>
                    </a:lnTo>
                    <a:lnTo>
                      <a:pt x="327" y="47"/>
                    </a:lnTo>
                    <a:lnTo>
                      <a:pt x="329" y="47"/>
                    </a:lnTo>
                    <a:lnTo>
                      <a:pt x="329" y="47"/>
                    </a:lnTo>
                    <a:lnTo>
                      <a:pt x="329" y="45"/>
                    </a:lnTo>
                    <a:lnTo>
                      <a:pt x="331" y="45"/>
                    </a:lnTo>
                    <a:lnTo>
                      <a:pt x="331" y="45"/>
                    </a:lnTo>
                    <a:lnTo>
                      <a:pt x="331" y="47"/>
                    </a:lnTo>
                    <a:lnTo>
                      <a:pt x="331" y="47"/>
                    </a:lnTo>
                    <a:lnTo>
                      <a:pt x="331" y="47"/>
                    </a:lnTo>
                    <a:lnTo>
                      <a:pt x="334" y="47"/>
                    </a:lnTo>
                    <a:lnTo>
                      <a:pt x="334" y="50"/>
                    </a:lnTo>
                    <a:lnTo>
                      <a:pt x="334" y="50"/>
                    </a:lnTo>
                    <a:lnTo>
                      <a:pt x="334" y="50"/>
                    </a:lnTo>
                    <a:lnTo>
                      <a:pt x="336" y="50"/>
                    </a:lnTo>
                    <a:lnTo>
                      <a:pt x="336" y="50"/>
                    </a:lnTo>
                    <a:lnTo>
                      <a:pt x="339" y="50"/>
                    </a:lnTo>
                    <a:lnTo>
                      <a:pt x="339" y="50"/>
                    </a:lnTo>
                    <a:lnTo>
                      <a:pt x="339" y="50"/>
                    </a:lnTo>
                    <a:lnTo>
                      <a:pt x="339" y="50"/>
                    </a:lnTo>
                    <a:lnTo>
                      <a:pt x="341" y="50"/>
                    </a:lnTo>
                    <a:lnTo>
                      <a:pt x="341" y="52"/>
                    </a:lnTo>
                    <a:lnTo>
                      <a:pt x="341" y="52"/>
                    </a:lnTo>
                    <a:lnTo>
                      <a:pt x="343" y="52"/>
                    </a:lnTo>
                    <a:lnTo>
                      <a:pt x="343" y="50"/>
                    </a:lnTo>
                    <a:lnTo>
                      <a:pt x="343" y="50"/>
                    </a:lnTo>
                    <a:lnTo>
                      <a:pt x="343" y="50"/>
                    </a:lnTo>
                    <a:lnTo>
                      <a:pt x="343" y="50"/>
                    </a:lnTo>
                    <a:lnTo>
                      <a:pt x="346" y="50"/>
                    </a:lnTo>
                    <a:lnTo>
                      <a:pt x="346" y="50"/>
                    </a:lnTo>
                    <a:lnTo>
                      <a:pt x="346" y="50"/>
                    </a:lnTo>
                    <a:lnTo>
                      <a:pt x="346" y="50"/>
                    </a:lnTo>
                    <a:lnTo>
                      <a:pt x="348" y="50"/>
                    </a:lnTo>
                    <a:lnTo>
                      <a:pt x="348" y="50"/>
                    </a:lnTo>
                    <a:lnTo>
                      <a:pt x="350" y="50"/>
                    </a:lnTo>
                    <a:lnTo>
                      <a:pt x="350" y="50"/>
                    </a:lnTo>
                    <a:lnTo>
                      <a:pt x="350" y="50"/>
                    </a:lnTo>
                    <a:lnTo>
                      <a:pt x="353" y="50"/>
                    </a:lnTo>
                    <a:lnTo>
                      <a:pt x="353" y="50"/>
                    </a:lnTo>
                    <a:lnTo>
                      <a:pt x="353" y="50"/>
                    </a:lnTo>
                    <a:lnTo>
                      <a:pt x="353" y="50"/>
                    </a:lnTo>
                    <a:lnTo>
                      <a:pt x="353" y="47"/>
                    </a:lnTo>
                    <a:lnTo>
                      <a:pt x="355" y="47"/>
                    </a:lnTo>
                    <a:lnTo>
                      <a:pt x="355" y="47"/>
                    </a:lnTo>
                    <a:lnTo>
                      <a:pt x="355" y="47"/>
                    </a:lnTo>
                    <a:lnTo>
                      <a:pt x="357" y="47"/>
                    </a:lnTo>
                    <a:lnTo>
                      <a:pt x="357" y="47"/>
                    </a:lnTo>
                    <a:lnTo>
                      <a:pt x="357" y="47"/>
                    </a:lnTo>
                    <a:lnTo>
                      <a:pt x="357" y="45"/>
                    </a:lnTo>
                    <a:lnTo>
                      <a:pt x="360" y="45"/>
                    </a:lnTo>
                    <a:lnTo>
                      <a:pt x="360" y="45"/>
                    </a:lnTo>
                    <a:lnTo>
                      <a:pt x="360" y="45"/>
                    </a:lnTo>
                    <a:lnTo>
                      <a:pt x="362" y="45"/>
                    </a:lnTo>
                    <a:lnTo>
                      <a:pt x="362" y="45"/>
                    </a:lnTo>
                    <a:lnTo>
                      <a:pt x="365" y="45"/>
                    </a:lnTo>
                    <a:lnTo>
                      <a:pt x="365" y="45"/>
                    </a:lnTo>
                    <a:lnTo>
                      <a:pt x="365" y="45"/>
                    </a:lnTo>
                    <a:lnTo>
                      <a:pt x="365" y="45"/>
                    </a:lnTo>
                    <a:lnTo>
                      <a:pt x="367" y="45"/>
                    </a:lnTo>
                    <a:lnTo>
                      <a:pt x="367" y="45"/>
                    </a:lnTo>
                    <a:lnTo>
                      <a:pt x="367" y="45"/>
                    </a:lnTo>
                    <a:lnTo>
                      <a:pt x="369" y="45"/>
                    </a:lnTo>
                    <a:lnTo>
                      <a:pt x="369" y="42"/>
                    </a:lnTo>
                    <a:lnTo>
                      <a:pt x="369" y="42"/>
                    </a:lnTo>
                    <a:lnTo>
                      <a:pt x="372" y="42"/>
                    </a:lnTo>
                    <a:lnTo>
                      <a:pt x="372" y="45"/>
                    </a:lnTo>
                    <a:lnTo>
                      <a:pt x="372" y="45"/>
                    </a:lnTo>
                    <a:lnTo>
                      <a:pt x="372" y="45"/>
                    </a:lnTo>
                    <a:lnTo>
                      <a:pt x="372" y="42"/>
                    </a:lnTo>
                    <a:lnTo>
                      <a:pt x="374" y="42"/>
                    </a:lnTo>
                    <a:lnTo>
                      <a:pt x="374" y="42"/>
                    </a:lnTo>
                    <a:lnTo>
                      <a:pt x="374" y="42"/>
                    </a:lnTo>
                    <a:lnTo>
                      <a:pt x="376" y="42"/>
                    </a:lnTo>
                    <a:lnTo>
                      <a:pt x="376" y="42"/>
                    </a:lnTo>
                    <a:lnTo>
                      <a:pt x="376" y="42"/>
                    </a:lnTo>
                    <a:lnTo>
                      <a:pt x="376" y="42"/>
                    </a:lnTo>
                    <a:lnTo>
                      <a:pt x="379" y="42"/>
                    </a:lnTo>
                    <a:lnTo>
                      <a:pt x="379" y="42"/>
                    </a:lnTo>
                    <a:lnTo>
                      <a:pt x="379" y="42"/>
                    </a:lnTo>
                    <a:lnTo>
                      <a:pt x="379" y="42"/>
                    </a:lnTo>
                    <a:lnTo>
                      <a:pt x="381" y="42"/>
                    </a:lnTo>
                    <a:lnTo>
                      <a:pt x="381" y="42"/>
                    </a:lnTo>
                    <a:lnTo>
                      <a:pt x="383" y="42"/>
                    </a:lnTo>
                    <a:lnTo>
                      <a:pt x="383" y="42"/>
                    </a:lnTo>
                    <a:lnTo>
                      <a:pt x="383" y="42"/>
                    </a:lnTo>
                    <a:lnTo>
                      <a:pt x="383" y="42"/>
                    </a:lnTo>
                    <a:lnTo>
                      <a:pt x="386" y="42"/>
                    </a:lnTo>
                    <a:lnTo>
                      <a:pt x="386" y="42"/>
                    </a:lnTo>
                    <a:lnTo>
                      <a:pt x="386" y="42"/>
                    </a:lnTo>
                    <a:lnTo>
                      <a:pt x="388" y="42"/>
                    </a:lnTo>
                    <a:lnTo>
                      <a:pt x="388" y="42"/>
                    </a:lnTo>
                    <a:lnTo>
                      <a:pt x="391" y="42"/>
                    </a:lnTo>
                    <a:lnTo>
                      <a:pt x="391" y="42"/>
                    </a:lnTo>
                    <a:lnTo>
                      <a:pt x="391" y="42"/>
                    </a:lnTo>
                    <a:lnTo>
                      <a:pt x="393" y="42"/>
                    </a:lnTo>
                    <a:lnTo>
                      <a:pt x="393" y="42"/>
                    </a:lnTo>
                    <a:lnTo>
                      <a:pt x="393" y="45"/>
                    </a:lnTo>
                    <a:lnTo>
                      <a:pt x="393" y="45"/>
                    </a:lnTo>
                    <a:lnTo>
                      <a:pt x="393" y="45"/>
                    </a:lnTo>
                    <a:lnTo>
                      <a:pt x="395" y="45"/>
                    </a:lnTo>
                    <a:lnTo>
                      <a:pt x="395" y="45"/>
                    </a:lnTo>
                    <a:lnTo>
                      <a:pt x="395" y="47"/>
                    </a:lnTo>
                    <a:lnTo>
                      <a:pt x="398" y="47"/>
                    </a:lnTo>
                    <a:lnTo>
                      <a:pt x="398" y="47"/>
                    </a:lnTo>
                    <a:lnTo>
                      <a:pt x="398" y="47"/>
                    </a:lnTo>
                    <a:lnTo>
                      <a:pt x="398" y="45"/>
                    </a:lnTo>
                    <a:lnTo>
                      <a:pt x="400" y="45"/>
                    </a:lnTo>
                    <a:lnTo>
                      <a:pt x="400" y="45"/>
                    </a:lnTo>
                    <a:lnTo>
                      <a:pt x="400" y="45"/>
                    </a:lnTo>
                    <a:lnTo>
                      <a:pt x="402" y="45"/>
                    </a:lnTo>
                    <a:lnTo>
                      <a:pt x="402" y="45"/>
                    </a:lnTo>
                    <a:lnTo>
                      <a:pt x="405" y="45"/>
                    </a:lnTo>
                    <a:lnTo>
                      <a:pt x="405" y="45"/>
                    </a:lnTo>
                    <a:lnTo>
                      <a:pt x="405" y="45"/>
                    </a:lnTo>
                    <a:lnTo>
                      <a:pt x="407" y="45"/>
                    </a:lnTo>
                    <a:lnTo>
                      <a:pt x="407" y="45"/>
                    </a:lnTo>
                    <a:lnTo>
                      <a:pt x="410" y="45"/>
                    </a:lnTo>
                    <a:lnTo>
                      <a:pt x="410" y="47"/>
                    </a:lnTo>
                    <a:lnTo>
                      <a:pt x="410" y="47"/>
                    </a:lnTo>
                    <a:lnTo>
                      <a:pt x="410" y="47"/>
                    </a:lnTo>
                    <a:lnTo>
                      <a:pt x="410" y="47"/>
                    </a:lnTo>
                    <a:lnTo>
                      <a:pt x="412" y="47"/>
                    </a:lnTo>
                    <a:lnTo>
                      <a:pt x="412" y="47"/>
                    </a:lnTo>
                    <a:lnTo>
                      <a:pt x="412" y="50"/>
                    </a:lnTo>
                    <a:lnTo>
                      <a:pt x="412" y="50"/>
                    </a:lnTo>
                    <a:lnTo>
                      <a:pt x="412" y="50"/>
                    </a:lnTo>
                    <a:lnTo>
                      <a:pt x="414" y="50"/>
                    </a:lnTo>
                    <a:lnTo>
                      <a:pt x="414" y="52"/>
                    </a:lnTo>
                    <a:lnTo>
                      <a:pt x="414" y="52"/>
                    </a:lnTo>
                    <a:lnTo>
                      <a:pt x="414" y="52"/>
                    </a:lnTo>
                    <a:lnTo>
                      <a:pt x="414" y="52"/>
                    </a:lnTo>
                    <a:lnTo>
                      <a:pt x="417" y="52"/>
                    </a:lnTo>
                    <a:lnTo>
                      <a:pt x="417" y="52"/>
                    </a:lnTo>
                    <a:lnTo>
                      <a:pt x="417" y="54"/>
                    </a:lnTo>
                    <a:lnTo>
                      <a:pt x="417" y="54"/>
                    </a:lnTo>
                    <a:lnTo>
                      <a:pt x="419" y="54"/>
                    </a:lnTo>
                    <a:lnTo>
                      <a:pt x="419" y="54"/>
                    </a:lnTo>
                    <a:lnTo>
                      <a:pt x="419" y="54"/>
                    </a:lnTo>
                    <a:lnTo>
                      <a:pt x="421" y="54"/>
                    </a:lnTo>
                    <a:lnTo>
                      <a:pt x="421" y="54"/>
                    </a:lnTo>
                    <a:lnTo>
                      <a:pt x="421" y="54"/>
                    </a:lnTo>
                    <a:lnTo>
                      <a:pt x="424" y="54"/>
                    </a:lnTo>
                    <a:lnTo>
                      <a:pt x="424" y="54"/>
                    </a:lnTo>
                    <a:lnTo>
                      <a:pt x="424" y="54"/>
                    </a:lnTo>
                    <a:lnTo>
                      <a:pt x="424" y="54"/>
                    </a:lnTo>
                    <a:lnTo>
                      <a:pt x="424" y="54"/>
                    </a:lnTo>
                    <a:lnTo>
                      <a:pt x="426" y="54"/>
                    </a:lnTo>
                    <a:lnTo>
                      <a:pt x="426" y="54"/>
                    </a:lnTo>
                    <a:lnTo>
                      <a:pt x="426" y="54"/>
                    </a:lnTo>
                    <a:lnTo>
                      <a:pt x="428" y="54"/>
                    </a:lnTo>
                    <a:lnTo>
                      <a:pt x="428" y="54"/>
                    </a:lnTo>
                    <a:lnTo>
                      <a:pt x="431" y="54"/>
                    </a:lnTo>
                    <a:lnTo>
                      <a:pt x="431" y="54"/>
                    </a:lnTo>
                    <a:lnTo>
                      <a:pt x="431" y="57"/>
                    </a:lnTo>
                    <a:lnTo>
                      <a:pt x="431" y="57"/>
                    </a:lnTo>
                    <a:lnTo>
                      <a:pt x="433" y="57"/>
                    </a:lnTo>
                    <a:lnTo>
                      <a:pt x="433" y="57"/>
                    </a:lnTo>
                    <a:lnTo>
                      <a:pt x="433" y="57"/>
                    </a:lnTo>
                    <a:lnTo>
                      <a:pt x="433" y="59"/>
                    </a:lnTo>
                    <a:lnTo>
                      <a:pt x="433" y="59"/>
                    </a:lnTo>
                    <a:lnTo>
                      <a:pt x="433" y="61"/>
                    </a:lnTo>
                    <a:lnTo>
                      <a:pt x="433" y="61"/>
                    </a:lnTo>
                    <a:lnTo>
                      <a:pt x="433" y="61"/>
                    </a:lnTo>
                    <a:lnTo>
                      <a:pt x="433" y="61"/>
                    </a:lnTo>
                    <a:lnTo>
                      <a:pt x="433" y="64"/>
                    </a:lnTo>
                    <a:lnTo>
                      <a:pt x="436" y="64"/>
                    </a:lnTo>
                    <a:lnTo>
                      <a:pt x="436" y="64"/>
                    </a:lnTo>
                    <a:lnTo>
                      <a:pt x="436" y="64"/>
                    </a:lnTo>
                    <a:lnTo>
                      <a:pt x="438" y="64"/>
                    </a:lnTo>
                    <a:lnTo>
                      <a:pt x="438" y="66"/>
                    </a:lnTo>
                    <a:lnTo>
                      <a:pt x="438" y="66"/>
                    </a:lnTo>
                    <a:lnTo>
                      <a:pt x="438" y="66"/>
                    </a:lnTo>
                    <a:lnTo>
                      <a:pt x="440" y="66"/>
                    </a:lnTo>
                    <a:lnTo>
                      <a:pt x="440" y="66"/>
                    </a:lnTo>
                    <a:lnTo>
                      <a:pt x="440" y="66"/>
                    </a:lnTo>
                    <a:lnTo>
                      <a:pt x="440" y="66"/>
                    </a:lnTo>
                    <a:lnTo>
                      <a:pt x="440" y="69"/>
                    </a:lnTo>
                    <a:lnTo>
                      <a:pt x="443" y="69"/>
                    </a:lnTo>
                    <a:lnTo>
                      <a:pt x="443" y="69"/>
                    </a:lnTo>
                    <a:lnTo>
                      <a:pt x="443" y="69"/>
                    </a:lnTo>
                    <a:lnTo>
                      <a:pt x="445" y="69"/>
                    </a:lnTo>
                    <a:lnTo>
                      <a:pt x="445" y="71"/>
                    </a:lnTo>
                    <a:lnTo>
                      <a:pt x="445" y="71"/>
                    </a:lnTo>
                    <a:lnTo>
                      <a:pt x="445" y="71"/>
                    </a:lnTo>
                    <a:lnTo>
                      <a:pt x="445" y="71"/>
                    </a:lnTo>
                    <a:lnTo>
                      <a:pt x="447" y="71"/>
                    </a:lnTo>
                    <a:lnTo>
                      <a:pt x="447" y="71"/>
                    </a:lnTo>
                    <a:lnTo>
                      <a:pt x="450" y="71"/>
                    </a:lnTo>
                    <a:lnTo>
                      <a:pt x="450" y="71"/>
                    </a:lnTo>
                    <a:lnTo>
                      <a:pt x="450" y="71"/>
                    </a:lnTo>
                    <a:lnTo>
                      <a:pt x="452" y="71"/>
                    </a:lnTo>
                    <a:lnTo>
                      <a:pt x="452" y="71"/>
                    </a:lnTo>
                    <a:lnTo>
                      <a:pt x="452" y="71"/>
                    </a:lnTo>
                    <a:lnTo>
                      <a:pt x="454" y="71"/>
                    </a:lnTo>
                    <a:lnTo>
                      <a:pt x="454" y="71"/>
                    </a:lnTo>
                    <a:lnTo>
                      <a:pt x="454" y="71"/>
                    </a:lnTo>
                    <a:lnTo>
                      <a:pt x="457" y="71"/>
                    </a:lnTo>
                    <a:lnTo>
                      <a:pt x="457" y="71"/>
                    </a:lnTo>
                    <a:lnTo>
                      <a:pt x="457" y="71"/>
                    </a:lnTo>
                    <a:lnTo>
                      <a:pt x="457" y="71"/>
                    </a:lnTo>
                    <a:lnTo>
                      <a:pt x="459" y="71"/>
                    </a:lnTo>
                    <a:lnTo>
                      <a:pt x="459" y="71"/>
                    </a:lnTo>
                    <a:lnTo>
                      <a:pt x="459" y="71"/>
                    </a:lnTo>
                    <a:lnTo>
                      <a:pt x="459" y="71"/>
                    </a:lnTo>
                    <a:lnTo>
                      <a:pt x="462" y="71"/>
                    </a:lnTo>
                    <a:lnTo>
                      <a:pt x="462" y="71"/>
                    </a:lnTo>
                    <a:lnTo>
                      <a:pt x="462" y="71"/>
                    </a:lnTo>
                    <a:lnTo>
                      <a:pt x="464" y="71"/>
                    </a:lnTo>
                    <a:lnTo>
                      <a:pt x="464" y="71"/>
                    </a:lnTo>
                    <a:lnTo>
                      <a:pt x="464" y="71"/>
                    </a:lnTo>
                    <a:lnTo>
                      <a:pt x="464" y="73"/>
                    </a:lnTo>
                    <a:lnTo>
                      <a:pt x="466" y="73"/>
                    </a:lnTo>
                    <a:lnTo>
                      <a:pt x="466" y="73"/>
                    </a:lnTo>
                    <a:lnTo>
                      <a:pt x="466" y="73"/>
                    </a:lnTo>
                    <a:lnTo>
                      <a:pt x="466" y="73"/>
                    </a:lnTo>
                    <a:lnTo>
                      <a:pt x="466" y="73"/>
                    </a:lnTo>
                    <a:lnTo>
                      <a:pt x="469" y="73"/>
                    </a:lnTo>
                    <a:lnTo>
                      <a:pt x="469" y="73"/>
                    </a:lnTo>
                    <a:lnTo>
                      <a:pt x="471" y="73"/>
                    </a:lnTo>
                    <a:lnTo>
                      <a:pt x="471" y="73"/>
                    </a:lnTo>
                    <a:lnTo>
                      <a:pt x="471" y="73"/>
                    </a:lnTo>
                    <a:lnTo>
                      <a:pt x="471" y="73"/>
                    </a:lnTo>
                    <a:lnTo>
                      <a:pt x="471" y="73"/>
                    </a:lnTo>
                    <a:lnTo>
                      <a:pt x="473" y="73"/>
                    </a:lnTo>
                    <a:lnTo>
                      <a:pt x="473" y="73"/>
                    </a:lnTo>
                    <a:lnTo>
                      <a:pt x="473" y="73"/>
                    </a:lnTo>
                    <a:lnTo>
                      <a:pt x="476" y="73"/>
                    </a:lnTo>
                    <a:lnTo>
                      <a:pt x="476" y="73"/>
                    </a:lnTo>
                    <a:lnTo>
                      <a:pt x="478" y="73"/>
                    </a:lnTo>
                    <a:lnTo>
                      <a:pt x="478" y="73"/>
                    </a:lnTo>
                    <a:lnTo>
                      <a:pt x="478" y="73"/>
                    </a:lnTo>
                    <a:lnTo>
                      <a:pt x="478" y="76"/>
                    </a:lnTo>
                    <a:lnTo>
                      <a:pt x="481" y="76"/>
                    </a:lnTo>
                    <a:lnTo>
                      <a:pt x="481" y="76"/>
                    </a:lnTo>
                    <a:lnTo>
                      <a:pt x="483" y="76"/>
                    </a:lnTo>
                    <a:lnTo>
                      <a:pt x="483" y="76"/>
                    </a:lnTo>
                    <a:lnTo>
                      <a:pt x="483" y="76"/>
                    </a:lnTo>
                    <a:lnTo>
                      <a:pt x="485" y="76"/>
                    </a:lnTo>
                    <a:lnTo>
                      <a:pt x="485" y="73"/>
                    </a:lnTo>
                    <a:lnTo>
                      <a:pt x="485" y="73"/>
                    </a:lnTo>
                    <a:lnTo>
                      <a:pt x="485" y="73"/>
                    </a:lnTo>
                    <a:lnTo>
                      <a:pt x="485" y="73"/>
                    </a:lnTo>
                    <a:lnTo>
                      <a:pt x="488" y="73"/>
                    </a:lnTo>
                    <a:lnTo>
                      <a:pt x="488" y="73"/>
                    </a:lnTo>
                    <a:lnTo>
                      <a:pt x="488" y="73"/>
                    </a:lnTo>
                    <a:lnTo>
                      <a:pt x="490" y="73"/>
                    </a:lnTo>
                    <a:lnTo>
                      <a:pt x="490" y="76"/>
                    </a:lnTo>
                    <a:lnTo>
                      <a:pt x="490" y="76"/>
                    </a:lnTo>
                    <a:lnTo>
                      <a:pt x="490" y="76"/>
                    </a:lnTo>
                    <a:lnTo>
                      <a:pt x="492" y="76"/>
                    </a:lnTo>
                    <a:lnTo>
                      <a:pt x="492" y="76"/>
                    </a:lnTo>
                    <a:lnTo>
                      <a:pt x="492" y="76"/>
                    </a:lnTo>
                    <a:lnTo>
                      <a:pt x="492" y="76"/>
                    </a:lnTo>
                    <a:lnTo>
                      <a:pt x="492" y="76"/>
                    </a:lnTo>
                    <a:lnTo>
                      <a:pt x="495" y="76"/>
                    </a:lnTo>
                    <a:lnTo>
                      <a:pt x="495" y="76"/>
                    </a:lnTo>
                    <a:lnTo>
                      <a:pt x="497" y="76"/>
                    </a:lnTo>
                    <a:lnTo>
                      <a:pt x="497" y="76"/>
                    </a:lnTo>
                    <a:lnTo>
                      <a:pt x="497" y="76"/>
                    </a:lnTo>
                    <a:lnTo>
                      <a:pt x="497" y="73"/>
                    </a:lnTo>
                    <a:lnTo>
                      <a:pt x="499" y="73"/>
                    </a:lnTo>
                    <a:lnTo>
                      <a:pt x="499" y="73"/>
                    </a:lnTo>
                    <a:lnTo>
                      <a:pt x="499" y="73"/>
                    </a:lnTo>
                    <a:lnTo>
                      <a:pt x="499" y="73"/>
                    </a:lnTo>
                    <a:lnTo>
                      <a:pt x="502" y="73"/>
                    </a:lnTo>
                    <a:lnTo>
                      <a:pt x="502" y="73"/>
                    </a:lnTo>
                    <a:lnTo>
                      <a:pt x="502" y="73"/>
                    </a:lnTo>
                    <a:lnTo>
                      <a:pt x="504" y="73"/>
                    </a:lnTo>
                    <a:lnTo>
                      <a:pt x="504" y="71"/>
                    </a:lnTo>
                    <a:lnTo>
                      <a:pt x="504" y="71"/>
                    </a:lnTo>
                    <a:lnTo>
                      <a:pt x="504" y="71"/>
                    </a:lnTo>
                    <a:lnTo>
                      <a:pt x="507" y="71"/>
                    </a:lnTo>
                    <a:lnTo>
                      <a:pt x="507" y="71"/>
                    </a:lnTo>
                    <a:lnTo>
                      <a:pt x="507" y="71"/>
                    </a:lnTo>
                    <a:lnTo>
                      <a:pt x="507" y="71"/>
                    </a:lnTo>
                    <a:lnTo>
                      <a:pt x="509" y="71"/>
                    </a:lnTo>
                    <a:lnTo>
                      <a:pt x="509" y="71"/>
                    </a:lnTo>
                    <a:lnTo>
                      <a:pt x="509" y="71"/>
                    </a:lnTo>
                    <a:lnTo>
                      <a:pt x="511" y="71"/>
                    </a:lnTo>
                    <a:lnTo>
                      <a:pt x="511" y="71"/>
                    </a:lnTo>
                    <a:lnTo>
                      <a:pt x="511" y="71"/>
                    </a:lnTo>
                    <a:lnTo>
                      <a:pt x="511" y="71"/>
                    </a:lnTo>
                    <a:lnTo>
                      <a:pt x="514" y="71"/>
                    </a:lnTo>
                    <a:lnTo>
                      <a:pt x="514" y="69"/>
                    </a:lnTo>
                    <a:lnTo>
                      <a:pt x="514" y="69"/>
                    </a:lnTo>
                    <a:lnTo>
                      <a:pt x="516" y="69"/>
                    </a:lnTo>
                    <a:lnTo>
                      <a:pt x="516" y="69"/>
                    </a:lnTo>
                    <a:lnTo>
                      <a:pt x="516" y="71"/>
                    </a:lnTo>
                    <a:lnTo>
                      <a:pt x="516" y="71"/>
                    </a:lnTo>
                    <a:lnTo>
                      <a:pt x="518" y="71"/>
                    </a:lnTo>
                    <a:lnTo>
                      <a:pt x="518" y="71"/>
                    </a:lnTo>
                    <a:lnTo>
                      <a:pt x="518" y="69"/>
                    </a:lnTo>
                    <a:lnTo>
                      <a:pt x="518" y="69"/>
                    </a:lnTo>
                    <a:lnTo>
                      <a:pt x="521" y="69"/>
                    </a:lnTo>
                    <a:lnTo>
                      <a:pt x="521" y="69"/>
                    </a:lnTo>
                    <a:lnTo>
                      <a:pt x="523" y="69"/>
                    </a:lnTo>
                    <a:lnTo>
                      <a:pt x="523" y="69"/>
                    </a:lnTo>
                    <a:lnTo>
                      <a:pt x="523" y="69"/>
                    </a:lnTo>
                    <a:lnTo>
                      <a:pt x="523" y="69"/>
                    </a:lnTo>
                    <a:lnTo>
                      <a:pt x="525" y="69"/>
                    </a:lnTo>
                    <a:lnTo>
                      <a:pt x="525" y="69"/>
                    </a:lnTo>
                    <a:lnTo>
                      <a:pt x="525" y="66"/>
                    </a:lnTo>
                    <a:lnTo>
                      <a:pt x="525" y="66"/>
                    </a:lnTo>
                    <a:lnTo>
                      <a:pt x="528" y="66"/>
                    </a:lnTo>
                    <a:lnTo>
                      <a:pt x="528" y="66"/>
                    </a:lnTo>
                    <a:lnTo>
                      <a:pt x="530" y="66"/>
                    </a:lnTo>
                    <a:lnTo>
                      <a:pt x="530" y="66"/>
                    </a:lnTo>
                    <a:lnTo>
                      <a:pt x="530" y="66"/>
                    </a:lnTo>
                    <a:lnTo>
                      <a:pt x="530" y="66"/>
                    </a:lnTo>
                    <a:lnTo>
                      <a:pt x="533" y="66"/>
                    </a:lnTo>
                    <a:lnTo>
                      <a:pt x="533" y="66"/>
                    </a:lnTo>
                    <a:lnTo>
                      <a:pt x="533" y="66"/>
                    </a:lnTo>
                    <a:lnTo>
                      <a:pt x="535" y="66"/>
                    </a:lnTo>
                    <a:lnTo>
                      <a:pt x="535" y="66"/>
                    </a:lnTo>
                    <a:lnTo>
                      <a:pt x="535" y="66"/>
                    </a:lnTo>
                    <a:lnTo>
                      <a:pt x="537" y="66"/>
                    </a:lnTo>
                    <a:lnTo>
                      <a:pt x="537" y="66"/>
                    </a:lnTo>
                    <a:lnTo>
                      <a:pt x="537" y="66"/>
                    </a:lnTo>
                    <a:lnTo>
                      <a:pt x="537" y="66"/>
                    </a:lnTo>
                    <a:lnTo>
                      <a:pt x="540" y="66"/>
                    </a:lnTo>
                    <a:lnTo>
                      <a:pt x="540" y="66"/>
                    </a:lnTo>
                    <a:lnTo>
                      <a:pt x="540" y="64"/>
                    </a:lnTo>
                    <a:lnTo>
                      <a:pt x="540" y="64"/>
                    </a:lnTo>
                    <a:lnTo>
                      <a:pt x="542" y="64"/>
                    </a:lnTo>
                    <a:lnTo>
                      <a:pt x="542" y="64"/>
                    </a:lnTo>
                    <a:lnTo>
                      <a:pt x="544" y="64"/>
                    </a:lnTo>
                    <a:lnTo>
                      <a:pt x="544" y="64"/>
                    </a:lnTo>
                    <a:lnTo>
                      <a:pt x="544" y="61"/>
                    </a:lnTo>
                    <a:lnTo>
                      <a:pt x="544" y="61"/>
                    </a:lnTo>
                    <a:lnTo>
                      <a:pt x="544" y="61"/>
                    </a:lnTo>
                    <a:lnTo>
                      <a:pt x="544" y="61"/>
                    </a:lnTo>
                    <a:lnTo>
                      <a:pt x="544" y="61"/>
                    </a:lnTo>
                    <a:lnTo>
                      <a:pt x="544" y="59"/>
                    </a:lnTo>
                    <a:lnTo>
                      <a:pt x="547" y="59"/>
                    </a:lnTo>
                    <a:lnTo>
                      <a:pt x="547" y="59"/>
                    </a:lnTo>
                    <a:lnTo>
                      <a:pt x="547" y="59"/>
                    </a:lnTo>
                    <a:lnTo>
                      <a:pt x="547" y="59"/>
                    </a:lnTo>
                    <a:lnTo>
                      <a:pt x="547" y="57"/>
                    </a:lnTo>
                    <a:lnTo>
                      <a:pt x="549" y="57"/>
                    </a:lnTo>
                    <a:lnTo>
                      <a:pt x="549" y="57"/>
                    </a:lnTo>
                    <a:lnTo>
                      <a:pt x="549" y="57"/>
                    </a:lnTo>
                    <a:lnTo>
                      <a:pt x="552" y="57"/>
                    </a:lnTo>
                    <a:lnTo>
                      <a:pt x="552" y="57"/>
                    </a:lnTo>
                    <a:lnTo>
                      <a:pt x="552" y="54"/>
                    </a:lnTo>
                    <a:lnTo>
                      <a:pt x="552" y="54"/>
                    </a:lnTo>
                    <a:lnTo>
                      <a:pt x="554" y="54"/>
                    </a:lnTo>
                    <a:lnTo>
                      <a:pt x="554" y="54"/>
                    </a:lnTo>
                    <a:lnTo>
                      <a:pt x="554" y="54"/>
                    </a:lnTo>
                    <a:lnTo>
                      <a:pt x="554" y="52"/>
                    </a:lnTo>
                    <a:lnTo>
                      <a:pt x="556" y="52"/>
                    </a:lnTo>
                    <a:lnTo>
                      <a:pt x="556" y="52"/>
                    </a:lnTo>
                    <a:lnTo>
                      <a:pt x="556" y="52"/>
                    </a:lnTo>
                    <a:lnTo>
                      <a:pt x="556" y="52"/>
                    </a:lnTo>
                    <a:lnTo>
                      <a:pt x="559" y="52"/>
                    </a:lnTo>
                    <a:lnTo>
                      <a:pt x="559" y="52"/>
                    </a:lnTo>
                    <a:lnTo>
                      <a:pt x="559" y="52"/>
                    </a:lnTo>
                    <a:lnTo>
                      <a:pt x="561" y="52"/>
                    </a:lnTo>
                    <a:lnTo>
                      <a:pt x="561" y="52"/>
                    </a:lnTo>
                    <a:lnTo>
                      <a:pt x="561" y="52"/>
                    </a:lnTo>
                    <a:lnTo>
                      <a:pt x="563" y="52"/>
                    </a:lnTo>
                    <a:lnTo>
                      <a:pt x="563" y="50"/>
                    </a:lnTo>
                    <a:lnTo>
                      <a:pt x="563" y="50"/>
                    </a:lnTo>
                    <a:lnTo>
                      <a:pt x="563" y="50"/>
                    </a:lnTo>
                    <a:lnTo>
                      <a:pt x="566" y="50"/>
                    </a:lnTo>
                    <a:lnTo>
                      <a:pt x="566" y="50"/>
                    </a:lnTo>
                    <a:lnTo>
                      <a:pt x="566" y="50"/>
                    </a:lnTo>
                    <a:lnTo>
                      <a:pt x="566" y="50"/>
                    </a:lnTo>
                    <a:lnTo>
                      <a:pt x="566" y="47"/>
                    </a:lnTo>
                    <a:lnTo>
                      <a:pt x="568" y="47"/>
                    </a:lnTo>
                    <a:lnTo>
                      <a:pt x="568" y="47"/>
                    </a:lnTo>
                    <a:lnTo>
                      <a:pt x="570" y="47"/>
                    </a:lnTo>
                    <a:lnTo>
                      <a:pt x="570" y="47"/>
                    </a:lnTo>
                    <a:lnTo>
                      <a:pt x="570" y="47"/>
                    </a:lnTo>
                    <a:lnTo>
                      <a:pt x="570" y="47"/>
                    </a:lnTo>
                    <a:lnTo>
                      <a:pt x="570" y="47"/>
                    </a:lnTo>
                    <a:lnTo>
                      <a:pt x="573" y="47"/>
                    </a:lnTo>
                    <a:lnTo>
                      <a:pt x="573" y="47"/>
                    </a:lnTo>
                    <a:lnTo>
                      <a:pt x="573" y="47"/>
                    </a:lnTo>
                    <a:lnTo>
                      <a:pt x="575" y="47"/>
                    </a:lnTo>
                    <a:lnTo>
                      <a:pt x="575" y="47"/>
                    </a:lnTo>
                    <a:lnTo>
                      <a:pt x="578" y="47"/>
                    </a:lnTo>
                    <a:lnTo>
                      <a:pt x="578" y="47"/>
                    </a:lnTo>
                    <a:lnTo>
                      <a:pt x="578" y="47"/>
                    </a:lnTo>
                    <a:lnTo>
                      <a:pt x="580" y="47"/>
                    </a:lnTo>
                    <a:lnTo>
                      <a:pt x="580" y="47"/>
                    </a:lnTo>
                    <a:lnTo>
                      <a:pt x="580" y="47"/>
                    </a:lnTo>
                    <a:lnTo>
                      <a:pt x="580" y="50"/>
                    </a:lnTo>
                    <a:lnTo>
                      <a:pt x="582" y="50"/>
                    </a:lnTo>
                    <a:lnTo>
                      <a:pt x="582" y="50"/>
                    </a:lnTo>
                    <a:lnTo>
                      <a:pt x="585" y="50"/>
                    </a:lnTo>
                    <a:lnTo>
                      <a:pt x="585" y="50"/>
                    </a:lnTo>
                    <a:lnTo>
                      <a:pt x="585" y="50"/>
                    </a:lnTo>
                    <a:lnTo>
                      <a:pt x="585" y="50"/>
                    </a:lnTo>
                    <a:lnTo>
                      <a:pt x="585" y="52"/>
                    </a:lnTo>
                    <a:lnTo>
                      <a:pt x="587" y="52"/>
                    </a:lnTo>
                    <a:lnTo>
                      <a:pt x="587" y="52"/>
                    </a:lnTo>
                    <a:lnTo>
                      <a:pt x="587" y="52"/>
                    </a:lnTo>
                    <a:lnTo>
                      <a:pt x="587" y="52"/>
                    </a:lnTo>
                    <a:lnTo>
                      <a:pt x="589" y="52"/>
                    </a:lnTo>
                    <a:lnTo>
                      <a:pt x="589" y="54"/>
                    </a:lnTo>
                    <a:lnTo>
                      <a:pt x="589" y="54"/>
                    </a:lnTo>
                    <a:lnTo>
                      <a:pt x="589" y="54"/>
                    </a:lnTo>
                    <a:lnTo>
                      <a:pt x="589" y="54"/>
                    </a:lnTo>
                    <a:lnTo>
                      <a:pt x="592" y="54"/>
                    </a:lnTo>
                    <a:lnTo>
                      <a:pt x="592" y="54"/>
                    </a:lnTo>
                    <a:lnTo>
                      <a:pt x="592" y="57"/>
                    </a:lnTo>
                    <a:lnTo>
                      <a:pt x="592" y="57"/>
                    </a:lnTo>
                    <a:lnTo>
                      <a:pt x="594" y="57"/>
                    </a:lnTo>
                    <a:lnTo>
                      <a:pt x="594" y="57"/>
                    </a:lnTo>
                    <a:lnTo>
                      <a:pt x="596" y="57"/>
                    </a:lnTo>
                    <a:lnTo>
                      <a:pt x="596" y="57"/>
                    </a:lnTo>
                    <a:lnTo>
                      <a:pt x="596" y="57"/>
                    </a:lnTo>
                    <a:lnTo>
                      <a:pt x="599" y="57"/>
                    </a:lnTo>
                    <a:lnTo>
                      <a:pt x="599" y="57"/>
                    </a:lnTo>
                    <a:lnTo>
                      <a:pt x="599" y="57"/>
                    </a:lnTo>
                    <a:lnTo>
                      <a:pt x="599" y="57"/>
                    </a:lnTo>
                    <a:lnTo>
                      <a:pt x="601" y="57"/>
                    </a:lnTo>
                    <a:lnTo>
                      <a:pt x="601" y="57"/>
                    </a:lnTo>
                    <a:lnTo>
                      <a:pt x="601" y="57"/>
                    </a:lnTo>
                    <a:lnTo>
                      <a:pt x="604" y="57"/>
                    </a:lnTo>
                    <a:lnTo>
                      <a:pt x="604" y="57"/>
                    </a:lnTo>
                    <a:lnTo>
                      <a:pt x="604" y="54"/>
                    </a:lnTo>
                    <a:lnTo>
                      <a:pt x="604" y="54"/>
                    </a:lnTo>
                    <a:lnTo>
                      <a:pt x="606" y="54"/>
                    </a:lnTo>
                    <a:lnTo>
                      <a:pt x="606" y="54"/>
                    </a:lnTo>
                    <a:lnTo>
                      <a:pt x="606" y="54"/>
                    </a:lnTo>
                    <a:lnTo>
                      <a:pt x="606" y="54"/>
                    </a:lnTo>
                    <a:lnTo>
                      <a:pt x="608" y="54"/>
                    </a:lnTo>
                    <a:lnTo>
                      <a:pt x="608" y="54"/>
                    </a:lnTo>
                    <a:lnTo>
                      <a:pt x="608" y="52"/>
                    </a:lnTo>
                    <a:lnTo>
                      <a:pt x="611" y="52"/>
                    </a:lnTo>
                    <a:lnTo>
                      <a:pt x="611" y="52"/>
                    </a:lnTo>
                    <a:lnTo>
                      <a:pt x="611" y="52"/>
                    </a:lnTo>
                    <a:lnTo>
                      <a:pt x="613" y="52"/>
                    </a:lnTo>
                    <a:lnTo>
                      <a:pt x="613" y="54"/>
                    </a:lnTo>
                    <a:lnTo>
                      <a:pt x="613" y="54"/>
                    </a:lnTo>
                    <a:lnTo>
                      <a:pt x="613" y="54"/>
                    </a:lnTo>
                    <a:lnTo>
                      <a:pt x="615" y="54"/>
                    </a:lnTo>
                    <a:lnTo>
                      <a:pt x="615" y="54"/>
                    </a:lnTo>
                    <a:lnTo>
                      <a:pt x="615" y="54"/>
                    </a:lnTo>
                    <a:lnTo>
                      <a:pt x="618" y="54"/>
                    </a:lnTo>
                    <a:lnTo>
                      <a:pt x="618" y="54"/>
                    </a:lnTo>
                    <a:lnTo>
                      <a:pt x="618" y="54"/>
                    </a:lnTo>
                    <a:lnTo>
                      <a:pt x="620" y="54"/>
                    </a:lnTo>
                    <a:lnTo>
                      <a:pt x="620" y="57"/>
                    </a:lnTo>
                    <a:lnTo>
                      <a:pt x="620" y="57"/>
                    </a:lnTo>
                    <a:lnTo>
                      <a:pt x="620" y="57"/>
                    </a:lnTo>
                    <a:lnTo>
                      <a:pt x="623" y="57"/>
                    </a:lnTo>
                    <a:lnTo>
                      <a:pt x="623" y="59"/>
                    </a:lnTo>
                    <a:lnTo>
                      <a:pt x="620" y="59"/>
                    </a:lnTo>
                    <a:lnTo>
                      <a:pt x="620" y="59"/>
                    </a:lnTo>
                    <a:lnTo>
                      <a:pt x="620" y="61"/>
                    </a:lnTo>
                    <a:lnTo>
                      <a:pt x="620" y="61"/>
                    </a:lnTo>
                    <a:lnTo>
                      <a:pt x="620" y="61"/>
                    </a:lnTo>
                    <a:lnTo>
                      <a:pt x="618" y="61"/>
                    </a:lnTo>
                    <a:lnTo>
                      <a:pt x="618" y="61"/>
                    </a:lnTo>
                    <a:lnTo>
                      <a:pt x="618" y="64"/>
                    </a:lnTo>
                    <a:lnTo>
                      <a:pt x="618" y="64"/>
                    </a:lnTo>
                    <a:lnTo>
                      <a:pt x="618" y="64"/>
                    </a:lnTo>
                    <a:lnTo>
                      <a:pt x="618" y="64"/>
                    </a:lnTo>
                    <a:lnTo>
                      <a:pt x="618" y="66"/>
                    </a:lnTo>
                    <a:lnTo>
                      <a:pt x="618" y="66"/>
                    </a:lnTo>
                    <a:lnTo>
                      <a:pt x="615" y="66"/>
                    </a:lnTo>
                    <a:lnTo>
                      <a:pt x="615" y="69"/>
                    </a:lnTo>
                    <a:lnTo>
                      <a:pt x="615" y="69"/>
                    </a:lnTo>
                    <a:lnTo>
                      <a:pt x="615" y="69"/>
                    </a:lnTo>
                    <a:lnTo>
                      <a:pt x="613" y="69"/>
                    </a:lnTo>
                    <a:lnTo>
                      <a:pt x="613" y="71"/>
                    </a:lnTo>
                    <a:lnTo>
                      <a:pt x="613" y="71"/>
                    </a:lnTo>
                    <a:lnTo>
                      <a:pt x="613" y="71"/>
                    </a:lnTo>
                    <a:lnTo>
                      <a:pt x="613" y="73"/>
                    </a:lnTo>
                    <a:lnTo>
                      <a:pt x="613" y="73"/>
                    </a:lnTo>
                    <a:lnTo>
                      <a:pt x="613" y="73"/>
                    </a:lnTo>
                    <a:lnTo>
                      <a:pt x="613" y="73"/>
                    </a:lnTo>
                    <a:lnTo>
                      <a:pt x="611" y="73"/>
                    </a:lnTo>
                    <a:lnTo>
                      <a:pt x="611" y="76"/>
                    </a:lnTo>
                    <a:lnTo>
                      <a:pt x="611" y="76"/>
                    </a:lnTo>
                    <a:lnTo>
                      <a:pt x="611" y="76"/>
                    </a:lnTo>
                    <a:lnTo>
                      <a:pt x="611" y="78"/>
                    </a:lnTo>
                    <a:lnTo>
                      <a:pt x="611" y="78"/>
                    </a:lnTo>
                    <a:lnTo>
                      <a:pt x="611" y="78"/>
                    </a:lnTo>
                    <a:lnTo>
                      <a:pt x="611" y="80"/>
                    </a:lnTo>
                    <a:lnTo>
                      <a:pt x="608" y="80"/>
                    </a:lnTo>
                    <a:lnTo>
                      <a:pt x="608" y="80"/>
                    </a:lnTo>
                    <a:lnTo>
                      <a:pt x="608" y="80"/>
                    </a:lnTo>
                    <a:lnTo>
                      <a:pt x="608" y="83"/>
                    </a:lnTo>
                    <a:lnTo>
                      <a:pt x="608" y="83"/>
                    </a:lnTo>
                    <a:lnTo>
                      <a:pt x="608" y="83"/>
                    </a:lnTo>
                    <a:lnTo>
                      <a:pt x="608" y="83"/>
                    </a:lnTo>
                    <a:lnTo>
                      <a:pt x="608" y="85"/>
                    </a:lnTo>
                    <a:lnTo>
                      <a:pt x="608" y="85"/>
                    </a:lnTo>
                    <a:lnTo>
                      <a:pt x="608" y="85"/>
                    </a:lnTo>
                    <a:lnTo>
                      <a:pt x="606" y="85"/>
                    </a:lnTo>
                    <a:lnTo>
                      <a:pt x="606" y="87"/>
                    </a:lnTo>
                    <a:lnTo>
                      <a:pt x="606" y="87"/>
                    </a:lnTo>
                    <a:lnTo>
                      <a:pt x="606" y="87"/>
                    </a:lnTo>
                    <a:lnTo>
                      <a:pt x="606" y="87"/>
                    </a:lnTo>
                    <a:lnTo>
                      <a:pt x="606" y="90"/>
                    </a:lnTo>
                    <a:lnTo>
                      <a:pt x="604" y="90"/>
                    </a:lnTo>
                    <a:lnTo>
                      <a:pt x="604" y="90"/>
                    </a:lnTo>
                    <a:lnTo>
                      <a:pt x="604" y="90"/>
                    </a:lnTo>
                    <a:lnTo>
                      <a:pt x="604" y="92"/>
                    </a:lnTo>
                    <a:lnTo>
                      <a:pt x="604" y="92"/>
                    </a:lnTo>
                    <a:lnTo>
                      <a:pt x="604" y="92"/>
                    </a:lnTo>
                    <a:lnTo>
                      <a:pt x="604" y="92"/>
                    </a:lnTo>
                    <a:lnTo>
                      <a:pt x="604" y="95"/>
                    </a:lnTo>
                    <a:lnTo>
                      <a:pt x="604" y="95"/>
                    </a:lnTo>
                    <a:lnTo>
                      <a:pt x="604" y="97"/>
                    </a:lnTo>
                    <a:lnTo>
                      <a:pt x="604" y="97"/>
                    </a:lnTo>
                    <a:lnTo>
                      <a:pt x="604" y="99"/>
                    </a:lnTo>
                    <a:lnTo>
                      <a:pt x="601" y="99"/>
                    </a:lnTo>
                    <a:lnTo>
                      <a:pt x="601" y="99"/>
                    </a:lnTo>
                    <a:lnTo>
                      <a:pt x="599" y="99"/>
                    </a:lnTo>
                    <a:lnTo>
                      <a:pt x="599" y="99"/>
                    </a:lnTo>
                    <a:lnTo>
                      <a:pt x="599" y="99"/>
                    </a:lnTo>
                    <a:lnTo>
                      <a:pt x="599" y="99"/>
                    </a:lnTo>
                    <a:lnTo>
                      <a:pt x="596" y="99"/>
                    </a:lnTo>
                    <a:lnTo>
                      <a:pt x="596" y="99"/>
                    </a:lnTo>
                    <a:lnTo>
                      <a:pt x="596" y="102"/>
                    </a:lnTo>
                    <a:lnTo>
                      <a:pt x="596" y="102"/>
                    </a:lnTo>
                    <a:lnTo>
                      <a:pt x="596" y="102"/>
                    </a:lnTo>
                    <a:lnTo>
                      <a:pt x="596" y="102"/>
                    </a:lnTo>
                    <a:lnTo>
                      <a:pt x="596" y="102"/>
                    </a:lnTo>
                    <a:lnTo>
                      <a:pt x="596" y="104"/>
                    </a:lnTo>
                    <a:lnTo>
                      <a:pt x="596" y="104"/>
                    </a:lnTo>
                    <a:lnTo>
                      <a:pt x="596" y="104"/>
                    </a:lnTo>
                    <a:lnTo>
                      <a:pt x="594" y="104"/>
                    </a:lnTo>
                    <a:lnTo>
                      <a:pt x="594" y="106"/>
                    </a:lnTo>
                    <a:lnTo>
                      <a:pt x="596" y="106"/>
                    </a:lnTo>
                    <a:lnTo>
                      <a:pt x="596" y="106"/>
                    </a:lnTo>
                    <a:lnTo>
                      <a:pt x="596" y="106"/>
                    </a:lnTo>
                    <a:lnTo>
                      <a:pt x="596" y="106"/>
                    </a:lnTo>
                    <a:lnTo>
                      <a:pt x="599" y="106"/>
                    </a:lnTo>
                    <a:lnTo>
                      <a:pt x="599" y="109"/>
                    </a:lnTo>
                    <a:lnTo>
                      <a:pt x="599" y="109"/>
                    </a:lnTo>
                    <a:lnTo>
                      <a:pt x="599" y="109"/>
                    </a:lnTo>
                    <a:lnTo>
                      <a:pt x="599" y="109"/>
                    </a:lnTo>
                    <a:lnTo>
                      <a:pt x="601" y="109"/>
                    </a:lnTo>
                    <a:lnTo>
                      <a:pt x="601" y="111"/>
                    </a:lnTo>
                    <a:lnTo>
                      <a:pt x="601" y="111"/>
                    </a:lnTo>
                    <a:lnTo>
                      <a:pt x="601" y="111"/>
                    </a:lnTo>
                    <a:lnTo>
                      <a:pt x="604" y="111"/>
                    </a:lnTo>
                    <a:lnTo>
                      <a:pt x="604" y="111"/>
                    </a:lnTo>
                    <a:lnTo>
                      <a:pt x="604" y="111"/>
                    </a:lnTo>
                    <a:lnTo>
                      <a:pt x="604" y="111"/>
                    </a:lnTo>
                    <a:lnTo>
                      <a:pt x="604" y="114"/>
                    </a:lnTo>
                    <a:lnTo>
                      <a:pt x="606" y="114"/>
                    </a:lnTo>
                    <a:lnTo>
                      <a:pt x="606" y="111"/>
                    </a:lnTo>
                    <a:lnTo>
                      <a:pt x="606" y="111"/>
                    </a:lnTo>
                    <a:lnTo>
                      <a:pt x="606" y="111"/>
                    </a:lnTo>
                    <a:lnTo>
                      <a:pt x="606" y="111"/>
                    </a:lnTo>
                    <a:lnTo>
                      <a:pt x="606" y="111"/>
                    </a:lnTo>
                    <a:lnTo>
                      <a:pt x="608" y="111"/>
                    </a:lnTo>
                    <a:lnTo>
                      <a:pt x="608" y="111"/>
                    </a:lnTo>
                    <a:lnTo>
                      <a:pt x="608" y="109"/>
                    </a:lnTo>
                    <a:lnTo>
                      <a:pt x="611" y="109"/>
                    </a:lnTo>
                    <a:lnTo>
                      <a:pt x="611" y="109"/>
                    </a:lnTo>
                    <a:lnTo>
                      <a:pt x="611" y="109"/>
                    </a:lnTo>
                    <a:lnTo>
                      <a:pt x="611" y="109"/>
                    </a:lnTo>
                    <a:lnTo>
                      <a:pt x="613" y="109"/>
                    </a:lnTo>
                    <a:lnTo>
                      <a:pt x="613" y="109"/>
                    </a:lnTo>
                    <a:lnTo>
                      <a:pt x="613" y="109"/>
                    </a:lnTo>
                    <a:lnTo>
                      <a:pt x="613" y="109"/>
                    </a:lnTo>
                    <a:lnTo>
                      <a:pt x="615" y="109"/>
                    </a:lnTo>
                    <a:lnTo>
                      <a:pt x="615" y="109"/>
                    </a:lnTo>
                    <a:lnTo>
                      <a:pt x="618" y="109"/>
                    </a:lnTo>
                    <a:lnTo>
                      <a:pt x="618" y="109"/>
                    </a:lnTo>
                    <a:lnTo>
                      <a:pt x="618" y="109"/>
                    </a:lnTo>
                    <a:lnTo>
                      <a:pt x="618" y="109"/>
                    </a:lnTo>
                    <a:lnTo>
                      <a:pt x="620" y="109"/>
                    </a:lnTo>
                    <a:lnTo>
                      <a:pt x="620" y="109"/>
                    </a:lnTo>
                    <a:lnTo>
                      <a:pt x="623" y="109"/>
                    </a:lnTo>
                    <a:lnTo>
                      <a:pt x="623" y="106"/>
                    </a:lnTo>
                    <a:lnTo>
                      <a:pt x="623" y="106"/>
                    </a:lnTo>
                    <a:lnTo>
                      <a:pt x="623" y="106"/>
                    </a:lnTo>
                    <a:lnTo>
                      <a:pt x="625" y="106"/>
                    </a:lnTo>
                    <a:lnTo>
                      <a:pt x="625" y="109"/>
                    </a:lnTo>
                    <a:lnTo>
                      <a:pt x="625" y="109"/>
                    </a:lnTo>
                    <a:lnTo>
                      <a:pt x="625" y="109"/>
                    </a:lnTo>
                    <a:lnTo>
                      <a:pt x="627" y="109"/>
                    </a:lnTo>
                    <a:lnTo>
                      <a:pt x="627" y="109"/>
                    </a:lnTo>
                    <a:lnTo>
                      <a:pt x="627" y="109"/>
                    </a:lnTo>
                    <a:lnTo>
                      <a:pt x="630" y="109"/>
                    </a:lnTo>
                    <a:lnTo>
                      <a:pt x="630" y="109"/>
                    </a:lnTo>
                    <a:lnTo>
                      <a:pt x="630" y="111"/>
                    </a:lnTo>
                    <a:lnTo>
                      <a:pt x="630" y="111"/>
                    </a:lnTo>
                    <a:lnTo>
                      <a:pt x="632" y="111"/>
                    </a:lnTo>
                    <a:lnTo>
                      <a:pt x="632" y="111"/>
                    </a:lnTo>
                    <a:lnTo>
                      <a:pt x="632" y="111"/>
                    </a:lnTo>
                    <a:lnTo>
                      <a:pt x="632" y="111"/>
                    </a:lnTo>
                    <a:lnTo>
                      <a:pt x="632" y="111"/>
                    </a:lnTo>
                    <a:lnTo>
                      <a:pt x="634" y="111"/>
                    </a:lnTo>
                    <a:lnTo>
                      <a:pt x="634" y="114"/>
                    </a:lnTo>
                    <a:lnTo>
                      <a:pt x="634" y="114"/>
                    </a:lnTo>
                    <a:lnTo>
                      <a:pt x="637" y="114"/>
                    </a:lnTo>
                    <a:lnTo>
                      <a:pt x="637" y="114"/>
                    </a:lnTo>
                    <a:lnTo>
                      <a:pt x="637" y="111"/>
                    </a:lnTo>
                    <a:lnTo>
                      <a:pt x="637" y="111"/>
                    </a:lnTo>
                    <a:lnTo>
                      <a:pt x="637" y="111"/>
                    </a:lnTo>
                    <a:lnTo>
                      <a:pt x="639" y="111"/>
                    </a:lnTo>
                    <a:lnTo>
                      <a:pt x="639" y="111"/>
                    </a:lnTo>
                    <a:lnTo>
                      <a:pt x="639" y="111"/>
                    </a:lnTo>
                    <a:lnTo>
                      <a:pt x="639" y="111"/>
                    </a:lnTo>
                    <a:lnTo>
                      <a:pt x="639" y="109"/>
                    </a:lnTo>
                    <a:lnTo>
                      <a:pt x="641" y="109"/>
                    </a:lnTo>
                    <a:lnTo>
                      <a:pt x="641" y="109"/>
                    </a:lnTo>
                    <a:lnTo>
                      <a:pt x="641" y="109"/>
                    </a:lnTo>
                    <a:lnTo>
                      <a:pt x="641" y="106"/>
                    </a:lnTo>
                    <a:lnTo>
                      <a:pt x="644" y="106"/>
                    </a:lnTo>
                    <a:lnTo>
                      <a:pt x="644" y="106"/>
                    </a:lnTo>
                    <a:lnTo>
                      <a:pt x="644" y="106"/>
                    </a:lnTo>
                    <a:lnTo>
                      <a:pt x="644" y="104"/>
                    </a:lnTo>
                    <a:lnTo>
                      <a:pt x="644" y="104"/>
                    </a:lnTo>
                    <a:lnTo>
                      <a:pt x="646" y="104"/>
                    </a:lnTo>
                    <a:lnTo>
                      <a:pt x="646" y="104"/>
                    </a:lnTo>
                    <a:lnTo>
                      <a:pt x="646" y="104"/>
                    </a:lnTo>
                    <a:lnTo>
                      <a:pt x="646" y="104"/>
                    </a:lnTo>
                    <a:lnTo>
                      <a:pt x="649" y="104"/>
                    </a:lnTo>
                    <a:lnTo>
                      <a:pt x="649" y="104"/>
                    </a:lnTo>
                    <a:lnTo>
                      <a:pt x="651" y="104"/>
                    </a:lnTo>
                    <a:lnTo>
                      <a:pt x="651" y="104"/>
                    </a:lnTo>
                    <a:lnTo>
                      <a:pt x="651" y="104"/>
                    </a:lnTo>
                    <a:lnTo>
                      <a:pt x="653" y="104"/>
                    </a:lnTo>
                    <a:lnTo>
                      <a:pt x="653" y="104"/>
                    </a:lnTo>
                    <a:lnTo>
                      <a:pt x="653" y="104"/>
                    </a:lnTo>
                    <a:lnTo>
                      <a:pt x="653" y="104"/>
                    </a:lnTo>
                    <a:lnTo>
                      <a:pt x="656" y="104"/>
                    </a:lnTo>
                    <a:lnTo>
                      <a:pt x="656" y="104"/>
                    </a:lnTo>
                    <a:lnTo>
                      <a:pt x="658" y="104"/>
                    </a:lnTo>
                    <a:lnTo>
                      <a:pt x="658" y="104"/>
                    </a:lnTo>
                    <a:lnTo>
                      <a:pt x="658" y="104"/>
                    </a:lnTo>
                    <a:lnTo>
                      <a:pt x="660" y="104"/>
                    </a:lnTo>
                    <a:lnTo>
                      <a:pt x="660" y="106"/>
                    </a:lnTo>
                    <a:lnTo>
                      <a:pt x="660" y="106"/>
                    </a:lnTo>
                    <a:lnTo>
                      <a:pt x="663" y="106"/>
                    </a:lnTo>
                    <a:lnTo>
                      <a:pt x="663" y="106"/>
                    </a:lnTo>
                    <a:lnTo>
                      <a:pt x="663" y="106"/>
                    </a:lnTo>
                    <a:lnTo>
                      <a:pt x="663" y="109"/>
                    </a:lnTo>
                    <a:lnTo>
                      <a:pt x="663" y="109"/>
                    </a:lnTo>
                    <a:lnTo>
                      <a:pt x="665" y="109"/>
                    </a:lnTo>
                    <a:lnTo>
                      <a:pt x="665" y="109"/>
                    </a:lnTo>
                    <a:lnTo>
                      <a:pt x="665" y="109"/>
                    </a:lnTo>
                    <a:lnTo>
                      <a:pt x="665" y="111"/>
                    </a:lnTo>
                    <a:lnTo>
                      <a:pt x="665" y="111"/>
                    </a:lnTo>
                    <a:lnTo>
                      <a:pt x="668" y="111"/>
                    </a:lnTo>
                    <a:lnTo>
                      <a:pt x="668" y="111"/>
                    </a:lnTo>
                    <a:lnTo>
                      <a:pt x="668" y="111"/>
                    </a:lnTo>
                    <a:lnTo>
                      <a:pt x="670" y="111"/>
                    </a:lnTo>
                    <a:lnTo>
                      <a:pt x="670" y="111"/>
                    </a:lnTo>
                    <a:lnTo>
                      <a:pt x="670" y="111"/>
                    </a:lnTo>
                    <a:lnTo>
                      <a:pt x="670" y="111"/>
                    </a:lnTo>
                    <a:lnTo>
                      <a:pt x="672" y="111"/>
                    </a:lnTo>
                    <a:lnTo>
                      <a:pt x="672" y="111"/>
                    </a:lnTo>
                    <a:lnTo>
                      <a:pt x="672" y="111"/>
                    </a:lnTo>
                    <a:lnTo>
                      <a:pt x="672" y="114"/>
                    </a:lnTo>
                    <a:lnTo>
                      <a:pt x="672" y="114"/>
                    </a:lnTo>
                    <a:lnTo>
                      <a:pt x="675" y="114"/>
                    </a:lnTo>
                    <a:lnTo>
                      <a:pt x="675" y="116"/>
                    </a:lnTo>
                    <a:lnTo>
                      <a:pt x="675" y="116"/>
                    </a:lnTo>
                    <a:lnTo>
                      <a:pt x="675" y="116"/>
                    </a:lnTo>
                    <a:lnTo>
                      <a:pt x="677" y="116"/>
                    </a:lnTo>
                    <a:lnTo>
                      <a:pt x="677" y="116"/>
                    </a:lnTo>
                    <a:lnTo>
                      <a:pt x="677" y="116"/>
                    </a:lnTo>
                    <a:lnTo>
                      <a:pt x="677" y="118"/>
                    </a:lnTo>
                    <a:lnTo>
                      <a:pt x="677" y="118"/>
                    </a:lnTo>
                    <a:lnTo>
                      <a:pt x="677" y="121"/>
                    </a:lnTo>
                    <a:lnTo>
                      <a:pt x="679" y="121"/>
                    </a:lnTo>
                    <a:lnTo>
                      <a:pt x="679" y="121"/>
                    </a:lnTo>
                    <a:lnTo>
                      <a:pt x="679" y="121"/>
                    </a:lnTo>
                    <a:lnTo>
                      <a:pt x="679" y="121"/>
                    </a:lnTo>
                    <a:lnTo>
                      <a:pt x="679" y="121"/>
                    </a:lnTo>
                    <a:lnTo>
                      <a:pt x="682" y="121"/>
                    </a:lnTo>
                    <a:lnTo>
                      <a:pt x="682" y="121"/>
                    </a:lnTo>
                    <a:lnTo>
                      <a:pt x="684" y="121"/>
                    </a:lnTo>
                    <a:lnTo>
                      <a:pt x="684" y="121"/>
                    </a:lnTo>
                    <a:lnTo>
                      <a:pt x="684" y="121"/>
                    </a:lnTo>
                    <a:lnTo>
                      <a:pt x="686" y="121"/>
                    </a:lnTo>
                    <a:lnTo>
                      <a:pt x="686" y="121"/>
                    </a:lnTo>
                    <a:lnTo>
                      <a:pt x="686" y="123"/>
                    </a:lnTo>
                    <a:lnTo>
                      <a:pt x="686" y="123"/>
                    </a:lnTo>
                    <a:lnTo>
                      <a:pt x="689" y="123"/>
                    </a:lnTo>
                    <a:lnTo>
                      <a:pt x="689" y="123"/>
                    </a:lnTo>
                    <a:lnTo>
                      <a:pt x="689" y="125"/>
                    </a:lnTo>
                    <a:lnTo>
                      <a:pt x="689" y="125"/>
                    </a:lnTo>
                    <a:lnTo>
                      <a:pt x="689" y="125"/>
                    </a:lnTo>
                    <a:lnTo>
                      <a:pt x="689" y="125"/>
                    </a:lnTo>
                    <a:lnTo>
                      <a:pt x="686" y="125"/>
                    </a:lnTo>
                    <a:lnTo>
                      <a:pt x="686" y="125"/>
                    </a:lnTo>
                    <a:lnTo>
                      <a:pt x="686" y="125"/>
                    </a:lnTo>
                    <a:lnTo>
                      <a:pt x="686" y="125"/>
                    </a:lnTo>
                    <a:lnTo>
                      <a:pt x="686" y="125"/>
                    </a:lnTo>
                    <a:lnTo>
                      <a:pt x="686" y="125"/>
                    </a:lnTo>
                    <a:lnTo>
                      <a:pt x="686" y="128"/>
                    </a:lnTo>
                    <a:lnTo>
                      <a:pt x="686" y="128"/>
                    </a:lnTo>
                    <a:lnTo>
                      <a:pt x="689" y="128"/>
                    </a:lnTo>
                    <a:lnTo>
                      <a:pt x="689" y="128"/>
                    </a:lnTo>
                    <a:lnTo>
                      <a:pt x="689" y="130"/>
                    </a:lnTo>
                    <a:lnTo>
                      <a:pt x="686" y="130"/>
                    </a:lnTo>
                    <a:lnTo>
                      <a:pt x="686" y="130"/>
                    </a:lnTo>
                    <a:lnTo>
                      <a:pt x="689" y="130"/>
                    </a:lnTo>
                    <a:lnTo>
                      <a:pt x="689" y="132"/>
                    </a:lnTo>
                    <a:lnTo>
                      <a:pt x="686" y="132"/>
                    </a:lnTo>
                    <a:lnTo>
                      <a:pt x="686" y="132"/>
                    </a:lnTo>
                    <a:lnTo>
                      <a:pt x="689" y="132"/>
                    </a:lnTo>
                    <a:lnTo>
                      <a:pt x="689" y="132"/>
                    </a:lnTo>
                    <a:lnTo>
                      <a:pt x="689" y="132"/>
                    </a:lnTo>
                    <a:lnTo>
                      <a:pt x="689" y="135"/>
                    </a:lnTo>
                    <a:lnTo>
                      <a:pt x="689" y="135"/>
                    </a:lnTo>
                    <a:lnTo>
                      <a:pt x="691" y="135"/>
                    </a:lnTo>
                    <a:lnTo>
                      <a:pt x="691" y="137"/>
                    </a:lnTo>
                    <a:lnTo>
                      <a:pt x="689" y="137"/>
                    </a:lnTo>
                    <a:lnTo>
                      <a:pt x="689" y="137"/>
                    </a:lnTo>
                    <a:lnTo>
                      <a:pt x="689" y="137"/>
                    </a:lnTo>
                    <a:lnTo>
                      <a:pt x="689" y="140"/>
                    </a:lnTo>
                    <a:lnTo>
                      <a:pt x="686" y="140"/>
                    </a:lnTo>
                    <a:lnTo>
                      <a:pt x="686" y="140"/>
                    </a:lnTo>
                    <a:lnTo>
                      <a:pt x="686" y="140"/>
                    </a:lnTo>
                    <a:lnTo>
                      <a:pt x="686" y="140"/>
                    </a:lnTo>
                    <a:lnTo>
                      <a:pt x="686" y="142"/>
                    </a:lnTo>
                    <a:lnTo>
                      <a:pt x="684" y="142"/>
                    </a:lnTo>
                    <a:lnTo>
                      <a:pt x="684" y="142"/>
                    </a:lnTo>
                    <a:lnTo>
                      <a:pt x="684" y="142"/>
                    </a:lnTo>
                    <a:lnTo>
                      <a:pt x="684" y="142"/>
                    </a:lnTo>
                    <a:lnTo>
                      <a:pt x="684" y="142"/>
                    </a:lnTo>
                    <a:lnTo>
                      <a:pt x="682" y="142"/>
                    </a:lnTo>
                    <a:lnTo>
                      <a:pt x="682" y="144"/>
                    </a:lnTo>
                    <a:lnTo>
                      <a:pt x="682" y="144"/>
                    </a:lnTo>
                    <a:lnTo>
                      <a:pt x="682" y="144"/>
                    </a:lnTo>
                    <a:lnTo>
                      <a:pt x="679" y="144"/>
                    </a:lnTo>
                    <a:lnTo>
                      <a:pt x="679" y="144"/>
                    </a:lnTo>
                    <a:lnTo>
                      <a:pt x="679" y="144"/>
                    </a:lnTo>
                    <a:lnTo>
                      <a:pt x="679" y="142"/>
                    </a:lnTo>
                    <a:lnTo>
                      <a:pt x="679" y="142"/>
                    </a:lnTo>
                    <a:lnTo>
                      <a:pt x="679" y="142"/>
                    </a:lnTo>
                    <a:lnTo>
                      <a:pt x="679" y="142"/>
                    </a:lnTo>
                    <a:lnTo>
                      <a:pt x="679" y="142"/>
                    </a:lnTo>
                    <a:lnTo>
                      <a:pt x="679" y="140"/>
                    </a:lnTo>
                    <a:lnTo>
                      <a:pt x="679" y="140"/>
                    </a:lnTo>
                    <a:lnTo>
                      <a:pt x="679" y="140"/>
                    </a:lnTo>
                    <a:lnTo>
                      <a:pt x="677" y="140"/>
                    </a:lnTo>
                    <a:lnTo>
                      <a:pt x="677" y="140"/>
                    </a:lnTo>
                    <a:lnTo>
                      <a:pt x="677" y="137"/>
                    </a:lnTo>
                    <a:lnTo>
                      <a:pt x="677" y="137"/>
                    </a:lnTo>
                    <a:lnTo>
                      <a:pt x="675" y="137"/>
                    </a:lnTo>
                    <a:lnTo>
                      <a:pt x="675" y="137"/>
                    </a:lnTo>
                    <a:lnTo>
                      <a:pt x="675" y="137"/>
                    </a:lnTo>
                    <a:lnTo>
                      <a:pt x="675" y="137"/>
                    </a:lnTo>
                    <a:lnTo>
                      <a:pt x="672" y="137"/>
                    </a:lnTo>
                    <a:lnTo>
                      <a:pt x="672" y="137"/>
                    </a:lnTo>
                    <a:lnTo>
                      <a:pt x="672" y="137"/>
                    </a:lnTo>
                    <a:lnTo>
                      <a:pt x="672" y="135"/>
                    </a:lnTo>
                    <a:lnTo>
                      <a:pt x="672" y="135"/>
                    </a:lnTo>
                    <a:lnTo>
                      <a:pt x="670" y="135"/>
                    </a:lnTo>
                    <a:lnTo>
                      <a:pt x="670" y="135"/>
                    </a:lnTo>
                    <a:lnTo>
                      <a:pt x="670" y="135"/>
                    </a:lnTo>
                    <a:lnTo>
                      <a:pt x="670" y="135"/>
                    </a:lnTo>
                    <a:lnTo>
                      <a:pt x="670" y="135"/>
                    </a:lnTo>
                    <a:lnTo>
                      <a:pt x="668" y="135"/>
                    </a:lnTo>
                    <a:lnTo>
                      <a:pt x="668" y="135"/>
                    </a:lnTo>
                    <a:lnTo>
                      <a:pt x="665" y="135"/>
                    </a:lnTo>
                    <a:lnTo>
                      <a:pt x="665" y="135"/>
                    </a:lnTo>
                    <a:lnTo>
                      <a:pt x="665" y="135"/>
                    </a:lnTo>
                    <a:lnTo>
                      <a:pt x="663" y="135"/>
                    </a:lnTo>
                    <a:lnTo>
                      <a:pt x="663" y="135"/>
                    </a:lnTo>
                    <a:lnTo>
                      <a:pt x="663" y="137"/>
                    </a:lnTo>
                    <a:lnTo>
                      <a:pt x="663" y="137"/>
                    </a:lnTo>
                    <a:lnTo>
                      <a:pt x="663" y="135"/>
                    </a:lnTo>
                    <a:lnTo>
                      <a:pt x="660" y="135"/>
                    </a:lnTo>
                    <a:lnTo>
                      <a:pt x="660" y="135"/>
                    </a:lnTo>
                    <a:lnTo>
                      <a:pt x="658" y="135"/>
                    </a:lnTo>
                    <a:lnTo>
                      <a:pt x="658" y="135"/>
                    </a:lnTo>
                    <a:lnTo>
                      <a:pt x="658" y="135"/>
                    </a:lnTo>
                    <a:lnTo>
                      <a:pt x="656" y="135"/>
                    </a:lnTo>
                    <a:lnTo>
                      <a:pt x="656" y="135"/>
                    </a:lnTo>
                    <a:lnTo>
                      <a:pt x="653" y="135"/>
                    </a:lnTo>
                    <a:lnTo>
                      <a:pt x="653" y="137"/>
                    </a:lnTo>
                    <a:lnTo>
                      <a:pt x="653" y="137"/>
                    </a:lnTo>
                    <a:lnTo>
                      <a:pt x="653" y="137"/>
                    </a:lnTo>
                    <a:lnTo>
                      <a:pt x="653" y="137"/>
                    </a:lnTo>
                    <a:lnTo>
                      <a:pt x="651" y="137"/>
                    </a:lnTo>
                    <a:lnTo>
                      <a:pt x="651" y="140"/>
                    </a:lnTo>
                    <a:lnTo>
                      <a:pt x="651" y="140"/>
                    </a:lnTo>
                    <a:lnTo>
                      <a:pt x="651" y="140"/>
                    </a:lnTo>
                    <a:lnTo>
                      <a:pt x="651" y="140"/>
                    </a:lnTo>
                    <a:lnTo>
                      <a:pt x="649" y="140"/>
                    </a:lnTo>
                    <a:lnTo>
                      <a:pt x="649" y="140"/>
                    </a:lnTo>
                    <a:lnTo>
                      <a:pt x="649" y="142"/>
                    </a:lnTo>
                    <a:lnTo>
                      <a:pt x="646" y="142"/>
                    </a:lnTo>
                    <a:lnTo>
                      <a:pt x="646" y="142"/>
                    </a:lnTo>
                    <a:lnTo>
                      <a:pt x="646" y="142"/>
                    </a:lnTo>
                    <a:lnTo>
                      <a:pt x="646" y="142"/>
                    </a:lnTo>
                    <a:lnTo>
                      <a:pt x="646" y="142"/>
                    </a:lnTo>
                    <a:lnTo>
                      <a:pt x="644" y="142"/>
                    </a:lnTo>
                    <a:lnTo>
                      <a:pt x="644" y="142"/>
                    </a:lnTo>
                    <a:lnTo>
                      <a:pt x="644" y="142"/>
                    </a:lnTo>
                    <a:lnTo>
                      <a:pt x="641" y="142"/>
                    </a:lnTo>
                    <a:lnTo>
                      <a:pt x="641" y="142"/>
                    </a:lnTo>
                    <a:lnTo>
                      <a:pt x="641" y="142"/>
                    </a:lnTo>
                    <a:lnTo>
                      <a:pt x="641" y="142"/>
                    </a:lnTo>
                    <a:lnTo>
                      <a:pt x="639" y="142"/>
                    </a:lnTo>
                    <a:lnTo>
                      <a:pt x="639" y="142"/>
                    </a:lnTo>
                    <a:lnTo>
                      <a:pt x="639" y="142"/>
                    </a:lnTo>
                    <a:lnTo>
                      <a:pt x="637" y="142"/>
                    </a:lnTo>
                    <a:lnTo>
                      <a:pt x="637" y="142"/>
                    </a:lnTo>
                    <a:lnTo>
                      <a:pt x="637" y="142"/>
                    </a:lnTo>
                    <a:lnTo>
                      <a:pt x="637" y="142"/>
                    </a:lnTo>
                    <a:lnTo>
                      <a:pt x="637" y="144"/>
                    </a:lnTo>
                    <a:lnTo>
                      <a:pt x="637" y="144"/>
                    </a:lnTo>
                    <a:lnTo>
                      <a:pt x="637" y="144"/>
                    </a:lnTo>
                    <a:lnTo>
                      <a:pt x="637" y="147"/>
                    </a:lnTo>
                    <a:lnTo>
                      <a:pt x="637" y="147"/>
                    </a:lnTo>
                    <a:lnTo>
                      <a:pt x="634" y="147"/>
                    </a:lnTo>
                    <a:lnTo>
                      <a:pt x="634" y="147"/>
                    </a:lnTo>
                    <a:lnTo>
                      <a:pt x="634" y="147"/>
                    </a:lnTo>
                    <a:lnTo>
                      <a:pt x="632" y="147"/>
                    </a:lnTo>
                    <a:lnTo>
                      <a:pt x="632" y="147"/>
                    </a:lnTo>
                    <a:lnTo>
                      <a:pt x="632" y="147"/>
                    </a:lnTo>
                    <a:lnTo>
                      <a:pt x="632" y="147"/>
                    </a:lnTo>
                    <a:lnTo>
                      <a:pt x="630" y="147"/>
                    </a:lnTo>
                    <a:lnTo>
                      <a:pt x="630" y="147"/>
                    </a:lnTo>
                    <a:lnTo>
                      <a:pt x="630" y="147"/>
                    </a:lnTo>
                    <a:lnTo>
                      <a:pt x="627" y="147"/>
                    </a:lnTo>
                    <a:lnTo>
                      <a:pt x="627" y="147"/>
                    </a:lnTo>
                    <a:lnTo>
                      <a:pt x="625" y="147"/>
                    </a:lnTo>
                    <a:lnTo>
                      <a:pt x="625" y="147"/>
                    </a:lnTo>
                    <a:lnTo>
                      <a:pt x="625" y="147"/>
                    </a:lnTo>
                    <a:lnTo>
                      <a:pt x="625" y="147"/>
                    </a:lnTo>
                    <a:lnTo>
                      <a:pt x="625" y="147"/>
                    </a:lnTo>
                    <a:lnTo>
                      <a:pt x="623" y="147"/>
                    </a:lnTo>
                    <a:lnTo>
                      <a:pt x="623" y="147"/>
                    </a:lnTo>
                    <a:lnTo>
                      <a:pt x="623" y="149"/>
                    </a:lnTo>
                    <a:lnTo>
                      <a:pt x="623" y="149"/>
                    </a:lnTo>
                    <a:lnTo>
                      <a:pt x="620" y="149"/>
                    </a:lnTo>
                    <a:lnTo>
                      <a:pt x="620" y="149"/>
                    </a:lnTo>
                    <a:lnTo>
                      <a:pt x="618" y="149"/>
                    </a:lnTo>
                    <a:lnTo>
                      <a:pt x="618" y="149"/>
                    </a:lnTo>
                    <a:lnTo>
                      <a:pt x="618" y="149"/>
                    </a:lnTo>
                    <a:lnTo>
                      <a:pt x="618" y="151"/>
                    </a:lnTo>
                    <a:lnTo>
                      <a:pt x="618" y="151"/>
                    </a:lnTo>
                    <a:lnTo>
                      <a:pt x="618" y="151"/>
                    </a:lnTo>
                    <a:lnTo>
                      <a:pt x="615" y="151"/>
                    </a:lnTo>
                    <a:lnTo>
                      <a:pt x="615" y="151"/>
                    </a:lnTo>
                    <a:lnTo>
                      <a:pt x="615" y="151"/>
                    </a:lnTo>
                    <a:lnTo>
                      <a:pt x="613" y="151"/>
                    </a:lnTo>
                    <a:lnTo>
                      <a:pt x="613" y="154"/>
                    </a:lnTo>
                    <a:lnTo>
                      <a:pt x="613" y="154"/>
                    </a:lnTo>
                    <a:lnTo>
                      <a:pt x="613" y="154"/>
                    </a:lnTo>
                    <a:lnTo>
                      <a:pt x="613" y="156"/>
                    </a:lnTo>
                    <a:lnTo>
                      <a:pt x="613" y="156"/>
                    </a:lnTo>
                    <a:lnTo>
                      <a:pt x="613" y="156"/>
                    </a:lnTo>
                    <a:lnTo>
                      <a:pt x="611" y="156"/>
                    </a:lnTo>
                    <a:lnTo>
                      <a:pt x="611" y="159"/>
                    </a:lnTo>
                    <a:lnTo>
                      <a:pt x="611" y="159"/>
                    </a:lnTo>
                    <a:lnTo>
                      <a:pt x="611" y="161"/>
                    </a:lnTo>
                    <a:lnTo>
                      <a:pt x="613" y="161"/>
                    </a:lnTo>
                    <a:lnTo>
                      <a:pt x="613" y="161"/>
                    </a:lnTo>
                    <a:lnTo>
                      <a:pt x="613" y="161"/>
                    </a:lnTo>
                    <a:lnTo>
                      <a:pt x="611" y="161"/>
                    </a:lnTo>
                    <a:lnTo>
                      <a:pt x="611" y="163"/>
                    </a:lnTo>
                    <a:lnTo>
                      <a:pt x="611" y="163"/>
                    </a:lnTo>
                    <a:lnTo>
                      <a:pt x="611" y="163"/>
                    </a:lnTo>
                    <a:lnTo>
                      <a:pt x="611" y="163"/>
                    </a:lnTo>
                    <a:lnTo>
                      <a:pt x="608" y="163"/>
                    </a:lnTo>
                    <a:lnTo>
                      <a:pt x="608" y="163"/>
                    </a:lnTo>
                    <a:lnTo>
                      <a:pt x="606" y="163"/>
                    </a:lnTo>
                    <a:lnTo>
                      <a:pt x="606" y="163"/>
                    </a:lnTo>
                    <a:lnTo>
                      <a:pt x="606" y="166"/>
                    </a:lnTo>
                    <a:lnTo>
                      <a:pt x="606" y="166"/>
                    </a:lnTo>
                    <a:lnTo>
                      <a:pt x="604" y="166"/>
                    </a:lnTo>
                    <a:lnTo>
                      <a:pt x="604" y="166"/>
                    </a:lnTo>
                    <a:lnTo>
                      <a:pt x="604" y="166"/>
                    </a:lnTo>
                    <a:lnTo>
                      <a:pt x="604" y="168"/>
                    </a:lnTo>
                    <a:lnTo>
                      <a:pt x="604" y="168"/>
                    </a:lnTo>
                    <a:lnTo>
                      <a:pt x="601" y="168"/>
                    </a:lnTo>
                    <a:lnTo>
                      <a:pt x="601" y="168"/>
                    </a:lnTo>
                    <a:lnTo>
                      <a:pt x="601" y="168"/>
                    </a:lnTo>
                    <a:lnTo>
                      <a:pt x="601" y="170"/>
                    </a:lnTo>
                    <a:lnTo>
                      <a:pt x="599" y="170"/>
                    </a:lnTo>
                    <a:lnTo>
                      <a:pt x="599" y="170"/>
                    </a:lnTo>
                    <a:lnTo>
                      <a:pt x="599" y="170"/>
                    </a:lnTo>
                    <a:lnTo>
                      <a:pt x="599" y="170"/>
                    </a:lnTo>
                    <a:lnTo>
                      <a:pt x="596" y="170"/>
                    </a:lnTo>
                    <a:lnTo>
                      <a:pt x="596" y="170"/>
                    </a:lnTo>
                    <a:lnTo>
                      <a:pt x="596" y="170"/>
                    </a:lnTo>
                    <a:lnTo>
                      <a:pt x="594" y="170"/>
                    </a:lnTo>
                    <a:lnTo>
                      <a:pt x="594" y="170"/>
                    </a:lnTo>
                    <a:lnTo>
                      <a:pt x="594" y="170"/>
                    </a:lnTo>
                    <a:lnTo>
                      <a:pt x="592" y="170"/>
                    </a:lnTo>
                    <a:lnTo>
                      <a:pt x="592" y="170"/>
                    </a:lnTo>
                    <a:lnTo>
                      <a:pt x="592" y="170"/>
                    </a:lnTo>
                    <a:lnTo>
                      <a:pt x="589" y="170"/>
                    </a:lnTo>
                    <a:lnTo>
                      <a:pt x="589" y="170"/>
                    </a:lnTo>
                    <a:lnTo>
                      <a:pt x="589" y="170"/>
                    </a:lnTo>
                    <a:lnTo>
                      <a:pt x="587" y="170"/>
                    </a:lnTo>
                    <a:lnTo>
                      <a:pt x="587" y="170"/>
                    </a:lnTo>
                    <a:lnTo>
                      <a:pt x="585" y="170"/>
                    </a:lnTo>
                    <a:lnTo>
                      <a:pt x="585" y="170"/>
                    </a:lnTo>
                    <a:lnTo>
                      <a:pt x="585" y="170"/>
                    </a:lnTo>
                    <a:lnTo>
                      <a:pt x="585" y="170"/>
                    </a:lnTo>
                    <a:lnTo>
                      <a:pt x="582" y="170"/>
                    </a:lnTo>
                    <a:lnTo>
                      <a:pt x="582" y="170"/>
                    </a:lnTo>
                    <a:lnTo>
                      <a:pt x="580" y="170"/>
                    </a:lnTo>
                    <a:lnTo>
                      <a:pt x="580" y="170"/>
                    </a:lnTo>
                    <a:lnTo>
                      <a:pt x="580" y="170"/>
                    </a:lnTo>
                    <a:lnTo>
                      <a:pt x="580" y="170"/>
                    </a:lnTo>
                    <a:lnTo>
                      <a:pt x="578" y="170"/>
                    </a:lnTo>
                    <a:lnTo>
                      <a:pt x="578" y="170"/>
                    </a:lnTo>
                    <a:lnTo>
                      <a:pt x="578" y="170"/>
                    </a:lnTo>
                    <a:lnTo>
                      <a:pt x="578" y="170"/>
                    </a:lnTo>
                    <a:lnTo>
                      <a:pt x="575" y="170"/>
                    </a:lnTo>
                    <a:lnTo>
                      <a:pt x="575" y="170"/>
                    </a:lnTo>
                    <a:lnTo>
                      <a:pt x="575" y="170"/>
                    </a:lnTo>
                    <a:lnTo>
                      <a:pt x="573" y="170"/>
                    </a:lnTo>
                    <a:lnTo>
                      <a:pt x="573" y="173"/>
                    </a:lnTo>
                    <a:lnTo>
                      <a:pt x="573" y="173"/>
                    </a:lnTo>
                    <a:lnTo>
                      <a:pt x="573" y="173"/>
                    </a:lnTo>
                    <a:lnTo>
                      <a:pt x="573" y="175"/>
                    </a:lnTo>
                    <a:lnTo>
                      <a:pt x="573" y="175"/>
                    </a:lnTo>
                    <a:lnTo>
                      <a:pt x="573" y="175"/>
                    </a:lnTo>
                    <a:lnTo>
                      <a:pt x="573" y="178"/>
                    </a:lnTo>
                    <a:lnTo>
                      <a:pt x="570" y="178"/>
                    </a:lnTo>
                    <a:lnTo>
                      <a:pt x="570" y="178"/>
                    </a:lnTo>
                    <a:lnTo>
                      <a:pt x="570" y="178"/>
                    </a:lnTo>
                    <a:lnTo>
                      <a:pt x="570" y="178"/>
                    </a:lnTo>
                    <a:lnTo>
                      <a:pt x="570" y="180"/>
                    </a:lnTo>
                    <a:lnTo>
                      <a:pt x="568" y="180"/>
                    </a:lnTo>
                    <a:lnTo>
                      <a:pt x="568" y="180"/>
                    </a:lnTo>
                    <a:lnTo>
                      <a:pt x="568" y="180"/>
                    </a:lnTo>
                    <a:lnTo>
                      <a:pt x="566" y="180"/>
                    </a:lnTo>
                    <a:lnTo>
                      <a:pt x="566" y="180"/>
                    </a:lnTo>
                    <a:lnTo>
                      <a:pt x="566" y="180"/>
                    </a:lnTo>
                    <a:lnTo>
                      <a:pt x="566" y="180"/>
                    </a:lnTo>
                    <a:lnTo>
                      <a:pt x="566" y="182"/>
                    </a:lnTo>
                    <a:lnTo>
                      <a:pt x="563" y="182"/>
                    </a:lnTo>
                    <a:lnTo>
                      <a:pt x="563" y="182"/>
                    </a:lnTo>
                    <a:lnTo>
                      <a:pt x="563" y="182"/>
                    </a:lnTo>
                    <a:lnTo>
                      <a:pt x="563" y="182"/>
                    </a:lnTo>
                    <a:lnTo>
                      <a:pt x="561" y="182"/>
                    </a:lnTo>
                    <a:lnTo>
                      <a:pt x="561" y="185"/>
                    </a:lnTo>
                    <a:lnTo>
                      <a:pt x="561" y="185"/>
                    </a:lnTo>
                    <a:lnTo>
                      <a:pt x="559" y="185"/>
                    </a:lnTo>
                    <a:lnTo>
                      <a:pt x="559" y="185"/>
                    </a:lnTo>
                    <a:lnTo>
                      <a:pt x="559" y="185"/>
                    </a:lnTo>
                    <a:lnTo>
                      <a:pt x="559" y="185"/>
                    </a:lnTo>
                    <a:lnTo>
                      <a:pt x="556" y="185"/>
                    </a:lnTo>
                    <a:lnTo>
                      <a:pt x="556" y="187"/>
                    </a:lnTo>
                    <a:lnTo>
                      <a:pt x="556" y="187"/>
                    </a:lnTo>
                    <a:lnTo>
                      <a:pt x="556" y="187"/>
                    </a:lnTo>
                    <a:lnTo>
                      <a:pt x="556" y="187"/>
                    </a:lnTo>
                    <a:lnTo>
                      <a:pt x="554" y="187"/>
                    </a:lnTo>
                    <a:lnTo>
                      <a:pt x="554" y="187"/>
                    </a:lnTo>
                    <a:lnTo>
                      <a:pt x="554" y="187"/>
                    </a:lnTo>
                    <a:lnTo>
                      <a:pt x="552" y="187"/>
                    </a:lnTo>
                    <a:lnTo>
                      <a:pt x="552" y="187"/>
                    </a:lnTo>
                    <a:lnTo>
                      <a:pt x="552" y="187"/>
                    </a:lnTo>
                    <a:lnTo>
                      <a:pt x="549" y="187"/>
                    </a:lnTo>
                    <a:lnTo>
                      <a:pt x="549" y="187"/>
                    </a:lnTo>
                    <a:lnTo>
                      <a:pt x="547" y="187"/>
                    </a:lnTo>
                    <a:lnTo>
                      <a:pt x="547" y="187"/>
                    </a:lnTo>
                    <a:lnTo>
                      <a:pt x="547" y="187"/>
                    </a:lnTo>
                    <a:lnTo>
                      <a:pt x="544" y="187"/>
                    </a:lnTo>
                    <a:lnTo>
                      <a:pt x="544" y="187"/>
                    </a:lnTo>
                    <a:lnTo>
                      <a:pt x="544" y="187"/>
                    </a:lnTo>
                    <a:lnTo>
                      <a:pt x="544" y="185"/>
                    </a:lnTo>
                    <a:lnTo>
                      <a:pt x="542" y="185"/>
                    </a:lnTo>
                    <a:lnTo>
                      <a:pt x="542" y="185"/>
                    </a:lnTo>
                    <a:lnTo>
                      <a:pt x="540" y="185"/>
                    </a:lnTo>
                    <a:lnTo>
                      <a:pt x="540" y="185"/>
                    </a:lnTo>
                    <a:lnTo>
                      <a:pt x="540" y="185"/>
                    </a:lnTo>
                    <a:lnTo>
                      <a:pt x="540" y="185"/>
                    </a:lnTo>
                    <a:lnTo>
                      <a:pt x="537" y="185"/>
                    </a:lnTo>
                    <a:lnTo>
                      <a:pt x="537" y="185"/>
                    </a:lnTo>
                    <a:lnTo>
                      <a:pt x="537" y="185"/>
                    </a:lnTo>
                    <a:lnTo>
                      <a:pt x="535" y="185"/>
                    </a:lnTo>
                    <a:lnTo>
                      <a:pt x="535" y="182"/>
                    </a:lnTo>
                    <a:lnTo>
                      <a:pt x="535" y="182"/>
                    </a:lnTo>
                    <a:lnTo>
                      <a:pt x="533" y="182"/>
                    </a:lnTo>
                    <a:lnTo>
                      <a:pt x="533" y="182"/>
                    </a:lnTo>
                    <a:lnTo>
                      <a:pt x="533" y="182"/>
                    </a:lnTo>
                    <a:lnTo>
                      <a:pt x="533" y="182"/>
                    </a:lnTo>
                    <a:lnTo>
                      <a:pt x="533" y="180"/>
                    </a:lnTo>
                    <a:lnTo>
                      <a:pt x="530" y="180"/>
                    </a:lnTo>
                    <a:lnTo>
                      <a:pt x="530" y="180"/>
                    </a:lnTo>
                    <a:lnTo>
                      <a:pt x="530" y="180"/>
                    </a:lnTo>
                    <a:lnTo>
                      <a:pt x="530" y="180"/>
                    </a:lnTo>
                    <a:lnTo>
                      <a:pt x="530" y="180"/>
                    </a:lnTo>
                    <a:lnTo>
                      <a:pt x="528" y="180"/>
                    </a:lnTo>
                    <a:lnTo>
                      <a:pt x="528" y="180"/>
                    </a:lnTo>
                    <a:lnTo>
                      <a:pt x="525" y="180"/>
                    </a:lnTo>
                    <a:lnTo>
                      <a:pt x="525" y="180"/>
                    </a:lnTo>
                    <a:lnTo>
                      <a:pt x="525" y="180"/>
                    </a:lnTo>
                    <a:lnTo>
                      <a:pt x="523" y="180"/>
                    </a:lnTo>
                    <a:lnTo>
                      <a:pt x="523" y="180"/>
                    </a:lnTo>
                    <a:lnTo>
                      <a:pt x="523" y="180"/>
                    </a:lnTo>
                    <a:lnTo>
                      <a:pt x="521" y="180"/>
                    </a:lnTo>
                    <a:lnTo>
                      <a:pt x="521" y="180"/>
                    </a:lnTo>
                    <a:lnTo>
                      <a:pt x="518" y="180"/>
                    </a:lnTo>
                    <a:lnTo>
                      <a:pt x="518" y="180"/>
                    </a:lnTo>
                    <a:lnTo>
                      <a:pt x="518" y="180"/>
                    </a:lnTo>
                    <a:lnTo>
                      <a:pt x="518" y="180"/>
                    </a:lnTo>
                    <a:lnTo>
                      <a:pt x="516" y="180"/>
                    </a:lnTo>
                    <a:lnTo>
                      <a:pt x="516" y="180"/>
                    </a:lnTo>
                    <a:lnTo>
                      <a:pt x="516" y="180"/>
                    </a:lnTo>
                    <a:lnTo>
                      <a:pt x="516" y="180"/>
                    </a:lnTo>
                    <a:lnTo>
                      <a:pt x="516" y="182"/>
                    </a:lnTo>
                    <a:lnTo>
                      <a:pt x="514" y="182"/>
                    </a:lnTo>
                    <a:lnTo>
                      <a:pt x="514" y="182"/>
                    </a:lnTo>
                    <a:lnTo>
                      <a:pt x="514" y="185"/>
                    </a:lnTo>
                    <a:lnTo>
                      <a:pt x="514" y="185"/>
                    </a:lnTo>
                    <a:lnTo>
                      <a:pt x="514" y="185"/>
                    </a:lnTo>
                    <a:lnTo>
                      <a:pt x="511" y="185"/>
                    </a:lnTo>
                    <a:lnTo>
                      <a:pt x="511" y="187"/>
                    </a:lnTo>
                    <a:lnTo>
                      <a:pt x="511" y="187"/>
                    </a:lnTo>
                    <a:lnTo>
                      <a:pt x="511" y="187"/>
                    </a:lnTo>
                    <a:lnTo>
                      <a:pt x="511" y="189"/>
                    </a:lnTo>
                    <a:lnTo>
                      <a:pt x="511" y="189"/>
                    </a:lnTo>
                    <a:lnTo>
                      <a:pt x="511" y="189"/>
                    </a:lnTo>
                    <a:lnTo>
                      <a:pt x="511" y="192"/>
                    </a:lnTo>
                    <a:lnTo>
                      <a:pt x="511" y="192"/>
                    </a:lnTo>
                    <a:lnTo>
                      <a:pt x="509" y="192"/>
                    </a:lnTo>
                    <a:lnTo>
                      <a:pt x="509" y="192"/>
                    </a:lnTo>
                    <a:lnTo>
                      <a:pt x="509" y="192"/>
                    </a:lnTo>
                    <a:lnTo>
                      <a:pt x="509" y="194"/>
                    </a:lnTo>
                    <a:lnTo>
                      <a:pt x="509" y="194"/>
                    </a:lnTo>
                    <a:lnTo>
                      <a:pt x="507" y="194"/>
                    </a:lnTo>
                    <a:lnTo>
                      <a:pt x="507" y="196"/>
                    </a:lnTo>
                    <a:lnTo>
                      <a:pt x="507" y="196"/>
                    </a:lnTo>
                    <a:lnTo>
                      <a:pt x="507" y="196"/>
                    </a:lnTo>
                    <a:lnTo>
                      <a:pt x="507" y="199"/>
                    </a:lnTo>
                    <a:lnTo>
                      <a:pt x="507" y="199"/>
                    </a:lnTo>
                    <a:lnTo>
                      <a:pt x="507" y="199"/>
                    </a:lnTo>
                    <a:lnTo>
                      <a:pt x="509" y="199"/>
                    </a:lnTo>
                    <a:lnTo>
                      <a:pt x="509" y="201"/>
                    </a:lnTo>
                    <a:lnTo>
                      <a:pt x="509" y="201"/>
                    </a:lnTo>
                    <a:lnTo>
                      <a:pt x="509" y="201"/>
                    </a:lnTo>
                    <a:lnTo>
                      <a:pt x="509" y="201"/>
                    </a:lnTo>
                    <a:lnTo>
                      <a:pt x="511" y="201"/>
                    </a:lnTo>
                    <a:lnTo>
                      <a:pt x="511" y="204"/>
                    </a:lnTo>
                    <a:lnTo>
                      <a:pt x="511" y="204"/>
                    </a:lnTo>
                    <a:lnTo>
                      <a:pt x="511" y="204"/>
                    </a:lnTo>
                    <a:lnTo>
                      <a:pt x="511" y="204"/>
                    </a:lnTo>
                    <a:lnTo>
                      <a:pt x="511" y="206"/>
                    </a:lnTo>
                    <a:lnTo>
                      <a:pt x="514" y="206"/>
                    </a:lnTo>
                    <a:lnTo>
                      <a:pt x="514" y="206"/>
                    </a:lnTo>
                    <a:lnTo>
                      <a:pt x="516" y="206"/>
                    </a:lnTo>
                    <a:lnTo>
                      <a:pt x="516" y="206"/>
                    </a:lnTo>
                    <a:lnTo>
                      <a:pt x="516" y="206"/>
                    </a:lnTo>
                    <a:lnTo>
                      <a:pt x="516" y="206"/>
                    </a:lnTo>
                    <a:lnTo>
                      <a:pt x="518" y="206"/>
                    </a:lnTo>
                    <a:lnTo>
                      <a:pt x="518" y="208"/>
                    </a:lnTo>
                    <a:lnTo>
                      <a:pt x="518" y="208"/>
                    </a:lnTo>
                    <a:lnTo>
                      <a:pt x="518" y="208"/>
                    </a:lnTo>
                    <a:lnTo>
                      <a:pt x="518" y="208"/>
                    </a:lnTo>
                    <a:lnTo>
                      <a:pt x="518" y="211"/>
                    </a:lnTo>
                    <a:lnTo>
                      <a:pt x="518" y="211"/>
                    </a:lnTo>
                    <a:lnTo>
                      <a:pt x="521" y="211"/>
                    </a:lnTo>
                    <a:lnTo>
                      <a:pt x="521" y="211"/>
                    </a:lnTo>
                    <a:lnTo>
                      <a:pt x="521" y="213"/>
                    </a:lnTo>
                    <a:lnTo>
                      <a:pt x="518" y="213"/>
                    </a:lnTo>
                    <a:lnTo>
                      <a:pt x="518" y="213"/>
                    </a:lnTo>
                    <a:lnTo>
                      <a:pt x="518" y="213"/>
                    </a:lnTo>
                    <a:lnTo>
                      <a:pt x="518" y="213"/>
                    </a:lnTo>
                    <a:lnTo>
                      <a:pt x="516" y="213"/>
                    </a:lnTo>
                    <a:lnTo>
                      <a:pt x="516" y="213"/>
                    </a:lnTo>
                    <a:lnTo>
                      <a:pt x="516" y="213"/>
                    </a:lnTo>
                    <a:lnTo>
                      <a:pt x="516" y="215"/>
                    </a:lnTo>
                    <a:lnTo>
                      <a:pt x="514" y="215"/>
                    </a:lnTo>
                    <a:lnTo>
                      <a:pt x="514" y="215"/>
                    </a:lnTo>
                    <a:lnTo>
                      <a:pt x="514" y="218"/>
                    </a:lnTo>
                    <a:lnTo>
                      <a:pt x="514" y="218"/>
                    </a:lnTo>
                    <a:lnTo>
                      <a:pt x="514" y="218"/>
                    </a:lnTo>
                    <a:lnTo>
                      <a:pt x="511" y="218"/>
                    </a:lnTo>
                    <a:lnTo>
                      <a:pt x="511" y="220"/>
                    </a:lnTo>
                    <a:lnTo>
                      <a:pt x="511" y="220"/>
                    </a:lnTo>
                    <a:lnTo>
                      <a:pt x="511" y="220"/>
                    </a:lnTo>
                    <a:lnTo>
                      <a:pt x="511" y="220"/>
                    </a:lnTo>
                    <a:lnTo>
                      <a:pt x="509" y="220"/>
                    </a:lnTo>
                    <a:lnTo>
                      <a:pt x="509" y="220"/>
                    </a:lnTo>
                    <a:lnTo>
                      <a:pt x="507" y="220"/>
                    </a:lnTo>
                    <a:lnTo>
                      <a:pt x="507" y="220"/>
                    </a:lnTo>
                    <a:lnTo>
                      <a:pt x="507" y="220"/>
                    </a:lnTo>
                    <a:lnTo>
                      <a:pt x="507" y="220"/>
                    </a:lnTo>
                    <a:lnTo>
                      <a:pt x="504" y="220"/>
                    </a:lnTo>
                    <a:lnTo>
                      <a:pt x="504" y="220"/>
                    </a:lnTo>
                    <a:lnTo>
                      <a:pt x="504" y="220"/>
                    </a:lnTo>
                    <a:lnTo>
                      <a:pt x="504" y="223"/>
                    </a:lnTo>
                    <a:lnTo>
                      <a:pt x="502" y="223"/>
                    </a:lnTo>
                    <a:lnTo>
                      <a:pt x="502" y="223"/>
                    </a:lnTo>
                    <a:lnTo>
                      <a:pt x="499" y="223"/>
                    </a:lnTo>
                    <a:lnTo>
                      <a:pt x="499" y="223"/>
                    </a:lnTo>
                    <a:lnTo>
                      <a:pt x="499" y="223"/>
                    </a:lnTo>
                    <a:lnTo>
                      <a:pt x="499" y="223"/>
                    </a:lnTo>
                    <a:lnTo>
                      <a:pt x="499" y="225"/>
                    </a:lnTo>
                    <a:lnTo>
                      <a:pt x="497" y="225"/>
                    </a:lnTo>
                    <a:lnTo>
                      <a:pt x="497" y="225"/>
                    </a:lnTo>
                    <a:lnTo>
                      <a:pt x="497" y="225"/>
                    </a:lnTo>
                    <a:lnTo>
                      <a:pt x="497" y="227"/>
                    </a:lnTo>
                    <a:lnTo>
                      <a:pt x="497" y="227"/>
                    </a:lnTo>
                    <a:lnTo>
                      <a:pt x="497" y="227"/>
                    </a:lnTo>
                    <a:lnTo>
                      <a:pt x="495" y="227"/>
                    </a:lnTo>
                    <a:lnTo>
                      <a:pt x="495" y="230"/>
                    </a:lnTo>
                    <a:lnTo>
                      <a:pt x="495" y="230"/>
                    </a:lnTo>
                    <a:lnTo>
                      <a:pt x="495" y="230"/>
                    </a:lnTo>
                    <a:lnTo>
                      <a:pt x="492" y="230"/>
                    </a:lnTo>
                    <a:lnTo>
                      <a:pt x="492" y="230"/>
                    </a:lnTo>
                    <a:lnTo>
                      <a:pt x="492" y="230"/>
                    </a:lnTo>
                    <a:lnTo>
                      <a:pt x="492" y="232"/>
                    </a:lnTo>
                    <a:lnTo>
                      <a:pt x="492" y="232"/>
                    </a:lnTo>
                    <a:lnTo>
                      <a:pt x="492" y="232"/>
                    </a:lnTo>
                    <a:lnTo>
                      <a:pt x="490" y="232"/>
                    </a:lnTo>
                    <a:lnTo>
                      <a:pt x="490" y="234"/>
                    </a:lnTo>
                    <a:lnTo>
                      <a:pt x="490" y="234"/>
                    </a:lnTo>
                    <a:lnTo>
                      <a:pt x="490" y="234"/>
                    </a:lnTo>
                    <a:lnTo>
                      <a:pt x="490" y="234"/>
                    </a:lnTo>
                    <a:lnTo>
                      <a:pt x="488" y="234"/>
                    </a:lnTo>
                    <a:lnTo>
                      <a:pt x="488" y="234"/>
                    </a:lnTo>
                    <a:lnTo>
                      <a:pt x="488" y="237"/>
                    </a:lnTo>
                    <a:lnTo>
                      <a:pt x="488" y="237"/>
                    </a:lnTo>
                    <a:lnTo>
                      <a:pt x="485" y="237"/>
                    </a:lnTo>
                    <a:lnTo>
                      <a:pt x="485" y="239"/>
                    </a:lnTo>
                    <a:lnTo>
                      <a:pt x="485" y="239"/>
                    </a:lnTo>
                    <a:lnTo>
                      <a:pt x="485" y="239"/>
                    </a:lnTo>
                    <a:lnTo>
                      <a:pt x="485" y="239"/>
                    </a:lnTo>
                    <a:lnTo>
                      <a:pt x="483" y="239"/>
                    </a:lnTo>
                    <a:lnTo>
                      <a:pt x="483" y="239"/>
                    </a:lnTo>
                    <a:lnTo>
                      <a:pt x="483" y="242"/>
                    </a:lnTo>
                    <a:lnTo>
                      <a:pt x="483" y="242"/>
                    </a:lnTo>
                    <a:lnTo>
                      <a:pt x="481" y="242"/>
                    </a:lnTo>
                    <a:lnTo>
                      <a:pt x="481" y="242"/>
                    </a:lnTo>
                    <a:lnTo>
                      <a:pt x="481" y="242"/>
                    </a:lnTo>
                    <a:lnTo>
                      <a:pt x="478" y="242"/>
                    </a:lnTo>
                    <a:lnTo>
                      <a:pt x="478" y="242"/>
                    </a:lnTo>
                    <a:lnTo>
                      <a:pt x="478" y="242"/>
                    </a:lnTo>
                    <a:lnTo>
                      <a:pt x="476" y="242"/>
                    </a:lnTo>
                    <a:lnTo>
                      <a:pt x="476" y="242"/>
                    </a:lnTo>
                    <a:lnTo>
                      <a:pt x="473" y="242"/>
                    </a:lnTo>
                    <a:lnTo>
                      <a:pt x="473" y="242"/>
                    </a:lnTo>
                    <a:lnTo>
                      <a:pt x="473" y="242"/>
                    </a:lnTo>
                    <a:lnTo>
                      <a:pt x="473" y="242"/>
                    </a:lnTo>
                    <a:lnTo>
                      <a:pt x="471" y="242"/>
                    </a:lnTo>
                    <a:lnTo>
                      <a:pt x="471" y="242"/>
                    </a:lnTo>
                    <a:lnTo>
                      <a:pt x="471" y="244"/>
                    </a:lnTo>
                    <a:lnTo>
                      <a:pt x="471" y="244"/>
                    </a:lnTo>
                    <a:lnTo>
                      <a:pt x="469" y="244"/>
                    </a:lnTo>
                    <a:lnTo>
                      <a:pt x="469" y="244"/>
                    </a:lnTo>
                    <a:lnTo>
                      <a:pt x="469" y="244"/>
                    </a:lnTo>
                    <a:lnTo>
                      <a:pt x="466" y="244"/>
                    </a:lnTo>
                    <a:lnTo>
                      <a:pt x="466" y="246"/>
                    </a:lnTo>
                    <a:lnTo>
                      <a:pt x="466" y="246"/>
                    </a:lnTo>
                    <a:lnTo>
                      <a:pt x="466" y="246"/>
                    </a:lnTo>
                    <a:lnTo>
                      <a:pt x="464" y="246"/>
                    </a:lnTo>
                    <a:lnTo>
                      <a:pt x="464" y="246"/>
                    </a:lnTo>
                    <a:lnTo>
                      <a:pt x="464" y="246"/>
                    </a:lnTo>
                    <a:lnTo>
                      <a:pt x="464" y="246"/>
                    </a:lnTo>
                    <a:lnTo>
                      <a:pt x="462" y="246"/>
                    </a:lnTo>
                    <a:lnTo>
                      <a:pt x="462" y="246"/>
                    </a:lnTo>
                    <a:lnTo>
                      <a:pt x="459" y="246"/>
                    </a:lnTo>
                    <a:lnTo>
                      <a:pt x="459" y="246"/>
                    </a:lnTo>
                    <a:lnTo>
                      <a:pt x="459" y="246"/>
                    </a:lnTo>
                    <a:lnTo>
                      <a:pt x="459" y="246"/>
                    </a:lnTo>
                    <a:lnTo>
                      <a:pt x="457" y="246"/>
                    </a:lnTo>
                    <a:lnTo>
                      <a:pt x="457" y="246"/>
                    </a:lnTo>
                    <a:lnTo>
                      <a:pt x="457" y="246"/>
                    </a:lnTo>
                    <a:lnTo>
                      <a:pt x="454" y="246"/>
                    </a:lnTo>
                    <a:lnTo>
                      <a:pt x="454" y="246"/>
                    </a:lnTo>
                    <a:lnTo>
                      <a:pt x="454" y="246"/>
                    </a:lnTo>
                    <a:lnTo>
                      <a:pt x="452" y="246"/>
                    </a:lnTo>
                    <a:lnTo>
                      <a:pt x="452" y="246"/>
                    </a:lnTo>
                    <a:lnTo>
                      <a:pt x="452" y="249"/>
                    </a:lnTo>
                    <a:lnTo>
                      <a:pt x="452" y="249"/>
                    </a:lnTo>
                    <a:lnTo>
                      <a:pt x="452" y="246"/>
                    </a:lnTo>
                    <a:lnTo>
                      <a:pt x="450" y="246"/>
                    </a:lnTo>
                    <a:lnTo>
                      <a:pt x="450" y="246"/>
                    </a:lnTo>
                    <a:lnTo>
                      <a:pt x="450" y="246"/>
                    </a:lnTo>
                    <a:lnTo>
                      <a:pt x="447" y="246"/>
                    </a:lnTo>
                    <a:lnTo>
                      <a:pt x="447" y="246"/>
                    </a:lnTo>
                    <a:lnTo>
                      <a:pt x="447" y="246"/>
                    </a:lnTo>
                    <a:lnTo>
                      <a:pt x="445" y="246"/>
                    </a:lnTo>
                    <a:lnTo>
                      <a:pt x="445" y="246"/>
                    </a:lnTo>
                    <a:lnTo>
                      <a:pt x="445" y="246"/>
                    </a:lnTo>
                    <a:lnTo>
                      <a:pt x="443" y="246"/>
                    </a:lnTo>
                    <a:lnTo>
                      <a:pt x="443" y="246"/>
                    </a:lnTo>
                    <a:lnTo>
                      <a:pt x="440" y="246"/>
                    </a:lnTo>
                    <a:lnTo>
                      <a:pt x="440" y="246"/>
                    </a:lnTo>
                    <a:lnTo>
                      <a:pt x="440" y="246"/>
                    </a:lnTo>
                    <a:lnTo>
                      <a:pt x="438" y="246"/>
                    </a:lnTo>
                    <a:lnTo>
                      <a:pt x="438" y="246"/>
                    </a:lnTo>
                    <a:lnTo>
                      <a:pt x="438" y="246"/>
                    </a:lnTo>
                    <a:lnTo>
                      <a:pt x="436" y="246"/>
                    </a:lnTo>
                    <a:lnTo>
                      <a:pt x="436" y="246"/>
                    </a:lnTo>
                    <a:lnTo>
                      <a:pt x="433" y="246"/>
                    </a:lnTo>
                    <a:lnTo>
                      <a:pt x="433" y="246"/>
                    </a:lnTo>
                    <a:lnTo>
                      <a:pt x="433" y="246"/>
                    </a:lnTo>
                    <a:lnTo>
                      <a:pt x="433" y="246"/>
                    </a:lnTo>
                    <a:lnTo>
                      <a:pt x="431" y="246"/>
                    </a:lnTo>
                    <a:lnTo>
                      <a:pt x="431" y="246"/>
                    </a:lnTo>
                    <a:lnTo>
                      <a:pt x="431" y="246"/>
                    </a:lnTo>
                    <a:lnTo>
                      <a:pt x="428" y="246"/>
                    </a:lnTo>
                    <a:lnTo>
                      <a:pt x="428" y="246"/>
                    </a:lnTo>
                    <a:lnTo>
                      <a:pt x="426" y="246"/>
                    </a:lnTo>
                    <a:lnTo>
                      <a:pt x="426" y="246"/>
                    </a:lnTo>
                    <a:lnTo>
                      <a:pt x="426" y="246"/>
                    </a:lnTo>
                    <a:lnTo>
                      <a:pt x="424" y="246"/>
                    </a:lnTo>
                    <a:lnTo>
                      <a:pt x="424" y="246"/>
                    </a:lnTo>
                    <a:lnTo>
                      <a:pt x="424" y="246"/>
                    </a:lnTo>
                    <a:lnTo>
                      <a:pt x="424" y="246"/>
                    </a:lnTo>
                    <a:lnTo>
                      <a:pt x="421" y="246"/>
                    </a:lnTo>
                    <a:lnTo>
                      <a:pt x="421" y="246"/>
                    </a:lnTo>
                    <a:lnTo>
                      <a:pt x="421" y="246"/>
                    </a:lnTo>
                    <a:lnTo>
                      <a:pt x="419" y="246"/>
                    </a:lnTo>
                    <a:lnTo>
                      <a:pt x="419" y="246"/>
                    </a:lnTo>
                    <a:lnTo>
                      <a:pt x="419" y="249"/>
                    </a:lnTo>
                    <a:lnTo>
                      <a:pt x="419" y="249"/>
                    </a:lnTo>
                    <a:lnTo>
                      <a:pt x="419" y="249"/>
                    </a:lnTo>
                    <a:lnTo>
                      <a:pt x="417" y="249"/>
                    </a:lnTo>
                    <a:lnTo>
                      <a:pt x="417" y="249"/>
                    </a:lnTo>
                    <a:lnTo>
                      <a:pt x="417" y="249"/>
                    </a:lnTo>
                    <a:lnTo>
                      <a:pt x="414" y="249"/>
                    </a:lnTo>
                    <a:lnTo>
                      <a:pt x="414" y="249"/>
                    </a:lnTo>
                    <a:lnTo>
                      <a:pt x="412" y="249"/>
                    </a:lnTo>
                    <a:lnTo>
                      <a:pt x="412" y="251"/>
                    </a:lnTo>
                    <a:lnTo>
                      <a:pt x="412" y="251"/>
                    </a:lnTo>
                    <a:lnTo>
                      <a:pt x="412" y="251"/>
                    </a:lnTo>
                    <a:lnTo>
                      <a:pt x="410" y="251"/>
                    </a:lnTo>
                    <a:lnTo>
                      <a:pt x="410" y="251"/>
                    </a:lnTo>
                    <a:lnTo>
                      <a:pt x="410" y="251"/>
                    </a:lnTo>
                    <a:lnTo>
                      <a:pt x="407" y="251"/>
                    </a:lnTo>
                    <a:lnTo>
                      <a:pt x="407" y="251"/>
                    </a:lnTo>
                    <a:lnTo>
                      <a:pt x="407" y="251"/>
                    </a:lnTo>
                    <a:lnTo>
                      <a:pt x="405" y="251"/>
                    </a:lnTo>
                    <a:lnTo>
                      <a:pt x="405" y="251"/>
                    </a:lnTo>
                    <a:lnTo>
                      <a:pt x="405" y="251"/>
                    </a:lnTo>
                    <a:lnTo>
                      <a:pt x="405" y="251"/>
                    </a:lnTo>
                    <a:lnTo>
                      <a:pt x="402" y="251"/>
                    </a:lnTo>
                    <a:lnTo>
                      <a:pt x="402" y="251"/>
                    </a:lnTo>
                    <a:lnTo>
                      <a:pt x="402" y="253"/>
                    </a:lnTo>
                    <a:lnTo>
                      <a:pt x="400" y="253"/>
                    </a:lnTo>
                    <a:lnTo>
                      <a:pt x="400" y="253"/>
                    </a:lnTo>
                    <a:lnTo>
                      <a:pt x="400" y="253"/>
                    </a:lnTo>
                    <a:lnTo>
                      <a:pt x="400" y="253"/>
                    </a:lnTo>
                    <a:lnTo>
                      <a:pt x="398" y="253"/>
                    </a:lnTo>
                    <a:lnTo>
                      <a:pt x="398" y="253"/>
                    </a:lnTo>
                    <a:lnTo>
                      <a:pt x="398" y="253"/>
                    </a:lnTo>
                    <a:lnTo>
                      <a:pt x="398" y="256"/>
                    </a:lnTo>
                    <a:lnTo>
                      <a:pt x="395" y="256"/>
                    </a:lnTo>
                    <a:lnTo>
                      <a:pt x="395" y="256"/>
                    </a:lnTo>
                    <a:lnTo>
                      <a:pt x="393" y="256"/>
                    </a:lnTo>
                    <a:lnTo>
                      <a:pt x="393" y="256"/>
                    </a:lnTo>
                    <a:lnTo>
                      <a:pt x="393" y="256"/>
                    </a:lnTo>
                    <a:lnTo>
                      <a:pt x="393" y="256"/>
                    </a:lnTo>
                    <a:lnTo>
                      <a:pt x="391" y="256"/>
                    </a:lnTo>
                    <a:lnTo>
                      <a:pt x="391" y="258"/>
                    </a:lnTo>
                    <a:lnTo>
                      <a:pt x="391" y="258"/>
                    </a:lnTo>
                    <a:lnTo>
                      <a:pt x="391" y="258"/>
                    </a:lnTo>
                    <a:lnTo>
                      <a:pt x="388" y="258"/>
                    </a:lnTo>
                    <a:lnTo>
                      <a:pt x="388" y="258"/>
                    </a:lnTo>
                    <a:lnTo>
                      <a:pt x="388" y="258"/>
                    </a:lnTo>
                    <a:lnTo>
                      <a:pt x="386" y="258"/>
                    </a:lnTo>
                    <a:lnTo>
                      <a:pt x="386" y="258"/>
                    </a:lnTo>
                    <a:lnTo>
                      <a:pt x="386" y="260"/>
                    </a:lnTo>
                    <a:lnTo>
                      <a:pt x="386" y="260"/>
                    </a:lnTo>
                    <a:lnTo>
                      <a:pt x="383" y="260"/>
                    </a:lnTo>
                    <a:lnTo>
                      <a:pt x="383" y="260"/>
                    </a:lnTo>
                    <a:lnTo>
                      <a:pt x="383" y="260"/>
                    </a:lnTo>
                    <a:lnTo>
                      <a:pt x="383" y="260"/>
                    </a:lnTo>
                    <a:lnTo>
                      <a:pt x="381" y="260"/>
                    </a:lnTo>
                    <a:lnTo>
                      <a:pt x="381" y="260"/>
                    </a:lnTo>
                    <a:lnTo>
                      <a:pt x="381" y="260"/>
                    </a:lnTo>
                    <a:lnTo>
                      <a:pt x="379" y="260"/>
                    </a:lnTo>
                    <a:lnTo>
                      <a:pt x="379" y="263"/>
                    </a:lnTo>
                    <a:lnTo>
                      <a:pt x="379" y="263"/>
                    </a:lnTo>
                    <a:lnTo>
                      <a:pt x="379" y="263"/>
                    </a:lnTo>
                    <a:lnTo>
                      <a:pt x="379" y="263"/>
                    </a:lnTo>
                    <a:lnTo>
                      <a:pt x="376" y="263"/>
                    </a:lnTo>
                    <a:lnTo>
                      <a:pt x="376" y="263"/>
                    </a:lnTo>
                    <a:lnTo>
                      <a:pt x="376" y="263"/>
                    </a:lnTo>
                    <a:lnTo>
                      <a:pt x="376" y="265"/>
                    </a:lnTo>
                    <a:lnTo>
                      <a:pt x="374" y="265"/>
                    </a:lnTo>
                    <a:lnTo>
                      <a:pt x="374" y="265"/>
                    </a:lnTo>
                    <a:lnTo>
                      <a:pt x="374" y="265"/>
                    </a:lnTo>
                    <a:lnTo>
                      <a:pt x="372" y="265"/>
                    </a:lnTo>
                    <a:lnTo>
                      <a:pt x="372" y="268"/>
                    </a:lnTo>
                    <a:lnTo>
                      <a:pt x="372" y="268"/>
                    </a:lnTo>
                    <a:lnTo>
                      <a:pt x="372" y="268"/>
                    </a:lnTo>
                    <a:lnTo>
                      <a:pt x="372" y="268"/>
                    </a:lnTo>
                    <a:lnTo>
                      <a:pt x="369" y="268"/>
                    </a:lnTo>
                    <a:lnTo>
                      <a:pt x="369" y="268"/>
                    </a:lnTo>
                    <a:lnTo>
                      <a:pt x="369" y="268"/>
                    </a:lnTo>
                    <a:lnTo>
                      <a:pt x="367" y="268"/>
                    </a:lnTo>
                    <a:lnTo>
                      <a:pt x="367" y="268"/>
                    </a:lnTo>
                    <a:lnTo>
                      <a:pt x="367" y="268"/>
                    </a:lnTo>
                    <a:lnTo>
                      <a:pt x="365" y="268"/>
                    </a:lnTo>
                    <a:lnTo>
                      <a:pt x="365" y="268"/>
                    </a:lnTo>
                    <a:lnTo>
                      <a:pt x="365" y="268"/>
                    </a:lnTo>
                    <a:lnTo>
                      <a:pt x="365" y="265"/>
                    </a:lnTo>
                    <a:lnTo>
                      <a:pt x="362" y="265"/>
                    </a:lnTo>
                    <a:lnTo>
                      <a:pt x="362" y="265"/>
                    </a:lnTo>
                    <a:lnTo>
                      <a:pt x="360" y="265"/>
                    </a:lnTo>
                    <a:lnTo>
                      <a:pt x="360" y="265"/>
                    </a:lnTo>
                    <a:lnTo>
                      <a:pt x="360" y="265"/>
                    </a:lnTo>
                    <a:lnTo>
                      <a:pt x="360" y="263"/>
                    </a:lnTo>
                    <a:lnTo>
                      <a:pt x="360" y="263"/>
                    </a:lnTo>
                    <a:lnTo>
                      <a:pt x="360" y="260"/>
                    </a:lnTo>
                    <a:lnTo>
                      <a:pt x="360" y="260"/>
                    </a:lnTo>
                    <a:lnTo>
                      <a:pt x="360" y="260"/>
                    </a:lnTo>
                    <a:lnTo>
                      <a:pt x="357" y="260"/>
                    </a:lnTo>
                    <a:lnTo>
                      <a:pt x="357" y="260"/>
                    </a:lnTo>
                    <a:lnTo>
                      <a:pt x="357" y="260"/>
                    </a:lnTo>
                    <a:lnTo>
                      <a:pt x="355" y="260"/>
                    </a:lnTo>
                    <a:lnTo>
                      <a:pt x="355" y="260"/>
                    </a:lnTo>
                    <a:lnTo>
                      <a:pt x="355" y="260"/>
                    </a:lnTo>
                    <a:lnTo>
                      <a:pt x="353" y="260"/>
                    </a:lnTo>
                    <a:lnTo>
                      <a:pt x="353" y="260"/>
                    </a:lnTo>
                    <a:lnTo>
                      <a:pt x="353" y="260"/>
                    </a:lnTo>
                    <a:lnTo>
                      <a:pt x="350" y="260"/>
                    </a:lnTo>
                    <a:lnTo>
                      <a:pt x="350" y="260"/>
                    </a:lnTo>
                    <a:lnTo>
                      <a:pt x="350" y="260"/>
                    </a:lnTo>
                    <a:lnTo>
                      <a:pt x="350" y="263"/>
                    </a:lnTo>
                    <a:lnTo>
                      <a:pt x="348" y="263"/>
                    </a:lnTo>
                    <a:lnTo>
                      <a:pt x="348" y="263"/>
                    </a:lnTo>
                    <a:lnTo>
                      <a:pt x="346" y="263"/>
                    </a:lnTo>
                    <a:lnTo>
                      <a:pt x="346" y="263"/>
                    </a:lnTo>
                    <a:lnTo>
                      <a:pt x="346" y="263"/>
                    </a:lnTo>
                    <a:lnTo>
                      <a:pt x="346" y="260"/>
                    </a:lnTo>
                    <a:lnTo>
                      <a:pt x="343" y="260"/>
                    </a:lnTo>
                    <a:lnTo>
                      <a:pt x="343" y="260"/>
                    </a:lnTo>
                    <a:lnTo>
                      <a:pt x="343" y="260"/>
                    </a:lnTo>
                    <a:lnTo>
                      <a:pt x="341" y="260"/>
                    </a:lnTo>
                    <a:lnTo>
                      <a:pt x="341" y="260"/>
                    </a:lnTo>
                    <a:lnTo>
                      <a:pt x="341" y="260"/>
                    </a:lnTo>
                    <a:lnTo>
                      <a:pt x="339" y="260"/>
                    </a:lnTo>
                    <a:lnTo>
                      <a:pt x="339" y="260"/>
                    </a:lnTo>
                    <a:lnTo>
                      <a:pt x="339" y="260"/>
                    </a:lnTo>
                    <a:lnTo>
                      <a:pt x="336" y="260"/>
                    </a:lnTo>
                    <a:lnTo>
                      <a:pt x="336" y="260"/>
                    </a:lnTo>
                    <a:lnTo>
                      <a:pt x="334" y="260"/>
                    </a:lnTo>
                    <a:lnTo>
                      <a:pt x="334" y="260"/>
                    </a:lnTo>
                    <a:lnTo>
                      <a:pt x="334" y="260"/>
                    </a:lnTo>
                    <a:lnTo>
                      <a:pt x="334" y="260"/>
                    </a:lnTo>
                    <a:lnTo>
                      <a:pt x="331" y="260"/>
                    </a:lnTo>
                    <a:lnTo>
                      <a:pt x="331" y="258"/>
                    </a:lnTo>
                    <a:lnTo>
                      <a:pt x="331" y="258"/>
                    </a:lnTo>
                    <a:lnTo>
                      <a:pt x="331" y="258"/>
                    </a:lnTo>
                    <a:lnTo>
                      <a:pt x="329" y="258"/>
                    </a:lnTo>
                    <a:lnTo>
                      <a:pt x="329" y="258"/>
                    </a:lnTo>
                    <a:lnTo>
                      <a:pt x="329" y="258"/>
                    </a:lnTo>
                    <a:lnTo>
                      <a:pt x="327" y="258"/>
                    </a:lnTo>
                    <a:lnTo>
                      <a:pt x="327" y="258"/>
                    </a:lnTo>
                    <a:lnTo>
                      <a:pt x="327" y="256"/>
                    </a:lnTo>
                    <a:lnTo>
                      <a:pt x="327" y="256"/>
                    </a:lnTo>
                    <a:lnTo>
                      <a:pt x="324" y="256"/>
                    </a:lnTo>
                    <a:lnTo>
                      <a:pt x="324" y="256"/>
                    </a:lnTo>
                    <a:lnTo>
                      <a:pt x="324" y="256"/>
                    </a:lnTo>
                    <a:lnTo>
                      <a:pt x="324" y="256"/>
                    </a:lnTo>
                    <a:lnTo>
                      <a:pt x="322" y="256"/>
                    </a:lnTo>
                    <a:lnTo>
                      <a:pt x="322" y="253"/>
                    </a:lnTo>
                    <a:lnTo>
                      <a:pt x="322" y="253"/>
                    </a:lnTo>
                    <a:lnTo>
                      <a:pt x="320" y="253"/>
                    </a:lnTo>
                    <a:lnTo>
                      <a:pt x="320" y="253"/>
                    </a:lnTo>
                    <a:lnTo>
                      <a:pt x="320" y="253"/>
                    </a:lnTo>
                    <a:lnTo>
                      <a:pt x="317" y="253"/>
                    </a:lnTo>
                    <a:lnTo>
                      <a:pt x="317" y="253"/>
                    </a:lnTo>
                    <a:lnTo>
                      <a:pt x="317" y="253"/>
                    </a:lnTo>
                    <a:lnTo>
                      <a:pt x="315" y="253"/>
                    </a:lnTo>
                    <a:lnTo>
                      <a:pt x="315" y="253"/>
                    </a:lnTo>
                    <a:lnTo>
                      <a:pt x="312" y="253"/>
                    </a:lnTo>
                    <a:lnTo>
                      <a:pt x="312" y="253"/>
                    </a:lnTo>
                    <a:lnTo>
                      <a:pt x="312" y="253"/>
                    </a:lnTo>
                    <a:lnTo>
                      <a:pt x="312" y="253"/>
                    </a:lnTo>
                    <a:lnTo>
                      <a:pt x="310" y="253"/>
                    </a:lnTo>
                    <a:lnTo>
                      <a:pt x="310" y="253"/>
                    </a:lnTo>
                    <a:lnTo>
                      <a:pt x="310" y="251"/>
                    </a:lnTo>
                    <a:lnTo>
                      <a:pt x="310" y="251"/>
                    </a:lnTo>
                    <a:lnTo>
                      <a:pt x="308" y="251"/>
                    </a:lnTo>
                    <a:lnTo>
                      <a:pt x="308" y="251"/>
                    </a:lnTo>
                    <a:lnTo>
                      <a:pt x="305" y="251"/>
                    </a:lnTo>
                    <a:lnTo>
                      <a:pt x="305" y="251"/>
                    </a:lnTo>
                    <a:lnTo>
                      <a:pt x="305" y="251"/>
                    </a:lnTo>
                    <a:lnTo>
                      <a:pt x="305" y="251"/>
                    </a:lnTo>
                    <a:lnTo>
                      <a:pt x="305" y="251"/>
                    </a:lnTo>
                    <a:lnTo>
                      <a:pt x="305" y="249"/>
                    </a:lnTo>
                    <a:lnTo>
                      <a:pt x="303" y="249"/>
                    </a:lnTo>
                    <a:lnTo>
                      <a:pt x="303" y="249"/>
                    </a:lnTo>
                    <a:lnTo>
                      <a:pt x="303" y="249"/>
                    </a:lnTo>
                    <a:lnTo>
                      <a:pt x="303" y="246"/>
                    </a:lnTo>
                    <a:lnTo>
                      <a:pt x="303" y="246"/>
                    </a:lnTo>
                    <a:lnTo>
                      <a:pt x="303" y="246"/>
                    </a:lnTo>
                    <a:lnTo>
                      <a:pt x="301" y="246"/>
                    </a:lnTo>
                    <a:lnTo>
                      <a:pt x="301" y="244"/>
                    </a:lnTo>
                    <a:lnTo>
                      <a:pt x="301" y="244"/>
                    </a:lnTo>
                    <a:lnTo>
                      <a:pt x="298" y="244"/>
                    </a:lnTo>
                    <a:lnTo>
                      <a:pt x="298" y="244"/>
                    </a:lnTo>
                    <a:lnTo>
                      <a:pt x="298" y="244"/>
                    </a:lnTo>
                    <a:lnTo>
                      <a:pt x="296" y="244"/>
                    </a:lnTo>
                    <a:lnTo>
                      <a:pt x="296" y="244"/>
                    </a:lnTo>
                    <a:lnTo>
                      <a:pt x="296" y="244"/>
                    </a:lnTo>
                    <a:lnTo>
                      <a:pt x="294" y="244"/>
                    </a:lnTo>
                    <a:lnTo>
                      <a:pt x="294" y="244"/>
                    </a:lnTo>
                    <a:lnTo>
                      <a:pt x="294" y="244"/>
                    </a:lnTo>
                    <a:lnTo>
                      <a:pt x="291" y="244"/>
                    </a:lnTo>
                    <a:lnTo>
                      <a:pt x="291" y="244"/>
                    </a:lnTo>
                    <a:lnTo>
                      <a:pt x="291" y="242"/>
                    </a:lnTo>
                    <a:lnTo>
                      <a:pt x="291" y="242"/>
                    </a:lnTo>
                    <a:lnTo>
                      <a:pt x="289" y="242"/>
                    </a:lnTo>
                    <a:lnTo>
                      <a:pt x="289" y="242"/>
                    </a:lnTo>
                    <a:lnTo>
                      <a:pt x="286" y="242"/>
                    </a:lnTo>
                    <a:lnTo>
                      <a:pt x="286" y="242"/>
                    </a:lnTo>
                    <a:lnTo>
                      <a:pt x="286" y="242"/>
                    </a:lnTo>
                    <a:lnTo>
                      <a:pt x="286" y="242"/>
                    </a:lnTo>
                    <a:lnTo>
                      <a:pt x="284" y="242"/>
                    </a:lnTo>
                    <a:lnTo>
                      <a:pt x="284" y="242"/>
                    </a:lnTo>
                    <a:lnTo>
                      <a:pt x="284" y="242"/>
                    </a:lnTo>
                    <a:lnTo>
                      <a:pt x="282" y="242"/>
                    </a:lnTo>
                    <a:lnTo>
                      <a:pt x="282" y="242"/>
                    </a:lnTo>
                    <a:lnTo>
                      <a:pt x="282" y="242"/>
                    </a:lnTo>
                    <a:lnTo>
                      <a:pt x="279" y="242"/>
                    </a:lnTo>
                    <a:lnTo>
                      <a:pt x="279" y="242"/>
                    </a:lnTo>
                    <a:lnTo>
                      <a:pt x="279" y="242"/>
                    </a:lnTo>
                    <a:lnTo>
                      <a:pt x="277" y="242"/>
                    </a:lnTo>
                    <a:lnTo>
                      <a:pt x="277" y="242"/>
                    </a:lnTo>
                    <a:lnTo>
                      <a:pt x="277" y="242"/>
                    </a:lnTo>
                    <a:lnTo>
                      <a:pt x="275" y="242"/>
                    </a:lnTo>
                    <a:lnTo>
                      <a:pt x="275" y="242"/>
                    </a:lnTo>
                    <a:lnTo>
                      <a:pt x="272" y="242"/>
                    </a:lnTo>
                    <a:lnTo>
                      <a:pt x="272" y="242"/>
                    </a:lnTo>
                    <a:lnTo>
                      <a:pt x="272" y="242"/>
                    </a:lnTo>
                    <a:lnTo>
                      <a:pt x="270" y="242"/>
                    </a:lnTo>
                    <a:lnTo>
                      <a:pt x="270" y="242"/>
                    </a:lnTo>
                    <a:lnTo>
                      <a:pt x="270" y="242"/>
                    </a:lnTo>
                    <a:lnTo>
                      <a:pt x="270" y="242"/>
                    </a:lnTo>
                    <a:lnTo>
                      <a:pt x="267" y="242"/>
                    </a:lnTo>
                    <a:lnTo>
                      <a:pt x="267" y="242"/>
                    </a:lnTo>
                    <a:lnTo>
                      <a:pt x="265" y="242"/>
                    </a:lnTo>
                    <a:lnTo>
                      <a:pt x="265" y="242"/>
                    </a:lnTo>
                    <a:lnTo>
                      <a:pt x="265" y="242"/>
                    </a:lnTo>
                    <a:lnTo>
                      <a:pt x="263" y="242"/>
                    </a:lnTo>
                    <a:lnTo>
                      <a:pt x="263" y="242"/>
                    </a:lnTo>
                    <a:lnTo>
                      <a:pt x="263" y="242"/>
                    </a:lnTo>
                    <a:lnTo>
                      <a:pt x="263" y="242"/>
                    </a:lnTo>
                    <a:lnTo>
                      <a:pt x="260" y="242"/>
                    </a:lnTo>
                    <a:lnTo>
                      <a:pt x="260" y="242"/>
                    </a:lnTo>
                    <a:lnTo>
                      <a:pt x="260" y="242"/>
                    </a:lnTo>
                    <a:lnTo>
                      <a:pt x="258" y="242"/>
                    </a:lnTo>
                    <a:lnTo>
                      <a:pt x="258" y="242"/>
                    </a:lnTo>
                    <a:lnTo>
                      <a:pt x="258" y="242"/>
                    </a:lnTo>
                    <a:lnTo>
                      <a:pt x="256" y="242"/>
                    </a:lnTo>
                    <a:lnTo>
                      <a:pt x="256" y="242"/>
                    </a:lnTo>
                    <a:lnTo>
                      <a:pt x="256" y="242"/>
                    </a:lnTo>
                    <a:lnTo>
                      <a:pt x="253" y="242"/>
                    </a:lnTo>
                    <a:lnTo>
                      <a:pt x="253" y="242"/>
                    </a:lnTo>
                    <a:lnTo>
                      <a:pt x="253" y="242"/>
                    </a:lnTo>
                    <a:lnTo>
                      <a:pt x="251" y="242"/>
                    </a:lnTo>
                    <a:lnTo>
                      <a:pt x="251" y="242"/>
                    </a:lnTo>
                    <a:lnTo>
                      <a:pt x="251" y="242"/>
                    </a:lnTo>
                    <a:lnTo>
                      <a:pt x="249" y="242"/>
                    </a:lnTo>
                    <a:lnTo>
                      <a:pt x="249" y="242"/>
                    </a:lnTo>
                    <a:lnTo>
                      <a:pt x="246" y="242"/>
                    </a:lnTo>
                    <a:lnTo>
                      <a:pt x="246" y="242"/>
                    </a:lnTo>
                    <a:lnTo>
                      <a:pt x="246" y="242"/>
                    </a:lnTo>
                    <a:lnTo>
                      <a:pt x="244" y="242"/>
                    </a:lnTo>
                    <a:lnTo>
                      <a:pt x="244" y="242"/>
                    </a:lnTo>
                    <a:lnTo>
                      <a:pt x="244" y="242"/>
                    </a:lnTo>
                    <a:lnTo>
                      <a:pt x="241" y="242"/>
                    </a:lnTo>
                    <a:lnTo>
                      <a:pt x="241" y="242"/>
                    </a:lnTo>
                    <a:lnTo>
                      <a:pt x="241" y="242"/>
                    </a:lnTo>
                    <a:lnTo>
                      <a:pt x="239" y="242"/>
                    </a:lnTo>
                    <a:lnTo>
                      <a:pt x="239" y="242"/>
                    </a:lnTo>
                    <a:lnTo>
                      <a:pt x="239" y="242"/>
                    </a:lnTo>
                    <a:lnTo>
                      <a:pt x="237" y="242"/>
                    </a:lnTo>
                    <a:lnTo>
                      <a:pt x="237" y="242"/>
                    </a:lnTo>
                    <a:lnTo>
                      <a:pt x="237" y="242"/>
                    </a:lnTo>
                    <a:lnTo>
                      <a:pt x="234" y="242"/>
                    </a:lnTo>
                    <a:lnTo>
                      <a:pt x="234" y="242"/>
                    </a:lnTo>
                    <a:lnTo>
                      <a:pt x="232" y="242"/>
                    </a:lnTo>
                    <a:lnTo>
                      <a:pt x="232" y="242"/>
                    </a:lnTo>
                    <a:lnTo>
                      <a:pt x="232" y="242"/>
                    </a:lnTo>
                    <a:lnTo>
                      <a:pt x="230" y="242"/>
                    </a:lnTo>
                    <a:lnTo>
                      <a:pt x="230" y="242"/>
                    </a:lnTo>
                    <a:lnTo>
                      <a:pt x="227" y="242"/>
                    </a:lnTo>
                    <a:lnTo>
                      <a:pt x="227" y="242"/>
                    </a:lnTo>
                    <a:lnTo>
                      <a:pt x="227" y="242"/>
                    </a:lnTo>
                    <a:lnTo>
                      <a:pt x="225" y="242"/>
                    </a:lnTo>
                    <a:lnTo>
                      <a:pt x="225" y="242"/>
                    </a:lnTo>
                    <a:lnTo>
                      <a:pt x="225" y="242"/>
                    </a:lnTo>
                    <a:lnTo>
                      <a:pt x="225" y="242"/>
                    </a:lnTo>
                    <a:lnTo>
                      <a:pt x="223" y="242"/>
                    </a:lnTo>
                    <a:lnTo>
                      <a:pt x="223" y="242"/>
                    </a:lnTo>
                    <a:lnTo>
                      <a:pt x="220" y="242"/>
                    </a:lnTo>
                    <a:lnTo>
                      <a:pt x="220" y="242"/>
                    </a:lnTo>
                    <a:lnTo>
                      <a:pt x="220" y="242"/>
                    </a:lnTo>
                    <a:lnTo>
                      <a:pt x="218" y="242"/>
                    </a:lnTo>
                    <a:lnTo>
                      <a:pt x="218" y="239"/>
                    </a:lnTo>
                    <a:lnTo>
                      <a:pt x="218" y="239"/>
                    </a:lnTo>
                    <a:lnTo>
                      <a:pt x="218" y="239"/>
                    </a:lnTo>
                    <a:lnTo>
                      <a:pt x="215" y="239"/>
                    </a:lnTo>
                    <a:lnTo>
                      <a:pt x="215" y="239"/>
                    </a:lnTo>
                    <a:lnTo>
                      <a:pt x="213" y="239"/>
                    </a:lnTo>
                    <a:lnTo>
                      <a:pt x="213" y="239"/>
                    </a:lnTo>
                    <a:lnTo>
                      <a:pt x="213" y="239"/>
                    </a:lnTo>
                    <a:lnTo>
                      <a:pt x="211" y="239"/>
                    </a:lnTo>
                    <a:lnTo>
                      <a:pt x="211" y="239"/>
                    </a:lnTo>
                    <a:lnTo>
                      <a:pt x="211" y="239"/>
                    </a:lnTo>
                    <a:lnTo>
                      <a:pt x="208" y="239"/>
                    </a:lnTo>
                    <a:lnTo>
                      <a:pt x="208" y="239"/>
                    </a:lnTo>
                    <a:lnTo>
                      <a:pt x="208" y="239"/>
                    </a:lnTo>
                    <a:lnTo>
                      <a:pt x="206" y="239"/>
                    </a:lnTo>
                    <a:lnTo>
                      <a:pt x="206" y="239"/>
                    </a:lnTo>
                    <a:lnTo>
                      <a:pt x="206" y="239"/>
                    </a:lnTo>
                    <a:lnTo>
                      <a:pt x="204" y="239"/>
                    </a:lnTo>
                    <a:lnTo>
                      <a:pt x="204" y="239"/>
                    </a:lnTo>
                    <a:lnTo>
                      <a:pt x="204" y="239"/>
                    </a:lnTo>
                    <a:lnTo>
                      <a:pt x="204" y="237"/>
                    </a:lnTo>
                    <a:lnTo>
                      <a:pt x="201" y="237"/>
                    </a:lnTo>
                    <a:lnTo>
                      <a:pt x="201" y="237"/>
                    </a:lnTo>
                    <a:lnTo>
                      <a:pt x="201" y="239"/>
                    </a:lnTo>
                    <a:lnTo>
                      <a:pt x="199" y="239"/>
                    </a:lnTo>
                    <a:lnTo>
                      <a:pt x="199" y="239"/>
                    </a:lnTo>
                    <a:lnTo>
                      <a:pt x="199" y="239"/>
                    </a:lnTo>
                    <a:lnTo>
                      <a:pt x="199" y="239"/>
                    </a:lnTo>
                    <a:lnTo>
                      <a:pt x="196" y="239"/>
                    </a:lnTo>
                    <a:lnTo>
                      <a:pt x="196" y="239"/>
                    </a:lnTo>
                    <a:lnTo>
                      <a:pt x="196" y="239"/>
                    </a:lnTo>
                    <a:lnTo>
                      <a:pt x="194" y="239"/>
                    </a:lnTo>
                    <a:lnTo>
                      <a:pt x="194" y="239"/>
                    </a:lnTo>
                    <a:lnTo>
                      <a:pt x="194" y="239"/>
                    </a:lnTo>
                    <a:lnTo>
                      <a:pt x="192" y="239"/>
                    </a:lnTo>
                    <a:lnTo>
                      <a:pt x="192" y="239"/>
                    </a:lnTo>
                    <a:lnTo>
                      <a:pt x="192" y="239"/>
                    </a:lnTo>
                    <a:lnTo>
                      <a:pt x="189" y="239"/>
                    </a:lnTo>
                    <a:lnTo>
                      <a:pt x="189" y="239"/>
                    </a:lnTo>
                    <a:lnTo>
                      <a:pt x="189" y="239"/>
                    </a:lnTo>
                    <a:lnTo>
                      <a:pt x="187" y="239"/>
                    </a:lnTo>
                    <a:lnTo>
                      <a:pt x="187" y="239"/>
                    </a:lnTo>
                    <a:lnTo>
                      <a:pt x="187" y="239"/>
                    </a:lnTo>
                    <a:lnTo>
                      <a:pt x="185" y="239"/>
                    </a:lnTo>
                    <a:lnTo>
                      <a:pt x="185" y="239"/>
                    </a:lnTo>
                    <a:lnTo>
                      <a:pt x="185" y="239"/>
                    </a:lnTo>
                    <a:lnTo>
                      <a:pt x="185" y="239"/>
                    </a:lnTo>
                    <a:lnTo>
                      <a:pt x="185" y="237"/>
                    </a:lnTo>
                    <a:lnTo>
                      <a:pt x="185" y="237"/>
                    </a:lnTo>
                    <a:lnTo>
                      <a:pt x="185" y="234"/>
                    </a:lnTo>
                    <a:lnTo>
                      <a:pt x="182" y="234"/>
                    </a:lnTo>
                    <a:lnTo>
                      <a:pt x="182" y="234"/>
                    </a:lnTo>
                    <a:lnTo>
                      <a:pt x="182" y="234"/>
                    </a:lnTo>
                    <a:lnTo>
                      <a:pt x="182" y="232"/>
                    </a:lnTo>
                    <a:lnTo>
                      <a:pt x="180" y="232"/>
                    </a:lnTo>
                    <a:lnTo>
                      <a:pt x="180" y="232"/>
                    </a:lnTo>
                    <a:lnTo>
                      <a:pt x="180" y="232"/>
                    </a:lnTo>
                    <a:lnTo>
                      <a:pt x="180" y="232"/>
                    </a:lnTo>
                    <a:lnTo>
                      <a:pt x="180" y="230"/>
                    </a:lnTo>
                    <a:lnTo>
                      <a:pt x="180" y="230"/>
                    </a:lnTo>
                    <a:lnTo>
                      <a:pt x="178" y="230"/>
                    </a:lnTo>
                    <a:lnTo>
                      <a:pt x="178" y="230"/>
                    </a:lnTo>
                    <a:lnTo>
                      <a:pt x="178" y="230"/>
                    </a:lnTo>
                    <a:lnTo>
                      <a:pt x="178" y="227"/>
                    </a:lnTo>
                    <a:lnTo>
                      <a:pt x="178" y="227"/>
                    </a:lnTo>
                    <a:lnTo>
                      <a:pt x="178" y="227"/>
                    </a:lnTo>
                    <a:lnTo>
                      <a:pt x="175" y="227"/>
                    </a:lnTo>
                    <a:lnTo>
                      <a:pt x="175" y="227"/>
                    </a:lnTo>
                    <a:lnTo>
                      <a:pt x="175" y="225"/>
                    </a:lnTo>
                    <a:lnTo>
                      <a:pt x="173" y="225"/>
                    </a:lnTo>
                    <a:lnTo>
                      <a:pt x="173" y="225"/>
                    </a:lnTo>
                    <a:lnTo>
                      <a:pt x="173" y="223"/>
                    </a:lnTo>
                    <a:lnTo>
                      <a:pt x="173" y="223"/>
                    </a:lnTo>
                    <a:lnTo>
                      <a:pt x="173" y="220"/>
                    </a:lnTo>
                    <a:lnTo>
                      <a:pt x="173" y="220"/>
                    </a:lnTo>
                    <a:lnTo>
                      <a:pt x="173" y="220"/>
                    </a:lnTo>
                    <a:lnTo>
                      <a:pt x="173" y="220"/>
                    </a:lnTo>
                    <a:lnTo>
                      <a:pt x="173" y="220"/>
                    </a:lnTo>
                    <a:lnTo>
                      <a:pt x="173" y="218"/>
                    </a:lnTo>
                    <a:lnTo>
                      <a:pt x="170" y="218"/>
                    </a:lnTo>
                    <a:lnTo>
                      <a:pt x="170" y="218"/>
                    </a:lnTo>
                    <a:lnTo>
                      <a:pt x="170" y="215"/>
                    </a:lnTo>
                    <a:lnTo>
                      <a:pt x="170" y="215"/>
                    </a:lnTo>
                    <a:lnTo>
                      <a:pt x="170" y="215"/>
                    </a:lnTo>
                    <a:lnTo>
                      <a:pt x="170" y="215"/>
                    </a:lnTo>
                    <a:lnTo>
                      <a:pt x="170" y="213"/>
                    </a:lnTo>
                    <a:lnTo>
                      <a:pt x="170" y="213"/>
                    </a:lnTo>
                    <a:lnTo>
                      <a:pt x="170" y="211"/>
                    </a:lnTo>
                    <a:lnTo>
                      <a:pt x="170" y="211"/>
                    </a:lnTo>
                    <a:lnTo>
                      <a:pt x="168" y="211"/>
                    </a:lnTo>
                    <a:lnTo>
                      <a:pt x="168" y="211"/>
                    </a:lnTo>
                    <a:lnTo>
                      <a:pt x="168" y="211"/>
                    </a:lnTo>
                    <a:lnTo>
                      <a:pt x="168" y="208"/>
                    </a:lnTo>
                    <a:lnTo>
                      <a:pt x="168" y="208"/>
                    </a:lnTo>
                    <a:lnTo>
                      <a:pt x="166" y="208"/>
                    </a:lnTo>
                    <a:lnTo>
                      <a:pt x="166" y="206"/>
                    </a:lnTo>
                    <a:lnTo>
                      <a:pt x="166" y="206"/>
                    </a:lnTo>
                    <a:lnTo>
                      <a:pt x="166" y="206"/>
                    </a:lnTo>
                    <a:lnTo>
                      <a:pt x="163" y="206"/>
                    </a:lnTo>
                    <a:lnTo>
                      <a:pt x="163" y="206"/>
                    </a:lnTo>
                    <a:lnTo>
                      <a:pt x="163" y="206"/>
                    </a:lnTo>
                    <a:lnTo>
                      <a:pt x="163" y="206"/>
                    </a:lnTo>
                    <a:lnTo>
                      <a:pt x="163" y="204"/>
                    </a:lnTo>
                    <a:lnTo>
                      <a:pt x="163" y="204"/>
                    </a:lnTo>
                    <a:lnTo>
                      <a:pt x="163" y="204"/>
                    </a:lnTo>
                    <a:lnTo>
                      <a:pt x="163" y="201"/>
                    </a:lnTo>
                    <a:lnTo>
                      <a:pt x="163" y="201"/>
                    </a:lnTo>
                    <a:lnTo>
                      <a:pt x="163" y="201"/>
                    </a:lnTo>
                    <a:lnTo>
                      <a:pt x="163" y="201"/>
                    </a:lnTo>
                    <a:lnTo>
                      <a:pt x="163" y="199"/>
                    </a:lnTo>
                    <a:lnTo>
                      <a:pt x="163" y="199"/>
                    </a:lnTo>
                    <a:lnTo>
                      <a:pt x="163" y="199"/>
                    </a:lnTo>
                    <a:lnTo>
                      <a:pt x="161" y="199"/>
                    </a:lnTo>
                    <a:lnTo>
                      <a:pt x="161" y="199"/>
                    </a:lnTo>
                    <a:lnTo>
                      <a:pt x="161" y="201"/>
                    </a:lnTo>
                    <a:lnTo>
                      <a:pt x="159" y="201"/>
                    </a:lnTo>
                    <a:lnTo>
                      <a:pt x="159" y="201"/>
                    </a:lnTo>
                    <a:lnTo>
                      <a:pt x="159" y="201"/>
                    </a:lnTo>
                    <a:lnTo>
                      <a:pt x="156" y="201"/>
                    </a:lnTo>
                    <a:lnTo>
                      <a:pt x="156" y="201"/>
                    </a:lnTo>
                    <a:lnTo>
                      <a:pt x="154" y="201"/>
                    </a:lnTo>
                    <a:lnTo>
                      <a:pt x="154" y="201"/>
                    </a:lnTo>
                    <a:lnTo>
                      <a:pt x="154" y="199"/>
                    </a:lnTo>
                    <a:lnTo>
                      <a:pt x="154" y="199"/>
                    </a:lnTo>
                    <a:lnTo>
                      <a:pt x="152" y="199"/>
                    </a:lnTo>
                    <a:lnTo>
                      <a:pt x="152" y="199"/>
                    </a:lnTo>
                    <a:lnTo>
                      <a:pt x="152" y="199"/>
                    </a:lnTo>
                    <a:lnTo>
                      <a:pt x="152" y="199"/>
                    </a:lnTo>
                    <a:lnTo>
                      <a:pt x="149" y="199"/>
                    </a:lnTo>
                    <a:lnTo>
                      <a:pt x="149" y="199"/>
                    </a:lnTo>
                    <a:lnTo>
                      <a:pt x="149" y="196"/>
                    </a:lnTo>
                    <a:lnTo>
                      <a:pt x="147" y="196"/>
                    </a:lnTo>
                    <a:lnTo>
                      <a:pt x="147" y="196"/>
                    </a:lnTo>
                    <a:lnTo>
                      <a:pt x="147" y="196"/>
                    </a:lnTo>
                    <a:lnTo>
                      <a:pt x="147" y="196"/>
                    </a:lnTo>
                    <a:lnTo>
                      <a:pt x="147" y="194"/>
                    </a:lnTo>
                    <a:lnTo>
                      <a:pt x="144" y="194"/>
                    </a:lnTo>
                    <a:lnTo>
                      <a:pt x="144" y="194"/>
                    </a:lnTo>
                    <a:lnTo>
                      <a:pt x="144" y="194"/>
                    </a:lnTo>
                    <a:lnTo>
                      <a:pt x="144" y="194"/>
                    </a:lnTo>
                    <a:lnTo>
                      <a:pt x="142" y="194"/>
                    </a:lnTo>
                    <a:lnTo>
                      <a:pt x="142" y="194"/>
                    </a:lnTo>
                    <a:lnTo>
                      <a:pt x="140" y="194"/>
                    </a:lnTo>
                    <a:lnTo>
                      <a:pt x="140" y="192"/>
                    </a:lnTo>
                    <a:lnTo>
                      <a:pt x="140" y="192"/>
                    </a:lnTo>
                    <a:lnTo>
                      <a:pt x="140" y="192"/>
                    </a:lnTo>
                    <a:lnTo>
                      <a:pt x="140" y="192"/>
                    </a:lnTo>
                    <a:lnTo>
                      <a:pt x="140" y="192"/>
                    </a:lnTo>
                    <a:lnTo>
                      <a:pt x="137" y="192"/>
                    </a:lnTo>
                    <a:lnTo>
                      <a:pt x="137" y="189"/>
                    </a:lnTo>
                    <a:lnTo>
                      <a:pt x="137" y="189"/>
                    </a:lnTo>
                    <a:lnTo>
                      <a:pt x="137" y="189"/>
                    </a:lnTo>
                    <a:lnTo>
                      <a:pt x="137" y="189"/>
                    </a:lnTo>
                    <a:lnTo>
                      <a:pt x="135" y="189"/>
                    </a:lnTo>
                    <a:lnTo>
                      <a:pt x="135" y="189"/>
                    </a:lnTo>
                    <a:lnTo>
                      <a:pt x="135" y="187"/>
                    </a:lnTo>
                    <a:lnTo>
                      <a:pt x="133" y="187"/>
                    </a:lnTo>
                    <a:lnTo>
                      <a:pt x="133" y="187"/>
                    </a:lnTo>
                    <a:lnTo>
                      <a:pt x="133" y="187"/>
                    </a:lnTo>
                    <a:lnTo>
                      <a:pt x="133" y="187"/>
                    </a:lnTo>
                    <a:lnTo>
                      <a:pt x="130" y="187"/>
                    </a:lnTo>
                    <a:lnTo>
                      <a:pt x="130" y="187"/>
                    </a:lnTo>
                    <a:lnTo>
                      <a:pt x="130" y="185"/>
                    </a:lnTo>
                    <a:lnTo>
                      <a:pt x="130" y="185"/>
                    </a:lnTo>
                    <a:lnTo>
                      <a:pt x="128" y="185"/>
                    </a:lnTo>
                    <a:lnTo>
                      <a:pt x="128" y="185"/>
                    </a:lnTo>
                    <a:lnTo>
                      <a:pt x="128" y="185"/>
                    </a:lnTo>
                    <a:lnTo>
                      <a:pt x="128" y="182"/>
                    </a:lnTo>
                    <a:lnTo>
                      <a:pt x="125" y="182"/>
                    </a:lnTo>
                    <a:lnTo>
                      <a:pt x="125" y="182"/>
                    </a:lnTo>
                    <a:lnTo>
                      <a:pt x="125" y="182"/>
                    </a:lnTo>
                    <a:lnTo>
                      <a:pt x="125" y="182"/>
                    </a:lnTo>
                    <a:lnTo>
                      <a:pt x="123" y="182"/>
                    </a:lnTo>
                    <a:lnTo>
                      <a:pt x="123" y="182"/>
                    </a:lnTo>
                    <a:lnTo>
                      <a:pt x="123" y="182"/>
                    </a:lnTo>
                    <a:lnTo>
                      <a:pt x="121" y="182"/>
                    </a:lnTo>
                    <a:lnTo>
                      <a:pt x="121" y="182"/>
                    </a:lnTo>
                    <a:lnTo>
                      <a:pt x="121" y="180"/>
                    </a:lnTo>
                    <a:lnTo>
                      <a:pt x="118" y="180"/>
                    </a:lnTo>
                    <a:lnTo>
                      <a:pt x="118" y="180"/>
                    </a:lnTo>
                    <a:lnTo>
                      <a:pt x="118" y="180"/>
                    </a:lnTo>
                    <a:lnTo>
                      <a:pt x="116" y="180"/>
                    </a:lnTo>
                    <a:lnTo>
                      <a:pt x="116" y="180"/>
                    </a:lnTo>
                    <a:lnTo>
                      <a:pt x="114" y="180"/>
                    </a:lnTo>
                    <a:lnTo>
                      <a:pt x="114" y="180"/>
                    </a:lnTo>
                    <a:lnTo>
                      <a:pt x="114" y="180"/>
                    </a:lnTo>
                    <a:lnTo>
                      <a:pt x="111" y="180"/>
                    </a:lnTo>
                    <a:lnTo>
                      <a:pt x="111" y="180"/>
                    </a:lnTo>
                    <a:lnTo>
                      <a:pt x="111" y="180"/>
                    </a:lnTo>
                    <a:lnTo>
                      <a:pt x="109" y="180"/>
                    </a:lnTo>
                    <a:lnTo>
                      <a:pt x="109" y="180"/>
                    </a:lnTo>
                    <a:lnTo>
                      <a:pt x="107" y="180"/>
                    </a:lnTo>
                    <a:lnTo>
                      <a:pt x="107" y="180"/>
                    </a:lnTo>
                    <a:lnTo>
                      <a:pt x="107" y="180"/>
                    </a:lnTo>
                    <a:lnTo>
                      <a:pt x="104" y="180"/>
                    </a:lnTo>
                    <a:lnTo>
                      <a:pt x="104" y="180"/>
                    </a:lnTo>
                    <a:lnTo>
                      <a:pt x="104" y="180"/>
                    </a:lnTo>
                    <a:lnTo>
                      <a:pt x="102" y="180"/>
                    </a:lnTo>
                    <a:lnTo>
                      <a:pt x="102" y="180"/>
                    </a:lnTo>
                    <a:lnTo>
                      <a:pt x="99" y="180"/>
                    </a:lnTo>
                    <a:lnTo>
                      <a:pt x="99" y="180"/>
                    </a:lnTo>
                    <a:lnTo>
                      <a:pt x="99" y="180"/>
                    </a:lnTo>
                    <a:lnTo>
                      <a:pt x="99" y="180"/>
                    </a:lnTo>
                    <a:lnTo>
                      <a:pt x="97" y="180"/>
                    </a:lnTo>
                    <a:lnTo>
                      <a:pt x="97" y="180"/>
                    </a:lnTo>
                    <a:lnTo>
                      <a:pt x="97" y="180"/>
                    </a:lnTo>
                    <a:lnTo>
                      <a:pt x="95" y="180"/>
                    </a:lnTo>
                    <a:lnTo>
                      <a:pt x="95" y="180"/>
                    </a:lnTo>
                    <a:lnTo>
                      <a:pt x="92" y="180"/>
                    </a:lnTo>
                    <a:lnTo>
                      <a:pt x="92" y="180"/>
                    </a:lnTo>
                    <a:lnTo>
                      <a:pt x="92" y="180"/>
                    </a:lnTo>
                    <a:lnTo>
                      <a:pt x="92" y="180"/>
                    </a:lnTo>
                    <a:lnTo>
                      <a:pt x="90" y="180"/>
                    </a:lnTo>
                    <a:lnTo>
                      <a:pt x="90" y="180"/>
                    </a:lnTo>
                    <a:lnTo>
                      <a:pt x="90" y="180"/>
                    </a:lnTo>
                    <a:lnTo>
                      <a:pt x="88" y="180"/>
                    </a:lnTo>
                    <a:lnTo>
                      <a:pt x="88" y="180"/>
                    </a:lnTo>
                    <a:lnTo>
                      <a:pt x="85" y="180"/>
                    </a:lnTo>
                    <a:lnTo>
                      <a:pt x="85" y="180"/>
                    </a:lnTo>
                    <a:lnTo>
                      <a:pt x="85" y="180"/>
                    </a:lnTo>
                    <a:lnTo>
                      <a:pt x="85" y="180"/>
                    </a:lnTo>
                    <a:lnTo>
                      <a:pt x="83" y="180"/>
                    </a:lnTo>
                    <a:lnTo>
                      <a:pt x="83" y="180"/>
                    </a:lnTo>
                    <a:lnTo>
                      <a:pt x="81" y="180"/>
                    </a:lnTo>
                    <a:lnTo>
                      <a:pt x="81" y="180"/>
                    </a:lnTo>
                    <a:lnTo>
                      <a:pt x="81" y="180"/>
                    </a:lnTo>
                    <a:lnTo>
                      <a:pt x="81" y="180"/>
                    </a:lnTo>
                    <a:lnTo>
                      <a:pt x="81" y="178"/>
                    </a:lnTo>
                    <a:lnTo>
                      <a:pt x="78" y="178"/>
                    </a:lnTo>
                    <a:lnTo>
                      <a:pt x="78" y="178"/>
                    </a:lnTo>
                    <a:lnTo>
                      <a:pt x="78" y="178"/>
                    </a:lnTo>
                    <a:lnTo>
                      <a:pt x="76" y="178"/>
                    </a:lnTo>
                    <a:lnTo>
                      <a:pt x="76" y="178"/>
                    </a:lnTo>
                    <a:lnTo>
                      <a:pt x="73" y="178"/>
                    </a:lnTo>
                    <a:lnTo>
                      <a:pt x="73" y="178"/>
                    </a:lnTo>
                    <a:lnTo>
                      <a:pt x="73" y="178"/>
                    </a:lnTo>
                    <a:lnTo>
                      <a:pt x="73" y="178"/>
                    </a:lnTo>
                    <a:lnTo>
                      <a:pt x="73" y="175"/>
                    </a:lnTo>
                    <a:lnTo>
                      <a:pt x="71" y="175"/>
                    </a:lnTo>
                    <a:lnTo>
                      <a:pt x="71" y="175"/>
                    </a:lnTo>
                    <a:lnTo>
                      <a:pt x="71" y="175"/>
                    </a:lnTo>
                    <a:lnTo>
                      <a:pt x="69" y="175"/>
                    </a:lnTo>
                    <a:lnTo>
                      <a:pt x="69" y="175"/>
                    </a:lnTo>
                    <a:lnTo>
                      <a:pt x="69" y="178"/>
                    </a:lnTo>
                    <a:lnTo>
                      <a:pt x="66" y="178"/>
                    </a:lnTo>
                    <a:lnTo>
                      <a:pt x="66" y="175"/>
                    </a:lnTo>
                    <a:lnTo>
                      <a:pt x="66" y="175"/>
                    </a:lnTo>
                    <a:lnTo>
                      <a:pt x="66" y="175"/>
                    </a:lnTo>
                    <a:lnTo>
                      <a:pt x="66" y="173"/>
                    </a:lnTo>
                    <a:lnTo>
                      <a:pt x="66" y="173"/>
                    </a:lnTo>
                    <a:lnTo>
                      <a:pt x="64" y="173"/>
                    </a:lnTo>
                    <a:lnTo>
                      <a:pt x="64" y="173"/>
                    </a:lnTo>
                    <a:lnTo>
                      <a:pt x="64" y="170"/>
                    </a:lnTo>
                    <a:lnTo>
                      <a:pt x="64" y="170"/>
                    </a:lnTo>
                    <a:lnTo>
                      <a:pt x="64" y="170"/>
                    </a:lnTo>
                    <a:lnTo>
                      <a:pt x="64" y="170"/>
                    </a:lnTo>
                    <a:lnTo>
                      <a:pt x="64" y="170"/>
                    </a:lnTo>
                    <a:lnTo>
                      <a:pt x="64" y="168"/>
                    </a:lnTo>
                    <a:lnTo>
                      <a:pt x="62" y="168"/>
                    </a:lnTo>
                    <a:lnTo>
                      <a:pt x="62" y="168"/>
                    </a:lnTo>
                    <a:lnTo>
                      <a:pt x="62" y="166"/>
                    </a:lnTo>
                    <a:lnTo>
                      <a:pt x="64" y="166"/>
                    </a:lnTo>
                    <a:lnTo>
                      <a:pt x="64" y="166"/>
                    </a:lnTo>
                    <a:lnTo>
                      <a:pt x="64" y="163"/>
                    </a:lnTo>
                    <a:lnTo>
                      <a:pt x="64" y="163"/>
                    </a:lnTo>
                    <a:lnTo>
                      <a:pt x="64" y="161"/>
                    </a:lnTo>
                    <a:lnTo>
                      <a:pt x="64" y="161"/>
                    </a:lnTo>
                    <a:lnTo>
                      <a:pt x="64" y="161"/>
                    </a:lnTo>
                    <a:lnTo>
                      <a:pt x="64" y="161"/>
                    </a:lnTo>
                    <a:lnTo>
                      <a:pt x="64" y="161"/>
                    </a:lnTo>
                    <a:lnTo>
                      <a:pt x="66" y="161"/>
                    </a:lnTo>
                    <a:lnTo>
                      <a:pt x="66" y="159"/>
                    </a:lnTo>
                    <a:lnTo>
                      <a:pt x="66" y="159"/>
                    </a:lnTo>
                    <a:lnTo>
                      <a:pt x="66" y="159"/>
                    </a:lnTo>
                    <a:lnTo>
                      <a:pt x="66" y="159"/>
                    </a:lnTo>
                    <a:lnTo>
                      <a:pt x="66" y="156"/>
                    </a:lnTo>
                    <a:lnTo>
                      <a:pt x="69" y="156"/>
                    </a:lnTo>
                    <a:lnTo>
                      <a:pt x="69" y="156"/>
                    </a:lnTo>
                    <a:lnTo>
                      <a:pt x="69" y="156"/>
                    </a:lnTo>
                    <a:lnTo>
                      <a:pt x="69" y="154"/>
                    </a:lnTo>
                    <a:lnTo>
                      <a:pt x="69" y="154"/>
                    </a:lnTo>
                    <a:lnTo>
                      <a:pt x="69" y="151"/>
                    </a:lnTo>
                    <a:lnTo>
                      <a:pt x="69" y="151"/>
                    </a:lnTo>
                    <a:lnTo>
                      <a:pt x="69" y="151"/>
                    </a:lnTo>
                    <a:lnTo>
                      <a:pt x="69" y="151"/>
                    </a:lnTo>
                    <a:lnTo>
                      <a:pt x="69" y="149"/>
                    </a:lnTo>
                    <a:lnTo>
                      <a:pt x="66" y="149"/>
                    </a:lnTo>
                    <a:lnTo>
                      <a:pt x="66" y="149"/>
                    </a:lnTo>
                    <a:lnTo>
                      <a:pt x="66" y="147"/>
                    </a:lnTo>
                    <a:lnTo>
                      <a:pt x="69" y="147"/>
                    </a:lnTo>
                    <a:lnTo>
                      <a:pt x="69" y="147"/>
                    </a:lnTo>
                    <a:lnTo>
                      <a:pt x="69" y="147"/>
                    </a:lnTo>
                    <a:lnTo>
                      <a:pt x="69" y="144"/>
                    </a:lnTo>
                    <a:lnTo>
                      <a:pt x="69" y="144"/>
                    </a:lnTo>
                    <a:lnTo>
                      <a:pt x="71" y="144"/>
                    </a:lnTo>
                    <a:lnTo>
                      <a:pt x="71" y="142"/>
                    </a:lnTo>
                    <a:lnTo>
                      <a:pt x="71" y="142"/>
                    </a:lnTo>
                    <a:lnTo>
                      <a:pt x="71" y="142"/>
                    </a:lnTo>
                    <a:lnTo>
                      <a:pt x="71" y="142"/>
                    </a:lnTo>
                    <a:lnTo>
                      <a:pt x="71" y="142"/>
                    </a:lnTo>
                    <a:lnTo>
                      <a:pt x="71" y="140"/>
                    </a:lnTo>
                    <a:lnTo>
                      <a:pt x="71" y="140"/>
                    </a:lnTo>
                    <a:lnTo>
                      <a:pt x="71" y="137"/>
                    </a:lnTo>
                    <a:lnTo>
                      <a:pt x="71" y="137"/>
                    </a:lnTo>
                    <a:lnTo>
                      <a:pt x="69" y="137"/>
                    </a:lnTo>
                    <a:lnTo>
                      <a:pt x="69" y="135"/>
                    </a:lnTo>
                    <a:lnTo>
                      <a:pt x="69" y="135"/>
                    </a:lnTo>
                    <a:lnTo>
                      <a:pt x="69" y="135"/>
                    </a:lnTo>
                    <a:lnTo>
                      <a:pt x="69" y="132"/>
                    </a:lnTo>
                    <a:lnTo>
                      <a:pt x="69" y="132"/>
                    </a:lnTo>
                    <a:lnTo>
                      <a:pt x="66" y="132"/>
                    </a:lnTo>
                    <a:lnTo>
                      <a:pt x="66" y="132"/>
                    </a:lnTo>
                    <a:lnTo>
                      <a:pt x="66" y="132"/>
                    </a:lnTo>
                    <a:lnTo>
                      <a:pt x="66" y="130"/>
                    </a:lnTo>
                    <a:lnTo>
                      <a:pt x="66" y="130"/>
                    </a:lnTo>
                    <a:lnTo>
                      <a:pt x="64" y="130"/>
                    </a:lnTo>
                    <a:lnTo>
                      <a:pt x="64" y="130"/>
                    </a:lnTo>
                    <a:lnTo>
                      <a:pt x="64" y="130"/>
                    </a:lnTo>
                    <a:lnTo>
                      <a:pt x="64" y="130"/>
                    </a:lnTo>
                    <a:lnTo>
                      <a:pt x="64" y="128"/>
                    </a:lnTo>
                    <a:lnTo>
                      <a:pt x="62" y="128"/>
                    </a:lnTo>
                    <a:lnTo>
                      <a:pt x="62" y="128"/>
                    </a:lnTo>
                    <a:lnTo>
                      <a:pt x="62" y="128"/>
                    </a:lnTo>
                    <a:lnTo>
                      <a:pt x="62" y="125"/>
                    </a:lnTo>
                    <a:lnTo>
                      <a:pt x="59" y="125"/>
                    </a:lnTo>
                    <a:lnTo>
                      <a:pt x="59" y="125"/>
                    </a:lnTo>
                    <a:lnTo>
                      <a:pt x="59" y="125"/>
                    </a:lnTo>
                    <a:lnTo>
                      <a:pt x="59" y="123"/>
                    </a:lnTo>
                    <a:lnTo>
                      <a:pt x="59" y="123"/>
                    </a:lnTo>
                    <a:lnTo>
                      <a:pt x="59" y="123"/>
                    </a:lnTo>
                    <a:lnTo>
                      <a:pt x="59" y="121"/>
                    </a:lnTo>
                    <a:lnTo>
                      <a:pt x="59" y="121"/>
                    </a:lnTo>
                    <a:lnTo>
                      <a:pt x="59" y="121"/>
                    </a:lnTo>
                    <a:lnTo>
                      <a:pt x="57" y="121"/>
                    </a:lnTo>
                    <a:lnTo>
                      <a:pt x="57" y="118"/>
                    </a:lnTo>
                    <a:lnTo>
                      <a:pt x="57" y="118"/>
                    </a:lnTo>
                    <a:lnTo>
                      <a:pt x="57" y="118"/>
                    </a:lnTo>
                    <a:lnTo>
                      <a:pt x="57" y="116"/>
                    </a:lnTo>
                    <a:lnTo>
                      <a:pt x="57" y="116"/>
                    </a:lnTo>
                    <a:lnTo>
                      <a:pt x="57" y="116"/>
                    </a:lnTo>
                    <a:lnTo>
                      <a:pt x="54" y="116"/>
                    </a:lnTo>
                    <a:lnTo>
                      <a:pt x="54" y="114"/>
                    </a:lnTo>
                    <a:lnTo>
                      <a:pt x="54" y="114"/>
                    </a:lnTo>
                    <a:lnTo>
                      <a:pt x="54" y="114"/>
                    </a:lnTo>
                    <a:lnTo>
                      <a:pt x="52" y="114"/>
                    </a:lnTo>
                    <a:lnTo>
                      <a:pt x="52" y="111"/>
                    </a:lnTo>
                    <a:lnTo>
                      <a:pt x="52" y="111"/>
                    </a:lnTo>
                    <a:lnTo>
                      <a:pt x="52" y="111"/>
                    </a:lnTo>
                    <a:lnTo>
                      <a:pt x="50" y="111"/>
                    </a:lnTo>
                    <a:lnTo>
                      <a:pt x="50" y="111"/>
                    </a:lnTo>
                    <a:lnTo>
                      <a:pt x="50" y="111"/>
                    </a:lnTo>
                    <a:lnTo>
                      <a:pt x="50" y="111"/>
                    </a:lnTo>
                    <a:lnTo>
                      <a:pt x="50" y="109"/>
                    </a:lnTo>
                    <a:lnTo>
                      <a:pt x="50" y="109"/>
                    </a:lnTo>
                    <a:lnTo>
                      <a:pt x="47" y="109"/>
                    </a:lnTo>
                    <a:lnTo>
                      <a:pt x="47" y="109"/>
                    </a:lnTo>
                    <a:lnTo>
                      <a:pt x="47" y="109"/>
                    </a:lnTo>
                    <a:lnTo>
                      <a:pt x="47" y="109"/>
                    </a:lnTo>
                    <a:lnTo>
                      <a:pt x="45" y="109"/>
                    </a:lnTo>
                    <a:lnTo>
                      <a:pt x="45" y="109"/>
                    </a:lnTo>
                    <a:lnTo>
                      <a:pt x="45" y="109"/>
                    </a:lnTo>
                    <a:lnTo>
                      <a:pt x="43" y="109"/>
                    </a:lnTo>
                    <a:lnTo>
                      <a:pt x="43" y="109"/>
                    </a:lnTo>
                    <a:lnTo>
                      <a:pt x="43" y="109"/>
                    </a:lnTo>
                    <a:lnTo>
                      <a:pt x="40" y="109"/>
                    </a:lnTo>
                    <a:lnTo>
                      <a:pt x="40" y="106"/>
                    </a:lnTo>
                    <a:lnTo>
                      <a:pt x="40" y="106"/>
                    </a:lnTo>
                    <a:lnTo>
                      <a:pt x="40" y="106"/>
                    </a:lnTo>
                    <a:lnTo>
                      <a:pt x="40" y="106"/>
                    </a:lnTo>
                    <a:lnTo>
                      <a:pt x="38" y="106"/>
                    </a:lnTo>
                    <a:lnTo>
                      <a:pt x="38" y="104"/>
                    </a:lnTo>
                    <a:lnTo>
                      <a:pt x="38" y="104"/>
                    </a:lnTo>
                    <a:lnTo>
                      <a:pt x="38" y="104"/>
                    </a:lnTo>
                    <a:lnTo>
                      <a:pt x="38" y="104"/>
                    </a:lnTo>
                    <a:lnTo>
                      <a:pt x="36" y="104"/>
                    </a:lnTo>
                    <a:lnTo>
                      <a:pt x="36" y="104"/>
                    </a:lnTo>
                    <a:lnTo>
                      <a:pt x="33" y="104"/>
                    </a:lnTo>
                    <a:lnTo>
                      <a:pt x="33" y="104"/>
                    </a:lnTo>
                    <a:lnTo>
                      <a:pt x="33" y="104"/>
                    </a:lnTo>
                    <a:lnTo>
                      <a:pt x="33" y="104"/>
                    </a:lnTo>
                    <a:lnTo>
                      <a:pt x="31" y="104"/>
                    </a:lnTo>
                    <a:lnTo>
                      <a:pt x="31" y="106"/>
                    </a:lnTo>
                    <a:lnTo>
                      <a:pt x="31" y="106"/>
                    </a:lnTo>
                    <a:lnTo>
                      <a:pt x="31" y="106"/>
                    </a:lnTo>
                    <a:lnTo>
                      <a:pt x="28" y="106"/>
                    </a:lnTo>
                    <a:lnTo>
                      <a:pt x="28" y="106"/>
                    </a:lnTo>
                    <a:lnTo>
                      <a:pt x="26" y="106"/>
                    </a:lnTo>
                    <a:lnTo>
                      <a:pt x="26" y="104"/>
                    </a:lnTo>
                    <a:lnTo>
                      <a:pt x="26" y="104"/>
                    </a:lnTo>
                    <a:lnTo>
                      <a:pt x="26" y="104"/>
                    </a:lnTo>
                    <a:lnTo>
                      <a:pt x="26" y="102"/>
                    </a:lnTo>
                    <a:lnTo>
                      <a:pt x="26" y="102"/>
                    </a:lnTo>
                    <a:lnTo>
                      <a:pt x="24" y="102"/>
                    </a:lnTo>
                    <a:lnTo>
                      <a:pt x="24" y="102"/>
                    </a:lnTo>
                    <a:lnTo>
                      <a:pt x="24" y="102"/>
                    </a:lnTo>
                    <a:lnTo>
                      <a:pt x="24" y="102"/>
                    </a:lnTo>
                    <a:lnTo>
                      <a:pt x="21" y="102"/>
                    </a:lnTo>
                    <a:lnTo>
                      <a:pt x="21" y="102"/>
                    </a:lnTo>
                    <a:lnTo>
                      <a:pt x="21" y="102"/>
                    </a:lnTo>
                    <a:lnTo>
                      <a:pt x="19" y="102"/>
                    </a:lnTo>
                    <a:lnTo>
                      <a:pt x="19" y="102"/>
                    </a:lnTo>
                    <a:lnTo>
                      <a:pt x="19" y="99"/>
                    </a:lnTo>
                    <a:lnTo>
                      <a:pt x="19" y="99"/>
                    </a:lnTo>
                    <a:lnTo>
                      <a:pt x="19" y="99"/>
                    </a:lnTo>
                    <a:lnTo>
                      <a:pt x="17" y="99"/>
                    </a:lnTo>
                    <a:lnTo>
                      <a:pt x="17" y="97"/>
                    </a:lnTo>
                    <a:lnTo>
                      <a:pt x="17" y="97"/>
                    </a:lnTo>
                    <a:lnTo>
                      <a:pt x="17" y="95"/>
                    </a:lnTo>
                    <a:lnTo>
                      <a:pt x="17" y="95"/>
                    </a:lnTo>
                    <a:lnTo>
                      <a:pt x="17" y="95"/>
                    </a:lnTo>
                    <a:lnTo>
                      <a:pt x="17" y="95"/>
                    </a:lnTo>
                    <a:lnTo>
                      <a:pt x="14" y="95"/>
                    </a:lnTo>
                    <a:lnTo>
                      <a:pt x="14" y="95"/>
                    </a:lnTo>
                    <a:lnTo>
                      <a:pt x="14" y="95"/>
                    </a:lnTo>
                    <a:lnTo>
                      <a:pt x="14" y="95"/>
                    </a:lnTo>
                    <a:lnTo>
                      <a:pt x="12" y="95"/>
                    </a:lnTo>
                    <a:lnTo>
                      <a:pt x="12" y="92"/>
                    </a:lnTo>
                    <a:lnTo>
                      <a:pt x="12" y="92"/>
                    </a:lnTo>
                    <a:lnTo>
                      <a:pt x="12" y="92"/>
                    </a:lnTo>
                    <a:lnTo>
                      <a:pt x="12" y="92"/>
                    </a:lnTo>
                    <a:lnTo>
                      <a:pt x="9" y="92"/>
                    </a:lnTo>
                    <a:lnTo>
                      <a:pt x="9" y="92"/>
                    </a:lnTo>
                    <a:lnTo>
                      <a:pt x="7" y="92"/>
                    </a:lnTo>
                    <a:lnTo>
                      <a:pt x="7" y="92"/>
                    </a:lnTo>
                    <a:lnTo>
                      <a:pt x="7" y="92"/>
                    </a:lnTo>
                    <a:lnTo>
                      <a:pt x="7" y="92"/>
                    </a:lnTo>
                    <a:lnTo>
                      <a:pt x="5" y="92"/>
                    </a:lnTo>
                    <a:lnTo>
                      <a:pt x="5" y="92"/>
                    </a:lnTo>
                    <a:lnTo>
                      <a:pt x="5" y="92"/>
                    </a:lnTo>
                    <a:lnTo>
                      <a:pt x="5" y="90"/>
                    </a:lnTo>
                    <a:lnTo>
                      <a:pt x="5" y="90"/>
                    </a:lnTo>
                    <a:lnTo>
                      <a:pt x="5" y="90"/>
                    </a:lnTo>
                    <a:lnTo>
                      <a:pt x="5" y="87"/>
                    </a:lnTo>
                    <a:lnTo>
                      <a:pt x="5" y="87"/>
                    </a:lnTo>
                    <a:lnTo>
                      <a:pt x="7" y="87"/>
                    </a:lnTo>
                    <a:lnTo>
                      <a:pt x="7" y="87"/>
                    </a:lnTo>
                    <a:lnTo>
                      <a:pt x="5" y="87"/>
                    </a:lnTo>
                    <a:lnTo>
                      <a:pt x="5" y="85"/>
                    </a:lnTo>
                    <a:lnTo>
                      <a:pt x="5" y="85"/>
                    </a:lnTo>
                    <a:lnTo>
                      <a:pt x="5" y="85"/>
                    </a:lnTo>
                    <a:lnTo>
                      <a:pt x="2" y="85"/>
                    </a:lnTo>
                    <a:lnTo>
                      <a:pt x="2" y="85"/>
                    </a:lnTo>
                    <a:lnTo>
                      <a:pt x="2" y="85"/>
                    </a:lnTo>
                    <a:lnTo>
                      <a:pt x="0" y="85"/>
                    </a:lnTo>
                    <a:lnTo>
                      <a:pt x="0" y="83"/>
                    </a:lnTo>
                    <a:lnTo>
                      <a:pt x="0" y="83"/>
                    </a:lnTo>
                    <a:lnTo>
                      <a:pt x="0" y="83"/>
                    </a:lnTo>
                    <a:lnTo>
                      <a:pt x="0" y="83"/>
                    </a:lnTo>
                    <a:lnTo>
                      <a:pt x="0" y="83"/>
                    </a:lnTo>
                    <a:lnTo>
                      <a:pt x="0" y="83"/>
                    </a:lnTo>
                    <a:lnTo>
                      <a:pt x="0" y="80"/>
                    </a:lnTo>
                    <a:lnTo>
                      <a:pt x="0" y="80"/>
                    </a:lnTo>
                    <a:lnTo>
                      <a:pt x="2" y="80"/>
                    </a:lnTo>
                    <a:lnTo>
                      <a:pt x="2" y="80"/>
                    </a:lnTo>
                    <a:lnTo>
                      <a:pt x="2" y="80"/>
                    </a:lnTo>
                    <a:lnTo>
                      <a:pt x="2" y="80"/>
                    </a:lnTo>
                    <a:lnTo>
                      <a:pt x="2" y="78"/>
                    </a:lnTo>
                    <a:lnTo>
                      <a:pt x="2" y="78"/>
                    </a:lnTo>
                    <a:lnTo>
                      <a:pt x="2" y="76"/>
                    </a:lnTo>
                    <a:lnTo>
                      <a:pt x="2" y="76"/>
                    </a:lnTo>
                    <a:lnTo>
                      <a:pt x="2" y="76"/>
                    </a:lnTo>
                    <a:lnTo>
                      <a:pt x="5" y="76"/>
                    </a:lnTo>
                    <a:lnTo>
                      <a:pt x="5" y="76"/>
                    </a:lnTo>
                    <a:lnTo>
                      <a:pt x="5" y="73"/>
                    </a:lnTo>
                    <a:lnTo>
                      <a:pt x="5" y="73"/>
                    </a:lnTo>
                    <a:lnTo>
                      <a:pt x="5" y="73"/>
                    </a:lnTo>
                    <a:lnTo>
                      <a:pt x="7" y="73"/>
                    </a:lnTo>
                    <a:lnTo>
                      <a:pt x="7" y="73"/>
                    </a:lnTo>
                    <a:lnTo>
                      <a:pt x="7" y="73"/>
                    </a:lnTo>
                    <a:lnTo>
                      <a:pt x="7" y="73"/>
                    </a:lnTo>
                    <a:lnTo>
                      <a:pt x="7" y="71"/>
                    </a:lnTo>
                    <a:lnTo>
                      <a:pt x="7" y="71"/>
                    </a:lnTo>
                    <a:lnTo>
                      <a:pt x="7" y="71"/>
                    </a:lnTo>
                    <a:lnTo>
                      <a:pt x="7" y="69"/>
                    </a:lnTo>
                    <a:lnTo>
                      <a:pt x="7" y="69"/>
                    </a:lnTo>
                    <a:lnTo>
                      <a:pt x="7" y="69"/>
                    </a:lnTo>
                    <a:lnTo>
                      <a:pt x="9" y="69"/>
                    </a:lnTo>
                    <a:lnTo>
                      <a:pt x="9" y="66"/>
                    </a:lnTo>
                    <a:lnTo>
                      <a:pt x="9" y="66"/>
                    </a:lnTo>
                    <a:lnTo>
                      <a:pt x="12" y="66"/>
                    </a:lnTo>
                    <a:lnTo>
                      <a:pt x="12" y="66"/>
                    </a:lnTo>
                    <a:lnTo>
                      <a:pt x="12" y="66"/>
                    </a:lnTo>
                    <a:lnTo>
                      <a:pt x="14" y="66"/>
                    </a:lnTo>
                    <a:lnTo>
                      <a:pt x="14" y="66"/>
                    </a:lnTo>
                    <a:lnTo>
                      <a:pt x="17" y="66"/>
                    </a:lnTo>
                    <a:lnTo>
                      <a:pt x="17" y="66"/>
                    </a:lnTo>
                    <a:lnTo>
                      <a:pt x="17" y="66"/>
                    </a:lnTo>
                    <a:lnTo>
                      <a:pt x="17" y="66"/>
                    </a:lnTo>
                    <a:lnTo>
                      <a:pt x="19" y="66"/>
                    </a:lnTo>
                    <a:lnTo>
                      <a:pt x="19" y="66"/>
                    </a:lnTo>
                    <a:lnTo>
                      <a:pt x="19" y="66"/>
                    </a:lnTo>
                    <a:lnTo>
                      <a:pt x="19" y="69"/>
                    </a:lnTo>
                    <a:lnTo>
                      <a:pt x="19" y="69"/>
                    </a:lnTo>
                    <a:lnTo>
                      <a:pt x="21" y="69"/>
                    </a:lnTo>
                    <a:lnTo>
                      <a:pt x="21" y="69"/>
                    </a:lnTo>
                    <a:lnTo>
                      <a:pt x="24" y="69"/>
                    </a:lnTo>
                    <a:lnTo>
                      <a:pt x="24" y="69"/>
                    </a:lnTo>
                    <a:lnTo>
                      <a:pt x="24" y="66"/>
                    </a:lnTo>
                    <a:lnTo>
                      <a:pt x="24" y="66"/>
                    </a:lnTo>
                    <a:lnTo>
                      <a:pt x="24" y="66"/>
                    </a:lnTo>
                    <a:lnTo>
                      <a:pt x="24" y="66"/>
                    </a:lnTo>
                    <a:lnTo>
                      <a:pt x="24" y="66"/>
                    </a:lnTo>
                    <a:lnTo>
                      <a:pt x="26" y="66"/>
                    </a:lnTo>
                    <a:lnTo>
                      <a:pt x="26" y="66"/>
                    </a:lnTo>
                    <a:lnTo>
                      <a:pt x="26" y="66"/>
                    </a:lnTo>
                    <a:lnTo>
                      <a:pt x="26" y="66"/>
                    </a:lnTo>
                    <a:lnTo>
                      <a:pt x="28" y="66"/>
                    </a:lnTo>
                    <a:lnTo>
                      <a:pt x="28" y="66"/>
                    </a:lnTo>
                    <a:lnTo>
                      <a:pt x="31" y="66"/>
                    </a:lnTo>
                    <a:lnTo>
                      <a:pt x="31" y="66"/>
                    </a:lnTo>
                    <a:lnTo>
                      <a:pt x="31" y="66"/>
                    </a:lnTo>
                    <a:lnTo>
                      <a:pt x="31" y="64"/>
                    </a:lnTo>
                    <a:lnTo>
                      <a:pt x="31" y="64"/>
                    </a:lnTo>
                    <a:lnTo>
                      <a:pt x="31" y="61"/>
                    </a:lnTo>
                    <a:lnTo>
                      <a:pt x="31" y="61"/>
                    </a:lnTo>
                    <a:lnTo>
                      <a:pt x="33" y="61"/>
                    </a:lnTo>
                    <a:lnTo>
                      <a:pt x="33" y="64"/>
                    </a:lnTo>
                    <a:lnTo>
                      <a:pt x="33" y="64"/>
                    </a:lnTo>
                    <a:lnTo>
                      <a:pt x="33" y="64"/>
                    </a:lnTo>
                    <a:lnTo>
                      <a:pt x="36" y="64"/>
                    </a:lnTo>
                    <a:lnTo>
                      <a:pt x="36" y="61"/>
                    </a:lnTo>
                    <a:lnTo>
                      <a:pt x="36" y="61"/>
                    </a:lnTo>
                    <a:lnTo>
                      <a:pt x="38" y="61"/>
                    </a:lnTo>
                    <a:lnTo>
                      <a:pt x="38" y="61"/>
                    </a:lnTo>
                    <a:lnTo>
                      <a:pt x="38" y="61"/>
                    </a:lnTo>
                    <a:lnTo>
                      <a:pt x="38" y="61"/>
                    </a:lnTo>
                    <a:lnTo>
                      <a:pt x="40" y="61"/>
                    </a:lnTo>
                    <a:lnTo>
                      <a:pt x="40" y="61"/>
                    </a:lnTo>
                    <a:lnTo>
                      <a:pt x="40" y="61"/>
                    </a:lnTo>
                    <a:lnTo>
                      <a:pt x="40" y="61"/>
                    </a:lnTo>
                    <a:lnTo>
                      <a:pt x="40" y="59"/>
                    </a:lnTo>
                    <a:lnTo>
                      <a:pt x="40" y="59"/>
                    </a:lnTo>
                    <a:lnTo>
                      <a:pt x="40" y="59"/>
                    </a:lnTo>
                    <a:lnTo>
                      <a:pt x="40" y="59"/>
                    </a:lnTo>
                    <a:lnTo>
                      <a:pt x="40" y="57"/>
                    </a:lnTo>
                    <a:lnTo>
                      <a:pt x="40" y="57"/>
                    </a:lnTo>
                    <a:lnTo>
                      <a:pt x="40" y="54"/>
                    </a:lnTo>
                    <a:lnTo>
                      <a:pt x="40" y="54"/>
                    </a:lnTo>
                    <a:lnTo>
                      <a:pt x="40" y="54"/>
                    </a:lnTo>
                    <a:lnTo>
                      <a:pt x="40" y="54"/>
                    </a:lnTo>
                    <a:lnTo>
                      <a:pt x="43" y="54"/>
                    </a:lnTo>
                    <a:lnTo>
                      <a:pt x="43" y="54"/>
                    </a:lnTo>
                    <a:lnTo>
                      <a:pt x="45" y="54"/>
                    </a:lnTo>
                    <a:lnTo>
                      <a:pt x="45" y="54"/>
                    </a:lnTo>
                    <a:lnTo>
                      <a:pt x="45" y="54"/>
                    </a:lnTo>
                    <a:lnTo>
                      <a:pt x="47" y="54"/>
                    </a:lnTo>
                    <a:lnTo>
                      <a:pt x="47" y="54"/>
                    </a:lnTo>
                    <a:lnTo>
                      <a:pt x="47" y="54"/>
                    </a:lnTo>
                    <a:lnTo>
                      <a:pt x="47" y="52"/>
                    </a:lnTo>
                    <a:lnTo>
                      <a:pt x="50" y="52"/>
                    </a:lnTo>
                    <a:lnTo>
                      <a:pt x="50" y="52"/>
                    </a:lnTo>
                    <a:lnTo>
                      <a:pt x="52" y="52"/>
                    </a:lnTo>
                    <a:lnTo>
                      <a:pt x="52" y="52"/>
                    </a:lnTo>
                    <a:lnTo>
                      <a:pt x="52" y="52"/>
                    </a:lnTo>
                    <a:lnTo>
                      <a:pt x="54" y="52"/>
                    </a:lnTo>
                    <a:lnTo>
                      <a:pt x="54" y="52"/>
                    </a:lnTo>
                    <a:lnTo>
                      <a:pt x="54" y="52"/>
                    </a:lnTo>
                    <a:lnTo>
                      <a:pt x="54" y="52"/>
                    </a:lnTo>
                    <a:lnTo>
                      <a:pt x="57" y="52"/>
                    </a:lnTo>
                    <a:lnTo>
                      <a:pt x="57" y="50"/>
                    </a:lnTo>
                    <a:lnTo>
                      <a:pt x="57" y="50"/>
                    </a:lnTo>
                    <a:lnTo>
                      <a:pt x="57" y="50"/>
                    </a:lnTo>
                    <a:lnTo>
                      <a:pt x="59" y="50"/>
                    </a:lnTo>
                    <a:lnTo>
                      <a:pt x="59" y="50"/>
                    </a:lnTo>
                    <a:lnTo>
                      <a:pt x="59" y="50"/>
                    </a:lnTo>
                    <a:lnTo>
                      <a:pt x="62" y="50"/>
                    </a:lnTo>
                    <a:lnTo>
                      <a:pt x="62" y="50"/>
                    </a:lnTo>
                    <a:lnTo>
                      <a:pt x="62" y="50"/>
                    </a:lnTo>
                    <a:lnTo>
                      <a:pt x="64" y="50"/>
                    </a:lnTo>
                    <a:lnTo>
                      <a:pt x="64" y="47"/>
                    </a:lnTo>
                    <a:lnTo>
                      <a:pt x="64" y="47"/>
                    </a:lnTo>
                    <a:lnTo>
                      <a:pt x="64" y="47"/>
                    </a:lnTo>
                    <a:lnTo>
                      <a:pt x="64" y="47"/>
                    </a:lnTo>
                    <a:lnTo>
                      <a:pt x="64" y="47"/>
                    </a:lnTo>
                    <a:lnTo>
                      <a:pt x="64" y="45"/>
                    </a:lnTo>
                    <a:lnTo>
                      <a:pt x="64" y="45"/>
                    </a:lnTo>
                    <a:lnTo>
                      <a:pt x="62" y="45"/>
                    </a:lnTo>
                    <a:lnTo>
                      <a:pt x="62" y="45"/>
                    </a:lnTo>
                    <a:lnTo>
                      <a:pt x="62" y="42"/>
                    </a:lnTo>
                    <a:lnTo>
                      <a:pt x="64" y="42"/>
                    </a:lnTo>
                    <a:lnTo>
                      <a:pt x="64" y="42"/>
                    </a:lnTo>
                    <a:lnTo>
                      <a:pt x="64" y="42"/>
                    </a:lnTo>
                    <a:lnTo>
                      <a:pt x="64" y="42"/>
                    </a:lnTo>
                    <a:lnTo>
                      <a:pt x="66" y="42"/>
                    </a:lnTo>
                    <a:lnTo>
                      <a:pt x="66" y="42"/>
                    </a:lnTo>
                    <a:lnTo>
                      <a:pt x="66" y="42"/>
                    </a:lnTo>
                    <a:lnTo>
                      <a:pt x="69" y="42"/>
                    </a:lnTo>
                    <a:lnTo>
                      <a:pt x="69" y="42"/>
                    </a:lnTo>
                    <a:lnTo>
                      <a:pt x="71" y="42"/>
                    </a:lnTo>
                    <a:lnTo>
                      <a:pt x="71" y="42"/>
                    </a:lnTo>
                    <a:lnTo>
                      <a:pt x="71" y="42"/>
                    </a:lnTo>
                    <a:lnTo>
                      <a:pt x="73" y="42"/>
                    </a:lnTo>
                    <a:lnTo>
                      <a:pt x="73" y="42"/>
                    </a:lnTo>
                    <a:lnTo>
                      <a:pt x="73" y="42"/>
                    </a:lnTo>
                    <a:lnTo>
                      <a:pt x="73" y="42"/>
                    </a:lnTo>
                    <a:lnTo>
                      <a:pt x="76" y="42"/>
                    </a:lnTo>
                    <a:lnTo>
                      <a:pt x="76" y="42"/>
                    </a:lnTo>
                    <a:lnTo>
                      <a:pt x="76" y="42"/>
                    </a:lnTo>
                    <a:lnTo>
                      <a:pt x="78" y="42"/>
                    </a:lnTo>
                    <a:lnTo>
                      <a:pt x="78" y="42"/>
                    </a:lnTo>
                    <a:lnTo>
                      <a:pt x="78" y="42"/>
                    </a:lnTo>
                    <a:lnTo>
                      <a:pt x="78" y="42"/>
                    </a:lnTo>
                    <a:lnTo>
                      <a:pt x="78" y="40"/>
                    </a:lnTo>
                    <a:lnTo>
                      <a:pt x="81" y="40"/>
                    </a:lnTo>
                    <a:lnTo>
                      <a:pt x="81" y="40"/>
                    </a:lnTo>
                    <a:lnTo>
                      <a:pt x="81" y="40"/>
                    </a:lnTo>
                    <a:lnTo>
                      <a:pt x="81" y="40"/>
                    </a:lnTo>
                    <a:lnTo>
                      <a:pt x="81" y="40"/>
                    </a:lnTo>
                    <a:lnTo>
                      <a:pt x="81" y="40"/>
                    </a:lnTo>
                    <a:lnTo>
                      <a:pt x="83" y="40"/>
                    </a:lnTo>
                    <a:lnTo>
                      <a:pt x="83" y="40"/>
                    </a:lnTo>
                    <a:lnTo>
                      <a:pt x="83" y="38"/>
                    </a:lnTo>
                    <a:lnTo>
                      <a:pt x="83" y="38"/>
                    </a:lnTo>
                    <a:lnTo>
                      <a:pt x="85" y="38"/>
                    </a:lnTo>
                    <a:lnTo>
                      <a:pt x="85" y="35"/>
                    </a:lnTo>
                    <a:lnTo>
                      <a:pt x="85" y="35"/>
                    </a:lnTo>
                    <a:lnTo>
                      <a:pt x="85" y="35"/>
                    </a:lnTo>
                    <a:lnTo>
                      <a:pt x="88" y="35"/>
                    </a:lnTo>
                    <a:lnTo>
                      <a:pt x="88" y="35"/>
                    </a:lnTo>
                    <a:lnTo>
                      <a:pt x="88" y="35"/>
                    </a:lnTo>
                    <a:lnTo>
                      <a:pt x="88" y="35"/>
                    </a:lnTo>
                    <a:lnTo>
                      <a:pt x="90" y="35"/>
                    </a:lnTo>
                    <a:lnTo>
                      <a:pt x="90" y="35"/>
                    </a:lnTo>
                    <a:lnTo>
                      <a:pt x="90" y="35"/>
                    </a:lnTo>
                    <a:lnTo>
                      <a:pt x="90" y="38"/>
                    </a:lnTo>
                    <a:lnTo>
                      <a:pt x="92" y="38"/>
                    </a:lnTo>
                    <a:lnTo>
                      <a:pt x="92" y="38"/>
                    </a:lnTo>
                    <a:lnTo>
                      <a:pt x="92" y="38"/>
                    </a:lnTo>
                    <a:lnTo>
                      <a:pt x="95" y="38"/>
                    </a:lnTo>
                    <a:lnTo>
                      <a:pt x="95" y="38"/>
                    </a:lnTo>
                    <a:lnTo>
                      <a:pt x="95" y="35"/>
                    </a:lnTo>
                    <a:lnTo>
                      <a:pt x="97" y="35"/>
                    </a:lnTo>
                    <a:lnTo>
                      <a:pt x="97" y="35"/>
                    </a:lnTo>
                    <a:lnTo>
                      <a:pt x="97" y="35"/>
                    </a:lnTo>
                    <a:lnTo>
                      <a:pt x="97" y="33"/>
                    </a:lnTo>
                    <a:lnTo>
                      <a:pt x="97" y="33"/>
                    </a:lnTo>
                    <a:lnTo>
                      <a:pt x="97" y="33"/>
                    </a:lnTo>
                    <a:lnTo>
                      <a:pt x="97" y="33"/>
                    </a:lnTo>
                    <a:lnTo>
                      <a:pt x="99" y="33"/>
                    </a:lnTo>
                    <a:lnTo>
                      <a:pt x="99" y="33"/>
                    </a:lnTo>
                    <a:lnTo>
                      <a:pt x="99" y="33"/>
                    </a:lnTo>
                    <a:lnTo>
                      <a:pt x="99" y="33"/>
                    </a:lnTo>
                    <a:lnTo>
                      <a:pt x="99" y="33"/>
                    </a:lnTo>
                    <a:lnTo>
                      <a:pt x="102" y="33"/>
                    </a:lnTo>
                    <a:lnTo>
                      <a:pt x="102" y="35"/>
                    </a:lnTo>
                    <a:lnTo>
                      <a:pt x="102" y="35"/>
                    </a:lnTo>
                    <a:lnTo>
                      <a:pt x="102" y="33"/>
                    </a:lnTo>
                    <a:lnTo>
                      <a:pt x="104" y="33"/>
                    </a:lnTo>
                    <a:lnTo>
                      <a:pt x="104" y="35"/>
                    </a:lnTo>
                    <a:lnTo>
                      <a:pt x="104" y="35"/>
                    </a:lnTo>
                    <a:lnTo>
                      <a:pt x="104" y="35"/>
                    </a:lnTo>
                    <a:lnTo>
                      <a:pt x="104" y="35"/>
                    </a:lnTo>
                    <a:lnTo>
                      <a:pt x="107" y="35"/>
                    </a:lnTo>
                    <a:lnTo>
                      <a:pt x="107" y="35"/>
                    </a:lnTo>
                    <a:lnTo>
                      <a:pt x="107" y="35"/>
                    </a:lnTo>
                    <a:lnTo>
                      <a:pt x="107" y="35"/>
                    </a:lnTo>
                    <a:lnTo>
                      <a:pt x="107" y="33"/>
                    </a:lnTo>
                    <a:lnTo>
                      <a:pt x="109" y="33"/>
                    </a:lnTo>
                    <a:lnTo>
                      <a:pt x="109" y="33"/>
                    </a:lnTo>
                    <a:lnTo>
                      <a:pt x="111" y="33"/>
                    </a:lnTo>
                    <a:lnTo>
                      <a:pt x="111" y="33"/>
                    </a:lnTo>
                    <a:lnTo>
                      <a:pt x="111" y="33"/>
                    </a:lnTo>
                    <a:lnTo>
                      <a:pt x="114" y="33"/>
                    </a:lnTo>
                    <a:lnTo>
                      <a:pt x="114" y="35"/>
                    </a:lnTo>
                    <a:lnTo>
                      <a:pt x="111" y="35"/>
                    </a:lnTo>
                    <a:lnTo>
                      <a:pt x="111" y="35"/>
                    </a:lnTo>
                    <a:lnTo>
                      <a:pt x="111" y="38"/>
                    </a:lnTo>
                    <a:lnTo>
                      <a:pt x="111" y="38"/>
                    </a:lnTo>
                    <a:lnTo>
                      <a:pt x="111" y="38"/>
                    </a:lnTo>
                    <a:lnTo>
                      <a:pt x="111" y="38"/>
                    </a:lnTo>
                    <a:lnTo>
                      <a:pt x="111" y="40"/>
                    </a:lnTo>
                    <a:lnTo>
                      <a:pt x="114" y="40"/>
                    </a:lnTo>
                    <a:lnTo>
                      <a:pt x="114" y="40"/>
                    </a:lnTo>
                    <a:lnTo>
                      <a:pt x="114" y="40"/>
                    </a:lnTo>
                    <a:lnTo>
                      <a:pt x="114" y="40"/>
                    </a:lnTo>
                    <a:lnTo>
                      <a:pt x="116" y="40"/>
                    </a:lnTo>
                    <a:lnTo>
                      <a:pt x="116" y="40"/>
                    </a:lnTo>
                    <a:lnTo>
                      <a:pt x="116" y="40"/>
                    </a:lnTo>
                    <a:lnTo>
                      <a:pt x="118" y="40"/>
                    </a:lnTo>
                    <a:lnTo>
                      <a:pt x="118" y="40"/>
                    </a:lnTo>
                    <a:lnTo>
                      <a:pt x="118" y="40"/>
                    </a:lnTo>
                    <a:lnTo>
                      <a:pt x="121" y="40"/>
                    </a:lnTo>
                    <a:lnTo>
                      <a:pt x="121" y="40"/>
                    </a:lnTo>
                    <a:lnTo>
                      <a:pt x="123" y="40"/>
                    </a:lnTo>
                    <a:lnTo>
                      <a:pt x="123" y="40"/>
                    </a:lnTo>
                    <a:lnTo>
                      <a:pt x="123" y="40"/>
                    </a:lnTo>
                    <a:lnTo>
                      <a:pt x="125" y="40"/>
                    </a:lnTo>
                    <a:lnTo>
                      <a:pt x="125" y="40"/>
                    </a:lnTo>
                    <a:lnTo>
                      <a:pt x="125" y="40"/>
                    </a:lnTo>
                    <a:lnTo>
                      <a:pt x="128" y="40"/>
                    </a:lnTo>
                    <a:lnTo>
                      <a:pt x="128" y="40"/>
                    </a:lnTo>
                    <a:lnTo>
                      <a:pt x="130" y="40"/>
                    </a:lnTo>
                    <a:lnTo>
                      <a:pt x="130" y="40"/>
                    </a:lnTo>
                    <a:lnTo>
                      <a:pt x="130" y="40"/>
                    </a:lnTo>
                    <a:lnTo>
                      <a:pt x="133" y="40"/>
                    </a:lnTo>
                    <a:lnTo>
                      <a:pt x="133" y="40"/>
                    </a:lnTo>
                    <a:lnTo>
                      <a:pt x="133" y="40"/>
                    </a:lnTo>
                    <a:lnTo>
                      <a:pt x="135" y="40"/>
                    </a:lnTo>
                    <a:lnTo>
                      <a:pt x="135" y="40"/>
                    </a:lnTo>
                    <a:lnTo>
                      <a:pt x="137" y="40"/>
                    </a:lnTo>
                    <a:lnTo>
                      <a:pt x="137" y="40"/>
                    </a:lnTo>
                    <a:lnTo>
                      <a:pt x="137" y="40"/>
                    </a:lnTo>
                    <a:lnTo>
                      <a:pt x="140" y="40"/>
                    </a:lnTo>
                    <a:lnTo>
                      <a:pt x="140" y="40"/>
                    </a:lnTo>
                    <a:lnTo>
                      <a:pt x="140" y="40"/>
                    </a:lnTo>
                    <a:lnTo>
                      <a:pt x="140" y="42"/>
                    </a:lnTo>
                    <a:lnTo>
                      <a:pt x="140" y="42"/>
                    </a:lnTo>
                    <a:lnTo>
                      <a:pt x="140" y="42"/>
                    </a:lnTo>
                    <a:lnTo>
                      <a:pt x="140" y="42"/>
                    </a:lnTo>
                    <a:lnTo>
                      <a:pt x="142" y="42"/>
                    </a:lnTo>
                    <a:lnTo>
                      <a:pt x="142" y="45"/>
                    </a:lnTo>
                    <a:lnTo>
                      <a:pt x="142" y="45"/>
                    </a:lnTo>
                    <a:lnTo>
                      <a:pt x="142" y="47"/>
                    </a:lnTo>
                    <a:lnTo>
                      <a:pt x="142" y="47"/>
                    </a:lnTo>
                    <a:lnTo>
                      <a:pt x="142" y="47"/>
                    </a:lnTo>
                    <a:lnTo>
                      <a:pt x="142" y="50"/>
                    </a:lnTo>
                    <a:lnTo>
                      <a:pt x="144" y="50"/>
                    </a:lnTo>
                    <a:lnTo>
                      <a:pt x="144" y="50"/>
                    </a:lnTo>
                    <a:lnTo>
                      <a:pt x="144" y="50"/>
                    </a:lnTo>
                    <a:lnTo>
                      <a:pt x="144" y="50"/>
                    </a:lnTo>
                    <a:lnTo>
                      <a:pt x="144" y="52"/>
                    </a:lnTo>
                    <a:lnTo>
                      <a:pt x="144" y="52"/>
                    </a:lnTo>
                    <a:lnTo>
                      <a:pt x="147" y="52"/>
                    </a:lnTo>
                    <a:lnTo>
                      <a:pt x="147" y="52"/>
                    </a:lnTo>
                    <a:lnTo>
                      <a:pt x="147" y="52"/>
                    </a:lnTo>
                    <a:lnTo>
                      <a:pt x="147" y="52"/>
                    </a:lnTo>
                    <a:lnTo>
                      <a:pt x="149" y="52"/>
                    </a:lnTo>
                    <a:lnTo>
                      <a:pt x="149" y="52"/>
                    </a:lnTo>
                    <a:lnTo>
                      <a:pt x="152" y="52"/>
                    </a:lnTo>
                    <a:lnTo>
                      <a:pt x="152" y="52"/>
                    </a:lnTo>
                    <a:lnTo>
                      <a:pt x="152" y="52"/>
                    </a:lnTo>
                    <a:lnTo>
                      <a:pt x="152" y="52"/>
                    </a:lnTo>
                    <a:lnTo>
                      <a:pt x="154" y="52"/>
                    </a:lnTo>
                    <a:lnTo>
                      <a:pt x="154" y="52"/>
                    </a:lnTo>
                    <a:lnTo>
                      <a:pt x="154" y="52"/>
                    </a:lnTo>
                    <a:lnTo>
                      <a:pt x="154" y="52"/>
                    </a:lnTo>
                    <a:lnTo>
                      <a:pt x="154" y="54"/>
                    </a:lnTo>
                    <a:lnTo>
                      <a:pt x="156" y="54"/>
                    </a:lnTo>
                    <a:lnTo>
                      <a:pt x="156" y="54"/>
                    </a:lnTo>
                    <a:lnTo>
                      <a:pt x="156" y="54"/>
                    </a:lnTo>
                    <a:lnTo>
                      <a:pt x="159" y="54"/>
                    </a:lnTo>
                    <a:lnTo>
                      <a:pt x="159" y="54"/>
                    </a:lnTo>
                    <a:lnTo>
                      <a:pt x="159" y="54"/>
                    </a:lnTo>
                    <a:lnTo>
                      <a:pt x="161" y="54"/>
                    </a:lnTo>
                    <a:lnTo>
                      <a:pt x="161" y="54"/>
                    </a:lnTo>
                    <a:lnTo>
                      <a:pt x="163" y="54"/>
                    </a:lnTo>
                    <a:lnTo>
                      <a:pt x="163" y="54"/>
                    </a:lnTo>
                    <a:lnTo>
                      <a:pt x="163" y="54"/>
                    </a:lnTo>
                    <a:lnTo>
                      <a:pt x="163" y="57"/>
                    </a:lnTo>
                    <a:lnTo>
                      <a:pt x="166" y="57"/>
                    </a:lnTo>
                    <a:lnTo>
                      <a:pt x="166" y="57"/>
                    </a:lnTo>
                    <a:lnTo>
                      <a:pt x="166" y="57"/>
                    </a:lnTo>
                    <a:lnTo>
                      <a:pt x="168" y="57"/>
                    </a:lnTo>
                    <a:lnTo>
                      <a:pt x="168" y="54"/>
                    </a:lnTo>
                    <a:lnTo>
                      <a:pt x="168" y="54"/>
                    </a:lnTo>
                    <a:lnTo>
                      <a:pt x="170" y="54"/>
                    </a:lnTo>
                    <a:lnTo>
                      <a:pt x="170" y="54"/>
                    </a:lnTo>
                    <a:lnTo>
                      <a:pt x="170" y="54"/>
                    </a:lnTo>
                    <a:lnTo>
                      <a:pt x="170" y="54"/>
                    </a:lnTo>
                    <a:lnTo>
                      <a:pt x="173" y="54"/>
                    </a:lnTo>
                    <a:lnTo>
                      <a:pt x="173" y="52"/>
                    </a:lnTo>
                    <a:lnTo>
                      <a:pt x="173" y="52"/>
                    </a:lnTo>
                    <a:lnTo>
                      <a:pt x="173" y="52"/>
                    </a:lnTo>
                    <a:lnTo>
                      <a:pt x="175" y="52"/>
                    </a:lnTo>
                    <a:lnTo>
                      <a:pt x="175" y="54"/>
                    </a:lnTo>
                    <a:lnTo>
                      <a:pt x="175" y="54"/>
                    </a:lnTo>
                    <a:lnTo>
                      <a:pt x="178" y="54"/>
                    </a:lnTo>
                    <a:lnTo>
                      <a:pt x="178" y="54"/>
                    </a:lnTo>
                    <a:lnTo>
                      <a:pt x="178" y="54"/>
                    </a:lnTo>
                    <a:lnTo>
                      <a:pt x="180" y="54"/>
                    </a:lnTo>
                    <a:lnTo>
                      <a:pt x="180" y="54"/>
                    </a:lnTo>
                    <a:lnTo>
                      <a:pt x="180" y="54"/>
                    </a:lnTo>
                    <a:lnTo>
                      <a:pt x="182" y="54"/>
                    </a:lnTo>
                    <a:lnTo>
                      <a:pt x="182" y="54"/>
                    </a:lnTo>
                    <a:lnTo>
                      <a:pt x="182" y="54"/>
                    </a:lnTo>
                    <a:lnTo>
                      <a:pt x="185" y="54"/>
                    </a:lnTo>
                    <a:lnTo>
                      <a:pt x="185" y="54"/>
                    </a:lnTo>
                    <a:lnTo>
                      <a:pt x="185" y="57"/>
                    </a:lnTo>
                    <a:lnTo>
                      <a:pt x="185" y="57"/>
                    </a:lnTo>
                    <a:lnTo>
                      <a:pt x="187" y="57"/>
                    </a:lnTo>
                    <a:lnTo>
                      <a:pt x="187" y="57"/>
                    </a:lnTo>
                    <a:lnTo>
                      <a:pt x="187" y="54"/>
                    </a:lnTo>
                    <a:lnTo>
                      <a:pt x="187" y="54"/>
                    </a:lnTo>
                    <a:lnTo>
                      <a:pt x="189" y="54"/>
                    </a:lnTo>
                    <a:lnTo>
                      <a:pt x="189" y="54"/>
                    </a:lnTo>
                    <a:lnTo>
                      <a:pt x="192" y="54"/>
                    </a:lnTo>
                    <a:lnTo>
                      <a:pt x="192" y="57"/>
                    </a:lnTo>
                    <a:lnTo>
                      <a:pt x="192" y="57"/>
                    </a:lnTo>
                    <a:lnTo>
                      <a:pt x="192" y="57"/>
                    </a:lnTo>
                    <a:lnTo>
                      <a:pt x="192" y="54"/>
                    </a:lnTo>
                    <a:lnTo>
                      <a:pt x="194" y="54"/>
                    </a:lnTo>
                    <a:lnTo>
                      <a:pt x="194" y="54"/>
                    </a:lnTo>
                    <a:lnTo>
                      <a:pt x="196" y="54"/>
                    </a:lnTo>
                    <a:lnTo>
                      <a:pt x="196" y="57"/>
                    </a:lnTo>
                    <a:lnTo>
                      <a:pt x="196" y="57"/>
                    </a:lnTo>
                    <a:lnTo>
                      <a:pt x="196" y="57"/>
                    </a:lnTo>
                    <a:lnTo>
                      <a:pt x="199" y="57"/>
                    </a:lnTo>
                    <a:lnTo>
                      <a:pt x="199" y="57"/>
                    </a:lnTo>
                    <a:lnTo>
                      <a:pt x="199" y="57"/>
                    </a:lnTo>
                    <a:lnTo>
                      <a:pt x="199" y="57"/>
                    </a:lnTo>
                    <a:lnTo>
                      <a:pt x="199" y="59"/>
                    </a:lnTo>
                    <a:lnTo>
                      <a:pt x="201" y="59"/>
                    </a:lnTo>
                    <a:lnTo>
                      <a:pt x="201" y="59"/>
                    </a:lnTo>
                    <a:lnTo>
                      <a:pt x="201" y="59"/>
                    </a:lnTo>
                    <a:lnTo>
                      <a:pt x="204" y="59"/>
                    </a:lnTo>
                    <a:lnTo>
                      <a:pt x="204" y="61"/>
                    </a:lnTo>
                    <a:lnTo>
                      <a:pt x="204" y="61"/>
                    </a:lnTo>
                    <a:lnTo>
                      <a:pt x="204" y="61"/>
                    </a:lnTo>
                    <a:lnTo>
                      <a:pt x="206" y="61"/>
                    </a:lnTo>
                    <a:lnTo>
                      <a:pt x="206" y="59"/>
                    </a:lnTo>
                    <a:lnTo>
                      <a:pt x="206" y="59"/>
                    </a:lnTo>
                    <a:lnTo>
                      <a:pt x="206" y="59"/>
                    </a:lnTo>
                    <a:lnTo>
                      <a:pt x="208" y="59"/>
                    </a:lnTo>
                    <a:lnTo>
                      <a:pt x="208" y="59"/>
                    </a:lnTo>
                    <a:lnTo>
                      <a:pt x="208" y="59"/>
                    </a:lnTo>
                    <a:lnTo>
                      <a:pt x="211" y="59"/>
                    </a:lnTo>
                    <a:lnTo>
                      <a:pt x="211" y="57"/>
                    </a:lnTo>
                    <a:lnTo>
                      <a:pt x="211" y="57"/>
                    </a:lnTo>
                    <a:lnTo>
                      <a:pt x="211" y="57"/>
                    </a:lnTo>
                    <a:lnTo>
                      <a:pt x="211" y="57"/>
                    </a:lnTo>
                    <a:lnTo>
                      <a:pt x="211" y="57"/>
                    </a:lnTo>
                    <a:lnTo>
                      <a:pt x="211" y="54"/>
                    </a:lnTo>
                    <a:lnTo>
                      <a:pt x="211" y="54"/>
                    </a:lnTo>
                    <a:lnTo>
                      <a:pt x="213" y="54"/>
                    </a:lnTo>
                    <a:lnTo>
                      <a:pt x="213" y="54"/>
                    </a:lnTo>
                    <a:lnTo>
                      <a:pt x="213" y="54"/>
                    </a:lnTo>
                    <a:lnTo>
                      <a:pt x="213" y="54"/>
                    </a:lnTo>
                    <a:lnTo>
                      <a:pt x="215" y="54"/>
                    </a:lnTo>
                    <a:lnTo>
                      <a:pt x="215" y="54"/>
                    </a:lnTo>
                    <a:lnTo>
                      <a:pt x="215" y="54"/>
                    </a:lnTo>
                    <a:lnTo>
                      <a:pt x="218" y="54"/>
                    </a:lnTo>
                    <a:lnTo>
                      <a:pt x="218" y="54"/>
                    </a:lnTo>
                    <a:lnTo>
                      <a:pt x="218" y="54"/>
                    </a:lnTo>
                    <a:lnTo>
                      <a:pt x="218" y="54"/>
                    </a:lnTo>
                    <a:lnTo>
                      <a:pt x="218" y="52"/>
                    </a:lnTo>
                    <a:lnTo>
                      <a:pt x="220" y="52"/>
                    </a:lnTo>
                    <a:lnTo>
                      <a:pt x="220" y="52"/>
                    </a:lnTo>
                    <a:lnTo>
                      <a:pt x="220" y="52"/>
                    </a:lnTo>
                    <a:lnTo>
                      <a:pt x="220" y="52"/>
                    </a:lnTo>
                    <a:lnTo>
                      <a:pt x="223" y="52"/>
                    </a:lnTo>
                    <a:lnTo>
                      <a:pt x="223" y="52"/>
                    </a:lnTo>
                    <a:lnTo>
                      <a:pt x="223" y="50"/>
                    </a:lnTo>
                    <a:lnTo>
                      <a:pt x="223" y="50"/>
                    </a:lnTo>
                    <a:lnTo>
                      <a:pt x="223" y="50"/>
                    </a:lnTo>
                    <a:lnTo>
                      <a:pt x="225" y="50"/>
                    </a:lnTo>
                    <a:lnTo>
                      <a:pt x="225" y="47"/>
                    </a:lnTo>
                    <a:lnTo>
                      <a:pt x="225" y="47"/>
                    </a:lnTo>
                    <a:lnTo>
                      <a:pt x="225" y="47"/>
                    </a:lnTo>
                    <a:lnTo>
                      <a:pt x="225" y="47"/>
                    </a:lnTo>
                    <a:lnTo>
                      <a:pt x="225" y="45"/>
                    </a:lnTo>
                    <a:lnTo>
                      <a:pt x="225" y="45"/>
                    </a:lnTo>
                    <a:lnTo>
                      <a:pt x="225" y="45"/>
                    </a:lnTo>
                    <a:lnTo>
                      <a:pt x="225" y="42"/>
                    </a:lnTo>
                    <a:lnTo>
                      <a:pt x="225" y="42"/>
                    </a:lnTo>
                    <a:lnTo>
                      <a:pt x="225" y="42"/>
                    </a:lnTo>
                    <a:lnTo>
                      <a:pt x="225" y="42"/>
                    </a:lnTo>
                    <a:lnTo>
                      <a:pt x="227" y="42"/>
                    </a:lnTo>
                    <a:lnTo>
                      <a:pt x="227" y="40"/>
                    </a:lnTo>
                    <a:lnTo>
                      <a:pt x="225" y="40"/>
                    </a:lnTo>
                    <a:lnTo>
                      <a:pt x="225" y="40"/>
                    </a:lnTo>
                    <a:lnTo>
                      <a:pt x="225" y="40"/>
                    </a:lnTo>
                    <a:lnTo>
                      <a:pt x="225" y="40"/>
                    </a:lnTo>
                    <a:lnTo>
                      <a:pt x="223" y="40"/>
                    </a:lnTo>
                    <a:lnTo>
                      <a:pt x="223" y="40"/>
                    </a:lnTo>
                    <a:lnTo>
                      <a:pt x="223" y="38"/>
                    </a:lnTo>
                    <a:lnTo>
                      <a:pt x="220" y="38"/>
                    </a:lnTo>
                    <a:lnTo>
                      <a:pt x="220" y="38"/>
                    </a:lnTo>
                    <a:lnTo>
                      <a:pt x="220" y="38"/>
                    </a:lnTo>
                    <a:lnTo>
                      <a:pt x="220" y="35"/>
                    </a:lnTo>
                    <a:lnTo>
                      <a:pt x="220" y="35"/>
                    </a:lnTo>
                    <a:lnTo>
                      <a:pt x="220" y="35"/>
                    </a:lnTo>
                    <a:lnTo>
                      <a:pt x="218" y="35"/>
                    </a:lnTo>
                    <a:lnTo>
                      <a:pt x="218" y="33"/>
                    </a:lnTo>
                    <a:lnTo>
                      <a:pt x="218" y="33"/>
                    </a:lnTo>
                    <a:lnTo>
                      <a:pt x="220" y="33"/>
                    </a:lnTo>
                    <a:lnTo>
                      <a:pt x="220" y="33"/>
                    </a:lnTo>
                    <a:lnTo>
                      <a:pt x="218" y="33"/>
                    </a:lnTo>
                    <a:lnTo>
                      <a:pt x="218" y="31"/>
                    </a:lnTo>
                    <a:lnTo>
                      <a:pt x="218" y="31"/>
                    </a:lnTo>
                    <a:lnTo>
                      <a:pt x="218" y="31"/>
                    </a:lnTo>
                    <a:lnTo>
                      <a:pt x="218" y="31"/>
                    </a:lnTo>
                    <a:lnTo>
                      <a:pt x="218" y="28"/>
                    </a:lnTo>
                    <a:lnTo>
                      <a:pt x="215" y="28"/>
                    </a:lnTo>
                    <a:lnTo>
                      <a:pt x="215" y="28"/>
                    </a:lnTo>
                    <a:lnTo>
                      <a:pt x="218" y="28"/>
                    </a:lnTo>
                    <a:lnTo>
                      <a:pt x="218" y="26"/>
                    </a:lnTo>
                    <a:lnTo>
                      <a:pt x="218" y="26"/>
                    </a:lnTo>
                    <a:lnTo>
                      <a:pt x="218" y="26"/>
                    </a:lnTo>
                    <a:lnTo>
                      <a:pt x="218" y="23"/>
                    </a:lnTo>
                    <a:lnTo>
                      <a:pt x="218" y="23"/>
                    </a:lnTo>
                    <a:lnTo>
                      <a:pt x="218" y="23"/>
                    </a:lnTo>
                    <a:lnTo>
                      <a:pt x="218" y="23"/>
                    </a:lnTo>
                    <a:lnTo>
                      <a:pt x="218" y="21"/>
                    </a:lnTo>
                    <a:lnTo>
                      <a:pt x="218" y="21"/>
                    </a:lnTo>
                    <a:lnTo>
                      <a:pt x="218" y="19"/>
                    </a:lnTo>
                    <a:lnTo>
                      <a:pt x="220" y="19"/>
                    </a:lnTo>
                    <a:lnTo>
                      <a:pt x="220" y="19"/>
                    </a:lnTo>
                    <a:lnTo>
                      <a:pt x="220" y="19"/>
                    </a:lnTo>
                    <a:lnTo>
                      <a:pt x="220" y="16"/>
                    </a:lnTo>
                    <a:lnTo>
                      <a:pt x="220" y="16"/>
                    </a:lnTo>
                    <a:lnTo>
                      <a:pt x="223" y="16"/>
                    </a:lnTo>
                    <a:lnTo>
                      <a:pt x="223" y="16"/>
                    </a:lnTo>
                    <a:lnTo>
                      <a:pt x="225" y="16"/>
                    </a:lnTo>
                    <a:lnTo>
                      <a:pt x="225" y="16"/>
                    </a:lnTo>
                    <a:lnTo>
                      <a:pt x="225" y="16"/>
                    </a:lnTo>
                    <a:lnTo>
                      <a:pt x="225" y="14"/>
                    </a:lnTo>
                    <a:lnTo>
                      <a:pt x="225" y="14"/>
                    </a:lnTo>
                    <a:lnTo>
                      <a:pt x="225" y="14"/>
                    </a:lnTo>
                    <a:lnTo>
                      <a:pt x="225" y="14"/>
                    </a:lnTo>
                    <a:lnTo>
                      <a:pt x="225" y="12"/>
                    </a:lnTo>
                    <a:lnTo>
                      <a:pt x="225" y="12"/>
                    </a:lnTo>
                    <a:lnTo>
                      <a:pt x="227" y="12"/>
                    </a:lnTo>
                    <a:lnTo>
                      <a:pt x="227" y="9"/>
                    </a:lnTo>
                    <a:lnTo>
                      <a:pt x="227" y="9"/>
                    </a:lnTo>
                    <a:lnTo>
                      <a:pt x="227" y="9"/>
                    </a:lnTo>
                    <a:lnTo>
                      <a:pt x="230" y="9"/>
                    </a:lnTo>
                    <a:lnTo>
                      <a:pt x="230" y="9"/>
                    </a:lnTo>
                    <a:lnTo>
                      <a:pt x="230" y="9"/>
                    </a:lnTo>
                    <a:lnTo>
                      <a:pt x="232" y="9"/>
                    </a:lnTo>
                    <a:lnTo>
                      <a:pt x="232" y="9"/>
                    </a:lnTo>
                    <a:lnTo>
                      <a:pt x="232" y="9"/>
                    </a:lnTo>
                    <a:lnTo>
                      <a:pt x="234" y="9"/>
                    </a:lnTo>
                    <a:lnTo>
                      <a:pt x="234" y="7"/>
                    </a:lnTo>
                    <a:lnTo>
                      <a:pt x="234" y="7"/>
                    </a:lnTo>
                    <a:lnTo>
                      <a:pt x="237" y="7"/>
                    </a:lnTo>
                    <a:lnTo>
                      <a:pt x="237" y="7"/>
                    </a:lnTo>
                    <a:lnTo>
                      <a:pt x="237" y="5"/>
                    </a:lnTo>
                    <a:lnTo>
                      <a:pt x="237" y="5"/>
                    </a:lnTo>
                    <a:lnTo>
                      <a:pt x="237" y="5"/>
                    </a:lnTo>
                    <a:lnTo>
                      <a:pt x="237" y="2"/>
                    </a:lnTo>
                    <a:lnTo>
                      <a:pt x="237" y="2"/>
                    </a:lnTo>
                    <a:lnTo>
                      <a:pt x="237" y="2"/>
                    </a:lnTo>
                    <a:lnTo>
                      <a:pt x="239" y="2"/>
                    </a:lnTo>
                    <a:lnTo>
                      <a:pt x="239" y="2"/>
                    </a:lnTo>
                    <a:lnTo>
                      <a:pt x="239" y="0"/>
                    </a:lnTo>
                    <a:lnTo>
                      <a:pt x="239" y="0"/>
                    </a:lnTo>
                    <a:lnTo>
                      <a:pt x="239" y="0"/>
                    </a:lnTo>
                    <a:lnTo>
                      <a:pt x="23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111"/>
              <p:cNvSpPr>
                <a:spLocks/>
              </p:cNvSpPr>
              <p:nvPr/>
            </p:nvSpPr>
            <p:spPr bwMode="auto">
              <a:xfrm>
                <a:off x="2810" y="2030"/>
                <a:ext cx="191" cy="472"/>
              </a:xfrm>
              <a:custGeom>
                <a:avLst/>
                <a:gdLst/>
                <a:ahLst/>
                <a:cxnLst>
                  <a:cxn ang="0">
                    <a:pos x="120" y="273"/>
                  </a:cxn>
                  <a:cxn ang="0">
                    <a:pos x="135" y="294"/>
                  </a:cxn>
                  <a:cxn ang="0">
                    <a:pos x="144" y="308"/>
                  </a:cxn>
                  <a:cxn ang="0">
                    <a:pos x="137" y="332"/>
                  </a:cxn>
                  <a:cxn ang="0">
                    <a:pos x="132" y="353"/>
                  </a:cxn>
                  <a:cxn ang="0">
                    <a:pos x="149" y="372"/>
                  </a:cxn>
                  <a:cxn ang="0">
                    <a:pos x="151" y="403"/>
                  </a:cxn>
                  <a:cxn ang="0">
                    <a:pos x="161" y="425"/>
                  </a:cxn>
                  <a:cxn ang="0">
                    <a:pos x="146" y="446"/>
                  </a:cxn>
                  <a:cxn ang="0">
                    <a:pos x="137" y="472"/>
                  </a:cxn>
                  <a:cxn ang="0">
                    <a:pos x="132" y="446"/>
                  </a:cxn>
                  <a:cxn ang="0">
                    <a:pos x="137" y="432"/>
                  </a:cxn>
                  <a:cxn ang="0">
                    <a:pos x="132" y="441"/>
                  </a:cxn>
                  <a:cxn ang="0">
                    <a:pos x="130" y="422"/>
                  </a:cxn>
                  <a:cxn ang="0">
                    <a:pos x="130" y="415"/>
                  </a:cxn>
                  <a:cxn ang="0">
                    <a:pos x="123" y="413"/>
                  </a:cxn>
                  <a:cxn ang="0">
                    <a:pos x="132" y="401"/>
                  </a:cxn>
                  <a:cxn ang="0">
                    <a:pos x="137" y="391"/>
                  </a:cxn>
                  <a:cxn ang="0">
                    <a:pos x="125" y="375"/>
                  </a:cxn>
                  <a:cxn ang="0">
                    <a:pos x="120" y="349"/>
                  </a:cxn>
                  <a:cxn ang="0">
                    <a:pos x="118" y="325"/>
                  </a:cxn>
                  <a:cxn ang="0">
                    <a:pos x="111" y="304"/>
                  </a:cxn>
                  <a:cxn ang="0">
                    <a:pos x="101" y="292"/>
                  </a:cxn>
                  <a:cxn ang="0">
                    <a:pos x="85" y="311"/>
                  </a:cxn>
                  <a:cxn ang="0">
                    <a:pos x="66" y="327"/>
                  </a:cxn>
                  <a:cxn ang="0">
                    <a:pos x="49" y="323"/>
                  </a:cxn>
                  <a:cxn ang="0">
                    <a:pos x="45" y="304"/>
                  </a:cxn>
                  <a:cxn ang="0">
                    <a:pos x="49" y="275"/>
                  </a:cxn>
                  <a:cxn ang="0">
                    <a:pos x="42" y="254"/>
                  </a:cxn>
                  <a:cxn ang="0">
                    <a:pos x="30" y="240"/>
                  </a:cxn>
                  <a:cxn ang="0">
                    <a:pos x="26" y="223"/>
                  </a:cxn>
                  <a:cxn ang="0">
                    <a:pos x="16" y="223"/>
                  </a:cxn>
                  <a:cxn ang="0">
                    <a:pos x="4" y="199"/>
                  </a:cxn>
                  <a:cxn ang="0">
                    <a:pos x="9" y="183"/>
                  </a:cxn>
                  <a:cxn ang="0">
                    <a:pos x="14" y="164"/>
                  </a:cxn>
                  <a:cxn ang="0">
                    <a:pos x="19" y="145"/>
                  </a:cxn>
                  <a:cxn ang="0">
                    <a:pos x="26" y="116"/>
                  </a:cxn>
                  <a:cxn ang="0">
                    <a:pos x="42" y="119"/>
                  </a:cxn>
                  <a:cxn ang="0">
                    <a:pos x="52" y="93"/>
                  </a:cxn>
                  <a:cxn ang="0">
                    <a:pos x="59" y="71"/>
                  </a:cxn>
                  <a:cxn ang="0">
                    <a:pos x="64" y="48"/>
                  </a:cxn>
                  <a:cxn ang="0">
                    <a:pos x="85" y="34"/>
                  </a:cxn>
                  <a:cxn ang="0">
                    <a:pos x="106" y="36"/>
                  </a:cxn>
                  <a:cxn ang="0">
                    <a:pos x="109" y="17"/>
                  </a:cxn>
                  <a:cxn ang="0">
                    <a:pos x="118" y="5"/>
                  </a:cxn>
                  <a:cxn ang="0">
                    <a:pos x="130" y="24"/>
                  </a:cxn>
                  <a:cxn ang="0">
                    <a:pos x="142" y="43"/>
                  </a:cxn>
                  <a:cxn ang="0">
                    <a:pos x="139" y="69"/>
                  </a:cxn>
                  <a:cxn ang="0">
                    <a:pos x="123" y="83"/>
                  </a:cxn>
                  <a:cxn ang="0">
                    <a:pos x="116" y="105"/>
                  </a:cxn>
                  <a:cxn ang="0">
                    <a:pos x="120" y="116"/>
                  </a:cxn>
                  <a:cxn ang="0">
                    <a:pos x="142" y="116"/>
                  </a:cxn>
                  <a:cxn ang="0">
                    <a:pos x="149" y="138"/>
                  </a:cxn>
                  <a:cxn ang="0">
                    <a:pos x="154" y="154"/>
                  </a:cxn>
                  <a:cxn ang="0">
                    <a:pos x="165" y="164"/>
                  </a:cxn>
                  <a:cxn ang="0">
                    <a:pos x="177" y="180"/>
                  </a:cxn>
                  <a:cxn ang="0">
                    <a:pos x="189" y="180"/>
                  </a:cxn>
                  <a:cxn ang="0">
                    <a:pos x="177" y="195"/>
                  </a:cxn>
                  <a:cxn ang="0">
                    <a:pos x="158" y="209"/>
                  </a:cxn>
                  <a:cxn ang="0">
                    <a:pos x="146" y="223"/>
                  </a:cxn>
                  <a:cxn ang="0">
                    <a:pos x="125" y="225"/>
                  </a:cxn>
                  <a:cxn ang="0">
                    <a:pos x="118" y="249"/>
                  </a:cxn>
                </a:cxnLst>
                <a:rect l="0" t="0" r="r" b="b"/>
                <a:pathLst>
                  <a:path w="191" h="472">
                    <a:moveTo>
                      <a:pt x="111" y="254"/>
                    </a:moveTo>
                    <a:lnTo>
                      <a:pt x="111" y="256"/>
                    </a:lnTo>
                    <a:lnTo>
                      <a:pt x="111" y="256"/>
                    </a:lnTo>
                    <a:lnTo>
                      <a:pt x="113" y="256"/>
                    </a:lnTo>
                    <a:lnTo>
                      <a:pt x="113" y="259"/>
                    </a:lnTo>
                    <a:lnTo>
                      <a:pt x="113" y="259"/>
                    </a:lnTo>
                    <a:lnTo>
                      <a:pt x="113" y="261"/>
                    </a:lnTo>
                    <a:lnTo>
                      <a:pt x="113" y="261"/>
                    </a:lnTo>
                    <a:lnTo>
                      <a:pt x="113" y="261"/>
                    </a:lnTo>
                    <a:lnTo>
                      <a:pt x="116" y="261"/>
                    </a:lnTo>
                    <a:lnTo>
                      <a:pt x="116" y="261"/>
                    </a:lnTo>
                    <a:lnTo>
                      <a:pt x="116" y="259"/>
                    </a:lnTo>
                    <a:lnTo>
                      <a:pt x="116" y="259"/>
                    </a:lnTo>
                    <a:lnTo>
                      <a:pt x="116" y="259"/>
                    </a:lnTo>
                    <a:lnTo>
                      <a:pt x="116" y="261"/>
                    </a:lnTo>
                    <a:lnTo>
                      <a:pt x="116" y="261"/>
                    </a:lnTo>
                    <a:lnTo>
                      <a:pt x="116" y="263"/>
                    </a:lnTo>
                    <a:lnTo>
                      <a:pt x="118" y="263"/>
                    </a:lnTo>
                    <a:lnTo>
                      <a:pt x="118" y="263"/>
                    </a:lnTo>
                    <a:lnTo>
                      <a:pt x="118" y="263"/>
                    </a:lnTo>
                    <a:lnTo>
                      <a:pt x="118" y="263"/>
                    </a:lnTo>
                    <a:lnTo>
                      <a:pt x="118" y="266"/>
                    </a:lnTo>
                    <a:lnTo>
                      <a:pt x="118" y="266"/>
                    </a:lnTo>
                    <a:lnTo>
                      <a:pt x="118" y="268"/>
                    </a:lnTo>
                    <a:lnTo>
                      <a:pt x="118" y="268"/>
                    </a:lnTo>
                    <a:lnTo>
                      <a:pt x="118" y="268"/>
                    </a:lnTo>
                    <a:lnTo>
                      <a:pt x="118" y="268"/>
                    </a:lnTo>
                    <a:lnTo>
                      <a:pt x="118" y="271"/>
                    </a:lnTo>
                    <a:lnTo>
                      <a:pt x="118" y="271"/>
                    </a:lnTo>
                    <a:lnTo>
                      <a:pt x="118" y="271"/>
                    </a:lnTo>
                    <a:lnTo>
                      <a:pt x="118" y="273"/>
                    </a:lnTo>
                    <a:lnTo>
                      <a:pt x="118" y="273"/>
                    </a:lnTo>
                    <a:lnTo>
                      <a:pt x="118" y="273"/>
                    </a:lnTo>
                    <a:lnTo>
                      <a:pt x="118" y="273"/>
                    </a:lnTo>
                    <a:lnTo>
                      <a:pt x="118" y="273"/>
                    </a:lnTo>
                    <a:lnTo>
                      <a:pt x="120" y="273"/>
                    </a:lnTo>
                    <a:lnTo>
                      <a:pt x="120" y="275"/>
                    </a:lnTo>
                    <a:lnTo>
                      <a:pt x="120" y="275"/>
                    </a:lnTo>
                    <a:lnTo>
                      <a:pt x="120" y="275"/>
                    </a:lnTo>
                    <a:lnTo>
                      <a:pt x="120" y="278"/>
                    </a:lnTo>
                    <a:lnTo>
                      <a:pt x="123" y="278"/>
                    </a:lnTo>
                    <a:lnTo>
                      <a:pt x="123" y="278"/>
                    </a:lnTo>
                    <a:lnTo>
                      <a:pt x="123" y="278"/>
                    </a:lnTo>
                    <a:lnTo>
                      <a:pt x="123" y="280"/>
                    </a:lnTo>
                    <a:lnTo>
                      <a:pt x="123" y="280"/>
                    </a:lnTo>
                    <a:lnTo>
                      <a:pt x="123" y="280"/>
                    </a:lnTo>
                    <a:lnTo>
                      <a:pt x="125" y="280"/>
                    </a:lnTo>
                    <a:lnTo>
                      <a:pt x="125" y="282"/>
                    </a:lnTo>
                    <a:lnTo>
                      <a:pt x="125" y="282"/>
                    </a:lnTo>
                    <a:lnTo>
                      <a:pt x="125" y="282"/>
                    </a:lnTo>
                    <a:lnTo>
                      <a:pt x="125" y="282"/>
                    </a:lnTo>
                    <a:lnTo>
                      <a:pt x="125" y="282"/>
                    </a:lnTo>
                    <a:lnTo>
                      <a:pt x="128" y="282"/>
                    </a:lnTo>
                    <a:lnTo>
                      <a:pt x="128" y="285"/>
                    </a:lnTo>
                    <a:lnTo>
                      <a:pt x="128" y="285"/>
                    </a:lnTo>
                    <a:lnTo>
                      <a:pt x="128" y="285"/>
                    </a:lnTo>
                    <a:lnTo>
                      <a:pt x="128" y="287"/>
                    </a:lnTo>
                    <a:lnTo>
                      <a:pt x="130" y="287"/>
                    </a:lnTo>
                    <a:lnTo>
                      <a:pt x="130" y="287"/>
                    </a:lnTo>
                    <a:lnTo>
                      <a:pt x="130" y="287"/>
                    </a:lnTo>
                    <a:lnTo>
                      <a:pt x="130" y="289"/>
                    </a:lnTo>
                    <a:lnTo>
                      <a:pt x="130" y="289"/>
                    </a:lnTo>
                    <a:lnTo>
                      <a:pt x="130" y="289"/>
                    </a:lnTo>
                    <a:lnTo>
                      <a:pt x="130" y="292"/>
                    </a:lnTo>
                    <a:lnTo>
                      <a:pt x="132" y="292"/>
                    </a:lnTo>
                    <a:lnTo>
                      <a:pt x="132" y="292"/>
                    </a:lnTo>
                    <a:lnTo>
                      <a:pt x="132" y="292"/>
                    </a:lnTo>
                    <a:lnTo>
                      <a:pt x="132" y="292"/>
                    </a:lnTo>
                    <a:lnTo>
                      <a:pt x="135" y="292"/>
                    </a:lnTo>
                    <a:lnTo>
                      <a:pt x="135" y="294"/>
                    </a:lnTo>
                    <a:lnTo>
                      <a:pt x="135" y="294"/>
                    </a:lnTo>
                    <a:lnTo>
                      <a:pt x="135" y="294"/>
                    </a:lnTo>
                    <a:lnTo>
                      <a:pt x="135" y="294"/>
                    </a:lnTo>
                    <a:lnTo>
                      <a:pt x="137" y="294"/>
                    </a:lnTo>
                    <a:lnTo>
                      <a:pt x="137" y="297"/>
                    </a:lnTo>
                    <a:lnTo>
                      <a:pt x="135" y="297"/>
                    </a:lnTo>
                    <a:lnTo>
                      <a:pt x="135" y="297"/>
                    </a:lnTo>
                    <a:lnTo>
                      <a:pt x="137" y="297"/>
                    </a:lnTo>
                    <a:lnTo>
                      <a:pt x="137" y="299"/>
                    </a:lnTo>
                    <a:lnTo>
                      <a:pt x="135" y="299"/>
                    </a:lnTo>
                    <a:lnTo>
                      <a:pt x="135" y="299"/>
                    </a:lnTo>
                    <a:lnTo>
                      <a:pt x="135" y="299"/>
                    </a:lnTo>
                    <a:lnTo>
                      <a:pt x="135" y="301"/>
                    </a:lnTo>
                    <a:lnTo>
                      <a:pt x="135" y="301"/>
                    </a:lnTo>
                    <a:lnTo>
                      <a:pt x="135" y="301"/>
                    </a:lnTo>
                    <a:lnTo>
                      <a:pt x="137" y="301"/>
                    </a:lnTo>
                    <a:lnTo>
                      <a:pt x="137" y="304"/>
                    </a:lnTo>
                    <a:lnTo>
                      <a:pt x="137" y="304"/>
                    </a:lnTo>
                    <a:lnTo>
                      <a:pt x="137" y="304"/>
                    </a:lnTo>
                    <a:lnTo>
                      <a:pt x="137" y="304"/>
                    </a:lnTo>
                    <a:lnTo>
                      <a:pt x="137" y="304"/>
                    </a:lnTo>
                    <a:lnTo>
                      <a:pt x="137" y="306"/>
                    </a:lnTo>
                    <a:lnTo>
                      <a:pt x="137" y="306"/>
                    </a:lnTo>
                    <a:lnTo>
                      <a:pt x="139" y="306"/>
                    </a:lnTo>
                    <a:lnTo>
                      <a:pt x="139" y="308"/>
                    </a:lnTo>
                    <a:lnTo>
                      <a:pt x="139" y="308"/>
                    </a:lnTo>
                    <a:lnTo>
                      <a:pt x="139" y="311"/>
                    </a:lnTo>
                    <a:lnTo>
                      <a:pt x="139" y="311"/>
                    </a:lnTo>
                    <a:lnTo>
                      <a:pt x="139" y="311"/>
                    </a:lnTo>
                    <a:lnTo>
                      <a:pt x="142" y="311"/>
                    </a:lnTo>
                    <a:lnTo>
                      <a:pt x="142" y="311"/>
                    </a:lnTo>
                    <a:lnTo>
                      <a:pt x="142" y="311"/>
                    </a:lnTo>
                    <a:lnTo>
                      <a:pt x="142" y="308"/>
                    </a:lnTo>
                    <a:lnTo>
                      <a:pt x="142" y="308"/>
                    </a:lnTo>
                    <a:lnTo>
                      <a:pt x="142" y="308"/>
                    </a:lnTo>
                    <a:lnTo>
                      <a:pt x="144" y="308"/>
                    </a:lnTo>
                    <a:lnTo>
                      <a:pt x="144" y="308"/>
                    </a:lnTo>
                    <a:lnTo>
                      <a:pt x="144" y="308"/>
                    </a:lnTo>
                    <a:lnTo>
                      <a:pt x="144" y="311"/>
                    </a:lnTo>
                    <a:lnTo>
                      <a:pt x="144" y="311"/>
                    </a:lnTo>
                    <a:lnTo>
                      <a:pt x="144" y="313"/>
                    </a:lnTo>
                    <a:lnTo>
                      <a:pt x="144" y="313"/>
                    </a:lnTo>
                    <a:lnTo>
                      <a:pt x="144" y="313"/>
                    </a:lnTo>
                    <a:lnTo>
                      <a:pt x="144" y="313"/>
                    </a:lnTo>
                    <a:lnTo>
                      <a:pt x="142" y="313"/>
                    </a:lnTo>
                    <a:lnTo>
                      <a:pt x="142" y="316"/>
                    </a:lnTo>
                    <a:lnTo>
                      <a:pt x="142" y="316"/>
                    </a:lnTo>
                    <a:lnTo>
                      <a:pt x="142" y="316"/>
                    </a:lnTo>
                    <a:lnTo>
                      <a:pt x="139" y="316"/>
                    </a:lnTo>
                    <a:lnTo>
                      <a:pt x="139" y="316"/>
                    </a:lnTo>
                    <a:lnTo>
                      <a:pt x="139" y="316"/>
                    </a:lnTo>
                    <a:lnTo>
                      <a:pt x="137" y="316"/>
                    </a:lnTo>
                    <a:lnTo>
                      <a:pt x="137" y="318"/>
                    </a:lnTo>
                    <a:lnTo>
                      <a:pt x="137" y="318"/>
                    </a:lnTo>
                    <a:lnTo>
                      <a:pt x="137" y="318"/>
                    </a:lnTo>
                    <a:lnTo>
                      <a:pt x="137" y="318"/>
                    </a:lnTo>
                    <a:lnTo>
                      <a:pt x="137" y="320"/>
                    </a:lnTo>
                    <a:lnTo>
                      <a:pt x="137" y="320"/>
                    </a:lnTo>
                    <a:lnTo>
                      <a:pt x="137" y="320"/>
                    </a:lnTo>
                    <a:lnTo>
                      <a:pt x="137" y="323"/>
                    </a:lnTo>
                    <a:lnTo>
                      <a:pt x="137" y="323"/>
                    </a:lnTo>
                    <a:lnTo>
                      <a:pt x="137" y="323"/>
                    </a:lnTo>
                    <a:lnTo>
                      <a:pt x="137" y="323"/>
                    </a:lnTo>
                    <a:lnTo>
                      <a:pt x="137" y="323"/>
                    </a:lnTo>
                    <a:lnTo>
                      <a:pt x="137" y="325"/>
                    </a:lnTo>
                    <a:lnTo>
                      <a:pt x="137" y="325"/>
                    </a:lnTo>
                    <a:lnTo>
                      <a:pt x="137" y="325"/>
                    </a:lnTo>
                    <a:lnTo>
                      <a:pt x="137" y="327"/>
                    </a:lnTo>
                    <a:lnTo>
                      <a:pt x="137" y="327"/>
                    </a:lnTo>
                    <a:lnTo>
                      <a:pt x="137" y="327"/>
                    </a:lnTo>
                    <a:lnTo>
                      <a:pt x="137" y="330"/>
                    </a:lnTo>
                    <a:lnTo>
                      <a:pt x="137" y="330"/>
                    </a:lnTo>
                    <a:lnTo>
                      <a:pt x="137" y="332"/>
                    </a:lnTo>
                    <a:lnTo>
                      <a:pt x="137" y="332"/>
                    </a:lnTo>
                    <a:lnTo>
                      <a:pt x="137" y="332"/>
                    </a:lnTo>
                    <a:lnTo>
                      <a:pt x="137" y="335"/>
                    </a:lnTo>
                    <a:lnTo>
                      <a:pt x="137" y="335"/>
                    </a:lnTo>
                    <a:lnTo>
                      <a:pt x="137" y="335"/>
                    </a:lnTo>
                    <a:lnTo>
                      <a:pt x="137" y="335"/>
                    </a:lnTo>
                    <a:lnTo>
                      <a:pt x="135" y="335"/>
                    </a:lnTo>
                    <a:lnTo>
                      <a:pt x="135" y="335"/>
                    </a:lnTo>
                    <a:lnTo>
                      <a:pt x="132" y="335"/>
                    </a:lnTo>
                    <a:lnTo>
                      <a:pt x="132" y="335"/>
                    </a:lnTo>
                    <a:lnTo>
                      <a:pt x="132" y="337"/>
                    </a:lnTo>
                    <a:lnTo>
                      <a:pt x="132" y="337"/>
                    </a:lnTo>
                    <a:lnTo>
                      <a:pt x="132" y="337"/>
                    </a:lnTo>
                    <a:lnTo>
                      <a:pt x="132" y="337"/>
                    </a:lnTo>
                    <a:lnTo>
                      <a:pt x="132" y="337"/>
                    </a:lnTo>
                    <a:lnTo>
                      <a:pt x="130" y="337"/>
                    </a:lnTo>
                    <a:lnTo>
                      <a:pt x="130" y="337"/>
                    </a:lnTo>
                    <a:lnTo>
                      <a:pt x="130" y="337"/>
                    </a:lnTo>
                    <a:lnTo>
                      <a:pt x="130" y="339"/>
                    </a:lnTo>
                    <a:lnTo>
                      <a:pt x="130" y="339"/>
                    </a:lnTo>
                    <a:lnTo>
                      <a:pt x="130" y="339"/>
                    </a:lnTo>
                    <a:lnTo>
                      <a:pt x="130" y="342"/>
                    </a:lnTo>
                    <a:lnTo>
                      <a:pt x="130" y="342"/>
                    </a:lnTo>
                    <a:lnTo>
                      <a:pt x="130" y="344"/>
                    </a:lnTo>
                    <a:lnTo>
                      <a:pt x="130" y="344"/>
                    </a:lnTo>
                    <a:lnTo>
                      <a:pt x="130" y="344"/>
                    </a:lnTo>
                    <a:lnTo>
                      <a:pt x="130" y="344"/>
                    </a:lnTo>
                    <a:lnTo>
                      <a:pt x="130" y="346"/>
                    </a:lnTo>
                    <a:lnTo>
                      <a:pt x="130" y="346"/>
                    </a:lnTo>
                    <a:lnTo>
                      <a:pt x="130" y="349"/>
                    </a:lnTo>
                    <a:lnTo>
                      <a:pt x="130" y="349"/>
                    </a:lnTo>
                    <a:lnTo>
                      <a:pt x="130" y="349"/>
                    </a:lnTo>
                    <a:lnTo>
                      <a:pt x="130" y="351"/>
                    </a:lnTo>
                    <a:lnTo>
                      <a:pt x="132" y="351"/>
                    </a:lnTo>
                    <a:lnTo>
                      <a:pt x="132" y="351"/>
                    </a:lnTo>
                    <a:lnTo>
                      <a:pt x="132" y="351"/>
                    </a:lnTo>
                    <a:lnTo>
                      <a:pt x="132" y="353"/>
                    </a:lnTo>
                    <a:lnTo>
                      <a:pt x="132" y="353"/>
                    </a:lnTo>
                    <a:lnTo>
                      <a:pt x="132" y="353"/>
                    </a:lnTo>
                    <a:lnTo>
                      <a:pt x="135" y="353"/>
                    </a:lnTo>
                    <a:lnTo>
                      <a:pt x="135" y="353"/>
                    </a:lnTo>
                    <a:lnTo>
                      <a:pt x="135" y="356"/>
                    </a:lnTo>
                    <a:lnTo>
                      <a:pt x="135" y="356"/>
                    </a:lnTo>
                    <a:lnTo>
                      <a:pt x="135" y="356"/>
                    </a:lnTo>
                    <a:lnTo>
                      <a:pt x="135" y="358"/>
                    </a:lnTo>
                    <a:lnTo>
                      <a:pt x="137" y="358"/>
                    </a:lnTo>
                    <a:lnTo>
                      <a:pt x="137" y="358"/>
                    </a:lnTo>
                    <a:lnTo>
                      <a:pt x="137" y="358"/>
                    </a:lnTo>
                    <a:lnTo>
                      <a:pt x="137" y="361"/>
                    </a:lnTo>
                    <a:lnTo>
                      <a:pt x="137" y="361"/>
                    </a:lnTo>
                    <a:lnTo>
                      <a:pt x="137" y="361"/>
                    </a:lnTo>
                    <a:lnTo>
                      <a:pt x="137" y="363"/>
                    </a:lnTo>
                    <a:lnTo>
                      <a:pt x="139" y="363"/>
                    </a:lnTo>
                    <a:lnTo>
                      <a:pt x="139" y="363"/>
                    </a:lnTo>
                    <a:lnTo>
                      <a:pt x="139" y="363"/>
                    </a:lnTo>
                    <a:lnTo>
                      <a:pt x="142" y="363"/>
                    </a:lnTo>
                    <a:lnTo>
                      <a:pt x="142" y="363"/>
                    </a:lnTo>
                    <a:lnTo>
                      <a:pt x="142" y="363"/>
                    </a:lnTo>
                    <a:lnTo>
                      <a:pt x="142" y="365"/>
                    </a:lnTo>
                    <a:lnTo>
                      <a:pt x="142" y="365"/>
                    </a:lnTo>
                    <a:lnTo>
                      <a:pt x="144" y="365"/>
                    </a:lnTo>
                    <a:lnTo>
                      <a:pt x="144" y="365"/>
                    </a:lnTo>
                    <a:lnTo>
                      <a:pt x="144" y="365"/>
                    </a:lnTo>
                    <a:lnTo>
                      <a:pt x="144" y="368"/>
                    </a:lnTo>
                    <a:lnTo>
                      <a:pt x="144" y="368"/>
                    </a:lnTo>
                    <a:lnTo>
                      <a:pt x="144" y="368"/>
                    </a:lnTo>
                    <a:lnTo>
                      <a:pt x="146" y="368"/>
                    </a:lnTo>
                    <a:lnTo>
                      <a:pt x="146" y="370"/>
                    </a:lnTo>
                    <a:lnTo>
                      <a:pt x="146" y="370"/>
                    </a:lnTo>
                    <a:lnTo>
                      <a:pt x="146" y="370"/>
                    </a:lnTo>
                    <a:lnTo>
                      <a:pt x="146" y="372"/>
                    </a:lnTo>
                    <a:lnTo>
                      <a:pt x="149" y="372"/>
                    </a:lnTo>
                    <a:lnTo>
                      <a:pt x="149" y="372"/>
                    </a:lnTo>
                    <a:lnTo>
                      <a:pt x="149" y="372"/>
                    </a:lnTo>
                    <a:lnTo>
                      <a:pt x="149" y="372"/>
                    </a:lnTo>
                    <a:lnTo>
                      <a:pt x="149" y="375"/>
                    </a:lnTo>
                    <a:lnTo>
                      <a:pt x="149" y="375"/>
                    </a:lnTo>
                    <a:lnTo>
                      <a:pt x="149" y="375"/>
                    </a:lnTo>
                    <a:lnTo>
                      <a:pt x="149" y="377"/>
                    </a:lnTo>
                    <a:lnTo>
                      <a:pt x="149" y="377"/>
                    </a:lnTo>
                    <a:lnTo>
                      <a:pt x="149" y="380"/>
                    </a:lnTo>
                    <a:lnTo>
                      <a:pt x="149" y="380"/>
                    </a:lnTo>
                    <a:lnTo>
                      <a:pt x="149" y="382"/>
                    </a:lnTo>
                    <a:lnTo>
                      <a:pt x="151" y="382"/>
                    </a:lnTo>
                    <a:lnTo>
                      <a:pt x="151" y="382"/>
                    </a:lnTo>
                    <a:lnTo>
                      <a:pt x="151" y="382"/>
                    </a:lnTo>
                    <a:lnTo>
                      <a:pt x="151" y="384"/>
                    </a:lnTo>
                    <a:lnTo>
                      <a:pt x="151" y="384"/>
                    </a:lnTo>
                    <a:lnTo>
                      <a:pt x="151" y="387"/>
                    </a:lnTo>
                    <a:lnTo>
                      <a:pt x="151" y="387"/>
                    </a:lnTo>
                    <a:lnTo>
                      <a:pt x="151" y="389"/>
                    </a:lnTo>
                    <a:lnTo>
                      <a:pt x="151" y="389"/>
                    </a:lnTo>
                    <a:lnTo>
                      <a:pt x="149" y="389"/>
                    </a:lnTo>
                    <a:lnTo>
                      <a:pt x="149" y="389"/>
                    </a:lnTo>
                    <a:lnTo>
                      <a:pt x="149" y="391"/>
                    </a:lnTo>
                    <a:lnTo>
                      <a:pt x="149" y="391"/>
                    </a:lnTo>
                    <a:lnTo>
                      <a:pt x="149" y="391"/>
                    </a:lnTo>
                    <a:lnTo>
                      <a:pt x="149" y="394"/>
                    </a:lnTo>
                    <a:lnTo>
                      <a:pt x="149" y="394"/>
                    </a:lnTo>
                    <a:lnTo>
                      <a:pt x="149" y="394"/>
                    </a:lnTo>
                    <a:lnTo>
                      <a:pt x="151" y="394"/>
                    </a:lnTo>
                    <a:lnTo>
                      <a:pt x="151" y="396"/>
                    </a:lnTo>
                    <a:lnTo>
                      <a:pt x="151" y="396"/>
                    </a:lnTo>
                    <a:lnTo>
                      <a:pt x="151" y="398"/>
                    </a:lnTo>
                    <a:lnTo>
                      <a:pt x="151" y="398"/>
                    </a:lnTo>
                    <a:lnTo>
                      <a:pt x="151" y="401"/>
                    </a:lnTo>
                    <a:lnTo>
                      <a:pt x="151" y="401"/>
                    </a:lnTo>
                    <a:lnTo>
                      <a:pt x="151" y="401"/>
                    </a:lnTo>
                    <a:lnTo>
                      <a:pt x="151" y="403"/>
                    </a:lnTo>
                    <a:lnTo>
                      <a:pt x="151" y="403"/>
                    </a:lnTo>
                    <a:lnTo>
                      <a:pt x="151" y="403"/>
                    </a:lnTo>
                    <a:lnTo>
                      <a:pt x="154" y="403"/>
                    </a:lnTo>
                    <a:lnTo>
                      <a:pt x="154" y="403"/>
                    </a:lnTo>
                    <a:lnTo>
                      <a:pt x="154" y="403"/>
                    </a:lnTo>
                    <a:lnTo>
                      <a:pt x="156" y="403"/>
                    </a:lnTo>
                    <a:lnTo>
                      <a:pt x="156" y="406"/>
                    </a:lnTo>
                    <a:lnTo>
                      <a:pt x="156" y="406"/>
                    </a:lnTo>
                    <a:lnTo>
                      <a:pt x="156" y="406"/>
                    </a:lnTo>
                    <a:lnTo>
                      <a:pt x="156" y="406"/>
                    </a:lnTo>
                    <a:lnTo>
                      <a:pt x="156" y="408"/>
                    </a:lnTo>
                    <a:lnTo>
                      <a:pt x="156" y="408"/>
                    </a:lnTo>
                    <a:lnTo>
                      <a:pt x="156" y="410"/>
                    </a:lnTo>
                    <a:lnTo>
                      <a:pt x="156" y="410"/>
                    </a:lnTo>
                    <a:lnTo>
                      <a:pt x="156" y="410"/>
                    </a:lnTo>
                    <a:lnTo>
                      <a:pt x="156" y="413"/>
                    </a:lnTo>
                    <a:lnTo>
                      <a:pt x="156" y="413"/>
                    </a:lnTo>
                    <a:lnTo>
                      <a:pt x="156" y="413"/>
                    </a:lnTo>
                    <a:lnTo>
                      <a:pt x="156" y="413"/>
                    </a:lnTo>
                    <a:lnTo>
                      <a:pt x="156" y="415"/>
                    </a:lnTo>
                    <a:lnTo>
                      <a:pt x="156" y="415"/>
                    </a:lnTo>
                    <a:lnTo>
                      <a:pt x="156" y="417"/>
                    </a:lnTo>
                    <a:lnTo>
                      <a:pt x="158" y="417"/>
                    </a:lnTo>
                    <a:lnTo>
                      <a:pt x="158" y="417"/>
                    </a:lnTo>
                    <a:lnTo>
                      <a:pt x="158" y="417"/>
                    </a:lnTo>
                    <a:lnTo>
                      <a:pt x="158" y="417"/>
                    </a:lnTo>
                    <a:lnTo>
                      <a:pt x="158" y="420"/>
                    </a:lnTo>
                    <a:lnTo>
                      <a:pt x="158" y="420"/>
                    </a:lnTo>
                    <a:lnTo>
                      <a:pt x="158" y="420"/>
                    </a:lnTo>
                    <a:lnTo>
                      <a:pt x="158" y="422"/>
                    </a:lnTo>
                    <a:lnTo>
                      <a:pt x="158" y="422"/>
                    </a:lnTo>
                    <a:lnTo>
                      <a:pt x="158" y="422"/>
                    </a:lnTo>
                    <a:lnTo>
                      <a:pt x="158" y="422"/>
                    </a:lnTo>
                    <a:lnTo>
                      <a:pt x="158" y="425"/>
                    </a:lnTo>
                    <a:lnTo>
                      <a:pt x="161" y="425"/>
                    </a:lnTo>
                    <a:lnTo>
                      <a:pt x="161" y="425"/>
                    </a:lnTo>
                    <a:lnTo>
                      <a:pt x="161" y="427"/>
                    </a:lnTo>
                    <a:lnTo>
                      <a:pt x="158" y="427"/>
                    </a:lnTo>
                    <a:lnTo>
                      <a:pt x="158" y="427"/>
                    </a:lnTo>
                    <a:lnTo>
                      <a:pt x="158" y="427"/>
                    </a:lnTo>
                    <a:lnTo>
                      <a:pt x="158" y="429"/>
                    </a:lnTo>
                    <a:lnTo>
                      <a:pt x="158" y="429"/>
                    </a:lnTo>
                    <a:lnTo>
                      <a:pt x="158" y="429"/>
                    </a:lnTo>
                    <a:lnTo>
                      <a:pt x="156" y="429"/>
                    </a:lnTo>
                    <a:lnTo>
                      <a:pt x="156" y="429"/>
                    </a:lnTo>
                    <a:lnTo>
                      <a:pt x="156" y="432"/>
                    </a:lnTo>
                    <a:lnTo>
                      <a:pt x="156" y="432"/>
                    </a:lnTo>
                    <a:lnTo>
                      <a:pt x="156" y="432"/>
                    </a:lnTo>
                    <a:lnTo>
                      <a:pt x="156" y="432"/>
                    </a:lnTo>
                    <a:lnTo>
                      <a:pt x="156" y="434"/>
                    </a:lnTo>
                    <a:lnTo>
                      <a:pt x="156" y="434"/>
                    </a:lnTo>
                    <a:lnTo>
                      <a:pt x="156" y="436"/>
                    </a:lnTo>
                    <a:lnTo>
                      <a:pt x="154" y="436"/>
                    </a:lnTo>
                    <a:lnTo>
                      <a:pt x="154" y="436"/>
                    </a:lnTo>
                    <a:lnTo>
                      <a:pt x="154" y="436"/>
                    </a:lnTo>
                    <a:lnTo>
                      <a:pt x="154" y="439"/>
                    </a:lnTo>
                    <a:lnTo>
                      <a:pt x="154" y="439"/>
                    </a:lnTo>
                    <a:lnTo>
                      <a:pt x="151" y="439"/>
                    </a:lnTo>
                    <a:lnTo>
                      <a:pt x="151" y="441"/>
                    </a:lnTo>
                    <a:lnTo>
                      <a:pt x="151" y="441"/>
                    </a:lnTo>
                    <a:lnTo>
                      <a:pt x="151" y="441"/>
                    </a:lnTo>
                    <a:lnTo>
                      <a:pt x="151" y="441"/>
                    </a:lnTo>
                    <a:lnTo>
                      <a:pt x="151" y="441"/>
                    </a:lnTo>
                    <a:lnTo>
                      <a:pt x="151" y="444"/>
                    </a:lnTo>
                    <a:lnTo>
                      <a:pt x="149" y="444"/>
                    </a:lnTo>
                    <a:lnTo>
                      <a:pt x="149" y="444"/>
                    </a:lnTo>
                    <a:lnTo>
                      <a:pt x="149" y="444"/>
                    </a:lnTo>
                    <a:lnTo>
                      <a:pt x="149" y="446"/>
                    </a:lnTo>
                    <a:lnTo>
                      <a:pt x="149" y="446"/>
                    </a:lnTo>
                    <a:lnTo>
                      <a:pt x="149" y="446"/>
                    </a:lnTo>
                    <a:lnTo>
                      <a:pt x="146" y="446"/>
                    </a:lnTo>
                    <a:lnTo>
                      <a:pt x="146" y="446"/>
                    </a:lnTo>
                    <a:lnTo>
                      <a:pt x="146" y="448"/>
                    </a:lnTo>
                    <a:lnTo>
                      <a:pt x="146" y="448"/>
                    </a:lnTo>
                    <a:lnTo>
                      <a:pt x="146" y="451"/>
                    </a:lnTo>
                    <a:lnTo>
                      <a:pt x="144" y="451"/>
                    </a:lnTo>
                    <a:lnTo>
                      <a:pt x="144" y="451"/>
                    </a:lnTo>
                    <a:lnTo>
                      <a:pt x="144" y="451"/>
                    </a:lnTo>
                    <a:lnTo>
                      <a:pt x="144" y="451"/>
                    </a:lnTo>
                    <a:lnTo>
                      <a:pt x="144" y="451"/>
                    </a:lnTo>
                    <a:lnTo>
                      <a:pt x="142" y="451"/>
                    </a:lnTo>
                    <a:lnTo>
                      <a:pt x="142" y="453"/>
                    </a:lnTo>
                    <a:lnTo>
                      <a:pt x="142" y="453"/>
                    </a:lnTo>
                    <a:lnTo>
                      <a:pt x="142" y="453"/>
                    </a:lnTo>
                    <a:lnTo>
                      <a:pt x="142" y="455"/>
                    </a:lnTo>
                    <a:lnTo>
                      <a:pt x="142" y="455"/>
                    </a:lnTo>
                    <a:lnTo>
                      <a:pt x="142" y="458"/>
                    </a:lnTo>
                    <a:lnTo>
                      <a:pt x="142" y="458"/>
                    </a:lnTo>
                    <a:lnTo>
                      <a:pt x="142" y="458"/>
                    </a:lnTo>
                    <a:lnTo>
                      <a:pt x="142" y="458"/>
                    </a:lnTo>
                    <a:lnTo>
                      <a:pt x="142" y="460"/>
                    </a:lnTo>
                    <a:lnTo>
                      <a:pt x="142" y="460"/>
                    </a:lnTo>
                    <a:lnTo>
                      <a:pt x="142" y="460"/>
                    </a:lnTo>
                    <a:lnTo>
                      <a:pt x="142" y="462"/>
                    </a:lnTo>
                    <a:lnTo>
                      <a:pt x="142" y="462"/>
                    </a:lnTo>
                    <a:lnTo>
                      <a:pt x="142" y="462"/>
                    </a:lnTo>
                    <a:lnTo>
                      <a:pt x="139" y="462"/>
                    </a:lnTo>
                    <a:lnTo>
                      <a:pt x="139" y="465"/>
                    </a:lnTo>
                    <a:lnTo>
                      <a:pt x="139" y="465"/>
                    </a:lnTo>
                    <a:lnTo>
                      <a:pt x="139" y="467"/>
                    </a:lnTo>
                    <a:lnTo>
                      <a:pt x="139" y="467"/>
                    </a:lnTo>
                    <a:lnTo>
                      <a:pt x="139" y="467"/>
                    </a:lnTo>
                    <a:lnTo>
                      <a:pt x="137" y="467"/>
                    </a:lnTo>
                    <a:lnTo>
                      <a:pt x="137" y="470"/>
                    </a:lnTo>
                    <a:lnTo>
                      <a:pt x="137" y="470"/>
                    </a:lnTo>
                    <a:lnTo>
                      <a:pt x="137" y="470"/>
                    </a:lnTo>
                    <a:lnTo>
                      <a:pt x="137" y="472"/>
                    </a:lnTo>
                    <a:lnTo>
                      <a:pt x="137" y="472"/>
                    </a:lnTo>
                    <a:lnTo>
                      <a:pt x="137" y="472"/>
                    </a:lnTo>
                    <a:lnTo>
                      <a:pt x="137" y="472"/>
                    </a:lnTo>
                    <a:lnTo>
                      <a:pt x="135" y="472"/>
                    </a:lnTo>
                    <a:lnTo>
                      <a:pt x="135" y="472"/>
                    </a:lnTo>
                    <a:lnTo>
                      <a:pt x="135" y="472"/>
                    </a:lnTo>
                    <a:lnTo>
                      <a:pt x="135" y="472"/>
                    </a:lnTo>
                    <a:lnTo>
                      <a:pt x="135" y="470"/>
                    </a:lnTo>
                    <a:lnTo>
                      <a:pt x="135" y="470"/>
                    </a:lnTo>
                    <a:lnTo>
                      <a:pt x="135" y="470"/>
                    </a:lnTo>
                    <a:lnTo>
                      <a:pt x="135" y="467"/>
                    </a:lnTo>
                    <a:lnTo>
                      <a:pt x="135" y="467"/>
                    </a:lnTo>
                    <a:lnTo>
                      <a:pt x="135" y="467"/>
                    </a:lnTo>
                    <a:lnTo>
                      <a:pt x="135" y="465"/>
                    </a:lnTo>
                    <a:lnTo>
                      <a:pt x="135" y="465"/>
                    </a:lnTo>
                    <a:lnTo>
                      <a:pt x="135" y="465"/>
                    </a:lnTo>
                    <a:lnTo>
                      <a:pt x="135" y="462"/>
                    </a:lnTo>
                    <a:lnTo>
                      <a:pt x="135" y="462"/>
                    </a:lnTo>
                    <a:lnTo>
                      <a:pt x="135" y="462"/>
                    </a:lnTo>
                    <a:lnTo>
                      <a:pt x="135" y="460"/>
                    </a:lnTo>
                    <a:lnTo>
                      <a:pt x="135" y="460"/>
                    </a:lnTo>
                    <a:lnTo>
                      <a:pt x="135" y="460"/>
                    </a:lnTo>
                    <a:lnTo>
                      <a:pt x="135" y="458"/>
                    </a:lnTo>
                    <a:lnTo>
                      <a:pt x="135" y="458"/>
                    </a:lnTo>
                    <a:lnTo>
                      <a:pt x="135" y="455"/>
                    </a:lnTo>
                    <a:lnTo>
                      <a:pt x="132" y="455"/>
                    </a:lnTo>
                    <a:lnTo>
                      <a:pt x="132" y="455"/>
                    </a:lnTo>
                    <a:lnTo>
                      <a:pt x="132" y="453"/>
                    </a:lnTo>
                    <a:lnTo>
                      <a:pt x="132" y="453"/>
                    </a:lnTo>
                    <a:lnTo>
                      <a:pt x="135" y="453"/>
                    </a:lnTo>
                    <a:lnTo>
                      <a:pt x="135" y="451"/>
                    </a:lnTo>
                    <a:lnTo>
                      <a:pt x="135" y="451"/>
                    </a:lnTo>
                    <a:lnTo>
                      <a:pt x="135" y="451"/>
                    </a:lnTo>
                    <a:lnTo>
                      <a:pt x="135" y="448"/>
                    </a:lnTo>
                    <a:lnTo>
                      <a:pt x="135" y="448"/>
                    </a:lnTo>
                    <a:lnTo>
                      <a:pt x="132" y="448"/>
                    </a:lnTo>
                    <a:lnTo>
                      <a:pt x="132" y="446"/>
                    </a:lnTo>
                    <a:lnTo>
                      <a:pt x="132" y="446"/>
                    </a:lnTo>
                    <a:lnTo>
                      <a:pt x="132" y="444"/>
                    </a:lnTo>
                    <a:lnTo>
                      <a:pt x="135" y="444"/>
                    </a:lnTo>
                    <a:lnTo>
                      <a:pt x="135" y="444"/>
                    </a:lnTo>
                    <a:lnTo>
                      <a:pt x="135" y="444"/>
                    </a:lnTo>
                    <a:lnTo>
                      <a:pt x="135" y="441"/>
                    </a:lnTo>
                    <a:lnTo>
                      <a:pt x="137" y="441"/>
                    </a:lnTo>
                    <a:lnTo>
                      <a:pt x="137" y="444"/>
                    </a:lnTo>
                    <a:lnTo>
                      <a:pt x="137" y="444"/>
                    </a:lnTo>
                    <a:lnTo>
                      <a:pt x="137" y="444"/>
                    </a:lnTo>
                    <a:lnTo>
                      <a:pt x="137" y="441"/>
                    </a:lnTo>
                    <a:lnTo>
                      <a:pt x="137" y="441"/>
                    </a:lnTo>
                    <a:lnTo>
                      <a:pt x="139" y="441"/>
                    </a:lnTo>
                    <a:lnTo>
                      <a:pt x="139" y="441"/>
                    </a:lnTo>
                    <a:lnTo>
                      <a:pt x="139" y="441"/>
                    </a:lnTo>
                    <a:lnTo>
                      <a:pt x="139" y="439"/>
                    </a:lnTo>
                    <a:lnTo>
                      <a:pt x="139" y="439"/>
                    </a:lnTo>
                    <a:lnTo>
                      <a:pt x="139" y="436"/>
                    </a:lnTo>
                    <a:lnTo>
                      <a:pt x="139" y="436"/>
                    </a:lnTo>
                    <a:lnTo>
                      <a:pt x="139" y="436"/>
                    </a:lnTo>
                    <a:lnTo>
                      <a:pt x="139" y="434"/>
                    </a:lnTo>
                    <a:lnTo>
                      <a:pt x="139" y="434"/>
                    </a:lnTo>
                    <a:lnTo>
                      <a:pt x="139" y="432"/>
                    </a:lnTo>
                    <a:lnTo>
                      <a:pt x="139" y="432"/>
                    </a:lnTo>
                    <a:lnTo>
                      <a:pt x="139" y="432"/>
                    </a:lnTo>
                    <a:lnTo>
                      <a:pt x="139" y="432"/>
                    </a:lnTo>
                    <a:lnTo>
                      <a:pt x="139" y="429"/>
                    </a:lnTo>
                    <a:lnTo>
                      <a:pt x="139" y="429"/>
                    </a:lnTo>
                    <a:lnTo>
                      <a:pt x="139" y="429"/>
                    </a:lnTo>
                    <a:lnTo>
                      <a:pt x="137" y="429"/>
                    </a:lnTo>
                    <a:lnTo>
                      <a:pt x="137" y="427"/>
                    </a:lnTo>
                    <a:lnTo>
                      <a:pt x="137" y="427"/>
                    </a:lnTo>
                    <a:lnTo>
                      <a:pt x="137" y="429"/>
                    </a:lnTo>
                    <a:lnTo>
                      <a:pt x="137" y="429"/>
                    </a:lnTo>
                    <a:lnTo>
                      <a:pt x="137" y="432"/>
                    </a:lnTo>
                    <a:lnTo>
                      <a:pt x="137" y="432"/>
                    </a:lnTo>
                    <a:lnTo>
                      <a:pt x="137" y="432"/>
                    </a:lnTo>
                    <a:lnTo>
                      <a:pt x="137" y="432"/>
                    </a:lnTo>
                    <a:lnTo>
                      <a:pt x="137" y="434"/>
                    </a:lnTo>
                    <a:lnTo>
                      <a:pt x="137" y="434"/>
                    </a:lnTo>
                    <a:lnTo>
                      <a:pt x="137" y="436"/>
                    </a:lnTo>
                    <a:lnTo>
                      <a:pt x="135" y="436"/>
                    </a:lnTo>
                    <a:lnTo>
                      <a:pt x="135" y="436"/>
                    </a:lnTo>
                    <a:lnTo>
                      <a:pt x="135" y="434"/>
                    </a:lnTo>
                    <a:lnTo>
                      <a:pt x="135" y="434"/>
                    </a:lnTo>
                    <a:lnTo>
                      <a:pt x="135" y="434"/>
                    </a:lnTo>
                    <a:lnTo>
                      <a:pt x="135" y="432"/>
                    </a:lnTo>
                    <a:lnTo>
                      <a:pt x="135" y="432"/>
                    </a:lnTo>
                    <a:lnTo>
                      <a:pt x="135" y="432"/>
                    </a:lnTo>
                    <a:lnTo>
                      <a:pt x="132" y="432"/>
                    </a:lnTo>
                    <a:lnTo>
                      <a:pt x="132" y="432"/>
                    </a:lnTo>
                    <a:lnTo>
                      <a:pt x="132" y="432"/>
                    </a:lnTo>
                    <a:lnTo>
                      <a:pt x="132" y="429"/>
                    </a:lnTo>
                    <a:lnTo>
                      <a:pt x="132" y="429"/>
                    </a:lnTo>
                    <a:lnTo>
                      <a:pt x="132" y="427"/>
                    </a:lnTo>
                    <a:lnTo>
                      <a:pt x="132" y="427"/>
                    </a:lnTo>
                    <a:lnTo>
                      <a:pt x="132" y="429"/>
                    </a:lnTo>
                    <a:lnTo>
                      <a:pt x="132" y="429"/>
                    </a:lnTo>
                    <a:lnTo>
                      <a:pt x="130" y="429"/>
                    </a:lnTo>
                    <a:lnTo>
                      <a:pt x="130" y="432"/>
                    </a:lnTo>
                    <a:lnTo>
                      <a:pt x="132" y="432"/>
                    </a:lnTo>
                    <a:lnTo>
                      <a:pt x="132" y="432"/>
                    </a:lnTo>
                    <a:lnTo>
                      <a:pt x="132" y="432"/>
                    </a:lnTo>
                    <a:lnTo>
                      <a:pt x="130" y="432"/>
                    </a:lnTo>
                    <a:lnTo>
                      <a:pt x="130" y="434"/>
                    </a:lnTo>
                    <a:lnTo>
                      <a:pt x="130" y="434"/>
                    </a:lnTo>
                    <a:lnTo>
                      <a:pt x="130" y="436"/>
                    </a:lnTo>
                    <a:lnTo>
                      <a:pt x="130" y="436"/>
                    </a:lnTo>
                    <a:lnTo>
                      <a:pt x="130" y="439"/>
                    </a:lnTo>
                    <a:lnTo>
                      <a:pt x="130" y="439"/>
                    </a:lnTo>
                    <a:lnTo>
                      <a:pt x="132" y="439"/>
                    </a:lnTo>
                    <a:lnTo>
                      <a:pt x="132" y="441"/>
                    </a:lnTo>
                    <a:lnTo>
                      <a:pt x="130" y="441"/>
                    </a:lnTo>
                    <a:lnTo>
                      <a:pt x="130" y="441"/>
                    </a:lnTo>
                    <a:lnTo>
                      <a:pt x="130" y="441"/>
                    </a:lnTo>
                    <a:lnTo>
                      <a:pt x="130" y="441"/>
                    </a:lnTo>
                    <a:lnTo>
                      <a:pt x="130" y="441"/>
                    </a:lnTo>
                    <a:lnTo>
                      <a:pt x="130" y="439"/>
                    </a:lnTo>
                    <a:lnTo>
                      <a:pt x="130" y="439"/>
                    </a:lnTo>
                    <a:lnTo>
                      <a:pt x="130" y="436"/>
                    </a:lnTo>
                    <a:lnTo>
                      <a:pt x="130" y="436"/>
                    </a:lnTo>
                    <a:lnTo>
                      <a:pt x="130" y="434"/>
                    </a:lnTo>
                    <a:lnTo>
                      <a:pt x="128" y="434"/>
                    </a:lnTo>
                    <a:lnTo>
                      <a:pt x="128" y="436"/>
                    </a:lnTo>
                    <a:lnTo>
                      <a:pt x="128" y="436"/>
                    </a:lnTo>
                    <a:lnTo>
                      <a:pt x="128" y="436"/>
                    </a:lnTo>
                    <a:lnTo>
                      <a:pt x="128" y="436"/>
                    </a:lnTo>
                    <a:lnTo>
                      <a:pt x="125" y="436"/>
                    </a:lnTo>
                    <a:lnTo>
                      <a:pt x="125" y="434"/>
                    </a:lnTo>
                    <a:lnTo>
                      <a:pt x="125" y="434"/>
                    </a:lnTo>
                    <a:lnTo>
                      <a:pt x="125" y="432"/>
                    </a:lnTo>
                    <a:lnTo>
                      <a:pt x="128" y="432"/>
                    </a:lnTo>
                    <a:lnTo>
                      <a:pt x="128" y="432"/>
                    </a:lnTo>
                    <a:lnTo>
                      <a:pt x="128" y="432"/>
                    </a:lnTo>
                    <a:lnTo>
                      <a:pt x="128" y="432"/>
                    </a:lnTo>
                    <a:lnTo>
                      <a:pt x="128" y="429"/>
                    </a:lnTo>
                    <a:lnTo>
                      <a:pt x="130" y="429"/>
                    </a:lnTo>
                    <a:lnTo>
                      <a:pt x="130" y="429"/>
                    </a:lnTo>
                    <a:lnTo>
                      <a:pt x="130" y="427"/>
                    </a:lnTo>
                    <a:lnTo>
                      <a:pt x="130" y="427"/>
                    </a:lnTo>
                    <a:lnTo>
                      <a:pt x="130" y="427"/>
                    </a:lnTo>
                    <a:lnTo>
                      <a:pt x="130" y="425"/>
                    </a:lnTo>
                    <a:lnTo>
                      <a:pt x="130" y="425"/>
                    </a:lnTo>
                    <a:lnTo>
                      <a:pt x="130" y="425"/>
                    </a:lnTo>
                    <a:lnTo>
                      <a:pt x="128" y="425"/>
                    </a:lnTo>
                    <a:lnTo>
                      <a:pt x="128" y="422"/>
                    </a:lnTo>
                    <a:lnTo>
                      <a:pt x="130" y="422"/>
                    </a:lnTo>
                    <a:lnTo>
                      <a:pt x="130" y="422"/>
                    </a:lnTo>
                    <a:lnTo>
                      <a:pt x="130" y="422"/>
                    </a:lnTo>
                    <a:lnTo>
                      <a:pt x="130" y="422"/>
                    </a:lnTo>
                    <a:lnTo>
                      <a:pt x="130" y="422"/>
                    </a:lnTo>
                    <a:lnTo>
                      <a:pt x="130" y="420"/>
                    </a:lnTo>
                    <a:lnTo>
                      <a:pt x="130" y="420"/>
                    </a:lnTo>
                    <a:lnTo>
                      <a:pt x="130" y="420"/>
                    </a:lnTo>
                    <a:lnTo>
                      <a:pt x="130" y="422"/>
                    </a:lnTo>
                    <a:lnTo>
                      <a:pt x="130" y="422"/>
                    </a:lnTo>
                    <a:lnTo>
                      <a:pt x="132" y="422"/>
                    </a:lnTo>
                    <a:lnTo>
                      <a:pt x="132" y="422"/>
                    </a:lnTo>
                    <a:lnTo>
                      <a:pt x="132" y="425"/>
                    </a:lnTo>
                    <a:lnTo>
                      <a:pt x="132" y="425"/>
                    </a:lnTo>
                    <a:lnTo>
                      <a:pt x="132" y="425"/>
                    </a:lnTo>
                    <a:lnTo>
                      <a:pt x="132" y="425"/>
                    </a:lnTo>
                    <a:lnTo>
                      <a:pt x="132" y="422"/>
                    </a:lnTo>
                    <a:lnTo>
                      <a:pt x="132" y="422"/>
                    </a:lnTo>
                    <a:lnTo>
                      <a:pt x="135" y="422"/>
                    </a:lnTo>
                    <a:lnTo>
                      <a:pt x="135" y="422"/>
                    </a:lnTo>
                    <a:lnTo>
                      <a:pt x="132" y="422"/>
                    </a:lnTo>
                    <a:lnTo>
                      <a:pt x="132" y="422"/>
                    </a:lnTo>
                    <a:lnTo>
                      <a:pt x="132" y="420"/>
                    </a:lnTo>
                    <a:lnTo>
                      <a:pt x="132" y="420"/>
                    </a:lnTo>
                    <a:lnTo>
                      <a:pt x="132" y="420"/>
                    </a:lnTo>
                    <a:lnTo>
                      <a:pt x="132" y="417"/>
                    </a:lnTo>
                    <a:lnTo>
                      <a:pt x="132" y="417"/>
                    </a:lnTo>
                    <a:lnTo>
                      <a:pt x="132" y="415"/>
                    </a:lnTo>
                    <a:lnTo>
                      <a:pt x="132" y="415"/>
                    </a:lnTo>
                    <a:lnTo>
                      <a:pt x="132" y="413"/>
                    </a:lnTo>
                    <a:lnTo>
                      <a:pt x="132" y="413"/>
                    </a:lnTo>
                    <a:lnTo>
                      <a:pt x="132" y="413"/>
                    </a:lnTo>
                    <a:lnTo>
                      <a:pt x="130" y="413"/>
                    </a:lnTo>
                    <a:lnTo>
                      <a:pt x="130" y="413"/>
                    </a:lnTo>
                    <a:lnTo>
                      <a:pt x="130" y="413"/>
                    </a:lnTo>
                    <a:lnTo>
                      <a:pt x="130" y="415"/>
                    </a:lnTo>
                    <a:lnTo>
                      <a:pt x="130" y="415"/>
                    </a:lnTo>
                    <a:lnTo>
                      <a:pt x="130" y="415"/>
                    </a:lnTo>
                    <a:lnTo>
                      <a:pt x="130" y="415"/>
                    </a:lnTo>
                    <a:lnTo>
                      <a:pt x="130" y="415"/>
                    </a:lnTo>
                    <a:lnTo>
                      <a:pt x="128" y="415"/>
                    </a:lnTo>
                    <a:lnTo>
                      <a:pt x="128" y="417"/>
                    </a:lnTo>
                    <a:lnTo>
                      <a:pt x="128" y="417"/>
                    </a:lnTo>
                    <a:lnTo>
                      <a:pt x="125" y="417"/>
                    </a:lnTo>
                    <a:lnTo>
                      <a:pt x="125" y="417"/>
                    </a:lnTo>
                    <a:lnTo>
                      <a:pt x="125" y="417"/>
                    </a:lnTo>
                    <a:lnTo>
                      <a:pt x="125" y="420"/>
                    </a:lnTo>
                    <a:lnTo>
                      <a:pt x="125" y="420"/>
                    </a:lnTo>
                    <a:lnTo>
                      <a:pt x="125" y="420"/>
                    </a:lnTo>
                    <a:lnTo>
                      <a:pt x="125" y="420"/>
                    </a:lnTo>
                    <a:lnTo>
                      <a:pt x="125" y="422"/>
                    </a:lnTo>
                    <a:lnTo>
                      <a:pt x="125" y="422"/>
                    </a:lnTo>
                    <a:lnTo>
                      <a:pt x="125" y="422"/>
                    </a:lnTo>
                    <a:lnTo>
                      <a:pt x="123" y="422"/>
                    </a:lnTo>
                    <a:lnTo>
                      <a:pt x="123" y="422"/>
                    </a:lnTo>
                    <a:lnTo>
                      <a:pt x="123" y="422"/>
                    </a:lnTo>
                    <a:lnTo>
                      <a:pt x="123" y="420"/>
                    </a:lnTo>
                    <a:lnTo>
                      <a:pt x="123" y="420"/>
                    </a:lnTo>
                    <a:lnTo>
                      <a:pt x="123" y="417"/>
                    </a:lnTo>
                    <a:lnTo>
                      <a:pt x="123" y="417"/>
                    </a:lnTo>
                    <a:lnTo>
                      <a:pt x="123" y="417"/>
                    </a:lnTo>
                    <a:lnTo>
                      <a:pt x="123" y="415"/>
                    </a:lnTo>
                    <a:lnTo>
                      <a:pt x="123" y="415"/>
                    </a:lnTo>
                    <a:lnTo>
                      <a:pt x="123" y="415"/>
                    </a:lnTo>
                    <a:lnTo>
                      <a:pt x="123" y="415"/>
                    </a:lnTo>
                    <a:lnTo>
                      <a:pt x="120" y="415"/>
                    </a:lnTo>
                    <a:lnTo>
                      <a:pt x="120" y="413"/>
                    </a:lnTo>
                    <a:lnTo>
                      <a:pt x="120" y="413"/>
                    </a:lnTo>
                    <a:lnTo>
                      <a:pt x="118" y="413"/>
                    </a:lnTo>
                    <a:lnTo>
                      <a:pt x="118" y="413"/>
                    </a:lnTo>
                    <a:lnTo>
                      <a:pt x="118" y="413"/>
                    </a:lnTo>
                    <a:lnTo>
                      <a:pt x="120" y="413"/>
                    </a:lnTo>
                    <a:lnTo>
                      <a:pt x="120" y="413"/>
                    </a:lnTo>
                    <a:lnTo>
                      <a:pt x="123" y="413"/>
                    </a:lnTo>
                    <a:lnTo>
                      <a:pt x="123" y="413"/>
                    </a:lnTo>
                    <a:lnTo>
                      <a:pt x="123" y="410"/>
                    </a:lnTo>
                    <a:lnTo>
                      <a:pt x="123" y="410"/>
                    </a:lnTo>
                    <a:lnTo>
                      <a:pt x="123" y="410"/>
                    </a:lnTo>
                    <a:lnTo>
                      <a:pt x="125" y="410"/>
                    </a:lnTo>
                    <a:lnTo>
                      <a:pt x="125" y="408"/>
                    </a:lnTo>
                    <a:lnTo>
                      <a:pt x="125" y="408"/>
                    </a:lnTo>
                    <a:lnTo>
                      <a:pt x="125" y="408"/>
                    </a:lnTo>
                    <a:lnTo>
                      <a:pt x="128" y="408"/>
                    </a:lnTo>
                    <a:lnTo>
                      <a:pt x="128" y="408"/>
                    </a:lnTo>
                    <a:lnTo>
                      <a:pt x="128" y="408"/>
                    </a:lnTo>
                    <a:lnTo>
                      <a:pt x="128" y="408"/>
                    </a:lnTo>
                    <a:lnTo>
                      <a:pt x="128" y="410"/>
                    </a:lnTo>
                    <a:lnTo>
                      <a:pt x="128" y="410"/>
                    </a:lnTo>
                    <a:lnTo>
                      <a:pt x="130" y="410"/>
                    </a:lnTo>
                    <a:lnTo>
                      <a:pt x="130" y="410"/>
                    </a:lnTo>
                    <a:lnTo>
                      <a:pt x="130" y="413"/>
                    </a:lnTo>
                    <a:lnTo>
                      <a:pt x="130" y="413"/>
                    </a:lnTo>
                    <a:lnTo>
                      <a:pt x="130" y="410"/>
                    </a:lnTo>
                    <a:lnTo>
                      <a:pt x="130" y="410"/>
                    </a:lnTo>
                    <a:lnTo>
                      <a:pt x="130" y="408"/>
                    </a:lnTo>
                    <a:lnTo>
                      <a:pt x="130" y="408"/>
                    </a:lnTo>
                    <a:lnTo>
                      <a:pt x="130" y="408"/>
                    </a:lnTo>
                    <a:lnTo>
                      <a:pt x="130" y="408"/>
                    </a:lnTo>
                    <a:lnTo>
                      <a:pt x="130" y="406"/>
                    </a:lnTo>
                    <a:lnTo>
                      <a:pt x="130" y="406"/>
                    </a:lnTo>
                    <a:lnTo>
                      <a:pt x="130" y="406"/>
                    </a:lnTo>
                    <a:lnTo>
                      <a:pt x="130" y="406"/>
                    </a:lnTo>
                    <a:lnTo>
                      <a:pt x="130" y="403"/>
                    </a:lnTo>
                    <a:lnTo>
                      <a:pt x="130" y="403"/>
                    </a:lnTo>
                    <a:lnTo>
                      <a:pt x="130" y="403"/>
                    </a:lnTo>
                    <a:lnTo>
                      <a:pt x="132" y="403"/>
                    </a:lnTo>
                    <a:lnTo>
                      <a:pt x="132" y="401"/>
                    </a:lnTo>
                    <a:lnTo>
                      <a:pt x="130" y="401"/>
                    </a:lnTo>
                    <a:lnTo>
                      <a:pt x="130" y="401"/>
                    </a:lnTo>
                    <a:lnTo>
                      <a:pt x="132" y="401"/>
                    </a:lnTo>
                    <a:lnTo>
                      <a:pt x="132" y="401"/>
                    </a:lnTo>
                    <a:lnTo>
                      <a:pt x="132" y="401"/>
                    </a:lnTo>
                    <a:lnTo>
                      <a:pt x="132" y="403"/>
                    </a:lnTo>
                    <a:lnTo>
                      <a:pt x="132" y="403"/>
                    </a:lnTo>
                    <a:lnTo>
                      <a:pt x="132" y="403"/>
                    </a:lnTo>
                    <a:lnTo>
                      <a:pt x="132" y="403"/>
                    </a:lnTo>
                    <a:lnTo>
                      <a:pt x="135" y="403"/>
                    </a:lnTo>
                    <a:lnTo>
                      <a:pt x="135" y="403"/>
                    </a:lnTo>
                    <a:lnTo>
                      <a:pt x="135" y="406"/>
                    </a:lnTo>
                    <a:lnTo>
                      <a:pt x="135" y="406"/>
                    </a:lnTo>
                    <a:lnTo>
                      <a:pt x="137" y="406"/>
                    </a:lnTo>
                    <a:lnTo>
                      <a:pt x="137" y="408"/>
                    </a:lnTo>
                    <a:lnTo>
                      <a:pt x="137" y="408"/>
                    </a:lnTo>
                    <a:lnTo>
                      <a:pt x="137" y="406"/>
                    </a:lnTo>
                    <a:lnTo>
                      <a:pt x="137" y="406"/>
                    </a:lnTo>
                    <a:lnTo>
                      <a:pt x="137" y="406"/>
                    </a:lnTo>
                    <a:lnTo>
                      <a:pt x="137" y="403"/>
                    </a:lnTo>
                    <a:lnTo>
                      <a:pt x="137" y="403"/>
                    </a:lnTo>
                    <a:lnTo>
                      <a:pt x="137" y="403"/>
                    </a:lnTo>
                    <a:lnTo>
                      <a:pt x="137" y="403"/>
                    </a:lnTo>
                    <a:lnTo>
                      <a:pt x="137" y="401"/>
                    </a:lnTo>
                    <a:lnTo>
                      <a:pt x="137" y="401"/>
                    </a:lnTo>
                    <a:lnTo>
                      <a:pt x="137" y="401"/>
                    </a:lnTo>
                    <a:lnTo>
                      <a:pt x="137" y="398"/>
                    </a:lnTo>
                    <a:lnTo>
                      <a:pt x="137" y="398"/>
                    </a:lnTo>
                    <a:lnTo>
                      <a:pt x="137" y="398"/>
                    </a:lnTo>
                    <a:lnTo>
                      <a:pt x="137" y="398"/>
                    </a:lnTo>
                    <a:lnTo>
                      <a:pt x="137" y="396"/>
                    </a:lnTo>
                    <a:lnTo>
                      <a:pt x="135" y="396"/>
                    </a:lnTo>
                    <a:lnTo>
                      <a:pt x="135" y="396"/>
                    </a:lnTo>
                    <a:lnTo>
                      <a:pt x="137" y="396"/>
                    </a:lnTo>
                    <a:lnTo>
                      <a:pt x="137" y="396"/>
                    </a:lnTo>
                    <a:lnTo>
                      <a:pt x="137" y="394"/>
                    </a:lnTo>
                    <a:lnTo>
                      <a:pt x="137" y="394"/>
                    </a:lnTo>
                    <a:lnTo>
                      <a:pt x="137" y="394"/>
                    </a:lnTo>
                    <a:lnTo>
                      <a:pt x="137" y="391"/>
                    </a:lnTo>
                    <a:lnTo>
                      <a:pt x="135" y="391"/>
                    </a:lnTo>
                    <a:lnTo>
                      <a:pt x="135" y="391"/>
                    </a:lnTo>
                    <a:lnTo>
                      <a:pt x="135" y="391"/>
                    </a:lnTo>
                    <a:lnTo>
                      <a:pt x="135" y="391"/>
                    </a:lnTo>
                    <a:lnTo>
                      <a:pt x="135" y="389"/>
                    </a:lnTo>
                    <a:lnTo>
                      <a:pt x="135" y="389"/>
                    </a:lnTo>
                    <a:lnTo>
                      <a:pt x="135" y="387"/>
                    </a:lnTo>
                    <a:lnTo>
                      <a:pt x="135" y="387"/>
                    </a:lnTo>
                    <a:lnTo>
                      <a:pt x="132" y="387"/>
                    </a:lnTo>
                    <a:lnTo>
                      <a:pt x="132" y="384"/>
                    </a:lnTo>
                    <a:lnTo>
                      <a:pt x="132" y="384"/>
                    </a:lnTo>
                    <a:lnTo>
                      <a:pt x="132" y="384"/>
                    </a:lnTo>
                    <a:lnTo>
                      <a:pt x="132" y="382"/>
                    </a:lnTo>
                    <a:lnTo>
                      <a:pt x="132" y="382"/>
                    </a:lnTo>
                    <a:lnTo>
                      <a:pt x="132" y="382"/>
                    </a:lnTo>
                    <a:lnTo>
                      <a:pt x="132" y="382"/>
                    </a:lnTo>
                    <a:lnTo>
                      <a:pt x="132" y="380"/>
                    </a:lnTo>
                    <a:lnTo>
                      <a:pt x="132" y="380"/>
                    </a:lnTo>
                    <a:lnTo>
                      <a:pt x="130" y="380"/>
                    </a:lnTo>
                    <a:lnTo>
                      <a:pt x="130" y="380"/>
                    </a:lnTo>
                    <a:lnTo>
                      <a:pt x="130" y="380"/>
                    </a:lnTo>
                    <a:lnTo>
                      <a:pt x="130" y="380"/>
                    </a:lnTo>
                    <a:lnTo>
                      <a:pt x="130" y="382"/>
                    </a:lnTo>
                    <a:lnTo>
                      <a:pt x="130" y="382"/>
                    </a:lnTo>
                    <a:lnTo>
                      <a:pt x="128" y="382"/>
                    </a:lnTo>
                    <a:lnTo>
                      <a:pt x="128" y="382"/>
                    </a:lnTo>
                    <a:lnTo>
                      <a:pt x="128" y="382"/>
                    </a:lnTo>
                    <a:lnTo>
                      <a:pt x="125" y="382"/>
                    </a:lnTo>
                    <a:lnTo>
                      <a:pt x="125" y="380"/>
                    </a:lnTo>
                    <a:lnTo>
                      <a:pt x="125" y="380"/>
                    </a:lnTo>
                    <a:lnTo>
                      <a:pt x="128" y="380"/>
                    </a:lnTo>
                    <a:lnTo>
                      <a:pt x="128" y="377"/>
                    </a:lnTo>
                    <a:lnTo>
                      <a:pt x="125" y="377"/>
                    </a:lnTo>
                    <a:lnTo>
                      <a:pt x="125" y="377"/>
                    </a:lnTo>
                    <a:lnTo>
                      <a:pt x="125" y="377"/>
                    </a:lnTo>
                    <a:lnTo>
                      <a:pt x="125" y="375"/>
                    </a:lnTo>
                    <a:lnTo>
                      <a:pt x="125" y="375"/>
                    </a:lnTo>
                    <a:lnTo>
                      <a:pt x="125" y="372"/>
                    </a:lnTo>
                    <a:lnTo>
                      <a:pt x="125" y="372"/>
                    </a:lnTo>
                    <a:lnTo>
                      <a:pt x="125" y="372"/>
                    </a:lnTo>
                    <a:lnTo>
                      <a:pt x="125" y="372"/>
                    </a:lnTo>
                    <a:lnTo>
                      <a:pt x="125" y="372"/>
                    </a:lnTo>
                    <a:lnTo>
                      <a:pt x="125" y="370"/>
                    </a:lnTo>
                    <a:lnTo>
                      <a:pt x="125" y="370"/>
                    </a:lnTo>
                    <a:lnTo>
                      <a:pt x="125" y="368"/>
                    </a:lnTo>
                    <a:lnTo>
                      <a:pt x="125" y="368"/>
                    </a:lnTo>
                    <a:lnTo>
                      <a:pt x="125" y="365"/>
                    </a:lnTo>
                    <a:lnTo>
                      <a:pt x="125" y="365"/>
                    </a:lnTo>
                    <a:lnTo>
                      <a:pt x="125" y="365"/>
                    </a:lnTo>
                    <a:lnTo>
                      <a:pt x="125" y="365"/>
                    </a:lnTo>
                    <a:lnTo>
                      <a:pt x="125" y="363"/>
                    </a:lnTo>
                    <a:lnTo>
                      <a:pt x="125" y="363"/>
                    </a:lnTo>
                    <a:lnTo>
                      <a:pt x="125" y="363"/>
                    </a:lnTo>
                    <a:lnTo>
                      <a:pt x="123" y="363"/>
                    </a:lnTo>
                    <a:lnTo>
                      <a:pt x="123" y="363"/>
                    </a:lnTo>
                    <a:lnTo>
                      <a:pt x="123" y="361"/>
                    </a:lnTo>
                    <a:lnTo>
                      <a:pt x="123" y="361"/>
                    </a:lnTo>
                    <a:lnTo>
                      <a:pt x="123" y="358"/>
                    </a:lnTo>
                    <a:lnTo>
                      <a:pt x="123" y="358"/>
                    </a:lnTo>
                    <a:lnTo>
                      <a:pt x="123" y="358"/>
                    </a:lnTo>
                    <a:lnTo>
                      <a:pt x="123" y="356"/>
                    </a:lnTo>
                    <a:lnTo>
                      <a:pt x="123" y="356"/>
                    </a:lnTo>
                    <a:lnTo>
                      <a:pt x="123" y="356"/>
                    </a:lnTo>
                    <a:lnTo>
                      <a:pt x="123" y="353"/>
                    </a:lnTo>
                    <a:lnTo>
                      <a:pt x="123" y="353"/>
                    </a:lnTo>
                    <a:lnTo>
                      <a:pt x="120" y="353"/>
                    </a:lnTo>
                    <a:lnTo>
                      <a:pt x="120" y="353"/>
                    </a:lnTo>
                    <a:lnTo>
                      <a:pt x="120" y="351"/>
                    </a:lnTo>
                    <a:lnTo>
                      <a:pt x="120" y="351"/>
                    </a:lnTo>
                    <a:lnTo>
                      <a:pt x="120" y="351"/>
                    </a:lnTo>
                    <a:lnTo>
                      <a:pt x="120" y="349"/>
                    </a:lnTo>
                    <a:lnTo>
                      <a:pt x="120" y="349"/>
                    </a:lnTo>
                    <a:lnTo>
                      <a:pt x="118" y="349"/>
                    </a:lnTo>
                    <a:lnTo>
                      <a:pt x="118" y="346"/>
                    </a:lnTo>
                    <a:lnTo>
                      <a:pt x="118" y="346"/>
                    </a:lnTo>
                    <a:lnTo>
                      <a:pt x="120" y="346"/>
                    </a:lnTo>
                    <a:lnTo>
                      <a:pt x="120" y="344"/>
                    </a:lnTo>
                    <a:lnTo>
                      <a:pt x="118" y="344"/>
                    </a:lnTo>
                    <a:lnTo>
                      <a:pt x="118" y="344"/>
                    </a:lnTo>
                    <a:lnTo>
                      <a:pt x="118" y="344"/>
                    </a:lnTo>
                    <a:lnTo>
                      <a:pt x="118" y="344"/>
                    </a:lnTo>
                    <a:lnTo>
                      <a:pt x="118" y="342"/>
                    </a:lnTo>
                    <a:lnTo>
                      <a:pt x="118" y="342"/>
                    </a:lnTo>
                    <a:lnTo>
                      <a:pt x="118" y="342"/>
                    </a:lnTo>
                    <a:lnTo>
                      <a:pt x="118" y="342"/>
                    </a:lnTo>
                    <a:lnTo>
                      <a:pt x="120" y="342"/>
                    </a:lnTo>
                    <a:lnTo>
                      <a:pt x="120" y="342"/>
                    </a:lnTo>
                    <a:lnTo>
                      <a:pt x="120" y="339"/>
                    </a:lnTo>
                    <a:lnTo>
                      <a:pt x="118" y="339"/>
                    </a:lnTo>
                    <a:lnTo>
                      <a:pt x="118" y="339"/>
                    </a:lnTo>
                    <a:lnTo>
                      <a:pt x="118" y="339"/>
                    </a:lnTo>
                    <a:lnTo>
                      <a:pt x="118" y="337"/>
                    </a:lnTo>
                    <a:lnTo>
                      <a:pt x="118" y="337"/>
                    </a:lnTo>
                    <a:lnTo>
                      <a:pt x="118" y="335"/>
                    </a:lnTo>
                    <a:lnTo>
                      <a:pt x="118" y="335"/>
                    </a:lnTo>
                    <a:lnTo>
                      <a:pt x="118" y="332"/>
                    </a:lnTo>
                    <a:lnTo>
                      <a:pt x="118" y="332"/>
                    </a:lnTo>
                    <a:lnTo>
                      <a:pt x="118" y="332"/>
                    </a:lnTo>
                    <a:lnTo>
                      <a:pt x="118" y="332"/>
                    </a:lnTo>
                    <a:lnTo>
                      <a:pt x="118" y="332"/>
                    </a:lnTo>
                    <a:lnTo>
                      <a:pt x="118" y="332"/>
                    </a:lnTo>
                    <a:lnTo>
                      <a:pt x="118" y="330"/>
                    </a:lnTo>
                    <a:lnTo>
                      <a:pt x="118" y="330"/>
                    </a:lnTo>
                    <a:lnTo>
                      <a:pt x="118" y="330"/>
                    </a:lnTo>
                    <a:lnTo>
                      <a:pt x="118" y="327"/>
                    </a:lnTo>
                    <a:lnTo>
                      <a:pt x="118" y="327"/>
                    </a:lnTo>
                    <a:lnTo>
                      <a:pt x="118" y="325"/>
                    </a:lnTo>
                    <a:lnTo>
                      <a:pt x="118" y="325"/>
                    </a:lnTo>
                    <a:lnTo>
                      <a:pt x="118" y="325"/>
                    </a:lnTo>
                    <a:lnTo>
                      <a:pt x="118" y="323"/>
                    </a:lnTo>
                    <a:lnTo>
                      <a:pt x="118" y="323"/>
                    </a:lnTo>
                    <a:lnTo>
                      <a:pt x="118" y="323"/>
                    </a:lnTo>
                    <a:lnTo>
                      <a:pt x="118" y="323"/>
                    </a:lnTo>
                    <a:lnTo>
                      <a:pt x="118" y="323"/>
                    </a:lnTo>
                    <a:lnTo>
                      <a:pt x="118" y="320"/>
                    </a:lnTo>
                    <a:lnTo>
                      <a:pt x="116" y="320"/>
                    </a:lnTo>
                    <a:lnTo>
                      <a:pt x="116" y="320"/>
                    </a:lnTo>
                    <a:lnTo>
                      <a:pt x="116" y="320"/>
                    </a:lnTo>
                    <a:lnTo>
                      <a:pt x="116" y="318"/>
                    </a:lnTo>
                    <a:lnTo>
                      <a:pt x="116" y="318"/>
                    </a:lnTo>
                    <a:lnTo>
                      <a:pt x="116" y="318"/>
                    </a:lnTo>
                    <a:lnTo>
                      <a:pt x="116" y="316"/>
                    </a:lnTo>
                    <a:lnTo>
                      <a:pt x="116" y="316"/>
                    </a:lnTo>
                    <a:lnTo>
                      <a:pt x="116" y="316"/>
                    </a:lnTo>
                    <a:lnTo>
                      <a:pt x="116" y="313"/>
                    </a:lnTo>
                    <a:lnTo>
                      <a:pt x="116" y="313"/>
                    </a:lnTo>
                    <a:lnTo>
                      <a:pt x="116" y="313"/>
                    </a:lnTo>
                    <a:lnTo>
                      <a:pt x="113" y="313"/>
                    </a:lnTo>
                    <a:lnTo>
                      <a:pt x="113" y="313"/>
                    </a:lnTo>
                    <a:lnTo>
                      <a:pt x="113" y="313"/>
                    </a:lnTo>
                    <a:lnTo>
                      <a:pt x="113" y="311"/>
                    </a:lnTo>
                    <a:lnTo>
                      <a:pt x="111" y="311"/>
                    </a:lnTo>
                    <a:lnTo>
                      <a:pt x="111" y="311"/>
                    </a:lnTo>
                    <a:lnTo>
                      <a:pt x="113" y="311"/>
                    </a:lnTo>
                    <a:lnTo>
                      <a:pt x="113" y="308"/>
                    </a:lnTo>
                    <a:lnTo>
                      <a:pt x="111" y="308"/>
                    </a:lnTo>
                    <a:lnTo>
                      <a:pt x="111" y="308"/>
                    </a:lnTo>
                    <a:lnTo>
                      <a:pt x="111" y="306"/>
                    </a:lnTo>
                    <a:lnTo>
                      <a:pt x="111" y="306"/>
                    </a:lnTo>
                    <a:lnTo>
                      <a:pt x="111" y="306"/>
                    </a:lnTo>
                    <a:lnTo>
                      <a:pt x="111" y="306"/>
                    </a:lnTo>
                    <a:lnTo>
                      <a:pt x="111" y="306"/>
                    </a:lnTo>
                    <a:lnTo>
                      <a:pt x="111" y="306"/>
                    </a:lnTo>
                    <a:lnTo>
                      <a:pt x="111" y="304"/>
                    </a:lnTo>
                    <a:lnTo>
                      <a:pt x="111" y="304"/>
                    </a:lnTo>
                    <a:lnTo>
                      <a:pt x="109" y="304"/>
                    </a:lnTo>
                    <a:lnTo>
                      <a:pt x="109" y="304"/>
                    </a:lnTo>
                    <a:lnTo>
                      <a:pt x="109" y="301"/>
                    </a:lnTo>
                    <a:lnTo>
                      <a:pt x="109" y="301"/>
                    </a:lnTo>
                    <a:lnTo>
                      <a:pt x="109" y="301"/>
                    </a:lnTo>
                    <a:lnTo>
                      <a:pt x="109" y="301"/>
                    </a:lnTo>
                    <a:lnTo>
                      <a:pt x="109" y="299"/>
                    </a:lnTo>
                    <a:lnTo>
                      <a:pt x="109" y="299"/>
                    </a:lnTo>
                    <a:lnTo>
                      <a:pt x="106" y="299"/>
                    </a:lnTo>
                    <a:lnTo>
                      <a:pt x="106" y="297"/>
                    </a:lnTo>
                    <a:lnTo>
                      <a:pt x="106" y="297"/>
                    </a:lnTo>
                    <a:lnTo>
                      <a:pt x="106" y="294"/>
                    </a:lnTo>
                    <a:lnTo>
                      <a:pt x="106" y="294"/>
                    </a:lnTo>
                    <a:lnTo>
                      <a:pt x="106" y="294"/>
                    </a:lnTo>
                    <a:lnTo>
                      <a:pt x="106" y="292"/>
                    </a:lnTo>
                    <a:lnTo>
                      <a:pt x="106" y="292"/>
                    </a:lnTo>
                    <a:lnTo>
                      <a:pt x="104" y="292"/>
                    </a:lnTo>
                    <a:lnTo>
                      <a:pt x="104" y="292"/>
                    </a:lnTo>
                    <a:lnTo>
                      <a:pt x="104" y="289"/>
                    </a:lnTo>
                    <a:lnTo>
                      <a:pt x="104" y="289"/>
                    </a:lnTo>
                    <a:lnTo>
                      <a:pt x="104" y="289"/>
                    </a:lnTo>
                    <a:lnTo>
                      <a:pt x="104" y="287"/>
                    </a:lnTo>
                    <a:lnTo>
                      <a:pt x="104" y="287"/>
                    </a:lnTo>
                    <a:lnTo>
                      <a:pt x="104" y="287"/>
                    </a:lnTo>
                    <a:lnTo>
                      <a:pt x="101" y="287"/>
                    </a:lnTo>
                    <a:lnTo>
                      <a:pt x="101" y="285"/>
                    </a:lnTo>
                    <a:lnTo>
                      <a:pt x="101" y="285"/>
                    </a:lnTo>
                    <a:lnTo>
                      <a:pt x="101" y="287"/>
                    </a:lnTo>
                    <a:lnTo>
                      <a:pt x="101" y="287"/>
                    </a:lnTo>
                    <a:lnTo>
                      <a:pt x="101" y="287"/>
                    </a:lnTo>
                    <a:lnTo>
                      <a:pt x="101" y="289"/>
                    </a:lnTo>
                    <a:lnTo>
                      <a:pt x="101" y="289"/>
                    </a:lnTo>
                    <a:lnTo>
                      <a:pt x="101" y="289"/>
                    </a:lnTo>
                    <a:lnTo>
                      <a:pt x="101" y="292"/>
                    </a:lnTo>
                    <a:lnTo>
                      <a:pt x="101" y="292"/>
                    </a:lnTo>
                    <a:lnTo>
                      <a:pt x="101" y="294"/>
                    </a:lnTo>
                    <a:lnTo>
                      <a:pt x="101" y="294"/>
                    </a:lnTo>
                    <a:lnTo>
                      <a:pt x="101" y="294"/>
                    </a:lnTo>
                    <a:lnTo>
                      <a:pt x="101" y="297"/>
                    </a:lnTo>
                    <a:lnTo>
                      <a:pt x="101" y="297"/>
                    </a:lnTo>
                    <a:lnTo>
                      <a:pt x="101" y="297"/>
                    </a:lnTo>
                    <a:lnTo>
                      <a:pt x="101" y="299"/>
                    </a:lnTo>
                    <a:lnTo>
                      <a:pt x="99" y="299"/>
                    </a:lnTo>
                    <a:lnTo>
                      <a:pt x="99" y="299"/>
                    </a:lnTo>
                    <a:lnTo>
                      <a:pt x="99" y="301"/>
                    </a:lnTo>
                    <a:lnTo>
                      <a:pt x="99" y="301"/>
                    </a:lnTo>
                    <a:lnTo>
                      <a:pt x="99" y="301"/>
                    </a:lnTo>
                    <a:lnTo>
                      <a:pt x="97" y="301"/>
                    </a:lnTo>
                    <a:lnTo>
                      <a:pt x="97" y="304"/>
                    </a:lnTo>
                    <a:lnTo>
                      <a:pt x="97" y="304"/>
                    </a:lnTo>
                    <a:lnTo>
                      <a:pt x="97" y="304"/>
                    </a:lnTo>
                    <a:lnTo>
                      <a:pt x="97" y="304"/>
                    </a:lnTo>
                    <a:lnTo>
                      <a:pt x="97" y="304"/>
                    </a:lnTo>
                    <a:lnTo>
                      <a:pt x="94" y="304"/>
                    </a:lnTo>
                    <a:lnTo>
                      <a:pt x="94" y="306"/>
                    </a:lnTo>
                    <a:lnTo>
                      <a:pt x="94" y="306"/>
                    </a:lnTo>
                    <a:lnTo>
                      <a:pt x="92" y="306"/>
                    </a:lnTo>
                    <a:lnTo>
                      <a:pt x="92" y="306"/>
                    </a:lnTo>
                    <a:lnTo>
                      <a:pt x="92" y="306"/>
                    </a:lnTo>
                    <a:lnTo>
                      <a:pt x="90" y="306"/>
                    </a:lnTo>
                    <a:lnTo>
                      <a:pt x="90" y="306"/>
                    </a:lnTo>
                    <a:lnTo>
                      <a:pt x="90" y="306"/>
                    </a:lnTo>
                    <a:lnTo>
                      <a:pt x="90" y="308"/>
                    </a:lnTo>
                    <a:lnTo>
                      <a:pt x="90" y="308"/>
                    </a:lnTo>
                    <a:lnTo>
                      <a:pt x="90" y="308"/>
                    </a:lnTo>
                    <a:lnTo>
                      <a:pt x="87" y="308"/>
                    </a:lnTo>
                    <a:lnTo>
                      <a:pt x="87" y="308"/>
                    </a:lnTo>
                    <a:lnTo>
                      <a:pt x="87" y="311"/>
                    </a:lnTo>
                    <a:lnTo>
                      <a:pt x="85" y="311"/>
                    </a:lnTo>
                    <a:lnTo>
                      <a:pt x="85" y="311"/>
                    </a:lnTo>
                    <a:lnTo>
                      <a:pt x="85" y="311"/>
                    </a:lnTo>
                    <a:lnTo>
                      <a:pt x="85" y="311"/>
                    </a:lnTo>
                    <a:lnTo>
                      <a:pt x="83" y="311"/>
                    </a:lnTo>
                    <a:lnTo>
                      <a:pt x="83" y="313"/>
                    </a:lnTo>
                    <a:lnTo>
                      <a:pt x="83" y="313"/>
                    </a:lnTo>
                    <a:lnTo>
                      <a:pt x="83" y="313"/>
                    </a:lnTo>
                    <a:lnTo>
                      <a:pt x="83" y="313"/>
                    </a:lnTo>
                    <a:lnTo>
                      <a:pt x="80" y="313"/>
                    </a:lnTo>
                    <a:lnTo>
                      <a:pt x="80" y="313"/>
                    </a:lnTo>
                    <a:lnTo>
                      <a:pt x="80" y="313"/>
                    </a:lnTo>
                    <a:lnTo>
                      <a:pt x="78" y="313"/>
                    </a:lnTo>
                    <a:lnTo>
                      <a:pt x="78" y="313"/>
                    </a:lnTo>
                    <a:lnTo>
                      <a:pt x="78" y="316"/>
                    </a:lnTo>
                    <a:lnTo>
                      <a:pt x="78" y="316"/>
                    </a:lnTo>
                    <a:lnTo>
                      <a:pt x="75" y="316"/>
                    </a:lnTo>
                    <a:lnTo>
                      <a:pt x="75" y="316"/>
                    </a:lnTo>
                    <a:lnTo>
                      <a:pt x="75" y="318"/>
                    </a:lnTo>
                    <a:lnTo>
                      <a:pt x="75" y="318"/>
                    </a:lnTo>
                    <a:lnTo>
                      <a:pt x="75" y="318"/>
                    </a:lnTo>
                    <a:lnTo>
                      <a:pt x="75" y="320"/>
                    </a:lnTo>
                    <a:lnTo>
                      <a:pt x="75" y="320"/>
                    </a:lnTo>
                    <a:lnTo>
                      <a:pt x="75" y="320"/>
                    </a:lnTo>
                    <a:lnTo>
                      <a:pt x="75" y="323"/>
                    </a:lnTo>
                    <a:lnTo>
                      <a:pt x="73" y="323"/>
                    </a:lnTo>
                    <a:lnTo>
                      <a:pt x="73" y="323"/>
                    </a:lnTo>
                    <a:lnTo>
                      <a:pt x="73" y="323"/>
                    </a:lnTo>
                    <a:lnTo>
                      <a:pt x="73" y="323"/>
                    </a:lnTo>
                    <a:lnTo>
                      <a:pt x="71" y="323"/>
                    </a:lnTo>
                    <a:lnTo>
                      <a:pt x="71" y="325"/>
                    </a:lnTo>
                    <a:lnTo>
                      <a:pt x="71" y="325"/>
                    </a:lnTo>
                    <a:lnTo>
                      <a:pt x="71" y="325"/>
                    </a:lnTo>
                    <a:lnTo>
                      <a:pt x="71" y="325"/>
                    </a:lnTo>
                    <a:lnTo>
                      <a:pt x="68" y="325"/>
                    </a:lnTo>
                    <a:lnTo>
                      <a:pt x="68" y="327"/>
                    </a:lnTo>
                    <a:lnTo>
                      <a:pt x="68" y="327"/>
                    </a:lnTo>
                    <a:lnTo>
                      <a:pt x="68" y="327"/>
                    </a:lnTo>
                    <a:lnTo>
                      <a:pt x="66" y="327"/>
                    </a:lnTo>
                    <a:lnTo>
                      <a:pt x="66" y="327"/>
                    </a:lnTo>
                    <a:lnTo>
                      <a:pt x="66" y="325"/>
                    </a:lnTo>
                    <a:lnTo>
                      <a:pt x="66" y="325"/>
                    </a:lnTo>
                    <a:lnTo>
                      <a:pt x="64" y="325"/>
                    </a:lnTo>
                    <a:lnTo>
                      <a:pt x="64" y="325"/>
                    </a:lnTo>
                    <a:lnTo>
                      <a:pt x="64" y="325"/>
                    </a:lnTo>
                    <a:lnTo>
                      <a:pt x="61" y="325"/>
                    </a:lnTo>
                    <a:lnTo>
                      <a:pt x="61" y="325"/>
                    </a:lnTo>
                    <a:lnTo>
                      <a:pt x="64" y="325"/>
                    </a:lnTo>
                    <a:lnTo>
                      <a:pt x="64" y="327"/>
                    </a:lnTo>
                    <a:lnTo>
                      <a:pt x="64" y="327"/>
                    </a:lnTo>
                    <a:lnTo>
                      <a:pt x="61" y="327"/>
                    </a:lnTo>
                    <a:lnTo>
                      <a:pt x="61" y="327"/>
                    </a:lnTo>
                    <a:lnTo>
                      <a:pt x="61" y="327"/>
                    </a:lnTo>
                    <a:lnTo>
                      <a:pt x="61" y="325"/>
                    </a:lnTo>
                    <a:lnTo>
                      <a:pt x="59" y="325"/>
                    </a:lnTo>
                    <a:lnTo>
                      <a:pt x="59" y="325"/>
                    </a:lnTo>
                    <a:lnTo>
                      <a:pt x="59" y="325"/>
                    </a:lnTo>
                    <a:lnTo>
                      <a:pt x="57" y="325"/>
                    </a:lnTo>
                    <a:lnTo>
                      <a:pt x="57" y="325"/>
                    </a:lnTo>
                    <a:lnTo>
                      <a:pt x="57" y="325"/>
                    </a:lnTo>
                    <a:lnTo>
                      <a:pt x="57" y="325"/>
                    </a:lnTo>
                    <a:lnTo>
                      <a:pt x="54" y="325"/>
                    </a:lnTo>
                    <a:lnTo>
                      <a:pt x="54" y="325"/>
                    </a:lnTo>
                    <a:lnTo>
                      <a:pt x="54" y="323"/>
                    </a:lnTo>
                    <a:lnTo>
                      <a:pt x="54" y="323"/>
                    </a:lnTo>
                    <a:lnTo>
                      <a:pt x="52" y="323"/>
                    </a:lnTo>
                    <a:lnTo>
                      <a:pt x="52" y="323"/>
                    </a:lnTo>
                    <a:lnTo>
                      <a:pt x="52" y="323"/>
                    </a:lnTo>
                    <a:lnTo>
                      <a:pt x="52" y="323"/>
                    </a:lnTo>
                    <a:lnTo>
                      <a:pt x="52" y="320"/>
                    </a:lnTo>
                    <a:lnTo>
                      <a:pt x="49" y="320"/>
                    </a:lnTo>
                    <a:lnTo>
                      <a:pt x="49" y="323"/>
                    </a:lnTo>
                    <a:lnTo>
                      <a:pt x="49" y="323"/>
                    </a:lnTo>
                    <a:lnTo>
                      <a:pt x="49" y="323"/>
                    </a:lnTo>
                    <a:lnTo>
                      <a:pt x="49" y="323"/>
                    </a:lnTo>
                    <a:lnTo>
                      <a:pt x="47" y="323"/>
                    </a:lnTo>
                    <a:lnTo>
                      <a:pt x="47" y="323"/>
                    </a:lnTo>
                    <a:lnTo>
                      <a:pt x="47" y="323"/>
                    </a:lnTo>
                    <a:lnTo>
                      <a:pt x="47" y="323"/>
                    </a:lnTo>
                    <a:lnTo>
                      <a:pt x="47" y="323"/>
                    </a:lnTo>
                    <a:lnTo>
                      <a:pt x="47" y="320"/>
                    </a:lnTo>
                    <a:lnTo>
                      <a:pt x="47" y="320"/>
                    </a:lnTo>
                    <a:lnTo>
                      <a:pt x="45" y="320"/>
                    </a:lnTo>
                    <a:lnTo>
                      <a:pt x="45" y="320"/>
                    </a:lnTo>
                    <a:lnTo>
                      <a:pt x="45" y="320"/>
                    </a:lnTo>
                    <a:lnTo>
                      <a:pt x="45" y="320"/>
                    </a:lnTo>
                    <a:lnTo>
                      <a:pt x="42" y="320"/>
                    </a:lnTo>
                    <a:lnTo>
                      <a:pt x="42" y="320"/>
                    </a:lnTo>
                    <a:lnTo>
                      <a:pt x="42" y="318"/>
                    </a:lnTo>
                    <a:lnTo>
                      <a:pt x="42" y="318"/>
                    </a:lnTo>
                    <a:lnTo>
                      <a:pt x="42" y="318"/>
                    </a:lnTo>
                    <a:lnTo>
                      <a:pt x="42" y="316"/>
                    </a:lnTo>
                    <a:lnTo>
                      <a:pt x="42" y="316"/>
                    </a:lnTo>
                    <a:lnTo>
                      <a:pt x="42" y="316"/>
                    </a:lnTo>
                    <a:lnTo>
                      <a:pt x="42" y="313"/>
                    </a:lnTo>
                    <a:lnTo>
                      <a:pt x="42" y="313"/>
                    </a:lnTo>
                    <a:lnTo>
                      <a:pt x="42" y="313"/>
                    </a:lnTo>
                    <a:lnTo>
                      <a:pt x="42" y="311"/>
                    </a:lnTo>
                    <a:lnTo>
                      <a:pt x="42" y="311"/>
                    </a:lnTo>
                    <a:lnTo>
                      <a:pt x="42" y="308"/>
                    </a:lnTo>
                    <a:lnTo>
                      <a:pt x="42" y="308"/>
                    </a:lnTo>
                    <a:lnTo>
                      <a:pt x="45" y="308"/>
                    </a:lnTo>
                    <a:lnTo>
                      <a:pt x="45" y="306"/>
                    </a:lnTo>
                    <a:lnTo>
                      <a:pt x="45" y="306"/>
                    </a:lnTo>
                    <a:lnTo>
                      <a:pt x="42" y="306"/>
                    </a:lnTo>
                    <a:lnTo>
                      <a:pt x="42" y="304"/>
                    </a:lnTo>
                    <a:lnTo>
                      <a:pt x="45" y="304"/>
                    </a:lnTo>
                    <a:lnTo>
                      <a:pt x="45" y="304"/>
                    </a:lnTo>
                    <a:lnTo>
                      <a:pt x="45" y="304"/>
                    </a:lnTo>
                    <a:lnTo>
                      <a:pt x="45" y="304"/>
                    </a:lnTo>
                    <a:lnTo>
                      <a:pt x="45" y="304"/>
                    </a:lnTo>
                    <a:lnTo>
                      <a:pt x="45" y="304"/>
                    </a:lnTo>
                    <a:lnTo>
                      <a:pt x="45" y="304"/>
                    </a:lnTo>
                    <a:lnTo>
                      <a:pt x="45" y="301"/>
                    </a:lnTo>
                    <a:lnTo>
                      <a:pt x="45" y="301"/>
                    </a:lnTo>
                    <a:lnTo>
                      <a:pt x="45" y="299"/>
                    </a:lnTo>
                    <a:lnTo>
                      <a:pt x="47" y="299"/>
                    </a:lnTo>
                    <a:lnTo>
                      <a:pt x="47" y="299"/>
                    </a:lnTo>
                    <a:lnTo>
                      <a:pt x="47" y="297"/>
                    </a:lnTo>
                    <a:lnTo>
                      <a:pt x="47" y="297"/>
                    </a:lnTo>
                    <a:lnTo>
                      <a:pt x="47" y="294"/>
                    </a:lnTo>
                    <a:lnTo>
                      <a:pt x="47" y="294"/>
                    </a:lnTo>
                    <a:lnTo>
                      <a:pt x="47" y="294"/>
                    </a:lnTo>
                    <a:lnTo>
                      <a:pt x="47" y="294"/>
                    </a:lnTo>
                    <a:lnTo>
                      <a:pt x="47" y="292"/>
                    </a:lnTo>
                    <a:lnTo>
                      <a:pt x="47" y="292"/>
                    </a:lnTo>
                    <a:lnTo>
                      <a:pt x="49" y="292"/>
                    </a:lnTo>
                    <a:lnTo>
                      <a:pt x="49" y="289"/>
                    </a:lnTo>
                    <a:lnTo>
                      <a:pt x="47" y="289"/>
                    </a:lnTo>
                    <a:lnTo>
                      <a:pt x="47" y="289"/>
                    </a:lnTo>
                    <a:lnTo>
                      <a:pt x="47" y="287"/>
                    </a:lnTo>
                    <a:lnTo>
                      <a:pt x="49" y="287"/>
                    </a:lnTo>
                    <a:lnTo>
                      <a:pt x="49" y="287"/>
                    </a:lnTo>
                    <a:lnTo>
                      <a:pt x="49" y="287"/>
                    </a:lnTo>
                    <a:lnTo>
                      <a:pt x="49" y="285"/>
                    </a:lnTo>
                    <a:lnTo>
                      <a:pt x="49" y="285"/>
                    </a:lnTo>
                    <a:lnTo>
                      <a:pt x="49" y="285"/>
                    </a:lnTo>
                    <a:lnTo>
                      <a:pt x="49" y="282"/>
                    </a:lnTo>
                    <a:lnTo>
                      <a:pt x="49" y="282"/>
                    </a:lnTo>
                    <a:lnTo>
                      <a:pt x="49" y="282"/>
                    </a:lnTo>
                    <a:lnTo>
                      <a:pt x="49" y="280"/>
                    </a:lnTo>
                    <a:lnTo>
                      <a:pt x="49" y="280"/>
                    </a:lnTo>
                    <a:lnTo>
                      <a:pt x="49" y="280"/>
                    </a:lnTo>
                    <a:lnTo>
                      <a:pt x="49" y="278"/>
                    </a:lnTo>
                    <a:lnTo>
                      <a:pt x="49" y="278"/>
                    </a:lnTo>
                    <a:lnTo>
                      <a:pt x="49" y="278"/>
                    </a:lnTo>
                    <a:lnTo>
                      <a:pt x="49" y="275"/>
                    </a:lnTo>
                    <a:lnTo>
                      <a:pt x="49" y="275"/>
                    </a:lnTo>
                    <a:lnTo>
                      <a:pt x="49" y="275"/>
                    </a:lnTo>
                    <a:lnTo>
                      <a:pt x="49" y="273"/>
                    </a:lnTo>
                    <a:lnTo>
                      <a:pt x="49" y="273"/>
                    </a:lnTo>
                    <a:lnTo>
                      <a:pt x="49" y="273"/>
                    </a:lnTo>
                    <a:lnTo>
                      <a:pt x="49" y="273"/>
                    </a:lnTo>
                    <a:lnTo>
                      <a:pt x="49" y="271"/>
                    </a:lnTo>
                    <a:lnTo>
                      <a:pt x="49" y="271"/>
                    </a:lnTo>
                    <a:lnTo>
                      <a:pt x="47" y="271"/>
                    </a:lnTo>
                    <a:lnTo>
                      <a:pt x="47" y="268"/>
                    </a:lnTo>
                    <a:lnTo>
                      <a:pt x="47" y="268"/>
                    </a:lnTo>
                    <a:lnTo>
                      <a:pt x="49" y="268"/>
                    </a:lnTo>
                    <a:lnTo>
                      <a:pt x="49" y="266"/>
                    </a:lnTo>
                    <a:lnTo>
                      <a:pt x="49" y="266"/>
                    </a:lnTo>
                    <a:lnTo>
                      <a:pt x="47" y="266"/>
                    </a:lnTo>
                    <a:lnTo>
                      <a:pt x="47" y="263"/>
                    </a:lnTo>
                    <a:lnTo>
                      <a:pt x="47" y="263"/>
                    </a:lnTo>
                    <a:lnTo>
                      <a:pt x="47" y="263"/>
                    </a:lnTo>
                    <a:lnTo>
                      <a:pt x="47" y="263"/>
                    </a:lnTo>
                    <a:lnTo>
                      <a:pt x="45" y="263"/>
                    </a:lnTo>
                    <a:lnTo>
                      <a:pt x="45" y="263"/>
                    </a:lnTo>
                    <a:lnTo>
                      <a:pt x="45" y="261"/>
                    </a:lnTo>
                    <a:lnTo>
                      <a:pt x="45" y="261"/>
                    </a:lnTo>
                    <a:lnTo>
                      <a:pt x="45" y="259"/>
                    </a:lnTo>
                    <a:lnTo>
                      <a:pt x="45" y="259"/>
                    </a:lnTo>
                    <a:lnTo>
                      <a:pt x="45" y="259"/>
                    </a:lnTo>
                    <a:lnTo>
                      <a:pt x="45" y="259"/>
                    </a:lnTo>
                    <a:lnTo>
                      <a:pt x="45" y="256"/>
                    </a:lnTo>
                    <a:lnTo>
                      <a:pt x="45" y="256"/>
                    </a:lnTo>
                    <a:lnTo>
                      <a:pt x="45" y="256"/>
                    </a:lnTo>
                    <a:lnTo>
                      <a:pt x="45" y="254"/>
                    </a:lnTo>
                    <a:lnTo>
                      <a:pt x="42" y="254"/>
                    </a:lnTo>
                    <a:lnTo>
                      <a:pt x="42" y="254"/>
                    </a:lnTo>
                    <a:lnTo>
                      <a:pt x="45" y="254"/>
                    </a:lnTo>
                    <a:lnTo>
                      <a:pt x="45" y="254"/>
                    </a:lnTo>
                    <a:lnTo>
                      <a:pt x="42" y="254"/>
                    </a:lnTo>
                    <a:lnTo>
                      <a:pt x="42" y="252"/>
                    </a:lnTo>
                    <a:lnTo>
                      <a:pt x="42" y="252"/>
                    </a:lnTo>
                    <a:lnTo>
                      <a:pt x="42" y="252"/>
                    </a:lnTo>
                    <a:lnTo>
                      <a:pt x="42" y="252"/>
                    </a:lnTo>
                    <a:lnTo>
                      <a:pt x="42" y="249"/>
                    </a:lnTo>
                    <a:lnTo>
                      <a:pt x="42" y="249"/>
                    </a:lnTo>
                    <a:lnTo>
                      <a:pt x="42" y="249"/>
                    </a:lnTo>
                    <a:lnTo>
                      <a:pt x="42" y="247"/>
                    </a:lnTo>
                    <a:lnTo>
                      <a:pt x="42" y="247"/>
                    </a:lnTo>
                    <a:lnTo>
                      <a:pt x="40" y="247"/>
                    </a:lnTo>
                    <a:lnTo>
                      <a:pt x="40" y="247"/>
                    </a:lnTo>
                    <a:lnTo>
                      <a:pt x="40" y="247"/>
                    </a:lnTo>
                    <a:lnTo>
                      <a:pt x="38" y="247"/>
                    </a:lnTo>
                    <a:lnTo>
                      <a:pt x="38" y="247"/>
                    </a:lnTo>
                    <a:lnTo>
                      <a:pt x="38" y="249"/>
                    </a:lnTo>
                    <a:lnTo>
                      <a:pt x="40" y="249"/>
                    </a:lnTo>
                    <a:lnTo>
                      <a:pt x="40" y="249"/>
                    </a:lnTo>
                    <a:lnTo>
                      <a:pt x="38" y="249"/>
                    </a:lnTo>
                    <a:lnTo>
                      <a:pt x="38" y="249"/>
                    </a:lnTo>
                    <a:lnTo>
                      <a:pt x="38" y="249"/>
                    </a:lnTo>
                    <a:lnTo>
                      <a:pt x="38" y="249"/>
                    </a:lnTo>
                    <a:lnTo>
                      <a:pt x="38" y="247"/>
                    </a:lnTo>
                    <a:lnTo>
                      <a:pt x="38" y="247"/>
                    </a:lnTo>
                    <a:lnTo>
                      <a:pt x="35" y="247"/>
                    </a:lnTo>
                    <a:lnTo>
                      <a:pt x="35" y="244"/>
                    </a:lnTo>
                    <a:lnTo>
                      <a:pt x="35" y="244"/>
                    </a:lnTo>
                    <a:lnTo>
                      <a:pt x="35" y="244"/>
                    </a:lnTo>
                    <a:lnTo>
                      <a:pt x="35" y="244"/>
                    </a:lnTo>
                    <a:lnTo>
                      <a:pt x="33" y="244"/>
                    </a:lnTo>
                    <a:lnTo>
                      <a:pt x="33" y="244"/>
                    </a:lnTo>
                    <a:lnTo>
                      <a:pt x="33" y="244"/>
                    </a:lnTo>
                    <a:lnTo>
                      <a:pt x="33" y="242"/>
                    </a:lnTo>
                    <a:lnTo>
                      <a:pt x="30" y="242"/>
                    </a:lnTo>
                    <a:lnTo>
                      <a:pt x="30" y="242"/>
                    </a:lnTo>
                    <a:lnTo>
                      <a:pt x="30" y="242"/>
                    </a:lnTo>
                    <a:lnTo>
                      <a:pt x="30" y="240"/>
                    </a:lnTo>
                    <a:lnTo>
                      <a:pt x="30" y="240"/>
                    </a:lnTo>
                    <a:lnTo>
                      <a:pt x="30" y="240"/>
                    </a:lnTo>
                    <a:lnTo>
                      <a:pt x="30" y="237"/>
                    </a:lnTo>
                    <a:lnTo>
                      <a:pt x="28" y="237"/>
                    </a:lnTo>
                    <a:lnTo>
                      <a:pt x="28" y="237"/>
                    </a:lnTo>
                    <a:lnTo>
                      <a:pt x="28" y="235"/>
                    </a:lnTo>
                    <a:lnTo>
                      <a:pt x="28" y="235"/>
                    </a:lnTo>
                    <a:lnTo>
                      <a:pt x="28" y="235"/>
                    </a:lnTo>
                    <a:lnTo>
                      <a:pt x="28" y="235"/>
                    </a:lnTo>
                    <a:lnTo>
                      <a:pt x="28" y="235"/>
                    </a:lnTo>
                    <a:lnTo>
                      <a:pt x="28" y="233"/>
                    </a:lnTo>
                    <a:lnTo>
                      <a:pt x="28" y="233"/>
                    </a:lnTo>
                    <a:lnTo>
                      <a:pt x="28" y="230"/>
                    </a:lnTo>
                    <a:lnTo>
                      <a:pt x="28" y="230"/>
                    </a:lnTo>
                    <a:lnTo>
                      <a:pt x="28" y="230"/>
                    </a:lnTo>
                    <a:lnTo>
                      <a:pt x="28" y="228"/>
                    </a:lnTo>
                    <a:lnTo>
                      <a:pt x="28" y="228"/>
                    </a:lnTo>
                    <a:lnTo>
                      <a:pt x="28" y="228"/>
                    </a:lnTo>
                    <a:lnTo>
                      <a:pt x="28" y="228"/>
                    </a:lnTo>
                    <a:lnTo>
                      <a:pt x="28" y="228"/>
                    </a:lnTo>
                    <a:lnTo>
                      <a:pt x="28" y="228"/>
                    </a:lnTo>
                    <a:lnTo>
                      <a:pt x="28" y="230"/>
                    </a:lnTo>
                    <a:lnTo>
                      <a:pt x="30" y="230"/>
                    </a:lnTo>
                    <a:lnTo>
                      <a:pt x="30" y="230"/>
                    </a:lnTo>
                    <a:lnTo>
                      <a:pt x="30" y="228"/>
                    </a:lnTo>
                    <a:lnTo>
                      <a:pt x="30" y="228"/>
                    </a:lnTo>
                    <a:lnTo>
                      <a:pt x="30" y="228"/>
                    </a:lnTo>
                    <a:lnTo>
                      <a:pt x="30" y="225"/>
                    </a:lnTo>
                    <a:lnTo>
                      <a:pt x="28" y="225"/>
                    </a:lnTo>
                    <a:lnTo>
                      <a:pt x="28" y="225"/>
                    </a:lnTo>
                    <a:lnTo>
                      <a:pt x="28" y="225"/>
                    </a:lnTo>
                    <a:lnTo>
                      <a:pt x="28" y="225"/>
                    </a:lnTo>
                    <a:lnTo>
                      <a:pt x="26" y="225"/>
                    </a:lnTo>
                    <a:lnTo>
                      <a:pt x="26" y="225"/>
                    </a:lnTo>
                    <a:lnTo>
                      <a:pt x="26" y="225"/>
                    </a:lnTo>
                    <a:lnTo>
                      <a:pt x="26" y="223"/>
                    </a:lnTo>
                    <a:lnTo>
                      <a:pt x="26" y="223"/>
                    </a:lnTo>
                    <a:lnTo>
                      <a:pt x="26" y="223"/>
                    </a:lnTo>
                    <a:lnTo>
                      <a:pt x="26" y="223"/>
                    </a:lnTo>
                    <a:lnTo>
                      <a:pt x="26" y="221"/>
                    </a:lnTo>
                    <a:lnTo>
                      <a:pt x="26" y="221"/>
                    </a:lnTo>
                    <a:lnTo>
                      <a:pt x="26" y="221"/>
                    </a:lnTo>
                    <a:lnTo>
                      <a:pt x="26" y="221"/>
                    </a:lnTo>
                    <a:lnTo>
                      <a:pt x="26" y="218"/>
                    </a:lnTo>
                    <a:lnTo>
                      <a:pt x="26" y="218"/>
                    </a:lnTo>
                    <a:lnTo>
                      <a:pt x="26" y="216"/>
                    </a:lnTo>
                    <a:lnTo>
                      <a:pt x="23" y="216"/>
                    </a:lnTo>
                    <a:lnTo>
                      <a:pt x="23" y="216"/>
                    </a:lnTo>
                    <a:lnTo>
                      <a:pt x="23" y="216"/>
                    </a:lnTo>
                    <a:lnTo>
                      <a:pt x="23" y="216"/>
                    </a:lnTo>
                    <a:lnTo>
                      <a:pt x="23" y="216"/>
                    </a:lnTo>
                    <a:lnTo>
                      <a:pt x="21" y="216"/>
                    </a:lnTo>
                    <a:lnTo>
                      <a:pt x="21" y="218"/>
                    </a:lnTo>
                    <a:lnTo>
                      <a:pt x="21" y="218"/>
                    </a:lnTo>
                    <a:lnTo>
                      <a:pt x="23" y="218"/>
                    </a:lnTo>
                    <a:lnTo>
                      <a:pt x="23" y="221"/>
                    </a:lnTo>
                    <a:lnTo>
                      <a:pt x="23" y="221"/>
                    </a:lnTo>
                    <a:lnTo>
                      <a:pt x="23" y="221"/>
                    </a:lnTo>
                    <a:lnTo>
                      <a:pt x="23" y="223"/>
                    </a:lnTo>
                    <a:lnTo>
                      <a:pt x="23" y="223"/>
                    </a:lnTo>
                    <a:lnTo>
                      <a:pt x="21" y="223"/>
                    </a:lnTo>
                    <a:lnTo>
                      <a:pt x="21" y="223"/>
                    </a:lnTo>
                    <a:lnTo>
                      <a:pt x="21" y="223"/>
                    </a:lnTo>
                    <a:lnTo>
                      <a:pt x="21" y="223"/>
                    </a:lnTo>
                    <a:lnTo>
                      <a:pt x="19" y="223"/>
                    </a:lnTo>
                    <a:lnTo>
                      <a:pt x="19" y="221"/>
                    </a:lnTo>
                    <a:lnTo>
                      <a:pt x="19" y="221"/>
                    </a:lnTo>
                    <a:lnTo>
                      <a:pt x="19" y="221"/>
                    </a:lnTo>
                    <a:lnTo>
                      <a:pt x="19" y="221"/>
                    </a:lnTo>
                    <a:lnTo>
                      <a:pt x="19" y="221"/>
                    </a:lnTo>
                    <a:lnTo>
                      <a:pt x="19" y="223"/>
                    </a:lnTo>
                    <a:lnTo>
                      <a:pt x="16" y="223"/>
                    </a:lnTo>
                    <a:lnTo>
                      <a:pt x="16" y="221"/>
                    </a:lnTo>
                    <a:lnTo>
                      <a:pt x="16" y="221"/>
                    </a:lnTo>
                    <a:lnTo>
                      <a:pt x="16" y="221"/>
                    </a:lnTo>
                    <a:lnTo>
                      <a:pt x="16" y="218"/>
                    </a:lnTo>
                    <a:lnTo>
                      <a:pt x="16" y="218"/>
                    </a:lnTo>
                    <a:lnTo>
                      <a:pt x="16" y="218"/>
                    </a:lnTo>
                    <a:lnTo>
                      <a:pt x="16" y="216"/>
                    </a:lnTo>
                    <a:lnTo>
                      <a:pt x="16" y="216"/>
                    </a:lnTo>
                    <a:lnTo>
                      <a:pt x="14" y="216"/>
                    </a:lnTo>
                    <a:lnTo>
                      <a:pt x="14" y="214"/>
                    </a:lnTo>
                    <a:lnTo>
                      <a:pt x="14" y="214"/>
                    </a:lnTo>
                    <a:lnTo>
                      <a:pt x="14" y="214"/>
                    </a:lnTo>
                    <a:lnTo>
                      <a:pt x="12" y="214"/>
                    </a:lnTo>
                    <a:lnTo>
                      <a:pt x="12" y="214"/>
                    </a:lnTo>
                    <a:lnTo>
                      <a:pt x="12" y="214"/>
                    </a:lnTo>
                    <a:lnTo>
                      <a:pt x="12" y="211"/>
                    </a:lnTo>
                    <a:lnTo>
                      <a:pt x="12" y="211"/>
                    </a:lnTo>
                    <a:lnTo>
                      <a:pt x="12" y="211"/>
                    </a:lnTo>
                    <a:lnTo>
                      <a:pt x="9" y="211"/>
                    </a:lnTo>
                    <a:lnTo>
                      <a:pt x="9" y="209"/>
                    </a:lnTo>
                    <a:lnTo>
                      <a:pt x="9" y="209"/>
                    </a:lnTo>
                    <a:lnTo>
                      <a:pt x="9" y="209"/>
                    </a:lnTo>
                    <a:lnTo>
                      <a:pt x="9" y="207"/>
                    </a:lnTo>
                    <a:lnTo>
                      <a:pt x="9" y="207"/>
                    </a:lnTo>
                    <a:lnTo>
                      <a:pt x="9" y="207"/>
                    </a:lnTo>
                    <a:lnTo>
                      <a:pt x="9" y="204"/>
                    </a:lnTo>
                    <a:lnTo>
                      <a:pt x="7" y="204"/>
                    </a:lnTo>
                    <a:lnTo>
                      <a:pt x="7" y="204"/>
                    </a:lnTo>
                    <a:lnTo>
                      <a:pt x="7" y="204"/>
                    </a:lnTo>
                    <a:lnTo>
                      <a:pt x="7" y="204"/>
                    </a:lnTo>
                    <a:lnTo>
                      <a:pt x="7" y="202"/>
                    </a:lnTo>
                    <a:lnTo>
                      <a:pt x="4" y="202"/>
                    </a:lnTo>
                    <a:lnTo>
                      <a:pt x="4" y="202"/>
                    </a:lnTo>
                    <a:lnTo>
                      <a:pt x="4" y="202"/>
                    </a:lnTo>
                    <a:lnTo>
                      <a:pt x="4" y="199"/>
                    </a:lnTo>
                    <a:lnTo>
                      <a:pt x="4" y="199"/>
                    </a:lnTo>
                    <a:lnTo>
                      <a:pt x="4" y="199"/>
                    </a:lnTo>
                    <a:lnTo>
                      <a:pt x="4" y="197"/>
                    </a:lnTo>
                    <a:lnTo>
                      <a:pt x="2" y="197"/>
                    </a:lnTo>
                    <a:lnTo>
                      <a:pt x="2" y="197"/>
                    </a:lnTo>
                    <a:lnTo>
                      <a:pt x="2" y="195"/>
                    </a:lnTo>
                    <a:lnTo>
                      <a:pt x="2" y="195"/>
                    </a:lnTo>
                    <a:lnTo>
                      <a:pt x="2" y="195"/>
                    </a:lnTo>
                    <a:lnTo>
                      <a:pt x="2" y="195"/>
                    </a:lnTo>
                    <a:lnTo>
                      <a:pt x="2" y="192"/>
                    </a:lnTo>
                    <a:lnTo>
                      <a:pt x="2" y="192"/>
                    </a:lnTo>
                    <a:lnTo>
                      <a:pt x="2" y="192"/>
                    </a:lnTo>
                    <a:lnTo>
                      <a:pt x="2" y="190"/>
                    </a:lnTo>
                    <a:lnTo>
                      <a:pt x="2" y="190"/>
                    </a:lnTo>
                    <a:lnTo>
                      <a:pt x="0" y="190"/>
                    </a:lnTo>
                    <a:lnTo>
                      <a:pt x="0" y="188"/>
                    </a:lnTo>
                    <a:lnTo>
                      <a:pt x="0" y="188"/>
                    </a:lnTo>
                    <a:lnTo>
                      <a:pt x="0" y="185"/>
                    </a:lnTo>
                    <a:lnTo>
                      <a:pt x="0" y="185"/>
                    </a:lnTo>
                    <a:lnTo>
                      <a:pt x="0" y="185"/>
                    </a:lnTo>
                    <a:lnTo>
                      <a:pt x="0" y="183"/>
                    </a:lnTo>
                    <a:lnTo>
                      <a:pt x="2" y="183"/>
                    </a:lnTo>
                    <a:lnTo>
                      <a:pt x="2" y="183"/>
                    </a:lnTo>
                    <a:lnTo>
                      <a:pt x="2" y="180"/>
                    </a:lnTo>
                    <a:lnTo>
                      <a:pt x="2" y="180"/>
                    </a:lnTo>
                    <a:lnTo>
                      <a:pt x="2" y="180"/>
                    </a:lnTo>
                    <a:lnTo>
                      <a:pt x="2" y="180"/>
                    </a:lnTo>
                    <a:lnTo>
                      <a:pt x="4" y="180"/>
                    </a:lnTo>
                    <a:lnTo>
                      <a:pt x="4" y="180"/>
                    </a:lnTo>
                    <a:lnTo>
                      <a:pt x="4" y="180"/>
                    </a:lnTo>
                    <a:lnTo>
                      <a:pt x="4" y="183"/>
                    </a:lnTo>
                    <a:lnTo>
                      <a:pt x="4" y="183"/>
                    </a:lnTo>
                    <a:lnTo>
                      <a:pt x="4" y="183"/>
                    </a:lnTo>
                    <a:lnTo>
                      <a:pt x="7" y="183"/>
                    </a:lnTo>
                    <a:lnTo>
                      <a:pt x="7" y="183"/>
                    </a:lnTo>
                    <a:lnTo>
                      <a:pt x="7" y="183"/>
                    </a:lnTo>
                    <a:lnTo>
                      <a:pt x="9" y="183"/>
                    </a:lnTo>
                    <a:lnTo>
                      <a:pt x="9" y="183"/>
                    </a:lnTo>
                    <a:lnTo>
                      <a:pt x="9" y="185"/>
                    </a:lnTo>
                    <a:lnTo>
                      <a:pt x="9" y="185"/>
                    </a:lnTo>
                    <a:lnTo>
                      <a:pt x="9" y="185"/>
                    </a:lnTo>
                    <a:lnTo>
                      <a:pt x="9" y="185"/>
                    </a:lnTo>
                    <a:lnTo>
                      <a:pt x="9" y="185"/>
                    </a:lnTo>
                    <a:lnTo>
                      <a:pt x="9" y="183"/>
                    </a:lnTo>
                    <a:lnTo>
                      <a:pt x="9" y="183"/>
                    </a:lnTo>
                    <a:lnTo>
                      <a:pt x="9" y="183"/>
                    </a:lnTo>
                    <a:lnTo>
                      <a:pt x="9" y="180"/>
                    </a:lnTo>
                    <a:lnTo>
                      <a:pt x="9" y="180"/>
                    </a:lnTo>
                    <a:lnTo>
                      <a:pt x="9" y="178"/>
                    </a:lnTo>
                    <a:lnTo>
                      <a:pt x="9" y="178"/>
                    </a:lnTo>
                    <a:lnTo>
                      <a:pt x="9" y="176"/>
                    </a:lnTo>
                    <a:lnTo>
                      <a:pt x="9" y="176"/>
                    </a:lnTo>
                    <a:lnTo>
                      <a:pt x="9" y="176"/>
                    </a:lnTo>
                    <a:lnTo>
                      <a:pt x="9" y="176"/>
                    </a:lnTo>
                    <a:lnTo>
                      <a:pt x="9" y="173"/>
                    </a:lnTo>
                    <a:lnTo>
                      <a:pt x="9" y="173"/>
                    </a:lnTo>
                    <a:lnTo>
                      <a:pt x="9" y="173"/>
                    </a:lnTo>
                    <a:lnTo>
                      <a:pt x="9" y="171"/>
                    </a:lnTo>
                    <a:lnTo>
                      <a:pt x="9" y="171"/>
                    </a:lnTo>
                    <a:lnTo>
                      <a:pt x="9" y="169"/>
                    </a:lnTo>
                    <a:lnTo>
                      <a:pt x="9" y="169"/>
                    </a:lnTo>
                    <a:lnTo>
                      <a:pt x="9" y="166"/>
                    </a:lnTo>
                    <a:lnTo>
                      <a:pt x="9" y="166"/>
                    </a:lnTo>
                    <a:lnTo>
                      <a:pt x="9" y="166"/>
                    </a:lnTo>
                    <a:lnTo>
                      <a:pt x="9" y="164"/>
                    </a:lnTo>
                    <a:lnTo>
                      <a:pt x="9" y="164"/>
                    </a:lnTo>
                    <a:lnTo>
                      <a:pt x="12" y="164"/>
                    </a:lnTo>
                    <a:lnTo>
                      <a:pt x="12" y="164"/>
                    </a:lnTo>
                    <a:lnTo>
                      <a:pt x="12" y="164"/>
                    </a:lnTo>
                    <a:lnTo>
                      <a:pt x="12" y="164"/>
                    </a:lnTo>
                    <a:lnTo>
                      <a:pt x="12" y="164"/>
                    </a:lnTo>
                    <a:lnTo>
                      <a:pt x="14" y="164"/>
                    </a:lnTo>
                    <a:lnTo>
                      <a:pt x="14" y="164"/>
                    </a:lnTo>
                    <a:lnTo>
                      <a:pt x="14" y="164"/>
                    </a:lnTo>
                    <a:lnTo>
                      <a:pt x="14" y="166"/>
                    </a:lnTo>
                    <a:lnTo>
                      <a:pt x="16" y="166"/>
                    </a:lnTo>
                    <a:lnTo>
                      <a:pt x="16" y="166"/>
                    </a:lnTo>
                    <a:lnTo>
                      <a:pt x="16" y="166"/>
                    </a:lnTo>
                    <a:lnTo>
                      <a:pt x="16" y="164"/>
                    </a:lnTo>
                    <a:lnTo>
                      <a:pt x="16" y="164"/>
                    </a:lnTo>
                    <a:lnTo>
                      <a:pt x="19" y="164"/>
                    </a:lnTo>
                    <a:lnTo>
                      <a:pt x="19" y="164"/>
                    </a:lnTo>
                    <a:lnTo>
                      <a:pt x="19" y="162"/>
                    </a:lnTo>
                    <a:lnTo>
                      <a:pt x="19" y="162"/>
                    </a:lnTo>
                    <a:lnTo>
                      <a:pt x="19" y="162"/>
                    </a:lnTo>
                    <a:lnTo>
                      <a:pt x="19" y="162"/>
                    </a:lnTo>
                    <a:lnTo>
                      <a:pt x="19" y="162"/>
                    </a:lnTo>
                    <a:lnTo>
                      <a:pt x="21" y="162"/>
                    </a:lnTo>
                    <a:lnTo>
                      <a:pt x="21" y="162"/>
                    </a:lnTo>
                    <a:lnTo>
                      <a:pt x="21" y="159"/>
                    </a:lnTo>
                    <a:lnTo>
                      <a:pt x="21" y="159"/>
                    </a:lnTo>
                    <a:lnTo>
                      <a:pt x="21" y="159"/>
                    </a:lnTo>
                    <a:lnTo>
                      <a:pt x="21" y="157"/>
                    </a:lnTo>
                    <a:lnTo>
                      <a:pt x="21" y="157"/>
                    </a:lnTo>
                    <a:lnTo>
                      <a:pt x="21" y="157"/>
                    </a:lnTo>
                    <a:lnTo>
                      <a:pt x="21" y="154"/>
                    </a:lnTo>
                    <a:lnTo>
                      <a:pt x="21" y="154"/>
                    </a:lnTo>
                    <a:lnTo>
                      <a:pt x="19" y="154"/>
                    </a:lnTo>
                    <a:lnTo>
                      <a:pt x="19" y="154"/>
                    </a:lnTo>
                    <a:lnTo>
                      <a:pt x="19" y="152"/>
                    </a:lnTo>
                    <a:lnTo>
                      <a:pt x="19" y="152"/>
                    </a:lnTo>
                    <a:lnTo>
                      <a:pt x="19" y="150"/>
                    </a:lnTo>
                    <a:lnTo>
                      <a:pt x="19" y="150"/>
                    </a:lnTo>
                    <a:lnTo>
                      <a:pt x="19" y="150"/>
                    </a:lnTo>
                    <a:lnTo>
                      <a:pt x="19" y="147"/>
                    </a:lnTo>
                    <a:lnTo>
                      <a:pt x="19" y="147"/>
                    </a:lnTo>
                    <a:lnTo>
                      <a:pt x="19" y="145"/>
                    </a:lnTo>
                    <a:lnTo>
                      <a:pt x="19" y="145"/>
                    </a:lnTo>
                    <a:lnTo>
                      <a:pt x="19" y="145"/>
                    </a:lnTo>
                    <a:lnTo>
                      <a:pt x="19" y="145"/>
                    </a:lnTo>
                    <a:lnTo>
                      <a:pt x="19" y="143"/>
                    </a:lnTo>
                    <a:lnTo>
                      <a:pt x="19" y="143"/>
                    </a:lnTo>
                    <a:lnTo>
                      <a:pt x="19" y="140"/>
                    </a:lnTo>
                    <a:lnTo>
                      <a:pt x="19" y="140"/>
                    </a:lnTo>
                    <a:lnTo>
                      <a:pt x="21" y="140"/>
                    </a:lnTo>
                    <a:lnTo>
                      <a:pt x="21" y="140"/>
                    </a:lnTo>
                    <a:lnTo>
                      <a:pt x="21" y="140"/>
                    </a:lnTo>
                    <a:lnTo>
                      <a:pt x="23" y="140"/>
                    </a:lnTo>
                    <a:lnTo>
                      <a:pt x="23" y="140"/>
                    </a:lnTo>
                    <a:lnTo>
                      <a:pt x="23" y="140"/>
                    </a:lnTo>
                    <a:lnTo>
                      <a:pt x="23" y="140"/>
                    </a:lnTo>
                    <a:lnTo>
                      <a:pt x="23" y="138"/>
                    </a:lnTo>
                    <a:lnTo>
                      <a:pt x="26" y="138"/>
                    </a:lnTo>
                    <a:lnTo>
                      <a:pt x="26" y="138"/>
                    </a:lnTo>
                    <a:lnTo>
                      <a:pt x="26" y="135"/>
                    </a:lnTo>
                    <a:lnTo>
                      <a:pt x="26" y="135"/>
                    </a:lnTo>
                    <a:lnTo>
                      <a:pt x="26" y="135"/>
                    </a:lnTo>
                    <a:lnTo>
                      <a:pt x="26" y="133"/>
                    </a:lnTo>
                    <a:lnTo>
                      <a:pt x="26" y="133"/>
                    </a:lnTo>
                    <a:lnTo>
                      <a:pt x="26" y="131"/>
                    </a:lnTo>
                    <a:lnTo>
                      <a:pt x="26" y="131"/>
                    </a:lnTo>
                    <a:lnTo>
                      <a:pt x="26" y="128"/>
                    </a:lnTo>
                    <a:lnTo>
                      <a:pt x="26" y="128"/>
                    </a:lnTo>
                    <a:lnTo>
                      <a:pt x="26" y="128"/>
                    </a:lnTo>
                    <a:lnTo>
                      <a:pt x="26" y="126"/>
                    </a:lnTo>
                    <a:lnTo>
                      <a:pt x="26" y="126"/>
                    </a:lnTo>
                    <a:lnTo>
                      <a:pt x="26" y="126"/>
                    </a:lnTo>
                    <a:lnTo>
                      <a:pt x="26" y="124"/>
                    </a:lnTo>
                    <a:lnTo>
                      <a:pt x="26" y="124"/>
                    </a:lnTo>
                    <a:lnTo>
                      <a:pt x="26" y="121"/>
                    </a:lnTo>
                    <a:lnTo>
                      <a:pt x="26" y="121"/>
                    </a:lnTo>
                    <a:lnTo>
                      <a:pt x="26" y="121"/>
                    </a:lnTo>
                    <a:lnTo>
                      <a:pt x="26" y="119"/>
                    </a:lnTo>
                    <a:lnTo>
                      <a:pt x="26" y="119"/>
                    </a:lnTo>
                    <a:lnTo>
                      <a:pt x="26" y="116"/>
                    </a:lnTo>
                    <a:lnTo>
                      <a:pt x="23" y="116"/>
                    </a:lnTo>
                    <a:lnTo>
                      <a:pt x="23" y="116"/>
                    </a:lnTo>
                    <a:lnTo>
                      <a:pt x="23" y="116"/>
                    </a:lnTo>
                    <a:lnTo>
                      <a:pt x="23" y="114"/>
                    </a:lnTo>
                    <a:lnTo>
                      <a:pt x="23" y="114"/>
                    </a:lnTo>
                    <a:lnTo>
                      <a:pt x="26" y="114"/>
                    </a:lnTo>
                    <a:lnTo>
                      <a:pt x="26" y="114"/>
                    </a:lnTo>
                    <a:lnTo>
                      <a:pt x="26" y="114"/>
                    </a:lnTo>
                    <a:lnTo>
                      <a:pt x="28" y="114"/>
                    </a:lnTo>
                    <a:lnTo>
                      <a:pt x="28" y="116"/>
                    </a:lnTo>
                    <a:lnTo>
                      <a:pt x="28" y="116"/>
                    </a:lnTo>
                    <a:lnTo>
                      <a:pt x="28" y="116"/>
                    </a:lnTo>
                    <a:lnTo>
                      <a:pt x="28" y="116"/>
                    </a:lnTo>
                    <a:lnTo>
                      <a:pt x="30" y="116"/>
                    </a:lnTo>
                    <a:lnTo>
                      <a:pt x="30" y="116"/>
                    </a:lnTo>
                    <a:lnTo>
                      <a:pt x="30" y="116"/>
                    </a:lnTo>
                    <a:lnTo>
                      <a:pt x="30" y="116"/>
                    </a:lnTo>
                    <a:lnTo>
                      <a:pt x="33" y="116"/>
                    </a:lnTo>
                    <a:lnTo>
                      <a:pt x="33" y="116"/>
                    </a:lnTo>
                    <a:lnTo>
                      <a:pt x="35" y="116"/>
                    </a:lnTo>
                    <a:lnTo>
                      <a:pt x="35" y="116"/>
                    </a:lnTo>
                    <a:lnTo>
                      <a:pt x="35" y="116"/>
                    </a:lnTo>
                    <a:lnTo>
                      <a:pt x="35" y="116"/>
                    </a:lnTo>
                    <a:lnTo>
                      <a:pt x="35" y="116"/>
                    </a:lnTo>
                    <a:lnTo>
                      <a:pt x="35" y="116"/>
                    </a:lnTo>
                    <a:lnTo>
                      <a:pt x="38" y="116"/>
                    </a:lnTo>
                    <a:lnTo>
                      <a:pt x="38" y="116"/>
                    </a:lnTo>
                    <a:lnTo>
                      <a:pt x="38" y="116"/>
                    </a:lnTo>
                    <a:lnTo>
                      <a:pt x="38" y="116"/>
                    </a:lnTo>
                    <a:lnTo>
                      <a:pt x="40" y="116"/>
                    </a:lnTo>
                    <a:lnTo>
                      <a:pt x="40" y="119"/>
                    </a:lnTo>
                    <a:lnTo>
                      <a:pt x="40" y="119"/>
                    </a:lnTo>
                    <a:lnTo>
                      <a:pt x="42" y="119"/>
                    </a:lnTo>
                    <a:lnTo>
                      <a:pt x="42" y="119"/>
                    </a:lnTo>
                    <a:lnTo>
                      <a:pt x="42" y="119"/>
                    </a:lnTo>
                    <a:lnTo>
                      <a:pt x="42" y="119"/>
                    </a:lnTo>
                    <a:lnTo>
                      <a:pt x="42" y="116"/>
                    </a:lnTo>
                    <a:lnTo>
                      <a:pt x="42" y="116"/>
                    </a:lnTo>
                    <a:lnTo>
                      <a:pt x="42" y="116"/>
                    </a:lnTo>
                    <a:lnTo>
                      <a:pt x="42" y="116"/>
                    </a:lnTo>
                    <a:lnTo>
                      <a:pt x="42" y="114"/>
                    </a:lnTo>
                    <a:lnTo>
                      <a:pt x="45" y="114"/>
                    </a:lnTo>
                    <a:lnTo>
                      <a:pt x="45" y="114"/>
                    </a:lnTo>
                    <a:lnTo>
                      <a:pt x="45" y="112"/>
                    </a:lnTo>
                    <a:lnTo>
                      <a:pt x="45" y="112"/>
                    </a:lnTo>
                    <a:lnTo>
                      <a:pt x="45" y="112"/>
                    </a:lnTo>
                    <a:lnTo>
                      <a:pt x="45" y="109"/>
                    </a:lnTo>
                    <a:lnTo>
                      <a:pt x="45" y="109"/>
                    </a:lnTo>
                    <a:lnTo>
                      <a:pt x="45" y="109"/>
                    </a:lnTo>
                    <a:lnTo>
                      <a:pt x="45" y="107"/>
                    </a:lnTo>
                    <a:lnTo>
                      <a:pt x="45" y="107"/>
                    </a:lnTo>
                    <a:lnTo>
                      <a:pt x="47" y="107"/>
                    </a:lnTo>
                    <a:lnTo>
                      <a:pt x="47" y="105"/>
                    </a:lnTo>
                    <a:lnTo>
                      <a:pt x="47" y="105"/>
                    </a:lnTo>
                    <a:lnTo>
                      <a:pt x="47" y="105"/>
                    </a:lnTo>
                    <a:lnTo>
                      <a:pt x="47" y="105"/>
                    </a:lnTo>
                    <a:lnTo>
                      <a:pt x="47" y="102"/>
                    </a:lnTo>
                    <a:lnTo>
                      <a:pt x="47" y="102"/>
                    </a:lnTo>
                    <a:lnTo>
                      <a:pt x="49" y="102"/>
                    </a:lnTo>
                    <a:lnTo>
                      <a:pt x="49" y="100"/>
                    </a:lnTo>
                    <a:lnTo>
                      <a:pt x="49" y="100"/>
                    </a:lnTo>
                    <a:lnTo>
                      <a:pt x="49" y="100"/>
                    </a:lnTo>
                    <a:lnTo>
                      <a:pt x="49" y="100"/>
                    </a:lnTo>
                    <a:lnTo>
                      <a:pt x="49" y="98"/>
                    </a:lnTo>
                    <a:lnTo>
                      <a:pt x="49" y="98"/>
                    </a:lnTo>
                    <a:lnTo>
                      <a:pt x="52" y="98"/>
                    </a:lnTo>
                    <a:lnTo>
                      <a:pt x="52" y="98"/>
                    </a:lnTo>
                    <a:lnTo>
                      <a:pt x="52" y="95"/>
                    </a:lnTo>
                    <a:lnTo>
                      <a:pt x="52" y="95"/>
                    </a:lnTo>
                    <a:lnTo>
                      <a:pt x="52" y="95"/>
                    </a:lnTo>
                    <a:lnTo>
                      <a:pt x="52" y="95"/>
                    </a:lnTo>
                    <a:lnTo>
                      <a:pt x="52" y="93"/>
                    </a:lnTo>
                    <a:lnTo>
                      <a:pt x="52" y="93"/>
                    </a:lnTo>
                    <a:lnTo>
                      <a:pt x="54" y="93"/>
                    </a:lnTo>
                    <a:lnTo>
                      <a:pt x="54" y="90"/>
                    </a:lnTo>
                    <a:lnTo>
                      <a:pt x="54" y="90"/>
                    </a:lnTo>
                    <a:lnTo>
                      <a:pt x="54" y="90"/>
                    </a:lnTo>
                    <a:lnTo>
                      <a:pt x="54" y="88"/>
                    </a:lnTo>
                    <a:lnTo>
                      <a:pt x="54" y="88"/>
                    </a:lnTo>
                    <a:lnTo>
                      <a:pt x="54" y="86"/>
                    </a:lnTo>
                    <a:lnTo>
                      <a:pt x="54" y="86"/>
                    </a:lnTo>
                    <a:lnTo>
                      <a:pt x="54" y="86"/>
                    </a:lnTo>
                    <a:lnTo>
                      <a:pt x="52" y="86"/>
                    </a:lnTo>
                    <a:lnTo>
                      <a:pt x="52" y="86"/>
                    </a:lnTo>
                    <a:lnTo>
                      <a:pt x="52" y="86"/>
                    </a:lnTo>
                    <a:lnTo>
                      <a:pt x="52" y="86"/>
                    </a:lnTo>
                    <a:lnTo>
                      <a:pt x="52" y="83"/>
                    </a:lnTo>
                    <a:lnTo>
                      <a:pt x="52" y="83"/>
                    </a:lnTo>
                    <a:lnTo>
                      <a:pt x="52" y="83"/>
                    </a:lnTo>
                    <a:lnTo>
                      <a:pt x="52" y="81"/>
                    </a:lnTo>
                    <a:lnTo>
                      <a:pt x="52" y="81"/>
                    </a:lnTo>
                    <a:lnTo>
                      <a:pt x="52" y="79"/>
                    </a:lnTo>
                    <a:lnTo>
                      <a:pt x="52" y="79"/>
                    </a:lnTo>
                    <a:lnTo>
                      <a:pt x="52" y="79"/>
                    </a:lnTo>
                    <a:lnTo>
                      <a:pt x="54" y="79"/>
                    </a:lnTo>
                    <a:lnTo>
                      <a:pt x="54" y="76"/>
                    </a:lnTo>
                    <a:lnTo>
                      <a:pt x="54" y="76"/>
                    </a:lnTo>
                    <a:lnTo>
                      <a:pt x="57" y="76"/>
                    </a:lnTo>
                    <a:lnTo>
                      <a:pt x="57" y="76"/>
                    </a:lnTo>
                    <a:lnTo>
                      <a:pt x="57" y="76"/>
                    </a:lnTo>
                    <a:lnTo>
                      <a:pt x="57" y="76"/>
                    </a:lnTo>
                    <a:lnTo>
                      <a:pt x="57" y="76"/>
                    </a:lnTo>
                    <a:lnTo>
                      <a:pt x="57" y="74"/>
                    </a:lnTo>
                    <a:lnTo>
                      <a:pt x="59" y="74"/>
                    </a:lnTo>
                    <a:lnTo>
                      <a:pt x="59" y="74"/>
                    </a:lnTo>
                    <a:lnTo>
                      <a:pt x="59" y="74"/>
                    </a:lnTo>
                    <a:lnTo>
                      <a:pt x="59" y="71"/>
                    </a:lnTo>
                    <a:lnTo>
                      <a:pt x="59" y="71"/>
                    </a:lnTo>
                    <a:lnTo>
                      <a:pt x="59" y="71"/>
                    </a:lnTo>
                    <a:lnTo>
                      <a:pt x="61" y="71"/>
                    </a:lnTo>
                    <a:lnTo>
                      <a:pt x="61" y="69"/>
                    </a:lnTo>
                    <a:lnTo>
                      <a:pt x="61" y="69"/>
                    </a:lnTo>
                    <a:lnTo>
                      <a:pt x="59" y="69"/>
                    </a:lnTo>
                    <a:lnTo>
                      <a:pt x="59" y="67"/>
                    </a:lnTo>
                    <a:lnTo>
                      <a:pt x="59" y="67"/>
                    </a:lnTo>
                    <a:lnTo>
                      <a:pt x="59" y="67"/>
                    </a:lnTo>
                    <a:lnTo>
                      <a:pt x="61" y="67"/>
                    </a:lnTo>
                    <a:lnTo>
                      <a:pt x="61" y="67"/>
                    </a:lnTo>
                    <a:lnTo>
                      <a:pt x="61" y="64"/>
                    </a:lnTo>
                    <a:lnTo>
                      <a:pt x="64" y="64"/>
                    </a:lnTo>
                    <a:lnTo>
                      <a:pt x="64" y="64"/>
                    </a:lnTo>
                    <a:lnTo>
                      <a:pt x="64" y="62"/>
                    </a:lnTo>
                    <a:lnTo>
                      <a:pt x="64" y="62"/>
                    </a:lnTo>
                    <a:lnTo>
                      <a:pt x="61" y="62"/>
                    </a:lnTo>
                    <a:lnTo>
                      <a:pt x="61" y="60"/>
                    </a:lnTo>
                    <a:lnTo>
                      <a:pt x="61" y="60"/>
                    </a:lnTo>
                    <a:lnTo>
                      <a:pt x="64" y="60"/>
                    </a:lnTo>
                    <a:lnTo>
                      <a:pt x="64" y="57"/>
                    </a:lnTo>
                    <a:lnTo>
                      <a:pt x="61" y="57"/>
                    </a:lnTo>
                    <a:lnTo>
                      <a:pt x="61" y="57"/>
                    </a:lnTo>
                    <a:lnTo>
                      <a:pt x="61" y="57"/>
                    </a:lnTo>
                    <a:lnTo>
                      <a:pt x="61" y="55"/>
                    </a:lnTo>
                    <a:lnTo>
                      <a:pt x="61" y="55"/>
                    </a:lnTo>
                    <a:lnTo>
                      <a:pt x="61" y="52"/>
                    </a:lnTo>
                    <a:lnTo>
                      <a:pt x="61" y="52"/>
                    </a:lnTo>
                    <a:lnTo>
                      <a:pt x="61" y="52"/>
                    </a:lnTo>
                    <a:lnTo>
                      <a:pt x="61" y="52"/>
                    </a:lnTo>
                    <a:lnTo>
                      <a:pt x="61" y="50"/>
                    </a:lnTo>
                    <a:lnTo>
                      <a:pt x="64" y="50"/>
                    </a:lnTo>
                    <a:lnTo>
                      <a:pt x="64" y="50"/>
                    </a:lnTo>
                    <a:lnTo>
                      <a:pt x="64" y="48"/>
                    </a:lnTo>
                    <a:lnTo>
                      <a:pt x="64" y="48"/>
                    </a:lnTo>
                    <a:lnTo>
                      <a:pt x="64" y="48"/>
                    </a:lnTo>
                    <a:lnTo>
                      <a:pt x="64" y="48"/>
                    </a:lnTo>
                    <a:lnTo>
                      <a:pt x="66" y="48"/>
                    </a:lnTo>
                    <a:lnTo>
                      <a:pt x="66" y="48"/>
                    </a:lnTo>
                    <a:lnTo>
                      <a:pt x="68" y="48"/>
                    </a:lnTo>
                    <a:lnTo>
                      <a:pt x="68" y="48"/>
                    </a:lnTo>
                    <a:lnTo>
                      <a:pt x="68" y="45"/>
                    </a:lnTo>
                    <a:lnTo>
                      <a:pt x="68" y="45"/>
                    </a:lnTo>
                    <a:lnTo>
                      <a:pt x="71" y="45"/>
                    </a:lnTo>
                    <a:lnTo>
                      <a:pt x="71" y="45"/>
                    </a:lnTo>
                    <a:lnTo>
                      <a:pt x="71" y="45"/>
                    </a:lnTo>
                    <a:lnTo>
                      <a:pt x="71" y="45"/>
                    </a:lnTo>
                    <a:lnTo>
                      <a:pt x="71" y="43"/>
                    </a:lnTo>
                    <a:lnTo>
                      <a:pt x="71" y="43"/>
                    </a:lnTo>
                    <a:lnTo>
                      <a:pt x="73" y="43"/>
                    </a:lnTo>
                    <a:lnTo>
                      <a:pt x="73" y="43"/>
                    </a:lnTo>
                    <a:lnTo>
                      <a:pt x="73" y="43"/>
                    </a:lnTo>
                    <a:lnTo>
                      <a:pt x="75" y="43"/>
                    </a:lnTo>
                    <a:lnTo>
                      <a:pt x="75" y="43"/>
                    </a:lnTo>
                    <a:lnTo>
                      <a:pt x="75" y="43"/>
                    </a:lnTo>
                    <a:lnTo>
                      <a:pt x="75" y="41"/>
                    </a:lnTo>
                    <a:lnTo>
                      <a:pt x="75" y="41"/>
                    </a:lnTo>
                    <a:lnTo>
                      <a:pt x="78" y="41"/>
                    </a:lnTo>
                    <a:lnTo>
                      <a:pt x="78" y="38"/>
                    </a:lnTo>
                    <a:lnTo>
                      <a:pt x="78" y="38"/>
                    </a:lnTo>
                    <a:lnTo>
                      <a:pt x="78" y="38"/>
                    </a:lnTo>
                    <a:lnTo>
                      <a:pt x="78" y="38"/>
                    </a:lnTo>
                    <a:lnTo>
                      <a:pt x="80" y="38"/>
                    </a:lnTo>
                    <a:lnTo>
                      <a:pt x="80" y="38"/>
                    </a:lnTo>
                    <a:lnTo>
                      <a:pt x="80" y="36"/>
                    </a:lnTo>
                    <a:lnTo>
                      <a:pt x="80" y="36"/>
                    </a:lnTo>
                    <a:lnTo>
                      <a:pt x="83" y="36"/>
                    </a:lnTo>
                    <a:lnTo>
                      <a:pt x="83" y="36"/>
                    </a:lnTo>
                    <a:lnTo>
                      <a:pt x="83" y="36"/>
                    </a:lnTo>
                    <a:lnTo>
                      <a:pt x="83" y="34"/>
                    </a:lnTo>
                    <a:lnTo>
                      <a:pt x="83" y="34"/>
                    </a:lnTo>
                    <a:lnTo>
                      <a:pt x="85" y="34"/>
                    </a:lnTo>
                    <a:lnTo>
                      <a:pt x="85" y="34"/>
                    </a:lnTo>
                    <a:lnTo>
                      <a:pt x="85" y="34"/>
                    </a:lnTo>
                    <a:lnTo>
                      <a:pt x="85" y="34"/>
                    </a:lnTo>
                    <a:lnTo>
                      <a:pt x="85" y="31"/>
                    </a:lnTo>
                    <a:lnTo>
                      <a:pt x="87" y="31"/>
                    </a:lnTo>
                    <a:lnTo>
                      <a:pt x="87" y="31"/>
                    </a:lnTo>
                    <a:lnTo>
                      <a:pt x="90" y="31"/>
                    </a:lnTo>
                    <a:lnTo>
                      <a:pt x="90" y="31"/>
                    </a:lnTo>
                    <a:lnTo>
                      <a:pt x="90" y="31"/>
                    </a:lnTo>
                    <a:lnTo>
                      <a:pt x="92" y="31"/>
                    </a:lnTo>
                    <a:lnTo>
                      <a:pt x="92" y="31"/>
                    </a:lnTo>
                    <a:lnTo>
                      <a:pt x="92" y="31"/>
                    </a:lnTo>
                    <a:lnTo>
                      <a:pt x="94" y="31"/>
                    </a:lnTo>
                    <a:lnTo>
                      <a:pt x="94" y="31"/>
                    </a:lnTo>
                    <a:lnTo>
                      <a:pt x="94" y="31"/>
                    </a:lnTo>
                    <a:lnTo>
                      <a:pt x="97" y="31"/>
                    </a:lnTo>
                    <a:lnTo>
                      <a:pt x="97" y="31"/>
                    </a:lnTo>
                    <a:lnTo>
                      <a:pt x="97" y="29"/>
                    </a:lnTo>
                    <a:lnTo>
                      <a:pt x="97" y="29"/>
                    </a:lnTo>
                    <a:lnTo>
                      <a:pt x="97" y="31"/>
                    </a:lnTo>
                    <a:lnTo>
                      <a:pt x="99" y="31"/>
                    </a:lnTo>
                    <a:lnTo>
                      <a:pt x="99" y="31"/>
                    </a:lnTo>
                    <a:lnTo>
                      <a:pt x="99" y="31"/>
                    </a:lnTo>
                    <a:lnTo>
                      <a:pt x="99" y="34"/>
                    </a:lnTo>
                    <a:lnTo>
                      <a:pt x="101" y="34"/>
                    </a:lnTo>
                    <a:lnTo>
                      <a:pt x="101" y="34"/>
                    </a:lnTo>
                    <a:lnTo>
                      <a:pt x="101" y="36"/>
                    </a:lnTo>
                    <a:lnTo>
                      <a:pt x="101" y="36"/>
                    </a:lnTo>
                    <a:lnTo>
                      <a:pt x="101" y="36"/>
                    </a:lnTo>
                    <a:lnTo>
                      <a:pt x="101" y="36"/>
                    </a:lnTo>
                    <a:lnTo>
                      <a:pt x="104" y="36"/>
                    </a:lnTo>
                    <a:lnTo>
                      <a:pt x="104" y="36"/>
                    </a:lnTo>
                    <a:lnTo>
                      <a:pt x="104" y="36"/>
                    </a:lnTo>
                    <a:lnTo>
                      <a:pt x="104" y="36"/>
                    </a:lnTo>
                    <a:lnTo>
                      <a:pt x="106" y="36"/>
                    </a:lnTo>
                    <a:lnTo>
                      <a:pt x="106" y="36"/>
                    </a:lnTo>
                    <a:lnTo>
                      <a:pt x="106" y="36"/>
                    </a:lnTo>
                    <a:lnTo>
                      <a:pt x="106" y="36"/>
                    </a:lnTo>
                    <a:lnTo>
                      <a:pt x="106" y="36"/>
                    </a:lnTo>
                    <a:lnTo>
                      <a:pt x="106" y="34"/>
                    </a:lnTo>
                    <a:lnTo>
                      <a:pt x="104" y="34"/>
                    </a:lnTo>
                    <a:lnTo>
                      <a:pt x="104" y="34"/>
                    </a:lnTo>
                    <a:lnTo>
                      <a:pt x="104" y="34"/>
                    </a:lnTo>
                    <a:lnTo>
                      <a:pt x="104" y="31"/>
                    </a:lnTo>
                    <a:lnTo>
                      <a:pt x="104" y="31"/>
                    </a:lnTo>
                    <a:lnTo>
                      <a:pt x="104" y="31"/>
                    </a:lnTo>
                    <a:lnTo>
                      <a:pt x="101" y="31"/>
                    </a:lnTo>
                    <a:lnTo>
                      <a:pt x="101" y="29"/>
                    </a:lnTo>
                    <a:lnTo>
                      <a:pt x="101" y="29"/>
                    </a:lnTo>
                    <a:lnTo>
                      <a:pt x="101" y="29"/>
                    </a:lnTo>
                    <a:lnTo>
                      <a:pt x="101" y="26"/>
                    </a:lnTo>
                    <a:lnTo>
                      <a:pt x="101" y="26"/>
                    </a:lnTo>
                    <a:lnTo>
                      <a:pt x="101" y="26"/>
                    </a:lnTo>
                    <a:lnTo>
                      <a:pt x="101" y="24"/>
                    </a:lnTo>
                    <a:lnTo>
                      <a:pt x="101" y="24"/>
                    </a:lnTo>
                    <a:lnTo>
                      <a:pt x="101" y="24"/>
                    </a:lnTo>
                    <a:lnTo>
                      <a:pt x="101" y="24"/>
                    </a:lnTo>
                    <a:lnTo>
                      <a:pt x="101" y="22"/>
                    </a:lnTo>
                    <a:lnTo>
                      <a:pt x="101" y="22"/>
                    </a:lnTo>
                    <a:lnTo>
                      <a:pt x="104" y="22"/>
                    </a:lnTo>
                    <a:lnTo>
                      <a:pt x="104" y="22"/>
                    </a:lnTo>
                    <a:lnTo>
                      <a:pt x="104" y="19"/>
                    </a:lnTo>
                    <a:lnTo>
                      <a:pt x="104" y="19"/>
                    </a:lnTo>
                    <a:lnTo>
                      <a:pt x="104" y="19"/>
                    </a:lnTo>
                    <a:lnTo>
                      <a:pt x="104" y="19"/>
                    </a:lnTo>
                    <a:lnTo>
                      <a:pt x="106" y="19"/>
                    </a:lnTo>
                    <a:lnTo>
                      <a:pt x="106" y="19"/>
                    </a:lnTo>
                    <a:lnTo>
                      <a:pt x="106" y="17"/>
                    </a:lnTo>
                    <a:lnTo>
                      <a:pt x="109" y="17"/>
                    </a:lnTo>
                    <a:lnTo>
                      <a:pt x="109" y="17"/>
                    </a:lnTo>
                    <a:lnTo>
                      <a:pt x="109" y="17"/>
                    </a:lnTo>
                    <a:lnTo>
                      <a:pt x="109" y="17"/>
                    </a:lnTo>
                    <a:lnTo>
                      <a:pt x="109" y="17"/>
                    </a:lnTo>
                    <a:lnTo>
                      <a:pt x="111" y="17"/>
                    </a:lnTo>
                    <a:lnTo>
                      <a:pt x="111" y="17"/>
                    </a:lnTo>
                    <a:lnTo>
                      <a:pt x="111" y="17"/>
                    </a:lnTo>
                    <a:lnTo>
                      <a:pt x="111" y="17"/>
                    </a:lnTo>
                    <a:lnTo>
                      <a:pt x="111" y="15"/>
                    </a:lnTo>
                    <a:lnTo>
                      <a:pt x="111" y="15"/>
                    </a:lnTo>
                    <a:lnTo>
                      <a:pt x="111" y="12"/>
                    </a:lnTo>
                    <a:lnTo>
                      <a:pt x="111" y="12"/>
                    </a:lnTo>
                    <a:lnTo>
                      <a:pt x="111" y="12"/>
                    </a:lnTo>
                    <a:lnTo>
                      <a:pt x="111" y="10"/>
                    </a:lnTo>
                    <a:lnTo>
                      <a:pt x="111" y="10"/>
                    </a:lnTo>
                    <a:lnTo>
                      <a:pt x="111" y="10"/>
                    </a:lnTo>
                    <a:lnTo>
                      <a:pt x="111" y="7"/>
                    </a:lnTo>
                    <a:lnTo>
                      <a:pt x="111" y="7"/>
                    </a:lnTo>
                    <a:lnTo>
                      <a:pt x="111" y="7"/>
                    </a:lnTo>
                    <a:lnTo>
                      <a:pt x="111" y="7"/>
                    </a:lnTo>
                    <a:lnTo>
                      <a:pt x="113" y="7"/>
                    </a:lnTo>
                    <a:lnTo>
                      <a:pt x="113" y="7"/>
                    </a:lnTo>
                    <a:lnTo>
                      <a:pt x="113" y="5"/>
                    </a:lnTo>
                    <a:lnTo>
                      <a:pt x="113" y="5"/>
                    </a:lnTo>
                    <a:lnTo>
                      <a:pt x="113" y="3"/>
                    </a:lnTo>
                    <a:lnTo>
                      <a:pt x="113" y="3"/>
                    </a:lnTo>
                    <a:lnTo>
                      <a:pt x="116" y="3"/>
                    </a:lnTo>
                    <a:lnTo>
                      <a:pt x="116" y="0"/>
                    </a:lnTo>
                    <a:lnTo>
                      <a:pt x="116" y="0"/>
                    </a:lnTo>
                    <a:lnTo>
                      <a:pt x="116" y="0"/>
                    </a:lnTo>
                    <a:lnTo>
                      <a:pt x="116" y="0"/>
                    </a:lnTo>
                    <a:lnTo>
                      <a:pt x="116" y="0"/>
                    </a:lnTo>
                    <a:lnTo>
                      <a:pt x="116" y="3"/>
                    </a:lnTo>
                    <a:lnTo>
                      <a:pt x="118" y="3"/>
                    </a:lnTo>
                    <a:lnTo>
                      <a:pt x="118" y="0"/>
                    </a:lnTo>
                    <a:lnTo>
                      <a:pt x="118" y="0"/>
                    </a:lnTo>
                    <a:lnTo>
                      <a:pt x="118" y="3"/>
                    </a:lnTo>
                    <a:lnTo>
                      <a:pt x="118" y="3"/>
                    </a:lnTo>
                    <a:lnTo>
                      <a:pt x="118" y="3"/>
                    </a:lnTo>
                    <a:lnTo>
                      <a:pt x="118" y="5"/>
                    </a:lnTo>
                    <a:lnTo>
                      <a:pt x="120" y="5"/>
                    </a:lnTo>
                    <a:lnTo>
                      <a:pt x="120" y="5"/>
                    </a:lnTo>
                    <a:lnTo>
                      <a:pt x="120" y="5"/>
                    </a:lnTo>
                    <a:lnTo>
                      <a:pt x="120" y="5"/>
                    </a:lnTo>
                    <a:lnTo>
                      <a:pt x="123" y="5"/>
                    </a:lnTo>
                    <a:lnTo>
                      <a:pt x="123" y="5"/>
                    </a:lnTo>
                    <a:lnTo>
                      <a:pt x="123" y="5"/>
                    </a:lnTo>
                    <a:lnTo>
                      <a:pt x="123" y="5"/>
                    </a:lnTo>
                    <a:lnTo>
                      <a:pt x="123" y="7"/>
                    </a:lnTo>
                    <a:lnTo>
                      <a:pt x="125" y="7"/>
                    </a:lnTo>
                    <a:lnTo>
                      <a:pt x="125" y="7"/>
                    </a:lnTo>
                    <a:lnTo>
                      <a:pt x="125" y="7"/>
                    </a:lnTo>
                    <a:lnTo>
                      <a:pt x="125" y="7"/>
                    </a:lnTo>
                    <a:lnTo>
                      <a:pt x="125" y="7"/>
                    </a:lnTo>
                    <a:lnTo>
                      <a:pt x="125" y="10"/>
                    </a:lnTo>
                    <a:lnTo>
                      <a:pt x="128" y="10"/>
                    </a:lnTo>
                    <a:lnTo>
                      <a:pt x="128" y="10"/>
                    </a:lnTo>
                    <a:lnTo>
                      <a:pt x="128" y="10"/>
                    </a:lnTo>
                    <a:lnTo>
                      <a:pt x="128" y="12"/>
                    </a:lnTo>
                    <a:lnTo>
                      <a:pt x="128" y="12"/>
                    </a:lnTo>
                    <a:lnTo>
                      <a:pt x="128" y="12"/>
                    </a:lnTo>
                    <a:lnTo>
                      <a:pt x="128" y="15"/>
                    </a:lnTo>
                    <a:lnTo>
                      <a:pt x="128" y="15"/>
                    </a:lnTo>
                    <a:lnTo>
                      <a:pt x="128" y="15"/>
                    </a:lnTo>
                    <a:lnTo>
                      <a:pt x="128" y="17"/>
                    </a:lnTo>
                    <a:lnTo>
                      <a:pt x="128" y="17"/>
                    </a:lnTo>
                    <a:lnTo>
                      <a:pt x="128" y="17"/>
                    </a:lnTo>
                    <a:lnTo>
                      <a:pt x="130" y="17"/>
                    </a:lnTo>
                    <a:lnTo>
                      <a:pt x="130" y="19"/>
                    </a:lnTo>
                    <a:lnTo>
                      <a:pt x="130" y="19"/>
                    </a:lnTo>
                    <a:lnTo>
                      <a:pt x="130" y="22"/>
                    </a:lnTo>
                    <a:lnTo>
                      <a:pt x="130" y="22"/>
                    </a:lnTo>
                    <a:lnTo>
                      <a:pt x="130" y="22"/>
                    </a:lnTo>
                    <a:lnTo>
                      <a:pt x="130" y="22"/>
                    </a:lnTo>
                    <a:lnTo>
                      <a:pt x="130" y="24"/>
                    </a:lnTo>
                    <a:lnTo>
                      <a:pt x="130" y="24"/>
                    </a:lnTo>
                    <a:lnTo>
                      <a:pt x="130" y="26"/>
                    </a:lnTo>
                    <a:lnTo>
                      <a:pt x="132" y="26"/>
                    </a:lnTo>
                    <a:lnTo>
                      <a:pt x="132" y="26"/>
                    </a:lnTo>
                    <a:lnTo>
                      <a:pt x="132" y="26"/>
                    </a:lnTo>
                    <a:lnTo>
                      <a:pt x="132" y="24"/>
                    </a:lnTo>
                    <a:lnTo>
                      <a:pt x="132" y="24"/>
                    </a:lnTo>
                    <a:lnTo>
                      <a:pt x="132" y="22"/>
                    </a:lnTo>
                    <a:lnTo>
                      <a:pt x="135" y="22"/>
                    </a:lnTo>
                    <a:lnTo>
                      <a:pt x="135" y="22"/>
                    </a:lnTo>
                    <a:lnTo>
                      <a:pt x="135" y="24"/>
                    </a:lnTo>
                    <a:lnTo>
                      <a:pt x="137" y="24"/>
                    </a:lnTo>
                    <a:lnTo>
                      <a:pt x="137" y="24"/>
                    </a:lnTo>
                    <a:lnTo>
                      <a:pt x="137" y="24"/>
                    </a:lnTo>
                    <a:lnTo>
                      <a:pt x="137" y="24"/>
                    </a:lnTo>
                    <a:lnTo>
                      <a:pt x="137" y="24"/>
                    </a:lnTo>
                    <a:lnTo>
                      <a:pt x="139" y="24"/>
                    </a:lnTo>
                    <a:lnTo>
                      <a:pt x="139" y="24"/>
                    </a:lnTo>
                    <a:lnTo>
                      <a:pt x="139" y="24"/>
                    </a:lnTo>
                    <a:lnTo>
                      <a:pt x="139" y="26"/>
                    </a:lnTo>
                    <a:lnTo>
                      <a:pt x="139" y="26"/>
                    </a:lnTo>
                    <a:lnTo>
                      <a:pt x="139" y="26"/>
                    </a:lnTo>
                    <a:lnTo>
                      <a:pt x="139" y="29"/>
                    </a:lnTo>
                    <a:lnTo>
                      <a:pt x="139" y="29"/>
                    </a:lnTo>
                    <a:lnTo>
                      <a:pt x="139" y="31"/>
                    </a:lnTo>
                    <a:lnTo>
                      <a:pt x="139" y="31"/>
                    </a:lnTo>
                    <a:lnTo>
                      <a:pt x="139" y="34"/>
                    </a:lnTo>
                    <a:lnTo>
                      <a:pt x="139" y="34"/>
                    </a:lnTo>
                    <a:lnTo>
                      <a:pt x="139" y="36"/>
                    </a:lnTo>
                    <a:lnTo>
                      <a:pt x="139" y="36"/>
                    </a:lnTo>
                    <a:lnTo>
                      <a:pt x="139" y="36"/>
                    </a:lnTo>
                    <a:lnTo>
                      <a:pt x="142" y="36"/>
                    </a:lnTo>
                    <a:lnTo>
                      <a:pt x="142" y="38"/>
                    </a:lnTo>
                    <a:lnTo>
                      <a:pt x="142" y="38"/>
                    </a:lnTo>
                    <a:lnTo>
                      <a:pt x="142" y="41"/>
                    </a:lnTo>
                    <a:lnTo>
                      <a:pt x="142" y="41"/>
                    </a:lnTo>
                    <a:lnTo>
                      <a:pt x="142" y="43"/>
                    </a:lnTo>
                    <a:lnTo>
                      <a:pt x="142" y="43"/>
                    </a:lnTo>
                    <a:lnTo>
                      <a:pt x="142" y="45"/>
                    </a:lnTo>
                    <a:lnTo>
                      <a:pt x="142" y="45"/>
                    </a:lnTo>
                    <a:lnTo>
                      <a:pt x="142" y="45"/>
                    </a:lnTo>
                    <a:lnTo>
                      <a:pt x="142" y="45"/>
                    </a:lnTo>
                    <a:lnTo>
                      <a:pt x="142" y="48"/>
                    </a:lnTo>
                    <a:lnTo>
                      <a:pt x="142" y="48"/>
                    </a:lnTo>
                    <a:lnTo>
                      <a:pt x="142" y="50"/>
                    </a:lnTo>
                    <a:lnTo>
                      <a:pt x="142" y="50"/>
                    </a:lnTo>
                    <a:lnTo>
                      <a:pt x="142" y="50"/>
                    </a:lnTo>
                    <a:lnTo>
                      <a:pt x="142" y="52"/>
                    </a:lnTo>
                    <a:lnTo>
                      <a:pt x="142" y="52"/>
                    </a:lnTo>
                    <a:lnTo>
                      <a:pt x="142" y="55"/>
                    </a:lnTo>
                    <a:lnTo>
                      <a:pt x="142" y="55"/>
                    </a:lnTo>
                    <a:lnTo>
                      <a:pt x="139" y="55"/>
                    </a:lnTo>
                    <a:lnTo>
                      <a:pt x="139" y="57"/>
                    </a:lnTo>
                    <a:lnTo>
                      <a:pt x="139" y="57"/>
                    </a:lnTo>
                    <a:lnTo>
                      <a:pt x="139" y="57"/>
                    </a:lnTo>
                    <a:lnTo>
                      <a:pt x="139" y="57"/>
                    </a:lnTo>
                    <a:lnTo>
                      <a:pt x="139" y="57"/>
                    </a:lnTo>
                    <a:lnTo>
                      <a:pt x="139" y="60"/>
                    </a:lnTo>
                    <a:lnTo>
                      <a:pt x="139" y="60"/>
                    </a:lnTo>
                    <a:lnTo>
                      <a:pt x="139" y="62"/>
                    </a:lnTo>
                    <a:lnTo>
                      <a:pt x="139" y="62"/>
                    </a:lnTo>
                    <a:lnTo>
                      <a:pt x="137" y="62"/>
                    </a:lnTo>
                    <a:lnTo>
                      <a:pt x="137" y="62"/>
                    </a:lnTo>
                    <a:lnTo>
                      <a:pt x="137" y="62"/>
                    </a:lnTo>
                    <a:lnTo>
                      <a:pt x="137" y="64"/>
                    </a:lnTo>
                    <a:lnTo>
                      <a:pt x="137" y="64"/>
                    </a:lnTo>
                    <a:lnTo>
                      <a:pt x="137" y="64"/>
                    </a:lnTo>
                    <a:lnTo>
                      <a:pt x="137" y="67"/>
                    </a:lnTo>
                    <a:lnTo>
                      <a:pt x="139" y="67"/>
                    </a:lnTo>
                    <a:lnTo>
                      <a:pt x="139" y="67"/>
                    </a:lnTo>
                    <a:lnTo>
                      <a:pt x="139" y="67"/>
                    </a:lnTo>
                    <a:lnTo>
                      <a:pt x="139" y="67"/>
                    </a:lnTo>
                    <a:lnTo>
                      <a:pt x="139" y="69"/>
                    </a:lnTo>
                    <a:lnTo>
                      <a:pt x="139" y="69"/>
                    </a:lnTo>
                    <a:lnTo>
                      <a:pt x="137" y="69"/>
                    </a:lnTo>
                    <a:lnTo>
                      <a:pt x="137" y="69"/>
                    </a:lnTo>
                    <a:lnTo>
                      <a:pt x="137" y="69"/>
                    </a:lnTo>
                    <a:lnTo>
                      <a:pt x="135" y="69"/>
                    </a:lnTo>
                    <a:lnTo>
                      <a:pt x="135" y="69"/>
                    </a:lnTo>
                    <a:lnTo>
                      <a:pt x="135" y="69"/>
                    </a:lnTo>
                    <a:lnTo>
                      <a:pt x="135" y="71"/>
                    </a:lnTo>
                    <a:lnTo>
                      <a:pt x="135" y="71"/>
                    </a:lnTo>
                    <a:lnTo>
                      <a:pt x="132" y="71"/>
                    </a:lnTo>
                    <a:lnTo>
                      <a:pt x="132" y="74"/>
                    </a:lnTo>
                    <a:lnTo>
                      <a:pt x="132" y="74"/>
                    </a:lnTo>
                    <a:lnTo>
                      <a:pt x="132" y="74"/>
                    </a:lnTo>
                    <a:lnTo>
                      <a:pt x="132" y="76"/>
                    </a:lnTo>
                    <a:lnTo>
                      <a:pt x="132" y="76"/>
                    </a:lnTo>
                    <a:lnTo>
                      <a:pt x="132" y="76"/>
                    </a:lnTo>
                    <a:lnTo>
                      <a:pt x="130" y="76"/>
                    </a:lnTo>
                    <a:lnTo>
                      <a:pt x="130" y="76"/>
                    </a:lnTo>
                    <a:lnTo>
                      <a:pt x="130" y="76"/>
                    </a:lnTo>
                    <a:lnTo>
                      <a:pt x="130" y="76"/>
                    </a:lnTo>
                    <a:lnTo>
                      <a:pt x="130" y="74"/>
                    </a:lnTo>
                    <a:lnTo>
                      <a:pt x="128" y="74"/>
                    </a:lnTo>
                    <a:lnTo>
                      <a:pt x="128" y="76"/>
                    </a:lnTo>
                    <a:lnTo>
                      <a:pt x="128" y="76"/>
                    </a:lnTo>
                    <a:lnTo>
                      <a:pt x="128" y="76"/>
                    </a:lnTo>
                    <a:lnTo>
                      <a:pt x="128" y="76"/>
                    </a:lnTo>
                    <a:lnTo>
                      <a:pt x="128" y="79"/>
                    </a:lnTo>
                    <a:lnTo>
                      <a:pt x="128" y="79"/>
                    </a:lnTo>
                    <a:lnTo>
                      <a:pt x="128" y="81"/>
                    </a:lnTo>
                    <a:lnTo>
                      <a:pt x="125" y="81"/>
                    </a:lnTo>
                    <a:lnTo>
                      <a:pt x="125" y="81"/>
                    </a:lnTo>
                    <a:lnTo>
                      <a:pt x="125" y="81"/>
                    </a:lnTo>
                    <a:lnTo>
                      <a:pt x="125" y="83"/>
                    </a:lnTo>
                    <a:lnTo>
                      <a:pt x="125" y="83"/>
                    </a:lnTo>
                    <a:lnTo>
                      <a:pt x="125" y="83"/>
                    </a:lnTo>
                    <a:lnTo>
                      <a:pt x="123" y="83"/>
                    </a:lnTo>
                    <a:lnTo>
                      <a:pt x="123" y="86"/>
                    </a:lnTo>
                    <a:lnTo>
                      <a:pt x="123" y="86"/>
                    </a:lnTo>
                    <a:lnTo>
                      <a:pt x="123" y="83"/>
                    </a:lnTo>
                    <a:lnTo>
                      <a:pt x="123" y="83"/>
                    </a:lnTo>
                    <a:lnTo>
                      <a:pt x="120" y="83"/>
                    </a:lnTo>
                    <a:lnTo>
                      <a:pt x="120" y="86"/>
                    </a:lnTo>
                    <a:lnTo>
                      <a:pt x="120" y="86"/>
                    </a:lnTo>
                    <a:lnTo>
                      <a:pt x="120" y="86"/>
                    </a:lnTo>
                    <a:lnTo>
                      <a:pt x="120" y="86"/>
                    </a:lnTo>
                    <a:lnTo>
                      <a:pt x="118" y="86"/>
                    </a:lnTo>
                    <a:lnTo>
                      <a:pt x="118" y="88"/>
                    </a:lnTo>
                    <a:lnTo>
                      <a:pt x="118" y="88"/>
                    </a:lnTo>
                    <a:lnTo>
                      <a:pt x="118" y="88"/>
                    </a:lnTo>
                    <a:lnTo>
                      <a:pt x="118" y="90"/>
                    </a:lnTo>
                    <a:lnTo>
                      <a:pt x="118" y="90"/>
                    </a:lnTo>
                    <a:lnTo>
                      <a:pt x="118" y="90"/>
                    </a:lnTo>
                    <a:lnTo>
                      <a:pt x="118" y="93"/>
                    </a:lnTo>
                    <a:lnTo>
                      <a:pt x="118" y="93"/>
                    </a:lnTo>
                    <a:lnTo>
                      <a:pt x="120" y="93"/>
                    </a:lnTo>
                    <a:lnTo>
                      <a:pt x="120" y="95"/>
                    </a:lnTo>
                    <a:lnTo>
                      <a:pt x="118" y="95"/>
                    </a:lnTo>
                    <a:lnTo>
                      <a:pt x="118" y="95"/>
                    </a:lnTo>
                    <a:lnTo>
                      <a:pt x="118" y="95"/>
                    </a:lnTo>
                    <a:lnTo>
                      <a:pt x="118" y="95"/>
                    </a:lnTo>
                    <a:lnTo>
                      <a:pt x="116" y="95"/>
                    </a:lnTo>
                    <a:lnTo>
                      <a:pt x="116" y="95"/>
                    </a:lnTo>
                    <a:lnTo>
                      <a:pt x="116" y="95"/>
                    </a:lnTo>
                    <a:lnTo>
                      <a:pt x="116" y="98"/>
                    </a:lnTo>
                    <a:lnTo>
                      <a:pt x="116" y="98"/>
                    </a:lnTo>
                    <a:lnTo>
                      <a:pt x="116" y="100"/>
                    </a:lnTo>
                    <a:lnTo>
                      <a:pt x="116" y="100"/>
                    </a:lnTo>
                    <a:lnTo>
                      <a:pt x="116" y="102"/>
                    </a:lnTo>
                    <a:lnTo>
                      <a:pt x="116" y="102"/>
                    </a:lnTo>
                    <a:lnTo>
                      <a:pt x="116" y="102"/>
                    </a:lnTo>
                    <a:lnTo>
                      <a:pt x="116" y="105"/>
                    </a:lnTo>
                    <a:lnTo>
                      <a:pt x="116" y="105"/>
                    </a:lnTo>
                    <a:lnTo>
                      <a:pt x="116" y="105"/>
                    </a:lnTo>
                    <a:lnTo>
                      <a:pt x="116" y="105"/>
                    </a:lnTo>
                    <a:lnTo>
                      <a:pt x="116" y="105"/>
                    </a:lnTo>
                    <a:lnTo>
                      <a:pt x="118" y="105"/>
                    </a:lnTo>
                    <a:lnTo>
                      <a:pt x="118" y="105"/>
                    </a:lnTo>
                    <a:lnTo>
                      <a:pt x="118" y="105"/>
                    </a:lnTo>
                    <a:lnTo>
                      <a:pt x="118" y="105"/>
                    </a:lnTo>
                    <a:lnTo>
                      <a:pt x="118" y="107"/>
                    </a:lnTo>
                    <a:lnTo>
                      <a:pt x="118" y="107"/>
                    </a:lnTo>
                    <a:lnTo>
                      <a:pt x="118" y="107"/>
                    </a:lnTo>
                    <a:lnTo>
                      <a:pt x="118" y="107"/>
                    </a:lnTo>
                    <a:lnTo>
                      <a:pt x="118" y="107"/>
                    </a:lnTo>
                    <a:lnTo>
                      <a:pt x="118" y="109"/>
                    </a:lnTo>
                    <a:lnTo>
                      <a:pt x="118" y="109"/>
                    </a:lnTo>
                    <a:lnTo>
                      <a:pt x="118" y="112"/>
                    </a:lnTo>
                    <a:lnTo>
                      <a:pt x="118" y="112"/>
                    </a:lnTo>
                    <a:lnTo>
                      <a:pt x="118" y="112"/>
                    </a:lnTo>
                    <a:lnTo>
                      <a:pt x="118" y="114"/>
                    </a:lnTo>
                    <a:lnTo>
                      <a:pt x="118" y="114"/>
                    </a:lnTo>
                    <a:lnTo>
                      <a:pt x="118" y="114"/>
                    </a:lnTo>
                    <a:lnTo>
                      <a:pt x="116" y="114"/>
                    </a:lnTo>
                    <a:lnTo>
                      <a:pt x="116" y="116"/>
                    </a:lnTo>
                    <a:lnTo>
                      <a:pt x="116" y="116"/>
                    </a:lnTo>
                    <a:lnTo>
                      <a:pt x="116" y="116"/>
                    </a:lnTo>
                    <a:lnTo>
                      <a:pt x="116" y="116"/>
                    </a:lnTo>
                    <a:lnTo>
                      <a:pt x="116" y="116"/>
                    </a:lnTo>
                    <a:lnTo>
                      <a:pt x="116" y="116"/>
                    </a:lnTo>
                    <a:lnTo>
                      <a:pt x="116" y="116"/>
                    </a:lnTo>
                    <a:lnTo>
                      <a:pt x="116" y="119"/>
                    </a:lnTo>
                    <a:lnTo>
                      <a:pt x="118" y="119"/>
                    </a:lnTo>
                    <a:lnTo>
                      <a:pt x="118" y="119"/>
                    </a:lnTo>
                    <a:lnTo>
                      <a:pt x="118" y="119"/>
                    </a:lnTo>
                    <a:lnTo>
                      <a:pt x="118" y="116"/>
                    </a:lnTo>
                    <a:lnTo>
                      <a:pt x="120" y="116"/>
                    </a:lnTo>
                    <a:lnTo>
                      <a:pt x="120" y="116"/>
                    </a:lnTo>
                    <a:lnTo>
                      <a:pt x="120" y="116"/>
                    </a:lnTo>
                    <a:lnTo>
                      <a:pt x="123" y="116"/>
                    </a:lnTo>
                    <a:lnTo>
                      <a:pt x="123" y="116"/>
                    </a:lnTo>
                    <a:lnTo>
                      <a:pt x="123" y="116"/>
                    </a:lnTo>
                    <a:lnTo>
                      <a:pt x="123" y="114"/>
                    </a:lnTo>
                    <a:lnTo>
                      <a:pt x="123" y="114"/>
                    </a:lnTo>
                    <a:lnTo>
                      <a:pt x="125" y="114"/>
                    </a:lnTo>
                    <a:lnTo>
                      <a:pt x="125" y="114"/>
                    </a:lnTo>
                    <a:lnTo>
                      <a:pt x="125" y="114"/>
                    </a:lnTo>
                    <a:lnTo>
                      <a:pt x="125" y="114"/>
                    </a:lnTo>
                    <a:lnTo>
                      <a:pt x="128" y="114"/>
                    </a:lnTo>
                    <a:lnTo>
                      <a:pt x="128" y="114"/>
                    </a:lnTo>
                    <a:lnTo>
                      <a:pt x="130" y="114"/>
                    </a:lnTo>
                    <a:lnTo>
                      <a:pt x="130" y="112"/>
                    </a:lnTo>
                    <a:lnTo>
                      <a:pt x="130" y="112"/>
                    </a:lnTo>
                    <a:lnTo>
                      <a:pt x="130" y="112"/>
                    </a:lnTo>
                    <a:lnTo>
                      <a:pt x="132" y="112"/>
                    </a:lnTo>
                    <a:lnTo>
                      <a:pt x="132" y="112"/>
                    </a:lnTo>
                    <a:lnTo>
                      <a:pt x="132" y="112"/>
                    </a:lnTo>
                    <a:lnTo>
                      <a:pt x="135" y="112"/>
                    </a:lnTo>
                    <a:lnTo>
                      <a:pt x="135" y="112"/>
                    </a:lnTo>
                    <a:lnTo>
                      <a:pt x="137" y="112"/>
                    </a:lnTo>
                    <a:lnTo>
                      <a:pt x="137" y="112"/>
                    </a:lnTo>
                    <a:lnTo>
                      <a:pt x="137" y="114"/>
                    </a:lnTo>
                    <a:lnTo>
                      <a:pt x="137" y="114"/>
                    </a:lnTo>
                    <a:lnTo>
                      <a:pt x="137" y="112"/>
                    </a:lnTo>
                    <a:lnTo>
                      <a:pt x="139" y="112"/>
                    </a:lnTo>
                    <a:lnTo>
                      <a:pt x="139" y="112"/>
                    </a:lnTo>
                    <a:lnTo>
                      <a:pt x="142" y="112"/>
                    </a:lnTo>
                    <a:lnTo>
                      <a:pt x="142" y="112"/>
                    </a:lnTo>
                    <a:lnTo>
                      <a:pt x="142" y="112"/>
                    </a:lnTo>
                    <a:lnTo>
                      <a:pt x="144" y="112"/>
                    </a:lnTo>
                    <a:lnTo>
                      <a:pt x="144" y="114"/>
                    </a:lnTo>
                    <a:lnTo>
                      <a:pt x="142" y="114"/>
                    </a:lnTo>
                    <a:lnTo>
                      <a:pt x="142" y="114"/>
                    </a:lnTo>
                    <a:lnTo>
                      <a:pt x="142" y="114"/>
                    </a:lnTo>
                    <a:lnTo>
                      <a:pt x="142" y="116"/>
                    </a:lnTo>
                    <a:lnTo>
                      <a:pt x="142" y="116"/>
                    </a:lnTo>
                    <a:lnTo>
                      <a:pt x="142" y="116"/>
                    </a:lnTo>
                    <a:lnTo>
                      <a:pt x="139" y="116"/>
                    </a:lnTo>
                    <a:lnTo>
                      <a:pt x="139" y="116"/>
                    </a:lnTo>
                    <a:lnTo>
                      <a:pt x="139" y="119"/>
                    </a:lnTo>
                    <a:lnTo>
                      <a:pt x="139" y="119"/>
                    </a:lnTo>
                    <a:lnTo>
                      <a:pt x="139" y="121"/>
                    </a:lnTo>
                    <a:lnTo>
                      <a:pt x="142" y="121"/>
                    </a:lnTo>
                    <a:lnTo>
                      <a:pt x="142" y="121"/>
                    </a:lnTo>
                    <a:lnTo>
                      <a:pt x="142" y="121"/>
                    </a:lnTo>
                    <a:lnTo>
                      <a:pt x="142" y="121"/>
                    </a:lnTo>
                    <a:lnTo>
                      <a:pt x="142" y="124"/>
                    </a:lnTo>
                    <a:lnTo>
                      <a:pt x="142" y="124"/>
                    </a:lnTo>
                    <a:lnTo>
                      <a:pt x="144" y="124"/>
                    </a:lnTo>
                    <a:lnTo>
                      <a:pt x="144" y="126"/>
                    </a:lnTo>
                    <a:lnTo>
                      <a:pt x="144" y="126"/>
                    </a:lnTo>
                    <a:lnTo>
                      <a:pt x="142" y="126"/>
                    </a:lnTo>
                    <a:lnTo>
                      <a:pt x="142" y="126"/>
                    </a:lnTo>
                    <a:lnTo>
                      <a:pt x="142" y="128"/>
                    </a:lnTo>
                    <a:lnTo>
                      <a:pt x="144" y="128"/>
                    </a:lnTo>
                    <a:lnTo>
                      <a:pt x="144" y="128"/>
                    </a:lnTo>
                    <a:lnTo>
                      <a:pt x="144" y="128"/>
                    </a:lnTo>
                    <a:lnTo>
                      <a:pt x="144" y="131"/>
                    </a:lnTo>
                    <a:lnTo>
                      <a:pt x="144" y="131"/>
                    </a:lnTo>
                    <a:lnTo>
                      <a:pt x="144" y="133"/>
                    </a:lnTo>
                    <a:lnTo>
                      <a:pt x="144" y="133"/>
                    </a:lnTo>
                    <a:lnTo>
                      <a:pt x="144" y="135"/>
                    </a:lnTo>
                    <a:lnTo>
                      <a:pt x="144" y="135"/>
                    </a:lnTo>
                    <a:lnTo>
                      <a:pt x="144" y="135"/>
                    </a:lnTo>
                    <a:lnTo>
                      <a:pt x="144" y="135"/>
                    </a:lnTo>
                    <a:lnTo>
                      <a:pt x="146" y="135"/>
                    </a:lnTo>
                    <a:lnTo>
                      <a:pt x="146" y="135"/>
                    </a:lnTo>
                    <a:lnTo>
                      <a:pt x="146" y="138"/>
                    </a:lnTo>
                    <a:lnTo>
                      <a:pt x="149" y="138"/>
                    </a:lnTo>
                    <a:lnTo>
                      <a:pt x="149" y="138"/>
                    </a:lnTo>
                    <a:lnTo>
                      <a:pt x="149" y="138"/>
                    </a:lnTo>
                    <a:lnTo>
                      <a:pt x="149" y="138"/>
                    </a:lnTo>
                    <a:lnTo>
                      <a:pt x="149" y="138"/>
                    </a:lnTo>
                    <a:lnTo>
                      <a:pt x="149" y="138"/>
                    </a:lnTo>
                    <a:lnTo>
                      <a:pt x="151" y="138"/>
                    </a:lnTo>
                    <a:lnTo>
                      <a:pt x="151" y="138"/>
                    </a:lnTo>
                    <a:lnTo>
                      <a:pt x="151" y="138"/>
                    </a:lnTo>
                    <a:lnTo>
                      <a:pt x="151" y="138"/>
                    </a:lnTo>
                    <a:lnTo>
                      <a:pt x="154" y="138"/>
                    </a:lnTo>
                    <a:lnTo>
                      <a:pt x="154" y="138"/>
                    </a:lnTo>
                    <a:lnTo>
                      <a:pt x="156" y="138"/>
                    </a:lnTo>
                    <a:lnTo>
                      <a:pt x="156" y="138"/>
                    </a:lnTo>
                    <a:lnTo>
                      <a:pt x="156" y="138"/>
                    </a:lnTo>
                    <a:lnTo>
                      <a:pt x="156" y="138"/>
                    </a:lnTo>
                    <a:lnTo>
                      <a:pt x="156" y="140"/>
                    </a:lnTo>
                    <a:lnTo>
                      <a:pt x="156" y="140"/>
                    </a:lnTo>
                    <a:lnTo>
                      <a:pt x="158" y="140"/>
                    </a:lnTo>
                    <a:lnTo>
                      <a:pt x="158" y="143"/>
                    </a:lnTo>
                    <a:lnTo>
                      <a:pt x="158" y="143"/>
                    </a:lnTo>
                    <a:lnTo>
                      <a:pt x="156" y="143"/>
                    </a:lnTo>
                    <a:lnTo>
                      <a:pt x="156" y="143"/>
                    </a:lnTo>
                    <a:lnTo>
                      <a:pt x="156" y="145"/>
                    </a:lnTo>
                    <a:lnTo>
                      <a:pt x="156" y="145"/>
                    </a:lnTo>
                    <a:lnTo>
                      <a:pt x="156" y="145"/>
                    </a:lnTo>
                    <a:lnTo>
                      <a:pt x="156" y="145"/>
                    </a:lnTo>
                    <a:lnTo>
                      <a:pt x="154" y="145"/>
                    </a:lnTo>
                    <a:lnTo>
                      <a:pt x="154" y="147"/>
                    </a:lnTo>
                    <a:lnTo>
                      <a:pt x="154" y="147"/>
                    </a:lnTo>
                    <a:lnTo>
                      <a:pt x="154" y="147"/>
                    </a:lnTo>
                    <a:lnTo>
                      <a:pt x="154" y="150"/>
                    </a:lnTo>
                    <a:lnTo>
                      <a:pt x="154" y="150"/>
                    </a:lnTo>
                    <a:lnTo>
                      <a:pt x="154" y="150"/>
                    </a:lnTo>
                    <a:lnTo>
                      <a:pt x="154" y="152"/>
                    </a:lnTo>
                    <a:lnTo>
                      <a:pt x="154" y="152"/>
                    </a:lnTo>
                    <a:lnTo>
                      <a:pt x="154" y="154"/>
                    </a:lnTo>
                    <a:lnTo>
                      <a:pt x="154" y="154"/>
                    </a:lnTo>
                    <a:lnTo>
                      <a:pt x="154" y="154"/>
                    </a:lnTo>
                    <a:lnTo>
                      <a:pt x="154" y="154"/>
                    </a:lnTo>
                    <a:lnTo>
                      <a:pt x="151" y="154"/>
                    </a:lnTo>
                    <a:lnTo>
                      <a:pt x="151" y="157"/>
                    </a:lnTo>
                    <a:lnTo>
                      <a:pt x="151" y="157"/>
                    </a:lnTo>
                    <a:lnTo>
                      <a:pt x="151" y="157"/>
                    </a:lnTo>
                    <a:lnTo>
                      <a:pt x="151" y="159"/>
                    </a:lnTo>
                    <a:lnTo>
                      <a:pt x="151" y="159"/>
                    </a:lnTo>
                    <a:lnTo>
                      <a:pt x="151" y="159"/>
                    </a:lnTo>
                    <a:lnTo>
                      <a:pt x="151" y="162"/>
                    </a:lnTo>
                    <a:lnTo>
                      <a:pt x="151" y="162"/>
                    </a:lnTo>
                    <a:lnTo>
                      <a:pt x="151" y="164"/>
                    </a:lnTo>
                    <a:lnTo>
                      <a:pt x="151" y="164"/>
                    </a:lnTo>
                    <a:lnTo>
                      <a:pt x="151" y="164"/>
                    </a:lnTo>
                    <a:lnTo>
                      <a:pt x="154" y="164"/>
                    </a:lnTo>
                    <a:lnTo>
                      <a:pt x="154" y="164"/>
                    </a:lnTo>
                    <a:lnTo>
                      <a:pt x="154" y="164"/>
                    </a:lnTo>
                    <a:lnTo>
                      <a:pt x="154" y="164"/>
                    </a:lnTo>
                    <a:lnTo>
                      <a:pt x="156" y="164"/>
                    </a:lnTo>
                    <a:lnTo>
                      <a:pt x="156" y="164"/>
                    </a:lnTo>
                    <a:lnTo>
                      <a:pt x="156" y="164"/>
                    </a:lnTo>
                    <a:lnTo>
                      <a:pt x="158" y="164"/>
                    </a:lnTo>
                    <a:lnTo>
                      <a:pt x="158" y="164"/>
                    </a:lnTo>
                    <a:lnTo>
                      <a:pt x="158" y="164"/>
                    </a:lnTo>
                    <a:lnTo>
                      <a:pt x="158" y="164"/>
                    </a:lnTo>
                    <a:lnTo>
                      <a:pt x="161" y="164"/>
                    </a:lnTo>
                    <a:lnTo>
                      <a:pt x="161" y="164"/>
                    </a:lnTo>
                    <a:lnTo>
                      <a:pt x="161" y="164"/>
                    </a:lnTo>
                    <a:lnTo>
                      <a:pt x="163" y="164"/>
                    </a:lnTo>
                    <a:lnTo>
                      <a:pt x="163" y="164"/>
                    </a:lnTo>
                    <a:lnTo>
                      <a:pt x="163" y="164"/>
                    </a:lnTo>
                    <a:lnTo>
                      <a:pt x="163" y="164"/>
                    </a:lnTo>
                    <a:lnTo>
                      <a:pt x="163" y="164"/>
                    </a:lnTo>
                    <a:lnTo>
                      <a:pt x="165" y="164"/>
                    </a:lnTo>
                    <a:lnTo>
                      <a:pt x="165" y="164"/>
                    </a:lnTo>
                    <a:lnTo>
                      <a:pt x="165" y="164"/>
                    </a:lnTo>
                    <a:lnTo>
                      <a:pt x="165" y="164"/>
                    </a:lnTo>
                    <a:lnTo>
                      <a:pt x="165" y="164"/>
                    </a:lnTo>
                    <a:lnTo>
                      <a:pt x="165" y="166"/>
                    </a:lnTo>
                    <a:lnTo>
                      <a:pt x="168" y="166"/>
                    </a:lnTo>
                    <a:lnTo>
                      <a:pt x="168" y="166"/>
                    </a:lnTo>
                    <a:lnTo>
                      <a:pt x="168" y="169"/>
                    </a:lnTo>
                    <a:lnTo>
                      <a:pt x="165" y="169"/>
                    </a:lnTo>
                    <a:lnTo>
                      <a:pt x="165" y="169"/>
                    </a:lnTo>
                    <a:lnTo>
                      <a:pt x="165" y="171"/>
                    </a:lnTo>
                    <a:lnTo>
                      <a:pt x="165" y="171"/>
                    </a:lnTo>
                    <a:lnTo>
                      <a:pt x="165" y="173"/>
                    </a:lnTo>
                    <a:lnTo>
                      <a:pt x="168" y="173"/>
                    </a:lnTo>
                    <a:lnTo>
                      <a:pt x="168" y="173"/>
                    </a:lnTo>
                    <a:lnTo>
                      <a:pt x="168" y="173"/>
                    </a:lnTo>
                    <a:lnTo>
                      <a:pt x="170" y="173"/>
                    </a:lnTo>
                    <a:lnTo>
                      <a:pt x="170" y="173"/>
                    </a:lnTo>
                    <a:lnTo>
                      <a:pt x="170" y="176"/>
                    </a:lnTo>
                    <a:lnTo>
                      <a:pt x="170" y="176"/>
                    </a:lnTo>
                    <a:lnTo>
                      <a:pt x="170" y="176"/>
                    </a:lnTo>
                    <a:lnTo>
                      <a:pt x="170" y="176"/>
                    </a:lnTo>
                    <a:lnTo>
                      <a:pt x="170" y="176"/>
                    </a:lnTo>
                    <a:lnTo>
                      <a:pt x="170" y="178"/>
                    </a:lnTo>
                    <a:lnTo>
                      <a:pt x="170" y="178"/>
                    </a:lnTo>
                    <a:lnTo>
                      <a:pt x="170" y="178"/>
                    </a:lnTo>
                    <a:lnTo>
                      <a:pt x="170" y="180"/>
                    </a:lnTo>
                    <a:lnTo>
                      <a:pt x="172" y="180"/>
                    </a:lnTo>
                    <a:lnTo>
                      <a:pt x="172" y="180"/>
                    </a:lnTo>
                    <a:lnTo>
                      <a:pt x="175" y="180"/>
                    </a:lnTo>
                    <a:lnTo>
                      <a:pt x="175" y="178"/>
                    </a:lnTo>
                    <a:lnTo>
                      <a:pt x="175" y="178"/>
                    </a:lnTo>
                    <a:lnTo>
                      <a:pt x="175" y="178"/>
                    </a:lnTo>
                    <a:lnTo>
                      <a:pt x="175" y="178"/>
                    </a:lnTo>
                    <a:lnTo>
                      <a:pt x="177" y="178"/>
                    </a:lnTo>
                    <a:lnTo>
                      <a:pt x="177" y="178"/>
                    </a:lnTo>
                    <a:lnTo>
                      <a:pt x="177" y="178"/>
                    </a:lnTo>
                    <a:lnTo>
                      <a:pt x="177" y="180"/>
                    </a:lnTo>
                    <a:lnTo>
                      <a:pt x="177" y="180"/>
                    </a:lnTo>
                    <a:lnTo>
                      <a:pt x="180" y="180"/>
                    </a:lnTo>
                    <a:lnTo>
                      <a:pt x="180" y="180"/>
                    </a:lnTo>
                    <a:lnTo>
                      <a:pt x="182" y="180"/>
                    </a:lnTo>
                    <a:lnTo>
                      <a:pt x="182" y="178"/>
                    </a:lnTo>
                    <a:lnTo>
                      <a:pt x="182" y="178"/>
                    </a:lnTo>
                    <a:lnTo>
                      <a:pt x="182" y="178"/>
                    </a:lnTo>
                    <a:lnTo>
                      <a:pt x="184" y="178"/>
                    </a:lnTo>
                    <a:lnTo>
                      <a:pt x="184" y="178"/>
                    </a:lnTo>
                    <a:lnTo>
                      <a:pt x="184" y="178"/>
                    </a:lnTo>
                    <a:lnTo>
                      <a:pt x="184" y="176"/>
                    </a:lnTo>
                    <a:lnTo>
                      <a:pt x="184" y="176"/>
                    </a:lnTo>
                    <a:lnTo>
                      <a:pt x="184" y="176"/>
                    </a:lnTo>
                    <a:lnTo>
                      <a:pt x="184" y="176"/>
                    </a:lnTo>
                    <a:lnTo>
                      <a:pt x="187" y="176"/>
                    </a:lnTo>
                    <a:lnTo>
                      <a:pt x="187" y="176"/>
                    </a:lnTo>
                    <a:lnTo>
                      <a:pt x="187" y="173"/>
                    </a:lnTo>
                    <a:lnTo>
                      <a:pt x="189" y="173"/>
                    </a:lnTo>
                    <a:lnTo>
                      <a:pt x="189" y="173"/>
                    </a:lnTo>
                    <a:lnTo>
                      <a:pt x="189" y="173"/>
                    </a:lnTo>
                    <a:lnTo>
                      <a:pt x="189" y="173"/>
                    </a:lnTo>
                    <a:lnTo>
                      <a:pt x="191" y="173"/>
                    </a:lnTo>
                    <a:lnTo>
                      <a:pt x="191" y="171"/>
                    </a:lnTo>
                    <a:lnTo>
                      <a:pt x="191" y="171"/>
                    </a:lnTo>
                    <a:lnTo>
                      <a:pt x="191" y="173"/>
                    </a:lnTo>
                    <a:lnTo>
                      <a:pt x="191" y="173"/>
                    </a:lnTo>
                    <a:lnTo>
                      <a:pt x="191" y="176"/>
                    </a:lnTo>
                    <a:lnTo>
                      <a:pt x="191" y="176"/>
                    </a:lnTo>
                    <a:lnTo>
                      <a:pt x="191" y="176"/>
                    </a:lnTo>
                    <a:lnTo>
                      <a:pt x="191" y="176"/>
                    </a:lnTo>
                    <a:lnTo>
                      <a:pt x="191" y="178"/>
                    </a:lnTo>
                    <a:lnTo>
                      <a:pt x="191" y="178"/>
                    </a:lnTo>
                    <a:lnTo>
                      <a:pt x="191" y="178"/>
                    </a:lnTo>
                    <a:lnTo>
                      <a:pt x="191" y="180"/>
                    </a:lnTo>
                    <a:lnTo>
                      <a:pt x="191" y="180"/>
                    </a:lnTo>
                    <a:lnTo>
                      <a:pt x="189" y="180"/>
                    </a:lnTo>
                    <a:lnTo>
                      <a:pt x="189" y="180"/>
                    </a:lnTo>
                    <a:lnTo>
                      <a:pt x="189" y="180"/>
                    </a:lnTo>
                    <a:lnTo>
                      <a:pt x="189" y="183"/>
                    </a:lnTo>
                    <a:lnTo>
                      <a:pt x="189" y="183"/>
                    </a:lnTo>
                    <a:lnTo>
                      <a:pt x="187" y="183"/>
                    </a:lnTo>
                    <a:lnTo>
                      <a:pt x="187" y="183"/>
                    </a:lnTo>
                    <a:lnTo>
                      <a:pt x="187" y="183"/>
                    </a:lnTo>
                    <a:lnTo>
                      <a:pt x="187" y="185"/>
                    </a:lnTo>
                    <a:lnTo>
                      <a:pt x="184" y="185"/>
                    </a:lnTo>
                    <a:lnTo>
                      <a:pt x="184" y="185"/>
                    </a:lnTo>
                    <a:lnTo>
                      <a:pt x="184" y="185"/>
                    </a:lnTo>
                    <a:lnTo>
                      <a:pt x="182" y="185"/>
                    </a:lnTo>
                    <a:lnTo>
                      <a:pt x="182" y="185"/>
                    </a:lnTo>
                    <a:lnTo>
                      <a:pt x="182" y="185"/>
                    </a:lnTo>
                    <a:lnTo>
                      <a:pt x="182" y="188"/>
                    </a:lnTo>
                    <a:lnTo>
                      <a:pt x="182" y="188"/>
                    </a:lnTo>
                    <a:lnTo>
                      <a:pt x="182" y="188"/>
                    </a:lnTo>
                    <a:lnTo>
                      <a:pt x="182" y="190"/>
                    </a:lnTo>
                    <a:lnTo>
                      <a:pt x="182" y="190"/>
                    </a:lnTo>
                    <a:lnTo>
                      <a:pt x="182" y="190"/>
                    </a:lnTo>
                    <a:lnTo>
                      <a:pt x="180" y="190"/>
                    </a:lnTo>
                    <a:lnTo>
                      <a:pt x="180" y="190"/>
                    </a:lnTo>
                    <a:lnTo>
                      <a:pt x="180" y="192"/>
                    </a:lnTo>
                    <a:lnTo>
                      <a:pt x="180" y="192"/>
                    </a:lnTo>
                    <a:lnTo>
                      <a:pt x="180" y="195"/>
                    </a:lnTo>
                    <a:lnTo>
                      <a:pt x="177" y="195"/>
                    </a:lnTo>
                    <a:lnTo>
                      <a:pt x="177" y="195"/>
                    </a:lnTo>
                    <a:lnTo>
                      <a:pt x="180" y="195"/>
                    </a:lnTo>
                    <a:lnTo>
                      <a:pt x="180" y="195"/>
                    </a:lnTo>
                    <a:lnTo>
                      <a:pt x="182" y="195"/>
                    </a:lnTo>
                    <a:lnTo>
                      <a:pt x="182" y="195"/>
                    </a:lnTo>
                    <a:lnTo>
                      <a:pt x="180" y="195"/>
                    </a:lnTo>
                    <a:lnTo>
                      <a:pt x="180" y="195"/>
                    </a:lnTo>
                    <a:lnTo>
                      <a:pt x="180" y="197"/>
                    </a:lnTo>
                    <a:lnTo>
                      <a:pt x="177" y="197"/>
                    </a:lnTo>
                    <a:lnTo>
                      <a:pt x="177" y="195"/>
                    </a:lnTo>
                    <a:lnTo>
                      <a:pt x="177" y="195"/>
                    </a:lnTo>
                    <a:lnTo>
                      <a:pt x="177" y="195"/>
                    </a:lnTo>
                    <a:lnTo>
                      <a:pt x="175" y="195"/>
                    </a:lnTo>
                    <a:lnTo>
                      <a:pt x="175" y="197"/>
                    </a:lnTo>
                    <a:lnTo>
                      <a:pt x="175" y="197"/>
                    </a:lnTo>
                    <a:lnTo>
                      <a:pt x="175" y="197"/>
                    </a:lnTo>
                    <a:lnTo>
                      <a:pt x="175" y="197"/>
                    </a:lnTo>
                    <a:lnTo>
                      <a:pt x="172" y="197"/>
                    </a:lnTo>
                    <a:lnTo>
                      <a:pt x="172" y="199"/>
                    </a:lnTo>
                    <a:lnTo>
                      <a:pt x="172" y="199"/>
                    </a:lnTo>
                    <a:lnTo>
                      <a:pt x="172" y="199"/>
                    </a:lnTo>
                    <a:lnTo>
                      <a:pt x="172" y="202"/>
                    </a:lnTo>
                    <a:lnTo>
                      <a:pt x="170" y="202"/>
                    </a:lnTo>
                    <a:lnTo>
                      <a:pt x="170" y="202"/>
                    </a:lnTo>
                    <a:lnTo>
                      <a:pt x="170" y="204"/>
                    </a:lnTo>
                    <a:lnTo>
                      <a:pt x="170" y="204"/>
                    </a:lnTo>
                    <a:lnTo>
                      <a:pt x="170" y="204"/>
                    </a:lnTo>
                    <a:lnTo>
                      <a:pt x="170" y="204"/>
                    </a:lnTo>
                    <a:lnTo>
                      <a:pt x="170" y="207"/>
                    </a:lnTo>
                    <a:lnTo>
                      <a:pt x="170" y="207"/>
                    </a:lnTo>
                    <a:lnTo>
                      <a:pt x="170" y="207"/>
                    </a:lnTo>
                    <a:lnTo>
                      <a:pt x="168" y="207"/>
                    </a:lnTo>
                    <a:lnTo>
                      <a:pt x="168" y="207"/>
                    </a:lnTo>
                    <a:lnTo>
                      <a:pt x="168" y="207"/>
                    </a:lnTo>
                    <a:lnTo>
                      <a:pt x="168" y="204"/>
                    </a:lnTo>
                    <a:lnTo>
                      <a:pt x="165" y="204"/>
                    </a:lnTo>
                    <a:lnTo>
                      <a:pt x="165" y="204"/>
                    </a:lnTo>
                    <a:lnTo>
                      <a:pt x="165" y="204"/>
                    </a:lnTo>
                    <a:lnTo>
                      <a:pt x="165" y="207"/>
                    </a:lnTo>
                    <a:lnTo>
                      <a:pt x="163" y="207"/>
                    </a:lnTo>
                    <a:lnTo>
                      <a:pt x="163" y="207"/>
                    </a:lnTo>
                    <a:lnTo>
                      <a:pt x="163" y="209"/>
                    </a:lnTo>
                    <a:lnTo>
                      <a:pt x="163" y="209"/>
                    </a:lnTo>
                    <a:lnTo>
                      <a:pt x="163" y="209"/>
                    </a:lnTo>
                    <a:lnTo>
                      <a:pt x="161" y="209"/>
                    </a:lnTo>
                    <a:lnTo>
                      <a:pt x="161" y="209"/>
                    </a:lnTo>
                    <a:lnTo>
                      <a:pt x="158" y="209"/>
                    </a:lnTo>
                    <a:lnTo>
                      <a:pt x="158" y="209"/>
                    </a:lnTo>
                    <a:lnTo>
                      <a:pt x="158" y="209"/>
                    </a:lnTo>
                    <a:lnTo>
                      <a:pt x="158" y="207"/>
                    </a:lnTo>
                    <a:lnTo>
                      <a:pt x="156" y="207"/>
                    </a:lnTo>
                    <a:lnTo>
                      <a:pt x="156" y="207"/>
                    </a:lnTo>
                    <a:lnTo>
                      <a:pt x="156" y="209"/>
                    </a:lnTo>
                    <a:lnTo>
                      <a:pt x="156" y="209"/>
                    </a:lnTo>
                    <a:lnTo>
                      <a:pt x="156" y="209"/>
                    </a:lnTo>
                    <a:lnTo>
                      <a:pt x="156" y="211"/>
                    </a:lnTo>
                    <a:lnTo>
                      <a:pt x="158" y="211"/>
                    </a:lnTo>
                    <a:lnTo>
                      <a:pt x="158" y="211"/>
                    </a:lnTo>
                    <a:lnTo>
                      <a:pt x="158" y="214"/>
                    </a:lnTo>
                    <a:lnTo>
                      <a:pt x="158" y="214"/>
                    </a:lnTo>
                    <a:lnTo>
                      <a:pt x="156" y="214"/>
                    </a:lnTo>
                    <a:lnTo>
                      <a:pt x="156" y="214"/>
                    </a:lnTo>
                    <a:lnTo>
                      <a:pt x="156" y="214"/>
                    </a:lnTo>
                    <a:lnTo>
                      <a:pt x="156" y="214"/>
                    </a:lnTo>
                    <a:lnTo>
                      <a:pt x="154" y="214"/>
                    </a:lnTo>
                    <a:lnTo>
                      <a:pt x="154" y="214"/>
                    </a:lnTo>
                    <a:lnTo>
                      <a:pt x="151" y="214"/>
                    </a:lnTo>
                    <a:lnTo>
                      <a:pt x="151" y="214"/>
                    </a:lnTo>
                    <a:lnTo>
                      <a:pt x="151" y="214"/>
                    </a:lnTo>
                    <a:lnTo>
                      <a:pt x="151" y="214"/>
                    </a:lnTo>
                    <a:lnTo>
                      <a:pt x="149" y="214"/>
                    </a:lnTo>
                    <a:lnTo>
                      <a:pt x="149" y="214"/>
                    </a:lnTo>
                    <a:lnTo>
                      <a:pt x="149" y="214"/>
                    </a:lnTo>
                    <a:lnTo>
                      <a:pt x="149" y="214"/>
                    </a:lnTo>
                    <a:lnTo>
                      <a:pt x="149" y="216"/>
                    </a:lnTo>
                    <a:lnTo>
                      <a:pt x="146" y="216"/>
                    </a:lnTo>
                    <a:lnTo>
                      <a:pt x="146" y="216"/>
                    </a:lnTo>
                    <a:lnTo>
                      <a:pt x="146" y="218"/>
                    </a:lnTo>
                    <a:lnTo>
                      <a:pt x="146" y="218"/>
                    </a:lnTo>
                    <a:lnTo>
                      <a:pt x="146" y="221"/>
                    </a:lnTo>
                    <a:lnTo>
                      <a:pt x="146" y="221"/>
                    </a:lnTo>
                    <a:lnTo>
                      <a:pt x="146" y="221"/>
                    </a:lnTo>
                    <a:lnTo>
                      <a:pt x="146" y="223"/>
                    </a:lnTo>
                    <a:lnTo>
                      <a:pt x="144" y="223"/>
                    </a:lnTo>
                    <a:lnTo>
                      <a:pt x="144" y="223"/>
                    </a:lnTo>
                    <a:lnTo>
                      <a:pt x="144" y="223"/>
                    </a:lnTo>
                    <a:lnTo>
                      <a:pt x="144" y="223"/>
                    </a:lnTo>
                    <a:lnTo>
                      <a:pt x="144" y="223"/>
                    </a:lnTo>
                    <a:lnTo>
                      <a:pt x="142" y="223"/>
                    </a:lnTo>
                    <a:lnTo>
                      <a:pt x="142" y="223"/>
                    </a:lnTo>
                    <a:lnTo>
                      <a:pt x="142" y="223"/>
                    </a:lnTo>
                    <a:lnTo>
                      <a:pt x="142" y="223"/>
                    </a:lnTo>
                    <a:lnTo>
                      <a:pt x="139" y="223"/>
                    </a:lnTo>
                    <a:lnTo>
                      <a:pt x="139" y="223"/>
                    </a:lnTo>
                    <a:lnTo>
                      <a:pt x="137" y="223"/>
                    </a:lnTo>
                    <a:lnTo>
                      <a:pt x="137" y="225"/>
                    </a:lnTo>
                    <a:lnTo>
                      <a:pt x="137" y="225"/>
                    </a:lnTo>
                    <a:lnTo>
                      <a:pt x="137" y="225"/>
                    </a:lnTo>
                    <a:lnTo>
                      <a:pt x="135" y="225"/>
                    </a:lnTo>
                    <a:lnTo>
                      <a:pt x="135" y="225"/>
                    </a:lnTo>
                    <a:lnTo>
                      <a:pt x="132" y="225"/>
                    </a:lnTo>
                    <a:lnTo>
                      <a:pt x="132" y="225"/>
                    </a:lnTo>
                    <a:lnTo>
                      <a:pt x="132" y="225"/>
                    </a:lnTo>
                    <a:lnTo>
                      <a:pt x="130" y="225"/>
                    </a:lnTo>
                    <a:lnTo>
                      <a:pt x="130" y="225"/>
                    </a:lnTo>
                    <a:lnTo>
                      <a:pt x="130" y="225"/>
                    </a:lnTo>
                    <a:lnTo>
                      <a:pt x="130" y="225"/>
                    </a:lnTo>
                    <a:lnTo>
                      <a:pt x="130" y="225"/>
                    </a:lnTo>
                    <a:lnTo>
                      <a:pt x="130" y="223"/>
                    </a:lnTo>
                    <a:lnTo>
                      <a:pt x="128" y="223"/>
                    </a:lnTo>
                    <a:lnTo>
                      <a:pt x="128" y="223"/>
                    </a:lnTo>
                    <a:lnTo>
                      <a:pt x="128" y="223"/>
                    </a:lnTo>
                    <a:lnTo>
                      <a:pt x="125" y="223"/>
                    </a:lnTo>
                    <a:lnTo>
                      <a:pt x="125" y="223"/>
                    </a:lnTo>
                    <a:lnTo>
                      <a:pt x="125" y="223"/>
                    </a:lnTo>
                    <a:lnTo>
                      <a:pt x="125" y="225"/>
                    </a:lnTo>
                    <a:lnTo>
                      <a:pt x="125" y="225"/>
                    </a:lnTo>
                    <a:lnTo>
                      <a:pt x="125" y="225"/>
                    </a:lnTo>
                    <a:lnTo>
                      <a:pt x="125" y="225"/>
                    </a:lnTo>
                    <a:lnTo>
                      <a:pt x="123" y="225"/>
                    </a:lnTo>
                    <a:lnTo>
                      <a:pt x="123" y="228"/>
                    </a:lnTo>
                    <a:lnTo>
                      <a:pt x="123" y="228"/>
                    </a:lnTo>
                    <a:lnTo>
                      <a:pt x="123" y="228"/>
                    </a:lnTo>
                    <a:lnTo>
                      <a:pt x="123" y="228"/>
                    </a:lnTo>
                    <a:lnTo>
                      <a:pt x="123" y="230"/>
                    </a:lnTo>
                    <a:lnTo>
                      <a:pt x="123" y="230"/>
                    </a:lnTo>
                    <a:lnTo>
                      <a:pt x="120" y="230"/>
                    </a:lnTo>
                    <a:lnTo>
                      <a:pt x="120" y="233"/>
                    </a:lnTo>
                    <a:lnTo>
                      <a:pt x="120" y="233"/>
                    </a:lnTo>
                    <a:lnTo>
                      <a:pt x="120" y="233"/>
                    </a:lnTo>
                    <a:lnTo>
                      <a:pt x="120" y="235"/>
                    </a:lnTo>
                    <a:lnTo>
                      <a:pt x="120" y="235"/>
                    </a:lnTo>
                    <a:lnTo>
                      <a:pt x="120" y="235"/>
                    </a:lnTo>
                    <a:lnTo>
                      <a:pt x="120" y="235"/>
                    </a:lnTo>
                    <a:lnTo>
                      <a:pt x="120" y="235"/>
                    </a:lnTo>
                    <a:lnTo>
                      <a:pt x="120" y="235"/>
                    </a:lnTo>
                    <a:lnTo>
                      <a:pt x="120" y="237"/>
                    </a:lnTo>
                    <a:lnTo>
                      <a:pt x="120" y="237"/>
                    </a:lnTo>
                    <a:lnTo>
                      <a:pt x="120" y="240"/>
                    </a:lnTo>
                    <a:lnTo>
                      <a:pt x="120" y="240"/>
                    </a:lnTo>
                    <a:lnTo>
                      <a:pt x="120" y="240"/>
                    </a:lnTo>
                    <a:lnTo>
                      <a:pt x="120" y="242"/>
                    </a:lnTo>
                    <a:lnTo>
                      <a:pt x="118" y="242"/>
                    </a:lnTo>
                    <a:lnTo>
                      <a:pt x="118" y="242"/>
                    </a:lnTo>
                    <a:lnTo>
                      <a:pt x="118" y="244"/>
                    </a:lnTo>
                    <a:lnTo>
                      <a:pt x="118" y="244"/>
                    </a:lnTo>
                    <a:lnTo>
                      <a:pt x="118" y="244"/>
                    </a:lnTo>
                    <a:lnTo>
                      <a:pt x="118" y="244"/>
                    </a:lnTo>
                    <a:lnTo>
                      <a:pt x="118" y="244"/>
                    </a:lnTo>
                    <a:lnTo>
                      <a:pt x="118" y="244"/>
                    </a:lnTo>
                    <a:lnTo>
                      <a:pt x="118" y="244"/>
                    </a:lnTo>
                    <a:lnTo>
                      <a:pt x="118" y="247"/>
                    </a:lnTo>
                    <a:lnTo>
                      <a:pt x="118" y="247"/>
                    </a:lnTo>
                    <a:lnTo>
                      <a:pt x="118" y="249"/>
                    </a:lnTo>
                    <a:lnTo>
                      <a:pt x="118" y="249"/>
                    </a:lnTo>
                    <a:lnTo>
                      <a:pt x="118" y="252"/>
                    </a:lnTo>
                    <a:lnTo>
                      <a:pt x="118" y="252"/>
                    </a:lnTo>
                    <a:lnTo>
                      <a:pt x="120" y="252"/>
                    </a:lnTo>
                    <a:lnTo>
                      <a:pt x="120" y="254"/>
                    </a:lnTo>
                    <a:lnTo>
                      <a:pt x="118" y="254"/>
                    </a:lnTo>
                    <a:lnTo>
                      <a:pt x="118" y="254"/>
                    </a:lnTo>
                    <a:lnTo>
                      <a:pt x="118" y="254"/>
                    </a:lnTo>
                    <a:lnTo>
                      <a:pt x="116" y="254"/>
                    </a:lnTo>
                    <a:lnTo>
                      <a:pt x="116" y="254"/>
                    </a:lnTo>
                    <a:lnTo>
                      <a:pt x="116" y="254"/>
                    </a:lnTo>
                    <a:lnTo>
                      <a:pt x="116" y="254"/>
                    </a:lnTo>
                    <a:lnTo>
                      <a:pt x="116" y="254"/>
                    </a:lnTo>
                    <a:lnTo>
                      <a:pt x="113" y="254"/>
                    </a:lnTo>
                    <a:lnTo>
                      <a:pt x="113" y="254"/>
                    </a:lnTo>
                    <a:lnTo>
                      <a:pt x="111" y="25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112"/>
              <p:cNvSpPr>
                <a:spLocks/>
              </p:cNvSpPr>
              <p:nvPr/>
            </p:nvSpPr>
            <p:spPr bwMode="auto">
              <a:xfrm>
                <a:off x="2810" y="2030"/>
                <a:ext cx="191" cy="472"/>
              </a:xfrm>
              <a:custGeom>
                <a:avLst/>
                <a:gdLst/>
                <a:ahLst/>
                <a:cxnLst>
                  <a:cxn ang="0">
                    <a:pos x="120" y="273"/>
                  </a:cxn>
                  <a:cxn ang="0">
                    <a:pos x="135" y="294"/>
                  </a:cxn>
                  <a:cxn ang="0">
                    <a:pos x="144" y="308"/>
                  </a:cxn>
                  <a:cxn ang="0">
                    <a:pos x="137" y="332"/>
                  </a:cxn>
                  <a:cxn ang="0">
                    <a:pos x="132" y="353"/>
                  </a:cxn>
                  <a:cxn ang="0">
                    <a:pos x="149" y="372"/>
                  </a:cxn>
                  <a:cxn ang="0">
                    <a:pos x="151" y="403"/>
                  </a:cxn>
                  <a:cxn ang="0">
                    <a:pos x="161" y="425"/>
                  </a:cxn>
                  <a:cxn ang="0">
                    <a:pos x="146" y="446"/>
                  </a:cxn>
                  <a:cxn ang="0">
                    <a:pos x="137" y="472"/>
                  </a:cxn>
                  <a:cxn ang="0">
                    <a:pos x="132" y="446"/>
                  </a:cxn>
                  <a:cxn ang="0">
                    <a:pos x="137" y="432"/>
                  </a:cxn>
                  <a:cxn ang="0">
                    <a:pos x="132" y="441"/>
                  </a:cxn>
                  <a:cxn ang="0">
                    <a:pos x="130" y="422"/>
                  </a:cxn>
                  <a:cxn ang="0">
                    <a:pos x="130" y="415"/>
                  </a:cxn>
                  <a:cxn ang="0">
                    <a:pos x="123" y="413"/>
                  </a:cxn>
                  <a:cxn ang="0">
                    <a:pos x="132" y="401"/>
                  </a:cxn>
                  <a:cxn ang="0">
                    <a:pos x="137" y="391"/>
                  </a:cxn>
                  <a:cxn ang="0">
                    <a:pos x="125" y="375"/>
                  </a:cxn>
                  <a:cxn ang="0">
                    <a:pos x="120" y="349"/>
                  </a:cxn>
                  <a:cxn ang="0">
                    <a:pos x="118" y="325"/>
                  </a:cxn>
                  <a:cxn ang="0">
                    <a:pos x="111" y="304"/>
                  </a:cxn>
                  <a:cxn ang="0">
                    <a:pos x="101" y="292"/>
                  </a:cxn>
                  <a:cxn ang="0">
                    <a:pos x="85" y="311"/>
                  </a:cxn>
                  <a:cxn ang="0">
                    <a:pos x="66" y="327"/>
                  </a:cxn>
                  <a:cxn ang="0">
                    <a:pos x="49" y="323"/>
                  </a:cxn>
                  <a:cxn ang="0">
                    <a:pos x="45" y="304"/>
                  </a:cxn>
                  <a:cxn ang="0">
                    <a:pos x="49" y="275"/>
                  </a:cxn>
                  <a:cxn ang="0">
                    <a:pos x="42" y="254"/>
                  </a:cxn>
                  <a:cxn ang="0">
                    <a:pos x="30" y="240"/>
                  </a:cxn>
                  <a:cxn ang="0">
                    <a:pos x="26" y="223"/>
                  </a:cxn>
                  <a:cxn ang="0">
                    <a:pos x="16" y="223"/>
                  </a:cxn>
                  <a:cxn ang="0">
                    <a:pos x="4" y="199"/>
                  </a:cxn>
                  <a:cxn ang="0">
                    <a:pos x="9" y="183"/>
                  </a:cxn>
                  <a:cxn ang="0">
                    <a:pos x="14" y="164"/>
                  </a:cxn>
                  <a:cxn ang="0">
                    <a:pos x="19" y="145"/>
                  </a:cxn>
                  <a:cxn ang="0">
                    <a:pos x="26" y="116"/>
                  </a:cxn>
                  <a:cxn ang="0">
                    <a:pos x="42" y="119"/>
                  </a:cxn>
                  <a:cxn ang="0">
                    <a:pos x="52" y="93"/>
                  </a:cxn>
                  <a:cxn ang="0">
                    <a:pos x="59" y="71"/>
                  </a:cxn>
                  <a:cxn ang="0">
                    <a:pos x="64" y="48"/>
                  </a:cxn>
                  <a:cxn ang="0">
                    <a:pos x="85" y="34"/>
                  </a:cxn>
                  <a:cxn ang="0">
                    <a:pos x="106" y="36"/>
                  </a:cxn>
                  <a:cxn ang="0">
                    <a:pos x="109" y="17"/>
                  </a:cxn>
                  <a:cxn ang="0">
                    <a:pos x="118" y="5"/>
                  </a:cxn>
                  <a:cxn ang="0">
                    <a:pos x="130" y="24"/>
                  </a:cxn>
                  <a:cxn ang="0">
                    <a:pos x="142" y="43"/>
                  </a:cxn>
                  <a:cxn ang="0">
                    <a:pos x="139" y="69"/>
                  </a:cxn>
                  <a:cxn ang="0">
                    <a:pos x="123" y="83"/>
                  </a:cxn>
                  <a:cxn ang="0">
                    <a:pos x="116" y="105"/>
                  </a:cxn>
                  <a:cxn ang="0">
                    <a:pos x="120" y="116"/>
                  </a:cxn>
                  <a:cxn ang="0">
                    <a:pos x="142" y="116"/>
                  </a:cxn>
                  <a:cxn ang="0">
                    <a:pos x="149" y="138"/>
                  </a:cxn>
                  <a:cxn ang="0">
                    <a:pos x="154" y="154"/>
                  </a:cxn>
                  <a:cxn ang="0">
                    <a:pos x="165" y="164"/>
                  </a:cxn>
                  <a:cxn ang="0">
                    <a:pos x="177" y="180"/>
                  </a:cxn>
                  <a:cxn ang="0">
                    <a:pos x="189" y="180"/>
                  </a:cxn>
                  <a:cxn ang="0">
                    <a:pos x="177" y="195"/>
                  </a:cxn>
                  <a:cxn ang="0">
                    <a:pos x="158" y="209"/>
                  </a:cxn>
                  <a:cxn ang="0">
                    <a:pos x="146" y="223"/>
                  </a:cxn>
                  <a:cxn ang="0">
                    <a:pos x="125" y="225"/>
                  </a:cxn>
                  <a:cxn ang="0">
                    <a:pos x="118" y="249"/>
                  </a:cxn>
                </a:cxnLst>
                <a:rect l="0" t="0" r="r" b="b"/>
                <a:pathLst>
                  <a:path w="191" h="472">
                    <a:moveTo>
                      <a:pt x="111" y="254"/>
                    </a:moveTo>
                    <a:lnTo>
                      <a:pt x="111" y="256"/>
                    </a:lnTo>
                    <a:lnTo>
                      <a:pt x="111" y="256"/>
                    </a:lnTo>
                    <a:lnTo>
                      <a:pt x="113" y="256"/>
                    </a:lnTo>
                    <a:lnTo>
                      <a:pt x="113" y="259"/>
                    </a:lnTo>
                    <a:lnTo>
                      <a:pt x="113" y="259"/>
                    </a:lnTo>
                    <a:lnTo>
                      <a:pt x="113" y="261"/>
                    </a:lnTo>
                    <a:lnTo>
                      <a:pt x="113" y="261"/>
                    </a:lnTo>
                    <a:lnTo>
                      <a:pt x="113" y="261"/>
                    </a:lnTo>
                    <a:lnTo>
                      <a:pt x="116" y="261"/>
                    </a:lnTo>
                    <a:lnTo>
                      <a:pt x="116" y="261"/>
                    </a:lnTo>
                    <a:lnTo>
                      <a:pt x="116" y="259"/>
                    </a:lnTo>
                    <a:lnTo>
                      <a:pt x="116" y="259"/>
                    </a:lnTo>
                    <a:lnTo>
                      <a:pt x="116" y="259"/>
                    </a:lnTo>
                    <a:lnTo>
                      <a:pt x="116" y="261"/>
                    </a:lnTo>
                    <a:lnTo>
                      <a:pt x="116" y="261"/>
                    </a:lnTo>
                    <a:lnTo>
                      <a:pt x="116" y="263"/>
                    </a:lnTo>
                    <a:lnTo>
                      <a:pt x="118" y="263"/>
                    </a:lnTo>
                    <a:lnTo>
                      <a:pt x="118" y="263"/>
                    </a:lnTo>
                    <a:lnTo>
                      <a:pt x="118" y="263"/>
                    </a:lnTo>
                    <a:lnTo>
                      <a:pt x="118" y="263"/>
                    </a:lnTo>
                    <a:lnTo>
                      <a:pt x="118" y="266"/>
                    </a:lnTo>
                    <a:lnTo>
                      <a:pt x="118" y="266"/>
                    </a:lnTo>
                    <a:lnTo>
                      <a:pt x="118" y="268"/>
                    </a:lnTo>
                    <a:lnTo>
                      <a:pt x="118" y="268"/>
                    </a:lnTo>
                    <a:lnTo>
                      <a:pt x="118" y="268"/>
                    </a:lnTo>
                    <a:lnTo>
                      <a:pt x="118" y="268"/>
                    </a:lnTo>
                    <a:lnTo>
                      <a:pt x="118" y="271"/>
                    </a:lnTo>
                    <a:lnTo>
                      <a:pt x="118" y="271"/>
                    </a:lnTo>
                    <a:lnTo>
                      <a:pt x="118" y="271"/>
                    </a:lnTo>
                    <a:lnTo>
                      <a:pt x="118" y="273"/>
                    </a:lnTo>
                    <a:lnTo>
                      <a:pt x="118" y="273"/>
                    </a:lnTo>
                    <a:lnTo>
                      <a:pt x="118" y="273"/>
                    </a:lnTo>
                    <a:lnTo>
                      <a:pt x="118" y="273"/>
                    </a:lnTo>
                    <a:lnTo>
                      <a:pt x="118" y="273"/>
                    </a:lnTo>
                    <a:lnTo>
                      <a:pt x="120" y="273"/>
                    </a:lnTo>
                    <a:lnTo>
                      <a:pt x="120" y="275"/>
                    </a:lnTo>
                    <a:lnTo>
                      <a:pt x="120" y="275"/>
                    </a:lnTo>
                    <a:lnTo>
                      <a:pt x="120" y="275"/>
                    </a:lnTo>
                    <a:lnTo>
                      <a:pt x="120" y="278"/>
                    </a:lnTo>
                    <a:lnTo>
                      <a:pt x="123" y="278"/>
                    </a:lnTo>
                    <a:lnTo>
                      <a:pt x="123" y="278"/>
                    </a:lnTo>
                    <a:lnTo>
                      <a:pt x="123" y="278"/>
                    </a:lnTo>
                    <a:lnTo>
                      <a:pt x="123" y="280"/>
                    </a:lnTo>
                    <a:lnTo>
                      <a:pt x="123" y="280"/>
                    </a:lnTo>
                    <a:lnTo>
                      <a:pt x="123" y="280"/>
                    </a:lnTo>
                    <a:lnTo>
                      <a:pt x="125" y="280"/>
                    </a:lnTo>
                    <a:lnTo>
                      <a:pt x="125" y="282"/>
                    </a:lnTo>
                    <a:lnTo>
                      <a:pt x="125" y="282"/>
                    </a:lnTo>
                    <a:lnTo>
                      <a:pt x="125" y="282"/>
                    </a:lnTo>
                    <a:lnTo>
                      <a:pt x="125" y="282"/>
                    </a:lnTo>
                    <a:lnTo>
                      <a:pt x="125" y="282"/>
                    </a:lnTo>
                    <a:lnTo>
                      <a:pt x="128" y="282"/>
                    </a:lnTo>
                    <a:lnTo>
                      <a:pt x="128" y="285"/>
                    </a:lnTo>
                    <a:lnTo>
                      <a:pt x="128" y="285"/>
                    </a:lnTo>
                    <a:lnTo>
                      <a:pt x="128" y="285"/>
                    </a:lnTo>
                    <a:lnTo>
                      <a:pt x="128" y="287"/>
                    </a:lnTo>
                    <a:lnTo>
                      <a:pt x="130" y="287"/>
                    </a:lnTo>
                    <a:lnTo>
                      <a:pt x="130" y="287"/>
                    </a:lnTo>
                    <a:lnTo>
                      <a:pt x="130" y="287"/>
                    </a:lnTo>
                    <a:lnTo>
                      <a:pt x="130" y="289"/>
                    </a:lnTo>
                    <a:lnTo>
                      <a:pt x="130" y="289"/>
                    </a:lnTo>
                    <a:lnTo>
                      <a:pt x="130" y="289"/>
                    </a:lnTo>
                    <a:lnTo>
                      <a:pt x="130" y="292"/>
                    </a:lnTo>
                    <a:lnTo>
                      <a:pt x="132" y="292"/>
                    </a:lnTo>
                    <a:lnTo>
                      <a:pt x="132" y="292"/>
                    </a:lnTo>
                    <a:lnTo>
                      <a:pt x="132" y="292"/>
                    </a:lnTo>
                    <a:lnTo>
                      <a:pt x="132" y="292"/>
                    </a:lnTo>
                    <a:lnTo>
                      <a:pt x="135" y="292"/>
                    </a:lnTo>
                    <a:lnTo>
                      <a:pt x="135" y="294"/>
                    </a:lnTo>
                    <a:lnTo>
                      <a:pt x="135" y="294"/>
                    </a:lnTo>
                    <a:lnTo>
                      <a:pt x="135" y="294"/>
                    </a:lnTo>
                    <a:lnTo>
                      <a:pt x="135" y="294"/>
                    </a:lnTo>
                    <a:lnTo>
                      <a:pt x="137" y="294"/>
                    </a:lnTo>
                    <a:lnTo>
                      <a:pt x="137" y="297"/>
                    </a:lnTo>
                    <a:lnTo>
                      <a:pt x="135" y="297"/>
                    </a:lnTo>
                    <a:lnTo>
                      <a:pt x="135" y="297"/>
                    </a:lnTo>
                    <a:lnTo>
                      <a:pt x="137" y="297"/>
                    </a:lnTo>
                    <a:lnTo>
                      <a:pt x="137" y="299"/>
                    </a:lnTo>
                    <a:lnTo>
                      <a:pt x="135" y="299"/>
                    </a:lnTo>
                    <a:lnTo>
                      <a:pt x="135" y="299"/>
                    </a:lnTo>
                    <a:lnTo>
                      <a:pt x="135" y="299"/>
                    </a:lnTo>
                    <a:lnTo>
                      <a:pt x="135" y="301"/>
                    </a:lnTo>
                    <a:lnTo>
                      <a:pt x="135" y="301"/>
                    </a:lnTo>
                    <a:lnTo>
                      <a:pt x="135" y="301"/>
                    </a:lnTo>
                    <a:lnTo>
                      <a:pt x="137" y="301"/>
                    </a:lnTo>
                    <a:lnTo>
                      <a:pt x="137" y="304"/>
                    </a:lnTo>
                    <a:lnTo>
                      <a:pt x="137" y="304"/>
                    </a:lnTo>
                    <a:lnTo>
                      <a:pt x="137" y="304"/>
                    </a:lnTo>
                    <a:lnTo>
                      <a:pt x="137" y="304"/>
                    </a:lnTo>
                    <a:lnTo>
                      <a:pt x="137" y="304"/>
                    </a:lnTo>
                    <a:lnTo>
                      <a:pt x="137" y="306"/>
                    </a:lnTo>
                    <a:lnTo>
                      <a:pt x="137" y="306"/>
                    </a:lnTo>
                    <a:lnTo>
                      <a:pt x="139" y="306"/>
                    </a:lnTo>
                    <a:lnTo>
                      <a:pt x="139" y="308"/>
                    </a:lnTo>
                    <a:lnTo>
                      <a:pt x="139" y="308"/>
                    </a:lnTo>
                    <a:lnTo>
                      <a:pt x="139" y="311"/>
                    </a:lnTo>
                    <a:lnTo>
                      <a:pt x="139" y="311"/>
                    </a:lnTo>
                    <a:lnTo>
                      <a:pt x="139" y="311"/>
                    </a:lnTo>
                    <a:lnTo>
                      <a:pt x="142" y="311"/>
                    </a:lnTo>
                    <a:lnTo>
                      <a:pt x="142" y="311"/>
                    </a:lnTo>
                    <a:lnTo>
                      <a:pt x="142" y="311"/>
                    </a:lnTo>
                    <a:lnTo>
                      <a:pt x="142" y="308"/>
                    </a:lnTo>
                    <a:lnTo>
                      <a:pt x="142" y="308"/>
                    </a:lnTo>
                    <a:lnTo>
                      <a:pt x="142" y="308"/>
                    </a:lnTo>
                    <a:lnTo>
                      <a:pt x="144" y="308"/>
                    </a:lnTo>
                    <a:lnTo>
                      <a:pt x="144" y="308"/>
                    </a:lnTo>
                    <a:lnTo>
                      <a:pt x="144" y="308"/>
                    </a:lnTo>
                    <a:lnTo>
                      <a:pt x="144" y="311"/>
                    </a:lnTo>
                    <a:lnTo>
                      <a:pt x="144" y="311"/>
                    </a:lnTo>
                    <a:lnTo>
                      <a:pt x="144" y="313"/>
                    </a:lnTo>
                    <a:lnTo>
                      <a:pt x="144" y="313"/>
                    </a:lnTo>
                    <a:lnTo>
                      <a:pt x="144" y="313"/>
                    </a:lnTo>
                    <a:lnTo>
                      <a:pt x="144" y="313"/>
                    </a:lnTo>
                    <a:lnTo>
                      <a:pt x="142" y="313"/>
                    </a:lnTo>
                    <a:lnTo>
                      <a:pt x="142" y="316"/>
                    </a:lnTo>
                    <a:lnTo>
                      <a:pt x="142" y="316"/>
                    </a:lnTo>
                    <a:lnTo>
                      <a:pt x="142" y="316"/>
                    </a:lnTo>
                    <a:lnTo>
                      <a:pt x="139" y="316"/>
                    </a:lnTo>
                    <a:lnTo>
                      <a:pt x="139" y="316"/>
                    </a:lnTo>
                    <a:lnTo>
                      <a:pt x="139" y="316"/>
                    </a:lnTo>
                    <a:lnTo>
                      <a:pt x="137" y="316"/>
                    </a:lnTo>
                    <a:lnTo>
                      <a:pt x="137" y="318"/>
                    </a:lnTo>
                    <a:lnTo>
                      <a:pt x="137" y="318"/>
                    </a:lnTo>
                    <a:lnTo>
                      <a:pt x="137" y="318"/>
                    </a:lnTo>
                    <a:lnTo>
                      <a:pt x="137" y="318"/>
                    </a:lnTo>
                    <a:lnTo>
                      <a:pt x="137" y="320"/>
                    </a:lnTo>
                    <a:lnTo>
                      <a:pt x="137" y="320"/>
                    </a:lnTo>
                    <a:lnTo>
                      <a:pt x="137" y="320"/>
                    </a:lnTo>
                    <a:lnTo>
                      <a:pt x="137" y="323"/>
                    </a:lnTo>
                    <a:lnTo>
                      <a:pt x="137" y="323"/>
                    </a:lnTo>
                    <a:lnTo>
                      <a:pt x="137" y="323"/>
                    </a:lnTo>
                    <a:lnTo>
                      <a:pt x="137" y="323"/>
                    </a:lnTo>
                    <a:lnTo>
                      <a:pt x="137" y="323"/>
                    </a:lnTo>
                    <a:lnTo>
                      <a:pt x="137" y="325"/>
                    </a:lnTo>
                    <a:lnTo>
                      <a:pt x="137" y="325"/>
                    </a:lnTo>
                    <a:lnTo>
                      <a:pt x="137" y="325"/>
                    </a:lnTo>
                    <a:lnTo>
                      <a:pt x="137" y="327"/>
                    </a:lnTo>
                    <a:lnTo>
                      <a:pt x="137" y="327"/>
                    </a:lnTo>
                    <a:lnTo>
                      <a:pt x="137" y="327"/>
                    </a:lnTo>
                    <a:lnTo>
                      <a:pt x="137" y="330"/>
                    </a:lnTo>
                    <a:lnTo>
                      <a:pt x="137" y="330"/>
                    </a:lnTo>
                    <a:lnTo>
                      <a:pt x="137" y="332"/>
                    </a:lnTo>
                    <a:lnTo>
                      <a:pt x="137" y="332"/>
                    </a:lnTo>
                    <a:lnTo>
                      <a:pt x="137" y="332"/>
                    </a:lnTo>
                    <a:lnTo>
                      <a:pt x="137" y="335"/>
                    </a:lnTo>
                    <a:lnTo>
                      <a:pt x="137" y="335"/>
                    </a:lnTo>
                    <a:lnTo>
                      <a:pt x="137" y="335"/>
                    </a:lnTo>
                    <a:lnTo>
                      <a:pt x="137" y="335"/>
                    </a:lnTo>
                    <a:lnTo>
                      <a:pt x="135" y="335"/>
                    </a:lnTo>
                    <a:lnTo>
                      <a:pt x="135" y="335"/>
                    </a:lnTo>
                    <a:lnTo>
                      <a:pt x="132" y="335"/>
                    </a:lnTo>
                    <a:lnTo>
                      <a:pt x="132" y="335"/>
                    </a:lnTo>
                    <a:lnTo>
                      <a:pt x="132" y="337"/>
                    </a:lnTo>
                    <a:lnTo>
                      <a:pt x="132" y="337"/>
                    </a:lnTo>
                    <a:lnTo>
                      <a:pt x="132" y="337"/>
                    </a:lnTo>
                    <a:lnTo>
                      <a:pt x="132" y="337"/>
                    </a:lnTo>
                    <a:lnTo>
                      <a:pt x="132" y="337"/>
                    </a:lnTo>
                    <a:lnTo>
                      <a:pt x="130" y="337"/>
                    </a:lnTo>
                    <a:lnTo>
                      <a:pt x="130" y="337"/>
                    </a:lnTo>
                    <a:lnTo>
                      <a:pt x="130" y="337"/>
                    </a:lnTo>
                    <a:lnTo>
                      <a:pt x="130" y="339"/>
                    </a:lnTo>
                    <a:lnTo>
                      <a:pt x="130" y="339"/>
                    </a:lnTo>
                    <a:lnTo>
                      <a:pt x="130" y="339"/>
                    </a:lnTo>
                    <a:lnTo>
                      <a:pt x="130" y="342"/>
                    </a:lnTo>
                    <a:lnTo>
                      <a:pt x="130" y="342"/>
                    </a:lnTo>
                    <a:lnTo>
                      <a:pt x="130" y="344"/>
                    </a:lnTo>
                    <a:lnTo>
                      <a:pt x="130" y="344"/>
                    </a:lnTo>
                    <a:lnTo>
                      <a:pt x="130" y="344"/>
                    </a:lnTo>
                    <a:lnTo>
                      <a:pt x="130" y="344"/>
                    </a:lnTo>
                    <a:lnTo>
                      <a:pt x="130" y="346"/>
                    </a:lnTo>
                    <a:lnTo>
                      <a:pt x="130" y="346"/>
                    </a:lnTo>
                    <a:lnTo>
                      <a:pt x="130" y="349"/>
                    </a:lnTo>
                    <a:lnTo>
                      <a:pt x="130" y="349"/>
                    </a:lnTo>
                    <a:lnTo>
                      <a:pt x="130" y="349"/>
                    </a:lnTo>
                    <a:lnTo>
                      <a:pt x="130" y="351"/>
                    </a:lnTo>
                    <a:lnTo>
                      <a:pt x="132" y="351"/>
                    </a:lnTo>
                    <a:lnTo>
                      <a:pt x="132" y="351"/>
                    </a:lnTo>
                    <a:lnTo>
                      <a:pt x="132" y="351"/>
                    </a:lnTo>
                    <a:lnTo>
                      <a:pt x="132" y="353"/>
                    </a:lnTo>
                    <a:lnTo>
                      <a:pt x="132" y="353"/>
                    </a:lnTo>
                    <a:lnTo>
                      <a:pt x="132" y="353"/>
                    </a:lnTo>
                    <a:lnTo>
                      <a:pt x="135" y="353"/>
                    </a:lnTo>
                    <a:lnTo>
                      <a:pt x="135" y="353"/>
                    </a:lnTo>
                    <a:lnTo>
                      <a:pt x="135" y="356"/>
                    </a:lnTo>
                    <a:lnTo>
                      <a:pt x="135" y="356"/>
                    </a:lnTo>
                    <a:lnTo>
                      <a:pt x="135" y="356"/>
                    </a:lnTo>
                    <a:lnTo>
                      <a:pt x="135" y="358"/>
                    </a:lnTo>
                    <a:lnTo>
                      <a:pt x="137" y="358"/>
                    </a:lnTo>
                    <a:lnTo>
                      <a:pt x="137" y="358"/>
                    </a:lnTo>
                    <a:lnTo>
                      <a:pt x="137" y="358"/>
                    </a:lnTo>
                    <a:lnTo>
                      <a:pt x="137" y="361"/>
                    </a:lnTo>
                    <a:lnTo>
                      <a:pt x="137" y="361"/>
                    </a:lnTo>
                    <a:lnTo>
                      <a:pt x="137" y="361"/>
                    </a:lnTo>
                    <a:lnTo>
                      <a:pt x="137" y="363"/>
                    </a:lnTo>
                    <a:lnTo>
                      <a:pt x="139" y="363"/>
                    </a:lnTo>
                    <a:lnTo>
                      <a:pt x="139" y="363"/>
                    </a:lnTo>
                    <a:lnTo>
                      <a:pt x="139" y="363"/>
                    </a:lnTo>
                    <a:lnTo>
                      <a:pt x="142" y="363"/>
                    </a:lnTo>
                    <a:lnTo>
                      <a:pt x="142" y="363"/>
                    </a:lnTo>
                    <a:lnTo>
                      <a:pt x="142" y="363"/>
                    </a:lnTo>
                    <a:lnTo>
                      <a:pt x="142" y="365"/>
                    </a:lnTo>
                    <a:lnTo>
                      <a:pt x="142" y="365"/>
                    </a:lnTo>
                    <a:lnTo>
                      <a:pt x="144" y="365"/>
                    </a:lnTo>
                    <a:lnTo>
                      <a:pt x="144" y="365"/>
                    </a:lnTo>
                    <a:lnTo>
                      <a:pt x="144" y="365"/>
                    </a:lnTo>
                    <a:lnTo>
                      <a:pt x="144" y="368"/>
                    </a:lnTo>
                    <a:lnTo>
                      <a:pt x="144" y="368"/>
                    </a:lnTo>
                    <a:lnTo>
                      <a:pt x="144" y="368"/>
                    </a:lnTo>
                    <a:lnTo>
                      <a:pt x="146" y="368"/>
                    </a:lnTo>
                    <a:lnTo>
                      <a:pt x="146" y="370"/>
                    </a:lnTo>
                    <a:lnTo>
                      <a:pt x="146" y="370"/>
                    </a:lnTo>
                    <a:lnTo>
                      <a:pt x="146" y="370"/>
                    </a:lnTo>
                    <a:lnTo>
                      <a:pt x="146" y="372"/>
                    </a:lnTo>
                    <a:lnTo>
                      <a:pt x="149" y="372"/>
                    </a:lnTo>
                    <a:lnTo>
                      <a:pt x="149" y="372"/>
                    </a:lnTo>
                    <a:lnTo>
                      <a:pt x="149" y="372"/>
                    </a:lnTo>
                    <a:lnTo>
                      <a:pt x="149" y="372"/>
                    </a:lnTo>
                    <a:lnTo>
                      <a:pt x="149" y="375"/>
                    </a:lnTo>
                    <a:lnTo>
                      <a:pt x="149" y="375"/>
                    </a:lnTo>
                    <a:lnTo>
                      <a:pt x="149" y="375"/>
                    </a:lnTo>
                    <a:lnTo>
                      <a:pt x="149" y="377"/>
                    </a:lnTo>
                    <a:lnTo>
                      <a:pt x="149" y="377"/>
                    </a:lnTo>
                    <a:lnTo>
                      <a:pt x="149" y="380"/>
                    </a:lnTo>
                    <a:lnTo>
                      <a:pt x="149" y="380"/>
                    </a:lnTo>
                    <a:lnTo>
                      <a:pt x="149" y="382"/>
                    </a:lnTo>
                    <a:lnTo>
                      <a:pt x="151" y="382"/>
                    </a:lnTo>
                    <a:lnTo>
                      <a:pt x="151" y="382"/>
                    </a:lnTo>
                    <a:lnTo>
                      <a:pt x="151" y="382"/>
                    </a:lnTo>
                    <a:lnTo>
                      <a:pt x="151" y="384"/>
                    </a:lnTo>
                    <a:lnTo>
                      <a:pt x="151" y="384"/>
                    </a:lnTo>
                    <a:lnTo>
                      <a:pt x="151" y="387"/>
                    </a:lnTo>
                    <a:lnTo>
                      <a:pt x="151" y="387"/>
                    </a:lnTo>
                    <a:lnTo>
                      <a:pt x="151" y="389"/>
                    </a:lnTo>
                    <a:lnTo>
                      <a:pt x="151" y="389"/>
                    </a:lnTo>
                    <a:lnTo>
                      <a:pt x="149" y="389"/>
                    </a:lnTo>
                    <a:lnTo>
                      <a:pt x="149" y="389"/>
                    </a:lnTo>
                    <a:lnTo>
                      <a:pt x="149" y="391"/>
                    </a:lnTo>
                    <a:lnTo>
                      <a:pt x="149" y="391"/>
                    </a:lnTo>
                    <a:lnTo>
                      <a:pt x="149" y="391"/>
                    </a:lnTo>
                    <a:lnTo>
                      <a:pt x="149" y="394"/>
                    </a:lnTo>
                    <a:lnTo>
                      <a:pt x="149" y="394"/>
                    </a:lnTo>
                    <a:lnTo>
                      <a:pt x="149" y="394"/>
                    </a:lnTo>
                    <a:lnTo>
                      <a:pt x="151" y="394"/>
                    </a:lnTo>
                    <a:lnTo>
                      <a:pt x="151" y="396"/>
                    </a:lnTo>
                    <a:lnTo>
                      <a:pt x="151" y="396"/>
                    </a:lnTo>
                    <a:lnTo>
                      <a:pt x="151" y="398"/>
                    </a:lnTo>
                    <a:lnTo>
                      <a:pt x="151" y="398"/>
                    </a:lnTo>
                    <a:lnTo>
                      <a:pt x="151" y="401"/>
                    </a:lnTo>
                    <a:lnTo>
                      <a:pt x="151" y="401"/>
                    </a:lnTo>
                    <a:lnTo>
                      <a:pt x="151" y="401"/>
                    </a:lnTo>
                    <a:lnTo>
                      <a:pt x="151" y="403"/>
                    </a:lnTo>
                    <a:lnTo>
                      <a:pt x="151" y="403"/>
                    </a:lnTo>
                    <a:lnTo>
                      <a:pt x="151" y="403"/>
                    </a:lnTo>
                    <a:lnTo>
                      <a:pt x="154" y="403"/>
                    </a:lnTo>
                    <a:lnTo>
                      <a:pt x="154" y="403"/>
                    </a:lnTo>
                    <a:lnTo>
                      <a:pt x="154" y="403"/>
                    </a:lnTo>
                    <a:lnTo>
                      <a:pt x="156" y="403"/>
                    </a:lnTo>
                    <a:lnTo>
                      <a:pt x="156" y="406"/>
                    </a:lnTo>
                    <a:lnTo>
                      <a:pt x="156" y="406"/>
                    </a:lnTo>
                    <a:lnTo>
                      <a:pt x="156" y="406"/>
                    </a:lnTo>
                    <a:lnTo>
                      <a:pt x="156" y="406"/>
                    </a:lnTo>
                    <a:lnTo>
                      <a:pt x="156" y="408"/>
                    </a:lnTo>
                    <a:lnTo>
                      <a:pt x="156" y="408"/>
                    </a:lnTo>
                    <a:lnTo>
                      <a:pt x="156" y="410"/>
                    </a:lnTo>
                    <a:lnTo>
                      <a:pt x="156" y="410"/>
                    </a:lnTo>
                    <a:lnTo>
                      <a:pt x="156" y="410"/>
                    </a:lnTo>
                    <a:lnTo>
                      <a:pt x="156" y="413"/>
                    </a:lnTo>
                    <a:lnTo>
                      <a:pt x="156" y="413"/>
                    </a:lnTo>
                    <a:lnTo>
                      <a:pt x="156" y="413"/>
                    </a:lnTo>
                    <a:lnTo>
                      <a:pt x="156" y="413"/>
                    </a:lnTo>
                    <a:lnTo>
                      <a:pt x="156" y="415"/>
                    </a:lnTo>
                    <a:lnTo>
                      <a:pt x="156" y="415"/>
                    </a:lnTo>
                    <a:lnTo>
                      <a:pt x="156" y="417"/>
                    </a:lnTo>
                    <a:lnTo>
                      <a:pt x="158" y="417"/>
                    </a:lnTo>
                    <a:lnTo>
                      <a:pt x="158" y="417"/>
                    </a:lnTo>
                    <a:lnTo>
                      <a:pt x="158" y="417"/>
                    </a:lnTo>
                    <a:lnTo>
                      <a:pt x="158" y="417"/>
                    </a:lnTo>
                    <a:lnTo>
                      <a:pt x="158" y="420"/>
                    </a:lnTo>
                    <a:lnTo>
                      <a:pt x="158" y="420"/>
                    </a:lnTo>
                    <a:lnTo>
                      <a:pt x="158" y="420"/>
                    </a:lnTo>
                    <a:lnTo>
                      <a:pt x="158" y="422"/>
                    </a:lnTo>
                    <a:lnTo>
                      <a:pt x="158" y="422"/>
                    </a:lnTo>
                    <a:lnTo>
                      <a:pt x="158" y="422"/>
                    </a:lnTo>
                    <a:lnTo>
                      <a:pt x="158" y="422"/>
                    </a:lnTo>
                    <a:lnTo>
                      <a:pt x="158" y="425"/>
                    </a:lnTo>
                    <a:lnTo>
                      <a:pt x="161" y="425"/>
                    </a:lnTo>
                    <a:lnTo>
                      <a:pt x="161" y="425"/>
                    </a:lnTo>
                    <a:lnTo>
                      <a:pt x="161" y="427"/>
                    </a:lnTo>
                    <a:lnTo>
                      <a:pt x="158" y="427"/>
                    </a:lnTo>
                    <a:lnTo>
                      <a:pt x="158" y="427"/>
                    </a:lnTo>
                    <a:lnTo>
                      <a:pt x="158" y="427"/>
                    </a:lnTo>
                    <a:lnTo>
                      <a:pt x="158" y="429"/>
                    </a:lnTo>
                    <a:lnTo>
                      <a:pt x="158" y="429"/>
                    </a:lnTo>
                    <a:lnTo>
                      <a:pt x="158" y="429"/>
                    </a:lnTo>
                    <a:lnTo>
                      <a:pt x="156" y="429"/>
                    </a:lnTo>
                    <a:lnTo>
                      <a:pt x="156" y="429"/>
                    </a:lnTo>
                    <a:lnTo>
                      <a:pt x="156" y="432"/>
                    </a:lnTo>
                    <a:lnTo>
                      <a:pt x="156" y="432"/>
                    </a:lnTo>
                    <a:lnTo>
                      <a:pt x="156" y="432"/>
                    </a:lnTo>
                    <a:lnTo>
                      <a:pt x="156" y="432"/>
                    </a:lnTo>
                    <a:lnTo>
                      <a:pt x="156" y="434"/>
                    </a:lnTo>
                    <a:lnTo>
                      <a:pt x="156" y="434"/>
                    </a:lnTo>
                    <a:lnTo>
                      <a:pt x="156" y="436"/>
                    </a:lnTo>
                    <a:lnTo>
                      <a:pt x="154" y="436"/>
                    </a:lnTo>
                    <a:lnTo>
                      <a:pt x="154" y="436"/>
                    </a:lnTo>
                    <a:lnTo>
                      <a:pt x="154" y="436"/>
                    </a:lnTo>
                    <a:lnTo>
                      <a:pt x="154" y="439"/>
                    </a:lnTo>
                    <a:lnTo>
                      <a:pt x="154" y="439"/>
                    </a:lnTo>
                    <a:lnTo>
                      <a:pt x="151" y="439"/>
                    </a:lnTo>
                    <a:lnTo>
                      <a:pt x="151" y="441"/>
                    </a:lnTo>
                    <a:lnTo>
                      <a:pt x="151" y="441"/>
                    </a:lnTo>
                    <a:lnTo>
                      <a:pt x="151" y="441"/>
                    </a:lnTo>
                    <a:lnTo>
                      <a:pt x="151" y="441"/>
                    </a:lnTo>
                    <a:lnTo>
                      <a:pt x="151" y="441"/>
                    </a:lnTo>
                    <a:lnTo>
                      <a:pt x="151" y="444"/>
                    </a:lnTo>
                    <a:lnTo>
                      <a:pt x="149" y="444"/>
                    </a:lnTo>
                    <a:lnTo>
                      <a:pt x="149" y="444"/>
                    </a:lnTo>
                    <a:lnTo>
                      <a:pt x="149" y="444"/>
                    </a:lnTo>
                    <a:lnTo>
                      <a:pt x="149" y="446"/>
                    </a:lnTo>
                    <a:lnTo>
                      <a:pt x="149" y="446"/>
                    </a:lnTo>
                    <a:lnTo>
                      <a:pt x="149" y="446"/>
                    </a:lnTo>
                    <a:lnTo>
                      <a:pt x="146" y="446"/>
                    </a:lnTo>
                    <a:lnTo>
                      <a:pt x="146" y="446"/>
                    </a:lnTo>
                    <a:lnTo>
                      <a:pt x="146" y="448"/>
                    </a:lnTo>
                    <a:lnTo>
                      <a:pt x="146" y="448"/>
                    </a:lnTo>
                    <a:lnTo>
                      <a:pt x="146" y="451"/>
                    </a:lnTo>
                    <a:lnTo>
                      <a:pt x="144" y="451"/>
                    </a:lnTo>
                    <a:lnTo>
                      <a:pt x="144" y="451"/>
                    </a:lnTo>
                    <a:lnTo>
                      <a:pt x="144" y="451"/>
                    </a:lnTo>
                    <a:lnTo>
                      <a:pt x="144" y="451"/>
                    </a:lnTo>
                    <a:lnTo>
                      <a:pt x="144" y="451"/>
                    </a:lnTo>
                    <a:lnTo>
                      <a:pt x="142" y="451"/>
                    </a:lnTo>
                    <a:lnTo>
                      <a:pt x="142" y="453"/>
                    </a:lnTo>
                    <a:lnTo>
                      <a:pt x="142" y="453"/>
                    </a:lnTo>
                    <a:lnTo>
                      <a:pt x="142" y="453"/>
                    </a:lnTo>
                    <a:lnTo>
                      <a:pt x="142" y="455"/>
                    </a:lnTo>
                    <a:lnTo>
                      <a:pt x="142" y="455"/>
                    </a:lnTo>
                    <a:lnTo>
                      <a:pt x="142" y="458"/>
                    </a:lnTo>
                    <a:lnTo>
                      <a:pt x="142" y="458"/>
                    </a:lnTo>
                    <a:lnTo>
                      <a:pt x="142" y="458"/>
                    </a:lnTo>
                    <a:lnTo>
                      <a:pt x="142" y="458"/>
                    </a:lnTo>
                    <a:lnTo>
                      <a:pt x="142" y="460"/>
                    </a:lnTo>
                    <a:lnTo>
                      <a:pt x="142" y="460"/>
                    </a:lnTo>
                    <a:lnTo>
                      <a:pt x="142" y="460"/>
                    </a:lnTo>
                    <a:lnTo>
                      <a:pt x="142" y="462"/>
                    </a:lnTo>
                    <a:lnTo>
                      <a:pt x="142" y="462"/>
                    </a:lnTo>
                    <a:lnTo>
                      <a:pt x="142" y="462"/>
                    </a:lnTo>
                    <a:lnTo>
                      <a:pt x="139" y="462"/>
                    </a:lnTo>
                    <a:lnTo>
                      <a:pt x="139" y="465"/>
                    </a:lnTo>
                    <a:lnTo>
                      <a:pt x="139" y="465"/>
                    </a:lnTo>
                    <a:lnTo>
                      <a:pt x="139" y="467"/>
                    </a:lnTo>
                    <a:lnTo>
                      <a:pt x="139" y="467"/>
                    </a:lnTo>
                    <a:lnTo>
                      <a:pt x="139" y="467"/>
                    </a:lnTo>
                    <a:lnTo>
                      <a:pt x="137" y="467"/>
                    </a:lnTo>
                    <a:lnTo>
                      <a:pt x="137" y="470"/>
                    </a:lnTo>
                    <a:lnTo>
                      <a:pt x="137" y="470"/>
                    </a:lnTo>
                    <a:lnTo>
                      <a:pt x="137" y="470"/>
                    </a:lnTo>
                    <a:lnTo>
                      <a:pt x="137" y="472"/>
                    </a:lnTo>
                    <a:lnTo>
                      <a:pt x="137" y="472"/>
                    </a:lnTo>
                    <a:lnTo>
                      <a:pt x="137" y="472"/>
                    </a:lnTo>
                    <a:lnTo>
                      <a:pt x="137" y="472"/>
                    </a:lnTo>
                    <a:lnTo>
                      <a:pt x="135" y="472"/>
                    </a:lnTo>
                    <a:lnTo>
                      <a:pt x="135" y="472"/>
                    </a:lnTo>
                    <a:lnTo>
                      <a:pt x="135" y="472"/>
                    </a:lnTo>
                    <a:lnTo>
                      <a:pt x="135" y="472"/>
                    </a:lnTo>
                    <a:lnTo>
                      <a:pt x="135" y="470"/>
                    </a:lnTo>
                    <a:lnTo>
                      <a:pt x="135" y="470"/>
                    </a:lnTo>
                    <a:lnTo>
                      <a:pt x="135" y="470"/>
                    </a:lnTo>
                    <a:lnTo>
                      <a:pt x="135" y="467"/>
                    </a:lnTo>
                    <a:lnTo>
                      <a:pt x="135" y="467"/>
                    </a:lnTo>
                    <a:lnTo>
                      <a:pt x="135" y="467"/>
                    </a:lnTo>
                    <a:lnTo>
                      <a:pt x="135" y="465"/>
                    </a:lnTo>
                    <a:lnTo>
                      <a:pt x="135" y="465"/>
                    </a:lnTo>
                    <a:lnTo>
                      <a:pt x="135" y="465"/>
                    </a:lnTo>
                    <a:lnTo>
                      <a:pt x="135" y="462"/>
                    </a:lnTo>
                    <a:lnTo>
                      <a:pt x="135" y="462"/>
                    </a:lnTo>
                    <a:lnTo>
                      <a:pt x="135" y="462"/>
                    </a:lnTo>
                    <a:lnTo>
                      <a:pt x="135" y="460"/>
                    </a:lnTo>
                    <a:lnTo>
                      <a:pt x="135" y="460"/>
                    </a:lnTo>
                    <a:lnTo>
                      <a:pt x="135" y="460"/>
                    </a:lnTo>
                    <a:lnTo>
                      <a:pt x="135" y="458"/>
                    </a:lnTo>
                    <a:lnTo>
                      <a:pt x="135" y="458"/>
                    </a:lnTo>
                    <a:lnTo>
                      <a:pt x="135" y="455"/>
                    </a:lnTo>
                    <a:lnTo>
                      <a:pt x="132" y="455"/>
                    </a:lnTo>
                    <a:lnTo>
                      <a:pt x="132" y="455"/>
                    </a:lnTo>
                    <a:lnTo>
                      <a:pt x="132" y="453"/>
                    </a:lnTo>
                    <a:lnTo>
                      <a:pt x="132" y="453"/>
                    </a:lnTo>
                    <a:lnTo>
                      <a:pt x="135" y="453"/>
                    </a:lnTo>
                    <a:lnTo>
                      <a:pt x="135" y="451"/>
                    </a:lnTo>
                    <a:lnTo>
                      <a:pt x="135" y="451"/>
                    </a:lnTo>
                    <a:lnTo>
                      <a:pt x="135" y="451"/>
                    </a:lnTo>
                    <a:lnTo>
                      <a:pt x="135" y="448"/>
                    </a:lnTo>
                    <a:lnTo>
                      <a:pt x="135" y="448"/>
                    </a:lnTo>
                    <a:lnTo>
                      <a:pt x="132" y="448"/>
                    </a:lnTo>
                    <a:lnTo>
                      <a:pt x="132" y="446"/>
                    </a:lnTo>
                    <a:lnTo>
                      <a:pt x="132" y="446"/>
                    </a:lnTo>
                    <a:lnTo>
                      <a:pt x="132" y="444"/>
                    </a:lnTo>
                    <a:lnTo>
                      <a:pt x="135" y="444"/>
                    </a:lnTo>
                    <a:lnTo>
                      <a:pt x="135" y="444"/>
                    </a:lnTo>
                    <a:lnTo>
                      <a:pt x="135" y="444"/>
                    </a:lnTo>
                    <a:lnTo>
                      <a:pt x="135" y="441"/>
                    </a:lnTo>
                    <a:lnTo>
                      <a:pt x="137" y="441"/>
                    </a:lnTo>
                    <a:lnTo>
                      <a:pt x="137" y="444"/>
                    </a:lnTo>
                    <a:lnTo>
                      <a:pt x="137" y="444"/>
                    </a:lnTo>
                    <a:lnTo>
                      <a:pt x="137" y="444"/>
                    </a:lnTo>
                    <a:lnTo>
                      <a:pt x="137" y="441"/>
                    </a:lnTo>
                    <a:lnTo>
                      <a:pt x="137" y="441"/>
                    </a:lnTo>
                    <a:lnTo>
                      <a:pt x="139" y="441"/>
                    </a:lnTo>
                    <a:lnTo>
                      <a:pt x="139" y="441"/>
                    </a:lnTo>
                    <a:lnTo>
                      <a:pt x="139" y="441"/>
                    </a:lnTo>
                    <a:lnTo>
                      <a:pt x="139" y="439"/>
                    </a:lnTo>
                    <a:lnTo>
                      <a:pt x="139" y="439"/>
                    </a:lnTo>
                    <a:lnTo>
                      <a:pt x="139" y="436"/>
                    </a:lnTo>
                    <a:lnTo>
                      <a:pt x="139" y="436"/>
                    </a:lnTo>
                    <a:lnTo>
                      <a:pt x="139" y="436"/>
                    </a:lnTo>
                    <a:lnTo>
                      <a:pt x="139" y="434"/>
                    </a:lnTo>
                    <a:lnTo>
                      <a:pt x="139" y="434"/>
                    </a:lnTo>
                    <a:lnTo>
                      <a:pt x="139" y="432"/>
                    </a:lnTo>
                    <a:lnTo>
                      <a:pt x="139" y="432"/>
                    </a:lnTo>
                    <a:lnTo>
                      <a:pt x="139" y="432"/>
                    </a:lnTo>
                    <a:lnTo>
                      <a:pt x="139" y="432"/>
                    </a:lnTo>
                    <a:lnTo>
                      <a:pt x="139" y="429"/>
                    </a:lnTo>
                    <a:lnTo>
                      <a:pt x="139" y="429"/>
                    </a:lnTo>
                    <a:lnTo>
                      <a:pt x="139" y="429"/>
                    </a:lnTo>
                    <a:lnTo>
                      <a:pt x="137" y="429"/>
                    </a:lnTo>
                    <a:lnTo>
                      <a:pt x="137" y="427"/>
                    </a:lnTo>
                    <a:lnTo>
                      <a:pt x="137" y="427"/>
                    </a:lnTo>
                    <a:lnTo>
                      <a:pt x="137" y="429"/>
                    </a:lnTo>
                    <a:lnTo>
                      <a:pt x="137" y="429"/>
                    </a:lnTo>
                    <a:lnTo>
                      <a:pt x="137" y="432"/>
                    </a:lnTo>
                    <a:lnTo>
                      <a:pt x="137" y="432"/>
                    </a:lnTo>
                    <a:lnTo>
                      <a:pt x="137" y="432"/>
                    </a:lnTo>
                    <a:lnTo>
                      <a:pt x="137" y="432"/>
                    </a:lnTo>
                    <a:lnTo>
                      <a:pt x="137" y="434"/>
                    </a:lnTo>
                    <a:lnTo>
                      <a:pt x="137" y="434"/>
                    </a:lnTo>
                    <a:lnTo>
                      <a:pt x="137" y="436"/>
                    </a:lnTo>
                    <a:lnTo>
                      <a:pt x="135" y="436"/>
                    </a:lnTo>
                    <a:lnTo>
                      <a:pt x="135" y="436"/>
                    </a:lnTo>
                    <a:lnTo>
                      <a:pt x="135" y="434"/>
                    </a:lnTo>
                    <a:lnTo>
                      <a:pt x="135" y="434"/>
                    </a:lnTo>
                    <a:lnTo>
                      <a:pt x="135" y="434"/>
                    </a:lnTo>
                    <a:lnTo>
                      <a:pt x="135" y="432"/>
                    </a:lnTo>
                    <a:lnTo>
                      <a:pt x="135" y="432"/>
                    </a:lnTo>
                    <a:lnTo>
                      <a:pt x="135" y="432"/>
                    </a:lnTo>
                    <a:lnTo>
                      <a:pt x="132" y="432"/>
                    </a:lnTo>
                    <a:lnTo>
                      <a:pt x="132" y="432"/>
                    </a:lnTo>
                    <a:lnTo>
                      <a:pt x="132" y="432"/>
                    </a:lnTo>
                    <a:lnTo>
                      <a:pt x="132" y="429"/>
                    </a:lnTo>
                    <a:lnTo>
                      <a:pt x="132" y="429"/>
                    </a:lnTo>
                    <a:lnTo>
                      <a:pt x="132" y="427"/>
                    </a:lnTo>
                    <a:lnTo>
                      <a:pt x="132" y="427"/>
                    </a:lnTo>
                    <a:lnTo>
                      <a:pt x="132" y="429"/>
                    </a:lnTo>
                    <a:lnTo>
                      <a:pt x="132" y="429"/>
                    </a:lnTo>
                    <a:lnTo>
                      <a:pt x="130" y="429"/>
                    </a:lnTo>
                    <a:lnTo>
                      <a:pt x="130" y="432"/>
                    </a:lnTo>
                    <a:lnTo>
                      <a:pt x="132" y="432"/>
                    </a:lnTo>
                    <a:lnTo>
                      <a:pt x="132" y="432"/>
                    </a:lnTo>
                    <a:lnTo>
                      <a:pt x="132" y="432"/>
                    </a:lnTo>
                    <a:lnTo>
                      <a:pt x="130" y="432"/>
                    </a:lnTo>
                    <a:lnTo>
                      <a:pt x="130" y="434"/>
                    </a:lnTo>
                    <a:lnTo>
                      <a:pt x="130" y="434"/>
                    </a:lnTo>
                    <a:lnTo>
                      <a:pt x="130" y="436"/>
                    </a:lnTo>
                    <a:lnTo>
                      <a:pt x="130" y="436"/>
                    </a:lnTo>
                    <a:lnTo>
                      <a:pt x="130" y="439"/>
                    </a:lnTo>
                    <a:lnTo>
                      <a:pt x="130" y="439"/>
                    </a:lnTo>
                    <a:lnTo>
                      <a:pt x="132" y="439"/>
                    </a:lnTo>
                    <a:lnTo>
                      <a:pt x="132" y="441"/>
                    </a:lnTo>
                    <a:lnTo>
                      <a:pt x="130" y="441"/>
                    </a:lnTo>
                    <a:lnTo>
                      <a:pt x="130" y="441"/>
                    </a:lnTo>
                    <a:lnTo>
                      <a:pt x="130" y="441"/>
                    </a:lnTo>
                    <a:lnTo>
                      <a:pt x="130" y="441"/>
                    </a:lnTo>
                    <a:lnTo>
                      <a:pt x="130" y="441"/>
                    </a:lnTo>
                    <a:lnTo>
                      <a:pt x="130" y="439"/>
                    </a:lnTo>
                    <a:lnTo>
                      <a:pt x="130" y="439"/>
                    </a:lnTo>
                    <a:lnTo>
                      <a:pt x="130" y="436"/>
                    </a:lnTo>
                    <a:lnTo>
                      <a:pt x="130" y="436"/>
                    </a:lnTo>
                    <a:lnTo>
                      <a:pt x="130" y="434"/>
                    </a:lnTo>
                    <a:lnTo>
                      <a:pt x="128" y="434"/>
                    </a:lnTo>
                    <a:lnTo>
                      <a:pt x="128" y="436"/>
                    </a:lnTo>
                    <a:lnTo>
                      <a:pt x="128" y="436"/>
                    </a:lnTo>
                    <a:lnTo>
                      <a:pt x="128" y="436"/>
                    </a:lnTo>
                    <a:lnTo>
                      <a:pt x="128" y="436"/>
                    </a:lnTo>
                    <a:lnTo>
                      <a:pt x="125" y="436"/>
                    </a:lnTo>
                    <a:lnTo>
                      <a:pt x="125" y="434"/>
                    </a:lnTo>
                    <a:lnTo>
                      <a:pt x="125" y="434"/>
                    </a:lnTo>
                    <a:lnTo>
                      <a:pt x="125" y="432"/>
                    </a:lnTo>
                    <a:lnTo>
                      <a:pt x="128" y="432"/>
                    </a:lnTo>
                    <a:lnTo>
                      <a:pt x="128" y="432"/>
                    </a:lnTo>
                    <a:lnTo>
                      <a:pt x="128" y="432"/>
                    </a:lnTo>
                    <a:lnTo>
                      <a:pt x="128" y="432"/>
                    </a:lnTo>
                    <a:lnTo>
                      <a:pt x="128" y="429"/>
                    </a:lnTo>
                    <a:lnTo>
                      <a:pt x="130" y="429"/>
                    </a:lnTo>
                    <a:lnTo>
                      <a:pt x="130" y="429"/>
                    </a:lnTo>
                    <a:lnTo>
                      <a:pt x="130" y="427"/>
                    </a:lnTo>
                    <a:lnTo>
                      <a:pt x="130" y="427"/>
                    </a:lnTo>
                    <a:lnTo>
                      <a:pt x="130" y="427"/>
                    </a:lnTo>
                    <a:lnTo>
                      <a:pt x="130" y="425"/>
                    </a:lnTo>
                    <a:lnTo>
                      <a:pt x="130" y="425"/>
                    </a:lnTo>
                    <a:lnTo>
                      <a:pt x="130" y="425"/>
                    </a:lnTo>
                    <a:lnTo>
                      <a:pt x="128" y="425"/>
                    </a:lnTo>
                    <a:lnTo>
                      <a:pt x="128" y="422"/>
                    </a:lnTo>
                    <a:lnTo>
                      <a:pt x="130" y="422"/>
                    </a:lnTo>
                    <a:lnTo>
                      <a:pt x="130" y="422"/>
                    </a:lnTo>
                    <a:lnTo>
                      <a:pt x="130" y="422"/>
                    </a:lnTo>
                    <a:lnTo>
                      <a:pt x="130" y="422"/>
                    </a:lnTo>
                    <a:lnTo>
                      <a:pt x="130" y="422"/>
                    </a:lnTo>
                    <a:lnTo>
                      <a:pt x="130" y="420"/>
                    </a:lnTo>
                    <a:lnTo>
                      <a:pt x="130" y="420"/>
                    </a:lnTo>
                    <a:lnTo>
                      <a:pt x="130" y="420"/>
                    </a:lnTo>
                    <a:lnTo>
                      <a:pt x="130" y="422"/>
                    </a:lnTo>
                    <a:lnTo>
                      <a:pt x="130" y="422"/>
                    </a:lnTo>
                    <a:lnTo>
                      <a:pt x="132" y="422"/>
                    </a:lnTo>
                    <a:lnTo>
                      <a:pt x="132" y="422"/>
                    </a:lnTo>
                    <a:lnTo>
                      <a:pt x="132" y="425"/>
                    </a:lnTo>
                    <a:lnTo>
                      <a:pt x="132" y="425"/>
                    </a:lnTo>
                    <a:lnTo>
                      <a:pt x="132" y="425"/>
                    </a:lnTo>
                    <a:lnTo>
                      <a:pt x="132" y="425"/>
                    </a:lnTo>
                    <a:lnTo>
                      <a:pt x="132" y="422"/>
                    </a:lnTo>
                    <a:lnTo>
                      <a:pt x="132" y="422"/>
                    </a:lnTo>
                    <a:lnTo>
                      <a:pt x="135" y="422"/>
                    </a:lnTo>
                    <a:lnTo>
                      <a:pt x="135" y="422"/>
                    </a:lnTo>
                    <a:lnTo>
                      <a:pt x="132" y="422"/>
                    </a:lnTo>
                    <a:lnTo>
                      <a:pt x="132" y="422"/>
                    </a:lnTo>
                    <a:lnTo>
                      <a:pt x="132" y="420"/>
                    </a:lnTo>
                    <a:lnTo>
                      <a:pt x="132" y="420"/>
                    </a:lnTo>
                    <a:lnTo>
                      <a:pt x="132" y="420"/>
                    </a:lnTo>
                    <a:lnTo>
                      <a:pt x="132" y="417"/>
                    </a:lnTo>
                    <a:lnTo>
                      <a:pt x="132" y="417"/>
                    </a:lnTo>
                    <a:lnTo>
                      <a:pt x="132" y="415"/>
                    </a:lnTo>
                    <a:lnTo>
                      <a:pt x="132" y="415"/>
                    </a:lnTo>
                    <a:lnTo>
                      <a:pt x="132" y="413"/>
                    </a:lnTo>
                    <a:lnTo>
                      <a:pt x="132" y="413"/>
                    </a:lnTo>
                    <a:lnTo>
                      <a:pt x="132" y="413"/>
                    </a:lnTo>
                    <a:lnTo>
                      <a:pt x="130" y="413"/>
                    </a:lnTo>
                    <a:lnTo>
                      <a:pt x="130" y="413"/>
                    </a:lnTo>
                    <a:lnTo>
                      <a:pt x="130" y="413"/>
                    </a:lnTo>
                    <a:lnTo>
                      <a:pt x="130" y="415"/>
                    </a:lnTo>
                    <a:lnTo>
                      <a:pt x="130" y="415"/>
                    </a:lnTo>
                    <a:lnTo>
                      <a:pt x="130" y="415"/>
                    </a:lnTo>
                    <a:lnTo>
                      <a:pt x="130" y="415"/>
                    </a:lnTo>
                    <a:lnTo>
                      <a:pt x="130" y="415"/>
                    </a:lnTo>
                    <a:lnTo>
                      <a:pt x="128" y="415"/>
                    </a:lnTo>
                    <a:lnTo>
                      <a:pt x="128" y="417"/>
                    </a:lnTo>
                    <a:lnTo>
                      <a:pt x="128" y="417"/>
                    </a:lnTo>
                    <a:lnTo>
                      <a:pt x="125" y="417"/>
                    </a:lnTo>
                    <a:lnTo>
                      <a:pt x="125" y="417"/>
                    </a:lnTo>
                    <a:lnTo>
                      <a:pt x="125" y="417"/>
                    </a:lnTo>
                    <a:lnTo>
                      <a:pt x="125" y="420"/>
                    </a:lnTo>
                    <a:lnTo>
                      <a:pt x="125" y="420"/>
                    </a:lnTo>
                    <a:lnTo>
                      <a:pt x="125" y="420"/>
                    </a:lnTo>
                    <a:lnTo>
                      <a:pt x="125" y="420"/>
                    </a:lnTo>
                    <a:lnTo>
                      <a:pt x="125" y="422"/>
                    </a:lnTo>
                    <a:lnTo>
                      <a:pt x="125" y="422"/>
                    </a:lnTo>
                    <a:lnTo>
                      <a:pt x="125" y="422"/>
                    </a:lnTo>
                    <a:lnTo>
                      <a:pt x="123" y="422"/>
                    </a:lnTo>
                    <a:lnTo>
                      <a:pt x="123" y="422"/>
                    </a:lnTo>
                    <a:lnTo>
                      <a:pt x="123" y="422"/>
                    </a:lnTo>
                    <a:lnTo>
                      <a:pt x="123" y="420"/>
                    </a:lnTo>
                    <a:lnTo>
                      <a:pt x="123" y="420"/>
                    </a:lnTo>
                    <a:lnTo>
                      <a:pt x="123" y="417"/>
                    </a:lnTo>
                    <a:lnTo>
                      <a:pt x="123" y="417"/>
                    </a:lnTo>
                    <a:lnTo>
                      <a:pt x="123" y="417"/>
                    </a:lnTo>
                    <a:lnTo>
                      <a:pt x="123" y="415"/>
                    </a:lnTo>
                    <a:lnTo>
                      <a:pt x="123" y="415"/>
                    </a:lnTo>
                    <a:lnTo>
                      <a:pt x="123" y="415"/>
                    </a:lnTo>
                    <a:lnTo>
                      <a:pt x="123" y="415"/>
                    </a:lnTo>
                    <a:lnTo>
                      <a:pt x="120" y="415"/>
                    </a:lnTo>
                    <a:lnTo>
                      <a:pt x="120" y="413"/>
                    </a:lnTo>
                    <a:lnTo>
                      <a:pt x="120" y="413"/>
                    </a:lnTo>
                    <a:lnTo>
                      <a:pt x="118" y="413"/>
                    </a:lnTo>
                    <a:lnTo>
                      <a:pt x="118" y="413"/>
                    </a:lnTo>
                    <a:lnTo>
                      <a:pt x="118" y="413"/>
                    </a:lnTo>
                    <a:lnTo>
                      <a:pt x="120" y="413"/>
                    </a:lnTo>
                    <a:lnTo>
                      <a:pt x="120" y="413"/>
                    </a:lnTo>
                    <a:lnTo>
                      <a:pt x="123" y="413"/>
                    </a:lnTo>
                    <a:lnTo>
                      <a:pt x="123" y="413"/>
                    </a:lnTo>
                    <a:lnTo>
                      <a:pt x="123" y="410"/>
                    </a:lnTo>
                    <a:lnTo>
                      <a:pt x="123" y="410"/>
                    </a:lnTo>
                    <a:lnTo>
                      <a:pt x="123" y="410"/>
                    </a:lnTo>
                    <a:lnTo>
                      <a:pt x="125" y="410"/>
                    </a:lnTo>
                    <a:lnTo>
                      <a:pt x="125" y="408"/>
                    </a:lnTo>
                    <a:lnTo>
                      <a:pt x="125" y="408"/>
                    </a:lnTo>
                    <a:lnTo>
                      <a:pt x="125" y="408"/>
                    </a:lnTo>
                    <a:lnTo>
                      <a:pt x="128" y="408"/>
                    </a:lnTo>
                    <a:lnTo>
                      <a:pt x="128" y="408"/>
                    </a:lnTo>
                    <a:lnTo>
                      <a:pt x="128" y="408"/>
                    </a:lnTo>
                    <a:lnTo>
                      <a:pt x="128" y="408"/>
                    </a:lnTo>
                    <a:lnTo>
                      <a:pt x="128" y="410"/>
                    </a:lnTo>
                    <a:lnTo>
                      <a:pt x="128" y="410"/>
                    </a:lnTo>
                    <a:lnTo>
                      <a:pt x="130" y="410"/>
                    </a:lnTo>
                    <a:lnTo>
                      <a:pt x="130" y="410"/>
                    </a:lnTo>
                    <a:lnTo>
                      <a:pt x="130" y="413"/>
                    </a:lnTo>
                    <a:lnTo>
                      <a:pt x="130" y="413"/>
                    </a:lnTo>
                    <a:lnTo>
                      <a:pt x="130" y="410"/>
                    </a:lnTo>
                    <a:lnTo>
                      <a:pt x="130" y="410"/>
                    </a:lnTo>
                    <a:lnTo>
                      <a:pt x="130" y="408"/>
                    </a:lnTo>
                    <a:lnTo>
                      <a:pt x="130" y="408"/>
                    </a:lnTo>
                    <a:lnTo>
                      <a:pt x="130" y="408"/>
                    </a:lnTo>
                    <a:lnTo>
                      <a:pt x="130" y="408"/>
                    </a:lnTo>
                    <a:lnTo>
                      <a:pt x="130" y="406"/>
                    </a:lnTo>
                    <a:lnTo>
                      <a:pt x="130" y="406"/>
                    </a:lnTo>
                    <a:lnTo>
                      <a:pt x="130" y="406"/>
                    </a:lnTo>
                    <a:lnTo>
                      <a:pt x="130" y="406"/>
                    </a:lnTo>
                    <a:lnTo>
                      <a:pt x="130" y="403"/>
                    </a:lnTo>
                    <a:lnTo>
                      <a:pt x="130" y="403"/>
                    </a:lnTo>
                    <a:lnTo>
                      <a:pt x="130" y="403"/>
                    </a:lnTo>
                    <a:lnTo>
                      <a:pt x="132" y="403"/>
                    </a:lnTo>
                    <a:lnTo>
                      <a:pt x="132" y="401"/>
                    </a:lnTo>
                    <a:lnTo>
                      <a:pt x="130" y="401"/>
                    </a:lnTo>
                    <a:lnTo>
                      <a:pt x="130" y="401"/>
                    </a:lnTo>
                    <a:lnTo>
                      <a:pt x="132" y="401"/>
                    </a:lnTo>
                    <a:lnTo>
                      <a:pt x="132" y="401"/>
                    </a:lnTo>
                    <a:lnTo>
                      <a:pt x="132" y="401"/>
                    </a:lnTo>
                    <a:lnTo>
                      <a:pt x="132" y="403"/>
                    </a:lnTo>
                    <a:lnTo>
                      <a:pt x="132" y="403"/>
                    </a:lnTo>
                    <a:lnTo>
                      <a:pt x="132" y="403"/>
                    </a:lnTo>
                    <a:lnTo>
                      <a:pt x="132" y="403"/>
                    </a:lnTo>
                    <a:lnTo>
                      <a:pt x="135" y="403"/>
                    </a:lnTo>
                    <a:lnTo>
                      <a:pt x="135" y="403"/>
                    </a:lnTo>
                    <a:lnTo>
                      <a:pt x="135" y="406"/>
                    </a:lnTo>
                    <a:lnTo>
                      <a:pt x="135" y="406"/>
                    </a:lnTo>
                    <a:lnTo>
                      <a:pt x="137" y="406"/>
                    </a:lnTo>
                    <a:lnTo>
                      <a:pt x="137" y="408"/>
                    </a:lnTo>
                    <a:lnTo>
                      <a:pt x="137" y="408"/>
                    </a:lnTo>
                    <a:lnTo>
                      <a:pt x="137" y="406"/>
                    </a:lnTo>
                    <a:lnTo>
                      <a:pt x="137" y="406"/>
                    </a:lnTo>
                    <a:lnTo>
                      <a:pt x="137" y="406"/>
                    </a:lnTo>
                    <a:lnTo>
                      <a:pt x="137" y="403"/>
                    </a:lnTo>
                    <a:lnTo>
                      <a:pt x="137" y="403"/>
                    </a:lnTo>
                    <a:lnTo>
                      <a:pt x="137" y="403"/>
                    </a:lnTo>
                    <a:lnTo>
                      <a:pt x="137" y="403"/>
                    </a:lnTo>
                    <a:lnTo>
                      <a:pt x="137" y="401"/>
                    </a:lnTo>
                    <a:lnTo>
                      <a:pt x="137" y="401"/>
                    </a:lnTo>
                    <a:lnTo>
                      <a:pt x="137" y="401"/>
                    </a:lnTo>
                    <a:lnTo>
                      <a:pt x="137" y="398"/>
                    </a:lnTo>
                    <a:lnTo>
                      <a:pt x="137" y="398"/>
                    </a:lnTo>
                    <a:lnTo>
                      <a:pt x="137" y="398"/>
                    </a:lnTo>
                    <a:lnTo>
                      <a:pt x="137" y="398"/>
                    </a:lnTo>
                    <a:lnTo>
                      <a:pt x="137" y="396"/>
                    </a:lnTo>
                    <a:lnTo>
                      <a:pt x="135" y="396"/>
                    </a:lnTo>
                    <a:lnTo>
                      <a:pt x="135" y="396"/>
                    </a:lnTo>
                    <a:lnTo>
                      <a:pt x="137" y="396"/>
                    </a:lnTo>
                    <a:lnTo>
                      <a:pt x="137" y="396"/>
                    </a:lnTo>
                    <a:lnTo>
                      <a:pt x="137" y="394"/>
                    </a:lnTo>
                    <a:lnTo>
                      <a:pt x="137" y="394"/>
                    </a:lnTo>
                    <a:lnTo>
                      <a:pt x="137" y="394"/>
                    </a:lnTo>
                    <a:lnTo>
                      <a:pt x="137" y="391"/>
                    </a:lnTo>
                    <a:lnTo>
                      <a:pt x="135" y="391"/>
                    </a:lnTo>
                    <a:lnTo>
                      <a:pt x="135" y="391"/>
                    </a:lnTo>
                    <a:lnTo>
                      <a:pt x="135" y="391"/>
                    </a:lnTo>
                    <a:lnTo>
                      <a:pt x="135" y="391"/>
                    </a:lnTo>
                    <a:lnTo>
                      <a:pt x="135" y="389"/>
                    </a:lnTo>
                    <a:lnTo>
                      <a:pt x="135" y="389"/>
                    </a:lnTo>
                    <a:lnTo>
                      <a:pt x="135" y="387"/>
                    </a:lnTo>
                    <a:lnTo>
                      <a:pt x="135" y="387"/>
                    </a:lnTo>
                    <a:lnTo>
                      <a:pt x="132" y="387"/>
                    </a:lnTo>
                    <a:lnTo>
                      <a:pt x="132" y="384"/>
                    </a:lnTo>
                    <a:lnTo>
                      <a:pt x="132" y="384"/>
                    </a:lnTo>
                    <a:lnTo>
                      <a:pt x="132" y="384"/>
                    </a:lnTo>
                    <a:lnTo>
                      <a:pt x="132" y="382"/>
                    </a:lnTo>
                    <a:lnTo>
                      <a:pt x="132" y="382"/>
                    </a:lnTo>
                    <a:lnTo>
                      <a:pt x="132" y="382"/>
                    </a:lnTo>
                    <a:lnTo>
                      <a:pt x="132" y="382"/>
                    </a:lnTo>
                    <a:lnTo>
                      <a:pt x="132" y="380"/>
                    </a:lnTo>
                    <a:lnTo>
                      <a:pt x="132" y="380"/>
                    </a:lnTo>
                    <a:lnTo>
                      <a:pt x="130" y="380"/>
                    </a:lnTo>
                    <a:lnTo>
                      <a:pt x="130" y="380"/>
                    </a:lnTo>
                    <a:lnTo>
                      <a:pt x="130" y="380"/>
                    </a:lnTo>
                    <a:lnTo>
                      <a:pt x="130" y="380"/>
                    </a:lnTo>
                    <a:lnTo>
                      <a:pt x="130" y="382"/>
                    </a:lnTo>
                    <a:lnTo>
                      <a:pt x="130" y="382"/>
                    </a:lnTo>
                    <a:lnTo>
                      <a:pt x="128" y="382"/>
                    </a:lnTo>
                    <a:lnTo>
                      <a:pt x="128" y="382"/>
                    </a:lnTo>
                    <a:lnTo>
                      <a:pt x="128" y="382"/>
                    </a:lnTo>
                    <a:lnTo>
                      <a:pt x="125" y="382"/>
                    </a:lnTo>
                    <a:lnTo>
                      <a:pt x="125" y="380"/>
                    </a:lnTo>
                    <a:lnTo>
                      <a:pt x="125" y="380"/>
                    </a:lnTo>
                    <a:lnTo>
                      <a:pt x="128" y="380"/>
                    </a:lnTo>
                    <a:lnTo>
                      <a:pt x="128" y="377"/>
                    </a:lnTo>
                    <a:lnTo>
                      <a:pt x="125" y="377"/>
                    </a:lnTo>
                    <a:lnTo>
                      <a:pt x="125" y="377"/>
                    </a:lnTo>
                    <a:lnTo>
                      <a:pt x="125" y="377"/>
                    </a:lnTo>
                    <a:lnTo>
                      <a:pt x="125" y="375"/>
                    </a:lnTo>
                    <a:lnTo>
                      <a:pt x="125" y="375"/>
                    </a:lnTo>
                    <a:lnTo>
                      <a:pt x="125" y="372"/>
                    </a:lnTo>
                    <a:lnTo>
                      <a:pt x="125" y="372"/>
                    </a:lnTo>
                    <a:lnTo>
                      <a:pt x="125" y="372"/>
                    </a:lnTo>
                    <a:lnTo>
                      <a:pt x="125" y="372"/>
                    </a:lnTo>
                    <a:lnTo>
                      <a:pt x="125" y="372"/>
                    </a:lnTo>
                    <a:lnTo>
                      <a:pt x="125" y="370"/>
                    </a:lnTo>
                    <a:lnTo>
                      <a:pt x="125" y="370"/>
                    </a:lnTo>
                    <a:lnTo>
                      <a:pt x="125" y="368"/>
                    </a:lnTo>
                    <a:lnTo>
                      <a:pt x="125" y="368"/>
                    </a:lnTo>
                    <a:lnTo>
                      <a:pt x="125" y="365"/>
                    </a:lnTo>
                    <a:lnTo>
                      <a:pt x="125" y="365"/>
                    </a:lnTo>
                    <a:lnTo>
                      <a:pt x="125" y="365"/>
                    </a:lnTo>
                    <a:lnTo>
                      <a:pt x="125" y="365"/>
                    </a:lnTo>
                    <a:lnTo>
                      <a:pt x="125" y="363"/>
                    </a:lnTo>
                    <a:lnTo>
                      <a:pt x="125" y="363"/>
                    </a:lnTo>
                    <a:lnTo>
                      <a:pt x="125" y="363"/>
                    </a:lnTo>
                    <a:lnTo>
                      <a:pt x="123" y="363"/>
                    </a:lnTo>
                    <a:lnTo>
                      <a:pt x="123" y="363"/>
                    </a:lnTo>
                    <a:lnTo>
                      <a:pt x="123" y="361"/>
                    </a:lnTo>
                    <a:lnTo>
                      <a:pt x="123" y="361"/>
                    </a:lnTo>
                    <a:lnTo>
                      <a:pt x="123" y="358"/>
                    </a:lnTo>
                    <a:lnTo>
                      <a:pt x="123" y="358"/>
                    </a:lnTo>
                    <a:lnTo>
                      <a:pt x="123" y="358"/>
                    </a:lnTo>
                    <a:lnTo>
                      <a:pt x="123" y="356"/>
                    </a:lnTo>
                    <a:lnTo>
                      <a:pt x="123" y="356"/>
                    </a:lnTo>
                    <a:lnTo>
                      <a:pt x="123" y="356"/>
                    </a:lnTo>
                    <a:lnTo>
                      <a:pt x="123" y="353"/>
                    </a:lnTo>
                    <a:lnTo>
                      <a:pt x="123" y="353"/>
                    </a:lnTo>
                    <a:lnTo>
                      <a:pt x="120" y="353"/>
                    </a:lnTo>
                    <a:lnTo>
                      <a:pt x="120" y="353"/>
                    </a:lnTo>
                    <a:lnTo>
                      <a:pt x="120" y="351"/>
                    </a:lnTo>
                    <a:lnTo>
                      <a:pt x="120" y="351"/>
                    </a:lnTo>
                    <a:lnTo>
                      <a:pt x="120" y="351"/>
                    </a:lnTo>
                    <a:lnTo>
                      <a:pt x="120" y="349"/>
                    </a:lnTo>
                    <a:lnTo>
                      <a:pt x="120" y="349"/>
                    </a:lnTo>
                    <a:lnTo>
                      <a:pt x="118" y="349"/>
                    </a:lnTo>
                    <a:lnTo>
                      <a:pt x="118" y="346"/>
                    </a:lnTo>
                    <a:lnTo>
                      <a:pt x="118" y="346"/>
                    </a:lnTo>
                    <a:lnTo>
                      <a:pt x="120" y="346"/>
                    </a:lnTo>
                    <a:lnTo>
                      <a:pt x="120" y="344"/>
                    </a:lnTo>
                    <a:lnTo>
                      <a:pt x="118" y="344"/>
                    </a:lnTo>
                    <a:lnTo>
                      <a:pt x="118" y="344"/>
                    </a:lnTo>
                    <a:lnTo>
                      <a:pt x="118" y="344"/>
                    </a:lnTo>
                    <a:lnTo>
                      <a:pt x="118" y="344"/>
                    </a:lnTo>
                    <a:lnTo>
                      <a:pt x="118" y="342"/>
                    </a:lnTo>
                    <a:lnTo>
                      <a:pt x="118" y="342"/>
                    </a:lnTo>
                    <a:lnTo>
                      <a:pt x="118" y="342"/>
                    </a:lnTo>
                    <a:lnTo>
                      <a:pt x="118" y="342"/>
                    </a:lnTo>
                    <a:lnTo>
                      <a:pt x="120" y="342"/>
                    </a:lnTo>
                    <a:lnTo>
                      <a:pt x="120" y="342"/>
                    </a:lnTo>
                    <a:lnTo>
                      <a:pt x="120" y="339"/>
                    </a:lnTo>
                    <a:lnTo>
                      <a:pt x="118" y="339"/>
                    </a:lnTo>
                    <a:lnTo>
                      <a:pt x="118" y="339"/>
                    </a:lnTo>
                    <a:lnTo>
                      <a:pt x="118" y="339"/>
                    </a:lnTo>
                    <a:lnTo>
                      <a:pt x="118" y="337"/>
                    </a:lnTo>
                    <a:lnTo>
                      <a:pt x="118" y="337"/>
                    </a:lnTo>
                    <a:lnTo>
                      <a:pt x="118" y="335"/>
                    </a:lnTo>
                    <a:lnTo>
                      <a:pt x="118" y="335"/>
                    </a:lnTo>
                    <a:lnTo>
                      <a:pt x="118" y="332"/>
                    </a:lnTo>
                    <a:lnTo>
                      <a:pt x="118" y="332"/>
                    </a:lnTo>
                    <a:lnTo>
                      <a:pt x="118" y="332"/>
                    </a:lnTo>
                    <a:lnTo>
                      <a:pt x="118" y="332"/>
                    </a:lnTo>
                    <a:lnTo>
                      <a:pt x="118" y="332"/>
                    </a:lnTo>
                    <a:lnTo>
                      <a:pt x="118" y="332"/>
                    </a:lnTo>
                    <a:lnTo>
                      <a:pt x="118" y="330"/>
                    </a:lnTo>
                    <a:lnTo>
                      <a:pt x="118" y="330"/>
                    </a:lnTo>
                    <a:lnTo>
                      <a:pt x="118" y="330"/>
                    </a:lnTo>
                    <a:lnTo>
                      <a:pt x="118" y="327"/>
                    </a:lnTo>
                    <a:lnTo>
                      <a:pt x="118" y="327"/>
                    </a:lnTo>
                    <a:lnTo>
                      <a:pt x="118" y="325"/>
                    </a:lnTo>
                    <a:lnTo>
                      <a:pt x="118" y="325"/>
                    </a:lnTo>
                    <a:lnTo>
                      <a:pt x="118" y="325"/>
                    </a:lnTo>
                    <a:lnTo>
                      <a:pt x="118" y="323"/>
                    </a:lnTo>
                    <a:lnTo>
                      <a:pt x="118" y="323"/>
                    </a:lnTo>
                    <a:lnTo>
                      <a:pt x="118" y="323"/>
                    </a:lnTo>
                    <a:lnTo>
                      <a:pt x="118" y="323"/>
                    </a:lnTo>
                    <a:lnTo>
                      <a:pt x="118" y="323"/>
                    </a:lnTo>
                    <a:lnTo>
                      <a:pt x="118" y="320"/>
                    </a:lnTo>
                    <a:lnTo>
                      <a:pt x="116" y="320"/>
                    </a:lnTo>
                    <a:lnTo>
                      <a:pt x="116" y="320"/>
                    </a:lnTo>
                    <a:lnTo>
                      <a:pt x="116" y="320"/>
                    </a:lnTo>
                    <a:lnTo>
                      <a:pt x="116" y="318"/>
                    </a:lnTo>
                    <a:lnTo>
                      <a:pt x="116" y="318"/>
                    </a:lnTo>
                    <a:lnTo>
                      <a:pt x="116" y="318"/>
                    </a:lnTo>
                    <a:lnTo>
                      <a:pt x="116" y="316"/>
                    </a:lnTo>
                    <a:lnTo>
                      <a:pt x="116" y="316"/>
                    </a:lnTo>
                    <a:lnTo>
                      <a:pt x="116" y="316"/>
                    </a:lnTo>
                    <a:lnTo>
                      <a:pt x="116" y="313"/>
                    </a:lnTo>
                    <a:lnTo>
                      <a:pt x="116" y="313"/>
                    </a:lnTo>
                    <a:lnTo>
                      <a:pt x="116" y="313"/>
                    </a:lnTo>
                    <a:lnTo>
                      <a:pt x="113" y="313"/>
                    </a:lnTo>
                    <a:lnTo>
                      <a:pt x="113" y="313"/>
                    </a:lnTo>
                    <a:lnTo>
                      <a:pt x="113" y="313"/>
                    </a:lnTo>
                    <a:lnTo>
                      <a:pt x="113" y="311"/>
                    </a:lnTo>
                    <a:lnTo>
                      <a:pt x="111" y="311"/>
                    </a:lnTo>
                    <a:lnTo>
                      <a:pt x="111" y="311"/>
                    </a:lnTo>
                    <a:lnTo>
                      <a:pt x="113" y="311"/>
                    </a:lnTo>
                    <a:lnTo>
                      <a:pt x="113" y="308"/>
                    </a:lnTo>
                    <a:lnTo>
                      <a:pt x="111" y="308"/>
                    </a:lnTo>
                    <a:lnTo>
                      <a:pt x="111" y="308"/>
                    </a:lnTo>
                    <a:lnTo>
                      <a:pt x="111" y="306"/>
                    </a:lnTo>
                    <a:lnTo>
                      <a:pt x="111" y="306"/>
                    </a:lnTo>
                    <a:lnTo>
                      <a:pt x="111" y="306"/>
                    </a:lnTo>
                    <a:lnTo>
                      <a:pt x="111" y="306"/>
                    </a:lnTo>
                    <a:lnTo>
                      <a:pt x="111" y="306"/>
                    </a:lnTo>
                    <a:lnTo>
                      <a:pt x="111" y="306"/>
                    </a:lnTo>
                    <a:lnTo>
                      <a:pt x="111" y="304"/>
                    </a:lnTo>
                    <a:lnTo>
                      <a:pt x="111" y="304"/>
                    </a:lnTo>
                    <a:lnTo>
                      <a:pt x="109" y="304"/>
                    </a:lnTo>
                    <a:lnTo>
                      <a:pt x="109" y="304"/>
                    </a:lnTo>
                    <a:lnTo>
                      <a:pt x="109" y="301"/>
                    </a:lnTo>
                    <a:lnTo>
                      <a:pt x="109" y="301"/>
                    </a:lnTo>
                    <a:lnTo>
                      <a:pt x="109" y="301"/>
                    </a:lnTo>
                    <a:lnTo>
                      <a:pt x="109" y="301"/>
                    </a:lnTo>
                    <a:lnTo>
                      <a:pt x="109" y="299"/>
                    </a:lnTo>
                    <a:lnTo>
                      <a:pt x="109" y="299"/>
                    </a:lnTo>
                    <a:lnTo>
                      <a:pt x="106" y="299"/>
                    </a:lnTo>
                    <a:lnTo>
                      <a:pt x="106" y="297"/>
                    </a:lnTo>
                    <a:lnTo>
                      <a:pt x="106" y="297"/>
                    </a:lnTo>
                    <a:lnTo>
                      <a:pt x="106" y="294"/>
                    </a:lnTo>
                    <a:lnTo>
                      <a:pt x="106" y="294"/>
                    </a:lnTo>
                    <a:lnTo>
                      <a:pt x="106" y="294"/>
                    </a:lnTo>
                    <a:lnTo>
                      <a:pt x="106" y="292"/>
                    </a:lnTo>
                    <a:lnTo>
                      <a:pt x="106" y="292"/>
                    </a:lnTo>
                    <a:lnTo>
                      <a:pt x="104" y="292"/>
                    </a:lnTo>
                    <a:lnTo>
                      <a:pt x="104" y="292"/>
                    </a:lnTo>
                    <a:lnTo>
                      <a:pt x="104" y="289"/>
                    </a:lnTo>
                    <a:lnTo>
                      <a:pt x="104" y="289"/>
                    </a:lnTo>
                    <a:lnTo>
                      <a:pt x="104" y="289"/>
                    </a:lnTo>
                    <a:lnTo>
                      <a:pt x="104" y="287"/>
                    </a:lnTo>
                    <a:lnTo>
                      <a:pt x="104" y="287"/>
                    </a:lnTo>
                    <a:lnTo>
                      <a:pt x="104" y="287"/>
                    </a:lnTo>
                    <a:lnTo>
                      <a:pt x="101" y="287"/>
                    </a:lnTo>
                    <a:lnTo>
                      <a:pt x="101" y="285"/>
                    </a:lnTo>
                    <a:lnTo>
                      <a:pt x="101" y="285"/>
                    </a:lnTo>
                    <a:lnTo>
                      <a:pt x="101" y="287"/>
                    </a:lnTo>
                    <a:lnTo>
                      <a:pt x="101" y="287"/>
                    </a:lnTo>
                    <a:lnTo>
                      <a:pt x="101" y="287"/>
                    </a:lnTo>
                    <a:lnTo>
                      <a:pt x="101" y="289"/>
                    </a:lnTo>
                    <a:lnTo>
                      <a:pt x="101" y="289"/>
                    </a:lnTo>
                    <a:lnTo>
                      <a:pt x="101" y="289"/>
                    </a:lnTo>
                    <a:lnTo>
                      <a:pt x="101" y="292"/>
                    </a:lnTo>
                    <a:lnTo>
                      <a:pt x="101" y="292"/>
                    </a:lnTo>
                    <a:lnTo>
                      <a:pt x="101" y="294"/>
                    </a:lnTo>
                    <a:lnTo>
                      <a:pt x="101" y="294"/>
                    </a:lnTo>
                    <a:lnTo>
                      <a:pt x="101" y="294"/>
                    </a:lnTo>
                    <a:lnTo>
                      <a:pt x="101" y="297"/>
                    </a:lnTo>
                    <a:lnTo>
                      <a:pt x="101" y="297"/>
                    </a:lnTo>
                    <a:lnTo>
                      <a:pt x="101" y="297"/>
                    </a:lnTo>
                    <a:lnTo>
                      <a:pt x="101" y="299"/>
                    </a:lnTo>
                    <a:lnTo>
                      <a:pt x="99" y="299"/>
                    </a:lnTo>
                    <a:lnTo>
                      <a:pt x="99" y="299"/>
                    </a:lnTo>
                    <a:lnTo>
                      <a:pt x="99" y="301"/>
                    </a:lnTo>
                    <a:lnTo>
                      <a:pt x="99" y="301"/>
                    </a:lnTo>
                    <a:lnTo>
                      <a:pt x="99" y="301"/>
                    </a:lnTo>
                    <a:lnTo>
                      <a:pt x="97" y="301"/>
                    </a:lnTo>
                    <a:lnTo>
                      <a:pt x="97" y="304"/>
                    </a:lnTo>
                    <a:lnTo>
                      <a:pt x="97" y="304"/>
                    </a:lnTo>
                    <a:lnTo>
                      <a:pt x="97" y="304"/>
                    </a:lnTo>
                    <a:lnTo>
                      <a:pt x="97" y="304"/>
                    </a:lnTo>
                    <a:lnTo>
                      <a:pt x="97" y="304"/>
                    </a:lnTo>
                    <a:lnTo>
                      <a:pt x="94" y="304"/>
                    </a:lnTo>
                    <a:lnTo>
                      <a:pt x="94" y="306"/>
                    </a:lnTo>
                    <a:lnTo>
                      <a:pt x="94" y="306"/>
                    </a:lnTo>
                    <a:lnTo>
                      <a:pt x="92" y="306"/>
                    </a:lnTo>
                    <a:lnTo>
                      <a:pt x="92" y="306"/>
                    </a:lnTo>
                    <a:lnTo>
                      <a:pt x="92" y="306"/>
                    </a:lnTo>
                    <a:lnTo>
                      <a:pt x="90" y="306"/>
                    </a:lnTo>
                    <a:lnTo>
                      <a:pt x="90" y="306"/>
                    </a:lnTo>
                    <a:lnTo>
                      <a:pt x="90" y="306"/>
                    </a:lnTo>
                    <a:lnTo>
                      <a:pt x="90" y="308"/>
                    </a:lnTo>
                    <a:lnTo>
                      <a:pt x="90" y="308"/>
                    </a:lnTo>
                    <a:lnTo>
                      <a:pt x="90" y="308"/>
                    </a:lnTo>
                    <a:lnTo>
                      <a:pt x="87" y="308"/>
                    </a:lnTo>
                    <a:lnTo>
                      <a:pt x="87" y="308"/>
                    </a:lnTo>
                    <a:lnTo>
                      <a:pt x="87" y="311"/>
                    </a:lnTo>
                    <a:lnTo>
                      <a:pt x="85" y="311"/>
                    </a:lnTo>
                    <a:lnTo>
                      <a:pt x="85" y="311"/>
                    </a:lnTo>
                    <a:lnTo>
                      <a:pt x="85" y="311"/>
                    </a:lnTo>
                    <a:lnTo>
                      <a:pt x="85" y="311"/>
                    </a:lnTo>
                    <a:lnTo>
                      <a:pt x="83" y="311"/>
                    </a:lnTo>
                    <a:lnTo>
                      <a:pt x="83" y="313"/>
                    </a:lnTo>
                    <a:lnTo>
                      <a:pt x="83" y="313"/>
                    </a:lnTo>
                    <a:lnTo>
                      <a:pt x="83" y="313"/>
                    </a:lnTo>
                    <a:lnTo>
                      <a:pt x="83" y="313"/>
                    </a:lnTo>
                    <a:lnTo>
                      <a:pt x="80" y="313"/>
                    </a:lnTo>
                    <a:lnTo>
                      <a:pt x="80" y="313"/>
                    </a:lnTo>
                    <a:lnTo>
                      <a:pt x="80" y="313"/>
                    </a:lnTo>
                    <a:lnTo>
                      <a:pt x="78" y="313"/>
                    </a:lnTo>
                    <a:lnTo>
                      <a:pt x="78" y="313"/>
                    </a:lnTo>
                    <a:lnTo>
                      <a:pt x="78" y="316"/>
                    </a:lnTo>
                    <a:lnTo>
                      <a:pt x="78" y="316"/>
                    </a:lnTo>
                    <a:lnTo>
                      <a:pt x="75" y="316"/>
                    </a:lnTo>
                    <a:lnTo>
                      <a:pt x="75" y="316"/>
                    </a:lnTo>
                    <a:lnTo>
                      <a:pt x="75" y="318"/>
                    </a:lnTo>
                    <a:lnTo>
                      <a:pt x="75" y="318"/>
                    </a:lnTo>
                    <a:lnTo>
                      <a:pt x="75" y="318"/>
                    </a:lnTo>
                    <a:lnTo>
                      <a:pt x="75" y="320"/>
                    </a:lnTo>
                    <a:lnTo>
                      <a:pt x="75" y="320"/>
                    </a:lnTo>
                    <a:lnTo>
                      <a:pt x="75" y="320"/>
                    </a:lnTo>
                    <a:lnTo>
                      <a:pt x="75" y="323"/>
                    </a:lnTo>
                    <a:lnTo>
                      <a:pt x="73" y="323"/>
                    </a:lnTo>
                    <a:lnTo>
                      <a:pt x="73" y="323"/>
                    </a:lnTo>
                    <a:lnTo>
                      <a:pt x="73" y="323"/>
                    </a:lnTo>
                    <a:lnTo>
                      <a:pt x="73" y="323"/>
                    </a:lnTo>
                    <a:lnTo>
                      <a:pt x="71" y="323"/>
                    </a:lnTo>
                    <a:lnTo>
                      <a:pt x="71" y="325"/>
                    </a:lnTo>
                    <a:lnTo>
                      <a:pt x="71" y="325"/>
                    </a:lnTo>
                    <a:lnTo>
                      <a:pt x="71" y="325"/>
                    </a:lnTo>
                    <a:lnTo>
                      <a:pt x="71" y="325"/>
                    </a:lnTo>
                    <a:lnTo>
                      <a:pt x="68" y="325"/>
                    </a:lnTo>
                    <a:lnTo>
                      <a:pt x="68" y="327"/>
                    </a:lnTo>
                    <a:lnTo>
                      <a:pt x="68" y="327"/>
                    </a:lnTo>
                    <a:lnTo>
                      <a:pt x="68" y="327"/>
                    </a:lnTo>
                    <a:lnTo>
                      <a:pt x="66" y="327"/>
                    </a:lnTo>
                    <a:lnTo>
                      <a:pt x="66" y="327"/>
                    </a:lnTo>
                    <a:lnTo>
                      <a:pt x="66" y="325"/>
                    </a:lnTo>
                    <a:lnTo>
                      <a:pt x="66" y="325"/>
                    </a:lnTo>
                    <a:lnTo>
                      <a:pt x="64" y="325"/>
                    </a:lnTo>
                    <a:lnTo>
                      <a:pt x="64" y="325"/>
                    </a:lnTo>
                    <a:lnTo>
                      <a:pt x="64" y="325"/>
                    </a:lnTo>
                    <a:lnTo>
                      <a:pt x="61" y="325"/>
                    </a:lnTo>
                    <a:lnTo>
                      <a:pt x="61" y="325"/>
                    </a:lnTo>
                    <a:lnTo>
                      <a:pt x="64" y="325"/>
                    </a:lnTo>
                    <a:lnTo>
                      <a:pt x="64" y="327"/>
                    </a:lnTo>
                    <a:lnTo>
                      <a:pt x="64" y="327"/>
                    </a:lnTo>
                    <a:lnTo>
                      <a:pt x="61" y="327"/>
                    </a:lnTo>
                    <a:lnTo>
                      <a:pt x="61" y="327"/>
                    </a:lnTo>
                    <a:lnTo>
                      <a:pt x="61" y="327"/>
                    </a:lnTo>
                    <a:lnTo>
                      <a:pt x="61" y="325"/>
                    </a:lnTo>
                    <a:lnTo>
                      <a:pt x="59" y="325"/>
                    </a:lnTo>
                    <a:lnTo>
                      <a:pt x="59" y="325"/>
                    </a:lnTo>
                    <a:lnTo>
                      <a:pt x="59" y="325"/>
                    </a:lnTo>
                    <a:lnTo>
                      <a:pt x="57" y="325"/>
                    </a:lnTo>
                    <a:lnTo>
                      <a:pt x="57" y="325"/>
                    </a:lnTo>
                    <a:lnTo>
                      <a:pt x="57" y="325"/>
                    </a:lnTo>
                    <a:lnTo>
                      <a:pt x="57" y="325"/>
                    </a:lnTo>
                    <a:lnTo>
                      <a:pt x="54" y="325"/>
                    </a:lnTo>
                    <a:lnTo>
                      <a:pt x="54" y="325"/>
                    </a:lnTo>
                    <a:lnTo>
                      <a:pt x="54" y="323"/>
                    </a:lnTo>
                    <a:lnTo>
                      <a:pt x="54" y="323"/>
                    </a:lnTo>
                    <a:lnTo>
                      <a:pt x="52" y="323"/>
                    </a:lnTo>
                    <a:lnTo>
                      <a:pt x="52" y="323"/>
                    </a:lnTo>
                    <a:lnTo>
                      <a:pt x="52" y="323"/>
                    </a:lnTo>
                    <a:lnTo>
                      <a:pt x="52" y="323"/>
                    </a:lnTo>
                    <a:lnTo>
                      <a:pt x="52" y="320"/>
                    </a:lnTo>
                    <a:lnTo>
                      <a:pt x="49" y="320"/>
                    </a:lnTo>
                    <a:lnTo>
                      <a:pt x="49" y="323"/>
                    </a:lnTo>
                    <a:lnTo>
                      <a:pt x="49" y="323"/>
                    </a:lnTo>
                    <a:lnTo>
                      <a:pt x="49" y="323"/>
                    </a:lnTo>
                    <a:lnTo>
                      <a:pt x="49" y="323"/>
                    </a:lnTo>
                    <a:lnTo>
                      <a:pt x="47" y="323"/>
                    </a:lnTo>
                    <a:lnTo>
                      <a:pt x="47" y="323"/>
                    </a:lnTo>
                    <a:lnTo>
                      <a:pt x="47" y="323"/>
                    </a:lnTo>
                    <a:lnTo>
                      <a:pt x="47" y="323"/>
                    </a:lnTo>
                    <a:lnTo>
                      <a:pt x="47" y="323"/>
                    </a:lnTo>
                    <a:lnTo>
                      <a:pt x="47" y="320"/>
                    </a:lnTo>
                    <a:lnTo>
                      <a:pt x="47" y="320"/>
                    </a:lnTo>
                    <a:lnTo>
                      <a:pt x="45" y="320"/>
                    </a:lnTo>
                    <a:lnTo>
                      <a:pt x="45" y="320"/>
                    </a:lnTo>
                    <a:lnTo>
                      <a:pt x="45" y="320"/>
                    </a:lnTo>
                    <a:lnTo>
                      <a:pt x="45" y="320"/>
                    </a:lnTo>
                    <a:lnTo>
                      <a:pt x="42" y="320"/>
                    </a:lnTo>
                    <a:lnTo>
                      <a:pt x="42" y="320"/>
                    </a:lnTo>
                    <a:lnTo>
                      <a:pt x="42" y="318"/>
                    </a:lnTo>
                    <a:lnTo>
                      <a:pt x="42" y="318"/>
                    </a:lnTo>
                    <a:lnTo>
                      <a:pt x="42" y="318"/>
                    </a:lnTo>
                    <a:lnTo>
                      <a:pt x="42" y="316"/>
                    </a:lnTo>
                    <a:lnTo>
                      <a:pt x="42" y="316"/>
                    </a:lnTo>
                    <a:lnTo>
                      <a:pt x="42" y="316"/>
                    </a:lnTo>
                    <a:lnTo>
                      <a:pt x="42" y="313"/>
                    </a:lnTo>
                    <a:lnTo>
                      <a:pt x="42" y="313"/>
                    </a:lnTo>
                    <a:lnTo>
                      <a:pt x="42" y="313"/>
                    </a:lnTo>
                    <a:lnTo>
                      <a:pt x="42" y="311"/>
                    </a:lnTo>
                    <a:lnTo>
                      <a:pt x="42" y="311"/>
                    </a:lnTo>
                    <a:lnTo>
                      <a:pt x="42" y="308"/>
                    </a:lnTo>
                    <a:lnTo>
                      <a:pt x="42" y="308"/>
                    </a:lnTo>
                    <a:lnTo>
                      <a:pt x="45" y="308"/>
                    </a:lnTo>
                    <a:lnTo>
                      <a:pt x="45" y="306"/>
                    </a:lnTo>
                    <a:lnTo>
                      <a:pt x="45" y="306"/>
                    </a:lnTo>
                    <a:lnTo>
                      <a:pt x="42" y="306"/>
                    </a:lnTo>
                    <a:lnTo>
                      <a:pt x="42" y="304"/>
                    </a:lnTo>
                    <a:lnTo>
                      <a:pt x="45" y="304"/>
                    </a:lnTo>
                    <a:lnTo>
                      <a:pt x="45" y="304"/>
                    </a:lnTo>
                    <a:lnTo>
                      <a:pt x="45" y="304"/>
                    </a:lnTo>
                    <a:lnTo>
                      <a:pt x="45" y="304"/>
                    </a:lnTo>
                    <a:lnTo>
                      <a:pt x="45" y="304"/>
                    </a:lnTo>
                    <a:lnTo>
                      <a:pt x="45" y="304"/>
                    </a:lnTo>
                    <a:lnTo>
                      <a:pt x="45" y="304"/>
                    </a:lnTo>
                    <a:lnTo>
                      <a:pt x="45" y="301"/>
                    </a:lnTo>
                    <a:lnTo>
                      <a:pt x="45" y="301"/>
                    </a:lnTo>
                    <a:lnTo>
                      <a:pt x="45" y="299"/>
                    </a:lnTo>
                    <a:lnTo>
                      <a:pt x="47" y="299"/>
                    </a:lnTo>
                    <a:lnTo>
                      <a:pt x="47" y="299"/>
                    </a:lnTo>
                    <a:lnTo>
                      <a:pt x="47" y="297"/>
                    </a:lnTo>
                    <a:lnTo>
                      <a:pt x="47" y="297"/>
                    </a:lnTo>
                    <a:lnTo>
                      <a:pt x="47" y="294"/>
                    </a:lnTo>
                    <a:lnTo>
                      <a:pt x="47" y="294"/>
                    </a:lnTo>
                    <a:lnTo>
                      <a:pt x="47" y="294"/>
                    </a:lnTo>
                    <a:lnTo>
                      <a:pt x="47" y="294"/>
                    </a:lnTo>
                    <a:lnTo>
                      <a:pt x="47" y="292"/>
                    </a:lnTo>
                    <a:lnTo>
                      <a:pt x="47" y="292"/>
                    </a:lnTo>
                    <a:lnTo>
                      <a:pt x="49" y="292"/>
                    </a:lnTo>
                    <a:lnTo>
                      <a:pt x="49" y="289"/>
                    </a:lnTo>
                    <a:lnTo>
                      <a:pt x="47" y="289"/>
                    </a:lnTo>
                    <a:lnTo>
                      <a:pt x="47" y="289"/>
                    </a:lnTo>
                    <a:lnTo>
                      <a:pt x="47" y="287"/>
                    </a:lnTo>
                    <a:lnTo>
                      <a:pt x="49" y="287"/>
                    </a:lnTo>
                    <a:lnTo>
                      <a:pt x="49" y="287"/>
                    </a:lnTo>
                    <a:lnTo>
                      <a:pt x="49" y="287"/>
                    </a:lnTo>
                    <a:lnTo>
                      <a:pt x="49" y="285"/>
                    </a:lnTo>
                    <a:lnTo>
                      <a:pt x="49" y="285"/>
                    </a:lnTo>
                    <a:lnTo>
                      <a:pt x="49" y="285"/>
                    </a:lnTo>
                    <a:lnTo>
                      <a:pt x="49" y="282"/>
                    </a:lnTo>
                    <a:lnTo>
                      <a:pt x="49" y="282"/>
                    </a:lnTo>
                    <a:lnTo>
                      <a:pt x="49" y="282"/>
                    </a:lnTo>
                    <a:lnTo>
                      <a:pt x="49" y="280"/>
                    </a:lnTo>
                    <a:lnTo>
                      <a:pt x="49" y="280"/>
                    </a:lnTo>
                    <a:lnTo>
                      <a:pt x="49" y="280"/>
                    </a:lnTo>
                    <a:lnTo>
                      <a:pt x="49" y="278"/>
                    </a:lnTo>
                    <a:lnTo>
                      <a:pt x="49" y="278"/>
                    </a:lnTo>
                    <a:lnTo>
                      <a:pt x="49" y="278"/>
                    </a:lnTo>
                    <a:lnTo>
                      <a:pt x="49" y="275"/>
                    </a:lnTo>
                    <a:lnTo>
                      <a:pt x="49" y="275"/>
                    </a:lnTo>
                    <a:lnTo>
                      <a:pt x="49" y="275"/>
                    </a:lnTo>
                    <a:lnTo>
                      <a:pt x="49" y="273"/>
                    </a:lnTo>
                    <a:lnTo>
                      <a:pt x="49" y="273"/>
                    </a:lnTo>
                    <a:lnTo>
                      <a:pt x="49" y="273"/>
                    </a:lnTo>
                    <a:lnTo>
                      <a:pt x="49" y="273"/>
                    </a:lnTo>
                    <a:lnTo>
                      <a:pt x="49" y="271"/>
                    </a:lnTo>
                    <a:lnTo>
                      <a:pt x="49" y="271"/>
                    </a:lnTo>
                    <a:lnTo>
                      <a:pt x="47" y="271"/>
                    </a:lnTo>
                    <a:lnTo>
                      <a:pt x="47" y="268"/>
                    </a:lnTo>
                    <a:lnTo>
                      <a:pt x="47" y="268"/>
                    </a:lnTo>
                    <a:lnTo>
                      <a:pt x="49" y="268"/>
                    </a:lnTo>
                    <a:lnTo>
                      <a:pt x="49" y="266"/>
                    </a:lnTo>
                    <a:lnTo>
                      <a:pt x="49" y="266"/>
                    </a:lnTo>
                    <a:lnTo>
                      <a:pt x="47" y="266"/>
                    </a:lnTo>
                    <a:lnTo>
                      <a:pt x="47" y="263"/>
                    </a:lnTo>
                    <a:lnTo>
                      <a:pt x="47" y="263"/>
                    </a:lnTo>
                    <a:lnTo>
                      <a:pt x="47" y="263"/>
                    </a:lnTo>
                    <a:lnTo>
                      <a:pt x="47" y="263"/>
                    </a:lnTo>
                    <a:lnTo>
                      <a:pt x="45" y="263"/>
                    </a:lnTo>
                    <a:lnTo>
                      <a:pt x="45" y="263"/>
                    </a:lnTo>
                    <a:lnTo>
                      <a:pt x="45" y="261"/>
                    </a:lnTo>
                    <a:lnTo>
                      <a:pt x="45" y="261"/>
                    </a:lnTo>
                    <a:lnTo>
                      <a:pt x="45" y="259"/>
                    </a:lnTo>
                    <a:lnTo>
                      <a:pt x="45" y="259"/>
                    </a:lnTo>
                    <a:lnTo>
                      <a:pt x="45" y="259"/>
                    </a:lnTo>
                    <a:lnTo>
                      <a:pt x="45" y="259"/>
                    </a:lnTo>
                    <a:lnTo>
                      <a:pt x="45" y="256"/>
                    </a:lnTo>
                    <a:lnTo>
                      <a:pt x="45" y="256"/>
                    </a:lnTo>
                    <a:lnTo>
                      <a:pt x="45" y="256"/>
                    </a:lnTo>
                    <a:lnTo>
                      <a:pt x="45" y="254"/>
                    </a:lnTo>
                    <a:lnTo>
                      <a:pt x="42" y="254"/>
                    </a:lnTo>
                    <a:lnTo>
                      <a:pt x="42" y="254"/>
                    </a:lnTo>
                    <a:lnTo>
                      <a:pt x="45" y="254"/>
                    </a:lnTo>
                    <a:lnTo>
                      <a:pt x="45" y="254"/>
                    </a:lnTo>
                    <a:lnTo>
                      <a:pt x="42" y="254"/>
                    </a:lnTo>
                    <a:lnTo>
                      <a:pt x="42" y="252"/>
                    </a:lnTo>
                    <a:lnTo>
                      <a:pt x="42" y="252"/>
                    </a:lnTo>
                    <a:lnTo>
                      <a:pt x="42" y="252"/>
                    </a:lnTo>
                    <a:lnTo>
                      <a:pt x="42" y="252"/>
                    </a:lnTo>
                    <a:lnTo>
                      <a:pt x="42" y="249"/>
                    </a:lnTo>
                    <a:lnTo>
                      <a:pt x="42" y="249"/>
                    </a:lnTo>
                    <a:lnTo>
                      <a:pt x="42" y="249"/>
                    </a:lnTo>
                    <a:lnTo>
                      <a:pt x="42" y="247"/>
                    </a:lnTo>
                    <a:lnTo>
                      <a:pt x="42" y="247"/>
                    </a:lnTo>
                    <a:lnTo>
                      <a:pt x="40" y="247"/>
                    </a:lnTo>
                    <a:lnTo>
                      <a:pt x="40" y="247"/>
                    </a:lnTo>
                    <a:lnTo>
                      <a:pt x="40" y="247"/>
                    </a:lnTo>
                    <a:lnTo>
                      <a:pt x="38" y="247"/>
                    </a:lnTo>
                    <a:lnTo>
                      <a:pt x="38" y="247"/>
                    </a:lnTo>
                    <a:lnTo>
                      <a:pt x="38" y="249"/>
                    </a:lnTo>
                    <a:lnTo>
                      <a:pt x="40" y="249"/>
                    </a:lnTo>
                    <a:lnTo>
                      <a:pt x="40" y="249"/>
                    </a:lnTo>
                    <a:lnTo>
                      <a:pt x="38" y="249"/>
                    </a:lnTo>
                    <a:lnTo>
                      <a:pt x="38" y="249"/>
                    </a:lnTo>
                    <a:lnTo>
                      <a:pt x="38" y="249"/>
                    </a:lnTo>
                    <a:lnTo>
                      <a:pt x="38" y="249"/>
                    </a:lnTo>
                    <a:lnTo>
                      <a:pt x="38" y="247"/>
                    </a:lnTo>
                    <a:lnTo>
                      <a:pt x="38" y="247"/>
                    </a:lnTo>
                    <a:lnTo>
                      <a:pt x="35" y="247"/>
                    </a:lnTo>
                    <a:lnTo>
                      <a:pt x="35" y="244"/>
                    </a:lnTo>
                    <a:lnTo>
                      <a:pt x="35" y="244"/>
                    </a:lnTo>
                    <a:lnTo>
                      <a:pt x="35" y="244"/>
                    </a:lnTo>
                    <a:lnTo>
                      <a:pt x="35" y="244"/>
                    </a:lnTo>
                    <a:lnTo>
                      <a:pt x="33" y="244"/>
                    </a:lnTo>
                    <a:lnTo>
                      <a:pt x="33" y="244"/>
                    </a:lnTo>
                    <a:lnTo>
                      <a:pt x="33" y="244"/>
                    </a:lnTo>
                    <a:lnTo>
                      <a:pt x="33" y="242"/>
                    </a:lnTo>
                    <a:lnTo>
                      <a:pt x="30" y="242"/>
                    </a:lnTo>
                    <a:lnTo>
                      <a:pt x="30" y="242"/>
                    </a:lnTo>
                    <a:lnTo>
                      <a:pt x="30" y="242"/>
                    </a:lnTo>
                    <a:lnTo>
                      <a:pt x="30" y="240"/>
                    </a:lnTo>
                    <a:lnTo>
                      <a:pt x="30" y="240"/>
                    </a:lnTo>
                    <a:lnTo>
                      <a:pt x="30" y="240"/>
                    </a:lnTo>
                    <a:lnTo>
                      <a:pt x="30" y="237"/>
                    </a:lnTo>
                    <a:lnTo>
                      <a:pt x="28" y="237"/>
                    </a:lnTo>
                    <a:lnTo>
                      <a:pt x="28" y="237"/>
                    </a:lnTo>
                    <a:lnTo>
                      <a:pt x="28" y="235"/>
                    </a:lnTo>
                    <a:lnTo>
                      <a:pt x="28" y="235"/>
                    </a:lnTo>
                    <a:lnTo>
                      <a:pt x="28" y="235"/>
                    </a:lnTo>
                    <a:lnTo>
                      <a:pt x="28" y="235"/>
                    </a:lnTo>
                    <a:lnTo>
                      <a:pt x="28" y="235"/>
                    </a:lnTo>
                    <a:lnTo>
                      <a:pt x="28" y="233"/>
                    </a:lnTo>
                    <a:lnTo>
                      <a:pt x="28" y="233"/>
                    </a:lnTo>
                    <a:lnTo>
                      <a:pt x="28" y="230"/>
                    </a:lnTo>
                    <a:lnTo>
                      <a:pt x="28" y="230"/>
                    </a:lnTo>
                    <a:lnTo>
                      <a:pt x="28" y="230"/>
                    </a:lnTo>
                    <a:lnTo>
                      <a:pt x="28" y="228"/>
                    </a:lnTo>
                    <a:lnTo>
                      <a:pt x="28" y="228"/>
                    </a:lnTo>
                    <a:lnTo>
                      <a:pt x="28" y="228"/>
                    </a:lnTo>
                    <a:lnTo>
                      <a:pt x="28" y="228"/>
                    </a:lnTo>
                    <a:lnTo>
                      <a:pt x="28" y="228"/>
                    </a:lnTo>
                    <a:lnTo>
                      <a:pt x="28" y="228"/>
                    </a:lnTo>
                    <a:lnTo>
                      <a:pt x="28" y="230"/>
                    </a:lnTo>
                    <a:lnTo>
                      <a:pt x="30" y="230"/>
                    </a:lnTo>
                    <a:lnTo>
                      <a:pt x="30" y="230"/>
                    </a:lnTo>
                    <a:lnTo>
                      <a:pt x="30" y="228"/>
                    </a:lnTo>
                    <a:lnTo>
                      <a:pt x="30" y="228"/>
                    </a:lnTo>
                    <a:lnTo>
                      <a:pt x="30" y="228"/>
                    </a:lnTo>
                    <a:lnTo>
                      <a:pt x="30" y="225"/>
                    </a:lnTo>
                    <a:lnTo>
                      <a:pt x="28" y="225"/>
                    </a:lnTo>
                    <a:lnTo>
                      <a:pt x="28" y="225"/>
                    </a:lnTo>
                    <a:lnTo>
                      <a:pt x="28" y="225"/>
                    </a:lnTo>
                    <a:lnTo>
                      <a:pt x="28" y="225"/>
                    </a:lnTo>
                    <a:lnTo>
                      <a:pt x="26" y="225"/>
                    </a:lnTo>
                    <a:lnTo>
                      <a:pt x="26" y="225"/>
                    </a:lnTo>
                    <a:lnTo>
                      <a:pt x="26" y="225"/>
                    </a:lnTo>
                    <a:lnTo>
                      <a:pt x="26" y="223"/>
                    </a:lnTo>
                    <a:lnTo>
                      <a:pt x="26" y="223"/>
                    </a:lnTo>
                    <a:lnTo>
                      <a:pt x="26" y="223"/>
                    </a:lnTo>
                    <a:lnTo>
                      <a:pt x="26" y="223"/>
                    </a:lnTo>
                    <a:lnTo>
                      <a:pt x="26" y="221"/>
                    </a:lnTo>
                    <a:lnTo>
                      <a:pt x="26" y="221"/>
                    </a:lnTo>
                    <a:lnTo>
                      <a:pt x="26" y="221"/>
                    </a:lnTo>
                    <a:lnTo>
                      <a:pt x="26" y="221"/>
                    </a:lnTo>
                    <a:lnTo>
                      <a:pt x="26" y="218"/>
                    </a:lnTo>
                    <a:lnTo>
                      <a:pt x="26" y="218"/>
                    </a:lnTo>
                    <a:lnTo>
                      <a:pt x="26" y="216"/>
                    </a:lnTo>
                    <a:lnTo>
                      <a:pt x="23" y="216"/>
                    </a:lnTo>
                    <a:lnTo>
                      <a:pt x="23" y="216"/>
                    </a:lnTo>
                    <a:lnTo>
                      <a:pt x="23" y="216"/>
                    </a:lnTo>
                    <a:lnTo>
                      <a:pt x="23" y="216"/>
                    </a:lnTo>
                    <a:lnTo>
                      <a:pt x="23" y="216"/>
                    </a:lnTo>
                    <a:lnTo>
                      <a:pt x="21" y="216"/>
                    </a:lnTo>
                    <a:lnTo>
                      <a:pt x="21" y="218"/>
                    </a:lnTo>
                    <a:lnTo>
                      <a:pt x="21" y="218"/>
                    </a:lnTo>
                    <a:lnTo>
                      <a:pt x="23" y="218"/>
                    </a:lnTo>
                    <a:lnTo>
                      <a:pt x="23" y="221"/>
                    </a:lnTo>
                    <a:lnTo>
                      <a:pt x="23" y="221"/>
                    </a:lnTo>
                    <a:lnTo>
                      <a:pt x="23" y="221"/>
                    </a:lnTo>
                    <a:lnTo>
                      <a:pt x="23" y="223"/>
                    </a:lnTo>
                    <a:lnTo>
                      <a:pt x="23" y="223"/>
                    </a:lnTo>
                    <a:lnTo>
                      <a:pt x="21" y="223"/>
                    </a:lnTo>
                    <a:lnTo>
                      <a:pt x="21" y="223"/>
                    </a:lnTo>
                    <a:lnTo>
                      <a:pt x="21" y="223"/>
                    </a:lnTo>
                    <a:lnTo>
                      <a:pt x="21" y="223"/>
                    </a:lnTo>
                    <a:lnTo>
                      <a:pt x="19" y="223"/>
                    </a:lnTo>
                    <a:lnTo>
                      <a:pt x="19" y="221"/>
                    </a:lnTo>
                    <a:lnTo>
                      <a:pt x="19" y="221"/>
                    </a:lnTo>
                    <a:lnTo>
                      <a:pt x="19" y="221"/>
                    </a:lnTo>
                    <a:lnTo>
                      <a:pt x="19" y="221"/>
                    </a:lnTo>
                    <a:lnTo>
                      <a:pt x="19" y="221"/>
                    </a:lnTo>
                    <a:lnTo>
                      <a:pt x="19" y="223"/>
                    </a:lnTo>
                    <a:lnTo>
                      <a:pt x="16" y="223"/>
                    </a:lnTo>
                    <a:lnTo>
                      <a:pt x="16" y="221"/>
                    </a:lnTo>
                    <a:lnTo>
                      <a:pt x="16" y="221"/>
                    </a:lnTo>
                    <a:lnTo>
                      <a:pt x="16" y="221"/>
                    </a:lnTo>
                    <a:lnTo>
                      <a:pt x="16" y="218"/>
                    </a:lnTo>
                    <a:lnTo>
                      <a:pt x="16" y="218"/>
                    </a:lnTo>
                    <a:lnTo>
                      <a:pt x="16" y="218"/>
                    </a:lnTo>
                    <a:lnTo>
                      <a:pt x="16" y="216"/>
                    </a:lnTo>
                    <a:lnTo>
                      <a:pt x="16" y="216"/>
                    </a:lnTo>
                    <a:lnTo>
                      <a:pt x="14" y="216"/>
                    </a:lnTo>
                    <a:lnTo>
                      <a:pt x="14" y="214"/>
                    </a:lnTo>
                    <a:lnTo>
                      <a:pt x="14" y="214"/>
                    </a:lnTo>
                    <a:lnTo>
                      <a:pt x="14" y="214"/>
                    </a:lnTo>
                    <a:lnTo>
                      <a:pt x="12" y="214"/>
                    </a:lnTo>
                    <a:lnTo>
                      <a:pt x="12" y="214"/>
                    </a:lnTo>
                    <a:lnTo>
                      <a:pt x="12" y="214"/>
                    </a:lnTo>
                    <a:lnTo>
                      <a:pt x="12" y="211"/>
                    </a:lnTo>
                    <a:lnTo>
                      <a:pt x="12" y="211"/>
                    </a:lnTo>
                    <a:lnTo>
                      <a:pt x="12" y="211"/>
                    </a:lnTo>
                    <a:lnTo>
                      <a:pt x="9" y="211"/>
                    </a:lnTo>
                    <a:lnTo>
                      <a:pt x="9" y="209"/>
                    </a:lnTo>
                    <a:lnTo>
                      <a:pt x="9" y="209"/>
                    </a:lnTo>
                    <a:lnTo>
                      <a:pt x="9" y="209"/>
                    </a:lnTo>
                    <a:lnTo>
                      <a:pt x="9" y="207"/>
                    </a:lnTo>
                    <a:lnTo>
                      <a:pt x="9" y="207"/>
                    </a:lnTo>
                    <a:lnTo>
                      <a:pt x="9" y="207"/>
                    </a:lnTo>
                    <a:lnTo>
                      <a:pt x="9" y="204"/>
                    </a:lnTo>
                    <a:lnTo>
                      <a:pt x="7" y="204"/>
                    </a:lnTo>
                    <a:lnTo>
                      <a:pt x="7" y="204"/>
                    </a:lnTo>
                    <a:lnTo>
                      <a:pt x="7" y="204"/>
                    </a:lnTo>
                    <a:lnTo>
                      <a:pt x="7" y="204"/>
                    </a:lnTo>
                    <a:lnTo>
                      <a:pt x="7" y="202"/>
                    </a:lnTo>
                    <a:lnTo>
                      <a:pt x="4" y="202"/>
                    </a:lnTo>
                    <a:lnTo>
                      <a:pt x="4" y="202"/>
                    </a:lnTo>
                    <a:lnTo>
                      <a:pt x="4" y="202"/>
                    </a:lnTo>
                    <a:lnTo>
                      <a:pt x="4" y="199"/>
                    </a:lnTo>
                    <a:lnTo>
                      <a:pt x="4" y="199"/>
                    </a:lnTo>
                    <a:lnTo>
                      <a:pt x="4" y="199"/>
                    </a:lnTo>
                    <a:lnTo>
                      <a:pt x="4" y="197"/>
                    </a:lnTo>
                    <a:lnTo>
                      <a:pt x="2" y="197"/>
                    </a:lnTo>
                    <a:lnTo>
                      <a:pt x="2" y="197"/>
                    </a:lnTo>
                    <a:lnTo>
                      <a:pt x="2" y="195"/>
                    </a:lnTo>
                    <a:lnTo>
                      <a:pt x="2" y="195"/>
                    </a:lnTo>
                    <a:lnTo>
                      <a:pt x="2" y="195"/>
                    </a:lnTo>
                    <a:lnTo>
                      <a:pt x="2" y="195"/>
                    </a:lnTo>
                    <a:lnTo>
                      <a:pt x="2" y="192"/>
                    </a:lnTo>
                    <a:lnTo>
                      <a:pt x="2" y="192"/>
                    </a:lnTo>
                    <a:lnTo>
                      <a:pt x="2" y="192"/>
                    </a:lnTo>
                    <a:lnTo>
                      <a:pt x="2" y="190"/>
                    </a:lnTo>
                    <a:lnTo>
                      <a:pt x="2" y="190"/>
                    </a:lnTo>
                    <a:lnTo>
                      <a:pt x="0" y="190"/>
                    </a:lnTo>
                    <a:lnTo>
                      <a:pt x="0" y="188"/>
                    </a:lnTo>
                    <a:lnTo>
                      <a:pt x="0" y="188"/>
                    </a:lnTo>
                    <a:lnTo>
                      <a:pt x="0" y="185"/>
                    </a:lnTo>
                    <a:lnTo>
                      <a:pt x="0" y="185"/>
                    </a:lnTo>
                    <a:lnTo>
                      <a:pt x="0" y="185"/>
                    </a:lnTo>
                    <a:lnTo>
                      <a:pt x="0" y="183"/>
                    </a:lnTo>
                    <a:lnTo>
                      <a:pt x="2" y="183"/>
                    </a:lnTo>
                    <a:lnTo>
                      <a:pt x="2" y="183"/>
                    </a:lnTo>
                    <a:lnTo>
                      <a:pt x="2" y="180"/>
                    </a:lnTo>
                    <a:lnTo>
                      <a:pt x="2" y="180"/>
                    </a:lnTo>
                    <a:lnTo>
                      <a:pt x="2" y="180"/>
                    </a:lnTo>
                    <a:lnTo>
                      <a:pt x="2" y="180"/>
                    </a:lnTo>
                    <a:lnTo>
                      <a:pt x="4" y="180"/>
                    </a:lnTo>
                    <a:lnTo>
                      <a:pt x="4" y="180"/>
                    </a:lnTo>
                    <a:lnTo>
                      <a:pt x="4" y="180"/>
                    </a:lnTo>
                    <a:lnTo>
                      <a:pt x="4" y="183"/>
                    </a:lnTo>
                    <a:lnTo>
                      <a:pt x="4" y="183"/>
                    </a:lnTo>
                    <a:lnTo>
                      <a:pt x="4" y="183"/>
                    </a:lnTo>
                    <a:lnTo>
                      <a:pt x="7" y="183"/>
                    </a:lnTo>
                    <a:lnTo>
                      <a:pt x="7" y="183"/>
                    </a:lnTo>
                    <a:lnTo>
                      <a:pt x="7" y="183"/>
                    </a:lnTo>
                    <a:lnTo>
                      <a:pt x="9" y="183"/>
                    </a:lnTo>
                    <a:lnTo>
                      <a:pt x="9" y="183"/>
                    </a:lnTo>
                    <a:lnTo>
                      <a:pt x="9" y="185"/>
                    </a:lnTo>
                    <a:lnTo>
                      <a:pt x="9" y="185"/>
                    </a:lnTo>
                    <a:lnTo>
                      <a:pt x="9" y="185"/>
                    </a:lnTo>
                    <a:lnTo>
                      <a:pt x="9" y="185"/>
                    </a:lnTo>
                    <a:lnTo>
                      <a:pt x="9" y="185"/>
                    </a:lnTo>
                    <a:lnTo>
                      <a:pt x="9" y="183"/>
                    </a:lnTo>
                    <a:lnTo>
                      <a:pt x="9" y="183"/>
                    </a:lnTo>
                    <a:lnTo>
                      <a:pt x="9" y="183"/>
                    </a:lnTo>
                    <a:lnTo>
                      <a:pt x="9" y="180"/>
                    </a:lnTo>
                    <a:lnTo>
                      <a:pt x="9" y="180"/>
                    </a:lnTo>
                    <a:lnTo>
                      <a:pt x="9" y="178"/>
                    </a:lnTo>
                    <a:lnTo>
                      <a:pt x="9" y="178"/>
                    </a:lnTo>
                    <a:lnTo>
                      <a:pt x="9" y="176"/>
                    </a:lnTo>
                    <a:lnTo>
                      <a:pt x="9" y="176"/>
                    </a:lnTo>
                    <a:lnTo>
                      <a:pt x="9" y="176"/>
                    </a:lnTo>
                    <a:lnTo>
                      <a:pt x="9" y="176"/>
                    </a:lnTo>
                    <a:lnTo>
                      <a:pt x="9" y="173"/>
                    </a:lnTo>
                    <a:lnTo>
                      <a:pt x="9" y="173"/>
                    </a:lnTo>
                    <a:lnTo>
                      <a:pt x="9" y="173"/>
                    </a:lnTo>
                    <a:lnTo>
                      <a:pt x="9" y="171"/>
                    </a:lnTo>
                    <a:lnTo>
                      <a:pt x="9" y="171"/>
                    </a:lnTo>
                    <a:lnTo>
                      <a:pt x="9" y="169"/>
                    </a:lnTo>
                    <a:lnTo>
                      <a:pt x="9" y="169"/>
                    </a:lnTo>
                    <a:lnTo>
                      <a:pt x="9" y="166"/>
                    </a:lnTo>
                    <a:lnTo>
                      <a:pt x="9" y="166"/>
                    </a:lnTo>
                    <a:lnTo>
                      <a:pt x="9" y="166"/>
                    </a:lnTo>
                    <a:lnTo>
                      <a:pt x="9" y="164"/>
                    </a:lnTo>
                    <a:lnTo>
                      <a:pt x="9" y="164"/>
                    </a:lnTo>
                    <a:lnTo>
                      <a:pt x="12" y="164"/>
                    </a:lnTo>
                    <a:lnTo>
                      <a:pt x="12" y="164"/>
                    </a:lnTo>
                    <a:lnTo>
                      <a:pt x="12" y="164"/>
                    </a:lnTo>
                    <a:lnTo>
                      <a:pt x="12" y="164"/>
                    </a:lnTo>
                    <a:lnTo>
                      <a:pt x="12" y="164"/>
                    </a:lnTo>
                    <a:lnTo>
                      <a:pt x="14" y="164"/>
                    </a:lnTo>
                    <a:lnTo>
                      <a:pt x="14" y="164"/>
                    </a:lnTo>
                    <a:lnTo>
                      <a:pt x="14" y="164"/>
                    </a:lnTo>
                    <a:lnTo>
                      <a:pt x="14" y="166"/>
                    </a:lnTo>
                    <a:lnTo>
                      <a:pt x="16" y="166"/>
                    </a:lnTo>
                    <a:lnTo>
                      <a:pt x="16" y="166"/>
                    </a:lnTo>
                    <a:lnTo>
                      <a:pt x="16" y="166"/>
                    </a:lnTo>
                    <a:lnTo>
                      <a:pt x="16" y="164"/>
                    </a:lnTo>
                    <a:lnTo>
                      <a:pt x="16" y="164"/>
                    </a:lnTo>
                    <a:lnTo>
                      <a:pt x="19" y="164"/>
                    </a:lnTo>
                    <a:lnTo>
                      <a:pt x="19" y="164"/>
                    </a:lnTo>
                    <a:lnTo>
                      <a:pt x="19" y="162"/>
                    </a:lnTo>
                    <a:lnTo>
                      <a:pt x="19" y="162"/>
                    </a:lnTo>
                    <a:lnTo>
                      <a:pt x="19" y="162"/>
                    </a:lnTo>
                    <a:lnTo>
                      <a:pt x="19" y="162"/>
                    </a:lnTo>
                    <a:lnTo>
                      <a:pt x="19" y="162"/>
                    </a:lnTo>
                    <a:lnTo>
                      <a:pt x="21" y="162"/>
                    </a:lnTo>
                    <a:lnTo>
                      <a:pt x="21" y="162"/>
                    </a:lnTo>
                    <a:lnTo>
                      <a:pt x="21" y="159"/>
                    </a:lnTo>
                    <a:lnTo>
                      <a:pt x="21" y="159"/>
                    </a:lnTo>
                    <a:lnTo>
                      <a:pt x="21" y="159"/>
                    </a:lnTo>
                    <a:lnTo>
                      <a:pt x="21" y="157"/>
                    </a:lnTo>
                    <a:lnTo>
                      <a:pt x="21" y="157"/>
                    </a:lnTo>
                    <a:lnTo>
                      <a:pt x="21" y="157"/>
                    </a:lnTo>
                    <a:lnTo>
                      <a:pt x="21" y="154"/>
                    </a:lnTo>
                    <a:lnTo>
                      <a:pt x="21" y="154"/>
                    </a:lnTo>
                    <a:lnTo>
                      <a:pt x="19" y="154"/>
                    </a:lnTo>
                    <a:lnTo>
                      <a:pt x="19" y="154"/>
                    </a:lnTo>
                    <a:lnTo>
                      <a:pt x="19" y="152"/>
                    </a:lnTo>
                    <a:lnTo>
                      <a:pt x="19" y="152"/>
                    </a:lnTo>
                    <a:lnTo>
                      <a:pt x="19" y="150"/>
                    </a:lnTo>
                    <a:lnTo>
                      <a:pt x="19" y="150"/>
                    </a:lnTo>
                    <a:lnTo>
                      <a:pt x="19" y="150"/>
                    </a:lnTo>
                    <a:lnTo>
                      <a:pt x="19" y="147"/>
                    </a:lnTo>
                    <a:lnTo>
                      <a:pt x="19" y="147"/>
                    </a:lnTo>
                    <a:lnTo>
                      <a:pt x="19" y="145"/>
                    </a:lnTo>
                    <a:lnTo>
                      <a:pt x="19" y="145"/>
                    </a:lnTo>
                    <a:lnTo>
                      <a:pt x="19" y="145"/>
                    </a:lnTo>
                    <a:lnTo>
                      <a:pt x="19" y="145"/>
                    </a:lnTo>
                    <a:lnTo>
                      <a:pt x="19" y="143"/>
                    </a:lnTo>
                    <a:lnTo>
                      <a:pt x="19" y="143"/>
                    </a:lnTo>
                    <a:lnTo>
                      <a:pt x="19" y="140"/>
                    </a:lnTo>
                    <a:lnTo>
                      <a:pt x="19" y="140"/>
                    </a:lnTo>
                    <a:lnTo>
                      <a:pt x="21" y="140"/>
                    </a:lnTo>
                    <a:lnTo>
                      <a:pt x="21" y="140"/>
                    </a:lnTo>
                    <a:lnTo>
                      <a:pt x="21" y="140"/>
                    </a:lnTo>
                    <a:lnTo>
                      <a:pt x="23" y="140"/>
                    </a:lnTo>
                    <a:lnTo>
                      <a:pt x="23" y="140"/>
                    </a:lnTo>
                    <a:lnTo>
                      <a:pt x="23" y="140"/>
                    </a:lnTo>
                    <a:lnTo>
                      <a:pt x="23" y="140"/>
                    </a:lnTo>
                    <a:lnTo>
                      <a:pt x="23" y="138"/>
                    </a:lnTo>
                    <a:lnTo>
                      <a:pt x="26" y="138"/>
                    </a:lnTo>
                    <a:lnTo>
                      <a:pt x="26" y="138"/>
                    </a:lnTo>
                    <a:lnTo>
                      <a:pt x="26" y="135"/>
                    </a:lnTo>
                    <a:lnTo>
                      <a:pt x="26" y="135"/>
                    </a:lnTo>
                    <a:lnTo>
                      <a:pt x="26" y="135"/>
                    </a:lnTo>
                    <a:lnTo>
                      <a:pt x="26" y="133"/>
                    </a:lnTo>
                    <a:lnTo>
                      <a:pt x="26" y="133"/>
                    </a:lnTo>
                    <a:lnTo>
                      <a:pt x="26" y="131"/>
                    </a:lnTo>
                    <a:lnTo>
                      <a:pt x="26" y="131"/>
                    </a:lnTo>
                    <a:lnTo>
                      <a:pt x="26" y="128"/>
                    </a:lnTo>
                    <a:lnTo>
                      <a:pt x="26" y="128"/>
                    </a:lnTo>
                    <a:lnTo>
                      <a:pt x="26" y="128"/>
                    </a:lnTo>
                    <a:lnTo>
                      <a:pt x="26" y="126"/>
                    </a:lnTo>
                    <a:lnTo>
                      <a:pt x="26" y="126"/>
                    </a:lnTo>
                    <a:lnTo>
                      <a:pt x="26" y="126"/>
                    </a:lnTo>
                    <a:lnTo>
                      <a:pt x="26" y="124"/>
                    </a:lnTo>
                    <a:lnTo>
                      <a:pt x="26" y="124"/>
                    </a:lnTo>
                    <a:lnTo>
                      <a:pt x="26" y="121"/>
                    </a:lnTo>
                    <a:lnTo>
                      <a:pt x="26" y="121"/>
                    </a:lnTo>
                    <a:lnTo>
                      <a:pt x="26" y="121"/>
                    </a:lnTo>
                    <a:lnTo>
                      <a:pt x="26" y="119"/>
                    </a:lnTo>
                    <a:lnTo>
                      <a:pt x="26" y="119"/>
                    </a:lnTo>
                    <a:lnTo>
                      <a:pt x="26" y="116"/>
                    </a:lnTo>
                    <a:lnTo>
                      <a:pt x="23" y="116"/>
                    </a:lnTo>
                    <a:lnTo>
                      <a:pt x="23" y="116"/>
                    </a:lnTo>
                    <a:lnTo>
                      <a:pt x="23" y="116"/>
                    </a:lnTo>
                    <a:lnTo>
                      <a:pt x="23" y="114"/>
                    </a:lnTo>
                    <a:lnTo>
                      <a:pt x="23" y="114"/>
                    </a:lnTo>
                    <a:lnTo>
                      <a:pt x="26" y="114"/>
                    </a:lnTo>
                    <a:lnTo>
                      <a:pt x="26" y="114"/>
                    </a:lnTo>
                    <a:lnTo>
                      <a:pt x="26" y="114"/>
                    </a:lnTo>
                    <a:lnTo>
                      <a:pt x="28" y="114"/>
                    </a:lnTo>
                    <a:lnTo>
                      <a:pt x="28" y="116"/>
                    </a:lnTo>
                    <a:lnTo>
                      <a:pt x="28" y="116"/>
                    </a:lnTo>
                    <a:lnTo>
                      <a:pt x="28" y="116"/>
                    </a:lnTo>
                    <a:lnTo>
                      <a:pt x="28" y="116"/>
                    </a:lnTo>
                    <a:lnTo>
                      <a:pt x="30" y="116"/>
                    </a:lnTo>
                    <a:lnTo>
                      <a:pt x="30" y="116"/>
                    </a:lnTo>
                    <a:lnTo>
                      <a:pt x="30" y="116"/>
                    </a:lnTo>
                    <a:lnTo>
                      <a:pt x="30" y="116"/>
                    </a:lnTo>
                    <a:lnTo>
                      <a:pt x="33" y="116"/>
                    </a:lnTo>
                    <a:lnTo>
                      <a:pt x="33" y="116"/>
                    </a:lnTo>
                    <a:lnTo>
                      <a:pt x="35" y="116"/>
                    </a:lnTo>
                    <a:lnTo>
                      <a:pt x="35" y="116"/>
                    </a:lnTo>
                    <a:lnTo>
                      <a:pt x="35" y="116"/>
                    </a:lnTo>
                    <a:lnTo>
                      <a:pt x="35" y="116"/>
                    </a:lnTo>
                    <a:lnTo>
                      <a:pt x="35" y="116"/>
                    </a:lnTo>
                    <a:lnTo>
                      <a:pt x="35" y="116"/>
                    </a:lnTo>
                    <a:lnTo>
                      <a:pt x="38" y="116"/>
                    </a:lnTo>
                    <a:lnTo>
                      <a:pt x="38" y="116"/>
                    </a:lnTo>
                    <a:lnTo>
                      <a:pt x="38" y="116"/>
                    </a:lnTo>
                    <a:lnTo>
                      <a:pt x="38" y="116"/>
                    </a:lnTo>
                    <a:lnTo>
                      <a:pt x="40" y="116"/>
                    </a:lnTo>
                    <a:lnTo>
                      <a:pt x="40" y="119"/>
                    </a:lnTo>
                    <a:lnTo>
                      <a:pt x="40" y="119"/>
                    </a:lnTo>
                    <a:lnTo>
                      <a:pt x="42" y="119"/>
                    </a:lnTo>
                    <a:lnTo>
                      <a:pt x="42" y="119"/>
                    </a:lnTo>
                    <a:lnTo>
                      <a:pt x="42" y="119"/>
                    </a:lnTo>
                    <a:lnTo>
                      <a:pt x="42" y="119"/>
                    </a:lnTo>
                    <a:lnTo>
                      <a:pt x="42" y="116"/>
                    </a:lnTo>
                    <a:lnTo>
                      <a:pt x="42" y="116"/>
                    </a:lnTo>
                    <a:lnTo>
                      <a:pt x="42" y="116"/>
                    </a:lnTo>
                    <a:lnTo>
                      <a:pt x="42" y="116"/>
                    </a:lnTo>
                    <a:lnTo>
                      <a:pt x="42" y="114"/>
                    </a:lnTo>
                    <a:lnTo>
                      <a:pt x="45" y="114"/>
                    </a:lnTo>
                    <a:lnTo>
                      <a:pt x="45" y="114"/>
                    </a:lnTo>
                    <a:lnTo>
                      <a:pt x="45" y="112"/>
                    </a:lnTo>
                    <a:lnTo>
                      <a:pt x="45" y="112"/>
                    </a:lnTo>
                    <a:lnTo>
                      <a:pt x="45" y="112"/>
                    </a:lnTo>
                    <a:lnTo>
                      <a:pt x="45" y="109"/>
                    </a:lnTo>
                    <a:lnTo>
                      <a:pt x="45" y="109"/>
                    </a:lnTo>
                    <a:lnTo>
                      <a:pt x="45" y="109"/>
                    </a:lnTo>
                    <a:lnTo>
                      <a:pt x="45" y="107"/>
                    </a:lnTo>
                    <a:lnTo>
                      <a:pt x="45" y="107"/>
                    </a:lnTo>
                    <a:lnTo>
                      <a:pt x="47" y="107"/>
                    </a:lnTo>
                    <a:lnTo>
                      <a:pt x="47" y="105"/>
                    </a:lnTo>
                    <a:lnTo>
                      <a:pt x="47" y="105"/>
                    </a:lnTo>
                    <a:lnTo>
                      <a:pt x="47" y="105"/>
                    </a:lnTo>
                    <a:lnTo>
                      <a:pt x="47" y="105"/>
                    </a:lnTo>
                    <a:lnTo>
                      <a:pt x="47" y="102"/>
                    </a:lnTo>
                    <a:lnTo>
                      <a:pt x="47" y="102"/>
                    </a:lnTo>
                    <a:lnTo>
                      <a:pt x="49" y="102"/>
                    </a:lnTo>
                    <a:lnTo>
                      <a:pt x="49" y="100"/>
                    </a:lnTo>
                    <a:lnTo>
                      <a:pt x="49" y="100"/>
                    </a:lnTo>
                    <a:lnTo>
                      <a:pt x="49" y="100"/>
                    </a:lnTo>
                    <a:lnTo>
                      <a:pt x="49" y="100"/>
                    </a:lnTo>
                    <a:lnTo>
                      <a:pt x="49" y="98"/>
                    </a:lnTo>
                    <a:lnTo>
                      <a:pt x="49" y="98"/>
                    </a:lnTo>
                    <a:lnTo>
                      <a:pt x="52" y="98"/>
                    </a:lnTo>
                    <a:lnTo>
                      <a:pt x="52" y="98"/>
                    </a:lnTo>
                    <a:lnTo>
                      <a:pt x="52" y="95"/>
                    </a:lnTo>
                    <a:lnTo>
                      <a:pt x="52" y="95"/>
                    </a:lnTo>
                    <a:lnTo>
                      <a:pt x="52" y="95"/>
                    </a:lnTo>
                    <a:lnTo>
                      <a:pt x="52" y="95"/>
                    </a:lnTo>
                    <a:lnTo>
                      <a:pt x="52" y="93"/>
                    </a:lnTo>
                    <a:lnTo>
                      <a:pt x="52" y="93"/>
                    </a:lnTo>
                    <a:lnTo>
                      <a:pt x="54" y="93"/>
                    </a:lnTo>
                    <a:lnTo>
                      <a:pt x="54" y="90"/>
                    </a:lnTo>
                    <a:lnTo>
                      <a:pt x="54" y="90"/>
                    </a:lnTo>
                    <a:lnTo>
                      <a:pt x="54" y="90"/>
                    </a:lnTo>
                    <a:lnTo>
                      <a:pt x="54" y="88"/>
                    </a:lnTo>
                    <a:lnTo>
                      <a:pt x="54" y="88"/>
                    </a:lnTo>
                    <a:lnTo>
                      <a:pt x="54" y="86"/>
                    </a:lnTo>
                    <a:lnTo>
                      <a:pt x="54" y="86"/>
                    </a:lnTo>
                    <a:lnTo>
                      <a:pt x="54" y="86"/>
                    </a:lnTo>
                    <a:lnTo>
                      <a:pt x="52" y="86"/>
                    </a:lnTo>
                    <a:lnTo>
                      <a:pt x="52" y="86"/>
                    </a:lnTo>
                    <a:lnTo>
                      <a:pt x="52" y="86"/>
                    </a:lnTo>
                    <a:lnTo>
                      <a:pt x="52" y="86"/>
                    </a:lnTo>
                    <a:lnTo>
                      <a:pt x="52" y="83"/>
                    </a:lnTo>
                    <a:lnTo>
                      <a:pt x="52" y="83"/>
                    </a:lnTo>
                    <a:lnTo>
                      <a:pt x="52" y="83"/>
                    </a:lnTo>
                    <a:lnTo>
                      <a:pt x="52" y="81"/>
                    </a:lnTo>
                    <a:lnTo>
                      <a:pt x="52" y="81"/>
                    </a:lnTo>
                    <a:lnTo>
                      <a:pt x="52" y="79"/>
                    </a:lnTo>
                    <a:lnTo>
                      <a:pt x="52" y="79"/>
                    </a:lnTo>
                    <a:lnTo>
                      <a:pt x="52" y="79"/>
                    </a:lnTo>
                    <a:lnTo>
                      <a:pt x="54" y="79"/>
                    </a:lnTo>
                    <a:lnTo>
                      <a:pt x="54" y="76"/>
                    </a:lnTo>
                    <a:lnTo>
                      <a:pt x="54" y="76"/>
                    </a:lnTo>
                    <a:lnTo>
                      <a:pt x="57" y="76"/>
                    </a:lnTo>
                    <a:lnTo>
                      <a:pt x="57" y="76"/>
                    </a:lnTo>
                    <a:lnTo>
                      <a:pt x="57" y="76"/>
                    </a:lnTo>
                    <a:lnTo>
                      <a:pt x="57" y="76"/>
                    </a:lnTo>
                    <a:lnTo>
                      <a:pt x="57" y="76"/>
                    </a:lnTo>
                    <a:lnTo>
                      <a:pt x="57" y="74"/>
                    </a:lnTo>
                    <a:lnTo>
                      <a:pt x="59" y="74"/>
                    </a:lnTo>
                    <a:lnTo>
                      <a:pt x="59" y="74"/>
                    </a:lnTo>
                    <a:lnTo>
                      <a:pt x="59" y="74"/>
                    </a:lnTo>
                    <a:lnTo>
                      <a:pt x="59" y="71"/>
                    </a:lnTo>
                    <a:lnTo>
                      <a:pt x="59" y="71"/>
                    </a:lnTo>
                    <a:lnTo>
                      <a:pt x="59" y="71"/>
                    </a:lnTo>
                    <a:lnTo>
                      <a:pt x="61" y="71"/>
                    </a:lnTo>
                    <a:lnTo>
                      <a:pt x="61" y="69"/>
                    </a:lnTo>
                    <a:lnTo>
                      <a:pt x="61" y="69"/>
                    </a:lnTo>
                    <a:lnTo>
                      <a:pt x="59" y="69"/>
                    </a:lnTo>
                    <a:lnTo>
                      <a:pt x="59" y="67"/>
                    </a:lnTo>
                    <a:lnTo>
                      <a:pt x="59" y="67"/>
                    </a:lnTo>
                    <a:lnTo>
                      <a:pt x="59" y="67"/>
                    </a:lnTo>
                    <a:lnTo>
                      <a:pt x="61" y="67"/>
                    </a:lnTo>
                    <a:lnTo>
                      <a:pt x="61" y="67"/>
                    </a:lnTo>
                    <a:lnTo>
                      <a:pt x="61" y="64"/>
                    </a:lnTo>
                    <a:lnTo>
                      <a:pt x="64" y="64"/>
                    </a:lnTo>
                    <a:lnTo>
                      <a:pt x="64" y="64"/>
                    </a:lnTo>
                    <a:lnTo>
                      <a:pt x="64" y="62"/>
                    </a:lnTo>
                    <a:lnTo>
                      <a:pt x="64" y="62"/>
                    </a:lnTo>
                    <a:lnTo>
                      <a:pt x="61" y="62"/>
                    </a:lnTo>
                    <a:lnTo>
                      <a:pt x="61" y="60"/>
                    </a:lnTo>
                    <a:lnTo>
                      <a:pt x="61" y="60"/>
                    </a:lnTo>
                    <a:lnTo>
                      <a:pt x="64" y="60"/>
                    </a:lnTo>
                    <a:lnTo>
                      <a:pt x="64" y="57"/>
                    </a:lnTo>
                    <a:lnTo>
                      <a:pt x="61" y="57"/>
                    </a:lnTo>
                    <a:lnTo>
                      <a:pt x="61" y="57"/>
                    </a:lnTo>
                    <a:lnTo>
                      <a:pt x="61" y="57"/>
                    </a:lnTo>
                    <a:lnTo>
                      <a:pt x="61" y="55"/>
                    </a:lnTo>
                    <a:lnTo>
                      <a:pt x="61" y="55"/>
                    </a:lnTo>
                    <a:lnTo>
                      <a:pt x="61" y="52"/>
                    </a:lnTo>
                    <a:lnTo>
                      <a:pt x="61" y="52"/>
                    </a:lnTo>
                    <a:lnTo>
                      <a:pt x="61" y="52"/>
                    </a:lnTo>
                    <a:lnTo>
                      <a:pt x="61" y="52"/>
                    </a:lnTo>
                    <a:lnTo>
                      <a:pt x="61" y="50"/>
                    </a:lnTo>
                    <a:lnTo>
                      <a:pt x="64" y="50"/>
                    </a:lnTo>
                    <a:lnTo>
                      <a:pt x="64" y="50"/>
                    </a:lnTo>
                    <a:lnTo>
                      <a:pt x="64" y="48"/>
                    </a:lnTo>
                    <a:lnTo>
                      <a:pt x="64" y="48"/>
                    </a:lnTo>
                    <a:lnTo>
                      <a:pt x="64" y="48"/>
                    </a:lnTo>
                    <a:lnTo>
                      <a:pt x="64" y="48"/>
                    </a:lnTo>
                    <a:lnTo>
                      <a:pt x="66" y="48"/>
                    </a:lnTo>
                    <a:lnTo>
                      <a:pt x="66" y="48"/>
                    </a:lnTo>
                    <a:lnTo>
                      <a:pt x="68" y="48"/>
                    </a:lnTo>
                    <a:lnTo>
                      <a:pt x="68" y="48"/>
                    </a:lnTo>
                    <a:lnTo>
                      <a:pt x="68" y="45"/>
                    </a:lnTo>
                    <a:lnTo>
                      <a:pt x="68" y="45"/>
                    </a:lnTo>
                    <a:lnTo>
                      <a:pt x="71" y="45"/>
                    </a:lnTo>
                    <a:lnTo>
                      <a:pt x="71" y="45"/>
                    </a:lnTo>
                    <a:lnTo>
                      <a:pt x="71" y="45"/>
                    </a:lnTo>
                    <a:lnTo>
                      <a:pt x="71" y="45"/>
                    </a:lnTo>
                    <a:lnTo>
                      <a:pt x="71" y="43"/>
                    </a:lnTo>
                    <a:lnTo>
                      <a:pt x="71" y="43"/>
                    </a:lnTo>
                    <a:lnTo>
                      <a:pt x="73" y="43"/>
                    </a:lnTo>
                    <a:lnTo>
                      <a:pt x="73" y="43"/>
                    </a:lnTo>
                    <a:lnTo>
                      <a:pt x="73" y="43"/>
                    </a:lnTo>
                    <a:lnTo>
                      <a:pt x="75" y="43"/>
                    </a:lnTo>
                    <a:lnTo>
                      <a:pt x="75" y="43"/>
                    </a:lnTo>
                    <a:lnTo>
                      <a:pt x="75" y="43"/>
                    </a:lnTo>
                    <a:lnTo>
                      <a:pt x="75" y="41"/>
                    </a:lnTo>
                    <a:lnTo>
                      <a:pt x="75" y="41"/>
                    </a:lnTo>
                    <a:lnTo>
                      <a:pt x="78" y="41"/>
                    </a:lnTo>
                    <a:lnTo>
                      <a:pt x="78" y="38"/>
                    </a:lnTo>
                    <a:lnTo>
                      <a:pt x="78" y="38"/>
                    </a:lnTo>
                    <a:lnTo>
                      <a:pt x="78" y="38"/>
                    </a:lnTo>
                    <a:lnTo>
                      <a:pt x="78" y="38"/>
                    </a:lnTo>
                    <a:lnTo>
                      <a:pt x="80" y="38"/>
                    </a:lnTo>
                    <a:lnTo>
                      <a:pt x="80" y="38"/>
                    </a:lnTo>
                    <a:lnTo>
                      <a:pt x="80" y="36"/>
                    </a:lnTo>
                    <a:lnTo>
                      <a:pt x="80" y="36"/>
                    </a:lnTo>
                    <a:lnTo>
                      <a:pt x="83" y="36"/>
                    </a:lnTo>
                    <a:lnTo>
                      <a:pt x="83" y="36"/>
                    </a:lnTo>
                    <a:lnTo>
                      <a:pt x="83" y="36"/>
                    </a:lnTo>
                    <a:lnTo>
                      <a:pt x="83" y="34"/>
                    </a:lnTo>
                    <a:lnTo>
                      <a:pt x="83" y="34"/>
                    </a:lnTo>
                    <a:lnTo>
                      <a:pt x="85" y="34"/>
                    </a:lnTo>
                    <a:lnTo>
                      <a:pt x="85" y="34"/>
                    </a:lnTo>
                    <a:lnTo>
                      <a:pt x="85" y="34"/>
                    </a:lnTo>
                    <a:lnTo>
                      <a:pt x="85" y="34"/>
                    </a:lnTo>
                    <a:lnTo>
                      <a:pt x="85" y="31"/>
                    </a:lnTo>
                    <a:lnTo>
                      <a:pt x="87" y="31"/>
                    </a:lnTo>
                    <a:lnTo>
                      <a:pt x="87" y="31"/>
                    </a:lnTo>
                    <a:lnTo>
                      <a:pt x="90" y="31"/>
                    </a:lnTo>
                    <a:lnTo>
                      <a:pt x="90" y="31"/>
                    </a:lnTo>
                    <a:lnTo>
                      <a:pt x="90" y="31"/>
                    </a:lnTo>
                    <a:lnTo>
                      <a:pt x="92" y="31"/>
                    </a:lnTo>
                    <a:lnTo>
                      <a:pt x="92" y="31"/>
                    </a:lnTo>
                    <a:lnTo>
                      <a:pt x="92" y="31"/>
                    </a:lnTo>
                    <a:lnTo>
                      <a:pt x="94" y="31"/>
                    </a:lnTo>
                    <a:lnTo>
                      <a:pt x="94" y="31"/>
                    </a:lnTo>
                    <a:lnTo>
                      <a:pt x="94" y="31"/>
                    </a:lnTo>
                    <a:lnTo>
                      <a:pt x="97" y="31"/>
                    </a:lnTo>
                    <a:lnTo>
                      <a:pt x="97" y="31"/>
                    </a:lnTo>
                    <a:lnTo>
                      <a:pt x="97" y="29"/>
                    </a:lnTo>
                    <a:lnTo>
                      <a:pt x="97" y="29"/>
                    </a:lnTo>
                    <a:lnTo>
                      <a:pt x="97" y="31"/>
                    </a:lnTo>
                    <a:lnTo>
                      <a:pt x="99" y="31"/>
                    </a:lnTo>
                    <a:lnTo>
                      <a:pt x="99" y="31"/>
                    </a:lnTo>
                    <a:lnTo>
                      <a:pt x="99" y="31"/>
                    </a:lnTo>
                    <a:lnTo>
                      <a:pt x="99" y="34"/>
                    </a:lnTo>
                    <a:lnTo>
                      <a:pt x="101" y="34"/>
                    </a:lnTo>
                    <a:lnTo>
                      <a:pt x="101" y="34"/>
                    </a:lnTo>
                    <a:lnTo>
                      <a:pt x="101" y="36"/>
                    </a:lnTo>
                    <a:lnTo>
                      <a:pt x="101" y="36"/>
                    </a:lnTo>
                    <a:lnTo>
                      <a:pt x="101" y="36"/>
                    </a:lnTo>
                    <a:lnTo>
                      <a:pt x="101" y="36"/>
                    </a:lnTo>
                    <a:lnTo>
                      <a:pt x="104" y="36"/>
                    </a:lnTo>
                    <a:lnTo>
                      <a:pt x="104" y="36"/>
                    </a:lnTo>
                    <a:lnTo>
                      <a:pt x="104" y="36"/>
                    </a:lnTo>
                    <a:lnTo>
                      <a:pt x="104" y="36"/>
                    </a:lnTo>
                    <a:lnTo>
                      <a:pt x="106" y="36"/>
                    </a:lnTo>
                    <a:lnTo>
                      <a:pt x="106" y="36"/>
                    </a:lnTo>
                    <a:lnTo>
                      <a:pt x="106" y="36"/>
                    </a:lnTo>
                    <a:lnTo>
                      <a:pt x="106" y="36"/>
                    </a:lnTo>
                    <a:lnTo>
                      <a:pt x="106" y="36"/>
                    </a:lnTo>
                    <a:lnTo>
                      <a:pt x="106" y="34"/>
                    </a:lnTo>
                    <a:lnTo>
                      <a:pt x="104" y="34"/>
                    </a:lnTo>
                    <a:lnTo>
                      <a:pt x="104" y="34"/>
                    </a:lnTo>
                    <a:lnTo>
                      <a:pt x="104" y="34"/>
                    </a:lnTo>
                    <a:lnTo>
                      <a:pt x="104" y="31"/>
                    </a:lnTo>
                    <a:lnTo>
                      <a:pt x="104" y="31"/>
                    </a:lnTo>
                    <a:lnTo>
                      <a:pt x="104" y="31"/>
                    </a:lnTo>
                    <a:lnTo>
                      <a:pt x="101" y="31"/>
                    </a:lnTo>
                    <a:lnTo>
                      <a:pt x="101" y="29"/>
                    </a:lnTo>
                    <a:lnTo>
                      <a:pt x="101" y="29"/>
                    </a:lnTo>
                    <a:lnTo>
                      <a:pt x="101" y="29"/>
                    </a:lnTo>
                    <a:lnTo>
                      <a:pt x="101" y="26"/>
                    </a:lnTo>
                    <a:lnTo>
                      <a:pt x="101" y="26"/>
                    </a:lnTo>
                    <a:lnTo>
                      <a:pt x="101" y="26"/>
                    </a:lnTo>
                    <a:lnTo>
                      <a:pt x="101" y="24"/>
                    </a:lnTo>
                    <a:lnTo>
                      <a:pt x="101" y="24"/>
                    </a:lnTo>
                    <a:lnTo>
                      <a:pt x="101" y="24"/>
                    </a:lnTo>
                    <a:lnTo>
                      <a:pt x="101" y="24"/>
                    </a:lnTo>
                    <a:lnTo>
                      <a:pt x="101" y="22"/>
                    </a:lnTo>
                    <a:lnTo>
                      <a:pt x="101" y="22"/>
                    </a:lnTo>
                    <a:lnTo>
                      <a:pt x="104" y="22"/>
                    </a:lnTo>
                    <a:lnTo>
                      <a:pt x="104" y="22"/>
                    </a:lnTo>
                    <a:lnTo>
                      <a:pt x="104" y="19"/>
                    </a:lnTo>
                    <a:lnTo>
                      <a:pt x="104" y="19"/>
                    </a:lnTo>
                    <a:lnTo>
                      <a:pt x="104" y="19"/>
                    </a:lnTo>
                    <a:lnTo>
                      <a:pt x="104" y="19"/>
                    </a:lnTo>
                    <a:lnTo>
                      <a:pt x="106" y="19"/>
                    </a:lnTo>
                    <a:lnTo>
                      <a:pt x="106" y="19"/>
                    </a:lnTo>
                    <a:lnTo>
                      <a:pt x="106" y="17"/>
                    </a:lnTo>
                    <a:lnTo>
                      <a:pt x="109" y="17"/>
                    </a:lnTo>
                    <a:lnTo>
                      <a:pt x="109" y="17"/>
                    </a:lnTo>
                    <a:lnTo>
                      <a:pt x="109" y="17"/>
                    </a:lnTo>
                    <a:lnTo>
                      <a:pt x="109" y="17"/>
                    </a:lnTo>
                    <a:lnTo>
                      <a:pt x="109" y="17"/>
                    </a:lnTo>
                    <a:lnTo>
                      <a:pt x="111" y="17"/>
                    </a:lnTo>
                    <a:lnTo>
                      <a:pt x="111" y="17"/>
                    </a:lnTo>
                    <a:lnTo>
                      <a:pt x="111" y="17"/>
                    </a:lnTo>
                    <a:lnTo>
                      <a:pt x="111" y="17"/>
                    </a:lnTo>
                    <a:lnTo>
                      <a:pt x="111" y="15"/>
                    </a:lnTo>
                    <a:lnTo>
                      <a:pt x="111" y="15"/>
                    </a:lnTo>
                    <a:lnTo>
                      <a:pt x="111" y="12"/>
                    </a:lnTo>
                    <a:lnTo>
                      <a:pt x="111" y="12"/>
                    </a:lnTo>
                    <a:lnTo>
                      <a:pt x="111" y="12"/>
                    </a:lnTo>
                    <a:lnTo>
                      <a:pt x="111" y="10"/>
                    </a:lnTo>
                    <a:lnTo>
                      <a:pt x="111" y="10"/>
                    </a:lnTo>
                    <a:lnTo>
                      <a:pt x="111" y="10"/>
                    </a:lnTo>
                    <a:lnTo>
                      <a:pt x="111" y="7"/>
                    </a:lnTo>
                    <a:lnTo>
                      <a:pt x="111" y="7"/>
                    </a:lnTo>
                    <a:lnTo>
                      <a:pt x="111" y="7"/>
                    </a:lnTo>
                    <a:lnTo>
                      <a:pt x="111" y="7"/>
                    </a:lnTo>
                    <a:lnTo>
                      <a:pt x="113" y="7"/>
                    </a:lnTo>
                    <a:lnTo>
                      <a:pt x="113" y="7"/>
                    </a:lnTo>
                    <a:lnTo>
                      <a:pt x="113" y="5"/>
                    </a:lnTo>
                    <a:lnTo>
                      <a:pt x="113" y="5"/>
                    </a:lnTo>
                    <a:lnTo>
                      <a:pt x="113" y="3"/>
                    </a:lnTo>
                    <a:lnTo>
                      <a:pt x="113" y="3"/>
                    </a:lnTo>
                    <a:lnTo>
                      <a:pt x="116" y="3"/>
                    </a:lnTo>
                    <a:lnTo>
                      <a:pt x="116" y="0"/>
                    </a:lnTo>
                    <a:lnTo>
                      <a:pt x="116" y="0"/>
                    </a:lnTo>
                    <a:lnTo>
                      <a:pt x="116" y="0"/>
                    </a:lnTo>
                    <a:lnTo>
                      <a:pt x="116" y="0"/>
                    </a:lnTo>
                    <a:lnTo>
                      <a:pt x="116" y="0"/>
                    </a:lnTo>
                    <a:lnTo>
                      <a:pt x="116" y="3"/>
                    </a:lnTo>
                    <a:lnTo>
                      <a:pt x="118" y="3"/>
                    </a:lnTo>
                    <a:lnTo>
                      <a:pt x="118" y="0"/>
                    </a:lnTo>
                    <a:lnTo>
                      <a:pt x="118" y="0"/>
                    </a:lnTo>
                    <a:lnTo>
                      <a:pt x="118" y="3"/>
                    </a:lnTo>
                    <a:lnTo>
                      <a:pt x="118" y="3"/>
                    </a:lnTo>
                    <a:lnTo>
                      <a:pt x="118" y="3"/>
                    </a:lnTo>
                    <a:lnTo>
                      <a:pt x="118" y="5"/>
                    </a:lnTo>
                    <a:lnTo>
                      <a:pt x="120" y="5"/>
                    </a:lnTo>
                    <a:lnTo>
                      <a:pt x="120" y="5"/>
                    </a:lnTo>
                    <a:lnTo>
                      <a:pt x="120" y="5"/>
                    </a:lnTo>
                    <a:lnTo>
                      <a:pt x="120" y="5"/>
                    </a:lnTo>
                    <a:lnTo>
                      <a:pt x="123" y="5"/>
                    </a:lnTo>
                    <a:lnTo>
                      <a:pt x="123" y="5"/>
                    </a:lnTo>
                    <a:lnTo>
                      <a:pt x="123" y="5"/>
                    </a:lnTo>
                    <a:lnTo>
                      <a:pt x="123" y="5"/>
                    </a:lnTo>
                    <a:lnTo>
                      <a:pt x="123" y="7"/>
                    </a:lnTo>
                    <a:lnTo>
                      <a:pt x="125" y="7"/>
                    </a:lnTo>
                    <a:lnTo>
                      <a:pt x="125" y="7"/>
                    </a:lnTo>
                    <a:lnTo>
                      <a:pt x="125" y="7"/>
                    </a:lnTo>
                    <a:lnTo>
                      <a:pt x="125" y="7"/>
                    </a:lnTo>
                    <a:lnTo>
                      <a:pt x="125" y="7"/>
                    </a:lnTo>
                    <a:lnTo>
                      <a:pt x="125" y="10"/>
                    </a:lnTo>
                    <a:lnTo>
                      <a:pt x="128" y="10"/>
                    </a:lnTo>
                    <a:lnTo>
                      <a:pt x="128" y="10"/>
                    </a:lnTo>
                    <a:lnTo>
                      <a:pt x="128" y="10"/>
                    </a:lnTo>
                    <a:lnTo>
                      <a:pt x="128" y="12"/>
                    </a:lnTo>
                    <a:lnTo>
                      <a:pt x="128" y="12"/>
                    </a:lnTo>
                    <a:lnTo>
                      <a:pt x="128" y="12"/>
                    </a:lnTo>
                    <a:lnTo>
                      <a:pt x="128" y="15"/>
                    </a:lnTo>
                    <a:lnTo>
                      <a:pt x="128" y="15"/>
                    </a:lnTo>
                    <a:lnTo>
                      <a:pt x="128" y="15"/>
                    </a:lnTo>
                    <a:lnTo>
                      <a:pt x="128" y="17"/>
                    </a:lnTo>
                    <a:lnTo>
                      <a:pt x="128" y="17"/>
                    </a:lnTo>
                    <a:lnTo>
                      <a:pt x="128" y="17"/>
                    </a:lnTo>
                    <a:lnTo>
                      <a:pt x="130" y="17"/>
                    </a:lnTo>
                    <a:lnTo>
                      <a:pt x="130" y="19"/>
                    </a:lnTo>
                    <a:lnTo>
                      <a:pt x="130" y="19"/>
                    </a:lnTo>
                    <a:lnTo>
                      <a:pt x="130" y="22"/>
                    </a:lnTo>
                    <a:lnTo>
                      <a:pt x="130" y="22"/>
                    </a:lnTo>
                    <a:lnTo>
                      <a:pt x="130" y="22"/>
                    </a:lnTo>
                    <a:lnTo>
                      <a:pt x="130" y="22"/>
                    </a:lnTo>
                    <a:lnTo>
                      <a:pt x="130" y="24"/>
                    </a:lnTo>
                    <a:lnTo>
                      <a:pt x="130" y="24"/>
                    </a:lnTo>
                    <a:lnTo>
                      <a:pt x="130" y="26"/>
                    </a:lnTo>
                    <a:lnTo>
                      <a:pt x="132" y="26"/>
                    </a:lnTo>
                    <a:lnTo>
                      <a:pt x="132" y="26"/>
                    </a:lnTo>
                    <a:lnTo>
                      <a:pt x="132" y="26"/>
                    </a:lnTo>
                    <a:lnTo>
                      <a:pt x="132" y="24"/>
                    </a:lnTo>
                    <a:lnTo>
                      <a:pt x="132" y="24"/>
                    </a:lnTo>
                    <a:lnTo>
                      <a:pt x="132" y="22"/>
                    </a:lnTo>
                    <a:lnTo>
                      <a:pt x="135" y="22"/>
                    </a:lnTo>
                    <a:lnTo>
                      <a:pt x="135" y="22"/>
                    </a:lnTo>
                    <a:lnTo>
                      <a:pt x="135" y="24"/>
                    </a:lnTo>
                    <a:lnTo>
                      <a:pt x="137" y="24"/>
                    </a:lnTo>
                    <a:lnTo>
                      <a:pt x="137" y="24"/>
                    </a:lnTo>
                    <a:lnTo>
                      <a:pt x="137" y="24"/>
                    </a:lnTo>
                    <a:lnTo>
                      <a:pt x="137" y="24"/>
                    </a:lnTo>
                    <a:lnTo>
                      <a:pt x="137" y="24"/>
                    </a:lnTo>
                    <a:lnTo>
                      <a:pt x="139" y="24"/>
                    </a:lnTo>
                    <a:lnTo>
                      <a:pt x="139" y="24"/>
                    </a:lnTo>
                    <a:lnTo>
                      <a:pt x="139" y="24"/>
                    </a:lnTo>
                    <a:lnTo>
                      <a:pt x="139" y="26"/>
                    </a:lnTo>
                    <a:lnTo>
                      <a:pt x="139" y="26"/>
                    </a:lnTo>
                    <a:lnTo>
                      <a:pt x="139" y="26"/>
                    </a:lnTo>
                    <a:lnTo>
                      <a:pt x="139" y="29"/>
                    </a:lnTo>
                    <a:lnTo>
                      <a:pt x="139" y="29"/>
                    </a:lnTo>
                    <a:lnTo>
                      <a:pt x="139" y="31"/>
                    </a:lnTo>
                    <a:lnTo>
                      <a:pt x="139" y="31"/>
                    </a:lnTo>
                    <a:lnTo>
                      <a:pt x="139" y="34"/>
                    </a:lnTo>
                    <a:lnTo>
                      <a:pt x="139" y="34"/>
                    </a:lnTo>
                    <a:lnTo>
                      <a:pt x="139" y="36"/>
                    </a:lnTo>
                    <a:lnTo>
                      <a:pt x="139" y="36"/>
                    </a:lnTo>
                    <a:lnTo>
                      <a:pt x="139" y="36"/>
                    </a:lnTo>
                    <a:lnTo>
                      <a:pt x="142" y="36"/>
                    </a:lnTo>
                    <a:lnTo>
                      <a:pt x="142" y="38"/>
                    </a:lnTo>
                    <a:lnTo>
                      <a:pt x="142" y="38"/>
                    </a:lnTo>
                    <a:lnTo>
                      <a:pt x="142" y="41"/>
                    </a:lnTo>
                    <a:lnTo>
                      <a:pt x="142" y="41"/>
                    </a:lnTo>
                    <a:lnTo>
                      <a:pt x="142" y="43"/>
                    </a:lnTo>
                    <a:lnTo>
                      <a:pt x="142" y="43"/>
                    </a:lnTo>
                    <a:lnTo>
                      <a:pt x="142" y="45"/>
                    </a:lnTo>
                    <a:lnTo>
                      <a:pt x="142" y="45"/>
                    </a:lnTo>
                    <a:lnTo>
                      <a:pt x="142" y="45"/>
                    </a:lnTo>
                    <a:lnTo>
                      <a:pt x="142" y="45"/>
                    </a:lnTo>
                    <a:lnTo>
                      <a:pt x="142" y="48"/>
                    </a:lnTo>
                    <a:lnTo>
                      <a:pt x="142" y="48"/>
                    </a:lnTo>
                    <a:lnTo>
                      <a:pt x="142" y="50"/>
                    </a:lnTo>
                    <a:lnTo>
                      <a:pt x="142" y="50"/>
                    </a:lnTo>
                    <a:lnTo>
                      <a:pt x="142" y="50"/>
                    </a:lnTo>
                    <a:lnTo>
                      <a:pt x="142" y="52"/>
                    </a:lnTo>
                    <a:lnTo>
                      <a:pt x="142" y="52"/>
                    </a:lnTo>
                    <a:lnTo>
                      <a:pt x="142" y="55"/>
                    </a:lnTo>
                    <a:lnTo>
                      <a:pt x="142" y="55"/>
                    </a:lnTo>
                    <a:lnTo>
                      <a:pt x="139" y="55"/>
                    </a:lnTo>
                    <a:lnTo>
                      <a:pt x="139" y="57"/>
                    </a:lnTo>
                    <a:lnTo>
                      <a:pt x="139" y="57"/>
                    </a:lnTo>
                    <a:lnTo>
                      <a:pt x="139" y="57"/>
                    </a:lnTo>
                    <a:lnTo>
                      <a:pt x="139" y="57"/>
                    </a:lnTo>
                    <a:lnTo>
                      <a:pt x="139" y="57"/>
                    </a:lnTo>
                    <a:lnTo>
                      <a:pt x="139" y="60"/>
                    </a:lnTo>
                    <a:lnTo>
                      <a:pt x="139" y="60"/>
                    </a:lnTo>
                    <a:lnTo>
                      <a:pt x="139" y="62"/>
                    </a:lnTo>
                    <a:lnTo>
                      <a:pt x="139" y="62"/>
                    </a:lnTo>
                    <a:lnTo>
                      <a:pt x="137" y="62"/>
                    </a:lnTo>
                    <a:lnTo>
                      <a:pt x="137" y="62"/>
                    </a:lnTo>
                    <a:lnTo>
                      <a:pt x="137" y="62"/>
                    </a:lnTo>
                    <a:lnTo>
                      <a:pt x="137" y="64"/>
                    </a:lnTo>
                    <a:lnTo>
                      <a:pt x="137" y="64"/>
                    </a:lnTo>
                    <a:lnTo>
                      <a:pt x="137" y="64"/>
                    </a:lnTo>
                    <a:lnTo>
                      <a:pt x="137" y="67"/>
                    </a:lnTo>
                    <a:lnTo>
                      <a:pt x="139" y="67"/>
                    </a:lnTo>
                    <a:lnTo>
                      <a:pt x="139" y="67"/>
                    </a:lnTo>
                    <a:lnTo>
                      <a:pt x="139" y="67"/>
                    </a:lnTo>
                    <a:lnTo>
                      <a:pt x="139" y="67"/>
                    </a:lnTo>
                    <a:lnTo>
                      <a:pt x="139" y="69"/>
                    </a:lnTo>
                    <a:lnTo>
                      <a:pt x="139" y="69"/>
                    </a:lnTo>
                    <a:lnTo>
                      <a:pt x="137" y="69"/>
                    </a:lnTo>
                    <a:lnTo>
                      <a:pt x="137" y="69"/>
                    </a:lnTo>
                    <a:lnTo>
                      <a:pt x="137" y="69"/>
                    </a:lnTo>
                    <a:lnTo>
                      <a:pt x="135" y="69"/>
                    </a:lnTo>
                    <a:lnTo>
                      <a:pt x="135" y="69"/>
                    </a:lnTo>
                    <a:lnTo>
                      <a:pt x="135" y="69"/>
                    </a:lnTo>
                    <a:lnTo>
                      <a:pt x="135" y="71"/>
                    </a:lnTo>
                    <a:lnTo>
                      <a:pt x="135" y="71"/>
                    </a:lnTo>
                    <a:lnTo>
                      <a:pt x="132" y="71"/>
                    </a:lnTo>
                    <a:lnTo>
                      <a:pt x="132" y="74"/>
                    </a:lnTo>
                    <a:lnTo>
                      <a:pt x="132" y="74"/>
                    </a:lnTo>
                    <a:lnTo>
                      <a:pt x="132" y="74"/>
                    </a:lnTo>
                    <a:lnTo>
                      <a:pt x="132" y="76"/>
                    </a:lnTo>
                    <a:lnTo>
                      <a:pt x="132" y="76"/>
                    </a:lnTo>
                    <a:lnTo>
                      <a:pt x="132" y="76"/>
                    </a:lnTo>
                    <a:lnTo>
                      <a:pt x="130" y="76"/>
                    </a:lnTo>
                    <a:lnTo>
                      <a:pt x="130" y="76"/>
                    </a:lnTo>
                    <a:lnTo>
                      <a:pt x="130" y="76"/>
                    </a:lnTo>
                    <a:lnTo>
                      <a:pt x="130" y="76"/>
                    </a:lnTo>
                    <a:lnTo>
                      <a:pt x="130" y="74"/>
                    </a:lnTo>
                    <a:lnTo>
                      <a:pt x="128" y="74"/>
                    </a:lnTo>
                    <a:lnTo>
                      <a:pt x="128" y="76"/>
                    </a:lnTo>
                    <a:lnTo>
                      <a:pt x="128" y="76"/>
                    </a:lnTo>
                    <a:lnTo>
                      <a:pt x="128" y="76"/>
                    </a:lnTo>
                    <a:lnTo>
                      <a:pt x="128" y="76"/>
                    </a:lnTo>
                    <a:lnTo>
                      <a:pt x="128" y="79"/>
                    </a:lnTo>
                    <a:lnTo>
                      <a:pt x="128" y="79"/>
                    </a:lnTo>
                    <a:lnTo>
                      <a:pt x="128" y="81"/>
                    </a:lnTo>
                    <a:lnTo>
                      <a:pt x="125" y="81"/>
                    </a:lnTo>
                    <a:lnTo>
                      <a:pt x="125" y="81"/>
                    </a:lnTo>
                    <a:lnTo>
                      <a:pt x="125" y="81"/>
                    </a:lnTo>
                    <a:lnTo>
                      <a:pt x="125" y="83"/>
                    </a:lnTo>
                    <a:lnTo>
                      <a:pt x="125" y="83"/>
                    </a:lnTo>
                    <a:lnTo>
                      <a:pt x="125" y="83"/>
                    </a:lnTo>
                    <a:lnTo>
                      <a:pt x="123" y="83"/>
                    </a:lnTo>
                    <a:lnTo>
                      <a:pt x="123" y="86"/>
                    </a:lnTo>
                    <a:lnTo>
                      <a:pt x="123" y="86"/>
                    </a:lnTo>
                    <a:lnTo>
                      <a:pt x="123" y="83"/>
                    </a:lnTo>
                    <a:lnTo>
                      <a:pt x="123" y="83"/>
                    </a:lnTo>
                    <a:lnTo>
                      <a:pt x="120" y="83"/>
                    </a:lnTo>
                    <a:lnTo>
                      <a:pt x="120" y="86"/>
                    </a:lnTo>
                    <a:lnTo>
                      <a:pt x="120" y="86"/>
                    </a:lnTo>
                    <a:lnTo>
                      <a:pt x="120" y="86"/>
                    </a:lnTo>
                    <a:lnTo>
                      <a:pt x="120" y="86"/>
                    </a:lnTo>
                    <a:lnTo>
                      <a:pt x="118" y="86"/>
                    </a:lnTo>
                    <a:lnTo>
                      <a:pt x="118" y="88"/>
                    </a:lnTo>
                    <a:lnTo>
                      <a:pt x="118" y="88"/>
                    </a:lnTo>
                    <a:lnTo>
                      <a:pt x="118" y="88"/>
                    </a:lnTo>
                    <a:lnTo>
                      <a:pt x="118" y="90"/>
                    </a:lnTo>
                    <a:lnTo>
                      <a:pt x="118" y="90"/>
                    </a:lnTo>
                    <a:lnTo>
                      <a:pt x="118" y="90"/>
                    </a:lnTo>
                    <a:lnTo>
                      <a:pt x="118" y="93"/>
                    </a:lnTo>
                    <a:lnTo>
                      <a:pt x="118" y="93"/>
                    </a:lnTo>
                    <a:lnTo>
                      <a:pt x="120" y="93"/>
                    </a:lnTo>
                    <a:lnTo>
                      <a:pt x="120" y="95"/>
                    </a:lnTo>
                    <a:lnTo>
                      <a:pt x="118" y="95"/>
                    </a:lnTo>
                    <a:lnTo>
                      <a:pt x="118" y="95"/>
                    </a:lnTo>
                    <a:lnTo>
                      <a:pt x="118" y="95"/>
                    </a:lnTo>
                    <a:lnTo>
                      <a:pt x="118" y="95"/>
                    </a:lnTo>
                    <a:lnTo>
                      <a:pt x="116" y="95"/>
                    </a:lnTo>
                    <a:lnTo>
                      <a:pt x="116" y="95"/>
                    </a:lnTo>
                    <a:lnTo>
                      <a:pt x="116" y="95"/>
                    </a:lnTo>
                    <a:lnTo>
                      <a:pt x="116" y="98"/>
                    </a:lnTo>
                    <a:lnTo>
                      <a:pt x="116" y="98"/>
                    </a:lnTo>
                    <a:lnTo>
                      <a:pt x="116" y="100"/>
                    </a:lnTo>
                    <a:lnTo>
                      <a:pt x="116" y="100"/>
                    </a:lnTo>
                    <a:lnTo>
                      <a:pt x="116" y="102"/>
                    </a:lnTo>
                    <a:lnTo>
                      <a:pt x="116" y="102"/>
                    </a:lnTo>
                    <a:lnTo>
                      <a:pt x="116" y="102"/>
                    </a:lnTo>
                    <a:lnTo>
                      <a:pt x="116" y="105"/>
                    </a:lnTo>
                    <a:lnTo>
                      <a:pt x="116" y="105"/>
                    </a:lnTo>
                    <a:lnTo>
                      <a:pt x="116" y="105"/>
                    </a:lnTo>
                    <a:lnTo>
                      <a:pt x="116" y="105"/>
                    </a:lnTo>
                    <a:lnTo>
                      <a:pt x="116" y="105"/>
                    </a:lnTo>
                    <a:lnTo>
                      <a:pt x="118" y="105"/>
                    </a:lnTo>
                    <a:lnTo>
                      <a:pt x="118" y="105"/>
                    </a:lnTo>
                    <a:lnTo>
                      <a:pt x="118" y="105"/>
                    </a:lnTo>
                    <a:lnTo>
                      <a:pt x="118" y="105"/>
                    </a:lnTo>
                    <a:lnTo>
                      <a:pt x="118" y="107"/>
                    </a:lnTo>
                    <a:lnTo>
                      <a:pt x="118" y="107"/>
                    </a:lnTo>
                    <a:lnTo>
                      <a:pt x="118" y="107"/>
                    </a:lnTo>
                    <a:lnTo>
                      <a:pt x="118" y="107"/>
                    </a:lnTo>
                    <a:lnTo>
                      <a:pt x="118" y="107"/>
                    </a:lnTo>
                    <a:lnTo>
                      <a:pt x="118" y="109"/>
                    </a:lnTo>
                    <a:lnTo>
                      <a:pt x="118" y="109"/>
                    </a:lnTo>
                    <a:lnTo>
                      <a:pt x="118" y="112"/>
                    </a:lnTo>
                    <a:lnTo>
                      <a:pt x="118" y="112"/>
                    </a:lnTo>
                    <a:lnTo>
                      <a:pt x="118" y="112"/>
                    </a:lnTo>
                    <a:lnTo>
                      <a:pt x="118" y="114"/>
                    </a:lnTo>
                    <a:lnTo>
                      <a:pt x="118" y="114"/>
                    </a:lnTo>
                    <a:lnTo>
                      <a:pt x="118" y="114"/>
                    </a:lnTo>
                    <a:lnTo>
                      <a:pt x="116" y="114"/>
                    </a:lnTo>
                    <a:lnTo>
                      <a:pt x="116" y="116"/>
                    </a:lnTo>
                    <a:lnTo>
                      <a:pt x="116" y="116"/>
                    </a:lnTo>
                    <a:lnTo>
                      <a:pt x="116" y="116"/>
                    </a:lnTo>
                    <a:lnTo>
                      <a:pt x="116" y="116"/>
                    </a:lnTo>
                    <a:lnTo>
                      <a:pt x="116" y="116"/>
                    </a:lnTo>
                    <a:lnTo>
                      <a:pt x="116" y="116"/>
                    </a:lnTo>
                    <a:lnTo>
                      <a:pt x="116" y="116"/>
                    </a:lnTo>
                    <a:lnTo>
                      <a:pt x="116" y="119"/>
                    </a:lnTo>
                    <a:lnTo>
                      <a:pt x="118" y="119"/>
                    </a:lnTo>
                    <a:lnTo>
                      <a:pt x="118" y="119"/>
                    </a:lnTo>
                    <a:lnTo>
                      <a:pt x="118" y="119"/>
                    </a:lnTo>
                    <a:lnTo>
                      <a:pt x="118" y="116"/>
                    </a:lnTo>
                    <a:lnTo>
                      <a:pt x="120" y="116"/>
                    </a:lnTo>
                    <a:lnTo>
                      <a:pt x="120" y="116"/>
                    </a:lnTo>
                    <a:lnTo>
                      <a:pt x="120" y="116"/>
                    </a:lnTo>
                    <a:lnTo>
                      <a:pt x="123" y="116"/>
                    </a:lnTo>
                    <a:lnTo>
                      <a:pt x="123" y="116"/>
                    </a:lnTo>
                    <a:lnTo>
                      <a:pt x="123" y="116"/>
                    </a:lnTo>
                    <a:lnTo>
                      <a:pt x="123" y="114"/>
                    </a:lnTo>
                    <a:lnTo>
                      <a:pt x="123" y="114"/>
                    </a:lnTo>
                    <a:lnTo>
                      <a:pt x="125" y="114"/>
                    </a:lnTo>
                    <a:lnTo>
                      <a:pt x="125" y="114"/>
                    </a:lnTo>
                    <a:lnTo>
                      <a:pt x="125" y="114"/>
                    </a:lnTo>
                    <a:lnTo>
                      <a:pt x="125" y="114"/>
                    </a:lnTo>
                    <a:lnTo>
                      <a:pt x="128" y="114"/>
                    </a:lnTo>
                    <a:lnTo>
                      <a:pt x="128" y="114"/>
                    </a:lnTo>
                    <a:lnTo>
                      <a:pt x="130" y="114"/>
                    </a:lnTo>
                    <a:lnTo>
                      <a:pt x="130" y="112"/>
                    </a:lnTo>
                    <a:lnTo>
                      <a:pt x="130" y="112"/>
                    </a:lnTo>
                    <a:lnTo>
                      <a:pt x="130" y="112"/>
                    </a:lnTo>
                    <a:lnTo>
                      <a:pt x="132" y="112"/>
                    </a:lnTo>
                    <a:lnTo>
                      <a:pt x="132" y="112"/>
                    </a:lnTo>
                    <a:lnTo>
                      <a:pt x="132" y="112"/>
                    </a:lnTo>
                    <a:lnTo>
                      <a:pt x="135" y="112"/>
                    </a:lnTo>
                    <a:lnTo>
                      <a:pt x="135" y="112"/>
                    </a:lnTo>
                    <a:lnTo>
                      <a:pt x="137" y="112"/>
                    </a:lnTo>
                    <a:lnTo>
                      <a:pt x="137" y="112"/>
                    </a:lnTo>
                    <a:lnTo>
                      <a:pt x="137" y="114"/>
                    </a:lnTo>
                    <a:lnTo>
                      <a:pt x="137" y="114"/>
                    </a:lnTo>
                    <a:lnTo>
                      <a:pt x="137" y="112"/>
                    </a:lnTo>
                    <a:lnTo>
                      <a:pt x="139" y="112"/>
                    </a:lnTo>
                    <a:lnTo>
                      <a:pt x="139" y="112"/>
                    </a:lnTo>
                    <a:lnTo>
                      <a:pt x="142" y="112"/>
                    </a:lnTo>
                    <a:lnTo>
                      <a:pt x="142" y="112"/>
                    </a:lnTo>
                    <a:lnTo>
                      <a:pt x="142" y="112"/>
                    </a:lnTo>
                    <a:lnTo>
                      <a:pt x="144" y="112"/>
                    </a:lnTo>
                    <a:lnTo>
                      <a:pt x="144" y="114"/>
                    </a:lnTo>
                    <a:lnTo>
                      <a:pt x="142" y="114"/>
                    </a:lnTo>
                    <a:lnTo>
                      <a:pt x="142" y="114"/>
                    </a:lnTo>
                    <a:lnTo>
                      <a:pt x="142" y="114"/>
                    </a:lnTo>
                    <a:lnTo>
                      <a:pt x="142" y="116"/>
                    </a:lnTo>
                    <a:lnTo>
                      <a:pt x="142" y="116"/>
                    </a:lnTo>
                    <a:lnTo>
                      <a:pt x="142" y="116"/>
                    </a:lnTo>
                    <a:lnTo>
                      <a:pt x="139" y="116"/>
                    </a:lnTo>
                    <a:lnTo>
                      <a:pt x="139" y="116"/>
                    </a:lnTo>
                    <a:lnTo>
                      <a:pt x="139" y="119"/>
                    </a:lnTo>
                    <a:lnTo>
                      <a:pt x="139" y="119"/>
                    </a:lnTo>
                    <a:lnTo>
                      <a:pt x="139" y="121"/>
                    </a:lnTo>
                    <a:lnTo>
                      <a:pt x="142" y="121"/>
                    </a:lnTo>
                    <a:lnTo>
                      <a:pt x="142" y="121"/>
                    </a:lnTo>
                    <a:lnTo>
                      <a:pt x="142" y="121"/>
                    </a:lnTo>
                    <a:lnTo>
                      <a:pt x="142" y="121"/>
                    </a:lnTo>
                    <a:lnTo>
                      <a:pt x="142" y="124"/>
                    </a:lnTo>
                    <a:lnTo>
                      <a:pt x="142" y="124"/>
                    </a:lnTo>
                    <a:lnTo>
                      <a:pt x="144" y="124"/>
                    </a:lnTo>
                    <a:lnTo>
                      <a:pt x="144" y="126"/>
                    </a:lnTo>
                    <a:lnTo>
                      <a:pt x="144" y="126"/>
                    </a:lnTo>
                    <a:lnTo>
                      <a:pt x="142" y="126"/>
                    </a:lnTo>
                    <a:lnTo>
                      <a:pt x="142" y="126"/>
                    </a:lnTo>
                    <a:lnTo>
                      <a:pt x="142" y="128"/>
                    </a:lnTo>
                    <a:lnTo>
                      <a:pt x="144" y="128"/>
                    </a:lnTo>
                    <a:lnTo>
                      <a:pt x="144" y="128"/>
                    </a:lnTo>
                    <a:lnTo>
                      <a:pt x="144" y="128"/>
                    </a:lnTo>
                    <a:lnTo>
                      <a:pt x="144" y="131"/>
                    </a:lnTo>
                    <a:lnTo>
                      <a:pt x="144" y="131"/>
                    </a:lnTo>
                    <a:lnTo>
                      <a:pt x="144" y="133"/>
                    </a:lnTo>
                    <a:lnTo>
                      <a:pt x="144" y="133"/>
                    </a:lnTo>
                    <a:lnTo>
                      <a:pt x="144" y="135"/>
                    </a:lnTo>
                    <a:lnTo>
                      <a:pt x="144" y="135"/>
                    </a:lnTo>
                    <a:lnTo>
                      <a:pt x="144" y="135"/>
                    </a:lnTo>
                    <a:lnTo>
                      <a:pt x="144" y="135"/>
                    </a:lnTo>
                    <a:lnTo>
                      <a:pt x="146" y="135"/>
                    </a:lnTo>
                    <a:lnTo>
                      <a:pt x="146" y="135"/>
                    </a:lnTo>
                    <a:lnTo>
                      <a:pt x="146" y="138"/>
                    </a:lnTo>
                    <a:lnTo>
                      <a:pt x="149" y="138"/>
                    </a:lnTo>
                    <a:lnTo>
                      <a:pt x="149" y="138"/>
                    </a:lnTo>
                    <a:lnTo>
                      <a:pt x="149" y="138"/>
                    </a:lnTo>
                    <a:lnTo>
                      <a:pt x="149" y="138"/>
                    </a:lnTo>
                    <a:lnTo>
                      <a:pt x="149" y="138"/>
                    </a:lnTo>
                    <a:lnTo>
                      <a:pt x="149" y="138"/>
                    </a:lnTo>
                    <a:lnTo>
                      <a:pt x="151" y="138"/>
                    </a:lnTo>
                    <a:lnTo>
                      <a:pt x="151" y="138"/>
                    </a:lnTo>
                    <a:lnTo>
                      <a:pt x="151" y="138"/>
                    </a:lnTo>
                    <a:lnTo>
                      <a:pt x="151" y="138"/>
                    </a:lnTo>
                    <a:lnTo>
                      <a:pt x="154" y="138"/>
                    </a:lnTo>
                    <a:lnTo>
                      <a:pt x="154" y="138"/>
                    </a:lnTo>
                    <a:lnTo>
                      <a:pt x="156" y="138"/>
                    </a:lnTo>
                    <a:lnTo>
                      <a:pt x="156" y="138"/>
                    </a:lnTo>
                    <a:lnTo>
                      <a:pt x="156" y="138"/>
                    </a:lnTo>
                    <a:lnTo>
                      <a:pt x="156" y="138"/>
                    </a:lnTo>
                    <a:lnTo>
                      <a:pt x="156" y="140"/>
                    </a:lnTo>
                    <a:lnTo>
                      <a:pt x="156" y="140"/>
                    </a:lnTo>
                    <a:lnTo>
                      <a:pt x="158" y="140"/>
                    </a:lnTo>
                    <a:lnTo>
                      <a:pt x="158" y="143"/>
                    </a:lnTo>
                    <a:lnTo>
                      <a:pt x="158" y="143"/>
                    </a:lnTo>
                    <a:lnTo>
                      <a:pt x="156" y="143"/>
                    </a:lnTo>
                    <a:lnTo>
                      <a:pt x="156" y="143"/>
                    </a:lnTo>
                    <a:lnTo>
                      <a:pt x="156" y="145"/>
                    </a:lnTo>
                    <a:lnTo>
                      <a:pt x="156" y="145"/>
                    </a:lnTo>
                    <a:lnTo>
                      <a:pt x="156" y="145"/>
                    </a:lnTo>
                    <a:lnTo>
                      <a:pt x="156" y="145"/>
                    </a:lnTo>
                    <a:lnTo>
                      <a:pt x="154" y="145"/>
                    </a:lnTo>
                    <a:lnTo>
                      <a:pt x="154" y="147"/>
                    </a:lnTo>
                    <a:lnTo>
                      <a:pt x="154" y="147"/>
                    </a:lnTo>
                    <a:lnTo>
                      <a:pt x="154" y="147"/>
                    </a:lnTo>
                    <a:lnTo>
                      <a:pt x="154" y="150"/>
                    </a:lnTo>
                    <a:lnTo>
                      <a:pt x="154" y="150"/>
                    </a:lnTo>
                    <a:lnTo>
                      <a:pt x="154" y="150"/>
                    </a:lnTo>
                    <a:lnTo>
                      <a:pt x="154" y="152"/>
                    </a:lnTo>
                    <a:lnTo>
                      <a:pt x="154" y="152"/>
                    </a:lnTo>
                    <a:lnTo>
                      <a:pt x="154" y="154"/>
                    </a:lnTo>
                    <a:lnTo>
                      <a:pt x="154" y="154"/>
                    </a:lnTo>
                    <a:lnTo>
                      <a:pt x="154" y="154"/>
                    </a:lnTo>
                    <a:lnTo>
                      <a:pt x="154" y="154"/>
                    </a:lnTo>
                    <a:lnTo>
                      <a:pt x="151" y="154"/>
                    </a:lnTo>
                    <a:lnTo>
                      <a:pt x="151" y="157"/>
                    </a:lnTo>
                    <a:lnTo>
                      <a:pt x="151" y="157"/>
                    </a:lnTo>
                    <a:lnTo>
                      <a:pt x="151" y="157"/>
                    </a:lnTo>
                    <a:lnTo>
                      <a:pt x="151" y="159"/>
                    </a:lnTo>
                    <a:lnTo>
                      <a:pt x="151" y="159"/>
                    </a:lnTo>
                    <a:lnTo>
                      <a:pt x="151" y="159"/>
                    </a:lnTo>
                    <a:lnTo>
                      <a:pt x="151" y="162"/>
                    </a:lnTo>
                    <a:lnTo>
                      <a:pt x="151" y="162"/>
                    </a:lnTo>
                    <a:lnTo>
                      <a:pt x="151" y="164"/>
                    </a:lnTo>
                    <a:lnTo>
                      <a:pt x="151" y="164"/>
                    </a:lnTo>
                    <a:lnTo>
                      <a:pt x="151" y="164"/>
                    </a:lnTo>
                    <a:lnTo>
                      <a:pt x="154" y="164"/>
                    </a:lnTo>
                    <a:lnTo>
                      <a:pt x="154" y="164"/>
                    </a:lnTo>
                    <a:lnTo>
                      <a:pt x="154" y="164"/>
                    </a:lnTo>
                    <a:lnTo>
                      <a:pt x="154" y="164"/>
                    </a:lnTo>
                    <a:lnTo>
                      <a:pt x="156" y="164"/>
                    </a:lnTo>
                    <a:lnTo>
                      <a:pt x="156" y="164"/>
                    </a:lnTo>
                    <a:lnTo>
                      <a:pt x="156" y="164"/>
                    </a:lnTo>
                    <a:lnTo>
                      <a:pt x="158" y="164"/>
                    </a:lnTo>
                    <a:lnTo>
                      <a:pt x="158" y="164"/>
                    </a:lnTo>
                    <a:lnTo>
                      <a:pt x="158" y="164"/>
                    </a:lnTo>
                    <a:lnTo>
                      <a:pt x="158" y="164"/>
                    </a:lnTo>
                    <a:lnTo>
                      <a:pt x="161" y="164"/>
                    </a:lnTo>
                    <a:lnTo>
                      <a:pt x="161" y="164"/>
                    </a:lnTo>
                    <a:lnTo>
                      <a:pt x="161" y="164"/>
                    </a:lnTo>
                    <a:lnTo>
                      <a:pt x="163" y="164"/>
                    </a:lnTo>
                    <a:lnTo>
                      <a:pt x="163" y="164"/>
                    </a:lnTo>
                    <a:lnTo>
                      <a:pt x="163" y="164"/>
                    </a:lnTo>
                    <a:lnTo>
                      <a:pt x="163" y="164"/>
                    </a:lnTo>
                    <a:lnTo>
                      <a:pt x="163" y="164"/>
                    </a:lnTo>
                    <a:lnTo>
                      <a:pt x="165" y="164"/>
                    </a:lnTo>
                    <a:lnTo>
                      <a:pt x="165" y="164"/>
                    </a:lnTo>
                    <a:lnTo>
                      <a:pt x="165" y="164"/>
                    </a:lnTo>
                    <a:lnTo>
                      <a:pt x="165" y="164"/>
                    </a:lnTo>
                    <a:lnTo>
                      <a:pt x="165" y="164"/>
                    </a:lnTo>
                    <a:lnTo>
                      <a:pt x="165" y="166"/>
                    </a:lnTo>
                    <a:lnTo>
                      <a:pt x="168" y="166"/>
                    </a:lnTo>
                    <a:lnTo>
                      <a:pt x="168" y="166"/>
                    </a:lnTo>
                    <a:lnTo>
                      <a:pt x="168" y="169"/>
                    </a:lnTo>
                    <a:lnTo>
                      <a:pt x="165" y="169"/>
                    </a:lnTo>
                    <a:lnTo>
                      <a:pt x="165" y="169"/>
                    </a:lnTo>
                    <a:lnTo>
                      <a:pt x="165" y="171"/>
                    </a:lnTo>
                    <a:lnTo>
                      <a:pt x="165" y="171"/>
                    </a:lnTo>
                    <a:lnTo>
                      <a:pt x="165" y="173"/>
                    </a:lnTo>
                    <a:lnTo>
                      <a:pt x="168" y="173"/>
                    </a:lnTo>
                    <a:lnTo>
                      <a:pt x="168" y="173"/>
                    </a:lnTo>
                    <a:lnTo>
                      <a:pt x="168" y="173"/>
                    </a:lnTo>
                    <a:lnTo>
                      <a:pt x="170" y="173"/>
                    </a:lnTo>
                    <a:lnTo>
                      <a:pt x="170" y="173"/>
                    </a:lnTo>
                    <a:lnTo>
                      <a:pt x="170" y="176"/>
                    </a:lnTo>
                    <a:lnTo>
                      <a:pt x="170" y="176"/>
                    </a:lnTo>
                    <a:lnTo>
                      <a:pt x="170" y="176"/>
                    </a:lnTo>
                    <a:lnTo>
                      <a:pt x="170" y="176"/>
                    </a:lnTo>
                    <a:lnTo>
                      <a:pt x="170" y="176"/>
                    </a:lnTo>
                    <a:lnTo>
                      <a:pt x="170" y="178"/>
                    </a:lnTo>
                    <a:lnTo>
                      <a:pt x="170" y="178"/>
                    </a:lnTo>
                    <a:lnTo>
                      <a:pt x="170" y="178"/>
                    </a:lnTo>
                    <a:lnTo>
                      <a:pt x="170" y="180"/>
                    </a:lnTo>
                    <a:lnTo>
                      <a:pt x="172" y="180"/>
                    </a:lnTo>
                    <a:lnTo>
                      <a:pt x="172" y="180"/>
                    </a:lnTo>
                    <a:lnTo>
                      <a:pt x="175" y="180"/>
                    </a:lnTo>
                    <a:lnTo>
                      <a:pt x="175" y="178"/>
                    </a:lnTo>
                    <a:lnTo>
                      <a:pt x="175" y="178"/>
                    </a:lnTo>
                    <a:lnTo>
                      <a:pt x="175" y="178"/>
                    </a:lnTo>
                    <a:lnTo>
                      <a:pt x="175" y="178"/>
                    </a:lnTo>
                    <a:lnTo>
                      <a:pt x="177" y="178"/>
                    </a:lnTo>
                    <a:lnTo>
                      <a:pt x="177" y="178"/>
                    </a:lnTo>
                    <a:lnTo>
                      <a:pt x="177" y="178"/>
                    </a:lnTo>
                    <a:lnTo>
                      <a:pt x="177" y="180"/>
                    </a:lnTo>
                    <a:lnTo>
                      <a:pt x="177" y="180"/>
                    </a:lnTo>
                    <a:lnTo>
                      <a:pt x="180" y="180"/>
                    </a:lnTo>
                    <a:lnTo>
                      <a:pt x="180" y="180"/>
                    </a:lnTo>
                    <a:lnTo>
                      <a:pt x="182" y="180"/>
                    </a:lnTo>
                    <a:lnTo>
                      <a:pt x="182" y="178"/>
                    </a:lnTo>
                    <a:lnTo>
                      <a:pt x="182" y="178"/>
                    </a:lnTo>
                    <a:lnTo>
                      <a:pt x="182" y="178"/>
                    </a:lnTo>
                    <a:lnTo>
                      <a:pt x="184" y="178"/>
                    </a:lnTo>
                    <a:lnTo>
                      <a:pt x="184" y="178"/>
                    </a:lnTo>
                    <a:lnTo>
                      <a:pt x="184" y="178"/>
                    </a:lnTo>
                    <a:lnTo>
                      <a:pt x="184" y="176"/>
                    </a:lnTo>
                    <a:lnTo>
                      <a:pt x="184" y="176"/>
                    </a:lnTo>
                    <a:lnTo>
                      <a:pt x="184" y="176"/>
                    </a:lnTo>
                    <a:lnTo>
                      <a:pt x="184" y="176"/>
                    </a:lnTo>
                    <a:lnTo>
                      <a:pt x="187" y="176"/>
                    </a:lnTo>
                    <a:lnTo>
                      <a:pt x="187" y="176"/>
                    </a:lnTo>
                    <a:lnTo>
                      <a:pt x="187" y="173"/>
                    </a:lnTo>
                    <a:lnTo>
                      <a:pt x="189" y="173"/>
                    </a:lnTo>
                    <a:lnTo>
                      <a:pt x="189" y="173"/>
                    </a:lnTo>
                    <a:lnTo>
                      <a:pt x="189" y="173"/>
                    </a:lnTo>
                    <a:lnTo>
                      <a:pt x="189" y="173"/>
                    </a:lnTo>
                    <a:lnTo>
                      <a:pt x="191" y="173"/>
                    </a:lnTo>
                    <a:lnTo>
                      <a:pt x="191" y="171"/>
                    </a:lnTo>
                    <a:lnTo>
                      <a:pt x="191" y="171"/>
                    </a:lnTo>
                    <a:lnTo>
                      <a:pt x="191" y="173"/>
                    </a:lnTo>
                    <a:lnTo>
                      <a:pt x="191" y="173"/>
                    </a:lnTo>
                    <a:lnTo>
                      <a:pt x="191" y="176"/>
                    </a:lnTo>
                    <a:lnTo>
                      <a:pt x="191" y="176"/>
                    </a:lnTo>
                    <a:lnTo>
                      <a:pt x="191" y="176"/>
                    </a:lnTo>
                    <a:lnTo>
                      <a:pt x="191" y="176"/>
                    </a:lnTo>
                    <a:lnTo>
                      <a:pt x="191" y="178"/>
                    </a:lnTo>
                    <a:lnTo>
                      <a:pt x="191" y="178"/>
                    </a:lnTo>
                    <a:lnTo>
                      <a:pt x="191" y="178"/>
                    </a:lnTo>
                    <a:lnTo>
                      <a:pt x="191" y="180"/>
                    </a:lnTo>
                    <a:lnTo>
                      <a:pt x="191" y="180"/>
                    </a:lnTo>
                    <a:lnTo>
                      <a:pt x="189" y="180"/>
                    </a:lnTo>
                    <a:lnTo>
                      <a:pt x="189" y="180"/>
                    </a:lnTo>
                    <a:lnTo>
                      <a:pt x="189" y="180"/>
                    </a:lnTo>
                    <a:lnTo>
                      <a:pt x="189" y="183"/>
                    </a:lnTo>
                    <a:lnTo>
                      <a:pt x="189" y="183"/>
                    </a:lnTo>
                    <a:lnTo>
                      <a:pt x="187" y="183"/>
                    </a:lnTo>
                    <a:lnTo>
                      <a:pt x="187" y="183"/>
                    </a:lnTo>
                    <a:lnTo>
                      <a:pt x="187" y="183"/>
                    </a:lnTo>
                    <a:lnTo>
                      <a:pt x="187" y="185"/>
                    </a:lnTo>
                    <a:lnTo>
                      <a:pt x="184" y="185"/>
                    </a:lnTo>
                    <a:lnTo>
                      <a:pt x="184" y="185"/>
                    </a:lnTo>
                    <a:lnTo>
                      <a:pt x="184" y="185"/>
                    </a:lnTo>
                    <a:lnTo>
                      <a:pt x="182" y="185"/>
                    </a:lnTo>
                    <a:lnTo>
                      <a:pt x="182" y="185"/>
                    </a:lnTo>
                    <a:lnTo>
                      <a:pt x="182" y="185"/>
                    </a:lnTo>
                    <a:lnTo>
                      <a:pt x="182" y="188"/>
                    </a:lnTo>
                    <a:lnTo>
                      <a:pt x="182" y="188"/>
                    </a:lnTo>
                    <a:lnTo>
                      <a:pt x="182" y="188"/>
                    </a:lnTo>
                    <a:lnTo>
                      <a:pt x="182" y="190"/>
                    </a:lnTo>
                    <a:lnTo>
                      <a:pt x="182" y="190"/>
                    </a:lnTo>
                    <a:lnTo>
                      <a:pt x="182" y="190"/>
                    </a:lnTo>
                    <a:lnTo>
                      <a:pt x="180" y="190"/>
                    </a:lnTo>
                    <a:lnTo>
                      <a:pt x="180" y="190"/>
                    </a:lnTo>
                    <a:lnTo>
                      <a:pt x="180" y="192"/>
                    </a:lnTo>
                    <a:lnTo>
                      <a:pt x="180" y="192"/>
                    </a:lnTo>
                    <a:lnTo>
                      <a:pt x="180" y="195"/>
                    </a:lnTo>
                    <a:lnTo>
                      <a:pt x="177" y="195"/>
                    </a:lnTo>
                    <a:lnTo>
                      <a:pt x="177" y="195"/>
                    </a:lnTo>
                    <a:lnTo>
                      <a:pt x="180" y="195"/>
                    </a:lnTo>
                    <a:lnTo>
                      <a:pt x="180" y="195"/>
                    </a:lnTo>
                    <a:lnTo>
                      <a:pt x="182" y="195"/>
                    </a:lnTo>
                    <a:lnTo>
                      <a:pt x="182" y="195"/>
                    </a:lnTo>
                    <a:lnTo>
                      <a:pt x="180" y="195"/>
                    </a:lnTo>
                    <a:lnTo>
                      <a:pt x="180" y="195"/>
                    </a:lnTo>
                    <a:lnTo>
                      <a:pt x="180" y="197"/>
                    </a:lnTo>
                    <a:lnTo>
                      <a:pt x="177" y="197"/>
                    </a:lnTo>
                    <a:lnTo>
                      <a:pt x="177" y="195"/>
                    </a:lnTo>
                    <a:lnTo>
                      <a:pt x="177" y="195"/>
                    </a:lnTo>
                    <a:lnTo>
                      <a:pt x="177" y="195"/>
                    </a:lnTo>
                    <a:lnTo>
                      <a:pt x="175" y="195"/>
                    </a:lnTo>
                    <a:lnTo>
                      <a:pt x="175" y="197"/>
                    </a:lnTo>
                    <a:lnTo>
                      <a:pt x="175" y="197"/>
                    </a:lnTo>
                    <a:lnTo>
                      <a:pt x="175" y="197"/>
                    </a:lnTo>
                    <a:lnTo>
                      <a:pt x="175" y="197"/>
                    </a:lnTo>
                    <a:lnTo>
                      <a:pt x="172" y="197"/>
                    </a:lnTo>
                    <a:lnTo>
                      <a:pt x="172" y="199"/>
                    </a:lnTo>
                    <a:lnTo>
                      <a:pt x="172" y="199"/>
                    </a:lnTo>
                    <a:lnTo>
                      <a:pt x="172" y="199"/>
                    </a:lnTo>
                    <a:lnTo>
                      <a:pt x="172" y="202"/>
                    </a:lnTo>
                    <a:lnTo>
                      <a:pt x="170" y="202"/>
                    </a:lnTo>
                    <a:lnTo>
                      <a:pt x="170" y="202"/>
                    </a:lnTo>
                    <a:lnTo>
                      <a:pt x="170" y="204"/>
                    </a:lnTo>
                    <a:lnTo>
                      <a:pt x="170" y="204"/>
                    </a:lnTo>
                    <a:lnTo>
                      <a:pt x="170" y="204"/>
                    </a:lnTo>
                    <a:lnTo>
                      <a:pt x="170" y="204"/>
                    </a:lnTo>
                    <a:lnTo>
                      <a:pt x="170" y="207"/>
                    </a:lnTo>
                    <a:lnTo>
                      <a:pt x="170" y="207"/>
                    </a:lnTo>
                    <a:lnTo>
                      <a:pt x="170" y="207"/>
                    </a:lnTo>
                    <a:lnTo>
                      <a:pt x="168" y="207"/>
                    </a:lnTo>
                    <a:lnTo>
                      <a:pt x="168" y="207"/>
                    </a:lnTo>
                    <a:lnTo>
                      <a:pt x="168" y="207"/>
                    </a:lnTo>
                    <a:lnTo>
                      <a:pt x="168" y="204"/>
                    </a:lnTo>
                    <a:lnTo>
                      <a:pt x="165" y="204"/>
                    </a:lnTo>
                    <a:lnTo>
                      <a:pt x="165" y="204"/>
                    </a:lnTo>
                    <a:lnTo>
                      <a:pt x="165" y="204"/>
                    </a:lnTo>
                    <a:lnTo>
                      <a:pt x="165" y="207"/>
                    </a:lnTo>
                    <a:lnTo>
                      <a:pt x="163" y="207"/>
                    </a:lnTo>
                    <a:lnTo>
                      <a:pt x="163" y="207"/>
                    </a:lnTo>
                    <a:lnTo>
                      <a:pt x="163" y="209"/>
                    </a:lnTo>
                    <a:lnTo>
                      <a:pt x="163" y="209"/>
                    </a:lnTo>
                    <a:lnTo>
                      <a:pt x="163" y="209"/>
                    </a:lnTo>
                    <a:lnTo>
                      <a:pt x="161" y="209"/>
                    </a:lnTo>
                    <a:lnTo>
                      <a:pt x="161" y="209"/>
                    </a:lnTo>
                    <a:lnTo>
                      <a:pt x="158" y="209"/>
                    </a:lnTo>
                    <a:lnTo>
                      <a:pt x="158" y="209"/>
                    </a:lnTo>
                    <a:lnTo>
                      <a:pt x="158" y="209"/>
                    </a:lnTo>
                    <a:lnTo>
                      <a:pt x="158" y="207"/>
                    </a:lnTo>
                    <a:lnTo>
                      <a:pt x="156" y="207"/>
                    </a:lnTo>
                    <a:lnTo>
                      <a:pt x="156" y="207"/>
                    </a:lnTo>
                    <a:lnTo>
                      <a:pt x="156" y="209"/>
                    </a:lnTo>
                    <a:lnTo>
                      <a:pt x="156" y="209"/>
                    </a:lnTo>
                    <a:lnTo>
                      <a:pt x="156" y="209"/>
                    </a:lnTo>
                    <a:lnTo>
                      <a:pt x="156" y="211"/>
                    </a:lnTo>
                    <a:lnTo>
                      <a:pt x="158" y="211"/>
                    </a:lnTo>
                    <a:lnTo>
                      <a:pt x="158" y="211"/>
                    </a:lnTo>
                    <a:lnTo>
                      <a:pt x="158" y="214"/>
                    </a:lnTo>
                    <a:lnTo>
                      <a:pt x="158" y="214"/>
                    </a:lnTo>
                    <a:lnTo>
                      <a:pt x="156" y="214"/>
                    </a:lnTo>
                    <a:lnTo>
                      <a:pt x="156" y="214"/>
                    </a:lnTo>
                    <a:lnTo>
                      <a:pt x="156" y="214"/>
                    </a:lnTo>
                    <a:lnTo>
                      <a:pt x="156" y="214"/>
                    </a:lnTo>
                    <a:lnTo>
                      <a:pt x="154" y="214"/>
                    </a:lnTo>
                    <a:lnTo>
                      <a:pt x="154" y="214"/>
                    </a:lnTo>
                    <a:lnTo>
                      <a:pt x="151" y="214"/>
                    </a:lnTo>
                    <a:lnTo>
                      <a:pt x="151" y="214"/>
                    </a:lnTo>
                    <a:lnTo>
                      <a:pt x="151" y="214"/>
                    </a:lnTo>
                    <a:lnTo>
                      <a:pt x="151" y="214"/>
                    </a:lnTo>
                    <a:lnTo>
                      <a:pt x="149" y="214"/>
                    </a:lnTo>
                    <a:lnTo>
                      <a:pt x="149" y="214"/>
                    </a:lnTo>
                    <a:lnTo>
                      <a:pt x="149" y="214"/>
                    </a:lnTo>
                    <a:lnTo>
                      <a:pt x="149" y="214"/>
                    </a:lnTo>
                    <a:lnTo>
                      <a:pt x="149" y="216"/>
                    </a:lnTo>
                    <a:lnTo>
                      <a:pt x="146" y="216"/>
                    </a:lnTo>
                    <a:lnTo>
                      <a:pt x="146" y="216"/>
                    </a:lnTo>
                    <a:lnTo>
                      <a:pt x="146" y="218"/>
                    </a:lnTo>
                    <a:lnTo>
                      <a:pt x="146" y="218"/>
                    </a:lnTo>
                    <a:lnTo>
                      <a:pt x="146" y="221"/>
                    </a:lnTo>
                    <a:lnTo>
                      <a:pt x="146" y="221"/>
                    </a:lnTo>
                    <a:lnTo>
                      <a:pt x="146" y="221"/>
                    </a:lnTo>
                    <a:lnTo>
                      <a:pt x="146" y="223"/>
                    </a:lnTo>
                    <a:lnTo>
                      <a:pt x="144" y="223"/>
                    </a:lnTo>
                    <a:lnTo>
                      <a:pt x="144" y="223"/>
                    </a:lnTo>
                    <a:lnTo>
                      <a:pt x="144" y="223"/>
                    </a:lnTo>
                    <a:lnTo>
                      <a:pt x="144" y="223"/>
                    </a:lnTo>
                    <a:lnTo>
                      <a:pt x="144" y="223"/>
                    </a:lnTo>
                    <a:lnTo>
                      <a:pt x="142" y="223"/>
                    </a:lnTo>
                    <a:lnTo>
                      <a:pt x="142" y="223"/>
                    </a:lnTo>
                    <a:lnTo>
                      <a:pt x="142" y="223"/>
                    </a:lnTo>
                    <a:lnTo>
                      <a:pt x="142" y="223"/>
                    </a:lnTo>
                    <a:lnTo>
                      <a:pt x="139" y="223"/>
                    </a:lnTo>
                    <a:lnTo>
                      <a:pt x="139" y="223"/>
                    </a:lnTo>
                    <a:lnTo>
                      <a:pt x="137" y="223"/>
                    </a:lnTo>
                    <a:lnTo>
                      <a:pt x="137" y="225"/>
                    </a:lnTo>
                    <a:lnTo>
                      <a:pt x="137" y="225"/>
                    </a:lnTo>
                    <a:lnTo>
                      <a:pt x="137" y="225"/>
                    </a:lnTo>
                    <a:lnTo>
                      <a:pt x="135" y="225"/>
                    </a:lnTo>
                    <a:lnTo>
                      <a:pt x="135" y="225"/>
                    </a:lnTo>
                    <a:lnTo>
                      <a:pt x="132" y="225"/>
                    </a:lnTo>
                    <a:lnTo>
                      <a:pt x="132" y="225"/>
                    </a:lnTo>
                    <a:lnTo>
                      <a:pt x="132" y="225"/>
                    </a:lnTo>
                    <a:lnTo>
                      <a:pt x="130" y="225"/>
                    </a:lnTo>
                    <a:lnTo>
                      <a:pt x="130" y="225"/>
                    </a:lnTo>
                    <a:lnTo>
                      <a:pt x="130" y="225"/>
                    </a:lnTo>
                    <a:lnTo>
                      <a:pt x="130" y="225"/>
                    </a:lnTo>
                    <a:lnTo>
                      <a:pt x="130" y="225"/>
                    </a:lnTo>
                    <a:lnTo>
                      <a:pt x="130" y="223"/>
                    </a:lnTo>
                    <a:lnTo>
                      <a:pt x="128" y="223"/>
                    </a:lnTo>
                    <a:lnTo>
                      <a:pt x="128" y="223"/>
                    </a:lnTo>
                    <a:lnTo>
                      <a:pt x="128" y="223"/>
                    </a:lnTo>
                    <a:lnTo>
                      <a:pt x="125" y="223"/>
                    </a:lnTo>
                    <a:lnTo>
                      <a:pt x="125" y="223"/>
                    </a:lnTo>
                    <a:lnTo>
                      <a:pt x="125" y="223"/>
                    </a:lnTo>
                    <a:lnTo>
                      <a:pt x="125" y="225"/>
                    </a:lnTo>
                    <a:lnTo>
                      <a:pt x="125" y="225"/>
                    </a:lnTo>
                    <a:lnTo>
                      <a:pt x="125" y="225"/>
                    </a:lnTo>
                    <a:lnTo>
                      <a:pt x="125" y="225"/>
                    </a:lnTo>
                    <a:lnTo>
                      <a:pt x="123" y="225"/>
                    </a:lnTo>
                    <a:lnTo>
                      <a:pt x="123" y="228"/>
                    </a:lnTo>
                    <a:lnTo>
                      <a:pt x="123" y="228"/>
                    </a:lnTo>
                    <a:lnTo>
                      <a:pt x="123" y="228"/>
                    </a:lnTo>
                    <a:lnTo>
                      <a:pt x="123" y="228"/>
                    </a:lnTo>
                    <a:lnTo>
                      <a:pt x="123" y="230"/>
                    </a:lnTo>
                    <a:lnTo>
                      <a:pt x="123" y="230"/>
                    </a:lnTo>
                    <a:lnTo>
                      <a:pt x="120" y="230"/>
                    </a:lnTo>
                    <a:lnTo>
                      <a:pt x="120" y="233"/>
                    </a:lnTo>
                    <a:lnTo>
                      <a:pt x="120" y="233"/>
                    </a:lnTo>
                    <a:lnTo>
                      <a:pt x="120" y="233"/>
                    </a:lnTo>
                    <a:lnTo>
                      <a:pt x="120" y="235"/>
                    </a:lnTo>
                    <a:lnTo>
                      <a:pt x="120" y="235"/>
                    </a:lnTo>
                    <a:lnTo>
                      <a:pt x="120" y="235"/>
                    </a:lnTo>
                    <a:lnTo>
                      <a:pt x="120" y="235"/>
                    </a:lnTo>
                    <a:lnTo>
                      <a:pt x="120" y="235"/>
                    </a:lnTo>
                    <a:lnTo>
                      <a:pt x="120" y="235"/>
                    </a:lnTo>
                    <a:lnTo>
                      <a:pt x="120" y="237"/>
                    </a:lnTo>
                    <a:lnTo>
                      <a:pt x="120" y="237"/>
                    </a:lnTo>
                    <a:lnTo>
                      <a:pt x="120" y="240"/>
                    </a:lnTo>
                    <a:lnTo>
                      <a:pt x="120" y="240"/>
                    </a:lnTo>
                    <a:lnTo>
                      <a:pt x="120" y="240"/>
                    </a:lnTo>
                    <a:lnTo>
                      <a:pt x="120" y="242"/>
                    </a:lnTo>
                    <a:lnTo>
                      <a:pt x="118" y="242"/>
                    </a:lnTo>
                    <a:lnTo>
                      <a:pt x="118" y="242"/>
                    </a:lnTo>
                    <a:lnTo>
                      <a:pt x="118" y="244"/>
                    </a:lnTo>
                    <a:lnTo>
                      <a:pt x="118" y="244"/>
                    </a:lnTo>
                    <a:lnTo>
                      <a:pt x="118" y="244"/>
                    </a:lnTo>
                    <a:lnTo>
                      <a:pt x="118" y="244"/>
                    </a:lnTo>
                    <a:lnTo>
                      <a:pt x="118" y="244"/>
                    </a:lnTo>
                    <a:lnTo>
                      <a:pt x="118" y="244"/>
                    </a:lnTo>
                    <a:lnTo>
                      <a:pt x="118" y="244"/>
                    </a:lnTo>
                    <a:lnTo>
                      <a:pt x="118" y="247"/>
                    </a:lnTo>
                    <a:lnTo>
                      <a:pt x="118" y="247"/>
                    </a:lnTo>
                    <a:lnTo>
                      <a:pt x="118" y="249"/>
                    </a:lnTo>
                    <a:lnTo>
                      <a:pt x="118" y="249"/>
                    </a:lnTo>
                    <a:lnTo>
                      <a:pt x="118" y="252"/>
                    </a:lnTo>
                    <a:lnTo>
                      <a:pt x="118" y="252"/>
                    </a:lnTo>
                    <a:lnTo>
                      <a:pt x="120" y="252"/>
                    </a:lnTo>
                    <a:lnTo>
                      <a:pt x="120" y="254"/>
                    </a:lnTo>
                    <a:lnTo>
                      <a:pt x="118" y="254"/>
                    </a:lnTo>
                    <a:lnTo>
                      <a:pt x="118" y="254"/>
                    </a:lnTo>
                    <a:lnTo>
                      <a:pt x="118" y="254"/>
                    </a:lnTo>
                    <a:lnTo>
                      <a:pt x="116" y="254"/>
                    </a:lnTo>
                    <a:lnTo>
                      <a:pt x="116" y="254"/>
                    </a:lnTo>
                    <a:lnTo>
                      <a:pt x="116" y="254"/>
                    </a:lnTo>
                    <a:lnTo>
                      <a:pt x="116" y="254"/>
                    </a:lnTo>
                    <a:lnTo>
                      <a:pt x="116" y="254"/>
                    </a:lnTo>
                    <a:lnTo>
                      <a:pt x="113" y="254"/>
                    </a:lnTo>
                    <a:lnTo>
                      <a:pt x="113" y="254"/>
                    </a:lnTo>
                    <a:lnTo>
                      <a:pt x="111" y="25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8" name="Rectangle 113"/>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9" name="Rectangle 114"/>
              <p:cNvSpPr>
                <a:spLocks noChangeArrowheads="1"/>
              </p:cNvSpPr>
              <p:nvPr/>
            </p:nvSpPr>
            <p:spPr bwMode="auto">
              <a:xfrm>
                <a:off x="1456" y="1575"/>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115"/>
              <p:cNvSpPr>
                <a:spLocks/>
              </p:cNvSpPr>
              <p:nvPr/>
            </p:nvSpPr>
            <p:spPr bwMode="auto">
              <a:xfrm>
                <a:off x="1401" y="1523"/>
                <a:ext cx="76" cy="78"/>
              </a:xfrm>
              <a:custGeom>
                <a:avLst/>
                <a:gdLst/>
                <a:ahLst/>
                <a:cxnLst>
                  <a:cxn ang="0">
                    <a:pos x="55" y="50"/>
                  </a:cxn>
                  <a:cxn ang="0">
                    <a:pos x="50" y="52"/>
                  </a:cxn>
                  <a:cxn ang="0">
                    <a:pos x="52" y="59"/>
                  </a:cxn>
                  <a:cxn ang="0">
                    <a:pos x="52" y="62"/>
                  </a:cxn>
                  <a:cxn ang="0">
                    <a:pos x="48" y="64"/>
                  </a:cxn>
                  <a:cxn ang="0">
                    <a:pos x="45" y="69"/>
                  </a:cxn>
                  <a:cxn ang="0">
                    <a:pos x="41" y="71"/>
                  </a:cxn>
                  <a:cxn ang="0">
                    <a:pos x="41" y="76"/>
                  </a:cxn>
                  <a:cxn ang="0">
                    <a:pos x="36" y="76"/>
                  </a:cxn>
                  <a:cxn ang="0">
                    <a:pos x="34" y="76"/>
                  </a:cxn>
                  <a:cxn ang="0">
                    <a:pos x="34" y="69"/>
                  </a:cxn>
                  <a:cxn ang="0">
                    <a:pos x="34" y="64"/>
                  </a:cxn>
                  <a:cxn ang="0">
                    <a:pos x="34" y="59"/>
                  </a:cxn>
                  <a:cxn ang="0">
                    <a:pos x="34" y="55"/>
                  </a:cxn>
                  <a:cxn ang="0">
                    <a:pos x="34" y="50"/>
                  </a:cxn>
                  <a:cxn ang="0">
                    <a:pos x="34" y="45"/>
                  </a:cxn>
                  <a:cxn ang="0">
                    <a:pos x="31" y="40"/>
                  </a:cxn>
                  <a:cxn ang="0">
                    <a:pos x="29" y="38"/>
                  </a:cxn>
                  <a:cxn ang="0">
                    <a:pos x="26" y="33"/>
                  </a:cxn>
                  <a:cxn ang="0">
                    <a:pos x="22" y="29"/>
                  </a:cxn>
                  <a:cxn ang="0">
                    <a:pos x="19" y="26"/>
                  </a:cxn>
                  <a:cxn ang="0">
                    <a:pos x="15" y="22"/>
                  </a:cxn>
                  <a:cxn ang="0">
                    <a:pos x="15" y="17"/>
                  </a:cxn>
                  <a:cxn ang="0">
                    <a:pos x="10" y="12"/>
                  </a:cxn>
                  <a:cxn ang="0">
                    <a:pos x="7" y="10"/>
                  </a:cxn>
                  <a:cxn ang="0">
                    <a:pos x="3" y="7"/>
                  </a:cxn>
                  <a:cxn ang="0">
                    <a:pos x="0" y="5"/>
                  </a:cxn>
                  <a:cxn ang="0">
                    <a:pos x="5" y="3"/>
                  </a:cxn>
                  <a:cxn ang="0">
                    <a:pos x="7" y="3"/>
                  </a:cxn>
                  <a:cxn ang="0">
                    <a:pos x="10" y="0"/>
                  </a:cxn>
                  <a:cxn ang="0">
                    <a:pos x="15" y="3"/>
                  </a:cxn>
                  <a:cxn ang="0">
                    <a:pos x="17" y="0"/>
                  </a:cxn>
                  <a:cxn ang="0">
                    <a:pos x="22" y="0"/>
                  </a:cxn>
                  <a:cxn ang="0">
                    <a:pos x="26" y="0"/>
                  </a:cxn>
                  <a:cxn ang="0">
                    <a:pos x="29" y="5"/>
                  </a:cxn>
                  <a:cxn ang="0">
                    <a:pos x="34" y="7"/>
                  </a:cxn>
                  <a:cxn ang="0">
                    <a:pos x="38" y="7"/>
                  </a:cxn>
                  <a:cxn ang="0">
                    <a:pos x="41" y="10"/>
                  </a:cxn>
                  <a:cxn ang="0">
                    <a:pos x="43" y="10"/>
                  </a:cxn>
                  <a:cxn ang="0">
                    <a:pos x="48" y="12"/>
                  </a:cxn>
                  <a:cxn ang="0">
                    <a:pos x="52" y="14"/>
                  </a:cxn>
                  <a:cxn ang="0">
                    <a:pos x="55" y="14"/>
                  </a:cxn>
                  <a:cxn ang="0">
                    <a:pos x="57" y="19"/>
                  </a:cxn>
                  <a:cxn ang="0">
                    <a:pos x="55" y="24"/>
                  </a:cxn>
                  <a:cxn ang="0">
                    <a:pos x="55" y="26"/>
                  </a:cxn>
                  <a:cxn ang="0">
                    <a:pos x="60" y="29"/>
                  </a:cxn>
                  <a:cxn ang="0">
                    <a:pos x="62" y="29"/>
                  </a:cxn>
                  <a:cxn ang="0">
                    <a:pos x="64" y="33"/>
                  </a:cxn>
                  <a:cxn ang="0">
                    <a:pos x="64" y="36"/>
                  </a:cxn>
                  <a:cxn ang="0">
                    <a:pos x="67" y="40"/>
                  </a:cxn>
                  <a:cxn ang="0">
                    <a:pos x="69" y="40"/>
                  </a:cxn>
                  <a:cxn ang="0">
                    <a:pos x="71" y="48"/>
                  </a:cxn>
                  <a:cxn ang="0">
                    <a:pos x="74" y="50"/>
                  </a:cxn>
                  <a:cxn ang="0">
                    <a:pos x="76" y="55"/>
                  </a:cxn>
                  <a:cxn ang="0">
                    <a:pos x="71" y="52"/>
                  </a:cxn>
                  <a:cxn ang="0">
                    <a:pos x="67" y="52"/>
                  </a:cxn>
                  <a:cxn ang="0">
                    <a:pos x="64" y="52"/>
                  </a:cxn>
                  <a:cxn ang="0">
                    <a:pos x="60" y="52"/>
                  </a:cxn>
                  <a:cxn ang="0">
                    <a:pos x="57" y="52"/>
                  </a:cxn>
                </a:cxnLst>
                <a:rect l="0" t="0" r="r" b="b"/>
                <a:pathLst>
                  <a:path w="76" h="78">
                    <a:moveTo>
                      <a:pt x="57" y="52"/>
                    </a:moveTo>
                    <a:lnTo>
                      <a:pt x="57" y="52"/>
                    </a:lnTo>
                    <a:lnTo>
                      <a:pt x="57" y="50"/>
                    </a:lnTo>
                    <a:lnTo>
                      <a:pt x="57" y="50"/>
                    </a:lnTo>
                    <a:lnTo>
                      <a:pt x="55" y="50"/>
                    </a:lnTo>
                    <a:lnTo>
                      <a:pt x="55" y="50"/>
                    </a:lnTo>
                    <a:lnTo>
                      <a:pt x="55" y="50"/>
                    </a:lnTo>
                    <a:lnTo>
                      <a:pt x="55" y="50"/>
                    </a:lnTo>
                    <a:lnTo>
                      <a:pt x="52" y="50"/>
                    </a:lnTo>
                    <a:lnTo>
                      <a:pt x="52" y="50"/>
                    </a:lnTo>
                    <a:lnTo>
                      <a:pt x="52" y="50"/>
                    </a:lnTo>
                    <a:lnTo>
                      <a:pt x="52" y="52"/>
                    </a:lnTo>
                    <a:lnTo>
                      <a:pt x="50" y="52"/>
                    </a:lnTo>
                    <a:lnTo>
                      <a:pt x="50" y="52"/>
                    </a:lnTo>
                    <a:lnTo>
                      <a:pt x="50" y="55"/>
                    </a:lnTo>
                    <a:lnTo>
                      <a:pt x="50" y="55"/>
                    </a:lnTo>
                    <a:lnTo>
                      <a:pt x="50" y="57"/>
                    </a:lnTo>
                    <a:lnTo>
                      <a:pt x="50" y="57"/>
                    </a:lnTo>
                    <a:lnTo>
                      <a:pt x="52" y="57"/>
                    </a:lnTo>
                    <a:lnTo>
                      <a:pt x="52" y="59"/>
                    </a:lnTo>
                    <a:lnTo>
                      <a:pt x="52" y="59"/>
                    </a:lnTo>
                    <a:lnTo>
                      <a:pt x="52" y="59"/>
                    </a:lnTo>
                    <a:lnTo>
                      <a:pt x="52" y="59"/>
                    </a:lnTo>
                    <a:lnTo>
                      <a:pt x="52" y="59"/>
                    </a:lnTo>
                    <a:lnTo>
                      <a:pt x="50" y="59"/>
                    </a:lnTo>
                    <a:lnTo>
                      <a:pt x="50" y="62"/>
                    </a:lnTo>
                    <a:lnTo>
                      <a:pt x="52" y="62"/>
                    </a:lnTo>
                    <a:lnTo>
                      <a:pt x="52" y="62"/>
                    </a:lnTo>
                    <a:lnTo>
                      <a:pt x="52" y="64"/>
                    </a:lnTo>
                    <a:lnTo>
                      <a:pt x="50" y="64"/>
                    </a:lnTo>
                    <a:lnTo>
                      <a:pt x="50" y="64"/>
                    </a:lnTo>
                    <a:lnTo>
                      <a:pt x="48" y="64"/>
                    </a:lnTo>
                    <a:lnTo>
                      <a:pt x="48" y="64"/>
                    </a:lnTo>
                    <a:lnTo>
                      <a:pt x="48" y="64"/>
                    </a:lnTo>
                    <a:lnTo>
                      <a:pt x="48" y="64"/>
                    </a:lnTo>
                    <a:lnTo>
                      <a:pt x="45" y="64"/>
                    </a:lnTo>
                    <a:lnTo>
                      <a:pt x="45" y="67"/>
                    </a:lnTo>
                    <a:lnTo>
                      <a:pt x="45" y="67"/>
                    </a:lnTo>
                    <a:lnTo>
                      <a:pt x="48" y="67"/>
                    </a:lnTo>
                    <a:lnTo>
                      <a:pt x="48" y="69"/>
                    </a:lnTo>
                    <a:lnTo>
                      <a:pt x="45" y="69"/>
                    </a:lnTo>
                    <a:lnTo>
                      <a:pt x="45" y="69"/>
                    </a:lnTo>
                    <a:lnTo>
                      <a:pt x="45" y="69"/>
                    </a:lnTo>
                    <a:lnTo>
                      <a:pt x="45" y="69"/>
                    </a:lnTo>
                    <a:lnTo>
                      <a:pt x="43" y="69"/>
                    </a:lnTo>
                    <a:lnTo>
                      <a:pt x="43" y="69"/>
                    </a:lnTo>
                    <a:lnTo>
                      <a:pt x="43" y="69"/>
                    </a:lnTo>
                    <a:lnTo>
                      <a:pt x="43" y="71"/>
                    </a:lnTo>
                    <a:lnTo>
                      <a:pt x="41" y="71"/>
                    </a:lnTo>
                    <a:lnTo>
                      <a:pt x="41" y="71"/>
                    </a:lnTo>
                    <a:lnTo>
                      <a:pt x="41" y="71"/>
                    </a:lnTo>
                    <a:lnTo>
                      <a:pt x="41" y="74"/>
                    </a:lnTo>
                    <a:lnTo>
                      <a:pt x="41" y="74"/>
                    </a:lnTo>
                    <a:lnTo>
                      <a:pt x="41" y="74"/>
                    </a:lnTo>
                    <a:lnTo>
                      <a:pt x="41" y="74"/>
                    </a:lnTo>
                    <a:lnTo>
                      <a:pt x="41" y="76"/>
                    </a:lnTo>
                    <a:lnTo>
                      <a:pt x="41" y="76"/>
                    </a:lnTo>
                    <a:lnTo>
                      <a:pt x="41" y="76"/>
                    </a:lnTo>
                    <a:lnTo>
                      <a:pt x="38" y="76"/>
                    </a:lnTo>
                    <a:lnTo>
                      <a:pt x="38" y="76"/>
                    </a:lnTo>
                    <a:lnTo>
                      <a:pt x="38" y="76"/>
                    </a:lnTo>
                    <a:lnTo>
                      <a:pt x="36" y="76"/>
                    </a:lnTo>
                    <a:lnTo>
                      <a:pt x="36" y="76"/>
                    </a:lnTo>
                    <a:lnTo>
                      <a:pt x="36" y="76"/>
                    </a:lnTo>
                    <a:lnTo>
                      <a:pt x="36" y="76"/>
                    </a:lnTo>
                    <a:lnTo>
                      <a:pt x="36" y="78"/>
                    </a:lnTo>
                    <a:lnTo>
                      <a:pt x="34" y="78"/>
                    </a:lnTo>
                    <a:lnTo>
                      <a:pt x="34" y="76"/>
                    </a:lnTo>
                    <a:lnTo>
                      <a:pt x="34" y="76"/>
                    </a:lnTo>
                    <a:lnTo>
                      <a:pt x="34" y="76"/>
                    </a:lnTo>
                    <a:lnTo>
                      <a:pt x="34" y="74"/>
                    </a:lnTo>
                    <a:lnTo>
                      <a:pt x="34" y="74"/>
                    </a:lnTo>
                    <a:lnTo>
                      <a:pt x="34" y="74"/>
                    </a:lnTo>
                    <a:lnTo>
                      <a:pt x="34" y="74"/>
                    </a:lnTo>
                    <a:lnTo>
                      <a:pt x="34" y="71"/>
                    </a:lnTo>
                    <a:lnTo>
                      <a:pt x="34" y="71"/>
                    </a:lnTo>
                    <a:lnTo>
                      <a:pt x="34" y="69"/>
                    </a:lnTo>
                    <a:lnTo>
                      <a:pt x="34" y="69"/>
                    </a:lnTo>
                    <a:lnTo>
                      <a:pt x="34" y="69"/>
                    </a:lnTo>
                    <a:lnTo>
                      <a:pt x="34" y="69"/>
                    </a:lnTo>
                    <a:lnTo>
                      <a:pt x="34" y="67"/>
                    </a:lnTo>
                    <a:lnTo>
                      <a:pt x="34" y="67"/>
                    </a:lnTo>
                    <a:lnTo>
                      <a:pt x="34" y="64"/>
                    </a:lnTo>
                    <a:lnTo>
                      <a:pt x="34" y="64"/>
                    </a:lnTo>
                    <a:lnTo>
                      <a:pt x="31" y="64"/>
                    </a:lnTo>
                    <a:lnTo>
                      <a:pt x="31" y="62"/>
                    </a:lnTo>
                    <a:lnTo>
                      <a:pt x="31" y="62"/>
                    </a:lnTo>
                    <a:lnTo>
                      <a:pt x="34" y="62"/>
                    </a:lnTo>
                    <a:lnTo>
                      <a:pt x="34" y="59"/>
                    </a:lnTo>
                    <a:lnTo>
                      <a:pt x="34" y="59"/>
                    </a:lnTo>
                    <a:lnTo>
                      <a:pt x="34" y="59"/>
                    </a:lnTo>
                    <a:lnTo>
                      <a:pt x="31" y="59"/>
                    </a:lnTo>
                    <a:lnTo>
                      <a:pt x="31" y="57"/>
                    </a:lnTo>
                    <a:lnTo>
                      <a:pt x="34" y="57"/>
                    </a:lnTo>
                    <a:lnTo>
                      <a:pt x="34" y="57"/>
                    </a:lnTo>
                    <a:lnTo>
                      <a:pt x="34" y="57"/>
                    </a:lnTo>
                    <a:lnTo>
                      <a:pt x="34" y="57"/>
                    </a:lnTo>
                    <a:lnTo>
                      <a:pt x="34" y="55"/>
                    </a:lnTo>
                    <a:lnTo>
                      <a:pt x="34" y="55"/>
                    </a:lnTo>
                    <a:lnTo>
                      <a:pt x="34" y="52"/>
                    </a:lnTo>
                    <a:lnTo>
                      <a:pt x="36" y="52"/>
                    </a:lnTo>
                    <a:lnTo>
                      <a:pt x="36" y="52"/>
                    </a:lnTo>
                    <a:lnTo>
                      <a:pt x="36" y="50"/>
                    </a:lnTo>
                    <a:lnTo>
                      <a:pt x="34" y="50"/>
                    </a:lnTo>
                    <a:lnTo>
                      <a:pt x="34" y="50"/>
                    </a:lnTo>
                    <a:lnTo>
                      <a:pt x="34" y="50"/>
                    </a:lnTo>
                    <a:lnTo>
                      <a:pt x="36" y="50"/>
                    </a:lnTo>
                    <a:lnTo>
                      <a:pt x="36" y="48"/>
                    </a:lnTo>
                    <a:lnTo>
                      <a:pt x="36" y="48"/>
                    </a:lnTo>
                    <a:lnTo>
                      <a:pt x="34" y="48"/>
                    </a:lnTo>
                    <a:lnTo>
                      <a:pt x="34" y="45"/>
                    </a:lnTo>
                    <a:lnTo>
                      <a:pt x="34" y="45"/>
                    </a:lnTo>
                    <a:lnTo>
                      <a:pt x="34" y="45"/>
                    </a:lnTo>
                    <a:lnTo>
                      <a:pt x="34" y="43"/>
                    </a:lnTo>
                    <a:lnTo>
                      <a:pt x="34" y="43"/>
                    </a:lnTo>
                    <a:lnTo>
                      <a:pt x="34" y="43"/>
                    </a:lnTo>
                    <a:lnTo>
                      <a:pt x="34" y="40"/>
                    </a:lnTo>
                    <a:lnTo>
                      <a:pt x="31" y="40"/>
                    </a:lnTo>
                    <a:lnTo>
                      <a:pt x="31" y="40"/>
                    </a:lnTo>
                    <a:lnTo>
                      <a:pt x="31" y="40"/>
                    </a:lnTo>
                    <a:lnTo>
                      <a:pt x="31" y="40"/>
                    </a:lnTo>
                    <a:lnTo>
                      <a:pt x="31" y="38"/>
                    </a:lnTo>
                    <a:lnTo>
                      <a:pt x="29" y="38"/>
                    </a:lnTo>
                    <a:lnTo>
                      <a:pt x="29" y="38"/>
                    </a:lnTo>
                    <a:lnTo>
                      <a:pt x="29" y="38"/>
                    </a:lnTo>
                    <a:lnTo>
                      <a:pt x="29" y="38"/>
                    </a:lnTo>
                    <a:lnTo>
                      <a:pt x="29" y="36"/>
                    </a:lnTo>
                    <a:lnTo>
                      <a:pt x="26" y="36"/>
                    </a:lnTo>
                    <a:lnTo>
                      <a:pt x="26" y="36"/>
                    </a:lnTo>
                    <a:lnTo>
                      <a:pt x="26" y="36"/>
                    </a:lnTo>
                    <a:lnTo>
                      <a:pt x="26" y="36"/>
                    </a:lnTo>
                    <a:lnTo>
                      <a:pt x="26" y="33"/>
                    </a:lnTo>
                    <a:lnTo>
                      <a:pt x="26" y="33"/>
                    </a:lnTo>
                    <a:lnTo>
                      <a:pt x="24" y="33"/>
                    </a:lnTo>
                    <a:lnTo>
                      <a:pt x="24" y="31"/>
                    </a:lnTo>
                    <a:lnTo>
                      <a:pt x="24" y="31"/>
                    </a:lnTo>
                    <a:lnTo>
                      <a:pt x="24" y="31"/>
                    </a:lnTo>
                    <a:lnTo>
                      <a:pt x="22" y="31"/>
                    </a:lnTo>
                    <a:lnTo>
                      <a:pt x="22" y="31"/>
                    </a:lnTo>
                    <a:lnTo>
                      <a:pt x="22" y="29"/>
                    </a:lnTo>
                    <a:lnTo>
                      <a:pt x="22" y="29"/>
                    </a:lnTo>
                    <a:lnTo>
                      <a:pt x="22" y="29"/>
                    </a:lnTo>
                    <a:lnTo>
                      <a:pt x="22" y="29"/>
                    </a:lnTo>
                    <a:lnTo>
                      <a:pt x="22" y="26"/>
                    </a:lnTo>
                    <a:lnTo>
                      <a:pt x="19" y="26"/>
                    </a:lnTo>
                    <a:lnTo>
                      <a:pt x="19" y="26"/>
                    </a:lnTo>
                    <a:lnTo>
                      <a:pt x="19" y="26"/>
                    </a:lnTo>
                    <a:lnTo>
                      <a:pt x="19" y="26"/>
                    </a:lnTo>
                    <a:lnTo>
                      <a:pt x="19" y="24"/>
                    </a:lnTo>
                    <a:lnTo>
                      <a:pt x="17" y="24"/>
                    </a:lnTo>
                    <a:lnTo>
                      <a:pt x="17" y="24"/>
                    </a:lnTo>
                    <a:lnTo>
                      <a:pt x="17" y="24"/>
                    </a:lnTo>
                    <a:lnTo>
                      <a:pt x="17" y="22"/>
                    </a:lnTo>
                    <a:lnTo>
                      <a:pt x="15" y="22"/>
                    </a:lnTo>
                    <a:lnTo>
                      <a:pt x="15" y="22"/>
                    </a:lnTo>
                    <a:lnTo>
                      <a:pt x="15" y="22"/>
                    </a:lnTo>
                    <a:lnTo>
                      <a:pt x="15" y="19"/>
                    </a:lnTo>
                    <a:lnTo>
                      <a:pt x="15" y="19"/>
                    </a:lnTo>
                    <a:lnTo>
                      <a:pt x="15" y="19"/>
                    </a:lnTo>
                    <a:lnTo>
                      <a:pt x="15" y="19"/>
                    </a:lnTo>
                    <a:lnTo>
                      <a:pt x="15" y="17"/>
                    </a:lnTo>
                    <a:lnTo>
                      <a:pt x="12" y="17"/>
                    </a:lnTo>
                    <a:lnTo>
                      <a:pt x="12" y="17"/>
                    </a:lnTo>
                    <a:lnTo>
                      <a:pt x="12" y="14"/>
                    </a:lnTo>
                    <a:lnTo>
                      <a:pt x="12" y="14"/>
                    </a:lnTo>
                    <a:lnTo>
                      <a:pt x="12" y="14"/>
                    </a:lnTo>
                    <a:lnTo>
                      <a:pt x="12" y="12"/>
                    </a:lnTo>
                    <a:lnTo>
                      <a:pt x="10" y="12"/>
                    </a:lnTo>
                    <a:lnTo>
                      <a:pt x="10" y="12"/>
                    </a:lnTo>
                    <a:lnTo>
                      <a:pt x="10" y="12"/>
                    </a:lnTo>
                    <a:lnTo>
                      <a:pt x="10" y="10"/>
                    </a:lnTo>
                    <a:lnTo>
                      <a:pt x="10" y="10"/>
                    </a:lnTo>
                    <a:lnTo>
                      <a:pt x="10" y="10"/>
                    </a:lnTo>
                    <a:lnTo>
                      <a:pt x="7" y="10"/>
                    </a:lnTo>
                    <a:lnTo>
                      <a:pt x="7" y="10"/>
                    </a:lnTo>
                    <a:lnTo>
                      <a:pt x="7" y="10"/>
                    </a:lnTo>
                    <a:lnTo>
                      <a:pt x="7" y="7"/>
                    </a:lnTo>
                    <a:lnTo>
                      <a:pt x="7" y="7"/>
                    </a:lnTo>
                    <a:lnTo>
                      <a:pt x="5" y="7"/>
                    </a:lnTo>
                    <a:lnTo>
                      <a:pt x="5" y="7"/>
                    </a:lnTo>
                    <a:lnTo>
                      <a:pt x="5" y="7"/>
                    </a:lnTo>
                    <a:lnTo>
                      <a:pt x="3" y="7"/>
                    </a:lnTo>
                    <a:lnTo>
                      <a:pt x="3" y="7"/>
                    </a:lnTo>
                    <a:lnTo>
                      <a:pt x="3" y="7"/>
                    </a:lnTo>
                    <a:lnTo>
                      <a:pt x="0" y="7"/>
                    </a:lnTo>
                    <a:lnTo>
                      <a:pt x="0" y="7"/>
                    </a:lnTo>
                    <a:lnTo>
                      <a:pt x="0" y="5"/>
                    </a:lnTo>
                    <a:lnTo>
                      <a:pt x="0" y="5"/>
                    </a:lnTo>
                    <a:lnTo>
                      <a:pt x="0" y="5"/>
                    </a:lnTo>
                    <a:lnTo>
                      <a:pt x="3" y="5"/>
                    </a:lnTo>
                    <a:lnTo>
                      <a:pt x="3" y="5"/>
                    </a:lnTo>
                    <a:lnTo>
                      <a:pt x="3" y="5"/>
                    </a:lnTo>
                    <a:lnTo>
                      <a:pt x="3" y="5"/>
                    </a:lnTo>
                    <a:lnTo>
                      <a:pt x="5" y="5"/>
                    </a:lnTo>
                    <a:lnTo>
                      <a:pt x="5" y="5"/>
                    </a:lnTo>
                    <a:lnTo>
                      <a:pt x="5" y="3"/>
                    </a:lnTo>
                    <a:lnTo>
                      <a:pt x="3" y="3"/>
                    </a:lnTo>
                    <a:lnTo>
                      <a:pt x="3" y="3"/>
                    </a:lnTo>
                    <a:lnTo>
                      <a:pt x="3" y="3"/>
                    </a:lnTo>
                    <a:lnTo>
                      <a:pt x="3" y="3"/>
                    </a:lnTo>
                    <a:lnTo>
                      <a:pt x="5" y="3"/>
                    </a:lnTo>
                    <a:lnTo>
                      <a:pt x="5" y="3"/>
                    </a:lnTo>
                    <a:lnTo>
                      <a:pt x="7" y="3"/>
                    </a:lnTo>
                    <a:lnTo>
                      <a:pt x="7" y="3"/>
                    </a:lnTo>
                    <a:lnTo>
                      <a:pt x="7" y="3"/>
                    </a:lnTo>
                    <a:lnTo>
                      <a:pt x="7" y="3"/>
                    </a:lnTo>
                    <a:lnTo>
                      <a:pt x="10" y="3"/>
                    </a:lnTo>
                    <a:lnTo>
                      <a:pt x="10" y="3"/>
                    </a:lnTo>
                    <a:lnTo>
                      <a:pt x="10" y="0"/>
                    </a:lnTo>
                    <a:lnTo>
                      <a:pt x="10" y="0"/>
                    </a:lnTo>
                    <a:lnTo>
                      <a:pt x="10" y="3"/>
                    </a:lnTo>
                    <a:lnTo>
                      <a:pt x="10" y="3"/>
                    </a:lnTo>
                    <a:lnTo>
                      <a:pt x="10" y="3"/>
                    </a:lnTo>
                    <a:lnTo>
                      <a:pt x="12" y="3"/>
                    </a:lnTo>
                    <a:lnTo>
                      <a:pt x="12" y="3"/>
                    </a:lnTo>
                    <a:lnTo>
                      <a:pt x="12" y="3"/>
                    </a:lnTo>
                    <a:lnTo>
                      <a:pt x="15" y="3"/>
                    </a:lnTo>
                    <a:lnTo>
                      <a:pt x="15" y="3"/>
                    </a:lnTo>
                    <a:lnTo>
                      <a:pt x="15" y="3"/>
                    </a:lnTo>
                    <a:lnTo>
                      <a:pt x="15" y="3"/>
                    </a:lnTo>
                    <a:lnTo>
                      <a:pt x="15" y="0"/>
                    </a:lnTo>
                    <a:lnTo>
                      <a:pt x="15" y="0"/>
                    </a:lnTo>
                    <a:lnTo>
                      <a:pt x="17" y="0"/>
                    </a:lnTo>
                    <a:lnTo>
                      <a:pt x="17" y="0"/>
                    </a:lnTo>
                    <a:lnTo>
                      <a:pt x="17" y="3"/>
                    </a:lnTo>
                    <a:lnTo>
                      <a:pt x="19" y="3"/>
                    </a:lnTo>
                    <a:lnTo>
                      <a:pt x="19" y="0"/>
                    </a:lnTo>
                    <a:lnTo>
                      <a:pt x="19" y="0"/>
                    </a:lnTo>
                    <a:lnTo>
                      <a:pt x="19" y="0"/>
                    </a:lnTo>
                    <a:lnTo>
                      <a:pt x="19" y="0"/>
                    </a:lnTo>
                    <a:lnTo>
                      <a:pt x="22" y="0"/>
                    </a:lnTo>
                    <a:lnTo>
                      <a:pt x="22" y="0"/>
                    </a:lnTo>
                    <a:lnTo>
                      <a:pt x="22" y="0"/>
                    </a:lnTo>
                    <a:lnTo>
                      <a:pt x="22" y="0"/>
                    </a:lnTo>
                    <a:lnTo>
                      <a:pt x="24" y="0"/>
                    </a:lnTo>
                    <a:lnTo>
                      <a:pt x="24" y="0"/>
                    </a:lnTo>
                    <a:lnTo>
                      <a:pt x="26" y="0"/>
                    </a:lnTo>
                    <a:lnTo>
                      <a:pt x="26" y="0"/>
                    </a:lnTo>
                    <a:lnTo>
                      <a:pt x="26" y="3"/>
                    </a:lnTo>
                    <a:lnTo>
                      <a:pt x="26" y="3"/>
                    </a:lnTo>
                    <a:lnTo>
                      <a:pt x="26" y="3"/>
                    </a:lnTo>
                    <a:lnTo>
                      <a:pt x="29" y="3"/>
                    </a:lnTo>
                    <a:lnTo>
                      <a:pt x="29" y="5"/>
                    </a:lnTo>
                    <a:lnTo>
                      <a:pt x="29" y="5"/>
                    </a:lnTo>
                    <a:lnTo>
                      <a:pt x="29" y="5"/>
                    </a:lnTo>
                    <a:lnTo>
                      <a:pt x="31" y="5"/>
                    </a:lnTo>
                    <a:lnTo>
                      <a:pt x="31" y="5"/>
                    </a:lnTo>
                    <a:lnTo>
                      <a:pt x="31" y="5"/>
                    </a:lnTo>
                    <a:lnTo>
                      <a:pt x="31" y="7"/>
                    </a:lnTo>
                    <a:lnTo>
                      <a:pt x="34" y="7"/>
                    </a:lnTo>
                    <a:lnTo>
                      <a:pt x="34" y="7"/>
                    </a:lnTo>
                    <a:lnTo>
                      <a:pt x="34" y="7"/>
                    </a:lnTo>
                    <a:lnTo>
                      <a:pt x="34" y="7"/>
                    </a:lnTo>
                    <a:lnTo>
                      <a:pt x="36" y="7"/>
                    </a:lnTo>
                    <a:lnTo>
                      <a:pt x="36" y="7"/>
                    </a:lnTo>
                    <a:lnTo>
                      <a:pt x="36" y="7"/>
                    </a:lnTo>
                    <a:lnTo>
                      <a:pt x="36" y="7"/>
                    </a:lnTo>
                    <a:lnTo>
                      <a:pt x="38" y="7"/>
                    </a:lnTo>
                    <a:lnTo>
                      <a:pt x="38" y="7"/>
                    </a:lnTo>
                    <a:lnTo>
                      <a:pt x="36" y="7"/>
                    </a:lnTo>
                    <a:lnTo>
                      <a:pt x="36" y="10"/>
                    </a:lnTo>
                    <a:lnTo>
                      <a:pt x="38" y="10"/>
                    </a:lnTo>
                    <a:lnTo>
                      <a:pt x="38" y="10"/>
                    </a:lnTo>
                    <a:lnTo>
                      <a:pt x="38" y="10"/>
                    </a:lnTo>
                    <a:lnTo>
                      <a:pt x="38" y="10"/>
                    </a:lnTo>
                    <a:lnTo>
                      <a:pt x="41" y="10"/>
                    </a:lnTo>
                    <a:lnTo>
                      <a:pt x="41" y="10"/>
                    </a:lnTo>
                    <a:lnTo>
                      <a:pt x="41" y="10"/>
                    </a:lnTo>
                    <a:lnTo>
                      <a:pt x="41" y="10"/>
                    </a:lnTo>
                    <a:lnTo>
                      <a:pt x="41" y="10"/>
                    </a:lnTo>
                    <a:lnTo>
                      <a:pt x="43" y="10"/>
                    </a:lnTo>
                    <a:lnTo>
                      <a:pt x="43" y="10"/>
                    </a:lnTo>
                    <a:lnTo>
                      <a:pt x="43" y="10"/>
                    </a:lnTo>
                    <a:lnTo>
                      <a:pt x="43" y="10"/>
                    </a:lnTo>
                    <a:lnTo>
                      <a:pt x="45" y="10"/>
                    </a:lnTo>
                    <a:lnTo>
                      <a:pt x="45" y="10"/>
                    </a:lnTo>
                    <a:lnTo>
                      <a:pt x="48" y="10"/>
                    </a:lnTo>
                    <a:lnTo>
                      <a:pt x="48" y="10"/>
                    </a:lnTo>
                    <a:lnTo>
                      <a:pt x="48" y="10"/>
                    </a:lnTo>
                    <a:lnTo>
                      <a:pt x="48" y="12"/>
                    </a:lnTo>
                    <a:lnTo>
                      <a:pt x="48" y="12"/>
                    </a:lnTo>
                    <a:lnTo>
                      <a:pt x="48" y="12"/>
                    </a:lnTo>
                    <a:lnTo>
                      <a:pt x="50" y="12"/>
                    </a:lnTo>
                    <a:lnTo>
                      <a:pt x="50" y="14"/>
                    </a:lnTo>
                    <a:lnTo>
                      <a:pt x="50" y="14"/>
                    </a:lnTo>
                    <a:lnTo>
                      <a:pt x="52" y="14"/>
                    </a:lnTo>
                    <a:lnTo>
                      <a:pt x="52" y="14"/>
                    </a:lnTo>
                    <a:lnTo>
                      <a:pt x="52" y="14"/>
                    </a:lnTo>
                    <a:lnTo>
                      <a:pt x="55" y="14"/>
                    </a:lnTo>
                    <a:lnTo>
                      <a:pt x="55" y="12"/>
                    </a:lnTo>
                    <a:lnTo>
                      <a:pt x="55" y="12"/>
                    </a:lnTo>
                    <a:lnTo>
                      <a:pt x="55" y="14"/>
                    </a:lnTo>
                    <a:lnTo>
                      <a:pt x="55" y="14"/>
                    </a:lnTo>
                    <a:lnTo>
                      <a:pt x="55" y="14"/>
                    </a:lnTo>
                    <a:lnTo>
                      <a:pt x="55" y="17"/>
                    </a:lnTo>
                    <a:lnTo>
                      <a:pt x="57" y="17"/>
                    </a:lnTo>
                    <a:lnTo>
                      <a:pt x="57" y="17"/>
                    </a:lnTo>
                    <a:lnTo>
                      <a:pt x="55" y="17"/>
                    </a:lnTo>
                    <a:lnTo>
                      <a:pt x="55" y="19"/>
                    </a:lnTo>
                    <a:lnTo>
                      <a:pt x="57" y="19"/>
                    </a:lnTo>
                    <a:lnTo>
                      <a:pt x="57" y="19"/>
                    </a:lnTo>
                    <a:lnTo>
                      <a:pt x="57" y="19"/>
                    </a:lnTo>
                    <a:lnTo>
                      <a:pt x="57" y="19"/>
                    </a:lnTo>
                    <a:lnTo>
                      <a:pt x="57" y="19"/>
                    </a:lnTo>
                    <a:lnTo>
                      <a:pt x="55" y="19"/>
                    </a:lnTo>
                    <a:lnTo>
                      <a:pt x="55" y="22"/>
                    </a:lnTo>
                    <a:lnTo>
                      <a:pt x="55" y="22"/>
                    </a:lnTo>
                    <a:lnTo>
                      <a:pt x="55" y="24"/>
                    </a:lnTo>
                    <a:lnTo>
                      <a:pt x="55" y="24"/>
                    </a:lnTo>
                    <a:lnTo>
                      <a:pt x="55" y="24"/>
                    </a:lnTo>
                    <a:lnTo>
                      <a:pt x="55" y="24"/>
                    </a:lnTo>
                    <a:lnTo>
                      <a:pt x="55" y="26"/>
                    </a:lnTo>
                    <a:lnTo>
                      <a:pt x="55" y="26"/>
                    </a:lnTo>
                    <a:lnTo>
                      <a:pt x="55" y="26"/>
                    </a:lnTo>
                    <a:lnTo>
                      <a:pt x="55" y="26"/>
                    </a:lnTo>
                    <a:lnTo>
                      <a:pt x="55" y="26"/>
                    </a:lnTo>
                    <a:lnTo>
                      <a:pt x="55" y="29"/>
                    </a:lnTo>
                    <a:lnTo>
                      <a:pt x="55" y="29"/>
                    </a:lnTo>
                    <a:lnTo>
                      <a:pt x="57" y="29"/>
                    </a:lnTo>
                    <a:lnTo>
                      <a:pt x="57" y="29"/>
                    </a:lnTo>
                    <a:lnTo>
                      <a:pt x="60" y="29"/>
                    </a:lnTo>
                    <a:lnTo>
                      <a:pt x="60" y="29"/>
                    </a:lnTo>
                    <a:lnTo>
                      <a:pt x="60" y="29"/>
                    </a:lnTo>
                    <a:lnTo>
                      <a:pt x="60" y="29"/>
                    </a:lnTo>
                    <a:lnTo>
                      <a:pt x="60" y="29"/>
                    </a:lnTo>
                    <a:lnTo>
                      <a:pt x="60" y="31"/>
                    </a:lnTo>
                    <a:lnTo>
                      <a:pt x="62" y="31"/>
                    </a:lnTo>
                    <a:lnTo>
                      <a:pt x="62" y="31"/>
                    </a:lnTo>
                    <a:lnTo>
                      <a:pt x="62" y="29"/>
                    </a:lnTo>
                    <a:lnTo>
                      <a:pt x="62" y="29"/>
                    </a:lnTo>
                    <a:lnTo>
                      <a:pt x="62" y="29"/>
                    </a:lnTo>
                    <a:lnTo>
                      <a:pt x="64" y="29"/>
                    </a:lnTo>
                    <a:lnTo>
                      <a:pt x="64" y="29"/>
                    </a:lnTo>
                    <a:lnTo>
                      <a:pt x="64" y="31"/>
                    </a:lnTo>
                    <a:lnTo>
                      <a:pt x="64" y="31"/>
                    </a:lnTo>
                    <a:lnTo>
                      <a:pt x="64" y="33"/>
                    </a:lnTo>
                    <a:lnTo>
                      <a:pt x="64" y="33"/>
                    </a:lnTo>
                    <a:lnTo>
                      <a:pt x="64" y="36"/>
                    </a:lnTo>
                    <a:lnTo>
                      <a:pt x="62" y="36"/>
                    </a:lnTo>
                    <a:lnTo>
                      <a:pt x="62" y="36"/>
                    </a:lnTo>
                    <a:lnTo>
                      <a:pt x="62" y="36"/>
                    </a:lnTo>
                    <a:lnTo>
                      <a:pt x="62" y="36"/>
                    </a:lnTo>
                    <a:lnTo>
                      <a:pt x="64" y="36"/>
                    </a:lnTo>
                    <a:lnTo>
                      <a:pt x="64" y="36"/>
                    </a:lnTo>
                    <a:lnTo>
                      <a:pt x="64" y="38"/>
                    </a:lnTo>
                    <a:lnTo>
                      <a:pt x="64" y="38"/>
                    </a:lnTo>
                    <a:lnTo>
                      <a:pt x="64" y="38"/>
                    </a:lnTo>
                    <a:lnTo>
                      <a:pt x="64" y="40"/>
                    </a:lnTo>
                    <a:lnTo>
                      <a:pt x="64" y="40"/>
                    </a:lnTo>
                    <a:lnTo>
                      <a:pt x="67" y="40"/>
                    </a:lnTo>
                    <a:lnTo>
                      <a:pt x="67" y="40"/>
                    </a:lnTo>
                    <a:lnTo>
                      <a:pt x="67" y="40"/>
                    </a:lnTo>
                    <a:lnTo>
                      <a:pt x="67" y="40"/>
                    </a:lnTo>
                    <a:lnTo>
                      <a:pt x="67" y="40"/>
                    </a:lnTo>
                    <a:lnTo>
                      <a:pt x="69" y="40"/>
                    </a:lnTo>
                    <a:lnTo>
                      <a:pt x="69" y="40"/>
                    </a:lnTo>
                    <a:lnTo>
                      <a:pt x="69" y="40"/>
                    </a:lnTo>
                    <a:lnTo>
                      <a:pt x="69" y="43"/>
                    </a:lnTo>
                    <a:lnTo>
                      <a:pt x="71" y="43"/>
                    </a:lnTo>
                    <a:lnTo>
                      <a:pt x="71" y="43"/>
                    </a:lnTo>
                    <a:lnTo>
                      <a:pt x="71" y="43"/>
                    </a:lnTo>
                    <a:lnTo>
                      <a:pt x="71" y="45"/>
                    </a:lnTo>
                    <a:lnTo>
                      <a:pt x="71" y="45"/>
                    </a:lnTo>
                    <a:lnTo>
                      <a:pt x="71" y="48"/>
                    </a:lnTo>
                    <a:lnTo>
                      <a:pt x="71" y="48"/>
                    </a:lnTo>
                    <a:lnTo>
                      <a:pt x="71" y="50"/>
                    </a:lnTo>
                    <a:lnTo>
                      <a:pt x="71" y="50"/>
                    </a:lnTo>
                    <a:lnTo>
                      <a:pt x="71" y="50"/>
                    </a:lnTo>
                    <a:lnTo>
                      <a:pt x="71" y="50"/>
                    </a:lnTo>
                    <a:lnTo>
                      <a:pt x="71" y="50"/>
                    </a:lnTo>
                    <a:lnTo>
                      <a:pt x="74" y="50"/>
                    </a:lnTo>
                    <a:lnTo>
                      <a:pt x="74" y="50"/>
                    </a:lnTo>
                    <a:lnTo>
                      <a:pt x="74" y="52"/>
                    </a:lnTo>
                    <a:lnTo>
                      <a:pt x="74" y="52"/>
                    </a:lnTo>
                    <a:lnTo>
                      <a:pt x="74" y="52"/>
                    </a:lnTo>
                    <a:lnTo>
                      <a:pt x="76" y="52"/>
                    </a:lnTo>
                    <a:lnTo>
                      <a:pt x="76" y="52"/>
                    </a:lnTo>
                    <a:lnTo>
                      <a:pt x="76" y="55"/>
                    </a:lnTo>
                    <a:lnTo>
                      <a:pt x="76" y="55"/>
                    </a:lnTo>
                    <a:lnTo>
                      <a:pt x="74" y="55"/>
                    </a:lnTo>
                    <a:lnTo>
                      <a:pt x="74" y="55"/>
                    </a:lnTo>
                    <a:lnTo>
                      <a:pt x="74" y="55"/>
                    </a:lnTo>
                    <a:lnTo>
                      <a:pt x="71" y="55"/>
                    </a:lnTo>
                    <a:lnTo>
                      <a:pt x="71" y="52"/>
                    </a:lnTo>
                    <a:lnTo>
                      <a:pt x="71" y="52"/>
                    </a:lnTo>
                    <a:lnTo>
                      <a:pt x="71" y="55"/>
                    </a:lnTo>
                    <a:lnTo>
                      <a:pt x="69" y="55"/>
                    </a:lnTo>
                    <a:lnTo>
                      <a:pt x="69" y="55"/>
                    </a:lnTo>
                    <a:lnTo>
                      <a:pt x="69" y="52"/>
                    </a:lnTo>
                    <a:lnTo>
                      <a:pt x="69" y="52"/>
                    </a:lnTo>
                    <a:lnTo>
                      <a:pt x="69" y="52"/>
                    </a:lnTo>
                    <a:lnTo>
                      <a:pt x="67" y="52"/>
                    </a:lnTo>
                    <a:lnTo>
                      <a:pt x="67" y="52"/>
                    </a:lnTo>
                    <a:lnTo>
                      <a:pt x="67" y="52"/>
                    </a:lnTo>
                    <a:lnTo>
                      <a:pt x="67" y="52"/>
                    </a:lnTo>
                    <a:lnTo>
                      <a:pt x="67" y="55"/>
                    </a:lnTo>
                    <a:lnTo>
                      <a:pt x="64" y="55"/>
                    </a:lnTo>
                    <a:lnTo>
                      <a:pt x="64" y="55"/>
                    </a:lnTo>
                    <a:lnTo>
                      <a:pt x="64" y="52"/>
                    </a:lnTo>
                    <a:lnTo>
                      <a:pt x="62" y="52"/>
                    </a:lnTo>
                    <a:lnTo>
                      <a:pt x="62" y="52"/>
                    </a:lnTo>
                    <a:lnTo>
                      <a:pt x="62" y="52"/>
                    </a:lnTo>
                    <a:lnTo>
                      <a:pt x="62" y="52"/>
                    </a:lnTo>
                    <a:lnTo>
                      <a:pt x="62" y="50"/>
                    </a:lnTo>
                    <a:lnTo>
                      <a:pt x="60" y="50"/>
                    </a:lnTo>
                    <a:lnTo>
                      <a:pt x="60" y="52"/>
                    </a:lnTo>
                    <a:lnTo>
                      <a:pt x="60" y="52"/>
                    </a:lnTo>
                    <a:lnTo>
                      <a:pt x="60" y="50"/>
                    </a:lnTo>
                    <a:lnTo>
                      <a:pt x="60" y="50"/>
                    </a:lnTo>
                    <a:lnTo>
                      <a:pt x="60" y="52"/>
                    </a:lnTo>
                    <a:lnTo>
                      <a:pt x="57" y="52"/>
                    </a:lnTo>
                    <a:lnTo>
                      <a:pt x="57" y="52"/>
                    </a:lnTo>
                    <a:lnTo>
                      <a:pt x="57" y="5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116"/>
              <p:cNvSpPr>
                <a:spLocks/>
              </p:cNvSpPr>
              <p:nvPr/>
            </p:nvSpPr>
            <p:spPr bwMode="auto">
              <a:xfrm>
                <a:off x="1401" y="1523"/>
                <a:ext cx="76" cy="78"/>
              </a:xfrm>
              <a:custGeom>
                <a:avLst/>
                <a:gdLst/>
                <a:ahLst/>
                <a:cxnLst>
                  <a:cxn ang="0">
                    <a:pos x="55" y="50"/>
                  </a:cxn>
                  <a:cxn ang="0">
                    <a:pos x="50" y="52"/>
                  </a:cxn>
                  <a:cxn ang="0">
                    <a:pos x="52" y="59"/>
                  </a:cxn>
                  <a:cxn ang="0">
                    <a:pos x="52" y="62"/>
                  </a:cxn>
                  <a:cxn ang="0">
                    <a:pos x="48" y="64"/>
                  </a:cxn>
                  <a:cxn ang="0">
                    <a:pos x="45" y="69"/>
                  </a:cxn>
                  <a:cxn ang="0">
                    <a:pos x="41" y="71"/>
                  </a:cxn>
                  <a:cxn ang="0">
                    <a:pos x="41" y="76"/>
                  </a:cxn>
                  <a:cxn ang="0">
                    <a:pos x="36" y="76"/>
                  </a:cxn>
                  <a:cxn ang="0">
                    <a:pos x="34" y="76"/>
                  </a:cxn>
                  <a:cxn ang="0">
                    <a:pos x="34" y="69"/>
                  </a:cxn>
                  <a:cxn ang="0">
                    <a:pos x="34" y="64"/>
                  </a:cxn>
                  <a:cxn ang="0">
                    <a:pos x="34" y="59"/>
                  </a:cxn>
                  <a:cxn ang="0">
                    <a:pos x="34" y="55"/>
                  </a:cxn>
                  <a:cxn ang="0">
                    <a:pos x="34" y="50"/>
                  </a:cxn>
                  <a:cxn ang="0">
                    <a:pos x="34" y="45"/>
                  </a:cxn>
                  <a:cxn ang="0">
                    <a:pos x="31" y="40"/>
                  </a:cxn>
                  <a:cxn ang="0">
                    <a:pos x="29" y="38"/>
                  </a:cxn>
                  <a:cxn ang="0">
                    <a:pos x="26" y="33"/>
                  </a:cxn>
                  <a:cxn ang="0">
                    <a:pos x="22" y="29"/>
                  </a:cxn>
                  <a:cxn ang="0">
                    <a:pos x="19" y="26"/>
                  </a:cxn>
                  <a:cxn ang="0">
                    <a:pos x="15" y="22"/>
                  </a:cxn>
                  <a:cxn ang="0">
                    <a:pos x="15" y="17"/>
                  </a:cxn>
                  <a:cxn ang="0">
                    <a:pos x="10" y="12"/>
                  </a:cxn>
                  <a:cxn ang="0">
                    <a:pos x="7" y="10"/>
                  </a:cxn>
                  <a:cxn ang="0">
                    <a:pos x="3" y="7"/>
                  </a:cxn>
                  <a:cxn ang="0">
                    <a:pos x="0" y="5"/>
                  </a:cxn>
                  <a:cxn ang="0">
                    <a:pos x="5" y="3"/>
                  </a:cxn>
                  <a:cxn ang="0">
                    <a:pos x="7" y="3"/>
                  </a:cxn>
                  <a:cxn ang="0">
                    <a:pos x="10" y="0"/>
                  </a:cxn>
                  <a:cxn ang="0">
                    <a:pos x="15" y="3"/>
                  </a:cxn>
                  <a:cxn ang="0">
                    <a:pos x="17" y="0"/>
                  </a:cxn>
                  <a:cxn ang="0">
                    <a:pos x="22" y="0"/>
                  </a:cxn>
                  <a:cxn ang="0">
                    <a:pos x="26" y="0"/>
                  </a:cxn>
                  <a:cxn ang="0">
                    <a:pos x="29" y="5"/>
                  </a:cxn>
                  <a:cxn ang="0">
                    <a:pos x="34" y="7"/>
                  </a:cxn>
                  <a:cxn ang="0">
                    <a:pos x="38" y="7"/>
                  </a:cxn>
                  <a:cxn ang="0">
                    <a:pos x="41" y="10"/>
                  </a:cxn>
                  <a:cxn ang="0">
                    <a:pos x="43" y="10"/>
                  </a:cxn>
                  <a:cxn ang="0">
                    <a:pos x="48" y="12"/>
                  </a:cxn>
                  <a:cxn ang="0">
                    <a:pos x="52" y="14"/>
                  </a:cxn>
                  <a:cxn ang="0">
                    <a:pos x="55" y="14"/>
                  </a:cxn>
                  <a:cxn ang="0">
                    <a:pos x="57" y="19"/>
                  </a:cxn>
                  <a:cxn ang="0">
                    <a:pos x="55" y="24"/>
                  </a:cxn>
                  <a:cxn ang="0">
                    <a:pos x="55" y="26"/>
                  </a:cxn>
                  <a:cxn ang="0">
                    <a:pos x="60" y="29"/>
                  </a:cxn>
                  <a:cxn ang="0">
                    <a:pos x="62" y="29"/>
                  </a:cxn>
                  <a:cxn ang="0">
                    <a:pos x="64" y="33"/>
                  </a:cxn>
                  <a:cxn ang="0">
                    <a:pos x="64" y="36"/>
                  </a:cxn>
                  <a:cxn ang="0">
                    <a:pos x="67" y="40"/>
                  </a:cxn>
                  <a:cxn ang="0">
                    <a:pos x="69" y="40"/>
                  </a:cxn>
                  <a:cxn ang="0">
                    <a:pos x="71" y="48"/>
                  </a:cxn>
                  <a:cxn ang="0">
                    <a:pos x="74" y="50"/>
                  </a:cxn>
                  <a:cxn ang="0">
                    <a:pos x="76" y="55"/>
                  </a:cxn>
                  <a:cxn ang="0">
                    <a:pos x="71" y="52"/>
                  </a:cxn>
                  <a:cxn ang="0">
                    <a:pos x="67" y="52"/>
                  </a:cxn>
                  <a:cxn ang="0">
                    <a:pos x="64" y="52"/>
                  </a:cxn>
                  <a:cxn ang="0">
                    <a:pos x="60" y="52"/>
                  </a:cxn>
                  <a:cxn ang="0">
                    <a:pos x="57" y="52"/>
                  </a:cxn>
                </a:cxnLst>
                <a:rect l="0" t="0" r="r" b="b"/>
                <a:pathLst>
                  <a:path w="76" h="78">
                    <a:moveTo>
                      <a:pt x="57" y="52"/>
                    </a:moveTo>
                    <a:lnTo>
                      <a:pt x="57" y="52"/>
                    </a:lnTo>
                    <a:lnTo>
                      <a:pt x="57" y="50"/>
                    </a:lnTo>
                    <a:lnTo>
                      <a:pt x="57" y="50"/>
                    </a:lnTo>
                    <a:lnTo>
                      <a:pt x="55" y="50"/>
                    </a:lnTo>
                    <a:lnTo>
                      <a:pt x="55" y="50"/>
                    </a:lnTo>
                    <a:lnTo>
                      <a:pt x="55" y="50"/>
                    </a:lnTo>
                    <a:lnTo>
                      <a:pt x="55" y="50"/>
                    </a:lnTo>
                    <a:lnTo>
                      <a:pt x="52" y="50"/>
                    </a:lnTo>
                    <a:lnTo>
                      <a:pt x="52" y="50"/>
                    </a:lnTo>
                    <a:lnTo>
                      <a:pt x="52" y="50"/>
                    </a:lnTo>
                    <a:lnTo>
                      <a:pt x="52" y="52"/>
                    </a:lnTo>
                    <a:lnTo>
                      <a:pt x="50" y="52"/>
                    </a:lnTo>
                    <a:lnTo>
                      <a:pt x="50" y="52"/>
                    </a:lnTo>
                    <a:lnTo>
                      <a:pt x="50" y="55"/>
                    </a:lnTo>
                    <a:lnTo>
                      <a:pt x="50" y="55"/>
                    </a:lnTo>
                    <a:lnTo>
                      <a:pt x="50" y="57"/>
                    </a:lnTo>
                    <a:lnTo>
                      <a:pt x="50" y="57"/>
                    </a:lnTo>
                    <a:lnTo>
                      <a:pt x="52" y="57"/>
                    </a:lnTo>
                    <a:lnTo>
                      <a:pt x="52" y="59"/>
                    </a:lnTo>
                    <a:lnTo>
                      <a:pt x="52" y="59"/>
                    </a:lnTo>
                    <a:lnTo>
                      <a:pt x="52" y="59"/>
                    </a:lnTo>
                    <a:lnTo>
                      <a:pt x="52" y="59"/>
                    </a:lnTo>
                    <a:lnTo>
                      <a:pt x="52" y="59"/>
                    </a:lnTo>
                    <a:lnTo>
                      <a:pt x="50" y="59"/>
                    </a:lnTo>
                    <a:lnTo>
                      <a:pt x="50" y="62"/>
                    </a:lnTo>
                    <a:lnTo>
                      <a:pt x="52" y="62"/>
                    </a:lnTo>
                    <a:lnTo>
                      <a:pt x="52" y="62"/>
                    </a:lnTo>
                    <a:lnTo>
                      <a:pt x="52" y="64"/>
                    </a:lnTo>
                    <a:lnTo>
                      <a:pt x="50" y="64"/>
                    </a:lnTo>
                    <a:lnTo>
                      <a:pt x="50" y="64"/>
                    </a:lnTo>
                    <a:lnTo>
                      <a:pt x="48" y="64"/>
                    </a:lnTo>
                    <a:lnTo>
                      <a:pt x="48" y="64"/>
                    </a:lnTo>
                    <a:lnTo>
                      <a:pt x="48" y="64"/>
                    </a:lnTo>
                    <a:lnTo>
                      <a:pt x="48" y="64"/>
                    </a:lnTo>
                    <a:lnTo>
                      <a:pt x="45" y="64"/>
                    </a:lnTo>
                    <a:lnTo>
                      <a:pt x="45" y="67"/>
                    </a:lnTo>
                    <a:lnTo>
                      <a:pt x="45" y="67"/>
                    </a:lnTo>
                    <a:lnTo>
                      <a:pt x="48" y="67"/>
                    </a:lnTo>
                    <a:lnTo>
                      <a:pt x="48" y="69"/>
                    </a:lnTo>
                    <a:lnTo>
                      <a:pt x="45" y="69"/>
                    </a:lnTo>
                    <a:lnTo>
                      <a:pt x="45" y="69"/>
                    </a:lnTo>
                    <a:lnTo>
                      <a:pt x="45" y="69"/>
                    </a:lnTo>
                    <a:lnTo>
                      <a:pt x="45" y="69"/>
                    </a:lnTo>
                    <a:lnTo>
                      <a:pt x="43" y="69"/>
                    </a:lnTo>
                    <a:lnTo>
                      <a:pt x="43" y="69"/>
                    </a:lnTo>
                    <a:lnTo>
                      <a:pt x="43" y="69"/>
                    </a:lnTo>
                    <a:lnTo>
                      <a:pt x="43" y="71"/>
                    </a:lnTo>
                    <a:lnTo>
                      <a:pt x="41" y="71"/>
                    </a:lnTo>
                    <a:lnTo>
                      <a:pt x="41" y="71"/>
                    </a:lnTo>
                    <a:lnTo>
                      <a:pt x="41" y="71"/>
                    </a:lnTo>
                    <a:lnTo>
                      <a:pt x="41" y="74"/>
                    </a:lnTo>
                    <a:lnTo>
                      <a:pt x="41" y="74"/>
                    </a:lnTo>
                    <a:lnTo>
                      <a:pt x="41" y="74"/>
                    </a:lnTo>
                    <a:lnTo>
                      <a:pt x="41" y="74"/>
                    </a:lnTo>
                    <a:lnTo>
                      <a:pt x="41" y="76"/>
                    </a:lnTo>
                    <a:lnTo>
                      <a:pt x="41" y="76"/>
                    </a:lnTo>
                    <a:lnTo>
                      <a:pt x="41" y="76"/>
                    </a:lnTo>
                    <a:lnTo>
                      <a:pt x="38" y="76"/>
                    </a:lnTo>
                    <a:lnTo>
                      <a:pt x="38" y="76"/>
                    </a:lnTo>
                    <a:lnTo>
                      <a:pt x="38" y="76"/>
                    </a:lnTo>
                    <a:lnTo>
                      <a:pt x="36" y="76"/>
                    </a:lnTo>
                    <a:lnTo>
                      <a:pt x="36" y="76"/>
                    </a:lnTo>
                    <a:lnTo>
                      <a:pt x="36" y="76"/>
                    </a:lnTo>
                    <a:lnTo>
                      <a:pt x="36" y="76"/>
                    </a:lnTo>
                    <a:lnTo>
                      <a:pt x="36" y="78"/>
                    </a:lnTo>
                    <a:lnTo>
                      <a:pt x="34" y="78"/>
                    </a:lnTo>
                    <a:lnTo>
                      <a:pt x="34" y="76"/>
                    </a:lnTo>
                    <a:lnTo>
                      <a:pt x="34" y="76"/>
                    </a:lnTo>
                    <a:lnTo>
                      <a:pt x="34" y="76"/>
                    </a:lnTo>
                    <a:lnTo>
                      <a:pt x="34" y="74"/>
                    </a:lnTo>
                    <a:lnTo>
                      <a:pt x="34" y="74"/>
                    </a:lnTo>
                    <a:lnTo>
                      <a:pt x="34" y="74"/>
                    </a:lnTo>
                    <a:lnTo>
                      <a:pt x="34" y="74"/>
                    </a:lnTo>
                    <a:lnTo>
                      <a:pt x="34" y="71"/>
                    </a:lnTo>
                    <a:lnTo>
                      <a:pt x="34" y="71"/>
                    </a:lnTo>
                    <a:lnTo>
                      <a:pt x="34" y="69"/>
                    </a:lnTo>
                    <a:lnTo>
                      <a:pt x="34" y="69"/>
                    </a:lnTo>
                    <a:lnTo>
                      <a:pt x="34" y="69"/>
                    </a:lnTo>
                    <a:lnTo>
                      <a:pt x="34" y="69"/>
                    </a:lnTo>
                    <a:lnTo>
                      <a:pt x="34" y="67"/>
                    </a:lnTo>
                    <a:lnTo>
                      <a:pt x="34" y="67"/>
                    </a:lnTo>
                    <a:lnTo>
                      <a:pt x="34" y="64"/>
                    </a:lnTo>
                    <a:lnTo>
                      <a:pt x="34" y="64"/>
                    </a:lnTo>
                    <a:lnTo>
                      <a:pt x="31" y="64"/>
                    </a:lnTo>
                    <a:lnTo>
                      <a:pt x="31" y="62"/>
                    </a:lnTo>
                    <a:lnTo>
                      <a:pt x="31" y="62"/>
                    </a:lnTo>
                    <a:lnTo>
                      <a:pt x="34" y="62"/>
                    </a:lnTo>
                    <a:lnTo>
                      <a:pt x="34" y="59"/>
                    </a:lnTo>
                    <a:lnTo>
                      <a:pt x="34" y="59"/>
                    </a:lnTo>
                    <a:lnTo>
                      <a:pt x="34" y="59"/>
                    </a:lnTo>
                    <a:lnTo>
                      <a:pt x="31" y="59"/>
                    </a:lnTo>
                    <a:lnTo>
                      <a:pt x="31" y="57"/>
                    </a:lnTo>
                    <a:lnTo>
                      <a:pt x="34" y="57"/>
                    </a:lnTo>
                    <a:lnTo>
                      <a:pt x="34" y="57"/>
                    </a:lnTo>
                    <a:lnTo>
                      <a:pt x="34" y="57"/>
                    </a:lnTo>
                    <a:lnTo>
                      <a:pt x="34" y="57"/>
                    </a:lnTo>
                    <a:lnTo>
                      <a:pt x="34" y="55"/>
                    </a:lnTo>
                    <a:lnTo>
                      <a:pt x="34" y="55"/>
                    </a:lnTo>
                    <a:lnTo>
                      <a:pt x="34" y="52"/>
                    </a:lnTo>
                    <a:lnTo>
                      <a:pt x="36" y="52"/>
                    </a:lnTo>
                    <a:lnTo>
                      <a:pt x="36" y="52"/>
                    </a:lnTo>
                    <a:lnTo>
                      <a:pt x="36" y="50"/>
                    </a:lnTo>
                    <a:lnTo>
                      <a:pt x="34" y="50"/>
                    </a:lnTo>
                    <a:lnTo>
                      <a:pt x="34" y="50"/>
                    </a:lnTo>
                    <a:lnTo>
                      <a:pt x="34" y="50"/>
                    </a:lnTo>
                    <a:lnTo>
                      <a:pt x="36" y="50"/>
                    </a:lnTo>
                    <a:lnTo>
                      <a:pt x="36" y="48"/>
                    </a:lnTo>
                    <a:lnTo>
                      <a:pt x="36" y="48"/>
                    </a:lnTo>
                    <a:lnTo>
                      <a:pt x="34" y="48"/>
                    </a:lnTo>
                    <a:lnTo>
                      <a:pt x="34" y="45"/>
                    </a:lnTo>
                    <a:lnTo>
                      <a:pt x="34" y="45"/>
                    </a:lnTo>
                    <a:lnTo>
                      <a:pt x="34" y="45"/>
                    </a:lnTo>
                    <a:lnTo>
                      <a:pt x="34" y="43"/>
                    </a:lnTo>
                    <a:lnTo>
                      <a:pt x="34" y="43"/>
                    </a:lnTo>
                    <a:lnTo>
                      <a:pt x="34" y="43"/>
                    </a:lnTo>
                    <a:lnTo>
                      <a:pt x="34" y="40"/>
                    </a:lnTo>
                    <a:lnTo>
                      <a:pt x="31" y="40"/>
                    </a:lnTo>
                    <a:lnTo>
                      <a:pt x="31" y="40"/>
                    </a:lnTo>
                    <a:lnTo>
                      <a:pt x="31" y="40"/>
                    </a:lnTo>
                    <a:lnTo>
                      <a:pt x="31" y="40"/>
                    </a:lnTo>
                    <a:lnTo>
                      <a:pt x="31" y="38"/>
                    </a:lnTo>
                    <a:lnTo>
                      <a:pt x="29" y="38"/>
                    </a:lnTo>
                    <a:lnTo>
                      <a:pt x="29" y="38"/>
                    </a:lnTo>
                    <a:lnTo>
                      <a:pt x="29" y="38"/>
                    </a:lnTo>
                    <a:lnTo>
                      <a:pt x="29" y="38"/>
                    </a:lnTo>
                    <a:lnTo>
                      <a:pt x="29" y="36"/>
                    </a:lnTo>
                    <a:lnTo>
                      <a:pt x="26" y="36"/>
                    </a:lnTo>
                    <a:lnTo>
                      <a:pt x="26" y="36"/>
                    </a:lnTo>
                    <a:lnTo>
                      <a:pt x="26" y="36"/>
                    </a:lnTo>
                    <a:lnTo>
                      <a:pt x="26" y="36"/>
                    </a:lnTo>
                    <a:lnTo>
                      <a:pt x="26" y="33"/>
                    </a:lnTo>
                    <a:lnTo>
                      <a:pt x="26" y="33"/>
                    </a:lnTo>
                    <a:lnTo>
                      <a:pt x="24" y="33"/>
                    </a:lnTo>
                    <a:lnTo>
                      <a:pt x="24" y="31"/>
                    </a:lnTo>
                    <a:lnTo>
                      <a:pt x="24" y="31"/>
                    </a:lnTo>
                    <a:lnTo>
                      <a:pt x="24" y="31"/>
                    </a:lnTo>
                    <a:lnTo>
                      <a:pt x="22" y="31"/>
                    </a:lnTo>
                    <a:lnTo>
                      <a:pt x="22" y="31"/>
                    </a:lnTo>
                    <a:lnTo>
                      <a:pt x="22" y="29"/>
                    </a:lnTo>
                    <a:lnTo>
                      <a:pt x="22" y="29"/>
                    </a:lnTo>
                    <a:lnTo>
                      <a:pt x="22" y="29"/>
                    </a:lnTo>
                    <a:lnTo>
                      <a:pt x="22" y="29"/>
                    </a:lnTo>
                    <a:lnTo>
                      <a:pt x="22" y="26"/>
                    </a:lnTo>
                    <a:lnTo>
                      <a:pt x="19" y="26"/>
                    </a:lnTo>
                    <a:lnTo>
                      <a:pt x="19" y="26"/>
                    </a:lnTo>
                    <a:lnTo>
                      <a:pt x="19" y="26"/>
                    </a:lnTo>
                    <a:lnTo>
                      <a:pt x="19" y="26"/>
                    </a:lnTo>
                    <a:lnTo>
                      <a:pt x="19" y="24"/>
                    </a:lnTo>
                    <a:lnTo>
                      <a:pt x="17" y="24"/>
                    </a:lnTo>
                    <a:lnTo>
                      <a:pt x="17" y="24"/>
                    </a:lnTo>
                    <a:lnTo>
                      <a:pt x="17" y="24"/>
                    </a:lnTo>
                    <a:lnTo>
                      <a:pt x="17" y="22"/>
                    </a:lnTo>
                    <a:lnTo>
                      <a:pt x="15" y="22"/>
                    </a:lnTo>
                    <a:lnTo>
                      <a:pt x="15" y="22"/>
                    </a:lnTo>
                    <a:lnTo>
                      <a:pt x="15" y="22"/>
                    </a:lnTo>
                    <a:lnTo>
                      <a:pt x="15" y="19"/>
                    </a:lnTo>
                    <a:lnTo>
                      <a:pt x="15" y="19"/>
                    </a:lnTo>
                    <a:lnTo>
                      <a:pt x="15" y="19"/>
                    </a:lnTo>
                    <a:lnTo>
                      <a:pt x="15" y="19"/>
                    </a:lnTo>
                    <a:lnTo>
                      <a:pt x="15" y="17"/>
                    </a:lnTo>
                    <a:lnTo>
                      <a:pt x="12" y="17"/>
                    </a:lnTo>
                    <a:lnTo>
                      <a:pt x="12" y="17"/>
                    </a:lnTo>
                    <a:lnTo>
                      <a:pt x="12" y="14"/>
                    </a:lnTo>
                    <a:lnTo>
                      <a:pt x="12" y="14"/>
                    </a:lnTo>
                    <a:lnTo>
                      <a:pt x="12" y="14"/>
                    </a:lnTo>
                    <a:lnTo>
                      <a:pt x="12" y="12"/>
                    </a:lnTo>
                    <a:lnTo>
                      <a:pt x="10" y="12"/>
                    </a:lnTo>
                    <a:lnTo>
                      <a:pt x="10" y="12"/>
                    </a:lnTo>
                    <a:lnTo>
                      <a:pt x="10" y="12"/>
                    </a:lnTo>
                    <a:lnTo>
                      <a:pt x="10" y="10"/>
                    </a:lnTo>
                    <a:lnTo>
                      <a:pt x="10" y="10"/>
                    </a:lnTo>
                    <a:lnTo>
                      <a:pt x="10" y="10"/>
                    </a:lnTo>
                    <a:lnTo>
                      <a:pt x="7" y="10"/>
                    </a:lnTo>
                    <a:lnTo>
                      <a:pt x="7" y="10"/>
                    </a:lnTo>
                    <a:lnTo>
                      <a:pt x="7" y="10"/>
                    </a:lnTo>
                    <a:lnTo>
                      <a:pt x="7" y="7"/>
                    </a:lnTo>
                    <a:lnTo>
                      <a:pt x="7" y="7"/>
                    </a:lnTo>
                    <a:lnTo>
                      <a:pt x="5" y="7"/>
                    </a:lnTo>
                    <a:lnTo>
                      <a:pt x="5" y="7"/>
                    </a:lnTo>
                    <a:lnTo>
                      <a:pt x="5" y="7"/>
                    </a:lnTo>
                    <a:lnTo>
                      <a:pt x="3" y="7"/>
                    </a:lnTo>
                    <a:lnTo>
                      <a:pt x="3" y="7"/>
                    </a:lnTo>
                    <a:lnTo>
                      <a:pt x="3" y="7"/>
                    </a:lnTo>
                    <a:lnTo>
                      <a:pt x="0" y="7"/>
                    </a:lnTo>
                    <a:lnTo>
                      <a:pt x="0" y="7"/>
                    </a:lnTo>
                    <a:lnTo>
                      <a:pt x="0" y="5"/>
                    </a:lnTo>
                    <a:lnTo>
                      <a:pt x="0" y="5"/>
                    </a:lnTo>
                    <a:lnTo>
                      <a:pt x="0" y="5"/>
                    </a:lnTo>
                    <a:lnTo>
                      <a:pt x="3" y="5"/>
                    </a:lnTo>
                    <a:lnTo>
                      <a:pt x="3" y="5"/>
                    </a:lnTo>
                    <a:lnTo>
                      <a:pt x="3" y="5"/>
                    </a:lnTo>
                    <a:lnTo>
                      <a:pt x="3" y="5"/>
                    </a:lnTo>
                    <a:lnTo>
                      <a:pt x="5" y="5"/>
                    </a:lnTo>
                    <a:lnTo>
                      <a:pt x="5" y="5"/>
                    </a:lnTo>
                    <a:lnTo>
                      <a:pt x="5" y="3"/>
                    </a:lnTo>
                    <a:lnTo>
                      <a:pt x="3" y="3"/>
                    </a:lnTo>
                    <a:lnTo>
                      <a:pt x="3" y="3"/>
                    </a:lnTo>
                    <a:lnTo>
                      <a:pt x="3" y="3"/>
                    </a:lnTo>
                    <a:lnTo>
                      <a:pt x="3" y="3"/>
                    </a:lnTo>
                    <a:lnTo>
                      <a:pt x="5" y="3"/>
                    </a:lnTo>
                    <a:lnTo>
                      <a:pt x="5" y="3"/>
                    </a:lnTo>
                    <a:lnTo>
                      <a:pt x="7" y="3"/>
                    </a:lnTo>
                    <a:lnTo>
                      <a:pt x="7" y="3"/>
                    </a:lnTo>
                    <a:lnTo>
                      <a:pt x="7" y="3"/>
                    </a:lnTo>
                    <a:lnTo>
                      <a:pt x="7" y="3"/>
                    </a:lnTo>
                    <a:lnTo>
                      <a:pt x="10" y="3"/>
                    </a:lnTo>
                    <a:lnTo>
                      <a:pt x="10" y="3"/>
                    </a:lnTo>
                    <a:lnTo>
                      <a:pt x="10" y="0"/>
                    </a:lnTo>
                    <a:lnTo>
                      <a:pt x="10" y="0"/>
                    </a:lnTo>
                    <a:lnTo>
                      <a:pt x="10" y="3"/>
                    </a:lnTo>
                    <a:lnTo>
                      <a:pt x="10" y="3"/>
                    </a:lnTo>
                    <a:lnTo>
                      <a:pt x="10" y="3"/>
                    </a:lnTo>
                    <a:lnTo>
                      <a:pt x="12" y="3"/>
                    </a:lnTo>
                    <a:lnTo>
                      <a:pt x="12" y="3"/>
                    </a:lnTo>
                    <a:lnTo>
                      <a:pt x="12" y="3"/>
                    </a:lnTo>
                    <a:lnTo>
                      <a:pt x="15" y="3"/>
                    </a:lnTo>
                    <a:lnTo>
                      <a:pt x="15" y="3"/>
                    </a:lnTo>
                    <a:lnTo>
                      <a:pt x="15" y="3"/>
                    </a:lnTo>
                    <a:lnTo>
                      <a:pt x="15" y="3"/>
                    </a:lnTo>
                    <a:lnTo>
                      <a:pt x="15" y="0"/>
                    </a:lnTo>
                    <a:lnTo>
                      <a:pt x="15" y="0"/>
                    </a:lnTo>
                    <a:lnTo>
                      <a:pt x="17" y="0"/>
                    </a:lnTo>
                    <a:lnTo>
                      <a:pt x="17" y="0"/>
                    </a:lnTo>
                    <a:lnTo>
                      <a:pt x="17" y="3"/>
                    </a:lnTo>
                    <a:lnTo>
                      <a:pt x="19" y="3"/>
                    </a:lnTo>
                    <a:lnTo>
                      <a:pt x="19" y="0"/>
                    </a:lnTo>
                    <a:lnTo>
                      <a:pt x="19" y="0"/>
                    </a:lnTo>
                    <a:lnTo>
                      <a:pt x="19" y="0"/>
                    </a:lnTo>
                    <a:lnTo>
                      <a:pt x="19" y="0"/>
                    </a:lnTo>
                    <a:lnTo>
                      <a:pt x="22" y="0"/>
                    </a:lnTo>
                    <a:lnTo>
                      <a:pt x="22" y="0"/>
                    </a:lnTo>
                    <a:lnTo>
                      <a:pt x="22" y="0"/>
                    </a:lnTo>
                    <a:lnTo>
                      <a:pt x="22" y="0"/>
                    </a:lnTo>
                    <a:lnTo>
                      <a:pt x="24" y="0"/>
                    </a:lnTo>
                    <a:lnTo>
                      <a:pt x="24" y="0"/>
                    </a:lnTo>
                    <a:lnTo>
                      <a:pt x="26" y="0"/>
                    </a:lnTo>
                    <a:lnTo>
                      <a:pt x="26" y="0"/>
                    </a:lnTo>
                    <a:lnTo>
                      <a:pt x="26" y="3"/>
                    </a:lnTo>
                    <a:lnTo>
                      <a:pt x="26" y="3"/>
                    </a:lnTo>
                    <a:lnTo>
                      <a:pt x="26" y="3"/>
                    </a:lnTo>
                    <a:lnTo>
                      <a:pt x="29" y="3"/>
                    </a:lnTo>
                    <a:lnTo>
                      <a:pt x="29" y="5"/>
                    </a:lnTo>
                    <a:lnTo>
                      <a:pt x="29" y="5"/>
                    </a:lnTo>
                    <a:lnTo>
                      <a:pt x="29" y="5"/>
                    </a:lnTo>
                    <a:lnTo>
                      <a:pt x="31" y="5"/>
                    </a:lnTo>
                    <a:lnTo>
                      <a:pt x="31" y="5"/>
                    </a:lnTo>
                    <a:lnTo>
                      <a:pt x="31" y="5"/>
                    </a:lnTo>
                    <a:lnTo>
                      <a:pt x="31" y="7"/>
                    </a:lnTo>
                    <a:lnTo>
                      <a:pt x="34" y="7"/>
                    </a:lnTo>
                    <a:lnTo>
                      <a:pt x="34" y="7"/>
                    </a:lnTo>
                    <a:lnTo>
                      <a:pt x="34" y="7"/>
                    </a:lnTo>
                    <a:lnTo>
                      <a:pt x="34" y="7"/>
                    </a:lnTo>
                    <a:lnTo>
                      <a:pt x="36" y="7"/>
                    </a:lnTo>
                    <a:lnTo>
                      <a:pt x="36" y="7"/>
                    </a:lnTo>
                    <a:lnTo>
                      <a:pt x="36" y="7"/>
                    </a:lnTo>
                    <a:lnTo>
                      <a:pt x="36" y="7"/>
                    </a:lnTo>
                    <a:lnTo>
                      <a:pt x="38" y="7"/>
                    </a:lnTo>
                    <a:lnTo>
                      <a:pt x="38" y="7"/>
                    </a:lnTo>
                    <a:lnTo>
                      <a:pt x="36" y="7"/>
                    </a:lnTo>
                    <a:lnTo>
                      <a:pt x="36" y="10"/>
                    </a:lnTo>
                    <a:lnTo>
                      <a:pt x="38" y="10"/>
                    </a:lnTo>
                    <a:lnTo>
                      <a:pt x="38" y="10"/>
                    </a:lnTo>
                    <a:lnTo>
                      <a:pt x="38" y="10"/>
                    </a:lnTo>
                    <a:lnTo>
                      <a:pt x="38" y="10"/>
                    </a:lnTo>
                    <a:lnTo>
                      <a:pt x="41" y="10"/>
                    </a:lnTo>
                    <a:lnTo>
                      <a:pt x="41" y="10"/>
                    </a:lnTo>
                    <a:lnTo>
                      <a:pt x="41" y="10"/>
                    </a:lnTo>
                    <a:lnTo>
                      <a:pt x="41" y="10"/>
                    </a:lnTo>
                    <a:lnTo>
                      <a:pt x="41" y="10"/>
                    </a:lnTo>
                    <a:lnTo>
                      <a:pt x="43" y="10"/>
                    </a:lnTo>
                    <a:lnTo>
                      <a:pt x="43" y="10"/>
                    </a:lnTo>
                    <a:lnTo>
                      <a:pt x="43" y="10"/>
                    </a:lnTo>
                    <a:lnTo>
                      <a:pt x="43" y="10"/>
                    </a:lnTo>
                    <a:lnTo>
                      <a:pt x="45" y="10"/>
                    </a:lnTo>
                    <a:lnTo>
                      <a:pt x="45" y="10"/>
                    </a:lnTo>
                    <a:lnTo>
                      <a:pt x="48" y="10"/>
                    </a:lnTo>
                    <a:lnTo>
                      <a:pt x="48" y="10"/>
                    </a:lnTo>
                    <a:lnTo>
                      <a:pt x="48" y="10"/>
                    </a:lnTo>
                    <a:lnTo>
                      <a:pt x="48" y="12"/>
                    </a:lnTo>
                    <a:lnTo>
                      <a:pt x="48" y="12"/>
                    </a:lnTo>
                    <a:lnTo>
                      <a:pt x="48" y="12"/>
                    </a:lnTo>
                    <a:lnTo>
                      <a:pt x="50" y="12"/>
                    </a:lnTo>
                    <a:lnTo>
                      <a:pt x="50" y="14"/>
                    </a:lnTo>
                    <a:lnTo>
                      <a:pt x="50" y="14"/>
                    </a:lnTo>
                    <a:lnTo>
                      <a:pt x="52" y="14"/>
                    </a:lnTo>
                    <a:lnTo>
                      <a:pt x="52" y="14"/>
                    </a:lnTo>
                    <a:lnTo>
                      <a:pt x="52" y="14"/>
                    </a:lnTo>
                    <a:lnTo>
                      <a:pt x="55" y="14"/>
                    </a:lnTo>
                    <a:lnTo>
                      <a:pt x="55" y="12"/>
                    </a:lnTo>
                    <a:lnTo>
                      <a:pt x="55" y="12"/>
                    </a:lnTo>
                    <a:lnTo>
                      <a:pt x="55" y="14"/>
                    </a:lnTo>
                    <a:lnTo>
                      <a:pt x="55" y="14"/>
                    </a:lnTo>
                    <a:lnTo>
                      <a:pt x="55" y="14"/>
                    </a:lnTo>
                    <a:lnTo>
                      <a:pt x="55" y="17"/>
                    </a:lnTo>
                    <a:lnTo>
                      <a:pt x="57" y="17"/>
                    </a:lnTo>
                    <a:lnTo>
                      <a:pt x="57" y="17"/>
                    </a:lnTo>
                    <a:lnTo>
                      <a:pt x="55" y="17"/>
                    </a:lnTo>
                    <a:lnTo>
                      <a:pt x="55" y="19"/>
                    </a:lnTo>
                    <a:lnTo>
                      <a:pt x="57" y="19"/>
                    </a:lnTo>
                    <a:lnTo>
                      <a:pt x="57" y="19"/>
                    </a:lnTo>
                    <a:lnTo>
                      <a:pt x="57" y="19"/>
                    </a:lnTo>
                    <a:lnTo>
                      <a:pt x="57" y="19"/>
                    </a:lnTo>
                    <a:lnTo>
                      <a:pt x="57" y="19"/>
                    </a:lnTo>
                    <a:lnTo>
                      <a:pt x="55" y="19"/>
                    </a:lnTo>
                    <a:lnTo>
                      <a:pt x="55" y="22"/>
                    </a:lnTo>
                    <a:lnTo>
                      <a:pt x="55" y="22"/>
                    </a:lnTo>
                    <a:lnTo>
                      <a:pt x="55" y="24"/>
                    </a:lnTo>
                    <a:lnTo>
                      <a:pt x="55" y="24"/>
                    </a:lnTo>
                    <a:lnTo>
                      <a:pt x="55" y="24"/>
                    </a:lnTo>
                    <a:lnTo>
                      <a:pt x="55" y="24"/>
                    </a:lnTo>
                    <a:lnTo>
                      <a:pt x="55" y="26"/>
                    </a:lnTo>
                    <a:lnTo>
                      <a:pt x="55" y="26"/>
                    </a:lnTo>
                    <a:lnTo>
                      <a:pt x="55" y="26"/>
                    </a:lnTo>
                    <a:lnTo>
                      <a:pt x="55" y="26"/>
                    </a:lnTo>
                    <a:lnTo>
                      <a:pt x="55" y="26"/>
                    </a:lnTo>
                    <a:lnTo>
                      <a:pt x="55" y="29"/>
                    </a:lnTo>
                    <a:lnTo>
                      <a:pt x="55" y="29"/>
                    </a:lnTo>
                    <a:lnTo>
                      <a:pt x="57" y="29"/>
                    </a:lnTo>
                    <a:lnTo>
                      <a:pt x="57" y="29"/>
                    </a:lnTo>
                    <a:lnTo>
                      <a:pt x="60" y="29"/>
                    </a:lnTo>
                    <a:lnTo>
                      <a:pt x="60" y="29"/>
                    </a:lnTo>
                    <a:lnTo>
                      <a:pt x="60" y="29"/>
                    </a:lnTo>
                    <a:lnTo>
                      <a:pt x="60" y="29"/>
                    </a:lnTo>
                    <a:lnTo>
                      <a:pt x="60" y="29"/>
                    </a:lnTo>
                    <a:lnTo>
                      <a:pt x="60" y="31"/>
                    </a:lnTo>
                    <a:lnTo>
                      <a:pt x="62" y="31"/>
                    </a:lnTo>
                    <a:lnTo>
                      <a:pt x="62" y="31"/>
                    </a:lnTo>
                    <a:lnTo>
                      <a:pt x="62" y="29"/>
                    </a:lnTo>
                    <a:lnTo>
                      <a:pt x="62" y="29"/>
                    </a:lnTo>
                    <a:lnTo>
                      <a:pt x="62" y="29"/>
                    </a:lnTo>
                    <a:lnTo>
                      <a:pt x="64" y="29"/>
                    </a:lnTo>
                    <a:lnTo>
                      <a:pt x="64" y="29"/>
                    </a:lnTo>
                    <a:lnTo>
                      <a:pt x="64" y="31"/>
                    </a:lnTo>
                    <a:lnTo>
                      <a:pt x="64" y="31"/>
                    </a:lnTo>
                    <a:lnTo>
                      <a:pt x="64" y="33"/>
                    </a:lnTo>
                    <a:lnTo>
                      <a:pt x="64" y="33"/>
                    </a:lnTo>
                    <a:lnTo>
                      <a:pt x="64" y="36"/>
                    </a:lnTo>
                    <a:lnTo>
                      <a:pt x="62" y="36"/>
                    </a:lnTo>
                    <a:lnTo>
                      <a:pt x="62" y="36"/>
                    </a:lnTo>
                    <a:lnTo>
                      <a:pt x="62" y="36"/>
                    </a:lnTo>
                    <a:lnTo>
                      <a:pt x="62" y="36"/>
                    </a:lnTo>
                    <a:lnTo>
                      <a:pt x="64" y="36"/>
                    </a:lnTo>
                    <a:lnTo>
                      <a:pt x="64" y="36"/>
                    </a:lnTo>
                    <a:lnTo>
                      <a:pt x="64" y="38"/>
                    </a:lnTo>
                    <a:lnTo>
                      <a:pt x="64" y="38"/>
                    </a:lnTo>
                    <a:lnTo>
                      <a:pt x="64" y="38"/>
                    </a:lnTo>
                    <a:lnTo>
                      <a:pt x="64" y="40"/>
                    </a:lnTo>
                    <a:lnTo>
                      <a:pt x="64" y="40"/>
                    </a:lnTo>
                    <a:lnTo>
                      <a:pt x="67" y="40"/>
                    </a:lnTo>
                    <a:lnTo>
                      <a:pt x="67" y="40"/>
                    </a:lnTo>
                    <a:lnTo>
                      <a:pt x="67" y="40"/>
                    </a:lnTo>
                    <a:lnTo>
                      <a:pt x="67" y="40"/>
                    </a:lnTo>
                    <a:lnTo>
                      <a:pt x="67" y="40"/>
                    </a:lnTo>
                    <a:lnTo>
                      <a:pt x="69" y="40"/>
                    </a:lnTo>
                    <a:lnTo>
                      <a:pt x="69" y="40"/>
                    </a:lnTo>
                    <a:lnTo>
                      <a:pt x="69" y="40"/>
                    </a:lnTo>
                    <a:lnTo>
                      <a:pt x="69" y="43"/>
                    </a:lnTo>
                    <a:lnTo>
                      <a:pt x="71" y="43"/>
                    </a:lnTo>
                    <a:lnTo>
                      <a:pt x="71" y="43"/>
                    </a:lnTo>
                    <a:lnTo>
                      <a:pt x="71" y="43"/>
                    </a:lnTo>
                    <a:lnTo>
                      <a:pt x="71" y="45"/>
                    </a:lnTo>
                    <a:lnTo>
                      <a:pt x="71" y="45"/>
                    </a:lnTo>
                    <a:lnTo>
                      <a:pt x="71" y="48"/>
                    </a:lnTo>
                    <a:lnTo>
                      <a:pt x="71" y="48"/>
                    </a:lnTo>
                    <a:lnTo>
                      <a:pt x="71" y="50"/>
                    </a:lnTo>
                    <a:lnTo>
                      <a:pt x="71" y="50"/>
                    </a:lnTo>
                    <a:lnTo>
                      <a:pt x="71" y="50"/>
                    </a:lnTo>
                    <a:lnTo>
                      <a:pt x="71" y="50"/>
                    </a:lnTo>
                    <a:lnTo>
                      <a:pt x="71" y="50"/>
                    </a:lnTo>
                    <a:lnTo>
                      <a:pt x="74" y="50"/>
                    </a:lnTo>
                    <a:lnTo>
                      <a:pt x="74" y="50"/>
                    </a:lnTo>
                    <a:lnTo>
                      <a:pt x="74" y="52"/>
                    </a:lnTo>
                    <a:lnTo>
                      <a:pt x="74" y="52"/>
                    </a:lnTo>
                    <a:lnTo>
                      <a:pt x="74" y="52"/>
                    </a:lnTo>
                    <a:lnTo>
                      <a:pt x="76" y="52"/>
                    </a:lnTo>
                    <a:lnTo>
                      <a:pt x="76" y="52"/>
                    </a:lnTo>
                    <a:lnTo>
                      <a:pt x="76" y="55"/>
                    </a:lnTo>
                    <a:lnTo>
                      <a:pt x="76" y="55"/>
                    </a:lnTo>
                    <a:lnTo>
                      <a:pt x="74" y="55"/>
                    </a:lnTo>
                    <a:lnTo>
                      <a:pt x="74" y="55"/>
                    </a:lnTo>
                    <a:lnTo>
                      <a:pt x="74" y="55"/>
                    </a:lnTo>
                    <a:lnTo>
                      <a:pt x="71" y="55"/>
                    </a:lnTo>
                    <a:lnTo>
                      <a:pt x="71" y="52"/>
                    </a:lnTo>
                    <a:lnTo>
                      <a:pt x="71" y="52"/>
                    </a:lnTo>
                    <a:lnTo>
                      <a:pt x="71" y="55"/>
                    </a:lnTo>
                    <a:lnTo>
                      <a:pt x="69" y="55"/>
                    </a:lnTo>
                    <a:lnTo>
                      <a:pt x="69" y="55"/>
                    </a:lnTo>
                    <a:lnTo>
                      <a:pt x="69" y="52"/>
                    </a:lnTo>
                    <a:lnTo>
                      <a:pt x="69" y="52"/>
                    </a:lnTo>
                    <a:lnTo>
                      <a:pt x="69" y="52"/>
                    </a:lnTo>
                    <a:lnTo>
                      <a:pt x="67" y="52"/>
                    </a:lnTo>
                    <a:lnTo>
                      <a:pt x="67" y="52"/>
                    </a:lnTo>
                    <a:lnTo>
                      <a:pt x="67" y="52"/>
                    </a:lnTo>
                    <a:lnTo>
                      <a:pt x="67" y="52"/>
                    </a:lnTo>
                    <a:lnTo>
                      <a:pt x="67" y="55"/>
                    </a:lnTo>
                    <a:lnTo>
                      <a:pt x="64" y="55"/>
                    </a:lnTo>
                    <a:lnTo>
                      <a:pt x="64" y="55"/>
                    </a:lnTo>
                    <a:lnTo>
                      <a:pt x="64" y="52"/>
                    </a:lnTo>
                    <a:lnTo>
                      <a:pt x="62" y="52"/>
                    </a:lnTo>
                    <a:lnTo>
                      <a:pt x="62" y="52"/>
                    </a:lnTo>
                    <a:lnTo>
                      <a:pt x="62" y="52"/>
                    </a:lnTo>
                    <a:lnTo>
                      <a:pt x="62" y="52"/>
                    </a:lnTo>
                    <a:lnTo>
                      <a:pt x="62" y="50"/>
                    </a:lnTo>
                    <a:lnTo>
                      <a:pt x="60" y="50"/>
                    </a:lnTo>
                    <a:lnTo>
                      <a:pt x="60" y="52"/>
                    </a:lnTo>
                    <a:lnTo>
                      <a:pt x="60" y="52"/>
                    </a:lnTo>
                    <a:lnTo>
                      <a:pt x="60" y="50"/>
                    </a:lnTo>
                    <a:lnTo>
                      <a:pt x="60" y="50"/>
                    </a:lnTo>
                    <a:lnTo>
                      <a:pt x="60" y="52"/>
                    </a:lnTo>
                    <a:lnTo>
                      <a:pt x="57" y="52"/>
                    </a:lnTo>
                    <a:lnTo>
                      <a:pt x="57" y="52"/>
                    </a:lnTo>
                    <a:lnTo>
                      <a:pt x="57" y="5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117"/>
              <p:cNvSpPr>
                <a:spLocks/>
              </p:cNvSpPr>
              <p:nvPr/>
            </p:nvSpPr>
            <p:spPr bwMode="auto">
              <a:xfrm>
                <a:off x="2538" y="2504"/>
                <a:ext cx="52" cy="100"/>
              </a:xfrm>
              <a:custGeom>
                <a:avLst/>
                <a:gdLst/>
                <a:ahLst/>
                <a:cxnLst>
                  <a:cxn ang="0">
                    <a:pos x="11" y="10"/>
                  </a:cxn>
                  <a:cxn ang="0">
                    <a:pos x="11" y="7"/>
                  </a:cxn>
                  <a:cxn ang="0">
                    <a:pos x="7" y="7"/>
                  </a:cxn>
                  <a:cxn ang="0">
                    <a:pos x="4" y="5"/>
                  </a:cxn>
                  <a:cxn ang="0">
                    <a:pos x="9" y="3"/>
                  </a:cxn>
                  <a:cxn ang="0">
                    <a:pos x="11" y="0"/>
                  </a:cxn>
                  <a:cxn ang="0">
                    <a:pos x="16" y="0"/>
                  </a:cxn>
                  <a:cxn ang="0">
                    <a:pos x="18" y="5"/>
                  </a:cxn>
                  <a:cxn ang="0">
                    <a:pos x="21" y="7"/>
                  </a:cxn>
                  <a:cxn ang="0">
                    <a:pos x="23" y="10"/>
                  </a:cxn>
                  <a:cxn ang="0">
                    <a:pos x="28" y="15"/>
                  </a:cxn>
                  <a:cxn ang="0">
                    <a:pos x="28" y="17"/>
                  </a:cxn>
                  <a:cxn ang="0">
                    <a:pos x="30" y="22"/>
                  </a:cxn>
                  <a:cxn ang="0">
                    <a:pos x="33" y="26"/>
                  </a:cxn>
                  <a:cxn ang="0">
                    <a:pos x="35" y="29"/>
                  </a:cxn>
                  <a:cxn ang="0">
                    <a:pos x="37" y="34"/>
                  </a:cxn>
                  <a:cxn ang="0">
                    <a:pos x="40" y="36"/>
                  </a:cxn>
                  <a:cxn ang="0">
                    <a:pos x="42" y="41"/>
                  </a:cxn>
                  <a:cxn ang="0">
                    <a:pos x="42" y="48"/>
                  </a:cxn>
                  <a:cxn ang="0">
                    <a:pos x="44" y="50"/>
                  </a:cxn>
                  <a:cxn ang="0">
                    <a:pos x="47" y="55"/>
                  </a:cxn>
                  <a:cxn ang="0">
                    <a:pos x="49" y="57"/>
                  </a:cxn>
                  <a:cxn ang="0">
                    <a:pos x="49" y="62"/>
                  </a:cxn>
                  <a:cxn ang="0">
                    <a:pos x="49" y="69"/>
                  </a:cxn>
                  <a:cxn ang="0">
                    <a:pos x="49" y="74"/>
                  </a:cxn>
                  <a:cxn ang="0">
                    <a:pos x="49" y="79"/>
                  </a:cxn>
                  <a:cxn ang="0">
                    <a:pos x="49" y="83"/>
                  </a:cxn>
                  <a:cxn ang="0">
                    <a:pos x="44" y="86"/>
                  </a:cxn>
                  <a:cxn ang="0">
                    <a:pos x="42" y="90"/>
                  </a:cxn>
                  <a:cxn ang="0">
                    <a:pos x="40" y="93"/>
                  </a:cxn>
                  <a:cxn ang="0">
                    <a:pos x="37" y="95"/>
                  </a:cxn>
                  <a:cxn ang="0">
                    <a:pos x="33" y="95"/>
                  </a:cxn>
                  <a:cxn ang="0">
                    <a:pos x="28" y="97"/>
                  </a:cxn>
                  <a:cxn ang="0">
                    <a:pos x="26" y="100"/>
                  </a:cxn>
                  <a:cxn ang="0">
                    <a:pos x="21" y="100"/>
                  </a:cxn>
                  <a:cxn ang="0">
                    <a:pos x="16" y="100"/>
                  </a:cxn>
                  <a:cxn ang="0">
                    <a:pos x="11" y="95"/>
                  </a:cxn>
                  <a:cxn ang="0">
                    <a:pos x="9" y="93"/>
                  </a:cxn>
                  <a:cxn ang="0">
                    <a:pos x="9" y="88"/>
                  </a:cxn>
                  <a:cxn ang="0">
                    <a:pos x="9" y="83"/>
                  </a:cxn>
                  <a:cxn ang="0">
                    <a:pos x="7" y="79"/>
                  </a:cxn>
                  <a:cxn ang="0">
                    <a:pos x="7" y="71"/>
                  </a:cxn>
                  <a:cxn ang="0">
                    <a:pos x="4" y="67"/>
                  </a:cxn>
                  <a:cxn ang="0">
                    <a:pos x="4" y="62"/>
                  </a:cxn>
                  <a:cxn ang="0">
                    <a:pos x="4" y="57"/>
                  </a:cxn>
                  <a:cxn ang="0">
                    <a:pos x="4" y="52"/>
                  </a:cxn>
                  <a:cxn ang="0">
                    <a:pos x="4" y="48"/>
                  </a:cxn>
                  <a:cxn ang="0">
                    <a:pos x="2" y="43"/>
                  </a:cxn>
                  <a:cxn ang="0">
                    <a:pos x="4" y="38"/>
                  </a:cxn>
                  <a:cxn ang="0">
                    <a:pos x="4" y="36"/>
                  </a:cxn>
                  <a:cxn ang="0">
                    <a:pos x="7" y="34"/>
                  </a:cxn>
                  <a:cxn ang="0">
                    <a:pos x="9" y="26"/>
                  </a:cxn>
                  <a:cxn ang="0">
                    <a:pos x="7" y="24"/>
                  </a:cxn>
                  <a:cxn ang="0">
                    <a:pos x="2" y="22"/>
                  </a:cxn>
                  <a:cxn ang="0">
                    <a:pos x="0" y="19"/>
                  </a:cxn>
                  <a:cxn ang="0">
                    <a:pos x="2" y="19"/>
                  </a:cxn>
                  <a:cxn ang="0">
                    <a:pos x="7" y="19"/>
                  </a:cxn>
                  <a:cxn ang="0">
                    <a:pos x="11" y="19"/>
                  </a:cxn>
                  <a:cxn ang="0">
                    <a:pos x="11" y="15"/>
                  </a:cxn>
                </a:cxnLst>
                <a:rect l="0" t="0" r="r" b="b"/>
                <a:pathLst>
                  <a:path w="52" h="100">
                    <a:moveTo>
                      <a:pt x="11" y="15"/>
                    </a:moveTo>
                    <a:lnTo>
                      <a:pt x="11" y="15"/>
                    </a:lnTo>
                    <a:lnTo>
                      <a:pt x="11" y="12"/>
                    </a:lnTo>
                    <a:lnTo>
                      <a:pt x="11" y="12"/>
                    </a:lnTo>
                    <a:lnTo>
                      <a:pt x="11" y="12"/>
                    </a:lnTo>
                    <a:lnTo>
                      <a:pt x="11" y="10"/>
                    </a:lnTo>
                    <a:lnTo>
                      <a:pt x="11" y="10"/>
                    </a:lnTo>
                    <a:lnTo>
                      <a:pt x="11" y="10"/>
                    </a:lnTo>
                    <a:lnTo>
                      <a:pt x="11" y="7"/>
                    </a:lnTo>
                    <a:lnTo>
                      <a:pt x="11" y="7"/>
                    </a:lnTo>
                    <a:lnTo>
                      <a:pt x="11" y="7"/>
                    </a:lnTo>
                    <a:lnTo>
                      <a:pt x="11" y="7"/>
                    </a:lnTo>
                    <a:lnTo>
                      <a:pt x="9" y="7"/>
                    </a:lnTo>
                    <a:lnTo>
                      <a:pt x="9" y="7"/>
                    </a:lnTo>
                    <a:lnTo>
                      <a:pt x="9" y="7"/>
                    </a:lnTo>
                    <a:lnTo>
                      <a:pt x="7" y="7"/>
                    </a:lnTo>
                    <a:lnTo>
                      <a:pt x="7" y="7"/>
                    </a:lnTo>
                    <a:lnTo>
                      <a:pt x="7" y="7"/>
                    </a:lnTo>
                    <a:lnTo>
                      <a:pt x="4" y="7"/>
                    </a:lnTo>
                    <a:lnTo>
                      <a:pt x="4" y="7"/>
                    </a:lnTo>
                    <a:lnTo>
                      <a:pt x="4" y="7"/>
                    </a:lnTo>
                    <a:lnTo>
                      <a:pt x="4" y="7"/>
                    </a:lnTo>
                    <a:lnTo>
                      <a:pt x="4" y="5"/>
                    </a:lnTo>
                    <a:lnTo>
                      <a:pt x="4" y="5"/>
                    </a:lnTo>
                    <a:lnTo>
                      <a:pt x="4" y="5"/>
                    </a:lnTo>
                    <a:lnTo>
                      <a:pt x="4" y="3"/>
                    </a:lnTo>
                    <a:lnTo>
                      <a:pt x="7" y="3"/>
                    </a:lnTo>
                    <a:lnTo>
                      <a:pt x="7" y="3"/>
                    </a:lnTo>
                    <a:lnTo>
                      <a:pt x="7" y="3"/>
                    </a:lnTo>
                    <a:lnTo>
                      <a:pt x="9" y="3"/>
                    </a:lnTo>
                    <a:lnTo>
                      <a:pt x="9" y="0"/>
                    </a:lnTo>
                    <a:lnTo>
                      <a:pt x="9" y="0"/>
                    </a:lnTo>
                    <a:lnTo>
                      <a:pt x="9" y="0"/>
                    </a:lnTo>
                    <a:lnTo>
                      <a:pt x="11" y="0"/>
                    </a:lnTo>
                    <a:lnTo>
                      <a:pt x="11" y="0"/>
                    </a:lnTo>
                    <a:lnTo>
                      <a:pt x="11" y="0"/>
                    </a:lnTo>
                    <a:lnTo>
                      <a:pt x="14" y="0"/>
                    </a:lnTo>
                    <a:lnTo>
                      <a:pt x="14" y="0"/>
                    </a:lnTo>
                    <a:lnTo>
                      <a:pt x="14" y="0"/>
                    </a:lnTo>
                    <a:lnTo>
                      <a:pt x="16" y="0"/>
                    </a:lnTo>
                    <a:lnTo>
                      <a:pt x="16" y="0"/>
                    </a:lnTo>
                    <a:lnTo>
                      <a:pt x="16" y="0"/>
                    </a:lnTo>
                    <a:lnTo>
                      <a:pt x="16" y="3"/>
                    </a:lnTo>
                    <a:lnTo>
                      <a:pt x="16" y="3"/>
                    </a:lnTo>
                    <a:lnTo>
                      <a:pt x="16" y="3"/>
                    </a:lnTo>
                    <a:lnTo>
                      <a:pt x="16" y="5"/>
                    </a:lnTo>
                    <a:lnTo>
                      <a:pt x="18" y="5"/>
                    </a:lnTo>
                    <a:lnTo>
                      <a:pt x="18" y="5"/>
                    </a:lnTo>
                    <a:lnTo>
                      <a:pt x="18" y="5"/>
                    </a:lnTo>
                    <a:lnTo>
                      <a:pt x="18" y="7"/>
                    </a:lnTo>
                    <a:lnTo>
                      <a:pt x="21" y="7"/>
                    </a:lnTo>
                    <a:lnTo>
                      <a:pt x="21" y="7"/>
                    </a:lnTo>
                    <a:lnTo>
                      <a:pt x="21" y="7"/>
                    </a:lnTo>
                    <a:lnTo>
                      <a:pt x="21" y="7"/>
                    </a:lnTo>
                    <a:lnTo>
                      <a:pt x="21" y="7"/>
                    </a:lnTo>
                    <a:lnTo>
                      <a:pt x="23" y="7"/>
                    </a:lnTo>
                    <a:lnTo>
                      <a:pt x="23" y="10"/>
                    </a:lnTo>
                    <a:lnTo>
                      <a:pt x="23" y="10"/>
                    </a:lnTo>
                    <a:lnTo>
                      <a:pt x="23" y="10"/>
                    </a:lnTo>
                    <a:lnTo>
                      <a:pt x="23" y="10"/>
                    </a:lnTo>
                    <a:lnTo>
                      <a:pt x="26" y="10"/>
                    </a:lnTo>
                    <a:lnTo>
                      <a:pt x="26" y="12"/>
                    </a:lnTo>
                    <a:lnTo>
                      <a:pt x="26" y="12"/>
                    </a:lnTo>
                    <a:lnTo>
                      <a:pt x="26" y="12"/>
                    </a:lnTo>
                    <a:lnTo>
                      <a:pt x="28" y="12"/>
                    </a:lnTo>
                    <a:lnTo>
                      <a:pt x="28" y="15"/>
                    </a:lnTo>
                    <a:lnTo>
                      <a:pt x="28" y="15"/>
                    </a:lnTo>
                    <a:lnTo>
                      <a:pt x="28" y="15"/>
                    </a:lnTo>
                    <a:lnTo>
                      <a:pt x="28" y="17"/>
                    </a:lnTo>
                    <a:lnTo>
                      <a:pt x="28" y="17"/>
                    </a:lnTo>
                    <a:lnTo>
                      <a:pt x="28" y="17"/>
                    </a:lnTo>
                    <a:lnTo>
                      <a:pt x="28" y="17"/>
                    </a:lnTo>
                    <a:lnTo>
                      <a:pt x="30" y="17"/>
                    </a:lnTo>
                    <a:lnTo>
                      <a:pt x="30" y="19"/>
                    </a:lnTo>
                    <a:lnTo>
                      <a:pt x="30" y="19"/>
                    </a:lnTo>
                    <a:lnTo>
                      <a:pt x="30" y="19"/>
                    </a:lnTo>
                    <a:lnTo>
                      <a:pt x="30" y="22"/>
                    </a:lnTo>
                    <a:lnTo>
                      <a:pt x="30" y="22"/>
                    </a:lnTo>
                    <a:lnTo>
                      <a:pt x="30" y="22"/>
                    </a:lnTo>
                    <a:lnTo>
                      <a:pt x="30" y="24"/>
                    </a:lnTo>
                    <a:lnTo>
                      <a:pt x="33" y="24"/>
                    </a:lnTo>
                    <a:lnTo>
                      <a:pt x="33" y="24"/>
                    </a:lnTo>
                    <a:lnTo>
                      <a:pt x="33" y="24"/>
                    </a:lnTo>
                    <a:lnTo>
                      <a:pt x="33" y="26"/>
                    </a:lnTo>
                    <a:lnTo>
                      <a:pt x="35" y="26"/>
                    </a:lnTo>
                    <a:lnTo>
                      <a:pt x="35" y="26"/>
                    </a:lnTo>
                    <a:lnTo>
                      <a:pt x="35" y="26"/>
                    </a:lnTo>
                    <a:lnTo>
                      <a:pt x="35" y="26"/>
                    </a:lnTo>
                    <a:lnTo>
                      <a:pt x="35" y="29"/>
                    </a:lnTo>
                    <a:lnTo>
                      <a:pt x="35" y="29"/>
                    </a:lnTo>
                    <a:lnTo>
                      <a:pt x="35" y="29"/>
                    </a:lnTo>
                    <a:lnTo>
                      <a:pt x="37" y="29"/>
                    </a:lnTo>
                    <a:lnTo>
                      <a:pt x="37" y="31"/>
                    </a:lnTo>
                    <a:lnTo>
                      <a:pt x="37" y="31"/>
                    </a:lnTo>
                    <a:lnTo>
                      <a:pt x="37" y="34"/>
                    </a:lnTo>
                    <a:lnTo>
                      <a:pt x="37" y="34"/>
                    </a:lnTo>
                    <a:lnTo>
                      <a:pt x="37" y="34"/>
                    </a:lnTo>
                    <a:lnTo>
                      <a:pt x="37" y="34"/>
                    </a:lnTo>
                    <a:lnTo>
                      <a:pt x="40" y="34"/>
                    </a:lnTo>
                    <a:lnTo>
                      <a:pt x="40" y="36"/>
                    </a:lnTo>
                    <a:lnTo>
                      <a:pt x="40" y="36"/>
                    </a:lnTo>
                    <a:lnTo>
                      <a:pt x="40" y="36"/>
                    </a:lnTo>
                    <a:lnTo>
                      <a:pt x="40" y="36"/>
                    </a:lnTo>
                    <a:lnTo>
                      <a:pt x="40" y="38"/>
                    </a:lnTo>
                    <a:lnTo>
                      <a:pt x="40" y="38"/>
                    </a:lnTo>
                    <a:lnTo>
                      <a:pt x="40" y="41"/>
                    </a:lnTo>
                    <a:lnTo>
                      <a:pt x="40" y="41"/>
                    </a:lnTo>
                    <a:lnTo>
                      <a:pt x="42" y="41"/>
                    </a:lnTo>
                    <a:lnTo>
                      <a:pt x="42" y="43"/>
                    </a:lnTo>
                    <a:lnTo>
                      <a:pt x="42" y="43"/>
                    </a:lnTo>
                    <a:lnTo>
                      <a:pt x="42" y="45"/>
                    </a:lnTo>
                    <a:lnTo>
                      <a:pt x="42" y="45"/>
                    </a:lnTo>
                    <a:lnTo>
                      <a:pt x="42" y="45"/>
                    </a:lnTo>
                    <a:lnTo>
                      <a:pt x="42" y="48"/>
                    </a:lnTo>
                    <a:lnTo>
                      <a:pt x="42" y="48"/>
                    </a:lnTo>
                    <a:lnTo>
                      <a:pt x="42" y="48"/>
                    </a:lnTo>
                    <a:lnTo>
                      <a:pt x="44" y="48"/>
                    </a:lnTo>
                    <a:lnTo>
                      <a:pt x="44" y="48"/>
                    </a:lnTo>
                    <a:lnTo>
                      <a:pt x="44" y="50"/>
                    </a:lnTo>
                    <a:lnTo>
                      <a:pt x="44" y="50"/>
                    </a:lnTo>
                    <a:lnTo>
                      <a:pt x="44" y="50"/>
                    </a:lnTo>
                    <a:lnTo>
                      <a:pt x="44" y="52"/>
                    </a:lnTo>
                    <a:lnTo>
                      <a:pt x="44" y="52"/>
                    </a:lnTo>
                    <a:lnTo>
                      <a:pt x="44" y="52"/>
                    </a:lnTo>
                    <a:lnTo>
                      <a:pt x="47" y="52"/>
                    </a:lnTo>
                    <a:lnTo>
                      <a:pt x="47" y="55"/>
                    </a:lnTo>
                    <a:lnTo>
                      <a:pt x="47" y="55"/>
                    </a:lnTo>
                    <a:lnTo>
                      <a:pt x="47" y="55"/>
                    </a:lnTo>
                    <a:lnTo>
                      <a:pt x="49" y="55"/>
                    </a:lnTo>
                    <a:lnTo>
                      <a:pt x="49" y="57"/>
                    </a:lnTo>
                    <a:lnTo>
                      <a:pt x="49" y="57"/>
                    </a:lnTo>
                    <a:lnTo>
                      <a:pt x="49" y="57"/>
                    </a:lnTo>
                    <a:lnTo>
                      <a:pt x="49" y="57"/>
                    </a:lnTo>
                    <a:lnTo>
                      <a:pt x="49" y="60"/>
                    </a:lnTo>
                    <a:lnTo>
                      <a:pt x="49" y="60"/>
                    </a:lnTo>
                    <a:lnTo>
                      <a:pt x="49" y="62"/>
                    </a:lnTo>
                    <a:lnTo>
                      <a:pt x="49" y="62"/>
                    </a:lnTo>
                    <a:lnTo>
                      <a:pt x="49" y="62"/>
                    </a:lnTo>
                    <a:lnTo>
                      <a:pt x="49" y="64"/>
                    </a:lnTo>
                    <a:lnTo>
                      <a:pt x="49" y="64"/>
                    </a:lnTo>
                    <a:lnTo>
                      <a:pt x="49" y="67"/>
                    </a:lnTo>
                    <a:lnTo>
                      <a:pt x="49" y="67"/>
                    </a:lnTo>
                    <a:lnTo>
                      <a:pt x="49" y="67"/>
                    </a:lnTo>
                    <a:lnTo>
                      <a:pt x="49" y="69"/>
                    </a:lnTo>
                    <a:lnTo>
                      <a:pt x="49" y="69"/>
                    </a:lnTo>
                    <a:lnTo>
                      <a:pt x="49" y="71"/>
                    </a:lnTo>
                    <a:lnTo>
                      <a:pt x="49" y="71"/>
                    </a:lnTo>
                    <a:lnTo>
                      <a:pt x="52" y="71"/>
                    </a:lnTo>
                    <a:lnTo>
                      <a:pt x="52" y="74"/>
                    </a:lnTo>
                    <a:lnTo>
                      <a:pt x="49" y="74"/>
                    </a:lnTo>
                    <a:lnTo>
                      <a:pt x="49" y="74"/>
                    </a:lnTo>
                    <a:lnTo>
                      <a:pt x="49" y="76"/>
                    </a:lnTo>
                    <a:lnTo>
                      <a:pt x="49" y="76"/>
                    </a:lnTo>
                    <a:lnTo>
                      <a:pt x="49" y="76"/>
                    </a:lnTo>
                    <a:lnTo>
                      <a:pt x="49" y="79"/>
                    </a:lnTo>
                    <a:lnTo>
                      <a:pt x="49" y="79"/>
                    </a:lnTo>
                    <a:lnTo>
                      <a:pt x="49" y="79"/>
                    </a:lnTo>
                    <a:lnTo>
                      <a:pt x="49" y="81"/>
                    </a:lnTo>
                    <a:lnTo>
                      <a:pt x="49" y="81"/>
                    </a:lnTo>
                    <a:lnTo>
                      <a:pt x="49" y="81"/>
                    </a:lnTo>
                    <a:lnTo>
                      <a:pt x="49" y="83"/>
                    </a:lnTo>
                    <a:lnTo>
                      <a:pt x="49" y="83"/>
                    </a:lnTo>
                    <a:lnTo>
                      <a:pt x="47" y="83"/>
                    </a:lnTo>
                    <a:lnTo>
                      <a:pt x="47" y="86"/>
                    </a:lnTo>
                    <a:lnTo>
                      <a:pt x="47" y="86"/>
                    </a:lnTo>
                    <a:lnTo>
                      <a:pt x="47" y="86"/>
                    </a:lnTo>
                    <a:lnTo>
                      <a:pt x="47" y="86"/>
                    </a:lnTo>
                    <a:lnTo>
                      <a:pt x="44" y="86"/>
                    </a:lnTo>
                    <a:lnTo>
                      <a:pt x="44" y="88"/>
                    </a:lnTo>
                    <a:lnTo>
                      <a:pt x="44" y="88"/>
                    </a:lnTo>
                    <a:lnTo>
                      <a:pt x="44" y="88"/>
                    </a:lnTo>
                    <a:lnTo>
                      <a:pt x="44" y="88"/>
                    </a:lnTo>
                    <a:lnTo>
                      <a:pt x="44" y="90"/>
                    </a:lnTo>
                    <a:lnTo>
                      <a:pt x="42" y="90"/>
                    </a:lnTo>
                    <a:lnTo>
                      <a:pt x="42" y="90"/>
                    </a:lnTo>
                    <a:lnTo>
                      <a:pt x="42" y="90"/>
                    </a:lnTo>
                    <a:lnTo>
                      <a:pt x="42" y="90"/>
                    </a:lnTo>
                    <a:lnTo>
                      <a:pt x="42" y="93"/>
                    </a:lnTo>
                    <a:lnTo>
                      <a:pt x="40" y="93"/>
                    </a:lnTo>
                    <a:lnTo>
                      <a:pt x="40" y="93"/>
                    </a:lnTo>
                    <a:lnTo>
                      <a:pt x="40" y="93"/>
                    </a:lnTo>
                    <a:lnTo>
                      <a:pt x="37" y="93"/>
                    </a:lnTo>
                    <a:lnTo>
                      <a:pt x="37" y="95"/>
                    </a:lnTo>
                    <a:lnTo>
                      <a:pt x="37" y="95"/>
                    </a:lnTo>
                    <a:lnTo>
                      <a:pt x="37" y="95"/>
                    </a:lnTo>
                    <a:lnTo>
                      <a:pt x="37" y="95"/>
                    </a:lnTo>
                    <a:lnTo>
                      <a:pt x="35" y="95"/>
                    </a:lnTo>
                    <a:lnTo>
                      <a:pt x="35" y="95"/>
                    </a:lnTo>
                    <a:lnTo>
                      <a:pt x="35" y="95"/>
                    </a:lnTo>
                    <a:lnTo>
                      <a:pt x="35" y="95"/>
                    </a:lnTo>
                    <a:lnTo>
                      <a:pt x="33" y="95"/>
                    </a:lnTo>
                    <a:lnTo>
                      <a:pt x="33" y="95"/>
                    </a:lnTo>
                    <a:lnTo>
                      <a:pt x="30" y="95"/>
                    </a:lnTo>
                    <a:lnTo>
                      <a:pt x="30" y="95"/>
                    </a:lnTo>
                    <a:lnTo>
                      <a:pt x="30" y="97"/>
                    </a:lnTo>
                    <a:lnTo>
                      <a:pt x="30" y="97"/>
                    </a:lnTo>
                    <a:lnTo>
                      <a:pt x="28" y="97"/>
                    </a:lnTo>
                    <a:lnTo>
                      <a:pt x="28" y="97"/>
                    </a:lnTo>
                    <a:lnTo>
                      <a:pt x="28" y="97"/>
                    </a:lnTo>
                    <a:lnTo>
                      <a:pt x="28" y="97"/>
                    </a:lnTo>
                    <a:lnTo>
                      <a:pt x="28" y="100"/>
                    </a:lnTo>
                    <a:lnTo>
                      <a:pt x="26" y="100"/>
                    </a:lnTo>
                    <a:lnTo>
                      <a:pt x="26" y="100"/>
                    </a:lnTo>
                    <a:lnTo>
                      <a:pt x="26" y="100"/>
                    </a:lnTo>
                    <a:lnTo>
                      <a:pt x="23" y="100"/>
                    </a:lnTo>
                    <a:lnTo>
                      <a:pt x="23" y="100"/>
                    </a:lnTo>
                    <a:lnTo>
                      <a:pt x="23" y="100"/>
                    </a:lnTo>
                    <a:lnTo>
                      <a:pt x="21" y="100"/>
                    </a:lnTo>
                    <a:lnTo>
                      <a:pt x="21" y="100"/>
                    </a:lnTo>
                    <a:lnTo>
                      <a:pt x="21" y="100"/>
                    </a:lnTo>
                    <a:lnTo>
                      <a:pt x="18" y="100"/>
                    </a:lnTo>
                    <a:lnTo>
                      <a:pt x="18" y="100"/>
                    </a:lnTo>
                    <a:lnTo>
                      <a:pt x="18" y="100"/>
                    </a:lnTo>
                    <a:lnTo>
                      <a:pt x="16" y="100"/>
                    </a:lnTo>
                    <a:lnTo>
                      <a:pt x="16" y="100"/>
                    </a:lnTo>
                    <a:lnTo>
                      <a:pt x="16" y="100"/>
                    </a:lnTo>
                    <a:lnTo>
                      <a:pt x="16" y="97"/>
                    </a:lnTo>
                    <a:lnTo>
                      <a:pt x="14" y="97"/>
                    </a:lnTo>
                    <a:lnTo>
                      <a:pt x="14" y="97"/>
                    </a:lnTo>
                    <a:lnTo>
                      <a:pt x="14" y="97"/>
                    </a:lnTo>
                    <a:lnTo>
                      <a:pt x="11" y="97"/>
                    </a:lnTo>
                    <a:lnTo>
                      <a:pt x="11" y="95"/>
                    </a:lnTo>
                    <a:lnTo>
                      <a:pt x="11" y="95"/>
                    </a:lnTo>
                    <a:lnTo>
                      <a:pt x="11" y="95"/>
                    </a:lnTo>
                    <a:lnTo>
                      <a:pt x="11" y="95"/>
                    </a:lnTo>
                    <a:lnTo>
                      <a:pt x="11" y="95"/>
                    </a:lnTo>
                    <a:lnTo>
                      <a:pt x="11" y="93"/>
                    </a:lnTo>
                    <a:lnTo>
                      <a:pt x="9" y="93"/>
                    </a:lnTo>
                    <a:lnTo>
                      <a:pt x="9" y="93"/>
                    </a:lnTo>
                    <a:lnTo>
                      <a:pt x="9" y="90"/>
                    </a:lnTo>
                    <a:lnTo>
                      <a:pt x="9" y="90"/>
                    </a:lnTo>
                    <a:lnTo>
                      <a:pt x="9" y="88"/>
                    </a:lnTo>
                    <a:lnTo>
                      <a:pt x="9" y="88"/>
                    </a:lnTo>
                    <a:lnTo>
                      <a:pt x="9" y="88"/>
                    </a:lnTo>
                    <a:lnTo>
                      <a:pt x="9" y="86"/>
                    </a:lnTo>
                    <a:lnTo>
                      <a:pt x="9" y="86"/>
                    </a:lnTo>
                    <a:lnTo>
                      <a:pt x="9" y="86"/>
                    </a:lnTo>
                    <a:lnTo>
                      <a:pt x="9" y="86"/>
                    </a:lnTo>
                    <a:lnTo>
                      <a:pt x="9" y="83"/>
                    </a:lnTo>
                    <a:lnTo>
                      <a:pt x="9" y="83"/>
                    </a:lnTo>
                    <a:lnTo>
                      <a:pt x="9" y="81"/>
                    </a:lnTo>
                    <a:lnTo>
                      <a:pt x="7" y="81"/>
                    </a:lnTo>
                    <a:lnTo>
                      <a:pt x="7" y="81"/>
                    </a:lnTo>
                    <a:lnTo>
                      <a:pt x="7" y="79"/>
                    </a:lnTo>
                    <a:lnTo>
                      <a:pt x="7" y="79"/>
                    </a:lnTo>
                    <a:lnTo>
                      <a:pt x="7" y="79"/>
                    </a:lnTo>
                    <a:lnTo>
                      <a:pt x="7" y="76"/>
                    </a:lnTo>
                    <a:lnTo>
                      <a:pt x="7" y="76"/>
                    </a:lnTo>
                    <a:lnTo>
                      <a:pt x="7" y="76"/>
                    </a:lnTo>
                    <a:lnTo>
                      <a:pt x="7" y="74"/>
                    </a:lnTo>
                    <a:lnTo>
                      <a:pt x="7" y="74"/>
                    </a:lnTo>
                    <a:lnTo>
                      <a:pt x="7" y="71"/>
                    </a:lnTo>
                    <a:lnTo>
                      <a:pt x="7" y="71"/>
                    </a:lnTo>
                    <a:lnTo>
                      <a:pt x="7" y="69"/>
                    </a:lnTo>
                    <a:lnTo>
                      <a:pt x="4" y="69"/>
                    </a:lnTo>
                    <a:lnTo>
                      <a:pt x="4" y="69"/>
                    </a:lnTo>
                    <a:lnTo>
                      <a:pt x="4" y="67"/>
                    </a:lnTo>
                    <a:lnTo>
                      <a:pt x="4" y="67"/>
                    </a:lnTo>
                    <a:lnTo>
                      <a:pt x="7" y="67"/>
                    </a:lnTo>
                    <a:lnTo>
                      <a:pt x="7" y="67"/>
                    </a:lnTo>
                    <a:lnTo>
                      <a:pt x="4" y="67"/>
                    </a:lnTo>
                    <a:lnTo>
                      <a:pt x="4" y="64"/>
                    </a:lnTo>
                    <a:lnTo>
                      <a:pt x="4" y="64"/>
                    </a:lnTo>
                    <a:lnTo>
                      <a:pt x="4" y="62"/>
                    </a:lnTo>
                    <a:lnTo>
                      <a:pt x="4" y="62"/>
                    </a:lnTo>
                    <a:lnTo>
                      <a:pt x="4" y="60"/>
                    </a:lnTo>
                    <a:lnTo>
                      <a:pt x="4" y="60"/>
                    </a:lnTo>
                    <a:lnTo>
                      <a:pt x="4" y="60"/>
                    </a:lnTo>
                    <a:lnTo>
                      <a:pt x="4" y="57"/>
                    </a:lnTo>
                    <a:lnTo>
                      <a:pt x="4" y="57"/>
                    </a:lnTo>
                    <a:lnTo>
                      <a:pt x="4" y="57"/>
                    </a:lnTo>
                    <a:lnTo>
                      <a:pt x="4" y="57"/>
                    </a:lnTo>
                    <a:lnTo>
                      <a:pt x="4" y="55"/>
                    </a:lnTo>
                    <a:lnTo>
                      <a:pt x="4" y="55"/>
                    </a:lnTo>
                    <a:lnTo>
                      <a:pt x="4" y="55"/>
                    </a:lnTo>
                    <a:lnTo>
                      <a:pt x="4" y="52"/>
                    </a:lnTo>
                    <a:lnTo>
                      <a:pt x="4" y="52"/>
                    </a:lnTo>
                    <a:lnTo>
                      <a:pt x="4" y="50"/>
                    </a:lnTo>
                    <a:lnTo>
                      <a:pt x="4" y="50"/>
                    </a:lnTo>
                    <a:lnTo>
                      <a:pt x="4" y="50"/>
                    </a:lnTo>
                    <a:lnTo>
                      <a:pt x="4" y="48"/>
                    </a:lnTo>
                    <a:lnTo>
                      <a:pt x="4" y="48"/>
                    </a:lnTo>
                    <a:lnTo>
                      <a:pt x="4" y="48"/>
                    </a:lnTo>
                    <a:lnTo>
                      <a:pt x="2" y="48"/>
                    </a:lnTo>
                    <a:lnTo>
                      <a:pt x="2" y="45"/>
                    </a:lnTo>
                    <a:lnTo>
                      <a:pt x="2" y="45"/>
                    </a:lnTo>
                    <a:lnTo>
                      <a:pt x="2" y="43"/>
                    </a:lnTo>
                    <a:lnTo>
                      <a:pt x="2" y="43"/>
                    </a:lnTo>
                    <a:lnTo>
                      <a:pt x="2" y="41"/>
                    </a:lnTo>
                    <a:lnTo>
                      <a:pt x="4" y="41"/>
                    </a:lnTo>
                    <a:lnTo>
                      <a:pt x="4" y="41"/>
                    </a:lnTo>
                    <a:lnTo>
                      <a:pt x="4" y="38"/>
                    </a:lnTo>
                    <a:lnTo>
                      <a:pt x="4" y="38"/>
                    </a:lnTo>
                    <a:lnTo>
                      <a:pt x="4" y="38"/>
                    </a:lnTo>
                    <a:lnTo>
                      <a:pt x="4" y="36"/>
                    </a:lnTo>
                    <a:lnTo>
                      <a:pt x="4" y="36"/>
                    </a:lnTo>
                    <a:lnTo>
                      <a:pt x="4" y="36"/>
                    </a:lnTo>
                    <a:lnTo>
                      <a:pt x="4" y="34"/>
                    </a:lnTo>
                    <a:lnTo>
                      <a:pt x="4" y="34"/>
                    </a:lnTo>
                    <a:lnTo>
                      <a:pt x="4" y="36"/>
                    </a:lnTo>
                    <a:lnTo>
                      <a:pt x="4" y="36"/>
                    </a:lnTo>
                    <a:lnTo>
                      <a:pt x="7" y="36"/>
                    </a:lnTo>
                    <a:lnTo>
                      <a:pt x="7" y="36"/>
                    </a:lnTo>
                    <a:lnTo>
                      <a:pt x="7" y="34"/>
                    </a:lnTo>
                    <a:lnTo>
                      <a:pt x="7" y="34"/>
                    </a:lnTo>
                    <a:lnTo>
                      <a:pt x="7" y="34"/>
                    </a:lnTo>
                    <a:lnTo>
                      <a:pt x="7" y="31"/>
                    </a:lnTo>
                    <a:lnTo>
                      <a:pt x="9" y="31"/>
                    </a:lnTo>
                    <a:lnTo>
                      <a:pt x="9" y="31"/>
                    </a:lnTo>
                    <a:lnTo>
                      <a:pt x="9" y="29"/>
                    </a:lnTo>
                    <a:lnTo>
                      <a:pt x="9" y="29"/>
                    </a:lnTo>
                    <a:lnTo>
                      <a:pt x="9" y="26"/>
                    </a:lnTo>
                    <a:lnTo>
                      <a:pt x="7" y="26"/>
                    </a:lnTo>
                    <a:lnTo>
                      <a:pt x="7" y="26"/>
                    </a:lnTo>
                    <a:lnTo>
                      <a:pt x="7" y="26"/>
                    </a:lnTo>
                    <a:lnTo>
                      <a:pt x="7" y="24"/>
                    </a:lnTo>
                    <a:lnTo>
                      <a:pt x="7" y="24"/>
                    </a:lnTo>
                    <a:lnTo>
                      <a:pt x="7" y="24"/>
                    </a:lnTo>
                    <a:lnTo>
                      <a:pt x="7" y="22"/>
                    </a:lnTo>
                    <a:lnTo>
                      <a:pt x="4" y="22"/>
                    </a:lnTo>
                    <a:lnTo>
                      <a:pt x="4" y="22"/>
                    </a:lnTo>
                    <a:lnTo>
                      <a:pt x="4" y="22"/>
                    </a:lnTo>
                    <a:lnTo>
                      <a:pt x="4" y="22"/>
                    </a:lnTo>
                    <a:lnTo>
                      <a:pt x="2" y="22"/>
                    </a:lnTo>
                    <a:lnTo>
                      <a:pt x="2" y="22"/>
                    </a:lnTo>
                    <a:lnTo>
                      <a:pt x="2" y="22"/>
                    </a:lnTo>
                    <a:lnTo>
                      <a:pt x="0" y="22"/>
                    </a:lnTo>
                    <a:lnTo>
                      <a:pt x="0" y="19"/>
                    </a:lnTo>
                    <a:lnTo>
                      <a:pt x="0" y="19"/>
                    </a:lnTo>
                    <a:lnTo>
                      <a:pt x="0" y="19"/>
                    </a:lnTo>
                    <a:lnTo>
                      <a:pt x="0" y="19"/>
                    </a:lnTo>
                    <a:lnTo>
                      <a:pt x="2" y="19"/>
                    </a:lnTo>
                    <a:lnTo>
                      <a:pt x="2" y="19"/>
                    </a:lnTo>
                    <a:lnTo>
                      <a:pt x="2" y="19"/>
                    </a:lnTo>
                    <a:lnTo>
                      <a:pt x="2" y="19"/>
                    </a:lnTo>
                    <a:lnTo>
                      <a:pt x="2" y="19"/>
                    </a:lnTo>
                    <a:lnTo>
                      <a:pt x="4" y="19"/>
                    </a:lnTo>
                    <a:lnTo>
                      <a:pt x="4" y="19"/>
                    </a:lnTo>
                    <a:lnTo>
                      <a:pt x="4" y="19"/>
                    </a:lnTo>
                    <a:lnTo>
                      <a:pt x="7" y="19"/>
                    </a:lnTo>
                    <a:lnTo>
                      <a:pt x="7" y="19"/>
                    </a:lnTo>
                    <a:lnTo>
                      <a:pt x="7" y="19"/>
                    </a:lnTo>
                    <a:lnTo>
                      <a:pt x="9" y="19"/>
                    </a:lnTo>
                    <a:lnTo>
                      <a:pt x="9" y="22"/>
                    </a:lnTo>
                    <a:lnTo>
                      <a:pt x="9" y="22"/>
                    </a:lnTo>
                    <a:lnTo>
                      <a:pt x="9" y="22"/>
                    </a:lnTo>
                    <a:lnTo>
                      <a:pt x="11" y="22"/>
                    </a:lnTo>
                    <a:lnTo>
                      <a:pt x="11" y="19"/>
                    </a:lnTo>
                    <a:lnTo>
                      <a:pt x="11" y="19"/>
                    </a:lnTo>
                    <a:lnTo>
                      <a:pt x="11" y="17"/>
                    </a:lnTo>
                    <a:lnTo>
                      <a:pt x="11" y="17"/>
                    </a:lnTo>
                    <a:lnTo>
                      <a:pt x="11" y="17"/>
                    </a:lnTo>
                    <a:lnTo>
                      <a:pt x="11" y="17"/>
                    </a:lnTo>
                    <a:lnTo>
                      <a:pt x="11" y="15"/>
                    </a:lnTo>
                    <a:lnTo>
                      <a:pt x="11" y="1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118"/>
              <p:cNvSpPr>
                <a:spLocks/>
              </p:cNvSpPr>
              <p:nvPr/>
            </p:nvSpPr>
            <p:spPr bwMode="auto">
              <a:xfrm>
                <a:off x="2538" y="2504"/>
                <a:ext cx="52" cy="100"/>
              </a:xfrm>
              <a:custGeom>
                <a:avLst/>
                <a:gdLst/>
                <a:ahLst/>
                <a:cxnLst>
                  <a:cxn ang="0">
                    <a:pos x="11" y="10"/>
                  </a:cxn>
                  <a:cxn ang="0">
                    <a:pos x="11" y="7"/>
                  </a:cxn>
                  <a:cxn ang="0">
                    <a:pos x="7" y="7"/>
                  </a:cxn>
                  <a:cxn ang="0">
                    <a:pos x="4" y="5"/>
                  </a:cxn>
                  <a:cxn ang="0">
                    <a:pos x="9" y="3"/>
                  </a:cxn>
                  <a:cxn ang="0">
                    <a:pos x="11" y="0"/>
                  </a:cxn>
                  <a:cxn ang="0">
                    <a:pos x="16" y="0"/>
                  </a:cxn>
                  <a:cxn ang="0">
                    <a:pos x="18" y="5"/>
                  </a:cxn>
                  <a:cxn ang="0">
                    <a:pos x="21" y="7"/>
                  </a:cxn>
                  <a:cxn ang="0">
                    <a:pos x="23" y="10"/>
                  </a:cxn>
                  <a:cxn ang="0">
                    <a:pos x="28" y="15"/>
                  </a:cxn>
                  <a:cxn ang="0">
                    <a:pos x="28" y="17"/>
                  </a:cxn>
                  <a:cxn ang="0">
                    <a:pos x="30" y="22"/>
                  </a:cxn>
                  <a:cxn ang="0">
                    <a:pos x="33" y="26"/>
                  </a:cxn>
                  <a:cxn ang="0">
                    <a:pos x="35" y="29"/>
                  </a:cxn>
                  <a:cxn ang="0">
                    <a:pos x="37" y="34"/>
                  </a:cxn>
                  <a:cxn ang="0">
                    <a:pos x="40" y="36"/>
                  </a:cxn>
                  <a:cxn ang="0">
                    <a:pos x="42" y="41"/>
                  </a:cxn>
                  <a:cxn ang="0">
                    <a:pos x="42" y="48"/>
                  </a:cxn>
                  <a:cxn ang="0">
                    <a:pos x="44" y="50"/>
                  </a:cxn>
                  <a:cxn ang="0">
                    <a:pos x="47" y="55"/>
                  </a:cxn>
                  <a:cxn ang="0">
                    <a:pos x="49" y="57"/>
                  </a:cxn>
                  <a:cxn ang="0">
                    <a:pos x="49" y="62"/>
                  </a:cxn>
                  <a:cxn ang="0">
                    <a:pos x="49" y="69"/>
                  </a:cxn>
                  <a:cxn ang="0">
                    <a:pos x="49" y="74"/>
                  </a:cxn>
                  <a:cxn ang="0">
                    <a:pos x="49" y="79"/>
                  </a:cxn>
                  <a:cxn ang="0">
                    <a:pos x="49" y="83"/>
                  </a:cxn>
                  <a:cxn ang="0">
                    <a:pos x="44" y="86"/>
                  </a:cxn>
                  <a:cxn ang="0">
                    <a:pos x="42" y="90"/>
                  </a:cxn>
                  <a:cxn ang="0">
                    <a:pos x="40" y="93"/>
                  </a:cxn>
                  <a:cxn ang="0">
                    <a:pos x="37" y="95"/>
                  </a:cxn>
                  <a:cxn ang="0">
                    <a:pos x="33" y="95"/>
                  </a:cxn>
                  <a:cxn ang="0">
                    <a:pos x="28" y="97"/>
                  </a:cxn>
                  <a:cxn ang="0">
                    <a:pos x="26" y="100"/>
                  </a:cxn>
                  <a:cxn ang="0">
                    <a:pos x="21" y="100"/>
                  </a:cxn>
                  <a:cxn ang="0">
                    <a:pos x="16" y="100"/>
                  </a:cxn>
                  <a:cxn ang="0">
                    <a:pos x="11" y="95"/>
                  </a:cxn>
                  <a:cxn ang="0">
                    <a:pos x="9" y="93"/>
                  </a:cxn>
                  <a:cxn ang="0">
                    <a:pos x="9" y="88"/>
                  </a:cxn>
                  <a:cxn ang="0">
                    <a:pos x="9" y="83"/>
                  </a:cxn>
                  <a:cxn ang="0">
                    <a:pos x="7" y="79"/>
                  </a:cxn>
                  <a:cxn ang="0">
                    <a:pos x="7" y="71"/>
                  </a:cxn>
                  <a:cxn ang="0">
                    <a:pos x="4" y="67"/>
                  </a:cxn>
                  <a:cxn ang="0">
                    <a:pos x="4" y="62"/>
                  </a:cxn>
                  <a:cxn ang="0">
                    <a:pos x="4" y="57"/>
                  </a:cxn>
                  <a:cxn ang="0">
                    <a:pos x="4" y="52"/>
                  </a:cxn>
                  <a:cxn ang="0">
                    <a:pos x="4" y="48"/>
                  </a:cxn>
                  <a:cxn ang="0">
                    <a:pos x="2" y="43"/>
                  </a:cxn>
                  <a:cxn ang="0">
                    <a:pos x="4" y="38"/>
                  </a:cxn>
                  <a:cxn ang="0">
                    <a:pos x="4" y="36"/>
                  </a:cxn>
                  <a:cxn ang="0">
                    <a:pos x="7" y="34"/>
                  </a:cxn>
                  <a:cxn ang="0">
                    <a:pos x="9" y="26"/>
                  </a:cxn>
                  <a:cxn ang="0">
                    <a:pos x="7" y="24"/>
                  </a:cxn>
                  <a:cxn ang="0">
                    <a:pos x="2" y="22"/>
                  </a:cxn>
                  <a:cxn ang="0">
                    <a:pos x="0" y="19"/>
                  </a:cxn>
                  <a:cxn ang="0">
                    <a:pos x="2" y="19"/>
                  </a:cxn>
                  <a:cxn ang="0">
                    <a:pos x="7" y="19"/>
                  </a:cxn>
                  <a:cxn ang="0">
                    <a:pos x="11" y="19"/>
                  </a:cxn>
                  <a:cxn ang="0">
                    <a:pos x="11" y="15"/>
                  </a:cxn>
                </a:cxnLst>
                <a:rect l="0" t="0" r="r" b="b"/>
                <a:pathLst>
                  <a:path w="52" h="100">
                    <a:moveTo>
                      <a:pt x="11" y="15"/>
                    </a:moveTo>
                    <a:lnTo>
                      <a:pt x="11" y="15"/>
                    </a:lnTo>
                    <a:lnTo>
                      <a:pt x="11" y="12"/>
                    </a:lnTo>
                    <a:lnTo>
                      <a:pt x="11" y="12"/>
                    </a:lnTo>
                    <a:lnTo>
                      <a:pt x="11" y="12"/>
                    </a:lnTo>
                    <a:lnTo>
                      <a:pt x="11" y="10"/>
                    </a:lnTo>
                    <a:lnTo>
                      <a:pt x="11" y="10"/>
                    </a:lnTo>
                    <a:lnTo>
                      <a:pt x="11" y="10"/>
                    </a:lnTo>
                    <a:lnTo>
                      <a:pt x="11" y="7"/>
                    </a:lnTo>
                    <a:lnTo>
                      <a:pt x="11" y="7"/>
                    </a:lnTo>
                    <a:lnTo>
                      <a:pt x="11" y="7"/>
                    </a:lnTo>
                    <a:lnTo>
                      <a:pt x="11" y="7"/>
                    </a:lnTo>
                    <a:lnTo>
                      <a:pt x="9" y="7"/>
                    </a:lnTo>
                    <a:lnTo>
                      <a:pt x="9" y="7"/>
                    </a:lnTo>
                    <a:lnTo>
                      <a:pt x="9" y="7"/>
                    </a:lnTo>
                    <a:lnTo>
                      <a:pt x="7" y="7"/>
                    </a:lnTo>
                    <a:lnTo>
                      <a:pt x="7" y="7"/>
                    </a:lnTo>
                    <a:lnTo>
                      <a:pt x="7" y="7"/>
                    </a:lnTo>
                    <a:lnTo>
                      <a:pt x="4" y="7"/>
                    </a:lnTo>
                    <a:lnTo>
                      <a:pt x="4" y="7"/>
                    </a:lnTo>
                    <a:lnTo>
                      <a:pt x="4" y="7"/>
                    </a:lnTo>
                    <a:lnTo>
                      <a:pt x="4" y="7"/>
                    </a:lnTo>
                    <a:lnTo>
                      <a:pt x="4" y="5"/>
                    </a:lnTo>
                    <a:lnTo>
                      <a:pt x="4" y="5"/>
                    </a:lnTo>
                    <a:lnTo>
                      <a:pt x="4" y="5"/>
                    </a:lnTo>
                    <a:lnTo>
                      <a:pt x="4" y="3"/>
                    </a:lnTo>
                    <a:lnTo>
                      <a:pt x="7" y="3"/>
                    </a:lnTo>
                    <a:lnTo>
                      <a:pt x="7" y="3"/>
                    </a:lnTo>
                    <a:lnTo>
                      <a:pt x="7" y="3"/>
                    </a:lnTo>
                    <a:lnTo>
                      <a:pt x="9" y="3"/>
                    </a:lnTo>
                    <a:lnTo>
                      <a:pt x="9" y="0"/>
                    </a:lnTo>
                    <a:lnTo>
                      <a:pt x="9" y="0"/>
                    </a:lnTo>
                    <a:lnTo>
                      <a:pt x="9" y="0"/>
                    </a:lnTo>
                    <a:lnTo>
                      <a:pt x="11" y="0"/>
                    </a:lnTo>
                    <a:lnTo>
                      <a:pt x="11" y="0"/>
                    </a:lnTo>
                    <a:lnTo>
                      <a:pt x="11" y="0"/>
                    </a:lnTo>
                    <a:lnTo>
                      <a:pt x="14" y="0"/>
                    </a:lnTo>
                    <a:lnTo>
                      <a:pt x="14" y="0"/>
                    </a:lnTo>
                    <a:lnTo>
                      <a:pt x="14" y="0"/>
                    </a:lnTo>
                    <a:lnTo>
                      <a:pt x="16" y="0"/>
                    </a:lnTo>
                    <a:lnTo>
                      <a:pt x="16" y="0"/>
                    </a:lnTo>
                    <a:lnTo>
                      <a:pt x="16" y="0"/>
                    </a:lnTo>
                    <a:lnTo>
                      <a:pt x="16" y="3"/>
                    </a:lnTo>
                    <a:lnTo>
                      <a:pt x="16" y="3"/>
                    </a:lnTo>
                    <a:lnTo>
                      <a:pt x="16" y="3"/>
                    </a:lnTo>
                    <a:lnTo>
                      <a:pt x="16" y="5"/>
                    </a:lnTo>
                    <a:lnTo>
                      <a:pt x="18" y="5"/>
                    </a:lnTo>
                    <a:lnTo>
                      <a:pt x="18" y="5"/>
                    </a:lnTo>
                    <a:lnTo>
                      <a:pt x="18" y="5"/>
                    </a:lnTo>
                    <a:lnTo>
                      <a:pt x="18" y="7"/>
                    </a:lnTo>
                    <a:lnTo>
                      <a:pt x="21" y="7"/>
                    </a:lnTo>
                    <a:lnTo>
                      <a:pt x="21" y="7"/>
                    </a:lnTo>
                    <a:lnTo>
                      <a:pt x="21" y="7"/>
                    </a:lnTo>
                    <a:lnTo>
                      <a:pt x="21" y="7"/>
                    </a:lnTo>
                    <a:lnTo>
                      <a:pt x="21" y="7"/>
                    </a:lnTo>
                    <a:lnTo>
                      <a:pt x="23" y="7"/>
                    </a:lnTo>
                    <a:lnTo>
                      <a:pt x="23" y="10"/>
                    </a:lnTo>
                    <a:lnTo>
                      <a:pt x="23" y="10"/>
                    </a:lnTo>
                    <a:lnTo>
                      <a:pt x="23" y="10"/>
                    </a:lnTo>
                    <a:lnTo>
                      <a:pt x="23" y="10"/>
                    </a:lnTo>
                    <a:lnTo>
                      <a:pt x="26" y="10"/>
                    </a:lnTo>
                    <a:lnTo>
                      <a:pt x="26" y="12"/>
                    </a:lnTo>
                    <a:lnTo>
                      <a:pt x="26" y="12"/>
                    </a:lnTo>
                    <a:lnTo>
                      <a:pt x="26" y="12"/>
                    </a:lnTo>
                    <a:lnTo>
                      <a:pt x="28" y="12"/>
                    </a:lnTo>
                    <a:lnTo>
                      <a:pt x="28" y="15"/>
                    </a:lnTo>
                    <a:lnTo>
                      <a:pt x="28" y="15"/>
                    </a:lnTo>
                    <a:lnTo>
                      <a:pt x="28" y="15"/>
                    </a:lnTo>
                    <a:lnTo>
                      <a:pt x="28" y="17"/>
                    </a:lnTo>
                    <a:lnTo>
                      <a:pt x="28" y="17"/>
                    </a:lnTo>
                    <a:lnTo>
                      <a:pt x="28" y="17"/>
                    </a:lnTo>
                    <a:lnTo>
                      <a:pt x="28" y="17"/>
                    </a:lnTo>
                    <a:lnTo>
                      <a:pt x="30" y="17"/>
                    </a:lnTo>
                    <a:lnTo>
                      <a:pt x="30" y="19"/>
                    </a:lnTo>
                    <a:lnTo>
                      <a:pt x="30" y="19"/>
                    </a:lnTo>
                    <a:lnTo>
                      <a:pt x="30" y="19"/>
                    </a:lnTo>
                    <a:lnTo>
                      <a:pt x="30" y="22"/>
                    </a:lnTo>
                    <a:lnTo>
                      <a:pt x="30" y="22"/>
                    </a:lnTo>
                    <a:lnTo>
                      <a:pt x="30" y="22"/>
                    </a:lnTo>
                    <a:lnTo>
                      <a:pt x="30" y="24"/>
                    </a:lnTo>
                    <a:lnTo>
                      <a:pt x="33" y="24"/>
                    </a:lnTo>
                    <a:lnTo>
                      <a:pt x="33" y="24"/>
                    </a:lnTo>
                    <a:lnTo>
                      <a:pt x="33" y="24"/>
                    </a:lnTo>
                    <a:lnTo>
                      <a:pt x="33" y="26"/>
                    </a:lnTo>
                    <a:lnTo>
                      <a:pt x="35" y="26"/>
                    </a:lnTo>
                    <a:lnTo>
                      <a:pt x="35" y="26"/>
                    </a:lnTo>
                    <a:lnTo>
                      <a:pt x="35" y="26"/>
                    </a:lnTo>
                    <a:lnTo>
                      <a:pt x="35" y="26"/>
                    </a:lnTo>
                    <a:lnTo>
                      <a:pt x="35" y="29"/>
                    </a:lnTo>
                    <a:lnTo>
                      <a:pt x="35" y="29"/>
                    </a:lnTo>
                    <a:lnTo>
                      <a:pt x="35" y="29"/>
                    </a:lnTo>
                    <a:lnTo>
                      <a:pt x="37" y="29"/>
                    </a:lnTo>
                    <a:lnTo>
                      <a:pt x="37" y="31"/>
                    </a:lnTo>
                    <a:lnTo>
                      <a:pt x="37" y="31"/>
                    </a:lnTo>
                    <a:lnTo>
                      <a:pt x="37" y="34"/>
                    </a:lnTo>
                    <a:lnTo>
                      <a:pt x="37" y="34"/>
                    </a:lnTo>
                    <a:lnTo>
                      <a:pt x="37" y="34"/>
                    </a:lnTo>
                    <a:lnTo>
                      <a:pt x="37" y="34"/>
                    </a:lnTo>
                    <a:lnTo>
                      <a:pt x="40" y="34"/>
                    </a:lnTo>
                    <a:lnTo>
                      <a:pt x="40" y="36"/>
                    </a:lnTo>
                    <a:lnTo>
                      <a:pt x="40" y="36"/>
                    </a:lnTo>
                    <a:lnTo>
                      <a:pt x="40" y="36"/>
                    </a:lnTo>
                    <a:lnTo>
                      <a:pt x="40" y="36"/>
                    </a:lnTo>
                    <a:lnTo>
                      <a:pt x="40" y="38"/>
                    </a:lnTo>
                    <a:lnTo>
                      <a:pt x="40" y="38"/>
                    </a:lnTo>
                    <a:lnTo>
                      <a:pt x="40" y="41"/>
                    </a:lnTo>
                    <a:lnTo>
                      <a:pt x="40" y="41"/>
                    </a:lnTo>
                    <a:lnTo>
                      <a:pt x="42" y="41"/>
                    </a:lnTo>
                    <a:lnTo>
                      <a:pt x="42" y="43"/>
                    </a:lnTo>
                    <a:lnTo>
                      <a:pt x="42" y="43"/>
                    </a:lnTo>
                    <a:lnTo>
                      <a:pt x="42" y="45"/>
                    </a:lnTo>
                    <a:lnTo>
                      <a:pt x="42" y="45"/>
                    </a:lnTo>
                    <a:lnTo>
                      <a:pt x="42" y="45"/>
                    </a:lnTo>
                    <a:lnTo>
                      <a:pt x="42" y="48"/>
                    </a:lnTo>
                    <a:lnTo>
                      <a:pt x="42" y="48"/>
                    </a:lnTo>
                    <a:lnTo>
                      <a:pt x="42" y="48"/>
                    </a:lnTo>
                    <a:lnTo>
                      <a:pt x="44" y="48"/>
                    </a:lnTo>
                    <a:lnTo>
                      <a:pt x="44" y="48"/>
                    </a:lnTo>
                    <a:lnTo>
                      <a:pt x="44" y="50"/>
                    </a:lnTo>
                    <a:lnTo>
                      <a:pt x="44" y="50"/>
                    </a:lnTo>
                    <a:lnTo>
                      <a:pt x="44" y="50"/>
                    </a:lnTo>
                    <a:lnTo>
                      <a:pt x="44" y="52"/>
                    </a:lnTo>
                    <a:lnTo>
                      <a:pt x="44" y="52"/>
                    </a:lnTo>
                    <a:lnTo>
                      <a:pt x="44" y="52"/>
                    </a:lnTo>
                    <a:lnTo>
                      <a:pt x="47" y="52"/>
                    </a:lnTo>
                    <a:lnTo>
                      <a:pt x="47" y="55"/>
                    </a:lnTo>
                    <a:lnTo>
                      <a:pt x="47" y="55"/>
                    </a:lnTo>
                    <a:lnTo>
                      <a:pt x="47" y="55"/>
                    </a:lnTo>
                    <a:lnTo>
                      <a:pt x="49" y="55"/>
                    </a:lnTo>
                    <a:lnTo>
                      <a:pt x="49" y="57"/>
                    </a:lnTo>
                    <a:lnTo>
                      <a:pt x="49" y="57"/>
                    </a:lnTo>
                    <a:lnTo>
                      <a:pt x="49" y="57"/>
                    </a:lnTo>
                    <a:lnTo>
                      <a:pt x="49" y="57"/>
                    </a:lnTo>
                    <a:lnTo>
                      <a:pt x="49" y="60"/>
                    </a:lnTo>
                    <a:lnTo>
                      <a:pt x="49" y="60"/>
                    </a:lnTo>
                    <a:lnTo>
                      <a:pt x="49" y="62"/>
                    </a:lnTo>
                    <a:lnTo>
                      <a:pt x="49" y="62"/>
                    </a:lnTo>
                    <a:lnTo>
                      <a:pt x="49" y="62"/>
                    </a:lnTo>
                    <a:lnTo>
                      <a:pt x="49" y="64"/>
                    </a:lnTo>
                    <a:lnTo>
                      <a:pt x="49" y="64"/>
                    </a:lnTo>
                    <a:lnTo>
                      <a:pt x="49" y="67"/>
                    </a:lnTo>
                    <a:lnTo>
                      <a:pt x="49" y="67"/>
                    </a:lnTo>
                    <a:lnTo>
                      <a:pt x="49" y="67"/>
                    </a:lnTo>
                    <a:lnTo>
                      <a:pt x="49" y="69"/>
                    </a:lnTo>
                    <a:lnTo>
                      <a:pt x="49" y="69"/>
                    </a:lnTo>
                    <a:lnTo>
                      <a:pt x="49" y="71"/>
                    </a:lnTo>
                    <a:lnTo>
                      <a:pt x="49" y="71"/>
                    </a:lnTo>
                    <a:lnTo>
                      <a:pt x="52" y="71"/>
                    </a:lnTo>
                    <a:lnTo>
                      <a:pt x="52" y="74"/>
                    </a:lnTo>
                    <a:lnTo>
                      <a:pt x="49" y="74"/>
                    </a:lnTo>
                    <a:lnTo>
                      <a:pt x="49" y="74"/>
                    </a:lnTo>
                    <a:lnTo>
                      <a:pt x="49" y="76"/>
                    </a:lnTo>
                    <a:lnTo>
                      <a:pt x="49" y="76"/>
                    </a:lnTo>
                    <a:lnTo>
                      <a:pt x="49" y="76"/>
                    </a:lnTo>
                    <a:lnTo>
                      <a:pt x="49" y="79"/>
                    </a:lnTo>
                    <a:lnTo>
                      <a:pt x="49" y="79"/>
                    </a:lnTo>
                    <a:lnTo>
                      <a:pt x="49" y="79"/>
                    </a:lnTo>
                    <a:lnTo>
                      <a:pt x="49" y="81"/>
                    </a:lnTo>
                    <a:lnTo>
                      <a:pt x="49" y="81"/>
                    </a:lnTo>
                    <a:lnTo>
                      <a:pt x="49" y="81"/>
                    </a:lnTo>
                    <a:lnTo>
                      <a:pt x="49" y="83"/>
                    </a:lnTo>
                    <a:lnTo>
                      <a:pt x="49" y="83"/>
                    </a:lnTo>
                    <a:lnTo>
                      <a:pt x="47" y="83"/>
                    </a:lnTo>
                    <a:lnTo>
                      <a:pt x="47" y="86"/>
                    </a:lnTo>
                    <a:lnTo>
                      <a:pt x="47" y="86"/>
                    </a:lnTo>
                    <a:lnTo>
                      <a:pt x="47" y="86"/>
                    </a:lnTo>
                    <a:lnTo>
                      <a:pt x="47" y="86"/>
                    </a:lnTo>
                    <a:lnTo>
                      <a:pt x="44" y="86"/>
                    </a:lnTo>
                    <a:lnTo>
                      <a:pt x="44" y="88"/>
                    </a:lnTo>
                    <a:lnTo>
                      <a:pt x="44" y="88"/>
                    </a:lnTo>
                    <a:lnTo>
                      <a:pt x="44" y="88"/>
                    </a:lnTo>
                    <a:lnTo>
                      <a:pt x="44" y="88"/>
                    </a:lnTo>
                    <a:lnTo>
                      <a:pt x="44" y="90"/>
                    </a:lnTo>
                    <a:lnTo>
                      <a:pt x="42" y="90"/>
                    </a:lnTo>
                    <a:lnTo>
                      <a:pt x="42" y="90"/>
                    </a:lnTo>
                    <a:lnTo>
                      <a:pt x="42" y="90"/>
                    </a:lnTo>
                    <a:lnTo>
                      <a:pt x="42" y="90"/>
                    </a:lnTo>
                    <a:lnTo>
                      <a:pt x="42" y="93"/>
                    </a:lnTo>
                    <a:lnTo>
                      <a:pt x="40" y="93"/>
                    </a:lnTo>
                    <a:lnTo>
                      <a:pt x="40" y="93"/>
                    </a:lnTo>
                    <a:lnTo>
                      <a:pt x="40" y="93"/>
                    </a:lnTo>
                    <a:lnTo>
                      <a:pt x="37" y="93"/>
                    </a:lnTo>
                    <a:lnTo>
                      <a:pt x="37" y="95"/>
                    </a:lnTo>
                    <a:lnTo>
                      <a:pt x="37" y="95"/>
                    </a:lnTo>
                    <a:lnTo>
                      <a:pt x="37" y="95"/>
                    </a:lnTo>
                    <a:lnTo>
                      <a:pt x="37" y="95"/>
                    </a:lnTo>
                    <a:lnTo>
                      <a:pt x="35" y="95"/>
                    </a:lnTo>
                    <a:lnTo>
                      <a:pt x="35" y="95"/>
                    </a:lnTo>
                    <a:lnTo>
                      <a:pt x="35" y="95"/>
                    </a:lnTo>
                    <a:lnTo>
                      <a:pt x="35" y="95"/>
                    </a:lnTo>
                    <a:lnTo>
                      <a:pt x="33" y="95"/>
                    </a:lnTo>
                    <a:lnTo>
                      <a:pt x="33" y="95"/>
                    </a:lnTo>
                    <a:lnTo>
                      <a:pt x="30" y="95"/>
                    </a:lnTo>
                    <a:lnTo>
                      <a:pt x="30" y="95"/>
                    </a:lnTo>
                    <a:lnTo>
                      <a:pt x="30" y="97"/>
                    </a:lnTo>
                    <a:lnTo>
                      <a:pt x="30" y="97"/>
                    </a:lnTo>
                    <a:lnTo>
                      <a:pt x="28" y="97"/>
                    </a:lnTo>
                    <a:lnTo>
                      <a:pt x="28" y="97"/>
                    </a:lnTo>
                    <a:lnTo>
                      <a:pt x="28" y="97"/>
                    </a:lnTo>
                    <a:lnTo>
                      <a:pt x="28" y="97"/>
                    </a:lnTo>
                    <a:lnTo>
                      <a:pt x="28" y="100"/>
                    </a:lnTo>
                    <a:lnTo>
                      <a:pt x="26" y="100"/>
                    </a:lnTo>
                    <a:lnTo>
                      <a:pt x="26" y="100"/>
                    </a:lnTo>
                    <a:lnTo>
                      <a:pt x="26" y="100"/>
                    </a:lnTo>
                    <a:lnTo>
                      <a:pt x="23" y="100"/>
                    </a:lnTo>
                    <a:lnTo>
                      <a:pt x="23" y="100"/>
                    </a:lnTo>
                    <a:lnTo>
                      <a:pt x="23" y="100"/>
                    </a:lnTo>
                    <a:lnTo>
                      <a:pt x="21" y="100"/>
                    </a:lnTo>
                    <a:lnTo>
                      <a:pt x="21" y="100"/>
                    </a:lnTo>
                    <a:lnTo>
                      <a:pt x="21" y="100"/>
                    </a:lnTo>
                    <a:lnTo>
                      <a:pt x="18" y="100"/>
                    </a:lnTo>
                    <a:lnTo>
                      <a:pt x="18" y="100"/>
                    </a:lnTo>
                    <a:lnTo>
                      <a:pt x="18" y="100"/>
                    </a:lnTo>
                    <a:lnTo>
                      <a:pt x="16" y="100"/>
                    </a:lnTo>
                    <a:lnTo>
                      <a:pt x="16" y="100"/>
                    </a:lnTo>
                    <a:lnTo>
                      <a:pt x="16" y="100"/>
                    </a:lnTo>
                    <a:lnTo>
                      <a:pt x="16" y="97"/>
                    </a:lnTo>
                    <a:lnTo>
                      <a:pt x="14" y="97"/>
                    </a:lnTo>
                    <a:lnTo>
                      <a:pt x="14" y="97"/>
                    </a:lnTo>
                    <a:lnTo>
                      <a:pt x="14" y="97"/>
                    </a:lnTo>
                    <a:lnTo>
                      <a:pt x="11" y="97"/>
                    </a:lnTo>
                    <a:lnTo>
                      <a:pt x="11" y="95"/>
                    </a:lnTo>
                    <a:lnTo>
                      <a:pt x="11" y="95"/>
                    </a:lnTo>
                    <a:lnTo>
                      <a:pt x="11" y="95"/>
                    </a:lnTo>
                    <a:lnTo>
                      <a:pt x="11" y="95"/>
                    </a:lnTo>
                    <a:lnTo>
                      <a:pt x="11" y="95"/>
                    </a:lnTo>
                    <a:lnTo>
                      <a:pt x="11" y="93"/>
                    </a:lnTo>
                    <a:lnTo>
                      <a:pt x="9" y="93"/>
                    </a:lnTo>
                    <a:lnTo>
                      <a:pt x="9" y="93"/>
                    </a:lnTo>
                    <a:lnTo>
                      <a:pt x="9" y="90"/>
                    </a:lnTo>
                    <a:lnTo>
                      <a:pt x="9" y="90"/>
                    </a:lnTo>
                    <a:lnTo>
                      <a:pt x="9" y="88"/>
                    </a:lnTo>
                    <a:lnTo>
                      <a:pt x="9" y="88"/>
                    </a:lnTo>
                    <a:lnTo>
                      <a:pt x="9" y="88"/>
                    </a:lnTo>
                    <a:lnTo>
                      <a:pt x="9" y="86"/>
                    </a:lnTo>
                    <a:lnTo>
                      <a:pt x="9" y="86"/>
                    </a:lnTo>
                    <a:lnTo>
                      <a:pt x="9" y="86"/>
                    </a:lnTo>
                    <a:lnTo>
                      <a:pt x="9" y="86"/>
                    </a:lnTo>
                    <a:lnTo>
                      <a:pt x="9" y="83"/>
                    </a:lnTo>
                    <a:lnTo>
                      <a:pt x="9" y="83"/>
                    </a:lnTo>
                    <a:lnTo>
                      <a:pt x="9" y="81"/>
                    </a:lnTo>
                    <a:lnTo>
                      <a:pt x="7" y="81"/>
                    </a:lnTo>
                    <a:lnTo>
                      <a:pt x="7" y="81"/>
                    </a:lnTo>
                    <a:lnTo>
                      <a:pt x="7" y="79"/>
                    </a:lnTo>
                    <a:lnTo>
                      <a:pt x="7" y="79"/>
                    </a:lnTo>
                    <a:lnTo>
                      <a:pt x="7" y="79"/>
                    </a:lnTo>
                    <a:lnTo>
                      <a:pt x="7" y="76"/>
                    </a:lnTo>
                    <a:lnTo>
                      <a:pt x="7" y="76"/>
                    </a:lnTo>
                    <a:lnTo>
                      <a:pt x="7" y="76"/>
                    </a:lnTo>
                    <a:lnTo>
                      <a:pt x="7" y="74"/>
                    </a:lnTo>
                    <a:lnTo>
                      <a:pt x="7" y="74"/>
                    </a:lnTo>
                    <a:lnTo>
                      <a:pt x="7" y="71"/>
                    </a:lnTo>
                    <a:lnTo>
                      <a:pt x="7" y="71"/>
                    </a:lnTo>
                    <a:lnTo>
                      <a:pt x="7" y="69"/>
                    </a:lnTo>
                    <a:lnTo>
                      <a:pt x="4" y="69"/>
                    </a:lnTo>
                    <a:lnTo>
                      <a:pt x="4" y="69"/>
                    </a:lnTo>
                    <a:lnTo>
                      <a:pt x="4" y="67"/>
                    </a:lnTo>
                    <a:lnTo>
                      <a:pt x="4" y="67"/>
                    </a:lnTo>
                    <a:lnTo>
                      <a:pt x="7" y="67"/>
                    </a:lnTo>
                    <a:lnTo>
                      <a:pt x="7" y="67"/>
                    </a:lnTo>
                    <a:lnTo>
                      <a:pt x="4" y="67"/>
                    </a:lnTo>
                    <a:lnTo>
                      <a:pt x="4" y="64"/>
                    </a:lnTo>
                    <a:lnTo>
                      <a:pt x="4" y="64"/>
                    </a:lnTo>
                    <a:lnTo>
                      <a:pt x="4" y="62"/>
                    </a:lnTo>
                    <a:lnTo>
                      <a:pt x="4" y="62"/>
                    </a:lnTo>
                    <a:lnTo>
                      <a:pt x="4" y="60"/>
                    </a:lnTo>
                    <a:lnTo>
                      <a:pt x="4" y="60"/>
                    </a:lnTo>
                    <a:lnTo>
                      <a:pt x="4" y="60"/>
                    </a:lnTo>
                    <a:lnTo>
                      <a:pt x="4" y="57"/>
                    </a:lnTo>
                    <a:lnTo>
                      <a:pt x="4" y="57"/>
                    </a:lnTo>
                    <a:lnTo>
                      <a:pt x="4" y="57"/>
                    </a:lnTo>
                    <a:lnTo>
                      <a:pt x="4" y="57"/>
                    </a:lnTo>
                    <a:lnTo>
                      <a:pt x="4" y="55"/>
                    </a:lnTo>
                    <a:lnTo>
                      <a:pt x="4" y="55"/>
                    </a:lnTo>
                    <a:lnTo>
                      <a:pt x="4" y="55"/>
                    </a:lnTo>
                    <a:lnTo>
                      <a:pt x="4" y="52"/>
                    </a:lnTo>
                    <a:lnTo>
                      <a:pt x="4" y="52"/>
                    </a:lnTo>
                    <a:lnTo>
                      <a:pt x="4" y="50"/>
                    </a:lnTo>
                    <a:lnTo>
                      <a:pt x="4" y="50"/>
                    </a:lnTo>
                    <a:lnTo>
                      <a:pt x="4" y="50"/>
                    </a:lnTo>
                    <a:lnTo>
                      <a:pt x="4" y="48"/>
                    </a:lnTo>
                    <a:lnTo>
                      <a:pt x="4" y="48"/>
                    </a:lnTo>
                    <a:lnTo>
                      <a:pt x="4" y="48"/>
                    </a:lnTo>
                    <a:lnTo>
                      <a:pt x="2" y="48"/>
                    </a:lnTo>
                    <a:lnTo>
                      <a:pt x="2" y="45"/>
                    </a:lnTo>
                    <a:lnTo>
                      <a:pt x="2" y="45"/>
                    </a:lnTo>
                    <a:lnTo>
                      <a:pt x="2" y="43"/>
                    </a:lnTo>
                    <a:lnTo>
                      <a:pt x="2" y="43"/>
                    </a:lnTo>
                    <a:lnTo>
                      <a:pt x="2" y="41"/>
                    </a:lnTo>
                    <a:lnTo>
                      <a:pt x="4" y="41"/>
                    </a:lnTo>
                    <a:lnTo>
                      <a:pt x="4" y="41"/>
                    </a:lnTo>
                    <a:lnTo>
                      <a:pt x="4" y="38"/>
                    </a:lnTo>
                    <a:lnTo>
                      <a:pt x="4" y="38"/>
                    </a:lnTo>
                    <a:lnTo>
                      <a:pt x="4" y="38"/>
                    </a:lnTo>
                    <a:lnTo>
                      <a:pt x="4" y="36"/>
                    </a:lnTo>
                    <a:lnTo>
                      <a:pt x="4" y="36"/>
                    </a:lnTo>
                    <a:lnTo>
                      <a:pt x="4" y="36"/>
                    </a:lnTo>
                    <a:lnTo>
                      <a:pt x="4" y="34"/>
                    </a:lnTo>
                    <a:lnTo>
                      <a:pt x="4" y="34"/>
                    </a:lnTo>
                    <a:lnTo>
                      <a:pt x="4" y="36"/>
                    </a:lnTo>
                    <a:lnTo>
                      <a:pt x="4" y="36"/>
                    </a:lnTo>
                    <a:lnTo>
                      <a:pt x="7" y="36"/>
                    </a:lnTo>
                    <a:lnTo>
                      <a:pt x="7" y="36"/>
                    </a:lnTo>
                    <a:lnTo>
                      <a:pt x="7" y="34"/>
                    </a:lnTo>
                    <a:lnTo>
                      <a:pt x="7" y="34"/>
                    </a:lnTo>
                    <a:lnTo>
                      <a:pt x="7" y="34"/>
                    </a:lnTo>
                    <a:lnTo>
                      <a:pt x="7" y="31"/>
                    </a:lnTo>
                    <a:lnTo>
                      <a:pt x="9" y="31"/>
                    </a:lnTo>
                    <a:lnTo>
                      <a:pt x="9" y="31"/>
                    </a:lnTo>
                    <a:lnTo>
                      <a:pt x="9" y="29"/>
                    </a:lnTo>
                    <a:lnTo>
                      <a:pt x="9" y="29"/>
                    </a:lnTo>
                    <a:lnTo>
                      <a:pt x="9" y="26"/>
                    </a:lnTo>
                    <a:lnTo>
                      <a:pt x="7" y="26"/>
                    </a:lnTo>
                    <a:lnTo>
                      <a:pt x="7" y="26"/>
                    </a:lnTo>
                    <a:lnTo>
                      <a:pt x="7" y="26"/>
                    </a:lnTo>
                    <a:lnTo>
                      <a:pt x="7" y="24"/>
                    </a:lnTo>
                    <a:lnTo>
                      <a:pt x="7" y="24"/>
                    </a:lnTo>
                    <a:lnTo>
                      <a:pt x="7" y="24"/>
                    </a:lnTo>
                    <a:lnTo>
                      <a:pt x="7" y="22"/>
                    </a:lnTo>
                    <a:lnTo>
                      <a:pt x="4" y="22"/>
                    </a:lnTo>
                    <a:lnTo>
                      <a:pt x="4" y="22"/>
                    </a:lnTo>
                    <a:lnTo>
                      <a:pt x="4" y="22"/>
                    </a:lnTo>
                    <a:lnTo>
                      <a:pt x="4" y="22"/>
                    </a:lnTo>
                    <a:lnTo>
                      <a:pt x="2" y="22"/>
                    </a:lnTo>
                    <a:lnTo>
                      <a:pt x="2" y="22"/>
                    </a:lnTo>
                    <a:lnTo>
                      <a:pt x="2" y="22"/>
                    </a:lnTo>
                    <a:lnTo>
                      <a:pt x="0" y="22"/>
                    </a:lnTo>
                    <a:lnTo>
                      <a:pt x="0" y="19"/>
                    </a:lnTo>
                    <a:lnTo>
                      <a:pt x="0" y="19"/>
                    </a:lnTo>
                    <a:lnTo>
                      <a:pt x="0" y="19"/>
                    </a:lnTo>
                    <a:lnTo>
                      <a:pt x="0" y="19"/>
                    </a:lnTo>
                    <a:lnTo>
                      <a:pt x="2" y="19"/>
                    </a:lnTo>
                    <a:lnTo>
                      <a:pt x="2" y="19"/>
                    </a:lnTo>
                    <a:lnTo>
                      <a:pt x="2" y="19"/>
                    </a:lnTo>
                    <a:lnTo>
                      <a:pt x="2" y="19"/>
                    </a:lnTo>
                    <a:lnTo>
                      <a:pt x="2" y="19"/>
                    </a:lnTo>
                    <a:lnTo>
                      <a:pt x="4" y="19"/>
                    </a:lnTo>
                    <a:lnTo>
                      <a:pt x="4" y="19"/>
                    </a:lnTo>
                    <a:lnTo>
                      <a:pt x="4" y="19"/>
                    </a:lnTo>
                    <a:lnTo>
                      <a:pt x="7" y="19"/>
                    </a:lnTo>
                    <a:lnTo>
                      <a:pt x="7" y="19"/>
                    </a:lnTo>
                    <a:lnTo>
                      <a:pt x="7" y="19"/>
                    </a:lnTo>
                    <a:lnTo>
                      <a:pt x="9" y="19"/>
                    </a:lnTo>
                    <a:lnTo>
                      <a:pt x="9" y="22"/>
                    </a:lnTo>
                    <a:lnTo>
                      <a:pt x="9" y="22"/>
                    </a:lnTo>
                    <a:lnTo>
                      <a:pt x="9" y="22"/>
                    </a:lnTo>
                    <a:lnTo>
                      <a:pt x="11" y="22"/>
                    </a:lnTo>
                    <a:lnTo>
                      <a:pt x="11" y="19"/>
                    </a:lnTo>
                    <a:lnTo>
                      <a:pt x="11" y="19"/>
                    </a:lnTo>
                    <a:lnTo>
                      <a:pt x="11" y="17"/>
                    </a:lnTo>
                    <a:lnTo>
                      <a:pt x="11" y="17"/>
                    </a:lnTo>
                    <a:lnTo>
                      <a:pt x="11" y="17"/>
                    </a:lnTo>
                    <a:lnTo>
                      <a:pt x="11" y="17"/>
                    </a:lnTo>
                    <a:lnTo>
                      <a:pt x="11" y="15"/>
                    </a:lnTo>
                    <a:lnTo>
                      <a:pt x="11" y="1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119"/>
              <p:cNvSpPr>
                <a:spLocks/>
              </p:cNvSpPr>
              <p:nvPr/>
            </p:nvSpPr>
            <p:spPr bwMode="auto">
              <a:xfrm>
                <a:off x="1584" y="1874"/>
                <a:ext cx="33" cy="43"/>
              </a:xfrm>
              <a:custGeom>
                <a:avLst/>
                <a:gdLst/>
                <a:ahLst/>
                <a:cxnLst>
                  <a:cxn ang="0">
                    <a:pos x="19" y="2"/>
                  </a:cxn>
                  <a:cxn ang="0">
                    <a:pos x="21" y="2"/>
                  </a:cxn>
                  <a:cxn ang="0">
                    <a:pos x="23" y="2"/>
                  </a:cxn>
                  <a:cxn ang="0">
                    <a:pos x="26" y="0"/>
                  </a:cxn>
                  <a:cxn ang="0">
                    <a:pos x="28" y="2"/>
                  </a:cxn>
                  <a:cxn ang="0">
                    <a:pos x="28" y="2"/>
                  </a:cxn>
                  <a:cxn ang="0">
                    <a:pos x="26" y="5"/>
                  </a:cxn>
                  <a:cxn ang="0">
                    <a:pos x="28" y="5"/>
                  </a:cxn>
                  <a:cxn ang="0">
                    <a:pos x="30" y="7"/>
                  </a:cxn>
                  <a:cxn ang="0">
                    <a:pos x="30" y="9"/>
                  </a:cxn>
                  <a:cxn ang="0">
                    <a:pos x="33" y="12"/>
                  </a:cxn>
                  <a:cxn ang="0">
                    <a:pos x="30" y="14"/>
                  </a:cxn>
                  <a:cxn ang="0">
                    <a:pos x="30" y="14"/>
                  </a:cxn>
                  <a:cxn ang="0">
                    <a:pos x="28" y="17"/>
                  </a:cxn>
                  <a:cxn ang="0">
                    <a:pos x="26" y="17"/>
                  </a:cxn>
                  <a:cxn ang="0">
                    <a:pos x="26" y="19"/>
                  </a:cxn>
                  <a:cxn ang="0">
                    <a:pos x="26" y="21"/>
                  </a:cxn>
                  <a:cxn ang="0">
                    <a:pos x="26" y="21"/>
                  </a:cxn>
                  <a:cxn ang="0">
                    <a:pos x="23" y="21"/>
                  </a:cxn>
                  <a:cxn ang="0">
                    <a:pos x="21" y="21"/>
                  </a:cxn>
                  <a:cxn ang="0">
                    <a:pos x="19" y="24"/>
                  </a:cxn>
                  <a:cxn ang="0">
                    <a:pos x="19" y="24"/>
                  </a:cxn>
                  <a:cxn ang="0">
                    <a:pos x="19" y="26"/>
                  </a:cxn>
                  <a:cxn ang="0">
                    <a:pos x="19" y="28"/>
                  </a:cxn>
                  <a:cxn ang="0">
                    <a:pos x="19" y="31"/>
                  </a:cxn>
                  <a:cxn ang="0">
                    <a:pos x="16" y="33"/>
                  </a:cxn>
                  <a:cxn ang="0">
                    <a:pos x="16" y="33"/>
                  </a:cxn>
                  <a:cxn ang="0">
                    <a:pos x="14" y="35"/>
                  </a:cxn>
                  <a:cxn ang="0">
                    <a:pos x="11" y="35"/>
                  </a:cxn>
                  <a:cxn ang="0">
                    <a:pos x="9" y="35"/>
                  </a:cxn>
                  <a:cxn ang="0">
                    <a:pos x="9" y="38"/>
                  </a:cxn>
                  <a:cxn ang="0">
                    <a:pos x="7" y="40"/>
                  </a:cxn>
                  <a:cxn ang="0">
                    <a:pos x="7" y="43"/>
                  </a:cxn>
                  <a:cxn ang="0">
                    <a:pos x="4" y="40"/>
                  </a:cxn>
                  <a:cxn ang="0">
                    <a:pos x="2" y="40"/>
                  </a:cxn>
                  <a:cxn ang="0">
                    <a:pos x="0" y="40"/>
                  </a:cxn>
                  <a:cxn ang="0">
                    <a:pos x="0" y="38"/>
                  </a:cxn>
                  <a:cxn ang="0">
                    <a:pos x="2" y="38"/>
                  </a:cxn>
                  <a:cxn ang="0">
                    <a:pos x="0" y="35"/>
                  </a:cxn>
                  <a:cxn ang="0">
                    <a:pos x="2" y="33"/>
                  </a:cxn>
                  <a:cxn ang="0">
                    <a:pos x="2" y="31"/>
                  </a:cxn>
                  <a:cxn ang="0">
                    <a:pos x="4" y="31"/>
                  </a:cxn>
                  <a:cxn ang="0">
                    <a:pos x="4" y="28"/>
                  </a:cxn>
                  <a:cxn ang="0">
                    <a:pos x="7" y="26"/>
                  </a:cxn>
                  <a:cxn ang="0">
                    <a:pos x="7" y="24"/>
                  </a:cxn>
                  <a:cxn ang="0">
                    <a:pos x="7" y="21"/>
                  </a:cxn>
                  <a:cxn ang="0">
                    <a:pos x="9" y="19"/>
                  </a:cxn>
                  <a:cxn ang="0">
                    <a:pos x="9" y="17"/>
                  </a:cxn>
                  <a:cxn ang="0">
                    <a:pos x="11" y="14"/>
                  </a:cxn>
                  <a:cxn ang="0">
                    <a:pos x="11" y="12"/>
                  </a:cxn>
                  <a:cxn ang="0">
                    <a:pos x="11" y="9"/>
                  </a:cxn>
                  <a:cxn ang="0">
                    <a:pos x="11" y="7"/>
                  </a:cxn>
                  <a:cxn ang="0">
                    <a:pos x="14" y="7"/>
                  </a:cxn>
                  <a:cxn ang="0">
                    <a:pos x="16" y="5"/>
                  </a:cxn>
                  <a:cxn ang="0">
                    <a:pos x="16" y="5"/>
                  </a:cxn>
                  <a:cxn ang="0">
                    <a:pos x="19" y="2"/>
                  </a:cxn>
                </a:cxnLst>
                <a:rect l="0" t="0" r="r" b="b"/>
                <a:pathLst>
                  <a:path w="33" h="43">
                    <a:moveTo>
                      <a:pt x="19" y="0"/>
                    </a:moveTo>
                    <a:lnTo>
                      <a:pt x="19" y="0"/>
                    </a:lnTo>
                    <a:lnTo>
                      <a:pt x="19" y="2"/>
                    </a:lnTo>
                    <a:lnTo>
                      <a:pt x="19" y="2"/>
                    </a:lnTo>
                    <a:lnTo>
                      <a:pt x="21" y="2"/>
                    </a:lnTo>
                    <a:lnTo>
                      <a:pt x="21" y="2"/>
                    </a:lnTo>
                    <a:lnTo>
                      <a:pt x="23" y="2"/>
                    </a:lnTo>
                    <a:lnTo>
                      <a:pt x="23" y="2"/>
                    </a:lnTo>
                    <a:lnTo>
                      <a:pt x="23" y="2"/>
                    </a:lnTo>
                    <a:lnTo>
                      <a:pt x="26" y="2"/>
                    </a:lnTo>
                    <a:lnTo>
                      <a:pt x="26" y="0"/>
                    </a:lnTo>
                    <a:lnTo>
                      <a:pt x="26" y="0"/>
                    </a:lnTo>
                    <a:lnTo>
                      <a:pt x="26" y="0"/>
                    </a:lnTo>
                    <a:lnTo>
                      <a:pt x="26" y="2"/>
                    </a:lnTo>
                    <a:lnTo>
                      <a:pt x="28" y="2"/>
                    </a:lnTo>
                    <a:lnTo>
                      <a:pt x="28" y="2"/>
                    </a:lnTo>
                    <a:lnTo>
                      <a:pt x="28" y="2"/>
                    </a:lnTo>
                    <a:lnTo>
                      <a:pt x="28" y="2"/>
                    </a:lnTo>
                    <a:lnTo>
                      <a:pt x="28" y="5"/>
                    </a:lnTo>
                    <a:lnTo>
                      <a:pt x="26" y="5"/>
                    </a:lnTo>
                    <a:lnTo>
                      <a:pt x="26" y="5"/>
                    </a:lnTo>
                    <a:lnTo>
                      <a:pt x="28" y="5"/>
                    </a:lnTo>
                    <a:lnTo>
                      <a:pt x="28" y="5"/>
                    </a:lnTo>
                    <a:lnTo>
                      <a:pt x="28" y="5"/>
                    </a:lnTo>
                    <a:lnTo>
                      <a:pt x="30" y="5"/>
                    </a:lnTo>
                    <a:lnTo>
                      <a:pt x="30" y="5"/>
                    </a:lnTo>
                    <a:lnTo>
                      <a:pt x="30" y="7"/>
                    </a:lnTo>
                    <a:lnTo>
                      <a:pt x="30" y="7"/>
                    </a:lnTo>
                    <a:lnTo>
                      <a:pt x="30" y="9"/>
                    </a:lnTo>
                    <a:lnTo>
                      <a:pt x="30" y="9"/>
                    </a:lnTo>
                    <a:lnTo>
                      <a:pt x="30" y="9"/>
                    </a:lnTo>
                    <a:lnTo>
                      <a:pt x="30" y="12"/>
                    </a:lnTo>
                    <a:lnTo>
                      <a:pt x="33" y="12"/>
                    </a:lnTo>
                    <a:lnTo>
                      <a:pt x="33" y="12"/>
                    </a:lnTo>
                    <a:lnTo>
                      <a:pt x="33" y="14"/>
                    </a:lnTo>
                    <a:lnTo>
                      <a:pt x="30" y="14"/>
                    </a:lnTo>
                    <a:lnTo>
                      <a:pt x="30" y="14"/>
                    </a:lnTo>
                    <a:lnTo>
                      <a:pt x="30" y="14"/>
                    </a:lnTo>
                    <a:lnTo>
                      <a:pt x="30" y="14"/>
                    </a:lnTo>
                    <a:lnTo>
                      <a:pt x="30" y="14"/>
                    </a:lnTo>
                    <a:lnTo>
                      <a:pt x="30" y="17"/>
                    </a:lnTo>
                    <a:lnTo>
                      <a:pt x="28" y="17"/>
                    </a:lnTo>
                    <a:lnTo>
                      <a:pt x="28" y="17"/>
                    </a:lnTo>
                    <a:lnTo>
                      <a:pt x="28" y="17"/>
                    </a:lnTo>
                    <a:lnTo>
                      <a:pt x="26" y="17"/>
                    </a:lnTo>
                    <a:lnTo>
                      <a:pt x="26" y="17"/>
                    </a:lnTo>
                    <a:lnTo>
                      <a:pt x="26" y="19"/>
                    </a:lnTo>
                    <a:lnTo>
                      <a:pt x="26" y="19"/>
                    </a:lnTo>
                    <a:lnTo>
                      <a:pt x="26" y="19"/>
                    </a:lnTo>
                    <a:lnTo>
                      <a:pt x="26" y="21"/>
                    </a:lnTo>
                    <a:lnTo>
                      <a:pt x="26" y="21"/>
                    </a:lnTo>
                    <a:lnTo>
                      <a:pt x="26" y="21"/>
                    </a:lnTo>
                    <a:lnTo>
                      <a:pt x="26" y="21"/>
                    </a:lnTo>
                    <a:lnTo>
                      <a:pt x="26" y="21"/>
                    </a:lnTo>
                    <a:lnTo>
                      <a:pt x="26" y="21"/>
                    </a:lnTo>
                    <a:lnTo>
                      <a:pt x="23" y="21"/>
                    </a:lnTo>
                    <a:lnTo>
                      <a:pt x="23" y="21"/>
                    </a:lnTo>
                    <a:lnTo>
                      <a:pt x="23" y="21"/>
                    </a:lnTo>
                    <a:lnTo>
                      <a:pt x="21" y="21"/>
                    </a:lnTo>
                    <a:lnTo>
                      <a:pt x="21" y="21"/>
                    </a:lnTo>
                    <a:lnTo>
                      <a:pt x="21" y="24"/>
                    </a:lnTo>
                    <a:lnTo>
                      <a:pt x="19" y="24"/>
                    </a:lnTo>
                    <a:lnTo>
                      <a:pt x="19" y="24"/>
                    </a:lnTo>
                    <a:lnTo>
                      <a:pt x="19" y="24"/>
                    </a:lnTo>
                    <a:lnTo>
                      <a:pt x="19" y="24"/>
                    </a:lnTo>
                    <a:lnTo>
                      <a:pt x="19" y="24"/>
                    </a:lnTo>
                    <a:lnTo>
                      <a:pt x="19" y="26"/>
                    </a:lnTo>
                    <a:lnTo>
                      <a:pt x="19" y="26"/>
                    </a:lnTo>
                    <a:lnTo>
                      <a:pt x="19" y="26"/>
                    </a:lnTo>
                    <a:lnTo>
                      <a:pt x="19" y="26"/>
                    </a:lnTo>
                    <a:lnTo>
                      <a:pt x="19" y="28"/>
                    </a:lnTo>
                    <a:lnTo>
                      <a:pt x="19" y="28"/>
                    </a:lnTo>
                    <a:lnTo>
                      <a:pt x="19" y="28"/>
                    </a:lnTo>
                    <a:lnTo>
                      <a:pt x="19" y="28"/>
                    </a:lnTo>
                    <a:lnTo>
                      <a:pt x="19" y="31"/>
                    </a:lnTo>
                    <a:lnTo>
                      <a:pt x="19" y="31"/>
                    </a:lnTo>
                    <a:lnTo>
                      <a:pt x="16" y="31"/>
                    </a:lnTo>
                    <a:lnTo>
                      <a:pt x="16" y="33"/>
                    </a:lnTo>
                    <a:lnTo>
                      <a:pt x="16" y="33"/>
                    </a:lnTo>
                    <a:lnTo>
                      <a:pt x="16" y="33"/>
                    </a:lnTo>
                    <a:lnTo>
                      <a:pt x="16" y="33"/>
                    </a:lnTo>
                    <a:lnTo>
                      <a:pt x="16" y="35"/>
                    </a:lnTo>
                    <a:lnTo>
                      <a:pt x="14" y="35"/>
                    </a:lnTo>
                    <a:lnTo>
                      <a:pt x="14" y="35"/>
                    </a:lnTo>
                    <a:lnTo>
                      <a:pt x="11" y="35"/>
                    </a:lnTo>
                    <a:lnTo>
                      <a:pt x="11" y="35"/>
                    </a:lnTo>
                    <a:lnTo>
                      <a:pt x="11" y="35"/>
                    </a:lnTo>
                    <a:lnTo>
                      <a:pt x="11" y="35"/>
                    </a:lnTo>
                    <a:lnTo>
                      <a:pt x="11" y="35"/>
                    </a:lnTo>
                    <a:lnTo>
                      <a:pt x="9" y="35"/>
                    </a:lnTo>
                    <a:lnTo>
                      <a:pt x="9" y="35"/>
                    </a:lnTo>
                    <a:lnTo>
                      <a:pt x="9" y="38"/>
                    </a:lnTo>
                    <a:lnTo>
                      <a:pt x="9" y="38"/>
                    </a:lnTo>
                    <a:lnTo>
                      <a:pt x="9" y="40"/>
                    </a:lnTo>
                    <a:lnTo>
                      <a:pt x="7" y="40"/>
                    </a:lnTo>
                    <a:lnTo>
                      <a:pt x="7" y="40"/>
                    </a:lnTo>
                    <a:lnTo>
                      <a:pt x="7" y="40"/>
                    </a:lnTo>
                    <a:lnTo>
                      <a:pt x="7" y="40"/>
                    </a:lnTo>
                    <a:lnTo>
                      <a:pt x="7" y="43"/>
                    </a:lnTo>
                    <a:lnTo>
                      <a:pt x="4" y="43"/>
                    </a:lnTo>
                    <a:lnTo>
                      <a:pt x="4" y="40"/>
                    </a:lnTo>
                    <a:lnTo>
                      <a:pt x="4" y="40"/>
                    </a:lnTo>
                    <a:lnTo>
                      <a:pt x="4" y="40"/>
                    </a:lnTo>
                    <a:lnTo>
                      <a:pt x="2" y="40"/>
                    </a:lnTo>
                    <a:lnTo>
                      <a:pt x="2" y="40"/>
                    </a:lnTo>
                    <a:lnTo>
                      <a:pt x="0" y="40"/>
                    </a:lnTo>
                    <a:lnTo>
                      <a:pt x="0" y="40"/>
                    </a:lnTo>
                    <a:lnTo>
                      <a:pt x="0" y="40"/>
                    </a:lnTo>
                    <a:lnTo>
                      <a:pt x="0" y="40"/>
                    </a:lnTo>
                    <a:lnTo>
                      <a:pt x="0" y="40"/>
                    </a:lnTo>
                    <a:lnTo>
                      <a:pt x="0" y="38"/>
                    </a:lnTo>
                    <a:lnTo>
                      <a:pt x="0" y="38"/>
                    </a:lnTo>
                    <a:lnTo>
                      <a:pt x="0" y="38"/>
                    </a:lnTo>
                    <a:lnTo>
                      <a:pt x="2" y="38"/>
                    </a:lnTo>
                    <a:lnTo>
                      <a:pt x="2" y="35"/>
                    </a:lnTo>
                    <a:lnTo>
                      <a:pt x="0" y="35"/>
                    </a:lnTo>
                    <a:lnTo>
                      <a:pt x="0" y="35"/>
                    </a:lnTo>
                    <a:lnTo>
                      <a:pt x="2" y="35"/>
                    </a:lnTo>
                    <a:lnTo>
                      <a:pt x="2" y="35"/>
                    </a:lnTo>
                    <a:lnTo>
                      <a:pt x="2" y="33"/>
                    </a:lnTo>
                    <a:lnTo>
                      <a:pt x="2" y="33"/>
                    </a:lnTo>
                    <a:lnTo>
                      <a:pt x="2" y="33"/>
                    </a:lnTo>
                    <a:lnTo>
                      <a:pt x="2" y="31"/>
                    </a:lnTo>
                    <a:lnTo>
                      <a:pt x="4" y="31"/>
                    </a:lnTo>
                    <a:lnTo>
                      <a:pt x="4" y="31"/>
                    </a:lnTo>
                    <a:lnTo>
                      <a:pt x="4" y="31"/>
                    </a:lnTo>
                    <a:lnTo>
                      <a:pt x="4" y="28"/>
                    </a:lnTo>
                    <a:lnTo>
                      <a:pt x="4" y="28"/>
                    </a:lnTo>
                    <a:lnTo>
                      <a:pt x="4" y="28"/>
                    </a:lnTo>
                    <a:lnTo>
                      <a:pt x="4" y="26"/>
                    </a:lnTo>
                    <a:lnTo>
                      <a:pt x="4" y="26"/>
                    </a:lnTo>
                    <a:lnTo>
                      <a:pt x="7" y="26"/>
                    </a:lnTo>
                    <a:lnTo>
                      <a:pt x="7" y="24"/>
                    </a:lnTo>
                    <a:lnTo>
                      <a:pt x="7" y="24"/>
                    </a:lnTo>
                    <a:lnTo>
                      <a:pt x="7" y="24"/>
                    </a:lnTo>
                    <a:lnTo>
                      <a:pt x="7" y="24"/>
                    </a:lnTo>
                    <a:lnTo>
                      <a:pt x="7" y="21"/>
                    </a:lnTo>
                    <a:lnTo>
                      <a:pt x="7" y="21"/>
                    </a:lnTo>
                    <a:lnTo>
                      <a:pt x="7" y="19"/>
                    </a:lnTo>
                    <a:lnTo>
                      <a:pt x="7" y="19"/>
                    </a:lnTo>
                    <a:lnTo>
                      <a:pt x="9" y="19"/>
                    </a:lnTo>
                    <a:lnTo>
                      <a:pt x="9" y="19"/>
                    </a:lnTo>
                    <a:lnTo>
                      <a:pt x="9" y="19"/>
                    </a:lnTo>
                    <a:lnTo>
                      <a:pt x="9" y="17"/>
                    </a:lnTo>
                    <a:lnTo>
                      <a:pt x="11" y="17"/>
                    </a:lnTo>
                    <a:lnTo>
                      <a:pt x="11" y="17"/>
                    </a:lnTo>
                    <a:lnTo>
                      <a:pt x="11" y="14"/>
                    </a:lnTo>
                    <a:lnTo>
                      <a:pt x="11" y="14"/>
                    </a:lnTo>
                    <a:lnTo>
                      <a:pt x="11" y="14"/>
                    </a:lnTo>
                    <a:lnTo>
                      <a:pt x="11" y="12"/>
                    </a:lnTo>
                    <a:lnTo>
                      <a:pt x="11" y="12"/>
                    </a:lnTo>
                    <a:lnTo>
                      <a:pt x="11" y="9"/>
                    </a:lnTo>
                    <a:lnTo>
                      <a:pt x="11" y="9"/>
                    </a:lnTo>
                    <a:lnTo>
                      <a:pt x="11" y="9"/>
                    </a:lnTo>
                    <a:lnTo>
                      <a:pt x="11" y="9"/>
                    </a:lnTo>
                    <a:lnTo>
                      <a:pt x="11" y="7"/>
                    </a:lnTo>
                    <a:lnTo>
                      <a:pt x="11" y="7"/>
                    </a:lnTo>
                    <a:lnTo>
                      <a:pt x="14" y="7"/>
                    </a:lnTo>
                    <a:lnTo>
                      <a:pt x="14" y="7"/>
                    </a:lnTo>
                    <a:lnTo>
                      <a:pt x="14" y="5"/>
                    </a:lnTo>
                    <a:lnTo>
                      <a:pt x="14" y="5"/>
                    </a:lnTo>
                    <a:lnTo>
                      <a:pt x="16" y="5"/>
                    </a:lnTo>
                    <a:lnTo>
                      <a:pt x="16" y="5"/>
                    </a:lnTo>
                    <a:lnTo>
                      <a:pt x="16" y="5"/>
                    </a:lnTo>
                    <a:lnTo>
                      <a:pt x="16" y="5"/>
                    </a:lnTo>
                    <a:lnTo>
                      <a:pt x="19" y="5"/>
                    </a:lnTo>
                    <a:lnTo>
                      <a:pt x="19" y="2"/>
                    </a:lnTo>
                    <a:lnTo>
                      <a:pt x="19" y="2"/>
                    </a:lnTo>
                    <a:lnTo>
                      <a:pt x="1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120"/>
              <p:cNvSpPr>
                <a:spLocks/>
              </p:cNvSpPr>
              <p:nvPr/>
            </p:nvSpPr>
            <p:spPr bwMode="auto">
              <a:xfrm>
                <a:off x="1584" y="1874"/>
                <a:ext cx="33" cy="43"/>
              </a:xfrm>
              <a:custGeom>
                <a:avLst/>
                <a:gdLst/>
                <a:ahLst/>
                <a:cxnLst>
                  <a:cxn ang="0">
                    <a:pos x="19" y="2"/>
                  </a:cxn>
                  <a:cxn ang="0">
                    <a:pos x="21" y="2"/>
                  </a:cxn>
                  <a:cxn ang="0">
                    <a:pos x="23" y="2"/>
                  </a:cxn>
                  <a:cxn ang="0">
                    <a:pos x="26" y="0"/>
                  </a:cxn>
                  <a:cxn ang="0">
                    <a:pos x="28" y="2"/>
                  </a:cxn>
                  <a:cxn ang="0">
                    <a:pos x="28" y="2"/>
                  </a:cxn>
                  <a:cxn ang="0">
                    <a:pos x="26" y="5"/>
                  </a:cxn>
                  <a:cxn ang="0">
                    <a:pos x="28" y="5"/>
                  </a:cxn>
                  <a:cxn ang="0">
                    <a:pos x="30" y="7"/>
                  </a:cxn>
                  <a:cxn ang="0">
                    <a:pos x="30" y="9"/>
                  </a:cxn>
                  <a:cxn ang="0">
                    <a:pos x="33" y="12"/>
                  </a:cxn>
                  <a:cxn ang="0">
                    <a:pos x="30" y="14"/>
                  </a:cxn>
                  <a:cxn ang="0">
                    <a:pos x="30" y="14"/>
                  </a:cxn>
                  <a:cxn ang="0">
                    <a:pos x="28" y="17"/>
                  </a:cxn>
                  <a:cxn ang="0">
                    <a:pos x="26" y="17"/>
                  </a:cxn>
                  <a:cxn ang="0">
                    <a:pos x="26" y="19"/>
                  </a:cxn>
                  <a:cxn ang="0">
                    <a:pos x="26" y="21"/>
                  </a:cxn>
                  <a:cxn ang="0">
                    <a:pos x="26" y="21"/>
                  </a:cxn>
                  <a:cxn ang="0">
                    <a:pos x="23" y="21"/>
                  </a:cxn>
                  <a:cxn ang="0">
                    <a:pos x="21" y="21"/>
                  </a:cxn>
                  <a:cxn ang="0">
                    <a:pos x="19" y="24"/>
                  </a:cxn>
                  <a:cxn ang="0">
                    <a:pos x="19" y="24"/>
                  </a:cxn>
                  <a:cxn ang="0">
                    <a:pos x="19" y="26"/>
                  </a:cxn>
                  <a:cxn ang="0">
                    <a:pos x="19" y="28"/>
                  </a:cxn>
                  <a:cxn ang="0">
                    <a:pos x="19" y="31"/>
                  </a:cxn>
                  <a:cxn ang="0">
                    <a:pos x="16" y="33"/>
                  </a:cxn>
                  <a:cxn ang="0">
                    <a:pos x="16" y="33"/>
                  </a:cxn>
                  <a:cxn ang="0">
                    <a:pos x="14" y="35"/>
                  </a:cxn>
                  <a:cxn ang="0">
                    <a:pos x="11" y="35"/>
                  </a:cxn>
                  <a:cxn ang="0">
                    <a:pos x="9" y="35"/>
                  </a:cxn>
                  <a:cxn ang="0">
                    <a:pos x="9" y="38"/>
                  </a:cxn>
                  <a:cxn ang="0">
                    <a:pos x="7" y="40"/>
                  </a:cxn>
                  <a:cxn ang="0">
                    <a:pos x="7" y="43"/>
                  </a:cxn>
                  <a:cxn ang="0">
                    <a:pos x="4" y="40"/>
                  </a:cxn>
                  <a:cxn ang="0">
                    <a:pos x="2" y="40"/>
                  </a:cxn>
                  <a:cxn ang="0">
                    <a:pos x="0" y="40"/>
                  </a:cxn>
                  <a:cxn ang="0">
                    <a:pos x="0" y="38"/>
                  </a:cxn>
                  <a:cxn ang="0">
                    <a:pos x="2" y="38"/>
                  </a:cxn>
                  <a:cxn ang="0">
                    <a:pos x="0" y="35"/>
                  </a:cxn>
                  <a:cxn ang="0">
                    <a:pos x="2" y="33"/>
                  </a:cxn>
                  <a:cxn ang="0">
                    <a:pos x="2" y="31"/>
                  </a:cxn>
                  <a:cxn ang="0">
                    <a:pos x="4" y="31"/>
                  </a:cxn>
                  <a:cxn ang="0">
                    <a:pos x="4" y="28"/>
                  </a:cxn>
                  <a:cxn ang="0">
                    <a:pos x="7" y="26"/>
                  </a:cxn>
                  <a:cxn ang="0">
                    <a:pos x="7" y="24"/>
                  </a:cxn>
                  <a:cxn ang="0">
                    <a:pos x="7" y="21"/>
                  </a:cxn>
                  <a:cxn ang="0">
                    <a:pos x="9" y="19"/>
                  </a:cxn>
                  <a:cxn ang="0">
                    <a:pos x="9" y="17"/>
                  </a:cxn>
                  <a:cxn ang="0">
                    <a:pos x="11" y="14"/>
                  </a:cxn>
                  <a:cxn ang="0">
                    <a:pos x="11" y="12"/>
                  </a:cxn>
                  <a:cxn ang="0">
                    <a:pos x="11" y="9"/>
                  </a:cxn>
                  <a:cxn ang="0">
                    <a:pos x="11" y="7"/>
                  </a:cxn>
                  <a:cxn ang="0">
                    <a:pos x="14" y="7"/>
                  </a:cxn>
                  <a:cxn ang="0">
                    <a:pos x="16" y="5"/>
                  </a:cxn>
                  <a:cxn ang="0">
                    <a:pos x="16" y="5"/>
                  </a:cxn>
                  <a:cxn ang="0">
                    <a:pos x="19" y="2"/>
                  </a:cxn>
                </a:cxnLst>
                <a:rect l="0" t="0" r="r" b="b"/>
                <a:pathLst>
                  <a:path w="33" h="43">
                    <a:moveTo>
                      <a:pt x="19" y="0"/>
                    </a:moveTo>
                    <a:lnTo>
                      <a:pt x="19" y="0"/>
                    </a:lnTo>
                    <a:lnTo>
                      <a:pt x="19" y="2"/>
                    </a:lnTo>
                    <a:lnTo>
                      <a:pt x="19" y="2"/>
                    </a:lnTo>
                    <a:lnTo>
                      <a:pt x="21" y="2"/>
                    </a:lnTo>
                    <a:lnTo>
                      <a:pt x="21" y="2"/>
                    </a:lnTo>
                    <a:lnTo>
                      <a:pt x="23" y="2"/>
                    </a:lnTo>
                    <a:lnTo>
                      <a:pt x="23" y="2"/>
                    </a:lnTo>
                    <a:lnTo>
                      <a:pt x="23" y="2"/>
                    </a:lnTo>
                    <a:lnTo>
                      <a:pt x="26" y="2"/>
                    </a:lnTo>
                    <a:lnTo>
                      <a:pt x="26" y="0"/>
                    </a:lnTo>
                    <a:lnTo>
                      <a:pt x="26" y="0"/>
                    </a:lnTo>
                    <a:lnTo>
                      <a:pt x="26" y="0"/>
                    </a:lnTo>
                    <a:lnTo>
                      <a:pt x="26" y="2"/>
                    </a:lnTo>
                    <a:lnTo>
                      <a:pt x="28" y="2"/>
                    </a:lnTo>
                    <a:lnTo>
                      <a:pt x="28" y="2"/>
                    </a:lnTo>
                    <a:lnTo>
                      <a:pt x="28" y="2"/>
                    </a:lnTo>
                    <a:lnTo>
                      <a:pt x="28" y="2"/>
                    </a:lnTo>
                    <a:lnTo>
                      <a:pt x="28" y="5"/>
                    </a:lnTo>
                    <a:lnTo>
                      <a:pt x="26" y="5"/>
                    </a:lnTo>
                    <a:lnTo>
                      <a:pt x="26" y="5"/>
                    </a:lnTo>
                    <a:lnTo>
                      <a:pt x="28" y="5"/>
                    </a:lnTo>
                    <a:lnTo>
                      <a:pt x="28" y="5"/>
                    </a:lnTo>
                    <a:lnTo>
                      <a:pt x="28" y="5"/>
                    </a:lnTo>
                    <a:lnTo>
                      <a:pt x="30" y="5"/>
                    </a:lnTo>
                    <a:lnTo>
                      <a:pt x="30" y="5"/>
                    </a:lnTo>
                    <a:lnTo>
                      <a:pt x="30" y="7"/>
                    </a:lnTo>
                    <a:lnTo>
                      <a:pt x="30" y="7"/>
                    </a:lnTo>
                    <a:lnTo>
                      <a:pt x="30" y="9"/>
                    </a:lnTo>
                    <a:lnTo>
                      <a:pt x="30" y="9"/>
                    </a:lnTo>
                    <a:lnTo>
                      <a:pt x="30" y="9"/>
                    </a:lnTo>
                    <a:lnTo>
                      <a:pt x="30" y="12"/>
                    </a:lnTo>
                    <a:lnTo>
                      <a:pt x="33" y="12"/>
                    </a:lnTo>
                    <a:lnTo>
                      <a:pt x="33" y="12"/>
                    </a:lnTo>
                    <a:lnTo>
                      <a:pt x="33" y="14"/>
                    </a:lnTo>
                    <a:lnTo>
                      <a:pt x="30" y="14"/>
                    </a:lnTo>
                    <a:lnTo>
                      <a:pt x="30" y="14"/>
                    </a:lnTo>
                    <a:lnTo>
                      <a:pt x="30" y="14"/>
                    </a:lnTo>
                    <a:lnTo>
                      <a:pt x="30" y="14"/>
                    </a:lnTo>
                    <a:lnTo>
                      <a:pt x="30" y="14"/>
                    </a:lnTo>
                    <a:lnTo>
                      <a:pt x="30" y="17"/>
                    </a:lnTo>
                    <a:lnTo>
                      <a:pt x="28" y="17"/>
                    </a:lnTo>
                    <a:lnTo>
                      <a:pt x="28" y="17"/>
                    </a:lnTo>
                    <a:lnTo>
                      <a:pt x="28" y="17"/>
                    </a:lnTo>
                    <a:lnTo>
                      <a:pt x="26" y="17"/>
                    </a:lnTo>
                    <a:lnTo>
                      <a:pt x="26" y="17"/>
                    </a:lnTo>
                    <a:lnTo>
                      <a:pt x="26" y="19"/>
                    </a:lnTo>
                    <a:lnTo>
                      <a:pt x="26" y="19"/>
                    </a:lnTo>
                    <a:lnTo>
                      <a:pt x="26" y="19"/>
                    </a:lnTo>
                    <a:lnTo>
                      <a:pt x="26" y="21"/>
                    </a:lnTo>
                    <a:lnTo>
                      <a:pt x="26" y="21"/>
                    </a:lnTo>
                    <a:lnTo>
                      <a:pt x="26" y="21"/>
                    </a:lnTo>
                    <a:lnTo>
                      <a:pt x="26" y="21"/>
                    </a:lnTo>
                    <a:lnTo>
                      <a:pt x="26" y="21"/>
                    </a:lnTo>
                    <a:lnTo>
                      <a:pt x="26" y="21"/>
                    </a:lnTo>
                    <a:lnTo>
                      <a:pt x="23" y="21"/>
                    </a:lnTo>
                    <a:lnTo>
                      <a:pt x="23" y="21"/>
                    </a:lnTo>
                    <a:lnTo>
                      <a:pt x="23" y="21"/>
                    </a:lnTo>
                    <a:lnTo>
                      <a:pt x="21" y="21"/>
                    </a:lnTo>
                    <a:lnTo>
                      <a:pt x="21" y="21"/>
                    </a:lnTo>
                    <a:lnTo>
                      <a:pt x="21" y="24"/>
                    </a:lnTo>
                    <a:lnTo>
                      <a:pt x="19" y="24"/>
                    </a:lnTo>
                    <a:lnTo>
                      <a:pt x="19" y="24"/>
                    </a:lnTo>
                    <a:lnTo>
                      <a:pt x="19" y="24"/>
                    </a:lnTo>
                    <a:lnTo>
                      <a:pt x="19" y="24"/>
                    </a:lnTo>
                    <a:lnTo>
                      <a:pt x="19" y="24"/>
                    </a:lnTo>
                    <a:lnTo>
                      <a:pt x="19" y="26"/>
                    </a:lnTo>
                    <a:lnTo>
                      <a:pt x="19" y="26"/>
                    </a:lnTo>
                    <a:lnTo>
                      <a:pt x="19" y="26"/>
                    </a:lnTo>
                    <a:lnTo>
                      <a:pt x="19" y="26"/>
                    </a:lnTo>
                    <a:lnTo>
                      <a:pt x="19" y="28"/>
                    </a:lnTo>
                    <a:lnTo>
                      <a:pt x="19" y="28"/>
                    </a:lnTo>
                    <a:lnTo>
                      <a:pt x="19" y="28"/>
                    </a:lnTo>
                    <a:lnTo>
                      <a:pt x="19" y="28"/>
                    </a:lnTo>
                    <a:lnTo>
                      <a:pt x="19" y="31"/>
                    </a:lnTo>
                    <a:lnTo>
                      <a:pt x="19" y="31"/>
                    </a:lnTo>
                    <a:lnTo>
                      <a:pt x="16" y="31"/>
                    </a:lnTo>
                    <a:lnTo>
                      <a:pt x="16" y="33"/>
                    </a:lnTo>
                    <a:lnTo>
                      <a:pt x="16" y="33"/>
                    </a:lnTo>
                    <a:lnTo>
                      <a:pt x="16" y="33"/>
                    </a:lnTo>
                    <a:lnTo>
                      <a:pt x="16" y="33"/>
                    </a:lnTo>
                    <a:lnTo>
                      <a:pt x="16" y="35"/>
                    </a:lnTo>
                    <a:lnTo>
                      <a:pt x="14" y="35"/>
                    </a:lnTo>
                    <a:lnTo>
                      <a:pt x="14" y="35"/>
                    </a:lnTo>
                    <a:lnTo>
                      <a:pt x="11" y="35"/>
                    </a:lnTo>
                    <a:lnTo>
                      <a:pt x="11" y="35"/>
                    </a:lnTo>
                    <a:lnTo>
                      <a:pt x="11" y="35"/>
                    </a:lnTo>
                    <a:lnTo>
                      <a:pt x="11" y="35"/>
                    </a:lnTo>
                    <a:lnTo>
                      <a:pt x="11" y="35"/>
                    </a:lnTo>
                    <a:lnTo>
                      <a:pt x="9" y="35"/>
                    </a:lnTo>
                    <a:lnTo>
                      <a:pt x="9" y="35"/>
                    </a:lnTo>
                    <a:lnTo>
                      <a:pt x="9" y="38"/>
                    </a:lnTo>
                    <a:lnTo>
                      <a:pt x="9" y="38"/>
                    </a:lnTo>
                    <a:lnTo>
                      <a:pt x="9" y="40"/>
                    </a:lnTo>
                    <a:lnTo>
                      <a:pt x="7" y="40"/>
                    </a:lnTo>
                    <a:lnTo>
                      <a:pt x="7" y="40"/>
                    </a:lnTo>
                    <a:lnTo>
                      <a:pt x="7" y="40"/>
                    </a:lnTo>
                    <a:lnTo>
                      <a:pt x="7" y="40"/>
                    </a:lnTo>
                    <a:lnTo>
                      <a:pt x="7" y="43"/>
                    </a:lnTo>
                    <a:lnTo>
                      <a:pt x="4" y="43"/>
                    </a:lnTo>
                    <a:lnTo>
                      <a:pt x="4" y="40"/>
                    </a:lnTo>
                    <a:lnTo>
                      <a:pt x="4" y="40"/>
                    </a:lnTo>
                    <a:lnTo>
                      <a:pt x="4" y="40"/>
                    </a:lnTo>
                    <a:lnTo>
                      <a:pt x="2" y="40"/>
                    </a:lnTo>
                    <a:lnTo>
                      <a:pt x="2" y="40"/>
                    </a:lnTo>
                    <a:lnTo>
                      <a:pt x="0" y="40"/>
                    </a:lnTo>
                    <a:lnTo>
                      <a:pt x="0" y="40"/>
                    </a:lnTo>
                    <a:lnTo>
                      <a:pt x="0" y="40"/>
                    </a:lnTo>
                    <a:lnTo>
                      <a:pt x="0" y="40"/>
                    </a:lnTo>
                    <a:lnTo>
                      <a:pt x="0" y="40"/>
                    </a:lnTo>
                    <a:lnTo>
                      <a:pt x="0" y="38"/>
                    </a:lnTo>
                    <a:lnTo>
                      <a:pt x="0" y="38"/>
                    </a:lnTo>
                    <a:lnTo>
                      <a:pt x="0" y="38"/>
                    </a:lnTo>
                    <a:lnTo>
                      <a:pt x="2" y="38"/>
                    </a:lnTo>
                    <a:lnTo>
                      <a:pt x="2" y="35"/>
                    </a:lnTo>
                    <a:lnTo>
                      <a:pt x="0" y="35"/>
                    </a:lnTo>
                    <a:lnTo>
                      <a:pt x="0" y="35"/>
                    </a:lnTo>
                    <a:lnTo>
                      <a:pt x="2" y="35"/>
                    </a:lnTo>
                    <a:lnTo>
                      <a:pt x="2" y="35"/>
                    </a:lnTo>
                    <a:lnTo>
                      <a:pt x="2" y="33"/>
                    </a:lnTo>
                    <a:lnTo>
                      <a:pt x="2" y="33"/>
                    </a:lnTo>
                    <a:lnTo>
                      <a:pt x="2" y="33"/>
                    </a:lnTo>
                    <a:lnTo>
                      <a:pt x="2" y="31"/>
                    </a:lnTo>
                    <a:lnTo>
                      <a:pt x="4" y="31"/>
                    </a:lnTo>
                    <a:lnTo>
                      <a:pt x="4" y="31"/>
                    </a:lnTo>
                    <a:lnTo>
                      <a:pt x="4" y="31"/>
                    </a:lnTo>
                    <a:lnTo>
                      <a:pt x="4" y="28"/>
                    </a:lnTo>
                    <a:lnTo>
                      <a:pt x="4" y="28"/>
                    </a:lnTo>
                    <a:lnTo>
                      <a:pt x="4" y="28"/>
                    </a:lnTo>
                    <a:lnTo>
                      <a:pt x="4" y="26"/>
                    </a:lnTo>
                    <a:lnTo>
                      <a:pt x="4" y="26"/>
                    </a:lnTo>
                    <a:lnTo>
                      <a:pt x="7" y="26"/>
                    </a:lnTo>
                    <a:lnTo>
                      <a:pt x="7" y="24"/>
                    </a:lnTo>
                    <a:lnTo>
                      <a:pt x="7" y="24"/>
                    </a:lnTo>
                    <a:lnTo>
                      <a:pt x="7" y="24"/>
                    </a:lnTo>
                    <a:lnTo>
                      <a:pt x="7" y="24"/>
                    </a:lnTo>
                    <a:lnTo>
                      <a:pt x="7" y="21"/>
                    </a:lnTo>
                    <a:lnTo>
                      <a:pt x="7" y="21"/>
                    </a:lnTo>
                    <a:lnTo>
                      <a:pt x="7" y="19"/>
                    </a:lnTo>
                    <a:lnTo>
                      <a:pt x="7" y="19"/>
                    </a:lnTo>
                    <a:lnTo>
                      <a:pt x="9" y="19"/>
                    </a:lnTo>
                    <a:lnTo>
                      <a:pt x="9" y="19"/>
                    </a:lnTo>
                    <a:lnTo>
                      <a:pt x="9" y="19"/>
                    </a:lnTo>
                    <a:lnTo>
                      <a:pt x="9" y="17"/>
                    </a:lnTo>
                    <a:lnTo>
                      <a:pt x="11" y="17"/>
                    </a:lnTo>
                    <a:lnTo>
                      <a:pt x="11" y="17"/>
                    </a:lnTo>
                    <a:lnTo>
                      <a:pt x="11" y="14"/>
                    </a:lnTo>
                    <a:lnTo>
                      <a:pt x="11" y="14"/>
                    </a:lnTo>
                    <a:lnTo>
                      <a:pt x="11" y="14"/>
                    </a:lnTo>
                    <a:lnTo>
                      <a:pt x="11" y="12"/>
                    </a:lnTo>
                    <a:lnTo>
                      <a:pt x="11" y="12"/>
                    </a:lnTo>
                    <a:lnTo>
                      <a:pt x="11" y="9"/>
                    </a:lnTo>
                    <a:lnTo>
                      <a:pt x="11" y="9"/>
                    </a:lnTo>
                    <a:lnTo>
                      <a:pt x="11" y="9"/>
                    </a:lnTo>
                    <a:lnTo>
                      <a:pt x="11" y="9"/>
                    </a:lnTo>
                    <a:lnTo>
                      <a:pt x="11" y="7"/>
                    </a:lnTo>
                    <a:lnTo>
                      <a:pt x="11" y="7"/>
                    </a:lnTo>
                    <a:lnTo>
                      <a:pt x="14" y="7"/>
                    </a:lnTo>
                    <a:lnTo>
                      <a:pt x="14" y="7"/>
                    </a:lnTo>
                    <a:lnTo>
                      <a:pt x="14" y="5"/>
                    </a:lnTo>
                    <a:lnTo>
                      <a:pt x="14" y="5"/>
                    </a:lnTo>
                    <a:lnTo>
                      <a:pt x="16" y="5"/>
                    </a:lnTo>
                    <a:lnTo>
                      <a:pt x="16" y="5"/>
                    </a:lnTo>
                    <a:lnTo>
                      <a:pt x="16" y="5"/>
                    </a:lnTo>
                    <a:lnTo>
                      <a:pt x="16" y="5"/>
                    </a:lnTo>
                    <a:lnTo>
                      <a:pt x="19" y="5"/>
                    </a:lnTo>
                    <a:lnTo>
                      <a:pt x="19" y="2"/>
                    </a:lnTo>
                    <a:lnTo>
                      <a:pt x="19" y="2"/>
                    </a:lnTo>
                    <a:lnTo>
                      <a:pt x="1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121"/>
              <p:cNvSpPr>
                <a:spLocks/>
              </p:cNvSpPr>
              <p:nvPr/>
            </p:nvSpPr>
            <p:spPr bwMode="auto">
              <a:xfrm>
                <a:off x="2980" y="2184"/>
                <a:ext cx="163" cy="218"/>
              </a:xfrm>
              <a:custGeom>
                <a:avLst/>
                <a:gdLst/>
                <a:ahLst/>
                <a:cxnLst>
                  <a:cxn ang="0">
                    <a:pos x="52" y="12"/>
                  </a:cxn>
                  <a:cxn ang="0">
                    <a:pos x="59" y="17"/>
                  </a:cxn>
                  <a:cxn ang="0">
                    <a:pos x="59" y="26"/>
                  </a:cxn>
                  <a:cxn ang="0">
                    <a:pos x="64" y="38"/>
                  </a:cxn>
                  <a:cxn ang="0">
                    <a:pos x="76" y="45"/>
                  </a:cxn>
                  <a:cxn ang="0">
                    <a:pos x="85" y="38"/>
                  </a:cxn>
                  <a:cxn ang="0">
                    <a:pos x="95" y="45"/>
                  </a:cxn>
                  <a:cxn ang="0">
                    <a:pos x="97" y="53"/>
                  </a:cxn>
                  <a:cxn ang="0">
                    <a:pos x="104" y="62"/>
                  </a:cxn>
                  <a:cxn ang="0">
                    <a:pos x="97" y="71"/>
                  </a:cxn>
                  <a:cxn ang="0">
                    <a:pos x="85" y="71"/>
                  </a:cxn>
                  <a:cxn ang="0">
                    <a:pos x="83" y="81"/>
                  </a:cxn>
                  <a:cxn ang="0">
                    <a:pos x="95" y="88"/>
                  </a:cxn>
                  <a:cxn ang="0">
                    <a:pos x="107" y="95"/>
                  </a:cxn>
                  <a:cxn ang="0">
                    <a:pos x="109" y="107"/>
                  </a:cxn>
                  <a:cxn ang="0">
                    <a:pos x="118" y="114"/>
                  </a:cxn>
                  <a:cxn ang="0">
                    <a:pos x="126" y="126"/>
                  </a:cxn>
                  <a:cxn ang="0">
                    <a:pos x="135" y="135"/>
                  </a:cxn>
                  <a:cxn ang="0">
                    <a:pos x="140" y="150"/>
                  </a:cxn>
                  <a:cxn ang="0">
                    <a:pos x="147" y="154"/>
                  </a:cxn>
                  <a:cxn ang="0">
                    <a:pos x="156" y="164"/>
                  </a:cxn>
                  <a:cxn ang="0">
                    <a:pos x="154" y="171"/>
                  </a:cxn>
                  <a:cxn ang="0">
                    <a:pos x="161" y="183"/>
                  </a:cxn>
                  <a:cxn ang="0">
                    <a:pos x="159" y="192"/>
                  </a:cxn>
                  <a:cxn ang="0">
                    <a:pos x="154" y="202"/>
                  </a:cxn>
                  <a:cxn ang="0">
                    <a:pos x="145" y="209"/>
                  </a:cxn>
                  <a:cxn ang="0">
                    <a:pos x="135" y="202"/>
                  </a:cxn>
                  <a:cxn ang="0">
                    <a:pos x="128" y="209"/>
                  </a:cxn>
                  <a:cxn ang="0">
                    <a:pos x="123" y="216"/>
                  </a:cxn>
                  <a:cxn ang="0">
                    <a:pos x="114" y="214"/>
                  </a:cxn>
                  <a:cxn ang="0">
                    <a:pos x="114" y="204"/>
                  </a:cxn>
                  <a:cxn ang="0">
                    <a:pos x="118" y="190"/>
                  </a:cxn>
                  <a:cxn ang="0">
                    <a:pos x="114" y="181"/>
                  </a:cxn>
                  <a:cxn ang="0">
                    <a:pos x="114" y="169"/>
                  </a:cxn>
                  <a:cxn ang="0">
                    <a:pos x="104" y="159"/>
                  </a:cxn>
                  <a:cxn ang="0">
                    <a:pos x="100" y="147"/>
                  </a:cxn>
                  <a:cxn ang="0">
                    <a:pos x="102" y="131"/>
                  </a:cxn>
                  <a:cxn ang="0">
                    <a:pos x="92" y="121"/>
                  </a:cxn>
                  <a:cxn ang="0">
                    <a:pos x="85" y="109"/>
                  </a:cxn>
                  <a:cxn ang="0">
                    <a:pos x="76" y="102"/>
                  </a:cxn>
                  <a:cxn ang="0">
                    <a:pos x="66" y="107"/>
                  </a:cxn>
                  <a:cxn ang="0">
                    <a:pos x="57" y="117"/>
                  </a:cxn>
                  <a:cxn ang="0">
                    <a:pos x="47" y="112"/>
                  </a:cxn>
                  <a:cxn ang="0">
                    <a:pos x="38" y="112"/>
                  </a:cxn>
                  <a:cxn ang="0">
                    <a:pos x="26" y="121"/>
                  </a:cxn>
                  <a:cxn ang="0">
                    <a:pos x="19" y="124"/>
                  </a:cxn>
                  <a:cxn ang="0">
                    <a:pos x="21" y="107"/>
                  </a:cxn>
                  <a:cxn ang="0">
                    <a:pos x="24" y="95"/>
                  </a:cxn>
                  <a:cxn ang="0">
                    <a:pos x="24" y="81"/>
                  </a:cxn>
                  <a:cxn ang="0">
                    <a:pos x="17" y="71"/>
                  </a:cxn>
                  <a:cxn ang="0">
                    <a:pos x="7" y="71"/>
                  </a:cxn>
                  <a:cxn ang="0">
                    <a:pos x="10" y="60"/>
                  </a:cxn>
                  <a:cxn ang="0">
                    <a:pos x="0" y="57"/>
                  </a:cxn>
                  <a:cxn ang="0">
                    <a:pos x="5" y="43"/>
                  </a:cxn>
                  <a:cxn ang="0">
                    <a:pos x="10" y="36"/>
                  </a:cxn>
                  <a:cxn ang="0">
                    <a:pos x="19" y="29"/>
                  </a:cxn>
                  <a:cxn ang="0">
                    <a:pos x="26" y="31"/>
                  </a:cxn>
                  <a:cxn ang="0">
                    <a:pos x="36" y="34"/>
                  </a:cxn>
                  <a:cxn ang="0">
                    <a:pos x="36" y="22"/>
                  </a:cxn>
                  <a:cxn ang="0">
                    <a:pos x="31" y="10"/>
                  </a:cxn>
                  <a:cxn ang="0">
                    <a:pos x="38" y="0"/>
                  </a:cxn>
                </a:cxnLst>
                <a:rect l="0" t="0" r="r" b="b"/>
                <a:pathLst>
                  <a:path w="163" h="218">
                    <a:moveTo>
                      <a:pt x="45" y="0"/>
                    </a:moveTo>
                    <a:lnTo>
                      <a:pt x="45" y="3"/>
                    </a:lnTo>
                    <a:lnTo>
                      <a:pt x="45" y="3"/>
                    </a:lnTo>
                    <a:lnTo>
                      <a:pt x="45" y="3"/>
                    </a:lnTo>
                    <a:lnTo>
                      <a:pt x="45" y="5"/>
                    </a:lnTo>
                    <a:lnTo>
                      <a:pt x="45" y="5"/>
                    </a:lnTo>
                    <a:lnTo>
                      <a:pt x="45" y="5"/>
                    </a:lnTo>
                    <a:lnTo>
                      <a:pt x="47" y="5"/>
                    </a:lnTo>
                    <a:lnTo>
                      <a:pt x="47" y="8"/>
                    </a:lnTo>
                    <a:lnTo>
                      <a:pt x="47" y="8"/>
                    </a:lnTo>
                    <a:lnTo>
                      <a:pt x="47" y="8"/>
                    </a:lnTo>
                    <a:lnTo>
                      <a:pt x="47" y="8"/>
                    </a:lnTo>
                    <a:lnTo>
                      <a:pt x="47" y="10"/>
                    </a:lnTo>
                    <a:lnTo>
                      <a:pt x="50" y="10"/>
                    </a:lnTo>
                    <a:lnTo>
                      <a:pt x="50" y="10"/>
                    </a:lnTo>
                    <a:lnTo>
                      <a:pt x="50" y="10"/>
                    </a:lnTo>
                    <a:lnTo>
                      <a:pt x="50" y="10"/>
                    </a:lnTo>
                    <a:lnTo>
                      <a:pt x="52" y="10"/>
                    </a:lnTo>
                    <a:lnTo>
                      <a:pt x="52" y="12"/>
                    </a:lnTo>
                    <a:lnTo>
                      <a:pt x="52" y="12"/>
                    </a:lnTo>
                    <a:lnTo>
                      <a:pt x="52" y="12"/>
                    </a:lnTo>
                    <a:lnTo>
                      <a:pt x="52" y="12"/>
                    </a:lnTo>
                    <a:lnTo>
                      <a:pt x="52" y="15"/>
                    </a:lnTo>
                    <a:lnTo>
                      <a:pt x="55" y="15"/>
                    </a:lnTo>
                    <a:lnTo>
                      <a:pt x="55" y="15"/>
                    </a:lnTo>
                    <a:lnTo>
                      <a:pt x="55" y="17"/>
                    </a:lnTo>
                    <a:lnTo>
                      <a:pt x="55" y="17"/>
                    </a:lnTo>
                    <a:lnTo>
                      <a:pt x="55" y="17"/>
                    </a:lnTo>
                    <a:lnTo>
                      <a:pt x="55" y="19"/>
                    </a:lnTo>
                    <a:lnTo>
                      <a:pt x="55" y="19"/>
                    </a:lnTo>
                    <a:lnTo>
                      <a:pt x="55" y="22"/>
                    </a:lnTo>
                    <a:lnTo>
                      <a:pt x="55" y="22"/>
                    </a:lnTo>
                    <a:lnTo>
                      <a:pt x="57" y="22"/>
                    </a:lnTo>
                    <a:lnTo>
                      <a:pt x="57" y="22"/>
                    </a:lnTo>
                    <a:lnTo>
                      <a:pt x="57" y="19"/>
                    </a:lnTo>
                    <a:lnTo>
                      <a:pt x="59" y="19"/>
                    </a:lnTo>
                    <a:lnTo>
                      <a:pt x="59" y="19"/>
                    </a:lnTo>
                    <a:lnTo>
                      <a:pt x="59" y="17"/>
                    </a:lnTo>
                    <a:lnTo>
                      <a:pt x="59" y="17"/>
                    </a:lnTo>
                    <a:lnTo>
                      <a:pt x="59" y="17"/>
                    </a:lnTo>
                    <a:lnTo>
                      <a:pt x="59" y="17"/>
                    </a:lnTo>
                    <a:lnTo>
                      <a:pt x="59" y="19"/>
                    </a:lnTo>
                    <a:lnTo>
                      <a:pt x="59" y="19"/>
                    </a:lnTo>
                    <a:lnTo>
                      <a:pt x="59" y="19"/>
                    </a:lnTo>
                    <a:lnTo>
                      <a:pt x="62" y="19"/>
                    </a:lnTo>
                    <a:lnTo>
                      <a:pt x="62" y="22"/>
                    </a:lnTo>
                    <a:lnTo>
                      <a:pt x="62" y="22"/>
                    </a:lnTo>
                    <a:lnTo>
                      <a:pt x="62" y="22"/>
                    </a:lnTo>
                    <a:lnTo>
                      <a:pt x="62" y="22"/>
                    </a:lnTo>
                    <a:lnTo>
                      <a:pt x="62" y="22"/>
                    </a:lnTo>
                    <a:lnTo>
                      <a:pt x="62" y="24"/>
                    </a:lnTo>
                    <a:lnTo>
                      <a:pt x="59" y="24"/>
                    </a:lnTo>
                    <a:lnTo>
                      <a:pt x="59" y="24"/>
                    </a:lnTo>
                    <a:lnTo>
                      <a:pt x="59" y="26"/>
                    </a:lnTo>
                    <a:lnTo>
                      <a:pt x="59" y="26"/>
                    </a:lnTo>
                    <a:lnTo>
                      <a:pt x="59" y="26"/>
                    </a:lnTo>
                    <a:lnTo>
                      <a:pt x="59" y="26"/>
                    </a:lnTo>
                    <a:lnTo>
                      <a:pt x="59" y="29"/>
                    </a:lnTo>
                    <a:lnTo>
                      <a:pt x="59" y="29"/>
                    </a:lnTo>
                    <a:lnTo>
                      <a:pt x="59" y="29"/>
                    </a:lnTo>
                    <a:lnTo>
                      <a:pt x="59" y="31"/>
                    </a:lnTo>
                    <a:lnTo>
                      <a:pt x="59" y="31"/>
                    </a:lnTo>
                    <a:lnTo>
                      <a:pt x="59" y="31"/>
                    </a:lnTo>
                    <a:lnTo>
                      <a:pt x="59" y="31"/>
                    </a:lnTo>
                    <a:lnTo>
                      <a:pt x="59" y="31"/>
                    </a:lnTo>
                    <a:lnTo>
                      <a:pt x="59" y="31"/>
                    </a:lnTo>
                    <a:lnTo>
                      <a:pt x="59" y="34"/>
                    </a:lnTo>
                    <a:lnTo>
                      <a:pt x="62" y="34"/>
                    </a:lnTo>
                    <a:lnTo>
                      <a:pt x="62" y="34"/>
                    </a:lnTo>
                    <a:lnTo>
                      <a:pt x="62" y="36"/>
                    </a:lnTo>
                    <a:lnTo>
                      <a:pt x="62" y="36"/>
                    </a:lnTo>
                    <a:lnTo>
                      <a:pt x="62" y="36"/>
                    </a:lnTo>
                    <a:lnTo>
                      <a:pt x="62" y="36"/>
                    </a:lnTo>
                    <a:lnTo>
                      <a:pt x="62" y="38"/>
                    </a:lnTo>
                    <a:lnTo>
                      <a:pt x="64" y="38"/>
                    </a:lnTo>
                    <a:lnTo>
                      <a:pt x="64" y="38"/>
                    </a:lnTo>
                    <a:lnTo>
                      <a:pt x="64" y="41"/>
                    </a:lnTo>
                    <a:lnTo>
                      <a:pt x="64" y="41"/>
                    </a:lnTo>
                    <a:lnTo>
                      <a:pt x="64" y="41"/>
                    </a:lnTo>
                    <a:lnTo>
                      <a:pt x="66" y="41"/>
                    </a:lnTo>
                    <a:lnTo>
                      <a:pt x="66" y="41"/>
                    </a:lnTo>
                    <a:lnTo>
                      <a:pt x="66" y="41"/>
                    </a:lnTo>
                    <a:lnTo>
                      <a:pt x="66" y="41"/>
                    </a:lnTo>
                    <a:lnTo>
                      <a:pt x="69" y="41"/>
                    </a:lnTo>
                    <a:lnTo>
                      <a:pt x="69" y="41"/>
                    </a:lnTo>
                    <a:lnTo>
                      <a:pt x="69" y="43"/>
                    </a:lnTo>
                    <a:lnTo>
                      <a:pt x="69" y="43"/>
                    </a:lnTo>
                    <a:lnTo>
                      <a:pt x="71" y="43"/>
                    </a:lnTo>
                    <a:lnTo>
                      <a:pt x="71" y="43"/>
                    </a:lnTo>
                    <a:lnTo>
                      <a:pt x="74" y="43"/>
                    </a:lnTo>
                    <a:lnTo>
                      <a:pt x="74" y="43"/>
                    </a:lnTo>
                    <a:lnTo>
                      <a:pt x="74" y="43"/>
                    </a:lnTo>
                    <a:lnTo>
                      <a:pt x="74" y="43"/>
                    </a:lnTo>
                    <a:lnTo>
                      <a:pt x="76" y="43"/>
                    </a:lnTo>
                    <a:lnTo>
                      <a:pt x="76" y="45"/>
                    </a:lnTo>
                    <a:lnTo>
                      <a:pt x="76" y="45"/>
                    </a:lnTo>
                    <a:lnTo>
                      <a:pt x="76" y="45"/>
                    </a:lnTo>
                    <a:lnTo>
                      <a:pt x="78" y="45"/>
                    </a:lnTo>
                    <a:lnTo>
                      <a:pt x="78" y="45"/>
                    </a:lnTo>
                    <a:lnTo>
                      <a:pt x="78" y="45"/>
                    </a:lnTo>
                    <a:lnTo>
                      <a:pt x="78" y="43"/>
                    </a:lnTo>
                    <a:lnTo>
                      <a:pt x="78" y="43"/>
                    </a:lnTo>
                    <a:lnTo>
                      <a:pt x="78" y="43"/>
                    </a:lnTo>
                    <a:lnTo>
                      <a:pt x="78" y="41"/>
                    </a:lnTo>
                    <a:lnTo>
                      <a:pt x="81" y="41"/>
                    </a:lnTo>
                    <a:lnTo>
                      <a:pt x="81" y="41"/>
                    </a:lnTo>
                    <a:lnTo>
                      <a:pt x="81" y="41"/>
                    </a:lnTo>
                    <a:lnTo>
                      <a:pt x="81" y="41"/>
                    </a:lnTo>
                    <a:lnTo>
                      <a:pt x="83" y="41"/>
                    </a:lnTo>
                    <a:lnTo>
                      <a:pt x="83" y="41"/>
                    </a:lnTo>
                    <a:lnTo>
                      <a:pt x="83" y="41"/>
                    </a:lnTo>
                    <a:lnTo>
                      <a:pt x="85" y="41"/>
                    </a:lnTo>
                    <a:lnTo>
                      <a:pt x="85" y="38"/>
                    </a:lnTo>
                    <a:lnTo>
                      <a:pt x="85" y="38"/>
                    </a:lnTo>
                    <a:lnTo>
                      <a:pt x="85" y="38"/>
                    </a:lnTo>
                    <a:lnTo>
                      <a:pt x="88" y="38"/>
                    </a:lnTo>
                    <a:lnTo>
                      <a:pt x="88" y="38"/>
                    </a:lnTo>
                    <a:lnTo>
                      <a:pt x="88" y="38"/>
                    </a:lnTo>
                    <a:lnTo>
                      <a:pt x="88" y="41"/>
                    </a:lnTo>
                    <a:lnTo>
                      <a:pt x="90" y="41"/>
                    </a:lnTo>
                    <a:lnTo>
                      <a:pt x="90" y="41"/>
                    </a:lnTo>
                    <a:lnTo>
                      <a:pt x="90" y="41"/>
                    </a:lnTo>
                    <a:lnTo>
                      <a:pt x="90" y="41"/>
                    </a:lnTo>
                    <a:lnTo>
                      <a:pt x="92" y="41"/>
                    </a:lnTo>
                    <a:lnTo>
                      <a:pt x="92" y="43"/>
                    </a:lnTo>
                    <a:lnTo>
                      <a:pt x="92" y="43"/>
                    </a:lnTo>
                    <a:lnTo>
                      <a:pt x="92" y="43"/>
                    </a:lnTo>
                    <a:lnTo>
                      <a:pt x="92" y="43"/>
                    </a:lnTo>
                    <a:lnTo>
                      <a:pt x="95" y="43"/>
                    </a:lnTo>
                    <a:lnTo>
                      <a:pt x="95" y="45"/>
                    </a:lnTo>
                    <a:lnTo>
                      <a:pt x="95" y="45"/>
                    </a:lnTo>
                    <a:lnTo>
                      <a:pt x="95" y="45"/>
                    </a:lnTo>
                    <a:lnTo>
                      <a:pt x="95" y="45"/>
                    </a:lnTo>
                    <a:lnTo>
                      <a:pt x="97" y="45"/>
                    </a:lnTo>
                    <a:lnTo>
                      <a:pt x="97" y="48"/>
                    </a:lnTo>
                    <a:lnTo>
                      <a:pt x="95" y="48"/>
                    </a:lnTo>
                    <a:lnTo>
                      <a:pt x="95" y="48"/>
                    </a:lnTo>
                    <a:lnTo>
                      <a:pt x="95" y="50"/>
                    </a:lnTo>
                    <a:lnTo>
                      <a:pt x="95" y="50"/>
                    </a:lnTo>
                    <a:lnTo>
                      <a:pt x="95" y="50"/>
                    </a:lnTo>
                    <a:lnTo>
                      <a:pt x="92" y="50"/>
                    </a:lnTo>
                    <a:lnTo>
                      <a:pt x="92" y="50"/>
                    </a:lnTo>
                    <a:lnTo>
                      <a:pt x="92" y="50"/>
                    </a:lnTo>
                    <a:lnTo>
                      <a:pt x="92" y="50"/>
                    </a:lnTo>
                    <a:lnTo>
                      <a:pt x="92" y="50"/>
                    </a:lnTo>
                    <a:lnTo>
                      <a:pt x="92" y="50"/>
                    </a:lnTo>
                    <a:lnTo>
                      <a:pt x="92" y="53"/>
                    </a:lnTo>
                    <a:lnTo>
                      <a:pt x="92" y="53"/>
                    </a:lnTo>
                    <a:lnTo>
                      <a:pt x="95" y="53"/>
                    </a:lnTo>
                    <a:lnTo>
                      <a:pt x="95" y="53"/>
                    </a:lnTo>
                    <a:lnTo>
                      <a:pt x="95" y="53"/>
                    </a:lnTo>
                    <a:lnTo>
                      <a:pt x="97" y="53"/>
                    </a:lnTo>
                    <a:lnTo>
                      <a:pt x="97" y="53"/>
                    </a:lnTo>
                    <a:lnTo>
                      <a:pt x="97" y="53"/>
                    </a:lnTo>
                    <a:lnTo>
                      <a:pt x="100" y="53"/>
                    </a:lnTo>
                    <a:lnTo>
                      <a:pt x="100" y="55"/>
                    </a:lnTo>
                    <a:lnTo>
                      <a:pt x="100" y="55"/>
                    </a:lnTo>
                    <a:lnTo>
                      <a:pt x="97" y="55"/>
                    </a:lnTo>
                    <a:lnTo>
                      <a:pt x="97" y="57"/>
                    </a:lnTo>
                    <a:lnTo>
                      <a:pt x="97" y="57"/>
                    </a:lnTo>
                    <a:lnTo>
                      <a:pt x="100" y="57"/>
                    </a:lnTo>
                    <a:lnTo>
                      <a:pt x="100" y="57"/>
                    </a:lnTo>
                    <a:lnTo>
                      <a:pt x="100" y="57"/>
                    </a:lnTo>
                    <a:lnTo>
                      <a:pt x="102" y="57"/>
                    </a:lnTo>
                    <a:lnTo>
                      <a:pt x="102" y="57"/>
                    </a:lnTo>
                    <a:lnTo>
                      <a:pt x="102" y="57"/>
                    </a:lnTo>
                    <a:lnTo>
                      <a:pt x="102" y="60"/>
                    </a:lnTo>
                    <a:lnTo>
                      <a:pt x="102" y="60"/>
                    </a:lnTo>
                    <a:lnTo>
                      <a:pt x="104" y="60"/>
                    </a:lnTo>
                    <a:lnTo>
                      <a:pt x="104" y="60"/>
                    </a:lnTo>
                    <a:lnTo>
                      <a:pt x="104" y="62"/>
                    </a:lnTo>
                    <a:lnTo>
                      <a:pt x="104" y="62"/>
                    </a:lnTo>
                    <a:lnTo>
                      <a:pt x="102" y="62"/>
                    </a:lnTo>
                    <a:lnTo>
                      <a:pt x="102" y="62"/>
                    </a:lnTo>
                    <a:lnTo>
                      <a:pt x="102" y="64"/>
                    </a:lnTo>
                    <a:lnTo>
                      <a:pt x="102" y="64"/>
                    </a:lnTo>
                    <a:lnTo>
                      <a:pt x="102" y="64"/>
                    </a:lnTo>
                    <a:lnTo>
                      <a:pt x="100" y="64"/>
                    </a:lnTo>
                    <a:lnTo>
                      <a:pt x="100" y="67"/>
                    </a:lnTo>
                    <a:lnTo>
                      <a:pt x="102" y="67"/>
                    </a:lnTo>
                    <a:lnTo>
                      <a:pt x="102" y="67"/>
                    </a:lnTo>
                    <a:lnTo>
                      <a:pt x="102" y="69"/>
                    </a:lnTo>
                    <a:lnTo>
                      <a:pt x="100" y="69"/>
                    </a:lnTo>
                    <a:lnTo>
                      <a:pt x="100" y="69"/>
                    </a:lnTo>
                    <a:lnTo>
                      <a:pt x="100" y="69"/>
                    </a:lnTo>
                    <a:lnTo>
                      <a:pt x="100" y="69"/>
                    </a:lnTo>
                    <a:lnTo>
                      <a:pt x="100" y="71"/>
                    </a:lnTo>
                    <a:lnTo>
                      <a:pt x="97" y="71"/>
                    </a:lnTo>
                    <a:lnTo>
                      <a:pt x="97" y="71"/>
                    </a:lnTo>
                    <a:lnTo>
                      <a:pt x="97" y="71"/>
                    </a:lnTo>
                    <a:lnTo>
                      <a:pt x="97" y="71"/>
                    </a:lnTo>
                    <a:lnTo>
                      <a:pt x="95" y="71"/>
                    </a:lnTo>
                    <a:lnTo>
                      <a:pt x="95" y="71"/>
                    </a:lnTo>
                    <a:lnTo>
                      <a:pt x="95" y="71"/>
                    </a:lnTo>
                    <a:lnTo>
                      <a:pt x="95" y="71"/>
                    </a:lnTo>
                    <a:lnTo>
                      <a:pt x="92" y="71"/>
                    </a:lnTo>
                    <a:lnTo>
                      <a:pt x="92" y="71"/>
                    </a:lnTo>
                    <a:lnTo>
                      <a:pt x="92" y="71"/>
                    </a:lnTo>
                    <a:lnTo>
                      <a:pt x="92" y="71"/>
                    </a:lnTo>
                    <a:lnTo>
                      <a:pt x="90" y="71"/>
                    </a:lnTo>
                    <a:lnTo>
                      <a:pt x="90" y="71"/>
                    </a:lnTo>
                    <a:lnTo>
                      <a:pt x="88" y="71"/>
                    </a:lnTo>
                    <a:lnTo>
                      <a:pt x="88" y="71"/>
                    </a:lnTo>
                    <a:lnTo>
                      <a:pt x="88" y="71"/>
                    </a:lnTo>
                    <a:lnTo>
                      <a:pt x="88" y="71"/>
                    </a:lnTo>
                    <a:lnTo>
                      <a:pt x="85" y="71"/>
                    </a:lnTo>
                    <a:lnTo>
                      <a:pt x="85" y="71"/>
                    </a:lnTo>
                    <a:lnTo>
                      <a:pt x="85" y="71"/>
                    </a:lnTo>
                    <a:lnTo>
                      <a:pt x="85" y="71"/>
                    </a:lnTo>
                    <a:lnTo>
                      <a:pt x="85" y="71"/>
                    </a:lnTo>
                    <a:lnTo>
                      <a:pt x="85" y="71"/>
                    </a:lnTo>
                    <a:lnTo>
                      <a:pt x="85" y="74"/>
                    </a:lnTo>
                    <a:lnTo>
                      <a:pt x="85" y="74"/>
                    </a:lnTo>
                    <a:lnTo>
                      <a:pt x="85" y="74"/>
                    </a:lnTo>
                    <a:lnTo>
                      <a:pt x="85" y="74"/>
                    </a:lnTo>
                    <a:lnTo>
                      <a:pt x="85" y="76"/>
                    </a:lnTo>
                    <a:lnTo>
                      <a:pt x="85" y="76"/>
                    </a:lnTo>
                    <a:lnTo>
                      <a:pt x="85" y="76"/>
                    </a:lnTo>
                    <a:lnTo>
                      <a:pt x="85" y="79"/>
                    </a:lnTo>
                    <a:lnTo>
                      <a:pt x="85" y="79"/>
                    </a:lnTo>
                    <a:lnTo>
                      <a:pt x="83" y="79"/>
                    </a:lnTo>
                    <a:lnTo>
                      <a:pt x="83" y="79"/>
                    </a:lnTo>
                    <a:lnTo>
                      <a:pt x="83" y="79"/>
                    </a:lnTo>
                    <a:lnTo>
                      <a:pt x="83" y="81"/>
                    </a:lnTo>
                    <a:lnTo>
                      <a:pt x="81" y="81"/>
                    </a:lnTo>
                    <a:lnTo>
                      <a:pt x="81" y="81"/>
                    </a:lnTo>
                    <a:lnTo>
                      <a:pt x="83" y="81"/>
                    </a:lnTo>
                    <a:lnTo>
                      <a:pt x="83" y="81"/>
                    </a:lnTo>
                    <a:lnTo>
                      <a:pt x="83" y="81"/>
                    </a:lnTo>
                    <a:lnTo>
                      <a:pt x="85" y="81"/>
                    </a:lnTo>
                    <a:lnTo>
                      <a:pt x="85" y="81"/>
                    </a:lnTo>
                    <a:lnTo>
                      <a:pt x="85" y="83"/>
                    </a:lnTo>
                    <a:lnTo>
                      <a:pt x="85" y="83"/>
                    </a:lnTo>
                    <a:lnTo>
                      <a:pt x="88" y="83"/>
                    </a:lnTo>
                    <a:lnTo>
                      <a:pt x="88" y="83"/>
                    </a:lnTo>
                    <a:lnTo>
                      <a:pt x="88" y="83"/>
                    </a:lnTo>
                    <a:lnTo>
                      <a:pt x="88" y="86"/>
                    </a:lnTo>
                    <a:lnTo>
                      <a:pt x="88" y="86"/>
                    </a:lnTo>
                    <a:lnTo>
                      <a:pt x="90" y="86"/>
                    </a:lnTo>
                    <a:lnTo>
                      <a:pt x="90" y="86"/>
                    </a:lnTo>
                    <a:lnTo>
                      <a:pt x="90" y="86"/>
                    </a:lnTo>
                    <a:lnTo>
                      <a:pt x="92" y="86"/>
                    </a:lnTo>
                    <a:lnTo>
                      <a:pt x="92" y="88"/>
                    </a:lnTo>
                    <a:lnTo>
                      <a:pt x="92" y="88"/>
                    </a:lnTo>
                    <a:lnTo>
                      <a:pt x="92" y="88"/>
                    </a:lnTo>
                    <a:lnTo>
                      <a:pt x="92" y="88"/>
                    </a:lnTo>
                    <a:lnTo>
                      <a:pt x="95" y="88"/>
                    </a:lnTo>
                    <a:lnTo>
                      <a:pt x="95" y="88"/>
                    </a:lnTo>
                    <a:lnTo>
                      <a:pt x="95" y="90"/>
                    </a:lnTo>
                    <a:lnTo>
                      <a:pt x="95" y="90"/>
                    </a:lnTo>
                    <a:lnTo>
                      <a:pt x="95" y="90"/>
                    </a:lnTo>
                    <a:lnTo>
                      <a:pt x="97" y="90"/>
                    </a:lnTo>
                    <a:lnTo>
                      <a:pt x="97" y="90"/>
                    </a:lnTo>
                    <a:lnTo>
                      <a:pt x="97" y="90"/>
                    </a:lnTo>
                    <a:lnTo>
                      <a:pt x="97" y="93"/>
                    </a:lnTo>
                    <a:lnTo>
                      <a:pt x="100" y="93"/>
                    </a:lnTo>
                    <a:lnTo>
                      <a:pt x="100" y="93"/>
                    </a:lnTo>
                    <a:lnTo>
                      <a:pt x="100" y="93"/>
                    </a:lnTo>
                    <a:lnTo>
                      <a:pt x="100" y="93"/>
                    </a:lnTo>
                    <a:lnTo>
                      <a:pt x="102" y="93"/>
                    </a:lnTo>
                    <a:lnTo>
                      <a:pt x="102" y="93"/>
                    </a:lnTo>
                    <a:lnTo>
                      <a:pt x="102" y="93"/>
                    </a:lnTo>
                    <a:lnTo>
                      <a:pt x="104" y="93"/>
                    </a:lnTo>
                    <a:lnTo>
                      <a:pt x="104" y="95"/>
                    </a:lnTo>
                    <a:lnTo>
                      <a:pt x="104" y="95"/>
                    </a:lnTo>
                    <a:lnTo>
                      <a:pt x="107" y="95"/>
                    </a:lnTo>
                    <a:lnTo>
                      <a:pt x="107" y="95"/>
                    </a:lnTo>
                    <a:lnTo>
                      <a:pt x="107" y="95"/>
                    </a:lnTo>
                    <a:lnTo>
                      <a:pt x="107" y="95"/>
                    </a:lnTo>
                    <a:lnTo>
                      <a:pt x="109" y="95"/>
                    </a:lnTo>
                    <a:lnTo>
                      <a:pt x="109" y="98"/>
                    </a:lnTo>
                    <a:lnTo>
                      <a:pt x="109" y="98"/>
                    </a:lnTo>
                    <a:lnTo>
                      <a:pt x="109" y="98"/>
                    </a:lnTo>
                    <a:lnTo>
                      <a:pt x="109" y="98"/>
                    </a:lnTo>
                    <a:lnTo>
                      <a:pt x="109" y="100"/>
                    </a:lnTo>
                    <a:lnTo>
                      <a:pt x="107" y="100"/>
                    </a:lnTo>
                    <a:lnTo>
                      <a:pt x="107" y="100"/>
                    </a:lnTo>
                    <a:lnTo>
                      <a:pt x="107" y="100"/>
                    </a:lnTo>
                    <a:lnTo>
                      <a:pt x="107" y="102"/>
                    </a:lnTo>
                    <a:lnTo>
                      <a:pt x="107" y="102"/>
                    </a:lnTo>
                    <a:lnTo>
                      <a:pt x="109" y="102"/>
                    </a:lnTo>
                    <a:lnTo>
                      <a:pt x="109" y="105"/>
                    </a:lnTo>
                    <a:lnTo>
                      <a:pt x="109" y="105"/>
                    </a:lnTo>
                    <a:lnTo>
                      <a:pt x="109" y="105"/>
                    </a:lnTo>
                    <a:lnTo>
                      <a:pt x="109" y="107"/>
                    </a:lnTo>
                    <a:lnTo>
                      <a:pt x="111" y="107"/>
                    </a:lnTo>
                    <a:lnTo>
                      <a:pt x="111" y="107"/>
                    </a:lnTo>
                    <a:lnTo>
                      <a:pt x="111" y="107"/>
                    </a:lnTo>
                    <a:lnTo>
                      <a:pt x="111" y="107"/>
                    </a:lnTo>
                    <a:lnTo>
                      <a:pt x="111" y="109"/>
                    </a:lnTo>
                    <a:lnTo>
                      <a:pt x="111" y="109"/>
                    </a:lnTo>
                    <a:lnTo>
                      <a:pt x="114" y="109"/>
                    </a:lnTo>
                    <a:lnTo>
                      <a:pt x="114" y="109"/>
                    </a:lnTo>
                    <a:lnTo>
                      <a:pt x="114" y="109"/>
                    </a:lnTo>
                    <a:lnTo>
                      <a:pt x="114" y="109"/>
                    </a:lnTo>
                    <a:lnTo>
                      <a:pt x="116" y="109"/>
                    </a:lnTo>
                    <a:lnTo>
                      <a:pt x="116" y="109"/>
                    </a:lnTo>
                    <a:lnTo>
                      <a:pt x="116" y="109"/>
                    </a:lnTo>
                    <a:lnTo>
                      <a:pt x="116" y="109"/>
                    </a:lnTo>
                    <a:lnTo>
                      <a:pt x="116" y="112"/>
                    </a:lnTo>
                    <a:lnTo>
                      <a:pt x="118" y="112"/>
                    </a:lnTo>
                    <a:lnTo>
                      <a:pt x="118" y="112"/>
                    </a:lnTo>
                    <a:lnTo>
                      <a:pt x="118" y="114"/>
                    </a:lnTo>
                    <a:lnTo>
                      <a:pt x="118" y="114"/>
                    </a:lnTo>
                    <a:lnTo>
                      <a:pt x="118" y="114"/>
                    </a:lnTo>
                    <a:lnTo>
                      <a:pt x="118" y="117"/>
                    </a:lnTo>
                    <a:lnTo>
                      <a:pt x="118" y="117"/>
                    </a:lnTo>
                    <a:lnTo>
                      <a:pt x="118" y="117"/>
                    </a:lnTo>
                    <a:lnTo>
                      <a:pt x="118" y="119"/>
                    </a:lnTo>
                    <a:lnTo>
                      <a:pt x="118" y="119"/>
                    </a:lnTo>
                    <a:lnTo>
                      <a:pt x="121" y="119"/>
                    </a:lnTo>
                    <a:lnTo>
                      <a:pt x="121" y="119"/>
                    </a:lnTo>
                    <a:lnTo>
                      <a:pt x="121" y="119"/>
                    </a:lnTo>
                    <a:lnTo>
                      <a:pt x="121" y="121"/>
                    </a:lnTo>
                    <a:lnTo>
                      <a:pt x="121" y="121"/>
                    </a:lnTo>
                    <a:lnTo>
                      <a:pt x="121" y="121"/>
                    </a:lnTo>
                    <a:lnTo>
                      <a:pt x="123" y="121"/>
                    </a:lnTo>
                    <a:lnTo>
                      <a:pt x="123" y="124"/>
                    </a:lnTo>
                    <a:lnTo>
                      <a:pt x="123" y="124"/>
                    </a:lnTo>
                    <a:lnTo>
                      <a:pt x="123" y="124"/>
                    </a:lnTo>
                    <a:lnTo>
                      <a:pt x="126" y="124"/>
                    </a:lnTo>
                    <a:lnTo>
                      <a:pt x="126" y="126"/>
                    </a:lnTo>
                    <a:lnTo>
                      <a:pt x="126" y="126"/>
                    </a:lnTo>
                    <a:lnTo>
                      <a:pt x="126" y="126"/>
                    </a:lnTo>
                    <a:lnTo>
                      <a:pt x="126" y="126"/>
                    </a:lnTo>
                    <a:lnTo>
                      <a:pt x="126" y="128"/>
                    </a:lnTo>
                    <a:lnTo>
                      <a:pt x="128" y="128"/>
                    </a:lnTo>
                    <a:lnTo>
                      <a:pt x="128" y="128"/>
                    </a:lnTo>
                    <a:lnTo>
                      <a:pt x="128" y="128"/>
                    </a:lnTo>
                    <a:lnTo>
                      <a:pt x="128" y="128"/>
                    </a:lnTo>
                    <a:lnTo>
                      <a:pt x="128" y="128"/>
                    </a:lnTo>
                    <a:lnTo>
                      <a:pt x="128" y="131"/>
                    </a:lnTo>
                    <a:lnTo>
                      <a:pt x="130" y="131"/>
                    </a:lnTo>
                    <a:lnTo>
                      <a:pt x="130" y="131"/>
                    </a:lnTo>
                    <a:lnTo>
                      <a:pt x="130" y="131"/>
                    </a:lnTo>
                    <a:lnTo>
                      <a:pt x="130" y="133"/>
                    </a:lnTo>
                    <a:lnTo>
                      <a:pt x="133" y="133"/>
                    </a:lnTo>
                    <a:lnTo>
                      <a:pt x="133" y="133"/>
                    </a:lnTo>
                    <a:lnTo>
                      <a:pt x="133" y="133"/>
                    </a:lnTo>
                    <a:lnTo>
                      <a:pt x="133" y="133"/>
                    </a:lnTo>
                    <a:lnTo>
                      <a:pt x="133" y="135"/>
                    </a:lnTo>
                    <a:lnTo>
                      <a:pt x="135" y="135"/>
                    </a:lnTo>
                    <a:lnTo>
                      <a:pt x="135" y="135"/>
                    </a:lnTo>
                    <a:lnTo>
                      <a:pt x="135" y="138"/>
                    </a:lnTo>
                    <a:lnTo>
                      <a:pt x="135" y="138"/>
                    </a:lnTo>
                    <a:lnTo>
                      <a:pt x="135" y="138"/>
                    </a:lnTo>
                    <a:lnTo>
                      <a:pt x="135" y="140"/>
                    </a:lnTo>
                    <a:lnTo>
                      <a:pt x="135" y="140"/>
                    </a:lnTo>
                    <a:lnTo>
                      <a:pt x="137" y="140"/>
                    </a:lnTo>
                    <a:lnTo>
                      <a:pt x="137" y="140"/>
                    </a:lnTo>
                    <a:lnTo>
                      <a:pt x="137" y="140"/>
                    </a:lnTo>
                    <a:lnTo>
                      <a:pt x="137" y="140"/>
                    </a:lnTo>
                    <a:lnTo>
                      <a:pt x="137" y="143"/>
                    </a:lnTo>
                    <a:lnTo>
                      <a:pt x="137" y="143"/>
                    </a:lnTo>
                    <a:lnTo>
                      <a:pt x="137" y="145"/>
                    </a:lnTo>
                    <a:lnTo>
                      <a:pt x="137" y="145"/>
                    </a:lnTo>
                    <a:lnTo>
                      <a:pt x="137" y="147"/>
                    </a:lnTo>
                    <a:lnTo>
                      <a:pt x="137" y="147"/>
                    </a:lnTo>
                    <a:lnTo>
                      <a:pt x="140" y="147"/>
                    </a:lnTo>
                    <a:lnTo>
                      <a:pt x="140" y="150"/>
                    </a:lnTo>
                    <a:lnTo>
                      <a:pt x="140" y="150"/>
                    </a:lnTo>
                    <a:lnTo>
                      <a:pt x="140" y="150"/>
                    </a:lnTo>
                    <a:lnTo>
                      <a:pt x="140" y="150"/>
                    </a:lnTo>
                    <a:lnTo>
                      <a:pt x="140" y="150"/>
                    </a:lnTo>
                    <a:lnTo>
                      <a:pt x="140" y="152"/>
                    </a:lnTo>
                    <a:lnTo>
                      <a:pt x="140" y="152"/>
                    </a:lnTo>
                    <a:lnTo>
                      <a:pt x="142" y="152"/>
                    </a:lnTo>
                    <a:lnTo>
                      <a:pt x="142" y="154"/>
                    </a:lnTo>
                    <a:lnTo>
                      <a:pt x="142" y="154"/>
                    </a:lnTo>
                    <a:lnTo>
                      <a:pt x="145" y="154"/>
                    </a:lnTo>
                    <a:lnTo>
                      <a:pt x="145" y="152"/>
                    </a:lnTo>
                    <a:lnTo>
                      <a:pt x="145" y="152"/>
                    </a:lnTo>
                    <a:lnTo>
                      <a:pt x="145" y="152"/>
                    </a:lnTo>
                    <a:lnTo>
                      <a:pt x="145" y="150"/>
                    </a:lnTo>
                    <a:lnTo>
                      <a:pt x="145" y="150"/>
                    </a:lnTo>
                    <a:lnTo>
                      <a:pt x="145" y="152"/>
                    </a:lnTo>
                    <a:lnTo>
                      <a:pt x="145" y="152"/>
                    </a:lnTo>
                    <a:lnTo>
                      <a:pt x="145" y="154"/>
                    </a:lnTo>
                    <a:lnTo>
                      <a:pt x="147" y="154"/>
                    </a:lnTo>
                    <a:lnTo>
                      <a:pt x="147" y="154"/>
                    </a:lnTo>
                    <a:lnTo>
                      <a:pt x="147" y="154"/>
                    </a:lnTo>
                    <a:lnTo>
                      <a:pt x="147" y="157"/>
                    </a:lnTo>
                    <a:lnTo>
                      <a:pt x="147" y="157"/>
                    </a:lnTo>
                    <a:lnTo>
                      <a:pt x="147" y="157"/>
                    </a:lnTo>
                    <a:lnTo>
                      <a:pt x="149" y="157"/>
                    </a:lnTo>
                    <a:lnTo>
                      <a:pt x="149" y="157"/>
                    </a:lnTo>
                    <a:lnTo>
                      <a:pt x="152" y="157"/>
                    </a:lnTo>
                    <a:lnTo>
                      <a:pt x="152" y="157"/>
                    </a:lnTo>
                    <a:lnTo>
                      <a:pt x="152" y="159"/>
                    </a:lnTo>
                    <a:lnTo>
                      <a:pt x="152" y="159"/>
                    </a:lnTo>
                    <a:lnTo>
                      <a:pt x="152" y="159"/>
                    </a:lnTo>
                    <a:lnTo>
                      <a:pt x="152" y="159"/>
                    </a:lnTo>
                    <a:lnTo>
                      <a:pt x="152" y="162"/>
                    </a:lnTo>
                    <a:lnTo>
                      <a:pt x="154" y="162"/>
                    </a:lnTo>
                    <a:lnTo>
                      <a:pt x="154" y="162"/>
                    </a:lnTo>
                    <a:lnTo>
                      <a:pt x="154" y="162"/>
                    </a:lnTo>
                    <a:lnTo>
                      <a:pt x="154" y="162"/>
                    </a:lnTo>
                    <a:lnTo>
                      <a:pt x="154" y="164"/>
                    </a:lnTo>
                    <a:lnTo>
                      <a:pt x="156" y="164"/>
                    </a:lnTo>
                    <a:lnTo>
                      <a:pt x="156" y="162"/>
                    </a:lnTo>
                    <a:lnTo>
                      <a:pt x="156" y="162"/>
                    </a:lnTo>
                    <a:lnTo>
                      <a:pt x="159" y="162"/>
                    </a:lnTo>
                    <a:lnTo>
                      <a:pt x="159" y="164"/>
                    </a:lnTo>
                    <a:lnTo>
                      <a:pt x="159" y="164"/>
                    </a:lnTo>
                    <a:lnTo>
                      <a:pt x="159" y="166"/>
                    </a:lnTo>
                    <a:lnTo>
                      <a:pt x="156" y="166"/>
                    </a:lnTo>
                    <a:lnTo>
                      <a:pt x="156" y="166"/>
                    </a:lnTo>
                    <a:lnTo>
                      <a:pt x="156" y="169"/>
                    </a:lnTo>
                    <a:lnTo>
                      <a:pt x="156" y="169"/>
                    </a:lnTo>
                    <a:lnTo>
                      <a:pt x="154" y="169"/>
                    </a:lnTo>
                    <a:lnTo>
                      <a:pt x="154" y="169"/>
                    </a:lnTo>
                    <a:lnTo>
                      <a:pt x="154" y="169"/>
                    </a:lnTo>
                    <a:lnTo>
                      <a:pt x="154" y="169"/>
                    </a:lnTo>
                    <a:lnTo>
                      <a:pt x="152" y="169"/>
                    </a:lnTo>
                    <a:lnTo>
                      <a:pt x="152" y="169"/>
                    </a:lnTo>
                    <a:lnTo>
                      <a:pt x="152" y="171"/>
                    </a:lnTo>
                    <a:lnTo>
                      <a:pt x="152" y="171"/>
                    </a:lnTo>
                    <a:lnTo>
                      <a:pt x="154" y="171"/>
                    </a:lnTo>
                    <a:lnTo>
                      <a:pt x="154" y="171"/>
                    </a:lnTo>
                    <a:lnTo>
                      <a:pt x="154" y="173"/>
                    </a:lnTo>
                    <a:lnTo>
                      <a:pt x="154" y="173"/>
                    </a:lnTo>
                    <a:lnTo>
                      <a:pt x="154" y="173"/>
                    </a:lnTo>
                    <a:lnTo>
                      <a:pt x="154" y="176"/>
                    </a:lnTo>
                    <a:lnTo>
                      <a:pt x="156" y="176"/>
                    </a:lnTo>
                    <a:lnTo>
                      <a:pt x="156" y="176"/>
                    </a:lnTo>
                    <a:lnTo>
                      <a:pt x="156" y="178"/>
                    </a:lnTo>
                    <a:lnTo>
                      <a:pt x="156" y="178"/>
                    </a:lnTo>
                    <a:lnTo>
                      <a:pt x="159" y="178"/>
                    </a:lnTo>
                    <a:lnTo>
                      <a:pt x="159" y="178"/>
                    </a:lnTo>
                    <a:lnTo>
                      <a:pt x="159" y="178"/>
                    </a:lnTo>
                    <a:lnTo>
                      <a:pt x="159" y="178"/>
                    </a:lnTo>
                    <a:lnTo>
                      <a:pt x="159" y="178"/>
                    </a:lnTo>
                    <a:lnTo>
                      <a:pt x="161" y="178"/>
                    </a:lnTo>
                    <a:lnTo>
                      <a:pt x="161" y="181"/>
                    </a:lnTo>
                    <a:lnTo>
                      <a:pt x="161" y="181"/>
                    </a:lnTo>
                    <a:lnTo>
                      <a:pt x="161" y="181"/>
                    </a:lnTo>
                    <a:lnTo>
                      <a:pt x="161" y="183"/>
                    </a:lnTo>
                    <a:lnTo>
                      <a:pt x="161" y="183"/>
                    </a:lnTo>
                    <a:lnTo>
                      <a:pt x="161" y="183"/>
                    </a:lnTo>
                    <a:lnTo>
                      <a:pt x="163" y="183"/>
                    </a:lnTo>
                    <a:lnTo>
                      <a:pt x="163" y="185"/>
                    </a:lnTo>
                    <a:lnTo>
                      <a:pt x="161" y="185"/>
                    </a:lnTo>
                    <a:lnTo>
                      <a:pt x="161" y="185"/>
                    </a:lnTo>
                    <a:lnTo>
                      <a:pt x="161" y="188"/>
                    </a:lnTo>
                    <a:lnTo>
                      <a:pt x="161" y="188"/>
                    </a:lnTo>
                    <a:lnTo>
                      <a:pt x="161" y="188"/>
                    </a:lnTo>
                    <a:lnTo>
                      <a:pt x="161" y="190"/>
                    </a:lnTo>
                    <a:lnTo>
                      <a:pt x="161" y="190"/>
                    </a:lnTo>
                    <a:lnTo>
                      <a:pt x="159" y="190"/>
                    </a:lnTo>
                    <a:lnTo>
                      <a:pt x="159" y="190"/>
                    </a:lnTo>
                    <a:lnTo>
                      <a:pt x="159" y="190"/>
                    </a:lnTo>
                    <a:lnTo>
                      <a:pt x="159" y="190"/>
                    </a:lnTo>
                    <a:lnTo>
                      <a:pt x="159" y="190"/>
                    </a:lnTo>
                    <a:lnTo>
                      <a:pt x="159" y="190"/>
                    </a:lnTo>
                    <a:lnTo>
                      <a:pt x="159" y="192"/>
                    </a:lnTo>
                    <a:lnTo>
                      <a:pt x="159" y="192"/>
                    </a:lnTo>
                    <a:lnTo>
                      <a:pt x="161" y="192"/>
                    </a:lnTo>
                    <a:lnTo>
                      <a:pt x="161" y="192"/>
                    </a:lnTo>
                    <a:lnTo>
                      <a:pt x="161" y="195"/>
                    </a:lnTo>
                    <a:lnTo>
                      <a:pt x="159" y="195"/>
                    </a:lnTo>
                    <a:lnTo>
                      <a:pt x="159" y="195"/>
                    </a:lnTo>
                    <a:lnTo>
                      <a:pt x="159" y="197"/>
                    </a:lnTo>
                    <a:lnTo>
                      <a:pt x="159" y="197"/>
                    </a:lnTo>
                    <a:lnTo>
                      <a:pt x="159" y="199"/>
                    </a:lnTo>
                    <a:lnTo>
                      <a:pt x="159" y="199"/>
                    </a:lnTo>
                    <a:lnTo>
                      <a:pt x="159" y="199"/>
                    </a:lnTo>
                    <a:lnTo>
                      <a:pt x="159" y="199"/>
                    </a:lnTo>
                    <a:lnTo>
                      <a:pt x="159" y="199"/>
                    </a:lnTo>
                    <a:lnTo>
                      <a:pt x="159" y="202"/>
                    </a:lnTo>
                    <a:lnTo>
                      <a:pt x="156" y="202"/>
                    </a:lnTo>
                    <a:lnTo>
                      <a:pt x="156" y="202"/>
                    </a:lnTo>
                    <a:lnTo>
                      <a:pt x="156" y="199"/>
                    </a:lnTo>
                    <a:lnTo>
                      <a:pt x="154" y="199"/>
                    </a:lnTo>
                    <a:lnTo>
                      <a:pt x="154" y="199"/>
                    </a:lnTo>
                    <a:lnTo>
                      <a:pt x="154" y="202"/>
                    </a:lnTo>
                    <a:lnTo>
                      <a:pt x="154" y="202"/>
                    </a:lnTo>
                    <a:lnTo>
                      <a:pt x="154" y="202"/>
                    </a:lnTo>
                    <a:lnTo>
                      <a:pt x="154" y="204"/>
                    </a:lnTo>
                    <a:lnTo>
                      <a:pt x="152" y="204"/>
                    </a:lnTo>
                    <a:lnTo>
                      <a:pt x="152" y="204"/>
                    </a:lnTo>
                    <a:lnTo>
                      <a:pt x="152" y="204"/>
                    </a:lnTo>
                    <a:lnTo>
                      <a:pt x="152" y="204"/>
                    </a:lnTo>
                    <a:lnTo>
                      <a:pt x="152" y="207"/>
                    </a:lnTo>
                    <a:lnTo>
                      <a:pt x="149" y="207"/>
                    </a:lnTo>
                    <a:lnTo>
                      <a:pt x="149" y="204"/>
                    </a:lnTo>
                    <a:lnTo>
                      <a:pt x="149" y="204"/>
                    </a:lnTo>
                    <a:lnTo>
                      <a:pt x="149" y="207"/>
                    </a:lnTo>
                    <a:lnTo>
                      <a:pt x="147" y="207"/>
                    </a:lnTo>
                    <a:lnTo>
                      <a:pt x="147" y="207"/>
                    </a:lnTo>
                    <a:lnTo>
                      <a:pt x="147" y="207"/>
                    </a:lnTo>
                    <a:lnTo>
                      <a:pt x="147" y="207"/>
                    </a:lnTo>
                    <a:lnTo>
                      <a:pt x="145" y="207"/>
                    </a:lnTo>
                    <a:lnTo>
                      <a:pt x="145" y="209"/>
                    </a:lnTo>
                    <a:lnTo>
                      <a:pt x="145" y="209"/>
                    </a:lnTo>
                    <a:lnTo>
                      <a:pt x="145" y="207"/>
                    </a:lnTo>
                    <a:lnTo>
                      <a:pt x="145" y="207"/>
                    </a:lnTo>
                    <a:lnTo>
                      <a:pt x="145" y="207"/>
                    </a:lnTo>
                    <a:lnTo>
                      <a:pt x="142" y="207"/>
                    </a:lnTo>
                    <a:lnTo>
                      <a:pt x="142" y="204"/>
                    </a:lnTo>
                    <a:lnTo>
                      <a:pt x="142" y="204"/>
                    </a:lnTo>
                    <a:lnTo>
                      <a:pt x="140" y="204"/>
                    </a:lnTo>
                    <a:lnTo>
                      <a:pt x="140" y="204"/>
                    </a:lnTo>
                    <a:lnTo>
                      <a:pt x="140" y="204"/>
                    </a:lnTo>
                    <a:lnTo>
                      <a:pt x="140" y="202"/>
                    </a:lnTo>
                    <a:lnTo>
                      <a:pt x="140" y="202"/>
                    </a:lnTo>
                    <a:lnTo>
                      <a:pt x="140" y="202"/>
                    </a:lnTo>
                    <a:lnTo>
                      <a:pt x="137" y="202"/>
                    </a:lnTo>
                    <a:lnTo>
                      <a:pt x="137" y="199"/>
                    </a:lnTo>
                    <a:lnTo>
                      <a:pt x="137" y="199"/>
                    </a:lnTo>
                    <a:lnTo>
                      <a:pt x="137" y="202"/>
                    </a:lnTo>
                    <a:lnTo>
                      <a:pt x="135" y="202"/>
                    </a:lnTo>
                    <a:lnTo>
                      <a:pt x="135" y="202"/>
                    </a:lnTo>
                    <a:lnTo>
                      <a:pt x="135" y="202"/>
                    </a:lnTo>
                    <a:lnTo>
                      <a:pt x="135" y="204"/>
                    </a:lnTo>
                    <a:lnTo>
                      <a:pt x="135" y="204"/>
                    </a:lnTo>
                    <a:lnTo>
                      <a:pt x="133" y="204"/>
                    </a:lnTo>
                    <a:lnTo>
                      <a:pt x="133" y="204"/>
                    </a:lnTo>
                    <a:lnTo>
                      <a:pt x="133" y="204"/>
                    </a:lnTo>
                    <a:lnTo>
                      <a:pt x="133" y="204"/>
                    </a:lnTo>
                    <a:lnTo>
                      <a:pt x="133" y="207"/>
                    </a:lnTo>
                    <a:lnTo>
                      <a:pt x="130" y="207"/>
                    </a:lnTo>
                    <a:lnTo>
                      <a:pt x="130" y="207"/>
                    </a:lnTo>
                    <a:lnTo>
                      <a:pt x="130" y="207"/>
                    </a:lnTo>
                    <a:lnTo>
                      <a:pt x="130" y="207"/>
                    </a:lnTo>
                    <a:lnTo>
                      <a:pt x="128" y="207"/>
                    </a:lnTo>
                    <a:lnTo>
                      <a:pt x="128" y="207"/>
                    </a:lnTo>
                    <a:lnTo>
                      <a:pt x="128" y="207"/>
                    </a:lnTo>
                    <a:lnTo>
                      <a:pt x="128" y="207"/>
                    </a:lnTo>
                    <a:lnTo>
                      <a:pt x="126" y="207"/>
                    </a:lnTo>
                    <a:lnTo>
                      <a:pt x="126" y="209"/>
                    </a:lnTo>
                    <a:lnTo>
                      <a:pt x="128" y="209"/>
                    </a:lnTo>
                    <a:lnTo>
                      <a:pt x="128" y="209"/>
                    </a:lnTo>
                    <a:lnTo>
                      <a:pt x="128" y="209"/>
                    </a:lnTo>
                    <a:lnTo>
                      <a:pt x="128" y="209"/>
                    </a:lnTo>
                    <a:lnTo>
                      <a:pt x="128" y="211"/>
                    </a:lnTo>
                    <a:lnTo>
                      <a:pt x="128" y="211"/>
                    </a:lnTo>
                    <a:lnTo>
                      <a:pt x="128" y="211"/>
                    </a:lnTo>
                    <a:lnTo>
                      <a:pt x="128" y="214"/>
                    </a:lnTo>
                    <a:lnTo>
                      <a:pt x="130" y="214"/>
                    </a:lnTo>
                    <a:lnTo>
                      <a:pt x="130" y="214"/>
                    </a:lnTo>
                    <a:lnTo>
                      <a:pt x="130" y="216"/>
                    </a:lnTo>
                    <a:lnTo>
                      <a:pt x="128" y="216"/>
                    </a:lnTo>
                    <a:lnTo>
                      <a:pt x="128" y="216"/>
                    </a:lnTo>
                    <a:lnTo>
                      <a:pt x="128" y="218"/>
                    </a:lnTo>
                    <a:lnTo>
                      <a:pt x="128" y="218"/>
                    </a:lnTo>
                    <a:lnTo>
                      <a:pt x="128" y="218"/>
                    </a:lnTo>
                    <a:lnTo>
                      <a:pt x="126" y="218"/>
                    </a:lnTo>
                    <a:lnTo>
                      <a:pt x="126" y="218"/>
                    </a:lnTo>
                    <a:lnTo>
                      <a:pt x="126" y="218"/>
                    </a:lnTo>
                    <a:lnTo>
                      <a:pt x="126" y="216"/>
                    </a:lnTo>
                    <a:lnTo>
                      <a:pt x="123" y="216"/>
                    </a:lnTo>
                    <a:lnTo>
                      <a:pt x="123" y="216"/>
                    </a:lnTo>
                    <a:lnTo>
                      <a:pt x="123" y="216"/>
                    </a:lnTo>
                    <a:lnTo>
                      <a:pt x="121" y="216"/>
                    </a:lnTo>
                    <a:lnTo>
                      <a:pt x="121" y="214"/>
                    </a:lnTo>
                    <a:lnTo>
                      <a:pt x="121" y="214"/>
                    </a:lnTo>
                    <a:lnTo>
                      <a:pt x="121" y="214"/>
                    </a:lnTo>
                    <a:lnTo>
                      <a:pt x="121" y="214"/>
                    </a:lnTo>
                    <a:lnTo>
                      <a:pt x="118" y="214"/>
                    </a:lnTo>
                    <a:lnTo>
                      <a:pt x="118" y="211"/>
                    </a:lnTo>
                    <a:lnTo>
                      <a:pt x="118" y="211"/>
                    </a:lnTo>
                    <a:lnTo>
                      <a:pt x="118" y="211"/>
                    </a:lnTo>
                    <a:lnTo>
                      <a:pt x="118" y="211"/>
                    </a:lnTo>
                    <a:lnTo>
                      <a:pt x="116" y="211"/>
                    </a:lnTo>
                    <a:lnTo>
                      <a:pt x="116" y="211"/>
                    </a:lnTo>
                    <a:lnTo>
                      <a:pt x="116" y="211"/>
                    </a:lnTo>
                    <a:lnTo>
                      <a:pt x="114" y="211"/>
                    </a:lnTo>
                    <a:lnTo>
                      <a:pt x="114" y="214"/>
                    </a:lnTo>
                    <a:lnTo>
                      <a:pt x="114" y="214"/>
                    </a:lnTo>
                    <a:lnTo>
                      <a:pt x="114" y="214"/>
                    </a:lnTo>
                    <a:lnTo>
                      <a:pt x="114" y="211"/>
                    </a:lnTo>
                    <a:lnTo>
                      <a:pt x="111" y="211"/>
                    </a:lnTo>
                    <a:lnTo>
                      <a:pt x="111" y="211"/>
                    </a:lnTo>
                    <a:lnTo>
                      <a:pt x="111" y="211"/>
                    </a:lnTo>
                    <a:lnTo>
                      <a:pt x="111" y="209"/>
                    </a:lnTo>
                    <a:lnTo>
                      <a:pt x="111" y="209"/>
                    </a:lnTo>
                    <a:lnTo>
                      <a:pt x="111" y="209"/>
                    </a:lnTo>
                    <a:lnTo>
                      <a:pt x="109" y="209"/>
                    </a:lnTo>
                    <a:lnTo>
                      <a:pt x="109" y="209"/>
                    </a:lnTo>
                    <a:lnTo>
                      <a:pt x="109" y="207"/>
                    </a:lnTo>
                    <a:lnTo>
                      <a:pt x="111" y="207"/>
                    </a:lnTo>
                    <a:lnTo>
                      <a:pt x="111" y="207"/>
                    </a:lnTo>
                    <a:lnTo>
                      <a:pt x="111" y="207"/>
                    </a:lnTo>
                    <a:lnTo>
                      <a:pt x="111" y="207"/>
                    </a:lnTo>
                    <a:lnTo>
                      <a:pt x="114" y="207"/>
                    </a:lnTo>
                    <a:lnTo>
                      <a:pt x="114" y="204"/>
                    </a:lnTo>
                    <a:lnTo>
                      <a:pt x="114" y="204"/>
                    </a:lnTo>
                    <a:lnTo>
                      <a:pt x="114" y="204"/>
                    </a:lnTo>
                    <a:lnTo>
                      <a:pt x="114" y="204"/>
                    </a:lnTo>
                    <a:lnTo>
                      <a:pt x="116" y="204"/>
                    </a:lnTo>
                    <a:lnTo>
                      <a:pt x="116" y="202"/>
                    </a:lnTo>
                    <a:lnTo>
                      <a:pt x="116" y="202"/>
                    </a:lnTo>
                    <a:lnTo>
                      <a:pt x="116" y="202"/>
                    </a:lnTo>
                    <a:lnTo>
                      <a:pt x="116" y="199"/>
                    </a:lnTo>
                    <a:lnTo>
                      <a:pt x="116" y="199"/>
                    </a:lnTo>
                    <a:lnTo>
                      <a:pt x="116" y="199"/>
                    </a:lnTo>
                    <a:lnTo>
                      <a:pt x="116" y="197"/>
                    </a:lnTo>
                    <a:lnTo>
                      <a:pt x="116" y="197"/>
                    </a:lnTo>
                    <a:lnTo>
                      <a:pt x="116" y="197"/>
                    </a:lnTo>
                    <a:lnTo>
                      <a:pt x="116" y="195"/>
                    </a:lnTo>
                    <a:lnTo>
                      <a:pt x="116" y="195"/>
                    </a:lnTo>
                    <a:lnTo>
                      <a:pt x="116" y="195"/>
                    </a:lnTo>
                    <a:lnTo>
                      <a:pt x="116" y="192"/>
                    </a:lnTo>
                    <a:lnTo>
                      <a:pt x="118" y="192"/>
                    </a:lnTo>
                    <a:lnTo>
                      <a:pt x="118" y="192"/>
                    </a:lnTo>
                    <a:lnTo>
                      <a:pt x="118" y="190"/>
                    </a:lnTo>
                    <a:lnTo>
                      <a:pt x="118" y="190"/>
                    </a:lnTo>
                    <a:lnTo>
                      <a:pt x="118" y="190"/>
                    </a:lnTo>
                    <a:lnTo>
                      <a:pt x="118" y="190"/>
                    </a:lnTo>
                    <a:lnTo>
                      <a:pt x="118" y="190"/>
                    </a:lnTo>
                    <a:lnTo>
                      <a:pt x="116" y="190"/>
                    </a:lnTo>
                    <a:lnTo>
                      <a:pt x="116" y="188"/>
                    </a:lnTo>
                    <a:lnTo>
                      <a:pt x="116" y="188"/>
                    </a:lnTo>
                    <a:lnTo>
                      <a:pt x="114" y="188"/>
                    </a:lnTo>
                    <a:lnTo>
                      <a:pt x="114" y="188"/>
                    </a:lnTo>
                    <a:lnTo>
                      <a:pt x="114" y="185"/>
                    </a:lnTo>
                    <a:lnTo>
                      <a:pt x="116" y="185"/>
                    </a:lnTo>
                    <a:lnTo>
                      <a:pt x="116" y="185"/>
                    </a:lnTo>
                    <a:lnTo>
                      <a:pt x="116" y="185"/>
                    </a:lnTo>
                    <a:lnTo>
                      <a:pt x="116" y="183"/>
                    </a:lnTo>
                    <a:lnTo>
                      <a:pt x="118" y="183"/>
                    </a:lnTo>
                    <a:lnTo>
                      <a:pt x="118" y="183"/>
                    </a:lnTo>
                    <a:lnTo>
                      <a:pt x="118" y="181"/>
                    </a:lnTo>
                    <a:lnTo>
                      <a:pt x="116" y="181"/>
                    </a:lnTo>
                    <a:lnTo>
                      <a:pt x="116" y="181"/>
                    </a:lnTo>
                    <a:lnTo>
                      <a:pt x="114" y="181"/>
                    </a:lnTo>
                    <a:lnTo>
                      <a:pt x="114" y="181"/>
                    </a:lnTo>
                    <a:lnTo>
                      <a:pt x="116" y="181"/>
                    </a:lnTo>
                    <a:lnTo>
                      <a:pt x="116" y="181"/>
                    </a:lnTo>
                    <a:lnTo>
                      <a:pt x="118" y="181"/>
                    </a:lnTo>
                    <a:lnTo>
                      <a:pt x="118" y="178"/>
                    </a:lnTo>
                    <a:lnTo>
                      <a:pt x="118" y="178"/>
                    </a:lnTo>
                    <a:lnTo>
                      <a:pt x="118" y="178"/>
                    </a:lnTo>
                    <a:lnTo>
                      <a:pt x="118" y="178"/>
                    </a:lnTo>
                    <a:lnTo>
                      <a:pt x="118" y="176"/>
                    </a:lnTo>
                    <a:lnTo>
                      <a:pt x="118" y="176"/>
                    </a:lnTo>
                    <a:lnTo>
                      <a:pt x="118" y="173"/>
                    </a:lnTo>
                    <a:lnTo>
                      <a:pt x="118" y="173"/>
                    </a:lnTo>
                    <a:lnTo>
                      <a:pt x="118" y="171"/>
                    </a:lnTo>
                    <a:lnTo>
                      <a:pt x="118" y="171"/>
                    </a:lnTo>
                    <a:lnTo>
                      <a:pt x="118" y="171"/>
                    </a:lnTo>
                    <a:lnTo>
                      <a:pt x="116" y="171"/>
                    </a:lnTo>
                    <a:lnTo>
                      <a:pt x="116" y="171"/>
                    </a:lnTo>
                    <a:lnTo>
                      <a:pt x="114" y="171"/>
                    </a:lnTo>
                    <a:lnTo>
                      <a:pt x="114" y="171"/>
                    </a:lnTo>
                    <a:lnTo>
                      <a:pt x="114" y="169"/>
                    </a:lnTo>
                    <a:lnTo>
                      <a:pt x="114" y="169"/>
                    </a:lnTo>
                    <a:lnTo>
                      <a:pt x="114" y="169"/>
                    </a:lnTo>
                    <a:lnTo>
                      <a:pt x="114" y="169"/>
                    </a:lnTo>
                    <a:lnTo>
                      <a:pt x="114" y="166"/>
                    </a:lnTo>
                    <a:lnTo>
                      <a:pt x="114" y="166"/>
                    </a:lnTo>
                    <a:lnTo>
                      <a:pt x="114" y="164"/>
                    </a:lnTo>
                    <a:lnTo>
                      <a:pt x="114" y="164"/>
                    </a:lnTo>
                    <a:lnTo>
                      <a:pt x="111" y="164"/>
                    </a:lnTo>
                    <a:lnTo>
                      <a:pt x="111" y="164"/>
                    </a:lnTo>
                    <a:lnTo>
                      <a:pt x="111" y="164"/>
                    </a:lnTo>
                    <a:lnTo>
                      <a:pt x="109" y="164"/>
                    </a:lnTo>
                    <a:lnTo>
                      <a:pt x="109" y="164"/>
                    </a:lnTo>
                    <a:lnTo>
                      <a:pt x="109" y="162"/>
                    </a:lnTo>
                    <a:lnTo>
                      <a:pt x="107" y="162"/>
                    </a:lnTo>
                    <a:lnTo>
                      <a:pt x="107" y="162"/>
                    </a:lnTo>
                    <a:lnTo>
                      <a:pt x="107" y="162"/>
                    </a:lnTo>
                    <a:lnTo>
                      <a:pt x="107" y="162"/>
                    </a:lnTo>
                    <a:lnTo>
                      <a:pt x="107" y="159"/>
                    </a:lnTo>
                    <a:lnTo>
                      <a:pt x="104" y="159"/>
                    </a:lnTo>
                    <a:lnTo>
                      <a:pt x="104" y="159"/>
                    </a:lnTo>
                    <a:lnTo>
                      <a:pt x="104" y="159"/>
                    </a:lnTo>
                    <a:lnTo>
                      <a:pt x="104" y="157"/>
                    </a:lnTo>
                    <a:lnTo>
                      <a:pt x="104" y="157"/>
                    </a:lnTo>
                    <a:lnTo>
                      <a:pt x="104" y="157"/>
                    </a:lnTo>
                    <a:lnTo>
                      <a:pt x="102" y="157"/>
                    </a:lnTo>
                    <a:lnTo>
                      <a:pt x="102" y="154"/>
                    </a:lnTo>
                    <a:lnTo>
                      <a:pt x="102" y="154"/>
                    </a:lnTo>
                    <a:lnTo>
                      <a:pt x="102" y="154"/>
                    </a:lnTo>
                    <a:lnTo>
                      <a:pt x="102" y="152"/>
                    </a:lnTo>
                    <a:lnTo>
                      <a:pt x="102" y="152"/>
                    </a:lnTo>
                    <a:lnTo>
                      <a:pt x="100" y="152"/>
                    </a:lnTo>
                    <a:lnTo>
                      <a:pt x="100" y="152"/>
                    </a:lnTo>
                    <a:lnTo>
                      <a:pt x="100" y="152"/>
                    </a:lnTo>
                    <a:lnTo>
                      <a:pt x="100" y="150"/>
                    </a:lnTo>
                    <a:lnTo>
                      <a:pt x="100" y="150"/>
                    </a:lnTo>
                    <a:lnTo>
                      <a:pt x="100" y="150"/>
                    </a:lnTo>
                    <a:lnTo>
                      <a:pt x="100" y="147"/>
                    </a:lnTo>
                    <a:lnTo>
                      <a:pt x="100" y="147"/>
                    </a:lnTo>
                    <a:lnTo>
                      <a:pt x="100" y="147"/>
                    </a:lnTo>
                    <a:lnTo>
                      <a:pt x="100" y="145"/>
                    </a:lnTo>
                    <a:lnTo>
                      <a:pt x="100" y="145"/>
                    </a:lnTo>
                    <a:lnTo>
                      <a:pt x="100" y="145"/>
                    </a:lnTo>
                    <a:lnTo>
                      <a:pt x="100" y="143"/>
                    </a:lnTo>
                    <a:lnTo>
                      <a:pt x="100" y="143"/>
                    </a:lnTo>
                    <a:lnTo>
                      <a:pt x="100" y="140"/>
                    </a:lnTo>
                    <a:lnTo>
                      <a:pt x="100" y="140"/>
                    </a:lnTo>
                    <a:lnTo>
                      <a:pt x="100" y="140"/>
                    </a:lnTo>
                    <a:lnTo>
                      <a:pt x="100" y="138"/>
                    </a:lnTo>
                    <a:lnTo>
                      <a:pt x="100" y="138"/>
                    </a:lnTo>
                    <a:lnTo>
                      <a:pt x="100" y="138"/>
                    </a:lnTo>
                    <a:lnTo>
                      <a:pt x="100" y="135"/>
                    </a:lnTo>
                    <a:lnTo>
                      <a:pt x="100" y="135"/>
                    </a:lnTo>
                    <a:lnTo>
                      <a:pt x="100" y="133"/>
                    </a:lnTo>
                    <a:lnTo>
                      <a:pt x="102" y="133"/>
                    </a:lnTo>
                    <a:lnTo>
                      <a:pt x="102" y="133"/>
                    </a:lnTo>
                    <a:lnTo>
                      <a:pt x="102" y="131"/>
                    </a:lnTo>
                    <a:lnTo>
                      <a:pt x="102" y="131"/>
                    </a:lnTo>
                    <a:lnTo>
                      <a:pt x="100" y="131"/>
                    </a:lnTo>
                    <a:lnTo>
                      <a:pt x="100" y="128"/>
                    </a:lnTo>
                    <a:lnTo>
                      <a:pt x="100" y="128"/>
                    </a:lnTo>
                    <a:lnTo>
                      <a:pt x="100" y="128"/>
                    </a:lnTo>
                    <a:lnTo>
                      <a:pt x="100" y="128"/>
                    </a:lnTo>
                    <a:lnTo>
                      <a:pt x="100" y="126"/>
                    </a:lnTo>
                    <a:lnTo>
                      <a:pt x="100" y="126"/>
                    </a:lnTo>
                    <a:lnTo>
                      <a:pt x="100" y="126"/>
                    </a:lnTo>
                    <a:lnTo>
                      <a:pt x="97" y="126"/>
                    </a:lnTo>
                    <a:lnTo>
                      <a:pt x="97" y="124"/>
                    </a:lnTo>
                    <a:lnTo>
                      <a:pt x="97" y="124"/>
                    </a:lnTo>
                    <a:lnTo>
                      <a:pt x="95" y="124"/>
                    </a:lnTo>
                    <a:lnTo>
                      <a:pt x="95" y="124"/>
                    </a:lnTo>
                    <a:lnTo>
                      <a:pt x="95" y="124"/>
                    </a:lnTo>
                    <a:lnTo>
                      <a:pt x="95" y="124"/>
                    </a:lnTo>
                    <a:lnTo>
                      <a:pt x="95" y="121"/>
                    </a:lnTo>
                    <a:lnTo>
                      <a:pt x="92" y="121"/>
                    </a:lnTo>
                    <a:lnTo>
                      <a:pt x="92" y="121"/>
                    </a:lnTo>
                    <a:lnTo>
                      <a:pt x="92" y="121"/>
                    </a:lnTo>
                    <a:lnTo>
                      <a:pt x="92" y="119"/>
                    </a:lnTo>
                    <a:lnTo>
                      <a:pt x="92" y="119"/>
                    </a:lnTo>
                    <a:lnTo>
                      <a:pt x="92" y="119"/>
                    </a:lnTo>
                    <a:lnTo>
                      <a:pt x="92" y="119"/>
                    </a:lnTo>
                    <a:lnTo>
                      <a:pt x="90" y="119"/>
                    </a:lnTo>
                    <a:lnTo>
                      <a:pt x="90" y="119"/>
                    </a:lnTo>
                    <a:lnTo>
                      <a:pt x="90" y="117"/>
                    </a:lnTo>
                    <a:lnTo>
                      <a:pt x="88" y="117"/>
                    </a:lnTo>
                    <a:lnTo>
                      <a:pt x="88" y="117"/>
                    </a:lnTo>
                    <a:lnTo>
                      <a:pt x="88" y="114"/>
                    </a:lnTo>
                    <a:lnTo>
                      <a:pt x="88" y="114"/>
                    </a:lnTo>
                    <a:lnTo>
                      <a:pt x="88" y="114"/>
                    </a:lnTo>
                    <a:lnTo>
                      <a:pt x="88" y="112"/>
                    </a:lnTo>
                    <a:lnTo>
                      <a:pt x="88" y="112"/>
                    </a:lnTo>
                    <a:lnTo>
                      <a:pt x="88" y="112"/>
                    </a:lnTo>
                    <a:lnTo>
                      <a:pt x="85" y="112"/>
                    </a:lnTo>
                    <a:lnTo>
                      <a:pt x="85" y="109"/>
                    </a:lnTo>
                    <a:lnTo>
                      <a:pt x="85" y="109"/>
                    </a:lnTo>
                    <a:lnTo>
                      <a:pt x="85" y="109"/>
                    </a:lnTo>
                    <a:lnTo>
                      <a:pt x="85" y="109"/>
                    </a:lnTo>
                    <a:lnTo>
                      <a:pt x="85" y="109"/>
                    </a:lnTo>
                    <a:lnTo>
                      <a:pt x="85" y="107"/>
                    </a:lnTo>
                    <a:lnTo>
                      <a:pt x="85" y="107"/>
                    </a:lnTo>
                    <a:lnTo>
                      <a:pt x="83" y="107"/>
                    </a:lnTo>
                    <a:lnTo>
                      <a:pt x="83" y="105"/>
                    </a:lnTo>
                    <a:lnTo>
                      <a:pt x="83" y="105"/>
                    </a:lnTo>
                    <a:lnTo>
                      <a:pt x="81" y="105"/>
                    </a:lnTo>
                    <a:lnTo>
                      <a:pt x="81" y="107"/>
                    </a:lnTo>
                    <a:lnTo>
                      <a:pt x="81" y="107"/>
                    </a:lnTo>
                    <a:lnTo>
                      <a:pt x="81" y="107"/>
                    </a:lnTo>
                    <a:lnTo>
                      <a:pt x="81" y="105"/>
                    </a:lnTo>
                    <a:lnTo>
                      <a:pt x="78" y="105"/>
                    </a:lnTo>
                    <a:lnTo>
                      <a:pt x="78" y="105"/>
                    </a:lnTo>
                    <a:lnTo>
                      <a:pt x="78" y="105"/>
                    </a:lnTo>
                    <a:lnTo>
                      <a:pt x="78" y="105"/>
                    </a:lnTo>
                    <a:lnTo>
                      <a:pt x="76" y="105"/>
                    </a:lnTo>
                    <a:lnTo>
                      <a:pt x="76" y="105"/>
                    </a:lnTo>
                    <a:lnTo>
                      <a:pt x="76" y="102"/>
                    </a:lnTo>
                    <a:lnTo>
                      <a:pt x="74" y="102"/>
                    </a:lnTo>
                    <a:lnTo>
                      <a:pt x="74" y="102"/>
                    </a:lnTo>
                    <a:lnTo>
                      <a:pt x="74" y="102"/>
                    </a:lnTo>
                    <a:lnTo>
                      <a:pt x="71" y="102"/>
                    </a:lnTo>
                    <a:lnTo>
                      <a:pt x="71" y="102"/>
                    </a:lnTo>
                    <a:lnTo>
                      <a:pt x="71" y="102"/>
                    </a:lnTo>
                    <a:lnTo>
                      <a:pt x="69" y="102"/>
                    </a:lnTo>
                    <a:lnTo>
                      <a:pt x="69" y="102"/>
                    </a:lnTo>
                    <a:lnTo>
                      <a:pt x="69" y="102"/>
                    </a:lnTo>
                    <a:lnTo>
                      <a:pt x="69" y="102"/>
                    </a:lnTo>
                    <a:lnTo>
                      <a:pt x="66" y="102"/>
                    </a:lnTo>
                    <a:lnTo>
                      <a:pt x="66" y="105"/>
                    </a:lnTo>
                    <a:lnTo>
                      <a:pt x="66" y="105"/>
                    </a:lnTo>
                    <a:lnTo>
                      <a:pt x="69" y="105"/>
                    </a:lnTo>
                    <a:lnTo>
                      <a:pt x="69" y="107"/>
                    </a:lnTo>
                    <a:lnTo>
                      <a:pt x="66" y="107"/>
                    </a:lnTo>
                    <a:lnTo>
                      <a:pt x="66" y="107"/>
                    </a:lnTo>
                    <a:lnTo>
                      <a:pt x="66" y="107"/>
                    </a:lnTo>
                    <a:lnTo>
                      <a:pt x="66" y="107"/>
                    </a:lnTo>
                    <a:lnTo>
                      <a:pt x="66" y="109"/>
                    </a:lnTo>
                    <a:lnTo>
                      <a:pt x="66" y="109"/>
                    </a:lnTo>
                    <a:lnTo>
                      <a:pt x="64" y="109"/>
                    </a:lnTo>
                    <a:lnTo>
                      <a:pt x="64" y="109"/>
                    </a:lnTo>
                    <a:lnTo>
                      <a:pt x="64" y="109"/>
                    </a:lnTo>
                    <a:lnTo>
                      <a:pt x="64" y="112"/>
                    </a:lnTo>
                    <a:lnTo>
                      <a:pt x="64" y="112"/>
                    </a:lnTo>
                    <a:lnTo>
                      <a:pt x="64" y="114"/>
                    </a:lnTo>
                    <a:lnTo>
                      <a:pt x="62" y="114"/>
                    </a:lnTo>
                    <a:lnTo>
                      <a:pt x="62" y="114"/>
                    </a:lnTo>
                    <a:lnTo>
                      <a:pt x="62" y="114"/>
                    </a:lnTo>
                    <a:lnTo>
                      <a:pt x="59" y="114"/>
                    </a:lnTo>
                    <a:lnTo>
                      <a:pt x="59" y="114"/>
                    </a:lnTo>
                    <a:lnTo>
                      <a:pt x="59" y="114"/>
                    </a:lnTo>
                    <a:lnTo>
                      <a:pt x="59" y="114"/>
                    </a:lnTo>
                    <a:lnTo>
                      <a:pt x="57" y="114"/>
                    </a:lnTo>
                    <a:lnTo>
                      <a:pt x="57" y="117"/>
                    </a:lnTo>
                    <a:lnTo>
                      <a:pt x="57" y="117"/>
                    </a:lnTo>
                    <a:lnTo>
                      <a:pt x="57" y="117"/>
                    </a:lnTo>
                    <a:lnTo>
                      <a:pt x="55" y="117"/>
                    </a:lnTo>
                    <a:lnTo>
                      <a:pt x="55" y="117"/>
                    </a:lnTo>
                    <a:lnTo>
                      <a:pt x="55" y="119"/>
                    </a:lnTo>
                    <a:lnTo>
                      <a:pt x="55" y="119"/>
                    </a:lnTo>
                    <a:lnTo>
                      <a:pt x="52" y="119"/>
                    </a:lnTo>
                    <a:lnTo>
                      <a:pt x="52" y="117"/>
                    </a:lnTo>
                    <a:lnTo>
                      <a:pt x="55" y="117"/>
                    </a:lnTo>
                    <a:lnTo>
                      <a:pt x="55" y="117"/>
                    </a:lnTo>
                    <a:lnTo>
                      <a:pt x="55" y="114"/>
                    </a:lnTo>
                    <a:lnTo>
                      <a:pt x="52" y="114"/>
                    </a:lnTo>
                    <a:lnTo>
                      <a:pt x="52" y="114"/>
                    </a:lnTo>
                    <a:lnTo>
                      <a:pt x="52" y="114"/>
                    </a:lnTo>
                    <a:lnTo>
                      <a:pt x="50" y="114"/>
                    </a:lnTo>
                    <a:lnTo>
                      <a:pt x="50" y="114"/>
                    </a:lnTo>
                    <a:lnTo>
                      <a:pt x="50" y="114"/>
                    </a:lnTo>
                    <a:lnTo>
                      <a:pt x="47" y="114"/>
                    </a:lnTo>
                    <a:lnTo>
                      <a:pt x="47" y="112"/>
                    </a:lnTo>
                    <a:lnTo>
                      <a:pt x="47" y="112"/>
                    </a:lnTo>
                    <a:lnTo>
                      <a:pt x="47" y="112"/>
                    </a:lnTo>
                    <a:lnTo>
                      <a:pt x="47" y="112"/>
                    </a:lnTo>
                    <a:lnTo>
                      <a:pt x="45" y="112"/>
                    </a:lnTo>
                    <a:lnTo>
                      <a:pt x="45" y="109"/>
                    </a:lnTo>
                    <a:lnTo>
                      <a:pt x="45" y="109"/>
                    </a:lnTo>
                    <a:lnTo>
                      <a:pt x="45" y="109"/>
                    </a:lnTo>
                    <a:lnTo>
                      <a:pt x="45" y="109"/>
                    </a:lnTo>
                    <a:lnTo>
                      <a:pt x="45" y="109"/>
                    </a:lnTo>
                    <a:lnTo>
                      <a:pt x="43" y="109"/>
                    </a:lnTo>
                    <a:lnTo>
                      <a:pt x="43" y="109"/>
                    </a:lnTo>
                    <a:lnTo>
                      <a:pt x="40" y="109"/>
                    </a:lnTo>
                    <a:lnTo>
                      <a:pt x="40" y="109"/>
                    </a:lnTo>
                    <a:lnTo>
                      <a:pt x="40" y="109"/>
                    </a:lnTo>
                    <a:lnTo>
                      <a:pt x="40" y="109"/>
                    </a:lnTo>
                    <a:lnTo>
                      <a:pt x="40" y="109"/>
                    </a:lnTo>
                    <a:lnTo>
                      <a:pt x="40" y="112"/>
                    </a:lnTo>
                    <a:lnTo>
                      <a:pt x="38" y="112"/>
                    </a:lnTo>
                    <a:lnTo>
                      <a:pt x="38" y="112"/>
                    </a:lnTo>
                    <a:lnTo>
                      <a:pt x="38" y="112"/>
                    </a:lnTo>
                    <a:lnTo>
                      <a:pt x="38" y="112"/>
                    </a:lnTo>
                    <a:lnTo>
                      <a:pt x="36" y="112"/>
                    </a:lnTo>
                    <a:lnTo>
                      <a:pt x="36" y="112"/>
                    </a:lnTo>
                    <a:lnTo>
                      <a:pt x="36" y="114"/>
                    </a:lnTo>
                    <a:lnTo>
                      <a:pt x="36" y="114"/>
                    </a:lnTo>
                    <a:lnTo>
                      <a:pt x="36" y="117"/>
                    </a:lnTo>
                    <a:lnTo>
                      <a:pt x="33" y="117"/>
                    </a:lnTo>
                    <a:lnTo>
                      <a:pt x="33" y="117"/>
                    </a:lnTo>
                    <a:lnTo>
                      <a:pt x="33" y="117"/>
                    </a:lnTo>
                    <a:lnTo>
                      <a:pt x="33" y="117"/>
                    </a:lnTo>
                    <a:lnTo>
                      <a:pt x="31" y="117"/>
                    </a:lnTo>
                    <a:lnTo>
                      <a:pt x="31" y="119"/>
                    </a:lnTo>
                    <a:lnTo>
                      <a:pt x="31" y="119"/>
                    </a:lnTo>
                    <a:lnTo>
                      <a:pt x="31" y="119"/>
                    </a:lnTo>
                    <a:lnTo>
                      <a:pt x="31" y="119"/>
                    </a:lnTo>
                    <a:lnTo>
                      <a:pt x="29" y="119"/>
                    </a:lnTo>
                    <a:lnTo>
                      <a:pt x="29" y="119"/>
                    </a:lnTo>
                    <a:lnTo>
                      <a:pt x="29" y="121"/>
                    </a:lnTo>
                    <a:lnTo>
                      <a:pt x="29" y="121"/>
                    </a:lnTo>
                    <a:lnTo>
                      <a:pt x="26" y="121"/>
                    </a:lnTo>
                    <a:lnTo>
                      <a:pt x="26" y="121"/>
                    </a:lnTo>
                    <a:lnTo>
                      <a:pt x="26" y="121"/>
                    </a:lnTo>
                    <a:lnTo>
                      <a:pt x="26" y="124"/>
                    </a:lnTo>
                    <a:lnTo>
                      <a:pt x="26" y="124"/>
                    </a:lnTo>
                    <a:lnTo>
                      <a:pt x="26" y="124"/>
                    </a:lnTo>
                    <a:lnTo>
                      <a:pt x="24" y="124"/>
                    </a:lnTo>
                    <a:lnTo>
                      <a:pt x="24" y="126"/>
                    </a:lnTo>
                    <a:lnTo>
                      <a:pt x="24" y="126"/>
                    </a:lnTo>
                    <a:lnTo>
                      <a:pt x="24" y="126"/>
                    </a:lnTo>
                    <a:lnTo>
                      <a:pt x="21" y="126"/>
                    </a:lnTo>
                    <a:lnTo>
                      <a:pt x="21" y="128"/>
                    </a:lnTo>
                    <a:lnTo>
                      <a:pt x="21" y="128"/>
                    </a:lnTo>
                    <a:lnTo>
                      <a:pt x="21" y="126"/>
                    </a:lnTo>
                    <a:lnTo>
                      <a:pt x="21" y="126"/>
                    </a:lnTo>
                    <a:lnTo>
                      <a:pt x="21" y="126"/>
                    </a:lnTo>
                    <a:lnTo>
                      <a:pt x="19" y="126"/>
                    </a:lnTo>
                    <a:lnTo>
                      <a:pt x="19" y="126"/>
                    </a:lnTo>
                    <a:lnTo>
                      <a:pt x="19" y="124"/>
                    </a:lnTo>
                    <a:lnTo>
                      <a:pt x="19" y="124"/>
                    </a:lnTo>
                    <a:lnTo>
                      <a:pt x="19" y="121"/>
                    </a:lnTo>
                    <a:lnTo>
                      <a:pt x="19" y="121"/>
                    </a:lnTo>
                    <a:lnTo>
                      <a:pt x="19" y="119"/>
                    </a:lnTo>
                    <a:lnTo>
                      <a:pt x="19" y="119"/>
                    </a:lnTo>
                    <a:lnTo>
                      <a:pt x="19" y="119"/>
                    </a:lnTo>
                    <a:lnTo>
                      <a:pt x="19" y="119"/>
                    </a:lnTo>
                    <a:lnTo>
                      <a:pt x="19" y="117"/>
                    </a:lnTo>
                    <a:lnTo>
                      <a:pt x="19" y="117"/>
                    </a:lnTo>
                    <a:lnTo>
                      <a:pt x="21" y="117"/>
                    </a:lnTo>
                    <a:lnTo>
                      <a:pt x="21" y="114"/>
                    </a:lnTo>
                    <a:lnTo>
                      <a:pt x="21" y="114"/>
                    </a:lnTo>
                    <a:lnTo>
                      <a:pt x="21" y="114"/>
                    </a:lnTo>
                    <a:lnTo>
                      <a:pt x="21" y="112"/>
                    </a:lnTo>
                    <a:lnTo>
                      <a:pt x="21" y="112"/>
                    </a:lnTo>
                    <a:lnTo>
                      <a:pt x="21" y="112"/>
                    </a:lnTo>
                    <a:lnTo>
                      <a:pt x="21" y="109"/>
                    </a:lnTo>
                    <a:lnTo>
                      <a:pt x="21" y="109"/>
                    </a:lnTo>
                    <a:lnTo>
                      <a:pt x="21" y="109"/>
                    </a:lnTo>
                    <a:lnTo>
                      <a:pt x="21" y="107"/>
                    </a:lnTo>
                    <a:lnTo>
                      <a:pt x="21" y="107"/>
                    </a:lnTo>
                    <a:lnTo>
                      <a:pt x="21" y="105"/>
                    </a:lnTo>
                    <a:lnTo>
                      <a:pt x="21" y="105"/>
                    </a:lnTo>
                    <a:lnTo>
                      <a:pt x="21" y="105"/>
                    </a:lnTo>
                    <a:lnTo>
                      <a:pt x="21" y="105"/>
                    </a:lnTo>
                    <a:lnTo>
                      <a:pt x="21" y="102"/>
                    </a:lnTo>
                    <a:lnTo>
                      <a:pt x="19" y="102"/>
                    </a:lnTo>
                    <a:lnTo>
                      <a:pt x="19" y="102"/>
                    </a:lnTo>
                    <a:lnTo>
                      <a:pt x="21" y="102"/>
                    </a:lnTo>
                    <a:lnTo>
                      <a:pt x="21" y="100"/>
                    </a:lnTo>
                    <a:lnTo>
                      <a:pt x="21" y="100"/>
                    </a:lnTo>
                    <a:lnTo>
                      <a:pt x="21" y="100"/>
                    </a:lnTo>
                    <a:lnTo>
                      <a:pt x="21" y="100"/>
                    </a:lnTo>
                    <a:lnTo>
                      <a:pt x="21" y="100"/>
                    </a:lnTo>
                    <a:lnTo>
                      <a:pt x="24" y="100"/>
                    </a:lnTo>
                    <a:lnTo>
                      <a:pt x="24" y="98"/>
                    </a:lnTo>
                    <a:lnTo>
                      <a:pt x="24" y="98"/>
                    </a:lnTo>
                    <a:lnTo>
                      <a:pt x="24" y="98"/>
                    </a:lnTo>
                    <a:lnTo>
                      <a:pt x="24" y="95"/>
                    </a:lnTo>
                    <a:lnTo>
                      <a:pt x="24" y="95"/>
                    </a:lnTo>
                    <a:lnTo>
                      <a:pt x="24" y="93"/>
                    </a:lnTo>
                    <a:lnTo>
                      <a:pt x="24" y="93"/>
                    </a:lnTo>
                    <a:lnTo>
                      <a:pt x="24" y="90"/>
                    </a:lnTo>
                    <a:lnTo>
                      <a:pt x="24" y="90"/>
                    </a:lnTo>
                    <a:lnTo>
                      <a:pt x="26" y="90"/>
                    </a:lnTo>
                    <a:lnTo>
                      <a:pt x="26" y="90"/>
                    </a:lnTo>
                    <a:lnTo>
                      <a:pt x="26" y="88"/>
                    </a:lnTo>
                    <a:lnTo>
                      <a:pt x="26" y="88"/>
                    </a:lnTo>
                    <a:lnTo>
                      <a:pt x="26" y="88"/>
                    </a:lnTo>
                    <a:lnTo>
                      <a:pt x="26" y="86"/>
                    </a:lnTo>
                    <a:lnTo>
                      <a:pt x="26" y="86"/>
                    </a:lnTo>
                    <a:lnTo>
                      <a:pt x="26" y="86"/>
                    </a:lnTo>
                    <a:lnTo>
                      <a:pt x="24" y="86"/>
                    </a:lnTo>
                    <a:lnTo>
                      <a:pt x="24" y="83"/>
                    </a:lnTo>
                    <a:lnTo>
                      <a:pt x="24" y="83"/>
                    </a:lnTo>
                    <a:lnTo>
                      <a:pt x="24" y="81"/>
                    </a:lnTo>
                    <a:lnTo>
                      <a:pt x="24" y="81"/>
                    </a:lnTo>
                    <a:lnTo>
                      <a:pt x="24" y="81"/>
                    </a:lnTo>
                    <a:lnTo>
                      <a:pt x="24" y="81"/>
                    </a:lnTo>
                    <a:lnTo>
                      <a:pt x="24" y="79"/>
                    </a:lnTo>
                    <a:lnTo>
                      <a:pt x="24" y="79"/>
                    </a:lnTo>
                    <a:lnTo>
                      <a:pt x="24" y="76"/>
                    </a:lnTo>
                    <a:lnTo>
                      <a:pt x="24" y="76"/>
                    </a:lnTo>
                    <a:lnTo>
                      <a:pt x="24" y="76"/>
                    </a:lnTo>
                    <a:lnTo>
                      <a:pt x="26" y="76"/>
                    </a:lnTo>
                    <a:lnTo>
                      <a:pt x="26" y="74"/>
                    </a:lnTo>
                    <a:lnTo>
                      <a:pt x="26" y="74"/>
                    </a:lnTo>
                    <a:lnTo>
                      <a:pt x="24" y="74"/>
                    </a:lnTo>
                    <a:lnTo>
                      <a:pt x="24" y="74"/>
                    </a:lnTo>
                    <a:lnTo>
                      <a:pt x="21" y="74"/>
                    </a:lnTo>
                    <a:lnTo>
                      <a:pt x="21" y="74"/>
                    </a:lnTo>
                    <a:lnTo>
                      <a:pt x="21" y="74"/>
                    </a:lnTo>
                    <a:lnTo>
                      <a:pt x="21" y="71"/>
                    </a:lnTo>
                    <a:lnTo>
                      <a:pt x="19" y="71"/>
                    </a:lnTo>
                    <a:lnTo>
                      <a:pt x="19" y="71"/>
                    </a:lnTo>
                    <a:lnTo>
                      <a:pt x="19" y="71"/>
                    </a:lnTo>
                    <a:lnTo>
                      <a:pt x="17" y="71"/>
                    </a:lnTo>
                    <a:lnTo>
                      <a:pt x="17" y="71"/>
                    </a:lnTo>
                    <a:lnTo>
                      <a:pt x="17" y="74"/>
                    </a:lnTo>
                    <a:lnTo>
                      <a:pt x="14" y="74"/>
                    </a:lnTo>
                    <a:lnTo>
                      <a:pt x="14" y="74"/>
                    </a:lnTo>
                    <a:lnTo>
                      <a:pt x="14" y="74"/>
                    </a:lnTo>
                    <a:lnTo>
                      <a:pt x="14" y="76"/>
                    </a:lnTo>
                    <a:lnTo>
                      <a:pt x="14" y="76"/>
                    </a:lnTo>
                    <a:lnTo>
                      <a:pt x="14" y="74"/>
                    </a:lnTo>
                    <a:lnTo>
                      <a:pt x="12" y="74"/>
                    </a:lnTo>
                    <a:lnTo>
                      <a:pt x="12" y="74"/>
                    </a:lnTo>
                    <a:lnTo>
                      <a:pt x="12" y="74"/>
                    </a:lnTo>
                    <a:lnTo>
                      <a:pt x="10" y="74"/>
                    </a:lnTo>
                    <a:lnTo>
                      <a:pt x="10" y="76"/>
                    </a:lnTo>
                    <a:lnTo>
                      <a:pt x="10" y="76"/>
                    </a:lnTo>
                    <a:lnTo>
                      <a:pt x="10" y="74"/>
                    </a:lnTo>
                    <a:lnTo>
                      <a:pt x="7" y="74"/>
                    </a:lnTo>
                    <a:lnTo>
                      <a:pt x="7" y="74"/>
                    </a:lnTo>
                    <a:lnTo>
                      <a:pt x="7" y="71"/>
                    </a:lnTo>
                    <a:lnTo>
                      <a:pt x="7" y="71"/>
                    </a:lnTo>
                    <a:lnTo>
                      <a:pt x="7" y="71"/>
                    </a:lnTo>
                    <a:lnTo>
                      <a:pt x="7" y="71"/>
                    </a:lnTo>
                    <a:lnTo>
                      <a:pt x="7" y="71"/>
                    </a:lnTo>
                    <a:lnTo>
                      <a:pt x="7" y="69"/>
                    </a:lnTo>
                    <a:lnTo>
                      <a:pt x="7" y="69"/>
                    </a:lnTo>
                    <a:lnTo>
                      <a:pt x="7" y="69"/>
                    </a:lnTo>
                    <a:lnTo>
                      <a:pt x="7" y="67"/>
                    </a:lnTo>
                    <a:lnTo>
                      <a:pt x="7" y="67"/>
                    </a:lnTo>
                    <a:lnTo>
                      <a:pt x="7" y="67"/>
                    </a:lnTo>
                    <a:lnTo>
                      <a:pt x="7" y="64"/>
                    </a:lnTo>
                    <a:lnTo>
                      <a:pt x="10" y="64"/>
                    </a:lnTo>
                    <a:lnTo>
                      <a:pt x="10" y="64"/>
                    </a:lnTo>
                    <a:lnTo>
                      <a:pt x="10" y="62"/>
                    </a:lnTo>
                    <a:lnTo>
                      <a:pt x="10" y="62"/>
                    </a:lnTo>
                    <a:lnTo>
                      <a:pt x="10" y="60"/>
                    </a:lnTo>
                    <a:lnTo>
                      <a:pt x="10" y="60"/>
                    </a:lnTo>
                    <a:lnTo>
                      <a:pt x="10" y="60"/>
                    </a:lnTo>
                    <a:lnTo>
                      <a:pt x="10" y="60"/>
                    </a:lnTo>
                    <a:lnTo>
                      <a:pt x="10" y="60"/>
                    </a:lnTo>
                    <a:lnTo>
                      <a:pt x="7" y="60"/>
                    </a:lnTo>
                    <a:lnTo>
                      <a:pt x="7" y="60"/>
                    </a:lnTo>
                    <a:lnTo>
                      <a:pt x="7" y="57"/>
                    </a:lnTo>
                    <a:lnTo>
                      <a:pt x="7" y="57"/>
                    </a:lnTo>
                    <a:lnTo>
                      <a:pt x="7" y="57"/>
                    </a:lnTo>
                    <a:lnTo>
                      <a:pt x="7" y="55"/>
                    </a:lnTo>
                    <a:lnTo>
                      <a:pt x="5" y="55"/>
                    </a:lnTo>
                    <a:lnTo>
                      <a:pt x="5" y="55"/>
                    </a:lnTo>
                    <a:lnTo>
                      <a:pt x="5" y="53"/>
                    </a:lnTo>
                    <a:lnTo>
                      <a:pt x="5" y="53"/>
                    </a:lnTo>
                    <a:lnTo>
                      <a:pt x="5" y="53"/>
                    </a:lnTo>
                    <a:lnTo>
                      <a:pt x="2" y="53"/>
                    </a:lnTo>
                    <a:lnTo>
                      <a:pt x="2" y="55"/>
                    </a:lnTo>
                    <a:lnTo>
                      <a:pt x="2" y="55"/>
                    </a:lnTo>
                    <a:lnTo>
                      <a:pt x="2" y="55"/>
                    </a:lnTo>
                    <a:lnTo>
                      <a:pt x="0" y="55"/>
                    </a:lnTo>
                    <a:lnTo>
                      <a:pt x="0" y="57"/>
                    </a:lnTo>
                    <a:lnTo>
                      <a:pt x="0" y="57"/>
                    </a:lnTo>
                    <a:lnTo>
                      <a:pt x="0" y="57"/>
                    </a:lnTo>
                    <a:lnTo>
                      <a:pt x="0" y="55"/>
                    </a:lnTo>
                    <a:lnTo>
                      <a:pt x="0" y="55"/>
                    </a:lnTo>
                    <a:lnTo>
                      <a:pt x="0" y="53"/>
                    </a:lnTo>
                    <a:lnTo>
                      <a:pt x="0" y="53"/>
                    </a:lnTo>
                    <a:lnTo>
                      <a:pt x="0" y="53"/>
                    </a:lnTo>
                    <a:lnTo>
                      <a:pt x="0" y="50"/>
                    </a:lnTo>
                    <a:lnTo>
                      <a:pt x="0" y="50"/>
                    </a:lnTo>
                    <a:lnTo>
                      <a:pt x="0" y="50"/>
                    </a:lnTo>
                    <a:lnTo>
                      <a:pt x="0" y="50"/>
                    </a:lnTo>
                    <a:lnTo>
                      <a:pt x="0" y="48"/>
                    </a:lnTo>
                    <a:lnTo>
                      <a:pt x="0" y="48"/>
                    </a:lnTo>
                    <a:lnTo>
                      <a:pt x="2" y="48"/>
                    </a:lnTo>
                    <a:lnTo>
                      <a:pt x="2" y="45"/>
                    </a:lnTo>
                    <a:lnTo>
                      <a:pt x="2" y="45"/>
                    </a:lnTo>
                    <a:lnTo>
                      <a:pt x="2" y="45"/>
                    </a:lnTo>
                    <a:lnTo>
                      <a:pt x="2" y="43"/>
                    </a:lnTo>
                    <a:lnTo>
                      <a:pt x="5" y="43"/>
                    </a:lnTo>
                    <a:lnTo>
                      <a:pt x="5" y="43"/>
                    </a:lnTo>
                    <a:lnTo>
                      <a:pt x="5" y="43"/>
                    </a:lnTo>
                    <a:lnTo>
                      <a:pt x="5" y="43"/>
                    </a:lnTo>
                    <a:lnTo>
                      <a:pt x="5" y="41"/>
                    </a:lnTo>
                    <a:lnTo>
                      <a:pt x="7" y="41"/>
                    </a:lnTo>
                    <a:lnTo>
                      <a:pt x="7" y="41"/>
                    </a:lnTo>
                    <a:lnTo>
                      <a:pt x="7" y="41"/>
                    </a:lnTo>
                    <a:lnTo>
                      <a:pt x="7" y="43"/>
                    </a:lnTo>
                    <a:lnTo>
                      <a:pt x="10" y="43"/>
                    </a:lnTo>
                    <a:lnTo>
                      <a:pt x="10" y="41"/>
                    </a:lnTo>
                    <a:lnTo>
                      <a:pt x="10" y="41"/>
                    </a:lnTo>
                    <a:lnTo>
                      <a:pt x="12" y="41"/>
                    </a:lnTo>
                    <a:lnTo>
                      <a:pt x="12" y="41"/>
                    </a:lnTo>
                    <a:lnTo>
                      <a:pt x="10" y="41"/>
                    </a:lnTo>
                    <a:lnTo>
                      <a:pt x="10" y="41"/>
                    </a:lnTo>
                    <a:lnTo>
                      <a:pt x="7" y="41"/>
                    </a:lnTo>
                    <a:lnTo>
                      <a:pt x="7" y="41"/>
                    </a:lnTo>
                    <a:lnTo>
                      <a:pt x="10" y="41"/>
                    </a:lnTo>
                    <a:lnTo>
                      <a:pt x="10" y="38"/>
                    </a:lnTo>
                    <a:lnTo>
                      <a:pt x="10" y="38"/>
                    </a:lnTo>
                    <a:lnTo>
                      <a:pt x="10" y="36"/>
                    </a:lnTo>
                    <a:lnTo>
                      <a:pt x="10" y="36"/>
                    </a:lnTo>
                    <a:lnTo>
                      <a:pt x="12" y="36"/>
                    </a:lnTo>
                    <a:lnTo>
                      <a:pt x="12" y="36"/>
                    </a:lnTo>
                    <a:lnTo>
                      <a:pt x="12" y="36"/>
                    </a:lnTo>
                    <a:lnTo>
                      <a:pt x="12" y="34"/>
                    </a:lnTo>
                    <a:lnTo>
                      <a:pt x="12" y="34"/>
                    </a:lnTo>
                    <a:lnTo>
                      <a:pt x="12" y="34"/>
                    </a:lnTo>
                    <a:lnTo>
                      <a:pt x="12" y="31"/>
                    </a:lnTo>
                    <a:lnTo>
                      <a:pt x="12" y="31"/>
                    </a:lnTo>
                    <a:lnTo>
                      <a:pt x="12" y="31"/>
                    </a:lnTo>
                    <a:lnTo>
                      <a:pt x="14" y="31"/>
                    </a:lnTo>
                    <a:lnTo>
                      <a:pt x="14" y="31"/>
                    </a:lnTo>
                    <a:lnTo>
                      <a:pt x="14" y="31"/>
                    </a:lnTo>
                    <a:lnTo>
                      <a:pt x="17" y="31"/>
                    </a:lnTo>
                    <a:lnTo>
                      <a:pt x="17" y="29"/>
                    </a:lnTo>
                    <a:lnTo>
                      <a:pt x="17" y="29"/>
                    </a:lnTo>
                    <a:lnTo>
                      <a:pt x="17" y="29"/>
                    </a:lnTo>
                    <a:lnTo>
                      <a:pt x="19" y="29"/>
                    </a:lnTo>
                    <a:lnTo>
                      <a:pt x="19" y="29"/>
                    </a:lnTo>
                    <a:lnTo>
                      <a:pt x="19" y="26"/>
                    </a:lnTo>
                    <a:lnTo>
                      <a:pt x="19" y="26"/>
                    </a:lnTo>
                    <a:lnTo>
                      <a:pt x="19" y="26"/>
                    </a:lnTo>
                    <a:lnTo>
                      <a:pt x="21" y="26"/>
                    </a:lnTo>
                    <a:lnTo>
                      <a:pt x="21" y="26"/>
                    </a:lnTo>
                    <a:lnTo>
                      <a:pt x="21" y="24"/>
                    </a:lnTo>
                    <a:lnTo>
                      <a:pt x="21" y="24"/>
                    </a:lnTo>
                    <a:lnTo>
                      <a:pt x="21" y="24"/>
                    </a:lnTo>
                    <a:lnTo>
                      <a:pt x="24" y="24"/>
                    </a:lnTo>
                    <a:lnTo>
                      <a:pt x="24" y="24"/>
                    </a:lnTo>
                    <a:lnTo>
                      <a:pt x="24" y="26"/>
                    </a:lnTo>
                    <a:lnTo>
                      <a:pt x="24" y="26"/>
                    </a:lnTo>
                    <a:lnTo>
                      <a:pt x="24" y="26"/>
                    </a:lnTo>
                    <a:lnTo>
                      <a:pt x="24" y="29"/>
                    </a:lnTo>
                    <a:lnTo>
                      <a:pt x="24" y="29"/>
                    </a:lnTo>
                    <a:lnTo>
                      <a:pt x="24" y="31"/>
                    </a:lnTo>
                    <a:lnTo>
                      <a:pt x="24" y="31"/>
                    </a:lnTo>
                    <a:lnTo>
                      <a:pt x="24" y="31"/>
                    </a:lnTo>
                    <a:lnTo>
                      <a:pt x="26" y="31"/>
                    </a:lnTo>
                    <a:lnTo>
                      <a:pt x="26" y="34"/>
                    </a:lnTo>
                    <a:lnTo>
                      <a:pt x="26" y="34"/>
                    </a:lnTo>
                    <a:lnTo>
                      <a:pt x="26" y="31"/>
                    </a:lnTo>
                    <a:lnTo>
                      <a:pt x="26" y="31"/>
                    </a:lnTo>
                    <a:lnTo>
                      <a:pt x="29" y="31"/>
                    </a:lnTo>
                    <a:lnTo>
                      <a:pt x="29" y="31"/>
                    </a:lnTo>
                    <a:lnTo>
                      <a:pt x="29" y="31"/>
                    </a:lnTo>
                    <a:lnTo>
                      <a:pt x="29" y="31"/>
                    </a:lnTo>
                    <a:lnTo>
                      <a:pt x="31" y="31"/>
                    </a:lnTo>
                    <a:lnTo>
                      <a:pt x="31" y="31"/>
                    </a:lnTo>
                    <a:lnTo>
                      <a:pt x="31" y="31"/>
                    </a:lnTo>
                    <a:lnTo>
                      <a:pt x="33" y="31"/>
                    </a:lnTo>
                    <a:lnTo>
                      <a:pt x="33" y="31"/>
                    </a:lnTo>
                    <a:lnTo>
                      <a:pt x="33" y="34"/>
                    </a:lnTo>
                    <a:lnTo>
                      <a:pt x="33" y="34"/>
                    </a:lnTo>
                    <a:lnTo>
                      <a:pt x="33" y="34"/>
                    </a:lnTo>
                    <a:lnTo>
                      <a:pt x="36" y="34"/>
                    </a:lnTo>
                    <a:lnTo>
                      <a:pt x="36" y="34"/>
                    </a:lnTo>
                    <a:lnTo>
                      <a:pt x="36" y="34"/>
                    </a:lnTo>
                    <a:lnTo>
                      <a:pt x="36" y="31"/>
                    </a:lnTo>
                    <a:lnTo>
                      <a:pt x="38" y="31"/>
                    </a:lnTo>
                    <a:lnTo>
                      <a:pt x="38" y="31"/>
                    </a:lnTo>
                    <a:lnTo>
                      <a:pt x="38" y="31"/>
                    </a:lnTo>
                    <a:lnTo>
                      <a:pt x="36" y="31"/>
                    </a:lnTo>
                    <a:lnTo>
                      <a:pt x="36" y="31"/>
                    </a:lnTo>
                    <a:lnTo>
                      <a:pt x="36" y="29"/>
                    </a:lnTo>
                    <a:lnTo>
                      <a:pt x="36" y="29"/>
                    </a:lnTo>
                    <a:lnTo>
                      <a:pt x="36" y="26"/>
                    </a:lnTo>
                    <a:lnTo>
                      <a:pt x="36" y="26"/>
                    </a:lnTo>
                    <a:lnTo>
                      <a:pt x="36" y="24"/>
                    </a:lnTo>
                    <a:lnTo>
                      <a:pt x="36" y="24"/>
                    </a:lnTo>
                    <a:lnTo>
                      <a:pt x="36" y="24"/>
                    </a:lnTo>
                    <a:lnTo>
                      <a:pt x="36" y="24"/>
                    </a:lnTo>
                    <a:lnTo>
                      <a:pt x="36" y="22"/>
                    </a:lnTo>
                    <a:lnTo>
                      <a:pt x="36" y="22"/>
                    </a:lnTo>
                    <a:lnTo>
                      <a:pt x="38" y="22"/>
                    </a:lnTo>
                    <a:lnTo>
                      <a:pt x="38" y="22"/>
                    </a:lnTo>
                    <a:lnTo>
                      <a:pt x="36" y="22"/>
                    </a:lnTo>
                    <a:lnTo>
                      <a:pt x="36" y="22"/>
                    </a:lnTo>
                    <a:lnTo>
                      <a:pt x="36" y="22"/>
                    </a:lnTo>
                    <a:lnTo>
                      <a:pt x="36" y="19"/>
                    </a:lnTo>
                    <a:lnTo>
                      <a:pt x="36" y="19"/>
                    </a:lnTo>
                    <a:lnTo>
                      <a:pt x="36" y="17"/>
                    </a:lnTo>
                    <a:lnTo>
                      <a:pt x="36" y="17"/>
                    </a:lnTo>
                    <a:lnTo>
                      <a:pt x="36" y="17"/>
                    </a:lnTo>
                    <a:lnTo>
                      <a:pt x="36" y="17"/>
                    </a:lnTo>
                    <a:lnTo>
                      <a:pt x="36" y="15"/>
                    </a:lnTo>
                    <a:lnTo>
                      <a:pt x="33" y="15"/>
                    </a:lnTo>
                    <a:lnTo>
                      <a:pt x="33" y="15"/>
                    </a:lnTo>
                    <a:lnTo>
                      <a:pt x="33" y="12"/>
                    </a:lnTo>
                    <a:lnTo>
                      <a:pt x="33" y="12"/>
                    </a:lnTo>
                    <a:lnTo>
                      <a:pt x="33" y="12"/>
                    </a:lnTo>
                    <a:lnTo>
                      <a:pt x="33" y="12"/>
                    </a:lnTo>
                    <a:lnTo>
                      <a:pt x="33" y="10"/>
                    </a:lnTo>
                    <a:lnTo>
                      <a:pt x="33" y="10"/>
                    </a:lnTo>
                    <a:lnTo>
                      <a:pt x="31" y="10"/>
                    </a:lnTo>
                    <a:lnTo>
                      <a:pt x="31" y="10"/>
                    </a:lnTo>
                    <a:lnTo>
                      <a:pt x="31" y="8"/>
                    </a:lnTo>
                    <a:lnTo>
                      <a:pt x="31" y="8"/>
                    </a:lnTo>
                    <a:lnTo>
                      <a:pt x="31" y="8"/>
                    </a:lnTo>
                    <a:lnTo>
                      <a:pt x="31" y="5"/>
                    </a:lnTo>
                    <a:lnTo>
                      <a:pt x="31" y="5"/>
                    </a:lnTo>
                    <a:lnTo>
                      <a:pt x="31" y="5"/>
                    </a:lnTo>
                    <a:lnTo>
                      <a:pt x="33" y="5"/>
                    </a:lnTo>
                    <a:lnTo>
                      <a:pt x="33" y="3"/>
                    </a:lnTo>
                    <a:lnTo>
                      <a:pt x="33" y="3"/>
                    </a:lnTo>
                    <a:lnTo>
                      <a:pt x="33" y="3"/>
                    </a:lnTo>
                    <a:lnTo>
                      <a:pt x="33" y="0"/>
                    </a:lnTo>
                    <a:lnTo>
                      <a:pt x="33" y="0"/>
                    </a:lnTo>
                    <a:lnTo>
                      <a:pt x="33" y="0"/>
                    </a:lnTo>
                    <a:lnTo>
                      <a:pt x="33" y="0"/>
                    </a:lnTo>
                    <a:lnTo>
                      <a:pt x="36" y="0"/>
                    </a:lnTo>
                    <a:lnTo>
                      <a:pt x="36" y="0"/>
                    </a:lnTo>
                    <a:lnTo>
                      <a:pt x="36" y="0"/>
                    </a:lnTo>
                    <a:lnTo>
                      <a:pt x="38" y="0"/>
                    </a:lnTo>
                    <a:lnTo>
                      <a:pt x="38" y="0"/>
                    </a:lnTo>
                    <a:lnTo>
                      <a:pt x="38" y="0"/>
                    </a:lnTo>
                    <a:lnTo>
                      <a:pt x="38" y="3"/>
                    </a:lnTo>
                    <a:lnTo>
                      <a:pt x="38" y="3"/>
                    </a:lnTo>
                    <a:lnTo>
                      <a:pt x="38" y="0"/>
                    </a:lnTo>
                    <a:lnTo>
                      <a:pt x="40" y="0"/>
                    </a:lnTo>
                    <a:lnTo>
                      <a:pt x="40" y="0"/>
                    </a:lnTo>
                    <a:lnTo>
                      <a:pt x="40" y="0"/>
                    </a:lnTo>
                    <a:lnTo>
                      <a:pt x="40" y="0"/>
                    </a:lnTo>
                    <a:lnTo>
                      <a:pt x="43" y="0"/>
                    </a:lnTo>
                    <a:lnTo>
                      <a:pt x="43" y="0"/>
                    </a:lnTo>
                    <a:lnTo>
                      <a:pt x="43" y="0"/>
                    </a:lnTo>
                    <a:lnTo>
                      <a:pt x="4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122"/>
              <p:cNvSpPr>
                <a:spLocks/>
              </p:cNvSpPr>
              <p:nvPr/>
            </p:nvSpPr>
            <p:spPr bwMode="auto">
              <a:xfrm>
                <a:off x="2980" y="2184"/>
                <a:ext cx="163" cy="218"/>
              </a:xfrm>
              <a:custGeom>
                <a:avLst/>
                <a:gdLst/>
                <a:ahLst/>
                <a:cxnLst>
                  <a:cxn ang="0">
                    <a:pos x="52" y="12"/>
                  </a:cxn>
                  <a:cxn ang="0">
                    <a:pos x="59" y="17"/>
                  </a:cxn>
                  <a:cxn ang="0">
                    <a:pos x="59" y="26"/>
                  </a:cxn>
                  <a:cxn ang="0">
                    <a:pos x="64" y="38"/>
                  </a:cxn>
                  <a:cxn ang="0">
                    <a:pos x="76" y="45"/>
                  </a:cxn>
                  <a:cxn ang="0">
                    <a:pos x="85" y="38"/>
                  </a:cxn>
                  <a:cxn ang="0">
                    <a:pos x="95" y="45"/>
                  </a:cxn>
                  <a:cxn ang="0">
                    <a:pos x="97" y="53"/>
                  </a:cxn>
                  <a:cxn ang="0">
                    <a:pos x="104" y="62"/>
                  </a:cxn>
                  <a:cxn ang="0">
                    <a:pos x="97" y="71"/>
                  </a:cxn>
                  <a:cxn ang="0">
                    <a:pos x="85" y="71"/>
                  </a:cxn>
                  <a:cxn ang="0">
                    <a:pos x="83" y="81"/>
                  </a:cxn>
                  <a:cxn ang="0">
                    <a:pos x="95" y="88"/>
                  </a:cxn>
                  <a:cxn ang="0">
                    <a:pos x="107" y="95"/>
                  </a:cxn>
                  <a:cxn ang="0">
                    <a:pos x="109" y="107"/>
                  </a:cxn>
                  <a:cxn ang="0">
                    <a:pos x="118" y="114"/>
                  </a:cxn>
                  <a:cxn ang="0">
                    <a:pos x="126" y="126"/>
                  </a:cxn>
                  <a:cxn ang="0">
                    <a:pos x="135" y="135"/>
                  </a:cxn>
                  <a:cxn ang="0">
                    <a:pos x="140" y="150"/>
                  </a:cxn>
                  <a:cxn ang="0">
                    <a:pos x="147" y="154"/>
                  </a:cxn>
                  <a:cxn ang="0">
                    <a:pos x="156" y="164"/>
                  </a:cxn>
                  <a:cxn ang="0">
                    <a:pos x="154" y="171"/>
                  </a:cxn>
                  <a:cxn ang="0">
                    <a:pos x="161" y="183"/>
                  </a:cxn>
                  <a:cxn ang="0">
                    <a:pos x="159" y="192"/>
                  </a:cxn>
                  <a:cxn ang="0">
                    <a:pos x="154" y="202"/>
                  </a:cxn>
                  <a:cxn ang="0">
                    <a:pos x="145" y="209"/>
                  </a:cxn>
                  <a:cxn ang="0">
                    <a:pos x="135" y="202"/>
                  </a:cxn>
                  <a:cxn ang="0">
                    <a:pos x="128" y="209"/>
                  </a:cxn>
                  <a:cxn ang="0">
                    <a:pos x="123" y="216"/>
                  </a:cxn>
                  <a:cxn ang="0">
                    <a:pos x="114" y="214"/>
                  </a:cxn>
                  <a:cxn ang="0">
                    <a:pos x="114" y="204"/>
                  </a:cxn>
                  <a:cxn ang="0">
                    <a:pos x="118" y="190"/>
                  </a:cxn>
                  <a:cxn ang="0">
                    <a:pos x="114" y="181"/>
                  </a:cxn>
                  <a:cxn ang="0">
                    <a:pos x="114" y="169"/>
                  </a:cxn>
                  <a:cxn ang="0">
                    <a:pos x="104" y="159"/>
                  </a:cxn>
                  <a:cxn ang="0">
                    <a:pos x="100" y="147"/>
                  </a:cxn>
                  <a:cxn ang="0">
                    <a:pos x="102" y="131"/>
                  </a:cxn>
                  <a:cxn ang="0">
                    <a:pos x="92" y="121"/>
                  </a:cxn>
                  <a:cxn ang="0">
                    <a:pos x="85" y="109"/>
                  </a:cxn>
                  <a:cxn ang="0">
                    <a:pos x="76" y="102"/>
                  </a:cxn>
                  <a:cxn ang="0">
                    <a:pos x="66" y="107"/>
                  </a:cxn>
                  <a:cxn ang="0">
                    <a:pos x="57" y="117"/>
                  </a:cxn>
                  <a:cxn ang="0">
                    <a:pos x="47" y="112"/>
                  </a:cxn>
                  <a:cxn ang="0">
                    <a:pos x="38" y="112"/>
                  </a:cxn>
                  <a:cxn ang="0">
                    <a:pos x="26" y="121"/>
                  </a:cxn>
                  <a:cxn ang="0">
                    <a:pos x="19" y="124"/>
                  </a:cxn>
                  <a:cxn ang="0">
                    <a:pos x="21" y="107"/>
                  </a:cxn>
                  <a:cxn ang="0">
                    <a:pos x="24" y="95"/>
                  </a:cxn>
                  <a:cxn ang="0">
                    <a:pos x="24" y="81"/>
                  </a:cxn>
                  <a:cxn ang="0">
                    <a:pos x="17" y="71"/>
                  </a:cxn>
                  <a:cxn ang="0">
                    <a:pos x="7" y="71"/>
                  </a:cxn>
                  <a:cxn ang="0">
                    <a:pos x="10" y="60"/>
                  </a:cxn>
                  <a:cxn ang="0">
                    <a:pos x="0" y="57"/>
                  </a:cxn>
                  <a:cxn ang="0">
                    <a:pos x="5" y="43"/>
                  </a:cxn>
                  <a:cxn ang="0">
                    <a:pos x="10" y="36"/>
                  </a:cxn>
                  <a:cxn ang="0">
                    <a:pos x="19" y="29"/>
                  </a:cxn>
                  <a:cxn ang="0">
                    <a:pos x="26" y="31"/>
                  </a:cxn>
                  <a:cxn ang="0">
                    <a:pos x="36" y="34"/>
                  </a:cxn>
                  <a:cxn ang="0">
                    <a:pos x="36" y="22"/>
                  </a:cxn>
                  <a:cxn ang="0">
                    <a:pos x="31" y="10"/>
                  </a:cxn>
                  <a:cxn ang="0">
                    <a:pos x="38" y="0"/>
                  </a:cxn>
                </a:cxnLst>
                <a:rect l="0" t="0" r="r" b="b"/>
                <a:pathLst>
                  <a:path w="163" h="218">
                    <a:moveTo>
                      <a:pt x="45" y="0"/>
                    </a:moveTo>
                    <a:lnTo>
                      <a:pt x="45" y="3"/>
                    </a:lnTo>
                    <a:lnTo>
                      <a:pt x="45" y="3"/>
                    </a:lnTo>
                    <a:lnTo>
                      <a:pt x="45" y="3"/>
                    </a:lnTo>
                    <a:lnTo>
                      <a:pt x="45" y="5"/>
                    </a:lnTo>
                    <a:lnTo>
                      <a:pt x="45" y="5"/>
                    </a:lnTo>
                    <a:lnTo>
                      <a:pt x="45" y="5"/>
                    </a:lnTo>
                    <a:lnTo>
                      <a:pt x="47" y="5"/>
                    </a:lnTo>
                    <a:lnTo>
                      <a:pt x="47" y="8"/>
                    </a:lnTo>
                    <a:lnTo>
                      <a:pt x="47" y="8"/>
                    </a:lnTo>
                    <a:lnTo>
                      <a:pt x="47" y="8"/>
                    </a:lnTo>
                    <a:lnTo>
                      <a:pt x="47" y="8"/>
                    </a:lnTo>
                    <a:lnTo>
                      <a:pt x="47" y="10"/>
                    </a:lnTo>
                    <a:lnTo>
                      <a:pt x="50" y="10"/>
                    </a:lnTo>
                    <a:lnTo>
                      <a:pt x="50" y="10"/>
                    </a:lnTo>
                    <a:lnTo>
                      <a:pt x="50" y="10"/>
                    </a:lnTo>
                    <a:lnTo>
                      <a:pt x="50" y="10"/>
                    </a:lnTo>
                    <a:lnTo>
                      <a:pt x="52" y="10"/>
                    </a:lnTo>
                    <a:lnTo>
                      <a:pt x="52" y="12"/>
                    </a:lnTo>
                    <a:lnTo>
                      <a:pt x="52" y="12"/>
                    </a:lnTo>
                    <a:lnTo>
                      <a:pt x="52" y="12"/>
                    </a:lnTo>
                    <a:lnTo>
                      <a:pt x="52" y="12"/>
                    </a:lnTo>
                    <a:lnTo>
                      <a:pt x="52" y="15"/>
                    </a:lnTo>
                    <a:lnTo>
                      <a:pt x="55" y="15"/>
                    </a:lnTo>
                    <a:lnTo>
                      <a:pt x="55" y="15"/>
                    </a:lnTo>
                    <a:lnTo>
                      <a:pt x="55" y="17"/>
                    </a:lnTo>
                    <a:lnTo>
                      <a:pt x="55" y="17"/>
                    </a:lnTo>
                    <a:lnTo>
                      <a:pt x="55" y="17"/>
                    </a:lnTo>
                    <a:lnTo>
                      <a:pt x="55" y="19"/>
                    </a:lnTo>
                    <a:lnTo>
                      <a:pt x="55" y="19"/>
                    </a:lnTo>
                    <a:lnTo>
                      <a:pt x="55" y="22"/>
                    </a:lnTo>
                    <a:lnTo>
                      <a:pt x="55" y="22"/>
                    </a:lnTo>
                    <a:lnTo>
                      <a:pt x="57" y="22"/>
                    </a:lnTo>
                    <a:lnTo>
                      <a:pt x="57" y="22"/>
                    </a:lnTo>
                    <a:lnTo>
                      <a:pt x="57" y="19"/>
                    </a:lnTo>
                    <a:lnTo>
                      <a:pt x="59" y="19"/>
                    </a:lnTo>
                    <a:lnTo>
                      <a:pt x="59" y="19"/>
                    </a:lnTo>
                    <a:lnTo>
                      <a:pt x="59" y="17"/>
                    </a:lnTo>
                    <a:lnTo>
                      <a:pt x="59" y="17"/>
                    </a:lnTo>
                    <a:lnTo>
                      <a:pt x="59" y="17"/>
                    </a:lnTo>
                    <a:lnTo>
                      <a:pt x="59" y="17"/>
                    </a:lnTo>
                    <a:lnTo>
                      <a:pt x="59" y="19"/>
                    </a:lnTo>
                    <a:lnTo>
                      <a:pt x="59" y="19"/>
                    </a:lnTo>
                    <a:lnTo>
                      <a:pt x="59" y="19"/>
                    </a:lnTo>
                    <a:lnTo>
                      <a:pt x="62" y="19"/>
                    </a:lnTo>
                    <a:lnTo>
                      <a:pt x="62" y="22"/>
                    </a:lnTo>
                    <a:lnTo>
                      <a:pt x="62" y="22"/>
                    </a:lnTo>
                    <a:lnTo>
                      <a:pt x="62" y="22"/>
                    </a:lnTo>
                    <a:lnTo>
                      <a:pt x="62" y="22"/>
                    </a:lnTo>
                    <a:lnTo>
                      <a:pt x="62" y="22"/>
                    </a:lnTo>
                    <a:lnTo>
                      <a:pt x="62" y="24"/>
                    </a:lnTo>
                    <a:lnTo>
                      <a:pt x="59" y="24"/>
                    </a:lnTo>
                    <a:lnTo>
                      <a:pt x="59" y="24"/>
                    </a:lnTo>
                    <a:lnTo>
                      <a:pt x="59" y="26"/>
                    </a:lnTo>
                    <a:lnTo>
                      <a:pt x="59" y="26"/>
                    </a:lnTo>
                    <a:lnTo>
                      <a:pt x="59" y="26"/>
                    </a:lnTo>
                    <a:lnTo>
                      <a:pt x="59" y="26"/>
                    </a:lnTo>
                    <a:lnTo>
                      <a:pt x="59" y="29"/>
                    </a:lnTo>
                    <a:lnTo>
                      <a:pt x="59" y="29"/>
                    </a:lnTo>
                    <a:lnTo>
                      <a:pt x="59" y="29"/>
                    </a:lnTo>
                    <a:lnTo>
                      <a:pt x="59" y="31"/>
                    </a:lnTo>
                    <a:lnTo>
                      <a:pt x="59" y="31"/>
                    </a:lnTo>
                    <a:lnTo>
                      <a:pt x="59" y="31"/>
                    </a:lnTo>
                    <a:lnTo>
                      <a:pt x="59" y="31"/>
                    </a:lnTo>
                    <a:lnTo>
                      <a:pt x="59" y="31"/>
                    </a:lnTo>
                    <a:lnTo>
                      <a:pt x="59" y="31"/>
                    </a:lnTo>
                    <a:lnTo>
                      <a:pt x="59" y="34"/>
                    </a:lnTo>
                    <a:lnTo>
                      <a:pt x="62" y="34"/>
                    </a:lnTo>
                    <a:lnTo>
                      <a:pt x="62" y="34"/>
                    </a:lnTo>
                    <a:lnTo>
                      <a:pt x="62" y="36"/>
                    </a:lnTo>
                    <a:lnTo>
                      <a:pt x="62" y="36"/>
                    </a:lnTo>
                    <a:lnTo>
                      <a:pt x="62" y="36"/>
                    </a:lnTo>
                    <a:lnTo>
                      <a:pt x="62" y="36"/>
                    </a:lnTo>
                    <a:lnTo>
                      <a:pt x="62" y="38"/>
                    </a:lnTo>
                    <a:lnTo>
                      <a:pt x="64" y="38"/>
                    </a:lnTo>
                    <a:lnTo>
                      <a:pt x="64" y="38"/>
                    </a:lnTo>
                    <a:lnTo>
                      <a:pt x="64" y="41"/>
                    </a:lnTo>
                    <a:lnTo>
                      <a:pt x="64" y="41"/>
                    </a:lnTo>
                    <a:lnTo>
                      <a:pt x="64" y="41"/>
                    </a:lnTo>
                    <a:lnTo>
                      <a:pt x="66" y="41"/>
                    </a:lnTo>
                    <a:lnTo>
                      <a:pt x="66" y="41"/>
                    </a:lnTo>
                    <a:lnTo>
                      <a:pt x="66" y="41"/>
                    </a:lnTo>
                    <a:lnTo>
                      <a:pt x="66" y="41"/>
                    </a:lnTo>
                    <a:lnTo>
                      <a:pt x="69" y="41"/>
                    </a:lnTo>
                    <a:lnTo>
                      <a:pt x="69" y="41"/>
                    </a:lnTo>
                    <a:lnTo>
                      <a:pt x="69" y="43"/>
                    </a:lnTo>
                    <a:lnTo>
                      <a:pt x="69" y="43"/>
                    </a:lnTo>
                    <a:lnTo>
                      <a:pt x="71" y="43"/>
                    </a:lnTo>
                    <a:lnTo>
                      <a:pt x="71" y="43"/>
                    </a:lnTo>
                    <a:lnTo>
                      <a:pt x="74" y="43"/>
                    </a:lnTo>
                    <a:lnTo>
                      <a:pt x="74" y="43"/>
                    </a:lnTo>
                    <a:lnTo>
                      <a:pt x="74" y="43"/>
                    </a:lnTo>
                    <a:lnTo>
                      <a:pt x="74" y="43"/>
                    </a:lnTo>
                    <a:lnTo>
                      <a:pt x="76" y="43"/>
                    </a:lnTo>
                    <a:lnTo>
                      <a:pt x="76" y="45"/>
                    </a:lnTo>
                    <a:lnTo>
                      <a:pt x="76" y="45"/>
                    </a:lnTo>
                    <a:lnTo>
                      <a:pt x="76" y="45"/>
                    </a:lnTo>
                    <a:lnTo>
                      <a:pt x="78" y="45"/>
                    </a:lnTo>
                    <a:lnTo>
                      <a:pt x="78" y="45"/>
                    </a:lnTo>
                    <a:lnTo>
                      <a:pt x="78" y="45"/>
                    </a:lnTo>
                    <a:lnTo>
                      <a:pt x="78" y="43"/>
                    </a:lnTo>
                    <a:lnTo>
                      <a:pt x="78" y="43"/>
                    </a:lnTo>
                    <a:lnTo>
                      <a:pt x="78" y="43"/>
                    </a:lnTo>
                    <a:lnTo>
                      <a:pt x="78" y="41"/>
                    </a:lnTo>
                    <a:lnTo>
                      <a:pt x="81" y="41"/>
                    </a:lnTo>
                    <a:lnTo>
                      <a:pt x="81" y="41"/>
                    </a:lnTo>
                    <a:lnTo>
                      <a:pt x="81" y="41"/>
                    </a:lnTo>
                    <a:lnTo>
                      <a:pt x="81" y="41"/>
                    </a:lnTo>
                    <a:lnTo>
                      <a:pt x="83" y="41"/>
                    </a:lnTo>
                    <a:lnTo>
                      <a:pt x="83" y="41"/>
                    </a:lnTo>
                    <a:lnTo>
                      <a:pt x="83" y="41"/>
                    </a:lnTo>
                    <a:lnTo>
                      <a:pt x="85" y="41"/>
                    </a:lnTo>
                    <a:lnTo>
                      <a:pt x="85" y="38"/>
                    </a:lnTo>
                    <a:lnTo>
                      <a:pt x="85" y="38"/>
                    </a:lnTo>
                    <a:lnTo>
                      <a:pt x="85" y="38"/>
                    </a:lnTo>
                    <a:lnTo>
                      <a:pt x="88" y="38"/>
                    </a:lnTo>
                    <a:lnTo>
                      <a:pt x="88" y="38"/>
                    </a:lnTo>
                    <a:lnTo>
                      <a:pt x="88" y="38"/>
                    </a:lnTo>
                    <a:lnTo>
                      <a:pt x="88" y="41"/>
                    </a:lnTo>
                    <a:lnTo>
                      <a:pt x="90" y="41"/>
                    </a:lnTo>
                    <a:lnTo>
                      <a:pt x="90" y="41"/>
                    </a:lnTo>
                    <a:lnTo>
                      <a:pt x="90" y="41"/>
                    </a:lnTo>
                    <a:lnTo>
                      <a:pt x="90" y="41"/>
                    </a:lnTo>
                    <a:lnTo>
                      <a:pt x="92" y="41"/>
                    </a:lnTo>
                    <a:lnTo>
                      <a:pt x="92" y="43"/>
                    </a:lnTo>
                    <a:lnTo>
                      <a:pt x="92" y="43"/>
                    </a:lnTo>
                    <a:lnTo>
                      <a:pt x="92" y="43"/>
                    </a:lnTo>
                    <a:lnTo>
                      <a:pt x="92" y="43"/>
                    </a:lnTo>
                    <a:lnTo>
                      <a:pt x="95" y="43"/>
                    </a:lnTo>
                    <a:lnTo>
                      <a:pt x="95" y="45"/>
                    </a:lnTo>
                    <a:lnTo>
                      <a:pt x="95" y="45"/>
                    </a:lnTo>
                    <a:lnTo>
                      <a:pt x="95" y="45"/>
                    </a:lnTo>
                    <a:lnTo>
                      <a:pt x="95" y="45"/>
                    </a:lnTo>
                    <a:lnTo>
                      <a:pt x="97" y="45"/>
                    </a:lnTo>
                    <a:lnTo>
                      <a:pt x="97" y="48"/>
                    </a:lnTo>
                    <a:lnTo>
                      <a:pt x="95" y="48"/>
                    </a:lnTo>
                    <a:lnTo>
                      <a:pt x="95" y="48"/>
                    </a:lnTo>
                    <a:lnTo>
                      <a:pt x="95" y="50"/>
                    </a:lnTo>
                    <a:lnTo>
                      <a:pt x="95" y="50"/>
                    </a:lnTo>
                    <a:lnTo>
                      <a:pt x="95" y="50"/>
                    </a:lnTo>
                    <a:lnTo>
                      <a:pt x="92" y="50"/>
                    </a:lnTo>
                    <a:lnTo>
                      <a:pt x="92" y="50"/>
                    </a:lnTo>
                    <a:lnTo>
                      <a:pt x="92" y="50"/>
                    </a:lnTo>
                    <a:lnTo>
                      <a:pt x="92" y="50"/>
                    </a:lnTo>
                    <a:lnTo>
                      <a:pt x="92" y="50"/>
                    </a:lnTo>
                    <a:lnTo>
                      <a:pt x="92" y="50"/>
                    </a:lnTo>
                    <a:lnTo>
                      <a:pt x="92" y="53"/>
                    </a:lnTo>
                    <a:lnTo>
                      <a:pt x="92" y="53"/>
                    </a:lnTo>
                    <a:lnTo>
                      <a:pt x="95" y="53"/>
                    </a:lnTo>
                    <a:lnTo>
                      <a:pt x="95" y="53"/>
                    </a:lnTo>
                    <a:lnTo>
                      <a:pt x="95" y="53"/>
                    </a:lnTo>
                    <a:lnTo>
                      <a:pt x="97" y="53"/>
                    </a:lnTo>
                    <a:lnTo>
                      <a:pt x="97" y="53"/>
                    </a:lnTo>
                    <a:lnTo>
                      <a:pt x="97" y="53"/>
                    </a:lnTo>
                    <a:lnTo>
                      <a:pt x="100" y="53"/>
                    </a:lnTo>
                    <a:lnTo>
                      <a:pt x="100" y="55"/>
                    </a:lnTo>
                    <a:lnTo>
                      <a:pt x="100" y="55"/>
                    </a:lnTo>
                    <a:lnTo>
                      <a:pt x="97" y="55"/>
                    </a:lnTo>
                    <a:lnTo>
                      <a:pt x="97" y="57"/>
                    </a:lnTo>
                    <a:lnTo>
                      <a:pt x="97" y="57"/>
                    </a:lnTo>
                    <a:lnTo>
                      <a:pt x="100" y="57"/>
                    </a:lnTo>
                    <a:lnTo>
                      <a:pt x="100" y="57"/>
                    </a:lnTo>
                    <a:lnTo>
                      <a:pt x="100" y="57"/>
                    </a:lnTo>
                    <a:lnTo>
                      <a:pt x="102" y="57"/>
                    </a:lnTo>
                    <a:lnTo>
                      <a:pt x="102" y="57"/>
                    </a:lnTo>
                    <a:lnTo>
                      <a:pt x="102" y="57"/>
                    </a:lnTo>
                    <a:lnTo>
                      <a:pt x="102" y="60"/>
                    </a:lnTo>
                    <a:lnTo>
                      <a:pt x="102" y="60"/>
                    </a:lnTo>
                    <a:lnTo>
                      <a:pt x="104" y="60"/>
                    </a:lnTo>
                    <a:lnTo>
                      <a:pt x="104" y="60"/>
                    </a:lnTo>
                    <a:lnTo>
                      <a:pt x="104" y="62"/>
                    </a:lnTo>
                    <a:lnTo>
                      <a:pt x="104" y="62"/>
                    </a:lnTo>
                    <a:lnTo>
                      <a:pt x="102" y="62"/>
                    </a:lnTo>
                    <a:lnTo>
                      <a:pt x="102" y="62"/>
                    </a:lnTo>
                    <a:lnTo>
                      <a:pt x="102" y="64"/>
                    </a:lnTo>
                    <a:lnTo>
                      <a:pt x="102" y="64"/>
                    </a:lnTo>
                    <a:lnTo>
                      <a:pt x="102" y="64"/>
                    </a:lnTo>
                    <a:lnTo>
                      <a:pt x="100" y="64"/>
                    </a:lnTo>
                    <a:lnTo>
                      <a:pt x="100" y="67"/>
                    </a:lnTo>
                    <a:lnTo>
                      <a:pt x="102" y="67"/>
                    </a:lnTo>
                    <a:lnTo>
                      <a:pt x="102" y="67"/>
                    </a:lnTo>
                    <a:lnTo>
                      <a:pt x="102" y="69"/>
                    </a:lnTo>
                    <a:lnTo>
                      <a:pt x="100" y="69"/>
                    </a:lnTo>
                    <a:lnTo>
                      <a:pt x="100" y="69"/>
                    </a:lnTo>
                    <a:lnTo>
                      <a:pt x="100" y="69"/>
                    </a:lnTo>
                    <a:lnTo>
                      <a:pt x="100" y="69"/>
                    </a:lnTo>
                    <a:lnTo>
                      <a:pt x="100" y="71"/>
                    </a:lnTo>
                    <a:lnTo>
                      <a:pt x="97" y="71"/>
                    </a:lnTo>
                    <a:lnTo>
                      <a:pt x="97" y="71"/>
                    </a:lnTo>
                    <a:lnTo>
                      <a:pt x="97" y="71"/>
                    </a:lnTo>
                    <a:lnTo>
                      <a:pt x="97" y="71"/>
                    </a:lnTo>
                    <a:lnTo>
                      <a:pt x="95" y="71"/>
                    </a:lnTo>
                    <a:lnTo>
                      <a:pt x="95" y="71"/>
                    </a:lnTo>
                    <a:lnTo>
                      <a:pt x="95" y="71"/>
                    </a:lnTo>
                    <a:lnTo>
                      <a:pt x="95" y="71"/>
                    </a:lnTo>
                    <a:lnTo>
                      <a:pt x="92" y="71"/>
                    </a:lnTo>
                    <a:lnTo>
                      <a:pt x="92" y="71"/>
                    </a:lnTo>
                    <a:lnTo>
                      <a:pt x="92" y="71"/>
                    </a:lnTo>
                    <a:lnTo>
                      <a:pt x="92" y="71"/>
                    </a:lnTo>
                    <a:lnTo>
                      <a:pt x="90" y="71"/>
                    </a:lnTo>
                    <a:lnTo>
                      <a:pt x="90" y="71"/>
                    </a:lnTo>
                    <a:lnTo>
                      <a:pt x="88" y="71"/>
                    </a:lnTo>
                    <a:lnTo>
                      <a:pt x="88" y="71"/>
                    </a:lnTo>
                    <a:lnTo>
                      <a:pt x="88" y="71"/>
                    </a:lnTo>
                    <a:lnTo>
                      <a:pt x="88" y="71"/>
                    </a:lnTo>
                    <a:lnTo>
                      <a:pt x="85" y="71"/>
                    </a:lnTo>
                    <a:lnTo>
                      <a:pt x="85" y="71"/>
                    </a:lnTo>
                    <a:lnTo>
                      <a:pt x="85" y="71"/>
                    </a:lnTo>
                    <a:lnTo>
                      <a:pt x="85" y="71"/>
                    </a:lnTo>
                    <a:lnTo>
                      <a:pt x="85" y="71"/>
                    </a:lnTo>
                    <a:lnTo>
                      <a:pt x="85" y="71"/>
                    </a:lnTo>
                    <a:lnTo>
                      <a:pt x="85" y="74"/>
                    </a:lnTo>
                    <a:lnTo>
                      <a:pt x="85" y="74"/>
                    </a:lnTo>
                    <a:lnTo>
                      <a:pt x="85" y="74"/>
                    </a:lnTo>
                    <a:lnTo>
                      <a:pt x="85" y="74"/>
                    </a:lnTo>
                    <a:lnTo>
                      <a:pt x="85" y="76"/>
                    </a:lnTo>
                    <a:lnTo>
                      <a:pt x="85" y="76"/>
                    </a:lnTo>
                    <a:lnTo>
                      <a:pt x="85" y="76"/>
                    </a:lnTo>
                    <a:lnTo>
                      <a:pt x="85" y="79"/>
                    </a:lnTo>
                    <a:lnTo>
                      <a:pt x="85" y="79"/>
                    </a:lnTo>
                    <a:lnTo>
                      <a:pt x="83" y="79"/>
                    </a:lnTo>
                    <a:lnTo>
                      <a:pt x="83" y="79"/>
                    </a:lnTo>
                    <a:lnTo>
                      <a:pt x="83" y="79"/>
                    </a:lnTo>
                    <a:lnTo>
                      <a:pt x="83" y="81"/>
                    </a:lnTo>
                    <a:lnTo>
                      <a:pt x="81" y="81"/>
                    </a:lnTo>
                    <a:lnTo>
                      <a:pt x="81" y="81"/>
                    </a:lnTo>
                    <a:lnTo>
                      <a:pt x="83" y="81"/>
                    </a:lnTo>
                    <a:lnTo>
                      <a:pt x="83" y="81"/>
                    </a:lnTo>
                    <a:lnTo>
                      <a:pt x="83" y="81"/>
                    </a:lnTo>
                    <a:lnTo>
                      <a:pt x="85" y="81"/>
                    </a:lnTo>
                    <a:lnTo>
                      <a:pt x="85" y="81"/>
                    </a:lnTo>
                    <a:lnTo>
                      <a:pt x="85" y="83"/>
                    </a:lnTo>
                    <a:lnTo>
                      <a:pt x="85" y="83"/>
                    </a:lnTo>
                    <a:lnTo>
                      <a:pt x="88" y="83"/>
                    </a:lnTo>
                    <a:lnTo>
                      <a:pt x="88" y="83"/>
                    </a:lnTo>
                    <a:lnTo>
                      <a:pt x="88" y="83"/>
                    </a:lnTo>
                    <a:lnTo>
                      <a:pt x="88" y="86"/>
                    </a:lnTo>
                    <a:lnTo>
                      <a:pt x="88" y="86"/>
                    </a:lnTo>
                    <a:lnTo>
                      <a:pt x="90" y="86"/>
                    </a:lnTo>
                    <a:lnTo>
                      <a:pt x="90" y="86"/>
                    </a:lnTo>
                    <a:lnTo>
                      <a:pt x="90" y="86"/>
                    </a:lnTo>
                    <a:lnTo>
                      <a:pt x="92" y="86"/>
                    </a:lnTo>
                    <a:lnTo>
                      <a:pt x="92" y="88"/>
                    </a:lnTo>
                    <a:lnTo>
                      <a:pt x="92" y="88"/>
                    </a:lnTo>
                    <a:lnTo>
                      <a:pt x="92" y="88"/>
                    </a:lnTo>
                    <a:lnTo>
                      <a:pt x="92" y="88"/>
                    </a:lnTo>
                    <a:lnTo>
                      <a:pt x="95" y="88"/>
                    </a:lnTo>
                    <a:lnTo>
                      <a:pt x="95" y="88"/>
                    </a:lnTo>
                    <a:lnTo>
                      <a:pt x="95" y="90"/>
                    </a:lnTo>
                    <a:lnTo>
                      <a:pt x="95" y="90"/>
                    </a:lnTo>
                    <a:lnTo>
                      <a:pt x="95" y="90"/>
                    </a:lnTo>
                    <a:lnTo>
                      <a:pt x="97" y="90"/>
                    </a:lnTo>
                    <a:lnTo>
                      <a:pt x="97" y="90"/>
                    </a:lnTo>
                    <a:lnTo>
                      <a:pt x="97" y="90"/>
                    </a:lnTo>
                    <a:lnTo>
                      <a:pt x="97" y="93"/>
                    </a:lnTo>
                    <a:lnTo>
                      <a:pt x="100" y="93"/>
                    </a:lnTo>
                    <a:lnTo>
                      <a:pt x="100" y="93"/>
                    </a:lnTo>
                    <a:lnTo>
                      <a:pt x="100" y="93"/>
                    </a:lnTo>
                    <a:lnTo>
                      <a:pt x="100" y="93"/>
                    </a:lnTo>
                    <a:lnTo>
                      <a:pt x="102" y="93"/>
                    </a:lnTo>
                    <a:lnTo>
                      <a:pt x="102" y="93"/>
                    </a:lnTo>
                    <a:lnTo>
                      <a:pt x="102" y="93"/>
                    </a:lnTo>
                    <a:lnTo>
                      <a:pt x="104" y="93"/>
                    </a:lnTo>
                    <a:lnTo>
                      <a:pt x="104" y="95"/>
                    </a:lnTo>
                    <a:lnTo>
                      <a:pt x="104" y="95"/>
                    </a:lnTo>
                    <a:lnTo>
                      <a:pt x="107" y="95"/>
                    </a:lnTo>
                    <a:lnTo>
                      <a:pt x="107" y="95"/>
                    </a:lnTo>
                    <a:lnTo>
                      <a:pt x="107" y="95"/>
                    </a:lnTo>
                    <a:lnTo>
                      <a:pt x="107" y="95"/>
                    </a:lnTo>
                    <a:lnTo>
                      <a:pt x="109" y="95"/>
                    </a:lnTo>
                    <a:lnTo>
                      <a:pt x="109" y="98"/>
                    </a:lnTo>
                    <a:lnTo>
                      <a:pt x="109" y="98"/>
                    </a:lnTo>
                    <a:lnTo>
                      <a:pt x="109" y="98"/>
                    </a:lnTo>
                    <a:lnTo>
                      <a:pt x="109" y="98"/>
                    </a:lnTo>
                    <a:lnTo>
                      <a:pt x="109" y="100"/>
                    </a:lnTo>
                    <a:lnTo>
                      <a:pt x="107" y="100"/>
                    </a:lnTo>
                    <a:lnTo>
                      <a:pt x="107" y="100"/>
                    </a:lnTo>
                    <a:lnTo>
                      <a:pt x="107" y="100"/>
                    </a:lnTo>
                    <a:lnTo>
                      <a:pt x="107" y="102"/>
                    </a:lnTo>
                    <a:lnTo>
                      <a:pt x="107" y="102"/>
                    </a:lnTo>
                    <a:lnTo>
                      <a:pt x="109" y="102"/>
                    </a:lnTo>
                    <a:lnTo>
                      <a:pt x="109" y="105"/>
                    </a:lnTo>
                    <a:lnTo>
                      <a:pt x="109" y="105"/>
                    </a:lnTo>
                    <a:lnTo>
                      <a:pt x="109" y="105"/>
                    </a:lnTo>
                    <a:lnTo>
                      <a:pt x="109" y="107"/>
                    </a:lnTo>
                    <a:lnTo>
                      <a:pt x="111" y="107"/>
                    </a:lnTo>
                    <a:lnTo>
                      <a:pt x="111" y="107"/>
                    </a:lnTo>
                    <a:lnTo>
                      <a:pt x="111" y="107"/>
                    </a:lnTo>
                    <a:lnTo>
                      <a:pt x="111" y="107"/>
                    </a:lnTo>
                    <a:lnTo>
                      <a:pt x="111" y="109"/>
                    </a:lnTo>
                    <a:lnTo>
                      <a:pt x="111" y="109"/>
                    </a:lnTo>
                    <a:lnTo>
                      <a:pt x="114" y="109"/>
                    </a:lnTo>
                    <a:lnTo>
                      <a:pt x="114" y="109"/>
                    </a:lnTo>
                    <a:lnTo>
                      <a:pt x="114" y="109"/>
                    </a:lnTo>
                    <a:lnTo>
                      <a:pt x="114" y="109"/>
                    </a:lnTo>
                    <a:lnTo>
                      <a:pt x="116" y="109"/>
                    </a:lnTo>
                    <a:lnTo>
                      <a:pt x="116" y="109"/>
                    </a:lnTo>
                    <a:lnTo>
                      <a:pt x="116" y="109"/>
                    </a:lnTo>
                    <a:lnTo>
                      <a:pt x="116" y="109"/>
                    </a:lnTo>
                    <a:lnTo>
                      <a:pt x="116" y="112"/>
                    </a:lnTo>
                    <a:lnTo>
                      <a:pt x="118" y="112"/>
                    </a:lnTo>
                    <a:lnTo>
                      <a:pt x="118" y="112"/>
                    </a:lnTo>
                    <a:lnTo>
                      <a:pt x="118" y="114"/>
                    </a:lnTo>
                    <a:lnTo>
                      <a:pt x="118" y="114"/>
                    </a:lnTo>
                    <a:lnTo>
                      <a:pt x="118" y="114"/>
                    </a:lnTo>
                    <a:lnTo>
                      <a:pt x="118" y="117"/>
                    </a:lnTo>
                    <a:lnTo>
                      <a:pt x="118" y="117"/>
                    </a:lnTo>
                    <a:lnTo>
                      <a:pt x="118" y="117"/>
                    </a:lnTo>
                    <a:lnTo>
                      <a:pt x="118" y="119"/>
                    </a:lnTo>
                    <a:lnTo>
                      <a:pt x="118" y="119"/>
                    </a:lnTo>
                    <a:lnTo>
                      <a:pt x="121" y="119"/>
                    </a:lnTo>
                    <a:lnTo>
                      <a:pt x="121" y="119"/>
                    </a:lnTo>
                    <a:lnTo>
                      <a:pt x="121" y="119"/>
                    </a:lnTo>
                    <a:lnTo>
                      <a:pt x="121" y="121"/>
                    </a:lnTo>
                    <a:lnTo>
                      <a:pt x="121" y="121"/>
                    </a:lnTo>
                    <a:lnTo>
                      <a:pt x="121" y="121"/>
                    </a:lnTo>
                    <a:lnTo>
                      <a:pt x="123" y="121"/>
                    </a:lnTo>
                    <a:lnTo>
                      <a:pt x="123" y="124"/>
                    </a:lnTo>
                    <a:lnTo>
                      <a:pt x="123" y="124"/>
                    </a:lnTo>
                    <a:lnTo>
                      <a:pt x="123" y="124"/>
                    </a:lnTo>
                    <a:lnTo>
                      <a:pt x="126" y="124"/>
                    </a:lnTo>
                    <a:lnTo>
                      <a:pt x="126" y="126"/>
                    </a:lnTo>
                    <a:lnTo>
                      <a:pt x="126" y="126"/>
                    </a:lnTo>
                    <a:lnTo>
                      <a:pt x="126" y="126"/>
                    </a:lnTo>
                    <a:lnTo>
                      <a:pt x="126" y="126"/>
                    </a:lnTo>
                    <a:lnTo>
                      <a:pt x="126" y="128"/>
                    </a:lnTo>
                    <a:lnTo>
                      <a:pt x="128" y="128"/>
                    </a:lnTo>
                    <a:lnTo>
                      <a:pt x="128" y="128"/>
                    </a:lnTo>
                    <a:lnTo>
                      <a:pt x="128" y="128"/>
                    </a:lnTo>
                    <a:lnTo>
                      <a:pt x="128" y="128"/>
                    </a:lnTo>
                    <a:lnTo>
                      <a:pt x="128" y="128"/>
                    </a:lnTo>
                    <a:lnTo>
                      <a:pt x="128" y="131"/>
                    </a:lnTo>
                    <a:lnTo>
                      <a:pt x="130" y="131"/>
                    </a:lnTo>
                    <a:lnTo>
                      <a:pt x="130" y="131"/>
                    </a:lnTo>
                    <a:lnTo>
                      <a:pt x="130" y="131"/>
                    </a:lnTo>
                    <a:lnTo>
                      <a:pt x="130" y="133"/>
                    </a:lnTo>
                    <a:lnTo>
                      <a:pt x="133" y="133"/>
                    </a:lnTo>
                    <a:lnTo>
                      <a:pt x="133" y="133"/>
                    </a:lnTo>
                    <a:lnTo>
                      <a:pt x="133" y="133"/>
                    </a:lnTo>
                    <a:lnTo>
                      <a:pt x="133" y="133"/>
                    </a:lnTo>
                    <a:lnTo>
                      <a:pt x="133" y="135"/>
                    </a:lnTo>
                    <a:lnTo>
                      <a:pt x="135" y="135"/>
                    </a:lnTo>
                    <a:lnTo>
                      <a:pt x="135" y="135"/>
                    </a:lnTo>
                    <a:lnTo>
                      <a:pt x="135" y="138"/>
                    </a:lnTo>
                    <a:lnTo>
                      <a:pt x="135" y="138"/>
                    </a:lnTo>
                    <a:lnTo>
                      <a:pt x="135" y="138"/>
                    </a:lnTo>
                    <a:lnTo>
                      <a:pt x="135" y="140"/>
                    </a:lnTo>
                    <a:lnTo>
                      <a:pt x="135" y="140"/>
                    </a:lnTo>
                    <a:lnTo>
                      <a:pt x="137" y="140"/>
                    </a:lnTo>
                    <a:lnTo>
                      <a:pt x="137" y="140"/>
                    </a:lnTo>
                    <a:lnTo>
                      <a:pt x="137" y="140"/>
                    </a:lnTo>
                    <a:lnTo>
                      <a:pt x="137" y="140"/>
                    </a:lnTo>
                    <a:lnTo>
                      <a:pt x="137" y="143"/>
                    </a:lnTo>
                    <a:lnTo>
                      <a:pt x="137" y="143"/>
                    </a:lnTo>
                    <a:lnTo>
                      <a:pt x="137" y="145"/>
                    </a:lnTo>
                    <a:lnTo>
                      <a:pt x="137" y="145"/>
                    </a:lnTo>
                    <a:lnTo>
                      <a:pt x="137" y="147"/>
                    </a:lnTo>
                    <a:lnTo>
                      <a:pt x="137" y="147"/>
                    </a:lnTo>
                    <a:lnTo>
                      <a:pt x="140" y="147"/>
                    </a:lnTo>
                    <a:lnTo>
                      <a:pt x="140" y="150"/>
                    </a:lnTo>
                    <a:lnTo>
                      <a:pt x="140" y="150"/>
                    </a:lnTo>
                    <a:lnTo>
                      <a:pt x="140" y="150"/>
                    </a:lnTo>
                    <a:lnTo>
                      <a:pt x="140" y="150"/>
                    </a:lnTo>
                    <a:lnTo>
                      <a:pt x="140" y="150"/>
                    </a:lnTo>
                    <a:lnTo>
                      <a:pt x="140" y="152"/>
                    </a:lnTo>
                    <a:lnTo>
                      <a:pt x="140" y="152"/>
                    </a:lnTo>
                    <a:lnTo>
                      <a:pt x="142" y="152"/>
                    </a:lnTo>
                    <a:lnTo>
                      <a:pt x="142" y="154"/>
                    </a:lnTo>
                    <a:lnTo>
                      <a:pt x="142" y="154"/>
                    </a:lnTo>
                    <a:lnTo>
                      <a:pt x="145" y="154"/>
                    </a:lnTo>
                    <a:lnTo>
                      <a:pt x="145" y="152"/>
                    </a:lnTo>
                    <a:lnTo>
                      <a:pt x="145" y="152"/>
                    </a:lnTo>
                    <a:lnTo>
                      <a:pt x="145" y="152"/>
                    </a:lnTo>
                    <a:lnTo>
                      <a:pt x="145" y="150"/>
                    </a:lnTo>
                    <a:lnTo>
                      <a:pt x="145" y="150"/>
                    </a:lnTo>
                    <a:lnTo>
                      <a:pt x="145" y="152"/>
                    </a:lnTo>
                    <a:lnTo>
                      <a:pt x="145" y="152"/>
                    </a:lnTo>
                    <a:lnTo>
                      <a:pt x="145" y="154"/>
                    </a:lnTo>
                    <a:lnTo>
                      <a:pt x="147" y="154"/>
                    </a:lnTo>
                    <a:lnTo>
                      <a:pt x="147" y="154"/>
                    </a:lnTo>
                    <a:lnTo>
                      <a:pt x="147" y="154"/>
                    </a:lnTo>
                    <a:lnTo>
                      <a:pt x="147" y="157"/>
                    </a:lnTo>
                    <a:lnTo>
                      <a:pt x="147" y="157"/>
                    </a:lnTo>
                    <a:lnTo>
                      <a:pt x="147" y="157"/>
                    </a:lnTo>
                    <a:lnTo>
                      <a:pt x="149" y="157"/>
                    </a:lnTo>
                    <a:lnTo>
                      <a:pt x="149" y="157"/>
                    </a:lnTo>
                    <a:lnTo>
                      <a:pt x="152" y="157"/>
                    </a:lnTo>
                    <a:lnTo>
                      <a:pt x="152" y="157"/>
                    </a:lnTo>
                    <a:lnTo>
                      <a:pt x="152" y="159"/>
                    </a:lnTo>
                    <a:lnTo>
                      <a:pt x="152" y="159"/>
                    </a:lnTo>
                    <a:lnTo>
                      <a:pt x="152" y="159"/>
                    </a:lnTo>
                    <a:lnTo>
                      <a:pt x="152" y="159"/>
                    </a:lnTo>
                    <a:lnTo>
                      <a:pt x="152" y="162"/>
                    </a:lnTo>
                    <a:lnTo>
                      <a:pt x="154" y="162"/>
                    </a:lnTo>
                    <a:lnTo>
                      <a:pt x="154" y="162"/>
                    </a:lnTo>
                    <a:lnTo>
                      <a:pt x="154" y="162"/>
                    </a:lnTo>
                    <a:lnTo>
                      <a:pt x="154" y="162"/>
                    </a:lnTo>
                    <a:lnTo>
                      <a:pt x="154" y="164"/>
                    </a:lnTo>
                    <a:lnTo>
                      <a:pt x="156" y="164"/>
                    </a:lnTo>
                    <a:lnTo>
                      <a:pt x="156" y="162"/>
                    </a:lnTo>
                    <a:lnTo>
                      <a:pt x="156" y="162"/>
                    </a:lnTo>
                    <a:lnTo>
                      <a:pt x="159" y="162"/>
                    </a:lnTo>
                    <a:lnTo>
                      <a:pt x="159" y="164"/>
                    </a:lnTo>
                    <a:lnTo>
                      <a:pt x="159" y="164"/>
                    </a:lnTo>
                    <a:lnTo>
                      <a:pt x="159" y="166"/>
                    </a:lnTo>
                    <a:lnTo>
                      <a:pt x="156" y="166"/>
                    </a:lnTo>
                    <a:lnTo>
                      <a:pt x="156" y="166"/>
                    </a:lnTo>
                    <a:lnTo>
                      <a:pt x="156" y="169"/>
                    </a:lnTo>
                    <a:lnTo>
                      <a:pt x="156" y="169"/>
                    </a:lnTo>
                    <a:lnTo>
                      <a:pt x="154" y="169"/>
                    </a:lnTo>
                    <a:lnTo>
                      <a:pt x="154" y="169"/>
                    </a:lnTo>
                    <a:lnTo>
                      <a:pt x="154" y="169"/>
                    </a:lnTo>
                    <a:lnTo>
                      <a:pt x="154" y="169"/>
                    </a:lnTo>
                    <a:lnTo>
                      <a:pt x="152" y="169"/>
                    </a:lnTo>
                    <a:lnTo>
                      <a:pt x="152" y="169"/>
                    </a:lnTo>
                    <a:lnTo>
                      <a:pt x="152" y="171"/>
                    </a:lnTo>
                    <a:lnTo>
                      <a:pt x="152" y="171"/>
                    </a:lnTo>
                    <a:lnTo>
                      <a:pt x="154" y="171"/>
                    </a:lnTo>
                    <a:lnTo>
                      <a:pt x="154" y="171"/>
                    </a:lnTo>
                    <a:lnTo>
                      <a:pt x="154" y="173"/>
                    </a:lnTo>
                    <a:lnTo>
                      <a:pt x="154" y="173"/>
                    </a:lnTo>
                    <a:lnTo>
                      <a:pt x="154" y="173"/>
                    </a:lnTo>
                    <a:lnTo>
                      <a:pt x="154" y="176"/>
                    </a:lnTo>
                    <a:lnTo>
                      <a:pt x="156" y="176"/>
                    </a:lnTo>
                    <a:lnTo>
                      <a:pt x="156" y="176"/>
                    </a:lnTo>
                    <a:lnTo>
                      <a:pt x="156" y="178"/>
                    </a:lnTo>
                    <a:lnTo>
                      <a:pt x="156" y="178"/>
                    </a:lnTo>
                    <a:lnTo>
                      <a:pt x="159" y="178"/>
                    </a:lnTo>
                    <a:lnTo>
                      <a:pt x="159" y="178"/>
                    </a:lnTo>
                    <a:lnTo>
                      <a:pt x="159" y="178"/>
                    </a:lnTo>
                    <a:lnTo>
                      <a:pt x="159" y="178"/>
                    </a:lnTo>
                    <a:lnTo>
                      <a:pt x="159" y="178"/>
                    </a:lnTo>
                    <a:lnTo>
                      <a:pt x="161" y="178"/>
                    </a:lnTo>
                    <a:lnTo>
                      <a:pt x="161" y="181"/>
                    </a:lnTo>
                    <a:lnTo>
                      <a:pt x="161" y="181"/>
                    </a:lnTo>
                    <a:lnTo>
                      <a:pt x="161" y="181"/>
                    </a:lnTo>
                    <a:lnTo>
                      <a:pt x="161" y="183"/>
                    </a:lnTo>
                    <a:lnTo>
                      <a:pt x="161" y="183"/>
                    </a:lnTo>
                    <a:lnTo>
                      <a:pt x="161" y="183"/>
                    </a:lnTo>
                    <a:lnTo>
                      <a:pt x="163" y="183"/>
                    </a:lnTo>
                    <a:lnTo>
                      <a:pt x="163" y="185"/>
                    </a:lnTo>
                    <a:lnTo>
                      <a:pt x="161" y="185"/>
                    </a:lnTo>
                    <a:lnTo>
                      <a:pt x="161" y="185"/>
                    </a:lnTo>
                    <a:lnTo>
                      <a:pt x="161" y="188"/>
                    </a:lnTo>
                    <a:lnTo>
                      <a:pt x="161" y="188"/>
                    </a:lnTo>
                    <a:lnTo>
                      <a:pt x="161" y="188"/>
                    </a:lnTo>
                    <a:lnTo>
                      <a:pt x="161" y="190"/>
                    </a:lnTo>
                    <a:lnTo>
                      <a:pt x="161" y="190"/>
                    </a:lnTo>
                    <a:lnTo>
                      <a:pt x="159" y="190"/>
                    </a:lnTo>
                    <a:lnTo>
                      <a:pt x="159" y="190"/>
                    </a:lnTo>
                    <a:lnTo>
                      <a:pt x="159" y="190"/>
                    </a:lnTo>
                    <a:lnTo>
                      <a:pt x="159" y="190"/>
                    </a:lnTo>
                    <a:lnTo>
                      <a:pt x="159" y="190"/>
                    </a:lnTo>
                    <a:lnTo>
                      <a:pt x="159" y="190"/>
                    </a:lnTo>
                    <a:lnTo>
                      <a:pt x="159" y="192"/>
                    </a:lnTo>
                    <a:lnTo>
                      <a:pt x="159" y="192"/>
                    </a:lnTo>
                    <a:lnTo>
                      <a:pt x="161" y="192"/>
                    </a:lnTo>
                    <a:lnTo>
                      <a:pt x="161" y="192"/>
                    </a:lnTo>
                    <a:lnTo>
                      <a:pt x="161" y="195"/>
                    </a:lnTo>
                    <a:lnTo>
                      <a:pt x="159" y="195"/>
                    </a:lnTo>
                    <a:lnTo>
                      <a:pt x="159" y="195"/>
                    </a:lnTo>
                    <a:lnTo>
                      <a:pt x="159" y="197"/>
                    </a:lnTo>
                    <a:lnTo>
                      <a:pt x="159" y="197"/>
                    </a:lnTo>
                    <a:lnTo>
                      <a:pt x="159" y="199"/>
                    </a:lnTo>
                    <a:lnTo>
                      <a:pt x="159" y="199"/>
                    </a:lnTo>
                    <a:lnTo>
                      <a:pt x="159" y="199"/>
                    </a:lnTo>
                    <a:lnTo>
                      <a:pt x="159" y="199"/>
                    </a:lnTo>
                    <a:lnTo>
                      <a:pt x="159" y="199"/>
                    </a:lnTo>
                    <a:lnTo>
                      <a:pt x="159" y="202"/>
                    </a:lnTo>
                    <a:lnTo>
                      <a:pt x="156" y="202"/>
                    </a:lnTo>
                    <a:lnTo>
                      <a:pt x="156" y="202"/>
                    </a:lnTo>
                    <a:lnTo>
                      <a:pt x="156" y="199"/>
                    </a:lnTo>
                    <a:lnTo>
                      <a:pt x="154" y="199"/>
                    </a:lnTo>
                    <a:lnTo>
                      <a:pt x="154" y="199"/>
                    </a:lnTo>
                    <a:lnTo>
                      <a:pt x="154" y="202"/>
                    </a:lnTo>
                    <a:lnTo>
                      <a:pt x="154" y="202"/>
                    </a:lnTo>
                    <a:lnTo>
                      <a:pt x="154" y="202"/>
                    </a:lnTo>
                    <a:lnTo>
                      <a:pt x="154" y="204"/>
                    </a:lnTo>
                    <a:lnTo>
                      <a:pt x="152" y="204"/>
                    </a:lnTo>
                    <a:lnTo>
                      <a:pt x="152" y="204"/>
                    </a:lnTo>
                    <a:lnTo>
                      <a:pt x="152" y="204"/>
                    </a:lnTo>
                    <a:lnTo>
                      <a:pt x="152" y="204"/>
                    </a:lnTo>
                    <a:lnTo>
                      <a:pt x="152" y="207"/>
                    </a:lnTo>
                    <a:lnTo>
                      <a:pt x="149" y="207"/>
                    </a:lnTo>
                    <a:lnTo>
                      <a:pt x="149" y="204"/>
                    </a:lnTo>
                    <a:lnTo>
                      <a:pt x="149" y="204"/>
                    </a:lnTo>
                    <a:lnTo>
                      <a:pt x="149" y="207"/>
                    </a:lnTo>
                    <a:lnTo>
                      <a:pt x="147" y="207"/>
                    </a:lnTo>
                    <a:lnTo>
                      <a:pt x="147" y="207"/>
                    </a:lnTo>
                    <a:lnTo>
                      <a:pt x="147" y="207"/>
                    </a:lnTo>
                    <a:lnTo>
                      <a:pt x="147" y="207"/>
                    </a:lnTo>
                    <a:lnTo>
                      <a:pt x="145" y="207"/>
                    </a:lnTo>
                    <a:lnTo>
                      <a:pt x="145" y="209"/>
                    </a:lnTo>
                    <a:lnTo>
                      <a:pt x="145" y="209"/>
                    </a:lnTo>
                    <a:lnTo>
                      <a:pt x="145" y="207"/>
                    </a:lnTo>
                    <a:lnTo>
                      <a:pt x="145" y="207"/>
                    </a:lnTo>
                    <a:lnTo>
                      <a:pt x="145" y="207"/>
                    </a:lnTo>
                    <a:lnTo>
                      <a:pt x="142" y="207"/>
                    </a:lnTo>
                    <a:lnTo>
                      <a:pt x="142" y="204"/>
                    </a:lnTo>
                    <a:lnTo>
                      <a:pt x="142" y="204"/>
                    </a:lnTo>
                    <a:lnTo>
                      <a:pt x="140" y="204"/>
                    </a:lnTo>
                    <a:lnTo>
                      <a:pt x="140" y="204"/>
                    </a:lnTo>
                    <a:lnTo>
                      <a:pt x="140" y="204"/>
                    </a:lnTo>
                    <a:lnTo>
                      <a:pt x="140" y="202"/>
                    </a:lnTo>
                    <a:lnTo>
                      <a:pt x="140" y="202"/>
                    </a:lnTo>
                    <a:lnTo>
                      <a:pt x="140" y="202"/>
                    </a:lnTo>
                    <a:lnTo>
                      <a:pt x="137" y="202"/>
                    </a:lnTo>
                    <a:lnTo>
                      <a:pt x="137" y="199"/>
                    </a:lnTo>
                    <a:lnTo>
                      <a:pt x="137" y="199"/>
                    </a:lnTo>
                    <a:lnTo>
                      <a:pt x="137" y="202"/>
                    </a:lnTo>
                    <a:lnTo>
                      <a:pt x="135" y="202"/>
                    </a:lnTo>
                    <a:lnTo>
                      <a:pt x="135" y="202"/>
                    </a:lnTo>
                    <a:lnTo>
                      <a:pt x="135" y="202"/>
                    </a:lnTo>
                    <a:lnTo>
                      <a:pt x="135" y="204"/>
                    </a:lnTo>
                    <a:lnTo>
                      <a:pt x="135" y="204"/>
                    </a:lnTo>
                    <a:lnTo>
                      <a:pt x="133" y="204"/>
                    </a:lnTo>
                    <a:lnTo>
                      <a:pt x="133" y="204"/>
                    </a:lnTo>
                    <a:lnTo>
                      <a:pt x="133" y="204"/>
                    </a:lnTo>
                    <a:lnTo>
                      <a:pt x="133" y="204"/>
                    </a:lnTo>
                    <a:lnTo>
                      <a:pt x="133" y="207"/>
                    </a:lnTo>
                    <a:lnTo>
                      <a:pt x="130" y="207"/>
                    </a:lnTo>
                    <a:lnTo>
                      <a:pt x="130" y="207"/>
                    </a:lnTo>
                    <a:lnTo>
                      <a:pt x="130" y="207"/>
                    </a:lnTo>
                    <a:lnTo>
                      <a:pt x="130" y="207"/>
                    </a:lnTo>
                    <a:lnTo>
                      <a:pt x="128" y="207"/>
                    </a:lnTo>
                    <a:lnTo>
                      <a:pt x="128" y="207"/>
                    </a:lnTo>
                    <a:lnTo>
                      <a:pt x="128" y="207"/>
                    </a:lnTo>
                    <a:lnTo>
                      <a:pt x="128" y="207"/>
                    </a:lnTo>
                    <a:lnTo>
                      <a:pt x="126" y="207"/>
                    </a:lnTo>
                    <a:lnTo>
                      <a:pt x="126" y="209"/>
                    </a:lnTo>
                    <a:lnTo>
                      <a:pt x="128" y="209"/>
                    </a:lnTo>
                    <a:lnTo>
                      <a:pt x="128" y="209"/>
                    </a:lnTo>
                    <a:lnTo>
                      <a:pt x="128" y="209"/>
                    </a:lnTo>
                    <a:lnTo>
                      <a:pt x="128" y="209"/>
                    </a:lnTo>
                    <a:lnTo>
                      <a:pt x="128" y="211"/>
                    </a:lnTo>
                    <a:lnTo>
                      <a:pt x="128" y="211"/>
                    </a:lnTo>
                    <a:lnTo>
                      <a:pt x="128" y="211"/>
                    </a:lnTo>
                    <a:lnTo>
                      <a:pt x="128" y="214"/>
                    </a:lnTo>
                    <a:lnTo>
                      <a:pt x="130" y="214"/>
                    </a:lnTo>
                    <a:lnTo>
                      <a:pt x="130" y="214"/>
                    </a:lnTo>
                    <a:lnTo>
                      <a:pt x="130" y="216"/>
                    </a:lnTo>
                    <a:lnTo>
                      <a:pt x="128" y="216"/>
                    </a:lnTo>
                    <a:lnTo>
                      <a:pt x="128" y="216"/>
                    </a:lnTo>
                    <a:lnTo>
                      <a:pt x="128" y="218"/>
                    </a:lnTo>
                    <a:lnTo>
                      <a:pt x="128" y="218"/>
                    </a:lnTo>
                    <a:lnTo>
                      <a:pt x="128" y="218"/>
                    </a:lnTo>
                    <a:lnTo>
                      <a:pt x="126" y="218"/>
                    </a:lnTo>
                    <a:lnTo>
                      <a:pt x="126" y="218"/>
                    </a:lnTo>
                    <a:lnTo>
                      <a:pt x="126" y="218"/>
                    </a:lnTo>
                    <a:lnTo>
                      <a:pt x="126" y="216"/>
                    </a:lnTo>
                    <a:lnTo>
                      <a:pt x="123" y="216"/>
                    </a:lnTo>
                    <a:lnTo>
                      <a:pt x="123" y="216"/>
                    </a:lnTo>
                    <a:lnTo>
                      <a:pt x="123" y="216"/>
                    </a:lnTo>
                    <a:lnTo>
                      <a:pt x="121" y="216"/>
                    </a:lnTo>
                    <a:lnTo>
                      <a:pt x="121" y="214"/>
                    </a:lnTo>
                    <a:lnTo>
                      <a:pt x="121" y="214"/>
                    </a:lnTo>
                    <a:lnTo>
                      <a:pt x="121" y="214"/>
                    </a:lnTo>
                    <a:lnTo>
                      <a:pt x="121" y="214"/>
                    </a:lnTo>
                    <a:lnTo>
                      <a:pt x="118" y="214"/>
                    </a:lnTo>
                    <a:lnTo>
                      <a:pt x="118" y="211"/>
                    </a:lnTo>
                    <a:lnTo>
                      <a:pt x="118" y="211"/>
                    </a:lnTo>
                    <a:lnTo>
                      <a:pt x="118" y="211"/>
                    </a:lnTo>
                    <a:lnTo>
                      <a:pt x="118" y="211"/>
                    </a:lnTo>
                    <a:lnTo>
                      <a:pt x="116" y="211"/>
                    </a:lnTo>
                    <a:lnTo>
                      <a:pt x="116" y="211"/>
                    </a:lnTo>
                    <a:lnTo>
                      <a:pt x="116" y="211"/>
                    </a:lnTo>
                    <a:lnTo>
                      <a:pt x="114" y="211"/>
                    </a:lnTo>
                    <a:lnTo>
                      <a:pt x="114" y="214"/>
                    </a:lnTo>
                    <a:lnTo>
                      <a:pt x="114" y="214"/>
                    </a:lnTo>
                    <a:lnTo>
                      <a:pt x="114" y="214"/>
                    </a:lnTo>
                    <a:lnTo>
                      <a:pt x="114" y="211"/>
                    </a:lnTo>
                    <a:lnTo>
                      <a:pt x="111" y="211"/>
                    </a:lnTo>
                    <a:lnTo>
                      <a:pt x="111" y="211"/>
                    </a:lnTo>
                    <a:lnTo>
                      <a:pt x="111" y="211"/>
                    </a:lnTo>
                    <a:lnTo>
                      <a:pt x="111" y="209"/>
                    </a:lnTo>
                    <a:lnTo>
                      <a:pt x="111" y="209"/>
                    </a:lnTo>
                    <a:lnTo>
                      <a:pt x="111" y="209"/>
                    </a:lnTo>
                    <a:lnTo>
                      <a:pt x="109" y="209"/>
                    </a:lnTo>
                    <a:lnTo>
                      <a:pt x="109" y="209"/>
                    </a:lnTo>
                    <a:lnTo>
                      <a:pt x="109" y="207"/>
                    </a:lnTo>
                    <a:lnTo>
                      <a:pt x="111" y="207"/>
                    </a:lnTo>
                    <a:lnTo>
                      <a:pt x="111" y="207"/>
                    </a:lnTo>
                    <a:lnTo>
                      <a:pt x="111" y="207"/>
                    </a:lnTo>
                    <a:lnTo>
                      <a:pt x="111" y="207"/>
                    </a:lnTo>
                    <a:lnTo>
                      <a:pt x="114" y="207"/>
                    </a:lnTo>
                    <a:lnTo>
                      <a:pt x="114" y="204"/>
                    </a:lnTo>
                    <a:lnTo>
                      <a:pt x="114" y="204"/>
                    </a:lnTo>
                    <a:lnTo>
                      <a:pt x="114" y="204"/>
                    </a:lnTo>
                    <a:lnTo>
                      <a:pt x="114" y="204"/>
                    </a:lnTo>
                    <a:lnTo>
                      <a:pt x="116" y="204"/>
                    </a:lnTo>
                    <a:lnTo>
                      <a:pt x="116" y="202"/>
                    </a:lnTo>
                    <a:lnTo>
                      <a:pt x="116" y="202"/>
                    </a:lnTo>
                    <a:lnTo>
                      <a:pt x="116" y="202"/>
                    </a:lnTo>
                    <a:lnTo>
                      <a:pt x="116" y="199"/>
                    </a:lnTo>
                    <a:lnTo>
                      <a:pt x="116" y="199"/>
                    </a:lnTo>
                    <a:lnTo>
                      <a:pt x="116" y="199"/>
                    </a:lnTo>
                    <a:lnTo>
                      <a:pt x="116" y="197"/>
                    </a:lnTo>
                    <a:lnTo>
                      <a:pt x="116" y="197"/>
                    </a:lnTo>
                    <a:lnTo>
                      <a:pt x="116" y="197"/>
                    </a:lnTo>
                    <a:lnTo>
                      <a:pt x="116" y="195"/>
                    </a:lnTo>
                    <a:lnTo>
                      <a:pt x="116" y="195"/>
                    </a:lnTo>
                    <a:lnTo>
                      <a:pt x="116" y="195"/>
                    </a:lnTo>
                    <a:lnTo>
                      <a:pt x="116" y="192"/>
                    </a:lnTo>
                    <a:lnTo>
                      <a:pt x="118" y="192"/>
                    </a:lnTo>
                    <a:lnTo>
                      <a:pt x="118" y="192"/>
                    </a:lnTo>
                    <a:lnTo>
                      <a:pt x="118" y="190"/>
                    </a:lnTo>
                    <a:lnTo>
                      <a:pt x="118" y="190"/>
                    </a:lnTo>
                    <a:lnTo>
                      <a:pt x="118" y="190"/>
                    </a:lnTo>
                    <a:lnTo>
                      <a:pt x="118" y="190"/>
                    </a:lnTo>
                    <a:lnTo>
                      <a:pt x="118" y="190"/>
                    </a:lnTo>
                    <a:lnTo>
                      <a:pt x="116" y="190"/>
                    </a:lnTo>
                    <a:lnTo>
                      <a:pt x="116" y="188"/>
                    </a:lnTo>
                    <a:lnTo>
                      <a:pt x="116" y="188"/>
                    </a:lnTo>
                    <a:lnTo>
                      <a:pt x="114" y="188"/>
                    </a:lnTo>
                    <a:lnTo>
                      <a:pt x="114" y="188"/>
                    </a:lnTo>
                    <a:lnTo>
                      <a:pt x="114" y="185"/>
                    </a:lnTo>
                    <a:lnTo>
                      <a:pt x="116" y="185"/>
                    </a:lnTo>
                    <a:lnTo>
                      <a:pt x="116" y="185"/>
                    </a:lnTo>
                    <a:lnTo>
                      <a:pt x="116" y="185"/>
                    </a:lnTo>
                    <a:lnTo>
                      <a:pt x="116" y="183"/>
                    </a:lnTo>
                    <a:lnTo>
                      <a:pt x="118" y="183"/>
                    </a:lnTo>
                    <a:lnTo>
                      <a:pt x="118" y="183"/>
                    </a:lnTo>
                    <a:lnTo>
                      <a:pt x="118" y="181"/>
                    </a:lnTo>
                    <a:lnTo>
                      <a:pt x="116" y="181"/>
                    </a:lnTo>
                    <a:lnTo>
                      <a:pt x="116" y="181"/>
                    </a:lnTo>
                    <a:lnTo>
                      <a:pt x="114" y="181"/>
                    </a:lnTo>
                    <a:lnTo>
                      <a:pt x="114" y="181"/>
                    </a:lnTo>
                    <a:lnTo>
                      <a:pt x="116" y="181"/>
                    </a:lnTo>
                    <a:lnTo>
                      <a:pt x="116" y="181"/>
                    </a:lnTo>
                    <a:lnTo>
                      <a:pt x="118" y="181"/>
                    </a:lnTo>
                    <a:lnTo>
                      <a:pt x="118" y="178"/>
                    </a:lnTo>
                    <a:lnTo>
                      <a:pt x="118" y="178"/>
                    </a:lnTo>
                    <a:lnTo>
                      <a:pt x="118" y="178"/>
                    </a:lnTo>
                    <a:lnTo>
                      <a:pt x="118" y="178"/>
                    </a:lnTo>
                    <a:lnTo>
                      <a:pt x="118" y="176"/>
                    </a:lnTo>
                    <a:lnTo>
                      <a:pt x="118" y="176"/>
                    </a:lnTo>
                    <a:lnTo>
                      <a:pt x="118" y="173"/>
                    </a:lnTo>
                    <a:lnTo>
                      <a:pt x="118" y="173"/>
                    </a:lnTo>
                    <a:lnTo>
                      <a:pt x="118" y="171"/>
                    </a:lnTo>
                    <a:lnTo>
                      <a:pt x="118" y="171"/>
                    </a:lnTo>
                    <a:lnTo>
                      <a:pt x="118" y="171"/>
                    </a:lnTo>
                    <a:lnTo>
                      <a:pt x="116" y="171"/>
                    </a:lnTo>
                    <a:lnTo>
                      <a:pt x="116" y="171"/>
                    </a:lnTo>
                    <a:lnTo>
                      <a:pt x="114" y="171"/>
                    </a:lnTo>
                    <a:lnTo>
                      <a:pt x="114" y="171"/>
                    </a:lnTo>
                    <a:lnTo>
                      <a:pt x="114" y="169"/>
                    </a:lnTo>
                    <a:lnTo>
                      <a:pt x="114" y="169"/>
                    </a:lnTo>
                    <a:lnTo>
                      <a:pt x="114" y="169"/>
                    </a:lnTo>
                    <a:lnTo>
                      <a:pt x="114" y="169"/>
                    </a:lnTo>
                    <a:lnTo>
                      <a:pt x="114" y="166"/>
                    </a:lnTo>
                    <a:lnTo>
                      <a:pt x="114" y="166"/>
                    </a:lnTo>
                    <a:lnTo>
                      <a:pt x="114" y="164"/>
                    </a:lnTo>
                    <a:lnTo>
                      <a:pt x="114" y="164"/>
                    </a:lnTo>
                    <a:lnTo>
                      <a:pt x="111" y="164"/>
                    </a:lnTo>
                    <a:lnTo>
                      <a:pt x="111" y="164"/>
                    </a:lnTo>
                    <a:lnTo>
                      <a:pt x="111" y="164"/>
                    </a:lnTo>
                    <a:lnTo>
                      <a:pt x="109" y="164"/>
                    </a:lnTo>
                    <a:lnTo>
                      <a:pt x="109" y="164"/>
                    </a:lnTo>
                    <a:lnTo>
                      <a:pt x="109" y="162"/>
                    </a:lnTo>
                    <a:lnTo>
                      <a:pt x="107" y="162"/>
                    </a:lnTo>
                    <a:lnTo>
                      <a:pt x="107" y="162"/>
                    </a:lnTo>
                    <a:lnTo>
                      <a:pt x="107" y="162"/>
                    </a:lnTo>
                    <a:lnTo>
                      <a:pt x="107" y="162"/>
                    </a:lnTo>
                    <a:lnTo>
                      <a:pt x="107" y="159"/>
                    </a:lnTo>
                    <a:lnTo>
                      <a:pt x="104" y="159"/>
                    </a:lnTo>
                    <a:lnTo>
                      <a:pt x="104" y="159"/>
                    </a:lnTo>
                    <a:lnTo>
                      <a:pt x="104" y="159"/>
                    </a:lnTo>
                    <a:lnTo>
                      <a:pt x="104" y="157"/>
                    </a:lnTo>
                    <a:lnTo>
                      <a:pt x="104" y="157"/>
                    </a:lnTo>
                    <a:lnTo>
                      <a:pt x="104" y="157"/>
                    </a:lnTo>
                    <a:lnTo>
                      <a:pt x="102" y="157"/>
                    </a:lnTo>
                    <a:lnTo>
                      <a:pt x="102" y="154"/>
                    </a:lnTo>
                    <a:lnTo>
                      <a:pt x="102" y="154"/>
                    </a:lnTo>
                    <a:lnTo>
                      <a:pt x="102" y="154"/>
                    </a:lnTo>
                    <a:lnTo>
                      <a:pt x="102" y="152"/>
                    </a:lnTo>
                    <a:lnTo>
                      <a:pt x="102" y="152"/>
                    </a:lnTo>
                    <a:lnTo>
                      <a:pt x="100" y="152"/>
                    </a:lnTo>
                    <a:lnTo>
                      <a:pt x="100" y="152"/>
                    </a:lnTo>
                    <a:lnTo>
                      <a:pt x="100" y="152"/>
                    </a:lnTo>
                    <a:lnTo>
                      <a:pt x="100" y="150"/>
                    </a:lnTo>
                    <a:lnTo>
                      <a:pt x="100" y="150"/>
                    </a:lnTo>
                    <a:lnTo>
                      <a:pt x="100" y="150"/>
                    </a:lnTo>
                    <a:lnTo>
                      <a:pt x="100" y="147"/>
                    </a:lnTo>
                    <a:lnTo>
                      <a:pt x="100" y="147"/>
                    </a:lnTo>
                    <a:lnTo>
                      <a:pt x="100" y="147"/>
                    </a:lnTo>
                    <a:lnTo>
                      <a:pt x="100" y="145"/>
                    </a:lnTo>
                    <a:lnTo>
                      <a:pt x="100" y="145"/>
                    </a:lnTo>
                    <a:lnTo>
                      <a:pt x="100" y="145"/>
                    </a:lnTo>
                    <a:lnTo>
                      <a:pt x="100" y="143"/>
                    </a:lnTo>
                    <a:lnTo>
                      <a:pt x="100" y="143"/>
                    </a:lnTo>
                    <a:lnTo>
                      <a:pt x="100" y="140"/>
                    </a:lnTo>
                    <a:lnTo>
                      <a:pt x="100" y="140"/>
                    </a:lnTo>
                    <a:lnTo>
                      <a:pt x="100" y="140"/>
                    </a:lnTo>
                    <a:lnTo>
                      <a:pt x="100" y="138"/>
                    </a:lnTo>
                    <a:lnTo>
                      <a:pt x="100" y="138"/>
                    </a:lnTo>
                    <a:lnTo>
                      <a:pt x="100" y="138"/>
                    </a:lnTo>
                    <a:lnTo>
                      <a:pt x="100" y="135"/>
                    </a:lnTo>
                    <a:lnTo>
                      <a:pt x="100" y="135"/>
                    </a:lnTo>
                    <a:lnTo>
                      <a:pt x="100" y="133"/>
                    </a:lnTo>
                    <a:lnTo>
                      <a:pt x="102" y="133"/>
                    </a:lnTo>
                    <a:lnTo>
                      <a:pt x="102" y="133"/>
                    </a:lnTo>
                    <a:lnTo>
                      <a:pt x="102" y="131"/>
                    </a:lnTo>
                    <a:lnTo>
                      <a:pt x="102" y="131"/>
                    </a:lnTo>
                    <a:lnTo>
                      <a:pt x="100" y="131"/>
                    </a:lnTo>
                    <a:lnTo>
                      <a:pt x="100" y="128"/>
                    </a:lnTo>
                    <a:lnTo>
                      <a:pt x="100" y="128"/>
                    </a:lnTo>
                    <a:lnTo>
                      <a:pt x="100" y="128"/>
                    </a:lnTo>
                    <a:lnTo>
                      <a:pt x="100" y="128"/>
                    </a:lnTo>
                    <a:lnTo>
                      <a:pt x="100" y="126"/>
                    </a:lnTo>
                    <a:lnTo>
                      <a:pt x="100" y="126"/>
                    </a:lnTo>
                    <a:lnTo>
                      <a:pt x="100" y="126"/>
                    </a:lnTo>
                    <a:lnTo>
                      <a:pt x="97" y="126"/>
                    </a:lnTo>
                    <a:lnTo>
                      <a:pt x="97" y="124"/>
                    </a:lnTo>
                    <a:lnTo>
                      <a:pt x="97" y="124"/>
                    </a:lnTo>
                    <a:lnTo>
                      <a:pt x="95" y="124"/>
                    </a:lnTo>
                    <a:lnTo>
                      <a:pt x="95" y="124"/>
                    </a:lnTo>
                    <a:lnTo>
                      <a:pt x="95" y="124"/>
                    </a:lnTo>
                    <a:lnTo>
                      <a:pt x="95" y="124"/>
                    </a:lnTo>
                    <a:lnTo>
                      <a:pt x="95" y="121"/>
                    </a:lnTo>
                    <a:lnTo>
                      <a:pt x="92" y="121"/>
                    </a:lnTo>
                    <a:lnTo>
                      <a:pt x="92" y="121"/>
                    </a:lnTo>
                    <a:lnTo>
                      <a:pt x="92" y="121"/>
                    </a:lnTo>
                    <a:lnTo>
                      <a:pt x="92" y="119"/>
                    </a:lnTo>
                    <a:lnTo>
                      <a:pt x="92" y="119"/>
                    </a:lnTo>
                    <a:lnTo>
                      <a:pt x="92" y="119"/>
                    </a:lnTo>
                    <a:lnTo>
                      <a:pt x="92" y="119"/>
                    </a:lnTo>
                    <a:lnTo>
                      <a:pt x="90" y="119"/>
                    </a:lnTo>
                    <a:lnTo>
                      <a:pt x="90" y="119"/>
                    </a:lnTo>
                    <a:lnTo>
                      <a:pt x="90" y="117"/>
                    </a:lnTo>
                    <a:lnTo>
                      <a:pt x="88" y="117"/>
                    </a:lnTo>
                    <a:lnTo>
                      <a:pt x="88" y="117"/>
                    </a:lnTo>
                    <a:lnTo>
                      <a:pt x="88" y="114"/>
                    </a:lnTo>
                    <a:lnTo>
                      <a:pt x="88" y="114"/>
                    </a:lnTo>
                    <a:lnTo>
                      <a:pt x="88" y="114"/>
                    </a:lnTo>
                    <a:lnTo>
                      <a:pt x="88" y="112"/>
                    </a:lnTo>
                    <a:lnTo>
                      <a:pt x="88" y="112"/>
                    </a:lnTo>
                    <a:lnTo>
                      <a:pt x="88" y="112"/>
                    </a:lnTo>
                    <a:lnTo>
                      <a:pt x="85" y="112"/>
                    </a:lnTo>
                    <a:lnTo>
                      <a:pt x="85" y="109"/>
                    </a:lnTo>
                    <a:lnTo>
                      <a:pt x="85" y="109"/>
                    </a:lnTo>
                    <a:lnTo>
                      <a:pt x="85" y="109"/>
                    </a:lnTo>
                    <a:lnTo>
                      <a:pt x="85" y="109"/>
                    </a:lnTo>
                    <a:lnTo>
                      <a:pt x="85" y="109"/>
                    </a:lnTo>
                    <a:lnTo>
                      <a:pt x="85" y="107"/>
                    </a:lnTo>
                    <a:lnTo>
                      <a:pt x="85" y="107"/>
                    </a:lnTo>
                    <a:lnTo>
                      <a:pt x="83" y="107"/>
                    </a:lnTo>
                    <a:lnTo>
                      <a:pt x="83" y="105"/>
                    </a:lnTo>
                    <a:lnTo>
                      <a:pt x="83" y="105"/>
                    </a:lnTo>
                    <a:lnTo>
                      <a:pt x="81" y="105"/>
                    </a:lnTo>
                    <a:lnTo>
                      <a:pt x="81" y="107"/>
                    </a:lnTo>
                    <a:lnTo>
                      <a:pt x="81" y="107"/>
                    </a:lnTo>
                    <a:lnTo>
                      <a:pt x="81" y="107"/>
                    </a:lnTo>
                    <a:lnTo>
                      <a:pt x="81" y="105"/>
                    </a:lnTo>
                    <a:lnTo>
                      <a:pt x="78" y="105"/>
                    </a:lnTo>
                    <a:lnTo>
                      <a:pt x="78" y="105"/>
                    </a:lnTo>
                    <a:lnTo>
                      <a:pt x="78" y="105"/>
                    </a:lnTo>
                    <a:lnTo>
                      <a:pt x="78" y="105"/>
                    </a:lnTo>
                    <a:lnTo>
                      <a:pt x="76" y="105"/>
                    </a:lnTo>
                    <a:lnTo>
                      <a:pt x="76" y="105"/>
                    </a:lnTo>
                    <a:lnTo>
                      <a:pt x="76" y="102"/>
                    </a:lnTo>
                    <a:lnTo>
                      <a:pt x="74" y="102"/>
                    </a:lnTo>
                    <a:lnTo>
                      <a:pt x="74" y="102"/>
                    </a:lnTo>
                    <a:lnTo>
                      <a:pt x="74" y="102"/>
                    </a:lnTo>
                    <a:lnTo>
                      <a:pt x="71" y="102"/>
                    </a:lnTo>
                    <a:lnTo>
                      <a:pt x="71" y="102"/>
                    </a:lnTo>
                    <a:lnTo>
                      <a:pt x="71" y="102"/>
                    </a:lnTo>
                    <a:lnTo>
                      <a:pt x="69" y="102"/>
                    </a:lnTo>
                    <a:lnTo>
                      <a:pt x="69" y="102"/>
                    </a:lnTo>
                    <a:lnTo>
                      <a:pt x="69" y="102"/>
                    </a:lnTo>
                    <a:lnTo>
                      <a:pt x="69" y="102"/>
                    </a:lnTo>
                    <a:lnTo>
                      <a:pt x="66" y="102"/>
                    </a:lnTo>
                    <a:lnTo>
                      <a:pt x="66" y="105"/>
                    </a:lnTo>
                    <a:lnTo>
                      <a:pt x="66" y="105"/>
                    </a:lnTo>
                    <a:lnTo>
                      <a:pt x="69" y="105"/>
                    </a:lnTo>
                    <a:lnTo>
                      <a:pt x="69" y="107"/>
                    </a:lnTo>
                    <a:lnTo>
                      <a:pt x="66" y="107"/>
                    </a:lnTo>
                    <a:lnTo>
                      <a:pt x="66" y="107"/>
                    </a:lnTo>
                    <a:lnTo>
                      <a:pt x="66" y="107"/>
                    </a:lnTo>
                    <a:lnTo>
                      <a:pt x="66" y="107"/>
                    </a:lnTo>
                    <a:lnTo>
                      <a:pt x="66" y="109"/>
                    </a:lnTo>
                    <a:lnTo>
                      <a:pt x="66" y="109"/>
                    </a:lnTo>
                    <a:lnTo>
                      <a:pt x="64" y="109"/>
                    </a:lnTo>
                    <a:lnTo>
                      <a:pt x="64" y="109"/>
                    </a:lnTo>
                    <a:lnTo>
                      <a:pt x="64" y="109"/>
                    </a:lnTo>
                    <a:lnTo>
                      <a:pt x="64" y="112"/>
                    </a:lnTo>
                    <a:lnTo>
                      <a:pt x="64" y="112"/>
                    </a:lnTo>
                    <a:lnTo>
                      <a:pt x="64" y="114"/>
                    </a:lnTo>
                    <a:lnTo>
                      <a:pt x="62" y="114"/>
                    </a:lnTo>
                    <a:lnTo>
                      <a:pt x="62" y="114"/>
                    </a:lnTo>
                    <a:lnTo>
                      <a:pt x="62" y="114"/>
                    </a:lnTo>
                    <a:lnTo>
                      <a:pt x="59" y="114"/>
                    </a:lnTo>
                    <a:lnTo>
                      <a:pt x="59" y="114"/>
                    </a:lnTo>
                    <a:lnTo>
                      <a:pt x="59" y="114"/>
                    </a:lnTo>
                    <a:lnTo>
                      <a:pt x="59" y="114"/>
                    </a:lnTo>
                    <a:lnTo>
                      <a:pt x="57" y="114"/>
                    </a:lnTo>
                    <a:lnTo>
                      <a:pt x="57" y="117"/>
                    </a:lnTo>
                    <a:lnTo>
                      <a:pt x="57" y="117"/>
                    </a:lnTo>
                    <a:lnTo>
                      <a:pt x="57" y="117"/>
                    </a:lnTo>
                    <a:lnTo>
                      <a:pt x="55" y="117"/>
                    </a:lnTo>
                    <a:lnTo>
                      <a:pt x="55" y="117"/>
                    </a:lnTo>
                    <a:lnTo>
                      <a:pt x="55" y="119"/>
                    </a:lnTo>
                    <a:lnTo>
                      <a:pt x="55" y="119"/>
                    </a:lnTo>
                    <a:lnTo>
                      <a:pt x="52" y="119"/>
                    </a:lnTo>
                    <a:lnTo>
                      <a:pt x="52" y="117"/>
                    </a:lnTo>
                    <a:lnTo>
                      <a:pt x="55" y="117"/>
                    </a:lnTo>
                    <a:lnTo>
                      <a:pt x="55" y="117"/>
                    </a:lnTo>
                    <a:lnTo>
                      <a:pt x="55" y="114"/>
                    </a:lnTo>
                    <a:lnTo>
                      <a:pt x="52" y="114"/>
                    </a:lnTo>
                    <a:lnTo>
                      <a:pt x="52" y="114"/>
                    </a:lnTo>
                    <a:lnTo>
                      <a:pt x="52" y="114"/>
                    </a:lnTo>
                    <a:lnTo>
                      <a:pt x="50" y="114"/>
                    </a:lnTo>
                    <a:lnTo>
                      <a:pt x="50" y="114"/>
                    </a:lnTo>
                    <a:lnTo>
                      <a:pt x="50" y="114"/>
                    </a:lnTo>
                    <a:lnTo>
                      <a:pt x="47" y="114"/>
                    </a:lnTo>
                    <a:lnTo>
                      <a:pt x="47" y="112"/>
                    </a:lnTo>
                    <a:lnTo>
                      <a:pt x="47" y="112"/>
                    </a:lnTo>
                    <a:lnTo>
                      <a:pt x="47" y="112"/>
                    </a:lnTo>
                    <a:lnTo>
                      <a:pt x="47" y="112"/>
                    </a:lnTo>
                    <a:lnTo>
                      <a:pt x="45" y="112"/>
                    </a:lnTo>
                    <a:lnTo>
                      <a:pt x="45" y="109"/>
                    </a:lnTo>
                    <a:lnTo>
                      <a:pt x="45" y="109"/>
                    </a:lnTo>
                    <a:lnTo>
                      <a:pt x="45" y="109"/>
                    </a:lnTo>
                    <a:lnTo>
                      <a:pt x="45" y="109"/>
                    </a:lnTo>
                    <a:lnTo>
                      <a:pt x="45" y="109"/>
                    </a:lnTo>
                    <a:lnTo>
                      <a:pt x="43" y="109"/>
                    </a:lnTo>
                    <a:lnTo>
                      <a:pt x="43" y="109"/>
                    </a:lnTo>
                    <a:lnTo>
                      <a:pt x="40" y="109"/>
                    </a:lnTo>
                    <a:lnTo>
                      <a:pt x="40" y="109"/>
                    </a:lnTo>
                    <a:lnTo>
                      <a:pt x="40" y="109"/>
                    </a:lnTo>
                    <a:lnTo>
                      <a:pt x="40" y="109"/>
                    </a:lnTo>
                    <a:lnTo>
                      <a:pt x="40" y="109"/>
                    </a:lnTo>
                    <a:lnTo>
                      <a:pt x="40" y="112"/>
                    </a:lnTo>
                    <a:lnTo>
                      <a:pt x="38" y="112"/>
                    </a:lnTo>
                    <a:lnTo>
                      <a:pt x="38" y="112"/>
                    </a:lnTo>
                    <a:lnTo>
                      <a:pt x="38" y="112"/>
                    </a:lnTo>
                    <a:lnTo>
                      <a:pt x="38" y="112"/>
                    </a:lnTo>
                    <a:lnTo>
                      <a:pt x="36" y="112"/>
                    </a:lnTo>
                    <a:lnTo>
                      <a:pt x="36" y="112"/>
                    </a:lnTo>
                    <a:lnTo>
                      <a:pt x="36" y="114"/>
                    </a:lnTo>
                    <a:lnTo>
                      <a:pt x="36" y="114"/>
                    </a:lnTo>
                    <a:lnTo>
                      <a:pt x="36" y="117"/>
                    </a:lnTo>
                    <a:lnTo>
                      <a:pt x="33" y="117"/>
                    </a:lnTo>
                    <a:lnTo>
                      <a:pt x="33" y="117"/>
                    </a:lnTo>
                    <a:lnTo>
                      <a:pt x="33" y="117"/>
                    </a:lnTo>
                    <a:lnTo>
                      <a:pt x="33" y="117"/>
                    </a:lnTo>
                    <a:lnTo>
                      <a:pt x="31" y="117"/>
                    </a:lnTo>
                    <a:lnTo>
                      <a:pt x="31" y="119"/>
                    </a:lnTo>
                    <a:lnTo>
                      <a:pt x="31" y="119"/>
                    </a:lnTo>
                    <a:lnTo>
                      <a:pt x="31" y="119"/>
                    </a:lnTo>
                    <a:lnTo>
                      <a:pt x="31" y="119"/>
                    </a:lnTo>
                    <a:lnTo>
                      <a:pt x="29" y="119"/>
                    </a:lnTo>
                    <a:lnTo>
                      <a:pt x="29" y="119"/>
                    </a:lnTo>
                    <a:lnTo>
                      <a:pt x="29" y="121"/>
                    </a:lnTo>
                    <a:lnTo>
                      <a:pt x="29" y="121"/>
                    </a:lnTo>
                    <a:lnTo>
                      <a:pt x="26" y="121"/>
                    </a:lnTo>
                    <a:lnTo>
                      <a:pt x="26" y="121"/>
                    </a:lnTo>
                    <a:lnTo>
                      <a:pt x="26" y="121"/>
                    </a:lnTo>
                    <a:lnTo>
                      <a:pt x="26" y="124"/>
                    </a:lnTo>
                    <a:lnTo>
                      <a:pt x="26" y="124"/>
                    </a:lnTo>
                    <a:lnTo>
                      <a:pt x="26" y="124"/>
                    </a:lnTo>
                    <a:lnTo>
                      <a:pt x="24" y="124"/>
                    </a:lnTo>
                    <a:lnTo>
                      <a:pt x="24" y="126"/>
                    </a:lnTo>
                    <a:lnTo>
                      <a:pt x="24" y="126"/>
                    </a:lnTo>
                    <a:lnTo>
                      <a:pt x="24" y="126"/>
                    </a:lnTo>
                    <a:lnTo>
                      <a:pt x="21" y="126"/>
                    </a:lnTo>
                    <a:lnTo>
                      <a:pt x="21" y="128"/>
                    </a:lnTo>
                    <a:lnTo>
                      <a:pt x="21" y="128"/>
                    </a:lnTo>
                    <a:lnTo>
                      <a:pt x="21" y="126"/>
                    </a:lnTo>
                    <a:lnTo>
                      <a:pt x="21" y="126"/>
                    </a:lnTo>
                    <a:lnTo>
                      <a:pt x="21" y="126"/>
                    </a:lnTo>
                    <a:lnTo>
                      <a:pt x="19" y="126"/>
                    </a:lnTo>
                    <a:lnTo>
                      <a:pt x="19" y="126"/>
                    </a:lnTo>
                    <a:lnTo>
                      <a:pt x="19" y="124"/>
                    </a:lnTo>
                    <a:lnTo>
                      <a:pt x="19" y="124"/>
                    </a:lnTo>
                    <a:lnTo>
                      <a:pt x="19" y="121"/>
                    </a:lnTo>
                    <a:lnTo>
                      <a:pt x="19" y="121"/>
                    </a:lnTo>
                    <a:lnTo>
                      <a:pt x="19" y="119"/>
                    </a:lnTo>
                    <a:lnTo>
                      <a:pt x="19" y="119"/>
                    </a:lnTo>
                    <a:lnTo>
                      <a:pt x="19" y="119"/>
                    </a:lnTo>
                    <a:lnTo>
                      <a:pt x="19" y="119"/>
                    </a:lnTo>
                    <a:lnTo>
                      <a:pt x="19" y="117"/>
                    </a:lnTo>
                    <a:lnTo>
                      <a:pt x="19" y="117"/>
                    </a:lnTo>
                    <a:lnTo>
                      <a:pt x="21" y="117"/>
                    </a:lnTo>
                    <a:lnTo>
                      <a:pt x="21" y="114"/>
                    </a:lnTo>
                    <a:lnTo>
                      <a:pt x="21" y="114"/>
                    </a:lnTo>
                    <a:lnTo>
                      <a:pt x="21" y="114"/>
                    </a:lnTo>
                    <a:lnTo>
                      <a:pt x="21" y="112"/>
                    </a:lnTo>
                    <a:lnTo>
                      <a:pt x="21" y="112"/>
                    </a:lnTo>
                    <a:lnTo>
                      <a:pt x="21" y="112"/>
                    </a:lnTo>
                    <a:lnTo>
                      <a:pt x="21" y="109"/>
                    </a:lnTo>
                    <a:lnTo>
                      <a:pt x="21" y="109"/>
                    </a:lnTo>
                    <a:lnTo>
                      <a:pt x="21" y="109"/>
                    </a:lnTo>
                    <a:lnTo>
                      <a:pt x="21" y="107"/>
                    </a:lnTo>
                    <a:lnTo>
                      <a:pt x="21" y="107"/>
                    </a:lnTo>
                    <a:lnTo>
                      <a:pt x="21" y="105"/>
                    </a:lnTo>
                    <a:lnTo>
                      <a:pt x="21" y="105"/>
                    </a:lnTo>
                    <a:lnTo>
                      <a:pt x="21" y="105"/>
                    </a:lnTo>
                    <a:lnTo>
                      <a:pt x="21" y="105"/>
                    </a:lnTo>
                    <a:lnTo>
                      <a:pt x="21" y="102"/>
                    </a:lnTo>
                    <a:lnTo>
                      <a:pt x="19" y="102"/>
                    </a:lnTo>
                    <a:lnTo>
                      <a:pt x="19" y="102"/>
                    </a:lnTo>
                    <a:lnTo>
                      <a:pt x="21" y="102"/>
                    </a:lnTo>
                    <a:lnTo>
                      <a:pt x="21" y="100"/>
                    </a:lnTo>
                    <a:lnTo>
                      <a:pt x="21" y="100"/>
                    </a:lnTo>
                    <a:lnTo>
                      <a:pt x="21" y="100"/>
                    </a:lnTo>
                    <a:lnTo>
                      <a:pt x="21" y="100"/>
                    </a:lnTo>
                    <a:lnTo>
                      <a:pt x="21" y="100"/>
                    </a:lnTo>
                    <a:lnTo>
                      <a:pt x="24" y="100"/>
                    </a:lnTo>
                    <a:lnTo>
                      <a:pt x="24" y="98"/>
                    </a:lnTo>
                    <a:lnTo>
                      <a:pt x="24" y="98"/>
                    </a:lnTo>
                    <a:lnTo>
                      <a:pt x="24" y="98"/>
                    </a:lnTo>
                    <a:lnTo>
                      <a:pt x="24" y="95"/>
                    </a:lnTo>
                    <a:lnTo>
                      <a:pt x="24" y="95"/>
                    </a:lnTo>
                    <a:lnTo>
                      <a:pt x="24" y="93"/>
                    </a:lnTo>
                    <a:lnTo>
                      <a:pt x="24" y="93"/>
                    </a:lnTo>
                    <a:lnTo>
                      <a:pt x="24" y="90"/>
                    </a:lnTo>
                    <a:lnTo>
                      <a:pt x="24" y="90"/>
                    </a:lnTo>
                    <a:lnTo>
                      <a:pt x="26" y="90"/>
                    </a:lnTo>
                    <a:lnTo>
                      <a:pt x="26" y="90"/>
                    </a:lnTo>
                    <a:lnTo>
                      <a:pt x="26" y="88"/>
                    </a:lnTo>
                    <a:lnTo>
                      <a:pt x="26" y="88"/>
                    </a:lnTo>
                    <a:lnTo>
                      <a:pt x="26" y="88"/>
                    </a:lnTo>
                    <a:lnTo>
                      <a:pt x="26" y="86"/>
                    </a:lnTo>
                    <a:lnTo>
                      <a:pt x="26" y="86"/>
                    </a:lnTo>
                    <a:lnTo>
                      <a:pt x="26" y="86"/>
                    </a:lnTo>
                    <a:lnTo>
                      <a:pt x="24" y="86"/>
                    </a:lnTo>
                    <a:lnTo>
                      <a:pt x="24" y="83"/>
                    </a:lnTo>
                    <a:lnTo>
                      <a:pt x="24" y="83"/>
                    </a:lnTo>
                    <a:lnTo>
                      <a:pt x="24" y="81"/>
                    </a:lnTo>
                    <a:lnTo>
                      <a:pt x="24" y="81"/>
                    </a:lnTo>
                    <a:lnTo>
                      <a:pt x="24" y="81"/>
                    </a:lnTo>
                    <a:lnTo>
                      <a:pt x="24" y="81"/>
                    </a:lnTo>
                    <a:lnTo>
                      <a:pt x="24" y="79"/>
                    </a:lnTo>
                    <a:lnTo>
                      <a:pt x="24" y="79"/>
                    </a:lnTo>
                    <a:lnTo>
                      <a:pt x="24" y="76"/>
                    </a:lnTo>
                    <a:lnTo>
                      <a:pt x="24" y="76"/>
                    </a:lnTo>
                    <a:lnTo>
                      <a:pt x="24" y="76"/>
                    </a:lnTo>
                    <a:lnTo>
                      <a:pt x="26" y="76"/>
                    </a:lnTo>
                    <a:lnTo>
                      <a:pt x="26" y="74"/>
                    </a:lnTo>
                    <a:lnTo>
                      <a:pt x="26" y="74"/>
                    </a:lnTo>
                    <a:lnTo>
                      <a:pt x="24" y="74"/>
                    </a:lnTo>
                    <a:lnTo>
                      <a:pt x="24" y="74"/>
                    </a:lnTo>
                    <a:lnTo>
                      <a:pt x="21" y="74"/>
                    </a:lnTo>
                    <a:lnTo>
                      <a:pt x="21" y="74"/>
                    </a:lnTo>
                    <a:lnTo>
                      <a:pt x="21" y="74"/>
                    </a:lnTo>
                    <a:lnTo>
                      <a:pt x="21" y="71"/>
                    </a:lnTo>
                    <a:lnTo>
                      <a:pt x="19" y="71"/>
                    </a:lnTo>
                    <a:lnTo>
                      <a:pt x="19" y="71"/>
                    </a:lnTo>
                    <a:lnTo>
                      <a:pt x="19" y="71"/>
                    </a:lnTo>
                    <a:lnTo>
                      <a:pt x="17" y="71"/>
                    </a:lnTo>
                    <a:lnTo>
                      <a:pt x="17" y="71"/>
                    </a:lnTo>
                    <a:lnTo>
                      <a:pt x="17" y="74"/>
                    </a:lnTo>
                    <a:lnTo>
                      <a:pt x="14" y="74"/>
                    </a:lnTo>
                    <a:lnTo>
                      <a:pt x="14" y="74"/>
                    </a:lnTo>
                    <a:lnTo>
                      <a:pt x="14" y="74"/>
                    </a:lnTo>
                    <a:lnTo>
                      <a:pt x="14" y="76"/>
                    </a:lnTo>
                    <a:lnTo>
                      <a:pt x="14" y="76"/>
                    </a:lnTo>
                    <a:lnTo>
                      <a:pt x="14" y="74"/>
                    </a:lnTo>
                    <a:lnTo>
                      <a:pt x="12" y="74"/>
                    </a:lnTo>
                    <a:lnTo>
                      <a:pt x="12" y="74"/>
                    </a:lnTo>
                    <a:lnTo>
                      <a:pt x="12" y="74"/>
                    </a:lnTo>
                    <a:lnTo>
                      <a:pt x="10" y="74"/>
                    </a:lnTo>
                    <a:lnTo>
                      <a:pt x="10" y="76"/>
                    </a:lnTo>
                    <a:lnTo>
                      <a:pt x="10" y="76"/>
                    </a:lnTo>
                    <a:lnTo>
                      <a:pt x="10" y="74"/>
                    </a:lnTo>
                    <a:lnTo>
                      <a:pt x="7" y="74"/>
                    </a:lnTo>
                    <a:lnTo>
                      <a:pt x="7" y="74"/>
                    </a:lnTo>
                    <a:lnTo>
                      <a:pt x="7" y="71"/>
                    </a:lnTo>
                    <a:lnTo>
                      <a:pt x="7" y="71"/>
                    </a:lnTo>
                    <a:lnTo>
                      <a:pt x="7" y="71"/>
                    </a:lnTo>
                    <a:lnTo>
                      <a:pt x="7" y="71"/>
                    </a:lnTo>
                    <a:lnTo>
                      <a:pt x="7" y="71"/>
                    </a:lnTo>
                    <a:lnTo>
                      <a:pt x="7" y="69"/>
                    </a:lnTo>
                    <a:lnTo>
                      <a:pt x="7" y="69"/>
                    </a:lnTo>
                    <a:lnTo>
                      <a:pt x="7" y="69"/>
                    </a:lnTo>
                    <a:lnTo>
                      <a:pt x="7" y="67"/>
                    </a:lnTo>
                    <a:lnTo>
                      <a:pt x="7" y="67"/>
                    </a:lnTo>
                    <a:lnTo>
                      <a:pt x="7" y="67"/>
                    </a:lnTo>
                    <a:lnTo>
                      <a:pt x="7" y="64"/>
                    </a:lnTo>
                    <a:lnTo>
                      <a:pt x="10" y="64"/>
                    </a:lnTo>
                    <a:lnTo>
                      <a:pt x="10" y="64"/>
                    </a:lnTo>
                    <a:lnTo>
                      <a:pt x="10" y="62"/>
                    </a:lnTo>
                    <a:lnTo>
                      <a:pt x="10" y="62"/>
                    </a:lnTo>
                    <a:lnTo>
                      <a:pt x="10" y="60"/>
                    </a:lnTo>
                    <a:lnTo>
                      <a:pt x="10" y="60"/>
                    </a:lnTo>
                    <a:lnTo>
                      <a:pt x="10" y="60"/>
                    </a:lnTo>
                    <a:lnTo>
                      <a:pt x="10" y="60"/>
                    </a:lnTo>
                    <a:lnTo>
                      <a:pt x="10" y="60"/>
                    </a:lnTo>
                    <a:lnTo>
                      <a:pt x="7" y="60"/>
                    </a:lnTo>
                    <a:lnTo>
                      <a:pt x="7" y="60"/>
                    </a:lnTo>
                    <a:lnTo>
                      <a:pt x="7" y="57"/>
                    </a:lnTo>
                    <a:lnTo>
                      <a:pt x="7" y="57"/>
                    </a:lnTo>
                    <a:lnTo>
                      <a:pt x="7" y="57"/>
                    </a:lnTo>
                    <a:lnTo>
                      <a:pt x="7" y="55"/>
                    </a:lnTo>
                    <a:lnTo>
                      <a:pt x="5" y="55"/>
                    </a:lnTo>
                    <a:lnTo>
                      <a:pt x="5" y="55"/>
                    </a:lnTo>
                    <a:lnTo>
                      <a:pt x="5" y="53"/>
                    </a:lnTo>
                    <a:lnTo>
                      <a:pt x="5" y="53"/>
                    </a:lnTo>
                    <a:lnTo>
                      <a:pt x="5" y="53"/>
                    </a:lnTo>
                    <a:lnTo>
                      <a:pt x="2" y="53"/>
                    </a:lnTo>
                    <a:lnTo>
                      <a:pt x="2" y="55"/>
                    </a:lnTo>
                    <a:lnTo>
                      <a:pt x="2" y="55"/>
                    </a:lnTo>
                    <a:lnTo>
                      <a:pt x="2" y="55"/>
                    </a:lnTo>
                    <a:lnTo>
                      <a:pt x="0" y="55"/>
                    </a:lnTo>
                    <a:lnTo>
                      <a:pt x="0" y="57"/>
                    </a:lnTo>
                    <a:lnTo>
                      <a:pt x="0" y="57"/>
                    </a:lnTo>
                    <a:lnTo>
                      <a:pt x="0" y="57"/>
                    </a:lnTo>
                    <a:lnTo>
                      <a:pt x="0" y="55"/>
                    </a:lnTo>
                    <a:lnTo>
                      <a:pt x="0" y="55"/>
                    </a:lnTo>
                    <a:lnTo>
                      <a:pt x="0" y="53"/>
                    </a:lnTo>
                    <a:lnTo>
                      <a:pt x="0" y="53"/>
                    </a:lnTo>
                    <a:lnTo>
                      <a:pt x="0" y="53"/>
                    </a:lnTo>
                    <a:lnTo>
                      <a:pt x="0" y="50"/>
                    </a:lnTo>
                    <a:lnTo>
                      <a:pt x="0" y="50"/>
                    </a:lnTo>
                    <a:lnTo>
                      <a:pt x="0" y="50"/>
                    </a:lnTo>
                    <a:lnTo>
                      <a:pt x="0" y="50"/>
                    </a:lnTo>
                    <a:lnTo>
                      <a:pt x="0" y="48"/>
                    </a:lnTo>
                    <a:lnTo>
                      <a:pt x="0" y="48"/>
                    </a:lnTo>
                    <a:lnTo>
                      <a:pt x="2" y="48"/>
                    </a:lnTo>
                    <a:lnTo>
                      <a:pt x="2" y="45"/>
                    </a:lnTo>
                    <a:lnTo>
                      <a:pt x="2" y="45"/>
                    </a:lnTo>
                    <a:lnTo>
                      <a:pt x="2" y="45"/>
                    </a:lnTo>
                    <a:lnTo>
                      <a:pt x="2" y="43"/>
                    </a:lnTo>
                    <a:lnTo>
                      <a:pt x="5" y="43"/>
                    </a:lnTo>
                    <a:lnTo>
                      <a:pt x="5" y="43"/>
                    </a:lnTo>
                    <a:lnTo>
                      <a:pt x="5" y="43"/>
                    </a:lnTo>
                    <a:lnTo>
                      <a:pt x="5" y="43"/>
                    </a:lnTo>
                    <a:lnTo>
                      <a:pt x="5" y="41"/>
                    </a:lnTo>
                    <a:lnTo>
                      <a:pt x="7" y="41"/>
                    </a:lnTo>
                    <a:lnTo>
                      <a:pt x="7" y="41"/>
                    </a:lnTo>
                    <a:lnTo>
                      <a:pt x="7" y="41"/>
                    </a:lnTo>
                    <a:lnTo>
                      <a:pt x="7" y="43"/>
                    </a:lnTo>
                    <a:lnTo>
                      <a:pt x="10" y="43"/>
                    </a:lnTo>
                    <a:lnTo>
                      <a:pt x="10" y="41"/>
                    </a:lnTo>
                    <a:lnTo>
                      <a:pt x="10" y="41"/>
                    </a:lnTo>
                    <a:lnTo>
                      <a:pt x="12" y="41"/>
                    </a:lnTo>
                    <a:lnTo>
                      <a:pt x="12" y="41"/>
                    </a:lnTo>
                    <a:lnTo>
                      <a:pt x="10" y="41"/>
                    </a:lnTo>
                    <a:lnTo>
                      <a:pt x="10" y="41"/>
                    </a:lnTo>
                    <a:lnTo>
                      <a:pt x="7" y="41"/>
                    </a:lnTo>
                    <a:lnTo>
                      <a:pt x="7" y="41"/>
                    </a:lnTo>
                    <a:lnTo>
                      <a:pt x="10" y="41"/>
                    </a:lnTo>
                    <a:lnTo>
                      <a:pt x="10" y="38"/>
                    </a:lnTo>
                    <a:lnTo>
                      <a:pt x="10" y="38"/>
                    </a:lnTo>
                    <a:lnTo>
                      <a:pt x="10" y="36"/>
                    </a:lnTo>
                    <a:lnTo>
                      <a:pt x="10" y="36"/>
                    </a:lnTo>
                    <a:lnTo>
                      <a:pt x="12" y="36"/>
                    </a:lnTo>
                    <a:lnTo>
                      <a:pt x="12" y="36"/>
                    </a:lnTo>
                    <a:lnTo>
                      <a:pt x="12" y="36"/>
                    </a:lnTo>
                    <a:lnTo>
                      <a:pt x="12" y="34"/>
                    </a:lnTo>
                    <a:lnTo>
                      <a:pt x="12" y="34"/>
                    </a:lnTo>
                    <a:lnTo>
                      <a:pt x="12" y="34"/>
                    </a:lnTo>
                    <a:lnTo>
                      <a:pt x="12" y="31"/>
                    </a:lnTo>
                    <a:lnTo>
                      <a:pt x="12" y="31"/>
                    </a:lnTo>
                    <a:lnTo>
                      <a:pt x="12" y="31"/>
                    </a:lnTo>
                    <a:lnTo>
                      <a:pt x="14" y="31"/>
                    </a:lnTo>
                    <a:lnTo>
                      <a:pt x="14" y="31"/>
                    </a:lnTo>
                    <a:lnTo>
                      <a:pt x="14" y="31"/>
                    </a:lnTo>
                    <a:lnTo>
                      <a:pt x="17" y="31"/>
                    </a:lnTo>
                    <a:lnTo>
                      <a:pt x="17" y="29"/>
                    </a:lnTo>
                    <a:lnTo>
                      <a:pt x="17" y="29"/>
                    </a:lnTo>
                    <a:lnTo>
                      <a:pt x="17" y="29"/>
                    </a:lnTo>
                    <a:lnTo>
                      <a:pt x="19" y="29"/>
                    </a:lnTo>
                    <a:lnTo>
                      <a:pt x="19" y="29"/>
                    </a:lnTo>
                    <a:lnTo>
                      <a:pt x="19" y="26"/>
                    </a:lnTo>
                    <a:lnTo>
                      <a:pt x="19" y="26"/>
                    </a:lnTo>
                    <a:lnTo>
                      <a:pt x="19" y="26"/>
                    </a:lnTo>
                    <a:lnTo>
                      <a:pt x="21" y="26"/>
                    </a:lnTo>
                    <a:lnTo>
                      <a:pt x="21" y="26"/>
                    </a:lnTo>
                    <a:lnTo>
                      <a:pt x="21" y="24"/>
                    </a:lnTo>
                    <a:lnTo>
                      <a:pt x="21" y="24"/>
                    </a:lnTo>
                    <a:lnTo>
                      <a:pt x="21" y="24"/>
                    </a:lnTo>
                    <a:lnTo>
                      <a:pt x="24" y="24"/>
                    </a:lnTo>
                    <a:lnTo>
                      <a:pt x="24" y="24"/>
                    </a:lnTo>
                    <a:lnTo>
                      <a:pt x="24" y="26"/>
                    </a:lnTo>
                    <a:lnTo>
                      <a:pt x="24" y="26"/>
                    </a:lnTo>
                    <a:lnTo>
                      <a:pt x="24" y="26"/>
                    </a:lnTo>
                    <a:lnTo>
                      <a:pt x="24" y="29"/>
                    </a:lnTo>
                    <a:lnTo>
                      <a:pt x="24" y="29"/>
                    </a:lnTo>
                    <a:lnTo>
                      <a:pt x="24" y="31"/>
                    </a:lnTo>
                    <a:lnTo>
                      <a:pt x="24" y="31"/>
                    </a:lnTo>
                    <a:lnTo>
                      <a:pt x="24" y="31"/>
                    </a:lnTo>
                    <a:lnTo>
                      <a:pt x="26" y="31"/>
                    </a:lnTo>
                    <a:lnTo>
                      <a:pt x="26" y="34"/>
                    </a:lnTo>
                    <a:lnTo>
                      <a:pt x="26" y="34"/>
                    </a:lnTo>
                    <a:lnTo>
                      <a:pt x="26" y="31"/>
                    </a:lnTo>
                    <a:lnTo>
                      <a:pt x="26" y="31"/>
                    </a:lnTo>
                    <a:lnTo>
                      <a:pt x="29" y="31"/>
                    </a:lnTo>
                    <a:lnTo>
                      <a:pt x="29" y="31"/>
                    </a:lnTo>
                    <a:lnTo>
                      <a:pt x="29" y="31"/>
                    </a:lnTo>
                    <a:lnTo>
                      <a:pt x="29" y="31"/>
                    </a:lnTo>
                    <a:lnTo>
                      <a:pt x="31" y="31"/>
                    </a:lnTo>
                    <a:lnTo>
                      <a:pt x="31" y="31"/>
                    </a:lnTo>
                    <a:lnTo>
                      <a:pt x="31" y="31"/>
                    </a:lnTo>
                    <a:lnTo>
                      <a:pt x="33" y="31"/>
                    </a:lnTo>
                    <a:lnTo>
                      <a:pt x="33" y="31"/>
                    </a:lnTo>
                    <a:lnTo>
                      <a:pt x="33" y="34"/>
                    </a:lnTo>
                    <a:lnTo>
                      <a:pt x="33" y="34"/>
                    </a:lnTo>
                    <a:lnTo>
                      <a:pt x="33" y="34"/>
                    </a:lnTo>
                    <a:lnTo>
                      <a:pt x="36" y="34"/>
                    </a:lnTo>
                    <a:lnTo>
                      <a:pt x="36" y="34"/>
                    </a:lnTo>
                    <a:lnTo>
                      <a:pt x="36" y="34"/>
                    </a:lnTo>
                    <a:lnTo>
                      <a:pt x="36" y="31"/>
                    </a:lnTo>
                    <a:lnTo>
                      <a:pt x="38" y="31"/>
                    </a:lnTo>
                    <a:lnTo>
                      <a:pt x="38" y="31"/>
                    </a:lnTo>
                    <a:lnTo>
                      <a:pt x="38" y="31"/>
                    </a:lnTo>
                    <a:lnTo>
                      <a:pt x="36" y="31"/>
                    </a:lnTo>
                    <a:lnTo>
                      <a:pt x="36" y="31"/>
                    </a:lnTo>
                    <a:lnTo>
                      <a:pt x="36" y="29"/>
                    </a:lnTo>
                    <a:lnTo>
                      <a:pt x="36" y="29"/>
                    </a:lnTo>
                    <a:lnTo>
                      <a:pt x="36" y="26"/>
                    </a:lnTo>
                    <a:lnTo>
                      <a:pt x="36" y="26"/>
                    </a:lnTo>
                    <a:lnTo>
                      <a:pt x="36" y="24"/>
                    </a:lnTo>
                    <a:lnTo>
                      <a:pt x="36" y="24"/>
                    </a:lnTo>
                    <a:lnTo>
                      <a:pt x="36" y="24"/>
                    </a:lnTo>
                    <a:lnTo>
                      <a:pt x="36" y="24"/>
                    </a:lnTo>
                    <a:lnTo>
                      <a:pt x="36" y="22"/>
                    </a:lnTo>
                    <a:lnTo>
                      <a:pt x="36" y="22"/>
                    </a:lnTo>
                    <a:lnTo>
                      <a:pt x="38" y="22"/>
                    </a:lnTo>
                    <a:lnTo>
                      <a:pt x="38" y="22"/>
                    </a:lnTo>
                    <a:lnTo>
                      <a:pt x="36" y="22"/>
                    </a:lnTo>
                    <a:lnTo>
                      <a:pt x="36" y="22"/>
                    </a:lnTo>
                    <a:lnTo>
                      <a:pt x="36" y="22"/>
                    </a:lnTo>
                    <a:lnTo>
                      <a:pt x="36" y="19"/>
                    </a:lnTo>
                    <a:lnTo>
                      <a:pt x="36" y="19"/>
                    </a:lnTo>
                    <a:lnTo>
                      <a:pt x="36" y="17"/>
                    </a:lnTo>
                    <a:lnTo>
                      <a:pt x="36" y="17"/>
                    </a:lnTo>
                    <a:lnTo>
                      <a:pt x="36" y="17"/>
                    </a:lnTo>
                    <a:lnTo>
                      <a:pt x="36" y="17"/>
                    </a:lnTo>
                    <a:lnTo>
                      <a:pt x="36" y="15"/>
                    </a:lnTo>
                    <a:lnTo>
                      <a:pt x="33" y="15"/>
                    </a:lnTo>
                    <a:lnTo>
                      <a:pt x="33" y="15"/>
                    </a:lnTo>
                    <a:lnTo>
                      <a:pt x="33" y="12"/>
                    </a:lnTo>
                    <a:lnTo>
                      <a:pt x="33" y="12"/>
                    </a:lnTo>
                    <a:lnTo>
                      <a:pt x="33" y="12"/>
                    </a:lnTo>
                    <a:lnTo>
                      <a:pt x="33" y="12"/>
                    </a:lnTo>
                    <a:lnTo>
                      <a:pt x="33" y="10"/>
                    </a:lnTo>
                    <a:lnTo>
                      <a:pt x="33" y="10"/>
                    </a:lnTo>
                    <a:lnTo>
                      <a:pt x="31" y="10"/>
                    </a:lnTo>
                    <a:lnTo>
                      <a:pt x="31" y="10"/>
                    </a:lnTo>
                    <a:lnTo>
                      <a:pt x="31" y="8"/>
                    </a:lnTo>
                    <a:lnTo>
                      <a:pt x="31" y="8"/>
                    </a:lnTo>
                    <a:lnTo>
                      <a:pt x="31" y="8"/>
                    </a:lnTo>
                    <a:lnTo>
                      <a:pt x="31" y="5"/>
                    </a:lnTo>
                    <a:lnTo>
                      <a:pt x="31" y="5"/>
                    </a:lnTo>
                    <a:lnTo>
                      <a:pt x="31" y="5"/>
                    </a:lnTo>
                    <a:lnTo>
                      <a:pt x="33" y="5"/>
                    </a:lnTo>
                    <a:lnTo>
                      <a:pt x="33" y="3"/>
                    </a:lnTo>
                    <a:lnTo>
                      <a:pt x="33" y="3"/>
                    </a:lnTo>
                    <a:lnTo>
                      <a:pt x="33" y="3"/>
                    </a:lnTo>
                    <a:lnTo>
                      <a:pt x="33" y="0"/>
                    </a:lnTo>
                    <a:lnTo>
                      <a:pt x="33" y="0"/>
                    </a:lnTo>
                    <a:lnTo>
                      <a:pt x="33" y="0"/>
                    </a:lnTo>
                    <a:lnTo>
                      <a:pt x="33" y="0"/>
                    </a:lnTo>
                    <a:lnTo>
                      <a:pt x="36" y="0"/>
                    </a:lnTo>
                    <a:lnTo>
                      <a:pt x="36" y="0"/>
                    </a:lnTo>
                    <a:lnTo>
                      <a:pt x="36" y="0"/>
                    </a:lnTo>
                    <a:lnTo>
                      <a:pt x="38" y="0"/>
                    </a:lnTo>
                    <a:lnTo>
                      <a:pt x="38" y="0"/>
                    </a:lnTo>
                    <a:lnTo>
                      <a:pt x="38" y="0"/>
                    </a:lnTo>
                    <a:lnTo>
                      <a:pt x="38" y="3"/>
                    </a:lnTo>
                    <a:lnTo>
                      <a:pt x="38" y="3"/>
                    </a:lnTo>
                    <a:lnTo>
                      <a:pt x="38" y="0"/>
                    </a:lnTo>
                    <a:lnTo>
                      <a:pt x="40" y="0"/>
                    </a:lnTo>
                    <a:lnTo>
                      <a:pt x="40" y="0"/>
                    </a:lnTo>
                    <a:lnTo>
                      <a:pt x="40" y="0"/>
                    </a:lnTo>
                    <a:lnTo>
                      <a:pt x="40" y="0"/>
                    </a:lnTo>
                    <a:lnTo>
                      <a:pt x="43" y="0"/>
                    </a:lnTo>
                    <a:lnTo>
                      <a:pt x="43" y="0"/>
                    </a:lnTo>
                    <a:lnTo>
                      <a:pt x="43" y="0"/>
                    </a:lnTo>
                    <a:lnTo>
                      <a:pt x="4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123"/>
              <p:cNvSpPr>
                <a:spLocks/>
              </p:cNvSpPr>
              <p:nvPr/>
            </p:nvSpPr>
            <p:spPr bwMode="auto">
              <a:xfrm>
                <a:off x="1830" y="1990"/>
                <a:ext cx="40" cy="40"/>
              </a:xfrm>
              <a:custGeom>
                <a:avLst/>
                <a:gdLst/>
                <a:ahLst/>
                <a:cxnLst>
                  <a:cxn ang="0">
                    <a:pos x="28" y="2"/>
                  </a:cxn>
                  <a:cxn ang="0">
                    <a:pos x="31" y="2"/>
                  </a:cxn>
                  <a:cxn ang="0">
                    <a:pos x="33" y="2"/>
                  </a:cxn>
                  <a:cxn ang="0">
                    <a:pos x="35" y="2"/>
                  </a:cxn>
                  <a:cxn ang="0">
                    <a:pos x="38" y="5"/>
                  </a:cxn>
                  <a:cxn ang="0">
                    <a:pos x="38" y="7"/>
                  </a:cxn>
                  <a:cxn ang="0">
                    <a:pos x="38" y="10"/>
                  </a:cxn>
                  <a:cxn ang="0">
                    <a:pos x="38" y="14"/>
                  </a:cxn>
                  <a:cxn ang="0">
                    <a:pos x="35" y="14"/>
                  </a:cxn>
                  <a:cxn ang="0">
                    <a:pos x="33" y="14"/>
                  </a:cxn>
                  <a:cxn ang="0">
                    <a:pos x="31" y="14"/>
                  </a:cxn>
                  <a:cxn ang="0">
                    <a:pos x="28" y="17"/>
                  </a:cxn>
                  <a:cxn ang="0">
                    <a:pos x="28" y="19"/>
                  </a:cxn>
                  <a:cxn ang="0">
                    <a:pos x="31" y="17"/>
                  </a:cxn>
                  <a:cxn ang="0">
                    <a:pos x="33" y="19"/>
                  </a:cxn>
                  <a:cxn ang="0">
                    <a:pos x="33" y="24"/>
                  </a:cxn>
                  <a:cxn ang="0">
                    <a:pos x="33" y="26"/>
                  </a:cxn>
                  <a:cxn ang="0">
                    <a:pos x="35" y="29"/>
                  </a:cxn>
                  <a:cxn ang="0">
                    <a:pos x="38" y="31"/>
                  </a:cxn>
                  <a:cxn ang="0">
                    <a:pos x="38" y="33"/>
                  </a:cxn>
                  <a:cxn ang="0">
                    <a:pos x="40" y="36"/>
                  </a:cxn>
                  <a:cxn ang="0">
                    <a:pos x="40" y="38"/>
                  </a:cxn>
                  <a:cxn ang="0">
                    <a:pos x="38" y="40"/>
                  </a:cxn>
                  <a:cxn ang="0">
                    <a:pos x="35" y="40"/>
                  </a:cxn>
                  <a:cxn ang="0">
                    <a:pos x="31" y="40"/>
                  </a:cxn>
                  <a:cxn ang="0">
                    <a:pos x="28" y="40"/>
                  </a:cxn>
                  <a:cxn ang="0">
                    <a:pos x="23" y="40"/>
                  </a:cxn>
                  <a:cxn ang="0">
                    <a:pos x="23" y="38"/>
                  </a:cxn>
                  <a:cxn ang="0">
                    <a:pos x="21" y="36"/>
                  </a:cxn>
                  <a:cxn ang="0">
                    <a:pos x="21" y="31"/>
                  </a:cxn>
                  <a:cxn ang="0">
                    <a:pos x="19" y="29"/>
                  </a:cxn>
                  <a:cxn ang="0">
                    <a:pos x="16" y="29"/>
                  </a:cxn>
                  <a:cxn ang="0">
                    <a:pos x="14" y="26"/>
                  </a:cxn>
                  <a:cxn ang="0">
                    <a:pos x="9" y="26"/>
                  </a:cxn>
                  <a:cxn ang="0">
                    <a:pos x="7" y="26"/>
                  </a:cxn>
                  <a:cxn ang="0">
                    <a:pos x="5" y="26"/>
                  </a:cxn>
                  <a:cxn ang="0">
                    <a:pos x="2" y="26"/>
                  </a:cxn>
                  <a:cxn ang="0">
                    <a:pos x="0" y="24"/>
                  </a:cxn>
                  <a:cxn ang="0">
                    <a:pos x="2" y="21"/>
                  </a:cxn>
                  <a:cxn ang="0">
                    <a:pos x="5" y="19"/>
                  </a:cxn>
                  <a:cxn ang="0">
                    <a:pos x="5" y="17"/>
                  </a:cxn>
                  <a:cxn ang="0">
                    <a:pos x="7" y="17"/>
                  </a:cxn>
                  <a:cxn ang="0">
                    <a:pos x="7" y="12"/>
                  </a:cxn>
                  <a:cxn ang="0">
                    <a:pos x="9" y="10"/>
                  </a:cxn>
                  <a:cxn ang="0">
                    <a:pos x="12" y="7"/>
                  </a:cxn>
                  <a:cxn ang="0">
                    <a:pos x="12" y="5"/>
                  </a:cxn>
                  <a:cxn ang="0">
                    <a:pos x="14" y="2"/>
                  </a:cxn>
                  <a:cxn ang="0">
                    <a:pos x="16" y="0"/>
                  </a:cxn>
                  <a:cxn ang="0">
                    <a:pos x="19" y="0"/>
                  </a:cxn>
                  <a:cxn ang="0">
                    <a:pos x="23" y="0"/>
                  </a:cxn>
                </a:cxnLst>
                <a:rect l="0" t="0" r="r" b="b"/>
                <a:pathLst>
                  <a:path w="40" h="40">
                    <a:moveTo>
                      <a:pt x="26" y="0"/>
                    </a:moveTo>
                    <a:lnTo>
                      <a:pt x="26" y="2"/>
                    </a:lnTo>
                    <a:lnTo>
                      <a:pt x="26" y="2"/>
                    </a:lnTo>
                    <a:lnTo>
                      <a:pt x="28" y="2"/>
                    </a:lnTo>
                    <a:lnTo>
                      <a:pt x="28" y="2"/>
                    </a:lnTo>
                    <a:lnTo>
                      <a:pt x="28" y="2"/>
                    </a:lnTo>
                    <a:lnTo>
                      <a:pt x="31" y="2"/>
                    </a:lnTo>
                    <a:lnTo>
                      <a:pt x="31" y="2"/>
                    </a:lnTo>
                    <a:lnTo>
                      <a:pt x="31" y="2"/>
                    </a:lnTo>
                    <a:lnTo>
                      <a:pt x="33" y="2"/>
                    </a:lnTo>
                    <a:lnTo>
                      <a:pt x="33" y="2"/>
                    </a:lnTo>
                    <a:lnTo>
                      <a:pt x="33" y="2"/>
                    </a:lnTo>
                    <a:lnTo>
                      <a:pt x="33" y="2"/>
                    </a:lnTo>
                    <a:lnTo>
                      <a:pt x="33" y="2"/>
                    </a:lnTo>
                    <a:lnTo>
                      <a:pt x="35" y="2"/>
                    </a:lnTo>
                    <a:lnTo>
                      <a:pt x="35" y="2"/>
                    </a:lnTo>
                    <a:lnTo>
                      <a:pt x="35" y="5"/>
                    </a:lnTo>
                    <a:lnTo>
                      <a:pt x="38" y="5"/>
                    </a:lnTo>
                    <a:lnTo>
                      <a:pt x="38" y="5"/>
                    </a:lnTo>
                    <a:lnTo>
                      <a:pt x="38" y="5"/>
                    </a:lnTo>
                    <a:lnTo>
                      <a:pt x="38" y="7"/>
                    </a:lnTo>
                    <a:lnTo>
                      <a:pt x="38" y="7"/>
                    </a:lnTo>
                    <a:lnTo>
                      <a:pt x="38" y="7"/>
                    </a:lnTo>
                    <a:lnTo>
                      <a:pt x="38" y="7"/>
                    </a:lnTo>
                    <a:lnTo>
                      <a:pt x="40" y="7"/>
                    </a:lnTo>
                    <a:lnTo>
                      <a:pt x="40" y="10"/>
                    </a:lnTo>
                    <a:lnTo>
                      <a:pt x="40" y="10"/>
                    </a:lnTo>
                    <a:lnTo>
                      <a:pt x="38" y="10"/>
                    </a:lnTo>
                    <a:lnTo>
                      <a:pt x="38" y="12"/>
                    </a:lnTo>
                    <a:lnTo>
                      <a:pt x="38" y="12"/>
                    </a:lnTo>
                    <a:lnTo>
                      <a:pt x="38" y="12"/>
                    </a:lnTo>
                    <a:lnTo>
                      <a:pt x="38" y="14"/>
                    </a:lnTo>
                    <a:lnTo>
                      <a:pt x="38" y="14"/>
                    </a:lnTo>
                    <a:lnTo>
                      <a:pt x="35" y="14"/>
                    </a:lnTo>
                    <a:lnTo>
                      <a:pt x="35" y="14"/>
                    </a:lnTo>
                    <a:lnTo>
                      <a:pt x="35" y="14"/>
                    </a:lnTo>
                    <a:lnTo>
                      <a:pt x="35" y="17"/>
                    </a:lnTo>
                    <a:lnTo>
                      <a:pt x="33" y="17"/>
                    </a:lnTo>
                    <a:lnTo>
                      <a:pt x="33" y="17"/>
                    </a:lnTo>
                    <a:lnTo>
                      <a:pt x="33" y="14"/>
                    </a:lnTo>
                    <a:lnTo>
                      <a:pt x="33" y="14"/>
                    </a:lnTo>
                    <a:lnTo>
                      <a:pt x="31" y="14"/>
                    </a:lnTo>
                    <a:lnTo>
                      <a:pt x="31" y="14"/>
                    </a:lnTo>
                    <a:lnTo>
                      <a:pt x="31" y="14"/>
                    </a:lnTo>
                    <a:lnTo>
                      <a:pt x="31" y="17"/>
                    </a:lnTo>
                    <a:lnTo>
                      <a:pt x="28" y="17"/>
                    </a:lnTo>
                    <a:lnTo>
                      <a:pt x="28" y="17"/>
                    </a:lnTo>
                    <a:lnTo>
                      <a:pt x="28" y="17"/>
                    </a:lnTo>
                    <a:lnTo>
                      <a:pt x="26" y="17"/>
                    </a:lnTo>
                    <a:lnTo>
                      <a:pt x="26" y="17"/>
                    </a:lnTo>
                    <a:lnTo>
                      <a:pt x="28" y="17"/>
                    </a:lnTo>
                    <a:lnTo>
                      <a:pt x="28" y="19"/>
                    </a:lnTo>
                    <a:lnTo>
                      <a:pt x="28" y="19"/>
                    </a:lnTo>
                    <a:lnTo>
                      <a:pt x="31" y="19"/>
                    </a:lnTo>
                    <a:lnTo>
                      <a:pt x="31" y="17"/>
                    </a:lnTo>
                    <a:lnTo>
                      <a:pt x="31" y="17"/>
                    </a:lnTo>
                    <a:lnTo>
                      <a:pt x="31" y="17"/>
                    </a:lnTo>
                    <a:lnTo>
                      <a:pt x="31" y="19"/>
                    </a:lnTo>
                    <a:lnTo>
                      <a:pt x="33" y="19"/>
                    </a:lnTo>
                    <a:lnTo>
                      <a:pt x="33" y="19"/>
                    </a:lnTo>
                    <a:lnTo>
                      <a:pt x="33" y="19"/>
                    </a:lnTo>
                    <a:lnTo>
                      <a:pt x="33" y="21"/>
                    </a:lnTo>
                    <a:lnTo>
                      <a:pt x="33" y="21"/>
                    </a:lnTo>
                    <a:lnTo>
                      <a:pt x="33" y="24"/>
                    </a:lnTo>
                    <a:lnTo>
                      <a:pt x="33" y="24"/>
                    </a:lnTo>
                    <a:lnTo>
                      <a:pt x="33" y="24"/>
                    </a:lnTo>
                    <a:lnTo>
                      <a:pt x="33" y="26"/>
                    </a:lnTo>
                    <a:lnTo>
                      <a:pt x="33" y="26"/>
                    </a:lnTo>
                    <a:lnTo>
                      <a:pt x="33" y="26"/>
                    </a:lnTo>
                    <a:lnTo>
                      <a:pt x="35" y="26"/>
                    </a:lnTo>
                    <a:lnTo>
                      <a:pt x="35" y="29"/>
                    </a:lnTo>
                    <a:lnTo>
                      <a:pt x="35" y="29"/>
                    </a:lnTo>
                    <a:lnTo>
                      <a:pt x="35" y="29"/>
                    </a:lnTo>
                    <a:lnTo>
                      <a:pt x="35" y="31"/>
                    </a:lnTo>
                    <a:lnTo>
                      <a:pt x="38" y="31"/>
                    </a:lnTo>
                    <a:lnTo>
                      <a:pt x="38" y="31"/>
                    </a:lnTo>
                    <a:lnTo>
                      <a:pt x="38" y="31"/>
                    </a:lnTo>
                    <a:lnTo>
                      <a:pt x="38" y="33"/>
                    </a:lnTo>
                    <a:lnTo>
                      <a:pt x="38" y="33"/>
                    </a:lnTo>
                    <a:lnTo>
                      <a:pt x="38" y="33"/>
                    </a:lnTo>
                    <a:lnTo>
                      <a:pt x="38" y="33"/>
                    </a:lnTo>
                    <a:lnTo>
                      <a:pt x="38" y="33"/>
                    </a:lnTo>
                    <a:lnTo>
                      <a:pt x="38" y="36"/>
                    </a:lnTo>
                    <a:lnTo>
                      <a:pt x="40" y="36"/>
                    </a:lnTo>
                    <a:lnTo>
                      <a:pt x="40" y="36"/>
                    </a:lnTo>
                    <a:lnTo>
                      <a:pt x="40" y="38"/>
                    </a:lnTo>
                    <a:lnTo>
                      <a:pt x="40" y="38"/>
                    </a:lnTo>
                    <a:lnTo>
                      <a:pt x="40" y="38"/>
                    </a:lnTo>
                    <a:lnTo>
                      <a:pt x="40" y="38"/>
                    </a:lnTo>
                    <a:lnTo>
                      <a:pt x="40" y="40"/>
                    </a:lnTo>
                    <a:lnTo>
                      <a:pt x="40" y="40"/>
                    </a:lnTo>
                    <a:lnTo>
                      <a:pt x="38" y="40"/>
                    </a:lnTo>
                    <a:lnTo>
                      <a:pt x="38" y="40"/>
                    </a:lnTo>
                    <a:lnTo>
                      <a:pt x="38" y="40"/>
                    </a:lnTo>
                    <a:lnTo>
                      <a:pt x="35" y="40"/>
                    </a:lnTo>
                    <a:lnTo>
                      <a:pt x="35" y="40"/>
                    </a:lnTo>
                    <a:lnTo>
                      <a:pt x="33" y="40"/>
                    </a:lnTo>
                    <a:lnTo>
                      <a:pt x="33" y="40"/>
                    </a:lnTo>
                    <a:lnTo>
                      <a:pt x="33" y="40"/>
                    </a:lnTo>
                    <a:lnTo>
                      <a:pt x="31" y="40"/>
                    </a:lnTo>
                    <a:lnTo>
                      <a:pt x="31" y="40"/>
                    </a:lnTo>
                    <a:lnTo>
                      <a:pt x="31" y="40"/>
                    </a:lnTo>
                    <a:lnTo>
                      <a:pt x="28" y="40"/>
                    </a:lnTo>
                    <a:lnTo>
                      <a:pt x="28" y="40"/>
                    </a:lnTo>
                    <a:lnTo>
                      <a:pt x="26" y="40"/>
                    </a:lnTo>
                    <a:lnTo>
                      <a:pt x="26" y="40"/>
                    </a:lnTo>
                    <a:lnTo>
                      <a:pt x="26" y="40"/>
                    </a:lnTo>
                    <a:lnTo>
                      <a:pt x="23" y="40"/>
                    </a:lnTo>
                    <a:lnTo>
                      <a:pt x="23" y="38"/>
                    </a:lnTo>
                    <a:lnTo>
                      <a:pt x="23" y="38"/>
                    </a:lnTo>
                    <a:lnTo>
                      <a:pt x="23" y="38"/>
                    </a:lnTo>
                    <a:lnTo>
                      <a:pt x="23" y="38"/>
                    </a:lnTo>
                    <a:lnTo>
                      <a:pt x="23" y="38"/>
                    </a:lnTo>
                    <a:lnTo>
                      <a:pt x="21" y="38"/>
                    </a:lnTo>
                    <a:lnTo>
                      <a:pt x="21" y="36"/>
                    </a:lnTo>
                    <a:lnTo>
                      <a:pt x="21" y="36"/>
                    </a:lnTo>
                    <a:lnTo>
                      <a:pt x="21" y="33"/>
                    </a:lnTo>
                    <a:lnTo>
                      <a:pt x="21" y="33"/>
                    </a:lnTo>
                    <a:lnTo>
                      <a:pt x="21" y="31"/>
                    </a:lnTo>
                    <a:lnTo>
                      <a:pt x="21" y="31"/>
                    </a:lnTo>
                    <a:lnTo>
                      <a:pt x="21" y="31"/>
                    </a:lnTo>
                    <a:lnTo>
                      <a:pt x="19" y="31"/>
                    </a:lnTo>
                    <a:lnTo>
                      <a:pt x="19" y="29"/>
                    </a:lnTo>
                    <a:lnTo>
                      <a:pt x="19" y="29"/>
                    </a:lnTo>
                    <a:lnTo>
                      <a:pt x="19" y="29"/>
                    </a:lnTo>
                    <a:lnTo>
                      <a:pt x="19" y="29"/>
                    </a:lnTo>
                    <a:lnTo>
                      <a:pt x="16" y="29"/>
                    </a:lnTo>
                    <a:lnTo>
                      <a:pt x="16" y="29"/>
                    </a:lnTo>
                    <a:lnTo>
                      <a:pt x="16" y="29"/>
                    </a:lnTo>
                    <a:lnTo>
                      <a:pt x="16" y="26"/>
                    </a:lnTo>
                    <a:lnTo>
                      <a:pt x="14" y="26"/>
                    </a:lnTo>
                    <a:lnTo>
                      <a:pt x="14" y="26"/>
                    </a:lnTo>
                    <a:lnTo>
                      <a:pt x="12" y="26"/>
                    </a:lnTo>
                    <a:lnTo>
                      <a:pt x="12" y="26"/>
                    </a:lnTo>
                    <a:lnTo>
                      <a:pt x="12" y="26"/>
                    </a:lnTo>
                    <a:lnTo>
                      <a:pt x="9" y="26"/>
                    </a:lnTo>
                    <a:lnTo>
                      <a:pt x="9" y="26"/>
                    </a:lnTo>
                    <a:lnTo>
                      <a:pt x="7" y="26"/>
                    </a:lnTo>
                    <a:lnTo>
                      <a:pt x="7" y="26"/>
                    </a:lnTo>
                    <a:lnTo>
                      <a:pt x="7" y="26"/>
                    </a:lnTo>
                    <a:lnTo>
                      <a:pt x="7" y="26"/>
                    </a:lnTo>
                    <a:lnTo>
                      <a:pt x="7" y="26"/>
                    </a:lnTo>
                    <a:lnTo>
                      <a:pt x="5" y="26"/>
                    </a:lnTo>
                    <a:lnTo>
                      <a:pt x="5" y="26"/>
                    </a:lnTo>
                    <a:lnTo>
                      <a:pt x="5" y="26"/>
                    </a:lnTo>
                    <a:lnTo>
                      <a:pt x="5" y="26"/>
                    </a:lnTo>
                    <a:lnTo>
                      <a:pt x="2" y="26"/>
                    </a:lnTo>
                    <a:lnTo>
                      <a:pt x="2" y="26"/>
                    </a:lnTo>
                    <a:lnTo>
                      <a:pt x="0" y="26"/>
                    </a:lnTo>
                    <a:lnTo>
                      <a:pt x="0" y="26"/>
                    </a:lnTo>
                    <a:lnTo>
                      <a:pt x="0" y="26"/>
                    </a:lnTo>
                    <a:lnTo>
                      <a:pt x="0" y="24"/>
                    </a:lnTo>
                    <a:lnTo>
                      <a:pt x="0" y="24"/>
                    </a:lnTo>
                    <a:lnTo>
                      <a:pt x="2" y="24"/>
                    </a:lnTo>
                    <a:lnTo>
                      <a:pt x="2" y="24"/>
                    </a:lnTo>
                    <a:lnTo>
                      <a:pt x="2" y="21"/>
                    </a:lnTo>
                    <a:lnTo>
                      <a:pt x="2" y="21"/>
                    </a:lnTo>
                    <a:lnTo>
                      <a:pt x="2" y="21"/>
                    </a:lnTo>
                    <a:lnTo>
                      <a:pt x="5" y="21"/>
                    </a:lnTo>
                    <a:lnTo>
                      <a:pt x="5" y="19"/>
                    </a:lnTo>
                    <a:lnTo>
                      <a:pt x="5" y="19"/>
                    </a:lnTo>
                    <a:lnTo>
                      <a:pt x="5" y="19"/>
                    </a:lnTo>
                    <a:lnTo>
                      <a:pt x="5" y="19"/>
                    </a:lnTo>
                    <a:lnTo>
                      <a:pt x="5" y="17"/>
                    </a:lnTo>
                    <a:lnTo>
                      <a:pt x="7" y="17"/>
                    </a:lnTo>
                    <a:lnTo>
                      <a:pt x="7" y="17"/>
                    </a:lnTo>
                    <a:lnTo>
                      <a:pt x="7" y="17"/>
                    </a:lnTo>
                    <a:lnTo>
                      <a:pt x="7" y="17"/>
                    </a:lnTo>
                    <a:lnTo>
                      <a:pt x="7" y="14"/>
                    </a:lnTo>
                    <a:lnTo>
                      <a:pt x="7" y="14"/>
                    </a:lnTo>
                    <a:lnTo>
                      <a:pt x="7" y="14"/>
                    </a:lnTo>
                    <a:lnTo>
                      <a:pt x="7" y="12"/>
                    </a:lnTo>
                    <a:lnTo>
                      <a:pt x="9" y="12"/>
                    </a:lnTo>
                    <a:lnTo>
                      <a:pt x="9" y="12"/>
                    </a:lnTo>
                    <a:lnTo>
                      <a:pt x="9" y="10"/>
                    </a:lnTo>
                    <a:lnTo>
                      <a:pt x="9" y="10"/>
                    </a:lnTo>
                    <a:lnTo>
                      <a:pt x="9" y="10"/>
                    </a:lnTo>
                    <a:lnTo>
                      <a:pt x="9" y="7"/>
                    </a:lnTo>
                    <a:lnTo>
                      <a:pt x="12" y="7"/>
                    </a:lnTo>
                    <a:lnTo>
                      <a:pt x="12" y="7"/>
                    </a:lnTo>
                    <a:lnTo>
                      <a:pt x="12" y="7"/>
                    </a:lnTo>
                    <a:lnTo>
                      <a:pt x="12" y="5"/>
                    </a:lnTo>
                    <a:lnTo>
                      <a:pt x="12" y="5"/>
                    </a:lnTo>
                    <a:lnTo>
                      <a:pt x="12" y="5"/>
                    </a:lnTo>
                    <a:lnTo>
                      <a:pt x="12" y="2"/>
                    </a:lnTo>
                    <a:lnTo>
                      <a:pt x="12" y="2"/>
                    </a:lnTo>
                    <a:lnTo>
                      <a:pt x="12" y="2"/>
                    </a:lnTo>
                    <a:lnTo>
                      <a:pt x="14" y="2"/>
                    </a:lnTo>
                    <a:lnTo>
                      <a:pt x="14" y="2"/>
                    </a:lnTo>
                    <a:lnTo>
                      <a:pt x="16" y="2"/>
                    </a:lnTo>
                    <a:lnTo>
                      <a:pt x="16" y="2"/>
                    </a:lnTo>
                    <a:lnTo>
                      <a:pt x="16" y="0"/>
                    </a:lnTo>
                    <a:lnTo>
                      <a:pt x="16" y="0"/>
                    </a:lnTo>
                    <a:lnTo>
                      <a:pt x="19" y="0"/>
                    </a:lnTo>
                    <a:lnTo>
                      <a:pt x="19" y="0"/>
                    </a:lnTo>
                    <a:lnTo>
                      <a:pt x="19" y="0"/>
                    </a:lnTo>
                    <a:lnTo>
                      <a:pt x="21" y="0"/>
                    </a:lnTo>
                    <a:lnTo>
                      <a:pt x="21" y="0"/>
                    </a:lnTo>
                    <a:lnTo>
                      <a:pt x="23" y="0"/>
                    </a:lnTo>
                    <a:lnTo>
                      <a:pt x="23" y="0"/>
                    </a:lnTo>
                    <a:lnTo>
                      <a:pt x="23" y="0"/>
                    </a:lnTo>
                    <a:lnTo>
                      <a:pt x="26" y="0"/>
                    </a:lnTo>
                    <a:lnTo>
                      <a:pt x="26"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124"/>
              <p:cNvSpPr>
                <a:spLocks/>
              </p:cNvSpPr>
              <p:nvPr/>
            </p:nvSpPr>
            <p:spPr bwMode="auto">
              <a:xfrm>
                <a:off x="1830" y="1990"/>
                <a:ext cx="40" cy="40"/>
              </a:xfrm>
              <a:custGeom>
                <a:avLst/>
                <a:gdLst/>
                <a:ahLst/>
                <a:cxnLst>
                  <a:cxn ang="0">
                    <a:pos x="28" y="2"/>
                  </a:cxn>
                  <a:cxn ang="0">
                    <a:pos x="31" y="2"/>
                  </a:cxn>
                  <a:cxn ang="0">
                    <a:pos x="33" y="2"/>
                  </a:cxn>
                  <a:cxn ang="0">
                    <a:pos x="35" y="2"/>
                  </a:cxn>
                  <a:cxn ang="0">
                    <a:pos x="38" y="5"/>
                  </a:cxn>
                  <a:cxn ang="0">
                    <a:pos x="38" y="7"/>
                  </a:cxn>
                  <a:cxn ang="0">
                    <a:pos x="38" y="10"/>
                  </a:cxn>
                  <a:cxn ang="0">
                    <a:pos x="38" y="14"/>
                  </a:cxn>
                  <a:cxn ang="0">
                    <a:pos x="35" y="14"/>
                  </a:cxn>
                  <a:cxn ang="0">
                    <a:pos x="33" y="14"/>
                  </a:cxn>
                  <a:cxn ang="0">
                    <a:pos x="31" y="14"/>
                  </a:cxn>
                  <a:cxn ang="0">
                    <a:pos x="28" y="17"/>
                  </a:cxn>
                  <a:cxn ang="0">
                    <a:pos x="28" y="19"/>
                  </a:cxn>
                  <a:cxn ang="0">
                    <a:pos x="31" y="17"/>
                  </a:cxn>
                  <a:cxn ang="0">
                    <a:pos x="33" y="19"/>
                  </a:cxn>
                  <a:cxn ang="0">
                    <a:pos x="33" y="24"/>
                  </a:cxn>
                  <a:cxn ang="0">
                    <a:pos x="33" y="26"/>
                  </a:cxn>
                  <a:cxn ang="0">
                    <a:pos x="35" y="29"/>
                  </a:cxn>
                  <a:cxn ang="0">
                    <a:pos x="38" y="31"/>
                  </a:cxn>
                  <a:cxn ang="0">
                    <a:pos x="38" y="33"/>
                  </a:cxn>
                  <a:cxn ang="0">
                    <a:pos x="40" y="36"/>
                  </a:cxn>
                  <a:cxn ang="0">
                    <a:pos x="40" y="38"/>
                  </a:cxn>
                  <a:cxn ang="0">
                    <a:pos x="38" y="40"/>
                  </a:cxn>
                  <a:cxn ang="0">
                    <a:pos x="35" y="40"/>
                  </a:cxn>
                  <a:cxn ang="0">
                    <a:pos x="31" y="40"/>
                  </a:cxn>
                  <a:cxn ang="0">
                    <a:pos x="28" y="40"/>
                  </a:cxn>
                  <a:cxn ang="0">
                    <a:pos x="23" y="40"/>
                  </a:cxn>
                  <a:cxn ang="0">
                    <a:pos x="23" y="38"/>
                  </a:cxn>
                  <a:cxn ang="0">
                    <a:pos x="21" y="36"/>
                  </a:cxn>
                  <a:cxn ang="0">
                    <a:pos x="21" y="31"/>
                  </a:cxn>
                  <a:cxn ang="0">
                    <a:pos x="19" y="29"/>
                  </a:cxn>
                  <a:cxn ang="0">
                    <a:pos x="16" y="29"/>
                  </a:cxn>
                  <a:cxn ang="0">
                    <a:pos x="14" y="26"/>
                  </a:cxn>
                  <a:cxn ang="0">
                    <a:pos x="9" y="26"/>
                  </a:cxn>
                  <a:cxn ang="0">
                    <a:pos x="7" y="26"/>
                  </a:cxn>
                  <a:cxn ang="0">
                    <a:pos x="5" y="26"/>
                  </a:cxn>
                  <a:cxn ang="0">
                    <a:pos x="2" y="26"/>
                  </a:cxn>
                  <a:cxn ang="0">
                    <a:pos x="0" y="24"/>
                  </a:cxn>
                  <a:cxn ang="0">
                    <a:pos x="2" y="21"/>
                  </a:cxn>
                  <a:cxn ang="0">
                    <a:pos x="5" y="19"/>
                  </a:cxn>
                  <a:cxn ang="0">
                    <a:pos x="5" y="17"/>
                  </a:cxn>
                  <a:cxn ang="0">
                    <a:pos x="7" y="17"/>
                  </a:cxn>
                  <a:cxn ang="0">
                    <a:pos x="7" y="12"/>
                  </a:cxn>
                  <a:cxn ang="0">
                    <a:pos x="9" y="10"/>
                  </a:cxn>
                  <a:cxn ang="0">
                    <a:pos x="12" y="7"/>
                  </a:cxn>
                  <a:cxn ang="0">
                    <a:pos x="12" y="5"/>
                  </a:cxn>
                  <a:cxn ang="0">
                    <a:pos x="14" y="2"/>
                  </a:cxn>
                  <a:cxn ang="0">
                    <a:pos x="16" y="0"/>
                  </a:cxn>
                  <a:cxn ang="0">
                    <a:pos x="19" y="0"/>
                  </a:cxn>
                  <a:cxn ang="0">
                    <a:pos x="23" y="0"/>
                  </a:cxn>
                </a:cxnLst>
                <a:rect l="0" t="0" r="r" b="b"/>
                <a:pathLst>
                  <a:path w="40" h="40">
                    <a:moveTo>
                      <a:pt x="26" y="0"/>
                    </a:moveTo>
                    <a:lnTo>
                      <a:pt x="26" y="2"/>
                    </a:lnTo>
                    <a:lnTo>
                      <a:pt x="26" y="2"/>
                    </a:lnTo>
                    <a:lnTo>
                      <a:pt x="28" y="2"/>
                    </a:lnTo>
                    <a:lnTo>
                      <a:pt x="28" y="2"/>
                    </a:lnTo>
                    <a:lnTo>
                      <a:pt x="28" y="2"/>
                    </a:lnTo>
                    <a:lnTo>
                      <a:pt x="31" y="2"/>
                    </a:lnTo>
                    <a:lnTo>
                      <a:pt x="31" y="2"/>
                    </a:lnTo>
                    <a:lnTo>
                      <a:pt x="31" y="2"/>
                    </a:lnTo>
                    <a:lnTo>
                      <a:pt x="33" y="2"/>
                    </a:lnTo>
                    <a:lnTo>
                      <a:pt x="33" y="2"/>
                    </a:lnTo>
                    <a:lnTo>
                      <a:pt x="33" y="2"/>
                    </a:lnTo>
                    <a:lnTo>
                      <a:pt x="33" y="2"/>
                    </a:lnTo>
                    <a:lnTo>
                      <a:pt x="33" y="2"/>
                    </a:lnTo>
                    <a:lnTo>
                      <a:pt x="35" y="2"/>
                    </a:lnTo>
                    <a:lnTo>
                      <a:pt x="35" y="2"/>
                    </a:lnTo>
                    <a:lnTo>
                      <a:pt x="35" y="5"/>
                    </a:lnTo>
                    <a:lnTo>
                      <a:pt x="38" y="5"/>
                    </a:lnTo>
                    <a:lnTo>
                      <a:pt x="38" y="5"/>
                    </a:lnTo>
                    <a:lnTo>
                      <a:pt x="38" y="5"/>
                    </a:lnTo>
                    <a:lnTo>
                      <a:pt x="38" y="7"/>
                    </a:lnTo>
                    <a:lnTo>
                      <a:pt x="38" y="7"/>
                    </a:lnTo>
                    <a:lnTo>
                      <a:pt x="38" y="7"/>
                    </a:lnTo>
                    <a:lnTo>
                      <a:pt x="38" y="7"/>
                    </a:lnTo>
                    <a:lnTo>
                      <a:pt x="40" y="7"/>
                    </a:lnTo>
                    <a:lnTo>
                      <a:pt x="40" y="10"/>
                    </a:lnTo>
                    <a:lnTo>
                      <a:pt x="40" y="10"/>
                    </a:lnTo>
                    <a:lnTo>
                      <a:pt x="38" y="10"/>
                    </a:lnTo>
                    <a:lnTo>
                      <a:pt x="38" y="12"/>
                    </a:lnTo>
                    <a:lnTo>
                      <a:pt x="38" y="12"/>
                    </a:lnTo>
                    <a:lnTo>
                      <a:pt x="38" y="12"/>
                    </a:lnTo>
                    <a:lnTo>
                      <a:pt x="38" y="14"/>
                    </a:lnTo>
                    <a:lnTo>
                      <a:pt x="38" y="14"/>
                    </a:lnTo>
                    <a:lnTo>
                      <a:pt x="35" y="14"/>
                    </a:lnTo>
                    <a:lnTo>
                      <a:pt x="35" y="14"/>
                    </a:lnTo>
                    <a:lnTo>
                      <a:pt x="35" y="14"/>
                    </a:lnTo>
                    <a:lnTo>
                      <a:pt x="35" y="17"/>
                    </a:lnTo>
                    <a:lnTo>
                      <a:pt x="33" y="17"/>
                    </a:lnTo>
                    <a:lnTo>
                      <a:pt x="33" y="17"/>
                    </a:lnTo>
                    <a:lnTo>
                      <a:pt x="33" y="14"/>
                    </a:lnTo>
                    <a:lnTo>
                      <a:pt x="33" y="14"/>
                    </a:lnTo>
                    <a:lnTo>
                      <a:pt x="31" y="14"/>
                    </a:lnTo>
                    <a:lnTo>
                      <a:pt x="31" y="14"/>
                    </a:lnTo>
                    <a:lnTo>
                      <a:pt x="31" y="14"/>
                    </a:lnTo>
                    <a:lnTo>
                      <a:pt x="31" y="17"/>
                    </a:lnTo>
                    <a:lnTo>
                      <a:pt x="28" y="17"/>
                    </a:lnTo>
                    <a:lnTo>
                      <a:pt x="28" y="17"/>
                    </a:lnTo>
                    <a:lnTo>
                      <a:pt x="28" y="17"/>
                    </a:lnTo>
                    <a:lnTo>
                      <a:pt x="26" y="17"/>
                    </a:lnTo>
                    <a:lnTo>
                      <a:pt x="26" y="17"/>
                    </a:lnTo>
                    <a:lnTo>
                      <a:pt x="28" y="17"/>
                    </a:lnTo>
                    <a:lnTo>
                      <a:pt x="28" y="19"/>
                    </a:lnTo>
                    <a:lnTo>
                      <a:pt x="28" y="19"/>
                    </a:lnTo>
                    <a:lnTo>
                      <a:pt x="31" y="19"/>
                    </a:lnTo>
                    <a:lnTo>
                      <a:pt x="31" y="17"/>
                    </a:lnTo>
                    <a:lnTo>
                      <a:pt x="31" y="17"/>
                    </a:lnTo>
                    <a:lnTo>
                      <a:pt x="31" y="17"/>
                    </a:lnTo>
                    <a:lnTo>
                      <a:pt x="31" y="19"/>
                    </a:lnTo>
                    <a:lnTo>
                      <a:pt x="33" y="19"/>
                    </a:lnTo>
                    <a:lnTo>
                      <a:pt x="33" y="19"/>
                    </a:lnTo>
                    <a:lnTo>
                      <a:pt x="33" y="19"/>
                    </a:lnTo>
                    <a:lnTo>
                      <a:pt x="33" y="21"/>
                    </a:lnTo>
                    <a:lnTo>
                      <a:pt x="33" y="21"/>
                    </a:lnTo>
                    <a:lnTo>
                      <a:pt x="33" y="24"/>
                    </a:lnTo>
                    <a:lnTo>
                      <a:pt x="33" y="24"/>
                    </a:lnTo>
                    <a:lnTo>
                      <a:pt x="33" y="24"/>
                    </a:lnTo>
                    <a:lnTo>
                      <a:pt x="33" y="26"/>
                    </a:lnTo>
                    <a:lnTo>
                      <a:pt x="33" y="26"/>
                    </a:lnTo>
                    <a:lnTo>
                      <a:pt x="33" y="26"/>
                    </a:lnTo>
                    <a:lnTo>
                      <a:pt x="35" y="26"/>
                    </a:lnTo>
                    <a:lnTo>
                      <a:pt x="35" y="29"/>
                    </a:lnTo>
                    <a:lnTo>
                      <a:pt x="35" y="29"/>
                    </a:lnTo>
                    <a:lnTo>
                      <a:pt x="35" y="29"/>
                    </a:lnTo>
                    <a:lnTo>
                      <a:pt x="35" y="31"/>
                    </a:lnTo>
                    <a:lnTo>
                      <a:pt x="38" y="31"/>
                    </a:lnTo>
                    <a:lnTo>
                      <a:pt x="38" y="31"/>
                    </a:lnTo>
                    <a:lnTo>
                      <a:pt x="38" y="31"/>
                    </a:lnTo>
                    <a:lnTo>
                      <a:pt x="38" y="33"/>
                    </a:lnTo>
                    <a:lnTo>
                      <a:pt x="38" y="33"/>
                    </a:lnTo>
                    <a:lnTo>
                      <a:pt x="38" y="33"/>
                    </a:lnTo>
                    <a:lnTo>
                      <a:pt x="38" y="33"/>
                    </a:lnTo>
                    <a:lnTo>
                      <a:pt x="38" y="33"/>
                    </a:lnTo>
                    <a:lnTo>
                      <a:pt x="38" y="36"/>
                    </a:lnTo>
                    <a:lnTo>
                      <a:pt x="40" y="36"/>
                    </a:lnTo>
                    <a:lnTo>
                      <a:pt x="40" y="36"/>
                    </a:lnTo>
                    <a:lnTo>
                      <a:pt x="40" y="38"/>
                    </a:lnTo>
                    <a:lnTo>
                      <a:pt x="40" y="38"/>
                    </a:lnTo>
                    <a:lnTo>
                      <a:pt x="40" y="38"/>
                    </a:lnTo>
                    <a:lnTo>
                      <a:pt x="40" y="38"/>
                    </a:lnTo>
                    <a:lnTo>
                      <a:pt x="40" y="40"/>
                    </a:lnTo>
                    <a:lnTo>
                      <a:pt x="40" y="40"/>
                    </a:lnTo>
                    <a:lnTo>
                      <a:pt x="38" y="40"/>
                    </a:lnTo>
                    <a:lnTo>
                      <a:pt x="38" y="40"/>
                    </a:lnTo>
                    <a:lnTo>
                      <a:pt x="38" y="40"/>
                    </a:lnTo>
                    <a:lnTo>
                      <a:pt x="35" y="40"/>
                    </a:lnTo>
                    <a:lnTo>
                      <a:pt x="35" y="40"/>
                    </a:lnTo>
                    <a:lnTo>
                      <a:pt x="33" y="40"/>
                    </a:lnTo>
                    <a:lnTo>
                      <a:pt x="33" y="40"/>
                    </a:lnTo>
                    <a:lnTo>
                      <a:pt x="33" y="40"/>
                    </a:lnTo>
                    <a:lnTo>
                      <a:pt x="31" y="40"/>
                    </a:lnTo>
                    <a:lnTo>
                      <a:pt x="31" y="40"/>
                    </a:lnTo>
                    <a:lnTo>
                      <a:pt x="31" y="40"/>
                    </a:lnTo>
                    <a:lnTo>
                      <a:pt x="28" y="40"/>
                    </a:lnTo>
                    <a:lnTo>
                      <a:pt x="28" y="40"/>
                    </a:lnTo>
                    <a:lnTo>
                      <a:pt x="26" y="40"/>
                    </a:lnTo>
                    <a:lnTo>
                      <a:pt x="26" y="40"/>
                    </a:lnTo>
                    <a:lnTo>
                      <a:pt x="26" y="40"/>
                    </a:lnTo>
                    <a:lnTo>
                      <a:pt x="23" y="40"/>
                    </a:lnTo>
                    <a:lnTo>
                      <a:pt x="23" y="38"/>
                    </a:lnTo>
                    <a:lnTo>
                      <a:pt x="23" y="38"/>
                    </a:lnTo>
                    <a:lnTo>
                      <a:pt x="23" y="38"/>
                    </a:lnTo>
                    <a:lnTo>
                      <a:pt x="23" y="38"/>
                    </a:lnTo>
                    <a:lnTo>
                      <a:pt x="23" y="38"/>
                    </a:lnTo>
                    <a:lnTo>
                      <a:pt x="21" y="38"/>
                    </a:lnTo>
                    <a:lnTo>
                      <a:pt x="21" y="36"/>
                    </a:lnTo>
                    <a:lnTo>
                      <a:pt x="21" y="36"/>
                    </a:lnTo>
                    <a:lnTo>
                      <a:pt x="21" y="33"/>
                    </a:lnTo>
                    <a:lnTo>
                      <a:pt x="21" y="33"/>
                    </a:lnTo>
                    <a:lnTo>
                      <a:pt x="21" y="31"/>
                    </a:lnTo>
                    <a:lnTo>
                      <a:pt x="21" y="31"/>
                    </a:lnTo>
                    <a:lnTo>
                      <a:pt x="21" y="31"/>
                    </a:lnTo>
                    <a:lnTo>
                      <a:pt x="19" y="31"/>
                    </a:lnTo>
                    <a:lnTo>
                      <a:pt x="19" y="29"/>
                    </a:lnTo>
                    <a:lnTo>
                      <a:pt x="19" y="29"/>
                    </a:lnTo>
                    <a:lnTo>
                      <a:pt x="19" y="29"/>
                    </a:lnTo>
                    <a:lnTo>
                      <a:pt x="19" y="29"/>
                    </a:lnTo>
                    <a:lnTo>
                      <a:pt x="16" y="29"/>
                    </a:lnTo>
                    <a:lnTo>
                      <a:pt x="16" y="29"/>
                    </a:lnTo>
                    <a:lnTo>
                      <a:pt x="16" y="29"/>
                    </a:lnTo>
                    <a:lnTo>
                      <a:pt x="16" y="26"/>
                    </a:lnTo>
                    <a:lnTo>
                      <a:pt x="14" y="26"/>
                    </a:lnTo>
                    <a:lnTo>
                      <a:pt x="14" y="26"/>
                    </a:lnTo>
                    <a:lnTo>
                      <a:pt x="12" y="26"/>
                    </a:lnTo>
                    <a:lnTo>
                      <a:pt x="12" y="26"/>
                    </a:lnTo>
                    <a:lnTo>
                      <a:pt x="12" y="26"/>
                    </a:lnTo>
                    <a:lnTo>
                      <a:pt x="9" y="26"/>
                    </a:lnTo>
                    <a:lnTo>
                      <a:pt x="9" y="26"/>
                    </a:lnTo>
                    <a:lnTo>
                      <a:pt x="7" y="26"/>
                    </a:lnTo>
                    <a:lnTo>
                      <a:pt x="7" y="26"/>
                    </a:lnTo>
                    <a:lnTo>
                      <a:pt x="7" y="26"/>
                    </a:lnTo>
                    <a:lnTo>
                      <a:pt x="7" y="26"/>
                    </a:lnTo>
                    <a:lnTo>
                      <a:pt x="7" y="26"/>
                    </a:lnTo>
                    <a:lnTo>
                      <a:pt x="5" y="26"/>
                    </a:lnTo>
                    <a:lnTo>
                      <a:pt x="5" y="26"/>
                    </a:lnTo>
                    <a:lnTo>
                      <a:pt x="5" y="26"/>
                    </a:lnTo>
                    <a:lnTo>
                      <a:pt x="5" y="26"/>
                    </a:lnTo>
                    <a:lnTo>
                      <a:pt x="2" y="26"/>
                    </a:lnTo>
                    <a:lnTo>
                      <a:pt x="2" y="26"/>
                    </a:lnTo>
                    <a:lnTo>
                      <a:pt x="0" y="26"/>
                    </a:lnTo>
                    <a:lnTo>
                      <a:pt x="0" y="26"/>
                    </a:lnTo>
                    <a:lnTo>
                      <a:pt x="0" y="26"/>
                    </a:lnTo>
                    <a:lnTo>
                      <a:pt x="0" y="24"/>
                    </a:lnTo>
                    <a:lnTo>
                      <a:pt x="0" y="24"/>
                    </a:lnTo>
                    <a:lnTo>
                      <a:pt x="2" y="24"/>
                    </a:lnTo>
                    <a:lnTo>
                      <a:pt x="2" y="24"/>
                    </a:lnTo>
                    <a:lnTo>
                      <a:pt x="2" y="21"/>
                    </a:lnTo>
                    <a:lnTo>
                      <a:pt x="2" y="21"/>
                    </a:lnTo>
                    <a:lnTo>
                      <a:pt x="2" y="21"/>
                    </a:lnTo>
                    <a:lnTo>
                      <a:pt x="5" y="21"/>
                    </a:lnTo>
                    <a:lnTo>
                      <a:pt x="5" y="19"/>
                    </a:lnTo>
                    <a:lnTo>
                      <a:pt x="5" y="19"/>
                    </a:lnTo>
                    <a:lnTo>
                      <a:pt x="5" y="19"/>
                    </a:lnTo>
                    <a:lnTo>
                      <a:pt x="5" y="19"/>
                    </a:lnTo>
                    <a:lnTo>
                      <a:pt x="5" y="17"/>
                    </a:lnTo>
                    <a:lnTo>
                      <a:pt x="7" y="17"/>
                    </a:lnTo>
                    <a:lnTo>
                      <a:pt x="7" y="17"/>
                    </a:lnTo>
                    <a:lnTo>
                      <a:pt x="7" y="17"/>
                    </a:lnTo>
                    <a:lnTo>
                      <a:pt x="7" y="17"/>
                    </a:lnTo>
                    <a:lnTo>
                      <a:pt x="7" y="14"/>
                    </a:lnTo>
                    <a:lnTo>
                      <a:pt x="7" y="14"/>
                    </a:lnTo>
                    <a:lnTo>
                      <a:pt x="7" y="14"/>
                    </a:lnTo>
                    <a:lnTo>
                      <a:pt x="7" y="12"/>
                    </a:lnTo>
                    <a:lnTo>
                      <a:pt x="9" y="12"/>
                    </a:lnTo>
                    <a:lnTo>
                      <a:pt x="9" y="12"/>
                    </a:lnTo>
                    <a:lnTo>
                      <a:pt x="9" y="10"/>
                    </a:lnTo>
                    <a:lnTo>
                      <a:pt x="9" y="10"/>
                    </a:lnTo>
                    <a:lnTo>
                      <a:pt x="9" y="10"/>
                    </a:lnTo>
                    <a:lnTo>
                      <a:pt x="9" y="7"/>
                    </a:lnTo>
                    <a:lnTo>
                      <a:pt x="12" y="7"/>
                    </a:lnTo>
                    <a:lnTo>
                      <a:pt x="12" y="7"/>
                    </a:lnTo>
                    <a:lnTo>
                      <a:pt x="12" y="7"/>
                    </a:lnTo>
                    <a:lnTo>
                      <a:pt x="12" y="5"/>
                    </a:lnTo>
                    <a:lnTo>
                      <a:pt x="12" y="5"/>
                    </a:lnTo>
                    <a:lnTo>
                      <a:pt x="12" y="5"/>
                    </a:lnTo>
                    <a:lnTo>
                      <a:pt x="12" y="2"/>
                    </a:lnTo>
                    <a:lnTo>
                      <a:pt x="12" y="2"/>
                    </a:lnTo>
                    <a:lnTo>
                      <a:pt x="12" y="2"/>
                    </a:lnTo>
                    <a:lnTo>
                      <a:pt x="14" y="2"/>
                    </a:lnTo>
                    <a:lnTo>
                      <a:pt x="14" y="2"/>
                    </a:lnTo>
                    <a:lnTo>
                      <a:pt x="16" y="2"/>
                    </a:lnTo>
                    <a:lnTo>
                      <a:pt x="16" y="2"/>
                    </a:lnTo>
                    <a:lnTo>
                      <a:pt x="16" y="0"/>
                    </a:lnTo>
                    <a:lnTo>
                      <a:pt x="16" y="0"/>
                    </a:lnTo>
                    <a:lnTo>
                      <a:pt x="19" y="0"/>
                    </a:lnTo>
                    <a:lnTo>
                      <a:pt x="19" y="0"/>
                    </a:lnTo>
                    <a:lnTo>
                      <a:pt x="19" y="0"/>
                    </a:lnTo>
                    <a:lnTo>
                      <a:pt x="21" y="0"/>
                    </a:lnTo>
                    <a:lnTo>
                      <a:pt x="21" y="0"/>
                    </a:lnTo>
                    <a:lnTo>
                      <a:pt x="23" y="0"/>
                    </a:lnTo>
                    <a:lnTo>
                      <a:pt x="23" y="0"/>
                    </a:lnTo>
                    <a:lnTo>
                      <a:pt x="23" y="0"/>
                    </a:lnTo>
                    <a:lnTo>
                      <a:pt x="26" y="0"/>
                    </a:lnTo>
                    <a:lnTo>
                      <a:pt x="26"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125"/>
              <p:cNvSpPr>
                <a:spLocks/>
              </p:cNvSpPr>
              <p:nvPr/>
            </p:nvSpPr>
            <p:spPr bwMode="auto">
              <a:xfrm>
                <a:off x="3532" y="1774"/>
                <a:ext cx="82" cy="114"/>
              </a:xfrm>
              <a:custGeom>
                <a:avLst/>
                <a:gdLst/>
                <a:ahLst/>
                <a:cxnLst>
                  <a:cxn ang="0">
                    <a:pos x="49" y="98"/>
                  </a:cxn>
                  <a:cxn ang="0">
                    <a:pos x="45" y="100"/>
                  </a:cxn>
                  <a:cxn ang="0">
                    <a:pos x="42" y="107"/>
                  </a:cxn>
                  <a:cxn ang="0">
                    <a:pos x="37" y="105"/>
                  </a:cxn>
                  <a:cxn ang="0">
                    <a:pos x="35" y="105"/>
                  </a:cxn>
                  <a:cxn ang="0">
                    <a:pos x="28" y="107"/>
                  </a:cxn>
                  <a:cxn ang="0">
                    <a:pos x="21" y="109"/>
                  </a:cxn>
                  <a:cxn ang="0">
                    <a:pos x="16" y="114"/>
                  </a:cxn>
                  <a:cxn ang="0">
                    <a:pos x="14" y="109"/>
                  </a:cxn>
                  <a:cxn ang="0">
                    <a:pos x="11" y="109"/>
                  </a:cxn>
                  <a:cxn ang="0">
                    <a:pos x="4" y="112"/>
                  </a:cxn>
                  <a:cxn ang="0">
                    <a:pos x="2" y="109"/>
                  </a:cxn>
                  <a:cxn ang="0">
                    <a:pos x="4" y="105"/>
                  </a:cxn>
                  <a:cxn ang="0">
                    <a:pos x="0" y="100"/>
                  </a:cxn>
                  <a:cxn ang="0">
                    <a:pos x="4" y="93"/>
                  </a:cxn>
                  <a:cxn ang="0">
                    <a:pos x="7" y="88"/>
                  </a:cxn>
                  <a:cxn ang="0">
                    <a:pos x="9" y="88"/>
                  </a:cxn>
                  <a:cxn ang="0">
                    <a:pos x="11" y="83"/>
                  </a:cxn>
                  <a:cxn ang="0">
                    <a:pos x="14" y="76"/>
                  </a:cxn>
                  <a:cxn ang="0">
                    <a:pos x="19" y="69"/>
                  </a:cxn>
                  <a:cxn ang="0">
                    <a:pos x="16" y="64"/>
                  </a:cxn>
                  <a:cxn ang="0">
                    <a:pos x="14" y="57"/>
                  </a:cxn>
                  <a:cxn ang="0">
                    <a:pos x="11" y="55"/>
                  </a:cxn>
                  <a:cxn ang="0">
                    <a:pos x="7" y="50"/>
                  </a:cxn>
                  <a:cxn ang="0">
                    <a:pos x="7" y="45"/>
                  </a:cxn>
                  <a:cxn ang="0">
                    <a:pos x="11" y="41"/>
                  </a:cxn>
                  <a:cxn ang="0">
                    <a:pos x="16" y="36"/>
                  </a:cxn>
                  <a:cxn ang="0">
                    <a:pos x="9" y="36"/>
                  </a:cxn>
                  <a:cxn ang="0">
                    <a:pos x="2" y="41"/>
                  </a:cxn>
                  <a:cxn ang="0">
                    <a:pos x="7" y="36"/>
                  </a:cxn>
                  <a:cxn ang="0">
                    <a:pos x="9" y="36"/>
                  </a:cxn>
                  <a:cxn ang="0">
                    <a:pos x="14" y="34"/>
                  </a:cxn>
                  <a:cxn ang="0">
                    <a:pos x="19" y="31"/>
                  </a:cxn>
                  <a:cxn ang="0">
                    <a:pos x="11" y="31"/>
                  </a:cxn>
                  <a:cxn ang="0">
                    <a:pos x="7" y="26"/>
                  </a:cxn>
                  <a:cxn ang="0">
                    <a:pos x="11" y="19"/>
                  </a:cxn>
                  <a:cxn ang="0">
                    <a:pos x="19" y="22"/>
                  </a:cxn>
                  <a:cxn ang="0">
                    <a:pos x="23" y="15"/>
                  </a:cxn>
                  <a:cxn ang="0">
                    <a:pos x="28" y="8"/>
                  </a:cxn>
                  <a:cxn ang="0">
                    <a:pos x="35" y="8"/>
                  </a:cxn>
                  <a:cxn ang="0">
                    <a:pos x="42" y="8"/>
                  </a:cxn>
                  <a:cxn ang="0">
                    <a:pos x="49" y="8"/>
                  </a:cxn>
                  <a:cxn ang="0">
                    <a:pos x="54" y="0"/>
                  </a:cxn>
                  <a:cxn ang="0">
                    <a:pos x="59" y="5"/>
                  </a:cxn>
                  <a:cxn ang="0">
                    <a:pos x="61" y="15"/>
                  </a:cxn>
                  <a:cxn ang="0">
                    <a:pos x="66" y="19"/>
                  </a:cxn>
                  <a:cxn ang="0">
                    <a:pos x="71" y="26"/>
                  </a:cxn>
                  <a:cxn ang="0">
                    <a:pos x="75" y="34"/>
                  </a:cxn>
                  <a:cxn ang="0">
                    <a:pos x="78" y="41"/>
                  </a:cxn>
                  <a:cxn ang="0">
                    <a:pos x="80" y="50"/>
                  </a:cxn>
                  <a:cxn ang="0">
                    <a:pos x="78" y="60"/>
                  </a:cxn>
                  <a:cxn ang="0">
                    <a:pos x="80" y="64"/>
                  </a:cxn>
                  <a:cxn ang="0">
                    <a:pos x="80" y="74"/>
                  </a:cxn>
                  <a:cxn ang="0">
                    <a:pos x="75" y="81"/>
                  </a:cxn>
                  <a:cxn ang="0">
                    <a:pos x="73" y="88"/>
                  </a:cxn>
                  <a:cxn ang="0">
                    <a:pos x="68" y="90"/>
                  </a:cxn>
                  <a:cxn ang="0">
                    <a:pos x="64" y="93"/>
                  </a:cxn>
                  <a:cxn ang="0">
                    <a:pos x="61" y="100"/>
                  </a:cxn>
                  <a:cxn ang="0">
                    <a:pos x="56" y="100"/>
                  </a:cxn>
                </a:cxnLst>
                <a:rect l="0" t="0" r="r" b="b"/>
                <a:pathLst>
                  <a:path w="82" h="114">
                    <a:moveTo>
                      <a:pt x="52" y="102"/>
                    </a:moveTo>
                    <a:lnTo>
                      <a:pt x="52" y="102"/>
                    </a:lnTo>
                    <a:lnTo>
                      <a:pt x="52" y="100"/>
                    </a:lnTo>
                    <a:lnTo>
                      <a:pt x="49" y="100"/>
                    </a:lnTo>
                    <a:lnTo>
                      <a:pt x="49" y="100"/>
                    </a:lnTo>
                    <a:lnTo>
                      <a:pt x="52" y="100"/>
                    </a:lnTo>
                    <a:lnTo>
                      <a:pt x="52" y="100"/>
                    </a:lnTo>
                    <a:lnTo>
                      <a:pt x="52" y="98"/>
                    </a:lnTo>
                    <a:lnTo>
                      <a:pt x="52" y="98"/>
                    </a:lnTo>
                    <a:lnTo>
                      <a:pt x="52" y="98"/>
                    </a:lnTo>
                    <a:lnTo>
                      <a:pt x="49" y="98"/>
                    </a:lnTo>
                    <a:lnTo>
                      <a:pt x="49" y="98"/>
                    </a:lnTo>
                    <a:lnTo>
                      <a:pt x="49" y="98"/>
                    </a:lnTo>
                    <a:lnTo>
                      <a:pt x="49" y="98"/>
                    </a:lnTo>
                    <a:lnTo>
                      <a:pt x="49" y="100"/>
                    </a:lnTo>
                    <a:lnTo>
                      <a:pt x="49" y="100"/>
                    </a:lnTo>
                    <a:lnTo>
                      <a:pt x="47" y="100"/>
                    </a:lnTo>
                    <a:lnTo>
                      <a:pt x="47" y="100"/>
                    </a:lnTo>
                    <a:lnTo>
                      <a:pt x="47" y="100"/>
                    </a:lnTo>
                    <a:lnTo>
                      <a:pt x="47" y="100"/>
                    </a:lnTo>
                    <a:lnTo>
                      <a:pt x="45" y="100"/>
                    </a:lnTo>
                    <a:lnTo>
                      <a:pt x="45" y="100"/>
                    </a:lnTo>
                    <a:lnTo>
                      <a:pt x="42" y="100"/>
                    </a:lnTo>
                    <a:lnTo>
                      <a:pt x="42" y="100"/>
                    </a:lnTo>
                    <a:lnTo>
                      <a:pt x="42" y="102"/>
                    </a:lnTo>
                    <a:lnTo>
                      <a:pt x="42" y="102"/>
                    </a:lnTo>
                    <a:lnTo>
                      <a:pt x="42" y="105"/>
                    </a:lnTo>
                    <a:lnTo>
                      <a:pt x="42" y="105"/>
                    </a:lnTo>
                    <a:lnTo>
                      <a:pt x="42" y="105"/>
                    </a:lnTo>
                    <a:lnTo>
                      <a:pt x="42" y="107"/>
                    </a:lnTo>
                    <a:lnTo>
                      <a:pt x="42" y="107"/>
                    </a:lnTo>
                    <a:lnTo>
                      <a:pt x="42" y="107"/>
                    </a:lnTo>
                    <a:lnTo>
                      <a:pt x="42" y="107"/>
                    </a:lnTo>
                    <a:lnTo>
                      <a:pt x="42" y="107"/>
                    </a:lnTo>
                    <a:lnTo>
                      <a:pt x="42" y="105"/>
                    </a:lnTo>
                    <a:lnTo>
                      <a:pt x="40" y="105"/>
                    </a:lnTo>
                    <a:lnTo>
                      <a:pt x="40" y="105"/>
                    </a:lnTo>
                    <a:lnTo>
                      <a:pt x="40" y="105"/>
                    </a:lnTo>
                    <a:lnTo>
                      <a:pt x="40" y="105"/>
                    </a:lnTo>
                    <a:lnTo>
                      <a:pt x="40" y="105"/>
                    </a:lnTo>
                    <a:lnTo>
                      <a:pt x="37" y="105"/>
                    </a:lnTo>
                    <a:lnTo>
                      <a:pt x="37" y="102"/>
                    </a:lnTo>
                    <a:lnTo>
                      <a:pt x="37" y="102"/>
                    </a:lnTo>
                    <a:lnTo>
                      <a:pt x="37" y="105"/>
                    </a:lnTo>
                    <a:lnTo>
                      <a:pt x="35" y="105"/>
                    </a:lnTo>
                    <a:lnTo>
                      <a:pt x="35" y="105"/>
                    </a:lnTo>
                    <a:lnTo>
                      <a:pt x="37" y="105"/>
                    </a:lnTo>
                    <a:lnTo>
                      <a:pt x="37" y="105"/>
                    </a:lnTo>
                    <a:lnTo>
                      <a:pt x="37" y="107"/>
                    </a:lnTo>
                    <a:lnTo>
                      <a:pt x="37" y="107"/>
                    </a:lnTo>
                    <a:lnTo>
                      <a:pt x="35" y="107"/>
                    </a:lnTo>
                    <a:lnTo>
                      <a:pt x="35" y="107"/>
                    </a:lnTo>
                    <a:lnTo>
                      <a:pt x="35" y="107"/>
                    </a:lnTo>
                    <a:lnTo>
                      <a:pt x="35" y="107"/>
                    </a:lnTo>
                    <a:lnTo>
                      <a:pt x="35" y="105"/>
                    </a:lnTo>
                    <a:lnTo>
                      <a:pt x="33" y="105"/>
                    </a:lnTo>
                    <a:lnTo>
                      <a:pt x="33" y="107"/>
                    </a:lnTo>
                    <a:lnTo>
                      <a:pt x="33" y="107"/>
                    </a:lnTo>
                    <a:lnTo>
                      <a:pt x="33" y="107"/>
                    </a:lnTo>
                    <a:lnTo>
                      <a:pt x="33" y="107"/>
                    </a:lnTo>
                    <a:lnTo>
                      <a:pt x="33" y="109"/>
                    </a:lnTo>
                    <a:lnTo>
                      <a:pt x="30" y="109"/>
                    </a:lnTo>
                    <a:lnTo>
                      <a:pt x="30" y="107"/>
                    </a:lnTo>
                    <a:lnTo>
                      <a:pt x="30" y="107"/>
                    </a:lnTo>
                    <a:lnTo>
                      <a:pt x="30" y="107"/>
                    </a:lnTo>
                    <a:lnTo>
                      <a:pt x="28" y="107"/>
                    </a:lnTo>
                    <a:lnTo>
                      <a:pt x="28" y="107"/>
                    </a:lnTo>
                    <a:lnTo>
                      <a:pt x="28" y="107"/>
                    </a:lnTo>
                    <a:lnTo>
                      <a:pt x="28" y="109"/>
                    </a:lnTo>
                    <a:lnTo>
                      <a:pt x="28" y="109"/>
                    </a:lnTo>
                    <a:lnTo>
                      <a:pt x="28" y="109"/>
                    </a:lnTo>
                    <a:lnTo>
                      <a:pt x="26" y="109"/>
                    </a:lnTo>
                    <a:lnTo>
                      <a:pt x="26" y="109"/>
                    </a:lnTo>
                    <a:lnTo>
                      <a:pt x="26" y="109"/>
                    </a:lnTo>
                    <a:lnTo>
                      <a:pt x="23" y="109"/>
                    </a:lnTo>
                    <a:lnTo>
                      <a:pt x="23" y="109"/>
                    </a:lnTo>
                    <a:lnTo>
                      <a:pt x="21" y="109"/>
                    </a:lnTo>
                    <a:lnTo>
                      <a:pt x="21" y="109"/>
                    </a:lnTo>
                    <a:lnTo>
                      <a:pt x="21" y="112"/>
                    </a:lnTo>
                    <a:lnTo>
                      <a:pt x="21" y="112"/>
                    </a:lnTo>
                    <a:lnTo>
                      <a:pt x="21" y="114"/>
                    </a:lnTo>
                    <a:lnTo>
                      <a:pt x="21" y="114"/>
                    </a:lnTo>
                    <a:lnTo>
                      <a:pt x="19" y="114"/>
                    </a:lnTo>
                    <a:lnTo>
                      <a:pt x="19" y="114"/>
                    </a:lnTo>
                    <a:lnTo>
                      <a:pt x="19" y="114"/>
                    </a:lnTo>
                    <a:lnTo>
                      <a:pt x="19" y="114"/>
                    </a:lnTo>
                    <a:lnTo>
                      <a:pt x="19" y="114"/>
                    </a:lnTo>
                    <a:lnTo>
                      <a:pt x="16" y="114"/>
                    </a:lnTo>
                    <a:lnTo>
                      <a:pt x="16" y="114"/>
                    </a:lnTo>
                    <a:lnTo>
                      <a:pt x="14" y="114"/>
                    </a:lnTo>
                    <a:lnTo>
                      <a:pt x="14" y="114"/>
                    </a:lnTo>
                    <a:lnTo>
                      <a:pt x="14" y="114"/>
                    </a:lnTo>
                    <a:lnTo>
                      <a:pt x="14" y="114"/>
                    </a:lnTo>
                    <a:lnTo>
                      <a:pt x="14" y="112"/>
                    </a:lnTo>
                    <a:lnTo>
                      <a:pt x="14" y="112"/>
                    </a:lnTo>
                    <a:lnTo>
                      <a:pt x="16" y="112"/>
                    </a:lnTo>
                    <a:lnTo>
                      <a:pt x="16" y="112"/>
                    </a:lnTo>
                    <a:lnTo>
                      <a:pt x="14" y="112"/>
                    </a:lnTo>
                    <a:lnTo>
                      <a:pt x="14" y="109"/>
                    </a:lnTo>
                    <a:lnTo>
                      <a:pt x="14" y="109"/>
                    </a:lnTo>
                    <a:lnTo>
                      <a:pt x="14" y="109"/>
                    </a:lnTo>
                    <a:lnTo>
                      <a:pt x="14" y="107"/>
                    </a:lnTo>
                    <a:lnTo>
                      <a:pt x="14" y="107"/>
                    </a:lnTo>
                    <a:lnTo>
                      <a:pt x="14" y="107"/>
                    </a:lnTo>
                    <a:lnTo>
                      <a:pt x="14" y="105"/>
                    </a:lnTo>
                    <a:lnTo>
                      <a:pt x="11" y="105"/>
                    </a:lnTo>
                    <a:lnTo>
                      <a:pt x="11" y="107"/>
                    </a:lnTo>
                    <a:lnTo>
                      <a:pt x="11" y="107"/>
                    </a:lnTo>
                    <a:lnTo>
                      <a:pt x="11" y="107"/>
                    </a:lnTo>
                    <a:lnTo>
                      <a:pt x="11" y="109"/>
                    </a:lnTo>
                    <a:lnTo>
                      <a:pt x="9" y="109"/>
                    </a:lnTo>
                    <a:lnTo>
                      <a:pt x="9" y="109"/>
                    </a:lnTo>
                    <a:lnTo>
                      <a:pt x="9" y="109"/>
                    </a:lnTo>
                    <a:lnTo>
                      <a:pt x="7" y="109"/>
                    </a:lnTo>
                    <a:lnTo>
                      <a:pt x="7" y="109"/>
                    </a:lnTo>
                    <a:lnTo>
                      <a:pt x="7" y="109"/>
                    </a:lnTo>
                    <a:lnTo>
                      <a:pt x="7" y="112"/>
                    </a:lnTo>
                    <a:lnTo>
                      <a:pt x="7" y="112"/>
                    </a:lnTo>
                    <a:lnTo>
                      <a:pt x="7" y="112"/>
                    </a:lnTo>
                    <a:lnTo>
                      <a:pt x="4" y="112"/>
                    </a:lnTo>
                    <a:lnTo>
                      <a:pt x="4" y="112"/>
                    </a:lnTo>
                    <a:lnTo>
                      <a:pt x="2" y="112"/>
                    </a:lnTo>
                    <a:lnTo>
                      <a:pt x="2" y="112"/>
                    </a:lnTo>
                    <a:lnTo>
                      <a:pt x="2" y="112"/>
                    </a:lnTo>
                    <a:lnTo>
                      <a:pt x="2" y="114"/>
                    </a:lnTo>
                    <a:lnTo>
                      <a:pt x="0" y="114"/>
                    </a:lnTo>
                    <a:lnTo>
                      <a:pt x="0" y="112"/>
                    </a:lnTo>
                    <a:lnTo>
                      <a:pt x="0" y="112"/>
                    </a:lnTo>
                    <a:lnTo>
                      <a:pt x="2" y="112"/>
                    </a:lnTo>
                    <a:lnTo>
                      <a:pt x="2" y="109"/>
                    </a:lnTo>
                    <a:lnTo>
                      <a:pt x="2" y="109"/>
                    </a:lnTo>
                    <a:lnTo>
                      <a:pt x="2" y="109"/>
                    </a:lnTo>
                    <a:lnTo>
                      <a:pt x="2" y="109"/>
                    </a:lnTo>
                    <a:lnTo>
                      <a:pt x="2" y="109"/>
                    </a:lnTo>
                    <a:lnTo>
                      <a:pt x="2" y="107"/>
                    </a:lnTo>
                    <a:lnTo>
                      <a:pt x="2" y="107"/>
                    </a:lnTo>
                    <a:lnTo>
                      <a:pt x="2" y="107"/>
                    </a:lnTo>
                    <a:lnTo>
                      <a:pt x="4" y="107"/>
                    </a:lnTo>
                    <a:lnTo>
                      <a:pt x="4" y="107"/>
                    </a:lnTo>
                    <a:lnTo>
                      <a:pt x="4" y="107"/>
                    </a:lnTo>
                    <a:lnTo>
                      <a:pt x="4" y="107"/>
                    </a:lnTo>
                    <a:lnTo>
                      <a:pt x="4" y="105"/>
                    </a:lnTo>
                    <a:lnTo>
                      <a:pt x="4" y="105"/>
                    </a:lnTo>
                    <a:lnTo>
                      <a:pt x="4" y="105"/>
                    </a:lnTo>
                    <a:lnTo>
                      <a:pt x="4" y="105"/>
                    </a:lnTo>
                    <a:lnTo>
                      <a:pt x="2" y="105"/>
                    </a:lnTo>
                    <a:lnTo>
                      <a:pt x="2" y="102"/>
                    </a:lnTo>
                    <a:lnTo>
                      <a:pt x="2" y="102"/>
                    </a:lnTo>
                    <a:lnTo>
                      <a:pt x="2" y="102"/>
                    </a:lnTo>
                    <a:lnTo>
                      <a:pt x="0" y="102"/>
                    </a:lnTo>
                    <a:lnTo>
                      <a:pt x="0" y="102"/>
                    </a:lnTo>
                    <a:lnTo>
                      <a:pt x="0" y="102"/>
                    </a:lnTo>
                    <a:lnTo>
                      <a:pt x="0" y="102"/>
                    </a:lnTo>
                    <a:lnTo>
                      <a:pt x="0" y="100"/>
                    </a:lnTo>
                    <a:lnTo>
                      <a:pt x="2" y="100"/>
                    </a:lnTo>
                    <a:lnTo>
                      <a:pt x="2" y="100"/>
                    </a:lnTo>
                    <a:lnTo>
                      <a:pt x="2" y="98"/>
                    </a:lnTo>
                    <a:lnTo>
                      <a:pt x="2" y="98"/>
                    </a:lnTo>
                    <a:lnTo>
                      <a:pt x="2" y="98"/>
                    </a:lnTo>
                    <a:lnTo>
                      <a:pt x="2" y="98"/>
                    </a:lnTo>
                    <a:lnTo>
                      <a:pt x="2" y="95"/>
                    </a:lnTo>
                    <a:lnTo>
                      <a:pt x="2" y="95"/>
                    </a:lnTo>
                    <a:lnTo>
                      <a:pt x="2" y="95"/>
                    </a:lnTo>
                    <a:lnTo>
                      <a:pt x="4" y="95"/>
                    </a:lnTo>
                    <a:lnTo>
                      <a:pt x="4" y="93"/>
                    </a:lnTo>
                    <a:lnTo>
                      <a:pt x="4" y="93"/>
                    </a:lnTo>
                    <a:lnTo>
                      <a:pt x="7" y="93"/>
                    </a:lnTo>
                    <a:lnTo>
                      <a:pt x="7" y="93"/>
                    </a:lnTo>
                    <a:lnTo>
                      <a:pt x="7" y="90"/>
                    </a:lnTo>
                    <a:lnTo>
                      <a:pt x="4" y="90"/>
                    </a:lnTo>
                    <a:lnTo>
                      <a:pt x="4" y="90"/>
                    </a:lnTo>
                    <a:lnTo>
                      <a:pt x="4" y="90"/>
                    </a:lnTo>
                    <a:lnTo>
                      <a:pt x="4" y="88"/>
                    </a:lnTo>
                    <a:lnTo>
                      <a:pt x="4" y="88"/>
                    </a:lnTo>
                    <a:lnTo>
                      <a:pt x="7" y="88"/>
                    </a:lnTo>
                    <a:lnTo>
                      <a:pt x="7" y="88"/>
                    </a:lnTo>
                    <a:lnTo>
                      <a:pt x="7" y="88"/>
                    </a:lnTo>
                    <a:lnTo>
                      <a:pt x="7" y="86"/>
                    </a:lnTo>
                    <a:lnTo>
                      <a:pt x="7" y="86"/>
                    </a:lnTo>
                    <a:lnTo>
                      <a:pt x="7" y="86"/>
                    </a:lnTo>
                    <a:lnTo>
                      <a:pt x="7" y="83"/>
                    </a:lnTo>
                    <a:lnTo>
                      <a:pt x="7" y="83"/>
                    </a:lnTo>
                    <a:lnTo>
                      <a:pt x="7" y="86"/>
                    </a:lnTo>
                    <a:lnTo>
                      <a:pt x="7" y="86"/>
                    </a:lnTo>
                    <a:lnTo>
                      <a:pt x="7" y="86"/>
                    </a:lnTo>
                    <a:lnTo>
                      <a:pt x="7" y="88"/>
                    </a:lnTo>
                    <a:lnTo>
                      <a:pt x="9" y="88"/>
                    </a:lnTo>
                    <a:lnTo>
                      <a:pt x="9" y="88"/>
                    </a:lnTo>
                    <a:lnTo>
                      <a:pt x="9" y="88"/>
                    </a:lnTo>
                    <a:lnTo>
                      <a:pt x="9" y="88"/>
                    </a:lnTo>
                    <a:lnTo>
                      <a:pt x="9" y="88"/>
                    </a:lnTo>
                    <a:lnTo>
                      <a:pt x="9" y="86"/>
                    </a:lnTo>
                    <a:lnTo>
                      <a:pt x="9" y="86"/>
                    </a:lnTo>
                    <a:lnTo>
                      <a:pt x="11" y="86"/>
                    </a:lnTo>
                    <a:lnTo>
                      <a:pt x="11" y="86"/>
                    </a:lnTo>
                    <a:lnTo>
                      <a:pt x="11" y="83"/>
                    </a:lnTo>
                    <a:lnTo>
                      <a:pt x="11" y="83"/>
                    </a:lnTo>
                    <a:lnTo>
                      <a:pt x="11" y="83"/>
                    </a:lnTo>
                    <a:lnTo>
                      <a:pt x="11" y="81"/>
                    </a:lnTo>
                    <a:lnTo>
                      <a:pt x="14" y="81"/>
                    </a:lnTo>
                    <a:lnTo>
                      <a:pt x="14" y="81"/>
                    </a:lnTo>
                    <a:lnTo>
                      <a:pt x="14" y="79"/>
                    </a:lnTo>
                    <a:lnTo>
                      <a:pt x="14" y="79"/>
                    </a:lnTo>
                    <a:lnTo>
                      <a:pt x="14" y="79"/>
                    </a:lnTo>
                    <a:lnTo>
                      <a:pt x="14" y="76"/>
                    </a:lnTo>
                    <a:lnTo>
                      <a:pt x="14" y="76"/>
                    </a:lnTo>
                    <a:lnTo>
                      <a:pt x="14" y="76"/>
                    </a:lnTo>
                    <a:lnTo>
                      <a:pt x="14" y="76"/>
                    </a:lnTo>
                    <a:lnTo>
                      <a:pt x="14" y="76"/>
                    </a:lnTo>
                    <a:lnTo>
                      <a:pt x="14" y="76"/>
                    </a:lnTo>
                    <a:lnTo>
                      <a:pt x="14" y="74"/>
                    </a:lnTo>
                    <a:lnTo>
                      <a:pt x="16" y="74"/>
                    </a:lnTo>
                    <a:lnTo>
                      <a:pt x="16" y="74"/>
                    </a:lnTo>
                    <a:lnTo>
                      <a:pt x="16" y="74"/>
                    </a:lnTo>
                    <a:lnTo>
                      <a:pt x="16" y="72"/>
                    </a:lnTo>
                    <a:lnTo>
                      <a:pt x="16" y="72"/>
                    </a:lnTo>
                    <a:lnTo>
                      <a:pt x="19" y="72"/>
                    </a:lnTo>
                    <a:lnTo>
                      <a:pt x="19" y="72"/>
                    </a:lnTo>
                    <a:lnTo>
                      <a:pt x="19" y="69"/>
                    </a:lnTo>
                    <a:lnTo>
                      <a:pt x="19" y="69"/>
                    </a:lnTo>
                    <a:lnTo>
                      <a:pt x="16" y="69"/>
                    </a:lnTo>
                    <a:lnTo>
                      <a:pt x="16" y="69"/>
                    </a:lnTo>
                    <a:lnTo>
                      <a:pt x="16" y="69"/>
                    </a:lnTo>
                    <a:lnTo>
                      <a:pt x="14" y="69"/>
                    </a:lnTo>
                    <a:lnTo>
                      <a:pt x="14" y="67"/>
                    </a:lnTo>
                    <a:lnTo>
                      <a:pt x="16" y="67"/>
                    </a:lnTo>
                    <a:lnTo>
                      <a:pt x="16" y="67"/>
                    </a:lnTo>
                    <a:lnTo>
                      <a:pt x="16" y="64"/>
                    </a:lnTo>
                    <a:lnTo>
                      <a:pt x="16" y="64"/>
                    </a:lnTo>
                    <a:lnTo>
                      <a:pt x="16" y="64"/>
                    </a:lnTo>
                    <a:lnTo>
                      <a:pt x="16" y="64"/>
                    </a:lnTo>
                    <a:lnTo>
                      <a:pt x="16" y="64"/>
                    </a:lnTo>
                    <a:lnTo>
                      <a:pt x="14" y="64"/>
                    </a:lnTo>
                    <a:lnTo>
                      <a:pt x="14" y="64"/>
                    </a:lnTo>
                    <a:lnTo>
                      <a:pt x="14" y="62"/>
                    </a:lnTo>
                    <a:lnTo>
                      <a:pt x="14" y="62"/>
                    </a:lnTo>
                    <a:lnTo>
                      <a:pt x="14" y="62"/>
                    </a:lnTo>
                    <a:lnTo>
                      <a:pt x="14" y="60"/>
                    </a:lnTo>
                    <a:lnTo>
                      <a:pt x="14" y="60"/>
                    </a:lnTo>
                    <a:lnTo>
                      <a:pt x="14" y="57"/>
                    </a:lnTo>
                    <a:lnTo>
                      <a:pt x="14" y="57"/>
                    </a:lnTo>
                    <a:lnTo>
                      <a:pt x="14" y="57"/>
                    </a:lnTo>
                    <a:lnTo>
                      <a:pt x="14" y="57"/>
                    </a:lnTo>
                    <a:lnTo>
                      <a:pt x="14" y="57"/>
                    </a:lnTo>
                    <a:lnTo>
                      <a:pt x="11" y="57"/>
                    </a:lnTo>
                    <a:lnTo>
                      <a:pt x="11" y="60"/>
                    </a:lnTo>
                    <a:lnTo>
                      <a:pt x="11" y="60"/>
                    </a:lnTo>
                    <a:lnTo>
                      <a:pt x="11" y="57"/>
                    </a:lnTo>
                    <a:lnTo>
                      <a:pt x="11" y="57"/>
                    </a:lnTo>
                    <a:lnTo>
                      <a:pt x="9" y="57"/>
                    </a:lnTo>
                    <a:lnTo>
                      <a:pt x="9" y="55"/>
                    </a:lnTo>
                    <a:lnTo>
                      <a:pt x="11" y="55"/>
                    </a:lnTo>
                    <a:lnTo>
                      <a:pt x="11" y="55"/>
                    </a:lnTo>
                    <a:lnTo>
                      <a:pt x="9" y="55"/>
                    </a:lnTo>
                    <a:lnTo>
                      <a:pt x="9" y="55"/>
                    </a:lnTo>
                    <a:lnTo>
                      <a:pt x="9" y="53"/>
                    </a:lnTo>
                    <a:lnTo>
                      <a:pt x="9" y="53"/>
                    </a:lnTo>
                    <a:lnTo>
                      <a:pt x="9" y="53"/>
                    </a:lnTo>
                    <a:lnTo>
                      <a:pt x="9" y="53"/>
                    </a:lnTo>
                    <a:lnTo>
                      <a:pt x="9" y="50"/>
                    </a:lnTo>
                    <a:lnTo>
                      <a:pt x="9" y="50"/>
                    </a:lnTo>
                    <a:lnTo>
                      <a:pt x="9" y="50"/>
                    </a:lnTo>
                    <a:lnTo>
                      <a:pt x="9" y="50"/>
                    </a:lnTo>
                    <a:lnTo>
                      <a:pt x="7" y="50"/>
                    </a:lnTo>
                    <a:lnTo>
                      <a:pt x="7" y="50"/>
                    </a:lnTo>
                    <a:lnTo>
                      <a:pt x="7" y="50"/>
                    </a:lnTo>
                    <a:lnTo>
                      <a:pt x="7" y="50"/>
                    </a:lnTo>
                    <a:lnTo>
                      <a:pt x="4" y="50"/>
                    </a:lnTo>
                    <a:lnTo>
                      <a:pt x="4" y="50"/>
                    </a:lnTo>
                    <a:lnTo>
                      <a:pt x="4" y="48"/>
                    </a:lnTo>
                    <a:lnTo>
                      <a:pt x="7" y="48"/>
                    </a:lnTo>
                    <a:lnTo>
                      <a:pt x="7" y="48"/>
                    </a:lnTo>
                    <a:lnTo>
                      <a:pt x="7" y="45"/>
                    </a:lnTo>
                    <a:lnTo>
                      <a:pt x="7" y="45"/>
                    </a:lnTo>
                    <a:lnTo>
                      <a:pt x="7" y="45"/>
                    </a:lnTo>
                    <a:lnTo>
                      <a:pt x="7" y="45"/>
                    </a:lnTo>
                    <a:lnTo>
                      <a:pt x="7" y="45"/>
                    </a:lnTo>
                    <a:lnTo>
                      <a:pt x="7" y="43"/>
                    </a:lnTo>
                    <a:lnTo>
                      <a:pt x="9" y="43"/>
                    </a:lnTo>
                    <a:lnTo>
                      <a:pt x="9" y="43"/>
                    </a:lnTo>
                    <a:lnTo>
                      <a:pt x="9" y="43"/>
                    </a:lnTo>
                    <a:lnTo>
                      <a:pt x="9" y="41"/>
                    </a:lnTo>
                    <a:lnTo>
                      <a:pt x="9" y="41"/>
                    </a:lnTo>
                    <a:lnTo>
                      <a:pt x="11" y="41"/>
                    </a:lnTo>
                    <a:lnTo>
                      <a:pt x="11" y="41"/>
                    </a:lnTo>
                    <a:lnTo>
                      <a:pt x="11" y="41"/>
                    </a:lnTo>
                    <a:lnTo>
                      <a:pt x="11" y="38"/>
                    </a:lnTo>
                    <a:lnTo>
                      <a:pt x="11" y="38"/>
                    </a:lnTo>
                    <a:lnTo>
                      <a:pt x="14" y="38"/>
                    </a:lnTo>
                    <a:lnTo>
                      <a:pt x="14" y="38"/>
                    </a:lnTo>
                    <a:lnTo>
                      <a:pt x="14" y="38"/>
                    </a:lnTo>
                    <a:lnTo>
                      <a:pt x="14" y="38"/>
                    </a:lnTo>
                    <a:lnTo>
                      <a:pt x="14" y="38"/>
                    </a:lnTo>
                    <a:lnTo>
                      <a:pt x="16" y="38"/>
                    </a:lnTo>
                    <a:lnTo>
                      <a:pt x="16" y="38"/>
                    </a:lnTo>
                    <a:lnTo>
                      <a:pt x="16" y="36"/>
                    </a:lnTo>
                    <a:lnTo>
                      <a:pt x="16" y="36"/>
                    </a:lnTo>
                    <a:lnTo>
                      <a:pt x="14" y="36"/>
                    </a:lnTo>
                    <a:lnTo>
                      <a:pt x="14" y="36"/>
                    </a:lnTo>
                    <a:lnTo>
                      <a:pt x="14" y="36"/>
                    </a:lnTo>
                    <a:lnTo>
                      <a:pt x="14" y="36"/>
                    </a:lnTo>
                    <a:lnTo>
                      <a:pt x="11" y="36"/>
                    </a:lnTo>
                    <a:lnTo>
                      <a:pt x="11" y="36"/>
                    </a:lnTo>
                    <a:lnTo>
                      <a:pt x="11" y="36"/>
                    </a:lnTo>
                    <a:lnTo>
                      <a:pt x="11" y="38"/>
                    </a:lnTo>
                    <a:lnTo>
                      <a:pt x="9" y="38"/>
                    </a:lnTo>
                    <a:lnTo>
                      <a:pt x="9" y="38"/>
                    </a:lnTo>
                    <a:lnTo>
                      <a:pt x="9" y="36"/>
                    </a:lnTo>
                    <a:lnTo>
                      <a:pt x="9" y="36"/>
                    </a:lnTo>
                    <a:lnTo>
                      <a:pt x="7" y="36"/>
                    </a:lnTo>
                    <a:lnTo>
                      <a:pt x="7" y="36"/>
                    </a:lnTo>
                    <a:lnTo>
                      <a:pt x="7" y="38"/>
                    </a:lnTo>
                    <a:lnTo>
                      <a:pt x="7" y="38"/>
                    </a:lnTo>
                    <a:lnTo>
                      <a:pt x="7" y="38"/>
                    </a:lnTo>
                    <a:lnTo>
                      <a:pt x="7" y="41"/>
                    </a:lnTo>
                    <a:lnTo>
                      <a:pt x="4" y="41"/>
                    </a:lnTo>
                    <a:lnTo>
                      <a:pt x="4" y="41"/>
                    </a:lnTo>
                    <a:lnTo>
                      <a:pt x="4" y="41"/>
                    </a:lnTo>
                    <a:lnTo>
                      <a:pt x="2" y="41"/>
                    </a:lnTo>
                    <a:lnTo>
                      <a:pt x="2" y="41"/>
                    </a:lnTo>
                    <a:lnTo>
                      <a:pt x="2" y="41"/>
                    </a:lnTo>
                    <a:lnTo>
                      <a:pt x="2" y="38"/>
                    </a:lnTo>
                    <a:lnTo>
                      <a:pt x="2" y="38"/>
                    </a:lnTo>
                    <a:lnTo>
                      <a:pt x="2" y="38"/>
                    </a:lnTo>
                    <a:lnTo>
                      <a:pt x="4" y="38"/>
                    </a:lnTo>
                    <a:lnTo>
                      <a:pt x="4" y="38"/>
                    </a:lnTo>
                    <a:lnTo>
                      <a:pt x="4" y="38"/>
                    </a:lnTo>
                    <a:lnTo>
                      <a:pt x="4" y="38"/>
                    </a:lnTo>
                    <a:lnTo>
                      <a:pt x="7" y="38"/>
                    </a:lnTo>
                    <a:lnTo>
                      <a:pt x="7" y="36"/>
                    </a:lnTo>
                    <a:lnTo>
                      <a:pt x="7" y="36"/>
                    </a:lnTo>
                    <a:lnTo>
                      <a:pt x="7" y="36"/>
                    </a:lnTo>
                    <a:lnTo>
                      <a:pt x="4" y="36"/>
                    </a:lnTo>
                    <a:lnTo>
                      <a:pt x="4" y="34"/>
                    </a:lnTo>
                    <a:lnTo>
                      <a:pt x="7" y="34"/>
                    </a:lnTo>
                    <a:lnTo>
                      <a:pt x="7" y="34"/>
                    </a:lnTo>
                    <a:lnTo>
                      <a:pt x="7" y="36"/>
                    </a:lnTo>
                    <a:lnTo>
                      <a:pt x="7" y="36"/>
                    </a:lnTo>
                    <a:lnTo>
                      <a:pt x="9" y="36"/>
                    </a:lnTo>
                    <a:lnTo>
                      <a:pt x="9" y="36"/>
                    </a:lnTo>
                    <a:lnTo>
                      <a:pt x="9" y="36"/>
                    </a:lnTo>
                    <a:lnTo>
                      <a:pt x="9" y="36"/>
                    </a:lnTo>
                    <a:lnTo>
                      <a:pt x="9" y="36"/>
                    </a:lnTo>
                    <a:lnTo>
                      <a:pt x="9" y="36"/>
                    </a:lnTo>
                    <a:lnTo>
                      <a:pt x="9" y="34"/>
                    </a:lnTo>
                    <a:lnTo>
                      <a:pt x="9" y="34"/>
                    </a:lnTo>
                    <a:lnTo>
                      <a:pt x="11" y="34"/>
                    </a:lnTo>
                    <a:lnTo>
                      <a:pt x="11" y="34"/>
                    </a:lnTo>
                    <a:lnTo>
                      <a:pt x="11" y="36"/>
                    </a:lnTo>
                    <a:lnTo>
                      <a:pt x="14" y="36"/>
                    </a:lnTo>
                    <a:lnTo>
                      <a:pt x="14" y="34"/>
                    </a:lnTo>
                    <a:lnTo>
                      <a:pt x="14" y="34"/>
                    </a:lnTo>
                    <a:lnTo>
                      <a:pt x="14" y="34"/>
                    </a:lnTo>
                    <a:lnTo>
                      <a:pt x="16" y="34"/>
                    </a:lnTo>
                    <a:lnTo>
                      <a:pt x="16" y="34"/>
                    </a:lnTo>
                    <a:lnTo>
                      <a:pt x="19" y="34"/>
                    </a:lnTo>
                    <a:lnTo>
                      <a:pt x="19" y="36"/>
                    </a:lnTo>
                    <a:lnTo>
                      <a:pt x="19" y="36"/>
                    </a:lnTo>
                    <a:lnTo>
                      <a:pt x="19" y="34"/>
                    </a:lnTo>
                    <a:lnTo>
                      <a:pt x="19" y="34"/>
                    </a:lnTo>
                    <a:lnTo>
                      <a:pt x="19" y="31"/>
                    </a:lnTo>
                    <a:lnTo>
                      <a:pt x="19" y="31"/>
                    </a:lnTo>
                    <a:lnTo>
                      <a:pt x="19" y="31"/>
                    </a:lnTo>
                    <a:lnTo>
                      <a:pt x="16" y="31"/>
                    </a:lnTo>
                    <a:lnTo>
                      <a:pt x="16" y="29"/>
                    </a:lnTo>
                    <a:lnTo>
                      <a:pt x="16" y="29"/>
                    </a:lnTo>
                    <a:lnTo>
                      <a:pt x="14" y="29"/>
                    </a:lnTo>
                    <a:lnTo>
                      <a:pt x="14" y="31"/>
                    </a:lnTo>
                    <a:lnTo>
                      <a:pt x="14" y="31"/>
                    </a:lnTo>
                    <a:lnTo>
                      <a:pt x="14" y="31"/>
                    </a:lnTo>
                    <a:lnTo>
                      <a:pt x="14" y="34"/>
                    </a:lnTo>
                    <a:lnTo>
                      <a:pt x="14" y="34"/>
                    </a:lnTo>
                    <a:lnTo>
                      <a:pt x="11" y="34"/>
                    </a:lnTo>
                    <a:lnTo>
                      <a:pt x="11" y="31"/>
                    </a:lnTo>
                    <a:lnTo>
                      <a:pt x="11" y="31"/>
                    </a:lnTo>
                    <a:lnTo>
                      <a:pt x="11" y="31"/>
                    </a:lnTo>
                    <a:lnTo>
                      <a:pt x="11" y="29"/>
                    </a:lnTo>
                    <a:lnTo>
                      <a:pt x="11" y="29"/>
                    </a:lnTo>
                    <a:lnTo>
                      <a:pt x="9" y="29"/>
                    </a:lnTo>
                    <a:lnTo>
                      <a:pt x="9" y="26"/>
                    </a:lnTo>
                    <a:lnTo>
                      <a:pt x="9" y="26"/>
                    </a:lnTo>
                    <a:lnTo>
                      <a:pt x="9" y="26"/>
                    </a:lnTo>
                    <a:lnTo>
                      <a:pt x="9" y="26"/>
                    </a:lnTo>
                    <a:lnTo>
                      <a:pt x="9" y="26"/>
                    </a:lnTo>
                    <a:lnTo>
                      <a:pt x="7" y="26"/>
                    </a:lnTo>
                    <a:lnTo>
                      <a:pt x="7" y="26"/>
                    </a:lnTo>
                    <a:lnTo>
                      <a:pt x="7" y="24"/>
                    </a:lnTo>
                    <a:lnTo>
                      <a:pt x="7" y="24"/>
                    </a:lnTo>
                    <a:lnTo>
                      <a:pt x="7" y="24"/>
                    </a:lnTo>
                    <a:lnTo>
                      <a:pt x="7" y="22"/>
                    </a:lnTo>
                    <a:lnTo>
                      <a:pt x="7" y="22"/>
                    </a:lnTo>
                    <a:lnTo>
                      <a:pt x="9" y="22"/>
                    </a:lnTo>
                    <a:lnTo>
                      <a:pt x="9" y="19"/>
                    </a:lnTo>
                    <a:lnTo>
                      <a:pt x="9" y="19"/>
                    </a:lnTo>
                    <a:lnTo>
                      <a:pt x="9" y="19"/>
                    </a:lnTo>
                    <a:lnTo>
                      <a:pt x="11" y="19"/>
                    </a:lnTo>
                    <a:lnTo>
                      <a:pt x="11" y="19"/>
                    </a:lnTo>
                    <a:lnTo>
                      <a:pt x="14" y="19"/>
                    </a:lnTo>
                    <a:lnTo>
                      <a:pt x="14" y="19"/>
                    </a:lnTo>
                    <a:lnTo>
                      <a:pt x="14" y="22"/>
                    </a:lnTo>
                    <a:lnTo>
                      <a:pt x="14" y="22"/>
                    </a:lnTo>
                    <a:lnTo>
                      <a:pt x="16" y="22"/>
                    </a:lnTo>
                    <a:lnTo>
                      <a:pt x="16" y="22"/>
                    </a:lnTo>
                    <a:lnTo>
                      <a:pt x="16" y="22"/>
                    </a:lnTo>
                    <a:lnTo>
                      <a:pt x="19" y="22"/>
                    </a:lnTo>
                    <a:lnTo>
                      <a:pt x="19" y="22"/>
                    </a:lnTo>
                    <a:lnTo>
                      <a:pt x="19" y="22"/>
                    </a:lnTo>
                    <a:lnTo>
                      <a:pt x="19" y="19"/>
                    </a:lnTo>
                    <a:lnTo>
                      <a:pt x="19" y="19"/>
                    </a:lnTo>
                    <a:lnTo>
                      <a:pt x="19" y="19"/>
                    </a:lnTo>
                    <a:lnTo>
                      <a:pt x="19" y="17"/>
                    </a:lnTo>
                    <a:lnTo>
                      <a:pt x="19" y="17"/>
                    </a:lnTo>
                    <a:lnTo>
                      <a:pt x="21" y="17"/>
                    </a:lnTo>
                    <a:lnTo>
                      <a:pt x="21" y="17"/>
                    </a:lnTo>
                    <a:lnTo>
                      <a:pt x="21" y="17"/>
                    </a:lnTo>
                    <a:lnTo>
                      <a:pt x="21" y="17"/>
                    </a:lnTo>
                    <a:lnTo>
                      <a:pt x="21" y="15"/>
                    </a:lnTo>
                    <a:lnTo>
                      <a:pt x="23" y="15"/>
                    </a:lnTo>
                    <a:lnTo>
                      <a:pt x="23" y="15"/>
                    </a:lnTo>
                    <a:lnTo>
                      <a:pt x="23" y="15"/>
                    </a:lnTo>
                    <a:lnTo>
                      <a:pt x="23" y="12"/>
                    </a:lnTo>
                    <a:lnTo>
                      <a:pt x="26" y="12"/>
                    </a:lnTo>
                    <a:lnTo>
                      <a:pt x="26" y="12"/>
                    </a:lnTo>
                    <a:lnTo>
                      <a:pt x="26" y="10"/>
                    </a:lnTo>
                    <a:lnTo>
                      <a:pt x="26" y="10"/>
                    </a:lnTo>
                    <a:lnTo>
                      <a:pt x="26" y="10"/>
                    </a:lnTo>
                    <a:lnTo>
                      <a:pt x="26" y="10"/>
                    </a:lnTo>
                    <a:lnTo>
                      <a:pt x="28" y="10"/>
                    </a:lnTo>
                    <a:lnTo>
                      <a:pt x="28" y="8"/>
                    </a:lnTo>
                    <a:lnTo>
                      <a:pt x="28" y="8"/>
                    </a:lnTo>
                    <a:lnTo>
                      <a:pt x="28" y="8"/>
                    </a:lnTo>
                    <a:lnTo>
                      <a:pt x="30" y="8"/>
                    </a:lnTo>
                    <a:lnTo>
                      <a:pt x="30" y="8"/>
                    </a:lnTo>
                    <a:lnTo>
                      <a:pt x="30" y="8"/>
                    </a:lnTo>
                    <a:lnTo>
                      <a:pt x="33" y="8"/>
                    </a:lnTo>
                    <a:lnTo>
                      <a:pt x="33" y="8"/>
                    </a:lnTo>
                    <a:lnTo>
                      <a:pt x="33" y="8"/>
                    </a:lnTo>
                    <a:lnTo>
                      <a:pt x="35" y="8"/>
                    </a:lnTo>
                    <a:lnTo>
                      <a:pt x="35" y="8"/>
                    </a:lnTo>
                    <a:lnTo>
                      <a:pt x="35" y="8"/>
                    </a:lnTo>
                    <a:lnTo>
                      <a:pt x="35" y="8"/>
                    </a:lnTo>
                    <a:lnTo>
                      <a:pt x="37" y="8"/>
                    </a:lnTo>
                    <a:lnTo>
                      <a:pt x="37" y="8"/>
                    </a:lnTo>
                    <a:lnTo>
                      <a:pt x="37" y="8"/>
                    </a:lnTo>
                    <a:lnTo>
                      <a:pt x="40" y="8"/>
                    </a:lnTo>
                    <a:lnTo>
                      <a:pt x="40" y="8"/>
                    </a:lnTo>
                    <a:lnTo>
                      <a:pt x="40" y="8"/>
                    </a:lnTo>
                    <a:lnTo>
                      <a:pt x="42" y="8"/>
                    </a:lnTo>
                    <a:lnTo>
                      <a:pt x="42" y="8"/>
                    </a:lnTo>
                    <a:lnTo>
                      <a:pt x="42" y="8"/>
                    </a:lnTo>
                    <a:lnTo>
                      <a:pt x="42" y="8"/>
                    </a:lnTo>
                    <a:lnTo>
                      <a:pt x="45" y="8"/>
                    </a:lnTo>
                    <a:lnTo>
                      <a:pt x="45" y="8"/>
                    </a:lnTo>
                    <a:lnTo>
                      <a:pt x="45" y="8"/>
                    </a:lnTo>
                    <a:lnTo>
                      <a:pt x="47" y="8"/>
                    </a:lnTo>
                    <a:lnTo>
                      <a:pt x="47" y="8"/>
                    </a:lnTo>
                    <a:lnTo>
                      <a:pt x="47" y="8"/>
                    </a:lnTo>
                    <a:lnTo>
                      <a:pt x="47" y="8"/>
                    </a:lnTo>
                    <a:lnTo>
                      <a:pt x="49" y="8"/>
                    </a:lnTo>
                    <a:lnTo>
                      <a:pt x="49" y="8"/>
                    </a:lnTo>
                    <a:lnTo>
                      <a:pt x="49" y="8"/>
                    </a:lnTo>
                    <a:lnTo>
                      <a:pt x="49" y="8"/>
                    </a:lnTo>
                    <a:lnTo>
                      <a:pt x="49" y="5"/>
                    </a:lnTo>
                    <a:lnTo>
                      <a:pt x="52" y="5"/>
                    </a:lnTo>
                    <a:lnTo>
                      <a:pt x="52" y="5"/>
                    </a:lnTo>
                    <a:lnTo>
                      <a:pt x="52" y="5"/>
                    </a:lnTo>
                    <a:lnTo>
                      <a:pt x="54" y="5"/>
                    </a:lnTo>
                    <a:lnTo>
                      <a:pt x="54" y="5"/>
                    </a:lnTo>
                    <a:lnTo>
                      <a:pt x="54" y="3"/>
                    </a:lnTo>
                    <a:lnTo>
                      <a:pt x="54" y="3"/>
                    </a:lnTo>
                    <a:lnTo>
                      <a:pt x="54" y="3"/>
                    </a:lnTo>
                    <a:lnTo>
                      <a:pt x="54" y="0"/>
                    </a:lnTo>
                    <a:lnTo>
                      <a:pt x="54" y="0"/>
                    </a:lnTo>
                    <a:lnTo>
                      <a:pt x="54" y="0"/>
                    </a:lnTo>
                    <a:lnTo>
                      <a:pt x="56" y="0"/>
                    </a:lnTo>
                    <a:lnTo>
                      <a:pt x="56" y="0"/>
                    </a:lnTo>
                    <a:lnTo>
                      <a:pt x="56" y="3"/>
                    </a:lnTo>
                    <a:lnTo>
                      <a:pt x="56" y="3"/>
                    </a:lnTo>
                    <a:lnTo>
                      <a:pt x="56" y="3"/>
                    </a:lnTo>
                    <a:lnTo>
                      <a:pt x="56" y="5"/>
                    </a:lnTo>
                    <a:lnTo>
                      <a:pt x="59" y="5"/>
                    </a:lnTo>
                    <a:lnTo>
                      <a:pt x="59" y="5"/>
                    </a:lnTo>
                    <a:lnTo>
                      <a:pt x="59" y="5"/>
                    </a:lnTo>
                    <a:lnTo>
                      <a:pt x="59" y="5"/>
                    </a:lnTo>
                    <a:lnTo>
                      <a:pt x="59" y="8"/>
                    </a:lnTo>
                    <a:lnTo>
                      <a:pt x="59" y="8"/>
                    </a:lnTo>
                    <a:lnTo>
                      <a:pt x="59" y="8"/>
                    </a:lnTo>
                    <a:lnTo>
                      <a:pt x="59" y="10"/>
                    </a:lnTo>
                    <a:lnTo>
                      <a:pt x="61" y="10"/>
                    </a:lnTo>
                    <a:lnTo>
                      <a:pt x="61" y="10"/>
                    </a:lnTo>
                    <a:lnTo>
                      <a:pt x="61" y="12"/>
                    </a:lnTo>
                    <a:lnTo>
                      <a:pt x="61" y="12"/>
                    </a:lnTo>
                    <a:lnTo>
                      <a:pt x="61" y="12"/>
                    </a:lnTo>
                    <a:lnTo>
                      <a:pt x="61" y="12"/>
                    </a:lnTo>
                    <a:lnTo>
                      <a:pt x="61" y="15"/>
                    </a:lnTo>
                    <a:lnTo>
                      <a:pt x="61" y="15"/>
                    </a:lnTo>
                    <a:lnTo>
                      <a:pt x="64" y="15"/>
                    </a:lnTo>
                    <a:lnTo>
                      <a:pt x="64" y="17"/>
                    </a:lnTo>
                    <a:lnTo>
                      <a:pt x="64" y="17"/>
                    </a:lnTo>
                    <a:lnTo>
                      <a:pt x="64" y="17"/>
                    </a:lnTo>
                    <a:lnTo>
                      <a:pt x="66" y="17"/>
                    </a:lnTo>
                    <a:lnTo>
                      <a:pt x="66" y="17"/>
                    </a:lnTo>
                    <a:lnTo>
                      <a:pt x="66" y="19"/>
                    </a:lnTo>
                    <a:lnTo>
                      <a:pt x="66" y="19"/>
                    </a:lnTo>
                    <a:lnTo>
                      <a:pt x="66" y="19"/>
                    </a:lnTo>
                    <a:lnTo>
                      <a:pt x="66" y="19"/>
                    </a:lnTo>
                    <a:lnTo>
                      <a:pt x="66" y="22"/>
                    </a:lnTo>
                    <a:lnTo>
                      <a:pt x="68" y="22"/>
                    </a:lnTo>
                    <a:lnTo>
                      <a:pt x="68" y="22"/>
                    </a:lnTo>
                    <a:lnTo>
                      <a:pt x="68" y="22"/>
                    </a:lnTo>
                    <a:lnTo>
                      <a:pt x="68" y="22"/>
                    </a:lnTo>
                    <a:lnTo>
                      <a:pt x="68" y="24"/>
                    </a:lnTo>
                    <a:lnTo>
                      <a:pt x="71" y="24"/>
                    </a:lnTo>
                    <a:lnTo>
                      <a:pt x="71" y="24"/>
                    </a:lnTo>
                    <a:lnTo>
                      <a:pt x="71" y="26"/>
                    </a:lnTo>
                    <a:lnTo>
                      <a:pt x="71" y="26"/>
                    </a:lnTo>
                    <a:lnTo>
                      <a:pt x="71" y="26"/>
                    </a:lnTo>
                    <a:lnTo>
                      <a:pt x="71" y="26"/>
                    </a:lnTo>
                    <a:lnTo>
                      <a:pt x="73" y="26"/>
                    </a:lnTo>
                    <a:lnTo>
                      <a:pt x="73" y="29"/>
                    </a:lnTo>
                    <a:lnTo>
                      <a:pt x="73" y="29"/>
                    </a:lnTo>
                    <a:lnTo>
                      <a:pt x="73" y="29"/>
                    </a:lnTo>
                    <a:lnTo>
                      <a:pt x="73" y="31"/>
                    </a:lnTo>
                    <a:lnTo>
                      <a:pt x="73" y="31"/>
                    </a:lnTo>
                    <a:lnTo>
                      <a:pt x="75" y="31"/>
                    </a:lnTo>
                    <a:lnTo>
                      <a:pt x="75" y="31"/>
                    </a:lnTo>
                    <a:lnTo>
                      <a:pt x="75" y="34"/>
                    </a:lnTo>
                    <a:lnTo>
                      <a:pt x="75" y="34"/>
                    </a:lnTo>
                    <a:lnTo>
                      <a:pt x="75" y="34"/>
                    </a:lnTo>
                    <a:lnTo>
                      <a:pt x="75" y="34"/>
                    </a:lnTo>
                    <a:lnTo>
                      <a:pt x="75" y="36"/>
                    </a:lnTo>
                    <a:lnTo>
                      <a:pt x="75" y="36"/>
                    </a:lnTo>
                    <a:lnTo>
                      <a:pt x="75" y="36"/>
                    </a:lnTo>
                    <a:lnTo>
                      <a:pt x="75" y="38"/>
                    </a:lnTo>
                    <a:lnTo>
                      <a:pt x="78" y="38"/>
                    </a:lnTo>
                    <a:lnTo>
                      <a:pt x="78" y="38"/>
                    </a:lnTo>
                    <a:lnTo>
                      <a:pt x="78" y="38"/>
                    </a:lnTo>
                    <a:lnTo>
                      <a:pt x="78" y="41"/>
                    </a:lnTo>
                    <a:lnTo>
                      <a:pt x="78" y="41"/>
                    </a:lnTo>
                    <a:lnTo>
                      <a:pt x="78" y="41"/>
                    </a:lnTo>
                    <a:lnTo>
                      <a:pt x="78" y="41"/>
                    </a:lnTo>
                    <a:lnTo>
                      <a:pt x="78" y="43"/>
                    </a:lnTo>
                    <a:lnTo>
                      <a:pt x="78" y="43"/>
                    </a:lnTo>
                    <a:lnTo>
                      <a:pt x="78" y="45"/>
                    </a:lnTo>
                    <a:lnTo>
                      <a:pt x="78" y="45"/>
                    </a:lnTo>
                    <a:lnTo>
                      <a:pt x="80" y="45"/>
                    </a:lnTo>
                    <a:lnTo>
                      <a:pt x="80" y="45"/>
                    </a:lnTo>
                    <a:lnTo>
                      <a:pt x="80" y="48"/>
                    </a:lnTo>
                    <a:lnTo>
                      <a:pt x="80" y="48"/>
                    </a:lnTo>
                    <a:lnTo>
                      <a:pt x="80" y="50"/>
                    </a:lnTo>
                    <a:lnTo>
                      <a:pt x="78" y="50"/>
                    </a:lnTo>
                    <a:lnTo>
                      <a:pt x="78" y="50"/>
                    </a:lnTo>
                    <a:lnTo>
                      <a:pt x="78" y="53"/>
                    </a:lnTo>
                    <a:lnTo>
                      <a:pt x="78" y="53"/>
                    </a:lnTo>
                    <a:lnTo>
                      <a:pt x="78" y="55"/>
                    </a:lnTo>
                    <a:lnTo>
                      <a:pt x="78" y="55"/>
                    </a:lnTo>
                    <a:lnTo>
                      <a:pt x="78" y="55"/>
                    </a:lnTo>
                    <a:lnTo>
                      <a:pt x="78" y="57"/>
                    </a:lnTo>
                    <a:lnTo>
                      <a:pt x="78" y="57"/>
                    </a:lnTo>
                    <a:lnTo>
                      <a:pt x="78" y="57"/>
                    </a:lnTo>
                    <a:lnTo>
                      <a:pt x="78" y="60"/>
                    </a:lnTo>
                    <a:lnTo>
                      <a:pt x="78" y="60"/>
                    </a:lnTo>
                    <a:lnTo>
                      <a:pt x="78" y="62"/>
                    </a:lnTo>
                    <a:lnTo>
                      <a:pt x="78" y="62"/>
                    </a:lnTo>
                    <a:lnTo>
                      <a:pt x="78" y="64"/>
                    </a:lnTo>
                    <a:lnTo>
                      <a:pt x="78" y="64"/>
                    </a:lnTo>
                    <a:lnTo>
                      <a:pt x="78" y="64"/>
                    </a:lnTo>
                    <a:lnTo>
                      <a:pt x="78" y="64"/>
                    </a:lnTo>
                    <a:lnTo>
                      <a:pt x="80" y="64"/>
                    </a:lnTo>
                    <a:lnTo>
                      <a:pt x="80" y="64"/>
                    </a:lnTo>
                    <a:lnTo>
                      <a:pt x="80" y="64"/>
                    </a:lnTo>
                    <a:lnTo>
                      <a:pt x="80" y="64"/>
                    </a:lnTo>
                    <a:lnTo>
                      <a:pt x="80" y="64"/>
                    </a:lnTo>
                    <a:lnTo>
                      <a:pt x="82" y="64"/>
                    </a:lnTo>
                    <a:lnTo>
                      <a:pt x="82" y="67"/>
                    </a:lnTo>
                    <a:lnTo>
                      <a:pt x="80" y="67"/>
                    </a:lnTo>
                    <a:lnTo>
                      <a:pt x="80" y="67"/>
                    </a:lnTo>
                    <a:lnTo>
                      <a:pt x="80" y="69"/>
                    </a:lnTo>
                    <a:lnTo>
                      <a:pt x="80" y="69"/>
                    </a:lnTo>
                    <a:lnTo>
                      <a:pt x="80" y="69"/>
                    </a:lnTo>
                    <a:lnTo>
                      <a:pt x="80" y="72"/>
                    </a:lnTo>
                    <a:lnTo>
                      <a:pt x="80" y="72"/>
                    </a:lnTo>
                    <a:lnTo>
                      <a:pt x="80" y="74"/>
                    </a:lnTo>
                    <a:lnTo>
                      <a:pt x="80" y="74"/>
                    </a:lnTo>
                    <a:lnTo>
                      <a:pt x="80" y="74"/>
                    </a:lnTo>
                    <a:lnTo>
                      <a:pt x="80" y="76"/>
                    </a:lnTo>
                    <a:lnTo>
                      <a:pt x="80" y="76"/>
                    </a:lnTo>
                    <a:lnTo>
                      <a:pt x="80" y="76"/>
                    </a:lnTo>
                    <a:lnTo>
                      <a:pt x="80" y="79"/>
                    </a:lnTo>
                    <a:lnTo>
                      <a:pt x="78" y="79"/>
                    </a:lnTo>
                    <a:lnTo>
                      <a:pt x="78" y="79"/>
                    </a:lnTo>
                    <a:lnTo>
                      <a:pt x="78" y="81"/>
                    </a:lnTo>
                    <a:lnTo>
                      <a:pt x="78" y="81"/>
                    </a:lnTo>
                    <a:lnTo>
                      <a:pt x="75" y="81"/>
                    </a:lnTo>
                    <a:lnTo>
                      <a:pt x="75" y="81"/>
                    </a:lnTo>
                    <a:lnTo>
                      <a:pt x="75" y="83"/>
                    </a:lnTo>
                    <a:lnTo>
                      <a:pt x="75" y="83"/>
                    </a:lnTo>
                    <a:lnTo>
                      <a:pt x="75" y="83"/>
                    </a:lnTo>
                    <a:lnTo>
                      <a:pt x="75" y="86"/>
                    </a:lnTo>
                    <a:lnTo>
                      <a:pt x="75" y="86"/>
                    </a:lnTo>
                    <a:lnTo>
                      <a:pt x="75" y="86"/>
                    </a:lnTo>
                    <a:lnTo>
                      <a:pt x="75" y="86"/>
                    </a:lnTo>
                    <a:lnTo>
                      <a:pt x="73" y="86"/>
                    </a:lnTo>
                    <a:lnTo>
                      <a:pt x="73" y="88"/>
                    </a:lnTo>
                    <a:lnTo>
                      <a:pt x="73" y="88"/>
                    </a:lnTo>
                    <a:lnTo>
                      <a:pt x="73" y="88"/>
                    </a:lnTo>
                    <a:lnTo>
                      <a:pt x="73" y="88"/>
                    </a:lnTo>
                    <a:lnTo>
                      <a:pt x="73" y="90"/>
                    </a:lnTo>
                    <a:lnTo>
                      <a:pt x="71" y="90"/>
                    </a:lnTo>
                    <a:lnTo>
                      <a:pt x="71" y="90"/>
                    </a:lnTo>
                    <a:lnTo>
                      <a:pt x="71" y="90"/>
                    </a:lnTo>
                    <a:lnTo>
                      <a:pt x="68" y="90"/>
                    </a:lnTo>
                    <a:lnTo>
                      <a:pt x="68" y="93"/>
                    </a:lnTo>
                    <a:lnTo>
                      <a:pt x="68" y="93"/>
                    </a:lnTo>
                    <a:lnTo>
                      <a:pt x="68" y="93"/>
                    </a:lnTo>
                    <a:lnTo>
                      <a:pt x="68" y="90"/>
                    </a:lnTo>
                    <a:lnTo>
                      <a:pt x="66" y="90"/>
                    </a:lnTo>
                    <a:lnTo>
                      <a:pt x="66" y="90"/>
                    </a:lnTo>
                    <a:lnTo>
                      <a:pt x="66" y="93"/>
                    </a:lnTo>
                    <a:lnTo>
                      <a:pt x="66" y="93"/>
                    </a:lnTo>
                    <a:lnTo>
                      <a:pt x="66" y="93"/>
                    </a:lnTo>
                    <a:lnTo>
                      <a:pt x="64" y="93"/>
                    </a:lnTo>
                    <a:lnTo>
                      <a:pt x="64" y="93"/>
                    </a:lnTo>
                    <a:lnTo>
                      <a:pt x="64" y="90"/>
                    </a:lnTo>
                    <a:lnTo>
                      <a:pt x="64" y="90"/>
                    </a:lnTo>
                    <a:lnTo>
                      <a:pt x="64" y="93"/>
                    </a:lnTo>
                    <a:lnTo>
                      <a:pt x="64" y="93"/>
                    </a:lnTo>
                    <a:lnTo>
                      <a:pt x="64" y="95"/>
                    </a:lnTo>
                    <a:lnTo>
                      <a:pt x="64" y="95"/>
                    </a:lnTo>
                    <a:lnTo>
                      <a:pt x="64" y="95"/>
                    </a:lnTo>
                    <a:lnTo>
                      <a:pt x="64" y="95"/>
                    </a:lnTo>
                    <a:lnTo>
                      <a:pt x="64" y="95"/>
                    </a:lnTo>
                    <a:lnTo>
                      <a:pt x="64" y="98"/>
                    </a:lnTo>
                    <a:lnTo>
                      <a:pt x="64" y="98"/>
                    </a:lnTo>
                    <a:lnTo>
                      <a:pt x="61" y="98"/>
                    </a:lnTo>
                    <a:lnTo>
                      <a:pt x="61" y="100"/>
                    </a:lnTo>
                    <a:lnTo>
                      <a:pt x="61" y="100"/>
                    </a:lnTo>
                    <a:lnTo>
                      <a:pt x="61" y="100"/>
                    </a:lnTo>
                    <a:lnTo>
                      <a:pt x="61" y="100"/>
                    </a:lnTo>
                    <a:lnTo>
                      <a:pt x="61" y="102"/>
                    </a:lnTo>
                    <a:lnTo>
                      <a:pt x="59" y="102"/>
                    </a:lnTo>
                    <a:lnTo>
                      <a:pt x="59" y="102"/>
                    </a:lnTo>
                    <a:lnTo>
                      <a:pt x="59" y="102"/>
                    </a:lnTo>
                    <a:lnTo>
                      <a:pt x="59" y="102"/>
                    </a:lnTo>
                    <a:lnTo>
                      <a:pt x="59" y="100"/>
                    </a:lnTo>
                    <a:lnTo>
                      <a:pt x="59" y="100"/>
                    </a:lnTo>
                    <a:lnTo>
                      <a:pt x="59" y="100"/>
                    </a:lnTo>
                    <a:lnTo>
                      <a:pt x="59" y="100"/>
                    </a:lnTo>
                    <a:lnTo>
                      <a:pt x="56" y="100"/>
                    </a:lnTo>
                    <a:lnTo>
                      <a:pt x="56" y="100"/>
                    </a:lnTo>
                    <a:lnTo>
                      <a:pt x="56" y="102"/>
                    </a:lnTo>
                    <a:lnTo>
                      <a:pt x="54" y="102"/>
                    </a:lnTo>
                    <a:lnTo>
                      <a:pt x="54" y="102"/>
                    </a:lnTo>
                    <a:lnTo>
                      <a:pt x="54" y="102"/>
                    </a:lnTo>
                    <a:lnTo>
                      <a:pt x="54" y="102"/>
                    </a:lnTo>
                    <a:lnTo>
                      <a:pt x="52" y="102"/>
                    </a:lnTo>
                    <a:lnTo>
                      <a:pt x="52" y="10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126"/>
              <p:cNvSpPr>
                <a:spLocks/>
              </p:cNvSpPr>
              <p:nvPr/>
            </p:nvSpPr>
            <p:spPr bwMode="auto">
              <a:xfrm>
                <a:off x="3532" y="1774"/>
                <a:ext cx="82" cy="114"/>
              </a:xfrm>
              <a:custGeom>
                <a:avLst/>
                <a:gdLst/>
                <a:ahLst/>
                <a:cxnLst>
                  <a:cxn ang="0">
                    <a:pos x="49" y="98"/>
                  </a:cxn>
                  <a:cxn ang="0">
                    <a:pos x="45" y="100"/>
                  </a:cxn>
                  <a:cxn ang="0">
                    <a:pos x="42" y="107"/>
                  </a:cxn>
                  <a:cxn ang="0">
                    <a:pos x="37" y="105"/>
                  </a:cxn>
                  <a:cxn ang="0">
                    <a:pos x="35" y="105"/>
                  </a:cxn>
                  <a:cxn ang="0">
                    <a:pos x="28" y="107"/>
                  </a:cxn>
                  <a:cxn ang="0">
                    <a:pos x="21" y="109"/>
                  </a:cxn>
                  <a:cxn ang="0">
                    <a:pos x="16" y="114"/>
                  </a:cxn>
                  <a:cxn ang="0">
                    <a:pos x="14" y="109"/>
                  </a:cxn>
                  <a:cxn ang="0">
                    <a:pos x="11" y="109"/>
                  </a:cxn>
                  <a:cxn ang="0">
                    <a:pos x="4" y="112"/>
                  </a:cxn>
                  <a:cxn ang="0">
                    <a:pos x="2" y="109"/>
                  </a:cxn>
                  <a:cxn ang="0">
                    <a:pos x="4" y="105"/>
                  </a:cxn>
                  <a:cxn ang="0">
                    <a:pos x="0" y="100"/>
                  </a:cxn>
                  <a:cxn ang="0">
                    <a:pos x="4" y="93"/>
                  </a:cxn>
                  <a:cxn ang="0">
                    <a:pos x="7" y="88"/>
                  </a:cxn>
                  <a:cxn ang="0">
                    <a:pos x="9" y="88"/>
                  </a:cxn>
                  <a:cxn ang="0">
                    <a:pos x="11" y="83"/>
                  </a:cxn>
                  <a:cxn ang="0">
                    <a:pos x="14" y="76"/>
                  </a:cxn>
                  <a:cxn ang="0">
                    <a:pos x="19" y="69"/>
                  </a:cxn>
                  <a:cxn ang="0">
                    <a:pos x="16" y="64"/>
                  </a:cxn>
                  <a:cxn ang="0">
                    <a:pos x="14" y="57"/>
                  </a:cxn>
                  <a:cxn ang="0">
                    <a:pos x="11" y="55"/>
                  </a:cxn>
                  <a:cxn ang="0">
                    <a:pos x="7" y="50"/>
                  </a:cxn>
                  <a:cxn ang="0">
                    <a:pos x="7" y="45"/>
                  </a:cxn>
                  <a:cxn ang="0">
                    <a:pos x="11" y="41"/>
                  </a:cxn>
                  <a:cxn ang="0">
                    <a:pos x="16" y="36"/>
                  </a:cxn>
                  <a:cxn ang="0">
                    <a:pos x="9" y="36"/>
                  </a:cxn>
                  <a:cxn ang="0">
                    <a:pos x="2" y="41"/>
                  </a:cxn>
                  <a:cxn ang="0">
                    <a:pos x="7" y="36"/>
                  </a:cxn>
                  <a:cxn ang="0">
                    <a:pos x="9" y="36"/>
                  </a:cxn>
                  <a:cxn ang="0">
                    <a:pos x="14" y="34"/>
                  </a:cxn>
                  <a:cxn ang="0">
                    <a:pos x="19" y="31"/>
                  </a:cxn>
                  <a:cxn ang="0">
                    <a:pos x="11" y="31"/>
                  </a:cxn>
                  <a:cxn ang="0">
                    <a:pos x="7" y="26"/>
                  </a:cxn>
                  <a:cxn ang="0">
                    <a:pos x="11" y="19"/>
                  </a:cxn>
                  <a:cxn ang="0">
                    <a:pos x="19" y="22"/>
                  </a:cxn>
                  <a:cxn ang="0">
                    <a:pos x="23" y="15"/>
                  </a:cxn>
                  <a:cxn ang="0">
                    <a:pos x="28" y="8"/>
                  </a:cxn>
                  <a:cxn ang="0">
                    <a:pos x="35" y="8"/>
                  </a:cxn>
                  <a:cxn ang="0">
                    <a:pos x="42" y="8"/>
                  </a:cxn>
                  <a:cxn ang="0">
                    <a:pos x="49" y="8"/>
                  </a:cxn>
                  <a:cxn ang="0">
                    <a:pos x="54" y="0"/>
                  </a:cxn>
                  <a:cxn ang="0">
                    <a:pos x="59" y="5"/>
                  </a:cxn>
                  <a:cxn ang="0">
                    <a:pos x="61" y="15"/>
                  </a:cxn>
                  <a:cxn ang="0">
                    <a:pos x="66" y="19"/>
                  </a:cxn>
                  <a:cxn ang="0">
                    <a:pos x="71" y="26"/>
                  </a:cxn>
                  <a:cxn ang="0">
                    <a:pos x="75" y="34"/>
                  </a:cxn>
                  <a:cxn ang="0">
                    <a:pos x="78" y="41"/>
                  </a:cxn>
                  <a:cxn ang="0">
                    <a:pos x="80" y="50"/>
                  </a:cxn>
                  <a:cxn ang="0">
                    <a:pos x="78" y="60"/>
                  </a:cxn>
                  <a:cxn ang="0">
                    <a:pos x="80" y="64"/>
                  </a:cxn>
                  <a:cxn ang="0">
                    <a:pos x="80" y="74"/>
                  </a:cxn>
                  <a:cxn ang="0">
                    <a:pos x="75" y="81"/>
                  </a:cxn>
                  <a:cxn ang="0">
                    <a:pos x="73" y="88"/>
                  </a:cxn>
                  <a:cxn ang="0">
                    <a:pos x="68" y="90"/>
                  </a:cxn>
                  <a:cxn ang="0">
                    <a:pos x="64" y="93"/>
                  </a:cxn>
                  <a:cxn ang="0">
                    <a:pos x="61" y="100"/>
                  </a:cxn>
                  <a:cxn ang="0">
                    <a:pos x="56" y="100"/>
                  </a:cxn>
                </a:cxnLst>
                <a:rect l="0" t="0" r="r" b="b"/>
                <a:pathLst>
                  <a:path w="82" h="114">
                    <a:moveTo>
                      <a:pt x="52" y="102"/>
                    </a:moveTo>
                    <a:lnTo>
                      <a:pt x="52" y="102"/>
                    </a:lnTo>
                    <a:lnTo>
                      <a:pt x="52" y="100"/>
                    </a:lnTo>
                    <a:lnTo>
                      <a:pt x="49" y="100"/>
                    </a:lnTo>
                    <a:lnTo>
                      <a:pt x="49" y="100"/>
                    </a:lnTo>
                    <a:lnTo>
                      <a:pt x="52" y="100"/>
                    </a:lnTo>
                    <a:lnTo>
                      <a:pt x="52" y="100"/>
                    </a:lnTo>
                    <a:lnTo>
                      <a:pt x="52" y="98"/>
                    </a:lnTo>
                    <a:lnTo>
                      <a:pt x="52" y="98"/>
                    </a:lnTo>
                    <a:lnTo>
                      <a:pt x="52" y="98"/>
                    </a:lnTo>
                    <a:lnTo>
                      <a:pt x="49" y="98"/>
                    </a:lnTo>
                    <a:lnTo>
                      <a:pt x="49" y="98"/>
                    </a:lnTo>
                    <a:lnTo>
                      <a:pt x="49" y="98"/>
                    </a:lnTo>
                    <a:lnTo>
                      <a:pt x="49" y="98"/>
                    </a:lnTo>
                    <a:lnTo>
                      <a:pt x="49" y="100"/>
                    </a:lnTo>
                    <a:lnTo>
                      <a:pt x="49" y="100"/>
                    </a:lnTo>
                    <a:lnTo>
                      <a:pt x="47" y="100"/>
                    </a:lnTo>
                    <a:lnTo>
                      <a:pt x="47" y="100"/>
                    </a:lnTo>
                    <a:lnTo>
                      <a:pt x="47" y="100"/>
                    </a:lnTo>
                    <a:lnTo>
                      <a:pt x="47" y="100"/>
                    </a:lnTo>
                    <a:lnTo>
                      <a:pt x="45" y="100"/>
                    </a:lnTo>
                    <a:lnTo>
                      <a:pt x="45" y="100"/>
                    </a:lnTo>
                    <a:lnTo>
                      <a:pt x="42" y="100"/>
                    </a:lnTo>
                    <a:lnTo>
                      <a:pt x="42" y="100"/>
                    </a:lnTo>
                    <a:lnTo>
                      <a:pt x="42" y="102"/>
                    </a:lnTo>
                    <a:lnTo>
                      <a:pt x="42" y="102"/>
                    </a:lnTo>
                    <a:lnTo>
                      <a:pt x="42" y="105"/>
                    </a:lnTo>
                    <a:lnTo>
                      <a:pt x="42" y="105"/>
                    </a:lnTo>
                    <a:lnTo>
                      <a:pt x="42" y="105"/>
                    </a:lnTo>
                    <a:lnTo>
                      <a:pt x="42" y="107"/>
                    </a:lnTo>
                    <a:lnTo>
                      <a:pt x="42" y="107"/>
                    </a:lnTo>
                    <a:lnTo>
                      <a:pt x="42" y="107"/>
                    </a:lnTo>
                    <a:lnTo>
                      <a:pt x="42" y="107"/>
                    </a:lnTo>
                    <a:lnTo>
                      <a:pt x="42" y="107"/>
                    </a:lnTo>
                    <a:lnTo>
                      <a:pt x="42" y="105"/>
                    </a:lnTo>
                    <a:lnTo>
                      <a:pt x="40" y="105"/>
                    </a:lnTo>
                    <a:lnTo>
                      <a:pt x="40" y="105"/>
                    </a:lnTo>
                    <a:lnTo>
                      <a:pt x="40" y="105"/>
                    </a:lnTo>
                    <a:lnTo>
                      <a:pt x="40" y="105"/>
                    </a:lnTo>
                    <a:lnTo>
                      <a:pt x="40" y="105"/>
                    </a:lnTo>
                    <a:lnTo>
                      <a:pt x="37" y="105"/>
                    </a:lnTo>
                    <a:lnTo>
                      <a:pt x="37" y="102"/>
                    </a:lnTo>
                    <a:lnTo>
                      <a:pt x="37" y="102"/>
                    </a:lnTo>
                    <a:lnTo>
                      <a:pt x="37" y="105"/>
                    </a:lnTo>
                    <a:lnTo>
                      <a:pt x="35" y="105"/>
                    </a:lnTo>
                    <a:lnTo>
                      <a:pt x="35" y="105"/>
                    </a:lnTo>
                    <a:lnTo>
                      <a:pt x="37" y="105"/>
                    </a:lnTo>
                    <a:lnTo>
                      <a:pt x="37" y="105"/>
                    </a:lnTo>
                    <a:lnTo>
                      <a:pt x="37" y="107"/>
                    </a:lnTo>
                    <a:lnTo>
                      <a:pt x="37" y="107"/>
                    </a:lnTo>
                    <a:lnTo>
                      <a:pt x="35" y="107"/>
                    </a:lnTo>
                    <a:lnTo>
                      <a:pt x="35" y="107"/>
                    </a:lnTo>
                    <a:lnTo>
                      <a:pt x="35" y="107"/>
                    </a:lnTo>
                    <a:lnTo>
                      <a:pt x="35" y="107"/>
                    </a:lnTo>
                    <a:lnTo>
                      <a:pt x="35" y="105"/>
                    </a:lnTo>
                    <a:lnTo>
                      <a:pt x="33" y="105"/>
                    </a:lnTo>
                    <a:lnTo>
                      <a:pt x="33" y="107"/>
                    </a:lnTo>
                    <a:lnTo>
                      <a:pt x="33" y="107"/>
                    </a:lnTo>
                    <a:lnTo>
                      <a:pt x="33" y="107"/>
                    </a:lnTo>
                    <a:lnTo>
                      <a:pt x="33" y="107"/>
                    </a:lnTo>
                    <a:lnTo>
                      <a:pt x="33" y="109"/>
                    </a:lnTo>
                    <a:lnTo>
                      <a:pt x="30" y="109"/>
                    </a:lnTo>
                    <a:lnTo>
                      <a:pt x="30" y="107"/>
                    </a:lnTo>
                    <a:lnTo>
                      <a:pt x="30" y="107"/>
                    </a:lnTo>
                    <a:lnTo>
                      <a:pt x="30" y="107"/>
                    </a:lnTo>
                    <a:lnTo>
                      <a:pt x="28" y="107"/>
                    </a:lnTo>
                    <a:lnTo>
                      <a:pt x="28" y="107"/>
                    </a:lnTo>
                    <a:lnTo>
                      <a:pt x="28" y="107"/>
                    </a:lnTo>
                    <a:lnTo>
                      <a:pt x="28" y="109"/>
                    </a:lnTo>
                    <a:lnTo>
                      <a:pt x="28" y="109"/>
                    </a:lnTo>
                    <a:lnTo>
                      <a:pt x="28" y="109"/>
                    </a:lnTo>
                    <a:lnTo>
                      <a:pt x="26" y="109"/>
                    </a:lnTo>
                    <a:lnTo>
                      <a:pt x="26" y="109"/>
                    </a:lnTo>
                    <a:lnTo>
                      <a:pt x="26" y="109"/>
                    </a:lnTo>
                    <a:lnTo>
                      <a:pt x="23" y="109"/>
                    </a:lnTo>
                    <a:lnTo>
                      <a:pt x="23" y="109"/>
                    </a:lnTo>
                    <a:lnTo>
                      <a:pt x="21" y="109"/>
                    </a:lnTo>
                    <a:lnTo>
                      <a:pt x="21" y="109"/>
                    </a:lnTo>
                    <a:lnTo>
                      <a:pt x="21" y="112"/>
                    </a:lnTo>
                    <a:lnTo>
                      <a:pt x="21" y="112"/>
                    </a:lnTo>
                    <a:lnTo>
                      <a:pt x="21" y="114"/>
                    </a:lnTo>
                    <a:lnTo>
                      <a:pt x="21" y="114"/>
                    </a:lnTo>
                    <a:lnTo>
                      <a:pt x="19" y="114"/>
                    </a:lnTo>
                    <a:lnTo>
                      <a:pt x="19" y="114"/>
                    </a:lnTo>
                    <a:lnTo>
                      <a:pt x="19" y="114"/>
                    </a:lnTo>
                    <a:lnTo>
                      <a:pt x="19" y="114"/>
                    </a:lnTo>
                    <a:lnTo>
                      <a:pt x="19" y="114"/>
                    </a:lnTo>
                    <a:lnTo>
                      <a:pt x="16" y="114"/>
                    </a:lnTo>
                    <a:lnTo>
                      <a:pt x="16" y="114"/>
                    </a:lnTo>
                    <a:lnTo>
                      <a:pt x="14" y="114"/>
                    </a:lnTo>
                    <a:lnTo>
                      <a:pt x="14" y="114"/>
                    </a:lnTo>
                    <a:lnTo>
                      <a:pt x="14" y="114"/>
                    </a:lnTo>
                    <a:lnTo>
                      <a:pt x="14" y="114"/>
                    </a:lnTo>
                    <a:lnTo>
                      <a:pt x="14" y="112"/>
                    </a:lnTo>
                    <a:lnTo>
                      <a:pt x="14" y="112"/>
                    </a:lnTo>
                    <a:lnTo>
                      <a:pt x="16" y="112"/>
                    </a:lnTo>
                    <a:lnTo>
                      <a:pt x="16" y="112"/>
                    </a:lnTo>
                    <a:lnTo>
                      <a:pt x="14" y="112"/>
                    </a:lnTo>
                    <a:lnTo>
                      <a:pt x="14" y="109"/>
                    </a:lnTo>
                    <a:lnTo>
                      <a:pt x="14" y="109"/>
                    </a:lnTo>
                    <a:lnTo>
                      <a:pt x="14" y="109"/>
                    </a:lnTo>
                    <a:lnTo>
                      <a:pt x="14" y="107"/>
                    </a:lnTo>
                    <a:lnTo>
                      <a:pt x="14" y="107"/>
                    </a:lnTo>
                    <a:lnTo>
                      <a:pt x="14" y="107"/>
                    </a:lnTo>
                    <a:lnTo>
                      <a:pt x="14" y="105"/>
                    </a:lnTo>
                    <a:lnTo>
                      <a:pt x="11" y="105"/>
                    </a:lnTo>
                    <a:lnTo>
                      <a:pt x="11" y="107"/>
                    </a:lnTo>
                    <a:lnTo>
                      <a:pt x="11" y="107"/>
                    </a:lnTo>
                    <a:lnTo>
                      <a:pt x="11" y="107"/>
                    </a:lnTo>
                    <a:lnTo>
                      <a:pt x="11" y="109"/>
                    </a:lnTo>
                    <a:lnTo>
                      <a:pt x="9" y="109"/>
                    </a:lnTo>
                    <a:lnTo>
                      <a:pt x="9" y="109"/>
                    </a:lnTo>
                    <a:lnTo>
                      <a:pt x="9" y="109"/>
                    </a:lnTo>
                    <a:lnTo>
                      <a:pt x="7" y="109"/>
                    </a:lnTo>
                    <a:lnTo>
                      <a:pt x="7" y="109"/>
                    </a:lnTo>
                    <a:lnTo>
                      <a:pt x="7" y="109"/>
                    </a:lnTo>
                    <a:lnTo>
                      <a:pt x="7" y="112"/>
                    </a:lnTo>
                    <a:lnTo>
                      <a:pt x="7" y="112"/>
                    </a:lnTo>
                    <a:lnTo>
                      <a:pt x="7" y="112"/>
                    </a:lnTo>
                    <a:lnTo>
                      <a:pt x="4" y="112"/>
                    </a:lnTo>
                    <a:lnTo>
                      <a:pt x="4" y="112"/>
                    </a:lnTo>
                    <a:lnTo>
                      <a:pt x="2" y="112"/>
                    </a:lnTo>
                    <a:lnTo>
                      <a:pt x="2" y="112"/>
                    </a:lnTo>
                    <a:lnTo>
                      <a:pt x="2" y="112"/>
                    </a:lnTo>
                    <a:lnTo>
                      <a:pt x="2" y="114"/>
                    </a:lnTo>
                    <a:lnTo>
                      <a:pt x="0" y="114"/>
                    </a:lnTo>
                    <a:lnTo>
                      <a:pt x="0" y="112"/>
                    </a:lnTo>
                    <a:lnTo>
                      <a:pt x="0" y="112"/>
                    </a:lnTo>
                    <a:lnTo>
                      <a:pt x="2" y="112"/>
                    </a:lnTo>
                    <a:lnTo>
                      <a:pt x="2" y="109"/>
                    </a:lnTo>
                    <a:lnTo>
                      <a:pt x="2" y="109"/>
                    </a:lnTo>
                    <a:lnTo>
                      <a:pt x="2" y="109"/>
                    </a:lnTo>
                    <a:lnTo>
                      <a:pt x="2" y="109"/>
                    </a:lnTo>
                    <a:lnTo>
                      <a:pt x="2" y="109"/>
                    </a:lnTo>
                    <a:lnTo>
                      <a:pt x="2" y="107"/>
                    </a:lnTo>
                    <a:lnTo>
                      <a:pt x="2" y="107"/>
                    </a:lnTo>
                    <a:lnTo>
                      <a:pt x="2" y="107"/>
                    </a:lnTo>
                    <a:lnTo>
                      <a:pt x="4" y="107"/>
                    </a:lnTo>
                    <a:lnTo>
                      <a:pt x="4" y="107"/>
                    </a:lnTo>
                    <a:lnTo>
                      <a:pt x="4" y="107"/>
                    </a:lnTo>
                    <a:lnTo>
                      <a:pt x="4" y="107"/>
                    </a:lnTo>
                    <a:lnTo>
                      <a:pt x="4" y="105"/>
                    </a:lnTo>
                    <a:lnTo>
                      <a:pt x="4" y="105"/>
                    </a:lnTo>
                    <a:lnTo>
                      <a:pt x="4" y="105"/>
                    </a:lnTo>
                    <a:lnTo>
                      <a:pt x="4" y="105"/>
                    </a:lnTo>
                    <a:lnTo>
                      <a:pt x="2" y="105"/>
                    </a:lnTo>
                    <a:lnTo>
                      <a:pt x="2" y="102"/>
                    </a:lnTo>
                    <a:lnTo>
                      <a:pt x="2" y="102"/>
                    </a:lnTo>
                    <a:lnTo>
                      <a:pt x="2" y="102"/>
                    </a:lnTo>
                    <a:lnTo>
                      <a:pt x="0" y="102"/>
                    </a:lnTo>
                    <a:lnTo>
                      <a:pt x="0" y="102"/>
                    </a:lnTo>
                    <a:lnTo>
                      <a:pt x="0" y="102"/>
                    </a:lnTo>
                    <a:lnTo>
                      <a:pt x="0" y="102"/>
                    </a:lnTo>
                    <a:lnTo>
                      <a:pt x="0" y="100"/>
                    </a:lnTo>
                    <a:lnTo>
                      <a:pt x="2" y="100"/>
                    </a:lnTo>
                    <a:lnTo>
                      <a:pt x="2" y="100"/>
                    </a:lnTo>
                    <a:lnTo>
                      <a:pt x="2" y="98"/>
                    </a:lnTo>
                    <a:lnTo>
                      <a:pt x="2" y="98"/>
                    </a:lnTo>
                    <a:lnTo>
                      <a:pt x="2" y="98"/>
                    </a:lnTo>
                    <a:lnTo>
                      <a:pt x="2" y="98"/>
                    </a:lnTo>
                    <a:lnTo>
                      <a:pt x="2" y="95"/>
                    </a:lnTo>
                    <a:lnTo>
                      <a:pt x="2" y="95"/>
                    </a:lnTo>
                    <a:lnTo>
                      <a:pt x="2" y="95"/>
                    </a:lnTo>
                    <a:lnTo>
                      <a:pt x="4" y="95"/>
                    </a:lnTo>
                    <a:lnTo>
                      <a:pt x="4" y="93"/>
                    </a:lnTo>
                    <a:lnTo>
                      <a:pt x="4" y="93"/>
                    </a:lnTo>
                    <a:lnTo>
                      <a:pt x="7" y="93"/>
                    </a:lnTo>
                    <a:lnTo>
                      <a:pt x="7" y="93"/>
                    </a:lnTo>
                    <a:lnTo>
                      <a:pt x="7" y="90"/>
                    </a:lnTo>
                    <a:lnTo>
                      <a:pt x="4" y="90"/>
                    </a:lnTo>
                    <a:lnTo>
                      <a:pt x="4" y="90"/>
                    </a:lnTo>
                    <a:lnTo>
                      <a:pt x="4" y="90"/>
                    </a:lnTo>
                    <a:lnTo>
                      <a:pt x="4" y="88"/>
                    </a:lnTo>
                    <a:lnTo>
                      <a:pt x="4" y="88"/>
                    </a:lnTo>
                    <a:lnTo>
                      <a:pt x="7" y="88"/>
                    </a:lnTo>
                    <a:lnTo>
                      <a:pt x="7" y="88"/>
                    </a:lnTo>
                    <a:lnTo>
                      <a:pt x="7" y="88"/>
                    </a:lnTo>
                    <a:lnTo>
                      <a:pt x="7" y="86"/>
                    </a:lnTo>
                    <a:lnTo>
                      <a:pt x="7" y="86"/>
                    </a:lnTo>
                    <a:lnTo>
                      <a:pt x="7" y="86"/>
                    </a:lnTo>
                    <a:lnTo>
                      <a:pt x="7" y="83"/>
                    </a:lnTo>
                    <a:lnTo>
                      <a:pt x="7" y="83"/>
                    </a:lnTo>
                    <a:lnTo>
                      <a:pt x="7" y="86"/>
                    </a:lnTo>
                    <a:lnTo>
                      <a:pt x="7" y="86"/>
                    </a:lnTo>
                    <a:lnTo>
                      <a:pt x="7" y="86"/>
                    </a:lnTo>
                    <a:lnTo>
                      <a:pt x="7" y="88"/>
                    </a:lnTo>
                    <a:lnTo>
                      <a:pt x="9" y="88"/>
                    </a:lnTo>
                    <a:lnTo>
                      <a:pt x="9" y="88"/>
                    </a:lnTo>
                    <a:lnTo>
                      <a:pt x="9" y="88"/>
                    </a:lnTo>
                    <a:lnTo>
                      <a:pt x="9" y="88"/>
                    </a:lnTo>
                    <a:lnTo>
                      <a:pt x="9" y="88"/>
                    </a:lnTo>
                    <a:lnTo>
                      <a:pt x="9" y="86"/>
                    </a:lnTo>
                    <a:lnTo>
                      <a:pt x="9" y="86"/>
                    </a:lnTo>
                    <a:lnTo>
                      <a:pt x="11" y="86"/>
                    </a:lnTo>
                    <a:lnTo>
                      <a:pt x="11" y="86"/>
                    </a:lnTo>
                    <a:lnTo>
                      <a:pt x="11" y="83"/>
                    </a:lnTo>
                    <a:lnTo>
                      <a:pt x="11" y="83"/>
                    </a:lnTo>
                    <a:lnTo>
                      <a:pt x="11" y="83"/>
                    </a:lnTo>
                    <a:lnTo>
                      <a:pt x="11" y="81"/>
                    </a:lnTo>
                    <a:lnTo>
                      <a:pt x="14" y="81"/>
                    </a:lnTo>
                    <a:lnTo>
                      <a:pt x="14" y="81"/>
                    </a:lnTo>
                    <a:lnTo>
                      <a:pt x="14" y="79"/>
                    </a:lnTo>
                    <a:lnTo>
                      <a:pt x="14" y="79"/>
                    </a:lnTo>
                    <a:lnTo>
                      <a:pt x="14" y="79"/>
                    </a:lnTo>
                    <a:lnTo>
                      <a:pt x="14" y="76"/>
                    </a:lnTo>
                    <a:lnTo>
                      <a:pt x="14" y="76"/>
                    </a:lnTo>
                    <a:lnTo>
                      <a:pt x="14" y="76"/>
                    </a:lnTo>
                    <a:lnTo>
                      <a:pt x="14" y="76"/>
                    </a:lnTo>
                    <a:lnTo>
                      <a:pt x="14" y="76"/>
                    </a:lnTo>
                    <a:lnTo>
                      <a:pt x="14" y="76"/>
                    </a:lnTo>
                    <a:lnTo>
                      <a:pt x="14" y="74"/>
                    </a:lnTo>
                    <a:lnTo>
                      <a:pt x="16" y="74"/>
                    </a:lnTo>
                    <a:lnTo>
                      <a:pt x="16" y="74"/>
                    </a:lnTo>
                    <a:lnTo>
                      <a:pt x="16" y="74"/>
                    </a:lnTo>
                    <a:lnTo>
                      <a:pt x="16" y="72"/>
                    </a:lnTo>
                    <a:lnTo>
                      <a:pt x="16" y="72"/>
                    </a:lnTo>
                    <a:lnTo>
                      <a:pt x="19" y="72"/>
                    </a:lnTo>
                    <a:lnTo>
                      <a:pt x="19" y="72"/>
                    </a:lnTo>
                    <a:lnTo>
                      <a:pt x="19" y="69"/>
                    </a:lnTo>
                    <a:lnTo>
                      <a:pt x="19" y="69"/>
                    </a:lnTo>
                    <a:lnTo>
                      <a:pt x="16" y="69"/>
                    </a:lnTo>
                    <a:lnTo>
                      <a:pt x="16" y="69"/>
                    </a:lnTo>
                    <a:lnTo>
                      <a:pt x="16" y="69"/>
                    </a:lnTo>
                    <a:lnTo>
                      <a:pt x="14" y="69"/>
                    </a:lnTo>
                    <a:lnTo>
                      <a:pt x="14" y="67"/>
                    </a:lnTo>
                    <a:lnTo>
                      <a:pt x="16" y="67"/>
                    </a:lnTo>
                    <a:lnTo>
                      <a:pt x="16" y="67"/>
                    </a:lnTo>
                    <a:lnTo>
                      <a:pt x="16" y="64"/>
                    </a:lnTo>
                    <a:lnTo>
                      <a:pt x="16" y="64"/>
                    </a:lnTo>
                    <a:lnTo>
                      <a:pt x="16" y="64"/>
                    </a:lnTo>
                    <a:lnTo>
                      <a:pt x="16" y="64"/>
                    </a:lnTo>
                    <a:lnTo>
                      <a:pt x="16" y="64"/>
                    </a:lnTo>
                    <a:lnTo>
                      <a:pt x="14" y="64"/>
                    </a:lnTo>
                    <a:lnTo>
                      <a:pt x="14" y="64"/>
                    </a:lnTo>
                    <a:lnTo>
                      <a:pt x="14" y="62"/>
                    </a:lnTo>
                    <a:lnTo>
                      <a:pt x="14" y="62"/>
                    </a:lnTo>
                    <a:lnTo>
                      <a:pt x="14" y="62"/>
                    </a:lnTo>
                    <a:lnTo>
                      <a:pt x="14" y="60"/>
                    </a:lnTo>
                    <a:lnTo>
                      <a:pt x="14" y="60"/>
                    </a:lnTo>
                    <a:lnTo>
                      <a:pt x="14" y="57"/>
                    </a:lnTo>
                    <a:lnTo>
                      <a:pt x="14" y="57"/>
                    </a:lnTo>
                    <a:lnTo>
                      <a:pt x="14" y="57"/>
                    </a:lnTo>
                    <a:lnTo>
                      <a:pt x="14" y="57"/>
                    </a:lnTo>
                    <a:lnTo>
                      <a:pt x="14" y="57"/>
                    </a:lnTo>
                    <a:lnTo>
                      <a:pt x="11" y="57"/>
                    </a:lnTo>
                    <a:lnTo>
                      <a:pt x="11" y="60"/>
                    </a:lnTo>
                    <a:lnTo>
                      <a:pt x="11" y="60"/>
                    </a:lnTo>
                    <a:lnTo>
                      <a:pt x="11" y="57"/>
                    </a:lnTo>
                    <a:lnTo>
                      <a:pt x="11" y="57"/>
                    </a:lnTo>
                    <a:lnTo>
                      <a:pt x="9" y="57"/>
                    </a:lnTo>
                    <a:lnTo>
                      <a:pt x="9" y="55"/>
                    </a:lnTo>
                    <a:lnTo>
                      <a:pt x="11" y="55"/>
                    </a:lnTo>
                    <a:lnTo>
                      <a:pt x="11" y="55"/>
                    </a:lnTo>
                    <a:lnTo>
                      <a:pt x="9" y="55"/>
                    </a:lnTo>
                    <a:lnTo>
                      <a:pt x="9" y="55"/>
                    </a:lnTo>
                    <a:lnTo>
                      <a:pt x="9" y="53"/>
                    </a:lnTo>
                    <a:lnTo>
                      <a:pt x="9" y="53"/>
                    </a:lnTo>
                    <a:lnTo>
                      <a:pt x="9" y="53"/>
                    </a:lnTo>
                    <a:lnTo>
                      <a:pt x="9" y="53"/>
                    </a:lnTo>
                    <a:lnTo>
                      <a:pt x="9" y="50"/>
                    </a:lnTo>
                    <a:lnTo>
                      <a:pt x="9" y="50"/>
                    </a:lnTo>
                    <a:lnTo>
                      <a:pt x="9" y="50"/>
                    </a:lnTo>
                    <a:lnTo>
                      <a:pt x="9" y="50"/>
                    </a:lnTo>
                    <a:lnTo>
                      <a:pt x="7" y="50"/>
                    </a:lnTo>
                    <a:lnTo>
                      <a:pt x="7" y="50"/>
                    </a:lnTo>
                    <a:lnTo>
                      <a:pt x="7" y="50"/>
                    </a:lnTo>
                    <a:lnTo>
                      <a:pt x="7" y="50"/>
                    </a:lnTo>
                    <a:lnTo>
                      <a:pt x="4" y="50"/>
                    </a:lnTo>
                    <a:lnTo>
                      <a:pt x="4" y="50"/>
                    </a:lnTo>
                    <a:lnTo>
                      <a:pt x="4" y="48"/>
                    </a:lnTo>
                    <a:lnTo>
                      <a:pt x="7" y="48"/>
                    </a:lnTo>
                    <a:lnTo>
                      <a:pt x="7" y="48"/>
                    </a:lnTo>
                    <a:lnTo>
                      <a:pt x="7" y="45"/>
                    </a:lnTo>
                    <a:lnTo>
                      <a:pt x="7" y="45"/>
                    </a:lnTo>
                    <a:lnTo>
                      <a:pt x="7" y="45"/>
                    </a:lnTo>
                    <a:lnTo>
                      <a:pt x="7" y="45"/>
                    </a:lnTo>
                    <a:lnTo>
                      <a:pt x="7" y="45"/>
                    </a:lnTo>
                    <a:lnTo>
                      <a:pt x="7" y="43"/>
                    </a:lnTo>
                    <a:lnTo>
                      <a:pt x="9" y="43"/>
                    </a:lnTo>
                    <a:lnTo>
                      <a:pt x="9" y="43"/>
                    </a:lnTo>
                    <a:lnTo>
                      <a:pt x="9" y="43"/>
                    </a:lnTo>
                    <a:lnTo>
                      <a:pt x="9" y="41"/>
                    </a:lnTo>
                    <a:lnTo>
                      <a:pt x="9" y="41"/>
                    </a:lnTo>
                    <a:lnTo>
                      <a:pt x="11" y="41"/>
                    </a:lnTo>
                    <a:lnTo>
                      <a:pt x="11" y="41"/>
                    </a:lnTo>
                    <a:lnTo>
                      <a:pt x="11" y="41"/>
                    </a:lnTo>
                    <a:lnTo>
                      <a:pt x="11" y="38"/>
                    </a:lnTo>
                    <a:lnTo>
                      <a:pt x="11" y="38"/>
                    </a:lnTo>
                    <a:lnTo>
                      <a:pt x="14" y="38"/>
                    </a:lnTo>
                    <a:lnTo>
                      <a:pt x="14" y="38"/>
                    </a:lnTo>
                    <a:lnTo>
                      <a:pt x="14" y="38"/>
                    </a:lnTo>
                    <a:lnTo>
                      <a:pt x="14" y="38"/>
                    </a:lnTo>
                    <a:lnTo>
                      <a:pt x="14" y="38"/>
                    </a:lnTo>
                    <a:lnTo>
                      <a:pt x="16" y="38"/>
                    </a:lnTo>
                    <a:lnTo>
                      <a:pt x="16" y="38"/>
                    </a:lnTo>
                    <a:lnTo>
                      <a:pt x="16" y="36"/>
                    </a:lnTo>
                    <a:lnTo>
                      <a:pt x="16" y="36"/>
                    </a:lnTo>
                    <a:lnTo>
                      <a:pt x="14" y="36"/>
                    </a:lnTo>
                    <a:lnTo>
                      <a:pt x="14" y="36"/>
                    </a:lnTo>
                    <a:lnTo>
                      <a:pt x="14" y="36"/>
                    </a:lnTo>
                    <a:lnTo>
                      <a:pt x="14" y="36"/>
                    </a:lnTo>
                    <a:lnTo>
                      <a:pt x="11" y="36"/>
                    </a:lnTo>
                    <a:lnTo>
                      <a:pt x="11" y="36"/>
                    </a:lnTo>
                    <a:lnTo>
                      <a:pt x="11" y="36"/>
                    </a:lnTo>
                    <a:lnTo>
                      <a:pt x="11" y="38"/>
                    </a:lnTo>
                    <a:lnTo>
                      <a:pt x="9" y="38"/>
                    </a:lnTo>
                    <a:lnTo>
                      <a:pt x="9" y="38"/>
                    </a:lnTo>
                    <a:lnTo>
                      <a:pt x="9" y="36"/>
                    </a:lnTo>
                    <a:lnTo>
                      <a:pt x="9" y="36"/>
                    </a:lnTo>
                    <a:lnTo>
                      <a:pt x="7" y="36"/>
                    </a:lnTo>
                    <a:lnTo>
                      <a:pt x="7" y="36"/>
                    </a:lnTo>
                    <a:lnTo>
                      <a:pt x="7" y="38"/>
                    </a:lnTo>
                    <a:lnTo>
                      <a:pt x="7" y="38"/>
                    </a:lnTo>
                    <a:lnTo>
                      <a:pt x="7" y="38"/>
                    </a:lnTo>
                    <a:lnTo>
                      <a:pt x="7" y="41"/>
                    </a:lnTo>
                    <a:lnTo>
                      <a:pt x="4" y="41"/>
                    </a:lnTo>
                    <a:lnTo>
                      <a:pt x="4" y="41"/>
                    </a:lnTo>
                    <a:lnTo>
                      <a:pt x="4" y="41"/>
                    </a:lnTo>
                    <a:lnTo>
                      <a:pt x="2" y="41"/>
                    </a:lnTo>
                    <a:lnTo>
                      <a:pt x="2" y="41"/>
                    </a:lnTo>
                    <a:lnTo>
                      <a:pt x="2" y="41"/>
                    </a:lnTo>
                    <a:lnTo>
                      <a:pt x="2" y="38"/>
                    </a:lnTo>
                    <a:lnTo>
                      <a:pt x="2" y="38"/>
                    </a:lnTo>
                    <a:lnTo>
                      <a:pt x="2" y="38"/>
                    </a:lnTo>
                    <a:lnTo>
                      <a:pt x="4" y="38"/>
                    </a:lnTo>
                    <a:lnTo>
                      <a:pt x="4" y="38"/>
                    </a:lnTo>
                    <a:lnTo>
                      <a:pt x="4" y="38"/>
                    </a:lnTo>
                    <a:lnTo>
                      <a:pt x="4" y="38"/>
                    </a:lnTo>
                    <a:lnTo>
                      <a:pt x="7" y="38"/>
                    </a:lnTo>
                    <a:lnTo>
                      <a:pt x="7" y="36"/>
                    </a:lnTo>
                    <a:lnTo>
                      <a:pt x="7" y="36"/>
                    </a:lnTo>
                    <a:lnTo>
                      <a:pt x="7" y="36"/>
                    </a:lnTo>
                    <a:lnTo>
                      <a:pt x="4" y="36"/>
                    </a:lnTo>
                    <a:lnTo>
                      <a:pt x="4" y="34"/>
                    </a:lnTo>
                    <a:lnTo>
                      <a:pt x="7" y="34"/>
                    </a:lnTo>
                    <a:lnTo>
                      <a:pt x="7" y="34"/>
                    </a:lnTo>
                    <a:lnTo>
                      <a:pt x="7" y="36"/>
                    </a:lnTo>
                    <a:lnTo>
                      <a:pt x="7" y="36"/>
                    </a:lnTo>
                    <a:lnTo>
                      <a:pt x="9" y="36"/>
                    </a:lnTo>
                    <a:lnTo>
                      <a:pt x="9" y="36"/>
                    </a:lnTo>
                    <a:lnTo>
                      <a:pt x="9" y="36"/>
                    </a:lnTo>
                    <a:lnTo>
                      <a:pt x="9" y="36"/>
                    </a:lnTo>
                    <a:lnTo>
                      <a:pt x="9" y="36"/>
                    </a:lnTo>
                    <a:lnTo>
                      <a:pt x="9" y="36"/>
                    </a:lnTo>
                    <a:lnTo>
                      <a:pt x="9" y="34"/>
                    </a:lnTo>
                    <a:lnTo>
                      <a:pt x="9" y="34"/>
                    </a:lnTo>
                    <a:lnTo>
                      <a:pt x="11" y="34"/>
                    </a:lnTo>
                    <a:lnTo>
                      <a:pt x="11" y="34"/>
                    </a:lnTo>
                    <a:lnTo>
                      <a:pt x="11" y="36"/>
                    </a:lnTo>
                    <a:lnTo>
                      <a:pt x="14" y="36"/>
                    </a:lnTo>
                    <a:lnTo>
                      <a:pt x="14" y="34"/>
                    </a:lnTo>
                    <a:lnTo>
                      <a:pt x="14" y="34"/>
                    </a:lnTo>
                    <a:lnTo>
                      <a:pt x="14" y="34"/>
                    </a:lnTo>
                    <a:lnTo>
                      <a:pt x="16" y="34"/>
                    </a:lnTo>
                    <a:lnTo>
                      <a:pt x="16" y="34"/>
                    </a:lnTo>
                    <a:lnTo>
                      <a:pt x="19" y="34"/>
                    </a:lnTo>
                    <a:lnTo>
                      <a:pt x="19" y="36"/>
                    </a:lnTo>
                    <a:lnTo>
                      <a:pt x="19" y="36"/>
                    </a:lnTo>
                    <a:lnTo>
                      <a:pt x="19" y="34"/>
                    </a:lnTo>
                    <a:lnTo>
                      <a:pt x="19" y="34"/>
                    </a:lnTo>
                    <a:lnTo>
                      <a:pt x="19" y="31"/>
                    </a:lnTo>
                    <a:lnTo>
                      <a:pt x="19" y="31"/>
                    </a:lnTo>
                    <a:lnTo>
                      <a:pt x="19" y="31"/>
                    </a:lnTo>
                    <a:lnTo>
                      <a:pt x="16" y="31"/>
                    </a:lnTo>
                    <a:lnTo>
                      <a:pt x="16" y="29"/>
                    </a:lnTo>
                    <a:lnTo>
                      <a:pt x="16" y="29"/>
                    </a:lnTo>
                    <a:lnTo>
                      <a:pt x="14" y="29"/>
                    </a:lnTo>
                    <a:lnTo>
                      <a:pt x="14" y="31"/>
                    </a:lnTo>
                    <a:lnTo>
                      <a:pt x="14" y="31"/>
                    </a:lnTo>
                    <a:lnTo>
                      <a:pt x="14" y="31"/>
                    </a:lnTo>
                    <a:lnTo>
                      <a:pt x="14" y="34"/>
                    </a:lnTo>
                    <a:lnTo>
                      <a:pt x="14" y="34"/>
                    </a:lnTo>
                    <a:lnTo>
                      <a:pt x="11" y="34"/>
                    </a:lnTo>
                    <a:lnTo>
                      <a:pt x="11" y="31"/>
                    </a:lnTo>
                    <a:lnTo>
                      <a:pt x="11" y="31"/>
                    </a:lnTo>
                    <a:lnTo>
                      <a:pt x="11" y="31"/>
                    </a:lnTo>
                    <a:lnTo>
                      <a:pt x="11" y="29"/>
                    </a:lnTo>
                    <a:lnTo>
                      <a:pt x="11" y="29"/>
                    </a:lnTo>
                    <a:lnTo>
                      <a:pt x="9" y="29"/>
                    </a:lnTo>
                    <a:lnTo>
                      <a:pt x="9" y="26"/>
                    </a:lnTo>
                    <a:lnTo>
                      <a:pt x="9" y="26"/>
                    </a:lnTo>
                    <a:lnTo>
                      <a:pt x="9" y="26"/>
                    </a:lnTo>
                    <a:lnTo>
                      <a:pt x="9" y="26"/>
                    </a:lnTo>
                    <a:lnTo>
                      <a:pt x="9" y="26"/>
                    </a:lnTo>
                    <a:lnTo>
                      <a:pt x="7" y="26"/>
                    </a:lnTo>
                    <a:lnTo>
                      <a:pt x="7" y="26"/>
                    </a:lnTo>
                    <a:lnTo>
                      <a:pt x="7" y="24"/>
                    </a:lnTo>
                    <a:lnTo>
                      <a:pt x="7" y="24"/>
                    </a:lnTo>
                    <a:lnTo>
                      <a:pt x="7" y="24"/>
                    </a:lnTo>
                    <a:lnTo>
                      <a:pt x="7" y="22"/>
                    </a:lnTo>
                    <a:lnTo>
                      <a:pt x="7" y="22"/>
                    </a:lnTo>
                    <a:lnTo>
                      <a:pt x="9" y="22"/>
                    </a:lnTo>
                    <a:lnTo>
                      <a:pt x="9" y="19"/>
                    </a:lnTo>
                    <a:lnTo>
                      <a:pt x="9" y="19"/>
                    </a:lnTo>
                    <a:lnTo>
                      <a:pt x="9" y="19"/>
                    </a:lnTo>
                    <a:lnTo>
                      <a:pt x="11" y="19"/>
                    </a:lnTo>
                    <a:lnTo>
                      <a:pt x="11" y="19"/>
                    </a:lnTo>
                    <a:lnTo>
                      <a:pt x="14" y="19"/>
                    </a:lnTo>
                    <a:lnTo>
                      <a:pt x="14" y="19"/>
                    </a:lnTo>
                    <a:lnTo>
                      <a:pt x="14" y="22"/>
                    </a:lnTo>
                    <a:lnTo>
                      <a:pt x="14" y="22"/>
                    </a:lnTo>
                    <a:lnTo>
                      <a:pt x="16" y="22"/>
                    </a:lnTo>
                    <a:lnTo>
                      <a:pt x="16" y="22"/>
                    </a:lnTo>
                    <a:lnTo>
                      <a:pt x="16" y="22"/>
                    </a:lnTo>
                    <a:lnTo>
                      <a:pt x="19" y="22"/>
                    </a:lnTo>
                    <a:lnTo>
                      <a:pt x="19" y="22"/>
                    </a:lnTo>
                    <a:lnTo>
                      <a:pt x="19" y="22"/>
                    </a:lnTo>
                    <a:lnTo>
                      <a:pt x="19" y="19"/>
                    </a:lnTo>
                    <a:lnTo>
                      <a:pt x="19" y="19"/>
                    </a:lnTo>
                    <a:lnTo>
                      <a:pt x="19" y="19"/>
                    </a:lnTo>
                    <a:lnTo>
                      <a:pt x="19" y="17"/>
                    </a:lnTo>
                    <a:lnTo>
                      <a:pt x="19" y="17"/>
                    </a:lnTo>
                    <a:lnTo>
                      <a:pt x="21" y="17"/>
                    </a:lnTo>
                    <a:lnTo>
                      <a:pt x="21" y="17"/>
                    </a:lnTo>
                    <a:lnTo>
                      <a:pt x="21" y="17"/>
                    </a:lnTo>
                    <a:lnTo>
                      <a:pt x="21" y="17"/>
                    </a:lnTo>
                    <a:lnTo>
                      <a:pt x="21" y="15"/>
                    </a:lnTo>
                    <a:lnTo>
                      <a:pt x="23" y="15"/>
                    </a:lnTo>
                    <a:lnTo>
                      <a:pt x="23" y="15"/>
                    </a:lnTo>
                    <a:lnTo>
                      <a:pt x="23" y="15"/>
                    </a:lnTo>
                    <a:lnTo>
                      <a:pt x="23" y="12"/>
                    </a:lnTo>
                    <a:lnTo>
                      <a:pt x="26" y="12"/>
                    </a:lnTo>
                    <a:lnTo>
                      <a:pt x="26" y="12"/>
                    </a:lnTo>
                    <a:lnTo>
                      <a:pt x="26" y="10"/>
                    </a:lnTo>
                    <a:lnTo>
                      <a:pt x="26" y="10"/>
                    </a:lnTo>
                    <a:lnTo>
                      <a:pt x="26" y="10"/>
                    </a:lnTo>
                    <a:lnTo>
                      <a:pt x="26" y="10"/>
                    </a:lnTo>
                    <a:lnTo>
                      <a:pt x="28" y="10"/>
                    </a:lnTo>
                    <a:lnTo>
                      <a:pt x="28" y="8"/>
                    </a:lnTo>
                    <a:lnTo>
                      <a:pt x="28" y="8"/>
                    </a:lnTo>
                    <a:lnTo>
                      <a:pt x="28" y="8"/>
                    </a:lnTo>
                    <a:lnTo>
                      <a:pt x="30" y="8"/>
                    </a:lnTo>
                    <a:lnTo>
                      <a:pt x="30" y="8"/>
                    </a:lnTo>
                    <a:lnTo>
                      <a:pt x="30" y="8"/>
                    </a:lnTo>
                    <a:lnTo>
                      <a:pt x="33" y="8"/>
                    </a:lnTo>
                    <a:lnTo>
                      <a:pt x="33" y="8"/>
                    </a:lnTo>
                    <a:lnTo>
                      <a:pt x="33" y="8"/>
                    </a:lnTo>
                    <a:lnTo>
                      <a:pt x="35" y="8"/>
                    </a:lnTo>
                    <a:lnTo>
                      <a:pt x="35" y="8"/>
                    </a:lnTo>
                    <a:lnTo>
                      <a:pt x="35" y="8"/>
                    </a:lnTo>
                    <a:lnTo>
                      <a:pt x="35" y="8"/>
                    </a:lnTo>
                    <a:lnTo>
                      <a:pt x="37" y="8"/>
                    </a:lnTo>
                    <a:lnTo>
                      <a:pt x="37" y="8"/>
                    </a:lnTo>
                    <a:lnTo>
                      <a:pt x="37" y="8"/>
                    </a:lnTo>
                    <a:lnTo>
                      <a:pt x="40" y="8"/>
                    </a:lnTo>
                    <a:lnTo>
                      <a:pt x="40" y="8"/>
                    </a:lnTo>
                    <a:lnTo>
                      <a:pt x="40" y="8"/>
                    </a:lnTo>
                    <a:lnTo>
                      <a:pt x="42" y="8"/>
                    </a:lnTo>
                    <a:lnTo>
                      <a:pt x="42" y="8"/>
                    </a:lnTo>
                    <a:lnTo>
                      <a:pt x="42" y="8"/>
                    </a:lnTo>
                    <a:lnTo>
                      <a:pt x="42" y="8"/>
                    </a:lnTo>
                    <a:lnTo>
                      <a:pt x="45" y="8"/>
                    </a:lnTo>
                    <a:lnTo>
                      <a:pt x="45" y="8"/>
                    </a:lnTo>
                    <a:lnTo>
                      <a:pt x="45" y="8"/>
                    </a:lnTo>
                    <a:lnTo>
                      <a:pt x="47" y="8"/>
                    </a:lnTo>
                    <a:lnTo>
                      <a:pt x="47" y="8"/>
                    </a:lnTo>
                    <a:lnTo>
                      <a:pt x="47" y="8"/>
                    </a:lnTo>
                    <a:lnTo>
                      <a:pt x="47" y="8"/>
                    </a:lnTo>
                    <a:lnTo>
                      <a:pt x="49" y="8"/>
                    </a:lnTo>
                    <a:lnTo>
                      <a:pt x="49" y="8"/>
                    </a:lnTo>
                    <a:lnTo>
                      <a:pt x="49" y="8"/>
                    </a:lnTo>
                    <a:lnTo>
                      <a:pt x="49" y="8"/>
                    </a:lnTo>
                    <a:lnTo>
                      <a:pt x="49" y="5"/>
                    </a:lnTo>
                    <a:lnTo>
                      <a:pt x="52" y="5"/>
                    </a:lnTo>
                    <a:lnTo>
                      <a:pt x="52" y="5"/>
                    </a:lnTo>
                    <a:lnTo>
                      <a:pt x="52" y="5"/>
                    </a:lnTo>
                    <a:lnTo>
                      <a:pt x="54" y="5"/>
                    </a:lnTo>
                    <a:lnTo>
                      <a:pt x="54" y="5"/>
                    </a:lnTo>
                    <a:lnTo>
                      <a:pt x="54" y="3"/>
                    </a:lnTo>
                    <a:lnTo>
                      <a:pt x="54" y="3"/>
                    </a:lnTo>
                    <a:lnTo>
                      <a:pt x="54" y="3"/>
                    </a:lnTo>
                    <a:lnTo>
                      <a:pt x="54" y="0"/>
                    </a:lnTo>
                    <a:lnTo>
                      <a:pt x="54" y="0"/>
                    </a:lnTo>
                    <a:lnTo>
                      <a:pt x="54" y="0"/>
                    </a:lnTo>
                    <a:lnTo>
                      <a:pt x="56" y="0"/>
                    </a:lnTo>
                    <a:lnTo>
                      <a:pt x="56" y="0"/>
                    </a:lnTo>
                    <a:lnTo>
                      <a:pt x="56" y="3"/>
                    </a:lnTo>
                    <a:lnTo>
                      <a:pt x="56" y="3"/>
                    </a:lnTo>
                    <a:lnTo>
                      <a:pt x="56" y="3"/>
                    </a:lnTo>
                    <a:lnTo>
                      <a:pt x="56" y="5"/>
                    </a:lnTo>
                    <a:lnTo>
                      <a:pt x="59" y="5"/>
                    </a:lnTo>
                    <a:lnTo>
                      <a:pt x="59" y="5"/>
                    </a:lnTo>
                    <a:lnTo>
                      <a:pt x="59" y="5"/>
                    </a:lnTo>
                    <a:lnTo>
                      <a:pt x="59" y="5"/>
                    </a:lnTo>
                    <a:lnTo>
                      <a:pt x="59" y="8"/>
                    </a:lnTo>
                    <a:lnTo>
                      <a:pt x="59" y="8"/>
                    </a:lnTo>
                    <a:lnTo>
                      <a:pt x="59" y="8"/>
                    </a:lnTo>
                    <a:lnTo>
                      <a:pt x="59" y="10"/>
                    </a:lnTo>
                    <a:lnTo>
                      <a:pt x="61" y="10"/>
                    </a:lnTo>
                    <a:lnTo>
                      <a:pt x="61" y="10"/>
                    </a:lnTo>
                    <a:lnTo>
                      <a:pt x="61" y="12"/>
                    </a:lnTo>
                    <a:lnTo>
                      <a:pt x="61" y="12"/>
                    </a:lnTo>
                    <a:lnTo>
                      <a:pt x="61" y="12"/>
                    </a:lnTo>
                    <a:lnTo>
                      <a:pt x="61" y="12"/>
                    </a:lnTo>
                    <a:lnTo>
                      <a:pt x="61" y="15"/>
                    </a:lnTo>
                    <a:lnTo>
                      <a:pt x="61" y="15"/>
                    </a:lnTo>
                    <a:lnTo>
                      <a:pt x="64" y="15"/>
                    </a:lnTo>
                    <a:lnTo>
                      <a:pt x="64" y="17"/>
                    </a:lnTo>
                    <a:lnTo>
                      <a:pt x="64" y="17"/>
                    </a:lnTo>
                    <a:lnTo>
                      <a:pt x="64" y="17"/>
                    </a:lnTo>
                    <a:lnTo>
                      <a:pt x="66" y="17"/>
                    </a:lnTo>
                    <a:lnTo>
                      <a:pt x="66" y="17"/>
                    </a:lnTo>
                    <a:lnTo>
                      <a:pt x="66" y="19"/>
                    </a:lnTo>
                    <a:lnTo>
                      <a:pt x="66" y="19"/>
                    </a:lnTo>
                    <a:lnTo>
                      <a:pt x="66" y="19"/>
                    </a:lnTo>
                    <a:lnTo>
                      <a:pt x="66" y="19"/>
                    </a:lnTo>
                    <a:lnTo>
                      <a:pt x="66" y="22"/>
                    </a:lnTo>
                    <a:lnTo>
                      <a:pt x="68" y="22"/>
                    </a:lnTo>
                    <a:lnTo>
                      <a:pt x="68" y="22"/>
                    </a:lnTo>
                    <a:lnTo>
                      <a:pt x="68" y="22"/>
                    </a:lnTo>
                    <a:lnTo>
                      <a:pt x="68" y="22"/>
                    </a:lnTo>
                    <a:lnTo>
                      <a:pt x="68" y="24"/>
                    </a:lnTo>
                    <a:lnTo>
                      <a:pt x="71" y="24"/>
                    </a:lnTo>
                    <a:lnTo>
                      <a:pt x="71" y="24"/>
                    </a:lnTo>
                    <a:lnTo>
                      <a:pt x="71" y="26"/>
                    </a:lnTo>
                    <a:lnTo>
                      <a:pt x="71" y="26"/>
                    </a:lnTo>
                    <a:lnTo>
                      <a:pt x="71" y="26"/>
                    </a:lnTo>
                    <a:lnTo>
                      <a:pt x="71" y="26"/>
                    </a:lnTo>
                    <a:lnTo>
                      <a:pt x="73" y="26"/>
                    </a:lnTo>
                    <a:lnTo>
                      <a:pt x="73" y="29"/>
                    </a:lnTo>
                    <a:lnTo>
                      <a:pt x="73" y="29"/>
                    </a:lnTo>
                    <a:lnTo>
                      <a:pt x="73" y="29"/>
                    </a:lnTo>
                    <a:lnTo>
                      <a:pt x="73" y="31"/>
                    </a:lnTo>
                    <a:lnTo>
                      <a:pt x="73" y="31"/>
                    </a:lnTo>
                    <a:lnTo>
                      <a:pt x="75" y="31"/>
                    </a:lnTo>
                    <a:lnTo>
                      <a:pt x="75" y="31"/>
                    </a:lnTo>
                    <a:lnTo>
                      <a:pt x="75" y="34"/>
                    </a:lnTo>
                    <a:lnTo>
                      <a:pt x="75" y="34"/>
                    </a:lnTo>
                    <a:lnTo>
                      <a:pt x="75" y="34"/>
                    </a:lnTo>
                    <a:lnTo>
                      <a:pt x="75" y="34"/>
                    </a:lnTo>
                    <a:lnTo>
                      <a:pt x="75" y="36"/>
                    </a:lnTo>
                    <a:lnTo>
                      <a:pt x="75" y="36"/>
                    </a:lnTo>
                    <a:lnTo>
                      <a:pt x="75" y="36"/>
                    </a:lnTo>
                    <a:lnTo>
                      <a:pt x="75" y="38"/>
                    </a:lnTo>
                    <a:lnTo>
                      <a:pt x="78" y="38"/>
                    </a:lnTo>
                    <a:lnTo>
                      <a:pt x="78" y="38"/>
                    </a:lnTo>
                    <a:lnTo>
                      <a:pt x="78" y="38"/>
                    </a:lnTo>
                    <a:lnTo>
                      <a:pt x="78" y="41"/>
                    </a:lnTo>
                    <a:lnTo>
                      <a:pt x="78" y="41"/>
                    </a:lnTo>
                    <a:lnTo>
                      <a:pt x="78" y="41"/>
                    </a:lnTo>
                    <a:lnTo>
                      <a:pt x="78" y="41"/>
                    </a:lnTo>
                    <a:lnTo>
                      <a:pt x="78" y="43"/>
                    </a:lnTo>
                    <a:lnTo>
                      <a:pt x="78" y="43"/>
                    </a:lnTo>
                    <a:lnTo>
                      <a:pt x="78" y="45"/>
                    </a:lnTo>
                    <a:lnTo>
                      <a:pt x="78" y="45"/>
                    </a:lnTo>
                    <a:lnTo>
                      <a:pt x="80" y="45"/>
                    </a:lnTo>
                    <a:lnTo>
                      <a:pt x="80" y="45"/>
                    </a:lnTo>
                    <a:lnTo>
                      <a:pt x="80" y="48"/>
                    </a:lnTo>
                    <a:lnTo>
                      <a:pt x="80" y="48"/>
                    </a:lnTo>
                    <a:lnTo>
                      <a:pt x="80" y="50"/>
                    </a:lnTo>
                    <a:lnTo>
                      <a:pt x="78" y="50"/>
                    </a:lnTo>
                    <a:lnTo>
                      <a:pt x="78" y="50"/>
                    </a:lnTo>
                    <a:lnTo>
                      <a:pt x="78" y="53"/>
                    </a:lnTo>
                    <a:lnTo>
                      <a:pt x="78" y="53"/>
                    </a:lnTo>
                    <a:lnTo>
                      <a:pt x="78" y="55"/>
                    </a:lnTo>
                    <a:lnTo>
                      <a:pt x="78" y="55"/>
                    </a:lnTo>
                    <a:lnTo>
                      <a:pt x="78" y="55"/>
                    </a:lnTo>
                    <a:lnTo>
                      <a:pt x="78" y="57"/>
                    </a:lnTo>
                    <a:lnTo>
                      <a:pt x="78" y="57"/>
                    </a:lnTo>
                    <a:lnTo>
                      <a:pt x="78" y="57"/>
                    </a:lnTo>
                    <a:lnTo>
                      <a:pt x="78" y="60"/>
                    </a:lnTo>
                    <a:lnTo>
                      <a:pt x="78" y="60"/>
                    </a:lnTo>
                    <a:lnTo>
                      <a:pt x="78" y="62"/>
                    </a:lnTo>
                    <a:lnTo>
                      <a:pt x="78" y="62"/>
                    </a:lnTo>
                    <a:lnTo>
                      <a:pt x="78" y="64"/>
                    </a:lnTo>
                    <a:lnTo>
                      <a:pt x="78" y="64"/>
                    </a:lnTo>
                    <a:lnTo>
                      <a:pt x="78" y="64"/>
                    </a:lnTo>
                    <a:lnTo>
                      <a:pt x="78" y="64"/>
                    </a:lnTo>
                    <a:lnTo>
                      <a:pt x="80" y="64"/>
                    </a:lnTo>
                    <a:lnTo>
                      <a:pt x="80" y="64"/>
                    </a:lnTo>
                    <a:lnTo>
                      <a:pt x="80" y="64"/>
                    </a:lnTo>
                    <a:lnTo>
                      <a:pt x="80" y="64"/>
                    </a:lnTo>
                    <a:lnTo>
                      <a:pt x="80" y="64"/>
                    </a:lnTo>
                    <a:lnTo>
                      <a:pt x="82" y="64"/>
                    </a:lnTo>
                    <a:lnTo>
                      <a:pt x="82" y="67"/>
                    </a:lnTo>
                    <a:lnTo>
                      <a:pt x="80" y="67"/>
                    </a:lnTo>
                    <a:lnTo>
                      <a:pt x="80" y="67"/>
                    </a:lnTo>
                    <a:lnTo>
                      <a:pt x="80" y="69"/>
                    </a:lnTo>
                    <a:lnTo>
                      <a:pt x="80" y="69"/>
                    </a:lnTo>
                    <a:lnTo>
                      <a:pt x="80" y="69"/>
                    </a:lnTo>
                    <a:lnTo>
                      <a:pt x="80" y="72"/>
                    </a:lnTo>
                    <a:lnTo>
                      <a:pt x="80" y="72"/>
                    </a:lnTo>
                    <a:lnTo>
                      <a:pt x="80" y="74"/>
                    </a:lnTo>
                    <a:lnTo>
                      <a:pt x="80" y="74"/>
                    </a:lnTo>
                    <a:lnTo>
                      <a:pt x="80" y="74"/>
                    </a:lnTo>
                    <a:lnTo>
                      <a:pt x="80" y="76"/>
                    </a:lnTo>
                    <a:lnTo>
                      <a:pt x="80" y="76"/>
                    </a:lnTo>
                    <a:lnTo>
                      <a:pt x="80" y="76"/>
                    </a:lnTo>
                    <a:lnTo>
                      <a:pt x="80" y="79"/>
                    </a:lnTo>
                    <a:lnTo>
                      <a:pt x="78" y="79"/>
                    </a:lnTo>
                    <a:lnTo>
                      <a:pt x="78" y="79"/>
                    </a:lnTo>
                    <a:lnTo>
                      <a:pt x="78" y="81"/>
                    </a:lnTo>
                    <a:lnTo>
                      <a:pt x="78" y="81"/>
                    </a:lnTo>
                    <a:lnTo>
                      <a:pt x="75" y="81"/>
                    </a:lnTo>
                    <a:lnTo>
                      <a:pt x="75" y="81"/>
                    </a:lnTo>
                    <a:lnTo>
                      <a:pt x="75" y="83"/>
                    </a:lnTo>
                    <a:lnTo>
                      <a:pt x="75" y="83"/>
                    </a:lnTo>
                    <a:lnTo>
                      <a:pt x="75" y="83"/>
                    </a:lnTo>
                    <a:lnTo>
                      <a:pt x="75" y="86"/>
                    </a:lnTo>
                    <a:lnTo>
                      <a:pt x="75" y="86"/>
                    </a:lnTo>
                    <a:lnTo>
                      <a:pt x="75" y="86"/>
                    </a:lnTo>
                    <a:lnTo>
                      <a:pt x="75" y="86"/>
                    </a:lnTo>
                    <a:lnTo>
                      <a:pt x="73" y="86"/>
                    </a:lnTo>
                    <a:lnTo>
                      <a:pt x="73" y="88"/>
                    </a:lnTo>
                    <a:lnTo>
                      <a:pt x="73" y="88"/>
                    </a:lnTo>
                    <a:lnTo>
                      <a:pt x="73" y="88"/>
                    </a:lnTo>
                    <a:lnTo>
                      <a:pt x="73" y="88"/>
                    </a:lnTo>
                    <a:lnTo>
                      <a:pt x="73" y="90"/>
                    </a:lnTo>
                    <a:lnTo>
                      <a:pt x="71" y="90"/>
                    </a:lnTo>
                    <a:lnTo>
                      <a:pt x="71" y="90"/>
                    </a:lnTo>
                    <a:lnTo>
                      <a:pt x="71" y="90"/>
                    </a:lnTo>
                    <a:lnTo>
                      <a:pt x="68" y="90"/>
                    </a:lnTo>
                    <a:lnTo>
                      <a:pt x="68" y="93"/>
                    </a:lnTo>
                    <a:lnTo>
                      <a:pt x="68" y="93"/>
                    </a:lnTo>
                    <a:lnTo>
                      <a:pt x="68" y="93"/>
                    </a:lnTo>
                    <a:lnTo>
                      <a:pt x="68" y="90"/>
                    </a:lnTo>
                    <a:lnTo>
                      <a:pt x="66" y="90"/>
                    </a:lnTo>
                    <a:lnTo>
                      <a:pt x="66" y="90"/>
                    </a:lnTo>
                    <a:lnTo>
                      <a:pt x="66" y="93"/>
                    </a:lnTo>
                    <a:lnTo>
                      <a:pt x="66" y="93"/>
                    </a:lnTo>
                    <a:lnTo>
                      <a:pt x="66" y="93"/>
                    </a:lnTo>
                    <a:lnTo>
                      <a:pt x="64" y="93"/>
                    </a:lnTo>
                    <a:lnTo>
                      <a:pt x="64" y="93"/>
                    </a:lnTo>
                    <a:lnTo>
                      <a:pt x="64" y="90"/>
                    </a:lnTo>
                    <a:lnTo>
                      <a:pt x="64" y="90"/>
                    </a:lnTo>
                    <a:lnTo>
                      <a:pt x="64" y="93"/>
                    </a:lnTo>
                    <a:lnTo>
                      <a:pt x="64" y="93"/>
                    </a:lnTo>
                    <a:lnTo>
                      <a:pt x="64" y="95"/>
                    </a:lnTo>
                    <a:lnTo>
                      <a:pt x="64" y="95"/>
                    </a:lnTo>
                    <a:lnTo>
                      <a:pt x="64" y="95"/>
                    </a:lnTo>
                    <a:lnTo>
                      <a:pt x="64" y="95"/>
                    </a:lnTo>
                    <a:lnTo>
                      <a:pt x="64" y="95"/>
                    </a:lnTo>
                    <a:lnTo>
                      <a:pt x="64" y="98"/>
                    </a:lnTo>
                    <a:lnTo>
                      <a:pt x="64" y="98"/>
                    </a:lnTo>
                    <a:lnTo>
                      <a:pt x="61" y="98"/>
                    </a:lnTo>
                    <a:lnTo>
                      <a:pt x="61" y="100"/>
                    </a:lnTo>
                    <a:lnTo>
                      <a:pt x="61" y="100"/>
                    </a:lnTo>
                    <a:lnTo>
                      <a:pt x="61" y="100"/>
                    </a:lnTo>
                    <a:lnTo>
                      <a:pt x="61" y="100"/>
                    </a:lnTo>
                    <a:lnTo>
                      <a:pt x="61" y="102"/>
                    </a:lnTo>
                    <a:lnTo>
                      <a:pt x="59" y="102"/>
                    </a:lnTo>
                    <a:lnTo>
                      <a:pt x="59" y="102"/>
                    </a:lnTo>
                    <a:lnTo>
                      <a:pt x="59" y="102"/>
                    </a:lnTo>
                    <a:lnTo>
                      <a:pt x="59" y="102"/>
                    </a:lnTo>
                    <a:lnTo>
                      <a:pt x="59" y="100"/>
                    </a:lnTo>
                    <a:lnTo>
                      <a:pt x="59" y="100"/>
                    </a:lnTo>
                    <a:lnTo>
                      <a:pt x="59" y="100"/>
                    </a:lnTo>
                    <a:lnTo>
                      <a:pt x="59" y="100"/>
                    </a:lnTo>
                    <a:lnTo>
                      <a:pt x="56" y="100"/>
                    </a:lnTo>
                    <a:lnTo>
                      <a:pt x="56" y="100"/>
                    </a:lnTo>
                    <a:lnTo>
                      <a:pt x="56" y="102"/>
                    </a:lnTo>
                    <a:lnTo>
                      <a:pt x="54" y="102"/>
                    </a:lnTo>
                    <a:lnTo>
                      <a:pt x="54" y="102"/>
                    </a:lnTo>
                    <a:lnTo>
                      <a:pt x="54" y="102"/>
                    </a:lnTo>
                    <a:lnTo>
                      <a:pt x="54" y="102"/>
                    </a:lnTo>
                    <a:lnTo>
                      <a:pt x="52" y="102"/>
                    </a:lnTo>
                    <a:lnTo>
                      <a:pt x="52" y="10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127"/>
              <p:cNvSpPr>
                <a:spLocks/>
              </p:cNvSpPr>
              <p:nvPr/>
            </p:nvSpPr>
            <p:spPr bwMode="auto">
              <a:xfrm>
                <a:off x="3027" y="2383"/>
                <a:ext cx="114" cy="109"/>
              </a:xfrm>
              <a:custGeom>
                <a:avLst/>
                <a:gdLst/>
                <a:ahLst/>
                <a:cxnLst>
                  <a:cxn ang="0">
                    <a:pos x="83" y="74"/>
                  </a:cxn>
                  <a:cxn ang="0">
                    <a:pos x="79" y="76"/>
                  </a:cxn>
                  <a:cxn ang="0">
                    <a:pos x="76" y="83"/>
                  </a:cxn>
                  <a:cxn ang="0">
                    <a:pos x="81" y="88"/>
                  </a:cxn>
                  <a:cxn ang="0">
                    <a:pos x="83" y="95"/>
                  </a:cxn>
                  <a:cxn ang="0">
                    <a:pos x="79" y="95"/>
                  </a:cxn>
                  <a:cxn ang="0">
                    <a:pos x="74" y="93"/>
                  </a:cxn>
                  <a:cxn ang="0">
                    <a:pos x="67" y="95"/>
                  </a:cxn>
                  <a:cxn ang="0">
                    <a:pos x="60" y="93"/>
                  </a:cxn>
                  <a:cxn ang="0">
                    <a:pos x="60" y="100"/>
                  </a:cxn>
                  <a:cxn ang="0">
                    <a:pos x="53" y="105"/>
                  </a:cxn>
                  <a:cxn ang="0">
                    <a:pos x="48" y="107"/>
                  </a:cxn>
                  <a:cxn ang="0">
                    <a:pos x="43" y="107"/>
                  </a:cxn>
                  <a:cxn ang="0">
                    <a:pos x="38" y="105"/>
                  </a:cxn>
                  <a:cxn ang="0">
                    <a:pos x="34" y="107"/>
                  </a:cxn>
                  <a:cxn ang="0">
                    <a:pos x="27" y="107"/>
                  </a:cxn>
                  <a:cxn ang="0">
                    <a:pos x="22" y="105"/>
                  </a:cxn>
                  <a:cxn ang="0">
                    <a:pos x="19" y="98"/>
                  </a:cxn>
                  <a:cxn ang="0">
                    <a:pos x="17" y="93"/>
                  </a:cxn>
                  <a:cxn ang="0">
                    <a:pos x="15" y="86"/>
                  </a:cxn>
                  <a:cxn ang="0">
                    <a:pos x="12" y="76"/>
                  </a:cxn>
                  <a:cxn ang="0">
                    <a:pos x="10" y="69"/>
                  </a:cxn>
                  <a:cxn ang="0">
                    <a:pos x="10" y="60"/>
                  </a:cxn>
                  <a:cxn ang="0">
                    <a:pos x="8" y="53"/>
                  </a:cxn>
                  <a:cxn ang="0">
                    <a:pos x="5" y="48"/>
                  </a:cxn>
                  <a:cxn ang="0">
                    <a:pos x="3" y="41"/>
                  </a:cxn>
                  <a:cxn ang="0">
                    <a:pos x="0" y="31"/>
                  </a:cxn>
                  <a:cxn ang="0">
                    <a:pos x="3" y="29"/>
                  </a:cxn>
                  <a:cxn ang="0">
                    <a:pos x="8" y="22"/>
                  </a:cxn>
                  <a:cxn ang="0">
                    <a:pos x="12" y="17"/>
                  </a:cxn>
                  <a:cxn ang="0">
                    <a:pos x="15" y="10"/>
                  </a:cxn>
                  <a:cxn ang="0">
                    <a:pos x="22" y="8"/>
                  </a:cxn>
                  <a:cxn ang="0">
                    <a:pos x="29" y="5"/>
                  </a:cxn>
                  <a:cxn ang="0">
                    <a:pos x="36" y="8"/>
                  </a:cxn>
                  <a:cxn ang="0">
                    <a:pos x="45" y="8"/>
                  </a:cxn>
                  <a:cxn ang="0">
                    <a:pos x="50" y="8"/>
                  </a:cxn>
                  <a:cxn ang="0">
                    <a:pos x="57" y="8"/>
                  </a:cxn>
                  <a:cxn ang="0">
                    <a:pos x="62" y="10"/>
                  </a:cxn>
                  <a:cxn ang="0">
                    <a:pos x="64" y="12"/>
                  </a:cxn>
                  <a:cxn ang="0">
                    <a:pos x="71" y="12"/>
                  </a:cxn>
                  <a:cxn ang="0">
                    <a:pos x="76" y="17"/>
                  </a:cxn>
                  <a:cxn ang="0">
                    <a:pos x="81" y="17"/>
                  </a:cxn>
                  <a:cxn ang="0">
                    <a:pos x="81" y="10"/>
                  </a:cxn>
                  <a:cxn ang="0">
                    <a:pos x="83" y="8"/>
                  </a:cxn>
                  <a:cxn ang="0">
                    <a:pos x="88" y="3"/>
                  </a:cxn>
                  <a:cxn ang="0">
                    <a:pos x="93" y="5"/>
                  </a:cxn>
                  <a:cxn ang="0">
                    <a:pos x="98" y="10"/>
                  </a:cxn>
                  <a:cxn ang="0">
                    <a:pos x="105" y="8"/>
                  </a:cxn>
                  <a:cxn ang="0">
                    <a:pos x="107" y="0"/>
                  </a:cxn>
                  <a:cxn ang="0">
                    <a:pos x="112" y="0"/>
                  </a:cxn>
                  <a:cxn ang="0">
                    <a:pos x="109" y="8"/>
                  </a:cxn>
                  <a:cxn ang="0">
                    <a:pos x="109" y="15"/>
                  </a:cxn>
                  <a:cxn ang="0">
                    <a:pos x="112" y="22"/>
                  </a:cxn>
                  <a:cxn ang="0">
                    <a:pos x="114" y="29"/>
                  </a:cxn>
                  <a:cxn ang="0">
                    <a:pos x="112" y="38"/>
                  </a:cxn>
                  <a:cxn ang="0">
                    <a:pos x="112" y="48"/>
                  </a:cxn>
                  <a:cxn ang="0">
                    <a:pos x="114" y="57"/>
                  </a:cxn>
                  <a:cxn ang="0">
                    <a:pos x="109" y="60"/>
                  </a:cxn>
                  <a:cxn ang="0">
                    <a:pos x="105" y="62"/>
                  </a:cxn>
                  <a:cxn ang="0">
                    <a:pos x="98" y="64"/>
                  </a:cxn>
                  <a:cxn ang="0">
                    <a:pos x="90" y="69"/>
                  </a:cxn>
                  <a:cxn ang="0">
                    <a:pos x="88" y="74"/>
                  </a:cxn>
                </a:cxnLst>
                <a:rect l="0" t="0" r="r" b="b"/>
                <a:pathLst>
                  <a:path w="114" h="109">
                    <a:moveTo>
                      <a:pt x="88" y="74"/>
                    </a:moveTo>
                    <a:lnTo>
                      <a:pt x="88" y="74"/>
                    </a:lnTo>
                    <a:lnTo>
                      <a:pt x="88" y="76"/>
                    </a:lnTo>
                    <a:lnTo>
                      <a:pt x="86" y="76"/>
                    </a:lnTo>
                    <a:lnTo>
                      <a:pt x="86" y="76"/>
                    </a:lnTo>
                    <a:lnTo>
                      <a:pt x="86" y="74"/>
                    </a:lnTo>
                    <a:lnTo>
                      <a:pt x="86" y="74"/>
                    </a:lnTo>
                    <a:lnTo>
                      <a:pt x="86" y="74"/>
                    </a:lnTo>
                    <a:lnTo>
                      <a:pt x="83" y="74"/>
                    </a:lnTo>
                    <a:lnTo>
                      <a:pt x="83" y="74"/>
                    </a:lnTo>
                    <a:lnTo>
                      <a:pt x="81" y="74"/>
                    </a:lnTo>
                    <a:lnTo>
                      <a:pt x="81" y="74"/>
                    </a:lnTo>
                    <a:lnTo>
                      <a:pt x="81" y="72"/>
                    </a:lnTo>
                    <a:lnTo>
                      <a:pt x="81" y="72"/>
                    </a:lnTo>
                    <a:lnTo>
                      <a:pt x="81" y="74"/>
                    </a:lnTo>
                    <a:lnTo>
                      <a:pt x="79" y="74"/>
                    </a:lnTo>
                    <a:lnTo>
                      <a:pt x="79" y="74"/>
                    </a:lnTo>
                    <a:lnTo>
                      <a:pt x="79" y="76"/>
                    </a:lnTo>
                    <a:lnTo>
                      <a:pt x="79" y="76"/>
                    </a:lnTo>
                    <a:lnTo>
                      <a:pt x="79" y="76"/>
                    </a:lnTo>
                    <a:lnTo>
                      <a:pt x="76" y="76"/>
                    </a:lnTo>
                    <a:lnTo>
                      <a:pt x="76" y="76"/>
                    </a:lnTo>
                    <a:lnTo>
                      <a:pt x="76" y="76"/>
                    </a:lnTo>
                    <a:lnTo>
                      <a:pt x="76" y="79"/>
                    </a:lnTo>
                    <a:lnTo>
                      <a:pt x="76" y="79"/>
                    </a:lnTo>
                    <a:lnTo>
                      <a:pt x="76" y="79"/>
                    </a:lnTo>
                    <a:lnTo>
                      <a:pt x="76" y="79"/>
                    </a:lnTo>
                    <a:lnTo>
                      <a:pt x="76" y="81"/>
                    </a:lnTo>
                    <a:lnTo>
                      <a:pt x="76" y="81"/>
                    </a:lnTo>
                    <a:lnTo>
                      <a:pt x="76" y="83"/>
                    </a:lnTo>
                    <a:lnTo>
                      <a:pt x="76" y="83"/>
                    </a:lnTo>
                    <a:lnTo>
                      <a:pt x="76" y="86"/>
                    </a:lnTo>
                    <a:lnTo>
                      <a:pt x="79" y="86"/>
                    </a:lnTo>
                    <a:lnTo>
                      <a:pt x="79" y="86"/>
                    </a:lnTo>
                    <a:lnTo>
                      <a:pt x="79" y="88"/>
                    </a:lnTo>
                    <a:lnTo>
                      <a:pt x="79" y="88"/>
                    </a:lnTo>
                    <a:lnTo>
                      <a:pt x="79" y="88"/>
                    </a:lnTo>
                    <a:lnTo>
                      <a:pt x="79" y="88"/>
                    </a:lnTo>
                    <a:lnTo>
                      <a:pt x="81" y="88"/>
                    </a:lnTo>
                    <a:lnTo>
                      <a:pt x="81" y="88"/>
                    </a:lnTo>
                    <a:lnTo>
                      <a:pt x="81" y="88"/>
                    </a:lnTo>
                    <a:lnTo>
                      <a:pt x="81" y="91"/>
                    </a:lnTo>
                    <a:lnTo>
                      <a:pt x="81" y="91"/>
                    </a:lnTo>
                    <a:lnTo>
                      <a:pt x="83" y="91"/>
                    </a:lnTo>
                    <a:lnTo>
                      <a:pt x="83" y="91"/>
                    </a:lnTo>
                    <a:lnTo>
                      <a:pt x="83" y="91"/>
                    </a:lnTo>
                    <a:lnTo>
                      <a:pt x="83" y="93"/>
                    </a:lnTo>
                    <a:lnTo>
                      <a:pt x="83" y="93"/>
                    </a:lnTo>
                    <a:lnTo>
                      <a:pt x="83" y="93"/>
                    </a:lnTo>
                    <a:lnTo>
                      <a:pt x="83" y="95"/>
                    </a:lnTo>
                    <a:lnTo>
                      <a:pt x="83" y="95"/>
                    </a:lnTo>
                    <a:lnTo>
                      <a:pt x="83" y="98"/>
                    </a:lnTo>
                    <a:lnTo>
                      <a:pt x="83" y="98"/>
                    </a:lnTo>
                    <a:lnTo>
                      <a:pt x="81" y="98"/>
                    </a:lnTo>
                    <a:lnTo>
                      <a:pt x="81" y="98"/>
                    </a:lnTo>
                    <a:lnTo>
                      <a:pt x="81" y="98"/>
                    </a:lnTo>
                    <a:lnTo>
                      <a:pt x="81" y="98"/>
                    </a:lnTo>
                    <a:lnTo>
                      <a:pt x="79" y="98"/>
                    </a:lnTo>
                    <a:lnTo>
                      <a:pt x="79" y="95"/>
                    </a:lnTo>
                    <a:lnTo>
                      <a:pt x="79" y="95"/>
                    </a:lnTo>
                    <a:lnTo>
                      <a:pt x="79" y="95"/>
                    </a:lnTo>
                    <a:lnTo>
                      <a:pt x="79" y="98"/>
                    </a:lnTo>
                    <a:lnTo>
                      <a:pt x="76" y="98"/>
                    </a:lnTo>
                    <a:lnTo>
                      <a:pt x="76" y="95"/>
                    </a:lnTo>
                    <a:lnTo>
                      <a:pt x="76" y="95"/>
                    </a:lnTo>
                    <a:lnTo>
                      <a:pt x="76" y="95"/>
                    </a:lnTo>
                    <a:lnTo>
                      <a:pt x="76" y="93"/>
                    </a:lnTo>
                    <a:lnTo>
                      <a:pt x="74" y="93"/>
                    </a:lnTo>
                    <a:lnTo>
                      <a:pt x="74" y="93"/>
                    </a:lnTo>
                    <a:lnTo>
                      <a:pt x="74" y="93"/>
                    </a:lnTo>
                    <a:lnTo>
                      <a:pt x="74" y="93"/>
                    </a:lnTo>
                    <a:lnTo>
                      <a:pt x="71" y="93"/>
                    </a:lnTo>
                    <a:lnTo>
                      <a:pt x="71" y="93"/>
                    </a:lnTo>
                    <a:lnTo>
                      <a:pt x="71" y="93"/>
                    </a:lnTo>
                    <a:lnTo>
                      <a:pt x="71" y="93"/>
                    </a:lnTo>
                    <a:lnTo>
                      <a:pt x="69" y="93"/>
                    </a:lnTo>
                    <a:lnTo>
                      <a:pt x="69" y="93"/>
                    </a:lnTo>
                    <a:lnTo>
                      <a:pt x="67" y="93"/>
                    </a:lnTo>
                    <a:lnTo>
                      <a:pt x="67" y="93"/>
                    </a:lnTo>
                    <a:lnTo>
                      <a:pt x="67" y="95"/>
                    </a:lnTo>
                    <a:lnTo>
                      <a:pt x="67" y="95"/>
                    </a:lnTo>
                    <a:lnTo>
                      <a:pt x="67" y="95"/>
                    </a:lnTo>
                    <a:lnTo>
                      <a:pt x="64" y="95"/>
                    </a:lnTo>
                    <a:lnTo>
                      <a:pt x="64" y="95"/>
                    </a:lnTo>
                    <a:lnTo>
                      <a:pt x="64" y="95"/>
                    </a:lnTo>
                    <a:lnTo>
                      <a:pt x="64" y="95"/>
                    </a:lnTo>
                    <a:lnTo>
                      <a:pt x="62" y="95"/>
                    </a:lnTo>
                    <a:lnTo>
                      <a:pt x="62" y="95"/>
                    </a:lnTo>
                    <a:lnTo>
                      <a:pt x="60" y="95"/>
                    </a:lnTo>
                    <a:lnTo>
                      <a:pt x="60" y="93"/>
                    </a:lnTo>
                    <a:lnTo>
                      <a:pt x="60" y="93"/>
                    </a:lnTo>
                    <a:lnTo>
                      <a:pt x="60" y="95"/>
                    </a:lnTo>
                    <a:lnTo>
                      <a:pt x="60" y="95"/>
                    </a:lnTo>
                    <a:lnTo>
                      <a:pt x="60" y="95"/>
                    </a:lnTo>
                    <a:lnTo>
                      <a:pt x="60" y="98"/>
                    </a:lnTo>
                    <a:lnTo>
                      <a:pt x="60" y="98"/>
                    </a:lnTo>
                    <a:lnTo>
                      <a:pt x="60" y="98"/>
                    </a:lnTo>
                    <a:lnTo>
                      <a:pt x="60" y="98"/>
                    </a:lnTo>
                    <a:lnTo>
                      <a:pt x="60" y="100"/>
                    </a:lnTo>
                    <a:lnTo>
                      <a:pt x="60" y="100"/>
                    </a:lnTo>
                    <a:lnTo>
                      <a:pt x="60" y="100"/>
                    </a:lnTo>
                    <a:lnTo>
                      <a:pt x="57" y="100"/>
                    </a:lnTo>
                    <a:lnTo>
                      <a:pt x="57" y="100"/>
                    </a:lnTo>
                    <a:lnTo>
                      <a:pt x="57" y="102"/>
                    </a:lnTo>
                    <a:lnTo>
                      <a:pt x="55" y="102"/>
                    </a:lnTo>
                    <a:lnTo>
                      <a:pt x="55" y="102"/>
                    </a:lnTo>
                    <a:lnTo>
                      <a:pt x="55" y="105"/>
                    </a:lnTo>
                    <a:lnTo>
                      <a:pt x="55" y="105"/>
                    </a:lnTo>
                    <a:lnTo>
                      <a:pt x="55" y="105"/>
                    </a:lnTo>
                    <a:lnTo>
                      <a:pt x="53" y="105"/>
                    </a:lnTo>
                    <a:lnTo>
                      <a:pt x="53" y="105"/>
                    </a:lnTo>
                    <a:lnTo>
                      <a:pt x="53" y="105"/>
                    </a:lnTo>
                    <a:lnTo>
                      <a:pt x="53" y="105"/>
                    </a:lnTo>
                    <a:lnTo>
                      <a:pt x="53" y="105"/>
                    </a:lnTo>
                    <a:lnTo>
                      <a:pt x="50" y="105"/>
                    </a:lnTo>
                    <a:lnTo>
                      <a:pt x="50" y="105"/>
                    </a:lnTo>
                    <a:lnTo>
                      <a:pt x="48" y="105"/>
                    </a:lnTo>
                    <a:lnTo>
                      <a:pt x="48" y="105"/>
                    </a:lnTo>
                    <a:lnTo>
                      <a:pt x="48" y="105"/>
                    </a:lnTo>
                    <a:lnTo>
                      <a:pt x="48" y="107"/>
                    </a:lnTo>
                    <a:lnTo>
                      <a:pt x="48" y="107"/>
                    </a:lnTo>
                    <a:lnTo>
                      <a:pt x="48" y="107"/>
                    </a:lnTo>
                    <a:lnTo>
                      <a:pt x="45" y="107"/>
                    </a:lnTo>
                    <a:lnTo>
                      <a:pt x="45" y="107"/>
                    </a:lnTo>
                    <a:lnTo>
                      <a:pt x="45" y="107"/>
                    </a:lnTo>
                    <a:lnTo>
                      <a:pt x="45" y="107"/>
                    </a:lnTo>
                    <a:lnTo>
                      <a:pt x="43" y="107"/>
                    </a:lnTo>
                    <a:lnTo>
                      <a:pt x="43" y="107"/>
                    </a:lnTo>
                    <a:lnTo>
                      <a:pt x="43" y="107"/>
                    </a:lnTo>
                    <a:lnTo>
                      <a:pt x="43" y="107"/>
                    </a:lnTo>
                    <a:lnTo>
                      <a:pt x="41" y="107"/>
                    </a:lnTo>
                    <a:lnTo>
                      <a:pt x="41" y="105"/>
                    </a:lnTo>
                    <a:lnTo>
                      <a:pt x="41" y="105"/>
                    </a:lnTo>
                    <a:lnTo>
                      <a:pt x="41" y="105"/>
                    </a:lnTo>
                    <a:lnTo>
                      <a:pt x="41" y="105"/>
                    </a:lnTo>
                    <a:lnTo>
                      <a:pt x="41" y="105"/>
                    </a:lnTo>
                    <a:lnTo>
                      <a:pt x="41" y="105"/>
                    </a:lnTo>
                    <a:lnTo>
                      <a:pt x="38" y="105"/>
                    </a:lnTo>
                    <a:lnTo>
                      <a:pt x="38" y="105"/>
                    </a:lnTo>
                    <a:lnTo>
                      <a:pt x="38" y="105"/>
                    </a:lnTo>
                    <a:lnTo>
                      <a:pt x="36" y="105"/>
                    </a:lnTo>
                    <a:lnTo>
                      <a:pt x="36" y="105"/>
                    </a:lnTo>
                    <a:lnTo>
                      <a:pt x="36" y="102"/>
                    </a:lnTo>
                    <a:lnTo>
                      <a:pt x="34" y="102"/>
                    </a:lnTo>
                    <a:lnTo>
                      <a:pt x="34" y="102"/>
                    </a:lnTo>
                    <a:lnTo>
                      <a:pt x="34" y="105"/>
                    </a:lnTo>
                    <a:lnTo>
                      <a:pt x="34" y="105"/>
                    </a:lnTo>
                    <a:lnTo>
                      <a:pt x="34" y="105"/>
                    </a:lnTo>
                    <a:lnTo>
                      <a:pt x="34" y="107"/>
                    </a:lnTo>
                    <a:lnTo>
                      <a:pt x="34" y="107"/>
                    </a:lnTo>
                    <a:lnTo>
                      <a:pt x="34" y="109"/>
                    </a:lnTo>
                    <a:lnTo>
                      <a:pt x="31" y="109"/>
                    </a:lnTo>
                    <a:lnTo>
                      <a:pt x="31" y="109"/>
                    </a:lnTo>
                    <a:lnTo>
                      <a:pt x="31" y="107"/>
                    </a:lnTo>
                    <a:lnTo>
                      <a:pt x="31" y="107"/>
                    </a:lnTo>
                    <a:lnTo>
                      <a:pt x="31" y="107"/>
                    </a:lnTo>
                    <a:lnTo>
                      <a:pt x="29" y="107"/>
                    </a:lnTo>
                    <a:lnTo>
                      <a:pt x="29" y="107"/>
                    </a:lnTo>
                    <a:lnTo>
                      <a:pt x="27" y="107"/>
                    </a:lnTo>
                    <a:lnTo>
                      <a:pt x="27" y="107"/>
                    </a:lnTo>
                    <a:lnTo>
                      <a:pt x="27" y="105"/>
                    </a:lnTo>
                    <a:lnTo>
                      <a:pt x="27" y="105"/>
                    </a:lnTo>
                    <a:lnTo>
                      <a:pt x="27" y="102"/>
                    </a:lnTo>
                    <a:lnTo>
                      <a:pt x="27" y="102"/>
                    </a:lnTo>
                    <a:lnTo>
                      <a:pt x="24" y="102"/>
                    </a:lnTo>
                    <a:lnTo>
                      <a:pt x="24" y="102"/>
                    </a:lnTo>
                    <a:lnTo>
                      <a:pt x="22" y="102"/>
                    </a:lnTo>
                    <a:lnTo>
                      <a:pt x="22" y="105"/>
                    </a:lnTo>
                    <a:lnTo>
                      <a:pt x="22" y="105"/>
                    </a:lnTo>
                    <a:lnTo>
                      <a:pt x="22" y="105"/>
                    </a:lnTo>
                    <a:lnTo>
                      <a:pt x="22" y="105"/>
                    </a:lnTo>
                    <a:lnTo>
                      <a:pt x="22" y="105"/>
                    </a:lnTo>
                    <a:lnTo>
                      <a:pt x="19" y="105"/>
                    </a:lnTo>
                    <a:lnTo>
                      <a:pt x="19" y="102"/>
                    </a:lnTo>
                    <a:lnTo>
                      <a:pt x="19" y="102"/>
                    </a:lnTo>
                    <a:lnTo>
                      <a:pt x="19" y="100"/>
                    </a:lnTo>
                    <a:lnTo>
                      <a:pt x="19" y="100"/>
                    </a:lnTo>
                    <a:lnTo>
                      <a:pt x="19" y="100"/>
                    </a:lnTo>
                    <a:lnTo>
                      <a:pt x="19" y="100"/>
                    </a:lnTo>
                    <a:lnTo>
                      <a:pt x="19" y="98"/>
                    </a:lnTo>
                    <a:lnTo>
                      <a:pt x="19" y="98"/>
                    </a:lnTo>
                    <a:lnTo>
                      <a:pt x="19" y="98"/>
                    </a:lnTo>
                    <a:lnTo>
                      <a:pt x="17" y="98"/>
                    </a:lnTo>
                    <a:lnTo>
                      <a:pt x="17" y="98"/>
                    </a:lnTo>
                    <a:lnTo>
                      <a:pt x="17" y="95"/>
                    </a:lnTo>
                    <a:lnTo>
                      <a:pt x="15" y="95"/>
                    </a:lnTo>
                    <a:lnTo>
                      <a:pt x="15" y="95"/>
                    </a:lnTo>
                    <a:lnTo>
                      <a:pt x="15" y="93"/>
                    </a:lnTo>
                    <a:lnTo>
                      <a:pt x="15" y="93"/>
                    </a:lnTo>
                    <a:lnTo>
                      <a:pt x="17" y="93"/>
                    </a:lnTo>
                    <a:lnTo>
                      <a:pt x="17" y="91"/>
                    </a:lnTo>
                    <a:lnTo>
                      <a:pt x="17" y="91"/>
                    </a:lnTo>
                    <a:lnTo>
                      <a:pt x="17" y="88"/>
                    </a:lnTo>
                    <a:lnTo>
                      <a:pt x="17" y="88"/>
                    </a:lnTo>
                    <a:lnTo>
                      <a:pt x="17" y="88"/>
                    </a:lnTo>
                    <a:lnTo>
                      <a:pt x="15" y="88"/>
                    </a:lnTo>
                    <a:lnTo>
                      <a:pt x="15" y="88"/>
                    </a:lnTo>
                    <a:lnTo>
                      <a:pt x="15" y="88"/>
                    </a:lnTo>
                    <a:lnTo>
                      <a:pt x="15" y="86"/>
                    </a:lnTo>
                    <a:lnTo>
                      <a:pt x="15" y="86"/>
                    </a:lnTo>
                    <a:lnTo>
                      <a:pt x="15" y="83"/>
                    </a:lnTo>
                    <a:lnTo>
                      <a:pt x="15" y="83"/>
                    </a:lnTo>
                    <a:lnTo>
                      <a:pt x="15" y="81"/>
                    </a:lnTo>
                    <a:lnTo>
                      <a:pt x="15" y="81"/>
                    </a:lnTo>
                    <a:lnTo>
                      <a:pt x="15" y="79"/>
                    </a:lnTo>
                    <a:lnTo>
                      <a:pt x="12" y="79"/>
                    </a:lnTo>
                    <a:lnTo>
                      <a:pt x="12" y="79"/>
                    </a:lnTo>
                    <a:lnTo>
                      <a:pt x="12" y="79"/>
                    </a:lnTo>
                    <a:lnTo>
                      <a:pt x="12" y="76"/>
                    </a:lnTo>
                    <a:lnTo>
                      <a:pt x="12" y="76"/>
                    </a:lnTo>
                    <a:lnTo>
                      <a:pt x="12" y="74"/>
                    </a:lnTo>
                    <a:lnTo>
                      <a:pt x="12" y="74"/>
                    </a:lnTo>
                    <a:lnTo>
                      <a:pt x="12" y="72"/>
                    </a:lnTo>
                    <a:lnTo>
                      <a:pt x="12" y="72"/>
                    </a:lnTo>
                    <a:lnTo>
                      <a:pt x="12" y="72"/>
                    </a:lnTo>
                    <a:lnTo>
                      <a:pt x="12" y="72"/>
                    </a:lnTo>
                    <a:lnTo>
                      <a:pt x="12" y="69"/>
                    </a:lnTo>
                    <a:lnTo>
                      <a:pt x="12" y="69"/>
                    </a:lnTo>
                    <a:lnTo>
                      <a:pt x="10" y="69"/>
                    </a:lnTo>
                    <a:lnTo>
                      <a:pt x="10" y="69"/>
                    </a:lnTo>
                    <a:lnTo>
                      <a:pt x="10" y="67"/>
                    </a:lnTo>
                    <a:lnTo>
                      <a:pt x="10" y="67"/>
                    </a:lnTo>
                    <a:lnTo>
                      <a:pt x="10" y="64"/>
                    </a:lnTo>
                    <a:lnTo>
                      <a:pt x="10" y="64"/>
                    </a:lnTo>
                    <a:lnTo>
                      <a:pt x="10" y="64"/>
                    </a:lnTo>
                    <a:lnTo>
                      <a:pt x="8" y="64"/>
                    </a:lnTo>
                    <a:lnTo>
                      <a:pt x="8" y="62"/>
                    </a:lnTo>
                    <a:lnTo>
                      <a:pt x="8" y="62"/>
                    </a:lnTo>
                    <a:lnTo>
                      <a:pt x="8" y="60"/>
                    </a:lnTo>
                    <a:lnTo>
                      <a:pt x="10" y="60"/>
                    </a:lnTo>
                    <a:lnTo>
                      <a:pt x="10" y="60"/>
                    </a:lnTo>
                    <a:lnTo>
                      <a:pt x="10" y="60"/>
                    </a:lnTo>
                    <a:lnTo>
                      <a:pt x="10" y="57"/>
                    </a:lnTo>
                    <a:lnTo>
                      <a:pt x="10" y="57"/>
                    </a:lnTo>
                    <a:lnTo>
                      <a:pt x="10" y="57"/>
                    </a:lnTo>
                    <a:lnTo>
                      <a:pt x="10" y="55"/>
                    </a:lnTo>
                    <a:lnTo>
                      <a:pt x="10" y="55"/>
                    </a:lnTo>
                    <a:lnTo>
                      <a:pt x="10" y="55"/>
                    </a:lnTo>
                    <a:lnTo>
                      <a:pt x="8" y="55"/>
                    </a:lnTo>
                    <a:lnTo>
                      <a:pt x="8" y="53"/>
                    </a:lnTo>
                    <a:lnTo>
                      <a:pt x="8" y="53"/>
                    </a:lnTo>
                    <a:lnTo>
                      <a:pt x="8" y="53"/>
                    </a:lnTo>
                    <a:lnTo>
                      <a:pt x="8" y="53"/>
                    </a:lnTo>
                    <a:lnTo>
                      <a:pt x="8" y="50"/>
                    </a:lnTo>
                    <a:lnTo>
                      <a:pt x="5" y="50"/>
                    </a:lnTo>
                    <a:lnTo>
                      <a:pt x="5" y="50"/>
                    </a:lnTo>
                    <a:lnTo>
                      <a:pt x="5" y="50"/>
                    </a:lnTo>
                    <a:lnTo>
                      <a:pt x="5" y="50"/>
                    </a:lnTo>
                    <a:lnTo>
                      <a:pt x="5" y="50"/>
                    </a:lnTo>
                    <a:lnTo>
                      <a:pt x="5" y="48"/>
                    </a:lnTo>
                    <a:lnTo>
                      <a:pt x="5" y="48"/>
                    </a:lnTo>
                    <a:lnTo>
                      <a:pt x="5" y="48"/>
                    </a:lnTo>
                    <a:lnTo>
                      <a:pt x="5" y="45"/>
                    </a:lnTo>
                    <a:lnTo>
                      <a:pt x="5" y="45"/>
                    </a:lnTo>
                    <a:lnTo>
                      <a:pt x="5" y="45"/>
                    </a:lnTo>
                    <a:lnTo>
                      <a:pt x="5" y="43"/>
                    </a:lnTo>
                    <a:lnTo>
                      <a:pt x="5" y="43"/>
                    </a:lnTo>
                    <a:lnTo>
                      <a:pt x="5" y="41"/>
                    </a:lnTo>
                    <a:lnTo>
                      <a:pt x="5" y="41"/>
                    </a:lnTo>
                    <a:lnTo>
                      <a:pt x="3" y="41"/>
                    </a:lnTo>
                    <a:lnTo>
                      <a:pt x="3" y="38"/>
                    </a:lnTo>
                    <a:lnTo>
                      <a:pt x="3" y="38"/>
                    </a:lnTo>
                    <a:lnTo>
                      <a:pt x="3" y="38"/>
                    </a:lnTo>
                    <a:lnTo>
                      <a:pt x="3" y="38"/>
                    </a:lnTo>
                    <a:lnTo>
                      <a:pt x="0" y="38"/>
                    </a:lnTo>
                    <a:lnTo>
                      <a:pt x="0" y="36"/>
                    </a:lnTo>
                    <a:lnTo>
                      <a:pt x="0" y="36"/>
                    </a:lnTo>
                    <a:lnTo>
                      <a:pt x="0" y="34"/>
                    </a:lnTo>
                    <a:lnTo>
                      <a:pt x="0" y="34"/>
                    </a:lnTo>
                    <a:lnTo>
                      <a:pt x="0" y="31"/>
                    </a:lnTo>
                    <a:lnTo>
                      <a:pt x="0" y="31"/>
                    </a:lnTo>
                    <a:lnTo>
                      <a:pt x="0" y="29"/>
                    </a:lnTo>
                    <a:lnTo>
                      <a:pt x="0" y="29"/>
                    </a:lnTo>
                    <a:lnTo>
                      <a:pt x="0" y="29"/>
                    </a:lnTo>
                    <a:lnTo>
                      <a:pt x="0" y="29"/>
                    </a:lnTo>
                    <a:lnTo>
                      <a:pt x="0" y="29"/>
                    </a:lnTo>
                    <a:lnTo>
                      <a:pt x="0" y="27"/>
                    </a:lnTo>
                    <a:lnTo>
                      <a:pt x="3" y="27"/>
                    </a:lnTo>
                    <a:lnTo>
                      <a:pt x="3" y="29"/>
                    </a:lnTo>
                    <a:lnTo>
                      <a:pt x="3" y="29"/>
                    </a:lnTo>
                    <a:lnTo>
                      <a:pt x="3" y="27"/>
                    </a:lnTo>
                    <a:lnTo>
                      <a:pt x="5" y="27"/>
                    </a:lnTo>
                    <a:lnTo>
                      <a:pt x="5" y="27"/>
                    </a:lnTo>
                    <a:lnTo>
                      <a:pt x="5" y="27"/>
                    </a:lnTo>
                    <a:lnTo>
                      <a:pt x="5" y="27"/>
                    </a:lnTo>
                    <a:lnTo>
                      <a:pt x="5" y="24"/>
                    </a:lnTo>
                    <a:lnTo>
                      <a:pt x="5" y="24"/>
                    </a:lnTo>
                    <a:lnTo>
                      <a:pt x="8" y="24"/>
                    </a:lnTo>
                    <a:lnTo>
                      <a:pt x="8" y="24"/>
                    </a:lnTo>
                    <a:lnTo>
                      <a:pt x="8" y="22"/>
                    </a:lnTo>
                    <a:lnTo>
                      <a:pt x="8" y="22"/>
                    </a:lnTo>
                    <a:lnTo>
                      <a:pt x="8" y="22"/>
                    </a:lnTo>
                    <a:lnTo>
                      <a:pt x="10" y="22"/>
                    </a:lnTo>
                    <a:lnTo>
                      <a:pt x="10" y="19"/>
                    </a:lnTo>
                    <a:lnTo>
                      <a:pt x="10" y="19"/>
                    </a:lnTo>
                    <a:lnTo>
                      <a:pt x="10" y="19"/>
                    </a:lnTo>
                    <a:lnTo>
                      <a:pt x="10" y="19"/>
                    </a:lnTo>
                    <a:lnTo>
                      <a:pt x="10" y="17"/>
                    </a:lnTo>
                    <a:lnTo>
                      <a:pt x="12" y="17"/>
                    </a:lnTo>
                    <a:lnTo>
                      <a:pt x="12" y="17"/>
                    </a:lnTo>
                    <a:lnTo>
                      <a:pt x="12" y="17"/>
                    </a:lnTo>
                    <a:lnTo>
                      <a:pt x="12" y="17"/>
                    </a:lnTo>
                    <a:lnTo>
                      <a:pt x="12" y="15"/>
                    </a:lnTo>
                    <a:lnTo>
                      <a:pt x="12" y="15"/>
                    </a:lnTo>
                    <a:lnTo>
                      <a:pt x="12" y="12"/>
                    </a:lnTo>
                    <a:lnTo>
                      <a:pt x="15" y="12"/>
                    </a:lnTo>
                    <a:lnTo>
                      <a:pt x="15" y="12"/>
                    </a:lnTo>
                    <a:lnTo>
                      <a:pt x="15" y="10"/>
                    </a:lnTo>
                    <a:lnTo>
                      <a:pt x="15" y="10"/>
                    </a:lnTo>
                    <a:lnTo>
                      <a:pt x="15" y="10"/>
                    </a:lnTo>
                    <a:lnTo>
                      <a:pt x="15" y="10"/>
                    </a:lnTo>
                    <a:lnTo>
                      <a:pt x="15" y="10"/>
                    </a:lnTo>
                    <a:lnTo>
                      <a:pt x="17" y="10"/>
                    </a:lnTo>
                    <a:lnTo>
                      <a:pt x="17" y="10"/>
                    </a:lnTo>
                    <a:lnTo>
                      <a:pt x="17" y="8"/>
                    </a:lnTo>
                    <a:lnTo>
                      <a:pt x="19" y="8"/>
                    </a:lnTo>
                    <a:lnTo>
                      <a:pt x="19" y="8"/>
                    </a:lnTo>
                    <a:lnTo>
                      <a:pt x="19" y="8"/>
                    </a:lnTo>
                    <a:lnTo>
                      <a:pt x="22" y="8"/>
                    </a:lnTo>
                    <a:lnTo>
                      <a:pt x="22" y="8"/>
                    </a:lnTo>
                    <a:lnTo>
                      <a:pt x="22" y="8"/>
                    </a:lnTo>
                    <a:lnTo>
                      <a:pt x="22" y="8"/>
                    </a:lnTo>
                    <a:lnTo>
                      <a:pt x="24" y="8"/>
                    </a:lnTo>
                    <a:lnTo>
                      <a:pt x="24" y="8"/>
                    </a:lnTo>
                    <a:lnTo>
                      <a:pt x="27" y="8"/>
                    </a:lnTo>
                    <a:lnTo>
                      <a:pt x="27" y="5"/>
                    </a:lnTo>
                    <a:lnTo>
                      <a:pt x="27" y="5"/>
                    </a:lnTo>
                    <a:lnTo>
                      <a:pt x="27" y="5"/>
                    </a:lnTo>
                    <a:lnTo>
                      <a:pt x="29" y="5"/>
                    </a:lnTo>
                    <a:lnTo>
                      <a:pt x="29" y="5"/>
                    </a:lnTo>
                    <a:lnTo>
                      <a:pt x="31" y="5"/>
                    </a:lnTo>
                    <a:lnTo>
                      <a:pt x="31" y="8"/>
                    </a:lnTo>
                    <a:lnTo>
                      <a:pt x="31" y="8"/>
                    </a:lnTo>
                    <a:lnTo>
                      <a:pt x="31" y="8"/>
                    </a:lnTo>
                    <a:lnTo>
                      <a:pt x="34" y="8"/>
                    </a:lnTo>
                    <a:lnTo>
                      <a:pt x="34" y="8"/>
                    </a:lnTo>
                    <a:lnTo>
                      <a:pt x="34" y="8"/>
                    </a:lnTo>
                    <a:lnTo>
                      <a:pt x="34" y="8"/>
                    </a:lnTo>
                    <a:lnTo>
                      <a:pt x="36" y="8"/>
                    </a:lnTo>
                    <a:lnTo>
                      <a:pt x="36" y="8"/>
                    </a:lnTo>
                    <a:lnTo>
                      <a:pt x="38" y="8"/>
                    </a:lnTo>
                    <a:lnTo>
                      <a:pt x="38" y="8"/>
                    </a:lnTo>
                    <a:lnTo>
                      <a:pt x="38" y="8"/>
                    </a:lnTo>
                    <a:lnTo>
                      <a:pt x="38" y="8"/>
                    </a:lnTo>
                    <a:lnTo>
                      <a:pt x="41" y="8"/>
                    </a:lnTo>
                    <a:lnTo>
                      <a:pt x="41" y="8"/>
                    </a:lnTo>
                    <a:lnTo>
                      <a:pt x="41" y="8"/>
                    </a:lnTo>
                    <a:lnTo>
                      <a:pt x="43" y="8"/>
                    </a:lnTo>
                    <a:lnTo>
                      <a:pt x="43" y="8"/>
                    </a:lnTo>
                    <a:lnTo>
                      <a:pt x="45" y="8"/>
                    </a:lnTo>
                    <a:lnTo>
                      <a:pt x="45" y="8"/>
                    </a:lnTo>
                    <a:lnTo>
                      <a:pt x="45" y="8"/>
                    </a:lnTo>
                    <a:lnTo>
                      <a:pt x="45" y="8"/>
                    </a:lnTo>
                    <a:lnTo>
                      <a:pt x="48" y="8"/>
                    </a:lnTo>
                    <a:lnTo>
                      <a:pt x="48" y="8"/>
                    </a:lnTo>
                    <a:lnTo>
                      <a:pt x="48" y="8"/>
                    </a:lnTo>
                    <a:lnTo>
                      <a:pt x="48" y="8"/>
                    </a:lnTo>
                    <a:lnTo>
                      <a:pt x="48" y="8"/>
                    </a:lnTo>
                    <a:lnTo>
                      <a:pt x="48" y="8"/>
                    </a:lnTo>
                    <a:lnTo>
                      <a:pt x="50" y="8"/>
                    </a:lnTo>
                    <a:lnTo>
                      <a:pt x="50" y="5"/>
                    </a:lnTo>
                    <a:lnTo>
                      <a:pt x="50" y="5"/>
                    </a:lnTo>
                    <a:lnTo>
                      <a:pt x="53" y="5"/>
                    </a:lnTo>
                    <a:lnTo>
                      <a:pt x="53" y="5"/>
                    </a:lnTo>
                    <a:lnTo>
                      <a:pt x="53" y="5"/>
                    </a:lnTo>
                    <a:lnTo>
                      <a:pt x="55" y="5"/>
                    </a:lnTo>
                    <a:lnTo>
                      <a:pt x="55" y="5"/>
                    </a:lnTo>
                    <a:lnTo>
                      <a:pt x="55" y="5"/>
                    </a:lnTo>
                    <a:lnTo>
                      <a:pt x="55" y="8"/>
                    </a:lnTo>
                    <a:lnTo>
                      <a:pt x="57" y="8"/>
                    </a:lnTo>
                    <a:lnTo>
                      <a:pt x="57" y="8"/>
                    </a:lnTo>
                    <a:lnTo>
                      <a:pt x="57" y="8"/>
                    </a:lnTo>
                    <a:lnTo>
                      <a:pt x="57" y="10"/>
                    </a:lnTo>
                    <a:lnTo>
                      <a:pt x="57" y="10"/>
                    </a:lnTo>
                    <a:lnTo>
                      <a:pt x="60" y="10"/>
                    </a:lnTo>
                    <a:lnTo>
                      <a:pt x="60" y="10"/>
                    </a:lnTo>
                    <a:lnTo>
                      <a:pt x="60" y="10"/>
                    </a:lnTo>
                    <a:lnTo>
                      <a:pt x="60" y="10"/>
                    </a:lnTo>
                    <a:lnTo>
                      <a:pt x="60" y="10"/>
                    </a:lnTo>
                    <a:lnTo>
                      <a:pt x="62" y="10"/>
                    </a:lnTo>
                    <a:lnTo>
                      <a:pt x="62" y="10"/>
                    </a:lnTo>
                    <a:lnTo>
                      <a:pt x="62" y="8"/>
                    </a:lnTo>
                    <a:lnTo>
                      <a:pt x="62" y="8"/>
                    </a:lnTo>
                    <a:lnTo>
                      <a:pt x="62" y="10"/>
                    </a:lnTo>
                    <a:lnTo>
                      <a:pt x="62" y="10"/>
                    </a:lnTo>
                    <a:lnTo>
                      <a:pt x="64" y="10"/>
                    </a:lnTo>
                    <a:lnTo>
                      <a:pt x="64" y="10"/>
                    </a:lnTo>
                    <a:lnTo>
                      <a:pt x="64" y="10"/>
                    </a:lnTo>
                    <a:lnTo>
                      <a:pt x="64" y="12"/>
                    </a:lnTo>
                    <a:lnTo>
                      <a:pt x="64" y="12"/>
                    </a:lnTo>
                    <a:lnTo>
                      <a:pt x="64" y="12"/>
                    </a:lnTo>
                    <a:lnTo>
                      <a:pt x="67" y="12"/>
                    </a:lnTo>
                    <a:lnTo>
                      <a:pt x="67" y="15"/>
                    </a:lnTo>
                    <a:lnTo>
                      <a:pt x="67" y="15"/>
                    </a:lnTo>
                    <a:lnTo>
                      <a:pt x="67" y="15"/>
                    </a:lnTo>
                    <a:lnTo>
                      <a:pt x="67" y="12"/>
                    </a:lnTo>
                    <a:lnTo>
                      <a:pt x="69" y="12"/>
                    </a:lnTo>
                    <a:lnTo>
                      <a:pt x="69" y="12"/>
                    </a:lnTo>
                    <a:lnTo>
                      <a:pt x="69" y="12"/>
                    </a:lnTo>
                    <a:lnTo>
                      <a:pt x="71" y="12"/>
                    </a:lnTo>
                    <a:lnTo>
                      <a:pt x="71" y="12"/>
                    </a:lnTo>
                    <a:lnTo>
                      <a:pt x="71" y="12"/>
                    </a:lnTo>
                    <a:lnTo>
                      <a:pt x="71" y="12"/>
                    </a:lnTo>
                    <a:lnTo>
                      <a:pt x="71" y="15"/>
                    </a:lnTo>
                    <a:lnTo>
                      <a:pt x="74" y="15"/>
                    </a:lnTo>
                    <a:lnTo>
                      <a:pt x="74" y="15"/>
                    </a:lnTo>
                    <a:lnTo>
                      <a:pt x="74" y="15"/>
                    </a:lnTo>
                    <a:lnTo>
                      <a:pt x="74" y="15"/>
                    </a:lnTo>
                    <a:lnTo>
                      <a:pt x="74" y="17"/>
                    </a:lnTo>
                    <a:lnTo>
                      <a:pt x="76" y="17"/>
                    </a:lnTo>
                    <a:lnTo>
                      <a:pt x="76" y="17"/>
                    </a:lnTo>
                    <a:lnTo>
                      <a:pt x="76" y="17"/>
                    </a:lnTo>
                    <a:lnTo>
                      <a:pt x="79" y="17"/>
                    </a:lnTo>
                    <a:lnTo>
                      <a:pt x="79" y="19"/>
                    </a:lnTo>
                    <a:lnTo>
                      <a:pt x="79" y="19"/>
                    </a:lnTo>
                    <a:lnTo>
                      <a:pt x="79" y="19"/>
                    </a:lnTo>
                    <a:lnTo>
                      <a:pt x="81" y="19"/>
                    </a:lnTo>
                    <a:lnTo>
                      <a:pt x="81" y="19"/>
                    </a:lnTo>
                    <a:lnTo>
                      <a:pt x="81" y="19"/>
                    </a:lnTo>
                    <a:lnTo>
                      <a:pt x="81" y="17"/>
                    </a:lnTo>
                    <a:lnTo>
                      <a:pt x="81" y="17"/>
                    </a:lnTo>
                    <a:lnTo>
                      <a:pt x="83" y="17"/>
                    </a:lnTo>
                    <a:lnTo>
                      <a:pt x="83" y="15"/>
                    </a:lnTo>
                    <a:lnTo>
                      <a:pt x="83" y="15"/>
                    </a:lnTo>
                    <a:lnTo>
                      <a:pt x="81" y="15"/>
                    </a:lnTo>
                    <a:lnTo>
                      <a:pt x="81" y="12"/>
                    </a:lnTo>
                    <a:lnTo>
                      <a:pt x="81" y="12"/>
                    </a:lnTo>
                    <a:lnTo>
                      <a:pt x="81" y="12"/>
                    </a:lnTo>
                    <a:lnTo>
                      <a:pt x="81" y="10"/>
                    </a:lnTo>
                    <a:lnTo>
                      <a:pt x="81" y="10"/>
                    </a:lnTo>
                    <a:lnTo>
                      <a:pt x="81" y="10"/>
                    </a:lnTo>
                    <a:lnTo>
                      <a:pt x="81" y="10"/>
                    </a:lnTo>
                    <a:lnTo>
                      <a:pt x="79" y="10"/>
                    </a:lnTo>
                    <a:lnTo>
                      <a:pt x="79" y="8"/>
                    </a:lnTo>
                    <a:lnTo>
                      <a:pt x="81" y="8"/>
                    </a:lnTo>
                    <a:lnTo>
                      <a:pt x="81" y="8"/>
                    </a:lnTo>
                    <a:lnTo>
                      <a:pt x="81" y="8"/>
                    </a:lnTo>
                    <a:lnTo>
                      <a:pt x="81" y="8"/>
                    </a:lnTo>
                    <a:lnTo>
                      <a:pt x="83" y="8"/>
                    </a:lnTo>
                    <a:lnTo>
                      <a:pt x="83" y="8"/>
                    </a:lnTo>
                    <a:lnTo>
                      <a:pt x="83" y="8"/>
                    </a:lnTo>
                    <a:lnTo>
                      <a:pt x="83" y="8"/>
                    </a:lnTo>
                    <a:lnTo>
                      <a:pt x="86" y="8"/>
                    </a:lnTo>
                    <a:lnTo>
                      <a:pt x="86" y="5"/>
                    </a:lnTo>
                    <a:lnTo>
                      <a:pt x="86" y="5"/>
                    </a:lnTo>
                    <a:lnTo>
                      <a:pt x="86" y="5"/>
                    </a:lnTo>
                    <a:lnTo>
                      <a:pt x="86" y="5"/>
                    </a:lnTo>
                    <a:lnTo>
                      <a:pt x="88" y="5"/>
                    </a:lnTo>
                    <a:lnTo>
                      <a:pt x="88" y="5"/>
                    </a:lnTo>
                    <a:lnTo>
                      <a:pt x="88" y="3"/>
                    </a:lnTo>
                    <a:lnTo>
                      <a:pt x="88" y="3"/>
                    </a:lnTo>
                    <a:lnTo>
                      <a:pt x="88" y="3"/>
                    </a:lnTo>
                    <a:lnTo>
                      <a:pt x="90" y="3"/>
                    </a:lnTo>
                    <a:lnTo>
                      <a:pt x="90" y="0"/>
                    </a:lnTo>
                    <a:lnTo>
                      <a:pt x="90" y="0"/>
                    </a:lnTo>
                    <a:lnTo>
                      <a:pt x="90" y="3"/>
                    </a:lnTo>
                    <a:lnTo>
                      <a:pt x="93" y="3"/>
                    </a:lnTo>
                    <a:lnTo>
                      <a:pt x="93" y="3"/>
                    </a:lnTo>
                    <a:lnTo>
                      <a:pt x="93" y="3"/>
                    </a:lnTo>
                    <a:lnTo>
                      <a:pt x="93" y="5"/>
                    </a:lnTo>
                    <a:lnTo>
                      <a:pt x="93" y="5"/>
                    </a:lnTo>
                    <a:lnTo>
                      <a:pt x="93" y="5"/>
                    </a:lnTo>
                    <a:lnTo>
                      <a:pt x="95" y="5"/>
                    </a:lnTo>
                    <a:lnTo>
                      <a:pt x="95" y="5"/>
                    </a:lnTo>
                    <a:lnTo>
                      <a:pt x="95" y="8"/>
                    </a:lnTo>
                    <a:lnTo>
                      <a:pt x="98" y="8"/>
                    </a:lnTo>
                    <a:lnTo>
                      <a:pt x="98" y="8"/>
                    </a:lnTo>
                    <a:lnTo>
                      <a:pt x="98" y="8"/>
                    </a:lnTo>
                    <a:lnTo>
                      <a:pt x="98" y="10"/>
                    </a:lnTo>
                    <a:lnTo>
                      <a:pt x="98" y="10"/>
                    </a:lnTo>
                    <a:lnTo>
                      <a:pt x="98" y="8"/>
                    </a:lnTo>
                    <a:lnTo>
                      <a:pt x="100" y="8"/>
                    </a:lnTo>
                    <a:lnTo>
                      <a:pt x="100" y="8"/>
                    </a:lnTo>
                    <a:lnTo>
                      <a:pt x="100" y="8"/>
                    </a:lnTo>
                    <a:lnTo>
                      <a:pt x="100" y="8"/>
                    </a:lnTo>
                    <a:lnTo>
                      <a:pt x="102" y="8"/>
                    </a:lnTo>
                    <a:lnTo>
                      <a:pt x="102" y="5"/>
                    </a:lnTo>
                    <a:lnTo>
                      <a:pt x="102" y="5"/>
                    </a:lnTo>
                    <a:lnTo>
                      <a:pt x="102" y="8"/>
                    </a:lnTo>
                    <a:lnTo>
                      <a:pt x="105" y="8"/>
                    </a:lnTo>
                    <a:lnTo>
                      <a:pt x="105" y="5"/>
                    </a:lnTo>
                    <a:lnTo>
                      <a:pt x="105" y="5"/>
                    </a:lnTo>
                    <a:lnTo>
                      <a:pt x="105" y="5"/>
                    </a:lnTo>
                    <a:lnTo>
                      <a:pt x="105" y="5"/>
                    </a:lnTo>
                    <a:lnTo>
                      <a:pt x="107" y="5"/>
                    </a:lnTo>
                    <a:lnTo>
                      <a:pt x="107" y="3"/>
                    </a:lnTo>
                    <a:lnTo>
                      <a:pt x="107" y="3"/>
                    </a:lnTo>
                    <a:lnTo>
                      <a:pt x="107" y="3"/>
                    </a:lnTo>
                    <a:lnTo>
                      <a:pt x="107" y="0"/>
                    </a:lnTo>
                    <a:lnTo>
                      <a:pt x="107" y="0"/>
                    </a:lnTo>
                    <a:lnTo>
                      <a:pt x="109" y="0"/>
                    </a:lnTo>
                    <a:lnTo>
                      <a:pt x="109" y="3"/>
                    </a:lnTo>
                    <a:lnTo>
                      <a:pt x="109" y="3"/>
                    </a:lnTo>
                    <a:lnTo>
                      <a:pt x="112" y="3"/>
                    </a:lnTo>
                    <a:lnTo>
                      <a:pt x="112" y="0"/>
                    </a:lnTo>
                    <a:lnTo>
                      <a:pt x="112" y="0"/>
                    </a:lnTo>
                    <a:lnTo>
                      <a:pt x="112" y="0"/>
                    </a:lnTo>
                    <a:lnTo>
                      <a:pt x="112" y="0"/>
                    </a:lnTo>
                    <a:lnTo>
                      <a:pt x="112" y="0"/>
                    </a:lnTo>
                    <a:lnTo>
                      <a:pt x="112" y="0"/>
                    </a:lnTo>
                    <a:lnTo>
                      <a:pt x="112" y="0"/>
                    </a:lnTo>
                    <a:lnTo>
                      <a:pt x="112" y="3"/>
                    </a:lnTo>
                    <a:lnTo>
                      <a:pt x="112" y="3"/>
                    </a:lnTo>
                    <a:lnTo>
                      <a:pt x="112" y="3"/>
                    </a:lnTo>
                    <a:lnTo>
                      <a:pt x="112" y="5"/>
                    </a:lnTo>
                    <a:lnTo>
                      <a:pt x="112" y="5"/>
                    </a:lnTo>
                    <a:lnTo>
                      <a:pt x="112" y="5"/>
                    </a:lnTo>
                    <a:lnTo>
                      <a:pt x="112" y="8"/>
                    </a:lnTo>
                    <a:lnTo>
                      <a:pt x="109" y="8"/>
                    </a:lnTo>
                    <a:lnTo>
                      <a:pt x="109" y="8"/>
                    </a:lnTo>
                    <a:lnTo>
                      <a:pt x="109" y="10"/>
                    </a:lnTo>
                    <a:lnTo>
                      <a:pt x="109" y="10"/>
                    </a:lnTo>
                    <a:lnTo>
                      <a:pt x="109" y="10"/>
                    </a:lnTo>
                    <a:lnTo>
                      <a:pt x="109" y="10"/>
                    </a:lnTo>
                    <a:lnTo>
                      <a:pt x="109" y="12"/>
                    </a:lnTo>
                    <a:lnTo>
                      <a:pt x="107" y="12"/>
                    </a:lnTo>
                    <a:lnTo>
                      <a:pt x="107" y="12"/>
                    </a:lnTo>
                    <a:lnTo>
                      <a:pt x="107" y="15"/>
                    </a:lnTo>
                    <a:lnTo>
                      <a:pt x="109" y="15"/>
                    </a:lnTo>
                    <a:lnTo>
                      <a:pt x="109" y="15"/>
                    </a:lnTo>
                    <a:lnTo>
                      <a:pt x="109" y="17"/>
                    </a:lnTo>
                    <a:lnTo>
                      <a:pt x="109" y="17"/>
                    </a:lnTo>
                    <a:lnTo>
                      <a:pt x="112" y="17"/>
                    </a:lnTo>
                    <a:lnTo>
                      <a:pt x="112" y="17"/>
                    </a:lnTo>
                    <a:lnTo>
                      <a:pt x="112" y="19"/>
                    </a:lnTo>
                    <a:lnTo>
                      <a:pt x="112" y="19"/>
                    </a:lnTo>
                    <a:lnTo>
                      <a:pt x="112" y="19"/>
                    </a:lnTo>
                    <a:lnTo>
                      <a:pt x="112" y="22"/>
                    </a:lnTo>
                    <a:lnTo>
                      <a:pt x="112" y="22"/>
                    </a:lnTo>
                    <a:lnTo>
                      <a:pt x="112" y="22"/>
                    </a:lnTo>
                    <a:lnTo>
                      <a:pt x="112" y="22"/>
                    </a:lnTo>
                    <a:lnTo>
                      <a:pt x="112" y="24"/>
                    </a:lnTo>
                    <a:lnTo>
                      <a:pt x="112" y="24"/>
                    </a:lnTo>
                    <a:lnTo>
                      <a:pt x="114" y="24"/>
                    </a:lnTo>
                    <a:lnTo>
                      <a:pt x="114" y="27"/>
                    </a:lnTo>
                    <a:lnTo>
                      <a:pt x="114" y="27"/>
                    </a:lnTo>
                    <a:lnTo>
                      <a:pt x="114" y="29"/>
                    </a:lnTo>
                    <a:lnTo>
                      <a:pt x="114" y="29"/>
                    </a:lnTo>
                    <a:lnTo>
                      <a:pt x="114" y="29"/>
                    </a:lnTo>
                    <a:lnTo>
                      <a:pt x="114" y="29"/>
                    </a:lnTo>
                    <a:lnTo>
                      <a:pt x="114" y="31"/>
                    </a:lnTo>
                    <a:lnTo>
                      <a:pt x="114" y="31"/>
                    </a:lnTo>
                    <a:lnTo>
                      <a:pt x="114" y="34"/>
                    </a:lnTo>
                    <a:lnTo>
                      <a:pt x="114" y="34"/>
                    </a:lnTo>
                    <a:lnTo>
                      <a:pt x="114" y="34"/>
                    </a:lnTo>
                    <a:lnTo>
                      <a:pt x="114" y="36"/>
                    </a:lnTo>
                    <a:lnTo>
                      <a:pt x="114" y="36"/>
                    </a:lnTo>
                    <a:lnTo>
                      <a:pt x="112" y="36"/>
                    </a:lnTo>
                    <a:lnTo>
                      <a:pt x="112" y="38"/>
                    </a:lnTo>
                    <a:lnTo>
                      <a:pt x="112" y="38"/>
                    </a:lnTo>
                    <a:lnTo>
                      <a:pt x="112" y="38"/>
                    </a:lnTo>
                    <a:lnTo>
                      <a:pt x="112" y="38"/>
                    </a:lnTo>
                    <a:lnTo>
                      <a:pt x="112" y="41"/>
                    </a:lnTo>
                    <a:lnTo>
                      <a:pt x="112" y="41"/>
                    </a:lnTo>
                    <a:lnTo>
                      <a:pt x="112" y="43"/>
                    </a:lnTo>
                    <a:lnTo>
                      <a:pt x="112" y="43"/>
                    </a:lnTo>
                    <a:lnTo>
                      <a:pt x="112" y="45"/>
                    </a:lnTo>
                    <a:lnTo>
                      <a:pt x="112" y="45"/>
                    </a:lnTo>
                    <a:lnTo>
                      <a:pt x="112" y="45"/>
                    </a:lnTo>
                    <a:lnTo>
                      <a:pt x="112" y="48"/>
                    </a:lnTo>
                    <a:lnTo>
                      <a:pt x="114" y="48"/>
                    </a:lnTo>
                    <a:lnTo>
                      <a:pt x="114" y="48"/>
                    </a:lnTo>
                    <a:lnTo>
                      <a:pt x="114" y="50"/>
                    </a:lnTo>
                    <a:lnTo>
                      <a:pt x="114" y="50"/>
                    </a:lnTo>
                    <a:lnTo>
                      <a:pt x="114" y="50"/>
                    </a:lnTo>
                    <a:lnTo>
                      <a:pt x="114" y="53"/>
                    </a:lnTo>
                    <a:lnTo>
                      <a:pt x="114" y="53"/>
                    </a:lnTo>
                    <a:lnTo>
                      <a:pt x="114" y="55"/>
                    </a:lnTo>
                    <a:lnTo>
                      <a:pt x="114" y="55"/>
                    </a:lnTo>
                    <a:lnTo>
                      <a:pt x="114" y="57"/>
                    </a:lnTo>
                    <a:lnTo>
                      <a:pt x="112" y="57"/>
                    </a:lnTo>
                    <a:lnTo>
                      <a:pt x="112" y="57"/>
                    </a:lnTo>
                    <a:lnTo>
                      <a:pt x="112" y="60"/>
                    </a:lnTo>
                    <a:lnTo>
                      <a:pt x="112" y="60"/>
                    </a:lnTo>
                    <a:lnTo>
                      <a:pt x="112" y="60"/>
                    </a:lnTo>
                    <a:lnTo>
                      <a:pt x="112" y="60"/>
                    </a:lnTo>
                    <a:lnTo>
                      <a:pt x="112" y="60"/>
                    </a:lnTo>
                    <a:lnTo>
                      <a:pt x="109" y="60"/>
                    </a:lnTo>
                    <a:lnTo>
                      <a:pt x="109" y="60"/>
                    </a:lnTo>
                    <a:lnTo>
                      <a:pt x="109" y="60"/>
                    </a:lnTo>
                    <a:lnTo>
                      <a:pt x="109" y="60"/>
                    </a:lnTo>
                    <a:lnTo>
                      <a:pt x="107" y="60"/>
                    </a:lnTo>
                    <a:lnTo>
                      <a:pt x="107" y="60"/>
                    </a:lnTo>
                    <a:lnTo>
                      <a:pt x="107" y="60"/>
                    </a:lnTo>
                    <a:lnTo>
                      <a:pt x="107" y="60"/>
                    </a:lnTo>
                    <a:lnTo>
                      <a:pt x="105" y="60"/>
                    </a:lnTo>
                    <a:lnTo>
                      <a:pt x="105" y="60"/>
                    </a:lnTo>
                    <a:lnTo>
                      <a:pt x="105" y="60"/>
                    </a:lnTo>
                    <a:lnTo>
                      <a:pt x="105" y="60"/>
                    </a:lnTo>
                    <a:lnTo>
                      <a:pt x="105" y="62"/>
                    </a:lnTo>
                    <a:lnTo>
                      <a:pt x="102" y="62"/>
                    </a:lnTo>
                    <a:lnTo>
                      <a:pt x="102" y="62"/>
                    </a:lnTo>
                    <a:lnTo>
                      <a:pt x="102" y="62"/>
                    </a:lnTo>
                    <a:lnTo>
                      <a:pt x="102" y="64"/>
                    </a:lnTo>
                    <a:lnTo>
                      <a:pt x="100" y="64"/>
                    </a:lnTo>
                    <a:lnTo>
                      <a:pt x="100" y="64"/>
                    </a:lnTo>
                    <a:lnTo>
                      <a:pt x="100" y="64"/>
                    </a:lnTo>
                    <a:lnTo>
                      <a:pt x="100" y="64"/>
                    </a:lnTo>
                    <a:lnTo>
                      <a:pt x="98" y="64"/>
                    </a:lnTo>
                    <a:lnTo>
                      <a:pt x="98" y="64"/>
                    </a:lnTo>
                    <a:lnTo>
                      <a:pt x="98" y="64"/>
                    </a:lnTo>
                    <a:lnTo>
                      <a:pt x="98" y="67"/>
                    </a:lnTo>
                    <a:lnTo>
                      <a:pt x="95" y="67"/>
                    </a:lnTo>
                    <a:lnTo>
                      <a:pt x="95" y="67"/>
                    </a:lnTo>
                    <a:lnTo>
                      <a:pt x="95" y="67"/>
                    </a:lnTo>
                    <a:lnTo>
                      <a:pt x="95" y="69"/>
                    </a:lnTo>
                    <a:lnTo>
                      <a:pt x="93" y="69"/>
                    </a:lnTo>
                    <a:lnTo>
                      <a:pt x="93" y="69"/>
                    </a:lnTo>
                    <a:lnTo>
                      <a:pt x="93" y="69"/>
                    </a:lnTo>
                    <a:lnTo>
                      <a:pt x="90" y="69"/>
                    </a:lnTo>
                    <a:lnTo>
                      <a:pt x="90" y="69"/>
                    </a:lnTo>
                    <a:lnTo>
                      <a:pt x="88" y="69"/>
                    </a:lnTo>
                    <a:lnTo>
                      <a:pt x="88" y="69"/>
                    </a:lnTo>
                    <a:lnTo>
                      <a:pt x="88" y="69"/>
                    </a:lnTo>
                    <a:lnTo>
                      <a:pt x="88" y="69"/>
                    </a:lnTo>
                    <a:lnTo>
                      <a:pt x="88" y="69"/>
                    </a:lnTo>
                    <a:lnTo>
                      <a:pt x="88" y="72"/>
                    </a:lnTo>
                    <a:lnTo>
                      <a:pt x="88" y="72"/>
                    </a:lnTo>
                    <a:lnTo>
                      <a:pt x="88" y="72"/>
                    </a:lnTo>
                    <a:lnTo>
                      <a:pt x="88" y="74"/>
                    </a:lnTo>
                    <a:lnTo>
                      <a:pt x="88" y="7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128"/>
              <p:cNvSpPr>
                <a:spLocks/>
              </p:cNvSpPr>
              <p:nvPr/>
            </p:nvSpPr>
            <p:spPr bwMode="auto">
              <a:xfrm>
                <a:off x="3027" y="2383"/>
                <a:ext cx="114" cy="109"/>
              </a:xfrm>
              <a:custGeom>
                <a:avLst/>
                <a:gdLst/>
                <a:ahLst/>
                <a:cxnLst>
                  <a:cxn ang="0">
                    <a:pos x="83" y="74"/>
                  </a:cxn>
                  <a:cxn ang="0">
                    <a:pos x="79" y="76"/>
                  </a:cxn>
                  <a:cxn ang="0">
                    <a:pos x="76" y="83"/>
                  </a:cxn>
                  <a:cxn ang="0">
                    <a:pos x="81" y="88"/>
                  </a:cxn>
                  <a:cxn ang="0">
                    <a:pos x="83" y="95"/>
                  </a:cxn>
                  <a:cxn ang="0">
                    <a:pos x="79" y="95"/>
                  </a:cxn>
                  <a:cxn ang="0">
                    <a:pos x="74" y="93"/>
                  </a:cxn>
                  <a:cxn ang="0">
                    <a:pos x="67" y="95"/>
                  </a:cxn>
                  <a:cxn ang="0">
                    <a:pos x="60" y="93"/>
                  </a:cxn>
                  <a:cxn ang="0">
                    <a:pos x="60" y="100"/>
                  </a:cxn>
                  <a:cxn ang="0">
                    <a:pos x="53" y="105"/>
                  </a:cxn>
                  <a:cxn ang="0">
                    <a:pos x="48" y="107"/>
                  </a:cxn>
                  <a:cxn ang="0">
                    <a:pos x="43" y="107"/>
                  </a:cxn>
                  <a:cxn ang="0">
                    <a:pos x="38" y="105"/>
                  </a:cxn>
                  <a:cxn ang="0">
                    <a:pos x="34" y="107"/>
                  </a:cxn>
                  <a:cxn ang="0">
                    <a:pos x="27" y="107"/>
                  </a:cxn>
                  <a:cxn ang="0">
                    <a:pos x="22" y="105"/>
                  </a:cxn>
                  <a:cxn ang="0">
                    <a:pos x="19" y="98"/>
                  </a:cxn>
                  <a:cxn ang="0">
                    <a:pos x="17" y="93"/>
                  </a:cxn>
                  <a:cxn ang="0">
                    <a:pos x="15" y="86"/>
                  </a:cxn>
                  <a:cxn ang="0">
                    <a:pos x="12" y="76"/>
                  </a:cxn>
                  <a:cxn ang="0">
                    <a:pos x="10" y="69"/>
                  </a:cxn>
                  <a:cxn ang="0">
                    <a:pos x="10" y="60"/>
                  </a:cxn>
                  <a:cxn ang="0">
                    <a:pos x="8" y="53"/>
                  </a:cxn>
                  <a:cxn ang="0">
                    <a:pos x="5" y="48"/>
                  </a:cxn>
                  <a:cxn ang="0">
                    <a:pos x="3" y="41"/>
                  </a:cxn>
                  <a:cxn ang="0">
                    <a:pos x="0" y="31"/>
                  </a:cxn>
                  <a:cxn ang="0">
                    <a:pos x="3" y="29"/>
                  </a:cxn>
                  <a:cxn ang="0">
                    <a:pos x="8" y="22"/>
                  </a:cxn>
                  <a:cxn ang="0">
                    <a:pos x="12" y="17"/>
                  </a:cxn>
                  <a:cxn ang="0">
                    <a:pos x="15" y="10"/>
                  </a:cxn>
                  <a:cxn ang="0">
                    <a:pos x="22" y="8"/>
                  </a:cxn>
                  <a:cxn ang="0">
                    <a:pos x="29" y="5"/>
                  </a:cxn>
                  <a:cxn ang="0">
                    <a:pos x="36" y="8"/>
                  </a:cxn>
                  <a:cxn ang="0">
                    <a:pos x="45" y="8"/>
                  </a:cxn>
                  <a:cxn ang="0">
                    <a:pos x="50" y="8"/>
                  </a:cxn>
                  <a:cxn ang="0">
                    <a:pos x="57" y="8"/>
                  </a:cxn>
                  <a:cxn ang="0">
                    <a:pos x="62" y="10"/>
                  </a:cxn>
                  <a:cxn ang="0">
                    <a:pos x="64" y="12"/>
                  </a:cxn>
                  <a:cxn ang="0">
                    <a:pos x="71" y="12"/>
                  </a:cxn>
                  <a:cxn ang="0">
                    <a:pos x="76" y="17"/>
                  </a:cxn>
                  <a:cxn ang="0">
                    <a:pos x="81" y="17"/>
                  </a:cxn>
                  <a:cxn ang="0">
                    <a:pos x="81" y="10"/>
                  </a:cxn>
                  <a:cxn ang="0">
                    <a:pos x="83" y="8"/>
                  </a:cxn>
                  <a:cxn ang="0">
                    <a:pos x="88" y="3"/>
                  </a:cxn>
                  <a:cxn ang="0">
                    <a:pos x="93" y="5"/>
                  </a:cxn>
                  <a:cxn ang="0">
                    <a:pos x="98" y="10"/>
                  </a:cxn>
                  <a:cxn ang="0">
                    <a:pos x="105" y="8"/>
                  </a:cxn>
                  <a:cxn ang="0">
                    <a:pos x="107" y="0"/>
                  </a:cxn>
                  <a:cxn ang="0">
                    <a:pos x="112" y="0"/>
                  </a:cxn>
                  <a:cxn ang="0">
                    <a:pos x="109" y="8"/>
                  </a:cxn>
                  <a:cxn ang="0">
                    <a:pos x="109" y="15"/>
                  </a:cxn>
                  <a:cxn ang="0">
                    <a:pos x="112" y="22"/>
                  </a:cxn>
                  <a:cxn ang="0">
                    <a:pos x="114" y="29"/>
                  </a:cxn>
                  <a:cxn ang="0">
                    <a:pos x="112" y="38"/>
                  </a:cxn>
                  <a:cxn ang="0">
                    <a:pos x="112" y="48"/>
                  </a:cxn>
                  <a:cxn ang="0">
                    <a:pos x="114" y="57"/>
                  </a:cxn>
                  <a:cxn ang="0">
                    <a:pos x="109" y="60"/>
                  </a:cxn>
                  <a:cxn ang="0">
                    <a:pos x="105" y="62"/>
                  </a:cxn>
                  <a:cxn ang="0">
                    <a:pos x="98" y="64"/>
                  </a:cxn>
                  <a:cxn ang="0">
                    <a:pos x="90" y="69"/>
                  </a:cxn>
                  <a:cxn ang="0">
                    <a:pos x="88" y="74"/>
                  </a:cxn>
                </a:cxnLst>
                <a:rect l="0" t="0" r="r" b="b"/>
                <a:pathLst>
                  <a:path w="114" h="109">
                    <a:moveTo>
                      <a:pt x="88" y="74"/>
                    </a:moveTo>
                    <a:lnTo>
                      <a:pt x="88" y="74"/>
                    </a:lnTo>
                    <a:lnTo>
                      <a:pt x="88" y="76"/>
                    </a:lnTo>
                    <a:lnTo>
                      <a:pt x="86" y="76"/>
                    </a:lnTo>
                    <a:lnTo>
                      <a:pt x="86" y="76"/>
                    </a:lnTo>
                    <a:lnTo>
                      <a:pt x="86" y="74"/>
                    </a:lnTo>
                    <a:lnTo>
                      <a:pt x="86" y="74"/>
                    </a:lnTo>
                    <a:lnTo>
                      <a:pt x="86" y="74"/>
                    </a:lnTo>
                    <a:lnTo>
                      <a:pt x="83" y="74"/>
                    </a:lnTo>
                    <a:lnTo>
                      <a:pt x="83" y="74"/>
                    </a:lnTo>
                    <a:lnTo>
                      <a:pt x="81" y="74"/>
                    </a:lnTo>
                    <a:lnTo>
                      <a:pt x="81" y="74"/>
                    </a:lnTo>
                    <a:lnTo>
                      <a:pt x="81" y="72"/>
                    </a:lnTo>
                    <a:lnTo>
                      <a:pt x="81" y="72"/>
                    </a:lnTo>
                    <a:lnTo>
                      <a:pt x="81" y="74"/>
                    </a:lnTo>
                    <a:lnTo>
                      <a:pt x="79" y="74"/>
                    </a:lnTo>
                    <a:lnTo>
                      <a:pt x="79" y="74"/>
                    </a:lnTo>
                    <a:lnTo>
                      <a:pt x="79" y="76"/>
                    </a:lnTo>
                    <a:lnTo>
                      <a:pt x="79" y="76"/>
                    </a:lnTo>
                    <a:lnTo>
                      <a:pt x="79" y="76"/>
                    </a:lnTo>
                    <a:lnTo>
                      <a:pt x="76" y="76"/>
                    </a:lnTo>
                    <a:lnTo>
                      <a:pt x="76" y="76"/>
                    </a:lnTo>
                    <a:lnTo>
                      <a:pt x="76" y="76"/>
                    </a:lnTo>
                    <a:lnTo>
                      <a:pt x="76" y="79"/>
                    </a:lnTo>
                    <a:lnTo>
                      <a:pt x="76" y="79"/>
                    </a:lnTo>
                    <a:lnTo>
                      <a:pt x="76" y="79"/>
                    </a:lnTo>
                    <a:lnTo>
                      <a:pt x="76" y="79"/>
                    </a:lnTo>
                    <a:lnTo>
                      <a:pt x="76" y="81"/>
                    </a:lnTo>
                    <a:lnTo>
                      <a:pt x="76" y="81"/>
                    </a:lnTo>
                    <a:lnTo>
                      <a:pt x="76" y="83"/>
                    </a:lnTo>
                    <a:lnTo>
                      <a:pt x="76" y="83"/>
                    </a:lnTo>
                    <a:lnTo>
                      <a:pt x="76" y="86"/>
                    </a:lnTo>
                    <a:lnTo>
                      <a:pt x="79" y="86"/>
                    </a:lnTo>
                    <a:lnTo>
                      <a:pt x="79" y="86"/>
                    </a:lnTo>
                    <a:lnTo>
                      <a:pt x="79" y="88"/>
                    </a:lnTo>
                    <a:lnTo>
                      <a:pt x="79" y="88"/>
                    </a:lnTo>
                    <a:lnTo>
                      <a:pt x="79" y="88"/>
                    </a:lnTo>
                    <a:lnTo>
                      <a:pt x="79" y="88"/>
                    </a:lnTo>
                    <a:lnTo>
                      <a:pt x="81" y="88"/>
                    </a:lnTo>
                    <a:lnTo>
                      <a:pt x="81" y="88"/>
                    </a:lnTo>
                    <a:lnTo>
                      <a:pt x="81" y="88"/>
                    </a:lnTo>
                    <a:lnTo>
                      <a:pt x="81" y="91"/>
                    </a:lnTo>
                    <a:lnTo>
                      <a:pt x="81" y="91"/>
                    </a:lnTo>
                    <a:lnTo>
                      <a:pt x="83" y="91"/>
                    </a:lnTo>
                    <a:lnTo>
                      <a:pt x="83" y="91"/>
                    </a:lnTo>
                    <a:lnTo>
                      <a:pt x="83" y="91"/>
                    </a:lnTo>
                    <a:lnTo>
                      <a:pt x="83" y="93"/>
                    </a:lnTo>
                    <a:lnTo>
                      <a:pt x="83" y="93"/>
                    </a:lnTo>
                    <a:lnTo>
                      <a:pt x="83" y="93"/>
                    </a:lnTo>
                    <a:lnTo>
                      <a:pt x="83" y="95"/>
                    </a:lnTo>
                    <a:lnTo>
                      <a:pt x="83" y="95"/>
                    </a:lnTo>
                    <a:lnTo>
                      <a:pt x="83" y="98"/>
                    </a:lnTo>
                    <a:lnTo>
                      <a:pt x="83" y="98"/>
                    </a:lnTo>
                    <a:lnTo>
                      <a:pt x="81" y="98"/>
                    </a:lnTo>
                    <a:lnTo>
                      <a:pt x="81" y="98"/>
                    </a:lnTo>
                    <a:lnTo>
                      <a:pt x="81" y="98"/>
                    </a:lnTo>
                    <a:lnTo>
                      <a:pt x="81" y="98"/>
                    </a:lnTo>
                    <a:lnTo>
                      <a:pt x="79" y="98"/>
                    </a:lnTo>
                    <a:lnTo>
                      <a:pt x="79" y="95"/>
                    </a:lnTo>
                    <a:lnTo>
                      <a:pt x="79" y="95"/>
                    </a:lnTo>
                    <a:lnTo>
                      <a:pt x="79" y="95"/>
                    </a:lnTo>
                    <a:lnTo>
                      <a:pt x="79" y="98"/>
                    </a:lnTo>
                    <a:lnTo>
                      <a:pt x="76" y="98"/>
                    </a:lnTo>
                    <a:lnTo>
                      <a:pt x="76" y="95"/>
                    </a:lnTo>
                    <a:lnTo>
                      <a:pt x="76" y="95"/>
                    </a:lnTo>
                    <a:lnTo>
                      <a:pt x="76" y="95"/>
                    </a:lnTo>
                    <a:lnTo>
                      <a:pt x="76" y="93"/>
                    </a:lnTo>
                    <a:lnTo>
                      <a:pt x="74" y="93"/>
                    </a:lnTo>
                    <a:lnTo>
                      <a:pt x="74" y="93"/>
                    </a:lnTo>
                    <a:lnTo>
                      <a:pt x="74" y="93"/>
                    </a:lnTo>
                    <a:lnTo>
                      <a:pt x="74" y="93"/>
                    </a:lnTo>
                    <a:lnTo>
                      <a:pt x="71" y="93"/>
                    </a:lnTo>
                    <a:lnTo>
                      <a:pt x="71" y="93"/>
                    </a:lnTo>
                    <a:lnTo>
                      <a:pt x="71" y="93"/>
                    </a:lnTo>
                    <a:lnTo>
                      <a:pt x="71" y="93"/>
                    </a:lnTo>
                    <a:lnTo>
                      <a:pt x="69" y="93"/>
                    </a:lnTo>
                    <a:lnTo>
                      <a:pt x="69" y="93"/>
                    </a:lnTo>
                    <a:lnTo>
                      <a:pt x="67" y="93"/>
                    </a:lnTo>
                    <a:lnTo>
                      <a:pt x="67" y="93"/>
                    </a:lnTo>
                    <a:lnTo>
                      <a:pt x="67" y="95"/>
                    </a:lnTo>
                    <a:lnTo>
                      <a:pt x="67" y="95"/>
                    </a:lnTo>
                    <a:lnTo>
                      <a:pt x="67" y="95"/>
                    </a:lnTo>
                    <a:lnTo>
                      <a:pt x="64" y="95"/>
                    </a:lnTo>
                    <a:lnTo>
                      <a:pt x="64" y="95"/>
                    </a:lnTo>
                    <a:lnTo>
                      <a:pt x="64" y="95"/>
                    </a:lnTo>
                    <a:lnTo>
                      <a:pt x="64" y="95"/>
                    </a:lnTo>
                    <a:lnTo>
                      <a:pt x="62" y="95"/>
                    </a:lnTo>
                    <a:lnTo>
                      <a:pt x="62" y="95"/>
                    </a:lnTo>
                    <a:lnTo>
                      <a:pt x="60" y="95"/>
                    </a:lnTo>
                    <a:lnTo>
                      <a:pt x="60" y="93"/>
                    </a:lnTo>
                    <a:lnTo>
                      <a:pt x="60" y="93"/>
                    </a:lnTo>
                    <a:lnTo>
                      <a:pt x="60" y="95"/>
                    </a:lnTo>
                    <a:lnTo>
                      <a:pt x="60" y="95"/>
                    </a:lnTo>
                    <a:lnTo>
                      <a:pt x="60" y="95"/>
                    </a:lnTo>
                    <a:lnTo>
                      <a:pt x="60" y="98"/>
                    </a:lnTo>
                    <a:lnTo>
                      <a:pt x="60" y="98"/>
                    </a:lnTo>
                    <a:lnTo>
                      <a:pt x="60" y="98"/>
                    </a:lnTo>
                    <a:lnTo>
                      <a:pt x="60" y="98"/>
                    </a:lnTo>
                    <a:lnTo>
                      <a:pt x="60" y="100"/>
                    </a:lnTo>
                    <a:lnTo>
                      <a:pt x="60" y="100"/>
                    </a:lnTo>
                    <a:lnTo>
                      <a:pt x="60" y="100"/>
                    </a:lnTo>
                    <a:lnTo>
                      <a:pt x="57" y="100"/>
                    </a:lnTo>
                    <a:lnTo>
                      <a:pt x="57" y="100"/>
                    </a:lnTo>
                    <a:lnTo>
                      <a:pt x="57" y="102"/>
                    </a:lnTo>
                    <a:lnTo>
                      <a:pt x="55" y="102"/>
                    </a:lnTo>
                    <a:lnTo>
                      <a:pt x="55" y="102"/>
                    </a:lnTo>
                    <a:lnTo>
                      <a:pt x="55" y="105"/>
                    </a:lnTo>
                    <a:lnTo>
                      <a:pt x="55" y="105"/>
                    </a:lnTo>
                    <a:lnTo>
                      <a:pt x="55" y="105"/>
                    </a:lnTo>
                    <a:lnTo>
                      <a:pt x="53" y="105"/>
                    </a:lnTo>
                    <a:lnTo>
                      <a:pt x="53" y="105"/>
                    </a:lnTo>
                    <a:lnTo>
                      <a:pt x="53" y="105"/>
                    </a:lnTo>
                    <a:lnTo>
                      <a:pt x="53" y="105"/>
                    </a:lnTo>
                    <a:lnTo>
                      <a:pt x="53" y="105"/>
                    </a:lnTo>
                    <a:lnTo>
                      <a:pt x="50" y="105"/>
                    </a:lnTo>
                    <a:lnTo>
                      <a:pt x="50" y="105"/>
                    </a:lnTo>
                    <a:lnTo>
                      <a:pt x="48" y="105"/>
                    </a:lnTo>
                    <a:lnTo>
                      <a:pt x="48" y="105"/>
                    </a:lnTo>
                    <a:lnTo>
                      <a:pt x="48" y="105"/>
                    </a:lnTo>
                    <a:lnTo>
                      <a:pt x="48" y="107"/>
                    </a:lnTo>
                    <a:lnTo>
                      <a:pt x="48" y="107"/>
                    </a:lnTo>
                    <a:lnTo>
                      <a:pt x="48" y="107"/>
                    </a:lnTo>
                    <a:lnTo>
                      <a:pt x="45" y="107"/>
                    </a:lnTo>
                    <a:lnTo>
                      <a:pt x="45" y="107"/>
                    </a:lnTo>
                    <a:lnTo>
                      <a:pt x="45" y="107"/>
                    </a:lnTo>
                    <a:lnTo>
                      <a:pt x="45" y="107"/>
                    </a:lnTo>
                    <a:lnTo>
                      <a:pt x="43" y="107"/>
                    </a:lnTo>
                    <a:lnTo>
                      <a:pt x="43" y="107"/>
                    </a:lnTo>
                    <a:lnTo>
                      <a:pt x="43" y="107"/>
                    </a:lnTo>
                    <a:lnTo>
                      <a:pt x="43" y="107"/>
                    </a:lnTo>
                    <a:lnTo>
                      <a:pt x="41" y="107"/>
                    </a:lnTo>
                    <a:lnTo>
                      <a:pt x="41" y="105"/>
                    </a:lnTo>
                    <a:lnTo>
                      <a:pt x="41" y="105"/>
                    </a:lnTo>
                    <a:lnTo>
                      <a:pt x="41" y="105"/>
                    </a:lnTo>
                    <a:lnTo>
                      <a:pt x="41" y="105"/>
                    </a:lnTo>
                    <a:lnTo>
                      <a:pt x="41" y="105"/>
                    </a:lnTo>
                    <a:lnTo>
                      <a:pt x="41" y="105"/>
                    </a:lnTo>
                    <a:lnTo>
                      <a:pt x="38" y="105"/>
                    </a:lnTo>
                    <a:lnTo>
                      <a:pt x="38" y="105"/>
                    </a:lnTo>
                    <a:lnTo>
                      <a:pt x="38" y="105"/>
                    </a:lnTo>
                    <a:lnTo>
                      <a:pt x="36" y="105"/>
                    </a:lnTo>
                    <a:lnTo>
                      <a:pt x="36" y="105"/>
                    </a:lnTo>
                    <a:lnTo>
                      <a:pt x="36" y="102"/>
                    </a:lnTo>
                    <a:lnTo>
                      <a:pt x="34" y="102"/>
                    </a:lnTo>
                    <a:lnTo>
                      <a:pt x="34" y="102"/>
                    </a:lnTo>
                    <a:lnTo>
                      <a:pt x="34" y="105"/>
                    </a:lnTo>
                    <a:lnTo>
                      <a:pt x="34" y="105"/>
                    </a:lnTo>
                    <a:lnTo>
                      <a:pt x="34" y="105"/>
                    </a:lnTo>
                    <a:lnTo>
                      <a:pt x="34" y="107"/>
                    </a:lnTo>
                    <a:lnTo>
                      <a:pt x="34" y="107"/>
                    </a:lnTo>
                    <a:lnTo>
                      <a:pt x="34" y="109"/>
                    </a:lnTo>
                    <a:lnTo>
                      <a:pt x="31" y="109"/>
                    </a:lnTo>
                    <a:lnTo>
                      <a:pt x="31" y="109"/>
                    </a:lnTo>
                    <a:lnTo>
                      <a:pt x="31" y="107"/>
                    </a:lnTo>
                    <a:lnTo>
                      <a:pt x="31" y="107"/>
                    </a:lnTo>
                    <a:lnTo>
                      <a:pt x="31" y="107"/>
                    </a:lnTo>
                    <a:lnTo>
                      <a:pt x="29" y="107"/>
                    </a:lnTo>
                    <a:lnTo>
                      <a:pt x="29" y="107"/>
                    </a:lnTo>
                    <a:lnTo>
                      <a:pt x="27" y="107"/>
                    </a:lnTo>
                    <a:lnTo>
                      <a:pt x="27" y="107"/>
                    </a:lnTo>
                    <a:lnTo>
                      <a:pt x="27" y="105"/>
                    </a:lnTo>
                    <a:lnTo>
                      <a:pt x="27" y="105"/>
                    </a:lnTo>
                    <a:lnTo>
                      <a:pt x="27" y="102"/>
                    </a:lnTo>
                    <a:lnTo>
                      <a:pt x="27" y="102"/>
                    </a:lnTo>
                    <a:lnTo>
                      <a:pt x="24" y="102"/>
                    </a:lnTo>
                    <a:lnTo>
                      <a:pt x="24" y="102"/>
                    </a:lnTo>
                    <a:lnTo>
                      <a:pt x="22" y="102"/>
                    </a:lnTo>
                    <a:lnTo>
                      <a:pt x="22" y="105"/>
                    </a:lnTo>
                    <a:lnTo>
                      <a:pt x="22" y="105"/>
                    </a:lnTo>
                    <a:lnTo>
                      <a:pt x="22" y="105"/>
                    </a:lnTo>
                    <a:lnTo>
                      <a:pt x="22" y="105"/>
                    </a:lnTo>
                    <a:lnTo>
                      <a:pt x="22" y="105"/>
                    </a:lnTo>
                    <a:lnTo>
                      <a:pt x="19" y="105"/>
                    </a:lnTo>
                    <a:lnTo>
                      <a:pt x="19" y="102"/>
                    </a:lnTo>
                    <a:lnTo>
                      <a:pt x="19" y="102"/>
                    </a:lnTo>
                    <a:lnTo>
                      <a:pt x="19" y="100"/>
                    </a:lnTo>
                    <a:lnTo>
                      <a:pt x="19" y="100"/>
                    </a:lnTo>
                    <a:lnTo>
                      <a:pt x="19" y="100"/>
                    </a:lnTo>
                    <a:lnTo>
                      <a:pt x="19" y="100"/>
                    </a:lnTo>
                    <a:lnTo>
                      <a:pt x="19" y="98"/>
                    </a:lnTo>
                    <a:lnTo>
                      <a:pt x="19" y="98"/>
                    </a:lnTo>
                    <a:lnTo>
                      <a:pt x="19" y="98"/>
                    </a:lnTo>
                    <a:lnTo>
                      <a:pt x="17" y="98"/>
                    </a:lnTo>
                    <a:lnTo>
                      <a:pt x="17" y="98"/>
                    </a:lnTo>
                    <a:lnTo>
                      <a:pt x="17" y="95"/>
                    </a:lnTo>
                    <a:lnTo>
                      <a:pt x="15" y="95"/>
                    </a:lnTo>
                    <a:lnTo>
                      <a:pt x="15" y="95"/>
                    </a:lnTo>
                    <a:lnTo>
                      <a:pt x="15" y="93"/>
                    </a:lnTo>
                    <a:lnTo>
                      <a:pt x="15" y="93"/>
                    </a:lnTo>
                    <a:lnTo>
                      <a:pt x="17" y="93"/>
                    </a:lnTo>
                    <a:lnTo>
                      <a:pt x="17" y="91"/>
                    </a:lnTo>
                    <a:lnTo>
                      <a:pt x="17" y="91"/>
                    </a:lnTo>
                    <a:lnTo>
                      <a:pt x="17" y="88"/>
                    </a:lnTo>
                    <a:lnTo>
                      <a:pt x="17" y="88"/>
                    </a:lnTo>
                    <a:lnTo>
                      <a:pt x="17" y="88"/>
                    </a:lnTo>
                    <a:lnTo>
                      <a:pt x="15" y="88"/>
                    </a:lnTo>
                    <a:lnTo>
                      <a:pt x="15" y="88"/>
                    </a:lnTo>
                    <a:lnTo>
                      <a:pt x="15" y="88"/>
                    </a:lnTo>
                    <a:lnTo>
                      <a:pt x="15" y="86"/>
                    </a:lnTo>
                    <a:lnTo>
                      <a:pt x="15" y="86"/>
                    </a:lnTo>
                    <a:lnTo>
                      <a:pt x="15" y="83"/>
                    </a:lnTo>
                    <a:lnTo>
                      <a:pt x="15" y="83"/>
                    </a:lnTo>
                    <a:lnTo>
                      <a:pt x="15" y="81"/>
                    </a:lnTo>
                    <a:lnTo>
                      <a:pt x="15" y="81"/>
                    </a:lnTo>
                    <a:lnTo>
                      <a:pt x="15" y="79"/>
                    </a:lnTo>
                    <a:lnTo>
                      <a:pt x="12" y="79"/>
                    </a:lnTo>
                    <a:lnTo>
                      <a:pt x="12" y="79"/>
                    </a:lnTo>
                    <a:lnTo>
                      <a:pt x="12" y="79"/>
                    </a:lnTo>
                    <a:lnTo>
                      <a:pt x="12" y="76"/>
                    </a:lnTo>
                    <a:lnTo>
                      <a:pt x="12" y="76"/>
                    </a:lnTo>
                    <a:lnTo>
                      <a:pt x="12" y="74"/>
                    </a:lnTo>
                    <a:lnTo>
                      <a:pt x="12" y="74"/>
                    </a:lnTo>
                    <a:lnTo>
                      <a:pt x="12" y="72"/>
                    </a:lnTo>
                    <a:lnTo>
                      <a:pt x="12" y="72"/>
                    </a:lnTo>
                    <a:lnTo>
                      <a:pt x="12" y="72"/>
                    </a:lnTo>
                    <a:lnTo>
                      <a:pt x="12" y="72"/>
                    </a:lnTo>
                    <a:lnTo>
                      <a:pt x="12" y="69"/>
                    </a:lnTo>
                    <a:lnTo>
                      <a:pt x="12" y="69"/>
                    </a:lnTo>
                    <a:lnTo>
                      <a:pt x="10" y="69"/>
                    </a:lnTo>
                    <a:lnTo>
                      <a:pt x="10" y="69"/>
                    </a:lnTo>
                    <a:lnTo>
                      <a:pt x="10" y="67"/>
                    </a:lnTo>
                    <a:lnTo>
                      <a:pt x="10" y="67"/>
                    </a:lnTo>
                    <a:lnTo>
                      <a:pt x="10" y="64"/>
                    </a:lnTo>
                    <a:lnTo>
                      <a:pt x="10" y="64"/>
                    </a:lnTo>
                    <a:lnTo>
                      <a:pt x="10" y="64"/>
                    </a:lnTo>
                    <a:lnTo>
                      <a:pt x="8" y="64"/>
                    </a:lnTo>
                    <a:lnTo>
                      <a:pt x="8" y="62"/>
                    </a:lnTo>
                    <a:lnTo>
                      <a:pt x="8" y="62"/>
                    </a:lnTo>
                    <a:lnTo>
                      <a:pt x="8" y="60"/>
                    </a:lnTo>
                    <a:lnTo>
                      <a:pt x="10" y="60"/>
                    </a:lnTo>
                    <a:lnTo>
                      <a:pt x="10" y="60"/>
                    </a:lnTo>
                    <a:lnTo>
                      <a:pt x="10" y="60"/>
                    </a:lnTo>
                    <a:lnTo>
                      <a:pt x="10" y="57"/>
                    </a:lnTo>
                    <a:lnTo>
                      <a:pt x="10" y="57"/>
                    </a:lnTo>
                    <a:lnTo>
                      <a:pt x="10" y="57"/>
                    </a:lnTo>
                    <a:lnTo>
                      <a:pt x="10" y="55"/>
                    </a:lnTo>
                    <a:lnTo>
                      <a:pt x="10" y="55"/>
                    </a:lnTo>
                    <a:lnTo>
                      <a:pt x="10" y="55"/>
                    </a:lnTo>
                    <a:lnTo>
                      <a:pt x="8" y="55"/>
                    </a:lnTo>
                    <a:lnTo>
                      <a:pt x="8" y="53"/>
                    </a:lnTo>
                    <a:lnTo>
                      <a:pt x="8" y="53"/>
                    </a:lnTo>
                    <a:lnTo>
                      <a:pt x="8" y="53"/>
                    </a:lnTo>
                    <a:lnTo>
                      <a:pt x="8" y="53"/>
                    </a:lnTo>
                    <a:lnTo>
                      <a:pt x="8" y="50"/>
                    </a:lnTo>
                    <a:lnTo>
                      <a:pt x="5" y="50"/>
                    </a:lnTo>
                    <a:lnTo>
                      <a:pt x="5" y="50"/>
                    </a:lnTo>
                    <a:lnTo>
                      <a:pt x="5" y="50"/>
                    </a:lnTo>
                    <a:lnTo>
                      <a:pt x="5" y="50"/>
                    </a:lnTo>
                    <a:lnTo>
                      <a:pt x="5" y="50"/>
                    </a:lnTo>
                    <a:lnTo>
                      <a:pt x="5" y="48"/>
                    </a:lnTo>
                    <a:lnTo>
                      <a:pt x="5" y="48"/>
                    </a:lnTo>
                    <a:lnTo>
                      <a:pt x="5" y="48"/>
                    </a:lnTo>
                    <a:lnTo>
                      <a:pt x="5" y="45"/>
                    </a:lnTo>
                    <a:lnTo>
                      <a:pt x="5" y="45"/>
                    </a:lnTo>
                    <a:lnTo>
                      <a:pt x="5" y="45"/>
                    </a:lnTo>
                    <a:lnTo>
                      <a:pt x="5" y="43"/>
                    </a:lnTo>
                    <a:lnTo>
                      <a:pt x="5" y="43"/>
                    </a:lnTo>
                    <a:lnTo>
                      <a:pt x="5" y="41"/>
                    </a:lnTo>
                    <a:lnTo>
                      <a:pt x="5" y="41"/>
                    </a:lnTo>
                    <a:lnTo>
                      <a:pt x="3" y="41"/>
                    </a:lnTo>
                    <a:lnTo>
                      <a:pt x="3" y="38"/>
                    </a:lnTo>
                    <a:lnTo>
                      <a:pt x="3" y="38"/>
                    </a:lnTo>
                    <a:lnTo>
                      <a:pt x="3" y="38"/>
                    </a:lnTo>
                    <a:lnTo>
                      <a:pt x="3" y="38"/>
                    </a:lnTo>
                    <a:lnTo>
                      <a:pt x="0" y="38"/>
                    </a:lnTo>
                    <a:lnTo>
                      <a:pt x="0" y="36"/>
                    </a:lnTo>
                    <a:lnTo>
                      <a:pt x="0" y="36"/>
                    </a:lnTo>
                    <a:lnTo>
                      <a:pt x="0" y="34"/>
                    </a:lnTo>
                    <a:lnTo>
                      <a:pt x="0" y="34"/>
                    </a:lnTo>
                    <a:lnTo>
                      <a:pt x="0" y="31"/>
                    </a:lnTo>
                    <a:lnTo>
                      <a:pt x="0" y="31"/>
                    </a:lnTo>
                    <a:lnTo>
                      <a:pt x="0" y="29"/>
                    </a:lnTo>
                    <a:lnTo>
                      <a:pt x="0" y="29"/>
                    </a:lnTo>
                    <a:lnTo>
                      <a:pt x="0" y="29"/>
                    </a:lnTo>
                    <a:lnTo>
                      <a:pt x="0" y="29"/>
                    </a:lnTo>
                    <a:lnTo>
                      <a:pt x="0" y="29"/>
                    </a:lnTo>
                    <a:lnTo>
                      <a:pt x="0" y="27"/>
                    </a:lnTo>
                    <a:lnTo>
                      <a:pt x="3" y="27"/>
                    </a:lnTo>
                    <a:lnTo>
                      <a:pt x="3" y="29"/>
                    </a:lnTo>
                    <a:lnTo>
                      <a:pt x="3" y="29"/>
                    </a:lnTo>
                    <a:lnTo>
                      <a:pt x="3" y="27"/>
                    </a:lnTo>
                    <a:lnTo>
                      <a:pt x="5" y="27"/>
                    </a:lnTo>
                    <a:lnTo>
                      <a:pt x="5" y="27"/>
                    </a:lnTo>
                    <a:lnTo>
                      <a:pt x="5" y="27"/>
                    </a:lnTo>
                    <a:lnTo>
                      <a:pt x="5" y="27"/>
                    </a:lnTo>
                    <a:lnTo>
                      <a:pt x="5" y="24"/>
                    </a:lnTo>
                    <a:lnTo>
                      <a:pt x="5" y="24"/>
                    </a:lnTo>
                    <a:lnTo>
                      <a:pt x="8" y="24"/>
                    </a:lnTo>
                    <a:lnTo>
                      <a:pt x="8" y="24"/>
                    </a:lnTo>
                    <a:lnTo>
                      <a:pt x="8" y="22"/>
                    </a:lnTo>
                    <a:lnTo>
                      <a:pt x="8" y="22"/>
                    </a:lnTo>
                    <a:lnTo>
                      <a:pt x="8" y="22"/>
                    </a:lnTo>
                    <a:lnTo>
                      <a:pt x="10" y="22"/>
                    </a:lnTo>
                    <a:lnTo>
                      <a:pt x="10" y="19"/>
                    </a:lnTo>
                    <a:lnTo>
                      <a:pt x="10" y="19"/>
                    </a:lnTo>
                    <a:lnTo>
                      <a:pt x="10" y="19"/>
                    </a:lnTo>
                    <a:lnTo>
                      <a:pt x="10" y="19"/>
                    </a:lnTo>
                    <a:lnTo>
                      <a:pt x="10" y="17"/>
                    </a:lnTo>
                    <a:lnTo>
                      <a:pt x="12" y="17"/>
                    </a:lnTo>
                    <a:lnTo>
                      <a:pt x="12" y="17"/>
                    </a:lnTo>
                    <a:lnTo>
                      <a:pt x="12" y="17"/>
                    </a:lnTo>
                    <a:lnTo>
                      <a:pt x="12" y="17"/>
                    </a:lnTo>
                    <a:lnTo>
                      <a:pt x="12" y="15"/>
                    </a:lnTo>
                    <a:lnTo>
                      <a:pt x="12" y="15"/>
                    </a:lnTo>
                    <a:lnTo>
                      <a:pt x="12" y="12"/>
                    </a:lnTo>
                    <a:lnTo>
                      <a:pt x="15" y="12"/>
                    </a:lnTo>
                    <a:lnTo>
                      <a:pt x="15" y="12"/>
                    </a:lnTo>
                    <a:lnTo>
                      <a:pt x="15" y="10"/>
                    </a:lnTo>
                    <a:lnTo>
                      <a:pt x="15" y="10"/>
                    </a:lnTo>
                    <a:lnTo>
                      <a:pt x="15" y="10"/>
                    </a:lnTo>
                    <a:lnTo>
                      <a:pt x="15" y="10"/>
                    </a:lnTo>
                    <a:lnTo>
                      <a:pt x="15" y="10"/>
                    </a:lnTo>
                    <a:lnTo>
                      <a:pt x="17" y="10"/>
                    </a:lnTo>
                    <a:lnTo>
                      <a:pt x="17" y="10"/>
                    </a:lnTo>
                    <a:lnTo>
                      <a:pt x="17" y="8"/>
                    </a:lnTo>
                    <a:lnTo>
                      <a:pt x="19" y="8"/>
                    </a:lnTo>
                    <a:lnTo>
                      <a:pt x="19" y="8"/>
                    </a:lnTo>
                    <a:lnTo>
                      <a:pt x="19" y="8"/>
                    </a:lnTo>
                    <a:lnTo>
                      <a:pt x="22" y="8"/>
                    </a:lnTo>
                    <a:lnTo>
                      <a:pt x="22" y="8"/>
                    </a:lnTo>
                    <a:lnTo>
                      <a:pt x="22" y="8"/>
                    </a:lnTo>
                    <a:lnTo>
                      <a:pt x="22" y="8"/>
                    </a:lnTo>
                    <a:lnTo>
                      <a:pt x="24" y="8"/>
                    </a:lnTo>
                    <a:lnTo>
                      <a:pt x="24" y="8"/>
                    </a:lnTo>
                    <a:lnTo>
                      <a:pt x="27" y="8"/>
                    </a:lnTo>
                    <a:lnTo>
                      <a:pt x="27" y="5"/>
                    </a:lnTo>
                    <a:lnTo>
                      <a:pt x="27" y="5"/>
                    </a:lnTo>
                    <a:lnTo>
                      <a:pt x="27" y="5"/>
                    </a:lnTo>
                    <a:lnTo>
                      <a:pt x="29" y="5"/>
                    </a:lnTo>
                    <a:lnTo>
                      <a:pt x="29" y="5"/>
                    </a:lnTo>
                    <a:lnTo>
                      <a:pt x="31" y="5"/>
                    </a:lnTo>
                    <a:lnTo>
                      <a:pt x="31" y="8"/>
                    </a:lnTo>
                    <a:lnTo>
                      <a:pt x="31" y="8"/>
                    </a:lnTo>
                    <a:lnTo>
                      <a:pt x="31" y="8"/>
                    </a:lnTo>
                    <a:lnTo>
                      <a:pt x="34" y="8"/>
                    </a:lnTo>
                    <a:lnTo>
                      <a:pt x="34" y="8"/>
                    </a:lnTo>
                    <a:lnTo>
                      <a:pt x="34" y="8"/>
                    </a:lnTo>
                    <a:lnTo>
                      <a:pt x="34" y="8"/>
                    </a:lnTo>
                    <a:lnTo>
                      <a:pt x="36" y="8"/>
                    </a:lnTo>
                    <a:lnTo>
                      <a:pt x="36" y="8"/>
                    </a:lnTo>
                    <a:lnTo>
                      <a:pt x="38" y="8"/>
                    </a:lnTo>
                    <a:lnTo>
                      <a:pt x="38" y="8"/>
                    </a:lnTo>
                    <a:lnTo>
                      <a:pt x="38" y="8"/>
                    </a:lnTo>
                    <a:lnTo>
                      <a:pt x="38" y="8"/>
                    </a:lnTo>
                    <a:lnTo>
                      <a:pt x="41" y="8"/>
                    </a:lnTo>
                    <a:lnTo>
                      <a:pt x="41" y="8"/>
                    </a:lnTo>
                    <a:lnTo>
                      <a:pt x="41" y="8"/>
                    </a:lnTo>
                    <a:lnTo>
                      <a:pt x="43" y="8"/>
                    </a:lnTo>
                    <a:lnTo>
                      <a:pt x="43" y="8"/>
                    </a:lnTo>
                    <a:lnTo>
                      <a:pt x="45" y="8"/>
                    </a:lnTo>
                    <a:lnTo>
                      <a:pt x="45" y="8"/>
                    </a:lnTo>
                    <a:lnTo>
                      <a:pt x="45" y="8"/>
                    </a:lnTo>
                    <a:lnTo>
                      <a:pt x="45" y="8"/>
                    </a:lnTo>
                    <a:lnTo>
                      <a:pt x="48" y="8"/>
                    </a:lnTo>
                    <a:lnTo>
                      <a:pt x="48" y="8"/>
                    </a:lnTo>
                    <a:lnTo>
                      <a:pt x="48" y="8"/>
                    </a:lnTo>
                    <a:lnTo>
                      <a:pt x="48" y="8"/>
                    </a:lnTo>
                    <a:lnTo>
                      <a:pt x="48" y="8"/>
                    </a:lnTo>
                    <a:lnTo>
                      <a:pt x="48" y="8"/>
                    </a:lnTo>
                    <a:lnTo>
                      <a:pt x="50" y="8"/>
                    </a:lnTo>
                    <a:lnTo>
                      <a:pt x="50" y="5"/>
                    </a:lnTo>
                    <a:lnTo>
                      <a:pt x="50" y="5"/>
                    </a:lnTo>
                    <a:lnTo>
                      <a:pt x="53" y="5"/>
                    </a:lnTo>
                    <a:lnTo>
                      <a:pt x="53" y="5"/>
                    </a:lnTo>
                    <a:lnTo>
                      <a:pt x="53" y="5"/>
                    </a:lnTo>
                    <a:lnTo>
                      <a:pt x="55" y="5"/>
                    </a:lnTo>
                    <a:lnTo>
                      <a:pt x="55" y="5"/>
                    </a:lnTo>
                    <a:lnTo>
                      <a:pt x="55" y="5"/>
                    </a:lnTo>
                    <a:lnTo>
                      <a:pt x="55" y="8"/>
                    </a:lnTo>
                    <a:lnTo>
                      <a:pt x="57" y="8"/>
                    </a:lnTo>
                    <a:lnTo>
                      <a:pt x="57" y="8"/>
                    </a:lnTo>
                    <a:lnTo>
                      <a:pt x="57" y="8"/>
                    </a:lnTo>
                    <a:lnTo>
                      <a:pt x="57" y="10"/>
                    </a:lnTo>
                    <a:lnTo>
                      <a:pt x="57" y="10"/>
                    </a:lnTo>
                    <a:lnTo>
                      <a:pt x="60" y="10"/>
                    </a:lnTo>
                    <a:lnTo>
                      <a:pt x="60" y="10"/>
                    </a:lnTo>
                    <a:lnTo>
                      <a:pt x="60" y="10"/>
                    </a:lnTo>
                    <a:lnTo>
                      <a:pt x="60" y="10"/>
                    </a:lnTo>
                    <a:lnTo>
                      <a:pt x="60" y="10"/>
                    </a:lnTo>
                    <a:lnTo>
                      <a:pt x="62" y="10"/>
                    </a:lnTo>
                    <a:lnTo>
                      <a:pt x="62" y="10"/>
                    </a:lnTo>
                    <a:lnTo>
                      <a:pt x="62" y="8"/>
                    </a:lnTo>
                    <a:lnTo>
                      <a:pt x="62" y="8"/>
                    </a:lnTo>
                    <a:lnTo>
                      <a:pt x="62" y="10"/>
                    </a:lnTo>
                    <a:lnTo>
                      <a:pt x="62" y="10"/>
                    </a:lnTo>
                    <a:lnTo>
                      <a:pt x="64" y="10"/>
                    </a:lnTo>
                    <a:lnTo>
                      <a:pt x="64" y="10"/>
                    </a:lnTo>
                    <a:lnTo>
                      <a:pt x="64" y="10"/>
                    </a:lnTo>
                    <a:lnTo>
                      <a:pt x="64" y="12"/>
                    </a:lnTo>
                    <a:lnTo>
                      <a:pt x="64" y="12"/>
                    </a:lnTo>
                    <a:lnTo>
                      <a:pt x="64" y="12"/>
                    </a:lnTo>
                    <a:lnTo>
                      <a:pt x="67" y="12"/>
                    </a:lnTo>
                    <a:lnTo>
                      <a:pt x="67" y="15"/>
                    </a:lnTo>
                    <a:lnTo>
                      <a:pt x="67" y="15"/>
                    </a:lnTo>
                    <a:lnTo>
                      <a:pt x="67" y="15"/>
                    </a:lnTo>
                    <a:lnTo>
                      <a:pt x="67" y="12"/>
                    </a:lnTo>
                    <a:lnTo>
                      <a:pt x="69" y="12"/>
                    </a:lnTo>
                    <a:lnTo>
                      <a:pt x="69" y="12"/>
                    </a:lnTo>
                    <a:lnTo>
                      <a:pt x="69" y="12"/>
                    </a:lnTo>
                    <a:lnTo>
                      <a:pt x="71" y="12"/>
                    </a:lnTo>
                    <a:lnTo>
                      <a:pt x="71" y="12"/>
                    </a:lnTo>
                    <a:lnTo>
                      <a:pt x="71" y="12"/>
                    </a:lnTo>
                    <a:lnTo>
                      <a:pt x="71" y="12"/>
                    </a:lnTo>
                    <a:lnTo>
                      <a:pt x="71" y="15"/>
                    </a:lnTo>
                    <a:lnTo>
                      <a:pt x="74" y="15"/>
                    </a:lnTo>
                    <a:lnTo>
                      <a:pt x="74" y="15"/>
                    </a:lnTo>
                    <a:lnTo>
                      <a:pt x="74" y="15"/>
                    </a:lnTo>
                    <a:lnTo>
                      <a:pt x="74" y="15"/>
                    </a:lnTo>
                    <a:lnTo>
                      <a:pt x="74" y="17"/>
                    </a:lnTo>
                    <a:lnTo>
                      <a:pt x="76" y="17"/>
                    </a:lnTo>
                    <a:lnTo>
                      <a:pt x="76" y="17"/>
                    </a:lnTo>
                    <a:lnTo>
                      <a:pt x="76" y="17"/>
                    </a:lnTo>
                    <a:lnTo>
                      <a:pt x="79" y="17"/>
                    </a:lnTo>
                    <a:lnTo>
                      <a:pt x="79" y="19"/>
                    </a:lnTo>
                    <a:lnTo>
                      <a:pt x="79" y="19"/>
                    </a:lnTo>
                    <a:lnTo>
                      <a:pt x="79" y="19"/>
                    </a:lnTo>
                    <a:lnTo>
                      <a:pt x="81" y="19"/>
                    </a:lnTo>
                    <a:lnTo>
                      <a:pt x="81" y="19"/>
                    </a:lnTo>
                    <a:lnTo>
                      <a:pt x="81" y="19"/>
                    </a:lnTo>
                    <a:lnTo>
                      <a:pt x="81" y="17"/>
                    </a:lnTo>
                    <a:lnTo>
                      <a:pt x="81" y="17"/>
                    </a:lnTo>
                    <a:lnTo>
                      <a:pt x="83" y="17"/>
                    </a:lnTo>
                    <a:lnTo>
                      <a:pt x="83" y="15"/>
                    </a:lnTo>
                    <a:lnTo>
                      <a:pt x="83" y="15"/>
                    </a:lnTo>
                    <a:lnTo>
                      <a:pt x="81" y="15"/>
                    </a:lnTo>
                    <a:lnTo>
                      <a:pt x="81" y="12"/>
                    </a:lnTo>
                    <a:lnTo>
                      <a:pt x="81" y="12"/>
                    </a:lnTo>
                    <a:lnTo>
                      <a:pt x="81" y="12"/>
                    </a:lnTo>
                    <a:lnTo>
                      <a:pt x="81" y="10"/>
                    </a:lnTo>
                    <a:lnTo>
                      <a:pt x="81" y="10"/>
                    </a:lnTo>
                    <a:lnTo>
                      <a:pt x="81" y="10"/>
                    </a:lnTo>
                    <a:lnTo>
                      <a:pt x="81" y="10"/>
                    </a:lnTo>
                    <a:lnTo>
                      <a:pt x="79" y="10"/>
                    </a:lnTo>
                    <a:lnTo>
                      <a:pt x="79" y="8"/>
                    </a:lnTo>
                    <a:lnTo>
                      <a:pt x="81" y="8"/>
                    </a:lnTo>
                    <a:lnTo>
                      <a:pt x="81" y="8"/>
                    </a:lnTo>
                    <a:lnTo>
                      <a:pt x="81" y="8"/>
                    </a:lnTo>
                    <a:lnTo>
                      <a:pt x="81" y="8"/>
                    </a:lnTo>
                    <a:lnTo>
                      <a:pt x="83" y="8"/>
                    </a:lnTo>
                    <a:lnTo>
                      <a:pt x="83" y="8"/>
                    </a:lnTo>
                    <a:lnTo>
                      <a:pt x="83" y="8"/>
                    </a:lnTo>
                    <a:lnTo>
                      <a:pt x="83" y="8"/>
                    </a:lnTo>
                    <a:lnTo>
                      <a:pt x="86" y="8"/>
                    </a:lnTo>
                    <a:lnTo>
                      <a:pt x="86" y="5"/>
                    </a:lnTo>
                    <a:lnTo>
                      <a:pt x="86" y="5"/>
                    </a:lnTo>
                    <a:lnTo>
                      <a:pt x="86" y="5"/>
                    </a:lnTo>
                    <a:lnTo>
                      <a:pt x="86" y="5"/>
                    </a:lnTo>
                    <a:lnTo>
                      <a:pt x="88" y="5"/>
                    </a:lnTo>
                    <a:lnTo>
                      <a:pt x="88" y="5"/>
                    </a:lnTo>
                    <a:lnTo>
                      <a:pt x="88" y="3"/>
                    </a:lnTo>
                    <a:lnTo>
                      <a:pt x="88" y="3"/>
                    </a:lnTo>
                    <a:lnTo>
                      <a:pt x="88" y="3"/>
                    </a:lnTo>
                    <a:lnTo>
                      <a:pt x="90" y="3"/>
                    </a:lnTo>
                    <a:lnTo>
                      <a:pt x="90" y="0"/>
                    </a:lnTo>
                    <a:lnTo>
                      <a:pt x="90" y="0"/>
                    </a:lnTo>
                    <a:lnTo>
                      <a:pt x="90" y="3"/>
                    </a:lnTo>
                    <a:lnTo>
                      <a:pt x="93" y="3"/>
                    </a:lnTo>
                    <a:lnTo>
                      <a:pt x="93" y="3"/>
                    </a:lnTo>
                    <a:lnTo>
                      <a:pt x="93" y="3"/>
                    </a:lnTo>
                    <a:lnTo>
                      <a:pt x="93" y="5"/>
                    </a:lnTo>
                    <a:lnTo>
                      <a:pt x="93" y="5"/>
                    </a:lnTo>
                    <a:lnTo>
                      <a:pt x="93" y="5"/>
                    </a:lnTo>
                    <a:lnTo>
                      <a:pt x="95" y="5"/>
                    </a:lnTo>
                    <a:lnTo>
                      <a:pt x="95" y="5"/>
                    </a:lnTo>
                    <a:lnTo>
                      <a:pt x="95" y="8"/>
                    </a:lnTo>
                    <a:lnTo>
                      <a:pt x="98" y="8"/>
                    </a:lnTo>
                    <a:lnTo>
                      <a:pt x="98" y="8"/>
                    </a:lnTo>
                    <a:lnTo>
                      <a:pt x="98" y="8"/>
                    </a:lnTo>
                    <a:lnTo>
                      <a:pt x="98" y="10"/>
                    </a:lnTo>
                    <a:lnTo>
                      <a:pt x="98" y="10"/>
                    </a:lnTo>
                    <a:lnTo>
                      <a:pt x="98" y="8"/>
                    </a:lnTo>
                    <a:lnTo>
                      <a:pt x="100" y="8"/>
                    </a:lnTo>
                    <a:lnTo>
                      <a:pt x="100" y="8"/>
                    </a:lnTo>
                    <a:lnTo>
                      <a:pt x="100" y="8"/>
                    </a:lnTo>
                    <a:lnTo>
                      <a:pt x="100" y="8"/>
                    </a:lnTo>
                    <a:lnTo>
                      <a:pt x="102" y="8"/>
                    </a:lnTo>
                    <a:lnTo>
                      <a:pt x="102" y="5"/>
                    </a:lnTo>
                    <a:lnTo>
                      <a:pt x="102" y="5"/>
                    </a:lnTo>
                    <a:lnTo>
                      <a:pt x="102" y="8"/>
                    </a:lnTo>
                    <a:lnTo>
                      <a:pt x="105" y="8"/>
                    </a:lnTo>
                    <a:lnTo>
                      <a:pt x="105" y="5"/>
                    </a:lnTo>
                    <a:lnTo>
                      <a:pt x="105" y="5"/>
                    </a:lnTo>
                    <a:lnTo>
                      <a:pt x="105" y="5"/>
                    </a:lnTo>
                    <a:lnTo>
                      <a:pt x="105" y="5"/>
                    </a:lnTo>
                    <a:lnTo>
                      <a:pt x="107" y="5"/>
                    </a:lnTo>
                    <a:lnTo>
                      <a:pt x="107" y="3"/>
                    </a:lnTo>
                    <a:lnTo>
                      <a:pt x="107" y="3"/>
                    </a:lnTo>
                    <a:lnTo>
                      <a:pt x="107" y="3"/>
                    </a:lnTo>
                    <a:lnTo>
                      <a:pt x="107" y="0"/>
                    </a:lnTo>
                    <a:lnTo>
                      <a:pt x="107" y="0"/>
                    </a:lnTo>
                    <a:lnTo>
                      <a:pt x="109" y="0"/>
                    </a:lnTo>
                    <a:lnTo>
                      <a:pt x="109" y="3"/>
                    </a:lnTo>
                    <a:lnTo>
                      <a:pt x="109" y="3"/>
                    </a:lnTo>
                    <a:lnTo>
                      <a:pt x="112" y="3"/>
                    </a:lnTo>
                    <a:lnTo>
                      <a:pt x="112" y="0"/>
                    </a:lnTo>
                    <a:lnTo>
                      <a:pt x="112" y="0"/>
                    </a:lnTo>
                    <a:lnTo>
                      <a:pt x="112" y="0"/>
                    </a:lnTo>
                    <a:lnTo>
                      <a:pt x="112" y="0"/>
                    </a:lnTo>
                    <a:lnTo>
                      <a:pt x="112" y="0"/>
                    </a:lnTo>
                    <a:lnTo>
                      <a:pt x="112" y="0"/>
                    </a:lnTo>
                    <a:lnTo>
                      <a:pt x="112" y="0"/>
                    </a:lnTo>
                    <a:lnTo>
                      <a:pt x="112" y="3"/>
                    </a:lnTo>
                    <a:lnTo>
                      <a:pt x="112" y="3"/>
                    </a:lnTo>
                    <a:lnTo>
                      <a:pt x="112" y="3"/>
                    </a:lnTo>
                    <a:lnTo>
                      <a:pt x="112" y="5"/>
                    </a:lnTo>
                    <a:lnTo>
                      <a:pt x="112" y="5"/>
                    </a:lnTo>
                    <a:lnTo>
                      <a:pt x="112" y="5"/>
                    </a:lnTo>
                    <a:lnTo>
                      <a:pt x="112" y="8"/>
                    </a:lnTo>
                    <a:lnTo>
                      <a:pt x="109" y="8"/>
                    </a:lnTo>
                    <a:lnTo>
                      <a:pt x="109" y="8"/>
                    </a:lnTo>
                    <a:lnTo>
                      <a:pt x="109" y="10"/>
                    </a:lnTo>
                    <a:lnTo>
                      <a:pt x="109" y="10"/>
                    </a:lnTo>
                    <a:lnTo>
                      <a:pt x="109" y="10"/>
                    </a:lnTo>
                    <a:lnTo>
                      <a:pt x="109" y="10"/>
                    </a:lnTo>
                    <a:lnTo>
                      <a:pt x="109" y="12"/>
                    </a:lnTo>
                    <a:lnTo>
                      <a:pt x="107" y="12"/>
                    </a:lnTo>
                    <a:lnTo>
                      <a:pt x="107" y="12"/>
                    </a:lnTo>
                    <a:lnTo>
                      <a:pt x="107" y="15"/>
                    </a:lnTo>
                    <a:lnTo>
                      <a:pt x="109" y="15"/>
                    </a:lnTo>
                    <a:lnTo>
                      <a:pt x="109" y="15"/>
                    </a:lnTo>
                    <a:lnTo>
                      <a:pt x="109" y="17"/>
                    </a:lnTo>
                    <a:lnTo>
                      <a:pt x="109" y="17"/>
                    </a:lnTo>
                    <a:lnTo>
                      <a:pt x="112" y="17"/>
                    </a:lnTo>
                    <a:lnTo>
                      <a:pt x="112" y="17"/>
                    </a:lnTo>
                    <a:lnTo>
                      <a:pt x="112" y="19"/>
                    </a:lnTo>
                    <a:lnTo>
                      <a:pt x="112" y="19"/>
                    </a:lnTo>
                    <a:lnTo>
                      <a:pt x="112" y="19"/>
                    </a:lnTo>
                    <a:lnTo>
                      <a:pt x="112" y="22"/>
                    </a:lnTo>
                    <a:lnTo>
                      <a:pt x="112" y="22"/>
                    </a:lnTo>
                    <a:lnTo>
                      <a:pt x="112" y="22"/>
                    </a:lnTo>
                    <a:lnTo>
                      <a:pt x="112" y="22"/>
                    </a:lnTo>
                    <a:lnTo>
                      <a:pt x="112" y="24"/>
                    </a:lnTo>
                    <a:lnTo>
                      <a:pt x="112" y="24"/>
                    </a:lnTo>
                    <a:lnTo>
                      <a:pt x="114" y="24"/>
                    </a:lnTo>
                    <a:lnTo>
                      <a:pt x="114" y="27"/>
                    </a:lnTo>
                    <a:lnTo>
                      <a:pt x="114" y="27"/>
                    </a:lnTo>
                    <a:lnTo>
                      <a:pt x="114" y="29"/>
                    </a:lnTo>
                    <a:lnTo>
                      <a:pt x="114" y="29"/>
                    </a:lnTo>
                    <a:lnTo>
                      <a:pt x="114" y="29"/>
                    </a:lnTo>
                    <a:lnTo>
                      <a:pt x="114" y="29"/>
                    </a:lnTo>
                    <a:lnTo>
                      <a:pt x="114" y="31"/>
                    </a:lnTo>
                    <a:lnTo>
                      <a:pt x="114" y="31"/>
                    </a:lnTo>
                    <a:lnTo>
                      <a:pt x="114" y="34"/>
                    </a:lnTo>
                    <a:lnTo>
                      <a:pt x="114" y="34"/>
                    </a:lnTo>
                    <a:lnTo>
                      <a:pt x="114" y="34"/>
                    </a:lnTo>
                    <a:lnTo>
                      <a:pt x="114" y="36"/>
                    </a:lnTo>
                    <a:lnTo>
                      <a:pt x="114" y="36"/>
                    </a:lnTo>
                    <a:lnTo>
                      <a:pt x="112" y="36"/>
                    </a:lnTo>
                    <a:lnTo>
                      <a:pt x="112" y="38"/>
                    </a:lnTo>
                    <a:lnTo>
                      <a:pt x="112" y="38"/>
                    </a:lnTo>
                    <a:lnTo>
                      <a:pt x="112" y="38"/>
                    </a:lnTo>
                    <a:lnTo>
                      <a:pt x="112" y="38"/>
                    </a:lnTo>
                    <a:lnTo>
                      <a:pt x="112" y="41"/>
                    </a:lnTo>
                    <a:lnTo>
                      <a:pt x="112" y="41"/>
                    </a:lnTo>
                    <a:lnTo>
                      <a:pt x="112" y="43"/>
                    </a:lnTo>
                    <a:lnTo>
                      <a:pt x="112" y="43"/>
                    </a:lnTo>
                    <a:lnTo>
                      <a:pt x="112" y="45"/>
                    </a:lnTo>
                    <a:lnTo>
                      <a:pt x="112" y="45"/>
                    </a:lnTo>
                    <a:lnTo>
                      <a:pt x="112" y="45"/>
                    </a:lnTo>
                    <a:lnTo>
                      <a:pt x="112" y="48"/>
                    </a:lnTo>
                    <a:lnTo>
                      <a:pt x="114" y="48"/>
                    </a:lnTo>
                    <a:lnTo>
                      <a:pt x="114" y="48"/>
                    </a:lnTo>
                    <a:lnTo>
                      <a:pt x="114" y="50"/>
                    </a:lnTo>
                    <a:lnTo>
                      <a:pt x="114" y="50"/>
                    </a:lnTo>
                    <a:lnTo>
                      <a:pt x="114" y="50"/>
                    </a:lnTo>
                    <a:lnTo>
                      <a:pt x="114" y="53"/>
                    </a:lnTo>
                    <a:lnTo>
                      <a:pt x="114" y="53"/>
                    </a:lnTo>
                    <a:lnTo>
                      <a:pt x="114" y="55"/>
                    </a:lnTo>
                    <a:lnTo>
                      <a:pt x="114" y="55"/>
                    </a:lnTo>
                    <a:lnTo>
                      <a:pt x="114" y="57"/>
                    </a:lnTo>
                    <a:lnTo>
                      <a:pt x="112" y="57"/>
                    </a:lnTo>
                    <a:lnTo>
                      <a:pt x="112" y="57"/>
                    </a:lnTo>
                    <a:lnTo>
                      <a:pt x="112" y="60"/>
                    </a:lnTo>
                    <a:lnTo>
                      <a:pt x="112" y="60"/>
                    </a:lnTo>
                    <a:lnTo>
                      <a:pt x="112" y="60"/>
                    </a:lnTo>
                    <a:lnTo>
                      <a:pt x="112" y="60"/>
                    </a:lnTo>
                    <a:lnTo>
                      <a:pt x="112" y="60"/>
                    </a:lnTo>
                    <a:lnTo>
                      <a:pt x="109" y="60"/>
                    </a:lnTo>
                    <a:lnTo>
                      <a:pt x="109" y="60"/>
                    </a:lnTo>
                    <a:lnTo>
                      <a:pt x="109" y="60"/>
                    </a:lnTo>
                    <a:lnTo>
                      <a:pt x="109" y="60"/>
                    </a:lnTo>
                    <a:lnTo>
                      <a:pt x="107" y="60"/>
                    </a:lnTo>
                    <a:lnTo>
                      <a:pt x="107" y="60"/>
                    </a:lnTo>
                    <a:lnTo>
                      <a:pt x="107" y="60"/>
                    </a:lnTo>
                    <a:lnTo>
                      <a:pt x="107" y="60"/>
                    </a:lnTo>
                    <a:lnTo>
                      <a:pt x="105" y="60"/>
                    </a:lnTo>
                    <a:lnTo>
                      <a:pt x="105" y="60"/>
                    </a:lnTo>
                    <a:lnTo>
                      <a:pt x="105" y="60"/>
                    </a:lnTo>
                    <a:lnTo>
                      <a:pt x="105" y="60"/>
                    </a:lnTo>
                    <a:lnTo>
                      <a:pt x="105" y="62"/>
                    </a:lnTo>
                    <a:lnTo>
                      <a:pt x="102" y="62"/>
                    </a:lnTo>
                    <a:lnTo>
                      <a:pt x="102" y="62"/>
                    </a:lnTo>
                    <a:lnTo>
                      <a:pt x="102" y="62"/>
                    </a:lnTo>
                    <a:lnTo>
                      <a:pt x="102" y="64"/>
                    </a:lnTo>
                    <a:lnTo>
                      <a:pt x="100" y="64"/>
                    </a:lnTo>
                    <a:lnTo>
                      <a:pt x="100" y="64"/>
                    </a:lnTo>
                    <a:lnTo>
                      <a:pt x="100" y="64"/>
                    </a:lnTo>
                    <a:lnTo>
                      <a:pt x="100" y="64"/>
                    </a:lnTo>
                    <a:lnTo>
                      <a:pt x="98" y="64"/>
                    </a:lnTo>
                    <a:lnTo>
                      <a:pt x="98" y="64"/>
                    </a:lnTo>
                    <a:lnTo>
                      <a:pt x="98" y="64"/>
                    </a:lnTo>
                    <a:lnTo>
                      <a:pt x="98" y="67"/>
                    </a:lnTo>
                    <a:lnTo>
                      <a:pt x="95" y="67"/>
                    </a:lnTo>
                    <a:lnTo>
                      <a:pt x="95" y="67"/>
                    </a:lnTo>
                    <a:lnTo>
                      <a:pt x="95" y="67"/>
                    </a:lnTo>
                    <a:lnTo>
                      <a:pt x="95" y="69"/>
                    </a:lnTo>
                    <a:lnTo>
                      <a:pt x="93" y="69"/>
                    </a:lnTo>
                    <a:lnTo>
                      <a:pt x="93" y="69"/>
                    </a:lnTo>
                    <a:lnTo>
                      <a:pt x="93" y="69"/>
                    </a:lnTo>
                    <a:lnTo>
                      <a:pt x="90" y="69"/>
                    </a:lnTo>
                    <a:lnTo>
                      <a:pt x="90" y="69"/>
                    </a:lnTo>
                    <a:lnTo>
                      <a:pt x="88" y="69"/>
                    </a:lnTo>
                    <a:lnTo>
                      <a:pt x="88" y="69"/>
                    </a:lnTo>
                    <a:lnTo>
                      <a:pt x="88" y="69"/>
                    </a:lnTo>
                    <a:lnTo>
                      <a:pt x="88" y="69"/>
                    </a:lnTo>
                    <a:lnTo>
                      <a:pt x="88" y="69"/>
                    </a:lnTo>
                    <a:lnTo>
                      <a:pt x="88" y="72"/>
                    </a:lnTo>
                    <a:lnTo>
                      <a:pt x="88" y="72"/>
                    </a:lnTo>
                    <a:lnTo>
                      <a:pt x="88" y="72"/>
                    </a:lnTo>
                    <a:lnTo>
                      <a:pt x="88" y="74"/>
                    </a:lnTo>
                    <a:lnTo>
                      <a:pt x="88" y="74"/>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4" name="Rectangle 129"/>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5" name="Rectangle 130"/>
              <p:cNvSpPr>
                <a:spLocks noChangeArrowheads="1"/>
              </p:cNvSpPr>
              <p:nvPr/>
            </p:nvSpPr>
            <p:spPr bwMode="auto">
              <a:xfrm>
                <a:off x="2384" y="1722"/>
                <a:ext cx="2" cy="3"/>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131"/>
              <p:cNvSpPr>
                <a:spLocks/>
              </p:cNvSpPr>
              <p:nvPr/>
            </p:nvSpPr>
            <p:spPr bwMode="auto">
              <a:xfrm>
                <a:off x="2317" y="1656"/>
                <a:ext cx="237" cy="104"/>
              </a:xfrm>
              <a:custGeom>
                <a:avLst/>
                <a:gdLst/>
                <a:ahLst/>
                <a:cxnLst>
                  <a:cxn ang="0">
                    <a:pos x="78" y="64"/>
                  </a:cxn>
                  <a:cxn ang="0">
                    <a:pos x="78" y="62"/>
                  </a:cxn>
                  <a:cxn ang="0">
                    <a:pos x="67" y="57"/>
                  </a:cxn>
                  <a:cxn ang="0">
                    <a:pos x="57" y="54"/>
                  </a:cxn>
                  <a:cxn ang="0">
                    <a:pos x="52" y="45"/>
                  </a:cxn>
                  <a:cxn ang="0">
                    <a:pos x="45" y="54"/>
                  </a:cxn>
                  <a:cxn ang="0">
                    <a:pos x="34" y="54"/>
                  </a:cxn>
                  <a:cxn ang="0">
                    <a:pos x="24" y="45"/>
                  </a:cxn>
                  <a:cxn ang="0">
                    <a:pos x="24" y="40"/>
                  </a:cxn>
                  <a:cxn ang="0">
                    <a:pos x="34" y="31"/>
                  </a:cxn>
                  <a:cxn ang="0">
                    <a:pos x="41" y="26"/>
                  </a:cxn>
                  <a:cxn ang="0">
                    <a:pos x="38" y="19"/>
                  </a:cxn>
                  <a:cxn ang="0">
                    <a:pos x="43" y="14"/>
                  </a:cxn>
                  <a:cxn ang="0">
                    <a:pos x="57" y="12"/>
                  </a:cxn>
                  <a:cxn ang="0">
                    <a:pos x="69" y="14"/>
                  </a:cxn>
                  <a:cxn ang="0">
                    <a:pos x="83" y="19"/>
                  </a:cxn>
                  <a:cxn ang="0">
                    <a:pos x="90" y="19"/>
                  </a:cxn>
                  <a:cxn ang="0">
                    <a:pos x="95" y="5"/>
                  </a:cxn>
                  <a:cxn ang="0">
                    <a:pos x="105" y="2"/>
                  </a:cxn>
                  <a:cxn ang="0">
                    <a:pos x="116" y="5"/>
                  </a:cxn>
                  <a:cxn ang="0">
                    <a:pos x="128" y="12"/>
                  </a:cxn>
                  <a:cxn ang="0">
                    <a:pos x="140" y="12"/>
                  </a:cxn>
                  <a:cxn ang="0">
                    <a:pos x="152" y="9"/>
                  </a:cxn>
                  <a:cxn ang="0">
                    <a:pos x="166" y="7"/>
                  </a:cxn>
                  <a:cxn ang="0">
                    <a:pos x="178" y="7"/>
                  </a:cxn>
                  <a:cxn ang="0">
                    <a:pos x="190" y="9"/>
                  </a:cxn>
                  <a:cxn ang="0">
                    <a:pos x="204" y="12"/>
                  </a:cxn>
                  <a:cxn ang="0">
                    <a:pos x="213" y="17"/>
                  </a:cxn>
                  <a:cxn ang="0">
                    <a:pos x="225" y="21"/>
                  </a:cxn>
                  <a:cxn ang="0">
                    <a:pos x="237" y="26"/>
                  </a:cxn>
                  <a:cxn ang="0">
                    <a:pos x="228" y="33"/>
                  </a:cxn>
                  <a:cxn ang="0">
                    <a:pos x="216" y="38"/>
                  </a:cxn>
                  <a:cxn ang="0">
                    <a:pos x="204" y="43"/>
                  </a:cxn>
                  <a:cxn ang="0">
                    <a:pos x="197" y="50"/>
                  </a:cxn>
                  <a:cxn ang="0">
                    <a:pos x="187" y="54"/>
                  </a:cxn>
                  <a:cxn ang="0">
                    <a:pos x="176" y="57"/>
                  </a:cxn>
                  <a:cxn ang="0">
                    <a:pos x="164" y="59"/>
                  </a:cxn>
                  <a:cxn ang="0">
                    <a:pos x="157" y="71"/>
                  </a:cxn>
                  <a:cxn ang="0">
                    <a:pos x="147" y="73"/>
                  </a:cxn>
                  <a:cxn ang="0">
                    <a:pos x="138" y="73"/>
                  </a:cxn>
                  <a:cxn ang="0">
                    <a:pos x="133" y="69"/>
                  </a:cxn>
                  <a:cxn ang="0">
                    <a:pos x="119" y="69"/>
                  </a:cxn>
                  <a:cxn ang="0">
                    <a:pos x="114" y="76"/>
                  </a:cxn>
                  <a:cxn ang="0">
                    <a:pos x="102" y="80"/>
                  </a:cxn>
                  <a:cxn ang="0">
                    <a:pos x="100" y="92"/>
                  </a:cxn>
                  <a:cxn ang="0">
                    <a:pos x="90" y="97"/>
                  </a:cxn>
                  <a:cxn ang="0">
                    <a:pos x="78" y="99"/>
                  </a:cxn>
                  <a:cxn ang="0">
                    <a:pos x="67" y="102"/>
                  </a:cxn>
                  <a:cxn ang="0">
                    <a:pos x="57" y="99"/>
                  </a:cxn>
                  <a:cxn ang="0">
                    <a:pos x="50" y="97"/>
                  </a:cxn>
                  <a:cxn ang="0">
                    <a:pos x="38" y="97"/>
                  </a:cxn>
                  <a:cxn ang="0">
                    <a:pos x="29" y="95"/>
                  </a:cxn>
                  <a:cxn ang="0">
                    <a:pos x="17" y="95"/>
                  </a:cxn>
                  <a:cxn ang="0">
                    <a:pos x="5" y="95"/>
                  </a:cxn>
                  <a:cxn ang="0">
                    <a:pos x="3" y="83"/>
                  </a:cxn>
                  <a:cxn ang="0">
                    <a:pos x="10" y="80"/>
                  </a:cxn>
                  <a:cxn ang="0">
                    <a:pos x="22" y="80"/>
                  </a:cxn>
                  <a:cxn ang="0">
                    <a:pos x="29" y="85"/>
                  </a:cxn>
                  <a:cxn ang="0">
                    <a:pos x="38" y="76"/>
                  </a:cxn>
                  <a:cxn ang="0">
                    <a:pos x="50" y="78"/>
                  </a:cxn>
                  <a:cxn ang="0">
                    <a:pos x="60" y="76"/>
                  </a:cxn>
                  <a:cxn ang="0">
                    <a:pos x="67" y="73"/>
                  </a:cxn>
                </a:cxnLst>
                <a:rect l="0" t="0" r="r" b="b"/>
                <a:pathLst>
                  <a:path w="237" h="104">
                    <a:moveTo>
                      <a:pt x="69" y="69"/>
                    </a:moveTo>
                    <a:lnTo>
                      <a:pt x="69" y="69"/>
                    </a:lnTo>
                    <a:lnTo>
                      <a:pt x="69" y="69"/>
                    </a:lnTo>
                    <a:lnTo>
                      <a:pt x="69" y="69"/>
                    </a:lnTo>
                    <a:lnTo>
                      <a:pt x="71" y="69"/>
                    </a:lnTo>
                    <a:lnTo>
                      <a:pt x="71" y="69"/>
                    </a:lnTo>
                    <a:lnTo>
                      <a:pt x="71" y="69"/>
                    </a:lnTo>
                    <a:lnTo>
                      <a:pt x="74" y="69"/>
                    </a:lnTo>
                    <a:lnTo>
                      <a:pt x="74" y="69"/>
                    </a:lnTo>
                    <a:lnTo>
                      <a:pt x="74" y="69"/>
                    </a:lnTo>
                    <a:lnTo>
                      <a:pt x="76" y="69"/>
                    </a:lnTo>
                    <a:lnTo>
                      <a:pt x="76" y="66"/>
                    </a:lnTo>
                    <a:lnTo>
                      <a:pt x="76" y="66"/>
                    </a:lnTo>
                    <a:lnTo>
                      <a:pt x="76" y="66"/>
                    </a:lnTo>
                    <a:lnTo>
                      <a:pt x="76" y="66"/>
                    </a:lnTo>
                    <a:lnTo>
                      <a:pt x="76" y="64"/>
                    </a:lnTo>
                    <a:lnTo>
                      <a:pt x="78" y="64"/>
                    </a:lnTo>
                    <a:lnTo>
                      <a:pt x="78" y="64"/>
                    </a:lnTo>
                    <a:lnTo>
                      <a:pt x="78" y="64"/>
                    </a:lnTo>
                    <a:lnTo>
                      <a:pt x="78" y="64"/>
                    </a:lnTo>
                    <a:lnTo>
                      <a:pt x="81" y="64"/>
                    </a:lnTo>
                    <a:lnTo>
                      <a:pt x="81" y="64"/>
                    </a:lnTo>
                    <a:lnTo>
                      <a:pt x="81" y="64"/>
                    </a:lnTo>
                    <a:lnTo>
                      <a:pt x="83" y="64"/>
                    </a:lnTo>
                    <a:lnTo>
                      <a:pt x="83" y="64"/>
                    </a:lnTo>
                    <a:lnTo>
                      <a:pt x="83" y="62"/>
                    </a:lnTo>
                    <a:lnTo>
                      <a:pt x="83" y="62"/>
                    </a:lnTo>
                    <a:lnTo>
                      <a:pt x="83" y="62"/>
                    </a:lnTo>
                    <a:lnTo>
                      <a:pt x="83" y="62"/>
                    </a:lnTo>
                    <a:lnTo>
                      <a:pt x="81" y="62"/>
                    </a:lnTo>
                    <a:lnTo>
                      <a:pt x="81" y="62"/>
                    </a:lnTo>
                    <a:lnTo>
                      <a:pt x="81" y="62"/>
                    </a:lnTo>
                    <a:lnTo>
                      <a:pt x="81" y="62"/>
                    </a:lnTo>
                    <a:lnTo>
                      <a:pt x="78" y="62"/>
                    </a:lnTo>
                    <a:lnTo>
                      <a:pt x="78" y="62"/>
                    </a:lnTo>
                    <a:lnTo>
                      <a:pt x="78" y="62"/>
                    </a:lnTo>
                    <a:lnTo>
                      <a:pt x="78" y="62"/>
                    </a:lnTo>
                    <a:lnTo>
                      <a:pt x="76" y="62"/>
                    </a:lnTo>
                    <a:lnTo>
                      <a:pt x="76" y="62"/>
                    </a:lnTo>
                    <a:lnTo>
                      <a:pt x="76" y="62"/>
                    </a:lnTo>
                    <a:lnTo>
                      <a:pt x="74" y="62"/>
                    </a:lnTo>
                    <a:lnTo>
                      <a:pt x="74" y="62"/>
                    </a:lnTo>
                    <a:lnTo>
                      <a:pt x="71" y="62"/>
                    </a:lnTo>
                    <a:lnTo>
                      <a:pt x="71" y="62"/>
                    </a:lnTo>
                    <a:lnTo>
                      <a:pt x="71" y="59"/>
                    </a:lnTo>
                    <a:lnTo>
                      <a:pt x="71" y="59"/>
                    </a:lnTo>
                    <a:lnTo>
                      <a:pt x="71" y="59"/>
                    </a:lnTo>
                    <a:lnTo>
                      <a:pt x="69" y="59"/>
                    </a:lnTo>
                    <a:lnTo>
                      <a:pt x="69" y="57"/>
                    </a:lnTo>
                    <a:lnTo>
                      <a:pt x="69" y="57"/>
                    </a:lnTo>
                    <a:lnTo>
                      <a:pt x="69" y="57"/>
                    </a:lnTo>
                    <a:lnTo>
                      <a:pt x="69" y="57"/>
                    </a:lnTo>
                    <a:lnTo>
                      <a:pt x="67" y="57"/>
                    </a:lnTo>
                    <a:lnTo>
                      <a:pt x="67" y="57"/>
                    </a:lnTo>
                    <a:lnTo>
                      <a:pt x="64" y="57"/>
                    </a:lnTo>
                    <a:lnTo>
                      <a:pt x="64" y="57"/>
                    </a:lnTo>
                    <a:lnTo>
                      <a:pt x="64" y="57"/>
                    </a:lnTo>
                    <a:lnTo>
                      <a:pt x="64" y="57"/>
                    </a:lnTo>
                    <a:lnTo>
                      <a:pt x="64" y="57"/>
                    </a:lnTo>
                    <a:lnTo>
                      <a:pt x="64" y="54"/>
                    </a:lnTo>
                    <a:lnTo>
                      <a:pt x="64" y="54"/>
                    </a:lnTo>
                    <a:lnTo>
                      <a:pt x="64" y="54"/>
                    </a:lnTo>
                    <a:lnTo>
                      <a:pt x="62" y="54"/>
                    </a:lnTo>
                    <a:lnTo>
                      <a:pt x="62" y="54"/>
                    </a:lnTo>
                    <a:lnTo>
                      <a:pt x="62" y="54"/>
                    </a:lnTo>
                    <a:lnTo>
                      <a:pt x="62" y="54"/>
                    </a:lnTo>
                    <a:lnTo>
                      <a:pt x="60" y="54"/>
                    </a:lnTo>
                    <a:lnTo>
                      <a:pt x="60" y="54"/>
                    </a:lnTo>
                    <a:lnTo>
                      <a:pt x="60" y="54"/>
                    </a:lnTo>
                    <a:lnTo>
                      <a:pt x="57" y="54"/>
                    </a:lnTo>
                    <a:lnTo>
                      <a:pt x="57" y="54"/>
                    </a:lnTo>
                    <a:lnTo>
                      <a:pt x="57" y="54"/>
                    </a:lnTo>
                    <a:lnTo>
                      <a:pt x="57" y="52"/>
                    </a:lnTo>
                    <a:lnTo>
                      <a:pt x="57" y="52"/>
                    </a:lnTo>
                    <a:lnTo>
                      <a:pt x="57" y="52"/>
                    </a:lnTo>
                    <a:lnTo>
                      <a:pt x="57" y="50"/>
                    </a:lnTo>
                    <a:lnTo>
                      <a:pt x="57" y="50"/>
                    </a:lnTo>
                    <a:lnTo>
                      <a:pt x="57" y="50"/>
                    </a:lnTo>
                    <a:lnTo>
                      <a:pt x="57" y="47"/>
                    </a:lnTo>
                    <a:lnTo>
                      <a:pt x="55" y="47"/>
                    </a:lnTo>
                    <a:lnTo>
                      <a:pt x="55" y="47"/>
                    </a:lnTo>
                    <a:lnTo>
                      <a:pt x="55" y="47"/>
                    </a:lnTo>
                    <a:lnTo>
                      <a:pt x="55" y="45"/>
                    </a:lnTo>
                    <a:lnTo>
                      <a:pt x="52" y="45"/>
                    </a:lnTo>
                    <a:lnTo>
                      <a:pt x="52" y="45"/>
                    </a:lnTo>
                    <a:lnTo>
                      <a:pt x="52" y="45"/>
                    </a:lnTo>
                    <a:lnTo>
                      <a:pt x="52" y="45"/>
                    </a:lnTo>
                    <a:lnTo>
                      <a:pt x="52" y="45"/>
                    </a:lnTo>
                    <a:lnTo>
                      <a:pt x="52" y="45"/>
                    </a:lnTo>
                    <a:lnTo>
                      <a:pt x="52" y="45"/>
                    </a:lnTo>
                    <a:lnTo>
                      <a:pt x="52" y="47"/>
                    </a:lnTo>
                    <a:lnTo>
                      <a:pt x="52" y="47"/>
                    </a:lnTo>
                    <a:lnTo>
                      <a:pt x="50" y="47"/>
                    </a:lnTo>
                    <a:lnTo>
                      <a:pt x="50" y="50"/>
                    </a:lnTo>
                    <a:lnTo>
                      <a:pt x="50" y="50"/>
                    </a:lnTo>
                    <a:lnTo>
                      <a:pt x="50" y="50"/>
                    </a:lnTo>
                    <a:lnTo>
                      <a:pt x="50" y="50"/>
                    </a:lnTo>
                    <a:lnTo>
                      <a:pt x="48" y="50"/>
                    </a:lnTo>
                    <a:lnTo>
                      <a:pt x="48" y="50"/>
                    </a:lnTo>
                    <a:lnTo>
                      <a:pt x="48" y="52"/>
                    </a:lnTo>
                    <a:lnTo>
                      <a:pt x="48" y="52"/>
                    </a:lnTo>
                    <a:lnTo>
                      <a:pt x="48" y="54"/>
                    </a:lnTo>
                    <a:lnTo>
                      <a:pt x="48" y="54"/>
                    </a:lnTo>
                    <a:lnTo>
                      <a:pt x="45" y="54"/>
                    </a:lnTo>
                    <a:lnTo>
                      <a:pt x="45" y="54"/>
                    </a:lnTo>
                    <a:lnTo>
                      <a:pt x="45" y="54"/>
                    </a:lnTo>
                    <a:lnTo>
                      <a:pt x="45" y="54"/>
                    </a:lnTo>
                    <a:lnTo>
                      <a:pt x="45" y="54"/>
                    </a:lnTo>
                    <a:lnTo>
                      <a:pt x="43" y="54"/>
                    </a:lnTo>
                    <a:lnTo>
                      <a:pt x="43" y="54"/>
                    </a:lnTo>
                    <a:lnTo>
                      <a:pt x="43" y="54"/>
                    </a:lnTo>
                    <a:lnTo>
                      <a:pt x="43" y="54"/>
                    </a:lnTo>
                    <a:lnTo>
                      <a:pt x="41" y="54"/>
                    </a:lnTo>
                    <a:lnTo>
                      <a:pt x="41" y="54"/>
                    </a:lnTo>
                    <a:lnTo>
                      <a:pt x="38" y="54"/>
                    </a:lnTo>
                    <a:lnTo>
                      <a:pt x="38" y="54"/>
                    </a:lnTo>
                    <a:lnTo>
                      <a:pt x="38" y="52"/>
                    </a:lnTo>
                    <a:lnTo>
                      <a:pt x="38" y="52"/>
                    </a:lnTo>
                    <a:lnTo>
                      <a:pt x="38" y="54"/>
                    </a:lnTo>
                    <a:lnTo>
                      <a:pt x="36" y="54"/>
                    </a:lnTo>
                    <a:lnTo>
                      <a:pt x="36" y="54"/>
                    </a:lnTo>
                    <a:lnTo>
                      <a:pt x="36" y="52"/>
                    </a:lnTo>
                    <a:lnTo>
                      <a:pt x="36" y="52"/>
                    </a:lnTo>
                    <a:lnTo>
                      <a:pt x="34" y="52"/>
                    </a:lnTo>
                    <a:lnTo>
                      <a:pt x="34" y="54"/>
                    </a:lnTo>
                    <a:lnTo>
                      <a:pt x="34" y="54"/>
                    </a:lnTo>
                    <a:lnTo>
                      <a:pt x="34" y="52"/>
                    </a:lnTo>
                    <a:lnTo>
                      <a:pt x="34" y="52"/>
                    </a:lnTo>
                    <a:lnTo>
                      <a:pt x="34" y="50"/>
                    </a:lnTo>
                    <a:lnTo>
                      <a:pt x="34" y="50"/>
                    </a:lnTo>
                    <a:lnTo>
                      <a:pt x="34" y="47"/>
                    </a:lnTo>
                    <a:lnTo>
                      <a:pt x="31" y="47"/>
                    </a:lnTo>
                    <a:lnTo>
                      <a:pt x="31" y="47"/>
                    </a:lnTo>
                    <a:lnTo>
                      <a:pt x="31" y="45"/>
                    </a:lnTo>
                    <a:lnTo>
                      <a:pt x="31" y="45"/>
                    </a:lnTo>
                    <a:lnTo>
                      <a:pt x="31" y="45"/>
                    </a:lnTo>
                    <a:lnTo>
                      <a:pt x="29" y="45"/>
                    </a:lnTo>
                    <a:lnTo>
                      <a:pt x="29" y="45"/>
                    </a:lnTo>
                    <a:lnTo>
                      <a:pt x="29" y="47"/>
                    </a:lnTo>
                    <a:lnTo>
                      <a:pt x="29" y="47"/>
                    </a:lnTo>
                    <a:lnTo>
                      <a:pt x="26" y="47"/>
                    </a:lnTo>
                    <a:lnTo>
                      <a:pt x="26" y="47"/>
                    </a:lnTo>
                    <a:lnTo>
                      <a:pt x="26" y="45"/>
                    </a:lnTo>
                    <a:lnTo>
                      <a:pt x="24" y="45"/>
                    </a:lnTo>
                    <a:lnTo>
                      <a:pt x="24" y="45"/>
                    </a:lnTo>
                    <a:lnTo>
                      <a:pt x="24" y="45"/>
                    </a:lnTo>
                    <a:lnTo>
                      <a:pt x="24" y="45"/>
                    </a:lnTo>
                    <a:lnTo>
                      <a:pt x="22" y="45"/>
                    </a:lnTo>
                    <a:lnTo>
                      <a:pt x="22" y="45"/>
                    </a:lnTo>
                    <a:lnTo>
                      <a:pt x="19" y="45"/>
                    </a:lnTo>
                    <a:lnTo>
                      <a:pt x="19" y="45"/>
                    </a:lnTo>
                    <a:lnTo>
                      <a:pt x="19" y="45"/>
                    </a:lnTo>
                    <a:lnTo>
                      <a:pt x="19" y="43"/>
                    </a:lnTo>
                    <a:lnTo>
                      <a:pt x="19" y="43"/>
                    </a:lnTo>
                    <a:lnTo>
                      <a:pt x="19" y="43"/>
                    </a:lnTo>
                    <a:lnTo>
                      <a:pt x="22" y="43"/>
                    </a:lnTo>
                    <a:lnTo>
                      <a:pt x="22" y="43"/>
                    </a:lnTo>
                    <a:lnTo>
                      <a:pt x="24" y="43"/>
                    </a:lnTo>
                    <a:lnTo>
                      <a:pt x="24" y="43"/>
                    </a:lnTo>
                    <a:lnTo>
                      <a:pt x="24" y="40"/>
                    </a:lnTo>
                    <a:lnTo>
                      <a:pt x="24" y="40"/>
                    </a:lnTo>
                    <a:lnTo>
                      <a:pt x="24" y="40"/>
                    </a:lnTo>
                    <a:lnTo>
                      <a:pt x="26" y="40"/>
                    </a:lnTo>
                    <a:lnTo>
                      <a:pt x="26" y="40"/>
                    </a:lnTo>
                    <a:lnTo>
                      <a:pt x="26" y="38"/>
                    </a:lnTo>
                    <a:lnTo>
                      <a:pt x="26" y="38"/>
                    </a:lnTo>
                    <a:lnTo>
                      <a:pt x="29" y="38"/>
                    </a:lnTo>
                    <a:lnTo>
                      <a:pt x="29" y="38"/>
                    </a:lnTo>
                    <a:lnTo>
                      <a:pt x="29" y="35"/>
                    </a:lnTo>
                    <a:lnTo>
                      <a:pt x="29" y="35"/>
                    </a:lnTo>
                    <a:lnTo>
                      <a:pt x="29" y="35"/>
                    </a:lnTo>
                    <a:lnTo>
                      <a:pt x="31" y="35"/>
                    </a:lnTo>
                    <a:lnTo>
                      <a:pt x="31" y="35"/>
                    </a:lnTo>
                    <a:lnTo>
                      <a:pt x="31" y="35"/>
                    </a:lnTo>
                    <a:lnTo>
                      <a:pt x="31" y="35"/>
                    </a:lnTo>
                    <a:lnTo>
                      <a:pt x="34" y="35"/>
                    </a:lnTo>
                    <a:lnTo>
                      <a:pt x="34" y="35"/>
                    </a:lnTo>
                    <a:lnTo>
                      <a:pt x="34" y="33"/>
                    </a:lnTo>
                    <a:lnTo>
                      <a:pt x="34" y="33"/>
                    </a:lnTo>
                    <a:lnTo>
                      <a:pt x="34" y="31"/>
                    </a:lnTo>
                    <a:lnTo>
                      <a:pt x="36" y="31"/>
                    </a:lnTo>
                    <a:lnTo>
                      <a:pt x="36" y="31"/>
                    </a:lnTo>
                    <a:lnTo>
                      <a:pt x="36" y="31"/>
                    </a:lnTo>
                    <a:lnTo>
                      <a:pt x="38" y="31"/>
                    </a:lnTo>
                    <a:lnTo>
                      <a:pt x="38" y="31"/>
                    </a:lnTo>
                    <a:lnTo>
                      <a:pt x="38" y="31"/>
                    </a:lnTo>
                    <a:lnTo>
                      <a:pt x="38" y="31"/>
                    </a:lnTo>
                    <a:lnTo>
                      <a:pt x="41" y="31"/>
                    </a:lnTo>
                    <a:lnTo>
                      <a:pt x="41" y="28"/>
                    </a:lnTo>
                    <a:lnTo>
                      <a:pt x="41" y="28"/>
                    </a:lnTo>
                    <a:lnTo>
                      <a:pt x="43" y="28"/>
                    </a:lnTo>
                    <a:lnTo>
                      <a:pt x="43" y="28"/>
                    </a:lnTo>
                    <a:lnTo>
                      <a:pt x="43" y="28"/>
                    </a:lnTo>
                    <a:lnTo>
                      <a:pt x="43" y="26"/>
                    </a:lnTo>
                    <a:lnTo>
                      <a:pt x="43" y="26"/>
                    </a:lnTo>
                    <a:lnTo>
                      <a:pt x="43" y="26"/>
                    </a:lnTo>
                    <a:lnTo>
                      <a:pt x="41" y="26"/>
                    </a:lnTo>
                    <a:lnTo>
                      <a:pt x="41" y="26"/>
                    </a:lnTo>
                    <a:lnTo>
                      <a:pt x="41" y="26"/>
                    </a:lnTo>
                    <a:lnTo>
                      <a:pt x="38" y="26"/>
                    </a:lnTo>
                    <a:lnTo>
                      <a:pt x="38" y="26"/>
                    </a:lnTo>
                    <a:lnTo>
                      <a:pt x="38" y="26"/>
                    </a:lnTo>
                    <a:lnTo>
                      <a:pt x="38" y="26"/>
                    </a:lnTo>
                    <a:lnTo>
                      <a:pt x="36" y="26"/>
                    </a:lnTo>
                    <a:lnTo>
                      <a:pt x="36" y="26"/>
                    </a:lnTo>
                    <a:lnTo>
                      <a:pt x="36" y="26"/>
                    </a:lnTo>
                    <a:lnTo>
                      <a:pt x="36" y="26"/>
                    </a:lnTo>
                    <a:lnTo>
                      <a:pt x="36" y="24"/>
                    </a:lnTo>
                    <a:lnTo>
                      <a:pt x="36" y="24"/>
                    </a:lnTo>
                    <a:lnTo>
                      <a:pt x="36" y="24"/>
                    </a:lnTo>
                    <a:lnTo>
                      <a:pt x="36" y="21"/>
                    </a:lnTo>
                    <a:lnTo>
                      <a:pt x="36" y="21"/>
                    </a:lnTo>
                    <a:lnTo>
                      <a:pt x="36" y="21"/>
                    </a:lnTo>
                    <a:lnTo>
                      <a:pt x="36" y="19"/>
                    </a:lnTo>
                    <a:lnTo>
                      <a:pt x="38" y="19"/>
                    </a:lnTo>
                    <a:lnTo>
                      <a:pt x="38" y="19"/>
                    </a:lnTo>
                    <a:lnTo>
                      <a:pt x="38" y="21"/>
                    </a:lnTo>
                    <a:lnTo>
                      <a:pt x="38" y="21"/>
                    </a:lnTo>
                    <a:lnTo>
                      <a:pt x="38" y="19"/>
                    </a:lnTo>
                    <a:lnTo>
                      <a:pt x="38" y="19"/>
                    </a:lnTo>
                    <a:lnTo>
                      <a:pt x="38" y="19"/>
                    </a:lnTo>
                    <a:lnTo>
                      <a:pt x="38" y="19"/>
                    </a:lnTo>
                    <a:lnTo>
                      <a:pt x="38" y="17"/>
                    </a:lnTo>
                    <a:lnTo>
                      <a:pt x="38" y="17"/>
                    </a:lnTo>
                    <a:lnTo>
                      <a:pt x="38" y="17"/>
                    </a:lnTo>
                    <a:lnTo>
                      <a:pt x="41" y="17"/>
                    </a:lnTo>
                    <a:lnTo>
                      <a:pt x="41" y="17"/>
                    </a:lnTo>
                    <a:lnTo>
                      <a:pt x="41" y="17"/>
                    </a:lnTo>
                    <a:lnTo>
                      <a:pt x="41" y="17"/>
                    </a:lnTo>
                    <a:lnTo>
                      <a:pt x="43" y="17"/>
                    </a:lnTo>
                    <a:lnTo>
                      <a:pt x="43" y="14"/>
                    </a:lnTo>
                    <a:lnTo>
                      <a:pt x="43" y="14"/>
                    </a:lnTo>
                    <a:lnTo>
                      <a:pt x="43" y="14"/>
                    </a:lnTo>
                    <a:lnTo>
                      <a:pt x="43" y="14"/>
                    </a:lnTo>
                    <a:lnTo>
                      <a:pt x="43" y="12"/>
                    </a:lnTo>
                    <a:lnTo>
                      <a:pt x="45" y="12"/>
                    </a:lnTo>
                    <a:lnTo>
                      <a:pt x="45" y="12"/>
                    </a:lnTo>
                    <a:lnTo>
                      <a:pt x="45" y="12"/>
                    </a:lnTo>
                    <a:lnTo>
                      <a:pt x="48" y="12"/>
                    </a:lnTo>
                    <a:lnTo>
                      <a:pt x="48" y="12"/>
                    </a:lnTo>
                    <a:lnTo>
                      <a:pt x="50" y="12"/>
                    </a:lnTo>
                    <a:lnTo>
                      <a:pt x="50" y="12"/>
                    </a:lnTo>
                    <a:lnTo>
                      <a:pt x="50" y="14"/>
                    </a:lnTo>
                    <a:lnTo>
                      <a:pt x="50" y="14"/>
                    </a:lnTo>
                    <a:lnTo>
                      <a:pt x="50" y="12"/>
                    </a:lnTo>
                    <a:lnTo>
                      <a:pt x="52" y="12"/>
                    </a:lnTo>
                    <a:lnTo>
                      <a:pt x="52" y="12"/>
                    </a:lnTo>
                    <a:lnTo>
                      <a:pt x="52" y="12"/>
                    </a:lnTo>
                    <a:lnTo>
                      <a:pt x="55" y="12"/>
                    </a:lnTo>
                    <a:lnTo>
                      <a:pt x="55" y="12"/>
                    </a:lnTo>
                    <a:lnTo>
                      <a:pt x="55" y="12"/>
                    </a:lnTo>
                    <a:lnTo>
                      <a:pt x="57" y="12"/>
                    </a:lnTo>
                    <a:lnTo>
                      <a:pt x="57" y="12"/>
                    </a:lnTo>
                    <a:lnTo>
                      <a:pt x="57" y="12"/>
                    </a:lnTo>
                    <a:lnTo>
                      <a:pt x="57" y="12"/>
                    </a:lnTo>
                    <a:lnTo>
                      <a:pt x="60" y="12"/>
                    </a:lnTo>
                    <a:lnTo>
                      <a:pt x="60" y="12"/>
                    </a:lnTo>
                    <a:lnTo>
                      <a:pt x="60" y="14"/>
                    </a:lnTo>
                    <a:lnTo>
                      <a:pt x="62" y="14"/>
                    </a:lnTo>
                    <a:lnTo>
                      <a:pt x="62" y="14"/>
                    </a:lnTo>
                    <a:lnTo>
                      <a:pt x="62" y="14"/>
                    </a:lnTo>
                    <a:lnTo>
                      <a:pt x="64" y="14"/>
                    </a:lnTo>
                    <a:lnTo>
                      <a:pt x="64" y="14"/>
                    </a:lnTo>
                    <a:lnTo>
                      <a:pt x="64" y="14"/>
                    </a:lnTo>
                    <a:lnTo>
                      <a:pt x="67" y="14"/>
                    </a:lnTo>
                    <a:lnTo>
                      <a:pt x="67" y="14"/>
                    </a:lnTo>
                    <a:lnTo>
                      <a:pt x="67" y="14"/>
                    </a:lnTo>
                    <a:lnTo>
                      <a:pt x="69" y="14"/>
                    </a:lnTo>
                    <a:lnTo>
                      <a:pt x="69" y="14"/>
                    </a:lnTo>
                    <a:lnTo>
                      <a:pt x="69" y="14"/>
                    </a:lnTo>
                    <a:lnTo>
                      <a:pt x="69" y="17"/>
                    </a:lnTo>
                    <a:lnTo>
                      <a:pt x="71" y="17"/>
                    </a:lnTo>
                    <a:lnTo>
                      <a:pt x="71" y="17"/>
                    </a:lnTo>
                    <a:lnTo>
                      <a:pt x="71" y="17"/>
                    </a:lnTo>
                    <a:lnTo>
                      <a:pt x="74" y="17"/>
                    </a:lnTo>
                    <a:lnTo>
                      <a:pt x="74" y="17"/>
                    </a:lnTo>
                    <a:lnTo>
                      <a:pt x="74" y="17"/>
                    </a:lnTo>
                    <a:lnTo>
                      <a:pt x="76" y="17"/>
                    </a:lnTo>
                    <a:lnTo>
                      <a:pt x="76" y="17"/>
                    </a:lnTo>
                    <a:lnTo>
                      <a:pt x="76" y="17"/>
                    </a:lnTo>
                    <a:lnTo>
                      <a:pt x="76" y="17"/>
                    </a:lnTo>
                    <a:lnTo>
                      <a:pt x="76" y="19"/>
                    </a:lnTo>
                    <a:lnTo>
                      <a:pt x="78" y="19"/>
                    </a:lnTo>
                    <a:lnTo>
                      <a:pt x="78" y="19"/>
                    </a:lnTo>
                    <a:lnTo>
                      <a:pt x="78" y="19"/>
                    </a:lnTo>
                    <a:lnTo>
                      <a:pt x="81" y="19"/>
                    </a:lnTo>
                    <a:lnTo>
                      <a:pt x="81" y="19"/>
                    </a:lnTo>
                    <a:lnTo>
                      <a:pt x="83" y="19"/>
                    </a:lnTo>
                    <a:lnTo>
                      <a:pt x="83" y="19"/>
                    </a:lnTo>
                    <a:lnTo>
                      <a:pt x="83" y="19"/>
                    </a:lnTo>
                    <a:lnTo>
                      <a:pt x="83" y="19"/>
                    </a:lnTo>
                    <a:lnTo>
                      <a:pt x="86" y="19"/>
                    </a:lnTo>
                    <a:lnTo>
                      <a:pt x="86" y="19"/>
                    </a:lnTo>
                    <a:lnTo>
                      <a:pt x="86" y="19"/>
                    </a:lnTo>
                    <a:lnTo>
                      <a:pt x="86" y="21"/>
                    </a:lnTo>
                    <a:lnTo>
                      <a:pt x="88" y="21"/>
                    </a:lnTo>
                    <a:lnTo>
                      <a:pt x="88" y="21"/>
                    </a:lnTo>
                    <a:lnTo>
                      <a:pt x="88" y="21"/>
                    </a:lnTo>
                    <a:lnTo>
                      <a:pt x="90" y="21"/>
                    </a:lnTo>
                    <a:lnTo>
                      <a:pt x="90" y="21"/>
                    </a:lnTo>
                    <a:lnTo>
                      <a:pt x="90" y="21"/>
                    </a:lnTo>
                    <a:lnTo>
                      <a:pt x="90" y="21"/>
                    </a:lnTo>
                    <a:lnTo>
                      <a:pt x="90" y="21"/>
                    </a:lnTo>
                    <a:lnTo>
                      <a:pt x="90" y="19"/>
                    </a:lnTo>
                    <a:lnTo>
                      <a:pt x="90" y="19"/>
                    </a:lnTo>
                    <a:lnTo>
                      <a:pt x="90" y="19"/>
                    </a:lnTo>
                    <a:lnTo>
                      <a:pt x="90" y="17"/>
                    </a:lnTo>
                    <a:lnTo>
                      <a:pt x="90" y="17"/>
                    </a:lnTo>
                    <a:lnTo>
                      <a:pt x="90" y="17"/>
                    </a:lnTo>
                    <a:lnTo>
                      <a:pt x="90" y="17"/>
                    </a:lnTo>
                    <a:lnTo>
                      <a:pt x="90" y="14"/>
                    </a:lnTo>
                    <a:lnTo>
                      <a:pt x="90" y="14"/>
                    </a:lnTo>
                    <a:lnTo>
                      <a:pt x="90" y="14"/>
                    </a:lnTo>
                    <a:lnTo>
                      <a:pt x="90" y="12"/>
                    </a:lnTo>
                    <a:lnTo>
                      <a:pt x="90" y="12"/>
                    </a:lnTo>
                    <a:lnTo>
                      <a:pt x="90" y="9"/>
                    </a:lnTo>
                    <a:lnTo>
                      <a:pt x="90" y="9"/>
                    </a:lnTo>
                    <a:lnTo>
                      <a:pt x="90" y="7"/>
                    </a:lnTo>
                    <a:lnTo>
                      <a:pt x="93" y="7"/>
                    </a:lnTo>
                    <a:lnTo>
                      <a:pt x="93" y="7"/>
                    </a:lnTo>
                    <a:lnTo>
                      <a:pt x="93" y="7"/>
                    </a:lnTo>
                    <a:lnTo>
                      <a:pt x="93" y="5"/>
                    </a:lnTo>
                    <a:lnTo>
                      <a:pt x="95" y="5"/>
                    </a:lnTo>
                    <a:lnTo>
                      <a:pt x="95" y="5"/>
                    </a:lnTo>
                    <a:lnTo>
                      <a:pt x="95" y="5"/>
                    </a:lnTo>
                    <a:lnTo>
                      <a:pt x="95" y="5"/>
                    </a:lnTo>
                    <a:lnTo>
                      <a:pt x="97" y="5"/>
                    </a:lnTo>
                    <a:lnTo>
                      <a:pt x="97" y="5"/>
                    </a:lnTo>
                    <a:lnTo>
                      <a:pt x="97" y="5"/>
                    </a:lnTo>
                    <a:lnTo>
                      <a:pt x="97" y="5"/>
                    </a:lnTo>
                    <a:lnTo>
                      <a:pt x="97" y="5"/>
                    </a:lnTo>
                    <a:lnTo>
                      <a:pt x="100" y="5"/>
                    </a:lnTo>
                    <a:lnTo>
                      <a:pt x="100" y="5"/>
                    </a:lnTo>
                    <a:lnTo>
                      <a:pt x="100" y="5"/>
                    </a:lnTo>
                    <a:lnTo>
                      <a:pt x="100" y="2"/>
                    </a:lnTo>
                    <a:lnTo>
                      <a:pt x="102" y="2"/>
                    </a:lnTo>
                    <a:lnTo>
                      <a:pt x="102" y="2"/>
                    </a:lnTo>
                    <a:lnTo>
                      <a:pt x="102" y="2"/>
                    </a:lnTo>
                    <a:lnTo>
                      <a:pt x="105" y="2"/>
                    </a:lnTo>
                    <a:lnTo>
                      <a:pt x="105" y="2"/>
                    </a:lnTo>
                    <a:lnTo>
                      <a:pt x="105" y="2"/>
                    </a:lnTo>
                    <a:lnTo>
                      <a:pt x="105" y="2"/>
                    </a:lnTo>
                    <a:lnTo>
                      <a:pt x="105" y="0"/>
                    </a:lnTo>
                    <a:lnTo>
                      <a:pt x="107" y="0"/>
                    </a:lnTo>
                    <a:lnTo>
                      <a:pt x="107" y="0"/>
                    </a:lnTo>
                    <a:lnTo>
                      <a:pt x="109" y="0"/>
                    </a:lnTo>
                    <a:lnTo>
                      <a:pt x="109" y="2"/>
                    </a:lnTo>
                    <a:lnTo>
                      <a:pt x="109" y="2"/>
                    </a:lnTo>
                    <a:lnTo>
                      <a:pt x="109" y="2"/>
                    </a:lnTo>
                    <a:lnTo>
                      <a:pt x="112" y="2"/>
                    </a:lnTo>
                    <a:lnTo>
                      <a:pt x="112" y="2"/>
                    </a:lnTo>
                    <a:lnTo>
                      <a:pt x="112" y="2"/>
                    </a:lnTo>
                    <a:lnTo>
                      <a:pt x="112" y="2"/>
                    </a:lnTo>
                    <a:lnTo>
                      <a:pt x="114" y="2"/>
                    </a:lnTo>
                    <a:lnTo>
                      <a:pt x="114" y="2"/>
                    </a:lnTo>
                    <a:lnTo>
                      <a:pt x="114" y="5"/>
                    </a:lnTo>
                    <a:lnTo>
                      <a:pt x="116" y="5"/>
                    </a:lnTo>
                    <a:lnTo>
                      <a:pt x="116" y="5"/>
                    </a:lnTo>
                    <a:lnTo>
                      <a:pt x="116" y="5"/>
                    </a:lnTo>
                    <a:lnTo>
                      <a:pt x="116" y="5"/>
                    </a:lnTo>
                    <a:lnTo>
                      <a:pt x="116" y="5"/>
                    </a:lnTo>
                    <a:lnTo>
                      <a:pt x="116" y="7"/>
                    </a:lnTo>
                    <a:lnTo>
                      <a:pt x="119" y="7"/>
                    </a:lnTo>
                    <a:lnTo>
                      <a:pt x="119" y="7"/>
                    </a:lnTo>
                    <a:lnTo>
                      <a:pt x="119" y="7"/>
                    </a:lnTo>
                    <a:lnTo>
                      <a:pt x="121" y="7"/>
                    </a:lnTo>
                    <a:lnTo>
                      <a:pt x="121" y="7"/>
                    </a:lnTo>
                    <a:lnTo>
                      <a:pt x="121" y="7"/>
                    </a:lnTo>
                    <a:lnTo>
                      <a:pt x="123" y="7"/>
                    </a:lnTo>
                    <a:lnTo>
                      <a:pt x="123" y="7"/>
                    </a:lnTo>
                    <a:lnTo>
                      <a:pt x="123" y="9"/>
                    </a:lnTo>
                    <a:lnTo>
                      <a:pt x="123" y="9"/>
                    </a:lnTo>
                    <a:lnTo>
                      <a:pt x="126" y="9"/>
                    </a:lnTo>
                    <a:lnTo>
                      <a:pt x="126" y="9"/>
                    </a:lnTo>
                    <a:lnTo>
                      <a:pt x="126" y="9"/>
                    </a:lnTo>
                    <a:lnTo>
                      <a:pt x="126" y="9"/>
                    </a:lnTo>
                    <a:lnTo>
                      <a:pt x="126" y="12"/>
                    </a:lnTo>
                    <a:lnTo>
                      <a:pt x="128" y="12"/>
                    </a:lnTo>
                    <a:lnTo>
                      <a:pt x="128" y="12"/>
                    </a:lnTo>
                    <a:lnTo>
                      <a:pt x="131" y="12"/>
                    </a:lnTo>
                    <a:lnTo>
                      <a:pt x="131" y="9"/>
                    </a:lnTo>
                    <a:lnTo>
                      <a:pt x="131" y="9"/>
                    </a:lnTo>
                    <a:lnTo>
                      <a:pt x="131" y="12"/>
                    </a:lnTo>
                    <a:lnTo>
                      <a:pt x="131" y="12"/>
                    </a:lnTo>
                    <a:lnTo>
                      <a:pt x="133" y="12"/>
                    </a:lnTo>
                    <a:lnTo>
                      <a:pt x="133" y="12"/>
                    </a:lnTo>
                    <a:lnTo>
                      <a:pt x="135" y="12"/>
                    </a:lnTo>
                    <a:lnTo>
                      <a:pt x="135" y="12"/>
                    </a:lnTo>
                    <a:lnTo>
                      <a:pt x="135" y="12"/>
                    </a:lnTo>
                    <a:lnTo>
                      <a:pt x="138" y="12"/>
                    </a:lnTo>
                    <a:lnTo>
                      <a:pt x="138" y="12"/>
                    </a:lnTo>
                    <a:lnTo>
                      <a:pt x="138" y="12"/>
                    </a:lnTo>
                    <a:lnTo>
                      <a:pt x="138" y="12"/>
                    </a:lnTo>
                    <a:lnTo>
                      <a:pt x="140" y="12"/>
                    </a:lnTo>
                    <a:lnTo>
                      <a:pt x="140" y="12"/>
                    </a:lnTo>
                    <a:lnTo>
                      <a:pt x="140" y="12"/>
                    </a:lnTo>
                    <a:lnTo>
                      <a:pt x="140" y="9"/>
                    </a:lnTo>
                    <a:lnTo>
                      <a:pt x="140" y="9"/>
                    </a:lnTo>
                    <a:lnTo>
                      <a:pt x="142" y="9"/>
                    </a:lnTo>
                    <a:lnTo>
                      <a:pt x="142" y="7"/>
                    </a:lnTo>
                    <a:lnTo>
                      <a:pt x="142" y="7"/>
                    </a:lnTo>
                    <a:lnTo>
                      <a:pt x="142" y="7"/>
                    </a:lnTo>
                    <a:lnTo>
                      <a:pt x="145" y="7"/>
                    </a:lnTo>
                    <a:lnTo>
                      <a:pt x="145" y="9"/>
                    </a:lnTo>
                    <a:lnTo>
                      <a:pt x="145" y="9"/>
                    </a:lnTo>
                    <a:lnTo>
                      <a:pt x="145" y="9"/>
                    </a:lnTo>
                    <a:lnTo>
                      <a:pt x="147" y="9"/>
                    </a:lnTo>
                    <a:lnTo>
                      <a:pt x="147" y="9"/>
                    </a:lnTo>
                    <a:lnTo>
                      <a:pt x="150" y="9"/>
                    </a:lnTo>
                    <a:lnTo>
                      <a:pt x="150" y="9"/>
                    </a:lnTo>
                    <a:lnTo>
                      <a:pt x="150" y="9"/>
                    </a:lnTo>
                    <a:lnTo>
                      <a:pt x="152" y="9"/>
                    </a:lnTo>
                    <a:lnTo>
                      <a:pt x="152" y="9"/>
                    </a:lnTo>
                    <a:lnTo>
                      <a:pt x="152" y="9"/>
                    </a:lnTo>
                    <a:lnTo>
                      <a:pt x="152" y="9"/>
                    </a:lnTo>
                    <a:lnTo>
                      <a:pt x="154" y="9"/>
                    </a:lnTo>
                    <a:lnTo>
                      <a:pt x="154" y="9"/>
                    </a:lnTo>
                    <a:lnTo>
                      <a:pt x="157" y="9"/>
                    </a:lnTo>
                    <a:lnTo>
                      <a:pt x="157" y="9"/>
                    </a:lnTo>
                    <a:lnTo>
                      <a:pt x="157" y="9"/>
                    </a:lnTo>
                    <a:lnTo>
                      <a:pt x="157" y="9"/>
                    </a:lnTo>
                    <a:lnTo>
                      <a:pt x="159" y="9"/>
                    </a:lnTo>
                    <a:lnTo>
                      <a:pt x="159" y="9"/>
                    </a:lnTo>
                    <a:lnTo>
                      <a:pt x="159" y="9"/>
                    </a:lnTo>
                    <a:lnTo>
                      <a:pt x="161" y="9"/>
                    </a:lnTo>
                    <a:lnTo>
                      <a:pt x="161" y="7"/>
                    </a:lnTo>
                    <a:lnTo>
                      <a:pt x="161" y="7"/>
                    </a:lnTo>
                    <a:lnTo>
                      <a:pt x="164" y="7"/>
                    </a:lnTo>
                    <a:lnTo>
                      <a:pt x="164" y="7"/>
                    </a:lnTo>
                    <a:lnTo>
                      <a:pt x="164" y="7"/>
                    </a:lnTo>
                    <a:lnTo>
                      <a:pt x="164" y="7"/>
                    </a:lnTo>
                    <a:lnTo>
                      <a:pt x="166" y="7"/>
                    </a:lnTo>
                    <a:lnTo>
                      <a:pt x="166" y="7"/>
                    </a:lnTo>
                    <a:lnTo>
                      <a:pt x="166" y="7"/>
                    </a:lnTo>
                    <a:lnTo>
                      <a:pt x="168" y="7"/>
                    </a:lnTo>
                    <a:lnTo>
                      <a:pt x="168" y="7"/>
                    </a:lnTo>
                    <a:lnTo>
                      <a:pt x="168" y="7"/>
                    </a:lnTo>
                    <a:lnTo>
                      <a:pt x="168" y="7"/>
                    </a:lnTo>
                    <a:lnTo>
                      <a:pt x="168" y="7"/>
                    </a:lnTo>
                    <a:lnTo>
                      <a:pt x="171" y="7"/>
                    </a:lnTo>
                    <a:lnTo>
                      <a:pt x="171" y="7"/>
                    </a:lnTo>
                    <a:lnTo>
                      <a:pt x="171" y="9"/>
                    </a:lnTo>
                    <a:lnTo>
                      <a:pt x="171" y="9"/>
                    </a:lnTo>
                    <a:lnTo>
                      <a:pt x="173" y="9"/>
                    </a:lnTo>
                    <a:lnTo>
                      <a:pt x="173" y="9"/>
                    </a:lnTo>
                    <a:lnTo>
                      <a:pt x="176" y="9"/>
                    </a:lnTo>
                    <a:lnTo>
                      <a:pt x="176" y="9"/>
                    </a:lnTo>
                    <a:lnTo>
                      <a:pt x="176" y="9"/>
                    </a:lnTo>
                    <a:lnTo>
                      <a:pt x="178" y="9"/>
                    </a:lnTo>
                    <a:lnTo>
                      <a:pt x="178" y="7"/>
                    </a:lnTo>
                    <a:lnTo>
                      <a:pt x="178" y="7"/>
                    </a:lnTo>
                    <a:lnTo>
                      <a:pt x="178" y="7"/>
                    </a:lnTo>
                    <a:lnTo>
                      <a:pt x="178" y="9"/>
                    </a:lnTo>
                    <a:lnTo>
                      <a:pt x="180" y="9"/>
                    </a:lnTo>
                    <a:lnTo>
                      <a:pt x="180" y="9"/>
                    </a:lnTo>
                    <a:lnTo>
                      <a:pt x="183" y="9"/>
                    </a:lnTo>
                    <a:lnTo>
                      <a:pt x="183" y="9"/>
                    </a:lnTo>
                    <a:lnTo>
                      <a:pt x="183" y="9"/>
                    </a:lnTo>
                    <a:lnTo>
                      <a:pt x="183" y="9"/>
                    </a:lnTo>
                    <a:lnTo>
                      <a:pt x="185" y="9"/>
                    </a:lnTo>
                    <a:lnTo>
                      <a:pt x="185" y="9"/>
                    </a:lnTo>
                    <a:lnTo>
                      <a:pt x="185" y="9"/>
                    </a:lnTo>
                    <a:lnTo>
                      <a:pt x="187" y="9"/>
                    </a:lnTo>
                    <a:lnTo>
                      <a:pt x="187" y="9"/>
                    </a:lnTo>
                    <a:lnTo>
                      <a:pt x="190" y="9"/>
                    </a:lnTo>
                    <a:lnTo>
                      <a:pt x="190" y="12"/>
                    </a:lnTo>
                    <a:lnTo>
                      <a:pt x="190" y="12"/>
                    </a:lnTo>
                    <a:lnTo>
                      <a:pt x="190" y="9"/>
                    </a:lnTo>
                    <a:lnTo>
                      <a:pt x="190" y="9"/>
                    </a:lnTo>
                    <a:lnTo>
                      <a:pt x="192" y="9"/>
                    </a:lnTo>
                    <a:lnTo>
                      <a:pt x="192" y="9"/>
                    </a:lnTo>
                    <a:lnTo>
                      <a:pt x="192" y="9"/>
                    </a:lnTo>
                    <a:lnTo>
                      <a:pt x="194" y="9"/>
                    </a:lnTo>
                    <a:lnTo>
                      <a:pt x="194" y="9"/>
                    </a:lnTo>
                    <a:lnTo>
                      <a:pt x="197" y="9"/>
                    </a:lnTo>
                    <a:lnTo>
                      <a:pt x="197" y="9"/>
                    </a:lnTo>
                    <a:lnTo>
                      <a:pt x="197" y="9"/>
                    </a:lnTo>
                    <a:lnTo>
                      <a:pt x="197" y="9"/>
                    </a:lnTo>
                    <a:lnTo>
                      <a:pt x="199" y="9"/>
                    </a:lnTo>
                    <a:lnTo>
                      <a:pt x="199" y="9"/>
                    </a:lnTo>
                    <a:lnTo>
                      <a:pt x="199" y="9"/>
                    </a:lnTo>
                    <a:lnTo>
                      <a:pt x="202" y="9"/>
                    </a:lnTo>
                    <a:lnTo>
                      <a:pt x="202" y="9"/>
                    </a:lnTo>
                    <a:lnTo>
                      <a:pt x="202" y="12"/>
                    </a:lnTo>
                    <a:lnTo>
                      <a:pt x="202" y="12"/>
                    </a:lnTo>
                    <a:lnTo>
                      <a:pt x="204" y="12"/>
                    </a:lnTo>
                    <a:lnTo>
                      <a:pt x="204" y="12"/>
                    </a:lnTo>
                    <a:lnTo>
                      <a:pt x="204" y="12"/>
                    </a:lnTo>
                    <a:lnTo>
                      <a:pt x="204" y="12"/>
                    </a:lnTo>
                    <a:lnTo>
                      <a:pt x="206" y="12"/>
                    </a:lnTo>
                    <a:lnTo>
                      <a:pt x="206" y="12"/>
                    </a:lnTo>
                    <a:lnTo>
                      <a:pt x="209" y="12"/>
                    </a:lnTo>
                    <a:lnTo>
                      <a:pt x="209" y="12"/>
                    </a:lnTo>
                    <a:lnTo>
                      <a:pt x="209" y="12"/>
                    </a:lnTo>
                    <a:lnTo>
                      <a:pt x="211" y="12"/>
                    </a:lnTo>
                    <a:lnTo>
                      <a:pt x="211" y="14"/>
                    </a:lnTo>
                    <a:lnTo>
                      <a:pt x="211" y="14"/>
                    </a:lnTo>
                    <a:lnTo>
                      <a:pt x="211" y="14"/>
                    </a:lnTo>
                    <a:lnTo>
                      <a:pt x="211" y="12"/>
                    </a:lnTo>
                    <a:lnTo>
                      <a:pt x="213" y="12"/>
                    </a:lnTo>
                    <a:lnTo>
                      <a:pt x="213" y="14"/>
                    </a:lnTo>
                    <a:lnTo>
                      <a:pt x="213" y="14"/>
                    </a:lnTo>
                    <a:lnTo>
                      <a:pt x="213" y="14"/>
                    </a:lnTo>
                    <a:lnTo>
                      <a:pt x="213" y="17"/>
                    </a:lnTo>
                    <a:lnTo>
                      <a:pt x="216" y="17"/>
                    </a:lnTo>
                    <a:lnTo>
                      <a:pt x="216" y="17"/>
                    </a:lnTo>
                    <a:lnTo>
                      <a:pt x="216" y="17"/>
                    </a:lnTo>
                    <a:lnTo>
                      <a:pt x="216" y="17"/>
                    </a:lnTo>
                    <a:lnTo>
                      <a:pt x="216" y="17"/>
                    </a:lnTo>
                    <a:lnTo>
                      <a:pt x="218" y="17"/>
                    </a:lnTo>
                    <a:lnTo>
                      <a:pt x="218" y="19"/>
                    </a:lnTo>
                    <a:lnTo>
                      <a:pt x="218" y="19"/>
                    </a:lnTo>
                    <a:lnTo>
                      <a:pt x="218" y="19"/>
                    </a:lnTo>
                    <a:lnTo>
                      <a:pt x="218" y="19"/>
                    </a:lnTo>
                    <a:lnTo>
                      <a:pt x="221" y="19"/>
                    </a:lnTo>
                    <a:lnTo>
                      <a:pt x="221" y="21"/>
                    </a:lnTo>
                    <a:lnTo>
                      <a:pt x="221" y="21"/>
                    </a:lnTo>
                    <a:lnTo>
                      <a:pt x="223" y="21"/>
                    </a:lnTo>
                    <a:lnTo>
                      <a:pt x="223" y="21"/>
                    </a:lnTo>
                    <a:lnTo>
                      <a:pt x="223" y="21"/>
                    </a:lnTo>
                    <a:lnTo>
                      <a:pt x="225" y="21"/>
                    </a:lnTo>
                    <a:lnTo>
                      <a:pt x="225" y="21"/>
                    </a:lnTo>
                    <a:lnTo>
                      <a:pt x="225" y="21"/>
                    </a:lnTo>
                    <a:lnTo>
                      <a:pt x="228" y="21"/>
                    </a:lnTo>
                    <a:lnTo>
                      <a:pt x="228" y="21"/>
                    </a:lnTo>
                    <a:lnTo>
                      <a:pt x="228" y="21"/>
                    </a:lnTo>
                    <a:lnTo>
                      <a:pt x="230" y="21"/>
                    </a:lnTo>
                    <a:lnTo>
                      <a:pt x="230" y="21"/>
                    </a:lnTo>
                    <a:lnTo>
                      <a:pt x="230" y="24"/>
                    </a:lnTo>
                    <a:lnTo>
                      <a:pt x="230" y="24"/>
                    </a:lnTo>
                    <a:lnTo>
                      <a:pt x="230" y="24"/>
                    </a:lnTo>
                    <a:lnTo>
                      <a:pt x="232" y="24"/>
                    </a:lnTo>
                    <a:lnTo>
                      <a:pt x="232" y="24"/>
                    </a:lnTo>
                    <a:lnTo>
                      <a:pt x="232" y="26"/>
                    </a:lnTo>
                    <a:lnTo>
                      <a:pt x="232" y="26"/>
                    </a:lnTo>
                    <a:lnTo>
                      <a:pt x="232" y="26"/>
                    </a:lnTo>
                    <a:lnTo>
                      <a:pt x="232" y="26"/>
                    </a:lnTo>
                    <a:lnTo>
                      <a:pt x="235" y="26"/>
                    </a:lnTo>
                    <a:lnTo>
                      <a:pt x="235" y="26"/>
                    </a:lnTo>
                    <a:lnTo>
                      <a:pt x="237" y="26"/>
                    </a:lnTo>
                    <a:lnTo>
                      <a:pt x="237" y="28"/>
                    </a:lnTo>
                    <a:lnTo>
                      <a:pt x="237" y="28"/>
                    </a:lnTo>
                    <a:lnTo>
                      <a:pt x="237" y="31"/>
                    </a:lnTo>
                    <a:lnTo>
                      <a:pt x="237" y="31"/>
                    </a:lnTo>
                    <a:lnTo>
                      <a:pt x="235" y="31"/>
                    </a:lnTo>
                    <a:lnTo>
                      <a:pt x="235" y="31"/>
                    </a:lnTo>
                    <a:lnTo>
                      <a:pt x="232" y="31"/>
                    </a:lnTo>
                    <a:lnTo>
                      <a:pt x="232" y="31"/>
                    </a:lnTo>
                    <a:lnTo>
                      <a:pt x="232" y="31"/>
                    </a:lnTo>
                    <a:lnTo>
                      <a:pt x="230" y="31"/>
                    </a:lnTo>
                    <a:lnTo>
                      <a:pt x="230" y="31"/>
                    </a:lnTo>
                    <a:lnTo>
                      <a:pt x="230" y="31"/>
                    </a:lnTo>
                    <a:lnTo>
                      <a:pt x="230" y="33"/>
                    </a:lnTo>
                    <a:lnTo>
                      <a:pt x="230" y="33"/>
                    </a:lnTo>
                    <a:lnTo>
                      <a:pt x="230" y="35"/>
                    </a:lnTo>
                    <a:lnTo>
                      <a:pt x="228" y="35"/>
                    </a:lnTo>
                    <a:lnTo>
                      <a:pt x="228" y="35"/>
                    </a:lnTo>
                    <a:lnTo>
                      <a:pt x="228" y="33"/>
                    </a:lnTo>
                    <a:lnTo>
                      <a:pt x="225" y="33"/>
                    </a:lnTo>
                    <a:lnTo>
                      <a:pt x="225" y="35"/>
                    </a:lnTo>
                    <a:lnTo>
                      <a:pt x="225" y="35"/>
                    </a:lnTo>
                    <a:lnTo>
                      <a:pt x="225" y="35"/>
                    </a:lnTo>
                    <a:lnTo>
                      <a:pt x="225" y="35"/>
                    </a:lnTo>
                    <a:lnTo>
                      <a:pt x="225" y="35"/>
                    </a:lnTo>
                    <a:lnTo>
                      <a:pt x="225" y="38"/>
                    </a:lnTo>
                    <a:lnTo>
                      <a:pt x="223" y="38"/>
                    </a:lnTo>
                    <a:lnTo>
                      <a:pt x="223" y="38"/>
                    </a:lnTo>
                    <a:lnTo>
                      <a:pt x="223" y="38"/>
                    </a:lnTo>
                    <a:lnTo>
                      <a:pt x="221" y="38"/>
                    </a:lnTo>
                    <a:lnTo>
                      <a:pt x="221" y="38"/>
                    </a:lnTo>
                    <a:lnTo>
                      <a:pt x="221" y="35"/>
                    </a:lnTo>
                    <a:lnTo>
                      <a:pt x="218" y="35"/>
                    </a:lnTo>
                    <a:lnTo>
                      <a:pt x="218" y="35"/>
                    </a:lnTo>
                    <a:lnTo>
                      <a:pt x="218" y="35"/>
                    </a:lnTo>
                    <a:lnTo>
                      <a:pt x="218" y="38"/>
                    </a:lnTo>
                    <a:lnTo>
                      <a:pt x="216" y="38"/>
                    </a:lnTo>
                    <a:lnTo>
                      <a:pt x="216" y="38"/>
                    </a:lnTo>
                    <a:lnTo>
                      <a:pt x="216" y="38"/>
                    </a:lnTo>
                    <a:lnTo>
                      <a:pt x="216" y="38"/>
                    </a:lnTo>
                    <a:lnTo>
                      <a:pt x="213" y="38"/>
                    </a:lnTo>
                    <a:lnTo>
                      <a:pt x="213" y="38"/>
                    </a:lnTo>
                    <a:lnTo>
                      <a:pt x="211" y="38"/>
                    </a:lnTo>
                    <a:lnTo>
                      <a:pt x="211" y="40"/>
                    </a:lnTo>
                    <a:lnTo>
                      <a:pt x="211" y="40"/>
                    </a:lnTo>
                    <a:lnTo>
                      <a:pt x="211" y="40"/>
                    </a:lnTo>
                    <a:lnTo>
                      <a:pt x="211" y="40"/>
                    </a:lnTo>
                    <a:lnTo>
                      <a:pt x="209" y="40"/>
                    </a:lnTo>
                    <a:lnTo>
                      <a:pt x="209" y="40"/>
                    </a:lnTo>
                    <a:lnTo>
                      <a:pt x="209" y="40"/>
                    </a:lnTo>
                    <a:lnTo>
                      <a:pt x="209" y="43"/>
                    </a:lnTo>
                    <a:lnTo>
                      <a:pt x="206" y="43"/>
                    </a:lnTo>
                    <a:lnTo>
                      <a:pt x="206" y="43"/>
                    </a:lnTo>
                    <a:lnTo>
                      <a:pt x="206" y="43"/>
                    </a:lnTo>
                    <a:lnTo>
                      <a:pt x="204" y="43"/>
                    </a:lnTo>
                    <a:lnTo>
                      <a:pt x="204" y="45"/>
                    </a:lnTo>
                    <a:lnTo>
                      <a:pt x="204" y="45"/>
                    </a:lnTo>
                    <a:lnTo>
                      <a:pt x="204" y="45"/>
                    </a:lnTo>
                    <a:lnTo>
                      <a:pt x="202" y="45"/>
                    </a:lnTo>
                    <a:lnTo>
                      <a:pt x="202" y="45"/>
                    </a:lnTo>
                    <a:lnTo>
                      <a:pt x="202" y="45"/>
                    </a:lnTo>
                    <a:lnTo>
                      <a:pt x="202" y="45"/>
                    </a:lnTo>
                    <a:lnTo>
                      <a:pt x="202" y="45"/>
                    </a:lnTo>
                    <a:lnTo>
                      <a:pt x="199" y="45"/>
                    </a:lnTo>
                    <a:lnTo>
                      <a:pt x="199" y="45"/>
                    </a:lnTo>
                    <a:lnTo>
                      <a:pt x="199" y="47"/>
                    </a:lnTo>
                    <a:lnTo>
                      <a:pt x="197" y="47"/>
                    </a:lnTo>
                    <a:lnTo>
                      <a:pt x="197" y="47"/>
                    </a:lnTo>
                    <a:lnTo>
                      <a:pt x="197" y="47"/>
                    </a:lnTo>
                    <a:lnTo>
                      <a:pt x="197" y="47"/>
                    </a:lnTo>
                    <a:lnTo>
                      <a:pt x="197" y="50"/>
                    </a:lnTo>
                    <a:lnTo>
                      <a:pt x="197" y="50"/>
                    </a:lnTo>
                    <a:lnTo>
                      <a:pt x="197" y="50"/>
                    </a:lnTo>
                    <a:lnTo>
                      <a:pt x="197" y="50"/>
                    </a:lnTo>
                    <a:lnTo>
                      <a:pt x="197" y="52"/>
                    </a:lnTo>
                    <a:lnTo>
                      <a:pt x="194" y="52"/>
                    </a:lnTo>
                    <a:lnTo>
                      <a:pt x="194" y="52"/>
                    </a:lnTo>
                    <a:lnTo>
                      <a:pt x="194" y="52"/>
                    </a:lnTo>
                    <a:lnTo>
                      <a:pt x="192" y="52"/>
                    </a:lnTo>
                    <a:lnTo>
                      <a:pt x="192" y="54"/>
                    </a:lnTo>
                    <a:lnTo>
                      <a:pt x="192" y="54"/>
                    </a:lnTo>
                    <a:lnTo>
                      <a:pt x="192" y="54"/>
                    </a:lnTo>
                    <a:lnTo>
                      <a:pt x="192" y="54"/>
                    </a:lnTo>
                    <a:lnTo>
                      <a:pt x="192" y="54"/>
                    </a:lnTo>
                    <a:lnTo>
                      <a:pt x="190" y="54"/>
                    </a:lnTo>
                    <a:lnTo>
                      <a:pt x="190" y="57"/>
                    </a:lnTo>
                    <a:lnTo>
                      <a:pt x="190" y="57"/>
                    </a:lnTo>
                    <a:lnTo>
                      <a:pt x="190" y="57"/>
                    </a:lnTo>
                    <a:lnTo>
                      <a:pt x="187" y="57"/>
                    </a:lnTo>
                    <a:lnTo>
                      <a:pt x="187" y="54"/>
                    </a:lnTo>
                    <a:lnTo>
                      <a:pt x="187" y="54"/>
                    </a:lnTo>
                    <a:lnTo>
                      <a:pt x="185" y="54"/>
                    </a:lnTo>
                    <a:lnTo>
                      <a:pt x="185" y="54"/>
                    </a:lnTo>
                    <a:lnTo>
                      <a:pt x="185" y="54"/>
                    </a:lnTo>
                    <a:lnTo>
                      <a:pt x="185" y="57"/>
                    </a:lnTo>
                    <a:lnTo>
                      <a:pt x="183" y="57"/>
                    </a:lnTo>
                    <a:lnTo>
                      <a:pt x="183" y="57"/>
                    </a:lnTo>
                    <a:lnTo>
                      <a:pt x="183" y="57"/>
                    </a:lnTo>
                    <a:lnTo>
                      <a:pt x="180" y="57"/>
                    </a:lnTo>
                    <a:lnTo>
                      <a:pt x="180" y="57"/>
                    </a:lnTo>
                    <a:lnTo>
                      <a:pt x="178" y="57"/>
                    </a:lnTo>
                    <a:lnTo>
                      <a:pt x="178" y="57"/>
                    </a:lnTo>
                    <a:lnTo>
                      <a:pt x="178" y="57"/>
                    </a:lnTo>
                    <a:lnTo>
                      <a:pt x="178" y="57"/>
                    </a:lnTo>
                    <a:lnTo>
                      <a:pt x="176" y="57"/>
                    </a:lnTo>
                    <a:lnTo>
                      <a:pt x="176" y="59"/>
                    </a:lnTo>
                    <a:lnTo>
                      <a:pt x="176" y="59"/>
                    </a:lnTo>
                    <a:lnTo>
                      <a:pt x="176" y="57"/>
                    </a:lnTo>
                    <a:lnTo>
                      <a:pt x="176" y="57"/>
                    </a:lnTo>
                    <a:lnTo>
                      <a:pt x="173" y="57"/>
                    </a:lnTo>
                    <a:lnTo>
                      <a:pt x="173" y="57"/>
                    </a:lnTo>
                    <a:lnTo>
                      <a:pt x="171" y="57"/>
                    </a:lnTo>
                    <a:lnTo>
                      <a:pt x="171" y="57"/>
                    </a:lnTo>
                    <a:lnTo>
                      <a:pt x="171" y="57"/>
                    </a:lnTo>
                    <a:lnTo>
                      <a:pt x="168" y="57"/>
                    </a:lnTo>
                    <a:lnTo>
                      <a:pt x="168" y="57"/>
                    </a:lnTo>
                    <a:lnTo>
                      <a:pt x="168" y="57"/>
                    </a:lnTo>
                    <a:lnTo>
                      <a:pt x="168" y="57"/>
                    </a:lnTo>
                    <a:lnTo>
                      <a:pt x="166" y="57"/>
                    </a:lnTo>
                    <a:lnTo>
                      <a:pt x="166" y="57"/>
                    </a:lnTo>
                    <a:lnTo>
                      <a:pt x="164" y="57"/>
                    </a:lnTo>
                    <a:lnTo>
                      <a:pt x="164" y="57"/>
                    </a:lnTo>
                    <a:lnTo>
                      <a:pt x="164" y="57"/>
                    </a:lnTo>
                    <a:lnTo>
                      <a:pt x="164" y="57"/>
                    </a:lnTo>
                    <a:lnTo>
                      <a:pt x="164" y="57"/>
                    </a:lnTo>
                    <a:lnTo>
                      <a:pt x="164" y="57"/>
                    </a:lnTo>
                    <a:lnTo>
                      <a:pt x="164" y="59"/>
                    </a:lnTo>
                    <a:lnTo>
                      <a:pt x="161" y="59"/>
                    </a:lnTo>
                    <a:lnTo>
                      <a:pt x="161" y="59"/>
                    </a:lnTo>
                    <a:lnTo>
                      <a:pt x="161" y="62"/>
                    </a:lnTo>
                    <a:lnTo>
                      <a:pt x="161" y="62"/>
                    </a:lnTo>
                    <a:lnTo>
                      <a:pt x="161" y="62"/>
                    </a:lnTo>
                    <a:lnTo>
                      <a:pt x="159" y="62"/>
                    </a:lnTo>
                    <a:lnTo>
                      <a:pt x="159" y="64"/>
                    </a:lnTo>
                    <a:lnTo>
                      <a:pt x="159" y="64"/>
                    </a:lnTo>
                    <a:lnTo>
                      <a:pt x="159" y="64"/>
                    </a:lnTo>
                    <a:lnTo>
                      <a:pt x="159" y="64"/>
                    </a:lnTo>
                    <a:lnTo>
                      <a:pt x="159" y="64"/>
                    </a:lnTo>
                    <a:lnTo>
                      <a:pt x="159" y="66"/>
                    </a:lnTo>
                    <a:lnTo>
                      <a:pt x="159" y="66"/>
                    </a:lnTo>
                    <a:lnTo>
                      <a:pt x="159" y="69"/>
                    </a:lnTo>
                    <a:lnTo>
                      <a:pt x="157" y="69"/>
                    </a:lnTo>
                    <a:lnTo>
                      <a:pt x="157" y="69"/>
                    </a:lnTo>
                    <a:lnTo>
                      <a:pt x="157" y="69"/>
                    </a:lnTo>
                    <a:lnTo>
                      <a:pt x="157" y="71"/>
                    </a:lnTo>
                    <a:lnTo>
                      <a:pt x="157" y="71"/>
                    </a:lnTo>
                    <a:lnTo>
                      <a:pt x="157" y="71"/>
                    </a:lnTo>
                    <a:lnTo>
                      <a:pt x="157" y="73"/>
                    </a:lnTo>
                    <a:lnTo>
                      <a:pt x="154" y="73"/>
                    </a:lnTo>
                    <a:lnTo>
                      <a:pt x="154" y="73"/>
                    </a:lnTo>
                    <a:lnTo>
                      <a:pt x="154" y="73"/>
                    </a:lnTo>
                    <a:lnTo>
                      <a:pt x="152" y="73"/>
                    </a:lnTo>
                    <a:lnTo>
                      <a:pt x="152" y="73"/>
                    </a:lnTo>
                    <a:lnTo>
                      <a:pt x="152" y="73"/>
                    </a:lnTo>
                    <a:lnTo>
                      <a:pt x="152" y="71"/>
                    </a:lnTo>
                    <a:lnTo>
                      <a:pt x="152" y="71"/>
                    </a:lnTo>
                    <a:lnTo>
                      <a:pt x="150" y="71"/>
                    </a:lnTo>
                    <a:lnTo>
                      <a:pt x="150" y="73"/>
                    </a:lnTo>
                    <a:lnTo>
                      <a:pt x="150" y="73"/>
                    </a:lnTo>
                    <a:lnTo>
                      <a:pt x="150" y="73"/>
                    </a:lnTo>
                    <a:lnTo>
                      <a:pt x="150" y="73"/>
                    </a:lnTo>
                    <a:lnTo>
                      <a:pt x="147" y="73"/>
                    </a:lnTo>
                    <a:lnTo>
                      <a:pt x="147" y="73"/>
                    </a:lnTo>
                    <a:lnTo>
                      <a:pt x="147" y="73"/>
                    </a:lnTo>
                    <a:lnTo>
                      <a:pt x="145" y="73"/>
                    </a:lnTo>
                    <a:lnTo>
                      <a:pt x="145" y="73"/>
                    </a:lnTo>
                    <a:lnTo>
                      <a:pt x="145" y="73"/>
                    </a:lnTo>
                    <a:lnTo>
                      <a:pt x="145" y="73"/>
                    </a:lnTo>
                    <a:lnTo>
                      <a:pt x="145" y="76"/>
                    </a:lnTo>
                    <a:lnTo>
                      <a:pt x="142" y="76"/>
                    </a:lnTo>
                    <a:lnTo>
                      <a:pt x="142" y="76"/>
                    </a:lnTo>
                    <a:lnTo>
                      <a:pt x="142" y="76"/>
                    </a:lnTo>
                    <a:lnTo>
                      <a:pt x="142" y="76"/>
                    </a:lnTo>
                    <a:lnTo>
                      <a:pt x="142" y="76"/>
                    </a:lnTo>
                    <a:lnTo>
                      <a:pt x="140" y="76"/>
                    </a:lnTo>
                    <a:lnTo>
                      <a:pt x="140" y="76"/>
                    </a:lnTo>
                    <a:lnTo>
                      <a:pt x="140" y="76"/>
                    </a:lnTo>
                    <a:lnTo>
                      <a:pt x="138" y="76"/>
                    </a:lnTo>
                    <a:lnTo>
                      <a:pt x="138" y="76"/>
                    </a:lnTo>
                    <a:lnTo>
                      <a:pt x="138" y="76"/>
                    </a:lnTo>
                    <a:lnTo>
                      <a:pt x="138" y="73"/>
                    </a:lnTo>
                    <a:lnTo>
                      <a:pt x="138" y="73"/>
                    </a:lnTo>
                    <a:lnTo>
                      <a:pt x="138" y="73"/>
                    </a:lnTo>
                    <a:lnTo>
                      <a:pt x="138" y="71"/>
                    </a:lnTo>
                    <a:lnTo>
                      <a:pt x="138" y="71"/>
                    </a:lnTo>
                    <a:lnTo>
                      <a:pt x="138" y="71"/>
                    </a:lnTo>
                    <a:lnTo>
                      <a:pt x="138" y="71"/>
                    </a:lnTo>
                    <a:lnTo>
                      <a:pt x="138" y="69"/>
                    </a:lnTo>
                    <a:lnTo>
                      <a:pt x="138" y="69"/>
                    </a:lnTo>
                    <a:lnTo>
                      <a:pt x="138" y="66"/>
                    </a:lnTo>
                    <a:lnTo>
                      <a:pt x="135" y="66"/>
                    </a:lnTo>
                    <a:lnTo>
                      <a:pt x="135" y="66"/>
                    </a:lnTo>
                    <a:lnTo>
                      <a:pt x="135" y="66"/>
                    </a:lnTo>
                    <a:lnTo>
                      <a:pt x="135" y="66"/>
                    </a:lnTo>
                    <a:lnTo>
                      <a:pt x="135" y="66"/>
                    </a:lnTo>
                    <a:lnTo>
                      <a:pt x="133" y="66"/>
                    </a:lnTo>
                    <a:lnTo>
                      <a:pt x="133" y="69"/>
                    </a:lnTo>
                    <a:lnTo>
                      <a:pt x="133" y="69"/>
                    </a:lnTo>
                    <a:lnTo>
                      <a:pt x="133" y="69"/>
                    </a:lnTo>
                    <a:lnTo>
                      <a:pt x="131" y="69"/>
                    </a:lnTo>
                    <a:lnTo>
                      <a:pt x="131" y="69"/>
                    </a:lnTo>
                    <a:lnTo>
                      <a:pt x="131" y="71"/>
                    </a:lnTo>
                    <a:lnTo>
                      <a:pt x="131" y="71"/>
                    </a:lnTo>
                    <a:lnTo>
                      <a:pt x="131" y="71"/>
                    </a:lnTo>
                    <a:lnTo>
                      <a:pt x="128" y="71"/>
                    </a:lnTo>
                    <a:lnTo>
                      <a:pt x="128" y="71"/>
                    </a:lnTo>
                    <a:lnTo>
                      <a:pt x="126" y="71"/>
                    </a:lnTo>
                    <a:lnTo>
                      <a:pt x="126" y="71"/>
                    </a:lnTo>
                    <a:lnTo>
                      <a:pt x="126" y="71"/>
                    </a:lnTo>
                    <a:lnTo>
                      <a:pt x="123" y="71"/>
                    </a:lnTo>
                    <a:lnTo>
                      <a:pt x="123" y="71"/>
                    </a:lnTo>
                    <a:lnTo>
                      <a:pt x="123" y="71"/>
                    </a:lnTo>
                    <a:lnTo>
                      <a:pt x="123" y="71"/>
                    </a:lnTo>
                    <a:lnTo>
                      <a:pt x="121" y="71"/>
                    </a:lnTo>
                    <a:lnTo>
                      <a:pt x="121" y="71"/>
                    </a:lnTo>
                    <a:lnTo>
                      <a:pt x="121" y="69"/>
                    </a:lnTo>
                    <a:lnTo>
                      <a:pt x="119" y="69"/>
                    </a:lnTo>
                    <a:lnTo>
                      <a:pt x="119" y="71"/>
                    </a:lnTo>
                    <a:lnTo>
                      <a:pt x="119" y="71"/>
                    </a:lnTo>
                    <a:lnTo>
                      <a:pt x="119" y="71"/>
                    </a:lnTo>
                    <a:lnTo>
                      <a:pt x="119" y="73"/>
                    </a:lnTo>
                    <a:lnTo>
                      <a:pt x="119" y="73"/>
                    </a:lnTo>
                    <a:lnTo>
                      <a:pt x="119" y="73"/>
                    </a:lnTo>
                    <a:lnTo>
                      <a:pt x="121" y="73"/>
                    </a:lnTo>
                    <a:lnTo>
                      <a:pt x="121" y="76"/>
                    </a:lnTo>
                    <a:lnTo>
                      <a:pt x="119" y="76"/>
                    </a:lnTo>
                    <a:lnTo>
                      <a:pt x="119" y="76"/>
                    </a:lnTo>
                    <a:lnTo>
                      <a:pt x="119" y="76"/>
                    </a:lnTo>
                    <a:lnTo>
                      <a:pt x="116" y="76"/>
                    </a:lnTo>
                    <a:lnTo>
                      <a:pt x="116" y="76"/>
                    </a:lnTo>
                    <a:lnTo>
                      <a:pt x="116" y="76"/>
                    </a:lnTo>
                    <a:lnTo>
                      <a:pt x="116" y="76"/>
                    </a:lnTo>
                    <a:lnTo>
                      <a:pt x="114" y="76"/>
                    </a:lnTo>
                    <a:lnTo>
                      <a:pt x="114" y="76"/>
                    </a:lnTo>
                    <a:lnTo>
                      <a:pt x="114" y="76"/>
                    </a:lnTo>
                    <a:lnTo>
                      <a:pt x="114" y="78"/>
                    </a:lnTo>
                    <a:lnTo>
                      <a:pt x="112" y="78"/>
                    </a:lnTo>
                    <a:lnTo>
                      <a:pt x="112" y="78"/>
                    </a:lnTo>
                    <a:lnTo>
                      <a:pt x="112" y="78"/>
                    </a:lnTo>
                    <a:lnTo>
                      <a:pt x="112" y="80"/>
                    </a:lnTo>
                    <a:lnTo>
                      <a:pt x="112" y="80"/>
                    </a:lnTo>
                    <a:lnTo>
                      <a:pt x="109" y="80"/>
                    </a:lnTo>
                    <a:lnTo>
                      <a:pt x="109" y="80"/>
                    </a:lnTo>
                    <a:lnTo>
                      <a:pt x="109" y="80"/>
                    </a:lnTo>
                    <a:lnTo>
                      <a:pt x="109" y="80"/>
                    </a:lnTo>
                    <a:lnTo>
                      <a:pt x="109" y="80"/>
                    </a:lnTo>
                    <a:lnTo>
                      <a:pt x="107" y="80"/>
                    </a:lnTo>
                    <a:lnTo>
                      <a:pt x="107" y="80"/>
                    </a:lnTo>
                    <a:lnTo>
                      <a:pt x="105" y="80"/>
                    </a:lnTo>
                    <a:lnTo>
                      <a:pt x="105" y="80"/>
                    </a:lnTo>
                    <a:lnTo>
                      <a:pt x="105" y="80"/>
                    </a:lnTo>
                    <a:lnTo>
                      <a:pt x="105" y="80"/>
                    </a:lnTo>
                    <a:lnTo>
                      <a:pt x="102" y="80"/>
                    </a:lnTo>
                    <a:lnTo>
                      <a:pt x="102" y="80"/>
                    </a:lnTo>
                    <a:lnTo>
                      <a:pt x="102" y="83"/>
                    </a:lnTo>
                    <a:lnTo>
                      <a:pt x="102" y="83"/>
                    </a:lnTo>
                    <a:lnTo>
                      <a:pt x="102" y="83"/>
                    </a:lnTo>
                    <a:lnTo>
                      <a:pt x="102" y="85"/>
                    </a:lnTo>
                    <a:lnTo>
                      <a:pt x="100" y="85"/>
                    </a:lnTo>
                    <a:lnTo>
                      <a:pt x="100" y="85"/>
                    </a:lnTo>
                    <a:lnTo>
                      <a:pt x="100" y="85"/>
                    </a:lnTo>
                    <a:lnTo>
                      <a:pt x="100" y="85"/>
                    </a:lnTo>
                    <a:lnTo>
                      <a:pt x="100" y="88"/>
                    </a:lnTo>
                    <a:lnTo>
                      <a:pt x="97" y="88"/>
                    </a:lnTo>
                    <a:lnTo>
                      <a:pt x="97" y="88"/>
                    </a:lnTo>
                    <a:lnTo>
                      <a:pt x="97" y="90"/>
                    </a:lnTo>
                    <a:lnTo>
                      <a:pt x="100" y="90"/>
                    </a:lnTo>
                    <a:lnTo>
                      <a:pt x="100" y="90"/>
                    </a:lnTo>
                    <a:lnTo>
                      <a:pt x="100" y="90"/>
                    </a:lnTo>
                    <a:lnTo>
                      <a:pt x="100" y="92"/>
                    </a:lnTo>
                    <a:lnTo>
                      <a:pt x="100" y="92"/>
                    </a:lnTo>
                    <a:lnTo>
                      <a:pt x="102" y="92"/>
                    </a:lnTo>
                    <a:lnTo>
                      <a:pt x="102" y="95"/>
                    </a:lnTo>
                    <a:lnTo>
                      <a:pt x="100" y="95"/>
                    </a:lnTo>
                    <a:lnTo>
                      <a:pt x="100" y="95"/>
                    </a:lnTo>
                    <a:lnTo>
                      <a:pt x="100" y="95"/>
                    </a:lnTo>
                    <a:lnTo>
                      <a:pt x="100" y="95"/>
                    </a:lnTo>
                    <a:lnTo>
                      <a:pt x="100" y="97"/>
                    </a:lnTo>
                    <a:lnTo>
                      <a:pt x="97" y="97"/>
                    </a:lnTo>
                    <a:lnTo>
                      <a:pt x="97" y="97"/>
                    </a:lnTo>
                    <a:lnTo>
                      <a:pt x="97" y="97"/>
                    </a:lnTo>
                    <a:lnTo>
                      <a:pt x="95" y="97"/>
                    </a:lnTo>
                    <a:lnTo>
                      <a:pt x="95" y="97"/>
                    </a:lnTo>
                    <a:lnTo>
                      <a:pt x="95" y="97"/>
                    </a:lnTo>
                    <a:lnTo>
                      <a:pt x="93" y="97"/>
                    </a:lnTo>
                    <a:lnTo>
                      <a:pt x="93" y="97"/>
                    </a:lnTo>
                    <a:lnTo>
                      <a:pt x="90" y="97"/>
                    </a:lnTo>
                    <a:lnTo>
                      <a:pt x="90" y="97"/>
                    </a:lnTo>
                    <a:lnTo>
                      <a:pt x="90" y="97"/>
                    </a:lnTo>
                    <a:lnTo>
                      <a:pt x="88" y="97"/>
                    </a:lnTo>
                    <a:lnTo>
                      <a:pt x="88" y="97"/>
                    </a:lnTo>
                    <a:lnTo>
                      <a:pt x="88" y="97"/>
                    </a:lnTo>
                    <a:lnTo>
                      <a:pt x="88" y="99"/>
                    </a:lnTo>
                    <a:lnTo>
                      <a:pt x="86" y="99"/>
                    </a:lnTo>
                    <a:lnTo>
                      <a:pt x="86" y="99"/>
                    </a:lnTo>
                    <a:lnTo>
                      <a:pt x="86" y="99"/>
                    </a:lnTo>
                    <a:lnTo>
                      <a:pt x="83" y="99"/>
                    </a:lnTo>
                    <a:lnTo>
                      <a:pt x="83" y="99"/>
                    </a:lnTo>
                    <a:lnTo>
                      <a:pt x="83" y="99"/>
                    </a:lnTo>
                    <a:lnTo>
                      <a:pt x="83" y="99"/>
                    </a:lnTo>
                    <a:lnTo>
                      <a:pt x="81" y="99"/>
                    </a:lnTo>
                    <a:lnTo>
                      <a:pt x="81" y="99"/>
                    </a:lnTo>
                    <a:lnTo>
                      <a:pt x="78" y="99"/>
                    </a:lnTo>
                    <a:lnTo>
                      <a:pt x="78" y="99"/>
                    </a:lnTo>
                    <a:lnTo>
                      <a:pt x="78" y="102"/>
                    </a:lnTo>
                    <a:lnTo>
                      <a:pt x="78" y="102"/>
                    </a:lnTo>
                    <a:lnTo>
                      <a:pt x="78" y="99"/>
                    </a:lnTo>
                    <a:lnTo>
                      <a:pt x="76" y="99"/>
                    </a:lnTo>
                    <a:lnTo>
                      <a:pt x="76" y="99"/>
                    </a:lnTo>
                    <a:lnTo>
                      <a:pt x="76" y="99"/>
                    </a:lnTo>
                    <a:lnTo>
                      <a:pt x="76" y="99"/>
                    </a:lnTo>
                    <a:lnTo>
                      <a:pt x="74" y="99"/>
                    </a:lnTo>
                    <a:lnTo>
                      <a:pt x="74" y="99"/>
                    </a:lnTo>
                    <a:lnTo>
                      <a:pt x="71" y="99"/>
                    </a:lnTo>
                    <a:lnTo>
                      <a:pt x="71" y="99"/>
                    </a:lnTo>
                    <a:lnTo>
                      <a:pt x="71" y="99"/>
                    </a:lnTo>
                    <a:lnTo>
                      <a:pt x="71" y="99"/>
                    </a:lnTo>
                    <a:lnTo>
                      <a:pt x="71" y="99"/>
                    </a:lnTo>
                    <a:lnTo>
                      <a:pt x="69" y="99"/>
                    </a:lnTo>
                    <a:lnTo>
                      <a:pt x="69" y="99"/>
                    </a:lnTo>
                    <a:lnTo>
                      <a:pt x="69" y="99"/>
                    </a:lnTo>
                    <a:lnTo>
                      <a:pt x="69" y="99"/>
                    </a:lnTo>
                    <a:lnTo>
                      <a:pt x="67" y="99"/>
                    </a:lnTo>
                    <a:lnTo>
                      <a:pt x="67" y="99"/>
                    </a:lnTo>
                    <a:lnTo>
                      <a:pt x="67" y="102"/>
                    </a:lnTo>
                    <a:lnTo>
                      <a:pt x="64" y="102"/>
                    </a:lnTo>
                    <a:lnTo>
                      <a:pt x="64" y="102"/>
                    </a:lnTo>
                    <a:lnTo>
                      <a:pt x="64" y="104"/>
                    </a:lnTo>
                    <a:lnTo>
                      <a:pt x="64" y="104"/>
                    </a:lnTo>
                    <a:lnTo>
                      <a:pt x="64" y="104"/>
                    </a:lnTo>
                    <a:lnTo>
                      <a:pt x="64" y="104"/>
                    </a:lnTo>
                    <a:lnTo>
                      <a:pt x="64" y="104"/>
                    </a:lnTo>
                    <a:lnTo>
                      <a:pt x="64" y="102"/>
                    </a:lnTo>
                    <a:lnTo>
                      <a:pt x="62" y="102"/>
                    </a:lnTo>
                    <a:lnTo>
                      <a:pt x="62" y="102"/>
                    </a:lnTo>
                    <a:lnTo>
                      <a:pt x="62" y="102"/>
                    </a:lnTo>
                    <a:lnTo>
                      <a:pt x="62" y="102"/>
                    </a:lnTo>
                    <a:lnTo>
                      <a:pt x="62" y="99"/>
                    </a:lnTo>
                    <a:lnTo>
                      <a:pt x="60" y="99"/>
                    </a:lnTo>
                    <a:lnTo>
                      <a:pt x="60" y="99"/>
                    </a:lnTo>
                    <a:lnTo>
                      <a:pt x="60" y="99"/>
                    </a:lnTo>
                    <a:lnTo>
                      <a:pt x="60" y="99"/>
                    </a:lnTo>
                    <a:lnTo>
                      <a:pt x="57" y="99"/>
                    </a:lnTo>
                    <a:lnTo>
                      <a:pt x="57" y="102"/>
                    </a:lnTo>
                    <a:lnTo>
                      <a:pt x="57" y="102"/>
                    </a:lnTo>
                    <a:lnTo>
                      <a:pt x="57" y="102"/>
                    </a:lnTo>
                    <a:lnTo>
                      <a:pt x="55" y="102"/>
                    </a:lnTo>
                    <a:lnTo>
                      <a:pt x="55" y="102"/>
                    </a:lnTo>
                    <a:lnTo>
                      <a:pt x="55" y="102"/>
                    </a:lnTo>
                    <a:lnTo>
                      <a:pt x="55" y="102"/>
                    </a:lnTo>
                    <a:lnTo>
                      <a:pt x="52" y="102"/>
                    </a:lnTo>
                    <a:lnTo>
                      <a:pt x="52" y="99"/>
                    </a:lnTo>
                    <a:lnTo>
                      <a:pt x="52" y="99"/>
                    </a:lnTo>
                    <a:lnTo>
                      <a:pt x="55" y="99"/>
                    </a:lnTo>
                    <a:lnTo>
                      <a:pt x="55" y="97"/>
                    </a:lnTo>
                    <a:lnTo>
                      <a:pt x="55" y="97"/>
                    </a:lnTo>
                    <a:lnTo>
                      <a:pt x="52" y="97"/>
                    </a:lnTo>
                    <a:lnTo>
                      <a:pt x="52" y="97"/>
                    </a:lnTo>
                    <a:lnTo>
                      <a:pt x="52" y="97"/>
                    </a:lnTo>
                    <a:lnTo>
                      <a:pt x="50" y="97"/>
                    </a:lnTo>
                    <a:lnTo>
                      <a:pt x="50" y="97"/>
                    </a:lnTo>
                    <a:lnTo>
                      <a:pt x="50" y="97"/>
                    </a:lnTo>
                    <a:lnTo>
                      <a:pt x="50" y="95"/>
                    </a:lnTo>
                    <a:lnTo>
                      <a:pt x="50" y="95"/>
                    </a:lnTo>
                    <a:lnTo>
                      <a:pt x="50" y="95"/>
                    </a:lnTo>
                    <a:lnTo>
                      <a:pt x="48" y="95"/>
                    </a:lnTo>
                    <a:lnTo>
                      <a:pt x="48" y="95"/>
                    </a:lnTo>
                    <a:lnTo>
                      <a:pt x="45" y="95"/>
                    </a:lnTo>
                    <a:lnTo>
                      <a:pt x="45" y="95"/>
                    </a:lnTo>
                    <a:lnTo>
                      <a:pt x="45" y="95"/>
                    </a:lnTo>
                    <a:lnTo>
                      <a:pt x="45" y="95"/>
                    </a:lnTo>
                    <a:lnTo>
                      <a:pt x="43" y="95"/>
                    </a:lnTo>
                    <a:lnTo>
                      <a:pt x="43" y="95"/>
                    </a:lnTo>
                    <a:lnTo>
                      <a:pt x="43" y="95"/>
                    </a:lnTo>
                    <a:lnTo>
                      <a:pt x="43" y="95"/>
                    </a:lnTo>
                    <a:lnTo>
                      <a:pt x="41" y="95"/>
                    </a:lnTo>
                    <a:lnTo>
                      <a:pt x="41" y="95"/>
                    </a:lnTo>
                    <a:lnTo>
                      <a:pt x="38" y="95"/>
                    </a:lnTo>
                    <a:lnTo>
                      <a:pt x="38" y="97"/>
                    </a:lnTo>
                    <a:lnTo>
                      <a:pt x="38" y="97"/>
                    </a:lnTo>
                    <a:lnTo>
                      <a:pt x="38" y="97"/>
                    </a:lnTo>
                    <a:lnTo>
                      <a:pt x="38" y="97"/>
                    </a:lnTo>
                    <a:lnTo>
                      <a:pt x="36" y="97"/>
                    </a:lnTo>
                    <a:lnTo>
                      <a:pt x="36" y="99"/>
                    </a:lnTo>
                    <a:lnTo>
                      <a:pt x="36" y="99"/>
                    </a:lnTo>
                    <a:lnTo>
                      <a:pt x="36" y="99"/>
                    </a:lnTo>
                    <a:lnTo>
                      <a:pt x="34" y="99"/>
                    </a:lnTo>
                    <a:lnTo>
                      <a:pt x="34" y="99"/>
                    </a:lnTo>
                    <a:lnTo>
                      <a:pt x="31" y="99"/>
                    </a:lnTo>
                    <a:lnTo>
                      <a:pt x="31" y="97"/>
                    </a:lnTo>
                    <a:lnTo>
                      <a:pt x="31" y="97"/>
                    </a:lnTo>
                    <a:lnTo>
                      <a:pt x="31" y="95"/>
                    </a:lnTo>
                    <a:lnTo>
                      <a:pt x="31" y="95"/>
                    </a:lnTo>
                    <a:lnTo>
                      <a:pt x="31" y="95"/>
                    </a:lnTo>
                    <a:lnTo>
                      <a:pt x="31" y="95"/>
                    </a:lnTo>
                    <a:lnTo>
                      <a:pt x="31" y="95"/>
                    </a:lnTo>
                    <a:lnTo>
                      <a:pt x="29" y="95"/>
                    </a:lnTo>
                    <a:lnTo>
                      <a:pt x="29" y="95"/>
                    </a:lnTo>
                    <a:lnTo>
                      <a:pt x="29" y="95"/>
                    </a:lnTo>
                    <a:lnTo>
                      <a:pt x="29" y="92"/>
                    </a:lnTo>
                    <a:lnTo>
                      <a:pt x="26" y="92"/>
                    </a:lnTo>
                    <a:lnTo>
                      <a:pt x="26" y="95"/>
                    </a:lnTo>
                    <a:lnTo>
                      <a:pt x="26" y="95"/>
                    </a:lnTo>
                    <a:lnTo>
                      <a:pt x="24" y="95"/>
                    </a:lnTo>
                    <a:lnTo>
                      <a:pt x="24" y="95"/>
                    </a:lnTo>
                    <a:lnTo>
                      <a:pt x="24" y="95"/>
                    </a:lnTo>
                    <a:lnTo>
                      <a:pt x="24" y="95"/>
                    </a:lnTo>
                    <a:lnTo>
                      <a:pt x="22" y="95"/>
                    </a:lnTo>
                    <a:lnTo>
                      <a:pt x="22" y="95"/>
                    </a:lnTo>
                    <a:lnTo>
                      <a:pt x="22" y="95"/>
                    </a:lnTo>
                    <a:lnTo>
                      <a:pt x="19" y="95"/>
                    </a:lnTo>
                    <a:lnTo>
                      <a:pt x="19" y="95"/>
                    </a:lnTo>
                    <a:lnTo>
                      <a:pt x="19" y="95"/>
                    </a:lnTo>
                    <a:lnTo>
                      <a:pt x="17" y="95"/>
                    </a:lnTo>
                    <a:lnTo>
                      <a:pt x="17" y="95"/>
                    </a:lnTo>
                    <a:lnTo>
                      <a:pt x="17" y="95"/>
                    </a:lnTo>
                    <a:lnTo>
                      <a:pt x="17" y="95"/>
                    </a:lnTo>
                    <a:lnTo>
                      <a:pt x="15" y="95"/>
                    </a:lnTo>
                    <a:lnTo>
                      <a:pt x="15" y="95"/>
                    </a:lnTo>
                    <a:lnTo>
                      <a:pt x="15" y="95"/>
                    </a:lnTo>
                    <a:lnTo>
                      <a:pt x="15" y="95"/>
                    </a:lnTo>
                    <a:lnTo>
                      <a:pt x="12" y="95"/>
                    </a:lnTo>
                    <a:lnTo>
                      <a:pt x="12" y="95"/>
                    </a:lnTo>
                    <a:lnTo>
                      <a:pt x="12" y="95"/>
                    </a:lnTo>
                    <a:lnTo>
                      <a:pt x="12" y="95"/>
                    </a:lnTo>
                    <a:lnTo>
                      <a:pt x="10" y="95"/>
                    </a:lnTo>
                    <a:lnTo>
                      <a:pt x="10" y="95"/>
                    </a:lnTo>
                    <a:lnTo>
                      <a:pt x="10" y="95"/>
                    </a:lnTo>
                    <a:lnTo>
                      <a:pt x="7" y="95"/>
                    </a:lnTo>
                    <a:lnTo>
                      <a:pt x="7" y="95"/>
                    </a:lnTo>
                    <a:lnTo>
                      <a:pt x="7" y="95"/>
                    </a:lnTo>
                    <a:lnTo>
                      <a:pt x="5" y="95"/>
                    </a:lnTo>
                    <a:lnTo>
                      <a:pt x="5" y="95"/>
                    </a:lnTo>
                    <a:lnTo>
                      <a:pt x="5" y="95"/>
                    </a:lnTo>
                    <a:lnTo>
                      <a:pt x="3" y="95"/>
                    </a:lnTo>
                    <a:lnTo>
                      <a:pt x="3" y="95"/>
                    </a:lnTo>
                    <a:lnTo>
                      <a:pt x="3" y="95"/>
                    </a:lnTo>
                    <a:lnTo>
                      <a:pt x="3" y="95"/>
                    </a:lnTo>
                    <a:lnTo>
                      <a:pt x="3" y="92"/>
                    </a:lnTo>
                    <a:lnTo>
                      <a:pt x="3" y="92"/>
                    </a:lnTo>
                    <a:lnTo>
                      <a:pt x="3" y="90"/>
                    </a:lnTo>
                    <a:lnTo>
                      <a:pt x="0" y="90"/>
                    </a:lnTo>
                    <a:lnTo>
                      <a:pt x="0" y="90"/>
                    </a:lnTo>
                    <a:lnTo>
                      <a:pt x="0" y="88"/>
                    </a:lnTo>
                    <a:lnTo>
                      <a:pt x="0" y="88"/>
                    </a:lnTo>
                    <a:lnTo>
                      <a:pt x="0" y="85"/>
                    </a:lnTo>
                    <a:lnTo>
                      <a:pt x="3" y="85"/>
                    </a:lnTo>
                    <a:lnTo>
                      <a:pt x="3" y="85"/>
                    </a:lnTo>
                    <a:lnTo>
                      <a:pt x="3" y="85"/>
                    </a:lnTo>
                    <a:lnTo>
                      <a:pt x="3" y="83"/>
                    </a:lnTo>
                    <a:lnTo>
                      <a:pt x="3" y="83"/>
                    </a:lnTo>
                    <a:lnTo>
                      <a:pt x="3" y="85"/>
                    </a:lnTo>
                    <a:lnTo>
                      <a:pt x="3" y="85"/>
                    </a:lnTo>
                    <a:lnTo>
                      <a:pt x="3" y="85"/>
                    </a:lnTo>
                    <a:lnTo>
                      <a:pt x="5" y="85"/>
                    </a:lnTo>
                    <a:lnTo>
                      <a:pt x="5" y="85"/>
                    </a:lnTo>
                    <a:lnTo>
                      <a:pt x="5" y="85"/>
                    </a:lnTo>
                    <a:lnTo>
                      <a:pt x="5" y="85"/>
                    </a:lnTo>
                    <a:lnTo>
                      <a:pt x="5" y="83"/>
                    </a:lnTo>
                    <a:lnTo>
                      <a:pt x="5" y="83"/>
                    </a:lnTo>
                    <a:lnTo>
                      <a:pt x="5" y="83"/>
                    </a:lnTo>
                    <a:lnTo>
                      <a:pt x="5" y="80"/>
                    </a:lnTo>
                    <a:lnTo>
                      <a:pt x="5" y="80"/>
                    </a:lnTo>
                    <a:lnTo>
                      <a:pt x="7" y="80"/>
                    </a:lnTo>
                    <a:lnTo>
                      <a:pt x="7" y="80"/>
                    </a:lnTo>
                    <a:lnTo>
                      <a:pt x="7" y="80"/>
                    </a:lnTo>
                    <a:lnTo>
                      <a:pt x="10" y="80"/>
                    </a:lnTo>
                    <a:lnTo>
                      <a:pt x="10" y="80"/>
                    </a:lnTo>
                    <a:lnTo>
                      <a:pt x="10" y="80"/>
                    </a:lnTo>
                    <a:lnTo>
                      <a:pt x="10" y="78"/>
                    </a:lnTo>
                    <a:lnTo>
                      <a:pt x="12" y="78"/>
                    </a:lnTo>
                    <a:lnTo>
                      <a:pt x="12" y="78"/>
                    </a:lnTo>
                    <a:lnTo>
                      <a:pt x="12" y="78"/>
                    </a:lnTo>
                    <a:lnTo>
                      <a:pt x="15" y="78"/>
                    </a:lnTo>
                    <a:lnTo>
                      <a:pt x="15" y="78"/>
                    </a:lnTo>
                    <a:lnTo>
                      <a:pt x="15" y="78"/>
                    </a:lnTo>
                    <a:lnTo>
                      <a:pt x="17" y="78"/>
                    </a:lnTo>
                    <a:lnTo>
                      <a:pt x="17" y="76"/>
                    </a:lnTo>
                    <a:lnTo>
                      <a:pt x="17" y="76"/>
                    </a:lnTo>
                    <a:lnTo>
                      <a:pt x="17" y="78"/>
                    </a:lnTo>
                    <a:lnTo>
                      <a:pt x="17" y="78"/>
                    </a:lnTo>
                    <a:lnTo>
                      <a:pt x="19" y="78"/>
                    </a:lnTo>
                    <a:lnTo>
                      <a:pt x="19" y="78"/>
                    </a:lnTo>
                    <a:lnTo>
                      <a:pt x="19" y="78"/>
                    </a:lnTo>
                    <a:lnTo>
                      <a:pt x="19" y="80"/>
                    </a:lnTo>
                    <a:lnTo>
                      <a:pt x="19" y="80"/>
                    </a:lnTo>
                    <a:lnTo>
                      <a:pt x="22" y="80"/>
                    </a:lnTo>
                    <a:lnTo>
                      <a:pt x="22" y="80"/>
                    </a:lnTo>
                    <a:lnTo>
                      <a:pt x="24" y="80"/>
                    </a:lnTo>
                    <a:lnTo>
                      <a:pt x="24" y="80"/>
                    </a:lnTo>
                    <a:lnTo>
                      <a:pt x="24" y="80"/>
                    </a:lnTo>
                    <a:lnTo>
                      <a:pt x="24" y="80"/>
                    </a:lnTo>
                    <a:lnTo>
                      <a:pt x="24" y="83"/>
                    </a:lnTo>
                    <a:lnTo>
                      <a:pt x="26" y="83"/>
                    </a:lnTo>
                    <a:lnTo>
                      <a:pt x="26" y="83"/>
                    </a:lnTo>
                    <a:lnTo>
                      <a:pt x="29" y="83"/>
                    </a:lnTo>
                    <a:lnTo>
                      <a:pt x="29" y="83"/>
                    </a:lnTo>
                    <a:lnTo>
                      <a:pt x="26" y="83"/>
                    </a:lnTo>
                    <a:lnTo>
                      <a:pt x="26" y="85"/>
                    </a:lnTo>
                    <a:lnTo>
                      <a:pt x="26" y="85"/>
                    </a:lnTo>
                    <a:lnTo>
                      <a:pt x="26" y="85"/>
                    </a:lnTo>
                    <a:lnTo>
                      <a:pt x="26" y="85"/>
                    </a:lnTo>
                    <a:lnTo>
                      <a:pt x="29" y="85"/>
                    </a:lnTo>
                    <a:lnTo>
                      <a:pt x="29" y="85"/>
                    </a:lnTo>
                    <a:lnTo>
                      <a:pt x="29" y="85"/>
                    </a:lnTo>
                    <a:lnTo>
                      <a:pt x="29" y="85"/>
                    </a:lnTo>
                    <a:lnTo>
                      <a:pt x="29" y="83"/>
                    </a:lnTo>
                    <a:lnTo>
                      <a:pt x="31" y="83"/>
                    </a:lnTo>
                    <a:lnTo>
                      <a:pt x="31" y="83"/>
                    </a:lnTo>
                    <a:lnTo>
                      <a:pt x="31" y="80"/>
                    </a:lnTo>
                    <a:lnTo>
                      <a:pt x="31" y="80"/>
                    </a:lnTo>
                    <a:lnTo>
                      <a:pt x="31" y="80"/>
                    </a:lnTo>
                    <a:lnTo>
                      <a:pt x="34" y="80"/>
                    </a:lnTo>
                    <a:lnTo>
                      <a:pt x="34" y="80"/>
                    </a:lnTo>
                    <a:lnTo>
                      <a:pt x="34" y="80"/>
                    </a:lnTo>
                    <a:lnTo>
                      <a:pt x="34" y="78"/>
                    </a:lnTo>
                    <a:lnTo>
                      <a:pt x="36" y="78"/>
                    </a:lnTo>
                    <a:lnTo>
                      <a:pt x="36" y="78"/>
                    </a:lnTo>
                    <a:lnTo>
                      <a:pt x="36" y="78"/>
                    </a:lnTo>
                    <a:lnTo>
                      <a:pt x="36" y="78"/>
                    </a:lnTo>
                    <a:lnTo>
                      <a:pt x="36" y="76"/>
                    </a:lnTo>
                    <a:lnTo>
                      <a:pt x="38" y="76"/>
                    </a:lnTo>
                    <a:lnTo>
                      <a:pt x="38" y="76"/>
                    </a:lnTo>
                    <a:lnTo>
                      <a:pt x="38" y="76"/>
                    </a:lnTo>
                    <a:lnTo>
                      <a:pt x="38" y="76"/>
                    </a:lnTo>
                    <a:lnTo>
                      <a:pt x="41" y="76"/>
                    </a:lnTo>
                    <a:lnTo>
                      <a:pt x="41" y="76"/>
                    </a:lnTo>
                    <a:lnTo>
                      <a:pt x="41" y="76"/>
                    </a:lnTo>
                    <a:lnTo>
                      <a:pt x="43" y="76"/>
                    </a:lnTo>
                    <a:lnTo>
                      <a:pt x="43" y="76"/>
                    </a:lnTo>
                    <a:lnTo>
                      <a:pt x="43" y="76"/>
                    </a:lnTo>
                    <a:lnTo>
                      <a:pt x="43" y="76"/>
                    </a:lnTo>
                    <a:lnTo>
                      <a:pt x="45" y="76"/>
                    </a:lnTo>
                    <a:lnTo>
                      <a:pt x="45" y="76"/>
                    </a:lnTo>
                    <a:lnTo>
                      <a:pt x="45" y="76"/>
                    </a:lnTo>
                    <a:lnTo>
                      <a:pt x="45" y="76"/>
                    </a:lnTo>
                    <a:lnTo>
                      <a:pt x="48" y="76"/>
                    </a:lnTo>
                    <a:lnTo>
                      <a:pt x="48" y="76"/>
                    </a:lnTo>
                    <a:lnTo>
                      <a:pt x="48" y="78"/>
                    </a:lnTo>
                    <a:lnTo>
                      <a:pt x="50" y="78"/>
                    </a:lnTo>
                    <a:lnTo>
                      <a:pt x="50" y="78"/>
                    </a:lnTo>
                    <a:lnTo>
                      <a:pt x="50" y="78"/>
                    </a:lnTo>
                    <a:lnTo>
                      <a:pt x="50" y="76"/>
                    </a:lnTo>
                    <a:lnTo>
                      <a:pt x="52" y="76"/>
                    </a:lnTo>
                    <a:lnTo>
                      <a:pt x="52" y="78"/>
                    </a:lnTo>
                    <a:lnTo>
                      <a:pt x="52" y="78"/>
                    </a:lnTo>
                    <a:lnTo>
                      <a:pt x="52" y="78"/>
                    </a:lnTo>
                    <a:lnTo>
                      <a:pt x="52" y="78"/>
                    </a:lnTo>
                    <a:lnTo>
                      <a:pt x="55" y="78"/>
                    </a:lnTo>
                    <a:lnTo>
                      <a:pt x="55" y="78"/>
                    </a:lnTo>
                    <a:lnTo>
                      <a:pt x="55" y="78"/>
                    </a:lnTo>
                    <a:lnTo>
                      <a:pt x="55" y="76"/>
                    </a:lnTo>
                    <a:lnTo>
                      <a:pt x="57" y="76"/>
                    </a:lnTo>
                    <a:lnTo>
                      <a:pt x="57" y="76"/>
                    </a:lnTo>
                    <a:lnTo>
                      <a:pt x="57" y="78"/>
                    </a:lnTo>
                    <a:lnTo>
                      <a:pt x="57" y="78"/>
                    </a:lnTo>
                    <a:lnTo>
                      <a:pt x="57" y="76"/>
                    </a:lnTo>
                    <a:lnTo>
                      <a:pt x="60" y="76"/>
                    </a:lnTo>
                    <a:lnTo>
                      <a:pt x="60" y="76"/>
                    </a:lnTo>
                    <a:lnTo>
                      <a:pt x="57" y="76"/>
                    </a:lnTo>
                    <a:lnTo>
                      <a:pt x="57" y="76"/>
                    </a:lnTo>
                    <a:lnTo>
                      <a:pt x="60" y="76"/>
                    </a:lnTo>
                    <a:lnTo>
                      <a:pt x="60" y="73"/>
                    </a:lnTo>
                    <a:lnTo>
                      <a:pt x="60" y="73"/>
                    </a:lnTo>
                    <a:lnTo>
                      <a:pt x="62" y="73"/>
                    </a:lnTo>
                    <a:lnTo>
                      <a:pt x="62" y="73"/>
                    </a:lnTo>
                    <a:lnTo>
                      <a:pt x="62" y="71"/>
                    </a:lnTo>
                    <a:lnTo>
                      <a:pt x="62" y="71"/>
                    </a:lnTo>
                    <a:lnTo>
                      <a:pt x="62" y="71"/>
                    </a:lnTo>
                    <a:lnTo>
                      <a:pt x="62" y="71"/>
                    </a:lnTo>
                    <a:lnTo>
                      <a:pt x="64" y="71"/>
                    </a:lnTo>
                    <a:lnTo>
                      <a:pt x="64" y="71"/>
                    </a:lnTo>
                    <a:lnTo>
                      <a:pt x="64" y="71"/>
                    </a:lnTo>
                    <a:lnTo>
                      <a:pt x="64" y="71"/>
                    </a:lnTo>
                    <a:lnTo>
                      <a:pt x="67" y="71"/>
                    </a:lnTo>
                    <a:lnTo>
                      <a:pt x="67" y="73"/>
                    </a:lnTo>
                    <a:lnTo>
                      <a:pt x="67" y="73"/>
                    </a:lnTo>
                    <a:lnTo>
                      <a:pt x="69" y="73"/>
                    </a:lnTo>
                    <a:lnTo>
                      <a:pt x="69" y="71"/>
                    </a:lnTo>
                    <a:lnTo>
                      <a:pt x="69" y="71"/>
                    </a:lnTo>
                    <a:lnTo>
                      <a:pt x="69" y="69"/>
                    </a:lnTo>
                    <a:lnTo>
                      <a:pt x="69" y="6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132"/>
              <p:cNvSpPr>
                <a:spLocks/>
              </p:cNvSpPr>
              <p:nvPr/>
            </p:nvSpPr>
            <p:spPr bwMode="auto">
              <a:xfrm>
                <a:off x="2317" y="1656"/>
                <a:ext cx="237" cy="104"/>
              </a:xfrm>
              <a:custGeom>
                <a:avLst/>
                <a:gdLst/>
                <a:ahLst/>
                <a:cxnLst>
                  <a:cxn ang="0">
                    <a:pos x="78" y="64"/>
                  </a:cxn>
                  <a:cxn ang="0">
                    <a:pos x="78" y="62"/>
                  </a:cxn>
                  <a:cxn ang="0">
                    <a:pos x="67" y="57"/>
                  </a:cxn>
                  <a:cxn ang="0">
                    <a:pos x="57" y="54"/>
                  </a:cxn>
                  <a:cxn ang="0">
                    <a:pos x="52" y="45"/>
                  </a:cxn>
                  <a:cxn ang="0">
                    <a:pos x="45" y="54"/>
                  </a:cxn>
                  <a:cxn ang="0">
                    <a:pos x="34" y="54"/>
                  </a:cxn>
                  <a:cxn ang="0">
                    <a:pos x="24" y="45"/>
                  </a:cxn>
                  <a:cxn ang="0">
                    <a:pos x="24" y="40"/>
                  </a:cxn>
                  <a:cxn ang="0">
                    <a:pos x="34" y="31"/>
                  </a:cxn>
                  <a:cxn ang="0">
                    <a:pos x="41" y="26"/>
                  </a:cxn>
                  <a:cxn ang="0">
                    <a:pos x="38" y="19"/>
                  </a:cxn>
                  <a:cxn ang="0">
                    <a:pos x="43" y="14"/>
                  </a:cxn>
                  <a:cxn ang="0">
                    <a:pos x="57" y="12"/>
                  </a:cxn>
                  <a:cxn ang="0">
                    <a:pos x="69" y="14"/>
                  </a:cxn>
                  <a:cxn ang="0">
                    <a:pos x="83" y="19"/>
                  </a:cxn>
                  <a:cxn ang="0">
                    <a:pos x="90" y="19"/>
                  </a:cxn>
                  <a:cxn ang="0">
                    <a:pos x="95" y="5"/>
                  </a:cxn>
                  <a:cxn ang="0">
                    <a:pos x="105" y="2"/>
                  </a:cxn>
                  <a:cxn ang="0">
                    <a:pos x="116" y="5"/>
                  </a:cxn>
                  <a:cxn ang="0">
                    <a:pos x="128" y="12"/>
                  </a:cxn>
                  <a:cxn ang="0">
                    <a:pos x="140" y="12"/>
                  </a:cxn>
                  <a:cxn ang="0">
                    <a:pos x="152" y="9"/>
                  </a:cxn>
                  <a:cxn ang="0">
                    <a:pos x="166" y="7"/>
                  </a:cxn>
                  <a:cxn ang="0">
                    <a:pos x="178" y="7"/>
                  </a:cxn>
                  <a:cxn ang="0">
                    <a:pos x="190" y="9"/>
                  </a:cxn>
                  <a:cxn ang="0">
                    <a:pos x="204" y="12"/>
                  </a:cxn>
                  <a:cxn ang="0">
                    <a:pos x="213" y="17"/>
                  </a:cxn>
                  <a:cxn ang="0">
                    <a:pos x="225" y="21"/>
                  </a:cxn>
                  <a:cxn ang="0">
                    <a:pos x="237" y="26"/>
                  </a:cxn>
                  <a:cxn ang="0">
                    <a:pos x="228" y="33"/>
                  </a:cxn>
                  <a:cxn ang="0">
                    <a:pos x="216" y="38"/>
                  </a:cxn>
                  <a:cxn ang="0">
                    <a:pos x="204" y="43"/>
                  </a:cxn>
                  <a:cxn ang="0">
                    <a:pos x="197" y="50"/>
                  </a:cxn>
                  <a:cxn ang="0">
                    <a:pos x="187" y="54"/>
                  </a:cxn>
                  <a:cxn ang="0">
                    <a:pos x="176" y="57"/>
                  </a:cxn>
                  <a:cxn ang="0">
                    <a:pos x="164" y="59"/>
                  </a:cxn>
                  <a:cxn ang="0">
                    <a:pos x="157" y="71"/>
                  </a:cxn>
                  <a:cxn ang="0">
                    <a:pos x="147" y="73"/>
                  </a:cxn>
                  <a:cxn ang="0">
                    <a:pos x="138" y="73"/>
                  </a:cxn>
                  <a:cxn ang="0">
                    <a:pos x="133" y="69"/>
                  </a:cxn>
                  <a:cxn ang="0">
                    <a:pos x="119" y="69"/>
                  </a:cxn>
                  <a:cxn ang="0">
                    <a:pos x="114" y="76"/>
                  </a:cxn>
                  <a:cxn ang="0">
                    <a:pos x="102" y="80"/>
                  </a:cxn>
                  <a:cxn ang="0">
                    <a:pos x="100" y="92"/>
                  </a:cxn>
                  <a:cxn ang="0">
                    <a:pos x="90" y="97"/>
                  </a:cxn>
                  <a:cxn ang="0">
                    <a:pos x="78" y="99"/>
                  </a:cxn>
                  <a:cxn ang="0">
                    <a:pos x="67" y="102"/>
                  </a:cxn>
                  <a:cxn ang="0">
                    <a:pos x="57" y="99"/>
                  </a:cxn>
                  <a:cxn ang="0">
                    <a:pos x="50" y="97"/>
                  </a:cxn>
                  <a:cxn ang="0">
                    <a:pos x="38" y="97"/>
                  </a:cxn>
                  <a:cxn ang="0">
                    <a:pos x="29" y="95"/>
                  </a:cxn>
                  <a:cxn ang="0">
                    <a:pos x="17" y="95"/>
                  </a:cxn>
                  <a:cxn ang="0">
                    <a:pos x="5" y="95"/>
                  </a:cxn>
                  <a:cxn ang="0">
                    <a:pos x="3" y="83"/>
                  </a:cxn>
                  <a:cxn ang="0">
                    <a:pos x="10" y="80"/>
                  </a:cxn>
                  <a:cxn ang="0">
                    <a:pos x="22" y="80"/>
                  </a:cxn>
                  <a:cxn ang="0">
                    <a:pos x="29" y="85"/>
                  </a:cxn>
                  <a:cxn ang="0">
                    <a:pos x="38" y="76"/>
                  </a:cxn>
                  <a:cxn ang="0">
                    <a:pos x="50" y="78"/>
                  </a:cxn>
                  <a:cxn ang="0">
                    <a:pos x="60" y="76"/>
                  </a:cxn>
                  <a:cxn ang="0">
                    <a:pos x="67" y="73"/>
                  </a:cxn>
                </a:cxnLst>
                <a:rect l="0" t="0" r="r" b="b"/>
                <a:pathLst>
                  <a:path w="237" h="104">
                    <a:moveTo>
                      <a:pt x="69" y="69"/>
                    </a:moveTo>
                    <a:lnTo>
                      <a:pt x="69" y="69"/>
                    </a:lnTo>
                    <a:lnTo>
                      <a:pt x="69" y="69"/>
                    </a:lnTo>
                    <a:lnTo>
                      <a:pt x="69" y="69"/>
                    </a:lnTo>
                    <a:lnTo>
                      <a:pt x="71" y="69"/>
                    </a:lnTo>
                    <a:lnTo>
                      <a:pt x="71" y="69"/>
                    </a:lnTo>
                    <a:lnTo>
                      <a:pt x="71" y="69"/>
                    </a:lnTo>
                    <a:lnTo>
                      <a:pt x="74" y="69"/>
                    </a:lnTo>
                    <a:lnTo>
                      <a:pt x="74" y="69"/>
                    </a:lnTo>
                    <a:lnTo>
                      <a:pt x="74" y="69"/>
                    </a:lnTo>
                    <a:lnTo>
                      <a:pt x="76" y="69"/>
                    </a:lnTo>
                    <a:lnTo>
                      <a:pt x="76" y="66"/>
                    </a:lnTo>
                    <a:lnTo>
                      <a:pt x="76" y="66"/>
                    </a:lnTo>
                    <a:lnTo>
                      <a:pt x="76" y="66"/>
                    </a:lnTo>
                    <a:lnTo>
                      <a:pt x="76" y="66"/>
                    </a:lnTo>
                    <a:lnTo>
                      <a:pt x="76" y="64"/>
                    </a:lnTo>
                    <a:lnTo>
                      <a:pt x="78" y="64"/>
                    </a:lnTo>
                    <a:lnTo>
                      <a:pt x="78" y="64"/>
                    </a:lnTo>
                    <a:lnTo>
                      <a:pt x="78" y="64"/>
                    </a:lnTo>
                    <a:lnTo>
                      <a:pt x="78" y="64"/>
                    </a:lnTo>
                    <a:lnTo>
                      <a:pt x="81" y="64"/>
                    </a:lnTo>
                    <a:lnTo>
                      <a:pt x="81" y="64"/>
                    </a:lnTo>
                    <a:lnTo>
                      <a:pt x="81" y="64"/>
                    </a:lnTo>
                    <a:lnTo>
                      <a:pt x="83" y="64"/>
                    </a:lnTo>
                    <a:lnTo>
                      <a:pt x="83" y="64"/>
                    </a:lnTo>
                    <a:lnTo>
                      <a:pt x="83" y="62"/>
                    </a:lnTo>
                    <a:lnTo>
                      <a:pt x="83" y="62"/>
                    </a:lnTo>
                    <a:lnTo>
                      <a:pt x="83" y="62"/>
                    </a:lnTo>
                    <a:lnTo>
                      <a:pt x="83" y="62"/>
                    </a:lnTo>
                    <a:lnTo>
                      <a:pt x="81" y="62"/>
                    </a:lnTo>
                    <a:lnTo>
                      <a:pt x="81" y="62"/>
                    </a:lnTo>
                    <a:lnTo>
                      <a:pt x="81" y="62"/>
                    </a:lnTo>
                    <a:lnTo>
                      <a:pt x="81" y="62"/>
                    </a:lnTo>
                    <a:lnTo>
                      <a:pt x="78" y="62"/>
                    </a:lnTo>
                    <a:lnTo>
                      <a:pt x="78" y="62"/>
                    </a:lnTo>
                    <a:lnTo>
                      <a:pt x="78" y="62"/>
                    </a:lnTo>
                    <a:lnTo>
                      <a:pt x="78" y="62"/>
                    </a:lnTo>
                    <a:lnTo>
                      <a:pt x="76" y="62"/>
                    </a:lnTo>
                    <a:lnTo>
                      <a:pt x="76" y="62"/>
                    </a:lnTo>
                    <a:lnTo>
                      <a:pt x="76" y="62"/>
                    </a:lnTo>
                    <a:lnTo>
                      <a:pt x="74" y="62"/>
                    </a:lnTo>
                    <a:lnTo>
                      <a:pt x="74" y="62"/>
                    </a:lnTo>
                    <a:lnTo>
                      <a:pt x="71" y="62"/>
                    </a:lnTo>
                    <a:lnTo>
                      <a:pt x="71" y="62"/>
                    </a:lnTo>
                    <a:lnTo>
                      <a:pt x="71" y="59"/>
                    </a:lnTo>
                    <a:lnTo>
                      <a:pt x="71" y="59"/>
                    </a:lnTo>
                    <a:lnTo>
                      <a:pt x="71" y="59"/>
                    </a:lnTo>
                    <a:lnTo>
                      <a:pt x="69" y="59"/>
                    </a:lnTo>
                    <a:lnTo>
                      <a:pt x="69" y="57"/>
                    </a:lnTo>
                    <a:lnTo>
                      <a:pt x="69" y="57"/>
                    </a:lnTo>
                    <a:lnTo>
                      <a:pt x="69" y="57"/>
                    </a:lnTo>
                    <a:lnTo>
                      <a:pt x="69" y="57"/>
                    </a:lnTo>
                    <a:lnTo>
                      <a:pt x="67" y="57"/>
                    </a:lnTo>
                    <a:lnTo>
                      <a:pt x="67" y="57"/>
                    </a:lnTo>
                    <a:lnTo>
                      <a:pt x="64" y="57"/>
                    </a:lnTo>
                    <a:lnTo>
                      <a:pt x="64" y="57"/>
                    </a:lnTo>
                    <a:lnTo>
                      <a:pt x="64" y="57"/>
                    </a:lnTo>
                    <a:lnTo>
                      <a:pt x="64" y="57"/>
                    </a:lnTo>
                    <a:lnTo>
                      <a:pt x="64" y="57"/>
                    </a:lnTo>
                    <a:lnTo>
                      <a:pt x="64" y="54"/>
                    </a:lnTo>
                    <a:lnTo>
                      <a:pt x="64" y="54"/>
                    </a:lnTo>
                    <a:lnTo>
                      <a:pt x="64" y="54"/>
                    </a:lnTo>
                    <a:lnTo>
                      <a:pt x="62" y="54"/>
                    </a:lnTo>
                    <a:lnTo>
                      <a:pt x="62" y="54"/>
                    </a:lnTo>
                    <a:lnTo>
                      <a:pt x="62" y="54"/>
                    </a:lnTo>
                    <a:lnTo>
                      <a:pt x="62" y="54"/>
                    </a:lnTo>
                    <a:lnTo>
                      <a:pt x="60" y="54"/>
                    </a:lnTo>
                    <a:lnTo>
                      <a:pt x="60" y="54"/>
                    </a:lnTo>
                    <a:lnTo>
                      <a:pt x="60" y="54"/>
                    </a:lnTo>
                    <a:lnTo>
                      <a:pt x="57" y="54"/>
                    </a:lnTo>
                    <a:lnTo>
                      <a:pt x="57" y="54"/>
                    </a:lnTo>
                    <a:lnTo>
                      <a:pt x="57" y="54"/>
                    </a:lnTo>
                    <a:lnTo>
                      <a:pt x="57" y="52"/>
                    </a:lnTo>
                    <a:lnTo>
                      <a:pt x="57" y="52"/>
                    </a:lnTo>
                    <a:lnTo>
                      <a:pt x="57" y="52"/>
                    </a:lnTo>
                    <a:lnTo>
                      <a:pt x="57" y="50"/>
                    </a:lnTo>
                    <a:lnTo>
                      <a:pt x="57" y="50"/>
                    </a:lnTo>
                    <a:lnTo>
                      <a:pt x="57" y="50"/>
                    </a:lnTo>
                    <a:lnTo>
                      <a:pt x="57" y="47"/>
                    </a:lnTo>
                    <a:lnTo>
                      <a:pt x="55" y="47"/>
                    </a:lnTo>
                    <a:lnTo>
                      <a:pt x="55" y="47"/>
                    </a:lnTo>
                    <a:lnTo>
                      <a:pt x="55" y="47"/>
                    </a:lnTo>
                    <a:lnTo>
                      <a:pt x="55" y="45"/>
                    </a:lnTo>
                    <a:lnTo>
                      <a:pt x="52" y="45"/>
                    </a:lnTo>
                    <a:lnTo>
                      <a:pt x="52" y="45"/>
                    </a:lnTo>
                    <a:lnTo>
                      <a:pt x="52" y="45"/>
                    </a:lnTo>
                    <a:lnTo>
                      <a:pt x="52" y="45"/>
                    </a:lnTo>
                    <a:lnTo>
                      <a:pt x="52" y="45"/>
                    </a:lnTo>
                    <a:lnTo>
                      <a:pt x="52" y="45"/>
                    </a:lnTo>
                    <a:lnTo>
                      <a:pt x="52" y="45"/>
                    </a:lnTo>
                    <a:lnTo>
                      <a:pt x="52" y="47"/>
                    </a:lnTo>
                    <a:lnTo>
                      <a:pt x="52" y="47"/>
                    </a:lnTo>
                    <a:lnTo>
                      <a:pt x="50" y="47"/>
                    </a:lnTo>
                    <a:lnTo>
                      <a:pt x="50" y="50"/>
                    </a:lnTo>
                    <a:lnTo>
                      <a:pt x="50" y="50"/>
                    </a:lnTo>
                    <a:lnTo>
                      <a:pt x="50" y="50"/>
                    </a:lnTo>
                    <a:lnTo>
                      <a:pt x="50" y="50"/>
                    </a:lnTo>
                    <a:lnTo>
                      <a:pt x="48" y="50"/>
                    </a:lnTo>
                    <a:lnTo>
                      <a:pt x="48" y="50"/>
                    </a:lnTo>
                    <a:lnTo>
                      <a:pt x="48" y="52"/>
                    </a:lnTo>
                    <a:lnTo>
                      <a:pt x="48" y="52"/>
                    </a:lnTo>
                    <a:lnTo>
                      <a:pt x="48" y="54"/>
                    </a:lnTo>
                    <a:lnTo>
                      <a:pt x="48" y="54"/>
                    </a:lnTo>
                    <a:lnTo>
                      <a:pt x="45" y="54"/>
                    </a:lnTo>
                    <a:lnTo>
                      <a:pt x="45" y="54"/>
                    </a:lnTo>
                    <a:lnTo>
                      <a:pt x="45" y="54"/>
                    </a:lnTo>
                    <a:lnTo>
                      <a:pt x="45" y="54"/>
                    </a:lnTo>
                    <a:lnTo>
                      <a:pt x="45" y="54"/>
                    </a:lnTo>
                    <a:lnTo>
                      <a:pt x="43" y="54"/>
                    </a:lnTo>
                    <a:lnTo>
                      <a:pt x="43" y="54"/>
                    </a:lnTo>
                    <a:lnTo>
                      <a:pt x="43" y="54"/>
                    </a:lnTo>
                    <a:lnTo>
                      <a:pt x="43" y="54"/>
                    </a:lnTo>
                    <a:lnTo>
                      <a:pt x="41" y="54"/>
                    </a:lnTo>
                    <a:lnTo>
                      <a:pt x="41" y="54"/>
                    </a:lnTo>
                    <a:lnTo>
                      <a:pt x="38" y="54"/>
                    </a:lnTo>
                    <a:lnTo>
                      <a:pt x="38" y="54"/>
                    </a:lnTo>
                    <a:lnTo>
                      <a:pt x="38" y="52"/>
                    </a:lnTo>
                    <a:lnTo>
                      <a:pt x="38" y="52"/>
                    </a:lnTo>
                    <a:lnTo>
                      <a:pt x="38" y="54"/>
                    </a:lnTo>
                    <a:lnTo>
                      <a:pt x="36" y="54"/>
                    </a:lnTo>
                    <a:lnTo>
                      <a:pt x="36" y="54"/>
                    </a:lnTo>
                    <a:lnTo>
                      <a:pt x="36" y="52"/>
                    </a:lnTo>
                    <a:lnTo>
                      <a:pt x="36" y="52"/>
                    </a:lnTo>
                    <a:lnTo>
                      <a:pt x="34" y="52"/>
                    </a:lnTo>
                    <a:lnTo>
                      <a:pt x="34" y="54"/>
                    </a:lnTo>
                    <a:lnTo>
                      <a:pt x="34" y="54"/>
                    </a:lnTo>
                    <a:lnTo>
                      <a:pt x="34" y="52"/>
                    </a:lnTo>
                    <a:lnTo>
                      <a:pt x="34" y="52"/>
                    </a:lnTo>
                    <a:lnTo>
                      <a:pt x="34" y="50"/>
                    </a:lnTo>
                    <a:lnTo>
                      <a:pt x="34" y="50"/>
                    </a:lnTo>
                    <a:lnTo>
                      <a:pt x="34" y="47"/>
                    </a:lnTo>
                    <a:lnTo>
                      <a:pt x="31" y="47"/>
                    </a:lnTo>
                    <a:lnTo>
                      <a:pt x="31" y="47"/>
                    </a:lnTo>
                    <a:lnTo>
                      <a:pt x="31" y="45"/>
                    </a:lnTo>
                    <a:lnTo>
                      <a:pt x="31" y="45"/>
                    </a:lnTo>
                    <a:lnTo>
                      <a:pt x="31" y="45"/>
                    </a:lnTo>
                    <a:lnTo>
                      <a:pt x="29" y="45"/>
                    </a:lnTo>
                    <a:lnTo>
                      <a:pt x="29" y="45"/>
                    </a:lnTo>
                    <a:lnTo>
                      <a:pt x="29" y="47"/>
                    </a:lnTo>
                    <a:lnTo>
                      <a:pt x="29" y="47"/>
                    </a:lnTo>
                    <a:lnTo>
                      <a:pt x="26" y="47"/>
                    </a:lnTo>
                    <a:lnTo>
                      <a:pt x="26" y="47"/>
                    </a:lnTo>
                    <a:lnTo>
                      <a:pt x="26" y="45"/>
                    </a:lnTo>
                    <a:lnTo>
                      <a:pt x="24" y="45"/>
                    </a:lnTo>
                    <a:lnTo>
                      <a:pt x="24" y="45"/>
                    </a:lnTo>
                    <a:lnTo>
                      <a:pt x="24" y="45"/>
                    </a:lnTo>
                    <a:lnTo>
                      <a:pt x="24" y="45"/>
                    </a:lnTo>
                    <a:lnTo>
                      <a:pt x="22" y="45"/>
                    </a:lnTo>
                    <a:lnTo>
                      <a:pt x="22" y="45"/>
                    </a:lnTo>
                    <a:lnTo>
                      <a:pt x="19" y="45"/>
                    </a:lnTo>
                    <a:lnTo>
                      <a:pt x="19" y="45"/>
                    </a:lnTo>
                    <a:lnTo>
                      <a:pt x="19" y="45"/>
                    </a:lnTo>
                    <a:lnTo>
                      <a:pt x="19" y="43"/>
                    </a:lnTo>
                    <a:lnTo>
                      <a:pt x="19" y="43"/>
                    </a:lnTo>
                    <a:lnTo>
                      <a:pt x="19" y="43"/>
                    </a:lnTo>
                    <a:lnTo>
                      <a:pt x="22" y="43"/>
                    </a:lnTo>
                    <a:lnTo>
                      <a:pt x="22" y="43"/>
                    </a:lnTo>
                    <a:lnTo>
                      <a:pt x="24" y="43"/>
                    </a:lnTo>
                    <a:lnTo>
                      <a:pt x="24" y="43"/>
                    </a:lnTo>
                    <a:lnTo>
                      <a:pt x="24" y="40"/>
                    </a:lnTo>
                    <a:lnTo>
                      <a:pt x="24" y="40"/>
                    </a:lnTo>
                    <a:lnTo>
                      <a:pt x="24" y="40"/>
                    </a:lnTo>
                    <a:lnTo>
                      <a:pt x="26" y="40"/>
                    </a:lnTo>
                    <a:lnTo>
                      <a:pt x="26" y="40"/>
                    </a:lnTo>
                    <a:lnTo>
                      <a:pt x="26" y="38"/>
                    </a:lnTo>
                    <a:lnTo>
                      <a:pt x="26" y="38"/>
                    </a:lnTo>
                    <a:lnTo>
                      <a:pt x="29" y="38"/>
                    </a:lnTo>
                    <a:lnTo>
                      <a:pt x="29" y="38"/>
                    </a:lnTo>
                    <a:lnTo>
                      <a:pt x="29" y="35"/>
                    </a:lnTo>
                    <a:lnTo>
                      <a:pt x="29" y="35"/>
                    </a:lnTo>
                    <a:lnTo>
                      <a:pt x="29" y="35"/>
                    </a:lnTo>
                    <a:lnTo>
                      <a:pt x="31" y="35"/>
                    </a:lnTo>
                    <a:lnTo>
                      <a:pt x="31" y="35"/>
                    </a:lnTo>
                    <a:lnTo>
                      <a:pt x="31" y="35"/>
                    </a:lnTo>
                    <a:lnTo>
                      <a:pt x="31" y="35"/>
                    </a:lnTo>
                    <a:lnTo>
                      <a:pt x="34" y="35"/>
                    </a:lnTo>
                    <a:lnTo>
                      <a:pt x="34" y="35"/>
                    </a:lnTo>
                    <a:lnTo>
                      <a:pt x="34" y="33"/>
                    </a:lnTo>
                    <a:lnTo>
                      <a:pt x="34" y="33"/>
                    </a:lnTo>
                    <a:lnTo>
                      <a:pt x="34" y="31"/>
                    </a:lnTo>
                    <a:lnTo>
                      <a:pt x="36" y="31"/>
                    </a:lnTo>
                    <a:lnTo>
                      <a:pt x="36" y="31"/>
                    </a:lnTo>
                    <a:lnTo>
                      <a:pt x="36" y="31"/>
                    </a:lnTo>
                    <a:lnTo>
                      <a:pt x="38" y="31"/>
                    </a:lnTo>
                    <a:lnTo>
                      <a:pt x="38" y="31"/>
                    </a:lnTo>
                    <a:lnTo>
                      <a:pt x="38" y="31"/>
                    </a:lnTo>
                    <a:lnTo>
                      <a:pt x="38" y="31"/>
                    </a:lnTo>
                    <a:lnTo>
                      <a:pt x="41" y="31"/>
                    </a:lnTo>
                    <a:lnTo>
                      <a:pt x="41" y="28"/>
                    </a:lnTo>
                    <a:lnTo>
                      <a:pt x="41" y="28"/>
                    </a:lnTo>
                    <a:lnTo>
                      <a:pt x="43" y="28"/>
                    </a:lnTo>
                    <a:lnTo>
                      <a:pt x="43" y="28"/>
                    </a:lnTo>
                    <a:lnTo>
                      <a:pt x="43" y="28"/>
                    </a:lnTo>
                    <a:lnTo>
                      <a:pt x="43" y="26"/>
                    </a:lnTo>
                    <a:lnTo>
                      <a:pt x="43" y="26"/>
                    </a:lnTo>
                    <a:lnTo>
                      <a:pt x="43" y="26"/>
                    </a:lnTo>
                    <a:lnTo>
                      <a:pt x="41" y="26"/>
                    </a:lnTo>
                    <a:lnTo>
                      <a:pt x="41" y="26"/>
                    </a:lnTo>
                    <a:lnTo>
                      <a:pt x="41" y="26"/>
                    </a:lnTo>
                    <a:lnTo>
                      <a:pt x="38" y="26"/>
                    </a:lnTo>
                    <a:lnTo>
                      <a:pt x="38" y="26"/>
                    </a:lnTo>
                    <a:lnTo>
                      <a:pt x="38" y="26"/>
                    </a:lnTo>
                    <a:lnTo>
                      <a:pt x="38" y="26"/>
                    </a:lnTo>
                    <a:lnTo>
                      <a:pt x="36" y="26"/>
                    </a:lnTo>
                    <a:lnTo>
                      <a:pt x="36" y="26"/>
                    </a:lnTo>
                    <a:lnTo>
                      <a:pt x="36" y="26"/>
                    </a:lnTo>
                    <a:lnTo>
                      <a:pt x="36" y="26"/>
                    </a:lnTo>
                    <a:lnTo>
                      <a:pt x="36" y="24"/>
                    </a:lnTo>
                    <a:lnTo>
                      <a:pt x="36" y="24"/>
                    </a:lnTo>
                    <a:lnTo>
                      <a:pt x="36" y="24"/>
                    </a:lnTo>
                    <a:lnTo>
                      <a:pt x="36" y="21"/>
                    </a:lnTo>
                    <a:lnTo>
                      <a:pt x="36" y="21"/>
                    </a:lnTo>
                    <a:lnTo>
                      <a:pt x="36" y="21"/>
                    </a:lnTo>
                    <a:lnTo>
                      <a:pt x="36" y="19"/>
                    </a:lnTo>
                    <a:lnTo>
                      <a:pt x="38" y="19"/>
                    </a:lnTo>
                    <a:lnTo>
                      <a:pt x="38" y="19"/>
                    </a:lnTo>
                    <a:lnTo>
                      <a:pt x="38" y="21"/>
                    </a:lnTo>
                    <a:lnTo>
                      <a:pt x="38" y="21"/>
                    </a:lnTo>
                    <a:lnTo>
                      <a:pt x="38" y="19"/>
                    </a:lnTo>
                    <a:lnTo>
                      <a:pt x="38" y="19"/>
                    </a:lnTo>
                    <a:lnTo>
                      <a:pt x="38" y="19"/>
                    </a:lnTo>
                    <a:lnTo>
                      <a:pt x="38" y="19"/>
                    </a:lnTo>
                    <a:lnTo>
                      <a:pt x="38" y="17"/>
                    </a:lnTo>
                    <a:lnTo>
                      <a:pt x="38" y="17"/>
                    </a:lnTo>
                    <a:lnTo>
                      <a:pt x="38" y="17"/>
                    </a:lnTo>
                    <a:lnTo>
                      <a:pt x="41" y="17"/>
                    </a:lnTo>
                    <a:lnTo>
                      <a:pt x="41" y="17"/>
                    </a:lnTo>
                    <a:lnTo>
                      <a:pt x="41" y="17"/>
                    </a:lnTo>
                    <a:lnTo>
                      <a:pt x="41" y="17"/>
                    </a:lnTo>
                    <a:lnTo>
                      <a:pt x="43" y="17"/>
                    </a:lnTo>
                    <a:lnTo>
                      <a:pt x="43" y="14"/>
                    </a:lnTo>
                    <a:lnTo>
                      <a:pt x="43" y="14"/>
                    </a:lnTo>
                    <a:lnTo>
                      <a:pt x="43" y="14"/>
                    </a:lnTo>
                    <a:lnTo>
                      <a:pt x="43" y="14"/>
                    </a:lnTo>
                    <a:lnTo>
                      <a:pt x="43" y="12"/>
                    </a:lnTo>
                    <a:lnTo>
                      <a:pt x="45" y="12"/>
                    </a:lnTo>
                    <a:lnTo>
                      <a:pt x="45" y="12"/>
                    </a:lnTo>
                    <a:lnTo>
                      <a:pt x="45" y="12"/>
                    </a:lnTo>
                    <a:lnTo>
                      <a:pt x="48" y="12"/>
                    </a:lnTo>
                    <a:lnTo>
                      <a:pt x="48" y="12"/>
                    </a:lnTo>
                    <a:lnTo>
                      <a:pt x="50" y="12"/>
                    </a:lnTo>
                    <a:lnTo>
                      <a:pt x="50" y="12"/>
                    </a:lnTo>
                    <a:lnTo>
                      <a:pt x="50" y="14"/>
                    </a:lnTo>
                    <a:lnTo>
                      <a:pt x="50" y="14"/>
                    </a:lnTo>
                    <a:lnTo>
                      <a:pt x="50" y="12"/>
                    </a:lnTo>
                    <a:lnTo>
                      <a:pt x="52" y="12"/>
                    </a:lnTo>
                    <a:lnTo>
                      <a:pt x="52" y="12"/>
                    </a:lnTo>
                    <a:lnTo>
                      <a:pt x="52" y="12"/>
                    </a:lnTo>
                    <a:lnTo>
                      <a:pt x="55" y="12"/>
                    </a:lnTo>
                    <a:lnTo>
                      <a:pt x="55" y="12"/>
                    </a:lnTo>
                    <a:lnTo>
                      <a:pt x="55" y="12"/>
                    </a:lnTo>
                    <a:lnTo>
                      <a:pt x="57" y="12"/>
                    </a:lnTo>
                    <a:lnTo>
                      <a:pt x="57" y="12"/>
                    </a:lnTo>
                    <a:lnTo>
                      <a:pt x="57" y="12"/>
                    </a:lnTo>
                    <a:lnTo>
                      <a:pt x="57" y="12"/>
                    </a:lnTo>
                    <a:lnTo>
                      <a:pt x="60" y="12"/>
                    </a:lnTo>
                    <a:lnTo>
                      <a:pt x="60" y="12"/>
                    </a:lnTo>
                    <a:lnTo>
                      <a:pt x="60" y="14"/>
                    </a:lnTo>
                    <a:lnTo>
                      <a:pt x="62" y="14"/>
                    </a:lnTo>
                    <a:lnTo>
                      <a:pt x="62" y="14"/>
                    </a:lnTo>
                    <a:lnTo>
                      <a:pt x="62" y="14"/>
                    </a:lnTo>
                    <a:lnTo>
                      <a:pt x="64" y="14"/>
                    </a:lnTo>
                    <a:lnTo>
                      <a:pt x="64" y="14"/>
                    </a:lnTo>
                    <a:lnTo>
                      <a:pt x="64" y="14"/>
                    </a:lnTo>
                    <a:lnTo>
                      <a:pt x="67" y="14"/>
                    </a:lnTo>
                    <a:lnTo>
                      <a:pt x="67" y="14"/>
                    </a:lnTo>
                    <a:lnTo>
                      <a:pt x="67" y="14"/>
                    </a:lnTo>
                    <a:lnTo>
                      <a:pt x="69" y="14"/>
                    </a:lnTo>
                    <a:lnTo>
                      <a:pt x="69" y="14"/>
                    </a:lnTo>
                    <a:lnTo>
                      <a:pt x="69" y="14"/>
                    </a:lnTo>
                    <a:lnTo>
                      <a:pt x="69" y="17"/>
                    </a:lnTo>
                    <a:lnTo>
                      <a:pt x="71" y="17"/>
                    </a:lnTo>
                    <a:lnTo>
                      <a:pt x="71" y="17"/>
                    </a:lnTo>
                    <a:lnTo>
                      <a:pt x="71" y="17"/>
                    </a:lnTo>
                    <a:lnTo>
                      <a:pt x="74" y="17"/>
                    </a:lnTo>
                    <a:lnTo>
                      <a:pt x="74" y="17"/>
                    </a:lnTo>
                    <a:lnTo>
                      <a:pt x="74" y="17"/>
                    </a:lnTo>
                    <a:lnTo>
                      <a:pt x="76" y="17"/>
                    </a:lnTo>
                    <a:lnTo>
                      <a:pt x="76" y="17"/>
                    </a:lnTo>
                    <a:lnTo>
                      <a:pt x="76" y="17"/>
                    </a:lnTo>
                    <a:lnTo>
                      <a:pt x="76" y="17"/>
                    </a:lnTo>
                    <a:lnTo>
                      <a:pt x="76" y="19"/>
                    </a:lnTo>
                    <a:lnTo>
                      <a:pt x="78" y="19"/>
                    </a:lnTo>
                    <a:lnTo>
                      <a:pt x="78" y="19"/>
                    </a:lnTo>
                    <a:lnTo>
                      <a:pt x="78" y="19"/>
                    </a:lnTo>
                    <a:lnTo>
                      <a:pt x="81" y="19"/>
                    </a:lnTo>
                    <a:lnTo>
                      <a:pt x="81" y="19"/>
                    </a:lnTo>
                    <a:lnTo>
                      <a:pt x="83" y="19"/>
                    </a:lnTo>
                    <a:lnTo>
                      <a:pt x="83" y="19"/>
                    </a:lnTo>
                    <a:lnTo>
                      <a:pt x="83" y="19"/>
                    </a:lnTo>
                    <a:lnTo>
                      <a:pt x="83" y="19"/>
                    </a:lnTo>
                    <a:lnTo>
                      <a:pt x="86" y="19"/>
                    </a:lnTo>
                    <a:lnTo>
                      <a:pt x="86" y="19"/>
                    </a:lnTo>
                    <a:lnTo>
                      <a:pt x="86" y="19"/>
                    </a:lnTo>
                    <a:lnTo>
                      <a:pt x="86" y="21"/>
                    </a:lnTo>
                    <a:lnTo>
                      <a:pt x="88" y="21"/>
                    </a:lnTo>
                    <a:lnTo>
                      <a:pt x="88" y="21"/>
                    </a:lnTo>
                    <a:lnTo>
                      <a:pt x="88" y="21"/>
                    </a:lnTo>
                    <a:lnTo>
                      <a:pt x="90" y="21"/>
                    </a:lnTo>
                    <a:lnTo>
                      <a:pt x="90" y="21"/>
                    </a:lnTo>
                    <a:lnTo>
                      <a:pt x="90" y="21"/>
                    </a:lnTo>
                    <a:lnTo>
                      <a:pt x="90" y="21"/>
                    </a:lnTo>
                    <a:lnTo>
                      <a:pt x="90" y="21"/>
                    </a:lnTo>
                    <a:lnTo>
                      <a:pt x="90" y="19"/>
                    </a:lnTo>
                    <a:lnTo>
                      <a:pt x="90" y="19"/>
                    </a:lnTo>
                    <a:lnTo>
                      <a:pt x="90" y="19"/>
                    </a:lnTo>
                    <a:lnTo>
                      <a:pt x="90" y="17"/>
                    </a:lnTo>
                    <a:lnTo>
                      <a:pt x="90" y="17"/>
                    </a:lnTo>
                    <a:lnTo>
                      <a:pt x="90" y="17"/>
                    </a:lnTo>
                    <a:lnTo>
                      <a:pt x="90" y="17"/>
                    </a:lnTo>
                    <a:lnTo>
                      <a:pt x="90" y="14"/>
                    </a:lnTo>
                    <a:lnTo>
                      <a:pt x="90" y="14"/>
                    </a:lnTo>
                    <a:lnTo>
                      <a:pt x="90" y="14"/>
                    </a:lnTo>
                    <a:lnTo>
                      <a:pt x="90" y="12"/>
                    </a:lnTo>
                    <a:lnTo>
                      <a:pt x="90" y="12"/>
                    </a:lnTo>
                    <a:lnTo>
                      <a:pt x="90" y="9"/>
                    </a:lnTo>
                    <a:lnTo>
                      <a:pt x="90" y="9"/>
                    </a:lnTo>
                    <a:lnTo>
                      <a:pt x="90" y="7"/>
                    </a:lnTo>
                    <a:lnTo>
                      <a:pt x="93" y="7"/>
                    </a:lnTo>
                    <a:lnTo>
                      <a:pt x="93" y="7"/>
                    </a:lnTo>
                    <a:lnTo>
                      <a:pt x="93" y="7"/>
                    </a:lnTo>
                    <a:lnTo>
                      <a:pt x="93" y="5"/>
                    </a:lnTo>
                    <a:lnTo>
                      <a:pt x="95" y="5"/>
                    </a:lnTo>
                    <a:lnTo>
                      <a:pt x="95" y="5"/>
                    </a:lnTo>
                    <a:lnTo>
                      <a:pt x="95" y="5"/>
                    </a:lnTo>
                    <a:lnTo>
                      <a:pt x="95" y="5"/>
                    </a:lnTo>
                    <a:lnTo>
                      <a:pt x="97" y="5"/>
                    </a:lnTo>
                    <a:lnTo>
                      <a:pt x="97" y="5"/>
                    </a:lnTo>
                    <a:lnTo>
                      <a:pt x="97" y="5"/>
                    </a:lnTo>
                    <a:lnTo>
                      <a:pt x="97" y="5"/>
                    </a:lnTo>
                    <a:lnTo>
                      <a:pt x="97" y="5"/>
                    </a:lnTo>
                    <a:lnTo>
                      <a:pt x="100" y="5"/>
                    </a:lnTo>
                    <a:lnTo>
                      <a:pt x="100" y="5"/>
                    </a:lnTo>
                    <a:lnTo>
                      <a:pt x="100" y="5"/>
                    </a:lnTo>
                    <a:lnTo>
                      <a:pt x="100" y="2"/>
                    </a:lnTo>
                    <a:lnTo>
                      <a:pt x="102" y="2"/>
                    </a:lnTo>
                    <a:lnTo>
                      <a:pt x="102" y="2"/>
                    </a:lnTo>
                    <a:lnTo>
                      <a:pt x="102" y="2"/>
                    </a:lnTo>
                    <a:lnTo>
                      <a:pt x="105" y="2"/>
                    </a:lnTo>
                    <a:lnTo>
                      <a:pt x="105" y="2"/>
                    </a:lnTo>
                    <a:lnTo>
                      <a:pt x="105" y="2"/>
                    </a:lnTo>
                    <a:lnTo>
                      <a:pt x="105" y="2"/>
                    </a:lnTo>
                    <a:lnTo>
                      <a:pt x="105" y="0"/>
                    </a:lnTo>
                    <a:lnTo>
                      <a:pt x="107" y="0"/>
                    </a:lnTo>
                    <a:lnTo>
                      <a:pt x="107" y="0"/>
                    </a:lnTo>
                    <a:lnTo>
                      <a:pt x="109" y="0"/>
                    </a:lnTo>
                    <a:lnTo>
                      <a:pt x="109" y="2"/>
                    </a:lnTo>
                    <a:lnTo>
                      <a:pt x="109" y="2"/>
                    </a:lnTo>
                    <a:lnTo>
                      <a:pt x="109" y="2"/>
                    </a:lnTo>
                    <a:lnTo>
                      <a:pt x="112" y="2"/>
                    </a:lnTo>
                    <a:lnTo>
                      <a:pt x="112" y="2"/>
                    </a:lnTo>
                    <a:lnTo>
                      <a:pt x="112" y="2"/>
                    </a:lnTo>
                    <a:lnTo>
                      <a:pt x="112" y="2"/>
                    </a:lnTo>
                    <a:lnTo>
                      <a:pt x="114" y="2"/>
                    </a:lnTo>
                    <a:lnTo>
                      <a:pt x="114" y="2"/>
                    </a:lnTo>
                    <a:lnTo>
                      <a:pt x="114" y="5"/>
                    </a:lnTo>
                    <a:lnTo>
                      <a:pt x="116" y="5"/>
                    </a:lnTo>
                    <a:lnTo>
                      <a:pt x="116" y="5"/>
                    </a:lnTo>
                    <a:lnTo>
                      <a:pt x="116" y="5"/>
                    </a:lnTo>
                    <a:lnTo>
                      <a:pt x="116" y="5"/>
                    </a:lnTo>
                    <a:lnTo>
                      <a:pt x="116" y="5"/>
                    </a:lnTo>
                    <a:lnTo>
                      <a:pt x="116" y="7"/>
                    </a:lnTo>
                    <a:lnTo>
                      <a:pt x="119" y="7"/>
                    </a:lnTo>
                    <a:lnTo>
                      <a:pt x="119" y="7"/>
                    </a:lnTo>
                    <a:lnTo>
                      <a:pt x="119" y="7"/>
                    </a:lnTo>
                    <a:lnTo>
                      <a:pt x="121" y="7"/>
                    </a:lnTo>
                    <a:lnTo>
                      <a:pt x="121" y="7"/>
                    </a:lnTo>
                    <a:lnTo>
                      <a:pt x="121" y="7"/>
                    </a:lnTo>
                    <a:lnTo>
                      <a:pt x="123" y="7"/>
                    </a:lnTo>
                    <a:lnTo>
                      <a:pt x="123" y="7"/>
                    </a:lnTo>
                    <a:lnTo>
                      <a:pt x="123" y="9"/>
                    </a:lnTo>
                    <a:lnTo>
                      <a:pt x="123" y="9"/>
                    </a:lnTo>
                    <a:lnTo>
                      <a:pt x="126" y="9"/>
                    </a:lnTo>
                    <a:lnTo>
                      <a:pt x="126" y="9"/>
                    </a:lnTo>
                    <a:lnTo>
                      <a:pt x="126" y="9"/>
                    </a:lnTo>
                    <a:lnTo>
                      <a:pt x="126" y="9"/>
                    </a:lnTo>
                    <a:lnTo>
                      <a:pt x="126" y="12"/>
                    </a:lnTo>
                    <a:lnTo>
                      <a:pt x="128" y="12"/>
                    </a:lnTo>
                    <a:lnTo>
                      <a:pt x="128" y="12"/>
                    </a:lnTo>
                    <a:lnTo>
                      <a:pt x="131" y="12"/>
                    </a:lnTo>
                    <a:lnTo>
                      <a:pt x="131" y="9"/>
                    </a:lnTo>
                    <a:lnTo>
                      <a:pt x="131" y="9"/>
                    </a:lnTo>
                    <a:lnTo>
                      <a:pt x="131" y="12"/>
                    </a:lnTo>
                    <a:lnTo>
                      <a:pt x="131" y="12"/>
                    </a:lnTo>
                    <a:lnTo>
                      <a:pt x="133" y="12"/>
                    </a:lnTo>
                    <a:lnTo>
                      <a:pt x="133" y="12"/>
                    </a:lnTo>
                    <a:lnTo>
                      <a:pt x="135" y="12"/>
                    </a:lnTo>
                    <a:lnTo>
                      <a:pt x="135" y="12"/>
                    </a:lnTo>
                    <a:lnTo>
                      <a:pt x="135" y="12"/>
                    </a:lnTo>
                    <a:lnTo>
                      <a:pt x="138" y="12"/>
                    </a:lnTo>
                    <a:lnTo>
                      <a:pt x="138" y="12"/>
                    </a:lnTo>
                    <a:lnTo>
                      <a:pt x="138" y="12"/>
                    </a:lnTo>
                    <a:lnTo>
                      <a:pt x="138" y="12"/>
                    </a:lnTo>
                    <a:lnTo>
                      <a:pt x="140" y="12"/>
                    </a:lnTo>
                    <a:lnTo>
                      <a:pt x="140" y="12"/>
                    </a:lnTo>
                    <a:lnTo>
                      <a:pt x="140" y="12"/>
                    </a:lnTo>
                    <a:lnTo>
                      <a:pt x="140" y="9"/>
                    </a:lnTo>
                    <a:lnTo>
                      <a:pt x="140" y="9"/>
                    </a:lnTo>
                    <a:lnTo>
                      <a:pt x="142" y="9"/>
                    </a:lnTo>
                    <a:lnTo>
                      <a:pt x="142" y="7"/>
                    </a:lnTo>
                    <a:lnTo>
                      <a:pt x="142" y="7"/>
                    </a:lnTo>
                    <a:lnTo>
                      <a:pt x="142" y="7"/>
                    </a:lnTo>
                    <a:lnTo>
                      <a:pt x="145" y="7"/>
                    </a:lnTo>
                    <a:lnTo>
                      <a:pt x="145" y="9"/>
                    </a:lnTo>
                    <a:lnTo>
                      <a:pt x="145" y="9"/>
                    </a:lnTo>
                    <a:lnTo>
                      <a:pt x="145" y="9"/>
                    </a:lnTo>
                    <a:lnTo>
                      <a:pt x="147" y="9"/>
                    </a:lnTo>
                    <a:lnTo>
                      <a:pt x="147" y="9"/>
                    </a:lnTo>
                    <a:lnTo>
                      <a:pt x="150" y="9"/>
                    </a:lnTo>
                    <a:lnTo>
                      <a:pt x="150" y="9"/>
                    </a:lnTo>
                    <a:lnTo>
                      <a:pt x="150" y="9"/>
                    </a:lnTo>
                    <a:lnTo>
                      <a:pt x="152" y="9"/>
                    </a:lnTo>
                    <a:lnTo>
                      <a:pt x="152" y="9"/>
                    </a:lnTo>
                    <a:lnTo>
                      <a:pt x="152" y="9"/>
                    </a:lnTo>
                    <a:lnTo>
                      <a:pt x="152" y="9"/>
                    </a:lnTo>
                    <a:lnTo>
                      <a:pt x="154" y="9"/>
                    </a:lnTo>
                    <a:lnTo>
                      <a:pt x="154" y="9"/>
                    </a:lnTo>
                    <a:lnTo>
                      <a:pt x="157" y="9"/>
                    </a:lnTo>
                    <a:lnTo>
                      <a:pt x="157" y="9"/>
                    </a:lnTo>
                    <a:lnTo>
                      <a:pt x="157" y="9"/>
                    </a:lnTo>
                    <a:lnTo>
                      <a:pt x="157" y="9"/>
                    </a:lnTo>
                    <a:lnTo>
                      <a:pt x="159" y="9"/>
                    </a:lnTo>
                    <a:lnTo>
                      <a:pt x="159" y="9"/>
                    </a:lnTo>
                    <a:lnTo>
                      <a:pt x="159" y="9"/>
                    </a:lnTo>
                    <a:lnTo>
                      <a:pt x="161" y="9"/>
                    </a:lnTo>
                    <a:lnTo>
                      <a:pt x="161" y="7"/>
                    </a:lnTo>
                    <a:lnTo>
                      <a:pt x="161" y="7"/>
                    </a:lnTo>
                    <a:lnTo>
                      <a:pt x="164" y="7"/>
                    </a:lnTo>
                    <a:lnTo>
                      <a:pt x="164" y="7"/>
                    </a:lnTo>
                    <a:lnTo>
                      <a:pt x="164" y="7"/>
                    </a:lnTo>
                    <a:lnTo>
                      <a:pt x="164" y="7"/>
                    </a:lnTo>
                    <a:lnTo>
                      <a:pt x="166" y="7"/>
                    </a:lnTo>
                    <a:lnTo>
                      <a:pt x="166" y="7"/>
                    </a:lnTo>
                    <a:lnTo>
                      <a:pt x="166" y="7"/>
                    </a:lnTo>
                    <a:lnTo>
                      <a:pt x="168" y="7"/>
                    </a:lnTo>
                    <a:lnTo>
                      <a:pt x="168" y="7"/>
                    </a:lnTo>
                    <a:lnTo>
                      <a:pt x="168" y="7"/>
                    </a:lnTo>
                    <a:lnTo>
                      <a:pt x="168" y="7"/>
                    </a:lnTo>
                    <a:lnTo>
                      <a:pt x="168" y="7"/>
                    </a:lnTo>
                    <a:lnTo>
                      <a:pt x="171" y="7"/>
                    </a:lnTo>
                    <a:lnTo>
                      <a:pt x="171" y="7"/>
                    </a:lnTo>
                    <a:lnTo>
                      <a:pt x="171" y="9"/>
                    </a:lnTo>
                    <a:lnTo>
                      <a:pt x="171" y="9"/>
                    </a:lnTo>
                    <a:lnTo>
                      <a:pt x="173" y="9"/>
                    </a:lnTo>
                    <a:lnTo>
                      <a:pt x="173" y="9"/>
                    </a:lnTo>
                    <a:lnTo>
                      <a:pt x="176" y="9"/>
                    </a:lnTo>
                    <a:lnTo>
                      <a:pt x="176" y="9"/>
                    </a:lnTo>
                    <a:lnTo>
                      <a:pt x="176" y="9"/>
                    </a:lnTo>
                    <a:lnTo>
                      <a:pt x="178" y="9"/>
                    </a:lnTo>
                    <a:lnTo>
                      <a:pt x="178" y="7"/>
                    </a:lnTo>
                    <a:lnTo>
                      <a:pt x="178" y="7"/>
                    </a:lnTo>
                    <a:lnTo>
                      <a:pt x="178" y="7"/>
                    </a:lnTo>
                    <a:lnTo>
                      <a:pt x="178" y="9"/>
                    </a:lnTo>
                    <a:lnTo>
                      <a:pt x="180" y="9"/>
                    </a:lnTo>
                    <a:lnTo>
                      <a:pt x="180" y="9"/>
                    </a:lnTo>
                    <a:lnTo>
                      <a:pt x="183" y="9"/>
                    </a:lnTo>
                    <a:lnTo>
                      <a:pt x="183" y="9"/>
                    </a:lnTo>
                    <a:lnTo>
                      <a:pt x="183" y="9"/>
                    </a:lnTo>
                    <a:lnTo>
                      <a:pt x="183" y="9"/>
                    </a:lnTo>
                    <a:lnTo>
                      <a:pt x="185" y="9"/>
                    </a:lnTo>
                    <a:lnTo>
                      <a:pt x="185" y="9"/>
                    </a:lnTo>
                    <a:lnTo>
                      <a:pt x="185" y="9"/>
                    </a:lnTo>
                    <a:lnTo>
                      <a:pt x="187" y="9"/>
                    </a:lnTo>
                    <a:lnTo>
                      <a:pt x="187" y="9"/>
                    </a:lnTo>
                    <a:lnTo>
                      <a:pt x="190" y="9"/>
                    </a:lnTo>
                    <a:lnTo>
                      <a:pt x="190" y="12"/>
                    </a:lnTo>
                    <a:lnTo>
                      <a:pt x="190" y="12"/>
                    </a:lnTo>
                    <a:lnTo>
                      <a:pt x="190" y="9"/>
                    </a:lnTo>
                    <a:lnTo>
                      <a:pt x="190" y="9"/>
                    </a:lnTo>
                    <a:lnTo>
                      <a:pt x="192" y="9"/>
                    </a:lnTo>
                    <a:lnTo>
                      <a:pt x="192" y="9"/>
                    </a:lnTo>
                    <a:lnTo>
                      <a:pt x="192" y="9"/>
                    </a:lnTo>
                    <a:lnTo>
                      <a:pt x="194" y="9"/>
                    </a:lnTo>
                    <a:lnTo>
                      <a:pt x="194" y="9"/>
                    </a:lnTo>
                    <a:lnTo>
                      <a:pt x="197" y="9"/>
                    </a:lnTo>
                    <a:lnTo>
                      <a:pt x="197" y="9"/>
                    </a:lnTo>
                    <a:lnTo>
                      <a:pt x="197" y="9"/>
                    </a:lnTo>
                    <a:lnTo>
                      <a:pt x="197" y="9"/>
                    </a:lnTo>
                    <a:lnTo>
                      <a:pt x="199" y="9"/>
                    </a:lnTo>
                    <a:lnTo>
                      <a:pt x="199" y="9"/>
                    </a:lnTo>
                    <a:lnTo>
                      <a:pt x="199" y="9"/>
                    </a:lnTo>
                    <a:lnTo>
                      <a:pt x="202" y="9"/>
                    </a:lnTo>
                    <a:lnTo>
                      <a:pt x="202" y="9"/>
                    </a:lnTo>
                    <a:lnTo>
                      <a:pt x="202" y="12"/>
                    </a:lnTo>
                    <a:lnTo>
                      <a:pt x="202" y="12"/>
                    </a:lnTo>
                    <a:lnTo>
                      <a:pt x="204" y="12"/>
                    </a:lnTo>
                    <a:lnTo>
                      <a:pt x="204" y="12"/>
                    </a:lnTo>
                    <a:lnTo>
                      <a:pt x="204" y="12"/>
                    </a:lnTo>
                    <a:lnTo>
                      <a:pt x="204" y="12"/>
                    </a:lnTo>
                    <a:lnTo>
                      <a:pt x="206" y="12"/>
                    </a:lnTo>
                    <a:lnTo>
                      <a:pt x="206" y="12"/>
                    </a:lnTo>
                    <a:lnTo>
                      <a:pt x="209" y="12"/>
                    </a:lnTo>
                    <a:lnTo>
                      <a:pt x="209" y="12"/>
                    </a:lnTo>
                    <a:lnTo>
                      <a:pt x="209" y="12"/>
                    </a:lnTo>
                    <a:lnTo>
                      <a:pt x="211" y="12"/>
                    </a:lnTo>
                    <a:lnTo>
                      <a:pt x="211" y="14"/>
                    </a:lnTo>
                    <a:lnTo>
                      <a:pt x="211" y="14"/>
                    </a:lnTo>
                    <a:lnTo>
                      <a:pt x="211" y="14"/>
                    </a:lnTo>
                    <a:lnTo>
                      <a:pt x="211" y="12"/>
                    </a:lnTo>
                    <a:lnTo>
                      <a:pt x="213" y="12"/>
                    </a:lnTo>
                    <a:lnTo>
                      <a:pt x="213" y="14"/>
                    </a:lnTo>
                    <a:lnTo>
                      <a:pt x="213" y="14"/>
                    </a:lnTo>
                    <a:lnTo>
                      <a:pt x="213" y="14"/>
                    </a:lnTo>
                    <a:lnTo>
                      <a:pt x="213" y="17"/>
                    </a:lnTo>
                    <a:lnTo>
                      <a:pt x="216" y="17"/>
                    </a:lnTo>
                    <a:lnTo>
                      <a:pt x="216" y="17"/>
                    </a:lnTo>
                    <a:lnTo>
                      <a:pt x="216" y="17"/>
                    </a:lnTo>
                    <a:lnTo>
                      <a:pt x="216" y="17"/>
                    </a:lnTo>
                    <a:lnTo>
                      <a:pt x="216" y="17"/>
                    </a:lnTo>
                    <a:lnTo>
                      <a:pt x="218" y="17"/>
                    </a:lnTo>
                    <a:lnTo>
                      <a:pt x="218" y="19"/>
                    </a:lnTo>
                    <a:lnTo>
                      <a:pt x="218" y="19"/>
                    </a:lnTo>
                    <a:lnTo>
                      <a:pt x="218" y="19"/>
                    </a:lnTo>
                    <a:lnTo>
                      <a:pt x="218" y="19"/>
                    </a:lnTo>
                    <a:lnTo>
                      <a:pt x="221" y="19"/>
                    </a:lnTo>
                    <a:lnTo>
                      <a:pt x="221" y="21"/>
                    </a:lnTo>
                    <a:lnTo>
                      <a:pt x="221" y="21"/>
                    </a:lnTo>
                    <a:lnTo>
                      <a:pt x="223" y="21"/>
                    </a:lnTo>
                    <a:lnTo>
                      <a:pt x="223" y="21"/>
                    </a:lnTo>
                    <a:lnTo>
                      <a:pt x="223" y="21"/>
                    </a:lnTo>
                    <a:lnTo>
                      <a:pt x="225" y="21"/>
                    </a:lnTo>
                    <a:lnTo>
                      <a:pt x="225" y="21"/>
                    </a:lnTo>
                    <a:lnTo>
                      <a:pt x="225" y="21"/>
                    </a:lnTo>
                    <a:lnTo>
                      <a:pt x="228" y="21"/>
                    </a:lnTo>
                    <a:lnTo>
                      <a:pt x="228" y="21"/>
                    </a:lnTo>
                    <a:lnTo>
                      <a:pt x="228" y="21"/>
                    </a:lnTo>
                    <a:lnTo>
                      <a:pt x="230" y="21"/>
                    </a:lnTo>
                    <a:lnTo>
                      <a:pt x="230" y="21"/>
                    </a:lnTo>
                    <a:lnTo>
                      <a:pt x="230" y="24"/>
                    </a:lnTo>
                    <a:lnTo>
                      <a:pt x="230" y="24"/>
                    </a:lnTo>
                    <a:lnTo>
                      <a:pt x="230" y="24"/>
                    </a:lnTo>
                    <a:lnTo>
                      <a:pt x="232" y="24"/>
                    </a:lnTo>
                    <a:lnTo>
                      <a:pt x="232" y="24"/>
                    </a:lnTo>
                    <a:lnTo>
                      <a:pt x="232" y="26"/>
                    </a:lnTo>
                    <a:lnTo>
                      <a:pt x="232" y="26"/>
                    </a:lnTo>
                    <a:lnTo>
                      <a:pt x="232" y="26"/>
                    </a:lnTo>
                    <a:lnTo>
                      <a:pt x="232" y="26"/>
                    </a:lnTo>
                    <a:lnTo>
                      <a:pt x="235" y="26"/>
                    </a:lnTo>
                    <a:lnTo>
                      <a:pt x="235" y="26"/>
                    </a:lnTo>
                    <a:lnTo>
                      <a:pt x="237" y="26"/>
                    </a:lnTo>
                    <a:lnTo>
                      <a:pt x="237" y="28"/>
                    </a:lnTo>
                    <a:lnTo>
                      <a:pt x="237" y="28"/>
                    </a:lnTo>
                    <a:lnTo>
                      <a:pt x="237" y="31"/>
                    </a:lnTo>
                    <a:lnTo>
                      <a:pt x="237" y="31"/>
                    </a:lnTo>
                    <a:lnTo>
                      <a:pt x="235" y="31"/>
                    </a:lnTo>
                    <a:lnTo>
                      <a:pt x="235" y="31"/>
                    </a:lnTo>
                    <a:lnTo>
                      <a:pt x="232" y="31"/>
                    </a:lnTo>
                    <a:lnTo>
                      <a:pt x="232" y="31"/>
                    </a:lnTo>
                    <a:lnTo>
                      <a:pt x="232" y="31"/>
                    </a:lnTo>
                    <a:lnTo>
                      <a:pt x="230" y="31"/>
                    </a:lnTo>
                    <a:lnTo>
                      <a:pt x="230" y="31"/>
                    </a:lnTo>
                    <a:lnTo>
                      <a:pt x="230" y="31"/>
                    </a:lnTo>
                    <a:lnTo>
                      <a:pt x="230" y="33"/>
                    </a:lnTo>
                    <a:lnTo>
                      <a:pt x="230" y="33"/>
                    </a:lnTo>
                    <a:lnTo>
                      <a:pt x="230" y="35"/>
                    </a:lnTo>
                    <a:lnTo>
                      <a:pt x="228" y="35"/>
                    </a:lnTo>
                    <a:lnTo>
                      <a:pt x="228" y="35"/>
                    </a:lnTo>
                    <a:lnTo>
                      <a:pt x="228" y="33"/>
                    </a:lnTo>
                    <a:lnTo>
                      <a:pt x="225" y="33"/>
                    </a:lnTo>
                    <a:lnTo>
                      <a:pt x="225" y="35"/>
                    </a:lnTo>
                    <a:lnTo>
                      <a:pt x="225" y="35"/>
                    </a:lnTo>
                    <a:lnTo>
                      <a:pt x="225" y="35"/>
                    </a:lnTo>
                    <a:lnTo>
                      <a:pt x="225" y="35"/>
                    </a:lnTo>
                    <a:lnTo>
                      <a:pt x="225" y="35"/>
                    </a:lnTo>
                    <a:lnTo>
                      <a:pt x="225" y="38"/>
                    </a:lnTo>
                    <a:lnTo>
                      <a:pt x="223" y="38"/>
                    </a:lnTo>
                    <a:lnTo>
                      <a:pt x="223" y="38"/>
                    </a:lnTo>
                    <a:lnTo>
                      <a:pt x="223" y="38"/>
                    </a:lnTo>
                    <a:lnTo>
                      <a:pt x="221" y="38"/>
                    </a:lnTo>
                    <a:lnTo>
                      <a:pt x="221" y="38"/>
                    </a:lnTo>
                    <a:lnTo>
                      <a:pt x="221" y="35"/>
                    </a:lnTo>
                    <a:lnTo>
                      <a:pt x="218" y="35"/>
                    </a:lnTo>
                    <a:lnTo>
                      <a:pt x="218" y="35"/>
                    </a:lnTo>
                    <a:lnTo>
                      <a:pt x="218" y="35"/>
                    </a:lnTo>
                    <a:lnTo>
                      <a:pt x="218" y="38"/>
                    </a:lnTo>
                    <a:lnTo>
                      <a:pt x="216" y="38"/>
                    </a:lnTo>
                    <a:lnTo>
                      <a:pt x="216" y="38"/>
                    </a:lnTo>
                    <a:lnTo>
                      <a:pt x="216" y="38"/>
                    </a:lnTo>
                    <a:lnTo>
                      <a:pt x="216" y="38"/>
                    </a:lnTo>
                    <a:lnTo>
                      <a:pt x="213" y="38"/>
                    </a:lnTo>
                    <a:lnTo>
                      <a:pt x="213" y="38"/>
                    </a:lnTo>
                    <a:lnTo>
                      <a:pt x="211" y="38"/>
                    </a:lnTo>
                    <a:lnTo>
                      <a:pt x="211" y="40"/>
                    </a:lnTo>
                    <a:lnTo>
                      <a:pt x="211" y="40"/>
                    </a:lnTo>
                    <a:lnTo>
                      <a:pt x="211" y="40"/>
                    </a:lnTo>
                    <a:lnTo>
                      <a:pt x="211" y="40"/>
                    </a:lnTo>
                    <a:lnTo>
                      <a:pt x="209" y="40"/>
                    </a:lnTo>
                    <a:lnTo>
                      <a:pt x="209" y="40"/>
                    </a:lnTo>
                    <a:lnTo>
                      <a:pt x="209" y="40"/>
                    </a:lnTo>
                    <a:lnTo>
                      <a:pt x="209" y="43"/>
                    </a:lnTo>
                    <a:lnTo>
                      <a:pt x="206" y="43"/>
                    </a:lnTo>
                    <a:lnTo>
                      <a:pt x="206" y="43"/>
                    </a:lnTo>
                    <a:lnTo>
                      <a:pt x="206" y="43"/>
                    </a:lnTo>
                    <a:lnTo>
                      <a:pt x="204" y="43"/>
                    </a:lnTo>
                    <a:lnTo>
                      <a:pt x="204" y="45"/>
                    </a:lnTo>
                    <a:lnTo>
                      <a:pt x="204" y="45"/>
                    </a:lnTo>
                    <a:lnTo>
                      <a:pt x="204" y="45"/>
                    </a:lnTo>
                    <a:lnTo>
                      <a:pt x="202" y="45"/>
                    </a:lnTo>
                    <a:lnTo>
                      <a:pt x="202" y="45"/>
                    </a:lnTo>
                    <a:lnTo>
                      <a:pt x="202" y="45"/>
                    </a:lnTo>
                    <a:lnTo>
                      <a:pt x="202" y="45"/>
                    </a:lnTo>
                    <a:lnTo>
                      <a:pt x="202" y="45"/>
                    </a:lnTo>
                    <a:lnTo>
                      <a:pt x="199" y="45"/>
                    </a:lnTo>
                    <a:lnTo>
                      <a:pt x="199" y="45"/>
                    </a:lnTo>
                    <a:lnTo>
                      <a:pt x="199" y="47"/>
                    </a:lnTo>
                    <a:lnTo>
                      <a:pt x="197" y="47"/>
                    </a:lnTo>
                    <a:lnTo>
                      <a:pt x="197" y="47"/>
                    </a:lnTo>
                    <a:lnTo>
                      <a:pt x="197" y="47"/>
                    </a:lnTo>
                    <a:lnTo>
                      <a:pt x="197" y="47"/>
                    </a:lnTo>
                    <a:lnTo>
                      <a:pt x="197" y="50"/>
                    </a:lnTo>
                    <a:lnTo>
                      <a:pt x="197" y="50"/>
                    </a:lnTo>
                    <a:lnTo>
                      <a:pt x="197" y="50"/>
                    </a:lnTo>
                    <a:lnTo>
                      <a:pt x="197" y="50"/>
                    </a:lnTo>
                    <a:lnTo>
                      <a:pt x="197" y="52"/>
                    </a:lnTo>
                    <a:lnTo>
                      <a:pt x="194" y="52"/>
                    </a:lnTo>
                    <a:lnTo>
                      <a:pt x="194" y="52"/>
                    </a:lnTo>
                    <a:lnTo>
                      <a:pt x="194" y="52"/>
                    </a:lnTo>
                    <a:lnTo>
                      <a:pt x="192" y="52"/>
                    </a:lnTo>
                    <a:lnTo>
                      <a:pt x="192" y="54"/>
                    </a:lnTo>
                    <a:lnTo>
                      <a:pt x="192" y="54"/>
                    </a:lnTo>
                    <a:lnTo>
                      <a:pt x="192" y="54"/>
                    </a:lnTo>
                    <a:lnTo>
                      <a:pt x="192" y="54"/>
                    </a:lnTo>
                    <a:lnTo>
                      <a:pt x="192" y="54"/>
                    </a:lnTo>
                    <a:lnTo>
                      <a:pt x="190" y="54"/>
                    </a:lnTo>
                    <a:lnTo>
                      <a:pt x="190" y="57"/>
                    </a:lnTo>
                    <a:lnTo>
                      <a:pt x="190" y="57"/>
                    </a:lnTo>
                    <a:lnTo>
                      <a:pt x="190" y="57"/>
                    </a:lnTo>
                    <a:lnTo>
                      <a:pt x="187" y="57"/>
                    </a:lnTo>
                    <a:lnTo>
                      <a:pt x="187" y="54"/>
                    </a:lnTo>
                    <a:lnTo>
                      <a:pt x="187" y="54"/>
                    </a:lnTo>
                    <a:lnTo>
                      <a:pt x="185" y="54"/>
                    </a:lnTo>
                    <a:lnTo>
                      <a:pt x="185" y="54"/>
                    </a:lnTo>
                    <a:lnTo>
                      <a:pt x="185" y="54"/>
                    </a:lnTo>
                    <a:lnTo>
                      <a:pt x="185" y="57"/>
                    </a:lnTo>
                    <a:lnTo>
                      <a:pt x="183" y="57"/>
                    </a:lnTo>
                    <a:lnTo>
                      <a:pt x="183" y="57"/>
                    </a:lnTo>
                    <a:lnTo>
                      <a:pt x="183" y="57"/>
                    </a:lnTo>
                    <a:lnTo>
                      <a:pt x="180" y="57"/>
                    </a:lnTo>
                    <a:lnTo>
                      <a:pt x="180" y="57"/>
                    </a:lnTo>
                    <a:lnTo>
                      <a:pt x="178" y="57"/>
                    </a:lnTo>
                    <a:lnTo>
                      <a:pt x="178" y="57"/>
                    </a:lnTo>
                    <a:lnTo>
                      <a:pt x="178" y="57"/>
                    </a:lnTo>
                    <a:lnTo>
                      <a:pt x="178" y="57"/>
                    </a:lnTo>
                    <a:lnTo>
                      <a:pt x="176" y="57"/>
                    </a:lnTo>
                    <a:lnTo>
                      <a:pt x="176" y="59"/>
                    </a:lnTo>
                    <a:lnTo>
                      <a:pt x="176" y="59"/>
                    </a:lnTo>
                    <a:lnTo>
                      <a:pt x="176" y="57"/>
                    </a:lnTo>
                    <a:lnTo>
                      <a:pt x="176" y="57"/>
                    </a:lnTo>
                    <a:lnTo>
                      <a:pt x="173" y="57"/>
                    </a:lnTo>
                    <a:lnTo>
                      <a:pt x="173" y="57"/>
                    </a:lnTo>
                    <a:lnTo>
                      <a:pt x="171" y="57"/>
                    </a:lnTo>
                    <a:lnTo>
                      <a:pt x="171" y="57"/>
                    </a:lnTo>
                    <a:lnTo>
                      <a:pt x="171" y="57"/>
                    </a:lnTo>
                    <a:lnTo>
                      <a:pt x="168" y="57"/>
                    </a:lnTo>
                    <a:lnTo>
                      <a:pt x="168" y="57"/>
                    </a:lnTo>
                    <a:lnTo>
                      <a:pt x="168" y="57"/>
                    </a:lnTo>
                    <a:lnTo>
                      <a:pt x="168" y="57"/>
                    </a:lnTo>
                    <a:lnTo>
                      <a:pt x="166" y="57"/>
                    </a:lnTo>
                    <a:lnTo>
                      <a:pt x="166" y="57"/>
                    </a:lnTo>
                    <a:lnTo>
                      <a:pt x="164" y="57"/>
                    </a:lnTo>
                    <a:lnTo>
                      <a:pt x="164" y="57"/>
                    </a:lnTo>
                    <a:lnTo>
                      <a:pt x="164" y="57"/>
                    </a:lnTo>
                    <a:lnTo>
                      <a:pt x="164" y="57"/>
                    </a:lnTo>
                    <a:lnTo>
                      <a:pt x="164" y="57"/>
                    </a:lnTo>
                    <a:lnTo>
                      <a:pt x="164" y="57"/>
                    </a:lnTo>
                    <a:lnTo>
                      <a:pt x="164" y="59"/>
                    </a:lnTo>
                    <a:lnTo>
                      <a:pt x="161" y="59"/>
                    </a:lnTo>
                    <a:lnTo>
                      <a:pt x="161" y="59"/>
                    </a:lnTo>
                    <a:lnTo>
                      <a:pt x="161" y="62"/>
                    </a:lnTo>
                    <a:lnTo>
                      <a:pt x="161" y="62"/>
                    </a:lnTo>
                    <a:lnTo>
                      <a:pt x="161" y="62"/>
                    </a:lnTo>
                    <a:lnTo>
                      <a:pt x="159" y="62"/>
                    </a:lnTo>
                    <a:lnTo>
                      <a:pt x="159" y="64"/>
                    </a:lnTo>
                    <a:lnTo>
                      <a:pt x="159" y="64"/>
                    </a:lnTo>
                    <a:lnTo>
                      <a:pt x="159" y="64"/>
                    </a:lnTo>
                    <a:lnTo>
                      <a:pt x="159" y="64"/>
                    </a:lnTo>
                    <a:lnTo>
                      <a:pt x="159" y="64"/>
                    </a:lnTo>
                    <a:lnTo>
                      <a:pt x="159" y="66"/>
                    </a:lnTo>
                    <a:lnTo>
                      <a:pt x="159" y="66"/>
                    </a:lnTo>
                    <a:lnTo>
                      <a:pt x="159" y="69"/>
                    </a:lnTo>
                    <a:lnTo>
                      <a:pt x="157" y="69"/>
                    </a:lnTo>
                    <a:lnTo>
                      <a:pt x="157" y="69"/>
                    </a:lnTo>
                    <a:lnTo>
                      <a:pt x="157" y="69"/>
                    </a:lnTo>
                    <a:lnTo>
                      <a:pt x="157" y="71"/>
                    </a:lnTo>
                    <a:lnTo>
                      <a:pt x="157" y="71"/>
                    </a:lnTo>
                    <a:lnTo>
                      <a:pt x="157" y="71"/>
                    </a:lnTo>
                    <a:lnTo>
                      <a:pt x="157" y="73"/>
                    </a:lnTo>
                    <a:lnTo>
                      <a:pt x="154" y="73"/>
                    </a:lnTo>
                    <a:lnTo>
                      <a:pt x="154" y="73"/>
                    </a:lnTo>
                    <a:lnTo>
                      <a:pt x="154" y="73"/>
                    </a:lnTo>
                    <a:lnTo>
                      <a:pt x="152" y="73"/>
                    </a:lnTo>
                    <a:lnTo>
                      <a:pt x="152" y="73"/>
                    </a:lnTo>
                    <a:lnTo>
                      <a:pt x="152" y="73"/>
                    </a:lnTo>
                    <a:lnTo>
                      <a:pt x="152" y="71"/>
                    </a:lnTo>
                    <a:lnTo>
                      <a:pt x="152" y="71"/>
                    </a:lnTo>
                    <a:lnTo>
                      <a:pt x="150" y="71"/>
                    </a:lnTo>
                    <a:lnTo>
                      <a:pt x="150" y="73"/>
                    </a:lnTo>
                    <a:lnTo>
                      <a:pt x="150" y="73"/>
                    </a:lnTo>
                    <a:lnTo>
                      <a:pt x="150" y="73"/>
                    </a:lnTo>
                    <a:lnTo>
                      <a:pt x="150" y="73"/>
                    </a:lnTo>
                    <a:lnTo>
                      <a:pt x="147" y="73"/>
                    </a:lnTo>
                    <a:lnTo>
                      <a:pt x="147" y="73"/>
                    </a:lnTo>
                    <a:lnTo>
                      <a:pt x="147" y="73"/>
                    </a:lnTo>
                    <a:lnTo>
                      <a:pt x="145" y="73"/>
                    </a:lnTo>
                    <a:lnTo>
                      <a:pt x="145" y="73"/>
                    </a:lnTo>
                    <a:lnTo>
                      <a:pt x="145" y="73"/>
                    </a:lnTo>
                    <a:lnTo>
                      <a:pt x="145" y="73"/>
                    </a:lnTo>
                    <a:lnTo>
                      <a:pt x="145" y="76"/>
                    </a:lnTo>
                    <a:lnTo>
                      <a:pt x="142" y="76"/>
                    </a:lnTo>
                    <a:lnTo>
                      <a:pt x="142" y="76"/>
                    </a:lnTo>
                    <a:lnTo>
                      <a:pt x="142" y="76"/>
                    </a:lnTo>
                    <a:lnTo>
                      <a:pt x="142" y="76"/>
                    </a:lnTo>
                    <a:lnTo>
                      <a:pt x="142" y="76"/>
                    </a:lnTo>
                    <a:lnTo>
                      <a:pt x="140" y="76"/>
                    </a:lnTo>
                    <a:lnTo>
                      <a:pt x="140" y="76"/>
                    </a:lnTo>
                    <a:lnTo>
                      <a:pt x="140" y="76"/>
                    </a:lnTo>
                    <a:lnTo>
                      <a:pt x="138" y="76"/>
                    </a:lnTo>
                    <a:lnTo>
                      <a:pt x="138" y="76"/>
                    </a:lnTo>
                    <a:lnTo>
                      <a:pt x="138" y="76"/>
                    </a:lnTo>
                    <a:lnTo>
                      <a:pt x="138" y="73"/>
                    </a:lnTo>
                    <a:lnTo>
                      <a:pt x="138" y="73"/>
                    </a:lnTo>
                    <a:lnTo>
                      <a:pt x="138" y="73"/>
                    </a:lnTo>
                    <a:lnTo>
                      <a:pt x="138" y="71"/>
                    </a:lnTo>
                    <a:lnTo>
                      <a:pt x="138" y="71"/>
                    </a:lnTo>
                    <a:lnTo>
                      <a:pt x="138" y="71"/>
                    </a:lnTo>
                    <a:lnTo>
                      <a:pt x="138" y="71"/>
                    </a:lnTo>
                    <a:lnTo>
                      <a:pt x="138" y="69"/>
                    </a:lnTo>
                    <a:lnTo>
                      <a:pt x="138" y="69"/>
                    </a:lnTo>
                    <a:lnTo>
                      <a:pt x="138" y="66"/>
                    </a:lnTo>
                    <a:lnTo>
                      <a:pt x="135" y="66"/>
                    </a:lnTo>
                    <a:lnTo>
                      <a:pt x="135" y="66"/>
                    </a:lnTo>
                    <a:lnTo>
                      <a:pt x="135" y="66"/>
                    </a:lnTo>
                    <a:lnTo>
                      <a:pt x="135" y="66"/>
                    </a:lnTo>
                    <a:lnTo>
                      <a:pt x="135" y="66"/>
                    </a:lnTo>
                    <a:lnTo>
                      <a:pt x="133" y="66"/>
                    </a:lnTo>
                    <a:lnTo>
                      <a:pt x="133" y="69"/>
                    </a:lnTo>
                    <a:lnTo>
                      <a:pt x="133" y="69"/>
                    </a:lnTo>
                    <a:lnTo>
                      <a:pt x="133" y="69"/>
                    </a:lnTo>
                    <a:lnTo>
                      <a:pt x="131" y="69"/>
                    </a:lnTo>
                    <a:lnTo>
                      <a:pt x="131" y="69"/>
                    </a:lnTo>
                    <a:lnTo>
                      <a:pt x="131" y="71"/>
                    </a:lnTo>
                    <a:lnTo>
                      <a:pt x="131" y="71"/>
                    </a:lnTo>
                    <a:lnTo>
                      <a:pt x="131" y="71"/>
                    </a:lnTo>
                    <a:lnTo>
                      <a:pt x="128" y="71"/>
                    </a:lnTo>
                    <a:lnTo>
                      <a:pt x="128" y="71"/>
                    </a:lnTo>
                    <a:lnTo>
                      <a:pt x="126" y="71"/>
                    </a:lnTo>
                    <a:lnTo>
                      <a:pt x="126" y="71"/>
                    </a:lnTo>
                    <a:lnTo>
                      <a:pt x="126" y="71"/>
                    </a:lnTo>
                    <a:lnTo>
                      <a:pt x="123" y="71"/>
                    </a:lnTo>
                    <a:lnTo>
                      <a:pt x="123" y="71"/>
                    </a:lnTo>
                    <a:lnTo>
                      <a:pt x="123" y="71"/>
                    </a:lnTo>
                    <a:lnTo>
                      <a:pt x="123" y="71"/>
                    </a:lnTo>
                    <a:lnTo>
                      <a:pt x="121" y="71"/>
                    </a:lnTo>
                    <a:lnTo>
                      <a:pt x="121" y="71"/>
                    </a:lnTo>
                    <a:lnTo>
                      <a:pt x="121" y="69"/>
                    </a:lnTo>
                    <a:lnTo>
                      <a:pt x="119" y="69"/>
                    </a:lnTo>
                    <a:lnTo>
                      <a:pt x="119" y="71"/>
                    </a:lnTo>
                    <a:lnTo>
                      <a:pt x="119" y="71"/>
                    </a:lnTo>
                    <a:lnTo>
                      <a:pt x="119" y="71"/>
                    </a:lnTo>
                    <a:lnTo>
                      <a:pt x="119" y="73"/>
                    </a:lnTo>
                    <a:lnTo>
                      <a:pt x="119" y="73"/>
                    </a:lnTo>
                    <a:lnTo>
                      <a:pt x="119" y="73"/>
                    </a:lnTo>
                    <a:lnTo>
                      <a:pt x="121" y="73"/>
                    </a:lnTo>
                    <a:lnTo>
                      <a:pt x="121" y="76"/>
                    </a:lnTo>
                    <a:lnTo>
                      <a:pt x="119" y="76"/>
                    </a:lnTo>
                    <a:lnTo>
                      <a:pt x="119" y="76"/>
                    </a:lnTo>
                    <a:lnTo>
                      <a:pt x="119" y="76"/>
                    </a:lnTo>
                    <a:lnTo>
                      <a:pt x="116" y="76"/>
                    </a:lnTo>
                    <a:lnTo>
                      <a:pt x="116" y="76"/>
                    </a:lnTo>
                    <a:lnTo>
                      <a:pt x="116" y="76"/>
                    </a:lnTo>
                    <a:lnTo>
                      <a:pt x="116" y="76"/>
                    </a:lnTo>
                    <a:lnTo>
                      <a:pt x="114" y="76"/>
                    </a:lnTo>
                    <a:lnTo>
                      <a:pt x="114" y="76"/>
                    </a:lnTo>
                    <a:lnTo>
                      <a:pt x="114" y="76"/>
                    </a:lnTo>
                    <a:lnTo>
                      <a:pt x="114" y="78"/>
                    </a:lnTo>
                    <a:lnTo>
                      <a:pt x="112" y="78"/>
                    </a:lnTo>
                    <a:lnTo>
                      <a:pt x="112" y="78"/>
                    </a:lnTo>
                    <a:lnTo>
                      <a:pt x="112" y="78"/>
                    </a:lnTo>
                    <a:lnTo>
                      <a:pt x="112" y="80"/>
                    </a:lnTo>
                    <a:lnTo>
                      <a:pt x="112" y="80"/>
                    </a:lnTo>
                    <a:lnTo>
                      <a:pt x="109" y="80"/>
                    </a:lnTo>
                    <a:lnTo>
                      <a:pt x="109" y="80"/>
                    </a:lnTo>
                    <a:lnTo>
                      <a:pt x="109" y="80"/>
                    </a:lnTo>
                    <a:lnTo>
                      <a:pt x="109" y="80"/>
                    </a:lnTo>
                    <a:lnTo>
                      <a:pt x="109" y="80"/>
                    </a:lnTo>
                    <a:lnTo>
                      <a:pt x="107" y="80"/>
                    </a:lnTo>
                    <a:lnTo>
                      <a:pt x="107" y="80"/>
                    </a:lnTo>
                    <a:lnTo>
                      <a:pt x="105" y="80"/>
                    </a:lnTo>
                    <a:lnTo>
                      <a:pt x="105" y="80"/>
                    </a:lnTo>
                    <a:lnTo>
                      <a:pt x="105" y="80"/>
                    </a:lnTo>
                    <a:lnTo>
                      <a:pt x="105" y="80"/>
                    </a:lnTo>
                    <a:lnTo>
                      <a:pt x="102" y="80"/>
                    </a:lnTo>
                    <a:lnTo>
                      <a:pt x="102" y="80"/>
                    </a:lnTo>
                    <a:lnTo>
                      <a:pt x="102" y="83"/>
                    </a:lnTo>
                    <a:lnTo>
                      <a:pt x="102" y="83"/>
                    </a:lnTo>
                    <a:lnTo>
                      <a:pt x="102" y="83"/>
                    </a:lnTo>
                    <a:lnTo>
                      <a:pt x="102" y="85"/>
                    </a:lnTo>
                    <a:lnTo>
                      <a:pt x="100" y="85"/>
                    </a:lnTo>
                    <a:lnTo>
                      <a:pt x="100" y="85"/>
                    </a:lnTo>
                    <a:lnTo>
                      <a:pt x="100" y="85"/>
                    </a:lnTo>
                    <a:lnTo>
                      <a:pt x="100" y="85"/>
                    </a:lnTo>
                    <a:lnTo>
                      <a:pt x="100" y="88"/>
                    </a:lnTo>
                    <a:lnTo>
                      <a:pt x="97" y="88"/>
                    </a:lnTo>
                    <a:lnTo>
                      <a:pt x="97" y="88"/>
                    </a:lnTo>
                    <a:lnTo>
                      <a:pt x="97" y="90"/>
                    </a:lnTo>
                    <a:lnTo>
                      <a:pt x="100" y="90"/>
                    </a:lnTo>
                    <a:lnTo>
                      <a:pt x="100" y="90"/>
                    </a:lnTo>
                    <a:lnTo>
                      <a:pt x="100" y="90"/>
                    </a:lnTo>
                    <a:lnTo>
                      <a:pt x="100" y="92"/>
                    </a:lnTo>
                    <a:lnTo>
                      <a:pt x="100" y="92"/>
                    </a:lnTo>
                    <a:lnTo>
                      <a:pt x="102" y="92"/>
                    </a:lnTo>
                    <a:lnTo>
                      <a:pt x="102" y="95"/>
                    </a:lnTo>
                    <a:lnTo>
                      <a:pt x="100" y="95"/>
                    </a:lnTo>
                    <a:lnTo>
                      <a:pt x="100" y="95"/>
                    </a:lnTo>
                    <a:lnTo>
                      <a:pt x="100" y="95"/>
                    </a:lnTo>
                    <a:lnTo>
                      <a:pt x="100" y="95"/>
                    </a:lnTo>
                    <a:lnTo>
                      <a:pt x="100" y="97"/>
                    </a:lnTo>
                    <a:lnTo>
                      <a:pt x="97" y="97"/>
                    </a:lnTo>
                    <a:lnTo>
                      <a:pt x="97" y="97"/>
                    </a:lnTo>
                    <a:lnTo>
                      <a:pt x="97" y="97"/>
                    </a:lnTo>
                    <a:lnTo>
                      <a:pt x="95" y="97"/>
                    </a:lnTo>
                    <a:lnTo>
                      <a:pt x="95" y="97"/>
                    </a:lnTo>
                    <a:lnTo>
                      <a:pt x="95" y="97"/>
                    </a:lnTo>
                    <a:lnTo>
                      <a:pt x="93" y="97"/>
                    </a:lnTo>
                    <a:lnTo>
                      <a:pt x="93" y="97"/>
                    </a:lnTo>
                    <a:lnTo>
                      <a:pt x="90" y="97"/>
                    </a:lnTo>
                    <a:lnTo>
                      <a:pt x="90" y="97"/>
                    </a:lnTo>
                    <a:lnTo>
                      <a:pt x="90" y="97"/>
                    </a:lnTo>
                    <a:lnTo>
                      <a:pt x="88" y="97"/>
                    </a:lnTo>
                    <a:lnTo>
                      <a:pt x="88" y="97"/>
                    </a:lnTo>
                    <a:lnTo>
                      <a:pt x="88" y="97"/>
                    </a:lnTo>
                    <a:lnTo>
                      <a:pt x="88" y="99"/>
                    </a:lnTo>
                    <a:lnTo>
                      <a:pt x="86" y="99"/>
                    </a:lnTo>
                    <a:lnTo>
                      <a:pt x="86" y="99"/>
                    </a:lnTo>
                    <a:lnTo>
                      <a:pt x="86" y="99"/>
                    </a:lnTo>
                    <a:lnTo>
                      <a:pt x="83" y="99"/>
                    </a:lnTo>
                    <a:lnTo>
                      <a:pt x="83" y="99"/>
                    </a:lnTo>
                    <a:lnTo>
                      <a:pt x="83" y="99"/>
                    </a:lnTo>
                    <a:lnTo>
                      <a:pt x="83" y="99"/>
                    </a:lnTo>
                    <a:lnTo>
                      <a:pt x="81" y="99"/>
                    </a:lnTo>
                    <a:lnTo>
                      <a:pt x="81" y="99"/>
                    </a:lnTo>
                    <a:lnTo>
                      <a:pt x="78" y="99"/>
                    </a:lnTo>
                    <a:lnTo>
                      <a:pt x="78" y="99"/>
                    </a:lnTo>
                    <a:lnTo>
                      <a:pt x="78" y="102"/>
                    </a:lnTo>
                    <a:lnTo>
                      <a:pt x="78" y="102"/>
                    </a:lnTo>
                    <a:lnTo>
                      <a:pt x="78" y="99"/>
                    </a:lnTo>
                    <a:lnTo>
                      <a:pt x="76" y="99"/>
                    </a:lnTo>
                    <a:lnTo>
                      <a:pt x="76" y="99"/>
                    </a:lnTo>
                    <a:lnTo>
                      <a:pt x="76" y="99"/>
                    </a:lnTo>
                    <a:lnTo>
                      <a:pt x="76" y="99"/>
                    </a:lnTo>
                    <a:lnTo>
                      <a:pt x="74" y="99"/>
                    </a:lnTo>
                    <a:lnTo>
                      <a:pt x="74" y="99"/>
                    </a:lnTo>
                    <a:lnTo>
                      <a:pt x="71" y="99"/>
                    </a:lnTo>
                    <a:lnTo>
                      <a:pt x="71" y="99"/>
                    </a:lnTo>
                    <a:lnTo>
                      <a:pt x="71" y="99"/>
                    </a:lnTo>
                    <a:lnTo>
                      <a:pt x="71" y="99"/>
                    </a:lnTo>
                    <a:lnTo>
                      <a:pt x="71" y="99"/>
                    </a:lnTo>
                    <a:lnTo>
                      <a:pt x="69" y="99"/>
                    </a:lnTo>
                    <a:lnTo>
                      <a:pt x="69" y="99"/>
                    </a:lnTo>
                    <a:lnTo>
                      <a:pt x="69" y="99"/>
                    </a:lnTo>
                    <a:lnTo>
                      <a:pt x="69" y="99"/>
                    </a:lnTo>
                    <a:lnTo>
                      <a:pt x="67" y="99"/>
                    </a:lnTo>
                    <a:lnTo>
                      <a:pt x="67" y="99"/>
                    </a:lnTo>
                    <a:lnTo>
                      <a:pt x="67" y="102"/>
                    </a:lnTo>
                    <a:lnTo>
                      <a:pt x="64" y="102"/>
                    </a:lnTo>
                    <a:lnTo>
                      <a:pt x="64" y="102"/>
                    </a:lnTo>
                    <a:lnTo>
                      <a:pt x="64" y="104"/>
                    </a:lnTo>
                    <a:lnTo>
                      <a:pt x="64" y="104"/>
                    </a:lnTo>
                    <a:lnTo>
                      <a:pt x="64" y="104"/>
                    </a:lnTo>
                    <a:lnTo>
                      <a:pt x="64" y="104"/>
                    </a:lnTo>
                    <a:lnTo>
                      <a:pt x="64" y="104"/>
                    </a:lnTo>
                    <a:lnTo>
                      <a:pt x="64" y="102"/>
                    </a:lnTo>
                    <a:lnTo>
                      <a:pt x="62" y="102"/>
                    </a:lnTo>
                    <a:lnTo>
                      <a:pt x="62" y="102"/>
                    </a:lnTo>
                    <a:lnTo>
                      <a:pt x="62" y="102"/>
                    </a:lnTo>
                    <a:lnTo>
                      <a:pt x="62" y="102"/>
                    </a:lnTo>
                    <a:lnTo>
                      <a:pt x="62" y="99"/>
                    </a:lnTo>
                    <a:lnTo>
                      <a:pt x="60" y="99"/>
                    </a:lnTo>
                    <a:lnTo>
                      <a:pt x="60" y="99"/>
                    </a:lnTo>
                    <a:lnTo>
                      <a:pt x="60" y="99"/>
                    </a:lnTo>
                    <a:lnTo>
                      <a:pt x="60" y="99"/>
                    </a:lnTo>
                    <a:lnTo>
                      <a:pt x="57" y="99"/>
                    </a:lnTo>
                    <a:lnTo>
                      <a:pt x="57" y="102"/>
                    </a:lnTo>
                    <a:lnTo>
                      <a:pt x="57" y="102"/>
                    </a:lnTo>
                    <a:lnTo>
                      <a:pt x="57" y="102"/>
                    </a:lnTo>
                    <a:lnTo>
                      <a:pt x="55" y="102"/>
                    </a:lnTo>
                    <a:lnTo>
                      <a:pt x="55" y="102"/>
                    </a:lnTo>
                    <a:lnTo>
                      <a:pt x="55" y="102"/>
                    </a:lnTo>
                    <a:lnTo>
                      <a:pt x="55" y="102"/>
                    </a:lnTo>
                    <a:lnTo>
                      <a:pt x="52" y="102"/>
                    </a:lnTo>
                    <a:lnTo>
                      <a:pt x="52" y="99"/>
                    </a:lnTo>
                    <a:lnTo>
                      <a:pt x="52" y="99"/>
                    </a:lnTo>
                    <a:lnTo>
                      <a:pt x="55" y="99"/>
                    </a:lnTo>
                    <a:lnTo>
                      <a:pt x="55" y="97"/>
                    </a:lnTo>
                    <a:lnTo>
                      <a:pt x="55" y="97"/>
                    </a:lnTo>
                    <a:lnTo>
                      <a:pt x="52" y="97"/>
                    </a:lnTo>
                    <a:lnTo>
                      <a:pt x="52" y="97"/>
                    </a:lnTo>
                    <a:lnTo>
                      <a:pt x="52" y="97"/>
                    </a:lnTo>
                    <a:lnTo>
                      <a:pt x="50" y="97"/>
                    </a:lnTo>
                    <a:lnTo>
                      <a:pt x="50" y="97"/>
                    </a:lnTo>
                    <a:lnTo>
                      <a:pt x="50" y="97"/>
                    </a:lnTo>
                    <a:lnTo>
                      <a:pt x="50" y="95"/>
                    </a:lnTo>
                    <a:lnTo>
                      <a:pt x="50" y="95"/>
                    </a:lnTo>
                    <a:lnTo>
                      <a:pt x="50" y="95"/>
                    </a:lnTo>
                    <a:lnTo>
                      <a:pt x="48" y="95"/>
                    </a:lnTo>
                    <a:lnTo>
                      <a:pt x="48" y="95"/>
                    </a:lnTo>
                    <a:lnTo>
                      <a:pt x="45" y="95"/>
                    </a:lnTo>
                    <a:lnTo>
                      <a:pt x="45" y="95"/>
                    </a:lnTo>
                    <a:lnTo>
                      <a:pt x="45" y="95"/>
                    </a:lnTo>
                    <a:lnTo>
                      <a:pt x="45" y="95"/>
                    </a:lnTo>
                    <a:lnTo>
                      <a:pt x="43" y="95"/>
                    </a:lnTo>
                    <a:lnTo>
                      <a:pt x="43" y="95"/>
                    </a:lnTo>
                    <a:lnTo>
                      <a:pt x="43" y="95"/>
                    </a:lnTo>
                    <a:lnTo>
                      <a:pt x="43" y="95"/>
                    </a:lnTo>
                    <a:lnTo>
                      <a:pt x="41" y="95"/>
                    </a:lnTo>
                    <a:lnTo>
                      <a:pt x="41" y="95"/>
                    </a:lnTo>
                    <a:lnTo>
                      <a:pt x="38" y="95"/>
                    </a:lnTo>
                    <a:lnTo>
                      <a:pt x="38" y="97"/>
                    </a:lnTo>
                    <a:lnTo>
                      <a:pt x="38" y="97"/>
                    </a:lnTo>
                    <a:lnTo>
                      <a:pt x="38" y="97"/>
                    </a:lnTo>
                    <a:lnTo>
                      <a:pt x="38" y="97"/>
                    </a:lnTo>
                    <a:lnTo>
                      <a:pt x="36" y="97"/>
                    </a:lnTo>
                    <a:lnTo>
                      <a:pt x="36" y="99"/>
                    </a:lnTo>
                    <a:lnTo>
                      <a:pt x="36" y="99"/>
                    </a:lnTo>
                    <a:lnTo>
                      <a:pt x="36" y="99"/>
                    </a:lnTo>
                    <a:lnTo>
                      <a:pt x="34" y="99"/>
                    </a:lnTo>
                    <a:lnTo>
                      <a:pt x="34" y="99"/>
                    </a:lnTo>
                    <a:lnTo>
                      <a:pt x="31" y="99"/>
                    </a:lnTo>
                    <a:lnTo>
                      <a:pt x="31" y="97"/>
                    </a:lnTo>
                    <a:lnTo>
                      <a:pt x="31" y="97"/>
                    </a:lnTo>
                    <a:lnTo>
                      <a:pt x="31" y="95"/>
                    </a:lnTo>
                    <a:lnTo>
                      <a:pt x="31" y="95"/>
                    </a:lnTo>
                    <a:lnTo>
                      <a:pt x="31" y="95"/>
                    </a:lnTo>
                    <a:lnTo>
                      <a:pt x="31" y="95"/>
                    </a:lnTo>
                    <a:lnTo>
                      <a:pt x="31" y="95"/>
                    </a:lnTo>
                    <a:lnTo>
                      <a:pt x="29" y="95"/>
                    </a:lnTo>
                    <a:lnTo>
                      <a:pt x="29" y="95"/>
                    </a:lnTo>
                    <a:lnTo>
                      <a:pt x="29" y="95"/>
                    </a:lnTo>
                    <a:lnTo>
                      <a:pt x="29" y="92"/>
                    </a:lnTo>
                    <a:lnTo>
                      <a:pt x="26" y="92"/>
                    </a:lnTo>
                    <a:lnTo>
                      <a:pt x="26" y="95"/>
                    </a:lnTo>
                    <a:lnTo>
                      <a:pt x="26" y="95"/>
                    </a:lnTo>
                    <a:lnTo>
                      <a:pt x="24" y="95"/>
                    </a:lnTo>
                    <a:lnTo>
                      <a:pt x="24" y="95"/>
                    </a:lnTo>
                    <a:lnTo>
                      <a:pt x="24" y="95"/>
                    </a:lnTo>
                    <a:lnTo>
                      <a:pt x="24" y="95"/>
                    </a:lnTo>
                    <a:lnTo>
                      <a:pt x="22" y="95"/>
                    </a:lnTo>
                    <a:lnTo>
                      <a:pt x="22" y="95"/>
                    </a:lnTo>
                    <a:lnTo>
                      <a:pt x="22" y="95"/>
                    </a:lnTo>
                    <a:lnTo>
                      <a:pt x="19" y="95"/>
                    </a:lnTo>
                    <a:lnTo>
                      <a:pt x="19" y="95"/>
                    </a:lnTo>
                    <a:lnTo>
                      <a:pt x="19" y="95"/>
                    </a:lnTo>
                    <a:lnTo>
                      <a:pt x="17" y="95"/>
                    </a:lnTo>
                    <a:lnTo>
                      <a:pt x="17" y="95"/>
                    </a:lnTo>
                    <a:lnTo>
                      <a:pt x="17" y="95"/>
                    </a:lnTo>
                    <a:lnTo>
                      <a:pt x="17" y="95"/>
                    </a:lnTo>
                    <a:lnTo>
                      <a:pt x="15" y="95"/>
                    </a:lnTo>
                    <a:lnTo>
                      <a:pt x="15" y="95"/>
                    </a:lnTo>
                    <a:lnTo>
                      <a:pt x="15" y="95"/>
                    </a:lnTo>
                    <a:lnTo>
                      <a:pt x="15" y="95"/>
                    </a:lnTo>
                    <a:lnTo>
                      <a:pt x="12" y="95"/>
                    </a:lnTo>
                    <a:lnTo>
                      <a:pt x="12" y="95"/>
                    </a:lnTo>
                    <a:lnTo>
                      <a:pt x="12" y="95"/>
                    </a:lnTo>
                    <a:lnTo>
                      <a:pt x="12" y="95"/>
                    </a:lnTo>
                    <a:lnTo>
                      <a:pt x="10" y="95"/>
                    </a:lnTo>
                    <a:lnTo>
                      <a:pt x="10" y="95"/>
                    </a:lnTo>
                    <a:lnTo>
                      <a:pt x="10" y="95"/>
                    </a:lnTo>
                    <a:lnTo>
                      <a:pt x="7" y="95"/>
                    </a:lnTo>
                    <a:lnTo>
                      <a:pt x="7" y="95"/>
                    </a:lnTo>
                    <a:lnTo>
                      <a:pt x="7" y="95"/>
                    </a:lnTo>
                    <a:lnTo>
                      <a:pt x="5" y="95"/>
                    </a:lnTo>
                    <a:lnTo>
                      <a:pt x="5" y="95"/>
                    </a:lnTo>
                    <a:lnTo>
                      <a:pt x="5" y="95"/>
                    </a:lnTo>
                    <a:lnTo>
                      <a:pt x="3" y="95"/>
                    </a:lnTo>
                    <a:lnTo>
                      <a:pt x="3" y="95"/>
                    </a:lnTo>
                    <a:lnTo>
                      <a:pt x="3" y="95"/>
                    </a:lnTo>
                    <a:lnTo>
                      <a:pt x="3" y="95"/>
                    </a:lnTo>
                    <a:lnTo>
                      <a:pt x="3" y="92"/>
                    </a:lnTo>
                    <a:lnTo>
                      <a:pt x="3" y="92"/>
                    </a:lnTo>
                    <a:lnTo>
                      <a:pt x="3" y="90"/>
                    </a:lnTo>
                    <a:lnTo>
                      <a:pt x="0" y="90"/>
                    </a:lnTo>
                    <a:lnTo>
                      <a:pt x="0" y="90"/>
                    </a:lnTo>
                    <a:lnTo>
                      <a:pt x="0" y="88"/>
                    </a:lnTo>
                    <a:lnTo>
                      <a:pt x="0" y="88"/>
                    </a:lnTo>
                    <a:lnTo>
                      <a:pt x="0" y="85"/>
                    </a:lnTo>
                    <a:lnTo>
                      <a:pt x="3" y="85"/>
                    </a:lnTo>
                    <a:lnTo>
                      <a:pt x="3" y="85"/>
                    </a:lnTo>
                    <a:lnTo>
                      <a:pt x="3" y="85"/>
                    </a:lnTo>
                    <a:lnTo>
                      <a:pt x="3" y="83"/>
                    </a:lnTo>
                    <a:lnTo>
                      <a:pt x="3" y="83"/>
                    </a:lnTo>
                    <a:lnTo>
                      <a:pt x="3" y="85"/>
                    </a:lnTo>
                    <a:lnTo>
                      <a:pt x="3" y="85"/>
                    </a:lnTo>
                    <a:lnTo>
                      <a:pt x="3" y="85"/>
                    </a:lnTo>
                    <a:lnTo>
                      <a:pt x="5" y="85"/>
                    </a:lnTo>
                    <a:lnTo>
                      <a:pt x="5" y="85"/>
                    </a:lnTo>
                    <a:lnTo>
                      <a:pt x="5" y="85"/>
                    </a:lnTo>
                    <a:lnTo>
                      <a:pt x="5" y="85"/>
                    </a:lnTo>
                    <a:lnTo>
                      <a:pt x="5" y="83"/>
                    </a:lnTo>
                    <a:lnTo>
                      <a:pt x="5" y="83"/>
                    </a:lnTo>
                    <a:lnTo>
                      <a:pt x="5" y="83"/>
                    </a:lnTo>
                    <a:lnTo>
                      <a:pt x="5" y="80"/>
                    </a:lnTo>
                    <a:lnTo>
                      <a:pt x="5" y="80"/>
                    </a:lnTo>
                    <a:lnTo>
                      <a:pt x="7" y="80"/>
                    </a:lnTo>
                    <a:lnTo>
                      <a:pt x="7" y="80"/>
                    </a:lnTo>
                    <a:lnTo>
                      <a:pt x="7" y="80"/>
                    </a:lnTo>
                    <a:lnTo>
                      <a:pt x="10" y="80"/>
                    </a:lnTo>
                    <a:lnTo>
                      <a:pt x="10" y="80"/>
                    </a:lnTo>
                    <a:lnTo>
                      <a:pt x="10" y="80"/>
                    </a:lnTo>
                    <a:lnTo>
                      <a:pt x="10" y="78"/>
                    </a:lnTo>
                    <a:lnTo>
                      <a:pt x="12" y="78"/>
                    </a:lnTo>
                    <a:lnTo>
                      <a:pt x="12" y="78"/>
                    </a:lnTo>
                    <a:lnTo>
                      <a:pt x="12" y="78"/>
                    </a:lnTo>
                    <a:lnTo>
                      <a:pt x="15" y="78"/>
                    </a:lnTo>
                    <a:lnTo>
                      <a:pt x="15" y="78"/>
                    </a:lnTo>
                    <a:lnTo>
                      <a:pt x="15" y="78"/>
                    </a:lnTo>
                    <a:lnTo>
                      <a:pt x="17" y="78"/>
                    </a:lnTo>
                    <a:lnTo>
                      <a:pt x="17" y="76"/>
                    </a:lnTo>
                    <a:lnTo>
                      <a:pt x="17" y="76"/>
                    </a:lnTo>
                    <a:lnTo>
                      <a:pt x="17" y="78"/>
                    </a:lnTo>
                    <a:lnTo>
                      <a:pt x="17" y="78"/>
                    </a:lnTo>
                    <a:lnTo>
                      <a:pt x="19" y="78"/>
                    </a:lnTo>
                    <a:lnTo>
                      <a:pt x="19" y="78"/>
                    </a:lnTo>
                    <a:lnTo>
                      <a:pt x="19" y="78"/>
                    </a:lnTo>
                    <a:lnTo>
                      <a:pt x="19" y="80"/>
                    </a:lnTo>
                    <a:lnTo>
                      <a:pt x="19" y="80"/>
                    </a:lnTo>
                    <a:lnTo>
                      <a:pt x="22" y="80"/>
                    </a:lnTo>
                    <a:lnTo>
                      <a:pt x="22" y="80"/>
                    </a:lnTo>
                    <a:lnTo>
                      <a:pt x="24" y="80"/>
                    </a:lnTo>
                    <a:lnTo>
                      <a:pt x="24" y="80"/>
                    </a:lnTo>
                    <a:lnTo>
                      <a:pt x="24" y="80"/>
                    </a:lnTo>
                    <a:lnTo>
                      <a:pt x="24" y="80"/>
                    </a:lnTo>
                    <a:lnTo>
                      <a:pt x="24" y="83"/>
                    </a:lnTo>
                    <a:lnTo>
                      <a:pt x="26" y="83"/>
                    </a:lnTo>
                    <a:lnTo>
                      <a:pt x="26" y="83"/>
                    </a:lnTo>
                    <a:lnTo>
                      <a:pt x="29" y="83"/>
                    </a:lnTo>
                    <a:lnTo>
                      <a:pt x="29" y="83"/>
                    </a:lnTo>
                    <a:lnTo>
                      <a:pt x="26" y="83"/>
                    </a:lnTo>
                    <a:lnTo>
                      <a:pt x="26" y="85"/>
                    </a:lnTo>
                    <a:lnTo>
                      <a:pt x="26" y="85"/>
                    </a:lnTo>
                    <a:lnTo>
                      <a:pt x="26" y="85"/>
                    </a:lnTo>
                    <a:lnTo>
                      <a:pt x="26" y="85"/>
                    </a:lnTo>
                    <a:lnTo>
                      <a:pt x="29" y="85"/>
                    </a:lnTo>
                    <a:lnTo>
                      <a:pt x="29" y="85"/>
                    </a:lnTo>
                    <a:lnTo>
                      <a:pt x="29" y="85"/>
                    </a:lnTo>
                    <a:lnTo>
                      <a:pt x="29" y="85"/>
                    </a:lnTo>
                    <a:lnTo>
                      <a:pt x="29" y="83"/>
                    </a:lnTo>
                    <a:lnTo>
                      <a:pt x="31" y="83"/>
                    </a:lnTo>
                    <a:lnTo>
                      <a:pt x="31" y="83"/>
                    </a:lnTo>
                    <a:lnTo>
                      <a:pt x="31" y="80"/>
                    </a:lnTo>
                    <a:lnTo>
                      <a:pt x="31" y="80"/>
                    </a:lnTo>
                    <a:lnTo>
                      <a:pt x="31" y="80"/>
                    </a:lnTo>
                    <a:lnTo>
                      <a:pt x="34" y="80"/>
                    </a:lnTo>
                    <a:lnTo>
                      <a:pt x="34" y="80"/>
                    </a:lnTo>
                    <a:lnTo>
                      <a:pt x="34" y="80"/>
                    </a:lnTo>
                    <a:lnTo>
                      <a:pt x="34" y="78"/>
                    </a:lnTo>
                    <a:lnTo>
                      <a:pt x="36" y="78"/>
                    </a:lnTo>
                    <a:lnTo>
                      <a:pt x="36" y="78"/>
                    </a:lnTo>
                    <a:lnTo>
                      <a:pt x="36" y="78"/>
                    </a:lnTo>
                    <a:lnTo>
                      <a:pt x="36" y="78"/>
                    </a:lnTo>
                    <a:lnTo>
                      <a:pt x="36" y="76"/>
                    </a:lnTo>
                    <a:lnTo>
                      <a:pt x="38" y="76"/>
                    </a:lnTo>
                    <a:lnTo>
                      <a:pt x="38" y="76"/>
                    </a:lnTo>
                    <a:lnTo>
                      <a:pt x="38" y="76"/>
                    </a:lnTo>
                    <a:lnTo>
                      <a:pt x="38" y="76"/>
                    </a:lnTo>
                    <a:lnTo>
                      <a:pt x="41" y="76"/>
                    </a:lnTo>
                    <a:lnTo>
                      <a:pt x="41" y="76"/>
                    </a:lnTo>
                    <a:lnTo>
                      <a:pt x="41" y="76"/>
                    </a:lnTo>
                    <a:lnTo>
                      <a:pt x="43" y="76"/>
                    </a:lnTo>
                    <a:lnTo>
                      <a:pt x="43" y="76"/>
                    </a:lnTo>
                    <a:lnTo>
                      <a:pt x="43" y="76"/>
                    </a:lnTo>
                    <a:lnTo>
                      <a:pt x="43" y="76"/>
                    </a:lnTo>
                    <a:lnTo>
                      <a:pt x="45" y="76"/>
                    </a:lnTo>
                    <a:lnTo>
                      <a:pt x="45" y="76"/>
                    </a:lnTo>
                    <a:lnTo>
                      <a:pt x="45" y="76"/>
                    </a:lnTo>
                    <a:lnTo>
                      <a:pt x="45" y="76"/>
                    </a:lnTo>
                    <a:lnTo>
                      <a:pt x="48" y="76"/>
                    </a:lnTo>
                    <a:lnTo>
                      <a:pt x="48" y="76"/>
                    </a:lnTo>
                    <a:lnTo>
                      <a:pt x="48" y="78"/>
                    </a:lnTo>
                    <a:lnTo>
                      <a:pt x="50" y="78"/>
                    </a:lnTo>
                    <a:lnTo>
                      <a:pt x="50" y="78"/>
                    </a:lnTo>
                    <a:lnTo>
                      <a:pt x="50" y="78"/>
                    </a:lnTo>
                    <a:lnTo>
                      <a:pt x="50" y="76"/>
                    </a:lnTo>
                    <a:lnTo>
                      <a:pt x="52" y="76"/>
                    </a:lnTo>
                    <a:lnTo>
                      <a:pt x="52" y="78"/>
                    </a:lnTo>
                    <a:lnTo>
                      <a:pt x="52" y="78"/>
                    </a:lnTo>
                    <a:lnTo>
                      <a:pt x="52" y="78"/>
                    </a:lnTo>
                    <a:lnTo>
                      <a:pt x="52" y="78"/>
                    </a:lnTo>
                    <a:lnTo>
                      <a:pt x="55" y="78"/>
                    </a:lnTo>
                    <a:lnTo>
                      <a:pt x="55" y="78"/>
                    </a:lnTo>
                    <a:lnTo>
                      <a:pt x="55" y="78"/>
                    </a:lnTo>
                    <a:lnTo>
                      <a:pt x="55" y="76"/>
                    </a:lnTo>
                    <a:lnTo>
                      <a:pt x="57" y="76"/>
                    </a:lnTo>
                    <a:lnTo>
                      <a:pt x="57" y="76"/>
                    </a:lnTo>
                    <a:lnTo>
                      <a:pt x="57" y="78"/>
                    </a:lnTo>
                    <a:lnTo>
                      <a:pt x="57" y="78"/>
                    </a:lnTo>
                    <a:lnTo>
                      <a:pt x="57" y="76"/>
                    </a:lnTo>
                    <a:lnTo>
                      <a:pt x="60" y="76"/>
                    </a:lnTo>
                    <a:lnTo>
                      <a:pt x="60" y="76"/>
                    </a:lnTo>
                    <a:lnTo>
                      <a:pt x="57" y="76"/>
                    </a:lnTo>
                    <a:lnTo>
                      <a:pt x="57" y="76"/>
                    </a:lnTo>
                    <a:lnTo>
                      <a:pt x="60" y="76"/>
                    </a:lnTo>
                    <a:lnTo>
                      <a:pt x="60" y="73"/>
                    </a:lnTo>
                    <a:lnTo>
                      <a:pt x="60" y="73"/>
                    </a:lnTo>
                    <a:lnTo>
                      <a:pt x="62" y="73"/>
                    </a:lnTo>
                    <a:lnTo>
                      <a:pt x="62" y="73"/>
                    </a:lnTo>
                    <a:lnTo>
                      <a:pt x="62" y="71"/>
                    </a:lnTo>
                    <a:lnTo>
                      <a:pt x="62" y="71"/>
                    </a:lnTo>
                    <a:lnTo>
                      <a:pt x="62" y="71"/>
                    </a:lnTo>
                    <a:lnTo>
                      <a:pt x="62" y="71"/>
                    </a:lnTo>
                    <a:lnTo>
                      <a:pt x="64" y="71"/>
                    </a:lnTo>
                    <a:lnTo>
                      <a:pt x="64" y="71"/>
                    </a:lnTo>
                    <a:lnTo>
                      <a:pt x="64" y="71"/>
                    </a:lnTo>
                    <a:lnTo>
                      <a:pt x="64" y="71"/>
                    </a:lnTo>
                    <a:lnTo>
                      <a:pt x="67" y="71"/>
                    </a:lnTo>
                    <a:lnTo>
                      <a:pt x="67" y="73"/>
                    </a:lnTo>
                    <a:lnTo>
                      <a:pt x="67" y="73"/>
                    </a:lnTo>
                    <a:lnTo>
                      <a:pt x="69" y="73"/>
                    </a:lnTo>
                    <a:lnTo>
                      <a:pt x="69" y="71"/>
                    </a:lnTo>
                    <a:lnTo>
                      <a:pt x="69" y="71"/>
                    </a:lnTo>
                    <a:lnTo>
                      <a:pt x="69" y="69"/>
                    </a:lnTo>
                    <a:lnTo>
                      <a:pt x="69" y="6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133"/>
              <p:cNvSpPr>
                <a:spLocks/>
              </p:cNvSpPr>
              <p:nvPr/>
            </p:nvSpPr>
            <p:spPr bwMode="auto">
              <a:xfrm>
                <a:off x="2481" y="1372"/>
                <a:ext cx="1" cy="2"/>
              </a:xfrm>
              <a:custGeom>
                <a:avLst/>
                <a:gdLst/>
                <a:ahLst/>
                <a:cxnLst>
                  <a:cxn ang="0">
                    <a:pos x="0" y="2"/>
                  </a:cxn>
                  <a:cxn ang="0">
                    <a:pos x="0" y="0"/>
                  </a:cxn>
                  <a:cxn ang="0">
                    <a:pos x="0" y="0"/>
                  </a:cxn>
                  <a:cxn ang="0">
                    <a:pos x="0" y="0"/>
                  </a:cxn>
                  <a:cxn ang="0">
                    <a:pos x="0" y="2"/>
                  </a:cxn>
                  <a:cxn ang="0">
                    <a:pos x="0" y="2"/>
                  </a:cxn>
                  <a:cxn ang="0">
                    <a:pos x="0" y="2"/>
                  </a:cxn>
                </a:cxnLst>
                <a:rect l="0" t="0" r="r" b="b"/>
                <a:pathLst>
                  <a:path h="2">
                    <a:moveTo>
                      <a:pt x="0" y="2"/>
                    </a:moveTo>
                    <a:lnTo>
                      <a:pt x="0" y="0"/>
                    </a:lnTo>
                    <a:lnTo>
                      <a:pt x="0" y="0"/>
                    </a:lnTo>
                    <a:lnTo>
                      <a:pt x="0" y="0"/>
                    </a:lnTo>
                    <a:lnTo>
                      <a:pt x="0" y="2"/>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134"/>
              <p:cNvSpPr>
                <a:spLocks/>
              </p:cNvSpPr>
              <p:nvPr/>
            </p:nvSpPr>
            <p:spPr bwMode="auto">
              <a:xfrm>
                <a:off x="2481" y="1372"/>
                <a:ext cx="1" cy="2"/>
              </a:xfrm>
              <a:custGeom>
                <a:avLst/>
                <a:gdLst/>
                <a:ahLst/>
                <a:cxnLst>
                  <a:cxn ang="0">
                    <a:pos x="0" y="2"/>
                  </a:cxn>
                  <a:cxn ang="0">
                    <a:pos x="0" y="0"/>
                  </a:cxn>
                  <a:cxn ang="0">
                    <a:pos x="0" y="0"/>
                  </a:cxn>
                  <a:cxn ang="0">
                    <a:pos x="0" y="0"/>
                  </a:cxn>
                  <a:cxn ang="0">
                    <a:pos x="0" y="2"/>
                  </a:cxn>
                  <a:cxn ang="0">
                    <a:pos x="0" y="2"/>
                  </a:cxn>
                  <a:cxn ang="0">
                    <a:pos x="0" y="2"/>
                  </a:cxn>
                </a:cxnLst>
                <a:rect l="0" t="0" r="r" b="b"/>
                <a:pathLst>
                  <a:path h="2">
                    <a:moveTo>
                      <a:pt x="0" y="2"/>
                    </a:moveTo>
                    <a:lnTo>
                      <a:pt x="0" y="0"/>
                    </a:lnTo>
                    <a:lnTo>
                      <a:pt x="0" y="0"/>
                    </a:lnTo>
                    <a:lnTo>
                      <a:pt x="0" y="0"/>
                    </a:lnTo>
                    <a:lnTo>
                      <a:pt x="0" y="2"/>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135"/>
              <p:cNvSpPr>
                <a:spLocks/>
              </p:cNvSpPr>
              <p:nvPr/>
            </p:nvSpPr>
            <p:spPr bwMode="auto">
              <a:xfrm>
                <a:off x="1827" y="1348"/>
                <a:ext cx="879" cy="377"/>
              </a:xfrm>
              <a:custGeom>
                <a:avLst/>
                <a:gdLst/>
                <a:ahLst/>
                <a:cxnLst>
                  <a:cxn ang="0">
                    <a:pos x="576" y="38"/>
                  </a:cxn>
                  <a:cxn ang="0">
                    <a:pos x="595" y="47"/>
                  </a:cxn>
                  <a:cxn ang="0">
                    <a:pos x="637" y="31"/>
                  </a:cxn>
                  <a:cxn ang="0">
                    <a:pos x="661" y="45"/>
                  </a:cxn>
                  <a:cxn ang="0">
                    <a:pos x="696" y="78"/>
                  </a:cxn>
                  <a:cxn ang="0">
                    <a:pos x="727" y="114"/>
                  </a:cxn>
                  <a:cxn ang="0">
                    <a:pos x="763" y="116"/>
                  </a:cxn>
                  <a:cxn ang="0">
                    <a:pos x="810" y="123"/>
                  </a:cxn>
                  <a:cxn ang="0">
                    <a:pos x="848" y="149"/>
                  </a:cxn>
                  <a:cxn ang="0">
                    <a:pos x="874" y="159"/>
                  </a:cxn>
                  <a:cxn ang="0">
                    <a:pos x="841" y="187"/>
                  </a:cxn>
                  <a:cxn ang="0">
                    <a:pos x="812" y="213"/>
                  </a:cxn>
                  <a:cxn ang="0">
                    <a:pos x="774" y="234"/>
                  </a:cxn>
                  <a:cxn ang="0">
                    <a:pos x="755" y="256"/>
                  </a:cxn>
                  <a:cxn ang="0">
                    <a:pos x="729" y="270"/>
                  </a:cxn>
                  <a:cxn ang="0">
                    <a:pos x="729" y="313"/>
                  </a:cxn>
                  <a:cxn ang="0">
                    <a:pos x="708" y="325"/>
                  </a:cxn>
                  <a:cxn ang="0">
                    <a:pos x="658" y="315"/>
                  </a:cxn>
                  <a:cxn ang="0">
                    <a:pos x="609" y="315"/>
                  </a:cxn>
                  <a:cxn ang="0">
                    <a:pos x="573" y="327"/>
                  </a:cxn>
                  <a:cxn ang="0">
                    <a:pos x="528" y="329"/>
                  </a:cxn>
                  <a:cxn ang="0">
                    <a:pos x="493" y="353"/>
                  </a:cxn>
                  <a:cxn ang="0">
                    <a:pos x="462" y="370"/>
                  </a:cxn>
                  <a:cxn ang="0">
                    <a:pos x="426" y="343"/>
                  </a:cxn>
                  <a:cxn ang="0">
                    <a:pos x="405" y="301"/>
                  </a:cxn>
                  <a:cxn ang="0">
                    <a:pos x="353" y="298"/>
                  </a:cxn>
                  <a:cxn ang="0">
                    <a:pos x="313" y="277"/>
                  </a:cxn>
                  <a:cxn ang="0">
                    <a:pos x="310" y="246"/>
                  </a:cxn>
                  <a:cxn ang="0">
                    <a:pos x="315" y="227"/>
                  </a:cxn>
                  <a:cxn ang="0">
                    <a:pos x="301" y="227"/>
                  </a:cxn>
                  <a:cxn ang="0">
                    <a:pos x="282" y="239"/>
                  </a:cxn>
                  <a:cxn ang="0">
                    <a:pos x="247" y="253"/>
                  </a:cxn>
                  <a:cxn ang="0">
                    <a:pos x="206" y="282"/>
                  </a:cxn>
                  <a:cxn ang="0">
                    <a:pos x="204" y="358"/>
                  </a:cxn>
                  <a:cxn ang="0">
                    <a:pos x="164" y="332"/>
                  </a:cxn>
                  <a:cxn ang="0">
                    <a:pos x="131" y="332"/>
                  </a:cxn>
                  <a:cxn ang="0">
                    <a:pos x="105" y="303"/>
                  </a:cxn>
                  <a:cxn ang="0">
                    <a:pos x="95" y="272"/>
                  </a:cxn>
                  <a:cxn ang="0">
                    <a:pos x="102" y="256"/>
                  </a:cxn>
                  <a:cxn ang="0">
                    <a:pos x="135" y="239"/>
                  </a:cxn>
                  <a:cxn ang="0">
                    <a:pos x="112" y="218"/>
                  </a:cxn>
                  <a:cxn ang="0">
                    <a:pos x="74" y="227"/>
                  </a:cxn>
                  <a:cxn ang="0">
                    <a:pos x="55" y="220"/>
                  </a:cxn>
                  <a:cxn ang="0">
                    <a:pos x="17" y="194"/>
                  </a:cxn>
                  <a:cxn ang="0">
                    <a:pos x="12" y="159"/>
                  </a:cxn>
                  <a:cxn ang="0">
                    <a:pos x="34" y="133"/>
                  </a:cxn>
                  <a:cxn ang="0">
                    <a:pos x="55" y="121"/>
                  </a:cxn>
                  <a:cxn ang="0">
                    <a:pos x="93" y="97"/>
                  </a:cxn>
                  <a:cxn ang="0">
                    <a:pos x="128" y="97"/>
                  </a:cxn>
                  <a:cxn ang="0">
                    <a:pos x="173" y="116"/>
                  </a:cxn>
                  <a:cxn ang="0">
                    <a:pos x="206" y="118"/>
                  </a:cxn>
                  <a:cxn ang="0">
                    <a:pos x="242" y="109"/>
                  </a:cxn>
                  <a:cxn ang="0">
                    <a:pos x="287" y="123"/>
                  </a:cxn>
                  <a:cxn ang="0">
                    <a:pos x="327" y="104"/>
                  </a:cxn>
                  <a:cxn ang="0">
                    <a:pos x="301" y="83"/>
                  </a:cxn>
                  <a:cxn ang="0">
                    <a:pos x="327" y="61"/>
                  </a:cxn>
                  <a:cxn ang="0">
                    <a:pos x="320" y="47"/>
                  </a:cxn>
                  <a:cxn ang="0">
                    <a:pos x="334" y="35"/>
                  </a:cxn>
                  <a:cxn ang="0">
                    <a:pos x="384" y="26"/>
                  </a:cxn>
                  <a:cxn ang="0">
                    <a:pos x="429" y="16"/>
                  </a:cxn>
                  <a:cxn ang="0">
                    <a:pos x="476" y="5"/>
                  </a:cxn>
                  <a:cxn ang="0">
                    <a:pos x="519" y="2"/>
                  </a:cxn>
                  <a:cxn ang="0">
                    <a:pos x="542" y="33"/>
                  </a:cxn>
                </a:cxnLst>
                <a:rect l="0" t="0" r="r" b="b"/>
                <a:pathLst>
                  <a:path w="879" h="377">
                    <a:moveTo>
                      <a:pt x="552" y="31"/>
                    </a:moveTo>
                    <a:lnTo>
                      <a:pt x="552" y="28"/>
                    </a:lnTo>
                    <a:lnTo>
                      <a:pt x="552" y="28"/>
                    </a:lnTo>
                    <a:lnTo>
                      <a:pt x="552" y="28"/>
                    </a:lnTo>
                    <a:lnTo>
                      <a:pt x="552" y="28"/>
                    </a:lnTo>
                    <a:lnTo>
                      <a:pt x="552" y="26"/>
                    </a:lnTo>
                    <a:lnTo>
                      <a:pt x="550" y="26"/>
                    </a:lnTo>
                    <a:lnTo>
                      <a:pt x="550" y="26"/>
                    </a:lnTo>
                    <a:lnTo>
                      <a:pt x="552" y="26"/>
                    </a:lnTo>
                    <a:lnTo>
                      <a:pt x="552" y="26"/>
                    </a:lnTo>
                    <a:lnTo>
                      <a:pt x="552" y="26"/>
                    </a:lnTo>
                    <a:lnTo>
                      <a:pt x="552" y="26"/>
                    </a:lnTo>
                    <a:lnTo>
                      <a:pt x="554" y="26"/>
                    </a:lnTo>
                    <a:lnTo>
                      <a:pt x="554" y="26"/>
                    </a:lnTo>
                    <a:lnTo>
                      <a:pt x="554" y="28"/>
                    </a:lnTo>
                    <a:lnTo>
                      <a:pt x="554" y="28"/>
                    </a:lnTo>
                    <a:lnTo>
                      <a:pt x="554" y="28"/>
                    </a:lnTo>
                    <a:lnTo>
                      <a:pt x="554" y="31"/>
                    </a:lnTo>
                    <a:lnTo>
                      <a:pt x="557" y="31"/>
                    </a:lnTo>
                    <a:lnTo>
                      <a:pt x="557" y="31"/>
                    </a:lnTo>
                    <a:lnTo>
                      <a:pt x="557" y="31"/>
                    </a:lnTo>
                    <a:lnTo>
                      <a:pt x="559" y="31"/>
                    </a:lnTo>
                    <a:lnTo>
                      <a:pt x="559" y="31"/>
                    </a:lnTo>
                    <a:lnTo>
                      <a:pt x="559" y="33"/>
                    </a:lnTo>
                    <a:lnTo>
                      <a:pt x="559" y="33"/>
                    </a:lnTo>
                    <a:lnTo>
                      <a:pt x="557" y="33"/>
                    </a:lnTo>
                    <a:lnTo>
                      <a:pt x="557" y="33"/>
                    </a:lnTo>
                    <a:lnTo>
                      <a:pt x="557" y="35"/>
                    </a:lnTo>
                    <a:lnTo>
                      <a:pt x="559" y="35"/>
                    </a:lnTo>
                    <a:lnTo>
                      <a:pt x="559" y="35"/>
                    </a:lnTo>
                    <a:lnTo>
                      <a:pt x="557" y="35"/>
                    </a:lnTo>
                    <a:lnTo>
                      <a:pt x="557" y="38"/>
                    </a:lnTo>
                    <a:lnTo>
                      <a:pt x="559" y="38"/>
                    </a:lnTo>
                    <a:lnTo>
                      <a:pt x="559" y="38"/>
                    </a:lnTo>
                    <a:lnTo>
                      <a:pt x="559" y="38"/>
                    </a:lnTo>
                    <a:lnTo>
                      <a:pt x="559" y="38"/>
                    </a:lnTo>
                    <a:lnTo>
                      <a:pt x="559" y="38"/>
                    </a:lnTo>
                    <a:lnTo>
                      <a:pt x="561" y="38"/>
                    </a:lnTo>
                    <a:lnTo>
                      <a:pt x="561" y="35"/>
                    </a:lnTo>
                    <a:lnTo>
                      <a:pt x="561" y="35"/>
                    </a:lnTo>
                    <a:lnTo>
                      <a:pt x="561" y="38"/>
                    </a:lnTo>
                    <a:lnTo>
                      <a:pt x="561" y="38"/>
                    </a:lnTo>
                    <a:lnTo>
                      <a:pt x="564" y="38"/>
                    </a:lnTo>
                    <a:lnTo>
                      <a:pt x="564" y="38"/>
                    </a:lnTo>
                    <a:lnTo>
                      <a:pt x="564" y="35"/>
                    </a:lnTo>
                    <a:lnTo>
                      <a:pt x="564" y="35"/>
                    </a:lnTo>
                    <a:lnTo>
                      <a:pt x="564" y="35"/>
                    </a:lnTo>
                    <a:lnTo>
                      <a:pt x="561" y="35"/>
                    </a:lnTo>
                    <a:lnTo>
                      <a:pt x="561" y="35"/>
                    </a:lnTo>
                    <a:lnTo>
                      <a:pt x="561" y="35"/>
                    </a:lnTo>
                    <a:lnTo>
                      <a:pt x="561" y="33"/>
                    </a:lnTo>
                    <a:lnTo>
                      <a:pt x="561" y="33"/>
                    </a:lnTo>
                    <a:lnTo>
                      <a:pt x="561" y="33"/>
                    </a:lnTo>
                    <a:lnTo>
                      <a:pt x="561" y="33"/>
                    </a:lnTo>
                    <a:lnTo>
                      <a:pt x="564" y="33"/>
                    </a:lnTo>
                    <a:lnTo>
                      <a:pt x="564" y="33"/>
                    </a:lnTo>
                    <a:lnTo>
                      <a:pt x="566" y="33"/>
                    </a:lnTo>
                    <a:lnTo>
                      <a:pt x="566" y="33"/>
                    </a:lnTo>
                    <a:lnTo>
                      <a:pt x="566" y="33"/>
                    </a:lnTo>
                    <a:lnTo>
                      <a:pt x="568" y="33"/>
                    </a:lnTo>
                    <a:lnTo>
                      <a:pt x="568" y="33"/>
                    </a:lnTo>
                    <a:lnTo>
                      <a:pt x="568" y="33"/>
                    </a:lnTo>
                    <a:lnTo>
                      <a:pt x="568" y="33"/>
                    </a:lnTo>
                    <a:lnTo>
                      <a:pt x="571" y="33"/>
                    </a:lnTo>
                    <a:lnTo>
                      <a:pt x="571" y="35"/>
                    </a:lnTo>
                    <a:lnTo>
                      <a:pt x="571" y="35"/>
                    </a:lnTo>
                    <a:lnTo>
                      <a:pt x="571" y="35"/>
                    </a:lnTo>
                    <a:lnTo>
                      <a:pt x="573" y="35"/>
                    </a:lnTo>
                    <a:lnTo>
                      <a:pt x="573" y="35"/>
                    </a:lnTo>
                    <a:lnTo>
                      <a:pt x="573" y="35"/>
                    </a:lnTo>
                    <a:lnTo>
                      <a:pt x="573" y="38"/>
                    </a:lnTo>
                    <a:lnTo>
                      <a:pt x="576" y="38"/>
                    </a:lnTo>
                    <a:lnTo>
                      <a:pt x="576" y="38"/>
                    </a:lnTo>
                    <a:lnTo>
                      <a:pt x="576" y="38"/>
                    </a:lnTo>
                    <a:lnTo>
                      <a:pt x="578" y="38"/>
                    </a:lnTo>
                    <a:lnTo>
                      <a:pt x="578" y="38"/>
                    </a:lnTo>
                    <a:lnTo>
                      <a:pt x="580" y="38"/>
                    </a:lnTo>
                    <a:lnTo>
                      <a:pt x="580" y="35"/>
                    </a:lnTo>
                    <a:lnTo>
                      <a:pt x="580" y="35"/>
                    </a:lnTo>
                    <a:lnTo>
                      <a:pt x="580" y="38"/>
                    </a:lnTo>
                    <a:lnTo>
                      <a:pt x="580" y="38"/>
                    </a:lnTo>
                    <a:lnTo>
                      <a:pt x="583" y="38"/>
                    </a:lnTo>
                    <a:lnTo>
                      <a:pt x="583" y="35"/>
                    </a:lnTo>
                    <a:lnTo>
                      <a:pt x="583" y="35"/>
                    </a:lnTo>
                    <a:lnTo>
                      <a:pt x="583" y="35"/>
                    </a:lnTo>
                    <a:lnTo>
                      <a:pt x="585" y="35"/>
                    </a:lnTo>
                    <a:lnTo>
                      <a:pt x="585" y="33"/>
                    </a:lnTo>
                    <a:lnTo>
                      <a:pt x="585" y="33"/>
                    </a:lnTo>
                    <a:lnTo>
                      <a:pt x="585" y="33"/>
                    </a:lnTo>
                    <a:lnTo>
                      <a:pt x="585" y="35"/>
                    </a:lnTo>
                    <a:lnTo>
                      <a:pt x="587" y="35"/>
                    </a:lnTo>
                    <a:lnTo>
                      <a:pt x="587" y="35"/>
                    </a:lnTo>
                    <a:lnTo>
                      <a:pt x="587" y="38"/>
                    </a:lnTo>
                    <a:lnTo>
                      <a:pt x="585" y="38"/>
                    </a:lnTo>
                    <a:lnTo>
                      <a:pt x="585" y="38"/>
                    </a:lnTo>
                    <a:lnTo>
                      <a:pt x="585" y="38"/>
                    </a:lnTo>
                    <a:lnTo>
                      <a:pt x="585" y="38"/>
                    </a:lnTo>
                    <a:lnTo>
                      <a:pt x="585" y="38"/>
                    </a:lnTo>
                    <a:lnTo>
                      <a:pt x="583" y="38"/>
                    </a:lnTo>
                    <a:lnTo>
                      <a:pt x="583" y="38"/>
                    </a:lnTo>
                    <a:lnTo>
                      <a:pt x="580" y="38"/>
                    </a:lnTo>
                    <a:lnTo>
                      <a:pt x="580" y="38"/>
                    </a:lnTo>
                    <a:lnTo>
                      <a:pt x="580" y="40"/>
                    </a:lnTo>
                    <a:lnTo>
                      <a:pt x="580" y="40"/>
                    </a:lnTo>
                    <a:lnTo>
                      <a:pt x="580" y="40"/>
                    </a:lnTo>
                    <a:lnTo>
                      <a:pt x="578" y="40"/>
                    </a:lnTo>
                    <a:lnTo>
                      <a:pt x="578" y="42"/>
                    </a:lnTo>
                    <a:lnTo>
                      <a:pt x="578" y="42"/>
                    </a:lnTo>
                    <a:lnTo>
                      <a:pt x="578" y="42"/>
                    </a:lnTo>
                    <a:lnTo>
                      <a:pt x="578" y="45"/>
                    </a:lnTo>
                    <a:lnTo>
                      <a:pt x="576" y="45"/>
                    </a:lnTo>
                    <a:lnTo>
                      <a:pt x="576" y="45"/>
                    </a:lnTo>
                    <a:lnTo>
                      <a:pt x="576" y="45"/>
                    </a:lnTo>
                    <a:lnTo>
                      <a:pt x="576" y="47"/>
                    </a:lnTo>
                    <a:lnTo>
                      <a:pt x="576" y="47"/>
                    </a:lnTo>
                    <a:lnTo>
                      <a:pt x="576" y="47"/>
                    </a:lnTo>
                    <a:lnTo>
                      <a:pt x="578" y="47"/>
                    </a:lnTo>
                    <a:lnTo>
                      <a:pt x="578" y="47"/>
                    </a:lnTo>
                    <a:lnTo>
                      <a:pt x="578" y="47"/>
                    </a:lnTo>
                    <a:lnTo>
                      <a:pt x="578" y="50"/>
                    </a:lnTo>
                    <a:lnTo>
                      <a:pt x="580" y="50"/>
                    </a:lnTo>
                    <a:lnTo>
                      <a:pt x="580" y="50"/>
                    </a:lnTo>
                    <a:lnTo>
                      <a:pt x="580" y="50"/>
                    </a:lnTo>
                    <a:lnTo>
                      <a:pt x="580" y="47"/>
                    </a:lnTo>
                    <a:lnTo>
                      <a:pt x="583" y="47"/>
                    </a:lnTo>
                    <a:lnTo>
                      <a:pt x="583" y="47"/>
                    </a:lnTo>
                    <a:lnTo>
                      <a:pt x="583" y="47"/>
                    </a:lnTo>
                    <a:lnTo>
                      <a:pt x="585" y="47"/>
                    </a:lnTo>
                    <a:lnTo>
                      <a:pt x="585" y="47"/>
                    </a:lnTo>
                    <a:lnTo>
                      <a:pt x="585" y="47"/>
                    </a:lnTo>
                    <a:lnTo>
                      <a:pt x="585" y="45"/>
                    </a:lnTo>
                    <a:lnTo>
                      <a:pt x="585" y="45"/>
                    </a:lnTo>
                    <a:lnTo>
                      <a:pt x="587" y="45"/>
                    </a:lnTo>
                    <a:lnTo>
                      <a:pt x="587" y="45"/>
                    </a:lnTo>
                    <a:lnTo>
                      <a:pt x="587" y="47"/>
                    </a:lnTo>
                    <a:lnTo>
                      <a:pt x="587" y="47"/>
                    </a:lnTo>
                    <a:lnTo>
                      <a:pt x="590" y="47"/>
                    </a:lnTo>
                    <a:lnTo>
                      <a:pt x="590" y="45"/>
                    </a:lnTo>
                    <a:lnTo>
                      <a:pt x="590" y="45"/>
                    </a:lnTo>
                    <a:lnTo>
                      <a:pt x="592" y="45"/>
                    </a:lnTo>
                    <a:lnTo>
                      <a:pt x="592" y="45"/>
                    </a:lnTo>
                    <a:lnTo>
                      <a:pt x="592" y="45"/>
                    </a:lnTo>
                    <a:lnTo>
                      <a:pt x="595" y="45"/>
                    </a:lnTo>
                    <a:lnTo>
                      <a:pt x="595" y="47"/>
                    </a:lnTo>
                    <a:lnTo>
                      <a:pt x="595" y="47"/>
                    </a:lnTo>
                    <a:lnTo>
                      <a:pt x="595" y="47"/>
                    </a:lnTo>
                    <a:lnTo>
                      <a:pt x="595" y="47"/>
                    </a:lnTo>
                    <a:lnTo>
                      <a:pt x="595" y="47"/>
                    </a:lnTo>
                    <a:lnTo>
                      <a:pt x="597" y="47"/>
                    </a:lnTo>
                    <a:lnTo>
                      <a:pt x="597" y="47"/>
                    </a:lnTo>
                    <a:lnTo>
                      <a:pt x="597" y="47"/>
                    </a:lnTo>
                    <a:lnTo>
                      <a:pt x="599" y="47"/>
                    </a:lnTo>
                    <a:lnTo>
                      <a:pt x="599" y="47"/>
                    </a:lnTo>
                    <a:lnTo>
                      <a:pt x="599" y="47"/>
                    </a:lnTo>
                    <a:lnTo>
                      <a:pt x="599" y="50"/>
                    </a:lnTo>
                    <a:lnTo>
                      <a:pt x="599" y="50"/>
                    </a:lnTo>
                    <a:lnTo>
                      <a:pt x="602" y="50"/>
                    </a:lnTo>
                    <a:lnTo>
                      <a:pt x="602" y="47"/>
                    </a:lnTo>
                    <a:lnTo>
                      <a:pt x="602" y="47"/>
                    </a:lnTo>
                    <a:lnTo>
                      <a:pt x="602" y="47"/>
                    </a:lnTo>
                    <a:lnTo>
                      <a:pt x="602" y="47"/>
                    </a:lnTo>
                    <a:lnTo>
                      <a:pt x="602" y="45"/>
                    </a:lnTo>
                    <a:lnTo>
                      <a:pt x="602" y="45"/>
                    </a:lnTo>
                    <a:lnTo>
                      <a:pt x="602" y="45"/>
                    </a:lnTo>
                    <a:lnTo>
                      <a:pt x="604" y="45"/>
                    </a:lnTo>
                    <a:lnTo>
                      <a:pt x="604" y="45"/>
                    </a:lnTo>
                    <a:lnTo>
                      <a:pt x="606" y="45"/>
                    </a:lnTo>
                    <a:lnTo>
                      <a:pt x="606" y="45"/>
                    </a:lnTo>
                    <a:lnTo>
                      <a:pt x="606" y="42"/>
                    </a:lnTo>
                    <a:lnTo>
                      <a:pt x="606" y="42"/>
                    </a:lnTo>
                    <a:lnTo>
                      <a:pt x="606" y="42"/>
                    </a:lnTo>
                    <a:lnTo>
                      <a:pt x="609" y="42"/>
                    </a:lnTo>
                    <a:lnTo>
                      <a:pt x="609" y="42"/>
                    </a:lnTo>
                    <a:lnTo>
                      <a:pt x="609" y="40"/>
                    </a:lnTo>
                    <a:lnTo>
                      <a:pt x="609" y="40"/>
                    </a:lnTo>
                    <a:lnTo>
                      <a:pt x="609" y="40"/>
                    </a:lnTo>
                    <a:lnTo>
                      <a:pt x="611" y="40"/>
                    </a:lnTo>
                    <a:lnTo>
                      <a:pt x="611" y="40"/>
                    </a:lnTo>
                    <a:lnTo>
                      <a:pt x="613" y="40"/>
                    </a:lnTo>
                    <a:lnTo>
                      <a:pt x="613" y="40"/>
                    </a:lnTo>
                    <a:lnTo>
                      <a:pt x="613" y="40"/>
                    </a:lnTo>
                    <a:lnTo>
                      <a:pt x="613" y="40"/>
                    </a:lnTo>
                    <a:lnTo>
                      <a:pt x="616" y="40"/>
                    </a:lnTo>
                    <a:lnTo>
                      <a:pt x="616" y="40"/>
                    </a:lnTo>
                    <a:lnTo>
                      <a:pt x="616" y="40"/>
                    </a:lnTo>
                    <a:lnTo>
                      <a:pt x="616" y="40"/>
                    </a:lnTo>
                    <a:lnTo>
                      <a:pt x="616" y="38"/>
                    </a:lnTo>
                    <a:lnTo>
                      <a:pt x="618" y="38"/>
                    </a:lnTo>
                    <a:lnTo>
                      <a:pt x="618" y="38"/>
                    </a:lnTo>
                    <a:lnTo>
                      <a:pt x="618" y="38"/>
                    </a:lnTo>
                    <a:lnTo>
                      <a:pt x="621" y="38"/>
                    </a:lnTo>
                    <a:lnTo>
                      <a:pt x="621" y="38"/>
                    </a:lnTo>
                    <a:lnTo>
                      <a:pt x="621" y="38"/>
                    </a:lnTo>
                    <a:lnTo>
                      <a:pt x="621" y="38"/>
                    </a:lnTo>
                    <a:lnTo>
                      <a:pt x="623" y="38"/>
                    </a:lnTo>
                    <a:lnTo>
                      <a:pt x="623" y="38"/>
                    </a:lnTo>
                    <a:lnTo>
                      <a:pt x="623" y="35"/>
                    </a:lnTo>
                    <a:lnTo>
                      <a:pt x="623" y="35"/>
                    </a:lnTo>
                    <a:lnTo>
                      <a:pt x="623" y="35"/>
                    </a:lnTo>
                    <a:lnTo>
                      <a:pt x="623" y="33"/>
                    </a:lnTo>
                    <a:lnTo>
                      <a:pt x="623" y="33"/>
                    </a:lnTo>
                    <a:lnTo>
                      <a:pt x="623" y="33"/>
                    </a:lnTo>
                    <a:lnTo>
                      <a:pt x="625" y="33"/>
                    </a:lnTo>
                    <a:lnTo>
                      <a:pt x="625" y="33"/>
                    </a:lnTo>
                    <a:lnTo>
                      <a:pt x="625" y="33"/>
                    </a:lnTo>
                    <a:lnTo>
                      <a:pt x="628" y="33"/>
                    </a:lnTo>
                    <a:lnTo>
                      <a:pt x="628" y="33"/>
                    </a:lnTo>
                    <a:lnTo>
                      <a:pt x="628" y="33"/>
                    </a:lnTo>
                    <a:lnTo>
                      <a:pt x="630" y="33"/>
                    </a:lnTo>
                    <a:lnTo>
                      <a:pt x="630" y="31"/>
                    </a:lnTo>
                    <a:lnTo>
                      <a:pt x="630" y="31"/>
                    </a:lnTo>
                    <a:lnTo>
                      <a:pt x="632" y="31"/>
                    </a:lnTo>
                    <a:lnTo>
                      <a:pt x="632" y="31"/>
                    </a:lnTo>
                    <a:lnTo>
                      <a:pt x="632" y="31"/>
                    </a:lnTo>
                    <a:lnTo>
                      <a:pt x="632" y="31"/>
                    </a:lnTo>
                    <a:lnTo>
                      <a:pt x="635" y="31"/>
                    </a:lnTo>
                    <a:lnTo>
                      <a:pt x="635" y="31"/>
                    </a:lnTo>
                    <a:lnTo>
                      <a:pt x="635" y="31"/>
                    </a:lnTo>
                    <a:lnTo>
                      <a:pt x="637" y="31"/>
                    </a:lnTo>
                    <a:lnTo>
                      <a:pt x="637" y="28"/>
                    </a:lnTo>
                    <a:lnTo>
                      <a:pt x="637" y="28"/>
                    </a:lnTo>
                    <a:lnTo>
                      <a:pt x="640" y="28"/>
                    </a:lnTo>
                    <a:lnTo>
                      <a:pt x="640" y="28"/>
                    </a:lnTo>
                    <a:lnTo>
                      <a:pt x="640" y="28"/>
                    </a:lnTo>
                    <a:lnTo>
                      <a:pt x="640" y="26"/>
                    </a:lnTo>
                    <a:lnTo>
                      <a:pt x="640" y="26"/>
                    </a:lnTo>
                    <a:lnTo>
                      <a:pt x="642" y="26"/>
                    </a:lnTo>
                    <a:lnTo>
                      <a:pt x="642" y="26"/>
                    </a:lnTo>
                    <a:lnTo>
                      <a:pt x="642" y="26"/>
                    </a:lnTo>
                    <a:lnTo>
                      <a:pt x="644" y="26"/>
                    </a:lnTo>
                    <a:lnTo>
                      <a:pt x="644" y="26"/>
                    </a:lnTo>
                    <a:lnTo>
                      <a:pt x="647" y="26"/>
                    </a:lnTo>
                    <a:lnTo>
                      <a:pt x="647" y="26"/>
                    </a:lnTo>
                    <a:lnTo>
                      <a:pt x="647" y="26"/>
                    </a:lnTo>
                    <a:lnTo>
                      <a:pt x="649" y="26"/>
                    </a:lnTo>
                    <a:lnTo>
                      <a:pt x="649" y="26"/>
                    </a:lnTo>
                    <a:lnTo>
                      <a:pt x="649" y="26"/>
                    </a:lnTo>
                    <a:lnTo>
                      <a:pt x="649" y="26"/>
                    </a:lnTo>
                    <a:lnTo>
                      <a:pt x="649" y="26"/>
                    </a:lnTo>
                    <a:lnTo>
                      <a:pt x="651" y="26"/>
                    </a:lnTo>
                    <a:lnTo>
                      <a:pt x="651" y="26"/>
                    </a:lnTo>
                    <a:lnTo>
                      <a:pt x="654" y="26"/>
                    </a:lnTo>
                    <a:lnTo>
                      <a:pt x="654" y="26"/>
                    </a:lnTo>
                    <a:lnTo>
                      <a:pt x="654" y="26"/>
                    </a:lnTo>
                    <a:lnTo>
                      <a:pt x="654" y="26"/>
                    </a:lnTo>
                    <a:lnTo>
                      <a:pt x="654" y="28"/>
                    </a:lnTo>
                    <a:lnTo>
                      <a:pt x="654" y="28"/>
                    </a:lnTo>
                    <a:lnTo>
                      <a:pt x="654" y="28"/>
                    </a:lnTo>
                    <a:lnTo>
                      <a:pt x="654" y="31"/>
                    </a:lnTo>
                    <a:lnTo>
                      <a:pt x="651" y="31"/>
                    </a:lnTo>
                    <a:lnTo>
                      <a:pt x="651" y="31"/>
                    </a:lnTo>
                    <a:lnTo>
                      <a:pt x="651" y="31"/>
                    </a:lnTo>
                    <a:lnTo>
                      <a:pt x="649" y="31"/>
                    </a:lnTo>
                    <a:lnTo>
                      <a:pt x="649" y="33"/>
                    </a:lnTo>
                    <a:lnTo>
                      <a:pt x="649" y="33"/>
                    </a:lnTo>
                    <a:lnTo>
                      <a:pt x="649" y="33"/>
                    </a:lnTo>
                    <a:lnTo>
                      <a:pt x="649" y="31"/>
                    </a:lnTo>
                    <a:lnTo>
                      <a:pt x="647" y="31"/>
                    </a:lnTo>
                    <a:lnTo>
                      <a:pt x="647" y="31"/>
                    </a:lnTo>
                    <a:lnTo>
                      <a:pt x="647" y="31"/>
                    </a:lnTo>
                    <a:lnTo>
                      <a:pt x="644" y="31"/>
                    </a:lnTo>
                    <a:lnTo>
                      <a:pt x="644" y="31"/>
                    </a:lnTo>
                    <a:lnTo>
                      <a:pt x="644" y="33"/>
                    </a:lnTo>
                    <a:lnTo>
                      <a:pt x="644" y="33"/>
                    </a:lnTo>
                    <a:lnTo>
                      <a:pt x="644" y="33"/>
                    </a:lnTo>
                    <a:lnTo>
                      <a:pt x="647" y="33"/>
                    </a:lnTo>
                    <a:lnTo>
                      <a:pt x="647" y="35"/>
                    </a:lnTo>
                    <a:lnTo>
                      <a:pt x="647" y="35"/>
                    </a:lnTo>
                    <a:lnTo>
                      <a:pt x="647" y="35"/>
                    </a:lnTo>
                    <a:lnTo>
                      <a:pt x="647" y="35"/>
                    </a:lnTo>
                    <a:lnTo>
                      <a:pt x="647" y="38"/>
                    </a:lnTo>
                    <a:lnTo>
                      <a:pt x="649" y="38"/>
                    </a:lnTo>
                    <a:lnTo>
                      <a:pt x="649" y="38"/>
                    </a:lnTo>
                    <a:lnTo>
                      <a:pt x="649" y="38"/>
                    </a:lnTo>
                    <a:lnTo>
                      <a:pt x="649" y="38"/>
                    </a:lnTo>
                    <a:lnTo>
                      <a:pt x="649" y="38"/>
                    </a:lnTo>
                    <a:lnTo>
                      <a:pt x="651" y="38"/>
                    </a:lnTo>
                    <a:lnTo>
                      <a:pt x="651" y="38"/>
                    </a:lnTo>
                    <a:lnTo>
                      <a:pt x="651" y="40"/>
                    </a:lnTo>
                    <a:lnTo>
                      <a:pt x="654" y="40"/>
                    </a:lnTo>
                    <a:lnTo>
                      <a:pt x="654" y="40"/>
                    </a:lnTo>
                    <a:lnTo>
                      <a:pt x="654" y="40"/>
                    </a:lnTo>
                    <a:lnTo>
                      <a:pt x="654" y="40"/>
                    </a:lnTo>
                    <a:lnTo>
                      <a:pt x="656" y="40"/>
                    </a:lnTo>
                    <a:lnTo>
                      <a:pt x="656" y="42"/>
                    </a:lnTo>
                    <a:lnTo>
                      <a:pt x="656" y="42"/>
                    </a:lnTo>
                    <a:lnTo>
                      <a:pt x="658" y="42"/>
                    </a:lnTo>
                    <a:lnTo>
                      <a:pt x="658" y="42"/>
                    </a:lnTo>
                    <a:lnTo>
                      <a:pt x="658" y="42"/>
                    </a:lnTo>
                    <a:lnTo>
                      <a:pt x="658" y="42"/>
                    </a:lnTo>
                    <a:lnTo>
                      <a:pt x="658" y="45"/>
                    </a:lnTo>
                    <a:lnTo>
                      <a:pt x="661" y="45"/>
                    </a:lnTo>
                    <a:lnTo>
                      <a:pt x="661" y="45"/>
                    </a:lnTo>
                    <a:lnTo>
                      <a:pt x="661" y="45"/>
                    </a:lnTo>
                    <a:lnTo>
                      <a:pt x="661" y="45"/>
                    </a:lnTo>
                    <a:lnTo>
                      <a:pt x="663" y="45"/>
                    </a:lnTo>
                    <a:lnTo>
                      <a:pt x="663" y="45"/>
                    </a:lnTo>
                    <a:lnTo>
                      <a:pt x="663" y="47"/>
                    </a:lnTo>
                    <a:lnTo>
                      <a:pt x="666" y="47"/>
                    </a:lnTo>
                    <a:lnTo>
                      <a:pt x="666" y="47"/>
                    </a:lnTo>
                    <a:lnTo>
                      <a:pt x="666" y="47"/>
                    </a:lnTo>
                    <a:lnTo>
                      <a:pt x="666" y="47"/>
                    </a:lnTo>
                    <a:lnTo>
                      <a:pt x="668" y="47"/>
                    </a:lnTo>
                    <a:lnTo>
                      <a:pt x="668" y="47"/>
                    </a:lnTo>
                    <a:lnTo>
                      <a:pt x="668" y="47"/>
                    </a:lnTo>
                    <a:lnTo>
                      <a:pt x="668" y="47"/>
                    </a:lnTo>
                    <a:lnTo>
                      <a:pt x="668" y="50"/>
                    </a:lnTo>
                    <a:lnTo>
                      <a:pt x="670" y="50"/>
                    </a:lnTo>
                    <a:lnTo>
                      <a:pt x="670" y="50"/>
                    </a:lnTo>
                    <a:lnTo>
                      <a:pt x="670" y="50"/>
                    </a:lnTo>
                    <a:lnTo>
                      <a:pt x="673" y="50"/>
                    </a:lnTo>
                    <a:lnTo>
                      <a:pt x="673" y="52"/>
                    </a:lnTo>
                    <a:lnTo>
                      <a:pt x="673" y="52"/>
                    </a:lnTo>
                    <a:lnTo>
                      <a:pt x="673" y="52"/>
                    </a:lnTo>
                    <a:lnTo>
                      <a:pt x="673" y="52"/>
                    </a:lnTo>
                    <a:lnTo>
                      <a:pt x="675" y="52"/>
                    </a:lnTo>
                    <a:lnTo>
                      <a:pt x="675" y="52"/>
                    </a:lnTo>
                    <a:lnTo>
                      <a:pt x="675" y="54"/>
                    </a:lnTo>
                    <a:lnTo>
                      <a:pt x="675" y="54"/>
                    </a:lnTo>
                    <a:lnTo>
                      <a:pt x="675" y="54"/>
                    </a:lnTo>
                    <a:lnTo>
                      <a:pt x="677" y="54"/>
                    </a:lnTo>
                    <a:lnTo>
                      <a:pt x="677" y="57"/>
                    </a:lnTo>
                    <a:lnTo>
                      <a:pt x="677" y="57"/>
                    </a:lnTo>
                    <a:lnTo>
                      <a:pt x="677" y="57"/>
                    </a:lnTo>
                    <a:lnTo>
                      <a:pt x="680" y="57"/>
                    </a:lnTo>
                    <a:lnTo>
                      <a:pt x="680" y="57"/>
                    </a:lnTo>
                    <a:lnTo>
                      <a:pt x="680" y="57"/>
                    </a:lnTo>
                    <a:lnTo>
                      <a:pt x="680" y="59"/>
                    </a:lnTo>
                    <a:lnTo>
                      <a:pt x="680" y="59"/>
                    </a:lnTo>
                    <a:lnTo>
                      <a:pt x="680" y="59"/>
                    </a:lnTo>
                    <a:lnTo>
                      <a:pt x="682" y="59"/>
                    </a:lnTo>
                    <a:lnTo>
                      <a:pt x="682" y="61"/>
                    </a:lnTo>
                    <a:lnTo>
                      <a:pt x="682" y="61"/>
                    </a:lnTo>
                    <a:lnTo>
                      <a:pt x="682" y="61"/>
                    </a:lnTo>
                    <a:lnTo>
                      <a:pt x="682" y="61"/>
                    </a:lnTo>
                    <a:lnTo>
                      <a:pt x="682" y="64"/>
                    </a:lnTo>
                    <a:lnTo>
                      <a:pt x="684" y="64"/>
                    </a:lnTo>
                    <a:lnTo>
                      <a:pt x="684" y="64"/>
                    </a:lnTo>
                    <a:lnTo>
                      <a:pt x="684" y="64"/>
                    </a:lnTo>
                    <a:lnTo>
                      <a:pt x="684" y="66"/>
                    </a:lnTo>
                    <a:lnTo>
                      <a:pt x="687" y="66"/>
                    </a:lnTo>
                    <a:lnTo>
                      <a:pt x="687" y="66"/>
                    </a:lnTo>
                    <a:lnTo>
                      <a:pt x="687" y="66"/>
                    </a:lnTo>
                    <a:lnTo>
                      <a:pt x="687" y="66"/>
                    </a:lnTo>
                    <a:lnTo>
                      <a:pt x="687" y="66"/>
                    </a:lnTo>
                    <a:lnTo>
                      <a:pt x="687" y="69"/>
                    </a:lnTo>
                    <a:lnTo>
                      <a:pt x="689" y="69"/>
                    </a:lnTo>
                    <a:lnTo>
                      <a:pt x="689" y="69"/>
                    </a:lnTo>
                    <a:lnTo>
                      <a:pt x="689" y="69"/>
                    </a:lnTo>
                    <a:lnTo>
                      <a:pt x="689" y="71"/>
                    </a:lnTo>
                    <a:lnTo>
                      <a:pt x="692" y="71"/>
                    </a:lnTo>
                    <a:lnTo>
                      <a:pt x="692" y="71"/>
                    </a:lnTo>
                    <a:lnTo>
                      <a:pt x="692" y="71"/>
                    </a:lnTo>
                    <a:lnTo>
                      <a:pt x="692" y="73"/>
                    </a:lnTo>
                    <a:lnTo>
                      <a:pt x="692" y="73"/>
                    </a:lnTo>
                    <a:lnTo>
                      <a:pt x="692" y="73"/>
                    </a:lnTo>
                    <a:lnTo>
                      <a:pt x="692" y="76"/>
                    </a:lnTo>
                    <a:lnTo>
                      <a:pt x="694" y="76"/>
                    </a:lnTo>
                    <a:lnTo>
                      <a:pt x="694" y="76"/>
                    </a:lnTo>
                    <a:lnTo>
                      <a:pt x="694" y="76"/>
                    </a:lnTo>
                    <a:lnTo>
                      <a:pt x="694" y="76"/>
                    </a:lnTo>
                    <a:lnTo>
                      <a:pt x="694" y="76"/>
                    </a:lnTo>
                    <a:lnTo>
                      <a:pt x="694" y="78"/>
                    </a:lnTo>
                    <a:lnTo>
                      <a:pt x="696" y="78"/>
                    </a:lnTo>
                    <a:lnTo>
                      <a:pt x="696" y="78"/>
                    </a:lnTo>
                    <a:lnTo>
                      <a:pt x="696" y="78"/>
                    </a:lnTo>
                    <a:lnTo>
                      <a:pt x="696" y="80"/>
                    </a:lnTo>
                    <a:lnTo>
                      <a:pt x="699" y="80"/>
                    </a:lnTo>
                    <a:lnTo>
                      <a:pt x="699" y="80"/>
                    </a:lnTo>
                    <a:lnTo>
                      <a:pt x="699" y="80"/>
                    </a:lnTo>
                    <a:lnTo>
                      <a:pt x="699" y="83"/>
                    </a:lnTo>
                    <a:lnTo>
                      <a:pt x="699" y="83"/>
                    </a:lnTo>
                    <a:lnTo>
                      <a:pt x="699" y="83"/>
                    </a:lnTo>
                    <a:lnTo>
                      <a:pt x="701" y="83"/>
                    </a:lnTo>
                    <a:lnTo>
                      <a:pt x="701" y="85"/>
                    </a:lnTo>
                    <a:lnTo>
                      <a:pt x="701" y="85"/>
                    </a:lnTo>
                    <a:lnTo>
                      <a:pt x="701" y="85"/>
                    </a:lnTo>
                    <a:lnTo>
                      <a:pt x="701" y="85"/>
                    </a:lnTo>
                    <a:lnTo>
                      <a:pt x="701" y="85"/>
                    </a:lnTo>
                    <a:lnTo>
                      <a:pt x="701" y="88"/>
                    </a:lnTo>
                    <a:lnTo>
                      <a:pt x="703" y="88"/>
                    </a:lnTo>
                    <a:lnTo>
                      <a:pt x="703" y="88"/>
                    </a:lnTo>
                    <a:lnTo>
                      <a:pt x="703" y="88"/>
                    </a:lnTo>
                    <a:lnTo>
                      <a:pt x="703" y="90"/>
                    </a:lnTo>
                    <a:lnTo>
                      <a:pt x="706" y="90"/>
                    </a:lnTo>
                    <a:lnTo>
                      <a:pt x="706" y="90"/>
                    </a:lnTo>
                    <a:lnTo>
                      <a:pt x="706" y="90"/>
                    </a:lnTo>
                    <a:lnTo>
                      <a:pt x="706" y="92"/>
                    </a:lnTo>
                    <a:lnTo>
                      <a:pt x="706" y="92"/>
                    </a:lnTo>
                    <a:lnTo>
                      <a:pt x="706" y="92"/>
                    </a:lnTo>
                    <a:lnTo>
                      <a:pt x="706" y="95"/>
                    </a:lnTo>
                    <a:lnTo>
                      <a:pt x="708" y="95"/>
                    </a:lnTo>
                    <a:lnTo>
                      <a:pt x="708" y="95"/>
                    </a:lnTo>
                    <a:lnTo>
                      <a:pt x="708" y="95"/>
                    </a:lnTo>
                    <a:lnTo>
                      <a:pt x="708" y="97"/>
                    </a:lnTo>
                    <a:lnTo>
                      <a:pt x="708" y="97"/>
                    </a:lnTo>
                    <a:lnTo>
                      <a:pt x="708" y="97"/>
                    </a:lnTo>
                    <a:lnTo>
                      <a:pt x="708" y="97"/>
                    </a:lnTo>
                    <a:lnTo>
                      <a:pt x="711" y="97"/>
                    </a:lnTo>
                    <a:lnTo>
                      <a:pt x="711" y="99"/>
                    </a:lnTo>
                    <a:lnTo>
                      <a:pt x="711" y="99"/>
                    </a:lnTo>
                    <a:lnTo>
                      <a:pt x="711" y="99"/>
                    </a:lnTo>
                    <a:lnTo>
                      <a:pt x="711" y="102"/>
                    </a:lnTo>
                    <a:lnTo>
                      <a:pt x="713" y="102"/>
                    </a:lnTo>
                    <a:lnTo>
                      <a:pt x="713" y="102"/>
                    </a:lnTo>
                    <a:lnTo>
                      <a:pt x="713" y="102"/>
                    </a:lnTo>
                    <a:lnTo>
                      <a:pt x="713" y="104"/>
                    </a:lnTo>
                    <a:lnTo>
                      <a:pt x="713" y="104"/>
                    </a:lnTo>
                    <a:lnTo>
                      <a:pt x="713" y="104"/>
                    </a:lnTo>
                    <a:lnTo>
                      <a:pt x="713" y="106"/>
                    </a:lnTo>
                    <a:lnTo>
                      <a:pt x="715" y="106"/>
                    </a:lnTo>
                    <a:lnTo>
                      <a:pt x="715" y="106"/>
                    </a:lnTo>
                    <a:lnTo>
                      <a:pt x="715" y="106"/>
                    </a:lnTo>
                    <a:lnTo>
                      <a:pt x="715" y="106"/>
                    </a:lnTo>
                    <a:lnTo>
                      <a:pt x="715" y="106"/>
                    </a:lnTo>
                    <a:lnTo>
                      <a:pt x="715" y="109"/>
                    </a:lnTo>
                    <a:lnTo>
                      <a:pt x="718" y="109"/>
                    </a:lnTo>
                    <a:lnTo>
                      <a:pt x="718" y="109"/>
                    </a:lnTo>
                    <a:lnTo>
                      <a:pt x="718" y="111"/>
                    </a:lnTo>
                    <a:lnTo>
                      <a:pt x="718" y="111"/>
                    </a:lnTo>
                    <a:lnTo>
                      <a:pt x="718" y="111"/>
                    </a:lnTo>
                    <a:lnTo>
                      <a:pt x="720" y="111"/>
                    </a:lnTo>
                    <a:lnTo>
                      <a:pt x="720" y="114"/>
                    </a:lnTo>
                    <a:lnTo>
                      <a:pt x="720" y="114"/>
                    </a:lnTo>
                    <a:lnTo>
                      <a:pt x="720" y="114"/>
                    </a:lnTo>
                    <a:lnTo>
                      <a:pt x="720" y="116"/>
                    </a:lnTo>
                    <a:lnTo>
                      <a:pt x="720" y="116"/>
                    </a:lnTo>
                    <a:lnTo>
                      <a:pt x="720" y="116"/>
                    </a:lnTo>
                    <a:lnTo>
                      <a:pt x="722" y="116"/>
                    </a:lnTo>
                    <a:lnTo>
                      <a:pt x="722" y="116"/>
                    </a:lnTo>
                    <a:lnTo>
                      <a:pt x="722" y="116"/>
                    </a:lnTo>
                    <a:lnTo>
                      <a:pt x="722" y="116"/>
                    </a:lnTo>
                    <a:lnTo>
                      <a:pt x="722" y="116"/>
                    </a:lnTo>
                    <a:lnTo>
                      <a:pt x="725" y="116"/>
                    </a:lnTo>
                    <a:lnTo>
                      <a:pt x="725" y="116"/>
                    </a:lnTo>
                    <a:lnTo>
                      <a:pt x="725" y="116"/>
                    </a:lnTo>
                    <a:lnTo>
                      <a:pt x="725" y="114"/>
                    </a:lnTo>
                    <a:lnTo>
                      <a:pt x="727" y="114"/>
                    </a:lnTo>
                    <a:lnTo>
                      <a:pt x="727" y="114"/>
                    </a:lnTo>
                    <a:lnTo>
                      <a:pt x="727" y="114"/>
                    </a:lnTo>
                    <a:lnTo>
                      <a:pt x="729" y="114"/>
                    </a:lnTo>
                    <a:lnTo>
                      <a:pt x="729" y="114"/>
                    </a:lnTo>
                    <a:lnTo>
                      <a:pt x="729" y="114"/>
                    </a:lnTo>
                    <a:lnTo>
                      <a:pt x="732" y="114"/>
                    </a:lnTo>
                    <a:lnTo>
                      <a:pt x="732" y="111"/>
                    </a:lnTo>
                    <a:lnTo>
                      <a:pt x="732" y="111"/>
                    </a:lnTo>
                    <a:lnTo>
                      <a:pt x="732" y="109"/>
                    </a:lnTo>
                    <a:lnTo>
                      <a:pt x="732" y="109"/>
                    </a:lnTo>
                    <a:lnTo>
                      <a:pt x="729" y="109"/>
                    </a:lnTo>
                    <a:lnTo>
                      <a:pt x="729" y="106"/>
                    </a:lnTo>
                    <a:lnTo>
                      <a:pt x="732" y="106"/>
                    </a:lnTo>
                    <a:lnTo>
                      <a:pt x="732" y="106"/>
                    </a:lnTo>
                    <a:lnTo>
                      <a:pt x="732" y="106"/>
                    </a:lnTo>
                    <a:lnTo>
                      <a:pt x="732" y="106"/>
                    </a:lnTo>
                    <a:lnTo>
                      <a:pt x="734" y="106"/>
                    </a:lnTo>
                    <a:lnTo>
                      <a:pt x="734" y="106"/>
                    </a:lnTo>
                    <a:lnTo>
                      <a:pt x="734" y="106"/>
                    </a:lnTo>
                    <a:lnTo>
                      <a:pt x="734" y="104"/>
                    </a:lnTo>
                    <a:lnTo>
                      <a:pt x="734" y="104"/>
                    </a:lnTo>
                    <a:lnTo>
                      <a:pt x="737" y="104"/>
                    </a:lnTo>
                    <a:lnTo>
                      <a:pt x="737" y="104"/>
                    </a:lnTo>
                    <a:lnTo>
                      <a:pt x="739" y="104"/>
                    </a:lnTo>
                    <a:lnTo>
                      <a:pt x="739" y="104"/>
                    </a:lnTo>
                    <a:lnTo>
                      <a:pt x="739" y="106"/>
                    </a:lnTo>
                    <a:lnTo>
                      <a:pt x="739" y="106"/>
                    </a:lnTo>
                    <a:lnTo>
                      <a:pt x="741" y="106"/>
                    </a:lnTo>
                    <a:lnTo>
                      <a:pt x="741" y="106"/>
                    </a:lnTo>
                    <a:lnTo>
                      <a:pt x="741" y="106"/>
                    </a:lnTo>
                    <a:lnTo>
                      <a:pt x="741" y="106"/>
                    </a:lnTo>
                    <a:lnTo>
                      <a:pt x="744" y="106"/>
                    </a:lnTo>
                    <a:lnTo>
                      <a:pt x="744" y="106"/>
                    </a:lnTo>
                    <a:lnTo>
                      <a:pt x="744" y="106"/>
                    </a:lnTo>
                    <a:lnTo>
                      <a:pt x="744" y="106"/>
                    </a:lnTo>
                    <a:lnTo>
                      <a:pt x="746" y="106"/>
                    </a:lnTo>
                    <a:lnTo>
                      <a:pt x="746" y="106"/>
                    </a:lnTo>
                    <a:lnTo>
                      <a:pt x="746" y="106"/>
                    </a:lnTo>
                    <a:lnTo>
                      <a:pt x="746" y="109"/>
                    </a:lnTo>
                    <a:lnTo>
                      <a:pt x="746" y="109"/>
                    </a:lnTo>
                    <a:lnTo>
                      <a:pt x="746" y="109"/>
                    </a:lnTo>
                    <a:lnTo>
                      <a:pt x="746" y="111"/>
                    </a:lnTo>
                    <a:lnTo>
                      <a:pt x="744" y="111"/>
                    </a:lnTo>
                    <a:lnTo>
                      <a:pt x="744" y="111"/>
                    </a:lnTo>
                    <a:lnTo>
                      <a:pt x="744" y="114"/>
                    </a:lnTo>
                    <a:lnTo>
                      <a:pt x="746" y="114"/>
                    </a:lnTo>
                    <a:lnTo>
                      <a:pt x="746" y="114"/>
                    </a:lnTo>
                    <a:lnTo>
                      <a:pt x="746" y="114"/>
                    </a:lnTo>
                    <a:lnTo>
                      <a:pt x="748" y="114"/>
                    </a:lnTo>
                    <a:lnTo>
                      <a:pt x="748" y="114"/>
                    </a:lnTo>
                    <a:lnTo>
                      <a:pt x="748" y="114"/>
                    </a:lnTo>
                    <a:lnTo>
                      <a:pt x="748" y="111"/>
                    </a:lnTo>
                    <a:lnTo>
                      <a:pt x="751" y="111"/>
                    </a:lnTo>
                    <a:lnTo>
                      <a:pt x="751" y="114"/>
                    </a:lnTo>
                    <a:lnTo>
                      <a:pt x="751" y="114"/>
                    </a:lnTo>
                    <a:lnTo>
                      <a:pt x="751" y="114"/>
                    </a:lnTo>
                    <a:lnTo>
                      <a:pt x="753" y="114"/>
                    </a:lnTo>
                    <a:lnTo>
                      <a:pt x="753" y="116"/>
                    </a:lnTo>
                    <a:lnTo>
                      <a:pt x="753" y="116"/>
                    </a:lnTo>
                    <a:lnTo>
                      <a:pt x="753" y="116"/>
                    </a:lnTo>
                    <a:lnTo>
                      <a:pt x="753" y="118"/>
                    </a:lnTo>
                    <a:lnTo>
                      <a:pt x="753" y="118"/>
                    </a:lnTo>
                    <a:lnTo>
                      <a:pt x="753" y="118"/>
                    </a:lnTo>
                    <a:lnTo>
                      <a:pt x="755" y="118"/>
                    </a:lnTo>
                    <a:lnTo>
                      <a:pt x="755" y="118"/>
                    </a:lnTo>
                    <a:lnTo>
                      <a:pt x="755" y="118"/>
                    </a:lnTo>
                    <a:lnTo>
                      <a:pt x="758" y="118"/>
                    </a:lnTo>
                    <a:lnTo>
                      <a:pt x="758" y="118"/>
                    </a:lnTo>
                    <a:lnTo>
                      <a:pt x="758" y="116"/>
                    </a:lnTo>
                    <a:lnTo>
                      <a:pt x="760" y="116"/>
                    </a:lnTo>
                    <a:lnTo>
                      <a:pt x="760" y="116"/>
                    </a:lnTo>
                    <a:lnTo>
                      <a:pt x="760" y="116"/>
                    </a:lnTo>
                    <a:lnTo>
                      <a:pt x="763" y="116"/>
                    </a:lnTo>
                    <a:lnTo>
                      <a:pt x="763" y="116"/>
                    </a:lnTo>
                    <a:lnTo>
                      <a:pt x="765" y="116"/>
                    </a:lnTo>
                    <a:lnTo>
                      <a:pt x="765" y="116"/>
                    </a:lnTo>
                    <a:lnTo>
                      <a:pt x="765" y="116"/>
                    </a:lnTo>
                    <a:lnTo>
                      <a:pt x="765" y="118"/>
                    </a:lnTo>
                    <a:lnTo>
                      <a:pt x="767" y="118"/>
                    </a:lnTo>
                    <a:lnTo>
                      <a:pt x="767" y="118"/>
                    </a:lnTo>
                    <a:lnTo>
                      <a:pt x="767" y="118"/>
                    </a:lnTo>
                    <a:lnTo>
                      <a:pt x="770" y="118"/>
                    </a:lnTo>
                    <a:lnTo>
                      <a:pt x="770" y="116"/>
                    </a:lnTo>
                    <a:lnTo>
                      <a:pt x="770" y="116"/>
                    </a:lnTo>
                    <a:lnTo>
                      <a:pt x="772" y="116"/>
                    </a:lnTo>
                    <a:lnTo>
                      <a:pt x="772" y="116"/>
                    </a:lnTo>
                    <a:lnTo>
                      <a:pt x="772" y="116"/>
                    </a:lnTo>
                    <a:lnTo>
                      <a:pt x="772" y="118"/>
                    </a:lnTo>
                    <a:lnTo>
                      <a:pt x="774" y="118"/>
                    </a:lnTo>
                    <a:lnTo>
                      <a:pt x="774" y="118"/>
                    </a:lnTo>
                    <a:lnTo>
                      <a:pt x="774" y="118"/>
                    </a:lnTo>
                    <a:lnTo>
                      <a:pt x="777" y="118"/>
                    </a:lnTo>
                    <a:lnTo>
                      <a:pt x="777" y="116"/>
                    </a:lnTo>
                    <a:lnTo>
                      <a:pt x="777" y="116"/>
                    </a:lnTo>
                    <a:lnTo>
                      <a:pt x="779" y="116"/>
                    </a:lnTo>
                    <a:lnTo>
                      <a:pt x="779" y="116"/>
                    </a:lnTo>
                    <a:lnTo>
                      <a:pt x="779" y="116"/>
                    </a:lnTo>
                    <a:lnTo>
                      <a:pt x="779" y="116"/>
                    </a:lnTo>
                    <a:lnTo>
                      <a:pt x="779" y="114"/>
                    </a:lnTo>
                    <a:lnTo>
                      <a:pt x="779" y="114"/>
                    </a:lnTo>
                    <a:lnTo>
                      <a:pt x="782" y="114"/>
                    </a:lnTo>
                    <a:lnTo>
                      <a:pt x="782" y="114"/>
                    </a:lnTo>
                    <a:lnTo>
                      <a:pt x="782" y="114"/>
                    </a:lnTo>
                    <a:lnTo>
                      <a:pt x="784" y="114"/>
                    </a:lnTo>
                    <a:lnTo>
                      <a:pt x="784" y="114"/>
                    </a:lnTo>
                    <a:lnTo>
                      <a:pt x="786" y="114"/>
                    </a:lnTo>
                    <a:lnTo>
                      <a:pt x="786" y="114"/>
                    </a:lnTo>
                    <a:lnTo>
                      <a:pt x="786" y="114"/>
                    </a:lnTo>
                    <a:lnTo>
                      <a:pt x="786" y="114"/>
                    </a:lnTo>
                    <a:lnTo>
                      <a:pt x="789" y="114"/>
                    </a:lnTo>
                    <a:lnTo>
                      <a:pt x="789" y="111"/>
                    </a:lnTo>
                    <a:lnTo>
                      <a:pt x="789" y="111"/>
                    </a:lnTo>
                    <a:lnTo>
                      <a:pt x="789" y="111"/>
                    </a:lnTo>
                    <a:lnTo>
                      <a:pt x="791" y="111"/>
                    </a:lnTo>
                    <a:lnTo>
                      <a:pt x="791" y="111"/>
                    </a:lnTo>
                    <a:lnTo>
                      <a:pt x="793" y="111"/>
                    </a:lnTo>
                    <a:lnTo>
                      <a:pt x="793" y="111"/>
                    </a:lnTo>
                    <a:lnTo>
                      <a:pt x="793" y="111"/>
                    </a:lnTo>
                    <a:lnTo>
                      <a:pt x="793" y="114"/>
                    </a:lnTo>
                    <a:lnTo>
                      <a:pt x="796" y="114"/>
                    </a:lnTo>
                    <a:lnTo>
                      <a:pt x="796" y="114"/>
                    </a:lnTo>
                    <a:lnTo>
                      <a:pt x="798" y="114"/>
                    </a:lnTo>
                    <a:lnTo>
                      <a:pt x="798" y="114"/>
                    </a:lnTo>
                    <a:lnTo>
                      <a:pt x="798" y="114"/>
                    </a:lnTo>
                    <a:lnTo>
                      <a:pt x="798" y="114"/>
                    </a:lnTo>
                    <a:lnTo>
                      <a:pt x="800" y="114"/>
                    </a:lnTo>
                    <a:lnTo>
                      <a:pt x="800" y="114"/>
                    </a:lnTo>
                    <a:lnTo>
                      <a:pt x="800" y="116"/>
                    </a:lnTo>
                    <a:lnTo>
                      <a:pt x="800" y="116"/>
                    </a:lnTo>
                    <a:lnTo>
                      <a:pt x="803" y="116"/>
                    </a:lnTo>
                    <a:lnTo>
                      <a:pt x="803" y="116"/>
                    </a:lnTo>
                    <a:lnTo>
                      <a:pt x="805" y="116"/>
                    </a:lnTo>
                    <a:lnTo>
                      <a:pt x="805" y="116"/>
                    </a:lnTo>
                    <a:lnTo>
                      <a:pt x="805" y="116"/>
                    </a:lnTo>
                    <a:lnTo>
                      <a:pt x="805" y="116"/>
                    </a:lnTo>
                    <a:lnTo>
                      <a:pt x="805" y="116"/>
                    </a:lnTo>
                    <a:lnTo>
                      <a:pt x="805" y="118"/>
                    </a:lnTo>
                    <a:lnTo>
                      <a:pt x="805" y="118"/>
                    </a:lnTo>
                    <a:lnTo>
                      <a:pt x="808" y="118"/>
                    </a:lnTo>
                    <a:lnTo>
                      <a:pt x="808" y="118"/>
                    </a:lnTo>
                    <a:lnTo>
                      <a:pt x="808" y="121"/>
                    </a:lnTo>
                    <a:lnTo>
                      <a:pt x="808" y="121"/>
                    </a:lnTo>
                    <a:lnTo>
                      <a:pt x="808" y="121"/>
                    </a:lnTo>
                    <a:lnTo>
                      <a:pt x="810" y="121"/>
                    </a:lnTo>
                    <a:lnTo>
                      <a:pt x="810" y="123"/>
                    </a:lnTo>
                    <a:lnTo>
                      <a:pt x="810" y="123"/>
                    </a:lnTo>
                    <a:lnTo>
                      <a:pt x="810" y="123"/>
                    </a:lnTo>
                    <a:lnTo>
                      <a:pt x="812" y="123"/>
                    </a:lnTo>
                    <a:lnTo>
                      <a:pt x="812" y="125"/>
                    </a:lnTo>
                    <a:lnTo>
                      <a:pt x="812" y="125"/>
                    </a:lnTo>
                    <a:lnTo>
                      <a:pt x="812" y="125"/>
                    </a:lnTo>
                    <a:lnTo>
                      <a:pt x="812" y="125"/>
                    </a:lnTo>
                    <a:lnTo>
                      <a:pt x="812" y="128"/>
                    </a:lnTo>
                    <a:lnTo>
                      <a:pt x="812" y="128"/>
                    </a:lnTo>
                    <a:lnTo>
                      <a:pt x="812" y="130"/>
                    </a:lnTo>
                    <a:lnTo>
                      <a:pt x="812" y="130"/>
                    </a:lnTo>
                    <a:lnTo>
                      <a:pt x="812" y="130"/>
                    </a:lnTo>
                    <a:lnTo>
                      <a:pt x="815" y="130"/>
                    </a:lnTo>
                    <a:lnTo>
                      <a:pt x="815" y="133"/>
                    </a:lnTo>
                    <a:lnTo>
                      <a:pt x="815" y="133"/>
                    </a:lnTo>
                    <a:lnTo>
                      <a:pt x="815" y="133"/>
                    </a:lnTo>
                    <a:lnTo>
                      <a:pt x="815" y="130"/>
                    </a:lnTo>
                    <a:lnTo>
                      <a:pt x="817" y="130"/>
                    </a:lnTo>
                    <a:lnTo>
                      <a:pt x="817" y="130"/>
                    </a:lnTo>
                    <a:lnTo>
                      <a:pt x="817" y="133"/>
                    </a:lnTo>
                    <a:lnTo>
                      <a:pt x="819" y="133"/>
                    </a:lnTo>
                    <a:lnTo>
                      <a:pt x="819" y="133"/>
                    </a:lnTo>
                    <a:lnTo>
                      <a:pt x="819" y="133"/>
                    </a:lnTo>
                    <a:lnTo>
                      <a:pt x="819" y="133"/>
                    </a:lnTo>
                    <a:lnTo>
                      <a:pt x="822" y="133"/>
                    </a:lnTo>
                    <a:lnTo>
                      <a:pt x="822" y="133"/>
                    </a:lnTo>
                    <a:lnTo>
                      <a:pt x="822" y="133"/>
                    </a:lnTo>
                    <a:lnTo>
                      <a:pt x="822" y="135"/>
                    </a:lnTo>
                    <a:lnTo>
                      <a:pt x="824" y="135"/>
                    </a:lnTo>
                    <a:lnTo>
                      <a:pt x="824" y="135"/>
                    </a:lnTo>
                    <a:lnTo>
                      <a:pt x="824" y="135"/>
                    </a:lnTo>
                    <a:lnTo>
                      <a:pt x="826" y="135"/>
                    </a:lnTo>
                    <a:lnTo>
                      <a:pt x="826" y="135"/>
                    </a:lnTo>
                    <a:lnTo>
                      <a:pt x="826" y="135"/>
                    </a:lnTo>
                    <a:lnTo>
                      <a:pt x="829" y="135"/>
                    </a:lnTo>
                    <a:lnTo>
                      <a:pt x="829" y="135"/>
                    </a:lnTo>
                    <a:lnTo>
                      <a:pt x="829" y="135"/>
                    </a:lnTo>
                    <a:lnTo>
                      <a:pt x="829" y="137"/>
                    </a:lnTo>
                    <a:lnTo>
                      <a:pt x="829" y="137"/>
                    </a:lnTo>
                    <a:lnTo>
                      <a:pt x="829" y="137"/>
                    </a:lnTo>
                    <a:lnTo>
                      <a:pt x="829" y="140"/>
                    </a:lnTo>
                    <a:lnTo>
                      <a:pt x="829" y="140"/>
                    </a:lnTo>
                    <a:lnTo>
                      <a:pt x="829" y="140"/>
                    </a:lnTo>
                    <a:lnTo>
                      <a:pt x="829" y="140"/>
                    </a:lnTo>
                    <a:lnTo>
                      <a:pt x="831" y="140"/>
                    </a:lnTo>
                    <a:lnTo>
                      <a:pt x="831" y="142"/>
                    </a:lnTo>
                    <a:lnTo>
                      <a:pt x="831" y="142"/>
                    </a:lnTo>
                    <a:lnTo>
                      <a:pt x="831" y="142"/>
                    </a:lnTo>
                    <a:lnTo>
                      <a:pt x="831" y="144"/>
                    </a:lnTo>
                    <a:lnTo>
                      <a:pt x="834" y="144"/>
                    </a:lnTo>
                    <a:lnTo>
                      <a:pt x="834" y="144"/>
                    </a:lnTo>
                    <a:lnTo>
                      <a:pt x="834" y="144"/>
                    </a:lnTo>
                    <a:lnTo>
                      <a:pt x="834" y="147"/>
                    </a:lnTo>
                    <a:lnTo>
                      <a:pt x="834" y="147"/>
                    </a:lnTo>
                    <a:lnTo>
                      <a:pt x="834" y="147"/>
                    </a:lnTo>
                    <a:lnTo>
                      <a:pt x="834" y="147"/>
                    </a:lnTo>
                    <a:lnTo>
                      <a:pt x="836" y="147"/>
                    </a:lnTo>
                    <a:lnTo>
                      <a:pt x="836" y="147"/>
                    </a:lnTo>
                    <a:lnTo>
                      <a:pt x="838" y="147"/>
                    </a:lnTo>
                    <a:lnTo>
                      <a:pt x="838" y="147"/>
                    </a:lnTo>
                    <a:lnTo>
                      <a:pt x="838" y="147"/>
                    </a:lnTo>
                    <a:lnTo>
                      <a:pt x="841" y="147"/>
                    </a:lnTo>
                    <a:lnTo>
                      <a:pt x="841" y="147"/>
                    </a:lnTo>
                    <a:lnTo>
                      <a:pt x="841" y="147"/>
                    </a:lnTo>
                    <a:lnTo>
                      <a:pt x="843" y="147"/>
                    </a:lnTo>
                    <a:lnTo>
                      <a:pt x="843" y="149"/>
                    </a:lnTo>
                    <a:lnTo>
                      <a:pt x="843" y="149"/>
                    </a:lnTo>
                    <a:lnTo>
                      <a:pt x="843" y="147"/>
                    </a:lnTo>
                    <a:lnTo>
                      <a:pt x="845" y="147"/>
                    </a:lnTo>
                    <a:lnTo>
                      <a:pt x="845" y="147"/>
                    </a:lnTo>
                    <a:lnTo>
                      <a:pt x="845" y="149"/>
                    </a:lnTo>
                    <a:lnTo>
                      <a:pt x="845" y="149"/>
                    </a:lnTo>
                    <a:lnTo>
                      <a:pt x="848" y="149"/>
                    </a:lnTo>
                    <a:lnTo>
                      <a:pt x="848" y="149"/>
                    </a:lnTo>
                    <a:lnTo>
                      <a:pt x="848" y="149"/>
                    </a:lnTo>
                    <a:lnTo>
                      <a:pt x="848" y="149"/>
                    </a:lnTo>
                    <a:lnTo>
                      <a:pt x="850" y="149"/>
                    </a:lnTo>
                    <a:lnTo>
                      <a:pt x="850" y="149"/>
                    </a:lnTo>
                    <a:lnTo>
                      <a:pt x="853" y="149"/>
                    </a:lnTo>
                    <a:lnTo>
                      <a:pt x="853" y="149"/>
                    </a:lnTo>
                    <a:lnTo>
                      <a:pt x="853" y="152"/>
                    </a:lnTo>
                    <a:lnTo>
                      <a:pt x="853" y="152"/>
                    </a:lnTo>
                    <a:lnTo>
                      <a:pt x="855" y="152"/>
                    </a:lnTo>
                    <a:lnTo>
                      <a:pt x="855" y="149"/>
                    </a:lnTo>
                    <a:lnTo>
                      <a:pt x="855" y="149"/>
                    </a:lnTo>
                    <a:lnTo>
                      <a:pt x="855" y="149"/>
                    </a:lnTo>
                    <a:lnTo>
                      <a:pt x="855" y="147"/>
                    </a:lnTo>
                    <a:lnTo>
                      <a:pt x="855" y="147"/>
                    </a:lnTo>
                    <a:lnTo>
                      <a:pt x="857" y="147"/>
                    </a:lnTo>
                    <a:lnTo>
                      <a:pt x="857" y="147"/>
                    </a:lnTo>
                    <a:lnTo>
                      <a:pt x="857" y="147"/>
                    </a:lnTo>
                    <a:lnTo>
                      <a:pt x="860" y="147"/>
                    </a:lnTo>
                    <a:lnTo>
                      <a:pt x="860" y="144"/>
                    </a:lnTo>
                    <a:lnTo>
                      <a:pt x="860" y="144"/>
                    </a:lnTo>
                    <a:lnTo>
                      <a:pt x="860" y="144"/>
                    </a:lnTo>
                    <a:lnTo>
                      <a:pt x="860" y="144"/>
                    </a:lnTo>
                    <a:lnTo>
                      <a:pt x="862" y="144"/>
                    </a:lnTo>
                    <a:lnTo>
                      <a:pt x="862" y="144"/>
                    </a:lnTo>
                    <a:lnTo>
                      <a:pt x="862" y="144"/>
                    </a:lnTo>
                    <a:lnTo>
                      <a:pt x="862" y="144"/>
                    </a:lnTo>
                    <a:lnTo>
                      <a:pt x="862" y="142"/>
                    </a:lnTo>
                    <a:lnTo>
                      <a:pt x="864" y="142"/>
                    </a:lnTo>
                    <a:lnTo>
                      <a:pt x="864" y="142"/>
                    </a:lnTo>
                    <a:lnTo>
                      <a:pt x="867" y="142"/>
                    </a:lnTo>
                    <a:lnTo>
                      <a:pt x="867" y="142"/>
                    </a:lnTo>
                    <a:lnTo>
                      <a:pt x="867" y="144"/>
                    </a:lnTo>
                    <a:lnTo>
                      <a:pt x="867" y="144"/>
                    </a:lnTo>
                    <a:lnTo>
                      <a:pt x="867" y="144"/>
                    </a:lnTo>
                    <a:lnTo>
                      <a:pt x="867" y="144"/>
                    </a:lnTo>
                    <a:lnTo>
                      <a:pt x="864" y="144"/>
                    </a:lnTo>
                    <a:lnTo>
                      <a:pt x="864" y="144"/>
                    </a:lnTo>
                    <a:lnTo>
                      <a:pt x="862" y="144"/>
                    </a:lnTo>
                    <a:lnTo>
                      <a:pt x="862" y="147"/>
                    </a:lnTo>
                    <a:lnTo>
                      <a:pt x="862" y="147"/>
                    </a:lnTo>
                    <a:lnTo>
                      <a:pt x="864" y="147"/>
                    </a:lnTo>
                    <a:lnTo>
                      <a:pt x="864" y="147"/>
                    </a:lnTo>
                    <a:lnTo>
                      <a:pt x="867" y="147"/>
                    </a:lnTo>
                    <a:lnTo>
                      <a:pt x="867" y="149"/>
                    </a:lnTo>
                    <a:lnTo>
                      <a:pt x="867" y="149"/>
                    </a:lnTo>
                    <a:lnTo>
                      <a:pt x="867" y="149"/>
                    </a:lnTo>
                    <a:lnTo>
                      <a:pt x="867" y="149"/>
                    </a:lnTo>
                    <a:lnTo>
                      <a:pt x="867" y="152"/>
                    </a:lnTo>
                    <a:lnTo>
                      <a:pt x="867" y="152"/>
                    </a:lnTo>
                    <a:lnTo>
                      <a:pt x="869" y="152"/>
                    </a:lnTo>
                    <a:lnTo>
                      <a:pt x="869" y="152"/>
                    </a:lnTo>
                    <a:lnTo>
                      <a:pt x="869" y="154"/>
                    </a:lnTo>
                    <a:lnTo>
                      <a:pt x="869" y="154"/>
                    </a:lnTo>
                    <a:lnTo>
                      <a:pt x="871" y="154"/>
                    </a:lnTo>
                    <a:lnTo>
                      <a:pt x="871" y="156"/>
                    </a:lnTo>
                    <a:lnTo>
                      <a:pt x="871" y="156"/>
                    </a:lnTo>
                    <a:lnTo>
                      <a:pt x="871" y="156"/>
                    </a:lnTo>
                    <a:lnTo>
                      <a:pt x="871" y="156"/>
                    </a:lnTo>
                    <a:lnTo>
                      <a:pt x="874" y="156"/>
                    </a:lnTo>
                    <a:lnTo>
                      <a:pt x="874" y="156"/>
                    </a:lnTo>
                    <a:lnTo>
                      <a:pt x="874" y="156"/>
                    </a:lnTo>
                    <a:lnTo>
                      <a:pt x="876" y="156"/>
                    </a:lnTo>
                    <a:lnTo>
                      <a:pt x="876" y="156"/>
                    </a:lnTo>
                    <a:lnTo>
                      <a:pt x="876" y="156"/>
                    </a:lnTo>
                    <a:lnTo>
                      <a:pt x="879" y="156"/>
                    </a:lnTo>
                    <a:lnTo>
                      <a:pt x="879" y="159"/>
                    </a:lnTo>
                    <a:lnTo>
                      <a:pt x="879" y="159"/>
                    </a:lnTo>
                    <a:lnTo>
                      <a:pt x="876" y="159"/>
                    </a:lnTo>
                    <a:lnTo>
                      <a:pt x="876" y="159"/>
                    </a:lnTo>
                    <a:lnTo>
                      <a:pt x="874" y="159"/>
                    </a:lnTo>
                    <a:lnTo>
                      <a:pt x="874" y="159"/>
                    </a:lnTo>
                    <a:lnTo>
                      <a:pt x="874" y="159"/>
                    </a:lnTo>
                    <a:lnTo>
                      <a:pt x="874" y="159"/>
                    </a:lnTo>
                    <a:lnTo>
                      <a:pt x="874" y="159"/>
                    </a:lnTo>
                    <a:lnTo>
                      <a:pt x="871" y="159"/>
                    </a:lnTo>
                    <a:lnTo>
                      <a:pt x="871" y="159"/>
                    </a:lnTo>
                    <a:lnTo>
                      <a:pt x="871" y="161"/>
                    </a:lnTo>
                    <a:lnTo>
                      <a:pt x="871" y="161"/>
                    </a:lnTo>
                    <a:lnTo>
                      <a:pt x="869" y="161"/>
                    </a:lnTo>
                    <a:lnTo>
                      <a:pt x="869" y="159"/>
                    </a:lnTo>
                    <a:lnTo>
                      <a:pt x="869" y="159"/>
                    </a:lnTo>
                    <a:lnTo>
                      <a:pt x="869" y="161"/>
                    </a:lnTo>
                    <a:lnTo>
                      <a:pt x="867" y="161"/>
                    </a:lnTo>
                    <a:lnTo>
                      <a:pt x="867" y="161"/>
                    </a:lnTo>
                    <a:lnTo>
                      <a:pt x="867" y="161"/>
                    </a:lnTo>
                    <a:lnTo>
                      <a:pt x="867" y="161"/>
                    </a:lnTo>
                    <a:lnTo>
                      <a:pt x="867" y="163"/>
                    </a:lnTo>
                    <a:lnTo>
                      <a:pt x="864" y="163"/>
                    </a:lnTo>
                    <a:lnTo>
                      <a:pt x="864" y="163"/>
                    </a:lnTo>
                    <a:lnTo>
                      <a:pt x="864" y="166"/>
                    </a:lnTo>
                    <a:lnTo>
                      <a:pt x="867" y="166"/>
                    </a:lnTo>
                    <a:lnTo>
                      <a:pt x="867" y="166"/>
                    </a:lnTo>
                    <a:lnTo>
                      <a:pt x="867" y="166"/>
                    </a:lnTo>
                    <a:lnTo>
                      <a:pt x="867" y="166"/>
                    </a:lnTo>
                    <a:lnTo>
                      <a:pt x="867" y="168"/>
                    </a:lnTo>
                    <a:lnTo>
                      <a:pt x="867" y="168"/>
                    </a:lnTo>
                    <a:lnTo>
                      <a:pt x="867" y="168"/>
                    </a:lnTo>
                    <a:lnTo>
                      <a:pt x="867" y="170"/>
                    </a:lnTo>
                    <a:lnTo>
                      <a:pt x="867" y="170"/>
                    </a:lnTo>
                    <a:lnTo>
                      <a:pt x="864" y="170"/>
                    </a:lnTo>
                    <a:lnTo>
                      <a:pt x="864" y="170"/>
                    </a:lnTo>
                    <a:lnTo>
                      <a:pt x="864" y="173"/>
                    </a:lnTo>
                    <a:lnTo>
                      <a:pt x="862" y="173"/>
                    </a:lnTo>
                    <a:lnTo>
                      <a:pt x="862" y="173"/>
                    </a:lnTo>
                    <a:lnTo>
                      <a:pt x="862" y="173"/>
                    </a:lnTo>
                    <a:lnTo>
                      <a:pt x="862" y="175"/>
                    </a:lnTo>
                    <a:lnTo>
                      <a:pt x="862" y="175"/>
                    </a:lnTo>
                    <a:lnTo>
                      <a:pt x="860" y="175"/>
                    </a:lnTo>
                    <a:lnTo>
                      <a:pt x="860" y="175"/>
                    </a:lnTo>
                    <a:lnTo>
                      <a:pt x="860" y="175"/>
                    </a:lnTo>
                    <a:lnTo>
                      <a:pt x="860" y="175"/>
                    </a:lnTo>
                    <a:lnTo>
                      <a:pt x="857" y="175"/>
                    </a:lnTo>
                    <a:lnTo>
                      <a:pt x="857" y="175"/>
                    </a:lnTo>
                    <a:lnTo>
                      <a:pt x="855" y="175"/>
                    </a:lnTo>
                    <a:lnTo>
                      <a:pt x="855" y="175"/>
                    </a:lnTo>
                    <a:lnTo>
                      <a:pt x="855" y="175"/>
                    </a:lnTo>
                    <a:lnTo>
                      <a:pt x="855" y="175"/>
                    </a:lnTo>
                    <a:lnTo>
                      <a:pt x="855" y="178"/>
                    </a:lnTo>
                    <a:lnTo>
                      <a:pt x="853" y="178"/>
                    </a:lnTo>
                    <a:lnTo>
                      <a:pt x="853" y="175"/>
                    </a:lnTo>
                    <a:lnTo>
                      <a:pt x="853" y="175"/>
                    </a:lnTo>
                    <a:lnTo>
                      <a:pt x="853" y="175"/>
                    </a:lnTo>
                    <a:lnTo>
                      <a:pt x="850" y="175"/>
                    </a:lnTo>
                    <a:lnTo>
                      <a:pt x="850" y="175"/>
                    </a:lnTo>
                    <a:lnTo>
                      <a:pt x="848" y="175"/>
                    </a:lnTo>
                    <a:lnTo>
                      <a:pt x="848" y="178"/>
                    </a:lnTo>
                    <a:lnTo>
                      <a:pt x="848" y="178"/>
                    </a:lnTo>
                    <a:lnTo>
                      <a:pt x="848" y="178"/>
                    </a:lnTo>
                    <a:lnTo>
                      <a:pt x="845" y="178"/>
                    </a:lnTo>
                    <a:lnTo>
                      <a:pt x="845" y="178"/>
                    </a:lnTo>
                    <a:lnTo>
                      <a:pt x="845" y="178"/>
                    </a:lnTo>
                    <a:lnTo>
                      <a:pt x="845" y="178"/>
                    </a:lnTo>
                    <a:lnTo>
                      <a:pt x="843" y="178"/>
                    </a:lnTo>
                    <a:lnTo>
                      <a:pt x="843" y="180"/>
                    </a:lnTo>
                    <a:lnTo>
                      <a:pt x="843" y="180"/>
                    </a:lnTo>
                    <a:lnTo>
                      <a:pt x="843" y="180"/>
                    </a:lnTo>
                    <a:lnTo>
                      <a:pt x="843" y="182"/>
                    </a:lnTo>
                    <a:lnTo>
                      <a:pt x="843" y="182"/>
                    </a:lnTo>
                    <a:lnTo>
                      <a:pt x="841" y="182"/>
                    </a:lnTo>
                    <a:lnTo>
                      <a:pt x="841" y="185"/>
                    </a:lnTo>
                    <a:lnTo>
                      <a:pt x="841" y="185"/>
                    </a:lnTo>
                    <a:lnTo>
                      <a:pt x="841" y="185"/>
                    </a:lnTo>
                    <a:lnTo>
                      <a:pt x="841" y="185"/>
                    </a:lnTo>
                    <a:lnTo>
                      <a:pt x="841" y="187"/>
                    </a:lnTo>
                    <a:lnTo>
                      <a:pt x="841" y="187"/>
                    </a:lnTo>
                    <a:lnTo>
                      <a:pt x="841" y="187"/>
                    </a:lnTo>
                    <a:lnTo>
                      <a:pt x="841" y="189"/>
                    </a:lnTo>
                    <a:lnTo>
                      <a:pt x="841" y="189"/>
                    </a:lnTo>
                    <a:lnTo>
                      <a:pt x="841" y="192"/>
                    </a:lnTo>
                    <a:lnTo>
                      <a:pt x="841" y="192"/>
                    </a:lnTo>
                    <a:lnTo>
                      <a:pt x="841" y="192"/>
                    </a:lnTo>
                    <a:lnTo>
                      <a:pt x="841" y="194"/>
                    </a:lnTo>
                    <a:lnTo>
                      <a:pt x="841" y="194"/>
                    </a:lnTo>
                    <a:lnTo>
                      <a:pt x="841" y="194"/>
                    </a:lnTo>
                    <a:lnTo>
                      <a:pt x="841" y="197"/>
                    </a:lnTo>
                    <a:lnTo>
                      <a:pt x="841" y="197"/>
                    </a:lnTo>
                    <a:lnTo>
                      <a:pt x="841" y="197"/>
                    </a:lnTo>
                    <a:lnTo>
                      <a:pt x="841" y="199"/>
                    </a:lnTo>
                    <a:lnTo>
                      <a:pt x="841" y="199"/>
                    </a:lnTo>
                    <a:lnTo>
                      <a:pt x="841" y="201"/>
                    </a:lnTo>
                    <a:lnTo>
                      <a:pt x="841" y="201"/>
                    </a:lnTo>
                    <a:lnTo>
                      <a:pt x="843" y="201"/>
                    </a:lnTo>
                    <a:lnTo>
                      <a:pt x="843" y="204"/>
                    </a:lnTo>
                    <a:lnTo>
                      <a:pt x="843" y="204"/>
                    </a:lnTo>
                    <a:lnTo>
                      <a:pt x="843" y="204"/>
                    </a:lnTo>
                    <a:lnTo>
                      <a:pt x="843" y="204"/>
                    </a:lnTo>
                    <a:lnTo>
                      <a:pt x="843" y="206"/>
                    </a:lnTo>
                    <a:lnTo>
                      <a:pt x="843" y="206"/>
                    </a:lnTo>
                    <a:lnTo>
                      <a:pt x="843" y="208"/>
                    </a:lnTo>
                    <a:lnTo>
                      <a:pt x="843" y="208"/>
                    </a:lnTo>
                    <a:lnTo>
                      <a:pt x="841" y="208"/>
                    </a:lnTo>
                    <a:lnTo>
                      <a:pt x="841" y="208"/>
                    </a:lnTo>
                    <a:lnTo>
                      <a:pt x="841" y="208"/>
                    </a:lnTo>
                    <a:lnTo>
                      <a:pt x="841" y="211"/>
                    </a:lnTo>
                    <a:lnTo>
                      <a:pt x="841" y="211"/>
                    </a:lnTo>
                    <a:lnTo>
                      <a:pt x="841" y="211"/>
                    </a:lnTo>
                    <a:lnTo>
                      <a:pt x="838" y="211"/>
                    </a:lnTo>
                    <a:lnTo>
                      <a:pt x="838" y="211"/>
                    </a:lnTo>
                    <a:lnTo>
                      <a:pt x="838" y="211"/>
                    </a:lnTo>
                    <a:lnTo>
                      <a:pt x="838" y="213"/>
                    </a:lnTo>
                    <a:lnTo>
                      <a:pt x="836" y="213"/>
                    </a:lnTo>
                    <a:lnTo>
                      <a:pt x="836" y="213"/>
                    </a:lnTo>
                    <a:lnTo>
                      <a:pt x="834" y="213"/>
                    </a:lnTo>
                    <a:lnTo>
                      <a:pt x="834" y="213"/>
                    </a:lnTo>
                    <a:lnTo>
                      <a:pt x="834" y="213"/>
                    </a:lnTo>
                    <a:lnTo>
                      <a:pt x="834" y="213"/>
                    </a:lnTo>
                    <a:lnTo>
                      <a:pt x="831" y="213"/>
                    </a:lnTo>
                    <a:lnTo>
                      <a:pt x="831" y="213"/>
                    </a:lnTo>
                    <a:lnTo>
                      <a:pt x="831" y="215"/>
                    </a:lnTo>
                    <a:lnTo>
                      <a:pt x="829" y="215"/>
                    </a:lnTo>
                    <a:lnTo>
                      <a:pt x="829" y="215"/>
                    </a:lnTo>
                    <a:lnTo>
                      <a:pt x="829" y="215"/>
                    </a:lnTo>
                    <a:lnTo>
                      <a:pt x="829" y="215"/>
                    </a:lnTo>
                    <a:lnTo>
                      <a:pt x="826" y="215"/>
                    </a:lnTo>
                    <a:lnTo>
                      <a:pt x="826" y="215"/>
                    </a:lnTo>
                    <a:lnTo>
                      <a:pt x="826" y="215"/>
                    </a:lnTo>
                    <a:lnTo>
                      <a:pt x="826" y="215"/>
                    </a:lnTo>
                    <a:lnTo>
                      <a:pt x="826" y="218"/>
                    </a:lnTo>
                    <a:lnTo>
                      <a:pt x="824" y="218"/>
                    </a:lnTo>
                    <a:lnTo>
                      <a:pt x="824" y="218"/>
                    </a:lnTo>
                    <a:lnTo>
                      <a:pt x="822" y="218"/>
                    </a:lnTo>
                    <a:lnTo>
                      <a:pt x="822" y="218"/>
                    </a:lnTo>
                    <a:lnTo>
                      <a:pt x="822" y="215"/>
                    </a:lnTo>
                    <a:lnTo>
                      <a:pt x="822" y="215"/>
                    </a:lnTo>
                    <a:lnTo>
                      <a:pt x="822" y="215"/>
                    </a:lnTo>
                    <a:lnTo>
                      <a:pt x="822" y="215"/>
                    </a:lnTo>
                    <a:lnTo>
                      <a:pt x="822" y="215"/>
                    </a:lnTo>
                    <a:lnTo>
                      <a:pt x="822" y="213"/>
                    </a:lnTo>
                    <a:lnTo>
                      <a:pt x="822" y="213"/>
                    </a:lnTo>
                    <a:lnTo>
                      <a:pt x="819" y="213"/>
                    </a:lnTo>
                    <a:lnTo>
                      <a:pt x="819" y="213"/>
                    </a:lnTo>
                    <a:lnTo>
                      <a:pt x="819" y="213"/>
                    </a:lnTo>
                    <a:lnTo>
                      <a:pt x="817" y="213"/>
                    </a:lnTo>
                    <a:lnTo>
                      <a:pt x="817" y="213"/>
                    </a:lnTo>
                    <a:lnTo>
                      <a:pt x="815" y="213"/>
                    </a:lnTo>
                    <a:lnTo>
                      <a:pt x="815" y="213"/>
                    </a:lnTo>
                    <a:lnTo>
                      <a:pt x="815" y="213"/>
                    </a:lnTo>
                    <a:lnTo>
                      <a:pt x="812" y="213"/>
                    </a:lnTo>
                    <a:lnTo>
                      <a:pt x="812" y="213"/>
                    </a:lnTo>
                    <a:lnTo>
                      <a:pt x="812" y="213"/>
                    </a:lnTo>
                    <a:lnTo>
                      <a:pt x="810" y="213"/>
                    </a:lnTo>
                    <a:lnTo>
                      <a:pt x="810" y="213"/>
                    </a:lnTo>
                    <a:lnTo>
                      <a:pt x="810" y="215"/>
                    </a:lnTo>
                    <a:lnTo>
                      <a:pt x="808" y="215"/>
                    </a:lnTo>
                    <a:lnTo>
                      <a:pt x="808" y="215"/>
                    </a:lnTo>
                    <a:lnTo>
                      <a:pt x="808" y="215"/>
                    </a:lnTo>
                    <a:lnTo>
                      <a:pt x="808" y="213"/>
                    </a:lnTo>
                    <a:lnTo>
                      <a:pt x="805" y="213"/>
                    </a:lnTo>
                    <a:lnTo>
                      <a:pt x="805" y="213"/>
                    </a:lnTo>
                    <a:lnTo>
                      <a:pt x="805" y="213"/>
                    </a:lnTo>
                    <a:lnTo>
                      <a:pt x="803" y="213"/>
                    </a:lnTo>
                    <a:lnTo>
                      <a:pt x="803" y="213"/>
                    </a:lnTo>
                    <a:lnTo>
                      <a:pt x="803" y="213"/>
                    </a:lnTo>
                    <a:lnTo>
                      <a:pt x="800" y="213"/>
                    </a:lnTo>
                    <a:lnTo>
                      <a:pt x="800" y="213"/>
                    </a:lnTo>
                    <a:lnTo>
                      <a:pt x="800" y="213"/>
                    </a:lnTo>
                    <a:lnTo>
                      <a:pt x="798" y="213"/>
                    </a:lnTo>
                    <a:lnTo>
                      <a:pt x="798" y="213"/>
                    </a:lnTo>
                    <a:lnTo>
                      <a:pt x="798" y="211"/>
                    </a:lnTo>
                    <a:lnTo>
                      <a:pt x="798" y="211"/>
                    </a:lnTo>
                    <a:lnTo>
                      <a:pt x="796" y="211"/>
                    </a:lnTo>
                    <a:lnTo>
                      <a:pt x="796" y="211"/>
                    </a:lnTo>
                    <a:lnTo>
                      <a:pt x="796" y="211"/>
                    </a:lnTo>
                    <a:lnTo>
                      <a:pt x="793" y="211"/>
                    </a:lnTo>
                    <a:lnTo>
                      <a:pt x="793" y="211"/>
                    </a:lnTo>
                    <a:lnTo>
                      <a:pt x="793" y="208"/>
                    </a:lnTo>
                    <a:lnTo>
                      <a:pt x="793" y="208"/>
                    </a:lnTo>
                    <a:lnTo>
                      <a:pt x="791" y="208"/>
                    </a:lnTo>
                    <a:lnTo>
                      <a:pt x="791" y="208"/>
                    </a:lnTo>
                    <a:lnTo>
                      <a:pt x="789" y="208"/>
                    </a:lnTo>
                    <a:lnTo>
                      <a:pt x="789" y="208"/>
                    </a:lnTo>
                    <a:lnTo>
                      <a:pt x="789" y="208"/>
                    </a:lnTo>
                    <a:lnTo>
                      <a:pt x="789" y="208"/>
                    </a:lnTo>
                    <a:lnTo>
                      <a:pt x="786" y="208"/>
                    </a:lnTo>
                    <a:lnTo>
                      <a:pt x="786" y="208"/>
                    </a:lnTo>
                    <a:lnTo>
                      <a:pt x="786" y="208"/>
                    </a:lnTo>
                    <a:lnTo>
                      <a:pt x="786" y="208"/>
                    </a:lnTo>
                    <a:lnTo>
                      <a:pt x="786" y="211"/>
                    </a:lnTo>
                    <a:lnTo>
                      <a:pt x="786" y="211"/>
                    </a:lnTo>
                    <a:lnTo>
                      <a:pt x="786" y="213"/>
                    </a:lnTo>
                    <a:lnTo>
                      <a:pt x="784" y="213"/>
                    </a:lnTo>
                    <a:lnTo>
                      <a:pt x="784" y="213"/>
                    </a:lnTo>
                    <a:lnTo>
                      <a:pt x="784" y="213"/>
                    </a:lnTo>
                    <a:lnTo>
                      <a:pt x="784" y="215"/>
                    </a:lnTo>
                    <a:lnTo>
                      <a:pt x="784" y="215"/>
                    </a:lnTo>
                    <a:lnTo>
                      <a:pt x="784" y="215"/>
                    </a:lnTo>
                    <a:lnTo>
                      <a:pt x="782" y="215"/>
                    </a:lnTo>
                    <a:lnTo>
                      <a:pt x="782" y="218"/>
                    </a:lnTo>
                    <a:lnTo>
                      <a:pt x="782" y="218"/>
                    </a:lnTo>
                    <a:lnTo>
                      <a:pt x="782" y="218"/>
                    </a:lnTo>
                    <a:lnTo>
                      <a:pt x="782" y="220"/>
                    </a:lnTo>
                    <a:lnTo>
                      <a:pt x="782" y="220"/>
                    </a:lnTo>
                    <a:lnTo>
                      <a:pt x="782" y="220"/>
                    </a:lnTo>
                    <a:lnTo>
                      <a:pt x="782" y="223"/>
                    </a:lnTo>
                    <a:lnTo>
                      <a:pt x="782" y="223"/>
                    </a:lnTo>
                    <a:lnTo>
                      <a:pt x="779" y="223"/>
                    </a:lnTo>
                    <a:lnTo>
                      <a:pt x="779" y="225"/>
                    </a:lnTo>
                    <a:lnTo>
                      <a:pt x="779" y="225"/>
                    </a:lnTo>
                    <a:lnTo>
                      <a:pt x="779" y="225"/>
                    </a:lnTo>
                    <a:lnTo>
                      <a:pt x="779" y="225"/>
                    </a:lnTo>
                    <a:lnTo>
                      <a:pt x="779" y="227"/>
                    </a:lnTo>
                    <a:lnTo>
                      <a:pt x="779" y="227"/>
                    </a:lnTo>
                    <a:lnTo>
                      <a:pt x="779" y="227"/>
                    </a:lnTo>
                    <a:lnTo>
                      <a:pt x="779" y="230"/>
                    </a:lnTo>
                    <a:lnTo>
                      <a:pt x="777" y="230"/>
                    </a:lnTo>
                    <a:lnTo>
                      <a:pt x="777" y="230"/>
                    </a:lnTo>
                    <a:lnTo>
                      <a:pt x="777" y="230"/>
                    </a:lnTo>
                    <a:lnTo>
                      <a:pt x="777" y="232"/>
                    </a:lnTo>
                    <a:lnTo>
                      <a:pt x="777" y="232"/>
                    </a:lnTo>
                    <a:lnTo>
                      <a:pt x="774" y="232"/>
                    </a:lnTo>
                    <a:lnTo>
                      <a:pt x="774" y="234"/>
                    </a:lnTo>
                    <a:lnTo>
                      <a:pt x="774" y="234"/>
                    </a:lnTo>
                    <a:lnTo>
                      <a:pt x="774" y="234"/>
                    </a:lnTo>
                    <a:lnTo>
                      <a:pt x="774" y="234"/>
                    </a:lnTo>
                    <a:lnTo>
                      <a:pt x="774" y="237"/>
                    </a:lnTo>
                    <a:lnTo>
                      <a:pt x="774" y="237"/>
                    </a:lnTo>
                    <a:lnTo>
                      <a:pt x="774" y="239"/>
                    </a:lnTo>
                    <a:lnTo>
                      <a:pt x="774" y="239"/>
                    </a:lnTo>
                    <a:lnTo>
                      <a:pt x="774" y="239"/>
                    </a:lnTo>
                    <a:lnTo>
                      <a:pt x="774" y="242"/>
                    </a:lnTo>
                    <a:lnTo>
                      <a:pt x="774" y="242"/>
                    </a:lnTo>
                    <a:lnTo>
                      <a:pt x="772" y="242"/>
                    </a:lnTo>
                    <a:lnTo>
                      <a:pt x="772" y="244"/>
                    </a:lnTo>
                    <a:lnTo>
                      <a:pt x="772" y="244"/>
                    </a:lnTo>
                    <a:lnTo>
                      <a:pt x="772" y="244"/>
                    </a:lnTo>
                    <a:lnTo>
                      <a:pt x="772" y="244"/>
                    </a:lnTo>
                    <a:lnTo>
                      <a:pt x="772" y="244"/>
                    </a:lnTo>
                    <a:lnTo>
                      <a:pt x="772" y="246"/>
                    </a:lnTo>
                    <a:lnTo>
                      <a:pt x="772" y="246"/>
                    </a:lnTo>
                    <a:lnTo>
                      <a:pt x="770" y="246"/>
                    </a:lnTo>
                    <a:lnTo>
                      <a:pt x="770" y="249"/>
                    </a:lnTo>
                    <a:lnTo>
                      <a:pt x="770" y="249"/>
                    </a:lnTo>
                    <a:lnTo>
                      <a:pt x="770" y="251"/>
                    </a:lnTo>
                    <a:lnTo>
                      <a:pt x="772" y="251"/>
                    </a:lnTo>
                    <a:lnTo>
                      <a:pt x="772" y="251"/>
                    </a:lnTo>
                    <a:lnTo>
                      <a:pt x="772" y="251"/>
                    </a:lnTo>
                    <a:lnTo>
                      <a:pt x="772" y="251"/>
                    </a:lnTo>
                    <a:lnTo>
                      <a:pt x="772" y="253"/>
                    </a:lnTo>
                    <a:lnTo>
                      <a:pt x="774" y="253"/>
                    </a:lnTo>
                    <a:lnTo>
                      <a:pt x="774" y="253"/>
                    </a:lnTo>
                    <a:lnTo>
                      <a:pt x="774" y="253"/>
                    </a:lnTo>
                    <a:lnTo>
                      <a:pt x="777" y="253"/>
                    </a:lnTo>
                    <a:lnTo>
                      <a:pt x="777" y="253"/>
                    </a:lnTo>
                    <a:lnTo>
                      <a:pt x="777" y="253"/>
                    </a:lnTo>
                    <a:lnTo>
                      <a:pt x="777" y="253"/>
                    </a:lnTo>
                    <a:lnTo>
                      <a:pt x="777" y="256"/>
                    </a:lnTo>
                    <a:lnTo>
                      <a:pt x="777" y="256"/>
                    </a:lnTo>
                    <a:lnTo>
                      <a:pt x="777" y="256"/>
                    </a:lnTo>
                    <a:lnTo>
                      <a:pt x="777" y="258"/>
                    </a:lnTo>
                    <a:lnTo>
                      <a:pt x="777" y="258"/>
                    </a:lnTo>
                    <a:lnTo>
                      <a:pt x="774" y="258"/>
                    </a:lnTo>
                    <a:lnTo>
                      <a:pt x="774" y="261"/>
                    </a:lnTo>
                    <a:lnTo>
                      <a:pt x="774" y="261"/>
                    </a:lnTo>
                    <a:lnTo>
                      <a:pt x="774" y="261"/>
                    </a:lnTo>
                    <a:lnTo>
                      <a:pt x="774" y="261"/>
                    </a:lnTo>
                    <a:lnTo>
                      <a:pt x="772" y="261"/>
                    </a:lnTo>
                    <a:lnTo>
                      <a:pt x="772" y="261"/>
                    </a:lnTo>
                    <a:lnTo>
                      <a:pt x="772" y="261"/>
                    </a:lnTo>
                    <a:lnTo>
                      <a:pt x="772" y="258"/>
                    </a:lnTo>
                    <a:lnTo>
                      <a:pt x="772" y="258"/>
                    </a:lnTo>
                    <a:lnTo>
                      <a:pt x="770" y="258"/>
                    </a:lnTo>
                    <a:lnTo>
                      <a:pt x="770" y="258"/>
                    </a:lnTo>
                    <a:lnTo>
                      <a:pt x="770" y="258"/>
                    </a:lnTo>
                    <a:lnTo>
                      <a:pt x="767" y="258"/>
                    </a:lnTo>
                    <a:lnTo>
                      <a:pt x="767" y="258"/>
                    </a:lnTo>
                    <a:lnTo>
                      <a:pt x="767" y="258"/>
                    </a:lnTo>
                    <a:lnTo>
                      <a:pt x="767" y="258"/>
                    </a:lnTo>
                    <a:lnTo>
                      <a:pt x="765" y="258"/>
                    </a:lnTo>
                    <a:lnTo>
                      <a:pt x="765" y="261"/>
                    </a:lnTo>
                    <a:lnTo>
                      <a:pt x="765" y="261"/>
                    </a:lnTo>
                    <a:lnTo>
                      <a:pt x="765" y="261"/>
                    </a:lnTo>
                    <a:lnTo>
                      <a:pt x="763" y="261"/>
                    </a:lnTo>
                    <a:lnTo>
                      <a:pt x="763" y="261"/>
                    </a:lnTo>
                    <a:lnTo>
                      <a:pt x="763" y="258"/>
                    </a:lnTo>
                    <a:lnTo>
                      <a:pt x="760" y="258"/>
                    </a:lnTo>
                    <a:lnTo>
                      <a:pt x="760" y="258"/>
                    </a:lnTo>
                    <a:lnTo>
                      <a:pt x="760" y="258"/>
                    </a:lnTo>
                    <a:lnTo>
                      <a:pt x="760" y="258"/>
                    </a:lnTo>
                    <a:lnTo>
                      <a:pt x="760" y="256"/>
                    </a:lnTo>
                    <a:lnTo>
                      <a:pt x="760" y="256"/>
                    </a:lnTo>
                    <a:lnTo>
                      <a:pt x="758" y="256"/>
                    </a:lnTo>
                    <a:lnTo>
                      <a:pt x="758" y="256"/>
                    </a:lnTo>
                    <a:lnTo>
                      <a:pt x="758" y="253"/>
                    </a:lnTo>
                    <a:lnTo>
                      <a:pt x="755" y="253"/>
                    </a:lnTo>
                    <a:lnTo>
                      <a:pt x="755" y="256"/>
                    </a:lnTo>
                    <a:lnTo>
                      <a:pt x="755" y="256"/>
                    </a:lnTo>
                    <a:lnTo>
                      <a:pt x="755" y="256"/>
                    </a:lnTo>
                    <a:lnTo>
                      <a:pt x="755" y="256"/>
                    </a:lnTo>
                    <a:lnTo>
                      <a:pt x="753" y="256"/>
                    </a:lnTo>
                    <a:lnTo>
                      <a:pt x="753" y="256"/>
                    </a:lnTo>
                    <a:lnTo>
                      <a:pt x="753" y="256"/>
                    </a:lnTo>
                    <a:lnTo>
                      <a:pt x="751" y="256"/>
                    </a:lnTo>
                    <a:lnTo>
                      <a:pt x="751" y="256"/>
                    </a:lnTo>
                    <a:lnTo>
                      <a:pt x="751" y="258"/>
                    </a:lnTo>
                    <a:lnTo>
                      <a:pt x="748" y="258"/>
                    </a:lnTo>
                    <a:lnTo>
                      <a:pt x="748" y="258"/>
                    </a:lnTo>
                    <a:lnTo>
                      <a:pt x="748" y="258"/>
                    </a:lnTo>
                    <a:lnTo>
                      <a:pt x="746" y="258"/>
                    </a:lnTo>
                    <a:lnTo>
                      <a:pt x="746" y="258"/>
                    </a:lnTo>
                    <a:lnTo>
                      <a:pt x="746" y="258"/>
                    </a:lnTo>
                    <a:lnTo>
                      <a:pt x="746" y="258"/>
                    </a:lnTo>
                    <a:lnTo>
                      <a:pt x="744" y="258"/>
                    </a:lnTo>
                    <a:lnTo>
                      <a:pt x="744" y="261"/>
                    </a:lnTo>
                    <a:lnTo>
                      <a:pt x="744" y="261"/>
                    </a:lnTo>
                    <a:lnTo>
                      <a:pt x="741" y="261"/>
                    </a:lnTo>
                    <a:lnTo>
                      <a:pt x="741" y="261"/>
                    </a:lnTo>
                    <a:lnTo>
                      <a:pt x="741" y="261"/>
                    </a:lnTo>
                    <a:lnTo>
                      <a:pt x="741" y="261"/>
                    </a:lnTo>
                    <a:lnTo>
                      <a:pt x="739" y="261"/>
                    </a:lnTo>
                    <a:lnTo>
                      <a:pt x="739" y="261"/>
                    </a:lnTo>
                    <a:lnTo>
                      <a:pt x="739" y="261"/>
                    </a:lnTo>
                    <a:lnTo>
                      <a:pt x="739" y="261"/>
                    </a:lnTo>
                    <a:lnTo>
                      <a:pt x="737" y="261"/>
                    </a:lnTo>
                    <a:lnTo>
                      <a:pt x="737" y="261"/>
                    </a:lnTo>
                    <a:lnTo>
                      <a:pt x="737" y="261"/>
                    </a:lnTo>
                    <a:lnTo>
                      <a:pt x="734" y="261"/>
                    </a:lnTo>
                    <a:lnTo>
                      <a:pt x="734" y="261"/>
                    </a:lnTo>
                    <a:lnTo>
                      <a:pt x="734" y="261"/>
                    </a:lnTo>
                    <a:lnTo>
                      <a:pt x="732" y="261"/>
                    </a:lnTo>
                    <a:lnTo>
                      <a:pt x="732" y="261"/>
                    </a:lnTo>
                    <a:lnTo>
                      <a:pt x="732" y="261"/>
                    </a:lnTo>
                    <a:lnTo>
                      <a:pt x="732" y="263"/>
                    </a:lnTo>
                    <a:lnTo>
                      <a:pt x="729" y="263"/>
                    </a:lnTo>
                    <a:lnTo>
                      <a:pt x="729" y="263"/>
                    </a:lnTo>
                    <a:lnTo>
                      <a:pt x="729" y="263"/>
                    </a:lnTo>
                    <a:lnTo>
                      <a:pt x="727" y="263"/>
                    </a:lnTo>
                    <a:lnTo>
                      <a:pt x="727" y="263"/>
                    </a:lnTo>
                    <a:lnTo>
                      <a:pt x="727" y="263"/>
                    </a:lnTo>
                    <a:lnTo>
                      <a:pt x="727" y="263"/>
                    </a:lnTo>
                    <a:lnTo>
                      <a:pt x="727" y="263"/>
                    </a:lnTo>
                    <a:lnTo>
                      <a:pt x="725" y="263"/>
                    </a:lnTo>
                    <a:lnTo>
                      <a:pt x="725" y="263"/>
                    </a:lnTo>
                    <a:lnTo>
                      <a:pt x="722" y="263"/>
                    </a:lnTo>
                    <a:lnTo>
                      <a:pt x="722" y="263"/>
                    </a:lnTo>
                    <a:lnTo>
                      <a:pt x="722" y="263"/>
                    </a:lnTo>
                    <a:lnTo>
                      <a:pt x="722" y="263"/>
                    </a:lnTo>
                    <a:lnTo>
                      <a:pt x="720" y="263"/>
                    </a:lnTo>
                    <a:lnTo>
                      <a:pt x="720" y="265"/>
                    </a:lnTo>
                    <a:lnTo>
                      <a:pt x="720" y="265"/>
                    </a:lnTo>
                    <a:lnTo>
                      <a:pt x="720" y="265"/>
                    </a:lnTo>
                    <a:lnTo>
                      <a:pt x="720" y="265"/>
                    </a:lnTo>
                    <a:lnTo>
                      <a:pt x="720" y="268"/>
                    </a:lnTo>
                    <a:lnTo>
                      <a:pt x="720" y="268"/>
                    </a:lnTo>
                    <a:lnTo>
                      <a:pt x="720" y="268"/>
                    </a:lnTo>
                    <a:lnTo>
                      <a:pt x="720" y="268"/>
                    </a:lnTo>
                    <a:lnTo>
                      <a:pt x="720" y="270"/>
                    </a:lnTo>
                    <a:lnTo>
                      <a:pt x="722" y="270"/>
                    </a:lnTo>
                    <a:lnTo>
                      <a:pt x="722" y="270"/>
                    </a:lnTo>
                    <a:lnTo>
                      <a:pt x="722" y="270"/>
                    </a:lnTo>
                    <a:lnTo>
                      <a:pt x="722" y="268"/>
                    </a:lnTo>
                    <a:lnTo>
                      <a:pt x="725" y="268"/>
                    </a:lnTo>
                    <a:lnTo>
                      <a:pt x="725" y="268"/>
                    </a:lnTo>
                    <a:lnTo>
                      <a:pt x="727" y="268"/>
                    </a:lnTo>
                    <a:lnTo>
                      <a:pt x="727" y="268"/>
                    </a:lnTo>
                    <a:lnTo>
                      <a:pt x="727" y="268"/>
                    </a:lnTo>
                    <a:lnTo>
                      <a:pt x="727" y="270"/>
                    </a:lnTo>
                    <a:lnTo>
                      <a:pt x="729" y="270"/>
                    </a:lnTo>
                    <a:lnTo>
                      <a:pt x="729" y="270"/>
                    </a:lnTo>
                    <a:lnTo>
                      <a:pt x="729" y="270"/>
                    </a:lnTo>
                    <a:lnTo>
                      <a:pt x="732" y="270"/>
                    </a:lnTo>
                    <a:lnTo>
                      <a:pt x="732" y="270"/>
                    </a:lnTo>
                    <a:lnTo>
                      <a:pt x="732" y="272"/>
                    </a:lnTo>
                    <a:lnTo>
                      <a:pt x="732" y="272"/>
                    </a:lnTo>
                    <a:lnTo>
                      <a:pt x="729" y="272"/>
                    </a:lnTo>
                    <a:lnTo>
                      <a:pt x="729" y="272"/>
                    </a:lnTo>
                    <a:lnTo>
                      <a:pt x="729" y="272"/>
                    </a:lnTo>
                    <a:lnTo>
                      <a:pt x="729" y="275"/>
                    </a:lnTo>
                    <a:lnTo>
                      <a:pt x="729" y="275"/>
                    </a:lnTo>
                    <a:lnTo>
                      <a:pt x="729" y="275"/>
                    </a:lnTo>
                    <a:lnTo>
                      <a:pt x="729" y="275"/>
                    </a:lnTo>
                    <a:lnTo>
                      <a:pt x="729" y="275"/>
                    </a:lnTo>
                    <a:lnTo>
                      <a:pt x="729" y="277"/>
                    </a:lnTo>
                    <a:lnTo>
                      <a:pt x="727" y="277"/>
                    </a:lnTo>
                    <a:lnTo>
                      <a:pt x="727" y="277"/>
                    </a:lnTo>
                    <a:lnTo>
                      <a:pt x="729" y="277"/>
                    </a:lnTo>
                    <a:lnTo>
                      <a:pt x="729" y="279"/>
                    </a:lnTo>
                    <a:lnTo>
                      <a:pt x="729" y="279"/>
                    </a:lnTo>
                    <a:lnTo>
                      <a:pt x="729" y="282"/>
                    </a:lnTo>
                    <a:lnTo>
                      <a:pt x="729" y="282"/>
                    </a:lnTo>
                    <a:lnTo>
                      <a:pt x="729" y="282"/>
                    </a:lnTo>
                    <a:lnTo>
                      <a:pt x="729" y="284"/>
                    </a:lnTo>
                    <a:lnTo>
                      <a:pt x="729" y="284"/>
                    </a:lnTo>
                    <a:lnTo>
                      <a:pt x="729" y="284"/>
                    </a:lnTo>
                    <a:lnTo>
                      <a:pt x="729" y="287"/>
                    </a:lnTo>
                    <a:lnTo>
                      <a:pt x="729" y="287"/>
                    </a:lnTo>
                    <a:lnTo>
                      <a:pt x="732" y="287"/>
                    </a:lnTo>
                    <a:lnTo>
                      <a:pt x="732" y="289"/>
                    </a:lnTo>
                    <a:lnTo>
                      <a:pt x="732" y="289"/>
                    </a:lnTo>
                    <a:lnTo>
                      <a:pt x="732" y="291"/>
                    </a:lnTo>
                    <a:lnTo>
                      <a:pt x="732" y="291"/>
                    </a:lnTo>
                    <a:lnTo>
                      <a:pt x="732" y="291"/>
                    </a:lnTo>
                    <a:lnTo>
                      <a:pt x="732" y="294"/>
                    </a:lnTo>
                    <a:lnTo>
                      <a:pt x="732" y="294"/>
                    </a:lnTo>
                    <a:lnTo>
                      <a:pt x="732" y="294"/>
                    </a:lnTo>
                    <a:lnTo>
                      <a:pt x="732" y="294"/>
                    </a:lnTo>
                    <a:lnTo>
                      <a:pt x="734" y="294"/>
                    </a:lnTo>
                    <a:lnTo>
                      <a:pt x="734" y="296"/>
                    </a:lnTo>
                    <a:lnTo>
                      <a:pt x="734" y="296"/>
                    </a:lnTo>
                    <a:lnTo>
                      <a:pt x="734" y="296"/>
                    </a:lnTo>
                    <a:lnTo>
                      <a:pt x="734" y="298"/>
                    </a:lnTo>
                    <a:lnTo>
                      <a:pt x="734" y="298"/>
                    </a:lnTo>
                    <a:lnTo>
                      <a:pt x="734" y="298"/>
                    </a:lnTo>
                    <a:lnTo>
                      <a:pt x="734" y="301"/>
                    </a:lnTo>
                    <a:lnTo>
                      <a:pt x="737" y="301"/>
                    </a:lnTo>
                    <a:lnTo>
                      <a:pt x="737" y="301"/>
                    </a:lnTo>
                    <a:lnTo>
                      <a:pt x="737" y="303"/>
                    </a:lnTo>
                    <a:lnTo>
                      <a:pt x="737" y="303"/>
                    </a:lnTo>
                    <a:lnTo>
                      <a:pt x="737" y="303"/>
                    </a:lnTo>
                    <a:lnTo>
                      <a:pt x="737" y="303"/>
                    </a:lnTo>
                    <a:lnTo>
                      <a:pt x="737" y="303"/>
                    </a:lnTo>
                    <a:lnTo>
                      <a:pt x="737" y="306"/>
                    </a:lnTo>
                    <a:lnTo>
                      <a:pt x="737" y="306"/>
                    </a:lnTo>
                    <a:lnTo>
                      <a:pt x="734" y="306"/>
                    </a:lnTo>
                    <a:lnTo>
                      <a:pt x="734" y="308"/>
                    </a:lnTo>
                    <a:lnTo>
                      <a:pt x="737" y="308"/>
                    </a:lnTo>
                    <a:lnTo>
                      <a:pt x="737" y="308"/>
                    </a:lnTo>
                    <a:lnTo>
                      <a:pt x="737" y="308"/>
                    </a:lnTo>
                    <a:lnTo>
                      <a:pt x="739" y="308"/>
                    </a:lnTo>
                    <a:lnTo>
                      <a:pt x="739" y="310"/>
                    </a:lnTo>
                    <a:lnTo>
                      <a:pt x="739" y="310"/>
                    </a:lnTo>
                    <a:lnTo>
                      <a:pt x="737" y="310"/>
                    </a:lnTo>
                    <a:lnTo>
                      <a:pt x="737" y="313"/>
                    </a:lnTo>
                    <a:lnTo>
                      <a:pt x="737" y="313"/>
                    </a:lnTo>
                    <a:lnTo>
                      <a:pt x="734" y="313"/>
                    </a:lnTo>
                    <a:lnTo>
                      <a:pt x="734" y="313"/>
                    </a:lnTo>
                    <a:lnTo>
                      <a:pt x="734" y="313"/>
                    </a:lnTo>
                    <a:lnTo>
                      <a:pt x="732" y="313"/>
                    </a:lnTo>
                    <a:lnTo>
                      <a:pt x="732" y="313"/>
                    </a:lnTo>
                    <a:lnTo>
                      <a:pt x="732" y="313"/>
                    </a:lnTo>
                    <a:lnTo>
                      <a:pt x="732" y="313"/>
                    </a:lnTo>
                    <a:lnTo>
                      <a:pt x="729" y="313"/>
                    </a:lnTo>
                    <a:lnTo>
                      <a:pt x="729" y="313"/>
                    </a:lnTo>
                    <a:lnTo>
                      <a:pt x="729" y="313"/>
                    </a:lnTo>
                    <a:lnTo>
                      <a:pt x="729" y="315"/>
                    </a:lnTo>
                    <a:lnTo>
                      <a:pt x="729" y="315"/>
                    </a:lnTo>
                    <a:lnTo>
                      <a:pt x="729" y="315"/>
                    </a:lnTo>
                    <a:lnTo>
                      <a:pt x="732" y="315"/>
                    </a:lnTo>
                    <a:lnTo>
                      <a:pt x="732" y="315"/>
                    </a:lnTo>
                    <a:lnTo>
                      <a:pt x="732" y="317"/>
                    </a:lnTo>
                    <a:lnTo>
                      <a:pt x="732" y="317"/>
                    </a:lnTo>
                    <a:lnTo>
                      <a:pt x="734" y="317"/>
                    </a:lnTo>
                    <a:lnTo>
                      <a:pt x="734" y="317"/>
                    </a:lnTo>
                    <a:lnTo>
                      <a:pt x="732" y="317"/>
                    </a:lnTo>
                    <a:lnTo>
                      <a:pt x="732" y="317"/>
                    </a:lnTo>
                    <a:lnTo>
                      <a:pt x="732" y="317"/>
                    </a:lnTo>
                    <a:lnTo>
                      <a:pt x="732" y="320"/>
                    </a:lnTo>
                    <a:lnTo>
                      <a:pt x="729" y="320"/>
                    </a:lnTo>
                    <a:lnTo>
                      <a:pt x="729" y="320"/>
                    </a:lnTo>
                    <a:lnTo>
                      <a:pt x="727" y="320"/>
                    </a:lnTo>
                    <a:lnTo>
                      <a:pt x="727" y="320"/>
                    </a:lnTo>
                    <a:lnTo>
                      <a:pt x="727" y="320"/>
                    </a:lnTo>
                    <a:lnTo>
                      <a:pt x="727" y="320"/>
                    </a:lnTo>
                    <a:lnTo>
                      <a:pt x="727" y="322"/>
                    </a:lnTo>
                    <a:lnTo>
                      <a:pt x="725" y="322"/>
                    </a:lnTo>
                    <a:lnTo>
                      <a:pt x="725" y="322"/>
                    </a:lnTo>
                    <a:lnTo>
                      <a:pt x="725" y="325"/>
                    </a:lnTo>
                    <a:lnTo>
                      <a:pt x="725" y="325"/>
                    </a:lnTo>
                    <a:lnTo>
                      <a:pt x="725" y="325"/>
                    </a:lnTo>
                    <a:lnTo>
                      <a:pt x="725" y="325"/>
                    </a:lnTo>
                    <a:lnTo>
                      <a:pt x="725" y="325"/>
                    </a:lnTo>
                    <a:lnTo>
                      <a:pt x="725" y="327"/>
                    </a:lnTo>
                    <a:lnTo>
                      <a:pt x="727" y="327"/>
                    </a:lnTo>
                    <a:lnTo>
                      <a:pt x="727" y="327"/>
                    </a:lnTo>
                    <a:lnTo>
                      <a:pt x="725" y="327"/>
                    </a:lnTo>
                    <a:lnTo>
                      <a:pt x="725" y="329"/>
                    </a:lnTo>
                    <a:lnTo>
                      <a:pt x="725" y="329"/>
                    </a:lnTo>
                    <a:lnTo>
                      <a:pt x="725" y="332"/>
                    </a:lnTo>
                    <a:lnTo>
                      <a:pt x="727" y="332"/>
                    </a:lnTo>
                    <a:lnTo>
                      <a:pt x="727" y="332"/>
                    </a:lnTo>
                    <a:lnTo>
                      <a:pt x="727" y="334"/>
                    </a:lnTo>
                    <a:lnTo>
                      <a:pt x="727" y="334"/>
                    </a:lnTo>
                    <a:lnTo>
                      <a:pt x="727" y="334"/>
                    </a:lnTo>
                    <a:lnTo>
                      <a:pt x="727" y="334"/>
                    </a:lnTo>
                    <a:lnTo>
                      <a:pt x="727" y="334"/>
                    </a:lnTo>
                    <a:lnTo>
                      <a:pt x="725" y="334"/>
                    </a:lnTo>
                    <a:lnTo>
                      <a:pt x="725" y="334"/>
                    </a:lnTo>
                    <a:lnTo>
                      <a:pt x="722" y="334"/>
                    </a:lnTo>
                    <a:lnTo>
                      <a:pt x="722" y="334"/>
                    </a:lnTo>
                    <a:lnTo>
                      <a:pt x="722" y="334"/>
                    </a:lnTo>
                    <a:lnTo>
                      <a:pt x="722" y="334"/>
                    </a:lnTo>
                    <a:lnTo>
                      <a:pt x="722" y="332"/>
                    </a:lnTo>
                    <a:lnTo>
                      <a:pt x="722" y="332"/>
                    </a:lnTo>
                    <a:lnTo>
                      <a:pt x="720" y="332"/>
                    </a:lnTo>
                    <a:lnTo>
                      <a:pt x="720" y="332"/>
                    </a:lnTo>
                    <a:lnTo>
                      <a:pt x="720" y="332"/>
                    </a:lnTo>
                    <a:lnTo>
                      <a:pt x="720" y="329"/>
                    </a:lnTo>
                    <a:lnTo>
                      <a:pt x="720" y="329"/>
                    </a:lnTo>
                    <a:lnTo>
                      <a:pt x="718" y="329"/>
                    </a:lnTo>
                    <a:lnTo>
                      <a:pt x="718" y="329"/>
                    </a:lnTo>
                    <a:lnTo>
                      <a:pt x="718" y="329"/>
                    </a:lnTo>
                    <a:lnTo>
                      <a:pt x="715" y="329"/>
                    </a:lnTo>
                    <a:lnTo>
                      <a:pt x="715" y="329"/>
                    </a:lnTo>
                    <a:lnTo>
                      <a:pt x="715" y="329"/>
                    </a:lnTo>
                    <a:lnTo>
                      <a:pt x="713" y="329"/>
                    </a:lnTo>
                    <a:lnTo>
                      <a:pt x="713" y="329"/>
                    </a:lnTo>
                    <a:lnTo>
                      <a:pt x="713" y="329"/>
                    </a:lnTo>
                    <a:lnTo>
                      <a:pt x="711" y="329"/>
                    </a:lnTo>
                    <a:lnTo>
                      <a:pt x="711" y="329"/>
                    </a:lnTo>
                    <a:lnTo>
                      <a:pt x="711" y="327"/>
                    </a:lnTo>
                    <a:lnTo>
                      <a:pt x="708" y="327"/>
                    </a:lnTo>
                    <a:lnTo>
                      <a:pt x="708" y="327"/>
                    </a:lnTo>
                    <a:lnTo>
                      <a:pt x="708" y="327"/>
                    </a:lnTo>
                    <a:lnTo>
                      <a:pt x="708" y="327"/>
                    </a:lnTo>
                    <a:lnTo>
                      <a:pt x="708" y="325"/>
                    </a:lnTo>
                    <a:lnTo>
                      <a:pt x="706" y="325"/>
                    </a:lnTo>
                    <a:lnTo>
                      <a:pt x="706" y="325"/>
                    </a:lnTo>
                    <a:lnTo>
                      <a:pt x="706" y="325"/>
                    </a:lnTo>
                    <a:lnTo>
                      <a:pt x="706" y="325"/>
                    </a:lnTo>
                    <a:lnTo>
                      <a:pt x="706" y="325"/>
                    </a:lnTo>
                    <a:lnTo>
                      <a:pt x="703" y="325"/>
                    </a:lnTo>
                    <a:lnTo>
                      <a:pt x="703" y="322"/>
                    </a:lnTo>
                    <a:lnTo>
                      <a:pt x="703" y="322"/>
                    </a:lnTo>
                    <a:lnTo>
                      <a:pt x="703" y="322"/>
                    </a:lnTo>
                    <a:lnTo>
                      <a:pt x="703" y="320"/>
                    </a:lnTo>
                    <a:lnTo>
                      <a:pt x="701" y="320"/>
                    </a:lnTo>
                    <a:lnTo>
                      <a:pt x="701" y="322"/>
                    </a:lnTo>
                    <a:lnTo>
                      <a:pt x="701" y="322"/>
                    </a:lnTo>
                    <a:lnTo>
                      <a:pt x="701" y="322"/>
                    </a:lnTo>
                    <a:lnTo>
                      <a:pt x="701" y="320"/>
                    </a:lnTo>
                    <a:lnTo>
                      <a:pt x="699" y="320"/>
                    </a:lnTo>
                    <a:lnTo>
                      <a:pt x="699" y="320"/>
                    </a:lnTo>
                    <a:lnTo>
                      <a:pt x="699" y="320"/>
                    </a:lnTo>
                    <a:lnTo>
                      <a:pt x="696" y="320"/>
                    </a:lnTo>
                    <a:lnTo>
                      <a:pt x="696" y="320"/>
                    </a:lnTo>
                    <a:lnTo>
                      <a:pt x="694" y="320"/>
                    </a:lnTo>
                    <a:lnTo>
                      <a:pt x="694" y="320"/>
                    </a:lnTo>
                    <a:lnTo>
                      <a:pt x="694" y="320"/>
                    </a:lnTo>
                    <a:lnTo>
                      <a:pt x="694" y="320"/>
                    </a:lnTo>
                    <a:lnTo>
                      <a:pt x="692" y="320"/>
                    </a:lnTo>
                    <a:lnTo>
                      <a:pt x="692" y="320"/>
                    </a:lnTo>
                    <a:lnTo>
                      <a:pt x="692" y="317"/>
                    </a:lnTo>
                    <a:lnTo>
                      <a:pt x="692" y="317"/>
                    </a:lnTo>
                    <a:lnTo>
                      <a:pt x="689" y="317"/>
                    </a:lnTo>
                    <a:lnTo>
                      <a:pt x="689" y="317"/>
                    </a:lnTo>
                    <a:lnTo>
                      <a:pt x="689" y="317"/>
                    </a:lnTo>
                    <a:lnTo>
                      <a:pt x="687" y="317"/>
                    </a:lnTo>
                    <a:lnTo>
                      <a:pt x="687" y="317"/>
                    </a:lnTo>
                    <a:lnTo>
                      <a:pt x="687" y="317"/>
                    </a:lnTo>
                    <a:lnTo>
                      <a:pt x="687" y="317"/>
                    </a:lnTo>
                    <a:lnTo>
                      <a:pt x="684" y="317"/>
                    </a:lnTo>
                    <a:lnTo>
                      <a:pt x="684" y="317"/>
                    </a:lnTo>
                    <a:lnTo>
                      <a:pt x="682" y="317"/>
                    </a:lnTo>
                    <a:lnTo>
                      <a:pt x="682" y="317"/>
                    </a:lnTo>
                    <a:lnTo>
                      <a:pt x="682" y="317"/>
                    </a:lnTo>
                    <a:lnTo>
                      <a:pt x="680" y="317"/>
                    </a:lnTo>
                    <a:lnTo>
                      <a:pt x="680" y="317"/>
                    </a:lnTo>
                    <a:lnTo>
                      <a:pt x="680" y="320"/>
                    </a:lnTo>
                    <a:lnTo>
                      <a:pt x="680" y="320"/>
                    </a:lnTo>
                    <a:lnTo>
                      <a:pt x="680" y="317"/>
                    </a:lnTo>
                    <a:lnTo>
                      <a:pt x="677" y="317"/>
                    </a:lnTo>
                    <a:lnTo>
                      <a:pt x="677" y="317"/>
                    </a:lnTo>
                    <a:lnTo>
                      <a:pt x="675" y="317"/>
                    </a:lnTo>
                    <a:lnTo>
                      <a:pt x="675" y="317"/>
                    </a:lnTo>
                    <a:lnTo>
                      <a:pt x="675" y="317"/>
                    </a:lnTo>
                    <a:lnTo>
                      <a:pt x="673" y="317"/>
                    </a:lnTo>
                    <a:lnTo>
                      <a:pt x="673" y="317"/>
                    </a:lnTo>
                    <a:lnTo>
                      <a:pt x="673" y="317"/>
                    </a:lnTo>
                    <a:lnTo>
                      <a:pt x="673" y="317"/>
                    </a:lnTo>
                    <a:lnTo>
                      <a:pt x="670" y="317"/>
                    </a:lnTo>
                    <a:lnTo>
                      <a:pt x="670" y="317"/>
                    </a:lnTo>
                    <a:lnTo>
                      <a:pt x="668" y="317"/>
                    </a:lnTo>
                    <a:lnTo>
                      <a:pt x="668" y="315"/>
                    </a:lnTo>
                    <a:lnTo>
                      <a:pt x="668" y="315"/>
                    </a:lnTo>
                    <a:lnTo>
                      <a:pt x="668" y="315"/>
                    </a:lnTo>
                    <a:lnTo>
                      <a:pt x="668" y="317"/>
                    </a:lnTo>
                    <a:lnTo>
                      <a:pt x="666" y="317"/>
                    </a:lnTo>
                    <a:lnTo>
                      <a:pt x="666" y="317"/>
                    </a:lnTo>
                    <a:lnTo>
                      <a:pt x="666" y="317"/>
                    </a:lnTo>
                    <a:lnTo>
                      <a:pt x="663" y="317"/>
                    </a:lnTo>
                    <a:lnTo>
                      <a:pt x="663" y="317"/>
                    </a:lnTo>
                    <a:lnTo>
                      <a:pt x="661" y="317"/>
                    </a:lnTo>
                    <a:lnTo>
                      <a:pt x="661" y="317"/>
                    </a:lnTo>
                    <a:lnTo>
                      <a:pt x="661" y="315"/>
                    </a:lnTo>
                    <a:lnTo>
                      <a:pt x="661" y="315"/>
                    </a:lnTo>
                    <a:lnTo>
                      <a:pt x="658" y="315"/>
                    </a:lnTo>
                    <a:lnTo>
                      <a:pt x="658" y="315"/>
                    </a:lnTo>
                    <a:lnTo>
                      <a:pt x="658" y="315"/>
                    </a:lnTo>
                    <a:lnTo>
                      <a:pt x="658" y="315"/>
                    </a:lnTo>
                    <a:lnTo>
                      <a:pt x="658" y="315"/>
                    </a:lnTo>
                    <a:lnTo>
                      <a:pt x="656" y="315"/>
                    </a:lnTo>
                    <a:lnTo>
                      <a:pt x="656" y="315"/>
                    </a:lnTo>
                    <a:lnTo>
                      <a:pt x="656" y="315"/>
                    </a:lnTo>
                    <a:lnTo>
                      <a:pt x="654" y="315"/>
                    </a:lnTo>
                    <a:lnTo>
                      <a:pt x="654" y="315"/>
                    </a:lnTo>
                    <a:lnTo>
                      <a:pt x="654" y="315"/>
                    </a:lnTo>
                    <a:lnTo>
                      <a:pt x="654" y="315"/>
                    </a:lnTo>
                    <a:lnTo>
                      <a:pt x="651" y="315"/>
                    </a:lnTo>
                    <a:lnTo>
                      <a:pt x="651" y="315"/>
                    </a:lnTo>
                    <a:lnTo>
                      <a:pt x="651" y="317"/>
                    </a:lnTo>
                    <a:lnTo>
                      <a:pt x="649" y="317"/>
                    </a:lnTo>
                    <a:lnTo>
                      <a:pt x="649" y="317"/>
                    </a:lnTo>
                    <a:lnTo>
                      <a:pt x="649" y="317"/>
                    </a:lnTo>
                    <a:lnTo>
                      <a:pt x="647" y="317"/>
                    </a:lnTo>
                    <a:lnTo>
                      <a:pt x="647" y="317"/>
                    </a:lnTo>
                    <a:lnTo>
                      <a:pt x="647" y="317"/>
                    </a:lnTo>
                    <a:lnTo>
                      <a:pt x="647" y="317"/>
                    </a:lnTo>
                    <a:lnTo>
                      <a:pt x="644" y="317"/>
                    </a:lnTo>
                    <a:lnTo>
                      <a:pt x="644" y="317"/>
                    </a:lnTo>
                    <a:lnTo>
                      <a:pt x="642" y="317"/>
                    </a:lnTo>
                    <a:lnTo>
                      <a:pt x="642" y="317"/>
                    </a:lnTo>
                    <a:lnTo>
                      <a:pt x="642" y="317"/>
                    </a:lnTo>
                    <a:lnTo>
                      <a:pt x="642" y="317"/>
                    </a:lnTo>
                    <a:lnTo>
                      <a:pt x="640" y="317"/>
                    </a:lnTo>
                    <a:lnTo>
                      <a:pt x="640" y="317"/>
                    </a:lnTo>
                    <a:lnTo>
                      <a:pt x="640" y="317"/>
                    </a:lnTo>
                    <a:lnTo>
                      <a:pt x="637" y="317"/>
                    </a:lnTo>
                    <a:lnTo>
                      <a:pt x="637" y="317"/>
                    </a:lnTo>
                    <a:lnTo>
                      <a:pt x="635" y="317"/>
                    </a:lnTo>
                    <a:lnTo>
                      <a:pt x="635" y="317"/>
                    </a:lnTo>
                    <a:lnTo>
                      <a:pt x="635" y="317"/>
                    </a:lnTo>
                    <a:lnTo>
                      <a:pt x="635" y="315"/>
                    </a:lnTo>
                    <a:lnTo>
                      <a:pt x="632" y="315"/>
                    </a:lnTo>
                    <a:lnTo>
                      <a:pt x="632" y="315"/>
                    </a:lnTo>
                    <a:lnTo>
                      <a:pt x="632" y="315"/>
                    </a:lnTo>
                    <a:lnTo>
                      <a:pt x="632" y="317"/>
                    </a:lnTo>
                    <a:lnTo>
                      <a:pt x="630" y="317"/>
                    </a:lnTo>
                    <a:lnTo>
                      <a:pt x="630" y="317"/>
                    </a:lnTo>
                    <a:lnTo>
                      <a:pt x="630" y="320"/>
                    </a:lnTo>
                    <a:lnTo>
                      <a:pt x="630" y="320"/>
                    </a:lnTo>
                    <a:lnTo>
                      <a:pt x="630" y="320"/>
                    </a:lnTo>
                    <a:lnTo>
                      <a:pt x="628" y="320"/>
                    </a:lnTo>
                    <a:lnTo>
                      <a:pt x="628" y="320"/>
                    </a:lnTo>
                    <a:lnTo>
                      <a:pt x="628" y="320"/>
                    </a:lnTo>
                    <a:lnTo>
                      <a:pt x="628" y="320"/>
                    </a:lnTo>
                    <a:lnTo>
                      <a:pt x="625" y="320"/>
                    </a:lnTo>
                    <a:lnTo>
                      <a:pt x="625" y="320"/>
                    </a:lnTo>
                    <a:lnTo>
                      <a:pt x="625" y="320"/>
                    </a:lnTo>
                    <a:lnTo>
                      <a:pt x="623" y="320"/>
                    </a:lnTo>
                    <a:lnTo>
                      <a:pt x="623" y="320"/>
                    </a:lnTo>
                    <a:lnTo>
                      <a:pt x="621" y="320"/>
                    </a:lnTo>
                    <a:lnTo>
                      <a:pt x="621" y="320"/>
                    </a:lnTo>
                    <a:lnTo>
                      <a:pt x="621" y="317"/>
                    </a:lnTo>
                    <a:lnTo>
                      <a:pt x="621" y="317"/>
                    </a:lnTo>
                    <a:lnTo>
                      <a:pt x="621" y="320"/>
                    </a:lnTo>
                    <a:lnTo>
                      <a:pt x="618" y="320"/>
                    </a:lnTo>
                    <a:lnTo>
                      <a:pt x="618" y="320"/>
                    </a:lnTo>
                    <a:lnTo>
                      <a:pt x="616" y="320"/>
                    </a:lnTo>
                    <a:lnTo>
                      <a:pt x="616" y="317"/>
                    </a:lnTo>
                    <a:lnTo>
                      <a:pt x="616" y="317"/>
                    </a:lnTo>
                    <a:lnTo>
                      <a:pt x="616" y="317"/>
                    </a:lnTo>
                    <a:lnTo>
                      <a:pt x="616" y="317"/>
                    </a:lnTo>
                    <a:lnTo>
                      <a:pt x="613" y="317"/>
                    </a:lnTo>
                    <a:lnTo>
                      <a:pt x="613" y="317"/>
                    </a:lnTo>
                    <a:lnTo>
                      <a:pt x="613" y="315"/>
                    </a:lnTo>
                    <a:lnTo>
                      <a:pt x="613" y="315"/>
                    </a:lnTo>
                    <a:lnTo>
                      <a:pt x="611" y="315"/>
                    </a:lnTo>
                    <a:lnTo>
                      <a:pt x="611" y="315"/>
                    </a:lnTo>
                    <a:lnTo>
                      <a:pt x="611" y="315"/>
                    </a:lnTo>
                    <a:lnTo>
                      <a:pt x="609" y="315"/>
                    </a:lnTo>
                    <a:lnTo>
                      <a:pt x="609" y="315"/>
                    </a:lnTo>
                    <a:lnTo>
                      <a:pt x="609" y="315"/>
                    </a:lnTo>
                    <a:lnTo>
                      <a:pt x="606" y="315"/>
                    </a:lnTo>
                    <a:lnTo>
                      <a:pt x="606" y="313"/>
                    </a:lnTo>
                    <a:lnTo>
                      <a:pt x="606" y="313"/>
                    </a:lnTo>
                    <a:lnTo>
                      <a:pt x="606" y="313"/>
                    </a:lnTo>
                    <a:lnTo>
                      <a:pt x="606" y="313"/>
                    </a:lnTo>
                    <a:lnTo>
                      <a:pt x="606" y="313"/>
                    </a:lnTo>
                    <a:lnTo>
                      <a:pt x="604" y="313"/>
                    </a:lnTo>
                    <a:lnTo>
                      <a:pt x="604" y="310"/>
                    </a:lnTo>
                    <a:lnTo>
                      <a:pt x="604" y="310"/>
                    </a:lnTo>
                    <a:lnTo>
                      <a:pt x="602" y="310"/>
                    </a:lnTo>
                    <a:lnTo>
                      <a:pt x="602" y="310"/>
                    </a:lnTo>
                    <a:lnTo>
                      <a:pt x="602" y="310"/>
                    </a:lnTo>
                    <a:lnTo>
                      <a:pt x="602" y="310"/>
                    </a:lnTo>
                    <a:lnTo>
                      <a:pt x="599" y="310"/>
                    </a:lnTo>
                    <a:lnTo>
                      <a:pt x="599" y="310"/>
                    </a:lnTo>
                    <a:lnTo>
                      <a:pt x="599" y="310"/>
                    </a:lnTo>
                    <a:lnTo>
                      <a:pt x="599" y="308"/>
                    </a:lnTo>
                    <a:lnTo>
                      <a:pt x="597" y="308"/>
                    </a:lnTo>
                    <a:lnTo>
                      <a:pt x="597" y="308"/>
                    </a:lnTo>
                    <a:lnTo>
                      <a:pt x="595" y="308"/>
                    </a:lnTo>
                    <a:lnTo>
                      <a:pt x="595" y="310"/>
                    </a:lnTo>
                    <a:lnTo>
                      <a:pt x="595" y="310"/>
                    </a:lnTo>
                    <a:lnTo>
                      <a:pt x="595" y="310"/>
                    </a:lnTo>
                    <a:lnTo>
                      <a:pt x="595" y="310"/>
                    </a:lnTo>
                    <a:lnTo>
                      <a:pt x="592" y="310"/>
                    </a:lnTo>
                    <a:lnTo>
                      <a:pt x="592" y="310"/>
                    </a:lnTo>
                    <a:lnTo>
                      <a:pt x="592" y="310"/>
                    </a:lnTo>
                    <a:lnTo>
                      <a:pt x="590" y="310"/>
                    </a:lnTo>
                    <a:lnTo>
                      <a:pt x="590" y="313"/>
                    </a:lnTo>
                    <a:lnTo>
                      <a:pt x="590" y="313"/>
                    </a:lnTo>
                    <a:lnTo>
                      <a:pt x="590" y="313"/>
                    </a:lnTo>
                    <a:lnTo>
                      <a:pt x="587" y="313"/>
                    </a:lnTo>
                    <a:lnTo>
                      <a:pt x="587" y="313"/>
                    </a:lnTo>
                    <a:lnTo>
                      <a:pt x="587" y="313"/>
                    </a:lnTo>
                    <a:lnTo>
                      <a:pt x="587" y="313"/>
                    </a:lnTo>
                    <a:lnTo>
                      <a:pt x="587" y="313"/>
                    </a:lnTo>
                    <a:lnTo>
                      <a:pt x="585" y="313"/>
                    </a:lnTo>
                    <a:lnTo>
                      <a:pt x="585" y="313"/>
                    </a:lnTo>
                    <a:lnTo>
                      <a:pt x="585" y="313"/>
                    </a:lnTo>
                    <a:lnTo>
                      <a:pt x="585" y="313"/>
                    </a:lnTo>
                    <a:lnTo>
                      <a:pt x="583" y="313"/>
                    </a:lnTo>
                    <a:lnTo>
                      <a:pt x="583" y="315"/>
                    </a:lnTo>
                    <a:lnTo>
                      <a:pt x="583" y="315"/>
                    </a:lnTo>
                    <a:lnTo>
                      <a:pt x="583" y="315"/>
                    </a:lnTo>
                    <a:lnTo>
                      <a:pt x="580" y="315"/>
                    </a:lnTo>
                    <a:lnTo>
                      <a:pt x="580" y="317"/>
                    </a:lnTo>
                    <a:lnTo>
                      <a:pt x="580" y="317"/>
                    </a:lnTo>
                    <a:lnTo>
                      <a:pt x="580" y="320"/>
                    </a:lnTo>
                    <a:lnTo>
                      <a:pt x="580" y="320"/>
                    </a:lnTo>
                    <a:lnTo>
                      <a:pt x="580" y="322"/>
                    </a:lnTo>
                    <a:lnTo>
                      <a:pt x="580" y="322"/>
                    </a:lnTo>
                    <a:lnTo>
                      <a:pt x="580" y="322"/>
                    </a:lnTo>
                    <a:lnTo>
                      <a:pt x="580" y="325"/>
                    </a:lnTo>
                    <a:lnTo>
                      <a:pt x="580" y="325"/>
                    </a:lnTo>
                    <a:lnTo>
                      <a:pt x="580" y="325"/>
                    </a:lnTo>
                    <a:lnTo>
                      <a:pt x="580" y="325"/>
                    </a:lnTo>
                    <a:lnTo>
                      <a:pt x="580" y="327"/>
                    </a:lnTo>
                    <a:lnTo>
                      <a:pt x="580" y="327"/>
                    </a:lnTo>
                    <a:lnTo>
                      <a:pt x="580" y="327"/>
                    </a:lnTo>
                    <a:lnTo>
                      <a:pt x="580" y="329"/>
                    </a:lnTo>
                    <a:lnTo>
                      <a:pt x="580" y="329"/>
                    </a:lnTo>
                    <a:lnTo>
                      <a:pt x="580" y="329"/>
                    </a:lnTo>
                    <a:lnTo>
                      <a:pt x="580" y="329"/>
                    </a:lnTo>
                    <a:lnTo>
                      <a:pt x="580" y="329"/>
                    </a:lnTo>
                    <a:lnTo>
                      <a:pt x="578" y="329"/>
                    </a:lnTo>
                    <a:lnTo>
                      <a:pt x="578" y="329"/>
                    </a:lnTo>
                    <a:lnTo>
                      <a:pt x="578" y="329"/>
                    </a:lnTo>
                    <a:lnTo>
                      <a:pt x="576" y="329"/>
                    </a:lnTo>
                    <a:lnTo>
                      <a:pt x="576" y="327"/>
                    </a:lnTo>
                    <a:lnTo>
                      <a:pt x="576" y="327"/>
                    </a:lnTo>
                    <a:lnTo>
                      <a:pt x="576" y="327"/>
                    </a:lnTo>
                    <a:lnTo>
                      <a:pt x="573" y="327"/>
                    </a:lnTo>
                    <a:lnTo>
                      <a:pt x="573" y="327"/>
                    </a:lnTo>
                    <a:lnTo>
                      <a:pt x="573" y="327"/>
                    </a:lnTo>
                    <a:lnTo>
                      <a:pt x="573" y="327"/>
                    </a:lnTo>
                    <a:lnTo>
                      <a:pt x="571" y="327"/>
                    </a:lnTo>
                    <a:lnTo>
                      <a:pt x="571" y="327"/>
                    </a:lnTo>
                    <a:lnTo>
                      <a:pt x="568" y="327"/>
                    </a:lnTo>
                    <a:lnTo>
                      <a:pt x="568" y="327"/>
                    </a:lnTo>
                    <a:lnTo>
                      <a:pt x="568" y="327"/>
                    </a:lnTo>
                    <a:lnTo>
                      <a:pt x="566" y="327"/>
                    </a:lnTo>
                    <a:lnTo>
                      <a:pt x="566" y="325"/>
                    </a:lnTo>
                    <a:lnTo>
                      <a:pt x="566" y="325"/>
                    </a:lnTo>
                    <a:lnTo>
                      <a:pt x="566" y="325"/>
                    </a:lnTo>
                    <a:lnTo>
                      <a:pt x="566" y="325"/>
                    </a:lnTo>
                    <a:lnTo>
                      <a:pt x="564" y="325"/>
                    </a:lnTo>
                    <a:lnTo>
                      <a:pt x="564" y="325"/>
                    </a:lnTo>
                    <a:lnTo>
                      <a:pt x="564" y="325"/>
                    </a:lnTo>
                    <a:lnTo>
                      <a:pt x="561" y="325"/>
                    </a:lnTo>
                    <a:lnTo>
                      <a:pt x="561" y="325"/>
                    </a:lnTo>
                    <a:lnTo>
                      <a:pt x="561" y="325"/>
                    </a:lnTo>
                    <a:lnTo>
                      <a:pt x="559" y="325"/>
                    </a:lnTo>
                    <a:lnTo>
                      <a:pt x="559" y="322"/>
                    </a:lnTo>
                    <a:lnTo>
                      <a:pt x="559" y="322"/>
                    </a:lnTo>
                    <a:lnTo>
                      <a:pt x="559" y="322"/>
                    </a:lnTo>
                    <a:lnTo>
                      <a:pt x="557" y="322"/>
                    </a:lnTo>
                    <a:lnTo>
                      <a:pt x="557" y="322"/>
                    </a:lnTo>
                    <a:lnTo>
                      <a:pt x="557" y="322"/>
                    </a:lnTo>
                    <a:lnTo>
                      <a:pt x="554" y="322"/>
                    </a:lnTo>
                    <a:lnTo>
                      <a:pt x="554" y="322"/>
                    </a:lnTo>
                    <a:lnTo>
                      <a:pt x="554" y="322"/>
                    </a:lnTo>
                    <a:lnTo>
                      <a:pt x="552" y="322"/>
                    </a:lnTo>
                    <a:lnTo>
                      <a:pt x="552" y="322"/>
                    </a:lnTo>
                    <a:lnTo>
                      <a:pt x="552" y="322"/>
                    </a:lnTo>
                    <a:lnTo>
                      <a:pt x="550" y="322"/>
                    </a:lnTo>
                    <a:lnTo>
                      <a:pt x="550" y="320"/>
                    </a:lnTo>
                    <a:lnTo>
                      <a:pt x="550" y="320"/>
                    </a:lnTo>
                    <a:lnTo>
                      <a:pt x="547" y="320"/>
                    </a:lnTo>
                    <a:lnTo>
                      <a:pt x="547" y="320"/>
                    </a:lnTo>
                    <a:lnTo>
                      <a:pt x="547" y="320"/>
                    </a:lnTo>
                    <a:lnTo>
                      <a:pt x="547" y="320"/>
                    </a:lnTo>
                    <a:lnTo>
                      <a:pt x="545" y="320"/>
                    </a:lnTo>
                    <a:lnTo>
                      <a:pt x="545" y="320"/>
                    </a:lnTo>
                    <a:lnTo>
                      <a:pt x="545" y="320"/>
                    </a:lnTo>
                    <a:lnTo>
                      <a:pt x="542" y="320"/>
                    </a:lnTo>
                    <a:lnTo>
                      <a:pt x="542" y="320"/>
                    </a:lnTo>
                    <a:lnTo>
                      <a:pt x="542" y="320"/>
                    </a:lnTo>
                    <a:lnTo>
                      <a:pt x="540" y="320"/>
                    </a:lnTo>
                    <a:lnTo>
                      <a:pt x="540" y="322"/>
                    </a:lnTo>
                    <a:lnTo>
                      <a:pt x="540" y="322"/>
                    </a:lnTo>
                    <a:lnTo>
                      <a:pt x="540" y="320"/>
                    </a:lnTo>
                    <a:lnTo>
                      <a:pt x="540" y="320"/>
                    </a:lnTo>
                    <a:lnTo>
                      <a:pt x="538" y="320"/>
                    </a:lnTo>
                    <a:lnTo>
                      <a:pt x="538" y="320"/>
                    </a:lnTo>
                    <a:lnTo>
                      <a:pt x="535" y="320"/>
                    </a:lnTo>
                    <a:lnTo>
                      <a:pt x="535" y="320"/>
                    </a:lnTo>
                    <a:lnTo>
                      <a:pt x="535" y="320"/>
                    </a:lnTo>
                    <a:lnTo>
                      <a:pt x="533" y="320"/>
                    </a:lnTo>
                    <a:lnTo>
                      <a:pt x="533" y="322"/>
                    </a:lnTo>
                    <a:lnTo>
                      <a:pt x="533" y="322"/>
                    </a:lnTo>
                    <a:lnTo>
                      <a:pt x="533" y="322"/>
                    </a:lnTo>
                    <a:lnTo>
                      <a:pt x="533" y="322"/>
                    </a:lnTo>
                    <a:lnTo>
                      <a:pt x="533" y="325"/>
                    </a:lnTo>
                    <a:lnTo>
                      <a:pt x="531" y="325"/>
                    </a:lnTo>
                    <a:lnTo>
                      <a:pt x="531" y="325"/>
                    </a:lnTo>
                    <a:lnTo>
                      <a:pt x="531" y="325"/>
                    </a:lnTo>
                    <a:lnTo>
                      <a:pt x="531" y="325"/>
                    </a:lnTo>
                    <a:lnTo>
                      <a:pt x="528" y="325"/>
                    </a:lnTo>
                    <a:lnTo>
                      <a:pt x="528" y="325"/>
                    </a:lnTo>
                    <a:lnTo>
                      <a:pt x="528" y="325"/>
                    </a:lnTo>
                    <a:lnTo>
                      <a:pt x="528" y="327"/>
                    </a:lnTo>
                    <a:lnTo>
                      <a:pt x="528" y="327"/>
                    </a:lnTo>
                    <a:lnTo>
                      <a:pt x="528" y="327"/>
                    </a:lnTo>
                    <a:lnTo>
                      <a:pt x="528" y="327"/>
                    </a:lnTo>
                    <a:lnTo>
                      <a:pt x="528" y="329"/>
                    </a:lnTo>
                    <a:lnTo>
                      <a:pt x="528" y="329"/>
                    </a:lnTo>
                    <a:lnTo>
                      <a:pt x="528" y="327"/>
                    </a:lnTo>
                    <a:lnTo>
                      <a:pt x="528" y="327"/>
                    </a:lnTo>
                    <a:lnTo>
                      <a:pt x="526" y="327"/>
                    </a:lnTo>
                    <a:lnTo>
                      <a:pt x="526" y="329"/>
                    </a:lnTo>
                    <a:lnTo>
                      <a:pt x="526" y="329"/>
                    </a:lnTo>
                    <a:lnTo>
                      <a:pt x="526" y="329"/>
                    </a:lnTo>
                    <a:lnTo>
                      <a:pt x="526" y="332"/>
                    </a:lnTo>
                    <a:lnTo>
                      <a:pt x="526" y="332"/>
                    </a:lnTo>
                    <a:lnTo>
                      <a:pt x="526" y="332"/>
                    </a:lnTo>
                    <a:lnTo>
                      <a:pt x="526" y="334"/>
                    </a:lnTo>
                    <a:lnTo>
                      <a:pt x="526" y="334"/>
                    </a:lnTo>
                    <a:lnTo>
                      <a:pt x="526" y="334"/>
                    </a:lnTo>
                    <a:lnTo>
                      <a:pt x="526" y="334"/>
                    </a:lnTo>
                    <a:lnTo>
                      <a:pt x="526" y="334"/>
                    </a:lnTo>
                    <a:lnTo>
                      <a:pt x="524" y="334"/>
                    </a:lnTo>
                    <a:lnTo>
                      <a:pt x="524" y="334"/>
                    </a:lnTo>
                    <a:lnTo>
                      <a:pt x="521" y="334"/>
                    </a:lnTo>
                    <a:lnTo>
                      <a:pt x="521" y="336"/>
                    </a:lnTo>
                    <a:lnTo>
                      <a:pt x="521" y="336"/>
                    </a:lnTo>
                    <a:lnTo>
                      <a:pt x="521" y="336"/>
                    </a:lnTo>
                    <a:lnTo>
                      <a:pt x="521" y="336"/>
                    </a:lnTo>
                    <a:lnTo>
                      <a:pt x="521" y="339"/>
                    </a:lnTo>
                    <a:lnTo>
                      <a:pt x="521" y="339"/>
                    </a:lnTo>
                    <a:lnTo>
                      <a:pt x="519" y="339"/>
                    </a:lnTo>
                    <a:lnTo>
                      <a:pt x="519" y="341"/>
                    </a:lnTo>
                    <a:lnTo>
                      <a:pt x="519" y="341"/>
                    </a:lnTo>
                    <a:lnTo>
                      <a:pt x="519" y="339"/>
                    </a:lnTo>
                    <a:lnTo>
                      <a:pt x="519" y="339"/>
                    </a:lnTo>
                    <a:lnTo>
                      <a:pt x="519" y="339"/>
                    </a:lnTo>
                    <a:lnTo>
                      <a:pt x="516" y="339"/>
                    </a:lnTo>
                    <a:lnTo>
                      <a:pt x="516" y="339"/>
                    </a:lnTo>
                    <a:lnTo>
                      <a:pt x="516" y="336"/>
                    </a:lnTo>
                    <a:lnTo>
                      <a:pt x="514" y="336"/>
                    </a:lnTo>
                    <a:lnTo>
                      <a:pt x="514" y="339"/>
                    </a:lnTo>
                    <a:lnTo>
                      <a:pt x="514" y="339"/>
                    </a:lnTo>
                    <a:lnTo>
                      <a:pt x="514" y="339"/>
                    </a:lnTo>
                    <a:lnTo>
                      <a:pt x="514" y="339"/>
                    </a:lnTo>
                    <a:lnTo>
                      <a:pt x="514" y="341"/>
                    </a:lnTo>
                    <a:lnTo>
                      <a:pt x="514" y="341"/>
                    </a:lnTo>
                    <a:lnTo>
                      <a:pt x="512" y="341"/>
                    </a:lnTo>
                    <a:lnTo>
                      <a:pt x="512" y="341"/>
                    </a:lnTo>
                    <a:lnTo>
                      <a:pt x="512" y="343"/>
                    </a:lnTo>
                    <a:lnTo>
                      <a:pt x="509" y="343"/>
                    </a:lnTo>
                    <a:lnTo>
                      <a:pt x="509" y="343"/>
                    </a:lnTo>
                    <a:lnTo>
                      <a:pt x="509" y="343"/>
                    </a:lnTo>
                    <a:lnTo>
                      <a:pt x="509" y="343"/>
                    </a:lnTo>
                    <a:lnTo>
                      <a:pt x="509" y="343"/>
                    </a:lnTo>
                    <a:lnTo>
                      <a:pt x="507" y="343"/>
                    </a:lnTo>
                    <a:lnTo>
                      <a:pt x="507" y="346"/>
                    </a:lnTo>
                    <a:lnTo>
                      <a:pt x="507" y="346"/>
                    </a:lnTo>
                    <a:lnTo>
                      <a:pt x="507" y="346"/>
                    </a:lnTo>
                    <a:lnTo>
                      <a:pt x="507" y="346"/>
                    </a:lnTo>
                    <a:lnTo>
                      <a:pt x="505" y="346"/>
                    </a:lnTo>
                    <a:lnTo>
                      <a:pt x="505" y="348"/>
                    </a:lnTo>
                    <a:lnTo>
                      <a:pt x="505" y="348"/>
                    </a:lnTo>
                    <a:lnTo>
                      <a:pt x="502" y="348"/>
                    </a:lnTo>
                    <a:lnTo>
                      <a:pt x="502" y="348"/>
                    </a:lnTo>
                    <a:lnTo>
                      <a:pt x="502" y="348"/>
                    </a:lnTo>
                    <a:lnTo>
                      <a:pt x="500" y="348"/>
                    </a:lnTo>
                    <a:lnTo>
                      <a:pt x="500" y="348"/>
                    </a:lnTo>
                    <a:lnTo>
                      <a:pt x="500" y="348"/>
                    </a:lnTo>
                    <a:lnTo>
                      <a:pt x="500" y="348"/>
                    </a:lnTo>
                    <a:lnTo>
                      <a:pt x="497" y="348"/>
                    </a:lnTo>
                    <a:lnTo>
                      <a:pt x="497" y="351"/>
                    </a:lnTo>
                    <a:lnTo>
                      <a:pt x="497" y="351"/>
                    </a:lnTo>
                    <a:lnTo>
                      <a:pt x="495" y="351"/>
                    </a:lnTo>
                    <a:lnTo>
                      <a:pt x="495" y="351"/>
                    </a:lnTo>
                    <a:lnTo>
                      <a:pt x="495" y="351"/>
                    </a:lnTo>
                    <a:lnTo>
                      <a:pt x="495" y="353"/>
                    </a:lnTo>
                    <a:lnTo>
                      <a:pt x="495" y="353"/>
                    </a:lnTo>
                    <a:lnTo>
                      <a:pt x="493" y="353"/>
                    </a:lnTo>
                    <a:lnTo>
                      <a:pt x="493" y="353"/>
                    </a:lnTo>
                    <a:lnTo>
                      <a:pt x="493" y="353"/>
                    </a:lnTo>
                    <a:lnTo>
                      <a:pt x="493" y="353"/>
                    </a:lnTo>
                    <a:lnTo>
                      <a:pt x="493" y="353"/>
                    </a:lnTo>
                    <a:lnTo>
                      <a:pt x="490" y="353"/>
                    </a:lnTo>
                    <a:lnTo>
                      <a:pt x="490" y="353"/>
                    </a:lnTo>
                    <a:lnTo>
                      <a:pt x="488" y="353"/>
                    </a:lnTo>
                    <a:lnTo>
                      <a:pt x="488" y="353"/>
                    </a:lnTo>
                    <a:lnTo>
                      <a:pt x="488" y="355"/>
                    </a:lnTo>
                    <a:lnTo>
                      <a:pt x="488" y="355"/>
                    </a:lnTo>
                    <a:lnTo>
                      <a:pt x="488" y="355"/>
                    </a:lnTo>
                    <a:lnTo>
                      <a:pt x="486" y="355"/>
                    </a:lnTo>
                    <a:lnTo>
                      <a:pt x="486" y="358"/>
                    </a:lnTo>
                    <a:lnTo>
                      <a:pt x="486" y="358"/>
                    </a:lnTo>
                    <a:lnTo>
                      <a:pt x="486" y="358"/>
                    </a:lnTo>
                    <a:lnTo>
                      <a:pt x="486" y="358"/>
                    </a:lnTo>
                    <a:lnTo>
                      <a:pt x="486" y="360"/>
                    </a:lnTo>
                    <a:lnTo>
                      <a:pt x="483" y="360"/>
                    </a:lnTo>
                    <a:lnTo>
                      <a:pt x="483" y="360"/>
                    </a:lnTo>
                    <a:lnTo>
                      <a:pt x="483" y="360"/>
                    </a:lnTo>
                    <a:lnTo>
                      <a:pt x="483" y="362"/>
                    </a:lnTo>
                    <a:lnTo>
                      <a:pt x="481" y="362"/>
                    </a:lnTo>
                    <a:lnTo>
                      <a:pt x="481" y="362"/>
                    </a:lnTo>
                    <a:lnTo>
                      <a:pt x="481" y="362"/>
                    </a:lnTo>
                    <a:lnTo>
                      <a:pt x="481" y="362"/>
                    </a:lnTo>
                    <a:lnTo>
                      <a:pt x="481" y="362"/>
                    </a:lnTo>
                    <a:lnTo>
                      <a:pt x="481" y="365"/>
                    </a:lnTo>
                    <a:lnTo>
                      <a:pt x="479" y="365"/>
                    </a:lnTo>
                    <a:lnTo>
                      <a:pt x="479" y="365"/>
                    </a:lnTo>
                    <a:lnTo>
                      <a:pt x="479" y="367"/>
                    </a:lnTo>
                    <a:lnTo>
                      <a:pt x="479" y="367"/>
                    </a:lnTo>
                    <a:lnTo>
                      <a:pt x="479" y="367"/>
                    </a:lnTo>
                    <a:lnTo>
                      <a:pt x="479" y="365"/>
                    </a:lnTo>
                    <a:lnTo>
                      <a:pt x="476" y="365"/>
                    </a:lnTo>
                    <a:lnTo>
                      <a:pt x="476" y="365"/>
                    </a:lnTo>
                    <a:lnTo>
                      <a:pt x="474" y="365"/>
                    </a:lnTo>
                    <a:lnTo>
                      <a:pt x="474" y="365"/>
                    </a:lnTo>
                    <a:lnTo>
                      <a:pt x="474" y="367"/>
                    </a:lnTo>
                    <a:lnTo>
                      <a:pt x="474" y="367"/>
                    </a:lnTo>
                    <a:lnTo>
                      <a:pt x="474" y="367"/>
                    </a:lnTo>
                    <a:lnTo>
                      <a:pt x="476" y="367"/>
                    </a:lnTo>
                    <a:lnTo>
                      <a:pt x="476" y="370"/>
                    </a:lnTo>
                    <a:lnTo>
                      <a:pt x="476" y="370"/>
                    </a:lnTo>
                    <a:lnTo>
                      <a:pt x="476" y="372"/>
                    </a:lnTo>
                    <a:lnTo>
                      <a:pt x="476" y="372"/>
                    </a:lnTo>
                    <a:lnTo>
                      <a:pt x="476" y="372"/>
                    </a:lnTo>
                    <a:lnTo>
                      <a:pt x="476" y="372"/>
                    </a:lnTo>
                    <a:lnTo>
                      <a:pt x="476" y="374"/>
                    </a:lnTo>
                    <a:lnTo>
                      <a:pt x="476" y="374"/>
                    </a:lnTo>
                    <a:lnTo>
                      <a:pt x="476" y="377"/>
                    </a:lnTo>
                    <a:lnTo>
                      <a:pt x="476" y="377"/>
                    </a:lnTo>
                    <a:lnTo>
                      <a:pt x="474" y="377"/>
                    </a:lnTo>
                    <a:lnTo>
                      <a:pt x="474" y="377"/>
                    </a:lnTo>
                    <a:lnTo>
                      <a:pt x="474" y="377"/>
                    </a:lnTo>
                    <a:lnTo>
                      <a:pt x="471" y="377"/>
                    </a:lnTo>
                    <a:lnTo>
                      <a:pt x="471" y="374"/>
                    </a:lnTo>
                    <a:lnTo>
                      <a:pt x="471" y="374"/>
                    </a:lnTo>
                    <a:lnTo>
                      <a:pt x="469" y="374"/>
                    </a:lnTo>
                    <a:lnTo>
                      <a:pt x="469" y="374"/>
                    </a:lnTo>
                    <a:lnTo>
                      <a:pt x="469" y="374"/>
                    </a:lnTo>
                    <a:lnTo>
                      <a:pt x="469" y="374"/>
                    </a:lnTo>
                    <a:lnTo>
                      <a:pt x="469" y="372"/>
                    </a:lnTo>
                    <a:lnTo>
                      <a:pt x="467" y="372"/>
                    </a:lnTo>
                    <a:lnTo>
                      <a:pt x="467" y="372"/>
                    </a:lnTo>
                    <a:lnTo>
                      <a:pt x="467" y="372"/>
                    </a:lnTo>
                    <a:lnTo>
                      <a:pt x="467" y="372"/>
                    </a:lnTo>
                    <a:lnTo>
                      <a:pt x="464" y="372"/>
                    </a:lnTo>
                    <a:lnTo>
                      <a:pt x="464" y="372"/>
                    </a:lnTo>
                    <a:lnTo>
                      <a:pt x="464" y="372"/>
                    </a:lnTo>
                    <a:lnTo>
                      <a:pt x="462" y="372"/>
                    </a:lnTo>
                    <a:lnTo>
                      <a:pt x="462" y="370"/>
                    </a:lnTo>
                    <a:lnTo>
                      <a:pt x="462" y="370"/>
                    </a:lnTo>
                    <a:lnTo>
                      <a:pt x="462" y="370"/>
                    </a:lnTo>
                    <a:lnTo>
                      <a:pt x="462" y="370"/>
                    </a:lnTo>
                    <a:lnTo>
                      <a:pt x="464" y="370"/>
                    </a:lnTo>
                    <a:lnTo>
                      <a:pt x="464" y="367"/>
                    </a:lnTo>
                    <a:lnTo>
                      <a:pt x="464" y="367"/>
                    </a:lnTo>
                    <a:lnTo>
                      <a:pt x="464" y="367"/>
                    </a:lnTo>
                    <a:lnTo>
                      <a:pt x="464" y="365"/>
                    </a:lnTo>
                    <a:lnTo>
                      <a:pt x="464" y="365"/>
                    </a:lnTo>
                    <a:lnTo>
                      <a:pt x="467" y="365"/>
                    </a:lnTo>
                    <a:lnTo>
                      <a:pt x="467" y="362"/>
                    </a:lnTo>
                    <a:lnTo>
                      <a:pt x="467" y="362"/>
                    </a:lnTo>
                    <a:lnTo>
                      <a:pt x="464" y="362"/>
                    </a:lnTo>
                    <a:lnTo>
                      <a:pt x="464" y="362"/>
                    </a:lnTo>
                    <a:lnTo>
                      <a:pt x="462" y="362"/>
                    </a:lnTo>
                    <a:lnTo>
                      <a:pt x="462" y="362"/>
                    </a:lnTo>
                    <a:lnTo>
                      <a:pt x="462" y="362"/>
                    </a:lnTo>
                    <a:lnTo>
                      <a:pt x="462" y="360"/>
                    </a:lnTo>
                    <a:lnTo>
                      <a:pt x="462" y="360"/>
                    </a:lnTo>
                    <a:lnTo>
                      <a:pt x="462" y="362"/>
                    </a:lnTo>
                    <a:lnTo>
                      <a:pt x="460" y="362"/>
                    </a:lnTo>
                    <a:lnTo>
                      <a:pt x="460" y="362"/>
                    </a:lnTo>
                    <a:lnTo>
                      <a:pt x="460" y="362"/>
                    </a:lnTo>
                    <a:lnTo>
                      <a:pt x="460" y="360"/>
                    </a:lnTo>
                    <a:lnTo>
                      <a:pt x="457" y="360"/>
                    </a:lnTo>
                    <a:lnTo>
                      <a:pt x="457" y="360"/>
                    </a:lnTo>
                    <a:lnTo>
                      <a:pt x="455" y="360"/>
                    </a:lnTo>
                    <a:lnTo>
                      <a:pt x="455" y="360"/>
                    </a:lnTo>
                    <a:lnTo>
                      <a:pt x="455" y="360"/>
                    </a:lnTo>
                    <a:lnTo>
                      <a:pt x="453" y="360"/>
                    </a:lnTo>
                    <a:lnTo>
                      <a:pt x="453" y="360"/>
                    </a:lnTo>
                    <a:lnTo>
                      <a:pt x="453" y="360"/>
                    </a:lnTo>
                    <a:lnTo>
                      <a:pt x="450" y="360"/>
                    </a:lnTo>
                    <a:lnTo>
                      <a:pt x="450" y="360"/>
                    </a:lnTo>
                    <a:lnTo>
                      <a:pt x="448" y="360"/>
                    </a:lnTo>
                    <a:lnTo>
                      <a:pt x="448" y="360"/>
                    </a:lnTo>
                    <a:lnTo>
                      <a:pt x="448" y="360"/>
                    </a:lnTo>
                    <a:lnTo>
                      <a:pt x="445" y="360"/>
                    </a:lnTo>
                    <a:lnTo>
                      <a:pt x="445" y="360"/>
                    </a:lnTo>
                    <a:lnTo>
                      <a:pt x="445" y="360"/>
                    </a:lnTo>
                    <a:lnTo>
                      <a:pt x="443" y="360"/>
                    </a:lnTo>
                    <a:lnTo>
                      <a:pt x="443" y="360"/>
                    </a:lnTo>
                    <a:lnTo>
                      <a:pt x="441" y="360"/>
                    </a:lnTo>
                    <a:lnTo>
                      <a:pt x="441" y="360"/>
                    </a:lnTo>
                    <a:lnTo>
                      <a:pt x="441" y="360"/>
                    </a:lnTo>
                    <a:lnTo>
                      <a:pt x="441" y="360"/>
                    </a:lnTo>
                    <a:lnTo>
                      <a:pt x="438" y="360"/>
                    </a:lnTo>
                    <a:lnTo>
                      <a:pt x="438" y="360"/>
                    </a:lnTo>
                    <a:lnTo>
                      <a:pt x="436" y="360"/>
                    </a:lnTo>
                    <a:lnTo>
                      <a:pt x="436" y="360"/>
                    </a:lnTo>
                    <a:lnTo>
                      <a:pt x="436" y="360"/>
                    </a:lnTo>
                    <a:lnTo>
                      <a:pt x="434" y="360"/>
                    </a:lnTo>
                    <a:lnTo>
                      <a:pt x="434" y="360"/>
                    </a:lnTo>
                    <a:lnTo>
                      <a:pt x="434" y="360"/>
                    </a:lnTo>
                    <a:lnTo>
                      <a:pt x="434" y="358"/>
                    </a:lnTo>
                    <a:lnTo>
                      <a:pt x="434" y="358"/>
                    </a:lnTo>
                    <a:lnTo>
                      <a:pt x="434" y="355"/>
                    </a:lnTo>
                    <a:lnTo>
                      <a:pt x="434" y="355"/>
                    </a:lnTo>
                    <a:lnTo>
                      <a:pt x="434" y="353"/>
                    </a:lnTo>
                    <a:lnTo>
                      <a:pt x="434" y="353"/>
                    </a:lnTo>
                    <a:lnTo>
                      <a:pt x="434" y="353"/>
                    </a:lnTo>
                    <a:lnTo>
                      <a:pt x="434" y="351"/>
                    </a:lnTo>
                    <a:lnTo>
                      <a:pt x="434" y="351"/>
                    </a:lnTo>
                    <a:lnTo>
                      <a:pt x="431" y="351"/>
                    </a:lnTo>
                    <a:lnTo>
                      <a:pt x="431" y="348"/>
                    </a:lnTo>
                    <a:lnTo>
                      <a:pt x="431" y="348"/>
                    </a:lnTo>
                    <a:lnTo>
                      <a:pt x="431" y="346"/>
                    </a:lnTo>
                    <a:lnTo>
                      <a:pt x="431" y="346"/>
                    </a:lnTo>
                    <a:lnTo>
                      <a:pt x="431" y="343"/>
                    </a:lnTo>
                    <a:lnTo>
                      <a:pt x="431" y="343"/>
                    </a:lnTo>
                    <a:lnTo>
                      <a:pt x="431" y="343"/>
                    </a:lnTo>
                    <a:lnTo>
                      <a:pt x="431" y="343"/>
                    </a:lnTo>
                    <a:lnTo>
                      <a:pt x="429" y="343"/>
                    </a:lnTo>
                    <a:lnTo>
                      <a:pt x="429" y="343"/>
                    </a:lnTo>
                    <a:lnTo>
                      <a:pt x="429" y="343"/>
                    </a:lnTo>
                    <a:lnTo>
                      <a:pt x="426" y="343"/>
                    </a:lnTo>
                    <a:lnTo>
                      <a:pt x="426" y="343"/>
                    </a:lnTo>
                    <a:lnTo>
                      <a:pt x="426" y="343"/>
                    </a:lnTo>
                    <a:lnTo>
                      <a:pt x="424" y="343"/>
                    </a:lnTo>
                    <a:lnTo>
                      <a:pt x="424" y="343"/>
                    </a:lnTo>
                    <a:lnTo>
                      <a:pt x="422" y="343"/>
                    </a:lnTo>
                    <a:lnTo>
                      <a:pt x="422" y="343"/>
                    </a:lnTo>
                    <a:lnTo>
                      <a:pt x="422" y="341"/>
                    </a:lnTo>
                    <a:lnTo>
                      <a:pt x="422" y="341"/>
                    </a:lnTo>
                    <a:lnTo>
                      <a:pt x="419" y="341"/>
                    </a:lnTo>
                    <a:lnTo>
                      <a:pt x="419" y="341"/>
                    </a:lnTo>
                    <a:lnTo>
                      <a:pt x="419" y="339"/>
                    </a:lnTo>
                    <a:lnTo>
                      <a:pt x="419" y="339"/>
                    </a:lnTo>
                    <a:lnTo>
                      <a:pt x="419" y="336"/>
                    </a:lnTo>
                    <a:lnTo>
                      <a:pt x="419" y="336"/>
                    </a:lnTo>
                    <a:lnTo>
                      <a:pt x="419" y="334"/>
                    </a:lnTo>
                    <a:lnTo>
                      <a:pt x="419" y="334"/>
                    </a:lnTo>
                    <a:lnTo>
                      <a:pt x="419" y="334"/>
                    </a:lnTo>
                    <a:lnTo>
                      <a:pt x="419" y="332"/>
                    </a:lnTo>
                    <a:lnTo>
                      <a:pt x="419" y="332"/>
                    </a:lnTo>
                    <a:lnTo>
                      <a:pt x="422" y="332"/>
                    </a:lnTo>
                    <a:lnTo>
                      <a:pt x="422" y="332"/>
                    </a:lnTo>
                    <a:lnTo>
                      <a:pt x="422" y="332"/>
                    </a:lnTo>
                    <a:lnTo>
                      <a:pt x="422" y="329"/>
                    </a:lnTo>
                    <a:lnTo>
                      <a:pt x="422" y="329"/>
                    </a:lnTo>
                    <a:lnTo>
                      <a:pt x="422" y="327"/>
                    </a:lnTo>
                    <a:lnTo>
                      <a:pt x="422" y="327"/>
                    </a:lnTo>
                    <a:lnTo>
                      <a:pt x="422" y="325"/>
                    </a:lnTo>
                    <a:lnTo>
                      <a:pt x="422" y="325"/>
                    </a:lnTo>
                    <a:lnTo>
                      <a:pt x="422" y="325"/>
                    </a:lnTo>
                    <a:lnTo>
                      <a:pt x="422" y="325"/>
                    </a:lnTo>
                    <a:lnTo>
                      <a:pt x="422" y="322"/>
                    </a:lnTo>
                    <a:lnTo>
                      <a:pt x="422" y="322"/>
                    </a:lnTo>
                    <a:lnTo>
                      <a:pt x="422" y="320"/>
                    </a:lnTo>
                    <a:lnTo>
                      <a:pt x="422" y="320"/>
                    </a:lnTo>
                    <a:lnTo>
                      <a:pt x="422" y="317"/>
                    </a:lnTo>
                    <a:lnTo>
                      <a:pt x="422" y="317"/>
                    </a:lnTo>
                    <a:lnTo>
                      <a:pt x="422" y="315"/>
                    </a:lnTo>
                    <a:lnTo>
                      <a:pt x="422" y="315"/>
                    </a:lnTo>
                    <a:lnTo>
                      <a:pt x="422" y="317"/>
                    </a:lnTo>
                    <a:lnTo>
                      <a:pt x="419" y="317"/>
                    </a:lnTo>
                    <a:lnTo>
                      <a:pt x="419" y="317"/>
                    </a:lnTo>
                    <a:lnTo>
                      <a:pt x="419" y="317"/>
                    </a:lnTo>
                    <a:lnTo>
                      <a:pt x="419" y="317"/>
                    </a:lnTo>
                    <a:lnTo>
                      <a:pt x="417" y="317"/>
                    </a:lnTo>
                    <a:lnTo>
                      <a:pt x="417" y="317"/>
                    </a:lnTo>
                    <a:lnTo>
                      <a:pt x="417" y="317"/>
                    </a:lnTo>
                    <a:lnTo>
                      <a:pt x="415" y="317"/>
                    </a:lnTo>
                    <a:lnTo>
                      <a:pt x="415" y="315"/>
                    </a:lnTo>
                    <a:lnTo>
                      <a:pt x="415" y="315"/>
                    </a:lnTo>
                    <a:lnTo>
                      <a:pt x="415" y="315"/>
                    </a:lnTo>
                    <a:lnTo>
                      <a:pt x="415" y="313"/>
                    </a:lnTo>
                    <a:lnTo>
                      <a:pt x="415" y="313"/>
                    </a:lnTo>
                    <a:lnTo>
                      <a:pt x="415" y="313"/>
                    </a:lnTo>
                    <a:lnTo>
                      <a:pt x="415" y="313"/>
                    </a:lnTo>
                    <a:lnTo>
                      <a:pt x="415" y="310"/>
                    </a:lnTo>
                    <a:lnTo>
                      <a:pt x="415" y="310"/>
                    </a:lnTo>
                    <a:lnTo>
                      <a:pt x="412" y="310"/>
                    </a:lnTo>
                    <a:lnTo>
                      <a:pt x="412" y="308"/>
                    </a:lnTo>
                    <a:lnTo>
                      <a:pt x="412" y="308"/>
                    </a:lnTo>
                    <a:lnTo>
                      <a:pt x="412" y="308"/>
                    </a:lnTo>
                    <a:lnTo>
                      <a:pt x="412" y="306"/>
                    </a:lnTo>
                    <a:lnTo>
                      <a:pt x="412" y="306"/>
                    </a:lnTo>
                    <a:lnTo>
                      <a:pt x="412" y="306"/>
                    </a:lnTo>
                    <a:lnTo>
                      <a:pt x="410" y="306"/>
                    </a:lnTo>
                    <a:lnTo>
                      <a:pt x="410" y="306"/>
                    </a:lnTo>
                    <a:lnTo>
                      <a:pt x="410" y="303"/>
                    </a:lnTo>
                    <a:lnTo>
                      <a:pt x="408" y="303"/>
                    </a:lnTo>
                    <a:lnTo>
                      <a:pt x="408" y="303"/>
                    </a:lnTo>
                    <a:lnTo>
                      <a:pt x="408" y="303"/>
                    </a:lnTo>
                    <a:lnTo>
                      <a:pt x="408" y="303"/>
                    </a:lnTo>
                    <a:lnTo>
                      <a:pt x="408" y="303"/>
                    </a:lnTo>
                    <a:lnTo>
                      <a:pt x="405" y="303"/>
                    </a:lnTo>
                    <a:lnTo>
                      <a:pt x="405" y="301"/>
                    </a:lnTo>
                    <a:lnTo>
                      <a:pt x="405" y="301"/>
                    </a:lnTo>
                    <a:lnTo>
                      <a:pt x="405" y="301"/>
                    </a:lnTo>
                    <a:lnTo>
                      <a:pt x="403" y="301"/>
                    </a:lnTo>
                    <a:lnTo>
                      <a:pt x="403" y="298"/>
                    </a:lnTo>
                    <a:lnTo>
                      <a:pt x="403" y="298"/>
                    </a:lnTo>
                    <a:lnTo>
                      <a:pt x="403" y="298"/>
                    </a:lnTo>
                    <a:lnTo>
                      <a:pt x="403" y="296"/>
                    </a:lnTo>
                    <a:lnTo>
                      <a:pt x="403" y="296"/>
                    </a:lnTo>
                    <a:lnTo>
                      <a:pt x="403" y="296"/>
                    </a:lnTo>
                    <a:lnTo>
                      <a:pt x="400" y="296"/>
                    </a:lnTo>
                    <a:lnTo>
                      <a:pt x="400" y="294"/>
                    </a:lnTo>
                    <a:lnTo>
                      <a:pt x="400" y="294"/>
                    </a:lnTo>
                    <a:lnTo>
                      <a:pt x="400" y="294"/>
                    </a:lnTo>
                    <a:lnTo>
                      <a:pt x="400" y="296"/>
                    </a:lnTo>
                    <a:lnTo>
                      <a:pt x="398" y="296"/>
                    </a:lnTo>
                    <a:lnTo>
                      <a:pt x="398" y="296"/>
                    </a:lnTo>
                    <a:lnTo>
                      <a:pt x="396" y="296"/>
                    </a:lnTo>
                    <a:lnTo>
                      <a:pt x="396" y="296"/>
                    </a:lnTo>
                    <a:lnTo>
                      <a:pt x="396" y="296"/>
                    </a:lnTo>
                    <a:lnTo>
                      <a:pt x="396" y="296"/>
                    </a:lnTo>
                    <a:lnTo>
                      <a:pt x="393" y="296"/>
                    </a:lnTo>
                    <a:lnTo>
                      <a:pt x="393" y="298"/>
                    </a:lnTo>
                    <a:lnTo>
                      <a:pt x="393" y="298"/>
                    </a:lnTo>
                    <a:lnTo>
                      <a:pt x="393" y="298"/>
                    </a:lnTo>
                    <a:lnTo>
                      <a:pt x="391" y="298"/>
                    </a:lnTo>
                    <a:lnTo>
                      <a:pt x="391" y="298"/>
                    </a:lnTo>
                    <a:lnTo>
                      <a:pt x="391" y="298"/>
                    </a:lnTo>
                    <a:lnTo>
                      <a:pt x="389" y="298"/>
                    </a:lnTo>
                    <a:lnTo>
                      <a:pt x="389" y="298"/>
                    </a:lnTo>
                    <a:lnTo>
                      <a:pt x="389" y="301"/>
                    </a:lnTo>
                    <a:lnTo>
                      <a:pt x="389" y="301"/>
                    </a:lnTo>
                    <a:lnTo>
                      <a:pt x="386" y="301"/>
                    </a:lnTo>
                    <a:lnTo>
                      <a:pt x="386" y="301"/>
                    </a:lnTo>
                    <a:lnTo>
                      <a:pt x="386" y="298"/>
                    </a:lnTo>
                    <a:lnTo>
                      <a:pt x="386" y="298"/>
                    </a:lnTo>
                    <a:lnTo>
                      <a:pt x="384" y="298"/>
                    </a:lnTo>
                    <a:lnTo>
                      <a:pt x="384" y="298"/>
                    </a:lnTo>
                    <a:lnTo>
                      <a:pt x="382" y="298"/>
                    </a:lnTo>
                    <a:lnTo>
                      <a:pt x="382" y="298"/>
                    </a:lnTo>
                    <a:lnTo>
                      <a:pt x="382" y="298"/>
                    </a:lnTo>
                    <a:lnTo>
                      <a:pt x="379" y="298"/>
                    </a:lnTo>
                    <a:lnTo>
                      <a:pt x="379" y="298"/>
                    </a:lnTo>
                    <a:lnTo>
                      <a:pt x="379" y="298"/>
                    </a:lnTo>
                    <a:lnTo>
                      <a:pt x="377" y="298"/>
                    </a:lnTo>
                    <a:lnTo>
                      <a:pt x="377" y="298"/>
                    </a:lnTo>
                    <a:lnTo>
                      <a:pt x="374" y="298"/>
                    </a:lnTo>
                    <a:lnTo>
                      <a:pt x="374" y="298"/>
                    </a:lnTo>
                    <a:lnTo>
                      <a:pt x="374" y="298"/>
                    </a:lnTo>
                    <a:lnTo>
                      <a:pt x="372" y="298"/>
                    </a:lnTo>
                    <a:lnTo>
                      <a:pt x="372" y="298"/>
                    </a:lnTo>
                    <a:lnTo>
                      <a:pt x="372" y="298"/>
                    </a:lnTo>
                    <a:lnTo>
                      <a:pt x="370" y="298"/>
                    </a:lnTo>
                    <a:lnTo>
                      <a:pt x="370" y="298"/>
                    </a:lnTo>
                    <a:lnTo>
                      <a:pt x="370" y="298"/>
                    </a:lnTo>
                    <a:lnTo>
                      <a:pt x="367" y="298"/>
                    </a:lnTo>
                    <a:lnTo>
                      <a:pt x="367" y="298"/>
                    </a:lnTo>
                    <a:lnTo>
                      <a:pt x="367" y="298"/>
                    </a:lnTo>
                    <a:lnTo>
                      <a:pt x="365" y="298"/>
                    </a:lnTo>
                    <a:lnTo>
                      <a:pt x="365" y="298"/>
                    </a:lnTo>
                    <a:lnTo>
                      <a:pt x="363" y="298"/>
                    </a:lnTo>
                    <a:lnTo>
                      <a:pt x="363" y="298"/>
                    </a:lnTo>
                    <a:lnTo>
                      <a:pt x="363" y="298"/>
                    </a:lnTo>
                    <a:lnTo>
                      <a:pt x="360" y="298"/>
                    </a:lnTo>
                    <a:lnTo>
                      <a:pt x="360" y="298"/>
                    </a:lnTo>
                    <a:lnTo>
                      <a:pt x="360" y="298"/>
                    </a:lnTo>
                    <a:lnTo>
                      <a:pt x="360" y="298"/>
                    </a:lnTo>
                    <a:lnTo>
                      <a:pt x="358" y="298"/>
                    </a:lnTo>
                    <a:lnTo>
                      <a:pt x="358" y="298"/>
                    </a:lnTo>
                    <a:lnTo>
                      <a:pt x="355" y="298"/>
                    </a:lnTo>
                    <a:lnTo>
                      <a:pt x="355" y="298"/>
                    </a:lnTo>
                    <a:lnTo>
                      <a:pt x="355" y="298"/>
                    </a:lnTo>
                    <a:lnTo>
                      <a:pt x="353" y="298"/>
                    </a:lnTo>
                    <a:lnTo>
                      <a:pt x="353" y="298"/>
                    </a:lnTo>
                    <a:lnTo>
                      <a:pt x="353" y="298"/>
                    </a:lnTo>
                    <a:lnTo>
                      <a:pt x="353" y="301"/>
                    </a:lnTo>
                    <a:lnTo>
                      <a:pt x="351" y="301"/>
                    </a:lnTo>
                    <a:lnTo>
                      <a:pt x="351" y="301"/>
                    </a:lnTo>
                    <a:lnTo>
                      <a:pt x="348" y="301"/>
                    </a:lnTo>
                    <a:lnTo>
                      <a:pt x="348" y="301"/>
                    </a:lnTo>
                    <a:lnTo>
                      <a:pt x="348" y="301"/>
                    </a:lnTo>
                    <a:lnTo>
                      <a:pt x="346" y="301"/>
                    </a:lnTo>
                    <a:lnTo>
                      <a:pt x="346" y="301"/>
                    </a:lnTo>
                    <a:lnTo>
                      <a:pt x="346" y="301"/>
                    </a:lnTo>
                    <a:lnTo>
                      <a:pt x="346" y="301"/>
                    </a:lnTo>
                    <a:lnTo>
                      <a:pt x="344" y="301"/>
                    </a:lnTo>
                    <a:lnTo>
                      <a:pt x="344" y="301"/>
                    </a:lnTo>
                    <a:lnTo>
                      <a:pt x="341" y="301"/>
                    </a:lnTo>
                    <a:lnTo>
                      <a:pt x="341" y="301"/>
                    </a:lnTo>
                    <a:lnTo>
                      <a:pt x="341" y="301"/>
                    </a:lnTo>
                    <a:lnTo>
                      <a:pt x="339" y="301"/>
                    </a:lnTo>
                    <a:lnTo>
                      <a:pt x="339" y="303"/>
                    </a:lnTo>
                    <a:lnTo>
                      <a:pt x="339" y="303"/>
                    </a:lnTo>
                    <a:lnTo>
                      <a:pt x="339" y="303"/>
                    </a:lnTo>
                    <a:lnTo>
                      <a:pt x="337" y="303"/>
                    </a:lnTo>
                    <a:lnTo>
                      <a:pt x="337" y="303"/>
                    </a:lnTo>
                    <a:lnTo>
                      <a:pt x="334" y="303"/>
                    </a:lnTo>
                    <a:lnTo>
                      <a:pt x="334" y="303"/>
                    </a:lnTo>
                    <a:lnTo>
                      <a:pt x="334" y="303"/>
                    </a:lnTo>
                    <a:lnTo>
                      <a:pt x="334" y="301"/>
                    </a:lnTo>
                    <a:lnTo>
                      <a:pt x="332" y="301"/>
                    </a:lnTo>
                    <a:lnTo>
                      <a:pt x="332" y="301"/>
                    </a:lnTo>
                    <a:lnTo>
                      <a:pt x="332" y="301"/>
                    </a:lnTo>
                    <a:lnTo>
                      <a:pt x="332" y="298"/>
                    </a:lnTo>
                    <a:lnTo>
                      <a:pt x="329" y="298"/>
                    </a:lnTo>
                    <a:lnTo>
                      <a:pt x="329" y="298"/>
                    </a:lnTo>
                    <a:lnTo>
                      <a:pt x="329" y="298"/>
                    </a:lnTo>
                    <a:lnTo>
                      <a:pt x="329" y="296"/>
                    </a:lnTo>
                    <a:lnTo>
                      <a:pt x="329" y="296"/>
                    </a:lnTo>
                    <a:lnTo>
                      <a:pt x="329" y="296"/>
                    </a:lnTo>
                    <a:lnTo>
                      <a:pt x="327" y="296"/>
                    </a:lnTo>
                    <a:lnTo>
                      <a:pt x="327" y="294"/>
                    </a:lnTo>
                    <a:lnTo>
                      <a:pt x="327" y="294"/>
                    </a:lnTo>
                    <a:lnTo>
                      <a:pt x="327" y="294"/>
                    </a:lnTo>
                    <a:lnTo>
                      <a:pt x="327" y="294"/>
                    </a:lnTo>
                    <a:lnTo>
                      <a:pt x="325" y="294"/>
                    </a:lnTo>
                    <a:lnTo>
                      <a:pt x="325" y="294"/>
                    </a:lnTo>
                    <a:lnTo>
                      <a:pt x="325" y="294"/>
                    </a:lnTo>
                    <a:lnTo>
                      <a:pt x="325" y="291"/>
                    </a:lnTo>
                    <a:lnTo>
                      <a:pt x="322" y="291"/>
                    </a:lnTo>
                    <a:lnTo>
                      <a:pt x="322" y="291"/>
                    </a:lnTo>
                    <a:lnTo>
                      <a:pt x="322" y="291"/>
                    </a:lnTo>
                    <a:lnTo>
                      <a:pt x="322" y="289"/>
                    </a:lnTo>
                    <a:lnTo>
                      <a:pt x="322" y="289"/>
                    </a:lnTo>
                    <a:lnTo>
                      <a:pt x="322" y="289"/>
                    </a:lnTo>
                    <a:lnTo>
                      <a:pt x="320" y="289"/>
                    </a:lnTo>
                    <a:lnTo>
                      <a:pt x="320" y="287"/>
                    </a:lnTo>
                    <a:lnTo>
                      <a:pt x="320" y="287"/>
                    </a:lnTo>
                    <a:lnTo>
                      <a:pt x="320" y="287"/>
                    </a:lnTo>
                    <a:lnTo>
                      <a:pt x="320" y="287"/>
                    </a:lnTo>
                    <a:lnTo>
                      <a:pt x="318" y="287"/>
                    </a:lnTo>
                    <a:lnTo>
                      <a:pt x="318" y="284"/>
                    </a:lnTo>
                    <a:lnTo>
                      <a:pt x="318" y="284"/>
                    </a:lnTo>
                    <a:lnTo>
                      <a:pt x="318" y="284"/>
                    </a:lnTo>
                    <a:lnTo>
                      <a:pt x="315" y="284"/>
                    </a:lnTo>
                    <a:lnTo>
                      <a:pt x="315" y="284"/>
                    </a:lnTo>
                    <a:lnTo>
                      <a:pt x="315" y="284"/>
                    </a:lnTo>
                    <a:lnTo>
                      <a:pt x="315" y="282"/>
                    </a:lnTo>
                    <a:lnTo>
                      <a:pt x="315" y="282"/>
                    </a:lnTo>
                    <a:lnTo>
                      <a:pt x="315" y="279"/>
                    </a:lnTo>
                    <a:lnTo>
                      <a:pt x="315" y="279"/>
                    </a:lnTo>
                    <a:lnTo>
                      <a:pt x="313" y="279"/>
                    </a:lnTo>
                    <a:lnTo>
                      <a:pt x="313" y="279"/>
                    </a:lnTo>
                    <a:lnTo>
                      <a:pt x="313" y="279"/>
                    </a:lnTo>
                    <a:lnTo>
                      <a:pt x="313" y="279"/>
                    </a:lnTo>
                    <a:lnTo>
                      <a:pt x="313" y="277"/>
                    </a:lnTo>
                    <a:lnTo>
                      <a:pt x="313" y="277"/>
                    </a:lnTo>
                    <a:lnTo>
                      <a:pt x="310" y="277"/>
                    </a:lnTo>
                    <a:lnTo>
                      <a:pt x="310" y="275"/>
                    </a:lnTo>
                    <a:lnTo>
                      <a:pt x="310" y="275"/>
                    </a:lnTo>
                    <a:lnTo>
                      <a:pt x="310" y="275"/>
                    </a:lnTo>
                    <a:lnTo>
                      <a:pt x="313" y="275"/>
                    </a:lnTo>
                    <a:lnTo>
                      <a:pt x="313" y="272"/>
                    </a:lnTo>
                    <a:lnTo>
                      <a:pt x="313" y="272"/>
                    </a:lnTo>
                    <a:lnTo>
                      <a:pt x="313" y="272"/>
                    </a:lnTo>
                    <a:lnTo>
                      <a:pt x="313" y="272"/>
                    </a:lnTo>
                    <a:lnTo>
                      <a:pt x="315" y="272"/>
                    </a:lnTo>
                    <a:lnTo>
                      <a:pt x="315" y="272"/>
                    </a:lnTo>
                    <a:lnTo>
                      <a:pt x="315" y="272"/>
                    </a:lnTo>
                    <a:lnTo>
                      <a:pt x="318" y="272"/>
                    </a:lnTo>
                    <a:lnTo>
                      <a:pt x="318" y="272"/>
                    </a:lnTo>
                    <a:lnTo>
                      <a:pt x="318" y="270"/>
                    </a:lnTo>
                    <a:lnTo>
                      <a:pt x="320" y="270"/>
                    </a:lnTo>
                    <a:lnTo>
                      <a:pt x="320" y="270"/>
                    </a:lnTo>
                    <a:lnTo>
                      <a:pt x="320" y="270"/>
                    </a:lnTo>
                    <a:lnTo>
                      <a:pt x="320" y="272"/>
                    </a:lnTo>
                    <a:lnTo>
                      <a:pt x="322" y="272"/>
                    </a:lnTo>
                    <a:lnTo>
                      <a:pt x="322" y="270"/>
                    </a:lnTo>
                    <a:lnTo>
                      <a:pt x="322" y="270"/>
                    </a:lnTo>
                    <a:lnTo>
                      <a:pt x="322" y="270"/>
                    </a:lnTo>
                    <a:lnTo>
                      <a:pt x="322" y="270"/>
                    </a:lnTo>
                    <a:lnTo>
                      <a:pt x="322" y="268"/>
                    </a:lnTo>
                    <a:lnTo>
                      <a:pt x="325" y="268"/>
                    </a:lnTo>
                    <a:lnTo>
                      <a:pt x="325" y="268"/>
                    </a:lnTo>
                    <a:lnTo>
                      <a:pt x="327" y="268"/>
                    </a:lnTo>
                    <a:lnTo>
                      <a:pt x="327" y="268"/>
                    </a:lnTo>
                    <a:lnTo>
                      <a:pt x="327" y="265"/>
                    </a:lnTo>
                    <a:lnTo>
                      <a:pt x="327" y="265"/>
                    </a:lnTo>
                    <a:lnTo>
                      <a:pt x="327" y="265"/>
                    </a:lnTo>
                    <a:lnTo>
                      <a:pt x="327" y="265"/>
                    </a:lnTo>
                    <a:lnTo>
                      <a:pt x="325" y="265"/>
                    </a:lnTo>
                    <a:lnTo>
                      <a:pt x="325" y="265"/>
                    </a:lnTo>
                    <a:lnTo>
                      <a:pt x="322" y="265"/>
                    </a:lnTo>
                    <a:lnTo>
                      <a:pt x="322" y="263"/>
                    </a:lnTo>
                    <a:lnTo>
                      <a:pt x="322" y="263"/>
                    </a:lnTo>
                    <a:lnTo>
                      <a:pt x="322" y="263"/>
                    </a:lnTo>
                    <a:lnTo>
                      <a:pt x="320" y="263"/>
                    </a:lnTo>
                    <a:lnTo>
                      <a:pt x="320" y="263"/>
                    </a:lnTo>
                    <a:lnTo>
                      <a:pt x="320" y="263"/>
                    </a:lnTo>
                    <a:lnTo>
                      <a:pt x="320" y="263"/>
                    </a:lnTo>
                    <a:lnTo>
                      <a:pt x="320" y="263"/>
                    </a:lnTo>
                    <a:lnTo>
                      <a:pt x="320" y="261"/>
                    </a:lnTo>
                    <a:lnTo>
                      <a:pt x="318" y="261"/>
                    </a:lnTo>
                    <a:lnTo>
                      <a:pt x="318" y="261"/>
                    </a:lnTo>
                    <a:lnTo>
                      <a:pt x="318" y="258"/>
                    </a:lnTo>
                    <a:lnTo>
                      <a:pt x="318" y="258"/>
                    </a:lnTo>
                    <a:lnTo>
                      <a:pt x="320" y="258"/>
                    </a:lnTo>
                    <a:lnTo>
                      <a:pt x="320" y="256"/>
                    </a:lnTo>
                    <a:lnTo>
                      <a:pt x="320" y="256"/>
                    </a:lnTo>
                    <a:lnTo>
                      <a:pt x="318" y="256"/>
                    </a:lnTo>
                    <a:lnTo>
                      <a:pt x="318" y="256"/>
                    </a:lnTo>
                    <a:lnTo>
                      <a:pt x="318" y="256"/>
                    </a:lnTo>
                    <a:lnTo>
                      <a:pt x="315" y="256"/>
                    </a:lnTo>
                    <a:lnTo>
                      <a:pt x="315" y="256"/>
                    </a:lnTo>
                    <a:lnTo>
                      <a:pt x="315" y="256"/>
                    </a:lnTo>
                    <a:lnTo>
                      <a:pt x="315" y="256"/>
                    </a:lnTo>
                    <a:lnTo>
                      <a:pt x="315" y="253"/>
                    </a:lnTo>
                    <a:lnTo>
                      <a:pt x="313" y="253"/>
                    </a:lnTo>
                    <a:lnTo>
                      <a:pt x="313" y="253"/>
                    </a:lnTo>
                    <a:lnTo>
                      <a:pt x="313" y="253"/>
                    </a:lnTo>
                    <a:lnTo>
                      <a:pt x="313" y="253"/>
                    </a:lnTo>
                    <a:lnTo>
                      <a:pt x="313" y="253"/>
                    </a:lnTo>
                    <a:lnTo>
                      <a:pt x="313" y="251"/>
                    </a:lnTo>
                    <a:lnTo>
                      <a:pt x="310" y="251"/>
                    </a:lnTo>
                    <a:lnTo>
                      <a:pt x="310" y="251"/>
                    </a:lnTo>
                    <a:lnTo>
                      <a:pt x="310" y="249"/>
                    </a:lnTo>
                    <a:lnTo>
                      <a:pt x="310" y="249"/>
                    </a:lnTo>
                    <a:lnTo>
                      <a:pt x="310" y="249"/>
                    </a:lnTo>
                    <a:lnTo>
                      <a:pt x="310" y="246"/>
                    </a:lnTo>
                    <a:lnTo>
                      <a:pt x="310" y="246"/>
                    </a:lnTo>
                    <a:lnTo>
                      <a:pt x="310" y="244"/>
                    </a:lnTo>
                    <a:lnTo>
                      <a:pt x="308" y="244"/>
                    </a:lnTo>
                    <a:lnTo>
                      <a:pt x="308" y="244"/>
                    </a:lnTo>
                    <a:lnTo>
                      <a:pt x="308" y="244"/>
                    </a:lnTo>
                    <a:lnTo>
                      <a:pt x="310" y="244"/>
                    </a:lnTo>
                    <a:lnTo>
                      <a:pt x="310" y="242"/>
                    </a:lnTo>
                    <a:lnTo>
                      <a:pt x="310" y="242"/>
                    </a:lnTo>
                    <a:lnTo>
                      <a:pt x="310" y="242"/>
                    </a:lnTo>
                    <a:lnTo>
                      <a:pt x="313" y="242"/>
                    </a:lnTo>
                    <a:lnTo>
                      <a:pt x="313" y="239"/>
                    </a:lnTo>
                    <a:lnTo>
                      <a:pt x="313" y="239"/>
                    </a:lnTo>
                    <a:lnTo>
                      <a:pt x="313" y="237"/>
                    </a:lnTo>
                    <a:lnTo>
                      <a:pt x="310" y="237"/>
                    </a:lnTo>
                    <a:lnTo>
                      <a:pt x="310" y="237"/>
                    </a:lnTo>
                    <a:lnTo>
                      <a:pt x="310" y="237"/>
                    </a:lnTo>
                    <a:lnTo>
                      <a:pt x="310" y="234"/>
                    </a:lnTo>
                    <a:lnTo>
                      <a:pt x="310" y="234"/>
                    </a:lnTo>
                    <a:lnTo>
                      <a:pt x="313" y="234"/>
                    </a:lnTo>
                    <a:lnTo>
                      <a:pt x="313" y="234"/>
                    </a:lnTo>
                    <a:lnTo>
                      <a:pt x="313" y="234"/>
                    </a:lnTo>
                    <a:lnTo>
                      <a:pt x="313" y="234"/>
                    </a:lnTo>
                    <a:lnTo>
                      <a:pt x="313" y="234"/>
                    </a:lnTo>
                    <a:lnTo>
                      <a:pt x="315" y="234"/>
                    </a:lnTo>
                    <a:lnTo>
                      <a:pt x="315" y="234"/>
                    </a:lnTo>
                    <a:lnTo>
                      <a:pt x="315" y="234"/>
                    </a:lnTo>
                    <a:lnTo>
                      <a:pt x="315" y="232"/>
                    </a:lnTo>
                    <a:lnTo>
                      <a:pt x="318" y="232"/>
                    </a:lnTo>
                    <a:lnTo>
                      <a:pt x="318" y="232"/>
                    </a:lnTo>
                    <a:lnTo>
                      <a:pt x="318" y="232"/>
                    </a:lnTo>
                    <a:lnTo>
                      <a:pt x="318" y="230"/>
                    </a:lnTo>
                    <a:lnTo>
                      <a:pt x="320" y="230"/>
                    </a:lnTo>
                    <a:lnTo>
                      <a:pt x="320" y="230"/>
                    </a:lnTo>
                    <a:lnTo>
                      <a:pt x="320" y="227"/>
                    </a:lnTo>
                    <a:lnTo>
                      <a:pt x="320" y="227"/>
                    </a:lnTo>
                    <a:lnTo>
                      <a:pt x="320" y="227"/>
                    </a:lnTo>
                    <a:lnTo>
                      <a:pt x="320" y="227"/>
                    </a:lnTo>
                    <a:lnTo>
                      <a:pt x="320" y="225"/>
                    </a:lnTo>
                    <a:lnTo>
                      <a:pt x="320" y="225"/>
                    </a:lnTo>
                    <a:lnTo>
                      <a:pt x="322" y="225"/>
                    </a:lnTo>
                    <a:lnTo>
                      <a:pt x="322" y="225"/>
                    </a:lnTo>
                    <a:lnTo>
                      <a:pt x="322" y="225"/>
                    </a:lnTo>
                    <a:lnTo>
                      <a:pt x="322" y="225"/>
                    </a:lnTo>
                    <a:lnTo>
                      <a:pt x="322" y="225"/>
                    </a:lnTo>
                    <a:lnTo>
                      <a:pt x="322" y="225"/>
                    </a:lnTo>
                    <a:lnTo>
                      <a:pt x="322" y="223"/>
                    </a:lnTo>
                    <a:lnTo>
                      <a:pt x="325" y="223"/>
                    </a:lnTo>
                    <a:lnTo>
                      <a:pt x="325" y="223"/>
                    </a:lnTo>
                    <a:lnTo>
                      <a:pt x="325" y="223"/>
                    </a:lnTo>
                    <a:lnTo>
                      <a:pt x="325" y="220"/>
                    </a:lnTo>
                    <a:lnTo>
                      <a:pt x="327" y="220"/>
                    </a:lnTo>
                    <a:lnTo>
                      <a:pt x="327" y="220"/>
                    </a:lnTo>
                    <a:lnTo>
                      <a:pt x="325" y="220"/>
                    </a:lnTo>
                    <a:lnTo>
                      <a:pt x="325" y="220"/>
                    </a:lnTo>
                    <a:lnTo>
                      <a:pt x="322" y="220"/>
                    </a:lnTo>
                    <a:lnTo>
                      <a:pt x="322" y="220"/>
                    </a:lnTo>
                    <a:lnTo>
                      <a:pt x="322" y="220"/>
                    </a:lnTo>
                    <a:lnTo>
                      <a:pt x="320" y="220"/>
                    </a:lnTo>
                    <a:lnTo>
                      <a:pt x="320" y="220"/>
                    </a:lnTo>
                    <a:lnTo>
                      <a:pt x="320" y="220"/>
                    </a:lnTo>
                    <a:lnTo>
                      <a:pt x="320" y="223"/>
                    </a:lnTo>
                    <a:lnTo>
                      <a:pt x="320" y="223"/>
                    </a:lnTo>
                    <a:lnTo>
                      <a:pt x="320" y="223"/>
                    </a:lnTo>
                    <a:lnTo>
                      <a:pt x="318" y="223"/>
                    </a:lnTo>
                    <a:lnTo>
                      <a:pt x="318" y="225"/>
                    </a:lnTo>
                    <a:lnTo>
                      <a:pt x="318" y="225"/>
                    </a:lnTo>
                    <a:lnTo>
                      <a:pt x="318" y="225"/>
                    </a:lnTo>
                    <a:lnTo>
                      <a:pt x="318" y="225"/>
                    </a:lnTo>
                    <a:lnTo>
                      <a:pt x="318" y="225"/>
                    </a:lnTo>
                    <a:lnTo>
                      <a:pt x="318" y="227"/>
                    </a:lnTo>
                    <a:lnTo>
                      <a:pt x="318" y="227"/>
                    </a:lnTo>
                    <a:lnTo>
                      <a:pt x="315" y="227"/>
                    </a:lnTo>
                    <a:lnTo>
                      <a:pt x="315" y="227"/>
                    </a:lnTo>
                    <a:lnTo>
                      <a:pt x="315" y="227"/>
                    </a:lnTo>
                    <a:lnTo>
                      <a:pt x="313" y="227"/>
                    </a:lnTo>
                    <a:lnTo>
                      <a:pt x="313" y="227"/>
                    </a:lnTo>
                    <a:lnTo>
                      <a:pt x="313" y="227"/>
                    </a:lnTo>
                    <a:lnTo>
                      <a:pt x="310" y="227"/>
                    </a:lnTo>
                    <a:lnTo>
                      <a:pt x="310" y="227"/>
                    </a:lnTo>
                    <a:lnTo>
                      <a:pt x="308" y="227"/>
                    </a:lnTo>
                    <a:lnTo>
                      <a:pt x="308" y="225"/>
                    </a:lnTo>
                    <a:lnTo>
                      <a:pt x="308" y="225"/>
                    </a:lnTo>
                    <a:lnTo>
                      <a:pt x="308" y="225"/>
                    </a:lnTo>
                    <a:lnTo>
                      <a:pt x="308" y="225"/>
                    </a:lnTo>
                    <a:lnTo>
                      <a:pt x="308" y="223"/>
                    </a:lnTo>
                    <a:lnTo>
                      <a:pt x="308" y="223"/>
                    </a:lnTo>
                    <a:lnTo>
                      <a:pt x="308" y="220"/>
                    </a:lnTo>
                    <a:lnTo>
                      <a:pt x="308" y="220"/>
                    </a:lnTo>
                    <a:lnTo>
                      <a:pt x="310" y="220"/>
                    </a:lnTo>
                    <a:lnTo>
                      <a:pt x="310" y="220"/>
                    </a:lnTo>
                    <a:lnTo>
                      <a:pt x="308" y="220"/>
                    </a:lnTo>
                    <a:lnTo>
                      <a:pt x="308" y="220"/>
                    </a:lnTo>
                    <a:lnTo>
                      <a:pt x="308" y="220"/>
                    </a:lnTo>
                    <a:lnTo>
                      <a:pt x="306" y="220"/>
                    </a:lnTo>
                    <a:lnTo>
                      <a:pt x="306" y="220"/>
                    </a:lnTo>
                    <a:lnTo>
                      <a:pt x="306" y="220"/>
                    </a:lnTo>
                    <a:lnTo>
                      <a:pt x="306" y="220"/>
                    </a:lnTo>
                    <a:lnTo>
                      <a:pt x="306" y="223"/>
                    </a:lnTo>
                    <a:lnTo>
                      <a:pt x="308" y="223"/>
                    </a:lnTo>
                    <a:lnTo>
                      <a:pt x="308" y="223"/>
                    </a:lnTo>
                    <a:lnTo>
                      <a:pt x="306" y="223"/>
                    </a:lnTo>
                    <a:lnTo>
                      <a:pt x="306" y="225"/>
                    </a:lnTo>
                    <a:lnTo>
                      <a:pt x="306" y="225"/>
                    </a:lnTo>
                    <a:lnTo>
                      <a:pt x="306" y="225"/>
                    </a:lnTo>
                    <a:lnTo>
                      <a:pt x="306" y="225"/>
                    </a:lnTo>
                    <a:lnTo>
                      <a:pt x="303" y="225"/>
                    </a:lnTo>
                    <a:lnTo>
                      <a:pt x="303" y="225"/>
                    </a:lnTo>
                    <a:lnTo>
                      <a:pt x="301" y="225"/>
                    </a:lnTo>
                    <a:lnTo>
                      <a:pt x="301" y="225"/>
                    </a:lnTo>
                    <a:lnTo>
                      <a:pt x="301" y="225"/>
                    </a:lnTo>
                    <a:lnTo>
                      <a:pt x="301" y="225"/>
                    </a:lnTo>
                    <a:lnTo>
                      <a:pt x="301" y="225"/>
                    </a:lnTo>
                    <a:lnTo>
                      <a:pt x="301" y="225"/>
                    </a:lnTo>
                    <a:lnTo>
                      <a:pt x="301" y="227"/>
                    </a:lnTo>
                    <a:lnTo>
                      <a:pt x="299" y="227"/>
                    </a:lnTo>
                    <a:lnTo>
                      <a:pt x="299" y="225"/>
                    </a:lnTo>
                    <a:lnTo>
                      <a:pt x="299" y="225"/>
                    </a:lnTo>
                    <a:lnTo>
                      <a:pt x="299" y="225"/>
                    </a:lnTo>
                    <a:lnTo>
                      <a:pt x="299" y="225"/>
                    </a:lnTo>
                    <a:lnTo>
                      <a:pt x="299" y="223"/>
                    </a:lnTo>
                    <a:lnTo>
                      <a:pt x="299" y="223"/>
                    </a:lnTo>
                    <a:lnTo>
                      <a:pt x="296" y="223"/>
                    </a:lnTo>
                    <a:lnTo>
                      <a:pt x="296" y="223"/>
                    </a:lnTo>
                    <a:lnTo>
                      <a:pt x="296" y="223"/>
                    </a:lnTo>
                    <a:lnTo>
                      <a:pt x="294" y="223"/>
                    </a:lnTo>
                    <a:lnTo>
                      <a:pt x="294" y="223"/>
                    </a:lnTo>
                    <a:lnTo>
                      <a:pt x="294" y="223"/>
                    </a:lnTo>
                    <a:lnTo>
                      <a:pt x="294" y="225"/>
                    </a:lnTo>
                    <a:lnTo>
                      <a:pt x="294" y="225"/>
                    </a:lnTo>
                    <a:lnTo>
                      <a:pt x="292" y="225"/>
                    </a:lnTo>
                    <a:lnTo>
                      <a:pt x="292" y="225"/>
                    </a:lnTo>
                    <a:lnTo>
                      <a:pt x="292" y="225"/>
                    </a:lnTo>
                    <a:lnTo>
                      <a:pt x="292" y="225"/>
                    </a:lnTo>
                    <a:lnTo>
                      <a:pt x="292" y="227"/>
                    </a:lnTo>
                    <a:lnTo>
                      <a:pt x="292" y="227"/>
                    </a:lnTo>
                    <a:lnTo>
                      <a:pt x="292" y="227"/>
                    </a:lnTo>
                    <a:lnTo>
                      <a:pt x="294" y="227"/>
                    </a:lnTo>
                    <a:lnTo>
                      <a:pt x="294" y="230"/>
                    </a:lnTo>
                    <a:lnTo>
                      <a:pt x="294" y="230"/>
                    </a:lnTo>
                    <a:lnTo>
                      <a:pt x="294" y="230"/>
                    </a:lnTo>
                    <a:lnTo>
                      <a:pt x="296" y="230"/>
                    </a:lnTo>
                    <a:lnTo>
                      <a:pt x="296" y="230"/>
                    </a:lnTo>
                    <a:lnTo>
                      <a:pt x="296" y="230"/>
                    </a:lnTo>
                    <a:lnTo>
                      <a:pt x="296" y="227"/>
                    </a:lnTo>
                    <a:lnTo>
                      <a:pt x="299" y="227"/>
                    </a:lnTo>
                    <a:lnTo>
                      <a:pt x="299" y="227"/>
                    </a:lnTo>
                    <a:lnTo>
                      <a:pt x="301" y="227"/>
                    </a:lnTo>
                    <a:lnTo>
                      <a:pt x="301" y="230"/>
                    </a:lnTo>
                    <a:lnTo>
                      <a:pt x="301" y="230"/>
                    </a:lnTo>
                    <a:lnTo>
                      <a:pt x="301" y="230"/>
                    </a:lnTo>
                    <a:lnTo>
                      <a:pt x="301" y="230"/>
                    </a:lnTo>
                    <a:lnTo>
                      <a:pt x="303" y="230"/>
                    </a:lnTo>
                    <a:lnTo>
                      <a:pt x="303" y="230"/>
                    </a:lnTo>
                    <a:lnTo>
                      <a:pt x="306" y="230"/>
                    </a:lnTo>
                    <a:lnTo>
                      <a:pt x="306" y="230"/>
                    </a:lnTo>
                    <a:lnTo>
                      <a:pt x="306" y="230"/>
                    </a:lnTo>
                    <a:lnTo>
                      <a:pt x="308" y="230"/>
                    </a:lnTo>
                    <a:lnTo>
                      <a:pt x="308" y="230"/>
                    </a:lnTo>
                    <a:lnTo>
                      <a:pt x="308" y="232"/>
                    </a:lnTo>
                    <a:lnTo>
                      <a:pt x="308" y="232"/>
                    </a:lnTo>
                    <a:lnTo>
                      <a:pt x="308" y="234"/>
                    </a:lnTo>
                    <a:lnTo>
                      <a:pt x="308" y="234"/>
                    </a:lnTo>
                    <a:lnTo>
                      <a:pt x="308" y="234"/>
                    </a:lnTo>
                    <a:lnTo>
                      <a:pt x="308" y="234"/>
                    </a:lnTo>
                    <a:lnTo>
                      <a:pt x="306" y="234"/>
                    </a:lnTo>
                    <a:lnTo>
                      <a:pt x="306" y="234"/>
                    </a:lnTo>
                    <a:lnTo>
                      <a:pt x="306" y="234"/>
                    </a:lnTo>
                    <a:lnTo>
                      <a:pt x="306" y="237"/>
                    </a:lnTo>
                    <a:lnTo>
                      <a:pt x="303" y="237"/>
                    </a:lnTo>
                    <a:lnTo>
                      <a:pt x="303" y="234"/>
                    </a:lnTo>
                    <a:lnTo>
                      <a:pt x="303" y="234"/>
                    </a:lnTo>
                    <a:lnTo>
                      <a:pt x="301" y="234"/>
                    </a:lnTo>
                    <a:lnTo>
                      <a:pt x="301" y="234"/>
                    </a:lnTo>
                    <a:lnTo>
                      <a:pt x="301" y="234"/>
                    </a:lnTo>
                    <a:lnTo>
                      <a:pt x="301" y="234"/>
                    </a:lnTo>
                    <a:lnTo>
                      <a:pt x="299" y="234"/>
                    </a:lnTo>
                    <a:lnTo>
                      <a:pt x="299" y="234"/>
                    </a:lnTo>
                    <a:lnTo>
                      <a:pt x="299" y="234"/>
                    </a:lnTo>
                    <a:lnTo>
                      <a:pt x="296" y="234"/>
                    </a:lnTo>
                    <a:lnTo>
                      <a:pt x="296" y="234"/>
                    </a:lnTo>
                    <a:lnTo>
                      <a:pt x="296" y="234"/>
                    </a:lnTo>
                    <a:lnTo>
                      <a:pt x="296" y="234"/>
                    </a:lnTo>
                    <a:lnTo>
                      <a:pt x="294" y="234"/>
                    </a:lnTo>
                    <a:lnTo>
                      <a:pt x="294" y="234"/>
                    </a:lnTo>
                    <a:lnTo>
                      <a:pt x="294" y="234"/>
                    </a:lnTo>
                    <a:lnTo>
                      <a:pt x="292" y="234"/>
                    </a:lnTo>
                    <a:lnTo>
                      <a:pt x="292" y="234"/>
                    </a:lnTo>
                    <a:lnTo>
                      <a:pt x="292" y="234"/>
                    </a:lnTo>
                    <a:lnTo>
                      <a:pt x="289" y="234"/>
                    </a:lnTo>
                    <a:lnTo>
                      <a:pt x="289" y="237"/>
                    </a:lnTo>
                    <a:lnTo>
                      <a:pt x="289" y="237"/>
                    </a:lnTo>
                    <a:lnTo>
                      <a:pt x="289" y="237"/>
                    </a:lnTo>
                    <a:lnTo>
                      <a:pt x="287" y="237"/>
                    </a:lnTo>
                    <a:lnTo>
                      <a:pt x="287" y="234"/>
                    </a:lnTo>
                    <a:lnTo>
                      <a:pt x="287" y="234"/>
                    </a:lnTo>
                    <a:lnTo>
                      <a:pt x="287" y="234"/>
                    </a:lnTo>
                    <a:lnTo>
                      <a:pt x="287" y="234"/>
                    </a:lnTo>
                    <a:lnTo>
                      <a:pt x="287" y="232"/>
                    </a:lnTo>
                    <a:lnTo>
                      <a:pt x="287" y="232"/>
                    </a:lnTo>
                    <a:lnTo>
                      <a:pt x="287" y="232"/>
                    </a:lnTo>
                    <a:lnTo>
                      <a:pt x="284" y="232"/>
                    </a:lnTo>
                    <a:lnTo>
                      <a:pt x="284" y="230"/>
                    </a:lnTo>
                    <a:lnTo>
                      <a:pt x="284" y="230"/>
                    </a:lnTo>
                    <a:lnTo>
                      <a:pt x="282" y="230"/>
                    </a:lnTo>
                    <a:lnTo>
                      <a:pt x="282" y="230"/>
                    </a:lnTo>
                    <a:lnTo>
                      <a:pt x="282" y="230"/>
                    </a:lnTo>
                    <a:lnTo>
                      <a:pt x="280" y="230"/>
                    </a:lnTo>
                    <a:lnTo>
                      <a:pt x="280" y="232"/>
                    </a:lnTo>
                    <a:lnTo>
                      <a:pt x="282" y="232"/>
                    </a:lnTo>
                    <a:lnTo>
                      <a:pt x="282" y="232"/>
                    </a:lnTo>
                    <a:lnTo>
                      <a:pt x="282" y="232"/>
                    </a:lnTo>
                    <a:lnTo>
                      <a:pt x="282" y="234"/>
                    </a:lnTo>
                    <a:lnTo>
                      <a:pt x="282" y="234"/>
                    </a:lnTo>
                    <a:lnTo>
                      <a:pt x="282" y="234"/>
                    </a:lnTo>
                    <a:lnTo>
                      <a:pt x="282" y="234"/>
                    </a:lnTo>
                    <a:lnTo>
                      <a:pt x="282" y="237"/>
                    </a:lnTo>
                    <a:lnTo>
                      <a:pt x="282" y="237"/>
                    </a:lnTo>
                    <a:lnTo>
                      <a:pt x="282" y="237"/>
                    </a:lnTo>
                    <a:lnTo>
                      <a:pt x="282" y="237"/>
                    </a:lnTo>
                    <a:lnTo>
                      <a:pt x="282" y="239"/>
                    </a:lnTo>
                    <a:lnTo>
                      <a:pt x="282" y="239"/>
                    </a:lnTo>
                    <a:lnTo>
                      <a:pt x="282" y="239"/>
                    </a:lnTo>
                    <a:lnTo>
                      <a:pt x="282" y="242"/>
                    </a:lnTo>
                    <a:lnTo>
                      <a:pt x="282" y="242"/>
                    </a:lnTo>
                    <a:lnTo>
                      <a:pt x="282" y="242"/>
                    </a:lnTo>
                    <a:lnTo>
                      <a:pt x="282" y="244"/>
                    </a:lnTo>
                    <a:lnTo>
                      <a:pt x="282" y="244"/>
                    </a:lnTo>
                    <a:lnTo>
                      <a:pt x="280" y="244"/>
                    </a:lnTo>
                    <a:lnTo>
                      <a:pt x="280" y="244"/>
                    </a:lnTo>
                    <a:lnTo>
                      <a:pt x="280" y="244"/>
                    </a:lnTo>
                    <a:lnTo>
                      <a:pt x="277" y="244"/>
                    </a:lnTo>
                    <a:lnTo>
                      <a:pt x="277" y="244"/>
                    </a:lnTo>
                    <a:lnTo>
                      <a:pt x="277" y="244"/>
                    </a:lnTo>
                    <a:lnTo>
                      <a:pt x="275" y="244"/>
                    </a:lnTo>
                    <a:lnTo>
                      <a:pt x="275" y="244"/>
                    </a:lnTo>
                    <a:lnTo>
                      <a:pt x="275" y="244"/>
                    </a:lnTo>
                    <a:lnTo>
                      <a:pt x="275" y="244"/>
                    </a:lnTo>
                    <a:lnTo>
                      <a:pt x="275" y="242"/>
                    </a:lnTo>
                    <a:lnTo>
                      <a:pt x="275" y="242"/>
                    </a:lnTo>
                    <a:lnTo>
                      <a:pt x="275" y="242"/>
                    </a:lnTo>
                    <a:lnTo>
                      <a:pt x="275" y="239"/>
                    </a:lnTo>
                    <a:lnTo>
                      <a:pt x="277" y="239"/>
                    </a:lnTo>
                    <a:lnTo>
                      <a:pt x="277" y="239"/>
                    </a:lnTo>
                    <a:lnTo>
                      <a:pt x="277" y="239"/>
                    </a:lnTo>
                    <a:lnTo>
                      <a:pt x="277" y="239"/>
                    </a:lnTo>
                    <a:lnTo>
                      <a:pt x="275" y="239"/>
                    </a:lnTo>
                    <a:lnTo>
                      <a:pt x="275" y="239"/>
                    </a:lnTo>
                    <a:lnTo>
                      <a:pt x="275" y="239"/>
                    </a:lnTo>
                    <a:lnTo>
                      <a:pt x="275" y="239"/>
                    </a:lnTo>
                    <a:lnTo>
                      <a:pt x="273" y="239"/>
                    </a:lnTo>
                    <a:lnTo>
                      <a:pt x="273" y="239"/>
                    </a:lnTo>
                    <a:lnTo>
                      <a:pt x="273" y="239"/>
                    </a:lnTo>
                    <a:lnTo>
                      <a:pt x="270" y="239"/>
                    </a:lnTo>
                    <a:lnTo>
                      <a:pt x="270" y="239"/>
                    </a:lnTo>
                    <a:lnTo>
                      <a:pt x="268" y="239"/>
                    </a:lnTo>
                    <a:lnTo>
                      <a:pt x="268" y="239"/>
                    </a:lnTo>
                    <a:lnTo>
                      <a:pt x="268" y="242"/>
                    </a:lnTo>
                    <a:lnTo>
                      <a:pt x="268" y="242"/>
                    </a:lnTo>
                    <a:lnTo>
                      <a:pt x="266" y="242"/>
                    </a:lnTo>
                    <a:lnTo>
                      <a:pt x="266" y="242"/>
                    </a:lnTo>
                    <a:lnTo>
                      <a:pt x="266" y="242"/>
                    </a:lnTo>
                    <a:lnTo>
                      <a:pt x="266" y="242"/>
                    </a:lnTo>
                    <a:lnTo>
                      <a:pt x="266" y="244"/>
                    </a:lnTo>
                    <a:lnTo>
                      <a:pt x="263" y="244"/>
                    </a:lnTo>
                    <a:lnTo>
                      <a:pt x="263" y="244"/>
                    </a:lnTo>
                    <a:lnTo>
                      <a:pt x="263" y="244"/>
                    </a:lnTo>
                    <a:lnTo>
                      <a:pt x="263" y="244"/>
                    </a:lnTo>
                    <a:lnTo>
                      <a:pt x="263" y="246"/>
                    </a:lnTo>
                    <a:lnTo>
                      <a:pt x="263" y="246"/>
                    </a:lnTo>
                    <a:lnTo>
                      <a:pt x="263" y="249"/>
                    </a:lnTo>
                    <a:lnTo>
                      <a:pt x="261" y="249"/>
                    </a:lnTo>
                    <a:lnTo>
                      <a:pt x="261" y="249"/>
                    </a:lnTo>
                    <a:lnTo>
                      <a:pt x="261" y="249"/>
                    </a:lnTo>
                    <a:lnTo>
                      <a:pt x="261" y="249"/>
                    </a:lnTo>
                    <a:lnTo>
                      <a:pt x="258" y="249"/>
                    </a:lnTo>
                    <a:lnTo>
                      <a:pt x="258" y="249"/>
                    </a:lnTo>
                    <a:lnTo>
                      <a:pt x="258" y="251"/>
                    </a:lnTo>
                    <a:lnTo>
                      <a:pt x="256" y="251"/>
                    </a:lnTo>
                    <a:lnTo>
                      <a:pt x="256" y="251"/>
                    </a:lnTo>
                    <a:lnTo>
                      <a:pt x="256" y="251"/>
                    </a:lnTo>
                    <a:lnTo>
                      <a:pt x="254" y="251"/>
                    </a:lnTo>
                    <a:lnTo>
                      <a:pt x="254" y="251"/>
                    </a:lnTo>
                    <a:lnTo>
                      <a:pt x="254" y="251"/>
                    </a:lnTo>
                    <a:lnTo>
                      <a:pt x="254" y="251"/>
                    </a:lnTo>
                    <a:lnTo>
                      <a:pt x="251" y="251"/>
                    </a:lnTo>
                    <a:lnTo>
                      <a:pt x="251" y="251"/>
                    </a:lnTo>
                    <a:lnTo>
                      <a:pt x="251" y="253"/>
                    </a:lnTo>
                    <a:lnTo>
                      <a:pt x="249" y="253"/>
                    </a:lnTo>
                    <a:lnTo>
                      <a:pt x="249" y="253"/>
                    </a:lnTo>
                    <a:lnTo>
                      <a:pt x="249" y="253"/>
                    </a:lnTo>
                    <a:lnTo>
                      <a:pt x="247" y="253"/>
                    </a:lnTo>
                    <a:lnTo>
                      <a:pt x="247" y="253"/>
                    </a:lnTo>
                    <a:lnTo>
                      <a:pt x="247" y="253"/>
                    </a:lnTo>
                    <a:lnTo>
                      <a:pt x="247" y="253"/>
                    </a:lnTo>
                    <a:lnTo>
                      <a:pt x="244" y="253"/>
                    </a:lnTo>
                    <a:lnTo>
                      <a:pt x="244" y="253"/>
                    </a:lnTo>
                    <a:lnTo>
                      <a:pt x="242" y="253"/>
                    </a:lnTo>
                    <a:lnTo>
                      <a:pt x="242" y="253"/>
                    </a:lnTo>
                    <a:lnTo>
                      <a:pt x="242" y="253"/>
                    </a:lnTo>
                    <a:lnTo>
                      <a:pt x="242" y="253"/>
                    </a:lnTo>
                    <a:lnTo>
                      <a:pt x="239" y="253"/>
                    </a:lnTo>
                    <a:lnTo>
                      <a:pt x="239" y="253"/>
                    </a:lnTo>
                    <a:lnTo>
                      <a:pt x="239" y="253"/>
                    </a:lnTo>
                    <a:lnTo>
                      <a:pt x="239" y="256"/>
                    </a:lnTo>
                    <a:lnTo>
                      <a:pt x="237" y="256"/>
                    </a:lnTo>
                    <a:lnTo>
                      <a:pt x="237" y="256"/>
                    </a:lnTo>
                    <a:lnTo>
                      <a:pt x="235" y="256"/>
                    </a:lnTo>
                    <a:lnTo>
                      <a:pt x="235" y="256"/>
                    </a:lnTo>
                    <a:lnTo>
                      <a:pt x="235" y="256"/>
                    </a:lnTo>
                    <a:lnTo>
                      <a:pt x="235" y="256"/>
                    </a:lnTo>
                    <a:lnTo>
                      <a:pt x="232" y="256"/>
                    </a:lnTo>
                    <a:lnTo>
                      <a:pt x="232" y="256"/>
                    </a:lnTo>
                    <a:lnTo>
                      <a:pt x="232" y="256"/>
                    </a:lnTo>
                    <a:lnTo>
                      <a:pt x="230" y="256"/>
                    </a:lnTo>
                    <a:lnTo>
                      <a:pt x="230" y="258"/>
                    </a:lnTo>
                    <a:lnTo>
                      <a:pt x="230" y="258"/>
                    </a:lnTo>
                    <a:lnTo>
                      <a:pt x="228" y="258"/>
                    </a:lnTo>
                    <a:lnTo>
                      <a:pt x="228" y="258"/>
                    </a:lnTo>
                    <a:lnTo>
                      <a:pt x="228" y="258"/>
                    </a:lnTo>
                    <a:lnTo>
                      <a:pt x="228" y="258"/>
                    </a:lnTo>
                    <a:lnTo>
                      <a:pt x="225" y="258"/>
                    </a:lnTo>
                    <a:lnTo>
                      <a:pt x="225" y="258"/>
                    </a:lnTo>
                    <a:lnTo>
                      <a:pt x="223" y="258"/>
                    </a:lnTo>
                    <a:lnTo>
                      <a:pt x="223" y="258"/>
                    </a:lnTo>
                    <a:lnTo>
                      <a:pt x="223" y="258"/>
                    </a:lnTo>
                    <a:lnTo>
                      <a:pt x="223" y="261"/>
                    </a:lnTo>
                    <a:lnTo>
                      <a:pt x="221" y="261"/>
                    </a:lnTo>
                    <a:lnTo>
                      <a:pt x="221" y="261"/>
                    </a:lnTo>
                    <a:lnTo>
                      <a:pt x="221" y="261"/>
                    </a:lnTo>
                    <a:lnTo>
                      <a:pt x="218" y="261"/>
                    </a:lnTo>
                    <a:lnTo>
                      <a:pt x="218" y="261"/>
                    </a:lnTo>
                    <a:lnTo>
                      <a:pt x="218" y="261"/>
                    </a:lnTo>
                    <a:lnTo>
                      <a:pt x="216" y="261"/>
                    </a:lnTo>
                    <a:lnTo>
                      <a:pt x="216" y="261"/>
                    </a:lnTo>
                    <a:lnTo>
                      <a:pt x="216" y="261"/>
                    </a:lnTo>
                    <a:lnTo>
                      <a:pt x="216" y="263"/>
                    </a:lnTo>
                    <a:lnTo>
                      <a:pt x="213" y="263"/>
                    </a:lnTo>
                    <a:lnTo>
                      <a:pt x="213" y="263"/>
                    </a:lnTo>
                    <a:lnTo>
                      <a:pt x="213" y="263"/>
                    </a:lnTo>
                    <a:lnTo>
                      <a:pt x="211" y="263"/>
                    </a:lnTo>
                    <a:lnTo>
                      <a:pt x="211" y="263"/>
                    </a:lnTo>
                    <a:lnTo>
                      <a:pt x="209" y="263"/>
                    </a:lnTo>
                    <a:lnTo>
                      <a:pt x="209" y="263"/>
                    </a:lnTo>
                    <a:lnTo>
                      <a:pt x="209" y="263"/>
                    </a:lnTo>
                    <a:lnTo>
                      <a:pt x="209" y="263"/>
                    </a:lnTo>
                    <a:lnTo>
                      <a:pt x="209" y="263"/>
                    </a:lnTo>
                    <a:lnTo>
                      <a:pt x="206" y="263"/>
                    </a:lnTo>
                    <a:lnTo>
                      <a:pt x="206" y="263"/>
                    </a:lnTo>
                    <a:lnTo>
                      <a:pt x="206" y="263"/>
                    </a:lnTo>
                    <a:lnTo>
                      <a:pt x="206" y="265"/>
                    </a:lnTo>
                    <a:lnTo>
                      <a:pt x="206" y="265"/>
                    </a:lnTo>
                    <a:lnTo>
                      <a:pt x="206" y="268"/>
                    </a:lnTo>
                    <a:lnTo>
                      <a:pt x="206" y="268"/>
                    </a:lnTo>
                    <a:lnTo>
                      <a:pt x="206" y="270"/>
                    </a:lnTo>
                    <a:lnTo>
                      <a:pt x="206" y="270"/>
                    </a:lnTo>
                    <a:lnTo>
                      <a:pt x="206" y="272"/>
                    </a:lnTo>
                    <a:lnTo>
                      <a:pt x="206" y="272"/>
                    </a:lnTo>
                    <a:lnTo>
                      <a:pt x="206" y="275"/>
                    </a:lnTo>
                    <a:lnTo>
                      <a:pt x="206" y="275"/>
                    </a:lnTo>
                    <a:lnTo>
                      <a:pt x="206" y="275"/>
                    </a:lnTo>
                    <a:lnTo>
                      <a:pt x="206" y="277"/>
                    </a:lnTo>
                    <a:lnTo>
                      <a:pt x="206" y="277"/>
                    </a:lnTo>
                    <a:lnTo>
                      <a:pt x="206" y="279"/>
                    </a:lnTo>
                    <a:lnTo>
                      <a:pt x="206" y="279"/>
                    </a:lnTo>
                    <a:lnTo>
                      <a:pt x="206" y="282"/>
                    </a:lnTo>
                    <a:lnTo>
                      <a:pt x="206" y="282"/>
                    </a:lnTo>
                    <a:lnTo>
                      <a:pt x="206" y="284"/>
                    </a:lnTo>
                    <a:lnTo>
                      <a:pt x="206" y="284"/>
                    </a:lnTo>
                    <a:lnTo>
                      <a:pt x="206" y="284"/>
                    </a:lnTo>
                    <a:lnTo>
                      <a:pt x="206" y="287"/>
                    </a:lnTo>
                    <a:lnTo>
                      <a:pt x="206" y="287"/>
                    </a:lnTo>
                    <a:lnTo>
                      <a:pt x="206" y="289"/>
                    </a:lnTo>
                    <a:lnTo>
                      <a:pt x="206" y="289"/>
                    </a:lnTo>
                    <a:lnTo>
                      <a:pt x="206" y="291"/>
                    </a:lnTo>
                    <a:lnTo>
                      <a:pt x="206" y="291"/>
                    </a:lnTo>
                    <a:lnTo>
                      <a:pt x="206" y="294"/>
                    </a:lnTo>
                    <a:lnTo>
                      <a:pt x="206" y="294"/>
                    </a:lnTo>
                    <a:lnTo>
                      <a:pt x="206" y="294"/>
                    </a:lnTo>
                    <a:lnTo>
                      <a:pt x="206" y="296"/>
                    </a:lnTo>
                    <a:lnTo>
                      <a:pt x="206" y="296"/>
                    </a:lnTo>
                    <a:lnTo>
                      <a:pt x="206" y="298"/>
                    </a:lnTo>
                    <a:lnTo>
                      <a:pt x="206" y="298"/>
                    </a:lnTo>
                    <a:lnTo>
                      <a:pt x="206" y="301"/>
                    </a:lnTo>
                    <a:lnTo>
                      <a:pt x="206" y="301"/>
                    </a:lnTo>
                    <a:lnTo>
                      <a:pt x="206" y="303"/>
                    </a:lnTo>
                    <a:lnTo>
                      <a:pt x="206" y="303"/>
                    </a:lnTo>
                    <a:lnTo>
                      <a:pt x="206" y="303"/>
                    </a:lnTo>
                    <a:lnTo>
                      <a:pt x="206" y="306"/>
                    </a:lnTo>
                    <a:lnTo>
                      <a:pt x="206" y="306"/>
                    </a:lnTo>
                    <a:lnTo>
                      <a:pt x="206" y="308"/>
                    </a:lnTo>
                    <a:lnTo>
                      <a:pt x="206" y="308"/>
                    </a:lnTo>
                    <a:lnTo>
                      <a:pt x="206" y="310"/>
                    </a:lnTo>
                    <a:lnTo>
                      <a:pt x="206" y="310"/>
                    </a:lnTo>
                    <a:lnTo>
                      <a:pt x="206" y="313"/>
                    </a:lnTo>
                    <a:lnTo>
                      <a:pt x="206" y="313"/>
                    </a:lnTo>
                    <a:lnTo>
                      <a:pt x="206" y="313"/>
                    </a:lnTo>
                    <a:lnTo>
                      <a:pt x="206" y="315"/>
                    </a:lnTo>
                    <a:lnTo>
                      <a:pt x="206" y="315"/>
                    </a:lnTo>
                    <a:lnTo>
                      <a:pt x="206" y="317"/>
                    </a:lnTo>
                    <a:lnTo>
                      <a:pt x="206" y="317"/>
                    </a:lnTo>
                    <a:lnTo>
                      <a:pt x="206" y="320"/>
                    </a:lnTo>
                    <a:lnTo>
                      <a:pt x="206" y="320"/>
                    </a:lnTo>
                    <a:lnTo>
                      <a:pt x="206" y="322"/>
                    </a:lnTo>
                    <a:lnTo>
                      <a:pt x="206" y="322"/>
                    </a:lnTo>
                    <a:lnTo>
                      <a:pt x="206" y="325"/>
                    </a:lnTo>
                    <a:lnTo>
                      <a:pt x="206" y="325"/>
                    </a:lnTo>
                    <a:lnTo>
                      <a:pt x="206" y="325"/>
                    </a:lnTo>
                    <a:lnTo>
                      <a:pt x="206" y="327"/>
                    </a:lnTo>
                    <a:lnTo>
                      <a:pt x="206" y="327"/>
                    </a:lnTo>
                    <a:lnTo>
                      <a:pt x="206" y="329"/>
                    </a:lnTo>
                    <a:lnTo>
                      <a:pt x="206" y="329"/>
                    </a:lnTo>
                    <a:lnTo>
                      <a:pt x="206" y="332"/>
                    </a:lnTo>
                    <a:lnTo>
                      <a:pt x="206" y="332"/>
                    </a:lnTo>
                    <a:lnTo>
                      <a:pt x="206" y="334"/>
                    </a:lnTo>
                    <a:lnTo>
                      <a:pt x="206" y="334"/>
                    </a:lnTo>
                    <a:lnTo>
                      <a:pt x="206" y="334"/>
                    </a:lnTo>
                    <a:lnTo>
                      <a:pt x="206" y="336"/>
                    </a:lnTo>
                    <a:lnTo>
                      <a:pt x="206" y="336"/>
                    </a:lnTo>
                    <a:lnTo>
                      <a:pt x="206" y="339"/>
                    </a:lnTo>
                    <a:lnTo>
                      <a:pt x="206" y="339"/>
                    </a:lnTo>
                    <a:lnTo>
                      <a:pt x="206" y="341"/>
                    </a:lnTo>
                    <a:lnTo>
                      <a:pt x="206" y="341"/>
                    </a:lnTo>
                    <a:lnTo>
                      <a:pt x="206" y="343"/>
                    </a:lnTo>
                    <a:lnTo>
                      <a:pt x="206" y="343"/>
                    </a:lnTo>
                    <a:lnTo>
                      <a:pt x="206" y="343"/>
                    </a:lnTo>
                    <a:lnTo>
                      <a:pt x="206" y="346"/>
                    </a:lnTo>
                    <a:lnTo>
                      <a:pt x="206" y="346"/>
                    </a:lnTo>
                    <a:lnTo>
                      <a:pt x="206" y="348"/>
                    </a:lnTo>
                    <a:lnTo>
                      <a:pt x="206" y="348"/>
                    </a:lnTo>
                    <a:lnTo>
                      <a:pt x="206" y="351"/>
                    </a:lnTo>
                    <a:lnTo>
                      <a:pt x="206" y="351"/>
                    </a:lnTo>
                    <a:lnTo>
                      <a:pt x="206" y="353"/>
                    </a:lnTo>
                    <a:lnTo>
                      <a:pt x="206" y="353"/>
                    </a:lnTo>
                    <a:lnTo>
                      <a:pt x="206" y="353"/>
                    </a:lnTo>
                    <a:lnTo>
                      <a:pt x="206" y="355"/>
                    </a:lnTo>
                    <a:lnTo>
                      <a:pt x="206" y="355"/>
                    </a:lnTo>
                    <a:lnTo>
                      <a:pt x="206" y="358"/>
                    </a:lnTo>
                    <a:lnTo>
                      <a:pt x="204" y="358"/>
                    </a:lnTo>
                    <a:lnTo>
                      <a:pt x="204" y="358"/>
                    </a:lnTo>
                    <a:lnTo>
                      <a:pt x="202" y="358"/>
                    </a:lnTo>
                    <a:lnTo>
                      <a:pt x="202" y="358"/>
                    </a:lnTo>
                    <a:lnTo>
                      <a:pt x="202" y="358"/>
                    </a:lnTo>
                    <a:lnTo>
                      <a:pt x="202" y="358"/>
                    </a:lnTo>
                    <a:lnTo>
                      <a:pt x="199" y="358"/>
                    </a:lnTo>
                    <a:lnTo>
                      <a:pt x="199" y="358"/>
                    </a:lnTo>
                    <a:lnTo>
                      <a:pt x="199" y="358"/>
                    </a:lnTo>
                    <a:lnTo>
                      <a:pt x="199" y="360"/>
                    </a:lnTo>
                    <a:lnTo>
                      <a:pt x="197" y="360"/>
                    </a:lnTo>
                    <a:lnTo>
                      <a:pt x="197" y="360"/>
                    </a:lnTo>
                    <a:lnTo>
                      <a:pt x="195" y="360"/>
                    </a:lnTo>
                    <a:lnTo>
                      <a:pt x="195" y="360"/>
                    </a:lnTo>
                    <a:lnTo>
                      <a:pt x="195" y="360"/>
                    </a:lnTo>
                    <a:lnTo>
                      <a:pt x="195" y="358"/>
                    </a:lnTo>
                    <a:lnTo>
                      <a:pt x="192" y="358"/>
                    </a:lnTo>
                    <a:lnTo>
                      <a:pt x="192" y="358"/>
                    </a:lnTo>
                    <a:lnTo>
                      <a:pt x="192" y="358"/>
                    </a:lnTo>
                    <a:lnTo>
                      <a:pt x="192" y="355"/>
                    </a:lnTo>
                    <a:lnTo>
                      <a:pt x="190" y="355"/>
                    </a:lnTo>
                    <a:lnTo>
                      <a:pt x="190" y="355"/>
                    </a:lnTo>
                    <a:lnTo>
                      <a:pt x="190" y="355"/>
                    </a:lnTo>
                    <a:lnTo>
                      <a:pt x="190" y="355"/>
                    </a:lnTo>
                    <a:lnTo>
                      <a:pt x="190" y="353"/>
                    </a:lnTo>
                    <a:lnTo>
                      <a:pt x="187" y="353"/>
                    </a:lnTo>
                    <a:lnTo>
                      <a:pt x="187" y="353"/>
                    </a:lnTo>
                    <a:lnTo>
                      <a:pt x="187" y="353"/>
                    </a:lnTo>
                    <a:lnTo>
                      <a:pt x="187" y="353"/>
                    </a:lnTo>
                    <a:lnTo>
                      <a:pt x="187" y="351"/>
                    </a:lnTo>
                    <a:lnTo>
                      <a:pt x="187" y="351"/>
                    </a:lnTo>
                    <a:lnTo>
                      <a:pt x="187" y="351"/>
                    </a:lnTo>
                    <a:lnTo>
                      <a:pt x="187" y="348"/>
                    </a:lnTo>
                    <a:lnTo>
                      <a:pt x="185" y="348"/>
                    </a:lnTo>
                    <a:lnTo>
                      <a:pt x="185" y="348"/>
                    </a:lnTo>
                    <a:lnTo>
                      <a:pt x="185" y="348"/>
                    </a:lnTo>
                    <a:lnTo>
                      <a:pt x="185" y="346"/>
                    </a:lnTo>
                    <a:lnTo>
                      <a:pt x="183" y="346"/>
                    </a:lnTo>
                    <a:lnTo>
                      <a:pt x="183" y="346"/>
                    </a:lnTo>
                    <a:lnTo>
                      <a:pt x="183" y="346"/>
                    </a:lnTo>
                    <a:lnTo>
                      <a:pt x="183" y="343"/>
                    </a:lnTo>
                    <a:lnTo>
                      <a:pt x="183" y="343"/>
                    </a:lnTo>
                    <a:lnTo>
                      <a:pt x="183" y="343"/>
                    </a:lnTo>
                    <a:lnTo>
                      <a:pt x="183" y="343"/>
                    </a:lnTo>
                    <a:lnTo>
                      <a:pt x="183" y="341"/>
                    </a:lnTo>
                    <a:lnTo>
                      <a:pt x="180" y="341"/>
                    </a:lnTo>
                    <a:lnTo>
                      <a:pt x="180" y="341"/>
                    </a:lnTo>
                    <a:lnTo>
                      <a:pt x="180" y="341"/>
                    </a:lnTo>
                    <a:lnTo>
                      <a:pt x="180" y="339"/>
                    </a:lnTo>
                    <a:lnTo>
                      <a:pt x="180" y="339"/>
                    </a:lnTo>
                    <a:lnTo>
                      <a:pt x="178" y="339"/>
                    </a:lnTo>
                    <a:lnTo>
                      <a:pt x="178" y="339"/>
                    </a:lnTo>
                    <a:lnTo>
                      <a:pt x="178" y="339"/>
                    </a:lnTo>
                    <a:lnTo>
                      <a:pt x="176" y="339"/>
                    </a:lnTo>
                    <a:lnTo>
                      <a:pt x="176" y="336"/>
                    </a:lnTo>
                    <a:lnTo>
                      <a:pt x="176" y="336"/>
                    </a:lnTo>
                    <a:lnTo>
                      <a:pt x="176" y="336"/>
                    </a:lnTo>
                    <a:lnTo>
                      <a:pt x="176" y="336"/>
                    </a:lnTo>
                    <a:lnTo>
                      <a:pt x="173" y="336"/>
                    </a:lnTo>
                    <a:lnTo>
                      <a:pt x="173" y="336"/>
                    </a:lnTo>
                    <a:lnTo>
                      <a:pt x="173" y="334"/>
                    </a:lnTo>
                    <a:lnTo>
                      <a:pt x="173" y="334"/>
                    </a:lnTo>
                    <a:lnTo>
                      <a:pt x="173" y="334"/>
                    </a:lnTo>
                    <a:lnTo>
                      <a:pt x="171" y="334"/>
                    </a:lnTo>
                    <a:lnTo>
                      <a:pt x="171" y="334"/>
                    </a:lnTo>
                    <a:lnTo>
                      <a:pt x="171" y="334"/>
                    </a:lnTo>
                    <a:lnTo>
                      <a:pt x="168" y="334"/>
                    </a:lnTo>
                    <a:lnTo>
                      <a:pt x="168" y="334"/>
                    </a:lnTo>
                    <a:lnTo>
                      <a:pt x="168" y="332"/>
                    </a:lnTo>
                    <a:lnTo>
                      <a:pt x="168" y="332"/>
                    </a:lnTo>
                    <a:lnTo>
                      <a:pt x="166" y="332"/>
                    </a:lnTo>
                    <a:lnTo>
                      <a:pt x="166" y="332"/>
                    </a:lnTo>
                    <a:lnTo>
                      <a:pt x="166" y="332"/>
                    </a:lnTo>
                    <a:lnTo>
                      <a:pt x="164" y="332"/>
                    </a:lnTo>
                    <a:lnTo>
                      <a:pt x="164" y="332"/>
                    </a:lnTo>
                    <a:lnTo>
                      <a:pt x="161" y="332"/>
                    </a:lnTo>
                    <a:lnTo>
                      <a:pt x="161" y="332"/>
                    </a:lnTo>
                    <a:lnTo>
                      <a:pt x="161" y="332"/>
                    </a:lnTo>
                    <a:lnTo>
                      <a:pt x="159" y="332"/>
                    </a:lnTo>
                    <a:lnTo>
                      <a:pt x="159" y="332"/>
                    </a:lnTo>
                    <a:lnTo>
                      <a:pt x="159" y="332"/>
                    </a:lnTo>
                    <a:lnTo>
                      <a:pt x="157" y="332"/>
                    </a:lnTo>
                    <a:lnTo>
                      <a:pt x="157" y="334"/>
                    </a:lnTo>
                    <a:lnTo>
                      <a:pt x="157" y="334"/>
                    </a:lnTo>
                    <a:lnTo>
                      <a:pt x="154" y="334"/>
                    </a:lnTo>
                    <a:lnTo>
                      <a:pt x="154" y="334"/>
                    </a:lnTo>
                    <a:lnTo>
                      <a:pt x="154" y="334"/>
                    </a:lnTo>
                    <a:lnTo>
                      <a:pt x="152" y="334"/>
                    </a:lnTo>
                    <a:lnTo>
                      <a:pt x="152" y="334"/>
                    </a:lnTo>
                    <a:lnTo>
                      <a:pt x="150" y="334"/>
                    </a:lnTo>
                    <a:lnTo>
                      <a:pt x="150" y="334"/>
                    </a:lnTo>
                    <a:lnTo>
                      <a:pt x="150" y="334"/>
                    </a:lnTo>
                    <a:lnTo>
                      <a:pt x="150" y="334"/>
                    </a:lnTo>
                    <a:lnTo>
                      <a:pt x="147" y="334"/>
                    </a:lnTo>
                    <a:lnTo>
                      <a:pt x="147" y="334"/>
                    </a:lnTo>
                    <a:lnTo>
                      <a:pt x="147" y="334"/>
                    </a:lnTo>
                    <a:lnTo>
                      <a:pt x="147" y="334"/>
                    </a:lnTo>
                    <a:lnTo>
                      <a:pt x="145" y="334"/>
                    </a:lnTo>
                    <a:lnTo>
                      <a:pt x="145" y="336"/>
                    </a:lnTo>
                    <a:lnTo>
                      <a:pt x="145" y="336"/>
                    </a:lnTo>
                    <a:lnTo>
                      <a:pt x="142" y="336"/>
                    </a:lnTo>
                    <a:lnTo>
                      <a:pt x="142" y="336"/>
                    </a:lnTo>
                    <a:lnTo>
                      <a:pt x="142" y="336"/>
                    </a:lnTo>
                    <a:lnTo>
                      <a:pt x="142" y="336"/>
                    </a:lnTo>
                    <a:lnTo>
                      <a:pt x="140" y="336"/>
                    </a:lnTo>
                    <a:lnTo>
                      <a:pt x="140" y="336"/>
                    </a:lnTo>
                    <a:lnTo>
                      <a:pt x="140" y="339"/>
                    </a:lnTo>
                    <a:lnTo>
                      <a:pt x="140" y="339"/>
                    </a:lnTo>
                    <a:lnTo>
                      <a:pt x="140" y="339"/>
                    </a:lnTo>
                    <a:lnTo>
                      <a:pt x="138" y="339"/>
                    </a:lnTo>
                    <a:lnTo>
                      <a:pt x="138" y="339"/>
                    </a:lnTo>
                    <a:lnTo>
                      <a:pt x="138" y="341"/>
                    </a:lnTo>
                    <a:lnTo>
                      <a:pt x="135" y="341"/>
                    </a:lnTo>
                    <a:lnTo>
                      <a:pt x="135" y="341"/>
                    </a:lnTo>
                    <a:lnTo>
                      <a:pt x="135" y="341"/>
                    </a:lnTo>
                    <a:lnTo>
                      <a:pt x="135" y="341"/>
                    </a:lnTo>
                    <a:lnTo>
                      <a:pt x="135" y="343"/>
                    </a:lnTo>
                    <a:lnTo>
                      <a:pt x="133" y="343"/>
                    </a:lnTo>
                    <a:lnTo>
                      <a:pt x="133" y="343"/>
                    </a:lnTo>
                    <a:lnTo>
                      <a:pt x="133" y="343"/>
                    </a:lnTo>
                    <a:lnTo>
                      <a:pt x="133" y="343"/>
                    </a:lnTo>
                    <a:lnTo>
                      <a:pt x="133" y="343"/>
                    </a:lnTo>
                    <a:lnTo>
                      <a:pt x="131" y="343"/>
                    </a:lnTo>
                    <a:lnTo>
                      <a:pt x="131" y="343"/>
                    </a:lnTo>
                    <a:lnTo>
                      <a:pt x="131" y="346"/>
                    </a:lnTo>
                    <a:lnTo>
                      <a:pt x="128" y="346"/>
                    </a:lnTo>
                    <a:lnTo>
                      <a:pt x="128" y="346"/>
                    </a:lnTo>
                    <a:lnTo>
                      <a:pt x="128" y="346"/>
                    </a:lnTo>
                    <a:lnTo>
                      <a:pt x="128" y="346"/>
                    </a:lnTo>
                    <a:lnTo>
                      <a:pt x="128" y="343"/>
                    </a:lnTo>
                    <a:lnTo>
                      <a:pt x="128" y="343"/>
                    </a:lnTo>
                    <a:lnTo>
                      <a:pt x="128" y="343"/>
                    </a:lnTo>
                    <a:lnTo>
                      <a:pt x="128" y="343"/>
                    </a:lnTo>
                    <a:lnTo>
                      <a:pt x="128" y="341"/>
                    </a:lnTo>
                    <a:lnTo>
                      <a:pt x="128" y="341"/>
                    </a:lnTo>
                    <a:lnTo>
                      <a:pt x="128" y="341"/>
                    </a:lnTo>
                    <a:lnTo>
                      <a:pt x="128" y="339"/>
                    </a:lnTo>
                    <a:lnTo>
                      <a:pt x="128" y="339"/>
                    </a:lnTo>
                    <a:lnTo>
                      <a:pt x="128" y="336"/>
                    </a:lnTo>
                    <a:lnTo>
                      <a:pt x="128" y="336"/>
                    </a:lnTo>
                    <a:lnTo>
                      <a:pt x="128" y="334"/>
                    </a:lnTo>
                    <a:lnTo>
                      <a:pt x="128" y="334"/>
                    </a:lnTo>
                    <a:lnTo>
                      <a:pt x="128" y="334"/>
                    </a:lnTo>
                    <a:lnTo>
                      <a:pt x="131" y="334"/>
                    </a:lnTo>
                    <a:lnTo>
                      <a:pt x="131" y="334"/>
                    </a:lnTo>
                    <a:lnTo>
                      <a:pt x="131" y="334"/>
                    </a:lnTo>
                    <a:lnTo>
                      <a:pt x="131" y="332"/>
                    </a:lnTo>
                    <a:lnTo>
                      <a:pt x="131" y="332"/>
                    </a:lnTo>
                    <a:lnTo>
                      <a:pt x="133" y="332"/>
                    </a:lnTo>
                    <a:lnTo>
                      <a:pt x="133" y="329"/>
                    </a:lnTo>
                    <a:lnTo>
                      <a:pt x="133" y="329"/>
                    </a:lnTo>
                    <a:lnTo>
                      <a:pt x="133" y="329"/>
                    </a:lnTo>
                    <a:lnTo>
                      <a:pt x="133" y="327"/>
                    </a:lnTo>
                    <a:lnTo>
                      <a:pt x="133" y="327"/>
                    </a:lnTo>
                    <a:lnTo>
                      <a:pt x="133" y="327"/>
                    </a:lnTo>
                    <a:lnTo>
                      <a:pt x="133" y="325"/>
                    </a:lnTo>
                    <a:lnTo>
                      <a:pt x="133" y="325"/>
                    </a:lnTo>
                    <a:lnTo>
                      <a:pt x="133" y="325"/>
                    </a:lnTo>
                    <a:lnTo>
                      <a:pt x="133" y="325"/>
                    </a:lnTo>
                    <a:lnTo>
                      <a:pt x="133" y="325"/>
                    </a:lnTo>
                    <a:lnTo>
                      <a:pt x="131" y="325"/>
                    </a:lnTo>
                    <a:lnTo>
                      <a:pt x="131" y="322"/>
                    </a:lnTo>
                    <a:lnTo>
                      <a:pt x="131" y="322"/>
                    </a:lnTo>
                    <a:lnTo>
                      <a:pt x="133" y="322"/>
                    </a:lnTo>
                    <a:lnTo>
                      <a:pt x="133" y="320"/>
                    </a:lnTo>
                    <a:lnTo>
                      <a:pt x="131" y="320"/>
                    </a:lnTo>
                    <a:lnTo>
                      <a:pt x="131" y="320"/>
                    </a:lnTo>
                    <a:lnTo>
                      <a:pt x="128" y="320"/>
                    </a:lnTo>
                    <a:lnTo>
                      <a:pt x="128" y="320"/>
                    </a:lnTo>
                    <a:lnTo>
                      <a:pt x="128" y="320"/>
                    </a:lnTo>
                    <a:lnTo>
                      <a:pt x="128" y="320"/>
                    </a:lnTo>
                    <a:lnTo>
                      <a:pt x="128" y="320"/>
                    </a:lnTo>
                    <a:lnTo>
                      <a:pt x="126" y="320"/>
                    </a:lnTo>
                    <a:lnTo>
                      <a:pt x="126" y="322"/>
                    </a:lnTo>
                    <a:lnTo>
                      <a:pt x="126" y="322"/>
                    </a:lnTo>
                    <a:lnTo>
                      <a:pt x="126" y="322"/>
                    </a:lnTo>
                    <a:lnTo>
                      <a:pt x="126" y="320"/>
                    </a:lnTo>
                    <a:lnTo>
                      <a:pt x="126" y="320"/>
                    </a:lnTo>
                    <a:lnTo>
                      <a:pt x="124" y="320"/>
                    </a:lnTo>
                    <a:lnTo>
                      <a:pt x="124" y="320"/>
                    </a:lnTo>
                    <a:lnTo>
                      <a:pt x="121" y="320"/>
                    </a:lnTo>
                    <a:lnTo>
                      <a:pt x="121" y="320"/>
                    </a:lnTo>
                    <a:lnTo>
                      <a:pt x="121" y="320"/>
                    </a:lnTo>
                    <a:lnTo>
                      <a:pt x="119" y="320"/>
                    </a:lnTo>
                    <a:lnTo>
                      <a:pt x="119" y="320"/>
                    </a:lnTo>
                    <a:lnTo>
                      <a:pt x="119" y="320"/>
                    </a:lnTo>
                    <a:lnTo>
                      <a:pt x="116" y="320"/>
                    </a:lnTo>
                    <a:lnTo>
                      <a:pt x="116" y="320"/>
                    </a:lnTo>
                    <a:lnTo>
                      <a:pt x="116" y="320"/>
                    </a:lnTo>
                    <a:lnTo>
                      <a:pt x="116" y="320"/>
                    </a:lnTo>
                    <a:lnTo>
                      <a:pt x="116" y="317"/>
                    </a:lnTo>
                    <a:lnTo>
                      <a:pt x="114" y="317"/>
                    </a:lnTo>
                    <a:lnTo>
                      <a:pt x="114" y="317"/>
                    </a:lnTo>
                    <a:lnTo>
                      <a:pt x="114" y="315"/>
                    </a:lnTo>
                    <a:lnTo>
                      <a:pt x="114" y="315"/>
                    </a:lnTo>
                    <a:lnTo>
                      <a:pt x="114" y="315"/>
                    </a:lnTo>
                    <a:lnTo>
                      <a:pt x="114" y="315"/>
                    </a:lnTo>
                    <a:lnTo>
                      <a:pt x="114" y="313"/>
                    </a:lnTo>
                    <a:lnTo>
                      <a:pt x="112" y="313"/>
                    </a:lnTo>
                    <a:lnTo>
                      <a:pt x="112" y="313"/>
                    </a:lnTo>
                    <a:lnTo>
                      <a:pt x="112" y="313"/>
                    </a:lnTo>
                    <a:lnTo>
                      <a:pt x="112" y="313"/>
                    </a:lnTo>
                    <a:lnTo>
                      <a:pt x="112" y="310"/>
                    </a:lnTo>
                    <a:lnTo>
                      <a:pt x="109" y="310"/>
                    </a:lnTo>
                    <a:lnTo>
                      <a:pt x="109" y="310"/>
                    </a:lnTo>
                    <a:lnTo>
                      <a:pt x="109" y="310"/>
                    </a:lnTo>
                    <a:lnTo>
                      <a:pt x="109" y="313"/>
                    </a:lnTo>
                    <a:lnTo>
                      <a:pt x="107" y="313"/>
                    </a:lnTo>
                    <a:lnTo>
                      <a:pt x="107" y="313"/>
                    </a:lnTo>
                    <a:lnTo>
                      <a:pt x="107" y="313"/>
                    </a:lnTo>
                    <a:lnTo>
                      <a:pt x="105" y="313"/>
                    </a:lnTo>
                    <a:lnTo>
                      <a:pt x="105" y="313"/>
                    </a:lnTo>
                    <a:lnTo>
                      <a:pt x="102" y="313"/>
                    </a:lnTo>
                    <a:lnTo>
                      <a:pt x="102" y="310"/>
                    </a:lnTo>
                    <a:lnTo>
                      <a:pt x="102" y="310"/>
                    </a:lnTo>
                    <a:lnTo>
                      <a:pt x="102" y="308"/>
                    </a:lnTo>
                    <a:lnTo>
                      <a:pt x="102" y="308"/>
                    </a:lnTo>
                    <a:lnTo>
                      <a:pt x="105" y="308"/>
                    </a:lnTo>
                    <a:lnTo>
                      <a:pt x="105" y="306"/>
                    </a:lnTo>
                    <a:lnTo>
                      <a:pt x="105" y="306"/>
                    </a:lnTo>
                    <a:lnTo>
                      <a:pt x="105" y="303"/>
                    </a:lnTo>
                    <a:lnTo>
                      <a:pt x="105" y="303"/>
                    </a:lnTo>
                    <a:lnTo>
                      <a:pt x="102" y="303"/>
                    </a:lnTo>
                    <a:lnTo>
                      <a:pt x="102" y="303"/>
                    </a:lnTo>
                    <a:lnTo>
                      <a:pt x="102" y="301"/>
                    </a:lnTo>
                    <a:lnTo>
                      <a:pt x="102" y="301"/>
                    </a:lnTo>
                    <a:lnTo>
                      <a:pt x="102" y="301"/>
                    </a:lnTo>
                    <a:lnTo>
                      <a:pt x="102" y="301"/>
                    </a:lnTo>
                    <a:lnTo>
                      <a:pt x="100" y="301"/>
                    </a:lnTo>
                    <a:lnTo>
                      <a:pt x="100" y="298"/>
                    </a:lnTo>
                    <a:lnTo>
                      <a:pt x="100" y="298"/>
                    </a:lnTo>
                    <a:lnTo>
                      <a:pt x="100" y="298"/>
                    </a:lnTo>
                    <a:lnTo>
                      <a:pt x="100" y="296"/>
                    </a:lnTo>
                    <a:lnTo>
                      <a:pt x="100" y="296"/>
                    </a:lnTo>
                    <a:lnTo>
                      <a:pt x="100" y="296"/>
                    </a:lnTo>
                    <a:lnTo>
                      <a:pt x="97" y="296"/>
                    </a:lnTo>
                    <a:lnTo>
                      <a:pt x="97" y="294"/>
                    </a:lnTo>
                    <a:lnTo>
                      <a:pt x="97" y="294"/>
                    </a:lnTo>
                    <a:lnTo>
                      <a:pt x="97" y="294"/>
                    </a:lnTo>
                    <a:lnTo>
                      <a:pt x="97" y="294"/>
                    </a:lnTo>
                    <a:lnTo>
                      <a:pt x="97" y="291"/>
                    </a:lnTo>
                    <a:lnTo>
                      <a:pt x="97" y="291"/>
                    </a:lnTo>
                    <a:lnTo>
                      <a:pt x="95" y="291"/>
                    </a:lnTo>
                    <a:lnTo>
                      <a:pt x="95" y="289"/>
                    </a:lnTo>
                    <a:lnTo>
                      <a:pt x="95" y="289"/>
                    </a:lnTo>
                    <a:lnTo>
                      <a:pt x="95" y="289"/>
                    </a:lnTo>
                    <a:lnTo>
                      <a:pt x="95" y="289"/>
                    </a:lnTo>
                    <a:lnTo>
                      <a:pt x="95" y="287"/>
                    </a:lnTo>
                    <a:lnTo>
                      <a:pt x="95" y="287"/>
                    </a:lnTo>
                    <a:lnTo>
                      <a:pt x="95" y="284"/>
                    </a:lnTo>
                    <a:lnTo>
                      <a:pt x="93" y="284"/>
                    </a:lnTo>
                    <a:lnTo>
                      <a:pt x="93" y="284"/>
                    </a:lnTo>
                    <a:lnTo>
                      <a:pt x="93" y="284"/>
                    </a:lnTo>
                    <a:lnTo>
                      <a:pt x="93" y="284"/>
                    </a:lnTo>
                    <a:lnTo>
                      <a:pt x="93" y="284"/>
                    </a:lnTo>
                    <a:lnTo>
                      <a:pt x="90" y="284"/>
                    </a:lnTo>
                    <a:lnTo>
                      <a:pt x="90" y="284"/>
                    </a:lnTo>
                    <a:lnTo>
                      <a:pt x="88" y="284"/>
                    </a:lnTo>
                    <a:lnTo>
                      <a:pt x="88" y="284"/>
                    </a:lnTo>
                    <a:lnTo>
                      <a:pt x="88" y="284"/>
                    </a:lnTo>
                    <a:lnTo>
                      <a:pt x="86" y="284"/>
                    </a:lnTo>
                    <a:lnTo>
                      <a:pt x="86" y="284"/>
                    </a:lnTo>
                    <a:lnTo>
                      <a:pt x="86" y="282"/>
                    </a:lnTo>
                    <a:lnTo>
                      <a:pt x="83" y="282"/>
                    </a:lnTo>
                    <a:lnTo>
                      <a:pt x="83" y="282"/>
                    </a:lnTo>
                    <a:lnTo>
                      <a:pt x="83" y="282"/>
                    </a:lnTo>
                    <a:lnTo>
                      <a:pt x="83" y="282"/>
                    </a:lnTo>
                    <a:lnTo>
                      <a:pt x="81" y="282"/>
                    </a:lnTo>
                    <a:lnTo>
                      <a:pt x="81" y="282"/>
                    </a:lnTo>
                    <a:lnTo>
                      <a:pt x="81" y="279"/>
                    </a:lnTo>
                    <a:lnTo>
                      <a:pt x="81" y="279"/>
                    </a:lnTo>
                    <a:lnTo>
                      <a:pt x="81" y="277"/>
                    </a:lnTo>
                    <a:lnTo>
                      <a:pt x="81" y="277"/>
                    </a:lnTo>
                    <a:lnTo>
                      <a:pt x="81" y="275"/>
                    </a:lnTo>
                    <a:lnTo>
                      <a:pt x="81" y="275"/>
                    </a:lnTo>
                    <a:lnTo>
                      <a:pt x="81" y="275"/>
                    </a:lnTo>
                    <a:lnTo>
                      <a:pt x="81" y="275"/>
                    </a:lnTo>
                    <a:lnTo>
                      <a:pt x="83" y="275"/>
                    </a:lnTo>
                    <a:lnTo>
                      <a:pt x="83" y="272"/>
                    </a:lnTo>
                    <a:lnTo>
                      <a:pt x="83" y="272"/>
                    </a:lnTo>
                    <a:lnTo>
                      <a:pt x="83" y="272"/>
                    </a:lnTo>
                    <a:lnTo>
                      <a:pt x="86" y="272"/>
                    </a:lnTo>
                    <a:lnTo>
                      <a:pt x="86" y="272"/>
                    </a:lnTo>
                    <a:lnTo>
                      <a:pt x="88" y="272"/>
                    </a:lnTo>
                    <a:lnTo>
                      <a:pt x="88" y="272"/>
                    </a:lnTo>
                    <a:lnTo>
                      <a:pt x="88" y="272"/>
                    </a:lnTo>
                    <a:lnTo>
                      <a:pt x="90" y="272"/>
                    </a:lnTo>
                    <a:lnTo>
                      <a:pt x="90" y="275"/>
                    </a:lnTo>
                    <a:lnTo>
                      <a:pt x="90" y="275"/>
                    </a:lnTo>
                    <a:lnTo>
                      <a:pt x="93" y="275"/>
                    </a:lnTo>
                    <a:lnTo>
                      <a:pt x="93" y="275"/>
                    </a:lnTo>
                    <a:lnTo>
                      <a:pt x="93" y="272"/>
                    </a:lnTo>
                    <a:lnTo>
                      <a:pt x="93" y="272"/>
                    </a:lnTo>
                    <a:lnTo>
                      <a:pt x="95" y="272"/>
                    </a:lnTo>
                    <a:lnTo>
                      <a:pt x="95" y="272"/>
                    </a:lnTo>
                    <a:lnTo>
                      <a:pt x="95" y="275"/>
                    </a:lnTo>
                    <a:lnTo>
                      <a:pt x="95" y="275"/>
                    </a:lnTo>
                    <a:lnTo>
                      <a:pt x="97" y="275"/>
                    </a:lnTo>
                    <a:lnTo>
                      <a:pt x="97" y="275"/>
                    </a:lnTo>
                    <a:lnTo>
                      <a:pt x="97" y="275"/>
                    </a:lnTo>
                    <a:lnTo>
                      <a:pt x="97" y="275"/>
                    </a:lnTo>
                    <a:lnTo>
                      <a:pt x="100" y="275"/>
                    </a:lnTo>
                    <a:lnTo>
                      <a:pt x="100" y="275"/>
                    </a:lnTo>
                    <a:lnTo>
                      <a:pt x="100" y="277"/>
                    </a:lnTo>
                    <a:lnTo>
                      <a:pt x="100" y="277"/>
                    </a:lnTo>
                    <a:lnTo>
                      <a:pt x="102" y="277"/>
                    </a:lnTo>
                    <a:lnTo>
                      <a:pt x="102" y="277"/>
                    </a:lnTo>
                    <a:lnTo>
                      <a:pt x="102" y="275"/>
                    </a:lnTo>
                    <a:lnTo>
                      <a:pt x="102" y="275"/>
                    </a:lnTo>
                    <a:lnTo>
                      <a:pt x="102" y="275"/>
                    </a:lnTo>
                    <a:lnTo>
                      <a:pt x="102" y="275"/>
                    </a:lnTo>
                    <a:lnTo>
                      <a:pt x="102" y="275"/>
                    </a:lnTo>
                    <a:lnTo>
                      <a:pt x="102" y="272"/>
                    </a:lnTo>
                    <a:lnTo>
                      <a:pt x="102" y="272"/>
                    </a:lnTo>
                    <a:lnTo>
                      <a:pt x="105" y="272"/>
                    </a:lnTo>
                    <a:lnTo>
                      <a:pt x="105" y="275"/>
                    </a:lnTo>
                    <a:lnTo>
                      <a:pt x="105" y="275"/>
                    </a:lnTo>
                    <a:lnTo>
                      <a:pt x="105" y="272"/>
                    </a:lnTo>
                    <a:lnTo>
                      <a:pt x="105" y="272"/>
                    </a:lnTo>
                    <a:lnTo>
                      <a:pt x="105" y="272"/>
                    </a:lnTo>
                    <a:lnTo>
                      <a:pt x="105" y="270"/>
                    </a:lnTo>
                    <a:lnTo>
                      <a:pt x="105" y="270"/>
                    </a:lnTo>
                    <a:lnTo>
                      <a:pt x="105" y="268"/>
                    </a:lnTo>
                    <a:lnTo>
                      <a:pt x="105" y="268"/>
                    </a:lnTo>
                    <a:lnTo>
                      <a:pt x="102" y="268"/>
                    </a:lnTo>
                    <a:lnTo>
                      <a:pt x="102" y="268"/>
                    </a:lnTo>
                    <a:lnTo>
                      <a:pt x="102" y="268"/>
                    </a:lnTo>
                    <a:lnTo>
                      <a:pt x="100" y="268"/>
                    </a:lnTo>
                    <a:lnTo>
                      <a:pt x="100" y="265"/>
                    </a:lnTo>
                    <a:lnTo>
                      <a:pt x="100" y="265"/>
                    </a:lnTo>
                    <a:lnTo>
                      <a:pt x="100" y="265"/>
                    </a:lnTo>
                    <a:lnTo>
                      <a:pt x="100" y="268"/>
                    </a:lnTo>
                    <a:lnTo>
                      <a:pt x="100" y="268"/>
                    </a:lnTo>
                    <a:lnTo>
                      <a:pt x="100" y="268"/>
                    </a:lnTo>
                    <a:lnTo>
                      <a:pt x="100" y="268"/>
                    </a:lnTo>
                    <a:lnTo>
                      <a:pt x="100" y="270"/>
                    </a:lnTo>
                    <a:lnTo>
                      <a:pt x="97" y="270"/>
                    </a:lnTo>
                    <a:lnTo>
                      <a:pt x="97" y="270"/>
                    </a:lnTo>
                    <a:lnTo>
                      <a:pt x="95" y="270"/>
                    </a:lnTo>
                    <a:lnTo>
                      <a:pt x="95" y="270"/>
                    </a:lnTo>
                    <a:lnTo>
                      <a:pt x="95" y="270"/>
                    </a:lnTo>
                    <a:lnTo>
                      <a:pt x="95" y="268"/>
                    </a:lnTo>
                    <a:lnTo>
                      <a:pt x="95" y="268"/>
                    </a:lnTo>
                    <a:lnTo>
                      <a:pt x="95" y="265"/>
                    </a:lnTo>
                    <a:lnTo>
                      <a:pt x="95" y="265"/>
                    </a:lnTo>
                    <a:lnTo>
                      <a:pt x="95" y="265"/>
                    </a:lnTo>
                    <a:lnTo>
                      <a:pt x="95" y="265"/>
                    </a:lnTo>
                    <a:lnTo>
                      <a:pt x="95" y="265"/>
                    </a:lnTo>
                    <a:lnTo>
                      <a:pt x="95" y="268"/>
                    </a:lnTo>
                    <a:lnTo>
                      <a:pt x="97" y="268"/>
                    </a:lnTo>
                    <a:lnTo>
                      <a:pt x="97" y="265"/>
                    </a:lnTo>
                    <a:lnTo>
                      <a:pt x="97" y="265"/>
                    </a:lnTo>
                    <a:lnTo>
                      <a:pt x="97" y="265"/>
                    </a:lnTo>
                    <a:lnTo>
                      <a:pt x="97" y="263"/>
                    </a:lnTo>
                    <a:lnTo>
                      <a:pt x="100" y="263"/>
                    </a:lnTo>
                    <a:lnTo>
                      <a:pt x="100" y="263"/>
                    </a:lnTo>
                    <a:lnTo>
                      <a:pt x="100" y="263"/>
                    </a:lnTo>
                    <a:lnTo>
                      <a:pt x="100" y="263"/>
                    </a:lnTo>
                    <a:lnTo>
                      <a:pt x="100" y="263"/>
                    </a:lnTo>
                    <a:lnTo>
                      <a:pt x="102" y="263"/>
                    </a:lnTo>
                    <a:lnTo>
                      <a:pt x="102" y="263"/>
                    </a:lnTo>
                    <a:lnTo>
                      <a:pt x="102" y="261"/>
                    </a:lnTo>
                    <a:lnTo>
                      <a:pt x="102" y="261"/>
                    </a:lnTo>
                    <a:lnTo>
                      <a:pt x="102" y="258"/>
                    </a:lnTo>
                    <a:lnTo>
                      <a:pt x="102" y="258"/>
                    </a:lnTo>
                    <a:lnTo>
                      <a:pt x="102" y="258"/>
                    </a:lnTo>
                    <a:lnTo>
                      <a:pt x="102" y="256"/>
                    </a:lnTo>
                    <a:lnTo>
                      <a:pt x="105" y="256"/>
                    </a:lnTo>
                    <a:lnTo>
                      <a:pt x="105" y="256"/>
                    </a:lnTo>
                    <a:lnTo>
                      <a:pt x="105" y="256"/>
                    </a:lnTo>
                    <a:lnTo>
                      <a:pt x="107" y="256"/>
                    </a:lnTo>
                    <a:lnTo>
                      <a:pt x="107" y="253"/>
                    </a:lnTo>
                    <a:lnTo>
                      <a:pt x="107" y="253"/>
                    </a:lnTo>
                    <a:lnTo>
                      <a:pt x="107" y="253"/>
                    </a:lnTo>
                    <a:lnTo>
                      <a:pt x="109" y="253"/>
                    </a:lnTo>
                    <a:lnTo>
                      <a:pt x="109" y="253"/>
                    </a:lnTo>
                    <a:lnTo>
                      <a:pt x="109" y="253"/>
                    </a:lnTo>
                    <a:lnTo>
                      <a:pt x="112" y="253"/>
                    </a:lnTo>
                    <a:lnTo>
                      <a:pt x="112" y="253"/>
                    </a:lnTo>
                    <a:lnTo>
                      <a:pt x="112" y="253"/>
                    </a:lnTo>
                    <a:lnTo>
                      <a:pt x="114" y="253"/>
                    </a:lnTo>
                    <a:lnTo>
                      <a:pt x="114" y="253"/>
                    </a:lnTo>
                    <a:lnTo>
                      <a:pt x="114" y="253"/>
                    </a:lnTo>
                    <a:lnTo>
                      <a:pt x="114" y="253"/>
                    </a:lnTo>
                    <a:lnTo>
                      <a:pt x="116" y="253"/>
                    </a:lnTo>
                    <a:lnTo>
                      <a:pt x="116" y="253"/>
                    </a:lnTo>
                    <a:lnTo>
                      <a:pt x="116" y="253"/>
                    </a:lnTo>
                    <a:lnTo>
                      <a:pt x="116" y="253"/>
                    </a:lnTo>
                    <a:lnTo>
                      <a:pt x="119" y="253"/>
                    </a:lnTo>
                    <a:lnTo>
                      <a:pt x="119" y="253"/>
                    </a:lnTo>
                    <a:lnTo>
                      <a:pt x="119" y="253"/>
                    </a:lnTo>
                    <a:lnTo>
                      <a:pt x="119" y="253"/>
                    </a:lnTo>
                    <a:lnTo>
                      <a:pt x="121" y="253"/>
                    </a:lnTo>
                    <a:lnTo>
                      <a:pt x="121" y="253"/>
                    </a:lnTo>
                    <a:lnTo>
                      <a:pt x="121" y="253"/>
                    </a:lnTo>
                    <a:lnTo>
                      <a:pt x="124" y="253"/>
                    </a:lnTo>
                    <a:lnTo>
                      <a:pt x="124" y="253"/>
                    </a:lnTo>
                    <a:lnTo>
                      <a:pt x="124" y="253"/>
                    </a:lnTo>
                    <a:lnTo>
                      <a:pt x="126" y="253"/>
                    </a:lnTo>
                    <a:lnTo>
                      <a:pt x="126" y="256"/>
                    </a:lnTo>
                    <a:lnTo>
                      <a:pt x="126" y="256"/>
                    </a:lnTo>
                    <a:lnTo>
                      <a:pt x="126" y="256"/>
                    </a:lnTo>
                    <a:lnTo>
                      <a:pt x="128" y="256"/>
                    </a:lnTo>
                    <a:lnTo>
                      <a:pt x="128" y="256"/>
                    </a:lnTo>
                    <a:lnTo>
                      <a:pt x="128" y="256"/>
                    </a:lnTo>
                    <a:lnTo>
                      <a:pt x="131" y="256"/>
                    </a:lnTo>
                    <a:lnTo>
                      <a:pt x="131" y="256"/>
                    </a:lnTo>
                    <a:lnTo>
                      <a:pt x="133" y="256"/>
                    </a:lnTo>
                    <a:lnTo>
                      <a:pt x="133" y="253"/>
                    </a:lnTo>
                    <a:lnTo>
                      <a:pt x="131" y="253"/>
                    </a:lnTo>
                    <a:lnTo>
                      <a:pt x="131" y="253"/>
                    </a:lnTo>
                    <a:lnTo>
                      <a:pt x="131" y="253"/>
                    </a:lnTo>
                    <a:lnTo>
                      <a:pt x="128" y="253"/>
                    </a:lnTo>
                    <a:lnTo>
                      <a:pt x="128" y="253"/>
                    </a:lnTo>
                    <a:lnTo>
                      <a:pt x="131" y="253"/>
                    </a:lnTo>
                    <a:lnTo>
                      <a:pt x="131" y="253"/>
                    </a:lnTo>
                    <a:lnTo>
                      <a:pt x="131" y="251"/>
                    </a:lnTo>
                    <a:lnTo>
                      <a:pt x="131" y="251"/>
                    </a:lnTo>
                    <a:lnTo>
                      <a:pt x="133" y="251"/>
                    </a:lnTo>
                    <a:lnTo>
                      <a:pt x="133" y="251"/>
                    </a:lnTo>
                    <a:lnTo>
                      <a:pt x="133" y="251"/>
                    </a:lnTo>
                    <a:lnTo>
                      <a:pt x="135" y="251"/>
                    </a:lnTo>
                    <a:lnTo>
                      <a:pt x="135" y="249"/>
                    </a:lnTo>
                    <a:lnTo>
                      <a:pt x="135" y="249"/>
                    </a:lnTo>
                    <a:lnTo>
                      <a:pt x="135" y="246"/>
                    </a:lnTo>
                    <a:lnTo>
                      <a:pt x="135" y="246"/>
                    </a:lnTo>
                    <a:lnTo>
                      <a:pt x="135" y="246"/>
                    </a:lnTo>
                    <a:lnTo>
                      <a:pt x="135" y="244"/>
                    </a:lnTo>
                    <a:lnTo>
                      <a:pt x="135" y="244"/>
                    </a:lnTo>
                    <a:lnTo>
                      <a:pt x="135" y="244"/>
                    </a:lnTo>
                    <a:lnTo>
                      <a:pt x="135" y="244"/>
                    </a:lnTo>
                    <a:lnTo>
                      <a:pt x="135" y="242"/>
                    </a:lnTo>
                    <a:lnTo>
                      <a:pt x="138" y="242"/>
                    </a:lnTo>
                    <a:lnTo>
                      <a:pt x="138" y="242"/>
                    </a:lnTo>
                    <a:lnTo>
                      <a:pt x="138" y="242"/>
                    </a:lnTo>
                    <a:lnTo>
                      <a:pt x="138" y="239"/>
                    </a:lnTo>
                    <a:lnTo>
                      <a:pt x="138" y="239"/>
                    </a:lnTo>
                    <a:lnTo>
                      <a:pt x="138" y="239"/>
                    </a:lnTo>
                    <a:lnTo>
                      <a:pt x="135" y="239"/>
                    </a:lnTo>
                    <a:lnTo>
                      <a:pt x="135" y="239"/>
                    </a:lnTo>
                    <a:lnTo>
                      <a:pt x="135" y="237"/>
                    </a:lnTo>
                    <a:lnTo>
                      <a:pt x="135" y="237"/>
                    </a:lnTo>
                    <a:lnTo>
                      <a:pt x="135" y="237"/>
                    </a:lnTo>
                    <a:lnTo>
                      <a:pt x="135" y="234"/>
                    </a:lnTo>
                    <a:lnTo>
                      <a:pt x="135" y="234"/>
                    </a:lnTo>
                    <a:lnTo>
                      <a:pt x="138" y="234"/>
                    </a:lnTo>
                    <a:lnTo>
                      <a:pt x="138" y="234"/>
                    </a:lnTo>
                    <a:lnTo>
                      <a:pt x="138" y="234"/>
                    </a:lnTo>
                    <a:lnTo>
                      <a:pt x="140" y="234"/>
                    </a:lnTo>
                    <a:lnTo>
                      <a:pt x="140" y="232"/>
                    </a:lnTo>
                    <a:lnTo>
                      <a:pt x="140" y="232"/>
                    </a:lnTo>
                    <a:lnTo>
                      <a:pt x="140" y="230"/>
                    </a:lnTo>
                    <a:lnTo>
                      <a:pt x="140" y="230"/>
                    </a:lnTo>
                    <a:lnTo>
                      <a:pt x="140" y="227"/>
                    </a:lnTo>
                    <a:lnTo>
                      <a:pt x="140" y="227"/>
                    </a:lnTo>
                    <a:lnTo>
                      <a:pt x="140" y="227"/>
                    </a:lnTo>
                    <a:lnTo>
                      <a:pt x="140" y="225"/>
                    </a:lnTo>
                    <a:lnTo>
                      <a:pt x="140" y="225"/>
                    </a:lnTo>
                    <a:lnTo>
                      <a:pt x="140" y="225"/>
                    </a:lnTo>
                    <a:lnTo>
                      <a:pt x="138" y="225"/>
                    </a:lnTo>
                    <a:lnTo>
                      <a:pt x="138" y="225"/>
                    </a:lnTo>
                    <a:lnTo>
                      <a:pt x="138" y="223"/>
                    </a:lnTo>
                    <a:lnTo>
                      <a:pt x="140" y="223"/>
                    </a:lnTo>
                    <a:lnTo>
                      <a:pt x="140" y="223"/>
                    </a:lnTo>
                    <a:lnTo>
                      <a:pt x="138" y="223"/>
                    </a:lnTo>
                    <a:lnTo>
                      <a:pt x="138" y="220"/>
                    </a:lnTo>
                    <a:lnTo>
                      <a:pt x="138" y="220"/>
                    </a:lnTo>
                    <a:lnTo>
                      <a:pt x="135" y="220"/>
                    </a:lnTo>
                    <a:lnTo>
                      <a:pt x="135" y="223"/>
                    </a:lnTo>
                    <a:lnTo>
                      <a:pt x="135" y="223"/>
                    </a:lnTo>
                    <a:lnTo>
                      <a:pt x="135" y="223"/>
                    </a:lnTo>
                    <a:lnTo>
                      <a:pt x="135" y="220"/>
                    </a:lnTo>
                    <a:lnTo>
                      <a:pt x="133" y="220"/>
                    </a:lnTo>
                    <a:lnTo>
                      <a:pt x="133" y="220"/>
                    </a:lnTo>
                    <a:lnTo>
                      <a:pt x="133" y="220"/>
                    </a:lnTo>
                    <a:lnTo>
                      <a:pt x="133" y="218"/>
                    </a:lnTo>
                    <a:lnTo>
                      <a:pt x="133" y="218"/>
                    </a:lnTo>
                    <a:lnTo>
                      <a:pt x="133" y="220"/>
                    </a:lnTo>
                    <a:lnTo>
                      <a:pt x="131" y="220"/>
                    </a:lnTo>
                    <a:lnTo>
                      <a:pt x="131" y="220"/>
                    </a:lnTo>
                    <a:lnTo>
                      <a:pt x="131" y="218"/>
                    </a:lnTo>
                    <a:lnTo>
                      <a:pt x="131" y="218"/>
                    </a:lnTo>
                    <a:lnTo>
                      <a:pt x="128" y="218"/>
                    </a:lnTo>
                    <a:lnTo>
                      <a:pt x="128" y="218"/>
                    </a:lnTo>
                    <a:lnTo>
                      <a:pt x="128" y="218"/>
                    </a:lnTo>
                    <a:lnTo>
                      <a:pt x="128" y="218"/>
                    </a:lnTo>
                    <a:lnTo>
                      <a:pt x="128" y="220"/>
                    </a:lnTo>
                    <a:lnTo>
                      <a:pt x="126" y="220"/>
                    </a:lnTo>
                    <a:lnTo>
                      <a:pt x="126" y="220"/>
                    </a:lnTo>
                    <a:lnTo>
                      <a:pt x="126" y="220"/>
                    </a:lnTo>
                    <a:lnTo>
                      <a:pt x="126" y="220"/>
                    </a:lnTo>
                    <a:lnTo>
                      <a:pt x="124" y="220"/>
                    </a:lnTo>
                    <a:lnTo>
                      <a:pt x="124" y="220"/>
                    </a:lnTo>
                    <a:lnTo>
                      <a:pt x="124" y="220"/>
                    </a:lnTo>
                    <a:lnTo>
                      <a:pt x="121" y="220"/>
                    </a:lnTo>
                    <a:lnTo>
                      <a:pt x="121" y="220"/>
                    </a:lnTo>
                    <a:lnTo>
                      <a:pt x="121" y="220"/>
                    </a:lnTo>
                    <a:lnTo>
                      <a:pt x="121" y="218"/>
                    </a:lnTo>
                    <a:lnTo>
                      <a:pt x="119" y="218"/>
                    </a:lnTo>
                    <a:lnTo>
                      <a:pt x="119" y="218"/>
                    </a:lnTo>
                    <a:lnTo>
                      <a:pt x="116" y="218"/>
                    </a:lnTo>
                    <a:lnTo>
                      <a:pt x="116" y="218"/>
                    </a:lnTo>
                    <a:lnTo>
                      <a:pt x="116" y="218"/>
                    </a:lnTo>
                    <a:lnTo>
                      <a:pt x="116" y="218"/>
                    </a:lnTo>
                    <a:lnTo>
                      <a:pt x="114" y="218"/>
                    </a:lnTo>
                    <a:lnTo>
                      <a:pt x="114" y="218"/>
                    </a:lnTo>
                    <a:lnTo>
                      <a:pt x="114" y="220"/>
                    </a:lnTo>
                    <a:lnTo>
                      <a:pt x="114" y="220"/>
                    </a:lnTo>
                    <a:lnTo>
                      <a:pt x="114" y="220"/>
                    </a:lnTo>
                    <a:lnTo>
                      <a:pt x="114" y="220"/>
                    </a:lnTo>
                    <a:lnTo>
                      <a:pt x="114" y="220"/>
                    </a:lnTo>
                    <a:lnTo>
                      <a:pt x="114" y="218"/>
                    </a:lnTo>
                    <a:lnTo>
                      <a:pt x="112" y="218"/>
                    </a:lnTo>
                    <a:lnTo>
                      <a:pt x="112" y="218"/>
                    </a:lnTo>
                    <a:lnTo>
                      <a:pt x="112" y="218"/>
                    </a:lnTo>
                    <a:lnTo>
                      <a:pt x="109" y="218"/>
                    </a:lnTo>
                    <a:lnTo>
                      <a:pt x="109" y="218"/>
                    </a:lnTo>
                    <a:lnTo>
                      <a:pt x="109" y="215"/>
                    </a:lnTo>
                    <a:lnTo>
                      <a:pt x="109" y="215"/>
                    </a:lnTo>
                    <a:lnTo>
                      <a:pt x="109" y="215"/>
                    </a:lnTo>
                    <a:lnTo>
                      <a:pt x="109" y="215"/>
                    </a:lnTo>
                    <a:lnTo>
                      <a:pt x="107" y="215"/>
                    </a:lnTo>
                    <a:lnTo>
                      <a:pt x="107" y="215"/>
                    </a:lnTo>
                    <a:lnTo>
                      <a:pt x="107" y="213"/>
                    </a:lnTo>
                    <a:lnTo>
                      <a:pt x="107" y="213"/>
                    </a:lnTo>
                    <a:lnTo>
                      <a:pt x="105" y="213"/>
                    </a:lnTo>
                    <a:lnTo>
                      <a:pt x="105" y="213"/>
                    </a:lnTo>
                    <a:lnTo>
                      <a:pt x="102" y="213"/>
                    </a:lnTo>
                    <a:lnTo>
                      <a:pt x="102" y="213"/>
                    </a:lnTo>
                    <a:lnTo>
                      <a:pt x="102" y="215"/>
                    </a:lnTo>
                    <a:lnTo>
                      <a:pt x="102" y="215"/>
                    </a:lnTo>
                    <a:lnTo>
                      <a:pt x="100" y="215"/>
                    </a:lnTo>
                    <a:lnTo>
                      <a:pt x="100" y="215"/>
                    </a:lnTo>
                    <a:lnTo>
                      <a:pt x="100" y="215"/>
                    </a:lnTo>
                    <a:lnTo>
                      <a:pt x="100" y="215"/>
                    </a:lnTo>
                    <a:lnTo>
                      <a:pt x="97" y="215"/>
                    </a:lnTo>
                    <a:lnTo>
                      <a:pt x="97" y="215"/>
                    </a:lnTo>
                    <a:lnTo>
                      <a:pt x="97" y="218"/>
                    </a:lnTo>
                    <a:lnTo>
                      <a:pt x="97" y="218"/>
                    </a:lnTo>
                    <a:lnTo>
                      <a:pt x="95" y="218"/>
                    </a:lnTo>
                    <a:lnTo>
                      <a:pt x="95" y="215"/>
                    </a:lnTo>
                    <a:lnTo>
                      <a:pt x="95" y="215"/>
                    </a:lnTo>
                    <a:lnTo>
                      <a:pt x="95" y="215"/>
                    </a:lnTo>
                    <a:lnTo>
                      <a:pt x="95" y="215"/>
                    </a:lnTo>
                    <a:lnTo>
                      <a:pt x="93" y="215"/>
                    </a:lnTo>
                    <a:lnTo>
                      <a:pt x="93" y="215"/>
                    </a:lnTo>
                    <a:lnTo>
                      <a:pt x="93" y="218"/>
                    </a:lnTo>
                    <a:lnTo>
                      <a:pt x="93" y="218"/>
                    </a:lnTo>
                    <a:lnTo>
                      <a:pt x="93" y="218"/>
                    </a:lnTo>
                    <a:lnTo>
                      <a:pt x="90" y="218"/>
                    </a:lnTo>
                    <a:lnTo>
                      <a:pt x="90" y="218"/>
                    </a:lnTo>
                    <a:lnTo>
                      <a:pt x="90" y="218"/>
                    </a:lnTo>
                    <a:lnTo>
                      <a:pt x="90" y="220"/>
                    </a:lnTo>
                    <a:lnTo>
                      <a:pt x="88" y="220"/>
                    </a:lnTo>
                    <a:lnTo>
                      <a:pt x="88" y="220"/>
                    </a:lnTo>
                    <a:lnTo>
                      <a:pt x="88" y="220"/>
                    </a:lnTo>
                    <a:lnTo>
                      <a:pt x="86" y="220"/>
                    </a:lnTo>
                    <a:lnTo>
                      <a:pt x="86" y="218"/>
                    </a:lnTo>
                    <a:lnTo>
                      <a:pt x="86" y="218"/>
                    </a:lnTo>
                    <a:lnTo>
                      <a:pt x="86" y="220"/>
                    </a:lnTo>
                    <a:lnTo>
                      <a:pt x="83" y="220"/>
                    </a:lnTo>
                    <a:lnTo>
                      <a:pt x="83" y="220"/>
                    </a:lnTo>
                    <a:lnTo>
                      <a:pt x="83" y="220"/>
                    </a:lnTo>
                    <a:lnTo>
                      <a:pt x="83" y="220"/>
                    </a:lnTo>
                    <a:lnTo>
                      <a:pt x="83" y="223"/>
                    </a:lnTo>
                    <a:lnTo>
                      <a:pt x="81" y="223"/>
                    </a:lnTo>
                    <a:lnTo>
                      <a:pt x="81" y="223"/>
                    </a:lnTo>
                    <a:lnTo>
                      <a:pt x="81" y="220"/>
                    </a:lnTo>
                    <a:lnTo>
                      <a:pt x="81" y="220"/>
                    </a:lnTo>
                    <a:lnTo>
                      <a:pt x="81" y="223"/>
                    </a:lnTo>
                    <a:lnTo>
                      <a:pt x="79" y="223"/>
                    </a:lnTo>
                    <a:lnTo>
                      <a:pt x="79" y="223"/>
                    </a:lnTo>
                    <a:lnTo>
                      <a:pt x="79" y="223"/>
                    </a:lnTo>
                    <a:lnTo>
                      <a:pt x="79" y="225"/>
                    </a:lnTo>
                    <a:lnTo>
                      <a:pt x="76" y="225"/>
                    </a:lnTo>
                    <a:lnTo>
                      <a:pt x="76" y="225"/>
                    </a:lnTo>
                    <a:lnTo>
                      <a:pt x="76" y="225"/>
                    </a:lnTo>
                    <a:lnTo>
                      <a:pt x="76" y="225"/>
                    </a:lnTo>
                    <a:lnTo>
                      <a:pt x="76" y="225"/>
                    </a:lnTo>
                    <a:lnTo>
                      <a:pt x="76" y="225"/>
                    </a:lnTo>
                    <a:lnTo>
                      <a:pt x="74" y="225"/>
                    </a:lnTo>
                    <a:lnTo>
                      <a:pt x="74" y="225"/>
                    </a:lnTo>
                    <a:lnTo>
                      <a:pt x="74" y="227"/>
                    </a:lnTo>
                    <a:lnTo>
                      <a:pt x="74" y="227"/>
                    </a:lnTo>
                    <a:lnTo>
                      <a:pt x="74" y="227"/>
                    </a:lnTo>
                    <a:lnTo>
                      <a:pt x="74" y="227"/>
                    </a:lnTo>
                    <a:lnTo>
                      <a:pt x="74" y="230"/>
                    </a:lnTo>
                    <a:lnTo>
                      <a:pt x="74" y="230"/>
                    </a:lnTo>
                    <a:lnTo>
                      <a:pt x="74" y="230"/>
                    </a:lnTo>
                    <a:lnTo>
                      <a:pt x="74" y="232"/>
                    </a:lnTo>
                    <a:lnTo>
                      <a:pt x="74" y="232"/>
                    </a:lnTo>
                    <a:lnTo>
                      <a:pt x="74" y="234"/>
                    </a:lnTo>
                    <a:lnTo>
                      <a:pt x="74" y="234"/>
                    </a:lnTo>
                    <a:lnTo>
                      <a:pt x="74" y="234"/>
                    </a:lnTo>
                    <a:lnTo>
                      <a:pt x="71" y="234"/>
                    </a:lnTo>
                    <a:lnTo>
                      <a:pt x="71" y="234"/>
                    </a:lnTo>
                    <a:lnTo>
                      <a:pt x="71" y="234"/>
                    </a:lnTo>
                    <a:lnTo>
                      <a:pt x="69" y="234"/>
                    </a:lnTo>
                    <a:lnTo>
                      <a:pt x="69" y="234"/>
                    </a:lnTo>
                    <a:lnTo>
                      <a:pt x="69" y="232"/>
                    </a:lnTo>
                    <a:lnTo>
                      <a:pt x="69" y="232"/>
                    </a:lnTo>
                    <a:lnTo>
                      <a:pt x="67" y="232"/>
                    </a:lnTo>
                    <a:lnTo>
                      <a:pt x="67" y="234"/>
                    </a:lnTo>
                    <a:lnTo>
                      <a:pt x="67" y="234"/>
                    </a:lnTo>
                    <a:lnTo>
                      <a:pt x="67" y="234"/>
                    </a:lnTo>
                    <a:lnTo>
                      <a:pt x="64" y="234"/>
                    </a:lnTo>
                    <a:lnTo>
                      <a:pt x="64" y="232"/>
                    </a:lnTo>
                    <a:lnTo>
                      <a:pt x="64" y="232"/>
                    </a:lnTo>
                    <a:lnTo>
                      <a:pt x="62" y="232"/>
                    </a:lnTo>
                    <a:lnTo>
                      <a:pt x="62" y="232"/>
                    </a:lnTo>
                    <a:lnTo>
                      <a:pt x="62" y="232"/>
                    </a:lnTo>
                    <a:lnTo>
                      <a:pt x="62" y="232"/>
                    </a:lnTo>
                    <a:lnTo>
                      <a:pt x="60" y="232"/>
                    </a:lnTo>
                    <a:lnTo>
                      <a:pt x="60" y="232"/>
                    </a:lnTo>
                    <a:lnTo>
                      <a:pt x="60" y="230"/>
                    </a:lnTo>
                    <a:lnTo>
                      <a:pt x="60" y="230"/>
                    </a:lnTo>
                    <a:lnTo>
                      <a:pt x="60" y="230"/>
                    </a:lnTo>
                    <a:lnTo>
                      <a:pt x="57" y="230"/>
                    </a:lnTo>
                    <a:lnTo>
                      <a:pt x="57" y="230"/>
                    </a:lnTo>
                    <a:lnTo>
                      <a:pt x="55" y="230"/>
                    </a:lnTo>
                    <a:lnTo>
                      <a:pt x="55" y="227"/>
                    </a:lnTo>
                    <a:lnTo>
                      <a:pt x="55" y="227"/>
                    </a:lnTo>
                    <a:lnTo>
                      <a:pt x="55" y="227"/>
                    </a:lnTo>
                    <a:lnTo>
                      <a:pt x="55" y="227"/>
                    </a:lnTo>
                    <a:lnTo>
                      <a:pt x="53" y="227"/>
                    </a:lnTo>
                    <a:lnTo>
                      <a:pt x="53" y="227"/>
                    </a:lnTo>
                    <a:lnTo>
                      <a:pt x="53" y="227"/>
                    </a:lnTo>
                    <a:lnTo>
                      <a:pt x="53" y="225"/>
                    </a:lnTo>
                    <a:lnTo>
                      <a:pt x="50" y="225"/>
                    </a:lnTo>
                    <a:lnTo>
                      <a:pt x="50" y="225"/>
                    </a:lnTo>
                    <a:lnTo>
                      <a:pt x="50" y="225"/>
                    </a:lnTo>
                    <a:lnTo>
                      <a:pt x="48" y="225"/>
                    </a:lnTo>
                    <a:lnTo>
                      <a:pt x="48" y="225"/>
                    </a:lnTo>
                    <a:lnTo>
                      <a:pt x="48" y="225"/>
                    </a:lnTo>
                    <a:lnTo>
                      <a:pt x="48" y="225"/>
                    </a:lnTo>
                    <a:lnTo>
                      <a:pt x="45" y="225"/>
                    </a:lnTo>
                    <a:lnTo>
                      <a:pt x="45" y="223"/>
                    </a:lnTo>
                    <a:lnTo>
                      <a:pt x="45" y="223"/>
                    </a:lnTo>
                    <a:lnTo>
                      <a:pt x="45" y="223"/>
                    </a:lnTo>
                    <a:lnTo>
                      <a:pt x="43" y="223"/>
                    </a:lnTo>
                    <a:lnTo>
                      <a:pt x="43" y="220"/>
                    </a:lnTo>
                    <a:lnTo>
                      <a:pt x="43" y="220"/>
                    </a:lnTo>
                    <a:lnTo>
                      <a:pt x="45" y="220"/>
                    </a:lnTo>
                    <a:lnTo>
                      <a:pt x="45" y="220"/>
                    </a:lnTo>
                    <a:lnTo>
                      <a:pt x="45" y="218"/>
                    </a:lnTo>
                    <a:lnTo>
                      <a:pt x="48" y="218"/>
                    </a:lnTo>
                    <a:lnTo>
                      <a:pt x="48" y="218"/>
                    </a:lnTo>
                    <a:lnTo>
                      <a:pt x="48" y="220"/>
                    </a:lnTo>
                    <a:lnTo>
                      <a:pt x="48" y="220"/>
                    </a:lnTo>
                    <a:lnTo>
                      <a:pt x="48" y="220"/>
                    </a:lnTo>
                    <a:lnTo>
                      <a:pt x="50" y="220"/>
                    </a:lnTo>
                    <a:lnTo>
                      <a:pt x="50" y="223"/>
                    </a:lnTo>
                    <a:lnTo>
                      <a:pt x="50" y="223"/>
                    </a:lnTo>
                    <a:lnTo>
                      <a:pt x="53" y="223"/>
                    </a:lnTo>
                    <a:lnTo>
                      <a:pt x="53" y="223"/>
                    </a:lnTo>
                    <a:lnTo>
                      <a:pt x="53" y="220"/>
                    </a:lnTo>
                    <a:lnTo>
                      <a:pt x="53" y="220"/>
                    </a:lnTo>
                    <a:lnTo>
                      <a:pt x="55" y="220"/>
                    </a:lnTo>
                    <a:lnTo>
                      <a:pt x="55" y="220"/>
                    </a:lnTo>
                    <a:lnTo>
                      <a:pt x="55" y="220"/>
                    </a:lnTo>
                    <a:lnTo>
                      <a:pt x="55" y="218"/>
                    </a:lnTo>
                    <a:lnTo>
                      <a:pt x="55" y="218"/>
                    </a:lnTo>
                    <a:lnTo>
                      <a:pt x="55" y="218"/>
                    </a:lnTo>
                    <a:lnTo>
                      <a:pt x="55" y="215"/>
                    </a:lnTo>
                    <a:lnTo>
                      <a:pt x="53" y="215"/>
                    </a:lnTo>
                    <a:lnTo>
                      <a:pt x="53" y="215"/>
                    </a:lnTo>
                    <a:lnTo>
                      <a:pt x="53" y="215"/>
                    </a:lnTo>
                    <a:lnTo>
                      <a:pt x="53" y="215"/>
                    </a:lnTo>
                    <a:lnTo>
                      <a:pt x="53" y="215"/>
                    </a:lnTo>
                    <a:lnTo>
                      <a:pt x="53" y="213"/>
                    </a:lnTo>
                    <a:lnTo>
                      <a:pt x="50" y="213"/>
                    </a:lnTo>
                    <a:lnTo>
                      <a:pt x="50" y="213"/>
                    </a:lnTo>
                    <a:lnTo>
                      <a:pt x="50" y="213"/>
                    </a:lnTo>
                    <a:lnTo>
                      <a:pt x="50" y="211"/>
                    </a:lnTo>
                    <a:lnTo>
                      <a:pt x="48" y="211"/>
                    </a:lnTo>
                    <a:lnTo>
                      <a:pt x="48" y="211"/>
                    </a:lnTo>
                    <a:lnTo>
                      <a:pt x="48" y="208"/>
                    </a:lnTo>
                    <a:lnTo>
                      <a:pt x="48" y="208"/>
                    </a:lnTo>
                    <a:lnTo>
                      <a:pt x="48" y="208"/>
                    </a:lnTo>
                    <a:lnTo>
                      <a:pt x="48" y="206"/>
                    </a:lnTo>
                    <a:lnTo>
                      <a:pt x="48" y="206"/>
                    </a:lnTo>
                    <a:lnTo>
                      <a:pt x="48" y="206"/>
                    </a:lnTo>
                    <a:lnTo>
                      <a:pt x="48" y="204"/>
                    </a:lnTo>
                    <a:lnTo>
                      <a:pt x="48" y="204"/>
                    </a:lnTo>
                    <a:lnTo>
                      <a:pt x="48" y="204"/>
                    </a:lnTo>
                    <a:lnTo>
                      <a:pt x="45" y="204"/>
                    </a:lnTo>
                    <a:lnTo>
                      <a:pt x="45" y="204"/>
                    </a:lnTo>
                    <a:lnTo>
                      <a:pt x="43" y="204"/>
                    </a:lnTo>
                    <a:lnTo>
                      <a:pt x="43" y="204"/>
                    </a:lnTo>
                    <a:lnTo>
                      <a:pt x="43" y="204"/>
                    </a:lnTo>
                    <a:lnTo>
                      <a:pt x="41" y="204"/>
                    </a:lnTo>
                    <a:lnTo>
                      <a:pt x="41" y="201"/>
                    </a:lnTo>
                    <a:lnTo>
                      <a:pt x="41" y="201"/>
                    </a:lnTo>
                    <a:lnTo>
                      <a:pt x="41" y="201"/>
                    </a:lnTo>
                    <a:lnTo>
                      <a:pt x="41" y="201"/>
                    </a:lnTo>
                    <a:lnTo>
                      <a:pt x="41" y="199"/>
                    </a:lnTo>
                    <a:lnTo>
                      <a:pt x="38" y="199"/>
                    </a:lnTo>
                    <a:lnTo>
                      <a:pt x="38" y="199"/>
                    </a:lnTo>
                    <a:lnTo>
                      <a:pt x="38" y="197"/>
                    </a:lnTo>
                    <a:lnTo>
                      <a:pt x="38" y="197"/>
                    </a:lnTo>
                    <a:lnTo>
                      <a:pt x="38" y="197"/>
                    </a:lnTo>
                    <a:lnTo>
                      <a:pt x="36" y="197"/>
                    </a:lnTo>
                    <a:lnTo>
                      <a:pt x="36" y="194"/>
                    </a:lnTo>
                    <a:lnTo>
                      <a:pt x="36" y="194"/>
                    </a:lnTo>
                    <a:lnTo>
                      <a:pt x="36" y="194"/>
                    </a:lnTo>
                    <a:lnTo>
                      <a:pt x="36" y="194"/>
                    </a:lnTo>
                    <a:lnTo>
                      <a:pt x="34" y="194"/>
                    </a:lnTo>
                    <a:lnTo>
                      <a:pt x="34" y="194"/>
                    </a:lnTo>
                    <a:lnTo>
                      <a:pt x="34" y="194"/>
                    </a:lnTo>
                    <a:lnTo>
                      <a:pt x="31" y="194"/>
                    </a:lnTo>
                    <a:lnTo>
                      <a:pt x="31" y="194"/>
                    </a:lnTo>
                    <a:lnTo>
                      <a:pt x="29" y="194"/>
                    </a:lnTo>
                    <a:lnTo>
                      <a:pt x="29" y="194"/>
                    </a:lnTo>
                    <a:lnTo>
                      <a:pt x="29" y="194"/>
                    </a:lnTo>
                    <a:lnTo>
                      <a:pt x="26" y="194"/>
                    </a:lnTo>
                    <a:lnTo>
                      <a:pt x="26" y="194"/>
                    </a:lnTo>
                    <a:lnTo>
                      <a:pt x="26" y="194"/>
                    </a:lnTo>
                    <a:lnTo>
                      <a:pt x="24" y="194"/>
                    </a:lnTo>
                    <a:lnTo>
                      <a:pt x="24" y="194"/>
                    </a:lnTo>
                    <a:lnTo>
                      <a:pt x="24" y="194"/>
                    </a:lnTo>
                    <a:lnTo>
                      <a:pt x="22" y="194"/>
                    </a:lnTo>
                    <a:lnTo>
                      <a:pt x="22" y="194"/>
                    </a:lnTo>
                    <a:lnTo>
                      <a:pt x="22" y="194"/>
                    </a:lnTo>
                    <a:lnTo>
                      <a:pt x="22" y="194"/>
                    </a:lnTo>
                    <a:lnTo>
                      <a:pt x="22" y="194"/>
                    </a:lnTo>
                    <a:lnTo>
                      <a:pt x="19" y="194"/>
                    </a:lnTo>
                    <a:lnTo>
                      <a:pt x="19" y="197"/>
                    </a:lnTo>
                    <a:lnTo>
                      <a:pt x="19" y="197"/>
                    </a:lnTo>
                    <a:lnTo>
                      <a:pt x="19" y="194"/>
                    </a:lnTo>
                    <a:lnTo>
                      <a:pt x="19" y="194"/>
                    </a:lnTo>
                    <a:lnTo>
                      <a:pt x="17" y="194"/>
                    </a:lnTo>
                    <a:lnTo>
                      <a:pt x="17" y="194"/>
                    </a:lnTo>
                    <a:lnTo>
                      <a:pt x="17" y="194"/>
                    </a:lnTo>
                    <a:lnTo>
                      <a:pt x="15" y="194"/>
                    </a:lnTo>
                    <a:lnTo>
                      <a:pt x="15" y="194"/>
                    </a:lnTo>
                    <a:lnTo>
                      <a:pt x="15" y="194"/>
                    </a:lnTo>
                    <a:lnTo>
                      <a:pt x="15" y="192"/>
                    </a:lnTo>
                    <a:lnTo>
                      <a:pt x="15" y="192"/>
                    </a:lnTo>
                    <a:lnTo>
                      <a:pt x="15" y="192"/>
                    </a:lnTo>
                    <a:lnTo>
                      <a:pt x="15" y="192"/>
                    </a:lnTo>
                    <a:lnTo>
                      <a:pt x="15" y="189"/>
                    </a:lnTo>
                    <a:lnTo>
                      <a:pt x="15" y="189"/>
                    </a:lnTo>
                    <a:lnTo>
                      <a:pt x="15" y="189"/>
                    </a:lnTo>
                    <a:lnTo>
                      <a:pt x="12" y="189"/>
                    </a:lnTo>
                    <a:lnTo>
                      <a:pt x="12" y="187"/>
                    </a:lnTo>
                    <a:lnTo>
                      <a:pt x="15" y="187"/>
                    </a:lnTo>
                    <a:lnTo>
                      <a:pt x="15" y="187"/>
                    </a:lnTo>
                    <a:lnTo>
                      <a:pt x="15" y="187"/>
                    </a:lnTo>
                    <a:lnTo>
                      <a:pt x="15" y="187"/>
                    </a:lnTo>
                    <a:lnTo>
                      <a:pt x="15" y="185"/>
                    </a:lnTo>
                    <a:lnTo>
                      <a:pt x="15" y="185"/>
                    </a:lnTo>
                    <a:lnTo>
                      <a:pt x="15" y="185"/>
                    </a:lnTo>
                    <a:lnTo>
                      <a:pt x="15" y="185"/>
                    </a:lnTo>
                    <a:lnTo>
                      <a:pt x="15" y="182"/>
                    </a:lnTo>
                    <a:lnTo>
                      <a:pt x="15" y="182"/>
                    </a:lnTo>
                    <a:lnTo>
                      <a:pt x="12" y="182"/>
                    </a:lnTo>
                    <a:lnTo>
                      <a:pt x="12" y="182"/>
                    </a:lnTo>
                    <a:lnTo>
                      <a:pt x="12" y="182"/>
                    </a:lnTo>
                    <a:lnTo>
                      <a:pt x="12" y="180"/>
                    </a:lnTo>
                    <a:lnTo>
                      <a:pt x="10" y="180"/>
                    </a:lnTo>
                    <a:lnTo>
                      <a:pt x="10" y="180"/>
                    </a:lnTo>
                    <a:lnTo>
                      <a:pt x="10" y="180"/>
                    </a:lnTo>
                    <a:lnTo>
                      <a:pt x="10" y="180"/>
                    </a:lnTo>
                    <a:lnTo>
                      <a:pt x="8" y="180"/>
                    </a:lnTo>
                    <a:lnTo>
                      <a:pt x="8" y="180"/>
                    </a:lnTo>
                    <a:lnTo>
                      <a:pt x="8" y="178"/>
                    </a:lnTo>
                    <a:lnTo>
                      <a:pt x="8" y="178"/>
                    </a:lnTo>
                    <a:lnTo>
                      <a:pt x="5" y="178"/>
                    </a:lnTo>
                    <a:lnTo>
                      <a:pt x="5" y="178"/>
                    </a:lnTo>
                    <a:lnTo>
                      <a:pt x="5" y="178"/>
                    </a:lnTo>
                    <a:lnTo>
                      <a:pt x="3" y="178"/>
                    </a:lnTo>
                    <a:lnTo>
                      <a:pt x="3" y="178"/>
                    </a:lnTo>
                    <a:lnTo>
                      <a:pt x="3" y="178"/>
                    </a:lnTo>
                    <a:lnTo>
                      <a:pt x="0" y="178"/>
                    </a:lnTo>
                    <a:lnTo>
                      <a:pt x="0" y="175"/>
                    </a:lnTo>
                    <a:lnTo>
                      <a:pt x="0" y="175"/>
                    </a:lnTo>
                    <a:lnTo>
                      <a:pt x="3" y="175"/>
                    </a:lnTo>
                    <a:lnTo>
                      <a:pt x="3" y="175"/>
                    </a:lnTo>
                    <a:lnTo>
                      <a:pt x="3" y="173"/>
                    </a:lnTo>
                    <a:lnTo>
                      <a:pt x="3" y="173"/>
                    </a:lnTo>
                    <a:lnTo>
                      <a:pt x="3" y="173"/>
                    </a:lnTo>
                    <a:lnTo>
                      <a:pt x="3" y="170"/>
                    </a:lnTo>
                    <a:lnTo>
                      <a:pt x="3" y="170"/>
                    </a:lnTo>
                    <a:lnTo>
                      <a:pt x="3" y="170"/>
                    </a:lnTo>
                    <a:lnTo>
                      <a:pt x="5" y="170"/>
                    </a:lnTo>
                    <a:lnTo>
                      <a:pt x="5" y="168"/>
                    </a:lnTo>
                    <a:lnTo>
                      <a:pt x="5" y="168"/>
                    </a:lnTo>
                    <a:lnTo>
                      <a:pt x="5" y="168"/>
                    </a:lnTo>
                    <a:lnTo>
                      <a:pt x="5" y="166"/>
                    </a:lnTo>
                    <a:lnTo>
                      <a:pt x="5" y="166"/>
                    </a:lnTo>
                    <a:lnTo>
                      <a:pt x="8" y="166"/>
                    </a:lnTo>
                    <a:lnTo>
                      <a:pt x="8" y="166"/>
                    </a:lnTo>
                    <a:lnTo>
                      <a:pt x="8" y="166"/>
                    </a:lnTo>
                    <a:lnTo>
                      <a:pt x="8" y="163"/>
                    </a:lnTo>
                    <a:lnTo>
                      <a:pt x="8" y="163"/>
                    </a:lnTo>
                    <a:lnTo>
                      <a:pt x="10" y="163"/>
                    </a:lnTo>
                    <a:lnTo>
                      <a:pt x="10" y="163"/>
                    </a:lnTo>
                    <a:lnTo>
                      <a:pt x="10" y="163"/>
                    </a:lnTo>
                    <a:lnTo>
                      <a:pt x="10" y="163"/>
                    </a:lnTo>
                    <a:lnTo>
                      <a:pt x="10" y="161"/>
                    </a:lnTo>
                    <a:lnTo>
                      <a:pt x="12" y="161"/>
                    </a:lnTo>
                    <a:lnTo>
                      <a:pt x="12" y="161"/>
                    </a:lnTo>
                    <a:lnTo>
                      <a:pt x="12" y="161"/>
                    </a:lnTo>
                    <a:lnTo>
                      <a:pt x="12" y="159"/>
                    </a:lnTo>
                    <a:lnTo>
                      <a:pt x="12" y="159"/>
                    </a:lnTo>
                    <a:lnTo>
                      <a:pt x="12" y="156"/>
                    </a:lnTo>
                    <a:lnTo>
                      <a:pt x="12" y="156"/>
                    </a:lnTo>
                    <a:lnTo>
                      <a:pt x="12" y="156"/>
                    </a:lnTo>
                    <a:lnTo>
                      <a:pt x="10" y="156"/>
                    </a:lnTo>
                    <a:lnTo>
                      <a:pt x="10" y="156"/>
                    </a:lnTo>
                    <a:lnTo>
                      <a:pt x="10" y="156"/>
                    </a:lnTo>
                    <a:lnTo>
                      <a:pt x="10" y="156"/>
                    </a:lnTo>
                    <a:lnTo>
                      <a:pt x="8" y="156"/>
                    </a:lnTo>
                    <a:lnTo>
                      <a:pt x="8" y="154"/>
                    </a:lnTo>
                    <a:lnTo>
                      <a:pt x="8" y="154"/>
                    </a:lnTo>
                    <a:lnTo>
                      <a:pt x="8" y="154"/>
                    </a:lnTo>
                    <a:lnTo>
                      <a:pt x="8" y="152"/>
                    </a:lnTo>
                    <a:lnTo>
                      <a:pt x="8" y="152"/>
                    </a:lnTo>
                    <a:lnTo>
                      <a:pt x="8" y="149"/>
                    </a:lnTo>
                    <a:lnTo>
                      <a:pt x="8" y="149"/>
                    </a:lnTo>
                    <a:lnTo>
                      <a:pt x="8" y="149"/>
                    </a:lnTo>
                    <a:lnTo>
                      <a:pt x="8" y="147"/>
                    </a:lnTo>
                    <a:lnTo>
                      <a:pt x="10" y="147"/>
                    </a:lnTo>
                    <a:lnTo>
                      <a:pt x="10" y="147"/>
                    </a:lnTo>
                    <a:lnTo>
                      <a:pt x="10" y="144"/>
                    </a:lnTo>
                    <a:lnTo>
                      <a:pt x="10" y="144"/>
                    </a:lnTo>
                    <a:lnTo>
                      <a:pt x="10" y="144"/>
                    </a:lnTo>
                    <a:lnTo>
                      <a:pt x="10" y="142"/>
                    </a:lnTo>
                    <a:lnTo>
                      <a:pt x="10" y="142"/>
                    </a:lnTo>
                    <a:lnTo>
                      <a:pt x="10" y="142"/>
                    </a:lnTo>
                    <a:lnTo>
                      <a:pt x="10" y="140"/>
                    </a:lnTo>
                    <a:lnTo>
                      <a:pt x="10" y="140"/>
                    </a:lnTo>
                    <a:lnTo>
                      <a:pt x="12" y="140"/>
                    </a:lnTo>
                    <a:lnTo>
                      <a:pt x="12" y="140"/>
                    </a:lnTo>
                    <a:lnTo>
                      <a:pt x="15" y="140"/>
                    </a:lnTo>
                    <a:lnTo>
                      <a:pt x="15" y="140"/>
                    </a:lnTo>
                    <a:lnTo>
                      <a:pt x="15" y="140"/>
                    </a:lnTo>
                    <a:lnTo>
                      <a:pt x="15" y="140"/>
                    </a:lnTo>
                    <a:lnTo>
                      <a:pt x="15" y="137"/>
                    </a:lnTo>
                    <a:lnTo>
                      <a:pt x="17" y="137"/>
                    </a:lnTo>
                    <a:lnTo>
                      <a:pt x="17" y="137"/>
                    </a:lnTo>
                    <a:lnTo>
                      <a:pt x="17" y="137"/>
                    </a:lnTo>
                    <a:lnTo>
                      <a:pt x="19" y="137"/>
                    </a:lnTo>
                    <a:lnTo>
                      <a:pt x="19" y="135"/>
                    </a:lnTo>
                    <a:lnTo>
                      <a:pt x="19" y="135"/>
                    </a:lnTo>
                    <a:lnTo>
                      <a:pt x="19" y="135"/>
                    </a:lnTo>
                    <a:lnTo>
                      <a:pt x="19" y="135"/>
                    </a:lnTo>
                    <a:lnTo>
                      <a:pt x="19" y="133"/>
                    </a:lnTo>
                    <a:lnTo>
                      <a:pt x="19" y="133"/>
                    </a:lnTo>
                    <a:lnTo>
                      <a:pt x="19" y="133"/>
                    </a:lnTo>
                    <a:lnTo>
                      <a:pt x="19" y="130"/>
                    </a:lnTo>
                    <a:lnTo>
                      <a:pt x="19" y="130"/>
                    </a:lnTo>
                    <a:lnTo>
                      <a:pt x="19" y="128"/>
                    </a:lnTo>
                    <a:lnTo>
                      <a:pt x="19" y="128"/>
                    </a:lnTo>
                    <a:lnTo>
                      <a:pt x="19" y="128"/>
                    </a:lnTo>
                    <a:lnTo>
                      <a:pt x="22" y="128"/>
                    </a:lnTo>
                    <a:lnTo>
                      <a:pt x="22" y="128"/>
                    </a:lnTo>
                    <a:lnTo>
                      <a:pt x="22" y="125"/>
                    </a:lnTo>
                    <a:lnTo>
                      <a:pt x="22" y="125"/>
                    </a:lnTo>
                    <a:lnTo>
                      <a:pt x="22" y="125"/>
                    </a:lnTo>
                    <a:lnTo>
                      <a:pt x="22" y="125"/>
                    </a:lnTo>
                    <a:lnTo>
                      <a:pt x="24" y="125"/>
                    </a:lnTo>
                    <a:lnTo>
                      <a:pt x="24" y="125"/>
                    </a:lnTo>
                    <a:lnTo>
                      <a:pt x="26" y="125"/>
                    </a:lnTo>
                    <a:lnTo>
                      <a:pt x="26" y="125"/>
                    </a:lnTo>
                    <a:lnTo>
                      <a:pt x="26" y="125"/>
                    </a:lnTo>
                    <a:lnTo>
                      <a:pt x="26" y="125"/>
                    </a:lnTo>
                    <a:lnTo>
                      <a:pt x="26" y="128"/>
                    </a:lnTo>
                    <a:lnTo>
                      <a:pt x="29" y="128"/>
                    </a:lnTo>
                    <a:lnTo>
                      <a:pt x="29" y="128"/>
                    </a:lnTo>
                    <a:lnTo>
                      <a:pt x="29" y="128"/>
                    </a:lnTo>
                    <a:lnTo>
                      <a:pt x="29" y="128"/>
                    </a:lnTo>
                    <a:lnTo>
                      <a:pt x="29" y="130"/>
                    </a:lnTo>
                    <a:lnTo>
                      <a:pt x="31" y="130"/>
                    </a:lnTo>
                    <a:lnTo>
                      <a:pt x="31" y="130"/>
                    </a:lnTo>
                    <a:lnTo>
                      <a:pt x="31" y="130"/>
                    </a:lnTo>
                    <a:lnTo>
                      <a:pt x="31" y="133"/>
                    </a:lnTo>
                    <a:lnTo>
                      <a:pt x="34" y="133"/>
                    </a:lnTo>
                    <a:lnTo>
                      <a:pt x="34" y="133"/>
                    </a:lnTo>
                    <a:lnTo>
                      <a:pt x="34" y="133"/>
                    </a:lnTo>
                    <a:lnTo>
                      <a:pt x="34" y="135"/>
                    </a:lnTo>
                    <a:lnTo>
                      <a:pt x="34" y="135"/>
                    </a:lnTo>
                    <a:lnTo>
                      <a:pt x="36" y="135"/>
                    </a:lnTo>
                    <a:lnTo>
                      <a:pt x="36" y="135"/>
                    </a:lnTo>
                    <a:lnTo>
                      <a:pt x="36" y="135"/>
                    </a:lnTo>
                    <a:lnTo>
                      <a:pt x="36" y="135"/>
                    </a:lnTo>
                    <a:lnTo>
                      <a:pt x="36" y="137"/>
                    </a:lnTo>
                    <a:lnTo>
                      <a:pt x="36" y="137"/>
                    </a:lnTo>
                    <a:lnTo>
                      <a:pt x="36" y="137"/>
                    </a:lnTo>
                    <a:lnTo>
                      <a:pt x="38" y="137"/>
                    </a:lnTo>
                    <a:lnTo>
                      <a:pt x="38" y="140"/>
                    </a:lnTo>
                    <a:lnTo>
                      <a:pt x="38" y="140"/>
                    </a:lnTo>
                    <a:lnTo>
                      <a:pt x="38" y="140"/>
                    </a:lnTo>
                    <a:lnTo>
                      <a:pt x="41" y="140"/>
                    </a:lnTo>
                    <a:lnTo>
                      <a:pt x="41" y="140"/>
                    </a:lnTo>
                    <a:lnTo>
                      <a:pt x="41" y="142"/>
                    </a:lnTo>
                    <a:lnTo>
                      <a:pt x="41" y="142"/>
                    </a:lnTo>
                    <a:lnTo>
                      <a:pt x="43" y="142"/>
                    </a:lnTo>
                    <a:lnTo>
                      <a:pt x="43" y="142"/>
                    </a:lnTo>
                    <a:lnTo>
                      <a:pt x="43" y="142"/>
                    </a:lnTo>
                    <a:lnTo>
                      <a:pt x="43" y="140"/>
                    </a:lnTo>
                    <a:lnTo>
                      <a:pt x="45" y="140"/>
                    </a:lnTo>
                    <a:lnTo>
                      <a:pt x="45" y="140"/>
                    </a:lnTo>
                    <a:lnTo>
                      <a:pt x="48" y="140"/>
                    </a:lnTo>
                    <a:lnTo>
                      <a:pt x="48" y="140"/>
                    </a:lnTo>
                    <a:lnTo>
                      <a:pt x="48" y="140"/>
                    </a:lnTo>
                    <a:lnTo>
                      <a:pt x="48" y="140"/>
                    </a:lnTo>
                    <a:lnTo>
                      <a:pt x="50" y="140"/>
                    </a:lnTo>
                    <a:lnTo>
                      <a:pt x="50" y="137"/>
                    </a:lnTo>
                    <a:lnTo>
                      <a:pt x="50" y="137"/>
                    </a:lnTo>
                    <a:lnTo>
                      <a:pt x="53" y="137"/>
                    </a:lnTo>
                    <a:lnTo>
                      <a:pt x="53" y="137"/>
                    </a:lnTo>
                    <a:lnTo>
                      <a:pt x="53" y="137"/>
                    </a:lnTo>
                    <a:lnTo>
                      <a:pt x="53" y="135"/>
                    </a:lnTo>
                    <a:lnTo>
                      <a:pt x="53" y="135"/>
                    </a:lnTo>
                    <a:lnTo>
                      <a:pt x="53" y="135"/>
                    </a:lnTo>
                    <a:lnTo>
                      <a:pt x="50" y="135"/>
                    </a:lnTo>
                    <a:lnTo>
                      <a:pt x="50" y="135"/>
                    </a:lnTo>
                    <a:lnTo>
                      <a:pt x="50" y="135"/>
                    </a:lnTo>
                    <a:lnTo>
                      <a:pt x="50" y="133"/>
                    </a:lnTo>
                    <a:lnTo>
                      <a:pt x="50" y="133"/>
                    </a:lnTo>
                    <a:lnTo>
                      <a:pt x="50" y="133"/>
                    </a:lnTo>
                    <a:lnTo>
                      <a:pt x="50" y="133"/>
                    </a:lnTo>
                    <a:lnTo>
                      <a:pt x="50" y="130"/>
                    </a:lnTo>
                    <a:lnTo>
                      <a:pt x="48" y="130"/>
                    </a:lnTo>
                    <a:lnTo>
                      <a:pt x="48" y="130"/>
                    </a:lnTo>
                    <a:lnTo>
                      <a:pt x="48" y="128"/>
                    </a:lnTo>
                    <a:lnTo>
                      <a:pt x="48" y="128"/>
                    </a:lnTo>
                    <a:lnTo>
                      <a:pt x="48" y="128"/>
                    </a:lnTo>
                    <a:lnTo>
                      <a:pt x="48" y="125"/>
                    </a:lnTo>
                    <a:lnTo>
                      <a:pt x="48" y="125"/>
                    </a:lnTo>
                    <a:lnTo>
                      <a:pt x="48" y="125"/>
                    </a:lnTo>
                    <a:lnTo>
                      <a:pt x="48" y="125"/>
                    </a:lnTo>
                    <a:lnTo>
                      <a:pt x="48" y="123"/>
                    </a:lnTo>
                    <a:lnTo>
                      <a:pt x="48" y="123"/>
                    </a:lnTo>
                    <a:lnTo>
                      <a:pt x="48" y="121"/>
                    </a:lnTo>
                    <a:lnTo>
                      <a:pt x="45" y="121"/>
                    </a:lnTo>
                    <a:lnTo>
                      <a:pt x="45" y="121"/>
                    </a:lnTo>
                    <a:lnTo>
                      <a:pt x="48" y="121"/>
                    </a:lnTo>
                    <a:lnTo>
                      <a:pt x="48" y="121"/>
                    </a:lnTo>
                    <a:lnTo>
                      <a:pt x="48" y="121"/>
                    </a:lnTo>
                    <a:lnTo>
                      <a:pt x="48" y="121"/>
                    </a:lnTo>
                    <a:lnTo>
                      <a:pt x="50" y="121"/>
                    </a:lnTo>
                    <a:lnTo>
                      <a:pt x="50" y="121"/>
                    </a:lnTo>
                    <a:lnTo>
                      <a:pt x="50" y="123"/>
                    </a:lnTo>
                    <a:lnTo>
                      <a:pt x="53" y="123"/>
                    </a:lnTo>
                    <a:lnTo>
                      <a:pt x="53" y="121"/>
                    </a:lnTo>
                    <a:lnTo>
                      <a:pt x="53" y="121"/>
                    </a:lnTo>
                    <a:lnTo>
                      <a:pt x="53" y="121"/>
                    </a:lnTo>
                    <a:lnTo>
                      <a:pt x="53" y="121"/>
                    </a:lnTo>
                    <a:lnTo>
                      <a:pt x="55" y="121"/>
                    </a:lnTo>
                    <a:lnTo>
                      <a:pt x="55" y="118"/>
                    </a:lnTo>
                    <a:lnTo>
                      <a:pt x="55" y="118"/>
                    </a:lnTo>
                    <a:lnTo>
                      <a:pt x="55" y="118"/>
                    </a:lnTo>
                    <a:lnTo>
                      <a:pt x="55" y="118"/>
                    </a:lnTo>
                    <a:lnTo>
                      <a:pt x="57" y="118"/>
                    </a:lnTo>
                    <a:lnTo>
                      <a:pt x="57" y="116"/>
                    </a:lnTo>
                    <a:lnTo>
                      <a:pt x="57" y="116"/>
                    </a:lnTo>
                    <a:lnTo>
                      <a:pt x="60" y="116"/>
                    </a:lnTo>
                    <a:lnTo>
                      <a:pt x="60" y="116"/>
                    </a:lnTo>
                    <a:lnTo>
                      <a:pt x="60" y="116"/>
                    </a:lnTo>
                    <a:lnTo>
                      <a:pt x="60" y="116"/>
                    </a:lnTo>
                    <a:lnTo>
                      <a:pt x="62" y="116"/>
                    </a:lnTo>
                    <a:lnTo>
                      <a:pt x="62" y="116"/>
                    </a:lnTo>
                    <a:lnTo>
                      <a:pt x="62" y="116"/>
                    </a:lnTo>
                    <a:lnTo>
                      <a:pt x="62" y="116"/>
                    </a:lnTo>
                    <a:lnTo>
                      <a:pt x="64" y="116"/>
                    </a:lnTo>
                    <a:lnTo>
                      <a:pt x="64" y="114"/>
                    </a:lnTo>
                    <a:lnTo>
                      <a:pt x="62" y="114"/>
                    </a:lnTo>
                    <a:lnTo>
                      <a:pt x="62" y="114"/>
                    </a:lnTo>
                    <a:lnTo>
                      <a:pt x="62" y="114"/>
                    </a:lnTo>
                    <a:lnTo>
                      <a:pt x="62" y="111"/>
                    </a:lnTo>
                    <a:lnTo>
                      <a:pt x="62" y="111"/>
                    </a:lnTo>
                    <a:lnTo>
                      <a:pt x="62" y="111"/>
                    </a:lnTo>
                    <a:lnTo>
                      <a:pt x="62" y="109"/>
                    </a:lnTo>
                    <a:lnTo>
                      <a:pt x="62" y="109"/>
                    </a:lnTo>
                    <a:lnTo>
                      <a:pt x="64" y="109"/>
                    </a:lnTo>
                    <a:lnTo>
                      <a:pt x="64" y="109"/>
                    </a:lnTo>
                    <a:lnTo>
                      <a:pt x="67" y="109"/>
                    </a:lnTo>
                    <a:lnTo>
                      <a:pt x="67" y="109"/>
                    </a:lnTo>
                    <a:lnTo>
                      <a:pt x="67" y="109"/>
                    </a:lnTo>
                    <a:lnTo>
                      <a:pt x="69" y="109"/>
                    </a:lnTo>
                    <a:lnTo>
                      <a:pt x="69" y="109"/>
                    </a:lnTo>
                    <a:lnTo>
                      <a:pt x="69" y="109"/>
                    </a:lnTo>
                    <a:lnTo>
                      <a:pt x="71" y="109"/>
                    </a:lnTo>
                    <a:lnTo>
                      <a:pt x="71" y="109"/>
                    </a:lnTo>
                    <a:lnTo>
                      <a:pt x="71" y="106"/>
                    </a:lnTo>
                    <a:lnTo>
                      <a:pt x="74" y="106"/>
                    </a:lnTo>
                    <a:lnTo>
                      <a:pt x="74" y="106"/>
                    </a:lnTo>
                    <a:lnTo>
                      <a:pt x="74" y="106"/>
                    </a:lnTo>
                    <a:lnTo>
                      <a:pt x="74" y="106"/>
                    </a:lnTo>
                    <a:lnTo>
                      <a:pt x="74" y="106"/>
                    </a:lnTo>
                    <a:lnTo>
                      <a:pt x="76" y="106"/>
                    </a:lnTo>
                    <a:lnTo>
                      <a:pt x="76" y="106"/>
                    </a:lnTo>
                    <a:lnTo>
                      <a:pt x="76" y="106"/>
                    </a:lnTo>
                    <a:lnTo>
                      <a:pt x="79" y="106"/>
                    </a:lnTo>
                    <a:lnTo>
                      <a:pt x="79" y="104"/>
                    </a:lnTo>
                    <a:lnTo>
                      <a:pt x="79" y="104"/>
                    </a:lnTo>
                    <a:lnTo>
                      <a:pt x="81" y="104"/>
                    </a:lnTo>
                    <a:lnTo>
                      <a:pt x="81" y="104"/>
                    </a:lnTo>
                    <a:lnTo>
                      <a:pt x="81" y="104"/>
                    </a:lnTo>
                    <a:lnTo>
                      <a:pt x="83" y="104"/>
                    </a:lnTo>
                    <a:lnTo>
                      <a:pt x="83" y="104"/>
                    </a:lnTo>
                    <a:lnTo>
                      <a:pt x="83" y="104"/>
                    </a:lnTo>
                    <a:lnTo>
                      <a:pt x="83" y="102"/>
                    </a:lnTo>
                    <a:lnTo>
                      <a:pt x="83" y="102"/>
                    </a:lnTo>
                    <a:lnTo>
                      <a:pt x="83" y="102"/>
                    </a:lnTo>
                    <a:lnTo>
                      <a:pt x="86" y="102"/>
                    </a:lnTo>
                    <a:lnTo>
                      <a:pt x="86" y="99"/>
                    </a:lnTo>
                    <a:lnTo>
                      <a:pt x="86" y="99"/>
                    </a:lnTo>
                    <a:lnTo>
                      <a:pt x="88" y="99"/>
                    </a:lnTo>
                    <a:lnTo>
                      <a:pt x="88" y="99"/>
                    </a:lnTo>
                    <a:lnTo>
                      <a:pt x="88" y="97"/>
                    </a:lnTo>
                    <a:lnTo>
                      <a:pt x="88" y="97"/>
                    </a:lnTo>
                    <a:lnTo>
                      <a:pt x="88" y="97"/>
                    </a:lnTo>
                    <a:lnTo>
                      <a:pt x="88" y="97"/>
                    </a:lnTo>
                    <a:lnTo>
                      <a:pt x="88" y="97"/>
                    </a:lnTo>
                    <a:lnTo>
                      <a:pt x="90" y="97"/>
                    </a:lnTo>
                    <a:lnTo>
                      <a:pt x="90" y="97"/>
                    </a:lnTo>
                    <a:lnTo>
                      <a:pt x="93" y="97"/>
                    </a:lnTo>
                    <a:lnTo>
                      <a:pt x="93" y="97"/>
                    </a:lnTo>
                    <a:lnTo>
                      <a:pt x="93" y="97"/>
                    </a:lnTo>
                    <a:lnTo>
                      <a:pt x="93" y="97"/>
                    </a:lnTo>
                    <a:lnTo>
                      <a:pt x="93" y="97"/>
                    </a:lnTo>
                    <a:lnTo>
                      <a:pt x="93" y="95"/>
                    </a:lnTo>
                    <a:lnTo>
                      <a:pt x="93" y="95"/>
                    </a:lnTo>
                    <a:lnTo>
                      <a:pt x="93" y="95"/>
                    </a:lnTo>
                    <a:lnTo>
                      <a:pt x="93" y="92"/>
                    </a:lnTo>
                    <a:lnTo>
                      <a:pt x="93" y="92"/>
                    </a:lnTo>
                    <a:lnTo>
                      <a:pt x="95" y="92"/>
                    </a:lnTo>
                    <a:lnTo>
                      <a:pt x="95" y="92"/>
                    </a:lnTo>
                    <a:lnTo>
                      <a:pt x="95" y="95"/>
                    </a:lnTo>
                    <a:lnTo>
                      <a:pt x="95" y="95"/>
                    </a:lnTo>
                    <a:lnTo>
                      <a:pt x="95" y="95"/>
                    </a:lnTo>
                    <a:lnTo>
                      <a:pt x="97" y="95"/>
                    </a:lnTo>
                    <a:lnTo>
                      <a:pt x="97" y="95"/>
                    </a:lnTo>
                    <a:lnTo>
                      <a:pt x="100" y="95"/>
                    </a:lnTo>
                    <a:lnTo>
                      <a:pt x="100" y="95"/>
                    </a:lnTo>
                    <a:lnTo>
                      <a:pt x="100" y="95"/>
                    </a:lnTo>
                    <a:lnTo>
                      <a:pt x="102" y="95"/>
                    </a:lnTo>
                    <a:lnTo>
                      <a:pt x="102" y="95"/>
                    </a:lnTo>
                    <a:lnTo>
                      <a:pt x="102" y="95"/>
                    </a:lnTo>
                    <a:lnTo>
                      <a:pt x="105" y="95"/>
                    </a:lnTo>
                    <a:lnTo>
                      <a:pt x="105" y="95"/>
                    </a:lnTo>
                    <a:lnTo>
                      <a:pt x="105" y="97"/>
                    </a:lnTo>
                    <a:lnTo>
                      <a:pt x="107" y="97"/>
                    </a:lnTo>
                    <a:lnTo>
                      <a:pt x="107" y="97"/>
                    </a:lnTo>
                    <a:lnTo>
                      <a:pt x="105" y="97"/>
                    </a:lnTo>
                    <a:lnTo>
                      <a:pt x="105" y="97"/>
                    </a:lnTo>
                    <a:lnTo>
                      <a:pt x="102" y="97"/>
                    </a:lnTo>
                    <a:lnTo>
                      <a:pt x="102" y="97"/>
                    </a:lnTo>
                    <a:lnTo>
                      <a:pt x="105" y="97"/>
                    </a:lnTo>
                    <a:lnTo>
                      <a:pt x="105" y="99"/>
                    </a:lnTo>
                    <a:lnTo>
                      <a:pt x="105" y="99"/>
                    </a:lnTo>
                    <a:lnTo>
                      <a:pt x="107" y="99"/>
                    </a:lnTo>
                    <a:lnTo>
                      <a:pt x="107" y="99"/>
                    </a:lnTo>
                    <a:lnTo>
                      <a:pt x="107" y="99"/>
                    </a:lnTo>
                    <a:lnTo>
                      <a:pt x="109" y="99"/>
                    </a:lnTo>
                    <a:lnTo>
                      <a:pt x="109" y="99"/>
                    </a:lnTo>
                    <a:lnTo>
                      <a:pt x="109" y="97"/>
                    </a:lnTo>
                    <a:lnTo>
                      <a:pt x="109" y="97"/>
                    </a:lnTo>
                    <a:lnTo>
                      <a:pt x="112" y="97"/>
                    </a:lnTo>
                    <a:lnTo>
                      <a:pt x="112" y="99"/>
                    </a:lnTo>
                    <a:lnTo>
                      <a:pt x="112" y="99"/>
                    </a:lnTo>
                    <a:lnTo>
                      <a:pt x="112" y="99"/>
                    </a:lnTo>
                    <a:lnTo>
                      <a:pt x="112" y="99"/>
                    </a:lnTo>
                    <a:lnTo>
                      <a:pt x="114" y="99"/>
                    </a:lnTo>
                    <a:lnTo>
                      <a:pt x="114" y="99"/>
                    </a:lnTo>
                    <a:lnTo>
                      <a:pt x="114" y="99"/>
                    </a:lnTo>
                    <a:lnTo>
                      <a:pt x="114" y="97"/>
                    </a:lnTo>
                    <a:lnTo>
                      <a:pt x="114" y="97"/>
                    </a:lnTo>
                    <a:lnTo>
                      <a:pt x="114" y="97"/>
                    </a:lnTo>
                    <a:lnTo>
                      <a:pt x="114" y="97"/>
                    </a:lnTo>
                    <a:lnTo>
                      <a:pt x="114" y="97"/>
                    </a:lnTo>
                    <a:lnTo>
                      <a:pt x="114" y="95"/>
                    </a:lnTo>
                    <a:lnTo>
                      <a:pt x="116" y="95"/>
                    </a:lnTo>
                    <a:lnTo>
                      <a:pt x="116" y="95"/>
                    </a:lnTo>
                    <a:lnTo>
                      <a:pt x="116" y="95"/>
                    </a:lnTo>
                    <a:lnTo>
                      <a:pt x="119" y="95"/>
                    </a:lnTo>
                    <a:lnTo>
                      <a:pt x="119" y="95"/>
                    </a:lnTo>
                    <a:lnTo>
                      <a:pt x="121" y="95"/>
                    </a:lnTo>
                    <a:lnTo>
                      <a:pt x="121" y="95"/>
                    </a:lnTo>
                    <a:lnTo>
                      <a:pt x="121" y="95"/>
                    </a:lnTo>
                    <a:lnTo>
                      <a:pt x="124" y="95"/>
                    </a:lnTo>
                    <a:lnTo>
                      <a:pt x="124" y="95"/>
                    </a:lnTo>
                    <a:lnTo>
                      <a:pt x="124" y="95"/>
                    </a:lnTo>
                    <a:lnTo>
                      <a:pt x="126" y="95"/>
                    </a:lnTo>
                    <a:lnTo>
                      <a:pt x="126" y="95"/>
                    </a:lnTo>
                    <a:lnTo>
                      <a:pt x="126" y="92"/>
                    </a:lnTo>
                    <a:lnTo>
                      <a:pt x="126" y="92"/>
                    </a:lnTo>
                    <a:lnTo>
                      <a:pt x="128" y="92"/>
                    </a:lnTo>
                    <a:lnTo>
                      <a:pt x="128" y="95"/>
                    </a:lnTo>
                    <a:lnTo>
                      <a:pt x="128" y="95"/>
                    </a:lnTo>
                    <a:lnTo>
                      <a:pt x="128" y="97"/>
                    </a:lnTo>
                    <a:lnTo>
                      <a:pt x="128" y="97"/>
                    </a:lnTo>
                    <a:lnTo>
                      <a:pt x="128" y="97"/>
                    </a:lnTo>
                    <a:lnTo>
                      <a:pt x="128" y="97"/>
                    </a:lnTo>
                    <a:lnTo>
                      <a:pt x="131" y="97"/>
                    </a:lnTo>
                    <a:lnTo>
                      <a:pt x="131" y="97"/>
                    </a:lnTo>
                    <a:lnTo>
                      <a:pt x="131" y="99"/>
                    </a:lnTo>
                    <a:lnTo>
                      <a:pt x="131" y="99"/>
                    </a:lnTo>
                    <a:lnTo>
                      <a:pt x="131" y="99"/>
                    </a:lnTo>
                    <a:lnTo>
                      <a:pt x="133" y="99"/>
                    </a:lnTo>
                    <a:lnTo>
                      <a:pt x="133" y="99"/>
                    </a:lnTo>
                    <a:lnTo>
                      <a:pt x="133" y="99"/>
                    </a:lnTo>
                    <a:lnTo>
                      <a:pt x="135" y="99"/>
                    </a:lnTo>
                    <a:lnTo>
                      <a:pt x="135" y="99"/>
                    </a:lnTo>
                    <a:lnTo>
                      <a:pt x="135" y="99"/>
                    </a:lnTo>
                    <a:lnTo>
                      <a:pt x="135" y="99"/>
                    </a:lnTo>
                    <a:lnTo>
                      <a:pt x="138" y="99"/>
                    </a:lnTo>
                    <a:lnTo>
                      <a:pt x="138" y="99"/>
                    </a:lnTo>
                    <a:lnTo>
                      <a:pt x="140" y="99"/>
                    </a:lnTo>
                    <a:lnTo>
                      <a:pt x="140" y="99"/>
                    </a:lnTo>
                    <a:lnTo>
                      <a:pt x="140" y="99"/>
                    </a:lnTo>
                    <a:lnTo>
                      <a:pt x="140" y="99"/>
                    </a:lnTo>
                    <a:lnTo>
                      <a:pt x="140" y="99"/>
                    </a:lnTo>
                    <a:lnTo>
                      <a:pt x="142" y="99"/>
                    </a:lnTo>
                    <a:lnTo>
                      <a:pt x="142" y="99"/>
                    </a:lnTo>
                    <a:lnTo>
                      <a:pt x="142" y="99"/>
                    </a:lnTo>
                    <a:lnTo>
                      <a:pt x="145" y="99"/>
                    </a:lnTo>
                    <a:lnTo>
                      <a:pt x="145" y="97"/>
                    </a:lnTo>
                    <a:lnTo>
                      <a:pt x="145" y="97"/>
                    </a:lnTo>
                    <a:lnTo>
                      <a:pt x="145" y="99"/>
                    </a:lnTo>
                    <a:lnTo>
                      <a:pt x="147" y="99"/>
                    </a:lnTo>
                    <a:lnTo>
                      <a:pt x="147" y="99"/>
                    </a:lnTo>
                    <a:lnTo>
                      <a:pt x="147" y="99"/>
                    </a:lnTo>
                    <a:lnTo>
                      <a:pt x="150" y="99"/>
                    </a:lnTo>
                    <a:lnTo>
                      <a:pt x="150" y="99"/>
                    </a:lnTo>
                    <a:lnTo>
                      <a:pt x="150" y="99"/>
                    </a:lnTo>
                    <a:lnTo>
                      <a:pt x="150" y="99"/>
                    </a:lnTo>
                    <a:lnTo>
                      <a:pt x="152" y="99"/>
                    </a:lnTo>
                    <a:lnTo>
                      <a:pt x="152" y="102"/>
                    </a:lnTo>
                    <a:lnTo>
                      <a:pt x="152" y="102"/>
                    </a:lnTo>
                    <a:lnTo>
                      <a:pt x="154" y="102"/>
                    </a:lnTo>
                    <a:lnTo>
                      <a:pt x="154" y="102"/>
                    </a:lnTo>
                    <a:lnTo>
                      <a:pt x="154" y="102"/>
                    </a:lnTo>
                    <a:lnTo>
                      <a:pt x="154" y="104"/>
                    </a:lnTo>
                    <a:lnTo>
                      <a:pt x="154" y="104"/>
                    </a:lnTo>
                    <a:lnTo>
                      <a:pt x="154" y="104"/>
                    </a:lnTo>
                    <a:lnTo>
                      <a:pt x="154" y="106"/>
                    </a:lnTo>
                    <a:lnTo>
                      <a:pt x="157" y="106"/>
                    </a:lnTo>
                    <a:lnTo>
                      <a:pt x="157" y="106"/>
                    </a:lnTo>
                    <a:lnTo>
                      <a:pt x="157" y="106"/>
                    </a:lnTo>
                    <a:lnTo>
                      <a:pt x="159" y="106"/>
                    </a:lnTo>
                    <a:lnTo>
                      <a:pt x="159" y="106"/>
                    </a:lnTo>
                    <a:lnTo>
                      <a:pt x="159" y="106"/>
                    </a:lnTo>
                    <a:lnTo>
                      <a:pt x="161" y="106"/>
                    </a:lnTo>
                    <a:lnTo>
                      <a:pt x="161" y="106"/>
                    </a:lnTo>
                    <a:lnTo>
                      <a:pt x="161" y="106"/>
                    </a:lnTo>
                    <a:lnTo>
                      <a:pt x="161" y="106"/>
                    </a:lnTo>
                    <a:lnTo>
                      <a:pt x="164" y="106"/>
                    </a:lnTo>
                    <a:lnTo>
                      <a:pt x="164" y="109"/>
                    </a:lnTo>
                    <a:lnTo>
                      <a:pt x="164" y="109"/>
                    </a:lnTo>
                    <a:lnTo>
                      <a:pt x="166" y="109"/>
                    </a:lnTo>
                    <a:lnTo>
                      <a:pt x="166" y="109"/>
                    </a:lnTo>
                    <a:lnTo>
                      <a:pt x="166" y="109"/>
                    </a:lnTo>
                    <a:lnTo>
                      <a:pt x="166" y="111"/>
                    </a:lnTo>
                    <a:lnTo>
                      <a:pt x="166" y="111"/>
                    </a:lnTo>
                    <a:lnTo>
                      <a:pt x="166" y="111"/>
                    </a:lnTo>
                    <a:lnTo>
                      <a:pt x="166" y="114"/>
                    </a:lnTo>
                    <a:lnTo>
                      <a:pt x="168" y="114"/>
                    </a:lnTo>
                    <a:lnTo>
                      <a:pt x="168" y="114"/>
                    </a:lnTo>
                    <a:lnTo>
                      <a:pt x="168" y="114"/>
                    </a:lnTo>
                    <a:lnTo>
                      <a:pt x="168" y="116"/>
                    </a:lnTo>
                    <a:lnTo>
                      <a:pt x="168" y="116"/>
                    </a:lnTo>
                    <a:lnTo>
                      <a:pt x="171" y="116"/>
                    </a:lnTo>
                    <a:lnTo>
                      <a:pt x="171" y="116"/>
                    </a:lnTo>
                    <a:lnTo>
                      <a:pt x="173" y="116"/>
                    </a:lnTo>
                    <a:lnTo>
                      <a:pt x="173" y="116"/>
                    </a:lnTo>
                    <a:lnTo>
                      <a:pt x="173" y="116"/>
                    </a:lnTo>
                    <a:lnTo>
                      <a:pt x="173" y="116"/>
                    </a:lnTo>
                    <a:lnTo>
                      <a:pt x="173" y="116"/>
                    </a:lnTo>
                    <a:lnTo>
                      <a:pt x="173" y="118"/>
                    </a:lnTo>
                    <a:lnTo>
                      <a:pt x="173" y="118"/>
                    </a:lnTo>
                    <a:lnTo>
                      <a:pt x="173" y="121"/>
                    </a:lnTo>
                    <a:lnTo>
                      <a:pt x="171" y="121"/>
                    </a:lnTo>
                    <a:lnTo>
                      <a:pt x="171" y="121"/>
                    </a:lnTo>
                    <a:lnTo>
                      <a:pt x="173" y="121"/>
                    </a:lnTo>
                    <a:lnTo>
                      <a:pt x="173" y="123"/>
                    </a:lnTo>
                    <a:lnTo>
                      <a:pt x="173" y="123"/>
                    </a:lnTo>
                    <a:lnTo>
                      <a:pt x="173" y="123"/>
                    </a:lnTo>
                    <a:lnTo>
                      <a:pt x="173" y="123"/>
                    </a:lnTo>
                    <a:lnTo>
                      <a:pt x="176" y="123"/>
                    </a:lnTo>
                    <a:lnTo>
                      <a:pt x="176" y="123"/>
                    </a:lnTo>
                    <a:lnTo>
                      <a:pt x="176" y="123"/>
                    </a:lnTo>
                    <a:lnTo>
                      <a:pt x="176" y="123"/>
                    </a:lnTo>
                    <a:lnTo>
                      <a:pt x="176" y="121"/>
                    </a:lnTo>
                    <a:lnTo>
                      <a:pt x="178" y="121"/>
                    </a:lnTo>
                    <a:lnTo>
                      <a:pt x="178" y="121"/>
                    </a:lnTo>
                    <a:lnTo>
                      <a:pt x="178" y="118"/>
                    </a:lnTo>
                    <a:lnTo>
                      <a:pt x="176" y="118"/>
                    </a:lnTo>
                    <a:lnTo>
                      <a:pt x="176" y="118"/>
                    </a:lnTo>
                    <a:lnTo>
                      <a:pt x="176" y="116"/>
                    </a:lnTo>
                    <a:lnTo>
                      <a:pt x="176" y="116"/>
                    </a:lnTo>
                    <a:lnTo>
                      <a:pt x="176" y="116"/>
                    </a:lnTo>
                    <a:lnTo>
                      <a:pt x="178" y="116"/>
                    </a:lnTo>
                    <a:lnTo>
                      <a:pt x="178" y="116"/>
                    </a:lnTo>
                    <a:lnTo>
                      <a:pt x="180" y="116"/>
                    </a:lnTo>
                    <a:lnTo>
                      <a:pt x="180" y="116"/>
                    </a:lnTo>
                    <a:lnTo>
                      <a:pt x="180" y="116"/>
                    </a:lnTo>
                    <a:lnTo>
                      <a:pt x="180" y="116"/>
                    </a:lnTo>
                    <a:lnTo>
                      <a:pt x="183" y="116"/>
                    </a:lnTo>
                    <a:lnTo>
                      <a:pt x="183" y="116"/>
                    </a:lnTo>
                    <a:lnTo>
                      <a:pt x="183" y="116"/>
                    </a:lnTo>
                    <a:lnTo>
                      <a:pt x="183" y="116"/>
                    </a:lnTo>
                    <a:lnTo>
                      <a:pt x="183" y="114"/>
                    </a:lnTo>
                    <a:lnTo>
                      <a:pt x="185" y="114"/>
                    </a:lnTo>
                    <a:lnTo>
                      <a:pt x="185" y="114"/>
                    </a:lnTo>
                    <a:lnTo>
                      <a:pt x="185" y="116"/>
                    </a:lnTo>
                    <a:lnTo>
                      <a:pt x="185" y="116"/>
                    </a:lnTo>
                    <a:lnTo>
                      <a:pt x="185" y="116"/>
                    </a:lnTo>
                    <a:lnTo>
                      <a:pt x="187" y="116"/>
                    </a:lnTo>
                    <a:lnTo>
                      <a:pt x="187" y="116"/>
                    </a:lnTo>
                    <a:lnTo>
                      <a:pt x="187" y="118"/>
                    </a:lnTo>
                    <a:lnTo>
                      <a:pt x="187" y="118"/>
                    </a:lnTo>
                    <a:lnTo>
                      <a:pt x="190" y="118"/>
                    </a:lnTo>
                    <a:lnTo>
                      <a:pt x="190" y="118"/>
                    </a:lnTo>
                    <a:lnTo>
                      <a:pt x="190" y="118"/>
                    </a:lnTo>
                    <a:lnTo>
                      <a:pt x="190" y="121"/>
                    </a:lnTo>
                    <a:lnTo>
                      <a:pt x="190" y="121"/>
                    </a:lnTo>
                    <a:lnTo>
                      <a:pt x="192" y="121"/>
                    </a:lnTo>
                    <a:lnTo>
                      <a:pt x="192" y="121"/>
                    </a:lnTo>
                    <a:lnTo>
                      <a:pt x="195" y="121"/>
                    </a:lnTo>
                    <a:lnTo>
                      <a:pt x="195" y="121"/>
                    </a:lnTo>
                    <a:lnTo>
                      <a:pt x="195" y="121"/>
                    </a:lnTo>
                    <a:lnTo>
                      <a:pt x="195" y="121"/>
                    </a:lnTo>
                    <a:lnTo>
                      <a:pt x="197" y="121"/>
                    </a:lnTo>
                    <a:lnTo>
                      <a:pt x="197" y="123"/>
                    </a:lnTo>
                    <a:lnTo>
                      <a:pt x="197" y="123"/>
                    </a:lnTo>
                    <a:lnTo>
                      <a:pt x="199" y="123"/>
                    </a:lnTo>
                    <a:lnTo>
                      <a:pt x="199" y="123"/>
                    </a:lnTo>
                    <a:lnTo>
                      <a:pt x="199" y="123"/>
                    </a:lnTo>
                    <a:lnTo>
                      <a:pt x="199" y="121"/>
                    </a:lnTo>
                    <a:lnTo>
                      <a:pt x="202" y="121"/>
                    </a:lnTo>
                    <a:lnTo>
                      <a:pt x="202" y="121"/>
                    </a:lnTo>
                    <a:lnTo>
                      <a:pt x="202" y="121"/>
                    </a:lnTo>
                    <a:lnTo>
                      <a:pt x="202" y="121"/>
                    </a:lnTo>
                    <a:lnTo>
                      <a:pt x="204" y="121"/>
                    </a:lnTo>
                    <a:lnTo>
                      <a:pt x="204" y="121"/>
                    </a:lnTo>
                    <a:lnTo>
                      <a:pt x="204" y="118"/>
                    </a:lnTo>
                    <a:lnTo>
                      <a:pt x="206" y="118"/>
                    </a:lnTo>
                    <a:lnTo>
                      <a:pt x="206" y="118"/>
                    </a:lnTo>
                    <a:lnTo>
                      <a:pt x="206" y="118"/>
                    </a:lnTo>
                    <a:lnTo>
                      <a:pt x="206" y="118"/>
                    </a:lnTo>
                    <a:lnTo>
                      <a:pt x="209" y="118"/>
                    </a:lnTo>
                    <a:lnTo>
                      <a:pt x="209" y="116"/>
                    </a:lnTo>
                    <a:lnTo>
                      <a:pt x="209" y="116"/>
                    </a:lnTo>
                    <a:lnTo>
                      <a:pt x="209" y="116"/>
                    </a:lnTo>
                    <a:lnTo>
                      <a:pt x="209" y="116"/>
                    </a:lnTo>
                    <a:lnTo>
                      <a:pt x="209" y="114"/>
                    </a:lnTo>
                    <a:lnTo>
                      <a:pt x="209" y="114"/>
                    </a:lnTo>
                    <a:lnTo>
                      <a:pt x="211" y="114"/>
                    </a:lnTo>
                    <a:lnTo>
                      <a:pt x="211" y="114"/>
                    </a:lnTo>
                    <a:lnTo>
                      <a:pt x="213" y="114"/>
                    </a:lnTo>
                    <a:lnTo>
                      <a:pt x="213" y="114"/>
                    </a:lnTo>
                    <a:lnTo>
                      <a:pt x="213" y="114"/>
                    </a:lnTo>
                    <a:lnTo>
                      <a:pt x="213" y="114"/>
                    </a:lnTo>
                    <a:lnTo>
                      <a:pt x="216" y="114"/>
                    </a:lnTo>
                    <a:lnTo>
                      <a:pt x="216" y="111"/>
                    </a:lnTo>
                    <a:lnTo>
                      <a:pt x="216" y="111"/>
                    </a:lnTo>
                    <a:lnTo>
                      <a:pt x="216" y="109"/>
                    </a:lnTo>
                    <a:lnTo>
                      <a:pt x="216" y="109"/>
                    </a:lnTo>
                    <a:lnTo>
                      <a:pt x="216" y="109"/>
                    </a:lnTo>
                    <a:lnTo>
                      <a:pt x="216" y="111"/>
                    </a:lnTo>
                    <a:lnTo>
                      <a:pt x="218" y="111"/>
                    </a:lnTo>
                    <a:lnTo>
                      <a:pt x="218" y="111"/>
                    </a:lnTo>
                    <a:lnTo>
                      <a:pt x="218" y="111"/>
                    </a:lnTo>
                    <a:lnTo>
                      <a:pt x="221" y="111"/>
                    </a:lnTo>
                    <a:lnTo>
                      <a:pt x="221" y="111"/>
                    </a:lnTo>
                    <a:lnTo>
                      <a:pt x="221" y="114"/>
                    </a:lnTo>
                    <a:lnTo>
                      <a:pt x="221" y="114"/>
                    </a:lnTo>
                    <a:lnTo>
                      <a:pt x="221" y="111"/>
                    </a:lnTo>
                    <a:lnTo>
                      <a:pt x="221" y="111"/>
                    </a:lnTo>
                    <a:lnTo>
                      <a:pt x="221" y="111"/>
                    </a:lnTo>
                    <a:lnTo>
                      <a:pt x="221" y="109"/>
                    </a:lnTo>
                    <a:lnTo>
                      <a:pt x="221" y="109"/>
                    </a:lnTo>
                    <a:lnTo>
                      <a:pt x="223" y="109"/>
                    </a:lnTo>
                    <a:lnTo>
                      <a:pt x="223" y="109"/>
                    </a:lnTo>
                    <a:lnTo>
                      <a:pt x="223" y="109"/>
                    </a:lnTo>
                    <a:lnTo>
                      <a:pt x="223" y="111"/>
                    </a:lnTo>
                    <a:lnTo>
                      <a:pt x="225" y="111"/>
                    </a:lnTo>
                    <a:lnTo>
                      <a:pt x="225" y="109"/>
                    </a:lnTo>
                    <a:lnTo>
                      <a:pt x="225" y="109"/>
                    </a:lnTo>
                    <a:lnTo>
                      <a:pt x="228" y="109"/>
                    </a:lnTo>
                    <a:lnTo>
                      <a:pt x="228" y="111"/>
                    </a:lnTo>
                    <a:lnTo>
                      <a:pt x="228" y="111"/>
                    </a:lnTo>
                    <a:lnTo>
                      <a:pt x="228" y="111"/>
                    </a:lnTo>
                    <a:lnTo>
                      <a:pt x="228" y="109"/>
                    </a:lnTo>
                    <a:lnTo>
                      <a:pt x="230" y="109"/>
                    </a:lnTo>
                    <a:lnTo>
                      <a:pt x="230" y="109"/>
                    </a:lnTo>
                    <a:lnTo>
                      <a:pt x="232" y="109"/>
                    </a:lnTo>
                    <a:lnTo>
                      <a:pt x="232" y="111"/>
                    </a:lnTo>
                    <a:lnTo>
                      <a:pt x="232" y="111"/>
                    </a:lnTo>
                    <a:lnTo>
                      <a:pt x="232" y="111"/>
                    </a:lnTo>
                    <a:lnTo>
                      <a:pt x="232" y="111"/>
                    </a:lnTo>
                    <a:lnTo>
                      <a:pt x="235" y="111"/>
                    </a:lnTo>
                    <a:lnTo>
                      <a:pt x="235" y="114"/>
                    </a:lnTo>
                    <a:lnTo>
                      <a:pt x="235" y="114"/>
                    </a:lnTo>
                    <a:lnTo>
                      <a:pt x="235" y="114"/>
                    </a:lnTo>
                    <a:lnTo>
                      <a:pt x="235" y="114"/>
                    </a:lnTo>
                    <a:lnTo>
                      <a:pt x="235" y="116"/>
                    </a:lnTo>
                    <a:lnTo>
                      <a:pt x="237" y="116"/>
                    </a:lnTo>
                    <a:lnTo>
                      <a:pt x="237" y="116"/>
                    </a:lnTo>
                    <a:lnTo>
                      <a:pt x="237" y="114"/>
                    </a:lnTo>
                    <a:lnTo>
                      <a:pt x="239" y="114"/>
                    </a:lnTo>
                    <a:lnTo>
                      <a:pt x="239" y="114"/>
                    </a:lnTo>
                    <a:lnTo>
                      <a:pt x="239" y="114"/>
                    </a:lnTo>
                    <a:lnTo>
                      <a:pt x="239" y="114"/>
                    </a:lnTo>
                    <a:lnTo>
                      <a:pt x="242" y="114"/>
                    </a:lnTo>
                    <a:lnTo>
                      <a:pt x="242" y="114"/>
                    </a:lnTo>
                    <a:lnTo>
                      <a:pt x="242" y="114"/>
                    </a:lnTo>
                    <a:lnTo>
                      <a:pt x="242" y="114"/>
                    </a:lnTo>
                    <a:lnTo>
                      <a:pt x="242" y="114"/>
                    </a:lnTo>
                    <a:lnTo>
                      <a:pt x="242" y="111"/>
                    </a:lnTo>
                    <a:lnTo>
                      <a:pt x="242" y="111"/>
                    </a:lnTo>
                    <a:lnTo>
                      <a:pt x="242" y="109"/>
                    </a:lnTo>
                    <a:lnTo>
                      <a:pt x="242" y="109"/>
                    </a:lnTo>
                    <a:lnTo>
                      <a:pt x="244" y="109"/>
                    </a:lnTo>
                    <a:lnTo>
                      <a:pt x="244" y="109"/>
                    </a:lnTo>
                    <a:lnTo>
                      <a:pt x="247" y="109"/>
                    </a:lnTo>
                    <a:lnTo>
                      <a:pt x="247" y="109"/>
                    </a:lnTo>
                    <a:lnTo>
                      <a:pt x="247" y="109"/>
                    </a:lnTo>
                    <a:lnTo>
                      <a:pt x="247" y="109"/>
                    </a:lnTo>
                    <a:lnTo>
                      <a:pt x="249" y="109"/>
                    </a:lnTo>
                    <a:lnTo>
                      <a:pt x="249" y="109"/>
                    </a:lnTo>
                    <a:lnTo>
                      <a:pt x="249" y="109"/>
                    </a:lnTo>
                    <a:lnTo>
                      <a:pt x="249" y="109"/>
                    </a:lnTo>
                    <a:lnTo>
                      <a:pt x="249" y="109"/>
                    </a:lnTo>
                    <a:lnTo>
                      <a:pt x="251" y="109"/>
                    </a:lnTo>
                    <a:lnTo>
                      <a:pt x="251" y="109"/>
                    </a:lnTo>
                    <a:lnTo>
                      <a:pt x="254" y="109"/>
                    </a:lnTo>
                    <a:lnTo>
                      <a:pt x="254" y="109"/>
                    </a:lnTo>
                    <a:lnTo>
                      <a:pt x="254" y="109"/>
                    </a:lnTo>
                    <a:lnTo>
                      <a:pt x="254" y="106"/>
                    </a:lnTo>
                    <a:lnTo>
                      <a:pt x="254" y="106"/>
                    </a:lnTo>
                    <a:lnTo>
                      <a:pt x="256" y="106"/>
                    </a:lnTo>
                    <a:lnTo>
                      <a:pt x="256" y="109"/>
                    </a:lnTo>
                    <a:lnTo>
                      <a:pt x="256" y="109"/>
                    </a:lnTo>
                    <a:lnTo>
                      <a:pt x="256" y="109"/>
                    </a:lnTo>
                    <a:lnTo>
                      <a:pt x="256" y="109"/>
                    </a:lnTo>
                    <a:lnTo>
                      <a:pt x="258" y="109"/>
                    </a:lnTo>
                    <a:lnTo>
                      <a:pt x="258" y="109"/>
                    </a:lnTo>
                    <a:lnTo>
                      <a:pt x="261" y="109"/>
                    </a:lnTo>
                    <a:lnTo>
                      <a:pt x="261" y="111"/>
                    </a:lnTo>
                    <a:lnTo>
                      <a:pt x="261" y="111"/>
                    </a:lnTo>
                    <a:lnTo>
                      <a:pt x="261" y="111"/>
                    </a:lnTo>
                    <a:lnTo>
                      <a:pt x="261" y="114"/>
                    </a:lnTo>
                    <a:lnTo>
                      <a:pt x="261" y="114"/>
                    </a:lnTo>
                    <a:lnTo>
                      <a:pt x="261" y="116"/>
                    </a:lnTo>
                    <a:lnTo>
                      <a:pt x="261" y="116"/>
                    </a:lnTo>
                    <a:lnTo>
                      <a:pt x="261" y="116"/>
                    </a:lnTo>
                    <a:lnTo>
                      <a:pt x="263" y="116"/>
                    </a:lnTo>
                    <a:lnTo>
                      <a:pt x="263" y="116"/>
                    </a:lnTo>
                    <a:lnTo>
                      <a:pt x="266" y="116"/>
                    </a:lnTo>
                    <a:lnTo>
                      <a:pt x="266" y="116"/>
                    </a:lnTo>
                    <a:lnTo>
                      <a:pt x="266" y="116"/>
                    </a:lnTo>
                    <a:lnTo>
                      <a:pt x="266" y="118"/>
                    </a:lnTo>
                    <a:lnTo>
                      <a:pt x="266" y="118"/>
                    </a:lnTo>
                    <a:lnTo>
                      <a:pt x="268" y="118"/>
                    </a:lnTo>
                    <a:lnTo>
                      <a:pt x="268" y="118"/>
                    </a:lnTo>
                    <a:lnTo>
                      <a:pt x="268" y="118"/>
                    </a:lnTo>
                    <a:lnTo>
                      <a:pt x="268" y="118"/>
                    </a:lnTo>
                    <a:lnTo>
                      <a:pt x="270" y="118"/>
                    </a:lnTo>
                    <a:lnTo>
                      <a:pt x="270" y="118"/>
                    </a:lnTo>
                    <a:lnTo>
                      <a:pt x="273" y="118"/>
                    </a:lnTo>
                    <a:lnTo>
                      <a:pt x="273" y="121"/>
                    </a:lnTo>
                    <a:lnTo>
                      <a:pt x="273" y="121"/>
                    </a:lnTo>
                    <a:lnTo>
                      <a:pt x="273" y="121"/>
                    </a:lnTo>
                    <a:lnTo>
                      <a:pt x="275" y="121"/>
                    </a:lnTo>
                    <a:lnTo>
                      <a:pt x="275" y="121"/>
                    </a:lnTo>
                    <a:lnTo>
                      <a:pt x="275" y="121"/>
                    </a:lnTo>
                    <a:lnTo>
                      <a:pt x="277" y="121"/>
                    </a:lnTo>
                    <a:lnTo>
                      <a:pt x="277" y="121"/>
                    </a:lnTo>
                    <a:lnTo>
                      <a:pt x="280" y="121"/>
                    </a:lnTo>
                    <a:lnTo>
                      <a:pt x="280" y="121"/>
                    </a:lnTo>
                    <a:lnTo>
                      <a:pt x="280" y="121"/>
                    </a:lnTo>
                    <a:lnTo>
                      <a:pt x="280" y="121"/>
                    </a:lnTo>
                    <a:lnTo>
                      <a:pt x="282" y="121"/>
                    </a:lnTo>
                    <a:lnTo>
                      <a:pt x="282" y="123"/>
                    </a:lnTo>
                    <a:lnTo>
                      <a:pt x="280" y="123"/>
                    </a:lnTo>
                    <a:lnTo>
                      <a:pt x="280" y="123"/>
                    </a:lnTo>
                    <a:lnTo>
                      <a:pt x="282" y="123"/>
                    </a:lnTo>
                    <a:lnTo>
                      <a:pt x="282" y="123"/>
                    </a:lnTo>
                    <a:lnTo>
                      <a:pt x="282" y="123"/>
                    </a:lnTo>
                    <a:lnTo>
                      <a:pt x="284" y="123"/>
                    </a:lnTo>
                    <a:lnTo>
                      <a:pt x="284" y="123"/>
                    </a:lnTo>
                    <a:lnTo>
                      <a:pt x="287" y="123"/>
                    </a:lnTo>
                    <a:lnTo>
                      <a:pt x="287" y="123"/>
                    </a:lnTo>
                    <a:lnTo>
                      <a:pt x="287" y="123"/>
                    </a:lnTo>
                    <a:lnTo>
                      <a:pt x="287" y="123"/>
                    </a:lnTo>
                    <a:lnTo>
                      <a:pt x="287" y="121"/>
                    </a:lnTo>
                    <a:lnTo>
                      <a:pt x="289" y="121"/>
                    </a:lnTo>
                    <a:lnTo>
                      <a:pt x="289" y="121"/>
                    </a:lnTo>
                    <a:lnTo>
                      <a:pt x="289" y="121"/>
                    </a:lnTo>
                    <a:lnTo>
                      <a:pt x="289" y="118"/>
                    </a:lnTo>
                    <a:lnTo>
                      <a:pt x="289" y="118"/>
                    </a:lnTo>
                    <a:lnTo>
                      <a:pt x="289" y="118"/>
                    </a:lnTo>
                    <a:lnTo>
                      <a:pt x="289" y="116"/>
                    </a:lnTo>
                    <a:lnTo>
                      <a:pt x="292" y="116"/>
                    </a:lnTo>
                    <a:lnTo>
                      <a:pt x="292" y="116"/>
                    </a:lnTo>
                    <a:lnTo>
                      <a:pt x="292" y="116"/>
                    </a:lnTo>
                    <a:lnTo>
                      <a:pt x="292" y="116"/>
                    </a:lnTo>
                    <a:lnTo>
                      <a:pt x="294" y="116"/>
                    </a:lnTo>
                    <a:lnTo>
                      <a:pt x="294" y="116"/>
                    </a:lnTo>
                    <a:lnTo>
                      <a:pt x="294" y="116"/>
                    </a:lnTo>
                    <a:lnTo>
                      <a:pt x="294" y="116"/>
                    </a:lnTo>
                    <a:lnTo>
                      <a:pt x="296" y="116"/>
                    </a:lnTo>
                    <a:lnTo>
                      <a:pt x="296" y="116"/>
                    </a:lnTo>
                    <a:lnTo>
                      <a:pt x="296" y="118"/>
                    </a:lnTo>
                    <a:lnTo>
                      <a:pt x="296" y="118"/>
                    </a:lnTo>
                    <a:lnTo>
                      <a:pt x="296" y="118"/>
                    </a:lnTo>
                    <a:lnTo>
                      <a:pt x="296" y="118"/>
                    </a:lnTo>
                    <a:lnTo>
                      <a:pt x="299" y="118"/>
                    </a:lnTo>
                    <a:lnTo>
                      <a:pt x="299" y="121"/>
                    </a:lnTo>
                    <a:lnTo>
                      <a:pt x="299" y="121"/>
                    </a:lnTo>
                    <a:lnTo>
                      <a:pt x="301" y="121"/>
                    </a:lnTo>
                    <a:lnTo>
                      <a:pt x="301" y="121"/>
                    </a:lnTo>
                    <a:lnTo>
                      <a:pt x="301" y="121"/>
                    </a:lnTo>
                    <a:lnTo>
                      <a:pt x="303" y="121"/>
                    </a:lnTo>
                    <a:lnTo>
                      <a:pt x="303" y="121"/>
                    </a:lnTo>
                    <a:lnTo>
                      <a:pt x="306" y="121"/>
                    </a:lnTo>
                    <a:lnTo>
                      <a:pt x="306" y="121"/>
                    </a:lnTo>
                    <a:lnTo>
                      <a:pt x="306" y="121"/>
                    </a:lnTo>
                    <a:lnTo>
                      <a:pt x="308" y="121"/>
                    </a:lnTo>
                    <a:lnTo>
                      <a:pt x="308" y="121"/>
                    </a:lnTo>
                    <a:lnTo>
                      <a:pt x="308" y="121"/>
                    </a:lnTo>
                    <a:lnTo>
                      <a:pt x="310" y="121"/>
                    </a:lnTo>
                    <a:lnTo>
                      <a:pt x="310" y="121"/>
                    </a:lnTo>
                    <a:lnTo>
                      <a:pt x="313" y="121"/>
                    </a:lnTo>
                    <a:lnTo>
                      <a:pt x="313" y="121"/>
                    </a:lnTo>
                    <a:lnTo>
                      <a:pt x="313" y="118"/>
                    </a:lnTo>
                    <a:lnTo>
                      <a:pt x="313" y="118"/>
                    </a:lnTo>
                    <a:lnTo>
                      <a:pt x="315" y="118"/>
                    </a:lnTo>
                    <a:lnTo>
                      <a:pt x="315" y="118"/>
                    </a:lnTo>
                    <a:lnTo>
                      <a:pt x="315" y="118"/>
                    </a:lnTo>
                    <a:lnTo>
                      <a:pt x="315" y="118"/>
                    </a:lnTo>
                    <a:lnTo>
                      <a:pt x="318" y="118"/>
                    </a:lnTo>
                    <a:lnTo>
                      <a:pt x="318" y="118"/>
                    </a:lnTo>
                    <a:lnTo>
                      <a:pt x="320" y="118"/>
                    </a:lnTo>
                    <a:lnTo>
                      <a:pt x="320" y="118"/>
                    </a:lnTo>
                    <a:lnTo>
                      <a:pt x="320" y="116"/>
                    </a:lnTo>
                    <a:lnTo>
                      <a:pt x="320" y="116"/>
                    </a:lnTo>
                    <a:lnTo>
                      <a:pt x="322" y="116"/>
                    </a:lnTo>
                    <a:lnTo>
                      <a:pt x="322" y="116"/>
                    </a:lnTo>
                    <a:lnTo>
                      <a:pt x="322" y="116"/>
                    </a:lnTo>
                    <a:lnTo>
                      <a:pt x="322" y="116"/>
                    </a:lnTo>
                    <a:lnTo>
                      <a:pt x="322" y="116"/>
                    </a:lnTo>
                    <a:lnTo>
                      <a:pt x="322" y="114"/>
                    </a:lnTo>
                    <a:lnTo>
                      <a:pt x="322" y="114"/>
                    </a:lnTo>
                    <a:lnTo>
                      <a:pt x="322" y="111"/>
                    </a:lnTo>
                    <a:lnTo>
                      <a:pt x="322" y="111"/>
                    </a:lnTo>
                    <a:lnTo>
                      <a:pt x="325" y="111"/>
                    </a:lnTo>
                    <a:lnTo>
                      <a:pt x="325" y="109"/>
                    </a:lnTo>
                    <a:lnTo>
                      <a:pt x="325" y="109"/>
                    </a:lnTo>
                    <a:lnTo>
                      <a:pt x="325" y="106"/>
                    </a:lnTo>
                    <a:lnTo>
                      <a:pt x="325" y="106"/>
                    </a:lnTo>
                    <a:lnTo>
                      <a:pt x="325" y="106"/>
                    </a:lnTo>
                    <a:lnTo>
                      <a:pt x="325" y="106"/>
                    </a:lnTo>
                    <a:lnTo>
                      <a:pt x="327" y="106"/>
                    </a:lnTo>
                    <a:lnTo>
                      <a:pt x="327" y="106"/>
                    </a:lnTo>
                    <a:lnTo>
                      <a:pt x="327" y="104"/>
                    </a:lnTo>
                    <a:lnTo>
                      <a:pt x="327" y="104"/>
                    </a:lnTo>
                    <a:lnTo>
                      <a:pt x="325" y="104"/>
                    </a:lnTo>
                    <a:lnTo>
                      <a:pt x="325" y="104"/>
                    </a:lnTo>
                    <a:lnTo>
                      <a:pt x="325" y="104"/>
                    </a:lnTo>
                    <a:lnTo>
                      <a:pt x="325" y="102"/>
                    </a:lnTo>
                    <a:lnTo>
                      <a:pt x="322" y="102"/>
                    </a:lnTo>
                    <a:lnTo>
                      <a:pt x="322" y="102"/>
                    </a:lnTo>
                    <a:lnTo>
                      <a:pt x="322" y="102"/>
                    </a:lnTo>
                    <a:lnTo>
                      <a:pt x="322" y="102"/>
                    </a:lnTo>
                    <a:lnTo>
                      <a:pt x="320" y="102"/>
                    </a:lnTo>
                    <a:lnTo>
                      <a:pt x="320" y="102"/>
                    </a:lnTo>
                    <a:lnTo>
                      <a:pt x="320" y="102"/>
                    </a:lnTo>
                    <a:lnTo>
                      <a:pt x="318" y="102"/>
                    </a:lnTo>
                    <a:lnTo>
                      <a:pt x="318" y="102"/>
                    </a:lnTo>
                    <a:lnTo>
                      <a:pt x="318" y="99"/>
                    </a:lnTo>
                    <a:lnTo>
                      <a:pt x="315" y="99"/>
                    </a:lnTo>
                    <a:lnTo>
                      <a:pt x="315" y="99"/>
                    </a:lnTo>
                    <a:lnTo>
                      <a:pt x="315" y="99"/>
                    </a:lnTo>
                    <a:lnTo>
                      <a:pt x="313" y="99"/>
                    </a:lnTo>
                    <a:lnTo>
                      <a:pt x="313" y="99"/>
                    </a:lnTo>
                    <a:lnTo>
                      <a:pt x="313" y="99"/>
                    </a:lnTo>
                    <a:lnTo>
                      <a:pt x="313" y="99"/>
                    </a:lnTo>
                    <a:lnTo>
                      <a:pt x="313" y="97"/>
                    </a:lnTo>
                    <a:lnTo>
                      <a:pt x="310" y="97"/>
                    </a:lnTo>
                    <a:lnTo>
                      <a:pt x="310" y="97"/>
                    </a:lnTo>
                    <a:lnTo>
                      <a:pt x="310" y="97"/>
                    </a:lnTo>
                    <a:lnTo>
                      <a:pt x="310" y="97"/>
                    </a:lnTo>
                    <a:lnTo>
                      <a:pt x="308" y="97"/>
                    </a:lnTo>
                    <a:lnTo>
                      <a:pt x="308" y="97"/>
                    </a:lnTo>
                    <a:lnTo>
                      <a:pt x="308" y="97"/>
                    </a:lnTo>
                    <a:lnTo>
                      <a:pt x="306" y="97"/>
                    </a:lnTo>
                    <a:lnTo>
                      <a:pt x="306" y="97"/>
                    </a:lnTo>
                    <a:lnTo>
                      <a:pt x="306" y="97"/>
                    </a:lnTo>
                    <a:lnTo>
                      <a:pt x="303" y="97"/>
                    </a:lnTo>
                    <a:lnTo>
                      <a:pt x="303" y="97"/>
                    </a:lnTo>
                    <a:lnTo>
                      <a:pt x="301" y="97"/>
                    </a:lnTo>
                    <a:lnTo>
                      <a:pt x="301" y="97"/>
                    </a:lnTo>
                    <a:lnTo>
                      <a:pt x="301" y="95"/>
                    </a:lnTo>
                    <a:lnTo>
                      <a:pt x="301" y="95"/>
                    </a:lnTo>
                    <a:lnTo>
                      <a:pt x="301" y="95"/>
                    </a:lnTo>
                    <a:lnTo>
                      <a:pt x="301" y="95"/>
                    </a:lnTo>
                    <a:lnTo>
                      <a:pt x="301" y="92"/>
                    </a:lnTo>
                    <a:lnTo>
                      <a:pt x="301" y="92"/>
                    </a:lnTo>
                    <a:lnTo>
                      <a:pt x="301" y="92"/>
                    </a:lnTo>
                    <a:lnTo>
                      <a:pt x="301" y="92"/>
                    </a:lnTo>
                    <a:lnTo>
                      <a:pt x="301" y="92"/>
                    </a:lnTo>
                    <a:lnTo>
                      <a:pt x="301" y="90"/>
                    </a:lnTo>
                    <a:lnTo>
                      <a:pt x="299" y="90"/>
                    </a:lnTo>
                    <a:lnTo>
                      <a:pt x="299" y="90"/>
                    </a:lnTo>
                    <a:lnTo>
                      <a:pt x="296" y="90"/>
                    </a:lnTo>
                    <a:lnTo>
                      <a:pt x="296" y="90"/>
                    </a:lnTo>
                    <a:lnTo>
                      <a:pt x="296" y="90"/>
                    </a:lnTo>
                    <a:lnTo>
                      <a:pt x="296" y="90"/>
                    </a:lnTo>
                    <a:lnTo>
                      <a:pt x="294" y="90"/>
                    </a:lnTo>
                    <a:lnTo>
                      <a:pt x="294" y="90"/>
                    </a:lnTo>
                    <a:lnTo>
                      <a:pt x="294" y="90"/>
                    </a:lnTo>
                    <a:lnTo>
                      <a:pt x="294" y="88"/>
                    </a:lnTo>
                    <a:lnTo>
                      <a:pt x="292" y="88"/>
                    </a:lnTo>
                    <a:lnTo>
                      <a:pt x="292" y="88"/>
                    </a:lnTo>
                    <a:lnTo>
                      <a:pt x="294" y="88"/>
                    </a:lnTo>
                    <a:lnTo>
                      <a:pt x="294" y="85"/>
                    </a:lnTo>
                    <a:lnTo>
                      <a:pt x="294" y="85"/>
                    </a:lnTo>
                    <a:lnTo>
                      <a:pt x="294" y="85"/>
                    </a:lnTo>
                    <a:lnTo>
                      <a:pt x="296" y="85"/>
                    </a:lnTo>
                    <a:lnTo>
                      <a:pt x="296" y="85"/>
                    </a:lnTo>
                    <a:lnTo>
                      <a:pt x="296" y="85"/>
                    </a:lnTo>
                    <a:lnTo>
                      <a:pt x="296" y="85"/>
                    </a:lnTo>
                    <a:lnTo>
                      <a:pt x="299" y="85"/>
                    </a:lnTo>
                    <a:lnTo>
                      <a:pt x="299" y="85"/>
                    </a:lnTo>
                    <a:lnTo>
                      <a:pt x="299" y="85"/>
                    </a:lnTo>
                    <a:lnTo>
                      <a:pt x="301" y="85"/>
                    </a:lnTo>
                    <a:lnTo>
                      <a:pt x="301" y="83"/>
                    </a:lnTo>
                    <a:lnTo>
                      <a:pt x="301" y="83"/>
                    </a:lnTo>
                    <a:lnTo>
                      <a:pt x="301" y="83"/>
                    </a:lnTo>
                    <a:lnTo>
                      <a:pt x="301" y="83"/>
                    </a:lnTo>
                    <a:lnTo>
                      <a:pt x="303" y="83"/>
                    </a:lnTo>
                    <a:lnTo>
                      <a:pt x="303" y="83"/>
                    </a:lnTo>
                    <a:lnTo>
                      <a:pt x="306" y="83"/>
                    </a:lnTo>
                    <a:lnTo>
                      <a:pt x="306" y="83"/>
                    </a:lnTo>
                    <a:lnTo>
                      <a:pt x="306" y="83"/>
                    </a:lnTo>
                    <a:lnTo>
                      <a:pt x="308" y="83"/>
                    </a:lnTo>
                    <a:lnTo>
                      <a:pt x="308" y="80"/>
                    </a:lnTo>
                    <a:lnTo>
                      <a:pt x="308" y="80"/>
                    </a:lnTo>
                    <a:lnTo>
                      <a:pt x="308" y="80"/>
                    </a:lnTo>
                    <a:lnTo>
                      <a:pt x="308" y="80"/>
                    </a:lnTo>
                    <a:lnTo>
                      <a:pt x="310" y="80"/>
                    </a:lnTo>
                    <a:lnTo>
                      <a:pt x="310" y="80"/>
                    </a:lnTo>
                    <a:lnTo>
                      <a:pt x="313" y="80"/>
                    </a:lnTo>
                    <a:lnTo>
                      <a:pt x="313" y="78"/>
                    </a:lnTo>
                    <a:lnTo>
                      <a:pt x="313" y="78"/>
                    </a:lnTo>
                    <a:lnTo>
                      <a:pt x="313" y="78"/>
                    </a:lnTo>
                    <a:lnTo>
                      <a:pt x="313" y="78"/>
                    </a:lnTo>
                    <a:lnTo>
                      <a:pt x="313" y="76"/>
                    </a:lnTo>
                    <a:lnTo>
                      <a:pt x="313" y="76"/>
                    </a:lnTo>
                    <a:lnTo>
                      <a:pt x="313" y="76"/>
                    </a:lnTo>
                    <a:lnTo>
                      <a:pt x="313" y="76"/>
                    </a:lnTo>
                    <a:lnTo>
                      <a:pt x="313" y="76"/>
                    </a:lnTo>
                    <a:lnTo>
                      <a:pt x="313" y="73"/>
                    </a:lnTo>
                    <a:lnTo>
                      <a:pt x="310" y="73"/>
                    </a:lnTo>
                    <a:lnTo>
                      <a:pt x="310" y="73"/>
                    </a:lnTo>
                    <a:lnTo>
                      <a:pt x="310" y="73"/>
                    </a:lnTo>
                    <a:lnTo>
                      <a:pt x="308" y="73"/>
                    </a:lnTo>
                    <a:lnTo>
                      <a:pt x="308" y="71"/>
                    </a:lnTo>
                    <a:lnTo>
                      <a:pt x="308" y="71"/>
                    </a:lnTo>
                    <a:lnTo>
                      <a:pt x="308" y="71"/>
                    </a:lnTo>
                    <a:lnTo>
                      <a:pt x="308" y="71"/>
                    </a:lnTo>
                    <a:lnTo>
                      <a:pt x="308" y="69"/>
                    </a:lnTo>
                    <a:lnTo>
                      <a:pt x="306" y="69"/>
                    </a:lnTo>
                    <a:lnTo>
                      <a:pt x="306" y="69"/>
                    </a:lnTo>
                    <a:lnTo>
                      <a:pt x="306" y="66"/>
                    </a:lnTo>
                    <a:lnTo>
                      <a:pt x="308" y="66"/>
                    </a:lnTo>
                    <a:lnTo>
                      <a:pt x="308" y="66"/>
                    </a:lnTo>
                    <a:lnTo>
                      <a:pt x="308" y="66"/>
                    </a:lnTo>
                    <a:lnTo>
                      <a:pt x="308" y="66"/>
                    </a:lnTo>
                    <a:lnTo>
                      <a:pt x="310" y="66"/>
                    </a:lnTo>
                    <a:lnTo>
                      <a:pt x="310" y="66"/>
                    </a:lnTo>
                    <a:lnTo>
                      <a:pt x="310" y="66"/>
                    </a:lnTo>
                    <a:lnTo>
                      <a:pt x="313" y="66"/>
                    </a:lnTo>
                    <a:lnTo>
                      <a:pt x="313" y="66"/>
                    </a:lnTo>
                    <a:lnTo>
                      <a:pt x="313" y="64"/>
                    </a:lnTo>
                    <a:lnTo>
                      <a:pt x="313" y="64"/>
                    </a:lnTo>
                    <a:lnTo>
                      <a:pt x="313" y="64"/>
                    </a:lnTo>
                    <a:lnTo>
                      <a:pt x="313" y="61"/>
                    </a:lnTo>
                    <a:lnTo>
                      <a:pt x="313" y="61"/>
                    </a:lnTo>
                    <a:lnTo>
                      <a:pt x="315" y="61"/>
                    </a:lnTo>
                    <a:lnTo>
                      <a:pt x="315" y="61"/>
                    </a:lnTo>
                    <a:lnTo>
                      <a:pt x="315" y="61"/>
                    </a:lnTo>
                    <a:lnTo>
                      <a:pt x="315" y="61"/>
                    </a:lnTo>
                    <a:lnTo>
                      <a:pt x="315" y="61"/>
                    </a:lnTo>
                    <a:lnTo>
                      <a:pt x="318" y="61"/>
                    </a:lnTo>
                    <a:lnTo>
                      <a:pt x="318" y="59"/>
                    </a:lnTo>
                    <a:lnTo>
                      <a:pt x="318" y="59"/>
                    </a:lnTo>
                    <a:lnTo>
                      <a:pt x="320" y="59"/>
                    </a:lnTo>
                    <a:lnTo>
                      <a:pt x="320" y="61"/>
                    </a:lnTo>
                    <a:lnTo>
                      <a:pt x="320" y="61"/>
                    </a:lnTo>
                    <a:lnTo>
                      <a:pt x="320" y="61"/>
                    </a:lnTo>
                    <a:lnTo>
                      <a:pt x="322" y="61"/>
                    </a:lnTo>
                    <a:lnTo>
                      <a:pt x="322" y="61"/>
                    </a:lnTo>
                    <a:lnTo>
                      <a:pt x="322" y="59"/>
                    </a:lnTo>
                    <a:lnTo>
                      <a:pt x="322" y="59"/>
                    </a:lnTo>
                    <a:lnTo>
                      <a:pt x="322" y="61"/>
                    </a:lnTo>
                    <a:lnTo>
                      <a:pt x="325" y="61"/>
                    </a:lnTo>
                    <a:lnTo>
                      <a:pt x="325" y="61"/>
                    </a:lnTo>
                    <a:lnTo>
                      <a:pt x="327" y="61"/>
                    </a:lnTo>
                    <a:lnTo>
                      <a:pt x="327" y="61"/>
                    </a:lnTo>
                    <a:lnTo>
                      <a:pt x="327" y="61"/>
                    </a:lnTo>
                    <a:lnTo>
                      <a:pt x="327" y="61"/>
                    </a:lnTo>
                    <a:lnTo>
                      <a:pt x="327" y="61"/>
                    </a:lnTo>
                    <a:lnTo>
                      <a:pt x="329" y="61"/>
                    </a:lnTo>
                    <a:lnTo>
                      <a:pt x="329" y="61"/>
                    </a:lnTo>
                    <a:lnTo>
                      <a:pt x="329" y="61"/>
                    </a:lnTo>
                    <a:lnTo>
                      <a:pt x="332" y="61"/>
                    </a:lnTo>
                    <a:lnTo>
                      <a:pt x="332" y="61"/>
                    </a:lnTo>
                    <a:lnTo>
                      <a:pt x="332" y="61"/>
                    </a:lnTo>
                    <a:lnTo>
                      <a:pt x="334" y="61"/>
                    </a:lnTo>
                    <a:lnTo>
                      <a:pt x="334" y="61"/>
                    </a:lnTo>
                    <a:lnTo>
                      <a:pt x="334" y="61"/>
                    </a:lnTo>
                    <a:lnTo>
                      <a:pt x="337" y="61"/>
                    </a:lnTo>
                    <a:lnTo>
                      <a:pt x="337" y="61"/>
                    </a:lnTo>
                    <a:lnTo>
                      <a:pt x="337" y="61"/>
                    </a:lnTo>
                    <a:lnTo>
                      <a:pt x="337" y="59"/>
                    </a:lnTo>
                    <a:lnTo>
                      <a:pt x="337" y="59"/>
                    </a:lnTo>
                    <a:lnTo>
                      <a:pt x="337" y="57"/>
                    </a:lnTo>
                    <a:lnTo>
                      <a:pt x="337" y="57"/>
                    </a:lnTo>
                    <a:lnTo>
                      <a:pt x="334" y="57"/>
                    </a:lnTo>
                    <a:lnTo>
                      <a:pt x="334" y="57"/>
                    </a:lnTo>
                    <a:lnTo>
                      <a:pt x="334" y="57"/>
                    </a:lnTo>
                    <a:lnTo>
                      <a:pt x="332" y="57"/>
                    </a:lnTo>
                    <a:lnTo>
                      <a:pt x="332" y="57"/>
                    </a:lnTo>
                    <a:lnTo>
                      <a:pt x="332" y="57"/>
                    </a:lnTo>
                    <a:lnTo>
                      <a:pt x="329" y="57"/>
                    </a:lnTo>
                    <a:lnTo>
                      <a:pt x="329" y="57"/>
                    </a:lnTo>
                    <a:lnTo>
                      <a:pt x="329" y="57"/>
                    </a:lnTo>
                    <a:lnTo>
                      <a:pt x="329" y="57"/>
                    </a:lnTo>
                    <a:lnTo>
                      <a:pt x="327" y="57"/>
                    </a:lnTo>
                    <a:lnTo>
                      <a:pt x="327" y="54"/>
                    </a:lnTo>
                    <a:lnTo>
                      <a:pt x="327" y="54"/>
                    </a:lnTo>
                    <a:lnTo>
                      <a:pt x="327" y="54"/>
                    </a:lnTo>
                    <a:lnTo>
                      <a:pt x="327" y="57"/>
                    </a:lnTo>
                    <a:lnTo>
                      <a:pt x="325" y="57"/>
                    </a:lnTo>
                    <a:lnTo>
                      <a:pt x="325" y="57"/>
                    </a:lnTo>
                    <a:lnTo>
                      <a:pt x="322" y="57"/>
                    </a:lnTo>
                    <a:lnTo>
                      <a:pt x="322" y="57"/>
                    </a:lnTo>
                    <a:lnTo>
                      <a:pt x="322" y="54"/>
                    </a:lnTo>
                    <a:lnTo>
                      <a:pt x="322" y="54"/>
                    </a:lnTo>
                    <a:lnTo>
                      <a:pt x="320" y="54"/>
                    </a:lnTo>
                    <a:lnTo>
                      <a:pt x="320" y="54"/>
                    </a:lnTo>
                    <a:lnTo>
                      <a:pt x="320" y="54"/>
                    </a:lnTo>
                    <a:lnTo>
                      <a:pt x="320" y="54"/>
                    </a:lnTo>
                    <a:lnTo>
                      <a:pt x="320" y="54"/>
                    </a:lnTo>
                    <a:lnTo>
                      <a:pt x="318" y="54"/>
                    </a:lnTo>
                    <a:lnTo>
                      <a:pt x="318" y="54"/>
                    </a:lnTo>
                    <a:lnTo>
                      <a:pt x="318" y="54"/>
                    </a:lnTo>
                    <a:lnTo>
                      <a:pt x="315" y="54"/>
                    </a:lnTo>
                    <a:lnTo>
                      <a:pt x="315" y="52"/>
                    </a:lnTo>
                    <a:lnTo>
                      <a:pt x="315" y="52"/>
                    </a:lnTo>
                    <a:lnTo>
                      <a:pt x="315" y="50"/>
                    </a:lnTo>
                    <a:lnTo>
                      <a:pt x="318" y="50"/>
                    </a:lnTo>
                    <a:lnTo>
                      <a:pt x="318" y="50"/>
                    </a:lnTo>
                    <a:lnTo>
                      <a:pt x="318" y="50"/>
                    </a:lnTo>
                    <a:lnTo>
                      <a:pt x="318" y="47"/>
                    </a:lnTo>
                    <a:lnTo>
                      <a:pt x="320" y="47"/>
                    </a:lnTo>
                    <a:lnTo>
                      <a:pt x="320" y="47"/>
                    </a:lnTo>
                    <a:lnTo>
                      <a:pt x="320" y="47"/>
                    </a:lnTo>
                    <a:lnTo>
                      <a:pt x="320" y="50"/>
                    </a:lnTo>
                    <a:lnTo>
                      <a:pt x="322" y="50"/>
                    </a:lnTo>
                    <a:lnTo>
                      <a:pt x="322" y="50"/>
                    </a:lnTo>
                    <a:lnTo>
                      <a:pt x="322" y="50"/>
                    </a:lnTo>
                    <a:lnTo>
                      <a:pt x="325" y="50"/>
                    </a:lnTo>
                    <a:lnTo>
                      <a:pt x="325" y="47"/>
                    </a:lnTo>
                    <a:lnTo>
                      <a:pt x="325" y="47"/>
                    </a:lnTo>
                    <a:lnTo>
                      <a:pt x="325" y="47"/>
                    </a:lnTo>
                    <a:lnTo>
                      <a:pt x="325" y="47"/>
                    </a:lnTo>
                    <a:lnTo>
                      <a:pt x="325" y="47"/>
                    </a:lnTo>
                    <a:lnTo>
                      <a:pt x="322" y="47"/>
                    </a:lnTo>
                    <a:lnTo>
                      <a:pt x="322" y="47"/>
                    </a:lnTo>
                    <a:lnTo>
                      <a:pt x="322" y="47"/>
                    </a:lnTo>
                    <a:lnTo>
                      <a:pt x="320" y="47"/>
                    </a:lnTo>
                    <a:lnTo>
                      <a:pt x="320" y="47"/>
                    </a:lnTo>
                    <a:lnTo>
                      <a:pt x="320" y="47"/>
                    </a:lnTo>
                    <a:lnTo>
                      <a:pt x="320" y="47"/>
                    </a:lnTo>
                    <a:lnTo>
                      <a:pt x="320" y="47"/>
                    </a:lnTo>
                    <a:lnTo>
                      <a:pt x="318" y="47"/>
                    </a:lnTo>
                    <a:lnTo>
                      <a:pt x="318" y="47"/>
                    </a:lnTo>
                    <a:lnTo>
                      <a:pt x="315" y="47"/>
                    </a:lnTo>
                    <a:lnTo>
                      <a:pt x="315" y="47"/>
                    </a:lnTo>
                    <a:lnTo>
                      <a:pt x="315" y="47"/>
                    </a:lnTo>
                    <a:lnTo>
                      <a:pt x="313" y="47"/>
                    </a:lnTo>
                    <a:lnTo>
                      <a:pt x="313" y="45"/>
                    </a:lnTo>
                    <a:lnTo>
                      <a:pt x="313" y="45"/>
                    </a:lnTo>
                    <a:lnTo>
                      <a:pt x="313" y="45"/>
                    </a:lnTo>
                    <a:lnTo>
                      <a:pt x="310" y="45"/>
                    </a:lnTo>
                    <a:lnTo>
                      <a:pt x="310" y="45"/>
                    </a:lnTo>
                    <a:lnTo>
                      <a:pt x="313" y="45"/>
                    </a:lnTo>
                    <a:lnTo>
                      <a:pt x="313" y="45"/>
                    </a:lnTo>
                    <a:lnTo>
                      <a:pt x="313" y="45"/>
                    </a:lnTo>
                    <a:lnTo>
                      <a:pt x="313" y="42"/>
                    </a:lnTo>
                    <a:lnTo>
                      <a:pt x="315" y="42"/>
                    </a:lnTo>
                    <a:lnTo>
                      <a:pt x="315" y="42"/>
                    </a:lnTo>
                    <a:lnTo>
                      <a:pt x="315" y="42"/>
                    </a:lnTo>
                    <a:lnTo>
                      <a:pt x="315" y="42"/>
                    </a:lnTo>
                    <a:lnTo>
                      <a:pt x="315" y="40"/>
                    </a:lnTo>
                    <a:lnTo>
                      <a:pt x="318" y="40"/>
                    </a:lnTo>
                    <a:lnTo>
                      <a:pt x="318" y="40"/>
                    </a:lnTo>
                    <a:lnTo>
                      <a:pt x="315" y="40"/>
                    </a:lnTo>
                    <a:lnTo>
                      <a:pt x="315" y="38"/>
                    </a:lnTo>
                    <a:lnTo>
                      <a:pt x="315" y="38"/>
                    </a:lnTo>
                    <a:lnTo>
                      <a:pt x="315" y="38"/>
                    </a:lnTo>
                    <a:lnTo>
                      <a:pt x="313" y="38"/>
                    </a:lnTo>
                    <a:lnTo>
                      <a:pt x="313" y="38"/>
                    </a:lnTo>
                    <a:lnTo>
                      <a:pt x="313" y="38"/>
                    </a:lnTo>
                    <a:lnTo>
                      <a:pt x="313" y="38"/>
                    </a:lnTo>
                    <a:lnTo>
                      <a:pt x="313" y="38"/>
                    </a:lnTo>
                    <a:lnTo>
                      <a:pt x="315" y="38"/>
                    </a:lnTo>
                    <a:lnTo>
                      <a:pt x="315" y="38"/>
                    </a:lnTo>
                    <a:lnTo>
                      <a:pt x="315" y="38"/>
                    </a:lnTo>
                    <a:lnTo>
                      <a:pt x="315" y="38"/>
                    </a:lnTo>
                    <a:lnTo>
                      <a:pt x="318" y="38"/>
                    </a:lnTo>
                    <a:lnTo>
                      <a:pt x="318" y="38"/>
                    </a:lnTo>
                    <a:lnTo>
                      <a:pt x="318" y="38"/>
                    </a:lnTo>
                    <a:lnTo>
                      <a:pt x="318" y="35"/>
                    </a:lnTo>
                    <a:lnTo>
                      <a:pt x="318" y="35"/>
                    </a:lnTo>
                    <a:lnTo>
                      <a:pt x="320" y="35"/>
                    </a:lnTo>
                    <a:lnTo>
                      <a:pt x="320" y="33"/>
                    </a:lnTo>
                    <a:lnTo>
                      <a:pt x="320" y="33"/>
                    </a:lnTo>
                    <a:lnTo>
                      <a:pt x="320" y="33"/>
                    </a:lnTo>
                    <a:lnTo>
                      <a:pt x="322" y="33"/>
                    </a:lnTo>
                    <a:lnTo>
                      <a:pt x="322" y="33"/>
                    </a:lnTo>
                    <a:lnTo>
                      <a:pt x="322" y="35"/>
                    </a:lnTo>
                    <a:lnTo>
                      <a:pt x="322" y="35"/>
                    </a:lnTo>
                    <a:lnTo>
                      <a:pt x="322" y="35"/>
                    </a:lnTo>
                    <a:lnTo>
                      <a:pt x="325" y="35"/>
                    </a:lnTo>
                    <a:lnTo>
                      <a:pt x="325" y="35"/>
                    </a:lnTo>
                    <a:lnTo>
                      <a:pt x="325" y="38"/>
                    </a:lnTo>
                    <a:lnTo>
                      <a:pt x="327" y="38"/>
                    </a:lnTo>
                    <a:lnTo>
                      <a:pt x="327" y="35"/>
                    </a:lnTo>
                    <a:lnTo>
                      <a:pt x="327" y="35"/>
                    </a:lnTo>
                    <a:lnTo>
                      <a:pt x="327" y="35"/>
                    </a:lnTo>
                    <a:lnTo>
                      <a:pt x="327" y="35"/>
                    </a:lnTo>
                    <a:lnTo>
                      <a:pt x="329" y="35"/>
                    </a:lnTo>
                    <a:lnTo>
                      <a:pt x="329" y="35"/>
                    </a:lnTo>
                    <a:lnTo>
                      <a:pt x="329" y="35"/>
                    </a:lnTo>
                    <a:lnTo>
                      <a:pt x="329" y="35"/>
                    </a:lnTo>
                    <a:lnTo>
                      <a:pt x="332" y="35"/>
                    </a:lnTo>
                    <a:lnTo>
                      <a:pt x="332" y="38"/>
                    </a:lnTo>
                    <a:lnTo>
                      <a:pt x="332" y="38"/>
                    </a:lnTo>
                    <a:lnTo>
                      <a:pt x="334" y="38"/>
                    </a:lnTo>
                    <a:lnTo>
                      <a:pt x="334" y="38"/>
                    </a:lnTo>
                    <a:lnTo>
                      <a:pt x="334" y="38"/>
                    </a:lnTo>
                    <a:lnTo>
                      <a:pt x="334" y="35"/>
                    </a:lnTo>
                    <a:lnTo>
                      <a:pt x="334" y="35"/>
                    </a:lnTo>
                    <a:lnTo>
                      <a:pt x="334" y="35"/>
                    </a:lnTo>
                    <a:lnTo>
                      <a:pt x="334" y="35"/>
                    </a:lnTo>
                    <a:lnTo>
                      <a:pt x="337" y="35"/>
                    </a:lnTo>
                    <a:lnTo>
                      <a:pt x="337" y="35"/>
                    </a:lnTo>
                    <a:lnTo>
                      <a:pt x="339" y="35"/>
                    </a:lnTo>
                    <a:lnTo>
                      <a:pt x="339" y="35"/>
                    </a:lnTo>
                    <a:lnTo>
                      <a:pt x="339" y="35"/>
                    </a:lnTo>
                    <a:lnTo>
                      <a:pt x="341" y="35"/>
                    </a:lnTo>
                    <a:lnTo>
                      <a:pt x="341" y="35"/>
                    </a:lnTo>
                    <a:lnTo>
                      <a:pt x="341" y="35"/>
                    </a:lnTo>
                    <a:lnTo>
                      <a:pt x="344" y="35"/>
                    </a:lnTo>
                    <a:lnTo>
                      <a:pt x="344" y="35"/>
                    </a:lnTo>
                    <a:lnTo>
                      <a:pt x="344" y="35"/>
                    </a:lnTo>
                    <a:lnTo>
                      <a:pt x="344" y="35"/>
                    </a:lnTo>
                    <a:lnTo>
                      <a:pt x="344" y="38"/>
                    </a:lnTo>
                    <a:lnTo>
                      <a:pt x="344" y="38"/>
                    </a:lnTo>
                    <a:lnTo>
                      <a:pt x="344" y="38"/>
                    </a:lnTo>
                    <a:lnTo>
                      <a:pt x="346" y="38"/>
                    </a:lnTo>
                    <a:lnTo>
                      <a:pt x="346" y="38"/>
                    </a:lnTo>
                    <a:lnTo>
                      <a:pt x="346" y="38"/>
                    </a:lnTo>
                    <a:lnTo>
                      <a:pt x="346" y="38"/>
                    </a:lnTo>
                    <a:lnTo>
                      <a:pt x="346" y="35"/>
                    </a:lnTo>
                    <a:lnTo>
                      <a:pt x="348" y="35"/>
                    </a:lnTo>
                    <a:lnTo>
                      <a:pt x="348" y="35"/>
                    </a:lnTo>
                    <a:lnTo>
                      <a:pt x="348" y="35"/>
                    </a:lnTo>
                    <a:lnTo>
                      <a:pt x="348" y="35"/>
                    </a:lnTo>
                    <a:lnTo>
                      <a:pt x="351" y="35"/>
                    </a:lnTo>
                    <a:lnTo>
                      <a:pt x="351" y="33"/>
                    </a:lnTo>
                    <a:lnTo>
                      <a:pt x="351" y="33"/>
                    </a:lnTo>
                    <a:lnTo>
                      <a:pt x="353" y="33"/>
                    </a:lnTo>
                    <a:lnTo>
                      <a:pt x="353" y="33"/>
                    </a:lnTo>
                    <a:lnTo>
                      <a:pt x="353" y="33"/>
                    </a:lnTo>
                    <a:lnTo>
                      <a:pt x="353" y="33"/>
                    </a:lnTo>
                    <a:lnTo>
                      <a:pt x="355" y="33"/>
                    </a:lnTo>
                    <a:lnTo>
                      <a:pt x="355" y="33"/>
                    </a:lnTo>
                    <a:lnTo>
                      <a:pt x="355" y="33"/>
                    </a:lnTo>
                    <a:lnTo>
                      <a:pt x="355" y="33"/>
                    </a:lnTo>
                    <a:lnTo>
                      <a:pt x="358" y="33"/>
                    </a:lnTo>
                    <a:lnTo>
                      <a:pt x="358" y="33"/>
                    </a:lnTo>
                    <a:lnTo>
                      <a:pt x="358" y="33"/>
                    </a:lnTo>
                    <a:lnTo>
                      <a:pt x="360" y="33"/>
                    </a:lnTo>
                    <a:lnTo>
                      <a:pt x="360" y="31"/>
                    </a:lnTo>
                    <a:lnTo>
                      <a:pt x="360" y="31"/>
                    </a:lnTo>
                    <a:lnTo>
                      <a:pt x="360" y="31"/>
                    </a:lnTo>
                    <a:lnTo>
                      <a:pt x="360" y="31"/>
                    </a:lnTo>
                    <a:lnTo>
                      <a:pt x="363" y="31"/>
                    </a:lnTo>
                    <a:lnTo>
                      <a:pt x="363" y="31"/>
                    </a:lnTo>
                    <a:lnTo>
                      <a:pt x="363" y="31"/>
                    </a:lnTo>
                    <a:lnTo>
                      <a:pt x="365" y="31"/>
                    </a:lnTo>
                    <a:lnTo>
                      <a:pt x="365" y="31"/>
                    </a:lnTo>
                    <a:lnTo>
                      <a:pt x="367" y="31"/>
                    </a:lnTo>
                    <a:lnTo>
                      <a:pt x="367" y="31"/>
                    </a:lnTo>
                    <a:lnTo>
                      <a:pt x="367" y="31"/>
                    </a:lnTo>
                    <a:lnTo>
                      <a:pt x="370" y="31"/>
                    </a:lnTo>
                    <a:lnTo>
                      <a:pt x="370" y="28"/>
                    </a:lnTo>
                    <a:lnTo>
                      <a:pt x="370" y="28"/>
                    </a:lnTo>
                    <a:lnTo>
                      <a:pt x="372" y="28"/>
                    </a:lnTo>
                    <a:lnTo>
                      <a:pt x="372" y="28"/>
                    </a:lnTo>
                    <a:lnTo>
                      <a:pt x="372" y="28"/>
                    </a:lnTo>
                    <a:lnTo>
                      <a:pt x="372" y="28"/>
                    </a:lnTo>
                    <a:lnTo>
                      <a:pt x="374" y="28"/>
                    </a:lnTo>
                    <a:lnTo>
                      <a:pt x="374" y="28"/>
                    </a:lnTo>
                    <a:lnTo>
                      <a:pt x="374" y="28"/>
                    </a:lnTo>
                    <a:lnTo>
                      <a:pt x="377" y="28"/>
                    </a:lnTo>
                    <a:lnTo>
                      <a:pt x="377" y="28"/>
                    </a:lnTo>
                    <a:lnTo>
                      <a:pt x="379" y="28"/>
                    </a:lnTo>
                    <a:lnTo>
                      <a:pt x="379" y="28"/>
                    </a:lnTo>
                    <a:lnTo>
                      <a:pt x="379" y="26"/>
                    </a:lnTo>
                    <a:lnTo>
                      <a:pt x="379" y="26"/>
                    </a:lnTo>
                    <a:lnTo>
                      <a:pt x="379" y="28"/>
                    </a:lnTo>
                    <a:lnTo>
                      <a:pt x="382" y="28"/>
                    </a:lnTo>
                    <a:lnTo>
                      <a:pt x="382" y="28"/>
                    </a:lnTo>
                    <a:lnTo>
                      <a:pt x="382" y="26"/>
                    </a:lnTo>
                    <a:lnTo>
                      <a:pt x="382" y="26"/>
                    </a:lnTo>
                    <a:lnTo>
                      <a:pt x="384" y="26"/>
                    </a:lnTo>
                    <a:lnTo>
                      <a:pt x="384" y="26"/>
                    </a:lnTo>
                    <a:lnTo>
                      <a:pt x="386" y="26"/>
                    </a:lnTo>
                    <a:lnTo>
                      <a:pt x="386" y="26"/>
                    </a:lnTo>
                    <a:lnTo>
                      <a:pt x="386" y="26"/>
                    </a:lnTo>
                    <a:lnTo>
                      <a:pt x="386" y="26"/>
                    </a:lnTo>
                    <a:lnTo>
                      <a:pt x="389" y="26"/>
                    </a:lnTo>
                    <a:lnTo>
                      <a:pt x="389" y="26"/>
                    </a:lnTo>
                    <a:lnTo>
                      <a:pt x="389" y="26"/>
                    </a:lnTo>
                    <a:lnTo>
                      <a:pt x="391" y="26"/>
                    </a:lnTo>
                    <a:lnTo>
                      <a:pt x="391" y="26"/>
                    </a:lnTo>
                    <a:lnTo>
                      <a:pt x="391" y="26"/>
                    </a:lnTo>
                    <a:lnTo>
                      <a:pt x="393" y="26"/>
                    </a:lnTo>
                    <a:lnTo>
                      <a:pt x="393" y="26"/>
                    </a:lnTo>
                    <a:lnTo>
                      <a:pt x="393" y="26"/>
                    </a:lnTo>
                    <a:lnTo>
                      <a:pt x="393" y="26"/>
                    </a:lnTo>
                    <a:lnTo>
                      <a:pt x="396" y="26"/>
                    </a:lnTo>
                    <a:lnTo>
                      <a:pt x="396" y="26"/>
                    </a:lnTo>
                    <a:lnTo>
                      <a:pt x="396" y="26"/>
                    </a:lnTo>
                    <a:lnTo>
                      <a:pt x="396" y="26"/>
                    </a:lnTo>
                    <a:lnTo>
                      <a:pt x="398" y="26"/>
                    </a:lnTo>
                    <a:lnTo>
                      <a:pt x="398" y="26"/>
                    </a:lnTo>
                    <a:lnTo>
                      <a:pt x="400" y="26"/>
                    </a:lnTo>
                    <a:lnTo>
                      <a:pt x="400" y="26"/>
                    </a:lnTo>
                    <a:lnTo>
                      <a:pt x="400" y="26"/>
                    </a:lnTo>
                    <a:lnTo>
                      <a:pt x="400" y="26"/>
                    </a:lnTo>
                    <a:lnTo>
                      <a:pt x="400" y="26"/>
                    </a:lnTo>
                    <a:lnTo>
                      <a:pt x="403" y="26"/>
                    </a:lnTo>
                    <a:lnTo>
                      <a:pt x="403" y="26"/>
                    </a:lnTo>
                    <a:lnTo>
                      <a:pt x="403" y="26"/>
                    </a:lnTo>
                    <a:lnTo>
                      <a:pt x="403" y="26"/>
                    </a:lnTo>
                    <a:lnTo>
                      <a:pt x="403" y="26"/>
                    </a:lnTo>
                    <a:lnTo>
                      <a:pt x="403" y="26"/>
                    </a:lnTo>
                    <a:lnTo>
                      <a:pt x="403" y="24"/>
                    </a:lnTo>
                    <a:lnTo>
                      <a:pt x="403" y="24"/>
                    </a:lnTo>
                    <a:lnTo>
                      <a:pt x="403" y="21"/>
                    </a:lnTo>
                    <a:lnTo>
                      <a:pt x="403" y="21"/>
                    </a:lnTo>
                    <a:lnTo>
                      <a:pt x="405" y="21"/>
                    </a:lnTo>
                    <a:lnTo>
                      <a:pt x="405" y="21"/>
                    </a:lnTo>
                    <a:lnTo>
                      <a:pt x="405" y="21"/>
                    </a:lnTo>
                    <a:lnTo>
                      <a:pt x="408" y="21"/>
                    </a:lnTo>
                    <a:lnTo>
                      <a:pt x="408" y="21"/>
                    </a:lnTo>
                    <a:lnTo>
                      <a:pt x="408" y="21"/>
                    </a:lnTo>
                    <a:lnTo>
                      <a:pt x="408" y="19"/>
                    </a:lnTo>
                    <a:lnTo>
                      <a:pt x="408" y="19"/>
                    </a:lnTo>
                    <a:lnTo>
                      <a:pt x="410" y="19"/>
                    </a:lnTo>
                    <a:lnTo>
                      <a:pt x="410" y="19"/>
                    </a:lnTo>
                    <a:lnTo>
                      <a:pt x="410" y="19"/>
                    </a:lnTo>
                    <a:lnTo>
                      <a:pt x="412" y="19"/>
                    </a:lnTo>
                    <a:lnTo>
                      <a:pt x="412" y="19"/>
                    </a:lnTo>
                    <a:lnTo>
                      <a:pt x="412" y="19"/>
                    </a:lnTo>
                    <a:lnTo>
                      <a:pt x="415" y="19"/>
                    </a:lnTo>
                    <a:lnTo>
                      <a:pt x="415" y="19"/>
                    </a:lnTo>
                    <a:lnTo>
                      <a:pt x="415" y="19"/>
                    </a:lnTo>
                    <a:lnTo>
                      <a:pt x="417" y="19"/>
                    </a:lnTo>
                    <a:lnTo>
                      <a:pt x="417" y="19"/>
                    </a:lnTo>
                    <a:lnTo>
                      <a:pt x="417" y="16"/>
                    </a:lnTo>
                    <a:lnTo>
                      <a:pt x="417" y="16"/>
                    </a:lnTo>
                    <a:lnTo>
                      <a:pt x="419" y="16"/>
                    </a:lnTo>
                    <a:lnTo>
                      <a:pt x="419" y="16"/>
                    </a:lnTo>
                    <a:lnTo>
                      <a:pt x="419" y="19"/>
                    </a:lnTo>
                    <a:lnTo>
                      <a:pt x="419" y="19"/>
                    </a:lnTo>
                    <a:lnTo>
                      <a:pt x="419" y="19"/>
                    </a:lnTo>
                    <a:lnTo>
                      <a:pt x="422" y="19"/>
                    </a:lnTo>
                    <a:lnTo>
                      <a:pt x="422" y="19"/>
                    </a:lnTo>
                    <a:lnTo>
                      <a:pt x="422" y="19"/>
                    </a:lnTo>
                    <a:lnTo>
                      <a:pt x="424" y="19"/>
                    </a:lnTo>
                    <a:lnTo>
                      <a:pt x="424" y="19"/>
                    </a:lnTo>
                    <a:lnTo>
                      <a:pt x="424" y="19"/>
                    </a:lnTo>
                    <a:lnTo>
                      <a:pt x="426" y="19"/>
                    </a:lnTo>
                    <a:lnTo>
                      <a:pt x="426" y="19"/>
                    </a:lnTo>
                    <a:lnTo>
                      <a:pt x="426" y="19"/>
                    </a:lnTo>
                    <a:lnTo>
                      <a:pt x="426" y="16"/>
                    </a:lnTo>
                    <a:lnTo>
                      <a:pt x="429" y="16"/>
                    </a:lnTo>
                    <a:lnTo>
                      <a:pt x="429" y="16"/>
                    </a:lnTo>
                    <a:lnTo>
                      <a:pt x="429" y="16"/>
                    </a:lnTo>
                    <a:lnTo>
                      <a:pt x="431" y="16"/>
                    </a:lnTo>
                    <a:lnTo>
                      <a:pt x="431" y="16"/>
                    </a:lnTo>
                    <a:lnTo>
                      <a:pt x="434" y="16"/>
                    </a:lnTo>
                    <a:lnTo>
                      <a:pt x="434" y="16"/>
                    </a:lnTo>
                    <a:lnTo>
                      <a:pt x="434" y="16"/>
                    </a:lnTo>
                    <a:lnTo>
                      <a:pt x="434" y="16"/>
                    </a:lnTo>
                    <a:lnTo>
                      <a:pt x="436" y="16"/>
                    </a:lnTo>
                    <a:lnTo>
                      <a:pt x="436" y="16"/>
                    </a:lnTo>
                    <a:lnTo>
                      <a:pt x="436" y="16"/>
                    </a:lnTo>
                    <a:lnTo>
                      <a:pt x="436" y="16"/>
                    </a:lnTo>
                    <a:lnTo>
                      <a:pt x="436" y="16"/>
                    </a:lnTo>
                    <a:lnTo>
                      <a:pt x="438" y="16"/>
                    </a:lnTo>
                    <a:lnTo>
                      <a:pt x="438" y="16"/>
                    </a:lnTo>
                    <a:lnTo>
                      <a:pt x="438" y="16"/>
                    </a:lnTo>
                    <a:lnTo>
                      <a:pt x="441" y="16"/>
                    </a:lnTo>
                    <a:lnTo>
                      <a:pt x="441" y="16"/>
                    </a:lnTo>
                    <a:lnTo>
                      <a:pt x="441" y="16"/>
                    </a:lnTo>
                    <a:lnTo>
                      <a:pt x="443" y="16"/>
                    </a:lnTo>
                    <a:lnTo>
                      <a:pt x="443" y="16"/>
                    </a:lnTo>
                    <a:lnTo>
                      <a:pt x="445" y="16"/>
                    </a:lnTo>
                    <a:lnTo>
                      <a:pt x="445" y="16"/>
                    </a:lnTo>
                    <a:lnTo>
                      <a:pt x="445" y="16"/>
                    </a:lnTo>
                    <a:lnTo>
                      <a:pt x="445" y="14"/>
                    </a:lnTo>
                    <a:lnTo>
                      <a:pt x="448" y="14"/>
                    </a:lnTo>
                    <a:lnTo>
                      <a:pt x="448" y="14"/>
                    </a:lnTo>
                    <a:lnTo>
                      <a:pt x="448" y="14"/>
                    </a:lnTo>
                    <a:lnTo>
                      <a:pt x="448" y="14"/>
                    </a:lnTo>
                    <a:lnTo>
                      <a:pt x="450" y="14"/>
                    </a:lnTo>
                    <a:lnTo>
                      <a:pt x="450" y="14"/>
                    </a:lnTo>
                    <a:lnTo>
                      <a:pt x="450" y="14"/>
                    </a:lnTo>
                    <a:lnTo>
                      <a:pt x="453" y="14"/>
                    </a:lnTo>
                    <a:lnTo>
                      <a:pt x="453" y="14"/>
                    </a:lnTo>
                    <a:lnTo>
                      <a:pt x="453" y="14"/>
                    </a:lnTo>
                    <a:lnTo>
                      <a:pt x="455" y="14"/>
                    </a:lnTo>
                    <a:lnTo>
                      <a:pt x="455" y="14"/>
                    </a:lnTo>
                    <a:lnTo>
                      <a:pt x="455" y="14"/>
                    </a:lnTo>
                    <a:lnTo>
                      <a:pt x="455" y="14"/>
                    </a:lnTo>
                    <a:lnTo>
                      <a:pt x="457" y="14"/>
                    </a:lnTo>
                    <a:lnTo>
                      <a:pt x="457" y="14"/>
                    </a:lnTo>
                    <a:lnTo>
                      <a:pt x="460" y="14"/>
                    </a:lnTo>
                    <a:lnTo>
                      <a:pt x="460" y="12"/>
                    </a:lnTo>
                    <a:lnTo>
                      <a:pt x="460" y="12"/>
                    </a:lnTo>
                    <a:lnTo>
                      <a:pt x="460" y="12"/>
                    </a:lnTo>
                    <a:lnTo>
                      <a:pt x="460" y="12"/>
                    </a:lnTo>
                    <a:lnTo>
                      <a:pt x="462" y="12"/>
                    </a:lnTo>
                    <a:lnTo>
                      <a:pt x="462" y="12"/>
                    </a:lnTo>
                    <a:lnTo>
                      <a:pt x="462" y="12"/>
                    </a:lnTo>
                    <a:lnTo>
                      <a:pt x="464" y="12"/>
                    </a:lnTo>
                    <a:lnTo>
                      <a:pt x="464" y="12"/>
                    </a:lnTo>
                    <a:lnTo>
                      <a:pt x="467" y="12"/>
                    </a:lnTo>
                    <a:lnTo>
                      <a:pt x="467" y="12"/>
                    </a:lnTo>
                    <a:lnTo>
                      <a:pt x="467" y="12"/>
                    </a:lnTo>
                    <a:lnTo>
                      <a:pt x="467" y="9"/>
                    </a:lnTo>
                    <a:lnTo>
                      <a:pt x="467" y="9"/>
                    </a:lnTo>
                    <a:lnTo>
                      <a:pt x="469" y="9"/>
                    </a:lnTo>
                    <a:lnTo>
                      <a:pt x="469" y="7"/>
                    </a:lnTo>
                    <a:lnTo>
                      <a:pt x="469" y="7"/>
                    </a:lnTo>
                    <a:lnTo>
                      <a:pt x="467" y="7"/>
                    </a:lnTo>
                    <a:lnTo>
                      <a:pt x="467" y="7"/>
                    </a:lnTo>
                    <a:lnTo>
                      <a:pt x="467" y="5"/>
                    </a:lnTo>
                    <a:lnTo>
                      <a:pt x="469" y="5"/>
                    </a:lnTo>
                    <a:lnTo>
                      <a:pt x="469" y="5"/>
                    </a:lnTo>
                    <a:lnTo>
                      <a:pt x="469" y="5"/>
                    </a:lnTo>
                    <a:lnTo>
                      <a:pt x="469" y="7"/>
                    </a:lnTo>
                    <a:lnTo>
                      <a:pt x="471" y="7"/>
                    </a:lnTo>
                    <a:lnTo>
                      <a:pt x="471" y="5"/>
                    </a:lnTo>
                    <a:lnTo>
                      <a:pt x="471" y="5"/>
                    </a:lnTo>
                    <a:lnTo>
                      <a:pt x="474" y="5"/>
                    </a:lnTo>
                    <a:lnTo>
                      <a:pt x="474" y="5"/>
                    </a:lnTo>
                    <a:lnTo>
                      <a:pt x="474" y="5"/>
                    </a:lnTo>
                    <a:lnTo>
                      <a:pt x="476" y="5"/>
                    </a:lnTo>
                    <a:lnTo>
                      <a:pt x="476" y="5"/>
                    </a:lnTo>
                    <a:lnTo>
                      <a:pt x="476" y="5"/>
                    </a:lnTo>
                    <a:lnTo>
                      <a:pt x="479" y="5"/>
                    </a:lnTo>
                    <a:lnTo>
                      <a:pt x="479" y="2"/>
                    </a:lnTo>
                    <a:lnTo>
                      <a:pt x="479" y="2"/>
                    </a:lnTo>
                    <a:lnTo>
                      <a:pt x="479" y="2"/>
                    </a:lnTo>
                    <a:lnTo>
                      <a:pt x="479" y="2"/>
                    </a:lnTo>
                    <a:lnTo>
                      <a:pt x="479" y="0"/>
                    </a:lnTo>
                    <a:lnTo>
                      <a:pt x="481" y="0"/>
                    </a:lnTo>
                    <a:lnTo>
                      <a:pt x="481" y="2"/>
                    </a:lnTo>
                    <a:lnTo>
                      <a:pt x="481" y="2"/>
                    </a:lnTo>
                    <a:lnTo>
                      <a:pt x="481" y="2"/>
                    </a:lnTo>
                    <a:lnTo>
                      <a:pt x="483" y="2"/>
                    </a:lnTo>
                    <a:lnTo>
                      <a:pt x="483" y="2"/>
                    </a:lnTo>
                    <a:lnTo>
                      <a:pt x="483" y="2"/>
                    </a:lnTo>
                    <a:lnTo>
                      <a:pt x="486" y="2"/>
                    </a:lnTo>
                    <a:lnTo>
                      <a:pt x="486" y="2"/>
                    </a:lnTo>
                    <a:lnTo>
                      <a:pt x="483" y="2"/>
                    </a:lnTo>
                    <a:lnTo>
                      <a:pt x="483" y="0"/>
                    </a:lnTo>
                    <a:lnTo>
                      <a:pt x="483" y="0"/>
                    </a:lnTo>
                    <a:lnTo>
                      <a:pt x="483" y="0"/>
                    </a:lnTo>
                    <a:lnTo>
                      <a:pt x="483" y="0"/>
                    </a:lnTo>
                    <a:lnTo>
                      <a:pt x="486" y="0"/>
                    </a:lnTo>
                    <a:lnTo>
                      <a:pt x="486" y="0"/>
                    </a:lnTo>
                    <a:lnTo>
                      <a:pt x="486" y="0"/>
                    </a:lnTo>
                    <a:lnTo>
                      <a:pt x="488" y="0"/>
                    </a:lnTo>
                    <a:lnTo>
                      <a:pt x="488" y="0"/>
                    </a:lnTo>
                    <a:lnTo>
                      <a:pt x="488" y="0"/>
                    </a:lnTo>
                    <a:lnTo>
                      <a:pt x="488" y="2"/>
                    </a:lnTo>
                    <a:lnTo>
                      <a:pt x="488" y="2"/>
                    </a:lnTo>
                    <a:lnTo>
                      <a:pt x="490" y="2"/>
                    </a:lnTo>
                    <a:lnTo>
                      <a:pt x="490" y="2"/>
                    </a:lnTo>
                    <a:lnTo>
                      <a:pt x="490" y="0"/>
                    </a:lnTo>
                    <a:lnTo>
                      <a:pt x="493" y="0"/>
                    </a:lnTo>
                    <a:lnTo>
                      <a:pt x="493" y="0"/>
                    </a:lnTo>
                    <a:lnTo>
                      <a:pt x="493" y="0"/>
                    </a:lnTo>
                    <a:lnTo>
                      <a:pt x="493" y="2"/>
                    </a:lnTo>
                    <a:lnTo>
                      <a:pt x="495" y="2"/>
                    </a:lnTo>
                    <a:lnTo>
                      <a:pt x="495" y="2"/>
                    </a:lnTo>
                    <a:lnTo>
                      <a:pt x="495" y="2"/>
                    </a:lnTo>
                    <a:lnTo>
                      <a:pt x="497" y="2"/>
                    </a:lnTo>
                    <a:lnTo>
                      <a:pt x="497" y="2"/>
                    </a:lnTo>
                    <a:lnTo>
                      <a:pt x="500" y="2"/>
                    </a:lnTo>
                    <a:lnTo>
                      <a:pt x="500" y="2"/>
                    </a:lnTo>
                    <a:lnTo>
                      <a:pt x="500" y="2"/>
                    </a:lnTo>
                    <a:lnTo>
                      <a:pt x="502" y="2"/>
                    </a:lnTo>
                    <a:lnTo>
                      <a:pt x="502" y="2"/>
                    </a:lnTo>
                    <a:lnTo>
                      <a:pt x="502" y="2"/>
                    </a:lnTo>
                    <a:lnTo>
                      <a:pt x="502" y="2"/>
                    </a:lnTo>
                    <a:lnTo>
                      <a:pt x="502" y="5"/>
                    </a:lnTo>
                    <a:lnTo>
                      <a:pt x="505" y="5"/>
                    </a:lnTo>
                    <a:lnTo>
                      <a:pt x="505" y="5"/>
                    </a:lnTo>
                    <a:lnTo>
                      <a:pt x="505" y="5"/>
                    </a:lnTo>
                    <a:lnTo>
                      <a:pt x="507" y="5"/>
                    </a:lnTo>
                    <a:lnTo>
                      <a:pt x="507" y="5"/>
                    </a:lnTo>
                    <a:lnTo>
                      <a:pt x="507" y="7"/>
                    </a:lnTo>
                    <a:lnTo>
                      <a:pt x="507" y="7"/>
                    </a:lnTo>
                    <a:lnTo>
                      <a:pt x="509" y="7"/>
                    </a:lnTo>
                    <a:lnTo>
                      <a:pt x="509" y="7"/>
                    </a:lnTo>
                    <a:lnTo>
                      <a:pt x="509" y="7"/>
                    </a:lnTo>
                    <a:lnTo>
                      <a:pt x="509" y="7"/>
                    </a:lnTo>
                    <a:lnTo>
                      <a:pt x="512" y="7"/>
                    </a:lnTo>
                    <a:lnTo>
                      <a:pt x="512" y="7"/>
                    </a:lnTo>
                    <a:lnTo>
                      <a:pt x="512" y="7"/>
                    </a:lnTo>
                    <a:lnTo>
                      <a:pt x="514" y="7"/>
                    </a:lnTo>
                    <a:lnTo>
                      <a:pt x="514" y="7"/>
                    </a:lnTo>
                    <a:lnTo>
                      <a:pt x="514" y="5"/>
                    </a:lnTo>
                    <a:lnTo>
                      <a:pt x="514" y="5"/>
                    </a:lnTo>
                    <a:lnTo>
                      <a:pt x="514" y="5"/>
                    </a:lnTo>
                    <a:lnTo>
                      <a:pt x="516" y="5"/>
                    </a:lnTo>
                    <a:lnTo>
                      <a:pt x="516" y="2"/>
                    </a:lnTo>
                    <a:lnTo>
                      <a:pt x="516" y="2"/>
                    </a:lnTo>
                    <a:lnTo>
                      <a:pt x="519" y="2"/>
                    </a:lnTo>
                    <a:lnTo>
                      <a:pt x="519" y="5"/>
                    </a:lnTo>
                    <a:lnTo>
                      <a:pt x="519" y="5"/>
                    </a:lnTo>
                    <a:lnTo>
                      <a:pt x="519" y="5"/>
                    </a:lnTo>
                    <a:lnTo>
                      <a:pt x="521" y="5"/>
                    </a:lnTo>
                    <a:lnTo>
                      <a:pt x="521" y="2"/>
                    </a:lnTo>
                    <a:lnTo>
                      <a:pt x="521" y="2"/>
                    </a:lnTo>
                    <a:lnTo>
                      <a:pt x="521" y="2"/>
                    </a:lnTo>
                    <a:lnTo>
                      <a:pt x="524" y="2"/>
                    </a:lnTo>
                    <a:lnTo>
                      <a:pt x="524" y="2"/>
                    </a:lnTo>
                    <a:lnTo>
                      <a:pt x="524" y="5"/>
                    </a:lnTo>
                    <a:lnTo>
                      <a:pt x="526" y="5"/>
                    </a:lnTo>
                    <a:lnTo>
                      <a:pt x="526" y="5"/>
                    </a:lnTo>
                    <a:lnTo>
                      <a:pt x="526" y="7"/>
                    </a:lnTo>
                    <a:lnTo>
                      <a:pt x="526" y="7"/>
                    </a:lnTo>
                    <a:lnTo>
                      <a:pt x="526" y="7"/>
                    </a:lnTo>
                    <a:lnTo>
                      <a:pt x="526" y="7"/>
                    </a:lnTo>
                    <a:lnTo>
                      <a:pt x="528" y="7"/>
                    </a:lnTo>
                    <a:lnTo>
                      <a:pt x="528" y="7"/>
                    </a:lnTo>
                    <a:lnTo>
                      <a:pt x="528" y="9"/>
                    </a:lnTo>
                    <a:lnTo>
                      <a:pt x="528" y="9"/>
                    </a:lnTo>
                    <a:lnTo>
                      <a:pt x="528" y="12"/>
                    </a:lnTo>
                    <a:lnTo>
                      <a:pt x="528" y="12"/>
                    </a:lnTo>
                    <a:lnTo>
                      <a:pt x="528" y="14"/>
                    </a:lnTo>
                    <a:lnTo>
                      <a:pt x="528" y="14"/>
                    </a:lnTo>
                    <a:lnTo>
                      <a:pt x="528" y="14"/>
                    </a:lnTo>
                    <a:lnTo>
                      <a:pt x="528" y="16"/>
                    </a:lnTo>
                    <a:lnTo>
                      <a:pt x="528" y="16"/>
                    </a:lnTo>
                    <a:lnTo>
                      <a:pt x="528" y="16"/>
                    </a:lnTo>
                    <a:lnTo>
                      <a:pt x="528" y="16"/>
                    </a:lnTo>
                    <a:lnTo>
                      <a:pt x="531" y="16"/>
                    </a:lnTo>
                    <a:lnTo>
                      <a:pt x="531" y="16"/>
                    </a:lnTo>
                    <a:lnTo>
                      <a:pt x="533" y="16"/>
                    </a:lnTo>
                    <a:lnTo>
                      <a:pt x="533" y="16"/>
                    </a:lnTo>
                    <a:lnTo>
                      <a:pt x="533" y="19"/>
                    </a:lnTo>
                    <a:lnTo>
                      <a:pt x="533" y="19"/>
                    </a:lnTo>
                    <a:lnTo>
                      <a:pt x="533" y="19"/>
                    </a:lnTo>
                    <a:lnTo>
                      <a:pt x="533" y="19"/>
                    </a:lnTo>
                    <a:lnTo>
                      <a:pt x="533" y="21"/>
                    </a:lnTo>
                    <a:lnTo>
                      <a:pt x="533" y="21"/>
                    </a:lnTo>
                    <a:lnTo>
                      <a:pt x="533" y="21"/>
                    </a:lnTo>
                    <a:lnTo>
                      <a:pt x="533" y="24"/>
                    </a:lnTo>
                    <a:lnTo>
                      <a:pt x="533" y="24"/>
                    </a:lnTo>
                    <a:lnTo>
                      <a:pt x="533" y="26"/>
                    </a:lnTo>
                    <a:lnTo>
                      <a:pt x="533" y="26"/>
                    </a:lnTo>
                    <a:lnTo>
                      <a:pt x="533" y="26"/>
                    </a:lnTo>
                    <a:lnTo>
                      <a:pt x="531" y="26"/>
                    </a:lnTo>
                    <a:lnTo>
                      <a:pt x="531" y="26"/>
                    </a:lnTo>
                    <a:lnTo>
                      <a:pt x="528" y="26"/>
                    </a:lnTo>
                    <a:lnTo>
                      <a:pt x="528" y="26"/>
                    </a:lnTo>
                    <a:lnTo>
                      <a:pt x="528" y="26"/>
                    </a:lnTo>
                    <a:lnTo>
                      <a:pt x="528" y="28"/>
                    </a:lnTo>
                    <a:lnTo>
                      <a:pt x="528" y="28"/>
                    </a:lnTo>
                    <a:lnTo>
                      <a:pt x="528" y="28"/>
                    </a:lnTo>
                    <a:lnTo>
                      <a:pt x="528" y="28"/>
                    </a:lnTo>
                    <a:lnTo>
                      <a:pt x="528" y="31"/>
                    </a:lnTo>
                    <a:lnTo>
                      <a:pt x="531" y="31"/>
                    </a:lnTo>
                    <a:lnTo>
                      <a:pt x="531" y="31"/>
                    </a:lnTo>
                    <a:lnTo>
                      <a:pt x="531" y="33"/>
                    </a:lnTo>
                    <a:lnTo>
                      <a:pt x="531" y="33"/>
                    </a:lnTo>
                    <a:lnTo>
                      <a:pt x="533" y="33"/>
                    </a:lnTo>
                    <a:lnTo>
                      <a:pt x="533" y="33"/>
                    </a:lnTo>
                    <a:lnTo>
                      <a:pt x="533" y="33"/>
                    </a:lnTo>
                    <a:lnTo>
                      <a:pt x="533" y="31"/>
                    </a:lnTo>
                    <a:lnTo>
                      <a:pt x="535" y="31"/>
                    </a:lnTo>
                    <a:lnTo>
                      <a:pt x="535" y="31"/>
                    </a:lnTo>
                    <a:lnTo>
                      <a:pt x="535" y="31"/>
                    </a:lnTo>
                    <a:lnTo>
                      <a:pt x="538" y="31"/>
                    </a:lnTo>
                    <a:lnTo>
                      <a:pt x="538" y="31"/>
                    </a:lnTo>
                    <a:lnTo>
                      <a:pt x="538" y="33"/>
                    </a:lnTo>
                    <a:lnTo>
                      <a:pt x="540" y="33"/>
                    </a:lnTo>
                    <a:lnTo>
                      <a:pt x="540" y="33"/>
                    </a:lnTo>
                    <a:lnTo>
                      <a:pt x="540" y="33"/>
                    </a:lnTo>
                    <a:lnTo>
                      <a:pt x="542" y="33"/>
                    </a:lnTo>
                    <a:lnTo>
                      <a:pt x="542" y="33"/>
                    </a:lnTo>
                    <a:lnTo>
                      <a:pt x="542" y="33"/>
                    </a:lnTo>
                    <a:lnTo>
                      <a:pt x="542" y="31"/>
                    </a:lnTo>
                    <a:lnTo>
                      <a:pt x="542" y="31"/>
                    </a:lnTo>
                    <a:lnTo>
                      <a:pt x="542" y="28"/>
                    </a:lnTo>
                    <a:lnTo>
                      <a:pt x="545" y="28"/>
                    </a:lnTo>
                    <a:lnTo>
                      <a:pt x="545" y="28"/>
                    </a:lnTo>
                    <a:lnTo>
                      <a:pt x="547" y="28"/>
                    </a:lnTo>
                    <a:lnTo>
                      <a:pt x="547" y="28"/>
                    </a:lnTo>
                    <a:lnTo>
                      <a:pt x="547" y="28"/>
                    </a:lnTo>
                    <a:lnTo>
                      <a:pt x="550" y="28"/>
                    </a:lnTo>
                    <a:lnTo>
                      <a:pt x="550" y="31"/>
                    </a:lnTo>
                    <a:lnTo>
                      <a:pt x="550" y="31"/>
                    </a:lnTo>
                    <a:lnTo>
                      <a:pt x="552" y="3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136"/>
              <p:cNvSpPr>
                <a:spLocks/>
              </p:cNvSpPr>
              <p:nvPr/>
            </p:nvSpPr>
            <p:spPr bwMode="auto">
              <a:xfrm>
                <a:off x="1827" y="1348"/>
                <a:ext cx="879" cy="377"/>
              </a:xfrm>
              <a:custGeom>
                <a:avLst/>
                <a:gdLst/>
                <a:ahLst/>
                <a:cxnLst>
                  <a:cxn ang="0">
                    <a:pos x="576" y="38"/>
                  </a:cxn>
                  <a:cxn ang="0">
                    <a:pos x="595" y="47"/>
                  </a:cxn>
                  <a:cxn ang="0">
                    <a:pos x="637" y="31"/>
                  </a:cxn>
                  <a:cxn ang="0">
                    <a:pos x="661" y="45"/>
                  </a:cxn>
                  <a:cxn ang="0">
                    <a:pos x="696" y="78"/>
                  </a:cxn>
                  <a:cxn ang="0">
                    <a:pos x="727" y="114"/>
                  </a:cxn>
                  <a:cxn ang="0">
                    <a:pos x="763" y="116"/>
                  </a:cxn>
                  <a:cxn ang="0">
                    <a:pos x="810" y="123"/>
                  </a:cxn>
                  <a:cxn ang="0">
                    <a:pos x="848" y="149"/>
                  </a:cxn>
                  <a:cxn ang="0">
                    <a:pos x="874" y="159"/>
                  </a:cxn>
                  <a:cxn ang="0">
                    <a:pos x="841" y="187"/>
                  </a:cxn>
                  <a:cxn ang="0">
                    <a:pos x="812" y="213"/>
                  </a:cxn>
                  <a:cxn ang="0">
                    <a:pos x="774" y="234"/>
                  </a:cxn>
                  <a:cxn ang="0">
                    <a:pos x="755" y="256"/>
                  </a:cxn>
                  <a:cxn ang="0">
                    <a:pos x="729" y="270"/>
                  </a:cxn>
                  <a:cxn ang="0">
                    <a:pos x="729" y="313"/>
                  </a:cxn>
                  <a:cxn ang="0">
                    <a:pos x="708" y="325"/>
                  </a:cxn>
                  <a:cxn ang="0">
                    <a:pos x="658" y="315"/>
                  </a:cxn>
                  <a:cxn ang="0">
                    <a:pos x="609" y="315"/>
                  </a:cxn>
                  <a:cxn ang="0">
                    <a:pos x="573" y="327"/>
                  </a:cxn>
                  <a:cxn ang="0">
                    <a:pos x="528" y="329"/>
                  </a:cxn>
                  <a:cxn ang="0">
                    <a:pos x="493" y="353"/>
                  </a:cxn>
                  <a:cxn ang="0">
                    <a:pos x="462" y="370"/>
                  </a:cxn>
                  <a:cxn ang="0">
                    <a:pos x="426" y="343"/>
                  </a:cxn>
                  <a:cxn ang="0">
                    <a:pos x="405" y="301"/>
                  </a:cxn>
                  <a:cxn ang="0">
                    <a:pos x="353" y="298"/>
                  </a:cxn>
                  <a:cxn ang="0">
                    <a:pos x="313" y="277"/>
                  </a:cxn>
                  <a:cxn ang="0">
                    <a:pos x="310" y="246"/>
                  </a:cxn>
                  <a:cxn ang="0">
                    <a:pos x="315" y="227"/>
                  </a:cxn>
                  <a:cxn ang="0">
                    <a:pos x="301" y="227"/>
                  </a:cxn>
                  <a:cxn ang="0">
                    <a:pos x="282" y="239"/>
                  </a:cxn>
                  <a:cxn ang="0">
                    <a:pos x="247" y="253"/>
                  </a:cxn>
                  <a:cxn ang="0">
                    <a:pos x="206" y="282"/>
                  </a:cxn>
                  <a:cxn ang="0">
                    <a:pos x="204" y="358"/>
                  </a:cxn>
                  <a:cxn ang="0">
                    <a:pos x="164" y="332"/>
                  </a:cxn>
                  <a:cxn ang="0">
                    <a:pos x="131" y="332"/>
                  </a:cxn>
                  <a:cxn ang="0">
                    <a:pos x="105" y="303"/>
                  </a:cxn>
                  <a:cxn ang="0">
                    <a:pos x="95" y="272"/>
                  </a:cxn>
                  <a:cxn ang="0">
                    <a:pos x="102" y="256"/>
                  </a:cxn>
                  <a:cxn ang="0">
                    <a:pos x="135" y="239"/>
                  </a:cxn>
                  <a:cxn ang="0">
                    <a:pos x="112" y="218"/>
                  </a:cxn>
                  <a:cxn ang="0">
                    <a:pos x="74" y="227"/>
                  </a:cxn>
                  <a:cxn ang="0">
                    <a:pos x="55" y="220"/>
                  </a:cxn>
                  <a:cxn ang="0">
                    <a:pos x="17" y="194"/>
                  </a:cxn>
                  <a:cxn ang="0">
                    <a:pos x="12" y="159"/>
                  </a:cxn>
                  <a:cxn ang="0">
                    <a:pos x="34" y="133"/>
                  </a:cxn>
                  <a:cxn ang="0">
                    <a:pos x="55" y="121"/>
                  </a:cxn>
                  <a:cxn ang="0">
                    <a:pos x="93" y="97"/>
                  </a:cxn>
                  <a:cxn ang="0">
                    <a:pos x="128" y="97"/>
                  </a:cxn>
                  <a:cxn ang="0">
                    <a:pos x="173" y="116"/>
                  </a:cxn>
                  <a:cxn ang="0">
                    <a:pos x="206" y="118"/>
                  </a:cxn>
                  <a:cxn ang="0">
                    <a:pos x="242" y="109"/>
                  </a:cxn>
                  <a:cxn ang="0">
                    <a:pos x="287" y="123"/>
                  </a:cxn>
                  <a:cxn ang="0">
                    <a:pos x="327" y="104"/>
                  </a:cxn>
                  <a:cxn ang="0">
                    <a:pos x="301" y="83"/>
                  </a:cxn>
                  <a:cxn ang="0">
                    <a:pos x="327" y="61"/>
                  </a:cxn>
                  <a:cxn ang="0">
                    <a:pos x="320" y="47"/>
                  </a:cxn>
                  <a:cxn ang="0">
                    <a:pos x="334" y="35"/>
                  </a:cxn>
                  <a:cxn ang="0">
                    <a:pos x="384" y="26"/>
                  </a:cxn>
                  <a:cxn ang="0">
                    <a:pos x="429" y="16"/>
                  </a:cxn>
                  <a:cxn ang="0">
                    <a:pos x="476" y="5"/>
                  </a:cxn>
                  <a:cxn ang="0">
                    <a:pos x="519" y="2"/>
                  </a:cxn>
                  <a:cxn ang="0">
                    <a:pos x="542" y="33"/>
                  </a:cxn>
                </a:cxnLst>
                <a:rect l="0" t="0" r="r" b="b"/>
                <a:pathLst>
                  <a:path w="879" h="377">
                    <a:moveTo>
                      <a:pt x="552" y="31"/>
                    </a:moveTo>
                    <a:lnTo>
                      <a:pt x="552" y="28"/>
                    </a:lnTo>
                    <a:lnTo>
                      <a:pt x="552" y="28"/>
                    </a:lnTo>
                    <a:lnTo>
                      <a:pt x="552" y="28"/>
                    </a:lnTo>
                    <a:lnTo>
                      <a:pt x="552" y="28"/>
                    </a:lnTo>
                    <a:lnTo>
                      <a:pt x="552" y="26"/>
                    </a:lnTo>
                    <a:lnTo>
                      <a:pt x="550" y="26"/>
                    </a:lnTo>
                    <a:lnTo>
                      <a:pt x="550" y="26"/>
                    </a:lnTo>
                    <a:lnTo>
                      <a:pt x="552" y="26"/>
                    </a:lnTo>
                    <a:lnTo>
                      <a:pt x="552" y="26"/>
                    </a:lnTo>
                    <a:lnTo>
                      <a:pt x="552" y="26"/>
                    </a:lnTo>
                    <a:lnTo>
                      <a:pt x="552" y="26"/>
                    </a:lnTo>
                    <a:lnTo>
                      <a:pt x="554" y="26"/>
                    </a:lnTo>
                    <a:lnTo>
                      <a:pt x="554" y="26"/>
                    </a:lnTo>
                    <a:lnTo>
                      <a:pt x="554" y="28"/>
                    </a:lnTo>
                    <a:lnTo>
                      <a:pt x="554" y="28"/>
                    </a:lnTo>
                    <a:lnTo>
                      <a:pt x="554" y="28"/>
                    </a:lnTo>
                    <a:lnTo>
                      <a:pt x="554" y="31"/>
                    </a:lnTo>
                    <a:lnTo>
                      <a:pt x="557" y="31"/>
                    </a:lnTo>
                    <a:lnTo>
                      <a:pt x="557" y="31"/>
                    </a:lnTo>
                    <a:lnTo>
                      <a:pt x="557" y="31"/>
                    </a:lnTo>
                    <a:lnTo>
                      <a:pt x="559" y="31"/>
                    </a:lnTo>
                    <a:lnTo>
                      <a:pt x="559" y="31"/>
                    </a:lnTo>
                    <a:lnTo>
                      <a:pt x="559" y="33"/>
                    </a:lnTo>
                    <a:lnTo>
                      <a:pt x="559" y="33"/>
                    </a:lnTo>
                    <a:lnTo>
                      <a:pt x="557" y="33"/>
                    </a:lnTo>
                    <a:lnTo>
                      <a:pt x="557" y="33"/>
                    </a:lnTo>
                    <a:lnTo>
                      <a:pt x="557" y="35"/>
                    </a:lnTo>
                    <a:lnTo>
                      <a:pt x="559" y="35"/>
                    </a:lnTo>
                    <a:lnTo>
                      <a:pt x="559" y="35"/>
                    </a:lnTo>
                    <a:lnTo>
                      <a:pt x="557" y="35"/>
                    </a:lnTo>
                    <a:lnTo>
                      <a:pt x="557" y="38"/>
                    </a:lnTo>
                    <a:lnTo>
                      <a:pt x="559" y="38"/>
                    </a:lnTo>
                    <a:lnTo>
                      <a:pt x="559" y="38"/>
                    </a:lnTo>
                    <a:lnTo>
                      <a:pt x="559" y="38"/>
                    </a:lnTo>
                    <a:lnTo>
                      <a:pt x="559" y="38"/>
                    </a:lnTo>
                    <a:lnTo>
                      <a:pt x="559" y="38"/>
                    </a:lnTo>
                    <a:lnTo>
                      <a:pt x="561" y="38"/>
                    </a:lnTo>
                    <a:lnTo>
                      <a:pt x="561" y="35"/>
                    </a:lnTo>
                    <a:lnTo>
                      <a:pt x="561" y="35"/>
                    </a:lnTo>
                    <a:lnTo>
                      <a:pt x="561" y="38"/>
                    </a:lnTo>
                    <a:lnTo>
                      <a:pt x="561" y="38"/>
                    </a:lnTo>
                    <a:lnTo>
                      <a:pt x="564" y="38"/>
                    </a:lnTo>
                    <a:lnTo>
                      <a:pt x="564" y="38"/>
                    </a:lnTo>
                    <a:lnTo>
                      <a:pt x="564" y="35"/>
                    </a:lnTo>
                    <a:lnTo>
                      <a:pt x="564" y="35"/>
                    </a:lnTo>
                    <a:lnTo>
                      <a:pt x="564" y="35"/>
                    </a:lnTo>
                    <a:lnTo>
                      <a:pt x="561" y="35"/>
                    </a:lnTo>
                    <a:lnTo>
                      <a:pt x="561" y="35"/>
                    </a:lnTo>
                    <a:lnTo>
                      <a:pt x="561" y="35"/>
                    </a:lnTo>
                    <a:lnTo>
                      <a:pt x="561" y="33"/>
                    </a:lnTo>
                    <a:lnTo>
                      <a:pt x="561" y="33"/>
                    </a:lnTo>
                    <a:lnTo>
                      <a:pt x="561" y="33"/>
                    </a:lnTo>
                    <a:lnTo>
                      <a:pt x="561" y="33"/>
                    </a:lnTo>
                    <a:lnTo>
                      <a:pt x="564" y="33"/>
                    </a:lnTo>
                    <a:lnTo>
                      <a:pt x="564" y="33"/>
                    </a:lnTo>
                    <a:lnTo>
                      <a:pt x="566" y="33"/>
                    </a:lnTo>
                    <a:lnTo>
                      <a:pt x="566" y="33"/>
                    </a:lnTo>
                    <a:lnTo>
                      <a:pt x="566" y="33"/>
                    </a:lnTo>
                    <a:lnTo>
                      <a:pt x="568" y="33"/>
                    </a:lnTo>
                    <a:lnTo>
                      <a:pt x="568" y="33"/>
                    </a:lnTo>
                    <a:lnTo>
                      <a:pt x="568" y="33"/>
                    </a:lnTo>
                    <a:lnTo>
                      <a:pt x="568" y="33"/>
                    </a:lnTo>
                    <a:lnTo>
                      <a:pt x="571" y="33"/>
                    </a:lnTo>
                    <a:lnTo>
                      <a:pt x="571" y="35"/>
                    </a:lnTo>
                    <a:lnTo>
                      <a:pt x="571" y="35"/>
                    </a:lnTo>
                    <a:lnTo>
                      <a:pt x="571" y="35"/>
                    </a:lnTo>
                    <a:lnTo>
                      <a:pt x="573" y="35"/>
                    </a:lnTo>
                    <a:lnTo>
                      <a:pt x="573" y="35"/>
                    </a:lnTo>
                    <a:lnTo>
                      <a:pt x="573" y="35"/>
                    </a:lnTo>
                    <a:lnTo>
                      <a:pt x="573" y="38"/>
                    </a:lnTo>
                    <a:lnTo>
                      <a:pt x="576" y="38"/>
                    </a:lnTo>
                    <a:lnTo>
                      <a:pt x="576" y="38"/>
                    </a:lnTo>
                    <a:lnTo>
                      <a:pt x="576" y="38"/>
                    </a:lnTo>
                    <a:lnTo>
                      <a:pt x="578" y="38"/>
                    </a:lnTo>
                    <a:lnTo>
                      <a:pt x="578" y="38"/>
                    </a:lnTo>
                    <a:lnTo>
                      <a:pt x="580" y="38"/>
                    </a:lnTo>
                    <a:lnTo>
                      <a:pt x="580" y="35"/>
                    </a:lnTo>
                    <a:lnTo>
                      <a:pt x="580" y="35"/>
                    </a:lnTo>
                    <a:lnTo>
                      <a:pt x="580" y="38"/>
                    </a:lnTo>
                    <a:lnTo>
                      <a:pt x="580" y="38"/>
                    </a:lnTo>
                    <a:lnTo>
                      <a:pt x="583" y="38"/>
                    </a:lnTo>
                    <a:lnTo>
                      <a:pt x="583" y="35"/>
                    </a:lnTo>
                    <a:lnTo>
                      <a:pt x="583" y="35"/>
                    </a:lnTo>
                    <a:lnTo>
                      <a:pt x="583" y="35"/>
                    </a:lnTo>
                    <a:lnTo>
                      <a:pt x="585" y="35"/>
                    </a:lnTo>
                    <a:lnTo>
                      <a:pt x="585" y="33"/>
                    </a:lnTo>
                    <a:lnTo>
                      <a:pt x="585" y="33"/>
                    </a:lnTo>
                    <a:lnTo>
                      <a:pt x="585" y="33"/>
                    </a:lnTo>
                    <a:lnTo>
                      <a:pt x="585" y="35"/>
                    </a:lnTo>
                    <a:lnTo>
                      <a:pt x="587" y="35"/>
                    </a:lnTo>
                    <a:lnTo>
                      <a:pt x="587" y="35"/>
                    </a:lnTo>
                    <a:lnTo>
                      <a:pt x="587" y="38"/>
                    </a:lnTo>
                    <a:lnTo>
                      <a:pt x="585" y="38"/>
                    </a:lnTo>
                    <a:lnTo>
                      <a:pt x="585" y="38"/>
                    </a:lnTo>
                    <a:lnTo>
                      <a:pt x="585" y="38"/>
                    </a:lnTo>
                    <a:lnTo>
                      <a:pt x="585" y="38"/>
                    </a:lnTo>
                    <a:lnTo>
                      <a:pt x="585" y="38"/>
                    </a:lnTo>
                    <a:lnTo>
                      <a:pt x="583" y="38"/>
                    </a:lnTo>
                    <a:lnTo>
                      <a:pt x="583" y="38"/>
                    </a:lnTo>
                    <a:lnTo>
                      <a:pt x="580" y="38"/>
                    </a:lnTo>
                    <a:lnTo>
                      <a:pt x="580" y="38"/>
                    </a:lnTo>
                    <a:lnTo>
                      <a:pt x="580" y="40"/>
                    </a:lnTo>
                    <a:lnTo>
                      <a:pt x="580" y="40"/>
                    </a:lnTo>
                    <a:lnTo>
                      <a:pt x="580" y="40"/>
                    </a:lnTo>
                    <a:lnTo>
                      <a:pt x="578" y="40"/>
                    </a:lnTo>
                    <a:lnTo>
                      <a:pt x="578" y="42"/>
                    </a:lnTo>
                    <a:lnTo>
                      <a:pt x="578" y="42"/>
                    </a:lnTo>
                    <a:lnTo>
                      <a:pt x="578" y="42"/>
                    </a:lnTo>
                    <a:lnTo>
                      <a:pt x="578" y="45"/>
                    </a:lnTo>
                    <a:lnTo>
                      <a:pt x="576" y="45"/>
                    </a:lnTo>
                    <a:lnTo>
                      <a:pt x="576" y="45"/>
                    </a:lnTo>
                    <a:lnTo>
                      <a:pt x="576" y="45"/>
                    </a:lnTo>
                    <a:lnTo>
                      <a:pt x="576" y="47"/>
                    </a:lnTo>
                    <a:lnTo>
                      <a:pt x="576" y="47"/>
                    </a:lnTo>
                    <a:lnTo>
                      <a:pt x="576" y="47"/>
                    </a:lnTo>
                    <a:lnTo>
                      <a:pt x="578" y="47"/>
                    </a:lnTo>
                    <a:lnTo>
                      <a:pt x="578" y="47"/>
                    </a:lnTo>
                    <a:lnTo>
                      <a:pt x="578" y="47"/>
                    </a:lnTo>
                    <a:lnTo>
                      <a:pt x="578" y="50"/>
                    </a:lnTo>
                    <a:lnTo>
                      <a:pt x="580" y="50"/>
                    </a:lnTo>
                    <a:lnTo>
                      <a:pt x="580" y="50"/>
                    </a:lnTo>
                    <a:lnTo>
                      <a:pt x="580" y="50"/>
                    </a:lnTo>
                    <a:lnTo>
                      <a:pt x="580" y="47"/>
                    </a:lnTo>
                    <a:lnTo>
                      <a:pt x="583" y="47"/>
                    </a:lnTo>
                    <a:lnTo>
                      <a:pt x="583" y="47"/>
                    </a:lnTo>
                    <a:lnTo>
                      <a:pt x="583" y="47"/>
                    </a:lnTo>
                    <a:lnTo>
                      <a:pt x="585" y="47"/>
                    </a:lnTo>
                    <a:lnTo>
                      <a:pt x="585" y="47"/>
                    </a:lnTo>
                    <a:lnTo>
                      <a:pt x="585" y="47"/>
                    </a:lnTo>
                    <a:lnTo>
                      <a:pt x="585" y="45"/>
                    </a:lnTo>
                    <a:lnTo>
                      <a:pt x="585" y="45"/>
                    </a:lnTo>
                    <a:lnTo>
                      <a:pt x="587" y="45"/>
                    </a:lnTo>
                    <a:lnTo>
                      <a:pt x="587" y="45"/>
                    </a:lnTo>
                    <a:lnTo>
                      <a:pt x="587" y="47"/>
                    </a:lnTo>
                    <a:lnTo>
                      <a:pt x="587" y="47"/>
                    </a:lnTo>
                    <a:lnTo>
                      <a:pt x="590" y="47"/>
                    </a:lnTo>
                    <a:lnTo>
                      <a:pt x="590" y="45"/>
                    </a:lnTo>
                    <a:lnTo>
                      <a:pt x="590" y="45"/>
                    </a:lnTo>
                    <a:lnTo>
                      <a:pt x="592" y="45"/>
                    </a:lnTo>
                    <a:lnTo>
                      <a:pt x="592" y="45"/>
                    </a:lnTo>
                    <a:lnTo>
                      <a:pt x="592" y="45"/>
                    </a:lnTo>
                    <a:lnTo>
                      <a:pt x="595" y="45"/>
                    </a:lnTo>
                    <a:lnTo>
                      <a:pt x="595" y="47"/>
                    </a:lnTo>
                    <a:lnTo>
                      <a:pt x="595" y="47"/>
                    </a:lnTo>
                    <a:lnTo>
                      <a:pt x="595" y="47"/>
                    </a:lnTo>
                    <a:lnTo>
                      <a:pt x="595" y="47"/>
                    </a:lnTo>
                    <a:lnTo>
                      <a:pt x="595" y="47"/>
                    </a:lnTo>
                    <a:lnTo>
                      <a:pt x="597" y="47"/>
                    </a:lnTo>
                    <a:lnTo>
                      <a:pt x="597" y="47"/>
                    </a:lnTo>
                    <a:lnTo>
                      <a:pt x="597" y="47"/>
                    </a:lnTo>
                    <a:lnTo>
                      <a:pt x="599" y="47"/>
                    </a:lnTo>
                    <a:lnTo>
                      <a:pt x="599" y="47"/>
                    </a:lnTo>
                    <a:lnTo>
                      <a:pt x="599" y="47"/>
                    </a:lnTo>
                    <a:lnTo>
                      <a:pt x="599" y="50"/>
                    </a:lnTo>
                    <a:lnTo>
                      <a:pt x="599" y="50"/>
                    </a:lnTo>
                    <a:lnTo>
                      <a:pt x="602" y="50"/>
                    </a:lnTo>
                    <a:lnTo>
                      <a:pt x="602" y="47"/>
                    </a:lnTo>
                    <a:lnTo>
                      <a:pt x="602" y="47"/>
                    </a:lnTo>
                    <a:lnTo>
                      <a:pt x="602" y="47"/>
                    </a:lnTo>
                    <a:lnTo>
                      <a:pt x="602" y="47"/>
                    </a:lnTo>
                    <a:lnTo>
                      <a:pt x="602" y="45"/>
                    </a:lnTo>
                    <a:lnTo>
                      <a:pt x="602" y="45"/>
                    </a:lnTo>
                    <a:lnTo>
                      <a:pt x="602" y="45"/>
                    </a:lnTo>
                    <a:lnTo>
                      <a:pt x="604" y="45"/>
                    </a:lnTo>
                    <a:lnTo>
                      <a:pt x="604" y="45"/>
                    </a:lnTo>
                    <a:lnTo>
                      <a:pt x="606" y="45"/>
                    </a:lnTo>
                    <a:lnTo>
                      <a:pt x="606" y="45"/>
                    </a:lnTo>
                    <a:lnTo>
                      <a:pt x="606" y="42"/>
                    </a:lnTo>
                    <a:lnTo>
                      <a:pt x="606" y="42"/>
                    </a:lnTo>
                    <a:lnTo>
                      <a:pt x="606" y="42"/>
                    </a:lnTo>
                    <a:lnTo>
                      <a:pt x="609" y="42"/>
                    </a:lnTo>
                    <a:lnTo>
                      <a:pt x="609" y="42"/>
                    </a:lnTo>
                    <a:lnTo>
                      <a:pt x="609" y="40"/>
                    </a:lnTo>
                    <a:lnTo>
                      <a:pt x="609" y="40"/>
                    </a:lnTo>
                    <a:lnTo>
                      <a:pt x="609" y="40"/>
                    </a:lnTo>
                    <a:lnTo>
                      <a:pt x="611" y="40"/>
                    </a:lnTo>
                    <a:lnTo>
                      <a:pt x="611" y="40"/>
                    </a:lnTo>
                    <a:lnTo>
                      <a:pt x="613" y="40"/>
                    </a:lnTo>
                    <a:lnTo>
                      <a:pt x="613" y="40"/>
                    </a:lnTo>
                    <a:lnTo>
                      <a:pt x="613" y="40"/>
                    </a:lnTo>
                    <a:lnTo>
                      <a:pt x="613" y="40"/>
                    </a:lnTo>
                    <a:lnTo>
                      <a:pt x="616" y="40"/>
                    </a:lnTo>
                    <a:lnTo>
                      <a:pt x="616" y="40"/>
                    </a:lnTo>
                    <a:lnTo>
                      <a:pt x="616" y="40"/>
                    </a:lnTo>
                    <a:lnTo>
                      <a:pt x="616" y="40"/>
                    </a:lnTo>
                    <a:lnTo>
                      <a:pt x="616" y="38"/>
                    </a:lnTo>
                    <a:lnTo>
                      <a:pt x="618" y="38"/>
                    </a:lnTo>
                    <a:lnTo>
                      <a:pt x="618" y="38"/>
                    </a:lnTo>
                    <a:lnTo>
                      <a:pt x="618" y="38"/>
                    </a:lnTo>
                    <a:lnTo>
                      <a:pt x="621" y="38"/>
                    </a:lnTo>
                    <a:lnTo>
                      <a:pt x="621" y="38"/>
                    </a:lnTo>
                    <a:lnTo>
                      <a:pt x="621" y="38"/>
                    </a:lnTo>
                    <a:lnTo>
                      <a:pt x="621" y="38"/>
                    </a:lnTo>
                    <a:lnTo>
                      <a:pt x="623" y="38"/>
                    </a:lnTo>
                    <a:lnTo>
                      <a:pt x="623" y="38"/>
                    </a:lnTo>
                    <a:lnTo>
                      <a:pt x="623" y="35"/>
                    </a:lnTo>
                    <a:lnTo>
                      <a:pt x="623" y="35"/>
                    </a:lnTo>
                    <a:lnTo>
                      <a:pt x="623" y="35"/>
                    </a:lnTo>
                    <a:lnTo>
                      <a:pt x="623" y="33"/>
                    </a:lnTo>
                    <a:lnTo>
                      <a:pt x="623" y="33"/>
                    </a:lnTo>
                    <a:lnTo>
                      <a:pt x="623" y="33"/>
                    </a:lnTo>
                    <a:lnTo>
                      <a:pt x="625" y="33"/>
                    </a:lnTo>
                    <a:lnTo>
                      <a:pt x="625" y="33"/>
                    </a:lnTo>
                    <a:lnTo>
                      <a:pt x="625" y="33"/>
                    </a:lnTo>
                    <a:lnTo>
                      <a:pt x="628" y="33"/>
                    </a:lnTo>
                    <a:lnTo>
                      <a:pt x="628" y="33"/>
                    </a:lnTo>
                    <a:lnTo>
                      <a:pt x="628" y="33"/>
                    </a:lnTo>
                    <a:lnTo>
                      <a:pt x="630" y="33"/>
                    </a:lnTo>
                    <a:lnTo>
                      <a:pt x="630" y="31"/>
                    </a:lnTo>
                    <a:lnTo>
                      <a:pt x="630" y="31"/>
                    </a:lnTo>
                    <a:lnTo>
                      <a:pt x="632" y="31"/>
                    </a:lnTo>
                    <a:lnTo>
                      <a:pt x="632" y="31"/>
                    </a:lnTo>
                    <a:lnTo>
                      <a:pt x="632" y="31"/>
                    </a:lnTo>
                    <a:lnTo>
                      <a:pt x="632" y="31"/>
                    </a:lnTo>
                    <a:lnTo>
                      <a:pt x="635" y="31"/>
                    </a:lnTo>
                    <a:lnTo>
                      <a:pt x="635" y="31"/>
                    </a:lnTo>
                    <a:lnTo>
                      <a:pt x="635" y="31"/>
                    </a:lnTo>
                    <a:lnTo>
                      <a:pt x="637" y="31"/>
                    </a:lnTo>
                    <a:lnTo>
                      <a:pt x="637" y="28"/>
                    </a:lnTo>
                    <a:lnTo>
                      <a:pt x="637" y="28"/>
                    </a:lnTo>
                    <a:lnTo>
                      <a:pt x="640" y="28"/>
                    </a:lnTo>
                    <a:lnTo>
                      <a:pt x="640" y="28"/>
                    </a:lnTo>
                    <a:lnTo>
                      <a:pt x="640" y="28"/>
                    </a:lnTo>
                    <a:lnTo>
                      <a:pt x="640" y="26"/>
                    </a:lnTo>
                    <a:lnTo>
                      <a:pt x="640" y="26"/>
                    </a:lnTo>
                    <a:lnTo>
                      <a:pt x="642" y="26"/>
                    </a:lnTo>
                    <a:lnTo>
                      <a:pt x="642" y="26"/>
                    </a:lnTo>
                    <a:lnTo>
                      <a:pt x="642" y="26"/>
                    </a:lnTo>
                    <a:lnTo>
                      <a:pt x="644" y="26"/>
                    </a:lnTo>
                    <a:lnTo>
                      <a:pt x="644" y="26"/>
                    </a:lnTo>
                    <a:lnTo>
                      <a:pt x="647" y="26"/>
                    </a:lnTo>
                    <a:lnTo>
                      <a:pt x="647" y="26"/>
                    </a:lnTo>
                    <a:lnTo>
                      <a:pt x="647" y="26"/>
                    </a:lnTo>
                    <a:lnTo>
                      <a:pt x="649" y="26"/>
                    </a:lnTo>
                    <a:lnTo>
                      <a:pt x="649" y="26"/>
                    </a:lnTo>
                    <a:lnTo>
                      <a:pt x="649" y="26"/>
                    </a:lnTo>
                    <a:lnTo>
                      <a:pt x="649" y="26"/>
                    </a:lnTo>
                    <a:lnTo>
                      <a:pt x="649" y="26"/>
                    </a:lnTo>
                    <a:lnTo>
                      <a:pt x="651" y="26"/>
                    </a:lnTo>
                    <a:lnTo>
                      <a:pt x="651" y="26"/>
                    </a:lnTo>
                    <a:lnTo>
                      <a:pt x="654" y="26"/>
                    </a:lnTo>
                    <a:lnTo>
                      <a:pt x="654" y="26"/>
                    </a:lnTo>
                    <a:lnTo>
                      <a:pt x="654" y="26"/>
                    </a:lnTo>
                    <a:lnTo>
                      <a:pt x="654" y="26"/>
                    </a:lnTo>
                    <a:lnTo>
                      <a:pt x="654" y="28"/>
                    </a:lnTo>
                    <a:lnTo>
                      <a:pt x="654" y="28"/>
                    </a:lnTo>
                    <a:lnTo>
                      <a:pt x="654" y="28"/>
                    </a:lnTo>
                    <a:lnTo>
                      <a:pt x="654" y="31"/>
                    </a:lnTo>
                    <a:lnTo>
                      <a:pt x="651" y="31"/>
                    </a:lnTo>
                    <a:lnTo>
                      <a:pt x="651" y="31"/>
                    </a:lnTo>
                    <a:lnTo>
                      <a:pt x="651" y="31"/>
                    </a:lnTo>
                    <a:lnTo>
                      <a:pt x="649" y="31"/>
                    </a:lnTo>
                    <a:lnTo>
                      <a:pt x="649" y="33"/>
                    </a:lnTo>
                    <a:lnTo>
                      <a:pt x="649" y="33"/>
                    </a:lnTo>
                    <a:lnTo>
                      <a:pt x="649" y="33"/>
                    </a:lnTo>
                    <a:lnTo>
                      <a:pt x="649" y="31"/>
                    </a:lnTo>
                    <a:lnTo>
                      <a:pt x="647" y="31"/>
                    </a:lnTo>
                    <a:lnTo>
                      <a:pt x="647" y="31"/>
                    </a:lnTo>
                    <a:lnTo>
                      <a:pt x="647" y="31"/>
                    </a:lnTo>
                    <a:lnTo>
                      <a:pt x="644" y="31"/>
                    </a:lnTo>
                    <a:lnTo>
                      <a:pt x="644" y="31"/>
                    </a:lnTo>
                    <a:lnTo>
                      <a:pt x="644" y="33"/>
                    </a:lnTo>
                    <a:lnTo>
                      <a:pt x="644" y="33"/>
                    </a:lnTo>
                    <a:lnTo>
                      <a:pt x="644" y="33"/>
                    </a:lnTo>
                    <a:lnTo>
                      <a:pt x="647" y="33"/>
                    </a:lnTo>
                    <a:lnTo>
                      <a:pt x="647" y="35"/>
                    </a:lnTo>
                    <a:lnTo>
                      <a:pt x="647" y="35"/>
                    </a:lnTo>
                    <a:lnTo>
                      <a:pt x="647" y="35"/>
                    </a:lnTo>
                    <a:lnTo>
                      <a:pt x="647" y="35"/>
                    </a:lnTo>
                    <a:lnTo>
                      <a:pt x="647" y="38"/>
                    </a:lnTo>
                    <a:lnTo>
                      <a:pt x="649" y="38"/>
                    </a:lnTo>
                    <a:lnTo>
                      <a:pt x="649" y="38"/>
                    </a:lnTo>
                    <a:lnTo>
                      <a:pt x="649" y="38"/>
                    </a:lnTo>
                    <a:lnTo>
                      <a:pt x="649" y="38"/>
                    </a:lnTo>
                    <a:lnTo>
                      <a:pt x="649" y="38"/>
                    </a:lnTo>
                    <a:lnTo>
                      <a:pt x="651" y="38"/>
                    </a:lnTo>
                    <a:lnTo>
                      <a:pt x="651" y="38"/>
                    </a:lnTo>
                    <a:lnTo>
                      <a:pt x="651" y="40"/>
                    </a:lnTo>
                    <a:lnTo>
                      <a:pt x="654" y="40"/>
                    </a:lnTo>
                    <a:lnTo>
                      <a:pt x="654" y="40"/>
                    </a:lnTo>
                    <a:lnTo>
                      <a:pt x="654" y="40"/>
                    </a:lnTo>
                    <a:lnTo>
                      <a:pt x="654" y="40"/>
                    </a:lnTo>
                    <a:lnTo>
                      <a:pt x="656" y="40"/>
                    </a:lnTo>
                    <a:lnTo>
                      <a:pt x="656" y="42"/>
                    </a:lnTo>
                    <a:lnTo>
                      <a:pt x="656" y="42"/>
                    </a:lnTo>
                    <a:lnTo>
                      <a:pt x="658" y="42"/>
                    </a:lnTo>
                    <a:lnTo>
                      <a:pt x="658" y="42"/>
                    </a:lnTo>
                    <a:lnTo>
                      <a:pt x="658" y="42"/>
                    </a:lnTo>
                    <a:lnTo>
                      <a:pt x="658" y="42"/>
                    </a:lnTo>
                    <a:lnTo>
                      <a:pt x="658" y="45"/>
                    </a:lnTo>
                    <a:lnTo>
                      <a:pt x="661" y="45"/>
                    </a:lnTo>
                    <a:lnTo>
                      <a:pt x="661" y="45"/>
                    </a:lnTo>
                    <a:lnTo>
                      <a:pt x="661" y="45"/>
                    </a:lnTo>
                    <a:lnTo>
                      <a:pt x="661" y="45"/>
                    </a:lnTo>
                    <a:lnTo>
                      <a:pt x="663" y="45"/>
                    </a:lnTo>
                    <a:lnTo>
                      <a:pt x="663" y="45"/>
                    </a:lnTo>
                    <a:lnTo>
                      <a:pt x="663" y="47"/>
                    </a:lnTo>
                    <a:lnTo>
                      <a:pt x="666" y="47"/>
                    </a:lnTo>
                    <a:lnTo>
                      <a:pt x="666" y="47"/>
                    </a:lnTo>
                    <a:lnTo>
                      <a:pt x="666" y="47"/>
                    </a:lnTo>
                    <a:lnTo>
                      <a:pt x="666" y="47"/>
                    </a:lnTo>
                    <a:lnTo>
                      <a:pt x="668" y="47"/>
                    </a:lnTo>
                    <a:lnTo>
                      <a:pt x="668" y="47"/>
                    </a:lnTo>
                    <a:lnTo>
                      <a:pt x="668" y="47"/>
                    </a:lnTo>
                    <a:lnTo>
                      <a:pt x="668" y="47"/>
                    </a:lnTo>
                    <a:lnTo>
                      <a:pt x="668" y="50"/>
                    </a:lnTo>
                    <a:lnTo>
                      <a:pt x="670" y="50"/>
                    </a:lnTo>
                    <a:lnTo>
                      <a:pt x="670" y="50"/>
                    </a:lnTo>
                    <a:lnTo>
                      <a:pt x="670" y="50"/>
                    </a:lnTo>
                    <a:lnTo>
                      <a:pt x="673" y="50"/>
                    </a:lnTo>
                    <a:lnTo>
                      <a:pt x="673" y="52"/>
                    </a:lnTo>
                    <a:lnTo>
                      <a:pt x="673" y="52"/>
                    </a:lnTo>
                    <a:lnTo>
                      <a:pt x="673" y="52"/>
                    </a:lnTo>
                    <a:lnTo>
                      <a:pt x="673" y="52"/>
                    </a:lnTo>
                    <a:lnTo>
                      <a:pt x="675" y="52"/>
                    </a:lnTo>
                    <a:lnTo>
                      <a:pt x="675" y="52"/>
                    </a:lnTo>
                    <a:lnTo>
                      <a:pt x="675" y="54"/>
                    </a:lnTo>
                    <a:lnTo>
                      <a:pt x="675" y="54"/>
                    </a:lnTo>
                    <a:lnTo>
                      <a:pt x="675" y="54"/>
                    </a:lnTo>
                    <a:lnTo>
                      <a:pt x="677" y="54"/>
                    </a:lnTo>
                    <a:lnTo>
                      <a:pt x="677" y="57"/>
                    </a:lnTo>
                    <a:lnTo>
                      <a:pt x="677" y="57"/>
                    </a:lnTo>
                    <a:lnTo>
                      <a:pt x="677" y="57"/>
                    </a:lnTo>
                    <a:lnTo>
                      <a:pt x="680" y="57"/>
                    </a:lnTo>
                    <a:lnTo>
                      <a:pt x="680" y="57"/>
                    </a:lnTo>
                    <a:lnTo>
                      <a:pt x="680" y="57"/>
                    </a:lnTo>
                    <a:lnTo>
                      <a:pt x="680" y="59"/>
                    </a:lnTo>
                    <a:lnTo>
                      <a:pt x="680" y="59"/>
                    </a:lnTo>
                    <a:lnTo>
                      <a:pt x="680" y="59"/>
                    </a:lnTo>
                    <a:lnTo>
                      <a:pt x="682" y="59"/>
                    </a:lnTo>
                    <a:lnTo>
                      <a:pt x="682" y="61"/>
                    </a:lnTo>
                    <a:lnTo>
                      <a:pt x="682" y="61"/>
                    </a:lnTo>
                    <a:lnTo>
                      <a:pt x="682" y="61"/>
                    </a:lnTo>
                    <a:lnTo>
                      <a:pt x="682" y="61"/>
                    </a:lnTo>
                    <a:lnTo>
                      <a:pt x="682" y="64"/>
                    </a:lnTo>
                    <a:lnTo>
                      <a:pt x="684" y="64"/>
                    </a:lnTo>
                    <a:lnTo>
                      <a:pt x="684" y="64"/>
                    </a:lnTo>
                    <a:lnTo>
                      <a:pt x="684" y="64"/>
                    </a:lnTo>
                    <a:lnTo>
                      <a:pt x="684" y="66"/>
                    </a:lnTo>
                    <a:lnTo>
                      <a:pt x="687" y="66"/>
                    </a:lnTo>
                    <a:lnTo>
                      <a:pt x="687" y="66"/>
                    </a:lnTo>
                    <a:lnTo>
                      <a:pt x="687" y="66"/>
                    </a:lnTo>
                    <a:lnTo>
                      <a:pt x="687" y="66"/>
                    </a:lnTo>
                    <a:lnTo>
                      <a:pt x="687" y="66"/>
                    </a:lnTo>
                    <a:lnTo>
                      <a:pt x="687" y="69"/>
                    </a:lnTo>
                    <a:lnTo>
                      <a:pt x="689" y="69"/>
                    </a:lnTo>
                    <a:lnTo>
                      <a:pt x="689" y="69"/>
                    </a:lnTo>
                    <a:lnTo>
                      <a:pt x="689" y="69"/>
                    </a:lnTo>
                    <a:lnTo>
                      <a:pt x="689" y="71"/>
                    </a:lnTo>
                    <a:lnTo>
                      <a:pt x="692" y="71"/>
                    </a:lnTo>
                    <a:lnTo>
                      <a:pt x="692" y="71"/>
                    </a:lnTo>
                    <a:lnTo>
                      <a:pt x="692" y="71"/>
                    </a:lnTo>
                    <a:lnTo>
                      <a:pt x="692" y="73"/>
                    </a:lnTo>
                    <a:lnTo>
                      <a:pt x="692" y="73"/>
                    </a:lnTo>
                    <a:lnTo>
                      <a:pt x="692" y="73"/>
                    </a:lnTo>
                    <a:lnTo>
                      <a:pt x="692" y="76"/>
                    </a:lnTo>
                    <a:lnTo>
                      <a:pt x="694" y="76"/>
                    </a:lnTo>
                    <a:lnTo>
                      <a:pt x="694" y="76"/>
                    </a:lnTo>
                    <a:lnTo>
                      <a:pt x="694" y="76"/>
                    </a:lnTo>
                    <a:lnTo>
                      <a:pt x="694" y="76"/>
                    </a:lnTo>
                    <a:lnTo>
                      <a:pt x="694" y="76"/>
                    </a:lnTo>
                    <a:lnTo>
                      <a:pt x="694" y="78"/>
                    </a:lnTo>
                    <a:lnTo>
                      <a:pt x="696" y="78"/>
                    </a:lnTo>
                    <a:lnTo>
                      <a:pt x="696" y="78"/>
                    </a:lnTo>
                    <a:lnTo>
                      <a:pt x="696" y="78"/>
                    </a:lnTo>
                    <a:lnTo>
                      <a:pt x="696" y="80"/>
                    </a:lnTo>
                    <a:lnTo>
                      <a:pt x="699" y="80"/>
                    </a:lnTo>
                    <a:lnTo>
                      <a:pt x="699" y="80"/>
                    </a:lnTo>
                    <a:lnTo>
                      <a:pt x="699" y="80"/>
                    </a:lnTo>
                    <a:lnTo>
                      <a:pt x="699" y="83"/>
                    </a:lnTo>
                    <a:lnTo>
                      <a:pt x="699" y="83"/>
                    </a:lnTo>
                    <a:lnTo>
                      <a:pt x="699" y="83"/>
                    </a:lnTo>
                    <a:lnTo>
                      <a:pt x="701" y="83"/>
                    </a:lnTo>
                    <a:lnTo>
                      <a:pt x="701" y="85"/>
                    </a:lnTo>
                    <a:lnTo>
                      <a:pt x="701" y="85"/>
                    </a:lnTo>
                    <a:lnTo>
                      <a:pt x="701" y="85"/>
                    </a:lnTo>
                    <a:lnTo>
                      <a:pt x="701" y="85"/>
                    </a:lnTo>
                    <a:lnTo>
                      <a:pt x="701" y="85"/>
                    </a:lnTo>
                    <a:lnTo>
                      <a:pt x="701" y="88"/>
                    </a:lnTo>
                    <a:lnTo>
                      <a:pt x="703" y="88"/>
                    </a:lnTo>
                    <a:lnTo>
                      <a:pt x="703" y="88"/>
                    </a:lnTo>
                    <a:lnTo>
                      <a:pt x="703" y="88"/>
                    </a:lnTo>
                    <a:lnTo>
                      <a:pt x="703" y="90"/>
                    </a:lnTo>
                    <a:lnTo>
                      <a:pt x="706" y="90"/>
                    </a:lnTo>
                    <a:lnTo>
                      <a:pt x="706" y="90"/>
                    </a:lnTo>
                    <a:lnTo>
                      <a:pt x="706" y="90"/>
                    </a:lnTo>
                    <a:lnTo>
                      <a:pt x="706" y="92"/>
                    </a:lnTo>
                    <a:lnTo>
                      <a:pt x="706" y="92"/>
                    </a:lnTo>
                    <a:lnTo>
                      <a:pt x="706" y="92"/>
                    </a:lnTo>
                    <a:lnTo>
                      <a:pt x="706" y="95"/>
                    </a:lnTo>
                    <a:lnTo>
                      <a:pt x="708" y="95"/>
                    </a:lnTo>
                    <a:lnTo>
                      <a:pt x="708" y="95"/>
                    </a:lnTo>
                    <a:lnTo>
                      <a:pt x="708" y="95"/>
                    </a:lnTo>
                    <a:lnTo>
                      <a:pt x="708" y="97"/>
                    </a:lnTo>
                    <a:lnTo>
                      <a:pt x="708" y="97"/>
                    </a:lnTo>
                    <a:lnTo>
                      <a:pt x="708" y="97"/>
                    </a:lnTo>
                    <a:lnTo>
                      <a:pt x="708" y="97"/>
                    </a:lnTo>
                    <a:lnTo>
                      <a:pt x="711" y="97"/>
                    </a:lnTo>
                    <a:lnTo>
                      <a:pt x="711" y="99"/>
                    </a:lnTo>
                    <a:lnTo>
                      <a:pt x="711" y="99"/>
                    </a:lnTo>
                    <a:lnTo>
                      <a:pt x="711" y="99"/>
                    </a:lnTo>
                    <a:lnTo>
                      <a:pt x="711" y="102"/>
                    </a:lnTo>
                    <a:lnTo>
                      <a:pt x="713" y="102"/>
                    </a:lnTo>
                    <a:lnTo>
                      <a:pt x="713" y="102"/>
                    </a:lnTo>
                    <a:lnTo>
                      <a:pt x="713" y="102"/>
                    </a:lnTo>
                    <a:lnTo>
                      <a:pt x="713" y="104"/>
                    </a:lnTo>
                    <a:lnTo>
                      <a:pt x="713" y="104"/>
                    </a:lnTo>
                    <a:lnTo>
                      <a:pt x="713" y="104"/>
                    </a:lnTo>
                    <a:lnTo>
                      <a:pt x="713" y="106"/>
                    </a:lnTo>
                    <a:lnTo>
                      <a:pt x="715" y="106"/>
                    </a:lnTo>
                    <a:lnTo>
                      <a:pt x="715" y="106"/>
                    </a:lnTo>
                    <a:lnTo>
                      <a:pt x="715" y="106"/>
                    </a:lnTo>
                    <a:lnTo>
                      <a:pt x="715" y="106"/>
                    </a:lnTo>
                    <a:lnTo>
                      <a:pt x="715" y="106"/>
                    </a:lnTo>
                    <a:lnTo>
                      <a:pt x="715" y="109"/>
                    </a:lnTo>
                    <a:lnTo>
                      <a:pt x="718" y="109"/>
                    </a:lnTo>
                    <a:lnTo>
                      <a:pt x="718" y="109"/>
                    </a:lnTo>
                    <a:lnTo>
                      <a:pt x="718" y="111"/>
                    </a:lnTo>
                    <a:lnTo>
                      <a:pt x="718" y="111"/>
                    </a:lnTo>
                    <a:lnTo>
                      <a:pt x="718" y="111"/>
                    </a:lnTo>
                    <a:lnTo>
                      <a:pt x="720" y="111"/>
                    </a:lnTo>
                    <a:lnTo>
                      <a:pt x="720" y="114"/>
                    </a:lnTo>
                    <a:lnTo>
                      <a:pt x="720" y="114"/>
                    </a:lnTo>
                    <a:lnTo>
                      <a:pt x="720" y="114"/>
                    </a:lnTo>
                    <a:lnTo>
                      <a:pt x="720" y="116"/>
                    </a:lnTo>
                    <a:lnTo>
                      <a:pt x="720" y="116"/>
                    </a:lnTo>
                    <a:lnTo>
                      <a:pt x="720" y="116"/>
                    </a:lnTo>
                    <a:lnTo>
                      <a:pt x="722" y="116"/>
                    </a:lnTo>
                    <a:lnTo>
                      <a:pt x="722" y="116"/>
                    </a:lnTo>
                    <a:lnTo>
                      <a:pt x="722" y="116"/>
                    </a:lnTo>
                    <a:lnTo>
                      <a:pt x="722" y="116"/>
                    </a:lnTo>
                    <a:lnTo>
                      <a:pt x="722" y="116"/>
                    </a:lnTo>
                    <a:lnTo>
                      <a:pt x="725" y="116"/>
                    </a:lnTo>
                    <a:lnTo>
                      <a:pt x="725" y="116"/>
                    </a:lnTo>
                    <a:lnTo>
                      <a:pt x="725" y="116"/>
                    </a:lnTo>
                    <a:lnTo>
                      <a:pt x="725" y="114"/>
                    </a:lnTo>
                    <a:lnTo>
                      <a:pt x="727" y="114"/>
                    </a:lnTo>
                    <a:lnTo>
                      <a:pt x="727" y="114"/>
                    </a:lnTo>
                    <a:lnTo>
                      <a:pt x="727" y="114"/>
                    </a:lnTo>
                    <a:lnTo>
                      <a:pt x="729" y="114"/>
                    </a:lnTo>
                    <a:lnTo>
                      <a:pt x="729" y="114"/>
                    </a:lnTo>
                    <a:lnTo>
                      <a:pt x="729" y="114"/>
                    </a:lnTo>
                    <a:lnTo>
                      <a:pt x="732" y="114"/>
                    </a:lnTo>
                    <a:lnTo>
                      <a:pt x="732" y="111"/>
                    </a:lnTo>
                    <a:lnTo>
                      <a:pt x="732" y="111"/>
                    </a:lnTo>
                    <a:lnTo>
                      <a:pt x="732" y="109"/>
                    </a:lnTo>
                    <a:lnTo>
                      <a:pt x="732" y="109"/>
                    </a:lnTo>
                    <a:lnTo>
                      <a:pt x="729" y="109"/>
                    </a:lnTo>
                    <a:lnTo>
                      <a:pt x="729" y="106"/>
                    </a:lnTo>
                    <a:lnTo>
                      <a:pt x="732" y="106"/>
                    </a:lnTo>
                    <a:lnTo>
                      <a:pt x="732" y="106"/>
                    </a:lnTo>
                    <a:lnTo>
                      <a:pt x="732" y="106"/>
                    </a:lnTo>
                    <a:lnTo>
                      <a:pt x="732" y="106"/>
                    </a:lnTo>
                    <a:lnTo>
                      <a:pt x="734" y="106"/>
                    </a:lnTo>
                    <a:lnTo>
                      <a:pt x="734" y="106"/>
                    </a:lnTo>
                    <a:lnTo>
                      <a:pt x="734" y="106"/>
                    </a:lnTo>
                    <a:lnTo>
                      <a:pt x="734" y="104"/>
                    </a:lnTo>
                    <a:lnTo>
                      <a:pt x="734" y="104"/>
                    </a:lnTo>
                    <a:lnTo>
                      <a:pt x="737" y="104"/>
                    </a:lnTo>
                    <a:lnTo>
                      <a:pt x="737" y="104"/>
                    </a:lnTo>
                    <a:lnTo>
                      <a:pt x="739" y="104"/>
                    </a:lnTo>
                    <a:lnTo>
                      <a:pt x="739" y="104"/>
                    </a:lnTo>
                    <a:lnTo>
                      <a:pt x="739" y="106"/>
                    </a:lnTo>
                    <a:lnTo>
                      <a:pt x="739" y="106"/>
                    </a:lnTo>
                    <a:lnTo>
                      <a:pt x="741" y="106"/>
                    </a:lnTo>
                    <a:lnTo>
                      <a:pt x="741" y="106"/>
                    </a:lnTo>
                    <a:lnTo>
                      <a:pt x="741" y="106"/>
                    </a:lnTo>
                    <a:lnTo>
                      <a:pt x="741" y="106"/>
                    </a:lnTo>
                    <a:lnTo>
                      <a:pt x="744" y="106"/>
                    </a:lnTo>
                    <a:lnTo>
                      <a:pt x="744" y="106"/>
                    </a:lnTo>
                    <a:lnTo>
                      <a:pt x="744" y="106"/>
                    </a:lnTo>
                    <a:lnTo>
                      <a:pt x="744" y="106"/>
                    </a:lnTo>
                    <a:lnTo>
                      <a:pt x="746" y="106"/>
                    </a:lnTo>
                    <a:lnTo>
                      <a:pt x="746" y="106"/>
                    </a:lnTo>
                    <a:lnTo>
                      <a:pt x="746" y="106"/>
                    </a:lnTo>
                    <a:lnTo>
                      <a:pt x="746" y="109"/>
                    </a:lnTo>
                    <a:lnTo>
                      <a:pt x="746" y="109"/>
                    </a:lnTo>
                    <a:lnTo>
                      <a:pt x="746" y="109"/>
                    </a:lnTo>
                    <a:lnTo>
                      <a:pt x="746" y="111"/>
                    </a:lnTo>
                    <a:lnTo>
                      <a:pt x="744" y="111"/>
                    </a:lnTo>
                    <a:lnTo>
                      <a:pt x="744" y="111"/>
                    </a:lnTo>
                    <a:lnTo>
                      <a:pt x="744" y="114"/>
                    </a:lnTo>
                    <a:lnTo>
                      <a:pt x="746" y="114"/>
                    </a:lnTo>
                    <a:lnTo>
                      <a:pt x="746" y="114"/>
                    </a:lnTo>
                    <a:lnTo>
                      <a:pt x="746" y="114"/>
                    </a:lnTo>
                    <a:lnTo>
                      <a:pt x="748" y="114"/>
                    </a:lnTo>
                    <a:lnTo>
                      <a:pt x="748" y="114"/>
                    </a:lnTo>
                    <a:lnTo>
                      <a:pt x="748" y="114"/>
                    </a:lnTo>
                    <a:lnTo>
                      <a:pt x="748" y="111"/>
                    </a:lnTo>
                    <a:lnTo>
                      <a:pt x="751" y="111"/>
                    </a:lnTo>
                    <a:lnTo>
                      <a:pt x="751" y="114"/>
                    </a:lnTo>
                    <a:lnTo>
                      <a:pt x="751" y="114"/>
                    </a:lnTo>
                    <a:lnTo>
                      <a:pt x="751" y="114"/>
                    </a:lnTo>
                    <a:lnTo>
                      <a:pt x="753" y="114"/>
                    </a:lnTo>
                    <a:lnTo>
                      <a:pt x="753" y="116"/>
                    </a:lnTo>
                    <a:lnTo>
                      <a:pt x="753" y="116"/>
                    </a:lnTo>
                    <a:lnTo>
                      <a:pt x="753" y="116"/>
                    </a:lnTo>
                    <a:lnTo>
                      <a:pt x="753" y="118"/>
                    </a:lnTo>
                    <a:lnTo>
                      <a:pt x="753" y="118"/>
                    </a:lnTo>
                    <a:lnTo>
                      <a:pt x="753" y="118"/>
                    </a:lnTo>
                    <a:lnTo>
                      <a:pt x="755" y="118"/>
                    </a:lnTo>
                    <a:lnTo>
                      <a:pt x="755" y="118"/>
                    </a:lnTo>
                    <a:lnTo>
                      <a:pt x="755" y="118"/>
                    </a:lnTo>
                    <a:lnTo>
                      <a:pt x="758" y="118"/>
                    </a:lnTo>
                    <a:lnTo>
                      <a:pt x="758" y="118"/>
                    </a:lnTo>
                    <a:lnTo>
                      <a:pt x="758" y="116"/>
                    </a:lnTo>
                    <a:lnTo>
                      <a:pt x="760" y="116"/>
                    </a:lnTo>
                    <a:lnTo>
                      <a:pt x="760" y="116"/>
                    </a:lnTo>
                    <a:lnTo>
                      <a:pt x="760" y="116"/>
                    </a:lnTo>
                    <a:lnTo>
                      <a:pt x="763" y="116"/>
                    </a:lnTo>
                    <a:lnTo>
                      <a:pt x="763" y="116"/>
                    </a:lnTo>
                    <a:lnTo>
                      <a:pt x="765" y="116"/>
                    </a:lnTo>
                    <a:lnTo>
                      <a:pt x="765" y="116"/>
                    </a:lnTo>
                    <a:lnTo>
                      <a:pt x="765" y="116"/>
                    </a:lnTo>
                    <a:lnTo>
                      <a:pt x="765" y="118"/>
                    </a:lnTo>
                    <a:lnTo>
                      <a:pt x="767" y="118"/>
                    </a:lnTo>
                    <a:lnTo>
                      <a:pt x="767" y="118"/>
                    </a:lnTo>
                    <a:lnTo>
                      <a:pt x="767" y="118"/>
                    </a:lnTo>
                    <a:lnTo>
                      <a:pt x="770" y="118"/>
                    </a:lnTo>
                    <a:lnTo>
                      <a:pt x="770" y="116"/>
                    </a:lnTo>
                    <a:lnTo>
                      <a:pt x="770" y="116"/>
                    </a:lnTo>
                    <a:lnTo>
                      <a:pt x="772" y="116"/>
                    </a:lnTo>
                    <a:lnTo>
                      <a:pt x="772" y="116"/>
                    </a:lnTo>
                    <a:lnTo>
                      <a:pt x="772" y="116"/>
                    </a:lnTo>
                    <a:lnTo>
                      <a:pt x="772" y="118"/>
                    </a:lnTo>
                    <a:lnTo>
                      <a:pt x="774" y="118"/>
                    </a:lnTo>
                    <a:lnTo>
                      <a:pt x="774" y="118"/>
                    </a:lnTo>
                    <a:lnTo>
                      <a:pt x="774" y="118"/>
                    </a:lnTo>
                    <a:lnTo>
                      <a:pt x="777" y="118"/>
                    </a:lnTo>
                    <a:lnTo>
                      <a:pt x="777" y="116"/>
                    </a:lnTo>
                    <a:lnTo>
                      <a:pt x="777" y="116"/>
                    </a:lnTo>
                    <a:lnTo>
                      <a:pt x="779" y="116"/>
                    </a:lnTo>
                    <a:lnTo>
                      <a:pt x="779" y="116"/>
                    </a:lnTo>
                    <a:lnTo>
                      <a:pt x="779" y="116"/>
                    </a:lnTo>
                    <a:lnTo>
                      <a:pt x="779" y="116"/>
                    </a:lnTo>
                    <a:lnTo>
                      <a:pt x="779" y="114"/>
                    </a:lnTo>
                    <a:lnTo>
                      <a:pt x="779" y="114"/>
                    </a:lnTo>
                    <a:lnTo>
                      <a:pt x="782" y="114"/>
                    </a:lnTo>
                    <a:lnTo>
                      <a:pt x="782" y="114"/>
                    </a:lnTo>
                    <a:lnTo>
                      <a:pt x="782" y="114"/>
                    </a:lnTo>
                    <a:lnTo>
                      <a:pt x="784" y="114"/>
                    </a:lnTo>
                    <a:lnTo>
                      <a:pt x="784" y="114"/>
                    </a:lnTo>
                    <a:lnTo>
                      <a:pt x="786" y="114"/>
                    </a:lnTo>
                    <a:lnTo>
                      <a:pt x="786" y="114"/>
                    </a:lnTo>
                    <a:lnTo>
                      <a:pt x="786" y="114"/>
                    </a:lnTo>
                    <a:lnTo>
                      <a:pt x="786" y="114"/>
                    </a:lnTo>
                    <a:lnTo>
                      <a:pt x="789" y="114"/>
                    </a:lnTo>
                    <a:lnTo>
                      <a:pt x="789" y="111"/>
                    </a:lnTo>
                    <a:lnTo>
                      <a:pt x="789" y="111"/>
                    </a:lnTo>
                    <a:lnTo>
                      <a:pt x="789" y="111"/>
                    </a:lnTo>
                    <a:lnTo>
                      <a:pt x="791" y="111"/>
                    </a:lnTo>
                    <a:lnTo>
                      <a:pt x="791" y="111"/>
                    </a:lnTo>
                    <a:lnTo>
                      <a:pt x="793" y="111"/>
                    </a:lnTo>
                    <a:lnTo>
                      <a:pt x="793" y="111"/>
                    </a:lnTo>
                    <a:lnTo>
                      <a:pt x="793" y="111"/>
                    </a:lnTo>
                    <a:lnTo>
                      <a:pt x="793" y="114"/>
                    </a:lnTo>
                    <a:lnTo>
                      <a:pt x="796" y="114"/>
                    </a:lnTo>
                    <a:lnTo>
                      <a:pt x="796" y="114"/>
                    </a:lnTo>
                    <a:lnTo>
                      <a:pt x="798" y="114"/>
                    </a:lnTo>
                    <a:lnTo>
                      <a:pt x="798" y="114"/>
                    </a:lnTo>
                    <a:lnTo>
                      <a:pt x="798" y="114"/>
                    </a:lnTo>
                    <a:lnTo>
                      <a:pt x="798" y="114"/>
                    </a:lnTo>
                    <a:lnTo>
                      <a:pt x="800" y="114"/>
                    </a:lnTo>
                    <a:lnTo>
                      <a:pt x="800" y="114"/>
                    </a:lnTo>
                    <a:lnTo>
                      <a:pt x="800" y="116"/>
                    </a:lnTo>
                    <a:lnTo>
                      <a:pt x="800" y="116"/>
                    </a:lnTo>
                    <a:lnTo>
                      <a:pt x="803" y="116"/>
                    </a:lnTo>
                    <a:lnTo>
                      <a:pt x="803" y="116"/>
                    </a:lnTo>
                    <a:lnTo>
                      <a:pt x="805" y="116"/>
                    </a:lnTo>
                    <a:lnTo>
                      <a:pt x="805" y="116"/>
                    </a:lnTo>
                    <a:lnTo>
                      <a:pt x="805" y="116"/>
                    </a:lnTo>
                    <a:lnTo>
                      <a:pt x="805" y="116"/>
                    </a:lnTo>
                    <a:lnTo>
                      <a:pt x="805" y="116"/>
                    </a:lnTo>
                    <a:lnTo>
                      <a:pt x="805" y="118"/>
                    </a:lnTo>
                    <a:lnTo>
                      <a:pt x="805" y="118"/>
                    </a:lnTo>
                    <a:lnTo>
                      <a:pt x="808" y="118"/>
                    </a:lnTo>
                    <a:lnTo>
                      <a:pt x="808" y="118"/>
                    </a:lnTo>
                    <a:lnTo>
                      <a:pt x="808" y="121"/>
                    </a:lnTo>
                    <a:lnTo>
                      <a:pt x="808" y="121"/>
                    </a:lnTo>
                    <a:lnTo>
                      <a:pt x="808" y="121"/>
                    </a:lnTo>
                    <a:lnTo>
                      <a:pt x="810" y="121"/>
                    </a:lnTo>
                    <a:lnTo>
                      <a:pt x="810" y="123"/>
                    </a:lnTo>
                    <a:lnTo>
                      <a:pt x="810" y="123"/>
                    </a:lnTo>
                    <a:lnTo>
                      <a:pt x="810" y="123"/>
                    </a:lnTo>
                    <a:lnTo>
                      <a:pt x="812" y="123"/>
                    </a:lnTo>
                    <a:lnTo>
                      <a:pt x="812" y="125"/>
                    </a:lnTo>
                    <a:lnTo>
                      <a:pt x="812" y="125"/>
                    </a:lnTo>
                    <a:lnTo>
                      <a:pt x="812" y="125"/>
                    </a:lnTo>
                    <a:lnTo>
                      <a:pt x="812" y="125"/>
                    </a:lnTo>
                    <a:lnTo>
                      <a:pt x="812" y="128"/>
                    </a:lnTo>
                    <a:lnTo>
                      <a:pt x="812" y="128"/>
                    </a:lnTo>
                    <a:lnTo>
                      <a:pt x="812" y="130"/>
                    </a:lnTo>
                    <a:lnTo>
                      <a:pt x="812" y="130"/>
                    </a:lnTo>
                    <a:lnTo>
                      <a:pt x="812" y="130"/>
                    </a:lnTo>
                    <a:lnTo>
                      <a:pt x="815" y="130"/>
                    </a:lnTo>
                    <a:lnTo>
                      <a:pt x="815" y="133"/>
                    </a:lnTo>
                    <a:lnTo>
                      <a:pt x="815" y="133"/>
                    </a:lnTo>
                    <a:lnTo>
                      <a:pt x="815" y="133"/>
                    </a:lnTo>
                    <a:lnTo>
                      <a:pt x="815" y="130"/>
                    </a:lnTo>
                    <a:lnTo>
                      <a:pt x="817" y="130"/>
                    </a:lnTo>
                    <a:lnTo>
                      <a:pt x="817" y="130"/>
                    </a:lnTo>
                    <a:lnTo>
                      <a:pt x="817" y="133"/>
                    </a:lnTo>
                    <a:lnTo>
                      <a:pt x="819" y="133"/>
                    </a:lnTo>
                    <a:lnTo>
                      <a:pt x="819" y="133"/>
                    </a:lnTo>
                    <a:lnTo>
                      <a:pt x="819" y="133"/>
                    </a:lnTo>
                    <a:lnTo>
                      <a:pt x="819" y="133"/>
                    </a:lnTo>
                    <a:lnTo>
                      <a:pt x="822" y="133"/>
                    </a:lnTo>
                    <a:lnTo>
                      <a:pt x="822" y="133"/>
                    </a:lnTo>
                    <a:lnTo>
                      <a:pt x="822" y="133"/>
                    </a:lnTo>
                    <a:lnTo>
                      <a:pt x="822" y="135"/>
                    </a:lnTo>
                    <a:lnTo>
                      <a:pt x="824" y="135"/>
                    </a:lnTo>
                    <a:lnTo>
                      <a:pt x="824" y="135"/>
                    </a:lnTo>
                    <a:lnTo>
                      <a:pt x="824" y="135"/>
                    </a:lnTo>
                    <a:lnTo>
                      <a:pt x="826" y="135"/>
                    </a:lnTo>
                    <a:lnTo>
                      <a:pt x="826" y="135"/>
                    </a:lnTo>
                    <a:lnTo>
                      <a:pt x="826" y="135"/>
                    </a:lnTo>
                    <a:lnTo>
                      <a:pt x="829" y="135"/>
                    </a:lnTo>
                    <a:lnTo>
                      <a:pt x="829" y="135"/>
                    </a:lnTo>
                    <a:lnTo>
                      <a:pt x="829" y="135"/>
                    </a:lnTo>
                    <a:lnTo>
                      <a:pt x="829" y="137"/>
                    </a:lnTo>
                    <a:lnTo>
                      <a:pt x="829" y="137"/>
                    </a:lnTo>
                    <a:lnTo>
                      <a:pt x="829" y="137"/>
                    </a:lnTo>
                    <a:lnTo>
                      <a:pt x="829" y="140"/>
                    </a:lnTo>
                    <a:lnTo>
                      <a:pt x="829" y="140"/>
                    </a:lnTo>
                    <a:lnTo>
                      <a:pt x="829" y="140"/>
                    </a:lnTo>
                    <a:lnTo>
                      <a:pt x="829" y="140"/>
                    </a:lnTo>
                    <a:lnTo>
                      <a:pt x="831" y="140"/>
                    </a:lnTo>
                    <a:lnTo>
                      <a:pt x="831" y="142"/>
                    </a:lnTo>
                    <a:lnTo>
                      <a:pt x="831" y="142"/>
                    </a:lnTo>
                    <a:lnTo>
                      <a:pt x="831" y="142"/>
                    </a:lnTo>
                    <a:lnTo>
                      <a:pt x="831" y="144"/>
                    </a:lnTo>
                    <a:lnTo>
                      <a:pt x="834" y="144"/>
                    </a:lnTo>
                    <a:lnTo>
                      <a:pt x="834" y="144"/>
                    </a:lnTo>
                    <a:lnTo>
                      <a:pt x="834" y="144"/>
                    </a:lnTo>
                    <a:lnTo>
                      <a:pt x="834" y="147"/>
                    </a:lnTo>
                    <a:lnTo>
                      <a:pt x="834" y="147"/>
                    </a:lnTo>
                    <a:lnTo>
                      <a:pt x="834" y="147"/>
                    </a:lnTo>
                    <a:lnTo>
                      <a:pt x="834" y="147"/>
                    </a:lnTo>
                    <a:lnTo>
                      <a:pt x="836" y="147"/>
                    </a:lnTo>
                    <a:lnTo>
                      <a:pt x="836" y="147"/>
                    </a:lnTo>
                    <a:lnTo>
                      <a:pt x="838" y="147"/>
                    </a:lnTo>
                    <a:lnTo>
                      <a:pt x="838" y="147"/>
                    </a:lnTo>
                    <a:lnTo>
                      <a:pt x="838" y="147"/>
                    </a:lnTo>
                    <a:lnTo>
                      <a:pt x="841" y="147"/>
                    </a:lnTo>
                    <a:lnTo>
                      <a:pt x="841" y="147"/>
                    </a:lnTo>
                    <a:lnTo>
                      <a:pt x="841" y="147"/>
                    </a:lnTo>
                    <a:lnTo>
                      <a:pt x="843" y="147"/>
                    </a:lnTo>
                    <a:lnTo>
                      <a:pt x="843" y="149"/>
                    </a:lnTo>
                    <a:lnTo>
                      <a:pt x="843" y="149"/>
                    </a:lnTo>
                    <a:lnTo>
                      <a:pt x="843" y="147"/>
                    </a:lnTo>
                    <a:lnTo>
                      <a:pt x="845" y="147"/>
                    </a:lnTo>
                    <a:lnTo>
                      <a:pt x="845" y="147"/>
                    </a:lnTo>
                    <a:lnTo>
                      <a:pt x="845" y="149"/>
                    </a:lnTo>
                    <a:lnTo>
                      <a:pt x="845" y="149"/>
                    </a:lnTo>
                    <a:lnTo>
                      <a:pt x="848" y="149"/>
                    </a:lnTo>
                    <a:lnTo>
                      <a:pt x="848" y="149"/>
                    </a:lnTo>
                    <a:lnTo>
                      <a:pt x="848" y="149"/>
                    </a:lnTo>
                    <a:lnTo>
                      <a:pt x="848" y="149"/>
                    </a:lnTo>
                    <a:lnTo>
                      <a:pt x="850" y="149"/>
                    </a:lnTo>
                    <a:lnTo>
                      <a:pt x="850" y="149"/>
                    </a:lnTo>
                    <a:lnTo>
                      <a:pt x="853" y="149"/>
                    </a:lnTo>
                    <a:lnTo>
                      <a:pt x="853" y="149"/>
                    </a:lnTo>
                    <a:lnTo>
                      <a:pt x="853" y="152"/>
                    </a:lnTo>
                    <a:lnTo>
                      <a:pt x="853" y="152"/>
                    </a:lnTo>
                    <a:lnTo>
                      <a:pt x="855" y="152"/>
                    </a:lnTo>
                    <a:lnTo>
                      <a:pt x="855" y="149"/>
                    </a:lnTo>
                    <a:lnTo>
                      <a:pt x="855" y="149"/>
                    </a:lnTo>
                    <a:lnTo>
                      <a:pt x="855" y="149"/>
                    </a:lnTo>
                    <a:lnTo>
                      <a:pt x="855" y="147"/>
                    </a:lnTo>
                    <a:lnTo>
                      <a:pt x="855" y="147"/>
                    </a:lnTo>
                    <a:lnTo>
                      <a:pt x="857" y="147"/>
                    </a:lnTo>
                    <a:lnTo>
                      <a:pt x="857" y="147"/>
                    </a:lnTo>
                    <a:lnTo>
                      <a:pt x="857" y="147"/>
                    </a:lnTo>
                    <a:lnTo>
                      <a:pt x="860" y="147"/>
                    </a:lnTo>
                    <a:lnTo>
                      <a:pt x="860" y="144"/>
                    </a:lnTo>
                    <a:lnTo>
                      <a:pt x="860" y="144"/>
                    </a:lnTo>
                    <a:lnTo>
                      <a:pt x="860" y="144"/>
                    </a:lnTo>
                    <a:lnTo>
                      <a:pt x="860" y="144"/>
                    </a:lnTo>
                    <a:lnTo>
                      <a:pt x="862" y="144"/>
                    </a:lnTo>
                    <a:lnTo>
                      <a:pt x="862" y="144"/>
                    </a:lnTo>
                    <a:lnTo>
                      <a:pt x="862" y="144"/>
                    </a:lnTo>
                    <a:lnTo>
                      <a:pt x="862" y="144"/>
                    </a:lnTo>
                    <a:lnTo>
                      <a:pt x="862" y="142"/>
                    </a:lnTo>
                    <a:lnTo>
                      <a:pt x="864" y="142"/>
                    </a:lnTo>
                    <a:lnTo>
                      <a:pt x="864" y="142"/>
                    </a:lnTo>
                    <a:lnTo>
                      <a:pt x="867" y="142"/>
                    </a:lnTo>
                    <a:lnTo>
                      <a:pt x="867" y="142"/>
                    </a:lnTo>
                    <a:lnTo>
                      <a:pt x="867" y="144"/>
                    </a:lnTo>
                    <a:lnTo>
                      <a:pt x="867" y="144"/>
                    </a:lnTo>
                    <a:lnTo>
                      <a:pt x="867" y="144"/>
                    </a:lnTo>
                    <a:lnTo>
                      <a:pt x="867" y="144"/>
                    </a:lnTo>
                    <a:lnTo>
                      <a:pt x="864" y="144"/>
                    </a:lnTo>
                    <a:lnTo>
                      <a:pt x="864" y="144"/>
                    </a:lnTo>
                    <a:lnTo>
                      <a:pt x="862" y="144"/>
                    </a:lnTo>
                    <a:lnTo>
                      <a:pt x="862" y="147"/>
                    </a:lnTo>
                    <a:lnTo>
                      <a:pt x="862" y="147"/>
                    </a:lnTo>
                    <a:lnTo>
                      <a:pt x="864" y="147"/>
                    </a:lnTo>
                    <a:lnTo>
                      <a:pt x="864" y="147"/>
                    </a:lnTo>
                    <a:lnTo>
                      <a:pt x="867" y="147"/>
                    </a:lnTo>
                    <a:lnTo>
                      <a:pt x="867" y="149"/>
                    </a:lnTo>
                    <a:lnTo>
                      <a:pt x="867" y="149"/>
                    </a:lnTo>
                    <a:lnTo>
                      <a:pt x="867" y="149"/>
                    </a:lnTo>
                    <a:lnTo>
                      <a:pt x="867" y="149"/>
                    </a:lnTo>
                    <a:lnTo>
                      <a:pt x="867" y="152"/>
                    </a:lnTo>
                    <a:lnTo>
                      <a:pt x="867" y="152"/>
                    </a:lnTo>
                    <a:lnTo>
                      <a:pt x="869" y="152"/>
                    </a:lnTo>
                    <a:lnTo>
                      <a:pt x="869" y="152"/>
                    </a:lnTo>
                    <a:lnTo>
                      <a:pt x="869" y="154"/>
                    </a:lnTo>
                    <a:lnTo>
                      <a:pt x="869" y="154"/>
                    </a:lnTo>
                    <a:lnTo>
                      <a:pt x="871" y="154"/>
                    </a:lnTo>
                    <a:lnTo>
                      <a:pt x="871" y="156"/>
                    </a:lnTo>
                    <a:lnTo>
                      <a:pt x="871" y="156"/>
                    </a:lnTo>
                    <a:lnTo>
                      <a:pt x="871" y="156"/>
                    </a:lnTo>
                    <a:lnTo>
                      <a:pt x="871" y="156"/>
                    </a:lnTo>
                    <a:lnTo>
                      <a:pt x="874" y="156"/>
                    </a:lnTo>
                    <a:lnTo>
                      <a:pt x="874" y="156"/>
                    </a:lnTo>
                    <a:lnTo>
                      <a:pt x="874" y="156"/>
                    </a:lnTo>
                    <a:lnTo>
                      <a:pt x="876" y="156"/>
                    </a:lnTo>
                    <a:lnTo>
                      <a:pt x="876" y="156"/>
                    </a:lnTo>
                    <a:lnTo>
                      <a:pt x="876" y="156"/>
                    </a:lnTo>
                    <a:lnTo>
                      <a:pt x="879" y="156"/>
                    </a:lnTo>
                    <a:lnTo>
                      <a:pt x="879" y="159"/>
                    </a:lnTo>
                    <a:lnTo>
                      <a:pt x="879" y="159"/>
                    </a:lnTo>
                    <a:lnTo>
                      <a:pt x="876" y="159"/>
                    </a:lnTo>
                    <a:lnTo>
                      <a:pt x="876" y="159"/>
                    </a:lnTo>
                    <a:lnTo>
                      <a:pt x="874" y="159"/>
                    </a:lnTo>
                    <a:lnTo>
                      <a:pt x="874" y="159"/>
                    </a:lnTo>
                    <a:lnTo>
                      <a:pt x="874" y="159"/>
                    </a:lnTo>
                    <a:lnTo>
                      <a:pt x="874" y="159"/>
                    </a:lnTo>
                    <a:lnTo>
                      <a:pt x="874" y="159"/>
                    </a:lnTo>
                    <a:lnTo>
                      <a:pt x="871" y="159"/>
                    </a:lnTo>
                    <a:lnTo>
                      <a:pt x="871" y="159"/>
                    </a:lnTo>
                    <a:lnTo>
                      <a:pt x="871" y="161"/>
                    </a:lnTo>
                    <a:lnTo>
                      <a:pt x="871" y="161"/>
                    </a:lnTo>
                    <a:lnTo>
                      <a:pt x="869" y="161"/>
                    </a:lnTo>
                    <a:lnTo>
                      <a:pt x="869" y="159"/>
                    </a:lnTo>
                    <a:lnTo>
                      <a:pt x="869" y="159"/>
                    </a:lnTo>
                    <a:lnTo>
                      <a:pt x="869" y="161"/>
                    </a:lnTo>
                    <a:lnTo>
                      <a:pt x="867" y="161"/>
                    </a:lnTo>
                    <a:lnTo>
                      <a:pt x="867" y="161"/>
                    </a:lnTo>
                    <a:lnTo>
                      <a:pt x="867" y="161"/>
                    </a:lnTo>
                    <a:lnTo>
                      <a:pt x="867" y="161"/>
                    </a:lnTo>
                    <a:lnTo>
                      <a:pt x="867" y="163"/>
                    </a:lnTo>
                    <a:lnTo>
                      <a:pt x="864" y="163"/>
                    </a:lnTo>
                    <a:lnTo>
                      <a:pt x="864" y="163"/>
                    </a:lnTo>
                    <a:lnTo>
                      <a:pt x="864" y="166"/>
                    </a:lnTo>
                    <a:lnTo>
                      <a:pt x="867" y="166"/>
                    </a:lnTo>
                    <a:lnTo>
                      <a:pt x="867" y="166"/>
                    </a:lnTo>
                    <a:lnTo>
                      <a:pt x="867" y="166"/>
                    </a:lnTo>
                    <a:lnTo>
                      <a:pt x="867" y="166"/>
                    </a:lnTo>
                    <a:lnTo>
                      <a:pt x="867" y="168"/>
                    </a:lnTo>
                    <a:lnTo>
                      <a:pt x="867" y="168"/>
                    </a:lnTo>
                    <a:lnTo>
                      <a:pt x="867" y="168"/>
                    </a:lnTo>
                    <a:lnTo>
                      <a:pt x="867" y="170"/>
                    </a:lnTo>
                    <a:lnTo>
                      <a:pt x="867" y="170"/>
                    </a:lnTo>
                    <a:lnTo>
                      <a:pt x="864" y="170"/>
                    </a:lnTo>
                    <a:lnTo>
                      <a:pt x="864" y="170"/>
                    </a:lnTo>
                    <a:lnTo>
                      <a:pt x="864" y="173"/>
                    </a:lnTo>
                    <a:lnTo>
                      <a:pt x="862" y="173"/>
                    </a:lnTo>
                    <a:lnTo>
                      <a:pt x="862" y="173"/>
                    </a:lnTo>
                    <a:lnTo>
                      <a:pt x="862" y="173"/>
                    </a:lnTo>
                    <a:lnTo>
                      <a:pt x="862" y="175"/>
                    </a:lnTo>
                    <a:lnTo>
                      <a:pt x="862" y="175"/>
                    </a:lnTo>
                    <a:lnTo>
                      <a:pt x="860" y="175"/>
                    </a:lnTo>
                    <a:lnTo>
                      <a:pt x="860" y="175"/>
                    </a:lnTo>
                    <a:lnTo>
                      <a:pt x="860" y="175"/>
                    </a:lnTo>
                    <a:lnTo>
                      <a:pt x="860" y="175"/>
                    </a:lnTo>
                    <a:lnTo>
                      <a:pt x="857" y="175"/>
                    </a:lnTo>
                    <a:lnTo>
                      <a:pt x="857" y="175"/>
                    </a:lnTo>
                    <a:lnTo>
                      <a:pt x="855" y="175"/>
                    </a:lnTo>
                    <a:lnTo>
                      <a:pt x="855" y="175"/>
                    </a:lnTo>
                    <a:lnTo>
                      <a:pt x="855" y="175"/>
                    </a:lnTo>
                    <a:lnTo>
                      <a:pt x="855" y="175"/>
                    </a:lnTo>
                    <a:lnTo>
                      <a:pt x="855" y="178"/>
                    </a:lnTo>
                    <a:lnTo>
                      <a:pt x="853" y="178"/>
                    </a:lnTo>
                    <a:lnTo>
                      <a:pt x="853" y="175"/>
                    </a:lnTo>
                    <a:lnTo>
                      <a:pt x="853" y="175"/>
                    </a:lnTo>
                    <a:lnTo>
                      <a:pt x="853" y="175"/>
                    </a:lnTo>
                    <a:lnTo>
                      <a:pt x="850" y="175"/>
                    </a:lnTo>
                    <a:lnTo>
                      <a:pt x="850" y="175"/>
                    </a:lnTo>
                    <a:lnTo>
                      <a:pt x="848" y="175"/>
                    </a:lnTo>
                    <a:lnTo>
                      <a:pt x="848" y="178"/>
                    </a:lnTo>
                    <a:lnTo>
                      <a:pt x="848" y="178"/>
                    </a:lnTo>
                    <a:lnTo>
                      <a:pt x="848" y="178"/>
                    </a:lnTo>
                    <a:lnTo>
                      <a:pt x="845" y="178"/>
                    </a:lnTo>
                    <a:lnTo>
                      <a:pt x="845" y="178"/>
                    </a:lnTo>
                    <a:lnTo>
                      <a:pt x="845" y="178"/>
                    </a:lnTo>
                    <a:lnTo>
                      <a:pt x="845" y="178"/>
                    </a:lnTo>
                    <a:lnTo>
                      <a:pt x="843" y="178"/>
                    </a:lnTo>
                    <a:lnTo>
                      <a:pt x="843" y="180"/>
                    </a:lnTo>
                    <a:lnTo>
                      <a:pt x="843" y="180"/>
                    </a:lnTo>
                    <a:lnTo>
                      <a:pt x="843" y="180"/>
                    </a:lnTo>
                    <a:lnTo>
                      <a:pt x="843" y="182"/>
                    </a:lnTo>
                    <a:lnTo>
                      <a:pt x="843" y="182"/>
                    </a:lnTo>
                    <a:lnTo>
                      <a:pt x="841" y="182"/>
                    </a:lnTo>
                    <a:lnTo>
                      <a:pt x="841" y="185"/>
                    </a:lnTo>
                    <a:lnTo>
                      <a:pt x="841" y="185"/>
                    </a:lnTo>
                    <a:lnTo>
                      <a:pt x="841" y="185"/>
                    </a:lnTo>
                    <a:lnTo>
                      <a:pt x="841" y="185"/>
                    </a:lnTo>
                    <a:lnTo>
                      <a:pt x="841" y="187"/>
                    </a:lnTo>
                    <a:lnTo>
                      <a:pt x="841" y="187"/>
                    </a:lnTo>
                    <a:lnTo>
                      <a:pt x="841" y="187"/>
                    </a:lnTo>
                    <a:lnTo>
                      <a:pt x="841" y="189"/>
                    </a:lnTo>
                    <a:lnTo>
                      <a:pt x="841" y="189"/>
                    </a:lnTo>
                    <a:lnTo>
                      <a:pt x="841" y="192"/>
                    </a:lnTo>
                    <a:lnTo>
                      <a:pt x="841" y="192"/>
                    </a:lnTo>
                    <a:lnTo>
                      <a:pt x="841" y="192"/>
                    </a:lnTo>
                    <a:lnTo>
                      <a:pt x="841" y="194"/>
                    </a:lnTo>
                    <a:lnTo>
                      <a:pt x="841" y="194"/>
                    </a:lnTo>
                    <a:lnTo>
                      <a:pt x="841" y="194"/>
                    </a:lnTo>
                    <a:lnTo>
                      <a:pt x="841" y="197"/>
                    </a:lnTo>
                    <a:lnTo>
                      <a:pt x="841" y="197"/>
                    </a:lnTo>
                    <a:lnTo>
                      <a:pt x="841" y="197"/>
                    </a:lnTo>
                    <a:lnTo>
                      <a:pt x="841" y="199"/>
                    </a:lnTo>
                    <a:lnTo>
                      <a:pt x="841" y="199"/>
                    </a:lnTo>
                    <a:lnTo>
                      <a:pt x="841" y="201"/>
                    </a:lnTo>
                    <a:lnTo>
                      <a:pt x="841" y="201"/>
                    </a:lnTo>
                    <a:lnTo>
                      <a:pt x="843" y="201"/>
                    </a:lnTo>
                    <a:lnTo>
                      <a:pt x="843" y="204"/>
                    </a:lnTo>
                    <a:lnTo>
                      <a:pt x="843" y="204"/>
                    </a:lnTo>
                    <a:lnTo>
                      <a:pt x="843" y="204"/>
                    </a:lnTo>
                    <a:lnTo>
                      <a:pt x="843" y="204"/>
                    </a:lnTo>
                    <a:lnTo>
                      <a:pt x="843" y="206"/>
                    </a:lnTo>
                    <a:lnTo>
                      <a:pt x="843" y="206"/>
                    </a:lnTo>
                    <a:lnTo>
                      <a:pt x="843" y="208"/>
                    </a:lnTo>
                    <a:lnTo>
                      <a:pt x="843" y="208"/>
                    </a:lnTo>
                    <a:lnTo>
                      <a:pt x="841" y="208"/>
                    </a:lnTo>
                    <a:lnTo>
                      <a:pt x="841" y="208"/>
                    </a:lnTo>
                    <a:lnTo>
                      <a:pt x="841" y="208"/>
                    </a:lnTo>
                    <a:lnTo>
                      <a:pt x="841" y="211"/>
                    </a:lnTo>
                    <a:lnTo>
                      <a:pt x="841" y="211"/>
                    </a:lnTo>
                    <a:lnTo>
                      <a:pt x="841" y="211"/>
                    </a:lnTo>
                    <a:lnTo>
                      <a:pt x="838" y="211"/>
                    </a:lnTo>
                    <a:lnTo>
                      <a:pt x="838" y="211"/>
                    </a:lnTo>
                    <a:lnTo>
                      <a:pt x="838" y="211"/>
                    </a:lnTo>
                    <a:lnTo>
                      <a:pt x="838" y="213"/>
                    </a:lnTo>
                    <a:lnTo>
                      <a:pt x="836" y="213"/>
                    </a:lnTo>
                    <a:lnTo>
                      <a:pt x="836" y="213"/>
                    </a:lnTo>
                    <a:lnTo>
                      <a:pt x="834" y="213"/>
                    </a:lnTo>
                    <a:lnTo>
                      <a:pt x="834" y="213"/>
                    </a:lnTo>
                    <a:lnTo>
                      <a:pt x="834" y="213"/>
                    </a:lnTo>
                    <a:lnTo>
                      <a:pt x="834" y="213"/>
                    </a:lnTo>
                    <a:lnTo>
                      <a:pt x="831" y="213"/>
                    </a:lnTo>
                    <a:lnTo>
                      <a:pt x="831" y="213"/>
                    </a:lnTo>
                    <a:lnTo>
                      <a:pt x="831" y="215"/>
                    </a:lnTo>
                    <a:lnTo>
                      <a:pt x="829" y="215"/>
                    </a:lnTo>
                    <a:lnTo>
                      <a:pt x="829" y="215"/>
                    </a:lnTo>
                    <a:lnTo>
                      <a:pt x="829" y="215"/>
                    </a:lnTo>
                    <a:lnTo>
                      <a:pt x="829" y="215"/>
                    </a:lnTo>
                    <a:lnTo>
                      <a:pt x="826" y="215"/>
                    </a:lnTo>
                    <a:lnTo>
                      <a:pt x="826" y="215"/>
                    </a:lnTo>
                    <a:lnTo>
                      <a:pt x="826" y="215"/>
                    </a:lnTo>
                    <a:lnTo>
                      <a:pt x="826" y="215"/>
                    </a:lnTo>
                    <a:lnTo>
                      <a:pt x="826" y="218"/>
                    </a:lnTo>
                    <a:lnTo>
                      <a:pt x="824" y="218"/>
                    </a:lnTo>
                    <a:lnTo>
                      <a:pt x="824" y="218"/>
                    </a:lnTo>
                    <a:lnTo>
                      <a:pt x="822" y="218"/>
                    </a:lnTo>
                    <a:lnTo>
                      <a:pt x="822" y="218"/>
                    </a:lnTo>
                    <a:lnTo>
                      <a:pt x="822" y="215"/>
                    </a:lnTo>
                    <a:lnTo>
                      <a:pt x="822" y="215"/>
                    </a:lnTo>
                    <a:lnTo>
                      <a:pt x="822" y="215"/>
                    </a:lnTo>
                    <a:lnTo>
                      <a:pt x="822" y="215"/>
                    </a:lnTo>
                    <a:lnTo>
                      <a:pt x="822" y="215"/>
                    </a:lnTo>
                    <a:lnTo>
                      <a:pt x="822" y="213"/>
                    </a:lnTo>
                    <a:lnTo>
                      <a:pt x="822" y="213"/>
                    </a:lnTo>
                    <a:lnTo>
                      <a:pt x="819" y="213"/>
                    </a:lnTo>
                    <a:lnTo>
                      <a:pt x="819" y="213"/>
                    </a:lnTo>
                    <a:lnTo>
                      <a:pt x="819" y="213"/>
                    </a:lnTo>
                    <a:lnTo>
                      <a:pt x="817" y="213"/>
                    </a:lnTo>
                    <a:lnTo>
                      <a:pt x="817" y="213"/>
                    </a:lnTo>
                    <a:lnTo>
                      <a:pt x="815" y="213"/>
                    </a:lnTo>
                    <a:lnTo>
                      <a:pt x="815" y="213"/>
                    </a:lnTo>
                    <a:lnTo>
                      <a:pt x="815" y="213"/>
                    </a:lnTo>
                    <a:lnTo>
                      <a:pt x="812" y="213"/>
                    </a:lnTo>
                    <a:lnTo>
                      <a:pt x="812" y="213"/>
                    </a:lnTo>
                    <a:lnTo>
                      <a:pt x="812" y="213"/>
                    </a:lnTo>
                    <a:lnTo>
                      <a:pt x="810" y="213"/>
                    </a:lnTo>
                    <a:lnTo>
                      <a:pt x="810" y="213"/>
                    </a:lnTo>
                    <a:lnTo>
                      <a:pt x="810" y="215"/>
                    </a:lnTo>
                    <a:lnTo>
                      <a:pt x="808" y="215"/>
                    </a:lnTo>
                    <a:lnTo>
                      <a:pt x="808" y="215"/>
                    </a:lnTo>
                    <a:lnTo>
                      <a:pt x="808" y="215"/>
                    </a:lnTo>
                    <a:lnTo>
                      <a:pt x="808" y="213"/>
                    </a:lnTo>
                    <a:lnTo>
                      <a:pt x="805" y="213"/>
                    </a:lnTo>
                    <a:lnTo>
                      <a:pt x="805" y="213"/>
                    </a:lnTo>
                    <a:lnTo>
                      <a:pt x="805" y="213"/>
                    </a:lnTo>
                    <a:lnTo>
                      <a:pt x="803" y="213"/>
                    </a:lnTo>
                    <a:lnTo>
                      <a:pt x="803" y="213"/>
                    </a:lnTo>
                    <a:lnTo>
                      <a:pt x="803" y="213"/>
                    </a:lnTo>
                    <a:lnTo>
                      <a:pt x="800" y="213"/>
                    </a:lnTo>
                    <a:lnTo>
                      <a:pt x="800" y="213"/>
                    </a:lnTo>
                    <a:lnTo>
                      <a:pt x="800" y="213"/>
                    </a:lnTo>
                    <a:lnTo>
                      <a:pt x="798" y="213"/>
                    </a:lnTo>
                    <a:lnTo>
                      <a:pt x="798" y="213"/>
                    </a:lnTo>
                    <a:lnTo>
                      <a:pt x="798" y="211"/>
                    </a:lnTo>
                    <a:lnTo>
                      <a:pt x="798" y="211"/>
                    </a:lnTo>
                    <a:lnTo>
                      <a:pt x="796" y="211"/>
                    </a:lnTo>
                    <a:lnTo>
                      <a:pt x="796" y="211"/>
                    </a:lnTo>
                    <a:lnTo>
                      <a:pt x="796" y="211"/>
                    </a:lnTo>
                    <a:lnTo>
                      <a:pt x="793" y="211"/>
                    </a:lnTo>
                    <a:lnTo>
                      <a:pt x="793" y="211"/>
                    </a:lnTo>
                    <a:lnTo>
                      <a:pt x="793" y="208"/>
                    </a:lnTo>
                    <a:lnTo>
                      <a:pt x="793" y="208"/>
                    </a:lnTo>
                    <a:lnTo>
                      <a:pt x="791" y="208"/>
                    </a:lnTo>
                    <a:lnTo>
                      <a:pt x="791" y="208"/>
                    </a:lnTo>
                    <a:lnTo>
                      <a:pt x="789" y="208"/>
                    </a:lnTo>
                    <a:lnTo>
                      <a:pt x="789" y="208"/>
                    </a:lnTo>
                    <a:lnTo>
                      <a:pt x="789" y="208"/>
                    </a:lnTo>
                    <a:lnTo>
                      <a:pt x="789" y="208"/>
                    </a:lnTo>
                    <a:lnTo>
                      <a:pt x="786" y="208"/>
                    </a:lnTo>
                    <a:lnTo>
                      <a:pt x="786" y="208"/>
                    </a:lnTo>
                    <a:lnTo>
                      <a:pt x="786" y="208"/>
                    </a:lnTo>
                    <a:lnTo>
                      <a:pt x="786" y="208"/>
                    </a:lnTo>
                    <a:lnTo>
                      <a:pt x="786" y="211"/>
                    </a:lnTo>
                    <a:lnTo>
                      <a:pt x="786" y="211"/>
                    </a:lnTo>
                    <a:lnTo>
                      <a:pt x="786" y="213"/>
                    </a:lnTo>
                    <a:lnTo>
                      <a:pt x="784" y="213"/>
                    </a:lnTo>
                    <a:lnTo>
                      <a:pt x="784" y="213"/>
                    </a:lnTo>
                    <a:lnTo>
                      <a:pt x="784" y="213"/>
                    </a:lnTo>
                    <a:lnTo>
                      <a:pt x="784" y="215"/>
                    </a:lnTo>
                    <a:lnTo>
                      <a:pt x="784" y="215"/>
                    </a:lnTo>
                    <a:lnTo>
                      <a:pt x="784" y="215"/>
                    </a:lnTo>
                    <a:lnTo>
                      <a:pt x="782" y="215"/>
                    </a:lnTo>
                    <a:lnTo>
                      <a:pt x="782" y="218"/>
                    </a:lnTo>
                    <a:lnTo>
                      <a:pt x="782" y="218"/>
                    </a:lnTo>
                    <a:lnTo>
                      <a:pt x="782" y="218"/>
                    </a:lnTo>
                    <a:lnTo>
                      <a:pt x="782" y="220"/>
                    </a:lnTo>
                    <a:lnTo>
                      <a:pt x="782" y="220"/>
                    </a:lnTo>
                    <a:lnTo>
                      <a:pt x="782" y="220"/>
                    </a:lnTo>
                    <a:lnTo>
                      <a:pt x="782" y="223"/>
                    </a:lnTo>
                    <a:lnTo>
                      <a:pt x="782" y="223"/>
                    </a:lnTo>
                    <a:lnTo>
                      <a:pt x="779" y="223"/>
                    </a:lnTo>
                    <a:lnTo>
                      <a:pt x="779" y="225"/>
                    </a:lnTo>
                    <a:lnTo>
                      <a:pt x="779" y="225"/>
                    </a:lnTo>
                    <a:lnTo>
                      <a:pt x="779" y="225"/>
                    </a:lnTo>
                    <a:lnTo>
                      <a:pt x="779" y="225"/>
                    </a:lnTo>
                    <a:lnTo>
                      <a:pt x="779" y="227"/>
                    </a:lnTo>
                    <a:lnTo>
                      <a:pt x="779" y="227"/>
                    </a:lnTo>
                    <a:lnTo>
                      <a:pt x="779" y="227"/>
                    </a:lnTo>
                    <a:lnTo>
                      <a:pt x="779" y="230"/>
                    </a:lnTo>
                    <a:lnTo>
                      <a:pt x="777" y="230"/>
                    </a:lnTo>
                    <a:lnTo>
                      <a:pt x="777" y="230"/>
                    </a:lnTo>
                    <a:lnTo>
                      <a:pt x="777" y="230"/>
                    </a:lnTo>
                    <a:lnTo>
                      <a:pt x="777" y="232"/>
                    </a:lnTo>
                    <a:lnTo>
                      <a:pt x="777" y="232"/>
                    </a:lnTo>
                    <a:lnTo>
                      <a:pt x="774" y="232"/>
                    </a:lnTo>
                    <a:lnTo>
                      <a:pt x="774" y="234"/>
                    </a:lnTo>
                    <a:lnTo>
                      <a:pt x="774" y="234"/>
                    </a:lnTo>
                    <a:lnTo>
                      <a:pt x="774" y="234"/>
                    </a:lnTo>
                    <a:lnTo>
                      <a:pt x="774" y="234"/>
                    </a:lnTo>
                    <a:lnTo>
                      <a:pt x="774" y="237"/>
                    </a:lnTo>
                    <a:lnTo>
                      <a:pt x="774" y="237"/>
                    </a:lnTo>
                    <a:lnTo>
                      <a:pt x="774" y="239"/>
                    </a:lnTo>
                    <a:lnTo>
                      <a:pt x="774" y="239"/>
                    </a:lnTo>
                    <a:lnTo>
                      <a:pt x="774" y="239"/>
                    </a:lnTo>
                    <a:lnTo>
                      <a:pt x="774" y="242"/>
                    </a:lnTo>
                    <a:lnTo>
                      <a:pt x="774" y="242"/>
                    </a:lnTo>
                    <a:lnTo>
                      <a:pt x="772" y="242"/>
                    </a:lnTo>
                    <a:lnTo>
                      <a:pt x="772" y="244"/>
                    </a:lnTo>
                    <a:lnTo>
                      <a:pt x="772" y="244"/>
                    </a:lnTo>
                    <a:lnTo>
                      <a:pt x="772" y="244"/>
                    </a:lnTo>
                    <a:lnTo>
                      <a:pt x="772" y="244"/>
                    </a:lnTo>
                    <a:lnTo>
                      <a:pt x="772" y="244"/>
                    </a:lnTo>
                    <a:lnTo>
                      <a:pt x="772" y="246"/>
                    </a:lnTo>
                    <a:lnTo>
                      <a:pt x="772" y="246"/>
                    </a:lnTo>
                    <a:lnTo>
                      <a:pt x="770" y="246"/>
                    </a:lnTo>
                    <a:lnTo>
                      <a:pt x="770" y="249"/>
                    </a:lnTo>
                    <a:lnTo>
                      <a:pt x="770" y="249"/>
                    </a:lnTo>
                    <a:lnTo>
                      <a:pt x="770" y="251"/>
                    </a:lnTo>
                    <a:lnTo>
                      <a:pt x="772" y="251"/>
                    </a:lnTo>
                    <a:lnTo>
                      <a:pt x="772" y="251"/>
                    </a:lnTo>
                    <a:lnTo>
                      <a:pt x="772" y="251"/>
                    </a:lnTo>
                    <a:lnTo>
                      <a:pt x="772" y="251"/>
                    </a:lnTo>
                    <a:lnTo>
                      <a:pt x="772" y="253"/>
                    </a:lnTo>
                    <a:lnTo>
                      <a:pt x="774" y="253"/>
                    </a:lnTo>
                    <a:lnTo>
                      <a:pt x="774" y="253"/>
                    </a:lnTo>
                    <a:lnTo>
                      <a:pt x="774" y="253"/>
                    </a:lnTo>
                    <a:lnTo>
                      <a:pt x="777" y="253"/>
                    </a:lnTo>
                    <a:lnTo>
                      <a:pt x="777" y="253"/>
                    </a:lnTo>
                    <a:lnTo>
                      <a:pt x="777" y="253"/>
                    </a:lnTo>
                    <a:lnTo>
                      <a:pt x="777" y="253"/>
                    </a:lnTo>
                    <a:lnTo>
                      <a:pt x="777" y="256"/>
                    </a:lnTo>
                    <a:lnTo>
                      <a:pt x="777" y="256"/>
                    </a:lnTo>
                    <a:lnTo>
                      <a:pt x="777" y="256"/>
                    </a:lnTo>
                    <a:lnTo>
                      <a:pt x="777" y="258"/>
                    </a:lnTo>
                    <a:lnTo>
                      <a:pt x="777" y="258"/>
                    </a:lnTo>
                    <a:lnTo>
                      <a:pt x="774" y="258"/>
                    </a:lnTo>
                    <a:lnTo>
                      <a:pt x="774" y="261"/>
                    </a:lnTo>
                    <a:lnTo>
                      <a:pt x="774" y="261"/>
                    </a:lnTo>
                    <a:lnTo>
                      <a:pt x="774" y="261"/>
                    </a:lnTo>
                    <a:lnTo>
                      <a:pt x="774" y="261"/>
                    </a:lnTo>
                    <a:lnTo>
                      <a:pt x="772" y="261"/>
                    </a:lnTo>
                    <a:lnTo>
                      <a:pt x="772" y="261"/>
                    </a:lnTo>
                    <a:lnTo>
                      <a:pt x="772" y="261"/>
                    </a:lnTo>
                    <a:lnTo>
                      <a:pt x="772" y="258"/>
                    </a:lnTo>
                    <a:lnTo>
                      <a:pt x="772" y="258"/>
                    </a:lnTo>
                    <a:lnTo>
                      <a:pt x="770" y="258"/>
                    </a:lnTo>
                    <a:lnTo>
                      <a:pt x="770" y="258"/>
                    </a:lnTo>
                    <a:lnTo>
                      <a:pt x="770" y="258"/>
                    </a:lnTo>
                    <a:lnTo>
                      <a:pt x="767" y="258"/>
                    </a:lnTo>
                    <a:lnTo>
                      <a:pt x="767" y="258"/>
                    </a:lnTo>
                    <a:lnTo>
                      <a:pt x="767" y="258"/>
                    </a:lnTo>
                    <a:lnTo>
                      <a:pt x="767" y="258"/>
                    </a:lnTo>
                    <a:lnTo>
                      <a:pt x="765" y="258"/>
                    </a:lnTo>
                    <a:lnTo>
                      <a:pt x="765" y="261"/>
                    </a:lnTo>
                    <a:lnTo>
                      <a:pt x="765" y="261"/>
                    </a:lnTo>
                    <a:lnTo>
                      <a:pt x="765" y="261"/>
                    </a:lnTo>
                    <a:lnTo>
                      <a:pt x="763" y="261"/>
                    </a:lnTo>
                    <a:lnTo>
                      <a:pt x="763" y="261"/>
                    </a:lnTo>
                    <a:lnTo>
                      <a:pt x="763" y="258"/>
                    </a:lnTo>
                    <a:lnTo>
                      <a:pt x="760" y="258"/>
                    </a:lnTo>
                    <a:lnTo>
                      <a:pt x="760" y="258"/>
                    </a:lnTo>
                    <a:lnTo>
                      <a:pt x="760" y="258"/>
                    </a:lnTo>
                    <a:lnTo>
                      <a:pt x="760" y="258"/>
                    </a:lnTo>
                    <a:lnTo>
                      <a:pt x="760" y="256"/>
                    </a:lnTo>
                    <a:lnTo>
                      <a:pt x="760" y="256"/>
                    </a:lnTo>
                    <a:lnTo>
                      <a:pt x="758" y="256"/>
                    </a:lnTo>
                    <a:lnTo>
                      <a:pt x="758" y="256"/>
                    </a:lnTo>
                    <a:lnTo>
                      <a:pt x="758" y="253"/>
                    </a:lnTo>
                    <a:lnTo>
                      <a:pt x="755" y="253"/>
                    </a:lnTo>
                    <a:lnTo>
                      <a:pt x="755" y="256"/>
                    </a:lnTo>
                    <a:lnTo>
                      <a:pt x="755" y="256"/>
                    </a:lnTo>
                    <a:lnTo>
                      <a:pt x="755" y="256"/>
                    </a:lnTo>
                    <a:lnTo>
                      <a:pt x="755" y="256"/>
                    </a:lnTo>
                    <a:lnTo>
                      <a:pt x="753" y="256"/>
                    </a:lnTo>
                    <a:lnTo>
                      <a:pt x="753" y="256"/>
                    </a:lnTo>
                    <a:lnTo>
                      <a:pt x="753" y="256"/>
                    </a:lnTo>
                    <a:lnTo>
                      <a:pt x="751" y="256"/>
                    </a:lnTo>
                    <a:lnTo>
                      <a:pt x="751" y="256"/>
                    </a:lnTo>
                    <a:lnTo>
                      <a:pt x="751" y="258"/>
                    </a:lnTo>
                    <a:lnTo>
                      <a:pt x="748" y="258"/>
                    </a:lnTo>
                    <a:lnTo>
                      <a:pt x="748" y="258"/>
                    </a:lnTo>
                    <a:lnTo>
                      <a:pt x="748" y="258"/>
                    </a:lnTo>
                    <a:lnTo>
                      <a:pt x="746" y="258"/>
                    </a:lnTo>
                    <a:lnTo>
                      <a:pt x="746" y="258"/>
                    </a:lnTo>
                    <a:lnTo>
                      <a:pt x="746" y="258"/>
                    </a:lnTo>
                    <a:lnTo>
                      <a:pt x="746" y="258"/>
                    </a:lnTo>
                    <a:lnTo>
                      <a:pt x="744" y="258"/>
                    </a:lnTo>
                    <a:lnTo>
                      <a:pt x="744" y="261"/>
                    </a:lnTo>
                    <a:lnTo>
                      <a:pt x="744" y="261"/>
                    </a:lnTo>
                    <a:lnTo>
                      <a:pt x="741" y="261"/>
                    </a:lnTo>
                    <a:lnTo>
                      <a:pt x="741" y="261"/>
                    </a:lnTo>
                    <a:lnTo>
                      <a:pt x="741" y="261"/>
                    </a:lnTo>
                    <a:lnTo>
                      <a:pt x="741" y="261"/>
                    </a:lnTo>
                    <a:lnTo>
                      <a:pt x="739" y="261"/>
                    </a:lnTo>
                    <a:lnTo>
                      <a:pt x="739" y="261"/>
                    </a:lnTo>
                    <a:lnTo>
                      <a:pt x="739" y="261"/>
                    </a:lnTo>
                    <a:lnTo>
                      <a:pt x="739" y="261"/>
                    </a:lnTo>
                    <a:lnTo>
                      <a:pt x="737" y="261"/>
                    </a:lnTo>
                    <a:lnTo>
                      <a:pt x="737" y="261"/>
                    </a:lnTo>
                    <a:lnTo>
                      <a:pt x="737" y="261"/>
                    </a:lnTo>
                    <a:lnTo>
                      <a:pt x="734" y="261"/>
                    </a:lnTo>
                    <a:lnTo>
                      <a:pt x="734" y="261"/>
                    </a:lnTo>
                    <a:lnTo>
                      <a:pt x="734" y="261"/>
                    </a:lnTo>
                    <a:lnTo>
                      <a:pt x="732" y="261"/>
                    </a:lnTo>
                    <a:lnTo>
                      <a:pt x="732" y="261"/>
                    </a:lnTo>
                    <a:lnTo>
                      <a:pt x="732" y="261"/>
                    </a:lnTo>
                    <a:lnTo>
                      <a:pt x="732" y="263"/>
                    </a:lnTo>
                    <a:lnTo>
                      <a:pt x="729" y="263"/>
                    </a:lnTo>
                    <a:lnTo>
                      <a:pt x="729" y="263"/>
                    </a:lnTo>
                    <a:lnTo>
                      <a:pt x="729" y="263"/>
                    </a:lnTo>
                    <a:lnTo>
                      <a:pt x="727" y="263"/>
                    </a:lnTo>
                    <a:lnTo>
                      <a:pt x="727" y="263"/>
                    </a:lnTo>
                    <a:lnTo>
                      <a:pt x="727" y="263"/>
                    </a:lnTo>
                    <a:lnTo>
                      <a:pt x="727" y="263"/>
                    </a:lnTo>
                    <a:lnTo>
                      <a:pt x="727" y="263"/>
                    </a:lnTo>
                    <a:lnTo>
                      <a:pt x="725" y="263"/>
                    </a:lnTo>
                    <a:lnTo>
                      <a:pt x="725" y="263"/>
                    </a:lnTo>
                    <a:lnTo>
                      <a:pt x="722" y="263"/>
                    </a:lnTo>
                    <a:lnTo>
                      <a:pt x="722" y="263"/>
                    </a:lnTo>
                    <a:lnTo>
                      <a:pt x="722" y="263"/>
                    </a:lnTo>
                    <a:lnTo>
                      <a:pt x="722" y="263"/>
                    </a:lnTo>
                    <a:lnTo>
                      <a:pt x="720" y="263"/>
                    </a:lnTo>
                    <a:lnTo>
                      <a:pt x="720" y="265"/>
                    </a:lnTo>
                    <a:lnTo>
                      <a:pt x="720" y="265"/>
                    </a:lnTo>
                    <a:lnTo>
                      <a:pt x="720" y="265"/>
                    </a:lnTo>
                    <a:lnTo>
                      <a:pt x="720" y="265"/>
                    </a:lnTo>
                    <a:lnTo>
                      <a:pt x="720" y="268"/>
                    </a:lnTo>
                    <a:lnTo>
                      <a:pt x="720" y="268"/>
                    </a:lnTo>
                    <a:lnTo>
                      <a:pt x="720" y="268"/>
                    </a:lnTo>
                    <a:lnTo>
                      <a:pt x="720" y="268"/>
                    </a:lnTo>
                    <a:lnTo>
                      <a:pt x="720" y="270"/>
                    </a:lnTo>
                    <a:lnTo>
                      <a:pt x="722" y="270"/>
                    </a:lnTo>
                    <a:lnTo>
                      <a:pt x="722" y="270"/>
                    </a:lnTo>
                    <a:lnTo>
                      <a:pt x="722" y="270"/>
                    </a:lnTo>
                    <a:lnTo>
                      <a:pt x="722" y="268"/>
                    </a:lnTo>
                    <a:lnTo>
                      <a:pt x="725" y="268"/>
                    </a:lnTo>
                    <a:lnTo>
                      <a:pt x="725" y="268"/>
                    </a:lnTo>
                    <a:lnTo>
                      <a:pt x="727" y="268"/>
                    </a:lnTo>
                    <a:lnTo>
                      <a:pt x="727" y="268"/>
                    </a:lnTo>
                    <a:lnTo>
                      <a:pt x="727" y="268"/>
                    </a:lnTo>
                    <a:lnTo>
                      <a:pt x="727" y="270"/>
                    </a:lnTo>
                    <a:lnTo>
                      <a:pt x="729" y="270"/>
                    </a:lnTo>
                    <a:lnTo>
                      <a:pt x="729" y="270"/>
                    </a:lnTo>
                    <a:lnTo>
                      <a:pt x="729" y="270"/>
                    </a:lnTo>
                    <a:lnTo>
                      <a:pt x="732" y="270"/>
                    </a:lnTo>
                    <a:lnTo>
                      <a:pt x="732" y="270"/>
                    </a:lnTo>
                    <a:lnTo>
                      <a:pt x="732" y="272"/>
                    </a:lnTo>
                    <a:lnTo>
                      <a:pt x="732" y="272"/>
                    </a:lnTo>
                    <a:lnTo>
                      <a:pt x="729" y="272"/>
                    </a:lnTo>
                    <a:lnTo>
                      <a:pt x="729" y="272"/>
                    </a:lnTo>
                    <a:lnTo>
                      <a:pt x="729" y="272"/>
                    </a:lnTo>
                    <a:lnTo>
                      <a:pt x="729" y="275"/>
                    </a:lnTo>
                    <a:lnTo>
                      <a:pt x="729" y="275"/>
                    </a:lnTo>
                    <a:lnTo>
                      <a:pt x="729" y="275"/>
                    </a:lnTo>
                    <a:lnTo>
                      <a:pt x="729" y="275"/>
                    </a:lnTo>
                    <a:lnTo>
                      <a:pt x="729" y="275"/>
                    </a:lnTo>
                    <a:lnTo>
                      <a:pt x="729" y="277"/>
                    </a:lnTo>
                    <a:lnTo>
                      <a:pt x="727" y="277"/>
                    </a:lnTo>
                    <a:lnTo>
                      <a:pt x="727" y="277"/>
                    </a:lnTo>
                    <a:lnTo>
                      <a:pt x="729" y="277"/>
                    </a:lnTo>
                    <a:lnTo>
                      <a:pt x="729" y="279"/>
                    </a:lnTo>
                    <a:lnTo>
                      <a:pt x="729" y="279"/>
                    </a:lnTo>
                    <a:lnTo>
                      <a:pt x="729" y="282"/>
                    </a:lnTo>
                    <a:lnTo>
                      <a:pt x="729" y="282"/>
                    </a:lnTo>
                    <a:lnTo>
                      <a:pt x="729" y="282"/>
                    </a:lnTo>
                    <a:lnTo>
                      <a:pt x="729" y="284"/>
                    </a:lnTo>
                    <a:lnTo>
                      <a:pt x="729" y="284"/>
                    </a:lnTo>
                    <a:lnTo>
                      <a:pt x="729" y="284"/>
                    </a:lnTo>
                    <a:lnTo>
                      <a:pt x="729" y="287"/>
                    </a:lnTo>
                    <a:lnTo>
                      <a:pt x="729" y="287"/>
                    </a:lnTo>
                    <a:lnTo>
                      <a:pt x="732" y="287"/>
                    </a:lnTo>
                    <a:lnTo>
                      <a:pt x="732" y="289"/>
                    </a:lnTo>
                    <a:lnTo>
                      <a:pt x="732" y="289"/>
                    </a:lnTo>
                    <a:lnTo>
                      <a:pt x="732" y="291"/>
                    </a:lnTo>
                    <a:lnTo>
                      <a:pt x="732" y="291"/>
                    </a:lnTo>
                    <a:lnTo>
                      <a:pt x="732" y="291"/>
                    </a:lnTo>
                    <a:lnTo>
                      <a:pt x="732" y="294"/>
                    </a:lnTo>
                    <a:lnTo>
                      <a:pt x="732" y="294"/>
                    </a:lnTo>
                    <a:lnTo>
                      <a:pt x="732" y="294"/>
                    </a:lnTo>
                    <a:lnTo>
                      <a:pt x="732" y="294"/>
                    </a:lnTo>
                    <a:lnTo>
                      <a:pt x="734" y="294"/>
                    </a:lnTo>
                    <a:lnTo>
                      <a:pt x="734" y="296"/>
                    </a:lnTo>
                    <a:lnTo>
                      <a:pt x="734" y="296"/>
                    </a:lnTo>
                    <a:lnTo>
                      <a:pt x="734" y="296"/>
                    </a:lnTo>
                    <a:lnTo>
                      <a:pt x="734" y="298"/>
                    </a:lnTo>
                    <a:lnTo>
                      <a:pt x="734" y="298"/>
                    </a:lnTo>
                    <a:lnTo>
                      <a:pt x="734" y="298"/>
                    </a:lnTo>
                    <a:lnTo>
                      <a:pt x="734" y="301"/>
                    </a:lnTo>
                    <a:lnTo>
                      <a:pt x="737" y="301"/>
                    </a:lnTo>
                    <a:lnTo>
                      <a:pt x="737" y="301"/>
                    </a:lnTo>
                    <a:lnTo>
                      <a:pt x="737" y="303"/>
                    </a:lnTo>
                    <a:lnTo>
                      <a:pt x="737" y="303"/>
                    </a:lnTo>
                    <a:lnTo>
                      <a:pt x="737" y="303"/>
                    </a:lnTo>
                    <a:lnTo>
                      <a:pt x="737" y="303"/>
                    </a:lnTo>
                    <a:lnTo>
                      <a:pt x="737" y="303"/>
                    </a:lnTo>
                    <a:lnTo>
                      <a:pt x="737" y="306"/>
                    </a:lnTo>
                    <a:lnTo>
                      <a:pt x="737" y="306"/>
                    </a:lnTo>
                    <a:lnTo>
                      <a:pt x="734" y="306"/>
                    </a:lnTo>
                    <a:lnTo>
                      <a:pt x="734" y="308"/>
                    </a:lnTo>
                    <a:lnTo>
                      <a:pt x="737" y="308"/>
                    </a:lnTo>
                    <a:lnTo>
                      <a:pt x="737" y="308"/>
                    </a:lnTo>
                    <a:lnTo>
                      <a:pt x="737" y="308"/>
                    </a:lnTo>
                    <a:lnTo>
                      <a:pt x="739" y="308"/>
                    </a:lnTo>
                    <a:lnTo>
                      <a:pt x="739" y="310"/>
                    </a:lnTo>
                    <a:lnTo>
                      <a:pt x="739" y="310"/>
                    </a:lnTo>
                    <a:lnTo>
                      <a:pt x="737" y="310"/>
                    </a:lnTo>
                    <a:lnTo>
                      <a:pt x="737" y="313"/>
                    </a:lnTo>
                    <a:lnTo>
                      <a:pt x="737" y="313"/>
                    </a:lnTo>
                    <a:lnTo>
                      <a:pt x="734" y="313"/>
                    </a:lnTo>
                    <a:lnTo>
                      <a:pt x="734" y="313"/>
                    </a:lnTo>
                    <a:lnTo>
                      <a:pt x="734" y="313"/>
                    </a:lnTo>
                    <a:lnTo>
                      <a:pt x="732" y="313"/>
                    </a:lnTo>
                    <a:lnTo>
                      <a:pt x="732" y="313"/>
                    </a:lnTo>
                    <a:lnTo>
                      <a:pt x="732" y="313"/>
                    </a:lnTo>
                    <a:lnTo>
                      <a:pt x="732" y="313"/>
                    </a:lnTo>
                    <a:lnTo>
                      <a:pt x="729" y="313"/>
                    </a:lnTo>
                    <a:lnTo>
                      <a:pt x="729" y="313"/>
                    </a:lnTo>
                    <a:lnTo>
                      <a:pt x="729" y="313"/>
                    </a:lnTo>
                    <a:lnTo>
                      <a:pt x="729" y="315"/>
                    </a:lnTo>
                    <a:lnTo>
                      <a:pt x="729" y="315"/>
                    </a:lnTo>
                    <a:lnTo>
                      <a:pt x="729" y="315"/>
                    </a:lnTo>
                    <a:lnTo>
                      <a:pt x="732" y="315"/>
                    </a:lnTo>
                    <a:lnTo>
                      <a:pt x="732" y="315"/>
                    </a:lnTo>
                    <a:lnTo>
                      <a:pt x="732" y="317"/>
                    </a:lnTo>
                    <a:lnTo>
                      <a:pt x="732" y="317"/>
                    </a:lnTo>
                    <a:lnTo>
                      <a:pt x="734" y="317"/>
                    </a:lnTo>
                    <a:lnTo>
                      <a:pt x="734" y="317"/>
                    </a:lnTo>
                    <a:lnTo>
                      <a:pt x="732" y="317"/>
                    </a:lnTo>
                    <a:lnTo>
                      <a:pt x="732" y="317"/>
                    </a:lnTo>
                    <a:lnTo>
                      <a:pt x="732" y="317"/>
                    </a:lnTo>
                    <a:lnTo>
                      <a:pt x="732" y="320"/>
                    </a:lnTo>
                    <a:lnTo>
                      <a:pt x="729" y="320"/>
                    </a:lnTo>
                    <a:lnTo>
                      <a:pt x="729" y="320"/>
                    </a:lnTo>
                    <a:lnTo>
                      <a:pt x="727" y="320"/>
                    </a:lnTo>
                    <a:lnTo>
                      <a:pt x="727" y="320"/>
                    </a:lnTo>
                    <a:lnTo>
                      <a:pt x="727" y="320"/>
                    </a:lnTo>
                    <a:lnTo>
                      <a:pt x="727" y="320"/>
                    </a:lnTo>
                    <a:lnTo>
                      <a:pt x="727" y="322"/>
                    </a:lnTo>
                    <a:lnTo>
                      <a:pt x="725" y="322"/>
                    </a:lnTo>
                    <a:lnTo>
                      <a:pt x="725" y="322"/>
                    </a:lnTo>
                    <a:lnTo>
                      <a:pt x="725" y="325"/>
                    </a:lnTo>
                    <a:lnTo>
                      <a:pt x="725" y="325"/>
                    </a:lnTo>
                    <a:lnTo>
                      <a:pt x="725" y="325"/>
                    </a:lnTo>
                    <a:lnTo>
                      <a:pt x="725" y="325"/>
                    </a:lnTo>
                    <a:lnTo>
                      <a:pt x="725" y="325"/>
                    </a:lnTo>
                    <a:lnTo>
                      <a:pt x="725" y="327"/>
                    </a:lnTo>
                    <a:lnTo>
                      <a:pt x="727" y="327"/>
                    </a:lnTo>
                    <a:lnTo>
                      <a:pt x="727" y="327"/>
                    </a:lnTo>
                    <a:lnTo>
                      <a:pt x="725" y="327"/>
                    </a:lnTo>
                    <a:lnTo>
                      <a:pt x="725" y="329"/>
                    </a:lnTo>
                    <a:lnTo>
                      <a:pt x="725" y="329"/>
                    </a:lnTo>
                    <a:lnTo>
                      <a:pt x="725" y="332"/>
                    </a:lnTo>
                    <a:lnTo>
                      <a:pt x="727" y="332"/>
                    </a:lnTo>
                    <a:lnTo>
                      <a:pt x="727" y="332"/>
                    </a:lnTo>
                    <a:lnTo>
                      <a:pt x="727" y="334"/>
                    </a:lnTo>
                    <a:lnTo>
                      <a:pt x="727" y="334"/>
                    </a:lnTo>
                    <a:lnTo>
                      <a:pt x="727" y="334"/>
                    </a:lnTo>
                    <a:lnTo>
                      <a:pt x="727" y="334"/>
                    </a:lnTo>
                    <a:lnTo>
                      <a:pt x="727" y="334"/>
                    </a:lnTo>
                    <a:lnTo>
                      <a:pt x="725" y="334"/>
                    </a:lnTo>
                    <a:lnTo>
                      <a:pt x="725" y="334"/>
                    </a:lnTo>
                    <a:lnTo>
                      <a:pt x="722" y="334"/>
                    </a:lnTo>
                    <a:lnTo>
                      <a:pt x="722" y="334"/>
                    </a:lnTo>
                    <a:lnTo>
                      <a:pt x="722" y="334"/>
                    </a:lnTo>
                    <a:lnTo>
                      <a:pt x="722" y="334"/>
                    </a:lnTo>
                    <a:lnTo>
                      <a:pt x="722" y="332"/>
                    </a:lnTo>
                    <a:lnTo>
                      <a:pt x="722" y="332"/>
                    </a:lnTo>
                    <a:lnTo>
                      <a:pt x="720" y="332"/>
                    </a:lnTo>
                    <a:lnTo>
                      <a:pt x="720" y="332"/>
                    </a:lnTo>
                    <a:lnTo>
                      <a:pt x="720" y="332"/>
                    </a:lnTo>
                    <a:lnTo>
                      <a:pt x="720" y="329"/>
                    </a:lnTo>
                    <a:lnTo>
                      <a:pt x="720" y="329"/>
                    </a:lnTo>
                    <a:lnTo>
                      <a:pt x="718" y="329"/>
                    </a:lnTo>
                    <a:lnTo>
                      <a:pt x="718" y="329"/>
                    </a:lnTo>
                    <a:lnTo>
                      <a:pt x="718" y="329"/>
                    </a:lnTo>
                    <a:lnTo>
                      <a:pt x="715" y="329"/>
                    </a:lnTo>
                    <a:lnTo>
                      <a:pt x="715" y="329"/>
                    </a:lnTo>
                    <a:lnTo>
                      <a:pt x="715" y="329"/>
                    </a:lnTo>
                    <a:lnTo>
                      <a:pt x="713" y="329"/>
                    </a:lnTo>
                    <a:lnTo>
                      <a:pt x="713" y="329"/>
                    </a:lnTo>
                    <a:lnTo>
                      <a:pt x="713" y="329"/>
                    </a:lnTo>
                    <a:lnTo>
                      <a:pt x="711" y="329"/>
                    </a:lnTo>
                    <a:lnTo>
                      <a:pt x="711" y="329"/>
                    </a:lnTo>
                    <a:lnTo>
                      <a:pt x="711" y="327"/>
                    </a:lnTo>
                    <a:lnTo>
                      <a:pt x="708" y="327"/>
                    </a:lnTo>
                    <a:lnTo>
                      <a:pt x="708" y="327"/>
                    </a:lnTo>
                    <a:lnTo>
                      <a:pt x="708" y="327"/>
                    </a:lnTo>
                    <a:lnTo>
                      <a:pt x="708" y="327"/>
                    </a:lnTo>
                    <a:lnTo>
                      <a:pt x="708" y="325"/>
                    </a:lnTo>
                    <a:lnTo>
                      <a:pt x="706" y="325"/>
                    </a:lnTo>
                    <a:lnTo>
                      <a:pt x="706" y="325"/>
                    </a:lnTo>
                    <a:lnTo>
                      <a:pt x="706" y="325"/>
                    </a:lnTo>
                    <a:lnTo>
                      <a:pt x="706" y="325"/>
                    </a:lnTo>
                    <a:lnTo>
                      <a:pt x="706" y="325"/>
                    </a:lnTo>
                    <a:lnTo>
                      <a:pt x="703" y="325"/>
                    </a:lnTo>
                    <a:lnTo>
                      <a:pt x="703" y="322"/>
                    </a:lnTo>
                    <a:lnTo>
                      <a:pt x="703" y="322"/>
                    </a:lnTo>
                    <a:lnTo>
                      <a:pt x="703" y="322"/>
                    </a:lnTo>
                    <a:lnTo>
                      <a:pt x="703" y="320"/>
                    </a:lnTo>
                    <a:lnTo>
                      <a:pt x="701" y="320"/>
                    </a:lnTo>
                    <a:lnTo>
                      <a:pt x="701" y="322"/>
                    </a:lnTo>
                    <a:lnTo>
                      <a:pt x="701" y="322"/>
                    </a:lnTo>
                    <a:lnTo>
                      <a:pt x="701" y="322"/>
                    </a:lnTo>
                    <a:lnTo>
                      <a:pt x="701" y="320"/>
                    </a:lnTo>
                    <a:lnTo>
                      <a:pt x="699" y="320"/>
                    </a:lnTo>
                    <a:lnTo>
                      <a:pt x="699" y="320"/>
                    </a:lnTo>
                    <a:lnTo>
                      <a:pt x="699" y="320"/>
                    </a:lnTo>
                    <a:lnTo>
                      <a:pt x="696" y="320"/>
                    </a:lnTo>
                    <a:lnTo>
                      <a:pt x="696" y="320"/>
                    </a:lnTo>
                    <a:lnTo>
                      <a:pt x="694" y="320"/>
                    </a:lnTo>
                    <a:lnTo>
                      <a:pt x="694" y="320"/>
                    </a:lnTo>
                    <a:lnTo>
                      <a:pt x="694" y="320"/>
                    </a:lnTo>
                    <a:lnTo>
                      <a:pt x="694" y="320"/>
                    </a:lnTo>
                    <a:lnTo>
                      <a:pt x="692" y="320"/>
                    </a:lnTo>
                    <a:lnTo>
                      <a:pt x="692" y="320"/>
                    </a:lnTo>
                    <a:lnTo>
                      <a:pt x="692" y="317"/>
                    </a:lnTo>
                    <a:lnTo>
                      <a:pt x="692" y="317"/>
                    </a:lnTo>
                    <a:lnTo>
                      <a:pt x="689" y="317"/>
                    </a:lnTo>
                    <a:lnTo>
                      <a:pt x="689" y="317"/>
                    </a:lnTo>
                    <a:lnTo>
                      <a:pt x="689" y="317"/>
                    </a:lnTo>
                    <a:lnTo>
                      <a:pt x="687" y="317"/>
                    </a:lnTo>
                    <a:lnTo>
                      <a:pt x="687" y="317"/>
                    </a:lnTo>
                    <a:lnTo>
                      <a:pt x="687" y="317"/>
                    </a:lnTo>
                    <a:lnTo>
                      <a:pt x="687" y="317"/>
                    </a:lnTo>
                    <a:lnTo>
                      <a:pt x="684" y="317"/>
                    </a:lnTo>
                    <a:lnTo>
                      <a:pt x="684" y="317"/>
                    </a:lnTo>
                    <a:lnTo>
                      <a:pt x="682" y="317"/>
                    </a:lnTo>
                    <a:lnTo>
                      <a:pt x="682" y="317"/>
                    </a:lnTo>
                    <a:lnTo>
                      <a:pt x="682" y="317"/>
                    </a:lnTo>
                    <a:lnTo>
                      <a:pt x="680" y="317"/>
                    </a:lnTo>
                    <a:lnTo>
                      <a:pt x="680" y="317"/>
                    </a:lnTo>
                    <a:lnTo>
                      <a:pt x="680" y="320"/>
                    </a:lnTo>
                    <a:lnTo>
                      <a:pt x="680" y="320"/>
                    </a:lnTo>
                    <a:lnTo>
                      <a:pt x="680" y="317"/>
                    </a:lnTo>
                    <a:lnTo>
                      <a:pt x="677" y="317"/>
                    </a:lnTo>
                    <a:lnTo>
                      <a:pt x="677" y="317"/>
                    </a:lnTo>
                    <a:lnTo>
                      <a:pt x="675" y="317"/>
                    </a:lnTo>
                    <a:lnTo>
                      <a:pt x="675" y="317"/>
                    </a:lnTo>
                    <a:lnTo>
                      <a:pt x="675" y="317"/>
                    </a:lnTo>
                    <a:lnTo>
                      <a:pt x="673" y="317"/>
                    </a:lnTo>
                    <a:lnTo>
                      <a:pt x="673" y="317"/>
                    </a:lnTo>
                    <a:lnTo>
                      <a:pt x="673" y="317"/>
                    </a:lnTo>
                    <a:lnTo>
                      <a:pt x="673" y="317"/>
                    </a:lnTo>
                    <a:lnTo>
                      <a:pt x="670" y="317"/>
                    </a:lnTo>
                    <a:lnTo>
                      <a:pt x="670" y="317"/>
                    </a:lnTo>
                    <a:lnTo>
                      <a:pt x="668" y="317"/>
                    </a:lnTo>
                    <a:lnTo>
                      <a:pt x="668" y="315"/>
                    </a:lnTo>
                    <a:lnTo>
                      <a:pt x="668" y="315"/>
                    </a:lnTo>
                    <a:lnTo>
                      <a:pt x="668" y="315"/>
                    </a:lnTo>
                    <a:lnTo>
                      <a:pt x="668" y="317"/>
                    </a:lnTo>
                    <a:lnTo>
                      <a:pt x="666" y="317"/>
                    </a:lnTo>
                    <a:lnTo>
                      <a:pt x="666" y="317"/>
                    </a:lnTo>
                    <a:lnTo>
                      <a:pt x="666" y="317"/>
                    </a:lnTo>
                    <a:lnTo>
                      <a:pt x="663" y="317"/>
                    </a:lnTo>
                    <a:lnTo>
                      <a:pt x="663" y="317"/>
                    </a:lnTo>
                    <a:lnTo>
                      <a:pt x="661" y="317"/>
                    </a:lnTo>
                    <a:lnTo>
                      <a:pt x="661" y="317"/>
                    </a:lnTo>
                    <a:lnTo>
                      <a:pt x="661" y="315"/>
                    </a:lnTo>
                    <a:lnTo>
                      <a:pt x="661" y="315"/>
                    </a:lnTo>
                    <a:lnTo>
                      <a:pt x="658" y="315"/>
                    </a:lnTo>
                    <a:lnTo>
                      <a:pt x="658" y="315"/>
                    </a:lnTo>
                    <a:lnTo>
                      <a:pt x="658" y="315"/>
                    </a:lnTo>
                    <a:lnTo>
                      <a:pt x="658" y="315"/>
                    </a:lnTo>
                    <a:lnTo>
                      <a:pt x="658" y="315"/>
                    </a:lnTo>
                    <a:lnTo>
                      <a:pt x="656" y="315"/>
                    </a:lnTo>
                    <a:lnTo>
                      <a:pt x="656" y="315"/>
                    </a:lnTo>
                    <a:lnTo>
                      <a:pt x="656" y="315"/>
                    </a:lnTo>
                    <a:lnTo>
                      <a:pt x="654" y="315"/>
                    </a:lnTo>
                    <a:lnTo>
                      <a:pt x="654" y="315"/>
                    </a:lnTo>
                    <a:lnTo>
                      <a:pt x="654" y="315"/>
                    </a:lnTo>
                    <a:lnTo>
                      <a:pt x="654" y="315"/>
                    </a:lnTo>
                    <a:lnTo>
                      <a:pt x="651" y="315"/>
                    </a:lnTo>
                    <a:lnTo>
                      <a:pt x="651" y="315"/>
                    </a:lnTo>
                    <a:lnTo>
                      <a:pt x="651" y="317"/>
                    </a:lnTo>
                    <a:lnTo>
                      <a:pt x="649" y="317"/>
                    </a:lnTo>
                    <a:lnTo>
                      <a:pt x="649" y="317"/>
                    </a:lnTo>
                    <a:lnTo>
                      <a:pt x="649" y="317"/>
                    </a:lnTo>
                    <a:lnTo>
                      <a:pt x="647" y="317"/>
                    </a:lnTo>
                    <a:lnTo>
                      <a:pt x="647" y="317"/>
                    </a:lnTo>
                    <a:lnTo>
                      <a:pt x="647" y="317"/>
                    </a:lnTo>
                    <a:lnTo>
                      <a:pt x="647" y="317"/>
                    </a:lnTo>
                    <a:lnTo>
                      <a:pt x="644" y="317"/>
                    </a:lnTo>
                    <a:lnTo>
                      <a:pt x="644" y="317"/>
                    </a:lnTo>
                    <a:lnTo>
                      <a:pt x="642" y="317"/>
                    </a:lnTo>
                    <a:lnTo>
                      <a:pt x="642" y="317"/>
                    </a:lnTo>
                    <a:lnTo>
                      <a:pt x="642" y="317"/>
                    </a:lnTo>
                    <a:lnTo>
                      <a:pt x="642" y="317"/>
                    </a:lnTo>
                    <a:lnTo>
                      <a:pt x="640" y="317"/>
                    </a:lnTo>
                    <a:lnTo>
                      <a:pt x="640" y="317"/>
                    </a:lnTo>
                    <a:lnTo>
                      <a:pt x="640" y="317"/>
                    </a:lnTo>
                    <a:lnTo>
                      <a:pt x="637" y="317"/>
                    </a:lnTo>
                    <a:lnTo>
                      <a:pt x="637" y="317"/>
                    </a:lnTo>
                    <a:lnTo>
                      <a:pt x="635" y="317"/>
                    </a:lnTo>
                    <a:lnTo>
                      <a:pt x="635" y="317"/>
                    </a:lnTo>
                    <a:lnTo>
                      <a:pt x="635" y="317"/>
                    </a:lnTo>
                    <a:lnTo>
                      <a:pt x="635" y="315"/>
                    </a:lnTo>
                    <a:lnTo>
                      <a:pt x="632" y="315"/>
                    </a:lnTo>
                    <a:lnTo>
                      <a:pt x="632" y="315"/>
                    </a:lnTo>
                    <a:lnTo>
                      <a:pt x="632" y="315"/>
                    </a:lnTo>
                    <a:lnTo>
                      <a:pt x="632" y="317"/>
                    </a:lnTo>
                    <a:lnTo>
                      <a:pt x="630" y="317"/>
                    </a:lnTo>
                    <a:lnTo>
                      <a:pt x="630" y="317"/>
                    </a:lnTo>
                    <a:lnTo>
                      <a:pt x="630" y="320"/>
                    </a:lnTo>
                    <a:lnTo>
                      <a:pt x="630" y="320"/>
                    </a:lnTo>
                    <a:lnTo>
                      <a:pt x="630" y="320"/>
                    </a:lnTo>
                    <a:lnTo>
                      <a:pt x="628" y="320"/>
                    </a:lnTo>
                    <a:lnTo>
                      <a:pt x="628" y="320"/>
                    </a:lnTo>
                    <a:lnTo>
                      <a:pt x="628" y="320"/>
                    </a:lnTo>
                    <a:lnTo>
                      <a:pt x="628" y="320"/>
                    </a:lnTo>
                    <a:lnTo>
                      <a:pt x="625" y="320"/>
                    </a:lnTo>
                    <a:lnTo>
                      <a:pt x="625" y="320"/>
                    </a:lnTo>
                    <a:lnTo>
                      <a:pt x="625" y="320"/>
                    </a:lnTo>
                    <a:lnTo>
                      <a:pt x="623" y="320"/>
                    </a:lnTo>
                    <a:lnTo>
                      <a:pt x="623" y="320"/>
                    </a:lnTo>
                    <a:lnTo>
                      <a:pt x="621" y="320"/>
                    </a:lnTo>
                    <a:lnTo>
                      <a:pt x="621" y="320"/>
                    </a:lnTo>
                    <a:lnTo>
                      <a:pt x="621" y="317"/>
                    </a:lnTo>
                    <a:lnTo>
                      <a:pt x="621" y="317"/>
                    </a:lnTo>
                    <a:lnTo>
                      <a:pt x="621" y="320"/>
                    </a:lnTo>
                    <a:lnTo>
                      <a:pt x="618" y="320"/>
                    </a:lnTo>
                    <a:lnTo>
                      <a:pt x="618" y="320"/>
                    </a:lnTo>
                    <a:lnTo>
                      <a:pt x="616" y="320"/>
                    </a:lnTo>
                    <a:lnTo>
                      <a:pt x="616" y="317"/>
                    </a:lnTo>
                    <a:lnTo>
                      <a:pt x="616" y="317"/>
                    </a:lnTo>
                    <a:lnTo>
                      <a:pt x="616" y="317"/>
                    </a:lnTo>
                    <a:lnTo>
                      <a:pt x="616" y="317"/>
                    </a:lnTo>
                    <a:lnTo>
                      <a:pt x="613" y="317"/>
                    </a:lnTo>
                    <a:lnTo>
                      <a:pt x="613" y="317"/>
                    </a:lnTo>
                    <a:lnTo>
                      <a:pt x="613" y="315"/>
                    </a:lnTo>
                    <a:lnTo>
                      <a:pt x="613" y="315"/>
                    </a:lnTo>
                    <a:lnTo>
                      <a:pt x="611" y="315"/>
                    </a:lnTo>
                    <a:lnTo>
                      <a:pt x="611" y="315"/>
                    </a:lnTo>
                    <a:lnTo>
                      <a:pt x="611" y="315"/>
                    </a:lnTo>
                    <a:lnTo>
                      <a:pt x="609" y="315"/>
                    </a:lnTo>
                    <a:lnTo>
                      <a:pt x="609" y="315"/>
                    </a:lnTo>
                    <a:lnTo>
                      <a:pt x="609" y="315"/>
                    </a:lnTo>
                    <a:lnTo>
                      <a:pt x="606" y="315"/>
                    </a:lnTo>
                    <a:lnTo>
                      <a:pt x="606" y="313"/>
                    </a:lnTo>
                    <a:lnTo>
                      <a:pt x="606" y="313"/>
                    </a:lnTo>
                    <a:lnTo>
                      <a:pt x="606" y="313"/>
                    </a:lnTo>
                    <a:lnTo>
                      <a:pt x="606" y="313"/>
                    </a:lnTo>
                    <a:lnTo>
                      <a:pt x="606" y="313"/>
                    </a:lnTo>
                    <a:lnTo>
                      <a:pt x="604" y="313"/>
                    </a:lnTo>
                    <a:lnTo>
                      <a:pt x="604" y="310"/>
                    </a:lnTo>
                    <a:lnTo>
                      <a:pt x="604" y="310"/>
                    </a:lnTo>
                    <a:lnTo>
                      <a:pt x="602" y="310"/>
                    </a:lnTo>
                    <a:lnTo>
                      <a:pt x="602" y="310"/>
                    </a:lnTo>
                    <a:lnTo>
                      <a:pt x="602" y="310"/>
                    </a:lnTo>
                    <a:lnTo>
                      <a:pt x="602" y="310"/>
                    </a:lnTo>
                    <a:lnTo>
                      <a:pt x="599" y="310"/>
                    </a:lnTo>
                    <a:lnTo>
                      <a:pt x="599" y="310"/>
                    </a:lnTo>
                    <a:lnTo>
                      <a:pt x="599" y="310"/>
                    </a:lnTo>
                    <a:lnTo>
                      <a:pt x="599" y="308"/>
                    </a:lnTo>
                    <a:lnTo>
                      <a:pt x="597" y="308"/>
                    </a:lnTo>
                    <a:lnTo>
                      <a:pt x="597" y="308"/>
                    </a:lnTo>
                    <a:lnTo>
                      <a:pt x="595" y="308"/>
                    </a:lnTo>
                    <a:lnTo>
                      <a:pt x="595" y="310"/>
                    </a:lnTo>
                    <a:lnTo>
                      <a:pt x="595" y="310"/>
                    </a:lnTo>
                    <a:lnTo>
                      <a:pt x="595" y="310"/>
                    </a:lnTo>
                    <a:lnTo>
                      <a:pt x="595" y="310"/>
                    </a:lnTo>
                    <a:lnTo>
                      <a:pt x="592" y="310"/>
                    </a:lnTo>
                    <a:lnTo>
                      <a:pt x="592" y="310"/>
                    </a:lnTo>
                    <a:lnTo>
                      <a:pt x="592" y="310"/>
                    </a:lnTo>
                    <a:lnTo>
                      <a:pt x="590" y="310"/>
                    </a:lnTo>
                    <a:lnTo>
                      <a:pt x="590" y="313"/>
                    </a:lnTo>
                    <a:lnTo>
                      <a:pt x="590" y="313"/>
                    </a:lnTo>
                    <a:lnTo>
                      <a:pt x="590" y="313"/>
                    </a:lnTo>
                    <a:lnTo>
                      <a:pt x="587" y="313"/>
                    </a:lnTo>
                    <a:lnTo>
                      <a:pt x="587" y="313"/>
                    </a:lnTo>
                    <a:lnTo>
                      <a:pt x="587" y="313"/>
                    </a:lnTo>
                    <a:lnTo>
                      <a:pt x="587" y="313"/>
                    </a:lnTo>
                    <a:lnTo>
                      <a:pt x="587" y="313"/>
                    </a:lnTo>
                    <a:lnTo>
                      <a:pt x="585" y="313"/>
                    </a:lnTo>
                    <a:lnTo>
                      <a:pt x="585" y="313"/>
                    </a:lnTo>
                    <a:lnTo>
                      <a:pt x="585" y="313"/>
                    </a:lnTo>
                    <a:lnTo>
                      <a:pt x="585" y="313"/>
                    </a:lnTo>
                    <a:lnTo>
                      <a:pt x="583" y="313"/>
                    </a:lnTo>
                    <a:lnTo>
                      <a:pt x="583" y="315"/>
                    </a:lnTo>
                    <a:lnTo>
                      <a:pt x="583" y="315"/>
                    </a:lnTo>
                    <a:lnTo>
                      <a:pt x="583" y="315"/>
                    </a:lnTo>
                    <a:lnTo>
                      <a:pt x="580" y="315"/>
                    </a:lnTo>
                    <a:lnTo>
                      <a:pt x="580" y="317"/>
                    </a:lnTo>
                    <a:lnTo>
                      <a:pt x="580" y="317"/>
                    </a:lnTo>
                    <a:lnTo>
                      <a:pt x="580" y="320"/>
                    </a:lnTo>
                    <a:lnTo>
                      <a:pt x="580" y="320"/>
                    </a:lnTo>
                    <a:lnTo>
                      <a:pt x="580" y="322"/>
                    </a:lnTo>
                    <a:lnTo>
                      <a:pt x="580" y="322"/>
                    </a:lnTo>
                    <a:lnTo>
                      <a:pt x="580" y="322"/>
                    </a:lnTo>
                    <a:lnTo>
                      <a:pt x="580" y="325"/>
                    </a:lnTo>
                    <a:lnTo>
                      <a:pt x="580" y="325"/>
                    </a:lnTo>
                    <a:lnTo>
                      <a:pt x="580" y="325"/>
                    </a:lnTo>
                    <a:lnTo>
                      <a:pt x="580" y="325"/>
                    </a:lnTo>
                    <a:lnTo>
                      <a:pt x="580" y="327"/>
                    </a:lnTo>
                    <a:lnTo>
                      <a:pt x="580" y="327"/>
                    </a:lnTo>
                    <a:lnTo>
                      <a:pt x="580" y="327"/>
                    </a:lnTo>
                    <a:lnTo>
                      <a:pt x="580" y="329"/>
                    </a:lnTo>
                    <a:lnTo>
                      <a:pt x="580" y="329"/>
                    </a:lnTo>
                    <a:lnTo>
                      <a:pt x="580" y="329"/>
                    </a:lnTo>
                    <a:lnTo>
                      <a:pt x="580" y="329"/>
                    </a:lnTo>
                    <a:lnTo>
                      <a:pt x="580" y="329"/>
                    </a:lnTo>
                    <a:lnTo>
                      <a:pt x="578" y="329"/>
                    </a:lnTo>
                    <a:lnTo>
                      <a:pt x="578" y="329"/>
                    </a:lnTo>
                    <a:lnTo>
                      <a:pt x="578" y="329"/>
                    </a:lnTo>
                    <a:lnTo>
                      <a:pt x="576" y="329"/>
                    </a:lnTo>
                    <a:lnTo>
                      <a:pt x="576" y="327"/>
                    </a:lnTo>
                    <a:lnTo>
                      <a:pt x="576" y="327"/>
                    </a:lnTo>
                    <a:lnTo>
                      <a:pt x="576" y="327"/>
                    </a:lnTo>
                    <a:lnTo>
                      <a:pt x="573" y="327"/>
                    </a:lnTo>
                    <a:lnTo>
                      <a:pt x="573" y="327"/>
                    </a:lnTo>
                    <a:lnTo>
                      <a:pt x="573" y="327"/>
                    </a:lnTo>
                    <a:lnTo>
                      <a:pt x="573" y="327"/>
                    </a:lnTo>
                    <a:lnTo>
                      <a:pt x="571" y="327"/>
                    </a:lnTo>
                    <a:lnTo>
                      <a:pt x="571" y="327"/>
                    </a:lnTo>
                    <a:lnTo>
                      <a:pt x="568" y="327"/>
                    </a:lnTo>
                    <a:lnTo>
                      <a:pt x="568" y="327"/>
                    </a:lnTo>
                    <a:lnTo>
                      <a:pt x="568" y="327"/>
                    </a:lnTo>
                    <a:lnTo>
                      <a:pt x="566" y="327"/>
                    </a:lnTo>
                    <a:lnTo>
                      <a:pt x="566" y="325"/>
                    </a:lnTo>
                    <a:lnTo>
                      <a:pt x="566" y="325"/>
                    </a:lnTo>
                    <a:lnTo>
                      <a:pt x="566" y="325"/>
                    </a:lnTo>
                    <a:lnTo>
                      <a:pt x="566" y="325"/>
                    </a:lnTo>
                    <a:lnTo>
                      <a:pt x="564" y="325"/>
                    </a:lnTo>
                    <a:lnTo>
                      <a:pt x="564" y="325"/>
                    </a:lnTo>
                    <a:lnTo>
                      <a:pt x="564" y="325"/>
                    </a:lnTo>
                    <a:lnTo>
                      <a:pt x="561" y="325"/>
                    </a:lnTo>
                    <a:lnTo>
                      <a:pt x="561" y="325"/>
                    </a:lnTo>
                    <a:lnTo>
                      <a:pt x="561" y="325"/>
                    </a:lnTo>
                    <a:lnTo>
                      <a:pt x="559" y="325"/>
                    </a:lnTo>
                    <a:lnTo>
                      <a:pt x="559" y="322"/>
                    </a:lnTo>
                    <a:lnTo>
                      <a:pt x="559" y="322"/>
                    </a:lnTo>
                    <a:lnTo>
                      <a:pt x="559" y="322"/>
                    </a:lnTo>
                    <a:lnTo>
                      <a:pt x="557" y="322"/>
                    </a:lnTo>
                    <a:lnTo>
                      <a:pt x="557" y="322"/>
                    </a:lnTo>
                    <a:lnTo>
                      <a:pt x="557" y="322"/>
                    </a:lnTo>
                    <a:lnTo>
                      <a:pt x="554" y="322"/>
                    </a:lnTo>
                    <a:lnTo>
                      <a:pt x="554" y="322"/>
                    </a:lnTo>
                    <a:lnTo>
                      <a:pt x="554" y="322"/>
                    </a:lnTo>
                    <a:lnTo>
                      <a:pt x="552" y="322"/>
                    </a:lnTo>
                    <a:lnTo>
                      <a:pt x="552" y="322"/>
                    </a:lnTo>
                    <a:lnTo>
                      <a:pt x="552" y="322"/>
                    </a:lnTo>
                    <a:lnTo>
                      <a:pt x="550" y="322"/>
                    </a:lnTo>
                    <a:lnTo>
                      <a:pt x="550" y="320"/>
                    </a:lnTo>
                    <a:lnTo>
                      <a:pt x="550" y="320"/>
                    </a:lnTo>
                    <a:lnTo>
                      <a:pt x="547" y="320"/>
                    </a:lnTo>
                    <a:lnTo>
                      <a:pt x="547" y="320"/>
                    </a:lnTo>
                    <a:lnTo>
                      <a:pt x="547" y="320"/>
                    </a:lnTo>
                    <a:lnTo>
                      <a:pt x="547" y="320"/>
                    </a:lnTo>
                    <a:lnTo>
                      <a:pt x="545" y="320"/>
                    </a:lnTo>
                    <a:lnTo>
                      <a:pt x="545" y="320"/>
                    </a:lnTo>
                    <a:lnTo>
                      <a:pt x="545" y="320"/>
                    </a:lnTo>
                    <a:lnTo>
                      <a:pt x="542" y="320"/>
                    </a:lnTo>
                    <a:lnTo>
                      <a:pt x="542" y="320"/>
                    </a:lnTo>
                    <a:lnTo>
                      <a:pt x="542" y="320"/>
                    </a:lnTo>
                    <a:lnTo>
                      <a:pt x="540" y="320"/>
                    </a:lnTo>
                    <a:lnTo>
                      <a:pt x="540" y="322"/>
                    </a:lnTo>
                    <a:lnTo>
                      <a:pt x="540" y="322"/>
                    </a:lnTo>
                    <a:lnTo>
                      <a:pt x="540" y="320"/>
                    </a:lnTo>
                    <a:lnTo>
                      <a:pt x="540" y="320"/>
                    </a:lnTo>
                    <a:lnTo>
                      <a:pt x="538" y="320"/>
                    </a:lnTo>
                    <a:lnTo>
                      <a:pt x="538" y="320"/>
                    </a:lnTo>
                    <a:lnTo>
                      <a:pt x="535" y="320"/>
                    </a:lnTo>
                    <a:lnTo>
                      <a:pt x="535" y="320"/>
                    </a:lnTo>
                    <a:lnTo>
                      <a:pt x="535" y="320"/>
                    </a:lnTo>
                    <a:lnTo>
                      <a:pt x="533" y="320"/>
                    </a:lnTo>
                    <a:lnTo>
                      <a:pt x="533" y="322"/>
                    </a:lnTo>
                    <a:lnTo>
                      <a:pt x="533" y="322"/>
                    </a:lnTo>
                    <a:lnTo>
                      <a:pt x="533" y="322"/>
                    </a:lnTo>
                    <a:lnTo>
                      <a:pt x="533" y="322"/>
                    </a:lnTo>
                    <a:lnTo>
                      <a:pt x="533" y="325"/>
                    </a:lnTo>
                    <a:lnTo>
                      <a:pt x="531" y="325"/>
                    </a:lnTo>
                    <a:lnTo>
                      <a:pt x="531" y="325"/>
                    </a:lnTo>
                    <a:lnTo>
                      <a:pt x="531" y="325"/>
                    </a:lnTo>
                    <a:lnTo>
                      <a:pt x="531" y="325"/>
                    </a:lnTo>
                    <a:lnTo>
                      <a:pt x="528" y="325"/>
                    </a:lnTo>
                    <a:lnTo>
                      <a:pt x="528" y="325"/>
                    </a:lnTo>
                    <a:lnTo>
                      <a:pt x="528" y="325"/>
                    </a:lnTo>
                    <a:lnTo>
                      <a:pt x="528" y="327"/>
                    </a:lnTo>
                    <a:lnTo>
                      <a:pt x="528" y="327"/>
                    </a:lnTo>
                    <a:lnTo>
                      <a:pt x="528" y="327"/>
                    </a:lnTo>
                    <a:lnTo>
                      <a:pt x="528" y="327"/>
                    </a:lnTo>
                    <a:lnTo>
                      <a:pt x="528" y="329"/>
                    </a:lnTo>
                    <a:lnTo>
                      <a:pt x="528" y="329"/>
                    </a:lnTo>
                    <a:lnTo>
                      <a:pt x="528" y="327"/>
                    </a:lnTo>
                    <a:lnTo>
                      <a:pt x="528" y="327"/>
                    </a:lnTo>
                    <a:lnTo>
                      <a:pt x="526" y="327"/>
                    </a:lnTo>
                    <a:lnTo>
                      <a:pt x="526" y="329"/>
                    </a:lnTo>
                    <a:lnTo>
                      <a:pt x="526" y="329"/>
                    </a:lnTo>
                    <a:lnTo>
                      <a:pt x="526" y="329"/>
                    </a:lnTo>
                    <a:lnTo>
                      <a:pt x="526" y="332"/>
                    </a:lnTo>
                    <a:lnTo>
                      <a:pt x="526" y="332"/>
                    </a:lnTo>
                    <a:lnTo>
                      <a:pt x="526" y="332"/>
                    </a:lnTo>
                    <a:lnTo>
                      <a:pt x="526" y="334"/>
                    </a:lnTo>
                    <a:lnTo>
                      <a:pt x="526" y="334"/>
                    </a:lnTo>
                    <a:lnTo>
                      <a:pt x="526" y="334"/>
                    </a:lnTo>
                    <a:lnTo>
                      <a:pt x="526" y="334"/>
                    </a:lnTo>
                    <a:lnTo>
                      <a:pt x="526" y="334"/>
                    </a:lnTo>
                    <a:lnTo>
                      <a:pt x="524" y="334"/>
                    </a:lnTo>
                    <a:lnTo>
                      <a:pt x="524" y="334"/>
                    </a:lnTo>
                    <a:lnTo>
                      <a:pt x="521" y="334"/>
                    </a:lnTo>
                    <a:lnTo>
                      <a:pt x="521" y="336"/>
                    </a:lnTo>
                    <a:lnTo>
                      <a:pt x="521" y="336"/>
                    </a:lnTo>
                    <a:lnTo>
                      <a:pt x="521" y="336"/>
                    </a:lnTo>
                    <a:lnTo>
                      <a:pt x="521" y="336"/>
                    </a:lnTo>
                    <a:lnTo>
                      <a:pt x="521" y="339"/>
                    </a:lnTo>
                    <a:lnTo>
                      <a:pt x="521" y="339"/>
                    </a:lnTo>
                    <a:lnTo>
                      <a:pt x="519" y="339"/>
                    </a:lnTo>
                    <a:lnTo>
                      <a:pt x="519" y="341"/>
                    </a:lnTo>
                    <a:lnTo>
                      <a:pt x="519" y="341"/>
                    </a:lnTo>
                    <a:lnTo>
                      <a:pt x="519" y="339"/>
                    </a:lnTo>
                    <a:lnTo>
                      <a:pt x="519" y="339"/>
                    </a:lnTo>
                    <a:lnTo>
                      <a:pt x="519" y="339"/>
                    </a:lnTo>
                    <a:lnTo>
                      <a:pt x="516" y="339"/>
                    </a:lnTo>
                    <a:lnTo>
                      <a:pt x="516" y="339"/>
                    </a:lnTo>
                    <a:lnTo>
                      <a:pt x="516" y="336"/>
                    </a:lnTo>
                    <a:lnTo>
                      <a:pt x="514" y="336"/>
                    </a:lnTo>
                    <a:lnTo>
                      <a:pt x="514" y="339"/>
                    </a:lnTo>
                    <a:lnTo>
                      <a:pt x="514" y="339"/>
                    </a:lnTo>
                    <a:lnTo>
                      <a:pt x="514" y="339"/>
                    </a:lnTo>
                    <a:lnTo>
                      <a:pt x="514" y="339"/>
                    </a:lnTo>
                    <a:lnTo>
                      <a:pt x="514" y="341"/>
                    </a:lnTo>
                    <a:lnTo>
                      <a:pt x="514" y="341"/>
                    </a:lnTo>
                    <a:lnTo>
                      <a:pt x="512" y="341"/>
                    </a:lnTo>
                    <a:lnTo>
                      <a:pt x="512" y="341"/>
                    </a:lnTo>
                    <a:lnTo>
                      <a:pt x="512" y="343"/>
                    </a:lnTo>
                    <a:lnTo>
                      <a:pt x="509" y="343"/>
                    </a:lnTo>
                    <a:lnTo>
                      <a:pt x="509" y="343"/>
                    </a:lnTo>
                    <a:lnTo>
                      <a:pt x="509" y="343"/>
                    </a:lnTo>
                    <a:lnTo>
                      <a:pt x="509" y="343"/>
                    </a:lnTo>
                    <a:lnTo>
                      <a:pt x="509" y="343"/>
                    </a:lnTo>
                    <a:lnTo>
                      <a:pt x="507" y="343"/>
                    </a:lnTo>
                    <a:lnTo>
                      <a:pt x="507" y="346"/>
                    </a:lnTo>
                    <a:lnTo>
                      <a:pt x="507" y="346"/>
                    </a:lnTo>
                    <a:lnTo>
                      <a:pt x="507" y="346"/>
                    </a:lnTo>
                    <a:lnTo>
                      <a:pt x="507" y="346"/>
                    </a:lnTo>
                    <a:lnTo>
                      <a:pt x="505" y="346"/>
                    </a:lnTo>
                    <a:lnTo>
                      <a:pt x="505" y="348"/>
                    </a:lnTo>
                    <a:lnTo>
                      <a:pt x="505" y="348"/>
                    </a:lnTo>
                    <a:lnTo>
                      <a:pt x="502" y="348"/>
                    </a:lnTo>
                    <a:lnTo>
                      <a:pt x="502" y="348"/>
                    </a:lnTo>
                    <a:lnTo>
                      <a:pt x="502" y="348"/>
                    </a:lnTo>
                    <a:lnTo>
                      <a:pt x="500" y="348"/>
                    </a:lnTo>
                    <a:lnTo>
                      <a:pt x="500" y="348"/>
                    </a:lnTo>
                    <a:lnTo>
                      <a:pt x="500" y="348"/>
                    </a:lnTo>
                    <a:lnTo>
                      <a:pt x="500" y="348"/>
                    </a:lnTo>
                    <a:lnTo>
                      <a:pt x="497" y="348"/>
                    </a:lnTo>
                    <a:lnTo>
                      <a:pt x="497" y="351"/>
                    </a:lnTo>
                    <a:lnTo>
                      <a:pt x="497" y="351"/>
                    </a:lnTo>
                    <a:lnTo>
                      <a:pt x="495" y="351"/>
                    </a:lnTo>
                    <a:lnTo>
                      <a:pt x="495" y="351"/>
                    </a:lnTo>
                    <a:lnTo>
                      <a:pt x="495" y="351"/>
                    </a:lnTo>
                    <a:lnTo>
                      <a:pt x="495" y="353"/>
                    </a:lnTo>
                    <a:lnTo>
                      <a:pt x="495" y="353"/>
                    </a:lnTo>
                    <a:lnTo>
                      <a:pt x="493" y="353"/>
                    </a:lnTo>
                    <a:lnTo>
                      <a:pt x="493" y="353"/>
                    </a:lnTo>
                    <a:lnTo>
                      <a:pt x="493" y="353"/>
                    </a:lnTo>
                    <a:lnTo>
                      <a:pt x="493" y="353"/>
                    </a:lnTo>
                    <a:lnTo>
                      <a:pt x="493" y="353"/>
                    </a:lnTo>
                    <a:lnTo>
                      <a:pt x="490" y="353"/>
                    </a:lnTo>
                    <a:lnTo>
                      <a:pt x="490" y="353"/>
                    </a:lnTo>
                    <a:lnTo>
                      <a:pt x="488" y="353"/>
                    </a:lnTo>
                    <a:lnTo>
                      <a:pt x="488" y="353"/>
                    </a:lnTo>
                    <a:lnTo>
                      <a:pt x="488" y="355"/>
                    </a:lnTo>
                    <a:lnTo>
                      <a:pt x="488" y="355"/>
                    </a:lnTo>
                    <a:lnTo>
                      <a:pt x="488" y="355"/>
                    </a:lnTo>
                    <a:lnTo>
                      <a:pt x="486" y="355"/>
                    </a:lnTo>
                    <a:lnTo>
                      <a:pt x="486" y="358"/>
                    </a:lnTo>
                    <a:lnTo>
                      <a:pt x="486" y="358"/>
                    </a:lnTo>
                    <a:lnTo>
                      <a:pt x="486" y="358"/>
                    </a:lnTo>
                    <a:lnTo>
                      <a:pt x="486" y="358"/>
                    </a:lnTo>
                    <a:lnTo>
                      <a:pt x="486" y="360"/>
                    </a:lnTo>
                    <a:lnTo>
                      <a:pt x="483" y="360"/>
                    </a:lnTo>
                    <a:lnTo>
                      <a:pt x="483" y="360"/>
                    </a:lnTo>
                    <a:lnTo>
                      <a:pt x="483" y="360"/>
                    </a:lnTo>
                    <a:lnTo>
                      <a:pt x="483" y="362"/>
                    </a:lnTo>
                    <a:lnTo>
                      <a:pt x="481" y="362"/>
                    </a:lnTo>
                    <a:lnTo>
                      <a:pt x="481" y="362"/>
                    </a:lnTo>
                    <a:lnTo>
                      <a:pt x="481" y="362"/>
                    </a:lnTo>
                    <a:lnTo>
                      <a:pt x="481" y="362"/>
                    </a:lnTo>
                    <a:lnTo>
                      <a:pt x="481" y="362"/>
                    </a:lnTo>
                    <a:lnTo>
                      <a:pt x="481" y="365"/>
                    </a:lnTo>
                    <a:lnTo>
                      <a:pt x="479" y="365"/>
                    </a:lnTo>
                    <a:lnTo>
                      <a:pt x="479" y="365"/>
                    </a:lnTo>
                    <a:lnTo>
                      <a:pt x="479" y="367"/>
                    </a:lnTo>
                    <a:lnTo>
                      <a:pt x="479" y="367"/>
                    </a:lnTo>
                    <a:lnTo>
                      <a:pt x="479" y="367"/>
                    </a:lnTo>
                    <a:lnTo>
                      <a:pt x="479" y="365"/>
                    </a:lnTo>
                    <a:lnTo>
                      <a:pt x="476" y="365"/>
                    </a:lnTo>
                    <a:lnTo>
                      <a:pt x="476" y="365"/>
                    </a:lnTo>
                    <a:lnTo>
                      <a:pt x="474" y="365"/>
                    </a:lnTo>
                    <a:lnTo>
                      <a:pt x="474" y="365"/>
                    </a:lnTo>
                    <a:lnTo>
                      <a:pt x="474" y="367"/>
                    </a:lnTo>
                    <a:lnTo>
                      <a:pt x="474" y="367"/>
                    </a:lnTo>
                    <a:lnTo>
                      <a:pt x="474" y="367"/>
                    </a:lnTo>
                    <a:lnTo>
                      <a:pt x="476" y="367"/>
                    </a:lnTo>
                    <a:lnTo>
                      <a:pt x="476" y="370"/>
                    </a:lnTo>
                    <a:lnTo>
                      <a:pt x="476" y="370"/>
                    </a:lnTo>
                    <a:lnTo>
                      <a:pt x="476" y="372"/>
                    </a:lnTo>
                    <a:lnTo>
                      <a:pt x="476" y="372"/>
                    </a:lnTo>
                    <a:lnTo>
                      <a:pt x="476" y="372"/>
                    </a:lnTo>
                    <a:lnTo>
                      <a:pt x="476" y="372"/>
                    </a:lnTo>
                    <a:lnTo>
                      <a:pt x="476" y="374"/>
                    </a:lnTo>
                    <a:lnTo>
                      <a:pt x="476" y="374"/>
                    </a:lnTo>
                    <a:lnTo>
                      <a:pt x="476" y="377"/>
                    </a:lnTo>
                    <a:lnTo>
                      <a:pt x="476" y="377"/>
                    </a:lnTo>
                    <a:lnTo>
                      <a:pt x="474" y="377"/>
                    </a:lnTo>
                    <a:lnTo>
                      <a:pt x="474" y="377"/>
                    </a:lnTo>
                    <a:lnTo>
                      <a:pt x="474" y="377"/>
                    </a:lnTo>
                    <a:lnTo>
                      <a:pt x="471" y="377"/>
                    </a:lnTo>
                    <a:lnTo>
                      <a:pt x="471" y="374"/>
                    </a:lnTo>
                    <a:lnTo>
                      <a:pt x="471" y="374"/>
                    </a:lnTo>
                    <a:lnTo>
                      <a:pt x="469" y="374"/>
                    </a:lnTo>
                    <a:lnTo>
                      <a:pt x="469" y="374"/>
                    </a:lnTo>
                    <a:lnTo>
                      <a:pt x="469" y="374"/>
                    </a:lnTo>
                    <a:lnTo>
                      <a:pt x="469" y="374"/>
                    </a:lnTo>
                    <a:lnTo>
                      <a:pt x="469" y="372"/>
                    </a:lnTo>
                    <a:lnTo>
                      <a:pt x="467" y="372"/>
                    </a:lnTo>
                    <a:lnTo>
                      <a:pt x="467" y="372"/>
                    </a:lnTo>
                    <a:lnTo>
                      <a:pt x="467" y="372"/>
                    </a:lnTo>
                    <a:lnTo>
                      <a:pt x="467" y="372"/>
                    </a:lnTo>
                    <a:lnTo>
                      <a:pt x="464" y="372"/>
                    </a:lnTo>
                    <a:lnTo>
                      <a:pt x="464" y="372"/>
                    </a:lnTo>
                    <a:lnTo>
                      <a:pt x="464" y="372"/>
                    </a:lnTo>
                    <a:lnTo>
                      <a:pt x="462" y="372"/>
                    </a:lnTo>
                    <a:lnTo>
                      <a:pt x="462" y="370"/>
                    </a:lnTo>
                    <a:lnTo>
                      <a:pt x="462" y="370"/>
                    </a:lnTo>
                    <a:lnTo>
                      <a:pt x="462" y="370"/>
                    </a:lnTo>
                    <a:lnTo>
                      <a:pt x="462" y="370"/>
                    </a:lnTo>
                    <a:lnTo>
                      <a:pt x="464" y="370"/>
                    </a:lnTo>
                    <a:lnTo>
                      <a:pt x="464" y="367"/>
                    </a:lnTo>
                    <a:lnTo>
                      <a:pt x="464" y="367"/>
                    </a:lnTo>
                    <a:lnTo>
                      <a:pt x="464" y="367"/>
                    </a:lnTo>
                    <a:lnTo>
                      <a:pt x="464" y="365"/>
                    </a:lnTo>
                    <a:lnTo>
                      <a:pt x="464" y="365"/>
                    </a:lnTo>
                    <a:lnTo>
                      <a:pt x="467" y="365"/>
                    </a:lnTo>
                    <a:lnTo>
                      <a:pt x="467" y="362"/>
                    </a:lnTo>
                    <a:lnTo>
                      <a:pt x="467" y="362"/>
                    </a:lnTo>
                    <a:lnTo>
                      <a:pt x="464" y="362"/>
                    </a:lnTo>
                    <a:lnTo>
                      <a:pt x="464" y="362"/>
                    </a:lnTo>
                    <a:lnTo>
                      <a:pt x="462" y="362"/>
                    </a:lnTo>
                    <a:lnTo>
                      <a:pt x="462" y="362"/>
                    </a:lnTo>
                    <a:lnTo>
                      <a:pt x="462" y="362"/>
                    </a:lnTo>
                    <a:lnTo>
                      <a:pt x="462" y="360"/>
                    </a:lnTo>
                    <a:lnTo>
                      <a:pt x="462" y="360"/>
                    </a:lnTo>
                    <a:lnTo>
                      <a:pt x="462" y="362"/>
                    </a:lnTo>
                    <a:lnTo>
                      <a:pt x="460" y="362"/>
                    </a:lnTo>
                    <a:lnTo>
                      <a:pt x="460" y="362"/>
                    </a:lnTo>
                    <a:lnTo>
                      <a:pt x="460" y="362"/>
                    </a:lnTo>
                    <a:lnTo>
                      <a:pt x="460" y="360"/>
                    </a:lnTo>
                    <a:lnTo>
                      <a:pt x="457" y="360"/>
                    </a:lnTo>
                    <a:lnTo>
                      <a:pt x="457" y="360"/>
                    </a:lnTo>
                    <a:lnTo>
                      <a:pt x="455" y="360"/>
                    </a:lnTo>
                    <a:lnTo>
                      <a:pt x="455" y="360"/>
                    </a:lnTo>
                    <a:lnTo>
                      <a:pt x="455" y="360"/>
                    </a:lnTo>
                    <a:lnTo>
                      <a:pt x="453" y="360"/>
                    </a:lnTo>
                    <a:lnTo>
                      <a:pt x="453" y="360"/>
                    </a:lnTo>
                    <a:lnTo>
                      <a:pt x="453" y="360"/>
                    </a:lnTo>
                    <a:lnTo>
                      <a:pt x="450" y="360"/>
                    </a:lnTo>
                    <a:lnTo>
                      <a:pt x="450" y="360"/>
                    </a:lnTo>
                    <a:lnTo>
                      <a:pt x="448" y="360"/>
                    </a:lnTo>
                    <a:lnTo>
                      <a:pt x="448" y="360"/>
                    </a:lnTo>
                    <a:lnTo>
                      <a:pt x="448" y="360"/>
                    </a:lnTo>
                    <a:lnTo>
                      <a:pt x="445" y="360"/>
                    </a:lnTo>
                    <a:lnTo>
                      <a:pt x="445" y="360"/>
                    </a:lnTo>
                    <a:lnTo>
                      <a:pt x="445" y="360"/>
                    </a:lnTo>
                    <a:lnTo>
                      <a:pt x="443" y="360"/>
                    </a:lnTo>
                    <a:lnTo>
                      <a:pt x="443" y="360"/>
                    </a:lnTo>
                    <a:lnTo>
                      <a:pt x="441" y="360"/>
                    </a:lnTo>
                    <a:lnTo>
                      <a:pt x="441" y="360"/>
                    </a:lnTo>
                    <a:lnTo>
                      <a:pt x="441" y="360"/>
                    </a:lnTo>
                    <a:lnTo>
                      <a:pt x="441" y="360"/>
                    </a:lnTo>
                    <a:lnTo>
                      <a:pt x="438" y="360"/>
                    </a:lnTo>
                    <a:lnTo>
                      <a:pt x="438" y="360"/>
                    </a:lnTo>
                    <a:lnTo>
                      <a:pt x="436" y="360"/>
                    </a:lnTo>
                    <a:lnTo>
                      <a:pt x="436" y="360"/>
                    </a:lnTo>
                    <a:lnTo>
                      <a:pt x="436" y="360"/>
                    </a:lnTo>
                    <a:lnTo>
                      <a:pt x="434" y="360"/>
                    </a:lnTo>
                    <a:lnTo>
                      <a:pt x="434" y="360"/>
                    </a:lnTo>
                    <a:lnTo>
                      <a:pt x="434" y="360"/>
                    </a:lnTo>
                    <a:lnTo>
                      <a:pt x="434" y="358"/>
                    </a:lnTo>
                    <a:lnTo>
                      <a:pt x="434" y="358"/>
                    </a:lnTo>
                    <a:lnTo>
                      <a:pt x="434" y="355"/>
                    </a:lnTo>
                    <a:lnTo>
                      <a:pt x="434" y="355"/>
                    </a:lnTo>
                    <a:lnTo>
                      <a:pt x="434" y="353"/>
                    </a:lnTo>
                    <a:lnTo>
                      <a:pt x="434" y="353"/>
                    </a:lnTo>
                    <a:lnTo>
                      <a:pt x="434" y="353"/>
                    </a:lnTo>
                    <a:lnTo>
                      <a:pt x="434" y="351"/>
                    </a:lnTo>
                    <a:lnTo>
                      <a:pt x="434" y="351"/>
                    </a:lnTo>
                    <a:lnTo>
                      <a:pt x="431" y="351"/>
                    </a:lnTo>
                    <a:lnTo>
                      <a:pt x="431" y="348"/>
                    </a:lnTo>
                    <a:lnTo>
                      <a:pt x="431" y="348"/>
                    </a:lnTo>
                    <a:lnTo>
                      <a:pt x="431" y="346"/>
                    </a:lnTo>
                    <a:lnTo>
                      <a:pt x="431" y="346"/>
                    </a:lnTo>
                    <a:lnTo>
                      <a:pt x="431" y="343"/>
                    </a:lnTo>
                    <a:lnTo>
                      <a:pt x="431" y="343"/>
                    </a:lnTo>
                    <a:lnTo>
                      <a:pt x="431" y="343"/>
                    </a:lnTo>
                    <a:lnTo>
                      <a:pt x="431" y="343"/>
                    </a:lnTo>
                    <a:lnTo>
                      <a:pt x="429" y="343"/>
                    </a:lnTo>
                    <a:lnTo>
                      <a:pt x="429" y="343"/>
                    </a:lnTo>
                    <a:lnTo>
                      <a:pt x="429" y="343"/>
                    </a:lnTo>
                    <a:lnTo>
                      <a:pt x="426" y="343"/>
                    </a:lnTo>
                    <a:lnTo>
                      <a:pt x="426" y="343"/>
                    </a:lnTo>
                    <a:lnTo>
                      <a:pt x="426" y="343"/>
                    </a:lnTo>
                    <a:lnTo>
                      <a:pt x="424" y="343"/>
                    </a:lnTo>
                    <a:lnTo>
                      <a:pt x="424" y="343"/>
                    </a:lnTo>
                    <a:lnTo>
                      <a:pt x="422" y="343"/>
                    </a:lnTo>
                    <a:lnTo>
                      <a:pt x="422" y="343"/>
                    </a:lnTo>
                    <a:lnTo>
                      <a:pt x="422" y="341"/>
                    </a:lnTo>
                    <a:lnTo>
                      <a:pt x="422" y="341"/>
                    </a:lnTo>
                    <a:lnTo>
                      <a:pt x="419" y="341"/>
                    </a:lnTo>
                    <a:lnTo>
                      <a:pt x="419" y="341"/>
                    </a:lnTo>
                    <a:lnTo>
                      <a:pt x="419" y="339"/>
                    </a:lnTo>
                    <a:lnTo>
                      <a:pt x="419" y="339"/>
                    </a:lnTo>
                    <a:lnTo>
                      <a:pt x="419" y="336"/>
                    </a:lnTo>
                    <a:lnTo>
                      <a:pt x="419" y="336"/>
                    </a:lnTo>
                    <a:lnTo>
                      <a:pt x="419" y="334"/>
                    </a:lnTo>
                    <a:lnTo>
                      <a:pt x="419" y="334"/>
                    </a:lnTo>
                    <a:lnTo>
                      <a:pt x="419" y="334"/>
                    </a:lnTo>
                    <a:lnTo>
                      <a:pt x="419" y="332"/>
                    </a:lnTo>
                    <a:lnTo>
                      <a:pt x="419" y="332"/>
                    </a:lnTo>
                    <a:lnTo>
                      <a:pt x="422" y="332"/>
                    </a:lnTo>
                    <a:lnTo>
                      <a:pt x="422" y="332"/>
                    </a:lnTo>
                    <a:lnTo>
                      <a:pt x="422" y="332"/>
                    </a:lnTo>
                    <a:lnTo>
                      <a:pt x="422" y="329"/>
                    </a:lnTo>
                    <a:lnTo>
                      <a:pt x="422" y="329"/>
                    </a:lnTo>
                    <a:lnTo>
                      <a:pt x="422" y="327"/>
                    </a:lnTo>
                    <a:lnTo>
                      <a:pt x="422" y="327"/>
                    </a:lnTo>
                    <a:lnTo>
                      <a:pt x="422" y="325"/>
                    </a:lnTo>
                    <a:lnTo>
                      <a:pt x="422" y="325"/>
                    </a:lnTo>
                    <a:lnTo>
                      <a:pt x="422" y="325"/>
                    </a:lnTo>
                    <a:lnTo>
                      <a:pt x="422" y="325"/>
                    </a:lnTo>
                    <a:lnTo>
                      <a:pt x="422" y="322"/>
                    </a:lnTo>
                    <a:lnTo>
                      <a:pt x="422" y="322"/>
                    </a:lnTo>
                    <a:lnTo>
                      <a:pt x="422" y="320"/>
                    </a:lnTo>
                    <a:lnTo>
                      <a:pt x="422" y="320"/>
                    </a:lnTo>
                    <a:lnTo>
                      <a:pt x="422" y="317"/>
                    </a:lnTo>
                    <a:lnTo>
                      <a:pt x="422" y="317"/>
                    </a:lnTo>
                    <a:lnTo>
                      <a:pt x="422" y="315"/>
                    </a:lnTo>
                    <a:lnTo>
                      <a:pt x="422" y="315"/>
                    </a:lnTo>
                    <a:lnTo>
                      <a:pt x="422" y="317"/>
                    </a:lnTo>
                    <a:lnTo>
                      <a:pt x="419" y="317"/>
                    </a:lnTo>
                    <a:lnTo>
                      <a:pt x="419" y="317"/>
                    </a:lnTo>
                    <a:lnTo>
                      <a:pt x="419" y="317"/>
                    </a:lnTo>
                    <a:lnTo>
                      <a:pt x="419" y="317"/>
                    </a:lnTo>
                    <a:lnTo>
                      <a:pt x="417" y="317"/>
                    </a:lnTo>
                    <a:lnTo>
                      <a:pt x="417" y="317"/>
                    </a:lnTo>
                    <a:lnTo>
                      <a:pt x="417" y="317"/>
                    </a:lnTo>
                    <a:lnTo>
                      <a:pt x="415" y="317"/>
                    </a:lnTo>
                    <a:lnTo>
                      <a:pt x="415" y="315"/>
                    </a:lnTo>
                    <a:lnTo>
                      <a:pt x="415" y="315"/>
                    </a:lnTo>
                    <a:lnTo>
                      <a:pt x="415" y="315"/>
                    </a:lnTo>
                    <a:lnTo>
                      <a:pt x="415" y="313"/>
                    </a:lnTo>
                    <a:lnTo>
                      <a:pt x="415" y="313"/>
                    </a:lnTo>
                    <a:lnTo>
                      <a:pt x="415" y="313"/>
                    </a:lnTo>
                    <a:lnTo>
                      <a:pt x="415" y="313"/>
                    </a:lnTo>
                    <a:lnTo>
                      <a:pt x="415" y="310"/>
                    </a:lnTo>
                    <a:lnTo>
                      <a:pt x="415" y="310"/>
                    </a:lnTo>
                    <a:lnTo>
                      <a:pt x="412" y="310"/>
                    </a:lnTo>
                    <a:lnTo>
                      <a:pt x="412" y="308"/>
                    </a:lnTo>
                    <a:lnTo>
                      <a:pt x="412" y="308"/>
                    </a:lnTo>
                    <a:lnTo>
                      <a:pt x="412" y="308"/>
                    </a:lnTo>
                    <a:lnTo>
                      <a:pt x="412" y="306"/>
                    </a:lnTo>
                    <a:lnTo>
                      <a:pt x="412" y="306"/>
                    </a:lnTo>
                    <a:lnTo>
                      <a:pt x="412" y="306"/>
                    </a:lnTo>
                    <a:lnTo>
                      <a:pt x="410" y="306"/>
                    </a:lnTo>
                    <a:lnTo>
                      <a:pt x="410" y="306"/>
                    </a:lnTo>
                    <a:lnTo>
                      <a:pt x="410" y="303"/>
                    </a:lnTo>
                    <a:lnTo>
                      <a:pt x="408" y="303"/>
                    </a:lnTo>
                    <a:lnTo>
                      <a:pt x="408" y="303"/>
                    </a:lnTo>
                    <a:lnTo>
                      <a:pt x="408" y="303"/>
                    </a:lnTo>
                    <a:lnTo>
                      <a:pt x="408" y="303"/>
                    </a:lnTo>
                    <a:lnTo>
                      <a:pt x="408" y="303"/>
                    </a:lnTo>
                    <a:lnTo>
                      <a:pt x="405" y="303"/>
                    </a:lnTo>
                    <a:lnTo>
                      <a:pt x="405" y="301"/>
                    </a:lnTo>
                    <a:lnTo>
                      <a:pt x="405" y="301"/>
                    </a:lnTo>
                    <a:lnTo>
                      <a:pt x="405" y="301"/>
                    </a:lnTo>
                    <a:lnTo>
                      <a:pt x="403" y="301"/>
                    </a:lnTo>
                    <a:lnTo>
                      <a:pt x="403" y="298"/>
                    </a:lnTo>
                    <a:lnTo>
                      <a:pt x="403" y="298"/>
                    </a:lnTo>
                    <a:lnTo>
                      <a:pt x="403" y="298"/>
                    </a:lnTo>
                    <a:lnTo>
                      <a:pt x="403" y="296"/>
                    </a:lnTo>
                    <a:lnTo>
                      <a:pt x="403" y="296"/>
                    </a:lnTo>
                    <a:lnTo>
                      <a:pt x="403" y="296"/>
                    </a:lnTo>
                    <a:lnTo>
                      <a:pt x="400" y="296"/>
                    </a:lnTo>
                    <a:lnTo>
                      <a:pt x="400" y="294"/>
                    </a:lnTo>
                    <a:lnTo>
                      <a:pt x="400" y="294"/>
                    </a:lnTo>
                    <a:lnTo>
                      <a:pt x="400" y="294"/>
                    </a:lnTo>
                    <a:lnTo>
                      <a:pt x="400" y="296"/>
                    </a:lnTo>
                    <a:lnTo>
                      <a:pt x="398" y="296"/>
                    </a:lnTo>
                    <a:lnTo>
                      <a:pt x="398" y="296"/>
                    </a:lnTo>
                    <a:lnTo>
                      <a:pt x="396" y="296"/>
                    </a:lnTo>
                    <a:lnTo>
                      <a:pt x="396" y="296"/>
                    </a:lnTo>
                    <a:lnTo>
                      <a:pt x="396" y="296"/>
                    </a:lnTo>
                    <a:lnTo>
                      <a:pt x="396" y="296"/>
                    </a:lnTo>
                    <a:lnTo>
                      <a:pt x="393" y="296"/>
                    </a:lnTo>
                    <a:lnTo>
                      <a:pt x="393" y="298"/>
                    </a:lnTo>
                    <a:lnTo>
                      <a:pt x="393" y="298"/>
                    </a:lnTo>
                    <a:lnTo>
                      <a:pt x="393" y="298"/>
                    </a:lnTo>
                    <a:lnTo>
                      <a:pt x="391" y="298"/>
                    </a:lnTo>
                    <a:lnTo>
                      <a:pt x="391" y="298"/>
                    </a:lnTo>
                    <a:lnTo>
                      <a:pt x="391" y="298"/>
                    </a:lnTo>
                    <a:lnTo>
                      <a:pt x="389" y="298"/>
                    </a:lnTo>
                    <a:lnTo>
                      <a:pt x="389" y="298"/>
                    </a:lnTo>
                    <a:lnTo>
                      <a:pt x="389" y="301"/>
                    </a:lnTo>
                    <a:lnTo>
                      <a:pt x="389" y="301"/>
                    </a:lnTo>
                    <a:lnTo>
                      <a:pt x="386" y="301"/>
                    </a:lnTo>
                    <a:lnTo>
                      <a:pt x="386" y="301"/>
                    </a:lnTo>
                    <a:lnTo>
                      <a:pt x="386" y="298"/>
                    </a:lnTo>
                    <a:lnTo>
                      <a:pt x="386" y="298"/>
                    </a:lnTo>
                    <a:lnTo>
                      <a:pt x="384" y="298"/>
                    </a:lnTo>
                    <a:lnTo>
                      <a:pt x="384" y="298"/>
                    </a:lnTo>
                    <a:lnTo>
                      <a:pt x="382" y="298"/>
                    </a:lnTo>
                    <a:lnTo>
                      <a:pt x="382" y="298"/>
                    </a:lnTo>
                    <a:lnTo>
                      <a:pt x="382" y="298"/>
                    </a:lnTo>
                    <a:lnTo>
                      <a:pt x="379" y="298"/>
                    </a:lnTo>
                    <a:lnTo>
                      <a:pt x="379" y="298"/>
                    </a:lnTo>
                    <a:lnTo>
                      <a:pt x="379" y="298"/>
                    </a:lnTo>
                    <a:lnTo>
                      <a:pt x="377" y="298"/>
                    </a:lnTo>
                    <a:lnTo>
                      <a:pt x="377" y="298"/>
                    </a:lnTo>
                    <a:lnTo>
                      <a:pt x="374" y="298"/>
                    </a:lnTo>
                    <a:lnTo>
                      <a:pt x="374" y="298"/>
                    </a:lnTo>
                    <a:lnTo>
                      <a:pt x="374" y="298"/>
                    </a:lnTo>
                    <a:lnTo>
                      <a:pt x="372" y="298"/>
                    </a:lnTo>
                    <a:lnTo>
                      <a:pt x="372" y="298"/>
                    </a:lnTo>
                    <a:lnTo>
                      <a:pt x="372" y="298"/>
                    </a:lnTo>
                    <a:lnTo>
                      <a:pt x="370" y="298"/>
                    </a:lnTo>
                    <a:lnTo>
                      <a:pt x="370" y="298"/>
                    </a:lnTo>
                    <a:lnTo>
                      <a:pt x="370" y="298"/>
                    </a:lnTo>
                    <a:lnTo>
                      <a:pt x="367" y="298"/>
                    </a:lnTo>
                    <a:lnTo>
                      <a:pt x="367" y="298"/>
                    </a:lnTo>
                    <a:lnTo>
                      <a:pt x="367" y="298"/>
                    </a:lnTo>
                    <a:lnTo>
                      <a:pt x="365" y="298"/>
                    </a:lnTo>
                    <a:lnTo>
                      <a:pt x="365" y="298"/>
                    </a:lnTo>
                    <a:lnTo>
                      <a:pt x="363" y="298"/>
                    </a:lnTo>
                    <a:lnTo>
                      <a:pt x="363" y="298"/>
                    </a:lnTo>
                    <a:lnTo>
                      <a:pt x="363" y="298"/>
                    </a:lnTo>
                    <a:lnTo>
                      <a:pt x="360" y="298"/>
                    </a:lnTo>
                    <a:lnTo>
                      <a:pt x="360" y="298"/>
                    </a:lnTo>
                    <a:lnTo>
                      <a:pt x="360" y="298"/>
                    </a:lnTo>
                    <a:lnTo>
                      <a:pt x="360" y="298"/>
                    </a:lnTo>
                    <a:lnTo>
                      <a:pt x="358" y="298"/>
                    </a:lnTo>
                    <a:lnTo>
                      <a:pt x="358" y="298"/>
                    </a:lnTo>
                    <a:lnTo>
                      <a:pt x="355" y="298"/>
                    </a:lnTo>
                    <a:lnTo>
                      <a:pt x="355" y="298"/>
                    </a:lnTo>
                    <a:lnTo>
                      <a:pt x="355" y="298"/>
                    </a:lnTo>
                    <a:lnTo>
                      <a:pt x="353" y="298"/>
                    </a:lnTo>
                    <a:lnTo>
                      <a:pt x="353" y="298"/>
                    </a:lnTo>
                    <a:lnTo>
                      <a:pt x="353" y="298"/>
                    </a:lnTo>
                    <a:lnTo>
                      <a:pt x="353" y="301"/>
                    </a:lnTo>
                    <a:lnTo>
                      <a:pt x="351" y="301"/>
                    </a:lnTo>
                    <a:lnTo>
                      <a:pt x="351" y="301"/>
                    </a:lnTo>
                    <a:lnTo>
                      <a:pt x="348" y="301"/>
                    </a:lnTo>
                    <a:lnTo>
                      <a:pt x="348" y="301"/>
                    </a:lnTo>
                    <a:lnTo>
                      <a:pt x="348" y="301"/>
                    </a:lnTo>
                    <a:lnTo>
                      <a:pt x="346" y="301"/>
                    </a:lnTo>
                    <a:lnTo>
                      <a:pt x="346" y="301"/>
                    </a:lnTo>
                    <a:lnTo>
                      <a:pt x="346" y="301"/>
                    </a:lnTo>
                    <a:lnTo>
                      <a:pt x="346" y="301"/>
                    </a:lnTo>
                    <a:lnTo>
                      <a:pt x="344" y="301"/>
                    </a:lnTo>
                    <a:lnTo>
                      <a:pt x="344" y="301"/>
                    </a:lnTo>
                    <a:lnTo>
                      <a:pt x="341" y="301"/>
                    </a:lnTo>
                    <a:lnTo>
                      <a:pt x="341" y="301"/>
                    </a:lnTo>
                    <a:lnTo>
                      <a:pt x="341" y="301"/>
                    </a:lnTo>
                    <a:lnTo>
                      <a:pt x="339" y="301"/>
                    </a:lnTo>
                    <a:lnTo>
                      <a:pt x="339" y="303"/>
                    </a:lnTo>
                    <a:lnTo>
                      <a:pt x="339" y="303"/>
                    </a:lnTo>
                    <a:lnTo>
                      <a:pt x="339" y="303"/>
                    </a:lnTo>
                    <a:lnTo>
                      <a:pt x="337" y="303"/>
                    </a:lnTo>
                    <a:lnTo>
                      <a:pt x="337" y="303"/>
                    </a:lnTo>
                    <a:lnTo>
                      <a:pt x="334" y="303"/>
                    </a:lnTo>
                    <a:lnTo>
                      <a:pt x="334" y="303"/>
                    </a:lnTo>
                    <a:lnTo>
                      <a:pt x="334" y="303"/>
                    </a:lnTo>
                    <a:lnTo>
                      <a:pt x="334" y="301"/>
                    </a:lnTo>
                    <a:lnTo>
                      <a:pt x="332" y="301"/>
                    </a:lnTo>
                    <a:lnTo>
                      <a:pt x="332" y="301"/>
                    </a:lnTo>
                    <a:lnTo>
                      <a:pt x="332" y="301"/>
                    </a:lnTo>
                    <a:lnTo>
                      <a:pt x="332" y="298"/>
                    </a:lnTo>
                    <a:lnTo>
                      <a:pt x="329" y="298"/>
                    </a:lnTo>
                    <a:lnTo>
                      <a:pt x="329" y="298"/>
                    </a:lnTo>
                    <a:lnTo>
                      <a:pt x="329" y="298"/>
                    </a:lnTo>
                    <a:lnTo>
                      <a:pt x="329" y="296"/>
                    </a:lnTo>
                    <a:lnTo>
                      <a:pt x="329" y="296"/>
                    </a:lnTo>
                    <a:lnTo>
                      <a:pt x="329" y="296"/>
                    </a:lnTo>
                    <a:lnTo>
                      <a:pt x="327" y="296"/>
                    </a:lnTo>
                    <a:lnTo>
                      <a:pt x="327" y="294"/>
                    </a:lnTo>
                    <a:lnTo>
                      <a:pt x="327" y="294"/>
                    </a:lnTo>
                    <a:lnTo>
                      <a:pt x="327" y="294"/>
                    </a:lnTo>
                    <a:lnTo>
                      <a:pt x="327" y="294"/>
                    </a:lnTo>
                    <a:lnTo>
                      <a:pt x="325" y="294"/>
                    </a:lnTo>
                    <a:lnTo>
                      <a:pt x="325" y="294"/>
                    </a:lnTo>
                    <a:lnTo>
                      <a:pt x="325" y="294"/>
                    </a:lnTo>
                    <a:lnTo>
                      <a:pt x="325" y="291"/>
                    </a:lnTo>
                    <a:lnTo>
                      <a:pt x="322" y="291"/>
                    </a:lnTo>
                    <a:lnTo>
                      <a:pt x="322" y="291"/>
                    </a:lnTo>
                    <a:lnTo>
                      <a:pt x="322" y="291"/>
                    </a:lnTo>
                    <a:lnTo>
                      <a:pt x="322" y="289"/>
                    </a:lnTo>
                    <a:lnTo>
                      <a:pt x="322" y="289"/>
                    </a:lnTo>
                    <a:lnTo>
                      <a:pt x="322" y="289"/>
                    </a:lnTo>
                    <a:lnTo>
                      <a:pt x="320" y="289"/>
                    </a:lnTo>
                    <a:lnTo>
                      <a:pt x="320" y="287"/>
                    </a:lnTo>
                    <a:lnTo>
                      <a:pt x="320" y="287"/>
                    </a:lnTo>
                    <a:lnTo>
                      <a:pt x="320" y="287"/>
                    </a:lnTo>
                    <a:lnTo>
                      <a:pt x="320" y="287"/>
                    </a:lnTo>
                    <a:lnTo>
                      <a:pt x="318" y="287"/>
                    </a:lnTo>
                    <a:lnTo>
                      <a:pt x="318" y="284"/>
                    </a:lnTo>
                    <a:lnTo>
                      <a:pt x="318" y="284"/>
                    </a:lnTo>
                    <a:lnTo>
                      <a:pt x="318" y="284"/>
                    </a:lnTo>
                    <a:lnTo>
                      <a:pt x="315" y="284"/>
                    </a:lnTo>
                    <a:lnTo>
                      <a:pt x="315" y="284"/>
                    </a:lnTo>
                    <a:lnTo>
                      <a:pt x="315" y="284"/>
                    </a:lnTo>
                    <a:lnTo>
                      <a:pt x="315" y="282"/>
                    </a:lnTo>
                    <a:lnTo>
                      <a:pt x="315" y="282"/>
                    </a:lnTo>
                    <a:lnTo>
                      <a:pt x="315" y="279"/>
                    </a:lnTo>
                    <a:lnTo>
                      <a:pt x="315" y="279"/>
                    </a:lnTo>
                    <a:lnTo>
                      <a:pt x="313" y="279"/>
                    </a:lnTo>
                    <a:lnTo>
                      <a:pt x="313" y="279"/>
                    </a:lnTo>
                    <a:lnTo>
                      <a:pt x="313" y="279"/>
                    </a:lnTo>
                    <a:lnTo>
                      <a:pt x="313" y="279"/>
                    </a:lnTo>
                    <a:lnTo>
                      <a:pt x="313" y="277"/>
                    </a:lnTo>
                    <a:lnTo>
                      <a:pt x="313" y="277"/>
                    </a:lnTo>
                    <a:lnTo>
                      <a:pt x="310" y="277"/>
                    </a:lnTo>
                    <a:lnTo>
                      <a:pt x="310" y="275"/>
                    </a:lnTo>
                    <a:lnTo>
                      <a:pt x="310" y="275"/>
                    </a:lnTo>
                    <a:lnTo>
                      <a:pt x="310" y="275"/>
                    </a:lnTo>
                    <a:lnTo>
                      <a:pt x="313" y="275"/>
                    </a:lnTo>
                    <a:lnTo>
                      <a:pt x="313" y="272"/>
                    </a:lnTo>
                    <a:lnTo>
                      <a:pt x="313" y="272"/>
                    </a:lnTo>
                    <a:lnTo>
                      <a:pt x="313" y="272"/>
                    </a:lnTo>
                    <a:lnTo>
                      <a:pt x="313" y="272"/>
                    </a:lnTo>
                    <a:lnTo>
                      <a:pt x="315" y="272"/>
                    </a:lnTo>
                    <a:lnTo>
                      <a:pt x="315" y="272"/>
                    </a:lnTo>
                    <a:lnTo>
                      <a:pt x="315" y="272"/>
                    </a:lnTo>
                    <a:lnTo>
                      <a:pt x="318" y="272"/>
                    </a:lnTo>
                    <a:lnTo>
                      <a:pt x="318" y="272"/>
                    </a:lnTo>
                    <a:lnTo>
                      <a:pt x="318" y="270"/>
                    </a:lnTo>
                    <a:lnTo>
                      <a:pt x="320" y="270"/>
                    </a:lnTo>
                    <a:lnTo>
                      <a:pt x="320" y="270"/>
                    </a:lnTo>
                    <a:lnTo>
                      <a:pt x="320" y="270"/>
                    </a:lnTo>
                    <a:lnTo>
                      <a:pt x="320" y="272"/>
                    </a:lnTo>
                    <a:lnTo>
                      <a:pt x="322" y="272"/>
                    </a:lnTo>
                    <a:lnTo>
                      <a:pt x="322" y="270"/>
                    </a:lnTo>
                    <a:lnTo>
                      <a:pt x="322" y="270"/>
                    </a:lnTo>
                    <a:lnTo>
                      <a:pt x="322" y="270"/>
                    </a:lnTo>
                    <a:lnTo>
                      <a:pt x="322" y="270"/>
                    </a:lnTo>
                    <a:lnTo>
                      <a:pt x="322" y="268"/>
                    </a:lnTo>
                    <a:lnTo>
                      <a:pt x="325" y="268"/>
                    </a:lnTo>
                    <a:lnTo>
                      <a:pt x="325" y="268"/>
                    </a:lnTo>
                    <a:lnTo>
                      <a:pt x="327" y="268"/>
                    </a:lnTo>
                    <a:lnTo>
                      <a:pt x="327" y="268"/>
                    </a:lnTo>
                    <a:lnTo>
                      <a:pt x="327" y="265"/>
                    </a:lnTo>
                    <a:lnTo>
                      <a:pt x="327" y="265"/>
                    </a:lnTo>
                    <a:lnTo>
                      <a:pt x="327" y="265"/>
                    </a:lnTo>
                    <a:lnTo>
                      <a:pt x="327" y="265"/>
                    </a:lnTo>
                    <a:lnTo>
                      <a:pt x="325" y="265"/>
                    </a:lnTo>
                    <a:lnTo>
                      <a:pt x="325" y="265"/>
                    </a:lnTo>
                    <a:lnTo>
                      <a:pt x="322" y="265"/>
                    </a:lnTo>
                    <a:lnTo>
                      <a:pt x="322" y="263"/>
                    </a:lnTo>
                    <a:lnTo>
                      <a:pt x="322" y="263"/>
                    </a:lnTo>
                    <a:lnTo>
                      <a:pt x="322" y="263"/>
                    </a:lnTo>
                    <a:lnTo>
                      <a:pt x="320" y="263"/>
                    </a:lnTo>
                    <a:lnTo>
                      <a:pt x="320" y="263"/>
                    </a:lnTo>
                    <a:lnTo>
                      <a:pt x="320" y="263"/>
                    </a:lnTo>
                    <a:lnTo>
                      <a:pt x="320" y="263"/>
                    </a:lnTo>
                    <a:lnTo>
                      <a:pt x="320" y="263"/>
                    </a:lnTo>
                    <a:lnTo>
                      <a:pt x="320" y="261"/>
                    </a:lnTo>
                    <a:lnTo>
                      <a:pt x="318" y="261"/>
                    </a:lnTo>
                    <a:lnTo>
                      <a:pt x="318" y="261"/>
                    </a:lnTo>
                    <a:lnTo>
                      <a:pt x="318" y="258"/>
                    </a:lnTo>
                    <a:lnTo>
                      <a:pt x="318" y="258"/>
                    </a:lnTo>
                    <a:lnTo>
                      <a:pt x="320" y="258"/>
                    </a:lnTo>
                    <a:lnTo>
                      <a:pt x="320" y="256"/>
                    </a:lnTo>
                    <a:lnTo>
                      <a:pt x="320" y="256"/>
                    </a:lnTo>
                    <a:lnTo>
                      <a:pt x="318" y="256"/>
                    </a:lnTo>
                    <a:lnTo>
                      <a:pt x="318" y="256"/>
                    </a:lnTo>
                    <a:lnTo>
                      <a:pt x="318" y="256"/>
                    </a:lnTo>
                    <a:lnTo>
                      <a:pt x="315" y="256"/>
                    </a:lnTo>
                    <a:lnTo>
                      <a:pt x="315" y="256"/>
                    </a:lnTo>
                    <a:lnTo>
                      <a:pt x="315" y="256"/>
                    </a:lnTo>
                    <a:lnTo>
                      <a:pt x="315" y="256"/>
                    </a:lnTo>
                    <a:lnTo>
                      <a:pt x="315" y="253"/>
                    </a:lnTo>
                    <a:lnTo>
                      <a:pt x="313" y="253"/>
                    </a:lnTo>
                    <a:lnTo>
                      <a:pt x="313" y="253"/>
                    </a:lnTo>
                    <a:lnTo>
                      <a:pt x="313" y="253"/>
                    </a:lnTo>
                    <a:lnTo>
                      <a:pt x="313" y="253"/>
                    </a:lnTo>
                    <a:lnTo>
                      <a:pt x="313" y="253"/>
                    </a:lnTo>
                    <a:lnTo>
                      <a:pt x="313" y="251"/>
                    </a:lnTo>
                    <a:lnTo>
                      <a:pt x="310" y="251"/>
                    </a:lnTo>
                    <a:lnTo>
                      <a:pt x="310" y="251"/>
                    </a:lnTo>
                    <a:lnTo>
                      <a:pt x="310" y="249"/>
                    </a:lnTo>
                    <a:lnTo>
                      <a:pt x="310" y="249"/>
                    </a:lnTo>
                    <a:lnTo>
                      <a:pt x="310" y="249"/>
                    </a:lnTo>
                    <a:lnTo>
                      <a:pt x="310" y="246"/>
                    </a:lnTo>
                    <a:lnTo>
                      <a:pt x="310" y="246"/>
                    </a:lnTo>
                    <a:lnTo>
                      <a:pt x="310" y="244"/>
                    </a:lnTo>
                    <a:lnTo>
                      <a:pt x="308" y="244"/>
                    </a:lnTo>
                    <a:lnTo>
                      <a:pt x="308" y="244"/>
                    </a:lnTo>
                    <a:lnTo>
                      <a:pt x="308" y="244"/>
                    </a:lnTo>
                    <a:lnTo>
                      <a:pt x="310" y="244"/>
                    </a:lnTo>
                    <a:lnTo>
                      <a:pt x="310" y="242"/>
                    </a:lnTo>
                    <a:lnTo>
                      <a:pt x="310" y="242"/>
                    </a:lnTo>
                    <a:lnTo>
                      <a:pt x="310" y="242"/>
                    </a:lnTo>
                    <a:lnTo>
                      <a:pt x="313" y="242"/>
                    </a:lnTo>
                    <a:lnTo>
                      <a:pt x="313" y="239"/>
                    </a:lnTo>
                    <a:lnTo>
                      <a:pt x="313" y="239"/>
                    </a:lnTo>
                    <a:lnTo>
                      <a:pt x="313" y="237"/>
                    </a:lnTo>
                    <a:lnTo>
                      <a:pt x="310" y="237"/>
                    </a:lnTo>
                    <a:lnTo>
                      <a:pt x="310" y="237"/>
                    </a:lnTo>
                    <a:lnTo>
                      <a:pt x="310" y="237"/>
                    </a:lnTo>
                    <a:lnTo>
                      <a:pt x="310" y="234"/>
                    </a:lnTo>
                    <a:lnTo>
                      <a:pt x="310" y="234"/>
                    </a:lnTo>
                    <a:lnTo>
                      <a:pt x="313" y="234"/>
                    </a:lnTo>
                    <a:lnTo>
                      <a:pt x="313" y="234"/>
                    </a:lnTo>
                    <a:lnTo>
                      <a:pt x="313" y="234"/>
                    </a:lnTo>
                    <a:lnTo>
                      <a:pt x="313" y="234"/>
                    </a:lnTo>
                    <a:lnTo>
                      <a:pt x="313" y="234"/>
                    </a:lnTo>
                    <a:lnTo>
                      <a:pt x="315" y="234"/>
                    </a:lnTo>
                    <a:lnTo>
                      <a:pt x="315" y="234"/>
                    </a:lnTo>
                    <a:lnTo>
                      <a:pt x="315" y="234"/>
                    </a:lnTo>
                    <a:lnTo>
                      <a:pt x="315" y="232"/>
                    </a:lnTo>
                    <a:lnTo>
                      <a:pt x="318" y="232"/>
                    </a:lnTo>
                    <a:lnTo>
                      <a:pt x="318" y="232"/>
                    </a:lnTo>
                    <a:lnTo>
                      <a:pt x="318" y="232"/>
                    </a:lnTo>
                    <a:lnTo>
                      <a:pt x="318" y="230"/>
                    </a:lnTo>
                    <a:lnTo>
                      <a:pt x="320" y="230"/>
                    </a:lnTo>
                    <a:lnTo>
                      <a:pt x="320" y="230"/>
                    </a:lnTo>
                    <a:lnTo>
                      <a:pt x="320" y="227"/>
                    </a:lnTo>
                    <a:lnTo>
                      <a:pt x="320" y="227"/>
                    </a:lnTo>
                    <a:lnTo>
                      <a:pt x="320" y="227"/>
                    </a:lnTo>
                    <a:lnTo>
                      <a:pt x="320" y="227"/>
                    </a:lnTo>
                    <a:lnTo>
                      <a:pt x="320" y="225"/>
                    </a:lnTo>
                    <a:lnTo>
                      <a:pt x="320" y="225"/>
                    </a:lnTo>
                    <a:lnTo>
                      <a:pt x="322" y="225"/>
                    </a:lnTo>
                    <a:lnTo>
                      <a:pt x="322" y="225"/>
                    </a:lnTo>
                    <a:lnTo>
                      <a:pt x="322" y="225"/>
                    </a:lnTo>
                    <a:lnTo>
                      <a:pt x="322" y="225"/>
                    </a:lnTo>
                    <a:lnTo>
                      <a:pt x="322" y="225"/>
                    </a:lnTo>
                    <a:lnTo>
                      <a:pt x="322" y="225"/>
                    </a:lnTo>
                    <a:lnTo>
                      <a:pt x="322" y="223"/>
                    </a:lnTo>
                    <a:lnTo>
                      <a:pt x="325" y="223"/>
                    </a:lnTo>
                    <a:lnTo>
                      <a:pt x="325" y="223"/>
                    </a:lnTo>
                    <a:lnTo>
                      <a:pt x="325" y="223"/>
                    </a:lnTo>
                    <a:lnTo>
                      <a:pt x="325" y="220"/>
                    </a:lnTo>
                    <a:lnTo>
                      <a:pt x="327" y="220"/>
                    </a:lnTo>
                    <a:lnTo>
                      <a:pt x="327" y="220"/>
                    </a:lnTo>
                    <a:lnTo>
                      <a:pt x="325" y="220"/>
                    </a:lnTo>
                    <a:lnTo>
                      <a:pt x="325" y="220"/>
                    </a:lnTo>
                    <a:lnTo>
                      <a:pt x="322" y="220"/>
                    </a:lnTo>
                    <a:lnTo>
                      <a:pt x="322" y="220"/>
                    </a:lnTo>
                    <a:lnTo>
                      <a:pt x="322" y="220"/>
                    </a:lnTo>
                    <a:lnTo>
                      <a:pt x="320" y="220"/>
                    </a:lnTo>
                    <a:lnTo>
                      <a:pt x="320" y="220"/>
                    </a:lnTo>
                    <a:lnTo>
                      <a:pt x="320" y="220"/>
                    </a:lnTo>
                    <a:lnTo>
                      <a:pt x="320" y="223"/>
                    </a:lnTo>
                    <a:lnTo>
                      <a:pt x="320" y="223"/>
                    </a:lnTo>
                    <a:lnTo>
                      <a:pt x="320" y="223"/>
                    </a:lnTo>
                    <a:lnTo>
                      <a:pt x="318" y="223"/>
                    </a:lnTo>
                    <a:lnTo>
                      <a:pt x="318" y="225"/>
                    </a:lnTo>
                    <a:lnTo>
                      <a:pt x="318" y="225"/>
                    </a:lnTo>
                    <a:lnTo>
                      <a:pt x="318" y="225"/>
                    </a:lnTo>
                    <a:lnTo>
                      <a:pt x="318" y="225"/>
                    </a:lnTo>
                    <a:lnTo>
                      <a:pt x="318" y="225"/>
                    </a:lnTo>
                    <a:lnTo>
                      <a:pt x="318" y="227"/>
                    </a:lnTo>
                    <a:lnTo>
                      <a:pt x="318" y="227"/>
                    </a:lnTo>
                    <a:lnTo>
                      <a:pt x="315" y="227"/>
                    </a:lnTo>
                    <a:lnTo>
                      <a:pt x="315" y="227"/>
                    </a:lnTo>
                    <a:lnTo>
                      <a:pt x="315" y="227"/>
                    </a:lnTo>
                    <a:lnTo>
                      <a:pt x="313" y="227"/>
                    </a:lnTo>
                    <a:lnTo>
                      <a:pt x="313" y="227"/>
                    </a:lnTo>
                    <a:lnTo>
                      <a:pt x="313" y="227"/>
                    </a:lnTo>
                    <a:lnTo>
                      <a:pt x="310" y="227"/>
                    </a:lnTo>
                    <a:lnTo>
                      <a:pt x="310" y="227"/>
                    </a:lnTo>
                    <a:lnTo>
                      <a:pt x="308" y="227"/>
                    </a:lnTo>
                    <a:lnTo>
                      <a:pt x="308" y="225"/>
                    </a:lnTo>
                    <a:lnTo>
                      <a:pt x="308" y="225"/>
                    </a:lnTo>
                    <a:lnTo>
                      <a:pt x="308" y="225"/>
                    </a:lnTo>
                    <a:lnTo>
                      <a:pt x="308" y="225"/>
                    </a:lnTo>
                    <a:lnTo>
                      <a:pt x="308" y="223"/>
                    </a:lnTo>
                    <a:lnTo>
                      <a:pt x="308" y="223"/>
                    </a:lnTo>
                    <a:lnTo>
                      <a:pt x="308" y="220"/>
                    </a:lnTo>
                    <a:lnTo>
                      <a:pt x="308" y="220"/>
                    </a:lnTo>
                    <a:lnTo>
                      <a:pt x="310" y="220"/>
                    </a:lnTo>
                    <a:lnTo>
                      <a:pt x="310" y="220"/>
                    </a:lnTo>
                    <a:lnTo>
                      <a:pt x="308" y="220"/>
                    </a:lnTo>
                    <a:lnTo>
                      <a:pt x="308" y="220"/>
                    </a:lnTo>
                    <a:lnTo>
                      <a:pt x="308" y="220"/>
                    </a:lnTo>
                    <a:lnTo>
                      <a:pt x="306" y="220"/>
                    </a:lnTo>
                    <a:lnTo>
                      <a:pt x="306" y="220"/>
                    </a:lnTo>
                    <a:lnTo>
                      <a:pt x="306" y="220"/>
                    </a:lnTo>
                    <a:lnTo>
                      <a:pt x="306" y="220"/>
                    </a:lnTo>
                    <a:lnTo>
                      <a:pt x="306" y="223"/>
                    </a:lnTo>
                    <a:lnTo>
                      <a:pt x="308" y="223"/>
                    </a:lnTo>
                    <a:lnTo>
                      <a:pt x="308" y="223"/>
                    </a:lnTo>
                    <a:lnTo>
                      <a:pt x="306" y="223"/>
                    </a:lnTo>
                    <a:lnTo>
                      <a:pt x="306" y="225"/>
                    </a:lnTo>
                    <a:lnTo>
                      <a:pt x="306" y="225"/>
                    </a:lnTo>
                    <a:lnTo>
                      <a:pt x="306" y="225"/>
                    </a:lnTo>
                    <a:lnTo>
                      <a:pt x="306" y="225"/>
                    </a:lnTo>
                    <a:lnTo>
                      <a:pt x="303" y="225"/>
                    </a:lnTo>
                    <a:lnTo>
                      <a:pt x="303" y="225"/>
                    </a:lnTo>
                    <a:lnTo>
                      <a:pt x="301" y="225"/>
                    </a:lnTo>
                    <a:lnTo>
                      <a:pt x="301" y="225"/>
                    </a:lnTo>
                    <a:lnTo>
                      <a:pt x="301" y="225"/>
                    </a:lnTo>
                    <a:lnTo>
                      <a:pt x="301" y="225"/>
                    </a:lnTo>
                    <a:lnTo>
                      <a:pt x="301" y="225"/>
                    </a:lnTo>
                    <a:lnTo>
                      <a:pt x="301" y="225"/>
                    </a:lnTo>
                    <a:lnTo>
                      <a:pt x="301" y="227"/>
                    </a:lnTo>
                    <a:lnTo>
                      <a:pt x="299" y="227"/>
                    </a:lnTo>
                    <a:lnTo>
                      <a:pt x="299" y="225"/>
                    </a:lnTo>
                    <a:lnTo>
                      <a:pt x="299" y="225"/>
                    </a:lnTo>
                    <a:lnTo>
                      <a:pt x="299" y="225"/>
                    </a:lnTo>
                    <a:lnTo>
                      <a:pt x="299" y="225"/>
                    </a:lnTo>
                    <a:lnTo>
                      <a:pt x="299" y="223"/>
                    </a:lnTo>
                    <a:lnTo>
                      <a:pt x="299" y="223"/>
                    </a:lnTo>
                    <a:lnTo>
                      <a:pt x="296" y="223"/>
                    </a:lnTo>
                    <a:lnTo>
                      <a:pt x="296" y="223"/>
                    </a:lnTo>
                    <a:lnTo>
                      <a:pt x="296" y="223"/>
                    </a:lnTo>
                    <a:lnTo>
                      <a:pt x="294" y="223"/>
                    </a:lnTo>
                    <a:lnTo>
                      <a:pt x="294" y="223"/>
                    </a:lnTo>
                    <a:lnTo>
                      <a:pt x="294" y="223"/>
                    </a:lnTo>
                    <a:lnTo>
                      <a:pt x="294" y="225"/>
                    </a:lnTo>
                    <a:lnTo>
                      <a:pt x="294" y="225"/>
                    </a:lnTo>
                    <a:lnTo>
                      <a:pt x="292" y="225"/>
                    </a:lnTo>
                    <a:lnTo>
                      <a:pt x="292" y="225"/>
                    </a:lnTo>
                    <a:lnTo>
                      <a:pt x="292" y="225"/>
                    </a:lnTo>
                    <a:lnTo>
                      <a:pt x="292" y="225"/>
                    </a:lnTo>
                    <a:lnTo>
                      <a:pt x="292" y="227"/>
                    </a:lnTo>
                    <a:lnTo>
                      <a:pt x="292" y="227"/>
                    </a:lnTo>
                    <a:lnTo>
                      <a:pt x="292" y="227"/>
                    </a:lnTo>
                    <a:lnTo>
                      <a:pt x="294" y="227"/>
                    </a:lnTo>
                    <a:lnTo>
                      <a:pt x="294" y="230"/>
                    </a:lnTo>
                    <a:lnTo>
                      <a:pt x="294" y="230"/>
                    </a:lnTo>
                    <a:lnTo>
                      <a:pt x="294" y="230"/>
                    </a:lnTo>
                    <a:lnTo>
                      <a:pt x="296" y="230"/>
                    </a:lnTo>
                    <a:lnTo>
                      <a:pt x="296" y="230"/>
                    </a:lnTo>
                    <a:lnTo>
                      <a:pt x="296" y="230"/>
                    </a:lnTo>
                    <a:lnTo>
                      <a:pt x="296" y="227"/>
                    </a:lnTo>
                    <a:lnTo>
                      <a:pt x="299" y="227"/>
                    </a:lnTo>
                    <a:lnTo>
                      <a:pt x="299" y="227"/>
                    </a:lnTo>
                    <a:lnTo>
                      <a:pt x="301" y="227"/>
                    </a:lnTo>
                    <a:lnTo>
                      <a:pt x="301" y="230"/>
                    </a:lnTo>
                    <a:lnTo>
                      <a:pt x="301" y="230"/>
                    </a:lnTo>
                    <a:lnTo>
                      <a:pt x="301" y="230"/>
                    </a:lnTo>
                    <a:lnTo>
                      <a:pt x="301" y="230"/>
                    </a:lnTo>
                    <a:lnTo>
                      <a:pt x="303" y="230"/>
                    </a:lnTo>
                    <a:lnTo>
                      <a:pt x="303" y="230"/>
                    </a:lnTo>
                    <a:lnTo>
                      <a:pt x="306" y="230"/>
                    </a:lnTo>
                    <a:lnTo>
                      <a:pt x="306" y="230"/>
                    </a:lnTo>
                    <a:lnTo>
                      <a:pt x="306" y="230"/>
                    </a:lnTo>
                    <a:lnTo>
                      <a:pt x="308" y="230"/>
                    </a:lnTo>
                    <a:lnTo>
                      <a:pt x="308" y="230"/>
                    </a:lnTo>
                    <a:lnTo>
                      <a:pt x="308" y="232"/>
                    </a:lnTo>
                    <a:lnTo>
                      <a:pt x="308" y="232"/>
                    </a:lnTo>
                    <a:lnTo>
                      <a:pt x="308" y="234"/>
                    </a:lnTo>
                    <a:lnTo>
                      <a:pt x="308" y="234"/>
                    </a:lnTo>
                    <a:lnTo>
                      <a:pt x="308" y="234"/>
                    </a:lnTo>
                    <a:lnTo>
                      <a:pt x="308" y="234"/>
                    </a:lnTo>
                    <a:lnTo>
                      <a:pt x="306" y="234"/>
                    </a:lnTo>
                    <a:lnTo>
                      <a:pt x="306" y="234"/>
                    </a:lnTo>
                    <a:lnTo>
                      <a:pt x="306" y="234"/>
                    </a:lnTo>
                    <a:lnTo>
                      <a:pt x="306" y="237"/>
                    </a:lnTo>
                    <a:lnTo>
                      <a:pt x="303" y="237"/>
                    </a:lnTo>
                    <a:lnTo>
                      <a:pt x="303" y="234"/>
                    </a:lnTo>
                    <a:lnTo>
                      <a:pt x="303" y="234"/>
                    </a:lnTo>
                    <a:lnTo>
                      <a:pt x="301" y="234"/>
                    </a:lnTo>
                    <a:lnTo>
                      <a:pt x="301" y="234"/>
                    </a:lnTo>
                    <a:lnTo>
                      <a:pt x="301" y="234"/>
                    </a:lnTo>
                    <a:lnTo>
                      <a:pt x="301" y="234"/>
                    </a:lnTo>
                    <a:lnTo>
                      <a:pt x="299" y="234"/>
                    </a:lnTo>
                    <a:lnTo>
                      <a:pt x="299" y="234"/>
                    </a:lnTo>
                    <a:lnTo>
                      <a:pt x="299" y="234"/>
                    </a:lnTo>
                    <a:lnTo>
                      <a:pt x="296" y="234"/>
                    </a:lnTo>
                    <a:lnTo>
                      <a:pt x="296" y="234"/>
                    </a:lnTo>
                    <a:lnTo>
                      <a:pt x="296" y="234"/>
                    </a:lnTo>
                    <a:lnTo>
                      <a:pt x="296" y="234"/>
                    </a:lnTo>
                    <a:lnTo>
                      <a:pt x="294" y="234"/>
                    </a:lnTo>
                    <a:lnTo>
                      <a:pt x="294" y="234"/>
                    </a:lnTo>
                    <a:lnTo>
                      <a:pt x="294" y="234"/>
                    </a:lnTo>
                    <a:lnTo>
                      <a:pt x="292" y="234"/>
                    </a:lnTo>
                    <a:lnTo>
                      <a:pt x="292" y="234"/>
                    </a:lnTo>
                    <a:lnTo>
                      <a:pt x="292" y="234"/>
                    </a:lnTo>
                    <a:lnTo>
                      <a:pt x="289" y="234"/>
                    </a:lnTo>
                    <a:lnTo>
                      <a:pt x="289" y="237"/>
                    </a:lnTo>
                    <a:lnTo>
                      <a:pt x="289" y="237"/>
                    </a:lnTo>
                    <a:lnTo>
                      <a:pt x="289" y="237"/>
                    </a:lnTo>
                    <a:lnTo>
                      <a:pt x="287" y="237"/>
                    </a:lnTo>
                    <a:lnTo>
                      <a:pt x="287" y="234"/>
                    </a:lnTo>
                    <a:lnTo>
                      <a:pt x="287" y="234"/>
                    </a:lnTo>
                    <a:lnTo>
                      <a:pt x="287" y="234"/>
                    </a:lnTo>
                    <a:lnTo>
                      <a:pt x="287" y="234"/>
                    </a:lnTo>
                    <a:lnTo>
                      <a:pt x="287" y="232"/>
                    </a:lnTo>
                    <a:lnTo>
                      <a:pt x="287" y="232"/>
                    </a:lnTo>
                    <a:lnTo>
                      <a:pt x="287" y="232"/>
                    </a:lnTo>
                    <a:lnTo>
                      <a:pt x="284" y="232"/>
                    </a:lnTo>
                    <a:lnTo>
                      <a:pt x="284" y="230"/>
                    </a:lnTo>
                    <a:lnTo>
                      <a:pt x="284" y="230"/>
                    </a:lnTo>
                    <a:lnTo>
                      <a:pt x="282" y="230"/>
                    </a:lnTo>
                    <a:lnTo>
                      <a:pt x="282" y="230"/>
                    </a:lnTo>
                    <a:lnTo>
                      <a:pt x="282" y="230"/>
                    </a:lnTo>
                    <a:lnTo>
                      <a:pt x="280" y="230"/>
                    </a:lnTo>
                    <a:lnTo>
                      <a:pt x="280" y="232"/>
                    </a:lnTo>
                    <a:lnTo>
                      <a:pt x="282" y="232"/>
                    </a:lnTo>
                    <a:lnTo>
                      <a:pt x="282" y="232"/>
                    </a:lnTo>
                    <a:lnTo>
                      <a:pt x="282" y="232"/>
                    </a:lnTo>
                    <a:lnTo>
                      <a:pt x="282" y="234"/>
                    </a:lnTo>
                    <a:lnTo>
                      <a:pt x="282" y="234"/>
                    </a:lnTo>
                    <a:lnTo>
                      <a:pt x="282" y="234"/>
                    </a:lnTo>
                    <a:lnTo>
                      <a:pt x="282" y="234"/>
                    </a:lnTo>
                    <a:lnTo>
                      <a:pt x="282" y="237"/>
                    </a:lnTo>
                    <a:lnTo>
                      <a:pt x="282" y="237"/>
                    </a:lnTo>
                    <a:lnTo>
                      <a:pt x="282" y="237"/>
                    </a:lnTo>
                    <a:lnTo>
                      <a:pt x="282" y="237"/>
                    </a:lnTo>
                    <a:lnTo>
                      <a:pt x="282" y="239"/>
                    </a:lnTo>
                    <a:lnTo>
                      <a:pt x="282" y="239"/>
                    </a:lnTo>
                    <a:lnTo>
                      <a:pt x="282" y="239"/>
                    </a:lnTo>
                    <a:lnTo>
                      <a:pt x="282" y="242"/>
                    </a:lnTo>
                    <a:lnTo>
                      <a:pt x="282" y="242"/>
                    </a:lnTo>
                    <a:lnTo>
                      <a:pt x="282" y="242"/>
                    </a:lnTo>
                    <a:lnTo>
                      <a:pt x="282" y="244"/>
                    </a:lnTo>
                    <a:lnTo>
                      <a:pt x="282" y="244"/>
                    </a:lnTo>
                    <a:lnTo>
                      <a:pt x="280" y="244"/>
                    </a:lnTo>
                    <a:lnTo>
                      <a:pt x="280" y="244"/>
                    </a:lnTo>
                    <a:lnTo>
                      <a:pt x="280" y="244"/>
                    </a:lnTo>
                    <a:lnTo>
                      <a:pt x="277" y="244"/>
                    </a:lnTo>
                    <a:lnTo>
                      <a:pt x="277" y="244"/>
                    </a:lnTo>
                    <a:lnTo>
                      <a:pt x="277" y="244"/>
                    </a:lnTo>
                    <a:lnTo>
                      <a:pt x="275" y="244"/>
                    </a:lnTo>
                    <a:lnTo>
                      <a:pt x="275" y="244"/>
                    </a:lnTo>
                    <a:lnTo>
                      <a:pt x="275" y="244"/>
                    </a:lnTo>
                    <a:lnTo>
                      <a:pt x="275" y="244"/>
                    </a:lnTo>
                    <a:lnTo>
                      <a:pt x="275" y="242"/>
                    </a:lnTo>
                    <a:lnTo>
                      <a:pt x="275" y="242"/>
                    </a:lnTo>
                    <a:lnTo>
                      <a:pt x="275" y="242"/>
                    </a:lnTo>
                    <a:lnTo>
                      <a:pt x="275" y="239"/>
                    </a:lnTo>
                    <a:lnTo>
                      <a:pt x="277" y="239"/>
                    </a:lnTo>
                    <a:lnTo>
                      <a:pt x="277" y="239"/>
                    </a:lnTo>
                    <a:lnTo>
                      <a:pt x="277" y="239"/>
                    </a:lnTo>
                    <a:lnTo>
                      <a:pt x="277" y="239"/>
                    </a:lnTo>
                    <a:lnTo>
                      <a:pt x="275" y="239"/>
                    </a:lnTo>
                    <a:lnTo>
                      <a:pt x="275" y="239"/>
                    </a:lnTo>
                    <a:lnTo>
                      <a:pt x="275" y="239"/>
                    </a:lnTo>
                    <a:lnTo>
                      <a:pt x="275" y="239"/>
                    </a:lnTo>
                    <a:lnTo>
                      <a:pt x="273" y="239"/>
                    </a:lnTo>
                    <a:lnTo>
                      <a:pt x="273" y="239"/>
                    </a:lnTo>
                    <a:lnTo>
                      <a:pt x="273" y="239"/>
                    </a:lnTo>
                    <a:lnTo>
                      <a:pt x="270" y="239"/>
                    </a:lnTo>
                    <a:lnTo>
                      <a:pt x="270" y="239"/>
                    </a:lnTo>
                    <a:lnTo>
                      <a:pt x="268" y="239"/>
                    </a:lnTo>
                    <a:lnTo>
                      <a:pt x="268" y="239"/>
                    </a:lnTo>
                    <a:lnTo>
                      <a:pt x="268" y="242"/>
                    </a:lnTo>
                    <a:lnTo>
                      <a:pt x="268" y="242"/>
                    </a:lnTo>
                    <a:lnTo>
                      <a:pt x="266" y="242"/>
                    </a:lnTo>
                    <a:lnTo>
                      <a:pt x="266" y="242"/>
                    </a:lnTo>
                    <a:lnTo>
                      <a:pt x="266" y="242"/>
                    </a:lnTo>
                    <a:lnTo>
                      <a:pt x="266" y="242"/>
                    </a:lnTo>
                    <a:lnTo>
                      <a:pt x="266" y="244"/>
                    </a:lnTo>
                    <a:lnTo>
                      <a:pt x="263" y="244"/>
                    </a:lnTo>
                    <a:lnTo>
                      <a:pt x="263" y="244"/>
                    </a:lnTo>
                    <a:lnTo>
                      <a:pt x="263" y="244"/>
                    </a:lnTo>
                    <a:lnTo>
                      <a:pt x="263" y="244"/>
                    </a:lnTo>
                    <a:lnTo>
                      <a:pt x="263" y="246"/>
                    </a:lnTo>
                    <a:lnTo>
                      <a:pt x="263" y="246"/>
                    </a:lnTo>
                    <a:lnTo>
                      <a:pt x="263" y="249"/>
                    </a:lnTo>
                    <a:lnTo>
                      <a:pt x="261" y="249"/>
                    </a:lnTo>
                    <a:lnTo>
                      <a:pt x="261" y="249"/>
                    </a:lnTo>
                    <a:lnTo>
                      <a:pt x="261" y="249"/>
                    </a:lnTo>
                    <a:lnTo>
                      <a:pt x="261" y="249"/>
                    </a:lnTo>
                    <a:lnTo>
                      <a:pt x="258" y="249"/>
                    </a:lnTo>
                    <a:lnTo>
                      <a:pt x="258" y="249"/>
                    </a:lnTo>
                    <a:lnTo>
                      <a:pt x="258" y="251"/>
                    </a:lnTo>
                    <a:lnTo>
                      <a:pt x="256" y="251"/>
                    </a:lnTo>
                    <a:lnTo>
                      <a:pt x="256" y="251"/>
                    </a:lnTo>
                    <a:lnTo>
                      <a:pt x="256" y="251"/>
                    </a:lnTo>
                    <a:lnTo>
                      <a:pt x="254" y="251"/>
                    </a:lnTo>
                    <a:lnTo>
                      <a:pt x="254" y="251"/>
                    </a:lnTo>
                    <a:lnTo>
                      <a:pt x="254" y="251"/>
                    </a:lnTo>
                    <a:lnTo>
                      <a:pt x="254" y="251"/>
                    </a:lnTo>
                    <a:lnTo>
                      <a:pt x="251" y="251"/>
                    </a:lnTo>
                    <a:lnTo>
                      <a:pt x="251" y="251"/>
                    </a:lnTo>
                    <a:lnTo>
                      <a:pt x="251" y="253"/>
                    </a:lnTo>
                    <a:lnTo>
                      <a:pt x="249" y="253"/>
                    </a:lnTo>
                    <a:lnTo>
                      <a:pt x="249" y="253"/>
                    </a:lnTo>
                    <a:lnTo>
                      <a:pt x="249" y="253"/>
                    </a:lnTo>
                    <a:lnTo>
                      <a:pt x="247" y="253"/>
                    </a:lnTo>
                    <a:lnTo>
                      <a:pt x="247" y="253"/>
                    </a:lnTo>
                    <a:lnTo>
                      <a:pt x="247" y="253"/>
                    </a:lnTo>
                    <a:lnTo>
                      <a:pt x="247" y="253"/>
                    </a:lnTo>
                    <a:lnTo>
                      <a:pt x="244" y="253"/>
                    </a:lnTo>
                    <a:lnTo>
                      <a:pt x="244" y="253"/>
                    </a:lnTo>
                    <a:lnTo>
                      <a:pt x="242" y="253"/>
                    </a:lnTo>
                    <a:lnTo>
                      <a:pt x="242" y="253"/>
                    </a:lnTo>
                    <a:lnTo>
                      <a:pt x="242" y="253"/>
                    </a:lnTo>
                    <a:lnTo>
                      <a:pt x="242" y="253"/>
                    </a:lnTo>
                    <a:lnTo>
                      <a:pt x="239" y="253"/>
                    </a:lnTo>
                    <a:lnTo>
                      <a:pt x="239" y="253"/>
                    </a:lnTo>
                    <a:lnTo>
                      <a:pt x="239" y="253"/>
                    </a:lnTo>
                    <a:lnTo>
                      <a:pt x="239" y="256"/>
                    </a:lnTo>
                    <a:lnTo>
                      <a:pt x="237" y="256"/>
                    </a:lnTo>
                    <a:lnTo>
                      <a:pt x="237" y="256"/>
                    </a:lnTo>
                    <a:lnTo>
                      <a:pt x="235" y="256"/>
                    </a:lnTo>
                    <a:lnTo>
                      <a:pt x="235" y="256"/>
                    </a:lnTo>
                    <a:lnTo>
                      <a:pt x="235" y="256"/>
                    </a:lnTo>
                    <a:lnTo>
                      <a:pt x="235" y="256"/>
                    </a:lnTo>
                    <a:lnTo>
                      <a:pt x="232" y="256"/>
                    </a:lnTo>
                    <a:lnTo>
                      <a:pt x="232" y="256"/>
                    </a:lnTo>
                    <a:lnTo>
                      <a:pt x="232" y="256"/>
                    </a:lnTo>
                    <a:lnTo>
                      <a:pt x="230" y="256"/>
                    </a:lnTo>
                    <a:lnTo>
                      <a:pt x="230" y="258"/>
                    </a:lnTo>
                    <a:lnTo>
                      <a:pt x="230" y="258"/>
                    </a:lnTo>
                    <a:lnTo>
                      <a:pt x="228" y="258"/>
                    </a:lnTo>
                    <a:lnTo>
                      <a:pt x="228" y="258"/>
                    </a:lnTo>
                    <a:lnTo>
                      <a:pt x="228" y="258"/>
                    </a:lnTo>
                    <a:lnTo>
                      <a:pt x="228" y="258"/>
                    </a:lnTo>
                    <a:lnTo>
                      <a:pt x="225" y="258"/>
                    </a:lnTo>
                    <a:lnTo>
                      <a:pt x="225" y="258"/>
                    </a:lnTo>
                    <a:lnTo>
                      <a:pt x="223" y="258"/>
                    </a:lnTo>
                    <a:lnTo>
                      <a:pt x="223" y="258"/>
                    </a:lnTo>
                    <a:lnTo>
                      <a:pt x="223" y="258"/>
                    </a:lnTo>
                    <a:lnTo>
                      <a:pt x="223" y="261"/>
                    </a:lnTo>
                    <a:lnTo>
                      <a:pt x="221" y="261"/>
                    </a:lnTo>
                    <a:lnTo>
                      <a:pt x="221" y="261"/>
                    </a:lnTo>
                    <a:lnTo>
                      <a:pt x="221" y="261"/>
                    </a:lnTo>
                    <a:lnTo>
                      <a:pt x="218" y="261"/>
                    </a:lnTo>
                    <a:lnTo>
                      <a:pt x="218" y="261"/>
                    </a:lnTo>
                    <a:lnTo>
                      <a:pt x="218" y="261"/>
                    </a:lnTo>
                    <a:lnTo>
                      <a:pt x="216" y="261"/>
                    </a:lnTo>
                    <a:lnTo>
                      <a:pt x="216" y="261"/>
                    </a:lnTo>
                    <a:lnTo>
                      <a:pt x="216" y="261"/>
                    </a:lnTo>
                    <a:lnTo>
                      <a:pt x="216" y="263"/>
                    </a:lnTo>
                    <a:lnTo>
                      <a:pt x="213" y="263"/>
                    </a:lnTo>
                    <a:lnTo>
                      <a:pt x="213" y="263"/>
                    </a:lnTo>
                    <a:lnTo>
                      <a:pt x="213" y="263"/>
                    </a:lnTo>
                    <a:lnTo>
                      <a:pt x="211" y="263"/>
                    </a:lnTo>
                    <a:lnTo>
                      <a:pt x="211" y="263"/>
                    </a:lnTo>
                    <a:lnTo>
                      <a:pt x="209" y="263"/>
                    </a:lnTo>
                    <a:lnTo>
                      <a:pt x="209" y="263"/>
                    </a:lnTo>
                    <a:lnTo>
                      <a:pt x="209" y="263"/>
                    </a:lnTo>
                    <a:lnTo>
                      <a:pt x="209" y="263"/>
                    </a:lnTo>
                    <a:lnTo>
                      <a:pt x="209" y="263"/>
                    </a:lnTo>
                    <a:lnTo>
                      <a:pt x="206" y="263"/>
                    </a:lnTo>
                    <a:lnTo>
                      <a:pt x="206" y="263"/>
                    </a:lnTo>
                    <a:lnTo>
                      <a:pt x="206" y="263"/>
                    </a:lnTo>
                    <a:lnTo>
                      <a:pt x="206" y="265"/>
                    </a:lnTo>
                    <a:lnTo>
                      <a:pt x="206" y="265"/>
                    </a:lnTo>
                    <a:lnTo>
                      <a:pt x="206" y="268"/>
                    </a:lnTo>
                    <a:lnTo>
                      <a:pt x="206" y="268"/>
                    </a:lnTo>
                    <a:lnTo>
                      <a:pt x="206" y="270"/>
                    </a:lnTo>
                    <a:lnTo>
                      <a:pt x="206" y="270"/>
                    </a:lnTo>
                    <a:lnTo>
                      <a:pt x="206" y="272"/>
                    </a:lnTo>
                    <a:lnTo>
                      <a:pt x="206" y="272"/>
                    </a:lnTo>
                    <a:lnTo>
                      <a:pt x="206" y="275"/>
                    </a:lnTo>
                    <a:lnTo>
                      <a:pt x="206" y="275"/>
                    </a:lnTo>
                    <a:lnTo>
                      <a:pt x="206" y="275"/>
                    </a:lnTo>
                    <a:lnTo>
                      <a:pt x="206" y="277"/>
                    </a:lnTo>
                    <a:lnTo>
                      <a:pt x="206" y="277"/>
                    </a:lnTo>
                    <a:lnTo>
                      <a:pt x="206" y="279"/>
                    </a:lnTo>
                    <a:lnTo>
                      <a:pt x="206" y="279"/>
                    </a:lnTo>
                    <a:lnTo>
                      <a:pt x="206" y="282"/>
                    </a:lnTo>
                    <a:lnTo>
                      <a:pt x="206" y="282"/>
                    </a:lnTo>
                    <a:lnTo>
                      <a:pt x="206" y="284"/>
                    </a:lnTo>
                    <a:lnTo>
                      <a:pt x="206" y="284"/>
                    </a:lnTo>
                    <a:lnTo>
                      <a:pt x="206" y="284"/>
                    </a:lnTo>
                    <a:lnTo>
                      <a:pt x="206" y="287"/>
                    </a:lnTo>
                    <a:lnTo>
                      <a:pt x="206" y="287"/>
                    </a:lnTo>
                    <a:lnTo>
                      <a:pt x="206" y="289"/>
                    </a:lnTo>
                    <a:lnTo>
                      <a:pt x="206" y="289"/>
                    </a:lnTo>
                    <a:lnTo>
                      <a:pt x="206" y="291"/>
                    </a:lnTo>
                    <a:lnTo>
                      <a:pt x="206" y="291"/>
                    </a:lnTo>
                    <a:lnTo>
                      <a:pt x="206" y="294"/>
                    </a:lnTo>
                    <a:lnTo>
                      <a:pt x="206" y="294"/>
                    </a:lnTo>
                    <a:lnTo>
                      <a:pt x="206" y="294"/>
                    </a:lnTo>
                    <a:lnTo>
                      <a:pt x="206" y="296"/>
                    </a:lnTo>
                    <a:lnTo>
                      <a:pt x="206" y="296"/>
                    </a:lnTo>
                    <a:lnTo>
                      <a:pt x="206" y="298"/>
                    </a:lnTo>
                    <a:lnTo>
                      <a:pt x="206" y="298"/>
                    </a:lnTo>
                    <a:lnTo>
                      <a:pt x="206" y="301"/>
                    </a:lnTo>
                    <a:lnTo>
                      <a:pt x="206" y="301"/>
                    </a:lnTo>
                    <a:lnTo>
                      <a:pt x="206" y="303"/>
                    </a:lnTo>
                    <a:lnTo>
                      <a:pt x="206" y="303"/>
                    </a:lnTo>
                    <a:lnTo>
                      <a:pt x="206" y="303"/>
                    </a:lnTo>
                    <a:lnTo>
                      <a:pt x="206" y="306"/>
                    </a:lnTo>
                    <a:lnTo>
                      <a:pt x="206" y="306"/>
                    </a:lnTo>
                    <a:lnTo>
                      <a:pt x="206" y="308"/>
                    </a:lnTo>
                    <a:lnTo>
                      <a:pt x="206" y="308"/>
                    </a:lnTo>
                    <a:lnTo>
                      <a:pt x="206" y="310"/>
                    </a:lnTo>
                    <a:lnTo>
                      <a:pt x="206" y="310"/>
                    </a:lnTo>
                    <a:lnTo>
                      <a:pt x="206" y="313"/>
                    </a:lnTo>
                    <a:lnTo>
                      <a:pt x="206" y="313"/>
                    </a:lnTo>
                    <a:lnTo>
                      <a:pt x="206" y="313"/>
                    </a:lnTo>
                    <a:lnTo>
                      <a:pt x="206" y="315"/>
                    </a:lnTo>
                    <a:lnTo>
                      <a:pt x="206" y="315"/>
                    </a:lnTo>
                    <a:lnTo>
                      <a:pt x="206" y="317"/>
                    </a:lnTo>
                    <a:lnTo>
                      <a:pt x="206" y="317"/>
                    </a:lnTo>
                    <a:lnTo>
                      <a:pt x="206" y="320"/>
                    </a:lnTo>
                    <a:lnTo>
                      <a:pt x="206" y="320"/>
                    </a:lnTo>
                    <a:lnTo>
                      <a:pt x="206" y="322"/>
                    </a:lnTo>
                    <a:lnTo>
                      <a:pt x="206" y="322"/>
                    </a:lnTo>
                    <a:lnTo>
                      <a:pt x="206" y="325"/>
                    </a:lnTo>
                    <a:lnTo>
                      <a:pt x="206" y="325"/>
                    </a:lnTo>
                    <a:lnTo>
                      <a:pt x="206" y="325"/>
                    </a:lnTo>
                    <a:lnTo>
                      <a:pt x="206" y="327"/>
                    </a:lnTo>
                    <a:lnTo>
                      <a:pt x="206" y="327"/>
                    </a:lnTo>
                    <a:lnTo>
                      <a:pt x="206" y="329"/>
                    </a:lnTo>
                    <a:lnTo>
                      <a:pt x="206" y="329"/>
                    </a:lnTo>
                    <a:lnTo>
                      <a:pt x="206" y="332"/>
                    </a:lnTo>
                    <a:lnTo>
                      <a:pt x="206" y="332"/>
                    </a:lnTo>
                    <a:lnTo>
                      <a:pt x="206" y="334"/>
                    </a:lnTo>
                    <a:lnTo>
                      <a:pt x="206" y="334"/>
                    </a:lnTo>
                    <a:lnTo>
                      <a:pt x="206" y="334"/>
                    </a:lnTo>
                    <a:lnTo>
                      <a:pt x="206" y="336"/>
                    </a:lnTo>
                    <a:lnTo>
                      <a:pt x="206" y="336"/>
                    </a:lnTo>
                    <a:lnTo>
                      <a:pt x="206" y="339"/>
                    </a:lnTo>
                    <a:lnTo>
                      <a:pt x="206" y="339"/>
                    </a:lnTo>
                    <a:lnTo>
                      <a:pt x="206" y="341"/>
                    </a:lnTo>
                    <a:lnTo>
                      <a:pt x="206" y="341"/>
                    </a:lnTo>
                    <a:lnTo>
                      <a:pt x="206" y="343"/>
                    </a:lnTo>
                    <a:lnTo>
                      <a:pt x="206" y="343"/>
                    </a:lnTo>
                    <a:lnTo>
                      <a:pt x="206" y="343"/>
                    </a:lnTo>
                    <a:lnTo>
                      <a:pt x="206" y="346"/>
                    </a:lnTo>
                    <a:lnTo>
                      <a:pt x="206" y="346"/>
                    </a:lnTo>
                    <a:lnTo>
                      <a:pt x="206" y="348"/>
                    </a:lnTo>
                    <a:lnTo>
                      <a:pt x="206" y="348"/>
                    </a:lnTo>
                    <a:lnTo>
                      <a:pt x="206" y="351"/>
                    </a:lnTo>
                    <a:lnTo>
                      <a:pt x="206" y="351"/>
                    </a:lnTo>
                    <a:lnTo>
                      <a:pt x="206" y="353"/>
                    </a:lnTo>
                    <a:lnTo>
                      <a:pt x="206" y="353"/>
                    </a:lnTo>
                    <a:lnTo>
                      <a:pt x="206" y="353"/>
                    </a:lnTo>
                    <a:lnTo>
                      <a:pt x="206" y="355"/>
                    </a:lnTo>
                    <a:lnTo>
                      <a:pt x="206" y="355"/>
                    </a:lnTo>
                    <a:lnTo>
                      <a:pt x="206" y="358"/>
                    </a:lnTo>
                    <a:lnTo>
                      <a:pt x="204" y="358"/>
                    </a:lnTo>
                    <a:lnTo>
                      <a:pt x="204" y="358"/>
                    </a:lnTo>
                    <a:lnTo>
                      <a:pt x="202" y="358"/>
                    </a:lnTo>
                    <a:lnTo>
                      <a:pt x="202" y="358"/>
                    </a:lnTo>
                    <a:lnTo>
                      <a:pt x="202" y="358"/>
                    </a:lnTo>
                    <a:lnTo>
                      <a:pt x="202" y="358"/>
                    </a:lnTo>
                    <a:lnTo>
                      <a:pt x="199" y="358"/>
                    </a:lnTo>
                    <a:lnTo>
                      <a:pt x="199" y="358"/>
                    </a:lnTo>
                    <a:lnTo>
                      <a:pt x="199" y="358"/>
                    </a:lnTo>
                    <a:lnTo>
                      <a:pt x="199" y="360"/>
                    </a:lnTo>
                    <a:lnTo>
                      <a:pt x="197" y="360"/>
                    </a:lnTo>
                    <a:lnTo>
                      <a:pt x="197" y="360"/>
                    </a:lnTo>
                    <a:lnTo>
                      <a:pt x="195" y="360"/>
                    </a:lnTo>
                    <a:lnTo>
                      <a:pt x="195" y="360"/>
                    </a:lnTo>
                    <a:lnTo>
                      <a:pt x="195" y="360"/>
                    </a:lnTo>
                    <a:lnTo>
                      <a:pt x="195" y="358"/>
                    </a:lnTo>
                    <a:lnTo>
                      <a:pt x="192" y="358"/>
                    </a:lnTo>
                    <a:lnTo>
                      <a:pt x="192" y="358"/>
                    </a:lnTo>
                    <a:lnTo>
                      <a:pt x="192" y="358"/>
                    </a:lnTo>
                    <a:lnTo>
                      <a:pt x="192" y="355"/>
                    </a:lnTo>
                    <a:lnTo>
                      <a:pt x="190" y="355"/>
                    </a:lnTo>
                    <a:lnTo>
                      <a:pt x="190" y="355"/>
                    </a:lnTo>
                    <a:lnTo>
                      <a:pt x="190" y="355"/>
                    </a:lnTo>
                    <a:lnTo>
                      <a:pt x="190" y="355"/>
                    </a:lnTo>
                    <a:lnTo>
                      <a:pt x="190" y="353"/>
                    </a:lnTo>
                    <a:lnTo>
                      <a:pt x="187" y="353"/>
                    </a:lnTo>
                    <a:lnTo>
                      <a:pt x="187" y="353"/>
                    </a:lnTo>
                    <a:lnTo>
                      <a:pt x="187" y="353"/>
                    </a:lnTo>
                    <a:lnTo>
                      <a:pt x="187" y="353"/>
                    </a:lnTo>
                    <a:lnTo>
                      <a:pt x="187" y="351"/>
                    </a:lnTo>
                    <a:lnTo>
                      <a:pt x="187" y="351"/>
                    </a:lnTo>
                    <a:lnTo>
                      <a:pt x="187" y="351"/>
                    </a:lnTo>
                    <a:lnTo>
                      <a:pt x="187" y="348"/>
                    </a:lnTo>
                    <a:lnTo>
                      <a:pt x="185" y="348"/>
                    </a:lnTo>
                    <a:lnTo>
                      <a:pt x="185" y="348"/>
                    </a:lnTo>
                    <a:lnTo>
                      <a:pt x="185" y="348"/>
                    </a:lnTo>
                    <a:lnTo>
                      <a:pt x="185" y="346"/>
                    </a:lnTo>
                    <a:lnTo>
                      <a:pt x="183" y="346"/>
                    </a:lnTo>
                    <a:lnTo>
                      <a:pt x="183" y="346"/>
                    </a:lnTo>
                    <a:lnTo>
                      <a:pt x="183" y="346"/>
                    </a:lnTo>
                    <a:lnTo>
                      <a:pt x="183" y="343"/>
                    </a:lnTo>
                    <a:lnTo>
                      <a:pt x="183" y="343"/>
                    </a:lnTo>
                    <a:lnTo>
                      <a:pt x="183" y="343"/>
                    </a:lnTo>
                    <a:lnTo>
                      <a:pt x="183" y="343"/>
                    </a:lnTo>
                    <a:lnTo>
                      <a:pt x="183" y="341"/>
                    </a:lnTo>
                    <a:lnTo>
                      <a:pt x="180" y="341"/>
                    </a:lnTo>
                    <a:lnTo>
                      <a:pt x="180" y="341"/>
                    </a:lnTo>
                    <a:lnTo>
                      <a:pt x="180" y="341"/>
                    </a:lnTo>
                    <a:lnTo>
                      <a:pt x="180" y="339"/>
                    </a:lnTo>
                    <a:lnTo>
                      <a:pt x="180" y="339"/>
                    </a:lnTo>
                    <a:lnTo>
                      <a:pt x="178" y="339"/>
                    </a:lnTo>
                    <a:lnTo>
                      <a:pt x="178" y="339"/>
                    </a:lnTo>
                    <a:lnTo>
                      <a:pt x="178" y="339"/>
                    </a:lnTo>
                    <a:lnTo>
                      <a:pt x="176" y="339"/>
                    </a:lnTo>
                    <a:lnTo>
                      <a:pt x="176" y="336"/>
                    </a:lnTo>
                    <a:lnTo>
                      <a:pt x="176" y="336"/>
                    </a:lnTo>
                    <a:lnTo>
                      <a:pt x="176" y="336"/>
                    </a:lnTo>
                    <a:lnTo>
                      <a:pt x="176" y="336"/>
                    </a:lnTo>
                    <a:lnTo>
                      <a:pt x="173" y="336"/>
                    </a:lnTo>
                    <a:lnTo>
                      <a:pt x="173" y="336"/>
                    </a:lnTo>
                    <a:lnTo>
                      <a:pt x="173" y="334"/>
                    </a:lnTo>
                    <a:lnTo>
                      <a:pt x="173" y="334"/>
                    </a:lnTo>
                    <a:lnTo>
                      <a:pt x="173" y="334"/>
                    </a:lnTo>
                    <a:lnTo>
                      <a:pt x="171" y="334"/>
                    </a:lnTo>
                    <a:lnTo>
                      <a:pt x="171" y="334"/>
                    </a:lnTo>
                    <a:lnTo>
                      <a:pt x="171" y="334"/>
                    </a:lnTo>
                    <a:lnTo>
                      <a:pt x="168" y="334"/>
                    </a:lnTo>
                    <a:lnTo>
                      <a:pt x="168" y="334"/>
                    </a:lnTo>
                    <a:lnTo>
                      <a:pt x="168" y="332"/>
                    </a:lnTo>
                    <a:lnTo>
                      <a:pt x="168" y="332"/>
                    </a:lnTo>
                    <a:lnTo>
                      <a:pt x="166" y="332"/>
                    </a:lnTo>
                    <a:lnTo>
                      <a:pt x="166" y="332"/>
                    </a:lnTo>
                    <a:lnTo>
                      <a:pt x="166" y="332"/>
                    </a:lnTo>
                    <a:lnTo>
                      <a:pt x="164" y="332"/>
                    </a:lnTo>
                    <a:lnTo>
                      <a:pt x="164" y="332"/>
                    </a:lnTo>
                    <a:lnTo>
                      <a:pt x="161" y="332"/>
                    </a:lnTo>
                    <a:lnTo>
                      <a:pt x="161" y="332"/>
                    </a:lnTo>
                    <a:lnTo>
                      <a:pt x="161" y="332"/>
                    </a:lnTo>
                    <a:lnTo>
                      <a:pt x="159" y="332"/>
                    </a:lnTo>
                    <a:lnTo>
                      <a:pt x="159" y="332"/>
                    </a:lnTo>
                    <a:lnTo>
                      <a:pt x="159" y="332"/>
                    </a:lnTo>
                    <a:lnTo>
                      <a:pt x="157" y="332"/>
                    </a:lnTo>
                    <a:lnTo>
                      <a:pt x="157" y="334"/>
                    </a:lnTo>
                    <a:lnTo>
                      <a:pt x="157" y="334"/>
                    </a:lnTo>
                    <a:lnTo>
                      <a:pt x="154" y="334"/>
                    </a:lnTo>
                    <a:lnTo>
                      <a:pt x="154" y="334"/>
                    </a:lnTo>
                    <a:lnTo>
                      <a:pt x="154" y="334"/>
                    </a:lnTo>
                    <a:lnTo>
                      <a:pt x="152" y="334"/>
                    </a:lnTo>
                    <a:lnTo>
                      <a:pt x="152" y="334"/>
                    </a:lnTo>
                    <a:lnTo>
                      <a:pt x="150" y="334"/>
                    </a:lnTo>
                    <a:lnTo>
                      <a:pt x="150" y="334"/>
                    </a:lnTo>
                    <a:lnTo>
                      <a:pt x="150" y="334"/>
                    </a:lnTo>
                    <a:lnTo>
                      <a:pt x="150" y="334"/>
                    </a:lnTo>
                    <a:lnTo>
                      <a:pt x="147" y="334"/>
                    </a:lnTo>
                    <a:lnTo>
                      <a:pt x="147" y="334"/>
                    </a:lnTo>
                    <a:lnTo>
                      <a:pt x="147" y="334"/>
                    </a:lnTo>
                    <a:lnTo>
                      <a:pt x="147" y="334"/>
                    </a:lnTo>
                    <a:lnTo>
                      <a:pt x="145" y="334"/>
                    </a:lnTo>
                    <a:lnTo>
                      <a:pt x="145" y="336"/>
                    </a:lnTo>
                    <a:lnTo>
                      <a:pt x="145" y="336"/>
                    </a:lnTo>
                    <a:lnTo>
                      <a:pt x="142" y="336"/>
                    </a:lnTo>
                    <a:lnTo>
                      <a:pt x="142" y="336"/>
                    </a:lnTo>
                    <a:lnTo>
                      <a:pt x="142" y="336"/>
                    </a:lnTo>
                    <a:lnTo>
                      <a:pt x="142" y="336"/>
                    </a:lnTo>
                    <a:lnTo>
                      <a:pt x="140" y="336"/>
                    </a:lnTo>
                    <a:lnTo>
                      <a:pt x="140" y="336"/>
                    </a:lnTo>
                    <a:lnTo>
                      <a:pt x="140" y="339"/>
                    </a:lnTo>
                    <a:lnTo>
                      <a:pt x="140" y="339"/>
                    </a:lnTo>
                    <a:lnTo>
                      <a:pt x="140" y="339"/>
                    </a:lnTo>
                    <a:lnTo>
                      <a:pt x="138" y="339"/>
                    </a:lnTo>
                    <a:lnTo>
                      <a:pt x="138" y="339"/>
                    </a:lnTo>
                    <a:lnTo>
                      <a:pt x="138" y="341"/>
                    </a:lnTo>
                    <a:lnTo>
                      <a:pt x="135" y="341"/>
                    </a:lnTo>
                    <a:lnTo>
                      <a:pt x="135" y="341"/>
                    </a:lnTo>
                    <a:lnTo>
                      <a:pt x="135" y="341"/>
                    </a:lnTo>
                    <a:lnTo>
                      <a:pt x="135" y="341"/>
                    </a:lnTo>
                    <a:lnTo>
                      <a:pt x="135" y="343"/>
                    </a:lnTo>
                    <a:lnTo>
                      <a:pt x="133" y="343"/>
                    </a:lnTo>
                    <a:lnTo>
                      <a:pt x="133" y="343"/>
                    </a:lnTo>
                    <a:lnTo>
                      <a:pt x="133" y="343"/>
                    </a:lnTo>
                    <a:lnTo>
                      <a:pt x="133" y="343"/>
                    </a:lnTo>
                    <a:lnTo>
                      <a:pt x="133" y="343"/>
                    </a:lnTo>
                    <a:lnTo>
                      <a:pt x="131" y="343"/>
                    </a:lnTo>
                    <a:lnTo>
                      <a:pt x="131" y="343"/>
                    </a:lnTo>
                    <a:lnTo>
                      <a:pt x="131" y="346"/>
                    </a:lnTo>
                    <a:lnTo>
                      <a:pt x="128" y="346"/>
                    </a:lnTo>
                    <a:lnTo>
                      <a:pt x="128" y="346"/>
                    </a:lnTo>
                    <a:lnTo>
                      <a:pt x="128" y="346"/>
                    </a:lnTo>
                    <a:lnTo>
                      <a:pt x="128" y="346"/>
                    </a:lnTo>
                    <a:lnTo>
                      <a:pt x="128" y="343"/>
                    </a:lnTo>
                    <a:lnTo>
                      <a:pt x="128" y="343"/>
                    </a:lnTo>
                    <a:lnTo>
                      <a:pt x="128" y="343"/>
                    </a:lnTo>
                    <a:lnTo>
                      <a:pt x="128" y="343"/>
                    </a:lnTo>
                    <a:lnTo>
                      <a:pt x="128" y="341"/>
                    </a:lnTo>
                    <a:lnTo>
                      <a:pt x="128" y="341"/>
                    </a:lnTo>
                    <a:lnTo>
                      <a:pt x="128" y="341"/>
                    </a:lnTo>
                    <a:lnTo>
                      <a:pt x="128" y="339"/>
                    </a:lnTo>
                    <a:lnTo>
                      <a:pt x="128" y="339"/>
                    </a:lnTo>
                    <a:lnTo>
                      <a:pt x="128" y="336"/>
                    </a:lnTo>
                    <a:lnTo>
                      <a:pt x="128" y="336"/>
                    </a:lnTo>
                    <a:lnTo>
                      <a:pt x="128" y="334"/>
                    </a:lnTo>
                    <a:lnTo>
                      <a:pt x="128" y="334"/>
                    </a:lnTo>
                    <a:lnTo>
                      <a:pt x="128" y="334"/>
                    </a:lnTo>
                    <a:lnTo>
                      <a:pt x="131" y="334"/>
                    </a:lnTo>
                    <a:lnTo>
                      <a:pt x="131" y="334"/>
                    </a:lnTo>
                    <a:lnTo>
                      <a:pt x="131" y="334"/>
                    </a:lnTo>
                    <a:lnTo>
                      <a:pt x="131" y="332"/>
                    </a:lnTo>
                    <a:lnTo>
                      <a:pt x="131" y="332"/>
                    </a:lnTo>
                    <a:lnTo>
                      <a:pt x="133" y="332"/>
                    </a:lnTo>
                    <a:lnTo>
                      <a:pt x="133" y="329"/>
                    </a:lnTo>
                    <a:lnTo>
                      <a:pt x="133" y="329"/>
                    </a:lnTo>
                    <a:lnTo>
                      <a:pt x="133" y="329"/>
                    </a:lnTo>
                    <a:lnTo>
                      <a:pt x="133" y="327"/>
                    </a:lnTo>
                    <a:lnTo>
                      <a:pt x="133" y="327"/>
                    </a:lnTo>
                    <a:lnTo>
                      <a:pt x="133" y="327"/>
                    </a:lnTo>
                    <a:lnTo>
                      <a:pt x="133" y="325"/>
                    </a:lnTo>
                    <a:lnTo>
                      <a:pt x="133" y="325"/>
                    </a:lnTo>
                    <a:lnTo>
                      <a:pt x="133" y="325"/>
                    </a:lnTo>
                    <a:lnTo>
                      <a:pt x="133" y="325"/>
                    </a:lnTo>
                    <a:lnTo>
                      <a:pt x="133" y="325"/>
                    </a:lnTo>
                    <a:lnTo>
                      <a:pt x="131" y="325"/>
                    </a:lnTo>
                    <a:lnTo>
                      <a:pt x="131" y="322"/>
                    </a:lnTo>
                    <a:lnTo>
                      <a:pt x="131" y="322"/>
                    </a:lnTo>
                    <a:lnTo>
                      <a:pt x="133" y="322"/>
                    </a:lnTo>
                    <a:lnTo>
                      <a:pt x="133" y="320"/>
                    </a:lnTo>
                    <a:lnTo>
                      <a:pt x="131" y="320"/>
                    </a:lnTo>
                    <a:lnTo>
                      <a:pt x="131" y="320"/>
                    </a:lnTo>
                    <a:lnTo>
                      <a:pt x="128" y="320"/>
                    </a:lnTo>
                    <a:lnTo>
                      <a:pt x="128" y="320"/>
                    </a:lnTo>
                    <a:lnTo>
                      <a:pt x="128" y="320"/>
                    </a:lnTo>
                    <a:lnTo>
                      <a:pt x="128" y="320"/>
                    </a:lnTo>
                    <a:lnTo>
                      <a:pt x="128" y="320"/>
                    </a:lnTo>
                    <a:lnTo>
                      <a:pt x="126" y="320"/>
                    </a:lnTo>
                    <a:lnTo>
                      <a:pt x="126" y="322"/>
                    </a:lnTo>
                    <a:lnTo>
                      <a:pt x="126" y="322"/>
                    </a:lnTo>
                    <a:lnTo>
                      <a:pt x="126" y="322"/>
                    </a:lnTo>
                    <a:lnTo>
                      <a:pt x="126" y="320"/>
                    </a:lnTo>
                    <a:lnTo>
                      <a:pt x="126" y="320"/>
                    </a:lnTo>
                    <a:lnTo>
                      <a:pt x="124" y="320"/>
                    </a:lnTo>
                    <a:lnTo>
                      <a:pt x="124" y="320"/>
                    </a:lnTo>
                    <a:lnTo>
                      <a:pt x="121" y="320"/>
                    </a:lnTo>
                    <a:lnTo>
                      <a:pt x="121" y="320"/>
                    </a:lnTo>
                    <a:lnTo>
                      <a:pt x="121" y="320"/>
                    </a:lnTo>
                    <a:lnTo>
                      <a:pt x="119" y="320"/>
                    </a:lnTo>
                    <a:lnTo>
                      <a:pt x="119" y="320"/>
                    </a:lnTo>
                    <a:lnTo>
                      <a:pt x="119" y="320"/>
                    </a:lnTo>
                    <a:lnTo>
                      <a:pt x="116" y="320"/>
                    </a:lnTo>
                    <a:lnTo>
                      <a:pt x="116" y="320"/>
                    </a:lnTo>
                    <a:lnTo>
                      <a:pt x="116" y="320"/>
                    </a:lnTo>
                    <a:lnTo>
                      <a:pt x="116" y="320"/>
                    </a:lnTo>
                    <a:lnTo>
                      <a:pt x="116" y="317"/>
                    </a:lnTo>
                    <a:lnTo>
                      <a:pt x="114" y="317"/>
                    </a:lnTo>
                    <a:lnTo>
                      <a:pt x="114" y="317"/>
                    </a:lnTo>
                    <a:lnTo>
                      <a:pt x="114" y="315"/>
                    </a:lnTo>
                    <a:lnTo>
                      <a:pt x="114" y="315"/>
                    </a:lnTo>
                    <a:lnTo>
                      <a:pt x="114" y="315"/>
                    </a:lnTo>
                    <a:lnTo>
                      <a:pt x="114" y="315"/>
                    </a:lnTo>
                    <a:lnTo>
                      <a:pt x="114" y="313"/>
                    </a:lnTo>
                    <a:lnTo>
                      <a:pt x="112" y="313"/>
                    </a:lnTo>
                    <a:lnTo>
                      <a:pt x="112" y="313"/>
                    </a:lnTo>
                    <a:lnTo>
                      <a:pt x="112" y="313"/>
                    </a:lnTo>
                    <a:lnTo>
                      <a:pt x="112" y="313"/>
                    </a:lnTo>
                    <a:lnTo>
                      <a:pt x="112" y="310"/>
                    </a:lnTo>
                    <a:lnTo>
                      <a:pt x="109" y="310"/>
                    </a:lnTo>
                    <a:lnTo>
                      <a:pt x="109" y="310"/>
                    </a:lnTo>
                    <a:lnTo>
                      <a:pt x="109" y="310"/>
                    </a:lnTo>
                    <a:lnTo>
                      <a:pt x="109" y="313"/>
                    </a:lnTo>
                    <a:lnTo>
                      <a:pt x="107" y="313"/>
                    </a:lnTo>
                    <a:lnTo>
                      <a:pt x="107" y="313"/>
                    </a:lnTo>
                    <a:lnTo>
                      <a:pt x="107" y="313"/>
                    </a:lnTo>
                    <a:lnTo>
                      <a:pt x="105" y="313"/>
                    </a:lnTo>
                    <a:lnTo>
                      <a:pt x="105" y="313"/>
                    </a:lnTo>
                    <a:lnTo>
                      <a:pt x="102" y="313"/>
                    </a:lnTo>
                    <a:lnTo>
                      <a:pt x="102" y="310"/>
                    </a:lnTo>
                    <a:lnTo>
                      <a:pt x="102" y="310"/>
                    </a:lnTo>
                    <a:lnTo>
                      <a:pt x="102" y="308"/>
                    </a:lnTo>
                    <a:lnTo>
                      <a:pt x="102" y="308"/>
                    </a:lnTo>
                    <a:lnTo>
                      <a:pt x="105" y="308"/>
                    </a:lnTo>
                    <a:lnTo>
                      <a:pt x="105" y="306"/>
                    </a:lnTo>
                    <a:lnTo>
                      <a:pt x="105" y="306"/>
                    </a:lnTo>
                    <a:lnTo>
                      <a:pt x="105" y="303"/>
                    </a:lnTo>
                    <a:lnTo>
                      <a:pt x="105" y="303"/>
                    </a:lnTo>
                    <a:lnTo>
                      <a:pt x="102" y="303"/>
                    </a:lnTo>
                    <a:lnTo>
                      <a:pt x="102" y="303"/>
                    </a:lnTo>
                    <a:lnTo>
                      <a:pt x="102" y="301"/>
                    </a:lnTo>
                    <a:lnTo>
                      <a:pt x="102" y="301"/>
                    </a:lnTo>
                    <a:lnTo>
                      <a:pt x="102" y="301"/>
                    </a:lnTo>
                    <a:lnTo>
                      <a:pt x="102" y="301"/>
                    </a:lnTo>
                    <a:lnTo>
                      <a:pt x="100" y="301"/>
                    </a:lnTo>
                    <a:lnTo>
                      <a:pt x="100" y="298"/>
                    </a:lnTo>
                    <a:lnTo>
                      <a:pt x="100" y="298"/>
                    </a:lnTo>
                    <a:lnTo>
                      <a:pt x="100" y="298"/>
                    </a:lnTo>
                    <a:lnTo>
                      <a:pt x="100" y="296"/>
                    </a:lnTo>
                    <a:lnTo>
                      <a:pt x="100" y="296"/>
                    </a:lnTo>
                    <a:lnTo>
                      <a:pt x="100" y="296"/>
                    </a:lnTo>
                    <a:lnTo>
                      <a:pt x="97" y="296"/>
                    </a:lnTo>
                    <a:lnTo>
                      <a:pt x="97" y="294"/>
                    </a:lnTo>
                    <a:lnTo>
                      <a:pt x="97" y="294"/>
                    </a:lnTo>
                    <a:lnTo>
                      <a:pt x="97" y="294"/>
                    </a:lnTo>
                    <a:lnTo>
                      <a:pt x="97" y="294"/>
                    </a:lnTo>
                    <a:lnTo>
                      <a:pt x="97" y="291"/>
                    </a:lnTo>
                    <a:lnTo>
                      <a:pt x="97" y="291"/>
                    </a:lnTo>
                    <a:lnTo>
                      <a:pt x="95" y="291"/>
                    </a:lnTo>
                    <a:lnTo>
                      <a:pt x="95" y="289"/>
                    </a:lnTo>
                    <a:lnTo>
                      <a:pt x="95" y="289"/>
                    </a:lnTo>
                    <a:lnTo>
                      <a:pt x="95" y="289"/>
                    </a:lnTo>
                    <a:lnTo>
                      <a:pt x="95" y="289"/>
                    </a:lnTo>
                    <a:lnTo>
                      <a:pt x="95" y="287"/>
                    </a:lnTo>
                    <a:lnTo>
                      <a:pt x="95" y="287"/>
                    </a:lnTo>
                    <a:lnTo>
                      <a:pt x="95" y="284"/>
                    </a:lnTo>
                    <a:lnTo>
                      <a:pt x="93" y="284"/>
                    </a:lnTo>
                    <a:lnTo>
                      <a:pt x="93" y="284"/>
                    </a:lnTo>
                    <a:lnTo>
                      <a:pt x="93" y="284"/>
                    </a:lnTo>
                    <a:lnTo>
                      <a:pt x="93" y="284"/>
                    </a:lnTo>
                    <a:lnTo>
                      <a:pt x="93" y="284"/>
                    </a:lnTo>
                    <a:lnTo>
                      <a:pt x="90" y="284"/>
                    </a:lnTo>
                    <a:lnTo>
                      <a:pt x="90" y="284"/>
                    </a:lnTo>
                    <a:lnTo>
                      <a:pt x="88" y="284"/>
                    </a:lnTo>
                    <a:lnTo>
                      <a:pt x="88" y="284"/>
                    </a:lnTo>
                    <a:lnTo>
                      <a:pt x="88" y="284"/>
                    </a:lnTo>
                    <a:lnTo>
                      <a:pt x="86" y="284"/>
                    </a:lnTo>
                    <a:lnTo>
                      <a:pt x="86" y="284"/>
                    </a:lnTo>
                    <a:lnTo>
                      <a:pt x="86" y="282"/>
                    </a:lnTo>
                    <a:lnTo>
                      <a:pt x="83" y="282"/>
                    </a:lnTo>
                    <a:lnTo>
                      <a:pt x="83" y="282"/>
                    </a:lnTo>
                    <a:lnTo>
                      <a:pt x="83" y="282"/>
                    </a:lnTo>
                    <a:lnTo>
                      <a:pt x="83" y="282"/>
                    </a:lnTo>
                    <a:lnTo>
                      <a:pt x="81" y="282"/>
                    </a:lnTo>
                    <a:lnTo>
                      <a:pt x="81" y="282"/>
                    </a:lnTo>
                    <a:lnTo>
                      <a:pt x="81" y="279"/>
                    </a:lnTo>
                    <a:lnTo>
                      <a:pt x="81" y="279"/>
                    </a:lnTo>
                    <a:lnTo>
                      <a:pt x="81" y="277"/>
                    </a:lnTo>
                    <a:lnTo>
                      <a:pt x="81" y="277"/>
                    </a:lnTo>
                    <a:lnTo>
                      <a:pt x="81" y="275"/>
                    </a:lnTo>
                    <a:lnTo>
                      <a:pt x="81" y="275"/>
                    </a:lnTo>
                    <a:lnTo>
                      <a:pt x="81" y="275"/>
                    </a:lnTo>
                    <a:lnTo>
                      <a:pt x="81" y="275"/>
                    </a:lnTo>
                    <a:lnTo>
                      <a:pt x="83" y="275"/>
                    </a:lnTo>
                    <a:lnTo>
                      <a:pt x="83" y="272"/>
                    </a:lnTo>
                    <a:lnTo>
                      <a:pt x="83" y="272"/>
                    </a:lnTo>
                    <a:lnTo>
                      <a:pt x="83" y="272"/>
                    </a:lnTo>
                    <a:lnTo>
                      <a:pt x="86" y="272"/>
                    </a:lnTo>
                    <a:lnTo>
                      <a:pt x="86" y="272"/>
                    </a:lnTo>
                    <a:lnTo>
                      <a:pt x="88" y="272"/>
                    </a:lnTo>
                    <a:lnTo>
                      <a:pt x="88" y="272"/>
                    </a:lnTo>
                    <a:lnTo>
                      <a:pt x="88" y="272"/>
                    </a:lnTo>
                    <a:lnTo>
                      <a:pt x="90" y="272"/>
                    </a:lnTo>
                    <a:lnTo>
                      <a:pt x="90" y="275"/>
                    </a:lnTo>
                    <a:lnTo>
                      <a:pt x="90" y="275"/>
                    </a:lnTo>
                    <a:lnTo>
                      <a:pt x="93" y="275"/>
                    </a:lnTo>
                    <a:lnTo>
                      <a:pt x="93" y="275"/>
                    </a:lnTo>
                    <a:lnTo>
                      <a:pt x="93" y="272"/>
                    </a:lnTo>
                    <a:lnTo>
                      <a:pt x="93" y="272"/>
                    </a:lnTo>
                    <a:lnTo>
                      <a:pt x="95" y="272"/>
                    </a:lnTo>
                    <a:lnTo>
                      <a:pt x="95" y="272"/>
                    </a:lnTo>
                    <a:lnTo>
                      <a:pt x="95" y="275"/>
                    </a:lnTo>
                    <a:lnTo>
                      <a:pt x="95" y="275"/>
                    </a:lnTo>
                    <a:lnTo>
                      <a:pt x="97" y="275"/>
                    </a:lnTo>
                    <a:lnTo>
                      <a:pt x="97" y="275"/>
                    </a:lnTo>
                    <a:lnTo>
                      <a:pt x="97" y="275"/>
                    </a:lnTo>
                    <a:lnTo>
                      <a:pt x="97" y="275"/>
                    </a:lnTo>
                    <a:lnTo>
                      <a:pt x="100" y="275"/>
                    </a:lnTo>
                    <a:lnTo>
                      <a:pt x="100" y="275"/>
                    </a:lnTo>
                    <a:lnTo>
                      <a:pt x="100" y="277"/>
                    </a:lnTo>
                    <a:lnTo>
                      <a:pt x="100" y="277"/>
                    </a:lnTo>
                    <a:lnTo>
                      <a:pt x="102" y="277"/>
                    </a:lnTo>
                    <a:lnTo>
                      <a:pt x="102" y="277"/>
                    </a:lnTo>
                    <a:lnTo>
                      <a:pt x="102" y="275"/>
                    </a:lnTo>
                    <a:lnTo>
                      <a:pt x="102" y="275"/>
                    </a:lnTo>
                    <a:lnTo>
                      <a:pt x="102" y="275"/>
                    </a:lnTo>
                    <a:lnTo>
                      <a:pt x="102" y="275"/>
                    </a:lnTo>
                    <a:lnTo>
                      <a:pt x="102" y="275"/>
                    </a:lnTo>
                    <a:lnTo>
                      <a:pt x="102" y="272"/>
                    </a:lnTo>
                    <a:lnTo>
                      <a:pt x="102" y="272"/>
                    </a:lnTo>
                    <a:lnTo>
                      <a:pt x="105" y="272"/>
                    </a:lnTo>
                    <a:lnTo>
                      <a:pt x="105" y="275"/>
                    </a:lnTo>
                    <a:lnTo>
                      <a:pt x="105" y="275"/>
                    </a:lnTo>
                    <a:lnTo>
                      <a:pt x="105" y="272"/>
                    </a:lnTo>
                    <a:lnTo>
                      <a:pt x="105" y="272"/>
                    </a:lnTo>
                    <a:lnTo>
                      <a:pt x="105" y="272"/>
                    </a:lnTo>
                    <a:lnTo>
                      <a:pt x="105" y="270"/>
                    </a:lnTo>
                    <a:lnTo>
                      <a:pt x="105" y="270"/>
                    </a:lnTo>
                    <a:lnTo>
                      <a:pt x="105" y="268"/>
                    </a:lnTo>
                    <a:lnTo>
                      <a:pt x="105" y="268"/>
                    </a:lnTo>
                    <a:lnTo>
                      <a:pt x="102" y="268"/>
                    </a:lnTo>
                    <a:lnTo>
                      <a:pt x="102" y="268"/>
                    </a:lnTo>
                    <a:lnTo>
                      <a:pt x="102" y="268"/>
                    </a:lnTo>
                    <a:lnTo>
                      <a:pt x="100" y="268"/>
                    </a:lnTo>
                    <a:lnTo>
                      <a:pt x="100" y="265"/>
                    </a:lnTo>
                    <a:lnTo>
                      <a:pt x="100" y="265"/>
                    </a:lnTo>
                    <a:lnTo>
                      <a:pt x="100" y="265"/>
                    </a:lnTo>
                    <a:lnTo>
                      <a:pt x="100" y="268"/>
                    </a:lnTo>
                    <a:lnTo>
                      <a:pt x="100" y="268"/>
                    </a:lnTo>
                    <a:lnTo>
                      <a:pt x="100" y="268"/>
                    </a:lnTo>
                    <a:lnTo>
                      <a:pt x="100" y="268"/>
                    </a:lnTo>
                    <a:lnTo>
                      <a:pt x="100" y="270"/>
                    </a:lnTo>
                    <a:lnTo>
                      <a:pt x="97" y="270"/>
                    </a:lnTo>
                    <a:lnTo>
                      <a:pt x="97" y="270"/>
                    </a:lnTo>
                    <a:lnTo>
                      <a:pt x="95" y="270"/>
                    </a:lnTo>
                    <a:lnTo>
                      <a:pt x="95" y="270"/>
                    </a:lnTo>
                    <a:lnTo>
                      <a:pt x="95" y="270"/>
                    </a:lnTo>
                    <a:lnTo>
                      <a:pt x="95" y="268"/>
                    </a:lnTo>
                    <a:lnTo>
                      <a:pt x="95" y="268"/>
                    </a:lnTo>
                    <a:lnTo>
                      <a:pt x="95" y="265"/>
                    </a:lnTo>
                    <a:lnTo>
                      <a:pt x="95" y="265"/>
                    </a:lnTo>
                    <a:lnTo>
                      <a:pt x="95" y="265"/>
                    </a:lnTo>
                    <a:lnTo>
                      <a:pt x="95" y="265"/>
                    </a:lnTo>
                    <a:lnTo>
                      <a:pt x="95" y="265"/>
                    </a:lnTo>
                    <a:lnTo>
                      <a:pt x="95" y="268"/>
                    </a:lnTo>
                    <a:lnTo>
                      <a:pt x="97" y="268"/>
                    </a:lnTo>
                    <a:lnTo>
                      <a:pt x="97" y="265"/>
                    </a:lnTo>
                    <a:lnTo>
                      <a:pt x="97" y="265"/>
                    </a:lnTo>
                    <a:lnTo>
                      <a:pt x="97" y="265"/>
                    </a:lnTo>
                    <a:lnTo>
                      <a:pt x="97" y="263"/>
                    </a:lnTo>
                    <a:lnTo>
                      <a:pt x="100" y="263"/>
                    </a:lnTo>
                    <a:lnTo>
                      <a:pt x="100" y="263"/>
                    </a:lnTo>
                    <a:lnTo>
                      <a:pt x="100" y="263"/>
                    </a:lnTo>
                    <a:lnTo>
                      <a:pt x="100" y="263"/>
                    </a:lnTo>
                    <a:lnTo>
                      <a:pt x="100" y="263"/>
                    </a:lnTo>
                    <a:lnTo>
                      <a:pt x="102" y="263"/>
                    </a:lnTo>
                    <a:lnTo>
                      <a:pt x="102" y="263"/>
                    </a:lnTo>
                    <a:lnTo>
                      <a:pt x="102" y="261"/>
                    </a:lnTo>
                    <a:lnTo>
                      <a:pt x="102" y="261"/>
                    </a:lnTo>
                    <a:lnTo>
                      <a:pt x="102" y="258"/>
                    </a:lnTo>
                    <a:lnTo>
                      <a:pt x="102" y="258"/>
                    </a:lnTo>
                    <a:lnTo>
                      <a:pt x="102" y="258"/>
                    </a:lnTo>
                    <a:lnTo>
                      <a:pt x="102" y="256"/>
                    </a:lnTo>
                    <a:lnTo>
                      <a:pt x="105" y="256"/>
                    </a:lnTo>
                    <a:lnTo>
                      <a:pt x="105" y="256"/>
                    </a:lnTo>
                    <a:lnTo>
                      <a:pt x="105" y="256"/>
                    </a:lnTo>
                    <a:lnTo>
                      <a:pt x="107" y="256"/>
                    </a:lnTo>
                    <a:lnTo>
                      <a:pt x="107" y="253"/>
                    </a:lnTo>
                    <a:lnTo>
                      <a:pt x="107" y="253"/>
                    </a:lnTo>
                    <a:lnTo>
                      <a:pt x="107" y="253"/>
                    </a:lnTo>
                    <a:lnTo>
                      <a:pt x="109" y="253"/>
                    </a:lnTo>
                    <a:lnTo>
                      <a:pt x="109" y="253"/>
                    </a:lnTo>
                    <a:lnTo>
                      <a:pt x="109" y="253"/>
                    </a:lnTo>
                    <a:lnTo>
                      <a:pt x="112" y="253"/>
                    </a:lnTo>
                    <a:lnTo>
                      <a:pt x="112" y="253"/>
                    </a:lnTo>
                    <a:lnTo>
                      <a:pt x="112" y="253"/>
                    </a:lnTo>
                    <a:lnTo>
                      <a:pt x="114" y="253"/>
                    </a:lnTo>
                    <a:lnTo>
                      <a:pt x="114" y="253"/>
                    </a:lnTo>
                    <a:lnTo>
                      <a:pt x="114" y="253"/>
                    </a:lnTo>
                    <a:lnTo>
                      <a:pt x="114" y="253"/>
                    </a:lnTo>
                    <a:lnTo>
                      <a:pt x="116" y="253"/>
                    </a:lnTo>
                    <a:lnTo>
                      <a:pt x="116" y="253"/>
                    </a:lnTo>
                    <a:lnTo>
                      <a:pt x="116" y="253"/>
                    </a:lnTo>
                    <a:lnTo>
                      <a:pt x="116" y="253"/>
                    </a:lnTo>
                    <a:lnTo>
                      <a:pt x="119" y="253"/>
                    </a:lnTo>
                    <a:lnTo>
                      <a:pt x="119" y="253"/>
                    </a:lnTo>
                    <a:lnTo>
                      <a:pt x="119" y="253"/>
                    </a:lnTo>
                    <a:lnTo>
                      <a:pt x="119" y="253"/>
                    </a:lnTo>
                    <a:lnTo>
                      <a:pt x="121" y="253"/>
                    </a:lnTo>
                    <a:lnTo>
                      <a:pt x="121" y="253"/>
                    </a:lnTo>
                    <a:lnTo>
                      <a:pt x="121" y="253"/>
                    </a:lnTo>
                    <a:lnTo>
                      <a:pt x="124" y="253"/>
                    </a:lnTo>
                    <a:lnTo>
                      <a:pt x="124" y="253"/>
                    </a:lnTo>
                    <a:lnTo>
                      <a:pt x="124" y="253"/>
                    </a:lnTo>
                    <a:lnTo>
                      <a:pt x="126" y="253"/>
                    </a:lnTo>
                    <a:lnTo>
                      <a:pt x="126" y="256"/>
                    </a:lnTo>
                    <a:lnTo>
                      <a:pt x="126" y="256"/>
                    </a:lnTo>
                    <a:lnTo>
                      <a:pt x="126" y="256"/>
                    </a:lnTo>
                    <a:lnTo>
                      <a:pt x="128" y="256"/>
                    </a:lnTo>
                    <a:lnTo>
                      <a:pt x="128" y="256"/>
                    </a:lnTo>
                    <a:lnTo>
                      <a:pt x="128" y="256"/>
                    </a:lnTo>
                    <a:lnTo>
                      <a:pt x="131" y="256"/>
                    </a:lnTo>
                    <a:lnTo>
                      <a:pt x="131" y="256"/>
                    </a:lnTo>
                    <a:lnTo>
                      <a:pt x="133" y="256"/>
                    </a:lnTo>
                    <a:lnTo>
                      <a:pt x="133" y="253"/>
                    </a:lnTo>
                    <a:lnTo>
                      <a:pt x="131" y="253"/>
                    </a:lnTo>
                    <a:lnTo>
                      <a:pt x="131" y="253"/>
                    </a:lnTo>
                    <a:lnTo>
                      <a:pt x="131" y="253"/>
                    </a:lnTo>
                    <a:lnTo>
                      <a:pt x="128" y="253"/>
                    </a:lnTo>
                    <a:lnTo>
                      <a:pt x="128" y="253"/>
                    </a:lnTo>
                    <a:lnTo>
                      <a:pt x="131" y="253"/>
                    </a:lnTo>
                    <a:lnTo>
                      <a:pt x="131" y="253"/>
                    </a:lnTo>
                    <a:lnTo>
                      <a:pt x="131" y="251"/>
                    </a:lnTo>
                    <a:lnTo>
                      <a:pt x="131" y="251"/>
                    </a:lnTo>
                    <a:lnTo>
                      <a:pt x="133" y="251"/>
                    </a:lnTo>
                    <a:lnTo>
                      <a:pt x="133" y="251"/>
                    </a:lnTo>
                    <a:lnTo>
                      <a:pt x="133" y="251"/>
                    </a:lnTo>
                    <a:lnTo>
                      <a:pt x="135" y="251"/>
                    </a:lnTo>
                    <a:lnTo>
                      <a:pt x="135" y="249"/>
                    </a:lnTo>
                    <a:lnTo>
                      <a:pt x="135" y="249"/>
                    </a:lnTo>
                    <a:lnTo>
                      <a:pt x="135" y="246"/>
                    </a:lnTo>
                    <a:lnTo>
                      <a:pt x="135" y="246"/>
                    </a:lnTo>
                    <a:lnTo>
                      <a:pt x="135" y="246"/>
                    </a:lnTo>
                    <a:lnTo>
                      <a:pt x="135" y="244"/>
                    </a:lnTo>
                    <a:lnTo>
                      <a:pt x="135" y="244"/>
                    </a:lnTo>
                    <a:lnTo>
                      <a:pt x="135" y="244"/>
                    </a:lnTo>
                    <a:lnTo>
                      <a:pt x="135" y="244"/>
                    </a:lnTo>
                    <a:lnTo>
                      <a:pt x="135" y="242"/>
                    </a:lnTo>
                    <a:lnTo>
                      <a:pt x="138" y="242"/>
                    </a:lnTo>
                    <a:lnTo>
                      <a:pt x="138" y="242"/>
                    </a:lnTo>
                    <a:lnTo>
                      <a:pt x="138" y="242"/>
                    </a:lnTo>
                    <a:lnTo>
                      <a:pt x="138" y="239"/>
                    </a:lnTo>
                    <a:lnTo>
                      <a:pt x="138" y="239"/>
                    </a:lnTo>
                    <a:lnTo>
                      <a:pt x="138" y="239"/>
                    </a:lnTo>
                    <a:lnTo>
                      <a:pt x="135" y="239"/>
                    </a:lnTo>
                    <a:lnTo>
                      <a:pt x="135" y="239"/>
                    </a:lnTo>
                    <a:lnTo>
                      <a:pt x="135" y="237"/>
                    </a:lnTo>
                    <a:lnTo>
                      <a:pt x="135" y="237"/>
                    </a:lnTo>
                    <a:lnTo>
                      <a:pt x="135" y="237"/>
                    </a:lnTo>
                    <a:lnTo>
                      <a:pt x="135" y="234"/>
                    </a:lnTo>
                    <a:lnTo>
                      <a:pt x="135" y="234"/>
                    </a:lnTo>
                    <a:lnTo>
                      <a:pt x="138" y="234"/>
                    </a:lnTo>
                    <a:lnTo>
                      <a:pt x="138" y="234"/>
                    </a:lnTo>
                    <a:lnTo>
                      <a:pt x="138" y="234"/>
                    </a:lnTo>
                    <a:lnTo>
                      <a:pt x="140" y="234"/>
                    </a:lnTo>
                    <a:lnTo>
                      <a:pt x="140" y="232"/>
                    </a:lnTo>
                    <a:lnTo>
                      <a:pt x="140" y="232"/>
                    </a:lnTo>
                    <a:lnTo>
                      <a:pt x="140" y="230"/>
                    </a:lnTo>
                    <a:lnTo>
                      <a:pt x="140" y="230"/>
                    </a:lnTo>
                    <a:lnTo>
                      <a:pt x="140" y="227"/>
                    </a:lnTo>
                    <a:lnTo>
                      <a:pt x="140" y="227"/>
                    </a:lnTo>
                    <a:lnTo>
                      <a:pt x="140" y="227"/>
                    </a:lnTo>
                    <a:lnTo>
                      <a:pt x="140" y="225"/>
                    </a:lnTo>
                    <a:lnTo>
                      <a:pt x="140" y="225"/>
                    </a:lnTo>
                    <a:lnTo>
                      <a:pt x="140" y="225"/>
                    </a:lnTo>
                    <a:lnTo>
                      <a:pt x="138" y="225"/>
                    </a:lnTo>
                    <a:lnTo>
                      <a:pt x="138" y="225"/>
                    </a:lnTo>
                    <a:lnTo>
                      <a:pt x="138" y="223"/>
                    </a:lnTo>
                    <a:lnTo>
                      <a:pt x="140" y="223"/>
                    </a:lnTo>
                    <a:lnTo>
                      <a:pt x="140" y="223"/>
                    </a:lnTo>
                    <a:lnTo>
                      <a:pt x="138" y="223"/>
                    </a:lnTo>
                    <a:lnTo>
                      <a:pt x="138" y="220"/>
                    </a:lnTo>
                    <a:lnTo>
                      <a:pt x="138" y="220"/>
                    </a:lnTo>
                    <a:lnTo>
                      <a:pt x="135" y="220"/>
                    </a:lnTo>
                    <a:lnTo>
                      <a:pt x="135" y="223"/>
                    </a:lnTo>
                    <a:lnTo>
                      <a:pt x="135" y="223"/>
                    </a:lnTo>
                    <a:lnTo>
                      <a:pt x="135" y="223"/>
                    </a:lnTo>
                    <a:lnTo>
                      <a:pt x="135" y="220"/>
                    </a:lnTo>
                    <a:lnTo>
                      <a:pt x="133" y="220"/>
                    </a:lnTo>
                    <a:lnTo>
                      <a:pt x="133" y="220"/>
                    </a:lnTo>
                    <a:lnTo>
                      <a:pt x="133" y="220"/>
                    </a:lnTo>
                    <a:lnTo>
                      <a:pt x="133" y="218"/>
                    </a:lnTo>
                    <a:lnTo>
                      <a:pt x="133" y="218"/>
                    </a:lnTo>
                    <a:lnTo>
                      <a:pt x="133" y="220"/>
                    </a:lnTo>
                    <a:lnTo>
                      <a:pt x="131" y="220"/>
                    </a:lnTo>
                    <a:lnTo>
                      <a:pt x="131" y="220"/>
                    </a:lnTo>
                    <a:lnTo>
                      <a:pt x="131" y="218"/>
                    </a:lnTo>
                    <a:lnTo>
                      <a:pt x="131" y="218"/>
                    </a:lnTo>
                    <a:lnTo>
                      <a:pt x="128" y="218"/>
                    </a:lnTo>
                    <a:lnTo>
                      <a:pt x="128" y="218"/>
                    </a:lnTo>
                    <a:lnTo>
                      <a:pt x="128" y="218"/>
                    </a:lnTo>
                    <a:lnTo>
                      <a:pt x="128" y="218"/>
                    </a:lnTo>
                    <a:lnTo>
                      <a:pt x="128" y="220"/>
                    </a:lnTo>
                    <a:lnTo>
                      <a:pt x="126" y="220"/>
                    </a:lnTo>
                    <a:lnTo>
                      <a:pt x="126" y="220"/>
                    </a:lnTo>
                    <a:lnTo>
                      <a:pt x="126" y="220"/>
                    </a:lnTo>
                    <a:lnTo>
                      <a:pt x="126" y="220"/>
                    </a:lnTo>
                    <a:lnTo>
                      <a:pt x="124" y="220"/>
                    </a:lnTo>
                    <a:lnTo>
                      <a:pt x="124" y="220"/>
                    </a:lnTo>
                    <a:lnTo>
                      <a:pt x="124" y="220"/>
                    </a:lnTo>
                    <a:lnTo>
                      <a:pt x="121" y="220"/>
                    </a:lnTo>
                    <a:lnTo>
                      <a:pt x="121" y="220"/>
                    </a:lnTo>
                    <a:lnTo>
                      <a:pt x="121" y="220"/>
                    </a:lnTo>
                    <a:lnTo>
                      <a:pt x="121" y="218"/>
                    </a:lnTo>
                    <a:lnTo>
                      <a:pt x="119" y="218"/>
                    </a:lnTo>
                    <a:lnTo>
                      <a:pt x="119" y="218"/>
                    </a:lnTo>
                    <a:lnTo>
                      <a:pt x="116" y="218"/>
                    </a:lnTo>
                    <a:lnTo>
                      <a:pt x="116" y="218"/>
                    </a:lnTo>
                    <a:lnTo>
                      <a:pt x="116" y="218"/>
                    </a:lnTo>
                    <a:lnTo>
                      <a:pt x="116" y="218"/>
                    </a:lnTo>
                    <a:lnTo>
                      <a:pt x="114" y="218"/>
                    </a:lnTo>
                    <a:lnTo>
                      <a:pt x="114" y="218"/>
                    </a:lnTo>
                    <a:lnTo>
                      <a:pt x="114" y="220"/>
                    </a:lnTo>
                    <a:lnTo>
                      <a:pt x="114" y="220"/>
                    </a:lnTo>
                    <a:lnTo>
                      <a:pt x="114" y="220"/>
                    </a:lnTo>
                    <a:lnTo>
                      <a:pt x="114" y="220"/>
                    </a:lnTo>
                    <a:lnTo>
                      <a:pt x="114" y="220"/>
                    </a:lnTo>
                    <a:lnTo>
                      <a:pt x="114" y="218"/>
                    </a:lnTo>
                    <a:lnTo>
                      <a:pt x="112" y="218"/>
                    </a:lnTo>
                    <a:lnTo>
                      <a:pt x="112" y="218"/>
                    </a:lnTo>
                    <a:lnTo>
                      <a:pt x="112" y="218"/>
                    </a:lnTo>
                    <a:lnTo>
                      <a:pt x="109" y="218"/>
                    </a:lnTo>
                    <a:lnTo>
                      <a:pt x="109" y="218"/>
                    </a:lnTo>
                    <a:lnTo>
                      <a:pt x="109" y="215"/>
                    </a:lnTo>
                    <a:lnTo>
                      <a:pt x="109" y="215"/>
                    </a:lnTo>
                    <a:lnTo>
                      <a:pt x="109" y="215"/>
                    </a:lnTo>
                    <a:lnTo>
                      <a:pt x="109" y="215"/>
                    </a:lnTo>
                    <a:lnTo>
                      <a:pt x="107" y="215"/>
                    </a:lnTo>
                    <a:lnTo>
                      <a:pt x="107" y="215"/>
                    </a:lnTo>
                    <a:lnTo>
                      <a:pt x="107" y="213"/>
                    </a:lnTo>
                    <a:lnTo>
                      <a:pt x="107" y="213"/>
                    </a:lnTo>
                    <a:lnTo>
                      <a:pt x="105" y="213"/>
                    </a:lnTo>
                    <a:lnTo>
                      <a:pt x="105" y="213"/>
                    </a:lnTo>
                    <a:lnTo>
                      <a:pt x="102" y="213"/>
                    </a:lnTo>
                    <a:lnTo>
                      <a:pt x="102" y="213"/>
                    </a:lnTo>
                    <a:lnTo>
                      <a:pt x="102" y="215"/>
                    </a:lnTo>
                    <a:lnTo>
                      <a:pt x="102" y="215"/>
                    </a:lnTo>
                    <a:lnTo>
                      <a:pt x="100" y="215"/>
                    </a:lnTo>
                    <a:lnTo>
                      <a:pt x="100" y="215"/>
                    </a:lnTo>
                    <a:lnTo>
                      <a:pt x="100" y="215"/>
                    </a:lnTo>
                    <a:lnTo>
                      <a:pt x="100" y="215"/>
                    </a:lnTo>
                    <a:lnTo>
                      <a:pt x="97" y="215"/>
                    </a:lnTo>
                    <a:lnTo>
                      <a:pt x="97" y="215"/>
                    </a:lnTo>
                    <a:lnTo>
                      <a:pt x="97" y="218"/>
                    </a:lnTo>
                    <a:lnTo>
                      <a:pt x="97" y="218"/>
                    </a:lnTo>
                    <a:lnTo>
                      <a:pt x="95" y="218"/>
                    </a:lnTo>
                    <a:lnTo>
                      <a:pt x="95" y="215"/>
                    </a:lnTo>
                    <a:lnTo>
                      <a:pt x="95" y="215"/>
                    </a:lnTo>
                    <a:lnTo>
                      <a:pt x="95" y="215"/>
                    </a:lnTo>
                    <a:lnTo>
                      <a:pt x="95" y="215"/>
                    </a:lnTo>
                    <a:lnTo>
                      <a:pt x="93" y="215"/>
                    </a:lnTo>
                    <a:lnTo>
                      <a:pt x="93" y="215"/>
                    </a:lnTo>
                    <a:lnTo>
                      <a:pt x="93" y="218"/>
                    </a:lnTo>
                    <a:lnTo>
                      <a:pt x="93" y="218"/>
                    </a:lnTo>
                    <a:lnTo>
                      <a:pt x="93" y="218"/>
                    </a:lnTo>
                    <a:lnTo>
                      <a:pt x="90" y="218"/>
                    </a:lnTo>
                    <a:lnTo>
                      <a:pt x="90" y="218"/>
                    </a:lnTo>
                    <a:lnTo>
                      <a:pt x="90" y="218"/>
                    </a:lnTo>
                    <a:lnTo>
                      <a:pt x="90" y="220"/>
                    </a:lnTo>
                    <a:lnTo>
                      <a:pt x="88" y="220"/>
                    </a:lnTo>
                    <a:lnTo>
                      <a:pt x="88" y="220"/>
                    </a:lnTo>
                    <a:lnTo>
                      <a:pt x="88" y="220"/>
                    </a:lnTo>
                    <a:lnTo>
                      <a:pt x="86" y="220"/>
                    </a:lnTo>
                    <a:lnTo>
                      <a:pt x="86" y="218"/>
                    </a:lnTo>
                    <a:lnTo>
                      <a:pt x="86" y="218"/>
                    </a:lnTo>
                    <a:lnTo>
                      <a:pt x="86" y="220"/>
                    </a:lnTo>
                    <a:lnTo>
                      <a:pt x="83" y="220"/>
                    </a:lnTo>
                    <a:lnTo>
                      <a:pt x="83" y="220"/>
                    </a:lnTo>
                    <a:lnTo>
                      <a:pt x="83" y="220"/>
                    </a:lnTo>
                    <a:lnTo>
                      <a:pt x="83" y="220"/>
                    </a:lnTo>
                    <a:lnTo>
                      <a:pt x="83" y="223"/>
                    </a:lnTo>
                    <a:lnTo>
                      <a:pt x="81" y="223"/>
                    </a:lnTo>
                    <a:lnTo>
                      <a:pt x="81" y="223"/>
                    </a:lnTo>
                    <a:lnTo>
                      <a:pt x="81" y="220"/>
                    </a:lnTo>
                    <a:lnTo>
                      <a:pt x="81" y="220"/>
                    </a:lnTo>
                    <a:lnTo>
                      <a:pt x="81" y="223"/>
                    </a:lnTo>
                    <a:lnTo>
                      <a:pt x="79" y="223"/>
                    </a:lnTo>
                    <a:lnTo>
                      <a:pt x="79" y="223"/>
                    </a:lnTo>
                    <a:lnTo>
                      <a:pt x="79" y="223"/>
                    </a:lnTo>
                    <a:lnTo>
                      <a:pt x="79" y="225"/>
                    </a:lnTo>
                    <a:lnTo>
                      <a:pt x="76" y="225"/>
                    </a:lnTo>
                    <a:lnTo>
                      <a:pt x="76" y="225"/>
                    </a:lnTo>
                    <a:lnTo>
                      <a:pt x="76" y="225"/>
                    </a:lnTo>
                    <a:lnTo>
                      <a:pt x="76" y="225"/>
                    </a:lnTo>
                    <a:lnTo>
                      <a:pt x="76" y="225"/>
                    </a:lnTo>
                    <a:lnTo>
                      <a:pt x="76" y="225"/>
                    </a:lnTo>
                    <a:lnTo>
                      <a:pt x="74" y="225"/>
                    </a:lnTo>
                    <a:lnTo>
                      <a:pt x="74" y="225"/>
                    </a:lnTo>
                    <a:lnTo>
                      <a:pt x="74" y="227"/>
                    </a:lnTo>
                    <a:lnTo>
                      <a:pt x="74" y="227"/>
                    </a:lnTo>
                    <a:lnTo>
                      <a:pt x="74" y="227"/>
                    </a:lnTo>
                    <a:lnTo>
                      <a:pt x="74" y="227"/>
                    </a:lnTo>
                    <a:lnTo>
                      <a:pt x="74" y="230"/>
                    </a:lnTo>
                    <a:lnTo>
                      <a:pt x="74" y="230"/>
                    </a:lnTo>
                    <a:lnTo>
                      <a:pt x="74" y="230"/>
                    </a:lnTo>
                    <a:lnTo>
                      <a:pt x="74" y="232"/>
                    </a:lnTo>
                    <a:lnTo>
                      <a:pt x="74" y="232"/>
                    </a:lnTo>
                    <a:lnTo>
                      <a:pt x="74" y="234"/>
                    </a:lnTo>
                    <a:lnTo>
                      <a:pt x="74" y="234"/>
                    </a:lnTo>
                    <a:lnTo>
                      <a:pt x="74" y="234"/>
                    </a:lnTo>
                    <a:lnTo>
                      <a:pt x="71" y="234"/>
                    </a:lnTo>
                    <a:lnTo>
                      <a:pt x="71" y="234"/>
                    </a:lnTo>
                    <a:lnTo>
                      <a:pt x="71" y="234"/>
                    </a:lnTo>
                    <a:lnTo>
                      <a:pt x="69" y="234"/>
                    </a:lnTo>
                    <a:lnTo>
                      <a:pt x="69" y="234"/>
                    </a:lnTo>
                    <a:lnTo>
                      <a:pt x="69" y="232"/>
                    </a:lnTo>
                    <a:lnTo>
                      <a:pt x="69" y="232"/>
                    </a:lnTo>
                    <a:lnTo>
                      <a:pt x="67" y="232"/>
                    </a:lnTo>
                    <a:lnTo>
                      <a:pt x="67" y="234"/>
                    </a:lnTo>
                    <a:lnTo>
                      <a:pt x="67" y="234"/>
                    </a:lnTo>
                    <a:lnTo>
                      <a:pt x="67" y="234"/>
                    </a:lnTo>
                    <a:lnTo>
                      <a:pt x="64" y="234"/>
                    </a:lnTo>
                    <a:lnTo>
                      <a:pt x="64" y="232"/>
                    </a:lnTo>
                    <a:lnTo>
                      <a:pt x="64" y="232"/>
                    </a:lnTo>
                    <a:lnTo>
                      <a:pt x="62" y="232"/>
                    </a:lnTo>
                    <a:lnTo>
                      <a:pt x="62" y="232"/>
                    </a:lnTo>
                    <a:lnTo>
                      <a:pt x="62" y="232"/>
                    </a:lnTo>
                    <a:lnTo>
                      <a:pt x="62" y="232"/>
                    </a:lnTo>
                    <a:lnTo>
                      <a:pt x="60" y="232"/>
                    </a:lnTo>
                    <a:lnTo>
                      <a:pt x="60" y="232"/>
                    </a:lnTo>
                    <a:lnTo>
                      <a:pt x="60" y="230"/>
                    </a:lnTo>
                    <a:lnTo>
                      <a:pt x="60" y="230"/>
                    </a:lnTo>
                    <a:lnTo>
                      <a:pt x="60" y="230"/>
                    </a:lnTo>
                    <a:lnTo>
                      <a:pt x="57" y="230"/>
                    </a:lnTo>
                    <a:lnTo>
                      <a:pt x="57" y="230"/>
                    </a:lnTo>
                    <a:lnTo>
                      <a:pt x="55" y="230"/>
                    </a:lnTo>
                    <a:lnTo>
                      <a:pt x="55" y="227"/>
                    </a:lnTo>
                    <a:lnTo>
                      <a:pt x="55" y="227"/>
                    </a:lnTo>
                    <a:lnTo>
                      <a:pt x="55" y="227"/>
                    </a:lnTo>
                    <a:lnTo>
                      <a:pt x="55" y="227"/>
                    </a:lnTo>
                    <a:lnTo>
                      <a:pt x="53" y="227"/>
                    </a:lnTo>
                    <a:lnTo>
                      <a:pt x="53" y="227"/>
                    </a:lnTo>
                    <a:lnTo>
                      <a:pt x="53" y="227"/>
                    </a:lnTo>
                    <a:lnTo>
                      <a:pt x="53" y="225"/>
                    </a:lnTo>
                    <a:lnTo>
                      <a:pt x="50" y="225"/>
                    </a:lnTo>
                    <a:lnTo>
                      <a:pt x="50" y="225"/>
                    </a:lnTo>
                    <a:lnTo>
                      <a:pt x="50" y="225"/>
                    </a:lnTo>
                    <a:lnTo>
                      <a:pt x="48" y="225"/>
                    </a:lnTo>
                    <a:lnTo>
                      <a:pt x="48" y="225"/>
                    </a:lnTo>
                    <a:lnTo>
                      <a:pt x="48" y="225"/>
                    </a:lnTo>
                    <a:lnTo>
                      <a:pt x="48" y="225"/>
                    </a:lnTo>
                    <a:lnTo>
                      <a:pt x="45" y="225"/>
                    </a:lnTo>
                    <a:lnTo>
                      <a:pt x="45" y="223"/>
                    </a:lnTo>
                    <a:lnTo>
                      <a:pt x="45" y="223"/>
                    </a:lnTo>
                    <a:lnTo>
                      <a:pt x="45" y="223"/>
                    </a:lnTo>
                    <a:lnTo>
                      <a:pt x="43" y="223"/>
                    </a:lnTo>
                    <a:lnTo>
                      <a:pt x="43" y="220"/>
                    </a:lnTo>
                    <a:lnTo>
                      <a:pt x="43" y="220"/>
                    </a:lnTo>
                    <a:lnTo>
                      <a:pt x="45" y="220"/>
                    </a:lnTo>
                    <a:lnTo>
                      <a:pt x="45" y="220"/>
                    </a:lnTo>
                    <a:lnTo>
                      <a:pt x="45" y="218"/>
                    </a:lnTo>
                    <a:lnTo>
                      <a:pt x="48" y="218"/>
                    </a:lnTo>
                    <a:lnTo>
                      <a:pt x="48" y="218"/>
                    </a:lnTo>
                    <a:lnTo>
                      <a:pt x="48" y="220"/>
                    </a:lnTo>
                    <a:lnTo>
                      <a:pt x="48" y="220"/>
                    </a:lnTo>
                    <a:lnTo>
                      <a:pt x="48" y="220"/>
                    </a:lnTo>
                    <a:lnTo>
                      <a:pt x="50" y="220"/>
                    </a:lnTo>
                    <a:lnTo>
                      <a:pt x="50" y="223"/>
                    </a:lnTo>
                    <a:lnTo>
                      <a:pt x="50" y="223"/>
                    </a:lnTo>
                    <a:lnTo>
                      <a:pt x="53" y="223"/>
                    </a:lnTo>
                    <a:lnTo>
                      <a:pt x="53" y="223"/>
                    </a:lnTo>
                    <a:lnTo>
                      <a:pt x="53" y="220"/>
                    </a:lnTo>
                    <a:lnTo>
                      <a:pt x="53" y="220"/>
                    </a:lnTo>
                    <a:lnTo>
                      <a:pt x="55" y="220"/>
                    </a:lnTo>
                    <a:lnTo>
                      <a:pt x="55" y="220"/>
                    </a:lnTo>
                    <a:lnTo>
                      <a:pt x="55" y="220"/>
                    </a:lnTo>
                    <a:lnTo>
                      <a:pt x="55" y="218"/>
                    </a:lnTo>
                    <a:lnTo>
                      <a:pt x="55" y="218"/>
                    </a:lnTo>
                    <a:lnTo>
                      <a:pt x="55" y="218"/>
                    </a:lnTo>
                    <a:lnTo>
                      <a:pt x="55" y="215"/>
                    </a:lnTo>
                    <a:lnTo>
                      <a:pt x="53" y="215"/>
                    </a:lnTo>
                    <a:lnTo>
                      <a:pt x="53" y="215"/>
                    </a:lnTo>
                    <a:lnTo>
                      <a:pt x="53" y="215"/>
                    </a:lnTo>
                    <a:lnTo>
                      <a:pt x="53" y="215"/>
                    </a:lnTo>
                    <a:lnTo>
                      <a:pt x="53" y="215"/>
                    </a:lnTo>
                    <a:lnTo>
                      <a:pt x="53" y="213"/>
                    </a:lnTo>
                    <a:lnTo>
                      <a:pt x="50" y="213"/>
                    </a:lnTo>
                    <a:lnTo>
                      <a:pt x="50" y="213"/>
                    </a:lnTo>
                    <a:lnTo>
                      <a:pt x="50" y="213"/>
                    </a:lnTo>
                    <a:lnTo>
                      <a:pt x="50" y="211"/>
                    </a:lnTo>
                    <a:lnTo>
                      <a:pt x="48" y="211"/>
                    </a:lnTo>
                    <a:lnTo>
                      <a:pt x="48" y="211"/>
                    </a:lnTo>
                    <a:lnTo>
                      <a:pt x="48" y="208"/>
                    </a:lnTo>
                    <a:lnTo>
                      <a:pt x="48" y="208"/>
                    </a:lnTo>
                    <a:lnTo>
                      <a:pt x="48" y="208"/>
                    </a:lnTo>
                    <a:lnTo>
                      <a:pt x="48" y="206"/>
                    </a:lnTo>
                    <a:lnTo>
                      <a:pt x="48" y="206"/>
                    </a:lnTo>
                    <a:lnTo>
                      <a:pt x="48" y="206"/>
                    </a:lnTo>
                    <a:lnTo>
                      <a:pt x="48" y="204"/>
                    </a:lnTo>
                    <a:lnTo>
                      <a:pt x="48" y="204"/>
                    </a:lnTo>
                    <a:lnTo>
                      <a:pt x="48" y="204"/>
                    </a:lnTo>
                    <a:lnTo>
                      <a:pt x="45" y="204"/>
                    </a:lnTo>
                    <a:lnTo>
                      <a:pt x="45" y="204"/>
                    </a:lnTo>
                    <a:lnTo>
                      <a:pt x="43" y="204"/>
                    </a:lnTo>
                    <a:lnTo>
                      <a:pt x="43" y="204"/>
                    </a:lnTo>
                    <a:lnTo>
                      <a:pt x="43" y="204"/>
                    </a:lnTo>
                    <a:lnTo>
                      <a:pt x="41" y="204"/>
                    </a:lnTo>
                    <a:lnTo>
                      <a:pt x="41" y="201"/>
                    </a:lnTo>
                    <a:lnTo>
                      <a:pt x="41" y="201"/>
                    </a:lnTo>
                    <a:lnTo>
                      <a:pt x="41" y="201"/>
                    </a:lnTo>
                    <a:lnTo>
                      <a:pt x="41" y="201"/>
                    </a:lnTo>
                    <a:lnTo>
                      <a:pt x="41" y="199"/>
                    </a:lnTo>
                    <a:lnTo>
                      <a:pt x="38" y="199"/>
                    </a:lnTo>
                    <a:lnTo>
                      <a:pt x="38" y="199"/>
                    </a:lnTo>
                    <a:lnTo>
                      <a:pt x="38" y="197"/>
                    </a:lnTo>
                    <a:lnTo>
                      <a:pt x="38" y="197"/>
                    </a:lnTo>
                    <a:lnTo>
                      <a:pt x="38" y="197"/>
                    </a:lnTo>
                    <a:lnTo>
                      <a:pt x="36" y="197"/>
                    </a:lnTo>
                    <a:lnTo>
                      <a:pt x="36" y="194"/>
                    </a:lnTo>
                    <a:lnTo>
                      <a:pt x="36" y="194"/>
                    </a:lnTo>
                    <a:lnTo>
                      <a:pt x="36" y="194"/>
                    </a:lnTo>
                    <a:lnTo>
                      <a:pt x="36" y="194"/>
                    </a:lnTo>
                    <a:lnTo>
                      <a:pt x="34" y="194"/>
                    </a:lnTo>
                    <a:lnTo>
                      <a:pt x="34" y="194"/>
                    </a:lnTo>
                    <a:lnTo>
                      <a:pt x="34" y="194"/>
                    </a:lnTo>
                    <a:lnTo>
                      <a:pt x="31" y="194"/>
                    </a:lnTo>
                    <a:lnTo>
                      <a:pt x="31" y="194"/>
                    </a:lnTo>
                    <a:lnTo>
                      <a:pt x="29" y="194"/>
                    </a:lnTo>
                    <a:lnTo>
                      <a:pt x="29" y="194"/>
                    </a:lnTo>
                    <a:lnTo>
                      <a:pt x="29" y="194"/>
                    </a:lnTo>
                    <a:lnTo>
                      <a:pt x="26" y="194"/>
                    </a:lnTo>
                    <a:lnTo>
                      <a:pt x="26" y="194"/>
                    </a:lnTo>
                    <a:lnTo>
                      <a:pt x="26" y="194"/>
                    </a:lnTo>
                    <a:lnTo>
                      <a:pt x="24" y="194"/>
                    </a:lnTo>
                    <a:lnTo>
                      <a:pt x="24" y="194"/>
                    </a:lnTo>
                    <a:lnTo>
                      <a:pt x="24" y="194"/>
                    </a:lnTo>
                    <a:lnTo>
                      <a:pt x="22" y="194"/>
                    </a:lnTo>
                    <a:lnTo>
                      <a:pt x="22" y="194"/>
                    </a:lnTo>
                    <a:lnTo>
                      <a:pt x="22" y="194"/>
                    </a:lnTo>
                    <a:lnTo>
                      <a:pt x="22" y="194"/>
                    </a:lnTo>
                    <a:lnTo>
                      <a:pt x="22" y="194"/>
                    </a:lnTo>
                    <a:lnTo>
                      <a:pt x="19" y="194"/>
                    </a:lnTo>
                    <a:lnTo>
                      <a:pt x="19" y="197"/>
                    </a:lnTo>
                    <a:lnTo>
                      <a:pt x="19" y="197"/>
                    </a:lnTo>
                    <a:lnTo>
                      <a:pt x="19" y="194"/>
                    </a:lnTo>
                    <a:lnTo>
                      <a:pt x="19" y="194"/>
                    </a:lnTo>
                    <a:lnTo>
                      <a:pt x="17" y="194"/>
                    </a:lnTo>
                    <a:lnTo>
                      <a:pt x="17" y="194"/>
                    </a:lnTo>
                    <a:lnTo>
                      <a:pt x="17" y="194"/>
                    </a:lnTo>
                    <a:lnTo>
                      <a:pt x="15" y="194"/>
                    </a:lnTo>
                    <a:lnTo>
                      <a:pt x="15" y="194"/>
                    </a:lnTo>
                    <a:lnTo>
                      <a:pt x="15" y="194"/>
                    </a:lnTo>
                    <a:lnTo>
                      <a:pt x="15" y="192"/>
                    </a:lnTo>
                    <a:lnTo>
                      <a:pt x="15" y="192"/>
                    </a:lnTo>
                    <a:lnTo>
                      <a:pt x="15" y="192"/>
                    </a:lnTo>
                    <a:lnTo>
                      <a:pt x="15" y="192"/>
                    </a:lnTo>
                    <a:lnTo>
                      <a:pt x="15" y="189"/>
                    </a:lnTo>
                    <a:lnTo>
                      <a:pt x="15" y="189"/>
                    </a:lnTo>
                    <a:lnTo>
                      <a:pt x="15" y="189"/>
                    </a:lnTo>
                    <a:lnTo>
                      <a:pt x="12" y="189"/>
                    </a:lnTo>
                    <a:lnTo>
                      <a:pt x="12" y="187"/>
                    </a:lnTo>
                    <a:lnTo>
                      <a:pt x="15" y="187"/>
                    </a:lnTo>
                    <a:lnTo>
                      <a:pt x="15" y="187"/>
                    </a:lnTo>
                    <a:lnTo>
                      <a:pt x="15" y="187"/>
                    </a:lnTo>
                    <a:lnTo>
                      <a:pt x="15" y="187"/>
                    </a:lnTo>
                    <a:lnTo>
                      <a:pt x="15" y="185"/>
                    </a:lnTo>
                    <a:lnTo>
                      <a:pt x="15" y="185"/>
                    </a:lnTo>
                    <a:lnTo>
                      <a:pt x="15" y="185"/>
                    </a:lnTo>
                    <a:lnTo>
                      <a:pt x="15" y="185"/>
                    </a:lnTo>
                    <a:lnTo>
                      <a:pt x="15" y="182"/>
                    </a:lnTo>
                    <a:lnTo>
                      <a:pt x="15" y="182"/>
                    </a:lnTo>
                    <a:lnTo>
                      <a:pt x="12" y="182"/>
                    </a:lnTo>
                    <a:lnTo>
                      <a:pt x="12" y="182"/>
                    </a:lnTo>
                    <a:lnTo>
                      <a:pt x="12" y="182"/>
                    </a:lnTo>
                    <a:lnTo>
                      <a:pt x="12" y="180"/>
                    </a:lnTo>
                    <a:lnTo>
                      <a:pt x="10" y="180"/>
                    </a:lnTo>
                    <a:lnTo>
                      <a:pt x="10" y="180"/>
                    </a:lnTo>
                    <a:lnTo>
                      <a:pt x="10" y="180"/>
                    </a:lnTo>
                    <a:lnTo>
                      <a:pt x="10" y="180"/>
                    </a:lnTo>
                    <a:lnTo>
                      <a:pt x="8" y="180"/>
                    </a:lnTo>
                    <a:lnTo>
                      <a:pt x="8" y="180"/>
                    </a:lnTo>
                    <a:lnTo>
                      <a:pt x="8" y="178"/>
                    </a:lnTo>
                    <a:lnTo>
                      <a:pt x="8" y="178"/>
                    </a:lnTo>
                    <a:lnTo>
                      <a:pt x="5" y="178"/>
                    </a:lnTo>
                    <a:lnTo>
                      <a:pt x="5" y="178"/>
                    </a:lnTo>
                    <a:lnTo>
                      <a:pt x="5" y="178"/>
                    </a:lnTo>
                    <a:lnTo>
                      <a:pt x="3" y="178"/>
                    </a:lnTo>
                    <a:lnTo>
                      <a:pt x="3" y="178"/>
                    </a:lnTo>
                    <a:lnTo>
                      <a:pt x="3" y="178"/>
                    </a:lnTo>
                    <a:lnTo>
                      <a:pt x="0" y="178"/>
                    </a:lnTo>
                    <a:lnTo>
                      <a:pt x="0" y="175"/>
                    </a:lnTo>
                    <a:lnTo>
                      <a:pt x="0" y="175"/>
                    </a:lnTo>
                    <a:lnTo>
                      <a:pt x="3" y="175"/>
                    </a:lnTo>
                    <a:lnTo>
                      <a:pt x="3" y="175"/>
                    </a:lnTo>
                    <a:lnTo>
                      <a:pt x="3" y="173"/>
                    </a:lnTo>
                    <a:lnTo>
                      <a:pt x="3" y="173"/>
                    </a:lnTo>
                    <a:lnTo>
                      <a:pt x="3" y="173"/>
                    </a:lnTo>
                    <a:lnTo>
                      <a:pt x="3" y="170"/>
                    </a:lnTo>
                    <a:lnTo>
                      <a:pt x="3" y="170"/>
                    </a:lnTo>
                    <a:lnTo>
                      <a:pt x="3" y="170"/>
                    </a:lnTo>
                    <a:lnTo>
                      <a:pt x="5" y="170"/>
                    </a:lnTo>
                    <a:lnTo>
                      <a:pt x="5" y="168"/>
                    </a:lnTo>
                    <a:lnTo>
                      <a:pt x="5" y="168"/>
                    </a:lnTo>
                    <a:lnTo>
                      <a:pt x="5" y="168"/>
                    </a:lnTo>
                    <a:lnTo>
                      <a:pt x="5" y="166"/>
                    </a:lnTo>
                    <a:lnTo>
                      <a:pt x="5" y="166"/>
                    </a:lnTo>
                    <a:lnTo>
                      <a:pt x="8" y="166"/>
                    </a:lnTo>
                    <a:lnTo>
                      <a:pt x="8" y="166"/>
                    </a:lnTo>
                    <a:lnTo>
                      <a:pt x="8" y="166"/>
                    </a:lnTo>
                    <a:lnTo>
                      <a:pt x="8" y="163"/>
                    </a:lnTo>
                    <a:lnTo>
                      <a:pt x="8" y="163"/>
                    </a:lnTo>
                    <a:lnTo>
                      <a:pt x="10" y="163"/>
                    </a:lnTo>
                    <a:lnTo>
                      <a:pt x="10" y="163"/>
                    </a:lnTo>
                    <a:lnTo>
                      <a:pt x="10" y="163"/>
                    </a:lnTo>
                    <a:lnTo>
                      <a:pt x="10" y="163"/>
                    </a:lnTo>
                    <a:lnTo>
                      <a:pt x="10" y="161"/>
                    </a:lnTo>
                    <a:lnTo>
                      <a:pt x="12" y="161"/>
                    </a:lnTo>
                    <a:lnTo>
                      <a:pt x="12" y="161"/>
                    </a:lnTo>
                    <a:lnTo>
                      <a:pt x="12" y="161"/>
                    </a:lnTo>
                    <a:lnTo>
                      <a:pt x="12" y="159"/>
                    </a:lnTo>
                    <a:lnTo>
                      <a:pt x="12" y="159"/>
                    </a:lnTo>
                    <a:lnTo>
                      <a:pt x="12" y="156"/>
                    </a:lnTo>
                    <a:lnTo>
                      <a:pt x="12" y="156"/>
                    </a:lnTo>
                    <a:lnTo>
                      <a:pt x="12" y="156"/>
                    </a:lnTo>
                    <a:lnTo>
                      <a:pt x="10" y="156"/>
                    </a:lnTo>
                    <a:lnTo>
                      <a:pt x="10" y="156"/>
                    </a:lnTo>
                    <a:lnTo>
                      <a:pt x="10" y="156"/>
                    </a:lnTo>
                    <a:lnTo>
                      <a:pt x="10" y="156"/>
                    </a:lnTo>
                    <a:lnTo>
                      <a:pt x="8" y="156"/>
                    </a:lnTo>
                    <a:lnTo>
                      <a:pt x="8" y="154"/>
                    </a:lnTo>
                    <a:lnTo>
                      <a:pt x="8" y="154"/>
                    </a:lnTo>
                    <a:lnTo>
                      <a:pt x="8" y="154"/>
                    </a:lnTo>
                    <a:lnTo>
                      <a:pt x="8" y="152"/>
                    </a:lnTo>
                    <a:lnTo>
                      <a:pt x="8" y="152"/>
                    </a:lnTo>
                    <a:lnTo>
                      <a:pt x="8" y="149"/>
                    </a:lnTo>
                    <a:lnTo>
                      <a:pt x="8" y="149"/>
                    </a:lnTo>
                    <a:lnTo>
                      <a:pt x="8" y="149"/>
                    </a:lnTo>
                    <a:lnTo>
                      <a:pt x="8" y="147"/>
                    </a:lnTo>
                    <a:lnTo>
                      <a:pt x="10" y="147"/>
                    </a:lnTo>
                    <a:lnTo>
                      <a:pt x="10" y="147"/>
                    </a:lnTo>
                    <a:lnTo>
                      <a:pt x="10" y="144"/>
                    </a:lnTo>
                    <a:lnTo>
                      <a:pt x="10" y="144"/>
                    </a:lnTo>
                    <a:lnTo>
                      <a:pt x="10" y="144"/>
                    </a:lnTo>
                    <a:lnTo>
                      <a:pt x="10" y="142"/>
                    </a:lnTo>
                    <a:lnTo>
                      <a:pt x="10" y="142"/>
                    </a:lnTo>
                    <a:lnTo>
                      <a:pt x="10" y="142"/>
                    </a:lnTo>
                    <a:lnTo>
                      <a:pt x="10" y="140"/>
                    </a:lnTo>
                    <a:lnTo>
                      <a:pt x="10" y="140"/>
                    </a:lnTo>
                    <a:lnTo>
                      <a:pt x="12" y="140"/>
                    </a:lnTo>
                    <a:lnTo>
                      <a:pt x="12" y="140"/>
                    </a:lnTo>
                    <a:lnTo>
                      <a:pt x="15" y="140"/>
                    </a:lnTo>
                    <a:lnTo>
                      <a:pt x="15" y="140"/>
                    </a:lnTo>
                    <a:lnTo>
                      <a:pt x="15" y="140"/>
                    </a:lnTo>
                    <a:lnTo>
                      <a:pt x="15" y="140"/>
                    </a:lnTo>
                    <a:lnTo>
                      <a:pt x="15" y="137"/>
                    </a:lnTo>
                    <a:lnTo>
                      <a:pt x="17" y="137"/>
                    </a:lnTo>
                    <a:lnTo>
                      <a:pt x="17" y="137"/>
                    </a:lnTo>
                    <a:lnTo>
                      <a:pt x="17" y="137"/>
                    </a:lnTo>
                    <a:lnTo>
                      <a:pt x="19" y="137"/>
                    </a:lnTo>
                    <a:lnTo>
                      <a:pt x="19" y="135"/>
                    </a:lnTo>
                    <a:lnTo>
                      <a:pt x="19" y="135"/>
                    </a:lnTo>
                    <a:lnTo>
                      <a:pt x="19" y="135"/>
                    </a:lnTo>
                    <a:lnTo>
                      <a:pt x="19" y="135"/>
                    </a:lnTo>
                    <a:lnTo>
                      <a:pt x="19" y="133"/>
                    </a:lnTo>
                    <a:lnTo>
                      <a:pt x="19" y="133"/>
                    </a:lnTo>
                    <a:lnTo>
                      <a:pt x="19" y="133"/>
                    </a:lnTo>
                    <a:lnTo>
                      <a:pt x="19" y="130"/>
                    </a:lnTo>
                    <a:lnTo>
                      <a:pt x="19" y="130"/>
                    </a:lnTo>
                    <a:lnTo>
                      <a:pt x="19" y="128"/>
                    </a:lnTo>
                    <a:lnTo>
                      <a:pt x="19" y="128"/>
                    </a:lnTo>
                    <a:lnTo>
                      <a:pt x="19" y="128"/>
                    </a:lnTo>
                    <a:lnTo>
                      <a:pt x="22" y="128"/>
                    </a:lnTo>
                    <a:lnTo>
                      <a:pt x="22" y="128"/>
                    </a:lnTo>
                    <a:lnTo>
                      <a:pt x="22" y="125"/>
                    </a:lnTo>
                    <a:lnTo>
                      <a:pt x="22" y="125"/>
                    </a:lnTo>
                    <a:lnTo>
                      <a:pt x="22" y="125"/>
                    </a:lnTo>
                    <a:lnTo>
                      <a:pt x="22" y="125"/>
                    </a:lnTo>
                    <a:lnTo>
                      <a:pt x="24" y="125"/>
                    </a:lnTo>
                    <a:lnTo>
                      <a:pt x="24" y="125"/>
                    </a:lnTo>
                    <a:lnTo>
                      <a:pt x="26" y="125"/>
                    </a:lnTo>
                    <a:lnTo>
                      <a:pt x="26" y="125"/>
                    </a:lnTo>
                    <a:lnTo>
                      <a:pt x="26" y="125"/>
                    </a:lnTo>
                    <a:lnTo>
                      <a:pt x="26" y="125"/>
                    </a:lnTo>
                    <a:lnTo>
                      <a:pt x="26" y="128"/>
                    </a:lnTo>
                    <a:lnTo>
                      <a:pt x="29" y="128"/>
                    </a:lnTo>
                    <a:lnTo>
                      <a:pt x="29" y="128"/>
                    </a:lnTo>
                    <a:lnTo>
                      <a:pt x="29" y="128"/>
                    </a:lnTo>
                    <a:lnTo>
                      <a:pt x="29" y="128"/>
                    </a:lnTo>
                    <a:lnTo>
                      <a:pt x="29" y="130"/>
                    </a:lnTo>
                    <a:lnTo>
                      <a:pt x="31" y="130"/>
                    </a:lnTo>
                    <a:lnTo>
                      <a:pt x="31" y="130"/>
                    </a:lnTo>
                    <a:lnTo>
                      <a:pt x="31" y="130"/>
                    </a:lnTo>
                    <a:lnTo>
                      <a:pt x="31" y="133"/>
                    </a:lnTo>
                    <a:lnTo>
                      <a:pt x="34" y="133"/>
                    </a:lnTo>
                    <a:lnTo>
                      <a:pt x="34" y="133"/>
                    </a:lnTo>
                    <a:lnTo>
                      <a:pt x="34" y="133"/>
                    </a:lnTo>
                    <a:lnTo>
                      <a:pt x="34" y="135"/>
                    </a:lnTo>
                    <a:lnTo>
                      <a:pt x="34" y="135"/>
                    </a:lnTo>
                    <a:lnTo>
                      <a:pt x="36" y="135"/>
                    </a:lnTo>
                    <a:lnTo>
                      <a:pt x="36" y="135"/>
                    </a:lnTo>
                    <a:lnTo>
                      <a:pt x="36" y="135"/>
                    </a:lnTo>
                    <a:lnTo>
                      <a:pt x="36" y="135"/>
                    </a:lnTo>
                    <a:lnTo>
                      <a:pt x="36" y="137"/>
                    </a:lnTo>
                    <a:lnTo>
                      <a:pt x="36" y="137"/>
                    </a:lnTo>
                    <a:lnTo>
                      <a:pt x="36" y="137"/>
                    </a:lnTo>
                    <a:lnTo>
                      <a:pt x="38" y="137"/>
                    </a:lnTo>
                    <a:lnTo>
                      <a:pt x="38" y="140"/>
                    </a:lnTo>
                    <a:lnTo>
                      <a:pt x="38" y="140"/>
                    </a:lnTo>
                    <a:lnTo>
                      <a:pt x="38" y="140"/>
                    </a:lnTo>
                    <a:lnTo>
                      <a:pt x="41" y="140"/>
                    </a:lnTo>
                    <a:lnTo>
                      <a:pt x="41" y="140"/>
                    </a:lnTo>
                    <a:lnTo>
                      <a:pt x="41" y="142"/>
                    </a:lnTo>
                    <a:lnTo>
                      <a:pt x="41" y="142"/>
                    </a:lnTo>
                    <a:lnTo>
                      <a:pt x="43" y="142"/>
                    </a:lnTo>
                    <a:lnTo>
                      <a:pt x="43" y="142"/>
                    </a:lnTo>
                    <a:lnTo>
                      <a:pt x="43" y="142"/>
                    </a:lnTo>
                    <a:lnTo>
                      <a:pt x="43" y="140"/>
                    </a:lnTo>
                    <a:lnTo>
                      <a:pt x="45" y="140"/>
                    </a:lnTo>
                    <a:lnTo>
                      <a:pt x="45" y="140"/>
                    </a:lnTo>
                    <a:lnTo>
                      <a:pt x="48" y="140"/>
                    </a:lnTo>
                    <a:lnTo>
                      <a:pt x="48" y="140"/>
                    </a:lnTo>
                    <a:lnTo>
                      <a:pt x="48" y="140"/>
                    </a:lnTo>
                    <a:lnTo>
                      <a:pt x="48" y="140"/>
                    </a:lnTo>
                    <a:lnTo>
                      <a:pt x="50" y="140"/>
                    </a:lnTo>
                    <a:lnTo>
                      <a:pt x="50" y="137"/>
                    </a:lnTo>
                    <a:lnTo>
                      <a:pt x="50" y="137"/>
                    </a:lnTo>
                    <a:lnTo>
                      <a:pt x="53" y="137"/>
                    </a:lnTo>
                    <a:lnTo>
                      <a:pt x="53" y="137"/>
                    </a:lnTo>
                    <a:lnTo>
                      <a:pt x="53" y="137"/>
                    </a:lnTo>
                    <a:lnTo>
                      <a:pt x="53" y="135"/>
                    </a:lnTo>
                    <a:lnTo>
                      <a:pt x="53" y="135"/>
                    </a:lnTo>
                    <a:lnTo>
                      <a:pt x="53" y="135"/>
                    </a:lnTo>
                    <a:lnTo>
                      <a:pt x="50" y="135"/>
                    </a:lnTo>
                    <a:lnTo>
                      <a:pt x="50" y="135"/>
                    </a:lnTo>
                    <a:lnTo>
                      <a:pt x="50" y="135"/>
                    </a:lnTo>
                    <a:lnTo>
                      <a:pt x="50" y="133"/>
                    </a:lnTo>
                    <a:lnTo>
                      <a:pt x="50" y="133"/>
                    </a:lnTo>
                    <a:lnTo>
                      <a:pt x="50" y="133"/>
                    </a:lnTo>
                    <a:lnTo>
                      <a:pt x="50" y="133"/>
                    </a:lnTo>
                    <a:lnTo>
                      <a:pt x="50" y="130"/>
                    </a:lnTo>
                    <a:lnTo>
                      <a:pt x="48" y="130"/>
                    </a:lnTo>
                    <a:lnTo>
                      <a:pt x="48" y="130"/>
                    </a:lnTo>
                    <a:lnTo>
                      <a:pt x="48" y="128"/>
                    </a:lnTo>
                    <a:lnTo>
                      <a:pt x="48" y="128"/>
                    </a:lnTo>
                    <a:lnTo>
                      <a:pt x="48" y="128"/>
                    </a:lnTo>
                    <a:lnTo>
                      <a:pt x="48" y="125"/>
                    </a:lnTo>
                    <a:lnTo>
                      <a:pt x="48" y="125"/>
                    </a:lnTo>
                    <a:lnTo>
                      <a:pt x="48" y="125"/>
                    </a:lnTo>
                    <a:lnTo>
                      <a:pt x="48" y="125"/>
                    </a:lnTo>
                    <a:lnTo>
                      <a:pt x="48" y="123"/>
                    </a:lnTo>
                    <a:lnTo>
                      <a:pt x="48" y="123"/>
                    </a:lnTo>
                    <a:lnTo>
                      <a:pt x="48" y="121"/>
                    </a:lnTo>
                    <a:lnTo>
                      <a:pt x="45" y="121"/>
                    </a:lnTo>
                    <a:lnTo>
                      <a:pt x="45" y="121"/>
                    </a:lnTo>
                    <a:lnTo>
                      <a:pt x="48" y="121"/>
                    </a:lnTo>
                    <a:lnTo>
                      <a:pt x="48" y="121"/>
                    </a:lnTo>
                    <a:lnTo>
                      <a:pt x="48" y="121"/>
                    </a:lnTo>
                    <a:lnTo>
                      <a:pt x="48" y="121"/>
                    </a:lnTo>
                    <a:lnTo>
                      <a:pt x="50" y="121"/>
                    </a:lnTo>
                    <a:lnTo>
                      <a:pt x="50" y="121"/>
                    </a:lnTo>
                    <a:lnTo>
                      <a:pt x="50" y="123"/>
                    </a:lnTo>
                    <a:lnTo>
                      <a:pt x="53" y="123"/>
                    </a:lnTo>
                    <a:lnTo>
                      <a:pt x="53" y="121"/>
                    </a:lnTo>
                    <a:lnTo>
                      <a:pt x="53" y="121"/>
                    </a:lnTo>
                    <a:lnTo>
                      <a:pt x="53" y="121"/>
                    </a:lnTo>
                    <a:lnTo>
                      <a:pt x="53" y="121"/>
                    </a:lnTo>
                    <a:lnTo>
                      <a:pt x="55" y="121"/>
                    </a:lnTo>
                    <a:lnTo>
                      <a:pt x="55" y="118"/>
                    </a:lnTo>
                    <a:lnTo>
                      <a:pt x="55" y="118"/>
                    </a:lnTo>
                    <a:lnTo>
                      <a:pt x="55" y="118"/>
                    </a:lnTo>
                    <a:lnTo>
                      <a:pt x="55" y="118"/>
                    </a:lnTo>
                    <a:lnTo>
                      <a:pt x="57" y="118"/>
                    </a:lnTo>
                    <a:lnTo>
                      <a:pt x="57" y="116"/>
                    </a:lnTo>
                    <a:lnTo>
                      <a:pt x="57" y="116"/>
                    </a:lnTo>
                    <a:lnTo>
                      <a:pt x="60" y="116"/>
                    </a:lnTo>
                    <a:lnTo>
                      <a:pt x="60" y="116"/>
                    </a:lnTo>
                    <a:lnTo>
                      <a:pt x="60" y="116"/>
                    </a:lnTo>
                    <a:lnTo>
                      <a:pt x="60" y="116"/>
                    </a:lnTo>
                    <a:lnTo>
                      <a:pt x="62" y="116"/>
                    </a:lnTo>
                    <a:lnTo>
                      <a:pt x="62" y="116"/>
                    </a:lnTo>
                    <a:lnTo>
                      <a:pt x="62" y="116"/>
                    </a:lnTo>
                    <a:lnTo>
                      <a:pt x="62" y="116"/>
                    </a:lnTo>
                    <a:lnTo>
                      <a:pt x="64" y="116"/>
                    </a:lnTo>
                    <a:lnTo>
                      <a:pt x="64" y="114"/>
                    </a:lnTo>
                    <a:lnTo>
                      <a:pt x="62" y="114"/>
                    </a:lnTo>
                    <a:lnTo>
                      <a:pt x="62" y="114"/>
                    </a:lnTo>
                    <a:lnTo>
                      <a:pt x="62" y="114"/>
                    </a:lnTo>
                    <a:lnTo>
                      <a:pt x="62" y="111"/>
                    </a:lnTo>
                    <a:lnTo>
                      <a:pt x="62" y="111"/>
                    </a:lnTo>
                    <a:lnTo>
                      <a:pt x="62" y="111"/>
                    </a:lnTo>
                    <a:lnTo>
                      <a:pt x="62" y="109"/>
                    </a:lnTo>
                    <a:lnTo>
                      <a:pt x="62" y="109"/>
                    </a:lnTo>
                    <a:lnTo>
                      <a:pt x="64" y="109"/>
                    </a:lnTo>
                    <a:lnTo>
                      <a:pt x="64" y="109"/>
                    </a:lnTo>
                    <a:lnTo>
                      <a:pt x="67" y="109"/>
                    </a:lnTo>
                    <a:lnTo>
                      <a:pt x="67" y="109"/>
                    </a:lnTo>
                    <a:lnTo>
                      <a:pt x="67" y="109"/>
                    </a:lnTo>
                    <a:lnTo>
                      <a:pt x="69" y="109"/>
                    </a:lnTo>
                    <a:lnTo>
                      <a:pt x="69" y="109"/>
                    </a:lnTo>
                    <a:lnTo>
                      <a:pt x="69" y="109"/>
                    </a:lnTo>
                    <a:lnTo>
                      <a:pt x="71" y="109"/>
                    </a:lnTo>
                    <a:lnTo>
                      <a:pt x="71" y="109"/>
                    </a:lnTo>
                    <a:lnTo>
                      <a:pt x="71" y="106"/>
                    </a:lnTo>
                    <a:lnTo>
                      <a:pt x="74" y="106"/>
                    </a:lnTo>
                    <a:lnTo>
                      <a:pt x="74" y="106"/>
                    </a:lnTo>
                    <a:lnTo>
                      <a:pt x="74" y="106"/>
                    </a:lnTo>
                    <a:lnTo>
                      <a:pt x="74" y="106"/>
                    </a:lnTo>
                    <a:lnTo>
                      <a:pt x="74" y="106"/>
                    </a:lnTo>
                    <a:lnTo>
                      <a:pt x="76" y="106"/>
                    </a:lnTo>
                    <a:lnTo>
                      <a:pt x="76" y="106"/>
                    </a:lnTo>
                    <a:lnTo>
                      <a:pt x="76" y="106"/>
                    </a:lnTo>
                    <a:lnTo>
                      <a:pt x="79" y="106"/>
                    </a:lnTo>
                    <a:lnTo>
                      <a:pt x="79" y="104"/>
                    </a:lnTo>
                    <a:lnTo>
                      <a:pt x="79" y="104"/>
                    </a:lnTo>
                    <a:lnTo>
                      <a:pt x="81" y="104"/>
                    </a:lnTo>
                    <a:lnTo>
                      <a:pt x="81" y="104"/>
                    </a:lnTo>
                    <a:lnTo>
                      <a:pt x="81" y="104"/>
                    </a:lnTo>
                    <a:lnTo>
                      <a:pt x="83" y="104"/>
                    </a:lnTo>
                    <a:lnTo>
                      <a:pt x="83" y="104"/>
                    </a:lnTo>
                    <a:lnTo>
                      <a:pt x="83" y="104"/>
                    </a:lnTo>
                    <a:lnTo>
                      <a:pt x="83" y="102"/>
                    </a:lnTo>
                    <a:lnTo>
                      <a:pt x="83" y="102"/>
                    </a:lnTo>
                    <a:lnTo>
                      <a:pt x="83" y="102"/>
                    </a:lnTo>
                    <a:lnTo>
                      <a:pt x="86" y="102"/>
                    </a:lnTo>
                    <a:lnTo>
                      <a:pt x="86" y="99"/>
                    </a:lnTo>
                    <a:lnTo>
                      <a:pt x="86" y="99"/>
                    </a:lnTo>
                    <a:lnTo>
                      <a:pt x="88" y="99"/>
                    </a:lnTo>
                    <a:lnTo>
                      <a:pt x="88" y="99"/>
                    </a:lnTo>
                    <a:lnTo>
                      <a:pt x="88" y="97"/>
                    </a:lnTo>
                    <a:lnTo>
                      <a:pt x="88" y="97"/>
                    </a:lnTo>
                    <a:lnTo>
                      <a:pt x="88" y="97"/>
                    </a:lnTo>
                    <a:lnTo>
                      <a:pt x="88" y="97"/>
                    </a:lnTo>
                    <a:lnTo>
                      <a:pt x="88" y="97"/>
                    </a:lnTo>
                    <a:lnTo>
                      <a:pt x="90" y="97"/>
                    </a:lnTo>
                    <a:lnTo>
                      <a:pt x="90" y="97"/>
                    </a:lnTo>
                    <a:lnTo>
                      <a:pt x="93" y="97"/>
                    </a:lnTo>
                    <a:lnTo>
                      <a:pt x="93" y="97"/>
                    </a:lnTo>
                    <a:lnTo>
                      <a:pt x="93" y="97"/>
                    </a:lnTo>
                    <a:lnTo>
                      <a:pt x="93" y="97"/>
                    </a:lnTo>
                    <a:lnTo>
                      <a:pt x="93" y="97"/>
                    </a:lnTo>
                    <a:lnTo>
                      <a:pt x="93" y="95"/>
                    </a:lnTo>
                    <a:lnTo>
                      <a:pt x="93" y="95"/>
                    </a:lnTo>
                    <a:lnTo>
                      <a:pt x="93" y="95"/>
                    </a:lnTo>
                    <a:lnTo>
                      <a:pt x="93" y="92"/>
                    </a:lnTo>
                    <a:lnTo>
                      <a:pt x="93" y="92"/>
                    </a:lnTo>
                    <a:lnTo>
                      <a:pt x="95" y="92"/>
                    </a:lnTo>
                    <a:lnTo>
                      <a:pt x="95" y="92"/>
                    </a:lnTo>
                    <a:lnTo>
                      <a:pt x="95" y="95"/>
                    </a:lnTo>
                    <a:lnTo>
                      <a:pt x="95" y="95"/>
                    </a:lnTo>
                    <a:lnTo>
                      <a:pt x="95" y="95"/>
                    </a:lnTo>
                    <a:lnTo>
                      <a:pt x="97" y="95"/>
                    </a:lnTo>
                    <a:lnTo>
                      <a:pt x="97" y="95"/>
                    </a:lnTo>
                    <a:lnTo>
                      <a:pt x="100" y="95"/>
                    </a:lnTo>
                    <a:lnTo>
                      <a:pt x="100" y="95"/>
                    </a:lnTo>
                    <a:lnTo>
                      <a:pt x="100" y="95"/>
                    </a:lnTo>
                    <a:lnTo>
                      <a:pt x="102" y="95"/>
                    </a:lnTo>
                    <a:lnTo>
                      <a:pt x="102" y="95"/>
                    </a:lnTo>
                    <a:lnTo>
                      <a:pt x="102" y="95"/>
                    </a:lnTo>
                    <a:lnTo>
                      <a:pt x="105" y="95"/>
                    </a:lnTo>
                    <a:lnTo>
                      <a:pt x="105" y="95"/>
                    </a:lnTo>
                    <a:lnTo>
                      <a:pt x="105" y="97"/>
                    </a:lnTo>
                    <a:lnTo>
                      <a:pt x="107" y="97"/>
                    </a:lnTo>
                    <a:lnTo>
                      <a:pt x="107" y="97"/>
                    </a:lnTo>
                    <a:lnTo>
                      <a:pt x="105" y="97"/>
                    </a:lnTo>
                    <a:lnTo>
                      <a:pt x="105" y="97"/>
                    </a:lnTo>
                    <a:lnTo>
                      <a:pt x="102" y="97"/>
                    </a:lnTo>
                    <a:lnTo>
                      <a:pt x="102" y="97"/>
                    </a:lnTo>
                    <a:lnTo>
                      <a:pt x="105" y="97"/>
                    </a:lnTo>
                    <a:lnTo>
                      <a:pt x="105" y="99"/>
                    </a:lnTo>
                    <a:lnTo>
                      <a:pt x="105" y="99"/>
                    </a:lnTo>
                    <a:lnTo>
                      <a:pt x="107" y="99"/>
                    </a:lnTo>
                    <a:lnTo>
                      <a:pt x="107" y="99"/>
                    </a:lnTo>
                    <a:lnTo>
                      <a:pt x="107" y="99"/>
                    </a:lnTo>
                    <a:lnTo>
                      <a:pt x="109" y="99"/>
                    </a:lnTo>
                    <a:lnTo>
                      <a:pt x="109" y="99"/>
                    </a:lnTo>
                    <a:lnTo>
                      <a:pt x="109" y="97"/>
                    </a:lnTo>
                    <a:lnTo>
                      <a:pt x="109" y="97"/>
                    </a:lnTo>
                    <a:lnTo>
                      <a:pt x="112" y="97"/>
                    </a:lnTo>
                    <a:lnTo>
                      <a:pt x="112" y="99"/>
                    </a:lnTo>
                    <a:lnTo>
                      <a:pt x="112" y="99"/>
                    </a:lnTo>
                    <a:lnTo>
                      <a:pt x="112" y="99"/>
                    </a:lnTo>
                    <a:lnTo>
                      <a:pt x="112" y="99"/>
                    </a:lnTo>
                    <a:lnTo>
                      <a:pt x="114" y="99"/>
                    </a:lnTo>
                    <a:lnTo>
                      <a:pt x="114" y="99"/>
                    </a:lnTo>
                    <a:lnTo>
                      <a:pt x="114" y="99"/>
                    </a:lnTo>
                    <a:lnTo>
                      <a:pt x="114" y="97"/>
                    </a:lnTo>
                    <a:lnTo>
                      <a:pt x="114" y="97"/>
                    </a:lnTo>
                    <a:lnTo>
                      <a:pt x="114" y="97"/>
                    </a:lnTo>
                    <a:lnTo>
                      <a:pt x="114" y="97"/>
                    </a:lnTo>
                    <a:lnTo>
                      <a:pt x="114" y="97"/>
                    </a:lnTo>
                    <a:lnTo>
                      <a:pt x="114" y="95"/>
                    </a:lnTo>
                    <a:lnTo>
                      <a:pt x="116" y="95"/>
                    </a:lnTo>
                    <a:lnTo>
                      <a:pt x="116" y="95"/>
                    </a:lnTo>
                    <a:lnTo>
                      <a:pt x="116" y="95"/>
                    </a:lnTo>
                    <a:lnTo>
                      <a:pt x="119" y="95"/>
                    </a:lnTo>
                    <a:lnTo>
                      <a:pt x="119" y="95"/>
                    </a:lnTo>
                    <a:lnTo>
                      <a:pt x="121" y="95"/>
                    </a:lnTo>
                    <a:lnTo>
                      <a:pt x="121" y="95"/>
                    </a:lnTo>
                    <a:lnTo>
                      <a:pt x="121" y="95"/>
                    </a:lnTo>
                    <a:lnTo>
                      <a:pt x="124" y="95"/>
                    </a:lnTo>
                    <a:lnTo>
                      <a:pt x="124" y="95"/>
                    </a:lnTo>
                    <a:lnTo>
                      <a:pt x="124" y="95"/>
                    </a:lnTo>
                    <a:lnTo>
                      <a:pt x="126" y="95"/>
                    </a:lnTo>
                    <a:lnTo>
                      <a:pt x="126" y="95"/>
                    </a:lnTo>
                    <a:lnTo>
                      <a:pt x="126" y="92"/>
                    </a:lnTo>
                    <a:lnTo>
                      <a:pt x="126" y="92"/>
                    </a:lnTo>
                    <a:lnTo>
                      <a:pt x="128" y="92"/>
                    </a:lnTo>
                    <a:lnTo>
                      <a:pt x="128" y="95"/>
                    </a:lnTo>
                    <a:lnTo>
                      <a:pt x="128" y="95"/>
                    </a:lnTo>
                    <a:lnTo>
                      <a:pt x="128" y="97"/>
                    </a:lnTo>
                    <a:lnTo>
                      <a:pt x="128" y="97"/>
                    </a:lnTo>
                    <a:lnTo>
                      <a:pt x="128" y="97"/>
                    </a:lnTo>
                    <a:lnTo>
                      <a:pt x="128" y="97"/>
                    </a:lnTo>
                    <a:lnTo>
                      <a:pt x="131" y="97"/>
                    </a:lnTo>
                    <a:lnTo>
                      <a:pt x="131" y="97"/>
                    </a:lnTo>
                    <a:lnTo>
                      <a:pt x="131" y="99"/>
                    </a:lnTo>
                    <a:lnTo>
                      <a:pt x="131" y="99"/>
                    </a:lnTo>
                    <a:lnTo>
                      <a:pt x="131" y="99"/>
                    </a:lnTo>
                    <a:lnTo>
                      <a:pt x="133" y="99"/>
                    </a:lnTo>
                    <a:lnTo>
                      <a:pt x="133" y="99"/>
                    </a:lnTo>
                    <a:lnTo>
                      <a:pt x="133" y="99"/>
                    </a:lnTo>
                    <a:lnTo>
                      <a:pt x="135" y="99"/>
                    </a:lnTo>
                    <a:lnTo>
                      <a:pt x="135" y="99"/>
                    </a:lnTo>
                    <a:lnTo>
                      <a:pt x="135" y="99"/>
                    </a:lnTo>
                    <a:lnTo>
                      <a:pt x="135" y="99"/>
                    </a:lnTo>
                    <a:lnTo>
                      <a:pt x="138" y="99"/>
                    </a:lnTo>
                    <a:lnTo>
                      <a:pt x="138" y="99"/>
                    </a:lnTo>
                    <a:lnTo>
                      <a:pt x="140" y="99"/>
                    </a:lnTo>
                    <a:lnTo>
                      <a:pt x="140" y="99"/>
                    </a:lnTo>
                    <a:lnTo>
                      <a:pt x="140" y="99"/>
                    </a:lnTo>
                    <a:lnTo>
                      <a:pt x="140" y="99"/>
                    </a:lnTo>
                    <a:lnTo>
                      <a:pt x="140" y="99"/>
                    </a:lnTo>
                    <a:lnTo>
                      <a:pt x="142" y="99"/>
                    </a:lnTo>
                    <a:lnTo>
                      <a:pt x="142" y="99"/>
                    </a:lnTo>
                    <a:lnTo>
                      <a:pt x="142" y="99"/>
                    </a:lnTo>
                    <a:lnTo>
                      <a:pt x="145" y="99"/>
                    </a:lnTo>
                    <a:lnTo>
                      <a:pt x="145" y="97"/>
                    </a:lnTo>
                    <a:lnTo>
                      <a:pt x="145" y="97"/>
                    </a:lnTo>
                    <a:lnTo>
                      <a:pt x="145" y="99"/>
                    </a:lnTo>
                    <a:lnTo>
                      <a:pt x="147" y="99"/>
                    </a:lnTo>
                    <a:lnTo>
                      <a:pt x="147" y="99"/>
                    </a:lnTo>
                    <a:lnTo>
                      <a:pt x="147" y="99"/>
                    </a:lnTo>
                    <a:lnTo>
                      <a:pt x="150" y="99"/>
                    </a:lnTo>
                    <a:lnTo>
                      <a:pt x="150" y="99"/>
                    </a:lnTo>
                    <a:lnTo>
                      <a:pt x="150" y="99"/>
                    </a:lnTo>
                    <a:lnTo>
                      <a:pt x="150" y="99"/>
                    </a:lnTo>
                    <a:lnTo>
                      <a:pt x="152" y="99"/>
                    </a:lnTo>
                    <a:lnTo>
                      <a:pt x="152" y="102"/>
                    </a:lnTo>
                    <a:lnTo>
                      <a:pt x="152" y="102"/>
                    </a:lnTo>
                    <a:lnTo>
                      <a:pt x="154" y="102"/>
                    </a:lnTo>
                    <a:lnTo>
                      <a:pt x="154" y="102"/>
                    </a:lnTo>
                    <a:lnTo>
                      <a:pt x="154" y="102"/>
                    </a:lnTo>
                    <a:lnTo>
                      <a:pt x="154" y="104"/>
                    </a:lnTo>
                    <a:lnTo>
                      <a:pt x="154" y="104"/>
                    </a:lnTo>
                    <a:lnTo>
                      <a:pt x="154" y="104"/>
                    </a:lnTo>
                    <a:lnTo>
                      <a:pt x="154" y="106"/>
                    </a:lnTo>
                    <a:lnTo>
                      <a:pt x="157" y="106"/>
                    </a:lnTo>
                    <a:lnTo>
                      <a:pt x="157" y="106"/>
                    </a:lnTo>
                    <a:lnTo>
                      <a:pt x="157" y="106"/>
                    </a:lnTo>
                    <a:lnTo>
                      <a:pt x="159" y="106"/>
                    </a:lnTo>
                    <a:lnTo>
                      <a:pt x="159" y="106"/>
                    </a:lnTo>
                    <a:lnTo>
                      <a:pt x="159" y="106"/>
                    </a:lnTo>
                    <a:lnTo>
                      <a:pt x="161" y="106"/>
                    </a:lnTo>
                    <a:lnTo>
                      <a:pt x="161" y="106"/>
                    </a:lnTo>
                    <a:lnTo>
                      <a:pt x="161" y="106"/>
                    </a:lnTo>
                    <a:lnTo>
                      <a:pt x="161" y="106"/>
                    </a:lnTo>
                    <a:lnTo>
                      <a:pt x="164" y="106"/>
                    </a:lnTo>
                    <a:lnTo>
                      <a:pt x="164" y="109"/>
                    </a:lnTo>
                    <a:lnTo>
                      <a:pt x="164" y="109"/>
                    </a:lnTo>
                    <a:lnTo>
                      <a:pt x="166" y="109"/>
                    </a:lnTo>
                    <a:lnTo>
                      <a:pt x="166" y="109"/>
                    </a:lnTo>
                    <a:lnTo>
                      <a:pt x="166" y="109"/>
                    </a:lnTo>
                    <a:lnTo>
                      <a:pt x="166" y="111"/>
                    </a:lnTo>
                    <a:lnTo>
                      <a:pt x="166" y="111"/>
                    </a:lnTo>
                    <a:lnTo>
                      <a:pt x="166" y="111"/>
                    </a:lnTo>
                    <a:lnTo>
                      <a:pt x="166" y="114"/>
                    </a:lnTo>
                    <a:lnTo>
                      <a:pt x="168" y="114"/>
                    </a:lnTo>
                    <a:lnTo>
                      <a:pt x="168" y="114"/>
                    </a:lnTo>
                    <a:lnTo>
                      <a:pt x="168" y="114"/>
                    </a:lnTo>
                    <a:lnTo>
                      <a:pt x="168" y="116"/>
                    </a:lnTo>
                    <a:lnTo>
                      <a:pt x="168" y="116"/>
                    </a:lnTo>
                    <a:lnTo>
                      <a:pt x="171" y="116"/>
                    </a:lnTo>
                    <a:lnTo>
                      <a:pt x="171" y="116"/>
                    </a:lnTo>
                    <a:lnTo>
                      <a:pt x="173" y="116"/>
                    </a:lnTo>
                    <a:lnTo>
                      <a:pt x="173" y="116"/>
                    </a:lnTo>
                    <a:lnTo>
                      <a:pt x="173" y="116"/>
                    </a:lnTo>
                    <a:lnTo>
                      <a:pt x="173" y="116"/>
                    </a:lnTo>
                    <a:lnTo>
                      <a:pt x="173" y="116"/>
                    </a:lnTo>
                    <a:lnTo>
                      <a:pt x="173" y="118"/>
                    </a:lnTo>
                    <a:lnTo>
                      <a:pt x="173" y="118"/>
                    </a:lnTo>
                    <a:lnTo>
                      <a:pt x="173" y="121"/>
                    </a:lnTo>
                    <a:lnTo>
                      <a:pt x="171" y="121"/>
                    </a:lnTo>
                    <a:lnTo>
                      <a:pt x="171" y="121"/>
                    </a:lnTo>
                    <a:lnTo>
                      <a:pt x="173" y="121"/>
                    </a:lnTo>
                    <a:lnTo>
                      <a:pt x="173" y="123"/>
                    </a:lnTo>
                    <a:lnTo>
                      <a:pt x="173" y="123"/>
                    </a:lnTo>
                    <a:lnTo>
                      <a:pt x="173" y="123"/>
                    </a:lnTo>
                    <a:lnTo>
                      <a:pt x="173" y="123"/>
                    </a:lnTo>
                    <a:lnTo>
                      <a:pt x="176" y="123"/>
                    </a:lnTo>
                    <a:lnTo>
                      <a:pt x="176" y="123"/>
                    </a:lnTo>
                    <a:lnTo>
                      <a:pt x="176" y="123"/>
                    </a:lnTo>
                    <a:lnTo>
                      <a:pt x="176" y="123"/>
                    </a:lnTo>
                    <a:lnTo>
                      <a:pt x="176" y="121"/>
                    </a:lnTo>
                    <a:lnTo>
                      <a:pt x="178" y="121"/>
                    </a:lnTo>
                    <a:lnTo>
                      <a:pt x="178" y="121"/>
                    </a:lnTo>
                    <a:lnTo>
                      <a:pt x="178" y="118"/>
                    </a:lnTo>
                    <a:lnTo>
                      <a:pt x="176" y="118"/>
                    </a:lnTo>
                    <a:lnTo>
                      <a:pt x="176" y="118"/>
                    </a:lnTo>
                    <a:lnTo>
                      <a:pt x="176" y="116"/>
                    </a:lnTo>
                    <a:lnTo>
                      <a:pt x="176" y="116"/>
                    </a:lnTo>
                    <a:lnTo>
                      <a:pt x="176" y="116"/>
                    </a:lnTo>
                    <a:lnTo>
                      <a:pt x="178" y="116"/>
                    </a:lnTo>
                    <a:lnTo>
                      <a:pt x="178" y="116"/>
                    </a:lnTo>
                    <a:lnTo>
                      <a:pt x="180" y="116"/>
                    </a:lnTo>
                    <a:lnTo>
                      <a:pt x="180" y="116"/>
                    </a:lnTo>
                    <a:lnTo>
                      <a:pt x="180" y="116"/>
                    </a:lnTo>
                    <a:lnTo>
                      <a:pt x="180" y="116"/>
                    </a:lnTo>
                    <a:lnTo>
                      <a:pt x="183" y="116"/>
                    </a:lnTo>
                    <a:lnTo>
                      <a:pt x="183" y="116"/>
                    </a:lnTo>
                    <a:lnTo>
                      <a:pt x="183" y="116"/>
                    </a:lnTo>
                    <a:lnTo>
                      <a:pt x="183" y="116"/>
                    </a:lnTo>
                    <a:lnTo>
                      <a:pt x="183" y="114"/>
                    </a:lnTo>
                    <a:lnTo>
                      <a:pt x="185" y="114"/>
                    </a:lnTo>
                    <a:lnTo>
                      <a:pt x="185" y="114"/>
                    </a:lnTo>
                    <a:lnTo>
                      <a:pt x="185" y="116"/>
                    </a:lnTo>
                    <a:lnTo>
                      <a:pt x="185" y="116"/>
                    </a:lnTo>
                    <a:lnTo>
                      <a:pt x="185" y="116"/>
                    </a:lnTo>
                    <a:lnTo>
                      <a:pt x="187" y="116"/>
                    </a:lnTo>
                    <a:lnTo>
                      <a:pt x="187" y="116"/>
                    </a:lnTo>
                    <a:lnTo>
                      <a:pt x="187" y="118"/>
                    </a:lnTo>
                    <a:lnTo>
                      <a:pt x="187" y="118"/>
                    </a:lnTo>
                    <a:lnTo>
                      <a:pt x="190" y="118"/>
                    </a:lnTo>
                    <a:lnTo>
                      <a:pt x="190" y="118"/>
                    </a:lnTo>
                    <a:lnTo>
                      <a:pt x="190" y="118"/>
                    </a:lnTo>
                    <a:lnTo>
                      <a:pt x="190" y="121"/>
                    </a:lnTo>
                    <a:lnTo>
                      <a:pt x="190" y="121"/>
                    </a:lnTo>
                    <a:lnTo>
                      <a:pt x="192" y="121"/>
                    </a:lnTo>
                    <a:lnTo>
                      <a:pt x="192" y="121"/>
                    </a:lnTo>
                    <a:lnTo>
                      <a:pt x="195" y="121"/>
                    </a:lnTo>
                    <a:lnTo>
                      <a:pt x="195" y="121"/>
                    </a:lnTo>
                    <a:lnTo>
                      <a:pt x="195" y="121"/>
                    </a:lnTo>
                    <a:lnTo>
                      <a:pt x="195" y="121"/>
                    </a:lnTo>
                    <a:lnTo>
                      <a:pt x="197" y="121"/>
                    </a:lnTo>
                    <a:lnTo>
                      <a:pt x="197" y="123"/>
                    </a:lnTo>
                    <a:lnTo>
                      <a:pt x="197" y="123"/>
                    </a:lnTo>
                    <a:lnTo>
                      <a:pt x="199" y="123"/>
                    </a:lnTo>
                    <a:lnTo>
                      <a:pt x="199" y="123"/>
                    </a:lnTo>
                    <a:lnTo>
                      <a:pt x="199" y="123"/>
                    </a:lnTo>
                    <a:lnTo>
                      <a:pt x="199" y="121"/>
                    </a:lnTo>
                    <a:lnTo>
                      <a:pt x="202" y="121"/>
                    </a:lnTo>
                    <a:lnTo>
                      <a:pt x="202" y="121"/>
                    </a:lnTo>
                    <a:lnTo>
                      <a:pt x="202" y="121"/>
                    </a:lnTo>
                    <a:lnTo>
                      <a:pt x="202" y="121"/>
                    </a:lnTo>
                    <a:lnTo>
                      <a:pt x="204" y="121"/>
                    </a:lnTo>
                    <a:lnTo>
                      <a:pt x="204" y="121"/>
                    </a:lnTo>
                    <a:lnTo>
                      <a:pt x="204" y="118"/>
                    </a:lnTo>
                    <a:lnTo>
                      <a:pt x="206" y="118"/>
                    </a:lnTo>
                    <a:lnTo>
                      <a:pt x="206" y="118"/>
                    </a:lnTo>
                    <a:lnTo>
                      <a:pt x="206" y="118"/>
                    </a:lnTo>
                    <a:lnTo>
                      <a:pt x="206" y="118"/>
                    </a:lnTo>
                    <a:lnTo>
                      <a:pt x="209" y="118"/>
                    </a:lnTo>
                    <a:lnTo>
                      <a:pt x="209" y="116"/>
                    </a:lnTo>
                    <a:lnTo>
                      <a:pt x="209" y="116"/>
                    </a:lnTo>
                    <a:lnTo>
                      <a:pt x="209" y="116"/>
                    </a:lnTo>
                    <a:lnTo>
                      <a:pt x="209" y="116"/>
                    </a:lnTo>
                    <a:lnTo>
                      <a:pt x="209" y="114"/>
                    </a:lnTo>
                    <a:lnTo>
                      <a:pt x="209" y="114"/>
                    </a:lnTo>
                    <a:lnTo>
                      <a:pt x="211" y="114"/>
                    </a:lnTo>
                    <a:lnTo>
                      <a:pt x="211" y="114"/>
                    </a:lnTo>
                    <a:lnTo>
                      <a:pt x="213" y="114"/>
                    </a:lnTo>
                    <a:lnTo>
                      <a:pt x="213" y="114"/>
                    </a:lnTo>
                    <a:lnTo>
                      <a:pt x="213" y="114"/>
                    </a:lnTo>
                    <a:lnTo>
                      <a:pt x="213" y="114"/>
                    </a:lnTo>
                    <a:lnTo>
                      <a:pt x="216" y="114"/>
                    </a:lnTo>
                    <a:lnTo>
                      <a:pt x="216" y="111"/>
                    </a:lnTo>
                    <a:lnTo>
                      <a:pt x="216" y="111"/>
                    </a:lnTo>
                    <a:lnTo>
                      <a:pt x="216" y="109"/>
                    </a:lnTo>
                    <a:lnTo>
                      <a:pt x="216" y="109"/>
                    </a:lnTo>
                    <a:lnTo>
                      <a:pt x="216" y="109"/>
                    </a:lnTo>
                    <a:lnTo>
                      <a:pt x="216" y="111"/>
                    </a:lnTo>
                    <a:lnTo>
                      <a:pt x="218" y="111"/>
                    </a:lnTo>
                    <a:lnTo>
                      <a:pt x="218" y="111"/>
                    </a:lnTo>
                    <a:lnTo>
                      <a:pt x="218" y="111"/>
                    </a:lnTo>
                    <a:lnTo>
                      <a:pt x="221" y="111"/>
                    </a:lnTo>
                    <a:lnTo>
                      <a:pt x="221" y="111"/>
                    </a:lnTo>
                    <a:lnTo>
                      <a:pt x="221" y="114"/>
                    </a:lnTo>
                    <a:lnTo>
                      <a:pt x="221" y="114"/>
                    </a:lnTo>
                    <a:lnTo>
                      <a:pt x="221" y="111"/>
                    </a:lnTo>
                    <a:lnTo>
                      <a:pt x="221" y="111"/>
                    </a:lnTo>
                    <a:lnTo>
                      <a:pt x="221" y="111"/>
                    </a:lnTo>
                    <a:lnTo>
                      <a:pt x="221" y="109"/>
                    </a:lnTo>
                    <a:lnTo>
                      <a:pt x="221" y="109"/>
                    </a:lnTo>
                    <a:lnTo>
                      <a:pt x="223" y="109"/>
                    </a:lnTo>
                    <a:lnTo>
                      <a:pt x="223" y="109"/>
                    </a:lnTo>
                    <a:lnTo>
                      <a:pt x="223" y="109"/>
                    </a:lnTo>
                    <a:lnTo>
                      <a:pt x="223" y="111"/>
                    </a:lnTo>
                    <a:lnTo>
                      <a:pt x="225" y="111"/>
                    </a:lnTo>
                    <a:lnTo>
                      <a:pt x="225" y="109"/>
                    </a:lnTo>
                    <a:lnTo>
                      <a:pt x="225" y="109"/>
                    </a:lnTo>
                    <a:lnTo>
                      <a:pt x="228" y="109"/>
                    </a:lnTo>
                    <a:lnTo>
                      <a:pt x="228" y="111"/>
                    </a:lnTo>
                    <a:lnTo>
                      <a:pt x="228" y="111"/>
                    </a:lnTo>
                    <a:lnTo>
                      <a:pt x="228" y="111"/>
                    </a:lnTo>
                    <a:lnTo>
                      <a:pt x="228" y="109"/>
                    </a:lnTo>
                    <a:lnTo>
                      <a:pt x="230" y="109"/>
                    </a:lnTo>
                    <a:lnTo>
                      <a:pt x="230" y="109"/>
                    </a:lnTo>
                    <a:lnTo>
                      <a:pt x="232" y="109"/>
                    </a:lnTo>
                    <a:lnTo>
                      <a:pt x="232" y="111"/>
                    </a:lnTo>
                    <a:lnTo>
                      <a:pt x="232" y="111"/>
                    </a:lnTo>
                    <a:lnTo>
                      <a:pt x="232" y="111"/>
                    </a:lnTo>
                    <a:lnTo>
                      <a:pt x="232" y="111"/>
                    </a:lnTo>
                    <a:lnTo>
                      <a:pt x="235" y="111"/>
                    </a:lnTo>
                    <a:lnTo>
                      <a:pt x="235" y="114"/>
                    </a:lnTo>
                    <a:lnTo>
                      <a:pt x="235" y="114"/>
                    </a:lnTo>
                    <a:lnTo>
                      <a:pt x="235" y="114"/>
                    </a:lnTo>
                    <a:lnTo>
                      <a:pt x="235" y="114"/>
                    </a:lnTo>
                    <a:lnTo>
                      <a:pt x="235" y="116"/>
                    </a:lnTo>
                    <a:lnTo>
                      <a:pt x="237" y="116"/>
                    </a:lnTo>
                    <a:lnTo>
                      <a:pt x="237" y="116"/>
                    </a:lnTo>
                    <a:lnTo>
                      <a:pt x="237" y="114"/>
                    </a:lnTo>
                    <a:lnTo>
                      <a:pt x="239" y="114"/>
                    </a:lnTo>
                    <a:lnTo>
                      <a:pt x="239" y="114"/>
                    </a:lnTo>
                    <a:lnTo>
                      <a:pt x="239" y="114"/>
                    </a:lnTo>
                    <a:lnTo>
                      <a:pt x="239" y="114"/>
                    </a:lnTo>
                    <a:lnTo>
                      <a:pt x="242" y="114"/>
                    </a:lnTo>
                    <a:lnTo>
                      <a:pt x="242" y="114"/>
                    </a:lnTo>
                    <a:lnTo>
                      <a:pt x="242" y="114"/>
                    </a:lnTo>
                    <a:lnTo>
                      <a:pt x="242" y="114"/>
                    </a:lnTo>
                    <a:lnTo>
                      <a:pt x="242" y="114"/>
                    </a:lnTo>
                    <a:lnTo>
                      <a:pt x="242" y="111"/>
                    </a:lnTo>
                    <a:lnTo>
                      <a:pt x="242" y="111"/>
                    </a:lnTo>
                    <a:lnTo>
                      <a:pt x="242" y="109"/>
                    </a:lnTo>
                    <a:lnTo>
                      <a:pt x="242" y="109"/>
                    </a:lnTo>
                    <a:lnTo>
                      <a:pt x="244" y="109"/>
                    </a:lnTo>
                    <a:lnTo>
                      <a:pt x="244" y="109"/>
                    </a:lnTo>
                    <a:lnTo>
                      <a:pt x="247" y="109"/>
                    </a:lnTo>
                    <a:lnTo>
                      <a:pt x="247" y="109"/>
                    </a:lnTo>
                    <a:lnTo>
                      <a:pt x="247" y="109"/>
                    </a:lnTo>
                    <a:lnTo>
                      <a:pt x="247" y="109"/>
                    </a:lnTo>
                    <a:lnTo>
                      <a:pt x="249" y="109"/>
                    </a:lnTo>
                    <a:lnTo>
                      <a:pt x="249" y="109"/>
                    </a:lnTo>
                    <a:lnTo>
                      <a:pt x="249" y="109"/>
                    </a:lnTo>
                    <a:lnTo>
                      <a:pt x="249" y="109"/>
                    </a:lnTo>
                    <a:lnTo>
                      <a:pt x="249" y="109"/>
                    </a:lnTo>
                    <a:lnTo>
                      <a:pt x="251" y="109"/>
                    </a:lnTo>
                    <a:lnTo>
                      <a:pt x="251" y="109"/>
                    </a:lnTo>
                    <a:lnTo>
                      <a:pt x="254" y="109"/>
                    </a:lnTo>
                    <a:lnTo>
                      <a:pt x="254" y="109"/>
                    </a:lnTo>
                    <a:lnTo>
                      <a:pt x="254" y="109"/>
                    </a:lnTo>
                    <a:lnTo>
                      <a:pt x="254" y="106"/>
                    </a:lnTo>
                    <a:lnTo>
                      <a:pt x="254" y="106"/>
                    </a:lnTo>
                    <a:lnTo>
                      <a:pt x="256" y="106"/>
                    </a:lnTo>
                    <a:lnTo>
                      <a:pt x="256" y="109"/>
                    </a:lnTo>
                    <a:lnTo>
                      <a:pt x="256" y="109"/>
                    </a:lnTo>
                    <a:lnTo>
                      <a:pt x="256" y="109"/>
                    </a:lnTo>
                    <a:lnTo>
                      <a:pt x="256" y="109"/>
                    </a:lnTo>
                    <a:lnTo>
                      <a:pt x="258" y="109"/>
                    </a:lnTo>
                    <a:lnTo>
                      <a:pt x="258" y="109"/>
                    </a:lnTo>
                    <a:lnTo>
                      <a:pt x="261" y="109"/>
                    </a:lnTo>
                    <a:lnTo>
                      <a:pt x="261" y="111"/>
                    </a:lnTo>
                    <a:lnTo>
                      <a:pt x="261" y="111"/>
                    </a:lnTo>
                    <a:lnTo>
                      <a:pt x="261" y="111"/>
                    </a:lnTo>
                    <a:lnTo>
                      <a:pt x="261" y="114"/>
                    </a:lnTo>
                    <a:lnTo>
                      <a:pt x="261" y="114"/>
                    </a:lnTo>
                    <a:lnTo>
                      <a:pt x="261" y="116"/>
                    </a:lnTo>
                    <a:lnTo>
                      <a:pt x="261" y="116"/>
                    </a:lnTo>
                    <a:lnTo>
                      <a:pt x="261" y="116"/>
                    </a:lnTo>
                    <a:lnTo>
                      <a:pt x="263" y="116"/>
                    </a:lnTo>
                    <a:lnTo>
                      <a:pt x="263" y="116"/>
                    </a:lnTo>
                    <a:lnTo>
                      <a:pt x="266" y="116"/>
                    </a:lnTo>
                    <a:lnTo>
                      <a:pt x="266" y="116"/>
                    </a:lnTo>
                    <a:lnTo>
                      <a:pt x="266" y="116"/>
                    </a:lnTo>
                    <a:lnTo>
                      <a:pt x="266" y="118"/>
                    </a:lnTo>
                    <a:lnTo>
                      <a:pt x="266" y="118"/>
                    </a:lnTo>
                    <a:lnTo>
                      <a:pt x="268" y="118"/>
                    </a:lnTo>
                    <a:lnTo>
                      <a:pt x="268" y="118"/>
                    </a:lnTo>
                    <a:lnTo>
                      <a:pt x="268" y="118"/>
                    </a:lnTo>
                    <a:lnTo>
                      <a:pt x="268" y="118"/>
                    </a:lnTo>
                    <a:lnTo>
                      <a:pt x="270" y="118"/>
                    </a:lnTo>
                    <a:lnTo>
                      <a:pt x="270" y="118"/>
                    </a:lnTo>
                    <a:lnTo>
                      <a:pt x="273" y="118"/>
                    </a:lnTo>
                    <a:lnTo>
                      <a:pt x="273" y="121"/>
                    </a:lnTo>
                    <a:lnTo>
                      <a:pt x="273" y="121"/>
                    </a:lnTo>
                    <a:lnTo>
                      <a:pt x="273" y="121"/>
                    </a:lnTo>
                    <a:lnTo>
                      <a:pt x="275" y="121"/>
                    </a:lnTo>
                    <a:lnTo>
                      <a:pt x="275" y="121"/>
                    </a:lnTo>
                    <a:lnTo>
                      <a:pt x="275" y="121"/>
                    </a:lnTo>
                    <a:lnTo>
                      <a:pt x="277" y="121"/>
                    </a:lnTo>
                    <a:lnTo>
                      <a:pt x="277" y="121"/>
                    </a:lnTo>
                    <a:lnTo>
                      <a:pt x="280" y="121"/>
                    </a:lnTo>
                    <a:lnTo>
                      <a:pt x="280" y="121"/>
                    </a:lnTo>
                    <a:lnTo>
                      <a:pt x="280" y="121"/>
                    </a:lnTo>
                    <a:lnTo>
                      <a:pt x="280" y="121"/>
                    </a:lnTo>
                    <a:lnTo>
                      <a:pt x="282" y="121"/>
                    </a:lnTo>
                    <a:lnTo>
                      <a:pt x="282" y="123"/>
                    </a:lnTo>
                    <a:lnTo>
                      <a:pt x="280" y="123"/>
                    </a:lnTo>
                    <a:lnTo>
                      <a:pt x="280" y="123"/>
                    </a:lnTo>
                    <a:lnTo>
                      <a:pt x="282" y="123"/>
                    </a:lnTo>
                    <a:lnTo>
                      <a:pt x="282" y="123"/>
                    </a:lnTo>
                    <a:lnTo>
                      <a:pt x="282" y="123"/>
                    </a:lnTo>
                    <a:lnTo>
                      <a:pt x="284" y="123"/>
                    </a:lnTo>
                    <a:lnTo>
                      <a:pt x="284" y="123"/>
                    </a:lnTo>
                    <a:lnTo>
                      <a:pt x="287" y="123"/>
                    </a:lnTo>
                    <a:lnTo>
                      <a:pt x="287" y="123"/>
                    </a:lnTo>
                    <a:lnTo>
                      <a:pt x="287" y="123"/>
                    </a:lnTo>
                    <a:lnTo>
                      <a:pt x="287" y="123"/>
                    </a:lnTo>
                    <a:lnTo>
                      <a:pt x="287" y="121"/>
                    </a:lnTo>
                    <a:lnTo>
                      <a:pt x="289" y="121"/>
                    </a:lnTo>
                    <a:lnTo>
                      <a:pt x="289" y="121"/>
                    </a:lnTo>
                    <a:lnTo>
                      <a:pt x="289" y="121"/>
                    </a:lnTo>
                    <a:lnTo>
                      <a:pt x="289" y="118"/>
                    </a:lnTo>
                    <a:lnTo>
                      <a:pt x="289" y="118"/>
                    </a:lnTo>
                    <a:lnTo>
                      <a:pt x="289" y="118"/>
                    </a:lnTo>
                    <a:lnTo>
                      <a:pt x="289" y="116"/>
                    </a:lnTo>
                    <a:lnTo>
                      <a:pt x="292" y="116"/>
                    </a:lnTo>
                    <a:lnTo>
                      <a:pt x="292" y="116"/>
                    </a:lnTo>
                    <a:lnTo>
                      <a:pt x="292" y="116"/>
                    </a:lnTo>
                    <a:lnTo>
                      <a:pt x="292" y="116"/>
                    </a:lnTo>
                    <a:lnTo>
                      <a:pt x="294" y="116"/>
                    </a:lnTo>
                    <a:lnTo>
                      <a:pt x="294" y="116"/>
                    </a:lnTo>
                    <a:lnTo>
                      <a:pt x="294" y="116"/>
                    </a:lnTo>
                    <a:lnTo>
                      <a:pt x="294" y="116"/>
                    </a:lnTo>
                    <a:lnTo>
                      <a:pt x="296" y="116"/>
                    </a:lnTo>
                    <a:lnTo>
                      <a:pt x="296" y="116"/>
                    </a:lnTo>
                    <a:lnTo>
                      <a:pt x="296" y="118"/>
                    </a:lnTo>
                    <a:lnTo>
                      <a:pt x="296" y="118"/>
                    </a:lnTo>
                    <a:lnTo>
                      <a:pt x="296" y="118"/>
                    </a:lnTo>
                    <a:lnTo>
                      <a:pt x="296" y="118"/>
                    </a:lnTo>
                    <a:lnTo>
                      <a:pt x="299" y="118"/>
                    </a:lnTo>
                    <a:lnTo>
                      <a:pt x="299" y="121"/>
                    </a:lnTo>
                    <a:lnTo>
                      <a:pt x="299" y="121"/>
                    </a:lnTo>
                    <a:lnTo>
                      <a:pt x="301" y="121"/>
                    </a:lnTo>
                    <a:lnTo>
                      <a:pt x="301" y="121"/>
                    </a:lnTo>
                    <a:lnTo>
                      <a:pt x="301" y="121"/>
                    </a:lnTo>
                    <a:lnTo>
                      <a:pt x="303" y="121"/>
                    </a:lnTo>
                    <a:lnTo>
                      <a:pt x="303" y="121"/>
                    </a:lnTo>
                    <a:lnTo>
                      <a:pt x="306" y="121"/>
                    </a:lnTo>
                    <a:lnTo>
                      <a:pt x="306" y="121"/>
                    </a:lnTo>
                    <a:lnTo>
                      <a:pt x="306" y="121"/>
                    </a:lnTo>
                    <a:lnTo>
                      <a:pt x="308" y="121"/>
                    </a:lnTo>
                    <a:lnTo>
                      <a:pt x="308" y="121"/>
                    </a:lnTo>
                    <a:lnTo>
                      <a:pt x="308" y="121"/>
                    </a:lnTo>
                    <a:lnTo>
                      <a:pt x="310" y="121"/>
                    </a:lnTo>
                    <a:lnTo>
                      <a:pt x="310" y="121"/>
                    </a:lnTo>
                    <a:lnTo>
                      <a:pt x="313" y="121"/>
                    </a:lnTo>
                    <a:lnTo>
                      <a:pt x="313" y="121"/>
                    </a:lnTo>
                    <a:lnTo>
                      <a:pt x="313" y="118"/>
                    </a:lnTo>
                    <a:lnTo>
                      <a:pt x="313" y="118"/>
                    </a:lnTo>
                    <a:lnTo>
                      <a:pt x="315" y="118"/>
                    </a:lnTo>
                    <a:lnTo>
                      <a:pt x="315" y="118"/>
                    </a:lnTo>
                    <a:lnTo>
                      <a:pt x="315" y="118"/>
                    </a:lnTo>
                    <a:lnTo>
                      <a:pt x="315" y="118"/>
                    </a:lnTo>
                    <a:lnTo>
                      <a:pt x="318" y="118"/>
                    </a:lnTo>
                    <a:lnTo>
                      <a:pt x="318" y="118"/>
                    </a:lnTo>
                    <a:lnTo>
                      <a:pt x="320" y="118"/>
                    </a:lnTo>
                    <a:lnTo>
                      <a:pt x="320" y="118"/>
                    </a:lnTo>
                    <a:lnTo>
                      <a:pt x="320" y="116"/>
                    </a:lnTo>
                    <a:lnTo>
                      <a:pt x="320" y="116"/>
                    </a:lnTo>
                    <a:lnTo>
                      <a:pt x="322" y="116"/>
                    </a:lnTo>
                    <a:lnTo>
                      <a:pt x="322" y="116"/>
                    </a:lnTo>
                    <a:lnTo>
                      <a:pt x="322" y="116"/>
                    </a:lnTo>
                    <a:lnTo>
                      <a:pt x="322" y="116"/>
                    </a:lnTo>
                    <a:lnTo>
                      <a:pt x="322" y="116"/>
                    </a:lnTo>
                    <a:lnTo>
                      <a:pt x="322" y="114"/>
                    </a:lnTo>
                    <a:lnTo>
                      <a:pt x="322" y="114"/>
                    </a:lnTo>
                    <a:lnTo>
                      <a:pt x="322" y="111"/>
                    </a:lnTo>
                    <a:lnTo>
                      <a:pt x="322" y="111"/>
                    </a:lnTo>
                    <a:lnTo>
                      <a:pt x="325" y="111"/>
                    </a:lnTo>
                    <a:lnTo>
                      <a:pt x="325" y="109"/>
                    </a:lnTo>
                    <a:lnTo>
                      <a:pt x="325" y="109"/>
                    </a:lnTo>
                    <a:lnTo>
                      <a:pt x="325" y="106"/>
                    </a:lnTo>
                    <a:lnTo>
                      <a:pt x="325" y="106"/>
                    </a:lnTo>
                    <a:lnTo>
                      <a:pt x="325" y="106"/>
                    </a:lnTo>
                    <a:lnTo>
                      <a:pt x="325" y="106"/>
                    </a:lnTo>
                    <a:lnTo>
                      <a:pt x="327" y="106"/>
                    </a:lnTo>
                    <a:lnTo>
                      <a:pt x="327" y="106"/>
                    </a:lnTo>
                    <a:lnTo>
                      <a:pt x="327" y="104"/>
                    </a:lnTo>
                    <a:lnTo>
                      <a:pt x="327" y="104"/>
                    </a:lnTo>
                    <a:lnTo>
                      <a:pt x="325" y="104"/>
                    </a:lnTo>
                    <a:lnTo>
                      <a:pt x="325" y="104"/>
                    </a:lnTo>
                    <a:lnTo>
                      <a:pt x="325" y="104"/>
                    </a:lnTo>
                    <a:lnTo>
                      <a:pt x="325" y="102"/>
                    </a:lnTo>
                    <a:lnTo>
                      <a:pt x="322" y="102"/>
                    </a:lnTo>
                    <a:lnTo>
                      <a:pt x="322" y="102"/>
                    </a:lnTo>
                    <a:lnTo>
                      <a:pt x="322" y="102"/>
                    </a:lnTo>
                    <a:lnTo>
                      <a:pt x="322" y="102"/>
                    </a:lnTo>
                    <a:lnTo>
                      <a:pt x="320" y="102"/>
                    </a:lnTo>
                    <a:lnTo>
                      <a:pt x="320" y="102"/>
                    </a:lnTo>
                    <a:lnTo>
                      <a:pt x="320" y="102"/>
                    </a:lnTo>
                    <a:lnTo>
                      <a:pt x="318" y="102"/>
                    </a:lnTo>
                    <a:lnTo>
                      <a:pt x="318" y="102"/>
                    </a:lnTo>
                    <a:lnTo>
                      <a:pt x="318" y="99"/>
                    </a:lnTo>
                    <a:lnTo>
                      <a:pt x="315" y="99"/>
                    </a:lnTo>
                    <a:lnTo>
                      <a:pt x="315" y="99"/>
                    </a:lnTo>
                    <a:lnTo>
                      <a:pt x="315" y="99"/>
                    </a:lnTo>
                    <a:lnTo>
                      <a:pt x="313" y="99"/>
                    </a:lnTo>
                    <a:lnTo>
                      <a:pt x="313" y="99"/>
                    </a:lnTo>
                    <a:lnTo>
                      <a:pt x="313" y="99"/>
                    </a:lnTo>
                    <a:lnTo>
                      <a:pt x="313" y="99"/>
                    </a:lnTo>
                    <a:lnTo>
                      <a:pt x="313" y="97"/>
                    </a:lnTo>
                    <a:lnTo>
                      <a:pt x="310" y="97"/>
                    </a:lnTo>
                    <a:lnTo>
                      <a:pt x="310" y="97"/>
                    </a:lnTo>
                    <a:lnTo>
                      <a:pt x="310" y="97"/>
                    </a:lnTo>
                    <a:lnTo>
                      <a:pt x="310" y="97"/>
                    </a:lnTo>
                    <a:lnTo>
                      <a:pt x="308" y="97"/>
                    </a:lnTo>
                    <a:lnTo>
                      <a:pt x="308" y="97"/>
                    </a:lnTo>
                    <a:lnTo>
                      <a:pt x="308" y="97"/>
                    </a:lnTo>
                    <a:lnTo>
                      <a:pt x="306" y="97"/>
                    </a:lnTo>
                    <a:lnTo>
                      <a:pt x="306" y="97"/>
                    </a:lnTo>
                    <a:lnTo>
                      <a:pt x="306" y="97"/>
                    </a:lnTo>
                    <a:lnTo>
                      <a:pt x="303" y="97"/>
                    </a:lnTo>
                    <a:lnTo>
                      <a:pt x="303" y="97"/>
                    </a:lnTo>
                    <a:lnTo>
                      <a:pt x="301" y="97"/>
                    </a:lnTo>
                    <a:lnTo>
                      <a:pt x="301" y="97"/>
                    </a:lnTo>
                    <a:lnTo>
                      <a:pt x="301" y="95"/>
                    </a:lnTo>
                    <a:lnTo>
                      <a:pt x="301" y="95"/>
                    </a:lnTo>
                    <a:lnTo>
                      <a:pt x="301" y="95"/>
                    </a:lnTo>
                    <a:lnTo>
                      <a:pt x="301" y="95"/>
                    </a:lnTo>
                    <a:lnTo>
                      <a:pt x="301" y="92"/>
                    </a:lnTo>
                    <a:lnTo>
                      <a:pt x="301" y="92"/>
                    </a:lnTo>
                    <a:lnTo>
                      <a:pt x="301" y="92"/>
                    </a:lnTo>
                    <a:lnTo>
                      <a:pt x="301" y="92"/>
                    </a:lnTo>
                    <a:lnTo>
                      <a:pt x="301" y="92"/>
                    </a:lnTo>
                    <a:lnTo>
                      <a:pt x="301" y="90"/>
                    </a:lnTo>
                    <a:lnTo>
                      <a:pt x="299" y="90"/>
                    </a:lnTo>
                    <a:lnTo>
                      <a:pt x="299" y="90"/>
                    </a:lnTo>
                    <a:lnTo>
                      <a:pt x="296" y="90"/>
                    </a:lnTo>
                    <a:lnTo>
                      <a:pt x="296" y="90"/>
                    </a:lnTo>
                    <a:lnTo>
                      <a:pt x="296" y="90"/>
                    </a:lnTo>
                    <a:lnTo>
                      <a:pt x="296" y="90"/>
                    </a:lnTo>
                    <a:lnTo>
                      <a:pt x="294" y="90"/>
                    </a:lnTo>
                    <a:lnTo>
                      <a:pt x="294" y="90"/>
                    </a:lnTo>
                    <a:lnTo>
                      <a:pt x="294" y="90"/>
                    </a:lnTo>
                    <a:lnTo>
                      <a:pt x="294" y="88"/>
                    </a:lnTo>
                    <a:lnTo>
                      <a:pt x="292" y="88"/>
                    </a:lnTo>
                    <a:lnTo>
                      <a:pt x="292" y="88"/>
                    </a:lnTo>
                    <a:lnTo>
                      <a:pt x="294" y="88"/>
                    </a:lnTo>
                    <a:lnTo>
                      <a:pt x="294" y="85"/>
                    </a:lnTo>
                    <a:lnTo>
                      <a:pt x="294" y="85"/>
                    </a:lnTo>
                    <a:lnTo>
                      <a:pt x="294" y="85"/>
                    </a:lnTo>
                    <a:lnTo>
                      <a:pt x="296" y="85"/>
                    </a:lnTo>
                    <a:lnTo>
                      <a:pt x="296" y="85"/>
                    </a:lnTo>
                    <a:lnTo>
                      <a:pt x="296" y="85"/>
                    </a:lnTo>
                    <a:lnTo>
                      <a:pt x="296" y="85"/>
                    </a:lnTo>
                    <a:lnTo>
                      <a:pt x="299" y="85"/>
                    </a:lnTo>
                    <a:lnTo>
                      <a:pt x="299" y="85"/>
                    </a:lnTo>
                    <a:lnTo>
                      <a:pt x="299" y="85"/>
                    </a:lnTo>
                    <a:lnTo>
                      <a:pt x="301" y="85"/>
                    </a:lnTo>
                    <a:lnTo>
                      <a:pt x="301" y="83"/>
                    </a:lnTo>
                    <a:lnTo>
                      <a:pt x="301" y="83"/>
                    </a:lnTo>
                    <a:lnTo>
                      <a:pt x="301" y="83"/>
                    </a:lnTo>
                    <a:lnTo>
                      <a:pt x="301" y="83"/>
                    </a:lnTo>
                    <a:lnTo>
                      <a:pt x="303" y="83"/>
                    </a:lnTo>
                    <a:lnTo>
                      <a:pt x="303" y="83"/>
                    </a:lnTo>
                    <a:lnTo>
                      <a:pt x="306" y="83"/>
                    </a:lnTo>
                    <a:lnTo>
                      <a:pt x="306" y="83"/>
                    </a:lnTo>
                    <a:lnTo>
                      <a:pt x="306" y="83"/>
                    </a:lnTo>
                    <a:lnTo>
                      <a:pt x="308" y="83"/>
                    </a:lnTo>
                    <a:lnTo>
                      <a:pt x="308" y="80"/>
                    </a:lnTo>
                    <a:lnTo>
                      <a:pt x="308" y="80"/>
                    </a:lnTo>
                    <a:lnTo>
                      <a:pt x="308" y="80"/>
                    </a:lnTo>
                    <a:lnTo>
                      <a:pt x="308" y="80"/>
                    </a:lnTo>
                    <a:lnTo>
                      <a:pt x="310" y="80"/>
                    </a:lnTo>
                    <a:lnTo>
                      <a:pt x="310" y="80"/>
                    </a:lnTo>
                    <a:lnTo>
                      <a:pt x="313" y="80"/>
                    </a:lnTo>
                    <a:lnTo>
                      <a:pt x="313" y="78"/>
                    </a:lnTo>
                    <a:lnTo>
                      <a:pt x="313" y="78"/>
                    </a:lnTo>
                    <a:lnTo>
                      <a:pt x="313" y="78"/>
                    </a:lnTo>
                    <a:lnTo>
                      <a:pt x="313" y="78"/>
                    </a:lnTo>
                    <a:lnTo>
                      <a:pt x="313" y="76"/>
                    </a:lnTo>
                    <a:lnTo>
                      <a:pt x="313" y="76"/>
                    </a:lnTo>
                    <a:lnTo>
                      <a:pt x="313" y="76"/>
                    </a:lnTo>
                    <a:lnTo>
                      <a:pt x="313" y="76"/>
                    </a:lnTo>
                    <a:lnTo>
                      <a:pt x="313" y="76"/>
                    </a:lnTo>
                    <a:lnTo>
                      <a:pt x="313" y="73"/>
                    </a:lnTo>
                    <a:lnTo>
                      <a:pt x="310" y="73"/>
                    </a:lnTo>
                    <a:lnTo>
                      <a:pt x="310" y="73"/>
                    </a:lnTo>
                    <a:lnTo>
                      <a:pt x="310" y="73"/>
                    </a:lnTo>
                    <a:lnTo>
                      <a:pt x="308" y="73"/>
                    </a:lnTo>
                    <a:lnTo>
                      <a:pt x="308" y="71"/>
                    </a:lnTo>
                    <a:lnTo>
                      <a:pt x="308" y="71"/>
                    </a:lnTo>
                    <a:lnTo>
                      <a:pt x="308" y="71"/>
                    </a:lnTo>
                    <a:lnTo>
                      <a:pt x="308" y="71"/>
                    </a:lnTo>
                    <a:lnTo>
                      <a:pt x="308" y="69"/>
                    </a:lnTo>
                    <a:lnTo>
                      <a:pt x="306" y="69"/>
                    </a:lnTo>
                    <a:lnTo>
                      <a:pt x="306" y="69"/>
                    </a:lnTo>
                    <a:lnTo>
                      <a:pt x="306" y="66"/>
                    </a:lnTo>
                    <a:lnTo>
                      <a:pt x="308" y="66"/>
                    </a:lnTo>
                    <a:lnTo>
                      <a:pt x="308" y="66"/>
                    </a:lnTo>
                    <a:lnTo>
                      <a:pt x="308" y="66"/>
                    </a:lnTo>
                    <a:lnTo>
                      <a:pt x="308" y="66"/>
                    </a:lnTo>
                    <a:lnTo>
                      <a:pt x="310" y="66"/>
                    </a:lnTo>
                    <a:lnTo>
                      <a:pt x="310" y="66"/>
                    </a:lnTo>
                    <a:lnTo>
                      <a:pt x="310" y="66"/>
                    </a:lnTo>
                    <a:lnTo>
                      <a:pt x="313" y="66"/>
                    </a:lnTo>
                    <a:lnTo>
                      <a:pt x="313" y="66"/>
                    </a:lnTo>
                    <a:lnTo>
                      <a:pt x="313" y="64"/>
                    </a:lnTo>
                    <a:lnTo>
                      <a:pt x="313" y="64"/>
                    </a:lnTo>
                    <a:lnTo>
                      <a:pt x="313" y="64"/>
                    </a:lnTo>
                    <a:lnTo>
                      <a:pt x="313" y="61"/>
                    </a:lnTo>
                    <a:lnTo>
                      <a:pt x="313" y="61"/>
                    </a:lnTo>
                    <a:lnTo>
                      <a:pt x="315" y="61"/>
                    </a:lnTo>
                    <a:lnTo>
                      <a:pt x="315" y="61"/>
                    </a:lnTo>
                    <a:lnTo>
                      <a:pt x="315" y="61"/>
                    </a:lnTo>
                    <a:lnTo>
                      <a:pt x="315" y="61"/>
                    </a:lnTo>
                    <a:lnTo>
                      <a:pt x="315" y="61"/>
                    </a:lnTo>
                    <a:lnTo>
                      <a:pt x="318" y="61"/>
                    </a:lnTo>
                    <a:lnTo>
                      <a:pt x="318" y="59"/>
                    </a:lnTo>
                    <a:lnTo>
                      <a:pt x="318" y="59"/>
                    </a:lnTo>
                    <a:lnTo>
                      <a:pt x="320" y="59"/>
                    </a:lnTo>
                    <a:lnTo>
                      <a:pt x="320" y="61"/>
                    </a:lnTo>
                    <a:lnTo>
                      <a:pt x="320" y="61"/>
                    </a:lnTo>
                    <a:lnTo>
                      <a:pt x="320" y="61"/>
                    </a:lnTo>
                    <a:lnTo>
                      <a:pt x="322" y="61"/>
                    </a:lnTo>
                    <a:lnTo>
                      <a:pt x="322" y="61"/>
                    </a:lnTo>
                    <a:lnTo>
                      <a:pt x="322" y="59"/>
                    </a:lnTo>
                    <a:lnTo>
                      <a:pt x="322" y="59"/>
                    </a:lnTo>
                    <a:lnTo>
                      <a:pt x="322" y="61"/>
                    </a:lnTo>
                    <a:lnTo>
                      <a:pt x="325" y="61"/>
                    </a:lnTo>
                    <a:lnTo>
                      <a:pt x="325" y="61"/>
                    </a:lnTo>
                    <a:lnTo>
                      <a:pt x="327" y="61"/>
                    </a:lnTo>
                    <a:lnTo>
                      <a:pt x="327" y="61"/>
                    </a:lnTo>
                    <a:lnTo>
                      <a:pt x="327" y="61"/>
                    </a:lnTo>
                    <a:lnTo>
                      <a:pt x="327" y="61"/>
                    </a:lnTo>
                    <a:lnTo>
                      <a:pt x="327" y="61"/>
                    </a:lnTo>
                    <a:lnTo>
                      <a:pt x="329" y="61"/>
                    </a:lnTo>
                    <a:lnTo>
                      <a:pt x="329" y="61"/>
                    </a:lnTo>
                    <a:lnTo>
                      <a:pt x="329" y="61"/>
                    </a:lnTo>
                    <a:lnTo>
                      <a:pt x="332" y="61"/>
                    </a:lnTo>
                    <a:lnTo>
                      <a:pt x="332" y="61"/>
                    </a:lnTo>
                    <a:lnTo>
                      <a:pt x="332" y="61"/>
                    </a:lnTo>
                    <a:lnTo>
                      <a:pt x="334" y="61"/>
                    </a:lnTo>
                    <a:lnTo>
                      <a:pt x="334" y="61"/>
                    </a:lnTo>
                    <a:lnTo>
                      <a:pt x="334" y="61"/>
                    </a:lnTo>
                    <a:lnTo>
                      <a:pt x="337" y="61"/>
                    </a:lnTo>
                    <a:lnTo>
                      <a:pt x="337" y="61"/>
                    </a:lnTo>
                    <a:lnTo>
                      <a:pt x="337" y="61"/>
                    </a:lnTo>
                    <a:lnTo>
                      <a:pt x="337" y="59"/>
                    </a:lnTo>
                    <a:lnTo>
                      <a:pt x="337" y="59"/>
                    </a:lnTo>
                    <a:lnTo>
                      <a:pt x="337" y="57"/>
                    </a:lnTo>
                    <a:lnTo>
                      <a:pt x="337" y="57"/>
                    </a:lnTo>
                    <a:lnTo>
                      <a:pt x="334" y="57"/>
                    </a:lnTo>
                    <a:lnTo>
                      <a:pt x="334" y="57"/>
                    </a:lnTo>
                    <a:lnTo>
                      <a:pt x="334" y="57"/>
                    </a:lnTo>
                    <a:lnTo>
                      <a:pt x="332" y="57"/>
                    </a:lnTo>
                    <a:lnTo>
                      <a:pt x="332" y="57"/>
                    </a:lnTo>
                    <a:lnTo>
                      <a:pt x="332" y="57"/>
                    </a:lnTo>
                    <a:lnTo>
                      <a:pt x="329" y="57"/>
                    </a:lnTo>
                    <a:lnTo>
                      <a:pt x="329" y="57"/>
                    </a:lnTo>
                    <a:lnTo>
                      <a:pt x="329" y="57"/>
                    </a:lnTo>
                    <a:lnTo>
                      <a:pt x="329" y="57"/>
                    </a:lnTo>
                    <a:lnTo>
                      <a:pt x="327" y="57"/>
                    </a:lnTo>
                    <a:lnTo>
                      <a:pt x="327" y="54"/>
                    </a:lnTo>
                    <a:lnTo>
                      <a:pt x="327" y="54"/>
                    </a:lnTo>
                    <a:lnTo>
                      <a:pt x="327" y="54"/>
                    </a:lnTo>
                    <a:lnTo>
                      <a:pt x="327" y="57"/>
                    </a:lnTo>
                    <a:lnTo>
                      <a:pt x="325" y="57"/>
                    </a:lnTo>
                    <a:lnTo>
                      <a:pt x="325" y="57"/>
                    </a:lnTo>
                    <a:lnTo>
                      <a:pt x="322" y="57"/>
                    </a:lnTo>
                    <a:lnTo>
                      <a:pt x="322" y="57"/>
                    </a:lnTo>
                    <a:lnTo>
                      <a:pt x="322" y="54"/>
                    </a:lnTo>
                    <a:lnTo>
                      <a:pt x="322" y="54"/>
                    </a:lnTo>
                    <a:lnTo>
                      <a:pt x="320" y="54"/>
                    </a:lnTo>
                    <a:lnTo>
                      <a:pt x="320" y="54"/>
                    </a:lnTo>
                    <a:lnTo>
                      <a:pt x="320" y="54"/>
                    </a:lnTo>
                    <a:lnTo>
                      <a:pt x="320" y="54"/>
                    </a:lnTo>
                    <a:lnTo>
                      <a:pt x="320" y="54"/>
                    </a:lnTo>
                    <a:lnTo>
                      <a:pt x="318" y="54"/>
                    </a:lnTo>
                    <a:lnTo>
                      <a:pt x="318" y="54"/>
                    </a:lnTo>
                    <a:lnTo>
                      <a:pt x="318" y="54"/>
                    </a:lnTo>
                    <a:lnTo>
                      <a:pt x="315" y="54"/>
                    </a:lnTo>
                    <a:lnTo>
                      <a:pt x="315" y="52"/>
                    </a:lnTo>
                    <a:lnTo>
                      <a:pt x="315" y="52"/>
                    </a:lnTo>
                    <a:lnTo>
                      <a:pt x="315" y="50"/>
                    </a:lnTo>
                    <a:lnTo>
                      <a:pt x="318" y="50"/>
                    </a:lnTo>
                    <a:lnTo>
                      <a:pt x="318" y="50"/>
                    </a:lnTo>
                    <a:lnTo>
                      <a:pt x="318" y="50"/>
                    </a:lnTo>
                    <a:lnTo>
                      <a:pt x="318" y="47"/>
                    </a:lnTo>
                    <a:lnTo>
                      <a:pt x="320" y="47"/>
                    </a:lnTo>
                    <a:lnTo>
                      <a:pt x="320" y="47"/>
                    </a:lnTo>
                    <a:lnTo>
                      <a:pt x="320" y="47"/>
                    </a:lnTo>
                    <a:lnTo>
                      <a:pt x="320" y="50"/>
                    </a:lnTo>
                    <a:lnTo>
                      <a:pt x="322" y="50"/>
                    </a:lnTo>
                    <a:lnTo>
                      <a:pt x="322" y="50"/>
                    </a:lnTo>
                    <a:lnTo>
                      <a:pt x="322" y="50"/>
                    </a:lnTo>
                    <a:lnTo>
                      <a:pt x="325" y="50"/>
                    </a:lnTo>
                    <a:lnTo>
                      <a:pt x="325" y="47"/>
                    </a:lnTo>
                    <a:lnTo>
                      <a:pt x="325" y="47"/>
                    </a:lnTo>
                    <a:lnTo>
                      <a:pt x="325" y="47"/>
                    </a:lnTo>
                    <a:lnTo>
                      <a:pt x="325" y="47"/>
                    </a:lnTo>
                    <a:lnTo>
                      <a:pt x="325" y="47"/>
                    </a:lnTo>
                    <a:lnTo>
                      <a:pt x="322" y="47"/>
                    </a:lnTo>
                    <a:lnTo>
                      <a:pt x="322" y="47"/>
                    </a:lnTo>
                    <a:lnTo>
                      <a:pt x="322" y="47"/>
                    </a:lnTo>
                    <a:lnTo>
                      <a:pt x="320" y="47"/>
                    </a:lnTo>
                    <a:lnTo>
                      <a:pt x="320" y="47"/>
                    </a:lnTo>
                    <a:lnTo>
                      <a:pt x="320" y="47"/>
                    </a:lnTo>
                    <a:lnTo>
                      <a:pt x="320" y="47"/>
                    </a:lnTo>
                    <a:lnTo>
                      <a:pt x="320" y="47"/>
                    </a:lnTo>
                    <a:lnTo>
                      <a:pt x="318" y="47"/>
                    </a:lnTo>
                    <a:lnTo>
                      <a:pt x="318" y="47"/>
                    </a:lnTo>
                    <a:lnTo>
                      <a:pt x="315" y="47"/>
                    </a:lnTo>
                    <a:lnTo>
                      <a:pt x="315" y="47"/>
                    </a:lnTo>
                    <a:lnTo>
                      <a:pt x="315" y="47"/>
                    </a:lnTo>
                    <a:lnTo>
                      <a:pt x="313" y="47"/>
                    </a:lnTo>
                    <a:lnTo>
                      <a:pt x="313" y="45"/>
                    </a:lnTo>
                    <a:lnTo>
                      <a:pt x="313" y="45"/>
                    </a:lnTo>
                    <a:lnTo>
                      <a:pt x="313" y="45"/>
                    </a:lnTo>
                    <a:lnTo>
                      <a:pt x="310" y="45"/>
                    </a:lnTo>
                    <a:lnTo>
                      <a:pt x="310" y="45"/>
                    </a:lnTo>
                    <a:lnTo>
                      <a:pt x="313" y="45"/>
                    </a:lnTo>
                    <a:lnTo>
                      <a:pt x="313" y="45"/>
                    </a:lnTo>
                    <a:lnTo>
                      <a:pt x="313" y="45"/>
                    </a:lnTo>
                    <a:lnTo>
                      <a:pt x="313" y="42"/>
                    </a:lnTo>
                    <a:lnTo>
                      <a:pt x="315" y="42"/>
                    </a:lnTo>
                    <a:lnTo>
                      <a:pt x="315" y="42"/>
                    </a:lnTo>
                    <a:lnTo>
                      <a:pt x="315" y="42"/>
                    </a:lnTo>
                    <a:lnTo>
                      <a:pt x="315" y="42"/>
                    </a:lnTo>
                    <a:lnTo>
                      <a:pt x="315" y="40"/>
                    </a:lnTo>
                    <a:lnTo>
                      <a:pt x="318" y="40"/>
                    </a:lnTo>
                    <a:lnTo>
                      <a:pt x="318" y="40"/>
                    </a:lnTo>
                    <a:lnTo>
                      <a:pt x="315" y="40"/>
                    </a:lnTo>
                    <a:lnTo>
                      <a:pt x="315" y="38"/>
                    </a:lnTo>
                    <a:lnTo>
                      <a:pt x="315" y="38"/>
                    </a:lnTo>
                    <a:lnTo>
                      <a:pt x="315" y="38"/>
                    </a:lnTo>
                    <a:lnTo>
                      <a:pt x="313" y="38"/>
                    </a:lnTo>
                    <a:lnTo>
                      <a:pt x="313" y="38"/>
                    </a:lnTo>
                    <a:lnTo>
                      <a:pt x="313" y="38"/>
                    </a:lnTo>
                    <a:lnTo>
                      <a:pt x="313" y="38"/>
                    </a:lnTo>
                    <a:lnTo>
                      <a:pt x="313" y="38"/>
                    </a:lnTo>
                    <a:lnTo>
                      <a:pt x="315" y="38"/>
                    </a:lnTo>
                    <a:lnTo>
                      <a:pt x="315" y="38"/>
                    </a:lnTo>
                    <a:lnTo>
                      <a:pt x="315" y="38"/>
                    </a:lnTo>
                    <a:lnTo>
                      <a:pt x="315" y="38"/>
                    </a:lnTo>
                    <a:lnTo>
                      <a:pt x="318" y="38"/>
                    </a:lnTo>
                    <a:lnTo>
                      <a:pt x="318" y="38"/>
                    </a:lnTo>
                    <a:lnTo>
                      <a:pt x="318" y="38"/>
                    </a:lnTo>
                    <a:lnTo>
                      <a:pt x="318" y="35"/>
                    </a:lnTo>
                    <a:lnTo>
                      <a:pt x="318" y="35"/>
                    </a:lnTo>
                    <a:lnTo>
                      <a:pt x="320" y="35"/>
                    </a:lnTo>
                    <a:lnTo>
                      <a:pt x="320" y="33"/>
                    </a:lnTo>
                    <a:lnTo>
                      <a:pt x="320" y="33"/>
                    </a:lnTo>
                    <a:lnTo>
                      <a:pt x="320" y="33"/>
                    </a:lnTo>
                    <a:lnTo>
                      <a:pt x="322" y="33"/>
                    </a:lnTo>
                    <a:lnTo>
                      <a:pt x="322" y="33"/>
                    </a:lnTo>
                    <a:lnTo>
                      <a:pt x="322" y="35"/>
                    </a:lnTo>
                    <a:lnTo>
                      <a:pt x="322" y="35"/>
                    </a:lnTo>
                    <a:lnTo>
                      <a:pt x="322" y="35"/>
                    </a:lnTo>
                    <a:lnTo>
                      <a:pt x="325" y="35"/>
                    </a:lnTo>
                    <a:lnTo>
                      <a:pt x="325" y="35"/>
                    </a:lnTo>
                    <a:lnTo>
                      <a:pt x="325" y="38"/>
                    </a:lnTo>
                    <a:lnTo>
                      <a:pt x="327" y="38"/>
                    </a:lnTo>
                    <a:lnTo>
                      <a:pt x="327" y="35"/>
                    </a:lnTo>
                    <a:lnTo>
                      <a:pt x="327" y="35"/>
                    </a:lnTo>
                    <a:lnTo>
                      <a:pt x="327" y="35"/>
                    </a:lnTo>
                    <a:lnTo>
                      <a:pt x="327" y="35"/>
                    </a:lnTo>
                    <a:lnTo>
                      <a:pt x="329" y="35"/>
                    </a:lnTo>
                    <a:lnTo>
                      <a:pt x="329" y="35"/>
                    </a:lnTo>
                    <a:lnTo>
                      <a:pt x="329" y="35"/>
                    </a:lnTo>
                    <a:lnTo>
                      <a:pt x="329" y="35"/>
                    </a:lnTo>
                    <a:lnTo>
                      <a:pt x="332" y="35"/>
                    </a:lnTo>
                    <a:lnTo>
                      <a:pt x="332" y="38"/>
                    </a:lnTo>
                    <a:lnTo>
                      <a:pt x="332" y="38"/>
                    </a:lnTo>
                    <a:lnTo>
                      <a:pt x="334" y="38"/>
                    </a:lnTo>
                    <a:lnTo>
                      <a:pt x="334" y="38"/>
                    </a:lnTo>
                    <a:lnTo>
                      <a:pt x="334" y="38"/>
                    </a:lnTo>
                    <a:lnTo>
                      <a:pt x="334" y="35"/>
                    </a:lnTo>
                    <a:lnTo>
                      <a:pt x="334" y="35"/>
                    </a:lnTo>
                    <a:lnTo>
                      <a:pt x="334" y="35"/>
                    </a:lnTo>
                    <a:lnTo>
                      <a:pt x="334" y="35"/>
                    </a:lnTo>
                    <a:lnTo>
                      <a:pt x="337" y="35"/>
                    </a:lnTo>
                    <a:lnTo>
                      <a:pt x="337" y="35"/>
                    </a:lnTo>
                    <a:lnTo>
                      <a:pt x="339" y="35"/>
                    </a:lnTo>
                    <a:lnTo>
                      <a:pt x="339" y="35"/>
                    </a:lnTo>
                    <a:lnTo>
                      <a:pt x="339" y="35"/>
                    </a:lnTo>
                    <a:lnTo>
                      <a:pt x="341" y="35"/>
                    </a:lnTo>
                    <a:lnTo>
                      <a:pt x="341" y="35"/>
                    </a:lnTo>
                    <a:lnTo>
                      <a:pt x="341" y="35"/>
                    </a:lnTo>
                    <a:lnTo>
                      <a:pt x="344" y="35"/>
                    </a:lnTo>
                    <a:lnTo>
                      <a:pt x="344" y="35"/>
                    </a:lnTo>
                    <a:lnTo>
                      <a:pt x="344" y="35"/>
                    </a:lnTo>
                    <a:lnTo>
                      <a:pt x="344" y="35"/>
                    </a:lnTo>
                    <a:lnTo>
                      <a:pt x="344" y="38"/>
                    </a:lnTo>
                    <a:lnTo>
                      <a:pt x="344" y="38"/>
                    </a:lnTo>
                    <a:lnTo>
                      <a:pt x="344" y="38"/>
                    </a:lnTo>
                    <a:lnTo>
                      <a:pt x="346" y="38"/>
                    </a:lnTo>
                    <a:lnTo>
                      <a:pt x="346" y="38"/>
                    </a:lnTo>
                    <a:lnTo>
                      <a:pt x="346" y="38"/>
                    </a:lnTo>
                    <a:lnTo>
                      <a:pt x="346" y="38"/>
                    </a:lnTo>
                    <a:lnTo>
                      <a:pt x="346" y="35"/>
                    </a:lnTo>
                    <a:lnTo>
                      <a:pt x="348" y="35"/>
                    </a:lnTo>
                    <a:lnTo>
                      <a:pt x="348" y="35"/>
                    </a:lnTo>
                    <a:lnTo>
                      <a:pt x="348" y="35"/>
                    </a:lnTo>
                    <a:lnTo>
                      <a:pt x="348" y="35"/>
                    </a:lnTo>
                    <a:lnTo>
                      <a:pt x="351" y="35"/>
                    </a:lnTo>
                    <a:lnTo>
                      <a:pt x="351" y="33"/>
                    </a:lnTo>
                    <a:lnTo>
                      <a:pt x="351" y="33"/>
                    </a:lnTo>
                    <a:lnTo>
                      <a:pt x="353" y="33"/>
                    </a:lnTo>
                    <a:lnTo>
                      <a:pt x="353" y="33"/>
                    </a:lnTo>
                    <a:lnTo>
                      <a:pt x="353" y="33"/>
                    </a:lnTo>
                    <a:lnTo>
                      <a:pt x="353" y="33"/>
                    </a:lnTo>
                    <a:lnTo>
                      <a:pt x="355" y="33"/>
                    </a:lnTo>
                    <a:lnTo>
                      <a:pt x="355" y="33"/>
                    </a:lnTo>
                    <a:lnTo>
                      <a:pt x="355" y="33"/>
                    </a:lnTo>
                    <a:lnTo>
                      <a:pt x="355" y="33"/>
                    </a:lnTo>
                    <a:lnTo>
                      <a:pt x="358" y="33"/>
                    </a:lnTo>
                    <a:lnTo>
                      <a:pt x="358" y="33"/>
                    </a:lnTo>
                    <a:lnTo>
                      <a:pt x="358" y="33"/>
                    </a:lnTo>
                    <a:lnTo>
                      <a:pt x="360" y="33"/>
                    </a:lnTo>
                    <a:lnTo>
                      <a:pt x="360" y="31"/>
                    </a:lnTo>
                    <a:lnTo>
                      <a:pt x="360" y="31"/>
                    </a:lnTo>
                    <a:lnTo>
                      <a:pt x="360" y="31"/>
                    </a:lnTo>
                    <a:lnTo>
                      <a:pt x="360" y="31"/>
                    </a:lnTo>
                    <a:lnTo>
                      <a:pt x="363" y="31"/>
                    </a:lnTo>
                    <a:lnTo>
                      <a:pt x="363" y="31"/>
                    </a:lnTo>
                    <a:lnTo>
                      <a:pt x="363" y="31"/>
                    </a:lnTo>
                    <a:lnTo>
                      <a:pt x="365" y="31"/>
                    </a:lnTo>
                    <a:lnTo>
                      <a:pt x="365" y="31"/>
                    </a:lnTo>
                    <a:lnTo>
                      <a:pt x="367" y="31"/>
                    </a:lnTo>
                    <a:lnTo>
                      <a:pt x="367" y="31"/>
                    </a:lnTo>
                    <a:lnTo>
                      <a:pt x="367" y="31"/>
                    </a:lnTo>
                    <a:lnTo>
                      <a:pt x="370" y="31"/>
                    </a:lnTo>
                    <a:lnTo>
                      <a:pt x="370" y="28"/>
                    </a:lnTo>
                    <a:lnTo>
                      <a:pt x="370" y="28"/>
                    </a:lnTo>
                    <a:lnTo>
                      <a:pt x="372" y="28"/>
                    </a:lnTo>
                    <a:lnTo>
                      <a:pt x="372" y="28"/>
                    </a:lnTo>
                    <a:lnTo>
                      <a:pt x="372" y="28"/>
                    </a:lnTo>
                    <a:lnTo>
                      <a:pt x="372" y="28"/>
                    </a:lnTo>
                    <a:lnTo>
                      <a:pt x="374" y="28"/>
                    </a:lnTo>
                    <a:lnTo>
                      <a:pt x="374" y="28"/>
                    </a:lnTo>
                    <a:lnTo>
                      <a:pt x="374" y="28"/>
                    </a:lnTo>
                    <a:lnTo>
                      <a:pt x="377" y="28"/>
                    </a:lnTo>
                    <a:lnTo>
                      <a:pt x="377" y="28"/>
                    </a:lnTo>
                    <a:lnTo>
                      <a:pt x="379" y="28"/>
                    </a:lnTo>
                    <a:lnTo>
                      <a:pt x="379" y="28"/>
                    </a:lnTo>
                    <a:lnTo>
                      <a:pt x="379" y="26"/>
                    </a:lnTo>
                    <a:lnTo>
                      <a:pt x="379" y="26"/>
                    </a:lnTo>
                    <a:lnTo>
                      <a:pt x="379" y="28"/>
                    </a:lnTo>
                    <a:lnTo>
                      <a:pt x="382" y="28"/>
                    </a:lnTo>
                    <a:lnTo>
                      <a:pt x="382" y="28"/>
                    </a:lnTo>
                    <a:lnTo>
                      <a:pt x="382" y="26"/>
                    </a:lnTo>
                    <a:lnTo>
                      <a:pt x="382" y="26"/>
                    </a:lnTo>
                    <a:lnTo>
                      <a:pt x="384" y="26"/>
                    </a:lnTo>
                    <a:lnTo>
                      <a:pt x="384" y="26"/>
                    </a:lnTo>
                    <a:lnTo>
                      <a:pt x="386" y="26"/>
                    </a:lnTo>
                    <a:lnTo>
                      <a:pt x="386" y="26"/>
                    </a:lnTo>
                    <a:lnTo>
                      <a:pt x="386" y="26"/>
                    </a:lnTo>
                    <a:lnTo>
                      <a:pt x="386" y="26"/>
                    </a:lnTo>
                    <a:lnTo>
                      <a:pt x="389" y="26"/>
                    </a:lnTo>
                    <a:lnTo>
                      <a:pt x="389" y="26"/>
                    </a:lnTo>
                    <a:lnTo>
                      <a:pt x="389" y="26"/>
                    </a:lnTo>
                    <a:lnTo>
                      <a:pt x="391" y="26"/>
                    </a:lnTo>
                    <a:lnTo>
                      <a:pt x="391" y="26"/>
                    </a:lnTo>
                    <a:lnTo>
                      <a:pt x="391" y="26"/>
                    </a:lnTo>
                    <a:lnTo>
                      <a:pt x="393" y="26"/>
                    </a:lnTo>
                    <a:lnTo>
                      <a:pt x="393" y="26"/>
                    </a:lnTo>
                    <a:lnTo>
                      <a:pt x="393" y="26"/>
                    </a:lnTo>
                    <a:lnTo>
                      <a:pt x="393" y="26"/>
                    </a:lnTo>
                    <a:lnTo>
                      <a:pt x="396" y="26"/>
                    </a:lnTo>
                    <a:lnTo>
                      <a:pt x="396" y="26"/>
                    </a:lnTo>
                    <a:lnTo>
                      <a:pt x="396" y="26"/>
                    </a:lnTo>
                    <a:lnTo>
                      <a:pt x="396" y="26"/>
                    </a:lnTo>
                    <a:lnTo>
                      <a:pt x="398" y="26"/>
                    </a:lnTo>
                    <a:lnTo>
                      <a:pt x="398" y="26"/>
                    </a:lnTo>
                    <a:lnTo>
                      <a:pt x="400" y="26"/>
                    </a:lnTo>
                    <a:lnTo>
                      <a:pt x="400" y="26"/>
                    </a:lnTo>
                    <a:lnTo>
                      <a:pt x="400" y="26"/>
                    </a:lnTo>
                    <a:lnTo>
                      <a:pt x="400" y="26"/>
                    </a:lnTo>
                    <a:lnTo>
                      <a:pt x="400" y="26"/>
                    </a:lnTo>
                    <a:lnTo>
                      <a:pt x="403" y="26"/>
                    </a:lnTo>
                    <a:lnTo>
                      <a:pt x="403" y="26"/>
                    </a:lnTo>
                    <a:lnTo>
                      <a:pt x="403" y="26"/>
                    </a:lnTo>
                    <a:lnTo>
                      <a:pt x="403" y="26"/>
                    </a:lnTo>
                    <a:lnTo>
                      <a:pt x="403" y="26"/>
                    </a:lnTo>
                    <a:lnTo>
                      <a:pt x="403" y="26"/>
                    </a:lnTo>
                    <a:lnTo>
                      <a:pt x="403" y="24"/>
                    </a:lnTo>
                    <a:lnTo>
                      <a:pt x="403" y="24"/>
                    </a:lnTo>
                    <a:lnTo>
                      <a:pt x="403" y="21"/>
                    </a:lnTo>
                    <a:lnTo>
                      <a:pt x="403" y="21"/>
                    </a:lnTo>
                    <a:lnTo>
                      <a:pt x="405" y="21"/>
                    </a:lnTo>
                    <a:lnTo>
                      <a:pt x="405" y="21"/>
                    </a:lnTo>
                    <a:lnTo>
                      <a:pt x="405" y="21"/>
                    </a:lnTo>
                    <a:lnTo>
                      <a:pt x="408" y="21"/>
                    </a:lnTo>
                    <a:lnTo>
                      <a:pt x="408" y="21"/>
                    </a:lnTo>
                    <a:lnTo>
                      <a:pt x="408" y="21"/>
                    </a:lnTo>
                    <a:lnTo>
                      <a:pt x="408" y="19"/>
                    </a:lnTo>
                    <a:lnTo>
                      <a:pt x="408" y="19"/>
                    </a:lnTo>
                    <a:lnTo>
                      <a:pt x="410" y="19"/>
                    </a:lnTo>
                    <a:lnTo>
                      <a:pt x="410" y="19"/>
                    </a:lnTo>
                    <a:lnTo>
                      <a:pt x="410" y="19"/>
                    </a:lnTo>
                    <a:lnTo>
                      <a:pt x="412" y="19"/>
                    </a:lnTo>
                    <a:lnTo>
                      <a:pt x="412" y="19"/>
                    </a:lnTo>
                    <a:lnTo>
                      <a:pt x="412" y="19"/>
                    </a:lnTo>
                    <a:lnTo>
                      <a:pt x="415" y="19"/>
                    </a:lnTo>
                    <a:lnTo>
                      <a:pt x="415" y="19"/>
                    </a:lnTo>
                    <a:lnTo>
                      <a:pt x="415" y="19"/>
                    </a:lnTo>
                    <a:lnTo>
                      <a:pt x="417" y="19"/>
                    </a:lnTo>
                    <a:lnTo>
                      <a:pt x="417" y="19"/>
                    </a:lnTo>
                    <a:lnTo>
                      <a:pt x="417" y="16"/>
                    </a:lnTo>
                    <a:lnTo>
                      <a:pt x="417" y="16"/>
                    </a:lnTo>
                    <a:lnTo>
                      <a:pt x="419" y="16"/>
                    </a:lnTo>
                    <a:lnTo>
                      <a:pt x="419" y="16"/>
                    </a:lnTo>
                    <a:lnTo>
                      <a:pt x="419" y="19"/>
                    </a:lnTo>
                    <a:lnTo>
                      <a:pt x="419" y="19"/>
                    </a:lnTo>
                    <a:lnTo>
                      <a:pt x="419" y="19"/>
                    </a:lnTo>
                    <a:lnTo>
                      <a:pt x="422" y="19"/>
                    </a:lnTo>
                    <a:lnTo>
                      <a:pt x="422" y="19"/>
                    </a:lnTo>
                    <a:lnTo>
                      <a:pt x="422" y="19"/>
                    </a:lnTo>
                    <a:lnTo>
                      <a:pt x="424" y="19"/>
                    </a:lnTo>
                    <a:lnTo>
                      <a:pt x="424" y="19"/>
                    </a:lnTo>
                    <a:lnTo>
                      <a:pt x="424" y="19"/>
                    </a:lnTo>
                    <a:lnTo>
                      <a:pt x="426" y="19"/>
                    </a:lnTo>
                    <a:lnTo>
                      <a:pt x="426" y="19"/>
                    </a:lnTo>
                    <a:lnTo>
                      <a:pt x="426" y="19"/>
                    </a:lnTo>
                    <a:lnTo>
                      <a:pt x="426" y="16"/>
                    </a:lnTo>
                    <a:lnTo>
                      <a:pt x="429" y="16"/>
                    </a:lnTo>
                    <a:lnTo>
                      <a:pt x="429" y="16"/>
                    </a:lnTo>
                    <a:lnTo>
                      <a:pt x="429" y="16"/>
                    </a:lnTo>
                    <a:lnTo>
                      <a:pt x="431" y="16"/>
                    </a:lnTo>
                    <a:lnTo>
                      <a:pt x="431" y="16"/>
                    </a:lnTo>
                    <a:lnTo>
                      <a:pt x="434" y="16"/>
                    </a:lnTo>
                    <a:lnTo>
                      <a:pt x="434" y="16"/>
                    </a:lnTo>
                    <a:lnTo>
                      <a:pt x="434" y="16"/>
                    </a:lnTo>
                    <a:lnTo>
                      <a:pt x="434" y="16"/>
                    </a:lnTo>
                    <a:lnTo>
                      <a:pt x="436" y="16"/>
                    </a:lnTo>
                    <a:lnTo>
                      <a:pt x="436" y="16"/>
                    </a:lnTo>
                    <a:lnTo>
                      <a:pt x="436" y="16"/>
                    </a:lnTo>
                    <a:lnTo>
                      <a:pt x="436" y="16"/>
                    </a:lnTo>
                    <a:lnTo>
                      <a:pt x="436" y="16"/>
                    </a:lnTo>
                    <a:lnTo>
                      <a:pt x="438" y="16"/>
                    </a:lnTo>
                    <a:lnTo>
                      <a:pt x="438" y="16"/>
                    </a:lnTo>
                    <a:lnTo>
                      <a:pt x="438" y="16"/>
                    </a:lnTo>
                    <a:lnTo>
                      <a:pt x="441" y="16"/>
                    </a:lnTo>
                    <a:lnTo>
                      <a:pt x="441" y="16"/>
                    </a:lnTo>
                    <a:lnTo>
                      <a:pt x="441" y="16"/>
                    </a:lnTo>
                    <a:lnTo>
                      <a:pt x="443" y="16"/>
                    </a:lnTo>
                    <a:lnTo>
                      <a:pt x="443" y="16"/>
                    </a:lnTo>
                    <a:lnTo>
                      <a:pt x="445" y="16"/>
                    </a:lnTo>
                    <a:lnTo>
                      <a:pt x="445" y="16"/>
                    </a:lnTo>
                    <a:lnTo>
                      <a:pt x="445" y="16"/>
                    </a:lnTo>
                    <a:lnTo>
                      <a:pt x="445" y="14"/>
                    </a:lnTo>
                    <a:lnTo>
                      <a:pt x="448" y="14"/>
                    </a:lnTo>
                    <a:lnTo>
                      <a:pt x="448" y="14"/>
                    </a:lnTo>
                    <a:lnTo>
                      <a:pt x="448" y="14"/>
                    </a:lnTo>
                    <a:lnTo>
                      <a:pt x="448" y="14"/>
                    </a:lnTo>
                    <a:lnTo>
                      <a:pt x="450" y="14"/>
                    </a:lnTo>
                    <a:lnTo>
                      <a:pt x="450" y="14"/>
                    </a:lnTo>
                    <a:lnTo>
                      <a:pt x="450" y="14"/>
                    </a:lnTo>
                    <a:lnTo>
                      <a:pt x="453" y="14"/>
                    </a:lnTo>
                    <a:lnTo>
                      <a:pt x="453" y="14"/>
                    </a:lnTo>
                    <a:lnTo>
                      <a:pt x="453" y="14"/>
                    </a:lnTo>
                    <a:lnTo>
                      <a:pt x="455" y="14"/>
                    </a:lnTo>
                    <a:lnTo>
                      <a:pt x="455" y="14"/>
                    </a:lnTo>
                    <a:lnTo>
                      <a:pt x="455" y="14"/>
                    </a:lnTo>
                    <a:lnTo>
                      <a:pt x="455" y="14"/>
                    </a:lnTo>
                    <a:lnTo>
                      <a:pt x="457" y="14"/>
                    </a:lnTo>
                    <a:lnTo>
                      <a:pt x="457" y="14"/>
                    </a:lnTo>
                    <a:lnTo>
                      <a:pt x="460" y="14"/>
                    </a:lnTo>
                    <a:lnTo>
                      <a:pt x="460" y="12"/>
                    </a:lnTo>
                    <a:lnTo>
                      <a:pt x="460" y="12"/>
                    </a:lnTo>
                    <a:lnTo>
                      <a:pt x="460" y="12"/>
                    </a:lnTo>
                    <a:lnTo>
                      <a:pt x="460" y="12"/>
                    </a:lnTo>
                    <a:lnTo>
                      <a:pt x="462" y="12"/>
                    </a:lnTo>
                    <a:lnTo>
                      <a:pt x="462" y="12"/>
                    </a:lnTo>
                    <a:lnTo>
                      <a:pt x="462" y="12"/>
                    </a:lnTo>
                    <a:lnTo>
                      <a:pt x="464" y="12"/>
                    </a:lnTo>
                    <a:lnTo>
                      <a:pt x="464" y="12"/>
                    </a:lnTo>
                    <a:lnTo>
                      <a:pt x="467" y="12"/>
                    </a:lnTo>
                    <a:lnTo>
                      <a:pt x="467" y="12"/>
                    </a:lnTo>
                    <a:lnTo>
                      <a:pt x="467" y="12"/>
                    </a:lnTo>
                    <a:lnTo>
                      <a:pt x="467" y="9"/>
                    </a:lnTo>
                    <a:lnTo>
                      <a:pt x="467" y="9"/>
                    </a:lnTo>
                    <a:lnTo>
                      <a:pt x="469" y="9"/>
                    </a:lnTo>
                    <a:lnTo>
                      <a:pt x="469" y="7"/>
                    </a:lnTo>
                    <a:lnTo>
                      <a:pt x="469" y="7"/>
                    </a:lnTo>
                    <a:lnTo>
                      <a:pt x="467" y="7"/>
                    </a:lnTo>
                    <a:lnTo>
                      <a:pt x="467" y="7"/>
                    </a:lnTo>
                    <a:lnTo>
                      <a:pt x="467" y="5"/>
                    </a:lnTo>
                    <a:lnTo>
                      <a:pt x="469" y="5"/>
                    </a:lnTo>
                    <a:lnTo>
                      <a:pt x="469" y="5"/>
                    </a:lnTo>
                    <a:lnTo>
                      <a:pt x="469" y="5"/>
                    </a:lnTo>
                    <a:lnTo>
                      <a:pt x="469" y="7"/>
                    </a:lnTo>
                    <a:lnTo>
                      <a:pt x="471" y="7"/>
                    </a:lnTo>
                    <a:lnTo>
                      <a:pt x="471" y="5"/>
                    </a:lnTo>
                    <a:lnTo>
                      <a:pt x="471" y="5"/>
                    </a:lnTo>
                    <a:lnTo>
                      <a:pt x="474" y="5"/>
                    </a:lnTo>
                    <a:lnTo>
                      <a:pt x="474" y="5"/>
                    </a:lnTo>
                    <a:lnTo>
                      <a:pt x="474" y="5"/>
                    </a:lnTo>
                    <a:lnTo>
                      <a:pt x="476" y="5"/>
                    </a:lnTo>
                    <a:lnTo>
                      <a:pt x="476" y="5"/>
                    </a:lnTo>
                    <a:lnTo>
                      <a:pt x="476" y="5"/>
                    </a:lnTo>
                    <a:lnTo>
                      <a:pt x="479" y="5"/>
                    </a:lnTo>
                    <a:lnTo>
                      <a:pt x="479" y="2"/>
                    </a:lnTo>
                    <a:lnTo>
                      <a:pt x="479" y="2"/>
                    </a:lnTo>
                    <a:lnTo>
                      <a:pt x="479" y="2"/>
                    </a:lnTo>
                    <a:lnTo>
                      <a:pt x="479" y="2"/>
                    </a:lnTo>
                    <a:lnTo>
                      <a:pt x="479" y="0"/>
                    </a:lnTo>
                    <a:lnTo>
                      <a:pt x="481" y="0"/>
                    </a:lnTo>
                    <a:lnTo>
                      <a:pt x="481" y="2"/>
                    </a:lnTo>
                    <a:lnTo>
                      <a:pt x="481" y="2"/>
                    </a:lnTo>
                    <a:lnTo>
                      <a:pt x="481" y="2"/>
                    </a:lnTo>
                    <a:lnTo>
                      <a:pt x="483" y="2"/>
                    </a:lnTo>
                    <a:lnTo>
                      <a:pt x="483" y="2"/>
                    </a:lnTo>
                    <a:lnTo>
                      <a:pt x="483" y="2"/>
                    </a:lnTo>
                    <a:lnTo>
                      <a:pt x="486" y="2"/>
                    </a:lnTo>
                    <a:lnTo>
                      <a:pt x="486" y="2"/>
                    </a:lnTo>
                    <a:lnTo>
                      <a:pt x="483" y="2"/>
                    </a:lnTo>
                    <a:lnTo>
                      <a:pt x="483" y="0"/>
                    </a:lnTo>
                    <a:lnTo>
                      <a:pt x="483" y="0"/>
                    </a:lnTo>
                    <a:lnTo>
                      <a:pt x="483" y="0"/>
                    </a:lnTo>
                    <a:lnTo>
                      <a:pt x="483" y="0"/>
                    </a:lnTo>
                    <a:lnTo>
                      <a:pt x="486" y="0"/>
                    </a:lnTo>
                    <a:lnTo>
                      <a:pt x="486" y="0"/>
                    </a:lnTo>
                    <a:lnTo>
                      <a:pt x="486" y="0"/>
                    </a:lnTo>
                    <a:lnTo>
                      <a:pt x="488" y="0"/>
                    </a:lnTo>
                    <a:lnTo>
                      <a:pt x="488" y="0"/>
                    </a:lnTo>
                    <a:lnTo>
                      <a:pt x="488" y="0"/>
                    </a:lnTo>
                    <a:lnTo>
                      <a:pt x="488" y="2"/>
                    </a:lnTo>
                    <a:lnTo>
                      <a:pt x="488" y="2"/>
                    </a:lnTo>
                    <a:lnTo>
                      <a:pt x="490" y="2"/>
                    </a:lnTo>
                    <a:lnTo>
                      <a:pt x="490" y="2"/>
                    </a:lnTo>
                    <a:lnTo>
                      <a:pt x="490" y="0"/>
                    </a:lnTo>
                    <a:lnTo>
                      <a:pt x="493" y="0"/>
                    </a:lnTo>
                    <a:lnTo>
                      <a:pt x="493" y="0"/>
                    </a:lnTo>
                    <a:lnTo>
                      <a:pt x="493" y="0"/>
                    </a:lnTo>
                    <a:lnTo>
                      <a:pt x="493" y="2"/>
                    </a:lnTo>
                    <a:lnTo>
                      <a:pt x="495" y="2"/>
                    </a:lnTo>
                    <a:lnTo>
                      <a:pt x="495" y="2"/>
                    </a:lnTo>
                    <a:lnTo>
                      <a:pt x="495" y="2"/>
                    </a:lnTo>
                    <a:lnTo>
                      <a:pt x="497" y="2"/>
                    </a:lnTo>
                    <a:lnTo>
                      <a:pt x="497" y="2"/>
                    </a:lnTo>
                    <a:lnTo>
                      <a:pt x="500" y="2"/>
                    </a:lnTo>
                    <a:lnTo>
                      <a:pt x="500" y="2"/>
                    </a:lnTo>
                    <a:lnTo>
                      <a:pt x="500" y="2"/>
                    </a:lnTo>
                    <a:lnTo>
                      <a:pt x="502" y="2"/>
                    </a:lnTo>
                    <a:lnTo>
                      <a:pt x="502" y="2"/>
                    </a:lnTo>
                    <a:lnTo>
                      <a:pt x="502" y="2"/>
                    </a:lnTo>
                    <a:lnTo>
                      <a:pt x="502" y="2"/>
                    </a:lnTo>
                    <a:lnTo>
                      <a:pt x="502" y="5"/>
                    </a:lnTo>
                    <a:lnTo>
                      <a:pt x="505" y="5"/>
                    </a:lnTo>
                    <a:lnTo>
                      <a:pt x="505" y="5"/>
                    </a:lnTo>
                    <a:lnTo>
                      <a:pt x="505" y="5"/>
                    </a:lnTo>
                    <a:lnTo>
                      <a:pt x="507" y="5"/>
                    </a:lnTo>
                    <a:lnTo>
                      <a:pt x="507" y="5"/>
                    </a:lnTo>
                    <a:lnTo>
                      <a:pt x="507" y="7"/>
                    </a:lnTo>
                    <a:lnTo>
                      <a:pt x="507" y="7"/>
                    </a:lnTo>
                    <a:lnTo>
                      <a:pt x="509" y="7"/>
                    </a:lnTo>
                    <a:lnTo>
                      <a:pt x="509" y="7"/>
                    </a:lnTo>
                    <a:lnTo>
                      <a:pt x="509" y="7"/>
                    </a:lnTo>
                    <a:lnTo>
                      <a:pt x="509" y="7"/>
                    </a:lnTo>
                    <a:lnTo>
                      <a:pt x="512" y="7"/>
                    </a:lnTo>
                    <a:lnTo>
                      <a:pt x="512" y="7"/>
                    </a:lnTo>
                    <a:lnTo>
                      <a:pt x="512" y="7"/>
                    </a:lnTo>
                    <a:lnTo>
                      <a:pt x="514" y="7"/>
                    </a:lnTo>
                    <a:lnTo>
                      <a:pt x="514" y="7"/>
                    </a:lnTo>
                    <a:lnTo>
                      <a:pt x="514" y="5"/>
                    </a:lnTo>
                    <a:lnTo>
                      <a:pt x="514" y="5"/>
                    </a:lnTo>
                    <a:lnTo>
                      <a:pt x="514" y="5"/>
                    </a:lnTo>
                    <a:lnTo>
                      <a:pt x="516" y="5"/>
                    </a:lnTo>
                    <a:lnTo>
                      <a:pt x="516" y="2"/>
                    </a:lnTo>
                    <a:lnTo>
                      <a:pt x="516" y="2"/>
                    </a:lnTo>
                    <a:lnTo>
                      <a:pt x="519" y="2"/>
                    </a:lnTo>
                    <a:lnTo>
                      <a:pt x="519" y="5"/>
                    </a:lnTo>
                    <a:lnTo>
                      <a:pt x="519" y="5"/>
                    </a:lnTo>
                    <a:lnTo>
                      <a:pt x="519" y="5"/>
                    </a:lnTo>
                    <a:lnTo>
                      <a:pt x="521" y="5"/>
                    </a:lnTo>
                    <a:lnTo>
                      <a:pt x="521" y="2"/>
                    </a:lnTo>
                    <a:lnTo>
                      <a:pt x="521" y="2"/>
                    </a:lnTo>
                    <a:lnTo>
                      <a:pt x="521" y="2"/>
                    </a:lnTo>
                    <a:lnTo>
                      <a:pt x="524" y="2"/>
                    </a:lnTo>
                    <a:lnTo>
                      <a:pt x="524" y="2"/>
                    </a:lnTo>
                    <a:lnTo>
                      <a:pt x="524" y="5"/>
                    </a:lnTo>
                    <a:lnTo>
                      <a:pt x="526" y="5"/>
                    </a:lnTo>
                    <a:lnTo>
                      <a:pt x="526" y="5"/>
                    </a:lnTo>
                    <a:lnTo>
                      <a:pt x="526" y="7"/>
                    </a:lnTo>
                    <a:lnTo>
                      <a:pt x="526" y="7"/>
                    </a:lnTo>
                    <a:lnTo>
                      <a:pt x="526" y="7"/>
                    </a:lnTo>
                    <a:lnTo>
                      <a:pt x="526" y="7"/>
                    </a:lnTo>
                    <a:lnTo>
                      <a:pt x="528" y="7"/>
                    </a:lnTo>
                    <a:lnTo>
                      <a:pt x="528" y="7"/>
                    </a:lnTo>
                    <a:lnTo>
                      <a:pt x="528" y="9"/>
                    </a:lnTo>
                    <a:lnTo>
                      <a:pt x="528" y="9"/>
                    </a:lnTo>
                    <a:lnTo>
                      <a:pt x="528" y="12"/>
                    </a:lnTo>
                    <a:lnTo>
                      <a:pt x="528" y="12"/>
                    </a:lnTo>
                    <a:lnTo>
                      <a:pt x="528" y="14"/>
                    </a:lnTo>
                    <a:lnTo>
                      <a:pt x="528" y="14"/>
                    </a:lnTo>
                    <a:lnTo>
                      <a:pt x="528" y="14"/>
                    </a:lnTo>
                    <a:lnTo>
                      <a:pt x="528" y="16"/>
                    </a:lnTo>
                    <a:lnTo>
                      <a:pt x="528" y="16"/>
                    </a:lnTo>
                    <a:lnTo>
                      <a:pt x="528" y="16"/>
                    </a:lnTo>
                    <a:lnTo>
                      <a:pt x="528" y="16"/>
                    </a:lnTo>
                    <a:lnTo>
                      <a:pt x="531" y="16"/>
                    </a:lnTo>
                    <a:lnTo>
                      <a:pt x="531" y="16"/>
                    </a:lnTo>
                    <a:lnTo>
                      <a:pt x="533" y="16"/>
                    </a:lnTo>
                    <a:lnTo>
                      <a:pt x="533" y="16"/>
                    </a:lnTo>
                    <a:lnTo>
                      <a:pt x="533" y="19"/>
                    </a:lnTo>
                    <a:lnTo>
                      <a:pt x="533" y="19"/>
                    </a:lnTo>
                    <a:lnTo>
                      <a:pt x="533" y="19"/>
                    </a:lnTo>
                    <a:lnTo>
                      <a:pt x="533" y="19"/>
                    </a:lnTo>
                    <a:lnTo>
                      <a:pt x="533" y="21"/>
                    </a:lnTo>
                    <a:lnTo>
                      <a:pt x="533" y="21"/>
                    </a:lnTo>
                    <a:lnTo>
                      <a:pt x="533" y="21"/>
                    </a:lnTo>
                    <a:lnTo>
                      <a:pt x="533" y="24"/>
                    </a:lnTo>
                    <a:lnTo>
                      <a:pt x="533" y="24"/>
                    </a:lnTo>
                    <a:lnTo>
                      <a:pt x="533" y="26"/>
                    </a:lnTo>
                    <a:lnTo>
                      <a:pt x="533" y="26"/>
                    </a:lnTo>
                    <a:lnTo>
                      <a:pt x="533" y="26"/>
                    </a:lnTo>
                    <a:lnTo>
                      <a:pt x="531" y="26"/>
                    </a:lnTo>
                    <a:lnTo>
                      <a:pt x="531" y="26"/>
                    </a:lnTo>
                    <a:lnTo>
                      <a:pt x="528" y="26"/>
                    </a:lnTo>
                    <a:lnTo>
                      <a:pt x="528" y="26"/>
                    </a:lnTo>
                    <a:lnTo>
                      <a:pt x="528" y="26"/>
                    </a:lnTo>
                    <a:lnTo>
                      <a:pt x="528" y="28"/>
                    </a:lnTo>
                    <a:lnTo>
                      <a:pt x="528" y="28"/>
                    </a:lnTo>
                    <a:lnTo>
                      <a:pt x="528" y="28"/>
                    </a:lnTo>
                    <a:lnTo>
                      <a:pt x="528" y="28"/>
                    </a:lnTo>
                    <a:lnTo>
                      <a:pt x="528" y="31"/>
                    </a:lnTo>
                    <a:lnTo>
                      <a:pt x="531" y="31"/>
                    </a:lnTo>
                    <a:lnTo>
                      <a:pt x="531" y="31"/>
                    </a:lnTo>
                    <a:lnTo>
                      <a:pt x="531" y="33"/>
                    </a:lnTo>
                    <a:lnTo>
                      <a:pt x="531" y="33"/>
                    </a:lnTo>
                    <a:lnTo>
                      <a:pt x="533" y="33"/>
                    </a:lnTo>
                    <a:lnTo>
                      <a:pt x="533" y="33"/>
                    </a:lnTo>
                    <a:lnTo>
                      <a:pt x="533" y="33"/>
                    </a:lnTo>
                    <a:lnTo>
                      <a:pt x="533" y="31"/>
                    </a:lnTo>
                    <a:lnTo>
                      <a:pt x="535" y="31"/>
                    </a:lnTo>
                    <a:lnTo>
                      <a:pt x="535" y="31"/>
                    </a:lnTo>
                    <a:lnTo>
                      <a:pt x="535" y="31"/>
                    </a:lnTo>
                    <a:lnTo>
                      <a:pt x="538" y="31"/>
                    </a:lnTo>
                    <a:lnTo>
                      <a:pt x="538" y="31"/>
                    </a:lnTo>
                    <a:lnTo>
                      <a:pt x="538" y="33"/>
                    </a:lnTo>
                    <a:lnTo>
                      <a:pt x="540" y="33"/>
                    </a:lnTo>
                    <a:lnTo>
                      <a:pt x="540" y="33"/>
                    </a:lnTo>
                    <a:lnTo>
                      <a:pt x="540" y="33"/>
                    </a:lnTo>
                    <a:lnTo>
                      <a:pt x="542" y="33"/>
                    </a:lnTo>
                    <a:lnTo>
                      <a:pt x="542" y="33"/>
                    </a:lnTo>
                    <a:lnTo>
                      <a:pt x="542" y="33"/>
                    </a:lnTo>
                    <a:lnTo>
                      <a:pt x="542" y="31"/>
                    </a:lnTo>
                    <a:lnTo>
                      <a:pt x="542" y="31"/>
                    </a:lnTo>
                    <a:lnTo>
                      <a:pt x="542" y="28"/>
                    </a:lnTo>
                    <a:lnTo>
                      <a:pt x="545" y="28"/>
                    </a:lnTo>
                    <a:lnTo>
                      <a:pt x="545" y="28"/>
                    </a:lnTo>
                    <a:lnTo>
                      <a:pt x="547" y="28"/>
                    </a:lnTo>
                    <a:lnTo>
                      <a:pt x="547" y="28"/>
                    </a:lnTo>
                    <a:lnTo>
                      <a:pt x="547" y="28"/>
                    </a:lnTo>
                    <a:lnTo>
                      <a:pt x="550" y="28"/>
                    </a:lnTo>
                    <a:lnTo>
                      <a:pt x="550" y="31"/>
                    </a:lnTo>
                    <a:lnTo>
                      <a:pt x="550" y="31"/>
                    </a:lnTo>
                    <a:lnTo>
                      <a:pt x="552" y="31"/>
                    </a:lnTo>
                  </a:path>
                </a:pathLst>
              </a:custGeom>
              <a:solidFill>
                <a:schemeClr val="accent3"/>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137"/>
              <p:cNvSpPr>
                <a:spLocks/>
              </p:cNvSpPr>
              <p:nvPr/>
            </p:nvSpPr>
            <p:spPr bwMode="auto">
              <a:xfrm>
                <a:off x="2379" y="1379"/>
                <a:ext cx="1" cy="2"/>
              </a:xfrm>
              <a:custGeom>
                <a:avLst/>
                <a:gdLst/>
                <a:ahLst/>
                <a:cxnLst>
                  <a:cxn ang="0">
                    <a:pos x="0" y="0"/>
                  </a:cxn>
                  <a:cxn ang="0">
                    <a:pos x="0" y="0"/>
                  </a:cxn>
                  <a:cxn ang="0">
                    <a:pos x="0" y="0"/>
                  </a:cxn>
                  <a:cxn ang="0">
                    <a:pos x="0" y="2"/>
                  </a:cxn>
                  <a:cxn ang="0">
                    <a:pos x="0" y="2"/>
                  </a:cxn>
                  <a:cxn ang="0">
                    <a:pos x="0" y="0"/>
                  </a:cxn>
                  <a:cxn ang="0">
                    <a:pos x="0" y="0"/>
                  </a:cxn>
                  <a:cxn ang="0">
                    <a:pos x="0" y="0"/>
                  </a:cxn>
                  <a:cxn ang="0">
                    <a:pos x="0" y="0"/>
                  </a:cxn>
                </a:cxnLst>
                <a:rect l="0" t="0" r="r" b="b"/>
                <a:pathLst>
                  <a:path h="2">
                    <a:moveTo>
                      <a:pt x="0" y="0"/>
                    </a:moveTo>
                    <a:lnTo>
                      <a:pt x="0" y="0"/>
                    </a:lnTo>
                    <a:lnTo>
                      <a:pt x="0" y="0"/>
                    </a:lnTo>
                    <a:lnTo>
                      <a:pt x="0" y="2"/>
                    </a:lnTo>
                    <a:lnTo>
                      <a:pt x="0" y="2"/>
                    </a:lnTo>
                    <a:lnTo>
                      <a:pt x="0" y="0"/>
                    </a:lnTo>
                    <a:lnTo>
                      <a:pt x="0" y="0"/>
                    </a:lnTo>
                    <a:lnTo>
                      <a:pt x="0"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138"/>
              <p:cNvSpPr>
                <a:spLocks/>
              </p:cNvSpPr>
              <p:nvPr/>
            </p:nvSpPr>
            <p:spPr bwMode="auto">
              <a:xfrm>
                <a:off x="2379" y="1379"/>
                <a:ext cx="1" cy="2"/>
              </a:xfrm>
              <a:custGeom>
                <a:avLst/>
                <a:gdLst/>
                <a:ahLst/>
                <a:cxnLst>
                  <a:cxn ang="0">
                    <a:pos x="0" y="0"/>
                  </a:cxn>
                  <a:cxn ang="0">
                    <a:pos x="0" y="0"/>
                  </a:cxn>
                  <a:cxn ang="0">
                    <a:pos x="0" y="0"/>
                  </a:cxn>
                  <a:cxn ang="0">
                    <a:pos x="0" y="2"/>
                  </a:cxn>
                  <a:cxn ang="0">
                    <a:pos x="0" y="2"/>
                  </a:cxn>
                  <a:cxn ang="0">
                    <a:pos x="0" y="0"/>
                  </a:cxn>
                  <a:cxn ang="0">
                    <a:pos x="0" y="0"/>
                  </a:cxn>
                  <a:cxn ang="0">
                    <a:pos x="0" y="0"/>
                  </a:cxn>
                  <a:cxn ang="0">
                    <a:pos x="0" y="0"/>
                  </a:cxn>
                </a:cxnLst>
                <a:rect l="0" t="0" r="r" b="b"/>
                <a:pathLst>
                  <a:path h="2">
                    <a:moveTo>
                      <a:pt x="0" y="0"/>
                    </a:moveTo>
                    <a:lnTo>
                      <a:pt x="0" y="0"/>
                    </a:lnTo>
                    <a:lnTo>
                      <a:pt x="0" y="0"/>
                    </a:lnTo>
                    <a:lnTo>
                      <a:pt x="0" y="2"/>
                    </a:lnTo>
                    <a:lnTo>
                      <a:pt x="0" y="2"/>
                    </a:lnTo>
                    <a:lnTo>
                      <a:pt x="0" y="0"/>
                    </a:lnTo>
                    <a:lnTo>
                      <a:pt x="0" y="0"/>
                    </a:lnTo>
                    <a:lnTo>
                      <a:pt x="0"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139"/>
              <p:cNvSpPr>
                <a:spLocks/>
              </p:cNvSpPr>
              <p:nvPr/>
            </p:nvSpPr>
            <p:spPr bwMode="auto">
              <a:xfrm>
                <a:off x="3832" y="1599"/>
                <a:ext cx="130" cy="104"/>
              </a:xfrm>
              <a:custGeom>
                <a:avLst/>
                <a:gdLst/>
                <a:ahLst/>
                <a:cxnLst>
                  <a:cxn ang="0">
                    <a:pos x="52" y="5"/>
                  </a:cxn>
                  <a:cxn ang="0">
                    <a:pos x="59" y="12"/>
                  </a:cxn>
                  <a:cxn ang="0">
                    <a:pos x="64" y="17"/>
                  </a:cxn>
                  <a:cxn ang="0">
                    <a:pos x="69" y="24"/>
                  </a:cxn>
                  <a:cxn ang="0">
                    <a:pos x="76" y="28"/>
                  </a:cxn>
                  <a:cxn ang="0">
                    <a:pos x="83" y="33"/>
                  </a:cxn>
                  <a:cxn ang="0">
                    <a:pos x="93" y="33"/>
                  </a:cxn>
                  <a:cxn ang="0">
                    <a:pos x="100" y="40"/>
                  </a:cxn>
                  <a:cxn ang="0">
                    <a:pos x="109" y="38"/>
                  </a:cxn>
                  <a:cxn ang="0">
                    <a:pos x="114" y="33"/>
                  </a:cxn>
                  <a:cxn ang="0">
                    <a:pos x="121" y="31"/>
                  </a:cxn>
                  <a:cxn ang="0">
                    <a:pos x="116" y="40"/>
                  </a:cxn>
                  <a:cxn ang="0">
                    <a:pos x="116" y="47"/>
                  </a:cxn>
                  <a:cxn ang="0">
                    <a:pos x="121" y="55"/>
                  </a:cxn>
                  <a:cxn ang="0">
                    <a:pos x="126" y="52"/>
                  </a:cxn>
                  <a:cxn ang="0">
                    <a:pos x="126" y="57"/>
                  </a:cxn>
                  <a:cxn ang="0">
                    <a:pos x="121" y="59"/>
                  </a:cxn>
                  <a:cxn ang="0">
                    <a:pos x="114" y="64"/>
                  </a:cxn>
                  <a:cxn ang="0">
                    <a:pos x="107" y="62"/>
                  </a:cxn>
                  <a:cxn ang="0">
                    <a:pos x="102" y="66"/>
                  </a:cxn>
                  <a:cxn ang="0">
                    <a:pos x="93" y="64"/>
                  </a:cxn>
                  <a:cxn ang="0">
                    <a:pos x="88" y="71"/>
                  </a:cxn>
                  <a:cxn ang="0">
                    <a:pos x="81" y="76"/>
                  </a:cxn>
                  <a:cxn ang="0">
                    <a:pos x="76" y="83"/>
                  </a:cxn>
                  <a:cxn ang="0">
                    <a:pos x="74" y="92"/>
                  </a:cxn>
                  <a:cxn ang="0">
                    <a:pos x="66" y="88"/>
                  </a:cxn>
                  <a:cxn ang="0">
                    <a:pos x="59" y="83"/>
                  </a:cxn>
                  <a:cxn ang="0">
                    <a:pos x="52" y="81"/>
                  </a:cxn>
                  <a:cxn ang="0">
                    <a:pos x="45" y="76"/>
                  </a:cxn>
                  <a:cxn ang="0">
                    <a:pos x="38" y="74"/>
                  </a:cxn>
                  <a:cxn ang="0">
                    <a:pos x="29" y="78"/>
                  </a:cxn>
                  <a:cxn ang="0">
                    <a:pos x="24" y="81"/>
                  </a:cxn>
                  <a:cxn ang="0">
                    <a:pos x="19" y="76"/>
                  </a:cxn>
                  <a:cxn ang="0">
                    <a:pos x="12" y="78"/>
                  </a:cxn>
                  <a:cxn ang="0">
                    <a:pos x="14" y="85"/>
                  </a:cxn>
                  <a:cxn ang="0">
                    <a:pos x="22" y="88"/>
                  </a:cxn>
                  <a:cxn ang="0">
                    <a:pos x="29" y="92"/>
                  </a:cxn>
                  <a:cxn ang="0">
                    <a:pos x="26" y="97"/>
                  </a:cxn>
                  <a:cxn ang="0">
                    <a:pos x="19" y="95"/>
                  </a:cxn>
                  <a:cxn ang="0">
                    <a:pos x="14" y="102"/>
                  </a:cxn>
                  <a:cxn ang="0">
                    <a:pos x="7" y="104"/>
                  </a:cxn>
                  <a:cxn ang="0">
                    <a:pos x="5" y="95"/>
                  </a:cxn>
                  <a:cxn ang="0">
                    <a:pos x="5" y="88"/>
                  </a:cxn>
                  <a:cxn ang="0">
                    <a:pos x="0" y="83"/>
                  </a:cxn>
                  <a:cxn ang="0">
                    <a:pos x="0" y="74"/>
                  </a:cxn>
                  <a:cxn ang="0">
                    <a:pos x="7" y="69"/>
                  </a:cxn>
                  <a:cxn ang="0">
                    <a:pos x="12" y="64"/>
                  </a:cxn>
                  <a:cxn ang="0">
                    <a:pos x="12" y="59"/>
                  </a:cxn>
                  <a:cxn ang="0">
                    <a:pos x="14" y="52"/>
                  </a:cxn>
                  <a:cxn ang="0">
                    <a:pos x="22" y="59"/>
                  </a:cxn>
                  <a:cxn ang="0">
                    <a:pos x="29" y="59"/>
                  </a:cxn>
                  <a:cxn ang="0">
                    <a:pos x="36" y="52"/>
                  </a:cxn>
                  <a:cxn ang="0">
                    <a:pos x="33" y="45"/>
                  </a:cxn>
                  <a:cxn ang="0">
                    <a:pos x="40" y="40"/>
                  </a:cxn>
                  <a:cxn ang="0">
                    <a:pos x="40" y="28"/>
                  </a:cxn>
                  <a:cxn ang="0">
                    <a:pos x="43" y="17"/>
                  </a:cxn>
                  <a:cxn ang="0">
                    <a:pos x="38" y="10"/>
                  </a:cxn>
                  <a:cxn ang="0">
                    <a:pos x="40" y="2"/>
                  </a:cxn>
                </a:cxnLst>
                <a:rect l="0" t="0" r="r" b="b"/>
                <a:pathLst>
                  <a:path w="130" h="104">
                    <a:moveTo>
                      <a:pt x="48" y="0"/>
                    </a:moveTo>
                    <a:lnTo>
                      <a:pt x="48" y="0"/>
                    </a:lnTo>
                    <a:lnTo>
                      <a:pt x="48" y="0"/>
                    </a:lnTo>
                    <a:lnTo>
                      <a:pt x="48" y="2"/>
                    </a:lnTo>
                    <a:lnTo>
                      <a:pt x="48" y="2"/>
                    </a:lnTo>
                    <a:lnTo>
                      <a:pt x="50" y="2"/>
                    </a:lnTo>
                    <a:lnTo>
                      <a:pt x="50" y="2"/>
                    </a:lnTo>
                    <a:lnTo>
                      <a:pt x="50" y="2"/>
                    </a:lnTo>
                    <a:lnTo>
                      <a:pt x="52" y="2"/>
                    </a:lnTo>
                    <a:lnTo>
                      <a:pt x="52" y="2"/>
                    </a:lnTo>
                    <a:lnTo>
                      <a:pt x="52" y="5"/>
                    </a:lnTo>
                    <a:lnTo>
                      <a:pt x="52" y="5"/>
                    </a:lnTo>
                    <a:lnTo>
                      <a:pt x="52" y="5"/>
                    </a:lnTo>
                    <a:lnTo>
                      <a:pt x="55" y="5"/>
                    </a:lnTo>
                    <a:lnTo>
                      <a:pt x="55" y="7"/>
                    </a:lnTo>
                    <a:lnTo>
                      <a:pt x="55" y="7"/>
                    </a:lnTo>
                    <a:lnTo>
                      <a:pt x="55" y="7"/>
                    </a:lnTo>
                    <a:lnTo>
                      <a:pt x="55" y="7"/>
                    </a:lnTo>
                    <a:lnTo>
                      <a:pt x="55" y="10"/>
                    </a:lnTo>
                    <a:lnTo>
                      <a:pt x="57" y="10"/>
                    </a:lnTo>
                    <a:lnTo>
                      <a:pt x="57" y="10"/>
                    </a:lnTo>
                    <a:lnTo>
                      <a:pt x="57" y="10"/>
                    </a:lnTo>
                    <a:lnTo>
                      <a:pt x="57" y="12"/>
                    </a:lnTo>
                    <a:lnTo>
                      <a:pt x="59" y="12"/>
                    </a:lnTo>
                    <a:lnTo>
                      <a:pt x="59" y="12"/>
                    </a:lnTo>
                    <a:lnTo>
                      <a:pt x="59" y="12"/>
                    </a:lnTo>
                    <a:lnTo>
                      <a:pt x="59" y="12"/>
                    </a:lnTo>
                    <a:lnTo>
                      <a:pt x="59" y="12"/>
                    </a:lnTo>
                    <a:lnTo>
                      <a:pt x="62" y="12"/>
                    </a:lnTo>
                    <a:lnTo>
                      <a:pt x="62" y="14"/>
                    </a:lnTo>
                    <a:lnTo>
                      <a:pt x="62" y="14"/>
                    </a:lnTo>
                    <a:lnTo>
                      <a:pt x="62" y="14"/>
                    </a:lnTo>
                    <a:lnTo>
                      <a:pt x="62" y="17"/>
                    </a:lnTo>
                    <a:lnTo>
                      <a:pt x="62" y="17"/>
                    </a:lnTo>
                    <a:lnTo>
                      <a:pt x="62" y="17"/>
                    </a:lnTo>
                    <a:lnTo>
                      <a:pt x="64" y="17"/>
                    </a:lnTo>
                    <a:lnTo>
                      <a:pt x="64" y="19"/>
                    </a:lnTo>
                    <a:lnTo>
                      <a:pt x="64" y="19"/>
                    </a:lnTo>
                    <a:lnTo>
                      <a:pt x="64" y="19"/>
                    </a:lnTo>
                    <a:lnTo>
                      <a:pt x="66" y="19"/>
                    </a:lnTo>
                    <a:lnTo>
                      <a:pt x="66" y="21"/>
                    </a:lnTo>
                    <a:lnTo>
                      <a:pt x="66" y="21"/>
                    </a:lnTo>
                    <a:lnTo>
                      <a:pt x="66" y="21"/>
                    </a:lnTo>
                    <a:lnTo>
                      <a:pt x="66" y="21"/>
                    </a:lnTo>
                    <a:lnTo>
                      <a:pt x="69" y="21"/>
                    </a:lnTo>
                    <a:lnTo>
                      <a:pt x="69" y="24"/>
                    </a:lnTo>
                    <a:lnTo>
                      <a:pt x="69" y="24"/>
                    </a:lnTo>
                    <a:lnTo>
                      <a:pt x="69" y="24"/>
                    </a:lnTo>
                    <a:lnTo>
                      <a:pt x="71" y="24"/>
                    </a:lnTo>
                    <a:lnTo>
                      <a:pt x="71" y="24"/>
                    </a:lnTo>
                    <a:lnTo>
                      <a:pt x="71" y="24"/>
                    </a:lnTo>
                    <a:lnTo>
                      <a:pt x="71" y="24"/>
                    </a:lnTo>
                    <a:lnTo>
                      <a:pt x="71" y="26"/>
                    </a:lnTo>
                    <a:lnTo>
                      <a:pt x="74" y="26"/>
                    </a:lnTo>
                    <a:lnTo>
                      <a:pt x="74" y="26"/>
                    </a:lnTo>
                    <a:lnTo>
                      <a:pt x="74" y="26"/>
                    </a:lnTo>
                    <a:lnTo>
                      <a:pt x="74" y="26"/>
                    </a:lnTo>
                    <a:lnTo>
                      <a:pt x="74" y="28"/>
                    </a:lnTo>
                    <a:lnTo>
                      <a:pt x="76" y="28"/>
                    </a:lnTo>
                    <a:lnTo>
                      <a:pt x="76" y="28"/>
                    </a:lnTo>
                    <a:lnTo>
                      <a:pt x="78" y="28"/>
                    </a:lnTo>
                    <a:lnTo>
                      <a:pt x="78" y="28"/>
                    </a:lnTo>
                    <a:lnTo>
                      <a:pt x="78" y="31"/>
                    </a:lnTo>
                    <a:lnTo>
                      <a:pt x="78" y="31"/>
                    </a:lnTo>
                    <a:lnTo>
                      <a:pt x="78" y="31"/>
                    </a:lnTo>
                    <a:lnTo>
                      <a:pt x="78" y="31"/>
                    </a:lnTo>
                    <a:lnTo>
                      <a:pt x="81" y="31"/>
                    </a:lnTo>
                    <a:lnTo>
                      <a:pt x="81" y="31"/>
                    </a:lnTo>
                    <a:lnTo>
                      <a:pt x="81" y="31"/>
                    </a:lnTo>
                    <a:lnTo>
                      <a:pt x="81" y="33"/>
                    </a:lnTo>
                    <a:lnTo>
                      <a:pt x="83" y="33"/>
                    </a:lnTo>
                    <a:lnTo>
                      <a:pt x="83" y="33"/>
                    </a:lnTo>
                    <a:lnTo>
                      <a:pt x="85" y="33"/>
                    </a:lnTo>
                    <a:lnTo>
                      <a:pt x="85" y="33"/>
                    </a:lnTo>
                    <a:lnTo>
                      <a:pt x="85" y="33"/>
                    </a:lnTo>
                    <a:lnTo>
                      <a:pt x="85" y="33"/>
                    </a:lnTo>
                    <a:lnTo>
                      <a:pt x="88" y="33"/>
                    </a:lnTo>
                    <a:lnTo>
                      <a:pt x="88" y="33"/>
                    </a:lnTo>
                    <a:lnTo>
                      <a:pt x="88" y="33"/>
                    </a:lnTo>
                    <a:lnTo>
                      <a:pt x="88" y="33"/>
                    </a:lnTo>
                    <a:lnTo>
                      <a:pt x="90" y="33"/>
                    </a:lnTo>
                    <a:lnTo>
                      <a:pt x="90" y="33"/>
                    </a:lnTo>
                    <a:lnTo>
                      <a:pt x="93" y="33"/>
                    </a:lnTo>
                    <a:lnTo>
                      <a:pt x="93" y="33"/>
                    </a:lnTo>
                    <a:lnTo>
                      <a:pt x="93" y="33"/>
                    </a:lnTo>
                    <a:lnTo>
                      <a:pt x="93" y="36"/>
                    </a:lnTo>
                    <a:lnTo>
                      <a:pt x="95" y="36"/>
                    </a:lnTo>
                    <a:lnTo>
                      <a:pt x="95" y="36"/>
                    </a:lnTo>
                    <a:lnTo>
                      <a:pt x="95" y="36"/>
                    </a:lnTo>
                    <a:lnTo>
                      <a:pt x="97" y="36"/>
                    </a:lnTo>
                    <a:lnTo>
                      <a:pt x="97" y="36"/>
                    </a:lnTo>
                    <a:lnTo>
                      <a:pt x="97" y="38"/>
                    </a:lnTo>
                    <a:lnTo>
                      <a:pt x="97" y="38"/>
                    </a:lnTo>
                    <a:lnTo>
                      <a:pt x="97" y="38"/>
                    </a:lnTo>
                    <a:lnTo>
                      <a:pt x="100" y="38"/>
                    </a:lnTo>
                    <a:lnTo>
                      <a:pt x="100" y="40"/>
                    </a:lnTo>
                    <a:lnTo>
                      <a:pt x="100" y="40"/>
                    </a:lnTo>
                    <a:lnTo>
                      <a:pt x="100" y="40"/>
                    </a:lnTo>
                    <a:lnTo>
                      <a:pt x="102" y="40"/>
                    </a:lnTo>
                    <a:lnTo>
                      <a:pt x="102" y="40"/>
                    </a:lnTo>
                    <a:lnTo>
                      <a:pt x="102" y="40"/>
                    </a:lnTo>
                    <a:lnTo>
                      <a:pt x="104" y="40"/>
                    </a:lnTo>
                    <a:lnTo>
                      <a:pt x="104" y="40"/>
                    </a:lnTo>
                    <a:lnTo>
                      <a:pt x="107" y="40"/>
                    </a:lnTo>
                    <a:lnTo>
                      <a:pt x="107" y="40"/>
                    </a:lnTo>
                    <a:lnTo>
                      <a:pt x="107" y="40"/>
                    </a:lnTo>
                    <a:lnTo>
                      <a:pt x="109" y="40"/>
                    </a:lnTo>
                    <a:lnTo>
                      <a:pt x="109" y="38"/>
                    </a:lnTo>
                    <a:lnTo>
                      <a:pt x="109" y="38"/>
                    </a:lnTo>
                    <a:lnTo>
                      <a:pt x="109" y="38"/>
                    </a:lnTo>
                    <a:lnTo>
                      <a:pt x="111" y="38"/>
                    </a:lnTo>
                    <a:lnTo>
                      <a:pt x="111" y="36"/>
                    </a:lnTo>
                    <a:lnTo>
                      <a:pt x="111" y="36"/>
                    </a:lnTo>
                    <a:lnTo>
                      <a:pt x="111" y="36"/>
                    </a:lnTo>
                    <a:lnTo>
                      <a:pt x="111" y="36"/>
                    </a:lnTo>
                    <a:lnTo>
                      <a:pt x="114" y="36"/>
                    </a:lnTo>
                    <a:lnTo>
                      <a:pt x="114" y="33"/>
                    </a:lnTo>
                    <a:lnTo>
                      <a:pt x="114" y="33"/>
                    </a:lnTo>
                    <a:lnTo>
                      <a:pt x="114" y="33"/>
                    </a:lnTo>
                    <a:lnTo>
                      <a:pt x="114" y="33"/>
                    </a:lnTo>
                    <a:lnTo>
                      <a:pt x="116" y="33"/>
                    </a:lnTo>
                    <a:lnTo>
                      <a:pt x="116" y="33"/>
                    </a:lnTo>
                    <a:lnTo>
                      <a:pt x="116" y="33"/>
                    </a:lnTo>
                    <a:lnTo>
                      <a:pt x="116" y="31"/>
                    </a:lnTo>
                    <a:lnTo>
                      <a:pt x="119" y="31"/>
                    </a:lnTo>
                    <a:lnTo>
                      <a:pt x="119" y="31"/>
                    </a:lnTo>
                    <a:lnTo>
                      <a:pt x="119" y="31"/>
                    </a:lnTo>
                    <a:lnTo>
                      <a:pt x="119" y="28"/>
                    </a:lnTo>
                    <a:lnTo>
                      <a:pt x="119" y="28"/>
                    </a:lnTo>
                    <a:lnTo>
                      <a:pt x="121" y="28"/>
                    </a:lnTo>
                    <a:lnTo>
                      <a:pt x="121" y="31"/>
                    </a:lnTo>
                    <a:lnTo>
                      <a:pt x="121" y="31"/>
                    </a:lnTo>
                    <a:lnTo>
                      <a:pt x="121" y="33"/>
                    </a:lnTo>
                    <a:lnTo>
                      <a:pt x="121" y="33"/>
                    </a:lnTo>
                    <a:lnTo>
                      <a:pt x="121" y="33"/>
                    </a:lnTo>
                    <a:lnTo>
                      <a:pt x="119" y="33"/>
                    </a:lnTo>
                    <a:lnTo>
                      <a:pt x="119" y="36"/>
                    </a:lnTo>
                    <a:lnTo>
                      <a:pt x="119" y="36"/>
                    </a:lnTo>
                    <a:lnTo>
                      <a:pt x="119" y="36"/>
                    </a:lnTo>
                    <a:lnTo>
                      <a:pt x="119" y="36"/>
                    </a:lnTo>
                    <a:lnTo>
                      <a:pt x="119" y="38"/>
                    </a:lnTo>
                    <a:lnTo>
                      <a:pt x="119" y="38"/>
                    </a:lnTo>
                    <a:lnTo>
                      <a:pt x="116" y="38"/>
                    </a:lnTo>
                    <a:lnTo>
                      <a:pt x="116" y="40"/>
                    </a:lnTo>
                    <a:lnTo>
                      <a:pt x="116" y="40"/>
                    </a:lnTo>
                    <a:lnTo>
                      <a:pt x="116" y="40"/>
                    </a:lnTo>
                    <a:lnTo>
                      <a:pt x="114" y="40"/>
                    </a:lnTo>
                    <a:lnTo>
                      <a:pt x="114" y="43"/>
                    </a:lnTo>
                    <a:lnTo>
                      <a:pt x="114" y="43"/>
                    </a:lnTo>
                    <a:lnTo>
                      <a:pt x="114" y="43"/>
                    </a:lnTo>
                    <a:lnTo>
                      <a:pt x="114" y="43"/>
                    </a:lnTo>
                    <a:lnTo>
                      <a:pt x="114" y="45"/>
                    </a:lnTo>
                    <a:lnTo>
                      <a:pt x="114" y="45"/>
                    </a:lnTo>
                    <a:lnTo>
                      <a:pt x="114" y="45"/>
                    </a:lnTo>
                    <a:lnTo>
                      <a:pt x="116" y="45"/>
                    </a:lnTo>
                    <a:lnTo>
                      <a:pt x="116" y="47"/>
                    </a:lnTo>
                    <a:lnTo>
                      <a:pt x="116" y="47"/>
                    </a:lnTo>
                    <a:lnTo>
                      <a:pt x="119" y="47"/>
                    </a:lnTo>
                    <a:lnTo>
                      <a:pt x="119" y="47"/>
                    </a:lnTo>
                    <a:lnTo>
                      <a:pt x="119" y="50"/>
                    </a:lnTo>
                    <a:lnTo>
                      <a:pt x="119" y="50"/>
                    </a:lnTo>
                    <a:lnTo>
                      <a:pt x="119" y="52"/>
                    </a:lnTo>
                    <a:lnTo>
                      <a:pt x="119" y="52"/>
                    </a:lnTo>
                    <a:lnTo>
                      <a:pt x="119" y="52"/>
                    </a:lnTo>
                    <a:lnTo>
                      <a:pt x="119" y="52"/>
                    </a:lnTo>
                    <a:lnTo>
                      <a:pt x="119" y="52"/>
                    </a:lnTo>
                    <a:lnTo>
                      <a:pt x="119" y="55"/>
                    </a:lnTo>
                    <a:lnTo>
                      <a:pt x="121" y="55"/>
                    </a:lnTo>
                    <a:lnTo>
                      <a:pt x="121" y="55"/>
                    </a:lnTo>
                    <a:lnTo>
                      <a:pt x="121" y="55"/>
                    </a:lnTo>
                    <a:lnTo>
                      <a:pt x="121" y="57"/>
                    </a:lnTo>
                    <a:lnTo>
                      <a:pt x="121" y="57"/>
                    </a:lnTo>
                    <a:lnTo>
                      <a:pt x="123" y="57"/>
                    </a:lnTo>
                    <a:lnTo>
                      <a:pt x="123" y="55"/>
                    </a:lnTo>
                    <a:lnTo>
                      <a:pt x="123" y="55"/>
                    </a:lnTo>
                    <a:lnTo>
                      <a:pt x="123" y="55"/>
                    </a:lnTo>
                    <a:lnTo>
                      <a:pt x="126" y="55"/>
                    </a:lnTo>
                    <a:lnTo>
                      <a:pt x="126" y="55"/>
                    </a:lnTo>
                    <a:lnTo>
                      <a:pt x="126" y="52"/>
                    </a:lnTo>
                    <a:lnTo>
                      <a:pt x="126" y="52"/>
                    </a:lnTo>
                    <a:lnTo>
                      <a:pt x="128" y="52"/>
                    </a:lnTo>
                    <a:lnTo>
                      <a:pt x="128" y="52"/>
                    </a:lnTo>
                    <a:lnTo>
                      <a:pt x="128" y="52"/>
                    </a:lnTo>
                    <a:lnTo>
                      <a:pt x="130" y="52"/>
                    </a:lnTo>
                    <a:lnTo>
                      <a:pt x="130" y="55"/>
                    </a:lnTo>
                    <a:lnTo>
                      <a:pt x="130" y="55"/>
                    </a:lnTo>
                    <a:lnTo>
                      <a:pt x="128" y="55"/>
                    </a:lnTo>
                    <a:lnTo>
                      <a:pt x="128" y="55"/>
                    </a:lnTo>
                    <a:lnTo>
                      <a:pt x="128" y="57"/>
                    </a:lnTo>
                    <a:lnTo>
                      <a:pt x="128" y="57"/>
                    </a:lnTo>
                    <a:lnTo>
                      <a:pt x="126" y="57"/>
                    </a:lnTo>
                    <a:lnTo>
                      <a:pt x="126" y="57"/>
                    </a:lnTo>
                    <a:lnTo>
                      <a:pt x="126" y="57"/>
                    </a:lnTo>
                    <a:lnTo>
                      <a:pt x="126" y="59"/>
                    </a:lnTo>
                    <a:lnTo>
                      <a:pt x="126" y="59"/>
                    </a:lnTo>
                    <a:lnTo>
                      <a:pt x="126" y="59"/>
                    </a:lnTo>
                    <a:lnTo>
                      <a:pt x="126" y="59"/>
                    </a:lnTo>
                    <a:lnTo>
                      <a:pt x="123" y="59"/>
                    </a:lnTo>
                    <a:lnTo>
                      <a:pt x="123" y="59"/>
                    </a:lnTo>
                    <a:lnTo>
                      <a:pt x="123" y="62"/>
                    </a:lnTo>
                    <a:lnTo>
                      <a:pt x="123" y="62"/>
                    </a:lnTo>
                    <a:lnTo>
                      <a:pt x="121" y="62"/>
                    </a:lnTo>
                    <a:lnTo>
                      <a:pt x="121" y="59"/>
                    </a:lnTo>
                    <a:lnTo>
                      <a:pt x="121" y="59"/>
                    </a:lnTo>
                    <a:lnTo>
                      <a:pt x="121" y="59"/>
                    </a:lnTo>
                    <a:lnTo>
                      <a:pt x="119" y="59"/>
                    </a:lnTo>
                    <a:lnTo>
                      <a:pt x="119" y="59"/>
                    </a:lnTo>
                    <a:lnTo>
                      <a:pt x="119" y="62"/>
                    </a:lnTo>
                    <a:lnTo>
                      <a:pt x="119" y="62"/>
                    </a:lnTo>
                    <a:lnTo>
                      <a:pt x="116" y="62"/>
                    </a:lnTo>
                    <a:lnTo>
                      <a:pt x="116" y="62"/>
                    </a:lnTo>
                    <a:lnTo>
                      <a:pt x="114" y="62"/>
                    </a:lnTo>
                    <a:lnTo>
                      <a:pt x="114" y="62"/>
                    </a:lnTo>
                    <a:lnTo>
                      <a:pt x="114" y="62"/>
                    </a:lnTo>
                    <a:lnTo>
                      <a:pt x="114" y="62"/>
                    </a:lnTo>
                    <a:lnTo>
                      <a:pt x="114" y="64"/>
                    </a:lnTo>
                    <a:lnTo>
                      <a:pt x="114" y="64"/>
                    </a:lnTo>
                    <a:lnTo>
                      <a:pt x="111" y="64"/>
                    </a:lnTo>
                    <a:lnTo>
                      <a:pt x="111" y="64"/>
                    </a:lnTo>
                    <a:lnTo>
                      <a:pt x="111" y="64"/>
                    </a:lnTo>
                    <a:lnTo>
                      <a:pt x="111" y="64"/>
                    </a:lnTo>
                    <a:lnTo>
                      <a:pt x="111" y="66"/>
                    </a:lnTo>
                    <a:lnTo>
                      <a:pt x="109" y="66"/>
                    </a:lnTo>
                    <a:lnTo>
                      <a:pt x="109" y="66"/>
                    </a:lnTo>
                    <a:lnTo>
                      <a:pt x="109" y="64"/>
                    </a:lnTo>
                    <a:lnTo>
                      <a:pt x="109" y="64"/>
                    </a:lnTo>
                    <a:lnTo>
                      <a:pt x="109" y="62"/>
                    </a:lnTo>
                    <a:lnTo>
                      <a:pt x="107" y="62"/>
                    </a:lnTo>
                    <a:lnTo>
                      <a:pt x="107" y="64"/>
                    </a:lnTo>
                    <a:lnTo>
                      <a:pt x="107" y="64"/>
                    </a:lnTo>
                    <a:lnTo>
                      <a:pt x="107" y="64"/>
                    </a:lnTo>
                    <a:lnTo>
                      <a:pt x="107" y="64"/>
                    </a:lnTo>
                    <a:lnTo>
                      <a:pt x="107" y="66"/>
                    </a:lnTo>
                    <a:lnTo>
                      <a:pt x="107" y="66"/>
                    </a:lnTo>
                    <a:lnTo>
                      <a:pt x="107" y="66"/>
                    </a:lnTo>
                    <a:lnTo>
                      <a:pt x="104" y="66"/>
                    </a:lnTo>
                    <a:lnTo>
                      <a:pt x="104" y="66"/>
                    </a:lnTo>
                    <a:lnTo>
                      <a:pt x="102" y="66"/>
                    </a:lnTo>
                    <a:lnTo>
                      <a:pt x="102" y="66"/>
                    </a:lnTo>
                    <a:lnTo>
                      <a:pt x="102" y="66"/>
                    </a:lnTo>
                    <a:lnTo>
                      <a:pt x="100" y="66"/>
                    </a:lnTo>
                    <a:lnTo>
                      <a:pt x="100" y="66"/>
                    </a:lnTo>
                    <a:lnTo>
                      <a:pt x="100" y="66"/>
                    </a:lnTo>
                    <a:lnTo>
                      <a:pt x="100" y="64"/>
                    </a:lnTo>
                    <a:lnTo>
                      <a:pt x="97" y="64"/>
                    </a:lnTo>
                    <a:lnTo>
                      <a:pt x="97" y="64"/>
                    </a:lnTo>
                    <a:lnTo>
                      <a:pt x="97" y="64"/>
                    </a:lnTo>
                    <a:lnTo>
                      <a:pt x="95" y="64"/>
                    </a:lnTo>
                    <a:lnTo>
                      <a:pt x="95" y="64"/>
                    </a:lnTo>
                    <a:lnTo>
                      <a:pt x="95" y="64"/>
                    </a:lnTo>
                    <a:lnTo>
                      <a:pt x="95" y="64"/>
                    </a:lnTo>
                    <a:lnTo>
                      <a:pt x="93" y="64"/>
                    </a:lnTo>
                    <a:lnTo>
                      <a:pt x="93" y="66"/>
                    </a:lnTo>
                    <a:lnTo>
                      <a:pt x="93" y="66"/>
                    </a:lnTo>
                    <a:lnTo>
                      <a:pt x="93" y="66"/>
                    </a:lnTo>
                    <a:lnTo>
                      <a:pt x="90" y="66"/>
                    </a:lnTo>
                    <a:lnTo>
                      <a:pt x="90" y="66"/>
                    </a:lnTo>
                    <a:lnTo>
                      <a:pt x="90" y="66"/>
                    </a:lnTo>
                    <a:lnTo>
                      <a:pt x="90" y="69"/>
                    </a:lnTo>
                    <a:lnTo>
                      <a:pt x="88" y="69"/>
                    </a:lnTo>
                    <a:lnTo>
                      <a:pt x="88" y="69"/>
                    </a:lnTo>
                    <a:lnTo>
                      <a:pt x="88" y="69"/>
                    </a:lnTo>
                    <a:lnTo>
                      <a:pt x="88" y="69"/>
                    </a:lnTo>
                    <a:lnTo>
                      <a:pt x="88" y="71"/>
                    </a:lnTo>
                    <a:lnTo>
                      <a:pt x="85" y="71"/>
                    </a:lnTo>
                    <a:lnTo>
                      <a:pt x="85" y="71"/>
                    </a:lnTo>
                    <a:lnTo>
                      <a:pt x="85" y="71"/>
                    </a:lnTo>
                    <a:lnTo>
                      <a:pt x="85" y="71"/>
                    </a:lnTo>
                    <a:lnTo>
                      <a:pt x="85" y="74"/>
                    </a:lnTo>
                    <a:lnTo>
                      <a:pt x="83" y="74"/>
                    </a:lnTo>
                    <a:lnTo>
                      <a:pt x="83" y="74"/>
                    </a:lnTo>
                    <a:lnTo>
                      <a:pt x="83" y="74"/>
                    </a:lnTo>
                    <a:lnTo>
                      <a:pt x="81" y="74"/>
                    </a:lnTo>
                    <a:lnTo>
                      <a:pt x="81" y="74"/>
                    </a:lnTo>
                    <a:lnTo>
                      <a:pt x="81" y="74"/>
                    </a:lnTo>
                    <a:lnTo>
                      <a:pt x="81" y="76"/>
                    </a:lnTo>
                    <a:lnTo>
                      <a:pt x="81" y="76"/>
                    </a:lnTo>
                    <a:lnTo>
                      <a:pt x="81" y="76"/>
                    </a:lnTo>
                    <a:lnTo>
                      <a:pt x="78" y="76"/>
                    </a:lnTo>
                    <a:lnTo>
                      <a:pt x="78" y="78"/>
                    </a:lnTo>
                    <a:lnTo>
                      <a:pt x="78" y="78"/>
                    </a:lnTo>
                    <a:lnTo>
                      <a:pt x="78" y="78"/>
                    </a:lnTo>
                    <a:lnTo>
                      <a:pt x="78" y="81"/>
                    </a:lnTo>
                    <a:lnTo>
                      <a:pt x="78" y="81"/>
                    </a:lnTo>
                    <a:lnTo>
                      <a:pt x="78" y="81"/>
                    </a:lnTo>
                    <a:lnTo>
                      <a:pt x="78" y="83"/>
                    </a:lnTo>
                    <a:lnTo>
                      <a:pt x="76" y="83"/>
                    </a:lnTo>
                    <a:lnTo>
                      <a:pt x="76" y="83"/>
                    </a:lnTo>
                    <a:lnTo>
                      <a:pt x="76" y="83"/>
                    </a:lnTo>
                    <a:lnTo>
                      <a:pt x="78" y="83"/>
                    </a:lnTo>
                    <a:lnTo>
                      <a:pt x="78" y="85"/>
                    </a:lnTo>
                    <a:lnTo>
                      <a:pt x="76" y="85"/>
                    </a:lnTo>
                    <a:lnTo>
                      <a:pt x="76" y="85"/>
                    </a:lnTo>
                    <a:lnTo>
                      <a:pt x="76" y="88"/>
                    </a:lnTo>
                    <a:lnTo>
                      <a:pt x="76" y="88"/>
                    </a:lnTo>
                    <a:lnTo>
                      <a:pt x="76" y="90"/>
                    </a:lnTo>
                    <a:lnTo>
                      <a:pt x="76" y="90"/>
                    </a:lnTo>
                    <a:lnTo>
                      <a:pt x="76" y="90"/>
                    </a:lnTo>
                    <a:lnTo>
                      <a:pt x="74" y="90"/>
                    </a:lnTo>
                    <a:lnTo>
                      <a:pt x="74" y="92"/>
                    </a:lnTo>
                    <a:lnTo>
                      <a:pt x="74" y="92"/>
                    </a:lnTo>
                    <a:lnTo>
                      <a:pt x="74" y="92"/>
                    </a:lnTo>
                    <a:lnTo>
                      <a:pt x="74" y="90"/>
                    </a:lnTo>
                    <a:lnTo>
                      <a:pt x="71" y="90"/>
                    </a:lnTo>
                    <a:lnTo>
                      <a:pt x="71" y="90"/>
                    </a:lnTo>
                    <a:lnTo>
                      <a:pt x="71" y="90"/>
                    </a:lnTo>
                    <a:lnTo>
                      <a:pt x="71" y="88"/>
                    </a:lnTo>
                    <a:lnTo>
                      <a:pt x="71" y="88"/>
                    </a:lnTo>
                    <a:lnTo>
                      <a:pt x="69" y="88"/>
                    </a:lnTo>
                    <a:lnTo>
                      <a:pt x="69" y="88"/>
                    </a:lnTo>
                    <a:lnTo>
                      <a:pt x="69" y="88"/>
                    </a:lnTo>
                    <a:lnTo>
                      <a:pt x="66" y="88"/>
                    </a:lnTo>
                    <a:lnTo>
                      <a:pt x="66" y="85"/>
                    </a:lnTo>
                    <a:lnTo>
                      <a:pt x="66" y="85"/>
                    </a:lnTo>
                    <a:lnTo>
                      <a:pt x="66" y="85"/>
                    </a:lnTo>
                    <a:lnTo>
                      <a:pt x="64" y="85"/>
                    </a:lnTo>
                    <a:lnTo>
                      <a:pt x="64" y="85"/>
                    </a:lnTo>
                    <a:lnTo>
                      <a:pt x="64" y="85"/>
                    </a:lnTo>
                    <a:lnTo>
                      <a:pt x="62" y="85"/>
                    </a:lnTo>
                    <a:lnTo>
                      <a:pt x="62" y="85"/>
                    </a:lnTo>
                    <a:lnTo>
                      <a:pt x="62" y="85"/>
                    </a:lnTo>
                    <a:lnTo>
                      <a:pt x="62" y="83"/>
                    </a:lnTo>
                    <a:lnTo>
                      <a:pt x="59" y="83"/>
                    </a:lnTo>
                    <a:lnTo>
                      <a:pt x="59" y="83"/>
                    </a:lnTo>
                    <a:lnTo>
                      <a:pt x="59" y="83"/>
                    </a:lnTo>
                    <a:lnTo>
                      <a:pt x="59" y="83"/>
                    </a:lnTo>
                    <a:lnTo>
                      <a:pt x="57" y="83"/>
                    </a:lnTo>
                    <a:lnTo>
                      <a:pt x="57" y="83"/>
                    </a:lnTo>
                    <a:lnTo>
                      <a:pt x="57" y="83"/>
                    </a:lnTo>
                    <a:lnTo>
                      <a:pt x="55" y="83"/>
                    </a:lnTo>
                    <a:lnTo>
                      <a:pt x="55" y="83"/>
                    </a:lnTo>
                    <a:lnTo>
                      <a:pt x="55" y="81"/>
                    </a:lnTo>
                    <a:lnTo>
                      <a:pt x="55" y="81"/>
                    </a:lnTo>
                    <a:lnTo>
                      <a:pt x="52" y="81"/>
                    </a:lnTo>
                    <a:lnTo>
                      <a:pt x="52" y="81"/>
                    </a:lnTo>
                    <a:lnTo>
                      <a:pt x="52" y="81"/>
                    </a:lnTo>
                    <a:lnTo>
                      <a:pt x="52" y="78"/>
                    </a:lnTo>
                    <a:lnTo>
                      <a:pt x="52" y="78"/>
                    </a:lnTo>
                    <a:lnTo>
                      <a:pt x="52" y="78"/>
                    </a:lnTo>
                    <a:lnTo>
                      <a:pt x="50" y="78"/>
                    </a:lnTo>
                    <a:lnTo>
                      <a:pt x="50" y="78"/>
                    </a:lnTo>
                    <a:lnTo>
                      <a:pt x="48" y="78"/>
                    </a:lnTo>
                    <a:lnTo>
                      <a:pt x="48" y="78"/>
                    </a:lnTo>
                    <a:lnTo>
                      <a:pt x="48" y="76"/>
                    </a:lnTo>
                    <a:lnTo>
                      <a:pt x="48" y="76"/>
                    </a:lnTo>
                    <a:lnTo>
                      <a:pt x="45" y="76"/>
                    </a:lnTo>
                    <a:lnTo>
                      <a:pt x="45" y="76"/>
                    </a:lnTo>
                    <a:lnTo>
                      <a:pt x="45" y="76"/>
                    </a:lnTo>
                    <a:lnTo>
                      <a:pt x="45" y="74"/>
                    </a:lnTo>
                    <a:lnTo>
                      <a:pt x="45" y="74"/>
                    </a:lnTo>
                    <a:lnTo>
                      <a:pt x="43" y="74"/>
                    </a:lnTo>
                    <a:lnTo>
                      <a:pt x="43" y="74"/>
                    </a:lnTo>
                    <a:lnTo>
                      <a:pt x="40" y="74"/>
                    </a:lnTo>
                    <a:lnTo>
                      <a:pt x="40" y="74"/>
                    </a:lnTo>
                    <a:lnTo>
                      <a:pt x="40" y="74"/>
                    </a:lnTo>
                    <a:lnTo>
                      <a:pt x="40" y="74"/>
                    </a:lnTo>
                    <a:lnTo>
                      <a:pt x="40" y="74"/>
                    </a:lnTo>
                    <a:lnTo>
                      <a:pt x="38" y="74"/>
                    </a:lnTo>
                    <a:lnTo>
                      <a:pt x="38" y="74"/>
                    </a:lnTo>
                    <a:lnTo>
                      <a:pt x="38" y="74"/>
                    </a:lnTo>
                    <a:lnTo>
                      <a:pt x="36" y="74"/>
                    </a:lnTo>
                    <a:lnTo>
                      <a:pt x="36" y="76"/>
                    </a:lnTo>
                    <a:lnTo>
                      <a:pt x="36" y="76"/>
                    </a:lnTo>
                    <a:lnTo>
                      <a:pt x="33" y="76"/>
                    </a:lnTo>
                    <a:lnTo>
                      <a:pt x="33" y="76"/>
                    </a:lnTo>
                    <a:lnTo>
                      <a:pt x="33" y="76"/>
                    </a:lnTo>
                    <a:lnTo>
                      <a:pt x="33" y="76"/>
                    </a:lnTo>
                    <a:lnTo>
                      <a:pt x="33" y="78"/>
                    </a:lnTo>
                    <a:lnTo>
                      <a:pt x="31" y="78"/>
                    </a:lnTo>
                    <a:lnTo>
                      <a:pt x="31" y="78"/>
                    </a:lnTo>
                    <a:lnTo>
                      <a:pt x="31" y="78"/>
                    </a:lnTo>
                    <a:lnTo>
                      <a:pt x="29" y="78"/>
                    </a:lnTo>
                    <a:lnTo>
                      <a:pt x="29" y="78"/>
                    </a:lnTo>
                    <a:lnTo>
                      <a:pt x="29" y="81"/>
                    </a:lnTo>
                    <a:lnTo>
                      <a:pt x="29" y="81"/>
                    </a:lnTo>
                    <a:lnTo>
                      <a:pt x="29" y="81"/>
                    </a:lnTo>
                    <a:lnTo>
                      <a:pt x="26" y="81"/>
                    </a:lnTo>
                    <a:lnTo>
                      <a:pt x="26" y="83"/>
                    </a:lnTo>
                    <a:lnTo>
                      <a:pt x="26" y="83"/>
                    </a:lnTo>
                    <a:lnTo>
                      <a:pt x="26" y="83"/>
                    </a:lnTo>
                    <a:lnTo>
                      <a:pt x="24" y="83"/>
                    </a:lnTo>
                    <a:lnTo>
                      <a:pt x="24" y="81"/>
                    </a:lnTo>
                    <a:lnTo>
                      <a:pt x="24" y="81"/>
                    </a:lnTo>
                    <a:lnTo>
                      <a:pt x="24" y="81"/>
                    </a:lnTo>
                    <a:lnTo>
                      <a:pt x="24" y="78"/>
                    </a:lnTo>
                    <a:lnTo>
                      <a:pt x="22" y="78"/>
                    </a:lnTo>
                    <a:lnTo>
                      <a:pt x="22" y="78"/>
                    </a:lnTo>
                    <a:lnTo>
                      <a:pt x="22" y="78"/>
                    </a:lnTo>
                    <a:lnTo>
                      <a:pt x="22" y="76"/>
                    </a:lnTo>
                    <a:lnTo>
                      <a:pt x="22" y="76"/>
                    </a:lnTo>
                    <a:lnTo>
                      <a:pt x="22" y="76"/>
                    </a:lnTo>
                    <a:lnTo>
                      <a:pt x="19" y="76"/>
                    </a:lnTo>
                    <a:lnTo>
                      <a:pt x="19" y="74"/>
                    </a:lnTo>
                    <a:lnTo>
                      <a:pt x="19" y="74"/>
                    </a:lnTo>
                    <a:lnTo>
                      <a:pt x="19" y="76"/>
                    </a:lnTo>
                    <a:lnTo>
                      <a:pt x="19" y="76"/>
                    </a:lnTo>
                    <a:lnTo>
                      <a:pt x="17" y="76"/>
                    </a:lnTo>
                    <a:lnTo>
                      <a:pt x="17" y="76"/>
                    </a:lnTo>
                    <a:lnTo>
                      <a:pt x="17" y="74"/>
                    </a:lnTo>
                    <a:lnTo>
                      <a:pt x="14" y="74"/>
                    </a:lnTo>
                    <a:lnTo>
                      <a:pt x="14" y="76"/>
                    </a:lnTo>
                    <a:lnTo>
                      <a:pt x="14" y="76"/>
                    </a:lnTo>
                    <a:lnTo>
                      <a:pt x="14" y="76"/>
                    </a:lnTo>
                    <a:lnTo>
                      <a:pt x="14" y="76"/>
                    </a:lnTo>
                    <a:lnTo>
                      <a:pt x="12" y="76"/>
                    </a:lnTo>
                    <a:lnTo>
                      <a:pt x="12" y="78"/>
                    </a:lnTo>
                    <a:lnTo>
                      <a:pt x="12" y="78"/>
                    </a:lnTo>
                    <a:lnTo>
                      <a:pt x="12" y="78"/>
                    </a:lnTo>
                    <a:lnTo>
                      <a:pt x="12" y="81"/>
                    </a:lnTo>
                    <a:lnTo>
                      <a:pt x="12" y="81"/>
                    </a:lnTo>
                    <a:lnTo>
                      <a:pt x="12" y="81"/>
                    </a:lnTo>
                    <a:lnTo>
                      <a:pt x="12" y="83"/>
                    </a:lnTo>
                    <a:lnTo>
                      <a:pt x="12" y="83"/>
                    </a:lnTo>
                    <a:lnTo>
                      <a:pt x="12" y="83"/>
                    </a:lnTo>
                    <a:lnTo>
                      <a:pt x="12" y="83"/>
                    </a:lnTo>
                    <a:lnTo>
                      <a:pt x="14" y="83"/>
                    </a:lnTo>
                    <a:lnTo>
                      <a:pt x="14" y="83"/>
                    </a:lnTo>
                    <a:lnTo>
                      <a:pt x="14" y="83"/>
                    </a:lnTo>
                    <a:lnTo>
                      <a:pt x="14" y="83"/>
                    </a:lnTo>
                    <a:lnTo>
                      <a:pt x="14" y="85"/>
                    </a:lnTo>
                    <a:lnTo>
                      <a:pt x="17" y="85"/>
                    </a:lnTo>
                    <a:lnTo>
                      <a:pt x="17" y="85"/>
                    </a:lnTo>
                    <a:lnTo>
                      <a:pt x="17" y="85"/>
                    </a:lnTo>
                    <a:lnTo>
                      <a:pt x="19" y="85"/>
                    </a:lnTo>
                    <a:lnTo>
                      <a:pt x="19" y="85"/>
                    </a:lnTo>
                    <a:lnTo>
                      <a:pt x="19" y="85"/>
                    </a:lnTo>
                    <a:lnTo>
                      <a:pt x="19" y="85"/>
                    </a:lnTo>
                    <a:lnTo>
                      <a:pt x="22" y="85"/>
                    </a:lnTo>
                    <a:lnTo>
                      <a:pt x="22" y="85"/>
                    </a:lnTo>
                    <a:lnTo>
                      <a:pt x="22" y="85"/>
                    </a:lnTo>
                    <a:lnTo>
                      <a:pt x="22" y="88"/>
                    </a:lnTo>
                    <a:lnTo>
                      <a:pt x="22" y="88"/>
                    </a:lnTo>
                    <a:lnTo>
                      <a:pt x="22" y="88"/>
                    </a:lnTo>
                    <a:lnTo>
                      <a:pt x="24" y="88"/>
                    </a:lnTo>
                    <a:lnTo>
                      <a:pt x="24" y="88"/>
                    </a:lnTo>
                    <a:lnTo>
                      <a:pt x="24" y="90"/>
                    </a:lnTo>
                    <a:lnTo>
                      <a:pt x="26" y="90"/>
                    </a:lnTo>
                    <a:lnTo>
                      <a:pt x="26" y="90"/>
                    </a:lnTo>
                    <a:lnTo>
                      <a:pt x="26" y="90"/>
                    </a:lnTo>
                    <a:lnTo>
                      <a:pt x="26" y="92"/>
                    </a:lnTo>
                    <a:lnTo>
                      <a:pt x="26" y="92"/>
                    </a:lnTo>
                    <a:lnTo>
                      <a:pt x="29" y="92"/>
                    </a:lnTo>
                    <a:lnTo>
                      <a:pt x="29" y="92"/>
                    </a:lnTo>
                    <a:lnTo>
                      <a:pt x="29" y="92"/>
                    </a:lnTo>
                    <a:lnTo>
                      <a:pt x="29" y="92"/>
                    </a:lnTo>
                    <a:lnTo>
                      <a:pt x="29" y="92"/>
                    </a:lnTo>
                    <a:lnTo>
                      <a:pt x="31" y="92"/>
                    </a:lnTo>
                    <a:lnTo>
                      <a:pt x="31" y="95"/>
                    </a:lnTo>
                    <a:lnTo>
                      <a:pt x="29" y="95"/>
                    </a:lnTo>
                    <a:lnTo>
                      <a:pt x="29" y="95"/>
                    </a:lnTo>
                    <a:lnTo>
                      <a:pt x="29" y="95"/>
                    </a:lnTo>
                    <a:lnTo>
                      <a:pt x="29" y="95"/>
                    </a:lnTo>
                    <a:lnTo>
                      <a:pt x="29" y="97"/>
                    </a:lnTo>
                    <a:lnTo>
                      <a:pt x="26" y="97"/>
                    </a:lnTo>
                    <a:lnTo>
                      <a:pt x="26" y="97"/>
                    </a:lnTo>
                    <a:lnTo>
                      <a:pt x="26" y="97"/>
                    </a:lnTo>
                    <a:lnTo>
                      <a:pt x="24" y="97"/>
                    </a:lnTo>
                    <a:lnTo>
                      <a:pt x="24" y="97"/>
                    </a:lnTo>
                    <a:lnTo>
                      <a:pt x="24" y="95"/>
                    </a:lnTo>
                    <a:lnTo>
                      <a:pt x="22" y="95"/>
                    </a:lnTo>
                    <a:lnTo>
                      <a:pt x="22" y="95"/>
                    </a:lnTo>
                    <a:lnTo>
                      <a:pt x="22" y="95"/>
                    </a:lnTo>
                    <a:lnTo>
                      <a:pt x="22" y="97"/>
                    </a:lnTo>
                    <a:lnTo>
                      <a:pt x="19" y="97"/>
                    </a:lnTo>
                    <a:lnTo>
                      <a:pt x="19" y="97"/>
                    </a:lnTo>
                    <a:lnTo>
                      <a:pt x="19" y="95"/>
                    </a:lnTo>
                    <a:lnTo>
                      <a:pt x="19" y="95"/>
                    </a:lnTo>
                    <a:lnTo>
                      <a:pt x="19" y="95"/>
                    </a:lnTo>
                    <a:lnTo>
                      <a:pt x="19" y="95"/>
                    </a:lnTo>
                    <a:lnTo>
                      <a:pt x="19" y="97"/>
                    </a:lnTo>
                    <a:lnTo>
                      <a:pt x="17" y="97"/>
                    </a:lnTo>
                    <a:lnTo>
                      <a:pt x="17" y="97"/>
                    </a:lnTo>
                    <a:lnTo>
                      <a:pt x="17" y="97"/>
                    </a:lnTo>
                    <a:lnTo>
                      <a:pt x="14" y="97"/>
                    </a:lnTo>
                    <a:lnTo>
                      <a:pt x="14" y="97"/>
                    </a:lnTo>
                    <a:lnTo>
                      <a:pt x="14" y="100"/>
                    </a:lnTo>
                    <a:lnTo>
                      <a:pt x="14" y="100"/>
                    </a:lnTo>
                    <a:lnTo>
                      <a:pt x="14" y="102"/>
                    </a:lnTo>
                    <a:lnTo>
                      <a:pt x="14" y="102"/>
                    </a:lnTo>
                    <a:lnTo>
                      <a:pt x="14" y="102"/>
                    </a:lnTo>
                    <a:lnTo>
                      <a:pt x="12" y="102"/>
                    </a:lnTo>
                    <a:lnTo>
                      <a:pt x="12" y="102"/>
                    </a:lnTo>
                    <a:lnTo>
                      <a:pt x="12" y="102"/>
                    </a:lnTo>
                    <a:lnTo>
                      <a:pt x="12" y="102"/>
                    </a:lnTo>
                    <a:lnTo>
                      <a:pt x="10" y="102"/>
                    </a:lnTo>
                    <a:lnTo>
                      <a:pt x="10" y="104"/>
                    </a:lnTo>
                    <a:lnTo>
                      <a:pt x="10" y="104"/>
                    </a:lnTo>
                    <a:lnTo>
                      <a:pt x="10" y="104"/>
                    </a:lnTo>
                    <a:lnTo>
                      <a:pt x="7" y="104"/>
                    </a:lnTo>
                    <a:lnTo>
                      <a:pt x="7" y="104"/>
                    </a:lnTo>
                    <a:lnTo>
                      <a:pt x="7" y="104"/>
                    </a:lnTo>
                    <a:lnTo>
                      <a:pt x="7" y="104"/>
                    </a:lnTo>
                    <a:lnTo>
                      <a:pt x="5" y="104"/>
                    </a:lnTo>
                    <a:lnTo>
                      <a:pt x="5" y="104"/>
                    </a:lnTo>
                    <a:lnTo>
                      <a:pt x="5" y="102"/>
                    </a:lnTo>
                    <a:lnTo>
                      <a:pt x="5" y="102"/>
                    </a:lnTo>
                    <a:lnTo>
                      <a:pt x="5" y="102"/>
                    </a:lnTo>
                    <a:lnTo>
                      <a:pt x="5" y="102"/>
                    </a:lnTo>
                    <a:lnTo>
                      <a:pt x="5" y="100"/>
                    </a:lnTo>
                    <a:lnTo>
                      <a:pt x="5" y="100"/>
                    </a:lnTo>
                    <a:lnTo>
                      <a:pt x="5" y="97"/>
                    </a:lnTo>
                    <a:lnTo>
                      <a:pt x="5" y="97"/>
                    </a:lnTo>
                    <a:lnTo>
                      <a:pt x="5" y="97"/>
                    </a:lnTo>
                    <a:lnTo>
                      <a:pt x="5" y="95"/>
                    </a:lnTo>
                    <a:lnTo>
                      <a:pt x="5" y="95"/>
                    </a:lnTo>
                    <a:lnTo>
                      <a:pt x="5" y="95"/>
                    </a:lnTo>
                    <a:lnTo>
                      <a:pt x="5" y="92"/>
                    </a:lnTo>
                    <a:lnTo>
                      <a:pt x="7" y="92"/>
                    </a:lnTo>
                    <a:lnTo>
                      <a:pt x="7" y="92"/>
                    </a:lnTo>
                    <a:lnTo>
                      <a:pt x="7" y="92"/>
                    </a:lnTo>
                    <a:lnTo>
                      <a:pt x="7" y="92"/>
                    </a:lnTo>
                    <a:lnTo>
                      <a:pt x="7" y="90"/>
                    </a:lnTo>
                    <a:lnTo>
                      <a:pt x="7" y="90"/>
                    </a:lnTo>
                    <a:lnTo>
                      <a:pt x="7" y="90"/>
                    </a:lnTo>
                    <a:lnTo>
                      <a:pt x="7" y="88"/>
                    </a:lnTo>
                    <a:lnTo>
                      <a:pt x="5" y="88"/>
                    </a:lnTo>
                    <a:lnTo>
                      <a:pt x="5" y="88"/>
                    </a:lnTo>
                    <a:lnTo>
                      <a:pt x="5" y="88"/>
                    </a:lnTo>
                    <a:lnTo>
                      <a:pt x="5" y="88"/>
                    </a:lnTo>
                    <a:lnTo>
                      <a:pt x="5" y="85"/>
                    </a:lnTo>
                    <a:lnTo>
                      <a:pt x="3" y="85"/>
                    </a:lnTo>
                    <a:lnTo>
                      <a:pt x="3" y="85"/>
                    </a:lnTo>
                    <a:lnTo>
                      <a:pt x="3" y="85"/>
                    </a:lnTo>
                    <a:lnTo>
                      <a:pt x="3" y="83"/>
                    </a:lnTo>
                    <a:lnTo>
                      <a:pt x="0" y="83"/>
                    </a:lnTo>
                    <a:lnTo>
                      <a:pt x="0" y="83"/>
                    </a:lnTo>
                    <a:lnTo>
                      <a:pt x="0" y="83"/>
                    </a:lnTo>
                    <a:lnTo>
                      <a:pt x="0" y="83"/>
                    </a:lnTo>
                    <a:lnTo>
                      <a:pt x="0" y="83"/>
                    </a:lnTo>
                    <a:lnTo>
                      <a:pt x="0" y="81"/>
                    </a:lnTo>
                    <a:lnTo>
                      <a:pt x="0" y="81"/>
                    </a:lnTo>
                    <a:lnTo>
                      <a:pt x="0" y="81"/>
                    </a:lnTo>
                    <a:lnTo>
                      <a:pt x="0" y="78"/>
                    </a:lnTo>
                    <a:lnTo>
                      <a:pt x="0" y="78"/>
                    </a:lnTo>
                    <a:lnTo>
                      <a:pt x="0" y="78"/>
                    </a:lnTo>
                    <a:lnTo>
                      <a:pt x="0" y="76"/>
                    </a:lnTo>
                    <a:lnTo>
                      <a:pt x="0" y="76"/>
                    </a:lnTo>
                    <a:lnTo>
                      <a:pt x="0" y="76"/>
                    </a:lnTo>
                    <a:lnTo>
                      <a:pt x="0" y="74"/>
                    </a:lnTo>
                    <a:lnTo>
                      <a:pt x="0" y="74"/>
                    </a:lnTo>
                    <a:lnTo>
                      <a:pt x="0" y="74"/>
                    </a:lnTo>
                    <a:lnTo>
                      <a:pt x="0" y="74"/>
                    </a:lnTo>
                    <a:lnTo>
                      <a:pt x="0" y="71"/>
                    </a:lnTo>
                    <a:lnTo>
                      <a:pt x="3" y="71"/>
                    </a:lnTo>
                    <a:lnTo>
                      <a:pt x="3" y="71"/>
                    </a:lnTo>
                    <a:lnTo>
                      <a:pt x="5" y="71"/>
                    </a:lnTo>
                    <a:lnTo>
                      <a:pt x="5" y="71"/>
                    </a:lnTo>
                    <a:lnTo>
                      <a:pt x="5" y="71"/>
                    </a:lnTo>
                    <a:lnTo>
                      <a:pt x="5" y="71"/>
                    </a:lnTo>
                    <a:lnTo>
                      <a:pt x="7" y="71"/>
                    </a:lnTo>
                    <a:lnTo>
                      <a:pt x="7" y="71"/>
                    </a:lnTo>
                    <a:lnTo>
                      <a:pt x="7" y="69"/>
                    </a:lnTo>
                    <a:lnTo>
                      <a:pt x="7" y="69"/>
                    </a:lnTo>
                    <a:lnTo>
                      <a:pt x="7" y="69"/>
                    </a:lnTo>
                    <a:lnTo>
                      <a:pt x="10" y="69"/>
                    </a:lnTo>
                    <a:lnTo>
                      <a:pt x="10" y="69"/>
                    </a:lnTo>
                    <a:lnTo>
                      <a:pt x="10" y="69"/>
                    </a:lnTo>
                    <a:lnTo>
                      <a:pt x="12" y="69"/>
                    </a:lnTo>
                    <a:lnTo>
                      <a:pt x="12" y="69"/>
                    </a:lnTo>
                    <a:lnTo>
                      <a:pt x="12" y="66"/>
                    </a:lnTo>
                    <a:lnTo>
                      <a:pt x="12" y="66"/>
                    </a:lnTo>
                    <a:lnTo>
                      <a:pt x="12" y="66"/>
                    </a:lnTo>
                    <a:lnTo>
                      <a:pt x="12" y="66"/>
                    </a:lnTo>
                    <a:lnTo>
                      <a:pt x="12" y="64"/>
                    </a:lnTo>
                    <a:lnTo>
                      <a:pt x="14" y="64"/>
                    </a:lnTo>
                    <a:lnTo>
                      <a:pt x="14" y="64"/>
                    </a:lnTo>
                    <a:lnTo>
                      <a:pt x="14" y="64"/>
                    </a:lnTo>
                    <a:lnTo>
                      <a:pt x="14" y="64"/>
                    </a:lnTo>
                    <a:lnTo>
                      <a:pt x="14" y="62"/>
                    </a:lnTo>
                    <a:lnTo>
                      <a:pt x="14" y="62"/>
                    </a:lnTo>
                    <a:lnTo>
                      <a:pt x="14" y="62"/>
                    </a:lnTo>
                    <a:lnTo>
                      <a:pt x="14" y="62"/>
                    </a:lnTo>
                    <a:lnTo>
                      <a:pt x="14"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4" y="55"/>
                    </a:lnTo>
                    <a:lnTo>
                      <a:pt x="14" y="55"/>
                    </a:lnTo>
                    <a:lnTo>
                      <a:pt x="14" y="52"/>
                    </a:lnTo>
                    <a:lnTo>
                      <a:pt x="14" y="52"/>
                    </a:lnTo>
                    <a:lnTo>
                      <a:pt x="14" y="55"/>
                    </a:lnTo>
                    <a:lnTo>
                      <a:pt x="17" y="55"/>
                    </a:lnTo>
                    <a:lnTo>
                      <a:pt x="17" y="55"/>
                    </a:lnTo>
                    <a:lnTo>
                      <a:pt x="17" y="55"/>
                    </a:lnTo>
                    <a:lnTo>
                      <a:pt x="19" y="55"/>
                    </a:lnTo>
                    <a:lnTo>
                      <a:pt x="19" y="55"/>
                    </a:lnTo>
                    <a:lnTo>
                      <a:pt x="19" y="57"/>
                    </a:lnTo>
                    <a:lnTo>
                      <a:pt x="19" y="57"/>
                    </a:lnTo>
                    <a:lnTo>
                      <a:pt x="22" y="57"/>
                    </a:lnTo>
                    <a:lnTo>
                      <a:pt x="22" y="57"/>
                    </a:lnTo>
                    <a:lnTo>
                      <a:pt x="22" y="57"/>
                    </a:lnTo>
                    <a:lnTo>
                      <a:pt x="22" y="59"/>
                    </a:lnTo>
                    <a:lnTo>
                      <a:pt x="22" y="59"/>
                    </a:lnTo>
                    <a:lnTo>
                      <a:pt x="22" y="57"/>
                    </a:lnTo>
                    <a:lnTo>
                      <a:pt x="24" y="57"/>
                    </a:lnTo>
                    <a:lnTo>
                      <a:pt x="24" y="57"/>
                    </a:lnTo>
                    <a:lnTo>
                      <a:pt x="26" y="57"/>
                    </a:lnTo>
                    <a:lnTo>
                      <a:pt x="26" y="57"/>
                    </a:lnTo>
                    <a:lnTo>
                      <a:pt x="26" y="57"/>
                    </a:lnTo>
                    <a:lnTo>
                      <a:pt x="26" y="59"/>
                    </a:lnTo>
                    <a:lnTo>
                      <a:pt x="29" y="59"/>
                    </a:lnTo>
                    <a:lnTo>
                      <a:pt x="29" y="59"/>
                    </a:lnTo>
                    <a:lnTo>
                      <a:pt x="29" y="59"/>
                    </a:lnTo>
                    <a:lnTo>
                      <a:pt x="29" y="59"/>
                    </a:lnTo>
                    <a:lnTo>
                      <a:pt x="31" y="59"/>
                    </a:lnTo>
                    <a:lnTo>
                      <a:pt x="31" y="59"/>
                    </a:lnTo>
                    <a:lnTo>
                      <a:pt x="31" y="59"/>
                    </a:lnTo>
                    <a:lnTo>
                      <a:pt x="33" y="59"/>
                    </a:lnTo>
                    <a:lnTo>
                      <a:pt x="33" y="57"/>
                    </a:lnTo>
                    <a:lnTo>
                      <a:pt x="33" y="57"/>
                    </a:lnTo>
                    <a:lnTo>
                      <a:pt x="33" y="57"/>
                    </a:lnTo>
                    <a:lnTo>
                      <a:pt x="33" y="57"/>
                    </a:lnTo>
                    <a:lnTo>
                      <a:pt x="33" y="55"/>
                    </a:lnTo>
                    <a:lnTo>
                      <a:pt x="36" y="55"/>
                    </a:lnTo>
                    <a:lnTo>
                      <a:pt x="36" y="55"/>
                    </a:lnTo>
                    <a:lnTo>
                      <a:pt x="36" y="52"/>
                    </a:lnTo>
                    <a:lnTo>
                      <a:pt x="33" y="52"/>
                    </a:lnTo>
                    <a:lnTo>
                      <a:pt x="33" y="52"/>
                    </a:lnTo>
                    <a:lnTo>
                      <a:pt x="33" y="52"/>
                    </a:lnTo>
                    <a:lnTo>
                      <a:pt x="33" y="52"/>
                    </a:lnTo>
                    <a:lnTo>
                      <a:pt x="33" y="50"/>
                    </a:lnTo>
                    <a:lnTo>
                      <a:pt x="33" y="50"/>
                    </a:lnTo>
                    <a:lnTo>
                      <a:pt x="33" y="47"/>
                    </a:lnTo>
                    <a:lnTo>
                      <a:pt x="33" y="47"/>
                    </a:lnTo>
                    <a:lnTo>
                      <a:pt x="33" y="47"/>
                    </a:lnTo>
                    <a:lnTo>
                      <a:pt x="33" y="45"/>
                    </a:lnTo>
                    <a:lnTo>
                      <a:pt x="33" y="45"/>
                    </a:lnTo>
                    <a:lnTo>
                      <a:pt x="33" y="45"/>
                    </a:lnTo>
                    <a:lnTo>
                      <a:pt x="33" y="43"/>
                    </a:lnTo>
                    <a:lnTo>
                      <a:pt x="33" y="43"/>
                    </a:lnTo>
                    <a:lnTo>
                      <a:pt x="33" y="43"/>
                    </a:lnTo>
                    <a:lnTo>
                      <a:pt x="36" y="43"/>
                    </a:lnTo>
                    <a:lnTo>
                      <a:pt x="36" y="43"/>
                    </a:lnTo>
                    <a:lnTo>
                      <a:pt x="36" y="43"/>
                    </a:lnTo>
                    <a:lnTo>
                      <a:pt x="38" y="43"/>
                    </a:lnTo>
                    <a:lnTo>
                      <a:pt x="38" y="43"/>
                    </a:lnTo>
                    <a:lnTo>
                      <a:pt x="38" y="40"/>
                    </a:lnTo>
                    <a:lnTo>
                      <a:pt x="38" y="40"/>
                    </a:lnTo>
                    <a:lnTo>
                      <a:pt x="38" y="40"/>
                    </a:lnTo>
                    <a:lnTo>
                      <a:pt x="40" y="40"/>
                    </a:lnTo>
                    <a:lnTo>
                      <a:pt x="40" y="38"/>
                    </a:lnTo>
                    <a:lnTo>
                      <a:pt x="40" y="38"/>
                    </a:lnTo>
                    <a:lnTo>
                      <a:pt x="40" y="36"/>
                    </a:lnTo>
                    <a:lnTo>
                      <a:pt x="40" y="36"/>
                    </a:lnTo>
                    <a:lnTo>
                      <a:pt x="40" y="33"/>
                    </a:lnTo>
                    <a:lnTo>
                      <a:pt x="40" y="33"/>
                    </a:lnTo>
                    <a:lnTo>
                      <a:pt x="40" y="33"/>
                    </a:lnTo>
                    <a:lnTo>
                      <a:pt x="40" y="31"/>
                    </a:lnTo>
                    <a:lnTo>
                      <a:pt x="40" y="31"/>
                    </a:lnTo>
                    <a:lnTo>
                      <a:pt x="40" y="31"/>
                    </a:lnTo>
                    <a:lnTo>
                      <a:pt x="40" y="28"/>
                    </a:lnTo>
                    <a:lnTo>
                      <a:pt x="40" y="28"/>
                    </a:lnTo>
                    <a:lnTo>
                      <a:pt x="40" y="28"/>
                    </a:lnTo>
                    <a:lnTo>
                      <a:pt x="40" y="26"/>
                    </a:lnTo>
                    <a:lnTo>
                      <a:pt x="43" y="26"/>
                    </a:lnTo>
                    <a:lnTo>
                      <a:pt x="43" y="26"/>
                    </a:lnTo>
                    <a:lnTo>
                      <a:pt x="43" y="24"/>
                    </a:lnTo>
                    <a:lnTo>
                      <a:pt x="43" y="24"/>
                    </a:lnTo>
                    <a:lnTo>
                      <a:pt x="43" y="24"/>
                    </a:lnTo>
                    <a:lnTo>
                      <a:pt x="43" y="21"/>
                    </a:lnTo>
                    <a:lnTo>
                      <a:pt x="43" y="21"/>
                    </a:lnTo>
                    <a:lnTo>
                      <a:pt x="43" y="19"/>
                    </a:lnTo>
                    <a:lnTo>
                      <a:pt x="43" y="19"/>
                    </a:lnTo>
                    <a:lnTo>
                      <a:pt x="43" y="17"/>
                    </a:lnTo>
                    <a:lnTo>
                      <a:pt x="40" y="17"/>
                    </a:lnTo>
                    <a:lnTo>
                      <a:pt x="40" y="17"/>
                    </a:lnTo>
                    <a:lnTo>
                      <a:pt x="40" y="14"/>
                    </a:lnTo>
                    <a:lnTo>
                      <a:pt x="40" y="14"/>
                    </a:lnTo>
                    <a:lnTo>
                      <a:pt x="40" y="14"/>
                    </a:lnTo>
                    <a:lnTo>
                      <a:pt x="40" y="12"/>
                    </a:lnTo>
                    <a:lnTo>
                      <a:pt x="40" y="12"/>
                    </a:lnTo>
                    <a:lnTo>
                      <a:pt x="40" y="12"/>
                    </a:lnTo>
                    <a:lnTo>
                      <a:pt x="40" y="12"/>
                    </a:lnTo>
                    <a:lnTo>
                      <a:pt x="38" y="12"/>
                    </a:lnTo>
                    <a:lnTo>
                      <a:pt x="38" y="10"/>
                    </a:lnTo>
                    <a:lnTo>
                      <a:pt x="38" y="10"/>
                    </a:lnTo>
                    <a:lnTo>
                      <a:pt x="38" y="10"/>
                    </a:lnTo>
                    <a:lnTo>
                      <a:pt x="38" y="7"/>
                    </a:lnTo>
                    <a:lnTo>
                      <a:pt x="38" y="7"/>
                    </a:lnTo>
                    <a:lnTo>
                      <a:pt x="38" y="7"/>
                    </a:lnTo>
                    <a:lnTo>
                      <a:pt x="38" y="5"/>
                    </a:lnTo>
                    <a:lnTo>
                      <a:pt x="38" y="5"/>
                    </a:lnTo>
                    <a:lnTo>
                      <a:pt x="40" y="5"/>
                    </a:lnTo>
                    <a:lnTo>
                      <a:pt x="40" y="2"/>
                    </a:lnTo>
                    <a:lnTo>
                      <a:pt x="40" y="2"/>
                    </a:lnTo>
                    <a:lnTo>
                      <a:pt x="40" y="2"/>
                    </a:lnTo>
                    <a:lnTo>
                      <a:pt x="40" y="2"/>
                    </a:lnTo>
                    <a:lnTo>
                      <a:pt x="40" y="2"/>
                    </a:lnTo>
                    <a:lnTo>
                      <a:pt x="40" y="2"/>
                    </a:lnTo>
                    <a:lnTo>
                      <a:pt x="43" y="2"/>
                    </a:lnTo>
                    <a:lnTo>
                      <a:pt x="43" y="2"/>
                    </a:lnTo>
                    <a:lnTo>
                      <a:pt x="43" y="2"/>
                    </a:lnTo>
                    <a:lnTo>
                      <a:pt x="45" y="2"/>
                    </a:lnTo>
                    <a:lnTo>
                      <a:pt x="45" y="0"/>
                    </a:lnTo>
                    <a:lnTo>
                      <a:pt x="45" y="0"/>
                    </a:lnTo>
                    <a:lnTo>
                      <a:pt x="45" y="0"/>
                    </a:lnTo>
                    <a:lnTo>
                      <a:pt x="45" y="0"/>
                    </a:lnTo>
                    <a:lnTo>
                      <a:pt x="48" y="0"/>
                    </a:lnTo>
                    <a:lnTo>
                      <a:pt x="48"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140"/>
              <p:cNvSpPr>
                <a:spLocks/>
              </p:cNvSpPr>
              <p:nvPr/>
            </p:nvSpPr>
            <p:spPr bwMode="auto">
              <a:xfrm>
                <a:off x="3832" y="1599"/>
                <a:ext cx="130" cy="104"/>
              </a:xfrm>
              <a:custGeom>
                <a:avLst/>
                <a:gdLst/>
                <a:ahLst/>
                <a:cxnLst>
                  <a:cxn ang="0">
                    <a:pos x="52" y="5"/>
                  </a:cxn>
                  <a:cxn ang="0">
                    <a:pos x="59" y="12"/>
                  </a:cxn>
                  <a:cxn ang="0">
                    <a:pos x="64" y="17"/>
                  </a:cxn>
                  <a:cxn ang="0">
                    <a:pos x="69" y="24"/>
                  </a:cxn>
                  <a:cxn ang="0">
                    <a:pos x="76" y="28"/>
                  </a:cxn>
                  <a:cxn ang="0">
                    <a:pos x="83" y="33"/>
                  </a:cxn>
                  <a:cxn ang="0">
                    <a:pos x="93" y="33"/>
                  </a:cxn>
                  <a:cxn ang="0">
                    <a:pos x="100" y="40"/>
                  </a:cxn>
                  <a:cxn ang="0">
                    <a:pos x="109" y="38"/>
                  </a:cxn>
                  <a:cxn ang="0">
                    <a:pos x="114" y="33"/>
                  </a:cxn>
                  <a:cxn ang="0">
                    <a:pos x="121" y="31"/>
                  </a:cxn>
                  <a:cxn ang="0">
                    <a:pos x="116" y="40"/>
                  </a:cxn>
                  <a:cxn ang="0">
                    <a:pos x="116" y="47"/>
                  </a:cxn>
                  <a:cxn ang="0">
                    <a:pos x="121" y="55"/>
                  </a:cxn>
                  <a:cxn ang="0">
                    <a:pos x="126" y="52"/>
                  </a:cxn>
                  <a:cxn ang="0">
                    <a:pos x="126" y="57"/>
                  </a:cxn>
                  <a:cxn ang="0">
                    <a:pos x="121" y="59"/>
                  </a:cxn>
                  <a:cxn ang="0">
                    <a:pos x="114" y="64"/>
                  </a:cxn>
                  <a:cxn ang="0">
                    <a:pos x="107" y="62"/>
                  </a:cxn>
                  <a:cxn ang="0">
                    <a:pos x="102" y="66"/>
                  </a:cxn>
                  <a:cxn ang="0">
                    <a:pos x="93" y="64"/>
                  </a:cxn>
                  <a:cxn ang="0">
                    <a:pos x="88" y="71"/>
                  </a:cxn>
                  <a:cxn ang="0">
                    <a:pos x="81" y="76"/>
                  </a:cxn>
                  <a:cxn ang="0">
                    <a:pos x="76" y="83"/>
                  </a:cxn>
                  <a:cxn ang="0">
                    <a:pos x="74" y="92"/>
                  </a:cxn>
                  <a:cxn ang="0">
                    <a:pos x="66" y="88"/>
                  </a:cxn>
                  <a:cxn ang="0">
                    <a:pos x="59" y="83"/>
                  </a:cxn>
                  <a:cxn ang="0">
                    <a:pos x="52" y="81"/>
                  </a:cxn>
                  <a:cxn ang="0">
                    <a:pos x="45" y="76"/>
                  </a:cxn>
                  <a:cxn ang="0">
                    <a:pos x="38" y="74"/>
                  </a:cxn>
                  <a:cxn ang="0">
                    <a:pos x="29" y="78"/>
                  </a:cxn>
                  <a:cxn ang="0">
                    <a:pos x="24" y="81"/>
                  </a:cxn>
                  <a:cxn ang="0">
                    <a:pos x="19" y="76"/>
                  </a:cxn>
                  <a:cxn ang="0">
                    <a:pos x="12" y="78"/>
                  </a:cxn>
                  <a:cxn ang="0">
                    <a:pos x="14" y="85"/>
                  </a:cxn>
                  <a:cxn ang="0">
                    <a:pos x="22" y="88"/>
                  </a:cxn>
                  <a:cxn ang="0">
                    <a:pos x="29" y="92"/>
                  </a:cxn>
                  <a:cxn ang="0">
                    <a:pos x="26" y="97"/>
                  </a:cxn>
                  <a:cxn ang="0">
                    <a:pos x="19" y="95"/>
                  </a:cxn>
                  <a:cxn ang="0">
                    <a:pos x="14" y="102"/>
                  </a:cxn>
                  <a:cxn ang="0">
                    <a:pos x="7" y="104"/>
                  </a:cxn>
                  <a:cxn ang="0">
                    <a:pos x="5" y="95"/>
                  </a:cxn>
                  <a:cxn ang="0">
                    <a:pos x="5" y="88"/>
                  </a:cxn>
                  <a:cxn ang="0">
                    <a:pos x="0" y="83"/>
                  </a:cxn>
                  <a:cxn ang="0">
                    <a:pos x="0" y="74"/>
                  </a:cxn>
                  <a:cxn ang="0">
                    <a:pos x="7" y="69"/>
                  </a:cxn>
                  <a:cxn ang="0">
                    <a:pos x="12" y="64"/>
                  </a:cxn>
                  <a:cxn ang="0">
                    <a:pos x="12" y="59"/>
                  </a:cxn>
                  <a:cxn ang="0">
                    <a:pos x="14" y="52"/>
                  </a:cxn>
                  <a:cxn ang="0">
                    <a:pos x="22" y="59"/>
                  </a:cxn>
                  <a:cxn ang="0">
                    <a:pos x="29" y="59"/>
                  </a:cxn>
                  <a:cxn ang="0">
                    <a:pos x="36" y="52"/>
                  </a:cxn>
                  <a:cxn ang="0">
                    <a:pos x="33" y="45"/>
                  </a:cxn>
                  <a:cxn ang="0">
                    <a:pos x="40" y="40"/>
                  </a:cxn>
                  <a:cxn ang="0">
                    <a:pos x="40" y="28"/>
                  </a:cxn>
                  <a:cxn ang="0">
                    <a:pos x="43" y="17"/>
                  </a:cxn>
                  <a:cxn ang="0">
                    <a:pos x="38" y="10"/>
                  </a:cxn>
                  <a:cxn ang="0">
                    <a:pos x="40" y="2"/>
                  </a:cxn>
                </a:cxnLst>
                <a:rect l="0" t="0" r="r" b="b"/>
                <a:pathLst>
                  <a:path w="130" h="104">
                    <a:moveTo>
                      <a:pt x="48" y="0"/>
                    </a:moveTo>
                    <a:lnTo>
                      <a:pt x="48" y="0"/>
                    </a:lnTo>
                    <a:lnTo>
                      <a:pt x="48" y="0"/>
                    </a:lnTo>
                    <a:lnTo>
                      <a:pt x="48" y="2"/>
                    </a:lnTo>
                    <a:lnTo>
                      <a:pt x="48" y="2"/>
                    </a:lnTo>
                    <a:lnTo>
                      <a:pt x="50" y="2"/>
                    </a:lnTo>
                    <a:lnTo>
                      <a:pt x="50" y="2"/>
                    </a:lnTo>
                    <a:lnTo>
                      <a:pt x="50" y="2"/>
                    </a:lnTo>
                    <a:lnTo>
                      <a:pt x="52" y="2"/>
                    </a:lnTo>
                    <a:lnTo>
                      <a:pt x="52" y="2"/>
                    </a:lnTo>
                    <a:lnTo>
                      <a:pt x="52" y="5"/>
                    </a:lnTo>
                    <a:lnTo>
                      <a:pt x="52" y="5"/>
                    </a:lnTo>
                    <a:lnTo>
                      <a:pt x="52" y="5"/>
                    </a:lnTo>
                    <a:lnTo>
                      <a:pt x="55" y="5"/>
                    </a:lnTo>
                    <a:lnTo>
                      <a:pt x="55" y="7"/>
                    </a:lnTo>
                    <a:lnTo>
                      <a:pt x="55" y="7"/>
                    </a:lnTo>
                    <a:lnTo>
                      <a:pt x="55" y="7"/>
                    </a:lnTo>
                    <a:lnTo>
                      <a:pt x="55" y="7"/>
                    </a:lnTo>
                    <a:lnTo>
                      <a:pt x="55" y="10"/>
                    </a:lnTo>
                    <a:lnTo>
                      <a:pt x="57" y="10"/>
                    </a:lnTo>
                    <a:lnTo>
                      <a:pt x="57" y="10"/>
                    </a:lnTo>
                    <a:lnTo>
                      <a:pt x="57" y="10"/>
                    </a:lnTo>
                    <a:lnTo>
                      <a:pt x="57" y="12"/>
                    </a:lnTo>
                    <a:lnTo>
                      <a:pt x="59" y="12"/>
                    </a:lnTo>
                    <a:lnTo>
                      <a:pt x="59" y="12"/>
                    </a:lnTo>
                    <a:lnTo>
                      <a:pt x="59" y="12"/>
                    </a:lnTo>
                    <a:lnTo>
                      <a:pt x="59" y="12"/>
                    </a:lnTo>
                    <a:lnTo>
                      <a:pt x="59" y="12"/>
                    </a:lnTo>
                    <a:lnTo>
                      <a:pt x="62" y="12"/>
                    </a:lnTo>
                    <a:lnTo>
                      <a:pt x="62" y="14"/>
                    </a:lnTo>
                    <a:lnTo>
                      <a:pt x="62" y="14"/>
                    </a:lnTo>
                    <a:lnTo>
                      <a:pt x="62" y="14"/>
                    </a:lnTo>
                    <a:lnTo>
                      <a:pt x="62" y="17"/>
                    </a:lnTo>
                    <a:lnTo>
                      <a:pt x="62" y="17"/>
                    </a:lnTo>
                    <a:lnTo>
                      <a:pt x="62" y="17"/>
                    </a:lnTo>
                    <a:lnTo>
                      <a:pt x="64" y="17"/>
                    </a:lnTo>
                    <a:lnTo>
                      <a:pt x="64" y="19"/>
                    </a:lnTo>
                    <a:lnTo>
                      <a:pt x="64" y="19"/>
                    </a:lnTo>
                    <a:lnTo>
                      <a:pt x="64" y="19"/>
                    </a:lnTo>
                    <a:lnTo>
                      <a:pt x="66" y="19"/>
                    </a:lnTo>
                    <a:lnTo>
                      <a:pt x="66" y="21"/>
                    </a:lnTo>
                    <a:lnTo>
                      <a:pt x="66" y="21"/>
                    </a:lnTo>
                    <a:lnTo>
                      <a:pt x="66" y="21"/>
                    </a:lnTo>
                    <a:lnTo>
                      <a:pt x="66" y="21"/>
                    </a:lnTo>
                    <a:lnTo>
                      <a:pt x="69" y="21"/>
                    </a:lnTo>
                    <a:lnTo>
                      <a:pt x="69" y="24"/>
                    </a:lnTo>
                    <a:lnTo>
                      <a:pt x="69" y="24"/>
                    </a:lnTo>
                    <a:lnTo>
                      <a:pt x="69" y="24"/>
                    </a:lnTo>
                    <a:lnTo>
                      <a:pt x="71" y="24"/>
                    </a:lnTo>
                    <a:lnTo>
                      <a:pt x="71" y="24"/>
                    </a:lnTo>
                    <a:lnTo>
                      <a:pt x="71" y="24"/>
                    </a:lnTo>
                    <a:lnTo>
                      <a:pt x="71" y="24"/>
                    </a:lnTo>
                    <a:lnTo>
                      <a:pt x="71" y="26"/>
                    </a:lnTo>
                    <a:lnTo>
                      <a:pt x="74" y="26"/>
                    </a:lnTo>
                    <a:lnTo>
                      <a:pt x="74" y="26"/>
                    </a:lnTo>
                    <a:lnTo>
                      <a:pt x="74" y="26"/>
                    </a:lnTo>
                    <a:lnTo>
                      <a:pt x="74" y="26"/>
                    </a:lnTo>
                    <a:lnTo>
                      <a:pt x="74" y="28"/>
                    </a:lnTo>
                    <a:lnTo>
                      <a:pt x="76" y="28"/>
                    </a:lnTo>
                    <a:lnTo>
                      <a:pt x="76" y="28"/>
                    </a:lnTo>
                    <a:lnTo>
                      <a:pt x="78" y="28"/>
                    </a:lnTo>
                    <a:lnTo>
                      <a:pt x="78" y="28"/>
                    </a:lnTo>
                    <a:lnTo>
                      <a:pt x="78" y="31"/>
                    </a:lnTo>
                    <a:lnTo>
                      <a:pt x="78" y="31"/>
                    </a:lnTo>
                    <a:lnTo>
                      <a:pt x="78" y="31"/>
                    </a:lnTo>
                    <a:lnTo>
                      <a:pt x="78" y="31"/>
                    </a:lnTo>
                    <a:lnTo>
                      <a:pt x="81" y="31"/>
                    </a:lnTo>
                    <a:lnTo>
                      <a:pt x="81" y="31"/>
                    </a:lnTo>
                    <a:lnTo>
                      <a:pt x="81" y="31"/>
                    </a:lnTo>
                    <a:lnTo>
                      <a:pt x="81" y="33"/>
                    </a:lnTo>
                    <a:lnTo>
                      <a:pt x="83" y="33"/>
                    </a:lnTo>
                    <a:lnTo>
                      <a:pt x="83" y="33"/>
                    </a:lnTo>
                    <a:lnTo>
                      <a:pt x="85" y="33"/>
                    </a:lnTo>
                    <a:lnTo>
                      <a:pt x="85" y="33"/>
                    </a:lnTo>
                    <a:lnTo>
                      <a:pt x="85" y="33"/>
                    </a:lnTo>
                    <a:lnTo>
                      <a:pt x="85" y="33"/>
                    </a:lnTo>
                    <a:lnTo>
                      <a:pt x="88" y="33"/>
                    </a:lnTo>
                    <a:lnTo>
                      <a:pt x="88" y="33"/>
                    </a:lnTo>
                    <a:lnTo>
                      <a:pt x="88" y="33"/>
                    </a:lnTo>
                    <a:lnTo>
                      <a:pt x="88" y="33"/>
                    </a:lnTo>
                    <a:lnTo>
                      <a:pt x="90" y="33"/>
                    </a:lnTo>
                    <a:lnTo>
                      <a:pt x="90" y="33"/>
                    </a:lnTo>
                    <a:lnTo>
                      <a:pt x="93" y="33"/>
                    </a:lnTo>
                    <a:lnTo>
                      <a:pt x="93" y="33"/>
                    </a:lnTo>
                    <a:lnTo>
                      <a:pt x="93" y="33"/>
                    </a:lnTo>
                    <a:lnTo>
                      <a:pt x="93" y="36"/>
                    </a:lnTo>
                    <a:lnTo>
                      <a:pt x="95" y="36"/>
                    </a:lnTo>
                    <a:lnTo>
                      <a:pt x="95" y="36"/>
                    </a:lnTo>
                    <a:lnTo>
                      <a:pt x="95" y="36"/>
                    </a:lnTo>
                    <a:lnTo>
                      <a:pt x="97" y="36"/>
                    </a:lnTo>
                    <a:lnTo>
                      <a:pt x="97" y="36"/>
                    </a:lnTo>
                    <a:lnTo>
                      <a:pt x="97" y="38"/>
                    </a:lnTo>
                    <a:lnTo>
                      <a:pt x="97" y="38"/>
                    </a:lnTo>
                    <a:lnTo>
                      <a:pt x="97" y="38"/>
                    </a:lnTo>
                    <a:lnTo>
                      <a:pt x="100" y="38"/>
                    </a:lnTo>
                    <a:lnTo>
                      <a:pt x="100" y="40"/>
                    </a:lnTo>
                    <a:lnTo>
                      <a:pt x="100" y="40"/>
                    </a:lnTo>
                    <a:lnTo>
                      <a:pt x="100" y="40"/>
                    </a:lnTo>
                    <a:lnTo>
                      <a:pt x="102" y="40"/>
                    </a:lnTo>
                    <a:lnTo>
                      <a:pt x="102" y="40"/>
                    </a:lnTo>
                    <a:lnTo>
                      <a:pt x="102" y="40"/>
                    </a:lnTo>
                    <a:lnTo>
                      <a:pt x="104" y="40"/>
                    </a:lnTo>
                    <a:lnTo>
                      <a:pt x="104" y="40"/>
                    </a:lnTo>
                    <a:lnTo>
                      <a:pt x="107" y="40"/>
                    </a:lnTo>
                    <a:lnTo>
                      <a:pt x="107" y="40"/>
                    </a:lnTo>
                    <a:lnTo>
                      <a:pt x="107" y="40"/>
                    </a:lnTo>
                    <a:lnTo>
                      <a:pt x="109" y="40"/>
                    </a:lnTo>
                    <a:lnTo>
                      <a:pt x="109" y="38"/>
                    </a:lnTo>
                    <a:lnTo>
                      <a:pt x="109" y="38"/>
                    </a:lnTo>
                    <a:lnTo>
                      <a:pt x="109" y="38"/>
                    </a:lnTo>
                    <a:lnTo>
                      <a:pt x="111" y="38"/>
                    </a:lnTo>
                    <a:lnTo>
                      <a:pt x="111" y="36"/>
                    </a:lnTo>
                    <a:lnTo>
                      <a:pt x="111" y="36"/>
                    </a:lnTo>
                    <a:lnTo>
                      <a:pt x="111" y="36"/>
                    </a:lnTo>
                    <a:lnTo>
                      <a:pt x="111" y="36"/>
                    </a:lnTo>
                    <a:lnTo>
                      <a:pt x="114" y="36"/>
                    </a:lnTo>
                    <a:lnTo>
                      <a:pt x="114" y="33"/>
                    </a:lnTo>
                    <a:lnTo>
                      <a:pt x="114" y="33"/>
                    </a:lnTo>
                    <a:lnTo>
                      <a:pt x="114" y="33"/>
                    </a:lnTo>
                    <a:lnTo>
                      <a:pt x="114" y="33"/>
                    </a:lnTo>
                    <a:lnTo>
                      <a:pt x="116" y="33"/>
                    </a:lnTo>
                    <a:lnTo>
                      <a:pt x="116" y="33"/>
                    </a:lnTo>
                    <a:lnTo>
                      <a:pt x="116" y="33"/>
                    </a:lnTo>
                    <a:lnTo>
                      <a:pt x="116" y="31"/>
                    </a:lnTo>
                    <a:lnTo>
                      <a:pt x="119" y="31"/>
                    </a:lnTo>
                    <a:lnTo>
                      <a:pt x="119" y="31"/>
                    </a:lnTo>
                    <a:lnTo>
                      <a:pt x="119" y="31"/>
                    </a:lnTo>
                    <a:lnTo>
                      <a:pt x="119" y="28"/>
                    </a:lnTo>
                    <a:lnTo>
                      <a:pt x="119" y="28"/>
                    </a:lnTo>
                    <a:lnTo>
                      <a:pt x="121" y="28"/>
                    </a:lnTo>
                    <a:lnTo>
                      <a:pt x="121" y="31"/>
                    </a:lnTo>
                    <a:lnTo>
                      <a:pt x="121" y="31"/>
                    </a:lnTo>
                    <a:lnTo>
                      <a:pt x="121" y="33"/>
                    </a:lnTo>
                    <a:lnTo>
                      <a:pt x="121" y="33"/>
                    </a:lnTo>
                    <a:lnTo>
                      <a:pt x="121" y="33"/>
                    </a:lnTo>
                    <a:lnTo>
                      <a:pt x="119" y="33"/>
                    </a:lnTo>
                    <a:lnTo>
                      <a:pt x="119" y="36"/>
                    </a:lnTo>
                    <a:lnTo>
                      <a:pt x="119" y="36"/>
                    </a:lnTo>
                    <a:lnTo>
                      <a:pt x="119" y="36"/>
                    </a:lnTo>
                    <a:lnTo>
                      <a:pt x="119" y="36"/>
                    </a:lnTo>
                    <a:lnTo>
                      <a:pt x="119" y="38"/>
                    </a:lnTo>
                    <a:lnTo>
                      <a:pt x="119" y="38"/>
                    </a:lnTo>
                    <a:lnTo>
                      <a:pt x="116" y="38"/>
                    </a:lnTo>
                    <a:lnTo>
                      <a:pt x="116" y="40"/>
                    </a:lnTo>
                    <a:lnTo>
                      <a:pt x="116" y="40"/>
                    </a:lnTo>
                    <a:lnTo>
                      <a:pt x="116" y="40"/>
                    </a:lnTo>
                    <a:lnTo>
                      <a:pt x="114" y="40"/>
                    </a:lnTo>
                    <a:lnTo>
                      <a:pt x="114" y="43"/>
                    </a:lnTo>
                    <a:lnTo>
                      <a:pt x="114" y="43"/>
                    </a:lnTo>
                    <a:lnTo>
                      <a:pt x="114" y="43"/>
                    </a:lnTo>
                    <a:lnTo>
                      <a:pt x="114" y="43"/>
                    </a:lnTo>
                    <a:lnTo>
                      <a:pt x="114" y="45"/>
                    </a:lnTo>
                    <a:lnTo>
                      <a:pt x="114" y="45"/>
                    </a:lnTo>
                    <a:lnTo>
                      <a:pt x="114" y="45"/>
                    </a:lnTo>
                    <a:lnTo>
                      <a:pt x="116" y="45"/>
                    </a:lnTo>
                    <a:lnTo>
                      <a:pt x="116" y="47"/>
                    </a:lnTo>
                    <a:lnTo>
                      <a:pt x="116" y="47"/>
                    </a:lnTo>
                    <a:lnTo>
                      <a:pt x="119" y="47"/>
                    </a:lnTo>
                    <a:lnTo>
                      <a:pt x="119" y="47"/>
                    </a:lnTo>
                    <a:lnTo>
                      <a:pt x="119" y="50"/>
                    </a:lnTo>
                    <a:lnTo>
                      <a:pt x="119" y="50"/>
                    </a:lnTo>
                    <a:lnTo>
                      <a:pt x="119" y="52"/>
                    </a:lnTo>
                    <a:lnTo>
                      <a:pt x="119" y="52"/>
                    </a:lnTo>
                    <a:lnTo>
                      <a:pt x="119" y="52"/>
                    </a:lnTo>
                    <a:lnTo>
                      <a:pt x="119" y="52"/>
                    </a:lnTo>
                    <a:lnTo>
                      <a:pt x="119" y="52"/>
                    </a:lnTo>
                    <a:lnTo>
                      <a:pt x="119" y="55"/>
                    </a:lnTo>
                    <a:lnTo>
                      <a:pt x="121" y="55"/>
                    </a:lnTo>
                    <a:lnTo>
                      <a:pt x="121" y="55"/>
                    </a:lnTo>
                    <a:lnTo>
                      <a:pt x="121" y="55"/>
                    </a:lnTo>
                    <a:lnTo>
                      <a:pt x="121" y="57"/>
                    </a:lnTo>
                    <a:lnTo>
                      <a:pt x="121" y="57"/>
                    </a:lnTo>
                    <a:lnTo>
                      <a:pt x="123" y="57"/>
                    </a:lnTo>
                    <a:lnTo>
                      <a:pt x="123" y="55"/>
                    </a:lnTo>
                    <a:lnTo>
                      <a:pt x="123" y="55"/>
                    </a:lnTo>
                    <a:lnTo>
                      <a:pt x="123" y="55"/>
                    </a:lnTo>
                    <a:lnTo>
                      <a:pt x="126" y="55"/>
                    </a:lnTo>
                    <a:lnTo>
                      <a:pt x="126" y="55"/>
                    </a:lnTo>
                    <a:lnTo>
                      <a:pt x="126" y="52"/>
                    </a:lnTo>
                    <a:lnTo>
                      <a:pt x="126" y="52"/>
                    </a:lnTo>
                    <a:lnTo>
                      <a:pt x="128" y="52"/>
                    </a:lnTo>
                    <a:lnTo>
                      <a:pt x="128" y="52"/>
                    </a:lnTo>
                    <a:lnTo>
                      <a:pt x="128" y="52"/>
                    </a:lnTo>
                    <a:lnTo>
                      <a:pt x="130" y="52"/>
                    </a:lnTo>
                    <a:lnTo>
                      <a:pt x="130" y="55"/>
                    </a:lnTo>
                    <a:lnTo>
                      <a:pt x="130" y="55"/>
                    </a:lnTo>
                    <a:lnTo>
                      <a:pt x="128" y="55"/>
                    </a:lnTo>
                    <a:lnTo>
                      <a:pt x="128" y="55"/>
                    </a:lnTo>
                    <a:lnTo>
                      <a:pt x="128" y="57"/>
                    </a:lnTo>
                    <a:lnTo>
                      <a:pt x="128" y="57"/>
                    </a:lnTo>
                    <a:lnTo>
                      <a:pt x="126" y="57"/>
                    </a:lnTo>
                    <a:lnTo>
                      <a:pt x="126" y="57"/>
                    </a:lnTo>
                    <a:lnTo>
                      <a:pt x="126" y="57"/>
                    </a:lnTo>
                    <a:lnTo>
                      <a:pt x="126" y="59"/>
                    </a:lnTo>
                    <a:lnTo>
                      <a:pt x="126" y="59"/>
                    </a:lnTo>
                    <a:lnTo>
                      <a:pt x="126" y="59"/>
                    </a:lnTo>
                    <a:lnTo>
                      <a:pt x="126" y="59"/>
                    </a:lnTo>
                    <a:lnTo>
                      <a:pt x="123" y="59"/>
                    </a:lnTo>
                    <a:lnTo>
                      <a:pt x="123" y="59"/>
                    </a:lnTo>
                    <a:lnTo>
                      <a:pt x="123" y="62"/>
                    </a:lnTo>
                    <a:lnTo>
                      <a:pt x="123" y="62"/>
                    </a:lnTo>
                    <a:lnTo>
                      <a:pt x="121" y="62"/>
                    </a:lnTo>
                    <a:lnTo>
                      <a:pt x="121" y="59"/>
                    </a:lnTo>
                    <a:lnTo>
                      <a:pt x="121" y="59"/>
                    </a:lnTo>
                    <a:lnTo>
                      <a:pt x="121" y="59"/>
                    </a:lnTo>
                    <a:lnTo>
                      <a:pt x="119" y="59"/>
                    </a:lnTo>
                    <a:lnTo>
                      <a:pt x="119" y="59"/>
                    </a:lnTo>
                    <a:lnTo>
                      <a:pt x="119" y="62"/>
                    </a:lnTo>
                    <a:lnTo>
                      <a:pt x="119" y="62"/>
                    </a:lnTo>
                    <a:lnTo>
                      <a:pt x="116" y="62"/>
                    </a:lnTo>
                    <a:lnTo>
                      <a:pt x="116" y="62"/>
                    </a:lnTo>
                    <a:lnTo>
                      <a:pt x="114" y="62"/>
                    </a:lnTo>
                    <a:lnTo>
                      <a:pt x="114" y="62"/>
                    </a:lnTo>
                    <a:lnTo>
                      <a:pt x="114" y="62"/>
                    </a:lnTo>
                    <a:lnTo>
                      <a:pt x="114" y="62"/>
                    </a:lnTo>
                    <a:lnTo>
                      <a:pt x="114" y="64"/>
                    </a:lnTo>
                    <a:lnTo>
                      <a:pt x="114" y="64"/>
                    </a:lnTo>
                    <a:lnTo>
                      <a:pt x="111" y="64"/>
                    </a:lnTo>
                    <a:lnTo>
                      <a:pt x="111" y="64"/>
                    </a:lnTo>
                    <a:lnTo>
                      <a:pt x="111" y="64"/>
                    </a:lnTo>
                    <a:lnTo>
                      <a:pt x="111" y="64"/>
                    </a:lnTo>
                    <a:lnTo>
                      <a:pt x="111" y="66"/>
                    </a:lnTo>
                    <a:lnTo>
                      <a:pt x="109" y="66"/>
                    </a:lnTo>
                    <a:lnTo>
                      <a:pt x="109" y="66"/>
                    </a:lnTo>
                    <a:lnTo>
                      <a:pt x="109" y="64"/>
                    </a:lnTo>
                    <a:lnTo>
                      <a:pt x="109" y="64"/>
                    </a:lnTo>
                    <a:lnTo>
                      <a:pt x="109" y="62"/>
                    </a:lnTo>
                    <a:lnTo>
                      <a:pt x="107" y="62"/>
                    </a:lnTo>
                    <a:lnTo>
                      <a:pt x="107" y="64"/>
                    </a:lnTo>
                    <a:lnTo>
                      <a:pt x="107" y="64"/>
                    </a:lnTo>
                    <a:lnTo>
                      <a:pt x="107" y="64"/>
                    </a:lnTo>
                    <a:lnTo>
                      <a:pt x="107" y="64"/>
                    </a:lnTo>
                    <a:lnTo>
                      <a:pt x="107" y="66"/>
                    </a:lnTo>
                    <a:lnTo>
                      <a:pt x="107" y="66"/>
                    </a:lnTo>
                    <a:lnTo>
                      <a:pt x="107" y="66"/>
                    </a:lnTo>
                    <a:lnTo>
                      <a:pt x="104" y="66"/>
                    </a:lnTo>
                    <a:lnTo>
                      <a:pt x="104" y="66"/>
                    </a:lnTo>
                    <a:lnTo>
                      <a:pt x="102" y="66"/>
                    </a:lnTo>
                    <a:lnTo>
                      <a:pt x="102" y="66"/>
                    </a:lnTo>
                    <a:lnTo>
                      <a:pt x="102" y="66"/>
                    </a:lnTo>
                    <a:lnTo>
                      <a:pt x="100" y="66"/>
                    </a:lnTo>
                    <a:lnTo>
                      <a:pt x="100" y="66"/>
                    </a:lnTo>
                    <a:lnTo>
                      <a:pt x="100" y="66"/>
                    </a:lnTo>
                    <a:lnTo>
                      <a:pt x="100" y="64"/>
                    </a:lnTo>
                    <a:lnTo>
                      <a:pt x="97" y="64"/>
                    </a:lnTo>
                    <a:lnTo>
                      <a:pt x="97" y="64"/>
                    </a:lnTo>
                    <a:lnTo>
                      <a:pt x="97" y="64"/>
                    </a:lnTo>
                    <a:lnTo>
                      <a:pt x="95" y="64"/>
                    </a:lnTo>
                    <a:lnTo>
                      <a:pt x="95" y="64"/>
                    </a:lnTo>
                    <a:lnTo>
                      <a:pt x="95" y="64"/>
                    </a:lnTo>
                    <a:lnTo>
                      <a:pt x="95" y="64"/>
                    </a:lnTo>
                    <a:lnTo>
                      <a:pt x="93" y="64"/>
                    </a:lnTo>
                    <a:lnTo>
                      <a:pt x="93" y="66"/>
                    </a:lnTo>
                    <a:lnTo>
                      <a:pt x="93" y="66"/>
                    </a:lnTo>
                    <a:lnTo>
                      <a:pt x="93" y="66"/>
                    </a:lnTo>
                    <a:lnTo>
                      <a:pt x="90" y="66"/>
                    </a:lnTo>
                    <a:lnTo>
                      <a:pt x="90" y="66"/>
                    </a:lnTo>
                    <a:lnTo>
                      <a:pt x="90" y="66"/>
                    </a:lnTo>
                    <a:lnTo>
                      <a:pt x="90" y="69"/>
                    </a:lnTo>
                    <a:lnTo>
                      <a:pt x="88" y="69"/>
                    </a:lnTo>
                    <a:lnTo>
                      <a:pt x="88" y="69"/>
                    </a:lnTo>
                    <a:lnTo>
                      <a:pt x="88" y="69"/>
                    </a:lnTo>
                    <a:lnTo>
                      <a:pt x="88" y="69"/>
                    </a:lnTo>
                    <a:lnTo>
                      <a:pt x="88" y="71"/>
                    </a:lnTo>
                    <a:lnTo>
                      <a:pt x="85" y="71"/>
                    </a:lnTo>
                    <a:lnTo>
                      <a:pt x="85" y="71"/>
                    </a:lnTo>
                    <a:lnTo>
                      <a:pt x="85" y="71"/>
                    </a:lnTo>
                    <a:lnTo>
                      <a:pt x="85" y="71"/>
                    </a:lnTo>
                    <a:lnTo>
                      <a:pt x="85" y="74"/>
                    </a:lnTo>
                    <a:lnTo>
                      <a:pt x="83" y="74"/>
                    </a:lnTo>
                    <a:lnTo>
                      <a:pt x="83" y="74"/>
                    </a:lnTo>
                    <a:lnTo>
                      <a:pt x="83" y="74"/>
                    </a:lnTo>
                    <a:lnTo>
                      <a:pt x="81" y="74"/>
                    </a:lnTo>
                    <a:lnTo>
                      <a:pt x="81" y="74"/>
                    </a:lnTo>
                    <a:lnTo>
                      <a:pt x="81" y="74"/>
                    </a:lnTo>
                    <a:lnTo>
                      <a:pt x="81" y="76"/>
                    </a:lnTo>
                    <a:lnTo>
                      <a:pt x="81" y="76"/>
                    </a:lnTo>
                    <a:lnTo>
                      <a:pt x="81" y="76"/>
                    </a:lnTo>
                    <a:lnTo>
                      <a:pt x="78" y="76"/>
                    </a:lnTo>
                    <a:lnTo>
                      <a:pt x="78" y="78"/>
                    </a:lnTo>
                    <a:lnTo>
                      <a:pt x="78" y="78"/>
                    </a:lnTo>
                    <a:lnTo>
                      <a:pt x="78" y="78"/>
                    </a:lnTo>
                    <a:lnTo>
                      <a:pt x="78" y="81"/>
                    </a:lnTo>
                    <a:lnTo>
                      <a:pt x="78" y="81"/>
                    </a:lnTo>
                    <a:lnTo>
                      <a:pt x="78" y="81"/>
                    </a:lnTo>
                    <a:lnTo>
                      <a:pt x="78" y="83"/>
                    </a:lnTo>
                    <a:lnTo>
                      <a:pt x="76" y="83"/>
                    </a:lnTo>
                    <a:lnTo>
                      <a:pt x="76" y="83"/>
                    </a:lnTo>
                    <a:lnTo>
                      <a:pt x="76" y="83"/>
                    </a:lnTo>
                    <a:lnTo>
                      <a:pt x="78" y="83"/>
                    </a:lnTo>
                    <a:lnTo>
                      <a:pt x="78" y="85"/>
                    </a:lnTo>
                    <a:lnTo>
                      <a:pt x="76" y="85"/>
                    </a:lnTo>
                    <a:lnTo>
                      <a:pt x="76" y="85"/>
                    </a:lnTo>
                    <a:lnTo>
                      <a:pt x="76" y="88"/>
                    </a:lnTo>
                    <a:lnTo>
                      <a:pt x="76" y="88"/>
                    </a:lnTo>
                    <a:lnTo>
                      <a:pt x="76" y="90"/>
                    </a:lnTo>
                    <a:lnTo>
                      <a:pt x="76" y="90"/>
                    </a:lnTo>
                    <a:lnTo>
                      <a:pt x="76" y="90"/>
                    </a:lnTo>
                    <a:lnTo>
                      <a:pt x="74" y="90"/>
                    </a:lnTo>
                    <a:lnTo>
                      <a:pt x="74" y="92"/>
                    </a:lnTo>
                    <a:lnTo>
                      <a:pt x="74" y="92"/>
                    </a:lnTo>
                    <a:lnTo>
                      <a:pt x="74" y="92"/>
                    </a:lnTo>
                    <a:lnTo>
                      <a:pt x="74" y="90"/>
                    </a:lnTo>
                    <a:lnTo>
                      <a:pt x="71" y="90"/>
                    </a:lnTo>
                    <a:lnTo>
                      <a:pt x="71" y="90"/>
                    </a:lnTo>
                    <a:lnTo>
                      <a:pt x="71" y="90"/>
                    </a:lnTo>
                    <a:lnTo>
                      <a:pt x="71" y="88"/>
                    </a:lnTo>
                    <a:lnTo>
                      <a:pt x="71" y="88"/>
                    </a:lnTo>
                    <a:lnTo>
                      <a:pt x="69" y="88"/>
                    </a:lnTo>
                    <a:lnTo>
                      <a:pt x="69" y="88"/>
                    </a:lnTo>
                    <a:lnTo>
                      <a:pt x="69" y="88"/>
                    </a:lnTo>
                    <a:lnTo>
                      <a:pt x="66" y="88"/>
                    </a:lnTo>
                    <a:lnTo>
                      <a:pt x="66" y="85"/>
                    </a:lnTo>
                    <a:lnTo>
                      <a:pt x="66" y="85"/>
                    </a:lnTo>
                    <a:lnTo>
                      <a:pt x="66" y="85"/>
                    </a:lnTo>
                    <a:lnTo>
                      <a:pt x="64" y="85"/>
                    </a:lnTo>
                    <a:lnTo>
                      <a:pt x="64" y="85"/>
                    </a:lnTo>
                    <a:lnTo>
                      <a:pt x="64" y="85"/>
                    </a:lnTo>
                    <a:lnTo>
                      <a:pt x="62" y="85"/>
                    </a:lnTo>
                    <a:lnTo>
                      <a:pt x="62" y="85"/>
                    </a:lnTo>
                    <a:lnTo>
                      <a:pt x="62" y="85"/>
                    </a:lnTo>
                    <a:lnTo>
                      <a:pt x="62" y="83"/>
                    </a:lnTo>
                    <a:lnTo>
                      <a:pt x="59" y="83"/>
                    </a:lnTo>
                    <a:lnTo>
                      <a:pt x="59" y="83"/>
                    </a:lnTo>
                    <a:lnTo>
                      <a:pt x="59" y="83"/>
                    </a:lnTo>
                    <a:lnTo>
                      <a:pt x="59" y="83"/>
                    </a:lnTo>
                    <a:lnTo>
                      <a:pt x="57" y="83"/>
                    </a:lnTo>
                    <a:lnTo>
                      <a:pt x="57" y="83"/>
                    </a:lnTo>
                    <a:lnTo>
                      <a:pt x="57" y="83"/>
                    </a:lnTo>
                    <a:lnTo>
                      <a:pt x="55" y="83"/>
                    </a:lnTo>
                    <a:lnTo>
                      <a:pt x="55" y="83"/>
                    </a:lnTo>
                    <a:lnTo>
                      <a:pt x="55" y="81"/>
                    </a:lnTo>
                    <a:lnTo>
                      <a:pt x="55" y="81"/>
                    </a:lnTo>
                    <a:lnTo>
                      <a:pt x="52" y="81"/>
                    </a:lnTo>
                    <a:lnTo>
                      <a:pt x="52" y="81"/>
                    </a:lnTo>
                    <a:lnTo>
                      <a:pt x="52" y="81"/>
                    </a:lnTo>
                    <a:lnTo>
                      <a:pt x="52" y="78"/>
                    </a:lnTo>
                    <a:lnTo>
                      <a:pt x="52" y="78"/>
                    </a:lnTo>
                    <a:lnTo>
                      <a:pt x="52" y="78"/>
                    </a:lnTo>
                    <a:lnTo>
                      <a:pt x="50" y="78"/>
                    </a:lnTo>
                    <a:lnTo>
                      <a:pt x="50" y="78"/>
                    </a:lnTo>
                    <a:lnTo>
                      <a:pt x="48" y="78"/>
                    </a:lnTo>
                    <a:lnTo>
                      <a:pt x="48" y="78"/>
                    </a:lnTo>
                    <a:lnTo>
                      <a:pt x="48" y="76"/>
                    </a:lnTo>
                    <a:lnTo>
                      <a:pt x="48" y="76"/>
                    </a:lnTo>
                    <a:lnTo>
                      <a:pt x="45" y="76"/>
                    </a:lnTo>
                    <a:lnTo>
                      <a:pt x="45" y="76"/>
                    </a:lnTo>
                    <a:lnTo>
                      <a:pt x="45" y="76"/>
                    </a:lnTo>
                    <a:lnTo>
                      <a:pt x="45" y="74"/>
                    </a:lnTo>
                    <a:lnTo>
                      <a:pt x="45" y="74"/>
                    </a:lnTo>
                    <a:lnTo>
                      <a:pt x="43" y="74"/>
                    </a:lnTo>
                    <a:lnTo>
                      <a:pt x="43" y="74"/>
                    </a:lnTo>
                    <a:lnTo>
                      <a:pt x="40" y="74"/>
                    </a:lnTo>
                    <a:lnTo>
                      <a:pt x="40" y="74"/>
                    </a:lnTo>
                    <a:lnTo>
                      <a:pt x="40" y="74"/>
                    </a:lnTo>
                    <a:lnTo>
                      <a:pt x="40" y="74"/>
                    </a:lnTo>
                    <a:lnTo>
                      <a:pt x="40" y="74"/>
                    </a:lnTo>
                    <a:lnTo>
                      <a:pt x="38" y="74"/>
                    </a:lnTo>
                    <a:lnTo>
                      <a:pt x="38" y="74"/>
                    </a:lnTo>
                    <a:lnTo>
                      <a:pt x="38" y="74"/>
                    </a:lnTo>
                    <a:lnTo>
                      <a:pt x="36" y="74"/>
                    </a:lnTo>
                    <a:lnTo>
                      <a:pt x="36" y="76"/>
                    </a:lnTo>
                    <a:lnTo>
                      <a:pt x="36" y="76"/>
                    </a:lnTo>
                    <a:lnTo>
                      <a:pt x="33" y="76"/>
                    </a:lnTo>
                    <a:lnTo>
                      <a:pt x="33" y="76"/>
                    </a:lnTo>
                    <a:lnTo>
                      <a:pt x="33" y="76"/>
                    </a:lnTo>
                    <a:lnTo>
                      <a:pt x="33" y="76"/>
                    </a:lnTo>
                    <a:lnTo>
                      <a:pt x="33" y="78"/>
                    </a:lnTo>
                    <a:lnTo>
                      <a:pt x="31" y="78"/>
                    </a:lnTo>
                    <a:lnTo>
                      <a:pt x="31" y="78"/>
                    </a:lnTo>
                    <a:lnTo>
                      <a:pt x="31" y="78"/>
                    </a:lnTo>
                    <a:lnTo>
                      <a:pt x="29" y="78"/>
                    </a:lnTo>
                    <a:lnTo>
                      <a:pt x="29" y="78"/>
                    </a:lnTo>
                    <a:lnTo>
                      <a:pt x="29" y="81"/>
                    </a:lnTo>
                    <a:lnTo>
                      <a:pt x="29" y="81"/>
                    </a:lnTo>
                    <a:lnTo>
                      <a:pt x="29" y="81"/>
                    </a:lnTo>
                    <a:lnTo>
                      <a:pt x="26" y="81"/>
                    </a:lnTo>
                    <a:lnTo>
                      <a:pt x="26" y="83"/>
                    </a:lnTo>
                    <a:lnTo>
                      <a:pt x="26" y="83"/>
                    </a:lnTo>
                    <a:lnTo>
                      <a:pt x="26" y="83"/>
                    </a:lnTo>
                    <a:lnTo>
                      <a:pt x="24" y="83"/>
                    </a:lnTo>
                    <a:lnTo>
                      <a:pt x="24" y="81"/>
                    </a:lnTo>
                    <a:lnTo>
                      <a:pt x="24" y="81"/>
                    </a:lnTo>
                    <a:lnTo>
                      <a:pt x="24" y="81"/>
                    </a:lnTo>
                    <a:lnTo>
                      <a:pt x="24" y="78"/>
                    </a:lnTo>
                    <a:lnTo>
                      <a:pt x="22" y="78"/>
                    </a:lnTo>
                    <a:lnTo>
                      <a:pt x="22" y="78"/>
                    </a:lnTo>
                    <a:lnTo>
                      <a:pt x="22" y="78"/>
                    </a:lnTo>
                    <a:lnTo>
                      <a:pt x="22" y="76"/>
                    </a:lnTo>
                    <a:lnTo>
                      <a:pt x="22" y="76"/>
                    </a:lnTo>
                    <a:lnTo>
                      <a:pt x="22" y="76"/>
                    </a:lnTo>
                    <a:lnTo>
                      <a:pt x="19" y="76"/>
                    </a:lnTo>
                    <a:lnTo>
                      <a:pt x="19" y="74"/>
                    </a:lnTo>
                    <a:lnTo>
                      <a:pt x="19" y="74"/>
                    </a:lnTo>
                    <a:lnTo>
                      <a:pt x="19" y="76"/>
                    </a:lnTo>
                    <a:lnTo>
                      <a:pt x="19" y="76"/>
                    </a:lnTo>
                    <a:lnTo>
                      <a:pt x="17" y="76"/>
                    </a:lnTo>
                    <a:lnTo>
                      <a:pt x="17" y="76"/>
                    </a:lnTo>
                    <a:lnTo>
                      <a:pt x="17" y="74"/>
                    </a:lnTo>
                    <a:lnTo>
                      <a:pt x="14" y="74"/>
                    </a:lnTo>
                    <a:lnTo>
                      <a:pt x="14" y="76"/>
                    </a:lnTo>
                    <a:lnTo>
                      <a:pt x="14" y="76"/>
                    </a:lnTo>
                    <a:lnTo>
                      <a:pt x="14" y="76"/>
                    </a:lnTo>
                    <a:lnTo>
                      <a:pt x="14" y="76"/>
                    </a:lnTo>
                    <a:lnTo>
                      <a:pt x="12" y="76"/>
                    </a:lnTo>
                    <a:lnTo>
                      <a:pt x="12" y="78"/>
                    </a:lnTo>
                    <a:lnTo>
                      <a:pt x="12" y="78"/>
                    </a:lnTo>
                    <a:lnTo>
                      <a:pt x="12" y="78"/>
                    </a:lnTo>
                    <a:lnTo>
                      <a:pt x="12" y="81"/>
                    </a:lnTo>
                    <a:lnTo>
                      <a:pt x="12" y="81"/>
                    </a:lnTo>
                    <a:lnTo>
                      <a:pt x="12" y="81"/>
                    </a:lnTo>
                    <a:lnTo>
                      <a:pt x="12" y="83"/>
                    </a:lnTo>
                    <a:lnTo>
                      <a:pt x="12" y="83"/>
                    </a:lnTo>
                    <a:lnTo>
                      <a:pt x="12" y="83"/>
                    </a:lnTo>
                    <a:lnTo>
                      <a:pt x="12" y="83"/>
                    </a:lnTo>
                    <a:lnTo>
                      <a:pt x="14" y="83"/>
                    </a:lnTo>
                    <a:lnTo>
                      <a:pt x="14" y="83"/>
                    </a:lnTo>
                    <a:lnTo>
                      <a:pt x="14" y="83"/>
                    </a:lnTo>
                    <a:lnTo>
                      <a:pt x="14" y="83"/>
                    </a:lnTo>
                    <a:lnTo>
                      <a:pt x="14" y="85"/>
                    </a:lnTo>
                    <a:lnTo>
                      <a:pt x="17" y="85"/>
                    </a:lnTo>
                    <a:lnTo>
                      <a:pt x="17" y="85"/>
                    </a:lnTo>
                    <a:lnTo>
                      <a:pt x="17" y="85"/>
                    </a:lnTo>
                    <a:lnTo>
                      <a:pt x="19" y="85"/>
                    </a:lnTo>
                    <a:lnTo>
                      <a:pt x="19" y="85"/>
                    </a:lnTo>
                    <a:lnTo>
                      <a:pt x="19" y="85"/>
                    </a:lnTo>
                    <a:lnTo>
                      <a:pt x="19" y="85"/>
                    </a:lnTo>
                    <a:lnTo>
                      <a:pt x="22" y="85"/>
                    </a:lnTo>
                    <a:lnTo>
                      <a:pt x="22" y="85"/>
                    </a:lnTo>
                    <a:lnTo>
                      <a:pt x="22" y="85"/>
                    </a:lnTo>
                    <a:lnTo>
                      <a:pt x="22" y="88"/>
                    </a:lnTo>
                    <a:lnTo>
                      <a:pt x="22" y="88"/>
                    </a:lnTo>
                    <a:lnTo>
                      <a:pt x="22" y="88"/>
                    </a:lnTo>
                    <a:lnTo>
                      <a:pt x="24" y="88"/>
                    </a:lnTo>
                    <a:lnTo>
                      <a:pt x="24" y="88"/>
                    </a:lnTo>
                    <a:lnTo>
                      <a:pt x="24" y="90"/>
                    </a:lnTo>
                    <a:lnTo>
                      <a:pt x="26" y="90"/>
                    </a:lnTo>
                    <a:lnTo>
                      <a:pt x="26" y="90"/>
                    </a:lnTo>
                    <a:lnTo>
                      <a:pt x="26" y="90"/>
                    </a:lnTo>
                    <a:lnTo>
                      <a:pt x="26" y="92"/>
                    </a:lnTo>
                    <a:lnTo>
                      <a:pt x="26" y="92"/>
                    </a:lnTo>
                    <a:lnTo>
                      <a:pt x="29" y="92"/>
                    </a:lnTo>
                    <a:lnTo>
                      <a:pt x="29" y="92"/>
                    </a:lnTo>
                    <a:lnTo>
                      <a:pt x="29" y="92"/>
                    </a:lnTo>
                    <a:lnTo>
                      <a:pt x="29" y="92"/>
                    </a:lnTo>
                    <a:lnTo>
                      <a:pt x="29" y="92"/>
                    </a:lnTo>
                    <a:lnTo>
                      <a:pt x="31" y="92"/>
                    </a:lnTo>
                    <a:lnTo>
                      <a:pt x="31" y="95"/>
                    </a:lnTo>
                    <a:lnTo>
                      <a:pt x="29" y="95"/>
                    </a:lnTo>
                    <a:lnTo>
                      <a:pt x="29" y="95"/>
                    </a:lnTo>
                    <a:lnTo>
                      <a:pt x="29" y="95"/>
                    </a:lnTo>
                    <a:lnTo>
                      <a:pt x="29" y="95"/>
                    </a:lnTo>
                    <a:lnTo>
                      <a:pt x="29" y="97"/>
                    </a:lnTo>
                    <a:lnTo>
                      <a:pt x="26" y="97"/>
                    </a:lnTo>
                    <a:lnTo>
                      <a:pt x="26" y="97"/>
                    </a:lnTo>
                    <a:lnTo>
                      <a:pt x="26" y="97"/>
                    </a:lnTo>
                    <a:lnTo>
                      <a:pt x="24" y="97"/>
                    </a:lnTo>
                    <a:lnTo>
                      <a:pt x="24" y="97"/>
                    </a:lnTo>
                    <a:lnTo>
                      <a:pt x="24" y="95"/>
                    </a:lnTo>
                    <a:lnTo>
                      <a:pt x="22" y="95"/>
                    </a:lnTo>
                    <a:lnTo>
                      <a:pt x="22" y="95"/>
                    </a:lnTo>
                    <a:lnTo>
                      <a:pt x="22" y="95"/>
                    </a:lnTo>
                    <a:lnTo>
                      <a:pt x="22" y="97"/>
                    </a:lnTo>
                    <a:lnTo>
                      <a:pt x="19" y="97"/>
                    </a:lnTo>
                    <a:lnTo>
                      <a:pt x="19" y="97"/>
                    </a:lnTo>
                    <a:lnTo>
                      <a:pt x="19" y="95"/>
                    </a:lnTo>
                    <a:lnTo>
                      <a:pt x="19" y="95"/>
                    </a:lnTo>
                    <a:lnTo>
                      <a:pt x="19" y="95"/>
                    </a:lnTo>
                    <a:lnTo>
                      <a:pt x="19" y="95"/>
                    </a:lnTo>
                    <a:lnTo>
                      <a:pt x="19" y="97"/>
                    </a:lnTo>
                    <a:lnTo>
                      <a:pt x="17" y="97"/>
                    </a:lnTo>
                    <a:lnTo>
                      <a:pt x="17" y="97"/>
                    </a:lnTo>
                    <a:lnTo>
                      <a:pt x="17" y="97"/>
                    </a:lnTo>
                    <a:lnTo>
                      <a:pt x="14" y="97"/>
                    </a:lnTo>
                    <a:lnTo>
                      <a:pt x="14" y="97"/>
                    </a:lnTo>
                    <a:lnTo>
                      <a:pt x="14" y="100"/>
                    </a:lnTo>
                    <a:lnTo>
                      <a:pt x="14" y="100"/>
                    </a:lnTo>
                    <a:lnTo>
                      <a:pt x="14" y="102"/>
                    </a:lnTo>
                    <a:lnTo>
                      <a:pt x="14" y="102"/>
                    </a:lnTo>
                    <a:lnTo>
                      <a:pt x="14" y="102"/>
                    </a:lnTo>
                    <a:lnTo>
                      <a:pt x="12" y="102"/>
                    </a:lnTo>
                    <a:lnTo>
                      <a:pt x="12" y="102"/>
                    </a:lnTo>
                    <a:lnTo>
                      <a:pt x="12" y="102"/>
                    </a:lnTo>
                    <a:lnTo>
                      <a:pt x="12" y="102"/>
                    </a:lnTo>
                    <a:lnTo>
                      <a:pt x="10" y="102"/>
                    </a:lnTo>
                    <a:lnTo>
                      <a:pt x="10" y="104"/>
                    </a:lnTo>
                    <a:lnTo>
                      <a:pt x="10" y="104"/>
                    </a:lnTo>
                    <a:lnTo>
                      <a:pt x="10" y="104"/>
                    </a:lnTo>
                    <a:lnTo>
                      <a:pt x="7" y="104"/>
                    </a:lnTo>
                    <a:lnTo>
                      <a:pt x="7" y="104"/>
                    </a:lnTo>
                    <a:lnTo>
                      <a:pt x="7" y="104"/>
                    </a:lnTo>
                    <a:lnTo>
                      <a:pt x="7" y="104"/>
                    </a:lnTo>
                    <a:lnTo>
                      <a:pt x="5" y="104"/>
                    </a:lnTo>
                    <a:lnTo>
                      <a:pt x="5" y="104"/>
                    </a:lnTo>
                    <a:lnTo>
                      <a:pt x="5" y="102"/>
                    </a:lnTo>
                    <a:lnTo>
                      <a:pt x="5" y="102"/>
                    </a:lnTo>
                    <a:lnTo>
                      <a:pt x="5" y="102"/>
                    </a:lnTo>
                    <a:lnTo>
                      <a:pt x="5" y="102"/>
                    </a:lnTo>
                    <a:lnTo>
                      <a:pt x="5" y="100"/>
                    </a:lnTo>
                    <a:lnTo>
                      <a:pt x="5" y="100"/>
                    </a:lnTo>
                    <a:lnTo>
                      <a:pt x="5" y="97"/>
                    </a:lnTo>
                    <a:lnTo>
                      <a:pt x="5" y="97"/>
                    </a:lnTo>
                    <a:lnTo>
                      <a:pt x="5" y="97"/>
                    </a:lnTo>
                    <a:lnTo>
                      <a:pt x="5" y="95"/>
                    </a:lnTo>
                    <a:lnTo>
                      <a:pt x="5" y="95"/>
                    </a:lnTo>
                    <a:lnTo>
                      <a:pt x="5" y="95"/>
                    </a:lnTo>
                    <a:lnTo>
                      <a:pt x="5" y="92"/>
                    </a:lnTo>
                    <a:lnTo>
                      <a:pt x="7" y="92"/>
                    </a:lnTo>
                    <a:lnTo>
                      <a:pt x="7" y="92"/>
                    </a:lnTo>
                    <a:lnTo>
                      <a:pt x="7" y="92"/>
                    </a:lnTo>
                    <a:lnTo>
                      <a:pt x="7" y="92"/>
                    </a:lnTo>
                    <a:lnTo>
                      <a:pt x="7" y="90"/>
                    </a:lnTo>
                    <a:lnTo>
                      <a:pt x="7" y="90"/>
                    </a:lnTo>
                    <a:lnTo>
                      <a:pt x="7" y="90"/>
                    </a:lnTo>
                    <a:lnTo>
                      <a:pt x="7" y="88"/>
                    </a:lnTo>
                    <a:lnTo>
                      <a:pt x="5" y="88"/>
                    </a:lnTo>
                    <a:lnTo>
                      <a:pt x="5" y="88"/>
                    </a:lnTo>
                    <a:lnTo>
                      <a:pt x="5" y="88"/>
                    </a:lnTo>
                    <a:lnTo>
                      <a:pt x="5" y="88"/>
                    </a:lnTo>
                    <a:lnTo>
                      <a:pt x="5" y="85"/>
                    </a:lnTo>
                    <a:lnTo>
                      <a:pt x="3" y="85"/>
                    </a:lnTo>
                    <a:lnTo>
                      <a:pt x="3" y="85"/>
                    </a:lnTo>
                    <a:lnTo>
                      <a:pt x="3" y="85"/>
                    </a:lnTo>
                    <a:lnTo>
                      <a:pt x="3" y="83"/>
                    </a:lnTo>
                    <a:lnTo>
                      <a:pt x="0" y="83"/>
                    </a:lnTo>
                    <a:lnTo>
                      <a:pt x="0" y="83"/>
                    </a:lnTo>
                    <a:lnTo>
                      <a:pt x="0" y="83"/>
                    </a:lnTo>
                    <a:lnTo>
                      <a:pt x="0" y="83"/>
                    </a:lnTo>
                    <a:lnTo>
                      <a:pt x="0" y="83"/>
                    </a:lnTo>
                    <a:lnTo>
                      <a:pt x="0" y="81"/>
                    </a:lnTo>
                    <a:lnTo>
                      <a:pt x="0" y="81"/>
                    </a:lnTo>
                    <a:lnTo>
                      <a:pt x="0" y="81"/>
                    </a:lnTo>
                    <a:lnTo>
                      <a:pt x="0" y="78"/>
                    </a:lnTo>
                    <a:lnTo>
                      <a:pt x="0" y="78"/>
                    </a:lnTo>
                    <a:lnTo>
                      <a:pt x="0" y="78"/>
                    </a:lnTo>
                    <a:lnTo>
                      <a:pt x="0" y="76"/>
                    </a:lnTo>
                    <a:lnTo>
                      <a:pt x="0" y="76"/>
                    </a:lnTo>
                    <a:lnTo>
                      <a:pt x="0" y="76"/>
                    </a:lnTo>
                    <a:lnTo>
                      <a:pt x="0" y="74"/>
                    </a:lnTo>
                    <a:lnTo>
                      <a:pt x="0" y="74"/>
                    </a:lnTo>
                    <a:lnTo>
                      <a:pt x="0" y="74"/>
                    </a:lnTo>
                    <a:lnTo>
                      <a:pt x="0" y="74"/>
                    </a:lnTo>
                    <a:lnTo>
                      <a:pt x="0" y="71"/>
                    </a:lnTo>
                    <a:lnTo>
                      <a:pt x="3" y="71"/>
                    </a:lnTo>
                    <a:lnTo>
                      <a:pt x="3" y="71"/>
                    </a:lnTo>
                    <a:lnTo>
                      <a:pt x="5" y="71"/>
                    </a:lnTo>
                    <a:lnTo>
                      <a:pt x="5" y="71"/>
                    </a:lnTo>
                    <a:lnTo>
                      <a:pt x="5" y="71"/>
                    </a:lnTo>
                    <a:lnTo>
                      <a:pt x="5" y="71"/>
                    </a:lnTo>
                    <a:lnTo>
                      <a:pt x="7" y="71"/>
                    </a:lnTo>
                    <a:lnTo>
                      <a:pt x="7" y="71"/>
                    </a:lnTo>
                    <a:lnTo>
                      <a:pt x="7" y="69"/>
                    </a:lnTo>
                    <a:lnTo>
                      <a:pt x="7" y="69"/>
                    </a:lnTo>
                    <a:lnTo>
                      <a:pt x="7" y="69"/>
                    </a:lnTo>
                    <a:lnTo>
                      <a:pt x="10" y="69"/>
                    </a:lnTo>
                    <a:lnTo>
                      <a:pt x="10" y="69"/>
                    </a:lnTo>
                    <a:lnTo>
                      <a:pt x="10" y="69"/>
                    </a:lnTo>
                    <a:lnTo>
                      <a:pt x="12" y="69"/>
                    </a:lnTo>
                    <a:lnTo>
                      <a:pt x="12" y="69"/>
                    </a:lnTo>
                    <a:lnTo>
                      <a:pt x="12" y="66"/>
                    </a:lnTo>
                    <a:lnTo>
                      <a:pt x="12" y="66"/>
                    </a:lnTo>
                    <a:lnTo>
                      <a:pt x="12" y="66"/>
                    </a:lnTo>
                    <a:lnTo>
                      <a:pt x="12" y="66"/>
                    </a:lnTo>
                    <a:lnTo>
                      <a:pt x="12" y="64"/>
                    </a:lnTo>
                    <a:lnTo>
                      <a:pt x="14" y="64"/>
                    </a:lnTo>
                    <a:lnTo>
                      <a:pt x="14" y="64"/>
                    </a:lnTo>
                    <a:lnTo>
                      <a:pt x="14" y="64"/>
                    </a:lnTo>
                    <a:lnTo>
                      <a:pt x="14" y="64"/>
                    </a:lnTo>
                    <a:lnTo>
                      <a:pt x="14" y="62"/>
                    </a:lnTo>
                    <a:lnTo>
                      <a:pt x="14" y="62"/>
                    </a:lnTo>
                    <a:lnTo>
                      <a:pt x="14" y="62"/>
                    </a:lnTo>
                    <a:lnTo>
                      <a:pt x="14" y="62"/>
                    </a:lnTo>
                    <a:lnTo>
                      <a:pt x="14" y="62"/>
                    </a:lnTo>
                    <a:lnTo>
                      <a:pt x="12" y="62"/>
                    </a:lnTo>
                    <a:lnTo>
                      <a:pt x="12" y="59"/>
                    </a:lnTo>
                    <a:lnTo>
                      <a:pt x="12" y="59"/>
                    </a:lnTo>
                    <a:lnTo>
                      <a:pt x="12" y="59"/>
                    </a:lnTo>
                    <a:lnTo>
                      <a:pt x="12" y="59"/>
                    </a:lnTo>
                    <a:lnTo>
                      <a:pt x="12" y="57"/>
                    </a:lnTo>
                    <a:lnTo>
                      <a:pt x="12" y="57"/>
                    </a:lnTo>
                    <a:lnTo>
                      <a:pt x="12" y="57"/>
                    </a:lnTo>
                    <a:lnTo>
                      <a:pt x="12" y="55"/>
                    </a:lnTo>
                    <a:lnTo>
                      <a:pt x="12" y="55"/>
                    </a:lnTo>
                    <a:lnTo>
                      <a:pt x="12" y="55"/>
                    </a:lnTo>
                    <a:lnTo>
                      <a:pt x="14" y="55"/>
                    </a:lnTo>
                    <a:lnTo>
                      <a:pt x="14" y="55"/>
                    </a:lnTo>
                    <a:lnTo>
                      <a:pt x="14" y="52"/>
                    </a:lnTo>
                    <a:lnTo>
                      <a:pt x="14" y="52"/>
                    </a:lnTo>
                    <a:lnTo>
                      <a:pt x="14" y="55"/>
                    </a:lnTo>
                    <a:lnTo>
                      <a:pt x="17" y="55"/>
                    </a:lnTo>
                    <a:lnTo>
                      <a:pt x="17" y="55"/>
                    </a:lnTo>
                    <a:lnTo>
                      <a:pt x="17" y="55"/>
                    </a:lnTo>
                    <a:lnTo>
                      <a:pt x="19" y="55"/>
                    </a:lnTo>
                    <a:lnTo>
                      <a:pt x="19" y="55"/>
                    </a:lnTo>
                    <a:lnTo>
                      <a:pt x="19" y="57"/>
                    </a:lnTo>
                    <a:lnTo>
                      <a:pt x="19" y="57"/>
                    </a:lnTo>
                    <a:lnTo>
                      <a:pt x="22" y="57"/>
                    </a:lnTo>
                    <a:lnTo>
                      <a:pt x="22" y="57"/>
                    </a:lnTo>
                    <a:lnTo>
                      <a:pt x="22" y="57"/>
                    </a:lnTo>
                    <a:lnTo>
                      <a:pt x="22" y="59"/>
                    </a:lnTo>
                    <a:lnTo>
                      <a:pt x="22" y="59"/>
                    </a:lnTo>
                    <a:lnTo>
                      <a:pt x="22" y="57"/>
                    </a:lnTo>
                    <a:lnTo>
                      <a:pt x="24" y="57"/>
                    </a:lnTo>
                    <a:lnTo>
                      <a:pt x="24" y="57"/>
                    </a:lnTo>
                    <a:lnTo>
                      <a:pt x="26" y="57"/>
                    </a:lnTo>
                    <a:lnTo>
                      <a:pt x="26" y="57"/>
                    </a:lnTo>
                    <a:lnTo>
                      <a:pt x="26" y="57"/>
                    </a:lnTo>
                    <a:lnTo>
                      <a:pt x="26" y="59"/>
                    </a:lnTo>
                    <a:lnTo>
                      <a:pt x="29" y="59"/>
                    </a:lnTo>
                    <a:lnTo>
                      <a:pt x="29" y="59"/>
                    </a:lnTo>
                    <a:lnTo>
                      <a:pt x="29" y="59"/>
                    </a:lnTo>
                    <a:lnTo>
                      <a:pt x="29" y="59"/>
                    </a:lnTo>
                    <a:lnTo>
                      <a:pt x="31" y="59"/>
                    </a:lnTo>
                    <a:lnTo>
                      <a:pt x="31" y="59"/>
                    </a:lnTo>
                    <a:lnTo>
                      <a:pt x="31" y="59"/>
                    </a:lnTo>
                    <a:lnTo>
                      <a:pt x="33" y="59"/>
                    </a:lnTo>
                    <a:lnTo>
                      <a:pt x="33" y="57"/>
                    </a:lnTo>
                    <a:lnTo>
                      <a:pt x="33" y="57"/>
                    </a:lnTo>
                    <a:lnTo>
                      <a:pt x="33" y="57"/>
                    </a:lnTo>
                    <a:lnTo>
                      <a:pt x="33" y="57"/>
                    </a:lnTo>
                    <a:lnTo>
                      <a:pt x="33" y="55"/>
                    </a:lnTo>
                    <a:lnTo>
                      <a:pt x="36" y="55"/>
                    </a:lnTo>
                    <a:lnTo>
                      <a:pt x="36" y="55"/>
                    </a:lnTo>
                    <a:lnTo>
                      <a:pt x="36" y="52"/>
                    </a:lnTo>
                    <a:lnTo>
                      <a:pt x="33" y="52"/>
                    </a:lnTo>
                    <a:lnTo>
                      <a:pt x="33" y="52"/>
                    </a:lnTo>
                    <a:lnTo>
                      <a:pt x="33" y="52"/>
                    </a:lnTo>
                    <a:lnTo>
                      <a:pt x="33" y="52"/>
                    </a:lnTo>
                    <a:lnTo>
                      <a:pt x="33" y="50"/>
                    </a:lnTo>
                    <a:lnTo>
                      <a:pt x="33" y="50"/>
                    </a:lnTo>
                    <a:lnTo>
                      <a:pt x="33" y="47"/>
                    </a:lnTo>
                    <a:lnTo>
                      <a:pt x="33" y="47"/>
                    </a:lnTo>
                    <a:lnTo>
                      <a:pt x="33" y="47"/>
                    </a:lnTo>
                    <a:lnTo>
                      <a:pt x="33" y="45"/>
                    </a:lnTo>
                    <a:lnTo>
                      <a:pt x="33" y="45"/>
                    </a:lnTo>
                    <a:lnTo>
                      <a:pt x="33" y="45"/>
                    </a:lnTo>
                    <a:lnTo>
                      <a:pt x="33" y="43"/>
                    </a:lnTo>
                    <a:lnTo>
                      <a:pt x="33" y="43"/>
                    </a:lnTo>
                    <a:lnTo>
                      <a:pt x="33" y="43"/>
                    </a:lnTo>
                    <a:lnTo>
                      <a:pt x="36" y="43"/>
                    </a:lnTo>
                    <a:lnTo>
                      <a:pt x="36" y="43"/>
                    </a:lnTo>
                    <a:lnTo>
                      <a:pt x="36" y="43"/>
                    </a:lnTo>
                    <a:lnTo>
                      <a:pt x="38" y="43"/>
                    </a:lnTo>
                    <a:lnTo>
                      <a:pt x="38" y="43"/>
                    </a:lnTo>
                    <a:lnTo>
                      <a:pt x="38" y="40"/>
                    </a:lnTo>
                    <a:lnTo>
                      <a:pt x="38" y="40"/>
                    </a:lnTo>
                    <a:lnTo>
                      <a:pt x="38" y="40"/>
                    </a:lnTo>
                    <a:lnTo>
                      <a:pt x="40" y="40"/>
                    </a:lnTo>
                    <a:lnTo>
                      <a:pt x="40" y="38"/>
                    </a:lnTo>
                    <a:lnTo>
                      <a:pt x="40" y="38"/>
                    </a:lnTo>
                    <a:lnTo>
                      <a:pt x="40" y="36"/>
                    </a:lnTo>
                    <a:lnTo>
                      <a:pt x="40" y="36"/>
                    </a:lnTo>
                    <a:lnTo>
                      <a:pt x="40" y="33"/>
                    </a:lnTo>
                    <a:lnTo>
                      <a:pt x="40" y="33"/>
                    </a:lnTo>
                    <a:lnTo>
                      <a:pt x="40" y="33"/>
                    </a:lnTo>
                    <a:lnTo>
                      <a:pt x="40" y="31"/>
                    </a:lnTo>
                    <a:lnTo>
                      <a:pt x="40" y="31"/>
                    </a:lnTo>
                    <a:lnTo>
                      <a:pt x="40" y="31"/>
                    </a:lnTo>
                    <a:lnTo>
                      <a:pt x="40" y="28"/>
                    </a:lnTo>
                    <a:lnTo>
                      <a:pt x="40" y="28"/>
                    </a:lnTo>
                    <a:lnTo>
                      <a:pt x="40" y="28"/>
                    </a:lnTo>
                    <a:lnTo>
                      <a:pt x="40" y="26"/>
                    </a:lnTo>
                    <a:lnTo>
                      <a:pt x="43" y="26"/>
                    </a:lnTo>
                    <a:lnTo>
                      <a:pt x="43" y="26"/>
                    </a:lnTo>
                    <a:lnTo>
                      <a:pt x="43" y="24"/>
                    </a:lnTo>
                    <a:lnTo>
                      <a:pt x="43" y="24"/>
                    </a:lnTo>
                    <a:lnTo>
                      <a:pt x="43" y="24"/>
                    </a:lnTo>
                    <a:lnTo>
                      <a:pt x="43" y="21"/>
                    </a:lnTo>
                    <a:lnTo>
                      <a:pt x="43" y="21"/>
                    </a:lnTo>
                    <a:lnTo>
                      <a:pt x="43" y="19"/>
                    </a:lnTo>
                    <a:lnTo>
                      <a:pt x="43" y="19"/>
                    </a:lnTo>
                    <a:lnTo>
                      <a:pt x="43" y="17"/>
                    </a:lnTo>
                    <a:lnTo>
                      <a:pt x="40" y="17"/>
                    </a:lnTo>
                    <a:lnTo>
                      <a:pt x="40" y="17"/>
                    </a:lnTo>
                    <a:lnTo>
                      <a:pt x="40" y="14"/>
                    </a:lnTo>
                    <a:lnTo>
                      <a:pt x="40" y="14"/>
                    </a:lnTo>
                    <a:lnTo>
                      <a:pt x="40" y="14"/>
                    </a:lnTo>
                    <a:lnTo>
                      <a:pt x="40" y="12"/>
                    </a:lnTo>
                    <a:lnTo>
                      <a:pt x="40" y="12"/>
                    </a:lnTo>
                    <a:lnTo>
                      <a:pt x="40" y="12"/>
                    </a:lnTo>
                    <a:lnTo>
                      <a:pt x="40" y="12"/>
                    </a:lnTo>
                    <a:lnTo>
                      <a:pt x="38" y="12"/>
                    </a:lnTo>
                    <a:lnTo>
                      <a:pt x="38" y="10"/>
                    </a:lnTo>
                    <a:lnTo>
                      <a:pt x="38" y="10"/>
                    </a:lnTo>
                    <a:lnTo>
                      <a:pt x="38" y="10"/>
                    </a:lnTo>
                    <a:lnTo>
                      <a:pt x="38" y="7"/>
                    </a:lnTo>
                    <a:lnTo>
                      <a:pt x="38" y="7"/>
                    </a:lnTo>
                    <a:lnTo>
                      <a:pt x="38" y="7"/>
                    </a:lnTo>
                    <a:lnTo>
                      <a:pt x="38" y="5"/>
                    </a:lnTo>
                    <a:lnTo>
                      <a:pt x="38" y="5"/>
                    </a:lnTo>
                    <a:lnTo>
                      <a:pt x="40" y="5"/>
                    </a:lnTo>
                    <a:lnTo>
                      <a:pt x="40" y="2"/>
                    </a:lnTo>
                    <a:lnTo>
                      <a:pt x="40" y="2"/>
                    </a:lnTo>
                    <a:lnTo>
                      <a:pt x="40" y="2"/>
                    </a:lnTo>
                    <a:lnTo>
                      <a:pt x="40" y="2"/>
                    </a:lnTo>
                    <a:lnTo>
                      <a:pt x="40" y="2"/>
                    </a:lnTo>
                    <a:lnTo>
                      <a:pt x="40" y="2"/>
                    </a:lnTo>
                    <a:lnTo>
                      <a:pt x="43" y="2"/>
                    </a:lnTo>
                    <a:lnTo>
                      <a:pt x="43" y="2"/>
                    </a:lnTo>
                    <a:lnTo>
                      <a:pt x="43" y="2"/>
                    </a:lnTo>
                    <a:lnTo>
                      <a:pt x="45" y="2"/>
                    </a:lnTo>
                    <a:lnTo>
                      <a:pt x="45" y="0"/>
                    </a:lnTo>
                    <a:lnTo>
                      <a:pt x="45" y="0"/>
                    </a:lnTo>
                    <a:lnTo>
                      <a:pt x="45" y="0"/>
                    </a:lnTo>
                    <a:lnTo>
                      <a:pt x="45" y="0"/>
                    </a:lnTo>
                    <a:lnTo>
                      <a:pt x="48" y="0"/>
                    </a:lnTo>
                    <a:lnTo>
                      <a:pt x="48" y="0"/>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141"/>
              <p:cNvSpPr>
                <a:spLocks/>
              </p:cNvSpPr>
              <p:nvPr/>
            </p:nvSpPr>
            <p:spPr bwMode="auto">
              <a:xfrm>
                <a:off x="3607" y="1699"/>
                <a:ext cx="275" cy="270"/>
              </a:xfrm>
              <a:custGeom>
                <a:avLst/>
                <a:gdLst/>
                <a:ahLst/>
                <a:cxnLst>
                  <a:cxn ang="0">
                    <a:pos x="204" y="170"/>
                  </a:cxn>
                  <a:cxn ang="0">
                    <a:pos x="192" y="173"/>
                  </a:cxn>
                  <a:cxn ang="0">
                    <a:pos x="173" y="177"/>
                  </a:cxn>
                  <a:cxn ang="0">
                    <a:pos x="161" y="168"/>
                  </a:cxn>
                  <a:cxn ang="0">
                    <a:pos x="164" y="180"/>
                  </a:cxn>
                  <a:cxn ang="0">
                    <a:pos x="149" y="189"/>
                  </a:cxn>
                  <a:cxn ang="0">
                    <a:pos x="138" y="206"/>
                  </a:cxn>
                  <a:cxn ang="0">
                    <a:pos x="123" y="192"/>
                  </a:cxn>
                  <a:cxn ang="0">
                    <a:pos x="114" y="189"/>
                  </a:cxn>
                  <a:cxn ang="0">
                    <a:pos x="107" y="203"/>
                  </a:cxn>
                  <a:cxn ang="0">
                    <a:pos x="95" y="206"/>
                  </a:cxn>
                  <a:cxn ang="0">
                    <a:pos x="81" y="220"/>
                  </a:cxn>
                  <a:cxn ang="0">
                    <a:pos x="69" y="225"/>
                  </a:cxn>
                  <a:cxn ang="0">
                    <a:pos x="64" y="213"/>
                  </a:cxn>
                  <a:cxn ang="0">
                    <a:pos x="62" y="206"/>
                  </a:cxn>
                  <a:cxn ang="0">
                    <a:pos x="67" y="196"/>
                  </a:cxn>
                  <a:cxn ang="0">
                    <a:pos x="55" y="194"/>
                  </a:cxn>
                  <a:cxn ang="0">
                    <a:pos x="38" y="194"/>
                  </a:cxn>
                  <a:cxn ang="0">
                    <a:pos x="52" y="199"/>
                  </a:cxn>
                  <a:cxn ang="0">
                    <a:pos x="57" y="210"/>
                  </a:cxn>
                  <a:cxn ang="0">
                    <a:pos x="60" y="220"/>
                  </a:cxn>
                  <a:cxn ang="0">
                    <a:pos x="50" y="239"/>
                  </a:cxn>
                  <a:cxn ang="0">
                    <a:pos x="43" y="260"/>
                  </a:cxn>
                  <a:cxn ang="0">
                    <a:pos x="31" y="267"/>
                  </a:cxn>
                  <a:cxn ang="0">
                    <a:pos x="17" y="258"/>
                  </a:cxn>
                  <a:cxn ang="0">
                    <a:pos x="17" y="244"/>
                  </a:cxn>
                  <a:cxn ang="0">
                    <a:pos x="17" y="225"/>
                  </a:cxn>
                  <a:cxn ang="0">
                    <a:pos x="5" y="220"/>
                  </a:cxn>
                  <a:cxn ang="0">
                    <a:pos x="3" y="206"/>
                  </a:cxn>
                  <a:cxn ang="0">
                    <a:pos x="17" y="206"/>
                  </a:cxn>
                  <a:cxn ang="0">
                    <a:pos x="29" y="194"/>
                  </a:cxn>
                  <a:cxn ang="0">
                    <a:pos x="34" y="180"/>
                  </a:cxn>
                  <a:cxn ang="0">
                    <a:pos x="55" y="173"/>
                  </a:cxn>
                  <a:cxn ang="0">
                    <a:pos x="71" y="161"/>
                  </a:cxn>
                  <a:cxn ang="0">
                    <a:pos x="86" y="154"/>
                  </a:cxn>
                  <a:cxn ang="0">
                    <a:pos x="107" y="151"/>
                  </a:cxn>
                  <a:cxn ang="0">
                    <a:pos x="126" y="147"/>
                  </a:cxn>
                  <a:cxn ang="0">
                    <a:pos x="140" y="151"/>
                  </a:cxn>
                  <a:cxn ang="0">
                    <a:pos x="145" y="137"/>
                  </a:cxn>
                  <a:cxn ang="0">
                    <a:pos x="159" y="120"/>
                  </a:cxn>
                  <a:cxn ang="0">
                    <a:pos x="166" y="104"/>
                  </a:cxn>
                  <a:cxn ang="0">
                    <a:pos x="166" y="116"/>
                  </a:cxn>
                  <a:cxn ang="0">
                    <a:pos x="180" y="116"/>
                  </a:cxn>
                  <a:cxn ang="0">
                    <a:pos x="199" y="104"/>
                  </a:cxn>
                  <a:cxn ang="0">
                    <a:pos x="213" y="90"/>
                  </a:cxn>
                  <a:cxn ang="0">
                    <a:pos x="225" y="71"/>
                  </a:cxn>
                  <a:cxn ang="0">
                    <a:pos x="230" y="47"/>
                  </a:cxn>
                  <a:cxn ang="0">
                    <a:pos x="230" y="35"/>
                  </a:cxn>
                  <a:cxn ang="0">
                    <a:pos x="235" y="19"/>
                  </a:cxn>
                  <a:cxn ang="0">
                    <a:pos x="244" y="9"/>
                  </a:cxn>
                  <a:cxn ang="0">
                    <a:pos x="256" y="14"/>
                  </a:cxn>
                  <a:cxn ang="0">
                    <a:pos x="247" y="4"/>
                  </a:cxn>
                  <a:cxn ang="0">
                    <a:pos x="263" y="4"/>
                  </a:cxn>
                  <a:cxn ang="0">
                    <a:pos x="265" y="28"/>
                  </a:cxn>
                  <a:cxn ang="0">
                    <a:pos x="273" y="47"/>
                  </a:cxn>
                  <a:cxn ang="0">
                    <a:pos x="268" y="66"/>
                  </a:cxn>
                  <a:cxn ang="0">
                    <a:pos x="263" y="85"/>
                  </a:cxn>
                  <a:cxn ang="0">
                    <a:pos x="251" y="92"/>
                  </a:cxn>
                  <a:cxn ang="0">
                    <a:pos x="251" y="118"/>
                  </a:cxn>
                  <a:cxn ang="0">
                    <a:pos x="244" y="137"/>
                  </a:cxn>
                  <a:cxn ang="0">
                    <a:pos x="239" y="154"/>
                  </a:cxn>
                  <a:cxn ang="0">
                    <a:pos x="228" y="170"/>
                  </a:cxn>
                  <a:cxn ang="0">
                    <a:pos x="220" y="161"/>
                  </a:cxn>
                </a:cxnLst>
                <a:rect l="0" t="0" r="r" b="b"/>
                <a:pathLst>
                  <a:path w="275" h="270">
                    <a:moveTo>
                      <a:pt x="211" y="168"/>
                    </a:moveTo>
                    <a:lnTo>
                      <a:pt x="211" y="168"/>
                    </a:lnTo>
                    <a:lnTo>
                      <a:pt x="211" y="170"/>
                    </a:lnTo>
                    <a:lnTo>
                      <a:pt x="211" y="170"/>
                    </a:lnTo>
                    <a:lnTo>
                      <a:pt x="211" y="170"/>
                    </a:lnTo>
                    <a:lnTo>
                      <a:pt x="211" y="170"/>
                    </a:lnTo>
                    <a:lnTo>
                      <a:pt x="211" y="170"/>
                    </a:lnTo>
                    <a:lnTo>
                      <a:pt x="211" y="173"/>
                    </a:lnTo>
                    <a:lnTo>
                      <a:pt x="211" y="173"/>
                    </a:lnTo>
                    <a:lnTo>
                      <a:pt x="209" y="173"/>
                    </a:lnTo>
                    <a:lnTo>
                      <a:pt x="209" y="175"/>
                    </a:lnTo>
                    <a:lnTo>
                      <a:pt x="209" y="175"/>
                    </a:lnTo>
                    <a:lnTo>
                      <a:pt x="209" y="175"/>
                    </a:lnTo>
                    <a:lnTo>
                      <a:pt x="209" y="177"/>
                    </a:lnTo>
                    <a:lnTo>
                      <a:pt x="206" y="177"/>
                    </a:lnTo>
                    <a:lnTo>
                      <a:pt x="206" y="177"/>
                    </a:lnTo>
                    <a:lnTo>
                      <a:pt x="206" y="177"/>
                    </a:lnTo>
                    <a:lnTo>
                      <a:pt x="206" y="177"/>
                    </a:lnTo>
                    <a:lnTo>
                      <a:pt x="204" y="177"/>
                    </a:lnTo>
                    <a:lnTo>
                      <a:pt x="204" y="177"/>
                    </a:lnTo>
                    <a:lnTo>
                      <a:pt x="204" y="177"/>
                    </a:lnTo>
                    <a:lnTo>
                      <a:pt x="204" y="177"/>
                    </a:lnTo>
                    <a:lnTo>
                      <a:pt x="204" y="175"/>
                    </a:lnTo>
                    <a:lnTo>
                      <a:pt x="202" y="175"/>
                    </a:lnTo>
                    <a:lnTo>
                      <a:pt x="202" y="175"/>
                    </a:lnTo>
                    <a:lnTo>
                      <a:pt x="202" y="173"/>
                    </a:lnTo>
                    <a:lnTo>
                      <a:pt x="204" y="173"/>
                    </a:lnTo>
                    <a:lnTo>
                      <a:pt x="204" y="173"/>
                    </a:lnTo>
                    <a:lnTo>
                      <a:pt x="204" y="170"/>
                    </a:lnTo>
                    <a:lnTo>
                      <a:pt x="204" y="170"/>
                    </a:lnTo>
                    <a:lnTo>
                      <a:pt x="204" y="170"/>
                    </a:lnTo>
                    <a:lnTo>
                      <a:pt x="204" y="168"/>
                    </a:lnTo>
                    <a:lnTo>
                      <a:pt x="204" y="168"/>
                    </a:lnTo>
                    <a:lnTo>
                      <a:pt x="204" y="165"/>
                    </a:lnTo>
                    <a:lnTo>
                      <a:pt x="204" y="165"/>
                    </a:lnTo>
                    <a:lnTo>
                      <a:pt x="204" y="165"/>
                    </a:lnTo>
                    <a:lnTo>
                      <a:pt x="204" y="165"/>
                    </a:lnTo>
                    <a:lnTo>
                      <a:pt x="204" y="165"/>
                    </a:lnTo>
                    <a:lnTo>
                      <a:pt x="204" y="165"/>
                    </a:lnTo>
                    <a:lnTo>
                      <a:pt x="204" y="163"/>
                    </a:lnTo>
                    <a:lnTo>
                      <a:pt x="202" y="163"/>
                    </a:lnTo>
                    <a:lnTo>
                      <a:pt x="202" y="163"/>
                    </a:lnTo>
                    <a:lnTo>
                      <a:pt x="202" y="165"/>
                    </a:lnTo>
                    <a:lnTo>
                      <a:pt x="199" y="165"/>
                    </a:lnTo>
                    <a:lnTo>
                      <a:pt x="199" y="165"/>
                    </a:lnTo>
                    <a:lnTo>
                      <a:pt x="199" y="165"/>
                    </a:lnTo>
                    <a:lnTo>
                      <a:pt x="199" y="165"/>
                    </a:lnTo>
                    <a:lnTo>
                      <a:pt x="199" y="168"/>
                    </a:lnTo>
                    <a:lnTo>
                      <a:pt x="199" y="168"/>
                    </a:lnTo>
                    <a:lnTo>
                      <a:pt x="197" y="168"/>
                    </a:lnTo>
                    <a:lnTo>
                      <a:pt x="197" y="170"/>
                    </a:lnTo>
                    <a:lnTo>
                      <a:pt x="197" y="170"/>
                    </a:lnTo>
                    <a:lnTo>
                      <a:pt x="197" y="170"/>
                    </a:lnTo>
                    <a:lnTo>
                      <a:pt x="194" y="170"/>
                    </a:lnTo>
                    <a:lnTo>
                      <a:pt x="194" y="170"/>
                    </a:lnTo>
                    <a:lnTo>
                      <a:pt x="194" y="170"/>
                    </a:lnTo>
                    <a:lnTo>
                      <a:pt x="194" y="173"/>
                    </a:lnTo>
                    <a:lnTo>
                      <a:pt x="194" y="173"/>
                    </a:lnTo>
                    <a:lnTo>
                      <a:pt x="194" y="173"/>
                    </a:lnTo>
                    <a:lnTo>
                      <a:pt x="192" y="173"/>
                    </a:lnTo>
                    <a:lnTo>
                      <a:pt x="192" y="175"/>
                    </a:lnTo>
                    <a:lnTo>
                      <a:pt x="192" y="175"/>
                    </a:lnTo>
                    <a:lnTo>
                      <a:pt x="192" y="175"/>
                    </a:lnTo>
                    <a:lnTo>
                      <a:pt x="192" y="177"/>
                    </a:lnTo>
                    <a:lnTo>
                      <a:pt x="192" y="177"/>
                    </a:lnTo>
                    <a:lnTo>
                      <a:pt x="192" y="177"/>
                    </a:lnTo>
                    <a:lnTo>
                      <a:pt x="190" y="177"/>
                    </a:lnTo>
                    <a:lnTo>
                      <a:pt x="190" y="177"/>
                    </a:lnTo>
                    <a:lnTo>
                      <a:pt x="190" y="177"/>
                    </a:lnTo>
                    <a:lnTo>
                      <a:pt x="187" y="177"/>
                    </a:lnTo>
                    <a:lnTo>
                      <a:pt x="187" y="177"/>
                    </a:lnTo>
                    <a:lnTo>
                      <a:pt x="187" y="177"/>
                    </a:lnTo>
                    <a:lnTo>
                      <a:pt x="185" y="177"/>
                    </a:lnTo>
                    <a:lnTo>
                      <a:pt x="185" y="177"/>
                    </a:lnTo>
                    <a:lnTo>
                      <a:pt x="185" y="177"/>
                    </a:lnTo>
                    <a:lnTo>
                      <a:pt x="183" y="177"/>
                    </a:lnTo>
                    <a:lnTo>
                      <a:pt x="183" y="177"/>
                    </a:lnTo>
                    <a:lnTo>
                      <a:pt x="180" y="177"/>
                    </a:lnTo>
                    <a:lnTo>
                      <a:pt x="180" y="177"/>
                    </a:lnTo>
                    <a:lnTo>
                      <a:pt x="180" y="177"/>
                    </a:lnTo>
                    <a:lnTo>
                      <a:pt x="180" y="175"/>
                    </a:lnTo>
                    <a:lnTo>
                      <a:pt x="178" y="175"/>
                    </a:lnTo>
                    <a:lnTo>
                      <a:pt x="178" y="175"/>
                    </a:lnTo>
                    <a:lnTo>
                      <a:pt x="178" y="175"/>
                    </a:lnTo>
                    <a:lnTo>
                      <a:pt x="176" y="175"/>
                    </a:lnTo>
                    <a:lnTo>
                      <a:pt x="176" y="175"/>
                    </a:lnTo>
                    <a:lnTo>
                      <a:pt x="176" y="177"/>
                    </a:lnTo>
                    <a:lnTo>
                      <a:pt x="173" y="177"/>
                    </a:lnTo>
                    <a:lnTo>
                      <a:pt x="173" y="177"/>
                    </a:lnTo>
                    <a:lnTo>
                      <a:pt x="173" y="177"/>
                    </a:lnTo>
                    <a:lnTo>
                      <a:pt x="171" y="177"/>
                    </a:lnTo>
                    <a:lnTo>
                      <a:pt x="171" y="177"/>
                    </a:lnTo>
                    <a:lnTo>
                      <a:pt x="171" y="177"/>
                    </a:lnTo>
                    <a:lnTo>
                      <a:pt x="171" y="177"/>
                    </a:lnTo>
                    <a:lnTo>
                      <a:pt x="168" y="177"/>
                    </a:lnTo>
                    <a:lnTo>
                      <a:pt x="168" y="177"/>
                    </a:lnTo>
                    <a:lnTo>
                      <a:pt x="166" y="177"/>
                    </a:lnTo>
                    <a:lnTo>
                      <a:pt x="166" y="180"/>
                    </a:lnTo>
                    <a:lnTo>
                      <a:pt x="166" y="180"/>
                    </a:lnTo>
                    <a:lnTo>
                      <a:pt x="166" y="180"/>
                    </a:lnTo>
                    <a:lnTo>
                      <a:pt x="164" y="180"/>
                    </a:lnTo>
                    <a:lnTo>
                      <a:pt x="164" y="177"/>
                    </a:lnTo>
                    <a:lnTo>
                      <a:pt x="166" y="177"/>
                    </a:lnTo>
                    <a:lnTo>
                      <a:pt x="166" y="177"/>
                    </a:lnTo>
                    <a:lnTo>
                      <a:pt x="166" y="177"/>
                    </a:lnTo>
                    <a:lnTo>
                      <a:pt x="166" y="175"/>
                    </a:lnTo>
                    <a:lnTo>
                      <a:pt x="166" y="175"/>
                    </a:lnTo>
                    <a:lnTo>
                      <a:pt x="164" y="175"/>
                    </a:lnTo>
                    <a:lnTo>
                      <a:pt x="164" y="175"/>
                    </a:lnTo>
                    <a:lnTo>
                      <a:pt x="164" y="175"/>
                    </a:lnTo>
                    <a:lnTo>
                      <a:pt x="164" y="175"/>
                    </a:lnTo>
                    <a:lnTo>
                      <a:pt x="161" y="175"/>
                    </a:lnTo>
                    <a:lnTo>
                      <a:pt x="161" y="173"/>
                    </a:lnTo>
                    <a:lnTo>
                      <a:pt x="161" y="173"/>
                    </a:lnTo>
                    <a:lnTo>
                      <a:pt x="161" y="170"/>
                    </a:lnTo>
                    <a:lnTo>
                      <a:pt x="161" y="170"/>
                    </a:lnTo>
                    <a:lnTo>
                      <a:pt x="161" y="170"/>
                    </a:lnTo>
                    <a:lnTo>
                      <a:pt x="161" y="170"/>
                    </a:lnTo>
                    <a:lnTo>
                      <a:pt x="161" y="168"/>
                    </a:lnTo>
                    <a:lnTo>
                      <a:pt x="161" y="168"/>
                    </a:lnTo>
                    <a:lnTo>
                      <a:pt x="159" y="168"/>
                    </a:lnTo>
                    <a:lnTo>
                      <a:pt x="159" y="168"/>
                    </a:lnTo>
                    <a:lnTo>
                      <a:pt x="159" y="168"/>
                    </a:lnTo>
                    <a:lnTo>
                      <a:pt x="159" y="168"/>
                    </a:lnTo>
                    <a:lnTo>
                      <a:pt x="159" y="170"/>
                    </a:lnTo>
                    <a:lnTo>
                      <a:pt x="159" y="170"/>
                    </a:lnTo>
                    <a:lnTo>
                      <a:pt x="159" y="170"/>
                    </a:lnTo>
                    <a:lnTo>
                      <a:pt x="157" y="170"/>
                    </a:lnTo>
                    <a:lnTo>
                      <a:pt x="157" y="173"/>
                    </a:lnTo>
                    <a:lnTo>
                      <a:pt x="157" y="173"/>
                    </a:lnTo>
                    <a:lnTo>
                      <a:pt x="157" y="173"/>
                    </a:lnTo>
                    <a:lnTo>
                      <a:pt x="157" y="173"/>
                    </a:lnTo>
                    <a:lnTo>
                      <a:pt x="157" y="175"/>
                    </a:lnTo>
                    <a:lnTo>
                      <a:pt x="157" y="175"/>
                    </a:lnTo>
                    <a:lnTo>
                      <a:pt x="157" y="175"/>
                    </a:lnTo>
                    <a:lnTo>
                      <a:pt x="157" y="177"/>
                    </a:lnTo>
                    <a:lnTo>
                      <a:pt x="157" y="177"/>
                    </a:lnTo>
                    <a:lnTo>
                      <a:pt x="159" y="177"/>
                    </a:lnTo>
                    <a:lnTo>
                      <a:pt x="159" y="177"/>
                    </a:lnTo>
                    <a:lnTo>
                      <a:pt x="159" y="177"/>
                    </a:lnTo>
                    <a:lnTo>
                      <a:pt x="159" y="177"/>
                    </a:lnTo>
                    <a:lnTo>
                      <a:pt x="159" y="180"/>
                    </a:lnTo>
                    <a:lnTo>
                      <a:pt x="161" y="180"/>
                    </a:lnTo>
                    <a:lnTo>
                      <a:pt x="161" y="180"/>
                    </a:lnTo>
                    <a:lnTo>
                      <a:pt x="164" y="180"/>
                    </a:lnTo>
                    <a:lnTo>
                      <a:pt x="164" y="177"/>
                    </a:lnTo>
                    <a:lnTo>
                      <a:pt x="164" y="177"/>
                    </a:lnTo>
                    <a:lnTo>
                      <a:pt x="164" y="180"/>
                    </a:lnTo>
                    <a:lnTo>
                      <a:pt x="164" y="180"/>
                    </a:lnTo>
                    <a:lnTo>
                      <a:pt x="164" y="180"/>
                    </a:lnTo>
                    <a:lnTo>
                      <a:pt x="164" y="180"/>
                    </a:lnTo>
                    <a:lnTo>
                      <a:pt x="164" y="182"/>
                    </a:lnTo>
                    <a:lnTo>
                      <a:pt x="164" y="182"/>
                    </a:lnTo>
                    <a:lnTo>
                      <a:pt x="164" y="182"/>
                    </a:lnTo>
                    <a:lnTo>
                      <a:pt x="164" y="184"/>
                    </a:lnTo>
                    <a:lnTo>
                      <a:pt x="164" y="184"/>
                    </a:lnTo>
                    <a:lnTo>
                      <a:pt x="164" y="187"/>
                    </a:lnTo>
                    <a:lnTo>
                      <a:pt x="164" y="187"/>
                    </a:lnTo>
                    <a:lnTo>
                      <a:pt x="164" y="187"/>
                    </a:lnTo>
                    <a:lnTo>
                      <a:pt x="161" y="187"/>
                    </a:lnTo>
                    <a:lnTo>
                      <a:pt x="161" y="187"/>
                    </a:lnTo>
                    <a:lnTo>
                      <a:pt x="161" y="187"/>
                    </a:lnTo>
                    <a:lnTo>
                      <a:pt x="159" y="187"/>
                    </a:lnTo>
                    <a:lnTo>
                      <a:pt x="159" y="184"/>
                    </a:lnTo>
                    <a:lnTo>
                      <a:pt x="159" y="184"/>
                    </a:lnTo>
                    <a:lnTo>
                      <a:pt x="159" y="187"/>
                    </a:lnTo>
                    <a:lnTo>
                      <a:pt x="159" y="187"/>
                    </a:lnTo>
                    <a:lnTo>
                      <a:pt x="157" y="187"/>
                    </a:lnTo>
                    <a:lnTo>
                      <a:pt x="157" y="187"/>
                    </a:lnTo>
                    <a:lnTo>
                      <a:pt x="157" y="187"/>
                    </a:lnTo>
                    <a:lnTo>
                      <a:pt x="157" y="187"/>
                    </a:lnTo>
                    <a:lnTo>
                      <a:pt x="154" y="187"/>
                    </a:lnTo>
                    <a:lnTo>
                      <a:pt x="154" y="187"/>
                    </a:lnTo>
                    <a:lnTo>
                      <a:pt x="152" y="187"/>
                    </a:lnTo>
                    <a:lnTo>
                      <a:pt x="152" y="189"/>
                    </a:lnTo>
                    <a:lnTo>
                      <a:pt x="152" y="189"/>
                    </a:lnTo>
                    <a:lnTo>
                      <a:pt x="152" y="189"/>
                    </a:lnTo>
                    <a:lnTo>
                      <a:pt x="152" y="189"/>
                    </a:lnTo>
                    <a:lnTo>
                      <a:pt x="152" y="189"/>
                    </a:lnTo>
                    <a:lnTo>
                      <a:pt x="149" y="189"/>
                    </a:lnTo>
                    <a:lnTo>
                      <a:pt x="149" y="192"/>
                    </a:lnTo>
                    <a:lnTo>
                      <a:pt x="149" y="192"/>
                    </a:lnTo>
                    <a:lnTo>
                      <a:pt x="149" y="194"/>
                    </a:lnTo>
                    <a:lnTo>
                      <a:pt x="149" y="194"/>
                    </a:lnTo>
                    <a:lnTo>
                      <a:pt x="149" y="194"/>
                    </a:lnTo>
                    <a:lnTo>
                      <a:pt x="147" y="194"/>
                    </a:lnTo>
                    <a:lnTo>
                      <a:pt x="147" y="196"/>
                    </a:lnTo>
                    <a:lnTo>
                      <a:pt x="147" y="196"/>
                    </a:lnTo>
                    <a:lnTo>
                      <a:pt x="147" y="196"/>
                    </a:lnTo>
                    <a:lnTo>
                      <a:pt x="147" y="196"/>
                    </a:lnTo>
                    <a:lnTo>
                      <a:pt x="145" y="196"/>
                    </a:lnTo>
                    <a:lnTo>
                      <a:pt x="145" y="199"/>
                    </a:lnTo>
                    <a:lnTo>
                      <a:pt x="145" y="199"/>
                    </a:lnTo>
                    <a:lnTo>
                      <a:pt x="145" y="199"/>
                    </a:lnTo>
                    <a:lnTo>
                      <a:pt x="145" y="199"/>
                    </a:lnTo>
                    <a:lnTo>
                      <a:pt x="145" y="199"/>
                    </a:lnTo>
                    <a:lnTo>
                      <a:pt x="145" y="201"/>
                    </a:lnTo>
                    <a:lnTo>
                      <a:pt x="145" y="201"/>
                    </a:lnTo>
                    <a:lnTo>
                      <a:pt x="145" y="203"/>
                    </a:lnTo>
                    <a:lnTo>
                      <a:pt x="145" y="203"/>
                    </a:lnTo>
                    <a:lnTo>
                      <a:pt x="142" y="203"/>
                    </a:lnTo>
                    <a:lnTo>
                      <a:pt x="142" y="203"/>
                    </a:lnTo>
                    <a:lnTo>
                      <a:pt x="142" y="206"/>
                    </a:lnTo>
                    <a:lnTo>
                      <a:pt x="140" y="206"/>
                    </a:lnTo>
                    <a:lnTo>
                      <a:pt x="140" y="206"/>
                    </a:lnTo>
                    <a:lnTo>
                      <a:pt x="140" y="208"/>
                    </a:lnTo>
                    <a:lnTo>
                      <a:pt x="140" y="208"/>
                    </a:lnTo>
                    <a:lnTo>
                      <a:pt x="140" y="208"/>
                    </a:lnTo>
                    <a:lnTo>
                      <a:pt x="138" y="208"/>
                    </a:lnTo>
                    <a:lnTo>
                      <a:pt x="138" y="206"/>
                    </a:lnTo>
                    <a:lnTo>
                      <a:pt x="138" y="206"/>
                    </a:lnTo>
                    <a:lnTo>
                      <a:pt x="138" y="206"/>
                    </a:lnTo>
                    <a:lnTo>
                      <a:pt x="135" y="206"/>
                    </a:lnTo>
                    <a:lnTo>
                      <a:pt x="135" y="206"/>
                    </a:lnTo>
                    <a:lnTo>
                      <a:pt x="135" y="206"/>
                    </a:lnTo>
                    <a:lnTo>
                      <a:pt x="133" y="206"/>
                    </a:lnTo>
                    <a:lnTo>
                      <a:pt x="133" y="206"/>
                    </a:lnTo>
                    <a:lnTo>
                      <a:pt x="133" y="206"/>
                    </a:lnTo>
                    <a:lnTo>
                      <a:pt x="133" y="203"/>
                    </a:lnTo>
                    <a:lnTo>
                      <a:pt x="131" y="203"/>
                    </a:lnTo>
                    <a:lnTo>
                      <a:pt x="131" y="203"/>
                    </a:lnTo>
                    <a:lnTo>
                      <a:pt x="131" y="203"/>
                    </a:lnTo>
                    <a:lnTo>
                      <a:pt x="131" y="201"/>
                    </a:lnTo>
                    <a:lnTo>
                      <a:pt x="131" y="201"/>
                    </a:lnTo>
                    <a:lnTo>
                      <a:pt x="128" y="201"/>
                    </a:lnTo>
                    <a:lnTo>
                      <a:pt x="128" y="201"/>
                    </a:lnTo>
                    <a:lnTo>
                      <a:pt x="128" y="199"/>
                    </a:lnTo>
                    <a:lnTo>
                      <a:pt x="128" y="199"/>
                    </a:lnTo>
                    <a:lnTo>
                      <a:pt x="128" y="199"/>
                    </a:lnTo>
                    <a:lnTo>
                      <a:pt x="126" y="199"/>
                    </a:lnTo>
                    <a:lnTo>
                      <a:pt x="126" y="199"/>
                    </a:lnTo>
                    <a:lnTo>
                      <a:pt x="126" y="199"/>
                    </a:lnTo>
                    <a:lnTo>
                      <a:pt x="126" y="196"/>
                    </a:lnTo>
                    <a:lnTo>
                      <a:pt x="126" y="196"/>
                    </a:lnTo>
                    <a:lnTo>
                      <a:pt x="126" y="196"/>
                    </a:lnTo>
                    <a:lnTo>
                      <a:pt x="123" y="196"/>
                    </a:lnTo>
                    <a:lnTo>
                      <a:pt x="123" y="196"/>
                    </a:lnTo>
                    <a:lnTo>
                      <a:pt x="123" y="194"/>
                    </a:lnTo>
                    <a:lnTo>
                      <a:pt x="123" y="194"/>
                    </a:lnTo>
                    <a:lnTo>
                      <a:pt x="123" y="192"/>
                    </a:lnTo>
                    <a:lnTo>
                      <a:pt x="123" y="192"/>
                    </a:lnTo>
                    <a:lnTo>
                      <a:pt x="123" y="192"/>
                    </a:lnTo>
                    <a:lnTo>
                      <a:pt x="123" y="189"/>
                    </a:lnTo>
                    <a:lnTo>
                      <a:pt x="123" y="189"/>
                    </a:lnTo>
                    <a:lnTo>
                      <a:pt x="123" y="189"/>
                    </a:lnTo>
                    <a:lnTo>
                      <a:pt x="123" y="189"/>
                    </a:lnTo>
                    <a:lnTo>
                      <a:pt x="123" y="189"/>
                    </a:lnTo>
                    <a:lnTo>
                      <a:pt x="126" y="189"/>
                    </a:lnTo>
                    <a:lnTo>
                      <a:pt x="126" y="187"/>
                    </a:lnTo>
                    <a:lnTo>
                      <a:pt x="123" y="187"/>
                    </a:lnTo>
                    <a:lnTo>
                      <a:pt x="123" y="187"/>
                    </a:lnTo>
                    <a:lnTo>
                      <a:pt x="123" y="187"/>
                    </a:lnTo>
                    <a:lnTo>
                      <a:pt x="123" y="187"/>
                    </a:lnTo>
                    <a:lnTo>
                      <a:pt x="121" y="187"/>
                    </a:lnTo>
                    <a:lnTo>
                      <a:pt x="121" y="187"/>
                    </a:lnTo>
                    <a:lnTo>
                      <a:pt x="121" y="187"/>
                    </a:lnTo>
                    <a:lnTo>
                      <a:pt x="119" y="187"/>
                    </a:lnTo>
                    <a:lnTo>
                      <a:pt x="119" y="187"/>
                    </a:lnTo>
                    <a:lnTo>
                      <a:pt x="119" y="189"/>
                    </a:lnTo>
                    <a:lnTo>
                      <a:pt x="119" y="189"/>
                    </a:lnTo>
                    <a:lnTo>
                      <a:pt x="119" y="189"/>
                    </a:lnTo>
                    <a:lnTo>
                      <a:pt x="119" y="189"/>
                    </a:lnTo>
                    <a:lnTo>
                      <a:pt x="116" y="189"/>
                    </a:lnTo>
                    <a:lnTo>
                      <a:pt x="116" y="189"/>
                    </a:lnTo>
                    <a:lnTo>
                      <a:pt x="116" y="187"/>
                    </a:lnTo>
                    <a:lnTo>
                      <a:pt x="114" y="187"/>
                    </a:lnTo>
                    <a:lnTo>
                      <a:pt x="114" y="189"/>
                    </a:lnTo>
                    <a:lnTo>
                      <a:pt x="114" y="189"/>
                    </a:lnTo>
                    <a:lnTo>
                      <a:pt x="114" y="189"/>
                    </a:lnTo>
                    <a:lnTo>
                      <a:pt x="114" y="189"/>
                    </a:lnTo>
                    <a:lnTo>
                      <a:pt x="114" y="192"/>
                    </a:lnTo>
                    <a:lnTo>
                      <a:pt x="114" y="192"/>
                    </a:lnTo>
                    <a:lnTo>
                      <a:pt x="114" y="192"/>
                    </a:lnTo>
                    <a:lnTo>
                      <a:pt x="116" y="192"/>
                    </a:lnTo>
                    <a:lnTo>
                      <a:pt x="116" y="194"/>
                    </a:lnTo>
                    <a:lnTo>
                      <a:pt x="116" y="194"/>
                    </a:lnTo>
                    <a:lnTo>
                      <a:pt x="116" y="196"/>
                    </a:lnTo>
                    <a:lnTo>
                      <a:pt x="116" y="196"/>
                    </a:lnTo>
                    <a:lnTo>
                      <a:pt x="119" y="196"/>
                    </a:lnTo>
                    <a:lnTo>
                      <a:pt x="119" y="196"/>
                    </a:lnTo>
                    <a:lnTo>
                      <a:pt x="119" y="196"/>
                    </a:lnTo>
                    <a:lnTo>
                      <a:pt x="119" y="196"/>
                    </a:lnTo>
                    <a:lnTo>
                      <a:pt x="116" y="196"/>
                    </a:lnTo>
                    <a:lnTo>
                      <a:pt x="116" y="199"/>
                    </a:lnTo>
                    <a:lnTo>
                      <a:pt x="116" y="199"/>
                    </a:lnTo>
                    <a:lnTo>
                      <a:pt x="114" y="199"/>
                    </a:lnTo>
                    <a:lnTo>
                      <a:pt x="114" y="199"/>
                    </a:lnTo>
                    <a:lnTo>
                      <a:pt x="114" y="199"/>
                    </a:lnTo>
                    <a:lnTo>
                      <a:pt x="114" y="199"/>
                    </a:lnTo>
                    <a:lnTo>
                      <a:pt x="114" y="199"/>
                    </a:lnTo>
                    <a:lnTo>
                      <a:pt x="112" y="199"/>
                    </a:lnTo>
                    <a:lnTo>
                      <a:pt x="112" y="201"/>
                    </a:lnTo>
                    <a:lnTo>
                      <a:pt x="112" y="201"/>
                    </a:lnTo>
                    <a:lnTo>
                      <a:pt x="112" y="201"/>
                    </a:lnTo>
                    <a:lnTo>
                      <a:pt x="112" y="201"/>
                    </a:lnTo>
                    <a:lnTo>
                      <a:pt x="109" y="201"/>
                    </a:lnTo>
                    <a:lnTo>
                      <a:pt x="109" y="203"/>
                    </a:lnTo>
                    <a:lnTo>
                      <a:pt x="109" y="203"/>
                    </a:lnTo>
                    <a:lnTo>
                      <a:pt x="109" y="203"/>
                    </a:lnTo>
                    <a:lnTo>
                      <a:pt x="107" y="203"/>
                    </a:lnTo>
                    <a:lnTo>
                      <a:pt x="107" y="206"/>
                    </a:lnTo>
                    <a:lnTo>
                      <a:pt x="107" y="206"/>
                    </a:lnTo>
                    <a:lnTo>
                      <a:pt x="107" y="206"/>
                    </a:lnTo>
                    <a:lnTo>
                      <a:pt x="107" y="206"/>
                    </a:lnTo>
                    <a:lnTo>
                      <a:pt x="107" y="208"/>
                    </a:lnTo>
                    <a:lnTo>
                      <a:pt x="107" y="208"/>
                    </a:lnTo>
                    <a:lnTo>
                      <a:pt x="107" y="210"/>
                    </a:lnTo>
                    <a:lnTo>
                      <a:pt x="105" y="210"/>
                    </a:lnTo>
                    <a:lnTo>
                      <a:pt x="105" y="210"/>
                    </a:lnTo>
                    <a:lnTo>
                      <a:pt x="105" y="210"/>
                    </a:lnTo>
                    <a:lnTo>
                      <a:pt x="105" y="213"/>
                    </a:lnTo>
                    <a:lnTo>
                      <a:pt x="105" y="213"/>
                    </a:lnTo>
                    <a:lnTo>
                      <a:pt x="105" y="210"/>
                    </a:lnTo>
                    <a:lnTo>
                      <a:pt x="105" y="210"/>
                    </a:lnTo>
                    <a:lnTo>
                      <a:pt x="105" y="210"/>
                    </a:lnTo>
                    <a:lnTo>
                      <a:pt x="102" y="210"/>
                    </a:lnTo>
                    <a:lnTo>
                      <a:pt x="102" y="210"/>
                    </a:lnTo>
                    <a:lnTo>
                      <a:pt x="102" y="210"/>
                    </a:lnTo>
                    <a:lnTo>
                      <a:pt x="100" y="210"/>
                    </a:lnTo>
                    <a:lnTo>
                      <a:pt x="100" y="208"/>
                    </a:lnTo>
                    <a:lnTo>
                      <a:pt x="100" y="208"/>
                    </a:lnTo>
                    <a:lnTo>
                      <a:pt x="100" y="208"/>
                    </a:lnTo>
                    <a:lnTo>
                      <a:pt x="100" y="208"/>
                    </a:lnTo>
                    <a:lnTo>
                      <a:pt x="100" y="206"/>
                    </a:lnTo>
                    <a:lnTo>
                      <a:pt x="97" y="206"/>
                    </a:lnTo>
                    <a:lnTo>
                      <a:pt x="97" y="206"/>
                    </a:lnTo>
                    <a:lnTo>
                      <a:pt x="97" y="206"/>
                    </a:lnTo>
                    <a:lnTo>
                      <a:pt x="97" y="206"/>
                    </a:lnTo>
                    <a:lnTo>
                      <a:pt x="95" y="206"/>
                    </a:lnTo>
                    <a:lnTo>
                      <a:pt x="95" y="206"/>
                    </a:lnTo>
                    <a:lnTo>
                      <a:pt x="93" y="206"/>
                    </a:lnTo>
                    <a:lnTo>
                      <a:pt x="93" y="206"/>
                    </a:lnTo>
                    <a:lnTo>
                      <a:pt x="93" y="206"/>
                    </a:lnTo>
                    <a:lnTo>
                      <a:pt x="93" y="206"/>
                    </a:lnTo>
                    <a:lnTo>
                      <a:pt x="90" y="206"/>
                    </a:lnTo>
                    <a:lnTo>
                      <a:pt x="90" y="206"/>
                    </a:lnTo>
                    <a:lnTo>
                      <a:pt x="90" y="208"/>
                    </a:lnTo>
                    <a:lnTo>
                      <a:pt x="90" y="208"/>
                    </a:lnTo>
                    <a:lnTo>
                      <a:pt x="90" y="208"/>
                    </a:lnTo>
                    <a:lnTo>
                      <a:pt x="88" y="208"/>
                    </a:lnTo>
                    <a:lnTo>
                      <a:pt x="88" y="208"/>
                    </a:lnTo>
                    <a:lnTo>
                      <a:pt x="86" y="208"/>
                    </a:lnTo>
                    <a:lnTo>
                      <a:pt x="86" y="210"/>
                    </a:lnTo>
                    <a:lnTo>
                      <a:pt x="86" y="210"/>
                    </a:lnTo>
                    <a:lnTo>
                      <a:pt x="86" y="210"/>
                    </a:lnTo>
                    <a:lnTo>
                      <a:pt x="86" y="210"/>
                    </a:lnTo>
                    <a:lnTo>
                      <a:pt x="86" y="213"/>
                    </a:lnTo>
                    <a:lnTo>
                      <a:pt x="86" y="213"/>
                    </a:lnTo>
                    <a:lnTo>
                      <a:pt x="86" y="213"/>
                    </a:lnTo>
                    <a:lnTo>
                      <a:pt x="86" y="215"/>
                    </a:lnTo>
                    <a:lnTo>
                      <a:pt x="83" y="215"/>
                    </a:lnTo>
                    <a:lnTo>
                      <a:pt x="83" y="215"/>
                    </a:lnTo>
                    <a:lnTo>
                      <a:pt x="83" y="215"/>
                    </a:lnTo>
                    <a:lnTo>
                      <a:pt x="83" y="215"/>
                    </a:lnTo>
                    <a:lnTo>
                      <a:pt x="83" y="218"/>
                    </a:lnTo>
                    <a:lnTo>
                      <a:pt x="83" y="218"/>
                    </a:lnTo>
                    <a:lnTo>
                      <a:pt x="81" y="218"/>
                    </a:lnTo>
                    <a:lnTo>
                      <a:pt x="81" y="218"/>
                    </a:lnTo>
                    <a:lnTo>
                      <a:pt x="81" y="220"/>
                    </a:lnTo>
                    <a:lnTo>
                      <a:pt x="81" y="220"/>
                    </a:lnTo>
                    <a:lnTo>
                      <a:pt x="81" y="220"/>
                    </a:lnTo>
                    <a:lnTo>
                      <a:pt x="78" y="220"/>
                    </a:lnTo>
                    <a:lnTo>
                      <a:pt x="78" y="222"/>
                    </a:lnTo>
                    <a:lnTo>
                      <a:pt x="78" y="222"/>
                    </a:lnTo>
                    <a:lnTo>
                      <a:pt x="81" y="222"/>
                    </a:lnTo>
                    <a:lnTo>
                      <a:pt x="81" y="225"/>
                    </a:lnTo>
                    <a:lnTo>
                      <a:pt x="81" y="225"/>
                    </a:lnTo>
                    <a:lnTo>
                      <a:pt x="78" y="225"/>
                    </a:lnTo>
                    <a:lnTo>
                      <a:pt x="78" y="225"/>
                    </a:lnTo>
                    <a:lnTo>
                      <a:pt x="78" y="225"/>
                    </a:lnTo>
                    <a:lnTo>
                      <a:pt x="78" y="225"/>
                    </a:lnTo>
                    <a:lnTo>
                      <a:pt x="76" y="225"/>
                    </a:lnTo>
                    <a:lnTo>
                      <a:pt x="76" y="225"/>
                    </a:lnTo>
                    <a:lnTo>
                      <a:pt x="76" y="225"/>
                    </a:lnTo>
                    <a:lnTo>
                      <a:pt x="74" y="225"/>
                    </a:lnTo>
                    <a:lnTo>
                      <a:pt x="74" y="225"/>
                    </a:lnTo>
                    <a:lnTo>
                      <a:pt x="74" y="225"/>
                    </a:lnTo>
                    <a:lnTo>
                      <a:pt x="74" y="225"/>
                    </a:lnTo>
                    <a:lnTo>
                      <a:pt x="71" y="225"/>
                    </a:lnTo>
                    <a:lnTo>
                      <a:pt x="71" y="225"/>
                    </a:lnTo>
                    <a:lnTo>
                      <a:pt x="71" y="225"/>
                    </a:lnTo>
                    <a:lnTo>
                      <a:pt x="71" y="225"/>
                    </a:lnTo>
                    <a:lnTo>
                      <a:pt x="71" y="227"/>
                    </a:lnTo>
                    <a:lnTo>
                      <a:pt x="69" y="227"/>
                    </a:lnTo>
                    <a:lnTo>
                      <a:pt x="69" y="227"/>
                    </a:lnTo>
                    <a:lnTo>
                      <a:pt x="69" y="225"/>
                    </a:lnTo>
                    <a:lnTo>
                      <a:pt x="67" y="225"/>
                    </a:lnTo>
                    <a:lnTo>
                      <a:pt x="67" y="225"/>
                    </a:lnTo>
                    <a:lnTo>
                      <a:pt x="69" y="225"/>
                    </a:lnTo>
                    <a:lnTo>
                      <a:pt x="69" y="225"/>
                    </a:lnTo>
                    <a:lnTo>
                      <a:pt x="69" y="222"/>
                    </a:lnTo>
                    <a:lnTo>
                      <a:pt x="71" y="222"/>
                    </a:lnTo>
                    <a:lnTo>
                      <a:pt x="71" y="222"/>
                    </a:lnTo>
                    <a:lnTo>
                      <a:pt x="71" y="222"/>
                    </a:lnTo>
                    <a:lnTo>
                      <a:pt x="71" y="220"/>
                    </a:lnTo>
                    <a:lnTo>
                      <a:pt x="71" y="220"/>
                    </a:lnTo>
                    <a:lnTo>
                      <a:pt x="71" y="220"/>
                    </a:lnTo>
                    <a:lnTo>
                      <a:pt x="69" y="220"/>
                    </a:lnTo>
                    <a:lnTo>
                      <a:pt x="69" y="220"/>
                    </a:lnTo>
                    <a:lnTo>
                      <a:pt x="69" y="220"/>
                    </a:lnTo>
                    <a:lnTo>
                      <a:pt x="67" y="220"/>
                    </a:lnTo>
                    <a:lnTo>
                      <a:pt x="67" y="220"/>
                    </a:lnTo>
                    <a:lnTo>
                      <a:pt x="67" y="220"/>
                    </a:lnTo>
                    <a:lnTo>
                      <a:pt x="67" y="220"/>
                    </a:lnTo>
                    <a:lnTo>
                      <a:pt x="67" y="220"/>
                    </a:lnTo>
                    <a:lnTo>
                      <a:pt x="67" y="220"/>
                    </a:lnTo>
                    <a:lnTo>
                      <a:pt x="67" y="220"/>
                    </a:lnTo>
                    <a:lnTo>
                      <a:pt x="67" y="218"/>
                    </a:lnTo>
                    <a:lnTo>
                      <a:pt x="67" y="218"/>
                    </a:lnTo>
                    <a:lnTo>
                      <a:pt x="67" y="218"/>
                    </a:lnTo>
                    <a:lnTo>
                      <a:pt x="67" y="218"/>
                    </a:lnTo>
                    <a:lnTo>
                      <a:pt x="67" y="215"/>
                    </a:lnTo>
                    <a:lnTo>
                      <a:pt x="64" y="215"/>
                    </a:lnTo>
                    <a:lnTo>
                      <a:pt x="64" y="215"/>
                    </a:lnTo>
                    <a:lnTo>
                      <a:pt x="64" y="215"/>
                    </a:lnTo>
                    <a:lnTo>
                      <a:pt x="64" y="215"/>
                    </a:lnTo>
                    <a:lnTo>
                      <a:pt x="64" y="213"/>
                    </a:lnTo>
                    <a:lnTo>
                      <a:pt x="64" y="213"/>
                    </a:lnTo>
                    <a:lnTo>
                      <a:pt x="64" y="213"/>
                    </a:lnTo>
                    <a:lnTo>
                      <a:pt x="64" y="213"/>
                    </a:lnTo>
                    <a:lnTo>
                      <a:pt x="64" y="210"/>
                    </a:lnTo>
                    <a:lnTo>
                      <a:pt x="67" y="210"/>
                    </a:lnTo>
                    <a:lnTo>
                      <a:pt x="67" y="210"/>
                    </a:lnTo>
                    <a:lnTo>
                      <a:pt x="67" y="210"/>
                    </a:lnTo>
                    <a:lnTo>
                      <a:pt x="67" y="210"/>
                    </a:lnTo>
                    <a:lnTo>
                      <a:pt x="67" y="210"/>
                    </a:lnTo>
                    <a:lnTo>
                      <a:pt x="67" y="210"/>
                    </a:lnTo>
                    <a:lnTo>
                      <a:pt x="64" y="210"/>
                    </a:lnTo>
                    <a:lnTo>
                      <a:pt x="64" y="210"/>
                    </a:lnTo>
                    <a:lnTo>
                      <a:pt x="64" y="208"/>
                    </a:lnTo>
                    <a:lnTo>
                      <a:pt x="64" y="208"/>
                    </a:lnTo>
                    <a:lnTo>
                      <a:pt x="64" y="208"/>
                    </a:lnTo>
                    <a:lnTo>
                      <a:pt x="64" y="208"/>
                    </a:lnTo>
                    <a:lnTo>
                      <a:pt x="62" y="208"/>
                    </a:lnTo>
                    <a:lnTo>
                      <a:pt x="62" y="208"/>
                    </a:lnTo>
                    <a:lnTo>
                      <a:pt x="62" y="208"/>
                    </a:lnTo>
                    <a:lnTo>
                      <a:pt x="62" y="210"/>
                    </a:lnTo>
                    <a:lnTo>
                      <a:pt x="60" y="210"/>
                    </a:lnTo>
                    <a:lnTo>
                      <a:pt x="60" y="210"/>
                    </a:lnTo>
                    <a:lnTo>
                      <a:pt x="60" y="210"/>
                    </a:lnTo>
                    <a:lnTo>
                      <a:pt x="57" y="210"/>
                    </a:lnTo>
                    <a:lnTo>
                      <a:pt x="57" y="208"/>
                    </a:lnTo>
                    <a:lnTo>
                      <a:pt x="60" y="208"/>
                    </a:lnTo>
                    <a:lnTo>
                      <a:pt x="60" y="208"/>
                    </a:lnTo>
                    <a:lnTo>
                      <a:pt x="60" y="208"/>
                    </a:lnTo>
                    <a:lnTo>
                      <a:pt x="60" y="206"/>
                    </a:lnTo>
                    <a:lnTo>
                      <a:pt x="60" y="206"/>
                    </a:lnTo>
                    <a:lnTo>
                      <a:pt x="62" y="206"/>
                    </a:lnTo>
                    <a:lnTo>
                      <a:pt x="62" y="206"/>
                    </a:lnTo>
                    <a:lnTo>
                      <a:pt x="62" y="206"/>
                    </a:lnTo>
                    <a:lnTo>
                      <a:pt x="64" y="206"/>
                    </a:lnTo>
                    <a:lnTo>
                      <a:pt x="64" y="206"/>
                    </a:lnTo>
                    <a:lnTo>
                      <a:pt x="64" y="203"/>
                    </a:lnTo>
                    <a:lnTo>
                      <a:pt x="64" y="203"/>
                    </a:lnTo>
                    <a:lnTo>
                      <a:pt x="67" y="203"/>
                    </a:lnTo>
                    <a:lnTo>
                      <a:pt x="67" y="203"/>
                    </a:lnTo>
                    <a:lnTo>
                      <a:pt x="67" y="203"/>
                    </a:lnTo>
                    <a:lnTo>
                      <a:pt x="67" y="201"/>
                    </a:lnTo>
                    <a:lnTo>
                      <a:pt x="67" y="201"/>
                    </a:lnTo>
                    <a:lnTo>
                      <a:pt x="69" y="201"/>
                    </a:lnTo>
                    <a:lnTo>
                      <a:pt x="69" y="201"/>
                    </a:lnTo>
                    <a:lnTo>
                      <a:pt x="69" y="201"/>
                    </a:lnTo>
                    <a:lnTo>
                      <a:pt x="71" y="201"/>
                    </a:lnTo>
                    <a:lnTo>
                      <a:pt x="71" y="199"/>
                    </a:lnTo>
                    <a:lnTo>
                      <a:pt x="71" y="199"/>
                    </a:lnTo>
                    <a:lnTo>
                      <a:pt x="71" y="199"/>
                    </a:lnTo>
                    <a:lnTo>
                      <a:pt x="71" y="199"/>
                    </a:lnTo>
                    <a:lnTo>
                      <a:pt x="71" y="199"/>
                    </a:lnTo>
                    <a:lnTo>
                      <a:pt x="71" y="196"/>
                    </a:lnTo>
                    <a:lnTo>
                      <a:pt x="71" y="196"/>
                    </a:lnTo>
                    <a:lnTo>
                      <a:pt x="71" y="196"/>
                    </a:lnTo>
                    <a:lnTo>
                      <a:pt x="71" y="194"/>
                    </a:lnTo>
                    <a:lnTo>
                      <a:pt x="71" y="194"/>
                    </a:lnTo>
                    <a:lnTo>
                      <a:pt x="69" y="194"/>
                    </a:lnTo>
                    <a:lnTo>
                      <a:pt x="69" y="194"/>
                    </a:lnTo>
                    <a:lnTo>
                      <a:pt x="69" y="196"/>
                    </a:lnTo>
                    <a:lnTo>
                      <a:pt x="67" y="196"/>
                    </a:lnTo>
                    <a:lnTo>
                      <a:pt x="67" y="194"/>
                    </a:lnTo>
                    <a:lnTo>
                      <a:pt x="67" y="194"/>
                    </a:lnTo>
                    <a:lnTo>
                      <a:pt x="67" y="196"/>
                    </a:lnTo>
                    <a:lnTo>
                      <a:pt x="67" y="196"/>
                    </a:lnTo>
                    <a:lnTo>
                      <a:pt x="67" y="196"/>
                    </a:lnTo>
                    <a:lnTo>
                      <a:pt x="64" y="196"/>
                    </a:lnTo>
                    <a:lnTo>
                      <a:pt x="64" y="196"/>
                    </a:lnTo>
                    <a:lnTo>
                      <a:pt x="64" y="199"/>
                    </a:lnTo>
                    <a:lnTo>
                      <a:pt x="64" y="199"/>
                    </a:lnTo>
                    <a:lnTo>
                      <a:pt x="64" y="199"/>
                    </a:lnTo>
                    <a:lnTo>
                      <a:pt x="62" y="199"/>
                    </a:lnTo>
                    <a:lnTo>
                      <a:pt x="62" y="199"/>
                    </a:lnTo>
                    <a:lnTo>
                      <a:pt x="62" y="199"/>
                    </a:lnTo>
                    <a:lnTo>
                      <a:pt x="60" y="199"/>
                    </a:lnTo>
                    <a:lnTo>
                      <a:pt x="60" y="199"/>
                    </a:lnTo>
                    <a:lnTo>
                      <a:pt x="60" y="199"/>
                    </a:lnTo>
                    <a:lnTo>
                      <a:pt x="60" y="199"/>
                    </a:lnTo>
                    <a:lnTo>
                      <a:pt x="60" y="199"/>
                    </a:lnTo>
                    <a:lnTo>
                      <a:pt x="60" y="199"/>
                    </a:lnTo>
                    <a:lnTo>
                      <a:pt x="60" y="199"/>
                    </a:lnTo>
                    <a:lnTo>
                      <a:pt x="57" y="199"/>
                    </a:lnTo>
                    <a:lnTo>
                      <a:pt x="57" y="199"/>
                    </a:lnTo>
                    <a:lnTo>
                      <a:pt x="57" y="199"/>
                    </a:lnTo>
                    <a:lnTo>
                      <a:pt x="57" y="199"/>
                    </a:lnTo>
                    <a:lnTo>
                      <a:pt x="57" y="199"/>
                    </a:lnTo>
                    <a:lnTo>
                      <a:pt x="57" y="196"/>
                    </a:lnTo>
                    <a:lnTo>
                      <a:pt x="57" y="196"/>
                    </a:lnTo>
                    <a:lnTo>
                      <a:pt x="57" y="196"/>
                    </a:lnTo>
                    <a:lnTo>
                      <a:pt x="57" y="194"/>
                    </a:lnTo>
                    <a:lnTo>
                      <a:pt x="57" y="194"/>
                    </a:lnTo>
                    <a:lnTo>
                      <a:pt x="57" y="194"/>
                    </a:lnTo>
                    <a:lnTo>
                      <a:pt x="55" y="194"/>
                    </a:lnTo>
                    <a:lnTo>
                      <a:pt x="55" y="194"/>
                    </a:lnTo>
                    <a:lnTo>
                      <a:pt x="55" y="194"/>
                    </a:lnTo>
                    <a:lnTo>
                      <a:pt x="52" y="194"/>
                    </a:lnTo>
                    <a:lnTo>
                      <a:pt x="52" y="194"/>
                    </a:lnTo>
                    <a:lnTo>
                      <a:pt x="52" y="194"/>
                    </a:lnTo>
                    <a:lnTo>
                      <a:pt x="52" y="194"/>
                    </a:lnTo>
                    <a:lnTo>
                      <a:pt x="52" y="194"/>
                    </a:lnTo>
                    <a:lnTo>
                      <a:pt x="50" y="194"/>
                    </a:lnTo>
                    <a:lnTo>
                      <a:pt x="50" y="194"/>
                    </a:lnTo>
                    <a:lnTo>
                      <a:pt x="50" y="192"/>
                    </a:lnTo>
                    <a:lnTo>
                      <a:pt x="50" y="192"/>
                    </a:lnTo>
                    <a:lnTo>
                      <a:pt x="50" y="194"/>
                    </a:lnTo>
                    <a:lnTo>
                      <a:pt x="50" y="194"/>
                    </a:lnTo>
                    <a:lnTo>
                      <a:pt x="48" y="194"/>
                    </a:lnTo>
                    <a:lnTo>
                      <a:pt x="48" y="194"/>
                    </a:lnTo>
                    <a:lnTo>
                      <a:pt x="45" y="194"/>
                    </a:lnTo>
                    <a:lnTo>
                      <a:pt x="45" y="194"/>
                    </a:lnTo>
                    <a:lnTo>
                      <a:pt x="45" y="194"/>
                    </a:lnTo>
                    <a:lnTo>
                      <a:pt x="45" y="194"/>
                    </a:lnTo>
                    <a:lnTo>
                      <a:pt x="43" y="194"/>
                    </a:lnTo>
                    <a:lnTo>
                      <a:pt x="43" y="194"/>
                    </a:lnTo>
                    <a:lnTo>
                      <a:pt x="41" y="194"/>
                    </a:lnTo>
                    <a:lnTo>
                      <a:pt x="41" y="194"/>
                    </a:lnTo>
                    <a:lnTo>
                      <a:pt x="41" y="194"/>
                    </a:lnTo>
                    <a:lnTo>
                      <a:pt x="38" y="194"/>
                    </a:lnTo>
                    <a:lnTo>
                      <a:pt x="38" y="194"/>
                    </a:lnTo>
                    <a:lnTo>
                      <a:pt x="38" y="192"/>
                    </a:lnTo>
                    <a:lnTo>
                      <a:pt x="38" y="192"/>
                    </a:lnTo>
                    <a:lnTo>
                      <a:pt x="38" y="192"/>
                    </a:lnTo>
                    <a:lnTo>
                      <a:pt x="38" y="194"/>
                    </a:lnTo>
                    <a:lnTo>
                      <a:pt x="38" y="194"/>
                    </a:lnTo>
                    <a:lnTo>
                      <a:pt x="38" y="196"/>
                    </a:lnTo>
                    <a:lnTo>
                      <a:pt x="36" y="196"/>
                    </a:lnTo>
                    <a:lnTo>
                      <a:pt x="36" y="196"/>
                    </a:lnTo>
                    <a:lnTo>
                      <a:pt x="38" y="196"/>
                    </a:lnTo>
                    <a:lnTo>
                      <a:pt x="38" y="199"/>
                    </a:lnTo>
                    <a:lnTo>
                      <a:pt x="38" y="199"/>
                    </a:lnTo>
                    <a:lnTo>
                      <a:pt x="38" y="199"/>
                    </a:lnTo>
                    <a:lnTo>
                      <a:pt x="38" y="199"/>
                    </a:lnTo>
                    <a:lnTo>
                      <a:pt x="38" y="201"/>
                    </a:lnTo>
                    <a:lnTo>
                      <a:pt x="38" y="201"/>
                    </a:lnTo>
                    <a:lnTo>
                      <a:pt x="41" y="201"/>
                    </a:lnTo>
                    <a:lnTo>
                      <a:pt x="41" y="201"/>
                    </a:lnTo>
                    <a:lnTo>
                      <a:pt x="41" y="201"/>
                    </a:lnTo>
                    <a:lnTo>
                      <a:pt x="41" y="201"/>
                    </a:lnTo>
                    <a:lnTo>
                      <a:pt x="43" y="201"/>
                    </a:lnTo>
                    <a:lnTo>
                      <a:pt x="43" y="203"/>
                    </a:lnTo>
                    <a:lnTo>
                      <a:pt x="43" y="203"/>
                    </a:lnTo>
                    <a:lnTo>
                      <a:pt x="45" y="203"/>
                    </a:lnTo>
                    <a:lnTo>
                      <a:pt x="45" y="203"/>
                    </a:lnTo>
                    <a:lnTo>
                      <a:pt x="45" y="201"/>
                    </a:lnTo>
                    <a:lnTo>
                      <a:pt x="45" y="201"/>
                    </a:lnTo>
                    <a:lnTo>
                      <a:pt x="45" y="201"/>
                    </a:lnTo>
                    <a:lnTo>
                      <a:pt x="45" y="199"/>
                    </a:lnTo>
                    <a:lnTo>
                      <a:pt x="48" y="199"/>
                    </a:lnTo>
                    <a:lnTo>
                      <a:pt x="48" y="199"/>
                    </a:lnTo>
                    <a:lnTo>
                      <a:pt x="50" y="199"/>
                    </a:lnTo>
                    <a:lnTo>
                      <a:pt x="50" y="199"/>
                    </a:lnTo>
                    <a:lnTo>
                      <a:pt x="50" y="199"/>
                    </a:lnTo>
                    <a:lnTo>
                      <a:pt x="50" y="199"/>
                    </a:lnTo>
                    <a:lnTo>
                      <a:pt x="52" y="199"/>
                    </a:lnTo>
                    <a:lnTo>
                      <a:pt x="52" y="199"/>
                    </a:lnTo>
                    <a:lnTo>
                      <a:pt x="50" y="199"/>
                    </a:lnTo>
                    <a:lnTo>
                      <a:pt x="50" y="201"/>
                    </a:lnTo>
                    <a:lnTo>
                      <a:pt x="52" y="201"/>
                    </a:lnTo>
                    <a:lnTo>
                      <a:pt x="52" y="201"/>
                    </a:lnTo>
                    <a:lnTo>
                      <a:pt x="52" y="201"/>
                    </a:lnTo>
                    <a:lnTo>
                      <a:pt x="52" y="203"/>
                    </a:lnTo>
                    <a:lnTo>
                      <a:pt x="52" y="203"/>
                    </a:lnTo>
                    <a:lnTo>
                      <a:pt x="52" y="206"/>
                    </a:lnTo>
                    <a:lnTo>
                      <a:pt x="52" y="206"/>
                    </a:lnTo>
                    <a:lnTo>
                      <a:pt x="52" y="208"/>
                    </a:lnTo>
                    <a:lnTo>
                      <a:pt x="52" y="208"/>
                    </a:lnTo>
                    <a:lnTo>
                      <a:pt x="52" y="208"/>
                    </a:lnTo>
                    <a:lnTo>
                      <a:pt x="50" y="208"/>
                    </a:lnTo>
                    <a:lnTo>
                      <a:pt x="50" y="210"/>
                    </a:lnTo>
                    <a:lnTo>
                      <a:pt x="50" y="210"/>
                    </a:lnTo>
                    <a:lnTo>
                      <a:pt x="50" y="210"/>
                    </a:lnTo>
                    <a:lnTo>
                      <a:pt x="48" y="210"/>
                    </a:lnTo>
                    <a:lnTo>
                      <a:pt x="48" y="210"/>
                    </a:lnTo>
                    <a:lnTo>
                      <a:pt x="50" y="210"/>
                    </a:lnTo>
                    <a:lnTo>
                      <a:pt x="50" y="210"/>
                    </a:lnTo>
                    <a:lnTo>
                      <a:pt x="50" y="210"/>
                    </a:lnTo>
                    <a:lnTo>
                      <a:pt x="52" y="210"/>
                    </a:lnTo>
                    <a:lnTo>
                      <a:pt x="52" y="210"/>
                    </a:lnTo>
                    <a:lnTo>
                      <a:pt x="52" y="210"/>
                    </a:lnTo>
                    <a:lnTo>
                      <a:pt x="52" y="210"/>
                    </a:lnTo>
                    <a:lnTo>
                      <a:pt x="55" y="210"/>
                    </a:lnTo>
                    <a:lnTo>
                      <a:pt x="55" y="210"/>
                    </a:lnTo>
                    <a:lnTo>
                      <a:pt x="55" y="210"/>
                    </a:lnTo>
                    <a:lnTo>
                      <a:pt x="57" y="210"/>
                    </a:lnTo>
                    <a:lnTo>
                      <a:pt x="57" y="210"/>
                    </a:lnTo>
                    <a:lnTo>
                      <a:pt x="57" y="210"/>
                    </a:lnTo>
                    <a:lnTo>
                      <a:pt x="57" y="210"/>
                    </a:lnTo>
                    <a:lnTo>
                      <a:pt x="57" y="213"/>
                    </a:lnTo>
                    <a:lnTo>
                      <a:pt x="55" y="213"/>
                    </a:lnTo>
                    <a:lnTo>
                      <a:pt x="55" y="213"/>
                    </a:lnTo>
                    <a:lnTo>
                      <a:pt x="57" y="213"/>
                    </a:lnTo>
                    <a:lnTo>
                      <a:pt x="57" y="215"/>
                    </a:lnTo>
                    <a:lnTo>
                      <a:pt x="57" y="215"/>
                    </a:lnTo>
                    <a:lnTo>
                      <a:pt x="57" y="213"/>
                    </a:lnTo>
                    <a:lnTo>
                      <a:pt x="57" y="213"/>
                    </a:lnTo>
                    <a:lnTo>
                      <a:pt x="57" y="213"/>
                    </a:lnTo>
                    <a:lnTo>
                      <a:pt x="57" y="213"/>
                    </a:lnTo>
                    <a:lnTo>
                      <a:pt x="57" y="215"/>
                    </a:lnTo>
                    <a:lnTo>
                      <a:pt x="60" y="215"/>
                    </a:lnTo>
                    <a:lnTo>
                      <a:pt x="60" y="215"/>
                    </a:lnTo>
                    <a:lnTo>
                      <a:pt x="60" y="218"/>
                    </a:lnTo>
                    <a:lnTo>
                      <a:pt x="57" y="218"/>
                    </a:lnTo>
                    <a:lnTo>
                      <a:pt x="57" y="218"/>
                    </a:lnTo>
                    <a:lnTo>
                      <a:pt x="57" y="218"/>
                    </a:lnTo>
                    <a:lnTo>
                      <a:pt x="57" y="218"/>
                    </a:lnTo>
                    <a:lnTo>
                      <a:pt x="57" y="220"/>
                    </a:lnTo>
                    <a:lnTo>
                      <a:pt x="60" y="220"/>
                    </a:lnTo>
                    <a:lnTo>
                      <a:pt x="60" y="218"/>
                    </a:lnTo>
                    <a:lnTo>
                      <a:pt x="60" y="218"/>
                    </a:lnTo>
                    <a:lnTo>
                      <a:pt x="60" y="220"/>
                    </a:lnTo>
                    <a:lnTo>
                      <a:pt x="60" y="220"/>
                    </a:lnTo>
                    <a:lnTo>
                      <a:pt x="60" y="220"/>
                    </a:lnTo>
                    <a:lnTo>
                      <a:pt x="60" y="220"/>
                    </a:lnTo>
                    <a:lnTo>
                      <a:pt x="60" y="220"/>
                    </a:lnTo>
                    <a:lnTo>
                      <a:pt x="60" y="220"/>
                    </a:lnTo>
                    <a:lnTo>
                      <a:pt x="60" y="222"/>
                    </a:lnTo>
                    <a:lnTo>
                      <a:pt x="60" y="222"/>
                    </a:lnTo>
                    <a:lnTo>
                      <a:pt x="57" y="222"/>
                    </a:lnTo>
                    <a:lnTo>
                      <a:pt x="57" y="222"/>
                    </a:lnTo>
                    <a:lnTo>
                      <a:pt x="57" y="225"/>
                    </a:lnTo>
                    <a:lnTo>
                      <a:pt x="57" y="225"/>
                    </a:lnTo>
                    <a:lnTo>
                      <a:pt x="57" y="225"/>
                    </a:lnTo>
                    <a:lnTo>
                      <a:pt x="55" y="225"/>
                    </a:lnTo>
                    <a:lnTo>
                      <a:pt x="55" y="227"/>
                    </a:lnTo>
                    <a:lnTo>
                      <a:pt x="55" y="227"/>
                    </a:lnTo>
                    <a:lnTo>
                      <a:pt x="55" y="227"/>
                    </a:lnTo>
                    <a:lnTo>
                      <a:pt x="52" y="227"/>
                    </a:lnTo>
                    <a:lnTo>
                      <a:pt x="52" y="229"/>
                    </a:lnTo>
                    <a:lnTo>
                      <a:pt x="52" y="229"/>
                    </a:lnTo>
                    <a:lnTo>
                      <a:pt x="52" y="229"/>
                    </a:lnTo>
                    <a:lnTo>
                      <a:pt x="52" y="229"/>
                    </a:lnTo>
                    <a:lnTo>
                      <a:pt x="52" y="229"/>
                    </a:lnTo>
                    <a:lnTo>
                      <a:pt x="52" y="229"/>
                    </a:lnTo>
                    <a:lnTo>
                      <a:pt x="52" y="232"/>
                    </a:lnTo>
                    <a:lnTo>
                      <a:pt x="52" y="232"/>
                    </a:lnTo>
                    <a:lnTo>
                      <a:pt x="52" y="232"/>
                    </a:lnTo>
                    <a:lnTo>
                      <a:pt x="52" y="234"/>
                    </a:lnTo>
                    <a:lnTo>
                      <a:pt x="50" y="234"/>
                    </a:lnTo>
                    <a:lnTo>
                      <a:pt x="50" y="234"/>
                    </a:lnTo>
                    <a:lnTo>
                      <a:pt x="50" y="234"/>
                    </a:lnTo>
                    <a:lnTo>
                      <a:pt x="50" y="237"/>
                    </a:lnTo>
                    <a:lnTo>
                      <a:pt x="50" y="237"/>
                    </a:lnTo>
                    <a:lnTo>
                      <a:pt x="50" y="237"/>
                    </a:lnTo>
                    <a:lnTo>
                      <a:pt x="50" y="239"/>
                    </a:lnTo>
                    <a:lnTo>
                      <a:pt x="50" y="239"/>
                    </a:lnTo>
                    <a:lnTo>
                      <a:pt x="50" y="239"/>
                    </a:lnTo>
                    <a:lnTo>
                      <a:pt x="48" y="239"/>
                    </a:lnTo>
                    <a:lnTo>
                      <a:pt x="48" y="241"/>
                    </a:lnTo>
                    <a:lnTo>
                      <a:pt x="48" y="241"/>
                    </a:lnTo>
                    <a:lnTo>
                      <a:pt x="48" y="244"/>
                    </a:lnTo>
                    <a:lnTo>
                      <a:pt x="48" y="244"/>
                    </a:lnTo>
                    <a:lnTo>
                      <a:pt x="48" y="244"/>
                    </a:lnTo>
                    <a:lnTo>
                      <a:pt x="48" y="246"/>
                    </a:lnTo>
                    <a:lnTo>
                      <a:pt x="48" y="246"/>
                    </a:lnTo>
                    <a:lnTo>
                      <a:pt x="45" y="246"/>
                    </a:lnTo>
                    <a:lnTo>
                      <a:pt x="45" y="248"/>
                    </a:lnTo>
                    <a:lnTo>
                      <a:pt x="48" y="248"/>
                    </a:lnTo>
                    <a:lnTo>
                      <a:pt x="48" y="248"/>
                    </a:lnTo>
                    <a:lnTo>
                      <a:pt x="48" y="248"/>
                    </a:lnTo>
                    <a:lnTo>
                      <a:pt x="48" y="251"/>
                    </a:lnTo>
                    <a:lnTo>
                      <a:pt x="48" y="251"/>
                    </a:lnTo>
                    <a:lnTo>
                      <a:pt x="48" y="253"/>
                    </a:lnTo>
                    <a:lnTo>
                      <a:pt x="45" y="253"/>
                    </a:lnTo>
                    <a:lnTo>
                      <a:pt x="45" y="253"/>
                    </a:lnTo>
                    <a:lnTo>
                      <a:pt x="45" y="253"/>
                    </a:lnTo>
                    <a:lnTo>
                      <a:pt x="45" y="256"/>
                    </a:lnTo>
                    <a:lnTo>
                      <a:pt x="45" y="256"/>
                    </a:lnTo>
                    <a:lnTo>
                      <a:pt x="45" y="258"/>
                    </a:lnTo>
                    <a:lnTo>
                      <a:pt x="45" y="258"/>
                    </a:lnTo>
                    <a:lnTo>
                      <a:pt x="45" y="258"/>
                    </a:lnTo>
                    <a:lnTo>
                      <a:pt x="45" y="258"/>
                    </a:lnTo>
                    <a:lnTo>
                      <a:pt x="45" y="260"/>
                    </a:lnTo>
                    <a:lnTo>
                      <a:pt x="43" y="260"/>
                    </a:lnTo>
                    <a:lnTo>
                      <a:pt x="43" y="260"/>
                    </a:lnTo>
                    <a:lnTo>
                      <a:pt x="43" y="258"/>
                    </a:lnTo>
                    <a:lnTo>
                      <a:pt x="41" y="258"/>
                    </a:lnTo>
                    <a:lnTo>
                      <a:pt x="41" y="258"/>
                    </a:lnTo>
                    <a:lnTo>
                      <a:pt x="41" y="258"/>
                    </a:lnTo>
                    <a:lnTo>
                      <a:pt x="41" y="258"/>
                    </a:lnTo>
                    <a:lnTo>
                      <a:pt x="38" y="258"/>
                    </a:lnTo>
                    <a:lnTo>
                      <a:pt x="38" y="258"/>
                    </a:lnTo>
                    <a:lnTo>
                      <a:pt x="38" y="258"/>
                    </a:lnTo>
                    <a:lnTo>
                      <a:pt x="38" y="258"/>
                    </a:lnTo>
                    <a:lnTo>
                      <a:pt x="38" y="258"/>
                    </a:lnTo>
                    <a:lnTo>
                      <a:pt x="38" y="258"/>
                    </a:lnTo>
                    <a:lnTo>
                      <a:pt x="38" y="260"/>
                    </a:lnTo>
                    <a:lnTo>
                      <a:pt x="38" y="260"/>
                    </a:lnTo>
                    <a:lnTo>
                      <a:pt x="41" y="260"/>
                    </a:lnTo>
                    <a:lnTo>
                      <a:pt x="41" y="263"/>
                    </a:lnTo>
                    <a:lnTo>
                      <a:pt x="38" y="263"/>
                    </a:lnTo>
                    <a:lnTo>
                      <a:pt x="38" y="263"/>
                    </a:lnTo>
                    <a:lnTo>
                      <a:pt x="38" y="263"/>
                    </a:lnTo>
                    <a:lnTo>
                      <a:pt x="38" y="263"/>
                    </a:lnTo>
                    <a:lnTo>
                      <a:pt x="38" y="265"/>
                    </a:lnTo>
                    <a:lnTo>
                      <a:pt x="36" y="265"/>
                    </a:lnTo>
                    <a:lnTo>
                      <a:pt x="36" y="265"/>
                    </a:lnTo>
                    <a:lnTo>
                      <a:pt x="36" y="265"/>
                    </a:lnTo>
                    <a:lnTo>
                      <a:pt x="36" y="267"/>
                    </a:lnTo>
                    <a:lnTo>
                      <a:pt x="34" y="267"/>
                    </a:lnTo>
                    <a:lnTo>
                      <a:pt x="34" y="267"/>
                    </a:lnTo>
                    <a:lnTo>
                      <a:pt x="34" y="267"/>
                    </a:lnTo>
                    <a:lnTo>
                      <a:pt x="34" y="267"/>
                    </a:lnTo>
                    <a:lnTo>
                      <a:pt x="31" y="267"/>
                    </a:lnTo>
                    <a:lnTo>
                      <a:pt x="31" y="267"/>
                    </a:lnTo>
                    <a:lnTo>
                      <a:pt x="31" y="270"/>
                    </a:lnTo>
                    <a:lnTo>
                      <a:pt x="31" y="270"/>
                    </a:lnTo>
                    <a:lnTo>
                      <a:pt x="31" y="270"/>
                    </a:lnTo>
                    <a:lnTo>
                      <a:pt x="29" y="270"/>
                    </a:lnTo>
                    <a:lnTo>
                      <a:pt x="29" y="270"/>
                    </a:lnTo>
                    <a:lnTo>
                      <a:pt x="29" y="270"/>
                    </a:lnTo>
                    <a:lnTo>
                      <a:pt x="29" y="267"/>
                    </a:lnTo>
                    <a:lnTo>
                      <a:pt x="29" y="267"/>
                    </a:lnTo>
                    <a:lnTo>
                      <a:pt x="29" y="265"/>
                    </a:lnTo>
                    <a:lnTo>
                      <a:pt x="26" y="265"/>
                    </a:lnTo>
                    <a:lnTo>
                      <a:pt x="26" y="265"/>
                    </a:lnTo>
                    <a:lnTo>
                      <a:pt x="26" y="265"/>
                    </a:lnTo>
                    <a:lnTo>
                      <a:pt x="26" y="265"/>
                    </a:lnTo>
                    <a:lnTo>
                      <a:pt x="26" y="263"/>
                    </a:lnTo>
                    <a:lnTo>
                      <a:pt x="24" y="263"/>
                    </a:lnTo>
                    <a:lnTo>
                      <a:pt x="24" y="263"/>
                    </a:lnTo>
                    <a:lnTo>
                      <a:pt x="24" y="263"/>
                    </a:lnTo>
                    <a:lnTo>
                      <a:pt x="24" y="263"/>
                    </a:lnTo>
                    <a:lnTo>
                      <a:pt x="22" y="263"/>
                    </a:lnTo>
                    <a:lnTo>
                      <a:pt x="22" y="263"/>
                    </a:lnTo>
                    <a:lnTo>
                      <a:pt x="22" y="263"/>
                    </a:lnTo>
                    <a:lnTo>
                      <a:pt x="19" y="263"/>
                    </a:lnTo>
                    <a:lnTo>
                      <a:pt x="19" y="263"/>
                    </a:lnTo>
                    <a:lnTo>
                      <a:pt x="19" y="263"/>
                    </a:lnTo>
                    <a:lnTo>
                      <a:pt x="19" y="263"/>
                    </a:lnTo>
                    <a:lnTo>
                      <a:pt x="19" y="260"/>
                    </a:lnTo>
                    <a:lnTo>
                      <a:pt x="19" y="260"/>
                    </a:lnTo>
                    <a:lnTo>
                      <a:pt x="17" y="260"/>
                    </a:lnTo>
                    <a:lnTo>
                      <a:pt x="17" y="258"/>
                    </a:lnTo>
                    <a:lnTo>
                      <a:pt x="17" y="258"/>
                    </a:lnTo>
                    <a:lnTo>
                      <a:pt x="17" y="258"/>
                    </a:lnTo>
                    <a:lnTo>
                      <a:pt x="17" y="258"/>
                    </a:lnTo>
                    <a:lnTo>
                      <a:pt x="17" y="258"/>
                    </a:lnTo>
                    <a:lnTo>
                      <a:pt x="19" y="258"/>
                    </a:lnTo>
                    <a:lnTo>
                      <a:pt x="19" y="258"/>
                    </a:lnTo>
                    <a:lnTo>
                      <a:pt x="19" y="258"/>
                    </a:lnTo>
                    <a:lnTo>
                      <a:pt x="19" y="258"/>
                    </a:lnTo>
                    <a:lnTo>
                      <a:pt x="19" y="258"/>
                    </a:lnTo>
                    <a:lnTo>
                      <a:pt x="22" y="258"/>
                    </a:lnTo>
                    <a:lnTo>
                      <a:pt x="22" y="256"/>
                    </a:lnTo>
                    <a:lnTo>
                      <a:pt x="22" y="256"/>
                    </a:lnTo>
                    <a:lnTo>
                      <a:pt x="22" y="253"/>
                    </a:lnTo>
                    <a:lnTo>
                      <a:pt x="22" y="253"/>
                    </a:lnTo>
                    <a:lnTo>
                      <a:pt x="22" y="251"/>
                    </a:lnTo>
                    <a:lnTo>
                      <a:pt x="19" y="251"/>
                    </a:lnTo>
                    <a:lnTo>
                      <a:pt x="19" y="251"/>
                    </a:lnTo>
                    <a:lnTo>
                      <a:pt x="19" y="251"/>
                    </a:lnTo>
                    <a:lnTo>
                      <a:pt x="19" y="251"/>
                    </a:lnTo>
                    <a:lnTo>
                      <a:pt x="19" y="248"/>
                    </a:lnTo>
                    <a:lnTo>
                      <a:pt x="19" y="248"/>
                    </a:lnTo>
                    <a:lnTo>
                      <a:pt x="17" y="248"/>
                    </a:lnTo>
                    <a:lnTo>
                      <a:pt x="17" y="248"/>
                    </a:lnTo>
                    <a:lnTo>
                      <a:pt x="19" y="248"/>
                    </a:lnTo>
                    <a:lnTo>
                      <a:pt x="19" y="246"/>
                    </a:lnTo>
                    <a:lnTo>
                      <a:pt x="19" y="246"/>
                    </a:lnTo>
                    <a:lnTo>
                      <a:pt x="19" y="246"/>
                    </a:lnTo>
                    <a:lnTo>
                      <a:pt x="19" y="244"/>
                    </a:lnTo>
                    <a:lnTo>
                      <a:pt x="19" y="244"/>
                    </a:lnTo>
                    <a:lnTo>
                      <a:pt x="19" y="244"/>
                    </a:lnTo>
                    <a:lnTo>
                      <a:pt x="17" y="244"/>
                    </a:lnTo>
                    <a:lnTo>
                      <a:pt x="17" y="241"/>
                    </a:lnTo>
                    <a:lnTo>
                      <a:pt x="19" y="241"/>
                    </a:lnTo>
                    <a:lnTo>
                      <a:pt x="19" y="241"/>
                    </a:lnTo>
                    <a:lnTo>
                      <a:pt x="17" y="241"/>
                    </a:lnTo>
                    <a:lnTo>
                      <a:pt x="17" y="241"/>
                    </a:lnTo>
                    <a:lnTo>
                      <a:pt x="17" y="239"/>
                    </a:lnTo>
                    <a:lnTo>
                      <a:pt x="17" y="239"/>
                    </a:lnTo>
                    <a:lnTo>
                      <a:pt x="15" y="239"/>
                    </a:lnTo>
                    <a:lnTo>
                      <a:pt x="15" y="239"/>
                    </a:lnTo>
                    <a:lnTo>
                      <a:pt x="15" y="239"/>
                    </a:lnTo>
                    <a:lnTo>
                      <a:pt x="15" y="239"/>
                    </a:lnTo>
                    <a:lnTo>
                      <a:pt x="15" y="237"/>
                    </a:lnTo>
                    <a:lnTo>
                      <a:pt x="15" y="237"/>
                    </a:lnTo>
                    <a:lnTo>
                      <a:pt x="15" y="234"/>
                    </a:lnTo>
                    <a:lnTo>
                      <a:pt x="15" y="234"/>
                    </a:lnTo>
                    <a:lnTo>
                      <a:pt x="15" y="232"/>
                    </a:lnTo>
                    <a:lnTo>
                      <a:pt x="15" y="232"/>
                    </a:lnTo>
                    <a:lnTo>
                      <a:pt x="15" y="232"/>
                    </a:lnTo>
                    <a:lnTo>
                      <a:pt x="15" y="229"/>
                    </a:lnTo>
                    <a:lnTo>
                      <a:pt x="15" y="229"/>
                    </a:lnTo>
                    <a:lnTo>
                      <a:pt x="17" y="229"/>
                    </a:lnTo>
                    <a:lnTo>
                      <a:pt x="17" y="229"/>
                    </a:lnTo>
                    <a:lnTo>
                      <a:pt x="17" y="229"/>
                    </a:lnTo>
                    <a:lnTo>
                      <a:pt x="17" y="229"/>
                    </a:lnTo>
                    <a:lnTo>
                      <a:pt x="17" y="227"/>
                    </a:lnTo>
                    <a:lnTo>
                      <a:pt x="17" y="227"/>
                    </a:lnTo>
                    <a:lnTo>
                      <a:pt x="17" y="225"/>
                    </a:lnTo>
                    <a:lnTo>
                      <a:pt x="19" y="225"/>
                    </a:lnTo>
                    <a:lnTo>
                      <a:pt x="19" y="225"/>
                    </a:lnTo>
                    <a:lnTo>
                      <a:pt x="17" y="225"/>
                    </a:lnTo>
                    <a:lnTo>
                      <a:pt x="17" y="225"/>
                    </a:lnTo>
                    <a:lnTo>
                      <a:pt x="17" y="225"/>
                    </a:lnTo>
                    <a:lnTo>
                      <a:pt x="15" y="225"/>
                    </a:lnTo>
                    <a:lnTo>
                      <a:pt x="15" y="225"/>
                    </a:lnTo>
                    <a:lnTo>
                      <a:pt x="15" y="225"/>
                    </a:lnTo>
                    <a:lnTo>
                      <a:pt x="15" y="227"/>
                    </a:lnTo>
                    <a:lnTo>
                      <a:pt x="12" y="227"/>
                    </a:lnTo>
                    <a:lnTo>
                      <a:pt x="12" y="227"/>
                    </a:lnTo>
                    <a:lnTo>
                      <a:pt x="12" y="227"/>
                    </a:lnTo>
                    <a:lnTo>
                      <a:pt x="12" y="229"/>
                    </a:lnTo>
                    <a:lnTo>
                      <a:pt x="12" y="229"/>
                    </a:lnTo>
                    <a:lnTo>
                      <a:pt x="10" y="229"/>
                    </a:lnTo>
                    <a:lnTo>
                      <a:pt x="10" y="229"/>
                    </a:lnTo>
                    <a:lnTo>
                      <a:pt x="10" y="229"/>
                    </a:lnTo>
                    <a:lnTo>
                      <a:pt x="7" y="229"/>
                    </a:lnTo>
                    <a:lnTo>
                      <a:pt x="7" y="229"/>
                    </a:lnTo>
                    <a:lnTo>
                      <a:pt x="7" y="227"/>
                    </a:lnTo>
                    <a:lnTo>
                      <a:pt x="7" y="227"/>
                    </a:lnTo>
                    <a:lnTo>
                      <a:pt x="10" y="227"/>
                    </a:lnTo>
                    <a:lnTo>
                      <a:pt x="10" y="225"/>
                    </a:lnTo>
                    <a:lnTo>
                      <a:pt x="10" y="225"/>
                    </a:lnTo>
                    <a:lnTo>
                      <a:pt x="10" y="222"/>
                    </a:lnTo>
                    <a:lnTo>
                      <a:pt x="7" y="222"/>
                    </a:lnTo>
                    <a:lnTo>
                      <a:pt x="7" y="222"/>
                    </a:lnTo>
                    <a:lnTo>
                      <a:pt x="7" y="222"/>
                    </a:lnTo>
                    <a:lnTo>
                      <a:pt x="7" y="220"/>
                    </a:lnTo>
                    <a:lnTo>
                      <a:pt x="7" y="220"/>
                    </a:lnTo>
                    <a:lnTo>
                      <a:pt x="5" y="220"/>
                    </a:lnTo>
                    <a:lnTo>
                      <a:pt x="5" y="220"/>
                    </a:lnTo>
                    <a:lnTo>
                      <a:pt x="5" y="220"/>
                    </a:lnTo>
                    <a:lnTo>
                      <a:pt x="7" y="220"/>
                    </a:lnTo>
                    <a:lnTo>
                      <a:pt x="7" y="218"/>
                    </a:lnTo>
                    <a:lnTo>
                      <a:pt x="5" y="218"/>
                    </a:lnTo>
                    <a:lnTo>
                      <a:pt x="5" y="218"/>
                    </a:lnTo>
                    <a:lnTo>
                      <a:pt x="5" y="218"/>
                    </a:lnTo>
                    <a:lnTo>
                      <a:pt x="5" y="218"/>
                    </a:lnTo>
                    <a:lnTo>
                      <a:pt x="5" y="215"/>
                    </a:lnTo>
                    <a:lnTo>
                      <a:pt x="7" y="215"/>
                    </a:lnTo>
                    <a:lnTo>
                      <a:pt x="7" y="215"/>
                    </a:lnTo>
                    <a:lnTo>
                      <a:pt x="5" y="215"/>
                    </a:lnTo>
                    <a:lnTo>
                      <a:pt x="5" y="215"/>
                    </a:lnTo>
                    <a:lnTo>
                      <a:pt x="5" y="215"/>
                    </a:lnTo>
                    <a:lnTo>
                      <a:pt x="5" y="213"/>
                    </a:lnTo>
                    <a:lnTo>
                      <a:pt x="5" y="213"/>
                    </a:lnTo>
                    <a:lnTo>
                      <a:pt x="3" y="213"/>
                    </a:lnTo>
                    <a:lnTo>
                      <a:pt x="3" y="213"/>
                    </a:lnTo>
                    <a:lnTo>
                      <a:pt x="3" y="213"/>
                    </a:lnTo>
                    <a:lnTo>
                      <a:pt x="0" y="213"/>
                    </a:lnTo>
                    <a:lnTo>
                      <a:pt x="0" y="213"/>
                    </a:lnTo>
                    <a:lnTo>
                      <a:pt x="0" y="213"/>
                    </a:lnTo>
                    <a:lnTo>
                      <a:pt x="0" y="210"/>
                    </a:lnTo>
                    <a:lnTo>
                      <a:pt x="0" y="210"/>
                    </a:lnTo>
                    <a:lnTo>
                      <a:pt x="0" y="210"/>
                    </a:lnTo>
                    <a:lnTo>
                      <a:pt x="3" y="210"/>
                    </a:lnTo>
                    <a:lnTo>
                      <a:pt x="3" y="210"/>
                    </a:lnTo>
                    <a:lnTo>
                      <a:pt x="0" y="210"/>
                    </a:lnTo>
                    <a:lnTo>
                      <a:pt x="0" y="208"/>
                    </a:lnTo>
                    <a:lnTo>
                      <a:pt x="0" y="208"/>
                    </a:lnTo>
                    <a:lnTo>
                      <a:pt x="3" y="208"/>
                    </a:lnTo>
                    <a:lnTo>
                      <a:pt x="3" y="206"/>
                    </a:lnTo>
                    <a:lnTo>
                      <a:pt x="3" y="206"/>
                    </a:lnTo>
                    <a:lnTo>
                      <a:pt x="3" y="206"/>
                    </a:lnTo>
                    <a:lnTo>
                      <a:pt x="5" y="206"/>
                    </a:lnTo>
                    <a:lnTo>
                      <a:pt x="5" y="203"/>
                    </a:lnTo>
                    <a:lnTo>
                      <a:pt x="5" y="203"/>
                    </a:lnTo>
                    <a:lnTo>
                      <a:pt x="5" y="203"/>
                    </a:lnTo>
                    <a:lnTo>
                      <a:pt x="5" y="206"/>
                    </a:lnTo>
                    <a:lnTo>
                      <a:pt x="5" y="206"/>
                    </a:lnTo>
                    <a:lnTo>
                      <a:pt x="5" y="206"/>
                    </a:lnTo>
                    <a:lnTo>
                      <a:pt x="5" y="208"/>
                    </a:lnTo>
                    <a:lnTo>
                      <a:pt x="5" y="208"/>
                    </a:lnTo>
                    <a:lnTo>
                      <a:pt x="7" y="208"/>
                    </a:lnTo>
                    <a:lnTo>
                      <a:pt x="7" y="208"/>
                    </a:lnTo>
                    <a:lnTo>
                      <a:pt x="7" y="206"/>
                    </a:lnTo>
                    <a:lnTo>
                      <a:pt x="7" y="206"/>
                    </a:lnTo>
                    <a:lnTo>
                      <a:pt x="7" y="206"/>
                    </a:lnTo>
                    <a:lnTo>
                      <a:pt x="10" y="206"/>
                    </a:lnTo>
                    <a:lnTo>
                      <a:pt x="10" y="206"/>
                    </a:lnTo>
                    <a:lnTo>
                      <a:pt x="10" y="203"/>
                    </a:lnTo>
                    <a:lnTo>
                      <a:pt x="12" y="203"/>
                    </a:lnTo>
                    <a:lnTo>
                      <a:pt x="12" y="203"/>
                    </a:lnTo>
                    <a:lnTo>
                      <a:pt x="12" y="201"/>
                    </a:lnTo>
                    <a:lnTo>
                      <a:pt x="12" y="201"/>
                    </a:lnTo>
                    <a:lnTo>
                      <a:pt x="12" y="201"/>
                    </a:lnTo>
                    <a:lnTo>
                      <a:pt x="12" y="203"/>
                    </a:lnTo>
                    <a:lnTo>
                      <a:pt x="15" y="203"/>
                    </a:lnTo>
                    <a:lnTo>
                      <a:pt x="15" y="203"/>
                    </a:lnTo>
                    <a:lnTo>
                      <a:pt x="15" y="203"/>
                    </a:lnTo>
                    <a:lnTo>
                      <a:pt x="15" y="206"/>
                    </a:lnTo>
                    <a:lnTo>
                      <a:pt x="17" y="206"/>
                    </a:lnTo>
                    <a:lnTo>
                      <a:pt x="17" y="203"/>
                    </a:lnTo>
                    <a:lnTo>
                      <a:pt x="17" y="203"/>
                    </a:lnTo>
                    <a:lnTo>
                      <a:pt x="17" y="203"/>
                    </a:lnTo>
                    <a:lnTo>
                      <a:pt x="17" y="201"/>
                    </a:lnTo>
                    <a:lnTo>
                      <a:pt x="17" y="201"/>
                    </a:lnTo>
                    <a:lnTo>
                      <a:pt x="17" y="201"/>
                    </a:lnTo>
                    <a:lnTo>
                      <a:pt x="19" y="201"/>
                    </a:lnTo>
                    <a:lnTo>
                      <a:pt x="19" y="201"/>
                    </a:lnTo>
                    <a:lnTo>
                      <a:pt x="19" y="199"/>
                    </a:lnTo>
                    <a:lnTo>
                      <a:pt x="19" y="199"/>
                    </a:lnTo>
                    <a:lnTo>
                      <a:pt x="22" y="199"/>
                    </a:lnTo>
                    <a:lnTo>
                      <a:pt x="22" y="199"/>
                    </a:lnTo>
                    <a:lnTo>
                      <a:pt x="24" y="199"/>
                    </a:lnTo>
                    <a:lnTo>
                      <a:pt x="24" y="199"/>
                    </a:lnTo>
                    <a:lnTo>
                      <a:pt x="22" y="199"/>
                    </a:lnTo>
                    <a:lnTo>
                      <a:pt x="22" y="199"/>
                    </a:lnTo>
                    <a:lnTo>
                      <a:pt x="24" y="199"/>
                    </a:lnTo>
                    <a:lnTo>
                      <a:pt x="24" y="199"/>
                    </a:lnTo>
                    <a:lnTo>
                      <a:pt x="24" y="196"/>
                    </a:lnTo>
                    <a:lnTo>
                      <a:pt x="24" y="196"/>
                    </a:lnTo>
                    <a:lnTo>
                      <a:pt x="24" y="196"/>
                    </a:lnTo>
                    <a:lnTo>
                      <a:pt x="24" y="196"/>
                    </a:lnTo>
                    <a:lnTo>
                      <a:pt x="24" y="196"/>
                    </a:lnTo>
                    <a:lnTo>
                      <a:pt x="24" y="194"/>
                    </a:lnTo>
                    <a:lnTo>
                      <a:pt x="24" y="194"/>
                    </a:lnTo>
                    <a:lnTo>
                      <a:pt x="24" y="194"/>
                    </a:lnTo>
                    <a:lnTo>
                      <a:pt x="26" y="194"/>
                    </a:lnTo>
                    <a:lnTo>
                      <a:pt x="26" y="194"/>
                    </a:lnTo>
                    <a:lnTo>
                      <a:pt x="26" y="194"/>
                    </a:lnTo>
                    <a:lnTo>
                      <a:pt x="29" y="194"/>
                    </a:lnTo>
                    <a:lnTo>
                      <a:pt x="29" y="194"/>
                    </a:lnTo>
                    <a:lnTo>
                      <a:pt x="29" y="194"/>
                    </a:lnTo>
                    <a:lnTo>
                      <a:pt x="31" y="194"/>
                    </a:lnTo>
                    <a:lnTo>
                      <a:pt x="31" y="194"/>
                    </a:lnTo>
                    <a:lnTo>
                      <a:pt x="31" y="194"/>
                    </a:lnTo>
                    <a:lnTo>
                      <a:pt x="31" y="192"/>
                    </a:lnTo>
                    <a:lnTo>
                      <a:pt x="31" y="192"/>
                    </a:lnTo>
                    <a:lnTo>
                      <a:pt x="34" y="192"/>
                    </a:lnTo>
                    <a:lnTo>
                      <a:pt x="34" y="192"/>
                    </a:lnTo>
                    <a:lnTo>
                      <a:pt x="34" y="192"/>
                    </a:lnTo>
                    <a:lnTo>
                      <a:pt x="34" y="192"/>
                    </a:lnTo>
                    <a:lnTo>
                      <a:pt x="34" y="189"/>
                    </a:lnTo>
                    <a:lnTo>
                      <a:pt x="34" y="189"/>
                    </a:lnTo>
                    <a:lnTo>
                      <a:pt x="31" y="189"/>
                    </a:lnTo>
                    <a:lnTo>
                      <a:pt x="31" y="189"/>
                    </a:lnTo>
                    <a:lnTo>
                      <a:pt x="31" y="189"/>
                    </a:lnTo>
                    <a:lnTo>
                      <a:pt x="31" y="189"/>
                    </a:lnTo>
                    <a:lnTo>
                      <a:pt x="34" y="189"/>
                    </a:lnTo>
                    <a:lnTo>
                      <a:pt x="34" y="189"/>
                    </a:lnTo>
                    <a:lnTo>
                      <a:pt x="34" y="189"/>
                    </a:lnTo>
                    <a:lnTo>
                      <a:pt x="34" y="187"/>
                    </a:lnTo>
                    <a:lnTo>
                      <a:pt x="34" y="187"/>
                    </a:lnTo>
                    <a:lnTo>
                      <a:pt x="34" y="187"/>
                    </a:lnTo>
                    <a:lnTo>
                      <a:pt x="34" y="184"/>
                    </a:lnTo>
                    <a:lnTo>
                      <a:pt x="34" y="184"/>
                    </a:lnTo>
                    <a:lnTo>
                      <a:pt x="34" y="182"/>
                    </a:lnTo>
                    <a:lnTo>
                      <a:pt x="34" y="182"/>
                    </a:lnTo>
                    <a:lnTo>
                      <a:pt x="34" y="182"/>
                    </a:lnTo>
                    <a:lnTo>
                      <a:pt x="34" y="182"/>
                    </a:lnTo>
                    <a:lnTo>
                      <a:pt x="34" y="180"/>
                    </a:lnTo>
                    <a:lnTo>
                      <a:pt x="36" y="180"/>
                    </a:lnTo>
                    <a:lnTo>
                      <a:pt x="36" y="180"/>
                    </a:lnTo>
                    <a:lnTo>
                      <a:pt x="38" y="180"/>
                    </a:lnTo>
                    <a:lnTo>
                      <a:pt x="38" y="180"/>
                    </a:lnTo>
                    <a:lnTo>
                      <a:pt x="38" y="180"/>
                    </a:lnTo>
                    <a:lnTo>
                      <a:pt x="41" y="180"/>
                    </a:lnTo>
                    <a:lnTo>
                      <a:pt x="41" y="180"/>
                    </a:lnTo>
                    <a:lnTo>
                      <a:pt x="41" y="180"/>
                    </a:lnTo>
                    <a:lnTo>
                      <a:pt x="41" y="180"/>
                    </a:lnTo>
                    <a:lnTo>
                      <a:pt x="41" y="180"/>
                    </a:lnTo>
                    <a:lnTo>
                      <a:pt x="43" y="180"/>
                    </a:lnTo>
                    <a:lnTo>
                      <a:pt x="43" y="180"/>
                    </a:lnTo>
                    <a:lnTo>
                      <a:pt x="45" y="180"/>
                    </a:lnTo>
                    <a:lnTo>
                      <a:pt x="45" y="180"/>
                    </a:lnTo>
                    <a:lnTo>
                      <a:pt x="45" y="180"/>
                    </a:lnTo>
                    <a:lnTo>
                      <a:pt x="45" y="177"/>
                    </a:lnTo>
                    <a:lnTo>
                      <a:pt x="48" y="177"/>
                    </a:lnTo>
                    <a:lnTo>
                      <a:pt x="48" y="177"/>
                    </a:lnTo>
                    <a:lnTo>
                      <a:pt x="48" y="177"/>
                    </a:lnTo>
                    <a:lnTo>
                      <a:pt x="50" y="177"/>
                    </a:lnTo>
                    <a:lnTo>
                      <a:pt x="50" y="175"/>
                    </a:lnTo>
                    <a:lnTo>
                      <a:pt x="50" y="175"/>
                    </a:lnTo>
                    <a:lnTo>
                      <a:pt x="50" y="175"/>
                    </a:lnTo>
                    <a:lnTo>
                      <a:pt x="50" y="175"/>
                    </a:lnTo>
                    <a:lnTo>
                      <a:pt x="52" y="175"/>
                    </a:lnTo>
                    <a:lnTo>
                      <a:pt x="52" y="175"/>
                    </a:lnTo>
                    <a:lnTo>
                      <a:pt x="52" y="175"/>
                    </a:lnTo>
                    <a:lnTo>
                      <a:pt x="55" y="175"/>
                    </a:lnTo>
                    <a:lnTo>
                      <a:pt x="55" y="173"/>
                    </a:lnTo>
                    <a:lnTo>
                      <a:pt x="55" y="173"/>
                    </a:lnTo>
                    <a:lnTo>
                      <a:pt x="55" y="173"/>
                    </a:lnTo>
                    <a:lnTo>
                      <a:pt x="57" y="173"/>
                    </a:lnTo>
                    <a:lnTo>
                      <a:pt x="57" y="170"/>
                    </a:lnTo>
                    <a:lnTo>
                      <a:pt x="57" y="170"/>
                    </a:lnTo>
                    <a:lnTo>
                      <a:pt x="57" y="170"/>
                    </a:lnTo>
                    <a:lnTo>
                      <a:pt x="57" y="170"/>
                    </a:lnTo>
                    <a:lnTo>
                      <a:pt x="57" y="170"/>
                    </a:lnTo>
                    <a:lnTo>
                      <a:pt x="60" y="170"/>
                    </a:lnTo>
                    <a:lnTo>
                      <a:pt x="60" y="168"/>
                    </a:lnTo>
                    <a:lnTo>
                      <a:pt x="60" y="168"/>
                    </a:lnTo>
                    <a:lnTo>
                      <a:pt x="60" y="168"/>
                    </a:lnTo>
                    <a:lnTo>
                      <a:pt x="60" y="168"/>
                    </a:lnTo>
                    <a:lnTo>
                      <a:pt x="62" y="168"/>
                    </a:lnTo>
                    <a:lnTo>
                      <a:pt x="62" y="165"/>
                    </a:lnTo>
                    <a:lnTo>
                      <a:pt x="62" y="165"/>
                    </a:lnTo>
                    <a:lnTo>
                      <a:pt x="64" y="165"/>
                    </a:lnTo>
                    <a:lnTo>
                      <a:pt x="64" y="165"/>
                    </a:lnTo>
                    <a:lnTo>
                      <a:pt x="64" y="165"/>
                    </a:lnTo>
                    <a:lnTo>
                      <a:pt x="64" y="163"/>
                    </a:lnTo>
                    <a:lnTo>
                      <a:pt x="64" y="163"/>
                    </a:lnTo>
                    <a:lnTo>
                      <a:pt x="64" y="163"/>
                    </a:lnTo>
                    <a:lnTo>
                      <a:pt x="67" y="163"/>
                    </a:lnTo>
                    <a:lnTo>
                      <a:pt x="67" y="161"/>
                    </a:lnTo>
                    <a:lnTo>
                      <a:pt x="67" y="161"/>
                    </a:lnTo>
                    <a:lnTo>
                      <a:pt x="67" y="161"/>
                    </a:lnTo>
                    <a:lnTo>
                      <a:pt x="67" y="161"/>
                    </a:lnTo>
                    <a:lnTo>
                      <a:pt x="69" y="161"/>
                    </a:lnTo>
                    <a:lnTo>
                      <a:pt x="69" y="161"/>
                    </a:lnTo>
                    <a:lnTo>
                      <a:pt x="69" y="161"/>
                    </a:lnTo>
                    <a:lnTo>
                      <a:pt x="71" y="161"/>
                    </a:lnTo>
                    <a:lnTo>
                      <a:pt x="71" y="161"/>
                    </a:lnTo>
                    <a:lnTo>
                      <a:pt x="71" y="158"/>
                    </a:lnTo>
                    <a:lnTo>
                      <a:pt x="71" y="158"/>
                    </a:lnTo>
                    <a:lnTo>
                      <a:pt x="71" y="156"/>
                    </a:lnTo>
                    <a:lnTo>
                      <a:pt x="71" y="156"/>
                    </a:lnTo>
                    <a:lnTo>
                      <a:pt x="71" y="156"/>
                    </a:lnTo>
                    <a:lnTo>
                      <a:pt x="71" y="156"/>
                    </a:lnTo>
                    <a:lnTo>
                      <a:pt x="71" y="156"/>
                    </a:lnTo>
                    <a:lnTo>
                      <a:pt x="74" y="156"/>
                    </a:lnTo>
                    <a:lnTo>
                      <a:pt x="74" y="154"/>
                    </a:lnTo>
                    <a:lnTo>
                      <a:pt x="74" y="154"/>
                    </a:lnTo>
                    <a:lnTo>
                      <a:pt x="74" y="154"/>
                    </a:lnTo>
                    <a:lnTo>
                      <a:pt x="74" y="154"/>
                    </a:lnTo>
                    <a:lnTo>
                      <a:pt x="76" y="154"/>
                    </a:lnTo>
                    <a:lnTo>
                      <a:pt x="76" y="154"/>
                    </a:lnTo>
                    <a:lnTo>
                      <a:pt x="78" y="154"/>
                    </a:lnTo>
                    <a:lnTo>
                      <a:pt x="78" y="154"/>
                    </a:lnTo>
                    <a:lnTo>
                      <a:pt x="78" y="151"/>
                    </a:lnTo>
                    <a:lnTo>
                      <a:pt x="78" y="151"/>
                    </a:lnTo>
                    <a:lnTo>
                      <a:pt x="81" y="151"/>
                    </a:lnTo>
                    <a:lnTo>
                      <a:pt x="81" y="151"/>
                    </a:lnTo>
                    <a:lnTo>
                      <a:pt x="81" y="151"/>
                    </a:lnTo>
                    <a:lnTo>
                      <a:pt x="83" y="151"/>
                    </a:lnTo>
                    <a:lnTo>
                      <a:pt x="83" y="151"/>
                    </a:lnTo>
                    <a:lnTo>
                      <a:pt x="83" y="151"/>
                    </a:lnTo>
                    <a:lnTo>
                      <a:pt x="83" y="151"/>
                    </a:lnTo>
                    <a:lnTo>
                      <a:pt x="86" y="151"/>
                    </a:lnTo>
                    <a:lnTo>
                      <a:pt x="86" y="151"/>
                    </a:lnTo>
                    <a:lnTo>
                      <a:pt x="86" y="151"/>
                    </a:lnTo>
                    <a:lnTo>
                      <a:pt x="86" y="154"/>
                    </a:lnTo>
                    <a:lnTo>
                      <a:pt x="86" y="154"/>
                    </a:lnTo>
                    <a:lnTo>
                      <a:pt x="86" y="154"/>
                    </a:lnTo>
                    <a:lnTo>
                      <a:pt x="86" y="154"/>
                    </a:lnTo>
                    <a:lnTo>
                      <a:pt x="88" y="154"/>
                    </a:lnTo>
                    <a:lnTo>
                      <a:pt x="88" y="156"/>
                    </a:lnTo>
                    <a:lnTo>
                      <a:pt x="88" y="156"/>
                    </a:lnTo>
                    <a:lnTo>
                      <a:pt x="88" y="154"/>
                    </a:lnTo>
                    <a:lnTo>
                      <a:pt x="90" y="154"/>
                    </a:lnTo>
                    <a:lnTo>
                      <a:pt x="90" y="154"/>
                    </a:lnTo>
                    <a:lnTo>
                      <a:pt x="90" y="154"/>
                    </a:lnTo>
                    <a:lnTo>
                      <a:pt x="90" y="154"/>
                    </a:lnTo>
                    <a:lnTo>
                      <a:pt x="93" y="154"/>
                    </a:lnTo>
                    <a:lnTo>
                      <a:pt x="93" y="154"/>
                    </a:lnTo>
                    <a:lnTo>
                      <a:pt x="93" y="154"/>
                    </a:lnTo>
                    <a:lnTo>
                      <a:pt x="95" y="154"/>
                    </a:lnTo>
                    <a:lnTo>
                      <a:pt x="95" y="154"/>
                    </a:lnTo>
                    <a:lnTo>
                      <a:pt x="97" y="154"/>
                    </a:lnTo>
                    <a:lnTo>
                      <a:pt x="97" y="154"/>
                    </a:lnTo>
                    <a:lnTo>
                      <a:pt x="97" y="154"/>
                    </a:lnTo>
                    <a:lnTo>
                      <a:pt x="100" y="154"/>
                    </a:lnTo>
                    <a:lnTo>
                      <a:pt x="100" y="154"/>
                    </a:lnTo>
                    <a:lnTo>
                      <a:pt x="100" y="154"/>
                    </a:lnTo>
                    <a:lnTo>
                      <a:pt x="102" y="154"/>
                    </a:lnTo>
                    <a:lnTo>
                      <a:pt x="102" y="154"/>
                    </a:lnTo>
                    <a:lnTo>
                      <a:pt x="105" y="154"/>
                    </a:lnTo>
                    <a:lnTo>
                      <a:pt x="105" y="154"/>
                    </a:lnTo>
                    <a:lnTo>
                      <a:pt x="105" y="154"/>
                    </a:lnTo>
                    <a:lnTo>
                      <a:pt x="105" y="151"/>
                    </a:lnTo>
                    <a:lnTo>
                      <a:pt x="107" y="151"/>
                    </a:lnTo>
                    <a:lnTo>
                      <a:pt x="107" y="151"/>
                    </a:lnTo>
                    <a:lnTo>
                      <a:pt x="107" y="151"/>
                    </a:lnTo>
                    <a:lnTo>
                      <a:pt x="107" y="151"/>
                    </a:lnTo>
                    <a:lnTo>
                      <a:pt x="109" y="151"/>
                    </a:lnTo>
                    <a:lnTo>
                      <a:pt x="109" y="151"/>
                    </a:lnTo>
                    <a:lnTo>
                      <a:pt x="109" y="151"/>
                    </a:lnTo>
                    <a:lnTo>
                      <a:pt x="112" y="151"/>
                    </a:lnTo>
                    <a:lnTo>
                      <a:pt x="112" y="151"/>
                    </a:lnTo>
                    <a:lnTo>
                      <a:pt x="112" y="149"/>
                    </a:lnTo>
                    <a:lnTo>
                      <a:pt x="112" y="149"/>
                    </a:lnTo>
                    <a:lnTo>
                      <a:pt x="114" y="149"/>
                    </a:lnTo>
                    <a:lnTo>
                      <a:pt x="114" y="151"/>
                    </a:lnTo>
                    <a:lnTo>
                      <a:pt x="114" y="151"/>
                    </a:lnTo>
                    <a:lnTo>
                      <a:pt x="114" y="151"/>
                    </a:lnTo>
                    <a:lnTo>
                      <a:pt x="116" y="151"/>
                    </a:lnTo>
                    <a:lnTo>
                      <a:pt x="116" y="149"/>
                    </a:lnTo>
                    <a:lnTo>
                      <a:pt x="116" y="149"/>
                    </a:lnTo>
                    <a:lnTo>
                      <a:pt x="119" y="149"/>
                    </a:lnTo>
                    <a:lnTo>
                      <a:pt x="119" y="149"/>
                    </a:lnTo>
                    <a:lnTo>
                      <a:pt x="119" y="151"/>
                    </a:lnTo>
                    <a:lnTo>
                      <a:pt x="119" y="151"/>
                    </a:lnTo>
                    <a:lnTo>
                      <a:pt x="121" y="151"/>
                    </a:lnTo>
                    <a:lnTo>
                      <a:pt x="121" y="151"/>
                    </a:lnTo>
                    <a:lnTo>
                      <a:pt x="121" y="149"/>
                    </a:lnTo>
                    <a:lnTo>
                      <a:pt x="123" y="149"/>
                    </a:lnTo>
                    <a:lnTo>
                      <a:pt x="123" y="149"/>
                    </a:lnTo>
                    <a:lnTo>
                      <a:pt x="123" y="149"/>
                    </a:lnTo>
                    <a:lnTo>
                      <a:pt x="123" y="149"/>
                    </a:lnTo>
                    <a:lnTo>
                      <a:pt x="126" y="149"/>
                    </a:lnTo>
                    <a:lnTo>
                      <a:pt x="126" y="147"/>
                    </a:lnTo>
                    <a:lnTo>
                      <a:pt x="126" y="147"/>
                    </a:lnTo>
                    <a:lnTo>
                      <a:pt x="126" y="147"/>
                    </a:lnTo>
                    <a:lnTo>
                      <a:pt x="128" y="147"/>
                    </a:lnTo>
                    <a:lnTo>
                      <a:pt x="128" y="147"/>
                    </a:lnTo>
                    <a:lnTo>
                      <a:pt x="128" y="149"/>
                    </a:lnTo>
                    <a:lnTo>
                      <a:pt x="128" y="149"/>
                    </a:lnTo>
                    <a:lnTo>
                      <a:pt x="131" y="149"/>
                    </a:lnTo>
                    <a:lnTo>
                      <a:pt x="131" y="151"/>
                    </a:lnTo>
                    <a:lnTo>
                      <a:pt x="131" y="151"/>
                    </a:lnTo>
                    <a:lnTo>
                      <a:pt x="128" y="151"/>
                    </a:lnTo>
                    <a:lnTo>
                      <a:pt x="128" y="151"/>
                    </a:lnTo>
                    <a:lnTo>
                      <a:pt x="128" y="154"/>
                    </a:lnTo>
                    <a:lnTo>
                      <a:pt x="131" y="154"/>
                    </a:lnTo>
                    <a:lnTo>
                      <a:pt x="131" y="151"/>
                    </a:lnTo>
                    <a:lnTo>
                      <a:pt x="131" y="151"/>
                    </a:lnTo>
                    <a:lnTo>
                      <a:pt x="131" y="151"/>
                    </a:lnTo>
                    <a:lnTo>
                      <a:pt x="131" y="151"/>
                    </a:lnTo>
                    <a:lnTo>
                      <a:pt x="133" y="151"/>
                    </a:lnTo>
                    <a:lnTo>
                      <a:pt x="133" y="151"/>
                    </a:lnTo>
                    <a:lnTo>
                      <a:pt x="133" y="151"/>
                    </a:lnTo>
                    <a:lnTo>
                      <a:pt x="133" y="151"/>
                    </a:lnTo>
                    <a:lnTo>
                      <a:pt x="133" y="154"/>
                    </a:lnTo>
                    <a:lnTo>
                      <a:pt x="133" y="154"/>
                    </a:lnTo>
                    <a:lnTo>
                      <a:pt x="135" y="154"/>
                    </a:lnTo>
                    <a:lnTo>
                      <a:pt x="135" y="154"/>
                    </a:lnTo>
                    <a:lnTo>
                      <a:pt x="135" y="154"/>
                    </a:lnTo>
                    <a:lnTo>
                      <a:pt x="135" y="151"/>
                    </a:lnTo>
                    <a:lnTo>
                      <a:pt x="138" y="151"/>
                    </a:lnTo>
                    <a:lnTo>
                      <a:pt x="138" y="151"/>
                    </a:lnTo>
                    <a:lnTo>
                      <a:pt x="138" y="151"/>
                    </a:lnTo>
                    <a:lnTo>
                      <a:pt x="140" y="151"/>
                    </a:lnTo>
                    <a:lnTo>
                      <a:pt x="140" y="151"/>
                    </a:lnTo>
                    <a:lnTo>
                      <a:pt x="140" y="151"/>
                    </a:lnTo>
                    <a:lnTo>
                      <a:pt x="140" y="151"/>
                    </a:lnTo>
                    <a:lnTo>
                      <a:pt x="140" y="151"/>
                    </a:lnTo>
                    <a:lnTo>
                      <a:pt x="140" y="151"/>
                    </a:lnTo>
                    <a:lnTo>
                      <a:pt x="142" y="151"/>
                    </a:lnTo>
                    <a:lnTo>
                      <a:pt x="142" y="151"/>
                    </a:lnTo>
                    <a:lnTo>
                      <a:pt x="142" y="149"/>
                    </a:lnTo>
                    <a:lnTo>
                      <a:pt x="142" y="149"/>
                    </a:lnTo>
                    <a:lnTo>
                      <a:pt x="142" y="149"/>
                    </a:lnTo>
                    <a:lnTo>
                      <a:pt x="145" y="149"/>
                    </a:lnTo>
                    <a:lnTo>
                      <a:pt x="145" y="147"/>
                    </a:lnTo>
                    <a:lnTo>
                      <a:pt x="145" y="147"/>
                    </a:lnTo>
                    <a:lnTo>
                      <a:pt x="145" y="147"/>
                    </a:lnTo>
                    <a:lnTo>
                      <a:pt x="145" y="147"/>
                    </a:lnTo>
                    <a:lnTo>
                      <a:pt x="145" y="144"/>
                    </a:lnTo>
                    <a:lnTo>
                      <a:pt x="142" y="144"/>
                    </a:lnTo>
                    <a:lnTo>
                      <a:pt x="142" y="144"/>
                    </a:lnTo>
                    <a:lnTo>
                      <a:pt x="142" y="142"/>
                    </a:lnTo>
                    <a:lnTo>
                      <a:pt x="142" y="142"/>
                    </a:lnTo>
                    <a:lnTo>
                      <a:pt x="142" y="142"/>
                    </a:lnTo>
                    <a:lnTo>
                      <a:pt x="142" y="142"/>
                    </a:lnTo>
                    <a:lnTo>
                      <a:pt x="142" y="139"/>
                    </a:lnTo>
                    <a:lnTo>
                      <a:pt x="145" y="139"/>
                    </a:lnTo>
                    <a:lnTo>
                      <a:pt x="145" y="139"/>
                    </a:lnTo>
                    <a:lnTo>
                      <a:pt x="145" y="139"/>
                    </a:lnTo>
                    <a:lnTo>
                      <a:pt x="145" y="139"/>
                    </a:lnTo>
                    <a:lnTo>
                      <a:pt x="145" y="137"/>
                    </a:lnTo>
                    <a:lnTo>
                      <a:pt x="145" y="137"/>
                    </a:lnTo>
                    <a:lnTo>
                      <a:pt x="145" y="137"/>
                    </a:lnTo>
                    <a:lnTo>
                      <a:pt x="145" y="135"/>
                    </a:lnTo>
                    <a:lnTo>
                      <a:pt x="145" y="135"/>
                    </a:lnTo>
                    <a:lnTo>
                      <a:pt x="147" y="135"/>
                    </a:lnTo>
                    <a:lnTo>
                      <a:pt x="147" y="135"/>
                    </a:lnTo>
                    <a:lnTo>
                      <a:pt x="147" y="135"/>
                    </a:lnTo>
                    <a:lnTo>
                      <a:pt x="147" y="132"/>
                    </a:lnTo>
                    <a:lnTo>
                      <a:pt x="149" y="132"/>
                    </a:lnTo>
                    <a:lnTo>
                      <a:pt x="149" y="132"/>
                    </a:lnTo>
                    <a:lnTo>
                      <a:pt x="149" y="132"/>
                    </a:lnTo>
                    <a:lnTo>
                      <a:pt x="152" y="132"/>
                    </a:lnTo>
                    <a:lnTo>
                      <a:pt x="152" y="130"/>
                    </a:lnTo>
                    <a:lnTo>
                      <a:pt x="152" y="130"/>
                    </a:lnTo>
                    <a:lnTo>
                      <a:pt x="152" y="130"/>
                    </a:lnTo>
                    <a:lnTo>
                      <a:pt x="152" y="130"/>
                    </a:lnTo>
                    <a:lnTo>
                      <a:pt x="152" y="130"/>
                    </a:lnTo>
                    <a:lnTo>
                      <a:pt x="154" y="130"/>
                    </a:lnTo>
                    <a:lnTo>
                      <a:pt x="154" y="128"/>
                    </a:lnTo>
                    <a:lnTo>
                      <a:pt x="154" y="128"/>
                    </a:lnTo>
                    <a:lnTo>
                      <a:pt x="154" y="128"/>
                    </a:lnTo>
                    <a:lnTo>
                      <a:pt x="157" y="128"/>
                    </a:lnTo>
                    <a:lnTo>
                      <a:pt x="157" y="125"/>
                    </a:lnTo>
                    <a:lnTo>
                      <a:pt x="157" y="125"/>
                    </a:lnTo>
                    <a:lnTo>
                      <a:pt x="157" y="125"/>
                    </a:lnTo>
                    <a:lnTo>
                      <a:pt x="157" y="125"/>
                    </a:lnTo>
                    <a:lnTo>
                      <a:pt x="157" y="123"/>
                    </a:lnTo>
                    <a:lnTo>
                      <a:pt x="159" y="123"/>
                    </a:lnTo>
                    <a:lnTo>
                      <a:pt x="159" y="123"/>
                    </a:lnTo>
                    <a:lnTo>
                      <a:pt x="159" y="120"/>
                    </a:lnTo>
                    <a:lnTo>
                      <a:pt x="159" y="120"/>
                    </a:lnTo>
                    <a:lnTo>
                      <a:pt x="159" y="120"/>
                    </a:lnTo>
                    <a:lnTo>
                      <a:pt x="159" y="120"/>
                    </a:lnTo>
                    <a:lnTo>
                      <a:pt x="159" y="120"/>
                    </a:lnTo>
                    <a:lnTo>
                      <a:pt x="159" y="118"/>
                    </a:lnTo>
                    <a:lnTo>
                      <a:pt x="159" y="118"/>
                    </a:lnTo>
                    <a:lnTo>
                      <a:pt x="159" y="118"/>
                    </a:lnTo>
                    <a:lnTo>
                      <a:pt x="159" y="118"/>
                    </a:lnTo>
                    <a:lnTo>
                      <a:pt x="159" y="116"/>
                    </a:lnTo>
                    <a:lnTo>
                      <a:pt x="159" y="116"/>
                    </a:lnTo>
                    <a:lnTo>
                      <a:pt x="159" y="116"/>
                    </a:lnTo>
                    <a:lnTo>
                      <a:pt x="159" y="113"/>
                    </a:lnTo>
                    <a:lnTo>
                      <a:pt x="159" y="113"/>
                    </a:lnTo>
                    <a:lnTo>
                      <a:pt x="159" y="113"/>
                    </a:lnTo>
                    <a:lnTo>
                      <a:pt x="159" y="111"/>
                    </a:lnTo>
                    <a:lnTo>
                      <a:pt x="159" y="111"/>
                    </a:lnTo>
                    <a:lnTo>
                      <a:pt x="159" y="111"/>
                    </a:lnTo>
                    <a:lnTo>
                      <a:pt x="159" y="111"/>
                    </a:lnTo>
                    <a:lnTo>
                      <a:pt x="159" y="109"/>
                    </a:lnTo>
                    <a:lnTo>
                      <a:pt x="159" y="109"/>
                    </a:lnTo>
                    <a:lnTo>
                      <a:pt x="159" y="106"/>
                    </a:lnTo>
                    <a:lnTo>
                      <a:pt x="159" y="106"/>
                    </a:lnTo>
                    <a:lnTo>
                      <a:pt x="159" y="106"/>
                    </a:lnTo>
                    <a:lnTo>
                      <a:pt x="161" y="106"/>
                    </a:lnTo>
                    <a:lnTo>
                      <a:pt x="161" y="106"/>
                    </a:lnTo>
                    <a:lnTo>
                      <a:pt x="164" y="106"/>
                    </a:lnTo>
                    <a:lnTo>
                      <a:pt x="164" y="106"/>
                    </a:lnTo>
                    <a:lnTo>
                      <a:pt x="164" y="106"/>
                    </a:lnTo>
                    <a:lnTo>
                      <a:pt x="164" y="104"/>
                    </a:lnTo>
                    <a:lnTo>
                      <a:pt x="166" y="104"/>
                    </a:lnTo>
                    <a:lnTo>
                      <a:pt x="166" y="104"/>
                    </a:lnTo>
                    <a:lnTo>
                      <a:pt x="166" y="104"/>
                    </a:lnTo>
                    <a:lnTo>
                      <a:pt x="166" y="104"/>
                    </a:lnTo>
                    <a:lnTo>
                      <a:pt x="168" y="104"/>
                    </a:lnTo>
                    <a:lnTo>
                      <a:pt x="168" y="101"/>
                    </a:lnTo>
                    <a:lnTo>
                      <a:pt x="168" y="101"/>
                    </a:lnTo>
                    <a:lnTo>
                      <a:pt x="171" y="101"/>
                    </a:lnTo>
                    <a:lnTo>
                      <a:pt x="171" y="101"/>
                    </a:lnTo>
                    <a:lnTo>
                      <a:pt x="171" y="101"/>
                    </a:lnTo>
                    <a:lnTo>
                      <a:pt x="173" y="101"/>
                    </a:lnTo>
                    <a:lnTo>
                      <a:pt x="173" y="101"/>
                    </a:lnTo>
                    <a:lnTo>
                      <a:pt x="173" y="104"/>
                    </a:lnTo>
                    <a:lnTo>
                      <a:pt x="173" y="104"/>
                    </a:lnTo>
                    <a:lnTo>
                      <a:pt x="173" y="106"/>
                    </a:lnTo>
                    <a:lnTo>
                      <a:pt x="173" y="106"/>
                    </a:lnTo>
                    <a:lnTo>
                      <a:pt x="171" y="106"/>
                    </a:lnTo>
                    <a:lnTo>
                      <a:pt x="171" y="106"/>
                    </a:lnTo>
                    <a:lnTo>
                      <a:pt x="171" y="106"/>
                    </a:lnTo>
                    <a:lnTo>
                      <a:pt x="171" y="106"/>
                    </a:lnTo>
                    <a:lnTo>
                      <a:pt x="171" y="109"/>
                    </a:lnTo>
                    <a:lnTo>
                      <a:pt x="171" y="109"/>
                    </a:lnTo>
                    <a:lnTo>
                      <a:pt x="171" y="109"/>
                    </a:lnTo>
                    <a:lnTo>
                      <a:pt x="171" y="109"/>
                    </a:lnTo>
                    <a:lnTo>
                      <a:pt x="168" y="109"/>
                    </a:lnTo>
                    <a:lnTo>
                      <a:pt x="168" y="111"/>
                    </a:lnTo>
                    <a:lnTo>
                      <a:pt x="168" y="111"/>
                    </a:lnTo>
                    <a:lnTo>
                      <a:pt x="168" y="111"/>
                    </a:lnTo>
                    <a:lnTo>
                      <a:pt x="166" y="111"/>
                    </a:lnTo>
                    <a:lnTo>
                      <a:pt x="166" y="111"/>
                    </a:lnTo>
                    <a:lnTo>
                      <a:pt x="166" y="113"/>
                    </a:lnTo>
                    <a:lnTo>
                      <a:pt x="166" y="113"/>
                    </a:lnTo>
                    <a:lnTo>
                      <a:pt x="166" y="116"/>
                    </a:lnTo>
                    <a:lnTo>
                      <a:pt x="166" y="116"/>
                    </a:lnTo>
                    <a:lnTo>
                      <a:pt x="166" y="118"/>
                    </a:lnTo>
                    <a:lnTo>
                      <a:pt x="166" y="118"/>
                    </a:lnTo>
                    <a:lnTo>
                      <a:pt x="166" y="118"/>
                    </a:lnTo>
                    <a:lnTo>
                      <a:pt x="166" y="120"/>
                    </a:lnTo>
                    <a:lnTo>
                      <a:pt x="166" y="120"/>
                    </a:lnTo>
                    <a:lnTo>
                      <a:pt x="166" y="120"/>
                    </a:lnTo>
                    <a:lnTo>
                      <a:pt x="166" y="120"/>
                    </a:lnTo>
                    <a:lnTo>
                      <a:pt x="168" y="120"/>
                    </a:lnTo>
                    <a:lnTo>
                      <a:pt x="168" y="120"/>
                    </a:lnTo>
                    <a:lnTo>
                      <a:pt x="171" y="120"/>
                    </a:lnTo>
                    <a:lnTo>
                      <a:pt x="171" y="120"/>
                    </a:lnTo>
                    <a:lnTo>
                      <a:pt x="171" y="120"/>
                    </a:lnTo>
                    <a:lnTo>
                      <a:pt x="173" y="120"/>
                    </a:lnTo>
                    <a:lnTo>
                      <a:pt x="173" y="120"/>
                    </a:lnTo>
                    <a:lnTo>
                      <a:pt x="173" y="120"/>
                    </a:lnTo>
                    <a:lnTo>
                      <a:pt x="173" y="120"/>
                    </a:lnTo>
                    <a:lnTo>
                      <a:pt x="173" y="118"/>
                    </a:lnTo>
                    <a:lnTo>
                      <a:pt x="173" y="118"/>
                    </a:lnTo>
                    <a:lnTo>
                      <a:pt x="173" y="118"/>
                    </a:lnTo>
                    <a:lnTo>
                      <a:pt x="176" y="118"/>
                    </a:lnTo>
                    <a:lnTo>
                      <a:pt x="176" y="118"/>
                    </a:lnTo>
                    <a:lnTo>
                      <a:pt x="176" y="116"/>
                    </a:lnTo>
                    <a:lnTo>
                      <a:pt x="178" y="116"/>
                    </a:lnTo>
                    <a:lnTo>
                      <a:pt x="178" y="116"/>
                    </a:lnTo>
                    <a:lnTo>
                      <a:pt x="178" y="116"/>
                    </a:lnTo>
                    <a:lnTo>
                      <a:pt x="180" y="116"/>
                    </a:lnTo>
                    <a:lnTo>
                      <a:pt x="180" y="116"/>
                    </a:lnTo>
                    <a:lnTo>
                      <a:pt x="180" y="116"/>
                    </a:lnTo>
                    <a:lnTo>
                      <a:pt x="180" y="116"/>
                    </a:lnTo>
                    <a:lnTo>
                      <a:pt x="183" y="116"/>
                    </a:lnTo>
                    <a:lnTo>
                      <a:pt x="183" y="116"/>
                    </a:lnTo>
                    <a:lnTo>
                      <a:pt x="183" y="113"/>
                    </a:lnTo>
                    <a:lnTo>
                      <a:pt x="185" y="113"/>
                    </a:lnTo>
                    <a:lnTo>
                      <a:pt x="185" y="113"/>
                    </a:lnTo>
                    <a:lnTo>
                      <a:pt x="185" y="113"/>
                    </a:lnTo>
                    <a:lnTo>
                      <a:pt x="185" y="113"/>
                    </a:lnTo>
                    <a:lnTo>
                      <a:pt x="187" y="113"/>
                    </a:lnTo>
                    <a:lnTo>
                      <a:pt x="187" y="113"/>
                    </a:lnTo>
                    <a:lnTo>
                      <a:pt x="187" y="111"/>
                    </a:lnTo>
                    <a:lnTo>
                      <a:pt x="187" y="111"/>
                    </a:lnTo>
                    <a:lnTo>
                      <a:pt x="187" y="111"/>
                    </a:lnTo>
                    <a:lnTo>
                      <a:pt x="190" y="111"/>
                    </a:lnTo>
                    <a:lnTo>
                      <a:pt x="190" y="111"/>
                    </a:lnTo>
                    <a:lnTo>
                      <a:pt x="192" y="111"/>
                    </a:lnTo>
                    <a:lnTo>
                      <a:pt x="192" y="111"/>
                    </a:lnTo>
                    <a:lnTo>
                      <a:pt x="192" y="111"/>
                    </a:lnTo>
                    <a:lnTo>
                      <a:pt x="192" y="111"/>
                    </a:lnTo>
                    <a:lnTo>
                      <a:pt x="194" y="111"/>
                    </a:lnTo>
                    <a:lnTo>
                      <a:pt x="194" y="109"/>
                    </a:lnTo>
                    <a:lnTo>
                      <a:pt x="194" y="109"/>
                    </a:lnTo>
                    <a:lnTo>
                      <a:pt x="194" y="109"/>
                    </a:lnTo>
                    <a:lnTo>
                      <a:pt x="197" y="109"/>
                    </a:lnTo>
                    <a:lnTo>
                      <a:pt x="197" y="106"/>
                    </a:lnTo>
                    <a:lnTo>
                      <a:pt x="197" y="106"/>
                    </a:lnTo>
                    <a:lnTo>
                      <a:pt x="197" y="106"/>
                    </a:lnTo>
                    <a:lnTo>
                      <a:pt x="199" y="106"/>
                    </a:lnTo>
                    <a:lnTo>
                      <a:pt x="199" y="106"/>
                    </a:lnTo>
                    <a:lnTo>
                      <a:pt x="199" y="106"/>
                    </a:lnTo>
                    <a:lnTo>
                      <a:pt x="199" y="104"/>
                    </a:lnTo>
                    <a:lnTo>
                      <a:pt x="199" y="104"/>
                    </a:lnTo>
                    <a:lnTo>
                      <a:pt x="199" y="104"/>
                    </a:lnTo>
                    <a:lnTo>
                      <a:pt x="199" y="101"/>
                    </a:lnTo>
                    <a:lnTo>
                      <a:pt x="202" y="101"/>
                    </a:lnTo>
                    <a:lnTo>
                      <a:pt x="202" y="101"/>
                    </a:lnTo>
                    <a:lnTo>
                      <a:pt x="202" y="101"/>
                    </a:lnTo>
                    <a:lnTo>
                      <a:pt x="202" y="101"/>
                    </a:lnTo>
                    <a:lnTo>
                      <a:pt x="204" y="101"/>
                    </a:lnTo>
                    <a:lnTo>
                      <a:pt x="204" y="99"/>
                    </a:lnTo>
                    <a:lnTo>
                      <a:pt x="204" y="99"/>
                    </a:lnTo>
                    <a:lnTo>
                      <a:pt x="204" y="97"/>
                    </a:lnTo>
                    <a:lnTo>
                      <a:pt x="204" y="97"/>
                    </a:lnTo>
                    <a:lnTo>
                      <a:pt x="204" y="97"/>
                    </a:lnTo>
                    <a:lnTo>
                      <a:pt x="204" y="94"/>
                    </a:lnTo>
                    <a:lnTo>
                      <a:pt x="204" y="94"/>
                    </a:lnTo>
                    <a:lnTo>
                      <a:pt x="204" y="94"/>
                    </a:lnTo>
                    <a:lnTo>
                      <a:pt x="206" y="94"/>
                    </a:lnTo>
                    <a:lnTo>
                      <a:pt x="206" y="94"/>
                    </a:lnTo>
                    <a:lnTo>
                      <a:pt x="206" y="92"/>
                    </a:lnTo>
                    <a:lnTo>
                      <a:pt x="206" y="92"/>
                    </a:lnTo>
                    <a:lnTo>
                      <a:pt x="209" y="92"/>
                    </a:lnTo>
                    <a:lnTo>
                      <a:pt x="209" y="92"/>
                    </a:lnTo>
                    <a:lnTo>
                      <a:pt x="209" y="92"/>
                    </a:lnTo>
                    <a:lnTo>
                      <a:pt x="211" y="92"/>
                    </a:lnTo>
                    <a:lnTo>
                      <a:pt x="211" y="92"/>
                    </a:lnTo>
                    <a:lnTo>
                      <a:pt x="211" y="92"/>
                    </a:lnTo>
                    <a:lnTo>
                      <a:pt x="211" y="92"/>
                    </a:lnTo>
                    <a:lnTo>
                      <a:pt x="213" y="92"/>
                    </a:lnTo>
                    <a:lnTo>
                      <a:pt x="213" y="90"/>
                    </a:lnTo>
                    <a:lnTo>
                      <a:pt x="213" y="90"/>
                    </a:lnTo>
                    <a:lnTo>
                      <a:pt x="213" y="90"/>
                    </a:lnTo>
                    <a:lnTo>
                      <a:pt x="213" y="90"/>
                    </a:lnTo>
                    <a:lnTo>
                      <a:pt x="216" y="90"/>
                    </a:lnTo>
                    <a:lnTo>
                      <a:pt x="216" y="87"/>
                    </a:lnTo>
                    <a:lnTo>
                      <a:pt x="216" y="87"/>
                    </a:lnTo>
                    <a:lnTo>
                      <a:pt x="216" y="87"/>
                    </a:lnTo>
                    <a:lnTo>
                      <a:pt x="218" y="87"/>
                    </a:lnTo>
                    <a:lnTo>
                      <a:pt x="218" y="85"/>
                    </a:lnTo>
                    <a:lnTo>
                      <a:pt x="218" y="85"/>
                    </a:lnTo>
                    <a:lnTo>
                      <a:pt x="218" y="83"/>
                    </a:lnTo>
                    <a:lnTo>
                      <a:pt x="218" y="83"/>
                    </a:lnTo>
                    <a:lnTo>
                      <a:pt x="218" y="80"/>
                    </a:lnTo>
                    <a:lnTo>
                      <a:pt x="218" y="80"/>
                    </a:lnTo>
                    <a:lnTo>
                      <a:pt x="218" y="80"/>
                    </a:lnTo>
                    <a:lnTo>
                      <a:pt x="218" y="80"/>
                    </a:lnTo>
                    <a:lnTo>
                      <a:pt x="218" y="78"/>
                    </a:lnTo>
                    <a:lnTo>
                      <a:pt x="218" y="78"/>
                    </a:lnTo>
                    <a:lnTo>
                      <a:pt x="218" y="78"/>
                    </a:lnTo>
                    <a:lnTo>
                      <a:pt x="220" y="78"/>
                    </a:lnTo>
                    <a:lnTo>
                      <a:pt x="220" y="75"/>
                    </a:lnTo>
                    <a:lnTo>
                      <a:pt x="220" y="75"/>
                    </a:lnTo>
                    <a:lnTo>
                      <a:pt x="220" y="75"/>
                    </a:lnTo>
                    <a:lnTo>
                      <a:pt x="220" y="73"/>
                    </a:lnTo>
                    <a:lnTo>
                      <a:pt x="220" y="73"/>
                    </a:lnTo>
                    <a:lnTo>
                      <a:pt x="220" y="73"/>
                    </a:lnTo>
                    <a:lnTo>
                      <a:pt x="220" y="71"/>
                    </a:lnTo>
                    <a:lnTo>
                      <a:pt x="223" y="71"/>
                    </a:lnTo>
                    <a:lnTo>
                      <a:pt x="223" y="71"/>
                    </a:lnTo>
                    <a:lnTo>
                      <a:pt x="223" y="71"/>
                    </a:lnTo>
                    <a:lnTo>
                      <a:pt x="225" y="71"/>
                    </a:lnTo>
                    <a:lnTo>
                      <a:pt x="225" y="71"/>
                    </a:lnTo>
                    <a:lnTo>
                      <a:pt x="225" y="68"/>
                    </a:lnTo>
                    <a:lnTo>
                      <a:pt x="225" y="68"/>
                    </a:lnTo>
                    <a:lnTo>
                      <a:pt x="225" y="68"/>
                    </a:lnTo>
                    <a:lnTo>
                      <a:pt x="225" y="66"/>
                    </a:lnTo>
                    <a:lnTo>
                      <a:pt x="225" y="66"/>
                    </a:lnTo>
                    <a:lnTo>
                      <a:pt x="225" y="66"/>
                    </a:lnTo>
                    <a:lnTo>
                      <a:pt x="225" y="64"/>
                    </a:lnTo>
                    <a:lnTo>
                      <a:pt x="225" y="64"/>
                    </a:lnTo>
                    <a:lnTo>
                      <a:pt x="225" y="61"/>
                    </a:lnTo>
                    <a:lnTo>
                      <a:pt x="228" y="61"/>
                    </a:lnTo>
                    <a:lnTo>
                      <a:pt x="228" y="61"/>
                    </a:lnTo>
                    <a:lnTo>
                      <a:pt x="228" y="61"/>
                    </a:lnTo>
                    <a:lnTo>
                      <a:pt x="228" y="59"/>
                    </a:lnTo>
                    <a:lnTo>
                      <a:pt x="228" y="59"/>
                    </a:lnTo>
                    <a:lnTo>
                      <a:pt x="228" y="59"/>
                    </a:lnTo>
                    <a:lnTo>
                      <a:pt x="228" y="56"/>
                    </a:lnTo>
                    <a:lnTo>
                      <a:pt x="230" y="56"/>
                    </a:lnTo>
                    <a:lnTo>
                      <a:pt x="230" y="56"/>
                    </a:lnTo>
                    <a:lnTo>
                      <a:pt x="230" y="56"/>
                    </a:lnTo>
                    <a:lnTo>
                      <a:pt x="230" y="54"/>
                    </a:lnTo>
                    <a:lnTo>
                      <a:pt x="230" y="54"/>
                    </a:lnTo>
                    <a:lnTo>
                      <a:pt x="230" y="52"/>
                    </a:lnTo>
                    <a:lnTo>
                      <a:pt x="230" y="52"/>
                    </a:lnTo>
                    <a:lnTo>
                      <a:pt x="230" y="52"/>
                    </a:lnTo>
                    <a:lnTo>
                      <a:pt x="230" y="52"/>
                    </a:lnTo>
                    <a:lnTo>
                      <a:pt x="230" y="49"/>
                    </a:lnTo>
                    <a:lnTo>
                      <a:pt x="230" y="49"/>
                    </a:lnTo>
                    <a:lnTo>
                      <a:pt x="230" y="47"/>
                    </a:lnTo>
                    <a:lnTo>
                      <a:pt x="230" y="47"/>
                    </a:lnTo>
                    <a:lnTo>
                      <a:pt x="230" y="47"/>
                    </a:lnTo>
                    <a:lnTo>
                      <a:pt x="230" y="45"/>
                    </a:lnTo>
                    <a:lnTo>
                      <a:pt x="230" y="45"/>
                    </a:lnTo>
                    <a:lnTo>
                      <a:pt x="230" y="45"/>
                    </a:lnTo>
                    <a:lnTo>
                      <a:pt x="230" y="42"/>
                    </a:lnTo>
                    <a:lnTo>
                      <a:pt x="228" y="42"/>
                    </a:lnTo>
                    <a:lnTo>
                      <a:pt x="228" y="42"/>
                    </a:lnTo>
                    <a:lnTo>
                      <a:pt x="228" y="45"/>
                    </a:lnTo>
                    <a:lnTo>
                      <a:pt x="225" y="45"/>
                    </a:lnTo>
                    <a:lnTo>
                      <a:pt x="225" y="45"/>
                    </a:lnTo>
                    <a:lnTo>
                      <a:pt x="225" y="45"/>
                    </a:lnTo>
                    <a:lnTo>
                      <a:pt x="223" y="45"/>
                    </a:lnTo>
                    <a:lnTo>
                      <a:pt x="223" y="42"/>
                    </a:lnTo>
                    <a:lnTo>
                      <a:pt x="223" y="42"/>
                    </a:lnTo>
                    <a:lnTo>
                      <a:pt x="223" y="42"/>
                    </a:lnTo>
                    <a:lnTo>
                      <a:pt x="223" y="42"/>
                    </a:lnTo>
                    <a:lnTo>
                      <a:pt x="223" y="40"/>
                    </a:lnTo>
                    <a:lnTo>
                      <a:pt x="223" y="40"/>
                    </a:lnTo>
                    <a:lnTo>
                      <a:pt x="223" y="40"/>
                    </a:lnTo>
                    <a:lnTo>
                      <a:pt x="223" y="40"/>
                    </a:lnTo>
                    <a:lnTo>
                      <a:pt x="225" y="40"/>
                    </a:lnTo>
                    <a:lnTo>
                      <a:pt x="225" y="40"/>
                    </a:lnTo>
                    <a:lnTo>
                      <a:pt x="225" y="40"/>
                    </a:lnTo>
                    <a:lnTo>
                      <a:pt x="228" y="40"/>
                    </a:lnTo>
                    <a:lnTo>
                      <a:pt x="228" y="40"/>
                    </a:lnTo>
                    <a:lnTo>
                      <a:pt x="228" y="40"/>
                    </a:lnTo>
                    <a:lnTo>
                      <a:pt x="228" y="37"/>
                    </a:lnTo>
                    <a:lnTo>
                      <a:pt x="228" y="37"/>
                    </a:lnTo>
                    <a:lnTo>
                      <a:pt x="230" y="37"/>
                    </a:lnTo>
                    <a:lnTo>
                      <a:pt x="230" y="35"/>
                    </a:lnTo>
                    <a:lnTo>
                      <a:pt x="230" y="35"/>
                    </a:lnTo>
                    <a:lnTo>
                      <a:pt x="230" y="33"/>
                    </a:lnTo>
                    <a:lnTo>
                      <a:pt x="230" y="33"/>
                    </a:lnTo>
                    <a:lnTo>
                      <a:pt x="230" y="33"/>
                    </a:lnTo>
                    <a:lnTo>
                      <a:pt x="230" y="33"/>
                    </a:lnTo>
                    <a:lnTo>
                      <a:pt x="230" y="30"/>
                    </a:lnTo>
                    <a:lnTo>
                      <a:pt x="230" y="30"/>
                    </a:lnTo>
                    <a:lnTo>
                      <a:pt x="228" y="30"/>
                    </a:lnTo>
                    <a:lnTo>
                      <a:pt x="228" y="30"/>
                    </a:lnTo>
                    <a:lnTo>
                      <a:pt x="228" y="28"/>
                    </a:lnTo>
                    <a:lnTo>
                      <a:pt x="228" y="28"/>
                    </a:lnTo>
                    <a:lnTo>
                      <a:pt x="228" y="26"/>
                    </a:lnTo>
                    <a:lnTo>
                      <a:pt x="228" y="26"/>
                    </a:lnTo>
                    <a:lnTo>
                      <a:pt x="225" y="26"/>
                    </a:lnTo>
                    <a:lnTo>
                      <a:pt x="225" y="26"/>
                    </a:lnTo>
                    <a:lnTo>
                      <a:pt x="225" y="23"/>
                    </a:lnTo>
                    <a:lnTo>
                      <a:pt x="228" y="23"/>
                    </a:lnTo>
                    <a:lnTo>
                      <a:pt x="228" y="23"/>
                    </a:lnTo>
                    <a:lnTo>
                      <a:pt x="228" y="23"/>
                    </a:lnTo>
                    <a:lnTo>
                      <a:pt x="228" y="21"/>
                    </a:lnTo>
                    <a:lnTo>
                      <a:pt x="230" y="21"/>
                    </a:lnTo>
                    <a:lnTo>
                      <a:pt x="230" y="21"/>
                    </a:lnTo>
                    <a:lnTo>
                      <a:pt x="230" y="21"/>
                    </a:lnTo>
                    <a:lnTo>
                      <a:pt x="230" y="21"/>
                    </a:lnTo>
                    <a:lnTo>
                      <a:pt x="230" y="21"/>
                    </a:lnTo>
                    <a:lnTo>
                      <a:pt x="232" y="21"/>
                    </a:lnTo>
                    <a:lnTo>
                      <a:pt x="232" y="21"/>
                    </a:lnTo>
                    <a:lnTo>
                      <a:pt x="232" y="21"/>
                    </a:lnTo>
                    <a:lnTo>
                      <a:pt x="235" y="21"/>
                    </a:lnTo>
                    <a:lnTo>
                      <a:pt x="235" y="19"/>
                    </a:lnTo>
                    <a:lnTo>
                      <a:pt x="235" y="19"/>
                    </a:lnTo>
                    <a:lnTo>
                      <a:pt x="235" y="19"/>
                    </a:lnTo>
                    <a:lnTo>
                      <a:pt x="235" y="16"/>
                    </a:lnTo>
                    <a:lnTo>
                      <a:pt x="237" y="16"/>
                    </a:lnTo>
                    <a:lnTo>
                      <a:pt x="237" y="16"/>
                    </a:lnTo>
                    <a:lnTo>
                      <a:pt x="237" y="14"/>
                    </a:lnTo>
                    <a:lnTo>
                      <a:pt x="237" y="14"/>
                    </a:lnTo>
                    <a:lnTo>
                      <a:pt x="237" y="11"/>
                    </a:lnTo>
                    <a:lnTo>
                      <a:pt x="235" y="11"/>
                    </a:lnTo>
                    <a:lnTo>
                      <a:pt x="235" y="11"/>
                    </a:lnTo>
                    <a:lnTo>
                      <a:pt x="235" y="11"/>
                    </a:lnTo>
                    <a:lnTo>
                      <a:pt x="235" y="11"/>
                    </a:lnTo>
                    <a:lnTo>
                      <a:pt x="235" y="11"/>
                    </a:lnTo>
                    <a:lnTo>
                      <a:pt x="237" y="11"/>
                    </a:lnTo>
                    <a:lnTo>
                      <a:pt x="237" y="9"/>
                    </a:lnTo>
                    <a:lnTo>
                      <a:pt x="237" y="9"/>
                    </a:lnTo>
                    <a:lnTo>
                      <a:pt x="237" y="9"/>
                    </a:lnTo>
                    <a:lnTo>
                      <a:pt x="237" y="7"/>
                    </a:lnTo>
                    <a:lnTo>
                      <a:pt x="237" y="7"/>
                    </a:lnTo>
                    <a:lnTo>
                      <a:pt x="237" y="9"/>
                    </a:lnTo>
                    <a:lnTo>
                      <a:pt x="239" y="9"/>
                    </a:lnTo>
                    <a:lnTo>
                      <a:pt x="239" y="9"/>
                    </a:lnTo>
                    <a:lnTo>
                      <a:pt x="239" y="9"/>
                    </a:lnTo>
                    <a:lnTo>
                      <a:pt x="239" y="9"/>
                    </a:lnTo>
                    <a:lnTo>
                      <a:pt x="239" y="9"/>
                    </a:lnTo>
                    <a:lnTo>
                      <a:pt x="242" y="9"/>
                    </a:lnTo>
                    <a:lnTo>
                      <a:pt x="242" y="9"/>
                    </a:lnTo>
                    <a:lnTo>
                      <a:pt x="244" y="9"/>
                    </a:lnTo>
                    <a:lnTo>
                      <a:pt x="244" y="9"/>
                    </a:lnTo>
                    <a:lnTo>
                      <a:pt x="244" y="9"/>
                    </a:lnTo>
                    <a:lnTo>
                      <a:pt x="244" y="11"/>
                    </a:lnTo>
                    <a:lnTo>
                      <a:pt x="244" y="11"/>
                    </a:lnTo>
                    <a:lnTo>
                      <a:pt x="244" y="11"/>
                    </a:lnTo>
                    <a:lnTo>
                      <a:pt x="244" y="14"/>
                    </a:lnTo>
                    <a:lnTo>
                      <a:pt x="244" y="14"/>
                    </a:lnTo>
                    <a:lnTo>
                      <a:pt x="244" y="16"/>
                    </a:lnTo>
                    <a:lnTo>
                      <a:pt x="244" y="16"/>
                    </a:lnTo>
                    <a:lnTo>
                      <a:pt x="244" y="16"/>
                    </a:lnTo>
                    <a:lnTo>
                      <a:pt x="244" y="19"/>
                    </a:lnTo>
                    <a:lnTo>
                      <a:pt x="247" y="19"/>
                    </a:lnTo>
                    <a:lnTo>
                      <a:pt x="247" y="19"/>
                    </a:lnTo>
                    <a:lnTo>
                      <a:pt x="247" y="19"/>
                    </a:lnTo>
                    <a:lnTo>
                      <a:pt x="247" y="16"/>
                    </a:lnTo>
                    <a:lnTo>
                      <a:pt x="247" y="16"/>
                    </a:lnTo>
                    <a:lnTo>
                      <a:pt x="247" y="14"/>
                    </a:lnTo>
                    <a:lnTo>
                      <a:pt x="247" y="14"/>
                    </a:lnTo>
                    <a:lnTo>
                      <a:pt x="249" y="14"/>
                    </a:lnTo>
                    <a:lnTo>
                      <a:pt x="249" y="14"/>
                    </a:lnTo>
                    <a:lnTo>
                      <a:pt x="249" y="14"/>
                    </a:lnTo>
                    <a:lnTo>
                      <a:pt x="251" y="14"/>
                    </a:lnTo>
                    <a:lnTo>
                      <a:pt x="251" y="14"/>
                    </a:lnTo>
                    <a:lnTo>
                      <a:pt x="251" y="16"/>
                    </a:lnTo>
                    <a:lnTo>
                      <a:pt x="251" y="16"/>
                    </a:lnTo>
                    <a:lnTo>
                      <a:pt x="254" y="16"/>
                    </a:lnTo>
                    <a:lnTo>
                      <a:pt x="254" y="16"/>
                    </a:lnTo>
                    <a:lnTo>
                      <a:pt x="254" y="16"/>
                    </a:lnTo>
                    <a:lnTo>
                      <a:pt x="254" y="16"/>
                    </a:lnTo>
                    <a:lnTo>
                      <a:pt x="254" y="16"/>
                    </a:lnTo>
                    <a:lnTo>
                      <a:pt x="256" y="16"/>
                    </a:lnTo>
                    <a:lnTo>
                      <a:pt x="256" y="14"/>
                    </a:lnTo>
                    <a:lnTo>
                      <a:pt x="256" y="14"/>
                    </a:lnTo>
                    <a:lnTo>
                      <a:pt x="256" y="11"/>
                    </a:lnTo>
                    <a:lnTo>
                      <a:pt x="256" y="11"/>
                    </a:lnTo>
                    <a:lnTo>
                      <a:pt x="256" y="11"/>
                    </a:lnTo>
                    <a:lnTo>
                      <a:pt x="256" y="11"/>
                    </a:lnTo>
                    <a:lnTo>
                      <a:pt x="256" y="9"/>
                    </a:lnTo>
                    <a:lnTo>
                      <a:pt x="256" y="9"/>
                    </a:lnTo>
                    <a:lnTo>
                      <a:pt x="256" y="9"/>
                    </a:lnTo>
                    <a:lnTo>
                      <a:pt x="254" y="9"/>
                    </a:lnTo>
                    <a:lnTo>
                      <a:pt x="254" y="9"/>
                    </a:lnTo>
                    <a:lnTo>
                      <a:pt x="254" y="9"/>
                    </a:lnTo>
                    <a:lnTo>
                      <a:pt x="254" y="11"/>
                    </a:lnTo>
                    <a:lnTo>
                      <a:pt x="254" y="11"/>
                    </a:lnTo>
                    <a:lnTo>
                      <a:pt x="251" y="11"/>
                    </a:lnTo>
                    <a:lnTo>
                      <a:pt x="251" y="11"/>
                    </a:lnTo>
                    <a:lnTo>
                      <a:pt x="251" y="11"/>
                    </a:lnTo>
                    <a:lnTo>
                      <a:pt x="249" y="11"/>
                    </a:lnTo>
                    <a:lnTo>
                      <a:pt x="249" y="11"/>
                    </a:lnTo>
                    <a:lnTo>
                      <a:pt x="249" y="11"/>
                    </a:lnTo>
                    <a:lnTo>
                      <a:pt x="247" y="11"/>
                    </a:lnTo>
                    <a:lnTo>
                      <a:pt x="247" y="11"/>
                    </a:lnTo>
                    <a:lnTo>
                      <a:pt x="247" y="11"/>
                    </a:lnTo>
                    <a:lnTo>
                      <a:pt x="247" y="11"/>
                    </a:lnTo>
                    <a:lnTo>
                      <a:pt x="247" y="9"/>
                    </a:lnTo>
                    <a:lnTo>
                      <a:pt x="247" y="9"/>
                    </a:lnTo>
                    <a:lnTo>
                      <a:pt x="247" y="7"/>
                    </a:lnTo>
                    <a:lnTo>
                      <a:pt x="247" y="7"/>
                    </a:lnTo>
                    <a:lnTo>
                      <a:pt x="247" y="7"/>
                    </a:lnTo>
                    <a:lnTo>
                      <a:pt x="247" y="4"/>
                    </a:lnTo>
                    <a:lnTo>
                      <a:pt x="247" y="4"/>
                    </a:lnTo>
                    <a:lnTo>
                      <a:pt x="247" y="4"/>
                    </a:lnTo>
                    <a:lnTo>
                      <a:pt x="247" y="2"/>
                    </a:lnTo>
                    <a:lnTo>
                      <a:pt x="249" y="2"/>
                    </a:lnTo>
                    <a:lnTo>
                      <a:pt x="249" y="2"/>
                    </a:lnTo>
                    <a:lnTo>
                      <a:pt x="249" y="2"/>
                    </a:lnTo>
                    <a:lnTo>
                      <a:pt x="249" y="0"/>
                    </a:lnTo>
                    <a:lnTo>
                      <a:pt x="249" y="0"/>
                    </a:lnTo>
                    <a:lnTo>
                      <a:pt x="251" y="0"/>
                    </a:lnTo>
                    <a:lnTo>
                      <a:pt x="251" y="2"/>
                    </a:lnTo>
                    <a:lnTo>
                      <a:pt x="251" y="2"/>
                    </a:lnTo>
                    <a:lnTo>
                      <a:pt x="251" y="2"/>
                    </a:lnTo>
                    <a:lnTo>
                      <a:pt x="251" y="2"/>
                    </a:lnTo>
                    <a:lnTo>
                      <a:pt x="254" y="2"/>
                    </a:lnTo>
                    <a:lnTo>
                      <a:pt x="254" y="2"/>
                    </a:lnTo>
                    <a:lnTo>
                      <a:pt x="254" y="2"/>
                    </a:lnTo>
                    <a:lnTo>
                      <a:pt x="254" y="2"/>
                    </a:lnTo>
                    <a:lnTo>
                      <a:pt x="254" y="4"/>
                    </a:lnTo>
                    <a:lnTo>
                      <a:pt x="256" y="4"/>
                    </a:lnTo>
                    <a:lnTo>
                      <a:pt x="256" y="4"/>
                    </a:lnTo>
                    <a:lnTo>
                      <a:pt x="256" y="4"/>
                    </a:lnTo>
                    <a:lnTo>
                      <a:pt x="258" y="4"/>
                    </a:lnTo>
                    <a:lnTo>
                      <a:pt x="258" y="4"/>
                    </a:lnTo>
                    <a:lnTo>
                      <a:pt x="258" y="4"/>
                    </a:lnTo>
                    <a:lnTo>
                      <a:pt x="258" y="4"/>
                    </a:lnTo>
                    <a:lnTo>
                      <a:pt x="261" y="4"/>
                    </a:lnTo>
                    <a:lnTo>
                      <a:pt x="261" y="2"/>
                    </a:lnTo>
                    <a:lnTo>
                      <a:pt x="261" y="2"/>
                    </a:lnTo>
                    <a:lnTo>
                      <a:pt x="263" y="2"/>
                    </a:lnTo>
                    <a:lnTo>
                      <a:pt x="263" y="4"/>
                    </a:lnTo>
                    <a:lnTo>
                      <a:pt x="263" y="4"/>
                    </a:lnTo>
                    <a:lnTo>
                      <a:pt x="261" y="4"/>
                    </a:lnTo>
                    <a:lnTo>
                      <a:pt x="261" y="7"/>
                    </a:lnTo>
                    <a:lnTo>
                      <a:pt x="261" y="7"/>
                    </a:lnTo>
                    <a:lnTo>
                      <a:pt x="261" y="9"/>
                    </a:lnTo>
                    <a:lnTo>
                      <a:pt x="261" y="9"/>
                    </a:lnTo>
                    <a:lnTo>
                      <a:pt x="261" y="9"/>
                    </a:lnTo>
                    <a:lnTo>
                      <a:pt x="261" y="11"/>
                    </a:lnTo>
                    <a:lnTo>
                      <a:pt x="261" y="11"/>
                    </a:lnTo>
                    <a:lnTo>
                      <a:pt x="261" y="11"/>
                    </a:lnTo>
                    <a:lnTo>
                      <a:pt x="261" y="14"/>
                    </a:lnTo>
                    <a:lnTo>
                      <a:pt x="261" y="14"/>
                    </a:lnTo>
                    <a:lnTo>
                      <a:pt x="261" y="16"/>
                    </a:lnTo>
                    <a:lnTo>
                      <a:pt x="261" y="16"/>
                    </a:lnTo>
                    <a:lnTo>
                      <a:pt x="261" y="19"/>
                    </a:lnTo>
                    <a:lnTo>
                      <a:pt x="261" y="19"/>
                    </a:lnTo>
                    <a:lnTo>
                      <a:pt x="261" y="21"/>
                    </a:lnTo>
                    <a:lnTo>
                      <a:pt x="261" y="21"/>
                    </a:lnTo>
                    <a:lnTo>
                      <a:pt x="261" y="21"/>
                    </a:lnTo>
                    <a:lnTo>
                      <a:pt x="261" y="21"/>
                    </a:lnTo>
                    <a:lnTo>
                      <a:pt x="261" y="23"/>
                    </a:lnTo>
                    <a:lnTo>
                      <a:pt x="261" y="23"/>
                    </a:lnTo>
                    <a:lnTo>
                      <a:pt x="263" y="23"/>
                    </a:lnTo>
                    <a:lnTo>
                      <a:pt x="263" y="26"/>
                    </a:lnTo>
                    <a:lnTo>
                      <a:pt x="263" y="26"/>
                    </a:lnTo>
                    <a:lnTo>
                      <a:pt x="263" y="26"/>
                    </a:lnTo>
                    <a:lnTo>
                      <a:pt x="263" y="26"/>
                    </a:lnTo>
                    <a:lnTo>
                      <a:pt x="265" y="26"/>
                    </a:lnTo>
                    <a:lnTo>
                      <a:pt x="265" y="28"/>
                    </a:lnTo>
                    <a:lnTo>
                      <a:pt x="265" y="28"/>
                    </a:lnTo>
                    <a:lnTo>
                      <a:pt x="265" y="28"/>
                    </a:lnTo>
                    <a:lnTo>
                      <a:pt x="265" y="28"/>
                    </a:lnTo>
                    <a:lnTo>
                      <a:pt x="268" y="28"/>
                    </a:lnTo>
                    <a:lnTo>
                      <a:pt x="268" y="30"/>
                    </a:lnTo>
                    <a:lnTo>
                      <a:pt x="268" y="30"/>
                    </a:lnTo>
                    <a:lnTo>
                      <a:pt x="268" y="30"/>
                    </a:lnTo>
                    <a:lnTo>
                      <a:pt x="268" y="33"/>
                    </a:lnTo>
                    <a:lnTo>
                      <a:pt x="270" y="33"/>
                    </a:lnTo>
                    <a:lnTo>
                      <a:pt x="270" y="33"/>
                    </a:lnTo>
                    <a:lnTo>
                      <a:pt x="270" y="33"/>
                    </a:lnTo>
                    <a:lnTo>
                      <a:pt x="270" y="35"/>
                    </a:lnTo>
                    <a:lnTo>
                      <a:pt x="270" y="35"/>
                    </a:lnTo>
                    <a:lnTo>
                      <a:pt x="270" y="35"/>
                    </a:lnTo>
                    <a:lnTo>
                      <a:pt x="270" y="35"/>
                    </a:lnTo>
                    <a:lnTo>
                      <a:pt x="270" y="37"/>
                    </a:lnTo>
                    <a:lnTo>
                      <a:pt x="270" y="37"/>
                    </a:lnTo>
                    <a:lnTo>
                      <a:pt x="270" y="37"/>
                    </a:lnTo>
                    <a:lnTo>
                      <a:pt x="270" y="37"/>
                    </a:lnTo>
                    <a:lnTo>
                      <a:pt x="270" y="40"/>
                    </a:lnTo>
                    <a:lnTo>
                      <a:pt x="273" y="40"/>
                    </a:lnTo>
                    <a:lnTo>
                      <a:pt x="273" y="40"/>
                    </a:lnTo>
                    <a:lnTo>
                      <a:pt x="273" y="42"/>
                    </a:lnTo>
                    <a:lnTo>
                      <a:pt x="273" y="42"/>
                    </a:lnTo>
                    <a:lnTo>
                      <a:pt x="273" y="42"/>
                    </a:lnTo>
                    <a:lnTo>
                      <a:pt x="273" y="42"/>
                    </a:lnTo>
                    <a:lnTo>
                      <a:pt x="273" y="45"/>
                    </a:lnTo>
                    <a:lnTo>
                      <a:pt x="273" y="45"/>
                    </a:lnTo>
                    <a:lnTo>
                      <a:pt x="273" y="45"/>
                    </a:lnTo>
                    <a:lnTo>
                      <a:pt x="273" y="47"/>
                    </a:lnTo>
                    <a:lnTo>
                      <a:pt x="273" y="47"/>
                    </a:lnTo>
                    <a:lnTo>
                      <a:pt x="273" y="47"/>
                    </a:lnTo>
                    <a:lnTo>
                      <a:pt x="273" y="49"/>
                    </a:lnTo>
                    <a:lnTo>
                      <a:pt x="273" y="49"/>
                    </a:lnTo>
                    <a:lnTo>
                      <a:pt x="273" y="49"/>
                    </a:lnTo>
                    <a:lnTo>
                      <a:pt x="273" y="52"/>
                    </a:lnTo>
                    <a:lnTo>
                      <a:pt x="275" y="52"/>
                    </a:lnTo>
                    <a:lnTo>
                      <a:pt x="275" y="52"/>
                    </a:lnTo>
                    <a:lnTo>
                      <a:pt x="275" y="52"/>
                    </a:lnTo>
                    <a:lnTo>
                      <a:pt x="275" y="54"/>
                    </a:lnTo>
                    <a:lnTo>
                      <a:pt x="275" y="54"/>
                    </a:lnTo>
                    <a:lnTo>
                      <a:pt x="273" y="54"/>
                    </a:lnTo>
                    <a:lnTo>
                      <a:pt x="273" y="56"/>
                    </a:lnTo>
                    <a:lnTo>
                      <a:pt x="273" y="56"/>
                    </a:lnTo>
                    <a:lnTo>
                      <a:pt x="273" y="56"/>
                    </a:lnTo>
                    <a:lnTo>
                      <a:pt x="273" y="59"/>
                    </a:lnTo>
                    <a:lnTo>
                      <a:pt x="273" y="59"/>
                    </a:lnTo>
                    <a:lnTo>
                      <a:pt x="273" y="61"/>
                    </a:lnTo>
                    <a:lnTo>
                      <a:pt x="273" y="61"/>
                    </a:lnTo>
                    <a:lnTo>
                      <a:pt x="273" y="61"/>
                    </a:lnTo>
                    <a:lnTo>
                      <a:pt x="270" y="61"/>
                    </a:lnTo>
                    <a:lnTo>
                      <a:pt x="270" y="61"/>
                    </a:lnTo>
                    <a:lnTo>
                      <a:pt x="273" y="61"/>
                    </a:lnTo>
                    <a:lnTo>
                      <a:pt x="273" y="64"/>
                    </a:lnTo>
                    <a:lnTo>
                      <a:pt x="270" y="64"/>
                    </a:lnTo>
                    <a:lnTo>
                      <a:pt x="270" y="64"/>
                    </a:lnTo>
                    <a:lnTo>
                      <a:pt x="270" y="64"/>
                    </a:lnTo>
                    <a:lnTo>
                      <a:pt x="270" y="66"/>
                    </a:lnTo>
                    <a:lnTo>
                      <a:pt x="270" y="66"/>
                    </a:lnTo>
                    <a:lnTo>
                      <a:pt x="268" y="66"/>
                    </a:lnTo>
                    <a:lnTo>
                      <a:pt x="268" y="66"/>
                    </a:lnTo>
                    <a:lnTo>
                      <a:pt x="268" y="66"/>
                    </a:lnTo>
                    <a:lnTo>
                      <a:pt x="268" y="68"/>
                    </a:lnTo>
                    <a:lnTo>
                      <a:pt x="265" y="68"/>
                    </a:lnTo>
                    <a:lnTo>
                      <a:pt x="265" y="68"/>
                    </a:lnTo>
                    <a:lnTo>
                      <a:pt x="265" y="71"/>
                    </a:lnTo>
                    <a:lnTo>
                      <a:pt x="265" y="71"/>
                    </a:lnTo>
                    <a:lnTo>
                      <a:pt x="265" y="71"/>
                    </a:lnTo>
                    <a:lnTo>
                      <a:pt x="265" y="71"/>
                    </a:lnTo>
                    <a:lnTo>
                      <a:pt x="263" y="71"/>
                    </a:lnTo>
                    <a:lnTo>
                      <a:pt x="263" y="71"/>
                    </a:lnTo>
                    <a:lnTo>
                      <a:pt x="263" y="71"/>
                    </a:lnTo>
                    <a:lnTo>
                      <a:pt x="263" y="71"/>
                    </a:lnTo>
                    <a:lnTo>
                      <a:pt x="263" y="73"/>
                    </a:lnTo>
                    <a:lnTo>
                      <a:pt x="263" y="73"/>
                    </a:lnTo>
                    <a:lnTo>
                      <a:pt x="263" y="73"/>
                    </a:lnTo>
                    <a:lnTo>
                      <a:pt x="263" y="75"/>
                    </a:lnTo>
                    <a:lnTo>
                      <a:pt x="263" y="75"/>
                    </a:lnTo>
                    <a:lnTo>
                      <a:pt x="263" y="78"/>
                    </a:lnTo>
                    <a:lnTo>
                      <a:pt x="263" y="78"/>
                    </a:lnTo>
                    <a:lnTo>
                      <a:pt x="263" y="78"/>
                    </a:lnTo>
                    <a:lnTo>
                      <a:pt x="263" y="78"/>
                    </a:lnTo>
                    <a:lnTo>
                      <a:pt x="263" y="80"/>
                    </a:lnTo>
                    <a:lnTo>
                      <a:pt x="263" y="80"/>
                    </a:lnTo>
                    <a:lnTo>
                      <a:pt x="263" y="80"/>
                    </a:lnTo>
                    <a:lnTo>
                      <a:pt x="263" y="83"/>
                    </a:lnTo>
                    <a:lnTo>
                      <a:pt x="263" y="83"/>
                    </a:lnTo>
                    <a:lnTo>
                      <a:pt x="265" y="83"/>
                    </a:lnTo>
                    <a:lnTo>
                      <a:pt x="265" y="83"/>
                    </a:lnTo>
                    <a:lnTo>
                      <a:pt x="265" y="85"/>
                    </a:lnTo>
                    <a:lnTo>
                      <a:pt x="263" y="85"/>
                    </a:lnTo>
                    <a:lnTo>
                      <a:pt x="263" y="85"/>
                    </a:lnTo>
                    <a:lnTo>
                      <a:pt x="263" y="85"/>
                    </a:lnTo>
                    <a:lnTo>
                      <a:pt x="263" y="85"/>
                    </a:lnTo>
                    <a:lnTo>
                      <a:pt x="261" y="85"/>
                    </a:lnTo>
                    <a:lnTo>
                      <a:pt x="261" y="85"/>
                    </a:lnTo>
                    <a:lnTo>
                      <a:pt x="261" y="85"/>
                    </a:lnTo>
                    <a:lnTo>
                      <a:pt x="258" y="85"/>
                    </a:lnTo>
                    <a:lnTo>
                      <a:pt x="258" y="83"/>
                    </a:lnTo>
                    <a:lnTo>
                      <a:pt x="258" y="83"/>
                    </a:lnTo>
                    <a:lnTo>
                      <a:pt x="258" y="80"/>
                    </a:lnTo>
                    <a:lnTo>
                      <a:pt x="258" y="80"/>
                    </a:lnTo>
                    <a:lnTo>
                      <a:pt x="258" y="80"/>
                    </a:lnTo>
                    <a:lnTo>
                      <a:pt x="256" y="80"/>
                    </a:lnTo>
                    <a:lnTo>
                      <a:pt x="256" y="80"/>
                    </a:lnTo>
                    <a:lnTo>
                      <a:pt x="256" y="83"/>
                    </a:lnTo>
                    <a:lnTo>
                      <a:pt x="256" y="83"/>
                    </a:lnTo>
                    <a:lnTo>
                      <a:pt x="254" y="83"/>
                    </a:lnTo>
                    <a:lnTo>
                      <a:pt x="254" y="83"/>
                    </a:lnTo>
                    <a:lnTo>
                      <a:pt x="254" y="83"/>
                    </a:lnTo>
                    <a:lnTo>
                      <a:pt x="254" y="85"/>
                    </a:lnTo>
                    <a:lnTo>
                      <a:pt x="251" y="85"/>
                    </a:lnTo>
                    <a:lnTo>
                      <a:pt x="251" y="85"/>
                    </a:lnTo>
                    <a:lnTo>
                      <a:pt x="251" y="85"/>
                    </a:lnTo>
                    <a:lnTo>
                      <a:pt x="251" y="87"/>
                    </a:lnTo>
                    <a:lnTo>
                      <a:pt x="251" y="87"/>
                    </a:lnTo>
                    <a:lnTo>
                      <a:pt x="251" y="87"/>
                    </a:lnTo>
                    <a:lnTo>
                      <a:pt x="251" y="90"/>
                    </a:lnTo>
                    <a:lnTo>
                      <a:pt x="251" y="90"/>
                    </a:lnTo>
                    <a:lnTo>
                      <a:pt x="251" y="92"/>
                    </a:lnTo>
                    <a:lnTo>
                      <a:pt x="251" y="92"/>
                    </a:lnTo>
                    <a:lnTo>
                      <a:pt x="251" y="92"/>
                    </a:lnTo>
                    <a:lnTo>
                      <a:pt x="251" y="94"/>
                    </a:lnTo>
                    <a:lnTo>
                      <a:pt x="251" y="94"/>
                    </a:lnTo>
                    <a:lnTo>
                      <a:pt x="251" y="94"/>
                    </a:lnTo>
                    <a:lnTo>
                      <a:pt x="251" y="97"/>
                    </a:lnTo>
                    <a:lnTo>
                      <a:pt x="251" y="97"/>
                    </a:lnTo>
                    <a:lnTo>
                      <a:pt x="251" y="97"/>
                    </a:lnTo>
                    <a:lnTo>
                      <a:pt x="251" y="99"/>
                    </a:lnTo>
                    <a:lnTo>
                      <a:pt x="251" y="99"/>
                    </a:lnTo>
                    <a:lnTo>
                      <a:pt x="251" y="101"/>
                    </a:lnTo>
                    <a:lnTo>
                      <a:pt x="251" y="101"/>
                    </a:lnTo>
                    <a:lnTo>
                      <a:pt x="251" y="101"/>
                    </a:lnTo>
                    <a:lnTo>
                      <a:pt x="251" y="104"/>
                    </a:lnTo>
                    <a:lnTo>
                      <a:pt x="254" y="104"/>
                    </a:lnTo>
                    <a:lnTo>
                      <a:pt x="254" y="104"/>
                    </a:lnTo>
                    <a:lnTo>
                      <a:pt x="251" y="104"/>
                    </a:lnTo>
                    <a:lnTo>
                      <a:pt x="251" y="106"/>
                    </a:lnTo>
                    <a:lnTo>
                      <a:pt x="251" y="106"/>
                    </a:lnTo>
                    <a:lnTo>
                      <a:pt x="251" y="109"/>
                    </a:lnTo>
                    <a:lnTo>
                      <a:pt x="251" y="109"/>
                    </a:lnTo>
                    <a:lnTo>
                      <a:pt x="251" y="111"/>
                    </a:lnTo>
                    <a:lnTo>
                      <a:pt x="251" y="111"/>
                    </a:lnTo>
                    <a:lnTo>
                      <a:pt x="251" y="111"/>
                    </a:lnTo>
                    <a:lnTo>
                      <a:pt x="251" y="113"/>
                    </a:lnTo>
                    <a:lnTo>
                      <a:pt x="251" y="113"/>
                    </a:lnTo>
                    <a:lnTo>
                      <a:pt x="251" y="113"/>
                    </a:lnTo>
                    <a:lnTo>
                      <a:pt x="251" y="116"/>
                    </a:lnTo>
                    <a:lnTo>
                      <a:pt x="251" y="116"/>
                    </a:lnTo>
                    <a:lnTo>
                      <a:pt x="251" y="118"/>
                    </a:lnTo>
                    <a:lnTo>
                      <a:pt x="251" y="118"/>
                    </a:lnTo>
                    <a:lnTo>
                      <a:pt x="251" y="118"/>
                    </a:lnTo>
                    <a:lnTo>
                      <a:pt x="249" y="118"/>
                    </a:lnTo>
                    <a:lnTo>
                      <a:pt x="249" y="118"/>
                    </a:lnTo>
                    <a:lnTo>
                      <a:pt x="249" y="120"/>
                    </a:lnTo>
                    <a:lnTo>
                      <a:pt x="247" y="120"/>
                    </a:lnTo>
                    <a:lnTo>
                      <a:pt x="247" y="120"/>
                    </a:lnTo>
                    <a:lnTo>
                      <a:pt x="247" y="120"/>
                    </a:lnTo>
                    <a:lnTo>
                      <a:pt x="247" y="120"/>
                    </a:lnTo>
                    <a:lnTo>
                      <a:pt x="247" y="123"/>
                    </a:lnTo>
                    <a:lnTo>
                      <a:pt x="247" y="123"/>
                    </a:lnTo>
                    <a:lnTo>
                      <a:pt x="247" y="123"/>
                    </a:lnTo>
                    <a:lnTo>
                      <a:pt x="247" y="125"/>
                    </a:lnTo>
                    <a:lnTo>
                      <a:pt x="247" y="125"/>
                    </a:lnTo>
                    <a:lnTo>
                      <a:pt x="244" y="125"/>
                    </a:lnTo>
                    <a:lnTo>
                      <a:pt x="244" y="128"/>
                    </a:lnTo>
                    <a:lnTo>
                      <a:pt x="244" y="128"/>
                    </a:lnTo>
                    <a:lnTo>
                      <a:pt x="244" y="128"/>
                    </a:lnTo>
                    <a:lnTo>
                      <a:pt x="244" y="130"/>
                    </a:lnTo>
                    <a:lnTo>
                      <a:pt x="244" y="130"/>
                    </a:lnTo>
                    <a:lnTo>
                      <a:pt x="244" y="130"/>
                    </a:lnTo>
                    <a:lnTo>
                      <a:pt x="244" y="130"/>
                    </a:lnTo>
                    <a:lnTo>
                      <a:pt x="244" y="130"/>
                    </a:lnTo>
                    <a:lnTo>
                      <a:pt x="244" y="132"/>
                    </a:lnTo>
                    <a:lnTo>
                      <a:pt x="244" y="132"/>
                    </a:lnTo>
                    <a:lnTo>
                      <a:pt x="244" y="132"/>
                    </a:lnTo>
                    <a:lnTo>
                      <a:pt x="244" y="135"/>
                    </a:lnTo>
                    <a:lnTo>
                      <a:pt x="242" y="135"/>
                    </a:lnTo>
                    <a:lnTo>
                      <a:pt x="242" y="135"/>
                    </a:lnTo>
                    <a:lnTo>
                      <a:pt x="242" y="137"/>
                    </a:lnTo>
                    <a:lnTo>
                      <a:pt x="242" y="137"/>
                    </a:lnTo>
                    <a:lnTo>
                      <a:pt x="244" y="137"/>
                    </a:lnTo>
                    <a:lnTo>
                      <a:pt x="244" y="139"/>
                    </a:lnTo>
                    <a:lnTo>
                      <a:pt x="244" y="139"/>
                    </a:lnTo>
                    <a:lnTo>
                      <a:pt x="244" y="139"/>
                    </a:lnTo>
                    <a:lnTo>
                      <a:pt x="244" y="139"/>
                    </a:lnTo>
                    <a:lnTo>
                      <a:pt x="244" y="142"/>
                    </a:lnTo>
                    <a:lnTo>
                      <a:pt x="244" y="142"/>
                    </a:lnTo>
                    <a:lnTo>
                      <a:pt x="244" y="142"/>
                    </a:lnTo>
                    <a:lnTo>
                      <a:pt x="247" y="142"/>
                    </a:lnTo>
                    <a:lnTo>
                      <a:pt x="247" y="144"/>
                    </a:lnTo>
                    <a:lnTo>
                      <a:pt x="247" y="144"/>
                    </a:lnTo>
                    <a:lnTo>
                      <a:pt x="247" y="144"/>
                    </a:lnTo>
                    <a:lnTo>
                      <a:pt x="247" y="147"/>
                    </a:lnTo>
                    <a:lnTo>
                      <a:pt x="247" y="147"/>
                    </a:lnTo>
                    <a:lnTo>
                      <a:pt x="247" y="147"/>
                    </a:lnTo>
                    <a:lnTo>
                      <a:pt x="249" y="147"/>
                    </a:lnTo>
                    <a:lnTo>
                      <a:pt x="249" y="149"/>
                    </a:lnTo>
                    <a:lnTo>
                      <a:pt x="249" y="149"/>
                    </a:lnTo>
                    <a:lnTo>
                      <a:pt x="249" y="151"/>
                    </a:lnTo>
                    <a:lnTo>
                      <a:pt x="247" y="151"/>
                    </a:lnTo>
                    <a:lnTo>
                      <a:pt x="247" y="151"/>
                    </a:lnTo>
                    <a:lnTo>
                      <a:pt x="247" y="151"/>
                    </a:lnTo>
                    <a:lnTo>
                      <a:pt x="244" y="151"/>
                    </a:lnTo>
                    <a:lnTo>
                      <a:pt x="244" y="151"/>
                    </a:lnTo>
                    <a:lnTo>
                      <a:pt x="244" y="151"/>
                    </a:lnTo>
                    <a:lnTo>
                      <a:pt x="244" y="151"/>
                    </a:lnTo>
                    <a:lnTo>
                      <a:pt x="242" y="151"/>
                    </a:lnTo>
                    <a:lnTo>
                      <a:pt x="242" y="151"/>
                    </a:lnTo>
                    <a:lnTo>
                      <a:pt x="242" y="151"/>
                    </a:lnTo>
                    <a:lnTo>
                      <a:pt x="242" y="154"/>
                    </a:lnTo>
                    <a:lnTo>
                      <a:pt x="239" y="154"/>
                    </a:lnTo>
                    <a:lnTo>
                      <a:pt x="239" y="154"/>
                    </a:lnTo>
                    <a:lnTo>
                      <a:pt x="239" y="154"/>
                    </a:lnTo>
                    <a:lnTo>
                      <a:pt x="239" y="156"/>
                    </a:lnTo>
                    <a:lnTo>
                      <a:pt x="239" y="156"/>
                    </a:lnTo>
                    <a:lnTo>
                      <a:pt x="239" y="156"/>
                    </a:lnTo>
                    <a:lnTo>
                      <a:pt x="239" y="158"/>
                    </a:lnTo>
                    <a:lnTo>
                      <a:pt x="239" y="158"/>
                    </a:lnTo>
                    <a:lnTo>
                      <a:pt x="239" y="161"/>
                    </a:lnTo>
                    <a:lnTo>
                      <a:pt x="239" y="161"/>
                    </a:lnTo>
                    <a:lnTo>
                      <a:pt x="239" y="161"/>
                    </a:lnTo>
                    <a:lnTo>
                      <a:pt x="239" y="163"/>
                    </a:lnTo>
                    <a:lnTo>
                      <a:pt x="237" y="163"/>
                    </a:lnTo>
                    <a:lnTo>
                      <a:pt x="237" y="163"/>
                    </a:lnTo>
                    <a:lnTo>
                      <a:pt x="237" y="163"/>
                    </a:lnTo>
                    <a:lnTo>
                      <a:pt x="237" y="163"/>
                    </a:lnTo>
                    <a:lnTo>
                      <a:pt x="235" y="163"/>
                    </a:lnTo>
                    <a:lnTo>
                      <a:pt x="235" y="165"/>
                    </a:lnTo>
                    <a:lnTo>
                      <a:pt x="235" y="165"/>
                    </a:lnTo>
                    <a:lnTo>
                      <a:pt x="232" y="165"/>
                    </a:lnTo>
                    <a:lnTo>
                      <a:pt x="232" y="165"/>
                    </a:lnTo>
                    <a:lnTo>
                      <a:pt x="232" y="165"/>
                    </a:lnTo>
                    <a:lnTo>
                      <a:pt x="232" y="165"/>
                    </a:lnTo>
                    <a:lnTo>
                      <a:pt x="230" y="165"/>
                    </a:lnTo>
                    <a:lnTo>
                      <a:pt x="230" y="168"/>
                    </a:lnTo>
                    <a:lnTo>
                      <a:pt x="230" y="168"/>
                    </a:lnTo>
                    <a:lnTo>
                      <a:pt x="230" y="168"/>
                    </a:lnTo>
                    <a:lnTo>
                      <a:pt x="230" y="170"/>
                    </a:lnTo>
                    <a:lnTo>
                      <a:pt x="230" y="170"/>
                    </a:lnTo>
                    <a:lnTo>
                      <a:pt x="230" y="170"/>
                    </a:lnTo>
                    <a:lnTo>
                      <a:pt x="228" y="170"/>
                    </a:lnTo>
                    <a:lnTo>
                      <a:pt x="228" y="170"/>
                    </a:lnTo>
                    <a:lnTo>
                      <a:pt x="225" y="170"/>
                    </a:lnTo>
                    <a:lnTo>
                      <a:pt x="225" y="170"/>
                    </a:lnTo>
                    <a:lnTo>
                      <a:pt x="225" y="170"/>
                    </a:lnTo>
                    <a:lnTo>
                      <a:pt x="225" y="170"/>
                    </a:lnTo>
                    <a:lnTo>
                      <a:pt x="225" y="168"/>
                    </a:lnTo>
                    <a:lnTo>
                      <a:pt x="225" y="168"/>
                    </a:lnTo>
                    <a:lnTo>
                      <a:pt x="225" y="168"/>
                    </a:lnTo>
                    <a:lnTo>
                      <a:pt x="225" y="165"/>
                    </a:lnTo>
                    <a:lnTo>
                      <a:pt x="225" y="165"/>
                    </a:lnTo>
                    <a:lnTo>
                      <a:pt x="225" y="163"/>
                    </a:lnTo>
                    <a:lnTo>
                      <a:pt x="225" y="163"/>
                    </a:lnTo>
                    <a:lnTo>
                      <a:pt x="225" y="161"/>
                    </a:lnTo>
                    <a:lnTo>
                      <a:pt x="225" y="161"/>
                    </a:lnTo>
                    <a:lnTo>
                      <a:pt x="225" y="161"/>
                    </a:lnTo>
                    <a:lnTo>
                      <a:pt x="225" y="161"/>
                    </a:lnTo>
                    <a:lnTo>
                      <a:pt x="225" y="161"/>
                    </a:lnTo>
                    <a:lnTo>
                      <a:pt x="225" y="161"/>
                    </a:lnTo>
                    <a:lnTo>
                      <a:pt x="225" y="161"/>
                    </a:lnTo>
                    <a:lnTo>
                      <a:pt x="225" y="161"/>
                    </a:lnTo>
                    <a:lnTo>
                      <a:pt x="223" y="161"/>
                    </a:lnTo>
                    <a:lnTo>
                      <a:pt x="223" y="163"/>
                    </a:lnTo>
                    <a:lnTo>
                      <a:pt x="223" y="163"/>
                    </a:lnTo>
                    <a:lnTo>
                      <a:pt x="223" y="163"/>
                    </a:lnTo>
                    <a:lnTo>
                      <a:pt x="220" y="163"/>
                    </a:lnTo>
                    <a:lnTo>
                      <a:pt x="220" y="163"/>
                    </a:lnTo>
                    <a:lnTo>
                      <a:pt x="220" y="163"/>
                    </a:lnTo>
                    <a:lnTo>
                      <a:pt x="220" y="161"/>
                    </a:lnTo>
                    <a:lnTo>
                      <a:pt x="220" y="161"/>
                    </a:lnTo>
                    <a:lnTo>
                      <a:pt x="220" y="161"/>
                    </a:lnTo>
                    <a:lnTo>
                      <a:pt x="220" y="161"/>
                    </a:lnTo>
                    <a:lnTo>
                      <a:pt x="218" y="161"/>
                    </a:lnTo>
                    <a:lnTo>
                      <a:pt x="218" y="161"/>
                    </a:lnTo>
                    <a:lnTo>
                      <a:pt x="218" y="161"/>
                    </a:lnTo>
                    <a:lnTo>
                      <a:pt x="216" y="161"/>
                    </a:lnTo>
                    <a:lnTo>
                      <a:pt x="216" y="161"/>
                    </a:lnTo>
                    <a:lnTo>
                      <a:pt x="213" y="161"/>
                    </a:lnTo>
                    <a:lnTo>
                      <a:pt x="213" y="161"/>
                    </a:lnTo>
                    <a:lnTo>
                      <a:pt x="213" y="161"/>
                    </a:lnTo>
                    <a:lnTo>
                      <a:pt x="213" y="161"/>
                    </a:lnTo>
                    <a:lnTo>
                      <a:pt x="213" y="161"/>
                    </a:lnTo>
                    <a:lnTo>
                      <a:pt x="211" y="161"/>
                    </a:lnTo>
                    <a:lnTo>
                      <a:pt x="211" y="163"/>
                    </a:lnTo>
                    <a:lnTo>
                      <a:pt x="211" y="163"/>
                    </a:lnTo>
                    <a:lnTo>
                      <a:pt x="211" y="163"/>
                    </a:lnTo>
                    <a:lnTo>
                      <a:pt x="211" y="165"/>
                    </a:lnTo>
                    <a:lnTo>
                      <a:pt x="211" y="165"/>
                    </a:lnTo>
                    <a:lnTo>
                      <a:pt x="211" y="168"/>
                    </a:lnTo>
                    <a:lnTo>
                      <a:pt x="211" y="16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142"/>
              <p:cNvSpPr>
                <a:spLocks/>
              </p:cNvSpPr>
              <p:nvPr/>
            </p:nvSpPr>
            <p:spPr bwMode="auto">
              <a:xfrm>
                <a:off x="3607" y="1699"/>
                <a:ext cx="275" cy="270"/>
              </a:xfrm>
              <a:custGeom>
                <a:avLst/>
                <a:gdLst/>
                <a:ahLst/>
                <a:cxnLst>
                  <a:cxn ang="0">
                    <a:pos x="204" y="170"/>
                  </a:cxn>
                  <a:cxn ang="0">
                    <a:pos x="192" y="173"/>
                  </a:cxn>
                  <a:cxn ang="0">
                    <a:pos x="173" y="177"/>
                  </a:cxn>
                  <a:cxn ang="0">
                    <a:pos x="161" y="168"/>
                  </a:cxn>
                  <a:cxn ang="0">
                    <a:pos x="164" y="180"/>
                  </a:cxn>
                  <a:cxn ang="0">
                    <a:pos x="149" y="189"/>
                  </a:cxn>
                  <a:cxn ang="0">
                    <a:pos x="138" y="206"/>
                  </a:cxn>
                  <a:cxn ang="0">
                    <a:pos x="123" y="192"/>
                  </a:cxn>
                  <a:cxn ang="0">
                    <a:pos x="114" y="189"/>
                  </a:cxn>
                  <a:cxn ang="0">
                    <a:pos x="107" y="203"/>
                  </a:cxn>
                  <a:cxn ang="0">
                    <a:pos x="95" y="206"/>
                  </a:cxn>
                  <a:cxn ang="0">
                    <a:pos x="81" y="220"/>
                  </a:cxn>
                  <a:cxn ang="0">
                    <a:pos x="69" y="225"/>
                  </a:cxn>
                  <a:cxn ang="0">
                    <a:pos x="64" y="213"/>
                  </a:cxn>
                  <a:cxn ang="0">
                    <a:pos x="62" y="206"/>
                  </a:cxn>
                  <a:cxn ang="0">
                    <a:pos x="67" y="196"/>
                  </a:cxn>
                  <a:cxn ang="0">
                    <a:pos x="55" y="194"/>
                  </a:cxn>
                  <a:cxn ang="0">
                    <a:pos x="38" y="194"/>
                  </a:cxn>
                  <a:cxn ang="0">
                    <a:pos x="52" y="199"/>
                  </a:cxn>
                  <a:cxn ang="0">
                    <a:pos x="57" y="210"/>
                  </a:cxn>
                  <a:cxn ang="0">
                    <a:pos x="60" y="220"/>
                  </a:cxn>
                  <a:cxn ang="0">
                    <a:pos x="50" y="239"/>
                  </a:cxn>
                  <a:cxn ang="0">
                    <a:pos x="43" y="260"/>
                  </a:cxn>
                  <a:cxn ang="0">
                    <a:pos x="31" y="267"/>
                  </a:cxn>
                  <a:cxn ang="0">
                    <a:pos x="17" y="258"/>
                  </a:cxn>
                  <a:cxn ang="0">
                    <a:pos x="17" y="244"/>
                  </a:cxn>
                  <a:cxn ang="0">
                    <a:pos x="17" y="225"/>
                  </a:cxn>
                  <a:cxn ang="0">
                    <a:pos x="5" y="220"/>
                  </a:cxn>
                  <a:cxn ang="0">
                    <a:pos x="3" y="206"/>
                  </a:cxn>
                  <a:cxn ang="0">
                    <a:pos x="17" y="206"/>
                  </a:cxn>
                  <a:cxn ang="0">
                    <a:pos x="29" y="194"/>
                  </a:cxn>
                  <a:cxn ang="0">
                    <a:pos x="34" y="180"/>
                  </a:cxn>
                  <a:cxn ang="0">
                    <a:pos x="55" y="173"/>
                  </a:cxn>
                  <a:cxn ang="0">
                    <a:pos x="71" y="161"/>
                  </a:cxn>
                  <a:cxn ang="0">
                    <a:pos x="86" y="154"/>
                  </a:cxn>
                  <a:cxn ang="0">
                    <a:pos x="107" y="151"/>
                  </a:cxn>
                  <a:cxn ang="0">
                    <a:pos x="126" y="147"/>
                  </a:cxn>
                  <a:cxn ang="0">
                    <a:pos x="140" y="151"/>
                  </a:cxn>
                  <a:cxn ang="0">
                    <a:pos x="145" y="137"/>
                  </a:cxn>
                  <a:cxn ang="0">
                    <a:pos x="159" y="120"/>
                  </a:cxn>
                  <a:cxn ang="0">
                    <a:pos x="166" y="104"/>
                  </a:cxn>
                  <a:cxn ang="0">
                    <a:pos x="166" y="116"/>
                  </a:cxn>
                  <a:cxn ang="0">
                    <a:pos x="180" y="116"/>
                  </a:cxn>
                  <a:cxn ang="0">
                    <a:pos x="199" y="104"/>
                  </a:cxn>
                  <a:cxn ang="0">
                    <a:pos x="213" y="90"/>
                  </a:cxn>
                  <a:cxn ang="0">
                    <a:pos x="225" y="71"/>
                  </a:cxn>
                  <a:cxn ang="0">
                    <a:pos x="230" y="47"/>
                  </a:cxn>
                  <a:cxn ang="0">
                    <a:pos x="230" y="35"/>
                  </a:cxn>
                  <a:cxn ang="0">
                    <a:pos x="235" y="19"/>
                  </a:cxn>
                  <a:cxn ang="0">
                    <a:pos x="244" y="9"/>
                  </a:cxn>
                  <a:cxn ang="0">
                    <a:pos x="256" y="14"/>
                  </a:cxn>
                  <a:cxn ang="0">
                    <a:pos x="247" y="4"/>
                  </a:cxn>
                  <a:cxn ang="0">
                    <a:pos x="263" y="4"/>
                  </a:cxn>
                  <a:cxn ang="0">
                    <a:pos x="265" y="28"/>
                  </a:cxn>
                  <a:cxn ang="0">
                    <a:pos x="273" y="47"/>
                  </a:cxn>
                  <a:cxn ang="0">
                    <a:pos x="268" y="66"/>
                  </a:cxn>
                  <a:cxn ang="0">
                    <a:pos x="263" y="85"/>
                  </a:cxn>
                  <a:cxn ang="0">
                    <a:pos x="251" y="92"/>
                  </a:cxn>
                  <a:cxn ang="0">
                    <a:pos x="251" y="118"/>
                  </a:cxn>
                  <a:cxn ang="0">
                    <a:pos x="244" y="137"/>
                  </a:cxn>
                  <a:cxn ang="0">
                    <a:pos x="239" y="154"/>
                  </a:cxn>
                  <a:cxn ang="0">
                    <a:pos x="228" y="170"/>
                  </a:cxn>
                  <a:cxn ang="0">
                    <a:pos x="220" y="161"/>
                  </a:cxn>
                </a:cxnLst>
                <a:rect l="0" t="0" r="r" b="b"/>
                <a:pathLst>
                  <a:path w="275" h="270">
                    <a:moveTo>
                      <a:pt x="211" y="168"/>
                    </a:moveTo>
                    <a:lnTo>
                      <a:pt x="211" y="168"/>
                    </a:lnTo>
                    <a:lnTo>
                      <a:pt x="211" y="170"/>
                    </a:lnTo>
                    <a:lnTo>
                      <a:pt x="211" y="170"/>
                    </a:lnTo>
                    <a:lnTo>
                      <a:pt x="211" y="170"/>
                    </a:lnTo>
                    <a:lnTo>
                      <a:pt x="211" y="170"/>
                    </a:lnTo>
                    <a:lnTo>
                      <a:pt x="211" y="170"/>
                    </a:lnTo>
                    <a:lnTo>
                      <a:pt x="211" y="173"/>
                    </a:lnTo>
                    <a:lnTo>
                      <a:pt x="211" y="173"/>
                    </a:lnTo>
                    <a:lnTo>
                      <a:pt x="209" y="173"/>
                    </a:lnTo>
                    <a:lnTo>
                      <a:pt x="209" y="175"/>
                    </a:lnTo>
                    <a:lnTo>
                      <a:pt x="209" y="175"/>
                    </a:lnTo>
                    <a:lnTo>
                      <a:pt x="209" y="175"/>
                    </a:lnTo>
                    <a:lnTo>
                      <a:pt x="209" y="177"/>
                    </a:lnTo>
                    <a:lnTo>
                      <a:pt x="206" y="177"/>
                    </a:lnTo>
                    <a:lnTo>
                      <a:pt x="206" y="177"/>
                    </a:lnTo>
                    <a:lnTo>
                      <a:pt x="206" y="177"/>
                    </a:lnTo>
                    <a:lnTo>
                      <a:pt x="206" y="177"/>
                    </a:lnTo>
                    <a:lnTo>
                      <a:pt x="204" y="177"/>
                    </a:lnTo>
                    <a:lnTo>
                      <a:pt x="204" y="177"/>
                    </a:lnTo>
                    <a:lnTo>
                      <a:pt x="204" y="177"/>
                    </a:lnTo>
                    <a:lnTo>
                      <a:pt x="204" y="177"/>
                    </a:lnTo>
                    <a:lnTo>
                      <a:pt x="204" y="175"/>
                    </a:lnTo>
                    <a:lnTo>
                      <a:pt x="202" y="175"/>
                    </a:lnTo>
                    <a:lnTo>
                      <a:pt x="202" y="175"/>
                    </a:lnTo>
                    <a:lnTo>
                      <a:pt x="202" y="173"/>
                    </a:lnTo>
                    <a:lnTo>
                      <a:pt x="204" y="173"/>
                    </a:lnTo>
                    <a:lnTo>
                      <a:pt x="204" y="173"/>
                    </a:lnTo>
                    <a:lnTo>
                      <a:pt x="204" y="170"/>
                    </a:lnTo>
                    <a:lnTo>
                      <a:pt x="204" y="170"/>
                    </a:lnTo>
                    <a:lnTo>
                      <a:pt x="204" y="170"/>
                    </a:lnTo>
                    <a:lnTo>
                      <a:pt x="204" y="168"/>
                    </a:lnTo>
                    <a:lnTo>
                      <a:pt x="204" y="168"/>
                    </a:lnTo>
                    <a:lnTo>
                      <a:pt x="204" y="165"/>
                    </a:lnTo>
                    <a:lnTo>
                      <a:pt x="204" y="165"/>
                    </a:lnTo>
                    <a:lnTo>
                      <a:pt x="204" y="165"/>
                    </a:lnTo>
                    <a:lnTo>
                      <a:pt x="204" y="165"/>
                    </a:lnTo>
                    <a:lnTo>
                      <a:pt x="204" y="165"/>
                    </a:lnTo>
                    <a:lnTo>
                      <a:pt x="204" y="165"/>
                    </a:lnTo>
                    <a:lnTo>
                      <a:pt x="204" y="163"/>
                    </a:lnTo>
                    <a:lnTo>
                      <a:pt x="202" y="163"/>
                    </a:lnTo>
                    <a:lnTo>
                      <a:pt x="202" y="163"/>
                    </a:lnTo>
                    <a:lnTo>
                      <a:pt x="202" y="165"/>
                    </a:lnTo>
                    <a:lnTo>
                      <a:pt x="199" y="165"/>
                    </a:lnTo>
                    <a:lnTo>
                      <a:pt x="199" y="165"/>
                    </a:lnTo>
                    <a:lnTo>
                      <a:pt x="199" y="165"/>
                    </a:lnTo>
                    <a:lnTo>
                      <a:pt x="199" y="165"/>
                    </a:lnTo>
                    <a:lnTo>
                      <a:pt x="199" y="168"/>
                    </a:lnTo>
                    <a:lnTo>
                      <a:pt x="199" y="168"/>
                    </a:lnTo>
                    <a:lnTo>
                      <a:pt x="197" y="168"/>
                    </a:lnTo>
                    <a:lnTo>
                      <a:pt x="197" y="170"/>
                    </a:lnTo>
                    <a:lnTo>
                      <a:pt x="197" y="170"/>
                    </a:lnTo>
                    <a:lnTo>
                      <a:pt x="197" y="170"/>
                    </a:lnTo>
                    <a:lnTo>
                      <a:pt x="194" y="170"/>
                    </a:lnTo>
                    <a:lnTo>
                      <a:pt x="194" y="170"/>
                    </a:lnTo>
                    <a:lnTo>
                      <a:pt x="194" y="170"/>
                    </a:lnTo>
                    <a:lnTo>
                      <a:pt x="194" y="173"/>
                    </a:lnTo>
                    <a:lnTo>
                      <a:pt x="194" y="173"/>
                    </a:lnTo>
                    <a:lnTo>
                      <a:pt x="194" y="173"/>
                    </a:lnTo>
                    <a:lnTo>
                      <a:pt x="192" y="173"/>
                    </a:lnTo>
                    <a:lnTo>
                      <a:pt x="192" y="175"/>
                    </a:lnTo>
                    <a:lnTo>
                      <a:pt x="192" y="175"/>
                    </a:lnTo>
                    <a:lnTo>
                      <a:pt x="192" y="175"/>
                    </a:lnTo>
                    <a:lnTo>
                      <a:pt x="192" y="177"/>
                    </a:lnTo>
                    <a:lnTo>
                      <a:pt x="192" y="177"/>
                    </a:lnTo>
                    <a:lnTo>
                      <a:pt x="192" y="177"/>
                    </a:lnTo>
                    <a:lnTo>
                      <a:pt x="190" y="177"/>
                    </a:lnTo>
                    <a:lnTo>
                      <a:pt x="190" y="177"/>
                    </a:lnTo>
                    <a:lnTo>
                      <a:pt x="190" y="177"/>
                    </a:lnTo>
                    <a:lnTo>
                      <a:pt x="187" y="177"/>
                    </a:lnTo>
                    <a:lnTo>
                      <a:pt x="187" y="177"/>
                    </a:lnTo>
                    <a:lnTo>
                      <a:pt x="187" y="177"/>
                    </a:lnTo>
                    <a:lnTo>
                      <a:pt x="185" y="177"/>
                    </a:lnTo>
                    <a:lnTo>
                      <a:pt x="185" y="177"/>
                    </a:lnTo>
                    <a:lnTo>
                      <a:pt x="185" y="177"/>
                    </a:lnTo>
                    <a:lnTo>
                      <a:pt x="183" y="177"/>
                    </a:lnTo>
                    <a:lnTo>
                      <a:pt x="183" y="177"/>
                    </a:lnTo>
                    <a:lnTo>
                      <a:pt x="180" y="177"/>
                    </a:lnTo>
                    <a:lnTo>
                      <a:pt x="180" y="177"/>
                    </a:lnTo>
                    <a:lnTo>
                      <a:pt x="180" y="177"/>
                    </a:lnTo>
                    <a:lnTo>
                      <a:pt x="180" y="175"/>
                    </a:lnTo>
                    <a:lnTo>
                      <a:pt x="178" y="175"/>
                    </a:lnTo>
                    <a:lnTo>
                      <a:pt x="178" y="175"/>
                    </a:lnTo>
                    <a:lnTo>
                      <a:pt x="178" y="175"/>
                    </a:lnTo>
                    <a:lnTo>
                      <a:pt x="176" y="175"/>
                    </a:lnTo>
                    <a:lnTo>
                      <a:pt x="176" y="175"/>
                    </a:lnTo>
                    <a:lnTo>
                      <a:pt x="176" y="177"/>
                    </a:lnTo>
                    <a:lnTo>
                      <a:pt x="173" y="177"/>
                    </a:lnTo>
                    <a:lnTo>
                      <a:pt x="173" y="177"/>
                    </a:lnTo>
                    <a:lnTo>
                      <a:pt x="173" y="177"/>
                    </a:lnTo>
                    <a:lnTo>
                      <a:pt x="171" y="177"/>
                    </a:lnTo>
                    <a:lnTo>
                      <a:pt x="171" y="177"/>
                    </a:lnTo>
                    <a:lnTo>
                      <a:pt x="171" y="177"/>
                    </a:lnTo>
                    <a:lnTo>
                      <a:pt x="171" y="177"/>
                    </a:lnTo>
                    <a:lnTo>
                      <a:pt x="168" y="177"/>
                    </a:lnTo>
                    <a:lnTo>
                      <a:pt x="168" y="177"/>
                    </a:lnTo>
                    <a:lnTo>
                      <a:pt x="166" y="177"/>
                    </a:lnTo>
                    <a:lnTo>
                      <a:pt x="166" y="180"/>
                    </a:lnTo>
                    <a:lnTo>
                      <a:pt x="166" y="180"/>
                    </a:lnTo>
                    <a:lnTo>
                      <a:pt x="166" y="180"/>
                    </a:lnTo>
                    <a:lnTo>
                      <a:pt x="164" y="180"/>
                    </a:lnTo>
                    <a:lnTo>
                      <a:pt x="164" y="177"/>
                    </a:lnTo>
                    <a:lnTo>
                      <a:pt x="166" y="177"/>
                    </a:lnTo>
                    <a:lnTo>
                      <a:pt x="166" y="177"/>
                    </a:lnTo>
                    <a:lnTo>
                      <a:pt x="166" y="177"/>
                    </a:lnTo>
                    <a:lnTo>
                      <a:pt x="166" y="175"/>
                    </a:lnTo>
                    <a:lnTo>
                      <a:pt x="166" y="175"/>
                    </a:lnTo>
                    <a:lnTo>
                      <a:pt x="164" y="175"/>
                    </a:lnTo>
                    <a:lnTo>
                      <a:pt x="164" y="175"/>
                    </a:lnTo>
                    <a:lnTo>
                      <a:pt x="164" y="175"/>
                    </a:lnTo>
                    <a:lnTo>
                      <a:pt x="164" y="175"/>
                    </a:lnTo>
                    <a:lnTo>
                      <a:pt x="161" y="175"/>
                    </a:lnTo>
                    <a:lnTo>
                      <a:pt x="161" y="173"/>
                    </a:lnTo>
                    <a:lnTo>
                      <a:pt x="161" y="173"/>
                    </a:lnTo>
                    <a:lnTo>
                      <a:pt x="161" y="170"/>
                    </a:lnTo>
                    <a:lnTo>
                      <a:pt x="161" y="170"/>
                    </a:lnTo>
                    <a:lnTo>
                      <a:pt x="161" y="170"/>
                    </a:lnTo>
                    <a:lnTo>
                      <a:pt x="161" y="170"/>
                    </a:lnTo>
                    <a:lnTo>
                      <a:pt x="161" y="168"/>
                    </a:lnTo>
                    <a:lnTo>
                      <a:pt x="161" y="168"/>
                    </a:lnTo>
                    <a:lnTo>
                      <a:pt x="159" y="168"/>
                    </a:lnTo>
                    <a:lnTo>
                      <a:pt x="159" y="168"/>
                    </a:lnTo>
                    <a:lnTo>
                      <a:pt x="159" y="168"/>
                    </a:lnTo>
                    <a:lnTo>
                      <a:pt x="159" y="168"/>
                    </a:lnTo>
                    <a:lnTo>
                      <a:pt x="159" y="170"/>
                    </a:lnTo>
                    <a:lnTo>
                      <a:pt x="159" y="170"/>
                    </a:lnTo>
                    <a:lnTo>
                      <a:pt x="159" y="170"/>
                    </a:lnTo>
                    <a:lnTo>
                      <a:pt x="157" y="170"/>
                    </a:lnTo>
                    <a:lnTo>
                      <a:pt x="157" y="173"/>
                    </a:lnTo>
                    <a:lnTo>
                      <a:pt x="157" y="173"/>
                    </a:lnTo>
                    <a:lnTo>
                      <a:pt x="157" y="173"/>
                    </a:lnTo>
                    <a:lnTo>
                      <a:pt x="157" y="173"/>
                    </a:lnTo>
                    <a:lnTo>
                      <a:pt x="157" y="175"/>
                    </a:lnTo>
                    <a:lnTo>
                      <a:pt x="157" y="175"/>
                    </a:lnTo>
                    <a:lnTo>
                      <a:pt x="157" y="175"/>
                    </a:lnTo>
                    <a:lnTo>
                      <a:pt x="157" y="177"/>
                    </a:lnTo>
                    <a:lnTo>
                      <a:pt x="157" y="177"/>
                    </a:lnTo>
                    <a:lnTo>
                      <a:pt x="159" y="177"/>
                    </a:lnTo>
                    <a:lnTo>
                      <a:pt x="159" y="177"/>
                    </a:lnTo>
                    <a:lnTo>
                      <a:pt x="159" y="177"/>
                    </a:lnTo>
                    <a:lnTo>
                      <a:pt x="159" y="177"/>
                    </a:lnTo>
                    <a:lnTo>
                      <a:pt x="159" y="180"/>
                    </a:lnTo>
                    <a:lnTo>
                      <a:pt x="161" y="180"/>
                    </a:lnTo>
                    <a:lnTo>
                      <a:pt x="161" y="180"/>
                    </a:lnTo>
                    <a:lnTo>
                      <a:pt x="164" y="180"/>
                    </a:lnTo>
                    <a:lnTo>
                      <a:pt x="164" y="177"/>
                    </a:lnTo>
                    <a:lnTo>
                      <a:pt x="164" y="177"/>
                    </a:lnTo>
                    <a:lnTo>
                      <a:pt x="164" y="180"/>
                    </a:lnTo>
                    <a:lnTo>
                      <a:pt x="164" y="180"/>
                    </a:lnTo>
                    <a:lnTo>
                      <a:pt x="164" y="180"/>
                    </a:lnTo>
                    <a:lnTo>
                      <a:pt x="164" y="180"/>
                    </a:lnTo>
                    <a:lnTo>
                      <a:pt x="164" y="182"/>
                    </a:lnTo>
                    <a:lnTo>
                      <a:pt x="164" y="182"/>
                    </a:lnTo>
                    <a:lnTo>
                      <a:pt x="164" y="182"/>
                    </a:lnTo>
                    <a:lnTo>
                      <a:pt x="164" y="184"/>
                    </a:lnTo>
                    <a:lnTo>
                      <a:pt x="164" y="184"/>
                    </a:lnTo>
                    <a:lnTo>
                      <a:pt x="164" y="187"/>
                    </a:lnTo>
                    <a:lnTo>
                      <a:pt x="164" y="187"/>
                    </a:lnTo>
                    <a:lnTo>
                      <a:pt x="164" y="187"/>
                    </a:lnTo>
                    <a:lnTo>
                      <a:pt x="161" y="187"/>
                    </a:lnTo>
                    <a:lnTo>
                      <a:pt x="161" y="187"/>
                    </a:lnTo>
                    <a:lnTo>
                      <a:pt x="161" y="187"/>
                    </a:lnTo>
                    <a:lnTo>
                      <a:pt x="159" y="187"/>
                    </a:lnTo>
                    <a:lnTo>
                      <a:pt x="159" y="184"/>
                    </a:lnTo>
                    <a:lnTo>
                      <a:pt x="159" y="184"/>
                    </a:lnTo>
                    <a:lnTo>
                      <a:pt x="159" y="187"/>
                    </a:lnTo>
                    <a:lnTo>
                      <a:pt x="159" y="187"/>
                    </a:lnTo>
                    <a:lnTo>
                      <a:pt x="157" y="187"/>
                    </a:lnTo>
                    <a:lnTo>
                      <a:pt x="157" y="187"/>
                    </a:lnTo>
                    <a:lnTo>
                      <a:pt x="157" y="187"/>
                    </a:lnTo>
                    <a:lnTo>
                      <a:pt x="157" y="187"/>
                    </a:lnTo>
                    <a:lnTo>
                      <a:pt x="154" y="187"/>
                    </a:lnTo>
                    <a:lnTo>
                      <a:pt x="154" y="187"/>
                    </a:lnTo>
                    <a:lnTo>
                      <a:pt x="152" y="187"/>
                    </a:lnTo>
                    <a:lnTo>
                      <a:pt x="152" y="189"/>
                    </a:lnTo>
                    <a:lnTo>
                      <a:pt x="152" y="189"/>
                    </a:lnTo>
                    <a:lnTo>
                      <a:pt x="152" y="189"/>
                    </a:lnTo>
                    <a:lnTo>
                      <a:pt x="152" y="189"/>
                    </a:lnTo>
                    <a:lnTo>
                      <a:pt x="152" y="189"/>
                    </a:lnTo>
                    <a:lnTo>
                      <a:pt x="149" y="189"/>
                    </a:lnTo>
                    <a:lnTo>
                      <a:pt x="149" y="192"/>
                    </a:lnTo>
                    <a:lnTo>
                      <a:pt x="149" y="192"/>
                    </a:lnTo>
                    <a:lnTo>
                      <a:pt x="149" y="194"/>
                    </a:lnTo>
                    <a:lnTo>
                      <a:pt x="149" y="194"/>
                    </a:lnTo>
                    <a:lnTo>
                      <a:pt x="149" y="194"/>
                    </a:lnTo>
                    <a:lnTo>
                      <a:pt x="147" y="194"/>
                    </a:lnTo>
                    <a:lnTo>
                      <a:pt x="147" y="196"/>
                    </a:lnTo>
                    <a:lnTo>
                      <a:pt x="147" y="196"/>
                    </a:lnTo>
                    <a:lnTo>
                      <a:pt x="147" y="196"/>
                    </a:lnTo>
                    <a:lnTo>
                      <a:pt x="147" y="196"/>
                    </a:lnTo>
                    <a:lnTo>
                      <a:pt x="145" y="196"/>
                    </a:lnTo>
                    <a:lnTo>
                      <a:pt x="145" y="199"/>
                    </a:lnTo>
                    <a:lnTo>
                      <a:pt x="145" y="199"/>
                    </a:lnTo>
                    <a:lnTo>
                      <a:pt x="145" y="199"/>
                    </a:lnTo>
                    <a:lnTo>
                      <a:pt x="145" y="199"/>
                    </a:lnTo>
                    <a:lnTo>
                      <a:pt x="145" y="199"/>
                    </a:lnTo>
                    <a:lnTo>
                      <a:pt x="145" y="201"/>
                    </a:lnTo>
                    <a:lnTo>
                      <a:pt x="145" y="201"/>
                    </a:lnTo>
                    <a:lnTo>
                      <a:pt x="145" y="203"/>
                    </a:lnTo>
                    <a:lnTo>
                      <a:pt x="145" y="203"/>
                    </a:lnTo>
                    <a:lnTo>
                      <a:pt x="142" y="203"/>
                    </a:lnTo>
                    <a:lnTo>
                      <a:pt x="142" y="203"/>
                    </a:lnTo>
                    <a:lnTo>
                      <a:pt x="142" y="206"/>
                    </a:lnTo>
                    <a:lnTo>
                      <a:pt x="140" y="206"/>
                    </a:lnTo>
                    <a:lnTo>
                      <a:pt x="140" y="206"/>
                    </a:lnTo>
                    <a:lnTo>
                      <a:pt x="140" y="208"/>
                    </a:lnTo>
                    <a:lnTo>
                      <a:pt x="140" y="208"/>
                    </a:lnTo>
                    <a:lnTo>
                      <a:pt x="140" y="208"/>
                    </a:lnTo>
                    <a:lnTo>
                      <a:pt x="138" y="208"/>
                    </a:lnTo>
                    <a:lnTo>
                      <a:pt x="138" y="206"/>
                    </a:lnTo>
                    <a:lnTo>
                      <a:pt x="138" y="206"/>
                    </a:lnTo>
                    <a:lnTo>
                      <a:pt x="138" y="206"/>
                    </a:lnTo>
                    <a:lnTo>
                      <a:pt x="135" y="206"/>
                    </a:lnTo>
                    <a:lnTo>
                      <a:pt x="135" y="206"/>
                    </a:lnTo>
                    <a:lnTo>
                      <a:pt x="135" y="206"/>
                    </a:lnTo>
                    <a:lnTo>
                      <a:pt x="133" y="206"/>
                    </a:lnTo>
                    <a:lnTo>
                      <a:pt x="133" y="206"/>
                    </a:lnTo>
                    <a:lnTo>
                      <a:pt x="133" y="206"/>
                    </a:lnTo>
                    <a:lnTo>
                      <a:pt x="133" y="203"/>
                    </a:lnTo>
                    <a:lnTo>
                      <a:pt x="131" y="203"/>
                    </a:lnTo>
                    <a:lnTo>
                      <a:pt x="131" y="203"/>
                    </a:lnTo>
                    <a:lnTo>
                      <a:pt x="131" y="203"/>
                    </a:lnTo>
                    <a:lnTo>
                      <a:pt x="131" y="201"/>
                    </a:lnTo>
                    <a:lnTo>
                      <a:pt x="131" y="201"/>
                    </a:lnTo>
                    <a:lnTo>
                      <a:pt x="128" y="201"/>
                    </a:lnTo>
                    <a:lnTo>
                      <a:pt x="128" y="201"/>
                    </a:lnTo>
                    <a:lnTo>
                      <a:pt x="128" y="199"/>
                    </a:lnTo>
                    <a:lnTo>
                      <a:pt x="128" y="199"/>
                    </a:lnTo>
                    <a:lnTo>
                      <a:pt x="128" y="199"/>
                    </a:lnTo>
                    <a:lnTo>
                      <a:pt x="126" y="199"/>
                    </a:lnTo>
                    <a:lnTo>
                      <a:pt x="126" y="199"/>
                    </a:lnTo>
                    <a:lnTo>
                      <a:pt x="126" y="199"/>
                    </a:lnTo>
                    <a:lnTo>
                      <a:pt x="126" y="196"/>
                    </a:lnTo>
                    <a:lnTo>
                      <a:pt x="126" y="196"/>
                    </a:lnTo>
                    <a:lnTo>
                      <a:pt x="126" y="196"/>
                    </a:lnTo>
                    <a:lnTo>
                      <a:pt x="123" y="196"/>
                    </a:lnTo>
                    <a:lnTo>
                      <a:pt x="123" y="196"/>
                    </a:lnTo>
                    <a:lnTo>
                      <a:pt x="123" y="194"/>
                    </a:lnTo>
                    <a:lnTo>
                      <a:pt x="123" y="194"/>
                    </a:lnTo>
                    <a:lnTo>
                      <a:pt x="123" y="192"/>
                    </a:lnTo>
                    <a:lnTo>
                      <a:pt x="123" y="192"/>
                    </a:lnTo>
                    <a:lnTo>
                      <a:pt x="123" y="192"/>
                    </a:lnTo>
                    <a:lnTo>
                      <a:pt x="123" y="189"/>
                    </a:lnTo>
                    <a:lnTo>
                      <a:pt x="123" y="189"/>
                    </a:lnTo>
                    <a:lnTo>
                      <a:pt x="123" y="189"/>
                    </a:lnTo>
                    <a:lnTo>
                      <a:pt x="123" y="189"/>
                    </a:lnTo>
                    <a:lnTo>
                      <a:pt x="123" y="189"/>
                    </a:lnTo>
                    <a:lnTo>
                      <a:pt x="126" y="189"/>
                    </a:lnTo>
                    <a:lnTo>
                      <a:pt x="126" y="187"/>
                    </a:lnTo>
                    <a:lnTo>
                      <a:pt x="123" y="187"/>
                    </a:lnTo>
                    <a:lnTo>
                      <a:pt x="123" y="187"/>
                    </a:lnTo>
                    <a:lnTo>
                      <a:pt x="123" y="187"/>
                    </a:lnTo>
                    <a:lnTo>
                      <a:pt x="123" y="187"/>
                    </a:lnTo>
                    <a:lnTo>
                      <a:pt x="121" y="187"/>
                    </a:lnTo>
                    <a:lnTo>
                      <a:pt x="121" y="187"/>
                    </a:lnTo>
                    <a:lnTo>
                      <a:pt x="121" y="187"/>
                    </a:lnTo>
                    <a:lnTo>
                      <a:pt x="119" y="187"/>
                    </a:lnTo>
                    <a:lnTo>
                      <a:pt x="119" y="187"/>
                    </a:lnTo>
                    <a:lnTo>
                      <a:pt x="119" y="189"/>
                    </a:lnTo>
                    <a:lnTo>
                      <a:pt x="119" y="189"/>
                    </a:lnTo>
                    <a:lnTo>
                      <a:pt x="119" y="189"/>
                    </a:lnTo>
                    <a:lnTo>
                      <a:pt x="119" y="189"/>
                    </a:lnTo>
                    <a:lnTo>
                      <a:pt x="116" y="189"/>
                    </a:lnTo>
                    <a:lnTo>
                      <a:pt x="116" y="189"/>
                    </a:lnTo>
                    <a:lnTo>
                      <a:pt x="116" y="187"/>
                    </a:lnTo>
                    <a:lnTo>
                      <a:pt x="114" y="187"/>
                    </a:lnTo>
                    <a:lnTo>
                      <a:pt x="114" y="189"/>
                    </a:lnTo>
                    <a:lnTo>
                      <a:pt x="114" y="189"/>
                    </a:lnTo>
                    <a:lnTo>
                      <a:pt x="114" y="189"/>
                    </a:lnTo>
                    <a:lnTo>
                      <a:pt x="114" y="189"/>
                    </a:lnTo>
                    <a:lnTo>
                      <a:pt x="114" y="192"/>
                    </a:lnTo>
                    <a:lnTo>
                      <a:pt x="114" y="192"/>
                    </a:lnTo>
                    <a:lnTo>
                      <a:pt x="114" y="192"/>
                    </a:lnTo>
                    <a:lnTo>
                      <a:pt x="116" y="192"/>
                    </a:lnTo>
                    <a:lnTo>
                      <a:pt x="116" y="194"/>
                    </a:lnTo>
                    <a:lnTo>
                      <a:pt x="116" y="194"/>
                    </a:lnTo>
                    <a:lnTo>
                      <a:pt x="116" y="196"/>
                    </a:lnTo>
                    <a:lnTo>
                      <a:pt x="116" y="196"/>
                    </a:lnTo>
                    <a:lnTo>
                      <a:pt x="119" y="196"/>
                    </a:lnTo>
                    <a:lnTo>
                      <a:pt x="119" y="196"/>
                    </a:lnTo>
                    <a:lnTo>
                      <a:pt x="119" y="196"/>
                    </a:lnTo>
                    <a:lnTo>
                      <a:pt x="119" y="196"/>
                    </a:lnTo>
                    <a:lnTo>
                      <a:pt x="116" y="196"/>
                    </a:lnTo>
                    <a:lnTo>
                      <a:pt x="116" y="199"/>
                    </a:lnTo>
                    <a:lnTo>
                      <a:pt x="116" y="199"/>
                    </a:lnTo>
                    <a:lnTo>
                      <a:pt x="114" y="199"/>
                    </a:lnTo>
                    <a:lnTo>
                      <a:pt x="114" y="199"/>
                    </a:lnTo>
                    <a:lnTo>
                      <a:pt x="114" y="199"/>
                    </a:lnTo>
                    <a:lnTo>
                      <a:pt x="114" y="199"/>
                    </a:lnTo>
                    <a:lnTo>
                      <a:pt x="114" y="199"/>
                    </a:lnTo>
                    <a:lnTo>
                      <a:pt x="112" y="199"/>
                    </a:lnTo>
                    <a:lnTo>
                      <a:pt x="112" y="201"/>
                    </a:lnTo>
                    <a:lnTo>
                      <a:pt x="112" y="201"/>
                    </a:lnTo>
                    <a:lnTo>
                      <a:pt x="112" y="201"/>
                    </a:lnTo>
                    <a:lnTo>
                      <a:pt x="112" y="201"/>
                    </a:lnTo>
                    <a:lnTo>
                      <a:pt x="109" y="201"/>
                    </a:lnTo>
                    <a:lnTo>
                      <a:pt x="109" y="203"/>
                    </a:lnTo>
                    <a:lnTo>
                      <a:pt x="109" y="203"/>
                    </a:lnTo>
                    <a:lnTo>
                      <a:pt x="109" y="203"/>
                    </a:lnTo>
                    <a:lnTo>
                      <a:pt x="107" y="203"/>
                    </a:lnTo>
                    <a:lnTo>
                      <a:pt x="107" y="206"/>
                    </a:lnTo>
                    <a:lnTo>
                      <a:pt x="107" y="206"/>
                    </a:lnTo>
                    <a:lnTo>
                      <a:pt x="107" y="206"/>
                    </a:lnTo>
                    <a:lnTo>
                      <a:pt x="107" y="206"/>
                    </a:lnTo>
                    <a:lnTo>
                      <a:pt x="107" y="208"/>
                    </a:lnTo>
                    <a:lnTo>
                      <a:pt x="107" y="208"/>
                    </a:lnTo>
                    <a:lnTo>
                      <a:pt x="107" y="210"/>
                    </a:lnTo>
                    <a:lnTo>
                      <a:pt x="105" y="210"/>
                    </a:lnTo>
                    <a:lnTo>
                      <a:pt x="105" y="210"/>
                    </a:lnTo>
                    <a:lnTo>
                      <a:pt x="105" y="210"/>
                    </a:lnTo>
                    <a:lnTo>
                      <a:pt x="105" y="213"/>
                    </a:lnTo>
                    <a:lnTo>
                      <a:pt x="105" y="213"/>
                    </a:lnTo>
                    <a:lnTo>
                      <a:pt x="105" y="210"/>
                    </a:lnTo>
                    <a:lnTo>
                      <a:pt x="105" y="210"/>
                    </a:lnTo>
                    <a:lnTo>
                      <a:pt x="105" y="210"/>
                    </a:lnTo>
                    <a:lnTo>
                      <a:pt x="102" y="210"/>
                    </a:lnTo>
                    <a:lnTo>
                      <a:pt x="102" y="210"/>
                    </a:lnTo>
                    <a:lnTo>
                      <a:pt x="102" y="210"/>
                    </a:lnTo>
                    <a:lnTo>
                      <a:pt x="100" y="210"/>
                    </a:lnTo>
                    <a:lnTo>
                      <a:pt x="100" y="208"/>
                    </a:lnTo>
                    <a:lnTo>
                      <a:pt x="100" y="208"/>
                    </a:lnTo>
                    <a:lnTo>
                      <a:pt x="100" y="208"/>
                    </a:lnTo>
                    <a:lnTo>
                      <a:pt x="100" y="208"/>
                    </a:lnTo>
                    <a:lnTo>
                      <a:pt x="100" y="206"/>
                    </a:lnTo>
                    <a:lnTo>
                      <a:pt x="97" y="206"/>
                    </a:lnTo>
                    <a:lnTo>
                      <a:pt x="97" y="206"/>
                    </a:lnTo>
                    <a:lnTo>
                      <a:pt x="97" y="206"/>
                    </a:lnTo>
                    <a:lnTo>
                      <a:pt x="97" y="206"/>
                    </a:lnTo>
                    <a:lnTo>
                      <a:pt x="95" y="206"/>
                    </a:lnTo>
                    <a:lnTo>
                      <a:pt x="95" y="206"/>
                    </a:lnTo>
                    <a:lnTo>
                      <a:pt x="93" y="206"/>
                    </a:lnTo>
                    <a:lnTo>
                      <a:pt x="93" y="206"/>
                    </a:lnTo>
                    <a:lnTo>
                      <a:pt x="93" y="206"/>
                    </a:lnTo>
                    <a:lnTo>
                      <a:pt x="93" y="206"/>
                    </a:lnTo>
                    <a:lnTo>
                      <a:pt x="90" y="206"/>
                    </a:lnTo>
                    <a:lnTo>
                      <a:pt x="90" y="206"/>
                    </a:lnTo>
                    <a:lnTo>
                      <a:pt x="90" y="208"/>
                    </a:lnTo>
                    <a:lnTo>
                      <a:pt x="90" y="208"/>
                    </a:lnTo>
                    <a:lnTo>
                      <a:pt x="90" y="208"/>
                    </a:lnTo>
                    <a:lnTo>
                      <a:pt x="88" y="208"/>
                    </a:lnTo>
                    <a:lnTo>
                      <a:pt x="88" y="208"/>
                    </a:lnTo>
                    <a:lnTo>
                      <a:pt x="86" y="208"/>
                    </a:lnTo>
                    <a:lnTo>
                      <a:pt x="86" y="210"/>
                    </a:lnTo>
                    <a:lnTo>
                      <a:pt x="86" y="210"/>
                    </a:lnTo>
                    <a:lnTo>
                      <a:pt x="86" y="210"/>
                    </a:lnTo>
                    <a:lnTo>
                      <a:pt x="86" y="210"/>
                    </a:lnTo>
                    <a:lnTo>
                      <a:pt x="86" y="213"/>
                    </a:lnTo>
                    <a:lnTo>
                      <a:pt x="86" y="213"/>
                    </a:lnTo>
                    <a:lnTo>
                      <a:pt x="86" y="213"/>
                    </a:lnTo>
                    <a:lnTo>
                      <a:pt x="86" y="215"/>
                    </a:lnTo>
                    <a:lnTo>
                      <a:pt x="83" y="215"/>
                    </a:lnTo>
                    <a:lnTo>
                      <a:pt x="83" y="215"/>
                    </a:lnTo>
                    <a:lnTo>
                      <a:pt x="83" y="215"/>
                    </a:lnTo>
                    <a:lnTo>
                      <a:pt x="83" y="215"/>
                    </a:lnTo>
                    <a:lnTo>
                      <a:pt x="83" y="218"/>
                    </a:lnTo>
                    <a:lnTo>
                      <a:pt x="83" y="218"/>
                    </a:lnTo>
                    <a:lnTo>
                      <a:pt x="81" y="218"/>
                    </a:lnTo>
                    <a:lnTo>
                      <a:pt x="81" y="218"/>
                    </a:lnTo>
                    <a:lnTo>
                      <a:pt x="81" y="220"/>
                    </a:lnTo>
                    <a:lnTo>
                      <a:pt x="81" y="220"/>
                    </a:lnTo>
                    <a:lnTo>
                      <a:pt x="81" y="220"/>
                    </a:lnTo>
                    <a:lnTo>
                      <a:pt x="78" y="220"/>
                    </a:lnTo>
                    <a:lnTo>
                      <a:pt x="78" y="222"/>
                    </a:lnTo>
                    <a:lnTo>
                      <a:pt x="78" y="222"/>
                    </a:lnTo>
                    <a:lnTo>
                      <a:pt x="81" y="222"/>
                    </a:lnTo>
                    <a:lnTo>
                      <a:pt x="81" y="225"/>
                    </a:lnTo>
                    <a:lnTo>
                      <a:pt x="81" y="225"/>
                    </a:lnTo>
                    <a:lnTo>
                      <a:pt x="78" y="225"/>
                    </a:lnTo>
                    <a:lnTo>
                      <a:pt x="78" y="225"/>
                    </a:lnTo>
                    <a:lnTo>
                      <a:pt x="78" y="225"/>
                    </a:lnTo>
                    <a:lnTo>
                      <a:pt x="78" y="225"/>
                    </a:lnTo>
                    <a:lnTo>
                      <a:pt x="76" y="225"/>
                    </a:lnTo>
                    <a:lnTo>
                      <a:pt x="76" y="225"/>
                    </a:lnTo>
                    <a:lnTo>
                      <a:pt x="76" y="225"/>
                    </a:lnTo>
                    <a:lnTo>
                      <a:pt x="74" y="225"/>
                    </a:lnTo>
                    <a:lnTo>
                      <a:pt x="74" y="225"/>
                    </a:lnTo>
                    <a:lnTo>
                      <a:pt x="74" y="225"/>
                    </a:lnTo>
                    <a:lnTo>
                      <a:pt x="74" y="225"/>
                    </a:lnTo>
                    <a:lnTo>
                      <a:pt x="71" y="225"/>
                    </a:lnTo>
                    <a:lnTo>
                      <a:pt x="71" y="225"/>
                    </a:lnTo>
                    <a:lnTo>
                      <a:pt x="71" y="225"/>
                    </a:lnTo>
                    <a:lnTo>
                      <a:pt x="71" y="225"/>
                    </a:lnTo>
                    <a:lnTo>
                      <a:pt x="71" y="227"/>
                    </a:lnTo>
                    <a:lnTo>
                      <a:pt x="69" y="227"/>
                    </a:lnTo>
                    <a:lnTo>
                      <a:pt x="69" y="227"/>
                    </a:lnTo>
                    <a:lnTo>
                      <a:pt x="69" y="225"/>
                    </a:lnTo>
                    <a:lnTo>
                      <a:pt x="67" y="225"/>
                    </a:lnTo>
                    <a:lnTo>
                      <a:pt x="67" y="225"/>
                    </a:lnTo>
                    <a:lnTo>
                      <a:pt x="69" y="225"/>
                    </a:lnTo>
                    <a:lnTo>
                      <a:pt x="69" y="225"/>
                    </a:lnTo>
                    <a:lnTo>
                      <a:pt x="69" y="222"/>
                    </a:lnTo>
                    <a:lnTo>
                      <a:pt x="71" y="222"/>
                    </a:lnTo>
                    <a:lnTo>
                      <a:pt x="71" y="222"/>
                    </a:lnTo>
                    <a:lnTo>
                      <a:pt x="71" y="222"/>
                    </a:lnTo>
                    <a:lnTo>
                      <a:pt x="71" y="220"/>
                    </a:lnTo>
                    <a:lnTo>
                      <a:pt x="71" y="220"/>
                    </a:lnTo>
                    <a:lnTo>
                      <a:pt x="71" y="220"/>
                    </a:lnTo>
                    <a:lnTo>
                      <a:pt x="69" y="220"/>
                    </a:lnTo>
                    <a:lnTo>
                      <a:pt x="69" y="220"/>
                    </a:lnTo>
                    <a:lnTo>
                      <a:pt x="69" y="220"/>
                    </a:lnTo>
                    <a:lnTo>
                      <a:pt x="67" y="220"/>
                    </a:lnTo>
                    <a:lnTo>
                      <a:pt x="67" y="220"/>
                    </a:lnTo>
                    <a:lnTo>
                      <a:pt x="67" y="220"/>
                    </a:lnTo>
                    <a:lnTo>
                      <a:pt x="67" y="220"/>
                    </a:lnTo>
                    <a:lnTo>
                      <a:pt x="67" y="220"/>
                    </a:lnTo>
                    <a:lnTo>
                      <a:pt x="67" y="220"/>
                    </a:lnTo>
                    <a:lnTo>
                      <a:pt x="67" y="220"/>
                    </a:lnTo>
                    <a:lnTo>
                      <a:pt x="67" y="218"/>
                    </a:lnTo>
                    <a:lnTo>
                      <a:pt x="67" y="218"/>
                    </a:lnTo>
                    <a:lnTo>
                      <a:pt x="67" y="218"/>
                    </a:lnTo>
                    <a:lnTo>
                      <a:pt x="67" y="218"/>
                    </a:lnTo>
                    <a:lnTo>
                      <a:pt x="67" y="215"/>
                    </a:lnTo>
                    <a:lnTo>
                      <a:pt x="64" y="215"/>
                    </a:lnTo>
                    <a:lnTo>
                      <a:pt x="64" y="215"/>
                    </a:lnTo>
                    <a:lnTo>
                      <a:pt x="64" y="215"/>
                    </a:lnTo>
                    <a:lnTo>
                      <a:pt x="64" y="215"/>
                    </a:lnTo>
                    <a:lnTo>
                      <a:pt x="64" y="213"/>
                    </a:lnTo>
                    <a:lnTo>
                      <a:pt x="64" y="213"/>
                    </a:lnTo>
                    <a:lnTo>
                      <a:pt x="64" y="213"/>
                    </a:lnTo>
                    <a:lnTo>
                      <a:pt x="64" y="213"/>
                    </a:lnTo>
                    <a:lnTo>
                      <a:pt x="64" y="210"/>
                    </a:lnTo>
                    <a:lnTo>
                      <a:pt x="67" y="210"/>
                    </a:lnTo>
                    <a:lnTo>
                      <a:pt x="67" y="210"/>
                    </a:lnTo>
                    <a:lnTo>
                      <a:pt x="67" y="210"/>
                    </a:lnTo>
                    <a:lnTo>
                      <a:pt x="67" y="210"/>
                    </a:lnTo>
                    <a:lnTo>
                      <a:pt x="67" y="210"/>
                    </a:lnTo>
                    <a:lnTo>
                      <a:pt x="67" y="210"/>
                    </a:lnTo>
                    <a:lnTo>
                      <a:pt x="64" y="210"/>
                    </a:lnTo>
                    <a:lnTo>
                      <a:pt x="64" y="210"/>
                    </a:lnTo>
                    <a:lnTo>
                      <a:pt x="64" y="208"/>
                    </a:lnTo>
                    <a:lnTo>
                      <a:pt x="64" y="208"/>
                    </a:lnTo>
                    <a:lnTo>
                      <a:pt x="64" y="208"/>
                    </a:lnTo>
                    <a:lnTo>
                      <a:pt x="64" y="208"/>
                    </a:lnTo>
                    <a:lnTo>
                      <a:pt x="62" y="208"/>
                    </a:lnTo>
                    <a:lnTo>
                      <a:pt x="62" y="208"/>
                    </a:lnTo>
                    <a:lnTo>
                      <a:pt x="62" y="208"/>
                    </a:lnTo>
                    <a:lnTo>
                      <a:pt x="62" y="210"/>
                    </a:lnTo>
                    <a:lnTo>
                      <a:pt x="60" y="210"/>
                    </a:lnTo>
                    <a:lnTo>
                      <a:pt x="60" y="210"/>
                    </a:lnTo>
                    <a:lnTo>
                      <a:pt x="60" y="210"/>
                    </a:lnTo>
                    <a:lnTo>
                      <a:pt x="57" y="210"/>
                    </a:lnTo>
                    <a:lnTo>
                      <a:pt x="57" y="208"/>
                    </a:lnTo>
                    <a:lnTo>
                      <a:pt x="60" y="208"/>
                    </a:lnTo>
                    <a:lnTo>
                      <a:pt x="60" y="208"/>
                    </a:lnTo>
                    <a:lnTo>
                      <a:pt x="60" y="208"/>
                    </a:lnTo>
                    <a:lnTo>
                      <a:pt x="60" y="206"/>
                    </a:lnTo>
                    <a:lnTo>
                      <a:pt x="60" y="206"/>
                    </a:lnTo>
                    <a:lnTo>
                      <a:pt x="62" y="206"/>
                    </a:lnTo>
                    <a:lnTo>
                      <a:pt x="62" y="206"/>
                    </a:lnTo>
                    <a:lnTo>
                      <a:pt x="62" y="206"/>
                    </a:lnTo>
                    <a:lnTo>
                      <a:pt x="64" y="206"/>
                    </a:lnTo>
                    <a:lnTo>
                      <a:pt x="64" y="206"/>
                    </a:lnTo>
                    <a:lnTo>
                      <a:pt x="64" y="203"/>
                    </a:lnTo>
                    <a:lnTo>
                      <a:pt x="64" y="203"/>
                    </a:lnTo>
                    <a:lnTo>
                      <a:pt x="67" y="203"/>
                    </a:lnTo>
                    <a:lnTo>
                      <a:pt x="67" y="203"/>
                    </a:lnTo>
                    <a:lnTo>
                      <a:pt x="67" y="203"/>
                    </a:lnTo>
                    <a:lnTo>
                      <a:pt x="67" y="201"/>
                    </a:lnTo>
                    <a:lnTo>
                      <a:pt x="67" y="201"/>
                    </a:lnTo>
                    <a:lnTo>
                      <a:pt x="69" y="201"/>
                    </a:lnTo>
                    <a:lnTo>
                      <a:pt x="69" y="201"/>
                    </a:lnTo>
                    <a:lnTo>
                      <a:pt x="69" y="201"/>
                    </a:lnTo>
                    <a:lnTo>
                      <a:pt x="71" y="201"/>
                    </a:lnTo>
                    <a:lnTo>
                      <a:pt x="71" y="199"/>
                    </a:lnTo>
                    <a:lnTo>
                      <a:pt x="71" y="199"/>
                    </a:lnTo>
                    <a:lnTo>
                      <a:pt x="71" y="199"/>
                    </a:lnTo>
                    <a:lnTo>
                      <a:pt x="71" y="199"/>
                    </a:lnTo>
                    <a:lnTo>
                      <a:pt x="71" y="199"/>
                    </a:lnTo>
                    <a:lnTo>
                      <a:pt x="71" y="196"/>
                    </a:lnTo>
                    <a:lnTo>
                      <a:pt x="71" y="196"/>
                    </a:lnTo>
                    <a:lnTo>
                      <a:pt x="71" y="196"/>
                    </a:lnTo>
                    <a:lnTo>
                      <a:pt x="71" y="194"/>
                    </a:lnTo>
                    <a:lnTo>
                      <a:pt x="71" y="194"/>
                    </a:lnTo>
                    <a:lnTo>
                      <a:pt x="69" y="194"/>
                    </a:lnTo>
                    <a:lnTo>
                      <a:pt x="69" y="194"/>
                    </a:lnTo>
                    <a:lnTo>
                      <a:pt x="69" y="196"/>
                    </a:lnTo>
                    <a:lnTo>
                      <a:pt x="67" y="196"/>
                    </a:lnTo>
                    <a:lnTo>
                      <a:pt x="67" y="194"/>
                    </a:lnTo>
                    <a:lnTo>
                      <a:pt x="67" y="194"/>
                    </a:lnTo>
                    <a:lnTo>
                      <a:pt x="67" y="196"/>
                    </a:lnTo>
                    <a:lnTo>
                      <a:pt x="67" y="196"/>
                    </a:lnTo>
                    <a:lnTo>
                      <a:pt x="67" y="196"/>
                    </a:lnTo>
                    <a:lnTo>
                      <a:pt x="64" y="196"/>
                    </a:lnTo>
                    <a:lnTo>
                      <a:pt x="64" y="196"/>
                    </a:lnTo>
                    <a:lnTo>
                      <a:pt x="64" y="199"/>
                    </a:lnTo>
                    <a:lnTo>
                      <a:pt x="64" y="199"/>
                    </a:lnTo>
                    <a:lnTo>
                      <a:pt x="64" y="199"/>
                    </a:lnTo>
                    <a:lnTo>
                      <a:pt x="62" y="199"/>
                    </a:lnTo>
                    <a:lnTo>
                      <a:pt x="62" y="199"/>
                    </a:lnTo>
                    <a:lnTo>
                      <a:pt x="62" y="199"/>
                    </a:lnTo>
                    <a:lnTo>
                      <a:pt x="60" y="199"/>
                    </a:lnTo>
                    <a:lnTo>
                      <a:pt x="60" y="199"/>
                    </a:lnTo>
                    <a:lnTo>
                      <a:pt x="60" y="199"/>
                    </a:lnTo>
                    <a:lnTo>
                      <a:pt x="60" y="199"/>
                    </a:lnTo>
                    <a:lnTo>
                      <a:pt x="60" y="199"/>
                    </a:lnTo>
                    <a:lnTo>
                      <a:pt x="60" y="199"/>
                    </a:lnTo>
                    <a:lnTo>
                      <a:pt x="60" y="199"/>
                    </a:lnTo>
                    <a:lnTo>
                      <a:pt x="57" y="199"/>
                    </a:lnTo>
                    <a:lnTo>
                      <a:pt x="57" y="199"/>
                    </a:lnTo>
                    <a:lnTo>
                      <a:pt x="57" y="199"/>
                    </a:lnTo>
                    <a:lnTo>
                      <a:pt x="57" y="199"/>
                    </a:lnTo>
                    <a:lnTo>
                      <a:pt x="57" y="199"/>
                    </a:lnTo>
                    <a:lnTo>
                      <a:pt x="57" y="196"/>
                    </a:lnTo>
                    <a:lnTo>
                      <a:pt x="57" y="196"/>
                    </a:lnTo>
                    <a:lnTo>
                      <a:pt x="57" y="196"/>
                    </a:lnTo>
                    <a:lnTo>
                      <a:pt x="57" y="194"/>
                    </a:lnTo>
                    <a:lnTo>
                      <a:pt x="57" y="194"/>
                    </a:lnTo>
                    <a:lnTo>
                      <a:pt x="57" y="194"/>
                    </a:lnTo>
                    <a:lnTo>
                      <a:pt x="55" y="194"/>
                    </a:lnTo>
                    <a:lnTo>
                      <a:pt x="55" y="194"/>
                    </a:lnTo>
                    <a:lnTo>
                      <a:pt x="55" y="194"/>
                    </a:lnTo>
                    <a:lnTo>
                      <a:pt x="52" y="194"/>
                    </a:lnTo>
                    <a:lnTo>
                      <a:pt x="52" y="194"/>
                    </a:lnTo>
                    <a:lnTo>
                      <a:pt x="52" y="194"/>
                    </a:lnTo>
                    <a:lnTo>
                      <a:pt x="52" y="194"/>
                    </a:lnTo>
                    <a:lnTo>
                      <a:pt x="52" y="194"/>
                    </a:lnTo>
                    <a:lnTo>
                      <a:pt x="50" y="194"/>
                    </a:lnTo>
                    <a:lnTo>
                      <a:pt x="50" y="194"/>
                    </a:lnTo>
                    <a:lnTo>
                      <a:pt x="50" y="192"/>
                    </a:lnTo>
                    <a:lnTo>
                      <a:pt x="50" y="192"/>
                    </a:lnTo>
                    <a:lnTo>
                      <a:pt x="50" y="194"/>
                    </a:lnTo>
                    <a:lnTo>
                      <a:pt x="50" y="194"/>
                    </a:lnTo>
                    <a:lnTo>
                      <a:pt x="48" y="194"/>
                    </a:lnTo>
                    <a:lnTo>
                      <a:pt x="48" y="194"/>
                    </a:lnTo>
                    <a:lnTo>
                      <a:pt x="45" y="194"/>
                    </a:lnTo>
                    <a:lnTo>
                      <a:pt x="45" y="194"/>
                    </a:lnTo>
                    <a:lnTo>
                      <a:pt x="45" y="194"/>
                    </a:lnTo>
                    <a:lnTo>
                      <a:pt x="45" y="194"/>
                    </a:lnTo>
                    <a:lnTo>
                      <a:pt x="43" y="194"/>
                    </a:lnTo>
                    <a:lnTo>
                      <a:pt x="43" y="194"/>
                    </a:lnTo>
                    <a:lnTo>
                      <a:pt x="41" y="194"/>
                    </a:lnTo>
                    <a:lnTo>
                      <a:pt x="41" y="194"/>
                    </a:lnTo>
                    <a:lnTo>
                      <a:pt x="41" y="194"/>
                    </a:lnTo>
                    <a:lnTo>
                      <a:pt x="38" y="194"/>
                    </a:lnTo>
                    <a:lnTo>
                      <a:pt x="38" y="194"/>
                    </a:lnTo>
                    <a:lnTo>
                      <a:pt x="38" y="192"/>
                    </a:lnTo>
                    <a:lnTo>
                      <a:pt x="38" y="192"/>
                    </a:lnTo>
                    <a:lnTo>
                      <a:pt x="38" y="192"/>
                    </a:lnTo>
                    <a:lnTo>
                      <a:pt x="38" y="194"/>
                    </a:lnTo>
                    <a:lnTo>
                      <a:pt x="38" y="194"/>
                    </a:lnTo>
                    <a:lnTo>
                      <a:pt x="38" y="196"/>
                    </a:lnTo>
                    <a:lnTo>
                      <a:pt x="36" y="196"/>
                    </a:lnTo>
                    <a:lnTo>
                      <a:pt x="36" y="196"/>
                    </a:lnTo>
                    <a:lnTo>
                      <a:pt x="38" y="196"/>
                    </a:lnTo>
                    <a:lnTo>
                      <a:pt x="38" y="199"/>
                    </a:lnTo>
                    <a:lnTo>
                      <a:pt x="38" y="199"/>
                    </a:lnTo>
                    <a:lnTo>
                      <a:pt x="38" y="199"/>
                    </a:lnTo>
                    <a:lnTo>
                      <a:pt x="38" y="199"/>
                    </a:lnTo>
                    <a:lnTo>
                      <a:pt x="38" y="201"/>
                    </a:lnTo>
                    <a:lnTo>
                      <a:pt x="38" y="201"/>
                    </a:lnTo>
                    <a:lnTo>
                      <a:pt x="41" y="201"/>
                    </a:lnTo>
                    <a:lnTo>
                      <a:pt x="41" y="201"/>
                    </a:lnTo>
                    <a:lnTo>
                      <a:pt x="41" y="201"/>
                    </a:lnTo>
                    <a:lnTo>
                      <a:pt x="41" y="201"/>
                    </a:lnTo>
                    <a:lnTo>
                      <a:pt x="43" y="201"/>
                    </a:lnTo>
                    <a:lnTo>
                      <a:pt x="43" y="203"/>
                    </a:lnTo>
                    <a:lnTo>
                      <a:pt x="43" y="203"/>
                    </a:lnTo>
                    <a:lnTo>
                      <a:pt x="45" y="203"/>
                    </a:lnTo>
                    <a:lnTo>
                      <a:pt x="45" y="203"/>
                    </a:lnTo>
                    <a:lnTo>
                      <a:pt x="45" y="201"/>
                    </a:lnTo>
                    <a:lnTo>
                      <a:pt x="45" y="201"/>
                    </a:lnTo>
                    <a:lnTo>
                      <a:pt x="45" y="201"/>
                    </a:lnTo>
                    <a:lnTo>
                      <a:pt x="45" y="199"/>
                    </a:lnTo>
                    <a:lnTo>
                      <a:pt x="48" y="199"/>
                    </a:lnTo>
                    <a:lnTo>
                      <a:pt x="48" y="199"/>
                    </a:lnTo>
                    <a:lnTo>
                      <a:pt x="50" y="199"/>
                    </a:lnTo>
                    <a:lnTo>
                      <a:pt x="50" y="199"/>
                    </a:lnTo>
                    <a:lnTo>
                      <a:pt x="50" y="199"/>
                    </a:lnTo>
                    <a:lnTo>
                      <a:pt x="50" y="199"/>
                    </a:lnTo>
                    <a:lnTo>
                      <a:pt x="52" y="199"/>
                    </a:lnTo>
                    <a:lnTo>
                      <a:pt x="52" y="199"/>
                    </a:lnTo>
                    <a:lnTo>
                      <a:pt x="50" y="199"/>
                    </a:lnTo>
                    <a:lnTo>
                      <a:pt x="50" y="201"/>
                    </a:lnTo>
                    <a:lnTo>
                      <a:pt x="52" y="201"/>
                    </a:lnTo>
                    <a:lnTo>
                      <a:pt x="52" y="201"/>
                    </a:lnTo>
                    <a:lnTo>
                      <a:pt x="52" y="201"/>
                    </a:lnTo>
                    <a:lnTo>
                      <a:pt x="52" y="203"/>
                    </a:lnTo>
                    <a:lnTo>
                      <a:pt x="52" y="203"/>
                    </a:lnTo>
                    <a:lnTo>
                      <a:pt x="52" y="206"/>
                    </a:lnTo>
                    <a:lnTo>
                      <a:pt x="52" y="206"/>
                    </a:lnTo>
                    <a:lnTo>
                      <a:pt x="52" y="208"/>
                    </a:lnTo>
                    <a:lnTo>
                      <a:pt x="52" y="208"/>
                    </a:lnTo>
                    <a:lnTo>
                      <a:pt x="52" y="208"/>
                    </a:lnTo>
                    <a:lnTo>
                      <a:pt x="50" y="208"/>
                    </a:lnTo>
                    <a:lnTo>
                      <a:pt x="50" y="210"/>
                    </a:lnTo>
                    <a:lnTo>
                      <a:pt x="50" y="210"/>
                    </a:lnTo>
                    <a:lnTo>
                      <a:pt x="50" y="210"/>
                    </a:lnTo>
                    <a:lnTo>
                      <a:pt x="48" y="210"/>
                    </a:lnTo>
                    <a:lnTo>
                      <a:pt x="48" y="210"/>
                    </a:lnTo>
                    <a:lnTo>
                      <a:pt x="50" y="210"/>
                    </a:lnTo>
                    <a:lnTo>
                      <a:pt x="50" y="210"/>
                    </a:lnTo>
                    <a:lnTo>
                      <a:pt x="50" y="210"/>
                    </a:lnTo>
                    <a:lnTo>
                      <a:pt x="52" y="210"/>
                    </a:lnTo>
                    <a:lnTo>
                      <a:pt x="52" y="210"/>
                    </a:lnTo>
                    <a:lnTo>
                      <a:pt x="52" y="210"/>
                    </a:lnTo>
                    <a:lnTo>
                      <a:pt x="52" y="210"/>
                    </a:lnTo>
                    <a:lnTo>
                      <a:pt x="55" y="210"/>
                    </a:lnTo>
                    <a:lnTo>
                      <a:pt x="55" y="210"/>
                    </a:lnTo>
                    <a:lnTo>
                      <a:pt x="55" y="210"/>
                    </a:lnTo>
                    <a:lnTo>
                      <a:pt x="57" y="210"/>
                    </a:lnTo>
                    <a:lnTo>
                      <a:pt x="57" y="210"/>
                    </a:lnTo>
                    <a:lnTo>
                      <a:pt x="57" y="210"/>
                    </a:lnTo>
                    <a:lnTo>
                      <a:pt x="57" y="210"/>
                    </a:lnTo>
                    <a:lnTo>
                      <a:pt x="57" y="213"/>
                    </a:lnTo>
                    <a:lnTo>
                      <a:pt x="55" y="213"/>
                    </a:lnTo>
                    <a:lnTo>
                      <a:pt x="55" y="213"/>
                    </a:lnTo>
                    <a:lnTo>
                      <a:pt x="57" y="213"/>
                    </a:lnTo>
                    <a:lnTo>
                      <a:pt x="57" y="215"/>
                    </a:lnTo>
                    <a:lnTo>
                      <a:pt x="57" y="215"/>
                    </a:lnTo>
                    <a:lnTo>
                      <a:pt x="57" y="213"/>
                    </a:lnTo>
                    <a:lnTo>
                      <a:pt x="57" y="213"/>
                    </a:lnTo>
                    <a:lnTo>
                      <a:pt x="57" y="213"/>
                    </a:lnTo>
                    <a:lnTo>
                      <a:pt x="57" y="213"/>
                    </a:lnTo>
                    <a:lnTo>
                      <a:pt x="57" y="215"/>
                    </a:lnTo>
                    <a:lnTo>
                      <a:pt x="60" y="215"/>
                    </a:lnTo>
                    <a:lnTo>
                      <a:pt x="60" y="215"/>
                    </a:lnTo>
                    <a:lnTo>
                      <a:pt x="60" y="218"/>
                    </a:lnTo>
                    <a:lnTo>
                      <a:pt x="57" y="218"/>
                    </a:lnTo>
                    <a:lnTo>
                      <a:pt x="57" y="218"/>
                    </a:lnTo>
                    <a:lnTo>
                      <a:pt x="57" y="218"/>
                    </a:lnTo>
                    <a:lnTo>
                      <a:pt x="57" y="218"/>
                    </a:lnTo>
                    <a:lnTo>
                      <a:pt x="57" y="220"/>
                    </a:lnTo>
                    <a:lnTo>
                      <a:pt x="60" y="220"/>
                    </a:lnTo>
                    <a:lnTo>
                      <a:pt x="60" y="218"/>
                    </a:lnTo>
                    <a:lnTo>
                      <a:pt x="60" y="218"/>
                    </a:lnTo>
                    <a:lnTo>
                      <a:pt x="60" y="220"/>
                    </a:lnTo>
                    <a:lnTo>
                      <a:pt x="60" y="220"/>
                    </a:lnTo>
                    <a:lnTo>
                      <a:pt x="60" y="220"/>
                    </a:lnTo>
                    <a:lnTo>
                      <a:pt x="60" y="220"/>
                    </a:lnTo>
                    <a:lnTo>
                      <a:pt x="60" y="220"/>
                    </a:lnTo>
                    <a:lnTo>
                      <a:pt x="60" y="220"/>
                    </a:lnTo>
                    <a:lnTo>
                      <a:pt x="60" y="222"/>
                    </a:lnTo>
                    <a:lnTo>
                      <a:pt x="60" y="222"/>
                    </a:lnTo>
                    <a:lnTo>
                      <a:pt x="57" y="222"/>
                    </a:lnTo>
                    <a:lnTo>
                      <a:pt x="57" y="222"/>
                    </a:lnTo>
                    <a:lnTo>
                      <a:pt x="57" y="225"/>
                    </a:lnTo>
                    <a:lnTo>
                      <a:pt x="57" y="225"/>
                    </a:lnTo>
                    <a:lnTo>
                      <a:pt x="57" y="225"/>
                    </a:lnTo>
                    <a:lnTo>
                      <a:pt x="55" y="225"/>
                    </a:lnTo>
                    <a:lnTo>
                      <a:pt x="55" y="227"/>
                    </a:lnTo>
                    <a:lnTo>
                      <a:pt x="55" y="227"/>
                    </a:lnTo>
                    <a:lnTo>
                      <a:pt x="55" y="227"/>
                    </a:lnTo>
                    <a:lnTo>
                      <a:pt x="52" y="227"/>
                    </a:lnTo>
                    <a:lnTo>
                      <a:pt x="52" y="229"/>
                    </a:lnTo>
                    <a:lnTo>
                      <a:pt x="52" y="229"/>
                    </a:lnTo>
                    <a:lnTo>
                      <a:pt x="52" y="229"/>
                    </a:lnTo>
                    <a:lnTo>
                      <a:pt x="52" y="229"/>
                    </a:lnTo>
                    <a:lnTo>
                      <a:pt x="52" y="229"/>
                    </a:lnTo>
                    <a:lnTo>
                      <a:pt x="52" y="229"/>
                    </a:lnTo>
                    <a:lnTo>
                      <a:pt x="52" y="232"/>
                    </a:lnTo>
                    <a:lnTo>
                      <a:pt x="52" y="232"/>
                    </a:lnTo>
                    <a:lnTo>
                      <a:pt x="52" y="232"/>
                    </a:lnTo>
                    <a:lnTo>
                      <a:pt x="52" y="234"/>
                    </a:lnTo>
                    <a:lnTo>
                      <a:pt x="50" y="234"/>
                    </a:lnTo>
                    <a:lnTo>
                      <a:pt x="50" y="234"/>
                    </a:lnTo>
                    <a:lnTo>
                      <a:pt x="50" y="234"/>
                    </a:lnTo>
                    <a:lnTo>
                      <a:pt x="50" y="237"/>
                    </a:lnTo>
                    <a:lnTo>
                      <a:pt x="50" y="237"/>
                    </a:lnTo>
                    <a:lnTo>
                      <a:pt x="50" y="237"/>
                    </a:lnTo>
                    <a:lnTo>
                      <a:pt x="50" y="239"/>
                    </a:lnTo>
                    <a:lnTo>
                      <a:pt x="50" y="239"/>
                    </a:lnTo>
                    <a:lnTo>
                      <a:pt x="50" y="239"/>
                    </a:lnTo>
                    <a:lnTo>
                      <a:pt x="48" y="239"/>
                    </a:lnTo>
                    <a:lnTo>
                      <a:pt x="48" y="241"/>
                    </a:lnTo>
                    <a:lnTo>
                      <a:pt x="48" y="241"/>
                    </a:lnTo>
                    <a:lnTo>
                      <a:pt x="48" y="244"/>
                    </a:lnTo>
                    <a:lnTo>
                      <a:pt x="48" y="244"/>
                    </a:lnTo>
                    <a:lnTo>
                      <a:pt x="48" y="244"/>
                    </a:lnTo>
                    <a:lnTo>
                      <a:pt x="48" y="246"/>
                    </a:lnTo>
                    <a:lnTo>
                      <a:pt x="48" y="246"/>
                    </a:lnTo>
                    <a:lnTo>
                      <a:pt x="45" y="246"/>
                    </a:lnTo>
                    <a:lnTo>
                      <a:pt x="45" y="248"/>
                    </a:lnTo>
                    <a:lnTo>
                      <a:pt x="48" y="248"/>
                    </a:lnTo>
                    <a:lnTo>
                      <a:pt x="48" y="248"/>
                    </a:lnTo>
                    <a:lnTo>
                      <a:pt x="48" y="248"/>
                    </a:lnTo>
                    <a:lnTo>
                      <a:pt x="48" y="251"/>
                    </a:lnTo>
                    <a:lnTo>
                      <a:pt x="48" y="251"/>
                    </a:lnTo>
                    <a:lnTo>
                      <a:pt x="48" y="253"/>
                    </a:lnTo>
                    <a:lnTo>
                      <a:pt x="45" y="253"/>
                    </a:lnTo>
                    <a:lnTo>
                      <a:pt x="45" y="253"/>
                    </a:lnTo>
                    <a:lnTo>
                      <a:pt x="45" y="253"/>
                    </a:lnTo>
                    <a:lnTo>
                      <a:pt x="45" y="256"/>
                    </a:lnTo>
                    <a:lnTo>
                      <a:pt x="45" y="256"/>
                    </a:lnTo>
                    <a:lnTo>
                      <a:pt x="45" y="258"/>
                    </a:lnTo>
                    <a:lnTo>
                      <a:pt x="45" y="258"/>
                    </a:lnTo>
                    <a:lnTo>
                      <a:pt x="45" y="258"/>
                    </a:lnTo>
                    <a:lnTo>
                      <a:pt x="45" y="258"/>
                    </a:lnTo>
                    <a:lnTo>
                      <a:pt x="45" y="260"/>
                    </a:lnTo>
                    <a:lnTo>
                      <a:pt x="43" y="260"/>
                    </a:lnTo>
                    <a:lnTo>
                      <a:pt x="43" y="260"/>
                    </a:lnTo>
                    <a:lnTo>
                      <a:pt x="43" y="258"/>
                    </a:lnTo>
                    <a:lnTo>
                      <a:pt x="41" y="258"/>
                    </a:lnTo>
                    <a:lnTo>
                      <a:pt x="41" y="258"/>
                    </a:lnTo>
                    <a:lnTo>
                      <a:pt x="41" y="258"/>
                    </a:lnTo>
                    <a:lnTo>
                      <a:pt x="41" y="258"/>
                    </a:lnTo>
                    <a:lnTo>
                      <a:pt x="38" y="258"/>
                    </a:lnTo>
                    <a:lnTo>
                      <a:pt x="38" y="258"/>
                    </a:lnTo>
                    <a:lnTo>
                      <a:pt x="38" y="258"/>
                    </a:lnTo>
                    <a:lnTo>
                      <a:pt x="38" y="258"/>
                    </a:lnTo>
                    <a:lnTo>
                      <a:pt x="38" y="258"/>
                    </a:lnTo>
                    <a:lnTo>
                      <a:pt x="38" y="258"/>
                    </a:lnTo>
                    <a:lnTo>
                      <a:pt x="38" y="260"/>
                    </a:lnTo>
                    <a:lnTo>
                      <a:pt x="38" y="260"/>
                    </a:lnTo>
                    <a:lnTo>
                      <a:pt x="41" y="260"/>
                    </a:lnTo>
                    <a:lnTo>
                      <a:pt x="41" y="263"/>
                    </a:lnTo>
                    <a:lnTo>
                      <a:pt x="38" y="263"/>
                    </a:lnTo>
                    <a:lnTo>
                      <a:pt x="38" y="263"/>
                    </a:lnTo>
                    <a:lnTo>
                      <a:pt x="38" y="263"/>
                    </a:lnTo>
                    <a:lnTo>
                      <a:pt x="38" y="263"/>
                    </a:lnTo>
                    <a:lnTo>
                      <a:pt x="38" y="265"/>
                    </a:lnTo>
                    <a:lnTo>
                      <a:pt x="36" y="265"/>
                    </a:lnTo>
                    <a:lnTo>
                      <a:pt x="36" y="265"/>
                    </a:lnTo>
                    <a:lnTo>
                      <a:pt x="36" y="265"/>
                    </a:lnTo>
                    <a:lnTo>
                      <a:pt x="36" y="267"/>
                    </a:lnTo>
                    <a:lnTo>
                      <a:pt x="34" y="267"/>
                    </a:lnTo>
                    <a:lnTo>
                      <a:pt x="34" y="267"/>
                    </a:lnTo>
                    <a:lnTo>
                      <a:pt x="34" y="267"/>
                    </a:lnTo>
                    <a:lnTo>
                      <a:pt x="34" y="267"/>
                    </a:lnTo>
                    <a:lnTo>
                      <a:pt x="31" y="267"/>
                    </a:lnTo>
                    <a:lnTo>
                      <a:pt x="31" y="267"/>
                    </a:lnTo>
                    <a:lnTo>
                      <a:pt x="31" y="270"/>
                    </a:lnTo>
                    <a:lnTo>
                      <a:pt x="31" y="270"/>
                    </a:lnTo>
                    <a:lnTo>
                      <a:pt x="31" y="270"/>
                    </a:lnTo>
                    <a:lnTo>
                      <a:pt x="29" y="270"/>
                    </a:lnTo>
                    <a:lnTo>
                      <a:pt x="29" y="270"/>
                    </a:lnTo>
                    <a:lnTo>
                      <a:pt x="29" y="270"/>
                    </a:lnTo>
                    <a:lnTo>
                      <a:pt x="29" y="267"/>
                    </a:lnTo>
                    <a:lnTo>
                      <a:pt x="29" y="267"/>
                    </a:lnTo>
                    <a:lnTo>
                      <a:pt x="29" y="265"/>
                    </a:lnTo>
                    <a:lnTo>
                      <a:pt x="26" y="265"/>
                    </a:lnTo>
                    <a:lnTo>
                      <a:pt x="26" y="265"/>
                    </a:lnTo>
                    <a:lnTo>
                      <a:pt x="26" y="265"/>
                    </a:lnTo>
                    <a:lnTo>
                      <a:pt x="26" y="265"/>
                    </a:lnTo>
                    <a:lnTo>
                      <a:pt x="26" y="263"/>
                    </a:lnTo>
                    <a:lnTo>
                      <a:pt x="24" y="263"/>
                    </a:lnTo>
                    <a:lnTo>
                      <a:pt x="24" y="263"/>
                    </a:lnTo>
                    <a:lnTo>
                      <a:pt x="24" y="263"/>
                    </a:lnTo>
                    <a:lnTo>
                      <a:pt x="24" y="263"/>
                    </a:lnTo>
                    <a:lnTo>
                      <a:pt x="22" y="263"/>
                    </a:lnTo>
                    <a:lnTo>
                      <a:pt x="22" y="263"/>
                    </a:lnTo>
                    <a:lnTo>
                      <a:pt x="22" y="263"/>
                    </a:lnTo>
                    <a:lnTo>
                      <a:pt x="19" y="263"/>
                    </a:lnTo>
                    <a:lnTo>
                      <a:pt x="19" y="263"/>
                    </a:lnTo>
                    <a:lnTo>
                      <a:pt x="19" y="263"/>
                    </a:lnTo>
                    <a:lnTo>
                      <a:pt x="19" y="263"/>
                    </a:lnTo>
                    <a:lnTo>
                      <a:pt x="19" y="260"/>
                    </a:lnTo>
                    <a:lnTo>
                      <a:pt x="19" y="260"/>
                    </a:lnTo>
                    <a:lnTo>
                      <a:pt x="17" y="260"/>
                    </a:lnTo>
                    <a:lnTo>
                      <a:pt x="17" y="258"/>
                    </a:lnTo>
                    <a:lnTo>
                      <a:pt x="17" y="258"/>
                    </a:lnTo>
                    <a:lnTo>
                      <a:pt x="17" y="258"/>
                    </a:lnTo>
                    <a:lnTo>
                      <a:pt x="17" y="258"/>
                    </a:lnTo>
                    <a:lnTo>
                      <a:pt x="17" y="258"/>
                    </a:lnTo>
                    <a:lnTo>
                      <a:pt x="19" y="258"/>
                    </a:lnTo>
                    <a:lnTo>
                      <a:pt x="19" y="258"/>
                    </a:lnTo>
                    <a:lnTo>
                      <a:pt x="19" y="258"/>
                    </a:lnTo>
                    <a:lnTo>
                      <a:pt x="19" y="258"/>
                    </a:lnTo>
                    <a:lnTo>
                      <a:pt x="19" y="258"/>
                    </a:lnTo>
                    <a:lnTo>
                      <a:pt x="22" y="258"/>
                    </a:lnTo>
                    <a:lnTo>
                      <a:pt x="22" y="256"/>
                    </a:lnTo>
                    <a:lnTo>
                      <a:pt x="22" y="256"/>
                    </a:lnTo>
                    <a:lnTo>
                      <a:pt x="22" y="253"/>
                    </a:lnTo>
                    <a:lnTo>
                      <a:pt x="22" y="253"/>
                    </a:lnTo>
                    <a:lnTo>
                      <a:pt x="22" y="251"/>
                    </a:lnTo>
                    <a:lnTo>
                      <a:pt x="19" y="251"/>
                    </a:lnTo>
                    <a:lnTo>
                      <a:pt x="19" y="251"/>
                    </a:lnTo>
                    <a:lnTo>
                      <a:pt x="19" y="251"/>
                    </a:lnTo>
                    <a:lnTo>
                      <a:pt x="19" y="251"/>
                    </a:lnTo>
                    <a:lnTo>
                      <a:pt x="19" y="248"/>
                    </a:lnTo>
                    <a:lnTo>
                      <a:pt x="19" y="248"/>
                    </a:lnTo>
                    <a:lnTo>
                      <a:pt x="17" y="248"/>
                    </a:lnTo>
                    <a:lnTo>
                      <a:pt x="17" y="248"/>
                    </a:lnTo>
                    <a:lnTo>
                      <a:pt x="19" y="248"/>
                    </a:lnTo>
                    <a:lnTo>
                      <a:pt x="19" y="246"/>
                    </a:lnTo>
                    <a:lnTo>
                      <a:pt x="19" y="246"/>
                    </a:lnTo>
                    <a:lnTo>
                      <a:pt x="19" y="246"/>
                    </a:lnTo>
                    <a:lnTo>
                      <a:pt x="19" y="244"/>
                    </a:lnTo>
                    <a:lnTo>
                      <a:pt x="19" y="244"/>
                    </a:lnTo>
                    <a:lnTo>
                      <a:pt x="19" y="244"/>
                    </a:lnTo>
                    <a:lnTo>
                      <a:pt x="17" y="244"/>
                    </a:lnTo>
                    <a:lnTo>
                      <a:pt x="17" y="241"/>
                    </a:lnTo>
                    <a:lnTo>
                      <a:pt x="19" y="241"/>
                    </a:lnTo>
                    <a:lnTo>
                      <a:pt x="19" y="241"/>
                    </a:lnTo>
                    <a:lnTo>
                      <a:pt x="17" y="241"/>
                    </a:lnTo>
                    <a:lnTo>
                      <a:pt x="17" y="241"/>
                    </a:lnTo>
                    <a:lnTo>
                      <a:pt x="17" y="239"/>
                    </a:lnTo>
                    <a:lnTo>
                      <a:pt x="17" y="239"/>
                    </a:lnTo>
                    <a:lnTo>
                      <a:pt x="15" y="239"/>
                    </a:lnTo>
                    <a:lnTo>
                      <a:pt x="15" y="239"/>
                    </a:lnTo>
                    <a:lnTo>
                      <a:pt x="15" y="239"/>
                    </a:lnTo>
                    <a:lnTo>
                      <a:pt x="15" y="239"/>
                    </a:lnTo>
                    <a:lnTo>
                      <a:pt x="15" y="237"/>
                    </a:lnTo>
                    <a:lnTo>
                      <a:pt x="15" y="237"/>
                    </a:lnTo>
                    <a:lnTo>
                      <a:pt x="15" y="234"/>
                    </a:lnTo>
                    <a:lnTo>
                      <a:pt x="15" y="234"/>
                    </a:lnTo>
                    <a:lnTo>
                      <a:pt x="15" y="232"/>
                    </a:lnTo>
                    <a:lnTo>
                      <a:pt x="15" y="232"/>
                    </a:lnTo>
                    <a:lnTo>
                      <a:pt x="15" y="232"/>
                    </a:lnTo>
                    <a:lnTo>
                      <a:pt x="15" y="229"/>
                    </a:lnTo>
                    <a:lnTo>
                      <a:pt x="15" y="229"/>
                    </a:lnTo>
                    <a:lnTo>
                      <a:pt x="17" y="229"/>
                    </a:lnTo>
                    <a:lnTo>
                      <a:pt x="17" y="229"/>
                    </a:lnTo>
                    <a:lnTo>
                      <a:pt x="17" y="229"/>
                    </a:lnTo>
                    <a:lnTo>
                      <a:pt x="17" y="229"/>
                    </a:lnTo>
                    <a:lnTo>
                      <a:pt x="17" y="227"/>
                    </a:lnTo>
                    <a:lnTo>
                      <a:pt x="17" y="227"/>
                    </a:lnTo>
                    <a:lnTo>
                      <a:pt x="17" y="225"/>
                    </a:lnTo>
                    <a:lnTo>
                      <a:pt x="19" y="225"/>
                    </a:lnTo>
                    <a:lnTo>
                      <a:pt x="19" y="225"/>
                    </a:lnTo>
                    <a:lnTo>
                      <a:pt x="17" y="225"/>
                    </a:lnTo>
                    <a:lnTo>
                      <a:pt x="17" y="225"/>
                    </a:lnTo>
                    <a:lnTo>
                      <a:pt x="17" y="225"/>
                    </a:lnTo>
                    <a:lnTo>
                      <a:pt x="15" y="225"/>
                    </a:lnTo>
                    <a:lnTo>
                      <a:pt x="15" y="225"/>
                    </a:lnTo>
                    <a:lnTo>
                      <a:pt x="15" y="225"/>
                    </a:lnTo>
                    <a:lnTo>
                      <a:pt x="15" y="227"/>
                    </a:lnTo>
                    <a:lnTo>
                      <a:pt x="12" y="227"/>
                    </a:lnTo>
                    <a:lnTo>
                      <a:pt x="12" y="227"/>
                    </a:lnTo>
                    <a:lnTo>
                      <a:pt x="12" y="227"/>
                    </a:lnTo>
                    <a:lnTo>
                      <a:pt x="12" y="229"/>
                    </a:lnTo>
                    <a:lnTo>
                      <a:pt x="12" y="229"/>
                    </a:lnTo>
                    <a:lnTo>
                      <a:pt x="10" y="229"/>
                    </a:lnTo>
                    <a:lnTo>
                      <a:pt x="10" y="229"/>
                    </a:lnTo>
                    <a:lnTo>
                      <a:pt x="10" y="229"/>
                    </a:lnTo>
                    <a:lnTo>
                      <a:pt x="7" y="229"/>
                    </a:lnTo>
                    <a:lnTo>
                      <a:pt x="7" y="229"/>
                    </a:lnTo>
                    <a:lnTo>
                      <a:pt x="7" y="227"/>
                    </a:lnTo>
                    <a:lnTo>
                      <a:pt x="7" y="227"/>
                    </a:lnTo>
                    <a:lnTo>
                      <a:pt x="10" y="227"/>
                    </a:lnTo>
                    <a:lnTo>
                      <a:pt x="10" y="225"/>
                    </a:lnTo>
                    <a:lnTo>
                      <a:pt x="10" y="225"/>
                    </a:lnTo>
                    <a:lnTo>
                      <a:pt x="10" y="222"/>
                    </a:lnTo>
                    <a:lnTo>
                      <a:pt x="7" y="222"/>
                    </a:lnTo>
                    <a:lnTo>
                      <a:pt x="7" y="222"/>
                    </a:lnTo>
                    <a:lnTo>
                      <a:pt x="7" y="222"/>
                    </a:lnTo>
                    <a:lnTo>
                      <a:pt x="7" y="220"/>
                    </a:lnTo>
                    <a:lnTo>
                      <a:pt x="7" y="220"/>
                    </a:lnTo>
                    <a:lnTo>
                      <a:pt x="5" y="220"/>
                    </a:lnTo>
                    <a:lnTo>
                      <a:pt x="5" y="220"/>
                    </a:lnTo>
                    <a:lnTo>
                      <a:pt x="5" y="220"/>
                    </a:lnTo>
                    <a:lnTo>
                      <a:pt x="7" y="220"/>
                    </a:lnTo>
                    <a:lnTo>
                      <a:pt x="7" y="218"/>
                    </a:lnTo>
                    <a:lnTo>
                      <a:pt x="5" y="218"/>
                    </a:lnTo>
                    <a:lnTo>
                      <a:pt x="5" y="218"/>
                    </a:lnTo>
                    <a:lnTo>
                      <a:pt x="5" y="218"/>
                    </a:lnTo>
                    <a:lnTo>
                      <a:pt x="5" y="218"/>
                    </a:lnTo>
                    <a:lnTo>
                      <a:pt x="5" y="215"/>
                    </a:lnTo>
                    <a:lnTo>
                      <a:pt x="7" y="215"/>
                    </a:lnTo>
                    <a:lnTo>
                      <a:pt x="7" y="215"/>
                    </a:lnTo>
                    <a:lnTo>
                      <a:pt x="5" y="215"/>
                    </a:lnTo>
                    <a:lnTo>
                      <a:pt x="5" y="215"/>
                    </a:lnTo>
                    <a:lnTo>
                      <a:pt x="5" y="215"/>
                    </a:lnTo>
                    <a:lnTo>
                      <a:pt x="5" y="213"/>
                    </a:lnTo>
                    <a:lnTo>
                      <a:pt x="5" y="213"/>
                    </a:lnTo>
                    <a:lnTo>
                      <a:pt x="3" y="213"/>
                    </a:lnTo>
                    <a:lnTo>
                      <a:pt x="3" y="213"/>
                    </a:lnTo>
                    <a:lnTo>
                      <a:pt x="3" y="213"/>
                    </a:lnTo>
                    <a:lnTo>
                      <a:pt x="0" y="213"/>
                    </a:lnTo>
                    <a:lnTo>
                      <a:pt x="0" y="213"/>
                    </a:lnTo>
                    <a:lnTo>
                      <a:pt x="0" y="213"/>
                    </a:lnTo>
                    <a:lnTo>
                      <a:pt x="0" y="210"/>
                    </a:lnTo>
                    <a:lnTo>
                      <a:pt x="0" y="210"/>
                    </a:lnTo>
                    <a:lnTo>
                      <a:pt x="0" y="210"/>
                    </a:lnTo>
                    <a:lnTo>
                      <a:pt x="3" y="210"/>
                    </a:lnTo>
                    <a:lnTo>
                      <a:pt x="3" y="210"/>
                    </a:lnTo>
                    <a:lnTo>
                      <a:pt x="0" y="210"/>
                    </a:lnTo>
                    <a:lnTo>
                      <a:pt x="0" y="208"/>
                    </a:lnTo>
                    <a:lnTo>
                      <a:pt x="0" y="208"/>
                    </a:lnTo>
                    <a:lnTo>
                      <a:pt x="3" y="208"/>
                    </a:lnTo>
                    <a:lnTo>
                      <a:pt x="3" y="206"/>
                    </a:lnTo>
                    <a:lnTo>
                      <a:pt x="3" y="206"/>
                    </a:lnTo>
                    <a:lnTo>
                      <a:pt x="3" y="206"/>
                    </a:lnTo>
                    <a:lnTo>
                      <a:pt x="5" y="206"/>
                    </a:lnTo>
                    <a:lnTo>
                      <a:pt x="5" y="203"/>
                    </a:lnTo>
                    <a:lnTo>
                      <a:pt x="5" y="203"/>
                    </a:lnTo>
                    <a:lnTo>
                      <a:pt x="5" y="203"/>
                    </a:lnTo>
                    <a:lnTo>
                      <a:pt x="5" y="206"/>
                    </a:lnTo>
                    <a:lnTo>
                      <a:pt x="5" y="206"/>
                    </a:lnTo>
                    <a:lnTo>
                      <a:pt x="5" y="206"/>
                    </a:lnTo>
                    <a:lnTo>
                      <a:pt x="5" y="208"/>
                    </a:lnTo>
                    <a:lnTo>
                      <a:pt x="5" y="208"/>
                    </a:lnTo>
                    <a:lnTo>
                      <a:pt x="7" y="208"/>
                    </a:lnTo>
                    <a:lnTo>
                      <a:pt x="7" y="208"/>
                    </a:lnTo>
                    <a:lnTo>
                      <a:pt x="7" y="206"/>
                    </a:lnTo>
                    <a:lnTo>
                      <a:pt x="7" y="206"/>
                    </a:lnTo>
                    <a:lnTo>
                      <a:pt x="7" y="206"/>
                    </a:lnTo>
                    <a:lnTo>
                      <a:pt x="10" y="206"/>
                    </a:lnTo>
                    <a:lnTo>
                      <a:pt x="10" y="206"/>
                    </a:lnTo>
                    <a:lnTo>
                      <a:pt x="10" y="203"/>
                    </a:lnTo>
                    <a:lnTo>
                      <a:pt x="12" y="203"/>
                    </a:lnTo>
                    <a:lnTo>
                      <a:pt x="12" y="203"/>
                    </a:lnTo>
                    <a:lnTo>
                      <a:pt x="12" y="201"/>
                    </a:lnTo>
                    <a:lnTo>
                      <a:pt x="12" y="201"/>
                    </a:lnTo>
                    <a:lnTo>
                      <a:pt x="12" y="201"/>
                    </a:lnTo>
                    <a:lnTo>
                      <a:pt x="12" y="203"/>
                    </a:lnTo>
                    <a:lnTo>
                      <a:pt x="15" y="203"/>
                    </a:lnTo>
                    <a:lnTo>
                      <a:pt x="15" y="203"/>
                    </a:lnTo>
                    <a:lnTo>
                      <a:pt x="15" y="203"/>
                    </a:lnTo>
                    <a:lnTo>
                      <a:pt x="15" y="206"/>
                    </a:lnTo>
                    <a:lnTo>
                      <a:pt x="17" y="206"/>
                    </a:lnTo>
                    <a:lnTo>
                      <a:pt x="17" y="203"/>
                    </a:lnTo>
                    <a:lnTo>
                      <a:pt x="17" y="203"/>
                    </a:lnTo>
                    <a:lnTo>
                      <a:pt x="17" y="203"/>
                    </a:lnTo>
                    <a:lnTo>
                      <a:pt x="17" y="201"/>
                    </a:lnTo>
                    <a:lnTo>
                      <a:pt x="17" y="201"/>
                    </a:lnTo>
                    <a:lnTo>
                      <a:pt x="17" y="201"/>
                    </a:lnTo>
                    <a:lnTo>
                      <a:pt x="19" y="201"/>
                    </a:lnTo>
                    <a:lnTo>
                      <a:pt x="19" y="201"/>
                    </a:lnTo>
                    <a:lnTo>
                      <a:pt x="19" y="199"/>
                    </a:lnTo>
                    <a:lnTo>
                      <a:pt x="19" y="199"/>
                    </a:lnTo>
                    <a:lnTo>
                      <a:pt x="22" y="199"/>
                    </a:lnTo>
                    <a:lnTo>
                      <a:pt x="22" y="199"/>
                    </a:lnTo>
                    <a:lnTo>
                      <a:pt x="24" y="199"/>
                    </a:lnTo>
                    <a:lnTo>
                      <a:pt x="24" y="199"/>
                    </a:lnTo>
                    <a:lnTo>
                      <a:pt x="22" y="199"/>
                    </a:lnTo>
                    <a:lnTo>
                      <a:pt x="22" y="199"/>
                    </a:lnTo>
                    <a:lnTo>
                      <a:pt x="24" y="199"/>
                    </a:lnTo>
                    <a:lnTo>
                      <a:pt x="24" y="199"/>
                    </a:lnTo>
                    <a:lnTo>
                      <a:pt x="24" y="196"/>
                    </a:lnTo>
                    <a:lnTo>
                      <a:pt x="24" y="196"/>
                    </a:lnTo>
                    <a:lnTo>
                      <a:pt x="24" y="196"/>
                    </a:lnTo>
                    <a:lnTo>
                      <a:pt x="24" y="196"/>
                    </a:lnTo>
                    <a:lnTo>
                      <a:pt x="24" y="196"/>
                    </a:lnTo>
                    <a:lnTo>
                      <a:pt x="24" y="194"/>
                    </a:lnTo>
                    <a:lnTo>
                      <a:pt x="24" y="194"/>
                    </a:lnTo>
                    <a:lnTo>
                      <a:pt x="24" y="194"/>
                    </a:lnTo>
                    <a:lnTo>
                      <a:pt x="26" y="194"/>
                    </a:lnTo>
                    <a:lnTo>
                      <a:pt x="26" y="194"/>
                    </a:lnTo>
                    <a:lnTo>
                      <a:pt x="26" y="194"/>
                    </a:lnTo>
                    <a:lnTo>
                      <a:pt x="29" y="194"/>
                    </a:lnTo>
                    <a:lnTo>
                      <a:pt x="29" y="194"/>
                    </a:lnTo>
                    <a:lnTo>
                      <a:pt x="29" y="194"/>
                    </a:lnTo>
                    <a:lnTo>
                      <a:pt x="31" y="194"/>
                    </a:lnTo>
                    <a:lnTo>
                      <a:pt x="31" y="194"/>
                    </a:lnTo>
                    <a:lnTo>
                      <a:pt x="31" y="194"/>
                    </a:lnTo>
                    <a:lnTo>
                      <a:pt x="31" y="192"/>
                    </a:lnTo>
                    <a:lnTo>
                      <a:pt x="31" y="192"/>
                    </a:lnTo>
                    <a:lnTo>
                      <a:pt x="34" y="192"/>
                    </a:lnTo>
                    <a:lnTo>
                      <a:pt x="34" y="192"/>
                    </a:lnTo>
                    <a:lnTo>
                      <a:pt x="34" y="192"/>
                    </a:lnTo>
                    <a:lnTo>
                      <a:pt x="34" y="192"/>
                    </a:lnTo>
                    <a:lnTo>
                      <a:pt x="34" y="189"/>
                    </a:lnTo>
                    <a:lnTo>
                      <a:pt x="34" y="189"/>
                    </a:lnTo>
                    <a:lnTo>
                      <a:pt x="31" y="189"/>
                    </a:lnTo>
                    <a:lnTo>
                      <a:pt x="31" y="189"/>
                    </a:lnTo>
                    <a:lnTo>
                      <a:pt x="31" y="189"/>
                    </a:lnTo>
                    <a:lnTo>
                      <a:pt x="31" y="189"/>
                    </a:lnTo>
                    <a:lnTo>
                      <a:pt x="34" y="189"/>
                    </a:lnTo>
                    <a:lnTo>
                      <a:pt x="34" y="189"/>
                    </a:lnTo>
                    <a:lnTo>
                      <a:pt x="34" y="189"/>
                    </a:lnTo>
                    <a:lnTo>
                      <a:pt x="34" y="187"/>
                    </a:lnTo>
                    <a:lnTo>
                      <a:pt x="34" y="187"/>
                    </a:lnTo>
                    <a:lnTo>
                      <a:pt x="34" y="187"/>
                    </a:lnTo>
                    <a:lnTo>
                      <a:pt x="34" y="184"/>
                    </a:lnTo>
                    <a:lnTo>
                      <a:pt x="34" y="184"/>
                    </a:lnTo>
                    <a:lnTo>
                      <a:pt x="34" y="182"/>
                    </a:lnTo>
                    <a:lnTo>
                      <a:pt x="34" y="182"/>
                    </a:lnTo>
                    <a:lnTo>
                      <a:pt x="34" y="182"/>
                    </a:lnTo>
                    <a:lnTo>
                      <a:pt x="34" y="182"/>
                    </a:lnTo>
                    <a:lnTo>
                      <a:pt x="34" y="180"/>
                    </a:lnTo>
                    <a:lnTo>
                      <a:pt x="36" y="180"/>
                    </a:lnTo>
                    <a:lnTo>
                      <a:pt x="36" y="180"/>
                    </a:lnTo>
                    <a:lnTo>
                      <a:pt x="38" y="180"/>
                    </a:lnTo>
                    <a:lnTo>
                      <a:pt x="38" y="180"/>
                    </a:lnTo>
                    <a:lnTo>
                      <a:pt x="38" y="180"/>
                    </a:lnTo>
                    <a:lnTo>
                      <a:pt x="41" y="180"/>
                    </a:lnTo>
                    <a:lnTo>
                      <a:pt x="41" y="180"/>
                    </a:lnTo>
                    <a:lnTo>
                      <a:pt x="41" y="180"/>
                    </a:lnTo>
                    <a:lnTo>
                      <a:pt x="41" y="180"/>
                    </a:lnTo>
                    <a:lnTo>
                      <a:pt x="41" y="180"/>
                    </a:lnTo>
                    <a:lnTo>
                      <a:pt x="43" y="180"/>
                    </a:lnTo>
                    <a:lnTo>
                      <a:pt x="43" y="180"/>
                    </a:lnTo>
                    <a:lnTo>
                      <a:pt x="45" y="180"/>
                    </a:lnTo>
                    <a:lnTo>
                      <a:pt x="45" y="180"/>
                    </a:lnTo>
                    <a:lnTo>
                      <a:pt x="45" y="180"/>
                    </a:lnTo>
                    <a:lnTo>
                      <a:pt x="45" y="177"/>
                    </a:lnTo>
                    <a:lnTo>
                      <a:pt x="48" y="177"/>
                    </a:lnTo>
                    <a:lnTo>
                      <a:pt x="48" y="177"/>
                    </a:lnTo>
                    <a:lnTo>
                      <a:pt x="48" y="177"/>
                    </a:lnTo>
                    <a:lnTo>
                      <a:pt x="50" y="177"/>
                    </a:lnTo>
                    <a:lnTo>
                      <a:pt x="50" y="175"/>
                    </a:lnTo>
                    <a:lnTo>
                      <a:pt x="50" y="175"/>
                    </a:lnTo>
                    <a:lnTo>
                      <a:pt x="50" y="175"/>
                    </a:lnTo>
                    <a:lnTo>
                      <a:pt x="50" y="175"/>
                    </a:lnTo>
                    <a:lnTo>
                      <a:pt x="52" y="175"/>
                    </a:lnTo>
                    <a:lnTo>
                      <a:pt x="52" y="175"/>
                    </a:lnTo>
                    <a:lnTo>
                      <a:pt x="52" y="175"/>
                    </a:lnTo>
                    <a:lnTo>
                      <a:pt x="55" y="175"/>
                    </a:lnTo>
                    <a:lnTo>
                      <a:pt x="55" y="173"/>
                    </a:lnTo>
                    <a:lnTo>
                      <a:pt x="55" y="173"/>
                    </a:lnTo>
                    <a:lnTo>
                      <a:pt x="55" y="173"/>
                    </a:lnTo>
                    <a:lnTo>
                      <a:pt x="57" y="173"/>
                    </a:lnTo>
                    <a:lnTo>
                      <a:pt x="57" y="170"/>
                    </a:lnTo>
                    <a:lnTo>
                      <a:pt x="57" y="170"/>
                    </a:lnTo>
                    <a:lnTo>
                      <a:pt x="57" y="170"/>
                    </a:lnTo>
                    <a:lnTo>
                      <a:pt x="57" y="170"/>
                    </a:lnTo>
                    <a:lnTo>
                      <a:pt x="57" y="170"/>
                    </a:lnTo>
                    <a:lnTo>
                      <a:pt x="60" y="170"/>
                    </a:lnTo>
                    <a:lnTo>
                      <a:pt x="60" y="168"/>
                    </a:lnTo>
                    <a:lnTo>
                      <a:pt x="60" y="168"/>
                    </a:lnTo>
                    <a:lnTo>
                      <a:pt x="60" y="168"/>
                    </a:lnTo>
                    <a:lnTo>
                      <a:pt x="60" y="168"/>
                    </a:lnTo>
                    <a:lnTo>
                      <a:pt x="62" y="168"/>
                    </a:lnTo>
                    <a:lnTo>
                      <a:pt x="62" y="165"/>
                    </a:lnTo>
                    <a:lnTo>
                      <a:pt x="62" y="165"/>
                    </a:lnTo>
                    <a:lnTo>
                      <a:pt x="64" y="165"/>
                    </a:lnTo>
                    <a:lnTo>
                      <a:pt x="64" y="165"/>
                    </a:lnTo>
                    <a:lnTo>
                      <a:pt x="64" y="165"/>
                    </a:lnTo>
                    <a:lnTo>
                      <a:pt x="64" y="163"/>
                    </a:lnTo>
                    <a:lnTo>
                      <a:pt x="64" y="163"/>
                    </a:lnTo>
                    <a:lnTo>
                      <a:pt x="64" y="163"/>
                    </a:lnTo>
                    <a:lnTo>
                      <a:pt x="67" y="163"/>
                    </a:lnTo>
                    <a:lnTo>
                      <a:pt x="67" y="161"/>
                    </a:lnTo>
                    <a:lnTo>
                      <a:pt x="67" y="161"/>
                    </a:lnTo>
                    <a:lnTo>
                      <a:pt x="67" y="161"/>
                    </a:lnTo>
                    <a:lnTo>
                      <a:pt x="67" y="161"/>
                    </a:lnTo>
                    <a:lnTo>
                      <a:pt x="69" y="161"/>
                    </a:lnTo>
                    <a:lnTo>
                      <a:pt x="69" y="161"/>
                    </a:lnTo>
                    <a:lnTo>
                      <a:pt x="69" y="161"/>
                    </a:lnTo>
                    <a:lnTo>
                      <a:pt x="71" y="161"/>
                    </a:lnTo>
                    <a:lnTo>
                      <a:pt x="71" y="161"/>
                    </a:lnTo>
                    <a:lnTo>
                      <a:pt x="71" y="158"/>
                    </a:lnTo>
                    <a:lnTo>
                      <a:pt x="71" y="158"/>
                    </a:lnTo>
                    <a:lnTo>
                      <a:pt x="71" y="156"/>
                    </a:lnTo>
                    <a:lnTo>
                      <a:pt x="71" y="156"/>
                    </a:lnTo>
                    <a:lnTo>
                      <a:pt x="71" y="156"/>
                    </a:lnTo>
                    <a:lnTo>
                      <a:pt x="71" y="156"/>
                    </a:lnTo>
                    <a:lnTo>
                      <a:pt x="71" y="156"/>
                    </a:lnTo>
                    <a:lnTo>
                      <a:pt x="74" y="156"/>
                    </a:lnTo>
                    <a:lnTo>
                      <a:pt x="74" y="154"/>
                    </a:lnTo>
                    <a:lnTo>
                      <a:pt x="74" y="154"/>
                    </a:lnTo>
                    <a:lnTo>
                      <a:pt x="74" y="154"/>
                    </a:lnTo>
                    <a:lnTo>
                      <a:pt x="74" y="154"/>
                    </a:lnTo>
                    <a:lnTo>
                      <a:pt x="76" y="154"/>
                    </a:lnTo>
                    <a:lnTo>
                      <a:pt x="76" y="154"/>
                    </a:lnTo>
                    <a:lnTo>
                      <a:pt x="78" y="154"/>
                    </a:lnTo>
                    <a:lnTo>
                      <a:pt x="78" y="154"/>
                    </a:lnTo>
                    <a:lnTo>
                      <a:pt x="78" y="151"/>
                    </a:lnTo>
                    <a:lnTo>
                      <a:pt x="78" y="151"/>
                    </a:lnTo>
                    <a:lnTo>
                      <a:pt x="81" y="151"/>
                    </a:lnTo>
                    <a:lnTo>
                      <a:pt x="81" y="151"/>
                    </a:lnTo>
                    <a:lnTo>
                      <a:pt x="81" y="151"/>
                    </a:lnTo>
                    <a:lnTo>
                      <a:pt x="83" y="151"/>
                    </a:lnTo>
                    <a:lnTo>
                      <a:pt x="83" y="151"/>
                    </a:lnTo>
                    <a:lnTo>
                      <a:pt x="83" y="151"/>
                    </a:lnTo>
                    <a:lnTo>
                      <a:pt x="83" y="151"/>
                    </a:lnTo>
                    <a:lnTo>
                      <a:pt x="86" y="151"/>
                    </a:lnTo>
                    <a:lnTo>
                      <a:pt x="86" y="151"/>
                    </a:lnTo>
                    <a:lnTo>
                      <a:pt x="86" y="151"/>
                    </a:lnTo>
                    <a:lnTo>
                      <a:pt x="86" y="154"/>
                    </a:lnTo>
                    <a:lnTo>
                      <a:pt x="86" y="154"/>
                    </a:lnTo>
                    <a:lnTo>
                      <a:pt x="86" y="154"/>
                    </a:lnTo>
                    <a:lnTo>
                      <a:pt x="86" y="154"/>
                    </a:lnTo>
                    <a:lnTo>
                      <a:pt x="88" y="154"/>
                    </a:lnTo>
                    <a:lnTo>
                      <a:pt x="88" y="156"/>
                    </a:lnTo>
                    <a:lnTo>
                      <a:pt x="88" y="156"/>
                    </a:lnTo>
                    <a:lnTo>
                      <a:pt x="88" y="154"/>
                    </a:lnTo>
                    <a:lnTo>
                      <a:pt x="90" y="154"/>
                    </a:lnTo>
                    <a:lnTo>
                      <a:pt x="90" y="154"/>
                    </a:lnTo>
                    <a:lnTo>
                      <a:pt x="90" y="154"/>
                    </a:lnTo>
                    <a:lnTo>
                      <a:pt x="90" y="154"/>
                    </a:lnTo>
                    <a:lnTo>
                      <a:pt x="93" y="154"/>
                    </a:lnTo>
                    <a:lnTo>
                      <a:pt x="93" y="154"/>
                    </a:lnTo>
                    <a:lnTo>
                      <a:pt x="93" y="154"/>
                    </a:lnTo>
                    <a:lnTo>
                      <a:pt x="95" y="154"/>
                    </a:lnTo>
                    <a:lnTo>
                      <a:pt x="95" y="154"/>
                    </a:lnTo>
                    <a:lnTo>
                      <a:pt x="97" y="154"/>
                    </a:lnTo>
                    <a:lnTo>
                      <a:pt x="97" y="154"/>
                    </a:lnTo>
                    <a:lnTo>
                      <a:pt x="97" y="154"/>
                    </a:lnTo>
                    <a:lnTo>
                      <a:pt x="100" y="154"/>
                    </a:lnTo>
                    <a:lnTo>
                      <a:pt x="100" y="154"/>
                    </a:lnTo>
                    <a:lnTo>
                      <a:pt x="100" y="154"/>
                    </a:lnTo>
                    <a:lnTo>
                      <a:pt x="102" y="154"/>
                    </a:lnTo>
                    <a:lnTo>
                      <a:pt x="102" y="154"/>
                    </a:lnTo>
                    <a:lnTo>
                      <a:pt x="105" y="154"/>
                    </a:lnTo>
                    <a:lnTo>
                      <a:pt x="105" y="154"/>
                    </a:lnTo>
                    <a:lnTo>
                      <a:pt x="105" y="154"/>
                    </a:lnTo>
                    <a:lnTo>
                      <a:pt x="105" y="151"/>
                    </a:lnTo>
                    <a:lnTo>
                      <a:pt x="107" y="151"/>
                    </a:lnTo>
                    <a:lnTo>
                      <a:pt x="107" y="151"/>
                    </a:lnTo>
                    <a:lnTo>
                      <a:pt x="107" y="151"/>
                    </a:lnTo>
                    <a:lnTo>
                      <a:pt x="107" y="151"/>
                    </a:lnTo>
                    <a:lnTo>
                      <a:pt x="109" y="151"/>
                    </a:lnTo>
                    <a:lnTo>
                      <a:pt x="109" y="151"/>
                    </a:lnTo>
                    <a:lnTo>
                      <a:pt x="109" y="151"/>
                    </a:lnTo>
                    <a:lnTo>
                      <a:pt x="112" y="151"/>
                    </a:lnTo>
                    <a:lnTo>
                      <a:pt x="112" y="151"/>
                    </a:lnTo>
                    <a:lnTo>
                      <a:pt x="112" y="149"/>
                    </a:lnTo>
                    <a:lnTo>
                      <a:pt x="112" y="149"/>
                    </a:lnTo>
                    <a:lnTo>
                      <a:pt x="114" y="149"/>
                    </a:lnTo>
                    <a:lnTo>
                      <a:pt x="114" y="151"/>
                    </a:lnTo>
                    <a:lnTo>
                      <a:pt x="114" y="151"/>
                    </a:lnTo>
                    <a:lnTo>
                      <a:pt x="114" y="151"/>
                    </a:lnTo>
                    <a:lnTo>
                      <a:pt x="116" y="151"/>
                    </a:lnTo>
                    <a:lnTo>
                      <a:pt x="116" y="149"/>
                    </a:lnTo>
                    <a:lnTo>
                      <a:pt x="116" y="149"/>
                    </a:lnTo>
                    <a:lnTo>
                      <a:pt x="119" y="149"/>
                    </a:lnTo>
                    <a:lnTo>
                      <a:pt x="119" y="149"/>
                    </a:lnTo>
                    <a:lnTo>
                      <a:pt x="119" y="151"/>
                    </a:lnTo>
                    <a:lnTo>
                      <a:pt x="119" y="151"/>
                    </a:lnTo>
                    <a:lnTo>
                      <a:pt x="121" y="151"/>
                    </a:lnTo>
                    <a:lnTo>
                      <a:pt x="121" y="151"/>
                    </a:lnTo>
                    <a:lnTo>
                      <a:pt x="121" y="149"/>
                    </a:lnTo>
                    <a:lnTo>
                      <a:pt x="123" y="149"/>
                    </a:lnTo>
                    <a:lnTo>
                      <a:pt x="123" y="149"/>
                    </a:lnTo>
                    <a:lnTo>
                      <a:pt x="123" y="149"/>
                    </a:lnTo>
                    <a:lnTo>
                      <a:pt x="123" y="149"/>
                    </a:lnTo>
                    <a:lnTo>
                      <a:pt x="126" y="149"/>
                    </a:lnTo>
                    <a:lnTo>
                      <a:pt x="126" y="147"/>
                    </a:lnTo>
                    <a:lnTo>
                      <a:pt x="126" y="147"/>
                    </a:lnTo>
                    <a:lnTo>
                      <a:pt x="126" y="147"/>
                    </a:lnTo>
                    <a:lnTo>
                      <a:pt x="128" y="147"/>
                    </a:lnTo>
                    <a:lnTo>
                      <a:pt x="128" y="147"/>
                    </a:lnTo>
                    <a:lnTo>
                      <a:pt x="128" y="149"/>
                    </a:lnTo>
                    <a:lnTo>
                      <a:pt x="128" y="149"/>
                    </a:lnTo>
                    <a:lnTo>
                      <a:pt x="131" y="149"/>
                    </a:lnTo>
                    <a:lnTo>
                      <a:pt x="131" y="151"/>
                    </a:lnTo>
                    <a:lnTo>
                      <a:pt x="131" y="151"/>
                    </a:lnTo>
                    <a:lnTo>
                      <a:pt x="128" y="151"/>
                    </a:lnTo>
                    <a:lnTo>
                      <a:pt x="128" y="151"/>
                    </a:lnTo>
                    <a:lnTo>
                      <a:pt x="128" y="154"/>
                    </a:lnTo>
                    <a:lnTo>
                      <a:pt x="131" y="154"/>
                    </a:lnTo>
                    <a:lnTo>
                      <a:pt x="131" y="151"/>
                    </a:lnTo>
                    <a:lnTo>
                      <a:pt x="131" y="151"/>
                    </a:lnTo>
                    <a:lnTo>
                      <a:pt x="131" y="151"/>
                    </a:lnTo>
                    <a:lnTo>
                      <a:pt x="131" y="151"/>
                    </a:lnTo>
                    <a:lnTo>
                      <a:pt x="133" y="151"/>
                    </a:lnTo>
                    <a:lnTo>
                      <a:pt x="133" y="151"/>
                    </a:lnTo>
                    <a:lnTo>
                      <a:pt x="133" y="151"/>
                    </a:lnTo>
                    <a:lnTo>
                      <a:pt x="133" y="151"/>
                    </a:lnTo>
                    <a:lnTo>
                      <a:pt x="133" y="154"/>
                    </a:lnTo>
                    <a:lnTo>
                      <a:pt x="133" y="154"/>
                    </a:lnTo>
                    <a:lnTo>
                      <a:pt x="135" y="154"/>
                    </a:lnTo>
                    <a:lnTo>
                      <a:pt x="135" y="154"/>
                    </a:lnTo>
                    <a:lnTo>
                      <a:pt x="135" y="154"/>
                    </a:lnTo>
                    <a:lnTo>
                      <a:pt x="135" y="151"/>
                    </a:lnTo>
                    <a:lnTo>
                      <a:pt x="138" y="151"/>
                    </a:lnTo>
                    <a:lnTo>
                      <a:pt x="138" y="151"/>
                    </a:lnTo>
                    <a:lnTo>
                      <a:pt x="138" y="151"/>
                    </a:lnTo>
                    <a:lnTo>
                      <a:pt x="140" y="151"/>
                    </a:lnTo>
                    <a:lnTo>
                      <a:pt x="140" y="151"/>
                    </a:lnTo>
                    <a:lnTo>
                      <a:pt x="140" y="151"/>
                    </a:lnTo>
                    <a:lnTo>
                      <a:pt x="140" y="151"/>
                    </a:lnTo>
                    <a:lnTo>
                      <a:pt x="140" y="151"/>
                    </a:lnTo>
                    <a:lnTo>
                      <a:pt x="140" y="151"/>
                    </a:lnTo>
                    <a:lnTo>
                      <a:pt x="142" y="151"/>
                    </a:lnTo>
                    <a:lnTo>
                      <a:pt x="142" y="151"/>
                    </a:lnTo>
                    <a:lnTo>
                      <a:pt x="142" y="149"/>
                    </a:lnTo>
                    <a:lnTo>
                      <a:pt x="142" y="149"/>
                    </a:lnTo>
                    <a:lnTo>
                      <a:pt x="142" y="149"/>
                    </a:lnTo>
                    <a:lnTo>
                      <a:pt x="145" y="149"/>
                    </a:lnTo>
                    <a:lnTo>
                      <a:pt x="145" y="147"/>
                    </a:lnTo>
                    <a:lnTo>
                      <a:pt x="145" y="147"/>
                    </a:lnTo>
                    <a:lnTo>
                      <a:pt x="145" y="147"/>
                    </a:lnTo>
                    <a:lnTo>
                      <a:pt x="145" y="147"/>
                    </a:lnTo>
                    <a:lnTo>
                      <a:pt x="145" y="144"/>
                    </a:lnTo>
                    <a:lnTo>
                      <a:pt x="142" y="144"/>
                    </a:lnTo>
                    <a:lnTo>
                      <a:pt x="142" y="144"/>
                    </a:lnTo>
                    <a:lnTo>
                      <a:pt x="142" y="142"/>
                    </a:lnTo>
                    <a:lnTo>
                      <a:pt x="142" y="142"/>
                    </a:lnTo>
                    <a:lnTo>
                      <a:pt x="142" y="142"/>
                    </a:lnTo>
                    <a:lnTo>
                      <a:pt x="142" y="142"/>
                    </a:lnTo>
                    <a:lnTo>
                      <a:pt x="142" y="139"/>
                    </a:lnTo>
                    <a:lnTo>
                      <a:pt x="145" y="139"/>
                    </a:lnTo>
                    <a:lnTo>
                      <a:pt x="145" y="139"/>
                    </a:lnTo>
                    <a:lnTo>
                      <a:pt x="145" y="139"/>
                    </a:lnTo>
                    <a:lnTo>
                      <a:pt x="145" y="139"/>
                    </a:lnTo>
                    <a:lnTo>
                      <a:pt x="145" y="137"/>
                    </a:lnTo>
                    <a:lnTo>
                      <a:pt x="145" y="137"/>
                    </a:lnTo>
                    <a:lnTo>
                      <a:pt x="145" y="137"/>
                    </a:lnTo>
                    <a:lnTo>
                      <a:pt x="145" y="135"/>
                    </a:lnTo>
                    <a:lnTo>
                      <a:pt x="145" y="135"/>
                    </a:lnTo>
                    <a:lnTo>
                      <a:pt x="147" y="135"/>
                    </a:lnTo>
                    <a:lnTo>
                      <a:pt x="147" y="135"/>
                    </a:lnTo>
                    <a:lnTo>
                      <a:pt x="147" y="135"/>
                    </a:lnTo>
                    <a:lnTo>
                      <a:pt x="147" y="132"/>
                    </a:lnTo>
                    <a:lnTo>
                      <a:pt x="149" y="132"/>
                    </a:lnTo>
                    <a:lnTo>
                      <a:pt x="149" y="132"/>
                    </a:lnTo>
                    <a:lnTo>
                      <a:pt x="149" y="132"/>
                    </a:lnTo>
                    <a:lnTo>
                      <a:pt x="152" y="132"/>
                    </a:lnTo>
                    <a:lnTo>
                      <a:pt x="152" y="130"/>
                    </a:lnTo>
                    <a:lnTo>
                      <a:pt x="152" y="130"/>
                    </a:lnTo>
                    <a:lnTo>
                      <a:pt x="152" y="130"/>
                    </a:lnTo>
                    <a:lnTo>
                      <a:pt x="152" y="130"/>
                    </a:lnTo>
                    <a:lnTo>
                      <a:pt x="152" y="130"/>
                    </a:lnTo>
                    <a:lnTo>
                      <a:pt x="154" y="130"/>
                    </a:lnTo>
                    <a:lnTo>
                      <a:pt x="154" y="128"/>
                    </a:lnTo>
                    <a:lnTo>
                      <a:pt x="154" y="128"/>
                    </a:lnTo>
                    <a:lnTo>
                      <a:pt x="154" y="128"/>
                    </a:lnTo>
                    <a:lnTo>
                      <a:pt x="157" y="128"/>
                    </a:lnTo>
                    <a:lnTo>
                      <a:pt x="157" y="125"/>
                    </a:lnTo>
                    <a:lnTo>
                      <a:pt x="157" y="125"/>
                    </a:lnTo>
                    <a:lnTo>
                      <a:pt x="157" y="125"/>
                    </a:lnTo>
                    <a:lnTo>
                      <a:pt x="157" y="125"/>
                    </a:lnTo>
                    <a:lnTo>
                      <a:pt x="157" y="123"/>
                    </a:lnTo>
                    <a:lnTo>
                      <a:pt x="159" y="123"/>
                    </a:lnTo>
                    <a:lnTo>
                      <a:pt x="159" y="123"/>
                    </a:lnTo>
                    <a:lnTo>
                      <a:pt x="159" y="120"/>
                    </a:lnTo>
                    <a:lnTo>
                      <a:pt x="159" y="120"/>
                    </a:lnTo>
                    <a:lnTo>
                      <a:pt x="159" y="120"/>
                    </a:lnTo>
                    <a:lnTo>
                      <a:pt x="159" y="120"/>
                    </a:lnTo>
                    <a:lnTo>
                      <a:pt x="159" y="120"/>
                    </a:lnTo>
                    <a:lnTo>
                      <a:pt x="159" y="118"/>
                    </a:lnTo>
                    <a:lnTo>
                      <a:pt x="159" y="118"/>
                    </a:lnTo>
                    <a:lnTo>
                      <a:pt x="159" y="118"/>
                    </a:lnTo>
                    <a:lnTo>
                      <a:pt x="159" y="118"/>
                    </a:lnTo>
                    <a:lnTo>
                      <a:pt x="159" y="116"/>
                    </a:lnTo>
                    <a:lnTo>
                      <a:pt x="159" y="116"/>
                    </a:lnTo>
                    <a:lnTo>
                      <a:pt x="159" y="116"/>
                    </a:lnTo>
                    <a:lnTo>
                      <a:pt x="159" y="113"/>
                    </a:lnTo>
                    <a:lnTo>
                      <a:pt x="159" y="113"/>
                    </a:lnTo>
                    <a:lnTo>
                      <a:pt x="159" y="113"/>
                    </a:lnTo>
                    <a:lnTo>
                      <a:pt x="159" y="111"/>
                    </a:lnTo>
                    <a:lnTo>
                      <a:pt x="159" y="111"/>
                    </a:lnTo>
                    <a:lnTo>
                      <a:pt x="159" y="111"/>
                    </a:lnTo>
                    <a:lnTo>
                      <a:pt x="159" y="111"/>
                    </a:lnTo>
                    <a:lnTo>
                      <a:pt x="159" y="109"/>
                    </a:lnTo>
                    <a:lnTo>
                      <a:pt x="159" y="109"/>
                    </a:lnTo>
                    <a:lnTo>
                      <a:pt x="159" y="106"/>
                    </a:lnTo>
                    <a:lnTo>
                      <a:pt x="159" y="106"/>
                    </a:lnTo>
                    <a:lnTo>
                      <a:pt x="159" y="106"/>
                    </a:lnTo>
                    <a:lnTo>
                      <a:pt x="161" y="106"/>
                    </a:lnTo>
                    <a:lnTo>
                      <a:pt x="161" y="106"/>
                    </a:lnTo>
                    <a:lnTo>
                      <a:pt x="164" y="106"/>
                    </a:lnTo>
                    <a:lnTo>
                      <a:pt x="164" y="106"/>
                    </a:lnTo>
                    <a:lnTo>
                      <a:pt x="164" y="106"/>
                    </a:lnTo>
                    <a:lnTo>
                      <a:pt x="164" y="104"/>
                    </a:lnTo>
                    <a:lnTo>
                      <a:pt x="166" y="104"/>
                    </a:lnTo>
                    <a:lnTo>
                      <a:pt x="166" y="104"/>
                    </a:lnTo>
                    <a:lnTo>
                      <a:pt x="166" y="104"/>
                    </a:lnTo>
                    <a:lnTo>
                      <a:pt x="166" y="104"/>
                    </a:lnTo>
                    <a:lnTo>
                      <a:pt x="168" y="104"/>
                    </a:lnTo>
                    <a:lnTo>
                      <a:pt x="168" y="101"/>
                    </a:lnTo>
                    <a:lnTo>
                      <a:pt x="168" y="101"/>
                    </a:lnTo>
                    <a:lnTo>
                      <a:pt x="171" y="101"/>
                    </a:lnTo>
                    <a:lnTo>
                      <a:pt x="171" y="101"/>
                    </a:lnTo>
                    <a:lnTo>
                      <a:pt x="171" y="101"/>
                    </a:lnTo>
                    <a:lnTo>
                      <a:pt x="173" y="101"/>
                    </a:lnTo>
                    <a:lnTo>
                      <a:pt x="173" y="101"/>
                    </a:lnTo>
                    <a:lnTo>
                      <a:pt x="173" y="104"/>
                    </a:lnTo>
                    <a:lnTo>
                      <a:pt x="173" y="104"/>
                    </a:lnTo>
                    <a:lnTo>
                      <a:pt x="173" y="106"/>
                    </a:lnTo>
                    <a:lnTo>
                      <a:pt x="173" y="106"/>
                    </a:lnTo>
                    <a:lnTo>
                      <a:pt x="171" y="106"/>
                    </a:lnTo>
                    <a:lnTo>
                      <a:pt x="171" y="106"/>
                    </a:lnTo>
                    <a:lnTo>
                      <a:pt x="171" y="106"/>
                    </a:lnTo>
                    <a:lnTo>
                      <a:pt x="171" y="106"/>
                    </a:lnTo>
                    <a:lnTo>
                      <a:pt x="171" y="109"/>
                    </a:lnTo>
                    <a:lnTo>
                      <a:pt x="171" y="109"/>
                    </a:lnTo>
                    <a:lnTo>
                      <a:pt x="171" y="109"/>
                    </a:lnTo>
                    <a:lnTo>
                      <a:pt x="171" y="109"/>
                    </a:lnTo>
                    <a:lnTo>
                      <a:pt x="168" y="109"/>
                    </a:lnTo>
                    <a:lnTo>
                      <a:pt x="168" y="111"/>
                    </a:lnTo>
                    <a:lnTo>
                      <a:pt x="168" y="111"/>
                    </a:lnTo>
                    <a:lnTo>
                      <a:pt x="168" y="111"/>
                    </a:lnTo>
                    <a:lnTo>
                      <a:pt x="166" y="111"/>
                    </a:lnTo>
                    <a:lnTo>
                      <a:pt x="166" y="111"/>
                    </a:lnTo>
                    <a:lnTo>
                      <a:pt x="166" y="113"/>
                    </a:lnTo>
                    <a:lnTo>
                      <a:pt x="166" y="113"/>
                    </a:lnTo>
                    <a:lnTo>
                      <a:pt x="166" y="116"/>
                    </a:lnTo>
                    <a:lnTo>
                      <a:pt x="166" y="116"/>
                    </a:lnTo>
                    <a:lnTo>
                      <a:pt x="166" y="118"/>
                    </a:lnTo>
                    <a:lnTo>
                      <a:pt x="166" y="118"/>
                    </a:lnTo>
                    <a:lnTo>
                      <a:pt x="166" y="118"/>
                    </a:lnTo>
                    <a:lnTo>
                      <a:pt x="166" y="120"/>
                    </a:lnTo>
                    <a:lnTo>
                      <a:pt x="166" y="120"/>
                    </a:lnTo>
                    <a:lnTo>
                      <a:pt x="166" y="120"/>
                    </a:lnTo>
                    <a:lnTo>
                      <a:pt x="166" y="120"/>
                    </a:lnTo>
                    <a:lnTo>
                      <a:pt x="168" y="120"/>
                    </a:lnTo>
                    <a:lnTo>
                      <a:pt x="168" y="120"/>
                    </a:lnTo>
                    <a:lnTo>
                      <a:pt x="171" y="120"/>
                    </a:lnTo>
                    <a:lnTo>
                      <a:pt x="171" y="120"/>
                    </a:lnTo>
                    <a:lnTo>
                      <a:pt x="171" y="120"/>
                    </a:lnTo>
                    <a:lnTo>
                      <a:pt x="173" y="120"/>
                    </a:lnTo>
                    <a:lnTo>
                      <a:pt x="173" y="120"/>
                    </a:lnTo>
                    <a:lnTo>
                      <a:pt x="173" y="120"/>
                    </a:lnTo>
                    <a:lnTo>
                      <a:pt x="173" y="120"/>
                    </a:lnTo>
                    <a:lnTo>
                      <a:pt x="173" y="118"/>
                    </a:lnTo>
                    <a:lnTo>
                      <a:pt x="173" y="118"/>
                    </a:lnTo>
                    <a:lnTo>
                      <a:pt x="173" y="118"/>
                    </a:lnTo>
                    <a:lnTo>
                      <a:pt x="176" y="118"/>
                    </a:lnTo>
                    <a:lnTo>
                      <a:pt x="176" y="118"/>
                    </a:lnTo>
                    <a:lnTo>
                      <a:pt x="176" y="116"/>
                    </a:lnTo>
                    <a:lnTo>
                      <a:pt x="178" y="116"/>
                    </a:lnTo>
                    <a:lnTo>
                      <a:pt x="178" y="116"/>
                    </a:lnTo>
                    <a:lnTo>
                      <a:pt x="178" y="116"/>
                    </a:lnTo>
                    <a:lnTo>
                      <a:pt x="180" y="116"/>
                    </a:lnTo>
                    <a:lnTo>
                      <a:pt x="180" y="116"/>
                    </a:lnTo>
                    <a:lnTo>
                      <a:pt x="180" y="116"/>
                    </a:lnTo>
                    <a:lnTo>
                      <a:pt x="180" y="116"/>
                    </a:lnTo>
                    <a:lnTo>
                      <a:pt x="183" y="116"/>
                    </a:lnTo>
                    <a:lnTo>
                      <a:pt x="183" y="116"/>
                    </a:lnTo>
                    <a:lnTo>
                      <a:pt x="183" y="113"/>
                    </a:lnTo>
                    <a:lnTo>
                      <a:pt x="185" y="113"/>
                    </a:lnTo>
                    <a:lnTo>
                      <a:pt x="185" y="113"/>
                    </a:lnTo>
                    <a:lnTo>
                      <a:pt x="185" y="113"/>
                    </a:lnTo>
                    <a:lnTo>
                      <a:pt x="185" y="113"/>
                    </a:lnTo>
                    <a:lnTo>
                      <a:pt x="187" y="113"/>
                    </a:lnTo>
                    <a:lnTo>
                      <a:pt x="187" y="113"/>
                    </a:lnTo>
                    <a:lnTo>
                      <a:pt x="187" y="111"/>
                    </a:lnTo>
                    <a:lnTo>
                      <a:pt x="187" y="111"/>
                    </a:lnTo>
                    <a:lnTo>
                      <a:pt x="187" y="111"/>
                    </a:lnTo>
                    <a:lnTo>
                      <a:pt x="190" y="111"/>
                    </a:lnTo>
                    <a:lnTo>
                      <a:pt x="190" y="111"/>
                    </a:lnTo>
                    <a:lnTo>
                      <a:pt x="192" y="111"/>
                    </a:lnTo>
                    <a:lnTo>
                      <a:pt x="192" y="111"/>
                    </a:lnTo>
                    <a:lnTo>
                      <a:pt x="192" y="111"/>
                    </a:lnTo>
                    <a:lnTo>
                      <a:pt x="192" y="111"/>
                    </a:lnTo>
                    <a:lnTo>
                      <a:pt x="194" y="111"/>
                    </a:lnTo>
                    <a:lnTo>
                      <a:pt x="194" y="109"/>
                    </a:lnTo>
                    <a:lnTo>
                      <a:pt x="194" y="109"/>
                    </a:lnTo>
                    <a:lnTo>
                      <a:pt x="194" y="109"/>
                    </a:lnTo>
                    <a:lnTo>
                      <a:pt x="197" y="109"/>
                    </a:lnTo>
                    <a:lnTo>
                      <a:pt x="197" y="106"/>
                    </a:lnTo>
                    <a:lnTo>
                      <a:pt x="197" y="106"/>
                    </a:lnTo>
                    <a:lnTo>
                      <a:pt x="197" y="106"/>
                    </a:lnTo>
                    <a:lnTo>
                      <a:pt x="199" y="106"/>
                    </a:lnTo>
                    <a:lnTo>
                      <a:pt x="199" y="106"/>
                    </a:lnTo>
                    <a:lnTo>
                      <a:pt x="199" y="106"/>
                    </a:lnTo>
                    <a:lnTo>
                      <a:pt x="199" y="104"/>
                    </a:lnTo>
                    <a:lnTo>
                      <a:pt x="199" y="104"/>
                    </a:lnTo>
                    <a:lnTo>
                      <a:pt x="199" y="104"/>
                    </a:lnTo>
                    <a:lnTo>
                      <a:pt x="199" y="101"/>
                    </a:lnTo>
                    <a:lnTo>
                      <a:pt x="202" y="101"/>
                    </a:lnTo>
                    <a:lnTo>
                      <a:pt x="202" y="101"/>
                    </a:lnTo>
                    <a:lnTo>
                      <a:pt x="202" y="101"/>
                    </a:lnTo>
                    <a:lnTo>
                      <a:pt x="202" y="101"/>
                    </a:lnTo>
                    <a:lnTo>
                      <a:pt x="204" y="101"/>
                    </a:lnTo>
                    <a:lnTo>
                      <a:pt x="204" y="99"/>
                    </a:lnTo>
                    <a:lnTo>
                      <a:pt x="204" y="99"/>
                    </a:lnTo>
                    <a:lnTo>
                      <a:pt x="204" y="97"/>
                    </a:lnTo>
                    <a:lnTo>
                      <a:pt x="204" y="97"/>
                    </a:lnTo>
                    <a:lnTo>
                      <a:pt x="204" y="97"/>
                    </a:lnTo>
                    <a:lnTo>
                      <a:pt x="204" y="94"/>
                    </a:lnTo>
                    <a:lnTo>
                      <a:pt x="204" y="94"/>
                    </a:lnTo>
                    <a:lnTo>
                      <a:pt x="204" y="94"/>
                    </a:lnTo>
                    <a:lnTo>
                      <a:pt x="206" y="94"/>
                    </a:lnTo>
                    <a:lnTo>
                      <a:pt x="206" y="94"/>
                    </a:lnTo>
                    <a:lnTo>
                      <a:pt x="206" y="92"/>
                    </a:lnTo>
                    <a:lnTo>
                      <a:pt x="206" y="92"/>
                    </a:lnTo>
                    <a:lnTo>
                      <a:pt x="209" y="92"/>
                    </a:lnTo>
                    <a:lnTo>
                      <a:pt x="209" y="92"/>
                    </a:lnTo>
                    <a:lnTo>
                      <a:pt x="209" y="92"/>
                    </a:lnTo>
                    <a:lnTo>
                      <a:pt x="211" y="92"/>
                    </a:lnTo>
                    <a:lnTo>
                      <a:pt x="211" y="92"/>
                    </a:lnTo>
                    <a:lnTo>
                      <a:pt x="211" y="92"/>
                    </a:lnTo>
                    <a:lnTo>
                      <a:pt x="211" y="92"/>
                    </a:lnTo>
                    <a:lnTo>
                      <a:pt x="213" y="92"/>
                    </a:lnTo>
                    <a:lnTo>
                      <a:pt x="213" y="90"/>
                    </a:lnTo>
                    <a:lnTo>
                      <a:pt x="213" y="90"/>
                    </a:lnTo>
                    <a:lnTo>
                      <a:pt x="213" y="90"/>
                    </a:lnTo>
                    <a:lnTo>
                      <a:pt x="213" y="90"/>
                    </a:lnTo>
                    <a:lnTo>
                      <a:pt x="216" y="90"/>
                    </a:lnTo>
                    <a:lnTo>
                      <a:pt x="216" y="87"/>
                    </a:lnTo>
                    <a:lnTo>
                      <a:pt x="216" y="87"/>
                    </a:lnTo>
                    <a:lnTo>
                      <a:pt x="216" y="87"/>
                    </a:lnTo>
                    <a:lnTo>
                      <a:pt x="218" y="87"/>
                    </a:lnTo>
                    <a:lnTo>
                      <a:pt x="218" y="85"/>
                    </a:lnTo>
                    <a:lnTo>
                      <a:pt x="218" y="85"/>
                    </a:lnTo>
                    <a:lnTo>
                      <a:pt x="218" y="83"/>
                    </a:lnTo>
                    <a:lnTo>
                      <a:pt x="218" y="83"/>
                    </a:lnTo>
                    <a:lnTo>
                      <a:pt x="218" y="80"/>
                    </a:lnTo>
                    <a:lnTo>
                      <a:pt x="218" y="80"/>
                    </a:lnTo>
                    <a:lnTo>
                      <a:pt x="218" y="80"/>
                    </a:lnTo>
                    <a:lnTo>
                      <a:pt x="218" y="80"/>
                    </a:lnTo>
                    <a:lnTo>
                      <a:pt x="218" y="78"/>
                    </a:lnTo>
                    <a:lnTo>
                      <a:pt x="218" y="78"/>
                    </a:lnTo>
                    <a:lnTo>
                      <a:pt x="218" y="78"/>
                    </a:lnTo>
                    <a:lnTo>
                      <a:pt x="220" y="78"/>
                    </a:lnTo>
                    <a:lnTo>
                      <a:pt x="220" y="75"/>
                    </a:lnTo>
                    <a:lnTo>
                      <a:pt x="220" y="75"/>
                    </a:lnTo>
                    <a:lnTo>
                      <a:pt x="220" y="75"/>
                    </a:lnTo>
                    <a:lnTo>
                      <a:pt x="220" y="73"/>
                    </a:lnTo>
                    <a:lnTo>
                      <a:pt x="220" y="73"/>
                    </a:lnTo>
                    <a:lnTo>
                      <a:pt x="220" y="73"/>
                    </a:lnTo>
                    <a:lnTo>
                      <a:pt x="220" y="71"/>
                    </a:lnTo>
                    <a:lnTo>
                      <a:pt x="223" y="71"/>
                    </a:lnTo>
                    <a:lnTo>
                      <a:pt x="223" y="71"/>
                    </a:lnTo>
                    <a:lnTo>
                      <a:pt x="223" y="71"/>
                    </a:lnTo>
                    <a:lnTo>
                      <a:pt x="225" y="71"/>
                    </a:lnTo>
                    <a:lnTo>
                      <a:pt x="225" y="71"/>
                    </a:lnTo>
                    <a:lnTo>
                      <a:pt x="225" y="68"/>
                    </a:lnTo>
                    <a:lnTo>
                      <a:pt x="225" y="68"/>
                    </a:lnTo>
                    <a:lnTo>
                      <a:pt x="225" y="68"/>
                    </a:lnTo>
                    <a:lnTo>
                      <a:pt x="225" y="66"/>
                    </a:lnTo>
                    <a:lnTo>
                      <a:pt x="225" y="66"/>
                    </a:lnTo>
                    <a:lnTo>
                      <a:pt x="225" y="66"/>
                    </a:lnTo>
                    <a:lnTo>
                      <a:pt x="225" y="64"/>
                    </a:lnTo>
                    <a:lnTo>
                      <a:pt x="225" y="64"/>
                    </a:lnTo>
                    <a:lnTo>
                      <a:pt x="225" y="61"/>
                    </a:lnTo>
                    <a:lnTo>
                      <a:pt x="228" y="61"/>
                    </a:lnTo>
                    <a:lnTo>
                      <a:pt x="228" y="61"/>
                    </a:lnTo>
                    <a:lnTo>
                      <a:pt x="228" y="61"/>
                    </a:lnTo>
                    <a:lnTo>
                      <a:pt x="228" y="59"/>
                    </a:lnTo>
                    <a:lnTo>
                      <a:pt x="228" y="59"/>
                    </a:lnTo>
                    <a:lnTo>
                      <a:pt x="228" y="59"/>
                    </a:lnTo>
                    <a:lnTo>
                      <a:pt x="228" y="56"/>
                    </a:lnTo>
                    <a:lnTo>
                      <a:pt x="230" y="56"/>
                    </a:lnTo>
                    <a:lnTo>
                      <a:pt x="230" y="56"/>
                    </a:lnTo>
                    <a:lnTo>
                      <a:pt x="230" y="56"/>
                    </a:lnTo>
                    <a:lnTo>
                      <a:pt x="230" y="54"/>
                    </a:lnTo>
                    <a:lnTo>
                      <a:pt x="230" y="54"/>
                    </a:lnTo>
                    <a:lnTo>
                      <a:pt x="230" y="52"/>
                    </a:lnTo>
                    <a:lnTo>
                      <a:pt x="230" y="52"/>
                    </a:lnTo>
                    <a:lnTo>
                      <a:pt x="230" y="52"/>
                    </a:lnTo>
                    <a:lnTo>
                      <a:pt x="230" y="52"/>
                    </a:lnTo>
                    <a:lnTo>
                      <a:pt x="230" y="49"/>
                    </a:lnTo>
                    <a:lnTo>
                      <a:pt x="230" y="49"/>
                    </a:lnTo>
                    <a:lnTo>
                      <a:pt x="230" y="47"/>
                    </a:lnTo>
                    <a:lnTo>
                      <a:pt x="230" y="47"/>
                    </a:lnTo>
                    <a:lnTo>
                      <a:pt x="230" y="47"/>
                    </a:lnTo>
                    <a:lnTo>
                      <a:pt x="230" y="45"/>
                    </a:lnTo>
                    <a:lnTo>
                      <a:pt x="230" y="45"/>
                    </a:lnTo>
                    <a:lnTo>
                      <a:pt x="230" y="45"/>
                    </a:lnTo>
                    <a:lnTo>
                      <a:pt x="230" y="42"/>
                    </a:lnTo>
                    <a:lnTo>
                      <a:pt x="228" y="42"/>
                    </a:lnTo>
                    <a:lnTo>
                      <a:pt x="228" y="42"/>
                    </a:lnTo>
                    <a:lnTo>
                      <a:pt x="228" y="45"/>
                    </a:lnTo>
                    <a:lnTo>
                      <a:pt x="225" y="45"/>
                    </a:lnTo>
                    <a:lnTo>
                      <a:pt x="225" y="45"/>
                    </a:lnTo>
                    <a:lnTo>
                      <a:pt x="225" y="45"/>
                    </a:lnTo>
                    <a:lnTo>
                      <a:pt x="223" y="45"/>
                    </a:lnTo>
                    <a:lnTo>
                      <a:pt x="223" y="42"/>
                    </a:lnTo>
                    <a:lnTo>
                      <a:pt x="223" y="42"/>
                    </a:lnTo>
                    <a:lnTo>
                      <a:pt x="223" y="42"/>
                    </a:lnTo>
                    <a:lnTo>
                      <a:pt x="223" y="42"/>
                    </a:lnTo>
                    <a:lnTo>
                      <a:pt x="223" y="40"/>
                    </a:lnTo>
                    <a:lnTo>
                      <a:pt x="223" y="40"/>
                    </a:lnTo>
                    <a:lnTo>
                      <a:pt x="223" y="40"/>
                    </a:lnTo>
                    <a:lnTo>
                      <a:pt x="223" y="40"/>
                    </a:lnTo>
                    <a:lnTo>
                      <a:pt x="225" y="40"/>
                    </a:lnTo>
                    <a:lnTo>
                      <a:pt x="225" y="40"/>
                    </a:lnTo>
                    <a:lnTo>
                      <a:pt x="225" y="40"/>
                    </a:lnTo>
                    <a:lnTo>
                      <a:pt x="228" y="40"/>
                    </a:lnTo>
                    <a:lnTo>
                      <a:pt x="228" y="40"/>
                    </a:lnTo>
                    <a:lnTo>
                      <a:pt x="228" y="40"/>
                    </a:lnTo>
                    <a:lnTo>
                      <a:pt x="228" y="37"/>
                    </a:lnTo>
                    <a:lnTo>
                      <a:pt x="228" y="37"/>
                    </a:lnTo>
                    <a:lnTo>
                      <a:pt x="230" y="37"/>
                    </a:lnTo>
                    <a:lnTo>
                      <a:pt x="230" y="35"/>
                    </a:lnTo>
                    <a:lnTo>
                      <a:pt x="230" y="35"/>
                    </a:lnTo>
                    <a:lnTo>
                      <a:pt x="230" y="33"/>
                    </a:lnTo>
                    <a:lnTo>
                      <a:pt x="230" y="33"/>
                    </a:lnTo>
                    <a:lnTo>
                      <a:pt x="230" y="33"/>
                    </a:lnTo>
                    <a:lnTo>
                      <a:pt x="230" y="33"/>
                    </a:lnTo>
                    <a:lnTo>
                      <a:pt x="230" y="30"/>
                    </a:lnTo>
                    <a:lnTo>
                      <a:pt x="230" y="30"/>
                    </a:lnTo>
                    <a:lnTo>
                      <a:pt x="228" y="30"/>
                    </a:lnTo>
                    <a:lnTo>
                      <a:pt x="228" y="30"/>
                    </a:lnTo>
                    <a:lnTo>
                      <a:pt x="228" y="28"/>
                    </a:lnTo>
                    <a:lnTo>
                      <a:pt x="228" y="28"/>
                    </a:lnTo>
                    <a:lnTo>
                      <a:pt x="228" y="26"/>
                    </a:lnTo>
                    <a:lnTo>
                      <a:pt x="228" y="26"/>
                    </a:lnTo>
                    <a:lnTo>
                      <a:pt x="225" y="26"/>
                    </a:lnTo>
                    <a:lnTo>
                      <a:pt x="225" y="26"/>
                    </a:lnTo>
                    <a:lnTo>
                      <a:pt x="225" y="23"/>
                    </a:lnTo>
                    <a:lnTo>
                      <a:pt x="228" y="23"/>
                    </a:lnTo>
                    <a:lnTo>
                      <a:pt x="228" y="23"/>
                    </a:lnTo>
                    <a:lnTo>
                      <a:pt x="228" y="23"/>
                    </a:lnTo>
                    <a:lnTo>
                      <a:pt x="228" y="21"/>
                    </a:lnTo>
                    <a:lnTo>
                      <a:pt x="230" y="21"/>
                    </a:lnTo>
                    <a:lnTo>
                      <a:pt x="230" y="21"/>
                    </a:lnTo>
                    <a:lnTo>
                      <a:pt x="230" y="21"/>
                    </a:lnTo>
                    <a:lnTo>
                      <a:pt x="230" y="21"/>
                    </a:lnTo>
                    <a:lnTo>
                      <a:pt x="230" y="21"/>
                    </a:lnTo>
                    <a:lnTo>
                      <a:pt x="232" y="21"/>
                    </a:lnTo>
                    <a:lnTo>
                      <a:pt x="232" y="21"/>
                    </a:lnTo>
                    <a:lnTo>
                      <a:pt x="232" y="21"/>
                    </a:lnTo>
                    <a:lnTo>
                      <a:pt x="235" y="21"/>
                    </a:lnTo>
                    <a:lnTo>
                      <a:pt x="235" y="19"/>
                    </a:lnTo>
                    <a:lnTo>
                      <a:pt x="235" y="19"/>
                    </a:lnTo>
                    <a:lnTo>
                      <a:pt x="235" y="19"/>
                    </a:lnTo>
                    <a:lnTo>
                      <a:pt x="235" y="16"/>
                    </a:lnTo>
                    <a:lnTo>
                      <a:pt x="237" y="16"/>
                    </a:lnTo>
                    <a:lnTo>
                      <a:pt x="237" y="16"/>
                    </a:lnTo>
                    <a:lnTo>
                      <a:pt x="237" y="14"/>
                    </a:lnTo>
                    <a:lnTo>
                      <a:pt x="237" y="14"/>
                    </a:lnTo>
                    <a:lnTo>
                      <a:pt x="237" y="11"/>
                    </a:lnTo>
                    <a:lnTo>
                      <a:pt x="235" y="11"/>
                    </a:lnTo>
                    <a:lnTo>
                      <a:pt x="235" y="11"/>
                    </a:lnTo>
                    <a:lnTo>
                      <a:pt x="235" y="11"/>
                    </a:lnTo>
                    <a:lnTo>
                      <a:pt x="235" y="11"/>
                    </a:lnTo>
                    <a:lnTo>
                      <a:pt x="235" y="11"/>
                    </a:lnTo>
                    <a:lnTo>
                      <a:pt x="237" y="11"/>
                    </a:lnTo>
                    <a:lnTo>
                      <a:pt x="237" y="9"/>
                    </a:lnTo>
                    <a:lnTo>
                      <a:pt x="237" y="9"/>
                    </a:lnTo>
                    <a:lnTo>
                      <a:pt x="237" y="9"/>
                    </a:lnTo>
                    <a:lnTo>
                      <a:pt x="237" y="7"/>
                    </a:lnTo>
                    <a:lnTo>
                      <a:pt x="237" y="7"/>
                    </a:lnTo>
                    <a:lnTo>
                      <a:pt x="237" y="9"/>
                    </a:lnTo>
                    <a:lnTo>
                      <a:pt x="239" y="9"/>
                    </a:lnTo>
                    <a:lnTo>
                      <a:pt x="239" y="9"/>
                    </a:lnTo>
                    <a:lnTo>
                      <a:pt x="239" y="9"/>
                    </a:lnTo>
                    <a:lnTo>
                      <a:pt x="239" y="9"/>
                    </a:lnTo>
                    <a:lnTo>
                      <a:pt x="239" y="9"/>
                    </a:lnTo>
                    <a:lnTo>
                      <a:pt x="242" y="9"/>
                    </a:lnTo>
                    <a:lnTo>
                      <a:pt x="242" y="9"/>
                    </a:lnTo>
                    <a:lnTo>
                      <a:pt x="244" y="9"/>
                    </a:lnTo>
                    <a:lnTo>
                      <a:pt x="244" y="9"/>
                    </a:lnTo>
                    <a:lnTo>
                      <a:pt x="244" y="9"/>
                    </a:lnTo>
                    <a:lnTo>
                      <a:pt x="244" y="11"/>
                    </a:lnTo>
                    <a:lnTo>
                      <a:pt x="244" y="11"/>
                    </a:lnTo>
                    <a:lnTo>
                      <a:pt x="244" y="11"/>
                    </a:lnTo>
                    <a:lnTo>
                      <a:pt x="244" y="14"/>
                    </a:lnTo>
                    <a:lnTo>
                      <a:pt x="244" y="14"/>
                    </a:lnTo>
                    <a:lnTo>
                      <a:pt x="244" y="16"/>
                    </a:lnTo>
                    <a:lnTo>
                      <a:pt x="244" y="16"/>
                    </a:lnTo>
                    <a:lnTo>
                      <a:pt x="244" y="16"/>
                    </a:lnTo>
                    <a:lnTo>
                      <a:pt x="244" y="19"/>
                    </a:lnTo>
                    <a:lnTo>
                      <a:pt x="247" y="19"/>
                    </a:lnTo>
                    <a:lnTo>
                      <a:pt x="247" y="19"/>
                    </a:lnTo>
                    <a:lnTo>
                      <a:pt x="247" y="19"/>
                    </a:lnTo>
                    <a:lnTo>
                      <a:pt x="247" y="16"/>
                    </a:lnTo>
                    <a:lnTo>
                      <a:pt x="247" y="16"/>
                    </a:lnTo>
                    <a:lnTo>
                      <a:pt x="247" y="14"/>
                    </a:lnTo>
                    <a:lnTo>
                      <a:pt x="247" y="14"/>
                    </a:lnTo>
                    <a:lnTo>
                      <a:pt x="249" y="14"/>
                    </a:lnTo>
                    <a:lnTo>
                      <a:pt x="249" y="14"/>
                    </a:lnTo>
                    <a:lnTo>
                      <a:pt x="249" y="14"/>
                    </a:lnTo>
                    <a:lnTo>
                      <a:pt x="251" y="14"/>
                    </a:lnTo>
                    <a:lnTo>
                      <a:pt x="251" y="14"/>
                    </a:lnTo>
                    <a:lnTo>
                      <a:pt x="251" y="16"/>
                    </a:lnTo>
                    <a:lnTo>
                      <a:pt x="251" y="16"/>
                    </a:lnTo>
                    <a:lnTo>
                      <a:pt x="254" y="16"/>
                    </a:lnTo>
                    <a:lnTo>
                      <a:pt x="254" y="16"/>
                    </a:lnTo>
                    <a:lnTo>
                      <a:pt x="254" y="16"/>
                    </a:lnTo>
                    <a:lnTo>
                      <a:pt x="254" y="16"/>
                    </a:lnTo>
                    <a:lnTo>
                      <a:pt x="254" y="16"/>
                    </a:lnTo>
                    <a:lnTo>
                      <a:pt x="256" y="16"/>
                    </a:lnTo>
                    <a:lnTo>
                      <a:pt x="256" y="14"/>
                    </a:lnTo>
                    <a:lnTo>
                      <a:pt x="256" y="14"/>
                    </a:lnTo>
                    <a:lnTo>
                      <a:pt x="256" y="11"/>
                    </a:lnTo>
                    <a:lnTo>
                      <a:pt x="256" y="11"/>
                    </a:lnTo>
                    <a:lnTo>
                      <a:pt x="256" y="11"/>
                    </a:lnTo>
                    <a:lnTo>
                      <a:pt x="256" y="11"/>
                    </a:lnTo>
                    <a:lnTo>
                      <a:pt x="256" y="9"/>
                    </a:lnTo>
                    <a:lnTo>
                      <a:pt x="256" y="9"/>
                    </a:lnTo>
                    <a:lnTo>
                      <a:pt x="256" y="9"/>
                    </a:lnTo>
                    <a:lnTo>
                      <a:pt x="254" y="9"/>
                    </a:lnTo>
                    <a:lnTo>
                      <a:pt x="254" y="9"/>
                    </a:lnTo>
                    <a:lnTo>
                      <a:pt x="254" y="9"/>
                    </a:lnTo>
                    <a:lnTo>
                      <a:pt x="254" y="11"/>
                    </a:lnTo>
                    <a:lnTo>
                      <a:pt x="254" y="11"/>
                    </a:lnTo>
                    <a:lnTo>
                      <a:pt x="251" y="11"/>
                    </a:lnTo>
                    <a:lnTo>
                      <a:pt x="251" y="11"/>
                    </a:lnTo>
                    <a:lnTo>
                      <a:pt x="251" y="11"/>
                    </a:lnTo>
                    <a:lnTo>
                      <a:pt x="249" y="11"/>
                    </a:lnTo>
                    <a:lnTo>
                      <a:pt x="249" y="11"/>
                    </a:lnTo>
                    <a:lnTo>
                      <a:pt x="249" y="11"/>
                    </a:lnTo>
                    <a:lnTo>
                      <a:pt x="247" y="11"/>
                    </a:lnTo>
                    <a:lnTo>
                      <a:pt x="247" y="11"/>
                    </a:lnTo>
                    <a:lnTo>
                      <a:pt x="247" y="11"/>
                    </a:lnTo>
                    <a:lnTo>
                      <a:pt x="247" y="11"/>
                    </a:lnTo>
                    <a:lnTo>
                      <a:pt x="247" y="9"/>
                    </a:lnTo>
                    <a:lnTo>
                      <a:pt x="247" y="9"/>
                    </a:lnTo>
                    <a:lnTo>
                      <a:pt x="247" y="7"/>
                    </a:lnTo>
                    <a:lnTo>
                      <a:pt x="247" y="7"/>
                    </a:lnTo>
                    <a:lnTo>
                      <a:pt x="247" y="7"/>
                    </a:lnTo>
                    <a:lnTo>
                      <a:pt x="247" y="4"/>
                    </a:lnTo>
                    <a:lnTo>
                      <a:pt x="247" y="4"/>
                    </a:lnTo>
                    <a:lnTo>
                      <a:pt x="247" y="4"/>
                    </a:lnTo>
                    <a:lnTo>
                      <a:pt x="247" y="2"/>
                    </a:lnTo>
                    <a:lnTo>
                      <a:pt x="249" y="2"/>
                    </a:lnTo>
                    <a:lnTo>
                      <a:pt x="249" y="2"/>
                    </a:lnTo>
                    <a:lnTo>
                      <a:pt x="249" y="2"/>
                    </a:lnTo>
                    <a:lnTo>
                      <a:pt x="249" y="0"/>
                    </a:lnTo>
                    <a:lnTo>
                      <a:pt x="249" y="0"/>
                    </a:lnTo>
                    <a:lnTo>
                      <a:pt x="251" y="0"/>
                    </a:lnTo>
                    <a:lnTo>
                      <a:pt x="251" y="2"/>
                    </a:lnTo>
                    <a:lnTo>
                      <a:pt x="251" y="2"/>
                    </a:lnTo>
                    <a:lnTo>
                      <a:pt x="251" y="2"/>
                    </a:lnTo>
                    <a:lnTo>
                      <a:pt x="251" y="2"/>
                    </a:lnTo>
                    <a:lnTo>
                      <a:pt x="254" y="2"/>
                    </a:lnTo>
                    <a:lnTo>
                      <a:pt x="254" y="2"/>
                    </a:lnTo>
                    <a:lnTo>
                      <a:pt x="254" y="2"/>
                    </a:lnTo>
                    <a:lnTo>
                      <a:pt x="254" y="2"/>
                    </a:lnTo>
                    <a:lnTo>
                      <a:pt x="254" y="4"/>
                    </a:lnTo>
                    <a:lnTo>
                      <a:pt x="256" y="4"/>
                    </a:lnTo>
                    <a:lnTo>
                      <a:pt x="256" y="4"/>
                    </a:lnTo>
                    <a:lnTo>
                      <a:pt x="256" y="4"/>
                    </a:lnTo>
                    <a:lnTo>
                      <a:pt x="258" y="4"/>
                    </a:lnTo>
                    <a:lnTo>
                      <a:pt x="258" y="4"/>
                    </a:lnTo>
                    <a:lnTo>
                      <a:pt x="258" y="4"/>
                    </a:lnTo>
                    <a:lnTo>
                      <a:pt x="258" y="4"/>
                    </a:lnTo>
                    <a:lnTo>
                      <a:pt x="261" y="4"/>
                    </a:lnTo>
                    <a:lnTo>
                      <a:pt x="261" y="2"/>
                    </a:lnTo>
                    <a:lnTo>
                      <a:pt x="261" y="2"/>
                    </a:lnTo>
                    <a:lnTo>
                      <a:pt x="263" y="2"/>
                    </a:lnTo>
                    <a:lnTo>
                      <a:pt x="263" y="4"/>
                    </a:lnTo>
                    <a:lnTo>
                      <a:pt x="263" y="4"/>
                    </a:lnTo>
                    <a:lnTo>
                      <a:pt x="261" y="4"/>
                    </a:lnTo>
                    <a:lnTo>
                      <a:pt x="261" y="7"/>
                    </a:lnTo>
                    <a:lnTo>
                      <a:pt x="261" y="7"/>
                    </a:lnTo>
                    <a:lnTo>
                      <a:pt x="261" y="9"/>
                    </a:lnTo>
                    <a:lnTo>
                      <a:pt x="261" y="9"/>
                    </a:lnTo>
                    <a:lnTo>
                      <a:pt x="261" y="9"/>
                    </a:lnTo>
                    <a:lnTo>
                      <a:pt x="261" y="11"/>
                    </a:lnTo>
                    <a:lnTo>
                      <a:pt x="261" y="11"/>
                    </a:lnTo>
                    <a:lnTo>
                      <a:pt x="261" y="11"/>
                    </a:lnTo>
                    <a:lnTo>
                      <a:pt x="261" y="14"/>
                    </a:lnTo>
                    <a:lnTo>
                      <a:pt x="261" y="14"/>
                    </a:lnTo>
                    <a:lnTo>
                      <a:pt x="261" y="16"/>
                    </a:lnTo>
                    <a:lnTo>
                      <a:pt x="261" y="16"/>
                    </a:lnTo>
                    <a:lnTo>
                      <a:pt x="261" y="19"/>
                    </a:lnTo>
                    <a:lnTo>
                      <a:pt x="261" y="19"/>
                    </a:lnTo>
                    <a:lnTo>
                      <a:pt x="261" y="21"/>
                    </a:lnTo>
                    <a:lnTo>
                      <a:pt x="261" y="21"/>
                    </a:lnTo>
                    <a:lnTo>
                      <a:pt x="261" y="21"/>
                    </a:lnTo>
                    <a:lnTo>
                      <a:pt x="261" y="21"/>
                    </a:lnTo>
                    <a:lnTo>
                      <a:pt x="261" y="23"/>
                    </a:lnTo>
                    <a:lnTo>
                      <a:pt x="261" y="23"/>
                    </a:lnTo>
                    <a:lnTo>
                      <a:pt x="263" y="23"/>
                    </a:lnTo>
                    <a:lnTo>
                      <a:pt x="263" y="26"/>
                    </a:lnTo>
                    <a:lnTo>
                      <a:pt x="263" y="26"/>
                    </a:lnTo>
                    <a:lnTo>
                      <a:pt x="263" y="26"/>
                    </a:lnTo>
                    <a:lnTo>
                      <a:pt x="263" y="26"/>
                    </a:lnTo>
                    <a:lnTo>
                      <a:pt x="265" y="26"/>
                    </a:lnTo>
                    <a:lnTo>
                      <a:pt x="265" y="28"/>
                    </a:lnTo>
                    <a:lnTo>
                      <a:pt x="265" y="28"/>
                    </a:lnTo>
                    <a:lnTo>
                      <a:pt x="265" y="28"/>
                    </a:lnTo>
                    <a:lnTo>
                      <a:pt x="265" y="28"/>
                    </a:lnTo>
                    <a:lnTo>
                      <a:pt x="268" y="28"/>
                    </a:lnTo>
                    <a:lnTo>
                      <a:pt x="268" y="30"/>
                    </a:lnTo>
                    <a:lnTo>
                      <a:pt x="268" y="30"/>
                    </a:lnTo>
                    <a:lnTo>
                      <a:pt x="268" y="30"/>
                    </a:lnTo>
                    <a:lnTo>
                      <a:pt x="268" y="33"/>
                    </a:lnTo>
                    <a:lnTo>
                      <a:pt x="270" y="33"/>
                    </a:lnTo>
                    <a:lnTo>
                      <a:pt x="270" y="33"/>
                    </a:lnTo>
                    <a:lnTo>
                      <a:pt x="270" y="33"/>
                    </a:lnTo>
                    <a:lnTo>
                      <a:pt x="270" y="35"/>
                    </a:lnTo>
                    <a:lnTo>
                      <a:pt x="270" y="35"/>
                    </a:lnTo>
                    <a:lnTo>
                      <a:pt x="270" y="35"/>
                    </a:lnTo>
                    <a:lnTo>
                      <a:pt x="270" y="35"/>
                    </a:lnTo>
                    <a:lnTo>
                      <a:pt x="270" y="37"/>
                    </a:lnTo>
                    <a:lnTo>
                      <a:pt x="270" y="37"/>
                    </a:lnTo>
                    <a:lnTo>
                      <a:pt x="270" y="37"/>
                    </a:lnTo>
                    <a:lnTo>
                      <a:pt x="270" y="37"/>
                    </a:lnTo>
                    <a:lnTo>
                      <a:pt x="270" y="40"/>
                    </a:lnTo>
                    <a:lnTo>
                      <a:pt x="273" y="40"/>
                    </a:lnTo>
                    <a:lnTo>
                      <a:pt x="273" y="40"/>
                    </a:lnTo>
                    <a:lnTo>
                      <a:pt x="273" y="42"/>
                    </a:lnTo>
                    <a:lnTo>
                      <a:pt x="273" y="42"/>
                    </a:lnTo>
                    <a:lnTo>
                      <a:pt x="273" y="42"/>
                    </a:lnTo>
                    <a:lnTo>
                      <a:pt x="273" y="42"/>
                    </a:lnTo>
                    <a:lnTo>
                      <a:pt x="273" y="45"/>
                    </a:lnTo>
                    <a:lnTo>
                      <a:pt x="273" y="45"/>
                    </a:lnTo>
                    <a:lnTo>
                      <a:pt x="273" y="45"/>
                    </a:lnTo>
                    <a:lnTo>
                      <a:pt x="273" y="47"/>
                    </a:lnTo>
                    <a:lnTo>
                      <a:pt x="273" y="47"/>
                    </a:lnTo>
                    <a:lnTo>
                      <a:pt x="273" y="47"/>
                    </a:lnTo>
                    <a:lnTo>
                      <a:pt x="273" y="49"/>
                    </a:lnTo>
                    <a:lnTo>
                      <a:pt x="273" y="49"/>
                    </a:lnTo>
                    <a:lnTo>
                      <a:pt x="273" y="49"/>
                    </a:lnTo>
                    <a:lnTo>
                      <a:pt x="273" y="52"/>
                    </a:lnTo>
                    <a:lnTo>
                      <a:pt x="275" y="52"/>
                    </a:lnTo>
                    <a:lnTo>
                      <a:pt x="275" y="52"/>
                    </a:lnTo>
                    <a:lnTo>
                      <a:pt x="275" y="52"/>
                    </a:lnTo>
                    <a:lnTo>
                      <a:pt x="275" y="54"/>
                    </a:lnTo>
                    <a:lnTo>
                      <a:pt x="275" y="54"/>
                    </a:lnTo>
                    <a:lnTo>
                      <a:pt x="273" y="54"/>
                    </a:lnTo>
                    <a:lnTo>
                      <a:pt x="273" y="56"/>
                    </a:lnTo>
                    <a:lnTo>
                      <a:pt x="273" y="56"/>
                    </a:lnTo>
                    <a:lnTo>
                      <a:pt x="273" y="56"/>
                    </a:lnTo>
                    <a:lnTo>
                      <a:pt x="273" y="59"/>
                    </a:lnTo>
                    <a:lnTo>
                      <a:pt x="273" y="59"/>
                    </a:lnTo>
                    <a:lnTo>
                      <a:pt x="273" y="61"/>
                    </a:lnTo>
                    <a:lnTo>
                      <a:pt x="273" y="61"/>
                    </a:lnTo>
                    <a:lnTo>
                      <a:pt x="273" y="61"/>
                    </a:lnTo>
                    <a:lnTo>
                      <a:pt x="270" y="61"/>
                    </a:lnTo>
                    <a:lnTo>
                      <a:pt x="270" y="61"/>
                    </a:lnTo>
                    <a:lnTo>
                      <a:pt x="273" y="61"/>
                    </a:lnTo>
                    <a:lnTo>
                      <a:pt x="273" y="64"/>
                    </a:lnTo>
                    <a:lnTo>
                      <a:pt x="270" y="64"/>
                    </a:lnTo>
                    <a:lnTo>
                      <a:pt x="270" y="64"/>
                    </a:lnTo>
                    <a:lnTo>
                      <a:pt x="270" y="64"/>
                    </a:lnTo>
                    <a:lnTo>
                      <a:pt x="270" y="66"/>
                    </a:lnTo>
                    <a:lnTo>
                      <a:pt x="270" y="66"/>
                    </a:lnTo>
                    <a:lnTo>
                      <a:pt x="268" y="66"/>
                    </a:lnTo>
                    <a:lnTo>
                      <a:pt x="268" y="66"/>
                    </a:lnTo>
                    <a:lnTo>
                      <a:pt x="268" y="66"/>
                    </a:lnTo>
                    <a:lnTo>
                      <a:pt x="268" y="68"/>
                    </a:lnTo>
                    <a:lnTo>
                      <a:pt x="265" y="68"/>
                    </a:lnTo>
                    <a:lnTo>
                      <a:pt x="265" y="68"/>
                    </a:lnTo>
                    <a:lnTo>
                      <a:pt x="265" y="71"/>
                    </a:lnTo>
                    <a:lnTo>
                      <a:pt x="265" y="71"/>
                    </a:lnTo>
                    <a:lnTo>
                      <a:pt x="265" y="71"/>
                    </a:lnTo>
                    <a:lnTo>
                      <a:pt x="265" y="71"/>
                    </a:lnTo>
                    <a:lnTo>
                      <a:pt x="263" y="71"/>
                    </a:lnTo>
                    <a:lnTo>
                      <a:pt x="263" y="71"/>
                    </a:lnTo>
                    <a:lnTo>
                      <a:pt x="263" y="71"/>
                    </a:lnTo>
                    <a:lnTo>
                      <a:pt x="263" y="71"/>
                    </a:lnTo>
                    <a:lnTo>
                      <a:pt x="263" y="73"/>
                    </a:lnTo>
                    <a:lnTo>
                      <a:pt x="263" y="73"/>
                    </a:lnTo>
                    <a:lnTo>
                      <a:pt x="263" y="73"/>
                    </a:lnTo>
                    <a:lnTo>
                      <a:pt x="263" y="75"/>
                    </a:lnTo>
                    <a:lnTo>
                      <a:pt x="263" y="75"/>
                    </a:lnTo>
                    <a:lnTo>
                      <a:pt x="263" y="78"/>
                    </a:lnTo>
                    <a:lnTo>
                      <a:pt x="263" y="78"/>
                    </a:lnTo>
                    <a:lnTo>
                      <a:pt x="263" y="78"/>
                    </a:lnTo>
                    <a:lnTo>
                      <a:pt x="263" y="78"/>
                    </a:lnTo>
                    <a:lnTo>
                      <a:pt x="263" y="80"/>
                    </a:lnTo>
                    <a:lnTo>
                      <a:pt x="263" y="80"/>
                    </a:lnTo>
                    <a:lnTo>
                      <a:pt x="263" y="80"/>
                    </a:lnTo>
                    <a:lnTo>
                      <a:pt x="263" y="83"/>
                    </a:lnTo>
                    <a:lnTo>
                      <a:pt x="263" y="83"/>
                    </a:lnTo>
                    <a:lnTo>
                      <a:pt x="265" y="83"/>
                    </a:lnTo>
                    <a:lnTo>
                      <a:pt x="265" y="83"/>
                    </a:lnTo>
                    <a:lnTo>
                      <a:pt x="265" y="85"/>
                    </a:lnTo>
                    <a:lnTo>
                      <a:pt x="263" y="85"/>
                    </a:lnTo>
                    <a:lnTo>
                      <a:pt x="263" y="85"/>
                    </a:lnTo>
                    <a:lnTo>
                      <a:pt x="263" y="85"/>
                    </a:lnTo>
                    <a:lnTo>
                      <a:pt x="263" y="85"/>
                    </a:lnTo>
                    <a:lnTo>
                      <a:pt x="261" y="85"/>
                    </a:lnTo>
                    <a:lnTo>
                      <a:pt x="261" y="85"/>
                    </a:lnTo>
                    <a:lnTo>
                      <a:pt x="261" y="85"/>
                    </a:lnTo>
                    <a:lnTo>
                      <a:pt x="258" y="85"/>
                    </a:lnTo>
                    <a:lnTo>
                      <a:pt x="258" y="83"/>
                    </a:lnTo>
                    <a:lnTo>
                      <a:pt x="258" y="83"/>
                    </a:lnTo>
                    <a:lnTo>
                      <a:pt x="258" y="80"/>
                    </a:lnTo>
                    <a:lnTo>
                      <a:pt x="258" y="80"/>
                    </a:lnTo>
                    <a:lnTo>
                      <a:pt x="258" y="80"/>
                    </a:lnTo>
                    <a:lnTo>
                      <a:pt x="256" y="80"/>
                    </a:lnTo>
                    <a:lnTo>
                      <a:pt x="256" y="80"/>
                    </a:lnTo>
                    <a:lnTo>
                      <a:pt x="256" y="83"/>
                    </a:lnTo>
                    <a:lnTo>
                      <a:pt x="256" y="83"/>
                    </a:lnTo>
                    <a:lnTo>
                      <a:pt x="254" y="83"/>
                    </a:lnTo>
                    <a:lnTo>
                      <a:pt x="254" y="83"/>
                    </a:lnTo>
                    <a:lnTo>
                      <a:pt x="254" y="83"/>
                    </a:lnTo>
                    <a:lnTo>
                      <a:pt x="254" y="85"/>
                    </a:lnTo>
                    <a:lnTo>
                      <a:pt x="251" y="85"/>
                    </a:lnTo>
                    <a:lnTo>
                      <a:pt x="251" y="85"/>
                    </a:lnTo>
                    <a:lnTo>
                      <a:pt x="251" y="85"/>
                    </a:lnTo>
                    <a:lnTo>
                      <a:pt x="251" y="87"/>
                    </a:lnTo>
                    <a:lnTo>
                      <a:pt x="251" y="87"/>
                    </a:lnTo>
                    <a:lnTo>
                      <a:pt x="251" y="87"/>
                    </a:lnTo>
                    <a:lnTo>
                      <a:pt x="251" y="90"/>
                    </a:lnTo>
                    <a:lnTo>
                      <a:pt x="251" y="90"/>
                    </a:lnTo>
                    <a:lnTo>
                      <a:pt x="251" y="92"/>
                    </a:lnTo>
                    <a:lnTo>
                      <a:pt x="251" y="92"/>
                    </a:lnTo>
                    <a:lnTo>
                      <a:pt x="251" y="92"/>
                    </a:lnTo>
                    <a:lnTo>
                      <a:pt x="251" y="94"/>
                    </a:lnTo>
                    <a:lnTo>
                      <a:pt x="251" y="94"/>
                    </a:lnTo>
                    <a:lnTo>
                      <a:pt x="251" y="94"/>
                    </a:lnTo>
                    <a:lnTo>
                      <a:pt x="251" y="97"/>
                    </a:lnTo>
                    <a:lnTo>
                      <a:pt x="251" y="97"/>
                    </a:lnTo>
                    <a:lnTo>
                      <a:pt x="251" y="97"/>
                    </a:lnTo>
                    <a:lnTo>
                      <a:pt x="251" y="99"/>
                    </a:lnTo>
                    <a:lnTo>
                      <a:pt x="251" y="99"/>
                    </a:lnTo>
                    <a:lnTo>
                      <a:pt x="251" y="101"/>
                    </a:lnTo>
                    <a:lnTo>
                      <a:pt x="251" y="101"/>
                    </a:lnTo>
                    <a:lnTo>
                      <a:pt x="251" y="101"/>
                    </a:lnTo>
                    <a:lnTo>
                      <a:pt x="251" y="104"/>
                    </a:lnTo>
                    <a:lnTo>
                      <a:pt x="254" y="104"/>
                    </a:lnTo>
                    <a:lnTo>
                      <a:pt x="254" y="104"/>
                    </a:lnTo>
                    <a:lnTo>
                      <a:pt x="251" y="104"/>
                    </a:lnTo>
                    <a:lnTo>
                      <a:pt x="251" y="106"/>
                    </a:lnTo>
                    <a:lnTo>
                      <a:pt x="251" y="106"/>
                    </a:lnTo>
                    <a:lnTo>
                      <a:pt x="251" y="109"/>
                    </a:lnTo>
                    <a:lnTo>
                      <a:pt x="251" y="109"/>
                    </a:lnTo>
                    <a:lnTo>
                      <a:pt x="251" y="111"/>
                    </a:lnTo>
                    <a:lnTo>
                      <a:pt x="251" y="111"/>
                    </a:lnTo>
                    <a:lnTo>
                      <a:pt x="251" y="111"/>
                    </a:lnTo>
                    <a:lnTo>
                      <a:pt x="251" y="113"/>
                    </a:lnTo>
                    <a:lnTo>
                      <a:pt x="251" y="113"/>
                    </a:lnTo>
                    <a:lnTo>
                      <a:pt x="251" y="113"/>
                    </a:lnTo>
                    <a:lnTo>
                      <a:pt x="251" y="116"/>
                    </a:lnTo>
                    <a:lnTo>
                      <a:pt x="251" y="116"/>
                    </a:lnTo>
                    <a:lnTo>
                      <a:pt x="251" y="118"/>
                    </a:lnTo>
                    <a:lnTo>
                      <a:pt x="251" y="118"/>
                    </a:lnTo>
                    <a:lnTo>
                      <a:pt x="251" y="118"/>
                    </a:lnTo>
                    <a:lnTo>
                      <a:pt x="249" y="118"/>
                    </a:lnTo>
                    <a:lnTo>
                      <a:pt x="249" y="118"/>
                    </a:lnTo>
                    <a:lnTo>
                      <a:pt x="249" y="120"/>
                    </a:lnTo>
                    <a:lnTo>
                      <a:pt x="247" y="120"/>
                    </a:lnTo>
                    <a:lnTo>
                      <a:pt x="247" y="120"/>
                    </a:lnTo>
                    <a:lnTo>
                      <a:pt x="247" y="120"/>
                    </a:lnTo>
                    <a:lnTo>
                      <a:pt x="247" y="120"/>
                    </a:lnTo>
                    <a:lnTo>
                      <a:pt x="247" y="123"/>
                    </a:lnTo>
                    <a:lnTo>
                      <a:pt x="247" y="123"/>
                    </a:lnTo>
                    <a:lnTo>
                      <a:pt x="247" y="123"/>
                    </a:lnTo>
                    <a:lnTo>
                      <a:pt x="247" y="125"/>
                    </a:lnTo>
                    <a:lnTo>
                      <a:pt x="247" y="125"/>
                    </a:lnTo>
                    <a:lnTo>
                      <a:pt x="244" y="125"/>
                    </a:lnTo>
                    <a:lnTo>
                      <a:pt x="244" y="128"/>
                    </a:lnTo>
                    <a:lnTo>
                      <a:pt x="244" y="128"/>
                    </a:lnTo>
                    <a:lnTo>
                      <a:pt x="244" y="128"/>
                    </a:lnTo>
                    <a:lnTo>
                      <a:pt x="244" y="130"/>
                    </a:lnTo>
                    <a:lnTo>
                      <a:pt x="244" y="130"/>
                    </a:lnTo>
                    <a:lnTo>
                      <a:pt x="244" y="130"/>
                    </a:lnTo>
                    <a:lnTo>
                      <a:pt x="244" y="130"/>
                    </a:lnTo>
                    <a:lnTo>
                      <a:pt x="244" y="130"/>
                    </a:lnTo>
                    <a:lnTo>
                      <a:pt x="244" y="132"/>
                    </a:lnTo>
                    <a:lnTo>
                      <a:pt x="244" y="132"/>
                    </a:lnTo>
                    <a:lnTo>
                      <a:pt x="244" y="132"/>
                    </a:lnTo>
                    <a:lnTo>
                      <a:pt x="244" y="135"/>
                    </a:lnTo>
                    <a:lnTo>
                      <a:pt x="242" y="135"/>
                    </a:lnTo>
                    <a:lnTo>
                      <a:pt x="242" y="135"/>
                    </a:lnTo>
                    <a:lnTo>
                      <a:pt x="242" y="137"/>
                    </a:lnTo>
                    <a:lnTo>
                      <a:pt x="242" y="137"/>
                    </a:lnTo>
                    <a:lnTo>
                      <a:pt x="244" y="137"/>
                    </a:lnTo>
                    <a:lnTo>
                      <a:pt x="244" y="139"/>
                    </a:lnTo>
                    <a:lnTo>
                      <a:pt x="244" y="139"/>
                    </a:lnTo>
                    <a:lnTo>
                      <a:pt x="244" y="139"/>
                    </a:lnTo>
                    <a:lnTo>
                      <a:pt x="244" y="139"/>
                    </a:lnTo>
                    <a:lnTo>
                      <a:pt x="244" y="142"/>
                    </a:lnTo>
                    <a:lnTo>
                      <a:pt x="244" y="142"/>
                    </a:lnTo>
                    <a:lnTo>
                      <a:pt x="244" y="142"/>
                    </a:lnTo>
                    <a:lnTo>
                      <a:pt x="247" y="142"/>
                    </a:lnTo>
                    <a:lnTo>
                      <a:pt x="247" y="144"/>
                    </a:lnTo>
                    <a:lnTo>
                      <a:pt x="247" y="144"/>
                    </a:lnTo>
                    <a:lnTo>
                      <a:pt x="247" y="144"/>
                    </a:lnTo>
                    <a:lnTo>
                      <a:pt x="247" y="147"/>
                    </a:lnTo>
                    <a:lnTo>
                      <a:pt x="247" y="147"/>
                    </a:lnTo>
                    <a:lnTo>
                      <a:pt x="247" y="147"/>
                    </a:lnTo>
                    <a:lnTo>
                      <a:pt x="249" y="147"/>
                    </a:lnTo>
                    <a:lnTo>
                      <a:pt x="249" y="149"/>
                    </a:lnTo>
                    <a:lnTo>
                      <a:pt x="249" y="149"/>
                    </a:lnTo>
                    <a:lnTo>
                      <a:pt x="249" y="151"/>
                    </a:lnTo>
                    <a:lnTo>
                      <a:pt x="247" y="151"/>
                    </a:lnTo>
                    <a:lnTo>
                      <a:pt x="247" y="151"/>
                    </a:lnTo>
                    <a:lnTo>
                      <a:pt x="247" y="151"/>
                    </a:lnTo>
                    <a:lnTo>
                      <a:pt x="244" y="151"/>
                    </a:lnTo>
                    <a:lnTo>
                      <a:pt x="244" y="151"/>
                    </a:lnTo>
                    <a:lnTo>
                      <a:pt x="244" y="151"/>
                    </a:lnTo>
                    <a:lnTo>
                      <a:pt x="244" y="151"/>
                    </a:lnTo>
                    <a:lnTo>
                      <a:pt x="242" y="151"/>
                    </a:lnTo>
                    <a:lnTo>
                      <a:pt x="242" y="151"/>
                    </a:lnTo>
                    <a:lnTo>
                      <a:pt x="242" y="151"/>
                    </a:lnTo>
                    <a:lnTo>
                      <a:pt x="242" y="154"/>
                    </a:lnTo>
                    <a:lnTo>
                      <a:pt x="239" y="154"/>
                    </a:lnTo>
                    <a:lnTo>
                      <a:pt x="239" y="154"/>
                    </a:lnTo>
                    <a:lnTo>
                      <a:pt x="239" y="154"/>
                    </a:lnTo>
                    <a:lnTo>
                      <a:pt x="239" y="156"/>
                    </a:lnTo>
                    <a:lnTo>
                      <a:pt x="239" y="156"/>
                    </a:lnTo>
                    <a:lnTo>
                      <a:pt x="239" y="156"/>
                    </a:lnTo>
                    <a:lnTo>
                      <a:pt x="239" y="158"/>
                    </a:lnTo>
                    <a:lnTo>
                      <a:pt x="239" y="158"/>
                    </a:lnTo>
                    <a:lnTo>
                      <a:pt x="239" y="161"/>
                    </a:lnTo>
                    <a:lnTo>
                      <a:pt x="239" y="161"/>
                    </a:lnTo>
                    <a:lnTo>
                      <a:pt x="239" y="161"/>
                    </a:lnTo>
                    <a:lnTo>
                      <a:pt x="239" y="163"/>
                    </a:lnTo>
                    <a:lnTo>
                      <a:pt x="237" y="163"/>
                    </a:lnTo>
                    <a:lnTo>
                      <a:pt x="237" y="163"/>
                    </a:lnTo>
                    <a:lnTo>
                      <a:pt x="237" y="163"/>
                    </a:lnTo>
                    <a:lnTo>
                      <a:pt x="237" y="163"/>
                    </a:lnTo>
                    <a:lnTo>
                      <a:pt x="235" y="163"/>
                    </a:lnTo>
                    <a:lnTo>
                      <a:pt x="235" y="165"/>
                    </a:lnTo>
                    <a:lnTo>
                      <a:pt x="235" y="165"/>
                    </a:lnTo>
                    <a:lnTo>
                      <a:pt x="232" y="165"/>
                    </a:lnTo>
                    <a:lnTo>
                      <a:pt x="232" y="165"/>
                    </a:lnTo>
                    <a:lnTo>
                      <a:pt x="232" y="165"/>
                    </a:lnTo>
                    <a:lnTo>
                      <a:pt x="232" y="165"/>
                    </a:lnTo>
                    <a:lnTo>
                      <a:pt x="230" y="165"/>
                    </a:lnTo>
                    <a:lnTo>
                      <a:pt x="230" y="168"/>
                    </a:lnTo>
                    <a:lnTo>
                      <a:pt x="230" y="168"/>
                    </a:lnTo>
                    <a:lnTo>
                      <a:pt x="230" y="168"/>
                    </a:lnTo>
                    <a:lnTo>
                      <a:pt x="230" y="170"/>
                    </a:lnTo>
                    <a:lnTo>
                      <a:pt x="230" y="170"/>
                    </a:lnTo>
                    <a:lnTo>
                      <a:pt x="230" y="170"/>
                    </a:lnTo>
                    <a:lnTo>
                      <a:pt x="228" y="170"/>
                    </a:lnTo>
                    <a:lnTo>
                      <a:pt x="228" y="170"/>
                    </a:lnTo>
                    <a:lnTo>
                      <a:pt x="225" y="170"/>
                    </a:lnTo>
                    <a:lnTo>
                      <a:pt x="225" y="170"/>
                    </a:lnTo>
                    <a:lnTo>
                      <a:pt x="225" y="170"/>
                    </a:lnTo>
                    <a:lnTo>
                      <a:pt x="225" y="170"/>
                    </a:lnTo>
                    <a:lnTo>
                      <a:pt x="225" y="168"/>
                    </a:lnTo>
                    <a:lnTo>
                      <a:pt x="225" y="168"/>
                    </a:lnTo>
                    <a:lnTo>
                      <a:pt x="225" y="168"/>
                    </a:lnTo>
                    <a:lnTo>
                      <a:pt x="225" y="165"/>
                    </a:lnTo>
                    <a:lnTo>
                      <a:pt x="225" y="165"/>
                    </a:lnTo>
                    <a:lnTo>
                      <a:pt x="225" y="163"/>
                    </a:lnTo>
                    <a:lnTo>
                      <a:pt x="225" y="163"/>
                    </a:lnTo>
                    <a:lnTo>
                      <a:pt x="225" y="161"/>
                    </a:lnTo>
                    <a:lnTo>
                      <a:pt x="225" y="161"/>
                    </a:lnTo>
                    <a:lnTo>
                      <a:pt x="225" y="161"/>
                    </a:lnTo>
                    <a:lnTo>
                      <a:pt x="225" y="161"/>
                    </a:lnTo>
                    <a:lnTo>
                      <a:pt x="225" y="161"/>
                    </a:lnTo>
                    <a:lnTo>
                      <a:pt x="225" y="161"/>
                    </a:lnTo>
                    <a:lnTo>
                      <a:pt x="225" y="161"/>
                    </a:lnTo>
                    <a:lnTo>
                      <a:pt x="225" y="161"/>
                    </a:lnTo>
                    <a:lnTo>
                      <a:pt x="223" y="161"/>
                    </a:lnTo>
                    <a:lnTo>
                      <a:pt x="223" y="163"/>
                    </a:lnTo>
                    <a:lnTo>
                      <a:pt x="223" y="163"/>
                    </a:lnTo>
                    <a:lnTo>
                      <a:pt x="223" y="163"/>
                    </a:lnTo>
                    <a:lnTo>
                      <a:pt x="220" y="163"/>
                    </a:lnTo>
                    <a:lnTo>
                      <a:pt x="220" y="163"/>
                    </a:lnTo>
                    <a:lnTo>
                      <a:pt x="220" y="163"/>
                    </a:lnTo>
                    <a:lnTo>
                      <a:pt x="220" y="161"/>
                    </a:lnTo>
                    <a:lnTo>
                      <a:pt x="220" y="161"/>
                    </a:lnTo>
                    <a:lnTo>
                      <a:pt x="220" y="161"/>
                    </a:lnTo>
                    <a:lnTo>
                      <a:pt x="220" y="161"/>
                    </a:lnTo>
                    <a:lnTo>
                      <a:pt x="218" y="161"/>
                    </a:lnTo>
                    <a:lnTo>
                      <a:pt x="218" y="161"/>
                    </a:lnTo>
                    <a:lnTo>
                      <a:pt x="218" y="161"/>
                    </a:lnTo>
                    <a:lnTo>
                      <a:pt x="216" y="161"/>
                    </a:lnTo>
                    <a:lnTo>
                      <a:pt x="216" y="161"/>
                    </a:lnTo>
                    <a:lnTo>
                      <a:pt x="213" y="161"/>
                    </a:lnTo>
                    <a:lnTo>
                      <a:pt x="213" y="161"/>
                    </a:lnTo>
                    <a:lnTo>
                      <a:pt x="213" y="161"/>
                    </a:lnTo>
                    <a:lnTo>
                      <a:pt x="213" y="161"/>
                    </a:lnTo>
                    <a:lnTo>
                      <a:pt x="213" y="161"/>
                    </a:lnTo>
                    <a:lnTo>
                      <a:pt x="211" y="161"/>
                    </a:lnTo>
                    <a:lnTo>
                      <a:pt x="211" y="163"/>
                    </a:lnTo>
                    <a:lnTo>
                      <a:pt x="211" y="163"/>
                    </a:lnTo>
                    <a:lnTo>
                      <a:pt x="211" y="163"/>
                    </a:lnTo>
                    <a:lnTo>
                      <a:pt x="211" y="165"/>
                    </a:lnTo>
                    <a:lnTo>
                      <a:pt x="211" y="165"/>
                    </a:lnTo>
                    <a:lnTo>
                      <a:pt x="211" y="168"/>
                    </a:lnTo>
                    <a:lnTo>
                      <a:pt x="211" y="168"/>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143"/>
              <p:cNvSpPr>
                <a:spLocks/>
              </p:cNvSpPr>
              <p:nvPr/>
            </p:nvSpPr>
            <p:spPr bwMode="auto">
              <a:xfrm>
                <a:off x="1581" y="1907"/>
                <a:ext cx="93" cy="107"/>
              </a:xfrm>
              <a:custGeom>
                <a:avLst/>
                <a:gdLst/>
                <a:ahLst/>
                <a:cxnLst>
                  <a:cxn ang="0">
                    <a:pos x="22" y="19"/>
                  </a:cxn>
                  <a:cxn ang="0">
                    <a:pos x="26" y="21"/>
                  </a:cxn>
                  <a:cxn ang="0">
                    <a:pos x="31" y="26"/>
                  </a:cxn>
                  <a:cxn ang="0">
                    <a:pos x="36" y="26"/>
                  </a:cxn>
                  <a:cxn ang="0">
                    <a:pos x="43" y="24"/>
                  </a:cxn>
                  <a:cxn ang="0">
                    <a:pos x="48" y="21"/>
                  </a:cxn>
                  <a:cxn ang="0">
                    <a:pos x="52" y="19"/>
                  </a:cxn>
                  <a:cxn ang="0">
                    <a:pos x="57" y="17"/>
                  </a:cxn>
                  <a:cxn ang="0">
                    <a:pos x="62" y="12"/>
                  </a:cxn>
                  <a:cxn ang="0">
                    <a:pos x="67" y="10"/>
                  </a:cxn>
                  <a:cxn ang="0">
                    <a:pos x="71" y="7"/>
                  </a:cxn>
                  <a:cxn ang="0">
                    <a:pos x="76" y="5"/>
                  </a:cxn>
                  <a:cxn ang="0">
                    <a:pos x="81" y="2"/>
                  </a:cxn>
                  <a:cxn ang="0">
                    <a:pos x="83" y="2"/>
                  </a:cxn>
                  <a:cxn ang="0">
                    <a:pos x="85" y="10"/>
                  </a:cxn>
                  <a:cxn ang="0">
                    <a:pos x="88" y="14"/>
                  </a:cxn>
                  <a:cxn ang="0">
                    <a:pos x="90" y="21"/>
                  </a:cxn>
                  <a:cxn ang="0">
                    <a:pos x="93" y="26"/>
                  </a:cxn>
                  <a:cxn ang="0">
                    <a:pos x="90" y="31"/>
                  </a:cxn>
                  <a:cxn ang="0">
                    <a:pos x="85" y="36"/>
                  </a:cxn>
                  <a:cxn ang="0">
                    <a:pos x="81" y="38"/>
                  </a:cxn>
                  <a:cxn ang="0">
                    <a:pos x="74" y="38"/>
                  </a:cxn>
                  <a:cxn ang="0">
                    <a:pos x="69" y="40"/>
                  </a:cxn>
                  <a:cxn ang="0">
                    <a:pos x="62" y="43"/>
                  </a:cxn>
                  <a:cxn ang="0">
                    <a:pos x="57" y="43"/>
                  </a:cxn>
                  <a:cxn ang="0">
                    <a:pos x="52" y="45"/>
                  </a:cxn>
                  <a:cxn ang="0">
                    <a:pos x="45" y="48"/>
                  </a:cxn>
                  <a:cxn ang="0">
                    <a:pos x="45" y="50"/>
                  </a:cxn>
                  <a:cxn ang="0">
                    <a:pos x="48" y="55"/>
                  </a:cxn>
                  <a:cxn ang="0">
                    <a:pos x="52" y="59"/>
                  </a:cxn>
                  <a:cxn ang="0">
                    <a:pos x="55" y="64"/>
                  </a:cxn>
                  <a:cxn ang="0">
                    <a:pos x="59" y="69"/>
                  </a:cxn>
                  <a:cxn ang="0">
                    <a:pos x="62" y="71"/>
                  </a:cxn>
                  <a:cxn ang="0">
                    <a:pos x="59" y="76"/>
                  </a:cxn>
                  <a:cxn ang="0">
                    <a:pos x="57" y="81"/>
                  </a:cxn>
                  <a:cxn ang="0">
                    <a:pos x="55" y="85"/>
                  </a:cxn>
                  <a:cxn ang="0">
                    <a:pos x="48" y="88"/>
                  </a:cxn>
                  <a:cxn ang="0">
                    <a:pos x="43" y="88"/>
                  </a:cxn>
                  <a:cxn ang="0">
                    <a:pos x="36" y="90"/>
                  </a:cxn>
                  <a:cxn ang="0">
                    <a:pos x="33" y="95"/>
                  </a:cxn>
                  <a:cxn ang="0">
                    <a:pos x="31" y="100"/>
                  </a:cxn>
                  <a:cxn ang="0">
                    <a:pos x="26" y="104"/>
                  </a:cxn>
                  <a:cxn ang="0">
                    <a:pos x="22" y="107"/>
                  </a:cxn>
                  <a:cxn ang="0">
                    <a:pos x="14" y="104"/>
                  </a:cxn>
                  <a:cxn ang="0">
                    <a:pos x="10" y="104"/>
                  </a:cxn>
                  <a:cxn ang="0">
                    <a:pos x="3" y="102"/>
                  </a:cxn>
                  <a:cxn ang="0">
                    <a:pos x="0" y="100"/>
                  </a:cxn>
                  <a:cxn ang="0">
                    <a:pos x="0" y="93"/>
                  </a:cxn>
                  <a:cxn ang="0">
                    <a:pos x="3" y="85"/>
                  </a:cxn>
                  <a:cxn ang="0">
                    <a:pos x="3" y="78"/>
                  </a:cxn>
                  <a:cxn ang="0">
                    <a:pos x="5" y="74"/>
                  </a:cxn>
                  <a:cxn ang="0">
                    <a:pos x="7" y="66"/>
                  </a:cxn>
                  <a:cxn ang="0">
                    <a:pos x="10" y="62"/>
                  </a:cxn>
                  <a:cxn ang="0">
                    <a:pos x="10" y="55"/>
                  </a:cxn>
                  <a:cxn ang="0">
                    <a:pos x="10" y="48"/>
                  </a:cxn>
                  <a:cxn ang="0">
                    <a:pos x="10" y="43"/>
                  </a:cxn>
                  <a:cxn ang="0">
                    <a:pos x="12" y="36"/>
                  </a:cxn>
                  <a:cxn ang="0">
                    <a:pos x="12" y="29"/>
                  </a:cxn>
                  <a:cxn ang="0">
                    <a:pos x="12" y="21"/>
                  </a:cxn>
                  <a:cxn ang="0">
                    <a:pos x="17" y="17"/>
                  </a:cxn>
                </a:cxnLst>
                <a:rect l="0" t="0" r="r" b="b"/>
                <a:pathLst>
                  <a:path w="93" h="107">
                    <a:moveTo>
                      <a:pt x="19" y="17"/>
                    </a:moveTo>
                    <a:lnTo>
                      <a:pt x="19" y="17"/>
                    </a:lnTo>
                    <a:lnTo>
                      <a:pt x="19" y="17"/>
                    </a:lnTo>
                    <a:lnTo>
                      <a:pt x="19" y="17"/>
                    </a:lnTo>
                    <a:lnTo>
                      <a:pt x="22" y="17"/>
                    </a:lnTo>
                    <a:lnTo>
                      <a:pt x="22" y="19"/>
                    </a:lnTo>
                    <a:lnTo>
                      <a:pt x="22" y="19"/>
                    </a:lnTo>
                    <a:lnTo>
                      <a:pt x="22" y="19"/>
                    </a:lnTo>
                    <a:lnTo>
                      <a:pt x="22" y="19"/>
                    </a:lnTo>
                    <a:lnTo>
                      <a:pt x="22" y="21"/>
                    </a:lnTo>
                    <a:lnTo>
                      <a:pt x="24" y="21"/>
                    </a:lnTo>
                    <a:lnTo>
                      <a:pt x="24" y="21"/>
                    </a:lnTo>
                    <a:lnTo>
                      <a:pt x="24" y="21"/>
                    </a:lnTo>
                    <a:lnTo>
                      <a:pt x="26" y="21"/>
                    </a:lnTo>
                    <a:lnTo>
                      <a:pt x="26" y="21"/>
                    </a:lnTo>
                    <a:lnTo>
                      <a:pt x="26" y="21"/>
                    </a:lnTo>
                    <a:lnTo>
                      <a:pt x="26" y="21"/>
                    </a:lnTo>
                    <a:lnTo>
                      <a:pt x="29" y="21"/>
                    </a:lnTo>
                    <a:lnTo>
                      <a:pt x="29" y="24"/>
                    </a:lnTo>
                    <a:lnTo>
                      <a:pt x="29" y="24"/>
                    </a:lnTo>
                    <a:lnTo>
                      <a:pt x="29" y="24"/>
                    </a:lnTo>
                    <a:lnTo>
                      <a:pt x="29" y="24"/>
                    </a:lnTo>
                    <a:lnTo>
                      <a:pt x="29" y="26"/>
                    </a:lnTo>
                    <a:lnTo>
                      <a:pt x="31" y="26"/>
                    </a:lnTo>
                    <a:lnTo>
                      <a:pt x="31" y="26"/>
                    </a:lnTo>
                    <a:lnTo>
                      <a:pt x="33" y="26"/>
                    </a:lnTo>
                    <a:lnTo>
                      <a:pt x="33" y="26"/>
                    </a:lnTo>
                    <a:lnTo>
                      <a:pt x="33" y="26"/>
                    </a:lnTo>
                    <a:lnTo>
                      <a:pt x="33" y="26"/>
                    </a:lnTo>
                    <a:lnTo>
                      <a:pt x="36" y="26"/>
                    </a:lnTo>
                    <a:lnTo>
                      <a:pt x="36" y="26"/>
                    </a:lnTo>
                    <a:lnTo>
                      <a:pt x="36" y="26"/>
                    </a:lnTo>
                    <a:lnTo>
                      <a:pt x="38" y="26"/>
                    </a:lnTo>
                    <a:lnTo>
                      <a:pt x="38" y="26"/>
                    </a:lnTo>
                    <a:lnTo>
                      <a:pt x="41" y="26"/>
                    </a:lnTo>
                    <a:lnTo>
                      <a:pt x="41" y="26"/>
                    </a:lnTo>
                    <a:lnTo>
                      <a:pt x="41" y="26"/>
                    </a:lnTo>
                    <a:lnTo>
                      <a:pt x="41" y="26"/>
                    </a:lnTo>
                    <a:lnTo>
                      <a:pt x="43" y="26"/>
                    </a:lnTo>
                    <a:lnTo>
                      <a:pt x="43" y="24"/>
                    </a:lnTo>
                    <a:lnTo>
                      <a:pt x="43" y="24"/>
                    </a:lnTo>
                    <a:lnTo>
                      <a:pt x="43" y="24"/>
                    </a:lnTo>
                    <a:lnTo>
                      <a:pt x="43" y="24"/>
                    </a:lnTo>
                    <a:lnTo>
                      <a:pt x="45" y="24"/>
                    </a:lnTo>
                    <a:lnTo>
                      <a:pt x="45" y="24"/>
                    </a:lnTo>
                    <a:lnTo>
                      <a:pt x="45" y="21"/>
                    </a:lnTo>
                    <a:lnTo>
                      <a:pt x="48" y="21"/>
                    </a:lnTo>
                    <a:lnTo>
                      <a:pt x="48" y="21"/>
                    </a:lnTo>
                    <a:lnTo>
                      <a:pt x="48" y="21"/>
                    </a:lnTo>
                    <a:lnTo>
                      <a:pt x="48" y="21"/>
                    </a:lnTo>
                    <a:lnTo>
                      <a:pt x="50" y="21"/>
                    </a:lnTo>
                    <a:lnTo>
                      <a:pt x="50" y="21"/>
                    </a:lnTo>
                    <a:lnTo>
                      <a:pt x="50" y="21"/>
                    </a:lnTo>
                    <a:lnTo>
                      <a:pt x="50" y="19"/>
                    </a:lnTo>
                    <a:lnTo>
                      <a:pt x="52" y="19"/>
                    </a:lnTo>
                    <a:lnTo>
                      <a:pt x="52" y="19"/>
                    </a:lnTo>
                    <a:lnTo>
                      <a:pt x="52" y="19"/>
                    </a:lnTo>
                    <a:lnTo>
                      <a:pt x="52" y="19"/>
                    </a:lnTo>
                    <a:lnTo>
                      <a:pt x="55" y="19"/>
                    </a:lnTo>
                    <a:lnTo>
                      <a:pt x="55" y="17"/>
                    </a:lnTo>
                    <a:lnTo>
                      <a:pt x="55" y="17"/>
                    </a:lnTo>
                    <a:lnTo>
                      <a:pt x="55" y="17"/>
                    </a:lnTo>
                    <a:lnTo>
                      <a:pt x="55" y="17"/>
                    </a:lnTo>
                    <a:lnTo>
                      <a:pt x="57" y="17"/>
                    </a:lnTo>
                    <a:lnTo>
                      <a:pt x="57" y="17"/>
                    </a:lnTo>
                    <a:lnTo>
                      <a:pt x="57" y="14"/>
                    </a:lnTo>
                    <a:lnTo>
                      <a:pt x="59" y="14"/>
                    </a:lnTo>
                    <a:lnTo>
                      <a:pt x="59" y="14"/>
                    </a:lnTo>
                    <a:lnTo>
                      <a:pt x="59" y="14"/>
                    </a:lnTo>
                    <a:lnTo>
                      <a:pt x="59" y="14"/>
                    </a:lnTo>
                    <a:lnTo>
                      <a:pt x="62" y="14"/>
                    </a:lnTo>
                    <a:lnTo>
                      <a:pt x="62" y="12"/>
                    </a:lnTo>
                    <a:lnTo>
                      <a:pt x="62" y="12"/>
                    </a:lnTo>
                    <a:lnTo>
                      <a:pt x="62" y="12"/>
                    </a:lnTo>
                    <a:lnTo>
                      <a:pt x="62" y="12"/>
                    </a:lnTo>
                    <a:lnTo>
                      <a:pt x="64" y="12"/>
                    </a:lnTo>
                    <a:lnTo>
                      <a:pt x="64" y="12"/>
                    </a:lnTo>
                    <a:lnTo>
                      <a:pt x="64" y="12"/>
                    </a:lnTo>
                    <a:lnTo>
                      <a:pt x="67" y="12"/>
                    </a:lnTo>
                    <a:lnTo>
                      <a:pt x="67" y="10"/>
                    </a:lnTo>
                    <a:lnTo>
                      <a:pt x="67" y="10"/>
                    </a:lnTo>
                    <a:lnTo>
                      <a:pt x="67" y="10"/>
                    </a:lnTo>
                    <a:lnTo>
                      <a:pt x="67" y="10"/>
                    </a:lnTo>
                    <a:lnTo>
                      <a:pt x="69" y="10"/>
                    </a:lnTo>
                    <a:lnTo>
                      <a:pt x="69" y="10"/>
                    </a:lnTo>
                    <a:lnTo>
                      <a:pt x="69" y="7"/>
                    </a:lnTo>
                    <a:lnTo>
                      <a:pt x="69" y="7"/>
                    </a:lnTo>
                    <a:lnTo>
                      <a:pt x="71" y="7"/>
                    </a:lnTo>
                    <a:lnTo>
                      <a:pt x="71" y="7"/>
                    </a:lnTo>
                    <a:lnTo>
                      <a:pt x="71" y="7"/>
                    </a:lnTo>
                    <a:lnTo>
                      <a:pt x="74" y="7"/>
                    </a:lnTo>
                    <a:lnTo>
                      <a:pt x="74" y="5"/>
                    </a:lnTo>
                    <a:lnTo>
                      <a:pt x="74" y="5"/>
                    </a:lnTo>
                    <a:lnTo>
                      <a:pt x="74" y="5"/>
                    </a:lnTo>
                    <a:lnTo>
                      <a:pt x="74" y="5"/>
                    </a:lnTo>
                    <a:lnTo>
                      <a:pt x="76" y="5"/>
                    </a:lnTo>
                    <a:lnTo>
                      <a:pt x="76" y="5"/>
                    </a:lnTo>
                    <a:lnTo>
                      <a:pt x="76" y="2"/>
                    </a:lnTo>
                    <a:lnTo>
                      <a:pt x="76" y="2"/>
                    </a:lnTo>
                    <a:lnTo>
                      <a:pt x="78" y="2"/>
                    </a:lnTo>
                    <a:lnTo>
                      <a:pt x="78" y="2"/>
                    </a:lnTo>
                    <a:lnTo>
                      <a:pt x="78" y="2"/>
                    </a:lnTo>
                    <a:lnTo>
                      <a:pt x="81" y="2"/>
                    </a:lnTo>
                    <a:lnTo>
                      <a:pt x="81" y="2"/>
                    </a:lnTo>
                    <a:lnTo>
                      <a:pt x="81" y="2"/>
                    </a:lnTo>
                    <a:lnTo>
                      <a:pt x="81" y="0"/>
                    </a:lnTo>
                    <a:lnTo>
                      <a:pt x="81" y="0"/>
                    </a:lnTo>
                    <a:lnTo>
                      <a:pt x="83" y="0"/>
                    </a:lnTo>
                    <a:lnTo>
                      <a:pt x="83" y="2"/>
                    </a:lnTo>
                    <a:lnTo>
                      <a:pt x="83" y="2"/>
                    </a:lnTo>
                    <a:lnTo>
                      <a:pt x="83" y="2"/>
                    </a:lnTo>
                    <a:lnTo>
                      <a:pt x="83" y="2"/>
                    </a:lnTo>
                    <a:lnTo>
                      <a:pt x="83" y="5"/>
                    </a:lnTo>
                    <a:lnTo>
                      <a:pt x="83" y="5"/>
                    </a:lnTo>
                    <a:lnTo>
                      <a:pt x="85" y="5"/>
                    </a:lnTo>
                    <a:lnTo>
                      <a:pt x="85" y="7"/>
                    </a:lnTo>
                    <a:lnTo>
                      <a:pt x="85" y="7"/>
                    </a:lnTo>
                    <a:lnTo>
                      <a:pt x="85" y="7"/>
                    </a:lnTo>
                    <a:lnTo>
                      <a:pt x="85" y="10"/>
                    </a:lnTo>
                    <a:lnTo>
                      <a:pt x="85" y="10"/>
                    </a:lnTo>
                    <a:lnTo>
                      <a:pt x="85" y="10"/>
                    </a:lnTo>
                    <a:lnTo>
                      <a:pt x="85" y="12"/>
                    </a:lnTo>
                    <a:lnTo>
                      <a:pt x="85" y="12"/>
                    </a:lnTo>
                    <a:lnTo>
                      <a:pt x="85" y="12"/>
                    </a:lnTo>
                    <a:lnTo>
                      <a:pt x="88" y="12"/>
                    </a:lnTo>
                    <a:lnTo>
                      <a:pt x="88" y="14"/>
                    </a:lnTo>
                    <a:lnTo>
                      <a:pt x="88" y="14"/>
                    </a:lnTo>
                    <a:lnTo>
                      <a:pt x="88" y="14"/>
                    </a:lnTo>
                    <a:lnTo>
                      <a:pt x="88" y="17"/>
                    </a:lnTo>
                    <a:lnTo>
                      <a:pt x="88" y="17"/>
                    </a:lnTo>
                    <a:lnTo>
                      <a:pt x="88" y="17"/>
                    </a:lnTo>
                    <a:lnTo>
                      <a:pt x="88" y="19"/>
                    </a:lnTo>
                    <a:lnTo>
                      <a:pt x="88" y="19"/>
                    </a:lnTo>
                    <a:lnTo>
                      <a:pt x="90" y="19"/>
                    </a:lnTo>
                    <a:lnTo>
                      <a:pt x="90" y="21"/>
                    </a:lnTo>
                    <a:lnTo>
                      <a:pt x="90" y="21"/>
                    </a:lnTo>
                    <a:lnTo>
                      <a:pt x="90" y="21"/>
                    </a:lnTo>
                    <a:lnTo>
                      <a:pt x="90" y="21"/>
                    </a:lnTo>
                    <a:lnTo>
                      <a:pt x="90" y="24"/>
                    </a:lnTo>
                    <a:lnTo>
                      <a:pt x="90" y="24"/>
                    </a:lnTo>
                    <a:lnTo>
                      <a:pt x="93" y="24"/>
                    </a:lnTo>
                    <a:lnTo>
                      <a:pt x="93" y="26"/>
                    </a:lnTo>
                    <a:lnTo>
                      <a:pt x="93" y="26"/>
                    </a:lnTo>
                    <a:lnTo>
                      <a:pt x="93" y="26"/>
                    </a:lnTo>
                    <a:lnTo>
                      <a:pt x="93" y="29"/>
                    </a:lnTo>
                    <a:lnTo>
                      <a:pt x="93" y="29"/>
                    </a:lnTo>
                    <a:lnTo>
                      <a:pt x="93" y="31"/>
                    </a:lnTo>
                    <a:lnTo>
                      <a:pt x="93" y="31"/>
                    </a:lnTo>
                    <a:lnTo>
                      <a:pt x="93" y="31"/>
                    </a:lnTo>
                    <a:lnTo>
                      <a:pt x="90" y="31"/>
                    </a:lnTo>
                    <a:lnTo>
                      <a:pt x="90" y="31"/>
                    </a:lnTo>
                    <a:lnTo>
                      <a:pt x="90" y="31"/>
                    </a:lnTo>
                    <a:lnTo>
                      <a:pt x="90" y="33"/>
                    </a:lnTo>
                    <a:lnTo>
                      <a:pt x="88" y="33"/>
                    </a:lnTo>
                    <a:lnTo>
                      <a:pt x="88" y="33"/>
                    </a:lnTo>
                    <a:lnTo>
                      <a:pt x="88" y="33"/>
                    </a:lnTo>
                    <a:lnTo>
                      <a:pt x="88" y="33"/>
                    </a:lnTo>
                    <a:lnTo>
                      <a:pt x="88" y="36"/>
                    </a:lnTo>
                    <a:lnTo>
                      <a:pt x="85" y="36"/>
                    </a:lnTo>
                    <a:lnTo>
                      <a:pt x="85" y="36"/>
                    </a:lnTo>
                    <a:lnTo>
                      <a:pt x="85" y="36"/>
                    </a:lnTo>
                    <a:lnTo>
                      <a:pt x="85" y="36"/>
                    </a:lnTo>
                    <a:lnTo>
                      <a:pt x="83" y="36"/>
                    </a:lnTo>
                    <a:lnTo>
                      <a:pt x="83" y="36"/>
                    </a:lnTo>
                    <a:lnTo>
                      <a:pt x="81" y="36"/>
                    </a:lnTo>
                    <a:lnTo>
                      <a:pt x="81" y="36"/>
                    </a:lnTo>
                    <a:lnTo>
                      <a:pt x="81" y="38"/>
                    </a:lnTo>
                    <a:lnTo>
                      <a:pt x="81" y="38"/>
                    </a:lnTo>
                    <a:lnTo>
                      <a:pt x="78" y="38"/>
                    </a:lnTo>
                    <a:lnTo>
                      <a:pt x="78" y="38"/>
                    </a:lnTo>
                    <a:lnTo>
                      <a:pt x="76" y="38"/>
                    </a:lnTo>
                    <a:lnTo>
                      <a:pt x="76" y="38"/>
                    </a:lnTo>
                    <a:lnTo>
                      <a:pt x="76" y="38"/>
                    </a:lnTo>
                    <a:lnTo>
                      <a:pt x="76" y="38"/>
                    </a:lnTo>
                    <a:lnTo>
                      <a:pt x="74" y="38"/>
                    </a:lnTo>
                    <a:lnTo>
                      <a:pt x="74" y="38"/>
                    </a:lnTo>
                    <a:lnTo>
                      <a:pt x="74" y="40"/>
                    </a:lnTo>
                    <a:lnTo>
                      <a:pt x="74" y="40"/>
                    </a:lnTo>
                    <a:lnTo>
                      <a:pt x="71" y="40"/>
                    </a:lnTo>
                    <a:lnTo>
                      <a:pt x="71" y="40"/>
                    </a:lnTo>
                    <a:lnTo>
                      <a:pt x="71" y="40"/>
                    </a:lnTo>
                    <a:lnTo>
                      <a:pt x="69" y="40"/>
                    </a:lnTo>
                    <a:lnTo>
                      <a:pt x="69" y="40"/>
                    </a:lnTo>
                    <a:lnTo>
                      <a:pt x="69" y="40"/>
                    </a:lnTo>
                    <a:lnTo>
                      <a:pt x="67" y="40"/>
                    </a:lnTo>
                    <a:lnTo>
                      <a:pt x="67" y="40"/>
                    </a:lnTo>
                    <a:lnTo>
                      <a:pt x="67" y="40"/>
                    </a:lnTo>
                    <a:lnTo>
                      <a:pt x="67" y="40"/>
                    </a:lnTo>
                    <a:lnTo>
                      <a:pt x="64" y="40"/>
                    </a:lnTo>
                    <a:lnTo>
                      <a:pt x="64" y="40"/>
                    </a:lnTo>
                    <a:lnTo>
                      <a:pt x="64" y="43"/>
                    </a:lnTo>
                    <a:lnTo>
                      <a:pt x="62" y="43"/>
                    </a:lnTo>
                    <a:lnTo>
                      <a:pt x="62" y="43"/>
                    </a:lnTo>
                    <a:lnTo>
                      <a:pt x="62" y="43"/>
                    </a:lnTo>
                    <a:lnTo>
                      <a:pt x="59" y="43"/>
                    </a:lnTo>
                    <a:lnTo>
                      <a:pt x="59" y="43"/>
                    </a:lnTo>
                    <a:lnTo>
                      <a:pt x="59" y="43"/>
                    </a:lnTo>
                    <a:lnTo>
                      <a:pt x="59" y="43"/>
                    </a:lnTo>
                    <a:lnTo>
                      <a:pt x="57" y="43"/>
                    </a:lnTo>
                    <a:lnTo>
                      <a:pt x="57" y="43"/>
                    </a:lnTo>
                    <a:lnTo>
                      <a:pt x="57" y="45"/>
                    </a:lnTo>
                    <a:lnTo>
                      <a:pt x="55" y="45"/>
                    </a:lnTo>
                    <a:lnTo>
                      <a:pt x="55" y="45"/>
                    </a:lnTo>
                    <a:lnTo>
                      <a:pt x="55" y="45"/>
                    </a:lnTo>
                    <a:lnTo>
                      <a:pt x="52" y="45"/>
                    </a:lnTo>
                    <a:lnTo>
                      <a:pt x="52" y="45"/>
                    </a:lnTo>
                    <a:lnTo>
                      <a:pt x="52" y="45"/>
                    </a:lnTo>
                    <a:lnTo>
                      <a:pt x="52" y="45"/>
                    </a:lnTo>
                    <a:lnTo>
                      <a:pt x="50" y="45"/>
                    </a:lnTo>
                    <a:lnTo>
                      <a:pt x="50" y="45"/>
                    </a:lnTo>
                    <a:lnTo>
                      <a:pt x="50" y="48"/>
                    </a:lnTo>
                    <a:lnTo>
                      <a:pt x="48" y="48"/>
                    </a:lnTo>
                    <a:lnTo>
                      <a:pt x="48" y="48"/>
                    </a:lnTo>
                    <a:lnTo>
                      <a:pt x="48" y="48"/>
                    </a:lnTo>
                    <a:lnTo>
                      <a:pt x="45" y="48"/>
                    </a:lnTo>
                    <a:lnTo>
                      <a:pt x="45" y="48"/>
                    </a:lnTo>
                    <a:lnTo>
                      <a:pt x="45" y="48"/>
                    </a:lnTo>
                    <a:lnTo>
                      <a:pt x="43" y="48"/>
                    </a:lnTo>
                    <a:lnTo>
                      <a:pt x="43" y="48"/>
                    </a:lnTo>
                    <a:lnTo>
                      <a:pt x="43" y="50"/>
                    </a:lnTo>
                    <a:lnTo>
                      <a:pt x="43" y="50"/>
                    </a:lnTo>
                    <a:lnTo>
                      <a:pt x="43" y="50"/>
                    </a:lnTo>
                    <a:lnTo>
                      <a:pt x="45" y="50"/>
                    </a:lnTo>
                    <a:lnTo>
                      <a:pt x="45" y="50"/>
                    </a:lnTo>
                    <a:lnTo>
                      <a:pt x="45" y="50"/>
                    </a:lnTo>
                    <a:lnTo>
                      <a:pt x="45" y="52"/>
                    </a:lnTo>
                    <a:lnTo>
                      <a:pt x="48" y="52"/>
                    </a:lnTo>
                    <a:lnTo>
                      <a:pt x="48" y="52"/>
                    </a:lnTo>
                    <a:lnTo>
                      <a:pt x="48" y="52"/>
                    </a:lnTo>
                    <a:lnTo>
                      <a:pt x="48" y="55"/>
                    </a:lnTo>
                    <a:lnTo>
                      <a:pt x="48" y="55"/>
                    </a:lnTo>
                    <a:lnTo>
                      <a:pt x="48" y="55"/>
                    </a:lnTo>
                    <a:lnTo>
                      <a:pt x="50" y="55"/>
                    </a:lnTo>
                    <a:lnTo>
                      <a:pt x="50" y="57"/>
                    </a:lnTo>
                    <a:lnTo>
                      <a:pt x="50" y="57"/>
                    </a:lnTo>
                    <a:lnTo>
                      <a:pt x="50" y="57"/>
                    </a:lnTo>
                    <a:lnTo>
                      <a:pt x="52" y="57"/>
                    </a:lnTo>
                    <a:lnTo>
                      <a:pt x="52" y="59"/>
                    </a:lnTo>
                    <a:lnTo>
                      <a:pt x="52" y="59"/>
                    </a:lnTo>
                    <a:lnTo>
                      <a:pt x="52" y="59"/>
                    </a:lnTo>
                    <a:lnTo>
                      <a:pt x="52" y="59"/>
                    </a:lnTo>
                    <a:lnTo>
                      <a:pt x="52" y="62"/>
                    </a:lnTo>
                    <a:lnTo>
                      <a:pt x="55" y="62"/>
                    </a:lnTo>
                    <a:lnTo>
                      <a:pt x="55" y="62"/>
                    </a:lnTo>
                    <a:lnTo>
                      <a:pt x="55" y="62"/>
                    </a:lnTo>
                    <a:lnTo>
                      <a:pt x="55" y="62"/>
                    </a:lnTo>
                    <a:lnTo>
                      <a:pt x="55" y="62"/>
                    </a:lnTo>
                    <a:lnTo>
                      <a:pt x="55" y="64"/>
                    </a:lnTo>
                    <a:lnTo>
                      <a:pt x="57" y="64"/>
                    </a:lnTo>
                    <a:lnTo>
                      <a:pt x="57" y="64"/>
                    </a:lnTo>
                    <a:lnTo>
                      <a:pt x="57" y="64"/>
                    </a:lnTo>
                    <a:lnTo>
                      <a:pt x="57" y="66"/>
                    </a:lnTo>
                    <a:lnTo>
                      <a:pt x="59" y="66"/>
                    </a:lnTo>
                    <a:lnTo>
                      <a:pt x="59" y="66"/>
                    </a:lnTo>
                    <a:lnTo>
                      <a:pt x="59" y="66"/>
                    </a:lnTo>
                    <a:lnTo>
                      <a:pt x="59" y="69"/>
                    </a:lnTo>
                    <a:lnTo>
                      <a:pt x="59" y="69"/>
                    </a:lnTo>
                    <a:lnTo>
                      <a:pt x="59" y="69"/>
                    </a:lnTo>
                    <a:lnTo>
                      <a:pt x="62" y="69"/>
                    </a:lnTo>
                    <a:lnTo>
                      <a:pt x="62" y="71"/>
                    </a:lnTo>
                    <a:lnTo>
                      <a:pt x="62" y="71"/>
                    </a:lnTo>
                    <a:lnTo>
                      <a:pt x="62" y="71"/>
                    </a:lnTo>
                    <a:lnTo>
                      <a:pt x="62" y="71"/>
                    </a:lnTo>
                    <a:lnTo>
                      <a:pt x="62" y="71"/>
                    </a:lnTo>
                    <a:lnTo>
                      <a:pt x="64" y="71"/>
                    </a:lnTo>
                    <a:lnTo>
                      <a:pt x="64" y="74"/>
                    </a:lnTo>
                    <a:lnTo>
                      <a:pt x="64" y="74"/>
                    </a:lnTo>
                    <a:lnTo>
                      <a:pt x="62" y="74"/>
                    </a:lnTo>
                    <a:lnTo>
                      <a:pt x="62" y="74"/>
                    </a:lnTo>
                    <a:lnTo>
                      <a:pt x="62" y="76"/>
                    </a:lnTo>
                    <a:lnTo>
                      <a:pt x="62" y="76"/>
                    </a:lnTo>
                    <a:lnTo>
                      <a:pt x="59" y="76"/>
                    </a:lnTo>
                    <a:lnTo>
                      <a:pt x="59" y="76"/>
                    </a:lnTo>
                    <a:lnTo>
                      <a:pt x="59" y="76"/>
                    </a:lnTo>
                    <a:lnTo>
                      <a:pt x="59" y="76"/>
                    </a:lnTo>
                    <a:lnTo>
                      <a:pt x="59" y="78"/>
                    </a:lnTo>
                    <a:lnTo>
                      <a:pt x="57" y="78"/>
                    </a:lnTo>
                    <a:lnTo>
                      <a:pt x="57" y="78"/>
                    </a:lnTo>
                    <a:lnTo>
                      <a:pt x="57" y="78"/>
                    </a:lnTo>
                    <a:lnTo>
                      <a:pt x="57" y="81"/>
                    </a:lnTo>
                    <a:lnTo>
                      <a:pt x="57" y="81"/>
                    </a:lnTo>
                    <a:lnTo>
                      <a:pt x="55" y="81"/>
                    </a:lnTo>
                    <a:lnTo>
                      <a:pt x="55" y="81"/>
                    </a:lnTo>
                    <a:lnTo>
                      <a:pt x="55" y="83"/>
                    </a:lnTo>
                    <a:lnTo>
                      <a:pt x="55" y="83"/>
                    </a:lnTo>
                    <a:lnTo>
                      <a:pt x="55" y="83"/>
                    </a:lnTo>
                    <a:lnTo>
                      <a:pt x="55" y="85"/>
                    </a:lnTo>
                    <a:lnTo>
                      <a:pt x="55" y="85"/>
                    </a:lnTo>
                    <a:lnTo>
                      <a:pt x="55" y="85"/>
                    </a:lnTo>
                    <a:lnTo>
                      <a:pt x="52" y="85"/>
                    </a:lnTo>
                    <a:lnTo>
                      <a:pt x="52" y="85"/>
                    </a:lnTo>
                    <a:lnTo>
                      <a:pt x="52" y="85"/>
                    </a:lnTo>
                    <a:lnTo>
                      <a:pt x="52" y="88"/>
                    </a:lnTo>
                    <a:lnTo>
                      <a:pt x="50" y="88"/>
                    </a:lnTo>
                    <a:lnTo>
                      <a:pt x="50" y="88"/>
                    </a:lnTo>
                    <a:lnTo>
                      <a:pt x="48" y="88"/>
                    </a:lnTo>
                    <a:lnTo>
                      <a:pt x="48" y="88"/>
                    </a:lnTo>
                    <a:lnTo>
                      <a:pt x="48" y="88"/>
                    </a:lnTo>
                    <a:lnTo>
                      <a:pt x="48" y="88"/>
                    </a:lnTo>
                    <a:lnTo>
                      <a:pt x="45" y="88"/>
                    </a:lnTo>
                    <a:lnTo>
                      <a:pt x="45" y="88"/>
                    </a:lnTo>
                    <a:lnTo>
                      <a:pt x="43" y="88"/>
                    </a:lnTo>
                    <a:lnTo>
                      <a:pt x="43" y="88"/>
                    </a:lnTo>
                    <a:lnTo>
                      <a:pt x="43" y="88"/>
                    </a:lnTo>
                    <a:lnTo>
                      <a:pt x="41" y="88"/>
                    </a:lnTo>
                    <a:lnTo>
                      <a:pt x="41" y="90"/>
                    </a:lnTo>
                    <a:lnTo>
                      <a:pt x="41" y="90"/>
                    </a:lnTo>
                    <a:lnTo>
                      <a:pt x="41" y="90"/>
                    </a:lnTo>
                    <a:lnTo>
                      <a:pt x="38" y="90"/>
                    </a:lnTo>
                    <a:lnTo>
                      <a:pt x="38" y="90"/>
                    </a:lnTo>
                    <a:lnTo>
                      <a:pt x="38" y="90"/>
                    </a:lnTo>
                    <a:lnTo>
                      <a:pt x="36" y="90"/>
                    </a:lnTo>
                    <a:lnTo>
                      <a:pt x="36" y="90"/>
                    </a:lnTo>
                    <a:lnTo>
                      <a:pt x="36" y="90"/>
                    </a:lnTo>
                    <a:lnTo>
                      <a:pt x="36" y="93"/>
                    </a:lnTo>
                    <a:lnTo>
                      <a:pt x="36" y="93"/>
                    </a:lnTo>
                    <a:lnTo>
                      <a:pt x="36" y="93"/>
                    </a:lnTo>
                    <a:lnTo>
                      <a:pt x="36" y="95"/>
                    </a:lnTo>
                    <a:lnTo>
                      <a:pt x="33" y="95"/>
                    </a:lnTo>
                    <a:lnTo>
                      <a:pt x="33" y="95"/>
                    </a:lnTo>
                    <a:lnTo>
                      <a:pt x="33" y="97"/>
                    </a:lnTo>
                    <a:lnTo>
                      <a:pt x="33" y="97"/>
                    </a:lnTo>
                    <a:lnTo>
                      <a:pt x="33" y="97"/>
                    </a:lnTo>
                    <a:lnTo>
                      <a:pt x="33" y="97"/>
                    </a:lnTo>
                    <a:lnTo>
                      <a:pt x="33" y="100"/>
                    </a:lnTo>
                    <a:lnTo>
                      <a:pt x="31" y="100"/>
                    </a:lnTo>
                    <a:lnTo>
                      <a:pt x="31" y="100"/>
                    </a:lnTo>
                    <a:lnTo>
                      <a:pt x="31" y="100"/>
                    </a:lnTo>
                    <a:lnTo>
                      <a:pt x="31" y="100"/>
                    </a:lnTo>
                    <a:lnTo>
                      <a:pt x="29" y="100"/>
                    </a:lnTo>
                    <a:lnTo>
                      <a:pt x="29" y="102"/>
                    </a:lnTo>
                    <a:lnTo>
                      <a:pt x="29" y="102"/>
                    </a:lnTo>
                    <a:lnTo>
                      <a:pt x="29" y="102"/>
                    </a:lnTo>
                    <a:lnTo>
                      <a:pt x="29" y="102"/>
                    </a:lnTo>
                    <a:lnTo>
                      <a:pt x="26" y="102"/>
                    </a:lnTo>
                    <a:lnTo>
                      <a:pt x="26" y="104"/>
                    </a:lnTo>
                    <a:lnTo>
                      <a:pt x="26" y="104"/>
                    </a:lnTo>
                    <a:lnTo>
                      <a:pt x="26" y="104"/>
                    </a:lnTo>
                    <a:lnTo>
                      <a:pt x="26" y="104"/>
                    </a:lnTo>
                    <a:lnTo>
                      <a:pt x="24" y="104"/>
                    </a:lnTo>
                    <a:lnTo>
                      <a:pt x="24" y="107"/>
                    </a:lnTo>
                    <a:lnTo>
                      <a:pt x="24" y="107"/>
                    </a:lnTo>
                    <a:lnTo>
                      <a:pt x="22" y="107"/>
                    </a:lnTo>
                    <a:lnTo>
                      <a:pt x="22" y="107"/>
                    </a:lnTo>
                    <a:lnTo>
                      <a:pt x="22" y="107"/>
                    </a:lnTo>
                    <a:lnTo>
                      <a:pt x="19" y="107"/>
                    </a:lnTo>
                    <a:lnTo>
                      <a:pt x="19" y="107"/>
                    </a:lnTo>
                    <a:lnTo>
                      <a:pt x="19" y="107"/>
                    </a:lnTo>
                    <a:lnTo>
                      <a:pt x="17" y="107"/>
                    </a:lnTo>
                    <a:lnTo>
                      <a:pt x="17" y="104"/>
                    </a:lnTo>
                    <a:lnTo>
                      <a:pt x="17" y="104"/>
                    </a:lnTo>
                    <a:lnTo>
                      <a:pt x="14" y="104"/>
                    </a:lnTo>
                    <a:lnTo>
                      <a:pt x="14" y="104"/>
                    </a:lnTo>
                    <a:lnTo>
                      <a:pt x="14" y="104"/>
                    </a:lnTo>
                    <a:lnTo>
                      <a:pt x="12" y="104"/>
                    </a:lnTo>
                    <a:lnTo>
                      <a:pt x="12" y="104"/>
                    </a:lnTo>
                    <a:lnTo>
                      <a:pt x="12" y="104"/>
                    </a:lnTo>
                    <a:lnTo>
                      <a:pt x="10" y="104"/>
                    </a:lnTo>
                    <a:lnTo>
                      <a:pt x="10" y="104"/>
                    </a:lnTo>
                    <a:lnTo>
                      <a:pt x="10" y="104"/>
                    </a:lnTo>
                    <a:lnTo>
                      <a:pt x="7" y="104"/>
                    </a:lnTo>
                    <a:lnTo>
                      <a:pt x="7" y="104"/>
                    </a:lnTo>
                    <a:lnTo>
                      <a:pt x="7" y="104"/>
                    </a:lnTo>
                    <a:lnTo>
                      <a:pt x="5" y="104"/>
                    </a:lnTo>
                    <a:lnTo>
                      <a:pt x="5" y="102"/>
                    </a:lnTo>
                    <a:lnTo>
                      <a:pt x="5" y="102"/>
                    </a:lnTo>
                    <a:lnTo>
                      <a:pt x="3" y="102"/>
                    </a:lnTo>
                    <a:lnTo>
                      <a:pt x="3" y="102"/>
                    </a:lnTo>
                    <a:lnTo>
                      <a:pt x="3" y="102"/>
                    </a:lnTo>
                    <a:lnTo>
                      <a:pt x="0" y="102"/>
                    </a:lnTo>
                    <a:lnTo>
                      <a:pt x="0" y="102"/>
                    </a:lnTo>
                    <a:lnTo>
                      <a:pt x="0" y="102"/>
                    </a:lnTo>
                    <a:lnTo>
                      <a:pt x="0" y="102"/>
                    </a:lnTo>
                    <a:lnTo>
                      <a:pt x="0" y="100"/>
                    </a:lnTo>
                    <a:lnTo>
                      <a:pt x="0" y="100"/>
                    </a:lnTo>
                    <a:lnTo>
                      <a:pt x="0" y="100"/>
                    </a:lnTo>
                    <a:lnTo>
                      <a:pt x="0" y="97"/>
                    </a:lnTo>
                    <a:lnTo>
                      <a:pt x="0" y="97"/>
                    </a:lnTo>
                    <a:lnTo>
                      <a:pt x="0" y="97"/>
                    </a:lnTo>
                    <a:lnTo>
                      <a:pt x="0" y="97"/>
                    </a:lnTo>
                    <a:lnTo>
                      <a:pt x="0" y="95"/>
                    </a:lnTo>
                    <a:lnTo>
                      <a:pt x="0" y="95"/>
                    </a:lnTo>
                    <a:lnTo>
                      <a:pt x="0" y="93"/>
                    </a:lnTo>
                    <a:lnTo>
                      <a:pt x="0" y="93"/>
                    </a:lnTo>
                    <a:lnTo>
                      <a:pt x="0" y="90"/>
                    </a:lnTo>
                    <a:lnTo>
                      <a:pt x="0" y="90"/>
                    </a:lnTo>
                    <a:lnTo>
                      <a:pt x="3" y="90"/>
                    </a:lnTo>
                    <a:lnTo>
                      <a:pt x="3" y="90"/>
                    </a:lnTo>
                    <a:lnTo>
                      <a:pt x="3" y="88"/>
                    </a:lnTo>
                    <a:lnTo>
                      <a:pt x="3" y="88"/>
                    </a:lnTo>
                    <a:lnTo>
                      <a:pt x="3" y="85"/>
                    </a:lnTo>
                    <a:lnTo>
                      <a:pt x="3" y="85"/>
                    </a:lnTo>
                    <a:lnTo>
                      <a:pt x="3" y="85"/>
                    </a:lnTo>
                    <a:lnTo>
                      <a:pt x="3" y="83"/>
                    </a:lnTo>
                    <a:lnTo>
                      <a:pt x="3" y="83"/>
                    </a:lnTo>
                    <a:lnTo>
                      <a:pt x="3" y="83"/>
                    </a:lnTo>
                    <a:lnTo>
                      <a:pt x="3" y="81"/>
                    </a:lnTo>
                    <a:lnTo>
                      <a:pt x="3" y="81"/>
                    </a:lnTo>
                    <a:lnTo>
                      <a:pt x="3" y="81"/>
                    </a:lnTo>
                    <a:lnTo>
                      <a:pt x="3" y="78"/>
                    </a:lnTo>
                    <a:lnTo>
                      <a:pt x="3" y="78"/>
                    </a:lnTo>
                    <a:lnTo>
                      <a:pt x="5" y="78"/>
                    </a:lnTo>
                    <a:lnTo>
                      <a:pt x="5" y="76"/>
                    </a:lnTo>
                    <a:lnTo>
                      <a:pt x="3" y="76"/>
                    </a:lnTo>
                    <a:lnTo>
                      <a:pt x="3" y="76"/>
                    </a:lnTo>
                    <a:lnTo>
                      <a:pt x="3" y="74"/>
                    </a:lnTo>
                    <a:lnTo>
                      <a:pt x="3" y="74"/>
                    </a:lnTo>
                    <a:lnTo>
                      <a:pt x="5" y="74"/>
                    </a:lnTo>
                    <a:lnTo>
                      <a:pt x="5" y="71"/>
                    </a:lnTo>
                    <a:lnTo>
                      <a:pt x="5" y="71"/>
                    </a:lnTo>
                    <a:lnTo>
                      <a:pt x="5" y="71"/>
                    </a:lnTo>
                    <a:lnTo>
                      <a:pt x="5" y="71"/>
                    </a:lnTo>
                    <a:lnTo>
                      <a:pt x="5" y="69"/>
                    </a:lnTo>
                    <a:lnTo>
                      <a:pt x="5" y="69"/>
                    </a:lnTo>
                    <a:lnTo>
                      <a:pt x="7" y="69"/>
                    </a:lnTo>
                    <a:lnTo>
                      <a:pt x="7" y="66"/>
                    </a:lnTo>
                    <a:lnTo>
                      <a:pt x="7" y="66"/>
                    </a:lnTo>
                    <a:lnTo>
                      <a:pt x="7" y="66"/>
                    </a:lnTo>
                    <a:lnTo>
                      <a:pt x="7" y="64"/>
                    </a:lnTo>
                    <a:lnTo>
                      <a:pt x="7" y="64"/>
                    </a:lnTo>
                    <a:lnTo>
                      <a:pt x="7" y="62"/>
                    </a:lnTo>
                    <a:lnTo>
                      <a:pt x="7" y="62"/>
                    </a:lnTo>
                    <a:lnTo>
                      <a:pt x="10" y="62"/>
                    </a:lnTo>
                    <a:lnTo>
                      <a:pt x="10" y="62"/>
                    </a:lnTo>
                    <a:lnTo>
                      <a:pt x="10" y="62"/>
                    </a:lnTo>
                    <a:lnTo>
                      <a:pt x="10" y="59"/>
                    </a:lnTo>
                    <a:lnTo>
                      <a:pt x="10" y="59"/>
                    </a:lnTo>
                    <a:lnTo>
                      <a:pt x="10" y="59"/>
                    </a:lnTo>
                    <a:lnTo>
                      <a:pt x="10" y="57"/>
                    </a:lnTo>
                    <a:lnTo>
                      <a:pt x="10" y="57"/>
                    </a:lnTo>
                    <a:lnTo>
                      <a:pt x="10" y="55"/>
                    </a:lnTo>
                    <a:lnTo>
                      <a:pt x="10" y="55"/>
                    </a:lnTo>
                    <a:lnTo>
                      <a:pt x="10" y="55"/>
                    </a:lnTo>
                    <a:lnTo>
                      <a:pt x="10" y="52"/>
                    </a:lnTo>
                    <a:lnTo>
                      <a:pt x="10" y="52"/>
                    </a:lnTo>
                    <a:lnTo>
                      <a:pt x="10" y="50"/>
                    </a:lnTo>
                    <a:lnTo>
                      <a:pt x="10" y="50"/>
                    </a:lnTo>
                    <a:lnTo>
                      <a:pt x="10" y="50"/>
                    </a:lnTo>
                    <a:lnTo>
                      <a:pt x="10" y="48"/>
                    </a:lnTo>
                    <a:lnTo>
                      <a:pt x="10" y="48"/>
                    </a:lnTo>
                    <a:lnTo>
                      <a:pt x="10" y="48"/>
                    </a:lnTo>
                    <a:lnTo>
                      <a:pt x="10" y="45"/>
                    </a:lnTo>
                    <a:lnTo>
                      <a:pt x="10" y="45"/>
                    </a:lnTo>
                    <a:lnTo>
                      <a:pt x="10" y="45"/>
                    </a:lnTo>
                    <a:lnTo>
                      <a:pt x="10" y="45"/>
                    </a:lnTo>
                    <a:lnTo>
                      <a:pt x="10" y="43"/>
                    </a:lnTo>
                    <a:lnTo>
                      <a:pt x="10" y="43"/>
                    </a:lnTo>
                    <a:lnTo>
                      <a:pt x="10" y="43"/>
                    </a:lnTo>
                    <a:lnTo>
                      <a:pt x="10" y="40"/>
                    </a:lnTo>
                    <a:lnTo>
                      <a:pt x="12" y="40"/>
                    </a:lnTo>
                    <a:lnTo>
                      <a:pt x="12" y="40"/>
                    </a:lnTo>
                    <a:lnTo>
                      <a:pt x="12" y="40"/>
                    </a:lnTo>
                    <a:lnTo>
                      <a:pt x="12" y="38"/>
                    </a:lnTo>
                    <a:lnTo>
                      <a:pt x="12" y="38"/>
                    </a:lnTo>
                    <a:lnTo>
                      <a:pt x="12" y="36"/>
                    </a:lnTo>
                    <a:lnTo>
                      <a:pt x="12" y="36"/>
                    </a:lnTo>
                    <a:lnTo>
                      <a:pt x="12" y="33"/>
                    </a:lnTo>
                    <a:lnTo>
                      <a:pt x="12" y="33"/>
                    </a:lnTo>
                    <a:lnTo>
                      <a:pt x="12" y="31"/>
                    </a:lnTo>
                    <a:lnTo>
                      <a:pt x="12" y="31"/>
                    </a:lnTo>
                    <a:lnTo>
                      <a:pt x="12" y="31"/>
                    </a:lnTo>
                    <a:lnTo>
                      <a:pt x="12" y="31"/>
                    </a:lnTo>
                    <a:lnTo>
                      <a:pt x="12" y="29"/>
                    </a:lnTo>
                    <a:lnTo>
                      <a:pt x="12" y="29"/>
                    </a:lnTo>
                    <a:lnTo>
                      <a:pt x="12" y="26"/>
                    </a:lnTo>
                    <a:lnTo>
                      <a:pt x="12" y="26"/>
                    </a:lnTo>
                    <a:lnTo>
                      <a:pt x="12" y="26"/>
                    </a:lnTo>
                    <a:lnTo>
                      <a:pt x="12" y="24"/>
                    </a:lnTo>
                    <a:lnTo>
                      <a:pt x="12" y="24"/>
                    </a:lnTo>
                    <a:lnTo>
                      <a:pt x="12" y="24"/>
                    </a:lnTo>
                    <a:lnTo>
                      <a:pt x="12" y="21"/>
                    </a:lnTo>
                    <a:lnTo>
                      <a:pt x="12" y="21"/>
                    </a:lnTo>
                    <a:lnTo>
                      <a:pt x="12" y="21"/>
                    </a:lnTo>
                    <a:lnTo>
                      <a:pt x="12" y="19"/>
                    </a:lnTo>
                    <a:lnTo>
                      <a:pt x="12" y="19"/>
                    </a:lnTo>
                    <a:lnTo>
                      <a:pt x="14" y="19"/>
                    </a:lnTo>
                    <a:lnTo>
                      <a:pt x="14" y="19"/>
                    </a:lnTo>
                    <a:lnTo>
                      <a:pt x="14" y="17"/>
                    </a:lnTo>
                    <a:lnTo>
                      <a:pt x="14" y="17"/>
                    </a:lnTo>
                    <a:lnTo>
                      <a:pt x="17" y="17"/>
                    </a:lnTo>
                    <a:lnTo>
                      <a:pt x="17" y="17"/>
                    </a:lnTo>
                    <a:lnTo>
                      <a:pt x="17" y="17"/>
                    </a:lnTo>
                    <a:lnTo>
                      <a:pt x="19" y="1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9" name="Freeform 144"/>
              <p:cNvSpPr>
                <a:spLocks/>
              </p:cNvSpPr>
              <p:nvPr/>
            </p:nvSpPr>
            <p:spPr bwMode="auto">
              <a:xfrm>
                <a:off x="1581" y="1907"/>
                <a:ext cx="93" cy="107"/>
              </a:xfrm>
              <a:custGeom>
                <a:avLst/>
                <a:gdLst/>
                <a:ahLst/>
                <a:cxnLst>
                  <a:cxn ang="0">
                    <a:pos x="22" y="19"/>
                  </a:cxn>
                  <a:cxn ang="0">
                    <a:pos x="26" y="21"/>
                  </a:cxn>
                  <a:cxn ang="0">
                    <a:pos x="31" y="26"/>
                  </a:cxn>
                  <a:cxn ang="0">
                    <a:pos x="36" y="26"/>
                  </a:cxn>
                  <a:cxn ang="0">
                    <a:pos x="43" y="24"/>
                  </a:cxn>
                  <a:cxn ang="0">
                    <a:pos x="48" y="21"/>
                  </a:cxn>
                  <a:cxn ang="0">
                    <a:pos x="52" y="19"/>
                  </a:cxn>
                  <a:cxn ang="0">
                    <a:pos x="57" y="17"/>
                  </a:cxn>
                  <a:cxn ang="0">
                    <a:pos x="62" y="12"/>
                  </a:cxn>
                  <a:cxn ang="0">
                    <a:pos x="67" y="10"/>
                  </a:cxn>
                  <a:cxn ang="0">
                    <a:pos x="71" y="7"/>
                  </a:cxn>
                  <a:cxn ang="0">
                    <a:pos x="76" y="5"/>
                  </a:cxn>
                  <a:cxn ang="0">
                    <a:pos x="81" y="2"/>
                  </a:cxn>
                  <a:cxn ang="0">
                    <a:pos x="83" y="2"/>
                  </a:cxn>
                  <a:cxn ang="0">
                    <a:pos x="85" y="10"/>
                  </a:cxn>
                  <a:cxn ang="0">
                    <a:pos x="88" y="14"/>
                  </a:cxn>
                  <a:cxn ang="0">
                    <a:pos x="90" y="21"/>
                  </a:cxn>
                  <a:cxn ang="0">
                    <a:pos x="93" y="26"/>
                  </a:cxn>
                  <a:cxn ang="0">
                    <a:pos x="90" y="31"/>
                  </a:cxn>
                  <a:cxn ang="0">
                    <a:pos x="85" y="36"/>
                  </a:cxn>
                  <a:cxn ang="0">
                    <a:pos x="81" y="38"/>
                  </a:cxn>
                  <a:cxn ang="0">
                    <a:pos x="74" y="38"/>
                  </a:cxn>
                  <a:cxn ang="0">
                    <a:pos x="69" y="40"/>
                  </a:cxn>
                  <a:cxn ang="0">
                    <a:pos x="62" y="43"/>
                  </a:cxn>
                  <a:cxn ang="0">
                    <a:pos x="57" y="43"/>
                  </a:cxn>
                  <a:cxn ang="0">
                    <a:pos x="52" y="45"/>
                  </a:cxn>
                  <a:cxn ang="0">
                    <a:pos x="45" y="48"/>
                  </a:cxn>
                  <a:cxn ang="0">
                    <a:pos x="45" y="50"/>
                  </a:cxn>
                  <a:cxn ang="0">
                    <a:pos x="48" y="55"/>
                  </a:cxn>
                  <a:cxn ang="0">
                    <a:pos x="52" y="59"/>
                  </a:cxn>
                  <a:cxn ang="0">
                    <a:pos x="55" y="64"/>
                  </a:cxn>
                  <a:cxn ang="0">
                    <a:pos x="59" y="69"/>
                  </a:cxn>
                  <a:cxn ang="0">
                    <a:pos x="62" y="71"/>
                  </a:cxn>
                  <a:cxn ang="0">
                    <a:pos x="59" y="76"/>
                  </a:cxn>
                  <a:cxn ang="0">
                    <a:pos x="57" y="81"/>
                  </a:cxn>
                  <a:cxn ang="0">
                    <a:pos x="55" y="85"/>
                  </a:cxn>
                  <a:cxn ang="0">
                    <a:pos x="48" y="88"/>
                  </a:cxn>
                  <a:cxn ang="0">
                    <a:pos x="43" y="88"/>
                  </a:cxn>
                  <a:cxn ang="0">
                    <a:pos x="36" y="90"/>
                  </a:cxn>
                  <a:cxn ang="0">
                    <a:pos x="33" y="95"/>
                  </a:cxn>
                  <a:cxn ang="0">
                    <a:pos x="31" y="100"/>
                  </a:cxn>
                  <a:cxn ang="0">
                    <a:pos x="26" y="104"/>
                  </a:cxn>
                  <a:cxn ang="0">
                    <a:pos x="22" y="107"/>
                  </a:cxn>
                  <a:cxn ang="0">
                    <a:pos x="14" y="104"/>
                  </a:cxn>
                  <a:cxn ang="0">
                    <a:pos x="10" y="104"/>
                  </a:cxn>
                  <a:cxn ang="0">
                    <a:pos x="3" y="102"/>
                  </a:cxn>
                  <a:cxn ang="0">
                    <a:pos x="0" y="100"/>
                  </a:cxn>
                  <a:cxn ang="0">
                    <a:pos x="0" y="93"/>
                  </a:cxn>
                  <a:cxn ang="0">
                    <a:pos x="3" y="85"/>
                  </a:cxn>
                  <a:cxn ang="0">
                    <a:pos x="3" y="78"/>
                  </a:cxn>
                  <a:cxn ang="0">
                    <a:pos x="5" y="74"/>
                  </a:cxn>
                  <a:cxn ang="0">
                    <a:pos x="7" y="66"/>
                  </a:cxn>
                  <a:cxn ang="0">
                    <a:pos x="10" y="62"/>
                  </a:cxn>
                  <a:cxn ang="0">
                    <a:pos x="10" y="55"/>
                  </a:cxn>
                  <a:cxn ang="0">
                    <a:pos x="10" y="48"/>
                  </a:cxn>
                  <a:cxn ang="0">
                    <a:pos x="10" y="43"/>
                  </a:cxn>
                  <a:cxn ang="0">
                    <a:pos x="12" y="36"/>
                  </a:cxn>
                  <a:cxn ang="0">
                    <a:pos x="12" y="29"/>
                  </a:cxn>
                  <a:cxn ang="0">
                    <a:pos x="12" y="21"/>
                  </a:cxn>
                  <a:cxn ang="0">
                    <a:pos x="17" y="17"/>
                  </a:cxn>
                </a:cxnLst>
                <a:rect l="0" t="0" r="r" b="b"/>
                <a:pathLst>
                  <a:path w="93" h="107">
                    <a:moveTo>
                      <a:pt x="19" y="17"/>
                    </a:moveTo>
                    <a:lnTo>
                      <a:pt x="19" y="17"/>
                    </a:lnTo>
                    <a:lnTo>
                      <a:pt x="19" y="17"/>
                    </a:lnTo>
                    <a:lnTo>
                      <a:pt x="19" y="17"/>
                    </a:lnTo>
                    <a:lnTo>
                      <a:pt x="22" y="17"/>
                    </a:lnTo>
                    <a:lnTo>
                      <a:pt x="22" y="19"/>
                    </a:lnTo>
                    <a:lnTo>
                      <a:pt x="22" y="19"/>
                    </a:lnTo>
                    <a:lnTo>
                      <a:pt x="22" y="19"/>
                    </a:lnTo>
                    <a:lnTo>
                      <a:pt x="22" y="19"/>
                    </a:lnTo>
                    <a:lnTo>
                      <a:pt x="22" y="21"/>
                    </a:lnTo>
                    <a:lnTo>
                      <a:pt x="24" y="21"/>
                    </a:lnTo>
                    <a:lnTo>
                      <a:pt x="24" y="21"/>
                    </a:lnTo>
                    <a:lnTo>
                      <a:pt x="24" y="21"/>
                    </a:lnTo>
                    <a:lnTo>
                      <a:pt x="26" y="21"/>
                    </a:lnTo>
                    <a:lnTo>
                      <a:pt x="26" y="21"/>
                    </a:lnTo>
                    <a:lnTo>
                      <a:pt x="26" y="21"/>
                    </a:lnTo>
                    <a:lnTo>
                      <a:pt x="26" y="21"/>
                    </a:lnTo>
                    <a:lnTo>
                      <a:pt x="29" y="21"/>
                    </a:lnTo>
                    <a:lnTo>
                      <a:pt x="29" y="24"/>
                    </a:lnTo>
                    <a:lnTo>
                      <a:pt x="29" y="24"/>
                    </a:lnTo>
                    <a:lnTo>
                      <a:pt x="29" y="24"/>
                    </a:lnTo>
                    <a:lnTo>
                      <a:pt x="29" y="24"/>
                    </a:lnTo>
                    <a:lnTo>
                      <a:pt x="29" y="26"/>
                    </a:lnTo>
                    <a:lnTo>
                      <a:pt x="31" y="26"/>
                    </a:lnTo>
                    <a:lnTo>
                      <a:pt x="31" y="26"/>
                    </a:lnTo>
                    <a:lnTo>
                      <a:pt x="33" y="26"/>
                    </a:lnTo>
                    <a:lnTo>
                      <a:pt x="33" y="26"/>
                    </a:lnTo>
                    <a:lnTo>
                      <a:pt x="33" y="26"/>
                    </a:lnTo>
                    <a:lnTo>
                      <a:pt x="33" y="26"/>
                    </a:lnTo>
                    <a:lnTo>
                      <a:pt x="36" y="26"/>
                    </a:lnTo>
                    <a:lnTo>
                      <a:pt x="36" y="26"/>
                    </a:lnTo>
                    <a:lnTo>
                      <a:pt x="36" y="26"/>
                    </a:lnTo>
                    <a:lnTo>
                      <a:pt x="38" y="26"/>
                    </a:lnTo>
                    <a:lnTo>
                      <a:pt x="38" y="26"/>
                    </a:lnTo>
                    <a:lnTo>
                      <a:pt x="41" y="26"/>
                    </a:lnTo>
                    <a:lnTo>
                      <a:pt x="41" y="26"/>
                    </a:lnTo>
                    <a:lnTo>
                      <a:pt x="41" y="26"/>
                    </a:lnTo>
                    <a:lnTo>
                      <a:pt x="41" y="26"/>
                    </a:lnTo>
                    <a:lnTo>
                      <a:pt x="43" y="26"/>
                    </a:lnTo>
                    <a:lnTo>
                      <a:pt x="43" y="24"/>
                    </a:lnTo>
                    <a:lnTo>
                      <a:pt x="43" y="24"/>
                    </a:lnTo>
                    <a:lnTo>
                      <a:pt x="43" y="24"/>
                    </a:lnTo>
                    <a:lnTo>
                      <a:pt x="43" y="24"/>
                    </a:lnTo>
                    <a:lnTo>
                      <a:pt x="45" y="24"/>
                    </a:lnTo>
                    <a:lnTo>
                      <a:pt x="45" y="24"/>
                    </a:lnTo>
                    <a:lnTo>
                      <a:pt x="45" y="21"/>
                    </a:lnTo>
                    <a:lnTo>
                      <a:pt x="48" y="21"/>
                    </a:lnTo>
                    <a:lnTo>
                      <a:pt x="48" y="21"/>
                    </a:lnTo>
                    <a:lnTo>
                      <a:pt x="48" y="21"/>
                    </a:lnTo>
                    <a:lnTo>
                      <a:pt x="48" y="21"/>
                    </a:lnTo>
                    <a:lnTo>
                      <a:pt x="50" y="21"/>
                    </a:lnTo>
                    <a:lnTo>
                      <a:pt x="50" y="21"/>
                    </a:lnTo>
                    <a:lnTo>
                      <a:pt x="50" y="21"/>
                    </a:lnTo>
                    <a:lnTo>
                      <a:pt x="50" y="19"/>
                    </a:lnTo>
                    <a:lnTo>
                      <a:pt x="52" y="19"/>
                    </a:lnTo>
                    <a:lnTo>
                      <a:pt x="52" y="19"/>
                    </a:lnTo>
                    <a:lnTo>
                      <a:pt x="52" y="19"/>
                    </a:lnTo>
                    <a:lnTo>
                      <a:pt x="52" y="19"/>
                    </a:lnTo>
                    <a:lnTo>
                      <a:pt x="55" y="19"/>
                    </a:lnTo>
                    <a:lnTo>
                      <a:pt x="55" y="17"/>
                    </a:lnTo>
                    <a:lnTo>
                      <a:pt x="55" y="17"/>
                    </a:lnTo>
                    <a:lnTo>
                      <a:pt x="55" y="17"/>
                    </a:lnTo>
                    <a:lnTo>
                      <a:pt x="55" y="17"/>
                    </a:lnTo>
                    <a:lnTo>
                      <a:pt x="57" y="17"/>
                    </a:lnTo>
                    <a:lnTo>
                      <a:pt x="57" y="17"/>
                    </a:lnTo>
                    <a:lnTo>
                      <a:pt x="57" y="14"/>
                    </a:lnTo>
                    <a:lnTo>
                      <a:pt x="59" y="14"/>
                    </a:lnTo>
                    <a:lnTo>
                      <a:pt x="59" y="14"/>
                    </a:lnTo>
                    <a:lnTo>
                      <a:pt x="59" y="14"/>
                    </a:lnTo>
                    <a:lnTo>
                      <a:pt x="59" y="14"/>
                    </a:lnTo>
                    <a:lnTo>
                      <a:pt x="62" y="14"/>
                    </a:lnTo>
                    <a:lnTo>
                      <a:pt x="62" y="12"/>
                    </a:lnTo>
                    <a:lnTo>
                      <a:pt x="62" y="12"/>
                    </a:lnTo>
                    <a:lnTo>
                      <a:pt x="62" y="12"/>
                    </a:lnTo>
                    <a:lnTo>
                      <a:pt x="62" y="12"/>
                    </a:lnTo>
                    <a:lnTo>
                      <a:pt x="64" y="12"/>
                    </a:lnTo>
                    <a:lnTo>
                      <a:pt x="64" y="12"/>
                    </a:lnTo>
                    <a:lnTo>
                      <a:pt x="64" y="12"/>
                    </a:lnTo>
                    <a:lnTo>
                      <a:pt x="67" y="12"/>
                    </a:lnTo>
                    <a:lnTo>
                      <a:pt x="67" y="10"/>
                    </a:lnTo>
                    <a:lnTo>
                      <a:pt x="67" y="10"/>
                    </a:lnTo>
                    <a:lnTo>
                      <a:pt x="67" y="10"/>
                    </a:lnTo>
                    <a:lnTo>
                      <a:pt x="67" y="10"/>
                    </a:lnTo>
                    <a:lnTo>
                      <a:pt x="69" y="10"/>
                    </a:lnTo>
                    <a:lnTo>
                      <a:pt x="69" y="10"/>
                    </a:lnTo>
                    <a:lnTo>
                      <a:pt x="69" y="7"/>
                    </a:lnTo>
                    <a:lnTo>
                      <a:pt x="69" y="7"/>
                    </a:lnTo>
                    <a:lnTo>
                      <a:pt x="71" y="7"/>
                    </a:lnTo>
                    <a:lnTo>
                      <a:pt x="71" y="7"/>
                    </a:lnTo>
                    <a:lnTo>
                      <a:pt x="71" y="7"/>
                    </a:lnTo>
                    <a:lnTo>
                      <a:pt x="74" y="7"/>
                    </a:lnTo>
                    <a:lnTo>
                      <a:pt x="74" y="5"/>
                    </a:lnTo>
                    <a:lnTo>
                      <a:pt x="74" y="5"/>
                    </a:lnTo>
                    <a:lnTo>
                      <a:pt x="74" y="5"/>
                    </a:lnTo>
                    <a:lnTo>
                      <a:pt x="74" y="5"/>
                    </a:lnTo>
                    <a:lnTo>
                      <a:pt x="76" y="5"/>
                    </a:lnTo>
                    <a:lnTo>
                      <a:pt x="76" y="5"/>
                    </a:lnTo>
                    <a:lnTo>
                      <a:pt x="76" y="2"/>
                    </a:lnTo>
                    <a:lnTo>
                      <a:pt x="76" y="2"/>
                    </a:lnTo>
                    <a:lnTo>
                      <a:pt x="78" y="2"/>
                    </a:lnTo>
                    <a:lnTo>
                      <a:pt x="78" y="2"/>
                    </a:lnTo>
                    <a:lnTo>
                      <a:pt x="78" y="2"/>
                    </a:lnTo>
                    <a:lnTo>
                      <a:pt x="81" y="2"/>
                    </a:lnTo>
                    <a:lnTo>
                      <a:pt x="81" y="2"/>
                    </a:lnTo>
                    <a:lnTo>
                      <a:pt x="81" y="2"/>
                    </a:lnTo>
                    <a:lnTo>
                      <a:pt x="81" y="0"/>
                    </a:lnTo>
                    <a:lnTo>
                      <a:pt x="81" y="0"/>
                    </a:lnTo>
                    <a:lnTo>
                      <a:pt x="83" y="0"/>
                    </a:lnTo>
                    <a:lnTo>
                      <a:pt x="83" y="2"/>
                    </a:lnTo>
                    <a:lnTo>
                      <a:pt x="83" y="2"/>
                    </a:lnTo>
                    <a:lnTo>
                      <a:pt x="83" y="2"/>
                    </a:lnTo>
                    <a:lnTo>
                      <a:pt x="83" y="2"/>
                    </a:lnTo>
                    <a:lnTo>
                      <a:pt x="83" y="5"/>
                    </a:lnTo>
                    <a:lnTo>
                      <a:pt x="83" y="5"/>
                    </a:lnTo>
                    <a:lnTo>
                      <a:pt x="85" y="5"/>
                    </a:lnTo>
                    <a:lnTo>
                      <a:pt x="85" y="7"/>
                    </a:lnTo>
                    <a:lnTo>
                      <a:pt x="85" y="7"/>
                    </a:lnTo>
                    <a:lnTo>
                      <a:pt x="85" y="7"/>
                    </a:lnTo>
                    <a:lnTo>
                      <a:pt x="85" y="10"/>
                    </a:lnTo>
                    <a:lnTo>
                      <a:pt x="85" y="10"/>
                    </a:lnTo>
                    <a:lnTo>
                      <a:pt x="85" y="10"/>
                    </a:lnTo>
                    <a:lnTo>
                      <a:pt x="85" y="12"/>
                    </a:lnTo>
                    <a:lnTo>
                      <a:pt x="85" y="12"/>
                    </a:lnTo>
                    <a:lnTo>
                      <a:pt x="85" y="12"/>
                    </a:lnTo>
                    <a:lnTo>
                      <a:pt x="88" y="12"/>
                    </a:lnTo>
                    <a:lnTo>
                      <a:pt x="88" y="14"/>
                    </a:lnTo>
                    <a:lnTo>
                      <a:pt x="88" y="14"/>
                    </a:lnTo>
                    <a:lnTo>
                      <a:pt x="88" y="14"/>
                    </a:lnTo>
                    <a:lnTo>
                      <a:pt x="88" y="17"/>
                    </a:lnTo>
                    <a:lnTo>
                      <a:pt x="88" y="17"/>
                    </a:lnTo>
                    <a:lnTo>
                      <a:pt x="88" y="17"/>
                    </a:lnTo>
                    <a:lnTo>
                      <a:pt x="88" y="19"/>
                    </a:lnTo>
                    <a:lnTo>
                      <a:pt x="88" y="19"/>
                    </a:lnTo>
                    <a:lnTo>
                      <a:pt x="90" y="19"/>
                    </a:lnTo>
                    <a:lnTo>
                      <a:pt x="90" y="21"/>
                    </a:lnTo>
                    <a:lnTo>
                      <a:pt x="90" y="21"/>
                    </a:lnTo>
                    <a:lnTo>
                      <a:pt x="90" y="21"/>
                    </a:lnTo>
                    <a:lnTo>
                      <a:pt x="90" y="21"/>
                    </a:lnTo>
                    <a:lnTo>
                      <a:pt x="90" y="24"/>
                    </a:lnTo>
                    <a:lnTo>
                      <a:pt x="90" y="24"/>
                    </a:lnTo>
                    <a:lnTo>
                      <a:pt x="93" y="24"/>
                    </a:lnTo>
                    <a:lnTo>
                      <a:pt x="93" y="26"/>
                    </a:lnTo>
                    <a:lnTo>
                      <a:pt x="93" y="26"/>
                    </a:lnTo>
                    <a:lnTo>
                      <a:pt x="93" y="26"/>
                    </a:lnTo>
                    <a:lnTo>
                      <a:pt x="93" y="29"/>
                    </a:lnTo>
                    <a:lnTo>
                      <a:pt x="93" y="29"/>
                    </a:lnTo>
                    <a:lnTo>
                      <a:pt x="93" y="31"/>
                    </a:lnTo>
                    <a:lnTo>
                      <a:pt x="93" y="31"/>
                    </a:lnTo>
                    <a:lnTo>
                      <a:pt x="93" y="31"/>
                    </a:lnTo>
                    <a:lnTo>
                      <a:pt x="90" y="31"/>
                    </a:lnTo>
                    <a:lnTo>
                      <a:pt x="90" y="31"/>
                    </a:lnTo>
                    <a:lnTo>
                      <a:pt x="90" y="31"/>
                    </a:lnTo>
                    <a:lnTo>
                      <a:pt x="90" y="33"/>
                    </a:lnTo>
                    <a:lnTo>
                      <a:pt x="88" y="33"/>
                    </a:lnTo>
                    <a:lnTo>
                      <a:pt x="88" y="33"/>
                    </a:lnTo>
                    <a:lnTo>
                      <a:pt x="88" y="33"/>
                    </a:lnTo>
                    <a:lnTo>
                      <a:pt x="88" y="33"/>
                    </a:lnTo>
                    <a:lnTo>
                      <a:pt x="88" y="36"/>
                    </a:lnTo>
                    <a:lnTo>
                      <a:pt x="85" y="36"/>
                    </a:lnTo>
                    <a:lnTo>
                      <a:pt x="85" y="36"/>
                    </a:lnTo>
                    <a:lnTo>
                      <a:pt x="85" y="36"/>
                    </a:lnTo>
                    <a:lnTo>
                      <a:pt x="85" y="36"/>
                    </a:lnTo>
                    <a:lnTo>
                      <a:pt x="83" y="36"/>
                    </a:lnTo>
                    <a:lnTo>
                      <a:pt x="83" y="36"/>
                    </a:lnTo>
                    <a:lnTo>
                      <a:pt x="81" y="36"/>
                    </a:lnTo>
                    <a:lnTo>
                      <a:pt x="81" y="36"/>
                    </a:lnTo>
                    <a:lnTo>
                      <a:pt x="81" y="38"/>
                    </a:lnTo>
                    <a:lnTo>
                      <a:pt x="81" y="38"/>
                    </a:lnTo>
                    <a:lnTo>
                      <a:pt x="78" y="38"/>
                    </a:lnTo>
                    <a:lnTo>
                      <a:pt x="78" y="38"/>
                    </a:lnTo>
                    <a:lnTo>
                      <a:pt x="76" y="38"/>
                    </a:lnTo>
                    <a:lnTo>
                      <a:pt x="76" y="38"/>
                    </a:lnTo>
                    <a:lnTo>
                      <a:pt x="76" y="38"/>
                    </a:lnTo>
                    <a:lnTo>
                      <a:pt x="76" y="38"/>
                    </a:lnTo>
                    <a:lnTo>
                      <a:pt x="74" y="38"/>
                    </a:lnTo>
                    <a:lnTo>
                      <a:pt x="74" y="38"/>
                    </a:lnTo>
                    <a:lnTo>
                      <a:pt x="74" y="40"/>
                    </a:lnTo>
                    <a:lnTo>
                      <a:pt x="74" y="40"/>
                    </a:lnTo>
                    <a:lnTo>
                      <a:pt x="71" y="40"/>
                    </a:lnTo>
                    <a:lnTo>
                      <a:pt x="71" y="40"/>
                    </a:lnTo>
                    <a:lnTo>
                      <a:pt x="71" y="40"/>
                    </a:lnTo>
                    <a:lnTo>
                      <a:pt x="69" y="40"/>
                    </a:lnTo>
                    <a:lnTo>
                      <a:pt x="69" y="40"/>
                    </a:lnTo>
                    <a:lnTo>
                      <a:pt x="69" y="40"/>
                    </a:lnTo>
                    <a:lnTo>
                      <a:pt x="67" y="40"/>
                    </a:lnTo>
                    <a:lnTo>
                      <a:pt x="67" y="40"/>
                    </a:lnTo>
                    <a:lnTo>
                      <a:pt x="67" y="40"/>
                    </a:lnTo>
                    <a:lnTo>
                      <a:pt x="67" y="40"/>
                    </a:lnTo>
                    <a:lnTo>
                      <a:pt x="64" y="40"/>
                    </a:lnTo>
                    <a:lnTo>
                      <a:pt x="64" y="40"/>
                    </a:lnTo>
                    <a:lnTo>
                      <a:pt x="64" y="43"/>
                    </a:lnTo>
                    <a:lnTo>
                      <a:pt x="62" y="43"/>
                    </a:lnTo>
                    <a:lnTo>
                      <a:pt x="62" y="43"/>
                    </a:lnTo>
                    <a:lnTo>
                      <a:pt x="62" y="43"/>
                    </a:lnTo>
                    <a:lnTo>
                      <a:pt x="59" y="43"/>
                    </a:lnTo>
                    <a:lnTo>
                      <a:pt x="59" y="43"/>
                    </a:lnTo>
                    <a:lnTo>
                      <a:pt x="59" y="43"/>
                    </a:lnTo>
                    <a:lnTo>
                      <a:pt x="59" y="43"/>
                    </a:lnTo>
                    <a:lnTo>
                      <a:pt x="57" y="43"/>
                    </a:lnTo>
                    <a:lnTo>
                      <a:pt x="57" y="43"/>
                    </a:lnTo>
                    <a:lnTo>
                      <a:pt x="57" y="45"/>
                    </a:lnTo>
                    <a:lnTo>
                      <a:pt x="55" y="45"/>
                    </a:lnTo>
                    <a:lnTo>
                      <a:pt x="55" y="45"/>
                    </a:lnTo>
                    <a:lnTo>
                      <a:pt x="55" y="45"/>
                    </a:lnTo>
                    <a:lnTo>
                      <a:pt x="52" y="45"/>
                    </a:lnTo>
                    <a:lnTo>
                      <a:pt x="52" y="45"/>
                    </a:lnTo>
                    <a:lnTo>
                      <a:pt x="52" y="45"/>
                    </a:lnTo>
                    <a:lnTo>
                      <a:pt x="52" y="45"/>
                    </a:lnTo>
                    <a:lnTo>
                      <a:pt x="50" y="45"/>
                    </a:lnTo>
                    <a:lnTo>
                      <a:pt x="50" y="45"/>
                    </a:lnTo>
                    <a:lnTo>
                      <a:pt x="50" y="48"/>
                    </a:lnTo>
                    <a:lnTo>
                      <a:pt x="48" y="48"/>
                    </a:lnTo>
                    <a:lnTo>
                      <a:pt x="48" y="48"/>
                    </a:lnTo>
                    <a:lnTo>
                      <a:pt x="48" y="48"/>
                    </a:lnTo>
                    <a:lnTo>
                      <a:pt x="45" y="48"/>
                    </a:lnTo>
                    <a:lnTo>
                      <a:pt x="45" y="48"/>
                    </a:lnTo>
                    <a:lnTo>
                      <a:pt x="45" y="48"/>
                    </a:lnTo>
                    <a:lnTo>
                      <a:pt x="43" y="48"/>
                    </a:lnTo>
                    <a:lnTo>
                      <a:pt x="43" y="48"/>
                    </a:lnTo>
                    <a:lnTo>
                      <a:pt x="43" y="50"/>
                    </a:lnTo>
                    <a:lnTo>
                      <a:pt x="43" y="50"/>
                    </a:lnTo>
                    <a:lnTo>
                      <a:pt x="43" y="50"/>
                    </a:lnTo>
                    <a:lnTo>
                      <a:pt x="45" y="50"/>
                    </a:lnTo>
                    <a:lnTo>
                      <a:pt x="45" y="50"/>
                    </a:lnTo>
                    <a:lnTo>
                      <a:pt x="45" y="50"/>
                    </a:lnTo>
                    <a:lnTo>
                      <a:pt x="45" y="52"/>
                    </a:lnTo>
                    <a:lnTo>
                      <a:pt x="48" y="52"/>
                    </a:lnTo>
                    <a:lnTo>
                      <a:pt x="48" y="52"/>
                    </a:lnTo>
                    <a:lnTo>
                      <a:pt x="48" y="52"/>
                    </a:lnTo>
                    <a:lnTo>
                      <a:pt x="48" y="55"/>
                    </a:lnTo>
                    <a:lnTo>
                      <a:pt x="48" y="55"/>
                    </a:lnTo>
                    <a:lnTo>
                      <a:pt x="48" y="55"/>
                    </a:lnTo>
                    <a:lnTo>
                      <a:pt x="50" y="55"/>
                    </a:lnTo>
                    <a:lnTo>
                      <a:pt x="50" y="57"/>
                    </a:lnTo>
                    <a:lnTo>
                      <a:pt x="50" y="57"/>
                    </a:lnTo>
                    <a:lnTo>
                      <a:pt x="50" y="57"/>
                    </a:lnTo>
                    <a:lnTo>
                      <a:pt x="52" y="57"/>
                    </a:lnTo>
                    <a:lnTo>
                      <a:pt x="52" y="59"/>
                    </a:lnTo>
                    <a:lnTo>
                      <a:pt x="52" y="59"/>
                    </a:lnTo>
                    <a:lnTo>
                      <a:pt x="52" y="59"/>
                    </a:lnTo>
                    <a:lnTo>
                      <a:pt x="52" y="59"/>
                    </a:lnTo>
                    <a:lnTo>
                      <a:pt x="52" y="62"/>
                    </a:lnTo>
                    <a:lnTo>
                      <a:pt x="55" y="62"/>
                    </a:lnTo>
                    <a:lnTo>
                      <a:pt x="55" y="62"/>
                    </a:lnTo>
                    <a:lnTo>
                      <a:pt x="55" y="62"/>
                    </a:lnTo>
                    <a:lnTo>
                      <a:pt x="55" y="62"/>
                    </a:lnTo>
                    <a:lnTo>
                      <a:pt x="55" y="62"/>
                    </a:lnTo>
                    <a:lnTo>
                      <a:pt x="55" y="64"/>
                    </a:lnTo>
                    <a:lnTo>
                      <a:pt x="57" y="64"/>
                    </a:lnTo>
                    <a:lnTo>
                      <a:pt x="57" y="64"/>
                    </a:lnTo>
                    <a:lnTo>
                      <a:pt x="57" y="64"/>
                    </a:lnTo>
                    <a:lnTo>
                      <a:pt x="57" y="66"/>
                    </a:lnTo>
                    <a:lnTo>
                      <a:pt x="59" y="66"/>
                    </a:lnTo>
                    <a:lnTo>
                      <a:pt x="59" y="66"/>
                    </a:lnTo>
                    <a:lnTo>
                      <a:pt x="59" y="66"/>
                    </a:lnTo>
                    <a:lnTo>
                      <a:pt x="59" y="69"/>
                    </a:lnTo>
                    <a:lnTo>
                      <a:pt x="59" y="69"/>
                    </a:lnTo>
                    <a:lnTo>
                      <a:pt x="59" y="69"/>
                    </a:lnTo>
                    <a:lnTo>
                      <a:pt x="62" y="69"/>
                    </a:lnTo>
                    <a:lnTo>
                      <a:pt x="62" y="71"/>
                    </a:lnTo>
                    <a:lnTo>
                      <a:pt x="62" y="71"/>
                    </a:lnTo>
                    <a:lnTo>
                      <a:pt x="62" y="71"/>
                    </a:lnTo>
                    <a:lnTo>
                      <a:pt x="62" y="71"/>
                    </a:lnTo>
                    <a:lnTo>
                      <a:pt x="62" y="71"/>
                    </a:lnTo>
                    <a:lnTo>
                      <a:pt x="64" y="71"/>
                    </a:lnTo>
                    <a:lnTo>
                      <a:pt x="64" y="74"/>
                    </a:lnTo>
                    <a:lnTo>
                      <a:pt x="64" y="74"/>
                    </a:lnTo>
                    <a:lnTo>
                      <a:pt x="62" y="74"/>
                    </a:lnTo>
                    <a:lnTo>
                      <a:pt x="62" y="74"/>
                    </a:lnTo>
                    <a:lnTo>
                      <a:pt x="62" y="76"/>
                    </a:lnTo>
                    <a:lnTo>
                      <a:pt x="62" y="76"/>
                    </a:lnTo>
                    <a:lnTo>
                      <a:pt x="59" y="76"/>
                    </a:lnTo>
                    <a:lnTo>
                      <a:pt x="59" y="76"/>
                    </a:lnTo>
                    <a:lnTo>
                      <a:pt x="59" y="76"/>
                    </a:lnTo>
                    <a:lnTo>
                      <a:pt x="59" y="76"/>
                    </a:lnTo>
                    <a:lnTo>
                      <a:pt x="59" y="78"/>
                    </a:lnTo>
                    <a:lnTo>
                      <a:pt x="57" y="78"/>
                    </a:lnTo>
                    <a:lnTo>
                      <a:pt x="57" y="78"/>
                    </a:lnTo>
                    <a:lnTo>
                      <a:pt x="57" y="78"/>
                    </a:lnTo>
                    <a:lnTo>
                      <a:pt x="57" y="81"/>
                    </a:lnTo>
                    <a:lnTo>
                      <a:pt x="57" y="81"/>
                    </a:lnTo>
                    <a:lnTo>
                      <a:pt x="55" y="81"/>
                    </a:lnTo>
                    <a:lnTo>
                      <a:pt x="55" y="81"/>
                    </a:lnTo>
                    <a:lnTo>
                      <a:pt x="55" y="83"/>
                    </a:lnTo>
                    <a:lnTo>
                      <a:pt x="55" y="83"/>
                    </a:lnTo>
                    <a:lnTo>
                      <a:pt x="55" y="83"/>
                    </a:lnTo>
                    <a:lnTo>
                      <a:pt x="55" y="85"/>
                    </a:lnTo>
                    <a:lnTo>
                      <a:pt x="55" y="85"/>
                    </a:lnTo>
                    <a:lnTo>
                      <a:pt x="55" y="85"/>
                    </a:lnTo>
                    <a:lnTo>
                      <a:pt x="52" y="85"/>
                    </a:lnTo>
                    <a:lnTo>
                      <a:pt x="52" y="85"/>
                    </a:lnTo>
                    <a:lnTo>
                      <a:pt x="52" y="85"/>
                    </a:lnTo>
                    <a:lnTo>
                      <a:pt x="52" y="88"/>
                    </a:lnTo>
                    <a:lnTo>
                      <a:pt x="50" y="88"/>
                    </a:lnTo>
                    <a:lnTo>
                      <a:pt x="50" y="88"/>
                    </a:lnTo>
                    <a:lnTo>
                      <a:pt x="48" y="88"/>
                    </a:lnTo>
                    <a:lnTo>
                      <a:pt x="48" y="88"/>
                    </a:lnTo>
                    <a:lnTo>
                      <a:pt x="48" y="88"/>
                    </a:lnTo>
                    <a:lnTo>
                      <a:pt x="48" y="88"/>
                    </a:lnTo>
                    <a:lnTo>
                      <a:pt x="45" y="88"/>
                    </a:lnTo>
                    <a:lnTo>
                      <a:pt x="45" y="88"/>
                    </a:lnTo>
                    <a:lnTo>
                      <a:pt x="43" y="88"/>
                    </a:lnTo>
                    <a:lnTo>
                      <a:pt x="43" y="88"/>
                    </a:lnTo>
                    <a:lnTo>
                      <a:pt x="43" y="88"/>
                    </a:lnTo>
                    <a:lnTo>
                      <a:pt x="41" y="88"/>
                    </a:lnTo>
                    <a:lnTo>
                      <a:pt x="41" y="90"/>
                    </a:lnTo>
                    <a:lnTo>
                      <a:pt x="41" y="90"/>
                    </a:lnTo>
                    <a:lnTo>
                      <a:pt x="41" y="90"/>
                    </a:lnTo>
                    <a:lnTo>
                      <a:pt x="38" y="90"/>
                    </a:lnTo>
                    <a:lnTo>
                      <a:pt x="38" y="90"/>
                    </a:lnTo>
                    <a:lnTo>
                      <a:pt x="38" y="90"/>
                    </a:lnTo>
                    <a:lnTo>
                      <a:pt x="36" y="90"/>
                    </a:lnTo>
                    <a:lnTo>
                      <a:pt x="36" y="90"/>
                    </a:lnTo>
                    <a:lnTo>
                      <a:pt x="36" y="90"/>
                    </a:lnTo>
                    <a:lnTo>
                      <a:pt x="36" y="93"/>
                    </a:lnTo>
                    <a:lnTo>
                      <a:pt x="36" y="93"/>
                    </a:lnTo>
                    <a:lnTo>
                      <a:pt x="36" y="93"/>
                    </a:lnTo>
                    <a:lnTo>
                      <a:pt x="36" y="95"/>
                    </a:lnTo>
                    <a:lnTo>
                      <a:pt x="33" y="95"/>
                    </a:lnTo>
                    <a:lnTo>
                      <a:pt x="33" y="95"/>
                    </a:lnTo>
                    <a:lnTo>
                      <a:pt x="33" y="97"/>
                    </a:lnTo>
                    <a:lnTo>
                      <a:pt x="33" y="97"/>
                    </a:lnTo>
                    <a:lnTo>
                      <a:pt x="33" y="97"/>
                    </a:lnTo>
                    <a:lnTo>
                      <a:pt x="33" y="97"/>
                    </a:lnTo>
                    <a:lnTo>
                      <a:pt x="33" y="100"/>
                    </a:lnTo>
                    <a:lnTo>
                      <a:pt x="31" y="100"/>
                    </a:lnTo>
                    <a:lnTo>
                      <a:pt x="31" y="100"/>
                    </a:lnTo>
                    <a:lnTo>
                      <a:pt x="31" y="100"/>
                    </a:lnTo>
                    <a:lnTo>
                      <a:pt x="31" y="100"/>
                    </a:lnTo>
                    <a:lnTo>
                      <a:pt x="29" y="100"/>
                    </a:lnTo>
                    <a:lnTo>
                      <a:pt x="29" y="102"/>
                    </a:lnTo>
                    <a:lnTo>
                      <a:pt x="29" y="102"/>
                    </a:lnTo>
                    <a:lnTo>
                      <a:pt x="29" y="102"/>
                    </a:lnTo>
                    <a:lnTo>
                      <a:pt x="29" y="102"/>
                    </a:lnTo>
                    <a:lnTo>
                      <a:pt x="26" y="102"/>
                    </a:lnTo>
                    <a:lnTo>
                      <a:pt x="26" y="104"/>
                    </a:lnTo>
                    <a:lnTo>
                      <a:pt x="26" y="104"/>
                    </a:lnTo>
                    <a:lnTo>
                      <a:pt x="26" y="104"/>
                    </a:lnTo>
                    <a:lnTo>
                      <a:pt x="26" y="104"/>
                    </a:lnTo>
                    <a:lnTo>
                      <a:pt x="24" y="104"/>
                    </a:lnTo>
                    <a:lnTo>
                      <a:pt x="24" y="107"/>
                    </a:lnTo>
                    <a:lnTo>
                      <a:pt x="24" y="107"/>
                    </a:lnTo>
                    <a:lnTo>
                      <a:pt x="22" y="107"/>
                    </a:lnTo>
                    <a:lnTo>
                      <a:pt x="22" y="107"/>
                    </a:lnTo>
                    <a:lnTo>
                      <a:pt x="22" y="107"/>
                    </a:lnTo>
                    <a:lnTo>
                      <a:pt x="19" y="107"/>
                    </a:lnTo>
                    <a:lnTo>
                      <a:pt x="19" y="107"/>
                    </a:lnTo>
                    <a:lnTo>
                      <a:pt x="19" y="107"/>
                    </a:lnTo>
                    <a:lnTo>
                      <a:pt x="17" y="107"/>
                    </a:lnTo>
                    <a:lnTo>
                      <a:pt x="17" y="104"/>
                    </a:lnTo>
                    <a:lnTo>
                      <a:pt x="17" y="104"/>
                    </a:lnTo>
                    <a:lnTo>
                      <a:pt x="14" y="104"/>
                    </a:lnTo>
                    <a:lnTo>
                      <a:pt x="14" y="104"/>
                    </a:lnTo>
                    <a:lnTo>
                      <a:pt x="14" y="104"/>
                    </a:lnTo>
                    <a:lnTo>
                      <a:pt x="12" y="104"/>
                    </a:lnTo>
                    <a:lnTo>
                      <a:pt x="12" y="104"/>
                    </a:lnTo>
                    <a:lnTo>
                      <a:pt x="12" y="104"/>
                    </a:lnTo>
                    <a:lnTo>
                      <a:pt x="10" y="104"/>
                    </a:lnTo>
                    <a:lnTo>
                      <a:pt x="10" y="104"/>
                    </a:lnTo>
                    <a:lnTo>
                      <a:pt x="10" y="104"/>
                    </a:lnTo>
                    <a:lnTo>
                      <a:pt x="7" y="104"/>
                    </a:lnTo>
                    <a:lnTo>
                      <a:pt x="7" y="104"/>
                    </a:lnTo>
                    <a:lnTo>
                      <a:pt x="7" y="104"/>
                    </a:lnTo>
                    <a:lnTo>
                      <a:pt x="5" y="104"/>
                    </a:lnTo>
                    <a:lnTo>
                      <a:pt x="5" y="102"/>
                    </a:lnTo>
                    <a:lnTo>
                      <a:pt x="5" y="102"/>
                    </a:lnTo>
                    <a:lnTo>
                      <a:pt x="3" y="102"/>
                    </a:lnTo>
                    <a:lnTo>
                      <a:pt x="3" y="102"/>
                    </a:lnTo>
                    <a:lnTo>
                      <a:pt x="3" y="102"/>
                    </a:lnTo>
                    <a:lnTo>
                      <a:pt x="0" y="102"/>
                    </a:lnTo>
                    <a:lnTo>
                      <a:pt x="0" y="102"/>
                    </a:lnTo>
                    <a:lnTo>
                      <a:pt x="0" y="102"/>
                    </a:lnTo>
                    <a:lnTo>
                      <a:pt x="0" y="102"/>
                    </a:lnTo>
                    <a:lnTo>
                      <a:pt x="0" y="100"/>
                    </a:lnTo>
                    <a:lnTo>
                      <a:pt x="0" y="100"/>
                    </a:lnTo>
                    <a:lnTo>
                      <a:pt x="0" y="100"/>
                    </a:lnTo>
                    <a:lnTo>
                      <a:pt x="0" y="97"/>
                    </a:lnTo>
                    <a:lnTo>
                      <a:pt x="0" y="97"/>
                    </a:lnTo>
                    <a:lnTo>
                      <a:pt x="0" y="97"/>
                    </a:lnTo>
                    <a:lnTo>
                      <a:pt x="0" y="97"/>
                    </a:lnTo>
                    <a:lnTo>
                      <a:pt x="0" y="95"/>
                    </a:lnTo>
                    <a:lnTo>
                      <a:pt x="0" y="95"/>
                    </a:lnTo>
                    <a:lnTo>
                      <a:pt x="0" y="93"/>
                    </a:lnTo>
                    <a:lnTo>
                      <a:pt x="0" y="93"/>
                    </a:lnTo>
                    <a:lnTo>
                      <a:pt x="0" y="90"/>
                    </a:lnTo>
                    <a:lnTo>
                      <a:pt x="0" y="90"/>
                    </a:lnTo>
                    <a:lnTo>
                      <a:pt x="3" y="90"/>
                    </a:lnTo>
                    <a:lnTo>
                      <a:pt x="3" y="90"/>
                    </a:lnTo>
                    <a:lnTo>
                      <a:pt x="3" y="88"/>
                    </a:lnTo>
                    <a:lnTo>
                      <a:pt x="3" y="88"/>
                    </a:lnTo>
                    <a:lnTo>
                      <a:pt x="3" y="85"/>
                    </a:lnTo>
                    <a:lnTo>
                      <a:pt x="3" y="85"/>
                    </a:lnTo>
                    <a:lnTo>
                      <a:pt x="3" y="85"/>
                    </a:lnTo>
                    <a:lnTo>
                      <a:pt x="3" y="83"/>
                    </a:lnTo>
                    <a:lnTo>
                      <a:pt x="3" y="83"/>
                    </a:lnTo>
                    <a:lnTo>
                      <a:pt x="3" y="83"/>
                    </a:lnTo>
                    <a:lnTo>
                      <a:pt x="3" y="81"/>
                    </a:lnTo>
                    <a:lnTo>
                      <a:pt x="3" y="81"/>
                    </a:lnTo>
                    <a:lnTo>
                      <a:pt x="3" y="81"/>
                    </a:lnTo>
                    <a:lnTo>
                      <a:pt x="3" y="78"/>
                    </a:lnTo>
                    <a:lnTo>
                      <a:pt x="3" y="78"/>
                    </a:lnTo>
                    <a:lnTo>
                      <a:pt x="5" y="78"/>
                    </a:lnTo>
                    <a:lnTo>
                      <a:pt x="5" y="76"/>
                    </a:lnTo>
                    <a:lnTo>
                      <a:pt x="3" y="76"/>
                    </a:lnTo>
                    <a:lnTo>
                      <a:pt x="3" y="76"/>
                    </a:lnTo>
                    <a:lnTo>
                      <a:pt x="3" y="74"/>
                    </a:lnTo>
                    <a:lnTo>
                      <a:pt x="3" y="74"/>
                    </a:lnTo>
                    <a:lnTo>
                      <a:pt x="5" y="74"/>
                    </a:lnTo>
                    <a:lnTo>
                      <a:pt x="5" y="71"/>
                    </a:lnTo>
                    <a:lnTo>
                      <a:pt x="5" y="71"/>
                    </a:lnTo>
                    <a:lnTo>
                      <a:pt x="5" y="71"/>
                    </a:lnTo>
                    <a:lnTo>
                      <a:pt x="5" y="71"/>
                    </a:lnTo>
                    <a:lnTo>
                      <a:pt x="5" y="69"/>
                    </a:lnTo>
                    <a:lnTo>
                      <a:pt x="5" y="69"/>
                    </a:lnTo>
                    <a:lnTo>
                      <a:pt x="7" y="69"/>
                    </a:lnTo>
                    <a:lnTo>
                      <a:pt x="7" y="66"/>
                    </a:lnTo>
                    <a:lnTo>
                      <a:pt x="7" y="66"/>
                    </a:lnTo>
                    <a:lnTo>
                      <a:pt x="7" y="66"/>
                    </a:lnTo>
                    <a:lnTo>
                      <a:pt x="7" y="64"/>
                    </a:lnTo>
                    <a:lnTo>
                      <a:pt x="7" y="64"/>
                    </a:lnTo>
                    <a:lnTo>
                      <a:pt x="7" y="62"/>
                    </a:lnTo>
                    <a:lnTo>
                      <a:pt x="7" y="62"/>
                    </a:lnTo>
                    <a:lnTo>
                      <a:pt x="10" y="62"/>
                    </a:lnTo>
                    <a:lnTo>
                      <a:pt x="10" y="62"/>
                    </a:lnTo>
                    <a:lnTo>
                      <a:pt x="10" y="62"/>
                    </a:lnTo>
                    <a:lnTo>
                      <a:pt x="10" y="59"/>
                    </a:lnTo>
                    <a:lnTo>
                      <a:pt x="10" y="59"/>
                    </a:lnTo>
                    <a:lnTo>
                      <a:pt x="10" y="59"/>
                    </a:lnTo>
                    <a:lnTo>
                      <a:pt x="10" y="57"/>
                    </a:lnTo>
                    <a:lnTo>
                      <a:pt x="10" y="57"/>
                    </a:lnTo>
                    <a:lnTo>
                      <a:pt x="10" y="55"/>
                    </a:lnTo>
                    <a:lnTo>
                      <a:pt x="10" y="55"/>
                    </a:lnTo>
                    <a:lnTo>
                      <a:pt x="10" y="55"/>
                    </a:lnTo>
                    <a:lnTo>
                      <a:pt x="10" y="52"/>
                    </a:lnTo>
                    <a:lnTo>
                      <a:pt x="10" y="52"/>
                    </a:lnTo>
                    <a:lnTo>
                      <a:pt x="10" y="50"/>
                    </a:lnTo>
                    <a:lnTo>
                      <a:pt x="10" y="50"/>
                    </a:lnTo>
                    <a:lnTo>
                      <a:pt x="10" y="50"/>
                    </a:lnTo>
                    <a:lnTo>
                      <a:pt x="10" y="48"/>
                    </a:lnTo>
                    <a:lnTo>
                      <a:pt x="10" y="48"/>
                    </a:lnTo>
                    <a:lnTo>
                      <a:pt x="10" y="48"/>
                    </a:lnTo>
                    <a:lnTo>
                      <a:pt x="10" y="45"/>
                    </a:lnTo>
                    <a:lnTo>
                      <a:pt x="10" y="45"/>
                    </a:lnTo>
                    <a:lnTo>
                      <a:pt x="10" y="45"/>
                    </a:lnTo>
                    <a:lnTo>
                      <a:pt x="10" y="45"/>
                    </a:lnTo>
                    <a:lnTo>
                      <a:pt x="10" y="43"/>
                    </a:lnTo>
                    <a:lnTo>
                      <a:pt x="10" y="43"/>
                    </a:lnTo>
                    <a:lnTo>
                      <a:pt x="10" y="43"/>
                    </a:lnTo>
                    <a:lnTo>
                      <a:pt x="10" y="40"/>
                    </a:lnTo>
                    <a:lnTo>
                      <a:pt x="12" y="40"/>
                    </a:lnTo>
                    <a:lnTo>
                      <a:pt x="12" y="40"/>
                    </a:lnTo>
                    <a:lnTo>
                      <a:pt x="12" y="40"/>
                    </a:lnTo>
                    <a:lnTo>
                      <a:pt x="12" y="38"/>
                    </a:lnTo>
                    <a:lnTo>
                      <a:pt x="12" y="38"/>
                    </a:lnTo>
                    <a:lnTo>
                      <a:pt x="12" y="36"/>
                    </a:lnTo>
                    <a:lnTo>
                      <a:pt x="12" y="36"/>
                    </a:lnTo>
                    <a:lnTo>
                      <a:pt x="12" y="33"/>
                    </a:lnTo>
                    <a:lnTo>
                      <a:pt x="12" y="33"/>
                    </a:lnTo>
                    <a:lnTo>
                      <a:pt x="12" y="31"/>
                    </a:lnTo>
                    <a:lnTo>
                      <a:pt x="12" y="31"/>
                    </a:lnTo>
                    <a:lnTo>
                      <a:pt x="12" y="31"/>
                    </a:lnTo>
                    <a:lnTo>
                      <a:pt x="12" y="31"/>
                    </a:lnTo>
                    <a:lnTo>
                      <a:pt x="12" y="29"/>
                    </a:lnTo>
                    <a:lnTo>
                      <a:pt x="12" y="29"/>
                    </a:lnTo>
                    <a:lnTo>
                      <a:pt x="12" y="26"/>
                    </a:lnTo>
                    <a:lnTo>
                      <a:pt x="12" y="26"/>
                    </a:lnTo>
                    <a:lnTo>
                      <a:pt x="12" y="26"/>
                    </a:lnTo>
                    <a:lnTo>
                      <a:pt x="12" y="24"/>
                    </a:lnTo>
                    <a:lnTo>
                      <a:pt x="12" y="24"/>
                    </a:lnTo>
                    <a:lnTo>
                      <a:pt x="12" y="24"/>
                    </a:lnTo>
                    <a:lnTo>
                      <a:pt x="12" y="21"/>
                    </a:lnTo>
                    <a:lnTo>
                      <a:pt x="12" y="21"/>
                    </a:lnTo>
                    <a:lnTo>
                      <a:pt x="12" y="21"/>
                    </a:lnTo>
                    <a:lnTo>
                      <a:pt x="12" y="19"/>
                    </a:lnTo>
                    <a:lnTo>
                      <a:pt x="12" y="19"/>
                    </a:lnTo>
                    <a:lnTo>
                      <a:pt x="14" y="19"/>
                    </a:lnTo>
                    <a:lnTo>
                      <a:pt x="14" y="19"/>
                    </a:lnTo>
                    <a:lnTo>
                      <a:pt x="14" y="17"/>
                    </a:lnTo>
                    <a:lnTo>
                      <a:pt x="14" y="17"/>
                    </a:lnTo>
                    <a:lnTo>
                      <a:pt x="17" y="17"/>
                    </a:lnTo>
                    <a:lnTo>
                      <a:pt x="17" y="17"/>
                    </a:lnTo>
                    <a:lnTo>
                      <a:pt x="17" y="17"/>
                    </a:lnTo>
                    <a:lnTo>
                      <a:pt x="19" y="1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0" name="Freeform 145"/>
              <p:cNvSpPr>
                <a:spLocks/>
              </p:cNvSpPr>
              <p:nvPr/>
            </p:nvSpPr>
            <p:spPr bwMode="auto">
              <a:xfrm>
                <a:off x="1567" y="1907"/>
                <a:ext cx="33" cy="100"/>
              </a:xfrm>
              <a:custGeom>
                <a:avLst/>
                <a:gdLst/>
                <a:ahLst/>
                <a:cxnLst>
                  <a:cxn ang="0">
                    <a:pos x="33" y="2"/>
                  </a:cxn>
                  <a:cxn ang="0">
                    <a:pos x="33" y="7"/>
                  </a:cxn>
                  <a:cxn ang="0">
                    <a:pos x="33" y="12"/>
                  </a:cxn>
                  <a:cxn ang="0">
                    <a:pos x="33" y="14"/>
                  </a:cxn>
                  <a:cxn ang="0">
                    <a:pos x="28" y="17"/>
                  </a:cxn>
                  <a:cxn ang="0">
                    <a:pos x="26" y="21"/>
                  </a:cxn>
                  <a:cxn ang="0">
                    <a:pos x="24" y="24"/>
                  </a:cxn>
                  <a:cxn ang="0">
                    <a:pos x="21" y="21"/>
                  </a:cxn>
                  <a:cxn ang="0">
                    <a:pos x="17" y="21"/>
                  </a:cxn>
                  <a:cxn ang="0">
                    <a:pos x="14" y="26"/>
                  </a:cxn>
                  <a:cxn ang="0">
                    <a:pos x="14" y="31"/>
                  </a:cxn>
                  <a:cxn ang="0">
                    <a:pos x="14" y="36"/>
                  </a:cxn>
                  <a:cxn ang="0">
                    <a:pos x="14" y="40"/>
                  </a:cxn>
                  <a:cxn ang="0">
                    <a:pos x="17" y="40"/>
                  </a:cxn>
                  <a:cxn ang="0">
                    <a:pos x="19" y="40"/>
                  </a:cxn>
                  <a:cxn ang="0">
                    <a:pos x="14" y="43"/>
                  </a:cxn>
                  <a:cxn ang="0">
                    <a:pos x="14" y="48"/>
                  </a:cxn>
                  <a:cxn ang="0">
                    <a:pos x="12" y="50"/>
                  </a:cxn>
                  <a:cxn ang="0">
                    <a:pos x="17" y="50"/>
                  </a:cxn>
                  <a:cxn ang="0">
                    <a:pos x="19" y="50"/>
                  </a:cxn>
                  <a:cxn ang="0">
                    <a:pos x="21" y="48"/>
                  </a:cxn>
                  <a:cxn ang="0">
                    <a:pos x="24" y="52"/>
                  </a:cxn>
                  <a:cxn ang="0">
                    <a:pos x="24" y="59"/>
                  </a:cxn>
                  <a:cxn ang="0">
                    <a:pos x="21" y="62"/>
                  </a:cxn>
                  <a:cxn ang="0">
                    <a:pos x="21" y="66"/>
                  </a:cxn>
                  <a:cxn ang="0">
                    <a:pos x="19" y="71"/>
                  </a:cxn>
                  <a:cxn ang="0">
                    <a:pos x="17" y="76"/>
                  </a:cxn>
                  <a:cxn ang="0">
                    <a:pos x="17" y="81"/>
                  </a:cxn>
                  <a:cxn ang="0">
                    <a:pos x="17" y="85"/>
                  </a:cxn>
                  <a:cxn ang="0">
                    <a:pos x="14" y="90"/>
                  </a:cxn>
                  <a:cxn ang="0">
                    <a:pos x="14" y="97"/>
                  </a:cxn>
                  <a:cxn ang="0">
                    <a:pos x="12" y="97"/>
                  </a:cxn>
                  <a:cxn ang="0">
                    <a:pos x="12" y="95"/>
                  </a:cxn>
                  <a:cxn ang="0">
                    <a:pos x="10" y="90"/>
                  </a:cxn>
                  <a:cxn ang="0">
                    <a:pos x="10" y="85"/>
                  </a:cxn>
                  <a:cxn ang="0">
                    <a:pos x="7" y="81"/>
                  </a:cxn>
                  <a:cxn ang="0">
                    <a:pos x="7" y="76"/>
                  </a:cxn>
                  <a:cxn ang="0">
                    <a:pos x="5" y="71"/>
                  </a:cxn>
                  <a:cxn ang="0">
                    <a:pos x="2" y="66"/>
                  </a:cxn>
                  <a:cxn ang="0">
                    <a:pos x="2" y="62"/>
                  </a:cxn>
                  <a:cxn ang="0">
                    <a:pos x="0" y="57"/>
                  </a:cxn>
                  <a:cxn ang="0">
                    <a:pos x="0" y="52"/>
                  </a:cxn>
                  <a:cxn ang="0">
                    <a:pos x="2" y="50"/>
                  </a:cxn>
                  <a:cxn ang="0">
                    <a:pos x="5" y="45"/>
                  </a:cxn>
                  <a:cxn ang="0">
                    <a:pos x="5" y="43"/>
                  </a:cxn>
                  <a:cxn ang="0">
                    <a:pos x="7" y="40"/>
                  </a:cxn>
                  <a:cxn ang="0">
                    <a:pos x="7" y="36"/>
                  </a:cxn>
                  <a:cxn ang="0">
                    <a:pos x="10" y="31"/>
                  </a:cxn>
                  <a:cxn ang="0">
                    <a:pos x="10" y="26"/>
                  </a:cxn>
                  <a:cxn ang="0">
                    <a:pos x="12" y="21"/>
                  </a:cxn>
                  <a:cxn ang="0">
                    <a:pos x="12" y="14"/>
                  </a:cxn>
                  <a:cxn ang="0">
                    <a:pos x="14" y="14"/>
                  </a:cxn>
                  <a:cxn ang="0">
                    <a:pos x="17" y="10"/>
                  </a:cxn>
                  <a:cxn ang="0">
                    <a:pos x="21" y="7"/>
                  </a:cxn>
                  <a:cxn ang="0">
                    <a:pos x="24" y="7"/>
                  </a:cxn>
                  <a:cxn ang="0">
                    <a:pos x="26" y="2"/>
                  </a:cxn>
                  <a:cxn ang="0">
                    <a:pos x="28" y="2"/>
                  </a:cxn>
                  <a:cxn ang="0">
                    <a:pos x="33" y="0"/>
                  </a:cxn>
                </a:cxnLst>
                <a:rect l="0" t="0" r="r" b="b"/>
                <a:pathLst>
                  <a:path w="33" h="100">
                    <a:moveTo>
                      <a:pt x="33" y="0"/>
                    </a:moveTo>
                    <a:lnTo>
                      <a:pt x="33" y="0"/>
                    </a:lnTo>
                    <a:lnTo>
                      <a:pt x="33" y="0"/>
                    </a:lnTo>
                    <a:lnTo>
                      <a:pt x="33" y="2"/>
                    </a:lnTo>
                    <a:lnTo>
                      <a:pt x="33" y="2"/>
                    </a:lnTo>
                    <a:lnTo>
                      <a:pt x="33" y="2"/>
                    </a:lnTo>
                    <a:lnTo>
                      <a:pt x="33" y="2"/>
                    </a:lnTo>
                    <a:lnTo>
                      <a:pt x="33" y="5"/>
                    </a:lnTo>
                    <a:lnTo>
                      <a:pt x="33" y="5"/>
                    </a:lnTo>
                    <a:lnTo>
                      <a:pt x="33" y="5"/>
                    </a:lnTo>
                    <a:lnTo>
                      <a:pt x="33" y="5"/>
                    </a:lnTo>
                    <a:lnTo>
                      <a:pt x="33" y="7"/>
                    </a:lnTo>
                    <a:lnTo>
                      <a:pt x="33" y="7"/>
                    </a:lnTo>
                    <a:lnTo>
                      <a:pt x="33" y="7"/>
                    </a:lnTo>
                    <a:lnTo>
                      <a:pt x="33" y="10"/>
                    </a:lnTo>
                    <a:lnTo>
                      <a:pt x="33" y="10"/>
                    </a:lnTo>
                    <a:lnTo>
                      <a:pt x="33" y="12"/>
                    </a:lnTo>
                    <a:lnTo>
                      <a:pt x="33" y="12"/>
                    </a:lnTo>
                    <a:lnTo>
                      <a:pt x="33" y="12"/>
                    </a:lnTo>
                    <a:lnTo>
                      <a:pt x="33" y="12"/>
                    </a:lnTo>
                    <a:lnTo>
                      <a:pt x="33" y="12"/>
                    </a:lnTo>
                    <a:lnTo>
                      <a:pt x="33" y="14"/>
                    </a:lnTo>
                    <a:lnTo>
                      <a:pt x="33" y="14"/>
                    </a:lnTo>
                    <a:lnTo>
                      <a:pt x="33" y="14"/>
                    </a:lnTo>
                    <a:lnTo>
                      <a:pt x="33" y="17"/>
                    </a:lnTo>
                    <a:lnTo>
                      <a:pt x="31" y="17"/>
                    </a:lnTo>
                    <a:lnTo>
                      <a:pt x="31" y="17"/>
                    </a:lnTo>
                    <a:lnTo>
                      <a:pt x="31" y="17"/>
                    </a:lnTo>
                    <a:lnTo>
                      <a:pt x="28" y="17"/>
                    </a:lnTo>
                    <a:lnTo>
                      <a:pt x="28" y="17"/>
                    </a:lnTo>
                    <a:lnTo>
                      <a:pt x="28" y="19"/>
                    </a:lnTo>
                    <a:lnTo>
                      <a:pt x="28" y="19"/>
                    </a:lnTo>
                    <a:lnTo>
                      <a:pt x="26" y="19"/>
                    </a:lnTo>
                    <a:lnTo>
                      <a:pt x="26" y="19"/>
                    </a:lnTo>
                    <a:lnTo>
                      <a:pt x="26" y="21"/>
                    </a:lnTo>
                    <a:lnTo>
                      <a:pt x="26" y="21"/>
                    </a:lnTo>
                    <a:lnTo>
                      <a:pt x="26" y="21"/>
                    </a:lnTo>
                    <a:lnTo>
                      <a:pt x="26" y="24"/>
                    </a:lnTo>
                    <a:lnTo>
                      <a:pt x="26" y="24"/>
                    </a:lnTo>
                    <a:lnTo>
                      <a:pt x="26" y="24"/>
                    </a:lnTo>
                    <a:lnTo>
                      <a:pt x="24" y="24"/>
                    </a:lnTo>
                    <a:lnTo>
                      <a:pt x="24" y="24"/>
                    </a:lnTo>
                    <a:lnTo>
                      <a:pt x="24" y="24"/>
                    </a:lnTo>
                    <a:lnTo>
                      <a:pt x="24" y="24"/>
                    </a:lnTo>
                    <a:lnTo>
                      <a:pt x="24" y="21"/>
                    </a:lnTo>
                    <a:lnTo>
                      <a:pt x="21" y="21"/>
                    </a:lnTo>
                    <a:lnTo>
                      <a:pt x="21" y="21"/>
                    </a:lnTo>
                    <a:lnTo>
                      <a:pt x="21" y="21"/>
                    </a:lnTo>
                    <a:lnTo>
                      <a:pt x="21" y="21"/>
                    </a:lnTo>
                    <a:lnTo>
                      <a:pt x="19" y="21"/>
                    </a:lnTo>
                    <a:lnTo>
                      <a:pt x="19" y="21"/>
                    </a:lnTo>
                    <a:lnTo>
                      <a:pt x="19" y="21"/>
                    </a:lnTo>
                    <a:lnTo>
                      <a:pt x="17" y="21"/>
                    </a:lnTo>
                    <a:lnTo>
                      <a:pt x="17" y="21"/>
                    </a:lnTo>
                    <a:lnTo>
                      <a:pt x="17" y="21"/>
                    </a:lnTo>
                    <a:lnTo>
                      <a:pt x="17" y="24"/>
                    </a:lnTo>
                    <a:lnTo>
                      <a:pt x="17" y="24"/>
                    </a:lnTo>
                    <a:lnTo>
                      <a:pt x="17" y="26"/>
                    </a:lnTo>
                    <a:lnTo>
                      <a:pt x="14" y="26"/>
                    </a:lnTo>
                    <a:lnTo>
                      <a:pt x="14" y="26"/>
                    </a:lnTo>
                    <a:lnTo>
                      <a:pt x="14" y="26"/>
                    </a:lnTo>
                    <a:lnTo>
                      <a:pt x="14" y="29"/>
                    </a:lnTo>
                    <a:lnTo>
                      <a:pt x="14" y="29"/>
                    </a:lnTo>
                    <a:lnTo>
                      <a:pt x="14" y="29"/>
                    </a:lnTo>
                    <a:lnTo>
                      <a:pt x="14" y="31"/>
                    </a:lnTo>
                    <a:lnTo>
                      <a:pt x="14" y="31"/>
                    </a:lnTo>
                    <a:lnTo>
                      <a:pt x="14" y="31"/>
                    </a:lnTo>
                    <a:lnTo>
                      <a:pt x="14" y="31"/>
                    </a:lnTo>
                    <a:lnTo>
                      <a:pt x="14" y="33"/>
                    </a:lnTo>
                    <a:lnTo>
                      <a:pt x="14" y="33"/>
                    </a:lnTo>
                    <a:lnTo>
                      <a:pt x="14" y="36"/>
                    </a:lnTo>
                    <a:lnTo>
                      <a:pt x="14" y="36"/>
                    </a:lnTo>
                    <a:lnTo>
                      <a:pt x="14" y="38"/>
                    </a:lnTo>
                    <a:lnTo>
                      <a:pt x="14" y="38"/>
                    </a:lnTo>
                    <a:lnTo>
                      <a:pt x="14" y="38"/>
                    </a:lnTo>
                    <a:lnTo>
                      <a:pt x="14" y="38"/>
                    </a:lnTo>
                    <a:lnTo>
                      <a:pt x="14" y="38"/>
                    </a:lnTo>
                    <a:lnTo>
                      <a:pt x="14" y="40"/>
                    </a:lnTo>
                    <a:lnTo>
                      <a:pt x="14" y="40"/>
                    </a:lnTo>
                    <a:lnTo>
                      <a:pt x="14" y="40"/>
                    </a:lnTo>
                    <a:lnTo>
                      <a:pt x="14" y="40"/>
                    </a:lnTo>
                    <a:lnTo>
                      <a:pt x="14" y="40"/>
                    </a:lnTo>
                    <a:lnTo>
                      <a:pt x="17" y="40"/>
                    </a:lnTo>
                    <a:lnTo>
                      <a:pt x="17" y="40"/>
                    </a:lnTo>
                    <a:lnTo>
                      <a:pt x="17" y="40"/>
                    </a:lnTo>
                    <a:lnTo>
                      <a:pt x="17" y="40"/>
                    </a:lnTo>
                    <a:lnTo>
                      <a:pt x="19" y="40"/>
                    </a:lnTo>
                    <a:lnTo>
                      <a:pt x="19" y="40"/>
                    </a:lnTo>
                    <a:lnTo>
                      <a:pt x="19" y="40"/>
                    </a:lnTo>
                    <a:lnTo>
                      <a:pt x="19" y="40"/>
                    </a:lnTo>
                    <a:lnTo>
                      <a:pt x="17" y="40"/>
                    </a:lnTo>
                    <a:lnTo>
                      <a:pt x="17" y="43"/>
                    </a:lnTo>
                    <a:lnTo>
                      <a:pt x="17" y="43"/>
                    </a:lnTo>
                    <a:lnTo>
                      <a:pt x="17" y="43"/>
                    </a:lnTo>
                    <a:lnTo>
                      <a:pt x="17" y="43"/>
                    </a:lnTo>
                    <a:lnTo>
                      <a:pt x="14" y="43"/>
                    </a:lnTo>
                    <a:lnTo>
                      <a:pt x="14" y="43"/>
                    </a:lnTo>
                    <a:lnTo>
                      <a:pt x="14" y="45"/>
                    </a:lnTo>
                    <a:lnTo>
                      <a:pt x="14" y="45"/>
                    </a:lnTo>
                    <a:lnTo>
                      <a:pt x="14" y="45"/>
                    </a:lnTo>
                    <a:lnTo>
                      <a:pt x="14" y="48"/>
                    </a:lnTo>
                    <a:lnTo>
                      <a:pt x="14" y="48"/>
                    </a:lnTo>
                    <a:lnTo>
                      <a:pt x="14" y="50"/>
                    </a:lnTo>
                    <a:lnTo>
                      <a:pt x="12" y="50"/>
                    </a:lnTo>
                    <a:lnTo>
                      <a:pt x="12" y="50"/>
                    </a:lnTo>
                    <a:lnTo>
                      <a:pt x="12" y="50"/>
                    </a:lnTo>
                    <a:lnTo>
                      <a:pt x="12" y="50"/>
                    </a:lnTo>
                    <a:lnTo>
                      <a:pt x="12" y="50"/>
                    </a:lnTo>
                    <a:lnTo>
                      <a:pt x="12" y="52"/>
                    </a:lnTo>
                    <a:lnTo>
                      <a:pt x="14" y="52"/>
                    </a:lnTo>
                    <a:lnTo>
                      <a:pt x="14" y="52"/>
                    </a:lnTo>
                    <a:lnTo>
                      <a:pt x="14" y="50"/>
                    </a:lnTo>
                    <a:lnTo>
                      <a:pt x="14" y="50"/>
                    </a:lnTo>
                    <a:lnTo>
                      <a:pt x="17" y="50"/>
                    </a:lnTo>
                    <a:lnTo>
                      <a:pt x="17" y="52"/>
                    </a:lnTo>
                    <a:lnTo>
                      <a:pt x="17" y="52"/>
                    </a:lnTo>
                    <a:lnTo>
                      <a:pt x="17" y="50"/>
                    </a:lnTo>
                    <a:lnTo>
                      <a:pt x="17" y="50"/>
                    </a:lnTo>
                    <a:lnTo>
                      <a:pt x="19" y="50"/>
                    </a:lnTo>
                    <a:lnTo>
                      <a:pt x="19" y="50"/>
                    </a:lnTo>
                    <a:lnTo>
                      <a:pt x="19" y="50"/>
                    </a:lnTo>
                    <a:lnTo>
                      <a:pt x="21" y="50"/>
                    </a:lnTo>
                    <a:lnTo>
                      <a:pt x="21" y="50"/>
                    </a:lnTo>
                    <a:lnTo>
                      <a:pt x="21" y="50"/>
                    </a:lnTo>
                    <a:lnTo>
                      <a:pt x="21" y="50"/>
                    </a:lnTo>
                    <a:lnTo>
                      <a:pt x="21" y="48"/>
                    </a:lnTo>
                    <a:lnTo>
                      <a:pt x="24" y="48"/>
                    </a:lnTo>
                    <a:lnTo>
                      <a:pt x="24" y="50"/>
                    </a:lnTo>
                    <a:lnTo>
                      <a:pt x="24" y="50"/>
                    </a:lnTo>
                    <a:lnTo>
                      <a:pt x="24" y="50"/>
                    </a:lnTo>
                    <a:lnTo>
                      <a:pt x="24" y="52"/>
                    </a:lnTo>
                    <a:lnTo>
                      <a:pt x="24" y="52"/>
                    </a:lnTo>
                    <a:lnTo>
                      <a:pt x="24" y="55"/>
                    </a:lnTo>
                    <a:lnTo>
                      <a:pt x="24" y="55"/>
                    </a:lnTo>
                    <a:lnTo>
                      <a:pt x="24" y="55"/>
                    </a:lnTo>
                    <a:lnTo>
                      <a:pt x="24" y="57"/>
                    </a:lnTo>
                    <a:lnTo>
                      <a:pt x="24" y="57"/>
                    </a:lnTo>
                    <a:lnTo>
                      <a:pt x="24" y="59"/>
                    </a:lnTo>
                    <a:lnTo>
                      <a:pt x="24" y="59"/>
                    </a:lnTo>
                    <a:lnTo>
                      <a:pt x="24" y="59"/>
                    </a:lnTo>
                    <a:lnTo>
                      <a:pt x="24" y="62"/>
                    </a:lnTo>
                    <a:lnTo>
                      <a:pt x="24" y="62"/>
                    </a:lnTo>
                    <a:lnTo>
                      <a:pt x="24" y="62"/>
                    </a:lnTo>
                    <a:lnTo>
                      <a:pt x="21" y="62"/>
                    </a:lnTo>
                    <a:lnTo>
                      <a:pt x="21" y="62"/>
                    </a:lnTo>
                    <a:lnTo>
                      <a:pt x="21" y="64"/>
                    </a:lnTo>
                    <a:lnTo>
                      <a:pt x="21" y="64"/>
                    </a:lnTo>
                    <a:lnTo>
                      <a:pt x="21" y="66"/>
                    </a:lnTo>
                    <a:lnTo>
                      <a:pt x="21" y="66"/>
                    </a:lnTo>
                    <a:lnTo>
                      <a:pt x="21" y="66"/>
                    </a:lnTo>
                    <a:lnTo>
                      <a:pt x="21" y="69"/>
                    </a:lnTo>
                    <a:lnTo>
                      <a:pt x="19" y="69"/>
                    </a:lnTo>
                    <a:lnTo>
                      <a:pt x="19" y="69"/>
                    </a:lnTo>
                    <a:lnTo>
                      <a:pt x="19" y="71"/>
                    </a:lnTo>
                    <a:lnTo>
                      <a:pt x="19" y="71"/>
                    </a:lnTo>
                    <a:lnTo>
                      <a:pt x="19" y="71"/>
                    </a:lnTo>
                    <a:lnTo>
                      <a:pt x="19" y="71"/>
                    </a:lnTo>
                    <a:lnTo>
                      <a:pt x="19" y="74"/>
                    </a:lnTo>
                    <a:lnTo>
                      <a:pt x="17" y="74"/>
                    </a:lnTo>
                    <a:lnTo>
                      <a:pt x="17" y="74"/>
                    </a:lnTo>
                    <a:lnTo>
                      <a:pt x="17" y="76"/>
                    </a:lnTo>
                    <a:lnTo>
                      <a:pt x="17" y="76"/>
                    </a:lnTo>
                    <a:lnTo>
                      <a:pt x="19" y="76"/>
                    </a:lnTo>
                    <a:lnTo>
                      <a:pt x="19" y="78"/>
                    </a:lnTo>
                    <a:lnTo>
                      <a:pt x="17" y="78"/>
                    </a:lnTo>
                    <a:lnTo>
                      <a:pt x="17" y="78"/>
                    </a:lnTo>
                    <a:lnTo>
                      <a:pt x="17" y="81"/>
                    </a:lnTo>
                    <a:lnTo>
                      <a:pt x="17" y="81"/>
                    </a:lnTo>
                    <a:lnTo>
                      <a:pt x="17" y="81"/>
                    </a:lnTo>
                    <a:lnTo>
                      <a:pt x="17" y="83"/>
                    </a:lnTo>
                    <a:lnTo>
                      <a:pt x="17" y="83"/>
                    </a:lnTo>
                    <a:lnTo>
                      <a:pt x="17" y="83"/>
                    </a:lnTo>
                    <a:lnTo>
                      <a:pt x="17" y="85"/>
                    </a:lnTo>
                    <a:lnTo>
                      <a:pt x="17" y="85"/>
                    </a:lnTo>
                    <a:lnTo>
                      <a:pt x="17" y="85"/>
                    </a:lnTo>
                    <a:lnTo>
                      <a:pt x="17" y="88"/>
                    </a:lnTo>
                    <a:lnTo>
                      <a:pt x="17" y="88"/>
                    </a:lnTo>
                    <a:lnTo>
                      <a:pt x="17" y="90"/>
                    </a:lnTo>
                    <a:lnTo>
                      <a:pt x="17" y="90"/>
                    </a:lnTo>
                    <a:lnTo>
                      <a:pt x="14" y="90"/>
                    </a:lnTo>
                    <a:lnTo>
                      <a:pt x="14" y="90"/>
                    </a:lnTo>
                    <a:lnTo>
                      <a:pt x="14" y="93"/>
                    </a:lnTo>
                    <a:lnTo>
                      <a:pt x="14" y="93"/>
                    </a:lnTo>
                    <a:lnTo>
                      <a:pt x="14" y="95"/>
                    </a:lnTo>
                    <a:lnTo>
                      <a:pt x="14" y="95"/>
                    </a:lnTo>
                    <a:lnTo>
                      <a:pt x="14" y="97"/>
                    </a:lnTo>
                    <a:lnTo>
                      <a:pt x="14" y="97"/>
                    </a:lnTo>
                    <a:lnTo>
                      <a:pt x="14" y="97"/>
                    </a:lnTo>
                    <a:lnTo>
                      <a:pt x="14" y="97"/>
                    </a:lnTo>
                    <a:lnTo>
                      <a:pt x="14" y="100"/>
                    </a:lnTo>
                    <a:lnTo>
                      <a:pt x="12" y="100"/>
                    </a:lnTo>
                    <a:lnTo>
                      <a:pt x="12" y="97"/>
                    </a:lnTo>
                    <a:lnTo>
                      <a:pt x="12" y="97"/>
                    </a:lnTo>
                    <a:lnTo>
                      <a:pt x="12" y="97"/>
                    </a:lnTo>
                    <a:lnTo>
                      <a:pt x="12" y="95"/>
                    </a:lnTo>
                    <a:lnTo>
                      <a:pt x="12" y="95"/>
                    </a:lnTo>
                    <a:lnTo>
                      <a:pt x="12" y="95"/>
                    </a:lnTo>
                    <a:lnTo>
                      <a:pt x="12" y="95"/>
                    </a:lnTo>
                    <a:lnTo>
                      <a:pt x="12" y="93"/>
                    </a:lnTo>
                    <a:lnTo>
                      <a:pt x="12" y="93"/>
                    </a:lnTo>
                    <a:lnTo>
                      <a:pt x="12" y="90"/>
                    </a:lnTo>
                    <a:lnTo>
                      <a:pt x="12" y="90"/>
                    </a:lnTo>
                    <a:lnTo>
                      <a:pt x="10" y="90"/>
                    </a:lnTo>
                    <a:lnTo>
                      <a:pt x="10" y="90"/>
                    </a:lnTo>
                    <a:lnTo>
                      <a:pt x="10" y="88"/>
                    </a:lnTo>
                    <a:lnTo>
                      <a:pt x="10" y="88"/>
                    </a:lnTo>
                    <a:lnTo>
                      <a:pt x="10" y="88"/>
                    </a:lnTo>
                    <a:lnTo>
                      <a:pt x="10" y="85"/>
                    </a:lnTo>
                    <a:lnTo>
                      <a:pt x="10" y="85"/>
                    </a:lnTo>
                    <a:lnTo>
                      <a:pt x="10" y="85"/>
                    </a:lnTo>
                    <a:lnTo>
                      <a:pt x="10" y="83"/>
                    </a:lnTo>
                    <a:lnTo>
                      <a:pt x="10" y="83"/>
                    </a:lnTo>
                    <a:lnTo>
                      <a:pt x="7" y="83"/>
                    </a:lnTo>
                    <a:lnTo>
                      <a:pt x="7" y="81"/>
                    </a:lnTo>
                    <a:lnTo>
                      <a:pt x="7" y="81"/>
                    </a:lnTo>
                    <a:lnTo>
                      <a:pt x="7" y="81"/>
                    </a:lnTo>
                    <a:lnTo>
                      <a:pt x="7" y="81"/>
                    </a:lnTo>
                    <a:lnTo>
                      <a:pt x="7" y="78"/>
                    </a:lnTo>
                    <a:lnTo>
                      <a:pt x="7" y="78"/>
                    </a:lnTo>
                    <a:lnTo>
                      <a:pt x="7" y="76"/>
                    </a:lnTo>
                    <a:lnTo>
                      <a:pt x="7" y="76"/>
                    </a:lnTo>
                    <a:lnTo>
                      <a:pt x="7" y="76"/>
                    </a:lnTo>
                    <a:lnTo>
                      <a:pt x="5" y="76"/>
                    </a:lnTo>
                    <a:lnTo>
                      <a:pt x="5" y="74"/>
                    </a:lnTo>
                    <a:lnTo>
                      <a:pt x="5" y="74"/>
                    </a:lnTo>
                    <a:lnTo>
                      <a:pt x="5" y="71"/>
                    </a:lnTo>
                    <a:lnTo>
                      <a:pt x="5" y="71"/>
                    </a:lnTo>
                    <a:lnTo>
                      <a:pt x="5" y="71"/>
                    </a:lnTo>
                    <a:lnTo>
                      <a:pt x="5" y="71"/>
                    </a:lnTo>
                    <a:lnTo>
                      <a:pt x="5" y="69"/>
                    </a:lnTo>
                    <a:lnTo>
                      <a:pt x="5" y="69"/>
                    </a:lnTo>
                    <a:lnTo>
                      <a:pt x="2" y="69"/>
                    </a:lnTo>
                    <a:lnTo>
                      <a:pt x="2" y="66"/>
                    </a:lnTo>
                    <a:lnTo>
                      <a:pt x="2" y="66"/>
                    </a:lnTo>
                    <a:lnTo>
                      <a:pt x="2" y="66"/>
                    </a:lnTo>
                    <a:lnTo>
                      <a:pt x="2" y="64"/>
                    </a:lnTo>
                    <a:lnTo>
                      <a:pt x="2" y="64"/>
                    </a:lnTo>
                    <a:lnTo>
                      <a:pt x="2" y="64"/>
                    </a:lnTo>
                    <a:lnTo>
                      <a:pt x="2" y="62"/>
                    </a:lnTo>
                    <a:lnTo>
                      <a:pt x="2" y="62"/>
                    </a:lnTo>
                    <a:lnTo>
                      <a:pt x="0" y="62"/>
                    </a:lnTo>
                    <a:lnTo>
                      <a:pt x="0" y="62"/>
                    </a:lnTo>
                    <a:lnTo>
                      <a:pt x="0" y="59"/>
                    </a:lnTo>
                    <a:lnTo>
                      <a:pt x="0" y="59"/>
                    </a:lnTo>
                    <a:lnTo>
                      <a:pt x="0" y="59"/>
                    </a:lnTo>
                    <a:lnTo>
                      <a:pt x="0" y="57"/>
                    </a:lnTo>
                    <a:lnTo>
                      <a:pt x="0" y="57"/>
                    </a:lnTo>
                    <a:lnTo>
                      <a:pt x="0" y="57"/>
                    </a:lnTo>
                    <a:lnTo>
                      <a:pt x="0" y="55"/>
                    </a:lnTo>
                    <a:lnTo>
                      <a:pt x="0" y="55"/>
                    </a:lnTo>
                    <a:lnTo>
                      <a:pt x="0" y="55"/>
                    </a:lnTo>
                    <a:lnTo>
                      <a:pt x="0" y="52"/>
                    </a:lnTo>
                    <a:lnTo>
                      <a:pt x="0" y="52"/>
                    </a:lnTo>
                    <a:lnTo>
                      <a:pt x="0" y="52"/>
                    </a:lnTo>
                    <a:lnTo>
                      <a:pt x="0" y="50"/>
                    </a:lnTo>
                    <a:lnTo>
                      <a:pt x="0" y="50"/>
                    </a:lnTo>
                    <a:lnTo>
                      <a:pt x="2" y="50"/>
                    </a:lnTo>
                    <a:lnTo>
                      <a:pt x="2" y="50"/>
                    </a:lnTo>
                    <a:lnTo>
                      <a:pt x="2" y="50"/>
                    </a:lnTo>
                    <a:lnTo>
                      <a:pt x="2" y="48"/>
                    </a:lnTo>
                    <a:lnTo>
                      <a:pt x="2" y="48"/>
                    </a:lnTo>
                    <a:lnTo>
                      <a:pt x="5" y="48"/>
                    </a:lnTo>
                    <a:lnTo>
                      <a:pt x="5" y="48"/>
                    </a:lnTo>
                    <a:lnTo>
                      <a:pt x="5" y="45"/>
                    </a:lnTo>
                    <a:lnTo>
                      <a:pt x="2" y="45"/>
                    </a:lnTo>
                    <a:lnTo>
                      <a:pt x="2" y="45"/>
                    </a:lnTo>
                    <a:lnTo>
                      <a:pt x="2" y="45"/>
                    </a:lnTo>
                    <a:lnTo>
                      <a:pt x="2" y="45"/>
                    </a:lnTo>
                    <a:lnTo>
                      <a:pt x="2" y="43"/>
                    </a:lnTo>
                    <a:lnTo>
                      <a:pt x="5" y="43"/>
                    </a:lnTo>
                    <a:lnTo>
                      <a:pt x="5" y="43"/>
                    </a:lnTo>
                    <a:lnTo>
                      <a:pt x="5" y="40"/>
                    </a:lnTo>
                    <a:lnTo>
                      <a:pt x="5" y="40"/>
                    </a:lnTo>
                    <a:lnTo>
                      <a:pt x="5" y="40"/>
                    </a:lnTo>
                    <a:lnTo>
                      <a:pt x="7" y="40"/>
                    </a:lnTo>
                    <a:lnTo>
                      <a:pt x="7" y="40"/>
                    </a:lnTo>
                    <a:lnTo>
                      <a:pt x="7" y="38"/>
                    </a:lnTo>
                    <a:lnTo>
                      <a:pt x="7" y="38"/>
                    </a:lnTo>
                    <a:lnTo>
                      <a:pt x="7" y="38"/>
                    </a:lnTo>
                    <a:lnTo>
                      <a:pt x="7" y="36"/>
                    </a:lnTo>
                    <a:lnTo>
                      <a:pt x="7" y="36"/>
                    </a:lnTo>
                    <a:lnTo>
                      <a:pt x="7" y="36"/>
                    </a:lnTo>
                    <a:lnTo>
                      <a:pt x="7" y="33"/>
                    </a:lnTo>
                    <a:lnTo>
                      <a:pt x="7" y="33"/>
                    </a:lnTo>
                    <a:lnTo>
                      <a:pt x="10" y="33"/>
                    </a:lnTo>
                    <a:lnTo>
                      <a:pt x="10" y="31"/>
                    </a:lnTo>
                    <a:lnTo>
                      <a:pt x="10" y="31"/>
                    </a:lnTo>
                    <a:lnTo>
                      <a:pt x="10" y="31"/>
                    </a:lnTo>
                    <a:lnTo>
                      <a:pt x="10" y="31"/>
                    </a:lnTo>
                    <a:lnTo>
                      <a:pt x="10" y="29"/>
                    </a:lnTo>
                    <a:lnTo>
                      <a:pt x="10" y="29"/>
                    </a:lnTo>
                    <a:lnTo>
                      <a:pt x="10" y="29"/>
                    </a:lnTo>
                    <a:lnTo>
                      <a:pt x="10" y="26"/>
                    </a:lnTo>
                    <a:lnTo>
                      <a:pt x="10" y="26"/>
                    </a:lnTo>
                    <a:lnTo>
                      <a:pt x="10" y="24"/>
                    </a:lnTo>
                    <a:lnTo>
                      <a:pt x="12" y="24"/>
                    </a:lnTo>
                    <a:lnTo>
                      <a:pt x="12" y="24"/>
                    </a:lnTo>
                    <a:lnTo>
                      <a:pt x="12" y="21"/>
                    </a:lnTo>
                    <a:lnTo>
                      <a:pt x="12" y="21"/>
                    </a:lnTo>
                    <a:lnTo>
                      <a:pt x="12" y="21"/>
                    </a:lnTo>
                    <a:lnTo>
                      <a:pt x="12" y="21"/>
                    </a:lnTo>
                    <a:lnTo>
                      <a:pt x="12" y="19"/>
                    </a:lnTo>
                    <a:lnTo>
                      <a:pt x="12" y="19"/>
                    </a:lnTo>
                    <a:lnTo>
                      <a:pt x="12" y="17"/>
                    </a:lnTo>
                    <a:lnTo>
                      <a:pt x="12" y="17"/>
                    </a:lnTo>
                    <a:lnTo>
                      <a:pt x="12" y="14"/>
                    </a:lnTo>
                    <a:lnTo>
                      <a:pt x="14" y="14"/>
                    </a:lnTo>
                    <a:lnTo>
                      <a:pt x="14" y="14"/>
                    </a:lnTo>
                    <a:lnTo>
                      <a:pt x="14" y="12"/>
                    </a:lnTo>
                    <a:lnTo>
                      <a:pt x="14" y="12"/>
                    </a:lnTo>
                    <a:lnTo>
                      <a:pt x="14" y="14"/>
                    </a:lnTo>
                    <a:lnTo>
                      <a:pt x="14" y="14"/>
                    </a:lnTo>
                    <a:lnTo>
                      <a:pt x="14" y="12"/>
                    </a:lnTo>
                    <a:lnTo>
                      <a:pt x="14" y="12"/>
                    </a:lnTo>
                    <a:lnTo>
                      <a:pt x="14" y="12"/>
                    </a:lnTo>
                    <a:lnTo>
                      <a:pt x="14" y="10"/>
                    </a:lnTo>
                    <a:lnTo>
                      <a:pt x="17" y="10"/>
                    </a:lnTo>
                    <a:lnTo>
                      <a:pt x="17" y="10"/>
                    </a:lnTo>
                    <a:lnTo>
                      <a:pt x="17" y="7"/>
                    </a:lnTo>
                    <a:lnTo>
                      <a:pt x="17" y="7"/>
                    </a:lnTo>
                    <a:lnTo>
                      <a:pt x="17" y="7"/>
                    </a:lnTo>
                    <a:lnTo>
                      <a:pt x="19" y="7"/>
                    </a:lnTo>
                    <a:lnTo>
                      <a:pt x="19" y="7"/>
                    </a:lnTo>
                    <a:lnTo>
                      <a:pt x="21" y="7"/>
                    </a:lnTo>
                    <a:lnTo>
                      <a:pt x="21" y="7"/>
                    </a:lnTo>
                    <a:lnTo>
                      <a:pt x="21" y="7"/>
                    </a:lnTo>
                    <a:lnTo>
                      <a:pt x="21" y="10"/>
                    </a:lnTo>
                    <a:lnTo>
                      <a:pt x="24" y="10"/>
                    </a:lnTo>
                    <a:lnTo>
                      <a:pt x="24" y="7"/>
                    </a:lnTo>
                    <a:lnTo>
                      <a:pt x="24" y="7"/>
                    </a:lnTo>
                    <a:lnTo>
                      <a:pt x="24" y="7"/>
                    </a:lnTo>
                    <a:lnTo>
                      <a:pt x="24" y="7"/>
                    </a:lnTo>
                    <a:lnTo>
                      <a:pt x="26" y="7"/>
                    </a:lnTo>
                    <a:lnTo>
                      <a:pt x="26" y="5"/>
                    </a:lnTo>
                    <a:lnTo>
                      <a:pt x="26" y="5"/>
                    </a:lnTo>
                    <a:lnTo>
                      <a:pt x="26" y="2"/>
                    </a:lnTo>
                    <a:lnTo>
                      <a:pt x="26" y="2"/>
                    </a:lnTo>
                    <a:lnTo>
                      <a:pt x="28" y="2"/>
                    </a:lnTo>
                    <a:lnTo>
                      <a:pt x="28" y="2"/>
                    </a:lnTo>
                    <a:lnTo>
                      <a:pt x="28" y="2"/>
                    </a:lnTo>
                    <a:lnTo>
                      <a:pt x="28" y="2"/>
                    </a:lnTo>
                    <a:lnTo>
                      <a:pt x="28" y="2"/>
                    </a:lnTo>
                    <a:lnTo>
                      <a:pt x="31" y="2"/>
                    </a:lnTo>
                    <a:lnTo>
                      <a:pt x="31" y="2"/>
                    </a:lnTo>
                    <a:lnTo>
                      <a:pt x="33" y="2"/>
                    </a:lnTo>
                    <a:lnTo>
                      <a:pt x="33" y="0"/>
                    </a:lnTo>
                    <a:lnTo>
                      <a:pt x="33" y="0"/>
                    </a:lnTo>
                    <a:lnTo>
                      <a:pt x="33" y="0"/>
                    </a:lnTo>
                    <a:lnTo>
                      <a:pt x="3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1" name="Freeform 146"/>
              <p:cNvSpPr>
                <a:spLocks/>
              </p:cNvSpPr>
              <p:nvPr/>
            </p:nvSpPr>
            <p:spPr bwMode="auto">
              <a:xfrm>
                <a:off x="1567" y="1907"/>
                <a:ext cx="33" cy="100"/>
              </a:xfrm>
              <a:custGeom>
                <a:avLst/>
                <a:gdLst/>
                <a:ahLst/>
                <a:cxnLst>
                  <a:cxn ang="0">
                    <a:pos x="33" y="2"/>
                  </a:cxn>
                  <a:cxn ang="0">
                    <a:pos x="33" y="7"/>
                  </a:cxn>
                  <a:cxn ang="0">
                    <a:pos x="33" y="12"/>
                  </a:cxn>
                  <a:cxn ang="0">
                    <a:pos x="33" y="14"/>
                  </a:cxn>
                  <a:cxn ang="0">
                    <a:pos x="28" y="17"/>
                  </a:cxn>
                  <a:cxn ang="0">
                    <a:pos x="26" y="21"/>
                  </a:cxn>
                  <a:cxn ang="0">
                    <a:pos x="24" y="24"/>
                  </a:cxn>
                  <a:cxn ang="0">
                    <a:pos x="21" y="21"/>
                  </a:cxn>
                  <a:cxn ang="0">
                    <a:pos x="17" y="21"/>
                  </a:cxn>
                  <a:cxn ang="0">
                    <a:pos x="14" y="26"/>
                  </a:cxn>
                  <a:cxn ang="0">
                    <a:pos x="14" y="31"/>
                  </a:cxn>
                  <a:cxn ang="0">
                    <a:pos x="14" y="36"/>
                  </a:cxn>
                  <a:cxn ang="0">
                    <a:pos x="14" y="40"/>
                  </a:cxn>
                  <a:cxn ang="0">
                    <a:pos x="17" y="40"/>
                  </a:cxn>
                  <a:cxn ang="0">
                    <a:pos x="19" y="40"/>
                  </a:cxn>
                  <a:cxn ang="0">
                    <a:pos x="14" y="43"/>
                  </a:cxn>
                  <a:cxn ang="0">
                    <a:pos x="14" y="48"/>
                  </a:cxn>
                  <a:cxn ang="0">
                    <a:pos x="12" y="50"/>
                  </a:cxn>
                  <a:cxn ang="0">
                    <a:pos x="17" y="50"/>
                  </a:cxn>
                  <a:cxn ang="0">
                    <a:pos x="19" y="50"/>
                  </a:cxn>
                  <a:cxn ang="0">
                    <a:pos x="21" y="48"/>
                  </a:cxn>
                  <a:cxn ang="0">
                    <a:pos x="24" y="52"/>
                  </a:cxn>
                  <a:cxn ang="0">
                    <a:pos x="24" y="59"/>
                  </a:cxn>
                  <a:cxn ang="0">
                    <a:pos x="21" y="62"/>
                  </a:cxn>
                  <a:cxn ang="0">
                    <a:pos x="21" y="66"/>
                  </a:cxn>
                  <a:cxn ang="0">
                    <a:pos x="19" y="71"/>
                  </a:cxn>
                  <a:cxn ang="0">
                    <a:pos x="17" y="76"/>
                  </a:cxn>
                  <a:cxn ang="0">
                    <a:pos x="17" y="81"/>
                  </a:cxn>
                  <a:cxn ang="0">
                    <a:pos x="17" y="85"/>
                  </a:cxn>
                  <a:cxn ang="0">
                    <a:pos x="14" y="90"/>
                  </a:cxn>
                  <a:cxn ang="0">
                    <a:pos x="14" y="97"/>
                  </a:cxn>
                  <a:cxn ang="0">
                    <a:pos x="12" y="97"/>
                  </a:cxn>
                  <a:cxn ang="0">
                    <a:pos x="12" y="95"/>
                  </a:cxn>
                  <a:cxn ang="0">
                    <a:pos x="10" y="90"/>
                  </a:cxn>
                  <a:cxn ang="0">
                    <a:pos x="10" y="85"/>
                  </a:cxn>
                  <a:cxn ang="0">
                    <a:pos x="7" y="81"/>
                  </a:cxn>
                  <a:cxn ang="0">
                    <a:pos x="7" y="76"/>
                  </a:cxn>
                  <a:cxn ang="0">
                    <a:pos x="5" y="71"/>
                  </a:cxn>
                  <a:cxn ang="0">
                    <a:pos x="2" y="66"/>
                  </a:cxn>
                  <a:cxn ang="0">
                    <a:pos x="2" y="62"/>
                  </a:cxn>
                  <a:cxn ang="0">
                    <a:pos x="0" y="57"/>
                  </a:cxn>
                  <a:cxn ang="0">
                    <a:pos x="0" y="52"/>
                  </a:cxn>
                  <a:cxn ang="0">
                    <a:pos x="2" y="50"/>
                  </a:cxn>
                  <a:cxn ang="0">
                    <a:pos x="5" y="45"/>
                  </a:cxn>
                  <a:cxn ang="0">
                    <a:pos x="5" y="43"/>
                  </a:cxn>
                  <a:cxn ang="0">
                    <a:pos x="7" y="40"/>
                  </a:cxn>
                  <a:cxn ang="0">
                    <a:pos x="7" y="36"/>
                  </a:cxn>
                  <a:cxn ang="0">
                    <a:pos x="10" y="31"/>
                  </a:cxn>
                  <a:cxn ang="0">
                    <a:pos x="10" y="26"/>
                  </a:cxn>
                  <a:cxn ang="0">
                    <a:pos x="12" y="21"/>
                  </a:cxn>
                  <a:cxn ang="0">
                    <a:pos x="12" y="14"/>
                  </a:cxn>
                  <a:cxn ang="0">
                    <a:pos x="14" y="14"/>
                  </a:cxn>
                  <a:cxn ang="0">
                    <a:pos x="17" y="10"/>
                  </a:cxn>
                  <a:cxn ang="0">
                    <a:pos x="21" y="7"/>
                  </a:cxn>
                  <a:cxn ang="0">
                    <a:pos x="24" y="7"/>
                  </a:cxn>
                  <a:cxn ang="0">
                    <a:pos x="26" y="2"/>
                  </a:cxn>
                  <a:cxn ang="0">
                    <a:pos x="28" y="2"/>
                  </a:cxn>
                  <a:cxn ang="0">
                    <a:pos x="33" y="0"/>
                  </a:cxn>
                </a:cxnLst>
                <a:rect l="0" t="0" r="r" b="b"/>
                <a:pathLst>
                  <a:path w="33" h="100">
                    <a:moveTo>
                      <a:pt x="33" y="0"/>
                    </a:moveTo>
                    <a:lnTo>
                      <a:pt x="33" y="0"/>
                    </a:lnTo>
                    <a:lnTo>
                      <a:pt x="33" y="0"/>
                    </a:lnTo>
                    <a:lnTo>
                      <a:pt x="33" y="2"/>
                    </a:lnTo>
                    <a:lnTo>
                      <a:pt x="33" y="2"/>
                    </a:lnTo>
                    <a:lnTo>
                      <a:pt x="33" y="2"/>
                    </a:lnTo>
                    <a:lnTo>
                      <a:pt x="33" y="2"/>
                    </a:lnTo>
                    <a:lnTo>
                      <a:pt x="33" y="5"/>
                    </a:lnTo>
                    <a:lnTo>
                      <a:pt x="33" y="5"/>
                    </a:lnTo>
                    <a:lnTo>
                      <a:pt x="33" y="5"/>
                    </a:lnTo>
                    <a:lnTo>
                      <a:pt x="33" y="5"/>
                    </a:lnTo>
                    <a:lnTo>
                      <a:pt x="33" y="7"/>
                    </a:lnTo>
                    <a:lnTo>
                      <a:pt x="33" y="7"/>
                    </a:lnTo>
                    <a:lnTo>
                      <a:pt x="33" y="7"/>
                    </a:lnTo>
                    <a:lnTo>
                      <a:pt x="33" y="10"/>
                    </a:lnTo>
                    <a:lnTo>
                      <a:pt x="33" y="10"/>
                    </a:lnTo>
                    <a:lnTo>
                      <a:pt x="33" y="12"/>
                    </a:lnTo>
                    <a:lnTo>
                      <a:pt x="33" y="12"/>
                    </a:lnTo>
                    <a:lnTo>
                      <a:pt x="33" y="12"/>
                    </a:lnTo>
                    <a:lnTo>
                      <a:pt x="33" y="12"/>
                    </a:lnTo>
                    <a:lnTo>
                      <a:pt x="33" y="12"/>
                    </a:lnTo>
                    <a:lnTo>
                      <a:pt x="33" y="14"/>
                    </a:lnTo>
                    <a:lnTo>
                      <a:pt x="33" y="14"/>
                    </a:lnTo>
                    <a:lnTo>
                      <a:pt x="33" y="14"/>
                    </a:lnTo>
                    <a:lnTo>
                      <a:pt x="33" y="17"/>
                    </a:lnTo>
                    <a:lnTo>
                      <a:pt x="31" y="17"/>
                    </a:lnTo>
                    <a:lnTo>
                      <a:pt x="31" y="17"/>
                    </a:lnTo>
                    <a:lnTo>
                      <a:pt x="31" y="17"/>
                    </a:lnTo>
                    <a:lnTo>
                      <a:pt x="28" y="17"/>
                    </a:lnTo>
                    <a:lnTo>
                      <a:pt x="28" y="17"/>
                    </a:lnTo>
                    <a:lnTo>
                      <a:pt x="28" y="19"/>
                    </a:lnTo>
                    <a:lnTo>
                      <a:pt x="28" y="19"/>
                    </a:lnTo>
                    <a:lnTo>
                      <a:pt x="26" y="19"/>
                    </a:lnTo>
                    <a:lnTo>
                      <a:pt x="26" y="19"/>
                    </a:lnTo>
                    <a:lnTo>
                      <a:pt x="26" y="21"/>
                    </a:lnTo>
                    <a:lnTo>
                      <a:pt x="26" y="21"/>
                    </a:lnTo>
                    <a:lnTo>
                      <a:pt x="26" y="21"/>
                    </a:lnTo>
                    <a:lnTo>
                      <a:pt x="26" y="24"/>
                    </a:lnTo>
                    <a:lnTo>
                      <a:pt x="26" y="24"/>
                    </a:lnTo>
                    <a:lnTo>
                      <a:pt x="26" y="24"/>
                    </a:lnTo>
                    <a:lnTo>
                      <a:pt x="24" y="24"/>
                    </a:lnTo>
                    <a:lnTo>
                      <a:pt x="24" y="24"/>
                    </a:lnTo>
                    <a:lnTo>
                      <a:pt x="24" y="24"/>
                    </a:lnTo>
                    <a:lnTo>
                      <a:pt x="24" y="24"/>
                    </a:lnTo>
                    <a:lnTo>
                      <a:pt x="24" y="21"/>
                    </a:lnTo>
                    <a:lnTo>
                      <a:pt x="21" y="21"/>
                    </a:lnTo>
                    <a:lnTo>
                      <a:pt x="21" y="21"/>
                    </a:lnTo>
                    <a:lnTo>
                      <a:pt x="21" y="21"/>
                    </a:lnTo>
                    <a:lnTo>
                      <a:pt x="21" y="21"/>
                    </a:lnTo>
                    <a:lnTo>
                      <a:pt x="19" y="21"/>
                    </a:lnTo>
                    <a:lnTo>
                      <a:pt x="19" y="21"/>
                    </a:lnTo>
                    <a:lnTo>
                      <a:pt x="19" y="21"/>
                    </a:lnTo>
                    <a:lnTo>
                      <a:pt x="17" y="21"/>
                    </a:lnTo>
                    <a:lnTo>
                      <a:pt x="17" y="21"/>
                    </a:lnTo>
                    <a:lnTo>
                      <a:pt x="17" y="21"/>
                    </a:lnTo>
                    <a:lnTo>
                      <a:pt x="17" y="24"/>
                    </a:lnTo>
                    <a:lnTo>
                      <a:pt x="17" y="24"/>
                    </a:lnTo>
                    <a:lnTo>
                      <a:pt x="17" y="26"/>
                    </a:lnTo>
                    <a:lnTo>
                      <a:pt x="14" y="26"/>
                    </a:lnTo>
                    <a:lnTo>
                      <a:pt x="14" y="26"/>
                    </a:lnTo>
                    <a:lnTo>
                      <a:pt x="14" y="26"/>
                    </a:lnTo>
                    <a:lnTo>
                      <a:pt x="14" y="29"/>
                    </a:lnTo>
                    <a:lnTo>
                      <a:pt x="14" y="29"/>
                    </a:lnTo>
                    <a:lnTo>
                      <a:pt x="14" y="29"/>
                    </a:lnTo>
                    <a:lnTo>
                      <a:pt x="14" y="31"/>
                    </a:lnTo>
                    <a:lnTo>
                      <a:pt x="14" y="31"/>
                    </a:lnTo>
                    <a:lnTo>
                      <a:pt x="14" y="31"/>
                    </a:lnTo>
                    <a:lnTo>
                      <a:pt x="14" y="31"/>
                    </a:lnTo>
                    <a:lnTo>
                      <a:pt x="14" y="33"/>
                    </a:lnTo>
                    <a:lnTo>
                      <a:pt x="14" y="33"/>
                    </a:lnTo>
                    <a:lnTo>
                      <a:pt x="14" y="36"/>
                    </a:lnTo>
                    <a:lnTo>
                      <a:pt x="14" y="36"/>
                    </a:lnTo>
                    <a:lnTo>
                      <a:pt x="14" y="38"/>
                    </a:lnTo>
                    <a:lnTo>
                      <a:pt x="14" y="38"/>
                    </a:lnTo>
                    <a:lnTo>
                      <a:pt x="14" y="38"/>
                    </a:lnTo>
                    <a:lnTo>
                      <a:pt x="14" y="38"/>
                    </a:lnTo>
                    <a:lnTo>
                      <a:pt x="14" y="38"/>
                    </a:lnTo>
                    <a:lnTo>
                      <a:pt x="14" y="40"/>
                    </a:lnTo>
                    <a:lnTo>
                      <a:pt x="14" y="40"/>
                    </a:lnTo>
                    <a:lnTo>
                      <a:pt x="14" y="40"/>
                    </a:lnTo>
                    <a:lnTo>
                      <a:pt x="14" y="40"/>
                    </a:lnTo>
                    <a:lnTo>
                      <a:pt x="14" y="40"/>
                    </a:lnTo>
                    <a:lnTo>
                      <a:pt x="17" y="40"/>
                    </a:lnTo>
                    <a:lnTo>
                      <a:pt x="17" y="40"/>
                    </a:lnTo>
                    <a:lnTo>
                      <a:pt x="17" y="40"/>
                    </a:lnTo>
                    <a:lnTo>
                      <a:pt x="17" y="40"/>
                    </a:lnTo>
                    <a:lnTo>
                      <a:pt x="19" y="40"/>
                    </a:lnTo>
                    <a:lnTo>
                      <a:pt x="19" y="40"/>
                    </a:lnTo>
                    <a:lnTo>
                      <a:pt x="19" y="40"/>
                    </a:lnTo>
                    <a:lnTo>
                      <a:pt x="19" y="40"/>
                    </a:lnTo>
                    <a:lnTo>
                      <a:pt x="17" y="40"/>
                    </a:lnTo>
                    <a:lnTo>
                      <a:pt x="17" y="43"/>
                    </a:lnTo>
                    <a:lnTo>
                      <a:pt x="17" y="43"/>
                    </a:lnTo>
                    <a:lnTo>
                      <a:pt x="17" y="43"/>
                    </a:lnTo>
                    <a:lnTo>
                      <a:pt x="17" y="43"/>
                    </a:lnTo>
                    <a:lnTo>
                      <a:pt x="14" y="43"/>
                    </a:lnTo>
                    <a:lnTo>
                      <a:pt x="14" y="43"/>
                    </a:lnTo>
                    <a:lnTo>
                      <a:pt x="14" y="45"/>
                    </a:lnTo>
                    <a:lnTo>
                      <a:pt x="14" y="45"/>
                    </a:lnTo>
                    <a:lnTo>
                      <a:pt x="14" y="45"/>
                    </a:lnTo>
                    <a:lnTo>
                      <a:pt x="14" y="48"/>
                    </a:lnTo>
                    <a:lnTo>
                      <a:pt x="14" y="48"/>
                    </a:lnTo>
                    <a:lnTo>
                      <a:pt x="14" y="50"/>
                    </a:lnTo>
                    <a:lnTo>
                      <a:pt x="12" y="50"/>
                    </a:lnTo>
                    <a:lnTo>
                      <a:pt x="12" y="50"/>
                    </a:lnTo>
                    <a:lnTo>
                      <a:pt x="12" y="50"/>
                    </a:lnTo>
                    <a:lnTo>
                      <a:pt x="12" y="50"/>
                    </a:lnTo>
                    <a:lnTo>
                      <a:pt x="12" y="50"/>
                    </a:lnTo>
                    <a:lnTo>
                      <a:pt x="12" y="52"/>
                    </a:lnTo>
                    <a:lnTo>
                      <a:pt x="14" y="52"/>
                    </a:lnTo>
                    <a:lnTo>
                      <a:pt x="14" y="52"/>
                    </a:lnTo>
                    <a:lnTo>
                      <a:pt x="14" y="50"/>
                    </a:lnTo>
                    <a:lnTo>
                      <a:pt x="14" y="50"/>
                    </a:lnTo>
                    <a:lnTo>
                      <a:pt x="17" y="50"/>
                    </a:lnTo>
                    <a:lnTo>
                      <a:pt x="17" y="52"/>
                    </a:lnTo>
                    <a:lnTo>
                      <a:pt x="17" y="52"/>
                    </a:lnTo>
                    <a:lnTo>
                      <a:pt x="17" y="50"/>
                    </a:lnTo>
                    <a:lnTo>
                      <a:pt x="17" y="50"/>
                    </a:lnTo>
                    <a:lnTo>
                      <a:pt x="19" y="50"/>
                    </a:lnTo>
                    <a:lnTo>
                      <a:pt x="19" y="50"/>
                    </a:lnTo>
                    <a:lnTo>
                      <a:pt x="19" y="50"/>
                    </a:lnTo>
                    <a:lnTo>
                      <a:pt x="21" y="50"/>
                    </a:lnTo>
                    <a:lnTo>
                      <a:pt x="21" y="50"/>
                    </a:lnTo>
                    <a:lnTo>
                      <a:pt x="21" y="50"/>
                    </a:lnTo>
                    <a:lnTo>
                      <a:pt x="21" y="50"/>
                    </a:lnTo>
                    <a:lnTo>
                      <a:pt x="21" y="48"/>
                    </a:lnTo>
                    <a:lnTo>
                      <a:pt x="24" y="48"/>
                    </a:lnTo>
                    <a:lnTo>
                      <a:pt x="24" y="50"/>
                    </a:lnTo>
                    <a:lnTo>
                      <a:pt x="24" y="50"/>
                    </a:lnTo>
                    <a:lnTo>
                      <a:pt x="24" y="50"/>
                    </a:lnTo>
                    <a:lnTo>
                      <a:pt x="24" y="52"/>
                    </a:lnTo>
                    <a:lnTo>
                      <a:pt x="24" y="52"/>
                    </a:lnTo>
                    <a:lnTo>
                      <a:pt x="24" y="55"/>
                    </a:lnTo>
                    <a:lnTo>
                      <a:pt x="24" y="55"/>
                    </a:lnTo>
                    <a:lnTo>
                      <a:pt x="24" y="55"/>
                    </a:lnTo>
                    <a:lnTo>
                      <a:pt x="24" y="57"/>
                    </a:lnTo>
                    <a:lnTo>
                      <a:pt x="24" y="57"/>
                    </a:lnTo>
                    <a:lnTo>
                      <a:pt x="24" y="59"/>
                    </a:lnTo>
                    <a:lnTo>
                      <a:pt x="24" y="59"/>
                    </a:lnTo>
                    <a:lnTo>
                      <a:pt x="24" y="59"/>
                    </a:lnTo>
                    <a:lnTo>
                      <a:pt x="24" y="62"/>
                    </a:lnTo>
                    <a:lnTo>
                      <a:pt x="24" y="62"/>
                    </a:lnTo>
                    <a:lnTo>
                      <a:pt x="24" y="62"/>
                    </a:lnTo>
                    <a:lnTo>
                      <a:pt x="21" y="62"/>
                    </a:lnTo>
                    <a:lnTo>
                      <a:pt x="21" y="62"/>
                    </a:lnTo>
                    <a:lnTo>
                      <a:pt x="21" y="64"/>
                    </a:lnTo>
                    <a:lnTo>
                      <a:pt x="21" y="64"/>
                    </a:lnTo>
                    <a:lnTo>
                      <a:pt x="21" y="66"/>
                    </a:lnTo>
                    <a:lnTo>
                      <a:pt x="21" y="66"/>
                    </a:lnTo>
                    <a:lnTo>
                      <a:pt x="21" y="66"/>
                    </a:lnTo>
                    <a:lnTo>
                      <a:pt x="21" y="69"/>
                    </a:lnTo>
                    <a:lnTo>
                      <a:pt x="19" y="69"/>
                    </a:lnTo>
                    <a:lnTo>
                      <a:pt x="19" y="69"/>
                    </a:lnTo>
                    <a:lnTo>
                      <a:pt x="19" y="71"/>
                    </a:lnTo>
                    <a:lnTo>
                      <a:pt x="19" y="71"/>
                    </a:lnTo>
                    <a:lnTo>
                      <a:pt x="19" y="71"/>
                    </a:lnTo>
                    <a:lnTo>
                      <a:pt x="19" y="71"/>
                    </a:lnTo>
                    <a:lnTo>
                      <a:pt x="19" y="74"/>
                    </a:lnTo>
                    <a:lnTo>
                      <a:pt x="17" y="74"/>
                    </a:lnTo>
                    <a:lnTo>
                      <a:pt x="17" y="74"/>
                    </a:lnTo>
                    <a:lnTo>
                      <a:pt x="17" y="76"/>
                    </a:lnTo>
                    <a:lnTo>
                      <a:pt x="17" y="76"/>
                    </a:lnTo>
                    <a:lnTo>
                      <a:pt x="19" y="76"/>
                    </a:lnTo>
                    <a:lnTo>
                      <a:pt x="19" y="78"/>
                    </a:lnTo>
                    <a:lnTo>
                      <a:pt x="17" y="78"/>
                    </a:lnTo>
                    <a:lnTo>
                      <a:pt x="17" y="78"/>
                    </a:lnTo>
                    <a:lnTo>
                      <a:pt x="17" y="81"/>
                    </a:lnTo>
                    <a:lnTo>
                      <a:pt x="17" y="81"/>
                    </a:lnTo>
                    <a:lnTo>
                      <a:pt x="17" y="81"/>
                    </a:lnTo>
                    <a:lnTo>
                      <a:pt x="17" y="83"/>
                    </a:lnTo>
                    <a:lnTo>
                      <a:pt x="17" y="83"/>
                    </a:lnTo>
                    <a:lnTo>
                      <a:pt x="17" y="83"/>
                    </a:lnTo>
                    <a:lnTo>
                      <a:pt x="17" y="85"/>
                    </a:lnTo>
                    <a:lnTo>
                      <a:pt x="17" y="85"/>
                    </a:lnTo>
                    <a:lnTo>
                      <a:pt x="17" y="85"/>
                    </a:lnTo>
                    <a:lnTo>
                      <a:pt x="17" y="88"/>
                    </a:lnTo>
                    <a:lnTo>
                      <a:pt x="17" y="88"/>
                    </a:lnTo>
                    <a:lnTo>
                      <a:pt x="17" y="90"/>
                    </a:lnTo>
                    <a:lnTo>
                      <a:pt x="17" y="90"/>
                    </a:lnTo>
                    <a:lnTo>
                      <a:pt x="14" y="90"/>
                    </a:lnTo>
                    <a:lnTo>
                      <a:pt x="14" y="90"/>
                    </a:lnTo>
                    <a:lnTo>
                      <a:pt x="14" y="93"/>
                    </a:lnTo>
                    <a:lnTo>
                      <a:pt x="14" y="93"/>
                    </a:lnTo>
                    <a:lnTo>
                      <a:pt x="14" y="95"/>
                    </a:lnTo>
                    <a:lnTo>
                      <a:pt x="14" y="95"/>
                    </a:lnTo>
                    <a:lnTo>
                      <a:pt x="14" y="97"/>
                    </a:lnTo>
                    <a:lnTo>
                      <a:pt x="14" y="97"/>
                    </a:lnTo>
                    <a:lnTo>
                      <a:pt x="14" y="97"/>
                    </a:lnTo>
                    <a:lnTo>
                      <a:pt x="14" y="97"/>
                    </a:lnTo>
                    <a:lnTo>
                      <a:pt x="14" y="100"/>
                    </a:lnTo>
                    <a:lnTo>
                      <a:pt x="12" y="100"/>
                    </a:lnTo>
                    <a:lnTo>
                      <a:pt x="12" y="97"/>
                    </a:lnTo>
                    <a:lnTo>
                      <a:pt x="12" y="97"/>
                    </a:lnTo>
                    <a:lnTo>
                      <a:pt x="12" y="97"/>
                    </a:lnTo>
                    <a:lnTo>
                      <a:pt x="12" y="95"/>
                    </a:lnTo>
                    <a:lnTo>
                      <a:pt x="12" y="95"/>
                    </a:lnTo>
                    <a:lnTo>
                      <a:pt x="12" y="95"/>
                    </a:lnTo>
                    <a:lnTo>
                      <a:pt x="12" y="95"/>
                    </a:lnTo>
                    <a:lnTo>
                      <a:pt x="12" y="93"/>
                    </a:lnTo>
                    <a:lnTo>
                      <a:pt x="12" y="93"/>
                    </a:lnTo>
                    <a:lnTo>
                      <a:pt x="12" y="90"/>
                    </a:lnTo>
                    <a:lnTo>
                      <a:pt x="12" y="90"/>
                    </a:lnTo>
                    <a:lnTo>
                      <a:pt x="10" y="90"/>
                    </a:lnTo>
                    <a:lnTo>
                      <a:pt x="10" y="90"/>
                    </a:lnTo>
                    <a:lnTo>
                      <a:pt x="10" y="88"/>
                    </a:lnTo>
                    <a:lnTo>
                      <a:pt x="10" y="88"/>
                    </a:lnTo>
                    <a:lnTo>
                      <a:pt x="10" y="88"/>
                    </a:lnTo>
                    <a:lnTo>
                      <a:pt x="10" y="85"/>
                    </a:lnTo>
                    <a:lnTo>
                      <a:pt x="10" y="85"/>
                    </a:lnTo>
                    <a:lnTo>
                      <a:pt x="10" y="85"/>
                    </a:lnTo>
                    <a:lnTo>
                      <a:pt x="10" y="83"/>
                    </a:lnTo>
                    <a:lnTo>
                      <a:pt x="10" y="83"/>
                    </a:lnTo>
                    <a:lnTo>
                      <a:pt x="7" y="83"/>
                    </a:lnTo>
                    <a:lnTo>
                      <a:pt x="7" y="81"/>
                    </a:lnTo>
                    <a:lnTo>
                      <a:pt x="7" y="81"/>
                    </a:lnTo>
                    <a:lnTo>
                      <a:pt x="7" y="81"/>
                    </a:lnTo>
                    <a:lnTo>
                      <a:pt x="7" y="81"/>
                    </a:lnTo>
                    <a:lnTo>
                      <a:pt x="7" y="78"/>
                    </a:lnTo>
                    <a:lnTo>
                      <a:pt x="7" y="78"/>
                    </a:lnTo>
                    <a:lnTo>
                      <a:pt x="7" y="76"/>
                    </a:lnTo>
                    <a:lnTo>
                      <a:pt x="7" y="76"/>
                    </a:lnTo>
                    <a:lnTo>
                      <a:pt x="7" y="76"/>
                    </a:lnTo>
                    <a:lnTo>
                      <a:pt x="5" y="76"/>
                    </a:lnTo>
                    <a:lnTo>
                      <a:pt x="5" y="74"/>
                    </a:lnTo>
                    <a:lnTo>
                      <a:pt x="5" y="74"/>
                    </a:lnTo>
                    <a:lnTo>
                      <a:pt x="5" y="71"/>
                    </a:lnTo>
                    <a:lnTo>
                      <a:pt x="5" y="71"/>
                    </a:lnTo>
                    <a:lnTo>
                      <a:pt x="5" y="71"/>
                    </a:lnTo>
                    <a:lnTo>
                      <a:pt x="5" y="71"/>
                    </a:lnTo>
                    <a:lnTo>
                      <a:pt x="5" y="69"/>
                    </a:lnTo>
                    <a:lnTo>
                      <a:pt x="5" y="69"/>
                    </a:lnTo>
                    <a:lnTo>
                      <a:pt x="2" y="69"/>
                    </a:lnTo>
                    <a:lnTo>
                      <a:pt x="2" y="66"/>
                    </a:lnTo>
                    <a:lnTo>
                      <a:pt x="2" y="66"/>
                    </a:lnTo>
                    <a:lnTo>
                      <a:pt x="2" y="66"/>
                    </a:lnTo>
                    <a:lnTo>
                      <a:pt x="2" y="64"/>
                    </a:lnTo>
                    <a:lnTo>
                      <a:pt x="2" y="64"/>
                    </a:lnTo>
                    <a:lnTo>
                      <a:pt x="2" y="64"/>
                    </a:lnTo>
                    <a:lnTo>
                      <a:pt x="2" y="62"/>
                    </a:lnTo>
                    <a:lnTo>
                      <a:pt x="2" y="62"/>
                    </a:lnTo>
                    <a:lnTo>
                      <a:pt x="0" y="62"/>
                    </a:lnTo>
                    <a:lnTo>
                      <a:pt x="0" y="62"/>
                    </a:lnTo>
                    <a:lnTo>
                      <a:pt x="0" y="59"/>
                    </a:lnTo>
                    <a:lnTo>
                      <a:pt x="0" y="59"/>
                    </a:lnTo>
                    <a:lnTo>
                      <a:pt x="0" y="59"/>
                    </a:lnTo>
                    <a:lnTo>
                      <a:pt x="0" y="57"/>
                    </a:lnTo>
                    <a:lnTo>
                      <a:pt x="0" y="57"/>
                    </a:lnTo>
                    <a:lnTo>
                      <a:pt x="0" y="57"/>
                    </a:lnTo>
                    <a:lnTo>
                      <a:pt x="0" y="55"/>
                    </a:lnTo>
                    <a:lnTo>
                      <a:pt x="0" y="55"/>
                    </a:lnTo>
                    <a:lnTo>
                      <a:pt x="0" y="55"/>
                    </a:lnTo>
                    <a:lnTo>
                      <a:pt x="0" y="52"/>
                    </a:lnTo>
                    <a:lnTo>
                      <a:pt x="0" y="52"/>
                    </a:lnTo>
                    <a:lnTo>
                      <a:pt x="0" y="52"/>
                    </a:lnTo>
                    <a:lnTo>
                      <a:pt x="0" y="50"/>
                    </a:lnTo>
                    <a:lnTo>
                      <a:pt x="0" y="50"/>
                    </a:lnTo>
                    <a:lnTo>
                      <a:pt x="2" y="50"/>
                    </a:lnTo>
                    <a:lnTo>
                      <a:pt x="2" y="50"/>
                    </a:lnTo>
                    <a:lnTo>
                      <a:pt x="2" y="50"/>
                    </a:lnTo>
                    <a:lnTo>
                      <a:pt x="2" y="48"/>
                    </a:lnTo>
                    <a:lnTo>
                      <a:pt x="2" y="48"/>
                    </a:lnTo>
                    <a:lnTo>
                      <a:pt x="5" y="48"/>
                    </a:lnTo>
                    <a:lnTo>
                      <a:pt x="5" y="48"/>
                    </a:lnTo>
                    <a:lnTo>
                      <a:pt x="5" y="45"/>
                    </a:lnTo>
                    <a:lnTo>
                      <a:pt x="2" y="45"/>
                    </a:lnTo>
                    <a:lnTo>
                      <a:pt x="2" y="45"/>
                    </a:lnTo>
                    <a:lnTo>
                      <a:pt x="2" y="45"/>
                    </a:lnTo>
                    <a:lnTo>
                      <a:pt x="2" y="45"/>
                    </a:lnTo>
                    <a:lnTo>
                      <a:pt x="2" y="43"/>
                    </a:lnTo>
                    <a:lnTo>
                      <a:pt x="5" y="43"/>
                    </a:lnTo>
                    <a:lnTo>
                      <a:pt x="5" y="43"/>
                    </a:lnTo>
                    <a:lnTo>
                      <a:pt x="5" y="40"/>
                    </a:lnTo>
                    <a:lnTo>
                      <a:pt x="5" y="40"/>
                    </a:lnTo>
                    <a:lnTo>
                      <a:pt x="5" y="40"/>
                    </a:lnTo>
                    <a:lnTo>
                      <a:pt x="7" y="40"/>
                    </a:lnTo>
                    <a:lnTo>
                      <a:pt x="7" y="40"/>
                    </a:lnTo>
                    <a:lnTo>
                      <a:pt x="7" y="38"/>
                    </a:lnTo>
                    <a:lnTo>
                      <a:pt x="7" y="38"/>
                    </a:lnTo>
                    <a:lnTo>
                      <a:pt x="7" y="38"/>
                    </a:lnTo>
                    <a:lnTo>
                      <a:pt x="7" y="36"/>
                    </a:lnTo>
                    <a:lnTo>
                      <a:pt x="7" y="36"/>
                    </a:lnTo>
                    <a:lnTo>
                      <a:pt x="7" y="36"/>
                    </a:lnTo>
                    <a:lnTo>
                      <a:pt x="7" y="33"/>
                    </a:lnTo>
                    <a:lnTo>
                      <a:pt x="7" y="33"/>
                    </a:lnTo>
                    <a:lnTo>
                      <a:pt x="10" y="33"/>
                    </a:lnTo>
                    <a:lnTo>
                      <a:pt x="10" y="31"/>
                    </a:lnTo>
                    <a:lnTo>
                      <a:pt x="10" y="31"/>
                    </a:lnTo>
                    <a:lnTo>
                      <a:pt x="10" y="31"/>
                    </a:lnTo>
                    <a:lnTo>
                      <a:pt x="10" y="31"/>
                    </a:lnTo>
                    <a:lnTo>
                      <a:pt x="10" y="29"/>
                    </a:lnTo>
                    <a:lnTo>
                      <a:pt x="10" y="29"/>
                    </a:lnTo>
                    <a:lnTo>
                      <a:pt x="10" y="29"/>
                    </a:lnTo>
                    <a:lnTo>
                      <a:pt x="10" y="26"/>
                    </a:lnTo>
                    <a:lnTo>
                      <a:pt x="10" y="26"/>
                    </a:lnTo>
                    <a:lnTo>
                      <a:pt x="10" y="24"/>
                    </a:lnTo>
                    <a:lnTo>
                      <a:pt x="12" y="24"/>
                    </a:lnTo>
                    <a:lnTo>
                      <a:pt x="12" y="24"/>
                    </a:lnTo>
                    <a:lnTo>
                      <a:pt x="12" y="21"/>
                    </a:lnTo>
                    <a:lnTo>
                      <a:pt x="12" y="21"/>
                    </a:lnTo>
                    <a:lnTo>
                      <a:pt x="12" y="21"/>
                    </a:lnTo>
                    <a:lnTo>
                      <a:pt x="12" y="21"/>
                    </a:lnTo>
                    <a:lnTo>
                      <a:pt x="12" y="19"/>
                    </a:lnTo>
                    <a:lnTo>
                      <a:pt x="12" y="19"/>
                    </a:lnTo>
                    <a:lnTo>
                      <a:pt x="12" y="17"/>
                    </a:lnTo>
                    <a:lnTo>
                      <a:pt x="12" y="17"/>
                    </a:lnTo>
                    <a:lnTo>
                      <a:pt x="12" y="14"/>
                    </a:lnTo>
                    <a:lnTo>
                      <a:pt x="14" y="14"/>
                    </a:lnTo>
                    <a:lnTo>
                      <a:pt x="14" y="14"/>
                    </a:lnTo>
                    <a:lnTo>
                      <a:pt x="14" y="12"/>
                    </a:lnTo>
                    <a:lnTo>
                      <a:pt x="14" y="12"/>
                    </a:lnTo>
                    <a:lnTo>
                      <a:pt x="14" y="14"/>
                    </a:lnTo>
                    <a:lnTo>
                      <a:pt x="14" y="14"/>
                    </a:lnTo>
                    <a:lnTo>
                      <a:pt x="14" y="12"/>
                    </a:lnTo>
                    <a:lnTo>
                      <a:pt x="14" y="12"/>
                    </a:lnTo>
                    <a:lnTo>
                      <a:pt x="14" y="12"/>
                    </a:lnTo>
                    <a:lnTo>
                      <a:pt x="14" y="10"/>
                    </a:lnTo>
                    <a:lnTo>
                      <a:pt x="17" y="10"/>
                    </a:lnTo>
                    <a:lnTo>
                      <a:pt x="17" y="10"/>
                    </a:lnTo>
                    <a:lnTo>
                      <a:pt x="17" y="7"/>
                    </a:lnTo>
                    <a:lnTo>
                      <a:pt x="17" y="7"/>
                    </a:lnTo>
                    <a:lnTo>
                      <a:pt x="17" y="7"/>
                    </a:lnTo>
                    <a:lnTo>
                      <a:pt x="19" y="7"/>
                    </a:lnTo>
                    <a:lnTo>
                      <a:pt x="19" y="7"/>
                    </a:lnTo>
                    <a:lnTo>
                      <a:pt x="21" y="7"/>
                    </a:lnTo>
                    <a:lnTo>
                      <a:pt x="21" y="7"/>
                    </a:lnTo>
                    <a:lnTo>
                      <a:pt x="21" y="7"/>
                    </a:lnTo>
                    <a:lnTo>
                      <a:pt x="21" y="10"/>
                    </a:lnTo>
                    <a:lnTo>
                      <a:pt x="24" y="10"/>
                    </a:lnTo>
                    <a:lnTo>
                      <a:pt x="24" y="7"/>
                    </a:lnTo>
                    <a:lnTo>
                      <a:pt x="24" y="7"/>
                    </a:lnTo>
                    <a:lnTo>
                      <a:pt x="24" y="7"/>
                    </a:lnTo>
                    <a:lnTo>
                      <a:pt x="24" y="7"/>
                    </a:lnTo>
                    <a:lnTo>
                      <a:pt x="26" y="7"/>
                    </a:lnTo>
                    <a:lnTo>
                      <a:pt x="26" y="5"/>
                    </a:lnTo>
                    <a:lnTo>
                      <a:pt x="26" y="5"/>
                    </a:lnTo>
                    <a:lnTo>
                      <a:pt x="26" y="2"/>
                    </a:lnTo>
                    <a:lnTo>
                      <a:pt x="26" y="2"/>
                    </a:lnTo>
                    <a:lnTo>
                      <a:pt x="28" y="2"/>
                    </a:lnTo>
                    <a:lnTo>
                      <a:pt x="28" y="2"/>
                    </a:lnTo>
                    <a:lnTo>
                      <a:pt x="28" y="2"/>
                    </a:lnTo>
                    <a:lnTo>
                      <a:pt x="28" y="2"/>
                    </a:lnTo>
                    <a:lnTo>
                      <a:pt x="28" y="2"/>
                    </a:lnTo>
                    <a:lnTo>
                      <a:pt x="31" y="2"/>
                    </a:lnTo>
                    <a:lnTo>
                      <a:pt x="31" y="2"/>
                    </a:lnTo>
                    <a:lnTo>
                      <a:pt x="33" y="2"/>
                    </a:lnTo>
                    <a:lnTo>
                      <a:pt x="33" y="0"/>
                    </a:lnTo>
                    <a:lnTo>
                      <a:pt x="33" y="0"/>
                    </a:lnTo>
                    <a:lnTo>
                      <a:pt x="33" y="0"/>
                    </a:lnTo>
                    <a:lnTo>
                      <a:pt x="3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2" name="Freeform 147"/>
              <p:cNvSpPr>
                <a:spLocks/>
              </p:cNvSpPr>
              <p:nvPr/>
            </p:nvSpPr>
            <p:spPr bwMode="auto">
              <a:xfrm>
                <a:off x="1664" y="1805"/>
                <a:ext cx="208" cy="211"/>
              </a:xfrm>
              <a:custGeom>
                <a:avLst/>
                <a:gdLst/>
                <a:ahLst/>
                <a:cxnLst>
                  <a:cxn ang="0">
                    <a:pos x="130" y="14"/>
                  </a:cxn>
                  <a:cxn ang="0">
                    <a:pos x="135" y="24"/>
                  </a:cxn>
                  <a:cxn ang="0">
                    <a:pos x="140" y="36"/>
                  </a:cxn>
                  <a:cxn ang="0">
                    <a:pos x="149" y="41"/>
                  </a:cxn>
                  <a:cxn ang="0">
                    <a:pos x="159" y="41"/>
                  </a:cxn>
                  <a:cxn ang="0">
                    <a:pos x="154" y="45"/>
                  </a:cxn>
                  <a:cxn ang="0">
                    <a:pos x="159" y="55"/>
                  </a:cxn>
                  <a:cxn ang="0">
                    <a:pos x="152" y="62"/>
                  </a:cxn>
                  <a:cxn ang="0">
                    <a:pos x="149" y="71"/>
                  </a:cxn>
                  <a:cxn ang="0">
                    <a:pos x="142" y="78"/>
                  </a:cxn>
                  <a:cxn ang="0">
                    <a:pos x="142" y="88"/>
                  </a:cxn>
                  <a:cxn ang="0">
                    <a:pos x="149" y="95"/>
                  </a:cxn>
                  <a:cxn ang="0">
                    <a:pos x="156" y="104"/>
                  </a:cxn>
                  <a:cxn ang="0">
                    <a:pos x="156" y="109"/>
                  </a:cxn>
                  <a:cxn ang="0">
                    <a:pos x="163" y="114"/>
                  </a:cxn>
                  <a:cxn ang="0">
                    <a:pos x="173" y="121"/>
                  </a:cxn>
                  <a:cxn ang="0">
                    <a:pos x="182" y="123"/>
                  </a:cxn>
                  <a:cxn ang="0">
                    <a:pos x="189" y="133"/>
                  </a:cxn>
                  <a:cxn ang="0">
                    <a:pos x="192" y="142"/>
                  </a:cxn>
                  <a:cxn ang="0">
                    <a:pos x="189" y="157"/>
                  </a:cxn>
                  <a:cxn ang="0">
                    <a:pos x="197" y="166"/>
                  </a:cxn>
                  <a:cxn ang="0">
                    <a:pos x="201" y="178"/>
                  </a:cxn>
                  <a:cxn ang="0">
                    <a:pos x="206" y="187"/>
                  </a:cxn>
                  <a:cxn ang="0">
                    <a:pos x="204" y="190"/>
                  </a:cxn>
                  <a:cxn ang="0">
                    <a:pos x="192" y="187"/>
                  </a:cxn>
                  <a:cxn ang="0">
                    <a:pos x="180" y="187"/>
                  </a:cxn>
                  <a:cxn ang="0">
                    <a:pos x="173" y="197"/>
                  </a:cxn>
                  <a:cxn ang="0">
                    <a:pos x="168" y="206"/>
                  </a:cxn>
                  <a:cxn ang="0">
                    <a:pos x="156" y="211"/>
                  </a:cxn>
                  <a:cxn ang="0">
                    <a:pos x="142" y="209"/>
                  </a:cxn>
                  <a:cxn ang="0">
                    <a:pos x="130" y="209"/>
                  </a:cxn>
                  <a:cxn ang="0">
                    <a:pos x="118" y="204"/>
                  </a:cxn>
                  <a:cxn ang="0">
                    <a:pos x="107" y="202"/>
                  </a:cxn>
                  <a:cxn ang="0">
                    <a:pos x="102" y="192"/>
                  </a:cxn>
                  <a:cxn ang="0">
                    <a:pos x="100" y="178"/>
                  </a:cxn>
                  <a:cxn ang="0">
                    <a:pos x="90" y="173"/>
                  </a:cxn>
                  <a:cxn ang="0">
                    <a:pos x="83" y="166"/>
                  </a:cxn>
                  <a:cxn ang="0">
                    <a:pos x="71" y="161"/>
                  </a:cxn>
                  <a:cxn ang="0">
                    <a:pos x="62" y="157"/>
                  </a:cxn>
                  <a:cxn ang="0">
                    <a:pos x="52" y="152"/>
                  </a:cxn>
                  <a:cxn ang="0">
                    <a:pos x="43" y="145"/>
                  </a:cxn>
                  <a:cxn ang="0">
                    <a:pos x="33" y="140"/>
                  </a:cxn>
                  <a:cxn ang="0">
                    <a:pos x="24" y="135"/>
                  </a:cxn>
                  <a:cxn ang="0">
                    <a:pos x="12" y="133"/>
                  </a:cxn>
                  <a:cxn ang="0">
                    <a:pos x="5" y="121"/>
                  </a:cxn>
                  <a:cxn ang="0">
                    <a:pos x="2" y="109"/>
                  </a:cxn>
                  <a:cxn ang="0">
                    <a:pos x="5" y="100"/>
                  </a:cxn>
                  <a:cxn ang="0">
                    <a:pos x="12" y="93"/>
                  </a:cxn>
                  <a:cxn ang="0">
                    <a:pos x="24" y="88"/>
                  </a:cxn>
                  <a:cxn ang="0">
                    <a:pos x="33" y="83"/>
                  </a:cxn>
                  <a:cxn ang="0">
                    <a:pos x="43" y="78"/>
                  </a:cxn>
                  <a:cxn ang="0">
                    <a:pos x="50" y="69"/>
                  </a:cxn>
                  <a:cxn ang="0">
                    <a:pos x="50" y="55"/>
                  </a:cxn>
                  <a:cxn ang="0">
                    <a:pos x="55" y="43"/>
                  </a:cxn>
                  <a:cxn ang="0">
                    <a:pos x="52" y="31"/>
                  </a:cxn>
                  <a:cxn ang="0">
                    <a:pos x="59" y="22"/>
                  </a:cxn>
                  <a:cxn ang="0">
                    <a:pos x="69" y="14"/>
                  </a:cxn>
                  <a:cxn ang="0">
                    <a:pos x="76" y="7"/>
                  </a:cxn>
                  <a:cxn ang="0">
                    <a:pos x="85" y="0"/>
                  </a:cxn>
                  <a:cxn ang="0">
                    <a:pos x="95" y="3"/>
                  </a:cxn>
                  <a:cxn ang="0">
                    <a:pos x="104" y="5"/>
                  </a:cxn>
                  <a:cxn ang="0">
                    <a:pos x="116" y="3"/>
                  </a:cxn>
                  <a:cxn ang="0">
                    <a:pos x="118" y="10"/>
                  </a:cxn>
                </a:cxnLst>
                <a:rect l="0" t="0" r="r" b="b"/>
                <a:pathLst>
                  <a:path w="208" h="211">
                    <a:moveTo>
                      <a:pt x="128" y="5"/>
                    </a:moveTo>
                    <a:lnTo>
                      <a:pt x="128" y="7"/>
                    </a:lnTo>
                    <a:lnTo>
                      <a:pt x="128" y="7"/>
                    </a:lnTo>
                    <a:lnTo>
                      <a:pt x="128" y="10"/>
                    </a:lnTo>
                    <a:lnTo>
                      <a:pt x="128" y="10"/>
                    </a:lnTo>
                    <a:lnTo>
                      <a:pt x="130" y="10"/>
                    </a:lnTo>
                    <a:lnTo>
                      <a:pt x="130" y="10"/>
                    </a:lnTo>
                    <a:lnTo>
                      <a:pt x="130" y="10"/>
                    </a:lnTo>
                    <a:lnTo>
                      <a:pt x="130" y="12"/>
                    </a:lnTo>
                    <a:lnTo>
                      <a:pt x="130" y="12"/>
                    </a:lnTo>
                    <a:lnTo>
                      <a:pt x="130" y="14"/>
                    </a:lnTo>
                    <a:lnTo>
                      <a:pt x="130" y="14"/>
                    </a:lnTo>
                    <a:lnTo>
                      <a:pt x="130" y="14"/>
                    </a:lnTo>
                    <a:lnTo>
                      <a:pt x="130" y="14"/>
                    </a:lnTo>
                    <a:lnTo>
                      <a:pt x="130" y="14"/>
                    </a:lnTo>
                    <a:lnTo>
                      <a:pt x="130" y="14"/>
                    </a:lnTo>
                    <a:lnTo>
                      <a:pt x="130" y="17"/>
                    </a:lnTo>
                    <a:lnTo>
                      <a:pt x="133" y="17"/>
                    </a:lnTo>
                    <a:lnTo>
                      <a:pt x="133" y="17"/>
                    </a:lnTo>
                    <a:lnTo>
                      <a:pt x="133" y="17"/>
                    </a:lnTo>
                    <a:lnTo>
                      <a:pt x="133" y="17"/>
                    </a:lnTo>
                    <a:lnTo>
                      <a:pt x="133" y="19"/>
                    </a:lnTo>
                    <a:lnTo>
                      <a:pt x="133" y="19"/>
                    </a:lnTo>
                    <a:lnTo>
                      <a:pt x="133" y="19"/>
                    </a:lnTo>
                    <a:lnTo>
                      <a:pt x="133" y="22"/>
                    </a:lnTo>
                    <a:lnTo>
                      <a:pt x="133" y="22"/>
                    </a:lnTo>
                    <a:lnTo>
                      <a:pt x="133" y="24"/>
                    </a:lnTo>
                    <a:lnTo>
                      <a:pt x="133" y="24"/>
                    </a:lnTo>
                    <a:lnTo>
                      <a:pt x="133" y="24"/>
                    </a:lnTo>
                    <a:lnTo>
                      <a:pt x="133" y="24"/>
                    </a:lnTo>
                    <a:lnTo>
                      <a:pt x="135" y="24"/>
                    </a:lnTo>
                    <a:lnTo>
                      <a:pt x="135" y="24"/>
                    </a:lnTo>
                    <a:lnTo>
                      <a:pt x="137" y="24"/>
                    </a:lnTo>
                    <a:lnTo>
                      <a:pt x="137" y="24"/>
                    </a:lnTo>
                    <a:lnTo>
                      <a:pt x="137" y="24"/>
                    </a:lnTo>
                    <a:lnTo>
                      <a:pt x="137" y="26"/>
                    </a:lnTo>
                    <a:lnTo>
                      <a:pt x="137" y="26"/>
                    </a:lnTo>
                    <a:lnTo>
                      <a:pt x="137" y="29"/>
                    </a:lnTo>
                    <a:lnTo>
                      <a:pt x="137" y="29"/>
                    </a:lnTo>
                    <a:lnTo>
                      <a:pt x="140" y="29"/>
                    </a:lnTo>
                    <a:lnTo>
                      <a:pt x="140" y="31"/>
                    </a:lnTo>
                    <a:lnTo>
                      <a:pt x="140" y="31"/>
                    </a:lnTo>
                    <a:lnTo>
                      <a:pt x="140" y="33"/>
                    </a:lnTo>
                    <a:lnTo>
                      <a:pt x="140" y="33"/>
                    </a:lnTo>
                    <a:lnTo>
                      <a:pt x="140" y="33"/>
                    </a:lnTo>
                    <a:lnTo>
                      <a:pt x="140" y="33"/>
                    </a:lnTo>
                    <a:lnTo>
                      <a:pt x="140" y="33"/>
                    </a:lnTo>
                    <a:lnTo>
                      <a:pt x="140" y="36"/>
                    </a:lnTo>
                    <a:lnTo>
                      <a:pt x="140" y="36"/>
                    </a:lnTo>
                    <a:lnTo>
                      <a:pt x="140" y="36"/>
                    </a:lnTo>
                    <a:lnTo>
                      <a:pt x="140" y="36"/>
                    </a:lnTo>
                    <a:lnTo>
                      <a:pt x="140" y="36"/>
                    </a:lnTo>
                    <a:lnTo>
                      <a:pt x="142" y="36"/>
                    </a:lnTo>
                    <a:lnTo>
                      <a:pt x="142" y="36"/>
                    </a:lnTo>
                    <a:lnTo>
                      <a:pt x="144" y="36"/>
                    </a:lnTo>
                    <a:lnTo>
                      <a:pt x="144" y="36"/>
                    </a:lnTo>
                    <a:lnTo>
                      <a:pt x="144" y="36"/>
                    </a:lnTo>
                    <a:lnTo>
                      <a:pt x="144" y="36"/>
                    </a:lnTo>
                    <a:lnTo>
                      <a:pt x="147" y="36"/>
                    </a:lnTo>
                    <a:lnTo>
                      <a:pt x="147" y="38"/>
                    </a:lnTo>
                    <a:lnTo>
                      <a:pt x="147" y="38"/>
                    </a:lnTo>
                    <a:lnTo>
                      <a:pt x="147" y="38"/>
                    </a:lnTo>
                    <a:lnTo>
                      <a:pt x="147" y="41"/>
                    </a:lnTo>
                    <a:lnTo>
                      <a:pt x="149" y="41"/>
                    </a:lnTo>
                    <a:lnTo>
                      <a:pt x="149" y="41"/>
                    </a:lnTo>
                    <a:lnTo>
                      <a:pt x="149" y="41"/>
                    </a:lnTo>
                    <a:lnTo>
                      <a:pt x="149" y="41"/>
                    </a:lnTo>
                    <a:lnTo>
                      <a:pt x="149" y="41"/>
                    </a:lnTo>
                    <a:lnTo>
                      <a:pt x="152" y="41"/>
                    </a:lnTo>
                    <a:lnTo>
                      <a:pt x="152" y="41"/>
                    </a:lnTo>
                    <a:lnTo>
                      <a:pt x="152" y="41"/>
                    </a:lnTo>
                    <a:lnTo>
                      <a:pt x="154" y="41"/>
                    </a:lnTo>
                    <a:lnTo>
                      <a:pt x="154" y="41"/>
                    </a:lnTo>
                    <a:lnTo>
                      <a:pt x="156" y="41"/>
                    </a:lnTo>
                    <a:lnTo>
                      <a:pt x="156" y="41"/>
                    </a:lnTo>
                    <a:lnTo>
                      <a:pt x="156" y="41"/>
                    </a:lnTo>
                    <a:lnTo>
                      <a:pt x="156" y="41"/>
                    </a:lnTo>
                    <a:lnTo>
                      <a:pt x="159" y="41"/>
                    </a:lnTo>
                    <a:lnTo>
                      <a:pt x="159" y="41"/>
                    </a:lnTo>
                    <a:lnTo>
                      <a:pt x="159" y="41"/>
                    </a:lnTo>
                    <a:lnTo>
                      <a:pt x="159" y="41"/>
                    </a:lnTo>
                    <a:lnTo>
                      <a:pt x="161" y="41"/>
                    </a:lnTo>
                    <a:lnTo>
                      <a:pt x="161" y="41"/>
                    </a:lnTo>
                    <a:lnTo>
                      <a:pt x="161" y="43"/>
                    </a:lnTo>
                    <a:lnTo>
                      <a:pt x="159" y="43"/>
                    </a:lnTo>
                    <a:lnTo>
                      <a:pt x="159" y="43"/>
                    </a:lnTo>
                    <a:lnTo>
                      <a:pt x="159" y="43"/>
                    </a:lnTo>
                    <a:lnTo>
                      <a:pt x="159" y="43"/>
                    </a:lnTo>
                    <a:lnTo>
                      <a:pt x="156" y="43"/>
                    </a:lnTo>
                    <a:lnTo>
                      <a:pt x="156" y="43"/>
                    </a:lnTo>
                    <a:lnTo>
                      <a:pt x="156" y="45"/>
                    </a:lnTo>
                    <a:lnTo>
                      <a:pt x="156" y="45"/>
                    </a:lnTo>
                    <a:lnTo>
                      <a:pt x="156" y="43"/>
                    </a:lnTo>
                    <a:lnTo>
                      <a:pt x="154" y="43"/>
                    </a:lnTo>
                    <a:lnTo>
                      <a:pt x="154" y="45"/>
                    </a:lnTo>
                    <a:lnTo>
                      <a:pt x="154" y="45"/>
                    </a:lnTo>
                    <a:lnTo>
                      <a:pt x="154" y="45"/>
                    </a:lnTo>
                    <a:lnTo>
                      <a:pt x="154" y="45"/>
                    </a:lnTo>
                    <a:lnTo>
                      <a:pt x="154" y="48"/>
                    </a:lnTo>
                    <a:lnTo>
                      <a:pt x="154" y="48"/>
                    </a:lnTo>
                    <a:lnTo>
                      <a:pt x="154" y="50"/>
                    </a:lnTo>
                    <a:lnTo>
                      <a:pt x="154" y="50"/>
                    </a:lnTo>
                    <a:lnTo>
                      <a:pt x="154" y="50"/>
                    </a:lnTo>
                    <a:lnTo>
                      <a:pt x="154" y="52"/>
                    </a:lnTo>
                    <a:lnTo>
                      <a:pt x="156" y="52"/>
                    </a:lnTo>
                    <a:lnTo>
                      <a:pt x="156" y="52"/>
                    </a:lnTo>
                    <a:lnTo>
                      <a:pt x="156" y="52"/>
                    </a:lnTo>
                    <a:lnTo>
                      <a:pt x="156" y="55"/>
                    </a:lnTo>
                    <a:lnTo>
                      <a:pt x="156" y="55"/>
                    </a:lnTo>
                    <a:lnTo>
                      <a:pt x="156" y="55"/>
                    </a:lnTo>
                    <a:lnTo>
                      <a:pt x="156" y="55"/>
                    </a:lnTo>
                    <a:lnTo>
                      <a:pt x="159" y="55"/>
                    </a:lnTo>
                    <a:lnTo>
                      <a:pt x="159" y="57"/>
                    </a:lnTo>
                    <a:lnTo>
                      <a:pt x="156" y="57"/>
                    </a:lnTo>
                    <a:lnTo>
                      <a:pt x="156" y="57"/>
                    </a:lnTo>
                    <a:lnTo>
                      <a:pt x="156" y="59"/>
                    </a:lnTo>
                    <a:lnTo>
                      <a:pt x="156" y="59"/>
                    </a:lnTo>
                    <a:lnTo>
                      <a:pt x="156" y="59"/>
                    </a:lnTo>
                    <a:lnTo>
                      <a:pt x="156" y="59"/>
                    </a:lnTo>
                    <a:lnTo>
                      <a:pt x="154" y="59"/>
                    </a:lnTo>
                    <a:lnTo>
                      <a:pt x="154" y="59"/>
                    </a:lnTo>
                    <a:lnTo>
                      <a:pt x="154" y="59"/>
                    </a:lnTo>
                    <a:lnTo>
                      <a:pt x="152" y="59"/>
                    </a:lnTo>
                    <a:lnTo>
                      <a:pt x="152" y="59"/>
                    </a:lnTo>
                    <a:lnTo>
                      <a:pt x="152" y="59"/>
                    </a:lnTo>
                    <a:lnTo>
                      <a:pt x="152" y="59"/>
                    </a:lnTo>
                    <a:lnTo>
                      <a:pt x="152" y="62"/>
                    </a:lnTo>
                    <a:lnTo>
                      <a:pt x="152" y="62"/>
                    </a:lnTo>
                    <a:lnTo>
                      <a:pt x="152" y="64"/>
                    </a:lnTo>
                    <a:lnTo>
                      <a:pt x="149" y="64"/>
                    </a:lnTo>
                    <a:lnTo>
                      <a:pt x="149" y="64"/>
                    </a:lnTo>
                    <a:lnTo>
                      <a:pt x="149" y="64"/>
                    </a:lnTo>
                    <a:lnTo>
                      <a:pt x="149" y="64"/>
                    </a:lnTo>
                    <a:lnTo>
                      <a:pt x="149" y="64"/>
                    </a:lnTo>
                    <a:lnTo>
                      <a:pt x="147" y="64"/>
                    </a:lnTo>
                    <a:lnTo>
                      <a:pt x="147" y="67"/>
                    </a:lnTo>
                    <a:lnTo>
                      <a:pt x="147" y="67"/>
                    </a:lnTo>
                    <a:lnTo>
                      <a:pt x="147" y="67"/>
                    </a:lnTo>
                    <a:lnTo>
                      <a:pt x="147" y="69"/>
                    </a:lnTo>
                    <a:lnTo>
                      <a:pt x="147" y="69"/>
                    </a:lnTo>
                    <a:lnTo>
                      <a:pt x="147" y="69"/>
                    </a:lnTo>
                    <a:lnTo>
                      <a:pt x="149" y="69"/>
                    </a:lnTo>
                    <a:lnTo>
                      <a:pt x="149" y="71"/>
                    </a:lnTo>
                    <a:lnTo>
                      <a:pt x="149" y="71"/>
                    </a:lnTo>
                    <a:lnTo>
                      <a:pt x="149" y="74"/>
                    </a:lnTo>
                    <a:lnTo>
                      <a:pt x="147" y="74"/>
                    </a:lnTo>
                    <a:lnTo>
                      <a:pt x="147" y="74"/>
                    </a:lnTo>
                    <a:lnTo>
                      <a:pt x="144" y="74"/>
                    </a:lnTo>
                    <a:lnTo>
                      <a:pt x="144" y="74"/>
                    </a:lnTo>
                    <a:lnTo>
                      <a:pt x="144" y="71"/>
                    </a:lnTo>
                    <a:lnTo>
                      <a:pt x="144" y="71"/>
                    </a:lnTo>
                    <a:lnTo>
                      <a:pt x="144" y="74"/>
                    </a:lnTo>
                    <a:lnTo>
                      <a:pt x="144" y="74"/>
                    </a:lnTo>
                    <a:lnTo>
                      <a:pt x="144" y="74"/>
                    </a:lnTo>
                    <a:lnTo>
                      <a:pt x="142" y="74"/>
                    </a:lnTo>
                    <a:lnTo>
                      <a:pt x="142" y="74"/>
                    </a:lnTo>
                    <a:lnTo>
                      <a:pt x="142" y="76"/>
                    </a:lnTo>
                    <a:lnTo>
                      <a:pt x="142" y="76"/>
                    </a:lnTo>
                    <a:lnTo>
                      <a:pt x="142" y="76"/>
                    </a:lnTo>
                    <a:lnTo>
                      <a:pt x="142" y="78"/>
                    </a:lnTo>
                    <a:lnTo>
                      <a:pt x="144" y="78"/>
                    </a:lnTo>
                    <a:lnTo>
                      <a:pt x="144" y="78"/>
                    </a:lnTo>
                    <a:lnTo>
                      <a:pt x="144" y="78"/>
                    </a:lnTo>
                    <a:lnTo>
                      <a:pt x="144" y="81"/>
                    </a:lnTo>
                    <a:lnTo>
                      <a:pt x="144" y="81"/>
                    </a:lnTo>
                    <a:lnTo>
                      <a:pt x="144" y="83"/>
                    </a:lnTo>
                    <a:lnTo>
                      <a:pt x="144" y="83"/>
                    </a:lnTo>
                    <a:lnTo>
                      <a:pt x="144" y="83"/>
                    </a:lnTo>
                    <a:lnTo>
                      <a:pt x="142" y="83"/>
                    </a:lnTo>
                    <a:lnTo>
                      <a:pt x="142" y="83"/>
                    </a:lnTo>
                    <a:lnTo>
                      <a:pt x="142" y="86"/>
                    </a:lnTo>
                    <a:lnTo>
                      <a:pt x="142" y="86"/>
                    </a:lnTo>
                    <a:lnTo>
                      <a:pt x="142" y="86"/>
                    </a:lnTo>
                    <a:lnTo>
                      <a:pt x="140" y="86"/>
                    </a:lnTo>
                    <a:lnTo>
                      <a:pt x="140" y="88"/>
                    </a:lnTo>
                    <a:lnTo>
                      <a:pt x="142" y="88"/>
                    </a:lnTo>
                    <a:lnTo>
                      <a:pt x="142" y="88"/>
                    </a:lnTo>
                    <a:lnTo>
                      <a:pt x="142" y="88"/>
                    </a:lnTo>
                    <a:lnTo>
                      <a:pt x="144" y="88"/>
                    </a:lnTo>
                    <a:lnTo>
                      <a:pt x="144" y="90"/>
                    </a:lnTo>
                    <a:lnTo>
                      <a:pt x="144" y="90"/>
                    </a:lnTo>
                    <a:lnTo>
                      <a:pt x="144" y="90"/>
                    </a:lnTo>
                    <a:lnTo>
                      <a:pt x="144" y="90"/>
                    </a:lnTo>
                    <a:lnTo>
                      <a:pt x="144" y="93"/>
                    </a:lnTo>
                    <a:lnTo>
                      <a:pt x="147" y="93"/>
                    </a:lnTo>
                    <a:lnTo>
                      <a:pt x="147" y="93"/>
                    </a:lnTo>
                    <a:lnTo>
                      <a:pt x="147" y="93"/>
                    </a:lnTo>
                    <a:lnTo>
                      <a:pt x="147" y="93"/>
                    </a:lnTo>
                    <a:lnTo>
                      <a:pt x="147" y="95"/>
                    </a:lnTo>
                    <a:lnTo>
                      <a:pt x="149" y="95"/>
                    </a:lnTo>
                    <a:lnTo>
                      <a:pt x="149" y="95"/>
                    </a:lnTo>
                    <a:lnTo>
                      <a:pt x="149" y="95"/>
                    </a:lnTo>
                    <a:lnTo>
                      <a:pt x="149" y="95"/>
                    </a:lnTo>
                    <a:lnTo>
                      <a:pt x="152" y="95"/>
                    </a:lnTo>
                    <a:lnTo>
                      <a:pt x="152" y="95"/>
                    </a:lnTo>
                    <a:lnTo>
                      <a:pt x="152" y="97"/>
                    </a:lnTo>
                    <a:lnTo>
                      <a:pt x="152" y="97"/>
                    </a:lnTo>
                    <a:lnTo>
                      <a:pt x="152" y="97"/>
                    </a:lnTo>
                    <a:lnTo>
                      <a:pt x="152" y="97"/>
                    </a:lnTo>
                    <a:lnTo>
                      <a:pt x="152" y="100"/>
                    </a:lnTo>
                    <a:lnTo>
                      <a:pt x="152" y="100"/>
                    </a:lnTo>
                    <a:lnTo>
                      <a:pt x="154" y="100"/>
                    </a:lnTo>
                    <a:lnTo>
                      <a:pt x="154" y="100"/>
                    </a:lnTo>
                    <a:lnTo>
                      <a:pt x="154" y="100"/>
                    </a:lnTo>
                    <a:lnTo>
                      <a:pt x="154" y="102"/>
                    </a:lnTo>
                    <a:lnTo>
                      <a:pt x="154" y="102"/>
                    </a:lnTo>
                    <a:lnTo>
                      <a:pt x="156" y="102"/>
                    </a:lnTo>
                    <a:lnTo>
                      <a:pt x="156" y="104"/>
                    </a:lnTo>
                    <a:lnTo>
                      <a:pt x="156" y="104"/>
                    </a:lnTo>
                    <a:lnTo>
                      <a:pt x="156" y="104"/>
                    </a:lnTo>
                    <a:lnTo>
                      <a:pt x="156" y="104"/>
                    </a:lnTo>
                    <a:lnTo>
                      <a:pt x="156" y="104"/>
                    </a:lnTo>
                    <a:lnTo>
                      <a:pt x="159" y="104"/>
                    </a:lnTo>
                    <a:lnTo>
                      <a:pt x="159" y="107"/>
                    </a:lnTo>
                    <a:lnTo>
                      <a:pt x="159" y="107"/>
                    </a:lnTo>
                    <a:lnTo>
                      <a:pt x="156" y="107"/>
                    </a:lnTo>
                    <a:lnTo>
                      <a:pt x="156" y="109"/>
                    </a:lnTo>
                    <a:lnTo>
                      <a:pt x="156" y="109"/>
                    </a:lnTo>
                    <a:lnTo>
                      <a:pt x="156" y="109"/>
                    </a:lnTo>
                    <a:lnTo>
                      <a:pt x="154" y="109"/>
                    </a:lnTo>
                    <a:lnTo>
                      <a:pt x="154" y="109"/>
                    </a:lnTo>
                    <a:lnTo>
                      <a:pt x="156" y="109"/>
                    </a:lnTo>
                    <a:lnTo>
                      <a:pt x="156" y="109"/>
                    </a:lnTo>
                    <a:lnTo>
                      <a:pt x="156" y="109"/>
                    </a:lnTo>
                    <a:lnTo>
                      <a:pt x="156" y="112"/>
                    </a:lnTo>
                    <a:lnTo>
                      <a:pt x="156" y="112"/>
                    </a:lnTo>
                    <a:lnTo>
                      <a:pt x="156" y="112"/>
                    </a:lnTo>
                    <a:lnTo>
                      <a:pt x="156" y="112"/>
                    </a:lnTo>
                    <a:lnTo>
                      <a:pt x="156" y="114"/>
                    </a:lnTo>
                    <a:lnTo>
                      <a:pt x="156" y="114"/>
                    </a:lnTo>
                    <a:lnTo>
                      <a:pt x="156" y="114"/>
                    </a:lnTo>
                    <a:lnTo>
                      <a:pt x="159" y="114"/>
                    </a:lnTo>
                    <a:lnTo>
                      <a:pt x="159" y="114"/>
                    </a:lnTo>
                    <a:lnTo>
                      <a:pt x="159" y="114"/>
                    </a:lnTo>
                    <a:lnTo>
                      <a:pt x="161" y="114"/>
                    </a:lnTo>
                    <a:lnTo>
                      <a:pt x="161" y="114"/>
                    </a:lnTo>
                    <a:lnTo>
                      <a:pt x="163" y="114"/>
                    </a:lnTo>
                    <a:lnTo>
                      <a:pt x="163" y="114"/>
                    </a:lnTo>
                    <a:lnTo>
                      <a:pt x="163" y="114"/>
                    </a:lnTo>
                    <a:lnTo>
                      <a:pt x="163" y="114"/>
                    </a:lnTo>
                    <a:lnTo>
                      <a:pt x="163" y="114"/>
                    </a:lnTo>
                    <a:lnTo>
                      <a:pt x="166" y="114"/>
                    </a:lnTo>
                    <a:lnTo>
                      <a:pt x="166" y="114"/>
                    </a:lnTo>
                    <a:lnTo>
                      <a:pt x="166" y="116"/>
                    </a:lnTo>
                    <a:lnTo>
                      <a:pt x="166" y="116"/>
                    </a:lnTo>
                    <a:lnTo>
                      <a:pt x="168" y="116"/>
                    </a:lnTo>
                    <a:lnTo>
                      <a:pt x="168" y="116"/>
                    </a:lnTo>
                    <a:lnTo>
                      <a:pt x="168" y="116"/>
                    </a:lnTo>
                    <a:lnTo>
                      <a:pt x="168" y="119"/>
                    </a:lnTo>
                    <a:lnTo>
                      <a:pt x="171" y="119"/>
                    </a:lnTo>
                    <a:lnTo>
                      <a:pt x="171" y="119"/>
                    </a:lnTo>
                    <a:lnTo>
                      <a:pt x="171" y="119"/>
                    </a:lnTo>
                    <a:lnTo>
                      <a:pt x="171" y="119"/>
                    </a:lnTo>
                    <a:lnTo>
                      <a:pt x="171" y="121"/>
                    </a:lnTo>
                    <a:lnTo>
                      <a:pt x="173" y="121"/>
                    </a:lnTo>
                    <a:lnTo>
                      <a:pt x="173" y="121"/>
                    </a:lnTo>
                    <a:lnTo>
                      <a:pt x="173" y="121"/>
                    </a:lnTo>
                    <a:lnTo>
                      <a:pt x="173" y="121"/>
                    </a:lnTo>
                    <a:lnTo>
                      <a:pt x="173" y="123"/>
                    </a:lnTo>
                    <a:lnTo>
                      <a:pt x="175" y="123"/>
                    </a:lnTo>
                    <a:lnTo>
                      <a:pt x="175" y="123"/>
                    </a:lnTo>
                    <a:lnTo>
                      <a:pt x="175" y="123"/>
                    </a:lnTo>
                    <a:lnTo>
                      <a:pt x="175" y="123"/>
                    </a:lnTo>
                    <a:lnTo>
                      <a:pt x="178" y="123"/>
                    </a:lnTo>
                    <a:lnTo>
                      <a:pt x="178" y="123"/>
                    </a:lnTo>
                    <a:lnTo>
                      <a:pt x="178" y="126"/>
                    </a:lnTo>
                    <a:lnTo>
                      <a:pt x="178" y="126"/>
                    </a:lnTo>
                    <a:lnTo>
                      <a:pt x="180" y="126"/>
                    </a:lnTo>
                    <a:lnTo>
                      <a:pt x="180" y="126"/>
                    </a:lnTo>
                    <a:lnTo>
                      <a:pt x="182" y="126"/>
                    </a:lnTo>
                    <a:lnTo>
                      <a:pt x="182" y="123"/>
                    </a:lnTo>
                    <a:lnTo>
                      <a:pt x="182" y="123"/>
                    </a:lnTo>
                    <a:lnTo>
                      <a:pt x="182" y="126"/>
                    </a:lnTo>
                    <a:lnTo>
                      <a:pt x="182" y="126"/>
                    </a:lnTo>
                    <a:lnTo>
                      <a:pt x="185" y="126"/>
                    </a:lnTo>
                    <a:lnTo>
                      <a:pt x="185" y="126"/>
                    </a:lnTo>
                    <a:lnTo>
                      <a:pt x="185" y="126"/>
                    </a:lnTo>
                    <a:lnTo>
                      <a:pt x="185" y="128"/>
                    </a:lnTo>
                    <a:lnTo>
                      <a:pt x="185" y="128"/>
                    </a:lnTo>
                    <a:lnTo>
                      <a:pt x="185" y="128"/>
                    </a:lnTo>
                    <a:lnTo>
                      <a:pt x="185" y="131"/>
                    </a:lnTo>
                    <a:lnTo>
                      <a:pt x="185" y="131"/>
                    </a:lnTo>
                    <a:lnTo>
                      <a:pt x="187" y="131"/>
                    </a:lnTo>
                    <a:lnTo>
                      <a:pt x="187" y="133"/>
                    </a:lnTo>
                    <a:lnTo>
                      <a:pt x="187" y="133"/>
                    </a:lnTo>
                    <a:lnTo>
                      <a:pt x="187" y="133"/>
                    </a:lnTo>
                    <a:lnTo>
                      <a:pt x="187" y="133"/>
                    </a:lnTo>
                    <a:lnTo>
                      <a:pt x="189" y="133"/>
                    </a:lnTo>
                    <a:lnTo>
                      <a:pt x="189" y="135"/>
                    </a:lnTo>
                    <a:lnTo>
                      <a:pt x="189" y="135"/>
                    </a:lnTo>
                    <a:lnTo>
                      <a:pt x="189" y="135"/>
                    </a:lnTo>
                    <a:lnTo>
                      <a:pt x="189" y="135"/>
                    </a:lnTo>
                    <a:lnTo>
                      <a:pt x="189" y="138"/>
                    </a:lnTo>
                    <a:lnTo>
                      <a:pt x="189" y="138"/>
                    </a:lnTo>
                    <a:lnTo>
                      <a:pt x="192" y="138"/>
                    </a:lnTo>
                    <a:lnTo>
                      <a:pt x="192" y="140"/>
                    </a:lnTo>
                    <a:lnTo>
                      <a:pt x="192" y="140"/>
                    </a:lnTo>
                    <a:lnTo>
                      <a:pt x="192" y="140"/>
                    </a:lnTo>
                    <a:lnTo>
                      <a:pt x="192" y="142"/>
                    </a:lnTo>
                    <a:lnTo>
                      <a:pt x="192" y="142"/>
                    </a:lnTo>
                    <a:lnTo>
                      <a:pt x="192" y="142"/>
                    </a:lnTo>
                    <a:lnTo>
                      <a:pt x="194" y="142"/>
                    </a:lnTo>
                    <a:lnTo>
                      <a:pt x="194" y="142"/>
                    </a:lnTo>
                    <a:lnTo>
                      <a:pt x="192" y="142"/>
                    </a:lnTo>
                    <a:lnTo>
                      <a:pt x="192" y="145"/>
                    </a:lnTo>
                    <a:lnTo>
                      <a:pt x="192" y="145"/>
                    </a:lnTo>
                    <a:lnTo>
                      <a:pt x="192" y="145"/>
                    </a:lnTo>
                    <a:lnTo>
                      <a:pt x="192" y="147"/>
                    </a:lnTo>
                    <a:lnTo>
                      <a:pt x="192" y="147"/>
                    </a:lnTo>
                    <a:lnTo>
                      <a:pt x="192" y="147"/>
                    </a:lnTo>
                    <a:lnTo>
                      <a:pt x="192" y="150"/>
                    </a:lnTo>
                    <a:lnTo>
                      <a:pt x="192" y="150"/>
                    </a:lnTo>
                    <a:lnTo>
                      <a:pt x="192" y="152"/>
                    </a:lnTo>
                    <a:lnTo>
                      <a:pt x="189" y="152"/>
                    </a:lnTo>
                    <a:lnTo>
                      <a:pt x="189" y="152"/>
                    </a:lnTo>
                    <a:lnTo>
                      <a:pt x="189" y="152"/>
                    </a:lnTo>
                    <a:lnTo>
                      <a:pt x="189" y="154"/>
                    </a:lnTo>
                    <a:lnTo>
                      <a:pt x="189" y="154"/>
                    </a:lnTo>
                    <a:lnTo>
                      <a:pt x="189" y="157"/>
                    </a:lnTo>
                    <a:lnTo>
                      <a:pt x="189" y="157"/>
                    </a:lnTo>
                    <a:lnTo>
                      <a:pt x="189" y="159"/>
                    </a:lnTo>
                    <a:lnTo>
                      <a:pt x="189" y="159"/>
                    </a:lnTo>
                    <a:lnTo>
                      <a:pt x="189" y="161"/>
                    </a:lnTo>
                    <a:lnTo>
                      <a:pt x="189" y="161"/>
                    </a:lnTo>
                    <a:lnTo>
                      <a:pt x="189" y="164"/>
                    </a:lnTo>
                    <a:lnTo>
                      <a:pt x="192" y="164"/>
                    </a:lnTo>
                    <a:lnTo>
                      <a:pt x="192" y="164"/>
                    </a:lnTo>
                    <a:lnTo>
                      <a:pt x="192" y="164"/>
                    </a:lnTo>
                    <a:lnTo>
                      <a:pt x="194" y="164"/>
                    </a:lnTo>
                    <a:lnTo>
                      <a:pt x="194" y="164"/>
                    </a:lnTo>
                    <a:lnTo>
                      <a:pt x="197" y="164"/>
                    </a:lnTo>
                    <a:lnTo>
                      <a:pt x="197" y="164"/>
                    </a:lnTo>
                    <a:lnTo>
                      <a:pt x="197" y="164"/>
                    </a:lnTo>
                    <a:lnTo>
                      <a:pt x="197" y="164"/>
                    </a:lnTo>
                    <a:lnTo>
                      <a:pt x="197" y="164"/>
                    </a:lnTo>
                    <a:lnTo>
                      <a:pt x="197" y="166"/>
                    </a:lnTo>
                    <a:lnTo>
                      <a:pt x="197" y="166"/>
                    </a:lnTo>
                    <a:lnTo>
                      <a:pt x="197" y="168"/>
                    </a:lnTo>
                    <a:lnTo>
                      <a:pt x="197" y="168"/>
                    </a:lnTo>
                    <a:lnTo>
                      <a:pt x="197" y="171"/>
                    </a:lnTo>
                    <a:lnTo>
                      <a:pt x="197" y="171"/>
                    </a:lnTo>
                    <a:lnTo>
                      <a:pt x="197" y="173"/>
                    </a:lnTo>
                    <a:lnTo>
                      <a:pt x="197" y="173"/>
                    </a:lnTo>
                    <a:lnTo>
                      <a:pt x="197" y="173"/>
                    </a:lnTo>
                    <a:lnTo>
                      <a:pt x="197" y="176"/>
                    </a:lnTo>
                    <a:lnTo>
                      <a:pt x="197" y="176"/>
                    </a:lnTo>
                    <a:lnTo>
                      <a:pt x="199" y="176"/>
                    </a:lnTo>
                    <a:lnTo>
                      <a:pt x="199" y="176"/>
                    </a:lnTo>
                    <a:lnTo>
                      <a:pt x="199" y="176"/>
                    </a:lnTo>
                    <a:lnTo>
                      <a:pt x="199" y="178"/>
                    </a:lnTo>
                    <a:lnTo>
                      <a:pt x="199" y="178"/>
                    </a:lnTo>
                    <a:lnTo>
                      <a:pt x="201" y="178"/>
                    </a:lnTo>
                    <a:lnTo>
                      <a:pt x="201" y="180"/>
                    </a:lnTo>
                    <a:lnTo>
                      <a:pt x="201" y="180"/>
                    </a:lnTo>
                    <a:lnTo>
                      <a:pt x="204" y="180"/>
                    </a:lnTo>
                    <a:lnTo>
                      <a:pt x="204" y="180"/>
                    </a:lnTo>
                    <a:lnTo>
                      <a:pt x="204" y="180"/>
                    </a:lnTo>
                    <a:lnTo>
                      <a:pt x="204" y="183"/>
                    </a:lnTo>
                    <a:lnTo>
                      <a:pt x="204" y="183"/>
                    </a:lnTo>
                    <a:lnTo>
                      <a:pt x="204" y="183"/>
                    </a:lnTo>
                    <a:lnTo>
                      <a:pt x="206" y="183"/>
                    </a:lnTo>
                    <a:lnTo>
                      <a:pt x="206" y="183"/>
                    </a:lnTo>
                    <a:lnTo>
                      <a:pt x="204" y="183"/>
                    </a:lnTo>
                    <a:lnTo>
                      <a:pt x="204" y="185"/>
                    </a:lnTo>
                    <a:lnTo>
                      <a:pt x="206" y="185"/>
                    </a:lnTo>
                    <a:lnTo>
                      <a:pt x="206" y="185"/>
                    </a:lnTo>
                    <a:lnTo>
                      <a:pt x="206" y="185"/>
                    </a:lnTo>
                    <a:lnTo>
                      <a:pt x="206" y="187"/>
                    </a:lnTo>
                    <a:lnTo>
                      <a:pt x="206" y="187"/>
                    </a:lnTo>
                    <a:lnTo>
                      <a:pt x="206" y="187"/>
                    </a:lnTo>
                    <a:lnTo>
                      <a:pt x="206" y="190"/>
                    </a:lnTo>
                    <a:lnTo>
                      <a:pt x="208" y="190"/>
                    </a:lnTo>
                    <a:lnTo>
                      <a:pt x="208" y="190"/>
                    </a:lnTo>
                    <a:lnTo>
                      <a:pt x="208" y="190"/>
                    </a:lnTo>
                    <a:lnTo>
                      <a:pt x="208" y="192"/>
                    </a:lnTo>
                    <a:lnTo>
                      <a:pt x="208" y="192"/>
                    </a:lnTo>
                    <a:lnTo>
                      <a:pt x="206" y="192"/>
                    </a:lnTo>
                    <a:lnTo>
                      <a:pt x="206" y="192"/>
                    </a:lnTo>
                    <a:lnTo>
                      <a:pt x="206" y="192"/>
                    </a:lnTo>
                    <a:lnTo>
                      <a:pt x="206" y="190"/>
                    </a:lnTo>
                    <a:lnTo>
                      <a:pt x="204" y="190"/>
                    </a:lnTo>
                    <a:lnTo>
                      <a:pt x="204" y="190"/>
                    </a:lnTo>
                    <a:lnTo>
                      <a:pt x="204" y="190"/>
                    </a:lnTo>
                    <a:lnTo>
                      <a:pt x="204" y="190"/>
                    </a:lnTo>
                    <a:lnTo>
                      <a:pt x="201" y="190"/>
                    </a:lnTo>
                    <a:lnTo>
                      <a:pt x="201" y="187"/>
                    </a:lnTo>
                    <a:lnTo>
                      <a:pt x="201" y="187"/>
                    </a:lnTo>
                    <a:lnTo>
                      <a:pt x="199" y="187"/>
                    </a:lnTo>
                    <a:lnTo>
                      <a:pt x="199" y="187"/>
                    </a:lnTo>
                    <a:lnTo>
                      <a:pt x="199" y="187"/>
                    </a:lnTo>
                    <a:lnTo>
                      <a:pt x="199" y="187"/>
                    </a:lnTo>
                    <a:lnTo>
                      <a:pt x="199" y="187"/>
                    </a:lnTo>
                    <a:lnTo>
                      <a:pt x="197" y="187"/>
                    </a:lnTo>
                    <a:lnTo>
                      <a:pt x="197" y="187"/>
                    </a:lnTo>
                    <a:lnTo>
                      <a:pt x="197" y="187"/>
                    </a:lnTo>
                    <a:lnTo>
                      <a:pt x="194" y="187"/>
                    </a:lnTo>
                    <a:lnTo>
                      <a:pt x="194" y="187"/>
                    </a:lnTo>
                    <a:lnTo>
                      <a:pt x="194" y="187"/>
                    </a:lnTo>
                    <a:lnTo>
                      <a:pt x="192" y="187"/>
                    </a:lnTo>
                    <a:lnTo>
                      <a:pt x="192" y="187"/>
                    </a:lnTo>
                    <a:lnTo>
                      <a:pt x="192" y="185"/>
                    </a:lnTo>
                    <a:lnTo>
                      <a:pt x="192" y="185"/>
                    </a:lnTo>
                    <a:lnTo>
                      <a:pt x="189" y="185"/>
                    </a:lnTo>
                    <a:lnTo>
                      <a:pt x="189" y="185"/>
                    </a:lnTo>
                    <a:lnTo>
                      <a:pt x="189" y="185"/>
                    </a:lnTo>
                    <a:lnTo>
                      <a:pt x="187" y="185"/>
                    </a:lnTo>
                    <a:lnTo>
                      <a:pt x="187" y="185"/>
                    </a:lnTo>
                    <a:lnTo>
                      <a:pt x="185" y="185"/>
                    </a:lnTo>
                    <a:lnTo>
                      <a:pt x="185" y="185"/>
                    </a:lnTo>
                    <a:lnTo>
                      <a:pt x="185" y="185"/>
                    </a:lnTo>
                    <a:lnTo>
                      <a:pt x="182" y="185"/>
                    </a:lnTo>
                    <a:lnTo>
                      <a:pt x="182" y="185"/>
                    </a:lnTo>
                    <a:lnTo>
                      <a:pt x="182" y="187"/>
                    </a:lnTo>
                    <a:lnTo>
                      <a:pt x="182" y="187"/>
                    </a:lnTo>
                    <a:lnTo>
                      <a:pt x="180" y="187"/>
                    </a:lnTo>
                    <a:lnTo>
                      <a:pt x="180" y="187"/>
                    </a:lnTo>
                    <a:lnTo>
                      <a:pt x="178" y="187"/>
                    </a:lnTo>
                    <a:lnTo>
                      <a:pt x="178" y="187"/>
                    </a:lnTo>
                    <a:lnTo>
                      <a:pt x="178" y="187"/>
                    </a:lnTo>
                    <a:lnTo>
                      <a:pt x="178" y="190"/>
                    </a:lnTo>
                    <a:lnTo>
                      <a:pt x="178" y="190"/>
                    </a:lnTo>
                    <a:lnTo>
                      <a:pt x="178" y="190"/>
                    </a:lnTo>
                    <a:lnTo>
                      <a:pt x="178" y="192"/>
                    </a:lnTo>
                    <a:lnTo>
                      <a:pt x="178" y="192"/>
                    </a:lnTo>
                    <a:lnTo>
                      <a:pt x="178" y="192"/>
                    </a:lnTo>
                    <a:lnTo>
                      <a:pt x="175" y="192"/>
                    </a:lnTo>
                    <a:lnTo>
                      <a:pt x="175" y="195"/>
                    </a:lnTo>
                    <a:lnTo>
                      <a:pt x="175" y="195"/>
                    </a:lnTo>
                    <a:lnTo>
                      <a:pt x="175" y="195"/>
                    </a:lnTo>
                    <a:lnTo>
                      <a:pt x="175" y="197"/>
                    </a:lnTo>
                    <a:lnTo>
                      <a:pt x="175" y="197"/>
                    </a:lnTo>
                    <a:lnTo>
                      <a:pt x="173" y="197"/>
                    </a:lnTo>
                    <a:lnTo>
                      <a:pt x="173" y="199"/>
                    </a:lnTo>
                    <a:lnTo>
                      <a:pt x="173" y="199"/>
                    </a:lnTo>
                    <a:lnTo>
                      <a:pt x="173" y="199"/>
                    </a:lnTo>
                    <a:lnTo>
                      <a:pt x="173" y="202"/>
                    </a:lnTo>
                    <a:lnTo>
                      <a:pt x="173" y="202"/>
                    </a:lnTo>
                    <a:lnTo>
                      <a:pt x="173" y="202"/>
                    </a:lnTo>
                    <a:lnTo>
                      <a:pt x="173" y="202"/>
                    </a:lnTo>
                    <a:lnTo>
                      <a:pt x="171" y="202"/>
                    </a:lnTo>
                    <a:lnTo>
                      <a:pt x="171" y="204"/>
                    </a:lnTo>
                    <a:lnTo>
                      <a:pt x="171" y="204"/>
                    </a:lnTo>
                    <a:lnTo>
                      <a:pt x="171" y="204"/>
                    </a:lnTo>
                    <a:lnTo>
                      <a:pt x="171" y="204"/>
                    </a:lnTo>
                    <a:lnTo>
                      <a:pt x="171" y="206"/>
                    </a:lnTo>
                    <a:lnTo>
                      <a:pt x="168" y="206"/>
                    </a:lnTo>
                    <a:lnTo>
                      <a:pt x="168" y="206"/>
                    </a:lnTo>
                    <a:lnTo>
                      <a:pt x="168" y="206"/>
                    </a:lnTo>
                    <a:lnTo>
                      <a:pt x="168" y="209"/>
                    </a:lnTo>
                    <a:lnTo>
                      <a:pt x="168" y="209"/>
                    </a:lnTo>
                    <a:lnTo>
                      <a:pt x="166" y="209"/>
                    </a:lnTo>
                    <a:lnTo>
                      <a:pt x="166" y="209"/>
                    </a:lnTo>
                    <a:lnTo>
                      <a:pt x="166" y="211"/>
                    </a:lnTo>
                    <a:lnTo>
                      <a:pt x="166" y="211"/>
                    </a:lnTo>
                    <a:lnTo>
                      <a:pt x="163" y="211"/>
                    </a:lnTo>
                    <a:lnTo>
                      <a:pt x="163" y="211"/>
                    </a:lnTo>
                    <a:lnTo>
                      <a:pt x="163" y="211"/>
                    </a:lnTo>
                    <a:lnTo>
                      <a:pt x="161" y="211"/>
                    </a:lnTo>
                    <a:lnTo>
                      <a:pt x="161" y="211"/>
                    </a:lnTo>
                    <a:lnTo>
                      <a:pt x="159" y="211"/>
                    </a:lnTo>
                    <a:lnTo>
                      <a:pt x="159" y="211"/>
                    </a:lnTo>
                    <a:lnTo>
                      <a:pt x="159" y="211"/>
                    </a:lnTo>
                    <a:lnTo>
                      <a:pt x="156" y="211"/>
                    </a:lnTo>
                    <a:lnTo>
                      <a:pt x="156" y="211"/>
                    </a:lnTo>
                    <a:lnTo>
                      <a:pt x="156" y="211"/>
                    </a:lnTo>
                    <a:lnTo>
                      <a:pt x="154" y="211"/>
                    </a:lnTo>
                    <a:lnTo>
                      <a:pt x="154" y="211"/>
                    </a:lnTo>
                    <a:lnTo>
                      <a:pt x="152" y="211"/>
                    </a:lnTo>
                    <a:lnTo>
                      <a:pt x="152" y="211"/>
                    </a:lnTo>
                    <a:lnTo>
                      <a:pt x="152" y="211"/>
                    </a:lnTo>
                    <a:lnTo>
                      <a:pt x="149" y="211"/>
                    </a:lnTo>
                    <a:lnTo>
                      <a:pt x="149" y="209"/>
                    </a:lnTo>
                    <a:lnTo>
                      <a:pt x="149" y="209"/>
                    </a:lnTo>
                    <a:lnTo>
                      <a:pt x="149" y="209"/>
                    </a:lnTo>
                    <a:lnTo>
                      <a:pt x="147" y="209"/>
                    </a:lnTo>
                    <a:lnTo>
                      <a:pt x="147" y="209"/>
                    </a:lnTo>
                    <a:lnTo>
                      <a:pt x="144" y="209"/>
                    </a:lnTo>
                    <a:lnTo>
                      <a:pt x="144" y="209"/>
                    </a:lnTo>
                    <a:lnTo>
                      <a:pt x="144" y="209"/>
                    </a:lnTo>
                    <a:lnTo>
                      <a:pt x="142" y="209"/>
                    </a:lnTo>
                    <a:lnTo>
                      <a:pt x="142" y="209"/>
                    </a:lnTo>
                    <a:lnTo>
                      <a:pt x="140" y="209"/>
                    </a:lnTo>
                    <a:lnTo>
                      <a:pt x="140" y="209"/>
                    </a:lnTo>
                    <a:lnTo>
                      <a:pt x="140" y="209"/>
                    </a:lnTo>
                    <a:lnTo>
                      <a:pt x="137" y="209"/>
                    </a:lnTo>
                    <a:lnTo>
                      <a:pt x="137" y="209"/>
                    </a:lnTo>
                    <a:lnTo>
                      <a:pt x="137" y="209"/>
                    </a:lnTo>
                    <a:lnTo>
                      <a:pt x="135" y="209"/>
                    </a:lnTo>
                    <a:lnTo>
                      <a:pt x="135" y="209"/>
                    </a:lnTo>
                    <a:lnTo>
                      <a:pt x="133" y="209"/>
                    </a:lnTo>
                    <a:lnTo>
                      <a:pt x="133" y="209"/>
                    </a:lnTo>
                    <a:lnTo>
                      <a:pt x="133" y="209"/>
                    </a:lnTo>
                    <a:lnTo>
                      <a:pt x="133" y="209"/>
                    </a:lnTo>
                    <a:lnTo>
                      <a:pt x="130" y="209"/>
                    </a:lnTo>
                    <a:lnTo>
                      <a:pt x="130" y="209"/>
                    </a:lnTo>
                    <a:lnTo>
                      <a:pt x="130" y="209"/>
                    </a:lnTo>
                    <a:lnTo>
                      <a:pt x="128" y="209"/>
                    </a:lnTo>
                    <a:lnTo>
                      <a:pt x="128" y="209"/>
                    </a:lnTo>
                    <a:lnTo>
                      <a:pt x="126" y="209"/>
                    </a:lnTo>
                    <a:lnTo>
                      <a:pt x="126" y="209"/>
                    </a:lnTo>
                    <a:lnTo>
                      <a:pt x="126" y="209"/>
                    </a:lnTo>
                    <a:lnTo>
                      <a:pt x="126" y="206"/>
                    </a:lnTo>
                    <a:lnTo>
                      <a:pt x="123" y="206"/>
                    </a:lnTo>
                    <a:lnTo>
                      <a:pt x="123" y="206"/>
                    </a:lnTo>
                    <a:lnTo>
                      <a:pt x="123" y="206"/>
                    </a:lnTo>
                    <a:lnTo>
                      <a:pt x="123" y="206"/>
                    </a:lnTo>
                    <a:lnTo>
                      <a:pt x="121" y="206"/>
                    </a:lnTo>
                    <a:lnTo>
                      <a:pt x="121" y="206"/>
                    </a:lnTo>
                    <a:lnTo>
                      <a:pt x="118" y="206"/>
                    </a:lnTo>
                    <a:lnTo>
                      <a:pt x="118" y="204"/>
                    </a:lnTo>
                    <a:lnTo>
                      <a:pt x="118" y="204"/>
                    </a:lnTo>
                    <a:lnTo>
                      <a:pt x="118" y="204"/>
                    </a:lnTo>
                    <a:lnTo>
                      <a:pt x="116" y="204"/>
                    </a:lnTo>
                    <a:lnTo>
                      <a:pt x="116" y="204"/>
                    </a:lnTo>
                    <a:lnTo>
                      <a:pt x="116" y="204"/>
                    </a:lnTo>
                    <a:lnTo>
                      <a:pt x="116" y="204"/>
                    </a:lnTo>
                    <a:lnTo>
                      <a:pt x="114" y="204"/>
                    </a:lnTo>
                    <a:lnTo>
                      <a:pt x="114" y="202"/>
                    </a:lnTo>
                    <a:lnTo>
                      <a:pt x="114" y="202"/>
                    </a:lnTo>
                    <a:lnTo>
                      <a:pt x="111" y="202"/>
                    </a:lnTo>
                    <a:lnTo>
                      <a:pt x="111" y="202"/>
                    </a:lnTo>
                    <a:lnTo>
                      <a:pt x="111" y="202"/>
                    </a:lnTo>
                    <a:lnTo>
                      <a:pt x="111" y="202"/>
                    </a:lnTo>
                    <a:lnTo>
                      <a:pt x="109" y="202"/>
                    </a:lnTo>
                    <a:lnTo>
                      <a:pt x="109" y="202"/>
                    </a:lnTo>
                    <a:lnTo>
                      <a:pt x="109" y="202"/>
                    </a:lnTo>
                    <a:lnTo>
                      <a:pt x="109" y="202"/>
                    </a:lnTo>
                    <a:lnTo>
                      <a:pt x="107" y="202"/>
                    </a:lnTo>
                    <a:lnTo>
                      <a:pt x="107" y="199"/>
                    </a:lnTo>
                    <a:lnTo>
                      <a:pt x="107" y="199"/>
                    </a:lnTo>
                    <a:lnTo>
                      <a:pt x="104" y="199"/>
                    </a:lnTo>
                    <a:lnTo>
                      <a:pt x="104" y="199"/>
                    </a:lnTo>
                    <a:lnTo>
                      <a:pt x="104" y="199"/>
                    </a:lnTo>
                    <a:lnTo>
                      <a:pt x="104" y="199"/>
                    </a:lnTo>
                    <a:lnTo>
                      <a:pt x="102" y="199"/>
                    </a:lnTo>
                    <a:lnTo>
                      <a:pt x="102" y="197"/>
                    </a:lnTo>
                    <a:lnTo>
                      <a:pt x="102" y="197"/>
                    </a:lnTo>
                    <a:lnTo>
                      <a:pt x="102" y="197"/>
                    </a:lnTo>
                    <a:lnTo>
                      <a:pt x="102" y="195"/>
                    </a:lnTo>
                    <a:lnTo>
                      <a:pt x="102" y="195"/>
                    </a:lnTo>
                    <a:lnTo>
                      <a:pt x="102" y="192"/>
                    </a:lnTo>
                    <a:lnTo>
                      <a:pt x="102" y="192"/>
                    </a:lnTo>
                    <a:lnTo>
                      <a:pt x="102" y="192"/>
                    </a:lnTo>
                    <a:lnTo>
                      <a:pt x="102" y="192"/>
                    </a:lnTo>
                    <a:lnTo>
                      <a:pt x="102" y="190"/>
                    </a:lnTo>
                    <a:lnTo>
                      <a:pt x="102" y="190"/>
                    </a:lnTo>
                    <a:lnTo>
                      <a:pt x="102" y="187"/>
                    </a:lnTo>
                    <a:lnTo>
                      <a:pt x="102" y="187"/>
                    </a:lnTo>
                    <a:lnTo>
                      <a:pt x="102" y="185"/>
                    </a:lnTo>
                    <a:lnTo>
                      <a:pt x="102" y="185"/>
                    </a:lnTo>
                    <a:lnTo>
                      <a:pt x="102" y="183"/>
                    </a:lnTo>
                    <a:lnTo>
                      <a:pt x="102" y="183"/>
                    </a:lnTo>
                    <a:lnTo>
                      <a:pt x="102" y="183"/>
                    </a:lnTo>
                    <a:lnTo>
                      <a:pt x="102" y="180"/>
                    </a:lnTo>
                    <a:lnTo>
                      <a:pt x="104" y="180"/>
                    </a:lnTo>
                    <a:lnTo>
                      <a:pt x="104" y="180"/>
                    </a:lnTo>
                    <a:lnTo>
                      <a:pt x="104" y="178"/>
                    </a:lnTo>
                    <a:lnTo>
                      <a:pt x="102" y="178"/>
                    </a:lnTo>
                    <a:lnTo>
                      <a:pt x="102" y="178"/>
                    </a:lnTo>
                    <a:lnTo>
                      <a:pt x="100" y="178"/>
                    </a:lnTo>
                    <a:lnTo>
                      <a:pt x="100" y="178"/>
                    </a:lnTo>
                    <a:lnTo>
                      <a:pt x="100" y="178"/>
                    </a:lnTo>
                    <a:lnTo>
                      <a:pt x="97" y="178"/>
                    </a:lnTo>
                    <a:lnTo>
                      <a:pt x="97" y="178"/>
                    </a:lnTo>
                    <a:lnTo>
                      <a:pt x="97" y="178"/>
                    </a:lnTo>
                    <a:lnTo>
                      <a:pt x="97" y="178"/>
                    </a:lnTo>
                    <a:lnTo>
                      <a:pt x="95" y="178"/>
                    </a:lnTo>
                    <a:lnTo>
                      <a:pt x="95" y="178"/>
                    </a:lnTo>
                    <a:lnTo>
                      <a:pt x="92" y="178"/>
                    </a:lnTo>
                    <a:lnTo>
                      <a:pt x="92" y="178"/>
                    </a:lnTo>
                    <a:lnTo>
                      <a:pt x="92" y="178"/>
                    </a:lnTo>
                    <a:lnTo>
                      <a:pt x="90" y="178"/>
                    </a:lnTo>
                    <a:lnTo>
                      <a:pt x="90" y="178"/>
                    </a:lnTo>
                    <a:lnTo>
                      <a:pt x="90" y="176"/>
                    </a:lnTo>
                    <a:lnTo>
                      <a:pt x="90" y="176"/>
                    </a:lnTo>
                    <a:lnTo>
                      <a:pt x="90" y="173"/>
                    </a:lnTo>
                    <a:lnTo>
                      <a:pt x="90" y="173"/>
                    </a:lnTo>
                    <a:lnTo>
                      <a:pt x="90" y="173"/>
                    </a:lnTo>
                    <a:lnTo>
                      <a:pt x="90" y="173"/>
                    </a:lnTo>
                    <a:lnTo>
                      <a:pt x="90" y="171"/>
                    </a:lnTo>
                    <a:lnTo>
                      <a:pt x="90" y="171"/>
                    </a:lnTo>
                    <a:lnTo>
                      <a:pt x="88" y="171"/>
                    </a:lnTo>
                    <a:lnTo>
                      <a:pt x="88" y="168"/>
                    </a:lnTo>
                    <a:lnTo>
                      <a:pt x="88" y="168"/>
                    </a:lnTo>
                    <a:lnTo>
                      <a:pt x="85" y="168"/>
                    </a:lnTo>
                    <a:lnTo>
                      <a:pt x="85" y="168"/>
                    </a:lnTo>
                    <a:lnTo>
                      <a:pt x="85" y="168"/>
                    </a:lnTo>
                    <a:lnTo>
                      <a:pt x="85" y="168"/>
                    </a:lnTo>
                    <a:lnTo>
                      <a:pt x="85" y="166"/>
                    </a:lnTo>
                    <a:lnTo>
                      <a:pt x="83" y="166"/>
                    </a:lnTo>
                    <a:lnTo>
                      <a:pt x="83" y="166"/>
                    </a:lnTo>
                    <a:lnTo>
                      <a:pt x="83" y="166"/>
                    </a:lnTo>
                    <a:lnTo>
                      <a:pt x="83" y="166"/>
                    </a:lnTo>
                    <a:lnTo>
                      <a:pt x="81" y="166"/>
                    </a:lnTo>
                    <a:lnTo>
                      <a:pt x="81" y="166"/>
                    </a:lnTo>
                    <a:lnTo>
                      <a:pt x="81" y="164"/>
                    </a:lnTo>
                    <a:lnTo>
                      <a:pt x="78" y="164"/>
                    </a:lnTo>
                    <a:lnTo>
                      <a:pt x="78" y="164"/>
                    </a:lnTo>
                    <a:lnTo>
                      <a:pt x="78" y="164"/>
                    </a:lnTo>
                    <a:lnTo>
                      <a:pt x="78" y="164"/>
                    </a:lnTo>
                    <a:lnTo>
                      <a:pt x="76" y="164"/>
                    </a:lnTo>
                    <a:lnTo>
                      <a:pt x="76" y="164"/>
                    </a:lnTo>
                    <a:lnTo>
                      <a:pt x="76" y="164"/>
                    </a:lnTo>
                    <a:lnTo>
                      <a:pt x="76" y="164"/>
                    </a:lnTo>
                    <a:lnTo>
                      <a:pt x="73" y="164"/>
                    </a:lnTo>
                    <a:lnTo>
                      <a:pt x="73" y="161"/>
                    </a:lnTo>
                    <a:lnTo>
                      <a:pt x="73" y="161"/>
                    </a:lnTo>
                    <a:lnTo>
                      <a:pt x="71" y="161"/>
                    </a:lnTo>
                    <a:lnTo>
                      <a:pt x="71" y="161"/>
                    </a:lnTo>
                    <a:lnTo>
                      <a:pt x="71" y="161"/>
                    </a:lnTo>
                    <a:lnTo>
                      <a:pt x="71" y="161"/>
                    </a:lnTo>
                    <a:lnTo>
                      <a:pt x="69" y="161"/>
                    </a:lnTo>
                    <a:lnTo>
                      <a:pt x="69" y="159"/>
                    </a:lnTo>
                    <a:lnTo>
                      <a:pt x="69" y="159"/>
                    </a:lnTo>
                    <a:lnTo>
                      <a:pt x="66" y="159"/>
                    </a:lnTo>
                    <a:lnTo>
                      <a:pt x="66" y="159"/>
                    </a:lnTo>
                    <a:lnTo>
                      <a:pt x="66" y="159"/>
                    </a:lnTo>
                    <a:lnTo>
                      <a:pt x="66" y="159"/>
                    </a:lnTo>
                    <a:lnTo>
                      <a:pt x="66" y="157"/>
                    </a:lnTo>
                    <a:lnTo>
                      <a:pt x="64" y="157"/>
                    </a:lnTo>
                    <a:lnTo>
                      <a:pt x="64" y="157"/>
                    </a:lnTo>
                    <a:lnTo>
                      <a:pt x="64" y="157"/>
                    </a:lnTo>
                    <a:lnTo>
                      <a:pt x="64" y="157"/>
                    </a:lnTo>
                    <a:lnTo>
                      <a:pt x="62" y="157"/>
                    </a:lnTo>
                    <a:lnTo>
                      <a:pt x="62" y="154"/>
                    </a:lnTo>
                    <a:lnTo>
                      <a:pt x="62" y="154"/>
                    </a:lnTo>
                    <a:lnTo>
                      <a:pt x="59" y="154"/>
                    </a:lnTo>
                    <a:lnTo>
                      <a:pt x="59" y="154"/>
                    </a:lnTo>
                    <a:lnTo>
                      <a:pt x="59" y="154"/>
                    </a:lnTo>
                    <a:lnTo>
                      <a:pt x="59" y="154"/>
                    </a:lnTo>
                    <a:lnTo>
                      <a:pt x="57" y="154"/>
                    </a:lnTo>
                    <a:lnTo>
                      <a:pt x="57" y="152"/>
                    </a:lnTo>
                    <a:lnTo>
                      <a:pt x="57" y="152"/>
                    </a:lnTo>
                    <a:lnTo>
                      <a:pt x="57" y="152"/>
                    </a:lnTo>
                    <a:lnTo>
                      <a:pt x="57" y="152"/>
                    </a:lnTo>
                    <a:lnTo>
                      <a:pt x="55" y="152"/>
                    </a:lnTo>
                    <a:lnTo>
                      <a:pt x="55" y="152"/>
                    </a:lnTo>
                    <a:lnTo>
                      <a:pt x="55" y="152"/>
                    </a:lnTo>
                    <a:lnTo>
                      <a:pt x="52" y="152"/>
                    </a:lnTo>
                    <a:lnTo>
                      <a:pt x="52" y="152"/>
                    </a:lnTo>
                    <a:lnTo>
                      <a:pt x="52" y="150"/>
                    </a:lnTo>
                    <a:lnTo>
                      <a:pt x="52" y="150"/>
                    </a:lnTo>
                    <a:lnTo>
                      <a:pt x="50" y="150"/>
                    </a:lnTo>
                    <a:lnTo>
                      <a:pt x="50" y="150"/>
                    </a:lnTo>
                    <a:lnTo>
                      <a:pt x="50" y="150"/>
                    </a:lnTo>
                    <a:lnTo>
                      <a:pt x="50" y="150"/>
                    </a:lnTo>
                    <a:lnTo>
                      <a:pt x="50" y="147"/>
                    </a:lnTo>
                    <a:lnTo>
                      <a:pt x="47" y="147"/>
                    </a:lnTo>
                    <a:lnTo>
                      <a:pt x="47" y="147"/>
                    </a:lnTo>
                    <a:lnTo>
                      <a:pt x="47" y="147"/>
                    </a:lnTo>
                    <a:lnTo>
                      <a:pt x="45" y="147"/>
                    </a:lnTo>
                    <a:lnTo>
                      <a:pt x="45" y="147"/>
                    </a:lnTo>
                    <a:lnTo>
                      <a:pt x="45" y="147"/>
                    </a:lnTo>
                    <a:lnTo>
                      <a:pt x="45" y="145"/>
                    </a:lnTo>
                    <a:lnTo>
                      <a:pt x="43" y="145"/>
                    </a:lnTo>
                    <a:lnTo>
                      <a:pt x="43" y="145"/>
                    </a:lnTo>
                    <a:lnTo>
                      <a:pt x="43" y="145"/>
                    </a:lnTo>
                    <a:lnTo>
                      <a:pt x="43" y="145"/>
                    </a:lnTo>
                    <a:lnTo>
                      <a:pt x="40" y="145"/>
                    </a:lnTo>
                    <a:lnTo>
                      <a:pt x="40" y="142"/>
                    </a:lnTo>
                    <a:lnTo>
                      <a:pt x="40" y="142"/>
                    </a:lnTo>
                    <a:lnTo>
                      <a:pt x="38" y="142"/>
                    </a:lnTo>
                    <a:lnTo>
                      <a:pt x="38" y="142"/>
                    </a:lnTo>
                    <a:lnTo>
                      <a:pt x="38" y="142"/>
                    </a:lnTo>
                    <a:lnTo>
                      <a:pt x="38" y="142"/>
                    </a:lnTo>
                    <a:lnTo>
                      <a:pt x="36" y="142"/>
                    </a:lnTo>
                    <a:lnTo>
                      <a:pt x="36" y="142"/>
                    </a:lnTo>
                    <a:lnTo>
                      <a:pt x="36" y="142"/>
                    </a:lnTo>
                    <a:lnTo>
                      <a:pt x="33" y="142"/>
                    </a:lnTo>
                    <a:lnTo>
                      <a:pt x="33" y="140"/>
                    </a:lnTo>
                    <a:lnTo>
                      <a:pt x="33" y="140"/>
                    </a:lnTo>
                    <a:lnTo>
                      <a:pt x="33" y="140"/>
                    </a:lnTo>
                    <a:lnTo>
                      <a:pt x="31" y="140"/>
                    </a:lnTo>
                    <a:lnTo>
                      <a:pt x="31" y="140"/>
                    </a:lnTo>
                    <a:lnTo>
                      <a:pt x="31" y="140"/>
                    </a:lnTo>
                    <a:lnTo>
                      <a:pt x="31" y="140"/>
                    </a:lnTo>
                    <a:lnTo>
                      <a:pt x="31" y="138"/>
                    </a:lnTo>
                    <a:lnTo>
                      <a:pt x="29" y="138"/>
                    </a:lnTo>
                    <a:lnTo>
                      <a:pt x="29" y="138"/>
                    </a:lnTo>
                    <a:lnTo>
                      <a:pt x="29" y="138"/>
                    </a:lnTo>
                    <a:lnTo>
                      <a:pt x="26" y="138"/>
                    </a:lnTo>
                    <a:lnTo>
                      <a:pt x="26" y="138"/>
                    </a:lnTo>
                    <a:lnTo>
                      <a:pt x="26" y="135"/>
                    </a:lnTo>
                    <a:lnTo>
                      <a:pt x="26" y="135"/>
                    </a:lnTo>
                    <a:lnTo>
                      <a:pt x="24" y="135"/>
                    </a:lnTo>
                    <a:lnTo>
                      <a:pt x="24" y="135"/>
                    </a:lnTo>
                    <a:lnTo>
                      <a:pt x="24" y="135"/>
                    </a:lnTo>
                    <a:lnTo>
                      <a:pt x="24" y="135"/>
                    </a:lnTo>
                    <a:lnTo>
                      <a:pt x="21" y="135"/>
                    </a:lnTo>
                    <a:lnTo>
                      <a:pt x="21" y="135"/>
                    </a:lnTo>
                    <a:lnTo>
                      <a:pt x="19" y="135"/>
                    </a:lnTo>
                    <a:lnTo>
                      <a:pt x="19" y="133"/>
                    </a:lnTo>
                    <a:lnTo>
                      <a:pt x="19" y="133"/>
                    </a:lnTo>
                    <a:lnTo>
                      <a:pt x="19" y="133"/>
                    </a:lnTo>
                    <a:lnTo>
                      <a:pt x="17" y="133"/>
                    </a:lnTo>
                    <a:lnTo>
                      <a:pt x="17" y="133"/>
                    </a:lnTo>
                    <a:lnTo>
                      <a:pt x="17" y="133"/>
                    </a:lnTo>
                    <a:lnTo>
                      <a:pt x="17" y="133"/>
                    </a:lnTo>
                    <a:lnTo>
                      <a:pt x="14" y="133"/>
                    </a:lnTo>
                    <a:lnTo>
                      <a:pt x="14" y="133"/>
                    </a:lnTo>
                    <a:lnTo>
                      <a:pt x="12" y="133"/>
                    </a:lnTo>
                    <a:lnTo>
                      <a:pt x="12" y="133"/>
                    </a:lnTo>
                    <a:lnTo>
                      <a:pt x="12" y="133"/>
                    </a:lnTo>
                    <a:lnTo>
                      <a:pt x="12" y="133"/>
                    </a:lnTo>
                    <a:lnTo>
                      <a:pt x="10" y="133"/>
                    </a:lnTo>
                    <a:lnTo>
                      <a:pt x="10" y="133"/>
                    </a:lnTo>
                    <a:lnTo>
                      <a:pt x="10" y="131"/>
                    </a:lnTo>
                    <a:lnTo>
                      <a:pt x="10" y="131"/>
                    </a:lnTo>
                    <a:lnTo>
                      <a:pt x="10" y="128"/>
                    </a:lnTo>
                    <a:lnTo>
                      <a:pt x="10" y="128"/>
                    </a:lnTo>
                    <a:lnTo>
                      <a:pt x="10" y="128"/>
                    </a:lnTo>
                    <a:lnTo>
                      <a:pt x="10" y="126"/>
                    </a:lnTo>
                    <a:lnTo>
                      <a:pt x="7" y="126"/>
                    </a:lnTo>
                    <a:lnTo>
                      <a:pt x="7" y="126"/>
                    </a:lnTo>
                    <a:lnTo>
                      <a:pt x="7" y="123"/>
                    </a:lnTo>
                    <a:lnTo>
                      <a:pt x="7" y="123"/>
                    </a:lnTo>
                    <a:lnTo>
                      <a:pt x="7" y="123"/>
                    </a:lnTo>
                    <a:lnTo>
                      <a:pt x="7" y="123"/>
                    </a:lnTo>
                    <a:lnTo>
                      <a:pt x="7" y="121"/>
                    </a:lnTo>
                    <a:lnTo>
                      <a:pt x="5" y="121"/>
                    </a:lnTo>
                    <a:lnTo>
                      <a:pt x="5" y="121"/>
                    </a:lnTo>
                    <a:lnTo>
                      <a:pt x="5" y="119"/>
                    </a:lnTo>
                    <a:lnTo>
                      <a:pt x="5" y="119"/>
                    </a:lnTo>
                    <a:lnTo>
                      <a:pt x="5" y="119"/>
                    </a:lnTo>
                    <a:lnTo>
                      <a:pt x="5" y="116"/>
                    </a:lnTo>
                    <a:lnTo>
                      <a:pt x="5" y="116"/>
                    </a:lnTo>
                    <a:lnTo>
                      <a:pt x="5" y="116"/>
                    </a:lnTo>
                    <a:lnTo>
                      <a:pt x="5" y="114"/>
                    </a:lnTo>
                    <a:lnTo>
                      <a:pt x="2" y="114"/>
                    </a:lnTo>
                    <a:lnTo>
                      <a:pt x="2" y="114"/>
                    </a:lnTo>
                    <a:lnTo>
                      <a:pt x="2" y="114"/>
                    </a:lnTo>
                    <a:lnTo>
                      <a:pt x="2" y="112"/>
                    </a:lnTo>
                    <a:lnTo>
                      <a:pt x="2" y="112"/>
                    </a:lnTo>
                    <a:lnTo>
                      <a:pt x="2" y="112"/>
                    </a:lnTo>
                    <a:lnTo>
                      <a:pt x="2" y="109"/>
                    </a:lnTo>
                    <a:lnTo>
                      <a:pt x="2" y="109"/>
                    </a:lnTo>
                    <a:lnTo>
                      <a:pt x="2" y="109"/>
                    </a:lnTo>
                    <a:lnTo>
                      <a:pt x="2" y="107"/>
                    </a:lnTo>
                    <a:lnTo>
                      <a:pt x="0" y="107"/>
                    </a:lnTo>
                    <a:lnTo>
                      <a:pt x="0" y="107"/>
                    </a:lnTo>
                    <a:lnTo>
                      <a:pt x="0" y="104"/>
                    </a:lnTo>
                    <a:lnTo>
                      <a:pt x="0" y="104"/>
                    </a:lnTo>
                    <a:lnTo>
                      <a:pt x="0" y="104"/>
                    </a:lnTo>
                    <a:lnTo>
                      <a:pt x="0" y="104"/>
                    </a:lnTo>
                    <a:lnTo>
                      <a:pt x="0" y="102"/>
                    </a:lnTo>
                    <a:lnTo>
                      <a:pt x="0" y="102"/>
                    </a:lnTo>
                    <a:lnTo>
                      <a:pt x="0" y="102"/>
                    </a:lnTo>
                    <a:lnTo>
                      <a:pt x="2" y="102"/>
                    </a:lnTo>
                    <a:lnTo>
                      <a:pt x="2" y="100"/>
                    </a:lnTo>
                    <a:lnTo>
                      <a:pt x="2" y="100"/>
                    </a:lnTo>
                    <a:lnTo>
                      <a:pt x="2" y="100"/>
                    </a:lnTo>
                    <a:lnTo>
                      <a:pt x="5" y="100"/>
                    </a:lnTo>
                    <a:lnTo>
                      <a:pt x="5" y="100"/>
                    </a:lnTo>
                    <a:lnTo>
                      <a:pt x="5" y="100"/>
                    </a:lnTo>
                    <a:lnTo>
                      <a:pt x="5" y="100"/>
                    </a:lnTo>
                    <a:lnTo>
                      <a:pt x="5" y="97"/>
                    </a:lnTo>
                    <a:lnTo>
                      <a:pt x="7" y="97"/>
                    </a:lnTo>
                    <a:lnTo>
                      <a:pt x="7" y="97"/>
                    </a:lnTo>
                    <a:lnTo>
                      <a:pt x="7" y="97"/>
                    </a:lnTo>
                    <a:lnTo>
                      <a:pt x="10" y="97"/>
                    </a:lnTo>
                    <a:lnTo>
                      <a:pt x="10" y="97"/>
                    </a:lnTo>
                    <a:lnTo>
                      <a:pt x="10" y="95"/>
                    </a:lnTo>
                    <a:lnTo>
                      <a:pt x="10" y="95"/>
                    </a:lnTo>
                    <a:lnTo>
                      <a:pt x="12" y="95"/>
                    </a:lnTo>
                    <a:lnTo>
                      <a:pt x="12" y="95"/>
                    </a:lnTo>
                    <a:lnTo>
                      <a:pt x="12" y="95"/>
                    </a:lnTo>
                    <a:lnTo>
                      <a:pt x="12" y="95"/>
                    </a:lnTo>
                    <a:lnTo>
                      <a:pt x="12" y="93"/>
                    </a:lnTo>
                    <a:lnTo>
                      <a:pt x="14" y="93"/>
                    </a:lnTo>
                    <a:lnTo>
                      <a:pt x="14" y="93"/>
                    </a:lnTo>
                    <a:lnTo>
                      <a:pt x="14" y="93"/>
                    </a:lnTo>
                    <a:lnTo>
                      <a:pt x="17" y="93"/>
                    </a:lnTo>
                    <a:lnTo>
                      <a:pt x="17" y="93"/>
                    </a:lnTo>
                    <a:lnTo>
                      <a:pt x="17" y="93"/>
                    </a:lnTo>
                    <a:lnTo>
                      <a:pt x="17" y="93"/>
                    </a:lnTo>
                    <a:lnTo>
                      <a:pt x="19" y="93"/>
                    </a:lnTo>
                    <a:lnTo>
                      <a:pt x="19" y="90"/>
                    </a:lnTo>
                    <a:lnTo>
                      <a:pt x="19" y="90"/>
                    </a:lnTo>
                    <a:lnTo>
                      <a:pt x="19" y="90"/>
                    </a:lnTo>
                    <a:lnTo>
                      <a:pt x="19" y="90"/>
                    </a:lnTo>
                    <a:lnTo>
                      <a:pt x="21" y="90"/>
                    </a:lnTo>
                    <a:lnTo>
                      <a:pt x="21" y="90"/>
                    </a:lnTo>
                    <a:lnTo>
                      <a:pt x="21" y="88"/>
                    </a:lnTo>
                    <a:lnTo>
                      <a:pt x="24" y="88"/>
                    </a:lnTo>
                    <a:lnTo>
                      <a:pt x="24" y="88"/>
                    </a:lnTo>
                    <a:lnTo>
                      <a:pt x="24" y="88"/>
                    </a:lnTo>
                    <a:lnTo>
                      <a:pt x="24" y="88"/>
                    </a:lnTo>
                    <a:lnTo>
                      <a:pt x="26" y="88"/>
                    </a:lnTo>
                    <a:lnTo>
                      <a:pt x="26" y="86"/>
                    </a:lnTo>
                    <a:lnTo>
                      <a:pt x="26" y="86"/>
                    </a:lnTo>
                    <a:lnTo>
                      <a:pt x="26" y="86"/>
                    </a:lnTo>
                    <a:lnTo>
                      <a:pt x="26" y="86"/>
                    </a:lnTo>
                    <a:lnTo>
                      <a:pt x="29" y="86"/>
                    </a:lnTo>
                    <a:lnTo>
                      <a:pt x="29" y="86"/>
                    </a:lnTo>
                    <a:lnTo>
                      <a:pt x="29" y="83"/>
                    </a:lnTo>
                    <a:lnTo>
                      <a:pt x="31" y="83"/>
                    </a:lnTo>
                    <a:lnTo>
                      <a:pt x="31" y="83"/>
                    </a:lnTo>
                    <a:lnTo>
                      <a:pt x="31" y="83"/>
                    </a:lnTo>
                    <a:lnTo>
                      <a:pt x="31" y="83"/>
                    </a:lnTo>
                    <a:lnTo>
                      <a:pt x="33" y="83"/>
                    </a:lnTo>
                    <a:lnTo>
                      <a:pt x="33" y="83"/>
                    </a:lnTo>
                    <a:lnTo>
                      <a:pt x="33" y="83"/>
                    </a:lnTo>
                    <a:lnTo>
                      <a:pt x="33" y="83"/>
                    </a:lnTo>
                    <a:lnTo>
                      <a:pt x="36" y="83"/>
                    </a:lnTo>
                    <a:lnTo>
                      <a:pt x="36" y="81"/>
                    </a:lnTo>
                    <a:lnTo>
                      <a:pt x="36" y="81"/>
                    </a:lnTo>
                    <a:lnTo>
                      <a:pt x="38" y="81"/>
                    </a:lnTo>
                    <a:lnTo>
                      <a:pt x="38" y="81"/>
                    </a:lnTo>
                    <a:lnTo>
                      <a:pt x="38" y="81"/>
                    </a:lnTo>
                    <a:lnTo>
                      <a:pt x="38" y="81"/>
                    </a:lnTo>
                    <a:lnTo>
                      <a:pt x="38" y="78"/>
                    </a:lnTo>
                    <a:lnTo>
                      <a:pt x="40" y="78"/>
                    </a:lnTo>
                    <a:lnTo>
                      <a:pt x="40" y="78"/>
                    </a:lnTo>
                    <a:lnTo>
                      <a:pt x="43" y="78"/>
                    </a:lnTo>
                    <a:lnTo>
                      <a:pt x="43" y="78"/>
                    </a:lnTo>
                    <a:lnTo>
                      <a:pt x="43" y="78"/>
                    </a:lnTo>
                    <a:lnTo>
                      <a:pt x="43" y="78"/>
                    </a:lnTo>
                    <a:lnTo>
                      <a:pt x="43" y="76"/>
                    </a:lnTo>
                    <a:lnTo>
                      <a:pt x="45" y="76"/>
                    </a:lnTo>
                    <a:lnTo>
                      <a:pt x="45" y="76"/>
                    </a:lnTo>
                    <a:lnTo>
                      <a:pt x="45" y="76"/>
                    </a:lnTo>
                    <a:lnTo>
                      <a:pt x="45" y="76"/>
                    </a:lnTo>
                    <a:lnTo>
                      <a:pt x="45" y="74"/>
                    </a:lnTo>
                    <a:lnTo>
                      <a:pt x="47" y="74"/>
                    </a:lnTo>
                    <a:lnTo>
                      <a:pt x="47" y="74"/>
                    </a:lnTo>
                    <a:lnTo>
                      <a:pt x="47" y="74"/>
                    </a:lnTo>
                    <a:lnTo>
                      <a:pt x="47" y="74"/>
                    </a:lnTo>
                    <a:lnTo>
                      <a:pt x="47" y="71"/>
                    </a:lnTo>
                    <a:lnTo>
                      <a:pt x="50" y="71"/>
                    </a:lnTo>
                    <a:lnTo>
                      <a:pt x="50" y="71"/>
                    </a:lnTo>
                    <a:lnTo>
                      <a:pt x="50" y="69"/>
                    </a:lnTo>
                    <a:lnTo>
                      <a:pt x="50" y="69"/>
                    </a:lnTo>
                    <a:lnTo>
                      <a:pt x="50" y="69"/>
                    </a:lnTo>
                    <a:lnTo>
                      <a:pt x="50" y="69"/>
                    </a:lnTo>
                    <a:lnTo>
                      <a:pt x="50" y="67"/>
                    </a:lnTo>
                    <a:lnTo>
                      <a:pt x="50" y="67"/>
                    </a:lnTo>
                    <a:lnTo>
                      <a:pt x="50" y="64"/>
                    </a:lnTo>
                    <a:lnTo>
                      <a:pt x="52" y="64"/>
                    </a:lnTo>
                    <a:lnTo>
                      <a:pt x="52" y="64"/>
                    </a:lnTo>
                    <a:lnTo>
                      <a:pt x="52" y="64"/>
                    </a:lnTo>
                    <a:lnTo>
                      <a:pt x="52" y="62"/>
                    </a:lnTo>
                    <a:lnTo>
                      <a:pt x="50" y="62"/>
                    </a:lnTo>
                    <a:lnTo>
                      <a:pt x="50" y="62"/>
                    </a:lnTo>
                    <a:lnTo>
                      <a:pt x="50" y="59"/>
                    </a:lnTo>
                    <a:lnTo>
                      <a:pt x="50" y="59"/>
                    </a:lnTo>
                    <a:lnTo>
                      <a:pt x="50" y="57"/>
                    </a:lnTo>
                    <a:lnTo>
                      <a:pt x="50" y="57"/>
                    </a:lnTo>
                    <a:lnTo>
                      <a:pt x="50" y="55"/>
                    </a:lnTo>
                    <a:lnTo>
                      <a:pt x="52" y="55"/>
                    </a:lnTo>
                    <a:lnTo>
                      <a:pt x="52" y="55"/>
                    </a:lnTo>
                    <a:lnTo>
                      <a:pt x="52" y="55"/>
                    </a:lnTo>
                    <a:lnTo>
                      <a:pt x="52" y="52"/>
                    </a:lnTo>
                    <a:lnTo>
                      <a:pt x="52" y="52"/>
                    </a:lnTo>
                    <a:lnTo>
                      <a:pt x="52" y="52"/>
                    </a:lnTo>
                    <a:lnTo>
                      <a:pt x="52" y="50"/>
                    </a:lnTo>
                    <a:lnTo>
                      <a:pt x="52" y="50"/>
                    </a:lnTo>
                    <a:lnTo>
                      <a:pt x="52" y="48"/>
                    </a:lnTo>
                    <a:lnTo>
                      <a:pt x="52" y="48"/>
                    </a:lnTo>
                    <a:lnTo>
                      <a:pt x="52" y="48"/>
                    </a:lnTo>
                    <a:lnTo>
                      <a:pt x="52" y="45"/>
                    </a:lnTo>
                    <a:lnTo>
                      <a:pt x="55" y="45"/>
                    </a:lnTo>
                    <a:lnTo>
                      <a:pt x="55" y="45"/>
                    </a:lnTo>
                    <a:lnTo>
                      <a:pt x="55" y="45"/>
                    </a:lnTo>
                    <a:lnTo>
                      <a:pt x="55" y="43"/>
                    </a:lnTo>
                    <a:lnTo>
                      <a:pt x="55" y="43"/>
                    </a:lnTo>
                    <a:lnTo>
                      <a:pt x="55" y="41"/>
                    </a:lnTo>
                    <a:lnTo>
                      <a:pt x="55" y="41"/>
                    </a:lnTo>
                    <a:lnTo>
                      <a:pt x="55" y="38"/>
                    </a:lnTo>
                    <a:lnTo>
                      <a:pt x="52" y="38"/>
                    </a:lnTo>
                    <a:lnTo>
                      <a:pt x="52" y="38"/>
                    </a:lnTo>
                    <a:lnTo>
                      <a:pt x="52" y="36"/>
                    </a:lnTo>
                    <a:lnTo>
                      <a:pt x="52" y="36"/>
                    </a:lnTo>
                    <a:lnTo>
                      <a:pt x="52" y="36"/>
                    </a:lnTo>
                    <a:lnTo>
                      <a:pt x="52" y="33"/>
                    </a:lnTo>
                    <a:lnTo>
                      <a:pt x="52" y="33"/>
                    </a:lnTo>
                    <a:lnTo>
                      <a:pt x="52" y="33"/>
                    </a:lnTo>
                    <a:lnTo>
                      <a:pt x="52" y="33"/>
                    </a:lnTo>
                    <a:lnTo>
                      <a:pt x="52" y="33"/>
                    </a:lnTo>
                    <a:lnTo>
                      <a:pt x="52" y="31"/>
                    </a:lnTo>
                    <a:lnTo>
                      <a:pt x="52" y="31"/>
                    </a:lnTo>
                    <a:lnTo>
                      <a:pt x="52" y="29"/>
                    </a:lnTo>
                    <a:lnTo>
                      <a:pt x="52" y="29"/>
                    </a:lnTo>
                    <a:lnTo>
                      <a:pt x="52" y="26"/>
                    </a:lnTo>
                    <a:lnTo>
                      <a:pt x="52" y="26"/>
                    </a:lnTo>
                    <a:lnTo>
                      <a:pt x="52" y="26"/>
                    </a:lnTo>
                    <a:lnTo>
                      <a:pt x="52" y="24"/>
                    </a:lnTo>
                    <a:lnTo>
                      <a:pt x="52" y="24"/>
                    </a:lnTo>
                    <a:lnTo>
                      <a:pt x="55" y="24"/>
                    </a:lnTo>
                    <a:lnTo>
                      <a:pt x="55" y="24"/>
                    </a:lnTo>
                    <a:lnTo>
                      <a:pt x="55" y="24"/>
                    </a:lnTo>
                    <a:lnTo>
                      <a:pt x="55" y="22"/>
                    </a:lnTo>
                    <a:lnTo>
                      <a:pt x="57" y="22"/>
                    </a:lnTo>
                    <a:lnTo>
                      <a:pt x="57" y="22"/>
                    </a:lnTo>
                    <a:lnTo>
                      <a:pt x="57" y="22"/>
                    </a:lnTo>
                    <a:lnTo>
                      <a:pt x="59" y="22"/>
                    </a:lnTo>
                    <a:lnTo>
                      <a:pt x="59" y="22"/>
                    </a:lnTo>
                    <a:lnTo>
                      <a:pt x="59" y="22"/>
                    </a:lnTo>
                    <a:lnTo>
                      <a:pt x="59" y="22"/>
                    </a:lnTo>
                    <a:lnTo>
                      <a:pt x="62" y="22"/>
                    </a:lnTo>
                    <a:lnTo>
                      <a:pt x="62" y="22"/>
                    </a:lnTo>
                    <a:lnTo>
                      <a:pt x="64" y="22"/>
                    </a:lnTo>
                    <a:lnTo>
                      <a:pt x="64" y="22"/>
                    </a:lnTo>
                    <a:lnTo>
                      <a:pt x="64" y="19"/>
                    </a:lnTo>
                    <a:lnTo>
                      <a:pt x="64" y="19"/>
                    </a:lnTo>
                    <a:lnTo>
                      <a:pt x="66" y="19"/>
                    </a:lnTo>
                    <a:lnTo>
                      <a:pt x="66" y="19"/>
                    </a:lnTo>
                    <a:lnTo>
                      <a:pt x="66" y="19"/>
                    </a:lnTo>
                    <a:lnTo>
                      <a:pt x="66" y="17"/>
                    </a:lnTo>
                    <a:lnTo>
                      <a:pt x="66" y="17"/>
                    </a:lnTo>
                    <a:lnTo>
                      <a:pt x="66" y="17"/>
                    </a:lnTo>
                    <a:lnTo>
                      <a:pt x="69" y="17"/>
                    </a:lnTo>
                    <a:lnTo>
                      <a:pt x="69" y="14"/>
                    </a:lnTo>
                    <a:lnTo>
                      <a:pt x="69" y="14"/>
                    </a:lnTo>
                    <a:lnTo>
                      <a:pt x="69" y="14"/>
                    </a:lnTo>
                    <a:lnTo>
                      <a:pt x="71" y="14"/>
                    </a:lnTo>
                    <a:lnTo>
                      <a:pt x="71" y="14"/>
                    </a:lnTo>
                    <a:lnTo>
                      <a:pt x="71" y="14"/>
                    </a:lnTo>
                    <a:lnTo>
                      <a:pt x="71" y="12"/>
                    </a:lnTo>
                    <a:lnTo>
                      <a:pt x="71" y="12"/>
                    </a:lnTo>
                    <a:lnTo>
                      <a:pt x="71" y="12"/>
                    </a:lnTo>
                    <a:lnTo>
                      <a:pt x="73" y="12"/>
                    </a:lnTo>
                    <a:lnTo>
                      <a:pt x="73" y="12"/>
                    </a:lnTo>
                    <a:lnTo>
                      <a:pt x="73" y="10"/>
                    </a:lnTo>
                    <a:lnTo>
                      <a:pt x="76" y="10"/>
                    </a:lnTo>
                    <a:lnTo>
                      <a:pt x="76" y="10"/>
                    </a:lnTo>
                    <a:lnTo>
                      <a:pt x="76" y="10"/>
                    </a:lnTo>
                    <a:lnTo>
                      <a:pt x="76" y="7"/>
                    </a:lnTo>
                    <a:lnTo>
                      <a:pt x="76" y="7"/>
                    </a:lnTo>
                    <a:lnTo>
                      <a:pt x="76" y="7"/>
                    </a:lnTo>
                    <a:lnTo>
                      <a:pt x="78" y="7"/>
                    </a:lnTo>
                    <a:lnTo>
                      <a:pt x="78" y="7"/>
                    </a:lnTo>
                    <a:lnTo>
                      <a:pt x="78" y="7"/>
                    </a:lnTo>
                    <a:lnTo>
                      <a:pt x="78" y="5"/>
                    </a:lnTo>
                    <a:lnTo>
                      <a:pt x="81" y="5"/>
                    </a:lnTo>
                    <a:lnTo>
                      <a:pt x="81" y="5"/>
                    </a:lnTo>
                    <a:lnTo>
                      <a:pt x="81" y="5"/>
                    </a:lnTo>
                    <a:lnTo>
                      <a:pt x="83" y="5"/>
                    </a:lnTo>
                    <a:lnTo>
                      <a:pt x="83" y="5"/>
                    </a:lnTo>
                    <a:lnTo>
                      <a:pt x="83" y="3"/>
                    </a:lnTo>
                    <a:lnTo>
                      <a:pt x="83" y="3"/>
                    </a:lnTo>
                    <a:lnTo>
                      <a:pt x="83" y="3"/>
                    </a:lnTo>
                    <a:lnTo>
                      <a:pt x="83" y="3"/>
                    </a:lnTo>
                    <a:lnTo>
                      <a:pt x="83" y="0"/>
                    </a:lnTo>
                    <a:lnTo>
                      <a:pt x="85" y="0"/>
                    </a:lnTo>
                    <a:lnTo>
                      <a:pt x="85" y="0"/>
                    </a:lnTo>
                    <a:lnTo>
                      <a:pt x="85" y="3"/>
                    </a:lnTo>
                    <a:lnTo>
                      <a:pt x="85" y="3"/>
                    </a:lnTo>
                    <a:lnTo>
                      <a:pt x="88" y="3"/>
                    </a:lnTo>
                    <a:lnTo>
                      <a:pt x="88" y="3"/>
                    </a:lnTo>
                    <a:lnTo>
                      <a:pt x="90" y="3"/>
                    </a:lnTo>
                    <a:lnTo>
                      <a:pt x="90" y="3"/>
                    </a:lnTo>
                    <a:lnTo>
                      <a:pt x="90" y="0"/>
                    </a:lnTo>
                    <a:lnTo>
                      <a:pt x="90" y="0"/>
                    </a:lnTo>
                    <a:lnTo>
                      <a:pt x="92" y="0"/>
                    </a:lnTo>
                    <a:lnTo>
                      <a:pt x="92" y="0"/>
                    </a:lnTo>
                    <a:lnTo>
                      <a:pt x="92" y="0"/>
                    </a:lnTo>
                    <a:lnTo>
                      <a:pt x="92" y="3"/>
                    </a:lnTo>
                    <a:lnTo>
                      <a:pt x="95" y="3"/>
                    </a:lnTo>
                    <a:lnTo>
                      <a:pt x="95" y="3"/>
                    </a:lnTo>
                    <a:lnTo>
                      <a:pt x="95" y="3"/>
                    </a:lnTo>
                    <a:lnTo>
                      <a:pt x="97" y="3"/>
                    </a:lnTo>
                    <a:lnTo>
                      <a:pt x="97" y="3"/>
                    </a:lnTo>
                    <a:lnTo>
                      <a:pt x="97" y="3"/>
                    </a:lnTo>
                    <a:lnTo>
                      <a:pt x="97" y="3"/>
                    </a:lnTo>
                    <a:lnTo>
                      <a:pt x="97" y="3"/>
                    </a:lnTo>
                    <a:lnTo>
                      <a:pt x="100" y="3"/>
                    </a:lnTo>
                    <a:lnTo>
                      <a:pt x="100" y="5"/>
                    </a:lnTo>
                    <a:lnTo>
                      <a:pt x="100" y="5"/>
                    </a:lnTo>
                    <a:lnTo>
                      <a:pt x="100" y="5"/>
                    </a:lnTo>
                    <a:lnTo>
                      <a:pt x="102" y="5"/>
                    </a:lnTo>
                    <a:lnTo>
                      <a:pt x="102" y="5"/>
                    </a:lnTo>
                    <a:lnTo>
                      <a:pt x="102" y="5"/>
                    </a:lnTo>
                    <a:lnTo>
                      <a:pt x="104" y="5"/>
                    </a:lnTo>
                    <a:lnTo>
                      <a:pt x="104" y="5"/>
                    </a:lnTo>
                    <a:lnTo>
                      <a:pt x="104" y="5"/>
                    </a:lnTo>
                    <a:lnTo>
                      <a:pt x="104" y="5"/>
                    </a:lnTo>
                    <a:lnTo>
                      <a:pt x="107" y="5"/>
                    </a:lnTo>
                    <a:lnTo>
                      <a:pt x="107" y="5"/>
                    </a:lnTo>
                    <a:lnTo>
                      <a:pt x="107" y="5"/>
                    </a:lnTo>
                    <a:lnTo>
                      <a:pt x="109" y="5"/>
                    </a:lnTo>
                    <a:lnTo>
                      <a:pt x="109" y="5"/>
                    </a:lnTo>
                    <a:lnTo>
                      <a:pt x="109" y="5"/>
                    </a:lnTo>
                    <a:lnTo>
                      <a:pt x="109" y="5"/>
                    </a:lnTo>
                    <a:lnTo>
                      <a:pt x="109" y="3"/>
                    </a:lnTo>
                    <a:lnTo>
                      <a:pt x="111" y="3"/>
                    </a:lnTo>
                    <a:lnTo>
                      <a:pt x="111" y="3"/>
                    </a:lnTo>
                    <a:lnTo>
                      <a:pt x="111" y="3"/>
                    </a:lnTo>
                    <a:lnTo>
                      <a:pt x="111" y="3"/>
                    </a:lnTo>
                    <a:lnTo>
                      <a:pt x="114" y="3"/>
                    </a:lnTo>
                    <a:lnTo>
                      <a:pt x="114" y="3"/>
                    </a:lnTo>
                    <a:lnTo>
                      <a:pt x="114" y="3"/>
                    </a:lnTo>
                    <a:lnTo>
                      <a:pt x="116" y="3"/>
                    </a:lnTo>
                    <a:lnTo>
                      <a:pt x="116" y="3"/>
                    </a:lnTo>
                    <a:lnTo>
                      <a:pt x="116" y="5"/>
                    </a:lnTo>
                    <a:lnTo>
                      <a:pt x="116" y="5"/>
                    </a:lnTo>
                    <a:lnTo>
                      <a:pt x="116" y="5"/>
                    </a:lnTo>
                    <a:lnTo>
                      <a:pt x="116" y="5"/>
                    </a:lnTo>
                    <a:lnTo>
                      <a:pt x="116" y="5"/>
                    </a:lnTo>
                    <a:lnTo>
                      <a:pt x="116" y="7"/>
                    </a:lnTo>
                    <a:lnTo>
                      <a:pt x="116" y="7"/>
                    </a:lnTo>
                    <a:lnTo>
                      <a:pt x="116" y="7"/>
                    </a:lnTo>
                    <a:lnTo>
                      <a:pt x="116" y="7"/>
                    </a:lnTo>
                    <a:lnTo>
                      <a:pt x="116" y="10"/>
                    </a:lnTo>
                    <a:lnTo>
                      <a:pt x="116" y="10"/>
                    </a:lnTo>
                    <a:lnTo>
                      <a:pt x="116" y="10"/>
                    </a:lnTo>
                    <a:lnTo>
                      <a:pt x="116" y="12"/>
                    </a:lnTo>
                    <a:lnTo>
                      <a:pt x="118" y="12"/>
                    </a:lnTo>
                    <a:lnTo>
                      <a:pt x="118" y="10"/>
                    </a:lnTo>
                    <a:lnTo>
                      <a:pt x="118" y="10"/>
                    </a:lnTo>
                    <a:lnTo>
                      <a:pt x="118" y="10"/>
                    </a:lnTo>
                    <a:lnTo>
                      <a:pt x="118" y="10"/>
                    </a:lnTo>
                    <a:lnTo>
                      <a:pt x="118" y="7"/>
                    </a:lnTo>
                    <a:lnTo>
                      <a:pt x="121" y="7"/>
                    </a:lnTo>
                    <a:lnTo>
                      <a:pt x="121" y="7"/>
                    </a:lnTo>
                    <a:lnTo>
                      <a:pt x="121" y="7"/>
                    </a:lnTo>
                    <a:lnTo>
                      <a:pt x="123" y="7"/>
                    </a:lnTo>
                    <a:lnTo>
                      <a:pt x="123" y="7"/>
                    </a:lnTo>
                    <a:lnTo>
                      <a:pt x="123" y="5"/>
                    </a:lnTo>
                    <a:lnTo>
                      <a:pt x="123" y="5"/>
                    </a:lnTo>
                    <a:lnTo>
                      <a:pt x="126" y="5"/>
                    </a:lnTo>
                    <a:lnTo>
                      <a:pt x="126" y="5"/>
                    </a:lnTo>
                    <a:lnTo>
                      <a:pt x="126" y="5"/>
                    </a:lnTo>
                    <a:lnTo>
                      <a:pt x="128"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3" name="Freeform 148"/>
              <p:cNvSpPr>
                <a:spLocks/>
              </p:cNvSpPr>
              <p:nvPr/>
            </p:nvSpPr>
            <p:spPr bwMode="auto">
              <a:xfrm>
                <a:off x="1664" y="1805"/>
                <a:ext cx="208" cy="211"/>
              </a:xfrm>
              <a:custGeom>
                <a:avLst/>
                <a:gdLst/>
                <a:ahLst/>
                <a:cxnLst>
                  <a:cxn ang="0">
                    <a:pos x="130" y="14"/>
                  </a:cxn>
                  <a:cxn ang="0">
                    <a:pos x="135" y="24"/>
                  </a:cxn>
                  <a:cxn ang="0">
                    <a:pos x="140" y="36"/>
                  </a:cxn>
                  <a:cxn ang="0">
                    <a:pos x="149" y="41"/>
                  </a:cxn>
                  <a:cxn ang="0">
                    <a:pos x="159" y="41"/>
                  </a:cxn>
                  <a:cxn ang="0">
                    <a:pos x="154" y="45"/>
                  </a:cxn>
                  <a:cxn ang="0">
                    <a:pos x="159" y="55"/>
                  </a:cxn>
                  <a:cxn ang="0">
                    <a:pos x="152" y="62"/>
                  </a:cxn>
                  <a:cxn ang="0">
                    <a:pos x="149" y="71"/>
                  </a:cxn>
                  <a:cxn ang="0">
                    <a:pos x="142" y="78"/>
                  </a:cxn>
                  <a:cxn ang="0">
                    <a:pos x="142" y="88"/>
                  </a:cxn>
                  <a:cxn ang="0">
                    <a:pos x="149" y="95"/>
                  </a:cxn>
                  <a:cxn ang="0">
                    <a:pos x="156" y="104"/>
                  </a:cxn>
                  <a:cxn ang="0">
                    <a:pos x="156" y="109"/>
                  </a:cxn>
                  <a:cxn ang="0">
                    <a:pos x="163" y="114"/>
                  </a:cxn>
                  <a:cxn ang="0">
                    <a:pos x="173" y="121"/>
                  </a:cxn>
                  <a:cxn ang="0">
                    <a:pos x="182" y="123"/>
                  </a:cxn>
                  <a:cxn ang="0">
                    <a:pos x="189" y="133"/>
                  </a:cxn>
                  <a:cxn ang="0">
                    <a:pos x="192" y="142"/>
                  </a:cxn>
                  <a:cxn ang="0">
                    <a:pos x="189" y="157"/>
                  </a:cxn>
                  <a:cxn ang="0">
                    <a:pos x="197" y="166"/>
                  </a:cxn>
                  <a:cxn ang="0">
                    <a:pos x="201" y="178"/>
                  </a:cxn>
                  <a:cxn ang="0">
                    <a:pos x="206" y="187"/>
                  </a:cxn>
                  <a:cxn ang="0">
                    <a:pos x="204" y="190"/>
                  </a:cxn>
                  <a:cxn ang="0">
                    <a:pos x="192" y="187"/>
                  </a:cxn>
                  <a:cxn ang="0">
                    <a:pos x="180" y="187"/>
                  </a:cxn>
                  <a:cxn ang="0">
                    <a:pos x="173" y="197"/>
                  </a:cxn>
                  <a:cxn ang="0">
                    <a:pos x="168" y="206"/>
                  </a:cxn>
                  <a:cxn ang="0">
                    <a:pos x="156" y="211"/>
                  </a:cxn>
                  <a:cxn ang="0">
                    <a:pos x="142" y="209"/>
                  </a:cxn>
                  <a:cxn ang="0">
                    <a:pos x="130" y="209"/>
                  </a:cxn>
                  <a:cxn ang="0">
                    <a:pos x="118" y="204"/>
                  </a:cxn>
                  <a:cxn ang="0">
                    <a:pos x="107" y="202"/>
                  </a:cxn>
                  <a:cxn ang="0">
                    <a:pos x="102" y="192"/>
                  </a:cxn>
                  <a:cxn ang="0">
                    <a:pos x="100" y="178"/>
                  </a:cxn>
                  <a:cxn ang="0">
                    <a:pos x="90" y="173"/>
                  </a:cxn>
                  <a:cxn ang="0">
                    <a:pos x="83" y="166"/>
                  </a:cxn>
                  <a:cxn ang="0">
                    <a:pos x="71" y="161"/>
                  </a:cxn>
                  <a:cxn ang="0">
                    <a:pos x="62" y="157"/>
                  </a:cxn>
                  <a:cxn ang="0">
                    <a:pos x="52" y="152"/>
                  </a:cxn>
                  <a:cxn ang="0">
                    <a:pos x="43" y="145"/>
                  </a:cxn>
                  <a:cxn ang="0">
                    <a:pos x="33" y="140"/>
                  </a:cxn>
                  <a:cxn ang="0">
                    <a:pos x="24" y="135"/>
                  </a:cxn>
                  <a:cxn ang="0">
                    <a:pos x="12" y="133"/>
                  </a:cxn>
                  <a:cxn ang="0">
                    <a:pos x="5" y="121"/>
                  </a:cxn>
                  <a:cxn ang="0">
                    <a:pos x="2" y="109"/>
                  </a:cxn>
                  <a:cxn ang="0">
                    <a:pos x="5" y="100"/>
                  </a:cxn>
                  <a:cxn ang="0">
                    <a:pos x="12" y="93"/>
                  </a:cxn>
                  <a:cxn ang="0">
                    <a:pos x="24" y="88"/>
                  </a:cxn>
                  <a:cxn ang="0">
                    <a:pos x="33" y="83"/>
                  </a:cxn>
                  <a:cxn ang="0">
                    <a:pos x="43" y="78"/>
                  </a:cxn>
                  <a:cxn ang="0">
                    <a:pos x="50" y="69"/>
                  </a:cxn>
                  <a:cxn ang="0">
                    <a:pos x="50" y="55"/>
                  </a:cxn>
                  <a:cxn ang="0">
                    <a:pos x="55" y="43"/>
                  </a:cxn>
                  <a:cxn ang="0">
                    <a:pos x="52" y="31"/>
                  </a:cxn>
                  <a:cxn ang="0">
                    <a:pos x="59" y="22"/>
                  </a:cxn>
                  <a:cxn ang="0">
                    <a:pos x="69" y="14"/>
                  </a:cxn>
                  <a:cxn ang="0">
                    <a:pos x="76" y="7"/>
                  </a:cxn>
                  <a:cxn ang="0">
                    <a:pos x="85" y="0"/>
                  </a:cxn>
                  <a:cxn ang="0">
                    <a:pos x="95" y="3"/>
                  </a:cxn>
                  <a:cxn ang="0">
                    <a:pos x="104" y="5"/>
                  </a:cxn>
                  <a:cxn ang="0">
                    <a:pos x="116" y="3"/>
                  </a:cxn>
                  <a:cxn ang="0">
                    <a:pos x="118" y="10"/>
                  </a:cxn>
                </a:cxnLst>
                <a:rect l="0" t="0" r="r" b="b"/>
                <a:pathLst>
                  <a:path w="208" h="211">
                    <a:moveTo>
                      <a:pt x="128" y="5"/>
                    </a:moveTo>
                    <a:lnTo>
                      <a:pt x="128" y="7"/>
                    </a:lnTo>
                    <a:lnTo>
                      <a:pt x="128" y="7"/>
                    </a:lnTo>
                    <a:lnTo>
                      <a:pt x="128" y="10"/>
                    </a:lnTo>
                    <a:lnTo>
                      <a:pt x="128" y="10"/>
                    </a:lnTo>
                    <a:lnTo>
                      <a:pt x="130" y="10"/>
                    </a:lnTo>
                    <a:lnTo>
                      <a:pt x="130" y="10"/>
                    </a:lnTo>
                    <a:lnTo>
                      <a:pt x="130" y="10"/>
                    </a:lnTo>
                    <a:lnTo>
                      <a:pt x="130" y="12"/>
                    </a:lnTo>
                    <a:lnTo>
                      <a:pt x="130" y="12"/>
                    </a:lnTo>
                    <a:lnTo>
                      <a:pt x="130" y="14"/>
                    </a:lnTo>
                    <a:lnTo>
                      <a:pt x="130" y="14"/>
                    </a:lnTo>
                    <a:lnTo>
                      <a:pt x="130" y="14"/>
                    </a:lnTo>
                    <a:lnTo>
                      <a:pt x="130" y="14"/>
                    </a:lnTo>
                    <a:lnTo>
                      <a:pt x="130" y="14"/>
                    </a:lnTo>
                    <a:lnTo>
                      <a:pt x="130" y="14"/>
                    </a:lnTo>
                    <a:lnTo>
                      <a:pt x="130" y="17"/>
                    </a:lnTo>
                    <a:lnTo>
                      <a:pt x="133" y="17"/>
                    </a:lnTo>
                    <a:lnTo>
                      <a:pt x="133" y="17"/>
                    </a:lnTo>
                    <a:lnTo>
                      <a:pt x="133" y="17"/>
                    </a:lnTo>
                    <a:lnTo>
                      <a:pt x="133" y="17"/>
                    </a:lnTo>
                    <a:lnTo>
                      <a:pt x="133" y="19"/>
                    </a:lnTo>
                    <a:lnTo>
                      <a:pt x="133" y="19"/>
                    </a:lnTo>
                    <a:lnTo>
                      <a:pt x="133" y="19"/>
                    </a:lnTo>
                    <a:lnTo>
                      <a:pt x="133" y="22"/>
                    </a:lnTo>
                    <a:lnTo>
                      <a:pt x="133" y="22"/>
                    </a:lnTo>
                    <a:lnTo>
                      <a:pt x="133" y="24"/>
                    </a:lnTo>
                    <a:lnTo>
                      <a:pt x="133" y="24"/>
                    </a:lnTo>
                    <a:lnTo>
                      <a:pt x="133" y="24"/>
                    </a:lnTo>
                    <a:lnTo>
                      <a:pt x="133" y="24"/>
                    </a:lnTo>
                    <a:lnTo>
                      <a:pt x="135" y="24"/>
                    </a:lnTo>
                    <a:lnTo>
                      <a:pt x="135" y="24"/>
                    </a:lnTo>
                    <a:lnTo>
                      <a:pt x="137" y="24"/>
                    </a:lnTo>
                    <a:lnTo>
                      <a:pt x="137" y="24"/>
                    </a:lnTo>
                    <a:lnTo>
                      <a:pt x="137" y="24"/>
                    </a:lnTo>
                    <a:lnTo>
                      <a:pt x="137" y="26"/>
                    </a:lnTo>
                    <a:lnTo>
                      <a:pt x="137" y="26"/>
                    </a:lnTo>
                    <a:lnTo>
                      <a:pt x="137" y="29"/>
                    </a:lnTo>
                    <a:lnTo>
                      <a:pt x="137" y="29"/>
                    </a:lnTo>
                    <a:lnTo>
                      <a:pt x="140" y="29"/>
                    </a:lnTo>
                    <a:lnTo>
                      <a:pt x="140" y="31"/>
                    </a:lnTo>
                    <a:lnTo>
                      <a:pt x="140" y="31"/>
                    </a:lnTo>
                    <a:lnTo>
                      <a:pt x="140" y="33"/>
                    </a:lnTo>
                    <a:lnTo>
                      <a:pt x="140" y="33"/>
                    </a:lnTo>
                    <a:lnTo>
                      <a:pt x="140" y="33"/>
                    </a:lnTo>
                    <a:lnTo>
                      <a:pt x="140" y="33"/>
                    </a:lnTo>
                    <a:lnTo>
                      <a:pt x="140" y="33"/>
                    </a:lnTo>
                    <a:lnTo>
                      <a:pt x="140" y="36"/>
                    </a:lnTo>
                    <a:lnTo>
                      <a:pt x="140" y="36"/>
                    </a:lnTo>
                    <a:lnTo>
                      <a:pt x="140" y="36"/>
                    </a:lnTo>
                    <a:lnTo>
                      <a:pt x="140" y="36"/>
                    </a:lnTo>
                    <a:lnTo>
                      <a:pt x="140" y="36"/>
                    </a:lnTo>
                    <a:lnTo>
                      <a:pt x="142" y="36"/>
                    </a:lnTo>
                    <a:lnTo>
                      <a:pt x="142" y="36"/>
                    </a:lnTo>
                    <a:lnTo>
                      <a:pt x="144" y="36"/>
                    </a:lnTo>
                    <a:lnTo>
                      <a:pt x="144" y="36"/>
                    </a:lnTo>
                    <a:lnTo>
                      <a:pt x="144" y="36"/>
                    </a:lnTo>
                    <a:lnTo>
                      <a:pt x="144" y="36"/>
                    </a:lnTo>
                    <a:lnTo>
                      <a:pt x="147" y="36"/>
                    </a:lnTo>
                    <a:lnTo>
                      <a:pt x="147" y="38"/>
                    </a:lnTo>
                    <a:lnTo>
                      <a:pt x="147" y="38"/>
                    </a:lnTo>
                    <a:lnTo>
                      <a:pt x="147" y="38"/>
                    </a:lnTo>
                    <a:lnTo>
                      <a:pt x="147" y="41"/>
                    </a:lnTo>
                    <a:lnTo>
                      <a:pt x="149" y="41"/>
                    </a:lnTo>
                    <a:lnTo>
                      <a:pt x="149" y="41"/>
                    </a:lnTo>
                    <a:lnTo>
                      <a:pt x="149" y="41"/>
                    </a:lnTo>
                    <a:lnTo>
                      <a:pt x="149" y="41"/>
                    </a:lnTo>
                    <a:lnTo>
                      <a:pt x="149" y="41"/>
                    </a:lnTo>
                    <a:lnTo>
                      <a:pt x="152" y="41"/>
                    </a:lnTo>
                    <a:lnTo>
                      <a:pt x="152" y="41"/>
                    </a:lnTo>
                    <a:lnTo>
                      <a:pt x="152" y="41"/>
                    </a:lnTo>
                    <a:lnTo>
                      <a:pt x="154" y="41"/>
                    </a:lnTo>
                    <a:lnTo>
                      <a:pt x="154" y="41"/>
                    </a:lnTo>
                    <a:lnTo>
                      <a:pt x="156" y="41"/>
                    </a:lnTo>
                    <a:lnTo>
                      <a:pt x="156" y="41"/>
                    </a:lnTo>
                    <a:lnTo>
                      <a:pt x="156" y="41"/>
                    </a:lnTo>
                    <a:lnTo>
                      <a:pt x="156" y="41"/>
                    </a:lnTo>
                    <a:lnTo>
                      <a:pt x="159" y="41"/>
                    </a:lnTo>
                    <a:lnTo>
                      <a:pt x="159" y="41"/>
                    </a:lnTo>
                    <a:lnTo>
                      <a:pt x="159" y="41"/>
                    </a:lnTo>
                    <a:lnTo>
                      <a:pt x="159" y="41"/>
                    </a:lnTo>
                    <a:lnTo>
                      <a:pt x="161" y="41"/>
                    </a:lnTo>
                    <a:lnTo>
                      <a:pt x="161" y="41"/>
                    </a:lnTo>
                    <a:lnTo>
                      <a:pt x="161" y="43"/>
                    </a:lnTo>
                    <a:lnTo>
                      <a:pt x="159" y="43"/>
                    </a:lnTo>
                    <a:lnTo>
                      <a:pt x="159" y="43"/>
                    </a:lnTo>
                    <a:lnTo>
                      <a:pt x="159" y="43"/>
                    </a:lnTo>
                    <a:lnTo>
                      <a:pt x="159" y="43"/>
                    </a:lnTo>
                    <a:lnTo>
                      <a:pt x="156" y="43"/>
                    </a:lnTo>
                    <a:lnTo>
                      <a:pt x="156" y="43"/>
                    </a:lnTo>
                    <a:lnTo>
                      <a:pt x="156" y="45"/>
                    </a:lnTo>
                    <a:lnTo>
                      <a:pt x="156" y="45"/>
                    </a:lnTo>
                    <a:lnTo>
                      <a:pt x="156" y="43"/>
                    </a:lnTo>
                    <a:lnTo>
                      <a:pt x="154" y="43"/>
                    </a:lnTo>
                    <a:lnTo>
                      <a:pt x="154" y="45"/>
                    </a:lnTo>
                    <a:lnTo>
                      <a:pt x="154" y="45"/>
                    </a:lnTo>
                    <a:lnTo>
                      <a:pt x="154" y="45"/>
                    </a:lnTo>
                    <a:lnTo>
                      <a:pt x="154" y="45"/>
                    </a:lnTo>
                    <a:lnTo>
                      <a:pt x="154" y="48"/>
                    </a:lnTo>
                    <a:lnTo>
                      <a:pt x="154" y="48"/>
                    </a:lnTo>
                    <a:lnTo>
                      <a:pt x="154" y="50"/>
                    </a:lnTo>
                    <a:lnTo>
                      <a:pt x="154" y="50"/>
                    </a:lnTo>
                    <a:lnTo>
                      <a:pt x="154" y="50"/>
                    </a:lnTo>
                    <a:lnTo>
                      <a:pt x="154" y="52"/>
                    </a:lnTo>
                    <a:lnTo>
                      <a:pt x="156" y="52"/>
                    </a:lnTo>
                    <a:lnTo>
                      <a:pt x="156" y="52"/>
                    </a:lnTo>
                    <a:lnTo>
                      <a:pt x="156" y="52"/>
                    </a:lnTo>
                    <a:lnTo>
                      <a:pt x="156" y="55"/>
                    </a:lnTo>
                    <a:lnTo>
                      <a:pt x="156" y="55"/>
                    </a:lnTo>
                    <a:lnTo>
                      <a:pt x="156" y="55"/>
                    </a:lnTo>
                    <a:lnTo>
                      <a:pt x="156" y="55"/>
                    </a:lnTo>
                    <a:lnTo>
                      <a:pt x="159" y="55"/>
                    </a:lnTo>
                    <a:lnTo>
                      <a:pt x="159" y="57"/>
                    </a:lnTo>
                    <a:lnTo>
                      <a:pt x="156" y="57"/>
                    </a:lnTo>
                    <a:lnTo>
                      <a:pt x="156" y="57"/>
                    </a:lnTo>
                    <a:lnTo>
                      <a:pt x="156" y="59"/>
                    </a:lnTo>
                    <a:lnTo>
                      <a:pt x="156" y="59"/>
                    </a:lnTo>
                    <a:lnTo>
                      <a:pt x="156" y="59"/>
                    </a:lnTo>
                    <a:lnTo>
                      <a:pt x="156" y="59"/>
                    </a:lnTo>
                    <a:lnTo>
                      <a:pt x="154" y="59"/>
                    </a:lnTo>
                    <a:lnTo>
                      <a:pt x="154" y="59"/>
                    </a:lnTo>
                    <a:lnTo>
                      <a:pt x="154" y="59"/>
                    </a:lnTo>
                    <a:lnTo>
                      <a:pt x="152" y="59"/>
                    </a:lnTo>
                    <a:lnTo>
                      <a:pt x="152" y="59"/>
                    </a:lnTo>
                    <a:lnTo>
                      <a:pt x="152" y="59"/>
                    </a:lnTo>
                    <a:lnTo>
                      <a:pt x="152" y="59"/>
                    </a:lnTo>
                    <a:lnTo>
                      <a:pt x="152" y="62"/>
                    </a:lnTo>
                    <a:lnTo>
                      <a:pt x="152" y="62"/>
                    </a:lnTo>
                    <a:lnTo>
                      <a:pt x="152" y="64"/>
                    </a:lnTo>
                    <a:lnTo>
                      <a:pt x="149" y="64"/>
                    </a:lnTo>
                    <a:lnTo>
                      <a:pt x="149" y="64"/>
                    </a:lnTo>
                    <a:lnTo>
                      <a:pt x="149" y="64"/>
                    </a:lnTo>
                    <a:lnTo>
                      <a:pt x="149" y="64"/>
                    </a:lnTo>
                    <a:lnTo>
                      <a:pt x="149" y="64"/>
                    </a:lnTo>
                    <a:lnTo>
                      <a:pt x="147" y="64"/>
                    </a:lnTo>
                    <a:lnTo>
                      <a:pt x="147" y="67"/>
                    </a:lnTo>
                    <a:lnTo>
                      <a:pt x="147" y="67"/>
                    </a:lnTo>
                    <a:lnTo>
                      <a:pt x="147" y="67"/>
                    </a:lnTo>
                    <a:lnTo>
                      <a:pt x="147" y="69"/>
                    </a:lnTo>
                    <a:lnTo>
                      <a:pt x="147" y="69"/>
                    </a:lnTo>
                    <a:lnTo>
                      <a:pt x="147" y="69"/>
                    </a:lnTo>
                    <a:lnTo>
                      <a:pt x="149" y="69"/>
                    </a:lnTo>
                    <a:lnTo>
                      <a:pt x="149" y="71"/>
                    </a:lnTo>
                    <a:lnTo>
                      <a:pt x="149" y="71"/>
                    </a:lnTo>
                    <a:lnTo>
                      <a:pt x="149" y="74"/>
                    </a:lnTo>
                    <a:lnTo>
                      <a:pt x="147" y="74"/>
                    </a:lnTo>
                    <a:lnTo>
                      <a:pt x="147" y="74"/>
                    </a:lnTo>
                    <a:lnTo>
                      <a:pt x="144" y="74"/>
                    </a:lnTo>
                    <a:lnTo>
                      <a:pt x="144" y="74"/>
                    </a:lnTo>
                    <a:lnTo>
                      <a:pt x="144" y="71"/>
                    </a:lnTo>
                    <a:lnTo>
                      <a:pt x="144" y="71"/>
                    </a:lnTo>
                    <a:lnTo>
                      <a:pt x="144" y="74"/>
                    </a:lnTo>
                    <a:lnTo>
                      <a:pt x="144" y="74"/>
                    </a:lnTo>
                    <a:lnTo>
                      <a:pt x="144" y="74"/>
                    </a:lnTo>
                    <a:lnTo>
                      <a:pt x="142" y="74"/>
                    </a:lnTo>
                    <a:lnTo>
                      <a:pt x="142" y="74"/>
                    </a:lnTo>
                    <a:lnTo>
                      <a:pt x="142" y="76"/>
                    </a:lnTo>
                    <a:lnTo>
                      <a:pt x="142" y="76"/>
                    </a:lnTo>
                    <a:lnTo>
                      <a:pt x="142" y="76"/>
                    </a:lnTo>
                    <a:lnTo>
                      <a:pt x="142" y="78"/>
                    </a:lnTo>
                    <a:lnTo>
                      <a:pt x="144" y="78"/>
                    </a:lnTo>
                    <a:lnTo>
                      <a:pt x="144" y="78"/>
                    </a:lnTo>
                    <a:lnTo>
                      <a:pt x="144" y="78"/>
                    </a:lnTo>
                    <a:lnTo>
                      <a:pt x="144" y="81"/>
                    </a:lnTo>
                    <a:lnTo>
                      <a:pt x="144" y="81"/>
                    </a:lnTo>
                    <a:lnTo>
                      <a:pt x="144" y="83"/>
                    </a:lnTo>
                    <a:lnTo>
                      <a:pt x="144" y="83"/>
                    </a:lnTo>
                    <a:lnTo>
                      <a:pt x="144" y="83"/>
                    </a:lnTo>
                    <a:lnTo>
                      <a:pt x="142" y="83"/>
                    </a:lnTo>
                    <a:lnTo>
                      <a:pt x="142" y="83"/>
                    </a:lnTo>
                    <a:lnTo>
                      <a:pt x="142" y="86"/>
                    </a:lnTo>
                    <a:lnTo>
                      <a:pt x="142" y="86"/>
                    </a:lnTo>
                    <a:lnTo>
                      <a:pt x="142" y="86"/>
                    </a:lnTo>
                    <a:lnTo>
                      <a:pt x="140" y="86"/>
                    </a:lnTo>
                    <a:lnTo>
                      <a:pt x="140" y="88"/>
                    </a:lnTo>
                    <a:lnTo>
                      <a:pt x="142" y="88"/>
                    </a:lnTo>
                    <a:lnTo>
                      <a:pt x="142" y="88"/>
                    </a:lnTo>
                    <a:lnTo>
                      <a:pt x="142" y="88"/>
                    </a:lnTo>
                    <a:lnTo>
                      <a:pt x="144" y="88"/>
                    </a:lnTo>
                    <a:lnTo>
                      <a:pt x="144" y="90"/>
                    </a:lnTo>
                    <a:lnTo>
                      <a:pt x="144" y="90"/>
                    </a:lnTo>
                    <a:lnTo>
                      <a:pt x="144" y="90"/>
                    </a:lnTo>
                    <a:lnTo>
                      <a:pt x="144" y="90"/>
                    </a:lnTo>
                    <a:lnTo>
                      <a:pt x="144" y="93"/>
                    </a:lnTo>
                    <a:lnTo>
                      <a:pt x="147" y="93"/>
                    </a:lnTo>
                    <a:lnTo>
                      <a:pt x="147" y="93"/>
                    </a:lnTo>
                    <a:lnTo>
                      <a:pt x="147" y="93"/>
                    </a:lnTo>
                    <a:lnTo>
                      <a:pt x="147" y="93"/>
                    </a:lnTo>
                    <a:lnTo>
                      <a:pt x="147" y="95"/>
                    </a:lnTo>
                    <a:lnTo>
                      <a:pt x="149" y="95"/>
                    </a:lnTo>
                    <a:lnTo>
                      <a:pt x="149" y="95"/>
                    </a:lnTo>
                    <a:lnTo>
                      <a:pt x="149" y="95"/>
                    </a:lnTo>
                    <a:lnTo>
                      <a:pt x="149" y="95"/>
                    </a:lnTo>
                    <a:lnTo>
                      <a:pt x="152" y="95"/>
                    </a:lnTo>
                    <a:lnTo>
                      <a:pt x="152" y="95"/>
                    </a:lnTo>
                    <a:lnTo>
                      <a:pt x="152" y="97"/>
                    </a:lnTo>
                    <a:lnTo>
                      <a:pt x="152" y="97"/>
                    </a:lnTo>
                    <a:lnTo>
                      <a:pt x="152" y="97"/>
                    </a:lnTo>
                    <a:lnTo>
                      <a:pt x="152" y="97"/>
                    </a:lnTo>
                    <a:lnTo>
                      <a:pt x="152" y="100"/>
                    </a:lnTo>
                    <a:lnTo>
                      <a:pt x="152" y="100"/>
                    </a:lnTo>
                    <a:lnTo>
                      <a:pt x="154" y="100"/>
                    </a:lnTo>
                    <a:lnTo>
                      <a:pt x="154" y="100"/>
                    </a:lnTo>
                    <a:lnTo>
                      <a:pt x="154" y="100"/>
                    </a:lnTo>
                    <a:lnTo>
                      <a:pt x="154" y="102"/>
                    </a:lnTo>
                    <a:lnTo>
                      <a:pt x="154" y="102"/>
                    </a:lnTo>
                    <a:lnTo>
                      <a:pt x="156" y="102"/>
                    </a:lnTo>
                    <a:lnTo>
                      <a:pt x="156" y="104"/>
                    </a:lnTo>
                    <a:lnTo>
                      <a:pt x="156" y="104"/>
                    </a:lnTo>
                    <a:lnTo>
                      <a:pt x="156" y="104"/>
                    </a:lnTo>
                    <a:lnTo>
                      <a:pt x="156" y="104"/>
                    </a:lnTo>
                    <a:lnTo>
                      <a:pt x="156" y="104"/>
                    </a:lnTo>
                    <a:lnTo>
                      <a:pt x="159" y="104"/>
                    </a:lnTo>
                    <a:lnTo>
                      <a:pt x="159" y="107"/>
                    </a:lnTo>
                    <a:lnTo>
                      <a:pt x="159" y="107"/>
                    </a:lnTo>
                    <a:lnTo>
                      <a:pt x="156" y="107"/>
                    </a:lnTo>
                    <a:lnTo>
                      <a:pt x="156" y="109"/>
                    </a:lnTo>
                    <a:lnTo>
                      <a:pt x="156" y="109"/>
                    </a:lnTo>
                    <a:lnTo>
                      <a:pt x="156" y="109"/>
                    </a:lnTo>
                    <a:lnTo>
                      <a:pt x="154" y="109"/>
                    </a:lnTo>
                    <a:lnTo>
                      <a:pt x="154" y="109"/>
                    </a:lnTo>
                    <a:lnTo>
                      <a:pt x="156" y="109"/>
                    </a:lnTo>
                    <a:lnTo>
                      <a:pt x="156" y="109"/>
                    </a:lnTo>
                    <a:lnTo>
                      <a:pt x="156" y="109"/>
                    </a:lnTo>
                    <a:lnTo>
                      <a:pt x="156" y="112"/>
                    </a:lnTo>
                    <a:lnTo>
                      <a:pt x="156" y="112"/>
                    </a:lnTo>
                    <a:lnTo>
                      <a:pt x="156" y="112"/>
                    </a:lnTo>
                    <a:lnTo>
                      <a:pt x="156" y="112"/>
                    </a:lnTo>
                    <a:lnTo>
                      <a:pt x="156" y="114"/>
                    </a:lnTo>
                    <a:lnTo>
                      <a:pt x="156" y="114"/>
                    </a:lnTo>
                    <a:lnTo>
                      <a:pt x="156" y="114"/>
                    </a:lnTo>
                    <a:lnTo>
                      <a:pt x="159" y="114"/>
                    </a:lnTo>
                    <a:lnTo>
                      <a:pt x="159" y="114"/>
                    </a:lnTo>
                    <a:lnTo>
                      <a:pt x="159" y="114"/>
                    </a:lnTo>
                    <a:lnTo>
                      <a:pt x="161" y="114"/>
                    </a:lnTo>
                    <a:lnTo>
                      <a:pt x="161" y="114"/>
                    </a:lnTo>
                    <a:lnTo>
                      <a:pt x="163" y="114"/>
                    </a:lnTo>
                    <a:lnTo>
                      <a:pt x="163" y="114"/>
                    </a:lnTo>
                    <a:lnTo>
                      <a:pt x="163" y="114"/>
                    </a:lnTo>
                    <a:lnTo>
                      <a:pt x="163" y="114"/>
                    </a:lnTo>
                    <a:lnTo>
                      <a:pt x="163" y="114"/>
                    </a:lnTo>
                    <a:lnTo>
                      <a:pt x="166" y="114"/>
                    </a:lnTo>
                    <a:lnTo>
                      <a:pt x="166" y="114"/>
                    </a:lnTo>
                    <a:lnTo>
                      <a:pt x="166" y="116"/>
                    </a:lnTo>
                    <a:lnTo>
                      <a:pt x="166" y="116"/>
                    </a:lnTo>
                    <a:lnTo>
                      <a:pt x="168" y="116"/>
                    </a:lnTo>
                    <a:lnTo>
                      <a:pt x="168" y="116"/>
                    </a:lnTo>
                    <a:lnTo>
                      <a:pt x="168" y="116"/>
                    </a:lnTo>
                    <a:lnTo>
                      <a:pt x="168" y="119"/>
                    </a:lnTo>
                    <a:lnTo>
                      <a:pt x="171" y="119"/>
                    </a:lnTo>
                    <a:lnTo>
                      <a:pt x="171" y="119"/>
                    </a:lnTo>
                    <a:lnTo>
                      <a:pt x="171" y="119"/>
                    </a:lnTo>
                    <a:lnTo>
                      <a:pt x="171" y="119"/>
                    </a:lnTo>
                    <a:lnTo>
                      <a:pt x="171" y="121"/>
                    </a:lnTo>
                    <a:lnTo>
                      <a:pt x="173" y="121"/>
                    </a:lnTo>
                    <a:lnTo>
                      <a:pt x="173" y="121"/>
                    </a:lnTo>
                    <a:lnTo>
                      <a:pt x="173" y="121"/>
                    </a:lnTo>
                    <a:lnTo>
                      <a:pt x="173" y="121"/>
                    </a:lnTo>
                    <a:lnTo>
                      <a:pt x="173" y="123"/>
                    </a:lnTo>
                    <a:lnTo>
                      <a:pt x="175" y="123"/>
                    </a:lnTo>
                    <a:lnTo>
                      <a:pt x="175" y="123"/>
                    </a:lnTo>
                    <a:lnTo>
                      <a:pt x="175" y="123"/>
                    </a:lnTo>
                    <a:lnTo>
                      <a:pt x="175" y="123"/>
                    </a:lnTo>
                    <a:lnTo>
                      <a:pt x="178" y="123"/>
                    </a:lnTo>
                    <a:lnTo>
                      <a:pt x="178" y="123"/>
                    </a:lnTo>
                    <a:lnTo>
                      <a:pt x="178" y="126"/>
                    </a:lnTo>
                    <a:lnTo>
                      <a:pt x="178" y="126"/>
                    </a:lnTo>
                    <a:lnTo>
                      <a:pt x="180" y="126"/>
                    </a:lnTo>
                    <a:lnTo>
                      <a:pt x="180" y="126"/>
                    </a:lnTo>
                    <a:lnTo>
                      <a:pt x="182" y="126"/>
                    </a:lnTo>
                    <a:lnTo>
                      <a:pt x="182" y="123"/>
                    </a:lnTo>
                    <a:lnTo>
                      <a:pt x="182" y="123"/>
                    </a:lnTo>
                    <a:lnTo>
                      <a:pt x="182" y="126"/>
                    </a:lnTo>
                    <a:lnTo>
                      <a:pt x="182" y="126"/>
                    </a:lnTo>
                    <a:lnTo>
                      <a:pt x="185" y="126"/>
                    </a:lnTo>
                    <a:lnTo>
                      <a:pt x="185" y="126"/>
                    </a:lnTo>
                    <a:lnTo>
                      <a:pt x="185" y="126"/>
                    </a:lnTo>
                    <a:lnTo>
                      <a:pt x="185" y="128"/>
                    </a:lnTo>
                    <a:lnTo>
                      <a:pt x="185" y="128"/>
                    </a:lnTo>
                    <a:lnTo>
                      <a:pt x="185" y="128"/>
                    </a:lnTo>
                    <a:lnTo>
                      <a:pt x="185" y="131"/>
                    </a:lnTo>
                    <a:lnTo>
                      <a:pt x="185" y="131"/>
                    </a:lnTo>
                    <a:lnTo>
                      <a:pt x="187" y="131"/>
                    </a:lnTo>
                    <a:lnTo>
                      <a:pt x="187" y="133"/>
                    </a:lnTo>
                    <a:lnTo>
                      <a:pt x="187" y="133"/>
                    </a:lnTo>
                    <a:lnTo>
                      <a:pt x="187" y="133"/>
                    </a:lnTo>
                    <a:lnTo>
                      <a:pt x="187" y="133"/>
                    </a:lnTo>
                    <a:lnTo>
                      <a:pt x="189" y="133"/>
                    </a:lnTo>
                    <a:lnTo>
                      <a:pt x="189" y="135"/>
                    </a:lnTo>
                    <a:lnTo>
                      <a:pt x="189" y="135"/>
                    </a:lnTo>
                    <a:lnTo>
                      <a:pt x="189" y="135"/>
                    </a:lnTo>
                    <a:lnTo>
                      <a:pt x="189" y="135"/>
                    </a:lnTo>
                    <a:lnTo>
                      <a:pt x="189" y="138"/>
                    </a:lnTo>
                    <a:lnTo>
                      <a:pt x="189" y="138"/>
                    </a:lnTo>
                    <a:lnTo>
                      <a:pt x="192" y="138"/>
                    </a:lnTo>
                    <a:lnTo>
                      <a:pt x="192" y="140"/>
                    </a:lnTo>
                    <a:lnTo>
                      <a:pt x="192" y="140"/>
                    </a:lnTo>
                    <a:lnTo>
                      <a:pt x="192" y="140"/>
                    </a:lnTo>
                    <a:lnTo>
                      <a:pt x="192" y="142"/>
                    </a:lnTo>
                    <a:lnTo>
                      <a:pt x="192" y="142"/>
                    </a:lnTo>
                    <a:lnTo>
                      <a:pt x="192" y="142"/>
                    </a:lnTo>
                    <a:lnTo>
                      <a:pt x="194" y="142"/>
                    </a:lnTo>
                    <a:lnTo>
                      <a:pt x="194" y="142"/>
                    </a:lnTo>
                    <a:lnTo>
                      <a:pt x="192" y="142"/>
                    </a:lnTo>
                    <a:lnTo>
                      <a:pt x="192" y="145"/>
                    </a:lnTo>
                    <a:lnTo>
                      <a:pt x="192" y="145"/>
                    </a:lnTo>
                    <a:lnTo>
                      <a:pt x="192" y="145"/>
                    </a:lnTo>
                    <a:lnTo>
                      <a:pt x="192" y="147"/>
                    </a:lnTo>
                    <a:lnTo>
                      <a:pt x="192" y="147"/>
                    </a:lnTo>
                    <a:lnTo>
                      <a:pt x="192" y="147"/>
                    </a:lnTo>
                    <a:lnTo>
                      <a:pt x="192" y="150"/>
                    </a:lnTo>
                    <a:lnTo>
                      <a:pt x="192" y="150"/>
                    </a:lnTo>
                    <a:lnTo>
                      <a:pt x="192" y="152"/>
                    </a:lnTo>
                    <a:lnTo>
                      <a:pt x="189" y="152"/>
                    </a:lnTo>
                    <a:lnTo>
                      <a:pt x="189" y="152"/>
                    </a:lnTo>
                    <a:lnTo>
                      <a:pt x="189" y="152"/>
                    </a:lnTo>
                    <a:lnTo>
                      <a:pt x="189" y="154"/>
                    </a:lnTo>
                    <a:lnTo>
                      <a:pt x="189" y="154"/>
                    </a:lnTo>
                    <a:lnTo>
                      <a:pt x="189" y="157"/>
                    </a:lnTo>
                    <a:lnTo>
                      <a:pt x="189" y="157"/>
                    </a:lnTo>
                    <a:lnTo>
                      <a:pt x="189" y="159"/>
                    </a:lnTo>
                    <a:lnTo>
                      <a:pt x="189" y="159"/>
                    </a:lnTo>
                    <a:lnTo>
                      <a:pt x="189" y="161"/>
                    </a:lnTo>
                    <a:lnTo>
                      <a:pt x="189" y="161"/>
                    </a:lnTo>
                    <a:lnTo>
                      <a:pt x="189" y="164"/>
                    </a:lnTo>
                    <a:lnTo>
                      <a:pt x="192" y="164"/>
                    </a:lnTo>
                    <a:lnTo>
                      <a:pt x="192" y="164"/>
                    </a:lnTo>
                    <a:lnTo>
                      <a:pt x="192" y="164"/>
                    </a:lnTo>
                    <a:lnTo>
                      <a:pt x="194" y="164"/>
                    </a:lnTo>
                    <a:lnTo>
                      <a:pt x="194" y="164"/>
                    </a:lnTo>
                    <a:lnTo>
                      <a:pt x="197" y="164"/>
                    </a:lnTo>
                    <a:lnTo>
                      <a:pt x="197" y="164"/>
                    </a:lnTo>
                    <a:lnTo>
                      <a:pt x="197" y="164"/>
                    </a:lnTo>
                    <a:lnTo>
                      <a:pt x="197" y="164"/>
                    </a:lnTo>
                    <a:lnTo>
                      <a:pt x="197" y="164"/>
                    </a:lnTo>
                    <a:lnTo>
                      <a:pt x="197" y="166"/>
                    </a:lnTo>
                    <a:lnTo>
                      <a:pt x="197" y="166"/>
                    </a:lnTo>
                    <a:lnTo>
                      <a:pt x="197" y="168"/>
                    </a:lnTo>
                    <a:lnTo>
                      <a:pt x="197" y="168"/>
                    </a:lnTo>
                    <a:lnTo>
                      <a:pt x="197" y="171"/>
                    </a:lnTo>
                    <a:lnTo>
                      <a:pt x="197" y="171"/>
                    </a:lnTo>
                    <a:lnTo>
                      <a:pt x="197" y="173"/>
                    </a:lnTo>
                    <a:lnTo>
                      <a:pt x="197" y="173"/>
                    </a:lnTo>
                    <a:lnTo>
                      <a:pt x="197" y="173"/>
                    </a:lnTo>
                    <a:lnTo>
                      <a:pt x="197" y="176"/>
                    </a:lnTo>
                    <a:lnTo>
                      <a:pt x="197" y="176"/>
                    </a:lnTo>
                    <a:lnTo>
                      <a:pt x="199" y="176"/>
                    </a:lnTo>
                    <a:lnTo>
                      <a:pt x="199" y="176"/>
                    </a:lnTo>
                    <a:lnTo>
                      <a:pt x="199" y="176"/>
                    </a:lnTo>
                    <a:lnTo>
                      <a:pt x="199" y="178"/>
                    </a:lnTo>
                    <a:lnTo>
                      <a:pt x="199" y="178"/>
                    </a:lnTo>
                    <a:lnTo>
                      <a:pt x="201" y="178"/>
                    </a:lnTo>
                    <a:lnTo>
                      <a:pt x="201" y="180"/>
                    </a:lnTo>
                    <a:lnTo>
                      <a:pt x="201" y="180"/>
                    </a:lnTo>
                    <a:lnTo>
                      <a:pt x="204" y="180"/>
                    </a:lnTo>
                    <a:lnTo>
                      <a:pt x="204" y="180"/>
                    </a:lnTo>
                    <a:lnTo>
                      <a:pt x="204" y="180"/>
                    </a:lnTo>
                    <a:lnTo>
                      <a:pt x="204" y="183"/>
                    </a:lnTo>
                    <a:lnTo>
                      <a:pt x="204" y="183"/>
                    </a:lnTo>
                    <a:lnTo>
                      <a:pt x="204" y="183"/>
                    </a:lnTo>
                    <a:lnTo>
                      <a:pt x="206" y="183"/>
                    </a:lnTo>
                    <a:lnTo>
                      <a:pt x="206" y="183"/>
                    </a:lnTo>
                    <a:lnTo>
                      <a:pt x="204" y="183"/>
                    </a:lnTo>
                    <a:lnTo>
                      <a:pt x="204" y="185"/>
                    </a:lnTo>
                    <a:lnTo>
                      <a:pt x="206" y="185"/>
                    </a:lnTo>
                    <a:lnTo>
                      <a:pt x="206" y="185"/>
                    </a:lnTo>
                    <a:lnTo>
                      <a:pt x="206" y="185"/>
                    </a:lnTo>
                    <a:lnTo>
                      <a:pt x="206" y="187"/>
                    </a:lnTo>
                    <a:lnTo>
                      <a:pt x="206" y="187"/>
                    </a:lnTo>
                    <a:lnTo>
                      <a:pt x="206" y="187"/>
                    </a:lnTo>
                    <a:lnTo>
                      <a:pt x="206" y="190"/>
                    </a:lnTo>
                    <a:lnTo>
                      <a:pt x="208" y="190"/>
                    </a:lnTo>
                    <a:lnTo>
                      <a:pt x="208" y="190"/>
                    </a:lnTo>
                    <a:lnTo>
                      <a:pt x="208" y="190"/>
                    </a:lnTo>
                    <a:lnTo>
                      <a:pt x="208" y="192"/>
                    </a:lnTo>
                    <a:lnTo>
                      <a:pt x="208" y="192"/>
                    </a:lnTo>
                    <a:lnTo>
                      <a:pt x="206" y="192"/>
                    </a:lnTo>
                    <a:lnTo>
                      <a:pt x="206" y="192"/>
                    </a:lnTo>
                    <a:lnTo>
                      <a:pt x="206" y="192"/>
                    </a:lnTo>
                    <a:lnTo>
                      <a:pt x="206" y="190"/>
                    </a:lnTo>
                    <a:lnTo>
                      <a:pt x="204" y="190"/>
                    </a:lnTo>
                    <a:lnTo>
                      <a:pt x="204" y="190"/>
                    </a:lnTo>
                    <a:lnTo>
                      <a:pt x="204" y="190"/>
                    </a:lnTo>
                    <a:lnTo>
                      <a:pt x="204" y="190"/>
                    </a:lnTo>
                    <a:lnTo>
                      <a:pt x="201" y="190"/>
                    </a:lnTo>
                    <a:lnTo>
                      <a:pt x="201" y="187"/>
                    </a:lnTo>
                    <a:lnTo>
                      <a:pt x="201" y="187"/>
                    </a:lnTo>
                    <a:lnTo>
                      <a:pt x="199" y="187"/>
                    </a:lnTo>
                    <a:lnTo>
                      <a:pt x="199" y="187"/>
                    </a:lnTo>
                    <a:lnTo>
                      <a:pt x="199" y="187"/>
                    </a:lnTo>
                    <a:lnTo>
                      <a:pt x="199" y="187"/>
                    </a:lnTo>
                    <a:lnTo>
                      <a:pt x="199" y="187"/>
                    </a:lnTo>
                    <a:lnTo>
                      <a:pt x="197" y="187"/>
                    </a:lnTo>
                    <a:lnTo>
                      <a:pt x="197" y="187"/>
                    </a:lnTo>
                    <a:lnTo>
                      <a:pt x="197" y="187"/>
                    </a:lnTo>
                    <a:lnTo>
                      <a:pt x="194" y="187"/>
                    </a:lnTo>
                    <a:lnTo>
                      <a:pt x="194" y="187"/>
                    </a:lnTo>
                    <a:lnTo>
                      <a:pt x="194" y="187"/>
                    </a:lnTo>
                    <a:lnTo>
                      <a:pt x="192" y="187"/>
                    </a:lnTo>
                    <a:lnTo>
                      <a:pt x="192" y="187"/>
                    </a:lnTo>
                    <a:lnTo>
                      <a:pt x="192" y="185"/>
                    </a:lnTo>
                    <a:lnTo>
                      <a:pt x="192" y="185"/>
                    </a:lnTo>
                    <a:lnTo>
                      <a:pt x="189" y="185"/>
                    </a:lnTo>
                    <a:lnTo>
                      <a:pt x="189" y="185"/>
                    </a:lnTo>
                    <a:lnTo>
                      <a:pt x="189" y="185"/>
                    </a:lnTo>
                    <a:lnTo>
                      <a:pt x="187" y="185"/>
                    </a:lnTo>
                    <a:lnTo>
                      <a:pt x="187" y="185"/>
                    </a:lnTo>
                    <a:lnTo>
                      <a:pt x="185" y="185"/>
                    </a:lnTo>
                    <a:lnTo>
                      <a:pt x="185" y="185"/>
                    </a:lnTo>
                    <a:lnTo>
                      <a:pt x="185" y="185"/>
                    </a:lnTo>
                    <a:lnTo>
                      <a:pt x="182" y="185"/>
                    </a:lnTo>
                    <a:lnTo>
                      <a:pt x="182" y="185"/>
                    </a:lnTo>
                    <a:lnTo>
                      <a:pt x="182" y="187"/>
                    </a:lnTo>
                    <a:lnTo>
                      <a:pt x="182" y="187"/>
                    </a:lnTo>
                    <a:lnTo>
                      <a:pt x="180" y="187"/>
                    </a:lnTo>
                    <a:lnTo>
                      <a:pt x="180" y="187"/>
                    </a:lnTo>
                    <a:lnTo>
                      <a:pt x="178" y="187"/>
                    </a:lnTo>
                    <a:lnTo>
                      <a:pt x="178" y="187"/>
                    </a:lnTo>
                    <a:lnTo>
                      <a:pt x="178" y="187"/>
                    </a:lnTo>
                    <a:lnTo>
                      <a:pt x="178" y="190"/>
                    </a:lnTo>
                    <a:lnTo>
                      <a:pt x="178" y="190"/>
                    </a:lnTo>
                    <a:lnTo>
                      <a:pt x="178" y="190"/>
                    </a:lnTo>
                    <a:lnTo>
                      <a:pt x="178" y="192"/>
                    </a:lnTo>
                    <a:lnTo>
                      <a:pt x="178" y="192"/>
                    </a:lnTo>
                    <a:lnTo>
                      <a:pt x="178" y="192"/>
                    </a:lnTo>
                    <a:lnTo>
                      <a:pt x="175" y="192"/>
                    </a:lnTo>
                    <a:lnTo>
                      <a:pt x="175" y="195"/>
                    </a:lnTo>
                    <a:lnTo>
                      <a:pt x="175" y="195"/>
                    </a:lnTo>
                    <a:lnTo>
                      <a:pt x="175" y="195"/>
                    </a:lnTo>
                    <a:lnTo>
                      <a:pt x="175" y="197"/>
                    </a:lnTo>
                    <a:lnTo>
                      <a:pt x="175" y="197"/>
                    </a:lnTo>
                    <a:lnTo>
                      <a:pt x="173" y="197"/>
                    </a:lnTo>
                    <a:lnTo>
                      <a:pt x="173" y="199"/>
                    </a:lnTo>
                    <a:lnTo>
                      <a:pt x="173" y="199"/>
                    </a:lnTo>
                    <a:lnTo>
                      <a:pt x="173" y="199"/>
                    </a:lnTo>
                    <a:lnTo>
                      <a:pt x="173" y="202"/>
                    </a:lnTo>
                    <a:lnTo>
                      <a:pt x="173" y="202"/>
                    </a:lnTo>
                    <a:lnTo>
                      <a:pt x="173" y="202"/>
                    </a:lnTo>
                    <a:lnTo>
                      <a:pt x="173" y="202"/>
                    </a:lnTo>
                    <a:lnTo>
                      <a:pt x="171" y="202"/>
                    </a:lnTo>
                    <a:lnTo>
                      <a:pt x="171" y="204"/>
                    </a:lnTo>
                    <a:lnTo>
                      <a:pt x="171" y="204"/>
                    </a:lnTo>
                    <a:lnTo>
                      <a:pt x="171" y="204"/>
                    </a:lnTo>
                    <a:lnTo>
                      <a:pt x="171" y="204"/>
                    </a:lnTo>
                    <a:lnTo>
                      <a:pt x="171" y="206"/>
                    </a:lnTo>
                    <a:lnTo>
                      <a:pt x="168" y="206"/>
                    </a:lnTo>
                    <a:lnTo>
                      <a:pt x="168" y="206"/>
                    </a:lnTo>
                    <a:lnTo>
                      <a:pt x="168" y="206"/>
                    </a:lnTo>
                    <a:lnTo>
                      <a:pt x="168" y="209"/>
                    </a:lnTo>
                    <a:lnTo>
                      <a:pt x="168" y="209"/>
                    </a:lnTo>
                    <a:lnTo>
                      <a:pt x="166" y="209"/>
                    </a:lnTo>
                    <a:lnTo>
                      <a:pt x="166" y="209"/>
                    </a:lnTo>
                    <a:lnTo>
                      <a:pt x="166" y="211"/>
                    </a:lnTo>
                    <a:lnTo>
                      <a:pt x="166" y="211"/>
                    </a:lnTo>
                    <a:lnTo>
                      <a:pt x="163" y="211"/>
                    </a:lnTo>
                    <a:lnTo>
                      <a:pt x="163" y="211"/>
                    </a:lnTo>
                    <a:lnTo>
                      <a:pt x="163" y="211"/>
                    </a:lnTo>
                    <a:lnTo>
                      <a:pt x="161" y="211"/>
                    </a:lnTo>
                    <a:lnTo>
                      <a:pt x="161" y="211"/>
                    </a:lnTo>
                    <a:lnTo>
                      <a:pt x="159" y="211"/>
                    </a:lnTo>
                    <a:lnTo>
                      <a:pt x="159" y="211"/>
                    </a:lnTo>
                    <a:lnTo>
                      <a:pt x="159" y="211"/>
                    </a:lnTo>
                    <a:lnTo>
                      <a:pt x="156" y="211"/>
                    </a:lnTo>
                    <a:lnTo>
                      <a:pt x="156" y="211"/>
                    </a:lnTo>
                    <a:lnTo>
                      <a:pt x="156" y="211"/>
                    </a:lnTo>
                    <a:lnTo>
                      <a:pt x="154" y="211"/>
                    </a:lnTo>
                    <a:lnTo>
                      <a:pt x="154" y="211"/>
                    </a:lnTo>
                    <a:lnTo>
                      <a:pt x="152" y="211"/>
                    </a:lnTo>
                    <a:lnTo>
                      <a:pt x="152" y="211"/>
                    </a:lnTo>
                    <a:lnTo>
                      <a:pt x="152" y="211"/>
                    </a:lnTo>
                    <a:lnTo>
                      <a:pt x="149" y="211"/>
                    </a:lnTo>
                    <a:lnTo>
                      <a:pt x="149" y="209"/>
                    </a:lnTo>
                    <a:lnTo>
                      <a:pt x="149" y="209"/>
                    </a:lnTo>
                    <a:lnTo>
                      <a:pt x="149" y="209"/>
                    </a:lnTo>
                    <a:lnTo>
                      <a:pt x="147" y="209"/>
                    </a:lnTo>
                    <a:lnTo>
                      <a:pt x="147" y="209"/>
                    </a:lnTo>
                    <a:lnTo>
                      <a:pt x="144" y="209"/>
                    </a:lnTo>
                    <a:lnTo>
                      <a:pt x="144" y="209"/>
                    </a:lnTo>
                    <a:lnTo>
                      <a:pt x="144" y="209"/>
                    </a:lnTo>
                    <a:lnTo>
                      <a:pt x="142" y="209"/>
                    </a:lnTo>
                    <a:lnTo>
                      <a:pt x="142" y="209"/>
                    </a:lnTo>
                    <a:lnTo>
                      <a:pt x="140" y="209"/>
                    </a:lnTo>
                    <a:lnTo>
                      <a:pt x="140" y="209"/>
                    </a:lnTo>
                    <a:lnTo>
                      <a:pt x="140" y="209"/>
                    </a:lnTo>
                    <a:lnTo>
                      <a:pt x="137" y="209"/>
                    </a:lnTo>
                    <a:lnTo>
                      <a:pt x="137" y="209"/>
                    </a:lnTo>
                    <a:lnTo>
                      <a:pt x="137" y="209"/>
                    </a:lnTo>
                    <a:lnTo>
                      <a:pt x="135" y="209"/>
                    </a:lnTo>
                    <a:lnTo>
                      <a:pt x="135" y="209"/>
                    </a:lnTo>
                    <a:lnTo>
                      <a:pt x="133" y="209"/>
                    </a:lnTo>
                    <a:lnTo>
                      <a:pt x="133" y="209"/>
                    </a:lnTo>
                    <a:lnTo>
                      <a:pt x="133" y="209"/>
                    </a:lnTo>
                    <a:lnTo>
                      <a:pt x="133" y="209"/>
                    </a:lnTo>
                    <a:lnTo>
                      <a:pt x="130" y="209"/>
                    </a:lnTo>
                    <a:lnTo>
                      <a:pt x="130" y="209"/>
                    </a:lnTo>
                    <a:lnTo>
                      <a:pt x="130" y="209"/>
                    </a:lnTo>
                    <a:lnTo>
                      <a:pt x="128" y="209"/>
                    </a:lnTo>
                    <a:lnTo>
                      <a:pt x="128" y="209"/>
                    </a:lnTo>
                    <a:lnTo>
                      <a:pt x="126" y="209"/>
                    </a:lnTo>
                    <a:lnTo>
                      <a:pt x="126" y="209"/>
                    </a:lnTo>
                    <a:lnTo>
                      <a:pt x="126" y="209"/>
                    </a:lnTo>
                    <a:lnTo>
                      <a:pt x="126" y="206"/>
                    </a:lnTo>
                    <a:lnTo>
                      <a:pt x="123" y="206"/>
                    </a:lnTo>
                    <a:lnTo>
                      <a:pt x="123" y="206"/>
                    </a:lnTo>
                    <a:lnTo>
                      <a:pt x="123" y="206"/>
                    </a:lnTo>
                    <a:lnTo>
                      <a:pt x="123" y="206"/>
                    </a:lnTo>
                    <a:lnTo>
                      <a:pt x="121" y="206"/>
                    </a:lnTo>
                    <a:lnTo>
                      <a:pt x="121" y="206"/>
                    </a:lnTo>
                    <a:lnTo>
                      <a:pt x="118" y="206"/>
                    </a:lnTo>
                    <a:lnTo>
                      <a:pt x="118" y="204"/>
                    </a:lnTo>
                    <a:lnTo>
                      <a:pt x="118" y="204"/>
                    </a:lnTo>
                    <a:lnTo>
                      <a:pt x="118" y="204"/>
                    </a:lnTo>
                    <a:lnTo>
                      <a:pt x="116" y="204"/>
                    </a:lnTo>
                    <a:lnTo>
                      <a:pt x="116" y="204"/>
                    </a:lnTo>
                    <a:lnTo>
                      <a:pt x="116" y="204"/>
                    </a:lnTo>
                    <a:lnTo>
                      <a:pt x="116" y="204"/>
                    </a:lnTo>
                    <a:lnTo>
                      <a:pt x="114" y="204"/>
                    </a:lnTo>
                    <a:lnTo>
                      <a:pt x="114" y="202"/>
                    </a:lnTo>
                    <a:lnTo>
                      <a:pt x="114" y="202"/>
                    </a:lnTo>
                    <a:lnTo>
                      <a:pt x="111" y="202"/>
                    </a:lnTo>
                    <a:lnTo>
                      <a:pt x="111" y="202"/>
                    </a:lnTo>
                    <a:lnTo>
                      <a:pt x="111" y="202"/>
                    </a:lnTo>
                    <a:lnTo>
                      <a:pt x="111" y="202"/>
                    </a:lnTo>
                    <a:lnTo>
                      <a:pt x="109" y="202"/>
                    </a:lnTo>
                    <a:lnTo>
                      <a:pt x="109" y="202"/>
                    </a:lnTo>
                    <a:lnTo>
                      <a:pt x="109" y="202"/>
                    </a:lnTo>
                    <a:lnTo>
                      <a:pt x="109" y="202"/>
                    </a:lnTo>
                    <a:lnTo>
                      <a:pt x="107" y="202"/>
                    </a:lnTo>
                    <a:lnTo>
                      <a:pt x="107" y="199"/>
                    </a:lnTo>
                    <a:lnTo>
                      <a:pt x="107" y="199"/>
                    </a:lnTo>
                    <a:lnTo>
                      <a:pt x="104" y="199"/>
                    </a:lnTo>
                    <a:lnTo>
                      <a:pt x="104" y="199"/>
                    </a:lnTo>
                    <a:lnTo>
                      <a:pt x="104" y="199"/>
                    </a:lnTo>
                    <a:lnTo>
                      <a:pt x="104" y="199"/>
                    </a:lnTo>
                    <a:lnTo>
                      <a:pt x="102" y="199"/>
                    </a:lnTo>
                    <a:lnTo>
                      <a:pt x="102" y="197"/>
                    </a:lnTo>
                    <a:lnTo>
                      <a:pt x="102" y="197"/>
                    </a:lnTo>
                    <a:lnTo>
                      <a:pt x="102" y="197"/>
                    </a:lnTo>
                    <a:lnTo>
                      <a:pt x="102" y="195"/>
                    </a:lnTo>
                    <a:lnTo>
                      <a:pt x="102" y="195"/>
                    </a:lnTo>
                    <a:lnTo>
                      <a:pt x="102" y="192"/>
                    </a:lnTo>
                    <a:lnTo>
                      <a:pt x="102" y="192"/>
                    </a:lnTo>
                    <a:lnTo>
                      <a:pt x="102" y="192"/>
                    </a:lnTo>
                    <a:lnTo>
                      <a:pt x="102" y="192"/>
                    </a:lnTo>
                    <a:lnTo>
                      <a:pt x="102" y="190"/>
                    </a:lnTo>
                    <a:lnTo>
                      <a:pt x="102" y="190"/>
                    </a:lnTo>
                    <a:lnTo>
                      <a:pt x="102" y="187"/>
                    </a:lnTo>
                    <a:lnTo>
                      <a:pt x="102" y="187"/>
                    </a:lnTo>
                    <a:lnTo>
                      <a:pt x="102" y="185"/>
                    </a:lnTo>
                    <a:lnTo>
                      <a:pt x="102" y="185"/>
                    </a:lnTo>
                    <a:lnTo>
                      <a:pt x="102" y="183"/>
                    </a:lnTo>
                    <a:lnTo>
                      <a:pt x="102" y="183"/>
                    </a:lnTo>
                    <a:lnTo>
                      <a:pt x="102" y="183"/>
                    </a:lnTo>
                    <a:lnTo>
                      <a:pt x="102" y="180"/>
                    </a:lnTo>
                    <a:lnTo>
                      <a:pt x="104" y="180"/>
                    </a:lnTo>
                    <a:lnTo>
                      <a:pt x="104" y="180"/>
                    </a:lnTo>
                    <a:lnTo>
                      <a:pt x="104" y="178"/>
                    </a:lnTo>
                    <a:lnTo>
                      <a:pt x="102" y="178"/>
                    </a:lnTo>
                    <a:lnTo>
                      <a:pt x="102" y="178"/>
                    </a:lnTo>
                    <a:lnTo>
                      <a:pt x="100" y="178"/>
                    </a:lnTo>
                    <a:lnTo>
                      <a:pt x="100" y="178"/>
                    </a:lnTo>
                    <a:lnTo>
                      <a:pt x="100" y="178"/>
                    </a:lnTo>
                    <a:lnTo>
                      <a:pt x="97" y="178"/>
                    </a:lnTo>
                    <a:lnTo>
                      <a:pt x="97" y="178"/>
                    </a:lnTo>
                    <a:lnTo>
                      <a:pt x="97" y="178"/>
                    </a:lnTo>
                    <a:lnTo>
                      <a:pt x="97" y="178"/>
                    </a:lnTo>
                    <a:lnTo>
                      <a:pt x="95" y="178"/>
                    </a:lnTo>
                    <a:lnTo>
                      <a:pt x="95" y="178"/>
                    </a:lnTo>
                    <a:lnTo>
                      <a:pt x="92" y="178"/>
                    </a:lnTo>
                    <a:lnTo>
                      <a:pt x="92" y="178"/>
                    </a:lnTo>
                    <a:lnTo>
                      <a:pt x="92" y="178"/>
                    </a:lnTo>
                    <a:lnTo>
                      <a:pt x="90" y="178"/>
                    </a:lnTo>
                    <a:lnTo>
                      <a:pt x="90" y="178"/>
                    </a:lnTo>
                    <a:lnTo>
                      <a:pt x="90" y="176"/>
                    </a:lnTo>
                    <a:lnTo>
                      <a:pt x="90" y="176"/>
                    </a:lnTo>
                    <a:lnTo>
                      <a:pt x="90" y="173"/>
                    </a:lnTo>
                    <a:lnTo>
                      <a:pt x="90" y="173"/>
                    </a:lnTo>
                    <a:lnTo>
                      <a:pt x="90" y="173"/>
                    </a:lnTo>
                    <a:lnTo>
                      <a:pt x="90" y="173"/>
                    </a:lnTo>
                    <a:lnTo>
                      <a:pt x="90" y="171"/>
                    </a:lnTo>
                    <a:lnTo>
                      <a:pt x="90" y="171"/>
                    </a:lnTo>
                    <a:lnTo>
                      <a:pt x="88" y="171"/>
                    </a:lnTo>
                    <a:lnTo>
                      <a:pt x="88" y="168"/>
                    </a:lnTo>
                    <a:lnTo>
                      <a:pt x="88" y="168"/>
                    </a:lnTo>
                    <a:lnTo>
                      <a:pt x="85" y="168"/>
                    </a:lnTo>
                    <a:lnTo>
                      <a:pt x="85" y="168"/>
                    </a:lnTo>
                    <a:lnTo>
                      <a:pt x="85" y="168"/>
                    </a:lnTo>
                    <a:lnTo>
                      <a:pt x="85" y="168"/>
                    </a:lnTo>
                    <a:lnTo>
                      <a:pt x="85" y="166"/>
                    </a:lnTo>
                    <a:lnTo>
                      <a:pt x="83" y="166"/>
                    </a:lnTo>
                    <a:lnTo>
                      <a:pt x="83" y="166"/>
                    </a:lnTo>
                    <a:lnTo>
                      <a:pt x="83" y="166"/>
                    </a:lnTo>
                    <a:lnTo>
                      <a:pt x="83" y="166"/>
                    </a:lnTo>
                    <a:lnTo>
                      <a:pt x="81" y="166"/>
                    </a:lnTo>
                    <a:lnTo>
                      <a:pt x="81" y="166"/>
                    </a:lnTo>
                    <a:lnTo>
                      <a:pt x="81" y="164"/>
                    </a:lnTo>
                    <a:lnTo>
                      <a:pt x="78" y="164"/>
                    </a:lnTo>
                    <a:lnTo>
                      <a:pt x="78" y="164"/>
                    </a:lnTo>
                    <a:lnTo>
                      <a:pt x="78" y="164"/>
                    </a:lnTo>
                    <a:lnTo>
                      <a:pt x="78" y="164"/>
                    </a:lnTo>
                    <a:lnTo>
                      <a:pt x="76" y="164"/>
                    </a:lnTo>
                    <a:lnTo>
                      <a:pt x="76" y="164"/>
                    </a:lnTo>
                    <a:lnTo>
                      <a:pt x="76" y="164"/>
                    </a:lnTo>
                    <a:lnTo>
                      <a:pt x="76" y="164"/>
                    </a:lnTo>
                    <a:lnTo>
                      <a:pt x="73" y="164"/>
                    </a:lnTo>
                    <a:lnTo>
                      <a:pt x="73" y="161"/>
                    </a:lnTo>
                    <a:lnTo>
                      <a:pt x="73" y="161"/>
                    </a:lnTo>
                    <a:lnTo>
                      <a:pt x="71" y="161"/>
                    </a:lnTo>
                    <a:lnTo>
                      <a:pt x="71" y="161"/>
                    </a:lnTo>
                    <a:lnTo>
                      <a:pt x="71" y="161"/>
                    </a:lnTo>
                    <a:lnTo>
                      <a:pt x="71" y="161"/>
                    </a:lnTo>
                    <a:lnTo>
                      <a:pt x="69" y="161"/>
                    </a:lnTo>
                    <a:lnTo>
                      <a:pt x="69" y="159"/>
                    </a:lnTo>
                    <a:lnTo>
                      <a:pt x="69" y="159"/>
                    </a:lnTo>
                    <a:lnTo>
                      <a:pt x="66" y="159"/>
                    </a:lnTo>
                    <a:lnTo>
                      <a:pt x="66" y="159"/>
                    </a:lnTo>
                    <a:lnTo>
                      <a:pt x="66" y="159"/>
                    </a:lnTo>
                    <a:lnTo>
                      <a:pt x="66" y="159"/>
                    </a:lnTo>
                    <a:lnTo>
                      <a:pt x="66" y="157"/>
                    </a:lnTo>
                    <a:lnTo>
                      <a:pt x="64" y="157"/>
                    </a:lnTo>
                    <a:lnTo>
                      <a:pt x="64" y="157"/>
                    </a:lnTo>
                    <a:lnTo>
                      <a:pt x="64" y="157"/>
                    </a:lnTo>
                    <a:lnTo>
                      <a:pt x="64" y="157"/>
                    </a:lnTo>
                    <a:lnTo>
                      <a:pt x="62" y="157"/>
                    </a:lnTo>
                    <a:lnTo>
                      <a:pt x="62" y="154"/>
                    </a:lnTo>
                    <a:lnTo>
                      <a:pt x="62" y="154"/>
                    </a:lnTo>
                    <a:lnTo>
                      <a:pt x="59" y="154"/>
                    </a:lnTo>
                    <a:lnTo>
                      <a:pt x="59" y="154"/>
                    </a:lnTo>
                    <a:lnTo>
                      <a:pt x="59" y="154"/>
                    </a:lnTo>
                    <a:lnTo>
                      <a:pt x="59" y="154"/>
                    </a:lnTo>
                    <a:lnTo>
                      <a:pt x="57" y="154"/>
                    </a:lnTo>
                    <a:lnTo>
                      <a:pt x="57" y="152"/>
                    </a:lnTo>
                    <a:lnTo>
                      <a:pt x="57" y="152"/>
                    </a:lnTo>
                    <a:lnTo>
                      <a:pt x="57" y="152"/>
                    </a:lnTo>
                    <a:lnTo>
                      <a:pt x="57" y="152"/>
                    </a:lnTo>
                    <a:lnTo>
                      <a:pt x="55" y="152"/>
                    </a:lnTo>
                    <a:lnTo>
                      <a:pt x="55" y="152"/>
                    </a:lnTo>
                    <a:lnTo>
                      <a:pt x="55" y="152"/>
                    </a:lnTo>
                    <a:lnTo>
                      <a:pt x="52" y="152"/>
                    </a:lnTo>
                    <a:lnTo>
                      <a:pt x="52" y="152"/>
                    </a:lnTo>
                    <a:lnTo>
                      <a:pt x="52" y="150"/>
                    </a:lnTo>
                    <a:lnTo>
                      <a:pt x="52" y="150"/>
                    </a:lnTo>
                    <a:lnTo>
                      <a:pt x="50" y="150"/>
                    </a:lnTo>
                    <a:lnTo>
                      <a:pt x="50" y="150"/>
                    </a:lnTo>
                    <a:lnTo>
                      <a:pt x="50" y="150"/>
                    </a:lnTo>
                    <a:lnTo>
                      <a:pt x="50" y="150"/>
                    </a:lnTo>
                    <a:lnTo>
                      <a:pt x="50" y="147"/>
                    </a:lnTo>
                    <a:lnTo>
                      <a:pt x="47" y="147"/>
                    </a:lnTo>
                    <a:lnTo>
                      <a:pt x="47" y="147"/>
                    </a:lnTo>
                    <a:lnTo>
                      <a:pt x="47" y="147"/>
                    </a:lnTo>
                    <a:lnTo>
                      <a:pt x="45" y="147"/>
                    </a:lnTo>
                    <a:lnTo>
                      <a:pt x="45" y="147"/>
                    </a:lnTo>
                    <a:lnTo>
                      <a:pt x="45" y="147"/>
                    </a:lnTo>
                    <a:lnTo>
                      <a:pt x="45" y="145"/>
                    </a:lnTo>
                    <a:lnTo>
                      <a:pt x="43" y="145"/>
                    </a:lnTo>
                    <a:lnTo>
                      <a:pt x="43" y="145"/>
                    </a:lnTo>
                    <a:lnTo>
                      <a:pt x="43" y="145"/>
                    </a:lnTo>
                    <a:lnTo>
                      <a:pt x="43" y="145"/>
                    </a:lnTo>
                    <a:lnTo>
                      <a:pt x="40" y="145"/>
                    </a:lnTo>
                    <a:lnTo>
                      <a:pt x="40" y="142"/>
                    </a:lnTo>
                    <a:lnTo>
                      <a:pt x="40" y="142"/>
                    </a:lnTo>
                    <a:lnTo>
                      <a:pt x="38" y="142"/>
                    </a:lnTo>
                    <a:lnTo>
                      <a:pt x="38" y="142"/>
                    </a:lnTo>
                    <a:lnTo>
                      <a:pt x="38" y="142"/>
                    </a:lnTo>
                    <a:lnTo>
                      <a:pt x="38" y="142"/>
                    </a:lnTo>
                    <a:lnTo>
                      <a:pt x="36" y="142"/>
                    </a:lnTo>
                    <a:lnTo>
                      <a:pt x="36" y="142"/>
                    </a:lnTo>
                    <a:lnTo>
                      <a:pt x="36" y="142"/>
                    </a:lnTo>
                    <a:lnTo>
                      <a:pt x="33" y="142"/>
                    </a:lnTo>
                    <a:lnTo>
                      <a:pt x="33" y="140"/>
                    </a:lnTo>
                    <a:lnTo>
                      <a:pt x="33" y="140"/>
                    </a:lnTo>
                    <a:lnTo>
                      <a:pt x="33" y="140"/>
                    </a:lnTo>
                    <a:lnTo>
                      <a:pt x="31" y="140"/>
                    </a:lnTo>
                    <a:lnTo>
                      <a:pt x="31" y="140"/>
                    </a:lnTo>
                    <a:lnTo>
                      <a:pt x="31" y="140"/>
                    </a:lnTo>
                    <a:lnTo>
                      <a:pt x="31" y="140"/>
                    </a:lnTo>
                    <a:lnTo>
                      <a:pt x="31" y="138"/>
                    </a:lnTo>
                    <a:lnTo>
                      <a:pt x="29" y="138"/>
                    </a:lnTo>
                    <a:lnTo>
                      <a:pt x="29" y="138"/>
                    </a:lnTo>
                    <a:lnTo>
                      <a:pt x="29" y="138"/>
                    </a:lnTo>
                    <a:lnTo>
                      <a:pt x="26" y="138"/>
                    </a:lnTo>
                    <a:lnTo>
                      <a:pt x="26" y="138"/>
                    </a:lnTo>
                    <a:lnTo>
                      <a:pt x="26" y="135"/>
                    </a:lnTo>
                    <a:lnTo>
                      <a:pt x="26" y="135"/>
                    </a:lnTo>
                    <a:lnTo>
                      <a:pt x="24" y="135"/>
                    </a:lnTo>
                    <a:lnTo>
                      <a:pt x="24" y="135"/>
                    </a:lnTo>
                    <a:lnTo>
                      <a:pt x="24" y="135"/>
                    </a:lnTo>
                    <a:lnTo>
                      <a:pt x="24" y="135"/>
                    </a:lnTo>
                    <a:lnTo>
                      <a:pt x="21" y="135"/>
                    </a:lnTo>
                    <a:lnTo>
                      <a:pt x="21" y="135"/>
                    </a:lnTo>
                    <a:lnTo>
                      <a:pt x="19" y="135"/>
                    </a:lnTo>
                    <a:lnTo>
                      <a:pt x="19" y="133"/>
                    </a:lnTo>
                    <a:lnTo>
                      <a:pt x="19" y="133"/>
                    </a:lnTo>
                    <a:lnTo>
                      <a:pt x="19" y="133"/>
                    </a:lnTo>
                    <a:lnTo>
                      <a:pt x="17" y="133"/>
                    </a:lnTo>
                    <a:lnTo>
                      <a:pt x="17" y="133"/>
                    </a:lnTo>
                    <a:lnTo>
                      <a:pt x="17" y="133"/>
                    </a:lnTo>
                    <a:lnTo>
                      <a:pt x="17" y="133"/>
                    </a:lnTo>
                    <a:lnTo>
                      <a:pt x="14" y="133"/>
                    </a:lnTo>
                    <a:lnTo>
                      <a:pt x="14" y="133"/>
                    </a:lnTo>
                    <a:lnTo>
                      <a:pt x="12" y="133"/>
                    </a:lnTo>
                    <a:lnTo>
                      <a:pt x="12" y="133"/>
                    </a:lnTo>
                    <a:lnTo>
                      <a:pt x="12" y="133"/>
                    </a:lnTo>
                    <a:lnTo>
                      <a:pt x="12" y="133"/>
                    </a:lnTo>
                    <a:lnTo>
                      <a:pt x="10" y="133"/>
                    </a:lnTo>
                    <a:lnTo>
                      <a:pt x="10" y="133"/>
                    </a:lnTo>
                    <a:lnTo>
                      <a:pt x="10" y="131"/>
                    </a:lnTo>
                    <a:lnTo>
                      <a:pt x="10" y="131"/>
                    </a:lnTo>
                    <a:lnTo>
                      <a:pt x="10" y="128"/>
                    </a:lnTo>
                    <a:lnTo>
                      <a:pt x="10" y="128"/>
                    </a:lnTo>
                    <a:lnTo>
                      <a:pt x="10" y="128"/>
                    </a:lnTo>
                    <a:lnTo>
                      <a:pt x="10" y="126"/>
                    </a:lnTo>
                    <a:lnTo>
                      <a:pt x="7" y="126"/>
                    </a:lnTo>
                    <a:lnTo>
                      <a:pt x="7" y="126"/>
                    </a:lnTo>
                    <a:lnTo>
                      <a:pt x="7" y="123"/>
                    </a:lnTo>
                    <a:lnTo>
                      <a:pt x="7" y="123"/>
                    </a:lnTo>
                    <a:lnTo>
                      <a:pt x="7" y="123"/>
                    </a:lnTo>
                    <a:lnTo>
                      <a:pt x="7" y="123"/>
                    </a:lnTo>
                    <a:lnTo>
                      <a:pt x="7" y="121"/>
                    </a:lnTo>
                    <a:lnTo>
                      <a:pt x="5" y="121"/>
                    </a:lnTo>
                    <a:lnTo>
                      <a:pt x="5" y="121"/>
                    </a:lnTo>
                    <a:lnTo>
                      <a:pt x="5" y="119"/>
                    </a:lnTo>
                    <a:lnTo>
                      <a:pt x="5" y="119"/>
                    </a:lnTo>
                    <a:lnTo>
                      <a:pt x="5" y="119"/>
                    </a:lnTo>
                    <a:lnTo>
                      <a:pt x="5" y="116"/>
                    </a:lnTo>
                    <a:lnTo>
                      <a:pt x="5" y="116"/>
                    </a:lnTo>
                    <a:lnTo>
                      <a:pt x="5" y="116"/>
                    </a:lnTo>
                    <a:lnTo>
                      <a:pt x="5" y="114"/>
                    </a:lnTo>
                    <a:lnTo>
                      <a:pt x="2" y="114"/>
                    </a:lnTo>
                    <a:lnTo>
                      <a:pt x="2" y="114"/>
                    </a:lnTo>
                    <a:lnTo>
                      <a:pt x="2" y="114"/>
                    </a:lnTo>
                    <a:lnTo>
                      <a:pt x="2" y="112"/>
                    </a:lnTo>
                    <a:lnTo>
                      <a:pt x="2" y="112"/>
                    </a:lnTo>
                    <a:lnTo>
                      <a:pt x="2" y="112"/>
                    </a:lnTo>
                    <a:lnTo>
                      <a:pt x="2" y="109"/>
                    </a:lnTo>
                    <a:lnTo>
                      <a:pt x="2" y="109"/>
                    </a:lnTo>
                    <a:lnTo>
                      <a:pt x="2" y="109"/>
                    </a:lnTo>
                    <a:lnTo>
                      <a:pt x="2" y="107"/>
                    </a:lnTo>
                    <a:lnTo>
                      <a:pt x="0" y="107"/>
                    </a:lnTo>
                    <a:lnTo>
                      <a:pt x="0" y="107"/>
                    </a:lnTo>
                    <a:lnTo>
                      <a:pt x="0" y="104"/>
                    </a:lnTo>
                    <a:lnTo>
                      <a:pt x="0" y="104"/>
                    </a:lnTo>
                    <a:lnTo>
                      <a:pt x="0" y="104"/>
                    </a:lnTo>
                    <a:lnTo>
                      <a:pt x="0" y="104"/>
                    </a:lnTo>
                    <a:lnTo>
                      <a:pt x="0" y="102"/>
                    </a:lnTo>
                    <a:lnTo>
                      <a:pt x="0" y="102"/>
                    </a:lnTo>
                    <a:lnTo>
                      <a:pt x="0" y="102"/>
                    </a:lnTo>
                    <a:lnTo>
                      <a:pt x="2" y="102"/>
                    </a:lnTo>
                    <a:lnTo>
                      <a:pt x="2" y="100"/>
                    </a:lnTo>
                    <a:lnTo>
                      <a:pt x="2" y="100"/>
                    </a:lnTo>
                    <a:lnTo>
                      <a:pt x="2" y="100"/>
                    </a:lnTo>
                    <a:lnTo>
                      <a:pt x="5" y="100"/>
                    </a:lnTo>
                    <a:lnTo>
                      <a:pt x="5" y="100"/>
                    </a:lnTo>
                    <a:lnTo>
                      <a:pt x="5" y="100"/>
                    </a:lnTo>
                    <a:lnTo>
                      <a:pt x="5" y="100"/>
                    </a:lnTo>
                    <a:lnTo>
                      <a:pt x="5" y="97"/>
                    </a:lnTo>
                    <a:lnTo>
                      <a:pt x="7" y="97"/>
                    </a:lnTo>
                    <a:lnTo>
                      <a:pt x="7" y="97"/>
                    </a:lnTo>
                    <a:lnTo>
                      <a:pt x="7" y="97"/>
                    </a:lnTo>
                    <a:lnTo>
                      <a:pt x="10" y="97"/>
                    </a:lnTo>
                    <a:lnTo>
                      <a:pt x="10" y="97"/>
                    </a:lnTo>
                    <a:lnTo>
                      <a:pt x="10" y="95"/>
                    </a:lnTo>
                    <a:lnTo>
                      <a:pt x="10" y="95"/>
                    </a:lnTo>
                    <a:lnTo>
                      <a:pt x="12" y="95"/>
                    </a:lnTo>
                    <a:lnTo>
                      <a:pt x="12" y="95"/>
                    </a:lnTo>
                    <a:lnTo>
                      <a:pt x="12" y="95"/>
                    </a:lnTo>
                    <a:lnTo>
                      <a:pt x="12" y="95"/>
                    </a:lnTo>
                    <a:lnTo>
                      <a:pt x="12" y="93"/>
                    </a:lnTo>
                    <a:lnTo>
                      <a:pt x="14" y="93"/>
                    </a:lnTo>
                    <a:lnTo>
                      <a:pt x="14" y="93"/>
                    </a:lnTo>
                    <a:lnTo>
                      <a:pt x="14" y="93"/>
                    </a:lnTo>
                    <a:lnTo>
                      <a:pt x="17" y="93"/>
                    </a:lnTo>
                    <a:lnTo>
                      <a:pt x="17" y="93"/>
                    </a:lnTo>
                    <a:lnTo>
                      <a:pt x="17" y="93"/>
                    </a:lnTo>
                    <a:lnTo>
                      <a:pt x="17" y="93"/>
                    </a:lnTo>
                    <a:lnTo>
                      <a:pt x="19" y="93"/>
                    </a:lnTo>
                    <a:lnTo>
                      <a:pt x="19" y="90"/>
                    </a:lnTo>
                    <a:lnTo>
                      <a:pt x="19" y="90"/>
                    </a:lnTo>
                    <a:lnTo>
                      <a:pt x="19" y="90"/>
                    </a:lnTo>
                    <a:lnTo>
                      <a:pt x="19" y="90"/>
                    </a:lnTo>
                    <a:lnTo>
                      <a:pt x="21" y="90"/>
                    </a:lnTo>
                    <a:lnTo>
                      <a:pt x="21" y="90"/>
                    </a:lnTo>
                    <a:lnTo>
                      <a:pt x="21" y="88"/>
                    </a:lnTo>
                    <a:lnTo>
                      <a:pt x="24" y="88"/>
                    </a:lnTo>
                    <a:lnTo>
                      <a:pt x="24" y="88"/>
                    </a:lnTo>
                    <a:lnTo>
                      <a:pt x="24" y="88"/>
                    </a:lnTo>
                    <a:lnTo>
                      <a:pt x="24" y="88"/>
                    </a:lnTo>
                    <a:lnTo>
                      <a:pt x="26" y="88"/>
                    </a:lnTo>
                    <a:lnTo>
                      <a:pt x="26" y="86"/>
                    </a:lnTo>
                    <a:lnTo>
                      <a:pt x="26" y="86"/>
                    </a:lnTo>
                    <a:lnTo>
                      <a:pt x="26" y="86"/>
                    </a:lnTo>
                    <a:lnTo>
                      <a:pt x="26" y="86"/>
                    </a:lnTo>
                    <a:lnTo>
                      <a:pt x="29" y="86"/>
                    </a:lnTo>
                    <a:lnTo>
                      <a:pt x="29" y="86"/>
                    </a:lnTo>
                    <a:lnTo>
                      <a:pt x="29" y="83"/>
                    </a:lnTo>
                    <a:lnTo>
                      <a:pt x="31" y="83"/>
                    </a:lnTo>
                    <a:lnTo>
                      <a:pt x="31" y="83"/>
                    </a:lnTo>
                    <a:lnTo>
                      <a:pt x="31" y="83"/>
                    </a:lnTo>
                    <a:lnTo>
                      <a:pt x="31" y="83"/>
                    </a:lnTo>
                    <a:lnTo>
                      <a:pt x="33" y="83"/>
                    </a:lnTo>
                    <a:lnTo>
                      <a:pt x="33" y="83"/>
                    </a:lnTo>
                    <a:lnTo>
                      <a:pt x="33" y="83"/>
                    </a:lnTo>
                    <a:lnTo>
                      <a:pt x="33" y="83"/>
                    </a:lnTo>
                    <a:lnTo>
                      <a:pt x="36" y="83"/>
                    </a:lnTo>
                    <a:lnTo>
                      <a:pt x="36" y="81"/>
                    </a:lnTo>
                    <a:lnTo>
                      <a:pt x="36" y="81"/>
                    </a:lnTo>
                    <a:lnTo>
                      <a:pt x="38" y="81"/>
                    </a:lnTo>
                    <a:lnTo>
                      <a:pt x="38" y="81"/>
                    </a:lnTo>
                    <a:lnTo>
                      <a:pt x="38" y="81"/>
                    </a:lnTo>
                    <a:lnTo>
                      <a:pt x="38" y="81"/>
                    </a:lnTo>
                    <a:lnTo>
                      <a:pt x="38" y="78"/>
                    </a:lnTo>
                    <a:lnTo>
                      <a:pt x="40" y="78"/>
                    </a:lnTo>
                    <a:lnTo>
                      <a:pt x="40" y="78"/>
                    </a:lnTo>
                    <a:lnTo>
                      <a:pt x="43" y="78"/>
                    </a:lnTo>
                    <a:lnTo>
                      <a:pt x="43" y="78"/>
                    </a:lnTo>
                    <a:lnTo>
                      <a:pt x="43" y="78"/>
                    </a:lnTo>
                    <a:lnTo>
                      <a:pt x="43" y="78"/>
                    </a:lnTo>
                    <a:lnTo>
                      <a:pt x="43" y="76"/>
                    </a:lnTo>
                    <a:lnTo>
                      <a:pt x="45" y="76"/>
                    </a:lnTo>
                    <a:lnTo>
                      <a:pt x="45" y="76"/>
                    </a:lnTo>
                    <a:lnTo>
                      <a:pt x="45" y="76"/>
                    </a:lnTo>
                    <a:lnTo>
                      <a:pt x="45" y="76"/>
                    </a:lnTo>
                    <a:lnTo>
                      <a:pt x="45" y="74"/>
                    </a:lnTo>
                    <a:lnTo>
                      <a:pt x="47" y="74"/>
                    </a:lnTo>
                    <a:lnTo>
                      <a:pt x="47" y="74"/>
                    </a:lnTo>
                    <a:lnTo>
                      <a:pt x="47" y="74"/>
                    </a:lnTo>
                    <a:lnTo>
                      <a:pt x="47" y="74"/>
                    </a:lnTo>
                    <a:lnTo>
                      <a:pt x="47" y="71"/>
                    </a:lnTo>
                    <a:lnTo>
                      <a:pt x="50" y="71"/>
                    </a:lnTo>
                    <a:lnTo>
                      <a:pt x="50" y="71"/>
                    </a:lnTo>
                    <a:lnTo>
                      <a:pt x="50" y="69"/>
                    </a:lnTo>
                    <a:lnTo>
                      <a:pt x="50" y="69"/>
                    </a:lnTo>
                    <a:lnTo>
                      <a:pt x="50" y="69"/>
                    </a:lnTo>
                    <a:lnTo>
                      <a:pt x="50" y="69"/>
                    </a:lnTo>
                    <a:lnTo>
                      <a:pt x="50" y="67"/>
                    </a:lnTo>
                    <a:lnTo>
                      <a:pt x="50" y="67"/>
                    </a:lnTo>
                    <a:lnTo>
                      <a:pt x="50" y="64"/>
                    </a:lnTo>
                    <a:lnTo>
                      <a:pt x="52" y="64"/>
                    </a:lnTo>
                    <a:lnTo>
                      <a:pt x="52" y="64"/>
                    </a:lnTo>
                    <a:lnTo>
                      <a:pt x="52" y="64"/>
                    </a:lnTo>
                    <a:lnTo>
                      <a:pt x="52" y="62"/>
                    </a:lnTo>
                    <a:lnTo>
                      <a:pt x="50" y="62"/>
                    </a:lnTo>
                    <a:lnTo>
                      <a:pt x="50" y="62"/>
                    </a:lnTo>
                    <a:lnTo>
                      <a:pt x="50" y="59"/>
                    </a:lnTo>
                    <a:lnTo>
                      <a:pt x="50" y="59"/>
                    </a:lnTo>
                    <a:lnTo>
                      <a:pt x="50" y="57"/>
                    </a:lnTo>
                    <a:lnTo>
                      <a:pt x="50" y="57"/>
                    </a:lnTo>
                    <a:lnTo>
                      <a:pt x="50" y="55"/>
                    </a:lnTo>
                    <a:lnTo>
                      <a:pt x="52" y="55"/>
                    </a:lnTo>
                    <a:lnTo>
                      <a:pt x="52" y="55"/>
                    </a:lnTo>
                    <a:lnTo>
                      <a:pt x="52" y="55"/>
                    </a:lnTo>
                    <a:lnTo>
                      <a:pt x="52" y="52"/>
                    </a:lnTo>
                    <a:lnTo>
                      <a:pt x="52" y="52"/>
                    </a:lnTo>
                    <a:lnTo>
                      <a:pt x="52" y="52"/>
                    </a:lnTo>
                    <a:lnTo>
                      <a:pt x="52" y="50"/>
                    </a:lnTo>
                    <a:lnTo>
                      <a:pt x="52" y="50"/>
                    </a:lnTo>
                    <a:lnTo>
                      <a:pt x="52" y="48"/>
                    </a:lnTo>
                    <a:lnTo>
                      <a:pt x="52" y="48"/>
                    </a:lnTo>
                    <a:lnTo>
                      <a:pt x="52" y="48"/>
                    </a:lnTo>
                    <a:lnTo>
                      <a:pt x="52" y="45"/>
                    </a:lnTo>
                    <a:lnTo>
                      <a:pt x="55" y="45"/>
                    </a:lnTo>
                    <a:lnTo>
                      <a:pt x="55" y="45"/>
                    </a:lnTo>
                    <a:lnTo>
                      <a:pt x="55" y="45"/>
                    </a:lnTo>
                    <a:lnTo>
                      <a:pt x="55" y="43"/>
                    </a:lnTo>
                    <a:lnTo>
                      <a:pt x="55" y="43"/>
                    </a:lnTo>
                    <a:lnTo>
                      <a:pt x="55" y="41"/>
                    </a:lnTo>
                    <a:lnTo>
                      <a:pt x="55" y="41"/>
                    </a:lnTo>
                    <a:lnTo>
                      <a:pt x="55" y="38"/>
                    </a:lnTo>
                    <a:lnTo>
                      <a:pt x="52" y="38"/>
                    </a:lnTo>
                    <a:lnTo>
                      <a:pt x="52" y="38"/>
                    </a:lnTo>
                    <a:lnTo>
                      <a:pt x="52" y="36"/>
                    </a:lnTo>
                    <a:lnTo>
                      <a:pt x="52" y="36"/>
                    </a:lnTo>
                    <a:lnTo>
                      <a:pt x="52" y="36"/>
                    </a:lnTo>
                    <a:lnTo>
                      <a:pt x="52" y="33"/>
                    </a:lnTo>
                    <a:lnTo>
                      <a:pt x="52" y="33"/>
                    </a:lnTo>
                    <a:lnTo>
                      <a:pt x="52" y="33"/>
                    </a:lnTo>
                    <a:lnTo>
                      <a:pt x="52" y="33"/>
                    </a:lnTo>
                    <a:lnTo>
                      <a:pt x="52" y="33"/>
                    </a:lnTo>
                    <a:lnTo>
                      <a:pt x="52" y="31"/>
                    </a:lnTo>
                    <a:lnTo>
                      <a:pt x="52" y="31"/>
                    </a:lnTo>
                    <a:lnTo>
                      <a:pt x="52" y="29"/>
                    </a:lnTo>
                    <a:lnTo>
                      <a:pt x="52" y="29"/>
                    </a:lnTo>
                    <a:lnTo>
                      <a:pt x="52" y="26"/>
                    </a:lnTo>
                    <a:lnTo>
                      <a:pt x="52" y="26"/>
                    </a:lnTo>
                    <a:lnTo>
                      <a:pt x="52" y="26"/>
                    </a:lnTo>
                    <a:lnTo>
                      <a:pt x="52" y="24"/>
                    </a:lnTo>
                    <a:lnTo>
                      <a:pt x="52" y="24"/>
                    </a:lnTo>
                    <a:lnTo>
                      <a:pt x="55" y="24"/>
                    </a:lnTo>
                    <a:lnTo>
                      <a:pt x="55" y="24"/>
                    </a:lnTo>
                    <a:lnTo>
                      <a:pt x="55" y="24"/>
                    </a:lnTo>
                    <a:lnTo>
                      <a:pt x="55" y="22"/>
                    </a:lnTo>
                    <a:lnTo>
                      <a:pt x="57" y="22"/>
                    </a:lnTo>
                    <a:lnTo>
                      <a:pt x="57" y="22"/>
                    </a:lnTo>
                    <a:lnTo>
                      <a:pt x="57" y="22"/>
                    </a:lnTo>
                    <a:lnTo>
                      <a:pt x="59" y="22"/>
                    </a:lnTo>
                    <a:lnTo>
                      <a:pt x="59" y="22"/>
                    </a:lnTo>
                    <a:lnTo>
                      <a:pt x="59" y="22"/>
                    </a:lnTo>
                    <a:lnTo>
                      <a:pt x="59" y="22"/>
                    </a:lnTo>
                    <a:lnTo>
                      <a:pt x="62" y="22"/>
                    </a:lnTo>
                    <a:lnTo>
                      <a:pt x="62" y="22"/>
                    </a:lnTo>
                    <a:lnTo>
                      <a:pt x="64" y="22"/>
                    </a:lnTo>
                    <a:lnTo>
                      <a:pt x="64" y="22"/>
                    </a:lnTo>
                    <a:lnTo>
                      <a:pt x="64" y="19"/>
                    </a:lnTo>
                    <a:lnTo>
                      <a:pt x="64" y="19"/>
                    </a:lnTo>
                    <a:lnTo>
                      <a:pt x="66" y="19"/>
                    </a:lnTo>
                    <a:lnTo>
                      <a:pt x="66" y="19"/>
                    </a:lnTo>
                    <a:lnTo>
                      <a:pt x="66" y="19"/>
                    </a:lnTo>
                    <a:lnTo>
                      <a:pt x="66" y="17"/>
                    </a:lnTo>
                    <a:lnTo>
                      <a:pt x="66" y="17"/>
                    </a:lnTo>
                    <a:lnTo>
                      <a:pt x="66" y="17"/>
                    </a:lnTo>
                    <a:lnTo>
                      <a:pt x="69" y="17"/>
                    </a:lnTo>
                    <a:lnTo>
                      <a:pt x="69" y="14"/>
                    </a:lnTo>
                    <a:lnTo>
                      <a:pt x="69" y="14"/>
                    </a:lnTo>
                    <a:lnTo>
                      <a:pt x="69" y="14"/>
                    </a:lnTo>
                    <a:lnTo>
                      <a:pt x="71" y="14"/>
                    </a:lnTo>
                    <a:lnTo>
                      <a:pt x="71" y="14"/>
                    </a:lnTo>
                    <a:lnTo>
                      <a:pt x="71" y="14"/>
                    </a:lnTo>
                    <a:lnTo>
                      <a:pt x="71" y="12"/>
                    </a:lnTo>
                    <a:lnTo>
                      <a:pt x="71" y="12"/>
                    </a:lnTo>
                    <a:lnTo>
                      <a:pt x="71" y="12"/>
                    </a:lnTo>
                    <a:lnTo>
                      <a:pt x="73" y="12"/>
                    </a:lnTo>
                    <a:lnTo>
                      <a:pt x="73" y="12"/>
                    </a:lnTo>
                    <a:lnTo>
                      <a:pt x="73" y="10"/>
                    </a:lnTo>
                    <a:lnTo>
                      <a:pt x="76" y="10"/>
                    </a:lnTo>
                    <a:lnTo>
                      <a:pt x="76" y="10"/>
                    </a:lnTo>
                    <a:lnTo>
                      <a:pt x="76" y="10"/>
                    </a:lnTo>
                    <a:lnTo>
                      <a:pt x="76" y="7"/>
                    </a:lnTo>
                    <a:lnTo>
                      <a:pt x="76" y="7"/>
                    </a:lnTo>
                    <a:lnTo>
                      <a:pt x="76" y="7"/>
                    </a:lnTo>
                    <a:lnTo>
                      <a:pt x="78" y="7"/>
                    </a:lnTo>
                    <a:lnTo>
                      <a:pt x="78" y="7"/>
                    </a:lnTo>
                    <a:lnTo>
                      <a:pt x="78" y="7"/>
                    </a:lnTo>
                    <a:lnTo>
                      <a:pt x="78" y="5"/>
                    </a:lnTo>
                    <a:lnTo>
                      <a:pt x="81" y="5"/>
                    </a:lnTo>
                    <a:lnTo>
                      <a:pt x="81" y="5"/>
                    </a:lnTo>
                    <a:lnTo>
                      <a:pt x="81" y="5"/>
                    </a:lnTo>
                    <a:lnTo>
                      <a:pt x="83" y="5"/>
                    </a:lnTo>
                    <a:lnTo>
                      <a:pt x="83" y="5"/>
                    </a:lnTo>
                    <a:lnTo>
                      <a:pt x="83" y="3"/>
                    </a:lnTo>
                    <a:lnTo>
                      <a:pt x="83" y="3"/>
                    </a:lnTo>
                    <a:lnTo>
                      <a:pt x="83" y="3"/>
                    </a:lnTo>
                    <a:lnTo>
                      <a:pt x="83" y="3"/>
                    </a:lnTo>
                    <a:lnTo>
                      <a:pt x="83" y="0"/>
                    </a:lnTo>
                    <a:lnTo>
                      <a:pt x="85" y="0"/>
                    </a:lnTo>
                    <a:lnTo>
                      <a:pt x="85" y="0"/>
                    </a:lnTo>
                    <a:lnTo>
                      <a:pt x="85" y="3"/>
                    </a:lnTo>
                    <a:lnTo>
                      <a:pt x="85" y="3"/>
                    </a:lnTo>
                    <a:lnTo>
                      <a:pt x="88" y="3"/>
                    </a:lnTo>
                    <a:lnTo>
                      <a:pt x="88" y="3"/>
                    </a:lnTo>
                    <a:lnTo>
                      <a:pt x="90" y="3"/>
                    </a:lnTo>
                    <a:lnTo>
                      <a:pt x="90" y="3"/>
                    </a:lnTo>
                    <a:lnTo>
                      <a:pt x="90" y="0"/>
                    </a:lnTo>
                    <a:lnTo>
                      <a:pt x="90" y="0"/>
                    </a:lnTo>
                    <a:lnTo>
                      <a:pt x="92" y="0"/>
                    </a:lnTo>
                    <a:lnTo>
                      <a:pt x="92" y="0"/>
                    </a:lnTo>
                    <a:lnTo>
                      <a:pt x="92" y="0"/>
                    </a:lnTo>
                    <a:lnTo>
                      <a:pt x="92" y="3"/>
                    </a:lnTo>
                    <a:lnTo>
                      <a:pt x="95" y="3"/>
                    </a:lnTo>
                    <a:lnTo>
                      <a:pt x="95" y="3"/>
                    </a:lnTo>
                    <a:lnTo>
                      <a:pt x="95" y="3"/>
                    </a:lnTo>
                    <a:lnTo>
                      <a:pt x="97" y="3"/>
                    </a:lnTo>
                    <a:lnTo>
                      <a:pt x="97" y="3"/>
                    </a:lnTo>
                    <a:lnTo>
                      <a:pt x="97" y="3"/>
                    </a:lnTo>
                    <a:lnTo>
                      <a:pt x="97" y="3"/>
                    </a:lnTo>
                    <a:lnTo>
                      <a:pt x="97" y="3"/>
                    </a:lnTo>
                    <a:lnTo>
                      <a:pt x="100" y="3"/>
                    </a:lnTo>
                    <a:lnTo>
                      <a:pt x="100" y="5"/>
                    </a:lnTo>
                    <a:lnTo>
                      <a:pt x="100" y="5"/>
                    </a:lnTo>
                    <a:lnTo>
                      <a:pt x="100" y="5"/>
                    </a:lnTo>
                    <a:lnTo>
                      <a:pt x="102" y="5"/>
                    </a:lnTo>
                    <a:lnTo>
                      <a:pt x="102" y="5"/>
                    </a:lnTo>
                    <a:lnTo>
                      <a:pt x="102" y="5"/>
                    </a:lnTo>
                    <a:lnTo>
                      <a:pt x="104" y="5"/>
                    </a:lnTo>
                    <a:lnTo>
                      <a:pt x="104" y="5"/>
                    </a:lnTo>
                    <a:lnTo>
                      <a:pt x="104" y="5"/>
                    </a:lnTo>
                    <a:lnTo>
                      <a:pt x="104" y="5"/>
                    </a:lnTo>
                    <a:lnTo>
                      <a:pt x="107" y="5"/>
                    </a:lnTo>
                    <a:lnTo>
                      <a:pt x="107" y="5"/>
                    </a:lnTo>
                    <a:lnTo>
                      <a:pt x="107" y="5"/>
                    </a:lnTo>
                    <a:lnTo>
                      <a:pt x="109" y="5"/>
                    </a:lnTo>
                    <a:lnTo>
                      <a:pt x="109" y="5"/>
                    </a:lnTo>
                    <a:lnTo>
                      <a:pt x="109" y="5"/>
                    </a:lnTo>
                    <a:lnTo>
                      <a:pt x="109" y="5"/>
                    </a:lnTo>
                    <a:lnTo>
                      <a:pt x="109" y="3"/>
                    </a:lnTo>
                    <a:lnTo>
                      <a:pt x="111" y="3"/>
                    </a:lnTo>
                    <a:lnTo>
                      <a:pt x="111" y="3"/>
                    </a:lnTo>
                    <a:lnTo>
                      <a:pt x="111" y="3"/>
                    </a:lnTo>
                    <a:lnTo>
                      <a:pt x="111" y="3"/>
                    </a:lnTo>
                    <a:lnTo>
                      <a:pt x="114" y="3"/>
                    </a:lnTo>
                    <a:lnTo>
                      <a:pt x="114" y="3"/>
                    </a:lnTo>
                    <a:lnTo>
                      <a:pt x="114" y="3"/>
                    </a:lnTo>
                    <a:lnTo>
                      <a:pt x="116" y="3"/>
                    </a:lnTo>
                    <a:lnTo>
                      <a:pt x="116" y="3"/>
                    </a:lnTo>
                    <a:lnTo>
                      <a:pt x="116" y="5"/>
                    </a:lnTo>
                    <a:lnTo>
                      <a:pt x="116" y="5"/>
                    </a:lnTo>
                    <a:lnTo>
                      <a:pt x="116" y="5"/>
                    </a:lnTo>
                    <a:lnTo>
                      <a:pt x="116" y="5"/>
                    </a:lnTo>
                    <a:lnTo>
                      <a:pt x="116" y="5"/>
                    </a:lnTo>
                    <a:lnTo>
                      <a:pt x="116" y="7"/>
                    </a:lnTo>
                    <a:lnTo>
                      <a:pt x="116" y="7"/>
                    </a:lnTo>
                    <a:lnTo>
                      <a:pt x="116" y="7"/>
                    </a:lnTo>
                    <a:lnTo>
                      <a:pt x="116" y="7"/>
                    </a:lnTo>
                    <a:lnTo>
                      <a:pt x="116" y="10"/>
                    </a:lnTo>
                    <a:lnTo>
                      <a:pt x="116" y="10"/>
                    </a:lnTo>
                    <a:lnTo>
                      <a:pt x="116" y="10"/>
                    </a:lnTo>
                    <a:lnTo>
                      <a:pt x="116" y="12"/>
                    </a:lnTo>
                    <a:lnTo>
                      <a:pt x="118" y="12"/>
                    </a:lnTo>
                    <a:lnTo>
                      <a:pt x="118" y="10"/>
                    </a:lnTo>
                    <a:lnTo>
                      <a:pt x="118" y="10"/>
                    </a:lnTo>
                    <a:lnTo>
                      <a:pt x="118" y="10"/>
                    </a:lnTo>
                    <a:lnTo>
                      <a:pt x="118" y="10"/>
                    </a:lnTo>
                    <a:lnTo>
                      <a:pt x="118" y="7"/>
                    </a:lnTo>
                    <a:lnTo>
                      <a:pt x="121" y="7"/>
                    </a:lnTo>
                    <a:lnTo>
                      <a:pt x="121" y="7"/>
                    </a:lnTo>
                    <a:lnTo>
                      <a:pt x="121" y="7"/>
                    </a:lnTo>
                    <a:lnTo>
                      <a:pt x="123" y="7"/>
                    </a:lnTo>
                    <a:lnTo>
                      <a:pt x="123" y="7"/>
                    </a:lnTo>
                    <a:lnTo>
                      <a:pt x="123" y="5"/>
                    </a:lnTo>
                    <a:lnTo>
                      <a:pt x="123" y="5"/>
                    </a:lnTo>
                    <a:lnTo>
                      <a:pt x="126" y="5"/>
                    </a:lnTo>
                    <a:lnTo>
                      <a:pt x="126" y="5"/>
                    </a:lnTo>
                    <a:lnTo>
                      <a:pt x="126" y="5"/>
                    </a:lnTo>
                    <a:lnTo>
                      <a:pt x="128"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4" name="Rectangle 149"/>
              <p:cNvSpPr>
                <a:spLocks noChangeArrowheads="1"/>
              </p:cNvSpPr>
              <p:nvPr/>
            </p:nvSpPr>
            <p:spPr bwMode="auto">
              <a:xfrm>
                <a:off x="1884" y="1990"/>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5" name="Rectangle 150"/>
              <p:cNvSpPr>
                <a:spLocks noChangeArrowheads="1"/>
              </p:cNvSpPr>
              <p:nvPr/>
            </p:nvSpPr>
            <p:spPr bwMode="auto">
              <a:xfrm>
                <a:off x="1884" y="1990"/>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6" name="Rectangle 151"/>
              <p:cNvSpPr>
                <a:spLocks noChangeArrowheads="1"/>
              </p:cNvSpPr>
              <p:nvPr/>
            </p:nvSpPr>
            <p:spPr bwMode="auto">
              <a:xfrm>
                <a:off x="1920" y="2016"/>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7" name="Rectangle 152"/>
              <p:cNvSpPr>
                <a:spLocks noChangeArrowheads="1"/>
              </p:cNvSpPr>
              <p:nvPr/>
            </p:nvSpPr>
            <p:spPr bwMode="auto">
              <a:xfrm>
                <a:off x="1920" y="2016"/>
                <a:ext cx="1" cy="1"/>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8" name="Freeform 153"/>
              <p:cNvSpPr>
                <a:spLocks/>
              </p:cNvSpPr>
              <p:nvPr/>
            </p:nvSpPr>
            <p:spPr bwMode="auto">
              <a:xfrm>
                <a:off x="1775" y="1746"/>
                <a:ext cx="415" cy="372"/>
              </a:xfrm>
              <a:custGeom>
                <a:avLst/>
                <a:gdLst/>
                <a:ahLst/>
                <a:cxnLst>
                  <a:cxn ang="0">
                    <a:pos x="244" y="334"/>
                  </a:cxn>
                  <a:cxn ang="0">
                    <a:pos x="232" y="336"/>
                  </a:cxn>
                  <a:cxn ang="0">
                    <a:pos x="209" y="332"/>
                  </a:cxn>
                  <a:cxn ang="0">
                    <a:pos x="192" y="320"/>
                  </a:cxn>
                  <a:cxn ang="0">
                    <a:pos x="173" y="306"/>
                  </a:cxn>
                  <a:cxn ang="0">
                    <a:pos x="154" y="296"/>
                  </a:cxn>
                  <a:cxn ang="0">
                    <a:pos x="147" y="270"/>
                  </a:cxn>
                  <a:cxn ang="0">
                    <a:pos x="133" y="251"/>
                  </a:cxn>
                  <a:cxn ang="0">
                    <a:pos x="119" y="244"/>
                  </a:cxn>
                  <a:cxn ang="0">
                    <a:pos x="102" y="246"/>
                  </a:cxn>
                  <a:cxn ang="0">
                    <a:pos x="86" y="232"/>
                  </a:cxn>
                  <a:cxn ang="0">
                    <a:pos x="81" y="206"/>
                  </a:cxn>
                  <a:cxn ang="0">
                    <a:pos x="71" y="182"/>
                  </a:cxn>
                  <a:cxn ang="0">
                    <a:pos x="50" y="173"/>
                  </a:cxn>
                  <a:cxn ang="0">
                    <a:pos x="41" y="159"/>
                  </a:cxn>
                  <a:cxn ang="0">
                    <a:pos x="33" y="140"/>
                  </a:cxn>
                  <a:cxn ang="0">
                    <a:pos x="41" y="121"/>
                  </a:cxn>
                  <a:cxn ang="0">
                    <a:pos x="45" y="104"/>
                  </a:cxn>
                  <a:cxn ang="0">
                    <a:pos x="33" y="95"/>
                  </a:cxn>
                  <a:cxn ang="0">
                    <a:pos x="22" y="76"/>
                  </a:cxn>
                  <a:cxn ang="0">
                    <a:pos x="12" y="54"/>
                  </a:cxn>
                  <a:cxn ang="0">
                    <a:pos x="10" y="36"/>
                  </a:cxn>
                  <a:cxn ang="0">
                    <a:pos x="3" y="12"/>
                  </a:cxn>
                  <a:cxn ang="0">
                    <a:pos x="15" y="2"/>
                  </a:cxn>
                  <a:cxn ang="0">
                    <a:pos x="33" y="19"/>
                  </a:cxn>
                  <a:cxn ang="0">
                    <a:pos x="55" y="19"/>
                  </a:cxn>
                  <a:cxn ang="0">
                    <a:pos x="74" y="5"/>
                  </a:cxn>
                  <a:cxn ang="0">
                    <a:pos x="90" y="12"/>
                  </a:cxn>
                  <a:cxn ang="0">
                    <a:pos x="90" y="24"/>
                  </a:cxn>
                  <a:cxn ang="0">
                    <a:pos x="105" y="40"/>
                  </a:cxn>
                  <a:cxn ang="0">
                    <a:pos x="121" y="57"/>
                  </a:cxn>
                  <a:cxn ang="0">
                    <a:pos x="142" y="69"/>
                  </a:cxn>
                  <a:cxn ang="0">
                    <a:pos x="166" y="78"/>
                  </a:cxn>
                  <a:cxn ang="0">
                    <a:pos x="192" y="73"/>
                  </a:cxn>
                  <a:cxn ang="0">
                    <a:pos x="211" y="62"/>
                  </a:cxn>
                  <a:cxn ang="0">
                    <a:pos x="232" y="52"/>
                  </a:cxn>
                  <a:cxn ang="0">
                    <a:pos x="254" y="43"/>
                  </a:cxn>
                  <a:cxn ang="0">
                    <a:pos x="280" y="40"/>
                  </a:cxn>
                  <a:cxn ang="0">
                    <a:pos x="301" y="47"/>
                  </a:cxn>
                  <a:cxn ang="0">
                    <a:pos x="322" y="54"/>
                  </a:cxn>
                  <a:cxn ang="0">
                    <a:pos x="341" y="69"/>
                  </a:cxn>
                  <a:cxn ang="0">
                    <a:pos x="365" y="78"/>
                  </a:cxn>
                  <a:cxn ang="0">
                    <a:pos x="370" y="102"/>
                  </a:cxn>
                  <a:cxn ang="0">
                    <a:pos x="365" y="126"/>
                  </a:cxn>
                  <a:cxn ang="0">
                    <a:pos x="353" y="142"/>
                  </a:cxn>
                  <a:cxn ang="0">
                    <a:pos x="358" y="163"/>
                  </a:cxn>
                  <a:cxn ang="0">
                    <a:pos x="362" y="192"/>
                  </a:cxn>
                  <a:cxn ang="0">
                    <a:pos x="374" y="211"/>
                  </a:cxn>
                  <a:cxn ang="0">
                    <a:pos x="377" y="232"/>
                  </a:cxn>
                  <a:cxn ang="0">
                    <a:pos x="362" y="251"/>
                  </a:cxn>
                  <a:cxn ang="0">
                    <a:pos x="377" y="273"/>
                  </a:cxn>
                  <a:cxn ang="0">
                    <a:pos x="396" y="289"/>
                  </a:cxn>
                  <a:cxn ang="0">
                    <a:pos x="405" y="313"/>
                  </a:cxn>
                  <a:cxn ang="0">
                    <a:pos x="412" y="329"/>
                  </a:cxn>
                  <a:cxn ang="0">
                    <a:pos x="391" y="339"/>
                  </a:cxn>
                  <a:cxn ang="0">
                    <a:pos x="379" y="363"/>
                  </a:cxn>
                  <a:cxn ang="0">
                    <a:pos x="360" y="367"/>
                  </a:cxn>
                  <a:cxn ang="0">
                    <a:pos x="341" y="365"/>
                  </a:cxn>
                  <a:cxn ang="0">
                    <a:pos x="318" y="360"/>
                  </a:cxn>
                  <a:cxn ang="0">
                    <a:pos x="291" y="355"/>
                  </a:cxn>
                  <a:cxn ang="0">
                    <a:pos x="280" y="332"/>
                  </a:cxn>
                  <a:cxn ang="0">
                    <a:pos x="265" y="320"/>
                  </a:cxn>
                  <a:cxn ang="0">
                    <a:pos x="263" y="325"/>
                  </a:cxn>
                </a:cxnLst>
                <a:rect l="0" t="0" r="r" b="b"/>
                <a:pathLst>
                  <a:path w="415" h="372">
                    <a:moveTo>
                      <a:pt x="263" y="325"/>
                    </a:moveTo>
                    <a:lnTo>
                      <a:pt x="263" y="325"/>
                    </a:lnTo>
                    <a:lnTo>
                      <a:pt x="261" y="325"/>
                    </a:lnTo>
                    <a:lnTo>
                      <a:pt x="261" y="327"/>
                    </a:lnTo>
                    <a:lnTo>
                      <a:pt x="261" y="327"/>
                    </a:lnTo>
                    <a:lnTo>
                      <a:pt x="261" y="327"/>
                    </a:lnTo>
                    <a:lnTo>
                      <a:pt x="261" y="327"/>
                    </a:lnTo>
                    <a:lnTo>
                      <a:pt x="261" y="329"/>
                    </a:lnTo>
                    <a:lnTo>
                      <a:pt x="258" y="329"/>
                    </a:lnTo>
                    <a:lnTo>
                      <a:pt x="258" y="329"/>
                    </a:lnTo>
                    <a:lnTo>
                      <a:pt x="258" y="329"/>
                    </a:lnTo>
                    <a:lnTo>
                      <a:pt x="258" y="329"/>
                    </a:lnTo>
                    <a:lnTo>
                      <a:pt x="258" y="329"/>
                    </a:lnTo>
                    <a:lnTo>
                      <a:pt x="258" y="332"/>
                    </a:lnTo>
                    <a:lnTo>
                      <a:pt x="256" y="332"/>
                    </a:lnTo>
                    <a:lnTo>
                      <a:pt x="256" y="332"/>
                    </a:lnTo>
                    <a:lnTo>
                      <a:pt x="256" y="332"/>
                    </a:lnTo>
                    <a:lnTo>
                      <a:pt x="256" y="334"/>
                    </a:lnTo>
                    <a:lnTo>
                      <a:pt x="254" y="334"/>
                    </a:lnTo>
                    <a:lnTo>
                      <a:pt x="254" y="334"/>
                    </a:lnTo>
                    <a:lnTo>
                      <a:pt x="254" y="332"/>
                    </a:lnTo>
                    <a:lnTo>
                      <a:pt x="254" y="332"/>
                    </a:lnTo>
                    <a:lnTo>
                      <a:pt x="254" y="332"/>
                    </a:lnTo>
                    <a:lnTo>
                      <a:pt x="251" y="332"/>
                    </a:lnTo>
                    <a:lnTo>
                      <a:pt x="251" y="332"/>
                    </a:lnTo>
                    <a:lnTo>
                      <a:pt x="251" y="332"/>
                    </a:lnTo>
                    <a:lnTo>
                      <a:pt x="251" y="332"/>
                    </a:lnTo>
                    <a:lnTo>
                      <a:pt x="249" y="332"/>
                    </a:lnTo>
                    <a:lnTo>
                      <a:pt x="249" y="332"/>
                    </a:lnTo>
                    <a:lnTo>
                      <a:pt x="247" y="332"/>
                    </a:lnTo>
                    <a:lnTo>
                      <a:pt x="247" y="334"/>
                    </a:lnTo>
                    <a:lnTo>
                      <a:pt x="247" y="334"/>
                    </a:lnTo>
                    <a:lnTo>
                      <a:pt x="247" y="334"/>
                    </a:lnTo>
                    <a:lnTo>
                      <a:pt x="244" y="334"/>
                    </a:lnTo>
                    <a:lnTo>
                      <a:pt x="244" y="334"/>
                    </a:lnTo>
                    <a:lnTo>
                      <a:pt x="244" y="334"/>
                    </a:lnTo>
                    <a:lnTo>
                      <a:pt x="242" y="334"/>
                    </a:lnTo>
                    <a:lnTo>
                      <a:pt x="242" y="334"/>
                    </a:lnTo>
                    <a:lnTo>
                      <a:pt x="242" y="334"/>
                    </a:lnTo>
                    <a:lnTo>
                      <a:pt x="242" y="334"/>
                    </a:lnTo>
                    <a:lnTo>
                      <a:pt x="242" y="332"/>
                    </a:lnTo>
                    <a:lnTo>
                      <a:pt x="242" y="332"/>
                    </a:lnTo>
                    <a:lnTo>
                      <a:pt x="242" y="332"/>
                    </a:lnTo>
                    <a:lnTo>
                      <a:pt x="242" y="332"/>
                    </a:lnTo>
                    <a:lnTo>
                      <a:pt x="244" y="332"/>
                    </a:lnTo>
                    <a:lnTo>
                      <a:pt x="244" y="329"/>
                    </a:lnTo>
                    <a:lnTo>
                      <a:pt x="244" y="329"/>
                    </a:lnTo>
                    <a:lnTo>
                      <a:pt x="247" y="329"/>
                    </a:lnTo>
                    <a:lnTo>
                      <a:pt x="247" y="329"/>
                    </a:lnTo>
                    <a:lnTo>
                      <a:pt x="247" y="329"/>
                    </a:lnTo>
                    <a:lnTo>
                      <a:pt x="247" y="329"/>
                    </a:lnTo>
                    <a:lnTo>
                      <a:pt x="244" y="329"/>
                    </a:lnTo>
                    <a:lnTo>
                      <a:pt x="244" y="329"/>
                    </a:lnTo>
                    <a:lnTo>
                      <a:pt x="242" y="329"/>
                    </a:lnTo>
                    <a:lnTo>
                      <a:pt x="242" y="329"/>
                    </a:lnTo>
                    <a:lnTo>
                      <a:pt x="242" y="329"/>
                    </a:lnTo>
                    <a:lnTo>
                      <a:pt x="242" y="329"/>
                    </a:lnTo>
                    <a:lnTo>
                      <a:pt x="239" y="329"/>
                    </a:lnTo>
                    <a:lnTo>
                      <a:pt x="239" y="329"/>
                    </a:lnTo>
                    <a:lnTo>
                      <a:pt x="239" y="332"/>
                    </a:lnTo>
                    <a:lnTo>
                      <a:pt x="239" y="332"/>
                    </a:lnTo>
                    <a:lnTo>
                      <a:pt x="237" y="332"/>
                    </a:lnTo>
                    <a:lnTo>
                      <a:pt x="237" y="332"/>
                    </a:lnTo>
                    <a:lnTo>
                      <a:pt x="237" y="332"/>
                    </a:lnTo>
                    <a:lnTo>
                      <a:pt x="235" y="332"/>
                    </a:lnTo>
                    <a:lnTo>
                      <a:pt x="235" y="334"/>
                    </a:lnTo>
                    <a:lnTo>
                      <a:pt x="235" y="334"/>
                    </a:lnTo>
                    <a:lnTo>
                      <a:pt x="235" y="334"/>
                    </a:lnTo>
                    <a:lnTo>
                      <a:pt x="235" y="334"/>
                    </a:lnTo>
                    <a:lnTo>
                      <a:pt x="232" y="334"/>
                    </a:lnTo>
                    <a:lnTo>
                      <a:pt x="232" y="336"/>
                    </a:lnTo>
                    <a:lnTo>
                      <a:pt x="232" y="336"/>
                    </a:lnTo>
                    <a:lnTo>
                      <a:pt x="232" y="336"/>
                    </a:lnTo>
                    <a:lnTo>
                      <a:pt x="232" y="336"/>
                    </a:lnTo>
                    <a:lnTo>
                      <a:pt x="230" y="336"/>
                    </a:lnTo>
                    <a:lnTo>
                      <a:pt x="230" y="336"/>
                    </a:lnTo>
                    <a:lnTo>
                      <a:pt x="230" y="336"/>
                    </a:lnTo>
                    <a:lnTo>
                      <a:pt x="228" y="336"/>
                    </a:lnTo>
                    <a:lnTo>
                      <a:pt x="228" y="336"/>
                    </a:lnTo>
                    <a:lnTo>
                      <a:pt x="228" y="336"/>
                    </a:lnTo>
                    <a:lnTo>
                      <a:pt x="228" y="334"/>
                    </a:lnTo>
                    <a:lnTo>
                      <a:pt x="225" y="334"/>
                    </a:lnTo>
                    <a:lnTo>
                      <a:pt x="225" y="334"/>
                    </a:lnTo>
                    <a:lnTo>
                      <a:pt x="225" y="334"/>
                    </a:lnTo>
                    <a:lnTo>
                      <a:pt x="225" y="334"/>
                    </a:lnTo>
                    <a:lnTo>
                      <a:pt x="223" y="334"/>
                    </a:lnTo>
                    <a:lnTo>
                      <a:pt x="223" y="334"/>
                    </a:lnTo>
                    <a:lnTo>
                      <a:pt x="220" y="334"/>
                    </a:lnTo>
                    <a:lnTo>
                      <a:pt x="220" y="332"/>
                    </a:lnTo>
                    <a:lnTo>
                      <a:pt x="220" y="332"/>
                    </a:lnTo>
                    <a:lnTo>
                      <a:pt x="220" y="332"/>
                    </a:lnTo>
                    <a:lnTo>
                      <a:pt x="220" y="329"/>
                    </a:lnTo>
                    <a:lnTo>
                      <a:pt x="220" y="329"/>
                    </a:lnTo>
                    <a:lnTo>
                      <a:pt x="218" y="329"/>
                    </a:lnTo>
                    <a:lnTo>
                      <a:pt x="218" y="332"/>
                    </a:lnTo>
                    <a:lnTo>
                      <a:pt x="218" y="332"/>
                    </a:lnTo>
                    <a:lnTo>
                      <a:pt x="218" y="329"/>
                    </a:lnTo>
                    <a:lnTo>
                      <a:pt x="218" y="329"/>
                    </a:lnTo>
                    <a:lnTo>
                      <a:pt x="216" y="329"/>
                    </a:lnTo>
                    <a:lnTo>
                      <a:pt x="216" y="329"/>
                    </a:lnTo>
                    <a:lnTo>
                      <a:pt x="213" y="329"/>
                    </a:lnTo>
                    <a:lnTo>
                      <a:pt x="213" y="329"/>
                    </a:lnTo>
                    <a:lnTo>
                      <a:pt x="213" y="329"/>
                    </a:lnTo>
                    <a:lnTo>
                      <a:pt x="211" y="329"/>
                    </a:lnTo>
                    <a:lnTo>
                      <a:pt x="211" y="329"/>
                    </a:lnTo>
                    <a:lnTo>
                      <a:pt x="211" y="329"/>
                    </a:lnTo>
                    <a:lnTo>
                      <a:pt x="209" y="329"/>
                    </a:lnTo>
                    <a:lnTo>
                      <a:pt x="209" y="332"/>
                    </a:lnTo>
                    <a:lnTo>
                      <a:pt x="209" y="332"/>
                    </a:lnTo>
                    <a:lnTo>
                      <a:pt x="209" y="329"/>
                    </a:lnTo>
                    <a:lnTo>
                      <a:pt x="206" y="329"/>
                    </a:lnTo>
                    <a:lnTo>
                      <a:pt x="206" y="332"/>
                    </a:lnTo>
                    <a:lnTo>
                      <a:pt x="206" y="332"/>
                    </a:lnTo>
                    <a:lnTo>
                      <a:pt x="206" y="332"/>
                    </a:lnTo>
                    <a:lnTo>
                      <a:pt x="206" y="332"/>
                    </a:lnTo>
                    <a:lnTo>
                      <a:pt x="206" y="332"/>
                    </a:lnTo>
                    <a:lnTo>
                      <a:pt x="206" y="329"/>
                    </a:lnTo>
                    <a:lnTo>
                      <a:pt x="206" y="329"/>
                    </a:lnTo>
                    <a:lnTo>
                      <a:pt x="206" y="329"/>
                    </a:lnTo>
                    <a:lnTo>
                      <a:pt x="206" y="329"/>
                    </a:lnTo>
                    <a:lnTo>
                      <a:pt x="204" y="329"/>
                    </a:lnTo>
                    <a:lnTo>
                      <a:pt x="204" y="329"/>
                    </a:lnTo>
                    <a:lnTo>
                      <a:pt x="204" y="329"/>
                    </a:lnTo>
                    <a:lnTo>
                      <a:pt x="204" y="327"/>
                    </a:lnTo>
                    <a:lnTo>
                      <a:pt x="202" y="327"/>
                    </a:lnTo>
                    <a:lnTo>
                      <a:pt x="202" y="327"/>
                    </a:lnTo>
                    <a:lnTo>
                      <a:pt x="202" y="325"/>
                    </a:lnTo>
                    <a:lnTo>
                      <a:pt x="202" y="325"/>
                    </a:lnTo>
                    <a:lnTo>
                      <a:pt x="202" y="325"/>
                    </a:lnTo>
                    <a:lnTo>
                      <a:pt x="202" y="325"/>
                    </a:lnTo>
                    <a:lnTo>
                      <a:pt x="199" y="325"/>
                    </a:lnTo>
                    <a:lnTo>
                      <a:pt x="199" y="322"/>
                    </a:lnTo>
                    <a:lnTo>
                      <a:pt x="199" y="322"/>
                    </a:lnTo>
                    <a:lnTo>
                      <a:pt x="199" y="322"/>
                    </a:lnTo>
                    <a:lnTo>
                      <a:pt x="197" y="322"/>
                    </a:lnTo>
                    <a:lnTo>
                      <a:pt x="197" y="322"/>
                    </a:lnTo>
                    <a:lnTo>
                      <a:pt x="197" y="322"/>
                    </a:lnTo>
                    <a:lnTo>
                      <a:pt x="194" y="322"/>
                    </a:lnTo>
                    <a:lnTo>
                      <a:pt x="194" y="320"/>
                    </a:lnTo>
                    <a:lnTo>
                      <a:pt x="194" y="320"/>
                    </a:lnTo>
                    <a:lnTo>
                      <a:pt x="194" y="320"/>
                    </a:lnTo>
                    <a:lnTo>
                      <a:pt x="192" y="320"/>
                    </a:lnTo>
                    <a:lnTo>
                      <a:pt x="192" y="320"/>
                    </a:lnTo>
                    <a:lnTo>
                      <a:pt x="192" y="320"/>
                    </a:lnTo>
                    <a:lnTo>
                      <a:pt x="192" y="320"/>
                    </a:lnTo>
                    <a:lnTo>
                      <a:pt x="192" y="320"/>
                    </a:lnTo>
                    <a:lnTo>
                      <a:pt x="190" y="320"/>
                    </a:lnTo>
                    <a:lnTo>
                      <a:pt x="190" y="320"/>
                    </a:lnTo>
                    <a:lnTo>
                      <a:pt x="187" y="320"/>
                    </a:lnTo>
                    <a:lnTo>
                      <a:pt x="187" y="318"/>
                    </a:lnTo>
                    <a:lnTo>
                      <a:pt x="187" y="318"/>
                    </a:lnTo>
                    <a:lnTo>
                      <a:pt x="187" y="318"/>
                    </a:lnTo>
                    <a:lnTo>
                      <a:pt x="187" y="318"/>
                    </a:lnTo>
                    <a:lnTo>
                      <a:pt x="185" y="318"/>
                    </a:lnTo>
                    <a:lnTo>
                      <a:pt x="185" y="315"/>
                    </a:lnTo>
                    <a:lnTo>
                      <a:pt x="185" y="315"/>
                    </a:lnTo>
                    <a:lnTo>
                      <a:pt x="185" y="315"/>
                    </a:lnTo>
                    <a:lnTo>
                      <a:pt x="185" y="315"/>
                    </a:lnTo>
                    <a:lnTo>
                      <a:pt x="185" y="313"/>
                    </a:lnTo>
                    <a:lnTo>
                      <a:pt x="183" y="313"/>
                    </a:lnTo>
                    <a:lnTo>
                      <a:pt x="183" y="313"/>
                    </a:lnTo>
                    <a:lnTo>
                      <a:pt x="185" y="313"/>
                    </a:lnTo>
                    <a:lnTo>
                      <a:pt x="185" y="310"/>
                    </a:lnTo>
                    <a:lnTo>
                      <a:pt x="183" y="310"/>
                    </a:lnTo>
                    <a:lnTo>
                      <a:pt x="183" y="310"/>
                    </a:lnTo>
                    <a:lnTo>
                      <a:pt x="183" y="310"/>
                    </a:lnTo>
                    <a:lnTo>
                      <a:pt x="183" y="310"/>
                    </a:lnTo>
                    <a:lnTo>
                      <a:pt x="183" y="308"/>
                    </a:lnTo>
                    <a:lnTo>
                      <a:pt x="180" y="308"/>
                    </a:lnTo>
                    <a:lnTo>
                      <a:pt x="180" y="308"/>
                    </a:lnTo>
                    <a:lnTo>
                      <a:pt x="180" y="308"/>
                    </a:lnTo>
                    <a:lnTo>
                      <a:pt x="180" y="308"/>
                    </a:lnTo>
                    <a:lnTo>
                      <a:pt x="178" y="308"/>
                    </a:lnTo>
                    <a:lnTo>
                      <a:pt x="178" y="308"/>
                    </a:lnTo>
                    <a:lnTo>
                      <a:pt x="178" y="306"/>
                    </a:lnTo>
                    <a:lnTo>
                      <a:pt x="178" y="306"/>
                    </a:lnTo>
                    <a:lnTo>
                      <a:pt x="176" y="306"/>
                    </a:lnTo>
                    <a:lnTo>
                      <a:pt x="176" y="306"/>
                    </a:lnTo>
                    <a:lnTo>
                      <a:pt x="176" y="306"/>
                    </a:lnTo>
                    <a:lnTo>
                      <a:pt x="173" y="306"/>
                    </a:lnTo>
                    <a:lnTo>
                      <a:pt x="173" y="303"/>
                    </a:lnTo>
                    <a:lnTo>
                      <a:pt x="173" y="303"/>
                    </a:lnTo>
                    <a:lnTo>
                      <a:pt x="173" y="303"/>
                    </a:lnTo>
                    <a:lnTo>
                      <a:pt x="173" y="303"/>
                    </a:lnTo>
                    <a:lnTo>
                      <a:pt x="173" y="301"/>
                    </a:lnTo>
                    <a:lnTo>
                      <a:pt x="171" y="301"/>
                    </a:lnTo>
                    <a:lnTo>
                      <a:pt x="171" y="301"/>
                    </a:lnTo>
                    <a:lnTo>
                      <a:pt x="171" y="303"/>
                    </a:lnTo>
                    <a:lnTo>
                      <a:pt x="168" y="303"/>
                    </a:lnTo>
                    <a:lnTo>
                      <a:pt x="168" y="303"/>
                    </a:lnTo>
                    <a:lnTo>
                      <a:pt x="168" y="301"/>
                    </a:lnTo>
                    <a:lnTo>
                      <a:pt x="168" y="301"/>
                    </a:lnTo>
                    <a:lnTo>
                      <a:pt x="166" y="301"/>
                    </a:lnTo>
                    <a:lnTo>
                      <a:pt x="166" y="303"/>
                    </a:lnTo>
                    <a:lnTo>
                      <a:pt x="166" y="303"/>
                    </a:lnTo>
                    <a:lnTo>
                      <a:pt x="166" y="303"/>
                    </a:lnTo>
                    <a:lnTo>
                      <a:pt x="164" y="303"/>
                    </a:lnTo>
                    <a:lnTo>
                      <a:pt x="164" y="301"/>
                    </a:lnTo>
                    <a:lnTo>
                      <a:pt x="164" y="301"/>
                    </a:lnTo>
                    <a:lnTo>
                      <a:pt x="161" y="301"/>
                    </a:lnTo>
                    <a:lnTo>
                      <a:pt x="161" y="301"/>
                    </a:lnTo>
                    <a:lnTo>
                      <a:pt x="161" y="301"/>
                    </a:lnTo>
                    <a:lnTo>
                      <a:pt x="161" y="301"/>
                    </a:lnTo>
                    <a:lnTo>
                      <a:pt x="161" y="301"/>
                    </a:lnTo>
                    <a:lnTo>
                      <a:pt x="159" y="301"/>
                    </a:lnTo>
                    <a:lnTo>
                      <a:pt x="159" y="301"/>
                    </a:lnTo>
                    <a:lnTo>
                      <a:pt x="159" y="301"/>
                    </a:lnTo>
                    <a:lnTo>
                      <a:pt x="159" y="301"/>
                    </a:lnTo>
                    <a:lnTo>
                      <a:pt x="159" y="301"/>
                    </a:lnTo>
                    <a:lnTo>
                      <a:pt x="159" y="299"/>
                    </a:lnTo>
                    <a:lnTo>
                      <a:pt x="157" y="299"/>
                    </a:lnTo>
                    <a:lnTo>
                      <a:pt x="157" y="299"/>
                    </a:lnTo>
                    <a:lnTo>
                      <a:pt x="157" y="299"/>
                    </a:lnTo>
                    <a:lnTo>
                      <a:pt x="157" y="296"/>
                    </a:lnTo>
                    <a:lnTo>
                      <a:pt x="154" y="296"/>
                    </a:lnTo>
                    <a:lnTo>
                      <a:pt x="154" y="296"/>
                    </a:lnTo>
                    <a:lnTo>
                      <a:pt x="154" y="294"/>
                    </a:lnTo>
                    <a:lnTo>
                      <a:pt x="154" y="294"/>
                    </a:lnTo>
                    <a:lnTo>
                      <a:pt x="154" y="291"/>
                    </a:lnTo>
                    <a:lnTo>
                      <a:pt x="154" y="291"/>
                    </a:lnTo>
                    <a:lnTo>
                      <a:pt x="154" y="291"/>
                    </a:lnTo>
                    <a:lnTo>
                      <a:pt x="154" y="291"/>
                    </a:lnTo>
                    <a:lnTo>
                      <a:pt x="154" y="291"/>
                    </a:lnTo>
                    <a:lnTo>
                      <a:pt x="154" y="289"/>
                    </a:lnTo>
                    <a:lnTo>
                      <a:pt x="154" y="289"/>
                    </a:lnTo>
                    <a:lnTo>
                      <a:pt x="152" y="289"/>
                    </a:lnTo>
                    <a:lnTo>
                      <a:pt x="152" y="287"/>
                    </a:lnTo>
                    <a:lnTo>
                      <a:pt x="152" y="287"/>
                    </a:lnTo>
                    <a:lnTo>
                      <a:pt x="152" y="287"/>
                    </a:lnTo>
                    <a:lnTo>
                      <a:pt x="152" y="284"/>
                    </a:lnTo>
                    <a:lnTo>
                      <a:pt x="152" y="284"/>
                    </a:lnTo>
                    <a:lnTo>
                      <a:pt x="152" y="284"/>
                    </a:lnTo>
                    <a:lnTo>
                      <a:pt x="152" y="282"/>
                    </a:lnTo>
                    <a:lnTo>
                      <a:pt x="152" y="282"/>
                    </a:lnTo>
                    <a:lnTo>
                      <a:pt x="152" y="282"/>
                    </a:lnTo>
                    <a:lnTo>
                      <a:pt x="152" y="280"/>
                    </a:lnTo>
                    <a:lnTo>
                      <a:pt x="152" y="280"/>
                    </a:lnTo>
                    <a:lnTo>
                      <a:pt x="149" y="280"/>
                    </a:lnTo>
                    <a:lnTo>
                      <a:pt x="149" y="277"/>
                    </a:lnTo>
                    <a:lnTo>
                      <a:pt x="149" y="277"/>
                    </a:lnTo>
                    <a:lnTo>
                      <a:pt x="147" y="277"/>
                    </a:lnTo>
                    <a:lnTo>
                      <a:pt x="147" y="277"/>
                    </a:lnTo>
                    <a:lnTo>
                      <a:pt x="147" y="277"/>
                    </a:lnTo>
                    <a:lnTo>
                      <a:pt x="147" y="277"/>
                    </a:lnTo>
                    <a:lnTo>
                      <a:pt x="147" y="275"/>
                    </a:lnTo>
                    <a:lnTo>
                      <a:pt x="145" y="275"/>
                    </a:lnTo>
                    <a:lnTo>
                      <a:pt x="145" y="275"/>
                    </a:lnTo>
                    <a:lnTo>
                      <a:pt x="145" y="273"/>
                    </a:lnTo>
                    <a:lnTo>
                      <a:pt x="145" y="273"/>
                    </a:lnTo>
                    <a:lnTo>
                      <a:pt x="147" y="273"/>
                    </a:lnTo>
                    <a:lnTo>
                      <a:pt x="147" y="270"/>
                    </a:lnTo>
                    <a:lnTo>
                      <a:pt x="147" y="270"/>
                    </a:lnTo>
                    <a:lnTo>
                      <a:pt x="147" y="270"/>
                    </a:lnTo>
                    <a:lnTo>
                      <a:pt x="145" y="270"/>
                    </a:lnTo>
                    <a:lnTo>
                      <a:pt x="145" y="270"/>
                    </a:lnTo>
                    <a:lnTo>
                      <a:pt x="145" y="270"/>
                    </a:lnTo>
                    <a:lnTo>
                      <a:pt x="145" y="270"/>
                    </a:lnTo>
                    <a:lnTo>
                      <a:pt x="142" y="270"/>
                    </a:lnTo>
                    <a:lnTo>
                      <a:pt x="142" y="270"/>
                    </a:lnTo>
                    <a:lnTo>
                      <a:pt x="142" y="270"/>
                    </a:lnTo>
                    <a:lnTo>
                      <a:pt x="142" y="268"/>
                    </a:lnTo>
                    <a:lnTo>
                      <a:pt x="142" y="268"/>
                    </a:lnTo>
                    <a:lnTo>
                      <a:pt x="142" y="265"/>
                    </a:lnTo>
                    <a:lnTo>
                      <a:pt x="142" y="265"/>
                    </a:lnTo>
                    <a:lnTo>
                      <a:pt x="142" y="265"/>
                    </a:lnTo>
                    <a:lnTo>
                      <a:pt x="142" y="263"/>
                    </a:lnTo>
                    <a:lnTo>
                      <a:pt x="142" y="263"/>
                    </a:lnTo>
                    <a:lnTo>
                      <a:pt x="142" y="263"/>
                    </a:lnTo>
                    <a:lnTo>
                      <a:pt x="142" y="261"/>
                    </a:lnTo>
                    <a:lnTo>
                      <a:pt x="140" y="261"/>
                    </a:lnTo>
                    <a:lnTo>
                      <a:pt x="140" y="261"/>
                    </a:lnTo>
                    <a:lnTo>
                      <a:pt x="140" y="261"/>
                    </a:lnTo>
                    <a:lnTo>
                      <a:pt x="140" y="261"/>
                    </a:lnTo>
                    <a:lnTo>
                      <a:pt x="140" y="261"/>
                    </a:lnTo>
                    <a:lnTo>
                      <a:pt x="140" y="258"/>
                    </a:lnTo>
                    <a:lnTo>
                      <a:pt x="140" y="258"/>
                    </a:lnTo>
                    <a:lnTo>
                      <a:pt x="138" y="258"/>
                    </a:lnTo>
                    <a:lnTo>
                      <a:pt x="138" y="256"/>
                    </a:lnTo>
                    <a:lnTo>
                      <a:pt x="138" y="256"/>
                    </a:lnTo>
                    <a:lnTo>
                      <a:pt x="135" y="256"/>
                    </a:lnTo>
                    <a:lnTo>
                      <a:pt x="135" y="256"/>
                    </a:lnTo>
                    <a:lnTo>
                      <a:pt x="135" y="256"/>
                    </a:lnTo>
                    <a:lnTo>
                      <a:pt x="135" y="254"/>
                    </a:lnTo>
                    <a:lnTo>
                      <a:pt x="135" y="254"/>
                    </a:lnTo>
                    <a:lnTo>
                      <a:pt x="135" y="254"/>
                    </a:lnTo>
                    <a:lnTo>
                      <a:pt x="133" y="254"/>
                    </a:lnTo>
                    <a:lnTo>
                      <a:pt x="133" y="251"/>
                    </a:lnTo>
                    <a:lnTo>
                      <a:pt x="133" y="251"/>
                    </a:lnTo>
                    <a:lnTo>
                      <a:pt x="133" y="251"/>
                    </a:lnTo>
                    <a:lnTo>
                      <a:pt x="133" y="251"/>
                    </a:lnTo>
                    <a:lnTo>
                      <a:pt x="133" y="251"/>
                    </a:lnTo>
                    <a:lnTo>
                      <a:pt x="133" y="249"/>
                    </a:lnTo>
                    <a:lnTo>
                      <a:pt x="131" y="249"/>
                    </a:lnTo>
                    <a:lnTo>
                      <a:pt x="131" y="249"/>
                    </a:lnTo>
                    <a:lnTo>
                      <a:pt x="131" y="246"/>
                    </a:lnTo>
                    <a:lnTo>
                      <a:pt x="131" y="246"/>
                    </a:lnTo>
                    <a:lnTo>
                      <a:pt x="131" y="244"/>
                    </a:lnTo>
                    <a:lnTo>
                      <a:pt x="131" y="244"/>
                    </a:lnTo>
                    <a:lnTo>
                      <a:pt x="131" y="244"/>
                    </a:lnTo>
                    <a:lnTo>
                      <a:pt x="131" y="242"/>
                    </a:lnTo>
                    <a:lnTo>
                      <a:pt x="128" y="242"/>
                    </a:lnTo>
                    <a:lnTo>
                      <a:pt x="128" y="242"/>
                    </a:lnTo>
                    <a:lnTo>
                      <a:pt x="128" y="242"/>
                    </a:lnTo>
                    <a:lnTo>
                      <a:pt x="128" y="242"/>
                    </a:lnTo>
                    <a:lnTo>
                      <a:pt x="128" y="242"/>
                    </a:lnTo>
                    <a:lnTo>
                      <a:pt x="126" y="242"/>
                    </a:lnTo>
                    <a:lnTo>
                      <a:pt x="126" y="242"/>
                    </a:lnTo>
                    <a:lnTo>
                      <a:pt x="126" y="244"/>
                    </a:lnTo>
                    <a:lnTo>
                      <a:pt x="126" y="244"/>
                    </a:lnTo>
                    <a:lnTo>
                      <a:pt x="126" y="244"/>
                    </a:lnTo>
                    <a:lnTo>
                      <a:pt x="123" y="244"/>
                    </a:lnTo>
                    <a:lnTo>
                      <a:pt x="123" y="244"/>
                    </a:lnTo>
                    <a:lnTo>
                      <a:pt x="123" y="246"/>
                    </a:lnTo>
                    <a:lnTo>
                      <a:pt x="121" y="246"/>
                    </a:lnTo>
                    <a:lnTo>
                      <a:pt x="121" y="246"/>
                    </a:lnTo>
                    <a:lnTo>
                      <a:pt x="121" y="246"/>
                    </a:lnTo>
                    <a:lnTo>
                      <a:pt x="121" y="246"/>
                    </a:lnTo>
                    <a:lnTo>
                      <a:pt x="119" y="246"/>
                    </a:lnTo>
                    <a:lnTo>
                      <a:pt x="119" y="249"/>
                    </a:lnTo>
                    <a:lnTo>
                      <a:pt x="119" y="249"/>
                    </a:lnTo>
                    <a:lnTo>
                      <a:pt x="119" y="246"/>
                    </a:lnTo>
                    <a:lnTo>
                      <a:pt x="119" y="246"/>
                    </a:lnTo>
                    <a:lnTo>
                      <a:pt x="119" y="246"/>
                    </a:lnTo>
                    <a:lnTo>
                      <a:pt x="119" y="244"/>
                    </a:lnTo>
                    <a:lnTo>
                      <a:pt x="119" y="244"/>
                    </a:lnTo>
                    <a:lnTo>
                      <a:pt x="116" y="244"/>
                    </a:lnTo>
                    <a:lnTo>
                      <a:pt x="116" y="244"/>
                    </a:lnTo>
                    <a:lnTo>
                      <a:pt x="114" y="244"/>
                    </a:lnTo>
                    <a:lnTo>
                      <a:pt x="114" y="244"/>
                    </a:lnTo>
                    <a:lnTo>
                      <a:pt x="114" y="244"/>
                    </a:lnTo>
                    <a:lnTo>
                      <a:pt x="112" y="244"/>
                    </a:lnTo>
                    <a:lnTo>
                      <a:pt x="112" y="244"/>
                    </a:lnTo>
                    <a:lnTo>
                      <a:pt x="112" y="244"/>
                    </a:lnTo>
                    <a:lnTo>
                      <a:pt x="109" y="244"/>
                    </a:lnTo>
                    <a:lnTo>
                      <a:pt x="109" y="242"/>
                    </a:lnTo>
                    <a:lnTo>
                      <a:pt x="112" y="242"/>
                    </a:lnTo>
                    <a:lnTo>
                      <a:pt x="112" y="242"/>
                    </a:lnTo>
                    <a:lnTo>
                      <a:pt x="109" y="242"/>
                    </a:lnTo>
                    <a:lnTo>
                      <a:pt x="109" y="242"/>
                    </a:lnTo>
                    <a:lnTo>
                      <a:pt x="109" y="242"/>
                    </a:lnTo>
                    <a:lnTo>
                      <a:pt x="109" y="242"/>
                    </a:lnTo>
                    <a:lnTo>
                      <a:pt x="107" y="242"/>
                    </a:lnTo>
                    <a:lnTo>
                      <a:pt x="107" y="242"/>
                    </a:lnTo>
                    <a:lnTo>
                      <a:pt x="107" y="242"/>
                    </a:lnTo>
                    <a:lnTo>
                      <a:pt x="107" y="239"/>
                    </a:lnTo>
                    <a:lnTo>
                      <a:pt x="107" y="239"/>
                    </a:lnTo>
                    <a:lnTo>
                      <a:pt x="107" y="239"/>
                    </a:lnTo>
                    <a:lnTo>
                      <a:pt x="107" y="239"/>
                    </a:lnTo>
                    <a:lnTo>
                      <a:pt x="107" y="242"/>
                    </a:lnTo>
                    <a:lnTo>
                      <a:pt x="107" y="242"/>
                    </a:lnTo>
                    <a:lnTo>
                      <a:pt x="107" y="242"/>
                    </a:lnTo>
                    <a:lnTo>
                      <a:pt x="107" y="244"/>
                    </a:lnTo>
                    <a:lnTo>
                      <a:pt x="107" y="244"/>
                    </a:lnTo>
                    <a:lnTo>
                      <a:pt x="107" y="246"/>
                    </a:lnTo>
                    <a:lnTo>
                      <a:pt x="107" y="246"/>
                    </a:lnTo>
                    <a:lnTo>
                      <a:pt x="105" y="246"/>
                    </a:lnTo>
                    <a:lnTo>
                      <a:pt x="105" y="246"/>
                    </a:lnTo>
                    <a:lnTo>
                      <a:pt x="105" y="246"/>
                    </a:lnTo>
                    <a:lnTo>
                      <a:pt x="102" y="246"/>
                    </a:lnTo>
                    <a:lnTo>
                      <a:pt x="102" y="246"/>
                    </a:lnTo>
                    <a:lnTo>
                      <a:pt x="100" y="246"/>
                    </a:lnTo>
                    <a:lnTo>
                      <a:pt x="100" y="249"/>
                    </a:lnTo>
                    <a:lnTo>
                      <a:pt x="100" y="249"/>
                    </a:lnTo>
                    <a:lnTo>
                      <a:pt x="100" y="249"/>
                    </a:lnTo>
                    <a:lnTo>
                      <a:pt x="100" y="249"/>
                    </a:lnTo>
                    <a:lnTo>
                      <a:pt x="97" y="249"/>
                    </a:lnTo>
                    <a:lnTo>
                      <a:pt x="97" y="249"/>
                    </a:lnTo>
                    <a:lnTo>
                      <a:pt x="97" y="249"/>
                    </a:lnTo>
                    <a:lnTo>
                      <a:pt x="95" y="249"/>
                    </a:lnTo>
                    <a:lnTo>
                      <a:pt x="95" y="246"/>
                    </a:lnTo>
                    <a:lnTo>
                      <a:pt x="95" y="246"/>
                    </a:lnTo>
                    <a:lnTo>
                      <a:pt x="95" y="246"/>
                    </a:lnTo>
                    <a:lnTo>
                      <a:pt x="95" y="244"/>
                    </a:lnTo>
                    <a:lnTo>
                      <a:pt x="95" y="244"/>
                    </a:lnTo>
                    <a:lnTo>
                      <a:pt x="95" y="244"/>
                    </a:lnTo>
                    <a:lnTo>
                      <a:pt x="93" y="244"/>
                    </a:lnTo>
                    <a:lnTo>
                      <a:pt x="93" y="242"/>
                    </a:lnTo>
                    <a:lnTo>
                      <a:pt x="95" y="242"/>
                    </a:lnTo>
                    <a:lnTo>
                      <a:pt x="95" y="242"/>
                    </a:lnTo>
                    <a:lnTo>
                      <a:pt x="93" y="242"/>
                    </a:lnTo>
                    <a:lnTo>
                      <a:pt x="93" y="242"/>
                    </a:lnTo>
                    <a:lnTo>
                      <a:pt x="93" y="242"/>
                    </a:lnTo>
                    <a:lnTo>
                      <a:pt x="93" y="239"/>
                    </a:lnTo>
                    <a:lnTo>
                      <a:pt x="93" y="239"/>
                    </a:lnTo>
                    <a:lnTo>
                      <a:pt x="93" y="239"/>
                    </a:lnTo>
                    <a:lnTo>
                      <a:pt x="90" y="239"/>
                    </a:lnTo>
                    <a:lnTo>
                      <a:pt x="90" y="239"/>
                    </a:lnTo>
                    <a:lnTo>
                      <a:pt x="90" y="237"/>
                    </a:lnTo>
                    <a:lnTo>
                      <a:pt x="88" y="237"/>
                    </a:lnTo>
                    <a:lnTo>
                      <a:pt x="88" y="237"/>
                    </a:lnTo>
                    <a:lnTo>
                      <a:pt x="88" y="235"/>
                    </a:lnTo>
                    <a:lnTo>
                      <a:pt x="88" y="235"/>
                    </a:lnTo>
                    <a:lnTo>
                      <a:pt x="88" y="235"/>
                    </a:lnTo>
                    <a:lnTo>
                      <a:pt x="86" y="235"/>
                    </a:lnTo>
                    <a:lnTo>
                      <a:pt x="86" y="235"/>
                    </a:lnTo>
                    <a:lnTo>
                      <a:pt x="86" y="232"/>
                    </a:lnTo>
                    <a:lnTo>
                      <a:pt x="86" y="232"/>
                    </a:lnTo>
                    <a:lnTo>
                      <a:pt x="86" y="232"/>
                    </a:lnTo>
                    <a:lnTo>
                      <a:pt x="86" y="230"/>
                    </a:lnTo>
                    <a:lnTo>
                      <a:pt x="86" y="230"/>
                    </a:lnTo>
                    <a:lnTo>
                      <a:pt x="86" y="227"/>
                    </a:lnTo>
                    <a:lnTo>
                      <a:pt x="86" y="227"/>
                    </a:lnTo>
                    <a:lnTo>
                      <a:pt x="86" y="225"/>
                    </a:lnTo>
                    <a:lnTo>
                      <a:pt x="86" y="225"/>
                    </a:lnTo>
                    <a:lnTo>
                      <a:pt x="86" y="223"/>
                    </a:lnTo>
                    <a:lnTo>
                      <a:pt x="86" y="223"/>
                    </a:lnTo>
                    <a:lnTo>
                      <a:pt x="86" y="223"/>
                    </a:lnTo>
                    <a:lnTo>
                      <a:pt x="86" y="223"/>
                    </a:lnTo>
                    <a:lnTo>
                      <a:pt x="86" y="223"/>
                    </a:lnTo>
                    <a:lnTo>
                      <a:pt x="83" y="223"/>
                    </a:lnTo>
                    <a:lnTo>
                      <a:pt x="83" y="223"/>
                    </a:lnTo>
                    <a:lnTo>
                      <a:pt x="81" y="223"/>
                    </a:lnTo>
                    <a:lnTo>
                      <a:pt x="81" y="223"/>
                    </a:lnTo>
                    <a:lnTo>
                      <a:pt x="81" y="223"/>
                    </a:lnTo>
                    <a:lnTo>
                      <a:pt x="78" y="223"/>
                    </a:lnTo>
                    <a:lnTo>
                      <a:pt x="78" y="220"/>
                    </a:lnTo>
                    <a:lnTo>
                      <a:pt x="78" y="220"/>
                    </a:lnTo>
                    <a:lnTo>
                      <a:pt x="78" y="218"/>
                    </a:lnTo>
                    <a:lnTo>
                      <a:pt x="78" y="218"/>
                    </a:lnTo>
                    <a:lnTo>
                      <a:pt x="78" y="216"/>
                    </a:lnTo>
                    <a:lnTo>
                      <a:pt x="78" y="216"/>
                    </a:lnTo>
                    <a:lnTo>
                      <a:pt x="78" y="213"/>
                    </a:lnTo>
                    <a:lnTo>
                      <a:pt x="78" y="213"/>
                    </a:lnTo>
                    <a:lnTo>
                      <a:pt x="78" y="211"/>
                    </a:lnTo>
                    <a:lnTo>
                      <a:pt x="78" y="211"/>
                    </a:lnTo>
                    <a:lnTo>
                      <a:pt x="78" y="211"/>
                    </a:lnTo>
                    <a:lnTo>
                      <a:pt x="81" y="211"/>
                    </a:lnTo>
                    <a:lnTo>
                      <a:pt x="81" y="209"/>
                    </a:lnTo>
                    <a:lnTo>
                      <a:pt x="81" y="209"/>
                    </a:lnTo>
                    <a:lnTo>
                      <a:pt x="81" y="206"/>
                    </a:lnTo>
                    <a:lnTo>
                      <a:pt x="81" y="206"/>
                    </a:lnTo>
                    <a:lnTo>
                      <a:pt x="81" y="206"/>
                    </a:lnTo>
                    <a:lnTo>
                      <a:pt x="81" y="204"/>
                    </a:lnTo>
                    <a:lnTo>
                      <a:pt x="81" y="204"/>
                    </a:lnTo>
                    <a:lnTo>
                      <a:pt x="81" y="204"/>
                    </a:lnTo>
                    <a:lnTo>
                      <a:pt x="81" y="201"/>
                    </a:lnTo>
                    <a:lnTo>
                      <a:pt x="83" y="201"/>
                    </a:lnTo>
                    <a:lnTo>
                      <a:pt x="83" y="201"/>
                    </a:lnTo>
                    <a:lnTo>
                      <a:pt x="81" y="201"/>
                    </a:lnTo>
                    <a:lnTo>
                      <a:pt x="81" y="201"/>
                    </a:lnTo>
                    <a:lnTo>
                      <a:pt x="81" y="201"/>
                    </a:lnTo>
                    <a:lnTo>
                      <a:pt x="81" y="199"/>
                    </a:lnTo>
                    <a:lnTo>
                      <a:pt x="81" y="199"/>
                    </a:lnTo>
                    <a:lnTo>
                      <a:pt x="81" y="199"/>
                    </a:lnTo>
                    <a:lnTo>
                      <a:pt x="81" y="197"/>
                    </a:lnTo>
                    <a:lnTo>
                      <a:pt x="78" y="197"/>
                    </a:lnTo>
                    <a:lnTo>
                      <a:pt x="78" y="197"/>
                    </a:lnTo>
                    <a:lnTo>
                      <a:pt x="78" y="194"/>
                    </a:lnTo>
                    <a:lnTo>
                      <a:pt x="78" y="194"/>
                    </a:lnTo>
                    <a:lnTo>
                      <a:pt x="78" y="194"/>
                    </a:lnTo>
                    <a:lnTo>
                      <a:pt x="78" y="194"/>
                    </a:lnTo>
                    <a:lnTo>
                      <a:pt x="78" y="192"/>
                    </a:lnTo>
                    <a:lnTo>
                      <a:pt x="76" y="192"/>
                    </a:lnTo>
                    <a:lnTo>
                      <a:pt x="76" y="192"/>
                    </a:lnTo>
                    <a:lnTo>
                      <a:pt x="76" y="192"/>
                    </a:lnTo>
                    <a:lnTo>
                      <a:pt x="76" y="192"/>
                    </a:lnTo>
                    <a:lnTo>
                      <a:pt x="76" y="190"/>
                    </a:lnTo>
                    <a:lnTo>
                      <a:pt x="74" y="190"/>
                    </a:lnTo>
                    <a:lnTo>
                      <a:pt x="74" y="190"/>
                    </a:lnTo>
                    <a:lnTo>
                      <a:pt x="74" y="187"/>
                    </a:lnTo>
                    <a:lnTo>
                      <a:pt x="74" y="187"/>
                    </a:lnTo>
                    <a:lnTo>
                      <a:pt x="74" y="187"/>
                    </a:lnTo>
                    <a:lnTo>
                      <a:pt x="74" y="185"/>
                    </a:lnTo>
                    <a:lnTo>
                      <a:pt x="74" y="185"/>
                    </a:lnTo>
                    <a:lnTo>
                      <a:pt x="74" y="185"/>
                    </a:lnTo>
                    <a:lnTo>
                      <a:pt x="71" y="185"/>
                    </a:lnTo>
                    <a:lnTo>
                      <a:pt x="71" y="185"/>
                    </a:lnTo>
                    <a:lnTo>
                      <a:pt x="71" y="182"/>
                    </a:lnTo>
                    <a:lnTo>
                      <a:pt x="71" y="182"/>
                    </a:lnTo>
                    <a:lnTo>
                      <a:pt x="71" y="185"/>
                    </a:lnTo>
                    <a:lnTo>
                      <a:pt x="69" y="185"/>
                    </a:lnTo>
                    <a:lnTo>
                      <a:pt x="69" y="185"/>
                    </a:lnTo>
                    <a:lnTo>
                      <a:pt x="67" y="185"/>
                    </a:lnTo>
                    <a:lnTo>
                      <a:pt x="67" y="185"/>
                    </a:lnTo>
                    <a:lnTo>
                      <a:pt x="67" y="182"/>
                    </a:lnTo>
                    <a:lnTo>
                      <a:pt x="67" y="182"/>
                    </a:lnTo>
                    <a:lnTo>
                      <a:pt x="64" y="182"/>
                    </a:lnTo>
                    <a:lnTo>
                      <a:pt x="64" y="182"/>
                    </a:lnTo>
                    <a:lnTo>
                      <a:pt x="64" y="182"/>
                    </a:lnTo>
                    <a:lnTo>
                      <a:pt x="64" y="182"/>
                    </a:lnTo>
                    <a:lnTo>
                      <a:pt x="62" y="182"/>
                    </a:lnTo>
                    <a:lnTo>
                      <a:pt x="62" y="180"/>
                    </a:lnTo>
                    <a:lnTo>
                      <a:pt x="62" y="180"/>
                    </a:lnTo>
                    <a:lnTo>
                      <a:pt x="62" y="180"/>
                    </a:lnTo>
                    <a:lnTo>
                      <a:pt x="62" y="180"/>
                    </a:lnTo>
                    <a:lnTo>
                      <a:pt x="60" y="180"/>
                    </a:lnTo>
                    <a:lnTo>
                      <a:pt x="60" y="178"/>
                    </a:lnTo>
                    <a:lnTo>
                      <a:pt x="60" y="178"/>
                    </a:lnTo>
                    <a:lnTo>
                      <a:pt x="60" y="178"/>
                    </a:lnTo>
                    <a:lnTo>
                      <a:pt x="60" y="178"/>
                    </a:lnTo>
                    <a:lnTo>
                      <a:pt x="57" y="178"/>
                    </a:lnTo>
                    <a:lnTo>
                      <a:pt x="57" y="175"/>
                    </a:lnTo>
                    <a:lnTo>
                      <a:pt x="57" y="175"/>
                    </a:lnTo>
                    <a:lnTo>
                      <a:pt x="57" y="175"/>
                    </a:lnTo>
                    <a:lnTo>
                      <a:pt x="55" y="175"/>
                    </a:lnTo>
                    <a:lnTo>
                      <a:pt x="55" y="175"/>
                    </a:lnTo>
                    <a:lnTo>
                      <a:pt x="55" y="173"/>
                    </a:lnTo>
                    <a:lnTo>
                      <a:pt x="55" y="173"/>
                    </a:lnTo>
                    <a:lnTo>
                      <a:pt x="52" y="173"/>
                    </a:lnTo>
                    <a:lnTo>
                      <a:pt x="52" y="173"/>
                    </a:lnTo>
                    <a:lnTo>
                      <a:pt x="52" y="173"/>
                    </a:lnTo>
                    <a:lnTo>
                      <a:pt x="52" y="173"/>
                    </a:lnTo>
                    <a:lnTo>
                      <a:pt x="52" y="173"/>
                    </a:lnTo>
                    <a:lnTo>
                      <a:pt x="50" y="173"/>
                    </a:lnTo>
                    <a:lnTo>
                      <a:pt x="50" y="173"/>
                    </a:lnTo>
                    <a:lnTo>
                      <a:pt x="48" y="173"/>
                    </a:lnTo>
                    <a:lnTo>
                      <a:pt x="48" y="173"/>
                    </a:lnTo>
                    <a:lnTo>
                      <a:pt x="48" y="173"/>
                    </a:lnTo>
                    <a:lnTo>
                      <a:pt x="45" y="173"/>
                    </a:lnTo>
                    <a:lnTo>
                      <a:pt x="45" y="173"/>
                    </a:lnTo>
                    <a:lnTo>
                      <a:pt x="45" y="173"/>
                    </a:lnTo>
                    <a:lnTo>
                      <a:pt x="45" y="171"/>
                    </a:lnTo>
                    <a:lnTo>
                      <a:pt x="45" y="171"/>
                    </a:lnTo>
                    <a:lnTo>
                      <a:pt x="45" y="171"/>
                    </a:lnTo>
                    <a:lnTo>
                      <a:pt x="45" y="171"/>
                    </a:lnTo>
                    <a:lnTo>
                      <a:pt x="45" y="168"/>
                    </a:lnTo>
                    <a:lnTo>
                      <a:pt x="45" y="168"/>
                    </a:lnTo>
                    <a:lnTo>
                      <a:pt x="45" y="168"/>
                    </a:lnTo>
                    <a:lnTo>
                      <a:pt x="43" y="168"/>
                    </a:lnTo>
                    <a:lnTo>
                      <a:pt x="43" y="168"/>
                    </a:lnTo>
                    <a:lnTo>
                      <a:pt x="45" y="168"/>
                    </a:lnTo>
                    <a:lnTo>
                      <a:pt x="45" y="168"/>
                    </a:lnTo>
                    <a:lnTo>
                      <a:pt x="45" y="168"/>
                    </a:lnTo>
                    <a:lnTo>
                      <a:pt x="45" y="166"/>
                    </a:lnTo>
                    <a:lnTo>
                      <a:pt x="48" y="166"/>
                    </a:lnTo>
                    <a:lnTo>
                      <a:pt x="48" y="166"/>
                    </a:lnTo>
                    <a:lnTo>
                      <a:pt x="48" y="163"/>
                    </a:lnTo>
                    <a:lnTo>
                      <a:pt x="45" y="163"/>
                    </a:lnTo>
                    <a:lnTo>
                      <a:pt x="45" y="163"/>
                    </a:lnTo>
                    <a:lnTo>
                      <a:pt x="45" y="163"/>
                    </a:lnTo>
                    <a:lnTo>
                      <a:pt x="45" y="163"/>
                    </a:lnTo>
                    <a:lnTo>
                      <a:pt x="45" y="163"/>
                    </a:lnTo>
                    <a:lnTo>
                      <a:pt x="45" y="161"/>
                    </a:lnTo>
                    <a:lnTo>
                      <a:pt x="43" y="161"/>
                    </a:lnTo>
                    <a:lnTo>
                      <a:pt x="43" y="161"/>
                    </a:lnTo>
                    <a:lnTo>
                      <a:pt x="43" y="159"/>
                    </a:lnTo>
                    <a:lnTo>
                      <a:pt x="43" y="159"/>
                    </a:lnTo>
                    <a:lnTo>
                      <a:pt x="43" y="159"/>
                    </a:lnTo>
                    <a:lnTo>
                      <a:pt x="41" y="159"/>
                    </a:lnTo>
                    <a:lnTo>
                      <a:pt x="41" y="159"/>
                    </a:lnTo>
                    <a:lnTo>
                      <a:pt x="41" y="156"/>
                    </a:lnTo>
                    <a:lnTo>
                      <a:pt x="41" y="156"/>
                    </a:lnTo>
                    <a:lnTo>
                      <a:pt x="41" y="156"/>
                    </a:lnTo>
                    <a:lnTo>
                      <a:pt x="41" y="156"/>
                    </a:lnTo>
                    <a:lnTo>
                      <a:pt x="41" y="154"/>
                    </a:lnTo>
                    <a:lnTo>
                      <a:pt x="41" y="154"/>
                    </a:lnTo>
                    <a:lnTo>
                      <a:pt x="38" y="154"/>
                    </a:lnTo>
                    <a:lnTo>
                      <a:pt x="38" y="154"/>
                    </a:lnTo>
                    <a:lnTo>
                      <a:pt x="38" y="154"/>
                    </a:lnTo>
                    <a:lnTo>
                      <a:pt x="38" y="154"/>
                    </a:lnTo>
                    <a:lnTo>
                      <a:pt x="36" y="154"/>
                    </a:lnTo>
                    <a:lnTo>
                      <a:pt x="36" y="152"/>
                    </a:lnTo>
                    <a:lnTo>
                      <a:pt x="36" y="152"/>
                    </a:lnTo>
                    <a:lnTo>
                      <a:pt x="36" y="152"/>
                    </a:lnTo>
                    <a:lnTo>
                      <a:pt x="36" y="152"/>
                    </a:lnTo>
                    <a:lnTo>
                      <a:pt x="33" y="152"/>
                    </a:lnTo>
                    <a:lnTo>
                      <a:pt x="33" y="149"/>
                    </a:lnTo>
                    <a:lnTo>
                      <a:pt x="33" y="149"/>
                    </a:lnTo>
                    <a:lnTo>
                      <a:pt x="33" y="149"/>
                    </a:lnTo>
                    <a:lnTo>
                      <a:pt x="33" y="149"/>
                    </a:lnTo>
                    <a:lnTo>
                      <a:pt x="33" y="147"/>
                    </a:lnTo>
                    <a:lnTo>
                      <a:pt x="31" y="147"/>
                    </a:lnTo>
                    <a:lnTo>
                      <a:pt x="31" y="147"/>
                    </a:lnTo>
                    <a:lnTo>
                      <a:pt x="31" y="147"/>
                    </a:lnTo>
                    <a:lnTo>
                      <a:pt x="29" y="147"/>
                    </a:lnTo>
                    <a:lnTo>
                      <a:pt x="29" y="145"/>
                    </a:lnTo>
                    <a:lnTo>
                      <a:pt x="31" y="145"/>
                    </a:lnTo>
                    <a:lnTo>
                      <a:pt x="31" y="145"/>
                    </a:lnTo>
                    <a:lnTo>
                      <a:pt x="31" y="145"/>
                    </a:lnTo>
                    <a:lnTo>
                      <a:pt x="31" y="142"/>
                    </a:lnTo>
                    <a:lnTo>
                      <a:pt x="31" y="142"/>
                    </a:lnTo>
                    <a:lnTo>
                      <a:pt x="33" y="142"/>
                    </a:lnTo>
                    <a:lnTo>
                      <a:pt x="33" y="142"/>
                    </a:lnTo>
                    <a:lnTo>
                      <a:pt x="33" y="142"/>
                    </a:lnTo>
                    <a:lnTo>
                      <a:pt x="33" y="140"/>
                    </a:lnTo>
                    <a:lnTo>
                      <a:pt x="33" y="140"/>
                    </a:lnTo>
                    <a:lnTo>
                      <a:pt x="33" y="137"/>
                    </a:lnTo>
                    <a:lnTo>
                      <a:pt x="33" y="137"/>
                    </a:lnTo>
                    <a:lnTo>
                      <a:pt x="33" y="137"/>
                    </a:lnTo>
                    <a:lnTo>
                      <a:pt x="31" y="137"/>
                    </a:lnTo>
                    <a:lnTo>
                      <a:pt x="31" y="135"/>
                    </a:lnTo>
                    <a:lnTo>
                      <a:pt x="31" y="135"/>
                    </a:lnTo>
                    <a:lnTo>
                      <a:pt x="31" y="135"/>
                    </a:lnTo>
                    <a:lnTo>
                      <a:pt x="31" y="133"/>
                    </a:lnTo>
                    <a:lnTo>
                      <a:pt x="31" y="133"/>
                    </a:lnTo>
                    <a:lnTo>
                      <a:pt x="33" y="133"/>
                    </a:lnTo>
                    <a:lnTo>
                      <a:pt x="33" y="133"/>
                    </a:lnTo>
                    <a:lnTo>
                      <a:pt x="33" y="133"/>
                    </a:lnTo>
                    <a:lnTo>
                      <a:pt x="33" y="130"/>
                    </a:lnTo>
                    <a:lnTo>
                      <a:pt x="33" y="130"/>
                    </a:lnTo>
                    <a:lnTo>
                      <a:pt x="33" y="133"/>
                    </a:lnTo>
                    <a:lnTo>
                      <a:pt x="33" y="133"/>
                    </a:lnTo>
                    <a:lnTo>
                      <a:pt x="36" y="133"/>
                    </a:lnTo>
                    <a:lnTo>
                      <a:pt x="36" y="133"/>
                    </a:lnTo>
                    <a:lnTo>
                      <a:pt x="38" y="133"/>
                    </a:lnTo>
                    <a:lnTo>
                      <a:pt x="38" y="130"/>
                    </a:lnTo>
                    <a:lnTo>
                      <a:pt x="38" y="130"/>
                    </a:lnTo>
                    <a:lnTo>
                      <a:pt x="38" y="128"/>
                    </a:lnTo>
                    <a:lnTo>
                      <a:pt x="36" y="128"/>
                    </a:lnTo>
                    <a:lnTo>
                      <a:pt x="36" y="128"/>
                    </a:lnTo>
                    <a:lnTo>
                      <a:pt x="36" y="128"/>
                    </a:lnTo>
                    <a:lnTo>
                      <a:pt x="36" y="126"/>
                    </a:lnTo>
                    <a:lnTo>
                      <a:pt x="36" y="126"/>
                    </a:lnTo>
                    <a:lnTo>
                      <a:pt x="36" y="126"/>
                    </a:lnTo>
                    <a:lnTo>
                      <a:pt x="36" y="123"/>
                    </a:lnTo>
                    <a:lnTo>
                      <a:pt x="38" y="123"/>
                    </a:lnTo>
                    <a:lnTo>
                      <a:pt x="38" y="123"/>
                    </a:lnTo>
                    <a:lnTo>
                      <a:pt x="38" y="123"/>
                    </a:lnTo>
                    <a:lnTo>
                      <a:pt x="38" y="123"/>
                    </a:lnTo>
                    <a:lnTo>
                      <a:pt x="38" y="123"/>
                    </a:lnTo>
                    <a:lnTo>
                      <a:pt x="41" y="123"/>
                    </a:lnTo>
                    <a:lnTo>
                      <a:pt x="41" y="121"/>
                    </a:lnTo>
                    <a:lnTo>
                      <a:pt x="41" y="121"/>
                    </a:lnTo>
                    <a:lnTo>
                      <a:pt x="41" y="118"/>
                    </a:lnTo>
                    <a:lnTo>
                      <a:pt x="41" y="118"/>
                    </a:lnTo>
                    <a:lnTo>
                      <a:pt x="41" y="118"/>
                    </a:lnTo>
                    <a:lnTo>
                      <a:pt x="41" y="118"/>
                    </a:lnTo>
                    <a:lnTo>
                      <a:pt x="43" y="118"/>
                    </a:lnTo>
                    <a:lnTo>
                      <a:pt x="43" y="118"/>
                    </a:lnTo>
                    <a:lnTo>
                      <a:pt x="43" y="118"/>
                    </a:lnTo>
                    <a:lnTo>
                      <a:pt x="45" y="118"/>
                    </a:lnTo>
                    <a:lnTo>
                      <a:pt x="45" y="118"/>
                    </a:lnTo>
                    <a:lnTo>
                      <a:pt x="45" y="118"/>
                    </a:lnTo>
                    <a:lnTo>
                      <a:pt x="45" y="118"/>
                    </a:lnTo>
                    <a:lnTo>
                      <a:pt x="45" y="116"/>
                    </a:lnTo>
                    <a:lnTo>
                      <a:pt x="45" y="116"/>
                    </a:lnTo>
                    <a:lnTo>
                      <a:pt x="48" y="116"/>
                    </a:lnTo>
                    <a:lnTo>
                      <a:pt x="48" y="114"/>
                    </a:lnTo>
                    <a:lnTo>
                      <a:pt x="45" y="114"/>
                    </a:lnTo>
                    <a:lnTo>
                      <a:pt x="45" y="114"/>
                    </a:lnTo>
                    <a:lnTo>
                      <a:pt x="45" y="114"/>
                    </a:lnTo>
                    <a:lnTo>
                      <a:pt x="45" y="114"/>
                    </a:lnTo>
                    <a:lnTo>
                      <a:pt x="45" y="111"/>
                    </a:lnTo>
                    <a:lnTo>
                      <a:pt x="45" y="111"/>
                    </a:lnTo>
                    <a:lnTo>
                      <a:pt x="45" y="111"/>
                    </a:lnTo>
                    <a:lnTo>
                      <a:pt x="43" y="111"/>
                    </a:lnTo>
                    <a:lnTo>
                      <a:pt x="43" y="109"/>
                    </a:lnTo>
                    <a:lnTo>
                      <a:pt x="43" y="109"/>
                    </a:lnTo>
                    <a:lnTo>
                      <a:pt x="43" y="109"/>
                    </a:lnTo>
                    <a:lnTo>
                      <a:pt x="43" y="107"/>
                    </a:lnTo>
                    <a:lnTo>
                      <a:pt x="43" y="107"/>
                    </a:lnTo>
                    <a:lnTo>
                      <a:pt x="43" y="104"/>
                    </a:lnTo>
                    <a:lnTo>
                      <a:pt x="43" y="104"/>
                    </a:lnTo>
                    <a:lnTo>
                      <a:pt x="43" y="104"/>
                    </a:lnTo>
                    <a:lnTo>
                      <a:pt x="43" y="104"/>
                    </a:lnTo>
                    <a:lnTo>
                      <a:pt x="43" y="102"/>
                    </a:lnTo>
                    <a:lnTo>
                      <a:pt x="45" y="102"/>
                    </a:lnTo>
                    <a:lnTo>
                      <a:pt x="45" y="104"/>
                    </a:lnTo>
                    <a:lnTo>
                      <a:pt x="45" y="104"/>
                    </a:lnTo>
                    <a:lnTo>
                      <a:pt x="45" y="102"/>
                    </a:lnTo>
                    <a:lnTo>
                      <a:pt x="45" y="102"/>
                    </a:lnTo>
                    <a:lnTo>
                      <a:pt x="48" y="102"/>
                    </a:lnTo>
                    <a:lnTo>
                      <a:pt x="48" y="102"/>
                    </a:lnTo>
                    <a:lnTo>
                      <a:pt x="48" y="102"/>
                    </a:lnTo>
                    <a:lnTo>
                      <a:pt x="48" y="102"/>
                    </a:lnTo>
                    <a:lnTo>
                      <a:pt x="50" y="102"/>
                    </a:lnTo>
                    <a:lnTo>
                      <a:pt x="50" y="100"/>
                    </a:lnTo>
                    <a:lnTo>
                      <a:pt x="50" y="100"/>
                    </a:lnTo>
                    <a:lnTo>
                      <a:pt x="48" y="100"/>
                    </a:lnTo>
                    <a:lnTo>
                      <a:pt x="48" y="100"/>
                    </a:lnTo>
                    <a:lnTo>
                      <a:pt x="48" y="100"/>
                    </a:lnTo>
                    <a:lnTo>
                      <a:pt x="48" y="100"/>
                    </a:lnTo>
                    <a:lnTo>
                      <a:pt x="45" y="100"/>
                    </a:lnTo>
                    <a:lnTo>
                      <a:pt x="45" y="100"/>
                    </a:lnTo>
                    <a:lnTo>
                      <a:pt x="45" y="100"/>
                    </a:lnTo>
                    <a:lnTo>
                      <a:pt x="45" y="100"/>
                    </a:lnTo>
                    <a:lnTo>
                      <a:pt x="43" y="100"/>
                    </a:lnTo>
                    <a:lnTo>
                      <a:pt x="43" y="100"/>
                    </a:lnTo>
                    <a:lnTo>
                      <a:pt x="41" y="100"/>
                    </a:lnTo>
                    <a:lnTo>
                      <a:pt x="41" y="100"/>
                    </a:lnTo>
                    <a:lnTo>
                      <a:pt x="41" y="100"/>
                    </a:lnTo>
                    <a:lnTo>
                      <a:pt x="38" y="100"/>
                    </a:lnTo>
                    <a:lnTo>
                      <a:pt x="38" y="100"/>
                    </a:lnTo>
                    <a:lnTo>
                      <a:pt x="38" y="100"/>
                    </a:lnTo>
                    <a:lnTo>
                      <a:pt x="38" y="100"/>
                    </a:lnTo>
                    <a:lnTo>
                      <a:pt x="38" y="100"/>
                    </a:lnTo>
                    <a:lnTo>
                      <a:pt x="36" y="100"/>
                    </a:lnTo>
                    <a:lnTo>
                      <a:pt x="36" y="97"/>
                    </a:lnTo>
                    <a:lnTo>
                      <a:pt x="36" y="97"/>
                    </a:lnTo>
                    <a:lnTo>
                      <a:pt x="36" y="97"/>
                    </a:lnTo>
                    <a:lnTo>
                      <a:pt x="36" y="95"/>
                    </a:lnTo>
                    <a:lnTo>
                      <a:pt x="33" y="95"/>
                    </a:lnTo>
                    <a:lnTo>
                      <a:pt x="33" y="95"/>
                    </a:lnTo>
                    <a:lnTo>
                      <a:pt x="33" y="95"/>
                    </a:lnTo>
                    <a:lnTo>
                      <a:pt x="33" y="95"/>
                    </a:lnTo>
                    <a:lnTo>
                      <a:pt x="31" y="95"/>
                    </a:lnTo>
                    <a:lnTo>
                      <a:pt x="31" y="95"/>
                    </a:lnTo>
                    <a:lnTo>
                      <a:pt x="29" y="95"/>
                    </a:lnTo>
                    <a:lnTo>
                      <a:pt x="29" y="95"/>
                    </a:lnTo>
                    <a:lnTo>
                      <a:pt x="29" y="95"/>
                    </a:lnTo>
                    <a:lnTo>
                      <a:pt x="29" y="95"/>
                    </a:lnTo>
                    <a:lnTo>
                      <a:pt x="29" y="95"/>
                    </a:lnTo>
                    <a:lnTo>
                      <a:pt x="29" y="92"/>
                    </a:lnTo>
                    <a:lnTo>
                      <a:pt x="29" y="92"/>
                    </a:lnTo>
                    <a:lnTo>
                      <a:pt x="29" y="92"/>
                    </a:lnTo>
                    <a:lnTo>
                      <a:pt x="29" y="92"/>
                    </a:lnTo>
                    <a:lnTo>
                      <a:pt x="29" y="92"/>
                    </a:lnTo>
                    <a:lnTo>
                      <a:pt x="29" y="90"/>
                    </a:lnTo>
                    <a:lnTo>
                      <a:pt x="29" y="90"/>
                    </a:lnTo>
                    <a:lnTo>
                      <a:pt x="29" y="88"/>
                    </a:lnTo>
                    <a:lnTo>
                      <a:pt x="26" y="88"/>
                    </a:lnTo>
                    <a:lnTo>
                      <a:pt x="26" y="88"/>
                    </a:lnTo>
                    <a:lnTo>
                      <a:pt x="26" y="85"/>
                    </a:lnTo>
                    <a:lnTo>
                      <a:pt x="26" y="85"/>
                    </a:lnTo>
                    <a:lnTo>
                      <a:pt x="26" y="83"/>
                    </a:lnTo>
                    <a:lnTo>
                      <a:pt x="26" y="83"/>
                    </a:lnTo>
                    <a:lnTo>
                      <a:pt x="26" y="83"/>
                    </a:lnTo>
                    <a:lnTo>
                      <a:pt x="24" y="83"/>
                    </a:lnTo>
                    <a:lnTo>
                      <a:pt x="24" y="83"/>
                    </a:lnTo>
                    <a:lnTo>
                      <a:pt x="22" y="83"/>
                    </a:lnTo>
                    <a:lnTo>
                      <a:pt x="22" y="83"/>
                    </a:lnTo>
                    <a:lnTo>
                      <a:pt x="22" y="83"/>
                    </a:lnTo>
                    <a:lnTo>
                      <a:pt x="22" y="83"/>
                    </a:lnTo>
                    <a:lnTo>
                      <a:pt x="22" y="81"/>
                    </a:lnTo>
                    <a:lnTo>
                      <a:pt x="22" y="81"/>
                    </a:lnTo>
                    <a:lnTo>
                      <a:pt x="22" y="78"/>
                    </a:lnTo>
                    <a:lnTo>
                      <a:pt x="22" y="78"/>
                    </a:lnTo>
                    <a:lnTo>
                      <a:pt x="22" y="78"/>
                    </a:lnTo>
                    <a:lnTo>
                      <a:pt x="22" y="76"/>
                    </a:lnTo>
                    <a:lnTo>
                      <a:pt x="22" y="76"/>
                    </a:lnTo>
                    <a:lnTo>
                      <a:pt x="22" y="76"/>
                    </a:lnTo>
                    <a:lnTo>
                      <a:pt x="22" y="76"/>
                    </a:lnTo>
                    <a:lnTo>
                      <a:pt x="19" y="76"/>
                    </a:lnTo>
                    <a:lnTo>
                      <a:pt x="19" y="73"/>
                    </a:lnTo>
                    <a:lnTo>
                      <a:pt x="19" y="73"/>
                    </a:lnTo>
                    <a:lnTo>
                      <a:pt x="19" y="73"/>
                    </a:lnTo>
                    <a:lnTo>
                      <a:pt x="19" y="73"/>
                    </a:lnTo>
                    <a:lnTo>
                      <a:pt x="19" y="73"/>
                    </a:lnTo>
                    <a:lnTo>
                      <a:pt x="19" y="73"/>
                    </a:lnTo>
                    <a:lnTo>
                      <a:pt x="19" y="71"/>
                    </a:lnTo>
                    <a:lnTo>
                      <a:pt x="19" y="71"/>
                    </a:lnTo>
                    <a:lnTo>
                      <a:pt x="19" y="69"/>
                    </a:lnTo>
                    <a:lnTo>
                      <a:pt x="19" y="69"/>
                    </a:lnTo>
                    <a:lnTo>
                      <a:pt x="19" y="69"/>
                    </a:lnTo>
                    <a:lnTo>
                      <a:pt x="17" y="69"/>
                    </a:lnTo>
                    <a:lnTo>
                      <a:pt x="17" y="69"/>
                    </a:lnTo>
                    <a:lnTo>
                      <a:pt x="17" y="66"/>
                    </a:lnTo>
                    <a:lnTo>
                      <a:pt x="17" y="66"/>
                    </a:lnTo>
                    <a:lnTo>
                      <a:pt x="17" y="64"/>
                    </a:lnTo>
                    <a:lnTo>
                      <a:pt x="17" y="64"/>
                    </a:lnTo>
                    <a:lnTo>
                      <a:pt x="17" y="64"/>
                    </a:lnTo>
                    <a:lnTo>
                      <a:pt x="17" y="64"/>
                    </a:lnTo>
                    <a:lnTo>
                      <a:pt x="17" y="62"/>
                    </a:lnTo>
                    <a:lnTo>
                      <a:pt x="17" y="62"/>
                    </a:lnTo>
                    <a:lnTo>
                      <a:pt x="17" y="62"/>
                    </a:lnTo>
                    <a:lnTo>
                      <a:pt x="15" y="62"/>
                    </a:lnTo>
                    <a:lnTo>
                      <a:pt x="15" y="59"/>
                    </a:lnTo>
                    <a:lnTo>
                      <a:pt x="15" y="59"/>
                    </a:lnTo>
                    <a:lnTo>
                      <a:pt x="15" y="59"/>
                    </a:lnTo>
                    <a:lnTo>
                      <a:pt x="15" y="59"/>
                    </a:lnTo>
                    <a:lnTo>
                      <a:pt x="12" y="59"/>
                    </a:lnTo>
                    <a:lnTo>
                      <a:pt x="12" y="57"/>
                    </a:lnTo>
                    <a:lnTo>
                      <a:pt x="12" y="57"/>
                    </a:lnTo>
                    <a:lnTo>
                      <a:pt x="12" y="54"/>
                    </a:lnTo>
                    <a:lnTo>
                      <a:pt x="12" y="54"/>
                    </a:lnTo>
                    <a:lnTo>
                      <a:pt x="12" y="54"/>
                    </a:lnTo>
                    <a:lnTo>
                      <a:pt x="12" y="54"/>
                    </a:lnTo>
                    <a:lnTo>
                      <a:pt x="12" y="52"/>
                    </a:lnTo>
                    <a:lnTo>
                      <a:pt x="12" y="52"/>
                    </a:lnTo>
                    <a:lnTo>
                      <a:pt x="12" y="52"/>
                    </a:lnTo>
                    <a:lnTo>
                      <a:pt x="12" y="50"/>
                    </a:lnTo>
                    <a:lnTo>
                      <a:pt x="12" y="50"/>
                    </a:lnTo>
                    <a:lnTo>
                      <a:pt x="12" y="50"/>
                    </a:lnTo>
                    <a:lnTo>
                      <a:pt x="12" y="50"/>
                    </a:lnTo>
                    <a:lnTo>
                      <a:pt x="10" y="50"/>
                    </a:lnTo>
                    <a:lnTo>
                      <a:pt x="10" y="50"/>
                    </a:lnTo>
                    <a:lnTo>
                      <a:pt x="10" y="50"/>
                    </a:lnTo>
                    <a:lnTo>
                      <a:pt x="10" y="50"/>
                    </a:lnTo>
                    <a:lnTo>
                      <a:pt x="7" y="50"/>
                    </a:lnTo>
                    <a:lnTo>
                      <a:pt x="7" y="47"/>
                    </a:lnTo>
                    <a:lnTo>
                      <a:pt x="7" y="47"/>
                    </a:lnTo>
                    <a:lnTo>
                      <a:pt x="7" y="47"/>
                    </a:lnTo>
                    <a:lnTo>
                      <a:pt x="7" y="47"/>
                    </a:lnTo>
                    <a:lnTo>
                      <a:pt x="5" y="47"/>
                    </a:lnTo>
                    <a:lnTo>
                      <a:pt x="5" y="47"/>
                    </a:lnTo>
                    <a:lnTo>
                      <a:pt x="5" y="45"/>
                    </a:lnTo>
                    <a:lnTo>
                      <a:pt x="5" y="45"/>
                    </a:lnTo>
                    <a:lnTo>
                      <a:pt x="5" y="45"/>
                    </a:lnTo>
                    <a:lnTo>
                      <a:pt x="5" y="45"/>
                    </a:lnTo>
                    <a:lnTo>
                      <a:pt x="5" y="43"/>
                    </a:lnTo>
                    <a:lnTo>
                      <a:pt x="7" y="43"/>
                    </a:lnTo>
                    <a:lnTo>
                      <a:pt x="7" y="43"/>
                    </a:lnTo>
                    <a:lnTo>
                      <a:pt x="7" y="43"/>
                    </a:lnTo>
                    <a:lnTo>
                      <a:pt x="7" y="40"/>
                    </a:lnTo>
                    <a:lnTo>
                      <a:pt x="7" y="40"/>
                    </a:lnTo>
                    <a:lnTo>
                      <a:pt x="7" y="40"/>
                    </a:lnTo>
                    <a:lnTo>
                      <a:pt x="7" y="38"/>
                    </a:lnTo>
                    <a:lnTo>
                      <a:pt x="7" y="38"/>
                    </a:lnTo>
                    <a:lnTo>
                      <a:pt x="7" y="36"/>
                    </a:lnTo>
                    <a:lnTo>
                      <a:pt x="10" y="36"/>
                    </a:lnTo>
                    <a:lnTo>
                      <a:pt x="10" y="36"/>
                    </a:lnTo>
                    <a:lnTo>
                      <a:pt x="10" y="36"/>
                    </a:lnTo>
                    <a:lnTo>
                      <a:pt x="10" y="33"/>
                    </a:lnTo>
                    <a:lnTo>
                      <a:pt x="10" y="33"/>
                    </a:lnTo>
                    <a:lnTo>
                      <a:pt x="7" y="33"/>
                    </a:lnTo>
                    <a:lnTo>
                      <a:pt x="7" y="33"/>
                    </a:lnTo>
                    <a:lnTo>
                      <a:pt x="7" y="33"/>
                    </a:lnTo>
                    <a:lnTo>
                      <a:pt x="7" y="33"/>
                    </a:lnTo>
                    <a:lnTo>
                      <a:pt x="7" y="33"/>
                    </a:lnTo>
                    <a:lnTo>
                      <a:pt x="7" y="31"/>
                    </a:lnTo>
                    <a:lnTo>
                      <a:pt x="7" y="31"/>
                    </a:lnTo>
                    <a:lnTo>
                      <a:pt x="7" y="28"/>
                    </a:lnTo>
                    <a:lnTo>
                      <a:pt x="7" y="28"/>
                    </a:lnTo>
                    <a:lnTo>
                      <a:pt x="5" y="28"/>
                    </a:lnTo>
                    <a:lnTo>
                      <a:pt x="5" y="26"/>
                    </a:lnTo>
                    <a:lnTo>
                      <a:pt x="5" y="26"/>
                    </a:lnTo>
                    <a:lnTo>
                      <a:pt x="5" y="24"/>
                    </a:lnTo>
                    <a:lnTo>
                      <a:pt x="5" y="24"/>
                    </a:lnTo>
                    <a:lnTo>
                      <a:pt x="7" y="24"/>
                    </a:lnTo>
                    <a:lnTo>
                      <a:pt x="7" y="24"/>
                    </a:lnTo>
                    <a:lnTo>
                      <a:pt x="5" y="24"/>
                    </a:lnTo>
                    <a:lnTo>
                      <a:pt x="5" y="21"/>
                    </a:lnTo>
                    <a:lnTo>
                      <a:pt x="5" y="21"/>
                    </a:lnTo>
                    <a:lnTo>
                      <a:pt x="5" y="21"/>
                    </a:lnTo>
                    <a:lnTo>
                      <a:pt x="5" y="21"/>
                    </a:lnTo>
                    <a:lnTo>
                      <a:pt x="5" y="19"/>
                    </a:lnTo>
                    <a:lnTo>
                      <a:pt x="5" y="19"/>
                    </a:lnTo>
                    <a:lnTo>
                      <a:pt x="5" y="17"/>
                    </a:lnTo>
                    <a:lnTo>
                      <a:pt x="5" y="17"/>
                    </a:lnTo>
                    <a:lnTo>
                      <a:pt x="3" y="17"/>
                    </a:lnTo>
                    <a:lnTo>
                      <a:pt x="3" y="14"/>
                    </a:lnTo>
                    <a:lnTo>
                      <a:pt x="5" y="14"/>
                    </a:lnTo>
                    <a:lnTo>
                      <a:pt x="5" y="14"/>
                    </a:lnTo>
                    <a:lnTo>
                      <a:pt x="3" y="14"/>
                    </a:lnTo>
                    <a:lnTo>
                      <a:pt x="3" y="14"/>
                    </a:lnTo>
                    <a:lnTo>
                      <a:pt x="3" y="14"/>
                    </a:lnTo>
                    <a:lnTo>
                      <a:pt x="3" y="12"/>
                    </a:lnTo>
                    <a:lnTo>
                      <a:pt x="3" y="12"/>
                    </a:lnTo>
                    <a:lnTo>
                      <a:pt x="0" y="12"/>
                    </a:lnTo>
                    <a:lnTo>
                      <a:pt x="0" y="9"/>
                    </a:lnTo>
                    <a:lnTo>
                      <a:pt x="0" y="9"/>
                    </a:lnTo>
                    <a:lnTo>
                      <a:pt x="0" y="9"/>
                    </a:lnTo>
                    <a:lnTo>
                      <a:pt x="0" y="9"/>
                    </a:lnTo>
                    <a:lnTo>
                      <a:pt x="0" y="7"/>
                    </a:lnTo>
                    <a:lnTo>
                      <a:pt x="3" y="7"/>
                    </a:lnTo>
                    <a:lnTo>
                      <a:pt x="3" y="9"/>
                    </a:lnTo>
                    <a:lnTo>
                      <a:pt x="3" y="9"/>
                    </a:lnTo>
                    <a:lnTo>
                      <a:pt x="3" y="7"/>
                    </a:lnTo>
                    <a:lnTo>
                      <a:pt x="5" y="7"/>
                    </a:lnTo>
                    <a:lnTo>
                      <a:pt x="5" y="7"/>
                    </a:lnTo>
                    <a:lnTo>
                      <a:pt x="5" y="9"/>
                    </a:lnTo>
                    <a:lnTo>
                      <a:pt x="5" y="9"/>
                    </a:lnTo>
                    <a:lnTo>
                      <a:pt x="7" y="9"/>
                    </a:lnTo>
                    <a:lnTo>
                      <a:pt x="7" y="9"/>
                    </a:lnTo>
                    <a:lnTo>
                      <a:pt x="7" y="7"/>
                    </a:lnTo>
                    <a:lnTo>
                      <a:pt x="7" y="7"/>
                    </a:lnTo>
                    <a:lnTo>
                      <a:pt x="10" y="7"/>
                    </a:lnTo>
                    <a:lnTo>
                      <a:pt x="10" y="7"/>
                    </a:lnTo>
                    <a:lnTo>
                      <a:pt x="10" y="5"/>
                    </a:lnTo>
                    <a:lnTo>
                      <a:pt x="10" y="5"/>
                    </a:lnTo>
                    <a:lnTo>
                      <a:pt x="10" y="5"/>
                    </a:lnTo>
                    <a:lnTo>
                      <a:pt x="10" y="2"/>
                    </a:lnTo>
                    <a:lnTo>
                      <a:pt x="10" y="2"/>
                    </a:lnTo>
                    <a:lnTo>
                      <a:pt x="10" y="2"/>
                    </a:lnTo>
                    <a:lnTo>
                      <a:pt x="10" y="0"/>
                    </a:lnTo>
                    <a:lnTo>
                      <a:pt x="12" y="0"/>
                    </a:lnTo>
                    <a:lnTo>
                      <a:pt x="12" y="0"/>
                    </a:lnTo>
                    <a:lnTo>
                      <a:pt x="12" y="0"/>
                    </a:lnTo>
                    <a:lnTo>
                      <a:pt x="12" y="0"/>
                    </a:lnTo>
                    <a:lnTo>
                      <a:pt x="15" y="0"/>
                    </a:lnTo>
                    <a:lnTo>
                      <a:pt x="15" y="0"/>
                    </a:lnTo>
                    <a:lnTo>
                      <a:pt x="15" y="0"/>
                    </a:lnTo>
                    <a:lnTo>
                      <a:pt x="15" y="0"/>
                    </a:lnTo>
                    <a:lnTo>
                      <a:pt x="15" y="2"/>
                    </a:lnTo>
                    <a:lnTo>
                      <a:pt x="17" y="2"/>
                    </a:lnTo>
                    <a:lnTo>
                      <a:pt x="17" y="2"/>
                    </a:lnTo>
                    <a:lnTo>
                      <a:pt x="17" y="2"/>
                    </a:lnTo>
                    <a:lnTo>
                      <a:pt x="19" y="2"/>
                    </a:lnTo>
                    <a:lnTo>
                      <a:pt x="19" y="5"/>
                    </a:lnTo>
                    <a:lnTo>
                      <a:pt x="19" y="5"/>
                    </a:lnTo>
                    <a:lnTo>
                      <a:pt x="19" y="5"/>
                    </a:lnTo>
                    <a:lnTo>
                      <a:pt x="19" y="5"/>
                    </a:lnTo>
                    <a:lnTo>
                      <a:pt x="19" y="5"/>
                    </a:lnTo>
                    <a:lnTo>
                      <a:pt x="19" y="7"/>
                    </a:lnTo>
                    <a:lnTo>
                      <a:pt x="19" y="7"/>
                    </a:lnTo>
                    <a:lnTo>
                      <a:pt x="22" y="7"/>
                    </a:lnTo>
                    <a:lnTo>
                      <a:pt x="22" y="7"/>
                    </a:lnTo>
                    <a:lnTo>
                      <a:pt x="22" y="9"/>
                    </a:lnTo>
                    <a:lnTo>
                      <a:pt x="22" y="9"/>
                    </a:lnTo>
                    <a:lnTo>
                      <a:pt x="22" y="9"/>
                    </a:lnTo>
                    <a:lnTo>
                      <a:pt x="24" y="9"/>
                    </a:lnTo>
                    <a:lnTo>
                      <a:pt x="24" y="12"/>
                    </a:lnTo>
                    <a:lnTo>
                      <a:pt x="24" y="12"/>
                    </a:lnTo>
                    <a:lnTo>
                      <a:pt x="24" y="12"/>
                    </a:lnTo>
                    <a:lnTo>
                      <a:pt x="24" y="14"/>
                    </a:lnTo>
                    <a:lnTo>
                      <a:pt x="26" y="14"/>
                    </a:lnTo>
                    <a:lnTo>
                      <a:pt x="26" y="14"/>
                    </a:lnTo>
                    <a:lnTo>
                      <a:pt x="26" y="14"/>
                    </a:lnTo>
                    <a:lnTo>
                      <a:pt x="29" y="14"/>
                    </a:lnTo>
                    <a:lnTo>
                      <a:pt x="29" y="14"/>
                    </a:lnTo>
                    <a:lnTo>
                      <a:pt x="29" y="14"/>
                    </a:lnTo>
                    <a:lnTo>
                      <a:pt x="29" y="14"/>
                    </a:lnTo>
                    <a:lnTo>
                      <a:pt x="29" y="17"/>
                    </a:lnTo>
                    <a:lnTo>
                      <a:pt x="29" y="17"/>
                    </a:lnTo>
                    <a:lnTo>
                      <a:pt x="29" y="17"/>
                    </a:lnTo>
                    <a:lnTo>
                      <a:pt x="31" y="17"/>
                    </a:lnTo>
                    <a:lnTo>
                      <a:pt x="31" y="19"/>
                    </a:lnTo>
                    <a:lnTo>
                      <a:pt x="31" y="19"/>
                    </a:lnTo>
                    <a:lnTo>
                      <a:pt x="31" y="19"/>
                    </a:lnTo>
                    <a:lnTo>
                      <a:pt x="33" y="19"/>
                    </a:lnTo>
                    <a:lnTo>
                      <a:pt x="33" y="19"/>
                    </a:lnTo>
                    <a:lnTo>
                      <a:pt x="33" y="19"/>
                    </a:lnTo>
                    <a:lnTo>
                      <a:pt x="36" y="19"/>
                    </a:lnTo>
                    <a:lnTo>
                      <a:pt x="36" y="19"/>
                    </a:lnTo>
                    <a:lnTo>
                      <a:pt x="36" y="21"/>
                    </a:lnTo>
                    <a:lnTo>
                      <a:pt x="38" y="21"/>
                    </a:lnTo>
                    <a:lnTo>
                      <a:pt x="38" y="21"/>
                    </a:lnTo>
                    <a:lnTo>
                      <a:pt x="38" y="21"/>
                    </a:lnTo>
                    <a:lnTo>
                      <a:pt x="38" y="21"/>
                    </a:lnTo>
                    <a:lnTo>
                      <a:pt x="41" y="21"/>
                    </a:lnTo>
                    <a:lnTo>
                      <a:pt x="41" y="21"/>
                    </a:lnTo>
                    <a:lnTo>
                      <a:pt x="41" y="21"/>
                    </a:lnTo>
                    <a:lnTo>
                      <a:pt x="43" y="21"/>
                    </a:lnTo>
                    <a:lnTo>
                      <a:pt x="43" y="24"/>
                    </a:lnTo>
                    <a:lnTo>
                      <a:pt x="43" y="24"/>
                    </a:lnTo>
                    <a:lnTo>
                      <a:pt x="43" y="21"/>
                    </a:lnTo>
                    <a:lnTo>
                      <a:pt x="45" y="21"/>
                    </a:lnTo>
                    <a:lnTo>
                      <a:pt x="45" y="21"/>
                    </a:lnTo>
                    <a:lnTo>
                      <a:pt x="45" y="24"/>
                    </a:lnTo>
                    <a:lnTo>
                      <a:pt x="45" y="24"/>
                    </a:lnTo>
                    <a:lnTo>
                      <a:pt x="48" y="24"/>
                    </a:lnTo>
                    <a:lnTo>
                      <a:pt x="48" y="21"/>
                    </a:lnTo>
                    <a:lnTo>
                      <a:pt x="48" y="21"/>
                    </a:lnTo>
                    <a:lnTo>
                      <a:pt x="48" y="21"/>
                    </a:lnTo>
                    <a:lnTo>
                      <a:pt x="50" y="21"/>
                    </a:lnTo>
                    <a:lnTo>
                      <a:pt x="50" y="21"/>
                    </a:lnTo>
                    <a:lnTo>
                      <a:pt x="50" y="21"/>
                    </a:lnTo>
                    <a:lnTo>
                      <a:pt x="50" y="21"/>
                    </a:lnTo>
                    <a:lnTo>
                      <a:pt x="52" y="21"/>
                    </a:lnTo>
                    <a:lnTo>
                      <a:pt x="52" y="21"/>
                    </a:lnTo>
                    <a:lnTo>
                      <a:pt x="52" y="21"/>
                    </a:lnTo>
                    <a:lnTo>
                      <a:pt x="55" y="21"/>
                    </a:lnTo>
                    <a:lnTo>
                      <a:pt x="55" y="21"/>
                    </a:lnTo>
                    <a:lnTo>
                      <a:pt x="55" y="21"/>
                    </a:lnTo>
                    <a:lnTo>
                      <a:pt x="55" y="21"/>
                    </a:lnTo>
                    <a:lnTo>
                      <a:pt x="55" y="19"/>
                    </a:lnTo>
                    <a:lnTo>
                      <a:pt x="57" y="19"/>
                    </a:lnTo>
                    <a:lnTo>
                      <a:pt x="57" y="19"/>
                    </a:lnTo>
                    <a:lnTo>
                      <a:pt x="57" y="19"/>
                    </a:lnTo>
                    <a:lnTo>
                      <a:pt x="60" y="19"/>
                    </a:lnTo>
                    <a:lnTo>
                      <a:pt x="60" y="17"/>
                    </a:lnTo>
                    <a:lnTo>
                      <a:pt x="60" y="17"/>
                    </a:lnTo>
                    <a:lnTo>
                      <a:pt x="60" y="17"/>
                    </a:lnTo>
                    <a:lnTo>
                      <a:pt x="60" y="17"/>
                    </a:lnTo>
                    <a:lnTo>
                      <a:pt x="60" y="14"/>
                    </a:lnTo>
                    <a:lnTo>
                      <a:pt x="62" y="14"/>
                    </a:lnTo>
                    <a:lnTo>
                      <a:pt x="62" y="14"/>
                    </a:lnTo>
                    <a:lnTo>
                      <a:pt x="62" y="14"/>
                    </a:lnTo>
                    <a:lnTo>
                      <a:pt x="62" y="14"/>
                    </a:lnTo>
                    <a:lnTo>
                      <a:pt x="62" y="14"/>
                    </a:lnTo>
                    <a:lnTo>
                      <a:pt x="64" y="14"/>
                    </a:lnTo>
                    <a:lnTo>
                      <a:pt x="64" y="14"/>
                    </a:lnTo>
                    <a:lnTo>
                      <a:pt x="64" y="14"/>
                    </a:lnTo>
                    <a:lnTo>
                      <a:pt x="64" y="14"/>
                    </a:lnTo>
                    <a:lnTo>
                      <a:pt x="64" y="12"/>
                    </a:lnTo>
                    <a:lnTo>
                      <a:pt x="67" y="12"/>
                    </a:lnTo>
                    <a:lnTo>
                      <a:pt x="67" y="12"/>
                    </a:lnTo>
                    <a:lnTo>
                      <a:pt x="67" y="12"/>
                    </a:lnTo>
                    <a:lnTo>
                      <a:pt x="67" y="12"/>
                    </a:lnTo>
                    <a:lnTo>
                      <a:pt x="69" y="12"/>
                    </a:lnTo>
                    <a:lnTo>
                      <a:pt x="69" y="9"/>
                    </a:lnTo>
                    <a:lnTo>
                      <a:pt x="69" y="9"/>
                    </a:lnTo>
                    <a:lnTo>
                      <a:pt x="71" y="9"/>
                    </a:lnTo>
                    <a:lnTo>
                      <a:pt x="71" y="9"/>
                    </a:lnTo>
                    <a:lnTo>
                      <a:pt x="71" y="9"/>
                    </a:lnTo>
                    <a:lnTo>
                      <a:pt x="71" y="7"/>
                    </a:lnTo>
                    <a:lnTo>
                      <a:pt x="71" y="7"/>
                    </a:lnTo>
                    <a:lnTo>
                      <a:pt x="71" y="7"/>
                    </a:lnTo>
                    <a:lnTo>
                      <a:pt x="74" y="7"/>
                    </a:lnTo>
                    <a:lnTo>
                      <a:pt x="74" y="7"/>
                    </a:lnTo>
                    <a:lnTo>
                      <a:pt x="74" y="5"/>
                    </a:lnTo>
                    <a:lnTo>
                      <a:pt x="74" y="5"/>
                    </a:lnTo>
                    <a:lnTo>
                      <a:pt x="76" y="5"/>
                    </a:lnTo>
                    <a:lnTo>
                      <a:pt x="76" y="5"/>
                    </a:lnTo>
                    <a:lnTo>
                      <a:pt x="76" y="5"/>
                    </a:lnTo>
                    <a:lnTo>
                      <a:pt x="78" y="5"/>
                    </a:lnTo>
                    <a:lnTo>
                      <a:pt x="78" y="5"/>
                    </a:lnTo>
                    <a:lnTo>
                      <a:pt x="78" y="5"/>
                    </a:lnTo>
                    <a:lnTo>
                      <a:pt x="78" y="5"/>
                    </a:lnTo>
                    <a:lnTo>
                      <a:pt x="81" y="5"/>
                    </a:lnTo>
                    <a:lnTo>
                      <a:pt x="81" y="2"/>
                    </a:lnTo>
                    <a:lnTo>
                      <a:pt x="81" y="2"/>
                    </a:lnTo>
                    <a:lnTo>
                      <a:pt x="81" y="2"/>
                    </a:lnTo>
                    <a:lnTo>
                      <a:pt x="81" y="2"/>
                    </a:lnTo>
                    <a:lnTo>
                      <a:pt x="83" y="2"/>
                    </a:lnTo>
                    <a:lnTo>
                      <a:pt x="83" y="2"/>
                    </a:lnTo>
                    <a:lnTo>
                      <a:pt x="86" y="2"/>
                    </a:lnTo>
                    <a:lnTo>
                      <a:pt x="86" y="2"/>
                    </a:lnTo>
                    <a:lnTo>
                      <a:pt x="86" y="2"/>
                    </a:lnTo>
                    <a:lnTo>
                      <a:pt x="86" y="2"/>
                    </a:lnTo>
                    <a:lnTo>
                      <a:pt x="88" y="2"/>
                    </a:lnTo>
                    <a:lnTo>
                      <a:pt x="88" y="5"/>
                    </a:lnTo>
                    <a:lnTo>
                      <a:pt x="88" y="5"/>
                    </a:lnTo>
                    <a:lnTo>
                      <a:pt x="88" y="5"/>
                    </a:lnTo>
                    <a:lnTo>
                      <a:pt x="88" y="5"/>
                    </a:lnTo>
                    <a:lnTo>
                      <a:pt x="88" y="5"/>
                    </a:lnTo>
                    <a:lnTo>
                      <a:pt x="90" y="5"/>
                    </a:lnTo>
                    <a:lnTo>
                      <a:pt x="90" y="7"/>
                    </a:lnTo>
                    <a:lnTo>
                      <a:pt x="90" y="7"/>
                    </a:lnTo>
                    <a:lnTo>
                      <a:pt x="93" y="7"/>
                    </a:lnTo>
                    <a:lnTo>
                      <a:pt x="93" y="7"/>
                    </a:lnTo>
                    <a:lnTo>
                      <a:pt x="93" y="7"/>
                    </a:lnTo>
                    <a:lnTo>
                      <a:pt x="93" y="9"/>
                    </a:lnTo>
                    <a:lnTo>
                      <a:pt x="93" y="9"/>
                    </a:lnTo>
                    <a:lnTo>
                      <a:pt x="93" y="9"/>
                    </a:lnTo>
                    <a:lnTo>
                      <a:pt x="90" y="9"/>
                    </a:lnTo>
                    <a:lnTo>
                      <a:pt x="90" y="9"/>
                    </a:lnTo>
                    <a:lnTo>
                      <a:pt x="90" y="12"/>
                    </a:lnTo>
                    <a:lnTo>
                      <a:pt x="88" y="12"/>
                    </a:lnTo>
                    <a:lnTo>
                      <a:pt x="88" y="12"/>
                    </a:lnTo>
                    <a:lnTo>
                      <a:pt x="88" y="12"/>
                    </a:lnTo>
                    <a:lnTo>
                      <a:pt x="88" y="14"/>
                    </a:lnTo>
                    <a:lnTo>
                      <a:pt x="88" y="14"/>
                    </a:lnTo>
                    <a:lnTo>
                      <a:pt x="88" y="14"/>
                    </a:lnTo>
                    <a:lnTo>
                      <a:pt x="90" y="14"/>
                    </a:lnTo>
                    <a:lnTo>
                      <a:pt x="90" y="14"/>
                    </a:lnTo>
                    <a:lnTo>
                      <a:pt x="90" y="14"/>
                    </a:lnTo>
                    <a:lnTo>
                      <a:pt x="93" y="14"/>
                    </a:lnTo>
                    <a:lnTo>
                      <a:pt x="93" y="17"/>
                    </a:lnTo>
                    <a:lnTo>
                      <a:pt x="93" y="17"/>
                    </a:lnTo>
                    <a:lnTo>
                      <a:pt x="93" y="17"/>
                    </a:lnTo>
                    <a:lnTo>
                      <a:pt x="93" y="17"/>
                    </a:lnTo>
                    <a:lnTo>
                      <a:pt x="93" y="19"/>
                    </a:lnTo>
                    <a:lnTo>
                      <a:pt x="93" y="19"/>
                    </a:lnTo>
                    <a:lnTo>
                      <a:pt x="93" y="19"/>
                    </a:lnTo>
                    <a:lnTo>
                      <a:pt x="93" y="19"/>
                    </a:lnTo>
                    <a:lnTo>
                      <a:pt x="90" y="19"/>
                    </a:lnTo>
                    <a:lnTo>
                      <a:pt x="90" y="19"/>
                    </a:lnTo>
                    <a:lnTo>
                      <a:pt x="88" y="19"/>
                    </a:lnTo>
                    <a:lnTo>
                      <a:pt x="88" y="19"/>
                    </a:lnTo>
                    <a:lnTo>
                      <a:pt x="88" y="19"/>
                    </a:lnTo>
                    <a:lnTo>
                      <a:pt x="88" y="21"/>
                    </a:lnTo>
                    <a:lnTo>
                      <a:pt x="86" y="21"/>
                    </a:lnTo>
                    <a:lnTo>
                      <a:pt x="86" y="21"/>
                    </a:lnTo>
                    <a:lnTo>
                      <a:pt x="86" y="21"/>
                    </a:lnTo>
                    <a:lnTo>
                      <a:pt x="86" y="24"/>
                    </a:lnTo>
                    <a:lnTo>
                      <a:pt x="86" y="24"/>
                    </a:lnTo>
                    <a:lnTo>
                      <a:pt x="86" y="24"/>
                    </a:lnTo>
                    <a:lnTo>
                      <a:pt x="88" y="24"/>
                    </a:lnTo>
                    <a:lnTo>
                      <a:pt x="88" y="24"/>
                    </a:lnTo>
                    <a:lnTo>
                      <a:pt x="88" y="24"/>
                    </a:lnTo>
                    <a:lnTo>
                      <a:pt x="88" y="24"/>
                    </a:lnTo>
                    <a:lnTo>
                      <a:pt x="90" y="24"/>
                    </a:lnTo>
                    <a:lnTo>
                      <a:pt x="90" y="24"/>
                    </a:lnTo>
                    <a:lnTo>
                      <a:pt x="90" y="26"/>
                    </a:lnTo>
                    <a:lnTo>
                      <a:pt x="90" y="26"/>
                    </a:lnTo>
                    <a:lnTo>
                      <a:pt x="93" y="26"/>
                    </a:lnTo>
                    <a:lnTo>
                      <a:pt x="93" y="28"/>
                    </a:lnTo>
                    <a:lnTo>
                      <a:pt x="93" y="28"/>
                    </a:lnTo>
                    <a:lnTo>
                      <a:pt x="93" y="28"/>
                    </a:lnTo>
                    <a:lnTo>
                      <a:pt x="93" y="28"/>
                    </a:lnTo>
                    <a:lnTo>
                      <a:pt x="95" y="28"/>
                    </a:lnTo>
                    <a:lnTo>
                      <a:pt x="95" y="28"/>
                    </a:lnTo>
                    <a:lnTo>
                      <a:pt x="95" y="28"/>
                    </a:lnTo>
                    <a:lnTo>
                      <a:pt x="95" y="28"/>
                    </a:lnTo>
                    <a:lnTo>
                      <a:pt x="95" y="31"/>
                    </a:lnTo>
                    <a:lnTo>
                      <a:pt x="95" y="31"/>
                    </a:lnTo>
                    <a:lnTo>
                      <a:pt x="95" y="31"/>
                    </a:lnTo>
                    <a:lnTo>
                      <a:pt x="97" y="31"/>
                    </a:lnTo>
                    <a:lnTo>
                      <a:pt x="97" y="31"/>
                    </a:lnTo>
                    <a:lnTo>
                      <a:pt x="97" y="33"/>
                    </a:lnTo>
                    <a:lnTo>
                      <a:pt x="97" y="33"/>
                    </a:lnTo>
                    <a:lnTo>
                      <a:pt x="100" y="33"/>
                    </a:lnTo>
                    <a:lnTo>
                      <a:pt x="100" y="33"/>
                    </a:lnTo>
                    <a:lnTo>
                      <a:pt x="100" y="33"/>
                    </a:lnTo>
                    <a:lnTo>
                      <a:pt x="102" y="33"/>
                    </a:lnTo>
                    <a:lnTo>
                      <a:pt x="102" y="33"/>
                    </a:lnTo>
                    <a:lnTo>
                      <a:pt x="102" y="33"/>
                    </a:lnTo>
                    <a:lnTo>
                      <a:pt x="105" y="33"/>
                    </a:lnTo>
                    <a:lnTo>
                      <a:pt x="105" y="33"/>
                    </a:lnTo>
                    <a:lnTo>
                      <a:pt x="105" y="33"/>
                    </a:lnTo>
                    <a:lnTo>
                      <a:pt x="105" y="33"/>
                    </a:lnTo>
                    <a:lnTo>
                      <a:pt x="105" y="33"/>
                    </a:lnTo>
                    <a:lnTo>
                      <a:pt x="105" y="33"/>
                    </a:lnTo>
                    <a:lnTo>
                      <a:pt x="105" y="36"/>
                    </a:lnTo>
                    <a:lnTo>
                      <a:pt x="105" y="36"/>
                    </a:lnTo>
                    <a:lnTo>
                      <a:pt x="105" y="38"/>
                    </a:lnTo>
                    <a:lnTo>
                      <a:pt x="105" y="38"/>
                    </a:lnTo>
                    <a:lnTo>
                      <a:pt x="105" y="38"/>
                    </a:lnTo>
                    <a:lnTo>
                      <a:pt x="105" y="40"/>
                    </a:lnTo>
                    <a:lnTo>
                      <a:pt x="105" y="40"/>
                    </a:lnTo>
                    <a:lnTo>
                      <a:pt x="105" y="43"/>
                    </a:lnTo>
                    <a:lnTo>
                      <a:pt x="105" y="43"/>
                    </a:lnTo>
                    <a:lnTo>
                      <a:pt x="107" y="43"/>
                    </a:lnTo>
                    <a:lnTo>
                      <a:pt x="107" y="45"/>
                    </a:lnTo>
                    <a:lnTo>
                      <a:pt x="107" y="45"/>
                    </a:lnTo>
                    <a:lnTo>
                      <a:pt x="107" y="45"/>
                    </a:lnTo>
                    <a:lnTo>
                      <a:pt x="107" y="47"/>
                    </a:lnTo>
                    <a:lnTo>
                      <a:pt x="107" y="47"/>
                    </a:lnTo>
                    <a:lnTo>
                      <a:pt x="107" y="47"/>
                    </a:lnTo>
                    <a:lnTo>
                      <a:pt x="107" y="50"/>
                    </a:lnTo>
                    <a:lnTo>
                      <a:pt x="107" y="50"/>
                    </a:lnTo>
                    <a:lnTo>
                      <a:pt x="107" y="50"/>
                    </a:lnTo>
                    <a:lnTo>
                      <a:pt x="107" y="52"/>
                    </a:lnTo>
                    <a:lnTo>
                      <a:pt x="109" y="52"/>
                    </a:lnTo>
                    <a:lnTo>
                      <a:pt x="109" y="52"/>
                    </a:lnTo>
                    <a:lnTo>
                      <a:pt x="109" y="52"/>
                    </a:lnTo>
                    <a:lnTo>
                      <a:pt x="109" y="54"/>
                    </a:lnTo>
                    <a:lnTo>
                      <a:pt x="112" y="54"/>
                    </a:lnTo>
                    <a:lnTo>
                      <a:pt x="112" y="54"/>
                    </a:lnTo>
                    <a:lnTo>
                      <a:pt x="112" y="54"/>
                    </a:lnTo>
                    <a:lnTo>
                      <a:pt x="112" y="54"/>
                    </a:lnTo>
                    <a:lnTo>
                      <a:pt x="114" y="54"/>
                    </a:lnTo>
                    <a:lnTo>
                      <a:pt x="114" y="54"/>
                    </a:lnTo>
                    <a:lnTo>
                      <a:pt x="114" y="54"/>
                    </a:lnTo>
                    <a:lnTo>
                      <a:pt x="114" y="54"/>
                    </a:lnTo>
                    <a:lnTo>
                      <a:pt x="116" y="54"/>
                    </a:lnTo>
                    <a:lnTo>
                      <a:pt x="116" y="57"/>
                    </a:lnTo>
                    <a:lnTo>
                      <a:pt x="116" y="57"/>
                    </a:lnTo>
                    <a:lnTo>
                      <a:pt x="119" y="57"/>
                    </a:lnTo>
                    <a:lnTo>
                      <a:pt x="119" y="57"/>
                    </a:lnTo>
                    <a:lnTo>
                      <a:pt x="119" y="57"/>
                    </a:lnTo>
                    <a:lnTo>
                      <a:pt x="121" y="57"/>
                    </a:lnTo>
                    <a:lnTo>
                      <a:pt x="121" y="57"/>
                    </a:lnTo>
                    <a:lnTo>
                      <a:pt x="121" y="57"/>
                    </a:lnTo>
                    <a:lnTo>
                      <a:pt x="121" y="57"/>
                    </a:lnTo>
                    <a:lnTo>
                      <a:pt x="123" y="57"/>
                    </a:lnTo>
                    <a:lnTo>
                      <a:pt x="123" y="57"/>
                    </a:lnTo>
                    <a:lnTo>
                      <a:pt x="126" y="57"/>
                    </a:lnTo>
                    <a:lnTo>
                      <a:pt x="126" y="57"/>
                    </a:lnTo>
                    <a:lnTo>
                      <a:pt x="126" y="57"/>
                    </a:lnTo>
                    <a:lnTo>
                      <a:pt x="126" y="57"/>
                    </a:lnTo>
                    <a:lnTo>
                      <a:pt x="128" y="57"/>
                    </a:lnTo>
                    <a:lnTo>
                      <a:pt x="128" y="57"/>
                    </a:lnTo>
                    <a:lnTo>
                      <a:pt x="128" y="57"/>
                    </a:lnTo>
                    <a:lnTo>
                      <a:pt x="128" y="59"/>
                    </a:lnTo>
                    <a:lnTo>
                      <a:pt x="128" y="59"/>
                    </a:lnTo>
                    <a:lnTo>
                      <a:pt x="131" y="59"/>
                    </a:lnTo>
                    <a:lnTo>
                      <a:pt x="131" y="59"/>
                    </a:lnTo>
                    <a:lnTo>
                      <a:pt x="133" y="59"/>
                    </a:lnTo>
                    <a:lnTo>
                      <a:pt x="133" y="59"/>
                    </a:lnTo>
                    <a:lnTo>
                      <a:pt x="133" y="59"/>
                    </a:lnTo>
                    <a:lnTo>
                      <a:pt x="133" y="59"/>
                    </a:lnTo>
                    <a:lnTo>
                      <a:pt x="133" y="62"/>
                    </a:lnTo>
                    <a:lnTo>
                      <a:pt x="133" y="62"/>
                    </a:lnTo>
                    <a:lnTo>
                      <a:pt x="135" y="62"/>
                    </a:lnTo>
                    <a:lnTo>
                      <a:pt x="135" y="64"/>
                    </a:lnTo>
                    <a:lnTo>
                      <a:pt x="135" y="64"/>
                    </a:lnTo>
                    <a:lnTo>
                      <a:pt x="135" y="64"/>
                    </a:lnTo>
                    <a:lnTo>
                      <a:pt x="135" y="64"/>
                    </a:lnTo>
                    <a:lnTo>
                      <a:pt x="135" y="64"/>
                    </a:lnTo>
                    <a:lnTo>
                      <a:pt x="135" y="66"/>
                    </a:lnTo>
                    <a:lnTo>
                      <a:pt x="138" y="66"/>
                    </a:lnTo>
                    <a:lnTo>
                      <a:pt x="138" y="66"/>
                    </a:lnTo>
                    <a:lnTo>
                      <a:pt x="138" y="66"/>
                    </a:lnTo>
                    <a:lnTo>
                      <a:pt x="140" y="66"/>
                    </a:lnTo>
                    <a:lnTo>
                      <a:pt x="140" y="69"/>
                    </a:lnTo>
                    <a:lnTo>
                      <a:pt x="140" y="69"/>
                    </a:lnTo>
                    <a:lnTo>
                      <a:pt x="140" y="69"/>
                    </a:lnTo>
                    <a:lnTo>
                      <a:pt x="140" y="69"/>
                    </a:lnTo>
                    <a:lnTo>
                      <a:pt x="142" y="69"/>
                    </a:lnTo>
                    <a:lnTo>
                      <a:pt x="142" y="69"/>
                    </a:lnTo>
                    <a:lnTo>
                      <a:pt x="142" y="71"/>
                    </a:lnTo>
                    <a:lnTo>
                      <a:pt x="145" y="71"/>
                    </a:lnTo>
                    <a:lnTo>
                      <a:pt x="145" y="71"/>
                    </a:lnTo>
                    <a:lnTo>
                      <a:pt x="145" y="71"/>
                    </a:lnTo>
                    <a:lnTo>
                      <a:pt x="145" y="71"/>
                    </a:lnTo>
                    <a:lnTo>
                      <a:pt x="145" y="73"/>
                    </a:lnTo>
                    <a:lnTo>
                      <a:pt x="147" y="73"/>
                    </a:lnTo>
                    <a:lnTo>
                      <a:pt x="147" y="73"/>
                    </a:lnTo>
                    <a:lnTo>
                      <a:pt x="147" y="73"/>
                    </a:lnTo>
                    <a:lnTo>
                      <a:pt x="147" y="73"/>
                    </a:lnTo>
                    <a:lnTo>
                      <a:pt x="149" y="73"/>
                    </a:lnTo>
                    <a:lnTo>
                      <a:pt x="149" y="73"/>
                    </a:lnTo>
                    <a:lnTo>
                      <a:pt x="149" y="73"/>
                    </a:lnTo>
                    <a:lnTo>
                      <a:pt x="152" y="73"/>
                    </a:lnTo>
                    <a:lnTo>
                      <a:pt x="152" y="73"/>
                    </a:lnTo>
                    <a:lnTo>
                      <a:pt x="152" y="76"/>
                    </a:lnTo>
                    <a:lnTo>
                      <a:pt x="152" y="76"/>
                    </a:lnTo>
                    <a:lnTo>
                      <a:pt x="154" y="76"/>
                    </a:lnTo>
                    <a:lnTo>
                      <a:pt x="154" y="76"/>
                    </a:lnTo>
                    <a:lnTo>
                      <a:pt x="154" y="76"/>
                    </a:lnTo>
                    <a:lnTo>
                      <a:pt x="154" y="76"/>
                    </a:lnTo>
                    <a:lnTo>
                      <a:pt x="157" y="76"/>
                    </a:lnTo>
                    <a:lnTo>
                      <a:pt x="157" y="76"/>
                    </a:lnTo>
                    <a:lnTo>
                      <a:pt x="159" y="76"/>
                    </a:lnTo>
                    <a:lnTo>
                      <a:pt x="159" y="76"/>
                    </a:lnTo>
                    <a:lnTo>
                      <a:pt x="159" y="76"/>
                    </a:lnTo>
                    <a:lnTo>
                      <a:pt x="161" y="76"/>
                    </a:lnTo>
                    <a:lnTo>
                      <a:pt x="161" y="78"/>
                    </a:lnTo>
                    <a:lnTo>
                      <a:pt x="161" y="78"/>
                    </a:lnTo>
                    <a:lnTo>
                      <a:pt x="161" y="78"/>
                    </a:lnTo>
                    <a:lnTo>
                      <a:pt x="164" y="78"/>
                    </a:lnTo>
                    <a:lnTo>
                      <a:pt x="164" y="78"/>
                    </a:lnTo>
                    <a:lnTo>
                      <a:pt x="164" y="78"/>
                    </a:lnTo>
                    <a:lnTo>
                      <a:pt x="166" y="78"/>
                    </a:lnTo>
                    <a:lnTo>
                      <a:pt x="166" y="78"/>
                    </a:lnTo>
                    <a:lnTo>
                      <a:pt x="166" y="78"/>
                    </a:lnTo>
                    <a:lnTo>
                      <a:pt x="168" y="78"/>
                    </a:lnTo>
                    <a:lnTo>
                      <a:pt x="168" y="81"/>
                    </a:lnTo>
                    <a:lnTo>
                      <a:pt x="168" y="81"/>
                    </a:lnTo>
                    <a:lnTo>
                      <a:pt x="168" y="81"/>
                    </a:lnTo>
                    <a:lnTo>
                      <a:pt x="171" y="81"/>
                    </a:lnTo>
                    <a:lnTo>
                      <a:pt x="171" y="81"/>
                    </a:lnTo>
                    <a:lnTo>
                      <a:pt x="171" y="78"/>
                    </a:lnTo>
                    <a:lnTo>
                      <a:pt x="173" y="78"/>
                    </a:lnTo>
                    <a:lnTo>
                      <a:pt x="173" y="78"/>
                    </a:lnTo>
                    <a:lnTo>
                      <a:pt x="173" y="78"/>
                    </a:lnTo>
                    <a:lnTo>
                      <a:pt x="176" y="78"/>
                    </a:lnTo>
                    <a:lnTo>
                      <a:pt x="176" y="78"/>
                    </a:lnTo>
                    <a:lnTo>
                      <a:pt x="176" y="78"/>
                    </a:lnTo>
                    <a:lnTo>
                      <a:pt x="178" y="78"/>
                    </a:lnTo>
                    <a:lnTo>
                      <a:pt x="178" y="78"/>
                    </a:lnTo>
                    <a:lnTo>
                      <a:pt x="178" y="78"/>
                    </a:lnTo>
                    <a:lnTo>
                      <a:pt x="180" y="78"/>
                    </a:lnTo>
                    <a:lnTo>
                      <a:pt x="180" y="76"/>
                    </a:lnTo>
                    <a:lnTo>
                      <a:pt x="180" y="76"/>
                    </a:lnTo>
                    <a:lnTo>
                      <a:pt x="180" y="76"/>
                    </a:lnTo>
                    <a:lnTo>
                      <a:pt x="183" y="76"/>
                    </a:lnTo>
                    <a:lnTo>
                      <a:pt x="183" y="76"/>
                    </a:lnTo>
                    <a:lnTo>
                      <a:pt x="185" y="76"/>
                    </a:lnTo>
                    <a:lnTo>
                      <a:pt x="185" y="76"/>
                    </a:lnTo>
                    <a:lnTo>
                      <a:pt x="185" y="76"/>
                    </a:lnTo>
                    <a:lnTo>
                      <a:pt x="185" y="76"/>
                    </a:lnTo>
                    <a:lnTo>
                      <a:pt x="187" y="76"/>
                    </a:lnTo>
                    <a:lnTo>
                      <a:pt x="187" y="76"/>
                    </a:lnTo>
                    <a:lnTo>
                      <a:pt x="187" y="76"/>
                    </a:lnTo>
                    <a:lnTo>
                      <a:pt x="190" y="76"/>
                    </a:lnTo>
                    <a:lnTo>
                      <a:pt x="190" y="73"/>
                    </a:lnTo>
                    <a:lnTo>
                      <a:pt x="190" y="73"/>
                    </a:lnTo>
                    <a:lnTo>
                      <a:pt x="192" y="73"/>
                    </a:lnTo>
                    <a:lnTo>
                      <a:pt x="192" y="73"/>
                    </a:lnTo>
                    <a:lnTo>
                      <a:pt x="192" y="73"/>
                    </a:lnTo>
                    <a:lnTo>
                      <a:pt x="192" y="73"/>
                    </a:lnTo>
                    <a:lnTo>
                      <a:pt x="194" y="73"/>
                    </a:lnTo>
                    <a:lnTo>
                      <a:pt x="194" y="73"/>
                    </a:lnTo>
                    <a:lnTo>
                      <a:pt x="194" y="73"/>
                    </a:lnTo>
                    <a:lnTo>
                      <a:pt x="197" y="73"/>
                    </a:lnTo>
                    <a:lnTo>
                      <a:pt x="197" y="73"/>
                    </a:lnTo>
                    <a:lnTo>
                      <a:pt x="197" y="73"/>
                    </a:lnTo>
                    <a:lnTo>
                      <a:pt x="199" y="73"/>
                    </a:lnTo>
                    <a:lnTo>
                      <a:pt x="199" y="73"/>
                    </a:lnTo>
                    <a:lnTo>
                      <a:pt x="199" y="73"/>
                    </a:lnTo>
                    <a:lnTo>
                      <a:pt x="202" y="73"/>
                    </a:lnTo>
                    <a:lnTo>
                      <a:pt x="202" y="73"/>
                    </a:lnTo>
                    <a:lnTo>
                      <a:pt x="202" y="73"/>
                    </a:lnTo>
                    <a:lnTo>
                      <a:pt x="204" y="73"/>
                    </a:lnTo>
                    <a:lnTo>
                      <a:pt x="204" y="71"/>
                    </a:lnTo>
                    <a:lnTo>
                      <a:pt x="204" y="71"/>
                    </a:lnTo>
                    <a:lnTo>
                      <a:pt x="206" y="71"/>
                    </a:lnTo>
                    <a:lnTo>
                      <a:pt x="206" y="71"/>
                    </a:lnTo>
                    <a:lnTo>
                      <a:pt x="206" y="71"/>
                    </a:lnTo>
                    <a:lnTo>
                      <a:pt x="209" y="71"/>
                    </a:lnTo>
                    <a:lnTo>
                      <a:pt x="209" y="71"/>
                    </a:lnTo>
                    <a:lnTo>
                      <a:pt x="211" y="71"/>
                    </a:lnTo>
                    <a:lnTo>
                      <a:pt x="211" y="71"/>
                    </a:lnTo>
                    <a:lnTo>
                      <a:pt x="211" y="71"/>
                    </a:lnTo>
                    <a:lnTo>
                      <a:pt x="213" y="71"/>
                    </a:lnTo>
                    <a:lnTo>
                      <a:pt x="213" y="71"/>
                    </a:lnTo>
                    <a:lnTo>
                      <a:pt x="213" y="71"/>
                    </a:lnTo>
                    <a:lnTo>
                      <a:pt x="213" y="69"/>
                    </a:lnTo>
                    <a:lnTo>
                      <a:pt x="213" y="69"/>
                    </a:lnTo>
                    <a:lnTo>
                      <a:pt x="213" y="66"/>
                    </a:lnTo>
                    <a:lnTo>
                      <a:pt x="213" y="66"/>
                    </a:lnTo>
                    <a:lnTo>
                      <a:pt x="213" y="66"/>
                    </a:lnTo>
                    <a:lnTo>
                      <a:pt x="213" y="64"/>
                    </a:lnTo>
                    <a:lnTo>
                      <a:pt x="213" y="64"/>
                    </a:lnTo>
                    <a:lnTo>
                      <a:pt x="213" y="64"/>
                    </a:lnTo>
                    <a:lnTo>
                      <a:pt x="211" y="64"/>
                    </a:lnTo>
                    <a:lnTo>
                      <a:pt x="211" y="62"/>
                    </a:lnTo>
                    <a:lnTo>
                      <a:pt x="211" y="62"/>
                    </a:lnTo>
                    <a:lnTo>
                      <a:pt x="213" y="62"/>
                    </a:lnTo>
                    <a:lnTo>
                      <a:pt x="213" y="62"/>
                    </a:lnTo>
                    <a:lnTo>
                      <a:pt x="213" y="62"/>
                    </a:lnTo>
                    <a:lnTo>
                      <a:pt x="216" y="62"/>
                    </a:lnTo>
                    <a:lnTo>
                      <a:pt x="216" y="62"/>
                    </a:lnTo>
                    <a:lnTo>
                      <a:pt x="218" y="62"/>
                    </a:lnTo>
                    <a:lnTo>
                      <a:pt x="218" y="62"/>
                    </a:lnTo>
                    <a:lnTo>
                      <a:pt x="218" y="62"/>
                    </a:lnTo>
                    <a:lnTo>
                      <a:pt x="218" y="62"/>
                    </a:lnTo>
                    <a:lnTo>
                      <a:pt x="220" y="62"/>
                    </a:lnTo>
                    <a:lnTo>
                      <a:pt x="220" y="62"/>
                    </a:lnTo>
                    <a:lnTo>
                      <a:pt x="220" y="62"/>
                    </a:lnTo>
                    <a:lnTo>
                      <a:pt x="220" y="62"/>
                    </a:lnTo>
                    <a:lnTo>
                      <a:pt x="223" y="62"/>
                    </a:lnTo>
                    <a:lnTo>
                      <a:pt x="223" y="59"/>
                    </a:lnTo>
                    <a:lnTo>
                      <a:pt x="223" y="59"/>
                    </a:lnTo>
                    <a:lnTo>
                      <a:pt x="225" y="59"/>
                    </a:lnTo>
                    <a:lnTo>
                      <a:pt x="225" y="59"/>
                    </a:lnTo>
                    <a:lnTo>
                      <a:pt x="225" y="59"/>
                    </a:lnTo>
                    <a:lnTo>
                      <a:pt x="225" y="59"/>
                    </a:lnTo>
                    <a:lnTo>
                      <a:pt x="225" y="57"/>
                    </a:lnTo>
                    <a:lnTo>
                      <a:pt x="228" y="57"/>
                    </a:lnTo>
                    <a:lnTo>
                      <a:pt x="228" y="57"/>
                    </a:lnTo>
                    <a:lnTo>
                      <a:pt x="228" y="59"/>
                    </a:lnTo>
                    <a:lnTo>
                      <a:pt x="228" y="59"/>
                    </a:lnTo>
                    <a:lnTo>
                      <a:pt x="228" y="57"/>
                    </a:lnTo>
                    <a:lnTo>
                      <a:pt x="230" y="57"/>
                    </a:lnTo>
                    <a:lnTo>
                      <a:pt x="230" y="57"/>
                    </a:lnTo>
                    <a:lnTo>
                      <a:pt x="230" y="57"/>
                    </a:lnTo>
                    <a:lnTo>
                      <a:pt x="232" y="57"/>
                    </a:lnTo>
                    <a:lnTo>
                      <a:pt x="232" y="54"/>
                    </a:lnTo>
                    <a:lnTo>
                      <a:pt x="232" y="54"/>
                    </a:lnTo>
                    <a:lnTo>
                      <a:pt x="232" y="54"/>
                    </a:lnTo>
                    <a:lnTo>
                      <a:pt x="232" y="52"/>
                    </a:lnTo>
                    <a:lnTo>
                      <a:pt x="232" y="52"/>
                    </a:lnTo>
                    <a:lnTo>
                      <a:pt x="232" y="52"/>
                    </a:lnTo>
                    <a:lnTo>
                      <a:pt x="232" y="50"/>
                    </a:lnTo>
                    <a:lnTo>
                      <a:pt x="232" y="50"/>
                    </a:lnTo>
                    <a:lnTo>
                      <a:pt x="232" y="50"/>
                    </a:lnTo>
                    <a:lnTo>
                      <a:pt x="235" y="50"/>
                    </a:lnTo>
                    <a:lnTo>
                      <a:pt x="235" y="50"/>
                    </a:lnTo>
                    <a:lnTo>
                      <a:pt x="235" y="47"/>
                    </a:lnTo>
                    <a:lnTo>
                      <a:pt x="235" y="47"/>
                    </a:lnTo>
                    <a:lnTo>
                      <a:pt x="235" y="47"/>
                    </a:lnTo>
                    <a:lnTo>
                      <a:pt x="237" y="47"/>
                    </a:lnTo>
                    <a:lnTo>
                      <a:pt x="237" y="45"/>
                    </a:lnTo>
                    <a:lnTo>
                      <a:pt x="237" y="45"/>
                    </a:lnTo>
                    <a:lnTo>
                      <a:pt x="239" y="45"/>
                    </a:lnTo>
                    <a:lnTo>
                      <a:pt x="239" y="45"/>
                    </a:lnTo>
                    <a:lnTo>
                      <a:pt x="239" y="45"/>
                    </a:lnTo>
                    <a:lnTo>
                      <a:pt x="239" y="45"/>
                    </a:lnTo>
                    <a:lnTo>
                      <a:pt x="242" y="45"/>
                    </a:lnTo>
                    <a:lnTo>
                      <a:pt x="242" y="45"/>
                    </a:lnTo>
                    <a:lnTo>
                      <a:pt x="242" y="45"/>
                    </a:lnTo>
                    <a:lnTo>
                      <a:pt x="242" y="45"/>
                    </a:lnTo>
                    <a:lnTo>
                      <a:pt x="244" y="45"/>
                    </a:lnTo>
                    <a:lnTo>
                      <a:pt x="244" y="43"/>
                    </a:lnTo>
                    <a:lnTo>
                      <a:pt x="244" y="43"/>
                    </a:lnTo>
                    <a:lnTo>
                      <a:pt x="247" y="43"/>
                    </a:lnTo>
                    <a:lnTo>
                      <a:pt x="247" y="43"/>
                    </a:lnTo>
                    <a:lnTo>
                      <a:pt x="247" y="43"/>
                    </a:lnTo>
                    <a:lnTo>
                      <a:pt x="247" y="43"/>
                    </a:lnTo>
                    <a:lnTo>
                      <a:pt x="249" y="43"/>
                    </a:lnTo>
                    <a:lnTo>
                      <a:pt x="249" y="43"/>
                    </a:lnTo>
                    <a:lnTo>
                      <a:pt x="251" y="43"/>
                    </a:lnTo>
                    <a:lnTo>
                      <a:pt x="251" y="43"/>
                    </a:lnTo>
                    <a:lnTo>
                      <a:pt x="251" y="40"/>
                    </a:lnTo>
                    <a:lnTo>
                      <a:pt x="251" y="40"/>
                    </a:lnTo>
                    <a:lnTo>
                      <a:pt x="254" y="40"/>
                    </a:lnTo>
                    <a:lnTo>
                      <a:pt x="254" y="40"/>
                    </a:lnTo>
                    <a:lnTo>
                      <a:pt x="254" y="43"/>
                    </a:lnTo>
                    <a:lnTo>
                      <a:pt x="254" y="43"/>
                    </a:lnTo>
                    <a:lnTo>
                      <a:pt x="256" y="43"/>
                    </a:lnTo>
                    <a:lnTo>
                      <a:pt x="256" y="43"/>
                    </a:lnTo>
                    <a:lnTo>
                      <a:pt x="258" y="43"/>
                    </a:lnTo>
                    <a:lnTo>
                      <a:pt x="258" y="43"/>
                    </a:lnTo>
                    <a:lnTo>
                      <a:pt x="258" y="43"/>
                    </a:lnTo>
                    <a:lnTo>
                      <a:pt x="261" y="43"/>
                    </a:lnTo>
                    <a:lnTo>
                      <a:pt x="261" y="43"/>
                    </a:lnTo>
                    <a:lnTo>
                      <a:pt x="261" y="43"/>
                    </a:lnTo>
                    <a:lnTo>
                      <a:pt x="261" y="43"/>
                    </a:lnTo>
                    <a:lnTo>
                      <a:pt x="263" y="43"/>
                    </a:lnTo>
                    <a:lnTo>
                      <a:pt x="263" y="43"/>
                    </a:lnTo>
                    <a:lnTo>
                      <a:pt x="263" y="43"/>
                    </a:lnTo>
                    <a:lnTo>
                      <a:pt x="265" y="43"/>
                    </a:lnTo>
                    <a:lnTo>
                      <a:pt x="265" y="40"/>
                    </a:lnTo>
                    <a:lnTo>
                      <a:pt x="265" y="40"/>
                    </a:lnTo>
                    <a:lnTo>
                      <a:pt x="265" y="38"/>
                    </a:lnTo>
                    <a:lnTo>
                      <a:pt x="265" y="38"/>
                    </a:lnTo>
                    <a:lnTo>
                      <a:pt x="265" y="38"/>
                    </a:lnTo>
                    <a:lnTo>
                      <a:pt x="265" y="38"/>
                    </a:lnTo>
                    <a:lnTo>
                      <a:pt x="268" y="38"/>
                    </a:lnTo>
                    <a:lnTo>
                      <a:pt x="268" y="38"/>
                    </a:lnTo>
                    <a:lnTo>
                      <a:pt x="268" y="38"/>
                    </a:lnTo>
                    <a:lnTo>
                      <a:pt x="270" y="38"/>
                    </a:lnTo>
                    <a:lnTo>
                      <a:pt x="270" y="38"/>
                    </a:lnTo>
                    <a:lnTo>
                      <a:pt x="273" y="38"/>
                    </a:lnTo>
                    <a:lnTo>
                      <a:pt x="273" y="38"/>
                    </a:lnTo>
                    <a:lnTo>
                      <a:pt x="273" y="38"/>
                    </a:lnTo>
                    <a:lnTo>
                      <a:pt x="275" y="38"/>
                    </a:lnTo>
                    <a:lnTo>
                      <a:pt x="275" y="38"/>
                    </a:lnTo>
                    <a:lnTo>
                      <a:pt x="275" y="38"/>
                    </a:lnTo>
                    <a:lnTo>
                      <a:pt x="275" y="38"/>
                    </a:lnTo>
                    <a:lnTo>
                      <a:pt x="277" y="38"/>
                    </a:lnTo>
                    <a:lnTo>
                      <a:pt x="277" y="38"/>
                    </a:lnTo>
                    <a:lnTo>
                      <a:pt x="280" y="38"/>
                    </a:lnTo>
                    <a:lnTo>
                      <a:pt x="280" y="40"/>
                    </a:lnTo>
                    <a:lnTo>
                      <a:pt x="280" y="40"/>
                    </a:lnTo>
                    <a:lnTo>
                      <a:pt x="280" y="40"/>
                    </a:lnTo>
                    <a:lnTo>
                      <a:pt x="280" y="38"/>
                    </a:lnTo>
                    <a:lnTo>
                      <a:pt x="282" y="38"/>
                    </a:lnTo>
                    <a:lnTo>
                      <a:pt x="282" y="38"/>
                    </a:lnTo>
                    <a:lnTo>
                      <a:pt x="282" y="38"/>
                    </a:lnTo>
                    <a:lnTo>
                      <a:pt x="284" y="38"/>
                    </a:lnTo>
                    <a:lnTo>
                      <a:pt x="284" y="38"/>
                    </a:lnTo>
                    <a:lnTo>
                      <a:pt x="284" y="38"/>
                    </a:lnTo>
                    <a:lnTo>
                      <a:pt x="284" y="38"/>
                    </a:lnTo>
                    <a:lnTo>
                      <a:pt x="284" y="40"/>
                    </a:lnTo>
                    <a:lnTo>
                      <a:pt x="284" y="40"/>
                    </a:lnTo>
                    <a:lnTo>
                      <a:pt x="287" y="40"/>
                    </a:lnTo>
                    <a:lnTo>
                      <a:pt x="287" y="43"/>
                    </a:lnTo>
                    <a:lnTo>
                      <a:pt x="287" y="43"/>
                    </a:lnTo>
                    <a:lnTo>
                      <a:pt x="287" y="43"/>
                    </a:lnTo>
                    <a:lnTo>
                      <a:pt x="287" y="45"/>
                    </a:lnTo>
                    <a:lnTo>
                      <a:pt x="287" y="45"/>
                    </a:lnTo>
                    <a:lnTo>
                      <a:pt x="287" y="45"/>
                    </a:lnTo>
                    <a:lnTo>
                      <a:pt x="289" y="45"/>
                    </a:lnTo>
                    <a:lnTo>
                      <a:pt x="289" y="45"/>
                    </a:lnTo>
                    <a:lnTo>
                      <a:pt x="289" y="45"/>
                    </a:lnTo>
                    <a:lnTo>
                      <a:pt x="291" y="45"/>
                    </a:lnTo>
                    <a:lnTo>
                      <a:pt x="291" y="45"/>
                    </a:lnTo>
                    <a:lnTo>
                      <a:pt x="291" y="45"/>
                    </a:lnTo>
                    <a:lnTo>
                      <a:pt x="294" y="45"/>
                    </a:lnTo>
                    <a:lnTo>
                      <a:pt x="294" y="45"/>
                    </a:lnTo>
                    <a:lnTo>
                      <a:pt x="294" y="45"/>
                    </a:lnTo>
                    <a:lnTo>
                      <a:pt x="294" y="47"/>
                    </a:lnTo>
                    <a:lnTo>
                      <a:pt x="296" y="47"/>
                    </a:lnTo>
                    <a:lnTo>
                      <a:pt x="296" y="47"/>
                    </a:lnTo>
                    <a:lnTo>
                      <a:pt x="299" y="47"/>
                    </a:lnTo>
                    <a:lnTo>
                      <a:pt x="299" y="47"/>
                    </a:lnTo>
                    <a:lnTo>
                      <a:pt x="299" y="47"/>
                    </a:lnTo>
                    <a:lnTo>
                      <a:pt x="299" y="47"/>
                    </a:lnTo>
                    <a:lnTo>
                      <a:pt x="301" y="47"/>
                    </a:lnTo>
                    <a:lnTo>
                      <a:pt x="301" y="50"/>
                    </a:lnTo>
                    <a:lnTo>
                      <a:pt x="301" y="50"/>
                    </a:lnTo>
                    <a:lnTo>
                      <a:pt x="301" y="50"/>
                    </a:lnTo>
                    <a:lnTo>
                      <a:pt x="303" y="50"/>
                    </a:lnTo>
                    <a:lnTo>
                      <a:pt x="303" y="50"/>
                    </a:lnTo>
                    <a:lnTo>
                      <a:pt x="306" y="50"/>
                    </a:lnTo>
                    <a:lnTo>
                      <a:pt x="306" y="50"/>
                    </a:lnTo>
                    <a:lnTo>
                      <a:pt x="306" y="52"/>
                    </a:lnTo>
                    <a:lnTo>
                      <a:pt x="306" y="52"/>
                    </a:lnTo>
                    <a:lnTo>
                      <a:pt x="306" y="52"/>
                    </a:lnTo>
                    <a:lnTo>
                      <a:pt x="306" y="52"/>
                    </a:lnTo>
                    <a:lnTo>
                      <a:pt x="308" y="52"/>
                    </a:lnTo>
                    <a:lnTo>
                      <a:pt x="308" y="52"/>
                    </a:lnTo>
                    <a:lnTo>
                      <a:pt x="308" y="54"/>
                    </a:lnTo>
                    <a:lnTo>
                      <a:pt x="308" y="54"/>
                    </a:lnTo>
                    <a:lnTo>
                      <a:pt x="310" y="54"/>
                    </a:lnTo>
                    <a:lnTo>
                      <a:pt x="310" y="54"/>
                    </a:lnTo>
                    <a:lnTo>
                      <a:pt x="310" y="52"/>
                    </a:lnTo>
                    <a:lnTo>
                      <a:pt x="313" y="52"/>
                    </a:lnTo>
                    <a:lnTo>
                      <a:pt x="313" y="52"/>
                    </a:lnTo>
                    <a:lnTo>
                      <a:pt x="313" y="52"/>
                    </a:lnTo>
                    <a:lnTo>
                      <a:pt x="313" y="52"/>
                    </a:lnTo>
                    <a:lnTo>
                      <a:pt x="313" y="52"/>
                    </a:lnTo>
                    <a:lnTo>
                      <a:pt x="313" y="54"/>
                    </a:lnTo>
                    <a:lnTo>
                      <a:pt x="315" y="54"/>
                    </a:lnTo>
                    <a:lnTo>
                      <a:pt x="315" y="54"/>
                    </a:lnTo>
                    <a:lnTo>
                      <a:pt x="318" y="54"/>
                    </a:lnTo>
                    <a:lnTo>
                      <a:pt x="318" y="52"/>
                    </a:lnTo>
                    <a:lnTo>
                      <a:pt x="318" y="52"/>
                    </a:lnTo>
                    <a:lnTo>
                      <a:pt x="318" y="52"/>
                    </a:lnTo>
                    <a:lnTo>
                      <a:pt x="320" y="52"/>
                    </a:lnTo>
                    <a:lnTo>
                      <a:pt x="320" y="52"/>
                    </a:lnTo>
                    <a:lnTo>
                      <a:pt x="320" y="52"/>
                    </a:lnTo>
                    <a:lnTo>
                      <a:pt x="320" y="54"/>
                    </a:lnTo>
                    <a:lnTo>
                      <a:pt x="322" y="54"/>
                    </a:lnTo>
                    <a:lnTo>
                      <a:pt x="322" y="54"/>
                    </a:lnTo>
                    <a:lnTo>
                      <a:pt x="325" y="54"/>
                    </a:lnTo>
                    <a:lnTo>
                      <a:pt x="325" y="54"/>
                    </a:lnTo>
                    <a:lnTo>
                      <a:pt x="325" y="54"/>
                    </a:lnTo>
                    <a:lnTo>
                      <a:pt x="325" y="54"/>
                    </a:lnTo>
                    <a:lnTo>
                      <a:pt x="325" y="54"/>
                    </a:lnTo>
                    <a:lnTo>
                      <a:pt x="327" y="54"/>
                    </a:lnTo>
                    <a:lnTo>
                      <a:pt x="327" y="57"/>
                    </a:lnTo>
                    <a:lnTo>
                      <a:pt x="327" y="57"/>
                    </a:lnTo>
                    <a:lnTo>
                      <a:pt x="327" y="57"/>
                    </a:lnTo>
                    <a:lnTo>
                      <a:pt x="329" y="57"/>
                    </a:lnTo>
                    <a:lnTo>
                      <a:pt x="329" y="57"/>
                    </a:lnTo>
                    <a:lnTo>
                      <a:pt x="329" y="57"/>
                    </a:lnTo>
                    <a:lnTo>
                      <a:pt x="329" y="59"/>
                    </a:lnTo>
                    <a:lnTo>
                      <a:pt x="329" y="59"/>
                    </a:lnTo>
                    <a:lnTo>
                      <a:pt x="329" y="62"/>
                    </a:lnTo>
                    <a:lnTo>
                      <a:pt x="332" y="62"/>
                    </a:lnTo>
                    <a:lnTo>
                      <a:pt x="332" y="62"/>
                    </a:lnTo>
                    <a:lnTo>
                      <a:pt x="332" y="62"/>
                    </a:lnTo>
                    <a:lnTo>
                      <a:pt x="332" y="64"/>
                    </a:lnTo>
                    <a:lnTo>
                      <a:pt x="332" y="64"/>
                    </a:lnTo>
                    <a:lnTo>
                      <a:pt x="332" y="64"/>
                    </a:lnTo>
                    <a:lnTo>
                      <a:pt x="332" y="64"/>
                    </a:lnTo>
                    <a:lnTo>
                      <a:pt x="334" y="64"/>
                    </a:lnTo>
                    <a:lnTo>
                      <a:pt x="334" y="66"/>
                    </a:lnTo>
                    <a:lnTo>
                      <a:pt x="334" y="66"/>
                    </a:lnTo>
                    <a:lnTo>
                      <a:pt x="334" y="66"/>
                    </a:lnTo>
                    <a:lnTo>
                      <a:pt x="336" y="66"/>
                    </a:lnTo>
                    <a:lnTo>
                      <a:pt x="336" y="66"/>
                    </a:lnTo>
                    <a:lnTo>
                      <a:pt x="339" y="66"/>
                    </a:lnTo>
                    <a:lnTo>
                      <a:pt x="339" y="66"/>
                    </a:lnTo>
                    <a:lnTo>
                      <a:pt x="339" y="66"/>
                    </a:lnTo>
                    <a:lnTo>
                      <a:pt x="339" y="66"/>
                    </a:lnTo>
                    <a:lnTo>
                      <a:pt x="341" y="66"/>
                    </a:lnTo>
                    <a:lnTo>
                      <a:pt x="341" y="69"/>
                    </a:lnTo>
                    <a:lnTo>
                      <a:pt x="341" y="69"/>
                    </a:lnTo>
                    <a:lnTo>
                      <a:pt x="341" y="69"/>
                    </a:lnTo>
                    <a:lnTo>
                      <a:pt x="344" y="69"/>
                    </a:lnTo>
                    <a:lnTo>
                      <a:pt x="344" y="69"/>
                    </a:lnTo>
                    <a:lnTo>
                      <a:pt x="344" y="69"/>
                    </a:lnTo>
                    <a:lnTo>
                      <a:pt x="346" y="69"/>
                    </a:lnTo>
                    <a:lnTo>
                      <a:pt x="346" y="71"/>
                    </a:lnTo>
                    <a:lnTo>
                      <a:pt x="346" y="71"/>
                    </a:lnTo>
                    <a:lnTo>
                      <a:pt x="346" y="71"/>
                    </a:lnTo>
                    <a:lnTo>
                      <a:pt x="346" y="73"/>
                    </a:lnTo>
                    <a:lnTo>
                      <a:pt x="346" y="73"/>
                    </a:lnTo>
                    <a:lnTo>
                      <a:pt x="346" y="73"/>
                    </a:lnTo>
                    <a:lnTo>
                      <a:pt x="348" y="73"/>
                    </a:lnTo>
                    <a:lnTo>
                      <a:pt x="348" y="73"/>
                    </a:lnTo>
                    <a:lnTo>
                      <a:pt x="348" y="73"/>
                    </a:lnTo>
                    <a:lnTo>
                      <a:pt x="348" y="76"/>
                    </a:lnTo>
                    <a:lnTo>
                      <a:pt x="348" y="76"/>
                    </a:lnTo>
                    <a:lnTo>
                      <a:pt x="348" y="76"/>
                    </a:lnTo>
                    <a:lnTo>
                      <a:pt x="348" y="78"/>
                    </a:lnTo>
                    <a:lnTo>
                      <a:pt x="351" y="78"/>
                    </a:lnTo>
                    <a:lnTo>
                      <a:pt x="351" y="78"/>
                    </a:lnTo>
                    <a:lnTo>
                      <a:pt x="351" y="78"/>
                    </a:lnTo>
                    <a:lnTo>
                      <a:pt x="353" y="78"/>
                    </a:lnTo>
                    <a:lnTo>
                      <a:pt x="353" y="78"/>
                    </a:lnTo>
                    <a:lnTo>
                      <a:pt x="353" y="78"/>
                    </a:lnTo>
                    <a:lnTo>
                      <a:pt x="355" y="78"/>
                    </a:lnTo>
                    <a:lnTo>
                      <a:pt x="355" y="78"/>
                    </a:lnTo>
                    <a:lnTo>
                      <a:pt x="358" y="78"/>
                    </a:lnTo>
                    <a:lnTo>
                      <a:pt x="358" y="78"/>
                    </a:lnTo>
                    <a:lnTo>
                      <a:pt x="358" y="78"/>
                    </a:lnTo>
                    <a:lnTo>
                      <a:pt x="360" y="78"/>
                    </a:lnTo>
                    <a:lnTo>
                      <a:pt x="360" y="78"/>
                    </a:lnTo>
                    <a:lnTo>
                      <a:pt x="360" y="78"/>
                    </a:lnTo>
                    <a:lnTo>
                      <a:pt x="362" y="78"/>
                    </a:lnTo>
                    <a:lnTo>
                      <a:pt x="362" y="78"/>
                    </a:lnTo>
                    <a:lnTo>
                      <a:pt x="362" y="78"/>
                    </a:lnTo>
                    <a:lnTo>
                      <a:pt x="365" y="78"/>
                    </a:lnTo>
                    <a:lnTo>
                      <a:pt x="365" y="78"/>
                    </a:lnTo>
                    <a:lnTo>
                      <a:pt x="365" y="78"/>
                    </a:lnTo>
                    <a:lnTo>
                      <a:pt x="367" y="78"/>
                    </a:lnTo>
                    <a:lnTo>
                      <a:pt x="367" y="78"/>
                    </a:lnTo>
                    <a:lnTo>
                      <a:pt x="367" y="78"/>
                    </a:lnTo>
                    <a:lnTo>
                      <a:pt x="367" y="78"/>
                    </a:lnTo>
                    <a:lnTo>
                      <a:pt x="367" y="81"/>
                    </a:lnTo>
                    <a:lnTo>
                      <a:pt x="370" y="81"/>
                    </a:lnTo>
                    <a:lnTo>
                      <a:pt x="370" y="81"/>
                    </a:lnTo>
                    <a:lnTo>
                      <a:pt x="367" y="81"/>
                    </a:lnTo>
                    <a:lnTo>
                      <a:pt x="367" y="83"/>
                    </a:lnTo>
                    <a:lnTo>
                      <a:pt x="367" y="83"/>
                    </a:lnTo>
                    <a:lnTo>
                      <a:pt x="367" y="83"/>
                    </a:lnTo>
                    <a:lnTo>
                      <a:pt x="367" y="85"/>
                    </a:lnTo>
                    <a:lnTo>
                      <a:pt x="367" y="85"/>
                    </a:lnTo>
                    <a:lnTo>
                      <a:pt x="367" y="88"/>
                    </a:lnTo>
                    <a:lnTo>
                      <a:pt x="370" y="88"/>
                    </a:lnTo>
                    <a:lnTo>
                      <a:pt x="370" y="88"/>
                    </a:lnTo>
                    <a:lnTo>
                      <a:pt x="370" y="90"/>
                    </a:lnTo>
                    <a:lnTo>
                      <a:pt x="370" y="90"/>
                    </a:lnTo>
                    <a:lnTo>
                      <a:pt x="370" y="90"/>
                    </a:lnTo>
                    <a:lnTo>
                      <a:pt x="370" y="92"/>
                    </a:lnTo>
                    <a:lnTo>
                      <a:pt x="370" y="92"/>
                    </a:lnTo>
                    <a:lnTo>
                      <a:pt x="370" y="92"/>
                    </a:lnTo>
                    <a:lnTo>
                      <a:pt x="370" y="92"/>
                    </a:lnTo>
                    <a:lnTo>
                      <a:pt x="367" y="92"/>
                    </a:lnTo>
                    <a:lnTo>
                      <a:pt x="367" y="95"/>
                    </a:lnTo>
                    <a:lnTo>
                      <a:pt x="367" y="95"/>
                    </a:lnTo>
                    <a:lnTo>
                      <a:pt x="367" y="95"/>
                    </a:lnTo>
                    <a:lnTo>
                      <a:pt x="367" y="95"/>
                    </a:lnTo>
                    <a:lnTo>
                      <a:pt x="370" y="95"/>
                    </a:lnTo>
                    <a:lnTo>
                      <a:pt x="370" y="97"/>
                    </a:lnTo>
                    <a:lnTo>
                      <a:pt x="370" y="97"/>
                    </a:lnTo>
                    <a:lnTo>
                      <a:pt x="370" y="97"/>
                    </a:lnTo>
                    <a:lnTo>
                      <a:pt x="370" y="100"/>
                    </a:lnTo>
                    <a:lnTo>
                      <a:pt x="370" y="100"/>
                    </a:lnTo>
                    <a:lnTo>
                      <a:pt x="370" y="102"/>
                    </a:lnTo>
                    <a:lnTo>
                      <a:pt x="370" y="102"/>
                    </a:lnTo>
                    <a:lnTo>
                      <a:pt x="370" y="102"/>
                    </a:lnTo>
                    <a:lnTo>
                      <a:pt x="370" y="104"/>
                    </a:lnTo>
                    <a:lnTo>
                      <a:pt x="370" y="104"/>
                    </a:lnTo>
                    <a:lnTo>
                      <a:pt x="370" y="104"/>
                    </a:lnTo>
                    <a:lnTo>
                      <a:pt x="372" y="104"/>
                    </a:lnTo>
                    <a:lnTo>
                      <a:pt x="372" y="104"/>
                    </a:lnTo>
                    <a:lnTo>
                      <a:pt x="372" y="107"/>
                    </a:lnTo>
                    <a:lnTo>
                      <a:pt x="370" y="107"/>
                    </a:lnTo>
                    <a:lnTo>
                      <a:pt x="370" y="107"/>
                    </a:lnTo>
                    <a:lnTo>
                      <a:pt x="370" y="109"/>
                    </a:lnTo>
                    <a:lnTo>
                      <a:pt x="370" y="109"/>
                    </a:lnTo>
                    <a:lnTo>
                      <a:pt x="370" y="109"/>
                    </a:lnTo>
                    <a:lnTo>
                      <a:pt x="370" y="111"/>
                    </a:lnTo>
                    <a:lnTo>
                      <a:pt x="367" y="111"/>
                    </a:lnTo>
                    <a:lnTo>
                      <a:pt x="367" y="111"/>
                    </a:lnTo>
                    <a:lnTo>
                      <a:pt x="367" y="114"/>
                    </a:lnTo>
                    <a:lnTo>
                      <a:pt x="367" y="114"/>
                    </a:lnTo>
                    <a:lnTo>
                      <a:pt x="367" y="114"/>
                    </a:lnTo>
                    <a:lnTo>
                      <a:pt x="367" y="114"/>
                    </a:lnTo>
                    <a:lnTo>
                      <a:pt x="367" y="114"/>
                    </a:lnTo>
                    <a:lnTo>
                      <a:pt x="367" y="116"/>
                    </a:lnTo>
                    <a:lnTo>
                      <a:pt x="367" y="116"/>
                    </a:lnTo>
                    <a:lnTo>
                      <a:pt x="367" y="116"/>
                    </a:lnTo>
                    <a:lnTo>
                      <a:pt x="367" y="118"/>
                    </a:lnTo>
                    <a:lnTo>
                      <a:pt x="367" y="118"/>
                    </a:lnTo>
                    <a:lnTo>
                      <a:pt x="367" y="121"/>
                    </a:lnTo>
                    <a:lnTo>
                      <a:pt x="367" y="121"/>
                    </a:lnTo>
                    <a:lnTo>
                      <a:pt x="367" y="121"/>
                    </a:lnTo>
                    <a:lnTo>
                      <a:pt x="367" y="123"/>
                    </a:lnTo>
                    <a:lnTo>
                      <a:pt x="367" y="123"/>
                    </a:lnTo>
                    <a:lnTo>
                      <a:pt x="367" y="123"/>
                    </a:lnTo>
                    <a:lnTo>
                      <a:pt x="367" y="126"/>
                    </a:lnTo>
                    <a:lnTo>
                      <a:pt x="365" y="126"/>
                    </a:lnTo>
                    <a:lnTo>
                      <a:pt x="365" y="126"/>
                    </a:lnTo>
                    <a:lnTo>
                      <a:pt x="365" y="126"/>
                    </a:lnTo>
                    <a:lnTo>
                      <a:pt x="365" y="128"/>
                    </a:lnTo>
                    <a:lnTo>
                      <a:pt x="365" y="128"/>
                    </a:lnTo>
                    <a:lnTo>
                      <a:pt x="365" y="130"/>
                    </a:lnTo>
                    <a:lnTo>
                      <a:pt x="365" y="130"/>
                    </a:lnTo>
                    <a:lnTo>
                      <a:pt x="362" y="130"/>
                    </a:lnTo>
                    <a:lnTo>
                      <a:pt x="362" y="130"/>
                    </a:lnTo>
                    <a:lnTo>
                      <a:pt x="362" y="130"/>
                    </a:lnTo>
                    <a:lnTo>
                      <a:pt x="362" y="133"/>
                    </a:lnTo>
                    <a:lnTo>
                      <a:pt x="360" y="133"/>
                    </a:lnTo>
                    <a:lnTo>
                      <a:pt x="360" y="133"/>
                    </a:lnTo>
                    <a:lnTo>
                      <a:pt x="360" y="133"/>
                    </a:lnTo>
                    <a:lnTo>
                      <a:pt x="360" y="133"/>
                    </a:lnTo>
                    <a:lnTo>
                      <a:pt x="360" y="133"/>
                    </a:lnTo>
                    <a:lnTo>
                      <a:pt x="360" y="133"/>
                    </a:lnTo>
                    <a:lnTo>
                      <a:pt x="360" y="133"/>
                    </a:lnTo>
                    <a:lnTo>
                      <a:pt x="360" y="135"/>
                    </a:lnTo>
                    <a:lnTo>
                      <a:pt x="360" y="135"/>
                    </a:lnTo>
                    <a:lnTo>
                      <a:pt x="362" y="135"/>
                    </a:lnTo>
                    <a:lnTo>
                      <a:pt x="362" y="137"/>
                    </a:lnTo>
                    <a:lnTo>
                      <a:pt x="362" y="137"/>
                    </a:lnTo>
                    <a:lnTo>
                      <a:pt x="362" y="137"/>
                    </a:lnTo>
                    <a:lnTo>
                      <a:pt x="362" y="137"/>
                    </a:lnTo>
                    <a:lnTo>
                      <a:pt x="360" y="137"/>
                    </a:lnTo>
                    <a:lnTo>
                      <a:pt x="360" y="137"/>
                    </a:lnTo>
                    <a:lnTo>
                      <a:pt x="360" y="137"/>
                    </a:lnTo>
                    <a:lnTo>
                      <a:pt x="358" y="137"/>
                    </a:lnTo>
                    <a:lnTo>
                      <a:pt x="358" y="137"/>
                    </a:lnTo>
                    <a:lnTo>
                      <a:pt x="358" y="140"/>
                    </a:lnTo>
                    <a:lnTo>
                      <a:pt x="358" y="140"/>
                    </a:lnTo>
                    <a:lnTo>
                      <a:pt x="358" y="140"/>
                    </a:lnTo>
                    <a:lnTo>
                      <a:pt x="355" y="140"/>
                    </a:lnTo>
                    <a:lnTo>
                      <a:pt x="355" y="142"/>
                    </a:lnTo>
                    <a:lnTo>
                      <a:pt x="355" y="142"/>
                    </a:lnTo>
                    <a:lnTo>
                      <a:pt x="355" y="142"/>
                    </a:lnTo>
                    <a:lnTo>
                      <a:pt x="353" y="142"/>
                    </a:lnTo>
                    <a:lnTo>
                      <a:pt x="353" y="142"/>
                    </a:lnTo>
                    <a:lnTo>
                      <a:pt x="353" y="145"/>
                    </a:lnTo>
                    <a:lnTo>
                      <a:pt x="353" y="145"/>
                    </a:lnTo>
                    <a:lnTo>
                      <a:pt x="353" y="147"/>
                    </a:lnTo>
                    <a:lnTo>
                      <a:pt x="355" y="147"/>
                    </a:lnTo>
                    <a:lnTo>
                      <a:pt x="355" y="147"/>
                    </a:lnTo>
                    <a:lnTo>
                      <a:pt x="355" y="147"/>
                    </a:lnTo>
                    <a:lnTo>
                      <a:pt x="355" y="149"/>
                    </a:lnTo>
                    <a:lnTo>
                      <a:pt x="355" y="149"/>
                    </a:lnTo>
                    <a:lnTo>
                      <a:pt x="355" y="152"/>
                    </a:lnTo>
                    <a:lnTo>
                      <a:pt x="355" y="152"/>
                    </a:lnTo>
                    <a:lnTo>
                      <a:pt x="355" y="152"/>
                    </a:lnTo>
                    <a:lnTo>
                      <a:pt x="355" y="152"/>
                    </a:lnTo>
                    <a:lnTo>
                      <a:pt x="355" y="152"/>
                    </a:lnTo>
                    <a:lnTo>
                      <a:pt x="355" y="154"/>
                    </a:lnTo>
                    <a:lnTo>
                      <a:pt x="355" y="154"/>
                    </a:lnTo>
                    <a:lnTo>
                      <a:pt x="358" y="154"/>
                    </a:lnTo>
                    <a:lnTo>
                      <a:pt x="358" y="156"/>
                    </a:lnTo>
                    <a:lnTo>
                      <a:pt x="358" y="156"/>
                    </a:lnTo>
                    <a:lnTo>
                      <a:pt x="358" y="156"/>
                    </a:lnTo>
                    <a:lnTo>
                      <a:pt x="358" y="156"/>
                    </a:lnTo>
                    <a:lnTo>
                      <a:pt x="360" y="156"/>
                    </a:lnTo>
                    <a:lnTo>
                      <a:pt x="360" y="156"/>
                    </a:lnTo>
                    <a:lnTo>
                      <a:pt x="360" y="156"/>
                    </a:lnTo>
                    <a:lnTo>
                      <a:pt x="362" y="156"/>
                    </a:lnTo>
                    <a:lnTo>
                      <a:pt x="362" y="156"/>
                    </a:lnTo>
                    <a:lnTo>
                      <a:pt x="362" y="159"/>
                    </a:lnTo>
                    <a:lnTo>
                      <a:pt x="362" y="159"/>
                    </a:lnTo>
                    <a:lnTo>
                      <a:pt x="362" y="159"/>
                    </a:lnTo>
                    <a:lnTo>
                      <a:pt x="362" y="161"/>
                    </a:lnTo>
                    <a:lnTo>
                      <a:pt x="360" y="161"/>
                    </a:lnTo>
                    <a:lnTo>
                      <a:pt x="360" y="161"/>
                    </a:lnTo>
                    <a:lnTo>
                      <a:pt x="360" y="161"/>
                    </a:lnTo>
                    <a:lnTo>
                      <a:pt x="360" y="163"/>
                    </a:lnTo>
                    <a:lnTo>
                      <a:pt x="360" y="163"/>
                    </a:lnTo>
                    <a:lnTo>
                      <a:pt x="360" y="163"/>
                    </a:lnTo>
                    <a:lnTo>
                      <a:pt x="358" y="163"/>
                    </a:lnTo>
                    <a:lnTo>
                      <a:pt x="358" y="163"/>
                    </a:lnTo>
                    <a:lnTo>
                      <a:pt x="358" y="163"/>
                    </a:lnTo>
                    <a:lnTo>
                      <a:pt x="358" y="163"/>
                    </a:lnTo>
                    <a:lnTo>
                      <a:pt x="358" y="166"/>
                    </a:lnTo>
                    <a:lnTo>
                      <a:pt x="358" y="166"/>
                    </a:lnTo>
                    <a:lnTo>
                      <a:pt x="355" y="166"/>
                    </a:lnTo>
                    <a:lnTo>
                      <a:pt x="355" y="168"/>
                    </a:lnTo>
                    <a:lnTo>
                      <a:pt x="355" y="168"/>
                    </a:lnTo>
                    <a:lnTo>
                      <a:pt x="358" y="168"/>
                    </a:lnTo>
                    <a:lnTo>
                      <a:pt x="358" y="171"/>
                    </a:lnTo>
                    <a:lnTo>
                      <a:pt x="358" y="171"/>
                    </a:lnTo>
                    <a:lnTo>
                      <a:pt x="358" y="173"/>
                    </a:lnTo>
                    <a:lnTo>
                      <a:pt x="358" y="173"/>
                    </a:lnTo>
                    <a:lnTo>
                      <a:pt x="358" y="173"/>
                    </a:lnTo>
                    <a:lnTo>
                      <a:pt x="358" y="173"/>
                    </a:lnTo>
                    <a:lnTo>
                      <a:pt x="358" y="175"/>
                    </a:lnTo>
                    <a:lnTo>
                      <a:pt x="358" y="175"/>
                    </a:lnTo>
                    <a:lnTo>
                      <a:pt x="358" y="175"/>
                    </a:lnTo>
                    <a:lnTo>
                      <a:pt x="358" y="178"/>
                    </a:lnTo>
                    <a:lnTo>
                      <a:pt x="358" y="178"/>
                    </a:lnTo>
                    <a:lnTo>
                      <a:pt x="358" y="180"/>
                    </a:lnTo>
                    <a:lnTo>
                      <a:pt x="360" y="180"/>
                    </a:lnTo>
                    <a:lnTo>
                      <a:pt x="360" y="180"/>
                    </a:lnTo>
                    <a:lnTo>
                      <a:pt x="360" y="182"/>
                    </a:lnTo>
                    <a:lnTo>
                      <a:pt x="360" y="182"/>
                    </a:lnTo>
                    <a:lnTo>
                      <a:pt x="360" y="182"/>
                    </a:lnTo>
                    <a:lnTo>
                      <a:pt x="360" y="182"/>
                    </a:lnTo>
                    <a:lnTo>
                      <a:pt x="360" y="182"/>
                    </a:lnTo>
                    <a:lnTo>
                      <a:pt x="360" y="185"/>
                    </a:lnTo>
                    <a:lnTo>
                      <a:pt x="360" y="185"/>
                    </a:lnTo>
                    <a:lnTo>
                      <a:pt x="360" y="187"/>
                    </a:lnTo>
                    <a:lnTo>
                      <a:pt x="360" y="187"/>
                    </a:lnTo>
                    <a:lnTo>
                      <a:pt x="360" y="190"/>
                    </a:lnTo>
                    <a:lnTo>
                      <a:pt x="362" y="190"/>
                    </a:lnTo>
                    <a:lnTo>
                      <a:pt x="362" y="190"/>
                    </a:lnTo>
                    <a:lnTo>
                      <a:pt x="362" y="192"/>
                    </a:lnTo>
                    <a:lnTo>
                      <a:pt x="362" y="192"/>
                    </a:lnTo>
                    <a:lnTo>
                      <a:pt x="362" y="192"/>
                    </a:lnTo>
                    <a:lnTo>
                      <a:pt x="360" y="192"/>
                    </a:lnTo>
                    <a:lnTo>
                      <a:pt x="360" y="194"/>
                    </a:lnTo>
                    <a:lnTo>
                      <a:pt x="360" y="194"/>
                    </a:lnTo>
                    <a:lnTo>
                      <a:pt x="360" y="197"/>
                    </a:lnTo>
                    <a:lnTo>
                      <a:pt x="360" y="197"/>
                    </a:lnTo>
                    <a:lnTo>
                      <a:pt x="360" y="199"/>
                    </a:lnTo>
                    <a:lnTo>
                      <a:pt x="360" y="199"/>
                    </a:lnTo>
                    <a:lnTo>
                      <a:pt x="360" y="201"/>
                    </a:lnTo>
                    <a:lnTo>
                      <a:pt x="360" y="201"/>
                    </a:lnTo>
                    <a:lnTo>
                      <a:pt x="360" y="201"/>
                    </a:lnTo>
                    <a:lnTo>
                      <a:pt x="360" y="204"/>
                    </a:lnTo>
                    <a:lnTo>
                      <a:pt x="360" y="204"/>
                    </a:lnTo>
                    <a:lnTo>
                      <a:pt x="360" y="206"/>
                    </a:lnTo>
                    <a:lnTo>
                      <a:pt x="360" y="206"/>
                    </a:lnTo>
                    <a:lnTo>
                      <a:pt x="360" y="209"/>
                    </a:lnTo>
                    <a:lnTo>
                      <a:pt x="360" y="209"/>
                    </a:lnTo>
                    <a:lnTo>
                      <a:pt x="362" y="209"/>
                    </a:lnTo>
                    <a:lnTo>
                      <a:pt x="362" y="209"/>
                    </a:lnTo>
                    <a:lnTo>
                      <a:pt x="365" y="209"/>
                    </a:lnTo>
                    <a:lnTo>
                      <a:pt x="365" y="211"/>
                    </a:lnTo>
                    <a:lnTo>
                      <a:pt x="365" y="211"/>
                    </a:lnTo>
                    <a:lnTo>
                      <a:pt x="365" y="211"/>
                    </a:lnTo>
                    <a:lnTo>
                      <a:pt x="367" y="211"/>
                    </a:lnTo>
                    <a:lnTo>
                      <a:pt x="367" y="211"/>
                    </a:lnTo>
                    <a:lnTo>
                      <a:pt x="367" y="211"/>
                    </a:lnTo>
                    <a:lnTo>
                      <a:pt x="370" y="211"/>
                    </a:lnTo>
                    <a:lnTo>
                      <a:pt x="370" y="211"/>
                    </a:lnTo>
                    <a:lnTo>
                      <a:pt x="372" y="211"/>
                    </a:lnTo>
                    <a:lnTo>
                      <a:pt x="372" y="211"/>
                    </a:lnTo>
                    <a:lnTo>
                      <a:pt x="372" y="211"/>
                    </a:lnTo>
                    <a:lnTo>
                      <a:pt x="372" y="211"/>
                    </a:lnTo>
                    <a:lnTo>
                      <a:pt x="374" y="211"/>
                    </a:lnTo>
                    <a:lnTo>
                      <a:pt x="374" y="211"/>
                    </a:lnTo>
                    <a:lnTo>
                      <a:pt x="374" y="211"/>
                    </a:lnTo>
                    <a:lnTo>
                      <a:pt x="377" y="211"/>
                    </a:lnTo>
                    <a:lnTo>
                      <a:pt x="377" y="211"/>
                    </a:lnTo>
                    <a:lnTo>
                      <a:pt x="377" y="211"/>
                    </a:lnTo>
                    <a:lnTo>
                      <a:pt x="379" y="211"/>
                    </a:lnTo>
                    <a:lnTo>
                      <a:pt x="379" y="211"/>
                    </a:lnTo>
                    <a:lnTo>
                      <a:pt x="379" y="211"/>
                    </a:lnTo>
                    <a:lnTo>
                      <a:pt x="379" y="211"/>
                    </a:lnTo>
                    <a:lnTo>
                      <a:pt x="379" y="211"/>
                    </a:lnTo>
                    <a:lnTo>
                      <a:pt x="381" y="211"/>
                    </a:lnTo>
                    <a:lnTo>
                      <a:pt x="381" y="213"/>
                    </a:lnTo>
                    <a:lnTo>
                      <a:pt x="381" y="213"/>
                    </a:lnTo>
                    <a:lnTo>
                      <a:pt x="381" y="213"/>
                    </a:lnTo>
                    <a:lnTo>
                      <a:pt x="381" y="216"/>
                    </a:lnTo>
                    <a:lnTo>
                      <a:pt x="381" y="216"/>
                    </a:lnTo>
                    <a:lnTo>
                      <a:pt x="381" y="218"/>
                    </a:lnTo>
                    <a:lnTo>
                      <a:pt x="381" y="218"/>
                    </a:lnTo>
                    <a:lnTo>
                      <a:pt x="381" y="218"/>
                    </a:lnTo>
                    <a:lnTo>
                      <a:pt x="381" y="220"/>
                    </a:lnTo>
                    <a:lnTo>
                      <a:pt x="381" y="220"/>
                    </a:lnTo>
                    <a:lnTo>
                      <a:pt x="381" y="223"/>
                    </a:lnTo>
                    <a:lnTo>
                      <a:pt x="381" y="223"/>
                    </a:lnTo>
                    <a:lnTo>
                      <a:pt x="381" y="223"/>
                    </a:lnTo>
                    <a:lnTo>
                      <a:pt x="381" y="223"/>
                    </a:lnTo>
                    <a:lnTo>
                      <a:pt x="381" y="225"/>
                    </a:lnTo>
                    <a:lnTo>
                      <a:pt x="381" y="225"/>
                    </a:lnTo>
                    <a:lnTo>
                      <a:pt x="381" y="227"/>
                    </a:lnTo>
                    <a:lnTo>
                      <a:pt x="381" y="227"/>
                    </a:lnTo>
                    <a:lnTo>
                      <a:pt x="381" y="227"/>
                    </a:lnTo>
                    <a:lnTo>
                      <a:pt x="379" y="227"/>
                    </a:lnTo>
                    <a:lnTo>
                      <a:pt x="379" y="230"/>
                    </a:lnTo>
                    <a:lnTo>
                      <a:pt x="379" y="230"/>
                    </a:lnTo>
                    <a:lnTo>
                      <a:pt x="379" y="230"/>
                    </a:lnTo>
                    <a:lnTo>
                      <a:pt x="379" y="230"/>
                    </a:lnTo>
                    <a:lnTo>
                      <a:pt x="379" y="232"/>
                    </a:lnTo>
                    <a:lnTo>
                      <a:pt x="377" y="232"/>
                    </a:lnTo>
                    <a:lnTo>
                      <a:pt x="377" y="232"/>
                    </a:lnTo>
                    <a:lnTo>
                      <a:pt x="377" y="232"/>
                    </a:lnTo>
                    <a:lnTo>
                      <a:pt x="377" y="232"/>
                    </a:lnTo>
                    <a:lnTo>
                      <a:pt x="374" y="232"/>
                    </a:lnTo>
                    <a:lnTo>
                      <a:pt x="374" y="235"/>
                    </a:lnTo>
                    <a:lnTo>
                      <a:pt x="374" y="235"/>
                    </a:lnTo>
                    <a:lnTo>
                      <a:pt x="374" y="235"/>
                    </a:lnTo>
                    <a:lnTo>
                      <a:pt x="374" y="235"/>
                    </a:lnTo>
                    <a:lnTo>
                      <a:pt x="374" y="237"/>
                    </a:lnTo>
                    <a:lnTo>
                      <a:pt x="372" y="237"/>
                    </a:lnTo>
                    <a:lnTo>
                      <a:pt x="372" y="237"/>
                    </a:lnTo>
                    <a:lnTo>
                      <a:pt x="372" y="237"/>
                    </a:lnTo>
                    <a:lnTo>
                      <a:pt x="372" y="239"/>
                    </a:lnTo>
                    <a:lnTo>
                      <a:pt x="372" y="239"/>
                    </a:lnTo>
                    <a:lnTo>
                      <a:pt x="372" y="239"/>
                    </a:lnTo>
                    <a:lnTo>
                      <a:pt x="370" y="239"/>
                    </a:lnTo>
                    <a:lnTo>
                      <a:pt x="370" y="242"/>
                    </a:lnTo>
                    <a:lnTo>
                      <a:pt x="370" y="242"/>
                    </a:lnTo>
                    <a:lnTo>
                      <a:pt x="370" y="242"/>
                    </a:lnTo>
                    <a:lnTo>
                      <a:pt x="367" y="242"/>
                    </a:lnTo>
                    <a:lnTo>
                      <a:pt x="367" y="242"/>
                    </a:lnTo>
                    <a:lnTo>
                      <a:pt x="367" y="242"/>
                    </a:lnTo>
                    <a:lnTo>
                      <a:pt x="367" y="244"/>
                    </a:lnTo>
                    <a:lnTo>
                      <a:pt x="367" y="244"/>
                    </a:lnTo>
                    <a:lnTo>
                      <a:pt x="367" y="244"/>
                    </a:lnTo>
                    <a:lnTo>
                      <a:pt x="367" y="246"/>
                    </a:lnTo>
                    <a:lnTo>
                      <a:pt x="365" y="246"/>
                    </a:lnTo>
                    <a:lnTo>
                      <a:pt x="365" y="246"/>
                    </a:lnTo>
                    <a:lnTo>
                      <a:pt x="365" y="246"/>
                    </a:lnTo>
                    <a:lnTo>
                      <a:pt x="365" y="249"/>
                    </a:lnTo>
                    <a:lnTo>
                      <a:pt x="365" y="249"/>
                    </a:lnTo>
                    <a:lnTo>
                      <a:pt x="365" y="249"/>
                    </a:lnTo>
                    <a:lnTo>
                      <a:pt x="362" y="249"/>
                    </a:lnTo>
                    <a:lnTo>
                      <a:pt x="362" y="251"/>
                    </a:lnTo>
                    <a:lnTo>
                      <a:pt x="362" y="251"/>
                    </a:lnTo>
                    <a:lnTo>
                      <a:pt x="362" y="251"/>
                    </a:lnTo>
                    <a:lnTo>
                      <a:pt x="362" y="251"/>
                    </a:lnTo>
                    <a:lnTo>
                      <a:pt x="362" y="251"/>
                    </a:lnTo>
                    <a:lnTo>
                      <a:pt x="365" y="251"/>
                    </a:lnTo>
                    <a:lnTo>
                      <a:pt x="365" y="254"/>
                    </a:lnTo>
                    <a:lnTo>
                      <a:pt x="365" y="254"/>
                    </a:lnTo>
                    <a:lnTo>
                      <a:pt x="365" y="254"/>
                    </a:lnTo>
                    <a:lnTo>
                      <a:pt x="365" y="254"/>
                    </a:lnTo>
                    <a:lnTo>
                      <a:pt x="365" y="256"/>
                    </a:lnTo>
                    <a:lnTo>
                      <a:pt x="367" y="256"/>
                    </a:lnTo>
                    <a:lnTo>
                      <a:pt x="367" y="256"/>
                    </a:lnTo>
                    <a:lnTo>
                      <a:pt x="367" y="258"/>
                    </a:lnTo>
                    <a:lnTo>
                      <a:pt x="367" y="258"/>
                    </a:lnTo>
                    <a:lnTo>
                      <a:pt x="367" y="258"/>
                    </a:lnTo>
                    <a:lnTo>
                      <a:pt x="367" y="258"/>
                    </a:lnTo>
                    <a:lnTo>
                      <a:pt x="367" y="261"/>
                    </a:lnTo>
                    <a:lnTo>
                      <a:pt x="370" y="261"/>
                    </a:lnTo>
                    <a:lnTo>
                      <a:pt x="370" y="261"/>
                    </a:lnTo>
                    <a:lnTo>
                      <a:pt x="370" y="261"/>
                    </a:lnTo>
                    <a:lnTo>
                      <a:pt x="370" y="261"/>
                    </a:lnTo>
                    <a:lnTo>
                      <a:pt x="372" y="261"/>
                    </a:lnTo>
                    <a:lnTo>
                      <a:pt x="372" y="261"/>
                    </a:lnTo>
                    <a:lnTo>
                      <a:pt x="372" y="263"/>
                    </a:lnTo>
                    <a:lnTo>
                      <a:pt x="372" y="263"/>
                    </a:lnTo>
                    <a:lnTo>
                      <a:pt x="372" y="263"/>
                    </a:lnTo>
                    <a:lnTo>
                      <a:pt x="372" y="265"/>
                    </a:lnTo>
                    <a:lnTo>
                      <a:pt x="372" y="265"/>
                    </a:lnTo>
                    <a:lnTo>
                      <a:pt x="372" y="268"/>
                    </a:lnTo>
                    <a:lnTo>
                      <a:pt x="374" y="268"/>
                    </a:lnTo>
                    <a:lnTo>
                      <a:pt x="374" y="268"/>
                    </a:lnTo>
                    <a:lnTo>
                      <a:pt x="374" y="270"/>
                    </a:lnTo>
                    <a:lnTo>
                      <a:pt x="374" y="270"/>
                    </a:lnTo>
                    <a:lnTo>
                      <a:pt x="374" y="270"/>
                    </a:lnTo>
                    <a:lnTo>
                      <a:pt x="374" y="270"/>
                    </a:lnTo>
                    <a:lnTo>
                      <a:pt x="374" y="270"/>
                    </a:lnTo>
                    <a:lnTo>
                      <a:pt x="374" y="273"/>
                    </a:lnTo>
                    <a:lnTo>
                      <a:pt x="377" y="273"/>
                    </a:lnTo>
                    <a:lnTo>
                      <a:pt x="377" y="273"/>
                    </a:lnTo>
                    <a:lnTo>
                      <a:pt x="377" y="273"/>
                    </a:lnTo>
                    <a:lnTo>
                      <a:pt x="377" y="275"/>
                    </a:lnTo>
                    <a:lnTo>
                      <a:pt x="377" y="275"/>
                    </a:lnTo>
                    <a:lnTo>
                      <a:pt x="379" y="275"/>
                    </a:lnTo>
                    <a:lnTo>
                      <a:pt x="379" y="277"/>
                    </a:lnTo>
                    <a:lnTo>
                      <a:pt x="379" y="277"/>
                    </a:lnTo>
                    <a:lnTo>
                      <a:pt x="379" y="277"/>
                    </a:lnTo>
                    <a:lnTo>
                      <a:pt x="379" y="280"/>
                    </a:lnTo>
                    <a:lnTo>
                      <a:pt x="379" y="280"/>
                    </a:lnTo>
                    <a:lnTo>
                      <a:pt x="381" y="280"/>
                    </a:lnTo>
                    <a:lnTo>
                      <a:pt x="381" y="280"/>
                    </a:lnTo>
                    <a:lnTo>
                      <a:pt x="381" y="282"/>
                    </a:lnTo>
                    <a:lnTo>
                      <a:pt x="381" y="282"/>
                    </a:lnTo>
                    <a:lnTo>
                      <a:pt x="381" y="282"/>
                    </a:lnTo>
                    <a:lnTo>
                      <a:pt x="381" y="282"/>
                    </a:lnTo>
                    <a:lnTo>
                      <a:pt x="384" y="282"/>
                    </a:lnTo>
                    <a:lnTo>
                      <a:pt x="384" y="282"/>
                    </a:lnTo>
                    <a:lnTo>
                      <a:pt x="384" y="282"/>
                    </a:lnTo>
                    <a:lnTo>
                      <a:pt x="384" y="284"/>
                    </a:lnTo>
                    <a:lnTo>
                      <a:pt x="386" y="284"/>
                    </a:lnTo>
                    <a:lnTo>
                      <a:pt x="386" y="284"/>
                    </a:lnTo>
                    <a:lnTo>
                      <a:pt x="386" y="284"/>
                    </a:lnTo>
                    <a:lnTo>
                      <a:pt x="386" y="284"/>
                    </a:lnTo>
                    <a:lnTo>
                      <a:pt x="389" y="284"/>
                    </a:lnTo>
                    <a:lnTo>
                      <a:pt x="389" y="284"/>
                    </a:lnTo>
                    <a:lnTo>
                      <a:pt x="391" y="284"/>
                    </a:lnTo>
                    <a:lnTo>
                      <a:pt x="391" y="284"/>
                    </a:lnTo>
                    <a:lnTo>
                      <a:pt x="391" y="287"/>
                    </a:lnTo>
                    <a:lnTo>
                      <a:pt x="391" y="287"/>
                    </a:lnTo>
                    <a:lnTo>
                      <a:pt x="393" y="287"/>
                    </a:lnTo>
                    <a:lnTo>
                      <a:pt x="393" y="287"/>
                    </a:lnTo>
                    <a:lnTo>
                      <a:pt x="393" y="287"/>
                    </a:lnTo>
                    <a:lnTo>
                      <a:pt x="393" y="287"/>
                    </a:lnTo>
                    <a:lnTo>
                      <a:pt x="396" y="287"/>
                    </a:lnTo>
                    <a:lnTo>
                      <a:pt x="396" y="287"/>
                    </a:lnTo>
                    <a:lnTo>
                      <a:pt x="396" y="289"/>
                    </a:lnTo>
                    <a:lnTo>
                      <a:pt x="398" y="289"/>
                    </a:lnTo>
                    <a:lnTo>
                      <a:pt x="398" y="289"/>
                    </a:lnTo>
                    <a:lnTo>
                      <a:pt x="398" y="289"/>
                    </a:lnTo>
                    <a:lnTo>
                      <a:pt x="398" y="291"/>
                    </a:lnTo>
                    <a:lnTo>
                      <a:pt x="398" y="291"/>
                    </a:lnTo>
                    <a:lnTo>
                      <a:pt x="398" y="291"/>
                    </a:lnTo>
                    <a:lnTo>
                      <a:pt x="400" y="291"/>
                    </a:lnTo>
                    <a:lnTo>
                      <a:pt x="400" y="291"/>
                    </a:lnTo>
                    <a:lnTo>
                      <a:pt x="400" y="291"/>
                    </a:lnTo>
                    <a:lnTo>
                      <a:pt x="400" y="291"/>
                    </a:lnTo>
                    <a:lnTo>
                      <a:pt x="403" y="291"/>
                    </a:lnTo>
                    <a:lnTo>
                      <a:pt x="403" y="291"/>
                    </a:lnTo>
                    <a:lnTo>
                      <a:pt x="403" y="291"/>
                    </a:lnTo>
                    <a:lnTo>
                      <a:pt x="403" y="291"/>
                    </a:lnTo>
                    <a:lnTo>
                      <a:pt x="403" y="294"/>
                    </a:lnTo>
                    <a:lnTo>
                      <a:pt x="403" y="294"/>
                    </a:lnTo>
                    <a:lnTo>
                      <a:pt x="403" y="296"/>
                    </a:lnTo>
                    <a:lnTo>
                      <a:pt x="403" y="296"/>
                    </a:lnTo>
                    <a:lnTo>
                      <a:pt x="403" y="299"/>
                    </a:lnTo>
                    <a:lnTo>
                      <a:pt x="403" y="299"/>
                    </a:lnTo>
                    <a:lnTo>
                      <a:pt x="403" y="301"/>
                    </a:lnTo>
                    <a:lnTo>
                      <a:pt x="403" y="301"/>
                    </a:lnTo>
                    <a:lnTo>
                      <a:pt x="403" y="301"/>
                    </a:lnTo>
                    <a:lnTo>
                      <a:pt x="405" y="301"/>
                    </a:lnTo>
                    <a:lnTo>
                      <a:pt x="405" y="303"/>
                    </a:lnTo>
                    <a:lnTo>
                      <a:pt x="405" y="303"/>
                    </a:lnTo>
                    <a:lnTo>
                      <a:pt x="405" y="306"/>
                    </a:lnTo>
                    <a:lnTo>
                      <a:pt x="405" y="306"/>
                    </a:lnTo>
                    <a:lnTo>
                      <a:pt x="405" y="308"/>
                    </a:lnTo>
                    <a:lnTo>
                      <a:pt x="405" y="308"/>
                    </a:lnTo>
                    <a:lnTo>
                      <a:pt x="405" y="310"/>
                    </a:lnTo>
                    <a:lnTo>
                      <a:pt x="405" y="310"/>
                    </a:lnTo>
                    <a:lnTo>
                      <a:pt x="405" y="310"/>
                    </a:lnTo>
                    <a:lnTo>
                      <a:pt x="405" y="310"/>
                    </a:lnTo>
                    <a:lnTo>
                      <a:pt x="405" y="310"/>
                    </a:lnTo>
                    <a:lnTo>
                      <a:pt x="405" y="313"/>
                    </a:lnTo>
                    <a:lnTo>
                      <a:pt x="405" y="313"/>
                    </a:lnTo>
                    <a:lnTo>
                      <a:pt x="405" y="315"/>
                    </a:lnTo>
                    <a:lnTo>
                      <a:pt x="405" y="315"/>
                    </a:lnTo>
                    <a:lnTo>
                      <a:pt x="403" y="315"/>
                    </a:lnTo>
                    <a:lnTo>
                      <a:pt x="403" y="318"/>
                    </a:lnTo>
                    <a:lnTo>
                      <a:pt x="403" y="318"/>
                    </a:lnTo>
                    <a:lnTo>
                      <a:pt x="405" y="318"/>
                    </a:lnTo>
                    <a:lnTo>
                      <a:pt x="405" y="318"/>
                    </a:lnTo>
                    <a:lnTo>
                      <a:pt x="405" y="318"/>
                    </a:lnTo>
                    <a:lnTo>
                      <a:pt x="407" y="318"/>
                    </a:lnTo>
                    <a:lnTo>
                      <a:pt x="407" y="318"/>
                    </a:lnTo>
                    <a:lnTo>
                      <a:pt x="407" y="318"/>
                    </a:lnTo>
                    <a:lnTo>
                      <a:pt x="407" y="318"/>
                    </a:lnTo>
                    <a:lnTo>
                      <a:pt x="410" y="318"/>
                    </a:lnTo>
                    <a:lnTo>
                      <a:pt x="410" y="318"/>
                    </a:lnTo>
                    <a:lnTo>
                      <a:pt x="412" y="318"/>
                    </a:lnTo>
                    <a:lnTo>
                      <a:pt x="412" y="318"/>
                    </a:lnTo>
                    <a:lnTo>
                      <a:pt x="412" y="318"/>
                    </a:lnTo>
                    <a:lnTo>
                      <a:pt x="412" y="318"/>
                    </a:lnTo>
                    <a:lnTo>
                      <a:pt x="415" y="318"/>
                    </a:lnTo>
                    <a:lnTo>
                      <a:pt x="415" y="320"/>
                    </a:lnTo>
                    <a:lnTo>
                      <a:pt x="415" y="320"/>
                    </a:lnTo>
                    <a:lnTo>
                      <a:pt x="415" y="320"/>
                    </a:lnTo>
                    <a:lnTo>
                      <a:pt x="412" y="320"/>
                    </a:lnTo>
                    <a:lnTo>
                      <a:pt x="412" y="322"/>
                    </a:lnTo>
                    <a:lnTo>
                      <a:pt x="412" y="322"/>
                    </a:lnTo>
                    <a:lnTo>
                      <a:pt x="412" y="325"/>
                    </a:lnTo>
                    <a:lnTo>
                      <a:pt x="412" y="325"/>
                    </a:lnTo>
                    <a:lnTo>
                      <a:pt x="415" y="325"/>
                    </a:lnTo>
                    <a:lnTo>
                      <a:pt x="415" y="327"/>
                    </a:lnTo>
                    <a:lnTo>
                      <a:pt x="412" y="327"/>
                    </a:lnTo>
                    <a:lnTo>
                      <a:pt x="412" y="327"/>
                    </a:lnTo>
                    <a:lnTo>
                      <a:pt x="412" y="327"/>
                    </a:lnTo>
                    <a:lnTo>
                      <a:pt x="412" y="329"/>
                    </a:lnTo>
                    <a:lnTo>
                      <a:pt x="412" y="329"/>
                    </a:lnTo>
                    <a:lnTo>
                      <a:pt x="412" y="329"/>
                    </a:lnTo>
                    <a:lnTo>
                      <a:pt x="412" y="329"/>
                    </a:lnTo>
                    <a:lnTo>
                      <a:pt x="412" y="332"/>
                    </a:lnTo>
                    <a:lnTo>
                      <a:pt x="412" y="332"/>
                    </a:lnTo>
                    <a:lnTo>
                      <a:pt x="410" y="332"/>
                    </a:lnTo>
                    <a:lnTo>
                      <a:pt x="410" y="332"/>
                    </a:lnTo>
                    <a:lnTo>
                      <a:pt x="407" y="332"/>
                    </a:lnTo>
                    <a:lnTo>
                      <a:pt x="407" y="332"/>
                    </a:lnTo>
                    <a:lnTo>
                      <a:pt x="407" y="332"/>
                    </a:lnTo>
                    <a:lnTo>
                      <a:pt x="407" y="332"/>
                    </a:lnTo>
                    <a:lnTo>
                      <a:pt x="405" y="332"/>
                    </a:lnTo>
                    <a:lnTo>
                      <a:pt x="405" y="332"/>
                    </a:lnTo>
                    <a:lnTo>
                      <a:pt x="405" y="332"/>
                    </a:lnTo>
                    <a:lnTo>
                      <a:pt x="403" y="332"/>
                    </a:lnTo>
                    <a:lnTo>
                      <a:pt x="403" y="332"/>
                    </a:lnTo>
                    <a:lnTo>
                      <a:pt x="403" y="332"/>
                    </a:lnTo>
                    <a:lnTo>
                      <a:pt x="400" y="332"/>
                    </a:lnTo>
                    <a:lnTo>
                      <a:pt x="400" y="332"/>
                    </a:lnTo>
                    <a:lnTo>
                      <a:pt x="400" y="332"/>
                    </a:lnTo>
                    <a:lnTo>
                      <a:pt x="400" y="334"/>
                    </a:lnTo>
                    <a:lnTo>
                      <a:pt x="398" y="334"/>
                    </a:lnTo>
                    <a:lnTo>
                      <a:pt x="398" y="334"/>
                    </a:lnTo>
                    <a:lnTo>
                      <a:pt x="398" y="334"/>
                    </a:lnTo>
                    <a:lnTo>
                      <a:pt x="396" y="334"/>
                    </a:lnTo>
                    <a:lnTo>
                      <a:pt x="396" y="334"/>
                    </a:lnTo>
                    <a:lnTo>
                      <a:pt x="396" y="334"/>
                    </a:lnTo>
                    <a:lnTo>
                      <a:pt x="393" y="334"/>
                    </a:lnTo>
                    <a:lnTo>
                      <a:pt x="393" y="334"/>
                    </a:lnTo>
                    <a:lnTo>
                      <a:pt x="393" y="334"/>
                    </a:lnTo>
                    <a:lnTo>
                      <a:pt x="393" y="336"/>
                    </a:lnTo>
                    <a:lnTo>
                      <a:pt x="393" y="336"/>
                    </a:lnTo>
                    <a:lnTo>
                      <a:pt x="391" y="336"/>
                    </a:lnTo>
                    <a:lnTo>
                      <a:pt x="391" y="339"/>
                    </a:lnTo>
                    <a:lnTo>
                      <a:pt x="393" y="339"/>
                    </a:lnTo>
                    <a:lnTo>
                      <a:pt x="393" y="339"/>
                    </a:lnTo>
                    <a:lnTo>
                      <a:pt x="391" y="339"/>
                    </a:lnTo>
                    <a:lnTo>
                      <a:pt x="391" y="339"/>
                    </a:lnTo>
                    <a:lnTo>
                      <a:pt x="391" y="339"/>
                    </a:lnTo>
                    <a:lnTo>
                      <a:pt x="389" y="339"/>
                    </a:lnTo>
                    <a:lnTo>
                      <a:pt x="389" y="341"/>
                    </a:lnTo>
                    <a:lnTo>
                      <a:pt x="389" y="341"/>
                    </a:lnTo>
                    <a:lnTo>
                      <a:pt x="386" y="341"/>
                    </a:lnTo>
                    <a:lnTo>
                      <a:pt x="386" y="341"/>
                    </a:lnTo>
                    <a:lnTo>
                      <a:pt x="386" y="341"/>
                    </a:lnTo>
                    <a:lnTo>
                      <a:pt x="386" y="341"/>
                    </a:lnTo>
                    <a:lnTo>
                      <a:pt x="386" y="341"/>
                    </a:lnTo>
                    <a:lnTo>
                      <a:pt x="384" y="341"/>
                    </a:lnTo>
                    <a:lnTo>
                      <a:pt x="384" y="341"/>
                    </a:lnTo>
                    <a:lnTo>
                      <a:pt x="381" y="341"/>
                    </a:lnTo>
                    <a:lnTo>
                      <a:pt x="381" y="344"/>
                    </a:lnTo>
                    <a:lnTo>
                      <a:pt x="381" y="344"/>
                    </a:lnTo>
                    <a:lnTo>
                      <a:pt x="381" y="346"/>
                    </a:lnTo>
                    <a:lnTo>
                      <a:pt x="381" y="346"/>
                    </a:lnTo>
                    <a:lnTo>
                      <a:pt x="381" y="348"/>
                    </a:lnTo>
                    <a:lnTo>
                      <a:pt x="381" y="348"/>
                    </a:lnTo>
                    <a:lnTo>
                      <a:pt x="381" y="348"/>
                    </a:lnTo>
                    <a:lnTo>
                      <a:pt x="381" y="351"/>
                    </a:lnTo>
                    <a:lnTo>
                      <a:pt x="381" y="351"/>
                    </a:lnTo>
                    <a:lnTo>
                      <a:pt x="381" y="351"/>
                    </a:lnTo>
                    <a:lnTo>
                      <a:pt x="381" y="353"/>
                    </a:lnTo>
                    <a:lnTo>
                      <a:pt x="381" y="353"/>
                    </a:lnTo>
                    <a:lnTo>
                      <a:pt x="381" y="353"/>
                    </a:lnTo>
                    <a:lnTo>
                      <a:pt x="379" y="353"/>
                    </a:lnTo>
                    <a:lnTo>
                      <a:pt x="379" y="355"/>
                    </a:lnTo>
                    <a:lnTo>
                      <a:pt x="379" y="355"/>
                    </a:lnTo>
                    <a:lnTo>
                      <a:pt x="379" y="358"/>
                    </a:lnTo>
                    <a:lnTo>
                      <a:pt x="379" y="358"/>
                    </a:lnTo>
                    <a:lnTo>
                      <a:pt x="379" y="358"/>
                    </a:lnTo>
                    <a:lnTo>
                      <a:pt x="379" y="360"/>
                    </a:lnTo>
                    <a:lnTo>
                      <a:pt x="379" y="360"/>
                    </a:lnTo>
                    <a:lnTo>
                      <a:pt x="379" y="360"/>
                    </a:lnTo>
                    <a:lnTo>
                      <a:pt x="379" y="363"/>
                    </a:lnTo>
                    <a:lnTo>
                      <a:pt x="379" y="363"/>
                    </a:lnTo>
                    <a:lnTo>
                      <a:pt x="379" y="365"/>
                    </a:lnTo>
                    <a:lnTo>
                      <a:pt x="379" y="365"/>
                    </a:lnTo>
                    <a:lnTo>
                      <a:pt x="379" y="367"/>
                    </a:lnTo>
                    <a:lnTo>
                      <a:pt x="379" y="367"/>
                    </a:lnTo>
                    <a:lnTo>
                      <a:pt x="379" y="367"/>
                    </a:lnTo>
                    <a:lnTo>
                      <a:pt x="379" y="370"/>
                    </a:lnTo>
                    <a:lnTo>
                      <a:pt x="379" y="370"/>
                    </a:lnTo>
                    <a:lnTo>
                      <a:pt x="377" y="370"/>
                    </a:lnTo>
                    <a:lnTo>
                      <a:pt x="377" y="370"/>
                    </a:lnTo>
                    <a:lnTo>
                      <a:pt x="374" y="370"/>
                    </a:lnTo>
                    <a:lnTo>
                      <a:pt x="374" y="370"/>
                    </a:lnTo>
                    <a:lnTo>
                      <a:pt x="374" y="372"/>
                    </a:lnTo>
                    <a:lnTo>
                      <a:pt x="374" y="372"/>
                    </a:lnTo>
                    <a:lnTo>
                      <a:pt x="374" y="372"/>
                    </a:lnTo>
                    <a:lnTo>
                      <a:pt x="374" y="372"/>
                    </a:lnTo>
                    <a:lnTo>
                      <a:pt x="372" y="372"/>
                    </a:lnTo>
                    <a:lnTo>
                      <a:pt x="372" y="372"/>
                    </a:lnTo>
                    <a:lnTo>
                      <a:pt x="372" y="372"/>
                    </a:lnTo>
                    <a:lnTo>
                      <a:pt x="372" y="372"/>
                    </a:lnTo>
                    <a:lnTo>
                      <a:pt x="370" y="372"/>
                    </a:lnTo>
                    <a:lnTo>
                      <a:pt x="370" y="372"/>
                    </a:lnTo>
                    <a:lnTo>
                      <a:pt x="367" y="372"/>
                    </a:lnTo>
                    <a:lnTo>
                      <a:pt x="367" y="370"/>
                    </a:lnTo>
                    <a:lnTo>
                      <a:pt x="367" y="370"/>
                    </a:lnTo>
                    <a:lnTo>
                      <a:pt x="367" y="370"/>
                    </a:lnTo>
                    <a:lnTo>
                      <a:pt x="367" y="370"/>
                    </a:lnTo>
                    <a:lnTo>
                      <a:pt x="365" y="370"/>
                    </a:lnTo>
                    <a:lnTo>
                      <a:pt x="365" y="370"/>
                    </a:lnTo>
                    <a:lnTo>
                      <a:pt x="365" y="370"/>
                    </a:lnTo>
                    <a:lnTo>
                      <a:pt x="365" y="370"/>
                    </a:lnTo>
                    <a:lnTo>
                      <a:pt x="362" y="370"/>
                    </a:lnTo>
                    <a:lnTo>
                      <a:pt x="362" y="370"/>
                    </a:lnTo>
                    <a:lnTo>
                      <a:pt x="360" y="370"/>
                    </a:lnTo>
                    <a:lnTo>
                      <a:pt x="360" y="367"/>
                    </a:lnTo>
                    <a:lnTo>
                      <a:pt x="360" y="367"/>
                    </a:lnTo>
                    <a:lnTo>
                      <a:pt x="360" y="367"/>
                    </a:lnTo>
                    <a:lnTo>
                      <a:pt x="358" y="367"/>
                    </a:lnTo>
                    <a:lnTo>
                      <a:pt x="358" y="367"/>
                    </a:lnTo>
                    <a:lnTo>
                      <a:pt x="358" y="367"/>
                    </a:lnTo>
                    <a:lnTo>
                      <a:pt x="355" y="367"/>
                    </a:lnTo>
                    <a:lnTo>
                      <a:pt x="355" y="367"/>
                    </a:lnTo>
                    <a:lnTo>
                      <a:pt x="355" y="365"/>
                    </a:lnTo>
                    <a:lnTo>
                      <a:pt x="355" y="365"/>
                    </a:lnTo>
                    <a:lnTo>
                      <a:pt x="355" y="363"/>
                    </a:lnTo>
                    <a:lnTo>
                      <a:pt x="355" y="363"/>
                    </a:lnTo>
                    <a:lnTo>
                      <a:pt x="353" y="363"/>
                    </a:lnTo>
                    <a:lnTo>
                      <a:pt x="353" y="363"/>
                    </a:lnTo>
                    <a:lnTo>
                      <a:pt x="353" y="365"/>
                    </a:lnTo>
                    <a:lnTo>
                      <a:pt x="353" y="365"/>
                    </a:lnTo>
                    <a:lnTo>
                      <a:pt x="353" y="365"/>
                    </a:lnTo>
                    <a:lnTo>
                      <a:pt x="353" y="367"/>
                    </a:lnTo>
                    <a:lnTo>
                      <a:pt x="353" y="367"/>
                    </a:lnTo>
                    <a:lnTo>
                      <a:pt x="353" y="367"/>
                    </a:lnTo>
                    <a:lnTo>
                      <a:pt x="351" y="367"/>
                    </a:lnTo>
                    <a:lnTo>
                      <a:pt x="351" y="367"/>
                    </a:lnTo>
                    <a:lnTo>
                      <a:pt x="351" y="365"/>
                    </a:lnTo>
                    <a:lnTo>
                      <a:pt x="348" y="365"/>
                    </a:lnTo>
                    <a:lnTo>
                      <a:pt x="348" y="365"/>
                    </a:lnTo>
                    <a:lnTo>
                      <a:pt x="348" y="365"/>
                    </a:lnTo>
                    <a:lnTo>
                      <a:pt x="348" y="365"/>
                    </a:lnTo>
                    <a:lnTo>
                      <a:pt x="348" y="365"/>
                    </a:lnTo>
                    <a:lnTo>
                      <a:pt x="348" y="367"/>
                    </a:lnTo>
                    <a:lnTo>
                      <a:pt x="346" y="367"/>
                    </a:lnTo>
                    <a:lnTo>
                      <a:pt x="346" y="365"/>
                    </a:lnTo>
                    <a:lnTo>
                      <a:pt x="346" y="365"/>
                    </a:lnTo>
                    <a:lnTo>
                      <a:pt x="346" y="365"/>
                    </a:lnTo>
                    <a:lnTo>
                      <a:pt x="346" y="365"/>
                    </a:lnTo>
                    <a:lnTo>
                      <a:pt x="344" y="365"/>
                    </a:lnTo>
                    <a:lnTo>
                      <a:pt x="344" y="365"/>
                    </a:lnTo>
                    <a:lnTo>
                      <a:pt x="341" y="365"/>
                    </a:lnTo>
                    <a:lnTo>
                      <a:pt x="341" y="365"/>
                    </a:lnTo>
                    <a:lnTo>
                      <a:pt x="341" y="365"/>
                    </a:lnTo>
                    <a:lnTo>
                      <a:pt x="341" y="365"/>
                    </a:lnTo>
                    <a:lnTo>
                      <a:pt x="339" y="365"/>
                    </a:lnTo>
                    <a:lnTo>
                      <a:pt x="339" y="365"/>
                    </a:lnTo>
                    <a:lnTo>
                      <a:pt x="339" y="365"/>
                    </a:lnTo>
                    <a:lnTo>
                      <a:pt x="339" y="365"/>
                    </a:lnTo>
                    <a:lnTo>
                      <a:pt x="336" y="365"/>
                    </a:lnTo>
                    <a:lnTo>
                      <a:pt x="336" y="365"/>
                    </a:lnTo>
                    <a:lnTo>
                      <a:pt x="334" y="365"/>
                    </a:lnTo>
                    <a:lnTo>
                      <a:pt x="334" y="365"/>
                    </a:lnTo>
                    <a:lnTo>
                      <a:pt x="334" y="365"/>
                    </a:lnTo>
                    <a:lnTo>
                      <a:pt x="332" y="365"/>
                    </a:lnTo>
                    <a:lnTo>
                      <a:pt x="332" y="363"/>
                    </a:lnTo>
                    <a:lnTo>
                      <a:pt x="332" y="363"/>
                    </a:lnTo>
                    <a:lnTo>
                      <a:pt x="332" y="363"/>
                    </a:lnTo>
                    <a:lnTo>
                      <a:pt x="332" y="363"/>
                    </a:lnTo>
                    <a:lnTo>
                      <a:pt x="329" y="363"/>
                    </a:lnTo>
                    <a:lnTo>
                      <a:pt x="329" y="363"/>
                    </a:lnTo>
                    <a:lnTo>
                      <a:pt x="329" y="363"/>
                    </a:lnTo>
                    <a:lnTo>
                      <a:pt x="327" y="363"/>
                    </a:lnTo>
                    <a:lnTo>
                      <a:pt x="327" y="363"/>
                    </a:lnTo>
                    <a:lnTo>
                      <a:pt x="327" y="363"/>
                    </a:lnTo>
                    <a:lnTo>
                      <a:pt x="325" y="363"/>
                    </a:lnTo>
                    <a:lnTo>
                      <a:pt x="325" y="365"/>
                    </a:lnTo>
                    <a:lnTo>
                      <a:pt x="325" y="365"/>
                    </a:lnTo>
                    <a:lnTo>
                      <a:pt x="325" y="365"/>
                    </a:lnTo>
                    <a:lnTo>
                      <a:pt x="322" y="365"/>
                    </a:lnTo>
                    <a:lnTo>
                      <a:pt x="322" y="365"/>
                    </a:lnTo>
                    <a:lnTo>
                      <a:pt x="322" y="363"/>
                    </a:lnTo>
                    <a:lnTo>
                      <a:pt x="320" y="363"/>
                    </a:lnTo>
                    <a:lnTo>
                      <a:pt x="320" y="363"/>
                    </a:lnTo>
                    <a:lnTo>
                      <a:pt x="320" y="363"/>
                    </a:lnTo>
                    <a:lnTo>
                      <a:pt x="320" y="360"/>
                    </a:lnTo>
                    <a:lnTo>
                      <a:pt x="320" y="360"/>
                    </a:lnTo>
                    <a:lnTo>
                      <a:pt x="318" y="360"/>
                    </a:lnTo>
                    <a:lnTo>
                      <a:pt x="318" y="360"/>
                    </a:lnTo>
                    <a:lnTo>
                      <a:pt x="318" y="360"/>
                    </a:lnTo>
                    <a:lnTo>
                      <a:pt x="318" y="360"/>
                    </a:lnTo>
                    <a:lnTo>
                      <a:pt x="315" y="360"/>
                    </a:lnTo>
                    <a:lnTo>
                      <a:pt x="315" y="360"/>
                    </a:lnTo>
                    <a:lnTo>
                      <a:pt x="313" y="360"/>
                    </a:lnTo>
                    <a:lnTo>
                      <a:pt x="313" y="360"/>
                    </a:lnTo>
                    <a:lnTo>
                      <a:pt x="313" y="360"/>
                    </a:lnTo>
                    <a:lnTo>
                      <a:pt x="313" y="360"/>
                    </a:lnTo>
                    <a:lnTo>
                      <a:pt x="310" y="360"/>
                    </a:lnTo>
                    <a:lnTo>
                      <a:pt x="310" y="360"/>
                    </a:lnTo>
                    <a:lnTo>
                      <a:pt x="308" y="360"/>
                    </a:lnTo>
                    <a:lnTo>
                      <a:pt x="308" y="360"/>
                    </a:lnTo>
                    <a:lnTo>
                      <a:pt x="308" y="360"/>
                    </a:lnTo>
                    <a:lnTo>
                      <a:pt x="306" y="360"/>
                    </a:lnTo>
                    <a:lnTo>
                      <a:pt x="306" y="360"/>
                    </a:lnTo>
                    <a:lnTo>
                      <a:pt x="306" y="360"/>
                    </a:lnTo>
                    <a:lnTo>
                      <a:pt x="306" y="360"/>
                    </a:lnTo>
                    <a:lnTo>
                      <a:pt x="303" y="360"/>
                    </a:lnTo>
                    <a:lnTo>
                      <a:pt x="303" y="360"/>
                    </a:lnTo>
                    <a:lnTo>
                      <a:pt x="301" y="360"/>
                    </a:lnTo>
                    <a:lnTo>
                      <a:pt x="301" y="360"/>
                    </a:lnTo>
                    <a:lnTo>
                      <a:pt x="301" y="360"/>
                    </a:lnTo>
                    <a:lnTo>
                      <a:pt x="301" y="360"/>
                    </a:lnTo>
                    <a:lnTo>
                      <a:pt x="301" y="358"/>
                    </a:lnTo>
                    <a:lnTo>
                      <a:pt x="299" y="358"/>
                    </a:lnTo>
                    <a:lnTo>
                      <a:pt x="299" y="358"/>
                    </a:lnTo>
                    <a:lnTo>
                      <a:pt x="299" y="358"/>
                    </a:lnTo>
                    <a:lnTo>
                      <a:pt x="299" y="358"/>
                    </a:lnTo>
                    <a:lnTo>
                      <a:pt x="296" y="358"/>
                    </a:lnTo>
                    <a:lnTo>
                      <a:pt x="296" y="358"/>
                    </a:lnTo>
                    <a:lnTo>
                      <a:pt x="296" y="358"/>
                    </a:lnTo>
                    <a:lnTo>
                      <a:pt x="294" y="358"/>
                    </a:lnTo>
                    <a:lnTo>
                      <a:pt x="294" y="358"/>
                    </a:lnTo>
                    <a:lnTo>
                      <a:pt x="294" y="355"/>
                    </a:lnTo>
                    <a:lnTo>
                      <a:pt x="294" y="355"/>
                    </a:lnTo>
                    <a:lnTo>
                      <a:pt x="294" y="355"/>
                    </a:lnTo>
                    <a:lnTo>
                      <a:pt x="291" y="355"/>
                    </a:lnTo>
                    <a:lnTo>
                      <a:pt x="291" y="355"/>
                    </a:lnTo>
                    <a:lnTo>
                      <a:pt x="291" y="355"/>
                    </a:lnTo>
                    <a:lnTo>
                      <a:pt x="289" y="355"/>
                    </a:lnTo>
                    <a:lnTo>
                      <a:pt x="289" y="355"/>
                    </a:lnTo>
                    <a:lnTo>
                      <a:pt x="289" y="355"/>
                    </a:lnTo>
                    <a:lnTo>
                      <a:pt x="287" y="355"/>
                    </a:lnTo>
                    <a:lnTo>
                      <a:pt x="287" y="355"/>
                    </a:lnTo>
                    <a:lnTo>
                      <a:pt x="287" y="355"/>
                    </a:lnTo>
                    <a:lnTo>
                      <a:pt x="284" y="355"/>
                    </a:lnTo>
                    <a:lnTo>
                      <a:pt x="284" y="353"/>
                    </a:lnTo>
                    <a:lnTo>
                      <a:pt x="284" y="353"/>
                    </a:lnTo>
                    <a:lnTo>
                      <a:pt x="284" y="353"/>
                    </a:lnTo>
                    <a:lnTo>
                      <a:pt x="284" y="351"/>
                    </a:lnTo>
                    <a:lnTo>
                      <a:pt x="284" y="351"/>
                    </a:lnTo>
                    <a:lnTo>
                      <a:pt x="284" y="351"/>
                    </a:lnTo>
                    <a:lnTo>
                      <a:pt x="284" y="351"/>
                    </a:lnTo>
                    <a:lnTo>
                      <a:pt x="284" y="348"/>
                    </a:lnTo>
                    <a:lnTo>
                      <a:pt x="282" y="348"/>
                    </a:lnTo>
                    <a:lnTo>
                      <a:pt x="282" y="348"/>
                    </a:lnTo>
                    <a:lnTo>
                      <a:pt x="282" y="346"/>
                    </a:lnTo>
                    <a:lnTo>
                      <a:pt x="282" y="346"/>
                    </a:lnTo>
                    <a:lnTo>
                      <a:pt x="282" y="344"/>
                    </a:lnTo>
                    <a:lnTo>
                      <a:pt x="282" y="344"/>
                    </a:lnTo>
                    <a:lnTo>
                      <a:pt x="282" y="344"/>
                    </a:lnTo>
                    <a:lnTo>
                      <a:pt x="282" y="341"/>
                    </a:lnTo>
                    <a:lnTo>
                      <a:pt x="280" y="341"/>
                    </a:lnTo>
                    <a:lnTo>
                      <a:pt x="280" y="341"/>
                    </a:lnTo>
                    <a:lnTo>
                      <a:pt x="280" y="341"/>
                    </a:lnTo>
                    <a:lnTo>
                      <a:pt x="280" y="341"/>
                    </a:lnTo>
                    <a:lnTo>
                      <a:pt x="280" y="339"/>
                    </a:lnTo>
                    <a:lnTo>
                      <a:pt x="280" y="339"/>
                    </a:lnTo>
                    <a:lnTo>
                      <a:pt x="280" y="336"/>
                    </a:lnTo>
                    <a:lnTo>
                      <a:pt x="280" y="336"/>
                    </a:lnTo>
                    <a:lnTo>
                      <a:pt x="280" y="334"/>
                    </a:lnTo>
                    <a:lnTo>
                      <a:pt x="280" y="334"/>
                    </a:lnTo>
                    <a:lnTo>
                      <a:pt x="280" y="332"/>
                    </a:lnTo>
                    <a:lnTo>
                      <a:pt x="280" y="332"/>
                    </a:lnTo>
                    <a:lnTo>
                      <a:pt x="280" y="329"/>
                    </a:lnTo>
                    <a:lnTo>
                      <a:pt x="280" y="329"/>
                    </a:lnTo>
                    <a:lnTo>
                      <a:pt x="280" y="329"/>
                    </a:lnTo>
                    <a:lnTo>
                      <a:pt x="280" y="329"/>
                    </a:lnTo>
                    <a:lnTo>
                      <a:pt x="280" y="327"/>
                    </a:lnTo>
                    <a:lnTo>
                      <a:pt x="277" y="327"/>
                    </a:lnTo>
                    <a:lnTo>
                      <a:pt x="277" y="327"/>
                    </a:lnTo>
                    <a:lnTo>
                      <a:pt x="277" y="327"/>
                    </a:lnTo>
                    <a:lnTo>
                      <a:pt x="277" y="325"/>
                    </a:lnTo>
                    <a:lnTo>
                      <a:pt x="275" y="325"/>
                    </a:lnTo>
                    <a:lnTo>
                      <a:pt x="275" y="325"/>
                    </a:lnTo>
                    <a:lnTo>
                      <a:pt x="275" y="322"/>
                    </a:lnTo>
                    <a:lnTo>
                      <a:pt x="275" y="322"/>
                    </a:lnTo>
                    <a:lnTo>
                      <a:pt x="275" y="322"/>
                    </a:lnTo>
                    <a:lnTo>
                      <a:pt x="275" y="320"/>
                    </a:lnTo>
                    <a:lnTo>
                      <a:pt x="275" y="320"/>
                    </a:lnTo>
                    <a:lnTo>
                      <a:pt x="275" y="320"/>
                    </a:lnTo>
                    <a:lnTo>
                      <a:pt x="273" y="320"/>
                    </a:lnTo>
                    <a:lnTo>
                      <a:pt x="273" y="320"/>
                    </a:lnTo>
                    <a:lnTo>
                      <a:pt x="273" y="320"/>
                    </a:lnTo>
                    <a:lnTo>
                      <a:pt x="270" y="320"/>
                    </a:lnTo>
                    <a:lnTo>
                      <a:pt x="270" y="320"/>
                    </a:lnTo>
                    <a:lnTo>
                      <a:pt x="268" y="320"/>
                    </a:lnTo>
                    <a:lnTo>
                      <a:pt x="268" y="320"/>
                    </a:lnTo>
                    <a:lnTo>
                      <a:pt x="268" y="320"/>
                    </a:lnTo>
                    <a:lnTo>
                      <a:pt x="268" y="320"/>
                    </a:lnTo>
                    <a:lnTo>
                      <a:pt x="268" y="320"/>
                    </a:lnTo>
                    <a:lnTo>
                      <a:pt x="268" y="322"/>
                    </a:lnTo>
                    <a:lnTo>
                      <a:pt x="268" y="322"/>
                    </a:lnTo>
                    <a:lnTo>
                      <a:pt x="268" y="322"/>
                    </a:lnTo>
                    <a:lnTo>
                      <a:pt x="265" y="322"/>
                    </a:lnTo>
                    <a:lnTo>
                      <a:pt x="265" y="322"/>
                    </a:lnTo>
                    <a:lnTo>
                      <a:pt x="265" y="322"/>
                    </a:lnTo>
                    <a:lnTo>
                      <a:pt x="265" y="320"/>
                    </a:lnTo>
                    <a:lnTo>
                      <a:pt x="265" y="320"/>
                    </a:lnTo>
                    <a:lnTo>
                      <a:pt x="265" y="320"/>
                    </a:lnTo>
                    <a:lnTo>
                      <a:pt x="265" y="320"/>
                    </a:lnTo>
                    <a:lnTo>
                      <a:pt x="265" y="320"/>
                    </a:lnTo>
                    <a:lnTo>
                      <a:pt x="265" y="320"/>
                    </a:lnTo>
                    <a:lnTo>
                      <a:pt x="263" y="320"/>
                    </a:lnTo>
                    <a:lnTo>
                      <a:pt x="263" y="320"/>
                    </a:lnTo>
                    <a:lnTo>
                      <a:pt x="263" y="320"/>
                    </a:lnTo>
                    <a:lnTo>
                      <a:pt x="261" y="320"/>
                    </a:lnTo>
                    <a:lnTo>
                      <a:pt x="261" y="320"/>
                    </a:lnTo>
                    <a:lnTo>
                      <a:pt x="261" y="320"/>
                    </a:lnTo>
                    <a:lnTo>
                      <a:pt x="261" y="320"/>
                    </a:lnTo>
                    <a:lnTo>
                      <a:pt x="258" y="320"/>
                    </a:lnTo>
                    <a:lnTo>
                      <a:pt x="258" y="320"/>
                    </a:lnTo>
                    <a:lnTo>
                      <a:pt x="258" y="322"/>
                    </a:lnTo>
                    <a:lnTo>
                      <a:pt x="258" y="322"/>
                    </a:lnTo>
                    <a:lnTo>
                      <a:pt x="256" y="322"/>
                    </a:lnTo>
                    <a:lnTo>
                      <a:pt x="256" y="322"/>
                    </a:lnTo>
                    <a:lnTo>
                      <a:pt x="256" y="322"/>
                    </a:lnTo>
                    <a:lnTo>
                      <a:pt x="254" y="322"/>
                    </a:lnTo>
                    <a:lnTo>
                      <a:pt x="254" y="322"/>
                    </a:lnTo>
                    <a:lnTo>
                      <a:pt x="254" y="325"/>
                    </a:lnTo>
                    <a:lnTo>
                      <a:pt x="254" y="325"/>
                    </a:lnTo>
                    <a:lnTo>
                      <a:pt x="254" y="325"/>
                    </a:lnTo>
                    <a:lnTo>
                      <a:pt x="256" y="325"/>
                    </a:lnTo>
                    <a:lnTo>
                      <a:pt x="256" y="325"/>
                    </a:lnTo>
                    <a:lnTo>
                      <a:pt x="256" y="325"/>
                    </a:lnTo>
                    <a:lnTo>
                      <a:pt x="258" y="325"/>
                    </a:lnTo>
                    <a:lnTo>
                      <a:pt x="258" y="322"/>
                    </a:lnTo>
                    <a:lnTo>
                      <a:pt x="258" y="322"/>
                    </a:lnTo>
                    <a:lnTo>
                      <a:pt x="258" y="322"/>
                    </a:lnTo>
                    <a:lnTo>
                      <a:pt x="261" y="322"/>
                    </a:lnTo>
                    <a:lnTo>
                      <a:pt x="261" y="322"/>
                    </a:lnTo>
                    <a:lnTo>
                      <a:pt x="261" y="322"/>
                    </a:lnTo>
                    <a:lnTo>
                      <a:pt x="263" y="322"/>
                    </a:lnTo>
                    <a:lnTo>
                      <a:pt x="263" y="322"/>
                    </a:lnTo>
                    <a:lnTo>
                      <a:pt x="263" y="325"/>
                    </a:lnTo>
                    <a:lnTo>
                      <a:pt x="263" y="32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9" name="Freeform 154"/>
              <p:cNvSpPr>
                <a:spLocks/>
              </p:cNvSpPr>
              <p:nvPr/>
            </p:nvSpPr>
            <p:spPr bwMode="auto">
              <a:xfrm>
                <a:off x="1775" y="1746"/>
                <a:ext cx="415" cy="372"/>
              </a:xfrm>
              <a:custGeom>
                <a:avLst/>
                <a:gdLst/>
                <a:ahLst/>
                <a:cxnLst>
                  <a:cxn ang="0">
                    <a:pos x="244" y="334"/>
                  </a:cxn>
                  <a:cxn ang="0">
                    <a:pos x="232" y="336"/>
                  </a:cxn>
                  <a:cxn ang="0">
                    <a:pos x="209" y="332"/>
                  </a:cxn>
                  <a:cxn ang="0">
                    <a:pos x="192" y="320"/>
                  </a:cxn>
                  <a:cxn ang="0">
                    <a:pos x="173" y="306"/>
                  </a:cxn>
                  <a:cxn ang="0">
                    <a:pos x="154" y="296"/>
                  </a:cxn>
                  <a:cxn ang="0">
                    <a:pos x="147" y="270"/>
                  </a:cxn>
                  <a:cxn ang="0">
                    <a:pos x="133" y="251"/>
                  </a:cxn>
                  <a:cxn ang="0">
                    <a:pos x="119" y="244"/>
                  </a:cxn>
                  <a:cxn ang="0">
                    <a:pos x="102" y="246"/>
                  </a:cxn>
                  <a:cxn ang="0">
                    <a:pos x="86" y="232"/>
                  </a:cxn>
                  <a:cxn ang="0">
                    <a:pos x="81" y="206"/>
                  </a:cxn>
                  <a:cxn ang="0">
                    <a:pos x="71" y="182"/>
                  </a:cxn>
                  <a:cxn ang="0">
                    <a:pos x="50" y="173"/>
                  </a:cxn>
                  <a:cxn ang="0">
                    <a:pos x="41" y="159"/>
                  </a:cxn>
                  <a:cxn ang="0">
                    <a:pos x="33" y="140"/>
                  </a:cxn>
                  <a:cxn ang="0">
                    <a:pos x="41" y="121"/>
                  </a:cxn>
                  <a:cxn ang="0">
                    <a:pos x="45" y="104"/>
                  </a:cxn>
                  <a:cxn ang="0">
                    <a:pos x="33" y="95"/>
                  </a:cxn>
                  <a:cxn ang="0">
                    <a:pos x="22" y="76"/>
                  </a:cxn>
                  <a:cxn ang="0">
                    <a:pos x="12" y="54"/>
                  </a:cxn>
                  <a:cxn ang="0">
                    <a:pos x="10" y="36"/>
                  </a:cxn>
                  <a:cxn ang="0">
                    <a:pos x="3" y="12"/>
                  </a:cxn>
                  <a:cxn ang="0">
                    <a:pos x="15" y="2"/>
                  </a:cxn>
                  <a:cxn ang="0">
                    <a:pos x="33" y="19"/>
                  </a:cxn>
                  <a:cxn ang="0">
                    <a:pos x="55" y="19"/>
                  </a:cxn>
                  <a:cxn ang="0">
                    <a:pos x="74" y="5"/>
                  </a:cxn>
                  <a:cxn ang="0">
                    <a:pos x="90" y="12"/>
                  </a:cxn>
                  <a:cxn ang="0">
                    <a:pos x="90" y="24"/>
                  </a:cxn>
                  <a:cxn ang="0">
                    <a:pos x="105" y="40"/>
                  </a:cxn>
                  <a:cxn ang="0">
                    <a:pos x="121" y="57"/>
                  </a:cxn>
                  <a:cxn ang="0">
                    <a:pos x="142" y="69"/>
                  </a:cxn>
                  <a:cxn ang="0">
                    <a:pos x="166" y="78"/>
                  </a:cxn>
                  <a:cxn ang="0">
                    <a:pos x="192" y="73"/>
                  </a:cxn>
                  <a:cxn ang="0">
                    <a:pos x="211" y="62"/>
                  </a:cxn>
                  <a:cxn ang="0">
                    <a:pos x="232" y="52"/>
                  </a:cxn>
                  <a:cxn ang="0">
                    <a:pos x="254" y="43"/>
                  </a:cxn>
                  <a:cxn ang="0">
                    <a:pos x="280" y="40"/>
                  </a:cxn>
                  <a:cxn ang="0">
                    <a:pos x="301" y="47"/>
                  </a:cxn>
                  <a:cxn ang="0">
                    <a:pos x="322" y="54"/>
                  </a:cxn>
                  <a:cxn ang="0">
                    <a:pos x="341" y="69"/>
                  </a:cxn>
                  <a:cxn ang="0">
                    <a:pos x="365" y="78"/>
                  </a:cxn>
                  <a:cxn ang="0">
                    <a:pos x="370" y="102"/>
                  </a:cxn>
                  <a:cxn ang="0">
                    <a:pos x="365" y="126"/>
                  </a:cxn>
                  <a:cxn ang="0">
                    <a:pos x="353" y="142"/>
                  </a:cxn>
                  <a:cxn ang="0">
                    <a:pos x="358" y="163"/>
                  </a:cxn>
                  <a:cxn ang="0">
                    <a:pos x="362" y="192"/>
                  </a:cxn>
                  <a:cxn ang="0">
                    <a:pos x="374" y="211"/>
                  </a:cxn>
                  <a:cxn ang="0">
                    <a:pos x="377" y="232"/>
                  </a:cxn>
                  <a:cxn ang="0">
                    <a:pos x="362" y="251"/>
                  </a:cxn>
                  <a:cxn ang="0">
                    <a:pos x="377" y="273"/>
                  </a:cxn>
                  <a:cxn ang="0">
                    <a:pos x="396" y="289"/>
                  </a:cxn>
                  <a:cxn ang="0">
                    <a:pos x="405" y="313"/>
                  </a:cxn>
                  <a:cxn ang="0">
                    <a:pos x="412" y="329"/>
                  </a:cxn>
                  <a:cxn ang="0">
                    <a:pos x="391" y="339"/>
                  </a:cxn>
                  <a:cxn ang="0">
                    <a:pos x="379" y="363"/>
                  </a:cxn>
                  <a:cxn ang="0">
                    <a:pos x="360" y="367"/>
                  </a:cxn>
                  <a:cxn ang="0">
                    <a:pos x="341" y="365"/>
                  </a:cxn>
                  <a:cxn ang="0">
                    <a:pos x="318" y="360"/>
                  </a:cxn>
                  <a:cxn ang="0">
                    <a:pos x="291" y="355"/>
                  </a:cxn>
                  <a:cxn ang="0">
                    <a:pos x="280" y="332"/>
                  </a:cxn>
                  <a:cxn ang="0">
                    <a:pos x="265" y="320"/>
                  </a:cxn>
                  <a:cxn ang="0">
                    <a:pos x="263" y="325"/>
                  </a:cxn>
                </a:cxnLst>
                <a:rect l="0" t="0" r="r" b="b"/>
                <a:pathLst>
                  <a:path w="415" h="372">
                    <a:moveTo>
                      <a:pt x="263" y="325"/>
                    </a:moveTo>
                    <a:lnTo>
                      <a:pt x="263" y="325"/>
                    </a:lnTo>
                    <a:lnTo>
                      <a:pt x="261" y="325"/>
                    </a:lnTo>
                    <a:lnTo>
                      <a:pt x="261" y="327"/>
                    </a:lnTo>
                    <a:lnTo>
                      <a:pt x="261" y="327"/>
                    </a:lnTo>
                    <a:lnTo>
                      <a:pt x="261" y="327"/>
                    </a:lnTo>
                    <a:lnTo>
                      <a:pt x="261" y="327"/>
                    </a:lnTo>
                    <a:lnTo>
                      <a:pt x="261" y="329"/>
                    </a:lnTo>
                    <a:lnTo>
                      <a:pt x="258" y="329"/>
                    </a:lnTo>
                    <a:lnTo>
                      <a:pt x="258" y="329"/>
                    </a:lnTo>
                    <a:lnTo>
                      <a:pt x="258" y="329"/>
                    </a:lnTo>
                    <a:lnTo>
                      <a:pt x="258" y="329"/>
                    </a:lnTo>
                    <a:lnTo>
                      <a:pt x="258" y="329"/>
                    </a:lnTo>
                    <a:lnTo>
                      <a:pt x="258" y="332"/>
                    </a:lnTo>
                    <a:lnTo>
                      <a:pt x="256" y="332"/>
                    </a:lnTo>
                    <a:lnTo>
                      <a:pt x="256" y="332"/>
                    </a:lnTo>
                    <a:lnTo>
                      <a:pt x="256" y="332"/>
                    </a:lnTo>
                    <a:lnTo>
                      <a:pt x="256" y="334"/>
                    </a:lnTo>
                    <a:lnTo>
                      <a:pt x="254" y="334"/>
                    </a:lnTo>
                    <a:lnTo>
                      <a:pt x="254" y="334"/>
                    </a:lnTo>
                    <a:lnTo>
                      <a:pt x="254" y="332"/>
                    </a:lnTo>
                    <a:lnTo>
                      <a:pt x="254" y="332"/>
                    </a:lnTo>
                    <a:lnTo>
                      <a:pt x="254" y="332"/>
                    </a:lnTo>
                    <a:lnTo>
                      <a:pt x="251" y="332"/>
                    </a:lnTo>
                    <a:lnTo>
                      <a:pt x="251" y="332"/>
                    </a:lnTo>
                    <a:lnTo>
                      <a:pt x="251" y="332"/>
                    </a:lnTo>
                    <a:lnTo>
                      <a:pt x="251" y="332"/>
                    </a:lnTo>
                    <a:lnTo>
                      <a:pt x="249" y="332"/>
                    </a:lnTo>
                    <a:lnTo>
                      <a:pt x="249" y="332"/>
                    </a:lnTo>
                    <a:lnTo>
                      <a:pt x="247" y="332"/>
                    </a:lnTo>
                    <a:lnTo>
                      <a:pt x="247" y="334"/>
                    </a:lnTo>
                    <a:lnTo>
                      <a:pt x="247" y="334"/>
                    </a:lnTo>
                    <a:lnTo>
                      <a:pt x="247" y="334"/>
                    </a:lnTo>
                    <a:lnTo>
                      <a:pt x="244" y="334"/>
                    </a:lnTo>
                    <a:lnTo>
                      <a:pt x="244" y="334"/>
                    </a:lnTo>
                    <a:lnTo>
                      <a:pt x="244" y="334"/>
                    </a:lnTo>
                    <a:lnTo>
                      <a:pt x="242" y="334"/>
                    </a:lnTo>
                    <a:lnTo>
                      <a:pt x="242" y="334"/>
                    </a:lnTo>
                    <a:lnTo>
                      <a:pt x="242" y="334"/>
                    </a:lnTo>
                    <a:lnTo>
                      <a:pt x="242" y="334"/>
                    </a:lnTo>
                    <a:lnTo>
                      <a:pt x="242" y="332"/>
                    </a:lnTo>
                    <a:lnTo>
                      <a:pt x="242" y="332"/>
                    </a:lnTo>
                    <a:lnTo>
                      <a:pt x="242" y="332"/>
                    </a:lnTo>
                    <a:lnTo>
                      <a:pt x="242" y="332"/>
                    </a:lnTo>
                    <a:lnTo>
                      <a:pt x="244" y="332"/>
                    </a:lnTo>
                    <a:lnTo>
                      <a:pt x="244" y="329"/>
                    </a:lnTo>
                    <a:lnTo>
                      <a:pt x="244" y="329"/>
                    </a:lnTo>
                    <a:lnTo>
                      <a:pt x="247" y="329"/>
                    </a:lnTo>
                    <a:lnTo>
                      <a:pt x="247" y="329"/>
                    </a:lnTo>
                    <a:lnTo>
                      <a:pt x="247" y="329"/>
                    </a:lnTo>
                    <a:lnTo>
                      <a:pt x="247" y="329"/>
                    </a:lnTo>
                    <a:lnTo>
                      <a:pt x="244" y="329"/>
                    </a:lnTo>
                    <a:lnTo>
                      <a:pt x="244" y="329"/>
                    </a:lnTo>
                    <a:lnTo>
                      <a:pt x="242" y="329"/>
                    </a:lnTo>
                    <a:lnTo>
                      <a:pt x="242" y="329"/>
                    </a:lnTo>
                    <a:lnTo>
                      <a:pt x="242" y="329"/>
                    </a:lnTo>
                    <a:lnTo>
                      <a:pt x="242" y="329"/>
                    </a:lnTo>
                    <a:lnTo>
                      <a:pt x="239" y="329"/>
                    </a:lnTo>
                    <a:lnTo>
                      <a:pt x="239" y="329"/>
                    </a:lnTo>
                    <a:lnTo>
                      <a:pt x="239" y="332"/>
                    </a:lnTo>
                    <a:lnTo>
                      <a:pt x="239" y="332"/>
                    </a:lnTo>
                    <a:lnTo>
                      <a:pt x="237" y="332"/>
                    </a:lnTo>
                    <a:lnTo>
                      <a:pt x="237" y="332"/>
                    </a:lnTo>
                    <a:lnTo>
                      <a:pt x="237" y="332"/>
                    </a:lnTo>
                    <a:lnTo>
                      <a:pt x="235" y="332"/>
                    </a:lnTo>
                    <a:lnTo>
                      <a:pt x="235" y="334"/>
                    </a:lnTo>
                    <a:lnTo>
                      <a:pt x="235" y="334"/>
                    </a:lnTo>
                    <a:lnTo>
                      <a:pt x="235" y="334"/>
                    </a:lnTo>
                    <a:lnTo>
                      <a:pt x="235" y="334"/>
                    </a:lnTo>
                    <a:lnTo>
                      <a:pt x="232" y="334"/>
                    </a:lnTo>
                    <a:lnTo>
                      <a:pt x="232" y="336"/>
                    </a:lnTo>
                    <a:lnTo>
                      <a:pt x="232" y="336"/>
                    </a:lnTo>
                    <a:lnTo>
                      <a:pt x="232" y="336"/>
                    </a:lnTo>
                    <a:lnTo>
                      <a:pt x="232" y="336"/>
                    </a:lnTo>
                    <a:lnTo>
                      <a:pt x="230" y="336"/>
                    </a:lnTo>
                    <a:lnTo>
                      <a:pt x="230" y="336"/>
                    </a:lnTo>
                    <a:lnTo>
                      <a:pt x="230" y="336"/>
                    </a:lnTo>
                    <a:lnTo>
                      <a:pt x="228" y="336"/>
                    </a:lnTo>
                    <a:lnTo>
                      <a:pt x="228" y="336"/>
                    </a:lnTo>
                    <a:lnTo>
                      <a:pt x="228" y="336"/>
                    </a:lnTo>
                    <a:lnTo>
                      <a:pt x="228" y="334"/>
                    </a:lnTo>
                    <a:lnTo>
                      <a:pt x="225" y="334"/>
                    </a:lnTo>
                    <a:lnTo>
                      <a:pt x="225" y="334"/>
                    </a:lnTo>
                    <a:lnTo>
                      <a:pt x="225" y="334"/>
                    </a:lnTo>
                    <a:lnTo>
                      <a:pt x="225" y="334"/>
                    </a:lnTo>
                    <a:lnTo>
                      <a:pt x="223" y="334"/>
                    </a:lnTo>
                    <a:lnTo>
                      <a:pt x="223" y="334"/>
                    </a:lnTo>
                    <a:lnTo>
                      <a:pt x="220" y="334"/>
                    </a:lnTo>
                    <a:lnTo>
                      <a:pt x="220" y="332"/>
                    </a:lnTo>
                    <a:lnTo>
                      <a:pt x="220" y="332"/>
                    </a:lnTo>
                    <a:lnTo>
                      <a:pt x="220" y="332"/>
                    </a:lnTo>
                    <a:lnTo>
                      <a:pt x="220" y="329"/>
                    </a:lnTo>
                    <a:lnTo>
                      <a:pt x="220" y="329"/>
                    </a:lnTo>
                    <a:lnTo>
                      <a:pt x="218" y="329"/>
                    </a:lnTo>
                    <a:lnTo>
                      <a:pt x="218" y="332"/>
                    </a:lnTo>
                    <a:lnTo>
                      <a:pt x="218" y="332"/>
                    </a:lnTo>
                    <a:lnTo>
                      <a:pt x="218" y="329"/>
                    </a:lnTo>
                    <a:lnTo>
                      <a:pt x="218" y="329"/>
                    </a:lnTo>
                    <a:lnTo>
                      <a:pt x="216" y="329"/>
                    </a:lnTo>
                    <a:lnTo>
                      <a:pt x="216" y="329"/>
                    </a:lnTo>
                    <a:lnTo>
                      <a:pt x="213" y="329"/>
                    </a:lnTo>
                    <a:lnTo>
                      <a:pt x="213" y="329"/>
                    </a:lnTo>
                    <a:lnTo>
                      <a:pt x="213" y="329"/>
                    </a:lnTo>
                    <a:lnTo>
                      <a:pt x="211" y="329"/>
                    </a:lnTo>
                    <a:lnTo>
                      <a:pt x="211" y="329"/>
                    </a:lnTo>
                    <a:lnTo>
                      <a:pt x="211" y="329"/>
                    </a:lnTo>
                    <a:lnTo>
                      <a:pt x="209" y="329"/>
                    </a:lnTo>
                    <a:lnTo>
                      <a:pt x="209" y="332"/>
                    </a:lnTo>
                    <a:lnTo>
                      <a:pt x="209" y="332"/>
                    </a:lnTo>
                    <a:lnTo>
                      <a:pt x="209" y="329"/>
                    </a:lnTo>
                    <a:lnTo>
                      <a:pt x="206" y="329"/>
                    </a:lnTo>
                    <a:lnTo>
                      <a:pt x="206" y="332"/>
                    </a:lnTo>
                    <a:lnTo>
                      <a:pt x="206" y="332"/>
                    </a:lnTo>
                    <a:lnTo>
                      <a:pt x="206" y="332"/>
                    </a:lnTo>
                    <a:lnTo>
                      <a:pt x="206" y="332"/>
                    </a:lnTo>
                    <a:lnTo>
                      <a:pt x="206" y="332"/>
                    </a:lnTo>
                    <a:lnTo>
                      <a:pt x="206" y="329"/>
                    </a:lnTo>
                    <a:lnTo>
                      <a:pt x="206" y="329"/>
                    </a:lnTo>
                    <a:lnTo>
                      <a:pt x="206" y="329"/>
                    </a:lnTo>
                    <a:lnTo>
                      <a:pt x="206" y="329"/>
                    </a:lnTo>
                    <a:lnTo>
                      <a:pt x="204" y="329"/>
                    </a:lnTo>
                    <a:lnTo>
                      <a:pt x="204" y="329"/>
                    </a:lnTo>
                    <a:lnTo>
                      <a:pt x="204" y="329"/>
                    </a:lnTo>
                    <a:lnTo>
                      <a:pt x="204" y="327"/>
                    </a:lnTo>
                    <a:lnTo>
                      <a:pt x="202" y="327"/>
                    </a:lnTo>
                    <a:lnTo>
                      <a:pt x="202" y="327"/>
                    </a:lnTo>
                    <a:lnTo>
                      <a:pt x="202" y="325"/>
                    </a:lnTo>
                    <a:lnTo>
                      <a:pt x="202" y="325"/>
                    </a:lnTo>
                    <a:lnTo>
                      <a:pt x="202" y="325"/>
                    </a:lnTo>
                    <a:lnTo>
                      <a:pt x="202" y="325"/>
                    </a:lnTo>
                    <a:lnTo>
                      <a:pt x="199" y="325"/>
                    </a:lnTo>
                    <a:lnTo>
                      <a:pt x="199" y="322"/>
                    </a:lnTo>
                    <a:lnTo>
                      <a:pt x="199" y="322"/>
                    </a:lnTo>
                    <a:lnTo>
                      <a:pt x="199" y="322"/>
                    </a:lnTo>
                    <a:lnTo>
                      <a:pt x="197" y="322"/>
                    </a:lnTo>
                    <a:lnTo>
                      <a:pt x="197" y="322"/>
                    </a:lnTo>
                    <a:lnTo>
                      <a:pt x="197" y="322"/>
                    </a:lnTo>
                    <a:lnTo>
                      <a:pt x="194" y="322"/>
                    </a:lnTo>
                    <a:lnTo>
                      <a:pt x="194" y="320"/>
                    </a:lnTo>
                    <a:lnTo>
                      <a:pt x="194" y="320"/>
                    </a:lnTo>
                    <a:lnTo>
                      <a:pt x="194" y="320"/>
                    </a:lnTo>
                    <a:lnTo>
                      <a:pt x="192" y="320"/>
                    </a:lnTo>
                    <a:lnTo>
                      <a:pt x="192" y="320"/>
                    </a:lnTo>
                    <a:lnTo>
                      <a:pt x="192" y="320"/>
                    </a:lnTo>
                    <a:lnTo>
                      <a:pt x="192" y="320"/>
                    </a:lnTo>
                    <a:lnTo>
                      <a:pt x="192" y="320"/>
                    </a:lnTo>
                    <a:lnTo>
                      <a:pt x="190" y="320"/>
                    </a:lnTo>
                    <a:lnTo>
                      <a:pt x="190" y="320"/>
                    </a:lnTo>
                    <a:lnTo>
                      <a:pt x="187" y="320"/>
                    </a:lnTo>
                    <a:lnTo>
                      <a:pt x="187" y="318"/>
                    </a:lnTo>
                    <a:lnTo>
                      <a:pt x="187" y="318"/>
                    </a:lnTo>
                    <a:lnTo>
                      <a:pt x="187" y="318"/>
                    </a:lnTo>
                    <a:lnTo>
                      <a:pt x="187" y="318"/>
                    </a:lnTo>
                    <a:lnTo>
                      <a:pt x="185" y="318"/>
                    </a:lnTo>
                    <a:lnTo>
                      <a:pt x="185" y="315"/>
                    </a:lnTo>
                    <a:lnTo>
                      <a:pt x="185" y="315"/>
                    </a:lnTo>
                    <a:lnTo>
                      <a:pt x="185" y="315"/>
                    </a:lnTo>
                    <a:lnTo>
                      <a:pt x="185" y="315"/>
                    </a:lnTo>
                    <a:lnTo>
                      <a:pt x="185" y="313"/>
                    </a:lnTo>
                    <a:lnTo>
                      <a:pt x="183" y="313"/>
                    </a:lnTo>
                    <a:lnTo>
                      <a:pt x="183" y="313"/>
                    </a:lnTo>
                    <a:lnTo>
                      <a:pt x="185" y="313"/>
                    </a:lnTo>
                    <a:lnTo>
                      <a:pt x="185" y="310"/>
                    </a:lnTo>
                    <a:lnTo>
                      <a:pt x="183" y="310"/>
                    </a:lnTo>
                    <a:lnTo>
                      <a:pt x="183" y="310"/>
                    </a:lnTo>
                    <a:lnTo>
                      <a:pt x="183" y="310"/>
                    </a:lnTo>
                    <a:lnTo>
                      <a:pt x="183" y="310"/>
                    </a:lnTo>
                    <a:lnTo>
                      <a:pt x="183" y="308"/>
                    </a:lnTo>
                    <a:lnTo>
                      <a:pt x="180" y="308"/>
                    </a:lnTo>
                    <a:lnTo>
                      <a:pt x="180" y="308"/>
                    </a:lnTo>
                    <a:lnTo>
                      <a:pt x="180" y="308"/>
                    </a:lnTo>
                    <a:lnTo>
                      <a:pt x="180" y="308"/>
                    </a:lnTo>
                    <a:lnTo>
                      <a:pt x="178" y="308"/>
                    </a:lnTo>
                    <a:lnTo>
                      <a:pt x="178" y="308"/>
                    </a:lnTo>
                    <a:lnTo>
                      <a:pt x="178" y="306"/>
                    </a:lnTo>
                    <a:lnTo>
                      <a:pt x="178" y="306"/>
                    </a:lnTo>
                    <a:lnTo>
                      <a:pt x="176" y="306"/>
                    </a:lnTo>
                    <a:lnTo>
                      <a:pt x="176" y="306"/>
                    </a:lnTo>
                    <a:lnTo>
                      <a:pt x="176" y="306"/>
                    </a:lnTo>
                    <a:lnTo>
                      <a:pt x="173" y="306"/>
                    </a:lnTo>
                    <a:lnTo>
                      <a:pt x="173" y="303"/>
                    </a:lnTo>
                    <a:lnTo>
                      <a:pt x="173" y="303"/>
                    </a:lnTo>
                    <a:lnTo>
                      <a:pt x="173" y="303"/>
                    </a:lnTo>
                    <a:lnTo>
                      <a:pt x="173" y="303"/>
                    </a:lnTo>
                    <a:lnTo>
                      <a:pt x="173" y="301"/>
                    </a:lnTo>
                    <a:lnTo>
                      <a:pt x="171" y="301"/>
                    </a:lnTo>
                    <a:lnTo>
                      <a:pt x="171" y="301"/>
                    </a:lnTo>
                    <a:lnTo>
                      <a:pt x="171" y="303"/>
                    </a:lnTo>
                    <a:lnTo>
                      <a:pt x="168" y="303"/>
                    </a:lnTo>
                    <a:lnTo>
                      <a:pt x="168" y="303"/>
                    </a:lnTo>
                    <a:lnTo>
                      <a:pt x="168" y="301"/>
                    </a:lnTo>
                    <a:lnTo>
                      <a:pt x="168" y="301"/>
                    </a:lnTo>
                    <a:lnTo>
                      <a:pt x="166" y="301"/>
                    </a:lnTo>
                    <a:lnTo>
                      <a:pt x="166" y="303"/>
                    </a:lnTo>
                    <a:lnTo>
                      <a:pt x="166" y="303"/>
                    </a:lnTo>
                    <a:lnTo>
                      <a:pt x="166" y="303"/>
                    </a:lnTo>
                    <a:lnTo>
                      <a:pt x="164" y="303"/>
                    </a:lnTo>
                    <a:lnTo>
                      <a:pt x="164" y="301"/>
                    </a:lnTo>
                    <a:lnTo>
                      <a:pt x="164" y="301"/>
                    </a:lnTo>
                    <a:lnTo>
                      <a:pt x="161" y="301"/>
                    </a:lnTo>
                    <a:lnTo>
                      <a:pt x="161" y="301"/>
                    </a:lnTo>
                    <a:lnTo>
                      <a:pt x="161" y="301"/>
                    </a:lnTo>
                    <a:lnTo>
                      <a:pt x="161" y="301"/>
                    </a:lnTo>
                    <a:lnTo>
                      <a:pt x="161" y="301"/>
                    </a:lnTo>
                    <a:lnTo>
                      <a:pt x="159" y="301"/>
                    </a:lnTo>
                    <a:lnTo>
                      <a:pt x="159" y="301"/>
                    </a:lnTo>
                    <a:lnTo>
                      <a:pt x="159" y="301"/>
                    </a:lnTo>
                    <a:lnTo>
                      <a:pt x="159" y="301"/>
                    </a:lnTo>
                    <a:lnTo>
                      <a:pt x="159" y="301"/>
                    </a:lnTo>
                    <a:lnTo>
                      <a:pt x="159" y="299"/>
                    </a:lnTo>
                    <a:lnTo>
                      <a:pt x="157" y="299"/>
                    </a:lnTo>
                    <a:lnTo>
                      <a:pt x="157" y="299"/>
                    </a:lnTo>
                    <a:lnTo>
                      <a:pt x="157" y="299"/>
                    </a:lnTo>
                    <a:lnTo>
                      <a:pt x="157" y="296"/>
                    </a:lnTo>
                    <a:lnTo>
                      <a:pt x="154" y="296"/>
                    </a:lnTo>
                    <a:lnTo>
                      <a:pt x="154" y="296"/>
                    </a:lnTo>
                    <a:lnTo>
                      <a:pt x="154" y="294"/>
                    </a:lnTo>
                    <a:lnTo>
                      <a:pt x="154" y="294"/>
                    </a:lnTo>
                    <a:lnTo>
                      <a:pt x="154" y="291"/>
                    </a:lnTo>
                    <a:lnTo>
                      <a:pt x="154" y="291"/>
                    </a:lnTo>
                    <a:lnTo>
                      <a:pt x="154" y="291"/>
                    </a:lnTo>
                    <a:lnTo>
                      <a:pt x="154" y="291"/>
                    </a:lnTo>
                    <a:lnTo>
                      <a:pt x="154" y="291"/>
                    </a:lnTo>
                    <a:lnTo>
                      <a:pt x="154" y="289"/>
                    </a:lnTo>
                    <a:lnTo>
                      <a:pt x="154" y="289"/>
                    </a:lnTo>
                    <a:lnTo>
                      <a:pt x="152" y="289"/>
                    </a:lnTo>
                    <a:lnTo>
                      <a:pt x="152" y="287"/>
                    </a:lnTo>
                    <a:lnTo>
                      <a:pt x="152" y="287"/>
                    </a:lnTo>
                    <a:lnTo>
                      <a:pt x="152" y="287"/>
                    </a:lnTo>
                    <a:lnTo>
                      <a:pt x="152" y="284"/>
                    </a:lnTo>
                    <a:lnTo>
                      <a:pt x="152" y="284"/>
                    </a:lnTo>
                    <a:lnTo>
                      <a:pt x="152" y="284"/>
                    </a:lnTo>
                    <a:lnTo>
                      <a:pt x="152" y="282"/>
                    </a:lnTo>
                    <a:lnTo>
                      <a:pt x="152" y="282"/>
                    </a:lnTo>
                    <a:lnTo>
                      <a:pt x="152" y="282"/>
                    </a:lnTo>
                    <a:lnTo>
                      <a:pt x="152" y="280"/>
                    </a:lnTo>
                    <a:lnTo>
                      <a:pt x="152" y="280"/>
                    </a:lnTo>
                    <a:lnTo>
                      <a:pt x="149" y="280"/>
                    </a:lnTo>
                    <a:lnTo>
                      <a:pt x="149" y="277"/>
                    </a:lnTo>
                    <a:lnTo>
                      <a:pt x="149" y="277"/>
                    </a:lnTo>
                    <a:lnTo>
                      <a:pt x="147" y="277"/>
                    </a:lnTo>
                    <a:lnTo>
                      <a:pt x="147" y="277"/>
                    </a:lnTo>
                    <a:lnTo>
                      <a:pt x="147" y="277"/>
                    </a:lnTo>
                    <a:lnTo>
                      <a:pt x="147" y="277"/>
                    </a:lnTo>
                    <a:lnTo>
                      <a:pt x="147" y="275"/>
                    </a:lnTo>
                    <a:lnTo>
                      <a:pt x="145" y="275"/>
                    </a:lnTo>
                    <a:lnTo>
                      <a:pt x="145" y="275"/>
                    </a:lnTo>
                    <a:lnTo>
                      <a:pt x="145" y="273"/>
                    </a:lnTo>
                    <a:lnTo>
                      <a:pt x="145" y="273"/>
                    </a:lnTo>
                    <a:lnTo>
                      <a:pt x="147" y="273"/>
                    </a:lnTo>
                    <a:lnTo>
                      <a:pt x="147" y="270"/>
                    </a:lnTo>
                    <a:lnTo>
                      <a:pt x="147" y="270"/>
                    </a:lnTo>
                    <a:lnTo>
                      <a:pt x="147" y="270"/>
                    </a:lnTo>
                    <a:lnTo>
                      <a:pt x="145" y="270"/>
                    </a:lnTo>
                    <a:lnTo>
                      <a:pt x="145" y="270"/>
                    </a:lnTo>
                    <a:lnTo>
                      <a:pt x="145" y="270"/>
                    </a:lnTo>
                    <a:lnTo>
                      <a:pt x="145" y="270"/>
                    </a:lnTo>
                    <a:lnTo>
                      <a:pt x="142" y="270"/>
                    </a:lnTo>
                    <a:lnTo>
                      <a:pt x="142" y="270"/>
                    </a:lnTo>
                    <a:lnTo>
                      <a:pt x="142" y="270"/>
                    </a:lnTo>
                    <a:lnTo>
                      <a:pt x="142" y="268"/>
                    </a:lnTo>
                    <a:lnTo>
                      <a:pt x="142" y="268"/>
                    </a:lnTo>
                    <a:lnTo>
                      <a:pt x="142" y="265"/>
                    </a:lnTo>
                    <a:lnTo>
                      <a:pt x="142" y="265"/>
                    </a:lnTo>
                    <a:lnTo>
                      <a:pt x="142" y="265"/>
                    </a:lnTo>
                    <a:lnTo>
                      <a:pt x="142" y="263"/>
                    </a:lnTo>
                    <a:lnTo>
                      <a:pt x="142" y="263"/>
                    </a:lnTo>
                    <a:lnTo>
                      <a:pt x="142" y="263"/>
                    </a:lnTo>
                    <a:lnTo>
                      <a:pt x="142" y="261"/>
                    </a:lnTo>
                    <a:lnTo>
                      <a:pt x="140" y="261"/>
                    </a:lnTo>
                    <a:lnTo>
                      <a:pt x="140" y="261"/>
                    </a:lnTo>
                    <a:lnTo>
                      <a:pt x="140" y="261"/>
                    </a:lnTo>
                    <a:lnTo>
                      <a:pt x="140" y="261"/>
                    </a:lnTo>
                    <a:lnTo>
                      <a:pt x="140" y="261"/>
                    </a:lnTo>
                    <a:lnTo>
                      <a:pt x="140" y="258"/>
                    </a:lnTo>
                    <a:lnTo>
                      <a:pt x="140" y="258"/>
                    </a:lnTo>
                    <a:lnTo>
                      <a:pt x="138" y="258"/>
                    </a:lnTo>
                    <a:lnTo>
                      <a:pt x="138" y="256"/>
                    </a:lnTo>
                    <a:lnTo>
                      <a:pt x="138" y="256"/>
                    </a:lnTo>
                    <a:lnTo>
                      <a:pt x="135" y="256"/>
                    </a:lnTo>
                    <a:lnTo>
                      <a:pt x="135" y="256"/>
                    </a:lnTo>
                    <a:lnTo>
                      <a:pt x="135" y="256"/>
                    </a:lnTo>
                    <a:lnTo>
                      <a:pt x="135" y="254"/>
                    </a:lnTo>
                    <a:lnTo>
                      <a:pt x="135" y="254"/>
                    </a:lnTo>
                    <a:lnTo>
                      <a:pt x="135" y="254"/>
                    </a:lnTo>
                    <a:lnTo>
                      <a:pt x="133" y="254"/>
                    </a:lnTo>
                    <a:lnTo>
                      <a:pt x="133" y="251"/>
                    </a:lnTo>
                    <a:lnTo>
                      <a:pt x="133" y="251"/>
                    </a:lnTo>
                    <a:lnTo>
                      <a:pt x="133" y="251"/>
                    </a:lnTo>
                    <a:lnTo>
                      <a:pt x="133" y="251"/>
                    </a:lnTo>
                    <a:lnTo>
                      <a:pt x="133" y="251"/>
                    </a:lnTo>
                    <a:lnTo>
                      <a:pt x="133" y="249"/>
                    </a:lnTo>
                    <a:lnTo>
                      <a:pt x="131" y="249"/>
                    </a:lnTo>
                    <a:lnTo>
                      <a:pt x="131" y="249"/>
                    </a:lnTo>
                    <a:lnTo>
                      <a:pt x="131" y="246"/>
                    </a:lnTo>
                    <a:lnTo>
                      <a:pt x="131" y="246"/>
                    </a:lnTo>
                    <a:lnTo>
                      <a:pt x="131" y="244"/>
                    </a:lnTo>
                    <a:lnTo>
                      <a:pt x="131" y="244"/>
                    </a:lnTo>
                    <a:lnTo>
                      <a:pt x="131" y="244"/>
                    </a:lnTo>
                    <a:lnTo>
                      <a:pt x="131" y="242"/>
                    </a:lnTo>
                    <a:lnTo>
                      <a:pt x="128" y="242"/>
                    </a:lnTo>
                    <a:lnTo>
                      <a:pt x="128" y="242"/>
                    </a:lnTo>
                    <a:lnTo>
                      <a:pt x="128" y="242"/>
                    </a:lnTo>
                    <a:lnTo>
                      <a:pt x="128" y="242"/>
                    </a:lnTo>
                    <a:lnTo>
                      <a:pt x="128" y="242"/>
                    </a:lnTo>
                    <a:lnTo>
                      <a:pt x="126" y="242"/>
                    </a:lnTo>
                    <a:lnTo>
                      <a:pt x="126" y="242"/>
                    </a:lnTo>
                    <a:lnTo>
                      <a:pt x="126" y="244"/>
                    </a:lnTo>
                    <a:lnTo>
                      <a:pt x="126" y="244"/>
                    </a:lnTo>
                    <a:lnTo>
                      <a:pt x="126" y="244"/>
                    </a:lnTo>
                    <a:lnTo>
                      <a:pt x="123" y="244"/>
                    </a:lnTo>
                    <a:lnTo>
                      <a:pt x="123" y="244"/>
                    </a:lnTo>
                    <a:lnTo>
                      <a:pt x="123" y="246"/>
                    </a:lnTo>
                    <a:lnTo>
                      <a:pt x="121" y="246"/>
                    </a:lnTo>
                    <a:lnTo>
                      <a:pt x="121" y="246"/>
                    </a:lnTo>
                    <a:lnTo>
                      <a:pt x="121" y="246"/>
                    </a:lnTo>
                    <a:lnTo>
                      <a:pt x="121" y="246"/>
                    </a:lnTo>
                    <a:lnTo>
                      <a:pt x="119" y="246"/>
                    </a:lnTo>
                    <a:lnTo>
                      <a:pt x="119" y="249"/>
                    </a:lnTo>
                    <a:lnTo>
                      <a:pt x="119" y="249"/>
                    </a:lnTo>
                    <a:lnTo>
                      <a:pt x="119" y="246"/>
                    </a:lnTo>
                    <a:lnTo>
                      <a:pt x="119" y="246"/>
                    </a:lnTo>
                    <a:lnTo>
                      <a:pt x="119" y="246"/>
                    </a:lnTo>
                    <a:lnTo>
                      <a:pt x="119" y="244"/>
                    </a:lnTo>
                    <a:lnTo>
                      <a:pt x="119" y="244"/>
                    </a:lnTo>
                    <a:lnTo>
                      <a:pt x="116" y="244"/>
                    </a:lnTo>
                    <a:lnTo>
                      <a:pt x="116" y="244"/>
                    </a:lnTo>
                    <a:lnTo>
                      <a:pt x="114" y="244"/>
                    </a:lnTo>
                    <a:lnTo>
                      <a:pt x="114" y="244"/>
                    </a:lnTo>
                    <a:lnTo>
                      <a:pt x="114" y="244"/>
                    </a:lnTo>
                    <a:lnTo>
                      <a:pt x="112" y="244"/>
                    </a:lnTo>
                    <a:lnTo>
                      <a:pt x="112" y="244"/>
                    </a:lnTo>
                    <a:lnTo>
                      <a:pt x="112" y="244"/>
                    </a:lnTo>
                    <a:lnTo>
                      <a:pt x="109" y="244"/>
                    </a:lnTo>
                    <a:lnTo>
                      <a:pt x="109" y="242"/>
                    </a:lnTo>
                    <a:lnTo>
                      <a:pt x="112" y="242"/>
                    </a:lnTo>
                    <a:lnTo>
                      <a:pt x="112" y="242"/>
                    </a:lnTo>
                    <a:lnTo>
                      <a:pt x="109" y="242"/>
                    </a:lnTo>
                    <a:lnTo>
                      <a:pt x="109" y="242"/>
                    </a:lnTo>
                    <a:lnTo>
                      <a:pt x="109" y="242"/>
                    </a:lnTo>
                    <a:lnTo>
                      <a:pt x="109" y="242"/>
                    </a:lnTo>
                    <a:lnTo>
                      <a:pt x="107" y="242"/>
                    </a:lnTo>
                    <a:lnTo>
                      <a:pt x="107" y="242"/>
                    </a:lnTo>
                    <a:lnTo>
                      <a:pt x="107" y="242"/>
                    </a:lnTo>
                    <a:lnTo>
                      <a:pt x="107" y="239"/>
                    </a:lnTo>
                    <a:lnTo>
                      <a:pt x="107" y="239"/>
                    </a:lnTo>
                    <a:lnTo>
                      <a:pt x="107" y="239"/>
                    </a:lnTo>
                    <a:lnTo>
                      <a:pt x="107" y="239"/>
                    </a:lnTo>
                    <a:lnTo>
                      <a:pt x="107" y="242"/>
                    </a:lnTo>
                    <a:lnTo>
                      <a:pt x="107" y="242"/>
                    </a:lnTo>
                    <a:lnTo>
                      <a:pt x="107" y="242"/>
                    </a:lnTo>
                    <a:lnTo>
                      <a:pt x="107" y="244"/>
                    </a:lnTo>
                    <a:lnTo>
                      <a:pt x="107" y="244"/>
                    </a:lnTo>
                    <a:lnTo>
                      <a:pt x="107" y="246"/>
                    </a:lnTo>
                    <a:lnTo>
                      <a:pt x="107" y="246"/>
                    </a:lnTo>
                    <a:lnTo>
                      <a:pt x="105" y="246"/>
                    </a:lnTo>
                    <a:lnTo>
                      <a:pt x="105" y="246"/>
                    </a:lnTo>
                    <a:lnTo>
                      <a:pt x="105" y="246"/>
                    </a:lnTo>
                    <a:lnTo>
                      <a:pt x="102" y="246"/>
                    </a:lnTo>
                    <a:lnTo>
                      <a:pt x="102" y="246"/>
                    </a:lnTo>
                    <a:lnTo>
                      <a:pt x="100" y="246"/>
                    </a:lnTo>
                    <a:lnTo>
                      <a:pt x="100" y="249"/>
                    </a:lnTo>
                    <a:lnTo>
                      <a:pt x="100" y="249"/>
                    </a:lnTo>
                    <a:lnTo>
                      <a:pt x="100" y="249"/>
                    </a:lnTo>
                    <a:lnTo>
                      <a:pt x="100" y="249"/>
                    </a:lnTo>
                    <a:lnTo>
                      <a:pt x="97" y="249"/>
                    </a:lnTo>
                    <a:lnTo>
                      <a:pt x="97" y="249"/>
                    </a:lnTo>
                    <a:lnTo>
                      <a:pt x="97" y="249"/>
                    </a:lnTo>
                    <a:lnTo>
                      <a:pt x="95" y="249"/>
                    </a:lnTo>
                    <a:lnTo>
                      <a:pt x="95" y="246"/>
                    </a:lnTo>
                    <a:lnTo>
                      <a:pt x="95" y="246"/>
                    </a:lnTo>
                    <a:lnTo>
                      <a:pt x="95" y="246"/>
                    </a:lnTo>
                    <a:lnTo>
                      <a:pt x="95" y="244"/>
                    </a:lnTo>
                    <a:lnTo>
                      <a:pt x="95" y="244"/>
                    </a:lnTo>
                    <a:lnTo>
                      <a:pt x="95" y="244"/>
                    </a:lnTo>
                    <a:lnTo>
                      <a:pt x="93" y="244"/>
                    </a:lnTo>
                    <a:lnTo>
                      <a:pt x="93" y="242"/>
                    </a:lnTo>
                    <a:lnTo>
                      <a:pt x="95" y="242"/>
                    </a:lnTo>
                    <a:lnTo>
                      <a:pt x="95" y="242"/>
                    </a:lnTo>
                    <a:lnTo>
                      <a:pt x="93" y="242"/>
                    </a:lnTo>
                    <a:lnTo>
                      <a:pt x="93" y="242"/>
                    </a:lnTo>
                    <a:lnTo>
                      <a:pt x="93" y="242"/>
                    </a:lnTo>
                    <a:lnTo>
                      <a:pt x="93" y="239"/>
                    </a:lnTo>
                    <a:lnTo>
                      <a:pt x="93" y="239"/>
                    </a:lnTo>
                    <a:lnTo>
                      <a:pt x="93" y="239"/>
                    </a:lnTo>
                    <a:lnTo>
                      <a:pt x="90" y="239"/>
                    </a:lnTo>
                    <a:lnTo>
                      <a:pt x="90" y="239"/>
                    </a:lnTo>
                    <a:lnTo>
                      <a:pt x="90" y="237"/>
                    </a:lnTo>
                    <a:lnTo>
                      <a:pt x="88" y="237"/>
                    </a:lnTo>
                    <a:lnTo>
                      <a:pt x="88" y="237"/>
                    </a:lnTo>
                    <a:lnTo>
                      <a:pt x="88" y="235"/>
                    </a:lnTo>
                    <a:lnTo>
                      <a:pt x="88" y="235"/>
                    </a:lnTo>
                    <a:lnTo>
                      <a:pt x="88" y="235"/>
                    </a:lnTo>
                    <a:lnTo>
                      <a:pt x="86" y="235"/>
                    </a:lnTo>
                    <a:lnTo>
                      <a:pt x="86" y="235"/>
                    </a:lnTo>
                    <a:lnTo>
                      <a:pt x="86" y="232"/>
                    </a:lnTo>
                    <a:lnTo>
                      <a:pt x="86" y="232"/>
                    </a:lnTo>
                    <a:lnTo>
                      <a:pt x="86" y="232"/>
                    </a:lnTo>
                    <a:lnTo>
                      <a:pt x="86" y="230"/>
                    </a:lnTo>
                    <a:lnTo>
                      <a:pt x="86" y="230"/>
                    </a:lnTo>
                    <a:lnTo>
                      <a:pt x="86" y="227"/>
                    </a:lnTo>
                    <a:lnTo>
                      <a:pt x="86" y="227"/>
                    </a:lnTo>
                    <a:lnTo>
                      <a:pt x="86" y="225"/>
                    </a:lnTo>
                    <a:lnTo>
                      <a:pt x="86" y="225"/>
                    </a:lnTo>
                    <a:lnTo>
                      <a:pt x="86" y="223"/>
                    </a:lnTo>
                    <a:lnTo>
                      <a:pt x="86" y="223"/>
                    </a:lnTo>
                    <a:lnTo>
                      <a:pt x="86" y="223"/>
                    </a:lnTo>
                    <a:lnTo>
                      <a:pt x="86" y="223"/>
                    </a:lnTo>
                    <a:lnTo>
                      <a:pt x="86" y="223"/>
                    </a:lnTo>
                    <a:lnTo>
                      <a:pt x="83" y="223"/>
                    </a:lnTo>
                    <a:lnTo>
                      <a:pt x="83" y="223"/>
                    </a:lnTo>
                    <a:lnTo>
                      <a:pt x="81" y="223"/>
                    </a:lnTo>
                    <a:lnTo>
                      <a:pt x="81" y="223"/>
                    </a:lnTo>
                    <a:lnTo>
                      <a:pt x="81" y="223"/>
                    </a:lnTo>
                    <a:lnTo>
                      <a:pt x="78" y="223"/>
                    </a:lnTo>
                    <a:lnTo>
                      <a:pt x="78" y="220"/>
                    </a:lnTo>
                    <a:lnTo>
                      <a:pt x="78" y="220"/>
                    </a:lnTo>
                    <a:lnTo>
                      <a:pt x="78" y="218"/>
                    </a:lnTo>
                    <a:lnTo>
                      <a:pt x="78" y="218"/>
                    </a:lnTo>
                    <a:lnTo>
                      <a:pt x="78" y="216"/>
                    </a:lnTo>
                    <a:lnTo>
                      <a:pt x="78" y="216"/>
                    </a:lnTo>
                    <a:lnTo>
                      <a:pt x="78" y="213"/>
                    </a:lnTo>
                    <a:lnTo>
                      <a:pt x="78" y="213"/>
                    </a:lnTo>
                    <a:lnTo>
                      <a:pt x="78" y="211"/>
                    </a:lnTo>
                    <a:lnTo>
                      <a:pt x="78" y="211"/>
                    </a:lnTo>
                    <a:lnTo>
                      <a:pt x="78" y="211"/>
                    </a:lnTo>
                    <a:lnTo>
                      <a:pt x="81" y="211"/>
                    </a:lnTo>
                    <a:lnTo>
                      <a:pt x="81" y="209"/>
                    </a:lnTo>
                    <a:lnTo>
                      <a:pt x="81" y="209"/>
                    </a:lnTo>
                    <a:lnTo>
                      <a:pt x="81" y="206"/>
                    </a:lnTo>
                    <a:lnTo>
                      <a:pt x="81" y="206"/>
                    </a:lnTo>
                    <a:lnTo>
                      <a:pt x="81" y="206"/>
                    </a:lnTo>
                    <a:lnTo>
                      <a:pt x="81" y="204"/>
                    </a:lnTo>
                    <a:lnTo>
                      <a:pt x="81" y="204"/>
                    </a:lnTo>
                    <a:lnTo>
                      <a:pt x="81" y="204"/>
                    </a:lnTo>
                    <a:lnTo>
                      <a:pt x="81" y="201"/>
                    </a:lnTo>
                    <a:lnTo>
                      <a:pt x="83" y="201"/>
                    </a:lnTo>
                    <a:lnTo>
                      <a:pt x="83" y="201"/>
                    </a:lnTo>
                    <a:lnTo>
                      <a:pt x="81" y="201"/>
                    </a:lnTo>
                    <a:lnTo>
                      <a:pt x="81" y="201"/>
                    </a:lnTo>
                    <a:lnTo>
                      <a:pt x="81" y="201"/>
                    </a:lnTo>
                    <a:lnTo>
                      <a:pt x="81" y="199"/>
                    </a:lnTo>
                    <a:lnTo>
                      <a:pt x="81" y="199"/>
                    </a:lnTo>
                    <a:lnTo>
                      <a:pt x="81" y="199"/>
                    </a:lnTo>
                    <a:lnTo>
                      <a:pt x="81" y="197"/>
                    </a:lnTo>
                    <a:lnTo>
                      <a:pt x="78" y="197"/>
                    </a:lnTo>
                    <a:lnTo>
                      <a:pt x="78" y="197"/>
                    </a:lnTo>
                    <a:lnTo>
                      <a:pt x="78" y="194"/>
                    </a:lnTo>
                    <a:lnTo>
                      <a:pt x="78" y="194"/>
                    </a:lnTo>
                    <a:lnTo>
                      <a:pt x="78" y="194"/>
                    </a:lnTo>
                    <a:lnTo>
                      <a:pt x="78" y="194"/>
                    </a:lnTo>
                    <a:lnTo>
                      <a:pt x="78" y="192"/>
                    </a:lnTo>
                    <a:lnTo>
                      <a:pt x="76" y="192"/>
                    </a:lnTo>
                    <a:lnTo>
                      <a:pt x="76" y="192"/>
                    </a:lnTo>
                    <a:lnTo>
                      <a:pt x="76" y="192"/>
                    </a:lnTo>
                    <a:lnTo>
                      <a:pt x="76" y="192"/>
                    </a:lnTo>
                    <a:lnTo>
                      <a:pt x="76" y="190"/>
                    </a:lnTo>
                    <a:lnTo>
                      <a:pt x="74" y="190"/>
                    </a:lnTo>
                    <a:lnTo>
                      <a:pt x="74" y="190"/>
                    </a:lnTo>
                    <a:lnTo>
                      <a:pt x="74" y="187"/>
                    </a:lnTo>
                    <a:lnTo>
                      <a:pt x="74" y="187"/>
                    </a:lnTo>
                    <a:lnTo>
                      <a:pt x="74" y="187"/>
                    </a:lnTo>
                    <a:lnTo>
                      <a:pt x="74" y="185"/>
                    </a:lnTo>
                    <a:lnTo>
                      <a:pt x="74" y="185"/>
                    </a:lnTo>
                    <a:lnTo>
                      <a:pt x="74" y="185"/>
                    </a:lnTo>
                    <a:lnTo>
                      <a:pt x="71" y="185"/>
                    </a:lnTo>
                    <a:lnTo>
                      <a:pt x="71" y="185"/>
                    </a:lnTo>
                    <a:lnTo>
                      <a:pt x="71" y="182"/>
                    </a:lnTo>
                    <a:lnTo>
                      <a:pt x="71" y="182"/>
                    </a:lnTo>
                    <a:lnTo>
                      <a:pt x="71" y="185"/>
                    </a:lnTo>
                    <a:lnTo>
                      <a:pt x="69" y="185"/>
                    </a:lnTo>
                    <a:lnTo>
                      <a:pt x="69" y="185"/>
                    </a:lnTo>
                    <a:lnTo>
                      <a:pt x="67" y="185"/>
                    </a:lnTo>
                    <a:lnTo>
                      <a:pt x="67" y="185"/>
                    </a:lnTo>
                    <a:lnTo>
                      <a:pt x="67" y="182"/>
                    </a:lnTo>
                    <a:lnTo>
                      <a:pt x="67" y="182"/>
                    </a:lnTo>
                    <a:lnTo>
                      <a:pt x="64" y="182"/>
                    </a:lnTo>
                    <a:lnTo>
                      <a:pt x="64" y="182"/>
                    </a:lnTo>
                    <a:lnTo>
                      <a:pt x="64" y="182"/>
                    </a:lnTo>
                    <a:lnTo>
                      <a:pt x="64" y="182"/>
                    </a:lnTo>
                    <a:lnTo>
                      <a:pt x="62" y="182"/>
                    </a:lnTo>
                    <a:lnTo>
                      <a:pt x="62" y="180"/>
                    </a:lnTo>
                    <a:lnTo>
                      <a:pt x="62" y="180"/>
                    </a:lnTo>
                    <a:lnTo>
                      <a:pt x="62" y="180"/>
                    </a:lnTo>
                    <a:lnTo>
                      <a:pt x="62" y="180"/>
                    </a:lnTo>
                    <a:lnTo>
                      <a:pt x="60" y="180"/>
                    </a:lnTo>
                    <a:lnTo>
                      <a:pt x="60" y="178"/>
                    </a:lnTo>
                    <a:lnTo>
                      <a:pt x="60" y="178"/>
                    </a:lnTo>
                    <a:lnTo>
                      <a:pt x="60" y="178"/>
                    </a:lnTo>
                    <a:lnTo>
                      <a:pt x="60" y="178"/>
                    </a:lnTo>
                    <a:lnTo>
                      <a:pt x="57" y="178"/>
                    </a:lnTo>
                    <a:lnTo>
                      <a:pt x="57" y="175"/>
                    </a:lnTo>
                    <a:lnTo>
                      <a:pt x="57" y="175"/>
                    </a:lnTo>
                    <a:lnTo>
                      <a:pt x="57" y="175"/>
                    </a:lnTo>
                    <a:lnTo>
                      <a:pt x="55" y="175"/>
                    </a:lnTo>
                    <a:lnTo>
                      <a:pt x="55" y="175"/>
                    </a:lnTo>
                    <a:lnTo>
                      <a:pt x="55" y="173"/>
                    </a:lnTo>
                    <a:lnTo>
                      <a:pt x="55" y="173"/>
                    </a:lnTo>
                    <a:lnTo>
                      <a:pt x="52" y="173"/>
                    </a:lnTo>
                    <a:lnTo>
                      <a:pt x="52" y="173"/>
                    </a:lnTo>
                    <a:lnTo>
                      <a:pt x="52" y="173"/>
                    </a:lnTo>
                    <a:lnTo>
                      <a:pt x="52" y="173"/>
                    </a:lnTo>
                    <a:lnTo>
                      <a:pt x="52" y="173"/>
                    </a:lnTo>
                    <a:lnTo>
                      <a:pt x="50" y="173"/>
                    </a:lnTo>
                    <a:lnTo>
                      <a:pt x="50" y="173"/>
                    </a:lnTo>
                    <a:lnTo>
                      <a:pt x="48" y="173"/>
                    </a:lnTo>
                    <a:lnTo>
                      <a:pt x="48" y="173"/>
                    </a:lnTo>
                    <a:lnTo>
                      <a:pt x="48" y="173"/>
                    </a:lnTo>
                    <a:lnTo>
                      <a:pt x="45" y="173"/>
                    </a:lnTo>
                    <a:lnTo>
                      <a:pt x="45" y="173"/>
                    </a:lnTo>
                    <a:lnTo>
                      <a:pt x="45" y="173"/>
                    </a:lnTo>
                    <a:lnTo>
                      <a:pt x="45" y="171"/>
                    </a:lnTo>
                    <a:lnTo>
                      <a:pt x="45" y="171"/>
                    </a:lnTo>
                    <a:lnTo>
                      <a:pt x="45" y="171"/>
                    </a:lnTo>
                    <a:lnTo>
                      <a:pt x="45" y="171"/>
                    </a:lnTo>
                    <a:lnTo>
                      <a:pt x="45" y="168"/>
                    </a:lnTo>
                    <a:lnTo>
                      <a:pt x="45" y="168"/>
                    </a:lnTo>
                    <a:lnTo>
                      <a:pt x="45" y="168"/>
                    </a:lnTo>
                    <a:lnTo>
                      <a:pt x="43" y="168"/>
                    </a:lnTo>
                    <a:lnTo>
                      <a:pt x="43" y="168"/>
                    </a:lnTo>
                    <a:lnTo>
                      <a:pt x="45" y="168"/>
                    </a:lnTo>
                    <a:lnTo>
                      <a:pt x="45" y="168"/>
                    </a:lnTo>
                    <a:lnTo>
                      <a:pt x="45" y="168"/>
                    </a:lnTo>
                    <a:lnTo>
                      <a:pt x="45" y="166"/>
                    </a:lnTo>
                    <a:lnTo>
                      <a:pt x="48" y="166"/>
                    </a:lnTo>
                    <a:lnTo>
                      <a:pt x="48" y="166"/>
                    </a:lnTo>
                    <a:lnTo>
                      <a:pt x="48" y="163"/>
                    </a:lnTo>
                    <a:lnTo>
                      <a:pt x="45" y="163"/>
                    </a:lnTo>
                    <a:lnTo>
                      <a:pt x="45" y="163"/>
                    </a:lnTo>
                    <a:lnTo>
                      <a:pt x="45" y="163"/>
                    </a:lnTo>
                    <a:lnTo>
                      <a:pt x="45" y="163"/>
                    </a:lnTo>
                    <a:lnTo>
                      <a:pt x="45" y="163"/>
                    </a:lnTo>
                    <a:lnTo>
                      <a:pt x="45" y="161"/>
                    </a:lnTo>
                    <a:lnTo>
                      <a:pt x="43" y="161"/>
                    </a:lnTo>
                    <a:lnTo>
                      <a:pt x="43" y="161"/>
                    </a:lnTo>
                    <a:lnTo>
                      <a:pt x="43" y="159"/>
                    </a:lnTo>
                    <a:lnTo>
                      <a:pt x="43" y="159"/>
                    </a:lnTo>
                    <a:lnTo>
                      <a:pt x="43" y="159"/>
                    </a:lnTo>
                    <a:lnTo>
                      <a:pt x="41" y="159"/>
                    </a:lnTo>
                    <a:lnTo>
                      <a:pt x="41" y="159"/>
                    </a:lnTo>
                    <a:lnTo>
                      <a:pt x="41" y="156"/>
                    </a:lnTo>
                    <a:lnTo>
                      <a:pt x="41" y="156"/>
                    </a:lnTo>
                    <a:lnTo>
                      <a:pt x="41" y="156"/>
                    </a:lnTo>
                    <a:lnTo>
                      <a:pt x="41" y="156"/>
                    </a:lnTo>
                    <a:lnTo>
                      <a:pt x="41" y="154"/>
                    </a:lnTo>
                    <a:lnTo>
                      <a:pt x="41" y="154"/>
                    </a:lnTo>
                    <a:lnTo>
                      <a:pt x="38" y="154"/>
                    </a:lnTo>
                    <a:lnTo>
                      <a:pt x="38" y="154"/>
                    </a:lnTo>
                    <a:lnTo>
                      <a:pt x="38" y="154"/>
                    </a:lnTo>
                    <a:lnTo>
                      <a:pt x="38" y="154"/>
                    </a:lnTo>
                    <a:lnTo>
                      <a:pt x="36" y="154"/>
                    </a:lnTo>
                    <a:lnTo>
                      <a:pt x="36" y="152"/>
                    </a:lnTo>
                    <a:lnTo>
                      <a:pt x="36" y="152"/>
                    </a:lnTo>
                    <a:lnTo>
                      <a:pt x="36" y="152"/>
                    </a:lnTo>
                    <a:lnTo>
                      <a:pt x="36" y="152"/>
                    </a:lnTo>
                    <a:lnTo>
                      <a:pt x="33" y="152"/>
                    </a:lnTo>
                    <a:lnTo>
                      <a:pt x="33" y="149"/>
                    </a:lnTo>
                    <a:lnTo>
                      <a:pt x="33" y="149"/>
                    </a:lnTo>
                    <a:lnTo>
                      <a:pt x="33" y="149"/>
                    </a:lnTo>
                    <a:lnTo>
                      <a:pt x="33" y="149"/>
                    </a:lnTo>
                    <a:lnTo>
                      <a:pt x="33" y="147"/>
                    </a:lnTo>
                    <a:lnTo>
                      <a:pt x="31" y="147"/>
                    </a:lnTo>
                    <a:lnTo>
                      <a:pt x="31" y="147"/>
                    </a:lnTo>
                    <a:lnTo>
                      <a:pt x="31" y="147"/>
                    </a:lnTo>
                    <a:lnTo>
                      <a:pt x="29" y="147"/>
                    </a:lnTo>
                    <a:lnTo>
                      <a:pt x="29" y="145"/>
                    </a:lnTo>
                    <a:lnTo>
                      <a:pt x="31" y="145"/>
                    </a:lnTo>
                    <a:lnTo>
                      <a:pt x="31" y="145"/>
                    </a:lnTo>
                    <a:lnTo>
                      <a:pt x="31" y="145"/>
                    </a:lnTo>
                    <a:lnTo>
                      <a:pt x="31" y="142"/>
                    </a:lnTo>
                    <a:lnTo>
                      <a:pt x="31" y="142"/>
                    </a:lnTo>
                    <a:lnTo>
                      <a:pt x="33" y="142"/>
                    </a:lnTo>
                    <a:lnTo>
                      <a:pt x="33" y="142"/>
                    </a:lnTo>
                    <a:lnTo>
                      <a:pt x="33" y="142"/>
                    </a:lnTo>
                    <a:lnTo>
                      <a:pt x="33" y="140"/>
                    </a:lnTo>
                    <a:lnTo>
                      <a:pt x="33" y="140"/>
                    </a:lnTo>
                    <a:lnTo>
                      <a:pt x="33" y="137"/>
                    </a:lnTo>
                    <a:lnTo>
                      <a:pt x="33" y="137"/>
                    </a:lnTo>
                    <a:lnTo>
                      <a:pt x="33" y="137"/>
                    </a:lnTo>
                    <a:lnTo>
                      <a:pt x="31" y="137"/>
                    </a:lnTo>
                    <a:lnTo>
                      <a:pt x="31" y="135"/>
                    </a:lnTo>
                    <a:lnTo>
                      <a:pt x="31" y="135"/>
                    </a:lnTo>
                    <a:lnTo>
                      <a:pt x="31" y="135"/>
                    </a:lnTo>
                    <a:lnTo>
                      <a:pt x="31" y="133"/>
                    </a:lnTo>
                    <a:lnTo>
                      <a:pt x="31" y="133"/>
                    </a:lnTo>
                    <a:lnTo>
                      <a:pt x="33" y="133"/>
                    </a:lnTo>
                    <a:lnTo>
                      <a:pt x="33" y="133"/>
                    </a:lnTo>
                    <a:lnTo>
                      <a:pt x="33" y="133"/>
                    </a:lnTo>
                    <a:lnTo>
                      <a:pt x="33" y="130"/>
                    </a:lnTo>
                    <a:lnTo>
                      <a:pt x="33" y="130"/>
                    </a:lnTo>
                    <a:lnTo>
                      <a:pt x="33" y="133"/>
                    </a:lnTo>
                    <a:lnTo>
                      <a:pt x="33" y="133"/>
                    </a:lnTo>
                    <a:lnTo>
                      <a:pt x="36" y="133"/>
                    </a:lnTo>
                    <a:lnTo>
                      <a:pt x="36" y="133"/>
                    </a:lnTo>
                    <a:lnTo>
                      <a:pt x="38" y="133"/>
                    </a:lnTo>
                    <a:lnTo>
                      <a:pt x="38" y="130"/>
                    </a:lnTo>
                    <a:lnTo>
                      <a:pt x="38" y="130"/>
                    </a:lnTo>
                    <a:lnTo>
                      <a:pt x="38" y="128"/>
                    </a:lnTo>
                    <a:lnTo>
                      <a:pt x="36" y="128"/>
                    </a:lnTo>
                    <a:lnTo>
                      <a:pt x="36" y="128"/>
                    </a:lnTo>
                    <a:lnTo>
                      <a:pt x="36" y="128"/>
                    </a:lnTo>
                    <a:lnTo>
                      <a:pt x="36" y="126"/>
                    </a:lnTo>
                    <a:lnTo>
                      <a:pt x="36" y="126"/>
                    </a:lnTo>
                    <a:lnTo>
                      <a:pt x="36" y="126"/>
                    </a:lnTo>
                    <a:lnTo>
                      <a:pt x="36" y="123"/>
                    </a:lnTo>
                    <a:lnTo>
                      <a:pt x="38" y="123"/>
                    </a:lnTo>
                    <a:lnTo>
                      <a:pt x="38" y="123"/>
                    </a:lnTo>
                    <a:lnTo>
                      <a:pt x="38" y="123"/>
                    </a:lnTo>
                    <a:lnTo>
                      <a:pt x="38" y="123"/>
                    </a:lnTo>
                    <a:lnTo>
                      <a:pt x="38" y="123"/>
                    </a:lnTo>
                    <a:lnTo>
                      <a:pt x="41" y="123"/>
                    </a:lnTo>
                    <a:lnTo>
                      <a:pt x="41" y="121"/>
                    </a:lnTo>
                    <a:lnTo>
                      <a:pt x="41" y="121"/>
                    </a:lnTo>
                    <a:lnTo>
                      <a:pt x="41" y="118"/>
                    </a:lnTo>
                    <a:lnTo>
                      <a:pt x="41" y="118"/>
                    </a:lnTo>
                    <a:lnTo>
                      <a:pt x="41" y="118"/>
                    </a:lnTo>
                    <a:lnTo>
                      <a:pt x="41" y="118"/>
                    </a:lnTo>
                    <a:lnTo>
                      <a:pt x="43" y="118"/>
                    </a:lnTo>
                    <a:lnTo>
                      <a:pt x="43" y="118"/>
                    </a:lnTo>
                    <a:lnTo>
                      <a:pt x="43" y="118"/>
                    </a:lnTo>
                    <a:lnTo>
                      <a:pt x="45" y="118"/>
                    </a:lnTo>
                    <a:lnTo>
                      <a:pt x="45" y="118"/>
                    </a:lnTo>
                    <a:lnTo>
                      <a:pt x="45" y="118"/>
                    </a:lnTo>
                    <a:lnTo>
                      <a:pt x="45" y="118"/>
                    </a:lnTo>
                    <a:lnTo>
                      <a:pt x="45" y="116"/>
                    </a:lnTo>
                    <a:lnTo>
                      <a:pt x="45" y="116"/>
                    </a:lnTo>
                    <a:lnTo>
                      <a:pt x="48" y="116"/>
                    </a:lnTo>
                    <a:lnTo>
                      <a:pt x="48" y="114"/>
                    </a:lnTo>
                    <a:lnTo>
                      <a:pt x="45" y="114"/>
                    </a:lnTo>
                    <a:lnTo>
                      <a:pt x="45" y="114"/>
                    </a:lnTo>
                    <a:lnTo>
                      <a:pt x="45" y="114"/>
                    </a:lnTo>
                    <a:lnTo>
                      <a:pt x="45" y="114"/>
                    </a:lnTo>
                    <a:lnTo>
                      <a:pt x="45" y="111"/>
                    </a:lnTo>
                    <a:lnTo>
                      <a:pt x="45" y="111"/>
                    </a:lnTo>
                    <a:lnTo>
                      <a:pt x="45" y="111"/>
                    </a:lnTo>
                    <a:lnTo>
                      <a:pt x="43" y="111"/>
                    </a:lnTo>
                    <a:lnTo>
                      <a:pt x="43" y="109"/>
                    </a:lnTo>
                    <a:lnTo>
                      <a:pt x="43" y="109"/>
                    </a:lnTo>
                    <a:lnTo>
                      <a:pt x="43" y="109"/>
                    </a:lnTo>
                    <a:lnTo>
                      <a:pt x="43" y="107"/>
                    </a:lnTo>
                    <a:lnTo>
                      <a:pt x="43" y="107"/>
                    </a:lnTo>
                    <a:lnTo>
                      <a:pt x="43" y="104"/>
                    </a:lnTo>
                    <a:lnTo>
                      <a:pt x="43" y="104"/>
                    </a:lnTo>
                    <a:lnTo>
                      <a:pt x="43" y="104"/>
                    </a:lnTo>
                    <a:lnTo>
                      <a:pt x="43" y="104"/>
                    </a:lnTo>
                    <a:lnTo>
                      <a:pt x="43" y="102"/>
                    </a:lnTo>
                    <a:lnTo>
                      <a:pt x="45" y="102"/>
                    </a:lnTo>
                    <a:lnTo>
                      <a:pt x="45" y="104"/>
                    </a:lnTo>
                    <a:lnTo>
                      <a:pt x="45" y="104"/>
                    </a:lnTo>
                    <a:lnTo>
                      <a:pt x="45" y="102"/>
                    </a:lnTo>
                    <a:lnTo>
                      <a:pt x="45" y="102"/>
                    </a:lnTo>
                    <a:lnTo>
                      <a:pt x="48" y="102"/>
                    </a:lnTo>
                    <a:lnTo>
                      <a:pt x="48" y="102"/>
                    </a:lnTo>
                    <a:lnTo>
                      <a:pt x="48" y="102"/>
                    </a:lnTo>
                    <a:lnTo>
                      <a:pt x="48" y="102"/>
                    </a:lnTo>
                    <a:lnTo>
                      <a:pt x="50" y="102"/>
                    </a:lnTo>
                    <a:lnTo>
                      <a:pt x="50" y="100"/>
                    </a:lnTo>
                    <a:lnTo>
                      <a:pt x="50" y="100"/>
                    </a:lnTo>
                    <a:lnTo>
                      <a:pt x="48" y="100"/>
                    </a:lnTo>
                    <a:lnTo>
                      <a:pt x="48" y="100"/>
                    </a:lnTo>
                    <a:lnTo>
                      <a:pt x="48" y="100"/>
                    </a:lnTo>
                    <a:lnTo>
                      <a:pt x="48" y="100"/>
                    </a:lnTo>
                    <a:lnTo>
                      <a:pt x="45" y="100"/>
                    </a:lnTo>
                    <a:lnTo>
                      <a:pt x="45" y="100"/>
                    </a:lnTo>
                    <a:lnTo>
                      <a:pt x="45" y="100"/>
                    </a:lnTo>
                    <a:lnTo>
                      <a:pt x="45" y="100"/>
                    </a:lnTo>
                    <a:lnTo>
                      <a:pt x="43" y="100"/>
                    </a:lnTo>
                    <a:lnTo>
                      <a:pt x="43" y="100"/>
                    </a:lnTo>
                    <a:lnTo>
                      <a:pt x="41" y="100"/>
                    </a:lnTo>
                    <a:lnTo>
                      <a:pt x="41" y="100"/>
                    </a:lnTo>
                    <a:lnTo>
                      <a:pt x="41" y="100"/>
                    </a:lnTo>
                    <a:lnTo>
                      <a:pt x="38" y="100"/>
                    </a:lnTo>
                    <a:lnTo>
                      <a:pt x="38" y="100"/>
                    </a:lnTo>
                    <a:lnTo>
                      <a:pt x="38" y="100"/>
                    </a:lnTo>
                    <a:lnTo>
                      <a:pt x="38" y="100"/>
                    </a:lnTo>
                    <a:lnTo>
                      <a:pt x="38" y="100"/>
                    </a:lnTo>
                    <a:lnTo>
                      <a:pt x="36" y="100"/>
                    </a:lnTo>
                    <a:lnTo>
                      <a:pt x="36" y="97"/>
                    </a:lnTo>
                    <a:lnTo>
                      <a:pt x="36" y="97"/>
                    </a:lnTo>
                    <a:lnTo>
                      <a:pt x="36" y="97"/>
                    </a:lnTo>
                    <a:lnTo>
                      <a:pt x="36" y="95"/>
                    </a:lnTo>
                    <a:lnTo>
                      <a:pt x="33" y="95"/>
                    </a:lnTo>
                    <a:lnTo>
                      <a:pt x="33" y="95"/>
                    </a:lnTo>
                    <a:lnTo>
                      <a:pt x="33" y="95"/>
                    </a:lnTo>
                    <a:lnTo>
                      <a:pt x="33" y="95"/>
                    </a:lnTo>
                    <a:lnTo>
                      <a:pt x="31" y="95"/>
                    </a:lnTo>
                    <a:lnTo>
                      <a:pt x="31" y="95"/>
                    </a:lnTo>
                    <a:lnTo>
                      <a:pt x="29" y="95"/>
                    </a:lnTo>
                    <a:lnTo>
                      <a:pt x="29" y="95"/>
                    </a:lnTo>
                    <a:lnTo>
                      <a:pt x="29" y="95"/>
                    </a:lnTo>
                    <a:lnTo>
                      <a:pt x="29" y="95"/>
                    </a:lnTo>
                    <a:lnTo>
                      <a:pt x="29" y="95"/>
                    </a:lnTo>
                    <a:lnTo>
                      <a:pt x="29" y="92"/>
                    </a:lnTo>
                    <a:lnTo>
                      <a:pt x="29" y="92"/>
                    </a:lnTo>
                    <a:lnTo>
                      <a:pt x="29" y="92"/>
                    </a:lnTo>
                    <a:lnTo>
                      <a:pt x="29" y="92"/>
                    </a:lnTo>
                    <a:lnTo>
                      <a:pt x="29" y="92"/>
                    </a:lnTo>
                    <a:lnTo>
                      <a:pt x="29" y="90"/>
                    </a:lnTo>
                    <a:lnTo>
                      <a:pt x="29" y="90"/>
                    </a:lnTo>
                    <a:lnTo>
                      <a:pt x="29" y="88"/>
                    </a:lnTo>
                    <a:lnTo>
                      <a:pt x="26" y="88"/>
                    </a:lnTo>
                    <a:lnTo>
                      <a:pt x="26" y="88"/>
                    </a:lnTo>
                    <a:lnTo>
                      <a:pt x="26" y="85"/>
                    </a:lnTo>
                    <a:lnTo>
                      <a:pt x="26" y="85"/>
                    </a:lnTo>
                    <a:lnTo>
                      <a:pt x="26" y="83"/>
                    </a:lnTo>
                    <a:lnTo>
                      <a:pt x="26" y="83"/>
                    </a:lnTo>
                    <a:lnTo>
                      <a:pt x="26" y="83"/>
                    </a:lnTo>
                    <a:lnTo>
                      <a:pt x="24" y="83"/>
                    </a:lnTo>
                    <a:lnTo>
                      <a:pt x="24" y="83"/>
                    </a:lnTo>
                    <a:lnTo>
                      <a:pt x="22" y="83"/>
                    </a:lnTo>
                    <a:lnTo>
                      <a:pt x="22" y="83"/>
                    </a:lnTo>
                    <a:lnTo>
                      <a:pt x="22" y="83"/>
                    </a:lnTo>
                    <a:lnTo>
                      <a:pt x="22" y="83"/>
                    </a:lnTo>
                    <a:lnTo>
                      <a:pt x="22" y="81"/>
                    </a:lnTo>
                    <a:lnTo>
                      <a:pt x="22" y="81"/>
                    </a:lnTo>
                    <a:lnTo>
                      <a:pt x="22" y="78"/>
                    </a:lnTo>
                    <a:lnTo>
                      <a:pt x="22" y="78"/>
                    </a:lnTo>
                    <a:lnTo>
                      <a:pt x="22" y="78"/>
                    </a:lnTo>
                    <a:lnTo>
                      <a:pt x="22" y="76"/>
                    </a:lnTo>
                    <a:lnTo>
                      <a:pt x="22" y="76"/>
                    </a:lnTo>
                    <a:lnTo>
                      <a:pt x="22" y="76"/>
                    </a:lnTo>
                    <a:lnTo>
                      <a:pt x="22" y="76"/>
                    </a:lnTo>
                    <a:lnTo>
                      <a:pt x="19" y="76"/>
                    </a:lnTo>
                    <a:lnTo>
                      <a:pt x="19" y="73"/>
                    </a:lnTo>
                    <a:lnTo>
                      <a:pt x="19" y="73"/>
                    </a:lnTo>
                    <a:lnTo>
                      <a:pt x="19" y="73"/>
                    </a:lnTo>
                    <a:lnTo>
                      <a:pt x="19" y="73"/>
                    </a:lnTo>
                    <a:lnTo>
                      <a:pt x="19" y="73"/>
                    </a:lnTo>
                    <a:lnTo>
                      <a:pt x="19" y="73"/>
                    </a:lnTo>
                    <a:lnTo>
                      <a:pt x="19" y="71"/>
                    </a:lnTo>
                    <a:lnTo>
                      <a:pt x="19" y="71"/>
                    </a:lnTo>
                    <a:lnTo>
                      <a:pt x="19" y="69"/>
                    </a:lnTo>
                    <a:lnTo>
                      <a:pt x="19" y="69"/>
                    </a:lnTo>
                    <a:lnTo>
                      <a:pt x="19" y="69"/>
                    </a:lnTo>
                    <a:lnTo>
                      <a:pt x="17" y="69"/>
                    </a:lnTo>
                    <a:lnTo>
                      <a:pt x="17" y="69"/>
                    </a:lnTo>
                    <a:lnTo>
                      <a:pt x="17" y="66"/>
                    </a:lnTo>
                    <a:lnTo>
                      <a:pt x="17" y="66"/>
                    </a:lnTo>
                    <a:lnTo>
                      <a:pt x="17" y="64"/>
                    </a:lnTo>
                    <a:lnTo>
                      <a:pt x="17" y="64"/>
                    </a:lnTo>
                    <a:lnTo>
                      <a:pt x="17" y="64"/>
                    </a:lnTo>
                    <a:lnTo>
                      <a:pt x="17" y="64"/>
                    </a:lnTo>
                    <a:lnTo>
                      <a:pt x="17" y="62"/>
                    </a:lnTo>
                    <a:lnTo>
                      <a:pt x="17" y="62"/>
                    </a:lnTo>
                    <a:lnTo>
                      <a:pt x="17" y="62"/>
                    </a:lnTo>
                    <a:lnTo>
                      <a:pt x="15" y="62"/>
                    </a:lnTo>
                    <a:lnTo>
                      <a:pt x="15" y="59"/>
                    </a:lnTo>
                    <a:lnTo>
                      <a:pt x="15" y="59"/>
                    </a:lnTo>
                    <a:lnTo>
                      <a:pt x="15" y="59"/>
                    </a:lnTo>
                    <a:lnTo>
                      <a:pt x="15" y="59"/>
                    </a:lnTo>
                    <a:lnTo>
                      <a:pt x="12" y="59"/>
                    </a:lnTo>
                    <a:lnTo>
                      <a:pt x="12" y="57"/>
                    </a:lnTo>
                    <a:lnTo>
                      <a:pt x="12" y="57"/>
                    </a:lnTo>
                    <a:lnTo>
                      <a:pt x="12" y="54"/>
                    </a:lnTo>
                    <a:lnTo>
                      <a:pt x="12" y="54"/>
                    </a:lnTo>
                    <a:lnTo>
                      <a:pt x="12" y="54"/>
                    </a:lnTo>
                    <a:lnTo>
                      <a:pt x="12" y="54"/>
                    </a:lnTo>
                    <a:lnTo>
                      <a:pt x="12" y="52"/>
                    </a:lnTo>
                    <a:lnTo>
                      <a:pt x="12" y="52"/>
                    </a:lnTo>
                    <a:lnTo>
                      <a:pt x="12" y="52"/>
                    </a:lnTo>
                    <a:lnTo>
                      <a:pt x="12" y="50"/>
                    </a:lnTo>
                    <a:lnTo>
                      <a:pt x="12" y="50"/>
                    </a:lnTo>
                    <a:lnTo>
                      <a:pt x="12" y="50"/>
                    </a:lnTo>
                    <a:lnTo>
                      <a:pt x="12" y="50"/>
                    </a:lnTo>
                    <a:lnTo>
                      <a:pt x="10" y="50"/>
                    </a:lnTo>
                    <a:lnTo>
                      <a:pt x="10" y="50"/>
                    </a:lnTo>
                    <a:lnTo>
                      <a:pt x="10" y="50"/>
                    </a:lnTo>
                    <a:lnTo>
                      <a:pt x="10" y="50"/>
                    </a:lnTo>
                    <a:lnTo>
                      <a:pt x="7" y="50"/>
                    </a:lnTo>
                    <a:lnTo>
                      <a:pt x="7" y="47"/>
                    </a:lnTo>
                    <a:lnTo>
                      <a:pt x="7" y="47"/>
                    </a:lnTo>
                    <a:lnTo>
                      <a:pt x="7" y="47"/>
                    </a:lnTo>
                    <a:lnTo>
                      <a:pt x="7" y="47"/>
                    </a:lnTo>
                    <a:lnTo>
                      <a:pt x="5" y="47"/>
                    </a:lnTo>
                    <a:lnTo>
                      <a:pt x="5" y="47"/>
                    </a:lnTo>
                    <a:lnTo>
                      <a:pt x="5" y="45"/>
                    </a:lnTo>
                    <a:lnTo>
                      <a:pt x="5" y="45"/>
                    </a:lnTo>
                    <a:lnTo>
                      <a:pt x="5" y="45"/>
                    </a:lnTo>
                    <a:lnTo>
                      <a:pt x="5" y="45"/>
                    </a:lnTo>
                    <a:lnTo>
                      <a:pt x="5" y="43"/>
                    </a:lnTo>
                    <a:lnTo>
                      <a:pt x="7" y="43"/>
                    </a:lnTo>
                    <a:lnTo>
                      <a:pt x="7" y="43"/>
                    </a:lnTo>
                    <a:lnTo>
                      <a:pt x="7" y="43"/>
                    </a:lnTo>
                    <a:lnTo>
                      <a:pt x="7" y="40"/>
                    </a:lnTo>
                    <a:lnTo>
                      <a:pt x="7" y="40"/>
                    </a:lnTo>
                    <a:lnTo>
                      <a:pt x="7" y="40"/>
                    </a:lnTo>
                    <a:lnTo>
                      <a:pt x="7" y="38"/>
                    </a:lnTo>
                    <a:lnTo>
                      <a:pt x="7" y="38"/>
                    </a:lnTo>
                    <a:lnTo>
                      <a:pt x="7" y="36"/>
                    </a:lnTo>
                    <a:lnTo>
                      <a:pt x="10" y="36"/>
                    </a:lnTo>
                    <a:lnTo>
                      <a:pt x="10" y="36"/>
                    </a:lnTo>
                    <a:lnTo>
                      <a:pt x="10" y="36"/>
                    </a:lnTo>
                    <a:lnTo>
                      <a:pt x="10" y="33"/>
                    </a:lnTo>
                    <a:lnTo>
                      <a:pt x="10" y="33"/>
                    </a:lnTo>
                    <a:lnTo>
                      <a:pt x="7" y="33"/>
                    </a:lnTo>
                    <a:lnTo>
                      <a:pt x="7" y="33"/>
                    </a:lnTo>
                    <a:lnTo>
                      <a:pt x="7" y="33"/>
                    </a:lnTo>
                    <a:lnTo>
                      <a:pt x="7" y="33"/>
                    </a:lnTo>
                    <a:lnTo>
                      <a:pt x="7" y="33"/>
                    </a:lnTo>
                    <a:lnTo>
                      <a:pt x="7" y="31"/>
                    </a:lnTo>
                    <a:lnTo>
                      <a:pt x="7" y="31"/>
                    </a:lnTo>
                    <a:lnTo>
                      <a:pt x="7" y="28"/>
                    </a:lnTo>
                    <a:lnTo>
                      <a:pt x="7" y="28"/>
                    </a:lnTo>
                    <a:lnTo>
                      <a:pt x="5" y="28"/>
                    </a:lnTo>
                    <a:lnTo>
                      <a:pt x="5" y="26"/>
                    </a:lnTo>
                    <a:lnTo>
                      <a:pt x="5" y="26"/>
                    </a:lnTo>
                    <a:lnTo>
                      <a:pt x="5" y="24"/>
                    </a:lnTo>
                    <a:lnTo>
                      <a:pt x="5" y="24"/>
                    </a:lnTo>
                    <a:lnTo>
                      <a:pt x="7" y="24"/>
                    </a:lnTo>
                    <a:lnTo>
                      <a:pt x="7" y="24"/>
                    </a:lnTo>
                    <a:lnTo>
                      <a:pt x="5" y="24"/>
                    </a:lnTo>
                    <a:lnTo>
                      <a:pt x="5" y="21"/>
                    </a:lnTo>
                    <a:lnTo>
                      <a:pt x="5" y="21"/>
                    </a:lnTo>
                    <a:lnTo>
                      <a:pt x="5" y="21"/>
                    </a:lnTo>
                    <a:lnTo>
                      <a:pt x="5" y="21"/>
                    </a:lnTo>
                    <a:lnTo>
                      <a:pt x="5" y="19"/>
                    </a:lnTo>
                    <a:lnTo>
                      <a:pt x="5" y="19"/>
                    </a:lnTo>
                    <a:lnTo>
                      <a:pt x="5" y="17"/>
                    </a:lnTo>
                    <a:lnTo>
                      <a:pt x="5" y="17"/>
                    </a:lnTo>
                    <a:lnTo>
                      <a:pt x="3" y="17"/>
                    </a:lnTo>
                    <a:lnTo>
                      <a:pt x="3" y="14"/>
                    </a:lnTo>
                    <a:lnTo>
                      <a:pt x="5" y="14"/>
                    </a:lnTo>
                    <a:lnTo>
                      <a:pt x="5" y="14"/>
                    </a:lnTo>
                    <a:lnTo>
                      <a:pt x="3" y="14"/>
                    </a:lnTo>
                    <a:lnTo>
                      <a:pt x="3" y="14"/>
                    </a:lnTo>
                    <a:lnTo>
                      <a:pt x="3" y="14"/>
                    </a:lnTo>
                    <a:lnTo>
                      <a:pt x="3" y="12"/>
                    </a:lnTo>
                    <a:lnTo>
                      <a:pt x="3" y="12"/>
                    </a:lnTo>
                    <a:lnTo>
                      <a:pt x="0" y="12"/>
                    </a:lnTo>
                    <a:lnTo>
                      <a:pt x="0" y="9"/>
                    </a:lnTo>
                    <a:lnTo>
                      <a:pt x="0" y="9"/>
                    </a:lnTo>
                    <a:lnTo>
                      <a:pt x="0" y="9"/>
                    </a:lnTo>
                    <a:lnTo>
                      <a:pt x="0" y="9"/>
                    </a:lnTo>
                    <a:lnTo>
                      <a:pt x="0" y="7"/>
                    </a:lnTo>
                    <a:lnTo>
                      <a:pt x="3" y="7"/>
                    </a:lnTo>
                    <a:lnTo>
                      <a:pt x="3" y="9"/>
                    </a:lnTo>
                    <a:lnTo>
                      <a:pt x="3" y="9"/>
                    </a:lnTo>
                    <a:lnTo>
                      <a:pt x="3" y="7"/>
                    </a:lnTo>
                    <a:lnTo>
                      <a:pt x="5" y="7"/>
                    </a:lnTo>
                    <a:lnTo>
                      <a:pt x="5" y="7"/>
                    </a:lnTo>
                    <a:lnTo>
                      <a:pt x="5" y="9"/>
                    </a:lnTo>
                    <a:lnTo>
                      <a:pt x="5" y="9"/>
                    </a:lnTo>
                    <a:lnTo>
                      <a:pt x="7" y="9"/>
                    </a:lnTo>
                    <a:lnTo>
                      <a:pt x="7" y="9"/>
                    </a:lnTo>
                    <a:lnTo>
                      <a:pt x="7" y="7"/>
                    </a:lnTo>
                    <a:lnTo>
                      <a:pt x="7" y="7"/>
                    </a:lnTo>
                    <a:lnTo>
                      <a:pt x="10" y="7"/>
                    </a:lnTo>
                    <a:lnTo>
                      <a:pt x="10" y="7"/>
                    </a:lnTo>
                    <a:lnTo>
                      <a:pt x="10" y="5"/>
                    </a:lnTo>
                    <a:lnTo>
                      <a:pt x="10" y="5"/>
                    </a:lnTo>
                    <a:lnTo>
                      <a:pt x="10" y="5"/>
                    </a:lnTo>
                    <a:lnTo>
                      <a:pt x="10" y="2"/>
                    </a:lnTo>
                    <a:lnTo>
                      <a:pt x="10" y="2"/>
                    </a:lnTo>
                    <a:lnTo>
                      <a:pt x="10" y="2"/>
                    </a:lnTo>
                    <a:lnTo>
                      <a:pt x="10" y="0"/>
                    </a:lnTo>
                    <a:lnTo>
                      <a:pt x="12" y="0"/>
                    </a:lnTo>
                    <a:lnTo>
                      <a:pt x="12" y="0"/>
                    </a:lnTo>
                    <a:lnTo>
                      <a:pt x="12" y="0"/>
                    </a:lnTo>
                    <a:lnTo>
                      <a:pt x="12" y="0"/>
                    </a:lnTo>
                    <a:lnTo>
                      <a:pt x="15" y="0"/>
                    </a:lnTo>
                    <a:lnTo>
                      <a:pt x="15" y="0"/>
                    </a:lnTo>
                    <a:lnTo>
                      <a:pt x="15" y="0"/>
                    </a:lnTo>
                    <a:lnTo>
                      <a:pt x="15" y="0"/>
                    </a:lnTo>
                    <a:lnTo>
                      <a:pt x="15" y="2"/>
                    </a:lnTo>
                    <a:lnTo>
                      <a:pt x="17" y="2"/>
                    </a:lnTo>
                    <a:lnTo>
                      <a:pt x="17" y="2"/>
                    </a:lnTo>
                    <a:lnTo>
                      <a:pt x="17" y="2"/>
                    </a:lnTo>
                    <a:lnTo>
                      <a:pt x="19" y="2"/>
                    </a:lnTo>
                    <a:lnTo>
                      <a:pt x="19" y="5"/>
                    </a:lnTo>
                    <a:lnTo>
                      <a:pt x="19" y="5"/>
                    </a:lnTo>
                    <a:lnTo>
                      <a:pt x="19" y="5"/>
                    </a:lnTo>
                    <a:lnTo>
                      <a:pt x="19" y="5"/>
                    </a:lnTo>
                    <a:lnTo>
                      <a:pt x="19" y="5"/>
                    </a:lnTo>
                    <a:lnTo>
                      <a:pt x="19" y="7"/>
                    </a:lnTo>
                    <a:lnTo>
                      <a:pt x="19" y="7"/>
                    </a:lnTo>
                    <a:lnTo>
                      <a:pt x="22" y="7"/>
                    </a:lnTo>
                    <a:lnTo>
                      <a:pt x="22" y="7"/>
                    </a:lnTo>
                    <a:lnTo>
                      <a:pt x="22" y="9"/>
                    </a:lnTo>
                    <a:lnTo>
                      <a:pt x="22" y="9"/>
                    </a:lnTo>
                    <a:lnTo>
                      <a:pt x="22" y="9"/>
                    </a:lnTo>
                    <a:lnTo>
                      <a:pt x="24" y="9"/>
                    </a:lnTo>
                    <a:lnTo>
                      <a:pt x="24" y="12"/>
                    </a:lnTo>
                    <a:lnTo>
                      <a:pt x="24" y="12"/>
                    </a:lnTo>
                    <a:lnTo>
                      <a:pt x="24" y="12"/>
                    </a:lnTo>
                    <a:lnTo>
                      <a:pt x="24" y="14"/>
                    </a:lnTo>
                    <a:lnTo>
                      <a:pt x="26" y="14"/>
                    </a:lnTo>
                    <a:lnTo>
                      <a:pt x="26" y="14"/>
                    </a:lnTo>
                    <a:lnTo>
                      <a:pt x="26" y="14"/>
                    </a:lnTo>
                    <a:lnTo>
                      <a:pt x="29" y="14"/>
                    </a:lnTo>
                    <a:lnTo>
                      <a:pt x="29" y="14"/>
                    </a:lnTo>
                    <a:lnTo>
                      <a:pt x="29" y="14"/>
                    </a:lnTo>
                    <a:lnTo>
                      <a:pt x="29" y="14"/>
                    </a:lnTo>
                    <a:lnTo>
                      <a:pt x="29" y="17"/>
                    </a:lnTo>
                    <a:lnTo>
                      <a:pt x="29" y="17"/>
                    </a:lnTo>
                    <a:lnTo>
                      <a:pt x="29" y="17"/>
                    </a:lnTo>
                    <a:lnTo>
                      <a:pt x="31" y="17"/>
                    </a:lnTo>
                    <a:lnTo>
                      <a:pt x="31" y="19"/>
                    </a:lnTo>
                    <a:lnTo>
                      <a:pt x="31" y="19"/>
                    </a:lnTo>
                    <a:lnTo>
                      <a:pt x="31" y="19"/>
                    </a:lnTo>
                    <a:lnTo>
                      <a:pt x="33" y="19"/>
                    </a:lnTo>
                    <a:lnTo>
                      <a:pt x="33" y="19"/>
                    </a:lnTo>
                    <a:lnTo>
                      <a:pt x="33" y="19"/>
                    </a:lnTo>
                    <a:lnTo>
                      <a:pt x="36" y="19"/>
                    </a:lnTo>
                    <a:lnTo>
                      <a:pt x="36" y="19"/>
                    </a:lnTo>
                    <a:lnTo>
                      <a:pt x="36" y="21"/>
                    </a:lnTo>
                    <a:lnTo>
                      <a:pt x="38" y="21"/>
                    </a:lnTo>
                    <a:lnTo>
                      <a:pt x="38" y="21"/>
                    </a:lnTo>
                    <a:lnTo>
                      <a:pt x="38" y="21"/>
                    </a:lnTo>
                    <a:lnTo>
                      <a:pt x="38" y="21"/>
                    </a:lnTo>
                    <a:lnTo>
                      <a:pt x="41" y="21"/>
                    </a:lnTo>
                    <a:lnTo>
                      <a:pt x="41" y="21"/>
                    </a:lnTo>
                    <a:lnTo>
                      <a:pt x="41" y="21"/>
                    </a:lnTo>
                    <a:lnTo>
                      <a:pt x="43" y="21"/>
                    </a:lnTo>
                    <a:lnTo>
                      <a:pt x="43" y="24"/>
                    </a:lnTo>
                    <a:lnTo>
                      <a:pt x="43" y="24"/>
                    </a:lnTo>
                    <a:lnTo>
                      <a:pt x="43" y="21"/>
                    </a:lnTo>
                    <a:lnTo>
                      <a:pt x="45" y="21"/>
                    </a:lnTo>
                    <a:lnTo>
                      <a:pt x="45" y="21"/>
                    </a:lnTo>
                    <a:lnTo>
                      <a:pt x="45" y="24"/>
                    </a:lnTo>
                    <a:lnTo>
                      <a:pt x="45" y="24"/>
                    </a:lnTo>
                    <a:lnTo>
                      <a:pt x="48" y="24"/>
                    </a:lnTo>
                    <a:lnTo>
                      <a:pt x="48" y="21"/>
                    </a:lnTo>
                    <a:lnTo>
                      <a:pt x="48" y="21"/>
                    </a:lnTo>
                    <a:lnTo>
                      <a:pt x="48" y="21"/>
                    </a:lnTo>
                    <a:lnTo>
                      <a:pt x="50" y="21"/>
                    </a:lnTo>
                    <a:lnTo>
                      <a:pt x="50" y="21"/>
                    </a:lnTo>
                    <a:lnTo>
                      <a:pt x="50" y="21"/>
                    </a:lnTo>
                    <a:lnTo>
                      <a:pt x="50" y="21"/>
                    </a:lnTo>
                    <a:lnTo>
                      <a:pt x="52" y="21"/>
                    </a:lnTo>
                    <a:lnTo>
                      <a:pt x="52" y="21"/>
                    </a:lnTo>
                    <a:lnTo>
                      <a:pt x="52" y="21"/>
                    </a:lnTo>
                    <a:lnTo>
                      <a:pt x="55" y="21"/>
                    </a:lnTo>
                    <a:lnTo>
                      <a:pt x="55" y="21"/>
                    </a:lnTo>
                    <a:lnTo>
                      <a:pt x="55" y="21"/>
                    </a:lnTo>
                    <a:lnTo>
                      <a:pt x="55" y="21"/>
                    </a:lnTo>
                    <a:lnTo>
                      <a:pt x="55" y="19"/>
                    </a:lnTo>
                    <a:lnTo>
                      <a:pt x="57" y="19"/>
                    </a:lnTo>
                    <a:lnTo>
                      <a:pt x="57" y="19"/>
                    </a:lnTo>
                    <a:lnTo>
                      <a:pt x="57" y="19"/>
                    </a:lnTo>
                    <a:lnTo>
                      <a:pt x="60" y="19"/>
                    </a:lnTo>
                    <a:lnTo>
                      <a:pt x="60" y="17"/>
                    </a:lnTo>
                    <a:lnTo>
                      <a:pt x="60" y="17"/>
                    </a:lnTo>
                    <a:lnTo>
                      <a:pt x="60" y="17"/>
                    </a:lnTo>
                    <a:lnTo>
                      <a:pt x="60" y="17"/>
                    </a:lnTo>
                    <a:lnTo>
                      <a:pt x="60" y="14"/>
                    </a:lnTo>
                    <a:lnTo>
                      <a:pt x="62" y="14"/>
                    </a:lnTo>
                    <a:lnTo>
                      <a:pt x="62" y="14"/>
                    </a:lnTo>
                    <a:lnTo>
                      <a:pt x="62" y="14"/>
                    </a:lnTo>
                    <a:lnTo>
                      <a:pt x="62" y="14"/>
                    </a:lnTo>
                    <a:lnTo>
                      <a:pt x="62" y="14"/>
                    </a:lnTo>
                    <a:lnTo>
                      <a:pt x="64" y="14"/>
                    </a:lnTo>
                    <a:lnTo>
                      <a:pt x="64" y="14"/>
                    </a:lnTo>
                    <a:lnTo>
                      <a:pt x="64" y="14"/>
                    </a:lnTo>
                    <a:lnTo>
                      <a:pt x="64" y="14"/>
                    </a:lnTo>
                    <a:lnTo>
                      <a:pt x="64" y="12"/>
                    </a:lnTo>
                    <a:lnTo>
                      <a:pt x="67" y="12"/>
                    </a:lnTo>
                    <a:lnTo>
                      <a:pt x="67" y="12"/>
                    </a:lnTo>
                    <a:lnTo>
                      <a:pt x="67" y="12"/>
                    </a:lnTo>
                    <a:lnTo>
                      <a:pt x="67" y="12"/>
                    </a:lnTo>
                    <a:lnTo>
                      <a:pt x="69" y="12"/>
                    </a:lnTo>
                    <a:lnTo>
                      <a:pt x="69" y="9"/>
                    </a:lnTo>
                    <a:lnTo>
                      <a:pt x="69" y="9"/>
                    </a:lnTo>
                    <a:lnTo>
                      <a:pt x="71" y="9"/>
                    </a:lnTo>
                    <a:lnTo>
                      <a:pt x="71" y="9"/>
                    </a:lnTo>
                    <a:lnTo>
                      <a:pt x="71" y="9"/>
                    </a:lnTo>
                    <a:lnTo>
                      <a:pt x="71" y="7"/>
                    </a:lnTo>
                    <a:lnTo>
                      <a:pt x="71" y="7"/>
                    </a:lnTo>
                    <a:lnTo>
                      <a:pt x="71" y="7"/>
                    </a:lnTo>
                    <a:lnTo>
                      <a:pt x="74" y="7"/>
                    </a:lnTo>
                    <a:lnTo>
                      <a:pt x="74" y="7"/>
                    </a:lnTo>
                    <a:lnTo>
                      <a:pt x="74" y="5"/>
                    </a:lnTo>
                    <a:lnTo>
                      <a:pt x="74" y="5"/>
                    </a:lnTo>
                    <a:lnTo>
                      <a:pt x="76" y="5"/>
                    </a:lnTo>
                    <a:lnTo>
                      <a:pt x="76" y="5"/>
                    </a:lnTo>
                    <a:lnTo>
                      <a:pt x="76" y="5"/>
                    </a:lnTo>
                    <a:lnTo>
                      <a:pt x="78" y="5"/>
                    </a:lnTo>
                    <a:lnTo>
                      <a:pt x="78" y="5"/>
                    </a:lnTo>
                    <a:lnTo>
                      <a:pt x="78" y="5"/>
                    </a:lnTo>
                    <a:lnTo>
                      <a:pt x="78" y="5"/>
                    </a:lnTo>
                    <a:lnTo>
                      <a:pt x="81" y="5"/>
                    </a:lnTo>
                    <a:lnTo>
                      <a:pt x="81" y="2"/>
                    </a:lnTo>
                    <a:lnTo>
                      <a:pt x="81" y="2"/>
                    </a:lnTo>
                    <a:lnTo>
                      <a:pt x="81" y="2"/>
                    </a:lnTo>
                    <a:lnTo>
                      <a:pt x="81" y="2"/>
                    </a:lnTo>
                    <a:lnTo>
                      <a:pt x="83" y="2"/>
                    </a:lnTo>
                    <a:lnTo>
                      <a:pt x="83" y="2"/>
                    </a:lnTo>
                    <a:lnTo>
                      <a:pt x="86" y="2"/>
                    </a:lnTo>
                    <a:lnTo>
                      <a:pt x="86" y="2"/>
                    </a:lnTo>
                    <a:lnTo>
                      <a:pt x="86" y="2"/>
                    </a:lnTo>
                    <a:lnTo>
                      <a:pt x="86" y="2"/>
                    </a:lnTo>
                    <a:lnTo>
                      <a:pt x="88" y="2"/>
                    </a:lnTo>
                    <a:lnTo>
                      <a:pt x="88" y="5"/>
                    </a:lnTo>
                    <a:lnTo>
                      <a:pt x="88" y="5"/>
                    </a:lnTo>
                    <a:lnTo>
                      <a:pt x="88" y="5"/>
                    </a:lnTo>
                    <a:lnTo>
                      <a:pt x="88" y="5"/>
                    </a:lnTo>
                    <a:lnTo>
                      <a:pt x="88" y="5"/>
                    </a:lnTo>
                    <a:lnTo>
                      <a:pt x="90" y="5"/>
                    </a:lnTo>
                    <a:lnTo>
                      <a:pt x="90" y="7"/>
                    </a:lnTo>
                    <a:lnTo>
                      <a:pt x="90" y="7"/>
                    </a:lnTo>
                    <a:lnTo>
                      <a:pt x="93" y="7"/>
                    </a:lnTo>
                    <a:lnTo>
                      <a:pt x="93" y="7"/>
                    </a:lnTo>
                    <a:lnTo>
                      <a:pt x="93" y="7"/>
                    </a:lnTo>
                    <a:lnTo>
                      <a:pt x="93" y="9"/>
                    </a:lnTo>
                    <a:lnTo>
                      <a:pt x="93" y="9"/>
                    </a:lnTo>
                    <a:lnTo>
                      <a:pt x="93" y="9"/>
                    </a:lnTo>
                    <a:lnTo>
                      <a:pt x="90" y="9"/>
                    </a:lnTo>
                    <a:lnTo>
                      <a:pt x="90" y="9"/>
                    </a:lnTo>
                    <a:lnTo>
                      <a:pt x="90" y="12"/>
                    </a:lnTo>
                    <a:lnTo>
                      <a:pt x="88" y="12"/>
                    </a:lnTo>
                    <a:lnTo>
                      <a:pt x="88" y="12"/>
                    </a:lnTo>
                    <a:lnTo>
                      <a:pt x="88" y="12"/>
                    </a:lnTo>
                    <a:lnTo>
                      <a:pt x="88" y="14"/>
                    </a:lnTo>
                    <a:lnTo>
                      <a:pt x="88" y="14"/>
                    </a:lnTo>
                    <a:lnTo>
                      <a:pt x="88" y="14"/>
                    </a:lnTo>
                    <a:lnTo>
                      <a:pt x="90" y="14"/>
                    </a:lnTo>
                    <a:lnTo>
                      <a:pt x="90" y="14"/>
                    </a:lnTo>
                    <a:lnTo>
                      <a:pt x="90" y="14"/>
                    </a:lnTo>
                    <a:lnTo>
                      <a:pt x="93" y="14"/>
                    </a:lnTo>
                    <a:lnTo>
                      <a:pt x="93" y="17"/>
                    </a:lnTo>
                    <a:lnTo>
                      <a:pt x="93" y="17"/>
                    </a:lnTo>
                    <a:lnTo>
                      <a:pt x="93" y="17"/>
                    </a:lnTo>
                    <a:lnTo>
                      <a:pt x="93" y="17"/>
                    </a:lnTo>
                    <a:lnTo>
                      <a:pt x="93" y="19"/>
                    </a:lnTo>
                    <a:lnTo>
                      <a:pt x="93" y="19"/>
                    </a:lnTo>
                    <a:lnTo>
                      <a:pt x="93" y="19"/>
                    </a:lnTo>
                    <a:lnTo>
                      <a:pt x="93" y="19"/>
                    </a:lnTo>
                    <a:lnTo>
                      <a:pt x="90" y="19"/>
                    </a:lnTo>
                    <a:lnTo>
                      <a:pt x="90" y="19"/>
                    </a:lnTo>
                    <a:lnTo>
                      <a:pt x="88" y="19"/>
                    </a:lnTo>
                    <a:lnTo>
                      <a:pt x="88" y="19"/>
                    </a:lnTo>
                    <a:lnTo>
                      <a:pt x="88" y="19"/>
                    </a:lnTo>
                    <a:lnTo>
                      <a:pt x="88" y="21"/>
                    </a:lnTo>
                    <a:lnTo>
                      <a:pt x="86" y="21"/>
                    </a:lnTo>
                    <a:lnTo>
                      <a:pt x="86" y="21"/>
                    </a:lnTo>
                    <a:lnTo>
                      <a:pt x="86" y="21"/>
                    </a:lnTo>
                    <a:lnTo>
                      <a:pt x="86" y="24"/>
                    </a:lnTo>
                    <a:lnTo>
                      <a:pt x="86" y="24"/>
                    </a:lnTo>
                    <a:lnTo>
                      <a:pt x="86" y="24"/>
                    </a:lnTo>
                    <a:lnTo>
                      <a:pt x="88" y="24"/>
                    </a:lnTo>
                    <a:lnTo>
                      <a:pt x="88" y="24"/>
                    </a:lnTo>
                    <a:lnTo>
                      <a:pt x="88" y="24"/>
                    </a:lnTo>
                    <a:lnTo>
                      <a:pt x="88" y="24"/>
                    </a:lnTo>
                    <a:lnTo>
                      <a:pt x="90" y="24"/>
                    </a:lnTo>
                    <a:lnTo>
                      <a:pt x="90" y="24"/>
                    </a:lnTo>
                    <a:lnTo>
                      <a:pt x="90" y="26"/>
                    </a:lnTo>
                    <a:lnTo>
                      <a:pt x="90" y="26"/>
                    </a:lnTo>
                    <a:lnTo>
                      <a:pt x="93" y="26"/>
                    </a:lnTo>
                    <a:lnTo>
                      <a:pt x="93" y="28"/>
                    </a:lnTo>
                    <a:lnTo>
                      <a:pt x="93" y="28"/>
                    </a:lnTo>
                    <a:lnTo>
                      <a:pt x="93" y="28"/>
                    </a:lnTo>
                    <a:lnTo>
                      <a:pt x="93" y="28"/>
                    </a:lnTo>
                    <a:lnTo>
                      <a:pt x="95" y="28"/>
                    </a:lnTo>
                    <a:lnTo>
                      <a:pt x="95" y="28"/>
                    </a:lnTo>
                    <a:lnTo>
                      <a:pt x="95" y="28"/>
                    </a:lnTo>
                    <a:lnTo>
                      <a:pt x="95" y="28"/>
                    </a:lnTo>
                    <a:lnTo>
                      <a:pt x="95" y="31"/>
                    </a:lnTo>
                    <a:lnTo>
                      <a:pt x="95" y="31"/>
                    </a:lnTo>
                    <a:lnTo>
                      <a:pt x="95" y="31"/>
                    </a:lnTo>
                    <a:lnTo>
                      <a:pt x="97" y="31"/>
                    </a:lnTo>
                    <a:lnTo>
                      <a:pt x="97" y="31"/>
                    </a:lnTo>
                    <a:lnTo>
                      <a:pt x="97" y="33"/>
                    </a:lnTo>
                    <a:lnTo>
                      <a:pt x="97" y="33"/>
                    </a:lnTo>
                    <a:lnTo>
                      <a:pt x="100" y="33"/>
                    </a:lnTo>
                    <a:lnTo>
                      <a:pt x="100" y="33"/>
                    </a:lnTo>
                    <a:lnTo>
                      <a:pt x="100" y="33"/>
                    </a:lnTo>
                    <a:lnTo>
                      <a:pt x="102" y="33"/>
                    </a:lnTo>
                    <a:lnTo>
                      <a:pt x="102" y="33"/>
                    </a:lnTo>
                    <a:lnTo>
                      <a:pt x="102" y="33"/>
                    </a:lnTo>
                    <a:lnTo>
                      <a:pt x="105" y="33"/>
                    </a:lnTo>
                    <a:lnTo>
                      <a:pt x="105" y="33"/>
                    </a:lnTo>
                    <a:lnTo>
                      <a:pt x="105" y="33"/>
                    </a:lnTo>
                    <a:lnTo>
                      <a:pt x="105" y="33"/>
                    </a:lnTo>
                    <a:lnTo>
                      <a:pt x="105" y="33"/>
                    </a:lnTo>
                    <a:lnTo>
                      <a:pt x="105" y="33"/>
                    </a:lnTo>
                    <a:lnTo>
                      <a:pt x="105" y="36"/>
                    </a:lnTo>
                    <a:lnTo>
                      <a:pt x="105" y="36"/>
                    </a:lnTo>
                    <a:lnTo>
                      <a:pt x="105" y="38"/>
                    </a:lnTo>
                    <a:lnTo>
                      <a:pt x="105" y="38"/>
                    </a:lnTo>
                    <a:lnTo>
                      <a:pt x="105" y="38"/>
                    </a:lnTo>
                    <a:lnTo>
                      <a:pt x="105" y="40"/>
                    </a:lnTo>
                    <a:lnTo>
                      <a:pt x="105" y="40"/>
                    </a:lnTo>
                    <a:lnTo>
                      <a:pt x="105" y="43"/>
                    </a:lnTo>
                    <a:lnTo>
                      <a:pt x="105" y="43"/>
                    </a:lnTo>
                    <a:lnTo>
                      <a:pt x="107" y="43"/>
                    </a:lnTo>
                    <a:lnTo>
                      <a:pt x="107" y="45"/>
                    </a:lnTo>
                    <a:lnTo>
                      <a:pt x="107" y="45"/>
                    </a:lnTo>
                    <a:lnTo>
                      <a:pt x="107" y="45"/>
                    </a:lnTo>
                    <a:lnTo>
                      <a:pt x="107" y="47"/>
                    </a:lnTo>
                    <a:lnTo>
                      <a:pt x="107" y="47"/>
                    </a:lnTo>
                    <a:lnTo>
                      <a:pt x="107" y="47"/>
                    </a:lnTo>
                    <a:lnTo>
                      <a:pt x="107" y="50"/>
                    </a:lnTo>
                    <a:lnTo>
                      <a:pt x="107" y="50"/>
                    </a:lnTo>
                    <a:lnTo>
                      <a:pt x="107" y="50"/>
                    </a:lnTo>
                    <a:lnTo>
                      <a:pt x="107" y="52"/>
                    </a:lnTo>
                    <a:lnTo>
                      <a:pt x="109" y="52"/>
                    </a:lnTo>
                    <a:lnTo>
                      <a:pt x="109" y="52"/>
                    </a:lnTo>
                    <a:lnTo>
                      <a:pt x="109" y="52"/>
                    </a:lnTo>
                    <a:lnTo>
                      <a:pt x="109" y="54"/>
                    </a:lnTo>
                    <a:lnTo>
                      <a:pt x="112" y="54"/>
                    </a:lnTo>
                    <a:lnTo>
                      <a:pt x="112" y="54"/>
                    </a:lnTo>
                    <a:lnTo>
                      <a:pt x="112" y="54"/>
                    </a:lnTo>
                    <a:lnTo>
                      <a:pt x="112" y="54"/>
                    </a:lnTo>
                    <a:lnTo>
                      <a:pt x="114" y="54"/>
                    </a:lnTo>
                    <a:lnTo>
                      <a:pt x="114" y="54"/>
                    </a:lnTo>
                    <a:lnTo>
                      <a:pt x="114" y="54"/>
                    </a:lnTo>
                    <a:lnTo>
                      <a:pt x="114" y="54"/>
                    </a:lnTo>
                    <a:lnTo>
                      <a:pt x="116" y="54"/>
                    </a:lnTo>
                    <a:lnTo>
                      <a:pt x="116" y="57"/>
                    </a:lnTo>
                    <a:lnTo>
                      <a:pt x="116" y="57"/>
                    </a:lnTo>
                    <a:lnTo>
                      <a:pt x="119" y="57"/>
                    </a:lnTo>
                    <a:lnTo>
                      <a:pt x="119" y="57"/>
                    </a:lnTo>
                    <a:lnTo>
                      <a:pt x="119" y="57"/>
                    </a:lnTo>
                    <a:lnTo>
                      <a:pt x="121" y="57"/>
                    </a:lnTo>
                    <a:lnTo>
                      <a:pt x="121" y="57"/>
                    </a:lnTo>
                    <a:lnTo>
                      <a:pt x="121" y="57"/>
                    </a:lnTo>
                    <a:lnTo>
                      <a:pt x="121" y="57"/>
                    </a:lnTo>
                    <a:lnTo>
                      <a:pt x="123" y="57"/>
                    </a:lnTo>
                    <a:lnTo>
                      <a:pt x="123" y="57"/>
                    </a:lnTo>
                    <a:lnTo>
                      <a:pt x="126" y="57"/>
                    </a:lnTo>
                    <a:lnTo>
                      <a:pt x="126" y="57"/>
                    </a:lnTo>
                    <a:lnTo>
                      <a:pt x="126" y="57"/>
                    </a:lnTo>
                    <a:lnTo>
                      <a:pt x="126" y="57"/>
                    </a:lnTo>
                    <a:lnTo>
                      <a:pt x="128" y="57"/>
                    </a:lnTo>
                    <a:lnTo>
                      <a:pt x="128" y="57"/>
                    </a:lnTo>
                    <a:lnTo>
                      <a:pt x="128" y="57"/>
                    </a:lnTo>
                    <a:lnTo>
                      <a:pt x="128" y="59"/>
                    </a:lnTo>
                    <a:lnTo>
                      <a:pt x="128" y="59"/>
                    </a:lnTo>
                    <a:lnTo>
                      <a:pt x="131" y="59"/>
                    </a:lnTo>
                    <a:lnTo>
                      <a:pt x="131" y="59"/>
                    </a:lnTo>
                    <a:lnTo>
                      <a:pt x="133" y="59"/>
                    </a:lnTo>
                    <a:lnTo>
                      <a:pt x="133" y="59"/>
                    </a:lnTo>
                    <a:lnTo>
                      <a:pt x="133" y="59"/>
                    </a:lnTo>
                    <a:lnTo>
                      <a:pt x="133" y="59"/>
                    </a:lnTo>
                    <a:lnTo>
                      <a:pt x="133" y="62"/>
                    </a:lnTo>
                    <a:lnTo>
                      <a:pt x="133" y="62"/>
                    </a:lnTo>
                    <a:lnTo>
                      <a:pt x="135" y="62"/>
                    </a:lnTo>
                    <a:lnTo>
                      <a:pt x="135" y="64"/>
                    </a:lnTo>
                    <a:lnTo>
                      <a:pt x="135" y="64"/>
                    </a:lnTo>
                    <a:lnTo>
                      <a:pt x="135" y="64"/>
                    </a:lnTo>
                    <a:lnTo>
                      <a:pt x="135" y="64"/>
                    </a:lnTo>
                    <a:lnTo>
                      <a:pt x="135" y="64"/>
                    </a:lnTo>
                    <a:lnTo>
                      <a:pt x="135" y="66"/>
                    </a:lnTo>
                    <a:lnTo>
                      <a:pt x="138" y="66"/>
                    </a:lnTo>
                    <a:lnTo>
                      <a:pt x="138" y="66"/>
                    </a:lnTo>
                    <a:lnTo>
                      <a:pt x="138" y="66"/>
                    </a:lnTo>
                    <a:lnTo>
                      <a:pt x="140" y="66"/>
                    </a:lnTo>
                    <a:lnTo>
                      <a:pt x="140" y="69"/>
                    </a:lnTo>
                    <a:lnTo>
                      <a:pt x="140" y="69"/>
                    </a:lnTo>
                    <a:lnTo>
                      <a:pt x="140" y="69"/>
                    </a:lnTo>
                    <a:lnTo>
                      <a:pt x="140" y="69"/>
                    </a:lnTo>
                    <a:lnTo>
                      <a:pt x="142" y="69"/>
                    </a:lnTo>
                    <a:lnTo>
                      <a:pt x="142" y="69"/>
                    </a:lnTo>
                    <a:lnTo>
                      <a:pt x="142" y="71"/>
                    </a:lnTo>
                    <a:lnTo>
                      <a:pt x="145" y="71"/>
                    </a:lnTo>
                    <a:lnTo>
                      <a:pt x="145" y="71"/>
                    </a:lnTo>
                    <a:lnTo>
                      <a:pt x="145" y="71"/>
                    </a:lnTo>
                    <a:lnTo>
                      <a:pt x="145" y="71"/>
                    </a:lnTo>
                    <a:lnTo>
                      <a:pt x="145" y="73"/>
                    </a:lnTo>
                    <a:lnTo>
                      <a:pt x="147" y="73"/>
                    </a:lnTo>
                    <a:lnTo>
                      <a:pt x="147" y="73"/>
                    </a:lnTo>
                    <a:lnTo>
                      <a:pt x="147" y="73"/>
                    </a:lnTo>
                    <a:lnTo>
                      <a:pt x="147" y="73"/>
                    </a:lnTo>
                    <a:lnTo>
                      <a:pt x="149" y="73"/>
                    </a:lnTo>
                    <a:lnTo>
                      <a:pt x="149" y="73"/>
                    </a:lnTo>
                    <a:lnTo>
                      <a:pt x="149" y="73"/>
                    </a:lnTo>
                    <a:lnTo>
                      <a:pt x="152" y="73"/>
                    </a:lnTo>
                    <a:lnTo>
                      <a:pt x="152" y="73"/>
                    </a:lnTo>
                    <a:lnTo>
                      <a:pt x="152" y="76"/>
                    </a:lnTo>
                    <a:lnTo>
                      <a:pt x="152" y="76"/>
                    </a:lnTo>
                    <a:lnTo>
                      <a:pt x="154" y="76"/>
                    </a:lnTo>
                    <a:lnTo>
                      <a:pt x="154" y="76"/>
                    </a:lnTo>
                    <a:lnTo>
                      <a:pt x="154" y="76"/>
                    </a:lnTo>
                    <a:lnTo>
                      <a:pt x="154" y="76"/>
                    </a:lnTo>
                    <a:lnTo>
                      <a:pt x="157" y="76"/>
                    </a:lnTo>
                    <a:lnTo>
                      <a:pt x="157" y="76"/>
                    </a:lnTo>
                    <a:lnTo>
                      <a:pt x="159" y="76"/>
                    </a:lnTo>
                    <a:lnTo>
                      <a:pt x="159" y="76"/>
                    </a:lnTo>
                    <a:lnTo>
                      <a:pt x="159" y="76"/>
                    </a:lnTo>
                    <a:lnTo>
                      <a:pt x="161" y="76"/>
                    </a:lnTo>
                    <a:lnTo>
                      <a:pt x="161" y="78"/>
                    </a:lnTo>
                    <a:lnTo>
                      <a:pt x="161" y="78"/>
                    </a:lnTo>
                    <a:lnTo>
                      <a:pt x="161" y="78"/>
                    </a:lnTo>
                    <a:lnTo>
                      <a:pt x="164" y="78"/>
                    </a:lnTo>
                    <a:lnTo>
                      <a:pt x="164" y="78"/>
                    </a:lnTo>
                    <a:lnTo>
                      <a:pt x="164" y="78"/>
                    </a:lnTo>
                    <a:lnTo>
                      <a:pt x="166" y="78"/>
                    </a:lnTo>
                    <a:lnTo>
                      <a:pt x="166" y="78"/>
                    </a:lnTo>
                    <a:lnTo>
                      <a:pt x="166" y="78"/>
                    </a:lnTo>
                    <a:lnTo>
                      <a:pt x="168" y="78"/>
                    </a:lnTo>
                    <a:lnTo>
                      <a:pt x="168" y="81"/>
                    </a:lnTo>
                    <a:lnTo>
                      <a:pt x="168" y="81"/>
                    </a:lnTo>
                    <a:lnTo>
                      <a:pt x="168" y="81"/>
                    </a:lnTo>
                    <a:lnTo>
                      <a:pt x="171" y="81"/>
                    </a:lnTo>
                    <a:lnTo>
                      <a:pt x="171" y="81"/>
                    </a:lnTo>
                    <a:lnTo>
                      <a:pt x="171" y="78"/>
                    </a:lnTo>
                    <a:lnTo>
                      <a:pt x="173" y="78"/>
                    </a:lnTo>
                    <a:lnTo>
                      <a:pt x="173" y="78"/>
                    </a:lnTo>
                    <a:lnTo>
                      <a:pt x="173" y="78"/>
                    </a:lnTo>
                    <a:lnTo>
                      <a:pt x="176" y="78"/>
                    </a:lnTo>
                    <a:lnTo>
                      <a:pt x="176" y="78"/>
                    </a:lnTo>
                    <a:lnTo>
                      <a:pt x="176" y="78"/>
                    </a:lnTo>
                    <a:lnTo>
                      <a:pt x="178" y="78"/>
                    </a:lnTo>
                    <a:lnTo>
                      <a:pt x="178" y="78"/>
                    </a:lnTo>
                    <a:lnTo>
                      <a:pt x="178" y="78"/>
                    </a:lnTo>
                    <a:lnTo>
                      <a:pt x="180" y="78"/>
                    </a:lnTo>
                    <a:lnTo>
                      <a:pt x="180" y="76"/>
                    </a:lnTo>
                    <a:lnTo>
                      <a:pt x="180" y="76"/>
                    </a:lnTo>
                    <a:lnTo>
                      <a:pt x="180" y="76"/>
                    </a:lnTo>
                    <a:lnTo>
                      <a:pt x="183" y="76"/>
                    </a:lnTo>
                    <a:lnTo>
                      <a:pt x="183" y="76"/>
                    </a:lnTo>
                    <a:lnTo>
                      <a:pt x="185" y="76"/>
                    </a:lnTo>
                    <a:lnTo>
                      <a:pt x="185" y="76"/>
                    </a:lnTo>
                    <a:lnTo>
                      <a:pt x="185" y="76"/>
                    </a:lnTo>
                    <a:lnTo>
                      <a:pt x="185" y="76"/>
                    </a:lnTo>
                    <a:lnTo>
                      <a:pt x="187" y="76"/>
                    </a:lnTo>
                    <a:lnTo>
                      <a:pt x="187" y="76"/>
                    </a:lnTo>
                    <a:lnTo>
                      <a:pt x="187" y="76"/>
                    </a:lnTo>
                    <a:lnTo>
                      <a:pt x="190" y="76"/>
                    </a:lnTo>
                    <a:lnTo>
                      <a:pt x="190" y="73"/>
                    </a:lnTo>
                    <a:lnTo>
                      <a:pt x="190" y="73"/>
                    </a:lnTo>
                    <a:lnTo>
                      <a:pt x="192" y="73"/>
                    </a:lnTo>
                    <a:lnTo>
                      <a:pt x="192" y="73"/>
                    </a:lnTo>
                    <a:lnTo>
                      <a:pt x="192" y="73"/>
                    </a:lnTo>
                    <a:lnTo>
                      <a:pt x="192" y="73"/>
                    </a:lnTo>
                    <a:lnTo>
                      <a:pt x="194" y="73"/>
                    </a:lnTo>
                    <a:lnTo>
                      <a:pt x="194" y="73"/>
                    </a:lnTo>
                    <a:lnTo>
                      <a:pt x="194" y="73"/>
                    </a:lnTo>
                    <a:lnTo>
                      <a:pt x="197" y="73"/>
                    </a:lnTo>
                    <a:lnTo>
                      <a:pt x="197" y="73"/>
                    </a:lnTo>
                    <a:lnTo>
                      <a:pt x="197" y="73"/>
                    </a:lnTo>
                    <a:lnTo>
                      <a:pt x="199" y="73"/>
                    </a:lnTo>
                    <a:lnTo>
                      <a:pt x="199" y="73"/>
                    </a:lnTo>
                    <a:lnTo>
                      <a:pt x="199" y="73"/>
                    </a:lnTo>
                    <a:lnTo>
                      <a:pt x="202" y="73"/>
                    </a:lnTo>
                    <a:lnTo>
                      <a:pt x="202" y="73"/>
                    </a:lnTo>
                    <a:lnTo>
                      <a:pt x="202" y="73"/>
                    </a:lnTo>
                    <a:lnTo>
                      <a:pt x="204" y="73"/>
                    </a:lnTo>
                    <a:lnTo>
                      <a:pt x="204" y="71"/>
                    </a:lnTo>
                    <a:lnTo>
                      <a:pt x="204" y="71"/>
                    </a:lnTo>
                    <a:lnTo>
                      <a:pt x="206" y="71"/>
                    </a:lnTo>
                    <a:lnTo>
                      <a:pt x="206" y="71"/>
                    </a:lnTo>
                    <a:lnTo>
                      <a:pt x="206" y="71"/>
                    </a:lnTo>
                    <a:lnTo>
                      <a:pt x="209" y="71"/>
                    </a:lnTo>
                    <a:lnTo>
                      <a:pt x="209" y="71"/>
                    </a:lnTo>
                    <a:lnTo>
                      <a:pt x="211" y="71"/>
                    </a:lnTo>
                    <a:lnTo>
                      <a:pt x="211" y="71"/>
                    </a:lnTo>
                    <a:lnTo>
                      <a:pt x="211" y="71"/>
                    </a:lnTo>
                    <a:lnTo>
                      <a:pt x="213" y="71"/>
                    </a:lnTo>
                    <a:lnTo>
                      <a:pt x="213" y="71"/>
                    </a:lnTo>
                    <a:lnTo>
                      <a:pt x="213" y="71"/>
                    </a:lnTo>
                    <a:lnTo>
                      <a:pt x="213" y="69"/>
                    </a:lnTo>
                    <a:lnTo>
                      <a:pt x="213" y="69"/>
                    </a:lnTo>
                    <a:lnTo>
                      <a:pt x="213" y="66"/>
                    </a:lnTo>
                    <a:lnTo>
                      <a:pt x="213" y="66"/>
                    </a:lnTo>
                    <a:lnTo>
                      <a:pt x="213" y="66"/>
                    </a:lnTo>
                    <a:lnTo>
                      <a:pt x="213" y="64"/>
                    </a:lnTo>
                    <a:lnTo>
                      <a:pt x="213" y="64"/>
                    </a:lnTo>
                    <a:lnTo>
                      <a:pt x="213" y="64"/>
                    </a:lnTo>
                    <a:lnTo>
                      <a:pt x="211" y="64"/>
                    </a:lnTo>
                    <a:lnTo>
                      <a:pt x="211" y="62"/>
                    </a:lnTo>
                    <a:lnTo>
                      <a:pt x="211" y="62"/>
                    </a:lnTo>
                    <a:lnTo>
                      <a:pt x="213" y="62"/>
                    </a:lnTo>
                    <a:lnTo>
                      <a:pt x="213" y="62"/>
                    </a:lnTo>
                    <a:lnTo>
                      <a:pt x="213" y="62"/>
                    </a:lnTo>
                    <a:lnTo>
                      <a:pt x="216" y="62"/>
                    </a:lnTo>
                    <a:lnTo>
                      <a:pt x="216" y="62"/>
                    </a:lnTo>
                    <a:lnTo>
                      <a:pt x="218" y="62"/>
                    </a:lnTo>
                    <a:lnTo>
                      <a:pt x="218" y="62"/>
                    </a:lnTo>
                    <a:lnTo>
                      <a:pt x="218" y="62"/>
                    </a:lnTo>
                    <a:lnTo>
                      <a:pt x="218" y="62"/>
                    </a:lnTo>
                    <a:lnTo>
                      <a:pt x="220" y="62"/>
                    </a:lnTo>
                    <a:lnTo>
                      <a:pt x="220" y="62"/>
                    </a:lnTo>
                    <a:lnTo>
                      <a:pt x="220" y="62"/>
                    </a:lnTo>
                    <a:lnTo>
                      <a:pt x="220" y="62"/>
                    </a:lnTo>
                    <a:lnTo>
                      <a:pt x="223" y="62"/>
                    </a:lnTo>
                    <a:lnTo>
                      <a:pt x="223" y="59"/>
                    </a:lnTo>
                    <a:lnTo>
                      <a:pt x="223" y="59"/>
                    </a:lnTo>
                    <a:lnTo>
                      <a:pt x="225" y="59"/>
                    </a:lnTo>
                    <a:lnTo>
                      <a:pt x="225" y="59"/>
                    </a:lnTo>
                    <a:lnTo>
                      <a:pt x="225" y="59"/>
                    </a:lnTo>
                    <a:lnTo>
                      <a:pt x="225" y="59"/>
                    </a:lnTo>
                    <a:lnTo>
                      <a:pt x="225" y="57"/>
                    </a:lnTo>
                    <a:lnTo>
                      <a:pt x="228" y="57"/>
                    </a:lnTo>
                    <a:lnTo>
                      <a:pt x="228" y="57"/>
                    </a:lnTo>
                    <a:lnTo>
                      <a:pt x="228" y="59"/>
                    </a:lnTo>
                    <a:lnTo>
                      <a:pt x="228" y="59"/>
                    </a:lnTo>
                    <a:lnTo>
                      <a:pt x="228" y="57"/>
                    </a:lnTo>
                    <a:lnTo>
                      <a:pt x="230" y="57"/>
                    </a:lnTo>
                    <a:lnTo>
                      <a:pt x="230" y="57"/>
                    </a:lnTo>
                    <a:lnTo>
                      <a:pt x="230" y="57"/>
                    </a:lnTo>
                    <a:lnTo>
                      <a:pt x="232" y="57"/>
                    </a:lnTo>
                    <a:lnTo>
                      <a:pt x="232" y="54"/>
                    </a:lnTo>
                    <a:lnTo>
                      <a:pt x="232" y="54"/>
                    </a:lnTo>
                    <a:lnTo>
                      <a:pt x="232" y="54"/>
                    </a:lnTo>
                    <a:lnTo>
                      <a:pt x="232" y="52"/>
                    </a:lnTo>
                    <a:lnTo>
                      <a:pt x="232" y="52"/>
                    </a:lnTo>
                    <a:lnTo>
                      <a:pt x="232" y="52"/>
                    </a:lnTo>
                    <a:lnTo>
                      <a:pt x="232" y="50"/>
                    </a:lnTo>
                    <a:lnTo>
                      <a:pt x="232" y="50"/>
                    </a:lnTo>
                    <a:lnTo>
                      <a:pt x="232" y="50"/>
                    </a:lnTo>
                    <a:lnTo>
                      <a:pt x="235" y="50"/>
                    </a:lnTo>
                    <a:lnTo>
                      <a:pt x="235" y="50"/>
                    </a:lnTo>
                    <a:lnTo>
                      <a:pt x="235" y="47"/>
                    </a:lnTo>
                    <a:lnTo>
                      <a:pt x="235" y="47"/>
                    </a:lnTo>
                    <a:lnTo>
                      <a:pt x="235" y="47"/>
                    </a:lnTo>
                    <a:lnTo>
                      <a:pt x="237" y="47"/>
                    </a:lnTo>
                    <a:lnTo>
                      <a:pt x="237" y="45"/>
                    </a:lnTo>
                    <a:lnTo>
                      <a:pt x="237" y="45"/>
                    </a:lnTo>
                    <a:lnTo>
                      <a:pt x="239" y="45"/>
                    </a:lnTo>
                    <a:lnTo>
                      <a:pt x="239" y="45"/>
                    </a:lnTo>
                    <a:lnTo>
                      <a:pt x="239" y="45"/>
                    </a:lnTo>
                    <a:lnTo>
                      <a:pt x="239" y="45"/>
                    </a:lnTo>
                    <a:lnTo>
                      <a:pt x="242" y="45"/>
                    </a:lnTo>
                    <a:lnTo>
                      <a:pt x="242" y="45"/>
                    </a:lnTo>
                    <a:lnTo>
                      <a:pt x="242" y="45"/>
                    </a:lnTo>
                    <a:lnTo>
                      <a:pt x="242" y="45"/>
                    </a:lnTo>
                    <a:lnTo>
                      <a:pt x="244" y="45"/>
                    </a:lnTo>
                    <a:lnTo>
                      <a:pt x="244" y="43"/>
                    </a:lnTo>
                    <a:lnTo>
                      <a:pt x="244" y="43"/>
                    </a:lnTo>
                    <a:lnTo>
                      <a:pt x="247" y="43"/>
                    </a:lnTo>
                    <a:lnTo>
                      <a:pt x="247" y="43"/>
                    </a:lnTo>
                    <a:lnTo>
                      <a:pt x="247" y="43"/>
                    </a:lnTo>
                    <a:lnTo>
                      <a:pt x="247" y="43"/>
                    </a:lnTo>
                    <a:lnTo>
                      <a:pt x="249" y="43"/>
                    </a:lnTo>
                    <a:lnTo>
                      <a:pt x="249" y="43"/>
                    </a:lnTo>
                    <a:lnTo>
                      <a:pt x="251" y="43"/>
                    </a:lnTo>
                    <a:lnTo>
                      <a:pt x="251" y="43"/>
                    </a:lnTo>
                    <a:lnTo>
                      <a:pt x="251" y="40"/>
                    </a:lnTo>
                    <a:lnTo>
                      <a:pt x="251" y="40"/>
                    </a:lnTo>
                    <a:lnTo>
                      <a:pt x="254" y="40"/>
                    </a:lnTo>
                    <a:lnTo>
                      <a:pt x="254" y="40"/>
                    </a:lnTo>
                    <a:lnTo>
                      <a:pt x="254" y="43"/>
                    </a:lnTo>
                    <a:lnTo>
                      <a:pt x="254" y="43"/>
                    </a:lnTo>
                    <a:lnTo>
                      <a:pt x="256" y="43"/>
                    </a:lnTo>
                    <a:lnTo>
                      <a:pt x="256" y="43"/>
                    </a:lnTo>
                    <a:lnTo>
                      <a:pt x="258" y="43"/>
                    </a:lnTo>
                    <a:lnTo>
                      <a:pt x="258" y="43"/>
                    </a:lnTo>
                    <a:lnTo>
                      <a:pt x="258" y="43"/>
                    </a:lnTo>
                    <a:lnTo>
                      <a:pt x="261" y="43"/>
                    </a:lnTo>
                    <a:lnTo>
                      <a:pt x="261" y="43"/>
                    </a:lnTo>
                    <a:lnTo>
                      <a:pt x="261" y="43"/>
                    </a:lnTo>
                    <a:lnTo>
                      <a:pt x="261" y="43"/>
                    </a:lnTo>
                    <a:lnTo>
                      <a:pt x="263" y="43"/>
                    </a:lnTo>
                    <a:lnTo>
                      <a:pt x="263" y="43"/>
                    </a:lnTo>
                    <a:lnTo>
                      <a:pt x="263" y="43"/>
                    </a:lnTo>
                    <a:lnTo>
                      <a:pt x="265" y="43"/>
                    </a:lnTo>
                    <a:lnTo>
                      <a:pt x="265" y="40"/>
                    </a:lnTo>
                    <a:lnTo>
                      <a:pt x="265" y="40"/>
                    </a:lnTo>
                    <a:lnTo>
                      <a:pt x="265" y="38"/>
                    </a:lnTo>
                    <a:lnTo>
                      <a:pt x="265" y="38"/>
                    </a:lnTo>
                    <a:lnTo>
                      <a:pt x="265" y="38"/>
                    </a:lnTo>
                    <a:lnTo>
                      <a:pt x="265" y="38"/>
                    </a:lnTo>
                    <a:lnTo>
                      <a:pt x="268" y="38"/>
                    </a:lnTo>
                    <a:lnTo>
                      <a:pt x="268" y="38"/>
                    </a:lnTo>
                    <a:lnTo>
                      <a:pt x="268" y="38"/>
                    </a:lnTo>
                    <a:lnTo>
                      <a:pt x="270" y="38"/>
                    </a:lnTo>
                    <a:lnTo>
                      <a:pt x="270" y="38"/>
                    </a:lnTo>
                    <a:lnTo>
                      <a:pt x="273" y="38"/>
                    </a:lnTo>
                    <a:lnTo>
                      <a:pt x="273" y="38"/>
                    </a:lnTo>
                    <a:lnTo>
                      <a:pt x="273" y="38"/>
                    </a:lnTo>
                    <a:lnTo>
                      <a:pt x="275" y="38"/>
                    </a:lnTo>
                    <a:lnTo>
                      <a:pt x="275" y="38"/>
                    </a:lnTo>
                    <a:lnTo>
                      <a:pt x="275" y="38"/>
                    </a:lnTo>
                    <a:lnTo>
                      <a:pt x="275" y="38"/>
                    </a:lnTo>
                    <a:lnTo>
                      <a:pt x="277" y="38"/>
                    </a:lnTo>
                    <a:lnTo>
                      <a:pt x="277" y="38"/>
                    </a:lnTo>
                    <a:lnTo>
                      <a:pt x="280" y="38"/>
                    </a:lnTo>
                    <a:lnTo>
                      <a:pt x="280" y="40"/>
                    </a:lnTo>
                    <a:lnTo>
                      <a:pt x="280" y="40"/>
                    </a:lnTo>
                    <a:lnTo>
                      <a:pt x="280" y="40"/>
                    </a:lnTo>
                    <a:lnTo>
                      <a:pt x="280" y="38"/>
                    </a:lnTo>
                    <a:lnTo>
                      <a:pt x="282" y="38"/>
                    </a:lnTo>
                    <a:lnTo>
                      <a:pt x="282" y="38"/>
                    </a:lnTo>
                    <a:lnTo>
                      <a:pt x="282" y="38"/>
                    </a:lnTo>
                    <a:lnTo>
                      <a:pt x="284" y="38"/>
                    </a:lnTo>
                    <a:lnTo>
                      <a:pt x="284" y="38"/>
                    </a:lnTo>
                    <a:lnTo>
                      <a:pt x="284" y="38"/>
                    </a:lnTo>
                    <a:lnTo>
                      <a:pt x="284" y="38"/>
                    </a:lnTo>
                    <a:lnTo>
                      <a:pt x="284" y="40"/>
                    </a:lnTo>
                    <a:lnTo>
                      <a:pt x="284" y="40"/>
                    </a:lnTo>
                    <a:lnTo>
                      <a:pt x="287" y="40"/>
                    </a:lnTo>
                    <a:lnTo>
                      <a:pt x="287" y="43"/>
                    </a:lnTo>
                    <a:lnTo>
                      <a:pt x="287" y="43"/>
                    </a:lnTo>
                    <a:lnTo>
                      <a:pt x="287" y="43"/>
                    </a:lnTo>
                    <a:lnTo>
                      <a:pt x="287" y="45"/>
                    </a:lnTo>
                    <a:lnTo>
                      <a:pt x="287" y="45"/>
                    </a:lnTo>
                    <a:lnTo>
                      <a:pt x="287" y="45"/>
                    </a:lnTo>
                    <a:lnTo>
                      <a:pt x="289" y="45"/>
                    </a:lnTo>
                    <a:lnTo>
                      <a:pt x="289" y="45"/>
                    </a:lnTo>
                    <a:lnTo>
                      <a:pt x="289" y="45"/>
                    </a:lnTo>
                    <a:lnTo>
                      <a:pt x="291" y="45"/>
                    </a:lnTo>
                    <a:lnTo>
                      <a:pt x="291" y="45"/>
                    </a:lnTo>
                    <a:lnTo>
                      <a:pt x="291" y="45"/>
                    </a:lnTo>
                    <a:lnTo>
                      <a:pt x="294" y="45"/>
                    </a:lnTo>
                    <a:lnTo>
                      <a:pt x="294" y="45"/>
                    </a:lnTo>
                    <a:lnTo>
                      <a:pt x="294" y="45"/>
                    </a:lnTo>
                    <a:lnTo>
                      <a:pt x="294" y="47"/>
                    </a:lnTo>
                    <a:lnTo>
                      <a:pt x="296" y="47"/>
                    </a:lnTo>
                    <a:lnTo>
                      <a:pt x="296" y="47"/>
                    </a:lnTo>
                    <a:lnTo>
                      <a:pt x="299" y="47"/>
                    </a:lnTo>
                    <a:lnTo>
                      <a:pt x="299" y="47"/>
                    </a:lnTo>
                    <a:lnTo>
                      <a:pt x="299" y="47"/>
                    </a:lnTo>
                    <a:lnTo>
                      <a:pt x="299" y="47"/>
                    </a:lnTo>
                    <a:lnTo>
                      <a:pt x="301" y="47"/>
                    </a:lnTo>
                    <a:lnTo>
                      <a:pt x="301" y="50"/>
                    </a:lnTo>
                    <a:lnTo>
                      <a:pt x="301" y="50"/>
                    </a:lnTo>
                    <a:lnTo>
                      <a:pt x="301" y="50"/>
                    </a:lnTo>
                    <a:lnTo>
                      <a:pt x="303" y="50"/>
                    </a:lnTo>
                    <a:lnTo>
                      <a:pt x="303" y="50"/>
                    </a:lnTo>
                    <a:lnTo>
                      <a:pt x="306" y="50"/>
                    </a:lnTo>
                    <a:lnTo>
                      <a:pt x="306" y="50"/>
                    </a:lnTo>
                    <a:lnTo>
                      <a:pt x="306" y="52"/>
                    </a:lnTo>
                    <a:lnTo>
                      <a:pt x="306" y="52"/>
                    </a:lnTo>
                    <a:lnTo>
                      <a:pt x="306" y="52"/>
                    </a:lnTo>
                    <a:lnTo>
                      <a:pt x="306" y="52"/>
                    </a:lnTo>
                    <a:lnTo>
                      <a:pt x="308" y="52"/>
                    </a:lnTo>
                    <a:lnTo>
                      <a:pt x="308" y="52"/>
                    </a:lnTo>
                    <a:lnTo>
                      <a:pt x="308" y="54"/>
                    </a:lnTo>
                    <a:lnTo>
                      <a:pt x="308" y="54"/>
                    </a:lnTo>
                    <a:lnTo>
                      <a:pt x="310" y="54"/>
                    </a:lnTo>
                    <a:lnTo>
                      <a:pt x="310" y="54"/>
                    </a:lnTo>
                    <a:lnTo>
                      <a:pt x="310" y="52"/>
                    </a:lnTo>
                    <a:lnTo>
                      <a:pt x="313" y="52"/>
                    </a:lnTo>
                    <a:lnTo>
                      <a:pt x="313" y="52"/>
                    </a:lnTo>
                    <a:lnTo>
                      <a:pt x="313" y="52"/>
                    </a:lnTo>
                    <a:lnTo>
                      <a:pt x="313" y="52"/>
                    </a:lnTo>
                    <a:lnTo>
                      <a:pt x="313" y="52"/>
                    </a:lnTo>
                    <a:lnTo>
                      <a:pt x="313" y="54"/>
                    </a:lnTo>
                    <a:lnTo>
                      <a:pt x="315" y="54"/>
                    </a:lnTo>
                    <a:lnTo>
                      <a:pt x="315" y="54"/>
                    </a:lnTo>
                    <a:lnTo>
                      <a:pt x="318" y="54"/>
                    </a:lnTo>
                    <a:lnTo>
                      <a:pt x="318" y="52"/>
                    </a:lnTo>
                    <a:lnTo>
                      <a:pt x="318" y="52"/>
                    </a:lnTo>
                    <a:lnTo>
                      <a:pt x="318" y="52"/>
                    </a:lnTo>
                    <a:lnTo>
                      <a:pt x="320" y="52"/>
                    </a:lnTo>
                    <a:lnTo>
                      <a:pt x="320" y="52"/>
                    </a:lnTo>
                    <a:lnTo>
                      <a:pt x="320" y="52"/>
                    </a:lnTo>
                    <a:lnTo>
                      <a:pt x="320" y="54"/>
                    </a:lnTo>
                    <a:lnTo>
                      <a:pt x="322" y="54"/>
                    </a:lnTo>
                    <a:lnTo>
                      <a:pt x="322" y="54"/>
                    </a:lnTo>
                    <a:lnTo>
                      <a:pt x="325" y="54"/>
                    </a:lnTo>
                    <a:lnTo>
                      <a:pt x="325" y="54"/>
                    </a:lnTo>
                    <a:lnTo>
                      <a:pt x="325" y="54"/>
                    </a:lnTo>
                    <a:lnTo>
                      <a:pt x="325" y="54"/>
                    </a:lnTo>
                    <a:lnTo>
                      <a:pt x="325" y="54"/>
                    </a:lnTo>
                    <a:lnTo>
                      <a:pt x="327" y="54"/>
                    </a:lnTo>
                    <a:lnTo>
                      <a:pt x="327" y="57"/>
                    </a:lnTo>
                    <a:lnTo>
                      <a:pt x="327" y="57"/>
                    </a:lnTo>
                    <a:lnTo>
                      <a:pt x="327" y="57"/>
                    </a:lnTo>
                    <a:lnTo>
                      <a:pt x="329" y="57"/>
                    </a:lnTo>
                    <a:lnTo>
                      <a:pt x="329" y="57"/>
                    </a:lnTo>
                    <a:lnTo>
                      <a:pt x="329" y="57"/>
                    </a:lnTo>
                    <a:lnTo>
                      <a:pt x="329" y="59"/>
                    </a:lnTo>
                    <a:lnTo>
                      <a:pt x="329" y="59"/>
                    </a:lnTo>
                    <a:lnTo>
                      <a:pt x="329" y="62"/>
                    </a:lnTo>
                    <a:lnTo>
                      <a:pt x="332" y="62"/>
                    </a:lnTo>
                    <a:lnTo>
                      <a:pt x="332" y="62"/>
                    </a:lnTo>
                    <a:lnTo>
                      <a:pt x="332" y="62"/>
                    </a:lnTo>
                    <a:lnTo>
                      <a:pt x="332" y="64"/>
                    </a:lnTo>
                    <a:lnTo>
                      <a:pt x="332" y="64"/>
                    </a:lnTo>
                    <a:lnTo>
                      <a:pt x="332" y="64"/>
                    </a:lnTo>
                    <a:lnTo>
                      <a:pt x="332" y="64"/>
                    </a:lnTo>
                    <a:lnTo>
                      <a:pt x="334" y="64"/>
                    </a:lnTo>
                    <a:lnTo>
                      <a:pt x="334" y="66"/>
                    </a:lnTo>
                    <a:lnTo>
                      <a:pt x="334" y="66"/>
                    </a:lnTo>
                    <a:lnTo>
                      <a:pt x="334" y="66"/>
                    </a:lnTo>
                    <a:lnTo>
                      <a:pt x="336" y="66"/>
                    </a:lnTo>
                    <a:lnTo>
                      <a:pt x="336" y="66"/>
                    </a:lnTo>
                    <a:lnTo>
                      <a:pt x="339" y="66"/>
                    </a:lnTo>
                    <a:lnTo>
                      <a:pt x="339" y="66"/>
                    </a:lnTo>
                    <a:lnTo>
                      <a:pt x="339" y="66"/>
                    </a:lnTo>
                    <a:lnTo>
                      <a:pt x="339" y="66"/>
                    </a:lnTo>
                    <a:lnTo>
                      <a:pt x="341" y="66"/>
                    </a:lnTo>
                    <a:lnTo>
                      <a:pt x="341" y="69"/>
                    </a:lnTo>
                    <a:lnTo>
                      <a:pt x="341" y="69"/>
                    </a:lnTo>
                    <a:lnTo>
                      <a:pt x="341" y="69"/>
                    </a:lnTo>
                    <a:lnTo>
                      <a:pt x="344" y="69"/>
                    </a:lnTo>
                    <a:lnTo>
                      <a:pt x="344" y="69"/>
                    </a:lnTo>
                    <a:lnTo>
                      <a:pt x="344" y="69"/>
                    </a:lnTo>
                    <a:lnTo>
                      <a:pt x="346" y="69"/>
                    </a:lnTo>
                    <a:lnTo>
                      <a:pt x="346" y="71"/>
                    </a:lnTo>
                    <a:lnTo>
                      <a:pt x="346" y="71"/>
                    </a:lnTo>
                    <a:lnTo>
                      <a:pt x="346" y="71"/>
                    </a:lnTo>
                    <a:lnTo>
                      <a:pt x="346" y="73"/>
                    </a:lnTo>
                    <a:lnTo>
                      <a:pt x="346" y="73"/>
                    </a:lnTo>
                    <a:lnTo>
                      <a:pt x="346" y="73"/>
                    </a:lnTo>
                    <a:lnTo>
                      <a:pt x="348" y="73"/>
                    </a:lnTo>
                    <a:lnTo>
                      <a:pt x="348" y="73"/>
                    </a:lnTo>
                    <a:lnTo>
                      <a:pt x="348" y="73"/>
                    </a:lnTo>
                    <a:lnTo>
                      <a:pt x="348" y="76"/>
                    </a:lnTo>
                    <a:lnTo>
                      <a:pt x="348" y="76"/>
                    </a:lnTo>
                    <a:lnTo>
                      <a:pt x="348" y="76"/>
                    </a:lnTo>
                    <a:lnTo>
                      <a:pt x="348" y="78"/>
                    </a:lnTo>
                    <a:lnTo>
                      <a:pt x="351" y="78"/>
                    </a:lnTo>
                    <a:lnTo>
                      <a:pt x="351" y="78"/>
                    </a:lnTo>
                    <a:lnTo>
                      <a:pt x="351" y="78"/>
                    </a:lnTo>
                    <a:lnTo>
                      <a:pt x="353" y="78"/>
                    </a:lnTo>
                    <a:lnTo>
                      <a:pt x="353" y="78"/>
                    </a:lnTo>
                    <a:lnTo>
                      <a:pt x="353" y="78"/>
                    </a:lnTo>
                    <a:lnTo>
                      <a:pt x="355" y="78"/>
                    </a:lnTo>
                    <a:lnTo>
                      <a:pt x="355" y="78"/>
                    </a:lnTo>
                    <a:lnTo>
                      <a:pt x="358" y="78"/>
                    </a:lnTo>
                    <a:lnTo>
                      <a:pt x="358" y="78"/>
                    </a:lnTo>
                    <a:lnTo>
                      <a:pt x="358" y="78"/>
                    </a:lnTo>
                    <a:lnTo>
                      <a:pt x="360" y="78"/>
                    </a:lnTo>
                    <a:lnTo>
                      <a:pt x="360" y="78"/>
                    </a:lnTo>
                    <a:lnTo>
                      <a:pt x="360" y="78"/>
                    </a:lnTo>
                    <a:lnTo>
                      <a:pt x="362" y="78"/>
                    </a:lnTo>
                    <a:lnTo>
                      <a:pt x="362" y="78"/>
                    </a:lnTo>
                    <a:lnTo>
                      <a:pt x="362" y="78"/>
                    </a:lnTo>
                    <a:lnTo>
                      <a:pt x="365" y="78"/>
                    </a:lnTo>
                    <a:lnTo>
                      <a:pt x="365" y="78"/>
                    </a:lnTo>
                    <a:lnTo>
                      <a:pt x="365" y="78"/>
                    </a:lnTo>
                    <a:lnTo>
                      <a:pt x="367" y="78"/>
                    </a:lnTo>
                    <a:lnTo>
                      <a:pt x="367" y="78"/>
                    </a:lnTo>
                    <a:lnTo>
                      <a:pt x="367" y="78"/>
                    </a:lnTo>
                    <a:lnTo>
                      <a:pt x="367" y="78"/>
                    </a:lnTo>
                    <a:lnTo>
                      <a:pt x="367" y="81"/>
                    </a:lnTo>
                    <a:lnTo>
                      <a:pt x="370" y="81"/>
                    </a:lnTo>
                    <a:lnTo>
                      <a:pt x="370" y="81"/>
                    </a:lnTo>
                    <a:lnTo>
                      <a:pt x="367" y="81"/>
                    </a:lnTo>
                    <a:lnTo>
                      <a:pt x="367" y="83"/>
                    </a:lnTo>
                    <a:lnTo>
                      <a:pt x="367" y="83"/>
                    </a:lnTo>
                    <a:lnTo>
                      <a:pt x="367" y="83"/>
                    </a:lnTo>
                    <a:lnTo>
                      <a:pt x="367" y="85"/>
                    </a:lnTo>
                    <a:lnTo>
                      <a:pt x="367" y="85"/>
                    </a:lnTo>
                    <a:lnTo>
                      <a:pt x="367" y="88"/>
                    </a:lnTo>
                    <a:lnTo>
                      <a:pt x="370" y="88"/>
                    </a:lnTo>
                    <a:lnTo>
                      <a:pt x="370" y="88"/>
                    </a:lnTo>
                    <a:lnTo>
                      <a:pt x="370" y="90"/>
                    </a:lnTo>
                    <a:lnTo>
                      <a:pt x="370" y="90"/>
                    </a:lnTo>
                    <a:lnTo>
                      <a:pt x="370" y="90"/>
                    </a:lnTo>
                    <a:lnTo>
                      <a:pt x="370" y="92"/>
                    </a:lnTo>
                    <a:lnTo>
                      <a:pt x="370" y="92"/>
                    </a:lnTo>
                    <a:lnTo>
                      <a:pt x="370" y="92"/>
                    </a:lnTo>
                    <a:lnTo>
                      <a:pt x="370" y="92"/>
                    </a:lnTo>
                    <a:lnTo>
                      <a:pt x="367" y="92"/>
                    </a:lnTo>
                    <a:lnTo>
                      <a:pt x="367" y="95"/>
                    </a:lnTo>
                    <a:lnTo>
                      <a:pt x="367" y="95"/>
                    </a:lnTo>
                    <a:lnTo>
                      <a:pt x="367" y="95"/>
                    </a:lnTo>
                    <a:lnTo>
                      <a:pt x="367" y="95"/>
                    </a:lnTo>
                    <a:lnTo>
                      <a:pt x="370" y="95"/>
                    </a:lnTo>
                    <a:lnTo>
                      <a:pt x="370" y="97"/>
                    </a:lnTo>
                    <a:lnTo>
                      <a:pt x="370" y="97"/>
                    </a:lnTo>
                    <a:lnTo>
                      <a:pt x="370" y="97"/>
                    </a:lnTo>
                    <a:lnTo>
                      <a:pt x="370" y="100"/>
                    </a:lnTo>
                    <a:lnTo>
                      <a:pt x="370" y="100"/>
                    </a:lnTo>
                    <a:lnTo>
                      <a:pt x="370" y="102"/>
                    </a:lnTo>
                    <a:lnTo>
                      <a:pt x="370" y="102"/>
                    </a:lnTo>
                    <a:lnTo>
                      <a:pt x="370" y="102"/>
                    </a:lnTo>
                    <a:lnTo>
                      <a:pt x="370" y="104"/>
                    </a:lnTo>
                    <a:lnTo>
                      <a:pt x="370" y="104"/>
                    </a:lnTo>
                    <a:lnTo>
                      <a:pt x="370" y="104"/>
                    </a:lnTo>
                    <a:lnTo>
                      <a:pt x="372" y="104"/>
                    </a:lnTo>
                    <a:lnTo>
                      <a:pt x="372" y="104"/>
                    </a:lnTo>
                    <a:lnTo>
                      <a:pt x="372" y="107"/>
                    </a:lnTo>
                    <a:lnTo>
                      <a:pt x="370" y="107"/>
                    </a:lnTo>
                    <a:lnTo>
                      <a:pt x="370" y="107"/>
                    </a:lnTo>
                    <a:lnTo>
                      <a:pt x="370" y="109"/>
                    </a:lnTo>
                    <a:lnTo>
                      <a:pt x="370" y="109"/>
                    </a:lnTo>
                    <a:lnTo>
                      <a:pt x="370" y="109"/>
                    </a:lnTo>
                    <a:lnTo>
                      <a:pt x="370" y="111"/>
                    </a:lnTo>
                    <a:lnTo>
                      <a:pt x="367" y="111"/>
                    </a:lnTo>
                    <a:lnTo>
                      <a:pt x="367" y="111"/>
                    </a:lnTo>
                    <a:lnTo>
                      <a:pt x="367" y="114"/>
                    </a:lnTo>
                    <a:lnTo>
                      <a:pt x="367" y="114"/>
                    </a:lnTo>
                    <a:lnTo>
                      <a:pt x="367" y="114"/>
                    </a:lnTo>
                    <a:lnTo>
                      <a:pt x="367" y="114"/>
                    </a:lnTo>
                    <a:lnTo>
                      <a:pt x="367" y="114"/>
                    </a:lnTo>
                    <a:lnTo>
                      <a:pt x="367" y="116"/>
                    </a:lnTo>
                    <a:lnTo>
                      <a:pt x="367" y="116"/>
                    </a:lnTo>
                    <a:lnTo>
                      <a:pt x="367" y="116"/>
                    </a:lnTo>
                    <a:lnTo>
                      <a:pt x="367" y="118"/>
                    </a:lnTo>
                    <a:lnTo>
                      <a:pt x="367" y="118"/>
                    </a:lnTo>
                    <a:lnTo>
                      <a:pt x="367" y="121"/>
                    </a:lnTo>
                    <a:lnTo>
                      <a:pt x="367" y="121"/>
                    </a:lnTo>
                    <a:lnTo>
                      <a:pt x="367" y="121"/>
                    </a:lnTo>
                    <a:lnTo>
                      <a:pt x="367" y="123"/>
                    </a:lnTo>
                    <a:lnTo>
                      <a:pt x="367" y="123"/>
                    </a:lnTo>
                    <a:lnTo>
                      <a:pt x="367" y="123"/>
                    </a:lnTo>
                    <a:lnTo>
                      <a:pt x="367" y="126"/>
                    </a:lnTo>
                    <a:lnTo>
                      <a:pt x="365" y="126"/>
                    </a:lnTo>
                    <a:lnTo>
                      <a:pt x="365" y="126"/>
                    </a:lnTo>
                    <a:lnTo>
                      <a:pt x="365" y="126"/>
                    </a:lnTo>
                    <a:lnTo>
                      <a:pt x="365" y="128"/>
                    </a:lnTo>
                    <a:lnTo>
                      <a:pt x="365" y="128"/>
                    </a:lnTo>
                    <a:lnTo>
                      <a:pt x="365" y="130"/>
                    </a:lnTo>
                    <a:lnTo>
                      <a:pt x="365" y="130"/>
                    </a:lnTo>
                    <a:lnTo>
                      <a:pt x="362" y="130"/>
                    </a:lnTo>
                    <a:lnTo>
                      <a:pt x="362" y="130"/>
                    </a:lnTo>
                    <a:lnTo>
                      <a:pt x="362" y="130"/>
                    </a:lnTo>
                    <a:lnTo>
                      <a:pt x="362" y="133"/>
                    </a:lnTo>
                    <a:lnTo>
                      <a:pt x="360" y="133"/>
                    </a:lnTo>
                    <a:lnTo>
                      <a:pt x="360" y="133"/>
                    </a:lnTo>
                    <a:lnTo>
                      <a:pt x="360" y="133"/>
                    </a:lnTo>
                    <a:lnTo>
                      <a:pt x="360" y="133"/>
                    </a:lnTo>
                    <a:lnTo>
                      <a:pt x="360" y="133"/>
                    </a:lnTo>
                    <a:lnTo>
                      <a:pt x="360" y="133"/>
                    </a:lnTo>
                    <a:lnTo>
                      <a:pt x="360" y="133"/>
                    </a:lnTo>
                    <a:lnTo>
                      <a:pt x="360" y="135"/>
                    </a:lnTo>
                    <a:lnTo>
                      <a:pt x="360" y="135"/>
                    </a:lnTo>
                    <a:lnTo>
                      <a:pt x="362" y="135"/>
                    </a:lnTo>
                    <a:lnTo>
                      <a:pt x="362" y="137"/>
                    </a:lnTo>
                    <a:lnTo>
                      <a:pt x="362" y="137"/>
                    </a:lnTo>
                    <a:lnTo>
                      <a:pt x="362" y="137"/>
                    </a:lnTo>
                    <a:lnTo>
                      <a:pt x="362" y="137"/>
                    </a:lnTo>
                    <a:lnTo>
                      <a:pt x="360" y="137"/>
                    </a:lnTo>
                    <a:lnTo>
                      <a:pt x="360" y="137"/>
                    </a:lnTo>
                    <a:lnTo>
                      <a:pt x="360" y="137"/>
                    </a:lnTo>
                    <a:lnTo>
                      <a:pt x="358" y="137"/>
                    </a:lnTo>
                    <a:lnTo>
                      <a:pt x="358" y="137"/>
                    </a:lnTo>
                    <a:lnTo>
                      <a:pt x="358" y="140"/>
                    </a:lnTo>
                    <a:lnTo>
                      <a:pt x="358" y="140"/>
                    </a:lnTo>
                    <a:lnTo>
                      <a:pt x="358" y="140"/>
                    </a:lnTo>
                    <a:lnTo>
                      <a:pt x="355" y="140"/>
                    </a:lnTo>
                    <a:lnTo>
                      <a:pt x="355" y="142"/>
                    </a:lnTo>
                    <a:lnTo>
                      <a:pt x="355" y="142"/>
                    </a:lnTo>
                    <a:lnTo>
                      <a:pt x="355" y="142"/>
                    </a:lnTo>
                    <a:lnTo>
                      <a:pt x="353" y="142"/>
                    </a:lnTo>
                    <a:lnTo>
                      <a:pt x="353" y="142"/>
                    </a:lnTo>
                    <a:lnTo>
                      <a:pt x="353" y="145"/>
                    </a:lnTo>
                    <a:lnTo>
                      <a:pt x="353" y="145"/>
                    </a:lnTo>
                    <a:lnTo>
                      <a:pt x="353" y="147"/>
                    </a:lnTo>
                    <a:lnTo>
                      <a:pt x="355" y="147"/>
                    </a:lnTo>
                    <a:lnTo>
                      <a:pt x="355" y="147"/>
                    </a:lnTo>
                    <a:lnTo>
                      <a:pt x="355" y="147"/>
                    </a:lnTo>
                    <a:lnTo>
                      <a:pt x="355" y="149"/>
                    </a:lnTo>
                    <a:lnTo>
                      <a:pt x="355" y="149"/>
                    </a:lnTo>
                    <a:lnTo>
                      <a:pt x="355" y="152"/>
                    </a:lnTo>
                    <a:lnTo>
                      <a:pt x="355" y="152"/>
                    </a:lnTo>
                    <a:lnTo>
                      <a:pt x="355" y="152"/>
                    </a:lnTo>
                    <a:lnTo>
                      <a:pt x="355" y="152"/>
                    </a:lnTo>
                    <a:lnTo>
                      <a:pt x="355" y="152"/>
                    </a:lnTo>
                    <a:lnTo>
                      <a:pt x="355" y="154"/>
                    </a:lnTo>
                    <a:lnTo>
                      <a:pt x="355" y="154"/>
                    </a:lnTo>
                    <a:lnTo>
                      <a:pt x="358" y="154"/>
                    </a:lnTo>
                    <a:lnTo>
                      <a:pt x="358" y="156"/>
                    </a:lnTo>
                    <a:lnTo>
                      <a:pt x="358" y="156"/>
                    </a:lnTo>
                    <a:lnTo>
                      <a:pt x="358" y="156"/>
                    </a:lnTo>
                    <a:lnTo>
                      <a:pt x="358" y="156"/>
                    </a:lnTo>
                    <a:lnTo>
                      <a:pt x="360" y="156"/>
                    </a:lnTo>
                    <a:lnTo>
                      <a:pt x="360" y="156"/>
                    </a:lnTo>
                    <a:lnTo>
                      <a:pt x="360" y="156"/>
                    </a:lnTo>
                    <a:lnTo>
                      <a:pt x="362" y="156"/>
                    </a:lnTo>
                    <a:lnTo>
                      <a:pt x="362" y="156"/>
                    </a:lnTo>
                    <a:lnTo>
                      <a:pt x="362" y="159"/>
                    </a:lnTo>
                    <a:lnTo>
                      <a:pt x="362" y="159"/>
                    </a:lnTo>
                    <a:lnTo>
                      <a:pt x="362" y="159"/>
                    </a:lnTo>
                    <a:lnTo>
                      <a:pt x="362" y="161"/>
                    </a:lnTo>
                    <a:lnTo>
                      <a:pt x="360" y="161"/>
                    </a:lnTo>
                    <a:lnTo>
                      <a:pt x="360" y="161"/>
                    </a:lnTo>
                    <a:lnTo>
                      <a:pt x="360" y="161"/>
                    </a:lnTo>
                    <a:lnTo>
                      <a:pt x="360" y="163"/>
                    </a:lnTo>
                    <a:lnTo>
                      <a:pt x="360" y="163"/>
                    </a:lnTo>
                    <a:lnTo>
                      <a:pt x="360" y="163"/>
                    </a:lnTo>
                    <a:lnTo>
                      <a:pt x="358" y="163"/>
                    </a:lnTo>
                    <a:lnTo>
                      <a:pt x="358" y="163"/>
                    </a:lnTo>
                    <a:lnTo>
                      <a:pt x="358" y="163"/>
                    </a:lnTo>
                    <a:lnTo>
                      <a:pt x="358" y="163"/>
                    </a:lnTo>
                    <a:lnTo>
                      <a:pt x="358" y="166"/>
                    </a:lnTo>
                    <a:lnTo>
                      <a:pt x="358" y="166"/>
                    </a:lnTo>
                    <a:lnTo>
                      <a:pt x="355" y="166"/>
                    </a:lnTo>
                    <a:lnTo>
                      <a:pt x="355" y="168"/>
                    </a:lnTo>
                    <a:lnTo>
                      <a:pt x="355" y="168"/>
                    </a:lnTo>
                    <a:lnTo>
                      <a:pt x="358" y="168"/>
                    </a:lnTo>
                    <a:lnTo>
                      <a:pt x="358" y="171"/>
                    </a:lnTo>
                    <a:lnTo>
                      <a:pt x="358" y="171"/>
                    </a:lnTo>
                    <a:lnTo>
                      <a:pt x="358" y="173"/>
                    </a:lnTo>
                    <a:lnTo>
                      <a:pt x="358" y="173"/>
                    </a:lnTo>
                    <a:lnTo>
                      <a:pt x="358" y="173"/>
                    </a:lnTo>
                    <a:lnTo>
                      <a:pt x="358" y="173"/>
                    </a:lnTo>
                    <a:lnTo>
                      <a:pt x="358" y="175"/>
                    </a:lnTo>
                    <a:lnTo>
                      <a:pt x="358" y="175"/>
                    </a:lnTo>
                    <a:lnTo>
                      <a:pt x="358" y="175"/>
                    </a:lnTo>
                    <a:lnTo>
                      <a:pt x="358" y="178"/>
                    </a:lnTo>
                    <a:lnTo>
                      <a:pt x="358" y="178"/>
                    </a:lnTo>
                    <a:lnTo>
                      <a:pt x="358" y="180"/>
                    </a:lnTo>
                    <a:lnTo>
                      <a:pt x="360" y="180"/>
                    </a:lnTo>
                    <a:lnTo>
                      <a:pt x="360" y="180"/>
                    </a:lnTo>
                    <a:lnTo>
                      <a:pt x="360" y="182"/>
                    </a:lnTo>
                    <a:lnTo>
                      <a:pt x="360" y="182"/>
                    </a:lnTo>
                    <a:lnTo>
                      <a:pt x="360" y="182"/>
                    </a:lnTo>
                    <a:lnTo>
                      <a:pt x="360" y="182"/>
                    </a:lnTo>
                    <a:lnTo>
                      <a:pt x="360" y="182"/>
                    </a:lnTo>
                    <a:lnTo>
                      <a:pt x="360" y="185"/>
                    </a:lnTo>
                    <a:lnTo>
                      <a:pt x="360" y="185"/>
                    </a:lnTo>
                    <a:lnTo>
                      <a:pt x="360" y="187"/>
                    </a:lnTo>
                    <a:lnTo>
                      <a:pt x="360" y="187"/>
                    </a:lnTo>
                    <a:lnTo>
                      <a:pt x="360" y="190"/>
                    </a:lnTo>
                    <a:lnTo>
                      <a:pt x="362" y="190"/>
                    </a:lnTo>
                    <a:lnTo>
                      <a:pt x="362" y="190"/>
                    </a:lnTo>
                    <a:lnTo>
                      <a:pt x="362" y="192"/>
                    </a:lnTo>
                    <a:lnTo>
                      <a:pt x="362" y="192"/>
                    </a:lnTo>
                    <a:lnTo>
                      <a:pt x="362" y="192"/>
                    </a:lnTo>
                    <a:lnTo>
                      <a:pt x="360" y="192"/>
                    </a:lnTo>
                    <a:lnTo>
                      <a:pt x="360" y="194"/>
                    </a:lnTo>
                    <a:lnTo>
                      <a:pt x="360" y="194"/>
                    </a:lnTo>
                    <a:lnTo>
                      <a:pt x="360" y="197"/>
                    </a:lnTo>
                    <a:lnTo>
                      <a:pt x="360" y="197"/>
                    </a:lnTo>
                    <a:lnTo>
                      <a:pt x="360" y="199"/>
                    </a:lnTo>
                    <a:lnTo>
                      <a:pt x="360" y="199"/>
                    </a:lnTo>
                    <a:lnTo>
                      <a:pt x="360" y="201"/>
                    </a:lnTo>
                    <a:lnTo>
                      <a:pt x="360" y="201"/>
                    </a:lnTo>
                    <a:lnTo>
                      <a:pt x="360" y="201"/>
                    </a:lnTo>
                    <a:lnTo>
                      <a:pt x="360" y="204"/>
                    </a:lnTo>
                    <a:lnTo>
                      <a:pt x="360" y="204"/>
                    </a:lnTo>
                    <a:lnTo>
                      <a:pt x="360" y="206"/>
                    </a:lnTo>
                    <a:lnTo>
                      <a:pt x="360" y="206"/>
                    </a:lnTo>
                    <a:lnTo>
                      <a:pt x="360" y="209"/>
                    </a:lnTo>
                    <a:lnTo>
                      <a:pt x="360" y="209"/>
                    </a:lnTo>
                    <a:lnTo>
                      <a:pt x="362" y="209"/>
                    </a:lnTo>
                    <a:lnTo>
                      <a:pt x="362" y="209"/>
                    </a:lnTo>
                    <a:lnTo>
                      <a:pt x="365" y="209"/>
                    </a:lnTo>
                    <a:lnTo>
                      <a:pt x="365" y="211"/>
                    </a:lnTo>
                    <a:lnTo>
                      <a:pt x="365" y="211"/>
                    </a:lnTo>
                    <a:lnTo>
                      <a:pt x="365" y="211"/>
                    </a:lnTo>
                    <a:lnTo>
                      <a:pt x="367" y="211"/>
                    </a:lnTo>
                    <a:lnTo>
                      <a:pt x="367" y="211"/>
                    </a:lnTo>
                    <a:lnTo>
                      <a:pt x="367" y="211"/>
                    </a:lnTo>
                    <a:lnTo>
                      <a:pt x="370" y="211"/>
                    </a:lnTo>
                    <a:lnTo>
                      <a:pt x="370" y="211"/>
                    </a:lnTo>
                    <a:lnTo>
                      <a:pt x="372" y="211"/>
                    </a:lnTo>
                    <a:lnTo>
                      <a:pt x="372" y="211"/>
                    </a:lnTo>
                    <a:lnTo>
                      <a:pt x="372" y="211"/>
                    </a:lnTo>
                    <a:lnTo>
                      <a:pt x="372" y="211"/>
                    </a:lnTo>
                    <a:lnTo>
                      <a:pt x="374" y="211"/>
                    </a:lnTo>
                    <a:lnTo>
                      <a:pt x="374" y="211"/>
                    </a:lnTo>
                    <a:lnTo>
                      <a:pt x="374" y="211"/>
                    </a:lnTo>
                    <a:lnTo>
                      <a:pt x="377" y="211"/>
                    </a:lnTo>
                    <a:lnTo>
                      <a:pt x="377" y="211"/>
                    </a:lnTo>
                    <a:lnTo>
                      <a:pt x="377" y="211"/>
                    </a:lnTo>
                    <a:lnTo>
                      <a:pt x="379" y="211"/>
                    </a:lnTo>
                    <a:lnTo>
                      <a:pt x="379" y="211"/>
                    </a:lnTo>
                    <a:lnTo>
                      <a:pt x="379" y="211"/>
                    </a:lnTo>
                    <a:lnTo>
                      <a:pt x="379" y="211"/>
                    </a:lnTo>
                    <a:lnTo>
                      <a:pt x="379" y="211"/>
                    </a:lnTo>
                    <a:lnTo>
                      <a:pt x="381" y="211"/>
                    </a:lnTo>
                    <a:lnTo>
                      <a:pt x="381" y="213"/>
                    </a:lnTo>
                    <a:lnTo>
                      <a:pt x="381" y="213"/>
                    </a:lnTo>
                    <a:lnTo>
                      <a:pt x="381" y="213"/>
                    </a:lnTo>
                    <a:lnTo>
                      <a:pt x="381" y="216"/>
                    </a:lnTo>
                    <a:lnTo>
                      <a:pt x="381" y="216"/>
                    </a:lnTo>
                    <a:lnTo>
                      <a:pt x="381" y="218"/>
                    </a:lnTo>
                    <a:lnTo>
                      <a:pt x="381" y="218"/>
                    </a:lnTo>
                    <a:lnTo>
                      <a:pt x="381" y="218"/>
                    </a:lnTo>
                    <a:lnTo>
                      <a:pt x="381" y="220"/>
                    </a:lnTo>
                    <a:lnTo>
                      <a:pt x="381" y="220"/>
                    </a:lnTo>
                    <a:lnTo>
                      <a:pt x="381" y="223"/>
                    </a:lnTo>
                    <a:lnTo>
                      <a:pt x="381" y="223"/>
                    </a:lnTo>
                    <a:lnTo>
                      <a:pt x="381" y="223"/>
                    </a:lnTo>
                    <a:lnTo>
                      <a:pt x="381" y="223"/>
                    </a:lnTo>
                    <a:lnTo>
                      <a:pt x="381" y="225"/>
                    </a:lnTo>
                    <a:lnTo>
                      <a:pt x="381" y="225"/>
                    </a:lnTo>
                    <a:lnTo>
                      <a:pt x="381" y="227"/>
                    </a:lnTo>
                    <a:lnTo>
                      <a:pt x="381" y="227"/>
                    </a:lnTo>
                    <a:lnTo>
                      <a:pt x="381" y="227"/>
                    </a:lnTo>
                    <a:lnTo>
                      <a:pt x="379" y="227"/>
                    </a:lnTo>
                    <a:lnTo>
                      <a:pt x="379" y="230"/>
                    </a:lnTo>
                    <a:lnTo>
                      <a:pt x="379" y="230"/>
                    </a:lnTo>
                    <a:lnTo>
                      <a:pt x="379" y="230"/>
                    </a:lnTo>
                    <a:lnTo>
                      <a:pt x="379" y="230"/>
                    </a:lnTo>
                    <a:lnTo>
                      <a:pt x="379" y="232"/>
                    </a:lnTo>
                    <a:lnTo>
                      <a:pt x="377" y="232"/>
                    </a:lnTo>
                    <a:lnTo>
                      <a:pt x="377" y="232"/>
                    </a:lnTo>
                    <a:lnTo>
                      <a:pt x="377" y="232"/>
                    </a:lnTo>
                    <a:lnTo>
                      <a:pt x="377" y="232"/>
                    </a:lnTo>
                    <a:lnTo>
                      <a:pt x="374" y="232"/>
                    </a:lnTo>
                    <a:lnTo>
                      <a:pt x="374" y="235"/>
                    </a:lnTo>
                    <a:lnTo>
                      <a:pt x="374" y="235"/>
                    </a:lnTo>
                    <a:lnTo>
                      <a:pt x="374" y="235"/>
                    </a:lnTo>
                    <a:lnTo>
                      <a:pt x="374" y="235"/>
                    </a:lnTo>
                    <a:lnTo>
                      <a:pt x="374" y="237"/>
                    </a:lnTo>
                    <a:lnTo>
                      <a:pt x="372" y="237"/>
                    </a:lnTo>
                    <a:lnTo>
                      <a:pt x="372" y="237"/>
                    </a:lnTo>
                    <a:lnTo>
                      <a:pt x="372" y="237"/>
                    </a:lnTo>
                    <a:lnTo>
                      <a:pt x="372" y="239"/>
                    </a:lnTo>
                    <a:lnTo>
                      <a:pt x="372" y="239"/>
                    </a:lnTo>
                    <a:lnTo>
                      <a:pt x="372" y="239"/>
                    </a:lnTo>
                    <a:lnTo>
                      <a:pt x="370" y="239"/>
                    </a:lnTo>
                    <a:lnTo>
                      <a:pt x="370" y="242"/>
                    </a:lnTo>
                    <a:lnTo>
                      <a:pt x="370" y="242"/>
                    </a:lnTo>
                    <a:lnTo>
                      <a:pt x="370" y="242"/>
                    </a:lnTo>
                    <a:lnTo>
                      <a:pt x="367" y="242"/>
                    </a:lnTo>
                    <a:lnTo>
                      <a:pt x="367" y="242"/>
                    </a:lnTo>
                    <a:lnTo>
                      <a:pt x="367" y="242"/>
                    </a:lnTo>
                    <a:lnTo>
                      <a:pt x="367" y="244"/>
                    </a:lnTo>
                    <a:lnTo>
                      <a:pt x="367" y="244"/>
                    </a:lnTo>
                    <a:lnTo>
                      <a:pt x="367" y="244"/>
                    </a:lnTo>
                    <a:lnTo>
                      <a:pt x="367" y="246"/>
                    </a:lnTo>
                    <a:lnTo>
                      <a:pt x="365" y="246"/>
                    </a:lnTo>
                    <a:lnTo>
                      <a:pt x="365" y="246"/>
                    </a:lnTo>
                    <a:lnTo>
                      <a:pt x="365" y="246"/>
                    </a:lnTo>
                    <a:lnTo>
                      <a:pt x="365" y="249"/>
                    </a:lnTo>
                    <a:lnTo>
                      <a:pt x="365" y="249"/>
                    </a:lnTo>
                    <a:lnTo>
                      <a:pt x="365" y="249"/>
                    </a:lnTo>
                    <a:lnTo>
                      <a:pt x="362" y="249"/>
                    </a:lnTo>
                    <a:lnTo>
                      <a:pt x="362" y="251"/>
                    </a:lnTo>
                    <a:lnTo>
                      <a:pt x="362" y="251"/>
                    </a:lnTo>
                    <a:lnTo>
                      <a:pt x="362" y="251"/>
                    </a:lnTo>
                    <a:lnTo>
                      <a:pt x="362" y="251"/>
                    </a:lnTo>
                    <a:lnTo>
                      <a:pt x="362" y="251"/>
                    </a:lnTo>
                    <a:lnTo>
                      <a:pt x="365" y="251"/>
                    </a:lnTo>
                    <a:lnTo>
                      <a:pt x="365" y="254"/>
                    </a:lnTo>
                    <a:lnTo>
                      <a:pt x="365" y="254"/>
                    </a:lnTo>
                    <a:lnTo>
                      <a:pt x="365" y="254"/>
                    </a:lnTo>
                    <a:lnTo>
                      <a:pt x="365" y="254"/>
                    </a:lnTo>
                    <a:lnTo>
                      <a:pt x="365" y="256"/>
                    </a:lnTo>
                    <a:lnTo>
                      <a:pt x="367" y="256"/>
                    </a:lnTo>
                    <a:lnTo>
                      <a:pt x="367" y="256"/>
                    </a:lnTo>
                    <a:lnTo>
                      <a:pt x="367" y="258"/>
                    </a:lnTo>
                    <a:lnTo>
                      <a:pt x="367" y="258"/>
                    </a:lnTo>
                    <a:lnTo>
                      <a:pt x="367" y="258"/>
                    </a:lnTo>
                    <a:lnTo>
                      <a:pt x="367" y="258"/>
                    </a:lnTo>
                    <a:lnTo>
                      <a:pt x="367" y="261"/>
                    </a:lnTo>
                    <a:lnTo>
                      <a:pt x="370" y="261"/>
                    </a:lnTo>
                    <a:lnTo>
                      <a:pt x="370" y="261"/>
                    </a:lnTo>
                    <a:lnTo>
                      <a:pt x="370" y="261"/>
                    </a:lnTo>
                    <a:lnTo>
                      <a:pt x="370" y="261"/>
                    </a:lnTo>
                    <a:lnTo>
                      <a:pt x="372" y="261"/>
                    </a:lnTo>
                    <a:lnTo>
                      <a:pt x="372" y="261"/>
                    </a:lnTo>
                    <a:lnTo>
                      <a:pt x="372" y="263"/>
                    </a:lnTo>
                    <a:lnTo>
                      <a:pt x="372" y="263"/>
                    </a:lnTo>
                    <a:lnTo>
                      <a:pt x="372" y="263"/>
                    </a:lnTo>
                    <a:lnTo>
                      <a:pt x="372" y="265"/>
                    </a:lnTo>
                    <a:lnTo>
                      <a:pt x="372" y="265"/>
                    </a:lnTo>
                    <a:lnTo>
                      <a:pt x="372" y="268"/>
                    </a:lnTo>
                    <a:lnTo>
                      <a:pt x="374" y="268"/>
                    </a:lnTo>
                    <a:lnTo>
                      <a:pt x="374" y="268"/>
                    </a:lnTo>
                    <a:lnTo>
                      <a:pt x="374" y="270"/>
                    </a:lnTo>
                    <a:lnTo>
                      <a:pt x="374" y="270"/>
                    </a:lnTo>
                    <a:lnTo>
                      <a:pt x="374" y="270"/>
                    </a:lnTo>
                    <a:lnTo>
                      <a:pt x="374" y="270"/>
                    </a:lnTo>
                    <a:lnTo>
                      <a:pt x="374" y="270"/>
                    </a:lnTo>
                    <a:lnTo>
                      <a:pt x="374" y="273"/>
                    </a:lnTo>
                    <a:lnTo>
                      <a:pt x="377" y="273"/>
                    </a:lnTo>
                    <a:lnTo>
                      <a:pt x="377" y="273"/>
                    </a:lnTo>
                    <a:lnTo>
                      <a:pt x="377" y="273"/>
                    </a:lnTo>
                    <a:lnTo>
                      <a:pt x="377" y="275"/>
                    </a:lnTo>
                    <a:lnTo>
                      <a:pt x="377" y="275"/>
                    </a:lnTo>
                    <a:lnTo>
                      <a:pt x="379" y="275"/>
                    </a:lnTo>
                    <a:lnTo>
                      <a:pt x="379" y="277"/>
                    </a:lnTo>
                    <a:lnTo>
                      <a:pt x="379" y="277"/>
                    </a:lnTo>
                    <a:lnTo>
                      <a:pt x="379" y="277"/>
                    </a:lnTo>
                    <a:lnTo>
                      <a:pt x="379" y="280"/>
                    </a:lnTo>
                    <a:lnTo>
                      <a:pt x="379" y="280"/>
                    </a:lnTo>
                    <a:lnTo>
                      <a:pt x="381" y="280"/>
                    </a:lnTo>
                    <a:lnTo>
                      <a:pt x="381" y="280"/>
                    </a:lnTo>
                    <a:lnTo>
                      <a:pt x="381" y="282"/>
                    </a:lnTo>
                    <a:lnTo>
                      <a:pt x="381" y="282"/>
                    </a:lnTo>
                    <a:lnTo>
                      <a:pt x="381" y="282"/>
                    </a:lnTo>
                    <a:lnTo>
                      <a:pt x="381" y="282"/>
                    </a:lnTo>
                    <a:lnTo>
                      <a:pt x="384" y="282"/>
                    </a:lnTo>
                    <a:lnTo>
                      <a:pt x="384" y="282"/>
                    </a:lnTo>
                    <a:lnTo>
                      <a:pt x="384" y="282"/>
                    </a:lnTo>
                    <a:lnTo>
                      <a:pt x="384" y="284"/>
                    </a:lnTo>
                    <a:lnTo>
                      <a:pt x="386" y="284"/>
                    </a:lnTo>
                    <a:lnTo>
                      <a:pt x="386" y="284"/>
                    </a:lnTo>
                    <a:lnTo>
                      <a:pt x="386" y="284"/>
                    </a:lnTo>
                    <a:lnTo>
                      <a:pt x="386" y="284"/>
                    </a:lnTo>
                    <a:lnTo>
                      <a:pt x="389" y="284"/>
                    </a:lnTo>
                    <a:lnTo>
                      <a:pt x="389" y="284"/>
                    </a:lnTo>
                    <a:lnTo>
                      <a:pt x="391" y="284"/>
                    </a:lnTo>
                    <a:lnTo>
                      <a:pt x="391" y="284"/>
                    </a:lnTo>
                    <a:lnTo>
                      <a:pt x="391" y="287"/>
                    </a:lnTo>
                    <a:lnTo>
                      <a:pt x="391" y="287"/>
                    </a:lnTo>
                    <a:lnTo>
                      <a:pt x="393" y="287"/>
                    </a:lnTo>
                    <a:lnTo>
                      <a:pt x="393" y="287"/>
                    </a:lnTo>
                    <a:lnTo>
                      <a:pt x="393" y="287"/>
                    </a:lnTo>
                    <a:lnTo>
                      <a:pt x="393" y="287"/>
                    </a:lnTo>
                    <a:lnTo>
                      <a:pt x="396" y="287"/>
                    </a:lnTo>
                    <a:lnTo>
                      <a:pt x="396" y="287"/>
                    </a:lnTo>
                    <a:lnTo>
                      <a:pt x="396" y="289"/>
                    </a:lnTo>
                    <a:lnTo>
                      <a:pt x="398" y="289"/>
                    </a:lnTo>
                    <a:lnTo>
                      <a:pt x="398" y="289"/>
                    </a:lnTo>
                    <a:lnTo>
                      <a:pt x="398" y="289"/>
                    </a:lnTo>
                    <a:lnTo>
                      <a:pt x="398" y="291"/>
                    </a:lnTo>
                    <a:lnTo>
                      <a:pt x="398" y="291"/>
                    </a:lnTo>
                    <a:lnTo>
                      <a:pt x="398" y="291"/>
                    </a:lnTo>
                    <a:lnTo>
                      <a:pt x="400" y="291"/>
                    </a:lnTo>
                    <a:lnTo>
                      <a:pt x="400" y="291"/>
                    </a:lnTo>
                    <a:lnTo>
                      <a:pt x="400" y="291"/>
                    </a:lnTo>
                    <a:lnTo>
                      <a:pt x="400" y="291"/>
                    </a:lnTo>
                    <a:lnTo>
                      <a:pt x="403" y="291"/>
                    </a:lnTo>
                    <a:lnTo>
                      <a:pt x="403" y="291"/>
                    </a:lnTo>
                    <a:lnTo>
                      <a:pt x="403" y="291"/>
                    </a:lnTo>
                    <a:lnTo>
                      <a:pt x="403" y="291"/>
                    </a:lnTo>
                    <a:lnTo>
                      <a:pt x="403" y="294"/>
                    </a:lnTo>
                    <a:lnTo>
                      <a:pt x="403" y="294"/>
                    </a:lnTo>
                    <a:lnTo>
                      <a:pt x="403" y="296"/>
                    </a:lnTo>
                    <a:lnTo>
                      <a:pt x="403" y="296"/>
                    </a:lnTo>
                    <a:lnTo>
                      <a:pt x="403" y="299"/>
                    </a:lnTo>
                    <a:lnTo>
                      <a:pt x="403" y="299"/>
                    </a:lnTo>
                    <a:lnTo>
                      <a:pt x="403" y="301"/>
                    </a:lnTo>
                    <a:lnTo>
                      <a:pt x="403" y="301"/>
                    </a:lnTo>
                    <a:lnTo>
                      <a:pt x="403" y="301"/>
                    </a:lnTo>
                    <a:lnTo>
                      <a:pt x="405" y="301"/>
                    </a:lnTo>
                    <a:lnTo>
                      <a:pt x="405" y="303"/>
                    </a:lnTo>
                    <a:lnTo>
                      <a:pt x="405" y="303"/>
                    </a:lnTo>
                    <a:lnTo>
                      <a:pt x="405" y="306"/>
                    </a:lnTo>
                    <a:lnTo>
                      <a:pt x="405" y="306"/>
                    </a:lnTo>
                    <a:lnTo>
                      <a:pt x="405" y="308"/>
                    </a:lnTo>
                    <a:lnTo>
                      <a:pt x="405" y="308"/>
                    </a:lnTo>
                    <a:lnTo>
                      <a:pt x="405" y="310"/>
                    </a:lnTo>
                    <a:lnTo>
                      <a:pt x="405" y="310"/>
                    </a:lnTo>
                    <a:lnTo>
                      <a:pt x="405" y="310"/>
                    </a:lnTo>
                    <a:lnTo>
                      <a:pt x="405" y="310"/>
                    </a:lnTo>
                    <a:lnTo>
                      <a:pt x="405" y="310"/>
                    </a:lnTo>
                    <a:lnTo>
                      <a:pt x="405" y="313"/>
                    </a:lnTo>
                    <a:lnTo>
                      <a:pt x="405" y="313"/>
                    </a:lnTo>
                    <a:lnTo>
                      <a:pt x="405" y="315"/>
                    </a:lnTo>
                    <a:lnTo>
                      <a:pt x="405" y="315"/>
                    </a:lnTo>
                    <a:lnTo>
                      <a:pt x="403" y="315"/>
                    </a:lnTo>
                    <a:lnTo>
                      <a:pt x="403" y="318"/>
                    </a:lnTo>
                    <a:lnTo>
                      <a:pt x="403" y="318"/>
                    </a:lnTo>
                    <a:lnTo>
                      <a:pt x="405" y="318"/>
                    </a:lnTo>
                    <a:lnTo>
                      <a:pt x="405" y="318"/>
                    </a:lnTo>
                    <a:lnTo>
                      <a:pt x="405" y="318"/>
                    </a:lnTo>
                    <a:lnTo>
                      <a:pt x="407" y="318"/>
                    </a:lnTo>
                    <a:lnTo>
                      <a:pt x="407" y="318"/>
                    </a:lnTo>
                    <a:lnTo>
                      <a:pt x="407" y="318"/>
                    </a:lnTo>
                    <a:lnTo>
                      <a:pt x="407" y="318"/>
                    </a:lnTo>
                    <a:lnTo>
                      <a:pt x="410" y="318"/>
                    </a:lnTo>
                    <a:lnTo>
                      <a:pt x="410" y="318"/>
                    </a:lnTo>
                    <a:lnTo>
                      <a:pt x="412" y="318"/>
                    </a:lnTo>
                    <a:lnTo>
                      <a:pt x="412" y="318"/>
                    </a:lnTo>
                    <a:lnTo>
                      <a:pt x="412" y="318"/>
                    </a:lnTo>
                    <a:lnTo>
                      <a:pt x="412" y="318"/>
                    </a:lnTo>
                    <a:lnTo>
                      <a:pt x="415" y="318"/>
                    </a:lnTo>
                    <a:lnTo>
                      <a:pt x="415" y="320"/>
                    </a:lnTo>
                    <a:lnTo>
                      <a:pt x="415" y="320"/>
                    </a:lnTo>
                    <a:lnTo>
                      <a:pt x="415" y="320"/>
                    </a:lnTo>
                    <a:lnTo>
                      <a:pt x="412" y="320"/>
                    </a:lnTo>
                    <a:lnTo>
                      <a:pt x="412" y="322"/>
                    </a:lnTo>
                    <a:lnTo>
                      <a:pt x="412" y="322"/>
                    </a:lnTo>
                    <a:lnTo>
                      <a:pt x="412" y="325"/>
                    </a:lnTo>
                    <a:lnTo>
                      <a:pt x="412" y="325"/>
                    </a:lnTo>
                    <a:lnTo>
                      <a:pt x="415" y="325"/>
                    </a:lnTo>
                    <a:lnTo>
                      <a:pt x="415" y="327"/>
                    </a:lnTo>
                    <a:lnTo>
                      <a:pt x="412" y="327"/>
                    </a:lnTo>
                    <a:lnTo>
                      <a:pt x="412" y="327"/>
                    </a:lnTo>
                    <a:lnTo>
                      <a:pt x="412" y="327"/>
                    </a:lnTo>
                    <a:lnTo>
                      <a:pt x="412" y="329"/>
                    </a:lnTo>
                    <a:lnTo>
                      <a:pt x="412" y="329"/>
                    </a:lnTo>
                    <a:lnTo>
                      <a:pt x="412" y="329"/>
                    </a:lnTo>
                    <a:lnTo>
                      <a:pt x="412" y="329"/>
                    </a:lnTo>
                    <a:lnTo>
                      <a:pt x="412" y="332"/>
                    </a:lnTo>
                    <a:lnTo>
                      <a:pt x="412" y="332"/>
                    </a:lnTo>
                    <a:lnTo>
                      <a:pt x="410" y="332"/>
                    </a:lnTo>
                    <a:lnTo>
                      <a:pt x="410" y="332"/>
                    </a:lnTo>
                    <a:lnTo>
                      <a:pt x="407" y="332"/>
                    </a:lnTo>
                    <a:lnTo>
                      <a:pt x="407" y="332"/>
                    </a:lnTo>
                    <a:lnTo>
                      <a:pt x="407" y="332"/>
                    </a:lnTo>
                    <a:lnTo>
                      <a:pt x="407" y="332"/>
                    </a:lnTo>
                    <a:lnTo>
                      <a:pt x="405" y="332"/>
                    </a:lnTo>
                    <a:lnTo>
                      <a:pt x="405" y="332"/>
                    </a:lnTo>
                    <a:lnTo>
                      <a:pt x="405" y="332"/>
                    </a:lnTo>
                    <a:lnTo>
                      <a:pt x="403" y="332"/>
                    </a:lnTo>
                    <a:lnTo>
                      <a:pt x="403" y="332"/>
                    </a:lnTo>
                    <a:lnTo>
                      <a:pt x="403" y="332"/>
                    </a:lnTo>
                    <a:lnTo>
                      <a:pt x="400" y="332"/>
                    </a:lnTo>
                    <a:lnTo>
                      <a:pt x="400" y="332"/>
                    </a:lnTo>
                    <a:lnTo>
                      <a:pt x="400" y="332"/>
                    </a:lnTo>
                    <a:lnTo>
                      <a:pt x="400" y="334"/>
                    </a:lnTo>
                    <a:lnTo>
                      <a:pt x="398" y="334"/>
                    </a:lnTo>
                    <a:lnTo>
                      <a:pt x="398" y="334"/>
                    </a:lnTo>
                    <a:lnTo>
                      <a:pt x="398" y="334"/>
                    </a:lnTo>
                    <a:lnTo>
                      <a:pt x="396" y="334"/>
                    </a:lnTo>
                    <a:lnTo>
                      <a:pt x="396" y="334"/>
                    </a:lnTo>
                    <a:lnTo>
                      <a:pt x="396" y="334"/>
                    </a:lnTo>
                    <a:lnTo>
                      <a:pt x="393" y="334"/>
                    </a:lnTo>
                    <a:lnTo>
                      <a:pt x="393" y="334"/>
                    </a:lnTo>
                    <a:lnTo>
                      <a:pt x="393" y="334"/>
                    </a:lnTo>
                    <a:lnTo>
                      <a:pt x="393" y="336"/>
                    </a:lnTo>
                    <a:lnTo>
                      <a:pt x="393" y="336"/>
                    </a:lnTo>
                    <a:lnTo>
                      <a:pt x="391" y="336"/>
                    </a:lnTo>
                    <a:lnTo>
                      <a:pt x="391" y="339"/>
                    </a:lnTo>
                    <a:lnTo>
                      <a:pt x="393" y="339"/>
                    </a:lnTo>
                    <a:lnTo>
                      <a:pt x="393" y="339"/>
                    </a:lnTo>
                    <a:lnTo>
                      <a:pt x="391" y="339"/>
                    </a:lnTo>
                    <a:lnTo>
                      <a:pt x="391" y="339"/>
                    </a:lnTo>
                    <a:lnTo>
                      <a:pt x="391" y="339"/>
                    </a:lnTo>
                    <a:lnTo>
                      <a:pt x="389" y="339"/>
                    </a:lnTo>
                    <a:lnTo>
                      <a:pt x="389" y="341"/>
                    </a:lnTo>
                    <a:lnTo>
                      <a:pt x="389" y="341"/>
                    </a:lnTo>
                    <a:lnTo>
                      <a:pt x="386" y="341"/>
                    </a:lnTo>
                    <a:lnTo>
                      <a:pt x="386" y="341"/>
                    </a:lnTo>
                    <a:lnTo>
                      <a:pt x="386" y="341"/>
                    </a:lnTo>
                    <a:lnTo>
                      <a:pt x="386" y="341"/>
                    </a:lnTo>
                    <a:lnTo>
                      <a:pt x="386" y="341"/>
                    </a:lnTo>
                    <a:lnTo>
                      <a:pt x="384" y="341"/>
                    </a:lnTo>
                    <a:lnTo>
                      <a:pt x="384" y="341"/>
                    </a:lnTo>
                    <a:lnTo>
                      <a:pt x="381" y="341"/>
                    </a:lnTo>
                    <a:lnTo>
                      <a:pt x="381" y="344"/>
                    </a:lnTo>
                    <a:lnTo>
                      <a:pt x="381" y="344"/>
                    </a:lnTo>
                    <a:lnTo>
                      <a:pt x="381" y="346"/>
                    </a:lnTo>
                    <a:lnTo>
                      <a:pt x="381" y="346"/>
                    </a:lnTo>
                    <a:lnTo>
                      <a:pt x="381" y="348"/>
                    </a:lnTo>
                    <a:lnTo>
                      <a:pt x="381" y="348"/>
                    </a:lnTo>
                    <a:lnTo>
                      <a:pt x="381" y="348"/>
                    </a:lnTo>
                    <a:lnTo>
                      <a:pt x="381" y="351"/>
                    </a:lnTo>
                    <a:lnTo>
                      <a:pt x="381" y="351"/>
                    </a:lnTo>
                    <a:lnTo>
                      <a:pt x="381" y="351"/>
                    </a:lnTo>
                    <a:lnTo>
                      <a:pt x="381" y="353"/>
                    </a:lnTo>
                    <a:lnTo>
                      <a:pt x="381" y="353"/>
                    </a:lnTo>
                    <a:lnTo>
                      <a:pt x="381" y="353"/>
                    </a:lnTo>
                    <a:lnTo>
                      <a:pt x="379" y="353"/>
                    </a:lnTo>
                    <a:lnTo>
                      <a:pt x="379" y="355"/>
                    </a:lnTo>
                    <a:lnTo>
                      <a:pt x="379" y="355"/>
                    </a:lnTo>
                    <a:lnTo>
                      <a:pt x="379" y="358"/>
                    </a:lnTo>
                    <a:lnTo>
                      <a:pt x="379" y="358"/>
                    </a:lnTo>
                    <a:lnTo>
                      <a:pt x="379" y="358"/>
                    </a:lnTo>
                    <a:lnTo>
                      <a:pt x="379" y="360"/>
                    </a:lnTo>
                    <a:lnTo>
                      <a:pt x="379" y="360"/>
                    </a:lnTo>
                    <a:lnTo>
                      <a:pt x="379" y="360"/>
                    </a:lnTo>
                    <a:lnTo>
                      <a:pt x="379" y="363"/>
                    </a:lnTo>
                    <a:lnTo>
                      <a:pt x="379" y="363"/>
                    </a:lnTo>
                    <a:lnTo>
                      <a:pt x="379" y="365"/>
                    </a:lnTo>
                    <a:lnTo>
                      <a:pt x="379" y="365"/>
                    </a:lnTo>
                    <a:lnTo>
                      <a:pt x="379" y="367"/>
                    </a:lnTo>
                    <a:lnTo>
                      <a:pt x="379" y="367"/>
                    </a:lnTo>
                    <a:lnTo>
                      <a:pt x="379" y="367"/>
                    </a:lnTo>
                    <a:lnTo>
                      <a:pt x="379" y="370"/>
                    </a:lnTo>
                    <a:lnTo>
                      <a:pt x="379" y="370"/>
                    </a:lnTo>
                    <a:lnTo>
                      <a:pt x="377" y="370"/>
                    </a:lnTo>
                    <a:lnTo>
                      <a:pt x="377" y="370"/>
                    </a:lnTo>
                    <a:lnTo>
                      <a:pt x="374" y="370"/>
                    </a:lnTo>
                    <a:lnTo>
                      <a:pt x="374" y="370"/>
                    </a:lnTo>
                    <a:lnTo>
                      <a:pt x="374" y="372"/>
                    </a:lnTo>
                    <a:lnTo>
                      <a:pt x="374" y="372"/>
                    </a:lnTo>
                    <a:lnTo>
                      <a:pt x="374" y="372"/>
                    </a:lnTo>
                    <a:lnTo>
                      <a:pt x="374" y="372"/>
                    </a:lnTo>
                    <a:lnTo>
                      <a:pt x="372" y="372"/>
                    </a:lnTo>
                    <a:lnTo>
                      <a:pt x="372" y="372"/>
                    </a:lnTo>
                    <a:lnTo>
                      <a:pt x="372" y="372"/>
                    </a:lnTo>
                    <a:lnTo>
                      <a:pt x="372" y="372"/>
                    </a:lnTo>
                    <a:lnTo>
                      <a:pt x="370" y="372"/>
                    </a:lnTo>
                    <a:lnTo>
                      <a:pt x="370" y="372"/>
                    </a:lnTo>
                    <a:lnTo>
                      <a:pt x="367" y="372"/>
                    </a:lnTo>
                    <a:lnTo>
                      <a:pt x="367" y="370"/>
                    </a:lnTo>
                    <a:lnTo>
                      <a:pt x="367" y="370"/>
                    </a:lnTo>
                    <a:lnTo>
                      <a:pt x="367" y="370"/>
                    </a:lnTo>
                    <a:lnTo>
                      <a:pt x="367" y="370"/>
                    </a:lnTo>
                    <a:lnTo>
                      <a:pt x="365" y="370"/>
                    </a:lnTo>
                    <a:lnTo>
                      <a:pt x="365" y="370"/>
                    </a:lnTo>
                    <a:lnTo>
                      <a:pt x="365" y="370"/>
                    </a:lnTo>
                    <a:lnTo>
                      <a:pt x="365" y="370"/>
                    </a:lnTo>
                    <a:lnTo>
                      <a:pt x="362" y="370"/>
                    </a:lnTo>
                    <a:lnTo>
                      <a:pt x="362" y="370"/>
                    </a:lnTo>
                    <a:lnTo>
                      <a:pt x="360" y="370"/>
                    </a:lnTo>
                    <a:lnTo>
                      <a:pt x="360" y="367"/>
                    </a:lnTo>
                    <a:lnTo>
                      <a:pt x="360" y="367"/>
                    </a:lnTo>
                    <a:lnTo>
                      <a:pt x="360" y="367"/>
                    </a:lnTo>
                    <a:lnTo>
                      <a:pt x="358" y="367"/>
                    </a:lnTo>
                    <a:lnTo>
                      <a:pt x="358" y="367"/>
                    </a:lnTo>
                    <a:lnTo>
                      <a:pt x="358" y="367"/>
                    </a:lnTo>
                    <a:lnTo>
                      <a:pt x="355" y="367"/>
                    </a:lnTo>
                    <a:lnTo>
                      <a:pt x="355" y="367"/>
                    </a:lnTo>
                    <a:lnTo>
                      <a:pt x="355" y="365"/>
                    </a:lnTo>
                    <a:lnTo>
                      <a:pt x="355" y="365"/>
                    </a:lnTo>
                    <a:lnTo>
                      <a:pt x="355" y="363"/>
                    </a:lnTo>
                    <a:lnTo>
                      <a:pt x="355" y="363"/>
                    </a:lnTo>
                    <a:lnTo>
                      <a:pt x="353" y="363"/>
                    </a:lnTo>
                    <a:lnTo>
                      <a:pt x="353" y="363"/>
                    </a:lnTo>
                    <a:lnTo>
                      <a:pt x="353" y="365"/>
                    </a:lnTo>
                    <a:lnTo>
                      <a:pt x="353" y="365"/>
                    </a:lnTo>
                    <a:lnTo>
                      <a:pt x="353" y="365"/>
                    </a:lnTo>
                    <a:lnTo>
                      <a:pt x="353" y="367"/>
                    </a:lnTo>
                    <a:lnTo>
                      <a:pt x="353" y="367"/>
                    </a:lnTo>
                    <a:lnTo>
                      <a:pt x="353" y="367"/>
                    </a:lnTo>
                    <a:lnTo>
                      <a:pt x="351" y="367"/>
                    </a:lnTo>
                    <a:lnTo>
                      <a:pt x="351" y="367"/>
                    </a:lnTo>
                    <a:lnTo>
                      <a:pt x="351" y="365"/>
                    </a:lnTo>
                    <a:lnTo>
                      <a:pt x="348" y="365"/>
                    </a:lnTo>
                    <a:lnTo>
                      <a:pt x="348" y="365"/>
                    </a:lnTo>
                    <a:lnTo>
                      <a:pt x="348" y="365"/>
                    </a:lnTo>
                    <a:lnTo>
                      <a:pt x="348" y="365"/>
                    </a:lnTo>
                    <a:lnTo>
                      <a:pt x="348" y="365"/>
                    </a:lnTo>
                    <a:lnTo>
                      <a:pt x="348" y="367"/>
                    </a:lnTo>
                    <a:lnTo>
                      <a:pt x="346" y="367"/>
                    </a:lnTo>
                    <a:lnTo>
                      <a:pt x="346" y="365"/>
                    </a:lnTo>
                    <a:lnTo>
                      <a:pt x="346" y="365"/>
                    </a:lnTo>
                    <a:lnTo>
                      <a:pt x="346" y="365"/>
                    </a:lnTo>
                    <a:lnTo>
                      <a:pt x="346" y="365"/>
                    </a:lnTo>
                    <a:lnTo>
                      <a:pt x="344" y="365"/>
                    </a:lnTo>
                    <a:lnTo>
                      <a:pt x="344" y="365"/>
                    </a:lnTo>
                    <a:lnTo>
                      <a:pt x="341" y="365"/>
                    </a:lnTo>
                    <a:lnTo>
                      <a:pt x="341" y="365"/>
                    </a:lnTo>
                    <a:lnTo>
                      <a:pt x="341" y="365"/>
                    </a:lnTo>
                    <a:lnTo>
                      <a:pt x="341" y="365"/>
                    </a:lnTo>
                    <a:lnTo>
                      <a:pt x="339" y="365"/>
                    </a:lnTo>
                    <a:lnTo>
                      <a:pt x="339" y="365"/>
                    </a:lnTo>
                    <a:lnTo>
                      <a:pt x="339" y="365"/>
                    </a:lnTo>
                    <a:lnTo>
                      <a:pt x="339" y="365"/>
                    </a:lnTo>
                    <a:lnTo>
                      <a:pt x="336" y="365"/>
                    </a:lnTo>
                    <a:lnTo>
                      <a:pt x="336" y="365"/>
                    </a:lnTo>
                    <a:lnTo>
                      <a:pt x="334" y="365"/>
                    </a:lnTo>
                    <a:lnTo>
                      <a:pt x="334" y="365"/>
                    </a:lnTo>
                    <a:lnTo>
                      <a:pt x="334" y="365"/>
                    </a:lnTo>
                    <a:lnTo>
                      <a:pt x="332" y="365"/>
                    </a:lnTo>
                    <a:lnTo>
                      <a:pt x="332" y="363"/>
                    </a:lnTo>
                    <a:lnTo>
                      <a:pt x="332" y="363"/>
                    </a:lnTo>
                    <a:lnTo>
                      <a:pt x="332" y="363"/>
                    </a:lnTo>
                    <a:lnTo>
                      <a:pt x="332" y="363"/>
                    </a:lnTo>
                    <a:lnTo>
                      <a:pt x="329" y="363"/>
                    </a:lnTo>
                    <a:lnTo>
                      <a:pt x="329" y="363"/>
                    </a:lnTo>
                    <a:lnTo>
                      <a:pt x="329" y="363"/>
                    </a:lnTo>
                    <a:lnTo>
                      <a:pt x="327" y="363"/>
                    </a:lnTo>
                    <a:lnTo>
                      <a:pt x="327" y="363"/>
                    </a:lnTo>
                    <a:lnTo>
                      <a:pt x="327" y="363"/>
                    </a:lnTo>
                    <a:lnTo>
                      <a:pt x="325" y="363"/>
                    </a:lnTo>
                    <a:lnTo>
                      <a:pt x="325" y="365"/>
                    </a:lnTo>
                    <a:lnTo>
                      <a:pt x="325" y="365"/>
                    </a:lnTo>
                    <a:lnTo>
                      <a:pt x="325" y="365"/>
                    </a:lnTo>
                    <a:lnTo>
                      <a:pt x="322" y="365"/>
                    </a:lnTo>
                    <a:lnTo>
                      <a:pt x="322" y="365"/>
                    </a:lnTo>
                    <a:lnTo>
                      <a:pt x="322" y="363"/>
                    </a:lnTo>
                    <a:lnTo>
                      <a:pt x="320" y="363"/>
                    </a:lnTo>
                    <a:lnTo>
                      <a:pt x="320" y="363"/>
                    </a:lnTo>
                    <a:lnTo>
                      <a:pt x="320" y="363"/>
                    </a:lnTo>
                    <a:lnTo>
                      <a:pt x="320" y="360"/>
                    </a:lnTo>
                    <a:lnTo>
                      <a:pt x="320" y="360"/>
                    </a:lnTo>
                    <a:lnTo>
                      <a:pt x="318" y="360"/>
                    </a:lnTo>
                    <a:lnTo>
                      <a:pt x="318" y="360"/>
                    </a:lnTo>
                    <a:lnTo>
                      <a:pt x="318" y="360"/>
                    </a:lnTo>
                    <a:lnTo>
                      <a:pt x="318" y="360"/>
                    </a:lnTo>
                    <a:lnTo>
                      <a:pt x="315" y="360"/>
                    </a:lnTo>
                    <a:lnTo>
                      <a:pt x="315" y="360"/>
                    </a:lnTo>
                    <a:lnTo>
                      <a:pt x="313" y="360"/>
                    </a:lnTo>
                    <a:lnTo>
                      <a:pt x="313" y="360"/>
                    </a:lnTo>
                    <a:lnTo>
                      <a:pt x="313" y="360"/>
                    </a:lnTo>
                    <a:lnTo>
                      <a:pt x="313" y="360"/>
                    </a:lnTo>
                    <a:lnTo>
                      <a:pt x="310" y="360"/>
                    </a:lnTo>
                    <a:lnTo>
                      <a:pt x="310" y="360"/>
                    </a:lnTo>
                    <a:lnTo>
                      <a:pt x="308" y="360"/>
                    </a:lnTo>
                    <a:lnTo>
                      <a:pt x="308" y="360"/>
                    </a:lnTo>
                    <a:lnTo>
                      <a:pt x="308" y="360"/>
                    </a:lnTo>
                    <a:lnTo>
                      <a:pt x="306" y="360"/>
                    </a:lnTo>
                    <a:lnTo>
                      <a:pt x="306" y="360"/>
                    </a:lnTo>
                    <a:lnTo>
                      <a:pt x="306" y="360"/>
                    </a:lnTo>
                    <a:lnTo>
                      <a:pt x="306" y="360"/>
                    </a:lnTo>
                    <a:lnTo>
                      <a:pt x="303" y="360"/>
                    </a:lnTo>
                    <a:lnTo>
                      <a:pt x="303" y="360"/>
                    </a:lnTo>
                    <a:lnTo>
                      <a:pt x="301" y="360"/>
                    </a:lnTo>
                    <a:lnTo>
                      <a:pt x="301" y="360"/>
                    </a:lnTo>
                    <a:lnTo>
                      <a:pt x="301" y="360"/>
                    </a:lnTo>
                    <a:lnTo>
                      <a:pt x="301" y="360"/>
                    </a:lnTo>
                    <a:lnTo>
                      <a:pt x="301" y="358"/>
                    </a:lnTo>
                    <a:lnTo>
                      <a:pt x="299" y="358"/>
                    </a:lnTo>
                    <a:lnTo>
                      <a:pt x="299" y="358"/>
                    </a:lnTo>
                    <a:lnTo>
                      <a:pt x="299" y="358"/>
                    </a:lnTo>
                    <a:lnTo>
                      <a:pt x="299" y="358"/>
                    </a:lnTo>
                    <a:lnTo>
                      <a:pt x="296" y="358"/>
                    </a:lnTo>
                    <a:lnTo>
                      <a:pt x="296" y="358"/>
                    </a:lnTo>
                    <a:lnTo>
                      <a:pt x="296" y="358"/>
                    </a:lnTo>
                    <a:lnTo>
                      <a:pt x="294" y="358"/>
                    </a:lnTo>
                    <a:lnTo>
                      <a:pt x="294" y="358"/>
                    </a:lnTo>
                    <a:lnTo>
                      <a:pt x="294" y="355"/>
                    </a:lnTo>
                    <a:lnTo>
                      <a:pt x="294" y="355"/>
                    </a:lnTo>
                    <a:lnTo>
                      <a:pt x="294" y="355"/>
                    </a:lnTo>
                    <a:lnTo>
                      <a:pt x="291" y="355"/>
                    </a:lnTo>
                    <a:lnTo>
                      <a:pt x="291" y="355"/>
                    </a:lnTo>
                    <a:lnTo>
                      <a:pt x="291" y="355"/>
                    </a:lnTo>
                    <a:lnTo>
                      <a:pt x="289" y="355"/>
                    </a:lnTo>
                    <a:lnTo>
                      <a:pt x="289" y="355"/>
                    </a:lnTo>
                    <a:lnTo>
                      <a:pt x="289" y="355"/>
                    </a:lnTo>
                    <a:lnTo>
                      <a:pt x="287" y="355"/>
                    </a:lnTo>
                    <a:lnTo>
                      <a:pt x="287" y="355"/>
                    </a:lnTo>
                    <a:lnTo>
                      <a:pt x="287" y="355"/>
                    </a:lnTo>
                    <a:lnTo>
                      <a:pt x="284" y="355"/>
                    </a:lnTo>
                    <a:lnTo>
                      <a:pt x="284" y="353"/>
                    </a:lnTo>
                    <a:lnTo>
                      <a:pt x="284" y="353"/>
                    </a:lnTo>
                    <a:lnTo>
                      <a:pt x="284" y="353"/>
                    </a:lnTo>
                    <a:lnTo>
                      <a:pt x="284" y="351"/>
                    </a:lnTo>
                    <a:lnTo>
                      <a:pt x="284" y="351"/>
                    </a:lnTo>
                    <a:lnTo>
                      <a:pt x="284" y="351"/>
                    </a:lnTo>
                    <a:lnTo>
                      <a:pt x="284" y="351"/>
                    </a:lnTo>
                    <a:lnTo>
                      <a:pt x="284" y="348"/>
                    </a:lnTo>
                    <a:lnTo>
                      <a:pt x="282" y="348"/>
                    </a:lnTo>
                    <a:lnTo>
                      <a:pt x="282" y="348"/>
                    </a:lnTo>
                    <a:lnTo>
                      <a:pt x="282" y="346"/>
                    </a:lnTo>
                    <a:lnTo>
                      <a:pt x="282" y="346"/>
                    </a:lnTo>
                    <a:lnTo>
                      <a:pt x="282" y="344"/>
                    </a:lnTo>
                    <a:lnTo>
                      <a:pt x="282" y="344"/>
                    </a:lnTo>
                    <a:lnTo>
                      <a:pt x="282" y="344"/>
                    </a:lnTo>
                    <a:lnTo>
                      <a:pt x="282" y="341"/>
                    </a:lnTo>
                    <a:lnTo>
                      <a:pt x="280" y="341"/>
                    </a:lnTo>
                    <a:lnTo>
                      <a:pt x="280" y="341"/>
                    </a:lnTo>
                    <a:lnTo>
                      <a:pt x="280" y="341"/>
                    </a:lnTo>
                    <a:lnTo>
                      <a:pt x="280" y="341"/>
                    </a:lnTo>
                    <a:lnTo>
                      <a:pt x="280" y="339"/>
                    </a:lnTo>
                    <a:lnTo>
                      <a:pt x="280" y="339"/>
                    </a:lnTo>
                    <a:lnTo>
                      <a:pt x="280" y="336"/>
                    </a:lnTo>
                    <a:lnTo>
                      <a:pt x="280" y="336"/>
                    </a:lnTo>
                    <a:lnTo>
                      <a:pt x="280" y="334"/>
                    </a:lnTo>
                    <a:lnTo>
                      <a:pt x="280" y="334"/>
                    </a:lnTo>
                    <a:lnTo>
                      <a:pt x="280" y="332"/>
                    </a:lnTo>
                    <a:lnTo>
                      <a:pt x="280" y="332"/>
                    </a:lnTo>
                    <a:lnTo>
                      <a:pt x="280" y="329"/>
                    </a:lnTo>
                    <a:lnTo>
                      <a:pt x="280" y="329"/>
                    </a:lnTo>
                    <a:lnTo>
                      <a:pt x="280" y="329"/>
                    </a:lnTo>
                    <a:lnTo>
                      <a:pt x="280" y="329"/>
                    </a:lnTo>
                    <a:lnTo>
                      <a:pt x="280" y="327"/>
                    </a:lnTo>
                    <a:lnTo>
                      <a:pt x="277" y="327"/>
                    </a:lnTo>
                    <a:lnTo>
                      <a:pt x="277" y="327"/>
                    </a:lnTo>
                    <a:lnTo>
                      <a:pt x="277" y="327"/>
                    </a:lnTo>
                    <a:lnTo>
                      <a:pt x="277" y="325"/>
                    </a:lnTo>
                    <a:lnTo>
                      <a:pt x="275" y="325"/>
                    </a:lnTo>
                    <a:lnTo>
                      <a:pt x="275" y="325"/>
                    </a:lnTo>
                    <a:lnTo>
                      <a:pt x="275" y="322"/>
                    </a:lnTo>
                    <a:lnTo>
                      <a:pt x="275" y="322"/>
                    </a:lnTo>
                    <a:lnTo>
                      <a:pt x="275" y="322"/>
                    </a:lnTo>
                    <a:lnTo>
                      <a:pt x="275" y="320"/>
                    </a:lnTo>
                    <a:lnTo>
                      <a:pt x="275" y="320"/>
                    </a:lnTo>
                    <a:lnTo>
                      <a:pt x="275" y="320"/>
                    </a:lnTo>
                    <a:lnTo>
                      <a:pt x="273" y="320"/>
                    </a:lnTo>
                    <a:lnTo>
                      <a:pt x="273" y="320"/>
                    </a:lnTo>
                    <a:lnTo>
                      <a:pt x="273" y="320"/>
                    </a:lnTo>
                    <a:lnTo>
                      <a:pt x="270" y="320"/>
                    </a:lnTo>
                    <a:lnTo>
                      <a:pt x="270" y="320"/>
                    </a:lnTo>
                    <a:lnTo>
                      <a:pt x="268" y="320"/>
                    </a:lnTo>
                    <a:lnTo>
                      <a:pt x="268" y="320"/>
                    </a:lnTo>
                    <a:lnTo>
                      <a:pt x="268" y="320"/>
                    </a:lnTo>
                    <a:lnTo>
                      <a:pt x="268" y="320"/>
                    </a:lnTo>
                    <a:lnTo>
                      <a:pt x="268" y="320"/>
                    </a:lnTo>
                    <a:lnTo>
                      <a:pt x="268" y="322"/>
                    </a:lnTo>
                    <a:lnTo>
                      <a:pt x="268" y="322"/>
                    </a:lnTo>
                    <a:lnTo>
                      <a:pt x="268" y="322"/>
                    </a:lnTo>
                    <a:lnTo>
                      <a:pt x="265" y="322"/>
                    </a:lnTo>
                    <a:lnTo>
                      <a:pt x="265" y="322"/>
                    </a:lnTo>
                    <a:lnTo>
                      <a:pt x="265" y="322"/>
                    </a:lnTo>
                    <a:lnTo>
                      <a:pt x="265" y="320"/>
                    </a:lnTo>
                    <a:lnTo>
                      <a:pt x="265" y="320"/>
                    </a:lnTo>
                    <a:lnTo>
                      <a:pt x="265" y="320"/>
                    </a:lnTo>
                    <a:lnTo>
                      <a:pt x="265" y="320"/>
                    </a:lnTo>
                    <a:lnTo>
                      <a:pt x="265" y="320"/>
                    </a:lnTo>
                    <a:lnTo>
                      <a:pt x="265" y="320"/>
                    </a:lnTo>
                    <a:lnTo>
                      <a:pt x="263" y="320"/>
                    </a:lnTo>
                    <a:lnTo>
                      <a:pt x="263" y="320"/>
                    </a:lnTo>
                    <a:lnTo>
                      <a:pt x="263" y="320"/>
                    </a:lnTo>
                    <a:lnTo>
                      <a:pt x="261" y="320"/>
                    </a:lnTo>
                    <a:lnTo>
                      <a:pt x="261" y="320"/>
                    </a:lnTo>
                    <a:lnTo>
                      <a:pt x="261" y="320"/>
                    </a:lnTo>
                    <a:lnTo>
                      <a:pt x="261" y="320"/>
                    </a:lnTo>
                    <a:lnTo>
                      <a:pt x="258" y="320"/>
                    </a:lnTo>
                    <a:lnTo>
                      <a:pt x="258" y="320"/>
                    </a:lnTo>
                    <a:lnTo>
                      <a:pt x="258" y="322"/>
                    </a:lnTo>
                    <a:lnTo>
                      <a:pt x="258" y="322"/>
                    </a:lnTo>
                    <a:lnTo>
                      <a:pt x="256" y="322"/>
                    </a:lnTo>
                    <a:lnTo>
                      <a:pt x="256" y="322"/>
                    </a:lnTo>
                    <a:lnTo>
                      <a:pt x="256" y="322"/>
                    </a:lnTo>
                    <a:lnTo>
                      <a:pt x="254" y="322"/>
                    </a:lnTo>
                    <a:lnTo>
                      <a:pt x="254" y="322"/>
                    </a:lnTo>
                    <a:lnTo>
                      <a:pt x="254" y="325"/>
                    </a:lnTo>
                    <a:lnTo>
                      <a:pt x="254" y="325"/>
                    </a:lnTo>
                    <a:lnTo>
                      <a:pt x="254" y="325"/>
                    </a:lnTo>
                    <a:lnTo>
                      <a:pt x="256" y="325"/>
                    </a:lnTo>
                    <a:lnTo>
                      <a:pt x="256" y="325"/>
                    </a:lnTo>
                    <a:lnTo>
                      <a:pt x="256" y="325"/>
                    </a:lnTo>
                    <a:lnTo>
                      <a:pt x="258" y="325"/>
                    </a:lnTo>
                    <a:lnTo>
                      <a:pt x="258" y="322"/>
                    </a:lnTo>
                    <a:lnTo>
                      <a:pt x="258" y="322"/>
                    </a:lnTo>
                    <a:lnTo>
                      <a:pt x="258" y="322"/>
                    </a:lnTo>
                    <a:lnTo>
                      <a:pt x="261" y="322"/>
                    </a:lnTo>
                    <a:lnTo>
                      <a:pt x="261" y="322"/>
                    </a:lnTo>
                    <a:lnTo>
                      <a:pt x="261" y="322"/>
                    </a:lnTo>
                    <a:lnTo>
                      <a:pt x="263" y="322"/>
                    </a:lnTo>
                    <a:lnTo>
                      <a:pt x="263" y="322"/>
                    </a:lnTo>
                    <a:lnTo>
                      <a:pt x="263" y="325"/>
                    </a:lnTo>
                    <a:lnTo>
                      <a:pt x="263" y="325"/>
                    </a:lnTo>
                  </a:path>
                </a:pathLst>
              </a:custGeom>
              <a:solidFill>
                <a:schemeClr val="accent2"/>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0" name="Freeform 155"/>
              <p:cNvSpPr>
                <a:spLocks/>
              </p:cNvSpPr>
              <p:nvPr/>
            </p:nvSpPr>
            <p:spPr bwMode="auto">
              <a:xfrm>
                <a:off x="2277" y="2146"/>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1" name="Freeform 156"/>
              <p:cNvSpPr>
                <a:spLocks/>
              </p:cNvSpPr>
              <p:nvPr/>
            </p:nvSpPr>
            <p:spPr bwMode="auto">
              <a:xfrm>
                <a:off x="2277" y="2146"/>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2" name="Freeform 157"/>
              <p:cNvSpPr>
                <a:spLocks/>
              </p:cNvSpPr>
              <p:nvPr/>
            </p:nvSpPr>
            <p:spPr bwMode="auto">
              <a:xfrm>
                <a:off x="2317" y="2182"/>
                <a:ext cx="3" cy="5"/>
              </a:xfrm>
              <a:custGeom>
                <a:avLst/>
                <a:gdLst/>
                <a:ahLst/>
                <a:cxnLst>
                  <a:cxn ang="0">
                    <a:pos x="3" y="2"/>
                  </a:cxn>
                  <a:cxn ang="0">
                    <a:pos x="3" y="2"/>
                  </a:cxn>
                  <a:cxn ang="0">
                    <a:pos x="3" y="2"/>
                  </a:cxn>
                  <a:cxn ang="0">
                    <a:pos x="3" y="5"/>
                  </a:cxn>
                  <a:cxn ang="0">
                    <a:pos x="3" y="5"/>
                  </a:cxn>
                  <a:cxn ang="0">
                    <a:pos x="0" y="5"/>
                  </a:cxn>
                  <a:cxn ang="0">
                    <a:pos x="0" y="2"/>
                  </a:cxn>
                  <a:cxn ang="0">
                    <a:pos x="0" y="2"/>
                  </a:cxn>
                  <a:cxn ang="0">
                    <a:pos x="0" y="2"/>
                  </a:cxn>
                  <a:cxn ang="0">
                    <a:pos x="0" y="0"/>
                  </a:cxn>
                  <a:cxn ang="0">
                    <a:pos x="3" y="0"/>
                  </a:cxn>
                  <a:cxn ang="0">
                    <a:pos x="3" y="0"/>
                  </a:cxn>
                  <a:cxn ang="0">
                    <a:pos x="3" y="2"/>
                  </a:cxn>
                  <a:cxn ang="0">
                    <a:pos x="3" y="2"/>
                  </a:cxn>
                  <a:cxn ang="0">
                    <a:pos x="3" y="2"/>
                  </a:cxn>
                </a:cxnLst>
                <a:rect l="0" t="0" r="r" b="b"/>
                <a:pathLst>
                  <a:path w="3" h="5">
                    <a:moveTo>
                      <a:pt x="3" y="2"/>
                    </a:moveTo>
                    <a:lnTo>
                      <a:pt x="3" y="2"/>
                    </a:lnTo>
                    <a:lnTo>
                      <a:pt x="3" y="2"/>
                    </a:lnTo>
                    <a:lnTo>
                      <a:pt x="3" y="5"/>
                    </a:lnTo>
                    <a:lnTo>
                      <a:pt x="3" y="5"/>
                    </a:lnTo>
                    <a:lnTo>
                      <a:pt x="0" y="5"/>
                    </a:lnTo>
                    <a:lnTo>
                      <a:pt x="0" y="2"/>
                    </a:lnTo>
                    <a:lnTo>
                      <a:pt x="0" y="2"/>
                    </a:lnTo>
                    <a:lnTo>
                      <a:pt x="0" y="2"/>
                    </a:lnTo>
                    <a:lnTo>
                      <a:pt x="0" y="0"/>
                    </a:lnTo>
                    <a:lnTo>
                      <a:pt x="3" y="0"/>
                    </a:lnTo>
                    <a:lnTo>
                      <a:pt x="3" y="0"/>
                    </a:lnTo>
                    <a:lnTo>
                      <a:pt x="3" y="2"/>
                    </a:lnTo>
                    <a:lnTo>
                      <a:pt x="3" y="2"/>
                    </a:lnTo>
                    <a:lnTo>
                      <a:pt x="3"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3" name="Freeform 158"/>
              <p:cNvSpPr>
                <a:spLocks/>
              </p:cNvSpPr>
              <p:nvPr/>
            </p:nvSpPr>
            <p:spPr bwMode="auto">
              <a:xfrm>
                <a:off x="2317" y="2182"/>
                <a:ext cx="3" cy="5"/>
              </a:xfrm>
              <a:custGeom>
                <a:avLst/>
                <a:gdLst/>
                <a:ahLst/>
                <a:cxnLst>
                  <a:cxn ang="0">
                    <a:pos x="3" y="2"/>
                  </a:cxn>
                  <a:cxn ang="0">
                    <a:pos x="3" y="2"/>
                  </a:cxn>
                  <a:cxn ang="0">
                    <a:pos x="3" y="2"/>
                  </a:cxn>
                  <a:cxn ang="0">
                    <a:pos x="3" y="5"/>
                  </a:cxn>
                  <a:cxn ang="0">
                    <a:pos x="3" y="5"/>
                  </a:cxn>
                  <a:cxn ang="0">
                    <a:pos x="0" y="5"/>
                  </a:cxn>
                  <a:cxn ang="0">
                    <a:pos x="0" y="2"/>
                  </a:cxn>
                  <a:cxn ang="0">
                    <a:pos x="0" y="2"/>
                  </a:cxn>
                  <a:cxn ang="0">
                    <a:pos x="0" y="2"/>
                  </a:cxn>
                  <a:cxn ang="0">
                    <a:pos x="0" y="0"/>
                  </a:cxn>
                  <a:cxn ang="0">
                    <a:pos x="3" y="0"/>
                  </a:cxn>
                  <a:cxn ang="0">
                    <a:pos x="3" y="0"/>
                  </a:cxn>
                  <a:cxn ang="0">
                    <a:pos x="3" y="2"/>
                  </a:cxn>
                  <a:cxn ang="0">
                    <a:pos x="3" y="2"/>
                  </a:cxn>
                  <a:cxn ang="0">
                    <a:pos x="3" y="2"/>
                  </a:cxn>
                </a:cxnLst>
                <a:rect l="0" t="0" r="r" b="b"/>
                <a:pathLst>
                  <a:path w="3" h="5">
                    <a:moveTo>
                      <a:pt x="3" y="2"/>
                    </a:moveTo>
                    <a:lnTo>
                      <a:pt x="3" y="2"/>
                    </a:lnTo>
                    <a:lnTo>
                      <a:pt x="3" y="2"/>
                    </a:lnTo>
                    <a:lnTo>
                      <a:pt x="3" y="5"/>
                    </a:lnTo>
                    <a:lnTo>
                      <a:pt x="3" y="5"/>
                    </a:lnTo>
                    <a:lnTo>
                      <a:pt x="0" y="5"/>
                    </a:lnTo>
                    <a:lnTo>
                      <a:pt x="0" y="2"/>
                    </a:lnTo>
                    <a:lnTo>
                      <a:pt x="0" y="2"/>
                    </a:lnTo>
                    <a:lnTo>
                      <a:pt x="0" y="2"/>
                    </a:lnTo>
                    <a:lnTo>
                      <a:pt x="0" y="0"/>
                    </a:lnTo>
                    <a:lnTo>
                      <a:pt x="3" y="0"/>
                    </a:lnTo>
                    <a:lnTo>
                      <a:pt x="3" y="0"/>
                    </a:lnTo>
                    <a:lnTo>
                      <a:pt x="3" y="2"/>
                    </a:lnTo>
                    <a:lnTo>
                      <a:pt x="3" y="2"/>
                    </a:lnTo>
                    <a:lnTo>
                      <a:pt x="3"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4" name="Freeform 159"/>
              <p:cNvSpPr>
                <a:spLocks/>
              </p:cNvSpPr>
              <p:nvPr/>
            </p:nvSpPr>
            <p:spPr bwMode="auto">
              <a:xfrm>
                <a:off x="2294" y="1812"/>
                <a:ext cx="627" cy="740"/>
              </a:xfrm>
              <a:custGeom>
                <a:avLst/>
                <a:gdLst/>
                <a:ahLst/>
                <a:cxnLst>
                  <a:cxn ang="0">
                    <a:pos x="494" y="344"/>
                  </a:cxn>
                  <a:cxn ang="0">
                    <a:pos x="520" y="306"/>
                  </a:cxn>
                  <a:cxn ang="0">
                    <a:pos x="466" y="297"/>
                  </a:cxn>
                  <a:cxn ang="0">
                    <a:pos x="442" y="275"/>
                  </a:cxn>
                  <a:cxn ang="0">
                    <a:pos x="440" y="294"/>
                  </a:cxn>
                  <a:cxn ang="0">
                    <a:pos x="435" y="325"/>
                  </a:cxn>
                  <a:cxn ang="0">
                    <a:pos x="447" y="370"/>
                  </a:cxn>
                  <a:cxn ang="0">
                    <a:pos x="433" y="396"/>
                  </a:cxn>
                  <a:cxn ang="0">
                    <a:pos x="404" y="415"/>
                  </a:cxn>
                  <a:cxn ang="0">
                    <a:pos x="367" y="448"/>
                  </a:cxn>
                  <a:cxn ang="0">
                    <a:pos x="331" y="489"/>
                  </a:cxn>
                  <a:cxn ang="0">
                    <a:pos x="298" y="526"/>
                  </a:cxn>
                  <a:cxn ang="0">
                    <a:pos x="260" y="545"/>
                  </a:cxn>
                  <a:cxn ang="0">
                    <a:pos x="260" y="612"/>
                  </a:cxn>
                  <a:cxn ang="0">
                    <a:pos x="251" y="676"/>
                  </a:cxn>
                  <a:cxn ang="0">
                    <a:pos x="239" y="709"/>
                  </a:cxn>
                  <a:cxn ang="0">
                    <a:pos x="201" y="740"/>
                  </a:cxn>
                  <a:cxn ang="0">
                    <a:pos x="173" y="690"/>
                  </a:cxn>
                  <a:cxn ang="0">
                    <a:pos x="149" y="633"/>
                  </a:cxn>
                  <a:cxn ang="0">
                    <a:pos x="132" y="574"/>
                  </a:cxn>
                  <a:cxn ang="0">
                    <a:pos x="111" y="526"/>
                  </a:cxn>
                  <a:cxn ang="0">
                    <a:pos x="101" y="465"/>
                  </a:cxn>
                  <a:cxn ang="0">
                    <a:pos x="94" y="406"/>
                  </a:cxn>
                  <a:cxn ang="0">
                    <a:pos x="85" y="403"/>
                  </a:cxn>
                  <a:cxn ang="0">
                    <a:pos x="38" y="406"/>
                  </a:cxn>
                  <a:cxn ang="0">
                    <a:pos x="28" y="372"/>
                  </a:cxn>
                  <a:cxn ang="0">
                    <a:pos x="19" y="363"/>
                  </a:cxn>
                  <a:cxn ang="0">
                    <a:pos x="7" y="332"/>
                  </a:cxn>
                  <a:cxn ang="0">
                    <a:pos x="52" y="327"/>
                  </a:cxn>
                  <a:cxn ang="0">
                    <a:pos x="45" y="287"/>
                  </a:cxn>
                  <a:cxn ang="0">
                    <a:pos x="40" y="242"/>
                  </a:cxn>
                  <a:cxn ang="0">
                    <a:pos x="83" y="225"/>
                  </a:cxn>
                  <a:cxn ang="0">
                    <a:pos x="113" y="183"/>
                  </a:cxn>
                  <a:cxn ang="0">
                    <a:pos x="137" y="140"/>
                  </a:cxn>
                  <a:cxn ang="0">
                    <a:pos x="139" y="112"/>
                  </a:cxn>
                  <a:cxn ang="0">
                    <a:pos x="113" y="67"/>
                  </a:cxn>
                  <a:cxn ang="0">
                    <a:pos x="104" y="34"/>
                  </a:cxn>
                  <a:cxn ang="0">
                    <a:pos x="120" y="7"/>
                  </a:cxn>
                  <a:cxn ang="0">
                    <a:pos x="161" y="10"/>
                  </a:cxn>
                  <a:cxn ang="0">
                    <a:pos x="191" y="38"/>
                  </a:cxn>
                  <a:cxn ang="0">
                    <a:pos x="239" y="29"/>
                  </a:cxn>
                  <a:cxn ang="0">
                    <a:pos x="253" y="62"/>
                  </a:cxn>
                  <a:cxn ang="0">
                    <a:pos x="234" y="97"/>
                  </a:cxn>
                  <a:cxn ang="0">
                    <a:pos x="220" y="116"/>
                  </a:cxn>
                  <a:cxn ang="0">
                    <a:pos x="241" y="152"/>
                  </a:cxn>
                  <a:cxn ang="0">
                    <a:pos x="272" y="178"/>
                  </a:cxn>
                  <a:cxn ang="0">
                    <a:pos x="267" y="216"/>
                  </a:cxn>
                  <a:cxn ang="0">
                    <a:pos x="312" y="240"/>
                  </a:cxn>
                  <a:cxn ang="0">
                    <a:pos x="357" y="256"/>
                  </a:cxn>
                  <a:cxn ang="0">
                    <a:pos x="400" y="270"/>
                  </a:cxn>
                  <a:cxn ang="0">
                    <a:pos x="426" y="249"/>
                  </a:cxn>
                  <a:cxn ang="0">
                    <a:pos x="438" y="230"/>
                  </a:cxn>
                  <a:cxn ang="0">
                    <a:pos x="459" y="263"/>
                  </a:cxn>
                  <a:cxn ang="0">
                    <a:pos x="511" y="261"/>
                  </a:cxn>
                  <a:cxn ang="0">
                    <a:pos x="525" y="233"/>
                  </a:cxn>
                  <a:cxn ang="0">
                    <a:pos x="563" y="202"/>
                  </a:cxn>
                  <a:cxn ang="0">
                    <a:pos x="603" y="202"/>
                  </a:cxn>
                  <a:cxn ang="0">
                    <a:pos x="622" y="223"/>
                  </a:cxn>
                  <a:cxn ang="0">
                    <a:pos x="613" y="249"/>
                  </a:cxn>
                  <a:cxn ang="0">
                    <a:pos x="577" y="285"/>
                  </a:cxn>
                  <a:cxn ang="0">
                    <a:pos x="558" y="334"/>
                  </a:cxn>
                  <a:cxn ang="0">
                    <a:pos x="535" y="363"/>
                  </a:cxn>
                  <a:cxn ang="0">
                    <a:pos x="518" y="356"/>
                  </a:cxn>
                </a:cxnLst>
                <a:rect l="0" t="0" r="r" b="b"/>
                <a:pathLst>
                  <a:path w="627" h="740">
                    <a:moveTo>
                      <a:pt x="518" y="342"/>
                    </a:moveTo>
                    <a:lnTo>
                      <a:pt x="516" y="342"/>
                    </a:lnTo>
                    <a:lnTo>
                      <a:pt x="516" y="342"/>
                    </a:lnTo>
                    <a:lnTo>
                      <a:pt x="516" y="342"/>
                    </a:lnTo>
                    <a:lnTo>
                      <a:pt x="513" y="342"/>
                    </a:lnTo>
                    <a:lnTo>
                      <a:pt x="513" y="342"/>
                    </a:lnTo>
                    <a:lnTo>
                      <a:pt x="513" y="342"/>
                    </a:lnTo>
                    <a:lnTo>
                      <a:pt x="513" y="344"/>
                    </a:lnTo>
                    <a:lnTo>
                      <a:pt x="513" y="344"/>
                    </a:lnTo>
                    <a:lnTo>
                      <a:pt x="513" y="342"/>
                    </a:lnTo>
                    <a:lnTo>
                      <a:pt x="511" y="342"/>
                    </a:lnTo>
                    <a:lnTo>
                      <a:pt x="511" y="342"/>
                    </a:lnTo>
                    <a:lnTo>
                      <a:pt x="511" y="342"/>
                    </a:lnTo>
                    <a:lnTo>
                      <a:pt x="511" y="342"/>
                    </a:lnTo>
                    <a:lnTo>
                      <a:pt x="511" y="344"/>
                    </a:lnTo>
                    <a:lnTo>
                      <a:pt x="511" y="344"/>
                    </a:lnTo>
                    <a:lnTo>
                      <a:pt x="511" y="344"/>
                    </a:lnTo>
                    <a:lnTo>
                      <a:pt x="511" y="346"/>
                    </a:lnTo>
                    <a:lnTo>
                      <a:pt x="511" y="346"/>
                    </a:lnTo>
                    <a:lnTo>
                      <a:pt x="511" y="346"/>
                    </a:lnTo>
                    <a:lnTo>
                      <a:pt x="511" y="349"/>
                    </a:lnTo>
                    <a:lnTo>
                      <a:pt x="509" y="349"/>
                    </a:lnTo>
                    <a:lnTo>
                      <a:pt x="509" y="349"/>
                    </a:lnTo>
                    <a:lnTo>
                      <a:pt x="509" y="349"/>
                    </a:lnTo>
                    <a:lnTo>
                      <a:pt x="509" y="351"/>
                    </a:lnTo>
                    <a:lnTo>
                      <a:pt x="506" y="351"/>
                    </a:lnTo>
                    <a:lnTo>
                      <a:pt x="506" y="351"/>
                    </a:lnTo>
                    <a:lnTo>
                      <a:pt x="506" y="353"/>
                    </a:lnTo>
                    <a:lnTo>
                      <a:pt x="506" y="353"/>
                    </a:lnTo>
                    <a:lnTo>
                      <a:pt x="506" y="353"/>
                    </a:lnTo>
                    <a:lnTo>
                      <a:pt x="506" y="356"/>
                    </a:lnTo>
                    <a:lnTo>
                      <a:pt x="509" y="356"/>
                    </a:lnTo>
                    <a:lnTo>
                      <a:pt x="509" y="356"/>
                    </a:lnTo>
                    <a:lnTo>
                      <a:pt x="506" y="356"/>
                    </a:lnTo>
                    <a:lnTo>
                      <a:pt x="506" y="358"/>
                    </a:lnTo>
                    <a:lnTo>
                      <a:pt x="506" y="358"/>
                    </a:lnTo>
                    <a:lnTo>
                      <a:pt x="506" y="358"/>
                    </a:lnTo>
                    <a:lnTo>
                      <a:pt x="506" y="358"/>
                    </a:lnTo>
                    <a:lnTo>
                      <a:pt x="506" y="361"/>
                    </a:lnTo>
                    <a:lnTo>
                      <a:pt x="504" y="361"/>
                    </a:lnTo>
                    <a:lnTo>
                      <a:pt x="504" y="361"/>
                    </a:lnTo>
                    <a:lnTo>
                      <a:pt x="502" y="361"/>
                    </a:lnTo>
                    <a:lnTo>
                      <a:pt x="502" y="361"/>
                    </a:lnTo>
                    <a:lnTo>
                      <a:pt x="502" y="358"/>
                    </a:lnTo>
                    <a:lnTo>
                      <a:pt x="502" y="358"/>
                    </a:lnTo>
                    <a:lnTo>
                      <a:pt x="502" y="356"/>
                    </a:lnTo>
                    <a:lnTo>
                      <a:pt x="502" y="356"/>
                    </a:lnTo>
                    <a:lnTo>
                      <a:pt x="502" y="356"/>
                    </a:lnTo>
                    <a:lnTo>
                      <a:pt x="502" y="353"/>
                    </a:lnTo>
                    <a:lnTo>
                      <a:pt x="502" y="353"/>
                    </a:lnTo>
                    <a:lnTo>
                      <a:pt x="499" y="353"/>
                    </a:lnTo>
                    <a:lnTo>
                      <a:pt x="499" y="353"/>
                    </a:lnTo>
                    <a:lnTo>
                      <a:pt x="499" y="353"/>
                    </a:lnTo>
                    <a:lnTo>
                      <a:pt x="499" y="353"/>
                    </a:lnTo>
                    <a:lnTo>
                      <a:pt x="499" y="353"/>
                    </a:lnTo>
                    <a:lnTo>
                      <a:pt x="499" y="353"/>
                    </a:lnTo>
                    <a:lnTo>
                      <a:pt x="499" y="356"/>
                    </a:lnTo>
                    <a:lnTo>
                      <a:pt x="499" y="356"/>
                    </a:lnTo>
                    <a:lnTo>
                      <a:pt x="499" y="356"/>
                    </a:lnTo>
                    <a:lnTo>
                      <a:pt x="499" y="356"/>
                    </a:lnTo>
                    <a:lnTo>
                      <a:pt x="497" y="356"/>
                    </a:lnTo>
                    <a:lnTo>
                      <a:pt x="497" y="356"/>
                    </a:lnTo>
                    <a:lnTo>
                      <a:pt x="497" y="353"/>
                    </a:lnTo>
                    <a:lnTo>
                      <a:pt x="497" y="353"/>
                    </a:lnTo>
                    <a:lnTo>
                      <a:pt x="497" y="353"/>
                    </a:lnTo>
                    <a:lnTo>
                      <a:pt x="497" y="353"/>
                    </a:lnTo>
                    <a:lnTo>
                      <a:pt x="497" y="351"/>
                    </a:lnTo>
                    <a:lnTo>
                      <a:pt x="497" y="351"/>
                    </a:lnTo>
                    <a:lnTo>
                      <a:pt x="497" y="349"/>
                    </a:lnTo>
                    <a:lnTo>
                      <a:pt x="497" y="349"/>
                    </a:lnTo>
                    <a:lnTo>
                      <a:pt x="494" y="349"/>
                    </a:lnTo>
                    <a:lnTo>
                      <a:pt x="494" y="346"/>
                    </a:lnTo>
                    <a:lnTo>
                      <a:pt x="494" y="346"/>
                    </a:lnTo>
                    <a:lnTo>
                      <a:pt x="494" y="346"/>
                    </a:lnTo>
                    <a:lnTo>
                      <a:pt x="494" y="344"/>
                    </a:lnTo>
                    <a:lnTo>
                      <a:pt x="494" y="344"/>
                    </a:lnTo>
                    <a:lnTo>
                      <a:pt x="494" y="344"/>
                    </a:lnTo>
                    <a:lnTo>
                      <a:pt x="494" y="344"/>
                    </a:lnTo>
                    <a:lnTo>
                      <a:pt x="494" y="342"/>
                    </a:lnTo>
                    <a:lnTo>
                      <a:pt x="494" y="342"/>
                    </a:lnTo>
                    <a:lnTo>
                      <a:pt x="494" y="342"/>
                    </a:lnTo>
                    <a:lnTo>
                      <a:pt x="494" y="342"/>
                    </a:lnTo>
                    <a:lnTo>
                      <a:pt x="494" y="339"/>
                    </a:lnTo>
                    <a:lnTo>
                      <a:pt x="494" y="339"/>
                    </a:lnTo>
                    <a:lnTo>
                      <a:pt x="494" y="339"/>
                    </a:lnTo>
                    <a:lnTo>
                      <a:pt x="494" y="339"/>
                    </a:lnTo>
                    <a:lnTo>
                      <a:pt x="494" y="337"/>
                    </a:lnTo>
                    <a:lnTo>
                      <a:pt x="494" y="337"/>
                    </a:lnTo>
                    <a:lnTo>
                      <a:pt x="494" y="334"/>
                    </a:lnTo>
                    <a:lnTo>
                      <a:pt x="494" y="334"/>
                    </a:lnTo>
                    <a:lnTo>
                      <a:pt x="497" y="334"/>
                    </a:lnTo>
                    <a:lnTo>
                      <a:pt x="497" y="334"/>
                    </a:lnTo>
                    <a:lnTo>
                      <a:pt x="497" y="334"/>
                    </a:lnTo>
                    <a:lnTo>
                      <a:pt x="499" y="334"/>
                    </a:lnTo>
                    <a:lnTo>
                      <a:pt x="499" y="332"/>
                    </a:lnTo>
                    <a:lnTo>
                      <a:pt x="499" y="332"/>
                    </a:lnTo>
                    <a:lnTo>
                      <a:pt x="499" y="332"/>
                    </a:lnTo>
                    <a:lnTo>
                      <a:pt x="499" y="330"/>
                    </a:lnTo>
                    <a:lnTo>
                      <a:pt x="499" y="330"/>
                    </a:lnTo>
                    <a:lnTo>
                      <a:pt x="502" y="330"/>
                    </a:lnTo>
                    <a:lnTo>
                      <a:pt x="502" y="332"/>
                    </a:lnTo>
                    <a:lnTo>
                      <a:pt x="502" y="332"/>
                    </a:lnTo>
                    <a:lnTo>
                      <a:pt x="502" y="332"/>
                    </a:lnTo>
                    <a:lnTo>
                      <a:pt x="504" y="332"/>
                    </a:lnTo>
                    <a:lnTo>
                      <a:pt x="504" y="330"/>
                    </a:lnTo>
                    <a:lnTo>
                      <a:pt x="504" y="330"/>
                    </a:lnTo>
                    <a:lnTo>
                      <a:pt x="504" y="330"/>
                    </a:lnTo>
                    <a:lnTo>
                      <a:pt x="506" y="330"/>
                    </a:lnTo>
                    <a:lnTo>
                      <a:pt x="506" y="330"/>
                    </a:lnTo>
                    <a:lnTo>
                      <a:pt x="506" y="327"/>
                    </a:lnTo>
                    <a:lnTo>
                      <a:pt x="506" y="327"/>
                    </a:lnTo>
                    <a:lnTo>
                      <a:pt x="506" y="327"/>
                    </a:lnTo>
                    <a:lnTo>
                      <a:pt x="506" y="327"/>
                    </a:lnTo>
                    <a:lnTo>
                      <a:pt x="509" y="327"/>
                    </a:lnTo>
                    <a:lnTo>
                      <a:pt x="509" y="327"/>
                    </a:lnTo>
                    <a:lnTo>
                      <a:pt x="509" y="330"/>
                    </a:lnTo>
                    <a:lnTo>
                      <a:pt x="511" y="330"/>
                    </a:lnTo>
                    <a:lnTo>
                      <a:pt x="511" y="327"/>
                    </a:lnTo>
                    <a:lnTo>
                      <a:pt x="511" y="327"/>
                    </a:lnTo>
                    <a:lnTo>
                      <a:pt x="511" y="327"/>
                    </a:lnTo>
                    <a:lnTo>
                      <a:pt x="511" y="325"/>
                    </a:lnTo>
                    <a:lnTo>
                      <a:pt x="511" y="325"/>
                    </a:lnTo>
                    <a:lnTo>
                      <a:pt x="511" y="325"/>
                    </a:lnTo>
                    <a:lnTo>
                      <a:pt x="511" y="325"/>
                    </a:lnTo>
                    <a:lnTo>
                      <a:pt x="511" y="325"/>
                    </a:lnTo>
                    <a:lnTo>
                      <a:pt x="511" y="323"/>
                    </a:lnTo>
                    <a:lnTo>
                      <a:pt x="513" y="323"/>
                    </a:lnTo>
                    <a:lnTo>
                      <a:pt x="513" y="323"/>
                    </a:lnTo>
                    <a:lnTo>
                      <a:pt x="513" y="323"/>
                    </a:lnTo>
                    <a:lnTo>
                      <a:pt x="513" y="323"/>
                    </a:lnTo>
                    <a:lnTo>
                      <a:pt x="513" y="323"/>
                    </a:lnTo>
                    <a:lnTo>
                      <a:pt x="513" y="320"/>
                    </a:lnTo>
                    <a:lnTo>
                      <a:pt x="513" y="320"/>
                    </a:lnTo>
                    <a:lnTo>
                      <a:pt x="516" y="320"/>
                    </a:lnTo>
                    <a:lnTo>
                      <a:pt x="516" y="318"/>
                    </a:lnTo>
                    <a:lnTo>
                      <a:pt x="516" y="318"/>
                    </a:lnTo>
                    <a:lnTo>
                      <a:pt x="516" y="318"/>
                    </a:lnTo>
                    <a:lnTo>
                      <a:pt x="516" y="316"/>
                    </a:lnTo>
                    <a:lnTo>
                      <a:pt x="518" y="316"/>
                    </a:lnTo>
                    <a:lnTo>
                      <a:pt x="518" y="316"/>
                    </a:lnTo>
                    <a:lnTo>
                      <a:pt x="518" y="313"/>
                    </a:lnTo>
                    <a:lnTo>
                      <a:pt x="518" y="313"/>
                    </a:lnTo>
                    <a:lnTo>
                      <a:pt x="518" y="313"/>
                    </a:lnTo>
                    <a:lnTo>
                      <a:pt x="518" y="313"/>
                    </a:lnTo>
                    <a:lnTo>
                      <a:pt x="518" y="313"/>
                    </a:lnTo>
                    <a:lnTo>
                      <a:pt x="518" y="311"/>
                    </a:lnTo>
                    <a:lnTo>
                      <a:pt x="520" y="311"/>
                    </a:lnTo>
                    <a:lnTo>
                      <a:pt x="520" y="311"/>
                    </a:lnTo>
                    <a:lnTo>
                      <a:pt x="520" y="311"/>
                    </a:lnTo>
                    <a:lnTo>
                      <a:pt x="523" y="311"/>
                    </a:lnTo>
                    <a:lnTo>
                      <a:pt x="523" y="311"/>
                    </a:lnTo>
                    <a:lnTo>
                      <a:pt x="520" y="311"/>
                    </a:lnTo>
                    <a:lnTo>
                      <a:pt x="520" y="308"/>
                    </a:lnTo>
                    <a:lnTo>
                      <a:pt x="520" y="308"/>
                    </a:lnTo>
                    <a:lnTo>
                      <a:pt x="520" y="308"/>
                    </a:lnTo>
                    <a:lnTo>
                      <a:pt x="520" y="306"/>
                    </a:lnTo>
                    <a:lnTo>
                      <a:pt x="520" y="306"/>
                    </a:lnTo>
                    <a:lnTo>
                      <a:pt x="518" y="306"/>
                    </a:lnTo>
                    <a:lnTo>
                      <a:pt x="518" y="306"/>
                    </a:lnTo>
                    <a:lnTo>
                      <a:pt x="518" y="306"/>
                    </a:lnTo>
                    <a:lnTo>
                      <a:pt x="518" y="306"/>
                    </a:lnTo>
                    <a:lnTo>
                      <a:pt x="516" y="306"/>
                    </a:lnTo>
                    <a:lnTo>
                      <a:pt x="516" y="304"/>
                    </a:lnTo>
                    <a:lnTo>
                      <a:pt x="516" y="304"/>
                    </a:lnTo>
                    <a:lnTo>
                      <a:pt x="513" y="304"/>
                    </a:lnTo>
                    <a:lnTo>
                      <a:pt x="513" y="304"/>
                    </a:lnTo>
                    <a:lnTo>
                      <a:pt x="513" y="304"/>
                    </a:lnTo>
                    <a:lnTo>
                      <a:pt x="513" y="304"/>
                    </a:lnTo>
                    <a:lnTo>
                      <a:pt x="511" y="304"/>
                    </a:lnTo>
                    <a:lnTo>
                      <a:pt x="511" y="304"/>
                    </a:lnTo>
                    <a:lnTo>
                      <a:pt x="511" y="304"/>
                    </a:lnTo>
                    <a:lnTo>
                      <a:pt x="509" y="304"/>
                    </a:lnTo>
                    <a:lnTo>
                      <a:pt x="509" y="304"/>
                    </a:lnTo>
                    <a:lnTo>
                      <a:pt x="506" y="304"/>
                    </a:lnTo>
                    <a:lnTo>
                      <a:pt x="506" y="304"/>
                    </a:lnTo>
                    <a:lnTo>
                      <a:pt x="506" y="304"/>
                    </a:lnTo>
                    <a:lnTo>
                      <a:pt x="506" y="304"/>
                    </a:lnTo>
                    <a:lnTo>
                      <a:pt x="504" y="304"/>
                    </a:lnTo>
                    <a:lnTo>
                      <a:pt x="504" y="304"/>
                    </a:lnTo>
                    <a:lnTo>
                      <a:pt x="504" y="304"/>
                    </a:lnTo>
                    <a:lnTo>
                      <a:pt x="502" y="304"/>
                    </a:lnTo>
                    <a:lnTo>
                      <a:pt x="502" y="304"/>
                    </a:lnTo>
                    <a:lnTo>
                      <a:pt x="502" y="304"/>
                    </a:lnTo>
                    <a:lnTo>
                      <a:pt x="502" y="304"/>
                    </a:lnTo>
                    <a:lnTo>
                      <a:pt x="499" y="304"/>
                    </a:lnTo>
                    <a:lnTo>
                      <a:pt x="499" y="304"/>
                    </a:lnTo>
                    <a:lnTo>
                      <a:pt x="499" y="304"/>
                    </a:lnTo>
                    <a:lnTo>
                      <a:pt x="499" y="304"/>
                    </a:lnTo>
                    <a:lnTo>
                      <a:pt x="497" y="304"/>
                    </a:lnTo>
                    <a:lnTo>
                      <a:pt x="497" y="304"/>
                    </a:lnTo>
                    <a:lnTo>
                      <a:pt x="497" y="304"/>
                    </a:lnTo>
                    <a:lnTo>
                      <a:pt x="494" y="304"/>
                    </a:lnTo>
                    <a:lnTo>
                      <a:pt x="494" y="304"/>
                    </a:lnTo>
                    <a:lnTo>
                      <a:pt x="494" y="304"/>
                    </a:lnTo>
                    <a:lnTo>
                      <a:pt x="492" y="304"/>
                    </a:lnTo>
                    <a:lnTo>
                      <a:pt x="492" y="304"/>
                    </a:lnTo>
                    <a:lnTo>
                      <a:pt x="492" y="304"/>
                    </a:lnTo>
                    <a:lnTo>
                      <a:pt x="492" y="304"/>
                    </a:lnTo>
                    <a:lnTo>
                      <a:pt x="490" y="304"/>
                    </a:lnTo>
                    <a:lnTo>
                      <a:pt x="490" y="304"/>
                    </a:lnTo>
                    <a:lnTo>
                      <a:pt x="487" y="304"/>
                    </a:lnTo>
                    <a:lnTo>
                      <a:pt x="487" y="304"/>
                    </a:lnTo>
                    <a:lnTo>
                      <a:pt x="487" y="304"/>
                    </a:lnTo>
                    <a:lnTo>
                      <a:pt x="485" y="304"/>
                    </a:lnTo>
                    <a:lnTo>
                      <a:pt x="485" y="304"/>
                    </a:lnTo>
                    <a:lnTo>
                      <a:pt x="485" y="304"/>
                    </a:lnTo>
                    <a:lnTo>
                      <a:pt x="483" y="304"/>
                    </a:lnTo>
                    <a:lnTo>
                      <a:pt x="483" y="304"/>
                    </a:lnTo>
                    <a:lnTo>
                      <a:pt x="480" y="304"/>
                    </a:lnTo>
                    <a:lnTo>
                      <a:pt x="480" y="304"/>
                    </a:lnTo>
                    <a:lnTo>
                      <a:pt x="480" y="304"/>
                    </a:lnTo>
                    <a:lnTo>
                      <a:pt x="478" y="304"/>
                    </a:lnTo>
                    <a:lnTo>
                      <a:pt x="478" y="304"/>
                    </a:lnTo>
                    <a:lnTo>
                      <a:pt x="478" y="304"/>
                    </a:lnTo>
                    <a:lnTo>
                      <a:pt x="475" y="304"/>
                    </a:lnTo>
                    <a:lnTo>
                      <a:pt x="475" y="304"/>
                    </a:lnTo>
                    <a:lnTo>
                      <a:pt x="475" y="304"/>
                    </a:lnTo>
                    <a:lnTo>
                      <a:pt x="473" y="304"/>
                    </a:lnTo>
                    <a:lnTo>
                      <a:pt x="473" y="304"/>
                    </a:lnTo>
                    <a:lnTo>
                      <a:pt x="473" y="304"/>
                    </a:lnTo>
                    <a:lnTo>
                      <a:pt x="471" y="304"/>
                    </a:lnTo>
                    <a:lnTo>
                      <a:pt x="471" y="301"/>
                    </a:lnTo>
                    <a:lnTo>
                      <a:pt x="471" y="301"/>
                    </a:lnTo>
                    <a:lnTo>
                      <a:pt x="468" y="301"/>
                    </a:lnTo>
                    <a:lnTo>
                      <a:pt x="468" y="301"/>
                    </a:lnTo>
                    <a:lnTo>
                      <a:pt x="468" y="301"/>
                    </a:lnTo>
                    <a:lnTo>
                      <a:pt x="468" y="301"/>
                    </a:lnTo>
                    <a:lnTo>
                      <a:pt x="466" y="301"/>
                    </a:lnTo>
                    <a:lnTo>
                      <a:pt x="466" y="301"/>
                    </a:lnTo>
                    <a:lnTo>
                      <a:pt x="466" y="301"/>
                    </a:lnTo>
                    <a:lnTo>
                      <a:pt x="466" y="299"/>
                    </a:lnTo>
                    <a:lnTo>
                      <a:pt x="466" y="299"/>
                    </a:lnTo>
                    <a:lnTo>
                      <a:pt x="466" y="297"/>
                    </a:lnTo>
                    <a:lnTo>
                      <a:pt x="466" y="297"/>
                    </a:lnTo>
                    <a:lnTo>
                      <a:pt x="466" y="294"/>
                    </a:lnTo>
                    <a:lnTo>
                      <a:pt x="466" y="294"/>
                    </a:lnTo>
                    <a:lnTo>
                      <a:pt x="466" y="294"/>
                    </a:lnTo>
                    <a:lnTo>
                      <a:pt x="466" y="294"/>
                    </a:lnTo>
                    <a:lnTo>
                      <a:pt x="466" y="292"/>
                    </a:lnTo>
                    <a:lnTo>
                      <a:pt x="466" y="292"/>
                    </a:lnTo>
                    <a:lnTo>
                      <a:pt x="466" y="292"/>
                    </a:lnTo>
                    <a:lnTo>
                      <a:pt x="466" y="289"/>
                    </a:lnTo>
                    <a:lnTo>
                      <a:pt x="466" y="289"/>
                    </a:lnTo>
                    <a:lnTo>
                      <a:pt x="466" y="287"/>
                    </a:lnTo>
                    <a:lnTo>
                      <a:pt x="466" y="287"/>
                    </a:lnTo>
                    <a:lnTo>
                      <a:pt x="466" y="285"/>
                    </a:lnTo>
                    <a:lnTo>
                      <a:pt x="466" y="285"/>
                    </a:lnTo>
                    <a:lnTo>
                      <a:pt x="466" y="285"/>
                    </a:lnTo>
                    <a:lnTo>
                      <a:pt x="466" y="285"/>
                    </a:lnTo>
                    <a:lnTo>
                      <a:pt x="466" y="285"/>
                    </a:lnTo>
                    <a:lnTo>
                      <a:pt x="466" y="282"/>
                    </a:lnTo>
                    <a:lnTo>
                      <a:pt x="464" y="282"/>
                    </a:lnTo>
                    <a:lnTo>
                      <a:pt x="464" y="282"/>
                    </a:lnTo>
                    <a:lnTo>
                      <a:pt x="464" y="280"/>
                    </a:lnTo>
                    <a:lnTo>
                      <a:pt x="464" y="280"/>
                    </a:lnTo>
                    <a:lnTo>
                      <a:pt x="464" y="280"/>
                    </a:lnTo>
                    <a:lnTo>
                      <a:pt x="464" y="278"/>
                    </a:lnTo>
                    <a:lnTo>
                      <a:pt x="461" y="278"/>
                    </a:lnTo>
                    <a:lnTo>
                      <a:pt x="461" y="278"/>
                    </a:lnTo>
                    <a:lnTo>
                      <a:pt x="461" y="278"/>
                    </a:lnTo>
                    <a:lnTo>
                      <a:pt x="461" y="278"/>
                    </a:lnTo>
                    <a:lnTo>
                      <a:pt x="461" y="278"/>
                    </a:lnTo>
                    <a:lnTo>
                      <a:pt x="459" y="278"/>
                    </a:lnTo>
                    <a:lnTo>
                      <a:pt x="459" y="280"/>
                    </a:lnTo>
                    <a:lnTo>
                      <a:pt x="459" y="280"/>
                    </a:lnTo>
                    <a:lnTo>
                      <a:pt x="459" y="282"/>
                    </a:lnTo>
                    <a:lnTo>
                      <a:pt x="459" y="282"/>
                    </a:lnTo>
                    <a:lnTo>
                      <a:pt x="459" y="282"/>
                    </a:lnTo>
                    <a:lnTo>
                      <a:pt x="459" y="282"/>
                    </a:lnTo>
                    <a:lnTo>
                      <a:pt x="457" y="282"/>
                    </a:lnTo>
                    <a:lnTo>
                      <a:pt x="457" y="282"/>
                    </a:lnTo>
                    <a:lnTo>
                      <a:pt x="457" y="282"/>
                    </a:lnTo>
                    <a:lnTo>
                      <a:pt x="457" y="282"/>
                    </a:lnTo>
                    <a:lnTo>
                      <a:pt x="454" y="282"/>
                    </a:lnTo>
                    <a:lnTo>
                      <a:pt x="454" y="282"/>
                    </a:lnTo>
                    <a:lnTo>
                      <a:pt x="454" y="282"/>
                    </a:lnTo>
                    <a:lnTo>
                      <a:pt x="454" y="282"/>
                    </a:lnTo>
                    <a:lnTo>
                      <a:pt x="452" y="282"/>
                    </a:lnTo>
                    <a:lnTo>
                      <a:pt x="452" y="280"/>
                    </a:lnTo>
                    <a:lnTo>
                      <a:pt x="452" y="280"/>
                    </a:lnTo>
                    <a:lnTo>
                      <a:pt x="452" y="280"/>
                    </a:lnTo>
                    <a:lnTo>
                      <a:pt x="452" y="280"/>
                    </a:lnTo>
                    <a:lnTo>
                      <a:pt x="452" y="278"/>
                    </a:lnTo>
                    <a:lnTo>
                      <a:pt x="449" y="278"/>
                    </a:lnTo>
                    <a:lnTo>
                      <a:pt x="449" y="278"/>
                    </a:lnTo>
                    <a:lnTo>
                      <a:pt x="449" y="275"/>
                    </a:lnTo>
                    <a:lnTo>
                      <a:pt x="449" y="275"/>
                    </a:lnTo>
                    <a:lnTo>
                      <a:pt x="449" y="275"/>
                    </a:lnTo>
                    <a:lnTo>
                      <a:pt x="449" y="275"/>
                    </a:lnTo>
                    <a:lnTo>
                      <a:pt x="449" y="273"/>
                    </a:lnTo>
                    <a:lnTo>
                      <a:pt x="449" y="273"/>
                    </a:lnTo>
                    <a:lnTo>
                      <a:pt x="447" y="273"/>
                    </a:lnTo>
                    <a:lnTo>
                      <a:pt x="447" y="273"/>
                    </a:lnTo>
                    <a:lnTo>
                      <a:pt x="447" y="270"/>
                    </a:lnTo>
                    <a:lnTo>
                      <a:pt x="447" y="270"/>
                    </a:lnTo>
                    <a:lnTo>
                      <a:pt x="447" y="273"/>
                    </a:lnTo>
                    <a:lnTo>
                      <a:pt x="445" y="273"/>
                    </a:lnTo>
                    <a:lnTo>
                      <a:pt x="445" y="273"/>
                    </a:lnTo>
                    <a:lnTo>
                      <a:pt x="447" y="273"/>
                    </a:lnTo>
                    <a:lnTo>
                      <a:pt x="447" y="275"/>
                    </a:lnTo>
                    <a:lnTo>
                      <a:pt x="447" y="275"/>
                    </a:lnTo>
                    <a:lnTo>
                      <a:pt x="447" y="275"/>
                    </a:lnTo>
                    <a:lnTo>
                      <a:pt x="447" y="275"/>
                    </a:lnTo>
                    <a:lnTo>
                      <a:pt x="447" y="275"/>
                    </a:lnTo>
                    <a:lnTo>
                      <a:pt x="447" y="275"/>
                    </a:lnTo>
                    <a:lnTo>
                      <a:pt x="447" y="275"/>
                    </a:lnTo>
                    <a:lnTo>
                      <a:pt x="445" y="275"/>
                    </a:lnTo>
                    <a:lnTo>
                      <a:pt x="445" y="275"/>
                    </a:lnTo>
                    <a:lnTo>
                      <a:pt x="445" y="275"/>
                    </a:lnTo>
                    <a:lnTo>
                      <a:pt x="445" y="275"/>
                    </a:lnTo>
                    <a:lnTo>
                      <a:pt x="445" y="275"/>
                    </a:lnTo>
                    <a:lnTo>
                      <a:pt x="442" y="275"/>
                    </a:lnTo>
                    <a:lnTo>
                      <a:pt x="442" y="275"/>
                    </a:lnTo>
                    <a:lnTo>
                      <a:pt x="442" y="275"/>
                    </a:lnTo>
                    <a:lnTo>
                      <a:pt x="440" y="275"/>
                    </a:lnTo>
                    <a:lnTo>
                      <a:pt x="440" y="275"/>
                    </a:lnTo>
                    <a:lnTo>
                      <a:pt x="440" y="273"/>
                    </a:lnTo>
                    <a:lnTo>
                      <a:pt x="440" y="273"/>
                    </a:lnTo>
                    <a:lnTo>
                      <a:pt x="440" y="273"/>
                    </a:lnTo>
                    <a:lnTo>
                      <a:pt x="440" y="273"/>
                    </a:lnTo>
                    <a:lnTo>
                      <a:pt x="440" y="270"/>
                    </a:lnTo>
                    <a:lnTo>
                      <a:pt x="438" y="270"/>
                    </a:lnTo>
                    <a:lnTo>
                      <a:pt x="438" y="270"/>
                    </a:lnTo>
                    <a:lnTo>
                      <a:pt x="438" y="270"/>
                    </a:lnTo>
                    <a:lnTo>
                      <a:pt x="438" y="270"/>
                    </a:lnTo>
                    <a:lnTo>
                      <a:pt x="438" y="268"/>
                    </a:lnTo>
                    <a:lnTo>
                      <a:pt x="435" y="268"/>
                    </a:lnTo>
                    <a:lnTo>
                      <a:pt x="435" y="268"/>
                    </a:lnTo>
                    <a:lnTo>
                      <a:pt x="435" y="268"/>
                    </a:lnTo>
                    <a:lnTo>
                      <a:pt x="435" y="266"/>
                    </a:lnTo>
                    <a:lnTo>
                      <a:pt x="433" y="266"/>
                    </a:lnTo>
                    <a:lnTo>
                      <a:pt x="433" y="268"/>
                    </a:lnTo>
                    <a:lnTo>
                      <a:pt x="433" y="268"/>
                    </a:lnTo>
                    <a:lnTo>
                      <a:pt x="433" y="268"/>
                    </a:lnTo>
                    <a:lnTo>
                      <a:pt x="433" y="270"/>
                    </a:lnTo>
                    <a:lnTo>
                      <a:pt x="433" y="270"/>
                    </a:lnTo>
                    <a:lnTo>
                      <a:pt x="433" y="270"/>
                    </a:lnTo>
                    <a:lnTo>
                      <a:pt x="433" y="270"/>
                    </a:lnTo>
                    <a:lnTo>
                      <a:pt x="435" y="270"/>
                    </a:lnTo>
                    <a:lnTo>
                      <a:pt x="435" y="270"/>
                    </a:lnTo>
                    <a:lnTo>
                      <a:pt x="435" y="270"/>
                    </a:lnTo>
                    <a:lnTo>
                      <a:pt x="438" y="270"/>
                    </a:lnTo>
                    <a:lnTo>
                      <a:pt x="438" y="273"/>
                    </a:lnTo>
                    <a:lnTo>
                      <a:pt x="438" y="273"/>
                    </a:lnTo>
                    <a:lnTo>
                      <a:pt x="435" y="273"/>
                    </a:lnTo>
                    <a:lnTo>
                      <a:pt x="435" y="275"/>
                    </a:lnTo>
                    <a:lnTo>
                      <a:pt x="435" y="275"/>
                    </a:lnTo>
                    <a:lnTo>
                      <a:pt x="433" y="275"/>
                    </a:lnTo>
                    <a:lnTo>
                      <a:pt x="433" y="275"/>
                    </a:lnTo>
                    <a:lnTo>
                      <a:pt x="433" y="275"/>
                    </a:lnTo>
                    <a:lnTo>
                      <a:pt x="433" y="275"/>
                    </a:lnTo>
                    <a:lnTo>
                      <a:pt x="433" y="278"/>
                    </a:lnTo>
                    <a:lnTo>
                      <a:pt x="433" y="278"/>
                    </a:lnTo>
                    <a:lnTo>
                      <a:pt x="430" y="278"/>
                    </a:lnTo>
                    <a:lnTo>
                      <a:pt x="430" y="278"/>
                    </a:lnTo>
                    <a:lnTo>
                      <a:pt x="430" y="278"/>
                    </a:lnTo>
                    <a:lnTo>
                      <a:pt x="430" y="280"/>
                    </a:lnTo>
                    <a:lnTo>
                      <a:pt x="428" y="280"/>
                    </a:lnTo>
                    <a:lnTo>
                      <a:pt x="428" y="280"/>
                    </a:lnTo>
                    <a:lnTo>
                      <a:pt x="428" y="282"/>
                    </a:lnTo>
                    <a:lnTo>
                      <a:pt x="428" y="282"/>
                    </a:lnTo>
                    <a:lnTo>
                      <a:pt x="428" y="282"/>
                    </a:lnTo>
                    <a:lnTo>
                      <a:pt x="428" y="285"/>
                    </a:lnTo>
                    <a:lnTo>
                      <a:pt x="428" y="285"/>
                    </a:lnTo>
                    <a:lnTo>
                      <a:pt x="428" y="285"/>
                    </a:lnTo>
                    <a:lnTo>
                      <a:pt x="428" y="285"/>
                    </a:lnTo>
                    <a:lnTo>
                      <a:pt x="428" y="285"/>
                    </a:lnTo>
                    <a:lnTo>
                      <a:pt x="428" y="287"/>
                    </a:lnTo>
                    <a:lnTo>
                      <a:pt x="428" y="287"/>
                    </a:lnTo>
                    <a:lnTo>
                      <a:pt x="428" y="287"/>
                    </a:lnTo>
                    <a:lnTo>
                      <a:pt x="430" y="287"/>
                    </a:lnTo>
                    <a:lnTo>
                      <a:pt x="430" y="287"/>
                    </a:lnTo>
                    <a:lnTo>
                      <a:pt x="433" y="287"/>
                    </a:lnTo>
                    <a:lnTo>
                      <a:pt x="433" y="289"/>
                    </a:lnTo>
                    <a:lnTo>
                      <a:pt x="433" y="289"/>
                    </a:lnTo>
                    <a:lnTo>
                      <a:pt x="433" y="289"/>
                    </a:lnTo>
                    <a:lnTo>
                      <a:pt x="433" y="289"/>
                    </a:lnTo>
                    <a:lnTo>
                      <a:pt x="433" y="292"/>
                    </a:lnTo>
                    <a:lnTo>
                      <a:pt x="435" y="292"/>
                    </a:lnTo>
                    <a:lnTo>
                      <a:pt x="435" y="292"/>
                    </a:lnTo>
                    <a:lnTo>
                      <a:pt x="435" y="292"/>
                    </a:lnTo>
                    <a:lnTo>
                      <a:pt x="435" y="294"/>
                    </a:lnTo>
                    <a:lnTo>
                      <a:pt x="438" y="294"/>
                    </a:lnTo>
                    <a:lnTo>
                      <a:pt x="438" y="294"/>
                    </a:lnTo>
                    <a:lnTo>
                      <a:pt x="438" y="294"/>
                    </a:lnTo>
                    <a:lnTo>
                      <a:pt x="438" y="294"/>
                    </a:lnTo>
                    <a:lnTo>
                      <a:pt x="438" y="294"/>
                    </a:lnTo>
                    <a:lnTo>
                      <a:pt x="440" y="294"/>
                    </a:lnTo>
                    <a:lnTo>
                      <a:pt x="440" y="294"/>
                    </a:lnTo>
                    <a:lnTo>
                      <a:pt x="440" y="294"/>
                    </a:lnTo>
                    <a:lnTo>
                      <a:pt x="442" y="294"/>
                    </a:lnTo>
                    <a:lnTo>
                      <a:pt x="442" y="294"/>
                    </a:lnTo>
                    <a:lnTo>
                      <a:pt x="445" y="294"/>
                    </a:lnTo>
                    <a:lnTo>
                      <a:pt x="445" y="297"/>
                    </a:lnTo>
                    <a:lnTo>
                      <a:pt x="445" y="297"/>
                    </a:lnTo>
                    <a:lnTo>
                      <a:pt x="445" y="299"/>
                    </a:lnTo>
                    <a:lnTo>
                      <a:pt x="445" y="299"/>
                    </a:lnTo>
                    <a:lnTo>
                      <a:pt x="445" y="299"/>
                    </a:lnTo>
                    <a:lnTo>
                      <a:pt x="445" y="299"/>
                    </a:lnTo>
                    <a:lnTo>
                      <a:pt x="447" y="299"/>
                    </a:lnTo>
                    <a:lnTo>
                      <a:pt x="447" y="299"/>
                    </a:lnTo>
                    <a:lnTo>
                      <a:pt x="447" y="301"/>
                    </a:lnTo>
                    <a:lnTo>
                      <a:pt x="447" y="301"/>
                    </a:lnTo>
                    <a:lnTo>
                      <a:pt x="447" y="301"/>
                    </a:lnTo>
                    <a:lnTo>
                      <a:pt x="447" y="304"/>
                    </a:lnTo>
                    <a:lnTo>
                      <a:pt x="445" y="304"/>
                    </a:lnTo>
                    <a:lnTo>
                      <a:pt x="445" y="304"/>
                    </a:lnTo>
                    <a:lnTo>
                      <a:pt x="445" y="304"/>
                    </a:lnTo>
                    <a:lnTo>
                      <a:pt x="445" y="304"/>
                    </a:lnTo>
                    <a:lnTo>
                      <a:pt x="445" y="304"/>
                    </a:lnTo>
                    <a:lnTo>
                      <a:pt x="442" y="304"/>
                    </a:lnTo>
                    <a:lnTo>
                      <a:pt x="442" y="304"/>
                    </a:lnTo>
                    <a:lnTo>
                      <a:pt x="442" y="304"/>
                    </a:lnTo>
                    <a:lnTo>
                      <a:pt x="442" y="304"/>
                    </a:lnTo>
                    <a:lnTo>
                      <a:pt x="440" y="304"/>
                    </a:lnTo>
                    <a:lnTo>
                      <a:pt x="440" y="304"/>
                    </a:lnTo>
                    <a:lnTo>
                      <a:pt x="440" y="304"/>
                    </a:lnTo>
                    <a:lnTo>
                      <a:pt x="438" y="304"/>
                    </a:lnTo>
                    <a:lnTo>
                      <a:pt x="438" y="304"/>
                    </a:lnTo>
                    <a:lnTo>
                      <a:pt x="438" y="304"/>
                    </a:lnTo>
                    <a:lnTo>
                      <a:pt x="438" y="304"/>
                    </a:lnTo>
                    <a:lnTo>
                      <a:pt x="438" y="304"/>
                    </a:lnTo>
                    <a:lnTo>
                      <a:pt x="435" y="304"/>
                    </a:lnTo>
                    <a:lnTo>
                      <a:pt x="435" y="304"/>
                    </a:lnTo>
                    <a:lnTo>
                      <a:pt x="435" y="304"/>
                    </a:lnTo>
                    <a:lnTo>
                      <a:pt x="435" y="306"/>
                    </a:lnTo>
                    <a:lnTo>
                      <a:pt x="435" y="306"/>
                    </a:lnTo>
                    <a:lnTo>
                      <a:pt x="435" y="306"/>
                    </a:lnTo>
                    <a:lnTo>
                      <a:pt x="435" y="308"/>
                    </a:lnTo>
                    <a:lnTo>
                      <a:pt x="435" y="308"/>
                    </a:lnTo>
                    <a:lnTo>
                      <a:pt x="433" y="308"/>
                    </a:lnTo>
                    <a:lnTo>
                      <a:pt x="433" y="308"/>
                    </a:lnTo>
                    <a:lnTo>
                      <a:pt x="433" y="311"/>
                    </a:lnTo>
                    <a:lnTo>
                      <a:pt x="433" y="311"/>
                    </a:lnTo>
                    <a:lnTo>
                      <a:pt x="433" y="311"/>
                    </a:lnTo>
                    <a:lnTo>
                      <a:pt x="433" y="311"/>
                    </a:lnTo>
                    <a:lnTo>
                      <a:pt x="430" y="311"/>
                    </a:lnTo>
                    <a:lnTo>
                      <a:pt x="430" y="308"/>
                    </a:lnTo>
                    <a:lnTo>
                      <a:pt x="430" y="308"/>
                    </a:lnTo>
                    <a:lnTo>
                      <a:pt x="428" y="308"/>
                    </a:lnTo>
                    <a:lnTo>
                      <a:pt x="428" y="311"/>
                    </a:lnTo>
                    <a:lnTo>
                      <a:pt x="428" y="311"/>
                    </a:lnTo>
                    <a:lnTo>
                      <a:pt x="428" y="313"/>
                    </a:lnTo>
                    <a:lnTo>
                      <a:pt x="428" y="313"/>
                    </a:lnTo>
                    <a:lnTo>
                      <a:pt x="428" y="313"/>
                    </a:lnTo>
                    <a:lnTo>
                      <a:pt x="428" y="313"/>
                    </a:lnTo>
                    <a:lnTo>
                      <a:pt x="428" y="313"/>
                    </a:lnTo>
                    <a:lnTo>
                      <a:pt x="426" y="313"/>
                    </a:lnTo>
                    <a:lnTo>
                      <a:pt x="426" y="316"/>
                    </a:lnTo>
                    <a:lnTo>
                      <a:pt x="426" y="316"/>
                    </a:lnTo>
                    <a:lnTo>
                      <a:pt x="428" y="316"/>
                    </a:lnTo>
                    <a:lnTo>
                      <a:pt x="428" y="318"/>
                    </a:lnTo>
                    <a:lnTo>
                      <a:pt x="428" y="318"/>
                    </a:lnTo>
                    <a:lnTo>
                      <a:pt x="428" y="318"/>
                    </a:lnTo>
                    <a:lnTo>
                      <a:pt x="428" y="320"/>
                    </a:lnTo>
                    <a:lnTo>
                      <a:pt x="428" y="320"/>
                    </a:lnTo>
                    <a:lnTo>
                      <a:pt x="428" y="320"/>
                    </a:lnTo>
                    <a:lnTo>
                      <a:pt x="430" y="320"/>
                    </a:lnTo>
                    <a:lnTo>
                      <a:pt x="430" y="323"/>
                    </a:lnTo>
                    <a:lnTo>
                      <a:pt x="430" y="323"/>
                    </a:lnTo>
                    <a:lnTo>
                      <a:pt x="433" y="323"/>
                    </a:lnTo>
                    <a:lnTo>
                      <a:pt x="433" y="323"/>
                    </a:lnTo>
                    <a:lnTo>
                      <a:pt x="433" y="323"/>
                    </a:lnTo>
                    <a:lnTo>
                      <a:pt x="433" y="323"/>
                    </a:lnTo>
                    <a:lnTo>
                      <a:pt x="433" y="323"/>
                    </a:lnTo>
                    <a:lnTo>
                      <a:pt x="435" y="323"/>
                    </a:lnTo>
                    <a:lnTo>
                      <a:pt x="435" y="323"/>
                    </a:lnTo>
                    <a:lnTo>
                      <a:pt x="435" y="325"/>
                    </a:lnTo>
                    <a:lnTo>
                      <a:pt x="438" y="325"/>
                    </a:lnTo>
                    <a:lnTo>
                      <a:pt x="438" y="325"/>
                    </a:lnTo>
                    <a:lnTo>
                      <a:pt x="438" y="325"/>
                    </a:lnTo>
                    <a:lnTo>
                      <a:pt x="440" y="325"/>
                    </a:lnTo>
                    <a:lnTo>
                      <a:pt x="440" y="325"/>
                    </a:lnTo>
                    <a:lnTo>
                      <a:pt x="440" y="325"/>
                    </a:lnTo>
                    <a:lnTo>
                      <a:pt x="440" y="325"/>
                    </a:lnTo>
                    <a:lnTo>
                      <a:pt x="440" y="325"/>
                    </a:lnTo>
                    <a:lnTo>
                      <a:pt x="440" y="325"/>
                    </a:lnTo>
                    <a:lnTo>
                      <a:pt x="442" y="325"/>
                    </a:lnTo>
                    <a:lnTo>
                      <a:pt x="442" y="327"/>
                    </a:lnTo>
                    <a:lnTo>
                      <a:pt x="442" y="327"/>
                    </a:lnTo>
                    <a:lnTo>
                      <a:pt x="440" y="327"/>
                    </a:lnTo>
                    <a:lnTo>
                      <a:pt x="440" y="330"/>
                    </a:lnTo>
                    <a:lnTo>
                      <a:pt x="440" y="330"/>
                    </a:lnTo>
                    <a:lnTo>
                      <a:pt x="440" y="332"/>
                    </a:lnTo>
                    <a:lnTo>
                      <a:pt x="442" y="332"/>
                    </a:lnTo>
                    <a:lnTo>
                      <a:pt x="442" y="332"/>
                    </a:lnTo>
                    <a:lnTo>
                      <a:pt x="442" y="334"/>
                    </a:lnTo>
                    <a:lnTo>
                      <a:pt x="442" y="334"/>
                    </a:lnTo>
                    <a:lnTo>
                      <a:pt x="442" y="334"/>
                    </a:lnTo>
                    <a:lnTo>
                      <a:pt x="440" y="334"/>
                    </a:lnTo>
                    <a:lnTo>
                      <a:pt x="440" y="337"/>
                    </a:lnTo>
                    <a:lnTo>
                      <a:pt x="440" y="337"/>
                    </a:lnTo>
                    <a:lnTo>
                      <a:pt x="440" y="337"/>
                    </a:lnTo>
                    <a:lnTo>
                      <a:pt x="438" y="337"/>
                    </a:lnTo>
                    <a:lnTo>
                      <a:pt x="438" y="337"/>
                    </a:lnTo>
                    <a:lnTo>
                      <a:pt x="440" y="337"/>
                    </a:lnTo>
                    <a:lnTo>
                      <a:pt x="440" y="339"/>
                    </a:lnTo>
                    <a:lnTo>
                      <a:pt x="438" y="339"/>
                    </a:lnTo>
                    <a:lnTo>
                      <a:pt x="438" y="339"/>
                    </a:lnTo>
                    <a:lnTo>
                      <a:pt x="438" y="342"/>
                    </a:lnTo>
                    <a:lnTo>
                      <a:pt x="438" y="342"/>
                    </a:lnTo>
                    <a:lnTo>
                      <a:pt x="438" y="344"/>
                    </a:lnTo>
                    <a:lnTo>
                      <a:pt x="440" y="344"/>
                    </a:lnTo>
                    <a:lnTo>
                      <a:pt x="440" y="344"/>
                    </a:lnTo>
                    <a:lnTo>
                      <a:pt x="440" y="344"/>
                    </a:lnTo>
                    <a:lnTo>
                      <a:pt x="440" y="344"/>
                    </a:lnTo>
                    <a:lnTo>
                      <a:pt x="440" y="344"/>
                    </a:lnTo>
                    <a:lnTo>
                      <a:pt x="440" y="346"/>
                    </a:lnTo>
                    <a:lnTo>
                      <a:pt x="442" y="346"/>
                    </a:lnTo>
                    <a:lnTo>
                      <a:pt x="442" y="346"/>
                    </a:lnTo>
                    <a:lnTo>
                      <a:pt x="442" y="346"/>
                    </a:lnTo>
                    <a:lnTo>
                      <a:pt x="442" y="349"/>
                    </a:lnTo>
                    <a:lnTo>
                      <a:pt x="442" y="349"/>
                    </a:lnTo>
                    <a:lnTo>
                      <a:pt x="442" y="349"/>
                    </a:lnTo>
                    <a:lnTo>
                      <a:pt x="442" y="351"/>
                    </a:lnTo>
                    <a:lnTo>
                      <a:pt x="440" y="351"/>
                    </a:lnTo>
                    <a:lnTo>
                      <a:pt x="440" y="351"/>
                    </a:lnTo>
                    <a:lnTo>
                      <a:pt x="440" y="353"/>
                    </a:lnTo>
                    <a:lnTo>
                      <a:pt x="442" y="353"/>
                    </a:lnTo>
                    <a:lnTo>
                      <a:pt x="442" y="353"/>
                    </a:lnTo>
                    <a:lnTo>
                      <a:pt x="445" y="353"/>
                    </a:lnTo>
                    <a:lnTo>
                      <a:pt x="445" y="353"/>
                    </a:lnTo>
                    <a:lnTo>
                      <a:pt x="445" y="353"/>
                    </a:lnTo>
                    <a:lnTo>
                      <a:pt x="445" y="353"/>
                    </a:lnTo>
                    <a:lnTo>
                      <a:pt x="447" y="353"/>
                    </a:lnTo>
                    <a:lnTo>
                      <a:pt x="447" y="353"/>
                    </a:lnTo>
                    <a:lnTo>
                      <a:pt x="445" y="353"/>
                    </a:lnTo>
                    <a:lnTo>
                      <a:pt x="445" y="356"/>
                    </a:lnTo>
                    <a:lnTo>
                      <a:pt x="445" y="356"/>
                    </a:lnTo>
                    <a:lnTo>
                      <a:pt x="445" y="356"/>
                    </a:lnTo>
                    <a:lnTo>
                      <a:pt x="445" y="358"/>
                    </a:lnTo>
                    <a:lnTo>
                      <a:pt x="445" y="358"/>
                    </a:lnTo>
                    <a:lnTo>
                      <a:pt x="445" y="361"/>
                    </a:lnTo>
                    <a:lnTo>
                      <a:pt x="445" y="361"/>
                    </a:lnTo>
                    <a:lnTo>
                      <a:pt x="445" y="361"/>
                    </a:lnTo>
                    <a:lnTo>
                      <a:pt x="445" y="363"/>
                    </a:lnTo>
                    <a:lnTo>
                      <a:pt x="447" y="363"/>
                    </a:lnTo>
                    <a:lnTo>
                      <a:pt x="447" y="363"/>
                    </a:lnTo>
                    <a:lnTo>
                      <a:pt x="447" y="363"/>
                    </a:lnTo>
                    <a:lnTo>
                      <a:pt x="447" y="365"/>
                    </a:lnTo>
                    <a:lnTo>
                      <a:pt x="445" y="365"/>
                    </a:lnTo>
                    <a:lnTo>
                      <a:pt x="445" y="365"/>
                    </a:lnTo>
                    <a:lnTo>
                      <a:pt x="447" y="365"/>
                    </a:lnTo>
                    <a:lnTo>
                      <a:pt x="447" y="368"/>
                    </a:lnTo>
                    <a:lnTo>
                      <a:pt x="447" y="368"/>
                    </a:lnTo>
                    <a:lnTo>
                      <a:pt x="447" y="370"/>
                    </a:lnTo>
                    <a:lnTo>
                      <a:pt x="447" y="370"/>
                    </a:lnTo>
                    <a:lnTo>
                      <a:pt x="447" y="370"/>
                    </a:lnTo>
                    <a:lnTo>
                      <a:pt x="447" y="372"/>
                    </a:lnTo>
                    <a:lnTo>
                      <a:pt x="447" y="372"/>
                    </a:lnTo>
                    <a:lnTo>
                      <a:pt x="447" y="372"/>
                    </a:lnTo>
                    <a:lnTo>
                      <a:pt x="447" y="375"/>
                    </a:lnTo>
                    <a:lnTo>
                      <a:pt x="447" y="375"/>
                    </a:lnTo>
                    <a:lnTo>
                      <a:pt x="447" y="375"/>
                    </a:lnTo>
                    <a:lnTo>
                      <a:pt x="447" y="377"/>
                    </a:lnTo>
                    <a:lnTo>
                      <a:pt x="447" y="377"/>
                    </a:lnTo>
                    <a:lnTo>
                      <a:pt x="447" y="377"/>
                    </a:lnTo>
                    <a:lnTo>
                      <a:pt x="447" y="377"/>
                    </a:lnTo>
                    <a:lnTo>
                      <a:pt x="447" y="380"/>
                    </a:lnTo>
                    <a:lnTo>
                      <a:pt x="449" y="380"/>
                    </a:lnTo>
                    <a:lnTo>
                      <a:pt x="449" y="380"/>
                    </a:lnTo>
                    <a:lnTo>
                      <a:pt x="449" y="382"/>
                    </a:lnTo>
                    <a:lnTo>
                      <a:pt x="447" y="382"/>
                    </a:lnTo>
                    <a:lnTo>
                      <a:pt x="447" y="382"/>
                    </a:lnTo>
                    <a:lnTo>
                      <a:pt x="447" y="382"/>
                    </a:lnTo>
                    <a:lnTo>
                      <a:pt x="449" y="382"/>
                    </a:lnTo>
                    <a:lnTo>
                      <a:pt x="449" y="384"/>
                    </a:lnTo>
                    <a:lnTo>
                      <a:pt x="449" y="384"/>
                    </a:lnTo>
                    <a:lnTo>
                      <a:pt x="449" y="387"/>
                    </a:lnTo>
                    <a:lnTo>
                      <a:pt x="447" y="387"/>
                    </a:lnTo>
                    <a:lnTo>
                      <a:pt x="447" y="387"/>
                    </a:lnTo>
                    <a:lnTo>
                      <a:pt x="449" y="387"/>
                    </a:lnTo>
                    <a:lnTo>
                      <a:pt x="449" y="389"/>
                    </a:lnTo>
                    <a:lnTo>
                      <a:pt x="449" y="389"/>
                    </a:lnTo>
                    <a:lnTo>
                      <a:pt x="447" y="389"/>
                    </a:lnTo>
                    <a:lnTo>
                      <a:pt x="447" y="391"/>
                    </a:lnTo>
                    <a:lnTo>
                      <a:pt x="449" y="391"/>
                    </a:lnTo>
                    <a:lnTo>
                      <a:pt x="449" y="391"/>
                    </a:lnTo>
                    <a:lnTo>
                      <a:pt x="449" y="391"/>
                    </a:lnTo>
                    <a:lnTo>
                      <a:pt x="449" y="394"/>
                    </a:lnTo>
                    <a:lnTo>
                      <a:pt x="449" y="394"/>
                    </a:lnTo>
                    <a:lnTo>
                      <a:pt x="449" y="394"/>
                    </a:lnTo>
                    <a:lnTo>
                      <a:pt x="449" y="394"/>
                    </a:lnTo>
                    <a:lnTo>
                      <a:pt x="447" y="394"/>
                    </a:lnTo>
                    <a:lnTo>
                      <a:pt x="447" y="394"/>
                    </a:lnTo>
                    <a:lnTo>
                      <a:pt x="447" y="394"/>
                    </a:lnTo>
                    <a:lnTo>
                      <a:pt x="447" y="391"/>
                    </a:lnTo>
                    <a:lnTo>
                      <a:pt x="447" y="391"/>
                    </a:lnTo>
                    <a:lnTo>
                      <a:pt x="447" y="394"/>
                    </a:lnTo>
                    <a:lnTo>
                      <a:pt x="447" y="394"/>
                    </a:lnTo>
                    <a:lnTo>
                      <a:pt x="447" y="394"/>
                    </a:lnTo>
                    <a:lnTo>
                      <a:pt x="447" y="394"/>
                    </a:lnTo>
                    <a:lnTo>
                      <a:pt x="447" y="396"/>
                    </a:lnTo>
                    <a:lnTo>
                      <a:pt x="447" y="396"/>
                    </a:lnTo>
                    <a:lnTo>
                      <a:pt x="445" y="396"/>
                    </a:lnTo>
                    <a:lnTo>
                      <a:pt x="445" y="396"/>
                    </a:lnTo>
                    <a:lnTo>
                      <a:pt x="445" y="396"/>
                    </a:lnTo>
                    <a:lnTo>
                      <a:pt x="442" y="396"/>
                    </a:lnTo>
                    <a:lnTo>
                      <a:pt x="442" y="396"/>
                    </a:lnTo>
                    <a:lnTo>
                      <a:pt x="440" y="396"/>
                    </a:lnTo>
                    <a:lnTo>
                      <a:pt x="440" y="396"/>
                    </a:lnTo>
                    <a:lnTo>
                      <a:pt x="440" y="394"/>
                    </a:lnTo>
                    <a:lnTo>
                      <a:pt x="440" y="394"/>
                    </a:lnTo>
                    <a:lnTo>
                      <a:pt x="440" y="394"/>
                    </a:lnTo>
                    <a:lnTo>
                      <a:pt x="440" y="394"/>
                    </a:lnTo>
                    <a:lnTo>
                      <a:pt x="440" y="394"/>
                    </a:lnTo>
                    <a:lnTo>
                      <a:pt x="440" y="394"/>
                    </a:lnTo>
                    <a:lnTo>
                      <a:pt x="440" y="394"/>
                    </a:lnTo>
                    <a:lnTo>
                      <a:pt x="440" y="396"/>
                    </a:lnTo>
                    <a:lnTo>
                      <a:pt x="438" y="396"/>
                    </a:lnTo>
                    <a:lnTo>
                      <a:pt x="438" y="396"/>
                    </a:lnTo>
                    <a:lnTo>
                      <a:pt x="438" y="396"/>
                    </a:lnTo>
                    <a:lnTo>
                      <a:pt x="438" y="396"/>
                    </a:lnTo>
                    <a:lnTo>
                      <a:pt x="438" y="396"/>
                    </a:lnTo>
                    <a:lnTo>
                      <a:pt x="438" y="394"/>
                    </a:lnTo>
                    <a:lnTo>
                      <a:pt x="435" y="394"/>
                    </a:lnTo>
                    <a:lnTo>
                      <a:pt x="435" y="396"/>
                    </a:lnTo>
                    <a:lnTo>
                      <a:pt x="435" y="396"/>
                    </a:lnTo>
                    <a:lnTo>
                      <a:pt x="433" y="396"/>
                    </a:lnTo>
                    <a:lnTo>
                      <a:pt x="433" y="394"/>
                    </a:lnTo>
                    <a:lnTo>
                      <a:pt x="433" y="394"/>
                    </a:lnTo>
                    <a:lnTo>
                      <a:pt x="433" y="396"/>
                    </a:lnTo>
                    <a:lnTo>
                      <a:pt x="433" y="396"/>
                    </a:lnTo>
                    <a:lnTo>
                      <a:pt x="433" y="396"/>
                    </a:lnTo>
                    <a:lnTo>
                      <a:pt x="430" y="396"/>
                    </a:lnTo>
                    <a:lnTo>
                      <a:pt x="430" y="396"/>
                    </a:lnTo>
                    <a:lnTo>
                      <a:pt x="430" y="394"/>
                    </a:lnTo>
                    <a:lnTo>
                      <a:pt x="430" y="394"/>
                    </a:lnTo>
                    <a:lnTo>
                      <a:pt x="428" y="394"/>
                    </a:lnTo>
                    <a:lnTo>
                      <a:pt x="428" y="394"/>
                    </a:lnTo>
                    <a:lnTo>
                      <a:pt x="428" y="394"/>
                    </a:lnTo>
                    <a:lnTo>
                      <a:pt x="426" y="394"/>
                    </a:lnTo>
                    <a:lnTo>
                      <a:pt x="426" y="394"/>
                    </a:lnTo>
                    <a:lnTo>
                      <a:pt x="426" y="394"/>
                    </a:lnTo>
                    <a:lnTo>
                      <a:pt x="426" y="391"/>
                    </a:lnTo>
                    <a:lnTo>
                      <a:pt x="426" y="391"/>
                    </a:lnTo>
                    <a:lnTo>
                      <a:pt x="426" y="389"/>
                    </a:lnTo>
                    <a:lnTo>
                      <a:pt x="428" y="389"/>
                    </a:lnTo>
                    <a:lnTo>
                      <a:pt x="428" y="389"/>
                    </a:lnTo>
                    <a:lnTo>
                      <a:pt x="428" y="387"/>
                    </a:lnTo>
                    <a:lnTo>
                      <a:pt x="428" y="387"/>
                    </a:lnTo>
                    <a:lnTo>
                      <a:pt x="426" y="387"/>
                    </a:lnTo>
                    <a:lnTo>
                      <a:pt x="426" y="387"/>
                    </a:lnTo>
                    <a:lnTo>
                      <a:pt x="426" y="387"/>
                    </a:lnTo>
                    <a:lnTo>
                      <a:pt x="426" y="389"/>
                    </a:lnTo>
                    <a:lnTo>
                      <a:pt x="426" y="389"/>
                    </a:lnTo>
                    <a:lnTo>
                      <a:pt x="426" y="389"/>
                    </a:lnTo>
                    <a:lnTo>
                      <a:pt x="423" y="389"/>
                    </a:lnTo>
                    <a:lnTo>
                      <a:pt x="423" y="391"/>
                    </a:lnTo>
                    <a:lnTo>
                      <a:pt x="423" y="391"/>
                    </a:lnTo>
                    <a:lnTo>
                      <a:pt x="423" y="391"/>
                    </a:lnTo>
                    <a:lnTo>
                      <a:pt x="421" y="391"/>
                    </a:lnTo>
                    <a:lnTo>
                      <a:pt x="421" y="394"/>
                    </a:lnTo>
                    <a:lnTo>
                      <a:pt x="421" y="394"/>
                    </a:lnTo>
                    <a:lnTo>
                      <a:pt x="421" y="394"/>
                    </a:lnTo>
                    <a:lnTo>
                      <a:pt x="421" y="394"/>
                    </a:lnTo>
                    <a:lnTo>
                      <a:pt x="419" y="394"/>
                    </a:lnTo>
                    <a:lnTo>
                      <a:pt x="419" y="394"/>
                    </a:lnTo>
                    <a:lnTo>
                      <a:pt x="419" y="394"/>
                    </a:lnTo>
                    <a:lnTo>
                      <a:pt x="416" y="394"/>
                    </a:lnTo>
                    <a:lnTo>
                      <a:pt x="416" y="394"/>
                    </a:lnTo>
                    <a:lnTo>
                      <a:pt x="416" y="394"/>
                    </a:lnTo>
                    <a:lnTo>
                      <a:pt x="414" y="394"/>
                    </a:lnTo>
                    <a:lnTo>
                      <a:pt x="414" y="394"/>
                    </a:lnTo>
                    <a:lnTo>
                      <a:pt x="414" y="394"/>
                    </a:lnTo>
                    <a:lnTo>
                      <a:pt x="414" y="396"/>
                    </a:lnTo>
                    <a:lnTo>
                      <a:pt x="412" y="396"/>
                    </a:lnTo>
                    <a:lnTo>
                      <a:pt x="412" y="396"/>
                    </a:lnTo>
                    <a:lnTo>
                      <a:pt x="412" y="396"/>
                    </a:lnTo>
                    <a:lnTo>
                      <a:pt x="409" y="396"/>
                    </a:lnTo>
                    <a:lnTo>
                      <a:pt x="409" y="396"/>
                    </a:lnTo>
                    <a:lnTo>
                      <a:pt x="409" y="396"/>
                    </a:lnTo>
                    <a:lnTo>
                      <a:pt x="407" y="396"/>
                    </a:lnTo>
                    <a:lnTo>
                      <a:pt x="407" y="396"/>
                    </a:lnTo>
                    <a:lnTo>
                      <a:pt x="407" y="398"/>
                    </a:lnTo>
                    <a:lnTo>
                      <a:pt x="407" y="398"/>
                    </a:lnTo>
                    <a:lnTo>
                      <a:pt x="407" y="398"/>
                    </a:lnTo>
                    <a:lnTo>
                      <a:pt x="404" y="398"/>
                    </a:lnTo>
                    <a:lnTo>
                      <a:pt x="404" y="398"/>
                    </a:lnTo>
                    <a:lnTo>
                      <a:pt x="404" y="401"/>
                    </a:lnTo>
                    <a:lnTo>
                      <a:pt x="404" y="401"/>
                    </a:lnTo>
                    <a:lnTo>
                      <a:pt x="404" y="401"/>
                    </a:lnTo>
                    <a:lnTo>
                      <a:pt x="404" y="403"/>
                    </a:lnTo>
                    <a:lnTo>
                      <a:pt x="402" y="403"/>
                    </a:lnTo>
                    <a:lnTo>
                      <a:pt x="402" y="403"/>
                    </a:lnTo>
                    <a:lnTo>
                      <a:pt x="402" y="403"/>
                    </a:lnTo>
                    <a:lnTo>
                      <a:pt x="402" y="403"/>
                    </a:lnTo>
                    <a:lnTo>
                      <a:pt x="402" y="406"/>
                    </a:lnTo>
                    <a:lnTo>
                      <a:pt x="400" y="406"/>
                    </a:lnTo>
                    <a:lnTo>
                      <a:pt x="400" y="406"/>
                    </a:lnTo>
                    <a:lnTo>
                      <a:pt x="402" y="406"/>
                    </a:lnTo>
                    <a:lnTo>
                      <a:pt x="402" y="408"/>
                    </a:lnTo>
                    <a:lnTo>
                      <a:pt x="402" y="408"/>
                    </a:lnTo>
                    <a:lnTo>
                      <a:pt x="402" y="408"/>
                    </a:lnTo>
                    <a:lnTo>
                      <a:pt x="402" y="410"/>
                    </a:lnTo>
                    <a:lnTo>
                      <a:pt x="402" y="410"/>
                    </a:lnTo>
                    <a:lnTo>
                      <a:pt x="404" y="410"/>
                    </a:lnTo>
                    <a:lnTo>
                      <a:pt x="404" y="413"/>
                    </a:lnTo>
                    <a:lnTo>
                      <a:pt x="404" y="413"/>
                    </a:lnTo>
                    <a:lnTo>
                      <a:pt x="404" y="413"/>
                    </a:lnTo>
                    <a:lnTo>
                      <a:pt x="404" y="413"/>
                    </a:lnTo>
                    <a:lnTo>
                      <a:pt x="404" y="415"/>
                    </a:lnTo>
                    <a:lnTo>
                      <a:pt x="404" y="415"/>
                    </a:lnTo>
                    <a:lnTo>
                      <a:pt x="404" y="415"/>
                    </a:lnTo>
                    <a:lnTo>
                      <a:pt x="404" y="417"/>
                    </a:lnTo>
                    <a:lnTo>
                      <a:pt x="407" y="417"/>
                    </a:lnTo>
                    <a:lnTo>
                      <a:pt x="407" y="417"/>
                    </a:lnTo>
                    <a:lnTo>
                      <a:pt x="404" y="417"/>
                    </a:lnTo>
                    <a:lnTo>
                      <a:pt x="404" y="420"/>
                    </a:lnTo>
                    <a:lnTo>
                      <a:pt x="404" y="420"/>
                    </a:lnTo>
                    <a:lnTo>
                      <a:pt x="404" y="420"/>
                    </a:lnTo>
                    <a:lnTo>
                      <a:pt x="404" y="420"/>
                    </a:lnTo>
                    <a:lnTo>
                      <a:pt x="402" y="420"/>
                    </a:lnTo>
                    <a:lnTo>
                      <a:pt x="402" y="422"/>
                    </a:lnTo>
                    <a:lnTo>
                      <a:pt x="402" y="422"/>
                    </a:lnTo>
                    <a:lnTo>
                      <a:pt x="400" y="422"/>
                    </a:lnTo>
                    <a:lnTo>
                      <a:pt x="400" y="422"/>
                    </a:lnTo>
                    <a:lnTo>
                      <a:pt x="400" y="422"/>
                    </a:lnTo>
                    <a:lnTo>
                      <a:pt x="400" y="425"/>
                    </a:lnTo>
                    <a:lnTo>
                      <a:pt x="400" y="425"/>
                    </a:lnTo>
                    <a:lnTo>
                      <a:pt x="400" y="427"/>
                    </a:lnTo>
                    <a:lnTo>
                      <a:pt x="400" y="427"/>
                    </a:lnTo>
                    <a:lnTo>
                      <a:pt x="400" y="427"/>
                    </a:lnTo>
                    <a:lnTo>
                      <a:pt x="400" y="427"/>
                    </a:lnTo>
                    <a:lnTo>
                      <a:pt x="400" y="429"/>
                    </a:lnTo>
                    <a:lnTo>
                      <a:pt x="397" y="429"/>
                    </a:lnTo>
                    <a:lnTo>
                      <a:pt x="397" y="429"/>
                    </a:lnTo>
                    <a:lnTo>
                      <a:pt x="397" y="429"/>
                    </a:lnTo>
                    <a:lnTo>
                      <a:pt x="395" y="429"/>
                    </a:lnTo>
                    <a:lnTo>
                      <a:pt x="395" y="429"/>
                    </a:lnTo>
                    <a:lnTo>
                      <a:pt x="395" y="432"/>
                    </a:lnTo>
                    <a:lnTo>
                      <a:pt x="395" y="432"/>
                    </a:lnTo>
                    <a:lnTo>
                      <a:pt x="395" y="432"/>
                    </a:lnTo>
                    <a:lnTo>
                      <a:pt x="395" y="432"/>
                    </a:lnTo>
                    <a:lnTo>
                      <a:pt x="393" y="432"/>
                    </a:lnTo>
                    <a:lnTo>
                      <a:pt x="393" y="434"/>
                    </a:lnTo>
                    <a:lnTo>
                      <a:pt x="393" y="434"/>
                    </a:lnTo>
                    <a:lnTo>
                      <a:pt x="393" y="434"/>
                    </a:lnTo>
                    <a:lnTo>
                      <a:pt x="393" y="436"/>
                    </a:lnTo>
                    <a:lnTo>
                      <a:pt x="393" y="436"/>
                    </a:lnTo>
                    <a:lnTo>
                      <a:pt x="390" y="436"/>
                    </a:lnTo>
                    <a:lnTo>
                      <a:pt x="390" y="436"/>
                    </a:lnTo>
                    <a:lnTo>
                      <a:pt x="390" y="436"/>
                    </a:lnTo>
                    <a:lnTo>
                      <a:pt x="388" y="436"/>
                    </a:lnTo>
                    <a:lnTo>
                      <a:pt x="388" y="439"/>
                    </a:lnTo>
                    <a:lnTo>
                      <a:pt x="388" y="439"/>
                    </a:lnTo>
                    <a:lnTo>
                      <a:pt x="388" y="439"/>
                    </a:lnTo>
                    <a:lnTo>
                      <a:pt x="386" y="439"/>
                    </a:lnTo>
                    <a:lnTo>
                      <a:pt x="386" y="439"/>
                    </a:lnTo>
                    <a:lnTo>
                      <a:pt x="386" y="439"/>
                    </a:lnTo>
                    <a:lnTo>
                      <a:pt x="386" y="439"/>
                    </a:lnTo>
                    <a:lnTo>
                      <a:pt x="383" y="439"/>
                    </a:lnTo>
                    <a:lnTo>
                      <a:pt x="383" y="439"/>
                    </a:lnTo>
                    <a:lnTo>
                      <a:pt x="383" y="441"/>
                    </a:lnTo>
                    <a:lnTo>
                      <a:pt x="381" y="441"/>
                    </a:lnTo>
                    <a:lnTo>
                      <a:pt x="381" y="441"/>
                    </a:lnTo>
                    <a:lnTo>
                      <a:pt x="381" y="441"/>
                    </a:lnTo>
                    <a:lnTo>
                      <a:pt x="378" y="441"/>
                    </a:lnTo>
                    <a:lnTo>
                      <a:pt x="378" y="441"/>
                    </a:lnTo>
                    <a:lnTo>
                      <a:pt x="378" y="441"/>
                    </a:lnTo>
                    <a:lnTo>
                      <a:pt x="378" y="441"/>
                    </a:lnTo>
                    <a:lnTo>
                      <a:pt x="376" y="441"/>
                    </a:lnTo>
                    <a:lnTo>
                      <a:pt x="376" y="443"/>
                    </a:lnTo>
                    <a:lnTo>
                      <a:pt x="376" y="443"/>
                    </a:lnTo>
                    <a:lnTo>
                      <a:pt x="374" y="443"/>
                    </a:lnTo>
                    <a:lnTo>
                      <a:pt x="374" y="443"/>
                    </a:lnTo>
                    <a:lnTo>
                      <a:pt x="374" y="443"/>
                    </a:lnTo>
                    <a:lnTo>
                      <a:pt x="374" y="443"/>
                    </a:lnTo>
                    <a:lnTo>
                      <a:pt x="374" y="443"/>
                    </a:lnTo>
                    <a:lnTo>
                      <a:pt x="371" y="443"/>
                    </a:lnTo>
                    <a:lnTo>
                      <a:pt x="371" y="443"/>
                    </a:lnTo>
                    <a:lnTo>
                      <a:pt x="371" y="446"/>
                    </a:lnTo>
                    <a:lnTo>
                      <a:pt x="371" y="446"/>
                    </a:lnTo>
                    <a:lnTo>
                      <a:pt x="369" y="446"/>
                    </a:lnTo>
                    <a:lnTo>
                      <a:pt x="369" y="446"/>
                    </a:lnTo>
                    <a:lnTo>
                      <a:pt x="369" y="446"/>
                    </a:lnTo>
                    <a:lnTo>
                      <a:pt x="367" y="446"/>
                    </a:lnTo>
                    <a:lnTo>
                      <a:pt x="367" y="448"/>
                    </a:lnTo>
                    <a:lnTo>
                      <a:pt x="367" y="448"/>
                    </a:lnTo>
                    <a:lnTo>
                      <a:pt x="367" y="448"/>
                    </a:lnTo>
                    <a:lnTo>
                      <a:pt x="367" y="448"/>
                    </a:lnTo>
                    <a:lnTo>
                      <a:pt x="367" y="451"/>
                    </a:lnTo>
                    <a:lnTo>
                      <a:pt x="364" y="451"/>
                    </a:lnTo>
                    <a:lnTo>
                      <a:pt x="364" y="451"/>
                    </a:lnTo>
                    <a:lnTo>
                      <a:pt x="364" y="451"/>
                    </a:lnTo>
                    <a:lnTo>
                      <a:pt x="364" y="453"/>
                    </a:lnTo>
                    <a:lnTo>
                      <a:pt x="362" y="453"/>
                    </a:lnTo>
                    <a:lnTo>
                      <a:pt x="362" y="453"/>
                    </a:lnTo>
                    <a:lnTo>
                      <a:pt x="362" y="453"/>
                    </a:lnTo>
                    <a:lnTo>
                      <a:pt x="362" y="453"/>
                    </a:lnTo>
                    <a:lnTo>
                      <a:pt x="362" y="453"/>
                    </a:lnTo>
                    <a:lnTo>
                      <a:pt x="359" y="453"/>
                    </a:lnTo>
                    <a:lnTo>
                      <a:pt x="359" y="453"/>
                    </a:lnTo>
                    <a:lnTo>
                      <a:pt x="359" y="455"/>
                    </a:lnTo>
                    <a:lnTo>
                      <a:pt x="359" y="455"/>
                    </a:lnTo>
                    <a:lnTo>
                      <a:pt x="359" y="455"/>
                    </a:lnTo>
                    <a:lnTo>
                      <a:pt x="357" y="455"/>
                    </a:lnTo>
                    <a:lnTo>
                      <a:pt x="357" y="458"/>
                    </a:lnTo>
                    <a:lnTo>
                      <a:pt x="357" y="458"/>
                    </a:lnTo>
                    <a:lnTo>
                      <a:pt x="357" y="458"/>
                    </a:lnTo>
                    <a:lnTo>
                      <a:pt x="357" y="460"/>
                    </a:lnTo>
                    <a:lnTo>
                      <a:pt x="357" y="460"/>
                    </a:lnTo>
                    <a:lnTo>
                      <a:pt x="355" y="460"/>
                    </a:lnTo>
                    <a:lnTo>
                      <a:pt x="355" y="462"/>
                    </a:lnTo>
                    <a:lnTo>
                      <a:pt x="355" y="462"/>
                    </a:lnTo>
                    <a:lnTo>
                      <a:pt x="355" y="462"/>
                    </a:lnTo>
                    <a:lnTo>
                      <a:pt x="355" y="462"/>
                    </a:lnTo>
                    <a:lnTo>
                      <a:pt x="355" y="462"/>
                    </a:lnTo>
                    <a:lnTo>
                      <a:pt x="352" y="462"/>
                    </a:lnTo>
                    <a:lnTo>
                      <a:pt x="352" y="465"/>
                    </a:lnTo>
                    <a:lnTo>
                      <a:pt x="352" y="465"/>
                    </a:lnTo>
                    <a:lnTo>
                      <a:pt x="352" y="465"/>
                    </a:lnTo>
                    <a:lnTo>
                      <a:pt x="352" y="467"/>
                    </a:lnTo>
                    <a:lnTo>
                      <a:pt x="352" y="467"/>
                    </a:lnTo>
                    <a:lnTo>
                      <a:pt x="352" y="467"/>
                    </a:lnTo>
                    <a:lnTo>
                      <a:pt x="350" y="467"/>
                    </a:lnTo>
                    <a:lnTo>
                      <a:pt x="350" y="470"/>
                    </a:lnTo>
                    <a:lnTo>
                      <a:pt x="350" y="470"/>
                    </a:lnTo>
                    <a:lnTo>
                      <a:pt x="350" y="470"/>
                    </a:lnTo>
                    <a:lnTo>
                      <a:pt x="348" y="470"/>
                    </a:lnTo>
                    <a:lnTo>
                      <a:pt x="348" y="472"/>
                    </a:lnTo>
                    <a:lnTo>
                      <a:pt x="348" y="472"/>
                    </a:lnTo>
                    <a:lnTo>
                      <a:pt x="348" y="472"/>
                    </a:lnTo>
                    <a:lnTo>
                      <a:pt x="348" y="472"/>
                    </a:lnTo>
                    <a:lnTo>
                      <a:pt x="348" y="472"/>
                    </a:lnTo>
                    <a:lnTo>
                      <a:pt x="348" y="474"/>
                    </a:lnTo>
                    <a:lnTo>
                      <a:pt x="345" y="474"/>
                    </a:lnTo>
                    <a:lnTo>
                      <a:pt x="345" y="474"/>
                    </a:lnTo>
                    <a:lnTo>
                      <a:pt x="345" y="474"/>
                    </a:lnTo>
                    <a:lnTo>
                      <a:pt x="345" y="474"/>
                    </a:lnTo>
                    <a:lnTo>
                      <a:pt x="345" y="477"/>
                    </a:lnTo>
                    <a:lnTo>
                      <a:pt x="343" y="477"/>
                    </a:lnTo>
                    <a:lnTo>
                      <a:pt x="343" y="477"/>
                    </a:lnTo>
                    <a:lnTo>
                      <a:pt x="343" y="479"/>
                    </a:lnTo>
                    <a:lnTo>
                      <a:pt x="343" y="479"/>
                    </a:lnTo>
                    <a:lnTo>
                      <a:pt x="343" y="479"/>
                    </a:lnTo>
                    <a:lnTo>
                      <a:pt x="341" y="479"/>
                    </a:lnTo>
                    <a:lnTo>
                      <a:pt x="341" y="479"/>
                    </a:lnTo>
                    <a:lnTo>
                      <a:pt x="341" y="481"/>
                    </a:lnTo>
                    <a:lnTo>
                      <a:pt x="341" y="481"/>
                    </a:lnTo>
                    <a:lnTo>
                      <a:pt x="338" y="481"/>
                    </a:lnTo>
                    <a:lnTo>
                      <a:pt x="338" y="481"/>
                    </a:lnTo>
                    <a:lnTo>
                      <a:pt x="338" y="481"/>
                    </a:lnTo>
                    <a:lnTo>
                      <a:pt x="338" y="481"/>
                    </a:lnTo>
                    <a:lnTo>
                      <a:pt x="338" y="481"/>
                    </a:lnTo>
                    <a:lnTo>
                      <a:pt x="336" y="481"/>
                    </a:lnTo>
                    <a:lnTo>
                      <a:pt x="336" y="481"/>
                    </a:lnTo>
                    <a:lnTo>
                      <a:pt x="336" y="484"/>
                    </a:lnTo>
                    <a:lnTo>
                      <a:pt x="333" y="484"/>
                    </a:lnTo>
                    <a:lnTo>
                      <a:pt x="333" y="484"/>
                    </a:lnTo>
                    <a:lnTo>
                      <a:pt x="333" y="484"/>
                    </a:lnTo>
                    <a:lnTo>
                      <a:pt x="333" y="484"/>
                    </a:lnTo>
                    <a:lnTo>
                      <a:pt x="331" y="484"/>
                    </a:lnTo>
                    <a:lnTo>
                      <a:pt x="331" y="486"/>
                    </a:lnTo>
                    <a:lnTo>
                      <a:pt x="331" y="486"/>
                    </a:lnTo>
                    <a:lnTo>
                      <a:pt x="331" y="486"/>
                    </a:lnTo>
                    <a:lnTo>
                      <a:pt x="331" y="489"/>
                    </a:lnTo>
                    <a:lnTo>
                      <a:pt x="331" y="489"/>
                    </a:lnTo>
                    <a:lnTo>
                      <a:pt x="329" y="489"/>
                    </a:lnTo>
                    <a:lnTo>
                      <a:pt x="329" y="489"/>
                    </a:lnTo>
                    <a:lnTo>
                      <a:pt x="329" y="489"/>
                    </a:lnTo>
                    <a:lnTo>
                      <a:pt x="329" y="491"/>
                    </a:lnTo>
                    <a:lnTo>
                      <a:pt x="329" y="491"/>
                    </a:lnTo>
                    <a:lnTo>
                      <a:pt x="326" y="491"/>
                    </a:lnTo>
                    <a:lnTo>
                      <a:pt x="326" y="491"/>
                    </a:lnTo>
                    <a:lnTo>
                      <a:pt x="326" y="491"/>
                    </a:lnTo>
                    <a:lnTo>
                      <a:pt x="326" y="493"/>
                    </a:lnTo>
                    <a:lnTo>
                      <a:pt x="326" y="493"/>
                    </a:lnTo>
                    <a:lnTo>
                      <a:pt x="326" y="493"/>
                    </a:lnTo>
                    <a:lnTo>
                      <a:pt x="324" y="493"/>
                    </a:lnTo>
                    <a:lnTo>
                      <a:pt x="324" y="496"/>
                    </a:lnTo>
                    <a:lnTo>
                      <a:pt x="324" y="496"/>
                    </a:lnTo>
                    <a:lnTo>
                      <a:pt x="324" y="496"/>
                    </a:lnTo>
                    <a:lnTo>
                      <a:pt x="322" y="496"/>
                    </a:lnTo>
                    <a:lnTo>
                      <a:pt x="322" y="498"/>
                    </a:lnTo>
                    <a:lnTo>
                      <a:pt x="322" y="498"/>
                    </a:lnTo>
                    <a:lnTo>
                      <a:pt x="322" y="498"/>
                    </a:lnTo>
                    <a:lnTo>
                      <a:pt x="322" y="498"/>
                    </a:lnTo>
                    <a:lnTo>
                      <a:pt x="319" y="498"/>
                    </a:lnTo>
                    <a:lnTo>
                      <a:pt x="319" y="498"/>
                    </a:lnTo>
                    <a:lnTo>
                      <a:pt x="319" y="500"/>
                    </a:lnTo>
                    <a:lnTo>
                      <a:pt x="319" y="500"/>
                    </a:lnTo>
                    <a:lnTo>
                      <a:pt x="317" y="500"/>
                    </a:lnTo>
                    <a:lnTo>
                      <a:pt x="317" y="500"/>
                    </a:lnTo>
                    <a:lnTo>
                      <a:pt x="317" y="500"/>
                    </a:lnTo>
                    <a:lnTo>
                      <a:pt x="315" y="500"/>
                    </a:lnTo>
                    <a:lnTo>
                      <a:pt x="315" y="500"/>
                    </a:lnTo>
                    <a:lnTo>
                      <a:pt x="315" y="500"/>
                    </a:lnTo>
                    <a:lnTo>
                      <a:pt x="315" y="500"/>
                    </a:lnTo>
                    <a:lnTo>
                      <a:pt x="315" y="503"/>
                    </a:lnTo>
                    <a:lnTo>
                      <a:pt x="312" y="503"/>
                    </a:lnTo>
                    <a:lnTo>
                      <a:pt x="312" y="503"/>
                    </a:lnTo>
                    <a:lnTo>
                      <a:pt x="312" y="503"/>
                    </a:lnTo>
                    <a:lnTo>
                      <a:pt x="312" y="503"/>
                    </a:lnTo>
                    <a:lnTo>
                      <a:pt x="310" y="503"/>
                    </a:lnTo>
                    <a:lnTo>
                      <a:pt x="310" y="505"/>
                    </a:lnTo>
                    <a:lnTo>
                      <a:pt x="310" y="505"/>
                    </a:lnTo>
                    <a:lnTo>
                      <a:pt x="310" y="505"/>
                    </a:lnTo>
                    <a:lnTo>
                      <a:pt x="307" y="505"/>
                    </a:lnTo>
                    <a:lnTo>
                      <a:pt x="307" y="505"/>
                    </a:lnTo>
                    <a:lnTo>
                      <a:pt x="307" y="507"/>
                    </a:lnTo>
                    <a:lnTo>
                      <a:pt x="307" y="507"/>
                    </a:lnTo>
                    <a:lnTo>
                      <a:pt x="307" y="507"/>
                    </a:lnTo>
                    <a:lnTo>
                      <a:pt x="305" y="507"/>
                    </a:lnTo>
                    <a:lnTo>
                      <a:pt x="305" y="510"/>
                    </a:lnTo>
                    <a:lnTo>
                      <a:pt x="305" y="510"/>
                    </a:lnTo>
                    <a:lnTo>
                      <a:pt x="305" y="510"/>
                    </a:lnTo>
                    <a:lnTo>
                      <a:pt x="305" y="510"/>
                    </a:lnTo>
                    <a:lnTo>
                      <a:pt x="305" y="512"/>
                    </a:lnTo>
                    <a:lnTo>
                      <a:pt x="305" y="512"/>
                    </a:lnTo>
                    <a:lnTo>
                      <a:pt x="305" y="512"/>
                    </a:lnTo>
                    <a:lnTo>
                      <a:pt x="305" y="512"/>
                    </a:lnTo>
                    <a:lnTo>
                      <a:pt x="305" y="512"/>
                    </a:lnTo>
                    <a:lnTo>
                      <a:pt x="305" y="515"/>
                    </a:lnTo>
                    <a:lnTo>
                      <a:pt x="305" y="515"/>
                    </a:lnTo>
                    <a:lnTo>
                      <a:pt x="305" y="517"/>
                    </a:lnTo>
                    <a:lnTo>
                      <a:pt x="305" y="517"/>
                    </a:lnTo>
                    <a:lnTo>
                      <a:pt x="305" y="517"/>
                    </a:lnTo>
                    <a:lnTo>
                      <a:pt x="305" y="519"/>
                    </a:lnTo>
                    <a:lnTo>
                      <a:pt x="305" y="519"/>
                    </a:lnTo>
                    <a:lnTo>
                      <a:pt x="305" y="519"/>
                    </a:lnTo>
                    <a:lnTo>
                      <a:pt x="305" y="522"/>
                    </a:lnTo>
                    <a:lnTo>
                      <a:pt x="305" y="522"/>
                    </a:lnTo>
                    <a:lnTo>
                      <a:pt x="305" y="522"/>
                    </a:lnTo>
                    <a:lnTo>
                      <a:pt x="305" y="522"/>
                    </a:lnTo>
                    <a:lnTo>
                      <a:pt x="305" y="522"/>
                    </a:lnTo>
                    <a:lnTo>
                      <a:pt x="303" y="522"/>
                    </a:lnTo>
                    <a:lnTo>
                      <a:pt x="303" y="522"/>
                    </a:lnTo>
                    <a:lnTo>
                      <a:pt x="303" y="524"/>
                    </a:lnTo>
                    <a:lnTo>
                      <a:pt x="300" y="524"/>
                    </a:lnTo>
                    <a:lnTo>
                      <a:pt x="300" y="524"/>
                    </a:lnTo>
                    <a:lnTo>
                      <a:pt x="300" y="524"/>
                    </a:lnTo>
                    <a:lnTo>
                      <a:pt x="300" y="524"/>
                    </a:lnTo>
                    <a:lnTo>
                      <a:pt x="298" y="524"/>
                    </a:lnTo>
                    <a:lnTo>
                      <a:pt x="298" y="526"/>
                    </a:lnTo>
                    <a:lnTo>
                      <a:pt x="298" y="526"/>
                    </a:lnTo>
                    <a:lnTo>
                      <a:pt x="298" y="526"/>
                    </a:lnTo>
                    <a:lnTo>
                      <a:pt x="298" y="526"/>
                    </a:lnTo>
                    <a:lnTo>
                      <a:pt x="296" y="526"/>
                    </a:lnTo>
                    <a:lnTo>
                      <a:pt x="296" y="526"/>
                    </a:lnTo>
                    <a:lnTo>
                      <a:pt x="293" y="526"/>
                    </a:lnTo>
                    <a:lnTo>
                      <a:pt x="293" y="529"/>
                    </a:lnTo>
                    <a:lnTo>
                      <a:pt x="293" y="529"/>
                    </a:lnTo>
                    <a:lnTo>
                      <a:pt x="293" y="529"/>
                    </a:lnTo>
                    <a:lnTo>
                      <a:pt x="293" y="529"/>
                    </a:lnTo>
                    <a:lnTo>
                      <a:pt x="291" y="529"/>
                    </a:lnTo>
                    <a:lnTo>
                      <a:pt x="291" y="529"/>
                    </a:lnTo>
                    <a:lnTo>
                      <a:pt x="288" y="529"/>
                    </a:lnTo>
                    <a:lnTo>
                      <a:pt x="288" y="529"/>
                    </a:lnTo>
                    <a:lnTo>
                      <a:pt x="288" y="529"/>
                    </a:lnTo>
                    <a:lnTo>
                      <a:pt x="288" y="529"/>
                    </a:lnTo>
                    <a:lnTo>
                      <a:pt x="286" y="529"/>
                    </a:lnTo>
                    <a:lnTo>
                      <a:pt x="286" y="529"/>
                    </a:lnTo>
                    <a:lnTo>
                      <a:pt x="286" y="529"/>
                    </a:lnTo>
                    <a:lnTo>
                      <a:pt x="284" y="529"/>
                    </a:lnTo>
                    <a:lnTo>
                      <a:pt x="284" y="529"/>
                    </a:lnTo>
                    <a:lnTo>
                      <a:pt x="284" y="529"/>
                    </a:lnTo>
                    <a:lnTo>
                      <a:pt x="281" y="529"/>
                    </a:lnTo>
                    <a:lnTo>
                      <a:pt x="281" y="531"/>
                    </a:lnTo>
                    <a:lnTo>
                      <a:pt x="281" y="531"/>
                    </a:lnTo>
                    <a:lnTo>
                      <a:pt x="281" y="531"/>
                    </a:lnTo>
                    <a:lnTo>
                      <a:pt x="281" y="531"/>
                    </a:lnTo>
                    <a:lnTo>
                      <a:pt x="281" y="531"/>
                    </a:lnTo>
                    <a:lnTo>
                      <a:pt x="281" y="534"/>
                    </a:lnTo>
                    <a:lnTo>
                      <a:pt x="279" y="534"/>
                    </a:lnTo>
                    <a:lnTo>
                      <a:pt x="279" y="534"/>
                    </a:lnTo>
                    <a:lnTo>
                      <a:pt x="279" y="536"/>
                    </a:lnTo>
                    <a:lnTo>
                      <a:pt x="279" y="536"/>
                    </a:lnTo>
                    <a:lnTo>
                      <a:pt x="279" y="536"/>
                    </a:lnTo>
                    <a:lnTo>
                      <a:pt x="279" y="538"/>
                    </a:lnTo>
                    <a:lnTo>
                      <a:pt x="279" y="538"/>
                    </a:lnTo>
                    <a:lnTo>
                      <a:pt x="279" y="538"/>
                    </a:lnTo>
                    <a:lnTo>
                      <a:pt x="277" y="538"/>
                    </a:lnTo>
                    <a:lnTo>
                      <a:pt x="277" y="541"/>
                    </a:lnTo>
                    <a:lnTo>
                      <a:pt x="277" y="541"/>
                    </a:lnTo>
                    <a:lnTo>
                      <a:pt x="277" y="541"/>
                    </a:lnTo>
                    <a:lnTo>
                      <a:pt x="274" y="541"/>
                    </a:lnTo>
                    <a:lnTo>
                      <a:pt x="274" y="541"/>
                    </a:lnTo>
                    <a:lnTo>
                      <a:pt x="277" y="541"/>
                    </a:lnTo>
                    <a:lnTo>
                      <a:pt x="277" y="543"/>
                    </a:lnTo>
                    <a:lnTo>
                      <a:pt x="277" y="543"/>
                    </a:lnTo>
                    <a:lnTo>
                      <a:pt x="274" y="543"/>
                    </a:lnTo>
                    <a:lnTo>
                      <a:pt x="274" y="543"/>
                    </a:lnTo>
                    <a:lnTo>
                      <a:pt x="274" y="545"/>
                    </a:lnTo>
                    <a:lnTo>
                      <a:pt x="274" y="545"/>
                    </a:lnTo>
                    <a:lnTo>
                      <a:pt x="274" y="543"/>
                    </a:lnTo>
                    <a:lnTo>
                      <a:pt x="272" y="543"/>
                    </a:lnTo>
                    <a:lnTo>
                      <a:pt x="272" y="545"/>
                    </a:lnTo>
                    <a:lnTo>
                      <a:pt x="272" y="545"/>
                    </a:lnTo>
                    <a:lnTo>
                      <a:pt x="272" y="545"/>
                    </a:lnTo>
                    <a:lnTo>
                      <a:pt x="272" y="543"/>
                    </a:lnTo>
                    <a:lnTo>
                      <a:pt x="272" y="543"/>
                    </a:lnTo>
                    <a:lnTo>
                      <a:pt x="270" y="543"/>
                    </a:lnTo>
                    <a:lnTo>
                      <a:pt x="270" y="541"/>
                    </a:lnTo>
                    <a:lnTo>
                      <a:pt x="270" y="541"/>
                    </a:lnTo>
                    <a:lnTo>
                      <a:pt x="270" y="541"/>
                    </a:lnTo>
                    <a:lnTo>
                      <a:pt x="270" y="541"/>
                    </a:lnTo>
                    <a:lnTo>
                      <a:pt x="267" y="541"/>
                    </a:lnTo>
                    <a:lnTo>
                      <a:pt x="267" y="541"/>
                    </a:lnTo>
                    <a:lnTo>
                      <a:pt x="267" y="541"/>
                    </a:lnTo>
                    <a:lnTo>
                      <a:pt x="267" y="541"/>
                    </a:lnTo>
                    <a:lnTo>
                      <a:pt x="265" y="541"/>
                    </a:lnTo>
                    <a:lnTo>
                      <a:pt x="265" y="541"/>
                    </a:lnTo>
                    <a:lnTo>
                      <a:pt x="265" y="541"/>
                    </a:lnTo>
                    <a:lnTo>
                      <a:pt x="265" y="541"/>
                    </a:lnTo>
                    <a:lnTo>
                      <a:pt x="262" y="541"/>
                    </a:lnTo>
                    <a:lnTo>
                      <a:pt x="262" y="543"/>
                    </a:lnTo>
                    <a:lnTo>
                      <a:pt x="262" y="543"/>
                    </a:lnTo>
                    <a:lnTo>
                      <a:pt x="262" y="543"/>
                    </a:lnTo>
                    <a:lnTo>
                      <a:pt x="260" y="543"/>
                    </a:lnTo>
                    <a:lnTo>
                      <a:pt x="260" y="545"/>
                    </a:lnTo>
                    <a:lnTo>
                      <a:pt x="260" y="545"/>
                    </a:lnTo>
                    <a:lnTo>
                      <a:pt x="260" y="545"/>
                    </a:lnTo>
                    <a:lnTo>
                      <a:pt x="260" y="545"/>
                    </a:lnTo>
                    <a:lnTo>
                      <a:pt x="260" y="548"/>
                    </a:lnTo>
                    <a:lnTo>
                      <a:pt x="260" y="548"/>
                    </a:lnTo>
                    <a:lnTo>
                      <a:pt x="260" y="550"/>
                    </a:lnTo>
                    <a:lnTo>
                      <a:pt x="260" y="550"/>
                    </a:lnTo>
                    <a:lnTo>
                      <a:pt x="258" y="550"/>
                    </a:lnTo>
                    <a:lnTo>
                      <a:pt x="258" y="550"/>
                    </a:lnTo>
                    <a:lnTo>
                      <a:pt x="258" y="550"/>
                    </a:lnTo>
                    <a:lnTo>
                      <a:pt x="258" y="553"/>
                    </a:lnTo>
                    <a:lnTo>
                      <a:pt x="258" y="553"/>
                    </a:lnTo>
                    <a:lnTo>
                      <a:pt x="255" y="553"/>
                    </a:lnTo>
                    <a:lnTo>
                      <a:pt x="255" y="555"/>
                    </a:lnTo>
                    <a:lnTo>
                      <a:pt x="255" y="555"/>
                    </a:lnTo>
                    <a:lnTo>
                      <a:pt x="255" y="557"/>
                    </a:lnTo>
                    <a:lnTo>
                      <a:pt x="255" y="557"/>
                    </a:lnTo>
                    <a:lnTo>
                      <a:pt x="255" y="557"/>
                    </a:lnTo>
                    <a:lnTo>
                      <a:pt x="255" y="560"/>
                    </a:lnTo>
                    <a:lnTo>
                      <a:pt x="255" y="560"/>
                    </a:lnTo>
                    <a:lnTo>
                      <a:pt x="255" y="562"/>
                    </a:lnTo>
                    <a:lnTo>
                      <a:pt x="255" y="562"/>
                    </a:lnTo>
                    <a:lnTo>
                      <a:pt x="255" y="562"/>
                    </a:lnTo>
                    <a:lnTo>
                      <a:pt x="255" y="564"/>
                    </a:lnTo>
                    <a:lnTo>
                      <a:pt x="255" y="564"/>
                    </a:lnTo>
                    <a:lnTo>
                      <a:pt x="255" y="564"/>
                    </a:lnTo>
                    <a:lnTo>
                      <a:pt x="255" y="567"/>
                    </a:lnTo>
                    <a:lnTo>
                      <a:pt x="255" y="567"/>
                    </a:lnTo>
                    <a:lnTo>
                      <a:pt x="255" y="569"/>
                    </a:lnTo>
                    <a:lnTo>
                      <a:pt x="258" y="569"/>
                    </a:lnTo>
                    <a:lnTo>
                      <a:pt x="258" y="569"/>
                    </a:lnTo>
                    <a:lnTo>
                      <a:pt x="258" y="571"/>
                    </a:lnTo>
                    <a:lnTo>
                      <a:pt x="258" y="571"/>
                    </a:lnTo>
                    <a:lnTo>
                      <a:pt x="258" y="571"/>
                    </a:lnTo>
                    <a:lnTo>
                      <a:pt x="258" y="571"/>
                    </a:lnTo>
                    <a:lnTo>
                      <a:pt x="258" y="574"/>
                    </a:lnTo>
                    <a:lnTo>
                      <a:pt x="258" y="574"/>
                    </a:lnTo>
                    <a:lnTo>
                      <a:pt x="258" y="576"/>
                    </a:lnTo>
                    <a:lnTo>
                      <a:pt x="258" y="576"/>
                    </a:lnTo>
                    <a:lnTo>
                      <a:pt x="258" y="579"/>
                    </a:lnTo>
                    <a:lnTo>
                      <a:pt x="258" y="579"/>
                    </a:lnTo>
                    <a:lnTo>
                      <a:pt x="258" y="579"/>
                    </a:lnTo>
                    <a:lnTo>
                      <a:pt x="258" y="581"/>
                    </a:lnTo>
                    <a:lnTo>
                      <a:pt x="258" y="581"/>
                    </a:lnTo>
                    <a:lnTo>
                      <a:pt x="258" y="581"/>
                    </a:lnTo>
                    <a:lnTo>
                      <a:pt x="258" y="583"/>
                    </a:lnTo>
                    <a:lnTo>
                      <a:pt x="258" y="583"/>
                    </a:lnTo>
                    <a:lnTo>
                      <a:pt x="258" y="586"/>
                    </a:lnTo>
                    <a:lnTo>
                      <a:pt x="258" y="586"/>
                    </a:lnTo>
                    <a:lnTo>
                      <a:pt x="258" y="588"/>
                    </a:lnTo>
                    <a:lnTo>
                      <a:pt x="258" y="588"/>
                    </a:lnTo>
                    <a:lnTo>
                      <a:pt x="258" y="588"/>
                    </a:lnTo>
                    <a:lnTo>
                      <a:pt x="258" y="590"/>
                    </a:lnTo>
                    <a:lnTo>
                      <a:pt x="260" y="590"/>
                    </a:lnTo>
                    <a:lnTo>
                      <a:pt x="260" y="590"/>
                    </a:lnTo>
                    <a:lnTo>
                      <a:pt x="260" y="590"/>
                    </a:lnTo>
                    <a:lnTo>
                      <a:pt x="260" y="590"/>
                    </a:lnTo>
                    <a:lnTo>
                      <a:pt x="260" y="593"/>
                    </a:lnTo>
                    <a:lnTo>
                      <a:pt x="260" y="593"/>
                    </a:lnTo>
                    <a:lnTo>
                      <a:pt x="260" y="593"/>
                    </a:lnTo>
                    <a:lnTo>
                      <a:pt x="260" y="595"/>
                    </a:lnTo>
                    <a:lnTo>
                      <a:pt x="260" y="595"/>
                    </a:lnTo>
                    <a:lnTo>
                      <a:pt x="260" y="598"/>
                    </a:lnTo>
                    <a:lnTo>
                      <a:pt x="260" y="598"/>
                    </a:lnTo>
                    <a:lnTo>
                      <a:pt x="260" y="598"/>
                    </a:lnTo>
                    <a:lnTo>
                      <a:pt x="260" y="600"/>
                    </a:lnTo>
                    <a:lnTo>
                      <a:pt x="260" y="600"/>
                    </a:lnTo>
                    <a:lnTo>
                      <a:pt x="260" y="600"/>
                    </a:lnTo>
                    <a:lnTo>
                      <a:pt x="260" y="600"/>
                    </a:lnTo>
                    <a:lnTo>
                      <a:pt x="260" y="602"/>
                    </a:lnTo>
                    <a:lnTo>
                      <a:pt x="260" y="602"/>
                    </a:lnTo>
                    <a:lnTo>
                      <a:pt x="260" y="605"/>
                    </a:lnTo>
                    <a:lnTo>
                      <a:pt x="260" y="605"/>
                    </a:lnTo>
                    <a:lnTo>
                      <a:pt x="260" y="607"/>
                    </a:lnTo>
                    <a:lnTo>
                      <a:pt x="260" y="607"/>
                    </a:lnTo>
                    <a:lnTo>
                      <a:pt x="260" y="609"/>
                    </a:lnTo>
                    <a:lnTo>
                      <a:pt x="260" y="609"/>
                    </a:lnTo>
                    <a:lnTo>
                      <a:pt x="260" y="609"/>
                    </a:lnTo>
                    <a:lnTo>
                      <a:pt x="260" y="609"/>
                    </a:lnTo>
                    <a:lnTo>
                      <a:pt x="260" y="609"/>
                    </a:lnTo>
                    <a:lnTo>
                      <a:pt x="260" y="612"/>
                    </a:lnTo>
                    <a:lnTo>
                      <a:pt x="262" y="612"/>
                    </a:lnTo>
                    <a:lnTo>
                      <a:pt x="262" y="612"/>
                    </a:lnTo>
                    <a:lnTo>
                      <a:pt x="260" y="612"/>
                    </a:lnTo>
                    <a:lnTo>
                      <a:pt x="260" y="612"/>
                    </a:lnTo>
                    <a:lnTo>
                      <a:pt x="260" y="614"/>
                    </a:lnTo>
                    <a:lnTo>
                      <a:pt x="260" y="614"/>
                    </a:lnTo>
                    <a:lnTo>
                      <a:pt x="260" y="614"/>
                    </a:lnTo>
                    <a:lnTo>
                      <a:pt x="260" y="616"/>
                    </a:lnTo>
                    <a:lnTo>
                      <a:pt x="260" y="616"/>
                    </a:lnTo>
                    <a:lnTo>
                      <a:pt x="260" y="619"/>
                    </a:lnTo>
                    <a:lnTo>
                      <a:pt x="260" y="619"/>
                    </a:lnTo>
                    <a:lnTo>
                      <a:pt x="260" y="621"/>
                    </a:lnTo>
                    <a:lnTo>
                      <a:pt x="260" y="621"/>
                    </a:lnTo>
                    <a:lnTo>
                      <a:pt x="258" y="621"/>
                    </a:lnTo>
                    <a:lnTo>
                      <a:pt x="258" y="621"/>
                    </a:lnTo>
                    <a:lnTo>
                      <a:pt x="258" y="624"/>
                    </a:lnTo>
                    <a:lnTo>
                      <a:pt x="258" y="624"/>
                    </a:lnTo>
                    <a:lnTo>
                      <a:pt x="258" y="624"/>
                    </a:lnTo>
                    <a:lnTo>
                      <a:pt x="258" y="626"/>
                    </a:lnTo>
                    <a:lnTo>
                      <a:pt x="258" y="626"/>
                    </a:lnTo>
                    <a:lnTo>
                      <a:pt x="258" y="628"/>
                    </a:lnTo>
                    <a:lnTo>
                      <a:pt x="255" y="628"/>
                    </a:lnTo>
                    <a:lnTo>
                      <a:pt x="255" y="628"/>
                    </a:lnTo>
                    <a:lnTo>
                      <a:pt x="255" y="628"/>
                    </a:lnTo>
                    <a:lnTo>
                      <a:pt x="255" y="631"/>
                    </a:lnTo>
                    <a:lnTo>
                      <a:pt x="255" y="631"/>
                    </a:lnTo>
                    <a:lnTo>
                      <a:pt x="255" y="631"/>
                    </a:lnTo>
                    <a:lnTo>
                      <a:pt x="255" y="631"/>
                    </a:lnTo>
                    <a:lnTo>
                      <a:pt x="253" y="631"/>
                    </a:lnTo>
                    <a:lnTo>
                      <a:pt x="253" y="633"/>
                    </a:lnTo>
                    <a:lnTo>
                      <a:pt x="253" y="633"/>
                    </a:lnTo>
                    <a:lnTo>
                      <a:pt x="253" y="633"/>
                    </a:lnTo>
                    <a:lnTo>
                      <a:pt x="253" y="635"/>
                    </a:lnTo>
                    <a:lnTo>
                      <a:pt x="253" y="635"/>
                    </a:lnTo>
                    <a:lnTo>
                      <a:pt x="253" y="635"/>
                    </a:lnTo>
                    <a:lnTo>
                      <a:pt x="253" y="638"/>
                    </a:lnTo>
                    <a:lnTo>
                      <a:pt x="251" y="638"/>
                    </a:lnTo>
                    <a:lnTo>
                      <a:pt x="251" y="638"/>
                    </a:lnTo>
                    <a:lnTo>
                      <a:pt x="251" y="640"/>
                    </a:lnTo>
                    <a:lnTo>
                      <a:pt x="251" y="640"/>
                    </a:lnTo>
                    <a:lnTo>
                      <a:pt x="251" y="640"/>
                    </a:lnTo>
                    <a:lnTo>
                      <a:pt x="251" y="640"/>
                    </a:lnTo>
                    <a:lnTo>
                      <a:pt x="251" y="643"/>
                    </a:lnTo>
                    <a:lnTo>
                      <a:pt x="251" y="643"/>
                    </a:lnTo>
                    <a:lnTo>
                      <a:pt x="251" y="645"/>
                    </a:lnTo>
                    <a:lnTo>
                      <a:pt x="248" y="645"/>
                    </a:lnTo>
                    <a:lnTo>
                      <a:pt x="248" y="645"/>
                    </a:lnTo>
                    <a:lnTo>
                      <a:pt x="248" y="647"/>
                    </a:lnTo>
                    <a:lnTo>
                      <a:pt x="248" y="647"/>
                    </a:lnTo>
                    <a:lnTo>
                      <a:pt x="248" y="650"/>
                    </a:lnTo>
                    <a:lnTo>
                      <a:pt x="248" y="650"/>
                    </a:lnTo>
                    <a:lnTo>
                      <a:pt x="248" y="650"/>
                    </a:lnTo>
                    <a:lnTo>
                      <a:pt x="251" y="650"/>
                    </a:lnTo>
                    <a:lnTo>
                      <a:pt x="251" y="652"/>
                    </a:lnTo>
                    <a:lnTo>
                      <a:pt x="251" y="652"/>
                    </a:lnTo>
                    <a:lnTo>
                      <a:pt x="251" y="652"/>
                    </a:lnTo>
                    <a:lnTo>
                      <a:pt x="251" y="654"/>
                    </a:lnTo>
                    <a:lnTo>
                      <a:pt x="251" y="654"/>
                    </a:lnTo>
                    <a:lnTo>
                      <a:pt x="251" y="657"/>
                    </a:lnTo>
                    <a:lnTo>
                      <a:pt x="251" y="657"/>
                    </a:lnTo>
                    <a:lnTo>
                      <a:pt x="251" y="659"/>
                    </a:lnTo>
                    <a:lnTo>
                      <a:pt x="251" y="659"/>
                    </a:lnTo>
                    <a:lnTo>
                      <a:pt x="251" y="659"/>
                    </a:lnTo>
                    <a:lnTo>
                      <a:pt x="251" y="662"/>
                    </a:lnTo>
                    <a:lnTo>
                      <a:pt x="251" y="662"/>
                    </a:lnTo>
                    <a:lnTo>
                      <a:pt x="251" y="664"/>
                    </a:lnTo>
                    <a:lnTo>
                      <a:pt x="251" y="664"/>
                    </a:lnTo>
                    <a:lnTo>
                      <a:pt x="251" y="666"/>
                    </a:lnTo>
                    <a:lnTo>
                      <a:pt x="251" y="666"/>
                    </a:lnTo>
                    <a:lnTo>
                      <a:pt x="251" y="669"/>
                    </a:lnTo>
                    <a:lnTo>
                      <a:pt x="251" y="669"/>
                    </a:lnTo>
                    <a:lnTo>
                      <a:pt x="251" y="669"/>
                    </a:lnTo>
                    <a:lnTo>
                      <a:pt x="251" y="671"/>
                    </a:lnTo>
                    <a:lnTo>
                      <a:pt x="251" y="671"/>
                    </a:lnTo>
                    <a:lnTo>
                      <a:pt x="251" y="673"/>
                    </a:lnTo>
                    <a:lnTo>
                      <a:pt x="251" y="673"/>
                    </a:lnTo>
                    <a:lnTo>
                      <a:pt x="251" y="676"/>
                    </a:lnTo>
                    <a:lnTo>
                      <a:pt x="251" y="676"/>
                    </a:lnTo>
                    <a:lnTo>
                      <a:pt x="251" y="678"/>
                    </a:lnTo>
                    <a:lnTo>
                      <a:pt x="251" y="678"/>
                    </a:lnTo>
                    <a:lnTo>
                      <a:pt x="253" y="678"/>
                    </a:lnTo>
                    <a:lnTo>
                      <a:pt x="253" y="680"/>
                    </a:lnTo>
                    <a:lnTo>
                      <a:pt x="253" y="680"/>
                    </a:lnTo>
                    <a:lnTo>
                      <a:pt x="253" y="680"/>
                    </a:lnTo>
                    <a:lnTo>
                      <a:pt x="251" y="680"/>
                    </a:lnTo>
                    <a:lnTo>
                      <a:pt x="251" y="683"/>
                    </a:lnTo>
                    <a:lnTo>
                      <a:pt x="251" y="683"/>
                    </a:lnTo>
                    <a:lnTo>
                      <a:pt x="248" y="683"/>
                    </a:lnTo>
                    <a:lnTo>
                      <a:pt x="248" y="683"/>
                    </a:lnTo>
                    <a:lnTo>
                      <a:pt x="248" y="683"/>
                    </a:lnTo>
                    <a:lnTo>
                      <a:pt x="248" y="680"/>
                    </a:lnTo>
                    <a:lnTo>
                      <a:pt x="246" y="680"/>
                    </a:lnTo>
                    <a:lnTo>
                      <a:pt x="246" y="680"/>
                    </a:lnTo>
                    <a:lnTo>
                      <a:pt x="246" y="680"/>
                    </a:lnTo>
                    <a:lnTo>
                      <a:pt x="244" y="680"/>
                    </a:lnTo>
                    <a:lnTo>
                      <a:pt x="244" y="680"/>
                    </a:lnTo>
                    <a:lnTo>
                      <a:pt x="241" y="680"/>
                    </a:lnTo>
                    <a:lnTo>
                      <a:pt x="241" y="680"/>
                    </a:lnTo>
                    <a:lnTo>
                      <a:pt x="241" y="680"/>
                    </a:lnTo>
                    <a:lnTo>
                      <a:pt x="241" y="683"/>
                    </a:lnTo>
                    <a:lnTo>
                      <a:pt x="239" y="683"/>
                    </a:lnTo>
                    <a:lnTo>
                      <a:pt x="239" y="683"/>
                    </a:lnTo>
                    <a:lnTo>
                      <a:pt x="239" y="683"/>
                    </a:lnTo>
                    <a:lnTo>
                      <a:pt x="239" y="685"/>
                    </a:lnTo>
                    <a:lnTo>
                      <a:pt x="239" y="685"/>
                    </a:lnTo>
                    <a:lnTo>
                      <a:pt x="239" y="685"/>
                    </a:lnTo>
                    <a:lnTo>
                      <a:pt x="239" y="688"/>
                    </a:lnTo>
                    <a:lnTo>
                      <a:pt x="239" y="688"/>
                    </a:lnTo>
                    <a:lnTo>
                      <a:pt x="239" y="688"/>
                    </a:lnTo>
                    <a:lnTo>
                      <a:pt x="239" y="690"/>
                    </a:lnTo>
                    <a:lnTo>
                      <a:pt x="239" y="690"/>
                    </a:lnTo>
                    <a:lnTo>
                      <a:pt x="239" y="690"/>
                    </a:lnTo>
                    <a:lnTo>
                      <a:pt x="236" y="690"/>
                    </a:lnTo>
                    <a:lnTo>
                      <a:pt x="236" y="690"/>
                    </a:lnTo>
                    <a:lnTo>
                      <a:pt x="236" y="690"/>
                    </a:lnTo>
                    <a:lnTo>
                      <a:pt x="236" y="692"/>
                    </a:lnTo>
                    <a:lnTo>
                      <a:pt x="236" y="692"/>
                    </a:lnTo>
                    <a:lnTo>
                      <a:pt x="234" y="692"/>
                    </a:lnTo>
                    <a:lnTo>
                      <a:pt x="234" y="695"/>
                    </a:lnTo>
                    <a:lnTo>
                      <a:pt x="234" y="695"/>
                    </a:lnTo>
                    <a:lnTo>
                      <a:pt x="234" y="695"/>
                    </a:lnTo>
                    <a:lnTo>
                      <a:pt x="234" y="695"/>
                    </a:lnTo>
                    <a:lnTo>
                      <a:pt x="234" y="697"/>
                    </a:lnTo>
                    <a:lnTo>
                      <a:pt x="232" y="697"/>
                    </a:lnTo>
                    <a:lnTo>
                      <a:pt x="232" y="697"/>
                    </a:lnTo>
                    <a:lnTo>
                      <a:pt x="232" y="699"/>
                    </a:lnTo>
                    <a:lnTo>
                      <a:pt x="232" y="699"/>
                    </a:lnTo>
                    <a:lnTo>
                      <a:pt x="232" y="699"/>
                    </a:lnTo>
                    <a:lnTo>
                      <a:pt x="232" y="699"/>
                    </a:lnTo>
                    <a:lnTo>
                      <a:pt x="232" y="702"/>
                    </a:lnTo>
                    <a:lnTo>
                      <a:pt x="232" y="702"/>
                    </a:lnTo>
                    <a:lnTo>
                      <a:pt x="232" y="702"/>
                    </a:lnTo>
                    <a:lnTo>
                      <a:pt x="232" y="704"/>
                    </a:lnTo>
                    <a:lnTo>
                      <a:pt x="234" y="704"/>
                    </a:lnTo>
                    <a:lnTo>
                      <a:pt x="234" y="704"/>
                    </a:lnTo>
                    <a:lnTo>
                      <a:pt x="234" y="704"/>
                    </a:lnTo>
                    <a:lnTo>
                      <a:pt x="234" y="707"/>
                    </a:lnTo>
                    <a:lnTo>
                      <a:pt x="234" y="707"/>
                    </a:lnTo>
                    <a:lnTo>
                      <a:pt x="236" y="707"/>
                    </a:lnTo>
                    <a:lnTo>
                      <a:pt x="236" y="707"/>
                    </a:lnTo>
                    <a:lnTo>
                      <a:pt x="239" y="707"/>
                    </a:lnTo>
                    <a:lnTo>
                      <a:pt x="239" y="704"/>
                    </a:lnTo>
                    <a:lnTo>
                      <a:pt x="239" y="704"/>
                    </a:lnTo>
                    <a:lnTo>
                      <a:pt x="239" y="704"/>
                    </a:lnTo>
                    <a:lnTo>
                      <a:pt x="241" y="704"/>
                    </a:lnTo>
                    <a:lnTo>
                      <a:pt x="241" y="707"/>
                    </a:lnTo>
                    <a:lnTo>
                      <a:pt x="241" y="707"/>
                    </a:lnTo>
                    <a:lnTo>
                      <a:pt x="241" y="707"/>
                    </a:lnTo>
                    <a:lnTo>
                      <a:pt x="241" y="709"/>
                    </a:lnTo>
                    <a:lnTo>
                      <a:pt x="241" y="709"/>
                    </a:lnTo>
                    <a:lnTo>
                      <a:pt x="241" y="709"/>
                    </a:lnTo>
                    <a:lnTo>
                      <a:pt x="241" y="709"/>
                    </a:lnTo>
                    <a:lnTo>
                      <a:pt x="241" y="709"/>
                    </a:lnTo>
                    <a:lnTo>
                      <a:pt x="241" y="709"/>
                    </a:lnTo>
                    <a:lnTo>
                      <a:pt x="241" y="709"/>
                    </a:lnTo>
                    <a:lnTo>
                      <a:pt x="239" y="709"/>
                    </a:lnTo>
                    <a:lnTo>
                      <a:pt x="239" y="709"/>
                    </a:lnTo>
                    <a:lnTo>
                      <a:pt x="239" y="709"/>
                    </a:lnTo>
                    <a:lnTo>
                      <a:pt x="239" y="709"/>
                    </a:lnTo>
                    <a:lnTo>
                      <a:pt x="236" y="709"/>
                    </a:lnTo>
                    <a:lnTo>
                      <a:pt x="236" y="707"/>
                    </a:lnTo>
                    <a:lnTo>
                      <a:pt x="236" y="707"/>
                    </a:lnTo>
                    <a:lnTo>
                      <a:pt x="236" y="709"/>
                    </a:lnTo>
                    <a:lnTo>
                      <a:pt x="234" y="709"/>
                    </a:lnTo>
                    <a:lnTo>
                      <a:pt x="234" y="709"/>
                    </a:lnTo>
                    <a:lnTo>
                      <a:pt x="234" y="709"/>
                    </a:lnTo>
                    <a:lnTo>
                      <a:pt x="232" y="709"/>
                    </a:lnTo>
                    <a:lnTo>
                      <a:pt x="232" y="709"/>
                    </a:lnTo>
                    <a:lnTo>
                      <a:pt x="232" y="709"/>
                    </a:lnTo>
                    <a:lnTo>
                      <a:pt x="229" y="709"/>
                    </a:lnTo>
                    <a:lnTo>
                      <a:pt x="229" y="709"/>
                    </a:lnTo>
                    <a:lnTo>
                      <a:pt x="229" y="709"/>
                    </a:lnTo>
                    <a:lnTo>
                      <a:pt x="227" y="709"/>
                    </a:lnTo>
                    <a:lnTo>
                      <a:pt x="227" y="709"/>
                    </a:lnTo>
                    <a:lnTo>
                      <a:pt x="227" y="709"/>
                    </a:lnTo>
                    <a:lnTo>
                      <a:pt x="227" y="709"/>
                    </a:lnTo>
                    <a:lnTo>
                      <a:pt x="227" y="711"/>
                    </a:lnTo>
                    <a:lnTo>
                      <a:pt x="225" y="711"/>
                    </a:lnTo>
                    <a:lnTo>
                      <a:pt x="225" y="711"/>
                    </a:lnTo>
                    <a:lnTo>
                      <a:pt x="225" y="711"/>
                    </a:lnTo>
                    <a:lnTo>
                      <a:pt x="222" y="711"/>
                    </a:lnTo>
                    <a:lnTo>
                      <a:pt x="222" y="711"/>
                    </a:lnTo>
                    <a:lnTo>
                      <a:pt x="222" y="711"/>
                    </a:lnTo>
                    <a:lnTo>
                      <a:pt x="220" y="711"/>
                    </a:lnTo>
                    <a:lnTo>
                      <a:pt x="220" y="711"/>
                    </a:lnTo>
                    <a:lnTo>
                      <a:pt x="220" y="714"/>
                    </a:lnTo>
                    <a:lnTo>
                      <a:pt x="220" y="714"/>
                    </a:lnTo>
                    <a:lnTo>
                      <a:pt x="217" y="714"/>
                    </a:lnTo>
                    <a:lnTo>
                      <a:pt x="217" y="714"/>
                    </a:lnTo>
                    <a:lnTo>
                      <a:pt x="217" y="714"/>
                    </a:lnTo>
                    <a:lnTo>
                      <a:pt x="217" y="716"/>
                    </a:lnTo>
                    <a:lnTo>
                      <a:pt x="215" y="716"/>
                    </a:lnTo>
                    <a:lnTo>
                      <a:pt x="215" y="716"/>
                    </a:lnTo>
                    <a:lnTo>
                      <a:pt x="215" y="716"/>
                    </a:lnTo>
                    <a:lnTo>
                      <a:pt x="215" y="718"/>
                    </a:lnTo>
                    <a:lnTo>
                      <a:pt x="215" y="718"/>
                    </a:lnTo>
                    <a:lnTo>
                      <a:pt x="215" y="718"/>
                    </a:lnTo>
                    <a:lnTo>
                      <a:pt x="215" y="718"/>
                    </a:lnTo>
                    <a:lnTo>
                      <a:pt x="215" y="721"/>
                    </a:lnTo>
                    <a:lnTo>
                      <a:pt x="215" y="721"/>
                    </a:lnTo>
                    <a:lnTo>
                      <a:pt x="215" y="721"/>
                    </a:lnTo>
                    <a:lnTo>
                      <a:pt x="215" y="721"/>
                    </a:lnTo>
                    <a:lnTo>
                      <a:pt x="215" y="723"/>
                    </a:lnTo>
                    <a:lnTo>
                      <a:pt x="215" y="723"/>
                    </a:lnTo>
                    <a:lnTo>
                      <a:pt x="215" y="726"/>
                    </a:lnTo>
                    <a:lnTo>
                      <a:pt x="215" y="726"/>
                    </a:lnTo>
                    <a:lnTo>
                      <a:pt x="215" y="728"/>
                    </a:lnTo>
                    <a:lnTo>
                      <a:pt x="215" y="728"/>
                    </a:lnTo>
                    <a:lnTo>
                      <a:pt x="213" y="728"/>
                    </a:lnTo>
                    <a:lnTo>
                      <a:pt x="213" y="728"/>
                    </a:lnTo>
                    <a:lnTo>
                      <a:pt x="213" y="728"/>
                    </a:lnTo>
                    <a:lnTo>
                      <a:pt x="213" y="730"/>
                    </a:lnTo>
                    <a:lnTo>
                      <a:pt x="213" y="730"/>
                    </a:lnTo>
                    <a:lnTo>
                      <a:pt x="213" y="730"/>
                    </a:lnTo>
                    <a:lnTo>
                      <a:pt x="210" y="730"/>
                    </a:lnTo>
                    <a:lnTo>
                      <a:pt x="210" y="730"/>
                    </a:lnTo>
                    <a:lnTo>
                      <a:pt x="210" y="733"/>
                    </a:lnTo>
                    <a:lnTo>
                      <a:pt x="208" y="733"/>
                    </a:lnTo>
                    <a:lnTo>
                      <a:pt x="208" y="733"/>
                    </a:lnTo>
                    <a:lnTo>
                      <a:pt x="208" y="733"/>
                    </a:lnTo>
                    <a:lnTo>
                      <a:pt x="208" y="733"/>
                    </a:lnTo>
                    <a:lnTo>
                      <a:pt x="208" y="735"/>
                    </a:lnTo>
                    <a:lnTo>
                      <a:pt x="206" y="735"/>
                    </a:lnTo>
                    <a:lnTo>
                      <a:pt x="206" y="735"/>
                    </a:lnTo>
                    <a:lnTo>
                      <a:pt x="206" y="735"/>
                    </a:lnTo>
                    <a:lnTo>
                      <a:pt x="206" y="737"/>
                    </a:lnTo>
                    <a:lnTo>
                      <a:pt x="206" y="737"/>
                    </a:lnTo>
                    <a:lnTo>
                      <a:pt x="203" y="737"/>
                    </a:lnTo>
                    <a:lnTo>
                      <a:pt x="203" y="737"/>
                    </a:lnTo>
                    <a:lnTo>
                      <a:pt x="201" y="737"/>
                    </a:lnTo>
                    <a:lnTo>
                      <a:pt x="201" y="737"/>
                    </a:lnTo>
                    <a:lnTo>
                      <a:pt x="201" y="740"/>
                    </a:lnTo>
                    <a:lnTo>
                      <a:pt x="201" y="740"/>
                    </a:lnTo>
                    <a:lnTo>
                      <a:pt x="201" y="740"/>
                    </a:lnTo>
                    <a:lnTo>
                      <a:pt x="201" y="737"/>
                    </a:lnTo>
                    <a:lnTo>
                      <a:pt x="199" y="737"/>
                    </a:lnTo>
                    <a:lnTo>
                      <a:pt x="199" y="737"/>
                    </a:lnTo>
                    <a:lnTo>
                      <a:pt x="199" y="737"/>
                    </a:lnTo>
                    <a:lnTo>
                      <a:pt x="196" y="737"/>
                    </a:lnTo>
                    <a:lnTo>
                      <a:pt x="196" y="737"/>
                    </a:lnTo>
                    <a:lnTo>
                      <a:pt x="196" y="737"/>
                    </a:lnTo>
                    <a:lnTo>
                      <a:pt x="194" y="737"/>
                    </a:lnTo>
                    <a:lnTo>
                      <a:pt x="194" y="737"/>
                    </a:lnTo>
                    <a:lnTo>
                      <a:pt x="194" y="735"/>
                    </a:lnTo>
                    <a:lnTo>
                      <a:pt x="194" y="735"/>
                    </a:lnTo>
                    <a:lnTo>
                      <a:pt x="194" y="735"/>
                    </a:lnTo>
                    <a:lnTo>
                      <a:pt x="191" y="735"/>
                    </a:lnTo>
                    <a:lnTo>
                      <a:pt x="191" y="733"/>
                    </a:lnTo>
                    <a:lnTo>
                      <a:pt x="191" y="733"/>
                    </a:lnTo>
                    <a:lnTo>
                      <a:pt x="191" y="733"/>
                    </a:lnTo>
                    <a:lnTo>
                      <a:pt x="191" y="733"/>
                    </a:lnTo>
                    <a:lnTo>
                      <a:pt x="189" y="733"/>
                    </a:lnTo>
                    <a:lnTo>
                      <a:pt x="189" y="730"/>
                    </a:lnTo>
                    <a:lnTo>
                      <a:pt x="189" y="730"/>
                    </a:lnTo>
                    <a:lnTo>
                      <a:pt x="189" y="730"/>
                    </a:lnTo>
                    <a:lnTo>
                      <a:pt x="187" y="730"/>
                    </a:lnTo>
                    <a:lnTo>
                      <a:pt x="187" y="728"/>
                    </a:lnTo>
                    <a:lnTo>
                      <a:pt x="187" y="728"/>
                    </a:lnTo>
                    <a:lnTo>
                      <a:pt x="187" y="728"/>
                    </a:lnTo>
                    <a:lnTo>
                      <a:pt x="187" y="728"/>
                    </a:lnTo>
                    <a:lnTo>
                      <a:pt x="187" y="728"/>
                    </a:lnTo>
                    <a:lnTo>
                      <a:pt x="187" y="726"/>
                    </a:lnTo>
                    <a:lnTo>
                      <a:pt x="184" y="726"/>
                    </a:lnTo>
                    <a:lnTo>
                      <a:pt x="184" y="726"/>
                    </a:lnTo>
                    <a:lnTo>
                      <a:pt x="184" y="726"/>
                    </a:lnTo>
                    <a:lnTo>
                      <a:pt x="184" y="723"/>
                    </a:lnTo>
                    <a:lnTo>
                      <a:pt x="182" y="723"/>
                    </a:lnTo>
                    <a:lnTo>
                      <a:pt x="182" y="723"/>
                    </a:lnTo>
                    <a:lnTo>
                      <a:pt x="182" y="721"/>
                    </a:lnTo>
                    <a:lnTo>
                      <a:pt x="182" y="721"/>
                    </a:lnTo>
                    <a:lnTo>
                      <a:pt x="182" y="721"/>
                    </a:lnTo>
                    <a:lnTo>
                      <a:pt x="182" y="721"/>
                    </a:lnTo>
                    <a:lnTo>
                      <a:pt x="182" y="718"/>
                    </a:lnTo>
                    <a:lnTo>
                      <a:pt x="180" y="718"/>
                    </a:lnTo>
                    <a:lnTo>
                      <a:pt x="180" y="718"/>
                    </a:lnTo>
                    <a:lnTo>
                      <a:pt x="180" y="718"/>
                    </a:lnTo>
                    <a:lnTo>
                      <a:pt x="180" y="718"/>
                    </a:lnTo>
                    <a:lnTo>
                      <a:pt x="180" y="718"/>
                    </a:lnTo>
                    <a:lnTo>
                      <a:pt x="180" y="716"/>
                    </a:lnTo>
                    <a:lnTo>
                      <a:pt x="180" y="716"/>
                    </a:lnTo>
                    <a:lnTo>
                      <a:pt x="177" y="716"/>
                    </a:lnTo>
                    <a:lnTo>
                      <a:pt x="177" y="714"/>
                    </a:lnTo>
                    <a:lnTo>
                      <a:pt x="177" y="714"/>
                    </a:lnTo>
                    <a:lnTo>
                      <a:pt x="177" y="711"/>
                    </a:lnTo>
                    <a:lnTo>
                      <a:pt x="177" y="711"/>
                    </a:lnTo>
                    <a:lnTo>
                      <a:pt x="177" y="711"/>
                    </a:lnTo>
                    <a:lnTo>
                      <a:pt x="177" y="709"/>
                    </a:lnTo>
                    <a:lnTo>
                      <a:pt x="177" y="709"/>
                    </a:lnTo>
                    <a:lnTo>
                      <a:pt x="175" y="709"/>
                    </a:lnTo>
                    <a:lnTo>
                      <a:pt x="175" y="709"/>
                    </a:lnTo>
                    <a:lnTo>
                      <a:pt x="175" y="707"/>
                    </a:lnTo>
                    <a:lnTo>
                      <a:pt x="175" y="707"/>
                    </a:lnTo>
                    <a:lnTo>
                      <a:pt x="175" y="707"/>
                    </a:lnTo>
                    <a:lnTo>
                      <a:pt x="175" y="704"/>
                    </a:lnTo>
                    <a:lnTo>
                      <a:pt x="175" y="704"/>
                    </a:lnTo>
                    <a:lnTo>
                      <a:pt x="175" y="704"/>
                    </a:lnTo>
                    <a:lnTo>
                      <a:pt x="175" y="702"/>
                    </a:lnTo>
                    <a:lnTo>
                      <a:pt x="175" y="702"/>
                    </a:lnTo>
                    <a:lnTo>
                      <a:pt x="173" y="702"/>
                    </a:lnTo>
                    <a:lnTo>
                      <a:pt x="173" y="699"/>
                    </a:lnTo>
                    <a:lnTo>
                      <a:pt x="173" y="699"/>
                    </a:lnTo>
                    <a:lnTo>
                      <a:pt x="173" y="699"/>
                    </a:lnTo>
                    <a:lnTo>
                      <a:pt x="173" y="697"/>
                    </a:lnTo>
                    <a:lnTo>
                      <a:pt x="173" y="697"/>
                    </a:lnTo>
                    <a:lnTo>
                      <a:pt x="173" y="695"/>
                    </a:lnTo>
                    <a:lnTo>
                      <a:pt x="173" y="695"/>
                    </a:lnTo>
                    <a:lnTo>
                      <a:pt x="173" y="692"/>
                    </a:lnTo>
                    <a:lnTo>
                      <a:pt x="173" y="692"/>
                    </a:lnTo>
                    <a:lnTo>
                      <a:pt x="173" y="692"/>
                    </a:lnTo>
                    <a:lnTo>
                      <a:pt x="173" y="690"/>
                    </a:lnTo>
                    <a:lnTo>
                      <a:pt x="173" y="690"/>
                    </a:lnTo>
                    <a:lnTo>
                      <a:pt x="173" y="690"/>
                    </a:lnTo>
                    <a:lnTo>
                      <a:pt x="173" y="690"/>
                    </a:lnTo>
                    <a:lnTo>
                      <a:pt x="173" y="688"/>
                    </a:lnTo>
                    <a:lnTo>
                      <a:pt x="173" y="688"/>
                    </a:lnTo>
                    <a:lnTo>
                      <a:pt x="173" y="685"/>
                    </a:lnTo>
                    <a:lnTo>
                      <a:pt x="173" y="685"/>
                    </a:lnTo>
                    <a:lnTo>
                      <a:pt x="170" y="685"/>
                    </a:lnTo>
                    <a:lnTo>
                      <a:pt x="170" y="683"/>
                    </a:lnTo>
                    <a:lnTo>
                      <a:pt x="170" y="683"/>
                    </a:lnTo>
                    <a:lnTo>
                      <a:pt x="170" y="683"/>
                    </a:lnTo>
                    <a:lnTo>
                      <a:pt x="170" y="680"/>
                    </a:lnTo>
                    <a:lnTo>
                      <a:pt x="170" y="680"/>
                    </a:lnTo>
                    <a:lnTo>
                      <a:pt x="170" y="680"/>
                    </a:lnTo>
                    <a:lnTo>
                      <a:pt x="168" y="680"/>
                    </a:lnTo>
                    <a:lnTo>
                      <a:pt x="168" y="678"/>
                    </a:lnTo>
                    <a:lnTo>
                      <a:pt x="168" y="678"/>
                    </a:lnTo>
                    <a:lnTo>
                      <a:pt x="168" y="676"/>
                    </a:lnTo>
                    <a:lnTo>
                      <a:pt x="168" y="676"/>
                    </a:lnTo>
                    <a:lnTo>
                      <a:pt x="168" y="676"/>
                    </a:lnTo>
                    <a:lnTo>
                      <a:pt x="168" y="673"/>
                    </a:lnTo>
                    <a:lnTo>
                      <a:pt x="168" y="673"/>
                    </a:lnTo>
                    <a:lnTo>
                      <a:pt x="168" y="673"/>
                    </a:lnTo>
                    <a:lnTo>
                      <a:pt x="168" y="671"/>
                    </a:lnTo>
                    <a:lnTo>
                      <a:pt x="165" y="671"/>
                    </a:lnTo>
                    <a:lnTo>
                      <a:pt x="165" y="671"/>
                    </a:lnTo>
                    <a:lnTo>
                      <a:pt x="165" y="669"/>
                    </a:lnTo>
                    <a:lnTo>
                      <a:pt x="165" y="669"/>
                    </a:lnTo>
                    <a:lnTo>
                      <a:pt x="165" y="669"/>
                    </a:lnTo>
                    <a:lnTo>
                      <a:pt x="165" y="669"/>
                    </a:lnTo>
                    <a:lnTo>
                      <a:pt x="165" y="666"/>
                    </a:lnTo>
                    <a:lnTo>
                      <a:pt x="165" y="666"/>
                    </a:lnTo>
                    <a:lnTo>
                      <a:pt x="165" y="664"/>
                    </a:lnTo>
                    <a:lnTo>
                      <a:pt x="165" y="664"/>
                    </a:lnTo>
                    <a:lnTo>
                      <a:pt x="165" y="664"/>
                    </a:lnTo>
                    <a:lnTo>
                      <a:pt x="165" y="662"/>
                    </a:lnTo>
                    <a:lnTo>
                      <a:pt x="165" y="662"/>
                    </a:lnTo>
                    <a:lnTo>
                      <a:pt x="163" y="662"/>
                    </a:lnTo>
                    <a:lnTo>
                      <a:pt x="163" y="659"/>
                    </a:lnTo>
                    <a:lnTo>
                      <a:pt x="163" y="659"/>
                    </a:lnTo>
                    <a:lnTo>
                      <a:pt x="163" y="659"/>
                    </a:lnTo>
                    <a:lnTo>
                      <a:pt x="163" y="659"/>
                    </a:lnTo>
                    <a:lnTo>
                      <a:pt x="163" y="657"/>
                    </a:lnTo>
                    <a:lnTo>
                      <a:pt x="163" y="657"/>
                    </a:lnTo>
                    <a:lnTo>
                      <a:pt x="161" y="657"/>
                    </a:lnTo>
                    <a:lnTo>
                      <a:pt x="161" y="654"/>
                    </a:lnTo>
                    <a:lnTo>
                      <a:pt x="161" y="654"/>
                    </a:lnTo>
                    <a:lnTo>
                      <a:pt x="161" y="654"/>
                    </a:lnTo>
                    <a:lnTo>
                      <a:pt x="161" y="652"/>
                    </a:lnTo>
                    <a:lnTo>
                      <a:pt x="161" y="652"/>
                    </a:lnTo>
                    <a:lnTo>
                      <a:pt x="161" y="652"/>
                    </a:lnTo>
                    <a:lnTo>
                      <a:pt x="158" y="652"/>
                    </a:lnTo>
                    <a:lnTo>
                      <a:pt x="158" y="650"/>
                    </a:lnTo>
                    <a:lnTo>
                      <a:pt x="158" y="650"/>
                    </a:lnTo>
                    <a:lnTo>
                      <a:pt x="158" y="650"/>
                    </a:lnTo>
                    <a:lnTo>
                      <a:pt x="158" y="650"/>
                    </a:lnTo>
                    <a:lnTo>
                      <a:pt x="158" y="647"/>
                    </a:lnTo>
                    <a:lnTo>
                      <a:pt x="158" y="647"/>
                    </a:lnTo>
                    <a:lnTo>
                      <a:pt x="158" y="647"/>
                    </a:lnTo>
                    <a:lnTo>
                      <a:pt x="158" y="645"/>
                    </a:lnTo>
                    <a:lnTo>
                      <a:pt x="156" y="645"/>
                    </a:lnTo>
                    <a:lnTo>
                      <a:pt x="156" y="645"/>
                    </a:lnTo>
                    <a:lnTo>
                      <a:pt x="156" y="645"/>
                    </a:lnTo>
                    <a:lnTo>
                      <a:pt x="156" y="643"/>
                    </a:lnTo>
                    <a:lnTo>
                      <a:pt x="154" y="643"/>
                    </a:lnTo>
                    <a:lnTo>
                      <a:pt x="154" y="643"/>
                    </a:lnTo>
                    <a:lnTo>
                      <a:pt x="154" y="643"/>
                    </a:lnTo>
                    <a:lnTo>
                      <a:pt x="154" y="640"/>
                    </a:lnTo>
                    <a:lnTo>
                      <a:pt x="154" y="640"/>
                    </a:lnTo>
                    <a:lnTo>
                      <a:pt x="154" y="640"/>
                    </a:lnTo>
                    <a:lnTo>
                      <a:pt x="151" y="640"/>
                    </a:lnTo>
                    <a:lnTo>
                      <a:pt x="151" y="640"/>
                    </a:lnTo>
                    <a:lnTo>
                      <a:pt x="151" y="640"/>
                    </a:lnTo>
                    <a:lnTo>
                      <a:pt x="149" y="640"/>
                    </a:lnTo>
                    <a:lnTo>
                      <a:pt x="149" y="638"/>
                    </a:lnTo>
                    <a:lnTo>
                      <a:pt x="149" y="638"/>
                    </a:lnTo>
                    <a:lnTo>
                      <a:pt x="149" y="635"/>
                    </a:lnTo>
                    <a:lnTo>
                      <a:pt x="149" y="635"/>
                    </a:lnTo>
                    <a:lnTo>
                      <a:pt x="149" y="635"/>
                    </a:lnTo>
                    <a:lnTo>
                      <a:pt x="149" y="633"/>
                    </a:lnTo>
                    <a:lnTo>
                      <a:pt x="149" y="633"/>
                    </a:lnTo>
                    <a:lnTo>
                      <a:pt x="149" y="633"/>
                    </a:lnTo>
                    <a:lnTo>
                      <a:pt x="149" y="631"/>
                    </a:lnTo>
                    <a:lnTo>
                      <a:pt x="149" y="631"/>
                    </a:lnTo>
                    <a:lnTo>
                      <a:pt x="146" y="631"/>
                    </a:lnTo>
                    <a:lnTo>
                      <a:pt x="146" y="631"/>
                    </a:lnTo>
                    <a:lnTo>
                      <a:pt x="146" y="628"/>
                    </a:lnTo>
                    <a:lnTo>
                      <a:pt x="146" y="628"/>
                    </a:lnTo>
                    <a:lnTo>
                      <a:pt x="146" y="628"/>
                    </a:lnTo>
                    <a:lnTo>
                      <a:pt x="146" y="626"/>
                    </a:lnTo>
                    <a:lnTo>
                      <a:pt x="146" y="626"/>
                    </a:lnTo>
                    <a:lnTo>
                      <a:pt x="146" y="626"/>
                    </a:lnTo>
                    <a:lnTo>
                      <a:pt x="146" y="624"/>
                    </a:lnTo>
                    <a:lnTo>
                      <a:pt x="146" y="624"/>
                    </a:lnTo>
                    <a:lnTo>
                      <a:pt x="144" y="624"/>
                    </a:lnTo>
                    <a:lnTo>
                      <a:pt x="144" y="621"/>
                    </a:lnTo>
                    <a:lnTo>
                      <a:pt x="144" y="621"/>
                    </a:lnTo>
                    <a:lnTo>
                      <a:pt x="144" y="621"/>
                    </a:lnTo>
                    <a:lnTo>
                      <a:pt x="144" y="621"/>
                    </a:lnTo>
                    <a:lnTo>
                      <a:pt x="144" y="619"/>
                    </a:lnTo>
                    <a:lnTo>
                      <a:pt x="142" y="619"/>
                    </a:lnTo>
                    <a:lnTo>
                      <a:pt x="142" y="619"/>
                    </a:lnTo>
                    <a:lnTo>
                      <a:pt x="142" y="619"/>
                    </a:lnTo>
                    <a:lnTo>
                      <a:pt x="142" y="616"/>
                    </a:lnTo>
                    <a:lnTo>
                      <a:pt x="142" y="616"/>
                    </a:lnTo>
                    <a:lnTo>
                      <a:pt x="142" y="614"/>
                    </a:lnTo>
                    <a:lnTo>
                      <a:pt x="142" y="614"/>
                    </a:lnTo>
                    <a:lnTo>
                      <a:pt x="142" y="614"/>
                    </a:lnTo>
                    <a:lnTo>
                      <a:pt x="142" y="612"/>
                    </a:lnTo>
                    <a:lnTo>
                      <a:pt x="142" y="612"/>
                    </a:lnTo>
                    <a:lnTo>
                      <a:pt x="142" y="609"/>
                    </a:lnTo>
                    <a:lnTo>
                      <a:pt x="142" y="609"/>
                    </a:lnTo>
                    <a:lnTo>
                      <a:pt x="139" y="609"/>
                    </a:lnTo>
                    <a:lnTo>
                      <a:pt x="139" y="609"/>
                    </a:lnTo>
                    <a:lnTo>
                      <a:pt x="139" y="607"/>
                    </a:lnTo>
                    <a:lnTo>
                      <a:pt x="139" y="607"/>
                    </a:lnTo>
                    <a:lnTo>
                      <a:pt x="139" y="607"/>
                    </a:lnTo>
                    <a:lnTo>
                      <a:pt x="139" y="605"/>
                    </a:lnTo>
                    <a:lnTo>
                      <a:pt x="139" y="605"/>
                    </a:lnTo>
                    <a:lnTo>
                      <a:pt x="139" y="605"/>
                    </a:lnTo>
                    <a:lnTo>
                      <a:pt x="139" y="602"/>
                    </a:lnTo>
                    <a:lnTo>
                      <a:pt x="139" y="602"/>
                    </a:lnTo>
                    <a:lnTo>
                      <a:pt x="139" y="602"/>
                    </a:lnTo>
                    <a:lnTo>
                      <a:pt x="139" y="600"/>
                    </a:lnTo>
                    <a:lnTo>
                      <a:pt x="139" y="600"/>
                    </a:lnTo>
                    <a:lnTo>
                      <a:pt x="139" y="600"/>
                    </a:lnTo>
                    <a:lnTo>
                      <a:pt x="139" y="598"/>
                    </a:lnTo>
                    <a:lnTo>
                      <a:pt x="139" y="598"/>
                    </a:lnTo>
                    <a:lnTo>
                      <a:pt x="139" y="598"/>
                    </a:lnTo>
                    <a:lnTo>
                      <a:pt x="139" y="595"/>
                    </a:lnTo>
                    <a:lnTo>
                      <a:pt x="139" y="595"/>
                    </a:lnTo>
                    <a:lnTo>
                      <a:pt x="139" y="593"/>
                    </a:lnTo>
                    <a:lnTo>
                      <a:pt x="137" y="593"/>
                    </a:lnTo>
                    <a:lnTo>
                      <a:pt x="137" y="593"/>
                    </a:lnTo>
                    <a:lnTo>
                      <a:pt x="137" y="590"/>
                    </a:lnTo>
                    <a:lnTo>
                      <a:pt x="137" y="590"/>
                    </a:lnTo>
                    <a:lnTo>
                      <a:pt x="137" y="590"/>
                    </a:lnTo>
                    <a:lnTo>
                      <a:pt x="137" y="590"/>
                    </a:lnTo>
                    <a:lnTo>
                      <a:pt x="135" y="590"/>
                    </a:lnTo>
                    <a:lnTo>
                      <a:pt x="135" y="588"/>
                    </a:lnTo>
                    <a:lnTo>
                      <a:pt x="135" y="588"/>
                    </a:lnTo>
                    <a:lnTo>
                      <a:pt x="135" y="588"/>
                    </a:lnTo>
                    <a:lnTo>
                      <a:pt x="135" y="586"/>
                    </a:lnTo>
                    <a:lnTo>
                      <a:pt x="135" y="586"/>
                    </a:lnTo>
                    <a:lnTo>
                      <a:pt x="135" y="583"/>
                    </a:lnTo>
                    <a:lnTo>
                      <a:pt x="135" y="583"/>
                    </a:lnTo>
                    <a:lnTo>
                      <a:pt x="135" y="583"/>
                    </a:lnTo>
                    <a:lnTo>
                      <a:pt x="135" y="581"/>
                    </a:lnTo>
                    <a:lnTo>
                      <a:pt x="135" y="581"/>
                    </a:lnTo>
                    <a:lnTo>
                      <a:pt x="132" y="581"/>
                    </a:lnTo>
                    <a:lnTo>
                      <a:pt x="132" y="581"/>
                    </a:lnTo>
                    <a:lnTo>
                      <a:pt x="132" y="579"/>
                    </a:lnTo>
                    <a:lnTo>
                      <a:pt x="132" y="579"/>
                    </a:lnTo>
                    <a:lnTo>
                      <a:pt x="132" y="576"/>
                    </a:lnTo>
                    <a:lnTo>
                      <a:pt x="132" y="576"/>
                    </a:lnTo>
                    <a:lnTo>
                      <a:pt x="132" y="576"/>
                    </a:lnTo>
                    <a:lnTo>
                      <a:pt x="132" y="574"/>
                    </a:lnTo>
                    <a:lnTo>
                      <a:pt x="132" y="574"/>
                    </a:lnTo>
                    <a:lnTo>
                      <a:pt x="132" y="574"/>
                    </a:lnTo>
                    <a:lnTo>
                      <a:pt x="132" y="571"/>
                    </a:lnTo>
                    <a:lnTo>
                      <a:pt x="130" y="571"/>
                    </a:lnTo>
                    <a:lnTo>
                      <a:pt x="130" y="571"/>
                    </a:lnTo>
                    <a:lnTo>
                      <a:pt x="130" y="571"/>
                    </a:lnTo>
                    <a:lnTo>
                      <a:pt x="130" y="571"/>
                    </a:lnTo>
                    <a:lnTo>
                      <a:pt x="130" y="569"/>
                    </a:lnTo>
                    <a:lnTo>
                      <a:pt x="128" y="569"/>
                    </a:lnTo>
                    <a:lnTo>
                      <a:pt x="128" y="569"/>
                    </a:lnTo>
                    <a:lnTo>
                      <a:pt x="128" y="569"/>
                    </a:lnTo>
                    <a:lnTo>
                      <a:pt x="128" y="569"/>
                    </a:lnTo>
                    <a:lnTo>
                      <a:pt x="125" y="569"/>
                    </a:lnTo>
                    <a:lnTo>
                      <a:pt x="125" y="567"/>
                    </a:lnTo>
                    <a:lnTo>
                      <a:pt x="125" y="567"/>
                    </a:lnTo>
                    <a:lnTo>
                      <a:pt x="128" y="567"/>
                    </a:lnTo>
                    <a:lnTo>
                      <a:pt x="128" y="564"/>
                    </a:lnTo>
                    <a:lnTo>
                      <a:pt x="125" y="564"/>
                    </a:lnTo>
                    <a:lnTo>
                      <a:pt x="125" y="564"/>
                    </a:lnTo>
                    <a:lnTo>
                      <a:pt x="125" y="564"/>
                    </a:lnTo>
                    <a:lnTo>
                      <a:pt x="125" y="562"/>
                    </a:lnTo>
                    <a:lnTo>
                      <a:pt x="125" y="562"/>
                    </a:lnTo>
                    <a:lnTo>
                      <a:pt x="125" y="562"/>
                    </a:lnTo>
                    <a:lnTo>
                      <a:pt x="123" y="562"/>
                    </a:lnTo>
                    <a:lnTo>
                      <a:pt x="123" y="562"/>
                    </a:lnTo>
                    <a:lnTo>
                      <a:pt x="123" y="562"/>
                    </a:lnTo>
                    <a:lnTo>
                      <a:pt x="123" y="560"/>
                    </a:lnTo>
                    <a:lnTo>
                      <a:pt x="123" y="560"/>
                    </a:lnTo>
                    <a:lnTo>
                      <a:pt x="123" y="560"/>
                    </a:lnTo>
                    <a:lnTo>
                      <a:pt x="123" y="557"/>
                    </a:lnTo>
                    <a:lnTo>
                      <a:pt x="123" y="557"/>
                    </a:lnTo>
                    <a:lnTo>
                      <a:pt x="123" y="557"/>
                    </a:lnTo>
                    <a:lnTo>
                      <a:pt x="123" y="555"/>
                    </a:lnTo>
                    <a:lnTo>
                      <a:pt x="123" y="555"/>
                    </a:lnTo>
                    <a:lnTo>
                      <a:pt x="123" y="553"/>
                    </a:lnTo>
                    <a:lnTo>
                      <a:pt x="120" y="553"/>
                    </a:lnTo>
                    <a:lnTo>
                      <a:pt x="120" y="553"/>
                    </a:lnTo>
                    <a:lnTo>
                      <a:pt x="120" y="555"/>
                    </a:lnTo>
                    <a:lnTo>
                      <a:pt x="120" y="555"/>
                    </a:lnTo>
                    <a:lnTo>
                      <a:pt x="120" y="553"/>
                    </a:lnTo>
                    <a:lnTo>
                      <a:pt x="120" y="553"/>
                    </a:lnTo>
                    <a:lnTo>
                      <a:pt x="120" y="550"/>
                    </a:lnTo>
                    <a:lnTo>
                      <a:pt x="120" y="550"/>
                    </a:lnTo>
                    <a:lnTo>
                      <a:pt x="120" y="550"/>
                    </a:lnTo>
                    <a:lnTo>
                      <a:pt x="118" y="550"/>
                    </a:lnTo>
                    <a:lnTo>
                      <a:pt x="118" y="548"/>
                    </a:lnTo>
                    <a:lnTo>
                      <a:pt x="118" y="548"/>
                    </a:lnTo>
                    <a:lnTo>
                      <a:pt x="118" y="545"/>
                    </a:lnTo>
                    <a:lnTo>
                      <a:pt x="118" y="545"/>
                    </a:lnTo>
                    <a:lnTo>
                      <a:pt x="118" y="545"/>
                    </a:lnTo>
                    <a:lnTo>
                      <a:pt x="118" y="543"/>
                    </a:lnTo>
                    <a:lnTo>
                      <a:pt x="118" y="543"/>
                    </a:lnTo>
                    <a:lnTo>
                      <a:pt x="118" y="543"/>
                    </a:lnTo>
                    <a:lnTo>
                      <a:pt x="118" y="541"/>
                    </a:lnTo>
                    <a:lnTo>
                      <a:pt x="118" y="541"/>
                    </a:lnTo>
                    <a:lnTo>
                      <a:pt x="116" y="541"/>
                    </a:lnTo>
                    <a:lnTo>
                      <a:pt x="116" y="541"/>
                    </a:lnTo>
                    <a:lnTo>
                      <a:pt x="116" y="541"/>
                    </a:lnTo>
                    <a:lnTo>
                      <a:pt x="116" y="538"/>
                    </a:lnTo>
                    <a:lnTo>
                      <a:pt x="113" y="538"/>
                    </a:lnTo>
                    <a:lnTo>
                      <a:pt x="113" y="538"/>
                    </a:lnTo>
                    <a:lnTo>
                      <a:pt x="113" y="541"/>
                    </a:lnTo>
                    <a:lnTo>
                      <a:pt x="113" y="541"/>
                    </a:lnTo>
                    <a:lnTo>
                      <a:pt x="113" y="538"/>
                    </a:lnTo>
                    <a:lnTo>
                      <a:pt x="113" y="538"/>
                    </a:lnTo>
                    <a:lnTo>
                      <a:pt x="113" y="536"/>
                    </a:lnTo>
                    <a:lnTo>
                      <a:pt x="113" y="536"/>
                    </a:lnTo>
                    <a:lnTo>
                      <a:pt x="113" y="536"/>
                    </a:lnTo>
                    <a:lnTo>
                      <a:pt x="113" y="536"/>
                    </a:lnTo>
                    <a:lnTo>
                      <a:pt x="113" y="534"/>
                    </a:lnTo>
                    <a:lnTo>
                      <a:pt x="113" y="534"/>
                    </a:lnTo>
                    <a:lnTo>
                      <a:pt x="113" y="531"/>
                    </a:lnTo>
                    <a:lnTo>
                      <a:pt x="113" y="531"/>
                    </a:lnTo>
                    <a:lnTo>
                      <a:pt x="111" y="531"/>
                    </a:lnTo>
                    <a:lnTo>
                      <a:pt x="111" y="531"/>
                    </a:lnTo>
                    <a:lnTo>
                      <a:pt x="111" y="529"/>
                    </a:lnTo>
                    <a:lnTo>
                      <a:pt x="111" y="529"/>
                    </a:lnTo>
                    <a:lnTo>
                      <a:pt x="111" y="529"/>
                    </a:lnTo>
                    <a:lnTo>
                      <a:pt x="111" y="526"/>
                    </a:lnTo>
                    <a:lnTo>
                      <a:pt x="111" y="526"/>
                    </a:lnTo>
                    <a:lnTo>
                      <a:pt x="111" y="524"/>
                    </a:lnTo>
                    <a:lnTo>
                      <a:pt x="109" y="524"/>
                    </a:lnTo>
                    <a:lnTo>
                      <a:pt x="109" y="524"/>
                    </a:lnTo>
                    <a:lnTo>
                      <a:pt x="109" y="522"/>
                    </a:lnTo>
                    <a:lnTo>
                      <a:pt x="109" y="522"/>
                    </a:lnTo>
                    <a:lnTo>
                      <a:pt x="109" y="522"/>
                    </a:lnTo>
                    <a:lnTo>
                      <a:pt x="109" y="519"/>
                    </a:lnTo>
                    <a:lnTo>
                      <a:pt x="109" y="519"/>
                    </a:lnTo>
                    <a:lnTo>
                      <a:pt x="109" y="517"/>
                    </a:lnTo>
                    <a:lnTo>
                      <a:pt x="109" y="517"/>
                    </a:lnTo>
                    <a:lnTo>
                      <a:pt x="109" y="517"/>
                    </a:lnTo>
                    <a:lnTo>
                      <a:pt x="109" y="515"/>
                    </a:lnTo>
                    <a:lnTo>
                      <a:pt x="109" y="515"/>
                    </a:lnTo>
                    <a:lnTo>
                      <a:pt x="109" y="512"/>
                    </a:lnTo>
                    <a:lnTo>
                      <a:pt x="109" y="512"/>
                    </a:lnTo>
                    <a:lnTo>
                      <a:pt x="109" y="512"/>
                    </a:lnTo>
                    <a:lnTo>
                      <a:pt x="109" y="510"/>
                    </a:lnTo>
                    <a:lnTo>
                      <a:pt x="109" y="510"/>
                    </a:lnTo>
                    <a:lnTo>
                      <a:pt x="109" y="507"/>
                    </a:lnTo>
                    <a:lnTo>
                      <a:pt x="109" y="507"/>
                    </a:lnTo>
                    <a:lnTo>
                      <a:pt x="109" y="507"/>
                    </a:lnTo>
                    <a:lnTo>
                      <a:pt x="109" y="505"/>
                    </a:lnTo>
                    <a:lnTo>
                      <a:pt x="109" y="505"/>
                    </a:lnTo>
                    <a:lnTo>
                      <a:pt x="106" y="505"/>
                    </a:lnTo>
                    <a:lnTo>
                      <a:pt x="106" y="503"/>
                    </a:lnTo>
                    <a:lnTo>
                      <a:pt x="106" y="503"/>
                    </a:lnTo>
                    <a:lnTo>
                      <a:pt x="109" y="503"/>
                    </a:lnTo>
                    <a:lnTo>
                      <a:pt x="109" y="500"/>
                    </a:lnTo>
                    <a:lnTo>
                      <a:pt x="106" y="500"/>
                    </a:lnTo>
                    <a:lnTo>
                      <a:pt x="106" y="500"/>
                    </a:lnTo>
                    <a:lnTo>
                      <a:pt x="106" y="500"/>
                    </a:lnTo>
                    <a:lnTo>
                      <a:pt x="106" y="498"/>
                    </a:lnTo>
                    <a:lnTo>
                      <a:pt x="106" y="498"/>
                    </a:lnTo>
                    <a:lnTo>
                      <a:pt x="106" y="498"/>
                    </a:lnTo>
                    <a:lnTo>
                      <a:pt x="106" y="496"/>
                    </a:lnTo>
                    <a:lnTo>
                      <a:pt x="106" y="496"/>
                    </a:lnTo>
                    <a:lnTo>
                      <a:pt x="106" y="493"/>
                    </a:lnTo>
                    <a:lnTo>
                      <a:pt x="106" y="493"/>
                    </a:lnTo>
                    <a:lnTo>
                      <a:pt x="106" y="493"/>
                    </a:lnTo>
                    <a:lnTo>
                      <a:pt x="106" y="493"/>
                    </a:lnTo>
                    <a:lnTo>
                      <a:pt x="106" y="491"/>
                    </a:lnTo>
                    <a:lnTo>
                      <a:pt x="106" y="491"/>
                    </a:lnTo>
                    <a:lnTo>
                      <a:pt x="106" y="491"/>
                    </a:lnTo>
                    <a:lnTo>
                      <a:pt x="106" y="491"/>
                    </a:lnTo>
                    <a:lnTo>
                      <a:pt x="104" y="491"/>
                    </a:lnTo>
                    <a:lnTo>
                      <a:pt x="104" y="489"/>
                    </a:lnTo>
                    <a:lnTo>
                      <a:pt x="104" y="489"/>
                    </a:lnTo>
                    <a:lnTo>
                      <a:pt x="104" y="489"/>
                    </a:lnTo>
                    <a:lnTo>
                      <a:pt x="104" y="486"/>
                    </a:lnTo>
                    <a:lnTo>
                      <a:pt x="104" y="486"/>
                    </a:lnTo>
                    <a:lnTo>
                      <a:pt x="104" y="484"/>
                    </a:lnTo>
                    <a:lnTo>
                      <a:pt x="101" y="484"/>
                    </a:lnTo>
                    <a:lnTo>
                      <a:pt x="101" y="484"/>
                    </a:lnTo>
                    <a:lnTo>
                      <a:pt x="101" y="481"/>
                    </a:lnTo>
                    <a:lnTo>
                      <a:pt x="101" y="481"/>
                    </a:lnTo>
                    <a:lnTo>
                      <a:pt x="101" y="481"/>
                    </a:lnTo>
                    <a:lnTo>
                      <a:pt x="101" y="481"/>
                    </a:lnTo>
                    <a:lnTo>
                      <a:pt x="101" y="479"/>
                    </a:lnTo>
                    <a:lnTo>
                      <a:pt x="101" y="479"/>
                    </a:lnTo>
                    <a:lnTo>
                      <a:pt x="101" y="477"/>
                    </a:lnTo>
                    <a:lnTo>
                      <a:pt x="101" y="477"/>
                    </a:lnTo>
                    <a:lnTo>
                      <a:pt x="101" y="477"/>
                    </a:lnTo>
                    <a:lnTo>
                      <a:pt x="101" y="474"/>
                    </a:lnTo>
                    <a:lnTo>
                      <a:pt x="101" y="474"/>
                    </a:lnTo>
                    <a:lnTo>
                      <a:pt x="101" y="472"/>
                    </a:lnTo>
                    <a:lnTo>
                      <a:pt x="101" y="472"/>
                    </a:lnTo>
                    <a:lnTo>
                      <a:pt x="101" y="472"/>
                    </a:lnTo>
                    <a:lnTo>
                      <a:pt x="101" y="470"/>
                    </a:lnTo>
                    <a:lnTo>
                      <a:pt x="99" y="470"/>
                    </a:lnTo>
                    <a:lnTo>
                      <a:pt x="99" y="470"/>
                    </a:lnTo>
                    <a:lnTo>
                      <a:pt x="99" y="470"/>
                    </a:lnTo>
                    <a:lnTo>
                      <a:pt x="99" y="467"/>
                    </a:lnTo>
                    <a:lnTo>
                      <a:pt x="99" y="467"/>
                    </a:lnTo>
                    <a:lnTo>
                      <a:pt x="99" y="467"/>
                    </a:lnTo>
                    <a:lnTo>
                      <a:pt x="99" y="465"/>
                    </a:lnTo>
                    <a:lnTo>
                      <a:pt x="99" y="465"/>
                    </a:lnTo>
                    <a:lnTo>
                      <a:pt x="101" y="465"/>
                    </a:lnTo>
                    <a:lnTo>
                      <a:pt x="101" y="462"/>
                    </a:lnTo>
                    <a:lnTo>
                      <a:pt x="101" y="462"/>
                    </a:lnTo>
                    <a:lnTo>
                      <a:pt x="99" y="462"/>
                    </a:lnTo>
                    <a:lnTo>
                      <a:pt x="99" y="462"/>
                    </a:lnTo>
                    <a:lnTo>
                      <a:pt x="99" y="462"/>
                    </a:lnTo>
                    <a:lnTo>
                      <a:pt x="99" y="462"/>
                    </a:lnTo>
                    <a:lnTo>
                      <a:pt x="99" y="462"/>
                    </a:lnTo>
                    <a:lnTo>
                      <a:pt x="99" y="460"/>
                    </a:lnTo>
                    <a:lnTo>
                      <a:pt x="99" y="460"/>
                    </a:lnTo>
                    <a:lnTo>
                      <a:pt x="99" y="458"/>
                    </a:lnTo>
                    <a:lnTo>
                      <a:pt x="99" y="458"/>
                    </a:lnTo>
                    <a:lnTo>
                      <a:pt x="99" y="458"/>
                    </a:lnTo>
                    <a:lnTo>
                      <a:pt x="99" y="455"/>
                    </a:lnTo>
                    <a:lnTo>
                      <a:pt x="99" y="455"/>
                    </a:lnTo>
                    <a:lnTo>
                      <a:pt x="99" y="453"/>
                    </a:lnTo>
                    <a:lnTo>
                      <a:pt x="99" y="453"/>
                    </a:lnTo>
                    <a:lnTo>
                      <a:pt x="99" y="453"/>
                    </a:lnTo>
                    <a:lnTo>
                      <a:pt x="99" y="451"/>
                    </a:lnTo>
                    <a:lnTo>
                      <a:pt x="99" y="451"/>
                    </a:lnTo>
                    <a:lnTo>
                      <a:pt x="97" y="451"/>
                    </a:lnTo>
                    <a:lnTo>
                      <a:pt x="97" y="448"/>
                    </a:lnTo>
                    <a:lnTo>
                      <a:pt x="97" y="448"/>
                    </a:lnTo>
                    <a:lnTo>
                      <a:pt x="97" y="446"/>
                    </a:lnTo>
                    <a:lnTo>
                      <a:pt x="97" y="446"/>
                    </a:lnTo>
                    <a:lnTo>
                      <a:pt x="97" y="443"/>
                    </a:lnTo>
                    <a:lnTo>
                      <a:pt x="97" y="443"/>
                    </a:lnTo>
                    <a:lnTo>
                      <a:pt x="97" y="443"/>
                    </a:lnTo>
                    <a:lnTo>
                      <a:pt x="97" y="443"/>
                    </a:lnTo>
                    <a:lnTo>
                      <a:pt x="97" y="441"/>
                    </a:lnTo>
                    <a:lnTo>
                      <a:pt x="97" y="441"/>
                    </a:lnTo>
                    <a:lnTo>
                      <a:pt x="94" y="441"/>
                    </a:lnTo>
                    <a:lnTo>
                      <a:pt x="94" y="439"/>
                    </a:lnTo>
                    <a:lnTo>
                      <a:pt x="94" y="439"/>
                    </a:lnTo>
                    <a:lnTo>
                      <a:pt x="97" y="439"/>
                    </a:lnTo>
                    <a:lnTo>
                      <a:pt x="97" y="436"/>
                    </a:lnTo>
                    <a:lnTo>
                      <a:pt x="97" y="436"/>
                    </a:lnTo>
                    <a:lnTo>
                      <a:pt x="97" y="434"/>
                    </a:lnTo>
                    <a:lnTo>
                      <a:pt x="97" y="434"/>
                    </a:lnTo>
                    <a:lnTo>
                      <a:pt x="97" y="434"/>
                    </a:lnTo>
                    <a:lnTo>
                      <a:pt x="97" y="434"/>
                    </a:lnTo>
                    <a:lnTo>
                      <a:pt x="97" y="432"/>
                    </a:lnTo>
                    <a:lnTo>
                      <a:pt x="97" y="432"/>
                    </a:lnTo>
                    <a:lnTo>
                      <a:pt x="97" y="432"/>
                    </a:lnTo>
                    <a:lnTo>
                      <a:pt x="97" y="432"/>
                    </a:lnTo>
                    <a:lnTo>
                      <a:pt x="97" y="429"/>
                    </a:lnTo>
                    <a:lnTo>
                      <a:pt x="97" y="429"/>
                    </a:lnTo>
                    <a:lnTo>
                      <a:pt x="97" y="427"/>
                    </a:lnTo>
                    <a:lnTo>
                      <a:pt x="99" y="427"/>
                    </a:lnTo>
                    <a:lnTo>
                      <a:pt x="99" y="427"/>
                    </a:lnTo>
                    <a:lnTo>
                      <a:pt x="99" y="425"/>
                    </a:lnTo>
                    <a:lnTo>
                      <a:pt x="99" y="425"/>
                    </a:lnTo>
                    <a:lnTo>
                      <a:pt x="99" y="425"/>
                    </a:lnTo>
                    <a:lnTo>
                      <a:pt x="99" y="422"/>
                    </a:lnTo>
                    <a:lnTo>
                      <a:pt x="99" y="422"/>
                    </a:lnTo>
                    <a:lnTo>
                      <a:pt x="99" y="422"/>
                    </a:lnTo>
                    <a:lnTo>
                      <a:pt x="101" y="422"/>
                    </a:lnTo>
                    <a:lnTo>
                      <a:pt x="101" y="422"/>
                    </a:lnTo>
                    <a:lnTo>
                      <a:pt x="101" y="420"/>
                    </a:lnTo>
                    <a:lnTo>
                      <a:pt x="101" y="420"/>
                    </a:lnTo>
                    <a:lnTo>
                      <a:pt x="99" y="420"/>
                    </a:lnTo>
                    <a:lnTo>
                      <a:pt x="99" y="417"/>
                    </a:lnTo>
                    <a:lnTo>
                      <a:pt x="99" y="417"/>
                    </a:lnTo>
                    <a:lnTo>
                      <a:pt x="99" y="415"/>
                    </a:lnTo>
                    <a:lnTo>
                      <a:pt x="99" y="415"/>
                    </a:lnTo>
                    <a:lnTo>
                      <a:pt x="99" y="415"/>
                    </a:lnTo>
                    <a:lnTo>
                      <a:pt x="99" y="413"/>
                    </a:lnTo>
                    <a:lnTo>
                      <a:pt x="99" y="413"/>
                    </a:lnTo>
                    <a:lnTo>
                      <a:pt x="99" y="413"/>
                    </a:lnTo>
                    <a:lnTo>
                      <a:pt x="99" y="413"/>
                    </a:lnTo>
                    <a:lnTo>
                      <a:pt x="97" y="413"/>
                    </a:lnTo>
                    <a:lnTo>
                      <a:pt x="97" y="410"/>
                    </a:lnTo>
                    <a:lnTo>
                      <a:pt x="97" y="410"/>
                    </a:lnTo>
                    <a:lnTo>
                      <a:pt x="97" y="408"/>
                    </a:lnTo>
                    <a:lnTo>
                      <a:pt x="97" y="408"/>
                    </a:lnTo>
                    <a:lnTo>
                      <a:pt x="94" y="408"/>
                    </a:lnTo>
                    <a:lnTo>
                      <a:pt x="94" y="408"/>
                    </a:lnTo>
                    <a:lnTo>
                      <a:pt x="94" y="408"/>
                    </a:lnTo>
                    <a:lnTo>
                      <a:pt x="94" y="406"/>
                    </a:lnTo>
                    <a:lnTo>
                      <a:pt x="94" y="406"/>
                    </a:lnTo>
                    <a:lnTo>
                      <a:pt x="94" y="403"/>
                    </a:lnTo>
                    <a:lnTo>
                      <a:pt x="94" y="403"/>
                    </a:lnTo>
                    <a:lnTo>
                      <a:pt x="94" y="403"/>
                    </a:lnTo>
                    <a:lnTo>
                      <a:pt x="94" y="401"/>
                    </a:lnTo>
                    <a:lnTo>
                      <a:pt x="94" y="401"/>
                    </a:lnTo>
                    <a:lnTo>
                      <a:pt x="94" y="401"/>
                    </a:lnTo>
                    <a:lnTo>
                      <a:pt x="94" y="398"/>
                    </a:lnTo>
                    <a:lnTo>
                      <a:pt x="94" y="398"/>
                    </a:lnTo>
                    <a:lnTo>
                      <a:pt x="94" y="396"/>
                    </a:lnTo>
                    <a:lnTo>
                      <a:pt x="97" y="396"/>
                    </a:lnTo>
                    <a:lnTo>
                      <a:pt x="97" y="396"/>
                    </a:lnTo>
                    <a:lnTo>
                      <a:pt x="94" y="396"/>
                    </a:lnTo>
                    <a:lnTo>
                      <a:pt x="94" y="396"/>
                    </a:lnTo>
                    <a:lnTo>
                      <a:pt x="94" y="394"/>
                    </a:lnTo>
                    <a:lnTo>
                      <a:pt x="94" y="394"/>
                    </a:lnTo>
                    <a:lnTo>
                      <a:pt x="94" y="394"/>
                    </a:lnTo>
                    <a:lnTo>
                      <a:pt x="92" y="394"/>
                    </a:lnTo>
                    <a:lnTo>
                      <a:pt x="92" y="394"/>
                    </a:lnTo>
                    <a:lnTo>
                      <a:pt x="92" y="391"/>
                    </a:lnTo>
                    <a:lnTo>
                      <a:pt x="92" y="391"/>
                    </a:lnTo>
                    <a:lnTo>
                      <a:pt x="94" y="391"/>
                    </a:lnTo>
                    <a:lnTo>
                      <a:pt x="94" y="389"/>
                    </a:lnTo>
                    <a:lnTo>
                      <a:pt x="94" y="389"/>
                    </a:lnTo>
                    <a:lnTo>
                      <a:pt x="94" y="389"/>
                    </a:lnTo>
                    <a:lnTo>
                      <a:pt x="94" y="389"/>
                    </a:lnTo>
                    <a:lnTo>
                      <a:pt x="94" y="387"/>
                    </a:lnTo>
                    <a:lnTo>
                      <a:pt x="94" y="387"/>
                    </a:lnTo>
                    <a:lnTo>
                      <a:pt x="94" y="387"/>
                    </a:lnTo>
                    <a:lnTo>
                      <a:pt x="94" y="387"/>
                    </a:lnTo>
                    <a:lnTo>
                      <a:pt x="94" y="387"/>
                    </a:lnTo>
                    <a:lnTo>
                      <a:pt x="92" y="387"/>
                    </a:lnTo>
                    <a:lnTo>
                      <a:pt x="92" y="387"/>
                    </a:lnTo>
                    <a:lnTo>
                      <a:pt x="92" y="384"/>
                    </a:lnTo>
                    <a:lnTo>
                      <a:pt x="92" y="384"/>
                    </a:lnTo>
                    <a:lnTo>
                      <a:pt x="92" y="382"/>
                    </a:lnTo>
                    <a:lnTo>
                      <a:pt x="92" y="382"/>
                    </a:lnTo>
                    <a:lnTo>
                      <a:pt x="92" y="382"/>
                    </a:lnTo>
                    <a:lnTo>
                      <a:pt x="92" y="380"/>
                    </a:lnTo>
                    <a:lnTo>
                      <a:pt x="92" y="380"/>
                    </a:lnTo>
                    <a:lnTo>
                      <a:pt x="92" y="380"/>
                    </a:lnTo>
                    <a:lnTo>
                      <a:pt x="92" y="382"/>
                    </a:lnTo>
                    <a:lnTo>
                      <a:pt x="90" y="382"/>
                    </a:lnTo>
                    <a:lnTo>
                      <a:pt x="90" y="382"/>
                    </a:lnTo>
                    <a:lnTo>
                      <a:pt x="90" y="382"/>
                    </a:lnTo>
                    <a:lnTo>
                      <a:pt x="90" y="382"/>
                    </a:lnTo>
                    <a:lnTo>
                      <a:pt x="87" y="382"/>
                    </a:lnTo>
                    <a:lnTo>
                      <a:pt x="87" y="384"/>
                    </a:lnTo>
                    <a:lnTo>
                      <a:pt x="87" y="384"/>
                    </a:lnTo>
                    <a:lnTo>
                      <a:pt x="87" y="384"/>
                    </a:lnTo>
                    <a:lnTo>
                      <a:pt x="87" y="387"/>
                    </a:lnTo>
                    <a:lnTo>
                      <a:pt x="87" y="387"/>
                    </a:lnTo>
                    <a:lnTo>
                      <a:pt x="87" y="387"/>
                    </a:lnTo>
                    <a:lnTo>
                      <a:pt x="87" y="387"/>
                    </a:lnTo>
                    <a:lnTo>
                      <a:pt x="87" y="389"/>
                    </a:lnTo>
                    <a:lnTo>
                      <a:pt x="87" y="389"/>
                    </a:lnTo>
                    <a:lnTo>
                      <a:pt x="87" y="391"/>
                    </a:lnTo>
                    <a:lnTo>
                      <a:pt x="87" y="391"/>
                    </a:lnTo>
                    <a:lnTo>
                      <a:pt x="87" y="391"/>
                    </a:lnTo>
                    <a:lnTo>
                      <a:pt x="87" y="394"/>
                    </a:lnTo>
                    <a:lnTo>
                      <a:pt x="90" y="394"/>
                    </a:lnTo>
                    <a:lnTo>
                      <a:pt x="90" y="394"/>
                    </a:lnTo>
                    <a:lnTo>
                      <a:pt x="90" y="394"/>
                    </a:lnTo>
                    <a:lnTo>
                      <a:pt x="90" y="394"/>
                    </a:lnTo>
                    <a:lnTo>
                      <a:pt x="90" y="394"/>
                    </a:lnTo>
                    <a:lnTo>
                      <a:pt x="87" y="394"/>
                    </a:lnTo>
                    <a:lnTo>
                      <a:pt x="87" y="396"/>
                    </a:lnTo>
                    <a:lnTo>
                      <a:pt x="87" y="396"/>
                    </a:lnTo>
                    <a:lnTo>
                      <a:pt x="87" y="398"/>
                    </a:lnTo>
                    <a:lnTo>
                      <a:pt x="87" y="398"/>
                    </a:lnTo>
                    <a:lnTo>
                      <a:pt x="87" y="398"/>
                    </a:lnTo>
                    <a:lnTo>
                      <a:pt x="87" y="398"/>
                    </a:lnTo>
                    <a:lnTo>
                      <a:pt x="87" y="401"/>
                    </a:lnTo>
                    <a:lnTo>
                      <a:pt x="87" y="401"/>
                    </a:lnTo>
                    <a:lnTo>
                      <a:pt x="85" y="401"/>
                    </a:lnTo>
                    <a:lnTo>
                      <a:pt x="85" y="403"/>
                    </a:lnTo>
                    <a:lnTo>
                      <a:pt x="85" y="403"/>
                    </a:lnTo>
                    <a:lnTo>
                      <a:pt x="85" y="403"/>
                    </a:lnTo>
                    <a:lnTo>
                      <a:pt x="85" y="403"/>
                    </a:lnTo>
                    <a:lnTo>
                      <a:pt x="85" y="406"/>
                    </a:lnTo>
                    <a:lnTo>
                      <a:pt x="85" y="406"/>
                    </a:lnTo>
                    <a:lnTo>
                      <a:pt x="83" y="406"/>
                    </a:lnTo>
                    <a:lnTo>
                      <a:pt x="83" y="406"/>
                    </a:lnTo>
                    <a:lnTo>
                      <a:pt x="83" y="406"/>
                    </a:lnTo>
                    <a:lnTo>
                      <a:pt x="83" y="408"/>
                    </a:lnTo>
                    <a:lnTo>
                      <a:pt x="80" y="408"/>
                    </a:lnTo>
                    <a:lnTo>
                      <a:pt x="80" y="408"/>
                    </a:lnTo>
                    <a:lnTo>
                      <a:pt x="80" y="408"/>
                    </a:lnTo>
                    <a:lnTo>
                      <a:pt x="80" y="408"/>
                    </a:lnTo>
                    <a:lnTo>
                      <a:pt x="78" y="408"/>
                    </a:lnTo>
                    <a:lnTo>
                      <a:pt x="78" y="410"/>
                    </a:lnTo>
                    <a:lnTo>
                      <a:pt x="78" y="410"/>
                    </a:lnTo>
                    <a:lnTo>
                      <a:pt x="75" y="410"/>
                    </a:lnTo>
                    <a:lnTo>
                      <a:pt x="75" y="410"/>
                    </a:lnTo>
                    <a:lnTo>
                      <a:pt x="75" y="410"/>
                    </a:lnTo>
                    <a:lnTo>
                      <a:pt x="75" y="410"/>
                    </a:lnTo>
                    <a:lnTo>
                      <a:pt x="73" y="410"/>
                    </a:lnTo>
                    <a:lnTo>
                      <a:pt x="73" y="410"/>
                    </a:lnTo>
                    <a:lnTo>
                      <a:pt x="73" y="413"/>
                    </a:lnTo>
                    <a:lnTo>
                      <a:pt x="73" y="413"/>
                    </a:lnTo>
                    <a:lnTo>
                      <a:pt x="71" y="413"/>
                    </a:lnTo>
                    <a:lnTo>
                      <a:pt x="71" y="413"/>
                    </a:lnTo>
                    <a:lnTo>
                      <a:pt x="71" y="413"/>
                    </a:lnTo>
                    <a:lnTo>
                      <a:pt x="71" y="413"/>
                    </a:lnTo>
                    <a:lnTo>
                      <a:pt x="68" y="413"/>
                    </a:lnTo>
                    <a:lnTo>
                      <a:pt x="68" y="413"/>
                    </a:lnTo>
                    <a:lnTo>
                      <a:pt x="68" y="413"/>
                    </a:lnTo>
                    <a:lnTo>
                      <a:pt x="68" y="415"/>
                    </a:lnTo>
                    <a:lnTo>
                      <a:pt x="66" y="415"/>
                    </a:lnTo>
                    <a:lnTo>
                      <a:pt x="66" y="415"/>
                    </a:lnTo>
                    <a:lnTo>
                      <a:pt x="66" y="415"/>
                    </a:lnTo>
                    <a:lnTo>
                      <a:pt x="66" y="415"/>
                    </a:lnTo>
                    <a:lnTo>
                      <a:pt x="64" y="415"/>
                    </a:lnTo>
                    <a:lnTo>
                      <a:pt x="64" y="415"/>
                    </a:lnTo>
                    <a:lnTo>
                      <a:pt x="61" y="415"/>
                    </a:lnTo>
                    <a:lnTo>
                      <a:pt x="61" y="417"/>
                    </a:lnTo>
                    <a:lnTo>
                      <a:pt x="61" y="417"/>
                    </a:lnTo>
                    <a:lnTo>
                      <a:pt x="61" y="417"/>
                    </a:lnTo>
                    <a:lnTo>
                      <a:pt x="61" y="417"/>
                    </a:lnTo>
                    <a:lnTo>
                      <a:pt x="59" y="417"/>
                    </a:lnTo>
                    <a:lnTo>
                      <a:pt x="59" y="417"/>
                    </a:lnTo>
                    <a:lnTo>
                      <a:pt x="59" y="417"/>
                    </a:lnTo>
                    <a:lnTo>
                      <a:pt x="57" y="417"/>
                    </a:lnTo>
                    <a:lnTo>
                      <a:pt x="57" y="417"/>
                    </a:lnTo>
                    <a:lnTo>
                      <a:pt x="54" y="417"/>
                    </a:lnTo>
                    <a:lnTo>
                      <a:pt x="54" y="417"/>
                    </a:lnTo>
                    <a:lnTo>
                      <a:pt x="54" y="417"/>
                    </a:lnTo>
                    <a:lnTo>
                      <a:pt x="54" y="417"/>
                    </a:lnTo>
                    <a:lnTo>
                      <a:pt x="54" y="415"/>
                    </a:lnTo>
                    <a:lnTo>
                      <a:pt x="52" y="415"/>
                    </a:lnTo>
                    <a:lnTo>
                      <a:pt x="52" y="415"/>
                    </a:lnTo>
                    <a:lnTo>
                      <a:pt x="52" y="415"/>
                    </a:lnTo>
                    <a:lnTo>
                      <a:pt x="52" y="415"/>
                    </a:lnTo>
                    <a:lnTo>
                      <a:pt x="49" y="415"/>
                    </a:lnTo>
                    <a:lnTo>
                      <a:pt x="49" y="415"/>
                    </a:lnTo>
                    <a:lnTo>
                      <a:pt x="49" y="413"/>
                    </a:lnTo>
                    <a:lnTo>
                      <a:pt x="47" y="413"/>
                    </a:lnTo>
                    <a:lnTo>
                      <a:pt x="47" y="413"/>
                    </a:lnTo>
                    <a:lnTo>
                      <a:pt x="47" y="413"/>
                    </a:lnTo>
                    <a:lnTo>
                      <a:pt x="47" y="413"/>
                    </a:lnTo>
                    <a:lnTo>
                      <a:pt x="47" y="413"/>
                    </a:lnTo>
                    <a:lnTo>
                      <a:pt x="45" y="413"/>
                    </a:lnTo>
                    <a:lnTo>
                      <a:pt x="45" y="413"/>
                    </a:lnTo>
                    <a:lnTo>
                      <a:pt x="45" y="410"/>
                    </a:lnTo>
                    <a:lnTo>
                      <a:pt x="42" y="410"/>
                    </a:lnTo>
                    <a:lnTo>
                      <a:pt x="42" y="410"/>
                    </a:lnTo>
                    <a:lnTo>
                      <a:pt x="42" y="410"/>
                    </a:lnTo>
                    <a:lnTo>
                      <a:pt x="42" y="408"/>
                    </a:lnTo>
                    <a:lnTo>
                      <a:pt x="42" y="408"/>
                    </a:lnTo>
                    <a:lnTo>
                      <a:pt x="42" y="408"/>
                    </a:lnTo>
                    <a:lnTo>
                      <a:pt x="40" y="408"/>
                    </a:lnTo>
                    <a:lnTo>
                      <a:pt x="40" y="408"/>
                    </a:lnTo>
                    <a:lnTo>
                      <a:pt x="40" y="406"/>
                    </a:lnTo>
                    <a:lnTo>
                      <a:pt x="40" y="406"/>
                    </a:lnTo>
                    <a:lnTo>
                      <a:pt x="40" y="406"/>
                    </a:lnTo>
                    <a:lnTo>
                      <a:pt x="38" y="406"/>
                    </a:lnTo>
                    <a:lnTo>
                      <a:pt x="38" y="403"/>
                    </a:lnTo>
                    <a:lnTo>
                      <a:pt x="38" y="403"/>
                    </a:lnTo>
                    <a:lnTo>
                      <a:pt x="38" y="403"/>
                    </a:lnTo>
                    <a:lnTo>
                      <a:pt x="38" y="403"/>
                    </a:lnTo>
                    <a:lnTo>
                      <a:pt x="35" y="403"/>
                    </a:lnTo>
                    <a:lnTo>
                      <a:pt x="35" y="401"/>
                    </a:lnTo>
                    <a:lnTo>
                      <a:pt x="35" y="401"/>
                    </a:lnTo>
                    <a:lnTo>
                      <a:pt x="35" y="401"/>
                    </a:lnTo>
                    <a:lnTo>
                      <a:pt x="35" y="401"/>
                    </a:lnTo>
                    <a:lnTo>
                      <a:pt x="35" y="398"/>
                    </a:lnTo>
                    <a:lnTo>
                      <a:pt x="33" y="398"/>
                    </a:lnTo>
                    <a:lnTo>
                      <a:pt x="33" y="398"/>
                    </a:lnTo>
                    <a:lnTo>
                      <a:pt x="33" y="398"/>
                    </a:lnTo>
                    <a:lnTo>
                      <a:pt x="33" y="396"/>
                    </a:lnTo>
                    <a:lnTo>
                      <a:pt x="33" y="396"/>
                    </a:lnTo>
                    <a:lnTo>
                      <a:pt x="33" y="396"/>
                    </a:lnTo>
                    <a:lnTo>
                      <a:pt x="30" y="396"/>
                    </a:lnTo>
                    <a:lnTo>
                      <a:pt x="30" y="394"/>
                    </a:lnTo>
                    <a:lnTo>
                      <a:pt x="30" y="394"/>
                    </a:lnTo>
                    <a:lnTo>
                      <a:pt x="30" y="394"/>
                    </a:lnTo>
                    <a:lnTo>
                      <a:pt x="28" y="394"/>
                    </a:lnTo>
                    <a:lnTo>
                      <a:pt x="28" y="394"/>
                    </a:lnTo>
                    <a:lnTo>
                      <a:pt x="28" y="394"/>
                    </a:lnTo>
                    <a:lnTo>
                      <a:pt x="28" y="394"/>
                    </a:lnTo>
                    <a:lnTo>
                      <a:pt x="28" y="391"/>
                    </a:lnTo>
                    <a:lnTo>
                      <a:pt x="26" y="391"/>
                    </a:lnTo>
                    <a:lnTo>
                      <a:pt x="26" y="391"/>
                    </a:lnTo>
                    <a:lnTo>
                      <a:pt x="26" y="391"/>
                    </a:lnTo>
                    <a:lnTo>
                      <a:pt x="26" y="389"/>
                    </a:lnTo>
                    <a:lnTo>
                      <a:pt x="26" y="389"/>
                    </a:lnTo>
                    <a:lnTo>
                      <a:pt x="26" y="389"/>
                    </a:lnTo>
                    <a:lnTo>
                      <a:pt x="23" y="389"/>
                    </a:lnTo>
                    <a:lnTo>
                      <a:pt x="23" y="387"/>
                    </a:lnTo>
                    <a:lnTo>
                      <a:pt x="23" y="387"/>
                    </a:lnTo>
                    <a:lnTo>
                      <a:pt x="23" y="387"/>
                    </a:lnTo>
                    <a:lnTo>
                      <a:pt x="21" y="387"/>
                    </a:lnTo>
                    <a:lnTo>
                      <a:pt x="21" y="384"/>
                    </a:lnTo>
                    <a:lnTo>
                      <a:pt x="21" y="384"/>
                    </a:lnTo>
                    <a:lnTo>
                      <a:pt x="21" y="384"/>
                    </a:lnTo>
                    <a:lnTo>
                      <a:pt x="21" y="384"/>
                    </a:lnTo>
                    <a:lnTo>
                      <a:pt x="21" y="382"/>
                    </a:lnTo>
                    <a:lnTo>
                      <a:pt x="19" y="382"/>
                    </a:lnTo>
                    <a:lnTo>
                      <a:pt x="19" y="382"/>
                    </a:lnTo>
                    <a:lnTo>
                      <a:pt x="19" y="382"/>
                    </a:lnTo>
                    <a:lnTo>
                      <a:pt x="19" y="382"/>
                    </a:lnTo>
                    <a:lnTo>
                      <a:pt x="19" y="382"/>
                    </a:lnTo>
                    <a:lnTo>
                      <a:pt x="19" y="380"/>
                    </a:lnTo>
                    <a:lnTo>
                      <a:pt x="16" y="380"/>
                    </a:lnTo>
                    <a:lnTo>
                      <a:pt x="16" y="380"/>
                    </a:lnTo>
                    <a:lnTo>
                      <a:pt x="16" y="380"/>
                    </a:lnTo>
                    <a:lnTo>
                      <a:pt x="16" y="377"/>
                    </a:lnTo>
                    <a:lnTo>
                      <a:pt x="16" y="377"/>
                    </a:lnTo>
                    <a:lnTo>
                      <a:pt x="16" y="375"/>
                    </a:lnTo>
                    <a:lnTo>
                      <a:pt x="16" y="375"/>
                    </a:lnTo>
                    <a:lnTo>
                      <a:pt x="16" y="375"/>
                    </a:lnTo>
                    <a:lnTo>
                      <a:pt x="16" y="372"/>
                    </a:lnTo>
                    <a:lnTo>
                      <a:pt x="16" y="372"/>
                    </a:lnTo>
                    <a:lnTo>
                      <a:pt x="19" y="372"/>
                    </a:lnTo>
                    <a:lnTo>
                      <a:pt x="19" y="372"/>
                    </a:lnTo>
                    <a:lnTo>
                      <a:pt x="19" y="372"/>
                    </a:lnTo>
                    <a:lnTo>
                      <a:pt x="19" y="372"/>
                    </a:lnTo>
                    <a:lnTo>
                      <a:pt x="21" y="372"/>
                    </a:lnTo>
                    <a:lnTo>
                      <a:pt x="21" y="372"/>
                    </a:lnTo>
                    <a:lnTo>
                      <a:pt x="21" y="372"/>
                    </a:lnTo>
                    <a:lnTo>
                      <a:pt x="21" y="372"/>
                    </a:lnTo>
                    <a:lnTo>
                      <a:pt x="21" y="372"/>
                    </a:lnTo>
                    <a:lnTo>
                      <a:pt x="21" y="375"/>
                    </a:lnTo>
                    <a:lnTo>
                      <a:pt x="21" y="375"/>
                    </a:lnTo>
                    <a:lnTo>
                      <a:pt x="21" y="377"/>
                    </a:lnTo>
                    <a:lnTo>
                      <a:pt x="23" y="377"/>
                    </a:lnTo>
                    <a:lnTo>
                      <a:pt x="23" y="377"/>
                    </a:lnTo>
                    <a:lnTo>
                      <a:pt x="23" y="375"/>
                    </a:lnTo>
                    <a:lnTo>
                      <a:pt x="26" y="375"/>
                    </a:lnTo>
                    <a:lnTo>
                      <a:pt x="26" y="375"/>
                    </a:lnTo>
                    <a:lnTo>
                      <a:pt x="26" y="375"/>
                    </a:lnTo>
                    <a:lnTo>
                      <a:pt x="26" y="375"/>
                    </a:lnTo>
                    <a:lnTo>
                      <a:pt x="28" y="375"/>
                    </a:lnTo>
                    <a:lnTo>
                      <a:pt x="28" y="372"/>
                    </a:lnTo>
                    <a:lnTo>
                      <a:pt x="28" y="372"/>
                    </a:lnTo>
                    <a:lnTo>
                      <a:pt x="28" y="372"/>
                    </a:lnTo>
                    <a:lnTo>
                      <a:pt x="28" y="372"/>
                    </a:lnTo>
                    <a:lnTo>
                      <a:pt x="28" y="372"/>
                    </a:lnTo>
                    <a:lnTo>
                      <a:pt x="30" y="372"/>
                    </a:lnTo>
                    <a:lnTo>
                      <a:pt x="30" y="372"/>
                    </a:lnTo>
                    <a:lnTo>
                      <a:pt x="30" y="372"/>
                    </a:lnTo>
                    <a:lnTo>
                      <a:pt x="33" y="372"/>
                    </a:lnTo>
                    <a:lnTo>
                      <a:pt x="33" y="372"/>
                    </a:lnTo>
                    <a:lnTo>
                      <a:pt x="33" y="372"/>
                    </a:lnTo>
                    <a:lnTo>
                      <a:pt x="33" y="372"/>
                    </a:lnTo>
                    <a:lnTo>
                      <a:pt x="33" y="372"/>
                    </a:lnTo>
                    <a:lnTo>
                      <a:pt x="35" y="372"/>
                    </a:lnTo>
                    <a:lnTo>
                      <a:pt x="35" y="372"/>
                    </a:lnTo>
                    <a:lnTo>
                      <a:pt x="35" y="372"/>
                    </a:lnTo>
                    <a:lnTo>
                      <a:pt x="35" y="370"/>
                    </a:lnTo>
                    <a:lnTo>
                      <a:pt x="35" y="370"/>
                    </a:lnTo>
                    <a:lnTo>
                      <a:pt x="35" y="370"/>
                    </a:lnTo>
                    <a:lnTo>
                      <a:pt x="38" y="370"/>
                    </a:lnTo>
                    <a:lnTo>
                      <a:pt x="38" y="368"/>
                    </a:lnTo>
                    <a:lnTo>
                      <a:pt x="38" y="368"/>
                    </a:lnTo>
                    <a:lnTo>
                      <a:pt x="40" y="368"/>
                    </a:lnTo>
                    <a:lnTo>
                      <a:pt x="40" y="368"/>
                    </a:lnTo>
                    <a:lnTo>
                      <a:pt x="40" y="370"/>
                    </a:lnTo>
                    <a:lnTo>
                      <a:pt x="40" y="370"/>
                    </a:lnTo>
                    <a:lnTo>
                      <a:pt x="42" y="370"/>
                    </a:lnTo>
                    <a:lnTo>
                      <a:pt x="42" y="370"/>
                    </a:lnTo>
                    <a:lnTo>
                      <a:pt x="42" y="368"/>
                    </a:lnTo>
                    <a:lnTo>
                      <a:pt x="42" y="368"/>
                    </a:lnTo>
                    <a:lnTo>
                      <a:pt x="42" y="368"/>
                    </a:lnTo>
                    <a:lnTo>
                      <a:pt x="42" y="365"/>
                    </a:lnTo>
                    <a:lnTo>
                      <a:pt x="42" y="365"/>
                    </a:lnTo>
                    <a:lnTo>
                      <a:pt x="45" y="365"/>
                    </a:lnTo>
                    <a:lnTo>
                      <a:pt x="45" y="365"/>
                    </a:lnTo>
                    <a:lnTo>
                      <a:pt x="45" y="363"/>
                    </a:lnTo>
                    <a:lnTo>
                      <a:pt x="45" y="363"/>
                    </a:lnTo>
                    <a:lnTo>
                      <a:pt x="45" y="363"/>
                    </a:lnTo>
                    <a:lnTo>
                      <a:pt x="47" y="363"/>
                    </a:lnTo>
                    <a:lnTo>
                      <a:pt x="47" y="361"/>
                    </a:lnTo>
                    <a:lnTo>
                      <a:pt x="45" y="361"/>
                    </a:lnTo>
                    <a:lnTo>
                      <a:pt x="45" y="361"/>
                    </a:lnTo>
                    <a:lnTo>
                      <a:pt x="42" y="361"/>
                    </a:lnTo>
                    <a:lnTo>
                      <a:pt x="42" y="361"/>
                    </a:lnTo>
                    <a:lnTo>
                      <a:pt x="42" y="361"/>
                    </a:lnTo>
                    <a:lnTo>
                      <a:pt x="42" y="363"/>
                    </a:lnTo>
                    <a:lnTo>
                      <a:pt x="40" y="363"/>
                    </a:lnTo>
                    <a:lnTo>
                      <a:pt x="40" y="363"/>
                    </a:lnTo>
                    <a:lnTo>
                      <a:pt x="40" y="363"/>
                    </a:lnTo>
                    <a:lnTo>
                      <a:pt x="38" y="363"/>
                    </a:lnTo>
                    <a:lnTo>
                      <a:pt x="38" y="363"/>
                    </a:lnTo>
                    <a:lnTo>
                      <a:pt x="38" y="363"/>
                    </a:lnTo>
                    <a:lnTo>
                      <a:pt x="35" y="363"/>
                    </a:lnTo>
                    <a:lnTo>
                      <a:pt x="35" y="363"/>
                    </a:lnTo>
                    <a:lnTo>
                      <a:pt x="35" y="363"/>
                    </a:lnTo>
                    <a:lnTo>
                      <a:pt x="35" y="363"/>
                    </a:lnTo>
                    <a:lnTo>
                      <a:pt x="33" y="363"/>
                    </a:lnTo>
                    <a:lnTo>
                      <a:pt x="33" y="365"/>
                    </a:lnTo>
                    <a:lnTo>
                      <a:pt x="33" y="365"/>
                    </a:lnTo>
                    <a:lnTo>
                      <a:pt x="33" y="365"/>
                    </a:lnTo>
                    <a:lnTo>
                      <a:pt x="33" y="365"/>
                    </a:lnTo>
                    <a:lnTo>
                      <a:pt x="30" y="365"/>
                    </a:lnTo>
                    <a:lnTo>
                      <a:pt x="30" y="365"/>
                    </a:lnTo>
                    <a:lnTo>
                      <a:pt x="30" y="365"/>
                    </a:lnTo>
                    <a:lnTo>
                      <a:pt x="28" y="365"/>
                    </a:lnTo>
                    <a:lnTo>
                      <a:pt x="28" y="365"/>
                    </a:lnTo>
                    <a:lnTo>
                      <a:pt x="28" y="365"/>
                    </a:lnTo>
                    <a:lnTo>
                      <a:pt x="26" y="365"/>
                    </a:lnTo>
                    <a:lnTo>
                      <a:pt x="26" y="363"/>
                    </a:lnTo>
                    <a:lnTo>
                      <a:pt x="26" y="363"/>
                    </a:lnTo>
                    <a:lnTo>
                      <a:pt x="26" y="363"/>
                    </a:lnTo>
                    <a:lnTo>
                      <a:pt x="23" y="363"/>
                    </a:lnTo>
                    <a:lnTo>
                      <a:pt x="23" y="363"/>
                    </a:lnTo>
                    <a:lnTo>
                      <a:pt x="21" y="363"/>
                    </a:lnTo>
                    <a:lnTo>
                      <a:pt x="21" y="363"/>
                    </a:lnTo>
                    <a:lnTo>
                      <a:pt x="21" y="363"/>
                    </a:lnTo>
                    <a:lnTo>
                      <a:pt x="21" y="363"/>
                    </a:lnTo>
                    <a:lnTo>
                      <a:pt x="21" y="363"/>
                    </a:lnTo>
                    <a:lnTo>
                      <a:pt x="19" y="363"/>
                    </a:lnTo>
                    <a:lnTo>
                      <a:pt x="19" y="363"/>
                    </a:lnTo>
                    <a:lnTo>
                      <a:pt x="19" y="361"/>
                    </a:lnTo>
                    <a:lnTo>
                      <a:pt x="19" y="361"/>
                    </a:lnTo>
                    <a:lnTo>
                      <a:pt x="16" y="361"/>
                    </a:lnTo>
                    <a:lnTo>
                      <a:pt x="16" y="361"/>
                    </a:lnTo>
                    <a:lnTo>
                      <a:pt x="16" y="361"/>
                    </a:lnTo>
                    <a:lnTo>
                      <a:pt x="14" y="361"/>
                    </a:lnTo>
                    <a:lnTo>
                      <a:pt x="14" y="358"/>
                    </a:lnTo>
                    <a:lnTo>
                      <a:pt x="14" y="358"/>
                    </a:lnTo>
                    <a:lnTo>
                      <a:pt x="14" y="358"/>
                    </a:lnTo>
                    <a:lnTo>
                      <a:pt x="14" y="358"/>
                    </a:lnTo>
                    <a:lnTo>
                      <a:pt x="12" y="358"/>
                    </a:lnTo>
                    <a:lnTo>
                      <a:pt x="12" y="356"/>
                    </a:lnTo>
                    <a:lnTo>
                      <a:pt x="12" y="356"/>
                    </a:lnTo>
                    <a:lnTo>
                      <a:pt x="12" y="356"/>
                    </a:lnTo>
                    <a:lnTo>
                      <a:pt x="12" y="356"/>
                    </a:lnTo>
                    <a:lnTo>
                      <a:pt x="9" y="356"/>
                    </a:lnTo>
                    <a:lnTo>
                      <a:pt x="9" y="353"/>
                    </a:lnTo>
                    <a:lnTo>
                      <a:pt x="9" y="353"/>
                    </a:lnTo>
                    <a:lnTo>
                      <a:pt x="9" y="353"/>
                    </a:lnTo>
                    <a:lnTo>
                      <a:pt x="7" y="353"/>
                    </a:lnTo>
                    <a:lnTo>
                      <a:pt x="7" y="353"/>
                    </a:lnTo>
                    <a:lnTo>
                      <a:pt x="7" y="353"/>
                    </a:lnTo>
                    <a:lnTo>
                      <a:pt x="7" y="351"/>
                    </a:lnTo>
                    <a:lnTo>
                      <a:pt x="7" y="351"/>
                    </a:lnTo>
                    <a:lnTo>
                      <a:pt x="7" y="351"/>
                    </a:lnTo>
                    <a:lnTo>
                      <a:pt x="7" y="349"/>
                    </a:lnTo>
                    <a:lnTo>
                      <a:pt x="4" y="349"/>
                    </a:lnTo>
                    <a:lnTo>
                      <a:pt x="4" y="349"/>
                    </a:lnTo>
                    <a:lnTo>
                      <a:pt x="4" y="349"/>
                    </a:lnTo>
                    <a:lnTo>
                      <a:pt x="4" y="346"/>
                    </a:lnTo>
                    <a:lnTo>
                      <a:pt x="4" y="346"/>
                    </a:lnTo>
                    <a:lnTo>
                      <a:pt x="4" y="346"/>
                    </a:lnTo>
                    <a:lnTo>
                      <a:pt x="4" y="344"/>
                    </a:lnTo>
                    <a:lnTo>
                      <a:pt x="4" y="344"/>
                    </a:lnTo>
                    <a:lnTo>
                      <a:pt x="4" y="344"/>
                    </a:lnTo>
                    <a:lnTo>
                      <a:pt x="4" y="344"/>
                    </a:lnTo>
                    <a:lnTo>
                      <a:pt x="2" y="344"/>
                    </a:lnTo>
                    <a:lnTo>
                      <a:pt x="2" y="344"/>
                    </a:lnTo>
                    <a:lnTo>
                      <a:pt x="2" y="344"/>
                    </a:lnTo>
                    <a:lnTo>
                      <a:pt x="0" y="344"/>
                    </a:lnTo>
                    <a:lnTo>
                      <a:pt x="0" y="344"/>
                    </a:lnTo>
                    <a:lnTo>
                      <a:pt x="0" y="344"/>
                    </a:lnTo>
                    <a:lnTo>
                      <a:pt x="0" y="344"/>
                    </a:lnTo>
                    <a:lnTo>
                      <a:pt x="0" y="344"/>
                    </a:lnTo>
                    <a:lnTo>
                      <a:pt x="0" y="344"/>
                    </a:lnTo>
                    <a:lnTo>
                      <a:pt x="0" y="342"/>
                    </a:lnTo>
                    <a:lnTo>
                      <a:pt x="0" y="342"/>
                    </a:lnTo>
                    <a:lnTo>
                      <a:pt x="0" y="339"/>
                    </a:lnTo>
                    <a:lnTo>
                      <a:pt x="0" y="339"/>
                    </a:lnTo>
                    <a:lnTo>
                      <a:pt x="0" y="339"/>
                    </a:lnTo>
                    <a:lnTo>
                      <a:pt x="0" y="337"/>
                    </a:lnTo>
                    <a:lnTo>
                      <a:pt x="0" y="337"/>
                    </a:lnTo>
                    <a:lnTo>
                      <a:pt x="0" y="337"/>
                    </a:lnTo>
                    <a:lnTo>
                      <a:pt x="0" y="337"/>
                    </a:lnTo>
                    <a:lnTo>
                      <a:pt x="0" y="334"/>
                    </a:lnTo>
                    <a:lnTo>
                      <a:pt x="2" y="334"/>
                    </a:lnTo>
                    <a:lnTo>
                      <a:pt x="2" y="334"/>
                    </a:lnTo>
                    <a:lnTo>
                      <a:pt x="2" y="334"/>
                    </a:lnTo>
                    <a:lnTo>
                      <a:pt x="2" y="334"/>
                    </a:lnTo>
                    <a:lnTo>
                      <a:pt x="4" y="334"/>
                    </a:lnTo>
                    <a:lnTo>
                      <a:pt x="4" y="334"/>
                    </a:lnTo>
                    <a:lnTo>
                      <a:pt x="7" y="334"/>
                    </a:lnTo>
                    <a:lnTo>
                      <a:pt x="7" y="334"/>
                    </a:lnTo>
                    <a:lnTo>
                      <a:pt x="7" y="334"/>
                    </a:lnTo>
                    <a:lnTo>
                      <a:pt x="7" y="334"/>
                    </a:lnTo>
                    <a:lnTo>
                      <a:pt x="7" y="334"/>
                    </a:lnTo>
                    <a:lnTo>
                      <a:pt x="7" y="334"/>
                    </a:lnTo>
                    <a:lnTo>
                      <a:pt x="4" y="334"/>
                    </a:lnTo>
                    <a:lnTo>
                      <a:pt x="4" y="332"/>
                    </a:lnTo>
                    <a:lnTo>
                      <a:pt x="4" y="332"/>
                    </a:lnTo>
                    <a:lnTo>
                      <a:pt x="2" y="332"/>
                    </a:lnTo>
                    <a:lnTo>
                      <a:pt x="2" y="332"/>
                    </a:lnTo>
                    <a:lnTo>
                      <a:pt x="4" y="332"/>
                    </a:lnTo>
                    <a:lnTo>
                      <a:pt x="4" y="330"/>
                    </a:lnTo>
                    <a:lnTo>
                      <a:pt x="4" y="330"/>
                    </a:lnTo>
                    <a:lnTo>
                      <a:pt x="7" y="330"/>
                    </a:lnTo>
                    <a:lnTo>
                      <a:pt x="7" y="332"/>
                    </a:lnTo>
                    <a:lnTo>
                      <a:pt x="7" y="332"/>
                    </a:lnTo>
                    <a:lnTo>
                      <a:pt x="7" y="332"/>
                    </a:lnTo>
                    <a:lnTo>
                      <a:pt x="7" y="332"/>
                    </a:lnTo>
                    <a:lnTo>
                      <a:pt x="9" y="332"/>
                    </a:lnTo>
                    <a:lnTo>
                      <a:pt x="9" y="332"/>
                    </a:lnTo>
                    <a:lnTo>
                      <a:pt x="9" y="332"/>
                    </a:lnTo>
                    <a:lnTo>
                      <a:pt x="12" y="332"/>
                    </a:lnTo>
                    <a:lnTo>
                      <a:pt x="12" y="330"/>
                    </a:lnTo>
                    <a:lnTo>
                      <a:pt x="12" y="330"/>
                    </a:lnTo>
                    <a:lnTo>
                      <a:pt x="12" y="330"/>
                    </a:lnTo>
                    <a:lnTo>
                      <a:pt x="12" y="330"/>
                    </a:lnTo>
                    <a:lnTo>
                      <a:pt x="12" y="330"/>
                    </a:lnTo>
                    <a:lnTo>
                      <a:pt x="12" y="330"/>
                    </a:lnTo>
                    <a:lnTo>
                      <a:pt x="12" y="327"/>
                    </a:lnTo>
                    <a:lnTo>
                      <a:pt x="12" y="327"/>
                    </a:lnTo>
                    <a:lnTo>
                      <a:pt x="12" y="325"/>
                    </a:lnTo>
                    <a:lnTo>
                      <a:pt x="14" y="325"/>
                    </a:lnTo>
                    <a:lnTo>
                      <a:pt x="14" y="325"/>
                    </a:lnTo>
                    <a:lnTo>
                      <a:pt x="14" y="327"/>
                    </a:lnTo>
                    <a:lnTo>
                      <a:pt x="14" y="327"/>
                    </a:lnTo>
                    <a:lnTo>
                      <a:pt x="14" y="327"/>
                    </a:lnTo>
                    <a:lnTo>
                      <a:pt x="14" y="327"/>
                    </a:lnTo>
                    <a:lnTo>
                      <a:pt x="16" y="327"/>
                    </a:lnTo>
                    <a:lnTo>
                      <a:pt x="16" y="325"/>
                    </a:lnTo>
                    <a:lnTo>
                      <a:pt x="16" y="325"/>
                    </a:lnTo>
                    <a:lnTo>
                      <a:pt x="16" y="327"/>
                    </a:lnTo>
                    <a:lnTo>
                      <a:pt x="19" y="327"/>
                    </a:lnTo>
                    <a:lnTo>
                      <a:pt x="19" y="327"/>
                    </a:lnTo>
                    <a:lnTo>
                      <a:pt x="19" y="327"/>
                    </a:lnTo>
                    <a:lnTo>
                      <a:pt x="21" y="327"/>
                    </a:lnTo>
                    <a:lnTo>
                      <a:pt x="21" y="327"/>
                    </a:lnTo>
                    <a:lnTo>
                      <a:pt x="21" y="327"/>
                    </a:lnTo>
                    <a:lnTo>
                      <a:pt x="23" y="327"/>
                    </a:lnTo>
                    <a:lnTo>
                      <a:pt x="23" y="327"/>
                    </a:lnTo>
                    <a:lnTo>
                      <a:pt x="26" y="327"/>
                    </a:lnTo>
                    <a:lnTo>
                      <a:pt x="26" y="327"/>
                    </a:lnTo>
                    <a:lnTo>
                      <a:pt x="26" y="327"/>
                    </a:lnTo>
                    <a:lnTo>
                      <a:pt x="26" y="325"/>
                    </a:lnTo>
                    <a:lnTo>
                      <a:pt x="28" y="325"/>
                    </a:lnTo>
                    <a:lnTo>
                      <a:pt x="28" y="327"/>
                    </a:lnTo>
                    <a:lnTo>
                      <a:pt x="28" y="327"/>
                    </a:lnTo>
                    <a:lnTo>
                      <a:pt x="28" y="327"/>
                    </a:lnTo>
                    <a:lnTo>
                      <a:pt x="30" y="327"/>
                    </a:lnTo>
                    <a:lnTo>
                      <a:pt x="30" y="327"/>
                    </a:lnTo>
                    <a:lnTo>
                      <a:pt x="30" y="327"/>
                    </a:lnTo>
                    <a:lnTo>
                      <a:pt x="33" y="327"/>
                    </a:lnTo>
                    <a:lnTo>
                      <a:pt x="33" y="330"/>
                    </a:lnTo>
                    <a:lnTo>
                      <a:pt x="33" y="330"/>
                    </a:lnTo>
                    <a:lnTo>
                      <a:pt x="33" y="330"/>
                    </a:lnTo>
                    <a:lnTo>
                      <a:pt x="35" y="330"/>
                    </a:lnTo>
                    <a:lnTo>
                      <a:pt x="35" y="330"/>
                    </a:lnTo>
                    <a:lnTo>
                      <a:pt x="35" y="330"/>
                    </a:lnTo>
                    <a:lnTo>
                      <a:pt x="38" y="330"/>
                    </a:lnTo>
                    <a:lnTo>
                      <a:pt x="38" y="330"/>
                    </a:lnTo>
                    <a:lnTo>
                      <a:pt x="40" y="330"/>
                    </a:lnTo>
                    <a:lnTo>
                      <a:pt x="40" y="330"/>
                    </a:lnTo>
                    <a:lnTo>
                      <a:pt x="40" y="330"/>
                    </a:lnTo>
                    <a:lnTo>
                      <a:pt x="40" y="327"/>
                    </a:lnTo>
                    <a:lnTo>
                      <a:pt x="40" y="327"/>
                    </a:lnTo>
                    <a:lnTo>
                      <a:pt x="40" y="325"/>
                    </a:lnTo>
                    <a:lnTo>
                      <a:pt x="42" y="325"/>
                    </a:lnTo>
                    <a:lnTo>
                      <a:pt x="42" y="325"/>
                    </a:lnTo>
                    <a:lnTo>
                      <a:pt x="42" y="325"/>
                    </a:lnTo>
                    <a:lnTo>
                      <a:pt x="45" y="325"/>
                    </a:lnTo>
                    <a:lnTo>
                      <a:pt x="45" y="325"/>
                    </a:lnTo>
                    <a:lnTo>
                      <a:pt x="45" y="325"/>
                    </a:lnTo>
                    <a:lnTo>
                      <a:pt x="47" y="325"/>
                    </a:lnTo>
                    <a:lnTo>
                      <a:pt x="47" y="325"/>
                    </a:lnTo>
                    <a:lnTo>
                      <a:pt x="47" y="325"/>
                    </a:lnTo>
                    <a:lnTo>
                      <a:pt x="47" y="323"/>
                    </a:lnTo>
                    <a:lnTo>
                      <a:pt x="49" y="323"/>
                    </a:lnTo>
                    <a:lnTo>
                      <a:pt x="49" y="323"/>
                    </a:lnTo>
                    <a:lnTo>
                      <a:pt x="52" y="323"/>
                    </a:lnTo>
                    <a:lnTo>
                      <a:pt x="52" y="325"/>
                    </a:lnTo>
                    <a:lnTo>
                      <a:pt x="52" y="325"/>
                    </a:lnTo>
                    <a:lnTo>
                      <a:pt x="52" y="327"/>
                    </a:lnTo>
                    <a:lnTo>
                      <a:pt x="52" y="327"/>
                    </a:lnTo>
                    <a:lnTo>
                      <a:pt x="52" y="327"/>
                    </a:lnTo>
                    <a:lnTo>
                      <a:pt x="52" y="327"/>
                    </a:lnTo>
                    <a:lnTo>
                      <a:pt x="54" y="327"/>
                    </a:lnTo>
                    <a:lnTo>
                      <a:pt x="54" y="327"/>
                    </a:lnTo>
                    <a:lnTo>
                      <a:pt x="54" y="327"/>
                    </a:lnTo>
                    <a:lnTo>
                      <a:pt x="57" y="327"/>
                    </a:lnTo>
                    <a:lnTo>
                      <a:pt x="57" y="327"/>
                    </a:lnTo>
                    <a:lnTo>
                      <a:pt x="59" y="327"/>
                    </a:lnTo>
                    <a:lnTo>
                      <a:pt x="59" y="327"/>
                    </a:lnTo>
                    <a:lnTo>
                      <a:pt x="59" y="327"/>
                    </a:lnTo>
                    <a:lnTo>
                      <a:pt x="59" y="325"/>
                    </a:lnTo>
                    <a:lnTo>
                      <a:pt x="59" y="325"/>
                    </a:lnTo>
                    <a:lnTo>
                      <a:pt x="59" y="325"/>
                    </a:lnTo>
                    <a:lnTo>
                      <a:pt x="61" y="325"/>
                    </a:lnTo>
                    <a:lnTo>
                      <a:pt x="61" y="325"/>
                    </a:lnTo>
                    <a:lnTo>
                      <a:pt x="61" y="325"/>
                    </a:lnTo>
                    <a:lnTo>
                      <a:pt x="61" y="323"/>
                    </a:lnTo>
                    <a:lnTo>
                      <a:pt x="64" y="323"/>
                    </a:lnTo>
                    <a:lnTo>
                      <a:pt x="64" y="323"/>
                    </a:lnTo>
                    <a:lnTo>
                      <a:pt x="64" y="323"/>
                    </a:lnTo>
                    <a:lnTo>
                      <a:pt x="61" y="323"/>
                    </a:lnTo>
                    <a:lnTo>
                      <a:pt x="61" y="323"/>
                    </a:lnTo>
                    <a:lnTo>
                      <a:pt x="61" y="323"/>
                    </a:lnTo>
                    <a:lnTo>
                      <a:pt x="61" y="320"/>
                    </a:lnTo>
                    <a:lnTo>
                      <a:pt x="61" y="320"/>
                    </a:lnTo>
                    <a:lnTo>
                      <a:pt x="61" y="318"/>
                    </a:lnTo>
                    <a:lnTo>
                      <a:pt x="61" y="318"/>
                    </a:lnTo>
                    <a:lnTo>
                      <a:pt x="61" y="318"/>
                    </a:lnTo>
                    <a:lnTo>
                      <a:pt x="61" y="318"/>
                    </a:lnTo>
                    <a:lnTo>
                      <a:pt x="61" y="316"/>
                    </a:lnTo>
                    <a:lnTo>
                      <a:pt x="61" y="316"/>
                    </a:lnTo>
                    <a:lnTo>
                      <a:pt x="61" y="316"/>
                    </a:lnTo>
                    <a:lnTo>
                      <a:pt x="61" y="313"/>
                    </a:lnTo>
                    <a:lnTo>
                      <a:pt x="61" y="313"/>
                    </a:lnTo>
                    <a:lnTo>
                      <a:pt x="61" y="313"/>
                    </a:lnTo>
                    <a:lnTo>
                      <a:pt x="61" y="313"/>
                    </a:lnTo>
                    <a:lnTo>
                      <a:pt x="61" y="311"/>
                    </a:lnTo>
                    <a:lnTo>
                      <a:pt x="59" y="311"/>
                    </a:lnTo>
                    <a:lnTo>
                      <a:pt x="59" y="311"/>
                    </a:lnTo>
                    <a:lnTo>
                      <a:pt x="59" y="308"/>
                    </a:lnTo>
                    <a:lnTo>
                      <a:pt x="59" y="308"/>
                    </a:lnTo>
                    <a:lnTo>
                      <a:pt x="59" y="308"/>
                    </a:lnTo>
                    <a:lnTo>
                      <a:pt x="59" y="306"/>
                    </a:lnTo>
                    <a:lnTo>
                      <a:pt x="59" y="306"/>
                    </a:lnTo>
                    <a:lnTo>
                      <a:pt x="59" y="306"/>
                    </a:lnTo>
                    <a:lnTo>
                      <a:pt x="59" y="304"/>
                    </a:lnTo>
                    <a:lnTo>
                      <a:pt x="59" y="304"/>
                    </a:lnTo>
                    <a:lnTo>
                      <a:pt x="57" y="304"/>
                    </a:lnTo>
                    <a:lnTo>
                      <a:pt x="57" y="304"/>
                    </a:lnTo>
                    <a:lnTo>
                      <a:pt x="57" y="304"/>
                    </a:lnTo>
                    <a:lnTo>
                      <a:pt x="57" y="301"/>
                    </a:lnTo>
                    <a:lnTo>
                      <a:pt x="54" y="301"/>
                    </a:lnTo>
                    <a:lnTo>
                      <a:pt x="54" y="301"/>
                    </a:lnTo>
                    <a:lnTo>
                      <a:pt x="54" y="299"/>
                    </a:lnTo>
                    <a:lnTo>
                      <a:pt x="54" y="299"/>
                    </a:lnTo>
                    <a:lnTo>
                      <a:pt x="54" y="299"/>
                    </a:lnTo>
                    <a:lnTo>
                      <a:pt x="54" y="299"/>
                    </a:lnTo>
                    <a:lnTo>
                      <a:pt x="54" y="297"/>
                    </a:lnTo>
                    <a:lnTo>
                      <a:pt x="54" y="297"/>
                    </a:lnTo>
                    <a:lnTo>
                      <a:pt x="54" y="294"/>
                    </a:lnTo>
                    <a:lnTo>
                      <a:pt x="54" y="294"/>
                    </a:lnTo>
                    <a:lnTo>
                      <a:pt x="54" y="294"/>
                    </a:lnTo>
                    <a:lnTo>
                      <a:pt x="54" y="292"/>
                    </a:lnTo>
                    <a:lnTo>
                      <a:pt x="54" y="292"/>
                    </a:lnTo>
                    <a:lnTo>
                      <a:pt x="54" y="289"/>
                    </a:lnTo>
                    <a:lnTo>
                      <a:pt x="52" y="289"/>
                    </a:lnTo>
                    <a:lnTo>
                      <a:pt x="52" y="289"/>
                    </a:lnTo>
                    <a:lnTo>
                      <a:pt x="52" y="289"/>
                    </a:lnTo>
                    <a:lnTo>
                      <a:pt x="49" y="289"/>
                    </a:lnTo>
                    <a:lnTo>
                      <a:pt x="49" y="289"/>
                    </a:lnTo>
                    <a:lnTo>
                      <a:pt x="49" y="292"/>
                    </a:lnTo>
                    <a:lnTo>
                      <a:pt x="47" y="292"/>
                    </a:lnTo>
                    <a:lnTo>
                      <a:pt x="47" y="292"/>
                    </a:lnTo>
                    <a:lnTo>
                      <a:pt x="47" y="289"/>
                    </a:lnTo>
                    <a:lnTo>
                      <a:pt x="47" y="289"/>
                    </a:lnTo>
                    <a:lnTo>
                      <a:pt x="45" y="289"/>
                    </a:lnTo>
                    <a:lnTo>
                      <a:pt x="45" y="289"/>
                    </a:lnTo>
                    <a:lnTo>
                      <a:pt x="45" y="289"/>
                    </a:lnTo>
                    <a:lnTo>
                      <a:pt x="45" y="287"/>
                    </a:lnTo>
                    <a:lnTo>
                      <a:pt x="42" y="287"/>
                    </a:lnTo>
                    <a:lnTo>
                      <a:pt x="42" y="287"/>
                    </a:lnTo>
                    <a:lnTo>
                      <a:pt x="42" y="287"/>
                    </a:lnTo>
                    <a:lnTo>
                      <a:pt x="42" y="285"/>
                    </a:lnTo>
                    <a:lnTo>
                      <a:pt x="42" y="285"/>
                    </a:lnTo>
                    <a:lnTo>
                      <a:pt x="42" y="285"/>
                    </a:lnTo>
                    <a:lnTo>
                      <a:pt x="40" y="285"/>
                    </a:lnTo>
                    <a:lnTo>
                      <a:pt x="40" y="285"/>
                    </a:lnTo>
                    <a:lnTo>
                      <a:pt x="40" y="282"/>
                    </a:lnTo>
                    <a:lnTo>
                      <a:pt x="40" y="282"/>
                    </a:lnTo>
                    <a:lnTo>
                      <a:pt x="40" y="280"/>
                    </a:lnTo>
                    <a:lnTo>
                      <a:pt x="40" y="280"/>
                    </a:lnTo>
                    <a:lnTo>
                      <a:pt x="42" y="280"/>
                    </a:lnTo>
                    <a:lnTo>
                      <a:pt x="42" y="278"/>
                    </a:lnTo>
                    <a:lnTo>
                      <a:pt x="42" y="278"/>
                    </a:lnTo>
                    <a:lnTo>
                      <a:pt x="42" y="278"/>
                    </a:lnTo>
                    <a:lnTo>
                      <a:pt x="42" y="275"/>
                    </a:lnTo>
                    <a:lnTo>
                      <a:pt x="42" y="275"/>
                    </a:lnTo>
                    <a:lnTo>
                      <a:pt x="42" y="275"/>
                    </a:lnTo>
                    <a:lnTo>
                      <a:pt x="42" y="273"/>
                    </a:lnTo>
                    <a:lnTo>
                      <a:pt x="42" y="273"/>
                    </a:lnTo>
                    <a:lnTo>
                      <a:pt x="42" y="270"/>
                    </a:lnTo>
                    <a:lnTo>
                      <a:pt x="42" y="270"/>
                    </a:lnTo>
                    <a:lnTo>
                      <a:pt x="42" y="268"/>
                    </a:lnTo>
                    <a:lnTo>
                      <a:pt x="42" y="268"/>
                    </a:lnTo>
                    <a:lnTo>
                      <a:pt x="42" y="268"/>
                    </a:lnTo>
                    <a:lnTo>
                      <a:pt x="40" y="268"/>
                    </a:lnTo>
                    <a:lnTo>
                      <a:pt x="40" y="268"/>
                    </a:lnTo>
                    <a:lnTo>
                      <a:pt x="40" y="268"/>
                    </a:lnTo>
                    <a:lnTo>
                      <a:pt x="38" y="268"/>
                    </a:lnTo>
                    <a:lnTo>
                      <a:pt x="38" y="268"/>
                    </a:lnTo>
                    <a:lnTo>
                      <a:pt x="35" y="268"/>
                    </a:lnTo>
                    <a:lnTo>
                      <a:pt x="35" y="268"/>
                    </a:lnTo>
                    <a:lnTo>
                      <a:pt x="35" y="268"/>
                    </a:lnTo>
                    <a:lnTo>
                      <a:pt x="35" y="266"/>
                    </a:lnTo>
                    <a:lnTo>
                      <a:pt x="33" y="266"/>
                    </a:lnTo>
                    <a:lnTo>
                      <a:pt x="33" y="266"/>
                    </a:lnTo>
                    <a:lnTo>
                      <a:pt x="33" y="266"/>
                    </a:lnTo>
                    <a:lnTo>
                      <a:pt x="33" y="266"/>
                    </a:lnTo>
                    <a:lnTo>
                      <a:pt x="30" y="266"/>
                    </a:lnTo>
                    <a:lnTo>
                      <a:pt x="30" y="263"/>
                    </a:lnTo>
                    <a:lnTo>
                      <a:pt x="30" y="263"/>
                    </a:lnTo>
                    <a:lnTo>
                      <a:pt x="28" y="263"/>
                    </a:lnTo>
                    <a:lnTo>
                      <a:pt x="28" y="263"/>
                    </a:lnTo>
                    <a:lnTo>
                      <a:pt x="28" y="263"/>
                    </a:lnTo>
                    <a:lnTo>
                      <a:pt x="28" y="263"/>
                    </a:lnTo>
                    <a:lnTo>
                      <a:pt x="28" y="261"/>
                    </a:lnTo>
                    <a:lnTo>
                      <a:pt x="28" y="261"/>
                    </a:lnTo>
                    <a:lnTo>
                      <a:pt x="28" y="259"/>
                    </a:lnTo>
                    <a:lnTo>
                      <a:pt x="28" y="259"/>
                    </a:lnTo>
                    <a:lnTo>
                      <a:pt x="28" y="256"/>
                    </a:lnTo>
                    <a:lnTo>
                      <a:pt x="28" y="256"/>
                    </a:lnTo>
                    <a:lnTo>
                      <a:pt x="28" y="256"/>
                    </a:lnTo>
                    <a:lnTo>
                      <a:pt x="28" y="254"/>
                    </a:lnTo>
                    <a:lnTo>
                      <a:pt x="28" y="254"/>
                    </a:lnTo>
                    <a:lnTo>
                      <a:pt x="30" y="254"/>
                    </a:lnTo>
                    <a:lnTo>
                      <a:pt x="30" y="254"/>
                    </a:lnTo>
                    <a:lnTo>
                      <a:pt x="30" y="252"/>
                    </a:lnTo>
                    <a:lnTo>
                      <a:pt x="30" y="252"/>
                    </a:lnTo>
                    <a:lnTo>
                      <a:pt x="30" y="252"/>
                    </a:lnTo>
                    <a:lnTo>
                      <a:pt x="33" y="252"/>
                    </a:lnTo>
                    <a:lnTo>
                      <a:pt x="33" y="252"/>
                    </a:lnTo>
                    <a:lnTo>
                      <a:pt x="33" y="249"/>
                    </a:lnTo>
                    <a:lnTo>
                      <a:pt x="33" y="249"/>
                    </a:lnTo>
                    <a:lnTo>
                      <a:pt x="33" y="249"/>
                    </a:lnTo>
                    <a:lnTo>
                      <a:pt x="35" y="249"/>
                    </a:lnTo>
                    <a:lnTo>
                      <a:pt x="35" y="247"/>
                    </a:lnTo>
                    <a:lnTo>
                      <a:pt x="35" y="247"/>
                    </a:lnTo>
                    <a:lnTo>
                      <a:pt x="35" y="247"/>
                    </a:lnTo>
                    <a:lnTo>
                      <a:pt x="35" y="247"/>
                    </a:lnTo>
                    <a:lnTo>
                      <a:pt x="35" y="244"/>
                    </a:lnTo>
                    <a:lnTo>
                      <a:pt x="38" y="244"/>
                    </a:lnTo>
                    <a:lnTo>
                      <a:pt x="38" y="244"/>
                    </a:lnTo>
                    <a:lnTo>
                      <a:pt x="38" y="244"/>
                    </a:lnTo>
                    <a:lnTo>
                      <a:pt x="38" y="244"/>
                    </a:lnTo>
                    <a:lnTo>
                      <a:pt x="40" y="244"/>
                    </a:lnTo>
                    <a:lnTo>
                      <a:pt x="40" y="242"/>
                    </a:lnTo>
                    <a:lnTo>
                      <a:pt x="40" y="242"/>
                    </a:lnTo>
                    <a:lnTo>
                      <a:pt x="40" y="242"/>
                    </a:lnTo>
                    <a:lnTo>
                      <a:pt x="40" y="240"/>
                    </a:lnTo>
                    <a:lnTo>
                      <a:pt x="40" y="240"/>
                    </a:lnTo>
                    <a:lnTo>
                      <a:pt x="40" y="240"/>
                    </a:lnTo>
                    <a:lnTo>
                      <a:pt x="40" y="237"/>
                    </a:lnTo>
                    <a:lnTo>
                      <a:pt x="42" y="237"/>
                    </a:lnTo>
                    <a:lnTo>
                      <a:pt x="42" y="237"/>
                    </a:lnTo>
                    <a:lnTo>
                      <a:pt x="42" y="235"/>
                    </a:lnTo>
                    <a:lnTo>
                      <a:pt x="42" y="235"/>
                    </a:lnTo>
                    <a:lnTo>
                      <a:pt x="42" y="235"/>
                    </a:lnTo>
                    <a:lnTo>
                      <a:pt x="42" y="235"/>
                    </a:lnTo>
                    <a:lnTo>
                      <a:pt x="42" y="235"/>
                    </a:lnTo>
                    <a:lnTo>
                      <a:pt x="45" y="235"/>
                    </a:lnTo>
                    <a:lnTo>
                      <a:pt x="45" y="235"/>
                    </a:lnTo>
                    <a:lnTo>
                      <a:pt x="45" y="233"/>
                    </a:lnTo>
                    <a:lnTo>
                      <a:pt x="47" y="233"/>
                    </a:lnTo>
                    <a:lnTo>
                      <a:pt x="47" y="233"/>
                    </a:lnTo>
                    <a:lnTo>
                      <a:pt x="47" y="233"/>
                    </a:lnTo>
                    <a:lnTo>
                      <a:pt x="47" y="233"/>
                    </a:lnTo>
                    <a:lnTo>
                      <a:pt x="47" y="230"/>
                    </a:lnTo>
                    <a:lnTo>
                      <a:pt x="49" y="230"/>
                    </a:lnTo>
                    <a:lnTo>
                      <a:pt x="49" y="230"/>
                    </a:lnTo>
                    <a:lnTo>
                      <a:pt x="52" y="230"/>
                    </a:lnTo>
                    <a:lnTo>
                      <a:pt x="52" y="233"/>
                    </a:lnTo>
                    <a:lnTo>
                      <a:pt x="52" y="233"/>
                    </a:lnTo>
                    <a:lnTo>
                      <a:pt x="52" y="233"/>
                    </a:lnTo>
                    <a:lnTo>
                      <a:pt x="52" y="233"/>
                    </a:lnTo>
                    <a:lnTo>
                      <a:pt x="54" y="233"/>
                    </a:lnTo>
                    <a:lnTo>
                      <a:pt x="54" y="235"/>
                    </a:lnTo>
                    <a:lnTo>
                      <a:pt x="54" y="235"/>
                    </a:lnTo>
                    <a:lnTo>
                      <a:pt x="54" y="235"/>
                    </a:lnTo>
                    <a:lnTo>
                      <a:pt x="54" y="235"/>
                    </a:lnTo>
                    <a:lnTo>
                      <a:pt x="54" y="237"/>
                    </a:lnTo>
                    <a:lnTo>
                      <a:pt x="54" y="237"/>
                    </a:lnTo>
                    <a:lnTo>
                      <a:pt x="54" y="237"/>
                    </a:lnTo>
                    <a:lnTo>
                      <a:pt x="54" y="240"/>
                    </a:lnTo>
                    <a:lnTo>
                      <a:pt x="57" y="240"/>
                    </a:lnTo>
                    <a:lnTo>
                      <a:pt x="57" y="240"/>
                    </a:lnTo>
                    <a:lnTo>
                      <a:pt x="59" y="240"/>
                    </a:lnTo>
                    <a:lnTo>
                      <a:pt x="59" y="240"/>
                    </a:lnTo>
                    <a:lnTo>
                      <a:pt x="59" y="240"/>
                    </a:lnTo>
                    <a:lnTo>
                      <a:pt x="59" y="237"/>
                    </a:lnTo>
                    <a:lnTo>
                      <a:pt x="61" y="237"/>
                    </a:lnTo>
                    <a:lnTo>
                      <a:pt x="61" y="237"/>
                    </a:lnTo>
                    <a:lnTo>
                      <a:pt x="61" y="237"/>
                    </a:lnTo>
                    <a:lnTo>
                      <a:pt x="61" y="237"/>
                    </a:lnTo>
                    <a:lnTo>
                      <a:pt x="64" y="237"/>
                    </a:lnTo>
                    <a:lnTo>
                      <a:pt x="64" y="237"/>
                    </a:lnTo>
                    <a:lnTo>
                      <a:pt x="64" y="235"/>
                    </a:lnTo>
                    <a:lnTo>
                      <a:pt x="66" y="235"/>
                    </a:lnTo>
                    <a:lnTo>
                      <a:pt x="66" y="235"/>
                    </a:lnTo>
                    <a:lnTo>
                      <a:pt x="66" y="235"/>
                    </a:lnTo>
                    <a:lnTo>
                      <a:pt x="66" y="235"/>
                    </a:lnTo>
                    <a:lnTo>
                      <a:pt x="68" y="235"/>
                    </a:lnTo>
                    <a:lnTo>
                      <a:pt x="68" y="235"/>
                    </a:lnTo>
                    <a:lnTo>
                      <a:pt x="68" y="235"/>
                    </a:lnTo>
                    <a:lnTo>
                      <a:pt x="71" y="235"/>
                    </a:lnTo>
                    <a:lnTo>
                      <a:pt x="71" y="235"/>
                    </a:lnTo>
                    <a:lnTo>
                      <a:pt x="73" y="235"/>
                    </a:lnTo>
                    <a:lnTo>
                      <a:pt x="73" y="235"/>
                    </a:lnTo>
                    <a:lnTo>
                      <a:pt x="73" y="235"/>
                    </a:lnTo>
                    <a:lnTo>
                      <a:pt x="75" y="235"/>
                    </a:lnTo>
                    <a:lnTo>
                      <a:pt x="75" y="235"/>
                    </a:lnTo>
                    <a:lnTo>
                      <a:pt x="75" y="235"/>
                    </a:lnTo>
                    <a:lnTo>
                      <a:pt x="75" y="235"/>
                    </a:lnTo>
                    <a:lnTo>
                      <a:pt x="78" y="235"/>
                    </a:lnTo>
                    <a:lnTo>
                      <a:pt x="78" y="235"/>
                    </a:lnTo>
                    <a:lnTo>
                      <a:pt x="78" y="233"/>
                    </a:lnTo>
                    <a:lnTo>
                      <a:pt x="80" y="233"/>
                    </a:lnTo>
                    <a:lnTo>
                      <a:pt x="80" y="233"/>
                    </a:lnTo>
                    <a:lnTo>
                      <a:pt x="80" y="233"/>
                    </a:lnTo>
                    <a:lnTo>
                      <a:pt x="80" y="230"/>
                    </a:lnTo>
                    <a:lnTo>
                      <a:pt x="80" y="230"/>
                    </a:lnTo>
                    <a:lnTo>
                      <a:pt x="80" y="228"/>
                    </a:lnTo>
                    <a:lnTo>
                      <a:pt x="80" y="228"/>
                    </a:lnTo>
                    <a:lnTo>
                      <a:pt x="80" y="228"/>
                    </a:lnTo>
                    <a:lnTo>
                      <a:pt x="80" y="225"/>
                    </a:lnTo>
                    <a:lnTo>
                      <a:pt x="83" y="225"/>
                    </a:lnTo>
                    <a:lnTo>
                      <a:pt x="83" y="225"/>
                    </a:lnTo>
                    <a:lnTo>
                      <a:pt x="83" y="225"/>
                    </a:lnTo>
                    <a:lnTo>
                      <a:pt x="85" y="225"/>
                    </a:lnTo>
                    <a:lnTo>
                      <a:pt x="85" y="225"/>
                    </a:lnTo>
                    <a:lnTo>
                      <a:pt x="85" y="225"/>
                    </a:lnTo>
                    <a:lnTo>
                      <a:pt x="85" y="223"/>
                    </a:lnTo>
                    <a:lnTo>
                      <a:pt x="85" y="223"/>
                    </a:lnTo>
                    <a:lnTo>
                      <a:pt x="85" y="223"/>
                    </a:lnTo>
                    <a:lnTo>
                      <a:pt x="87" y="223"/>
                    </a:lnTo>
                    <a:lnTo>
                      <a:pt x="87" y="221"/>
                    </a:lnTo>
                    <a:lnTo>
                      <a:pt x="87" y="221"/>
                    </a:lnTo>
                    <a:lnTo>
                      <a:pt x="87" y="221"/>
                    </a:lnTo>
                    <a:lnTo>
                      <a:pt x="87" y="218"/>
                    </a:lnTo>
                    <a:lnTo>
                      <a:pt x="87" y="218"/>
                    </a:lnTo>
                    <a:lnTo>
                      <a:pt x="87" y="216"/>
                    </a:lnTo>
                    <a:lnTo>
                      <a:pt x="87" y="216"/>
                    </a:lnTo>
                    <a:lnTo>
                      <a:pt x="87" y="216"/>
                    </a:lnTo>
                    <a:lnTo>
                      <a:pt x="87" y="216"/>
                    </a:lnTo>
                    <a:lnTo>
                      <a:pt x="90" y="216"/>
                    </a:lnTo>
                    <a:lnTo>
                      <a:pt x="90" y="214"/>
                    </a:lnTo>
                    <a:lnTo>
                      <a:pt x="90" y="214"/>
                    </a:lnTo>
                    <a:lnTo>
                      <a:pt x="90" y="214"/>
                    </a:lnTo>
                    <a:lnTo>
                      <a:pt x="90" y="211"/>
                    </a:lnTo>
                    <a:lnTo>
                      <a:pt x="92" y="211"/>
                    </a:lnTo>
                    <a:lnTo>
                      <a:pt x="92" y="211"/>
                    </a:lnTo>
                    <a:lnTo>
                      <a:pt x="92" y="211"/>
                    </a:lnTo>
                    <a:lnTo>
                      <a:pt x="92" y="211"/>
                    </a:lnTo>
                    <a:lnTo>
                      <a:pt x="94" y="211"/>
                    </a:lnTo>
                    <a:lnTo>
                      <a:pt x="94" y="209"/>
                    </a:lnTo>
                    <a:lnTo>
                      <a:pt x="94" y="209"/>
                    </a:lnTo>
                    <a:lnTo>
                      <a:pt x="94" y="209"/>
                    </a:lnTo>
                    <a:lnTo>
                      <a:pt x="94" y="209"/>
                    </a:lnTo>
                    <a:lnTo>
                      <a:pt x="97" y="209"/>
                    </a:lnTo>
                    <a:lnTo>
                      <a:pt x="97" y="209"/>
                    </a:lnTo>
                    <a:lnTo>
                      <a:pt x="97" y="207"/>
                    </a:lnTo>
                    <a:lnTo>
                      <a:pt x="99" y="207"/>
                    </a:lnTo>
                    <a:lnTo>
                      <a:pt x="99" y="207"/>
                    </a:lnTo>
                    <a:lnTo>
                      <a:pt x="99" y="207"/>
                    </a:lnTo>
                    <a:lnTo>
                      <a:pt x="99" y="207"/>
                    </a:lnTo>
                    <a:lnTo>
                      <a:pt x="101" y="207"/>
                    </a:lnTo>
                    <a:lnTo>
                      <a:pt x="101" y="207"/>
                    </a:lnTo>
                    <a:lnTo>
                      <a:pt x="101" y="204"/>
                    </a:lnTo>
                    <a:lnTo>
                      <a:pt x="101" y="204"/>
                    </a:lnTo>
                    <a:lnTo>
                      <a:pt x="101" y="204"/>
                    </a:lnTo>
                    <a:lnTo>
                      <a:pt x="101" y="204"/>
                    </a:lnTo>
                    <a:lnTo>
                      <a:pt x="104" y="204"/>
                    </a:lnTo>
                    <a:lnTo>
                      <a:pt x="104" y="202"/>
                    </a:lnTo>
                    <a:lnTo>
                      <a:pt x="104" y="202"/>
                    </a:lnTo>
                    <a:lnTo>
                      <a:pt x="104" y="202"/>
                    </a:lnTo>
                    <a:lnTo>
                      <a:pt x="106" y="202"/>
                    </a:lnTo>
                    <a:lnTo>
                      <a:pt x="106" y="199"/>
                    </a:lnTo>
                    <a:lnTo>
                      <a:pt x="106" y="199"/>
                    </a:lnTo>
                    <a:lnTo>
                      <a:pt x="106" y="199"/>
                    </a:lnTo>
                    <a:lnTo>
                      <a:pt x="106" y="197"/>
                    </a:lnTo>
                    <a:lnTo>
                      <a:pt x="106" y="197"/>
                    </a:lnTo>
                    <a:lnTo>
                      <a:pt x="106" y="197"/>
                    </a:lnTo>
                    <a:lnTo>
                      <a:pt x="106" y="195"/>
                    </a:lnTo>
                    <a:lnTo>
                      <a:pt x="109" y="195"/>
                    </a:lnTo>
                    <a:lnTo>
                      <a:pt x="109" y="195"/>
                    </a:lnTo>
                    <a:lnTo>
                      <a:pt x="109" y="195"/>
                    </a:lnTo>
                    <a:lnTo>
                      <a:pt x="109" y="195"/>
                    </a:lnTo>
                    <a:lnTo>
                      <a:pt x="109" y="192"/>
                    </a:lnTo>
                    <a:lnTo>
                      <a:pt x="109" y="192"/>
                    </a:lnTo>
                    <a:lnTo>
                      <a:pt x="109" y="192"/>
                    </a:lnTo>
                    <a:lnTo>
                      <a:pt x="109" y="190"/>
                    </a:lnTo>
                    <a:lnTo>
                      <a:pt x="109" y="190"/>
                    </a:lnTo>
                    <a:lnTo>
                      <a:pt x="111" y="190"/>
                    </a:lnTo>
                    <a:lnTo>
                      <a:pt x="111" y="188"/>
                    </a:lnTo>
                    <a:lnTo>
                      <a:pt x="111" y="188"/>
                    </a:lnTo>
                    <a:lnTo>
                      <a:pt x="111" y="185"/>
                    </a:lnTo>
                    <a:lnTo>
                      <a:pt x="111" y="185"/>
                    </a:lnTo>
                    <a:lnTo>
                      <a:pt x="111" y="185"/>
                    </a:lnTo>
                    <a:lnTo>
                      <a:pt x="111" y="185"/>
                    </a:lnTo>
                    <a:lnTo>
                      <a:pt x="111" y="183"/>
                    </a:lnTo>
                    <a:lnTo>
                      <a:pt x="113" y="183"/>
                    </a:lnTo>
                    <a:lnTo>
                      <a:pt x="113" y="183"/>
                    </a:lnTo>
                    <a:lnTo>
                      <a:pt x="113" y="183"/>
                    </a:lnTo>
                    <a:lnTo>
                      <a:pt x="113" y="183"/>
                    </a:lnTo>
                    <a:lnTo>
                      <a:pt x="113" y="180"/>
                    </a:lnTo>
                    <a:lnTo>
                      <a:pt x="116" y="180"/>
                    </a:lnTo>
                    <a:lnTo>
                      <a:pt x="116" y="180"/>
                    </a:lnTo>
                    <a:lnTo>
                      <a:pt x="118" y="180"/>
                    </a:lnTo>
                    <a:lnTo>
                      <a:pt x="118" y="180"/>
                    </a:lnTo>
                    <a:lnTo>
                      <a:pt x="118" y="180"/>
                    </a:lnTo>
                    <a:lnTo>
                      <a:pt x="118" y="180"/>
                    </a:lnTo>
                    <a:lnTo>
                      <a:pt x="120" y="180"/>
                    </a:lnTo>
                    <a:lnTo>
                      <a:pt x="120" y="180"/>
                    </a:lnTo>
                    <a:lnTo>
                      <a:pt x="120" y="178"/>
                    </a:lnTo>
                    <a:lnTo>
                      <a:pt x="120" y="178"/>
                    </a:lnTo>
                    <a:lnTo>
                      <a:pt x="120" y="178"/>
                    </a:lnTo>
                    <a:lnTo>
                      <a:pt x="123" y="178"/>
                    </a:lnTo>
                    <a:lnTo>
                      <a:pt x="123" y="178"/>
                    </a:lnTo>
                    <a:lnTo>
                      <a:pt x="123" y="176"/>
                    </a:lnTo>
                    <a:lnTo>
                      <a:pt x="125" y="176"/>
                    </a:lnTo>
                    <a:lnTo>
                      <a:pt x="125" y="176"/>
                    </a:lnTo>
                    <a:lnTo>
                      <a:pt x="125" y="176"/>
                    </a:lnTo>
                    <a:lnTo>
                      <a:pt x="125" y="173"/>
                    </a:lnTo>
                    <a:lnTo>
                      <a:pt x="123" y="173"/>
                    </a:lnTo>
                    <a:lnTo>
                      <a:pt x="123" y="173"/>
                    </a:lnTo>
                    <a:lnTo>
                      <a:pt x="123" y="173"/>
                    </a:lnTo>
                    <a:lnTo>
                      <a:pt x="123" y="171"/>
                    </a:lnTo>
                    <a:lnTo>
                      <a:pt x="123" y="171"/>
                    </a:lnTo>
                    <a:lnTo>
                      <a:pt x="123" y="171"/>
                    </a:lnTo>
                    <a:lnTo>
                      <a:pt x="123" y="169"/>
                    </a:lnTo>
                    <a:lnTo>
                      <a:pt x="125" y="169"/>
                    </a:lnTo>
                    <a:lnTo>
                      <a:pt x="125" y="169"/>
                    </a:lnTo>
                    <a:lnTo>
                      <a:pt x="125" y="169"/>
                    </a:lnTo>
                    <a:lnTo>
                      <a:pt x="125" y="166"/>
                    </a:lnTo>
                    <a:lnTo>
                      <a:pt x="125" y="166"/>
                    </a:lnTo>
                    <a:lnTo>
                      <a:pt x="128" y="166"/>
                    </a:lnTo>
                    <a:lnTo>
                      <a:pt x="128" y="166"/>
                    </a:lnTo>
                    <a:lnTo>
                      <a:pt x="128" y="166"/>
                    </a:lnTo>
                    <a:lnTo>
                      <a:pt x="128" y="166"/>
                    </a:lnTo>
                    <a:lnTo>
                      <a:pt x="128" y="166"/>
                    </a:lnTo>
                    <a:lnTo>
                      <a:pt x="128" y="164"/>
                    </a:lnTo>
                    <a:lnTo>
                      <a:pt x="130" y="164"/>
                    </a:lnTo>
                    <a:lnTo>
                      <a:pt x="130" y="164"/>
                    </a:lnTo>
                    <a:lnTo>
                      <a:pt x="130" y="164"/>
                    </a:lnTo>
                    <a:lnTo>
                      <a:pt x="130" y="161"/>
                    </a:lnTo>
                    <a:lnTo>
                      <a:pt x="132" y="161"/>
                    </a:lnTo>
                    <a:lnTo>
                      <a:pt x="132" y="161"/>
                    </a:lnTo>
                    <a:lnTo>
                      <a:pt x="132" y="159"/>
                    </a:lnTo>
                    <a:lnTo>
                      <a:pt x="132" y="159"/>
                    </a:lnTo>
                    <a:lnTo>
                      <a:pt x="132" y="159"/>
                    </a:lnTo>
                    <a:lnTo>
                      <a:pt x="132" y="159"/>
                    </a:lnTo>
                    <a:lnTo>
                      <a:pt x="132" y="157"/>
                    </a:lnTo>
                    <a:lnTo>
                      <a:pt x="135" y="157"/>
                    </a:lnTo>
                    <a:lnTo>
                      <a:pt x="135" y="157"/>
                    </a:lnTo>
                    <a:lnTo>
                      <a:pt x="135" y="157"/>
                    </a:lnTo>
                    <a:lnTo>
                      <a:pt x="135" y="157"/>
                    </a:lnTo>
                    <a:lnTo>
                      <a:pt x="137" y="157"/>
                    </a:lnTo>
                    <a:lnTo>
                      <a:pt x="137" y="157"/>
                    </a:lnTo>
                    <a:lnTo>
                      <a:pt x="137" y="154"/>
                    </a:lnTo>
                    <a:lnTo>
                      <a:pt x="137" y="154"/>
                    </a:lnTo>
                    <a:lnTo>
                      <a:pt x="139" y="154"/>
                    </a:lnTo>
                    <a:lnTo>
                      <a:pt x="139" y="154"/>
                    </a:lnTo>
                    <a:lnTo>
                      <a:pt x="139" y="154"/>
                    </a:lnTo>
                    <a:lnTo>
                      <a:pt x="139" y="152"/>
                    </a:lnTo>
                    <a:lnTo>
                      <a:pt x="139" y="152"/>
                    </a:lnTo>
                    <a:lnTo>
                      <a:pt x="137" y="152"/>
                    </a:lnTo>
                    <a:lnTo>
                      <a:pt x="137" y="152"/>
                    </a:lnTo>
                    <a:lnTo>
                      <a:pt x="137" y="152"/>
                    </a:lnTo>
                    <a:lnTo>
                      <a:pt x="137" y="150"/>
                    </a:lnTo>
                    <a:lnTo>
                      <a:pt x="137" y="150"/>
                    </a:lnTo>
                    <a:lnTo>
                      <a:pt x="137" y="147"/>
                    </a:lnTo>
                    <a:lnTo>
                      <a:pt x="137" y="147"/>
                    </a:lnTo>
                    <a:lnTo>
                      <a:pt x="137" y="147"/>
                    </a:lnTo>
                    <a:lnTo>
                      <a:pt x="137" y="145"/>
                    </a:lnTo>
                    <a:lnTo>
                      <a:pt x="137" y="145"/>
                    </a:lnTo>
                    <a:lnTo>
                      <a:pt x="139" y="145"/>
                    </a:lnTo>
                    <a:lnTo>
                      <a:pt x="139" y="145"/>
                    </a:lnTo>
                    <a:lnTo>
                      <a:pt x="139" y="143"/>
                    </a:lnTo>
                    <a:lnTo>
                      <a:pt x="139" y="143"/>
                    </a:lnTo>
                    <a:lnTo>
                      <a:pt x="137" y="143"/>
                    </a:lnTo>
                    <a:lnTo>
                      <a:pt x="137" y="140"/>
                    </a:lnTo>
                    <a:lnTo>
                      <a:pt x="137" y="140"/>
                    </a:lnTo>
                    <a:lnTo>
                      <a:pt x="137" y="138"/>
                    </a:lnTo>
                    <a:lnTo>
                      <a:pt x="137" y="138"/>
                    </a:lnTo>
                    <a:lnTo>
                      <a:pt x="137" y="138"/>
                    </a:lnTo>
                    <a:lnTo>
                      <a:pt x="135" y="138"/>
                    </a:lnTo>
                    <a:lnTo>
                      <a:pt x="135" y="135"/>
                    </a:lnTo>
                    <a:lnTo>
                      <a:pt x="137" y="135"/>
                    </a:lnTo>
                    <a:lnTo>
                      <a:pt x="137" y="135"/>
                    </a:lnTo>
                    <a:lnTo>
                      <a:pt x="137" y="135"/>
                    </a:lnTo>
                    <a:lnTo>
                      <a:pt x="137" y="135"/>
                    </a:lnTo>
                    <a:lnTo>
                      <a:pt x="137" y="133"/>
                    </a:lnTo>
                    <a:lnTo>
                      <a:pt x="139" y="133"/>
                    </a:lnTo>
                    <a:lnTo>
                      <a:pt x="139" y="133"/>
                    </a:lnTo>
                    <a:lnTo>
                      <a:pt x="139" y="133"/>
                    </a:lnTo>
                    <a:lnTo>
                      <a:pt x="139" y="133"/>
                    </a:lnTo>
                    <a:lnTo>
                      <a:pt x="139" y="131"/>
                    </a:lnTo>
                    <a:lnTo>
                      <a:pt x="142" y="131"/>
                    </a:lnTo>
                    <a:lnTo>
                      <a:pt x="142" y="131"/>
                    </a:lnTo>
                    <a:lnTo>
                      <a:pt x="142" y="131"/>
                    </a:lnTo>
                    <a:lnTo>
                      <a:pt x="142" y="131"/>
                    </a:lnTo>
                    <a:lnTo>
                      <a:pt x="144" y="131"/>
                    </a:lnTo>
                    <a:lnTo>
                      <a:pt x="144" y="128"/>
                    </a:lnTo>
                    <a:lnTo>
                      <a:pt x="144" y="128"/>
                    </a:lnTo>
                    <a:lnTo>
                      <a:pt x="146" y="128"/>
                    </a:lnTo>
                    <a:lnTo>
                      <a:pt x="146" y="128"/>
                    </a:lnTo>
                    <a:lnTo>
                      <a:pt x="146" y="128"/>
                    </a:lnTo>
                    <a:lnTo>
                      <a:pt x="149" y="128"/>
                    </a:lnTo>
                    <a:lnTo>
                      <a:pt x="149" y="128"/>
                    </a:lnTo>
                    <a:lnTo>
                      <a:pt x="149" y="128"/>
                    </a:lnTo>
                    <a:lnTo>
                      <a:pt x="149" y="128"/>
                    </a:lnTo>
                    <a:lnTo>
                      <a:pt x="151" y="128"/>
                    </a:lnTo>
                    <a:lnTo>
                      <a:pt x="151" y="128"/>
                    </a:lnTo>
                    <a:lnTo>
                      <a:pt x="151" y="126"/>
                    </a:lnTo>
                    <a:lnTo>
                      <a:pt x="154" y="126"/>
                    </a:lnTo>
                    <a:lnTo>
                      <a:pt x="154" y="126"/>
                    </a:lnTo>
                    <a:lnTo>
                      <a:pt x="154" y="126"/>
                    </a:lnTo>
                    <a:lnTo>
                      <a:pt x="154" y="126"/>
                    </a:lnTo>
                    <a:lnTo>
                      <a:pt x="154" y="126"/>
                    </a:lnTo>
                    <a:lnTo>
                      <a:pt x="154" y="124"/>
                    </a:lnTo>
                    <a:lnTo>
                      <a:pt x="154" y="124"/>
                    </a:lnTo>
                    <a:lnTo>
                      <a:pt x="154" y="124"/>
                    </a:lnTo>
                    <a:lnTo>
                      <a:pt x="154" y="121"/>
                    </a:lnTo>
                    <a:lnTo>
                      <a:pt x="154" y="121"/>
                    </a:lnTo>
                    <a:lnTo>
                      <a:pt x="154" y="121"/>
                    </a:lnTo>
                    <a:lnTo>
                      <a:pt x="151" y="121"/>
                    </a:lnTo>
                    <a:lnTo>
                      <a:pt x="151" y="119"/>
                    </a:lnTo>
                    <a:lnTo>
                      <a:pt x="151" y="119"/>
                    </a:lnTo>
                    <a:lnTo>
                      <a:pt x="149" y="119"/>
                    </a:lnTo>
                    <a:lnTo>
                      <a:pt x="149" y="119"/>
                    </a:lnTo>
                    <a:lnTo>
                      <a:pt x="149" y="119"/>
                    </a:lnTo>
                    <a:lnTo>
                      <a:pt x="149" y="119"/>
                    </a:lnTo>
                    <a:lnTo>
                      <a:pt x="149" y="116"/>
                    </a:lnTo>
                    <a:lnTo>
                      <a:pt x="146" y="116"/>
                    </a:lnTo>
                    <a:lnTo>
                      <a:pt x="146" y="116"/>
                    </a:lnTo>
                    <a:lnTo>
                      <a:pt x="146" y="119"/>
                    </a:lnTo>
                    <a:lnTo>
                      <a:pt x="146" y="119"/>
                    </a:lnTo>
                    <a:lnTo>
                      <a:pt x="144" y="119"/>
                    </a:lnTo>
                    <a:lnTo>
                      <a:pt x="144" y="119"/>
                    </a:lnTo>
                    <a:lnTo>
                      <a:pt x="144" y="116"/>
                    </a:lnTo>
                    <a:lnTo>
                      <a:pt x="142" y="116"/>
                    </a:lnTo>
                    <a:lnTo>
                      <a:pt x="142" y="116"/>
                    </a:lnTo>
                    <a:lnTo>
                      <a:pt x="142" y="116"/>
                    </a:lnTo>
                    <a:lnTo>
                      <a:pt x="139" y="116"/>
                    </a:lnTo>
                    <a:lnTo>
                      <a:pt x="139" y="116"/>
                    </a:lnTo>
                    <a:lnTo>
                      <a:pt x="139" y="116"/>
                    </a:lnTo>
                    <a:lnTo>
                      <a:pt x="139" y="116"/>
                    </a:lnTo>
                    <a:lnTo>
                      <a:pt x="139" y="116"/>
                    </a:lnTo>
                    <a:lnTo>
                      <a:pt x="139" y="114"/>
                    </a:lnTo>
                    <a:lnTo>
                      <a:pt x="139" y="114"/>
                    </a:lnTo>
                    <a:lnTo>
                      <a:pt x="139" y="114"/>
                    </a:lnTo>
                    <a:lnTo>
                      <a:pt x="139" y="112"/>
                    </a:lnTo>
                    <a:lnTo>
                      <a:pt x="139" y="112"/>
                    </a:lnTo>
                    <a:lnTo>
                      <a:pt x="139" y="109"/>
                    </a:lnTo>
                    <a:lnTo>
                      <a:pt x="139" y="109"/>
                    </a:lnTo>
                    <a:lnTo>
                      <a:pt x="139" y="109"/>
                    </a:lnTo>
                    <a:lnTo>
                      <a:pt x="139" y="109"/>
                    </a:lnTo>
                    <a:lnTo>
                      <a:pt x="139" y="109"/>
                    </a:lnTo>
                    <a:lnTo>
                      <a:pt x="139" y="109"/>
                    </a:lnTo>
                    <a:lnTo>
                      <a:pt x="139" y="112"/>
                    </a:lnTo>
                    <a:lnTo>
                      <a:pt x="137" y="112"/>
                    </a:lnTo>
                    <a:lnTo>
                      <a:pt x="137" y="112"/>
                    </a:lnTo>
                    <a:lnTo>
                      <a:pt x="135" y="112"/>
                    </a:lnTo>
                    <a:lnTo>
                      <a:pt x="135" y="109"/>
                    </a:lnTo>
                    <a:lnTo>
                      <a:pt x="135" y="109"/>
                    </a:lnTo>
                    <a:lnTo>
                      <a:pt x="135" y="109"/>
                    </a:lnTo>
                    <a:lnTo>
                      <a:pt x="132" y="109"/>
                    </a:lnTo>
                    <a:lnTo>
                      <a:pt x="132" y="109"/>
                    </a:lnTo>
                    <a:lnTo>
                      <a:pt x="132" y="109"/>
                    </a:lnTo>
                    <a:lnTo>
                      <a:pt x="132" y="109"/>
                    </a:lnTo>
                    <a:lnTo>
                      <a:pt x="130" y="109"/>
                    </a:lnTo>
                    <a:lnTo>
                      <a:pt x="130" y="107"/>
                    </a:lnTo>
                    <a:lnTo>
                      <a:pt x="130" y="107"/>
                    </a:lnTo>
                    <a:lnTo>
                      <a:pt x="128" y="107"/>
                    </a:lnTo>
                    <a:lnTo>
                      <a:pt x="128" y="107"/>
                    </a:lnTo>
                    <a:lnTo>
                      <a:pt x="128" y="107"/>
                    </a:lnTo>
                    <a:lnTo>
                      <a:pt x="128" y="107"/>
                    </a:lnTo>
                    <a:lnTo>
                      <a:pt x="125" y="107"/>
                    </a:lnTo>
                    <a:lnTo>
                      <a:pt x="125" y="107"/>
                    </a:lnTo>
                    <a:lnTo>
                      <a:pt x="125" y="107"/>
                    </a:lnTo>
                    <a:lnTo>
                      <a:pt x="125" y="107"/>
                    </a:lnTo>
                    <a:lnTo>
                      <a:pt x="125" y="105"/>
                    </a:lnTo>
                    <a:lnTo>
                      <a:pt x="125" y="105"/>
                    </a:lnTo>
                    <a:lnTo>
                      <a:pt x="123" y="105"/>
                    </a:lnTo>
                    <a:lnTo>
                      <a:pt x="123" y="105"/>
                    </a:lnTo>
                    <a:lnTo>
                      <a:pt x="120" y="105"/>
                    </a:lnTo>
                    <a:lnTo>
                      <a:pt x="120" y="105"/>
                    </a:lnTo>
                    <a:lnTo>
                      <a:pt x="120" y="105"/>
                    </a:lnTo>
                    <a:lnTo>
                      <a:pt x="120" y="105"/>
                    </a:lnTo>
                    <a:lnTo>
                      <a:pt x="120" y="105"/>
                    </a:lnTo>
                    <a:lnTo>
                      <a:pt x="118" y="105"/>
                    </a:lnTo>
                    <a:lnTo>
                      <a:pt x="118" y="102"/>
                    </a:lnTo>
                    <a:lnTo>
                      <a:pt x="118" y="102"/>
                    </a:lnTo>
                    <a:lnTo>
                      <a:pt x="118" y="102"/>
                    </a:lnTo>
                    <a:lnTo>
                      <a:pt x="118" y="102"/>
                    </a:lnTo>
                    <a:lnTo>
                      <a:pt x="118" y="100"/>
                    </a:lnTo>
                    <a:lnTo>
                      <a:pt x="118" y="100"/>
                    </a:lnTo>
                    <a:lnTo>
                      <a:pt x="118" y="100"/>
                    </a:lnTo>
                    <a:lnTo>
                      <a:pt x="118" y="100"/>
                    </a:lnTo>
                    <a:lnTo>
                      <a:pt x="118" y="97"/>
                    </a:lnTo>
                    <a:lnTo>
                      <a:pt x="118" y="97"/>
                    </a:lnTo>
                    <a:lnTo>
                      <a:pt x="116" y="97"/>
                    </a:lnTo>
                    <a:lnTo>
                      <a:pt x="116" y="97"/>
                    </a:lnTo>
                    <a:lnTo>
                      <a:pt x="116" y="95"/>
                    </a:lnTo>
                    <a:lnTo>
                      <a:pt x="116" y="95"/>
                    </a:lnTo>
                    <a:lnTo>
                      <a:pt x="118" y="95"/>
                    </a:lnTo>
                    <a:lnTo>
                      <a:pt x="118" y="93"/>
                    </a:lnTo>
                    <a:lnTo>
                      <a:pt x="118" y="93"/>
                    </a:lnTo>
                    <a:lnTo>
                      <a:pt x="118" y="90"/>
                    </a:lnTo>
                    <a:lnTo>
                      <a:pt x="118" y="90"/>
                    </a:lnTo>
                    <a:lnTo>
                      <a:pt x="116" y="90"/>
                    </a:lnTo>
                    <a:lnTo>
                      <a:pt x="116" y="88"/>
                    </a:lnTo>
                    <a:lnTo>
                      <a:pt x="116" y="88"/>
                    </a:lnTo>
                    <a:lnTo>
                      <a:pt x="116" y="86"/>
                    </a:lnTo>
                    <a:lnTo>
                      <a:pt x="116" y="86"/>
                    </a:lnTo>
                    <a:lnTo>
                      <a:pt x="116" y="86"/>
                    </a:lnTo>
                    <a:lnTo>
                      <a:pt x="116" y="83"/>
                    </a:lnTo>
                    <a:lnTo>
                      <a:pt x="116" y="83"/>
                    </a:lnTo>
                    <a:lnTo>
                      <a:pt x="116" y="81"/>
                    </a:lnTo>
                    <a:lnTo>
                      <a:pt x="116" y="81"/>
                    </a:lnTo>
                    <a:lnTo>
                      <a:pt x="116" y="81"/>
                    </a:lnTo>
                    <a:lnTo>
                      <a:pt x="116" y="79"/>
                    </a:lnTo>
                    <a:lnTo>
                      <a:pt x="113" y="79"/>
                    </a:lnTo>
                    <a:lnTo>
                      <a:pt x="113" y="79"/>
                    </a:lnTo>
                    <a:lnTo>
                      <a:pt x="113" y="76"/>
                    </a:lnTo>
                    <a:lnTo>
                      <a:pt x="113" y="76"/>
                    </a:lnTo>
                    <a:lnTo>
                      <a:pt x="113" y="76"/>
                    </a:lnTo>
                    <a:lnTo>
                      <a:pt x="113" y="74"/>
                    </a:lnTo>
                    <a:lnTo>
                      <a:pt x="113" y="74"/>
                    </a:lnTo>
                    <a:lnTo>
                      <a:pt x="113" y="74"/>
                    </a:lnTo>
                    <a:lnTo>
                      <a:pt x="113" y="71"/>
                    </a:lnTo>
                    <a:lnTo>
                      <a:pt x="113" y="71"/>
                    </a:lnTo>
                    <a:lnTo>
                      <a:pt x="113" y="71"/>
                    </a:lnTo>
                    <a:lnTo>
                      <a:pt x="113" y="69"/>
                    </a:lnTo>
                    <a:lnTo>
                      <a:pt x="113" y="69"/>
                    </a:lnTo>
                    <a:lnTo>
                      <a:pt x="113" y="67"/>
                    </a:lnTo>
                    <a:lnTo>
                      <a:pt x="113" y="67"/>
                    </a:lnTo>
                    <a:lnTo>
                      <a:pt x="113" y="67"/>
                    </a:lnTo>
                    <a:lnTo>
                      <a:pt x="113" y="67"/>
                    </a:lnTo>
                    <a:lnTo>
                      <a:pt x="113" y="64"/>
                    </a:lnTo>
                    <a:lnTo>
                      <a:pt x="113" y="64"/>
                    </a:lnTo>
                    <a:lnTo>
                      <a:pt x="116" y="64"/>
                    </a:lnTo>
                    <a:lnTo>
                      <a:pt x="116" y="64"/>
                    </a:lnTo>
                    <a:lnTo>
                      <a:pt x="118" y="64"/>
                    </a:lnTo>
                    <a:lnTo>
                      <a:pt x="118" y="64"/>
                    </a:lnTo>
                    <a:lnTo>
                      <a:pt x="118" y="64"/>
                    </a:lnTo>
                    <a:lnTo>
                      <a:pt x="118" y="62"/>
                    </a:lnTo>
                    <a:lnTo>
                      <a:pt x="118" y="62"/>
                    </a:lnTo>
                    <a:lnTo>
                      <a:pt x="118" y="62"/>
                    </a:lnTo>
                    <a:lnTo>
                      <a:pt x="118" y="60"/>
                    </a:lnTo>
                    <a:lnTo>
                      <a:pt x="118" y="60"/>
                    </a:lnTo>
                    <a:lnTo>
                      <a:pt x="120" y="60"/>
                    </a:lnTo>
                    <a:lnTo>
                      <a:pt x="120" y="60"/>
                    </a:lnTo>
                    <a:lnTo>
                      <a:pt x="120" y="57"/>
                    </a:lnTo>
                    <a:lnTo>
                      <a:pt x="120" y="57"/>
                    </a:lnTo>
                    <a:lnTo>
                      <a:pt x="123" y="57"/>
                    </a:lnTo>
                    <a:lnTo>
                      <a:pt x="123" y="57"/>
                    </a:lnTo>
                    <a:lnTo>
                      <a:pt x="125" y="57"/>
                    </a:lnTo>
                    <a:lnTo>
                      <a:pt x="125" y="57"/>
                    </a:lnTo>
                    <a:lnTo>
                      <a:pt x="125" y="57"/>
                    </a:lnTo>
                    <a:lnTo>
                      <a:pt x="125" y="57"/>
                    </a:lnTo>
                    <a:lnTo>
                      <a:pt x="125" y="57"/>
                    </a:lnTo>
                    <a:lnTo>
                      <a:pt x="125" y="55"/>
                    </a:lnTo>
                    <a:lnTo>
                      <a:pt x="125" y="55"/>
                    </a:lnTo>
                    <a:lnTo>
                      <a:pt x="128" y="55"/>
                    </a:lnTo>
                    <a:lnTo>
                      <a:pt x="128" y="52"/>
                    </a:lnTo>
                    <a:lnTo>
                      <a:pt x="128" y="52"/>
                    </a:lnTo>
                    <a:lnTo>
                      <a:pt x="128" y="50"/>
                    </a:lnTo>
                    <a:lnTo>
                      <a:pt x="128" y="50"/>
                    </a:lnTo>
                    <a:lnTo>
                      <a:pt x="125" y="50"/>
                    </a:lnTo>
                    <a:lnTo>
                      <a:pt x="125" y="50"/>
                    </a:lnTo>
                    <a:lnTo>
                      <a:pt x="125" y="50"/>
                    </a:lnTo>
                    <a:lnTo>
                      <a:pt x="125" y="48"/>
                    </a:lnTo>
                    <a:lnTo>
                      <a:pt x="123" y="48"/>
                    </a:lnTo>
                    <a:lnTo>
                      <a:pt x="123" y="48"/>
                    </a:lnTo>
                    <a:lnTo>
                      <a:pt x="120" y="48"/>
                    </a:lnTo>
                    <a:lnTo>
                      <a:pt x="120" y="48"/>
                    </a:lnTo>
                    <a:lnTo>
                      <a:pt x="120" y="48"/>
                    </a:lnTo>
                    <a:lnTo>
                      <a:pt x="120" y="48"/>
                    </a:lnTo>
                    <a:lnTo>
                      <a:pt x="118" y="48"/>
                    </a:lnTo>
                    <a:lnTo>
                      <a:pt x="118" y="48"/>
                    </a:lnTo>
                    <a:lnTo>
                      <a:pt x="118" y="45"/>
                    </a:lnTo>
                    <a:lnTo>
                      <a:pt x="118" y="45"/>
                    </a:lnTo>
                    <a:lnTo>
                      <a:pt x="118" y="43"/>
                    </a:lnTo>
                    <a:lnTo>
                      <a:pt x="120" y="43"/>
                    </a:lnTo>
                    <a:lnTo>
                      <a:pt x="120" y="43"/>
                    </a:lnTo>
                    <a:lnTo>
                      <a:pt x="120" y="43"/>
                    </a:lnTo>
                    <a:lnTo>
                      <a:pt x="120" y="41"/>
                    </a:lnTo>
                    <a:lnTo>
                      <a:pt x="120" y="41"/>
                    </a:lnTo>
                    <a:lnTo>
                      <a:pt x="120" y="41"/>
                    </a:lnTo>
                    <a:lnTo>
                      <a:pt x="118" y="41"/>
                    </a:lnTo>
                    <a:lnTo>
                      <a:pt x="118" y="41"/>
                    </a:lnTo>
                    <a:lnTo>
                      <a:pt x="118" y="41"/>
                    </a:lnTo>
                    <a:lnTo>
                      <a:pt x="116" y="41"/>
                    </a:lnTo>
                    <a:lnTo>
                      <a:pt x="116" y="41"/>
                    </a:lnTo>
                    <a:lnTo>
                      <a:pt x="113" y="41"/>
                    </a:lnTo>
                    <a:lnTo>
                      <a:pt x="113" y="38"/>
                    </a:lnTo>
                    <a:lnTo>
                      <a:pt x="113" y="38"/>
                    </a:lnTo>
                    <a:lnTo>
                      <a:pt x="113" y="38"/>
                    </a:lnTo>
                    <a:lnTo>
                      <a:pt x="111" y="38"/>
                    </a:lnTo>
                    <a:lnTo>
                      <a:pt x="111" y="38"/>
                    </a:lnTo>
                    <a:lnTo>
                      <a:pt x="111" y="38"/>
                    </a:lnTo>
                    <a:lnTo>
                      <a:pt x="109" y="38"/>
                    </a:lnTo>
                    <a:lnTo>
                      <a:pt x="109" y="38"/>
                    </a:lnTo>
                    <a:lnTo>
                      <a:pt x="109" y="38"/>
                    </a:lnTo>
                    <a:lnTo>
                      <a:pt x="109" y="38"/>
                    </a:lnTo>
                    <a:lnTo>
                      <a:pt x="106" y="38"/>
                    </a:lnTo>
                    <a:lnTo>
                      <a:pt x="106" y="36"/>
                    </a:lnTo>
                    <a:lnTo>
                      <a:pt x="106" y="36"/>
                    </a:lnTo>
                    <a:lnTo>
                      <a:pt x="106" y="36"/>
                    </a:lnTo>
                    <a:lnTo>
                      <a:pt x="106" y="34"/>
                    </a:lnTo>
                    <a:lnTo>
                      <a:pt x="106" y="34"/>
                    </a:lnTo>
                    <a:lnTo>
                      <a:pt x="106" y="34"/>
                    </a:lnTo>
                    <a:lnTo>
                      <a:pt x="106" y="31"/>
                    </a:lnTo>
                    <a:lnTo>
                      <a:pt x="104" y="31"/>
                    </a:lnTo>
                    <a:lnTo>
                      <a:pt x="104" y="34"/>
                    </a:lnTo>
                    <a:lnTo>
                      <a:pt x="104" y="34"/>
                    </a:lnTo>
                    <a:lnTo>
                      <a:pt x="101" y="34"/>
                    </a:lnTo>
                    <a:lnTo>
                      <a:pt x="101" y="34"/>
                    </a:lnTo>
                    <a:lnTo>
                      <a:pt x="101" y="34"/>
                    </a:lnTo>
                    <a:lnTo>
                      <a:pt x="99" y="34"/>
                    </a:lnTo>
                    <a:lnTo>
                      <a:pt x="99" y="31"/>
                    </a:lnTo>
                    <a:lnTo>
                      <a:pt x="99" y="31"/>
                    </a:lnTo>
                    <a:lnTo>
                      <a:pt x="99" y="34"/>
                    </a:lnTo>
                    <a:lnTo>
                      <a:pt x="99" y="34"/>
                    </a:lnTo>
                    <a:lnTo>
                      <a:pt x="97" y="34"/>
                    </a:lnTo>
                    <a:lnTo>
                      <a:pt x="97" y="34"/>
                    </a:lnTo>
                    <a:lnTo>
                      <a:pt x="94" y="34"/>
                    </a:lnTo>
                    <a:lnTo>
                      <a:pt x="94" y="34"/>
                    </a:lnTo>
                    <a:lnTo>
                      <a:pt x="94" y="31"/>
                    </a:lnTo>
                    <a:lnTo>
                      <a:pt x="94" y="31"/>
                    </a:lnTo>
                    <a:lnTo>
                      <a:pt x="94" y="31"/>
                    </a:lnTo>
                    <a:lnTo>
                      <a:pt x="94" y="29"/>
                    </a:lnTo>
                    <a:lnTo>
                      <a:pt x="94" y="29"/>
                    </a:lnTo>
                    <a:lnTo>
                      <a:pt x="94" y="29"/>
                    </a:lnTo>
                    <a:lnTo>
                      <a:pt x="94" y="26"/>
                    </a:lnTo>
                    <a:lnTo>
                      <a:pt x="94" y="26"/>
                    </a:lnTo>
                    <a:lnTo>
                      <a:pt x="94" y="26"/>
                    </a:lnTo>
                    <a:lnTo>
                      <a:pt x="94" y="26"/>
                    </a:lnTo>
                    <a:lnTo>
                      <a:pt x="94" y="24"/>
                    </a:lnTo>
                    <a:lnTo>
                      <a:pt x="94" y="24"/>
                    </a:lnTo>
                    <a:lnTo>
                      <a:pt x="94" y="22"/>
                    </a:lnTo>
                    <a:lnTo>
                      <a:pt x="94" y="22"/>
                    </a:lnTo>
                    <a:lnTo>
                      <a:pt x="94" y="22"/>
                    </a:lnTo>
                    <a:lnTo>
                      <a:pt x="97" y="22"/>
                    </a:lnTo>
                    <a:lnTo>
                      <a:pt x="97" y="22"/>
                    </a:lnTo>
                    <a:lnTo>
                      <a:pt x="97" y="22"/>
                    </a:lnTo>
                    <a:lnTo>
                      <a:pt x="99" y="22"/>
                    </a:lnTo>
                    <a:lnTo>
                      <a:pt x="99" y="19"/>
                    </a:lnTo>
                    <a:lnTo>
                      <a:pt x="99" y="19"/>
                    </a:lnTo>
                    <a:lnTo>
                      <a:pt x="99" y="19"/>
                    </a:lnTo>
                    <a:lnTo>
                      <a:pt x="99" y="19"/>
                    </a:lnTo>
                    <a:lnTo>
                      <a:pt x="101" y="19"/>
                    </a:lnTo>
                    <a:lnTo>
                      <a:pt x="101" y="17"/>
                    </a:lnTo>
                    <a:lnTo>
                      <a:pt x="101" y="17"/>
                    </a:lnTo>
                    <a:lnTo>
                      <a:pt x="101" y="17"/>
                    </a:lnTo>
                    <a:lnTo>
                      <a:pt x="101" y="17"/>
                    </a:lnTo>
                    <a:lnTo>
                      <a:pt x="101" y="17"/>
                    </a:lnTo>
                    <a:lnTo>
                      <a:pt x="104" y="17"/>
                    </a:lnTo>
                    <a:lnTo>
                      <a:pt x="104" y="15"/>
                    </a:lnTo>
                    <a:lnTo>
                      <a:pt x="104" y="15"/>
                    </a:lnTo>
                    <a:lnTo>
                      <a:pt x="104" y="15"/>
                    </a:lnTo>
                    <a:lnTo>
                      <a:pt x="106" y="15"/>
                    </a:lnTo>
                    <a:lnTo>
                      <a:pt x="106" y="12"/>
                    </a:lnTo>
                    <a:lnTo>
                      <a:pt x="104" y="12"/>
                    </a:lnTo>
                    <a:lnTo>
                      <a:pt x="104" y="12"/>
                    </a:lnTo>
                    <a:lnTo>
                      <a:pt x="106" y="12"/>
                    </a:lnTo>
                    <a:lnTo>
                      <a:pt x="106" y="10"/>
                    </a:lnTo>
                    <a:lnTo>
                      <a:pt x="106" y="10"/>
                    </a:lnTo>
                    <a:lnTo>
                      <a:pt x="106" y="10"/>
                    </a:lnTo>
                    <a:lnTo>
                      <a:pt x="109" y="10"/>
                    </a:lnTo>
                    <a:lnTo>
                      <a:pt x="109" y="10"/>
                    </a:lnTo>
                    <a:lnTo>
                      <a:pt x="109" y="10"/>
                    </a:lnTo>
                    <a:lnTo>
                      <a:pt x="109" y="10"/>
                    </a:lnTo>
                    <a:lnTo>
                      <a:pt x="109" y="10"/>
                    </a:lnTo>
                    <a:lnTo>
                      <a:pt x="111" y="10"/>
                    </a:lnTo>
                    <a:lnTo>
                      <a:pt x="111" y="10"/>
                    </a:lnTo>
                    <a:lnTo>
                      <a:pt x="111" y="10"/>
                    </a:lnTo>
                    <a:lnTo>
                      <a:pt x="113" y="10"/>
                    </a:lnTo>
                    <a:lnTo>
                      <a:pt x="113" y="10"/>
                    </a:lnTo>
                    <a:lnTo>
                      <a:pt x="113" y="10"/>
                    </a:lnTo>
                    <a:lnTo>
                      <a:pt x="113" y="10"/>
                    </a:lnTo>
                    <a:lnTo>
                      <a:pt x="116" y="10"/>
                    </a:lnTo>
                    <a:lnTo>
                      <a:pt x="116" y="10"/>
                    </a:lnTo>
                    <a:lnTo>
                      <a:pt x="118" y="10"/>
                    </a:lnTo>
                    <a:lnTo>
                      <a:pt x="118" y="10"/>
                    </a:lnTo>
                    <a:lnTo>
                      <a:pt x="118" y="10"/>
                    </a:lnTo>
                    <a:lnTo>
                      <a:pt x="120" y="10"/>
                    </a:lnTo>
                    <a:lnTo>
                      <a:pt x="120" y="10"/>
                    </a:lnTo>
                    <a:lnTo>
                      <a:pt x="120" y="10"/>
                    </a:lnTo>
                    <a:lnTo>
                      <a:pt x="120" y="10"/>
                    </a:lnTo>
                    <a:lnTo>
                      <a:pt x="123" y="10"/>
                    </a:lnTo>
                    <a:lnTo>
                      <a:pt x="123" y="7"/>
                    </a:lnTo>
                    <a:lnTo>
                      <a:pt x="120" y="7"/>
                    </a:lnTo>
                    <a:lnTo>
                      <a:pt x="120" y="7"/>
                    </a:lnTo>
                    <a:lnTo>
                      <a:pt x="120" y="7"/>
                    </a:lnTo>
                    <a:lnTo>
                      <a:pt x="120" y="7"/>
                    </a:lnTo>
                    <a:lnTo>
                      <a:pt x="118" y="7"/>
                    </a:lnTo>
                    <a:lnTo>
                      <a:pt x="118" y="7"/>
                    </a:lnTo>
                    <a:lnTo>
                      <a:pt x="118" y="7"/>
                    </a:lnTo>
                    <a:lnTo>
                      <a:pt x="118" y="5"/>
                    </a:lnTo>
                    <a:lnTo>
                      <a:pt x="118" y="5"/>
                    </a:lnTo>
                    <a:lnTo>
                      <a:pt x="120" y="5"/>
                    </a:lnTo>
                    <a:lnTo>
                      <a:pt x="120" y="5"/>
                    </a:lnTo>
                    <a:lnTo>
                      <a:pt x="120" y="7"/>
                    </a:lnTo>
                    <a:lnTo>
                      <a:pt x="120" y="7"/>
                    </a:lnTo>
                    <a:lnTo>
                      <a:pt x="123" y="7"/>
                    </a:lnTo>
                    <a:lnTo>
                      <a:pt x="123" y="7"/>
                    </a:lnTo>
                    <a:lnTo>
                      <a:pt x="125" y="7"/>
                    </a:lnTo>
                    <a:lnTo>
                      <a:pt x="125" y="7"/>
                    </a:lnTo>
                    <a:lnTo>
                      <a:pt x="125" y="7"/>
                    </a:lnTo>
                    <a:lnTo>
                      <a:pt x="125" y="7"/>
                    </a:lnTo>
                    <a:lnTo>
                      <a:pt x="128" y="7"/>
                    </a:lnTo>
                    <a:lnTo>
                      <a:pt x="128" y="7"/>
                    </a:lnTo>
                    <a:lnTo>
                      <a:pt x="128" y="7"/>
                    </a:lnTo>
                    <a:lnTo>
                      <a:pt x="128" y="5"/>
                    </a:lnTo>
                    <a:lnTo>
                      <a:pt x="128" y="5"/>
                    </a:lnTo>
                    <a:lnTo>
                      <a:pt x="130" y="5"/>
                    </a:lnTo>
                    <a:lnTo>
                      <a:pt x="130" y="5"/>
                    </a:lnTo>
                    <a:lnTo>
                      <a:pt x="132" y="5"/>
                    </a:lnTo>
                    <a:lnTo>
                      <a:pt x="132" y="5"/>
                    </a:lnTo>
                    <a:lnTo>
                      <a:pt x="132" y="5"/>
                    </a:lnTo>
                    <a:lnTo>
                      <a:pt x="132" y="5"/>
                    </a:lnTo>
                    <a:lnTo>
                      <a:pt x="132" y="3"/>
                    </a:lnTo>
                    <a:lnTo>
                      <a:pt x="135" y="3"/>
                    </a:lnTo>
                    <a:lnTo>
                      <a:pt x="135" y="3"/>
                    </a:lnTo>
                    <a:lnTo>
                      <a:pt x="135" y="3"/>
                    </a:lnTo>
                    <a:lnTo>
                      <a:pt x="137" y="3"/>
                    </a:lnTo>
                    <a:lnTo>
                      <a:pt x="137" y="5"/>
                    </a:lnTo>
                    <a:lnTo>
                      <a:pt x="137" y="5"/>
                    </a:lnTo>
                    <a:lnTo>
                      <a:pt x="137" y="3"/>
                    </a:lnTo>
                    <a:lnTo>
                      <a:pt x="137" y="3"/>
                    </a:lnTo>
                    <a:lnTo>
                      <a:pt x="139" y="3"/>
                    </a:lnTo>
                    <a:lnTo>
                      <a:pt x="139" y="0"/>
                    </a:lnTo>
                    <a:lnTo>
                      <a:pt x="139" y="0"/>
                    </a:lnTo>
                    <a:lnTo>
                      <a:pt x="139" y="0"/>
                    </a:lnTo>
                    <a:lnTo>
                      <a:pt x="139" y="3"/>
                    </a:lnTo>
                    <a:lnTo>
                      <a:pt x="142" y="3"/>
                    </a:lnTo>
                    <a:lnTo>
                      <a:pt x="142" y="3"/>
                    </a:lnTo>
                    <a:lnTo>
                      <a:pt x="142" y="3"/>
                    </a:lnTo>
                    <a:lnTo>
                      <a:pt x="142" y="3"/>
                    </a:lnTo>
                    <a:lnTo>
                      <a:pt x="142" y="5"/>
                    </a:lnTo>
                    <a:lnTo>
                      <a:pt x="144" y="5"/>
                    </a:lnTo>
                    <a:lnTo>
                      <a:pt x="144" y="5"/>
                    </a:lnTo>
                    <a:lnTo>
                      <a:pt x="146" y="5"/>
                    </a:lnTo>
                    <a:lnTo>
                      <a:pt x="146" y="5"/>
                    </a:lnTo>
                    <a:lnTo>
                      <a:pt x="146" y="3"/>
                    </a:lnTo>
                    <a:lnTo>
                      <a:pt x="146" y="3"/>
                    </a:lnTo>
                    <a:lnTo>
                      <a:pt x="149" y="3"/>
                    </a:lnTo>
                    <a:lnTo>
                      <a:pt x="149" y="3"/>
                    </a:lnTo>
                    <a:lnTo>
                      <a:pt x="149" y="3"/>
                    </a:lnTo>
                    <a:lnTo>
                      <a:pt x="151" y="3"/>
                    </a:lnTo>
                    <a:lnTo>
                      <a:pt x="151" y="5"/>
                    </a:lnTo>
                    <a:lnTo>
                      <a:pt x="151" y="5"/>
                    </a:lnTo>
                    <a:lnTo>
                      <a:pt x="154" y="5"/>
                    </a:lnTo>
                    <a:lnTo>
                      <a:pt x="154" y="5"/>
                    </a:lnTo>
                    <a:lnTo>
                      <a:pt x="154" y="5"/>
                    </a:lnTo>
                    <a:lnTo>
                      <a:pt x="156" y="5"/>
                    </a:lnTo>
                    <a:lnTo>
                      <a:pt x="156" y="5"/>
                    </a:lnTo>
                    <a:lnTo>
                      <a:pt x="156" y="7"/>
                    </a:lnTo>
                    <a:lnTo>
                      <a:pt x="156" y="7"/>
                    </a:lnTo>
                    <a:lnTo>
                      <a:pt x="156" y="7"/>
                    </a:lnTo>
                    <a:lnTo>
                      <a:pt x="156" y="10"/>
                    </a:lnTo>
                    <a:lnTo>
                      <a:pt x="156" y="10"/>
                    </a:lnTo>
                    <a:lnTo>
                      <a:pt x="158" y="10"/>
                    </a:lnTo>
                    <a:lnTo>
                      <a:pt x="158" y="10"/>
                    </a:lnTo>
                    <a:lnTo>
                      <a:pt x="158" y="7"/>
                    </a:lnTo>
                    <a:lnTo>
                      <a:pt x="158" y="7"/>
                    </a:lnTo>
                    <a:lnTo>
                      <a:pt x="161" y="7"/>
                    </a:lnTo>
                    <a:lnTo>
                      <a:pt x="161" y="7"/>
                    </a:lnTo>
                    <a:lnTo>
                      <a:pt x="161" y="10"/>
                    </a:lnTo>
                    <a:lnTo>
                      <a:pt x="161" y="10"/>
                    </a:lnTo>
                    <a:lnTo>
                      <a:pt x="163" y="10"/>
                    </a:lnTo>
                    <a:lnTo>
                      <a:pt x="163" y="10"/>
                    </a:lnTo>
                    <a:lnTo>
                      <a:pt x="163" y="10"/>
                    </a:lnTo>
                    <a:lnTo>
                      <a:pt x="165" y="10"/>
                    </a:lnTo>
                    <a:lnTo>
                      <a:pt x="165" y="12"/>
                    </a:lnTo>
                    <a:lnTo>
                      <a:pt x="165" y="12"/>
                    </a:lnTo>
                    <a:lnTo>
                      <a:pt x="165" y="12"/>
                    </a:lnTo>
                    <a:lnTo>
                      <a:pt x="165" y="12"/>
                    </a:lnTo>
                    <a:lnTo>
                      <a:pt x="165" y="15"/>
                    </a:lnTo>
                    <a:lnTo>
                      <a:pt x="165" y="15"/>
                    </a:lnTo>
                    <a:lnTo>
                      <a:pt x="168" y="15"/>
                    </a:lnTo>
                    <a:lnTo>
                      <a:pt x="168" y="17"/>
                    </a:lnTo>
                    <a:lnTo>
                      <a:pt x="168" y="17"/>
                    </a:lnTo>
                    <a:lnTo>
                      <a:pt x="168" y="17"/>
                    </a:lnTo>
                    <a:lnTo>
                      <a:pt x="168" y="17"/>
                    </a:lnTo>
                    <a:lnTo>
                      <a:pt x="168" y="17"/>
                    </a:lnTo>
                    <a:lnTo>
                      <a:pt x="168" y="19"/>
                    </a:lnTo>
                    <a:lnTo>
                      <a:pt x="168" y="19"/>
                    </a:lnTo>
                    <a:lnTo>
                      <a:pt x="168" y="19"/>
                    </a:lnTo>
                    <a:lnTo>
                      <a:pt x="168" y="19"/>
                    </a:lnTo>
                    <a:lnTo>
                      <a:pt x="168" y="22"/>
                    </a:lnTo>
                    <a:lnTo>
                      <a:pt x="168" y="22"/>
                    </a:lnTo>
                    <a:lnTo>
                      <a:pt x="170" y="22"/>
                    </a:lnTo>
                    <a:lnTo>
                      <a:pt x="170" y="22"/>
                    </a:lnTo>
                    <a:lnTo>
                      <a:pt x="170" y="24"/>
                    </a:lnTo>
                    <a:lnTo>
                      <a:pt x="170" y="24"/>
                    </a:lnTo>
                    <a:lnTo>
                      <a:pt x="168" y="24"/>
                    </a:lnTo>
                    <a:lnTo>
                      <a:pt x="168" y="24"/>
                    </a:lnTo>
                    <a:lnTo>
                      <a:pt x="170" y="24"/>
                    </a:lnTo>
                    <a:lnTo>
                      <a:pt x="170" y="26"/>
                    </a:lnTo>
                    <a:lnTo>
                      <a:pt x="170" y="26"/>
                    </a:lnTo>
                    <a:lnTo>
                      <a:pt x="170" y="26"/>
                    </a:lnTo>
                    <a:lnTo>
                      <a:pt x="170" y="26"/>
                    </a:lnTo>
                    <a:lnTo>
                      <a:pt x="170" y="26"/>
                    </a:lnTo>
                    <a:lnTo>
                      <a:pt x="168" y="26"/>
                    </a:lnTo>
                    <a:lnTo>
                      <a:pt x="168" y="26"/>
                    </a:lnTo>
                    <a:lnTo>
                      <a:pt x="168" y="29"/>
                    </a:lnTo>
                    <a:lnTo>
                      <a:pt x="168" y="29"/>
                    </a:lnTo>
                    <a:lnTo>
                      <a:pt x="170" y="29"/>
                    </a:lnTo>
                    <a:lnTo>
                      <a:pt x="170" y="29"/>
                    </a:lnTo>
                    <a:lnTo>
                      <a:pt x="170" y="29"/>
                    </a:lnTo>
                    <a:lnTo>
                      <a:pt x="170" y="31"/>
                    </a:lnTo>
                    <a:lnTo>
                      <a:pt x="170" y="31"/>
                    </a:lnTo>
                    <a:lnTo>
                      <a:pt x="170" y="34"/>
                    </a:lnTo>
                    <a:lnTo>
                      <a:pt x="173" y="34"/>
                    </a:lnTo>
                    <a:lnTo>
                      <a:pt x="173" y="34"/>
                    </a:lnTo>
                    <a:lnTo>
                      <a:pt x="173" y="34"/>
                    </a:lnTo>
                    <a:lnTo>
                      <a:pt x="175" y="34"/>
                    </a:lnTo>
                    <a:lnTo>
                      <a:pt x="175" y="34"/>
                    </a:lnTo>
                    <a:lnTo>
                      <a:pt x="175" y="34"/>
                    </a:lnTo>
                    <a:lnTo>
                      <a:pt x="175" y="31"/>
                    </a:lnTo>
                    <a:lnTo>
                      <a:pt x="177" y="31"/>
                    </a:lnTo>
                    <a:lnTo>
                      <a:pt x="177" y="31"/>
                    </a:lnTo>
                    <a:lnTo>
                      <a:pt x="180" y="31"/>
                    </a:lnTo>
                    <a:lnTo>
                      <a:pt x="180" y="31"/>
                    </a:lnTo>
                    <a:lnTo>
                      <a:pt x="180" y="31"/>
                    </a:lnTo>
                    <a:lnTo>
                      <a:pt x="180" y="31"/>
                    </a:lnTo>
                    <a:lnTo>
                      <a:pt x="180" y="31"/>
                    </a:lnTo>
                    <a:lnTo>
                      <a:pt x="180" y="34"/>
                    </a:lnTo>
                    <a:lnTo>
                      <a:pt x="180" y="34"/>
                    </a:lnTo>
                    <a:lnTo>
                      <a:pt x="180" y="36"/>
                    </a:lnTo>
                    <a:lnTo>
                      <a:pt x="182" y="36"/>
                    </a:lnTo>
                    <a:lnTo>
                      <a:pt x="182" y="36"/>
                    </a:lnTo>
                    <a:lnTo>
                      <a:pt x="182" y="36"/>
                    </a:lnTo>
                    <a:lnTo>
                      <a:pt x="182" y="36"/>
                    </a:lnTo>
                    <a:lnTo>
                      <a:pt x="184" y="36"/>
                    </a:lnTo>
                    <a:lnTo>
                      <a:pt x="184" y="36"/>
                    </a:lnTo>
                    <a:lnTo>
                      <a:pt x="187" y="36"/>
                    </a:lnTo>
                    <a:lnTo>
                      <a:pt x="187" y="36"/>
                    </a:lnTo>
                    <a:lnTo>
                      <a:pt x="187" y="38"/>
                    </a:lnTo>
                    <a:lnTo>
                      <a:pt x="187" y="38"/>
                    </a:lnTo>
                    <a:lnTo>
                      <a:pt x="189" y="38"/>
                    </a:lnTo>
                    <a:lnTo>
                      <a:pt x="189" y="38"/>
                    </a:lnTo>
                    <a:lnTo>
                      <a:pt x="191" y="38"/>
                    </a:lnTo>
                    <a:lnTo>
                      <a:pt x="191" y="38"/>
                    </a:lnTo>
                    <a:lnTo>
                      <a:pt x="191" y="38"/>
                    </a:lnTo>
                    <a:lnTo>
                      <a:pt x="191" y="38"/>
                    </a:lnTo>
                    <a:lnTo>
                      <a:pt x="191" y="38"/>
                    </a:lnTo>
                    <a:lnTo>
                      <a:pt x="191" y="41"/>
                    </a:lnTo>
                    <a:lnTo>
                      <a:pt x="194" y="41"/>
                    </a:lnTo>
                    <a:lnTo>
                      <a:pt x="194" y="41"/>
                    </a:lnTo>
                    <a:lnTo>
                      <a:pt x="194" y="41"/>
                    </a:lnTo>
                    <a:lnTo>
                      <a:pt x="194" y="41"/>
                    </a:lnTo>
                    <a:lnTo>
                      <a:pt x="194" y="38"/>
                    </a:lnTo>
                    <a:lnTo>
                      <a:pt x="194" y="38"/>
                    </a:lnTo>
                    <a:lnTo>
                      <a:pt x="194" y="41"/>
                    </a:lnTo>
                    <a:lnTo>
                      <a:pt x="196" y="41"/>
                    </a:lnTo>
                    <a:lnTo>
                      <a:pt x="196" y="41"/>
                    </a:lnTo>
                    <a:lnTo>
                      <a:pt x="199" y="41"/>
                    </a:lnTo>
                    <a:lnTo>
                      <a:pt x="199" y="41"/>
                    </a:lnTo>
                    <a:lnTo>
                      <a:pt x="199" y="41"/>
                    </a:lnTo>
                    <a:lnTo>
                      <a:pt x="199" y="41"/>
                    </a:lnTo>
                    <a:lnTo>
                      <a:pt x="199" y="43"/>
                    </a:lnTo>
                    <a:lnTo>
                      <a:pt x="201" y="43"/>
                    </a:lnTo>
                    <a:lnTo>
                      <a:pt x="201" y="41"/>
                    </a:lnTo>
                    <a:lnTo>
                      <a:pt x="201" y="41"/>
                    </a:lnTo>
                    <a:lnTo>
                      <a:pt x="201" y="41"/>
                    </a:lnTo>
                    <a:lnTo>
                      <a:pt x="201" y="43"/>
                    </a:lnTo>
                    <a:lnTo>
                      <a:pt x="203" y="43"/>
                    </a:lnTo>
                    <a:lnTo>
                      <a:pt x="203" y="41"/>
                    </a:lnTo>
                    <a:lnTo>
                      <a:pt x="203" y="41"/>
                    </a:lnTo>
                    <a:lnTo>
                      <a:pt x="206" y="41"/>
                    </a:lnTo>
                    <a:lnTo>
                      <a:pt x="206" y="41"/>
                    </a:lnTo>
                    <a:lnTo>
                      <a:pt x="206" y="41"/>
                    </a:lnTo>
                    <a:lnTo>
                      <a:pt x="208" y="41"/>
                    </a:lnTo>
                    <a:lnTo>
                      <a:pt x="208" y="41"/>
                    </a:lnTo>
                    <a:lnTo>
                      <a:pt x="208" y="41"/>
                    </a:lnTo>
                    <a:lnTo>
                      <a:pt x="210" y="41"/>
                    </a:lnTo>
                    <a:lnTo>
                      <a:pt x="210" y="41"/>
                    </a:lnTo>
                    <a:lnTo>
                      <a:pt x="210" y="38"/>
                    </a:lnTo>
                    <a:lnTo>
                      <a:pt x="210" y="38"/>
                    </a:lnTo>
                    <a:lnTo>
                      <a:pt x="213" y="38"/>
                    </a:lnTo>
                    <a:lnTo>
                      <a:pt x="213" y="38"/>
                    </a:lnTo>
                    <a:lnTo>
                      <a:pt x="213" y="41"/>
                    </a:lnTo>
                    <a:lnTo>
                      <a:pt x="213" y="41"/>
                    </a:lnTo>
                    <a:lnTo>
                      <a:pt x="213" y="38"/>
                    </a:lnTo>
                    <a:lnTo>
                      <a:pt x="215" y="38"/>
                    </a:lnTo>
                    <a:lnTo>
                      <a:pt x="215" y="38"/>
                    </a:lnTo>
                    <a:lnTo>
                      <a:pt x="215" y="38"/>
                    </a:lnTo>
                    <a:lnTo>
                      <a:pt x="215" y="38"/>
                    </a:lnTo>
                    <a:lnTo>
                      <a:pt x="215" y="38"/>
                    </a:lnTo>
                    <a:lnTo>
                      <a:pt x="215" y="36"/>
                    </a:lnTo>
                    <a:lnTo>
                      <a:pt x="217" y="36"/>
                    </a:lnTo>
                    <a:lnTo>
                      <a:pt x="217" y="36"/>
                    </a:lnTo>
                    <a:lnTo>
                      <a:pt x="220" y="36"/>
                    </a:lnTo>
                    <a:lnTo>
                      <a:pt x="220" y="36"/>
                    </a:lnTo>
                    <a:lnTo>
                      <a:pt x="220" y="36"/>
                    </a:lnTo>
                    <a:lnTo>
                      <a:pt x="220" y="34"/>
                    </a:lnTo>
                    <a:lnTo>
                      <a:pt x="220" y="34"/>
                    </a:lnTo>
                    <a:lnTo>
                      <a:pt x="222" y="34"/>
                    </a:lnTo>
                    <a:lnTo>
                      <a:pt x="222" y="34"/>
                    </a:lnTo>
                    <a:lnTo>
                      <a:pt x="222" y="34"/>
                    </a:lnTo>
                    <a:lnTo>
                      <a:pt x="225" y="34"/>
                    </a:lnTo>
                    <a:lnTo>
                      <a:pt x="225" y="34"/>
                    </a:lnTo>
                    <a:lnTo>
                      <a:pt x="225" y="31"/>
                    </a:lnTo>
                    <a:lnTo>
                      <a:pt x="225" y="31"/>
                    </a:lnTo>
                    <a:lnTo>
                      <a:pt x="225" y="31"/>
                    </a:lnTo>
                    <a:lnTo>
                      <a:pt x="227" y="31"/>
                    </a:lnTo>
                    <a:lnTo>
                      <a:pt x="227" y="31"/>
                    </a:lnTo>
                    <a:lnTo>
                      <a:pt x="227" y="31"/>
                    </a:lnTo>
                    <a:lnTo>
                      <a:pt x="227" y="29"/>
                    </a:lnTo>
                    <a:lnTo>
                      <a:pt x="229" y="29"/>
                    </a:lnTo>
                    <a:lnTo>
                      <a:pt x="229" y="29"/>
                    </a:lnTo>
                    <a:lnTo>
                      <a:pt x="229" y="31"/>
                    </a:lnTo>
                    <a:lnTo>
                      <a:pt x="232" y="31"/>
                    </a:lnTo>
                    <a:lnTo>
                      <a:pt x="232" y="31"/>
                    </a:lnTo>
                    <a:lnTo>
                      <a:pt x="232" y="31"/>
                    </a:lnTo>
                    <a:lnTo>
                      <a:pt x="232" y="29"/>
                    </a:lnTo>
                    <a:lnTo>
                      <a:pt x="234" y="29"/>
                    </a:lnTo>
                    <a:lnTo>
                      <a:pt x="234" y="29"/>
                    </a:lnTo>
                    <a:lnTo>
                      <a:pt x="234" y="29"/>
                    </a:lnTo>
                    <a:lnTo>
                      <a:pt x="236" y="29"/>
                    </a:lnTo>
                    <a:lnTo>
                      <a:pt x="236" y="29"/>
                    </a:lnTo>
                    <a:lnTo>
                      <a:pt x="236" y="31"/>
                    </a:lnTo>
                    <a:lnTo>
                      <a:pt x="239" y="31"/>
                    </a:lnTo>
                    <a:lnTo>
                      <a:pt x="239" y="29"/>
                    </a:lnTo>
                    <a:lnTo>
                      <a:pt x="239" y="29"/>
                    </a:lnTo>
                    <a:lnTo>
                      <a:pt x="239" y="29"/>
                    </a:lnTo>
                    <a:lnTo>
                      <a:pt x="239" y="29"/>
                    </a:lnTo>
                    <a:lnTo>
                      <a:pt x="241" y="29"/>
                    </a:lnTo>
                    <a:lnTo>
                      <a:pt x="241" y="29"/>
                    </a:lnTo>
                    <a:lnTo>
                      <a:pt x="241" y="29"/>
                    </a:lnTo>
                    <a:lnTo>
                      <a:pt x="241" y="29"/>
                    </a:lnTo>
                    <a:lnTo>
                      <a:pt x="241" y="31"/>
                    </a:lnTo>
                    <a:lnTo>
                      <a:pt x="241" y="31"/>
                    </a:lnTo>
                    <a:lnTo>
                      <a:pt x="244" y="31"/>
                    </a:lnTo>
                    <a:lnTo>
                      <a:pt x="244" y="31"/>
                    </a:lnTo>
                    <a:lnTo>
                      <a:pt x="246" y="31"/>
                    </a:lnTo>
                    <a:lnTo>
                      <a:pt x="246" y="34"/>
                    </a:lnTo>
                    <a:lnTo>
                      <a:pt x="246" y="34"/>
                    </a:lnTo>
                    <a:lnTo>
                      <a:pt x="246" y="34"/>
                    </a:lnTo>
                    <a:lnTo>
                      <a:pt x="246" y="36"/>
                    </a:lnTo>
                    <a:lnTo>
                      <a:pt x="246" y="36"/>
                    </a:lnTo>
                    <a:lnTo>
                      <a:pt x="246" y="36"/>
                    </a:lnTo>
                    <a:lnTo>
                      <a:pt x="248" y="36"/>
                    </a:lnTo>
                    <a:lnTo>
                      <a:pt x="248" y="38"/>
                    </a:lnTo>
                    <a:lnTo>
                      <a:pt x="248" y="38"/>
                    </a:lnTo>
                    <a:lnTo>
                      <a:pt x="248" y="38"/>
                    </a:lnTo>
                    <a:lnTo>
                      <a:pt x="248" y="38"/>
                    </a:lnTo>
                    <a:lnTo>
                      <a:pt x="251" y="38"/>
                    </a:lnTo>
                    <a:lnTo>
                      <a:pt x="251" y="38"/>
                    </a:lnTo>
                    <a:lnTo>
                      <a:pt x="251" y="38"/>
                    </a:lnTo>
                    <a:lnTo>
                      <a:pt x="253" y="38"/>
                    </a:lnTo>
                    <a:lnTo>
                      <a:pt x="253" y="38"/>
                    </a:lnTo>
                    <a:lnTo>
                      <a:pt x="253" y="38"/>
                    </a:lnTo>
                    <a:lnTo>
                      <a:pt x="253" y="38"/>
                    </a:lnTo>
                    <a:lnTo>
                      <a:pt x="253" y="41"/>
                    </a:lnTo>
                    <a:lnTo>
                      <a:pt x="253" y="41"/>
                    </a:lnTo>
                    <a:lnTo>
                      <a:pt x="253" y="41"/>
                    </a:lnTo>
                    <a:lnTo>
                      <a:pt x="253" y="43"/>
                    </a:lnTo>
                    <a:lnTo>
                      <a:pt x="253" y="43"/>
                    </a:lnTo>
                    <a:lnTo>
                      <a:pt x="255" y="43"/>
                    </a:lnTo>
                    <a:lnTo>
                      <a:pt x="255" y="43"/>
                    </a:lnTo>
                    <a:lnTo>
                      <a:pt x="255" y="43"/>
                    </a:lnTo>
                    <a:lnTo>
                      <a:pt x="255" y="43"/>
                    </a:lnTo>
                    <a:lnTo>
                      <a:pt x="255" y="41"/>
                    </a:lnTo>
                    <a:lnTo>
                      <a:pt x="258" y="41"/>
                    </a:lnTo>
                    <a:lnTo>
                      <a:pt x="258" y="41"/>
                    </a:lnTo>
                    <a:lnTo>
                      <a:pt x="258" y="41"/>
                    </a:lnTo>
                    <a:lnTo>
                      <a:pt x="260" y="41"/>
                    </a:lnTo>
                    <a:lnTo>
                      <a:pt x="260" y="41"/>
                    </a:lnTo>
                    <a:lnTo>
                      <a:pt x="260" y="41"/>
                    </a:lnTo>
                    <a:lnTo>
                      <a:pt x="260" y="41"/>
                    </a:lnTo>
                    <a:lnTo>
                      <a:pt x="262" y="41"/>
                    </a:lnTo>
                    <a:lnTo>
                      <a:pt x="262" y="43"/>
                    </a:lnTo>
                    <a:lnTo>
                      <a:pt x="260" y="43"/>
                    </a:lnTo>
                    <a:lnTo>
                      <a:pt x="260" y="43"/>
                    </a:lnTo>
                    <a:lnTo>
                      <a:pt x="260" y="45"/>
                    </a:lnTo>
                    <a:lnTo>
                      <a:pt x="260" y="45"/>
                    </a:lnTo>
                    <a:lnTo>
                      <a:pt x="260" y="45"/>
                    </a:lnTo>
                    <a:lnTo>
                      <a:pt x="260" y="48"/>
                    </a:lnTo>
                    <a:lnTo>
                      <a:pt x="260" y="48"/>
                    </a:lnTo>
                    <a:lnTo>
                      <a:pt x="260" y="48"/>
                    </a:lnTo>
                    <a:lnTo>
                      <a:pt x="260" y="48"/>
                    </a:lnTo>
                    <a:lnTo>
                      <a:pt x="260" y="50"/>
                    </a:lnTo>
                    <a:lnTo>
                      <a:pt x="260" y="50"/>
                    </a:lnTo>
                    <a:lnTo>
                      <a:pt x="258" y="50"/>
                    </a:lnTo>
                    <a:lnTo>
                      <a:pt x="258" y="52"/>
                    </a:lnTo>
                    <a:lnTo>
                      <a:pt x="258" y="52"/>
                    </a:lnTo>
                    <a:lnTo>
                      <a:pt x="258" y="52"/>
                    </a:lnTo>
                    <a:lnTo>
                      <a:pt x="258" y="55"/>
                    </a:lnTo>
                    <a:lnTo>
                      <a:pt x="258" y="55"/>
                    </a:lnTo>
                    <a:lnTo>
                      <a:pt x="258" y="57"/>
                    </a:lnTo>
                    <a:lnTo>
                      <a:pt x="258" y="57"/>
                    </a:lnTo>
                    <a:lnTo>
                      <a:pt x="258" y="57"/>
                    </a:lnTo>
                    <a:lnTo>
                      <a:pt x="255" y="57"/>
                    </a:lnTo>
                    <a:lnTo>
                      <a:pt x="255" y="60"/>
                    </a:lnTo>
                    <a:lnTo>
                      <a:pt x="255" y="60"/>
                    </a:lnTo>
                    <a:lnTo>
                      <a:pt x="255" y="60"/>
                    </a:lnTo>
                    <a:lnTo>
                      <a:pt x="255" y="62"/>
                    </a:lnTo>
                    <a:lnTo>
                      <a:pt x="255" y="62"/>
                    </a:lnTo>
                    <a:lnTo>
                      <a:pt x="255" y="62"/>
                    </a:lnTo>
                    <a:lnTo>
                      <a:pt x="253" y="62"/>
                    </a:lnTo>
                    <a:lnTo>
                      <a:pt x="253" y="62"/>
                    </a:lnTo>
                    <a:lnTo>
                      <a:pt x="253" y="62"/>
                    </a:lnTo>
                    <a:lnTo>
                      <a:pt x="251" y="62"/>
                    </a:lnTo>
                    <a:lnTo>
                      <a:pt x="251" y="64"/>
                    </a:lnTo>
                    <a:lnTo>
                      <a:pt x="251" y="64"/>
                    </a:lnTo>
                    <a:lnTo>
                      <a:pt x="251" y="64"/>
                    </a:lnTo>
                    <a:lnTo>
                      <a:pt x="251" y="67"/>
                    </a:lnTo>
                    <a:lnTo>
                      <a:pt x="248" y="67"/>
                    </a:lnTo>
                    <a:lnTo>
                      <a:pt x="248" y="67"/>
                    </a:lnTo>
                    <a:lnTo>
                      <a:pt x="248" y="67"/>
                    </a:lnTo>
                    <a:lnTo>
                      <a:pt x="248" y="67"/>
                    </a:lnTo>
                    <a:lnTo>
                      <a:pt x="248" y="67"/>
                    </a:lnTo>
                    <a:lnTo>
                      <a:pt x="248" y="69"/>
                    </a:lnTo>
                    <a:lnTo>
                      <a:pt x="246" y="69"/>
                    </a:lnTo>
                    <a:lnTo>
                      <a:pt x="246" y="69"/>
                    </a:lnTo>
                    <a:lnTo>
                      <a:pt x="246" y="67"/>
                    </a:lnTo>
                    <a:lnTo>
                      <a:pt x="246" y="67"/>
                    </a:lnTo>
                    <a:lnTo>
                      <a:pt x="244" y="67"/>
                    </a:lnTo>
                    <a:lnTo>
                      <a:pt x="244" y="69"/>
                    </a:lnTo>
                    <a:lnTo>
                      <a:pt x="244" y="69"/>
                    </a:lnTo>
                    <a:lnTo>
                      <a:pt x="244" y="71"/>
                    </a:lnTo>
                    <a:lnTo>
                      <a:pt x="244" y="71"/>
                    </a:lnTo>
                    <a:lnTo>
                      <a:pt x="246" y="71"/>
                    </a:lnTo>
                    <a:lnTo>
                      <a:pt x="246" y="74"/>
                    </a:lnTo>
                    <a:lnTo>
                      <a:pt x="244" y="74"/>
                    </a:lnTo>
                    <a:lnTo>
                      <a:pt x="244" y="74"/>
                    </a:lnTo>
                    <a:lnTo>
                      <a:pt x="244" y="74"/>
                    </a:lnTo>
                    <a:lnTo>
                      <a:pt x="244" y="76"/>
                    </a:lnTo>
                    <a:lnTo>
                      <a:pt x="244" y="76"/>
                    </a:lnTo>
                    <a:lnTo>
                      <a:pt x="241" y="76"/>
                    </a:lnTo>
                    <a:lnTo>
                      <a:pt x="241" y="76"/>
                    </a:lnTo>
                    <a:lnTo>
                      <a:pt x="241" y="76"/>
                    </a:lnTo>
                    <a:lnTo>
                      <a:pt x="241" y="79"/>
                    </a:lnTo>
                    <a:lnTo>
                      <a:pt x="241" y="79"/>
                    </a:lnTo>
                    <a:lnTo>
                      <a:pt x="241" y="79"/>
                    </a:lnTo>
                    <a:lnTo>
                      <a:pt x="239" y="79"/>
                    </a:lnTo>
                    <a:lnTo>
                      <a:pt x="239" y="79"/>
                    </a:lnTo>
                    <a:lnTo>
                      <a:pt x="239" y="79"/>
                    </a:lnTo>
                    <a:lnTo>
                      <a:pt x="236" y="79"/>
                    </a:lnTo>
                    <a:lnTo>
                      <a:pt x="236" y="79"/>
                    </a:lnTo>
                    <a:lnTo>
                      <a:pt x="234" y="79"/>
                    </a:lnTo>
                    <a:lnTo>
                      <a:pt x="234" y="79"/>
                    </a:lnTo>
                    <a:lnTo>
                      <a:pt x="234" y="79"/>
                    </a:lnTo>
                    <a:lnTo>
                      <a:pt x="232" y="79"/>
                    </a:lnTo>
                    <a:lnTo>
                      <a:pt x="232" y="79"/>
                    </a:lnTo>
                    <a:lnTo>
                      <a:pt x="232" y="79"/>
                    </a:lnTo>
                    <a:lnTo>
                      <a:pt x="232" y="79"/>
                    </a:lnTo>
                    <a:lnTo>
                      <a:pt x="232" y="79"/>
                    </a:lnTo>
                    <a:lnTo>
                      <a:pt x="232" y="81"/>
                    </a:lnTo>
                    <a:lnTo>
                      <a:pt x="232" y="81"/>
                    </a:lnTo>
                    <a:lnTo>
                      <a:pt x="232" y="81"/>
                    </a:lnTo>
                    <a:lnTo>
                      <a:pt x="232" y="83"/>
                    </a:lnTo>
                    <a:lnTo>
                      <a:pt x="232" y="83"/>
                    </a:lnTo>
                    <a:lnTo>
                      <a:pt x="232" y="83"/>
                    </a:lnTo>
                    <a:lnTo>
                      <a:pt x="232" y="86"/>
                    </a:lnTo>
                    <a:lnTo>
                      <a:pt x="232" y="86"/>
                    </a:lnTo>
                    <a:lnTo>
                      <a:pt x="234" y="86"/>
                    </a:lnTo>
                    <a:lnTo>
                      <a:pt x="234" y="86"/>
                    </a:lnTo>
                    <a:lnTo>
                      <a:pt x="234" y="88"/>
                    </a:lnTo>
                    <a:lnTo>
                      <a:pt x="234" y="88"/>
                    </a:lnTo>
                    <a:lnTo>
                      <a:pt x="234" y="88"/>
                    </a:lnTo>
                    <a:lnTo>
                      <a:pt x="234" y="88"/>
                    </a:lnTo>
                    <a:lnTo>
                      <a:pt x="232" y="88"/>
                    </a:lnTo>
                    <a:lnTo>
                      <a:pt x="232" y="88"/>
                    </a:lnTo>
                    <a:lnTo>
                      <a:pt x="232" y="90"/>
                    </a:lnTo>
                    <a:lnTo>
                      <a:pt x="232" y="90"/>
                    </a:lnTo>
                    <a:lnTo>
                      <a:pt x="232" y="90"/>
                    </a:lnTo>
                    <a:lnTo>
                      <a:pt x="232" y="90"/>
                    </a:lnTo>
                    <a:lnTo>
                      <a:pt x="232" y="93"/>
                    </a:lnTo>
                    <a:lnTo>
                      <a:pt x="232" y="93"/>
                    </a:lnTo>
                    <a:lnTo>
                      <a:pt x="232" y="93"/>
                    </a:lnTo>
                    <a:lnTo>
                      <a:pt x="232" y="95"/>
                    </a:lnTo>
                    <a:lnTo>
                      <a:pt x="232" y="95"/>
                    </a:lnTo>
                    <a:lnTo>
                      <a:pt x="232" y="95"/>
                    </a:lnTo>
                    <a:lnTo>
                      <a:pt x="232" y="95"/>
                    </a:lnTo>
                    <a:lnTo>
                      <a:pt x="232" y="97"/>
                    </a:lnTo>
                    <a:lnTo>
                      <a:pt x="234" y="97"/>
                    </a:lnTo>
                    <a:lnTo>
                      <a:pt x="234" y="97"/>
                    </a:lnTo>
                    <a:lnTo>
                      <a:pt x="234" y="97"/>
                    </a:lnTo>
                    <a:lnTo>
                      <a:pt x="234" y="97"/>
                    </a:lnTo>
                    <a:lnTo>
                      <a:pt x="234" y="100"/>
                    </a:lnTo>
                    <a:lnTo>
                      <a:pt x="234" y="100"/>
                    </a:lnTo>
                    <a:lnTo>
                      <a:pt x="236" y="100"/>
                    </a:lnTo>
                    <a:lnTo>
                      <a:pt x="236" y="100"/>
                    </a:lnTo>
                    <a:lnTo>
                      <a:pt x="239" y="100"/>
                    </a:lnTo>
                    <a:lnTo>
                      <a:pt x="239" y="100"/>
                    </a:lnTo>
                    <a:lnTo>
                      <a:pt x="239" y="100"/>
                    </a:lnTo>
                    <a:lnTo>
                      <a:pt x="241" y="100"/>
                    </a:lnTo>
                    <a:lnTo>
                      <a:pt x="241" y="100"/>
                    </a:lnTo>
                    <a:lnTo>
                      <a:pt x="241" y="100"/>
                    </a:lnTo>
                    <a:lnTo>
                      <a:pt x="241" y="102"/>
                    </a:lnTo>
                    <a:lnTo>
                      <a:pt x="241" y="102"/>
                    </a:lnTo>
                    <a:lnTo>
                      <a:pt x="241" y="102"/>
                    </a:lnTo>
                    <a:lnTo>
                      <a:pt x="241" y="105"/>
                    </a:lnTo>
                    <a:lnTo>
                      <a:pt x="239" y="105"/>
                    </a:lnTo>
                    <a:lnTo>
                      <a:pt x="239" y="105"/>
                    </a:lnTo>
                    <a:lnTo>
                      <a:pt x="241" y="105"/>
                    </a:lnTo>
                    <a:lnTo>
                      <a:pt x="241" y="107"/>
                    </a:lnTo>
                    <a:lnTo>
                      <a:pt x="241" y="107"/>
                    </a:lnTo>
                    <a:lnTo>
                      <a:pt x="241" y="107"/>
                    </a:lnTo>
                    <a:lnTo>
                      <a:pt x="241" y="107"/>
                    </a:lnTo>
                    <a:lnTo>
                      <a:pt x="241" y="107"/>
                    </a:lnTo>
                    <a:lnTo>
                      <a:pt x="241" y="109"/>
                    </a:lnTo>
                    <a:lnTo>
                      <a:pt x="241" y="109"/>
                    </a:lnTo>
                    <a:lnTo>
                      <a:pt x="244" y="109"/>
                    </a:lnTo>
                    <a:lnTo>
                      <a:pt x="244" y="112"/>
                    </a:lnTo>
                    <a:lnTo>
                      <a:pt x="244" y="112"/>
                    </a:lnTo>
                    <a:lnTo>
                      <a:pt x="244" y="112"/>
                    </a:lnTo>
                    <a:lnTo>
                      <a:pt x="244" y="114"/>
                    </a:lnTo>
                    <a:lnTo>
                      <a:pt x="244" y="114"/>
                    </a:lnTo>
                    <a:lnTo>
                      <a:pt x="244" y="116"/>
                    </a:lnTo>
                    <a:lnTo>
                      <a:pt x="244" y="116"/>
                    </a:lnTo>
                    <a:lnTo>
                      <a:pt x="241" y="116"/>
                    </a:lnTo>
                    <a:lnTo>
                      <a:pt x="241" y="116"/>
                    </a:lnTo>
                    <a:lnTo>
                      <a:pt x="241" y="116"/>
                    </a:lnTo>
                    <a:lnTo>
                      <a:pt x="241" y="116"/>
                    </a:lnTo>
                    <a:lnTo>
                      <a:pt x="239" y="116"/>
                    </a:lnTo>
                    <a:lnTo>
                      <a:pt x="239" y="116"/>
                    </a:lnTo>
                    <a:lnTo>
                      <a:pt x="239" y="116"/>
                    </a:lnTo>
                    <a:lnTo>
                      <a:pt x="239" y="116"/>
                    </a:lnTo>
                    <a:lnTo>
                      <a:pt x="236" y="116"/>
                    </a:lnTo>
                    <a:lnTo>
                      <a:pt x="236" y="116"/>
                    </a:lnTo>
                    <a:lnTo>
                      <a:pt x="234" y="116"/>
                    </a:lnTo>
                    <a:lnTo>
                      <a:pt x="234" y="119"/>
                    </a:lnTo>
                    <a:lnTo>
                      <a:pt x="234" y="119"/>
                    </a:lnTo>
                    <a:lnTo>
                      <a:pt x="234" y="121"/>
                    </a:lnTo>
                    <a:lnTo>
                      <a:pt x="234" y="121"/>
                    </a:lnTo>
                    <a:lnTo>
                      <a:pt x="234" y="121"/>
                    </a:lnTo>
                    <a:lnTo>
                      <a:pt x="232" y="121"/>
                    </a:lnTo>
                    <a:lnTo>
                      <a:pt x="232" y="121"/>
                    </a:lnTo>
                    <a:lnTo>
                      <a:pt x="232" y="121"/>
                    </a:lnTo>
                    <a:lnTo>
                      <a:pt x="232" y="121"/>
                    </a:lnTo>
                    <a:lnTo>
                      <a:pt x="232" y="121"/>
                    </a:lnTo>
                    <a:lnTo>
                      <a:pt x="229" y="121"/>
                    </a:lnTo>
                    <a:lnTo>
                      <a:pt x="229" y="119"/>
                    </a:lnTo>
                    <a:lnTo>
                      <a:pt x="229" y="119"/>
                    </a:lnTo>
                    <a:lnTo>
                      <a:pt x="229" y="119"/>
                    </a:lnTo>
                    <a:lnTo>
                      <a:pt x="227" y="119"/>
                    </a:lnTo>
                    <a:lnTo>
                      <a:pt x="227" y="116"/>
                    </a:lnTo>
                    <a:lnTo>
                      <a:pt x="227" y="116"/>
                    </a:lnTo>
                    <a:lnTo>
                      <a:pt x="227" y="116"/>
                    </a:lnTo>
                    <a:lnTo>
                      <a:pt x="227" y="116"/>
                    </a:lnTo>
                    <a:lnTo>
                      <a:pt x="227" y="116"/>
                    </a:lnTo>
                    <a:lnTo>
                      <a:pt x="227" y="114"/>
                    </a:lnTo>
                    <a:lnTo>
                      <a:pt x="227" y="114"/>
                    </a:lnTo>
                    <a:lnTo>
                      <a:pt x="227" y="114"/>
                    </a:lnTo>
                    <a:lnTo>
                      <a:pt x="227" y="112"/>
                    </a:lnTo>
                    <a:lnTo>
                      <a:pt x="227" y="112"/>
                    </a:lnTo>
                    <a:lnTo>
                      <a:pt x="227" y="114"/>
                    </a:lnTo>
                    <a:lnTo>
                      <a:pt x="225" y="114"/>
                    </a:lnTo>
                    <a:lnTo>
                      <a:pt x="225" y="114"/>
                    </a:lnTo>
                    <a:lnTo>
                      <a:pt x="225" y="114"/>
                    </a:lnTo>
                    <a:lnTo>
                      <a:pt x="225" y="114"/>
                    </a:lnTo>
                    <a:lnTo>
                      <a:pt x="222" y="114"/>
                    </a:lnTo>
                    <a:lnTo>
                      <a:pt x="222" y="116"/>
                    </a:lnTo>
                    <a:lnTo>
                      <a:pt x="222" y="116"/>
                    </a:lnTo>
                    <a:lnTo>
                      <a:pt x="220" y="116"/>
                    </a:lnTo>
                    <a:lnTo>
                      <a:pt x="220" y="116"/>
                    </a:lnTo>
                    <a:lnTo>
                      <a:pt x="220" y="116"/>
                    </a:lnTo>
                    <a:lnTo>
                      <a:pt x="220" y="116"/>
                    </a:lnTo>
                    <a:lnTo>
                      <a:pt x="220" y="116"/>
                    </a:lnTo>
                    <a:lnTo>
                      <a:pt x="220" y="119"/>
                    </a:lnTo>
                    <a:lnTo>
                      <a:pt x="220" y="119"/>
                    </a:lnTo>
                    <a:lnTo>
                      <a:pt x="220" y="121"/>
                    </a:lnTo>
                    <a:lnTo>
                      <a:pt x="220" y="121"/>
                    </a:lnTo>
                    <a:lnTo>
                      <a:pt x="222" y="121"/>
                    </a:lnTo>
                    <a:lnTo>
                      <a:pt x="222" y="124"/>
                    </a:lnTo>
                    <a:lnTo>
                      <a:pt x="222" y="124"/>
                    </a:lnTo>
                    <a:lnTo>
                      <a:pt x="222" y="126"/>
                    </a:lnTo>
                    <a:lnTo>
                      <a:pt x="222" y="126"/>
                    </a:lnTo>
                    <a:lnTo>
                      <a:pt x="225" y="126"/>
                    </a:lnTo>
                    <a:lnTo>
                      <a:pt x="225" y="126"/>
                    </a:lnTo>
                    <a:lnTo>
                      <a:pt x="225" y="126"/>
                    </a:lnTo>
                    <a:lnTo>
                      <a:pt x="225" y="126"/>
                    </a:lnTo>
                    <a:lnTo>
                      <a:pt x="225" y="126"/>
                    </a:lnTo>
                    <a:lnTo>
                      <a:pt x="225" y="128"/>
                    </a:lnTo>
                    <a:lnTo>
                      <a:pt x="227" y="128"/>
                    </a:lnTo>
                    <a:lnTo>
                      <a:pt x="227" y="128"/>
                    </a:lnTo>
                    <a:lnTo>
                      <a:pt x="227" y="131"/>
                    </a:lnTo>
                    <a:lnTo>
                      <a:pt x="227" y="131"/>
                    </a:lnTo>
                    <a:lnTo>
                      <a:pt x="227" y="131"/>
                    </a:lnTo>
                    <a:lnTo>
                      <a:pt x="227" y="133"/>
                    </a:lnTo>
                    <a:lnTo>
                      <a:pt x="227" y="133"/>
                    </a:lnTo>
                    <a:lnTo>
                      <a:pt x="227" y="135"/>
                    </a:lnTo>
                    <a:lnTo>
                      <a:pt x="227" y="135"/>
                    </a:lnTo>
                    <a:lnTo>
                      <a:pt x="227" y="135"/>
                    </a:lnTo>
                    <a:lnTo>
                      <a:pt x="227" y="135"/>
                    </a:lnTo>
                    <a:lnTo>
                      <a:pt x="227" y="138"/>
                    </a:lnTo>
                    <a:lnTo>
                      <a:pt x="227" y="138"/>
                    </a:lnTo>
                    <a:lnTo>
                      <a:pt x="227" y="138"/>
                    </a:lnTo>
                    <a:lnTo>
                      <a:pt x="227" y="138"/>
                    </a:lnTo>
                    <a:lnTo>
                      <a:pt x="227" y="140"/>
                    </a:lnTo>
                    <a:lnTo>
                      <a:pt x="229" y="140"/>
                    </a:lnTo>
                    <a:lnTo>
                      <a:pt x="229" y="140"/>
                    </a:lnTo>
                    <a:lnTo>
                      <a:pt x="227" y="140"/>
                    </a:lnTo>
                    <a:lnTo>
                      <a:pt x="227" y="143"/>
                    </a:lnTo>
                    <a:lnTo>
                      <a:pt x="227" y="143"/>
                    </a:lnTo>
                    <a:lnTo>
                      <a:pt x="227" y="143"/>
                    </a:lnTo>
                    <a:lnTo>
                      <a:pt x="227" y="143"/>
                    </a:lnTo>
                    <a:lnTo>
                      <a:pt x="227" y="143"/>
                    </a:lnTo>
                    <a:lnTo>
                      <a:pt x="227" y="145"/>
                    </a:lnTo>
                    <a:lnTo>
                      <a:pt x="227" y="145"/>
                    </a:lnTo>
                    <a:lnTo>
                      <a:pt x="227" y="145"/>
                    </a:lnTo>
                    <a:lnTo>
                      <a:pt x="227" y="145"/>
                    </a:lnTo>
                    <a:lnTo>
                      <a:pt x="227" y="145"/>
                    </a:lnTo>
                    <a:lnTo>
                      <a:pt x="227" y="147"/>
                    </a:lnTo>
                    <a:lnTo>
                      <a:pt x="227" y="147"/>
                    </a:lnTo>
                    <a:lnTo>
                      <a:pt x="227" y="147"/>
                    </a:lnTo>
                    <a:lnTo>
                      <a:pt x="229" y="147"/>
                    </a:lnTo>
                    <a:lnTo>
                      <a:pt x="229" y="147"/>
                    </a:lnTo>
                    <a:lnTo>
                      <a:pt x="232" y="147"/>
                    </a:lnTo>
                    <a:lnTo>
                      <a:pt x="232" y="147"/>
                    </a:lnTo>
                    <a:lnTo>
                      <a:pt x="232" y="147"/>
                    </a:lnTo>
                    <a:lnTo>
                      <a:pt x="232" y="147"/>
                    </a:lnTo>
                    <a:lnTo>
                      <a:pt x="232" y="145"/>
                    </a:lnTo>
                    <a:lnTo>
                      <a:pt x="232" y="145"/>
                    </a:lnTo>
                    <a:lnTo>
                      <a:pt x="234" y="145"/>
                    </a:lnTo>
                    <a:lnTo>
                      <a:pt x="234" y="145"/>
                    </a:lnTo>
                    <a:lnTo>
                      <a:pt x="234" y="145"/>
                    </a:lnTo>
                    <a:lnTo>
                      <a:pt x="234" y="145"/>
                    </a:lnTo>
                    <a:lnTo>
                      <a:pt x="234" y="145"/>
                    </a:lnTo>
                    <a:lnTo>
                      <a:pt x="236" y="145"/>
                    </a:lnTo>
                    <a:lnTo>
                      <a:pt x="236" y="145"/>
                    </a:lnTo>
                    <a:lnTo>
                      <a:pt x="236" y="147"/>
                    </a:lnTo>
                    <a:lnTo>
                      <a:pt x="236" y="147"/>
                    </a:lnTo>
                    <a:lnTo>
                      <a:pt x="236" y="147"/>
                    </a:lnTo>
                    <a:lnTo>
                      <a:pt x="239" y="147"/>
                    </a:lnTo>
                    <a:lnTo>
                      <a:pt x="239" y="150"/>
                    </a:lnTo>
                    <a:lnTo>
                      <a:pt x="239" y="150"/>
                    </a:lnTo>
                    <a:lnTo>
                      <a:pt x="239" y="150"/>
                    </a:lnTo>
                    <a:lnTo>
                      <a:pt x="239" y="152"/>
                    </a:lnTo>
                    <a:lnTo>
                      <a:pt x="239" y="152"/>
                    </a:lnTo>
                    <a:lnTo>
                      <a:pt x="239" y="152"/>
                    </a:lnTo>
                    <a:lnTo>
                      <a:pt x="241" y="152"/>
                    </a:lnTo>
                    <a:lnTo>
                      <a:pt x="241" y="152"/>
                    </a:lnTo>
                    <a:lnTo>
                      <a:pt x="241" y="154"/>
                    </a:lnTo>
                    <a:lnTo>
                      <a:pt x="241" y="154"/>
                    </a:lnTo>
                    <a:lnTo>
                      <a:pt x="241" y="154"/>
                    </a:lnTo>
                    <a:lnTo>
                      <a:pt x="244" y="154"/>
                    </a:lnTo>
                    <a:lnTo>
                      <a:pt x="244" y="154"/>
                    </a:lnTo>
                    <a:lnTo>
                      <a:pt x="244" y="157"/>
                    </a:lnTo>
                    <a:lnTo>
                      <a:pt x="244" y="157"/>
                    </a:lnTo>
                    <a:lnTo>
                      <a:pt x="246" y="157"/>
                    </a:lnTo>
                    <a:lnTo>
                      <a:pt x="246" y="157"/>
                    </a:lnTo>
                    <a:lnTo>
                      <a:pt x="246" y="157"/>
                    </a:lnTo>
                    <a:lnTo>
                      <a:pt x="246" y="157"/>
                    </a:lnTo>
                    <a:lnTo>
                      <a:pt x="248" y="157"/>
                    </a:lnTo>
                    <a:lnTo>
                      <a:pt x="248" y="157"/>
                    </a:lnTo>
                    <a:lnTo>
                      <a:pt x="248" y="157"/>
                    </a:lnTo>
                    <a:lnTo>
                      <a:pt x="248" y="157"/>
                    </a:lnTo>
                    <a:lnTo>
                      <a:pt x="248" y="157"/>
                    </a:lnTo>
                    <a:lnTo>
                      <a:pt x="251" y="157"/>
                    </a:lnTo>
                    <a:lnTo>
                      <a:pt x="251" y="157"/>
                    </a:lnTo>
                    <a:lnTo>
                      <a:pt x="251" y="157"/>
                    </a:lnTo>
                    <a:lnTo>
                      <a:pt x="251" y="157"/>
                    </a:lnTo>
                    <a:lnTo>
                      <a:pt x="253" y="157"/>
                    </a:lnTo>
                    <a:lnTo>
                      <a:pt x="253" y="159"/>
                    </a:lnTo>
                    <a:lnTo>
                      <a:pt x="253" y="159"/>
                    </a:lnTo>
                    <a:lnTo>
                      <a:pt x="253" y="159"/>
                    </a:lnTo>
                    <a:lnTo>
                      <a:pt x="253" y="159"/>
                    </a:lnTo>
                    <a:lnTo>
                      <a:pt x="255" y="159"/>
                    </a:lnTo>
                    <a:lnTo>
                      <a:pt x="255" y="161"/>
                    </a:lnTo>
                    <a:lnTo>
                      <a:pt x="255" y="161"/>
                    </a:lnTo>
                    <a:lnTo>
                      <a:pt x="255" y="161"/>
                    </a:lnTo>
                    <a:lnTo>
                      <a:pt x="258" y="161"/>
                    </a:lnTo>
                    <a:lnTo>
                      <a:pt x="258" y="161"/>
                    </a:lnTo>
                    <a:lnTo>
                      <a:pt x="258" y="161"/>
                    </a:lnTo>
                    <a:lnTo>
                      <a:pt x="260" y="161"/>
                    </a:lnTo>
                    <a:lnTo>
                      <a:pt x="260" y="164"/>
                    </a:lnTo>
                    <a:lnTo>
                      <a:pt x="258" y="164"/>
                    </a:lnTo>
                    <a:lnTo>
                      <a:pt x="258" y="164"/>
                    </a:lnTo>
                    <a:lnTo>
                      <a:pt x="258" y="166"/>
                    </a:lnTo>
                    <a:lnTo>
                      <a:pt x="258" y="166"/>
                    </a:lnTo>
                    <a:lnTo>
                      <a:pt x="260" y="166"/>
                    </a:lnTo>
                    <a:lnTo>
                      <a:pt x="260" y="166"/>
                    </a:lnTo>
                    <a:lnTo>
                      <a:pt x="260" y="166"/>
                    </a:lnTo>
                    <a:lnTo>
                      <a:pt x="260" y="166"/>
                    </a:lnTo>
                    <a:lnTo>
                      <a:pt x="262" y="166"/>
                    </a:lnTo>
                    <a:lnTo>
                      <a:pt x="262" y="166"/>
                    </a:lnTo>
                    <a:lnTo>
                      <a:pt x="262" y="169"/>
                    </a:lnTo>
                    <a:lnTo>
                      <a:pt x="265" y="169"/>
                    </a:lnTo>
                    <a:lnTo>
                      <a:pt x="265" y="169"/>
                    </a:lnTo>
                    <a:lnTo>
                      <a:pt x="265" y="169"/>
                    </a:lnTo>
                    <a:lnTo>
                      <a:pt x="265" y="169"/>
                    </a:lnTo>
                    <a:lnTo>
                      <a:pt x="267" y="169"/>
                    </a:lnTo>
                    <a:lnTo>
                      <a:pt x="267" y="169"/>
                    </a:lnTo>
                    <a:lnTo>
                      <a:pt x="267" y="169"/>
                    </a:lnTo>
                    <a:lnTo>
                      <a:pt x="267" y="171"/>
                    </a:lnTo>
                    <a:lnTo>
                      <a:pt x="270" y="171"/>
                    </a:lnTo>
                    <a:lnTo>
                      <a:pt x="270" y="171"/>
                    </a:lnTo>
                    <a:lnTo>
                      <a:pt x="270" y="171"/>
                    </a:lnTo>
                    <a:lnTo>
                      <a:pt x="272" y="171"/>
                    </a:lnTo>
                    <a:lnTo>
                      <a:pt x="272" y="173"/>
                    </a:lnTo>
                    <a:lnTo>
                      <a:pt x="272" y="173"/>
                    </a:lnTo>
                    <a:lnTo>
                      <a:pt x="272" y="173"/>
                    </a:lnTo>
                    <a:lnTo>
                      <a:pt x="272" y="173"/>
                    </a:lnTo>
                    <a:lnTo>
                      <a:pt x="274" y="173"/>
                    </a:lnTo>
                    <a:lnTo>
                      <a:pt x="274" y="173"/>
                    </a:lnTo>
                    <a:lnTo>
                      <a:pt x="274" y="176"/>
                    </a:lnTo>
                    <a:lnTo>
                      <a:pt x="274" y="176"/>
                    </a:lnTo>
                    <a:lnTo>
                      <a:pt x="277" y="176"/>
                    </a:lnTo>
                    <a:lnTo>
                      <a:pt x="277" y="176"/>
                    </a:lnTo>
                    <a:lnTo>
                      <a:pt x="274" y="176"/>
                    </a:lnTo>
                    <a:lnTo>
                      <a:pt x="274" y="176"/>
                    </a:lnTo>
                    <a:lnTo>
                      <a:pt x="274" y="176"/>
                    </a:lnTo>
                    <a:lnTo>
                      <a:pt x="274" y="176"/>
                    </a:lnTo>
                    <a:lnTo>
                      <a:pt x="274" y="176"/>
                    </a:lnTo>
                    <a:lnTo>
                      <a:pt x="272" y="176"/>
                    </a:lnTo>
                    <a:lnTo>
                      <a:pt x="272" y="176"/>
                    </a:lnTo>
                    <a:lnTo>
                      <a:pt x="272" y="178"/>
                    </a:lnTo>
                    <a:lnTo>
                      <a:pt x="272" y="178"/>
                    </a:lnTo>
                    <a:lnTo>
                      <a:pt x="272" y="178"/>
                    </a:lnTo>
                    <a:lnTo>
                      <a:pt x="272" y="178"/>
                    </a:lnTo>
                    <a:lnTo>
                      <a:pt x="272" y="180"/>
                    </a:lnTo>
                    <a:lnTo>
                      <a:pt x="270" y="180"/>
                    </a:lnTo>
                    <a:lnTo>
                      <a:pt x="270" y="180"/>
                    </a:lnTo>
                    <a:lnTo>
                      <a:pt x="270" y="180"/>
                    </a:lnTo>
                    <a:lnTo>
                      <a:pt x="270" y="183"/>
                    </a:lnTo>
                    <a:lnTo>
                      <a:pt x="267" y="183"/>
                    </a:lnTo>
                    <a:lnTo>
                      <a:pt x="267" y="183"/>
                    </a:lnTo>
                    <a:lnTo>
                      <a:pt x="267" y="183"/>
                    </a:lnTo>
                    <a:lnTo>
                      <a:pt x="267" y="183"/>
                    </a:lnTo>
                    <a:lnTo>
                      <a:pt x="267" y="185"/>
                    </a:lnTo>
                    <a:lnTo>
                      <a:pt x="265" y="185"/>
                    </a:lnTo>
                    <a:lnTo>
                      <a:pt x="265" y="185"/>
                    </a:lnTo>
                    <a:lnTo>
                      <a:pt x="265" y="185"/>
                    </a:lnTo>
                    <a:lnTo>
                      <a:pt x="265" y="185"/>
                    </a:lnTo>
                    <a:lnTo>
                      <a:pt x="265" y="185"/>
                    </a:lnTo>
                    <a:lnTo>
                      <a:pt x="262" y="185"/>
                    </a:lnTo>
                    <a:lnTo>
                      <a:pt x="262" y="188"/>
                    </a:lnTo>
                    <a:lnTo>
                      <a:pt x="262" y="188"/>
                    </a:lnTo>
                    <a:lnTo>
                      <a:pt x="262" y="188"/>
                    </a:lnTo>
                    <a:lnTo>
                      <a:pt x="262" y="190"/>
                    </a:lnTo>
                    <a:lnTo>
                      <a:pt x="262" y="190"/>
                    </a:lnTo>
                    <a:lnTo>
                      <a:pt x="262" y="190"/>
                    </a:lnTo>
                    <a:lnTo>
                      <a:pt x="262" y="192"/>
                    </a:lnTo>
                    <a:lnTo>
                      <a:pt x="262" y="192"/>
                    </a:lnTo>
                    <a:lnTo>
                      <a:pt x="262" y="192"/>
                    </a:lnTo>
                    <a:lnTo>
                      <a:pt x="260" y="192"/>
                    </a:lnTo>
                    <a:lnTo>
                      <a:pt x="260" y="195"/>
                    </a:lnTo>
                    <a:lnTo>
                      <a:pt x="260" y="195"/>
                    </a:lnTo>
                    <a:lnTo>
                      <a:pt x="260" y="195"/>
                    </a:lnTo>
                    <a:lnTo>
                      <a:pt x="260" y="195"/>
                    </a:lnTo>
                    <a:lnTo>
                      <a:pt x="260" y="195"/>
                    </a:lnTo>
                    <a:lnTo>
                      <a:pt x="260" y="197"/>
                    </a:lnTo>
                    <a:lnTo>
                      <a:pt x="260" y="197"/>
                    </a:lnTo>
                    <a:lnTo>
                      <a:pt x="260" y="197"/>
                    </a:lnTo>
                    <a:lnTo>
                      <a:pt x="260" y="197"/>
                    </a:lnTo>
                    <a:lnTo>
                      <a:pt x="260" y="199"/>
                    </a:lnTo>
                    <a:lnTo>
                      <a:pt x="260" y="199"/>
                    </a:lnTo>
                    <a:lnTo>
                      <a:pt x="260" y="199"/>
                    </a:lnTo>
                    <a:lnTo>
                      <a:pt x="260" y="202"/>
                    </a:lnTo>
                    <a:lnTo>
                      <a:pt x="260" y="202"/>
                    </a:lnTo>
                    <a:lnTo>
                      <a:pt x="260" y="202"/>
                    </a:lnTo>
                    <a:lnTo>
                      <a:pt x="260" y="204"/>
                    </a:lnTo>
                    <a:lnTo>
                      <a:pt x="258" y="204"/>
                    </a:lnTo>
                    <a:lnTo>
                      <a:pt x="258" y="204"/>
                    </a:lnTo>
                    <a:lnTo>
                      <a:pt x="258" y="204"/>
                    </a:lnTo>
                    <a:lnTo>
                      <a:pt x="255" y="204"/>
                    </a:lnTo>
                    <a:lnTo>
                      <a:pt x="255" y="204"/>
                    </a:lnTo>
                    <a:lnTo>
                      <a:pt x="255" y="207"/>
                    </a:lnTo>
                    <a:lnTo>
                      <a:pt x="255" y="207"/>
                    </a:lnTo>
                    <a:lnTo>
                      <a:pt x="255" y="207"/>
                    </a:lnTo>
                    <a:lnTo>
                      <a:pt x="255" y="209"/>
                    </a:lnTo>
                    <a:lnTo>
                      <a:pt x="255" y="209"/>
                    </a:lnTo>
                    <a:lnTo>
                      <a:pt x="255" y="209"/>
                    </a:lnTo>
                    <a:lnTo>
                      <a:pt x="255" y="211"/>
                    </a:lnTo>
                    <a:lnTo>
                      <a:pt x="255" y="211"/>
                    </a:lnTo>
                    <a:lnTo>
                      <a:pt x="255" y="211"/>
                    </a:lnTo>
                    <a:lnTo>
                      <a:pt x="255" y="211"/>
                    </a:lnTo>
                    <a:lnTo>
                      <a:pt x="258" y="211"/>
                    </a:lnTo>
                    <a:lnTo>
                      <a:pt x="258" y="214"/>
                    </a:lnTo>
                    <a:lnTo>
                      <a:pt x="258" y="214"/>
                    </a:lnTo>
                    <a:lnTo>
                      <a:pt x="260" y="214"/>
                    </a:lnTo>
                    <a:lnTo>
                      <a:pt x="260" y="214"/>
                    </a:lnTo>
                    <a:lnTo>
                      <a:pt x="260" y="214"/>
                    </a:lnTo>
                    <a:lnTo>
                      <a:pt x="260" y="216"/>
                    </a:lnTo>
                    <a:lnTo>
                      <a:pt x="260" y="216"/>
                    </a:lnTo>
                    <a:lnTo>
                      <a:pt x="260" y="216"/>
                    </a:lnTo>
                    <a:lnTo>
                      <a:pt x="262" y="216"/>
                    </a:lnTo>
                    <a:lnTo>
                      <a:pt x="262" y="216"/>
                    </a:lnTo>
                    <a:lnTo>
                      <a:pt x="265" y="216"/>
                    </a:lnTo>
                    <a:lnTo>
                      <a:pt x="265" y="216"/>
                    </a:lnTo>
                    <a:lnTo>
                      <a:pt x="265" y="216"/>
                    </a:lnTo>
                    <a:lnTo>
                      <a:pt x="265" y="216"/>
                    </a:lnTo>
                    <a:lnTo>
                      <a:pt x="265" y="216"/>
                    </a:lnTo>
                    <a:lnTo>
                      <a:pt x="265" y="216"/>
                    </a:lnTo>
                    <a:lnTo>
                      <a:pt x="267" y="216"/>
                    </a:lnTo>
                    <a:lnTo>
                      <a:pt x="267" y="216"/>
                    </a:lnTo>
                    <a:lnTo>
                      <a:pt x="267" y="216"/>
                    </a:lnTo>
                    <a:lnTo>
                      <a:pt x="267" y="216"/>
                    </a:lnTo>
                    <a:lnTo>
                      <a:pt x="267" y="216"/>
                    </a:lnTo>
                    <a:lnTo>
                      <a:pt x="270" y="216"/>
                    </a:lnTo>
                    <a:lnTo>
                      <a:pt x="270" y="218"/>
                    </a:lnTo>
                    <a:lnTo>
                      <a:pt x="270" y="218"/>
                    </a:lnTo>
                    <a:lnTo>
                      <a:pt x="272" y="218"/>
                    </a:lnTo>
                    <a:lnTo>
                      <a:pt x="272" y="218"/>
                    </a:lnTo>
                    <a:lnTo>
                      <a:pt x="272" y="218"/>
                    </a:lnTo>
                    <a:lnTo>
                      <a:pt x="272" y="218"/>
                    </a:lnTo>
                    <a:lnTo>
                      <a:pt x="274" y="218"/>
                    </a:lnTo>
                    <a:lnTo>
                      <a:pt x="274" y="221"/>
                    </a:lnTo>
                    <a:lnTo>
                      <a:pt x="274" y="221"/>
                    </a:lnTo>
                    <a:lnTo>
                      <a:pt x="274" y="221"/>
                    </a:lnTo>
                    <a:lnTo>
                      <a:pt x="274" y="221"/>
                    </a:lnTo>
                    <a:lnTo>
                      <a:pt x="277" y="221"/>
                    </a:lnTo>
                    <a:lnTo>
                      <a:pt x="277" y="223"/>
                    </a:lnTo>
                    <a:lnTo>
                      <a:pt x="277" y="223"/>
                    </a:lnTo>
                    <a:lnTo>
                      <a:pt x="279" y="223"/>
                    </a:lnTo>
                    <a:lnTo>
                      <a:pt x="279" y="223"/>
                    </a:lnTo>
                    <a:lnTo>
                      <a:pt x="279" y="223"/>
                    </a:lnTo>
                    <a:lnTo>
                      <a:pt x="279" y="223"/>
                    </a:lnTo>
                    <a:lnTo>
                      <a:pt x="281" y="223"/>
                    </a:lnTo>
                    <a:lnTo>
                      <a:pt x="281" y="225"/>
                    </a:lnTo>
                    <a:lnTo>
                      <a:pt x="281" y="225"/>
                    </a:lnTo>
                    <a:lnTo>
                      <a:pt x="281" y="225"/>
                    </a:lnTo>
                    <a:lnTo>
                      <a:pt x="281" y="225"/>
                    </a:lnTo>
                    <a:lnTo>
                      <a:pt x="281" y="225"/>
                    </a:lnTo>
                    <a:lnTo>
                      <a:pt x="281" y="228"/>
                    </a:lnTo>
                    <a:lnTo>
                      <a:pt x="281" y="228"/>
                    </a:lnTo>
                    <a:lnTo>
                      <a:pt x="284" y="228"/>
                    </a:lnTo>
                    <a:lnTo>
                      <a:pt x="284" y="228"/>
                    </a:lnTo>
                    <a:lnTo>
                      <a:pt x="284" y="228"/>
                    </a:lnTo>
                    <a:lnTo>
                      <a:pt x="286" y="228"/>
                    </a:lnTo>
                    <a:lnTo>
                      <a:pt x="286" y="228"/>
                    </a:lnTo>
                    <a:lnTo>
                      <a:pt x="286" y="228"/>
                    </a:lnTo>
                    <a:lnTo>
                      <a:pt x="286" y="230"/>
                    </a:lnTo>
                    <a:lnTo>
                      <a:pt x="286" y="230"/>
                    </a:lnTo>
                    <a:lnTo>
                      <a:pt x="286" y="230"/>
                    </a:lnTo>
                    <a:lnTo>
                      <a:pt x="288" y="230"/>
                    </a:lnTo>
                    <a:lnTo>
                      <a:pt x="288" y="233"/>
                    </a:lnTo>
                    <a:lnTo>
                      <a:pt x="288" y="233"/>
                    </a:lnTo>
                    <a:lnTo>
                      <a:pt x="288" y="233"/>
                    </a:lnTo>
                    <a:lnTo>
                      <a:pt x="291" y="233"/>
                    </a:lnTo>
                    <a:lnTo>
                      <a:pt x="291" y="233"/>
                    </a:lnTo>
                    <a:lnTo>
                      <a:pt x="291" y="233"/>
                    </a:lnTo>
                    <a:lnTo>
                      <a:pt x="291" y="235"/>
                    </a:lnTo>
                    <a:lnTo>
                      <a:pt x="293" y="235"/>
                    </a:lnTo>
                    <a:lnTo>
                      <a:pt x="293" y="235"/>
                    </a:lnTo>
                    <a:lnTo>
                      <a:pt x="293" y="235"/>
                    </a:lnTo>
                    <a:lnTo>
                      <a:pt x="293" y="235"/>
                    </a:lnTo>
                    <a:lnTo>
                      <a:pt x="293" y="235"/>
                    </a:lnTo>
                    <a:lnTo>
                      <a:pt x="296" y="235"/>
                    </a:lnTo>
                    <a:lnTo>
                      <a:pt x="296" y="235"/>
                    </a:lnTo>
                    <a:lnTo>
                      <a:pt x="296" y="235"/>
                    </a:lnTo>
                    <a:lnTo>
                      <a:pt x="296" y="235"/>
                    </a:lnTo>
                    <a:lnTo>
                      <a:pt x="298" y="235"/>
                    </a:lnTo>
                    <a:lnTo>
                      <a:pt x="298" y="235"/>
                    </a:lnTo>
                    <a:lnTo>
                      <a:pt x="298" y="235"/>
                    </a:lnTo>
                    <a:lnTo>
                      <a:pt x="298" y="235"/>
                    </a:lnTo>
                    <a:lnTo>
                      <a:pt x="300" y="235"/>
                    </a:lnTo>
                    <a:lnTo>
                      <a:pt x="300" y="235"/>
                    </a:lnTo>
                    <a:lnTo>
                      <a:pt x="300" y="235"/>
                    </a:lnTo>
                    <a:lnTo>
                      <a:pt x="300" y="235"/>
                    </a:lnTo>
                    <a:lnTo>
                      <a:pt x="303" y="235"/>
                    </a:lnTo>
                    <a:lnTo>
                      <a:pt x="303" y="237"/>
                    </a:lnTo>
                    <a:lnTo>
                      <a:pt x="303" y="237"/>
                    </a:lnTo>
                    <a:lnTo>
                      <a:pt x="305" y="237"/>
                    </a:lnTo>
                    <a:lnTo>
                      <a:pt x="305" y="237"/>
                    </a:lnTo>
                    <a:lnTo>
                      <a:pt x="305" y="237"/>
                    </a:lnTo>
                    <a:lnTo>
                      <a:pt x="305" y="237"/>
                    </a:lnTo>
                    <a:lnTo>
                      <a:pt x="305" y="240"/>
                    </a:lnTo>
                    <a:lnTo>
                      <a:pt x="307" y="240"/>
                    </a:lnTo>
                    <a:lnTo>
                      <a:pt x="307" y="240"/>
                    </a:lnTo>
                    <a:lnTo>
                      <a:pt x="307" y="240"/>
                    </a:lnTo>
                    <a:lnTo>
                      <a:pt x="307" y="240"/>
                    </a:lnTo>
                    <a:lnTo>
                      <a:pt x="310" y="240"/>
                    </a:lnTo>
                    <a:lnTo>
                      <a:pt x="310" y="240"/>
                    </a:lnTo>
                    <a:lnTo>
                      <a:pt x="310" y="240"/>
                    </a:lnTo>
                    <a:lnTo>
                      <a:pt x="312" y="240"/>
                    </a:lnTo>
                    <a:lnTo>
                      <a:pt x="312" y="240"/>
                    </a:lnTo>
                    <a:lnTo>
                      <a:pt x="312" y="240"/>
                    </a:lnTo>
                    <a:lnTo>
                      <a:pt x="312" y="240"/>
                    </a:lnTo>
                    <a:lnTo>
                      <a:pt x="312" y="242"/>
                    </a:lnTo>
                    <a:lnTo>
                      <a:pt x="312" y="242"/>
                    </a:lnTo>
                    <a:lnTo>
                      <a:pt x="315" y="242"/>
                    </a:lnTo>
                    <a:lnTo>
                      <a:pt x="315" y="244"/>
                    </a:lnTo>
                    <a:lnTo>
                      <a:pt x="315" y="244"/>
                    </a:lnTo>
                    <a:lnTo>
                      <a:pt x="315" y="244"/>
                    </a:lnTo>
                    <a:lnTo>
                      <a:pt x="315" y="244"/>
                    </a:lnTo>
                    <a:lnTo>
                      <a:pt x="317" y="244"/>
                    </a:lnTo>
                    <a:lnTo>
                      <a:pt x="317" y="244"/>
                    </a:lnTo>
                    <a:lnTo>
                      <a:pt x="319" y="244"/>
                    </a:lnTo>
                    <a:lnTo>
                      <a:pt x="319" y="244"/>
                    </a:lnTo>
                    <a:lnTo>
                      <a:pt x="319" y="244"/>
                    </a:lnTo>
                    <a:lnTo>
                      <a:pt x="319" y="244"/>
                    </a:lnTo>
                    <a:lnTo>
                      <a:pt x="322" y="244"/>
                    </a:lnTo>
                    <a:lnTo>
                      <a:pt x="322" y="244"/>
                    </a:lnTo>
                    <a:lnTo>
                      <a:pt x="322" y="244"/>
                    </a:lnTo>
                    <a:lnTo>
                      <a:pt x="324" y="244"/>
                    </a:lnTo>
                    <a:lnTo>
                      <a:pt x="324" y="247"/>
                    </a:lnTo>
                    <a:lnTo>
                      <a:pt x="324" y="247"/>
                    </a:lnTo>
                    <a:lnTo>
                      <a:pt x="324" y="247"/>
                    </a:lnTo>
                    <a:lnTo>
                      <a:pt x="326" y="247"/>
                    </a:lnTo>
                    <a:lnTo>
                      <a:pt x="326" y="247"/>
                    </a:lnTo>
                    <a:lnTo>
                      <a:pt x="326" y="247"/>
                    </a:lnTo>
                    <a:lnTo>
                      <a:pt x="326" y="247"/>
                    </a:lnTo>
                    <a:lnTo>
                      <a:pt x="326" y="244"/>
                    </a:lnTo>
                    <a:lnTo>
                      <a:pt x="326" y="244"/>
                    </a:lnTo>
                    <a:lnTo>
                      <a:pt x="329" y="244"/>
                    </a:lnTo>
                    <a:lnTo>
                      <a:pt x="329" y="244"/>
                    </a:lnTo>
                    <a:lnTo>
                      <a:pt x="331" y="244"/>
                    </a:lnTo>
                    <a:lnTo>
                      <a:pt x="331" y="244"/>
                    </a:lnTo>
                    <a:lnTo>
                      <a:pt x="331" y="244"/>
                    </a:lnTo>
                    <a:lnTo>
                      <a:pt x="333" y="244"/>
                    </a:lnTo>
                    <a:lnTo>
                      <a:pt x="333" y="244"/>
                    </a:lnTo>
                    <a:lnTo>
                      <a:pt x="333" y="244"/>
                    </a:lnTo>
                    <a:lnTo>
                      <a:pt x="333" y="244"/>
                    </a:lnTo>
                    <a:lnTo>
                      <a:pt x="333" y="247"/>
                    </a:lnTo>
                    <a:lnTo>
                      <a:pt x="336" y="247"/>
                    </a:lnTo>
                    <a:lnTo>
                      <a:pt x="336" y="247"/>
                    </a:lnTo>
                    <a:lnTo>
                      <a:pt x="336" y="244"/>
                    </a:lnTo>
                    <a:lnTo>
                      <a:pt x="338" y="244"/>
                    </a:lnTo>
                    <a:lnTo>
                      <a:pt x="338" y="244"/>
                    </a:lnTo>
                    <a:lnTo>
                      <a:pt x="338" y="244"/>
                    </a:lnTo>
                    <a:lnTo>
                      <a:pt x="341" y="244"/>
                    </a:lnTo>
                    <a:lnTo>
                      <a:pt x="341" y="244"/>
                    </a:lnTo>
                    <a:lnTo>
                      <a:pt x="341" y="244"/>
                    </a:lnTo>
                    <a:lnTo>
                      <a:pt x="341" y="244"/>
                    </a:lnTo>
                    <a:lnTo>
                      <a:pt x="343" y="244"/>
                    </a:lnTo>
                    <a:lnTo>
                      <a:pt x="343" y="244"/>
                    </a:lnTo>
                    <a:lnTo>
                      <a:pt x="343" y="244"/>
                    </a:lnTo>
                    <a:lnTo>
                      <a:pt x="345" y="244"/>
                    </a:lnTo>
                    <a:lnTo>
                      <a:pt x="345" y="244"/>
                    </a:lnTo>
                    <a:lnTo>
                      <a:pt x="345" y="247"/>
                    </a:lnTo>
                    <a:lnTo>
                      <a:pt x="345" y="247"/>
                    </a:lnTo>
                    <a:lnTo>
                      <a:pt x="345" y="247"/>
                    </a:lnTo>
                    <a:lnTo>
                      <a:pt x="348" y="247"/>
                    </a:lnTo>
                    <a:lnTo>
                      <a:pt x="348" y="247"/>
                    </a:lnTo>
                    <a:lnTo>
                      <a:pt x="348" y="247"/>
                    </a:lnTo>
                    <a:lnTo>
                      <a:pt x="350" y="247"/>
                    </a:lnTo>
                    <a:lnTo>
                      <a:pt x="350" y="247"/>
                    </a:lnTo>
                    <a:lnTo>
                      <a:pt x="350" y="249"/>
                    </a:lnTo>
                    <a:lnTo>
                      <a:pt x="352" y="249"/>
                    </a:lnTo>
                    <a:lnTo>
                      <a:pt x="352" y="249"/>
                    </a:lnTo>
                    <a:lnTo>
                      <a:pt x="352" y="249"/>
                    </a:lnTo>
                    <a:lnTo>
                      <a:pt x="352" y="249"/>
                    </a:lnTo>
                    <a:lnTo>
                      <a:pt x="355" y="249"/>
                    </a:lnTo>
                    <a:lnTo>
                      <a:pt x="355" y="252"/>
                    </a:lnTo>
                    <a:lnTo>
                      <a:pt x="355" y="252"/>
                    </a:lnTo>
                    <a:lnTo>
                      <a:pt x="355" y="254"/>
                    </a:lnTo>
                    <a:lnTo>
                      <a:pt x="355" y="254"/>
                    </a:lnTo>
                    <a:lnTo>
                      <a:pt x="355" y="254"/>
                    </a:lnTo>
                    <a:lnTo>
                      <a:pt x="355" y="256"/>
                    </a:lnTo>
                    <a:lnTo>
                      <a:pt x="355" y="256"/>
                    </a:lnTo>
                    <a:lnTo>
                      <a:pt x="355" y="256"/>
                    </a:lnTo>
                    <a:lnTo>
                      <a:pt x="355" y="256"/>
                    </a:lnTo>
                    <a:lnTo>
                      <a:pt x="357" y="256"/>
                    </a:lnTo>
                    <a:lnTo>
                      <a:pt x="357" y="256"/>
                    </a:lnTo>
                    <a:lnTo>
                      <a:pt x="359" y="256"/>
                    </a:lnTo>
                    <a:lnTo>
                      <a:pt x="359" y="259"/>
                    </a:lnTo>
                    <a:lnTo>
                      <a:pt x="359" y="259"/>
                    </a:lnTo>
                    <a:lnTo>
                      <a:pt x="359" y="259"/>
                    </a:lnTo>
                    <a:lnTo>
                      <a:pt x="359" y="259"/>
                    </a:lnTo>
                    <a:lnTo>
                      <a:pt x="362" y="259"/>
                    </a:lnTo>
                    <a:lnTo>
                      <a:pt x="362" y="259"/>
                    </a:lnTo>
                    <a:lnTo>
                      <a:pt x="362" y="261"/>
                    </a:lnTo>
                    <a:lnTo>
                      <a:pt x="362" y="261"/>
                    </a:lnTo>
                    <a:lnTo>
                      <a:pt x="364" y="261"/>
                    </a:lnTo>
                    <a:lnTo>
                      <a:pt x="364" y="261"/>
                    </a:lnTo>
                    <a:lnTo>
                      <a:pt x="367" y="261"/>
                    </a:lnTo>
                    <a:lnTo>
                      <a:pt x="367" y="261"/>
                    </a:lnTo>
                    <a:lnTo>
                      <a:pt x="364" y="261"/>
                    </a:lnTo>
                    <a:lnTo>
                      <a:pt x="364" y="263"/>
                    </a:lnTo>
                    <a:lnTo>
                      <a:pt x="367" y="263"/>
                    </a:lnTo>
                    <a:lnTo>
                      <a:pt x="367" y="263"/>
                    </a:lnTo>
                    <a:lnTo>
                      <a:pt x="367" y="263"/>
                    </a:lnTo>
                    <a:lnTo>
                      <a:pt x="367" y="263"/>
                    </a:lnTo>
                    <a:lnTo>
                      <a:pt x="369" y="263"/>
                    </a:lnTo>
                    <a:lnTo>
                      <a:pt x="369" y="263"/>
                    </a:lnTo>
                    <a:lnTo>
                      <a:pt x="369" y="263"/>
                    </a:lnTo>
                    <a:lnTo>
                      <a:pt x="371" y="263"/>
                    </a:lnTo>
                    <a:lnTo>
                      <a:pt x="371" y="263"/>
                    </a:lnTo>
                    <a:lnTo>
                      <a:pt x="371" y="263"/>
                    </a:lnTo>
                    <a:lnTo>
                      <a:pt x="371" y="261"/>
                    </a:lnTo>
                    <a:lnTo>
                      <a:pt x="374" y="261"/>
                    </a:lnTo>
                    <a:lnTo>
                      <a:pt x="374" y="261"/>
                    </a:lnTo>
                    <a:lnTo>
                      <a:pt x="374" y="261"/>
                    </a:lnTo>
                    <a:lnTo>
                      <a:pt x="374" y="261"/>
                    </a:lnTo>
                    <a:lnTo>
                      <a:pt x="376" y="261"/>
                    </a:lnTo>
                    <a:lnTo>
                      <a:pt x="376" y="261"/>
                    </a:lnTo>
                    <a:lnTo>
                      <a:pt x="376" y="261"/>
                    </a:lnTo>
                    <a:lnTo>
                      <a:pt x="376" y="263"/>
                    </a:lnTo>
                    <a:lnTo>
                      <a:pt x="376" y="263"/>
                    </a:lnTo>
                    <a:lnTo>
                      <a:pt x="376" y="263"/>
                    </a:lnTo>
                    <a:lnTo>
                      <a:pt x="376" y="266"/>
                    </a:lnTo>
                    <a:lnTo>
                      <a:pt x="378" y="266"/>
                    </a:lnTo>
                    <a:lnTo>
                      <a:pt x="378" y="266"/>
                    </a:lnTo>
                    <a:lnTo>
                      <a:pt x="378" y="266"/>
                    </a:lnTo>
                    <a:lnTo>
                      <a:pt x="378" y="266"/>
                    </a:lnTo>
                    <a:lnTo>
                      <a:pt x="378" y="268"/>
                    </a:lnTo>
                    <a:lnTo>
                      <a:pt x="381" y="268"/>
                    </a:lnTo>
                    <a:lnTo>
                      <a:pt x="381" y="268"/>
                    </a:lnTo>
                    <a:lnTo>
                      <a:pt x="381" y="266"/>
                    </a:lnTo>
                    <a:lnTo>
                      <a:pt x="381" y="266"/>
                    </a:lnTo>
                    <a:lnTo>
                      <a:pt x="381" y="266"/>
                    </a:lnTo>
                    <a:lnTo>
                      <a:pt x="383" y="266"/>
                    </a:lnTo>
                    <a:lnTo>
                      <a:pt x="383" y="266"/>
                    </a:lnTo>
                    <a:lnTo>
                      <a:pt x="386" y="266"/>
                    </a:lnTo>
                    <a:lnTo>
                      <a:pt x="386" y="266"/>
                    </a:lnTo>
                    <a:lnTo>
                      <a:pt x="386" y="266"/>
                    </a:lnTo>
                    <a:lnTo>
                      <a:pt x="386" y="266"/>
                    </a:lnTo>
                    <a:lnTo>
                      <a:pt x="388" y="266"/>
                    </a:lnTo>
                    <a:lnTo>
                      <a:pt x="388" y="268"/>
                    </a:lnTo>
                    <a:lnTo>
                      <a:pt x="388" y="268"/>
                    </a:lnTo>
                    <a:lnTo>
                      <a:pt x="388" y="266"/>
                    </a:lnTo>
                    <a:lnTo>
                      <a:pt x="388" y="266"/>
                    </a:lnTo>
                    <a:lnTo>
                      <a:pt x="390" y="266"/>
                    </a:lnTo>
                    <a:lnTo>
                      <a:pt x="390" y="266"/>
                    </a:lnTo>
                    <a:lnTo>
                      <a:pt x="390" y="268"/>
                    </a:lnTo>
                    <a:lnTo>
                      <a:pt x="393" y="268"/>
                    </a:lnTo>
                    <a:lnTo>
                      <a:pt x="393" y="268"/>
                    </a:lnTo>
                    <a:lnTo>
                      <a:pt x="393" y="268"/>
                    </a:lnTo>
                    <a:lnTo>
                      <a:pt x="393" y="268"/>
                    </a:lnTo>
                    <a:lnTo>
                      <a:pt x="395" y="268"/>
                    </a:lnTo>
                    <a:lnTo>
                      <a:pt x="395" y="270"/>
                    </a:lnTo>
                    <a:lnTo>
                      <a:pt x="395" y="270"/>
                    </a:lnTo>
                    <a:lnTo>
                      <a:pt x="395" y="270"/>
                    </a:lnTo>
                    <a:lnTo>
                      <a:pt x="395" y="270"/>
                    </a:lnTo>
                    <a:lnTo>
                      <a:pt x="397" y="270"/>
                    </a:lnTo>
                    <a:lnTo>
                      <a:pt x="397" y="270"/>
                    </a:lnTo>
                    <a:lnTo>
                      <a:pt x="397" y="273"/>
                    </a:lnTo>
                    <a:lnTo>
                      <a:pt x="400" y="273"/>
                    </a:lnTo>
                    <a:lnTo>
                      <a:pt x="400" y="270"/>
                    </a:lnTo>
                    <a:lnTo>
                      <a:pt x="400" y="270"/>
                    </a:lnTo>
                    <a:lnTo>
                      <a:pt x="400" y="270"/>
                    </a:lnTo>
                    <a:lnTo>
                      <a:pt x="402" y="270"/>
                    </a:lnTo>
                    <a:lnTo>
                      <a:pt x="402" y="270"/>
                    </a:lnTo>
                    <a:lnTo>
                      <a:pt x="402" y="270"/>
                    </a:lnTo>
                    <a:lnTo>
                      <a:pt x="404" y="270"/>
                    </a:lnTo>
                    <a:lnTo>
                      <a:pt x="404" y="268"/>
                    </a:lnTo>
                    <a:lnTo>
                      <a:pt x="404" y="268"/>
                    </a:lnTo>
                    <a:lnTo>
                      <a:pt x="404" y="268"/>
                    </a:lnTo>
                    <a:lnTo>
                      <a:pt x="404" y="268"/>
                    </a:lnTo>
                    <a:lnTo>
                      <a:pt x="407" y="268"/>
                    </a:lnTo>
                    <a:lnTo>
                      <a:pt x="407" y="268"/>
                    </a:lnTo>
                    <a:lnTo>
                      <a:pt x="407" y="270"/>
                    </a:lnTo>
                    <a:lnTo>
                      <a:pt x="407" y="270"/>
                    </a:lnTo>
                    <a:lnTo>
                      <a:pt x="407" y="270"/>
                    </a:lnTo>
                    <a:lnTo>
                      <a:pt x="407" y="273"/>
                    </a:lnTo>
                    <a:lnTo>
                      <a:pt x="407" y="273"/>
                    </a:lnTo>
                    <a:lnTo>
                      <a:pt x="409" y="273"/>
                    </a:lnTo>
                    <a:lnTo>
                      <a:pt x="409" y="273"/>
                    </a:lnTo>
                    <a:lnTo>
                      <a:pt x="409" y="273"/>
                    </a:lnTo>
                    <a:lnTo>
                      <a:pt x="412" y="273"/>
                    </a:lnTo>
                    <a:lnTo>
                      <a:pt x="412" y="273"/>
                    </a:lnTo>
                    <a:lnTo>
                      <a:pt x="412" y="273"/>
                    </a:lnTo>
                    <a:lnTo>
                      <a:pt x="412" y="273"/>
                    </a:lnTo>
                    <a:lnTo>
                      <a:pt x="414" y="273"/>
                    </a:lnTo>
                    <a:lnTo>
                      <a:pt x="414" y="273"/>
                    </a:lnTo>
                    <a:lnTo>
                      <a:pt x="414" y="270"/>
                    </a:lnTo>
                    <a:lnTo>
                      <a:pt x="414" y="270"/>
                    </a:lnTo>
                    <a:lnTo>
                      <a:pt x="414" y="273"/>
                    </a:lnTo>
                    <a:lnTo>
                      <a:pt x="416" y="273"/>
                    </a:lnTo>
                    <a:lnTo>
                      <a:pt x="416" y="273"/>
                    </a:lnTo>
                    <a:lnTo>
                      <a:pt x="416" y="273"/>
                    </a:lnTo>
                    <a:lnTo>
                      <a:pt x="419" y="273"/>
                    </a:lnTo>
                    <a:lnTo>
                      <a:pt x="419" y="273"/>
                    </a:lnTo>
                    <a:lnTo>
                      <a:pt x="419" y="273"/>
                    </a:lnTo>
                    <a:lnTo>
                      <a:pt x="419" y="273"/>
                    </a:lnTo>
                    <a:lnTo>
                      <a:pt x="421" y="273"/>
                    </a:lnTo>
                    <a:lnTo>
                      <a:pt x="421" y="273"/>
                    </a:lnTo>
                    <a:lnTo>
                      <a:pt x="421" y="270"/>
                    </a:lnTo>
                    <a:lnTo>
                      <a:pt x="421" y="270"/>
                    </a:lnTo>
                    <a:lnTo>
                      <a:pt x="423" y="270"/>
                    </a:lnTo>
                    <a:lnTo>
                      <a:pt x="423" y="270"/>
                    </a:lnTo>
                    <a:lnTo>
                      <a:pt x="423" y="273"/>
                    </a:lnTo>
                    <a:lnTo>
                      <a:pt x="426" y="273"/>
                    </a:lnTo>
                    <a:lnTo>
                      <a:pt x="426" y="273"/>
                    </a:lnTo>
                    <a:lnTo>
                      <a:pt x="426" y="273"/>
                    </a:lnTo>
                    <a:lnTo>
                      <a:pt x="426" y="273"/>
                    </a:lnTo>
                    <a:lnTo>
                      <a:pt x="426" y="273"/>
                    </a:lnTo>
                    <a:lnTo>
                      <a:pt x="428" y="273"/>
                    </a:lnTo>
                    <a:lnTo>
                      <a:pt x="428" y="270"/>
                    </a:lnTo>
                    <a:lnTo>
                      <a:pt x="428" y="270"/>
                    </a:lnTo>
                    <a:lnTo>
                      <a:pt x="428" y="268"/>
                    </a:lnTo>
                    <a:lnTo>
                      <a:pt x="428" y="268"/>
                    </a:lnTo>
                    <a:lnTo>
                      <a:pt x="428" y="268"/>
                    </a:lnTo>
                    <a:lnTo>
                      <a:pt x="428" y="266"/>
                    </a:lnTo>
                    <a:lnTo>
                      <a:pt x="428" y="266"/>
                    </a:lnTo>
                    <a:lnTo>
                      <a:pt x="428" y="266"/>
                    </a:lnTo>
                    <a:lnTo>
                      <a:pt x="428" y="263"/>
                    </a:lnTo>
                    <a:lnTo>
                      <a:pt x="428" y="263"/>
                    </a:lnTo>
                    <a:lnTo>
                      <a:pt x="430" y="263"/>
                    </a:lnTo>
                    <a:lnTo>
                      <a:pt x="430" y="263"/>
                    </a:lnTo>
                    <a:lnTo>
                      <a:pt x="428" y="263"/>
                    </a:lnTo>
                    <a:lnTo>
                      <a:pt x="428" y="261"/>
                    </a:lnTo>
                    <a:lnTo>
                      <a:pt x="428" y="261"/>
                    </a:lnTo>
                    <a:lnTo>
                      <a:pt x="428" y="259"/>
                    </a:lnTo>
                    <a:lnTo>
                      <a:pt x="428" y="259"/>
                    </a:lnTo>
                    <a:lnTo>
                      <a:pt x="428" y="259"/>
                    </a:lnTo>
                    <a:lnTo>
                      <a:pt x="428" y="256"/>
                    </a:lnTo>
                    <a:lnTo>
                      <a:pt x="428" y="256"/>
                    </a:lnTo>
                    <a:lnTo>
                      <a:pt x="428" y="256"/>
                    </a:lnTo>
                    <a:lnTo>
                      <a:pt x="426" y="256"/>
                    </a:lnTo>
                    <a:lnTo>
                      <a:pt x="426" y="256"/>
                    </a:lnTo>
                    <a:lnTo>
                      <a:pt x="426" y="254"/>
                    </a:lnTo>
                    <a:lnTo>
                      <a:pt x="426" y="254"/>
                    </a:lnTo>
                    <a:lnTo>
                      <a:pt x="426" y="254"/>
                    </a:lnTo>
                    <a:lnTo>
                      <a:pt x="426" y="252"/>
                    </a:lnTo>
                    <a:lnTo>
                      <a:pt x="426" y="252"/>
                    </a:lnTo>
                    <a:lnTo>
                      <a:pt x="426" y="252"/>
                    </a:lnTo>
                    <a:lnTo>
                      <a:pt x="426" y="249"/>
                    </a:lnTo>
                    <a:lnTo>
                      <a:pt x="426" y="249"/>
                    </a:lnTo>
                    <a:lnTo>
                      <a:pt x="426" y="247"/>
                    </a:lnTo>
                    <a:lnTo>
                      <a:pt x="426" y="247"/>
                    </a:lnTo>
                    <a:lnTo>
                      <a:pt x="426" y="244"/>
                    </a:lnTo>
                    <a:lnTo>
                      <a:pt x="426" y="244"/>
                    </a:lnTo>
                    <a:lnTo>
                      <a:pt x="426" y="244"/>
                    </a:lnTo>
                    <a:lnTo>
                      <a:pt x="428" y="244"/>
                    </a:lnTo>
                    <a:lnTo>
                      <a:pt x="428" y="242"/>
                    </a:lnTo>
                    <a:lnTo>
                      <a:pt x="428" y="242"/>
                    </a:lnTo>
                    <a:lnTo>
                      <a:pt x="428" y="240"/>
                    </a:lnTo>
                    <a:lnTo>
                      <a:pt x="428" y="240"/>
                    </a:lnTo>
                    <a:lnTo>
                      <a:pt x="426" y="240"/>
                    </a:lnTo>
                    <a:lnTo>
                      <a:pt x="426" y="237"/>
                    </a:lnTo>
                    <a:lnTo>
                      <a:pt x="428" y="237"/>
                    </a:lnTo>
                    <a:lnTo>
                      <a:pt x="428" y="237"/>
                    </a:lnTo>
                    <a:lnTo>
                      <a:pt x="428" y="237"/>
                    </a:lnTo>
                    <a:lnTo>
                      <a:pt x="428" y="237"/>
                    </a:lnTo>
                    <a:lnTo>
                      <a:pt x="428" y="235"/>
                    </a:lnTo>
                    <a:lnTo>
                      <a:pt x="428" y="235"/>
                    </a:lnTo>
                    <a:lnTo>
                      <a:pt x="428" y="235"/>
                    </a:lnTo>
                    <a:lnTo>
                      <a:pt x="428" y="235"/>
                    </a:lnTo>
                    <a:lnTo>
                      <a:pt x="426" y="235"/>
                    </a:lnTo>
                    <a:lnTo>
                      <a:pt x="426" y="235"/>
                    </a:lnTo>
                    <a:lnTo>
                      <a:pt x="426" y="235"/>
                    </a:lnTo>
                    <a:lnTo>
                      <a:pt x="423" y="235"/>
                    </a:lnTo>
                    <a:lnTo>
                      <a:pt x="423" y="235"/>
                    </a:lnTo>
                    <a:lnTo>
                      <a:pt x="423" y="237"/>
                    </a:lnTo>
                    <a:lnTo>
                      <a:pt x="423" y="237"/>
                    </a:lnTo>
                    <a:lnTo>
                      <a:pt x="423" y="235"/>
                    </a:lnTo>
                    <a:lnTo>
                      <a:pt x="421" y="235"/>
                    </a:lnTo>
                    <a:lnTo>
                      <a:pt x="421" y="237"/>
                    </a:lnTo>
                    <a:lnTo>
                      <a:pt x="421" y="237"/>
                    </a:lnTo>
                    <a:lnTo>
                      <a:pt x="421" y="237"/>
                    </a:lnTo>
                    <a:lnTo>
                      <a:pt x="421" y="237"/>
                    </a:lnTo>
                    <a:lnTo>
                      <a:pt x="421" y="237"/>
                    </a:lnTo>
                    <a:lnTo>
                      <a:pt x="419" y="237"/>
                    </a:lnTo>
                    <a:lnTo>
                      <a:pt x="419" y="237"/>
                    </a:lnTo>
                    <a:lnTo>
                      <a:pt x="419" y="240"/>
                    </a:lnTo>
                    <a:lnTo>
                      <a:pt x="419" y="240"/>
                    </a:lnTo>
                    <a:lnTo>
                      <a:pt x="419" y="240"/>
                    </a:lnTo>
                    <a:lnTo>
                      <a:pt x="419" y="240"/>
                    </a:lnTo>
                    <a:lnTo>
                      <a:pt x="419" y="240"/>
                    </a:lnTo>
                    <a:lnTo>
                      <a:pt x="419" y="237"/>
                    </a:lnTo>
                    <a:lnTo>
                      <a:pt x="419" y="237"/>
                    </a:lnTo>
                    <a:lnTo>
                      <a:pt x="419" y="235"/>
                    </a:lnTo>
                    <a:lnTo>
                      <a:pt x="416" y="235"/>
                    </a:lnTo>
                    <a:lnTo>
                      <a:pt x="416" y="235"/>
                    </a:lnTo>
                    <a:lnTo>
                      <a:pt x="419" y="235"/>
                    </a:lnTo>
                    <a:lnTo>
                      <a:pt x="419" y="235"/>
                    </a:lnTo>
                    <a:lnTo>
                      <a:pt x="419" y="235"/>
                    </a:lnTo>
                    <a:lnTo>
                      <a:pt x="421" y="235"/>
                    </a:lnTo>
                    <a:lnTo>
                      <a:pt x="421" y="235"/>
                    </a:lnTo>
                    <a:lnTo>
                      <a:pt x="421" y="233"/>
                    </a:lnTo>
                    <a:lnTo>
                      <a:pt x="421" y="233"/>
                    </a:lnTo>
                    <a:lnTo>
                      <a:pt x="421" y="233"/>
                    </a:lnTo>
                    <a:lnTo>
                      <a:pt x="421" y="230"/>
                    </a:lnTo>
                    <a:lnTo>
                      <a:pt x="421" y="230"/>
                    </a:lnTo>
                    <a:lnTo>
                      <a:pt x="421" y="233"/>
                    </a:lnTo>
                    <a:lnTo>
                      <a:pt x="423" y="233"/>
                    </a:lnTo>
                    <a:lnTo>
                      <a:pt x="423" y="233"/>
                    </a:lnTo>
                    <a:lnTo>
                      <a:pt x="423" y="233"/>
                    </a:lnTo>
                    <a:lnTo>
                      <a:pt x="426" y="233"/>
                    </a:lnTo>
                    <a:lnTo>
                      <a:pt x="426" y="233"/>
                    </a:lnTo>
                    <a:lnTo>
                      <a:pt x="426" y="233"/>
                    </a:lnTo>
                    <a:lnTo>
                      <a:pt x="426" y="233"/>
                    </a:lnTo>
                    <a:lnTo>
                      <a:pt x="428" y="233"/>
                    </a:lnTo>
                    <a:lnTo>
                      <a:pt x="428" y="233"/>
                    </a:lnTo>
                    <a:lnTo>
                      <a:pt x="428" y="233"/>
                    </a:lnTo>
                    <a:lnTo>
                      <a:pt x="428" y="233"/>
                    </a:lnTo>
                    <a:lnTo>
                      <a:pt x="430" y="233"/>
                    </a:lnTo>
                    <a:lnTo>
                      <a:pt x="430" y="233"/>
                    </a:lnTo>
                    <a:lnTo>
                      <a:pt x="430" y="233"/>
                    </a:lnTo>
                    <a:lnTo>
                      <a:pt x="433" y="233"/>
                    </a:lnTo>
                    <a:lnTo>
                      <a:pt x="433" y="233"/>
                    </a:lnTo>
                    <a:lnTo>
                      <a:pt x="433" y="233"/>
                    </a:lnTo>
                    <a:lnTo>
                      <a:pt x="435" y="233"/>
                    </a:lnTo>
                    <a:lnTo>
                      <a:pt x="435" y="233"/>
                    </a:lnTo>
                    <a:lnTo>
                      <a:pt x="435" y="230"/>
                    </a:lnTo>
                    <a:lnTo>
                      <a:pt x="438" y="230"/>
                    </a:lnTo>
                    <a:lnTo>
                      <a:pt x="438" y="230"/>
                    </a:lnTo>
                    <a:lnTo>
                      <a:pt x="438" y="230"/>
                    </a:lnTo>
                    <a:lnTo>
                      <a:pt x="438" y="230"/>
                    </a:lnTo>
                    <a:lnTo>
                      <a:pt x="440" y="230"/>
                    </a:lnTo>
                    <a:lnTo>
                      <a:pt x="440" y="228"/>
                    </a:lnTo>
                    <a:lnTo>
                      <a:pt x="440" y="228"/>
                    </a:lnTo>
                    <a:lnTo>
                      <a:pt x="440" y="230"/>
                    </a:lnTo>
                    <a:lnTo>
                      <a:pt x="440" y="230"/>
                    </a:lnTo>
                    <a:lnTo>
                      <a:pt x="442" y="230"/>
                    </a:lnTo>
                    <a:lnTo>
                      <a:pt x="442" y="230"/>
                    </a:lnTo>
                    <a:lnTo>
                      <a:pt x="442" y="230"/>
                    </a:lnTo>
                    <a:lnTo>
                      <a:pt x="445" y="230"/>
                    </a:lnTo>
                    <a:lnTo>
                      <a:pt x="445" y="233"/>
                    </a:lnTo>
                    <a:lnTo>
                      <a:pt x="445" y="233"/>
                    </a:lnTo>
                    <a:lnTo>
                      <a:pt x="445" y="233"/>
                    </a:lnTo>
                    <a:lnTo>
                      <a:pt x="445" y="235"/>
                    </a:lnTo>
                    <a:lnTo>
                      <a:pt x="445" y="235"/>
                    </a:lnTo>
                    <a:lnTo>
                      <a:pt x="445" y="235"/>
                    </a:lnTo>
                    <a:lnTo>
                      <a:pt x="447" y="235"/>
                    </a:lnTo>
                    <a:lnTo>
                      <a:pt x="447" y="235"/>
                    </a:lnTo>
                    <a:lnTo>
                      <a:pt x="445" y="235"/>
                    </a:lnTo>
                    <a:lnTo>
                      <a:pt x="445" y="237"/>
                    </a:lnTo>
                    <a:lnTo>
                      <a:pt x="445" y="237"/>
                    </a:lnTo>
                    <a:lnTo>
                      <a:pt x="445" y="237"/>
                    </a:lnTo>
                    <a:lnTo>
                      <a:pt x="445" y="237"/>
                    </a:lnTo>
                    <a:lnTo>
                      <a:pt x="445" y="240"/>
                    </a:lnTo>
                    <a:lnTo>
                      <a:pt x="445" y="240"/>
                    </a:lnTo>
                    <a:lnTo>
                      <a:pt x="445" y="242"/>
                    </a:lnTo>
                    <a:lnTo>
                      <a:pt x="442" y="242"/>
                    </a:lnTo>
                    <a:lnTo>
                      <a:pt x="442" y="242"/>
                    </a:lnTo>
                    <a:lnTo>
                      <a:pt x="442" y="244"/>
                    </a:lnTo>
                    <a:lnTo>
                      <a:pt x="442" y="244"/>
                    </a:lnTo>
                    <a:lnTo>
                      <a:pt x="442" y="244"/>
                    </a:lnTo>
                    <a:lnTo>
                      <a:pt x="442" y="247"/>
                    </a:lnTo>
                    <a:lnTo>
                      <a:pt x="442" y="247"/>
                    </a:lnTo>
                    <a:lnTo>
                      <a:pt x="445" y="247"/>
                    </a:lnTo>
                    <a:lnTo>
                      <a:pt x="445" y="249"/>
                    </a:lnTo>
                    <a:lnTo>
                      <a:pt x="445" y="249"/>
                    </a:lnTo>
                    <a:lnTo>
                      <a:pt x="445" y="249"/>
                    </a:lnTo>
                    <a:lnTo>
                      <a:pt x="445" y="249"/>
                    </a:lnTo>
                    <a:lnTo>
                      <a:pt x="445" y="252"/>
                    </a:lnTo>
                    <a:lnTo>
                      <a:pt x="445" y="252"/>
                    </a:lnTo>
                    <a:lnTo>
                      <a:pt x="445" y="252"/>
                    </a:lnTo>
                    <a:lnTo>
                      <a:pt x="445" y="252"/>
                    </a:lnTo>
                    <a:lnTo>
                      <a:pt x="442" y="252"/>
                    </a:lnTo>
                    <a:lnTo>
                      <a:pt x="442" y="254"/>
                    </a:lnTo>
                    <a:lnTo>
                      <a:pt x="442" y="254"/>
                    </a:lnTo>
                    <a:lnTo>
                      <a:pt x="445" y="254"/>
                    </a:lnTo>
                    <a:lnTo>
                      <a:pt x="445" y="254"/>
                    </a:lnTo>
                    <a:lnTo>
                      <a:pt x="445" y="254"/>
                    </a:lnTo>
                    <a:lnTo>
                      <a:pt x="445" y="256"/>
                    </a:lnTo>
                    <a:lnTo>
                      <a:pt x="445" y="256"/>
                    </a:lnTo>
                    <a:lnTo>
                      <a:pt x="445" y="256"/>
                    </a:lnTo>
                    <a:lnTo>
                      <a:pt x="445" y="259"/>
                    </a:lnTo>
                    <a:lnTo>
                      <a:pt x="447" y="259"/>
                    </a:lnTo>
                    <a:lnTo>
                      <a:pt x="447" y="259"/>
                    </a:lnTo>
                    <a:lnTo>
                      <a:pt x="447" y="259"/>
                    </a:lnTo>
                    <a:lnTo>
                      <a:pt x="447" y="259"/>
                    </a:lnTo>
                    <a:lnTo>
                      <a:pt x="447" y="261"/>
                    </a:lnTo>
                    <a:lnTo>
                      <a:pt x="449" y="261"/>
                    </a:lnTo>
                    <a:lnTo>
                      <a:pt x="449" y="261"/>
                    </a:lnTo>
                    <a:lnTo>
                      <a:pt x="449" y="261"/>
                    </a:lnTo>
                    <a:lnTo>
                      <a:pt x="449" y="263"/>
                    </a:lnTo>
                    <a:lnTo>
                      <a:pt x="452" y="263"/>
                    </a:lnTo>
                    <a:lnTo>
                      <a:pt x="452" y="261"/>
                    </a:lnTo>
                    <a:lnTo>
                      <a:pt x="452" y="261"/>
                    </a:lnTo>
                    <a:lnTo>
                      <a:pt x="452" y="261"/>
                    </a:lnTo>
                    <a:lnTo>
                      <a:pt x="454" y="261"/>
                    </a:lnTo>
                    <a:lnTo>
                      <a:pt x="454" y="261"/>
                    </a:lnTo>
                    <a:lnTo>
                      <a:pt x="454" y="261"/>
                    </a:lnTo>
                    <a:lnTo>
                      <a:pt x="457" y="261"/>
                    </a:lnTo>
                    <a:lnTo>
                      <a:pt x="457" y="261"/>
                    </a:lnTo>
                    <a:lnTo>
                      <a:pt x="457" y="263"/>
                    </a:lnTo>
                    <a:lnTo>
                      <a:pt x="459" y="263"/>
                    </a:lnTo>
                    <a:lnTo>
                      <a:pt x="459" y="261"/>
                    </a:lnTo>
                    <a:lnTo>
                      <a:pt x="459" y="261"/>
                    </a:lnTo>
                    <a:lnTo>
                      <a:pt x="459" y="263"/>
                    </a:lnTo>
                    <a:lnTo>
                      <a:pt x="459" y="263"/>
                    </a:lnTo>
                    <a:lnTo>
                      <a:pt x="461" y="263"/>
                    </a:lnTo>
                    <a:lnTo>
                      <a:pt x="461" y="263"/>
                    </a:lnTo>
                    <a:lnTo>
                      <a:pt x="461" y="263"/>
                    </a:lnTo>
                    <a:lnTo>
                      <a:pt x="461" y="263"/>
                    </a:lnTo>
                    <a:lnTo>
                      <a:pt x="461" y="263"/>
                    </a:lnTo>
                    <a:lnTo>
                      <a:pt x="461" y="263"/>
                    </a:lnTo>
                    <a:lnTo>
                      <a:pt x="464" y="263"/>
                    </a:lnTo>
                    <a:lnTo>
                      <a:pt x="464" y="263"/>
                    </a:lnTo>
                    <a:lnTo>
                      <a:pt x="464" y="263"/>
                    </a:lnTo>
                    <a:lnTo>
                      <a:pt x="466" y="263"/>
                    </a:lnTo>
                    <a:lnTo>
                      <a:pt x="466" y="263"/>
                    </a:lnTo>
                    <a:lnTo>
                      <a:pt x="466" y="263"/>
                    </a:lnTo>
                    <a:lnTo>
                      <a:pt x="466" y="263"/>
                    </a:lnTo>
                    <a:lnTo>
                      <a:pt x="468" y="263"/>
                    </a:lnTo>
                    <a:lnTo>
                      <a:pt x="468" y="263"/>
                    </a:lnTo>
                    <a:lnTo>
                      <a:pt x="468" y="263"/>
                    </a:lnTo>
                    <a:lnTo>
                      <a:pt x="471" y="263"/>
                    </a:lnTo>
                    <a:lnTo>
                      <a:pt x="471" y="263"/>
                    </a:lnTo>
                    <a:lnTo>
                      <a:pt x="473" y="263"/>
                    </a:lnTo>
                    <a:lnTo>
                      <a:pt x="473" y="263"/>
                    </a:lnTo>
                    <a:lnTo>
                      <a:pt x="473" y="263"/>
                    </a:lnTo>
                    <a:lnTo>
                      <a:pt x="473" y="261"/>
                    </a:lnTo>
                    <a:lnTo>
                      <a:pt x="473" y="261"/>
                    </a:lnTo>
                    <a:lnTo>
                      <a:pt x="473" y="261"/>
                    </a:lnTo>
                    <a:lnTo>
                      <a:pt x="475" y="261"/>
                    </a:lnTo>
                    <a:lnTo>
                      <a:pt x="475" y="261"/>
                    </a:lnTo>
                    <a:lnTo>
                      <a:pt x="475" y="259"/>
                    </a:lnTo>
                    <a:lnTo>
                      <a:pt x="478" y="259"/>
                    </a:lnTo>
                    <a:lnTo>
                      <a:pt x="478" y="259"/>
                    </a:lnTo>
                    <a:lnTo>
                      <a:pt x="478" y="261"/>
                    </a:lnTo>
                    <a:lnTo>
                      <a:pt x="478" y="261"/>
                    </a:lnTo>
                    <a:lnTo>
                      <a:pt x="480" y="261"/>
                    </a:lnTo>
                    <a:lnTo>
                      <a:pt x="480" y="261"/>
                    </a:lnTo>
                    <a:lnTo>
                      <a:pt x="480" y="261"/>
                    </a:lnTo>
                    <a:lnTo>
                      <a:pt x="480" y="263"/>
                    </a:lnTo>
                    <a:lnTo>
                      <a:pt x="480" y="263"/>
                    </a:lnTo>
                    <a:lnTo>
                      <a:pt x="483" y="263"/>
                    </a:lnTo>
                    <a:lnTo>
                      <a:pt x="483" y="263"/>
                    </a:lnTo>
                    <a:lnTo>
                      <a:pt x="485" y="263"/>
                    </a:lnTo>
                    <a:lnTo>
                      <a:pt x="485" y="263"/>
                    </a:lnTo>
                    <a:lnTo>
                      <a:pt x="485" y="263"/>
                    </a:lnTo>
                    <a:lnTo>
                      <a:pt x="487" y="263"/>
                    </a:lnTo>
                    <a:lnTo>
                      <a:pt x="487" y="263"/>
                    </a:lnTo>
                    <a:lnTo>
                      <a:pt x="487" y="263"/>
                    </a:lnTo>
                    <a:lnTo>
                      <a:pt x="490" y="263"/>
                    </a:lnTo>
                    <a:lnTo>
                      <a:pt x="490" y="263"/>
                    </a:lnTo>
                    <a:lnTo>
                      <a:pt x="492" y="263"/>
                    </a:lnTo>
                    <a:lnTo>
                      <a:pt x="492" y="263"/>
                    </a:lnTo>
                    <a:lnTo>
                      <a:pt x="492" y="261"/>
                    </a:lnTo>
                    <a:lnTo>
                      <a:pt x="492" y="261"/>
                    </a:lnTo>
                    <a:lnTo>
                      <a:pt x="492" y="263"/>
                    </a:lnTo>
                    <a:lnTo>
                      <a:pt x="494" y="263"/>
                    </a:lnTo>
                    <a:lnTo>
                      <a:pt x="494" y="261"/>
                    </a:lnTo>
                    <a:lnTo>
                      <a:pt x="494" y="261"/>
                    </a:lnTo>
                    <a:lnTo>
                      <a:pt x="494" y="261"/>
                    </a:lnTo>
                    <a:lnTo>
                      <a:pt x="497" y="261"/>
                    </a:lnTo>
                    <a:lnTo>
                      <a:pt x="497" y="263"/>
                    </a:lnTo>
                    <a:lnTo>
                      <a:pt x="497" y="263"/>
                    </a:lnTo>
                    <a:lnTo>
                      <a:pt x="499" y="263"/>
                    </a:lnTo>
                    <a:lnTo>
                      <a:pt x="499" y="263"/>
                    </a:lnTo>
                    <a:lnTo>
                      <a:pt x="499" y="261"/>
                    </a:lnTo>
                    <a:lnTo>
                      <a:pt x="499" y="261"/>
                    </a:lnTo>
                    <a:lnTo>
                      <a:pt x="502" y="261"/>
                    </a:lnTo>
                    <a:lnTo>
                      <a:pt x="502" y="263"/>
                    </a:lnTo>
                    <a:lnTo>
                      <a:pt x="502" y="263"/>
                    </a:lnTo>
                    <a:lnTo>
                      <a:pt x="502" y="263"/>
                    </a:lnTo>
                    <a:lnTo>
                      <a:pt x="504" y="263"/>
                    </a:lnTo>
                    <a:lnTo>
                      <a:pt x="504" y="263"/>
                    </a:lnTo>
                    <a:lnTo>
                      <a:pt x="506" y="263"/>
                    </a:lnTo>
                    <a:lnTo>
                      <a:pt x="506" y="263"/>
                    </a:lnTo>
                    <a:lnTo>
                      <a:pt x="506" y="261"/>
                    </a:lnTo>
                    <a:lnTo>
                      <a:pt x="506" y="261"/>
                    </a:lnTo>
                    <a:lnTo>
                      <a:pt x="509" y="261"/>
                    </a:lnTo>
                    <a:lnTo>
                      <a:pt x="509" y="261"/>
                    </a:lnTo>
                    <a:lnTo>
                      <a:pt x="509" y="261"/>
                    </a:lnTo>
                    <a:lnTo>
                      <a:pt x="511" y="261"/>
                    </a:lnTo>
                    <a:lnTo>
                      <a:pt x="511" y="261"/>
                    </a:lnTo>
                    <a:lnTo>
                      <a:pt x="511" y="261"/>
                    </a:lnTo>
                    <a:lnTo>
                      <a:pt x="511" y="261"/>
                    </a:lnTo>
                    <a:lnTo>
                      <a:pt x="513" y="261"/>
                    </a:lnTo>
                    <a:lnTo>
                      <a:pt x="513" y="261"/>
                    </a:lnTo>
                    <a:lnTo>
                      <a:pt x="513" y="261"/>
                    </a:lnTo>
                    <a:lnTo>
                      <a:pt x="513" y="259"/>
                    </a:lnTo>
                    <a:lnTo>
                      <a:pt x="513" y="259"/>
                    </a:lnTo>
                    <a:lnTo>
                      <a:pt x="513" y="259"/>
                    </a:lnTo>
                    <a:lnTo>
                      <a:pt x="513" y="256"/>
                    </a:lnTo>
                    <a:lnTo>
                      <a:pt x="513" y="256"/>
                    </a:lnTo>
                    <a:lnTo>
                      <a:pt x="513" y="256"/>
                    </a:lnTo>
                    <a:lnTo>
                      <a:pt x="513" y="256"/>
                    </a:lnTo>
                    <a:lnTo>
                      <a:pt x="513" y="254"/>
                    </a:lnTo>
                    <a:lnTo>
                      <a:pt x="513" y="254"/>
                    </a:lnTo>
                    <a:lnTo>
                      <a:pt x="513" y="254"/>
                    </a:lnTo>
                    <a:lnTo>
                      <a:pt x="513" y="252"/>
                    </a:lnTo>
                    <a:lnTo>
                      <a:pt x="513" y="252"/>
                    </a:lnTo>
                    <a:lnTo>
                      <a:pt x="513" y="252"/>
                    </a:lnTo>
                    <a:lnTo>
                      <a:pt x="513" y="252"/>
                    </a:lnTo>
                    <a:lnTo>
                      <a:pt x="513" y="249"/>
                    </a:lnTo>
                    <a:lnTo>
                      <a:pt x="513" y="249"/>
                    </a:lnTo>
                    <a:lnTo>
                      <a:pt x="513" y="249"/>
                    </a:lnTo>
                    <a:lnTo>
                      <a:pt x="513" y="247"/>
                    </a:lnTo>
                    <a:lnTo>
                      <a:pt x="513" y="247"/>
                    </a:lnTo>
                    <a:lnTo>
                      <a:pt x="513" y="247"/>
                    </a:lnTo>
                    <a:lnTo>
                      <a:pt x="513" y="244"/>
                    </a:lnTo>
                    <a:lnTo>
                      <a:pt x="511" y="244"/>
                    </a:lnTo>
                    <a:lnTo>
                      <a:pt x="511" y="244"/>
                    </a:lnTo>
                    <a:lnTo>
                      <a:pt x="511" y="244"/>
                    </a:lnTo>
                    <a:lnTo>
                      <a:pt x="509" y="244"/>
                    </a:lnTo>
                    <a:lnTo>
                      <a:pt x="509" y="247"/>
                    </a:lnTo>
                    <a:lnTo>
                      <a:pt x="509" y="247"/>
                    </a:lnTo>
                    <a:lnTo>
                      <a:pt x="506" y="247"/>
                    </a:lnTo>
                    <a:lnTo>
                      <a:pt x="506" y="244"/>
                    </a:lnTo>
                    <a:lnTo>
                      <a:pt x="506" y="244"/>
                    </a:lnTo>
                    <a:lnTo>
                      <a:pt x="506" y="244"/>
                    </a:lnTo>
                    <a:lnTo>
                      <a:pt x="506" y="244"/>
                    </a:lnTo>
                    <a:lnTo>
                      <a:pt x="504" y="244"/>
                    </a:lnTo>
                    <a:lnTo>
                      <a:pt x="504" y="244"/>
                    </a:lnTo>
                    <a:lnTo>
                      <a:pt x="504" y="244"/>
                    </a:lnTo>
                    <a:lnTo>
                      <a:pt x="504" y="242"/>
                    </a:lnTo>
                    <a:lnTo>
                      <a:pt x="504" y="242"/>
                    </a:lnTo>
                    <a:lnTo>
                      <a:pt x="504" y="240"/>
                    </a:lnTo>
                    <a:lnTo>
                      <a:pt x="504" y="240"/>
                    </a:lnTo>
                    <a:lnTo>
                      <a:pt x="504" y="240"/>
                    </a:lnTo>
                    <a:lnTo>
                      <a:pt x="504" y="237"/>
                    </a:lnTo>
                    <a:lnTo>
                      <a:pt x="506" y="237"/>
                    </a:lnTo>
                    <a:lnTo>
                      <a:pt x="506" y="237"/>
                    </a:lnTo>
                    <a:lnTo>
                      <a:pt x="506" y="237"/>
                    </a:lnTo>
                    <a:lnTo>
                      <a:pt x="509" y="237"/>
                    </a:lnTo>
                    <a:lnTo>
                      <a:pt x="509" y="237"/>
                    </a:lnTo>
                    <a:lnTo>
                      <a:pt x="509" y="240"/>
                    </a:lnTo>
                    <a:lnTo>
                      <a:pt x="511" y="240"/>
                    </a:lnTo>
                    <a:lnTo>
                      <a:pt x="511" y="237"/>
                    </a:lnTo>
                    <a:lnTo>
                      <a:pt x="511" y="237"/>
                    </a:lnTo>
                    <a:lnTo>
                      <a:pt x="511" y="240"/>
                    </a:lnTo>
                    <a:lnTo>
                      <a:pt x="511" y="240"/>
                    </a:lnTo>
                    <a:lnTo>
                      <a:pt x="511" y="237"/>
                    </a:lnTo>
                    <a:lnTo>
                      <a:pt x="513" y="237"/>
                    </a:lnTo>
                    <a:lnTo>
                      <a:pt x="513" y="237"/>
                    </a:lnTo>
                    <a:lnTo>
                      <a:pt x="513" y="237"/>
                    </a:lnTo>
                    <a:lnTo>
                      <a:pt x="513" y="237"/>
                    </a:lnTo>
                    <a:lnTo>
                      <a:pt x="513" y="235"/>
                    </a:lnTo>
                    <a:lnTo>
                      <a:pt x="516" y="235"/>
                    </a:lnTo>
                    <a:lnTo>
                      <a:pt x="516" y="235"/>
                    </a:lnTo>
                    <a:lnTo>
                      <a:pt x="518" y="235"/>
                    </a:lnTo>
                    <a:lnTo>
                      <a:pt x="518" y="235"/>
                    </a:lnTo>
                    <a:lnTo>
                      <a:pt x="518" y="235"/>
                    </a:lnTo>
                    <a:lnTo>
                      <a:pt x="518" y="235"/>
                    </a:lnTo>
                    <a:lnTo>
                      <a:pt x="518" y="233"/>
                    </a:lnTo>
                    <a:lnTo>
                      <a:pt x="518" y="233"/>
                    </a:lnTo>
                    <a:lnTo>
                      <a:pt x="520" y="233"/>
                    </a:lnTo>
                    <a:lnTo>
                      <a:pt x="520" y="233"/>
                    </a:lnTo>
                    <a:lnTo>
                      <a:pt x="520" y="233"/>
                    </a:lnTo>
                    <a:lnTo>
                      <a:pt x="523" y="233"/>
                    </a:lnTo>
                    <a:lnTo>
                      <a:pt x="523" y="233"/>
                    </a:lnTo>
                    <a:lnTo>
                      <a:pt x="525" y="233"/>
                    </a:lnTo>
                    <a:lnTo>
                      <a:pt x="525" y="233"/>
                    </a:lnTo>
                    <a:lnTo>
                      <a:pt x="525" y="233"/>
                    </a:lnTo>
                    <a:lnTo>
                      <a:pt x="528" y="233"/>
                    </a:lnTo>
                    <a:lnTo>
                      <a:pt x="528" y="233"/>
                    </a:lnTo>
                    <a:lnTo>
                      <a:pt x="528" y="230"/>
                    </a:lnTo>
                    <a:lnTo>
                      <a:pt x="525" y="230"/>
                    </a:lnTo>
                    <a:lnTo>
                      <a:pt x="525" y="230"/>
                    </a:lnTo>
                    <a:lnTo>
                      <a:pt x="525" y="228"/>
                    </a:lnTo>
                    <a:lnTo>
                      <a:pt x="528" y="228"/>
                    </a:lnTo>
                    <a:lnTo>
                      <a:pt x="528" y="228"/>
                    </a:lnTo>
                    <a:lnTo>
                      <a:pt x="528" y="228"/>
                    </a:lnTo>
                    <a:lnTo>
                      <a:pt x="528" y="228"/>
                    </a:lnTo>
                    <a:lnTo>
                      <a:pt x="530" y="228"/>
                    </a:lnTo>
                    <a:lnTo>
                      <a:pt x="530" y="228"/>
                    </a:lnTo>
                    <a:lnTo>
                      <a:pt x="530" y="225"/>
                    </a:lnTo>
                    <a:lnTo>
                      <a:pt x="532" y="225"/>
                    </a:lnTo>
                    <a:lnTo>
                      <a:pt x="532" y="225"/>
                    </a:lnTo>
                    <a:lnTo>
                      <a:pt x="532" y="225"/>
                    </a:lnTo>
                    <a:lnTo>
                      <a:pt x="532" y="225"/>
                    </a:lnTo>
                    <a:lnTo>
                      <a:pt x="532" y="225"/>
                    </a:lnTo>
                    <a:lnTo>
                      <a:pt x="535" y="225"/>
                    </a:lnTo>
                    <a:lnTo>
                      <a:pt x="535" y="223"/>
                    </a:lnTo>
                    <a:lnTo>
                      <a:pt x="535" y="223"/>
                    </a:lnTo>
                    <a:lnTo>
                      <a:pt x="535" y="223"/>
                    </a:lnTo>
                    <a:lnTo>
                      <a:pt x="537" y="223"/>
                    </a:lnTo>
                    <a:lnTo>
                      <a:pt x="537" y="223"/>
                    </a:lnTo>
                    <a:lnTo>
                      <a:pt x="537" y="223"/>
                    </a:lnTo>
                    <a:lnTo>
                      <a:pt x="539" y="223"/>
                    </a:lnTo>
                    <a:lnTo>
                      <a:pt x="539" y="221"/>
                    </a:lnTo>
                    <a:lnTo>
                      <a:pt x="539" y="221"/>
                    </a:lnTo>
                    <a:lnTo>
                      <a:pt x="539" y="218"/>
                    </a:lnTo>
                    <a:lnTo>
                      <a:pt x="537" y="218"/>
                    </a:lnTo>
                    <a:lnTo>
                      <a:pt x="537" y="218"/>
                    </a:lnTo>
                    <a:lnTo>
                      <a:pt x="539" y="218"/>
                    </a:lnTo>
                    <a:lnTo>
                      <a:pt x="539" y="216"/>
                    </a:lnTo>
                    <a:lnTo>
                      <a:pt x="539" y="216"/>
                    </a:lnTo>
                    <a:lnTo>
                      <a:pt x="539" y="216"/>
                    </a:lnTo>
                    <a:lnTo>
                      <a:pt x="539" y="216"/>
                    </a:lnTo>
                    <a:lnTo>
                      <a:pt x="539" y="216"/>
                    </a:lnTo>
                    <a:lnTo>
                      <a:pt x="542" y="216"/>
                    </a:lnTo>
                    <a:lnTo>
                      <a:pt x="542" y="216"/>
                    </a:lnTo>
                    <a:lnTo>
                      <a:pt x="544" y="216"/>
                    </a:lnTo>
                    <a:lnTo>
                      <a:pt x="544" y="216"/>
                    </a:lnTo>
                    <a:lnTo>
                      <a:pt x="544" y="216"/>
                    </a:lnTo>
                    <a:lnTo>
                      <a:pt x="546" y="216"/>
                    </a:lnTo>
                    <a:lnTo>
                      <a:pt x="546" y="216"/>
                    </a:lnTo>
                    <a:lnTo>
                      <a:pt x="546" y="216"/>
                    </a:lnTo>
                    <a:lnTo>
                      <a:pt x="546" y="214"/>
                    </a:lnTo>
                    <a:lnTo>
                      <a:pt x="549" y="214"/>
                    </a:lnTo>
                    <a:lnTo>
                      <a:pt x="549" y="214"/>
                    </a:lnTo>
                    <a:lnTo>
                      <a:pt x="551" y="214"/>
                    </a:lnTo>
                    <a:lnTo>
                      <a:pt x="551" y="214"/>
                    </a:lnTo>
                    <a:lnTo>
                      <a:pt x="551" y="214"/>
                    </a:lnTo>
                    <a:lnTo>
                      <a:pt x="551" y="214"/>
                    </a:lnTo>
                    <a:lnTo>
                      <a:pt x="554" y="214"/>
                    </a:lnTo>
                    <a:lnTo>
                      <a:pt x="554" y="211"/>
                    </a:lnTo>
                    <a:lnTo>
                      <a:pt x="554" y="211"/>
                    </a:lnTo>
                    <a:lnTo>
                      <a:pt x="554" y="211"/>
                    </a:lnTo>
                    <a:lnTo>
                      <a:pt x="554" y="211"/>
                    </a:lnTo>
                    <a:lnTo>
                      <a:pt x="556" y="211"/>
                    </a:lnTo>
                    <a:lnTo>
                      <a:pt x="556" y="209"/>
                    </a:lnTo>
                    <a:lnTo>
                      <a:pt x="556" y="209"/>
                    </a:lnTo>
                    <a:lnTo>
                      <a:pt x="556" y="207"/>
                    </a:lnTo>
                    <a:lnTo>
                      <a:pt x="556" y="207"/>
                    </a:lnTo>
                    <a:lnTo>
                      <a:pt x="556" y="207"/>
                    </a:lnTo>
                    <a:lnTo>
                      <a:pt x="556" y="207"/>
                    </a:lnTo>
                    <a:lnTo>
                      <a:pt x="558" y="207"/>
                    </a:lnTo>
                    <a:lnTo>
                      <a:pt x="558" y="207"/>
                    </a:lnTo>
                    <a:lnTo>
                      <a:pt x="558" y="207"/>
                    </a:lnTo>
                    <a:lnTo>
                      <a:pt x="558" y="204"/>
                    </a:lnTo>
                    <a:lnTo>
                      <a:pt x="558" y="204"/>
                    </a:lnTo>
                    <a:lnTo>
                      <a:pt x="558" y="204"/>
                    </a:lnTo>
                    <a:lnTo>
                      <a:pt x="561" y="204"/>
                    </a:lnTo>
                    <a:lnTo>
                      <a:pt x="561" y="204"/>
                    </a:lnTo>
                    <a:lnTo>
                      <a:pt x="561" y="204"/>
                    </a:lnTo>
                    <a:lnTo>
                      <a:pt x="561" y="204"/>
                    </a:lnTo>
                    <a:lnTo>
                      <a:pt x="561" y="202"/>
                    </a:lnTo>
                    <a:lnTo>
                      <a:pt x="563" y="202"/>
                    </a:lnTo>
                    <a:lnTo>
                      <a:pt x="563" y="202"/>
                    </a:lnTo>
                    <a:lnTo>
                      <a:pt x="563" y="202"/>
                    </a:lnTo>
                    <a:lnTo>
                      <a:pt x="565" y="202"/>
                    </a:lnTo>
                    <a:lnTo>
                      <a:pt x="565" y="202"/>
                    </a:lnTo>
                    <a:lnTo>
                      <a:pt x="565" y="202"/>
                    </a:lnTo>
                    <a:lnTo>
                      <a:pt x="565" y="199"/>
                    </a:lnTo>
                    <a:lnTo>
                      <a:pt x="568" y="199"/>
                    </a:lnTo>
                    <a:lnTo>
                      <a:pt x="568" y="199"/>
                    </a:lnTo>
                    <a:lnTo>
                      <a:pt x="568" y="199"/>
                    </a:lnTo>
                    <a:lnTo>
                      <a:pt x="568" y="199"/>
                    </a:lnTo>
                    <a:lnTo>
                      <a:pt x="570" y="199"/>
                    </a:lnTo>
                    <a:lnTo>
                      <a:pt x="570" y="199"/>
                    </a:lnTo>
                    <a:lnTo>
                      <a:pt x="570" y="199"/>
                    </a:lnTo>
                    <a:lnTo>
                      <a:pt x="570" y="202"/>
                    </a:lnTo>
                    <a:lnTo>
                      <a:pt x="573" y="202"/>
                    </a:lnTo>
                    <a:lnTo>
                      <a:pt x="573" y="202"/>
                    </a:lnTo>
                    <a:lnTo>
                      <a:pt x="573" y="202"/>
                    </a:lnTo>
                    <a:lnTo>
                      <a:pt x="573" y="202"/>
                    </a:lnTo>
                    <a:lnTo>
                      <a:pt x="575" y="202"/>
                    </a:lnTo>
                    <a:lnTo>
                      <a:pt x="575" y="202"/>
                    </a:lnTo>
                    <a:lnTo>
                      <a:pt x="575" y="202"/>
                    </a:lnTo>
                    <a:lnTo>
                      <a:pt x="577" y="202"/>
                    </a:lnTo>
                    <a:lnTo>
                      <a:pt x="577" y="202"/>
                    </a:lnTo>
                    <a:lnTo>
                      <a:pt x="577" y="204"/>
                    </a:lnTo>
                    <a:lnTo>
                      <a:pt x="580" y="204"/>
                    </a:lnTo>
                    <a:lnTo>
                      <a:pt x="580" y="204"/>
                    </a:lnTo>
                    <a:lnTo>
                      <a:pt x="580" y="204"/>
                    </a:lnTo>
                    <a:lnTo>
                      <a:pt x="580" y="204"/>
                    </a:lnTo>
                    <a:lnTo>
                      <a:pt x="580" y="204"/>
                    </a:lnTo>
                    <a:lnTo>
                      <a:pt x="580" y="204"/>
                    </a:lnTo>
                    <a:lnTo>
                      <a:pt x="582" y="204"/>
                    </a:lnTo>
                    <a:lnTo>
                      <a:pt x="582" y="204"/>
                    </a:lnTo>
                    <a:lnTo>
                      <a:pt x="582" y="204"/>
                    </a:lnTo>
                    <a:lnTo>
                      <a:pt x="584" y="204"/>
                    </a:lnTo>
                    <a:lnTo>
                      <a:pt x="584" y="204"/>
                    </a:lnTo>
                    <a:lnTo>
                      <a:pt x="584" y="204"/>
                    </a:lnTo>
                    <a:lnTo>
                      <a:pt x="584" y="202"/>
                    </a:lnTo>
                    <a:lnTo>
                      <a:pt x="587" y="202"/>
                    </a:lnTo>
                    <a:lnTo>
                      <a:pt x="587" y="204"/>
                    </a:lnTo>
                    <a:lnTo>
                      <a:pt x="587" y="204"/>
                    </a:lnTo>
                    <a:lnTo>
                      <a:pt x="587" y="202"/>
                    </a:lnTo>
                    <a:lnTo>
                      <a:pt x="587" y="202"/>
                    </a:lnTo>
                    <a:lnTo>
                      <a:pt x="589" y="202"/>
                    </a:lnTo>
                    <a:lnTo>
                      <a:pt x="589" y="202"/>
                    </a:lnTo>
                    <a:lnTo>
                      <a:pt x="589" y="202"/>
                    </a:lnTo>
                    <a:lnTo>
                      <a:pt x="591" y="202"/>
                    </a:lnTo>
                    <a:lnTo>
                      <a:pt x="591" y="202"/>
                    </a:lnTo>
                    <a:lnTo>
                      <a:pt x="591" y="202"/>
                    </a:lnTo>
                    <a:lnTo>
                      <a:pt x="591" y="199"/>
                    </a:lnTo>
                    <a:lnTo>
                      <a:pt x="591" y="199"/>
                    </a:lnTo>
                    <a:lnTo>
                      <a:pt x="591" y="197"/>
                    </a:lnTo>
                    <a:lnTo>
                      <a:pt x="594" y="197"/>
                    </a:lnTo>
                    <a:lnTo>
                      <a:pt x="594" y="197"/>
                    </a:lnTo>
                    <a:lnTo>
                      <a:pt x="594" y="197"/>
                    </a:lnTo>
                    <a:lnTo>
                      <a:pt x="596" y="197"/>
                    </a:lnTo>
                    <a:lnTo>
                      <a:pt x="596" y="197"/>
                    </a:lnTo>
                    <a:lnTo>
                      <a:pt x="596" y="197"/>
                    </a:lnTo>
                    <a:lnTo>
                      <a:pt x="599" y="197"/>
                    </a:lnTo>
                    <a:lnTo>
                      <a:pt x="599" y="195"/>
                    </a:lnTo>
                    <a:lnTo>
                      <a:pt x="599" y="195"/>
                    </a:lnTo>
                    <a:lnTo>
                      <a:pt x="599" y="195"/>
                    </a:lnTo>
                    <a:lnTo>
                      <a:pt x="599" y="195"/>
                    </a:lnTo>
                    <a:lnTo>
                      <a:pt x="601" y="195"/>
                    </a:lnTo>
                    <a:lnTo>
                      <a:pt x="601" y="195"/>
                    </a:lnTo>
                    <a:lnTo>
                      <a:pt x="601" y="195"/>
                    </a:lnTo>
                    <a:lnTo>
                      <a:pt x="601" y="197"/>
                    </a:lnTo>
                    <a:lnTo>
                      <a:pt x="601" y="197"/>
                    </a:lnTo>
                    <a:lnTo>
                      <a:pt x="601" y="197"/>
                    </a:lnTo>
                    <a:lnTo>
                      <a:pt x="601" y="199"/>
                    </a:lnTo>
                    <a:lnTo>
                      <a:pt x="601" y="199"/>
                    </a:lnTo>
                    <a:lnTo>
                      <a:pt x="603" y="199"/>
                    </a:lnTo>
                    <a:lnTo>
                      <a:pt x="603" y="199"/>
                    </a:lnTo>
                    <a:lnTo>
                      <a:pt x="606" y="199"/>
                    </a:lnTo>
                    <a:lnTo>
                      <a:pt x="606" y="199"/>
                    </a:lnTo>
                    <a:lnTo>
                      <a:pt x="606" y="199"/>
                    </a:lnTo>
                    <a:lnTo>
                      <a:pt x="606" y="199"/>
                    </a:lnTo>
                    <a:lnTo>
                      <a:pt x="606" y="202"/>
                    </a:lnTo>
                    <a:lnTo>
                      <a:pt x="606" y="202"/>
                    </a:lnTo>
                    <a:lnTo>
                      <a:pt x="606" y="202"/>
                    </a:lnTo>
                    <a:lnTo>
                      <a:pt x="603" y="202"/>
                    </a:lnTo>
                    <a:lnTo>
                      <a:pt x="603" y="202"/>
                    </a:lnTo>
                    <a:lnTo>
                      <a:pt x="603" y="204"/>
                    </a:lnTo>
                    <a:lnTo>
                      <a:pt x="601" y="204"/>
                    </a:lnTo>
                    <a:lnTo>
                      <a:pt x="601" y="204"/>
                    </a:lnTo>
                    <a:lnTo>
                      <a:pt x="601" y="204"/>
                    </a:lnTo>
                    <a:lnTo>
                      <a:pt x="601" y="204"/>
                    </a:lnTo>
                    <a:lnTo>
                      <a:pt x="601" y="207"/>
                    </a:lnTo>
                    <a:lnTo>
                      <a:pt x="601" y="207"/>
                    </a:lnTo>
                    <a:lnTo>
                      <a:pt x="601" y="209"/>
                    </a:lnTo>
                    <a:lnTo>
                      <a:pt x="601" y="209"/>
                    </a:lnTo>
                    <a:lnTo>
                      <a:pt x="603" y="209"/>
                    </a:lnTo>
                    <a:lnTo>
                      <a:pt x="603" y="207"/>
                    </a:lnTo>
                    <a:lnTo>
                      <a:pt x="603" y="207"/>
                    </a:lnTo>
                    <a:lnTo>
                      <a:pt x="603" y="207"/>
                    </a:lnTo>
                    <a:lnTo>
                      <a:pt x="606" y="207"/>
                    </a:lnTo>
                    <a:lnTo>
                      <a:pt x="606" y="204"/>
                    </a:lnTo>
                    <a:lnTo>
                      <a:pt x="606" y="204"/>
                    </a:lnTo>
                    <a:lnTo>
                      <a:pt x="606" y="204"/>
                    </a:lnTo>
                    <a:lnTo>
                      <a:pt x="608" y="204"/>
                    </a:lnTo>
                    <a:lnTo>
                      <a:pt x="608" y="204"/>
                    </a:lnTo>
                    <a:lnTo>
                      <a:pt x="608" y="207"/>
                    </a:lnTo>
                    <a:lnTo>
                      <a:pt x="608" y="207"/>
                    </a:lnTo>
                    <a:lnTo>
                      <a:pt x="608" y="207"/>
                    </a:lnTo>
                    <a:lnTo>
                      <a:pt x="608" y="209"/>
                    </a:lnTo>
                    <a:lnTo>
                      <a:pt x="608" y="209"/>
                    </a:lnTo>
                    <a:lnTo>
                      <a:pt x="608" y="211"/>
                    </a:lnTo>
                    <a:lnTo>
                      <a:pt x="610" y="211"/>
                    </a:lnTo>
                    <a:lnTo>
                      <a:pt x="610" y="211"/>
                    </a:lnTo>
                    <a:lnTo>
                      <a:pt x="610" y="211"/>
                    </a:lnTo>
                    <a:lnTo>
                      <a:pt x="610" y="214"/>
                    </a:lnTo>
                    <a:lnTo>
                      <a:pt x="610" y="214"/>
                    </a:lnTo>
                    <a:lnTo>
                      <a:pt x="610" y="214"/>
                    </a:lnTo>
                    <a:lnTo>
                      <a:pt x="608" y="214"/>
                    </a:lnTo>
                    <a:lnTo>
                      <a:pt x="608" y="214"/>
                    </a:lnTo>
                    <a:lnTo>
                      <a:pt x="608" y="216"/>
                    </a:lnTo>
                    <a:lnTo>
                      <a:pt x="608" y="216"/>
                    </a:lnTo>
                    <a:lnTo>
                      <a:pt x="608" y="216"/>
                    </a:lnTo>
                    <a:lnTo>
                      <a:pt x="608" y="216"/>
                    </a:lnTo>
                    <a:lnTo>
                      <a:pt x="606" y="216"/>
                    </a:lnTo>
                    <a:lnTo>
                      <a:pt x="606" y="218"/>
                    </a:lnTo>
                    <a:lnTo>
                      <a:pt x="606" y="218"/>
                    </a:lnTo>
                    <a:lnTo>
                      <a:pt x="606" y="218"/>
                    </a:lnTo>
                    <a:lnTo>
                      <a:pt x="606" y="218"/>
                    </a:lnTo>
                    <a:lnTo>
                      <a:pt x="606" y="218"/>
                    </a:lnTo>
                    <a:lnTo>
                      <a:pt x="606" y="221"/>
                    </a:lnTo>
                    <a:lnTo>
                      <a:pt x="606" y="221"/>
                    </a:lnTo>
                    <a:lnTo>
                      <a:pt x="603" y="221"/>
                    </a:lnTo>
                    <a:lnTo>
                      <a:pt x="603" y="221"/>
                    </a:lnTo>
                    <a:lnTo>
                      <a:pt x="603" y="223"/>
                    </a:lnTo>
                    <a:lnTo>
                      <a:pt x="606" y="223"/>
                    </a:lnTo>
                    <a:lnTo>
                      <a:pt x="606" y="223"/>
                    </a:lnTo>
                    <a:lnTo>
                      <a:pt x="606" y="223"/>
                    </a:lnTo>
                    <a:lnTo>
                      <a:pt x="606" y="223"/>
                    </a:lnTo>
                    <a:lnTo>
                      <a:pt x="606" y="223"/>
                    </a:lnTo>
                    <a:lnTo>
                      <a:pt x="608" y="223"/>
                    </a:lnTo>
                    <a:lnTo>
                      <a:pt x="608" y="221"/>
                    </a:lnTo>
                    <a:lnTo>
                      <a:pt x="608" y="221"/>
                    </a:lnTo>
                    <a:lnTo>
                      <a:pt x="608" y="221"/>
                    </a:lnTo>
                    <a:lnTo>
                      <a:pt x="608" y="221"/>
                    </a:lnTo>
                    <a:lnTo>
                      <a:pt x="610" y="221"/>
                    </a:lnTo>
                    <a:lnTo>
                      <a:pt x="610" y="221"/>
                    </a:lnTo>
                    <a:lnTo>
                      <a:pt x="613" y="221"/>
                    </a:lnTo>
                    <a:lnTo>
                      <a:pt x="613" y="221"/>
                    </a:lnTo>
                    <a:lnTo>
                      <a:pt x="613" y="221"/>
                    </a:lnTo>
                    <a:lnTo>
                      <a:pt x="613" y="221"/>
                    </a:lnTo>
                    <a:lnTo>
                      <a:pt x="613" y="223"/>
                    </a:lnTo>
                    <a:lnTo>
                      <a:pt x="615" y="223"/>
                    </a:lnTo>
                    <a:lnTo>
                      <a:pt x="615" y="223"/>
                    </a:lnTo>
                    <a:lnTo>
                      <a:pt x="617" y="223"/>
                    </a:lnTo>
                    <a:lnTo>
                      <a:pt x="617" y="223"/>
                    </a:lnTo>
                    <a:lnTo>
                      <a:pt x="617" y="223"/>
                    </a:lnTo>
                    <a:lnTo>
                      <a:pt x="617" y="223"/>
                    </a:lnTo>
                    <a:lnTo>
                      <a:pt x="620" y="223"/>
                    </a:lnTo>
                    <a:lnTo>
                      <a:pt x="620" y="223"/>
                    </a:lnTo>
                    <a:lnTo>
                      <a:pt x="620" y="223"/>
                    </a:lnTo>
                    <a:lnTo>
                      <a:pt x="620" y="223"/>
                    </a:lnTo>
                    <a:lnTo>
                      <a:pt x="622" y="223"/>
                    </a:lnTo>
                    <a:lnTo>
                      <a:pt x="622" y="223"/>
                    </a:lnTo>
                    <a:lnTo>
                      <a:pt x="622" y="223"/>
                    </a:lnTo>
                    <a:lnTo>
                      <a:pt x="625" y="223"/>
                    </a:lnTo>
                    <a:lnTo>
                      <a:pt x="625" y="225"/>
                    </a:lnTo>
                    <a:lnTo>
                      <a:pt x="625" y="225"/>
                    </a:lnTo>
                    <a:lnTo>
                      <a:pt x="625" y="225"/>
                    </a:lnTo>
                    <a:lnTo>
                      <a:pt x="625" y="225"/>
                    </a:lnTo>
                    <a:lnTo>
                      <a:pt x="625" y="225"/>
                    </a:lnTo>
                    <a:lnTo>
                      <a:pt x="627" y="225"/>
                    </a:lnTo>
                    <a:lnTo>
                      <a:pt x="627" y="225"/>
                    </a:lnTo>
                    <a:lnTo>
                      <a:pt x="627" y="228"/>
                    </a:lnTo>
                    <a:lnTo>
                      <a:pt x="627" y="228"/>
                    </a:lnTo>
                    <a:lnTo>
                      <a:pt x="627" y="228"/>
                    </a:lnTo>
                    <a:lnTo>
                      <a:pt x="627" y="230"/>
                    </a:lnTo>
                    <a:lnTo>
                      <a:pt x="627" y="230"/>
                    </a:lnTo>
                    <a:lnTo>
                      <a:pt x="627" y="230"/>
                    </a:lnTo>
                    <a:lnTo>
                      <a:pt x="627" y="233"/>
                    </a:lnTo>
                    <a:lnTo>
                      <a:pt x="627" y="233"/>
                    </a:lnTo>
                    <a:lnTo>
                      <a:pt x="627" y="235"/>
                    </a:lnTo>
                    <a:lnTo>
                      <a:pt x="627" y="235"/>
                    </a:lnTo>
                    <a:lnTo>
                      <a:pt x="627" y="235"/>
                    </a:lnTo>
                    <a:lnTo>
                      <a:pt x="627" y="235"/>
                    </a:lnTo>
                    <a:lnTo>
                      <a:pt x="625" y="235"/>
                    </a:lnTo>
                    <a:lnTo>
                      <a:pt x="625" y="235"/>
                    </a:lnTo>
                    <a:lnTo>
                      <a:pt x="625" y="235"/>
                    </a:lnTo>
                    <a:lnTo>
                      <a:pt x="625" y="235"/>
                    </a:lnTo>
                    <a:lnTo>
                      <a:pt x="625" y="235"/>
                    </a:lnTo>
                    <a:lnTo>
                      <a:pt x="622" y="235"/>
                    </a:lnTo>
                    <a:lnTo>
                      <a:pt x="622" y="237"/>
                    </a:lnTo>
                    <a:lnTo>
                      <a:pt x="622" y="237"/>
                    </a:lnTo>
                    <a:lnTo>
                      <a:pt x="620" y="237"/>
                    </a:lnTo>
                    <a:lnTo>
                      <a:pt x="620" y="237"/>
                    </a:lnTo>
                    <a:lnTo>
                      <a:pt x="620" y="237"/>
                    </a:lnTo>
                    <a:lnTo>
                      <a:pt x="620" y="237"/>
                    </a:lnTo>
                    <a:lnTo>
                      <a:pt x="620" y="240"/>
                    </a:lnTo>
                    <a:lnTo>
                      <a:pt x="620" y="240"/>
                    </a:lnTo>
                    <a:lnTo>
                      <a:pt x="617" y="240"/>
                    </a:lnTo>
                    <a:lnTo>
                      <a:pt x="617" y="240"/>
                    </a:lnTo>
                    <a:lnTo>
                      <a:pt x="617" y="242"/>
                    </a:lnTo>
                    <a:lnTo>
                      <a:pt x="617" y="242"/>
                    </a:lnTo>
                    <a:lnTo>
                      <a:pt x="617" y="242"/>
                    </a:lnTo>
                    <a:lnTo>
                      <a:pt x="617" y="242"/>
                    </a:lnTo>
                    <a:lnTo>
                      <a:pt x="617" y="244"/>
                    </a:lnTo>
                    <a:lnTo>
                      <a:pt x="617" y="244"/>
                    </a:lnTo>
                    <a:lnTo>
                      <a:pt x="617" y="244"/>
                    </a:lnTo>
                    <a:lnTo>
                      <a:pt x="617" y="247"/>
                    </a:lnTo>
                    <a:lnTo>
                      <a:pt x="617" y="247"/>
                    </a:lnTo>
                    <a:lnTo>
                      <a:pt x="617" y="247"/>
                    </a:lnTo>
                    <a:lnTo>
                      <a:pt x="617" y="249"/>
                    </a:lnTo>
                    <a:lnTo>
                      <a:pt x="620" y="249"/>
                    </a:lnTo>
                    <a:lnTo>
                      <a:pt x="620" y="249"/>
                    </a:lnTo>
                    <a:lnTo>
                      <a:pt x="620" y="249"/>
                    </a:lnTo>
                    <a:lnTo>
                      <a:pt x="620" y="252"/>
                    </a:lnTo>
                    <a:lnTo>
                      <a:pt x="620" y="252"/>
                    </a:lnTo>
                    <a:lnTo>
                      <a:pt x="620" y="252"/>
                    </a:lnTo>
                    <a:lnTo>
                      <a:pt x="622" y="252"/>
                    </a:lnTo>
                    <a:lnTo>
                      <a:pt x="622" y="254"/>
                    </a:lnTo>
                    <a:lnTo>
                      <a:pt x="622" y="254"/>
                    </a:lnTo>
                    <a:lnTo>
                      <a:pt x="622" y="254"/>
                    </a:lnTo>
                    <a:lnTo>
                      <a:pt x="622" y="254"/>
                    </a:lnTo>
                    <a:lnTo>
                      <a:pt x="622" y="254"/>
                    </a:lnTo>
                    <a:lnTo>
                      <a:pt x="620" y="254"/>
                    </a:lnTo>
                    <a:lnTo>
                      <a:pt x="620" y="254"/>
                    </a:lnTo>
                    <a:lnTo>
                      <a:pt x="620" y="254"/>
                    </a:lnTo>
                    <a:lnTo>
                      <a:pt x="620" y="254"/>
                    </a:lnTo>
                    <a:lnTo>
                      <a:pt x="617" y="254"/>
                    </a:lnTo>
                    <a:lnTo>
                      <a:pt x="617" y="254"/>
                    </a:lnTo>
                    <a:lnTo>
                      <a:pt x="617" y="254"/>
                    </a:lnTo>
                    <a:lnTo>
                      <a:pt x="617" y="254"/>
                    </a:lnTo>
                    <a:lnTo>
                      <a:pt x="617" y="252"/>
                    </a:lnTo>
                    <a:lnTo>
                      <a:pt x="617" y="252"/>
                    </a:lnTo>
                    <a:lnTo>
                      <a:pt x="615" y="252"/>
                    </a:lnTo>
                    <a:lnTo>
                      <a:pt x="615" y="249"/>
                    </a:lnTo>
                    <a:lnTo>
                      <a:pt x="615" y="249"/>
                    </a:lnTo>
                    <a:lnTo>
                      <a:pt x="615" y="249"/>
                    </a:lnTo>
                    <a:lnTo>
                      <a:pt x="613" y="249"/>
                    </a:lnTo>
                    <a:lnTo>
                      <a:pt x="613" y="247"/>
                    </a:lnTo>
                    <a:lnTo>
                      <a:pt x="613" y="247"/>
                    </a:lnTo>
                    <a:lnTo>
                      <a:pt x="613" y="249"/>
                    </a:lnTo>
                    <a:lnTo>
                      <a:pt x="613" y="249"/>
                    </a:lnTo>
                    <a:lnTo>
                      <a:pt x="610" y="249"/>
                    </a:lnTo>
                    <a:lnTo>
                      <a:pt x="610" y="249"/>
                    </a:lnTo>
                    <a:lnTo>
                      <a:pt x="610" y="249"/>
                    </a:lnTo>
                    <a:lnTo>
                      <a:pt x="608" y="249"/>
                    </a:lnTo>
                    <a:lnTo>
                      <a:pt x="608" y="249"/>
                    </a:lnTo>
                    <a:lnTo>
                      <a:pt x="608" y="249"/>
                    </a:lnTo>
                    <a:lnTo>
                      <a:pt x="606" y="249"/>
                    </a:lnTo>
                    <a:lnTo>
                      <a:pt x="606" y="249"/>
                    </a:lnTo>
                    <a:lnTo>
                      <a:pt x="606" y="249"/>
                    </a:lnTo>
                    <a:lnTo>
                      <a:pt x="603" y="249"/>
                    </a:lnTo>
                    <a:lnTo>
                      <a:pt x="603" y="249"/>
                    </a:lnTo>
                    <a:lnTo>
                      <a:pt x="601" y="249"/>
                    </a:lnTo>
                    <a:lnTo>
                      <a:pt x="601" y="252"/>
                    </a:lnTo>
                    <a:lnTo>
                      <a:pt x="601" y="252"/>
                    </a:lnTo>
                    <a:lnTo>
                      <a:pt x="601" y="252"/>
                    </a:lnTo>
                    <a:lnTo>
                      <a:pt x="601" y="252"/>
                    </a:lnTo>
                    <a:lnTo>
                      <a:pt x="599" y="252"/>
                    </a:lnTo>
                    <a:lnTo>
                      <a:pt x="599" y="252"/>
                    </a:lnTo>
                    <a:lnTo>
                      <a:pt x="599" y="254"/>
                    </a:lnTo>
                    <a:lnTo>
                      <a:pt x="599" y="254"/>
                    </a:lnTo>
                    <a:lnTo>
                      <a:pt x="599" y="254"/>
                    </a:lnTo>
                    <a:lnTo>
                      <a:pt x="596" y="254"/>
                    </a:lnTo>
                    <a:lnTo>
                      <a:pt x="596" y="254"/>
                    </a:lnTo>
                    <a:lnTo>
                      <a:pt x="596" y="256"/>
                    </a:lnTo>
                    <a:lnTo>
                      <a:pt x="596" y="256"/>
                    </a:lnTo>
                    <a:lnTo>
                      <a:pt x="594" y="256"/>
                    </a:lnTo>
                    <a:lnTo>
                      <a:pt x="594" y="256"/>
                    </a:lnTo>
                    <a:lnTo>
                      <a:pt x="594" y="256"/>
                    </a:lnTo>
                    <a:lnTo>
                      <a:pt x="594" y="256"/>
                    </a:lnTo>
                    <a:lnTo>
                      <a:pt x="594" y="259"/>
                    </a:lnTo>
                    <a:lnTo>
                      <a:pt x="591" y="259"/>
                    </a:lnTo>
                    <a:lnTo>
                      <a:pt x="591" y="259"/>
                    </a:lnTo>
                    <a:lnTo>
                      <a:pt x="591" y="261"/>
                    </a:lnTo>
                    <a:lnTo>
                      <a:pt x="591" y="261"/>
                    </a:lnTo>
                    <a:lnTo>
                      <a:pt x="591" y="261"/>
                    </a:lnTo>
                    <a:lnTo>
                      <a:pt x="589" y="261"/>
                    </a:lnTo>
                    <a:lnTo>
                      <a:pt x="589" y="261"/>
                    </a:lnTo>
                    <a:lnTo>
                      <a:pt x="589" y="261"/>
                    </a:lnTo>
                    <a:lnTo>
                      <a:pt x="587" y="261"/>
                    </a:lnTo>
                    <a:lnTo>
                      <a:pt x="587" y="261"/>
                    </a:lnTo>
                    <a:lnTo>
                      <a:pt x="587" y="263"/>
                    </a:lnTo>
                    <a:lnTo>
                      <a:pt x="587" y="263"/>
                    </a:lnTo>
                    <a:lnTo>
                      <a:pt x="587" y="263"/>
                    </a:lnTo>
                    <a:lnTo>
                      <a:pt x="587" y="263"/>
                    </a:lnTo>
                    <a:lnTo>
                      <a:pt x="584" y="263"/>
                    </a:lnTo>
                    <a:lnTo>
                      <a:pt x="584" y="263"/>
                    </a:lnTo>
                    <a:lnTo>
                      <a:pt x="584" y="266"/>
                    </a:lnTo>
                    <a:lnTo>
                      <a:pt x="584" y="266"/>
                    </a:lnTo>
                    <a:lnTo>
                      <a:pt x="582" y="266"/>
                    </a:lnTo>
                    <a:lnTo>
                      <a:pt x="582" y="266"/>
                    </a:lnTo>
                    <a:lnTo>
                      <a:pt x="580" y="266"/>
                    </a:lnTo>
                    <a:lnTo>
                      <a:pt x="580" y="266"/>
                    </a:lnTo>
                    <a:lnTo>
                      <a:pt x="580" y="266"/>
                    </a:lnTo>
                    <a:lnTo>
                      <a:pt x="580" y="266"/>
                    </a:lnTo>
                    <a:lnTo>
                      <a:pt x="580" y="268"/>
                    </a:lnTo>
                    <a:lnTo>
                      <a:pt x="580" y="268"/>
                    </a:lnTo>
                    <a:lnTo>
                      <a:pt x="577" y="268"/>
                    </a:lnTo>
                    <a:lnTo>
                      <a:pt x="577" y="270"/>
                    </a:lnTo>
                    <a:lnTo>
                      <a:pt x="577" y="270"/>
                    </a:lnTo>
                    <a:lnTo>
                      <a:pt x="577" y="270"/>
                    </a:lnTo>
                    <a:lnTo>
                      <a:pt x="577" y="270"/>
                    </a:lnTo>
                    <a:lnTo>
                      <a:pt x="577" y="273"/>
                    </a:lnTo>
                    <a:lnTo>
                      <a:pt x="577" y="273"/>
                    </a:lnTo>
                    <a:lnTo>
                      <a:pt x="577" y="275"/>
                    </a:lnTo>
                    <a:lnTo>
                      <a:pt x="577" y="275"/>
                    </a:lnTo>
                    <a:lnTo>
                      <a:pt x="577" y="275"/>
                    </a:lnTo>
                    <a:lnTo>
                      <a:pt x="580" y="275"/>
                    </a:lnTo>
                    <a:lnTo>
                      <a:pt x="580" y="278"/>
                    </a:lnTo>
                    <a:lnTo>
                      <a:pt x="577" y="278"/>
                    </a:lnTo>
                    <a:lnTo>
                      <a:pt x="577" y="278"/>
                    </a:lnTo>
                    <a:lnTo>
                      <a:pt x="577" y="280"/>
                    </a:lnTo>
                    <a:lnTo>
                      <a:pt x="580" y="280"/>
                    </a:lnTo>
                    <a:lnTo>
                      <a:pt x="580" y="280"/>
                    </a:lnTo>
                    <a:lnTo>
                      <a:pt x="580" y="282"/>
                    </a:lnTo>
                    <a:lnTo>
                      <a:pt x="580" y="282"/>
                    </a:lnTo>
                    <a:lnTo>
                      <a:pt x="577" y="282"/>
                    </a:lnTo>
                    <a:lnTo>
                      <a:pt x="577" y="285"/>
                    </a:lnTo>
                    <a:lnTo>
                      <a:pt x="577" y="285"/>
                    </a:lnTo>
                    <a:lnTo>
                      <a:pt x="575" y="285"/>
                    </a:lnTo>
                    <a:lnTo>
                      <a:pt x="575" y="285"/>
                    </a:lnTo>
                    <a:lnTo>
                      <a:pt x="575" y="285"/>
                    </a:lnTo>
                    <a:lnTo>
                      <a:pt x="575" y="287"/>
                    </a:lnTo>
                    <a:lnTo>
                      <a:pt x="577" y="287"/>
                    </a:lnTo>
                    <a:lnTo>
                      <a:pt x="577" y="287"/>
                    </a:lnTo>
                    <a:lnTo>
                      <a:pt x="577" y="289"/>
                    </a:lnTo>
                    <a:lnTo>
                      <a:pt x="575" y="289"/>
                    </a:lnTo>
                    <a:lnTo>
                      <a:pt x="575" y="289"/>
                    </a:lnTo>
                    <a:lnTo>
                      <a:pt x="575" y="289"/>
                    </a:lnTo>
                    <a:lnTo>
                      <a:pt x="575" y="292"/>
                    </a:lnTo>
                    <a:lnTo>
                      <a:pt x="575" y="292"/>
                    </a:lnTo>
                    <a:lnTo>
                      <a:pt x="575" y="292"/>
                    </a:lnTo>
                    <a:lnTo>
                      <a:pt x="573" y="292"/>
                    </a:lnTo>
                    <a:lnTo>
                      <a:pt x="573" y="294"/>
                    </a:lnTo>
                    <a:lnTo>
                      <a:pt x="573" y="294"/>
                    </a:lnTo>
                    <a:lnTo>
                      <a:pt x="573" y="294"/>
                    </a:lnTo>
                    <a:lnTo>
                      <a:pt x="573" y="294"/>
                    </a:lnTo>
                    <a:lnTo>
                      <a:pt x="573" y="294"/>
                    </a:lnTo>
                    <a:lnTo>
                      <a:pt x="570" y="294"/>
                    </a:lnTo>
                    <a:lnTo>
                      <a:pt x="570" y="294"/>
                    </a:lnTo>
                    <a:lnTo>
                      <a:pt x="570" y="297"/>
                    </a:lnTo>
                    <a:lnTo>
                      <a:pt x="568" y="297"/>
                    </a:lnTo>
                    <a:lnTo>
                      <a:pt x="568" y="297"/>
                    </a:lnTo>
                    <a:lnTo>
                      <a:pt x="568" y="297"/>
                    </a:lnTo>
                    <a:lnTo>
                      <a:pt x="568" y="299"/>
                    </a:lnTo>
                    <a:lnTo>
                      <a:pt x="568" y="299"/>
                    </a:lnTo>
                    <a:lnTo>
                      <a:pt x="568" y="301"/>
                    </a:lnTo>
                    <a:lnTo>
                      <a:pt x="568" y="301"/>
                    </a:lnTo>
                    <a:lnTo>
                      <a:pt x="568" y="301"/>
                    </a:lnTo>
                    <a:lnTo>
                      <a:pt x="568" y="304"/>
                    </a:lnTo>
                    <a:lnTo>
                      <a:pt x="568" y="304"/>
                    </a:lnTo>
                    <a:lnTo>
                      <a:pt x="568" y="304"/>
                    </a:lnTo>
                    <a:lnTo>
                      <a:pt x="568" y="304"/>
                    </a:lnTo>
                    <a:lnTo>
                      <a:pt x="570" y="304"/>
                    </a:lnTo>
                    <a:lnTo>
                      <a:pt x="570" y="304"/>
                    </a:lnTo>
                    <a:lnTo>
                      <a:pt x="570" y="304"/>
                    </a:lnTo>
                    <a:lnTo>
                      <a:pt x="570" y="306"/>
                    </a:lnTo>
                    <a:lnTo>
                      <a:pt x="570" y="306"/>
                    </a:lnTo>
                    <a:lnTo>
                      <a:pt x="570" y="308"/>
                    </a:lnTo>
                    <a:lnTo>
                      <a:pt x="570" y="308"/>
                    </a:lnTo>
                    <a:lnTo>
                      <a:pt x="570" y="308"/>
                    </a:lnTo>
                    <a:lnTo>
                      <a:pt x="570" y="311"/>
                    </a:lnTo>
                    <a:lnTo>
                      <a:pt x="568" y="311"/>
                    </a:lnTo>
                    <a:lnTo>
                      <a:pt x="568" y="311"/>
                    </a:lnTo>
                    <a:lnTo>
                      <a:pt x="568" y="313"/>
                    </a:lnTo>
                    <a:lnTo>
                      <a:pt x="568" y="313"/>
                    </a:lnTo>
                    <a:lnTo>
                      <a:pt x="568" y="313"/>
                    </a:lnTo>
                    <a:lnTo>
                      <a:pt x="568" y="313"/>
                    </a:lnTo>
                    <a:lnTo>
                      <a:pt x="568" y="316"/>
                    </a:lnTo>
                    <a:lnTo>
                      <a:pt x="568" y="316"/>
                    </a:lnTo>
                    <a:lnTo>
                      <a:pt x="565" y="316"/>
                    </a:lnTo>
                    <a:lnTo>
                      <a:pt x="565" y="316"/>
                    </a:lnTo>
                    <a:lnTo>
                      <a:pt x="565" y="318"/>
                    </a:lnTo>
                    <a:lnTo>
                      <a:pt x="565" y="318"/>
                    </a:lnTo>
                    <a:lnTo>
                      <a:pt x="565" y="318"/>
                    </a:lnTo>
                    <a:lnTo>
                      <a:pt x="565" y="318"/>
                    </a:lnTo>
                    <a:lnTo>
                      <a:pt x="565" y="320"/>
                    </a:lnTo>
                    <a:lnTo>
                      <a:pt x="563" y="320"/>
                    </a:lnTo>
                    <a:lnTo>
                      <a:pt x="563" y="320"/>
                    </a:lnTo>
                    <a:lnTo>
                      <a:pt x="563" y="323"/>
                    </a:lnTo>
                    <a:lnTo>
                      <a:pt x="563" y="323"/>
                    </a:lnTo>
                    <a:lnTo>
                      <a:pt x="563" y="323"/>
                    </a:lnTo>
                    <a:lnTo>
                      <a:pt x="563" y="323"/>
                    </a:lnTo>
                    <a:lnTo>
                      <a:pt x="563" y="325"/>
                    </a:lnTo>
                    <a:lnTo>
                      <a:pt x="561" y="325"/>
                    </a:lnTo>
                    <a:lnTo>
                      <a:pt x="561" y="325"/>
                    </a:lnTo>
                    <a:lnTo>
                      <a:pt x="561" y="327"/>
                    </a:lnTo>
                    <a:lnTo>
                      <a:pt x="561" y="327"/>
                    </a:lnTo>
                    <a:lnTo>
                      <a:pt x="561" y="327"/>
                    </a:lnTo>
                    <a:lnTo>
                      <a:pt x="561" y="330"/>
                    </a:lnTo>
                    <a:lnTo>
                      <a:pt x="561" y="330"/>
                    </a:lnTo>
                    <a:lnTo>
                      <a:pt x="561" y="330"/>
                    </a:lnTo>
                    <a:lnTo>
                      <a:pt x="561" y="332"/>
                    </a:lnTo>
                    <a:lnTo>
                      <a:pt x="561" y="332"/>
                    </a:lnTo>
                    <a:lnTo>
                      <a:pt x="558" y="332"/>
                    </a:lnTo>
                    <a:lnTo>
                      <a:pt x="558" y="334"/>
                    </a:lnTo>
                    <a:lnTo>
                      <a:pt x="558" y="334"/>
                    </a:lnTo>
                    <a:lnTo>
                      <a:pt x="558" y="334"/>
                    </a:lnTo>
                    <a:lnTo>
                      <a:pt x="558" y="334"/>
                    </a:lnTo>
                    <a:lnTo>
                      <a:pt x="558" y="337"/>
                    </a:lnTo>
                    <a:lnTo>
                      <a:pt x="558" y="337"/>
                    </a:lnTo>
                    <a:lnTo>
                      <a:pt x="558" y="337"/>
                    </a:lnTo>
                    <a:lnTo>
                      <a:pt x="558" y="337"/>
                    </a:lnTo>
                    <a:lnTo>
                      <a:pt x="556" y="337"/>
                    </a:lnTo>
                    <a:lnTo>
                      <a:pt x="556" y="337"/>
                    </a:lnTo>
                    <a:lnTo>
                      <a:pt x="556" y="334"/>
                    </a:lnTo>
                    <a:lnTo>
                      <a:pt x="554" y="334"/>
                    </a:lnTo>
                    <a:lnTo>
                      <a:pt x="554" y="334"/>
                    </a:lnTo>
                    <a:lnTo>
                      <a:pt x="554" y="334"/>
                    </a:lnTo>
                    <a:lnTo>
                      <a:pt x="554" y="334"/>
                    </a:lnTo>
                    <a:lnTo>
                      <a:pt x="551" y="334"/>
                    </a:lnTo>
                    <a:lnTo>
                      <a:pt x="551" y="334"/>
                    </a:lnTo>
                    <a:lnTo>
                      <a:pt x="551" y="334"/>
                    </a:lnTo>
                    <a:lnTo>
                      <a:pt x="551" y="334"/>
                    </a:lnTo>
                    <a:lnTo>
                      <a:pt x="551" y="334"/>
                    </a:lnTo>
                    <a:lnTo>
                      <a:pt x="551" y="334"/>
                    </a:lnTo>
                    <a:lnTo>
                      <a:pt x="549" y="334"/>
                    </a:lnTo>
                    <a:lnTo>
                      <a:pt x="549" y="334"/>
                    </a:lnTo>
                    <a:lnTo>
                      <a:pt x="546" y="334"/>
                    </a:lnTo>
                    <a:lnTo>
                      <a:pt x="546" y="334"/>
                    </a:lnTo>
                    <a:lnTo>
                      <a:pt x="546" y="334"/>
                    </a:lnTo>
                    <a:lnTo>
                      <a:pt x="546" y="334"/>
                    </a:lnTo>
                    <a:lnTo>
                      <a:pt x="544" y="334"/>
                    </a:lnTo>
                    <a:lnTo>
                      <a:pt x="544" y="334"/>
                    </a:lnTo>
                    <a:lnTo>
                      <a:pt x="544" y="334"/>
                    </a:lnTo>
                    <a:lnTo>
                      <a:pt x="544" y="334"/>
                    </a:lnTo>
                    <a:lnTo>
                      <a:pt x="544" y="332"/>
                    </a:lnTo>
                    <a:lnTo>
                      <a:pt x="542" y="332"/>
                    </a:lnTo>
                    <a:lnTo>
                      <a:pt x="542" y="332"/>
                    </a:lnTo>
                    <a:lnTo>
                      <a:pt x="542" y="332"/>
                    </a:lnTo>
                    <a:lnTo>
                      <a:pt x="539" y="332"/>
                    </a:lnTo>
                    <a:lnTo>
                      <a:pt x="539" y="332"/>
                    </a:lnTo>
                    <a:lnTo>
                      <a:pt x="539" y="334"/>
                    </a:lnTo>
                    <a:lnTo>
                      <a:pt x="539" y="334"/>
                    </a:lnTo>
                    <a:lnTo>
                      <a:pt x="539" y="334"/>
                    </a:lnTo>
                    <a:lnTo>
                      <a:pt x="542" y="334"/>
                    </a:lnTo>
                    <a:lnTo>
                      <a:pt x="542" y="337"/>
                    </a:lnTo>
                    <a:lnTo>
                      <a:pt x="542" y="337"/>
                    </a:lnTo>
                    <a:lnTo>
                      <a:pt x="542" y="339"/>
                    </a:lnTo>
                    <a:lnTo>
                      <a:pt x="542" y="339"/>
                    </a:lnTo>
                    <a:lnTo>
                      <a:pt x="542" y="339"/>
                    </a:lnTo>
                    <a:lnTo>
                      <a:pt x="542" y="342"/>
                    </a:lnTo>
                    <a:lnTo>
                      <a:pt x="542" y="342"/>
                    </a:lnTo>
                    <a:lnTo>
                      <a:pt x="542" y="344"/>
                    </a:lnTo>
                    <a:lnTo>
                      <a:pt x="542" y="344"/>
                    </a:lnTo>
                    <a:lnTo>
                      <a:pt x="542" y="344"/>
                    </a:lnTo>
                    <a:lnTo>
                      <a:pt x="542" y="346"/>
                    </a:lnTo>
                    <a:lnTo>
                      <a:pt x="542" y="346"/>
                    </a:lnTo>
                    <a:lnTo>
                      <a:pt x="542" y="346"/>
                    </a:lnTo>
                    <a:lnTo>
                      <a:pt x="542" y="349"/>
                    </a:lnTo>
                    <a:lnTo>
                      <a:pt x="542" y="349"/>
                    </a:lnTo>
                    <a:lnTo>
                      <a:pt x="542" y="351"/>
                    </a:lnTo>
                    <a:lnTo>
                      <a:pt x="542" y="351"/>
                    </a:lnTo>
                    <a:lnTo>
                      <a:pt x="542" y="353"/>
                    </a:lnTo>
                    <a:lnTo>
                      <a:pt x="542" y="353"/>
                    </a:lnTo>
                    <a:lnTo>
                      <a:pt x="542" y="353"/>
                    </a:lnTo>
                    <a:lnTo>
                      <a:pt x="542" y="356"/>
                    </a:lnTo>
                    <a:lnTo>
                      <a:pt x="542" y="356"/>
                    </a:lnTo>
                    <a:lnTo>
                      <a:pt x="539" y="356"/>
                    </a:lnTo>
                    <a:lnTo>
                      <a:pt x="539" y="358"/>
                    </a:lnTo>
                    <a:lnTo>
                      <a:pt x="539" y="358"/>
                    </a:lnTo>
                    <a:lnTo>
                      <a:pt x="539" y="358"/>
                    </a:lnTo>
                    <a:lnTo>
                      <a:pt x="539" y="358"/>
                    </a:lnTo>
                    <a:lnTo>
                      <a:pt x="537" y="358"/>
                    </a:lnTo>
                    <a:lnTo>
                      <a:pt x="537" y="358"/>
                    </a:lnTo>
                    <a:lnTo>
                      <a:pt x="537" y="358"/>
                    </a:lnTo>
                    <a:lnTo>
                      <a:pt x="535" y="358"/>
                    </a:lnTo>
                    <a:lnTo>
                      <a:pt x="535" y="358"/>
                    </a:lnTo>
                    <a:lnTo>
                      <a:pt x="535" y="361"/>
                    </a:lnTo>
                    <a:lnTo>
                      <a:pt x="535" y="361"/>
                    </a:lnTo>
                    <a:lnTo>
                      <a:pt x="535" y="363"/>
                    </a:lnTo>
                    <a:lnTo>
                      <a:pt x="535" y="363"/>
                    </a:lnTo>
                    <a:lnTo>
                      <a:pt x="535" y="363"/>
                    </a:lnTo>
                    <a:lnTo>
                      <a:pt x="535" y="363"/>
                    </a:lnTo>
                    <a:lnTo>
                      <a:pt x="535" y="365"/>
                    </a:lnTo>
                    <a:lnTo>
                      <a:pt x="535" y="365"/>
                    </a:lnTo>
                    <a:lnTo>
                      <a:pt x="535" y="368"/>
                    </a:lnTo>
                    <a:lnTo>
                      <a:pt x="535" y="368"/>
                    </a:lnTo>
                    <a:lnTo>
                      <a:pt x="535" y="368"/>
                    </a:lnTo>
                    <a:lnTo>
                      <a:pt x="535" y="370"/>
                    </a:lnTo>
                    <a:lnTo>
                      <a:pt x="535" y="370"/>
                    </a:lnTo>
                    <a:lnTo>
                      <a:pt x="535" y="372"/>
                    </a:lnTo>
                    <a:lnTo>
                      <a:pt x="535" y="372"/>
                    </a:lnTo>
                    <a:lnTo>
                      <a:pt x="537" y="372"/>
                    </a:lnTo>
                    <a:lnTo>
                      <a:pt x="537" y="372"/>
                    </a:lnTo>
                    <a:lnTo>
                      <a:pt x="537" y="375"/>
                    </a:lnTo>
                    <a:lnTo>
                      <a:pt x="537" y="375"/>
                    </a:lnTo>
                    <a:lnTo>
                      <a:pt x="537" y="375"/>
                    </a:lnTo>
                    <a:lnTo>
                      <a:pt x="537" y="377"/>
                    </a:lnTo>
                    <a:lnTo>
                      <a:pt x="537" y="377"/>
                    </a:lnTo>
                    <a:lnTo>
                      <a:pt x="537" y="377"/>
                    </a:lnTo>
                    <a:lnTo>
                      <a:pt x="537" y="380"/>
                    </a:lnTo>
                    <a:lnTo>
                      <a:pt x="537" y="380"/>
                    </a:lnTo>
                    <a:lnTo>
                      <a:pt x="535" y="380"/>
                    </a:lnTo>
                    <a:lnTo>
                      <a:pt x="535" y="380"/>
                    </a:lnTo>
                    <a:lnTo>
                      <a:pt x="535" y="380"/>
                    </a:lnTo>
                    <a:lnTo>
                      <a:pt x="535" y="380"/>
                    </a:lnTo>
                    <a:lnTo>
                      <a:pt x="535" y="380"/>
                    </a:lnTo>
                    <a:lnTo>
                      <a:pt x="535" y="382"/>
                    </a:lnTo>
                    <a:lnTo>
                      <a:pt x="535" y="382"/>
                    </a:lnTo>
                    <a:lnTo>
                      <a:pt x="532" y="382"/>
                    </a:lnTo>
                    <a:lnTo>
                      <a:pt x="532" y="382"/>
                    </a:lnTo>
                    <a:lnTo>
                      <a:pt x="532" y="384"/>
                    </a:lnTo>
                    <a:lnTo>
                      <a:pt x="532" y="384"/>
                    </a:lnTo>
                    <a:lnTo>
                      <a:pt x="532" y="384"/>
                    </a:lnTo>
                    <a:lnTo>
                      <a:pt x="530" y="384"/>
                    </a:lnTo>
                    <a:lnTo>
                      <a:pt x="530" y="382"/>
                    </a:lnTo>
                    <a:lnTo>
                      <a:pt x="530" y="382"/>
                    </a:lnTo>
                    <a:lnTo>
                      <a:pt x="530" y="382"/>
                    </a:lnTo>
                    <a:lnTo>
                      <a:pt x="528" y="382"/>
                    </a:lnTo>
                    <a:lnTo>
                      <a:pt x="528" y="382"/>
                    </a:lnTo>
                    <a:lnTo>
                      <a:pt x="528" y="382"/>
                    </a:lnTo>
                    <a:lnTo>
                      <a:pt x="528" y="382"/>
                    </a:lnTo>
                    <a:lnTo>
                      <a:pt x="528" y="382"/>
                    </a:lnTo>
                    <a:lnTo>
                      <a:pt x="525" y="382"/>
                    </a:lnTo>
                    <a:lnTo>
                      <a:pt x="525" y="382"/>
                    </a:lnTo>
                    <a:lnTo>
                      <a:pt x="525" y="384"/>
                    </a:lnTo>
                    <a:lnTo>
                      <a:pt x="525" y="384"/>
                    </a:lnTo>
                    <a:lnTo>
                      <a:pt x="525" y="384"/>
                    </a:lnTo>
                    <a:lnTo>
                      <a:pt x="525" y="382"/>
                    </a:lnTo>
                    <a:lnTo>
                      <a:pt x="525" y="382"/>
                    </a:lnTo>
                    <a:lnTo>
                      <a:pt x="525" y="382"/>
                    </a:lnTo>
                    <a:lnTo>
                      <a:pt x="525" y="380"/>
                    </a:lnTo>
                    <a:lnTo>
                      <a:pt x="525" y="380"/>
                    </a:lnTo>
                    <a:lnTo>
                      <a:pt x="525" y="377"/>
                    </a:lnTo>
                    <a:lnTo>
                      <a:pt x="525" y="377"/>
                    </a:lnTo>
                    <a:lnTo>
                      <a:pt x="525" y="375"/>
                    </a:lnTo>
                    <a:lnTo>
                      <a:pt x="523" y="375"/>
                    </a:lnTo>
                    <a:lnTo>
                      <a:pt x="523" y="375"/>
                    </a:lnTo>
                    <a:lnTo>
                      <a:pt x="523" y="372"/>
                    </a:lnTo>
                    <a:lnTo>
                      <a:pt x="523" y="372"/>
                    </a:lnTo>
                    <a:lnTo>
                      <a:pt x="523" y="372"/>
                    </a:lnTo>
                    <a:lnTo>
                      <a:pt x="523" y="370"/>
                    </a:lnTo>
                    <a:lnTo>
                      <a:pt x="523" y="370"/>
                    </a:lnTo>
                    <a:lnTo>
                      <a:pt x="523" y="370"/>
                    </a:lnTo>
                    <a:lnTo>
                      <a:pt x="523" y="368"/>
                    </a:lnTo>
                    <a:lnTo>
                      <a:pt x="523" y="368"/>
                    </a:lnTo>
                    <a:lnTo>
                      <a:pt x="523" y="365"/>
                    </a:lnTo>
                    <a:lnTo>
                      <a:pt x="523" y="365"/>
                    </a:lnTo>
                    <a:lnTo>
                      <a:pt x="520" y="365"/>
                    </a:lnTo>
                    <a:lnTo>
                      <a:pt x="520" y="363"/>
                    </a:lnTo>
                    <a:lnTo>
                      <a:pt x="520" y="363"/>
                    </a:lnTo>
                    <a:lnTo>
                      <a:pt x="520" y="363"/>
                    </a:lnTo>
                    <a:lnTo>
                      <a:pt x="520" y="363"/>
                    </a:lnTo>
                    <a:lnTo>
                      <a:pt x="520" y="361"/>
                    </a:lnTo>
                    <a:lnTo>
                      <a:pt x="520" y="361"/>
                    </a:lnTo>
                    <a:lnTo>
                      <a:pt x="520" y="361"/>
                    </a:lnTo>
                    <a:lnTo>
                      <a:pt x="520" y="358"/>
                    </a:lnTo>
                    <a:lnTo>
                      <a:pt x="520" y="358"/>
                    </a:lnTo>
                    <a:lnTo>
                      <a:pt x="520" y="356"/>
                    </a:lnTo>
                    <a:lnTo>
                      <a:pt x="520" y="356"/>
                    </a:lnTo>
                    <a:lnTo>
                      <a:pt x="518" y="356"/>
                    </a:lnTo>
                    <a:lnTo>
                      <a:pt x="518" y="353"/>
                    </a:lnTo>
                    <a:lnTo>
                      <a:pt x="518" y="353"/>
                    </a:lnTo>
                    <a:lnTo>
                      <a:pt x="518" y="353"/>
                    </a:lnTo>
                    <a:lnTo>
                      <a:pt x="520" y="353"/>
                    </a:lnTo>
                    <a:lnTo>
                      <a:pt x="520" y="351"/>
                    </a:lnTo>
                    <a:lnTo>
                      <a:pt x="520" y="351"/>
                    </a:lnTo>
                    <a:lnTo>
                      <a:pt x="520" y="349"/>
                    </a:lnTo>
                    <a:lnTo>
                      <a:pt x="518" y="349"/>
                    </a:lnTo>
                    <a:lnTo>
                      <a:pt x="518" y="349"/>
                    </a:lnTo>
                    <a:lnTo>
                      <a:pt x="518" y="346"/>
                    </a:lnTo>
                    <a:lnTo>
                      <a:pt x="518" y="346"/>
                    </a:lnTo>
                    <a:lnTo>
                      <a:pt x="518" y="344"/>
                    </a:lnTo>
                    <a:lnTo>
                      <a:pt x="518" y="344"/>
                    </a:lnTo>
                    <a:lnTo>
                      <a:pt x="518" y="344"/>
                    </a:lnTo>
                    <a:lnTo>
                      <a:pt x="518" y="344"/>
                    </a:lnTo>
                    <a:lnTo>
                      <a:pt x="518" y="344"/>
                    </a:lnTo>
                    <a:lnTo>
                      <a:pt x="518" y="34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5" name="Freeform 160"/>
              <p:cNvSpPr>
                <a:spLocks/>
              </p:cNvSpPr>
              <p:nvPr/>
            </p:nvSpPr>
            <p:spPr bwMode="auto">
              <a:xfrm>
                <a:off x="2294" y="1812"/>
                <a:ext cx="627" cy="740"/>
              </a:xfrm>
              <a:custGeom>
                <a:avLst/>
                <a:gdLst/>
                <a:ahLst/>
                <a:cxnLst>
                  <a:cxn ang="0">
                    <a:pos x="494" y="344"/>
                  </a:cxn>
                  <a:cxn ang="0">
                    <a:pos x="520" y="306"/>
                  </a:cxn>
                  <a:cxn ang="0">
                    <a:pos x="466" y="297"/>
                  </a:cxn>
                  <a:cxn ang="0">
                    <a:pos x="442" y="275"/>
                  </a:cxn>
                  <a:cxn ang="0">
                    <a:pos x="440" y="294"/>
                  </a:cxn>
                  <a:cxn ang="0">
                    <a:pos x="435" y="325"/>
                  </a:cxn>
                  <a:cxn ang="0">
                    <a:pos x="447" y="370"/>
                  </a:cxn>
                  <a:cxn ang="0">
                    <a:pos x="433" y="396"/>
                  </a:cxn>
                  <a:cxn ang="0">
                    <a:pos x="404" y="415"/>
                  </a:cxn>
                  <a:cxn ang="0">
                    <a:pos x="367" y="448"/>
                  </a:cxn>
                  <a:cxn ang="0">
                    <a:pos x="331" y="489"/>
                  </a:cxn>
                  <a:cxn ang="0">
                    <a:pos x="298" y="526"/>
                  </a:cxn>
                  <a:cxn ang="0">
                    <a:pos x="260" y="545"/>
                  </a:cxn>
                  <a:cxn ang="0">
                    <a:pos x="260" y="612"/>
                  </a:cxn>
                  <a:cxn ang="0">
                    <a:pos x="251" y="676"/>
                  </a:cxn>
                  <a:cxn ang="0">
                    <a:pos x="239" y="709"/>
                  </a:cxn>
                  <a:cxn ang="0">
                    <a:pos x="201" y="740"/>
                  </a:cxn>
                  <a:cxn ang="0">
                    <a:pos x="173" y="690"/>
                  </a:cxn>
                  <a:cxn ang="0">
                    <a:pos x="149" y="633"/>
                  </a:cxn>
                  <a:cxn ang="0">
                    <a:pos x="132" y="574"/>
                  </a:cxn>
                  <a:cxn ang="0">
                    <a:pos x="111" y="526"/>
                  </a:cxn>
                  <a:cxn ang="0">
                    <a:pos x="101" y="465"/>
                  </a:cxn>
                  <a:cxn ang="0">
                    <a:pos x="94" y="406"/>
                  </a:cxn>
                  <a:cxn ang="0">
                    <a:pos x="85" y="403"/>
                  </a:cxn>
                  <a:cxn ang="0">
                    <a:pos x="38" y="406"/>
                  </a:cxn>
                  <a:cxn ang="0">
                    <a:pos x="28" y="372"/>
                  </a:cxn>
                  <a:cxn ang="0">
                    <a:pos x="19" y="363"/>
                  </a:cxn>
                  <a:cxn ang="0">
                    <a:pos x="7" y="332"/>
                  </a:cxn>
                  <a:cxn ang="0">
                    <a:pos x="52" y="327"/>
                  </a:cxn>
                  <a:cxn ang="0">
                    <a:pos x="45" y="287"/>
                  </a:cxn>
                  <a:cxn ang="0">
                    <a:pos x="40" y="242"/>
                  </a:cxn>
                  <a:cxn ang="0">
                    <a:pos x="83" y="225"/>
                  </a:cxn>
                  <a:cxn ang="0">
                    <a:pos x="113" y="183"/>
                  </a:cxn>
                  <a:cxn ang="0">
                    <a:pos x="137" y="140"/>
                  </a:cxn>
                  <a:cxn ang="0">
                    <a:pos x="139" y="112"/>
                  </a:cxn>
                  <a:cxn ang="0">
                    <a:pos x="113" y="67"/>
                  </a:cxn>
                  <a:cxn ang="0">
                    <a:pos x="104" y="34"/>
                  </a:cxn>
                  <a:cxn ang="0">
                    <a:pos x="120" y="7"/>
                  </a:cxn>
                  <a:cxn ang="0">
                    <a:pos x="161" y="10"/>
                  </a:cxn>
                  <a:cxn ang="0">
                    <a:pos x="191" y="38"/>
                  </a:cxn>
                  <a:cxn ang="0">
                    <a:pos x="239" y="29"/>
                  </a:cxn>
                  <a:cxn ang="0">
                    <a:pos x="253" y="62"/>
                  </a:cxn>
                  <a:cxn ang="0">
                    <a:pos x="234" y="97"/>
                  </a:cxn>
                  <a:cxn ang="0">
                    <a:pos x="220" y="116"/>
                  </a:cxn>
                  <a:cxn ang="0">
                    <a:pos x="241" y="152"/>
                  </a:cxn>
                  <a:cxn ang="0">
                    <a:pos x="272" y="178"/>
                  </a:cxn>
                  <a:cxn ang="0">
                    <a:pos x="267" y="216"/>
                  </a:cxn>
                  <a:cxn ang="0">
                    <a:pos x="312" y="240"/>
                  </a:cxn>
                  <a:cxn ang="0">
                    <a:pos x="357" y="256"/>
                  </a:cxn>
                  <a:cxn ang="0">
                    <a:pos x="400" y="270"/>
                  </a:cxn>
                  <a:cxn ang="0">
                    <a:pos x="426" y="249"/>
                  </a:cxn>
                  <a:cxn ang="0">
                    <a:pos x="438" y="230"/>
                  </a:cxn>
                  <a:cxn ang="0">
                    <a:pos x="459" y="263"/>
                  </a:cxn>
                  <a:cxn ang="0">
                    <a:pos x="511" y="261"/>
                  </a:cxn>
                  <a:cxn ang="0">
                    <a:pos x="525" y="233"/>
                  </a:cxn>
                  <a:cxn ang="0">
                    <a:pos x="563" y="202"/>
                  </a:cxn>
                  <a:cxn ang="0">
                    <a:pos x="603" y="202"/>
                  </a:cxn>
                  <a:cxn ang="0">
                    <a:pos x="622" y="223"/>
                  </a:cxn>
                  <a:cxn ang="0">
                    <a:pos x="613" y="249"/>
                  </a:cxn>
                  <a:cxn ang="0">
                    <a:pos x="577" y="285"/>
                  </a:cxn>
                  <a:cxn ang="0">
                    <a:pos x="558" y="334"/>
                  </a:cxn>
                  <a:cxn ang="0">
                    <a:pos x="535" y="363"/>
                  </a:cxn>
                  <a:cxn ang="0">
                    <a:pos x="518" y="356"/>
                  </a:cxn>
                </a:cxnLst>
                <a:rect l="0" t="0" r="r" b="b"/>
                <a:pathLst>
                  <a:path w="627" h="740">
                    <a:moveTo>
                      <a:pt x="518" y="342"/>
                    </a:moveTo>
                    <a:lnTo>
                      <a:pt x="516" y="342"/>
                    </a:lnTo>
                    <a:lnTo>
                      <a:pt x="516" y="342"/>
                    </a:lnTo>
                    <a:lnTo>
                      <a:pt x="516" y="342"/>
                    </a:lnTo>
                    <a:lnTo>
                      <a:pt x="513" y="342"/>
                    </a:lnTo>
                    <a:lnTo>
                      <a:pt x="513" y="342"/>
                    </a:lnTo>
                    <a:lnTo>
                      <a:pt x="513" y="342"/>
                    </a:lnTo>
                    <a:lnTo>
                      <a:pt x="513" y="344"/>
                    </a:lnTo>
                    <a:lnTo>
                      <a:pt x="513" y="344"/>
                    </a:lnTo>
                    <a:lnTo>
                      <a:pt x="513" y="342"/>
                    </a:lnTo>
                    <a:lnTo>
                      <a:pt x="511" y="342"/>
                    </a:lnTo>
                    <a:lnTo>
                      <a:pt x="511" y="342"/>
                    </a:lnTo>
                    <a:lnTo>
                      <a:pt x="511" y="342"/>
                    </a:lnTo>
                    <a:lnTo>
                      <a:pt x="511" y="342"/>
                    </a:lnTo>
                    <a:lnTo>
                      <a:pt x="511" y="344"/>
                    </a:lnTo>
                    <a:lnTo>
                      <a:pt x="511" y="344"/>
                    </a:lnTo>
                    <a:lnTo>
                      <a:pt x="511" y="344"/>
                    </a:lnTo>
                    <a:lnTo>
                      <a:pt x="511" y="346"/>
                    </a:lnTo>
                    <a:lnTo>
                      <a:pt x="511" y="346"/>
                    </a:lnTo>
                    <a:lnTo>
                      <a:pt x="511" y="346"/>
                    </a:lnTo>
                    <a:lnTo>
                      <a:pt x="511" y="349"/>
                    </a:lnTo>
                    <a:lnTo>
                      <a:pt x="509" y="349"/>
                    </a:lnTo>
                    <a:lnTo>
                      <a:pt x="509" y="349"/>
                    </a:lnTo>
                    <a:lnTo>
                      <a:pt x="509" y="349"/>
                    </a:lnTo>
                    <a:lnTo>
                      <a:pt x="509" y="351"/>
                    </a:lnTo>
                    <a:lnTo>
                      <a:pt x="506" y="351"/>
                    </a:lnTo>
                    <a:lnTo>
                      <a:pt x="506" y="351"/>
                    </a:lnTo>
                    <a:lnTo>
                      <a:pt x="506" y="353"/>
                    </a:lnTo>
                    <a:lnTo>
                      <a:pt x="506" y="353"/>
                    </a:lnTo>
                    <a:lnTo>
                      <a:pt x="506" y="353"/>
                    </a:lnTo>
                    <a:lnTo>
                      <a:pt x="506" y="356"/>
                    </a:lnTo>
                    <a:lnTo>
                      <a:pt x="509" y="356"/>
                    </a:lnTo>
                    <a:lnTo>
                      <a:pt x="509" y="356"/>
                    </a:lnTo>
                    <a:lnTo>
                      <a:pt x="506" y="356"/>
                    </a:lnTo>
                    <a:lnTo>
                      <a:pt x="506" y="358"/>
                    </a:lnTo>
                    <a:lnTo>
                      <a:pt x="506" y="358"/>
                    </a:lnTo>
                    <a:lnTo>
                      <a:pt x="506" y="358"/>
                    </a:lnTo>
                    <a:lnTo>
                      <a:pt x="506" y="358"/>
                    </a:lnTo>
                    <a:lnTo>
                      <a:pt x="506" y="361"/>
                    </a:lnTo>
                    <a:lnTo>
                      <a:pt x="504" y="361"/>
                    </a:lnTo>
                    <a:lnTo>
                      <a:pt x="504" y="361"/>
                    </a:lnTo>
                    <a:lnTo>
                      <a:pt x="502" y="361"/>
                    </a:lnTo>
                    <a:lnTo>
                      <a:pt x="502" y="361"/>
                    </a:lnTo>
                    <a:lnTo>
                      <a:pt x="502" y="358"/>
                    </a:lnTo>
                    <a:lnTo>
                      <a:pt x="502" y="358"/>
                    </a:lnTo>
                    <a:lnTo>
                      <a:pt x="502" y="356"/>
                    </a:lnTo>
                    <a:lnTo>
                      <a:pt x="502" y="356"/>
                    </a:lnTo>
                    <a:lnTo>
                      <a:pt x="502" y="356"/>
                    </a:lnTo>
                    <a:lnTo>
                      <a:pt x="502" y="353"/>
                    </a:lnTo>
                    <a:lnTo>
                      <a:pt x="502" y="353"/>
                    </a:lnTo>
                    <a:lnTo>
                      <a:pt x="499" y="353"/>
                    </a:lnTo>
                    <a:lnTo>
                      <a:pt x="499" y="353"/>
                    </a:lnTo>
                    <a:lnTo>
                      <a:pt x="499" y="353"/>
                    </a:lnTo>
                    <a:lnTo>
                      <a:pt x="499" y="353"/>
                    </a:lnTo>
                    <a:lnTo>
                      <a:pt x="499" y="353"/>
                    </a:lnTo>
                    <a:lnTo>
                      <a:pt x="499" y="353"/>
                    </a:lnTo>
                    <a:lnTo>
                      <a:pt x="499" y="356"/>
                    </a:lnTo>
                    <a:lnTo>
                      <a:pt x="499" y="356"/>
                    </a:lnTo>
                    <a:lnTo>
                      <a:pt x="499" y="356"/>
                    </a:lnTo>
                    <a:lnTo>
                      <a:pt x="499" y="356"/>
                    </a:lnTo>
                    <a:lnTo>
                      <a:pt x="497" y="356"/>
                    </a:lnTo>
                    <a:lnTo>
                      <a:pt x="497" y="356"/>
                    </a:lnTo>
                    <a:lnTo>
                      <a:pt x="497" y="353"/>
                    </a:lnTo>
                    <a:lnTo>
                      <a:pt x="497" y="353"/>
                    </a:lnTo>
                    <a:lnTo>
                      <a:pt x="497" y="353"/>
                    </a:lnTo>
                    <a:lnTo>
                      <a:pt x="497" y="353"/>
                    </a:lnTo>
                    <a:lnTo>
                      <a:pt x="497" y="351"/>
                    </a:lnTo>
                    <a:lnTo>
                      <a:pt x="497" y="351"/>
                    </a:lnTo>
                    <a:lnTo>
                      <a:pt x="497" y="349"/>
                    </a:lnTo>
                    <a:lnTo>
                      <a:pt x="497" y="349"/>
                    </a:lnTo>
                    <a:lnTo>
                      <a:pt x="494" y="349"/>
                    </a:lnTo>
                    <a:lnTo>
                      <a:pt x="494" y="346"/>
                    </a:lnTo>
                    <a:lnTo>
                      <a:pt x="494" y="346"/>
                    </a:lnTo>
                    <a:lnTo>
                      <a:pt x="494" y="346"/>
                    </a:lnTo>
                    <a:lnTo>
                      <a:pt x="494" y="344"/>
                    </a:lnTo>
                    <a:lnTo>
                      <a:pt x="494" y="344"/>
                    </a:lnTo>
                    <a:lnTo>
                      <a:pt x="494" y="344"/>
                    </a:lnTo>
                    <a:lnTo>
                      <a:pt x="494" y="344"/>
                    </a:lnTo>
                    <a:lnTo>
                      <a:pt x="494" y="342"/>
                    </a:lnTo>
                    <a:lnTo>
                      <a:pt x="494" y="342"/>
                    </a:lnTo>
                    <a:lnTo>
                      <a:pt x="494" y="342"/>
                    </a:lnTo>
                    <a:lnTo>
                      <a:pt x="494" y="342"/>
                    </a:lnTo>
                    <a:lnTo>
                      <a:pt x="494" y="339"/>
                    </a:lnTo>
                    <a:lnTo>
                      <a:pt x="494" y="339"/>
                    </a:lnTo>
                    <a:lnTo>
                      <a:pt x="494" y="339"/>
                    </a:lnTo>
                    <a:lnTo>
                      <a:pt x="494" y="339"/>
                    </a:lnTo>
                    <a:lnTo>
                      <a:pt x="494" y="337"/>
                    </a:lnTo>
                    <a:lnTo>
                      <a:pt x="494" y="337"/>
                    </a:lnTo>
                    <a:lnTo>
                      <a:pt x="494" y="334"/>
                    </a:lnTo>
                    <a:lnTo>
                      <a:pt x="494" y="334"/>
                    </a:lnTo>
                    <a:lnTo>
                      <a:pt x="497" y="334"/>
                    </a:lnTo>
                    <a:lnTo>
                      <a:pt x="497" y="334"/>
                    </a:lnTo>
                    <a:lnTo>
                      <a:pt x="497" y="334"/>
                    </a:lnTo>
                    <a:lnTo>
                      <a:pt x="499" y="334"/>
                    </a:lnTo>
                    <a:lnTo>
                      <a:pt x="499" y="332"/>
                    </a:lnTo>
                    <a:lnTo>
                      <a:pt x="499" y="332"/>
                    </a:lnTo>
                    <a:lnTo>
                      <a:pt x="499" y="332"/>
                    </a:lnTo>
                    <a:lnTo>
                      <a:pt x="499" y="330"/>
                    </a:lnTo>
                    <a:lnTo>
                      <a:pt x="499" y="330"/>
                    </a:lnTo>
                    <a:lnTo>
                      <a:pt x="502" y="330"/>
                    </a:lnTo>
                    <a:lnTo>
                      <a:pt x="502" y="332"/>
                    </a:lnTo>
                    <a:lnTo>
                      <a:pt x="502" y="332"/>
                    </a:lnTo>
                    <a:lnTo>
                      <a:pt x="502" y="332"/>
                    </a:lnTo>
                    <a:lnTo>
                      <a:pt x="504" y="332"/>
                    </a:lnTo>
                    <a:lnTo>
                      <a:pt x="504" y="330"/>
                    </a:lnTo>
                    <a:lnTo>
                      <a:pt x="504" y="330"/>
                    </a:lnTo>
                    <a:lnTo>
                      <a:pt x="504" y="330"/>
                    </a:lnTo>
                    <a:lnTo>
                      <a:pt x="506" y="330"/>
                    </a:lnTo>
                    <a:lnTo>
                      <a:pt x="506" y="330"/>
                    </a:lnTo>
                    <a:lnTo>
                      <a:pt x="506" y="327"/>
                    </a:lnTo>
                    <a:lnTo>
                      <a:pt x="506" y="327"/>
                    </a:lnTo>
                    <a:lnTo>
                      <a:pt x="506" y="327"/>
                    </a:lnTo>
                    <a:lnTo>
                      <a:pt x="506" y="327"/>
                    </a:lnTo>
                    <a:lnTo>
                      <a:pt x="509" y="327"/>
                    </a:lnTo>
                    <a:lnTo>
                      <a:pt x="509" y="327"/>
                    </a:lnTo>
                    <a:lnTo>
                      <a:pt x="509" y="330"/>
                    </a:lnTo>
                    <a:lnTo>
                      <a:pt x="511" y="330"/>
                    </a:lnTo>
                    <a:lnTo>
                      <a:pt x="511" y="327"/>
                    </a:lnTo>
                    <a:lnTo>
                      <a:pt x="511" y="327"/>
                    </a:lnTo>
                    <a:lnTo>
                      <a:pt x="511" y="327"/>
                    </a:lnTo>
                    <a:lnTo>
                      <a:pt x="511" y="325"/>
                    </a:lnTo>
                    <a:lnTo>
                      <a:pt x="511" y="325"/>
                    </a:lnTo>
                    <a:lnTo>
                      <a:pt x="511" y="325"/>
                    </a:lnTo>
                    <a:lnTo>
                      <a:pt x="511" y="325"/>
                    </a:lnTo>
                    <a:lnTo>
                      <a:pt x="511" y="325"/>
                    </a:lnTo>
                    <a:lnTo>
                      <a:pt x="511" y="323"/>
                    </a:lnTo>
                    <a:lnTo>
                      <a:pt x="513" y="323"/>
                    </a:lnTo>
                    <a:lnTo>
                      <a:pt x="513" y="323"/>
                    </a:lnTo>
                    <a:lnTo>
                      <a:pt x="513" y="323"/>
                    </a:lnTo>
                    <a:lnTo>
                      <a:pt x="513" y="323"/>
                    </a:lnTo>
                    <a:lnTo>
                      <a:pt x="513" y="323"/>
                    </a:lnTo>
                    <a:lnTo>
                      <a:pt x="513" y="320"/>
                    </a:lnTo>
                    <a:lnTo>
                      <a:pt x="513" y="320"/>
                    </a:lnTo>
                    <a:lnTo>
                      <a:pt x="516" y="320"/>
                    </a:lnTo>
                    <a:lnTo>
                      <a:pt x="516" y="318"/>
                    </a:lnTo>
                    <a:lnTo>
                      <a:pt x="516" y="318"/>
                    </a:lnTo>
                    <a:lnTo>
                      <a:pt x="516" y="318"/>
                    </a:lnTo>
                    <a:lnTo>
                      <a:pt x="516" y="316"/>
                    </a:lnTo>
                    <a:lnTo>
                      <a:pt x="518" y="316"/>
                    </a:lnTo>
                    <a:lnTo>
                      <a:pt x="518" y="316"/>
                    </a:lnTo>
                    <a:lnTo>
                      <a:pt x="518" y="313"/>
                    </a:lnTo>
                    <a:lnTo>
                      <a:pt x="518" y="313"/>
                    </a:lnTo>
                    <a:lnTo>
                      <a:pt x="518" y="313"/>
                    </a:lnTo>
                    <a:lnTo>
                      <a:pt x="518" y="313"/>
                    </a:lnTo>
                    <a:lnTo>
                      <a:pt x="518" y="313"/>
                    </a:lnTo>
                    <a:lnTo>
                      <a:pt x="518" y="311"/>
                    </a:lnTo>
                    <a:lnTo>
                      <a:pt x="520" y="311"/>
                    </a:lnTo>
                    <a:lnTo>
                      <a:pt x="520" y="311"/>
                    </a:lnTo>
                    <a:lnTo>
                      <a:pt x="520" y="311"/>
                    </a:lnTo>
                    <a:lnTo>
                      <a:pt x="523" y="311"/>
                    </a:lnTo>
                    <a:lnTo>
                      <a:pt x="523" y="311"/>
                    </a:lnTo>
                    <a:lnTo>
                      <a:pt x="520" y="311"/>
                    </a:lnTo>
                    <a:lnTo>
                      <a:pt x="520" y="308"/>
                    </a:lnTo>
                    <a:lnTo>
                      <a:pt x="520" y="308"/>
                    </a:lnTo>
                    <a:lnTo>
                      <a:pt x="520" y="308"/>
                    </a:lnTo>
                    <a:lnTo>
                      <a:pt x="520" y="306"/>
                    </a:lnTo>
                    <a:lnTo>
                      <a:pt x="520" y="306"/>
                    </a:lnTo>
                    <a:lnTo>
                      <a:pt x="518" y="306"/>
                    </a:lnTo>
                    <a:lnTo>
                      <a:pt x="518" y="306"/>
                    </a:lnTo>
                    <a:lnTo>
                      <a:pt x="518" y="306"/>
                    </a:lnTo>
                    <a:lnTo>
                      <a:pt x="518" y="306"/>
                    </a:lnTo>
                    <a:lnTo>
                      <a:pt x="516" y="306"/>
                    </a:lnTo>
                    <a:lnTo>
                      <a:pt x="516" y="304"/>
                    </a:lnTo>
                    <a:lnTo>
                      <a:pt x="516" y="304"/>
                    </a:lnTo>
                    <a:lnTo>
                      <a:pt x="513" y="304"/>
                    </a:lnTo>
                    <a:lnTo>
                      <a:pt x="513" y="304"/>
                    </a:lnTo>
                    <a:lnTo>
                      <a:pt x="513" y="304"/>
                    </a:lnTo>
                    <a:lnTo>
                      <a:pt x="513" y="304"/>
                    </a:lnTo>
                    <a:lnTo>
                      <a:pt x="511" y="304"/>
                    </a:lnTo>
                    <a:lnTo>
                      <a:pt x="511" y="304"/>
                    </a:lnTo>
                    <a:lnTo>
                      <a:pt x="511" y="304"/>
                    </a:lnTo>
                    <a:lnTo>
                      <a:pt x="509" y="304"/>
                    </a:lnTo>
                    <a:lnTo>
                      <a:pt x="509" y="304"/>
                    </a:lnTo>
                    <a:lnTo>
                      <a:pt x="506" y="304"/>
                    </a:lnTo>
                    <a:lnTo>
                      <a:pt x="506" y="304"/>
                    </a:lnTo>
                    <a:lnTo>
                      <a:pt x="506" y="304"/>
                    </a:lnTo>
                    <a:lnTo>
                      <a:pt x="506" y="304"/>
                    </a:lnTo>
                    <a:lnTo>
                      <a:pt x="504" y="304"/>
                    </a:lnTo>
                    <a:lnTo>
                      <a:pt x="504" y="304"/>
                    </a:lnTo>
                    <a:lnTo>
                      <a:pt x="504" y="304"/>
                    </a:lnTo>
                    <a:lnTo>
                      <a:pt x="502" y="304"/>
                    </a:lnTo>
                    <a:lnTo>
                      <a:pt x="502" y="304"/>
                    </a:lnTo>
                    <a:lnTo>
                      <a:pt x="502" y="304"/>
                    </a:lnTo>
                    <a:lnTo>
                      <a:pt x="502" y="304"/>
                    </a:lnTo>
                    <a:lnTo>
                      <a:pt x="499" y="304"/>
                    </a:lnTo>
                    <a:lnTo>
                      <a:pt x="499" y="304"/>
                    </a:lnTo>
                    <a:lnTo>
                      <a:pt x="499" y="304"/>
                    </a:lnTo>
                    <a:lnTo>
                      <a:pt x="499" y="304"/>
                    </a:lnTo>
                    <a:lnTo>
                      <a:pt x="497" y="304"/>
                    </a:lnTo>
                    <a:lnTo>
                      <a:pt x="497" y="304"/>
                    </a:lnTo>
                    <a:lnTo>
                      <a:pt x="497" y="304"/>
                    </a:lnTo>
                    <a:lnTo>
                      <a:pt x="494" y="304"/>
                    </a:lnTo>
                    <a:lnTo>
                      <a:pt x="494" y="304"/>
                    </a:lnTo>
                    <a:lnTo>
                      <a:pt x="494" y="304"/>
                    </a:lnTo>
                    <a:lnTo>
                      <a:pt x="492" y="304"/>
                    </a:lnTo>
                    <a:lnTo>
                      <a:pt x="492" y="304"/>
                    </a:lnTo>
                    <a:lnTo>
                      <a:pt x="492" y="304"/>
                    </a:lnTo>
                    <a:lnTo>
                      <a:pt x="492" y="304"/>
                    </a:lnTo>
                    <a:lnTo>
                      <a:pt x="490" y="304"/>
                    </a:lnTo>
                    <a:lnTo>
                      <a:pt x="490" y="304"/>
                    </a:lnTo>
                    <a:lnTo>
                      <a:pt x="487" y="304"/>
                    </a:lnTo>
                    <a:lnTo>
                      <a:pt x="487" y="304"/>
                    </a:lnTo>
                    <a:lnTo>
                      <a:pt x="487" y="304"/>
                    </a:lnTo>
                    <a:lnTo>
                      <a:pt x="485" y="304"/>
                    </a:lnTo>
                    <a:lnTo>
                      <a:pt x="485" y="304"/>
                    </a:lnTo>
                    <a:lnTo>
                      <a:pt x="485" y="304"/>
                    </a:lnTo>
                    <a:lnTo>
                      <a:pt x="483" y="304"/>
                    </a:lnTo>
                    <a:lnTo>
                      <a:pt x="483" y="304"/>
                    </a:lnTo>
                    <a:lnTo>
                      <a:pt x="480" y="304"/>
                    </a:lnTo>
                    <a:lnTo>
                      <a:pt x="480" y="304"/>
                    </a:lnTo>
                    <a:lnTo>
                      <a:pt x="480" y="304"/>
                    </a:lnTo>
                    <a:lnTo>
                      <a:pt x="478" y="304"/>
                    </a:lnTo>
                    <a:lnTo>
                      <a:pt x="478" y="304"/>
                    </a:lnTo>
                    <a:lnTo>
                      <a:pt x="478" y="304"/>
                    </a:lnTo>
                    <a:lnTo>
                      <a:pt x="475" y="304"/>
                    </a:lnTo>
                    <a:lnTo>
                      <a:pt x="475" y="304"/>
                    </a:lnTo>
                    <a:lnTo>
                      <a:pt x="475" y="304"/>
                    </a:lnTo>
                    <a:lnTo>
                      <a:pt x="473" y="304"/>
                    </a:lnTo>
                    <a:lnTo>
                      <a:pt x="473" y="304"/>
                    </a:lnTo>
                    <a:lnTo>
                      <a:pt x="473" y="304"/>
                    </a:lnTo>
                    <a:lnTo>
                      <a:pt x="471" y="304"/>
                    </a:lnTo>
                    <a:lnTo>
                      <a:pt x="471" y="301"/>
                    </a:lnTo>
                    <a:lnTo>
                      <a:pt x="471" y="301"/>
                    </a:lnTo>
                    <a:lnTo>
                      <a:pt x="468" y="301"/>
                    </a:lnTo>
                    <a:lnTo>
                      <a:pt x="468" y="301"/>
                    </a:lnTo>
                    <a:lnTo>
                      <a:pt x="468" y="301"/>
                    </a:lnTo>
                    <a:lnTo>
                      <a:pt x="468" y="301"/>
                    </a:lnTo>
                    <a:lnTo>
                      <a:pt x="466" y="301"/>
                    </a:lnTo>
                    <a:lnTo>
                      <a:pt x="466" y="301"/>
                    </a:lnTo>
                    <a:lnTo>
                      <a:pt x="466" y="301"/>
                    </a:lnTo>
                    <a:lnTo>
                      <a:pt x="466" y="299"/>
                    </a:lnTo>
                    <a:lnTo>
                      <a:pt x="466" y="299"/>
                    </a:lnTo>
                    <a:lnTo>
                      <a:pt x="466" y="297"/>
                    </a:lnTo>
                    <a:lnTo>
                      <a:pt x="466" y="297"/>
                    </a:lnTo>
                    <a:lnTo>
                      <a:pt x="466" y="294"/>
                    </a:lnTo>
                    <a:lnTo>
                      <a:pt x="466" y="294"/>
                    </a:lnTo>
                    <a:lnTo>
                      <a:pt x="466" y="294"/>
                    </a:lnTo>
                    <a:lnTo>
                      <a:pt x="466" y="294"/>
                    </a:lnTo>
                    <a:lnTo>
                      <a:pt x="466" y="292"/>
                    </a:lnTo>
                    <a:lnTo>
                      <a:pt x="466" y="292"/>
                    </a:lnTo>
                    <a:lnTo>
                      <a:pt x="466" y="292"/>
                    </a:lnTo>
                    <a:lnTo>
                      <a:pt x="466" y="289"/>
                    </a:lnTo>
                    <a:lnTo>
                      <a:pt x="466" y="289"/>
                    </a:lnTo>
                    <a:lnTo>
                      <a:pt x="466" y="287"/>
                    </a:lnTo>
                    <a:lnTo>
                      <a:pt x="466" y="287"/>
                    </a:lnTo>
                    <a:lnTo>
                      <a:pt x="466" y="285"/>
                    </a:lnTo>
                    <a:lnTo>
                      <a:pt x="466" y="285"/>
                    </a:lnTo>
                    <a:lnTo>
                      <a:pt x="466" y="285"/>
                    </a:lnTo>
                    <a:lnTo>
                      <a:pt x="466" y="285"/>
                    </a:lnTo>
                    <a:lnTo>
                      <a:pt x="466" y="285"/>
                    </a:lnTo>
                    <a:lnTo>
                      <a:pt x="466" y="282"/>
                    </a:lnTo>
                    <a:lnTo>
                      <a:pt x="464" y="282"/>
                    </a:lnTo>
                    <a:lnTo>
                      <a:pt x="464" y="282"/>
                    </a:lnTo>
                    <a:lnTo>
                      <a:pt x="464" y="280"/>
                    </a:lnTo>
                    <a:lnTo>
                      <a:pt x="464" y="280"/>
                    </a:lnTo>
                    <a:lnTo>
                      <a:pt x="464" y="280"/>
                    </a:lnTo>
                    <a:lnTo>
                      <a:pt x="464" y="278"/>
                    </a:lnTo>
                    <a:lnTo>
                      <a:pt x="461" y="278"/>
                    </a:lnTo>
                    <a:lnTo>
                      <a:pt x="461" y="278"/>
                    </a:lnTo>
                    <a:lnTo>
                      <a:pt x="461" y="278"/>
                    </a:lnTo>
                    <a:lnTo>
                      <a:pt x="461" y="278"/>
                    </a:lnTo>
                    <a:lnTo>
                      <a:pt x="461" y="278"/>
                    </a:lnTo>
                    <a:lnTo>
                      <a:pt x="459" y="278"/>
                    </a:lnTo>
                    <a:lnTo>
                      <a:pt x="459" y="280"/>
                    </a:lnTo>
                    <a:lnTo>
                      <a:pt x="459" y="280"/>
                    </a:lnTo>
                    <a:lnTo>
                      <a:pt x="459" y="282"/>
                    </a:lnTo>
                    <a:lnTo>
                      <a:pt x="459" y="282"/>
                    </a:lnTo>
                    <a:lnTo>
                      <a:pt x="459" y="282"/>
                    </a:lnTo>
                    <a:lnTo>
                      <a:pt x="459" y="282"/>
                    </a:lnTo>
                    <a:lnTo>
                      <a:pt x="457" y="282"/>
                    </a:lnTo>
                    <a:lnTo>
                      <a:pt x="457" y="282"/>
                    </a:lnTo>
                    <a:lnTo>
                      <a:pt x="457" y="282"/>
                    </a:lnTo>
                    <a:lnTo>
                      <a:pt x="457" y="282"/>
                    </a:lnTo>
                    <a:lnTo>
                      <a:pt x="454" y="282"/>
                    </a:lnTo>
                    <a:lnTo>
                      <a:pt x="454" y="282"/>
                    </a:lnTo>
                    <a:lnTo>
                      <a:pt x="454" y="282"/>
                    </a:lnTo>
                    <a:lnTo>
                      <a:pt x="454" y="282"/>
                    </a:lnTo>
                    <a:lnTo>
                      <a:pt x="452" y="282"/>
                    </a:lnTo>
                    <a:lnTo>
                      <a:pt x="452" y="280"/>
                    </a:lnTo>
                    <a:lnTo>
                      <a:pt x="452" y="280"/>
                    </a:lnTo>
                    <a:lnTo>
                      <a:pt x="452" y="280"/>
                    </a:lnTo>
                    <a:lnTo>
                      <a:pt x="452" y="280"/>
                    </a:lnTo>
                    <a:lnTo>
                      <a:pt x="452" y="278"/>
                    </a:lnTo>
                    <a:lnTo>
                      <a:pt x="449" y="278"/>
                    </a:lnTo>
                    <a:lnTo>
                      <a:pt x="449" y="278"/>
                    </a:lnTo>
                    <a:lnTo>
                      <a:pt x="449" y="275"/>
                    </a:lnTo>
                    <a:lnTo>
                      <a:pt x="449" y="275"/>
                    </a:lnTo>
                    <a:lnTo>
                      <a:pt x="449" y="275"/>
                    </a:lnTo>
                    <a:lnTo>
                      <a:pt x="449" y="275"/>
                    </a:lnTo>
                    <a:lnTo>
                      <a:pt x="449" y="273"/>
                    </a:lnTo>
                    <a:lnTo>
                      <a:pt x="449" y="273"/>
                    </a:lnTo>
                    <a:lnTo>
                      <a:pt x="447" y="273"/>
                    </a:lnTo>
                    <a:lnTo>
                      <a:pt x="447" y="273"/>
                    </a:lnTo>
                    <a:lnTo>
                      <a:pt x="447" y="270"/>
                    </a:lnTo>
                    <a:lnTo>
                      <a:pt x="447" y="270"/>
                    </a:lnTo>
                    <a:lnTo>
                      <a:pt x="447" y="273"/>
                    </a:lnTo>
                    <a:lnTo>
                      <a:pt x="445" y="273"/>
                    </a:lnTo>
                    <a:lnTo>
                      <a:pt x="445" y="273"/>
                    </a:lnTo>
                    <a:lnTo>
                      <a:pt x="447" y="273"/>
                    </a:lnTo>
                    <a:lnTo>
                      <a:pt x="447" y="275"/>
                    </a:lnTo>
                    <a:lnTo>
                      <a:pt x="447" y="275"/>
                    </a:lnTo>
                    <a:lnTo>
                      <a:pt x="447" y="275"/>
                    </a:lnTo>
                    <a:lnTo>
                      <a:pt x="447" y="275"/>
                    </a:lnTo>
                    <a:lnTo>
                      <a:pt x="447" y="275"/>
                    </a:lnTo>
                    <a:lnTo>
                      <a:pt x="447" y="275"/>
                    </a:lnTo>
                    <a:lnTo>
                      <a:pt x="447" y="275"/>
                    </a:lnTo>
                    <a:lnTo>
                      <a:pt x="445" y="275"/>
                    </a:lnTo>
                    <a:lnTo>
                      <a:pt x="445" y="275"/>
                    </a:lnTo>
                    <a:lnTo>
                      <a:pt x="445" y="275"/>
                    </a:lnTo>
                    <a:lnTo>
                      <a:pt x="445" y="275"/>
                    </a:lnTo>
                    <a:lnTo>
                      <a:pt x="445" y="275"/>
                    </a:lnTo>
                    <a:lnTo>
                      <a:pt x="442" y="275"/>
                    </a:lnTo>
                    <a:lnTo>
                      <a:pt x="442" y="275"/>
                    </a:lnTo>
                    <a:lnTo>
                      <a:pt x="442" y="275"/>
                    </a:lnTo>
                    <a:lnTo>
                      <a:pt x="440" y="275"/>
                    </a:lnTo>
                    <a:lnTo>
                      <a:pt x="440" y="275"/>
                    </a:lnTo>
                    <a:lnTo>
                      <a:pt x="440" y="273"/>
                    </a:lnTo>
                    <a:lnTo>
                      <a:pt x="440" y="273"/>
                    </a:lnTo>
                    <a:lnTo>
                      <a:pt x="440" y="273"/>
                    </a:lnTo>
                    <a:lnTo>
                      <a:pt x="440" y="273"/>
                    </a:lnTo>
                    <a:lnTo>
                      <a:pt x="440" y="270"/>
                    </a:lnTo>
                    <a:lnTo>
                      <a:pt x="438" y="270"/>
                    </a:lnTo>
                    <a:lnTo>
                      <a:pt x="438" y="270"/>
                    </a:lnTo>
                    <a:lnTo>
                      <a:pt x="438" y="270"/>
                    </a:lnTo>
                    <a:lnTo>
                      <a:pt x="438" y="270"/>
                    </a:lnTo>
                    <a:lnTo>
                      <a:pt x="438" y="268"/>
                    </a:lnTo>
                    <a:lnTo>
                      <a:pt x="435" y="268"/>
                    </a:lnTo>
                    <a:lnTo>
                      <a:pt x="435" y="268"/>
                    </a:lnTo>
                    <a:lnTo>
                      <a:pt x="435" y="268"/>
                    </a:lnTo>
                    <a:lnTo>
                      <a:pt x="435" y="266"/>
                    </a:lnTo>
                    <a:lnTo>
                      <a:pt x="433" y="266"/>
                    </a:lnTo>
                    <a:lnTo>
                      <a:pt x="433" y="268"/>
                    </a:lnTo>
                    <a:lnTo>
                      <a:pt x="433" y="268"/>
                    </a:lnTo>
                    <a:lnTo>
                      <a:pt x="433" y="268"/>
                    </a:lnTo>
                    <a:lnTo>
                      <a:pt x="433" y="270"/>
                    </a:lnTo>
                    <a:lnTo>
                      <a:pt x="433" y="270"/>
                    </a:lnTo>
                    <a:lnTo>
                      <a:pt x="433" y="270"/>
                    </a:lnTo>
                    <a:lnTo>
                      <a:pt x="433" y="270"/>
                    </a:lnTo>
                    <a:lnTo>
                      <a:pt x="435" y="270"/>
                    </a:lnTo>
                    <a:lnTo>
                      <a:pt x="435" y="270"/>
                    </a:lnTo>
                    <a:lnTo>
                      <a:pt x="435" y="270"/>
                    </a:lnTo>
                    <a:lnTo>
                      <a:pt x="438" y="270"/>
                    </a:lnTo>
                    <a:lnTo>
                      <a:pt x="438" y="273"/>
                    </a:lnTo>
                    <a:lnTo>
                      <a:pt x="438" y="273"/>
                    </a:lnTo>
                    <a:lnTo>
                      <a:pt x="435" y="273"/>
                    </a:lnTo>
                    <a:lnTo>
                      <a:pt x="435" y="275"/>
                    </a:lnTo>
                    <a:lnTo>
                      <a:pt x="435" y="275"/>
                    </a:lnTo>
                    <a:lnTo>
                      <a:pt x="433" y="275"/>
                    </a:lnTo>
                    <a:lnTo>
                      <a:pt x="433" y="275"/>
                    </a:lnTo>
                    <a:lnTo>
                      <a:pt x="433" y="275"/>
                    </a:lnTo>
                    <a:lnTo>
                      <a:pt x="433" y="275"/>
                    </a:lnTo>
                    <a:lnTo>
                      <a:pt x="433" y="278"/>
                    </a:lnTo>
                    <a:lnTo>
                      <a:pt x="433" y="278"/>
                    </a:lnTo>
                    <a:lnTo>
                      <a:pt x="430" y="278"/>
                    </a:lnTo>
                    <a:lnTo>
                      <a:pt x="430" y="278"/>
                    </a:lnTo>
                    <a:lnTo>
                      <a:pt x="430" y="278"/>
                    </a:lnTo>
                    <a:lnTo>
                      <a:pt x="430" y="280"/>
                    </a:lnTo>
                    <a:lnTo>
                      <a:pt x="428" y="280"/>
                    </a:lnTo>
                    <a:lnTo>
                      <a:pt x="428" y="280"/>
                    </a:lnTo>
                    <a:lnTo>
                      <a:pt x="428" y="282"/>
                    </a:lnTo>
                    <a:lnTo>
                      <a:pt x="428" y="282"/>
                    </a:lnTo>
                    <a:lnTo>
                      <a:pt x="428" y="282"/>
                    </a:lnTo>
                    <a:lnTo>
                      <a:pt x="428" y="285"/>
                    </a:lnTo>
                    <a:lnTo>
                      <a:pt x="428" y="285"/>
                    </a:lnTo>
                    <a:lnTo>
                      <a:pt x="428" y="285"/>
                    </a:lnTo>
                    <a:lnTo>
                      <a:pt x="428" y="285"/>
                    </a:lnTo>
                    <a:lnTo>
                      <a:pt x="428" y="285"/>
                    </a:lnTo>
                    <a:lnTo>
                      <a:pt x="428" y="287"/>
                    </a:lnTo>
                    <a:lnTo>
                      <a:pt x="428" y="287"/>
                    </a:lnTo>
                    <a:lnTo>
                      <a:pt x="428" y="287"/>
                    </a:lnTo>
                    <a:lnTo>
                      <a:pt x="430" y="287"/>
                    </a:lnTo>
                    <a:lnTo>
                      <a:pt x="430" y="287"/>
                    </a:lnTo>
                    <a:lnTo>
                      <a:pt x="433" y="287"/>
                    </a:lnTo>
                    <a:lnTo>
                      <a:pt x="433" y="289"/>
                    </a:lnTo>
                    <a:lnTo>
                      <a:pt x="433" y="289"/>
                    </a:lnTo>
                    <a:lnTo>
                      <a:pt x="433" y="289"/>
                    </a:lnTo>
                    <a:lnTo>
                      <a:pt x="433" y="289"/>
                    </a:lnTo>
                    <a:lnTo>
                      <a:pt x="433" y="292"/>
                    </a:lnTo>
                    <a:lnTo>
                      <a:pt x="435" y="292"/>
                    </a:lnTo>
                    <a:lnTo>
                      <a:pt x="435" y="292"/>
                    </a:lnTo>
                    <a:lnTo>
                      <a:pt x="435" y="292"/>
                    </a:lnTo>
                    <a:lnTo>
                      <a:pt x="435" y="294"/>
                    </a:lnTo>
                    <a:lnTo>
                      <a:pt x="438" y="294"/>
                    </a:lnTo>
                    <a:lnTo>
                      <a:pt x="438" y="294"/>
                    </a:lnTo>
                    <a:lnTo>
                      <a:pt x="438" y="294"/>
                    </a:lnTo>
                    <a:lnTo>
                      <a:pt x="438" y="294"/>
                    </a:lnTo>
                    <a:lnTo>
                      <a:pt x="438" y="294"/>
                    </a:lnTo>
                    <a:lnTo>
                      <a:pt x="440" y="294"/>
                    </a:lnTo>
                    <a:lnTo>
                      <a:pt x="440" y="294"/>
                    </a:lnTo>
                    <a:lnTo>
                      <a:pt x="440" y="294"/>
                    </a:lnTo>
                    <a:lnTo>
                      <a:pt x="442" y="294"/>
                    </a:lnTo>
                    <a:lnTo>
                      <a:pt x="442" y="294"/>
                    </a:lnTo>
                    <a:lnTo>
                      <a:pt x="445" y="294"/>
                    </a:lnTo>
                    <a:lnTo>
                      <a:pt x="445" y="297"/>
                    </a:lnTo>
                    <a:lnTo>
                      <a:pt x="445" y="297"/>
                    </a:lnTo>
                    <a:lnTo>
                      <a:pt x="445" y="299"/>
                    </a:lnTo>
                    <a:lnTo>
                      <a:pt x="445" y="299"/>
                    </a:lnTo>
                    <a:lnTo>
                      <a:pt x="445" y="299"/>
                    </a:lnTo>
                    <a:lnTo>
                      <a:pt x="445" y="299"/>
                    </a:lnTo>
                    <a:lnTo>
                      <a:pt x="447" y="299"/>
                    </a:lnTo>
                    <a:lnTo>
                      <a:pt x="447" y="299"/>
                    </a:lnTo>
                    <a:lnTo>
                      <a:pt x="447" y="301"/>
                    </a:lnTo>
                    <a:lnTo>
                      <a:pt x="447" y="301"/>
                    </a:lnTo>
                    <a:lnTo>
                      <a:pt x="447" y="301"/>
                    </a:lnTo>
                    <a:lnTo>
                      <a:pt x="447" y="304"/>
                    </a:lnTo>
                    <a:lnTo>
                      <a:pt x="445" y="304"/>
                    </a:lnTo>
                    <a:lnTo>
                      <a:pt x="445" y="304"/>
                    </a:lnTo>
                    <a:lnTo>
                      <a:pt x="445" y="304"/>
                    </a:lnTo>
                    <a:lnTo>
                      <a:pt x="445" y="304"/>
                    </a:lnTo>
                    <a:lnTo>
                      <a:pt x="445" y="304"/>
                    </a:lnTo>
                    <a:lnTo>
                      <a:pt x="442" y="304"/>
                    </a:lnTo>
                    <a:lnTo>
                      <a:pt x="442" y="304"/>
                    </a:lnTo>
                    <a:lnTo>
                      <a:pt x="442" y="304"/>
                    </a:lnTo>
                    <a:lnTo>
                      <a:pt x="442" y="304"/>
                    </a:lnTo>
                    <a:lnTo>
                      <a:pt x="440" y="304"/>
                    </a:lnTo>
                    <a:lnTo>
                      <a:pt x="440" y="304"/>
                    </a:lnTo>
                    <a:lnTo>
                      <a:pt x="440" y="304"/>
                    </a:lnTo>
                    <a:lnTo>
                      <a:pt x="438" y="304"/>
                    </a:lnTo>
                    <a:lnTo>
                      <a:pt x="438" y="304"/>
                    </a:lnTo>
                    <a:lnTo>
                      <a:pt x="438" y="304"/>
                    </a:lnTo>
                    <a:lnTo>
                      <a:pt x="438" y="304"/>
                    </a:lnTo>
                    <a:lnTo>
                      <a:pt x="438" y="304"/>
                    </a:lnTo>
                    <a:lnTo>
                      <a:pt x="435" y="304"/>
                    </a:lnTo>
                    <a:lnTo>
                      <a:pt x="435" y="304"/>
                    </a:lnTo>
                    <a:lnTo>
                      <a:pt x="435" y="304"/>
                    </a:lnTo>
                    <a:lnTo>
                      <a:pt x="435" y="306"/>
                    </a:lnTo>
                    <a:lnTo>
                      <a:pt x="435" y="306"/>
                    </a:lnTo>
                    <a:lnTo>
                      <a:pt x="435" y="306"/>
                    </a:lnTo>
                    <a:lnTo>
                      <a:pt x="435" y="308"/>
                    </a:lnTo>
                    <a:lnTo>
                      <a:pt x="435" y="308"/>
                    </a:lnTo>
                    <a:lnTo>
                      <a:pt x="433" y="308"/>
                    </a:lnTo>
                    <a:lnTo>
                      <a:pt x="433" y="308"/>
                    </a:lnTo>
                    <a:lnTo>
                      <a:pt x="433" y="311"/>
                    </a:lnTo>
                    <a:lnTo>
                      <a:pt x="433" y="311"/>
                    </a:lnTo>
                    <a:lnTo>
                      <a:pt x="433" y="311"/>
                    </a:lnTo>
                    <a:lnTo>
                      <a:pt x="433" y="311"/>
                    </a:lnTo>
                    <a:lnTo>
                      <a:pt x="430" y="311"/>
                    </a:lnTo>
                    <a:lnTo>
                      <a:pt x="430" y="308"/>
                    </a:lnTo>
                    <a:lnTo>
                      <a:pt x="430" y="308"/>
                    </a:lnTo>
                    <a:lnTo>
                      <a:pt x="428" y="308"/>
                    </a:lnTo>
                    <a:lnTo>
                      <a:pt x="428" y="311"/>
                    </a:lnTo>
                    <a:lnTo>
                      <a:pt x="428" y="311"/>
                    </a:lnTo>
                    <a:lnTo>
                      <a:pt x="428" y="313"/>
                    </a:lnTo>
                    <a:lnTo>
                      <a:pt x="428" y="313"/>
                    </a:lnTo>
                    <a:lnTo>
                      <a:pt x="428" y="313"/>
                    </a:lnTo>
                    <a:lnTo>
                      <a:pt x="428" y="313"/>
                    </a:lnTo>
                    <a:lnTo>
                      <a:pt x="428" y="313"/>
                    </a:lnTo>
                    <a:lnTo>
                      <a:pt x="426" y="313"/>
                    </a:lnTo>
                    <a:lnTo>
                      <a:pt x="426" y="316"/>
                    </a:lnTo>
                    <a:lnTo>
                      <a:pt x="426" y="316"/>
                    </a:lnTo>
                    <a:lnTo>
                      <a:pt x="428" y="316"/>
                    </a:lnTo>
                    <a:lnTo>
                      <a:pt x="428" y="318"/>
                    </a:lnTo>
                    <a:lnTo>
                      <a:pt x="428" y="318"/>
                    </a:lnTo>
                    <a:lnTo>
                      <a:pt x="428" y="318"/>
                    </a:lnTo>
                    <a:lnTo>
                      <a:pt x="428" y="320"/>
                    </a:lnTo>
                    <a:lnTo>
                      <a:pt x="428" y="320"/>
                    </a:lnTo>
                    <a:lnTo>
                      <a:pt x="428" y="320"/>
                    </a:lnTo>
                    <a:lnTo>
                      <a:pt x="430" y="320"/>
                    </a:lnTo>
                    <a:lnTo>
                      <a:pt x="430" y="323"/>
                    </a:lnTo>
                    <a:lnTo>
                      <a:pt x="430" y="323"/>
                    </a:lnTo>
                    <a:lnTo>
                      <a:pt x="433" y="323"/>
                    </a:lnTo>
                    <a:lnTo>
                      <a:pt x="433" y="323"/>
                    </a:lnTo>
                    <a:lnTo>
                      <a:pt x="433" y="323"/>
                    </a:lnTo>
                    <a:lnTo>
                      <a:pt x="433" y="323"/>
                    </a:lnTo>
                    <a:lnTo>
                      <a:pt x="433" y="323"/>
                    </a:lnTo>
                    <a:lnTo>
                      <a:pt x="435" y="323"/>
                    </a:lnTo>
                    <a:lnTo>
                      <a:pt x="435" y="323"/>
                    </a:lnTo>
                    <a:lnTo>
                      <a:pt x="435" y="325"/>
                    </a:lnTo>
                    <a:lnTo>
                      <a:pt x="438" y="325"/>
                    </a:lnTo>
                    <a:lnTo>
                      <a:pt x="438" y="325"/>
                    </a:lnTo>
                    <a:lnTo>
                      <a:pt x="438" y="325"/>
                    </a:lnTo>
                    <a:lnTo>
                      <a:pt x="440" y="325"/>
                    </a:lnTo>
                    <a:lnTo>
                      <a:pt x="440" y="325"/>
                    </a:lnTo>
                    <a:lnTo>
                      <a:pt x="440" y="325"/>
                    </a:lnTo>
                    <a:lnTo>
                      <a:pt x="440" y="325"/>
                    </a:lnTo>
                    <a:lnTo>
                      <a:pt x="440" y="325"/>
                    </a:lnTo>
                    <a:lnTo>
                      <a:pt x="440" y="325"/>
                    </a:lnTo>
                    <a:lnTo>
                      <a:pt x="442" y="325"/>
                    </a:lnTo>
                    <a:lnTo>
                      <a:pt x="442" y="327"/>
                    </a:lnTo>
                    <a:lnTo>
                      <a:pt x="442" y="327"/>
                    </a:lnTo>
                    <a:lnTo>
                      <a:pt x="440" y="327"/>
                    </a:lnTo>
                    <a:lnTo>
                      <a:pt x="440" y="330"/>
                    </a:lnTo>
                    <a:lnTo>
                      <a:pt x="440" y="330"/>
                    </a:lnTo>
                    <a:lnTo>
                      <a:pt x="440" y="332"/>
                    </a:lnTo>
                    <a:lnTo>
                      <a:pt x="442" y="332"/>
                    </a:lnTo>
                    <a:lnTo>
                      <a:pt x="442" y="332"/>
                    </a:lnTo>
                    <a:lnTo>
                      <a:pt x="442" y="334"/>
                    </a:lnTo>
                    <a:lnTo>
                      <a:pt x="442" y="334"/>
                    </a:lnTo>
                    <a:lnTo>
                      <a:pt x="442" y="334"/>
                    </a:lnTo>
                    <a:lnTo>
                      <a:pt x="440" y="334"/>
                    </a:lnTo>
                    <a:lnTo>
                      <a:pt x="440" y="337"/>
                    </a:lnTo>
                    <a:lnTo>
                      <a:pt x="440" y="337"/>
                    </a:lnTo>
                    <a:lnTo>
                      <a:pt x="440" y="337"/>
                    </a:lnTo>
                    <a:lnTo>
                      <a:pt x="438" y="337"/>
                    </a:lnTo>
                    <a:lnTo>
                      <a:pt x="438" y="337"/>
                    </a:lnTo>
                    <a:lnTo>
                      <a:pt x="440" y="337"/>
                    </a:lnTo>
                    <a:lnTo>
                      <a:pt x="440" y="339"/>
                    </a:lnTo>
                    <a:lnTo>
                      <a:pt x="438" y="339"/>
                    </a:lnTo>
                    <a:lnTo>
                      <a:pt x="438" y="339"/>
                    </a:lnTo>
                    <a:lnTo>
                      <a:pt x="438" y="342"/>
                    </a:lnTo>
                    <a:lnTo>
                      <a:pt x="438" y="342"/>
                    </a:lnTo>
                    <a:lnTo>
                      <a:pt x="438" y="344"/>
                    </a:lnTo>
                    <a:lnTo>
                      <a:pt x="440" y="344"/>
                    </a:lnTo>
                    <a:lnTo>
                      <a:pt x="440" y="344"/>
                    </a:lnTo>
                    <a:lnTo>
                      <a:pt x="440" y="344"/>
                    </a:lnTo>
                    <a:lnTo>
                      <a:pt x="440" y="344"/>
                    </a:lnTo>
                    <a:lnTo>
                      <a:pt x="440" y="344"/>
                    </a:lnTo>
                    <a:lnTo>
                      <a:pt x="440" y="346"/>
                    </a:lnTo>
                    <a:lnTo>
                      <a:pt x="442" y="346"/>
                    </a:lnTo>
                    <a:lnTo>
                      <a:pt x="442" y="346"/>
                    </a:lnTo>
                    <a:lnTo>
                      <a:pt x="442" y="346"/>
                    </a:lnTo>
                    <a:lnTo>
                      <a:pt x="442" y="349"/>
                    </a:lnTo>
                    <a:lnTo>
                      <a:pt x="442" y="349"/>
                    </a:lnTo>
                    <a:lnTo>
                      <a:pt x="442" y="349"/>
                    </a:lnTo>
                    <a:lnTo>
                      <a:pt x="442" y="351"/>
                    </a:lnTo>
                    <a:lnTo>
                      <a:pt x="440" y="351"/>
                    </a:lnTo>
                    <a:lnTo>
                      <a:pt x="440" y="351"/>
                    </a:lnTo>
                    <a:lnTo>
                      <a:pt x="440" y="353"/>
                    </a:lnTo>
                    <a:lnTo>
                      <a:pt x="442" y="353"/>
                    </a:lnTo>
                    <a:lnTo>
                      <a:pt x="442" y="353"/>
                    </a:lnTo>
                    <a:lnTo>
                      <a:pt x="445" y="353"/>
                    </a:lnTo>
                    <a:lnTo>
                      <a:pt x="445" y="353"/>
                    </a:lnTo>
                    <a:lnTo>
                      <a:pt x="445" y="353"/>
                    </a:lnTo>
                    <a:lnTo>
                      <a:pt x="445" y="353"/>
                    </a:lnTo>
                    <a:lnTo>
                      <a:pt x="447" y="353"/>
                    </a:lnTo>
                    <a:lnTo>
                      <a:pt x="447" y="353"/>
                    </a:lnTo>
                    <a:lnTo>
                      <a:pt x="445" y="353"/>
                    </a:lnTo>
                    <a:lnTo>
                      <a:pt x="445" y="356"/>
                    </a:lnTo>
                    <a:lnTo>
                      <a:pt x="445" y="356"/>
                    </a:lnTo>
                    <a:lnTo>
                      <a:pt x="445" y="356"/>
                    </a:lnTo>
                    <a:lnTo>
                      <a:pt x="445" y="358"/>
                    </a:lnTo>
                    <a:lnTo>
                      <a:pt x="445" y="358"/>
                    </a:lnTo>
                    <a:lnTo>
                      <a:pt x="445" y="361"/>
                    </a:lnTo>
                    <a:lnTo>
                      <a:pt x="445" y="361"/>
                    </a:lnTo>
                    <a:lnTo>
                      <a:pt x="445" y="361"/>
                    </a:lnTo>
                    <a:lnTo>
                      <a:pt x="445" y="363"/>
                    </a:lnTo>
                    <a:lnTo>
                      <a:pt x="447" y="363"/>
                    </a:lnTo>
                    <a:lnTo>
                      <a:pt x="447" y="363"/>
                    </a:lnTo>
                    <a:lnTo>
                      <a:pt x="447" y="363"/>
                    </a:lnTo>
                    <a:lnTo>
                      <a:pt x="447" y="365"/>
                    </a:lnTo>
                    <a:lnTo>
                      <a:pt x="445" y="365"/>
                    </a:lnTo>
                    <a:lnTo>
                      <a:pt x="445" y="365"/>
                    </a:lnTo>
                    <a:lnTo>
                      <a:pt x="447" y="365"/>
                    </a:lnTo>
                    <a:lnTo>
                      <a:pt x="447" y="368"/>
                    </a:lnTo>
                    <a:lnTo>
                      <a:pt x="447" y="368"/>
                    </a:lnTo>
                    <a:lnTo>
                      <a:pt x="447" y="370"/>
                    </a:lnTo>
                    <a:lnTo>
                      <a:pt x="447" y="370"/>
                    </a:lnTo>
                    <a:lnTo>
                      <a:pt x="447" y="370"/>
                    </a:lnTo>
                    <a:lnTo>
                      <a:pt x="447" y="372"/>
                    </a:lnTo>
                    <a:lnTo>
                      <a:pt x="447" y="372"/>
                    </a:lnTo>
                    <a:lnTo>
                      <a:pt x="447" y="372"/>
                    </a:lnTo>
                    <a:lnTo>
                      <a:pt x="447" y="375"/>
                    </a:lnTo>
                    <a:lnTo>
                      <a:pt x="447" y="375"/>
                    </a:lnTo>
                    <a:lnTo>
                      <a:pt x="447" y="375"/>
                    </a:lnTo>
                    <a:lnTo>
                      <a:pt x="447" y="377"/>
                    </a:lnTo>
                    <a:lnTo>
                      <a:pt x="447" y="377"/>
                    </a:lnTo>
                    <a:lnTo>
                      <a:pt x="447" y="377"/>
                    </a:lnTo>
                    <a:lnTo>
                      <a:pt x="447" y="377"/>
                    </a:lnTo>
                    <a:lnTo>
                      <a:pt x="447" y="380"/>
                    </a:lnTo>
                    <a:lnTo>
                      <a:pt x="449" y="380"/>
                    </a:lnTo>
                    <a:lnTo>
                      <a:pt x="449" y="380"/>
                    </a:lnTo>
                    <a:lnTo>
                      <a:pt x="449" y="382"/>
                    </a:lnTo>
                    <a:lnTo>
                      <a:pt x="447" y="382"/>
                    </a:lnTo>
                    <a:lnTo>
                      <a:pt x="447" y="382"/>
                    </a:lnTo>
                    <a:lnTo>
                      <a:pt x="447" y="382"/>
                    </a:lnTo>
                    <a:lnTo>
                      <a:pt x="449" y="382"/>
                    </a:lnTo>
                    <a:lnTo>
                      <a:pt x="449" y="384"/>
                    </a:lnTo>
                    <a:lnTo>
                      <a:pt x="449" y="384"/>
                    </a:lnTo>
                    <a:lnTo>
                      <a:pt x="449" y="387"/>
                    </a:lnTo>
                    <a:lnTo>
                      <a:pt x="447" y="387"/>
                    </a:lnTo>
                    <a:lnTo>
                      <a:pt x="447" y="387"/>
                    </a:lnTo>
                    <a:lnTo>
                      <a:pt x="449" y="387"/>
                    </a:lnTo>
                    <a:lnTo>
                      <a:pt x="449" y="389"/>
                    </a:lnTo>
                    <a:lnTo>
                      <a:pt x="449" y="389"/>
                    </a:lnTo>
                    <a:lnTo>
                      <a:pt x="447" y="389"/>
                    </a:lnTo>
                    <a:lnTo>
                      <a:pt x="447" y="391"/>
                    </a:lnTo>
                    <a:lnTo>
                      <a:pt x="449" y="391"/>
                    </a:lnTo>
                    <a:lnTo>
                      <a:pt x="449" y="391"/>
                    </a:lnTo>
                    <a:lnTo>
                      <a:pt x="449" y="391"/>
                    </a:lnTo>
                    <a:lnTo>
                      <a:pt x="449" y="394"/>
                    </a:lnTo>
                    <a:lnTo>
                      <a:pt x="449" y="394"/>
                    </a:lnTo>
                    <a:lnTo>
                      <a:pt x="449" y="394"/>
                    </a:lnTo>
                    <a:lnTo>
                      <a:pt x="449" y="394"/>
                    </a:lnTo>
                    <a:lnTo>
                      <a:pt x="447" y="394"/>
                    </a:lnTo>
                    <a:lnTo>
                      <a:pt x="447" y="394"/>
                    </a:lnTo>
                    <a:lnTo>
                      <a:pt x="447" y="394"/>
                    </a:lnTo>
                    <a:lnTo>
                      <a:pt x="447" y="391"/>
                    </a:lnTo>
                    <a:lnTo>
                      <a:pt x="447" y="391"/>
                    </a:lnTo>
                    <a:lnTo>
                      <a:pt x="447" y="394"/>
                    </a:lnTo>
                    <a:lnTo>
                      <a:pt x="447" y="394"/>
                    </a:lnTo>
                    <a:lnTo>
                      <a:pt x="447" y="394"/>
                    </a:lnTo>
                    <a:lnTo>
                      <a:pt x="447" y="394"/>
                    </a:lnTo>
                    <a:lnTo>
                      <a:pt x="447" y="396"/>
                    </a:lnTo>
                    <a:lnTo>
                      <a:pt x="447" y="396"/>
                    </a:lnTo>
                    <a:lnTo>
                      <a:pt x="445" y="396"/>
                    </a:lnTo>
                    <a:lnTo>
                      <a:pt x="445" y="396"/>
                    </a:lnTo>
                    <a:lnTo>
                      <a:pt x="445" y="396"/>
                    </a:lnTo>
                    <a:lnTo>
                      <a:pt x="442" y="396"/>
                    </a:lnTo>
                    <a:lnTo>
                      <a:pt x="442" y="396"/>
                    </a:lnTo>
                    <a:lnTo>
                      <a:pt x="440" y="396"/>
                    </a:lnTo>
                    <a:lnTo>
                      <a:pt x="440" y="396"/>
                    </a:lnTo>
                    <a:lnTo>
                      <a:pt x="440" y="394"/>
                    </a:lnTo>
                    <a:lnTo>
                      <a:pt x="440" y="394"/>
                    </a:lnTo>
                    <a:lnTo>
                      <a:pt x="440" y="394"/>
                    </a:lnTo>
                    <a:lnTo>
                      <a:pt x="440" y="394"/>
                    </a:lnTo>
                    <a:lnTo>
                      <a:pt x="440" y="394"/>
                    </a:lnTo>
                    <a:lnTo>
                      <a:pt x="440" y="394"/>
                    </a:lnTo>
                    <a:lnTo>
                      <a:pt x="440" y="394"/>
                    </a:lnTo>
                    <a:lnTo>
                      <a:pt x="440" y="396"/>
                    </a:lnTo>
                    <a:lnTo>
                      <a:pt x="438" y="396"/>
                    </a:lnTo>
                    <a:lnTo>
                      <a:pt x="438" y="396"/>
                    </a:lnTo>
                    <a:lnTo>
                      <a:pt x="438" y="396"/>
                    </a:lnTo>
                    <a:lnTo>
                      <a:pt x="438" y="396"/>
                    </a:lnTo>
                    <a:lnTo>
                      <a:pt x="438" y="396"/>
                    </a:lnTo>
                    <a:lnTo>
                      <a:pt x="438" y="394"/>
                    </a:lnTo>
                    <a:lnTo>
                      <a:pt x="435" y="394"/>
                    </a:lnTo>
                    <a:lnTo>
                      <a:pt x="435" y="396"/>
                    </a:lnTo>
                    <a:lnTo>
                      <a:pt x="435" y="396"/>
                    </a:lnTo>
                    <a:lnTo>
                      <a:pt x="433" y="396"/>
                    </a:lnTo>
                    <a:lnTo>
                      <a:pt x="433" y="394"/>
                    </a:lnTo>
                    <a:lnTo>
                      <a:pt x="433" y="394"/>
                    </a:lnTo>
                    <a:lnTo>
                      <a:pt x="433" y="396"/>
                    </a:lnTo>
                    <a:lnTo>
                      <a:pt x="433" y="396"/>
                    </a:lnTo>
                    <a:lnTo>
                      <a:pt x="433" y="396"/>
                    </a:lnTo>
                    <a:lnTo>
                      <a:pt x="430" y="396"/>
                    </a:lnTo>
                    <a:lnTo>
                      <a:pt x="430" y="396"/>
                    </a:lnTo>
                    <a:lnTo>
                      <a:pt x="430" y="394"/>
                    </a:lnTo>
                    <a:lnTo>
                      <a:pt x="430" y="394"/>
                    </a:lnTo>
                    <a:lnTo>
                      <a:pt x="428" y="394"/>
                    </a:lnTo>
                    <a:lnTo>
                      <a:pt x="428" y="394"/>
                    </a:lnTo>
                    <a:lnTo>
                      <a:pt x="428" y="394"/>
                    </a:lnTo>
                    <a:lnTo>
                      <a:pt x="426" y="394"/>
                    </a:lnTo>
                    <a:lnTo>
                      <a:pt x="426" y="394"/>
                    </a:lnTo>
                    <a:lnTo>
                      <a:pt x="426" y="394"/>
                    </a:lnTo>
                    <a:lnTo>
                      <a:pt x="426" y="391"/>
                    </a:lnTo>
                    <a:lnTo>
                      <a:pt x="426" y="391"/>
                    </a:lnTo>
                    <a:lnTo>
                      <a:pt x="426" y="389"/>
                    </a:lnTo>
                    <a:lnTo>
                      <a:pt x="428" y="389"/>
                    </a:lnTo>
                    <a:lnTo>
                      <a:pt x="428" y="389"/>
                    </a:lnTo>
                    <a:lnTo>
                      <a:pt x="428" y="387"/>
                    </a:lnTo>
                    <a:lnTo>
                      <a:pt x="428" y="387"/>
                    </a:lnTo>
                    <a:lnTo>
                      <a:pt x="426" y="387"/>
                    </a:lnTo>
                    <a:lnTo>
                      <a:pt x="426" y="387"/>
                    </a:lnTo>
                    <a:lnTo>
                      <a:pt x="426" y="387"/>
                    </a:lnTo>
                    <a:lnTo>
                      <a:pt x="426" y="389"/>
                    </a:lnTo>
                    <a:lnTo>
                      <a:pt x="426" y="389"/>
                    </a:lnTo>
                    <a:lnTo>
                      <a:pt x="426" y="389"/>
                    </a:lnTo>
                    <a:lnTo>
                      <a:pt x="423" y="389"/>
                    </a:lnTo>
                    <a:lnTo>
                      <a:pt x="423" y="391"/>
                    </a:lnTo>
                    <a:lnTo>
                      <a:pt x="423" y="391"/>
                    </a:lnTo>
                    <a:lnTo>
                      <a:pt x="423" y="391"/>
                    </a:lnTo>
                    <a:lnTo>
                      <a:pt x="421" y="391"/>
                    </a:lnTo>
                    <a:lnTo>
                      <a:pt x="421" y="394"/>
                    </a:lnTo>
                    <a:lnTo>
                      <a:pt x="421" y="394"/>
                    </a:lnTo>
                    <a:lnTo>
                      <a:pt x="421" y="394"/>
                    </a:lnTo>
                    <a:lnTo>
                      <a:pt x="421" y="394"/>
                    </a:lnTo>
                    <a:lnTo>
                      <a:pt x="419" y="394"/>
                    </a:lnTo>
                    <a:lnTo>
                      <a:pt x="419" y="394"/>
                    </a:lnTo>
                    <a:lnTo>
                      <a:pt x="419" y="394"/>
                    </a:lnTo>
                    <a:lnTo>
                      <a:pt x="416" y="394"/>
                    </a:lnTo>
                    <a:lnTo>
                      <a:pt x="416" y="394"/>
                    </a:lnTo>
                    <a:lnTo>
                      <a:pt x="416" y="394"/>
                    </a:lnTo>
                    <a:lnTo>
                      <a:pt x="414" y="394"/>
                    </a:lnTo>
                    <a:lnTo>
                      <a:pt x="414" y="394"/>
                    </a:lnTo>
                    <a:lnTo>
                      <a:pt x="414" y="394"/>
                    </a:lnTo>
                    <a:lnTo>
                      <a:pt x="414" y="396"/>
                    </a:lnTo>
                    <a:lnTo>
                      <a:pt x="412" y="396"/>
                    </a:lnTo>
                    <a:lnTo>
                      <a:pt x="412" y="396"/>
                    </a:lnTo>
                    <a:lnTo>
                      <a:pt x="412" y="396"/>
                    </a:lnTo>
                    <a:lnTo>
                      <a:pt x="409" y="396"/>
                    </a:lnTo>
                    <a:lnTo>
                      <a:pt x="409" y="396"/>
                    </a:lnTo>
                    <a:lnTo>
                      <a:pt x="409" y="396"/>
                    </a:lnTo>
                    <a:lnTo>
                      <a:pt x="407" y="396"/>
                    </a:lnTo>
                    <a:lnTo>
                      <a:pt x="407" y="396"/>
                    </a:lnTo>
                    <a:lnTo>
                      <a:pt x="407" y="398"/>
                    </a:lnTo>
                    <a:lnTo>
                      <a:pt x="407" y="398"/>
                    </a:lnTo>
                    <a:lnTo>
                      <a:pt x="407" y="398"/>
                    </a:lnTo>
                    <a:lnTo>
                      <a:pt x="404" y="398"/>
                    </a:lnTo>
                    <a:lnTo>
                      <a:pt x="404" y="398"/>
                    </a:lnTo>
                    <a:lnTo>
                      <a:pt x="404" y="401"/>
                    </a:lnTo>
                    <a:lnTo>
                      <a:pt x="404" y="401"/>
                    </a:lnTo>
                    <a:lnTo>
                      <a:pt x="404" y="401"/>
                    </a:lnTo>
                    <a:lnTo>
                      <a:pt x="404" y="403"/>
                    </a:lnTo>
                    <a:lnTo>
                      <a:pt x="402" y="403"/>
                    </a:lnTo>
                    <a:lnTo>
                      <a:pt x="402" y="403"/>
                    </a:lnTo>
                    <a:lnTo>
                      <a:pt x="402" y="403"/>
                    </a:lnTo>
                    <a:lnTo>
                      <a:pt x="402" y="403"/>
                    </a:lnTo>
                    <a:lnTo>
                      <a:pt x="402" y="406"/>
                    </a:lnTo>
                    <a:lnTo>
                      <a:pt x="400" y="406"/>
                    </a:lnTo>
                    <a:lnTo>
                      <a:pt x="400" y="406"/>
                    </a:lnTo>
                    <a:lnTo>
                      <a:pt x="402" y="406"/>
                    </a:lnTo>
                    <a:lnTo>
                      <a:pt x="402" y="408"/>
                    </a:lnTo>
                    <a:lnTo>
                      <a:pt x="402" y="408"/>
                    </a:lnTo>
                    <a:lnTo>
                      <a:pt x="402" y="408"/>
                    </a:lnTo>
                    <a:lnTo>
                      <a:pt x="402" y="410"/>
                    </a:lnTo>
                    <a:lnTo>
                      <a:pt x="402" y="410"/>
                    </a:lnTo>
                    <a:lnTo>
                      <a:pt x="404" y="410"/>
                    </a:lnTo>
                    <a:lnTo>
                      <a:pt x="404" y="413"/>
                    </a:lnTo>
                    <a:lnTo>
                      <a:pt x="404" y="413"/>
                    </a:lnTo>
                    <a:lnTo>
                      <a:pt x="404" y="413"/>
                    </a:lnTo>
                    <a:lnTo>
                      <a:pt x="404" y="413"/>
                    </a:lnTo>
                    <a:lnTo>
                      <a:pt x="404" y="415"/>
                    </a:lnTo>
                    <a:lnTo>
                      <a:pt x="404" y="415"/>
                    </a:lnTo>
                    <a:lnTo>
                      <a:pt x="404" y="415"/>
                    </a:lnTo>
                    <a:lnTo>
                      <a:pt x="404" y="417"/>
                    </a:lnTo>
                    <a:lnTo>
                      <a:pt x="407" y="417"/>
                    </a:lnTo>
                    <a:lnTo>
                      <a:pt x="407" y="417"/>
                    </a:lnTo>
                    <a:lnTo>
                      <a:pt x="404" y="417"/>
                    </a:lnTo>
                    <a:lnTo>
                      <a:pt x="404" y="420"/>
                    </a:lnTo>
                    <a:lnTo>
                      <a:pt x="404" y="420"/>
                    </a:lnTo>
                    <a:lnTo>
                      <a:pt x="404" y="420"/>
                    </a:lnTo>
                    <a:lnTo>
                      <a:pt x="404" y="420"/>
                    </a:lnTo>
                    <a:lnTo>
                      <a:pt x="402" y="420"/>
                    </a:lnTo>
                    <a:lnTo>
                      <a:pt x="402" y="422"/>
                    </a:lnTo>
                    <a:lnTo>
                      <a:pt x="402" y="422"/>
                    </a:lnTo>
                    <a:lnTo>
                      <a:pt x="400" y="422"/>
                    </a:lnTo>
                    <a:lnTo>
                      <a:pt x="400" y="422"/>
                    </a:lnTo>
                    <a:lnTo>
                      <a:pt x="400" y="422"/>
                    </a:lnTo>
                    <a:lnTo>
                      <a:pt x="400" y="425"/>
                    </a:lnTo>
                    <a:lnTo>
                      <a:pt x="400" y="425"/>
                    </a:lnTo>
                    <a:lnTo>
                      <a:pt x="400" y="427"/>
                    </a:lnTo>
                    <a:lnTo>
                      <a:pt x="400" y="427"/>
                    </a:lnTo>
                    <a:lnTo>
                      <a:pt x="400" y="427"/>
                    </a:lnTo>
                    <a:lnTo>
                      <a:pt x="400" y="427"/>
                    </a:lnTo>
                    <a:lnTo>
                      <a:pt x="400" y="429"/>
                    </a:lnTo>
                    <a:lnTo>
                      <a:pt x="397" y="429"/>
                    </a:lnTo>
                    <a:lnTo>
                      <a:pt x="397" y="429"/>
                    </a:lnTo>
                    <a:lnTo>
                      <a:pt x="397" y="429"/>
                    </a:lnTo>
                    <a:lnTo>
                      <a:pt x="395" y="429"/>
                    </a:lnTo>
                    <a:lnTo>
                      <a:pt x="395" y="429"/>
                    </a:lnTo>
                    <a:lnTo>
                      <a:pt x="395" y="432"/>
                    </a:lnTo>
                    <a:lnTo>
                      <a:pt x="395" y="432"/>
                    </a:lnTo>
                    <a:lnTo>
                      <a:pt x="395" y="432"/>
                    </a:lnTo>
                    <a:lnTo>
                      <a:pt x="395" y="432"/>
                    </a:lnTo>
                    <a:lnTo>
                      <a:pt x="393" y="432"/>
                    </a:lnTo>
                    <a:lnTo>
                      <a:pt x="393" y="434"/>
                    </a:lnTo>
                    <a:lnTo>
                      <a:pt x="393" y="434"/>
                    </a:lnTo>
                    <a:lnTo>
                      <a:pt x="393" y="434"/>
                    </a:lnTo>
                    <a:lnTo>
                      <a:pt x="393" y="436"/>
                    </a:lnTo>
                    <a:lnTo>
                      <a:pt x="393" y="436"/>
                    </a:lnTo>
                    <a:lnTo>
                      <a:pt x="390" y="436"/>
                    </a:lnTo>
                    <a:lnTo>
                      <a:pt x="390" y="436"/>
                    </a:lnTo>
                    <a:lnTo>
                      <a:pt x="390" y="436"/>
                    </a:lnTo>
                    <a:lnTo>
                      <a:pt x="388" y="436"/>
                    </a:lnTo>
                    <a:lnTo>
                      <a:pt x="388" y="439"/>
                    </a:lnTo>
                    <a:lnTo>
                      <a:pt x="388" y="439"/>
                    </a:lnTo>
                    <a:lnTo>
                      <a:pt x="388" y="439"/>
                    </a:lnTo>
                    <a:lnTo>
                      <a:pt x="386" y="439"/>
                    </a:lnTo>
                    <a:lnTo>
                      <a:pt x="386" y="439"/>
                    </a:lnTo>
                    <a:lnTo>
                      <a:pt x="386" y="439"/>
                    </a:lnTo>
                    <a:lnTo>
                      <a:pt x="386" y="439"/>
                    </a:lnTo>
                    <a:lnTo>
                      <a:pt x="383" y="439"/>
                    </a:lnTo>
                    <a:lnTo>
                      <a:pt x="383" y="439"/>
                    </a:lnTo>
                    <a:lnTo>
                      <a:pt x="383" y="441"/>
                    </a:lnTo>
                    <a:lnTo>
                      <a:pt x="381" y="441"/>
                    </a:lnTo>
                    <a:lnTo>
                      <a:pt x="381" y="441"/>
                    </a:lnTo>
                    <a:lnTo>
                      <a:pt x="381" y="441"/>
                    </a:lnTo>
                    <a:lnTo>
                      <a:pt x="378" y="441"/>
                    </a:lnTo>
                    <a:lnTo>
                      <a:pt x="378" y="441"/>
                    </a:lnTo>
                    <a:lnTo>
                      <a:pt x="378" y="441"/>
                    </a:lnTo>
                    <a:lnTo>
                      <a:pt x="378" y="441"/>
                    </a:lnTo>
                    <a:lnTo>
                      <a:pt x="376" y="441"/>
                    </a:lnTo>
                    <a:lnTo>
                      <a:pt x="376" y="443"/>
                    </a:lnTo>
                    <a:lnTo>
                      <a:pt x="376" y="443"/>
                    </a:lnTo>
                    <a:lnTo>
                      <a:pt x="374" y="443"/>
                    </a:lnTo>
                    <a:lnTo>
                      <a:pt x="374" y="443"/>
                    </a:lnTo>
                    <a:lnTo>
                      <a:pt x="374" y="443"/>
                    </a:lnTo>
                    <a:lnTo>
                      <a:pt x="374" y="443"/>
                    </a:lnTo>
                    <a:lnTo>
                      <a:pt x="374" y="443"/>
                    </a:lnTo>
                    <a:lnTo>
                      <a:pt x="371" y="443"/>
                    </a:lnTo>
                    <a:lnTo>
                      <a:pt x="371" y="443"/>
                    </a:lnTo>
                    <a:lnTo>
                      <a:pt x="371" y="446"/>
                    </a:lnTo>
                    <a:lnTo>
                      <a:pt x="371" y="446"/>
                    </a:lnTo>
                    <a:lnTo>
                      <a:pt x="369" y="446"/>
                    </a:lnTo>
                    <a:lnTo>
                      <a:pt x="369" y="446"/>
                    </a:lnTo>
                    <a:lnTo>
                      <a:pt x="369" y="446"/>
                    </a:lnTo>
                    <a:lnTo>
                      <a:pt x="367" y="446"/>
                    </a:lnTo>
                    <a:lnTo>
                      <a:pt x="367" y="448"/>
                    </a:lnTo>
                    <a:lnTo>
                      <a:pt x="367" y="448"/>
                    </a:lnTo>
                    <a:lnTo>
                      <a:pt x="367" y="448"/>
                    </a:lnTo>
                    <a:lnTo>
                      <a:pt x="367" y="448"/>
                    </a:lnTo>
                    <a:lnTo>
                      <a:pt x="367" y="451"/>
                    </a:lnTo>
                    <a:lnTo>
                      <a:pt x="364" y="451"/>
                    </a:lnTo>
                    <a:lnTo>
                      <a:pt x="364" y="451"/>
                    </a:lnTo>
                    <a:lnTo>
                      <a:pt x="364" y="451"/>
                    </a:lnTo>
                    <a:lnTo>
                      <a:pt x="364" y="453"/>
                    </a:lnTo>
                    <a:lnTo>
                      <a:pt x="362" y="453"/>
                    </a:lnTo>
                    <a:lnTo>
                      <a:pt x="362" y="453"/>
                    </a:lnTo>
                    <a:lnTo>
                      <a:pt x="362" y="453"/>
                    </a:lnTo>
                    <a:lnTo>
                      <a:pt x="362" y="453"/>
                    </a:lnTo>
                    <a:lnTo>
                      <a:pt x="362" y="453"/>
                    </a:lnTo>
                    <a:lnTo>
                      <a:pt x="359" y="453"/>
                    </a:lnTo>
                    <a:lnTo>
                      <a:pt x="359" y="453"/>
                    </a:lnTo>
                    <a:lnTo>
                      <a:pt x="359" y="455"/>
                    </a:lnTo>
                    <a:lnTo>
                      <a:pt x="359" y="455"/>
                    </a:lnTo>
                    <a:lnTo>
                      <a:pt x="359" y="455"/>
                    </a:lnTo>
                    <a:lnTo>
                      <a:pt x="357" y="455"/>
                    </a:lnTo>
                    <a:lnTo>
                      <a:pt x="357" y="458"/>
                    </a:lnTo>
                    <a:lnTo>
                      <a:pt x="357" y="458"/>
                    </a:lnTo>
                    <a:lnTo>
                      <a:pt x="357" y="458"/>
                    </a:lnTo>
                    <a:lnTo>
                      <a:pt x="357" y="460"/>
                    </a:lnTo>
                    <a:lnTo>
                      <a:pt x="357" y="460"/>
                    </a:lnTo>
                    <a:lnTo>
                      <a:pt x="355" y="460"/>
                    </a:lnTo>
                    <a:lnTo>
                      <a:pt x="355" y="462"/>
                    </a:lnTo>
                    <a:lnTo>
                      <a:pt x="355" y="462"/>
                    </a:lnTo>
                    <a:lnTo>
                      <a:pt x="355" y="462"/>
                    </a:lnTo>
                    <a:lnTo>
                      <a:pt x="355" y="462"/>
                    </a:lnTo>
                    <a:lnTo>
                      <a:pt x="355" y="462"/>
                    </a:lnTo>
                    <a:lnTo>
                      <a:pt x="352" y="462"/>
                    </a:lnTo>
                    <a:lnTo>
                      <a:pt x="352" y="465"/>
                    </a:lnTo>
                    <a:lnTo>
                      <a:pt x="352" y="465"/>
                    </a:lnTo>
                    <a:lnTo>
                      <a:pt x="352" y="465"/>
                    </a:lnTo>
                    <a:lnTo>
                      <a:pt x="352" y="467"/>
                    </a:lnTo>
                    <a:lnTo>
                      <a:pt x="352" y="467"/>
                    </a:lnTo>
                    <a:lnTo>
                      <a:pt x="352" y="467"/>
                    </a:lnTo>
                    <a:lnTo>
                      <a:pt x="350" y="467"/>
                    </a:lnTo>
                    <a:lnTo>
                      <a:pt x="350" y="470"/>
                    </a:lnTo>
                    <a:lnTo>
                      <a:pt x="350" y="470"/>
                    </a:lnTo>
                    <a:lnTo>
                      <a:pt x="350" y="470"/>
                    </a:lnTo>
                    <a:lnTo>
                      <a:pt x="348" y="470"/>
                    </a:lnTo>
                    <a:lnTo>
                      <a:pt x="348" y="472"/>
                    </a:lnTo>
                    <a:lnTo>
                      <a:pt x="348" y="472"/>
                    </a:lnTo>
                    <a:lnTo>
                      <a:pt x="348" y="472"/>
                    </a:lnTo>
                    <a:lnTo>
                      <a:pt x="348" y="472"/>
                    </a:lnTo>
                    <a:lnTo>
                      <a:pt x="348" y="472"/>
                    </a:lnTo>
                    <a:lnTo>
                      <a:pt x="348" y="474"/>
                    </a:lnTo>
                    <a:lnTo>
                      <a:pt x="345" y="474"/>
                    </a:lnTo>
                    <a:lnTo>
                      <a:pt x="345" y="474"/>
                    </a:lnTo>
                    <a:lnTo>
                      <a:pt x="345" y="474"/>
                    </a:lnTo>
                    <a:lnTo>
                      <a:pt x="345" y="474"/>
                    </a:lnTo>
                    <a:lnTo>
                      <a:pt x="345" y="477"/>
                    </a:lnTo>
                    <a:lnTo>
                      <a:pt x="343" y="477"/>
                    </a:lnTo>
                    <a:lnTo>
                      <a:pt x="343" y="477"/>
                    </a:lnTo>
                    <a:lnTo>
                      <a:pt x="343" y="479"/>
                    </a:lnTo>
                    <a:lnTo>
                      <a:pt x="343" y="479"/>
                    </a:lnTo>
                    <a:lnTo>
                      <a:pt x="343" y="479"/>
                    </a:lnTo>
                    <a:lnTo>
                      <a:pt x="341" y="479"/>
                    </a:lnTo>
                    <a:lnTo>
                      <a:pt x="341" y="479"/>
                    </a:lnTo>
                    <a:lnTo>
                      <a:pt x="341" y="481"/>
                    </a:lnTo>
                    <a:lnTo>
                      <a:pt x="341" y="481"/>
                    </a:lnTo>
                    <a:lnTo>
                      <a:pt x="338" y="481"/>
                    </a:lnTo>
                    <a:lnTo>
                      <a:pt x="338" y="481"/>
                    </a:lnTo>
                    <a:lnTo>
                      <a:pt x="338" y="481"/>
                    </a:lnTo>
                    <a:lnTo>
                      <a:pt x="338" y="481"/>
                    </a:lnTo>
                    <a:lnTo>
                      <a:pt x="338" y="481"/>
                    </a:lnTo>
                    <a:lnTo>
                      <a:pt x="336" y="481"/>
                    </a:lnTo>
                    <a:lnTo>
                      <a:pt x="336" y="481"/>
                    </a:lnTo>
                    <a:lnTo>
                      <a:pt x="336" y="484"/>
                    </a:lnTo>
                    <a:lnTo>
                      <a:pt x="333" y="484"/>
                    </a:lnTo>
                    <a:lnTo>
                      <a:pt x="333" y="484"/>
                    </a:lnTo>
                    <a:lnTo>
                      <a:pt x="333" y="484"/>
                    </a:lnTo>
                    <a:lnTo>
                      <a:pt x="333" y="484"/>
                    </a:lnTo>
                    <a:lnTo>
                      <a:pt x="331" y="484"/>
                    </a:lnTo>
                    <a:lnTo>
                      <a:pt x="331" y="486"/>
                    </a:lnTo>
                    <a:lnTo>
                      <a:pt x="331" y="486"/>
                    </a:lnTo>
                    <a:lnTo>
                      <a:pt x="331" y="486"/>
                    </a:lnTo>
                    <a:lnTo>
                      <a:pt x="331" y="489"/>
                    </a:lnTo>
                    <a:lnTo>
                      <a:pt x="331" y="489"/>
                    </a:lnTo>
                    <a:lnTo>
                      <a:pt x="329" y="489"/>
                    </a:lnTo>
                    <a:lnTo>
                      <a:pt x="329" y="489"/>
                    </a:lnTo>
                    <a:lnTo>
                      <a:pt x="329" y="489"/>
                    </a:lnTo>
                    <a:lnTo>
                      <a:pt x="329" y="491"/>
                    </a:lnTo>
                    <a:lnTo>
                      <a:pt x="329" y="491"/>
                    </a:lnTo>
                    <a:lnTo>
                      <a:pt x="326" y="491"/>
                    </a:lnTo>
                    <a:lnTo>
                      <a:pt x="326" y="491"/>
                    </a:lnTo>
                    <a:lnTo>
                      <a:pt x="326" y="491"/>
                    </a:lnTo>
                    <a:lnTo>
                      <a:pt x="326" y="493"/>
                    </a:lnTo>
                    <a:lnTo>
                      <a:pt x="326" y="493"/>
                    </a:lnTo>
                    <a:lnTo>
                      <a:pt x="326" y="493"/>
                    </a:lnTo>
                    <a:lnTo>
                      <a:pt x="324" y="493"/>
                    </a:lnTo>
                    <a:lnTo>
                      <a:pt x="324" y="496"/>
                    </a:lnTo>
                    <a:lnTo>
                      <a:pt x="324" y="496"/>
                    </a:lnTo>
                    <a:lnTo>
                      <a:pt x="324" y="496"/>
                    </a:lnTo>
                    <a:lnTo>
                      <a:pt x="322" y="496"/>
                    </a:lnTo>
                    <a:lnTo>
                      <a:pt x="322" y="498"/>
                    </a:lnTo>
                    <a:lnTo>
                      <a:pt x="322" y="498"/>
                    </a:lnTo>
                    <a:lnTo>
                      <a:pt x="322" y="498"/>
                    </a:lnTo>
                    <a:lnTo>
                      <a:pt x="322" y="498"/>
                    </a:lnTo>
                    <a:lnTo>
                      <a:pt x="319" y="498"/>
                    </a:lnTo>
                    <a:lnTo>
                      <a:pt x="319" y="498"/>
                    </a:lnTo>
                    <a:lnTo>
                      <a:pt x="319" y="500"/>
                    </a:lnTo>
                    <a:lnTo>
                      <a:pt x="319" y="500"/>
                    </a:lnTo>
                    <a:lnTo>
                      <a:pt x="317" y="500"/>
                    </a:lnTo>
                    <a:lnTo>
                      <a:pt x="317" y="500"/>
                    </a:lnTo>
                    <a:lnTo>
                      <a:pt x="317" y="500"/>
                    </a:lnTo>
                    <a:lnTo>
                      <a:pt x="315" y="500"/>
                    </a:lnTo>
                    <a:lnTo>
                      <a:pt x="315" y="500"/>
                    </a:lnTo>
                    <a:lnTo>
                      <a:pt x="315" y="500"/>
                    </a:lnTo>
                    <a:lnTo>
                      <a:pt x="315" y="500"/>
                    </a:lnTo>
                    <a:lnTo>
                      <a:pt x="315" y="503"/>
                    </a:lnTo>
                    <a:lnTo>
                      <a:pt x="312" y="503"/>
                    </a:lnTo>
                    <a:lnTo>
                      <a:pt x="312" y="503"/>
                    </a:lnTo>
                    <a:lnTo>
                      <a:pt x="312" y="503"/>
                    </a:lnTo>
                    <a:lnTo>
                      <a:pt x="312" y="503"/>
                    </a:lnTo>
                    <a:lnTo>
                      <a:pt x="310" y="503"/>
                    </a:lnTo>
                    <a:lnTo>
                      <a:pt x="310" y="505"/>
                    </a:lnTo>
                    <a:lnTo>
                      <a:pt x="310" y="505"/>
                    </a:lnTo>
                    <a:lnTo>
                      <a:pt x="310" y="505"/>
                    </a:lnTo>
                    <a:lnTo>
                      <a:pt x="307" y="505"/>
                    </a:lnTo>
                    <a:lnTo>
                      <a:pt x="307" y="505"/>
                    </a:lnTo>
                    <a:lnTo>
                      <a:pt x="307" y="507"/>
                    </a:lnTo>
                    <a:lnTo>
                      <a:pt x="307" y="507"/>
                    </a:lnTo>
                    <a:lnTo>
                      <a:pt x="307" y="507"/>
                    </a:lnTo>
                    <a:lnTo>
                      <a:pt x="305" y="507"/>
                    </a:lnTo>
                    <a:lnTo>
                      <a:pt x="305" y="510"/>
                    </a:lnTo>
                    <a:lnTo>
                      <a:pt x="305" y="510"/>
                    </a:lnTo>
                    <a:lnTo>
                      <a:pt x="305" y="510"/>
                    </a:lnTo>
                    <a:lnTo>
                      <a:pt x="305" y="510"/>
                    </a:lnTo>
                    <a:lnTo>
                      <a:pt x="305" y="512"/>
                    </a:lnTo>
                    <a:lnTo>
                      <a:pt x="305" y="512"/>
                    </a:lnTo>
                    <a:lnTo>
                      <a:pt x="305" y="512"/>
                    </a:lnTo>
                    <a:lnTo>
                      <a:pt x="305" y="512"/>
                    </a:lnTo>
                    <a:lnTo>
                      <a:pt x="305" y="512"/>
                    </a:lnTo>
                    <a:lnTo>
                      <a:pt x="305" y="515"/>
                    </a:lnTo>
                    <a:lnTo>
                      <a:pt x="305" y="515"/>
                    </a:lnTo>
                    <a:lnTo>
                      <a:pt x="305" y="517"/>
                    </a:lnTo>
                    <a:lnTo>
                      <a:pt x="305" y="517"/>
                    </a:lnTo>
                    <a:lnTo>
                      <a:pt x="305" y="517"/>
                    </a:lnTo>
                    <a:lnTo>
                      <a:pt x="305" y="519"/>
                    </a:lnTo>
                    <a:lnTo>
                      <a:pt x="305" y="519"/>
                    </a:lnTo>
                    <a:lnTo>
                      <a:pt x="305" y="519"/>
                    </a:lnTo>
                    <a:lnTo>
                      <a:pt x="305" y="522"/>
                    </a:lnTo>
                    <a:lnTo>
                      <a:pt x="305" y="522"/>
                    </a:lnTo>
                    <a:lnTo>
                      <a:pt x="305" y="522"/>
                    </a:lnTo>
                    <a:lnTo>
                      <a:pt x="305" y="522"/>
                    </a:lnTo>
                    <a:lnTo>
                      <a:pt x="305" y="522"/>
                    </a:lnTo>
                    <a:lnTo>
                      <a:pt x="303" y="522"/>
                    </a:lnTo>
                    <a:lnTo>
                      <a:pt x="303" y="522"/>
                    </a:lnTo>
                    <a:lnTo>
                      <a:pt x="303" y="524"/>
                    </a:lnTo>
                    <a:lnTo>
                      <a:pt x="300" y="524"/>
                    </a:lnTo>
                    <a:lnTo>
                      <a:pt x="300" y="524"/>
                    </a:lnTo>
                    <a:lnTo>
                      <a:pt x="300" y="524"/>
                    </a:lnTo>
                    <a:lnTo>
                      <a:pt x="300" y="524"/>
                    </a:lnTo>
                    <a:lnTo>
                      <a:pt x="298" y="524"/>
                    </a:lnTo>
                    <a:lnTo>
                      <a:pt x="298" y="526"/>
                    </a:lnTo>
                    <a:lnTo>
                      <a:pt x="298" y="526"/>
                    </a:lnTo>
                    <a:lnTo>
                      <a:pt x="298" y="526"/>
                    </a:lnTo>
                    <a:lnTo>
                      <a:pt x="298" y="526"/>
                    </a:lnTo>
                    <a:lnTo>
                      <a:pt x="296" y="526"/>
                    </a:lnTo>
                    <a:lnTo>
                      <a:pt x="296" y="526"/>
                    </a:lnTo>
                    <a:lnTo>
                      <a:pt x="293" y="526"/>
                    </a:lnTo>
                    <a:lnTo>
                      <a:pt x="293" y="529"/>
                    </a:lnTo>
                    <a:lnTo>
                      <a:pt x="293" y="529"/>
                    </a:lnTo>
                    <a:lnTo>
                      <a:pt x="293" y="529"/>
                    </a:lnTo>
                    <a:lnTo>
                      <a:pt x="293" y="529"/>
                    </a:lnTo>
                    <a:lnTo>
                      <a:pt x="291" y="529"/>
                    </a:lnTo>
                    <a:lnTo>
                      <a:pt x="291" y="529"/>
                    </a:lnTo>
                    <a:lnTo>
                      <a:pt x="288" y="529"/>
                    </a:lnTo>
                    <a:lnTo>
                      <a:pt x="288" y="529"/>
                    </a:lnTo>
                    <a:lnTo>
                      <a:pt x="288" y="529"/>
                    </a:lnTo>
                    <a:lnTo>
                      <a:pt x="288" y="529"/>
                    </a:lnTo>
                    <a:lnTo>
                      <a:pt x="286" y="529"/>
                    </a:lnTo>
                    <a:lnTo>
                      <a:pt x="286" y="529"/>
                    </a:lnTo>
                    <a:lnTo>
                      <a:pt x="286" y="529"/>
                    </a:lnTo>
                    <a:lnTo>
                      <a:pt x="284" y="529"/>
                    </a:lnTo>
                    <a:lnTo>
                      <a:pt x="284" y="529"/>
                    </a:lnTo>
                    <a:lnTo>
                      <a:pt x="284" y="529"/>
                    </a:lnTo>
                    <a:lnTo>
                      <a:pt x="281" y="529"/>
                    </a:lnTo>
                    <a:lnTo>
                      <a:pt x="281" y="531"/>
                    </a:lnTo>
                    <a:lnTo>
                      <a:pt x="281" y="531"/>
                    </a:lnTo>
                    <a:lnTo>
                      <a:pt x="281" y="531"/>
                    </a:lnTo>
                    <a:lnTo>
                      <a:pt x="281" y="531"/>
                    </a:lnTo>
                    <a:lnTo>
                      <a:pt x="281" y="531"/>
                    </a:lnTo>
                    <a:lnTo>
                      <a:pt x="281" y="534"/>
                    </a:lnTo>
                    <a:lnTo>
                      <a:pt x="279" y="534"/>
                    </a:lnTo>
                    <a:lnTo>
                      <a:pt x="279" y="534"/>
                    </a:lnTo>
                    <a:lnTo>
                      <a:pt x="279" y="536"/>
                    </a:lnTo>
                    <a:lnTo>
                      <a:pt x="279" y="536"/>
                    </a:lnTo>
                    <a:lnTo>
                      <a:pt x="279" y="536"/>
                    </a:lnTo>
                    <a:lnTo>
                      <a:pt x="279" y="538"/>
                    </a:lnTo>
                    <a:lnTo>
                      <a:pt x="279" y="538"/>
                    </a:lnTo>
                    <a:lnTo>
                      <a:pt x="279" y="538"/>
                    </a:lnTo>
                    <a:lnTo>
                      <a:pt x="277" y="538"/>
                    </a:lnTo>
                    <a:lnTo>
                      <a:pt x="277" y="541"/>
                    </a:lnTo>
                    <a:lnTo>
                      <a:pt x="277" y="541"/>
                    </a:lnTo>
                    <a:lnTo>
                      <a:pt x="277" y="541"/>
                    </a:lnTo>
                    <a:lnTo>
                      <a:pt x="274" y="541"/>
                    </a:lnTo>
                    <a:lnTo>
                      <a:pt x="274" y="541"/>
                    </a:lnTo>
                    <a:lnTo>
                      <a:pt x="277" y="541"/>
                    </a:lnTo>
                    <a:lnTo>
                      <a:pt x="277" y="543"/>
                    </a:lnTo>
                    <a:lnTo>
                      <a:pt x="277" y="543"/>
                    </a:lnTo>
                    <a:lnTo>
                      <a:pt x="274" y="543"/>
                    </a:lnTo>
                    <a:lnTo>
                      <a:pt x="274" y="543"/>
                    </a:lnTo>
                    <a:lnTo>
                      <a:pt x="274" y="545"/>
                    </a:lnTo>
                    <a:lnTo>
                      <a:pt x="274" y="545"/>
                    </a:lnTo>
                    <a:lnTo>
                      <a:pt x="274" y="543"/>
                    </a:lnTo>
                    <a:lnTo>
                      <a:pt x="272" y="543"/>
                    </a:lnTo>
                    <a:lnTo>
                      <a:pt x="272" y="545"/>
                    </a:lnTo>
                    <a:lnTo>
                      <a:pt x="272" y="545"/>
                    </a:lnTo>
                    <a:lnTo>
                      <a:pt x="272" y="545"/>
                    </a:lnTo>
                    <a:lnTo>
                      <a:pt x="272" y="543"/>
                    </a:lnTo>
                    <a:lnTo>
                      <a:pt x="272" y="543"/>
                    </a:lnTo>
                    <a:lnTo>
                      <a:pt x="270" y="543"/>
                    </a:lnTo>
                    <a:lnTo>
                      <a:pt x="270" y="541"/>
                    </a:lnTo>
                    <a:lnTo>
                      <a:pt x="270" y="541"/>
                    </a:lnTo>
                    <a:lnTo>
                      <a:pt x="270" y="541"/>
                    </a:lnTo>
                    <a:lnTo>
                      <a:pt x="270" y="541"/>
                    </a:lnTo>
                    <a:lnTo>
                      <a:pt x="267" y="541"/>
                    </a:lnTo>
                    <a:lnTo>
                      <a:pt x="267" y="541"/>
                    </a:lnTo>
                    <a:lnTo>
                      <a:pt x="267" y="541"/>
                    </a:lnTo>
                    <a:lnTo>
                      <a:pt x="267" y="541"/>
                    </a:lnTo>
                    <a:lnTo>
                      <a:pt x="265" y="541"/>
                    </a:lnTo>
                    <a:lnTo>
                      <a:pt x="265" y="541"/>
                    </a:lnTo>
                    <a:lnTo>
                      <a:pt x="265" y="541"/>
                    </a:lnTo>
                    <a:lnTo>
                      <a:pt x="265" y="541"/>
                    </a:lnTo>
                    <a:lnTo>
                      <a:pt x="262" y="541"/>
                    </a:lnTo>
                    <a:lnTo>
                      <a:pt x="262" y="543"/>
                    </a:lnTo>
                    <a:lnTo>
                      <a:pt x="262" y="543"/>
                    </a:lnTo>
                    <a:lnTo>
                      <a:pt x="262" y="543"/>
                    </a:lnTo>
                    <a:lnTo>
                      <a:pt x="260" y="543"/>
                    </a:lnTo>
                    <a:lnTo>
                      <a:pt x="260" y="545"/>
                    </a:lnTo>
                    <a:lnTo>
                      <a:pt x="260" y="545"/>
                    </a:lnTo>
                    <a:lnTo>
                      <a:pt x="260" y="545"/>
                    </a:lnTo>
                    <a:lnTo>
                      <a:pt x="260" y="545"/>
                    </a:lnTo>
                    <a:lnTo>
                      <a:pt x="260" y="548"/>
                    </a:lnTo>
                    <a:lnTo>
                      <a:pt x="260" y="548"/>
                    </a:lnTo>
                    <a:lnTo>
                      <a:pt x="260" y="550"/>
                    </a:lnTo>
                    <a:lnTo>
                      <a:pt x="260" y="550"/>
                    </a:lnTo>
                    <a:lnTo>
                      <a:pt x="258" y="550"/>
                    </a:lnTo>
                    <a:lnTo>
                      <a:pt x="258" y="550"/>
                    </a:lnTo>
                    <a:lnTo>
                      <a:pt x="258" y="550"/>
                    </a:lnTo>
                    <a:lnTo>
                      <a:pt x="258" y="553"/>
                    </a:lnTo>
                    <a:lnTo>
                      <a:pt x="258" y="553"/>
                    </a:lnTo>
                    <a:lnTo>
                      <a:pt x="255" y="553"/>
                    </a:lnTo>
                    <a:lnTo>
                      <a:pt x="255" y="555"/>
                    </a:lnTo>
                    <a:lnTo>
                      <a:pt x="255" y="555"/>
                    </a:lnTo>
                    <a:lnTo>
                      <a:pt x="255" y="557"/>
                    </a:lnTo>
                    <a:lnTo>
                      <a:pt x="255" y="557"/>
                    </a:lnTo>
                    <a:lnTo>
                      <a:pt x="255" y="557"/>
                    </a:lnTo>
                    <a:lnTo>
                      <a:pt x="255" y="560"/>
                    </a:lnTo>
                    <a:lnTo>
                      <a:pt x="255" y="560"/>
                    </a:lnTo>
                    <a:lnTo>
                      <a:pt x="255" y="562"/>
                    </a:lnTo>
                    <a:lnTo>
                      <a:pt x="255" y="562"/>
                    </a:lnTo>
                    <a:lnTo>
                      <a:pt x="255" y="562"/>
                    </a:lnTo>
                    <a:lnTo>
                      <a:pt x="255" y="564"/>
                    </a:lnTo>
                    <a:lnTo>
                      <a:pt x="255" y="564"/>
                    </a:lnTo>
                    <a:lnTo>
                      <a:pt x="255" y="564"/>
                    </a:lnTo>
                    <a:lnTo>
                      <a:pt x="255" y="567"/>
                    </a:lnTo>
                    <a:lnTo>
                      <a:pt x="255" y="567"/>
                    </a:lnTo>
                    <a:lnTo>
                      <a:pt x="255" y="569"/>
                    </a:lnTo>
                    <a:lnTo>
                      <a:pt x="258" y="569"/>
                    </a:lnTo>
                    <a:lnTo>
                      <a:pt x="258" y="569"/>
                    </a:lnTo>
                    <a:lnTo>
                      <a:pt x="258" y="571"/>
                    </a:lnTo>
                    <a:lnTo>
                      <a:pt x="258" y="571"/>
                    </a:lnTo>
                    <a:lnTo>
                      <a:pt x="258" y="571"/>
                    </a:lnTo>
                    <a:lnTo>
                      <a:pt x="258" y="571"/>
                    </a:lnTo>
                    <a:lnTo>
                      <a:pt x="258" y="574"/>
                    </a:lnTo>
                    <a:lnTo>
                      <a:pt x="258" y="574"/>
                    </a:lnTo>
                    <a:lnTo>
                      <a:pt x="258" y="576"/>
                    </a:lnTo>
                    <a:lnTo>
                      <a:pt x="258" y="576"/>
                    </a:lnTo>
                    <a:lnTo>
                      <a:pt x="258" y="579"/>
                    </a:lnTo>
                    <a:lnTo>
                      <a:pt x="258" y="579"/>
                    </a:lnTo>
                    <a:lnTo>
                      <a:pt x="258" y="579"/>
                    </a:lnTo>
                    <a:lnTo>
                      <a:pt x="258" y="581"/>
                    </a:lnTo>
                    <a:lnTo>
                      <a:pt x="258" y="581"/>
                    </a:lnTo>
                    <a:lnTo>
                      <a:pt x="258" y="581"/>
                    </a:lnTo>
                    <a:lnTo>
                      <a:pt x="258" y="583"/>
                    </a:lnTo>
                    <a:lnTo>
                      <a:pt x="258" y="583"/>
                    </a:lnTo>
                    <a:lnTo>
                      <a:pt x="258" y="586"/>
                    </a:lnTo>
                    <a:lnTo>
                      <a:pt x="258" y="586"/>
                    </a:lnTo>
                    <a:lnTo>
                      <a:pt x="258" y="588"/>
                    </a:lnTo>
                    <a:lnTo>
                      <a:pt x="258" y="588"/>
                    </a:lnTo>
                    <a:lnTo>
                      <a:pt x="258" y="588"/>
                    </a:lnTo>
                    <a:lnTo>
                      <a:pt x="258" y="590"/>
                    </a:lnTo>
                    <a:lnTo>
                      <a:pt x="260" y="590"/>
                    </a:lnTo>
                    <a:lnTo>
                      <a:pt x="260" y="590"/>
                    </a:lnTo>
                    <a:lnTo>
                      <a:pt x="260" y="590"/>
                    </a:lnTo>
                    <a:lnTo>
                      <a:pt x="260" y="590"/>
                    </a:lnTo>
                    <a:lnTo>
                      <a:pt x="260" y="593"/>
                    </a:lnTo>
                    <a:lnTo>
                      <a:pt x="260" y="593"/>
                    </a:lnTo>
                    <a:lnTo>
                      <a:pt x="260" y="593"/>
                    </a:lnTo>
                    <a:lnTo>
                      <a:pt x="260" y="595"/>
                    </a:lnTo>
                    <a:lnTo>
                      <a:pt x="260" y="595"/>
                    </a:lnTo>
                    <a:lnTo>
                      <a:pt x="260" y="598"/>
                    </a:lnTo>
                    <a:lnTo>
                      <a:pt x="260" y="598"/>
                    </a:lnTo>
                    <a:lnTo>
                      <a:pt x="260" y="598"/>
                    </a:lnTo>
                    <a:lnTo>
                      <a:pt x="260" y="600"/>
                    </a:lnTo>
                    <a:lnTo>
                      <a:pt x="260" y="600"/>
                    </a:lnTo>
                    <a:lnTo>
                      <a:pt x="260" y="600"/>
                    </a:lnTo>
                    <a:lnTo>
                      <a:pt x="260" y="600"/>
                    </a:lnTo>
                    <a:lnTo>
                      <a:pt x="260" y="602"/>
                    </a:lnTo>
                    <a:lnTo>
                      <a:pt x="260" y="602"/>
                    </a:lnTo>
                    <a:lnTo>
                      <a:pt x="260" y="605"/>
                    </a:lnTo>
                    <a:lnTo>
                      <a:pt x="260" y="605"/>
                    </a:lnTo>
                    <a:lnTo>
                      <a:pt x="260" y="607"/>
                    </a:lnTo>
                    <a:lnTo>
                      <a:pt x="260" y="607"/>
                    </a:lnTo>
                    <a:lnTo>
                      <a:pt x="260" y="609"/>
                    </a:lnTo>
                    <a:lnTo>
                      <a:pt x="260" y="609"/>
                    </a:lnTo>
                    <a:lnTo>
                      <a:pt x="260" y="609"/>
                    </a:lnTo>
                    <a:lnTo>
                      <a:pt x="260" y="609"/>
                    </a:lnTo>
                    <a:lnTo>
                      <a:pt x="260" y="609"/>
                    </a:lnTo>
                    <a:lnTo>
                      <a:pt x="260" y="612"/>
                    </a:lnTo>
                    <a:lnTo>
                      <a:pt x="262" y="612"/>
                    </a:lnTo>
                    <a:lnTo>
                      <a:pt x="262" y="612"/>
                    </a:lnTo>
                    <a:lnTo>
                      <a:pt x="260" y="612"/>
                    </a:lnTo>
                    <a:lnTo>
                      <a:pt x="260" y="612"/>
                    </a:lnTo>
                    <a:lnTo>
                      <a:pt x="260" y="614"/>
                    </a:lnTo>
                    <a:lnTo>
                      <a:pt x="260" y="614"/>
                    </a:lnTo>
                    <a:lnTo>
                      <a:pt x="260" y="614"/>
                    </a:lnTo>
                    <a:lnTo>
                      <a:pt x="260" y="616"/>
                    </a:lnTo>
                    <a:lnTo>
                      <a:pt x="260" y="616"/>
                    </a:lnTo>
                    <a:lnTo>
                      <a:pt x="260" y="619"/>
                    </a:lnTo>
                    <a:lnTo>
                      <a:pt x="260" y="619"/>
                    </a:lnTo>
                    <a:lnTo>
                      <a:pt x="260" y="621"/>
                    </a:lnTo>
                    <a:lnTo>
                      <a:pt x="260" y="621"/>
                    </a:lnTo>
                    <a:lnTo>
                      <a:pt x="258" y="621"/>
                    </a:lnTo>
                    <a:lnTo>
                      <a:pt x="258" y="621"/>
                    </a:lnTo>
                    <a:lnTo>
                      <a:pt x="258" y="624"/>
                    </a:lnTo>
                    <a:lnTo>
                      <a:pt x="258" y="624"/>
                    </a:lnTo>
                    <a:lnTo>
                      <a:pt x="258" y="624"/>
                    </a:lnTo>
                    <a:lnTo>
                      <a:pt x="258" y="626"/>
                    </a:lnTo>
                    <a:lnTo>
                      <a:pt x="258" y="626"/>
                    </a:lnTo>
                    <a:lnTo>
                      <a:pt x="258" y="628"/>
                    </a:lnTo>
                    <a:lnTo>
                      <a:pt x="255" y="628"/>
                    </a:lnTo>
                    <a:lnTo>
                      <a:pt x="255" y="628"/>
                    </a:lnTo>
                    <a:lnTo>
                      <a:pt x="255" y="628"/>
                    </a:lnTo>
                    <a:lnTo>
                      <a:pt x="255" y="631"/>
                    </a:lnTo>
                    <a:lnTo>
                      <a:pt x="255" y="631"/>
                    </a:lnTo>
                    <a:lnTo>
                      <a:pt x="255" y="631"/>
                    </a:lnTo>
                    <a:lnTo>
                      <a:pt x="255" y="631"/>
                    </a:lnTo>
                    <a:lnTo>
                      <a:pt x="253" y="631"/>
                    </a:lnTo>
                    <a:lnTo>
                      <a:pt x="253" y="633"/>
                    </a:lnTo>
                    <a:lnTo>
                      <a:pt x="253" y="633"/>
                    </a:lnTo>
                    <a:lnTo>
                      <a:pt x="253" y="633"/>
                    </a:lnTo>
                    <a:lnTo>
                      <a:pt x="253" y="635"/>
                    </a:lnTo>
                    <a:lnTo>
                      <a:pt x="253" y="635"/>
                    </a:lnTo>
                    <a:lnTo>
                      <a:pt x="253" y="635"/>
                    </a:lnTo>
                    <a:lnTo>
                      <a:pt x="253" y="638"/>
                    </a:lnTo>
                    <a:lnTo>
                      <a:pt x="251" y="638"/>
                    </a:lnTo>
                    <a:lnTo>
                      <a:pt x="251" y="638"/>
                    </a:lnTo>
                    <a:lnTo>
                      <a:pt x="251" y="640"/>
                    </a:lnTo>
                    <a:lnTo>
                      <a:pt x="251" y="640"/>
                    </a:lnTo>
                    <a:lnTo>
                      <a:pt x="251" y="640"/>
                    </a:lnTo>
                    <a:lnTo>
                      <a:pt x="251" y="640"/>
                    </a:lnTo>
                    <a:lnTo>
                      <a:pt x="251" y="643"/>
                    </a:lnTo>
                    <a:lnTo>
                      <a:pt x="251" y="643"/>
                    </a:lnTo>
                    <a:lnTo>
                      <a:pt x="251" y="645"/>
                    </a:lnTo>
                    <a:lnTo>
                      <a:pt x="248" y="645"/>
                    </a:lnTo>
                    <a:lnTo>
                      <a:pt x="248" y="645"/>
                    </a:lnTo>
                    <a:lnTo>
                      <a:pt x="248" y="647"/>
                    </a:lnTo>
                    <a:lnTo>
                      <a:pt x="248" y="647"/>
                    </a:lnTo>
                    <a:lnTo>
                      <a:pt x="248" y="650"/>
                    </a:lnTo>
                    <a:lnTo>
                      <a:pt x="248" y="650"/>
                    </a:lnTo>
                    <a:lnTo>
                      <a:pt x="248" y="650"/>
                    </a:lnTo>
                    <a:lnTo>
                      <a:pt x="251" y="650"/>
                    </a:lnTo>
                    <a:lnTo>
                      <a:pt x="251" y="652"/>
                    </a:lnTo>
                    <a:lnTo>
                      <a:pt x="251" y="652"/>
                    </a:lnTo>
                    <a:lnTo>
                      <a:pt x="251" y="652"/>
                    </a:lnTo>
                    <a:lnTo>
                      <a:pt x="251" y="654"/>
                    </a:lnTo>
                    <a:lnTo>
                      <a:pt x="251" y="654"/>
                    </a:lnTo>
                    <a:lnTo>
                      <a:pt x="251" y="657"/>
                    </a:lnTo>
                    <a:lnTo>
                      <a:pt x="251" y="657"/>
                    </a:lnTo>
                    <a:lnTo>
                      <a:pt x="251" y="659"/>
                    </a:lnTo>
                    <a:lnTo>
                      <a:pt x="251" y="659"/>
                    </a:lnTo>
                    <a:lnTo>
                      <a:pt x="251" y="659"/>
                    </a:lnTo>
                    <a:lnTo>
                      <a:pt x="251" y="662"/>
                    </a:lnTo>
                    <a:lnTo>
                      <a:pt x="251" y="662"/>
                    </a:lnTo>
                    <a:lnTo>
                      <a:pt x="251" y="664"/>
                    </a:lnTo>
                    <a:lnTo>
                      <a:pt x="251" y="664"/>
                    </a:lnTo>
                    <a:lnTo>
                      <a:pt x="251" y="666"/>
                    </a:lnTo>
                    <a:lnTo>
                      <a:pt x="251" y="666"/>
                    </a:lnTo>
                    <a:lnTo>
                      <a:pt x="251" y="669"/>
                    </a:lnTo>
                    <a:lnTo>
                      <a:pt x="251" y="669"/>
                    </a:lnTo>
                    <a:lnTo>
                      <a:pt x="251" y="669"/>
                    </a:lnTo>
                    <a:lnTo>
                      <a:pt x="251" y="671"/>
                    </a:lnTo>
                    <a:lnTo>
                      <a:pt x="251" y="671"/>
                    </a:lnTo>
                    <a:lnTo>
                      <a:pt x="251" y="673"/>
                    </a:lnTo>
                    <a:lnTo>
                      <a:pt x="251" y="673"/>
                    </a:lnTo>
                    <a:lnTo>
                      <a:pt x="251" y="676"/>
                    </a:lnTo>
                    <a:lnTo>
                      <a:pt x="251" y="676"/>
                    </a:lnTo>
                    <a:lnTo>
                      <a:pt x="251" y="678"/>
                    </a:lnTo>
                    <a:lnTo>
                      <a:pt x="251" y="678"/>
                    </a:lnTo>
                    <a:lnTo>
                      <a:pt x="253" y="678"/>
                    </a:lnTo>
                    <a:lnTo>
                      <a:pt x="253" y="680"/>
                    </a:lnTo>
                    <a:lnTo>
                      <a:pt x="253" y="680"/>
                    </a:lnTo>
                    <a:lnTo>
                      <a:pt x="253" y="680"/>
                    </a:lnTo>
                    <a:lnTo>
                      <a:pt x="251" y="680"/>
                    </a:lnTo>
                    <a:lnTo>
                      <a:pt x="251" y="683"/>
                    </a:lnTo>
                    <a:lnTo>
                      <a:pt x="251" y="683"/>
                    </a:lnTo>
                    <a:lnTo>
                      <a:pt x="248" y="683"/>
                    </a:lnTo>
                    <a:lnTo>
                      <a:pt x="248" y="683"/>
                    </a:lnTo>
                    <a:lnTo>
                      <a:pt x="248" y="683"/>
                    </a:lnTo>
                    <a:lnTo>
                      <a:pt x="248" y="680"/>
                    </a:lnTo>
                    <a:lnTo>
                      <a:pt x="246" y="680"/>
                    </a:lnTo>
                    <a:lnTo>
                      <a:pt x="246" y="680"/>
                    </a:lnTo>
                    <a:lnTo>
                      <a:pt x="246" y="680"/>
                    </a:lnTo>
                    <a:lnTo>
                      <a:pt x="244" y="680"/>
                    </a:lnTo>
                    <a:lnTo>
                      <a:pt x="244" y="680"/>
                    </a:lnTo>
                    <a:lnTo>
                      <a:pt x="241" y="680"/>
                    </a:lnTo>
                    <a:lnTo>
                      <a:pt x="241" y="680"/>
                    </a:lnTo>
                    <a:lnTo>
                      <a:pt x="241" y="680"/>
                    </a:lnTo>
                    <a:lnTo>
                      <a:pt x="241" y="683"/>
                    </a:lnTo>
                    <a:lnTo>
                      <a:pt x="239" y="683"/>
                    </a:lnTo>
                    <a:lnTo>
                      <a:pt x="239" y="683"/>
                    </a:lnTo>
                    <a:lnTo>
                      <a:pt x="239" y="683"/>
                    </a:lnTo>
                    <a:lnTo>
                      <a:pt x="239" y="685"/>
                    </a:lnTo>
                    <a:lnTo>
                      <a:pt x="239" y="685"/>
                    </a:lnTo>
                    <a:lnTo>
                      <a:pt x="239" y="685"/>
                    </a:lnTo>
                    <a:lnTo>
                      <a:pt x="239" y="688"/>
                    </a:lnTo>
                    <a:lnTo>
                      <a:pt x="239" y="688"/>
                    </a:lnTo>
                    <a:lnTo>
                      <a:pt x="239" y="688"/>
                    </a:lnTo>
                    <a:lnTo>
                      <a:pt x="239" y="690"/>
                    </a:lnTo>
                    <a:lnTo>
                      <a:pt x="239" y="690"/>
                    </a:lnTo>
                    <a:lnTo>
                      <a:pt x="239" y="690"/>
                    </a:lnTo>
                    <a:lnTo>
                      <a:pt x="236" y="690"/>
                    </a:lnTo>
                    <a:lnTo>
                      <a:pt x="236" y="690"/>
                    </a:lnTo>
                    <a:lnTo>
                      <a:pt x="236" y="690"/>
                    </a:lnTo>
                    <a:lnTo>
                      <a:pt x="236" y="692"/>
                    </a:lnTo>
                    <a:lnTo>
                      <a:pt x="236" y="692"/>
                    </a:lnTo>
                    <a:lnTo>
                      <a:pt x="234" y="692"/>
                    </a:lnTo>
                    <a:lnTo>
                      <a:pt x="234" y="695"/>
                    </a:lnTo>
                    <a:lnTo>
                      <a:pt x="234" y="695"/>
                    </a:lnTo>
                    <a:lnTo>
                      <a:pt x="234" y="695"/>
                    </a:lnTo>
                    <a:lnTo>
                      <a:pt x="234" y="695"/>
                    </a:lnTo>
                    <a:lnTo>
                      <a:pt x="234" y="697"/>
                    </a:lnTo>
                    <a:lnTo>
                      <a:pt x="232" y="697"/>
                    </a:lnTo>
                    <a:lnTo>
                      <a:pt x="232" y="697"/>
                    </a:lnTo>
                    <a:lnTo>
                      <a:pt x="232" y="699"/>
                    </a:lnTo>
                    <a:lnTo>
                      <a:pt x="232" y="699"/>
                    </a:lnTo>
                    <a:lnTo>
                      <a:pt x="232" y="699"/>
                    </a:lnTo>
                    <a:lnTo>
                      <a:pt x="232" y="699"/>
                    </a:lnTo>
                    <a:lnTo>
                      <a:pt x="232" y="702"/>
                    </a:lnTo>
                    <a:lnTo>
                      <a:pt x="232" y="702"/>
                    </a:lnTo>
                    <a:lnTo>
                      <a:pt x="232" y="702"/>
                    </a:lnTo>
                    <a:lnTo>
                      <a:pt x="232" y="704"/>
                    </a:lnTo>
                    <a:lnTo>
                      <a:pt x="234" y="704"/>
                    </a:lnTo>
                    <a:lnTo>
                      <a:pt x="234" y="704"/>
                    </a:lnTo>
                    <a:lnTo>
                      <a:pt x="234" y="704"/>
                    </a:lnTo>
                    <a:lnTo>
                      <a:pt x="234" y="707"/>
                    </a:lnTo>
                    <a:lnTo>
                      <a:pt x="234" y="707"/>
                    </a:lnTo>
                    <a:lnTo>
                      <a:pt x="236" y="707"/>
                    </a:lnTo>
                    <a:lnTo>
                      <a:pt x="236" y="707"/>
                    </a:lnTo>
                    <a:lnTo>
                      <a:pt x="239" y="707"/>
                    </a:lnTo>
                    <a:lnTo>
                      <a:pt x="239" y="704"/>
                    </a:lnTo>
                    <a:lnTo>
                      <a:pt x="239" y="704"/>
                    </a:lnTo>
                    <a:lnTo>
                      <a:pt x="239" y="704"/>
                    </a:lnTo>
                    <a:lnTo>
                      <a:pt x="241" y="704"/>
                    </a:lnTo>
                    <a:lnTo>
                      <a:pt x="241" y="707"/>
                    </a:lnTo>
                    <a:lnTo>
                      <a:pt x="241" y="707"/>
                    </a:lnTo>
                    <a:lnTo>
                      <a:pt x="241" y="707"/>
                    </a:lnTo>
                    <a:lnTo>
                      <a:pt x="241" y="709"/>
                    </a:lnTo>
                    <a:lnTo>
                      <a:pt x="241" y="709"/>
                    </a:lnTo>
                    <a:lnTo>
                      <a:pt x="241" y="709"/>
                    </a:lnTo>
                    <a:lnTo>
                      <a:pt x="241" y="709"/>
                    </a:lnTo>
                    <a:lnTo>
                      <a:pt x="241" y="709"/>
                    </a:lnTo>
                    <a:lnTo>
                      <a:pt x="241" y="709"/>
                    </a:lnTo>
                    <a:lnTo>
                      <a:pt x="241" y="709"/>
                    </a:lnTo>
                    <a:lnTo>
                      <a:pt x="239" y="709"/>
                    </a:lnTo>
                    <a:lnTo>
                      <a:pt x="239" y="709"/>
                    </a:lnTo>
                    <a:lnTo>
                      <a:pt x="239" y="709"/>
                    </a:lnTo>
                    <a:lnTo>
                      <a:pt x="239" y="709"/>
                    </a:lnTo>
                    <a:lnTo>
                      <a:pt x="236" y="709"/>
                    </a:lnTo>
                    <a:lnTo>
                      <a:pt x="236" y="707"/>
                    </a:lnTo>
                    <a:lnTo>
                      <a:pt x="236" y="707"/>
                    </a:lnTo>
                    <a:lnTo>
                      <a:pt x="236" y="709"/>
                    </a:lnTo>
                    <a:lnTo>
                      <a:pt x="234" y="709"/>
                    </a:lnTo>
                    <a:lnTo>
                      <a:pt x="234" y="709"/>
                    </a:lnTo>
                    <a:lnTo>
                      <a:pt x="234" y="709"/>
                    </a:lnTo>
                    <a:lnTo>
                      <a:pt x="232" y="709"/>
                    </a:lnTo>
                    <a:lnTo>
                      <a:pt x="232" y="709"/>
                    </a:lnTo>
                    <a:lnTo>
                      <a:pt x="232" y="709"/>
                    </a:lnTo>
                    <a:lnTo>
                      <a:pt x="229" y="709"/>
                    </a:lnTo>
                    <a:lnTo>
                      <a:pt x="229" y="709"/>
                    </a:lnTo>
                    <a:lnTo>
                      <a:pt x="229" y="709"/>
                    </a:lnTo>
                    <a:lnTo>
                      <a:pt x="227" y="709"/>
                    </a:lnTo>
                    <a:lnTo>
                      <a:pt x="227" y="709"/>
                    </a:lnTo>
                    <a:lnTo>
                      <a:pt x="227" y="709"/>
                    </a:lnTo>
                    <a:lnTo>
                      <a:pt x="227" y="709"/>
                    </a:lnTo>
                    <a:lnTo>
                      <a:pt x="227" y="711"/>
                    </a:lnTo>
                    <a:lnTo>
                      <a:pt x="225" y="711"/>
                    </a:lnTo>
                    <a:lnTo>
                      <a:pt x="225" y="711"/>
                    </a:lnTo>
                    <a:lnTo>
                      <a:pt x="225" y="711"/>
                    </a:lnTo>
                    <a:lnTo>
                      <a:pt x="222" y="711"/>
                    </a:lnTo>
                    <a:lnTo>
                      <a:pt x="222" y="711"/>
                    </a:lnTo>
                    <a:lnTo>
                      <a:pt x="222" y="711"/>
                    </a:lnTo>
                    <a:lnTo>
                      <a:pt x="220" y="711"/>
                    </a:lnTo>
                    <a:lnTo>
                      <a:pt x="220" y="711"/>
                    </a:lnTo>
                    <a:lnTo>
                      <a:pt x="220" y="714"/>
                    </a:lnTo>
                    <a:lnTo>
                      <a:pt x="220" y="714"/>
                    </a:lnTo>
                    <a:lnTo>
                      <a:pt x="217" y="714"/>
                    </a:lnTo>
                    <a:lnTo>
                      <a:pt x="217" y="714"/>
                    </a:lnTo>
                    <a:lnTo>
                      <a:pt x="217" y="714"/>
                    </a:lnTo>
                    <a:lnTo>
                      <a:pt x="217" y="716"/>
                    </a:lnTo>
                    <a:lnTo>
                      <a:pt x="215" y="716"/>
                    </a:lnTo>
                    <a:lnTo>
                      <a:pt x="215" y="716"/>
                    </a:lnTo>
                    <a:lnTo>
                      <a:pt x="215" y="716"/>
                    </a:lnTo>
                    <a:lnTo>
                      <a:pt x="215" y="718"/>
                    </a:lnTo>
                    <a:lnTo>
                      <a:pt x="215" y="718"/>
                    </a:lnTo>
                    <a:lnTo>
                      <a:pt x="215" y="718"/>
                    </a:lnTo>
                    <a:lnTo>
                      <a:pt x="215" y="718"/>
                    </a:lnTo>
                    <a:lnTo>
                      <a:pt x="215" y="721"/>
                    </a:lnTo>
                    <a:lnTo>
                      <a:pt x="215" y="721"/>
                    </a:lnTo>
                    <a:lnTo>
                      <a:pt x="215" y="721"/>
                    </a:lnTo>
                    <a:lnTo>
                      <a:pt x="215" y="721"/>
                    </a:lnTo>
                    <a:lnTo>
                      <a:pt x="215" y="723"/>
                    </a:lnTo>
                    <a:lnTo>
                      <a:pt x="215" y="723"/>
                    </a:lnTo>
                    <a:lnTo>
                      <a:pt x="215" y="726"/>
                    </a:lnTo>
                    <a:lnTo>
                      <a:pt x="215" y="726"/>
                    </a:lnTo>
                    <a:lnTo>
                      <a:pt x="215" y="728"/>
                    </a:lnTo>
                    <a:lnTo>
                      <a:pt x="215" y="728"/>
                    </a:lnTo>
                    <a:lnTo>
                      <a:pt x="213" y="728"/>
                    </a:lnTo>
                    <a:lnTo>
                      <a:pt x="213" y="728"/>
                    </a:lnTo>
                    <a:lnTo>
                      <a:pt x="213" y="728"/>
                    </a:lnTo>
                    <a:lnTo>
                      <a:pt x="213" y="730"/>
                    </a:lnTo>
                    <a:lnTo>
                      <a:pt x="213" y="730"/>
                    </a:lnTo>
                    <a:lnTo>
                      <a:pt x="213" y="730"/>
                    </a:lnTo>
                    <a:lnTo>
                      <a:pt x="210" y="730"/>
                    </a:lnTo>
                    <a:lnTo>
                      <a:pt x="210" y="730"/>
                    </a:lnTo>
                    <a:lnTo>
                      <a:pt x="210" y="733"/>
                    </a:lnTo>
                    <a:lnTo>
                      <a:pt x="208" y="733"/>
                    </a:lnTo>
                    <a:lnTo>
                      <a:pt x="208" y="733"/>
                    </a:lnTo>
                    <a:lnTo>
                      <a:pt x="208" y="733"/>
                    </a:lnTo>
                    <a:lnTo>
                      <a:pt x="208" y="733"/>
                    </a:lnTo>
                    <a:lnTo>
                      <a:pt x="208" y="735"/>
                    </a:lnTo>
                    <a:lnTo>
                      <a:pt x="206" y="735"/>
                    </a:lnTo>
                    <a:lnTo>
                      <a:pt x="206" y="735"/>
                    </a:lnTo>
                    <a:lnTo>
                      <a:pt x="206" y="735"/>
                    </a:lnTo>
                    <a:lnTo>
                      <a:pt x="206" y="737"/>
                    </a:lnTo>
                    <a:lnTo>
                      <a:pt x="206" y="737"/>
                    </a:lnTo>
                    <a:lnTo>
                      <a:pt x="203" y="737"/>
                    </a:lnTo>
                    <a:lnTo>
                      <a:pt x="203" y="737"/>
                    </a:lnTo>
                    <a:lnTo>
                      <a:pt x="201" y="737"/>
                    </a:lnTo>
                    <a:lnTo>
                      <a:pt x="201" y="737"/>
                    </a:lnTo>
                    <a:lnTo>
                      <a:pt x="201" y="740"/>
                    </a:lnTo>
                    <a:lnTo>
                      <a:pt x="201" y="740"/>
                    </a:lnTo>
                    <a:lnTo>
                      <a:pt x="201" y="740"/>
                    </a:lnTo>
                    <a:lnTo>
                      <a:pt x="201" y="737"/>
                    </a:lnTo>
                    <a:lnTo>
                      <a:pt x="199" y="737"/>
                    </a:lnTo>
                    <a:lnTo>
                      <a:pt x="199" y="737"/>
                    </a:lnTo>
                    <a:lnTo>
                      <a:pt x="199" y="737"/>
                    </a:lnTo>
                    <a:lnTo>
                      <a:pt x="196" y="737"/>
                    </a:lnTo>
                    <a:lnTo>
                      <a:pt x="196" y="737"/>
                    </a:lnTo>
                    <a:lnTo>
                      <a:pt x="196" y="737"/>
                    </a:lnTo>
                    <a:lnTo>
                      <a:pt x="194" y="737"/>
                    </a:lnTo>
                    <a:lnTo>
                      <a:pt x="194" y="737"/>
                    </a:lnTo>
                    <a:lnTo>
                      <a:pt x="194" y="735"/>
                    </a:lnTo>
                    <a:lnTo>
                      <a:pt x="194" y="735"/>
                    </a:lnTo>
                    <a:lnTo>
                      <a:pt x="194" y="735"/>
                    </a:lnTo>
                    <a:lnTo>
                      <a:pt x="191" y="735"/>
                    </a:lnTo>
                    <a:lnTo>
                      <a:pt x="191" y="733"/>
                    </a:lnTo>
                    <a:lnTo>
                      <a:pt x="191" y="733"/>
                    </a:lnTo>
                    <a:lnTo>
                      <a:pt x="191" y="733"/>
                    </a:lnTo>
                    <a:lnTo>
                      <a:pt x="191" y="733"/>
                    </a:lnTo>
                    <a:lnTo>
                      <a:pt x="189" y="733"/>
                    </a:lnTo>
                    <a:lnTo>
                      <a:pt x="189" y="730"/>
                    </a:lnTo>
                    <a:lnTo>
                      <a:pt x="189" y="730"/>
                    </a:lnTo>
                    <a:lnTo>
                      <a:pt x="189" y="730"/>
                    </a:lnTo>
                    <a:lnTo>
                      <a:pt x="187" y="730"/>
                    </a:lnTo>
                    <a:lnTo>
                      <a:pt x="187" y="728"/>
                    </a:lnTo>
                    <a:lnTo>
                      <a:pt x="187" y="728"/>
                    </a:lnTo>
                    <a:lnTo>
                      <a:pt x="187" y="728"/>
                    </a:lnTo>
                    <a:lnTo>
                      <a:pt x="187" y="728"/>
                    </a:lnTo>
                    <a:lnTo>
                      <a:pt x="187" y="728"/>
                    </a:lnTo>
                    <a:lnTo>
                      <a:pt x="187" y="726"/>
                    </a:lnTo>
                    <a:lnTo>
                      <a:pt x="184" y="726"/>
                    </a:lnTo>
                    <a:lnTo>
                      <a:pt x="184" y="726"/>
                    </a:lnTo>
                    <a:lnTo>
                      <a:pt x="184" y="726"/>
                    </a:lnTo>
                    <a:lnTo>
                      <a:pt x="184" y="723"/>
                    </a:lnTo>
                    <a:lnTo>
                      <a:pt x="182" y="723"/>
                    </a:lnTo>
                    <a:lnTo>
                      <a:pt x="182" y="723"/>
                    </a:lnTo>
                    <a:lnTo>
                      <a:pt x="182" y="721"/>
                    </a:lnTo>
                    <a:lnTo>
                      <a:pt x="182" y="721"/>
                    </a:lnTo>
                    <a:lnTo>
                      <a:pt x="182" y="721"/>
                    </a:lnTo>
                    <a:lnTo>
                      <a:pt x="182" y="721"/>
                    </a:lnTo>
                    <a:lnTo>
                      <a:pt x="182" y="718"/>
                    </a:lnTo>
                    <a:lnTo>
                      <a:pt x="180" y="718"/>
                    </a:lnTo>
                    <a:lnTo>
                      <a:pt x="180" y="718"/>
                    </a:lnTo>
                    <a:lnTo>
                      <a:pt x="180" y="718"/>
                    </a:lnTo>
                    <a:lnTo>
                      <a:pt x="180" y="718"/>
                    </a:lnTo>
                    <a:lnTo>
                      <a:pt x="180" y="718"/>
                    </a:lnTo>
                    <a:lnTo>
                      <a:pt x="180" y="716"/>
                    </a:lnTo>
                    <a:lnTo>
                      <a:pt x="180" y="716"/>
                    </a:lnTo>
                    <a:lnTo>
                      <a:pt x="177" y="716"/>
                    </a:lnTo>
                    <a:lnTo>
                      <a:pt x="177" y="714"/>
                    </a:lnTo>
                    <a:lnTo>
                      <a:pt x="177" y="714"/>
                    </a:lnTo>
                    <a:lnTo>
                      <a:pt x="177" y="711"/>
                    </a:lnTo>
                    <a:lnTo>
                      <a:pt x="177" y="711"/>
                    </a:lnTo>
                    <a:lnTo>
                      <a:pt x="177" y="711"/>
                    </a:lnTo>
                    <a:lnTo>
                      <a:pt x="177" y="709"/>
                    </a:lnTo>
                    <a:lnTo>
                      <a:pt x="177" y="709"/>
                    </a:lnTo>
                    <a:lnTo>
                      <a:pt x="175" y="709"/>
                    </a:lnTo>
                    <a:lnTo>
                      <a:pt x="175" y="709"/>
                    </a:lnTo>
                    <a:lnTo>
                      <a:pt x="175" y="707"/>
                    </a:lnTo>
                    <a:lnTo>
                      <a:pt x="175" y="707"/>
                    </a:lnTo>
                    <a:lnTo>
                      <a:pt x="175" y="707"/>
                    </a:lnTo>
                    <a:lnTo>
                      <a:pt x="175" y="704"/>
                    </a:lnTo>
                    <a:lnTo>
                      <a:pt x="175" y="704"/>
                    </a:lnTo>
                    <a:lnTo>
                      <a:pt x="175" y="704"/>
                    </a:lnTo>
                    <a:lnTo>
                      <a:pt x="175" y="702"/>
                    </a:lnTo>
                    <a:lnTo>
                      <a:pt x="175" y="702"/>
                    </a:lnTo>
                    <a:lnTo>
                      <a:pt x="173" y="702"/>
                    </a:lnTo>
                    <a:lnTo>
                      <a:pt x="173" y="699"/>
                    </a:lnTo>
                    <a:lnTo>
                      <a:pt x="173" y="699"/>
                    </a:lnTo>
                    <a:lnTo>
                      <a:pt x="173" y="699"/>
                    </a:lnTo>
                    <a:lnTo>
                      <a:pt x="173" y="697"/>
                    </a:lnTo>
                    <a:lnTo>
                      <a:pt x="173" y="697"/>
                    </a:lnTo>
                    <a:lnTo>
                      <a:pt x="173" y="695"/>
                    </a:lnTo>
                    <a:lnTo>
                      <a:pt x="173" y="695"/>
                    </a:lnTo>
                    <a:lnTo>
                      <a:pt x="173" y="692"/>
                    </a:lnTo>
                    <a:lnTo>
                      <a:pt x="173" y="692"/>
                    </a:lnTo>
                    <a:lnTo>
                      <a:pt x="173" y="692"/>
                    </a:lnTo>
                    <a:lnTo>
                      <a:pt x="173" y="690"/>
                    </a:lnTo>
                    <a:lnTo>
                      <a:pt x="173" y="690"/>
                    </a:lnTo>
                    <a:lnTo>
                      <a:pt x="173" y="690"/>
                    </a:lnTo>
                    <a:lnTo>
                      <a:pt x="173" y="690"/>
                    </a:lnTo>
                    <a:lnTo>
                      <a:pt x="173" y="688"/>
                    </a:lnTo>
                    <a:lnTo>
                      <a:pt x="173" y="688"/>
                    </a:lnTo>
                    <a:lnTo>
                      <a:pt x="173" y="685"/>
                    </a:lnTo>
                    <a:lnTo>
                      <a:pt x="173" y="685"/>
                    </a:lnTo>
                    <a:lnTo>
                      <a:pt x="170" y="685"/>
                    </a:lnTo>
                    <a:lnTo>
                      <a:pt x="170" y="683"/>
                    </a:lnTo>
                    <a:lnTo>
                      <a:pt x="170" y="683"/>
                    </a:lnTo>
                    <a:lnTo>
                      <a:pt x="170" y="683"/>
                    </a:lnTo>
                    <a:lnTo>
                      <a:pt x="170" y="680"/>
                    </a:lnTo>
                    <a:lnTo>
                      <a:pt x="170" y="680"/>
                    </a:lnTo>
                    <a:lnTo>
                      <a:pt x="170" y="680"/>
                    </a:lnTo>
                    <a:lnTo>
                      <a:pt x="168" y="680"/>
                    </a:lnTo>
                    <a:lnTo>
                      <a:pt x="168" y="678"/>
                    </a:lnTo>
                    <a:lnTo>
                      <a:pt x="168" y="678"/>
                    </a:lnTo>
                    <a:lnTo>
                      <a:pt x="168" y="676"/>
                    </a:lnTo>
                    <a:lnTo>
                      <a:pt x="168" y="676"/>
                    </a:lnTo>
                    <a:lnTo>
                      <a:pt x="168" y="676"/>
                    </a:lnTo>
                    <a:lnTo>
                      <a:pt x="168" y="673"/>
                    </a:lnTo>
                    <a:lnTo>
                      <a:pt x="168" y="673"/>
                    </a:lnTo>
                    <a:lnTo>
                      <a:pt x="168" y="673"/>
                    </a:lnTo>
                    <a:lnTo>
                      <a:pt x="168" y="671"/>
                    </a:lnTo>
                    <a:lnTo>
                      <a:pt x="165" y="671"/>
                    </a:lnTo>
                    <a:lnTo>
                      <a:pt x="165" y="671"/>
                    </a:lnTo>
                    <a:lnTo>
                      <a:pt x="165" y="669"/>
                    </a:lnTo>
                    <a:lnTo>
                      <a:pt x="165" y="669"/>
                    </a:lnTo>
                    <a:lnTo>
                      <a:pt x="165" y="669"/>
                    </a:lnTo>
                    <a:lnTo>
                      <a:pt x="165" y="669"/>
                    </a:lnTo>
                    <a:lnTo>
                      <a:pt x="165" y="666"/>
                    </a:lnTo>
                    <a:lnTo>
                      <a:pt x="165" y="666"/>
                    </a:lnTo>
                    <a:lnTo>
                      <a:pt x="165" y="664"/>
                    </a:lnTo>
                    <a:lnTo>
                      <a:pt x="165" y="664"/>
                    </a:lnTo>
                    <a:lnTo>
                      <a:pt x="165" y="664"/>
                    </a:lnTo>
                    <a:lnTo>
                      <a:pt x="165" y="662"/>
                    </a:lnTo>
                    <a:lnTo>
                      <a:pt x="165" y="662"/>
                    </a:lnTo>
                    <a:lnTo>
                      <a:pt x="163" y="662"/>
                    </a:lnTo>
                    <a:lnTo>
                      <a:pt x="163" y="659"/>
                    </a:lnTo>
                    <a:lnTo>
                      <a:pt x="163" y="659"/>
                    </a:lnTo>
                    <a:lnTo>
                      <a:pt x="163" y="659"/>
                    </a:lnTo>
                    <a:lnTo>
                      <a:pt x="163" y="659"/>
                    </a:lnTo>
                    <a:lnTo>
                      <a:pt x="163" y="657"/>
                    </a:lnTo>
                    <a:lnTo>
                      <a:pt x="163" y="657"/>
                    </a:lnTo>
                    <a:lnTo>
                      <a:pt x="161" y="657"/>
                    </a:lnTo>
                    <a:lnTo>
                      <a:pt x="161" y="654"/>
                    </a:lnTo>
                    <a:lnTo>
                      <a:pt x="161" y="654"/>
                    </a:lnTo>
                    <a:lnTo>
                      <a:pt x="161" y="654"/>
                    </a:lnTo>
                    <a:lnTo>
                      <a:pt x="161" y="652"/>
                    </a:lnTo>
                    <a:lnTo>
                      <a:pt x="161" y="652"/>
                    </a:lnTo>
                    <a:lnTo>
                      <a:pt x="161" y="652"/>
                    </a:lnTo>
                    <a:lnTo>
                      <a:pt x="158" y="652"/>
                    </a:lnTo>
                    <a:lnTo>
                      <a:pt x="158" y="650"/>
                    </a:lnTo>
                    <a:lnTo>
                      <a:pt x="158" y="650"/>
                    </a:lnTo>
                    <a:lnTo>
                      <a:pt x="158" y="650"/>
                    </a:lnTo>
                    <a:lnTo>
                      <a:pt x="158" y="650"/>
                    </a:lnTo>
                    <a:lnTo>
                      <a:pt x="158" y="647"/>
                    </a:lnTo>
                    <a:lnTo>
                      <a:pt x="158" y="647"/>
                    </a:lnTo>
                    <a:lnTo>
                      <a:pt x="158" y="647"/>
                    </a:lnTo>
                    <a:lnTo>
                      <a:pt x="158" y="645"/>
                    </a:lnTo>
                    <a:lnTo>
                      <a:pt x="156" y="645"/>
                    </a:lnTo>
                    <a:lnTo>
                      <a:pt x="156" y="645"/>
                    </a:lnTo>
                    <a:lnTo>
                      <a:pt x="156" y="645"/>
                    </a:lnTo>
                    <a:lnTo>
                      <a:pt x="156" y="643"/>
                    </a:lnTo>
                    <a:lnTo>
                      <a:pt x="154" y="643"/>
                    </a:lnTo>
                    <a:lnTo>
                      <a:pt x="154" y="643"/>
                    </a:lnTo>
                    <a:lnTo>
                      <a:pt x="154" y="643"/>
                    </a:lnTo>
                    <a:lnTo>
                      <a:pt x="154" y="640"/>
                    </a:lnTo>
                    <a:lnTo>
                      <a:pt x="154" y="640"/>
                    </a:lnTo>
                    <a:lnTo>
                      <a:pt x="154" y="640"/>
                    </a:lnTo>
                    <a:lnTo>
                      <a:pt x="151" y="640"/>
                    </a:lnTo>
                    <a:lnTo>
                      <a:pt x="151" y="640"/>
                    </a:lnTo>
                    <a:lnTo>
                      <a:pt x="151" y="640"/>
                    </a:lnTo>
                    <a:lnTo>
                      <a:pt x="149" y="640"/>
                    </a:lnTo>
                    <a:lnTo>
                      <a:pt x="149" y="638"/>
                    </a:lnTo>
                    <a:lnTo>
                      <a:pt x="149" y="638"/>
                    </a:lnTo>
                    <a:lnTo>
                      <a:pt x="149" y="635"/>
                    </a:lnTo>
                    <a:lnTo>
                      <a:pt x="149" y="635"/>
                    </a:lnTo>
                    <a:lnTo>
                      <a:pt x="149" y="635"/>
                    </a:lnTo>
                    <a:lnTo>
                      <a:pt x="149" y="633"/>
                    </a:lnTo>
                    <a:lnTo>
                      <a:pt x="149" y="633"/>
                    </a:lnTo>
                    <a:lnTo>
                      <a:pt x="149" y="633"/>
                    </a:lnTo>
                    <a:lnTo>
                      <a:pt x="149" y="631"/>
                    </a:lnTo>
                    <a:lnTo>
                      <a:pt x="149" y="631"/>
                    </a:lnTo>
                    <a:lnTo>
                      <a:pt x="146" y="631"/>
                    </a:lnTo>
                    <a:lnTo>
                      <a:pt x="146" y="631"/>
                    </a:lnTo>
                    <a:lnTo>
                      <a:pt x="146" y="628"/>
                    </a:lnTo>
                    <a:lnTo>
                      <a:pt x="146" y="628"/>
                    </a:lnTo>
                    <a:lnTo>
                      <a:pt x="146" y="628"/>
                    </a:lnTo>
                    <a:lnTo>
                      <a:pt x="146" y="626"/>
                    </a:lnTo>
                    <a:lnTo>
                      <a:pt x="146" y="626"/>
                    </a:lnTo>
                    <a:lnTo>
                      <a:pt x="146" y="626"/>
                    </a:lnTo>
                    <a:lnTo>
                      <a:pt x="146" y="624"/>
                    </a:lnTo>
                    <a:lnTo>
                      <a:pt x="146" y="624"/>
                    </a:lnTo>
                    <a:lnTo>
                      <a:pt x="144" y="624"/>
                    </a:lnTo>
                    <a:lnTo>
                      <a:pt x="144" y="621"/>
                    </a:lnTo>
                    <a:lnTo>
                      <a:pt x="144" y="621"/>
                    </a:lnTo>
                    <a:lnTo>
                      <a:pt x="144" y="621"/>
                    </a:lnTo>
                    <a:lnTo>
                      <a:pt x="144" y="621"/>
                    </a:lnTo>
                    <a:lnTo>
                      <a:pt x="144" y="619"/>
                    </a:lnTo>
                    <a:lnTo>
                      <a:pt x="142" y="619"/>
                    </a:lnTo>
                    <a:lnTo>
                      <a:pt x="142" y="619"/>
                    </a:lnTo>
                    <a:lnTo>
                      <a:pt x="142" y="619"/>
                    </a:lnTo>
                    <a:lnTo>
                      <a:pt x="142" y="616"/>
                    </a:lnTo>
                    <a:lnTo>
                      <a:pt x="142" y="616"/>
                    </a:lnTo>
                    <a:lnTo>
                      <a:pt x="142" y="614"/>
                    </a:lnTo>
                    <a:lnTo>
                      <a:pt x="142" y="614"/>
                    </a:lnTo>
                    <a:lnTo>
                      <a:pt x="142" y="614"/>
                    </a:lnTo>
                    <a:lnTo>
                      <a:pt x="142" y="612"/>
                    </a:lnTo>
                    <a:lnTo>
                      <a:pt x="142" y="612"/>
                    </a:lnTo>
                    <a:lnTo>
                      <a:pt x="142" y="609"/>
                    </a:lnTo>
                    <a:lnTo>
                      <a:pt x="142" y="609"/>
                    </a:lnTo>
                    <a:lnTo>
                      <a:pt x="139" y="609"/>
                    </a:lnTo>
                    <a:lnTo>
                      <a:pt x="139" y="609"/>
                    </a:lnTo>
                    <a:lnTo>
                      <a:pt x="139" y="607"/>
                    </a:lnTo>
                    <a:lnTo>
                      <a:pt x="139" y="607"/>
                    </a:lnTo>
                    <a:lnTo>
                      <a:pt x="139" y="607"/>
                    </a:lnTo>
                    <a:lnTo>
                      <a:pt x="139" y="605"/>
                    </a:lnTo>
                    <a:lnTo>
                      <a:pt x="139" y="605"/>
                    </a:lnTo>
                    <a:lnTo>
                      <a:pt x="139" y="605"/>
                    </a:lnTo>
                    <a:lnTo>
                      <a:pt x="139" y="602"/>
                    </a:lnTo>
                    <a:lnTo>
                      <a:pt x="139" y="602"/>
                    </a:lnTo>
                    <a:lnTo>
                      <a:pt x="139" y="602"/>
                    </a:lnTo>
                    <a:lnTo>
                      <a:pt x="139" y="600"/>
                    </a:lnTo>
                    <a:lnTo>
                      <a:pt x="139" y="600"/>
                    </a:lnTo>
                    <a:lnTo>
                      <a:pt x="139" y="600"/>
                    </a:lnTo>
                    <a:lnTo>
                      <a:pt x="139" y="598"/>
                    </a:lnTo>
                    <a:lnTo>
                      <a:pt x="139" y="598"/>
                    </a:lnTo>
                    <a:lnTo>
                      <a:pt x="139" y="598"/>
                    </a:lnTo>
                    <a:lnTo>
                      <a:pt x="139" y="595"/>
                    </a:lnTo>
                    <a:lnTo>
                      <a:pt x="139" y="595"/>
                    </a:lnTo>
                    <a:lnTo>
                      <a:pt x="139" y="593"/>
                    </a:lnTo>
                    <a:lnTo>
                      <a:pt x="137" y="593"/>
                    </a:lnTo>
                    <a:lnTo>
                      <a:pt x="137" y="593"/>
                    </a:lnTo>
                    <a:lnTo>
                      <a:pt x="137" y="590"/>
                    </a:lnTo>
                    <a:lnTo>
                      <a:pt x="137" y="590"/>
                    </a:lnTo>
                    <a:lnTo>
                      <a:pt x="137" y="590"/>
                    </a:lnTo>
                    <a:lnTo>
                      <a:pt x="137" y="590"/>
                    </a:lnTo>
                    <a:lnTo>
                      <a:pt x="135" y="590"/>
                    </a:lnTo>
                    <a:lnTo>
                      <a:pt x="135" y="588"/>
                    </a:lnTo>
                    <a:lnTo>
                      <a:pt x="135" y="588"/>
                    </a:lnTo>
                    <a:lnTo>
                      <a:pt x="135" y="588"/>
                    </a:lnTo>
                    <a:lnTo>
                      <a:pt x="135" y="586"/>
                    </a:lnTo>
                    <a:lnTo>
                      <a:pt x="135" y="586"/>
                    </a:lnTo>
                    <a:lnTo>
                      <a:pt x="135" y="583"/>
                    </a:lnTo>
                    <a:lnTo>
                      <a:pt x="135" y="583"/>
                    </a:lnTo>
                    <a:lnTo>
                      <a:pt x="135" y="583"/>
                    </a:lnTo>
                    <a:lnTo>
                      <a:pt x="135" y="581"/>
                    </a:lnTo>
                    <a:lnTo>
                      <a:pt x="135" y="581"/>
                    </a:lnTo>
                    <a:lnTo>
                      <a:pt x="132" y="581"/>
                    </a:lnTo>
                    <a:lnTo>
                      <a:pt x="132" y="581"/>
                    </a:lnTo>
                    <a:lnTo>
                      <a:pt x="132" y="579"/>
                    </a:lnTo>
                    <a:lnTo>
                      <a:pt x="132" y="579"/>
                    </a:lnTo>
                    <a:lnTo>
                      <a:pt x="132" y="576"/>
                    </a:lnTo>
                    <a:lnTo>
                      <a:pt x="132" y="576"/>
                    </a:lnTo>
                    <a:lnTo>
                      <a:pt x="132" y="576"/>
                    </a:lnTo>
                    <a:lnTo>
                      <a:pt x="132" y="574"/>
                    </a:lnTo>
                    <a:lnTo>
                      <a:pt x="132" y="574"/>
                    </a:lnTo>
                    <a:lnTo>
                      <a:pt x="132" y="574"/>
                    </a:lnTo>
                    <a:lnTo>
                      <a:pt x="132" y="571"/>
                    </a:lnTo>
                    <a:lnTo>
                      <a:pt x="130" y="571"/>
                    </a:lnTo>
                    <a:lnTo>
                      <a:pt x="130" y="571"/>
                    </a:lnTo>
                    <a:lnTo>
                      <a:pt x="130" y="571"/>
                    </a:lnTo>
                    <a:lnTo>
                      <a:pt x="130" y="571"/>
                    </a:lnTo>
                    <a:lnTo>
                      <a:pt x="130" y="569"/>
                    </a:lnTo>
                    <a:lnTo>
                      <a:pt x="128" y="569"/>
                    </a:lnTo>
                    <a:lnTo>
                      <a:pt x="128" y="569"/>
                    </a:lnTo>
                    <a:lnTo>
                      <a:pt x="128" y="569"/>
                    </a:lnTo>
                    <a:lnTo>
                      <a:pt x="128" y="569"/>
                    </a:lnTo>
                    <a:lnTo>
                      <a:pt x="125" y="569"/>
                    </a:lnTo>
                    <a:lnTo>
                      <a:pt x="125" y="567"/>
                    </a:lnTo>
                    <a:lnTo>
                      <a:pt x="125" y="567"/>
                    </a:lnTo>
                    <a:lnTo>
                      <a:pt x="128" y="567"/>
                    </a:lnTo>
                    <a:lnTo>
                      <a:pt x="128" y="564"/>
                    </a:lnTo>
                    <a:lnTo>
                      <a:pt x="125" y="564"/>
                    </a:lnTo>
                    <a:lnTo>
                      <a:pt x="125" y="564"/>
                    </a:lnTo>
                    <a:lnTo>
                      <a:pt x="125" y="564"/>
                    </a:lnTo>
                    <a:lnTo>
                      <a:pt x="125" y="562"/>
                    </a:lnTo>
                    <a:lnTo>
                      <a:pt x="125" y="562"/>
                    </a:lnTo>
                    <a:lnTo>
                      <a:pt x="125" y="562"/>
                    </a:lnTo>
                    <a:lnTo>
                      <a:pt x="123" y="562"/>
                    </a:lnTo>
                    <a:lnTo>
                      <a:pt x="123" y="562"/>
                    </a:lnTo>
                    <a:lnTo>
                      <a:pt x="123" y="562"/>
                    </a:lnTo>
                    <a:lnTo>
                      <a:pt x="123" y="560"/>
                    </a:lnTo>
                    <a:lnTo>
                      <a:pt x="123" y="560"/>
                    </a:lnTo>
                    <a:lnTo>
                      <a:pt x="123" y="560"/>
                    </a:lnTo>
                    <a:lnTo>
                      <a:pt x="123" y="557"/>
                    </a:lnTo>
                    <a:lnTo>
                      <a:pt x="123" y="557"/>
                    </a:lnTo>
                    <a:lnTo>
                      <a:pt x="123" y="557"/>
                    </a:lnTo>
                    <a:lnTo>
                      <a:pt x="123" y="555"/>
                    </a:lnTo>
                    <a:lnTo>
                      <a:pt x="123" y="555"/>
                    </a:lnTo>
                    <a:lnTo>
                      <a:pt x="123" y="553"/>
                    </a:lnTo>
                    <a:lnTo>
                      <a:pt x="120" y="553"/>
                    </a:lnTo>
                    <a:lnTo>
                      <a:pt x="120" y="553"/>
                    </a:lnTo>
                    <a:lnTo>
                      <a:pt x="120" y="555"/>
                    </a:lnTo>
                    <a:lnTo>
                      <a:pt x="120" y="555"/>
                    </a:lnTo>
                    <a:lnTo>
                      <a:pt x="120" y="553"/>
                    </a:lnTo>
                    <a:lnTo>
                      <a:pt x="120" y="553"/>
                    </a:lnTo>
                    <a:lnTo>
                      <a:pt x="120" y="550"/>
                    </a:lnTo>
                    <a:lnTo>
                      <a:pt x="120" y="550"/>
                    </a:lnTo>
                    <a:lnTo>
                      <a:pt x="120" y="550"/>
                    </a:lnTo>
                    <a:lnTo>
                      <a:pt x="118" y="550"/>
                    </a:lnTo>
                    <a:lnTo>
                      <a:pt x="118" y="548"/>
                    </a:lnTo>
                    <a:lnTo>
                      <a:pt x="118" y="548"/>
                    </a:lnTo>
                    <a:lnTo>
                      <a:pt x="118" y="545"/>
                    </a:lnTo>
                    <a:lnTo>
                      <a:pt x="118" y="545"/>
                    </a:lnTo>
                    <a:lnTo>
                      <a:pt x="118" y="545"/>
                    </a:lnTo>
                    <a:lnTo>
                      <a:pt x="118" y="543"/>
                    </a:lnTo>
                    <a:lnTo>
                      <a:pt x="118" y="543"/>
                    </a:lnTo>
                    <a:lnTo>
                      <a:pt x="118" y="543"/>
                    </a:lnTo>
                    <a:lnTo>
                      <a:pt x="118" y="541"/>
                    </a:lnTo>
                    <a:lnTo>
                      <a:pt x="118" y="541"/>
                    </a:lnTo>
                    <a:lnTo>
                      <a:pt x="116" y="541"/>
                    </a:lnTo>
                    <a:lnTo>
                      <a:pt x="116" y="541"/>
                    </a:lnTo>
                    <a:lnTo>
                      <a:pt x="116" y="541"/>
                    </a:lnTo>
                    <a:lnTo>
                      <a:pt x="116" y="538"/>
                    </a:lnTo>
                    <a:lnTo>
                      <a:pt x="113" y="538"/>
                    </a:lnTo>
                    <a:lnTo>
                      <a:pt x="113" y="538"/>
                    </a:lnTo>
                    <a:lnTo>
                      <a:pt x="113" y="541"/>
                    </a:lnTo>
                    <a:lnTo>
                      <a:pt x="113" y="541"/>
                    </a:lnTo>
                    <a:lnTo>
                      <a:pt x="113" y="538"/>
                    </a:lnTo>
                    <a:lnTo>
                      <a:pt x="113" y="538"/>
                    </a:lnTo>
                    <a:lnTo>
                      <a:pt x="113" y="536"/>
                    </a:lnTo>
                    <a:lnTo>
                      <a:pt x="113" y="536"/>
                    </a:lnTo>
                    <a:lnTo>
                      <a:pt x="113" y="536"/>
                    </a:lnTo>
                    <a:lnTo>
                      <a:pt x="113" y="536"/>
                    </a:lnTo>
                    <a:lnTo>
                      <a:pt x="113" y="534"/>
                    </a:lnTo>
                    <a:lnTo>
                      <a:pt x="113" y="534"/>
                    </a:lnTo>
                    <a:lnTo>
                      <a:pt x="113" y="531"/>
                    </a:lnTo>
                    <a:lnTo>
                      <a:pt x="113" y="531"/>
                    </a:lnTo>
                    <a:lnTo>
                      <a:pt x="111" y="531"/>
                    </a:lnTo>
                    <a:lnTo>
                      <a:pt x="111" y="531"/>
                    </a:lnTo>
                    <a:lnTo>
                      <a:pt x="111" y="529"/>
                    </a:lnTo>
                    <a:lnTo>
                      <a:pt x="111" y="529"/>
                    </a:lnTo>
                    <a:lnTo>
                      <a:pt x="111" y="529"/>
                    </a:lnTo>
                    <a:lnTo>
                      <a:pt x="111" y="526"/>
                    </a:lnTo>
                    <a:lnTo>
                      <a:pt x="111" y="526"/>
                    </a:lnTo>
                    <a:lnTo>
                      <a:pt x="111" y="524"/>
                    </a:lnTo>
                    <a:lnTo>
                      <a:pt x="109" y="524"/>
                    </a:lnTo>
                    <a:lnTo>
                      <a:pt x="109" y="524"/>
                    </a:lnTo>
                    <a:lnTo>
                      <a:pt x="109" y="522"/>
                    </a:lnTo>
                    <a:lnTo>
                      <a:pt x="109" y="522"/>
                    </a:lnTo>
                    <a:lnTo>
                      <a:pt x="109" y="522"/>
                    </a:lnTo>
                    <a:lnTo>
                      <a:pt x="109" y="519"/>
                    </a:lnTo>
                    <a:lnTo>
                      <a:pt x="109" y="519"/>
                    </a:lnTo>
                    <a:lnTo>
                      <a:pt x="109" y="517"/>
                    </a:lnTo>
                    <a:lnTo>
                      <a:pt x="109" y="517"/>
                    </a:lnTo>
                    <a:lnTo>
                      <a:pt x="109" y="517"/>
                    </a:lnTo>
                    <a:lnTo>
                      <a:pt x="109" y="515"/>
                    </a:lnTo>
                    <a:lnTo>
                      <a:pt x="109" y="515"/>
                    </a:lnTo>
                    <a:lnTo>
                      <a:pt x="109" y="512"/>
                    </a:lnTo>
                    <a:lnTo>
                      <a:pt x="109" y="512"/>
                    </a:lnTo>
                    <a:lnTo>
                      <a:pt x="109" y="512"/>
                    </a:lnTo>
                    <a:lnTo>
                      <a:pt x="109" y="510"/>
                    </a:lnTo>
                    <a:lnTo>
                      <a:pt x="109" y="510"/>
                    </a:lnTo>
                    <a:lnTo>
                      <a:pt x="109" y="507"/>
                    </a:lnTo>
                    <a:lnTo>
                      <a:pt x="109" y="507"/>
                    </a:lnTo>
                    <a:lnTo>
                      <a:pt x="109" y="507"/>
                    </a:lnTo>
                    <a:lnTo>
                      <a:pt x="109" y="505"/>
                    </a:lnTo>
                    <a:lnTo>
                      <a:pt x="109" y="505"/>
                    </a:lnTo>
                    <a:lnTo>
                      <a:pt x="106" y="505"/>
                    </a:lnTo>
                    <a:lnTo>
                      <a:pt x="106" y="503"/>
                    </a:lnTo>
                    <a:lnTo>
                      <a:pt x="106" y="503"/>
                    </a:lnTo>
                    <a:lnTo>
                      <a:pt x="109" y="503"/>
                    </a:lnTo>
                    <a:lnTo>
                      <a:pt x="109" y="500"/>
                    </a:lnTo>
                    <a:lnTo>
                      <a:pt x="106" y="500"/>
                    </a:lnTo>
                    <a:lnTo>
                      <a:pt x="106" y="500"/>
                    </a:lnTo>
                    <a:lnTo>
                      <a:pt x="106" y="500"/>
                    </a:lnTo>
                    <a:lnTo>
                      <a:pt x="106" y="498"/>
                    </a:lnTo>
                    <a:lnTo>
                      <a:pt x="106" y="498"/>
                    </a:lnTo>
                    <a:lnTo>
                      <a:pt x="106" y="498"/>
                    </a:lnTo>
                    <a:lnTo>
                      <a:pt x="106" y="496"/>
                    </a:lnTo>
                    <a:lnTo>
                      <a:pt x="106" y="496"/>
                    </a:lnTo>
                    <a:lnTo>
                      <a:pt x="106" y="493"/>
                    </a:lnTo>
                    <a:lnTo>
                      <a:pt x="106" y="493"/>
                    </a:lnTo>
                    <a:lnTo>
                      <a:pt x="106" y="493"/>
                    </a:lnTo>
                    <a:lnTo>
                      <a:pt x="106" y="493"/>
                    </a:lnTo>
                    <a:lnTo>
                      <a:pt x="106" y="491"/>
                    </a:lnTo>
                    <a:lnTo>
                      <a:pt x="106" y="491"/>
                    </a:lnTo>
                    <a:lnTo>
                      <a:pt x="106" y="491"/>
                    </a:lnTo>
                    <a:lnTo>
                      <a:pt x="106" y="491"/>
                    </a:lnTo>
                    <a:lnTo>
                      <a:pt x="104" y="491"/>
                    </a:lnTo>
                    <a:lnTo>
                      <a:pt x="104" y="489"/>
                    </a:lnTo>
                    <a:lnTo>
                      <a:pt x="104" y="489"/>
                    </a:lnTo>
                    <a:lnTo>
                      <a:pt x="104" y="489"/>
                    </a:lnTo>
                    <a:lnTo>
                      <a:pt x="104" y="486"/>
                    </a:lnTo>
                    <a:lnTo>
                      <a:pt x="104" y="486"/>
                    </a:lnTo>
                    <a:lnTo>
                      <a:pt x="104" y="484"/>
                    </a:lnTo>
                    <a:lnTo>
                      <a:pt x="101" y="484"/>
                    </a:lnTo>
                    <a:lnTo>
                      <a:pt x="101" y="484"/>
                    </a:lnTo>
                    <a:lnTo>
                      <a:pt x="101" y="481"/>
                    </a:lnTo>
                    <a:lnTo>
                      <a:pt x="101" y="481"/>
                    </a:lnTo>
                    <a:lnTo>
                      <a:pt x="101" y="481"/>
                    </a:lnTo>
                    <a:lnTo>
                      <a:pt x="101" y="481"/>
                    </a:lnTo>
                    <a:lnTo>
                      <a:pt x="101" y="479"/>
                    </a:lnTo>
                    <a:lnTo>
                      <a:pt x="101" y="479"/>
                    </a:lnTo>
                    <a:lnTo>
                      <a:pt x="101" y="477"/>
                    </a:lnTo>
                    <a:lnTo>
                      <a:pt x="101" y="477"/>
                    </a:lnTo>
                    <a:lnTo>
                      <a:pt x="101" y="477"/>
                    </a:lnTo>
                    <a:lnTo>
                      <a:pt x="101" y="474"/>
                    </a:lnTo>
                    <a:lnTo>
                      <a:pt x="101" y="474"/>
                    </a:lnTo>
                    <a:lnTo>
                      <a:pt x="101" y="472"/>
                    </a:lnTo>
                    <a:lnTo>
                      <a:pt x="101" y="472"/>
                    </a:lnTo>
                    <a:lnTo>
                      <a:pt x="101" y="472"/>
                    </a:lnTo>
                    <a:lnTo>
                      <a:pt x="101" y="470"/>
                    </a:lnTo>
                    <a:lnTo>
                      <a:pt x="99" y="470"/>
                    </a:lnTo>
                    <a:lnTo>
                      <a:pt x="99" y="470"/>
                    </a:lnTo>
                    <a:lnTo>
                      <a:pt x="99" y="470"/>
                    </a:lnTo>
                    <a:lnTo>
                      <a:pt x="99" y="467"/>
                    </a:lnTo>
                    <a:lnTo>
                      <a:pt x="99" y="467"/>
                    </a:lnTo>
                    <a:lnTo>
                      <a:pt x="99" y="467"/>
                    </a:lnTo>
                    <a:lnTo>
                      <a:pt x="99" y="465"/>
                    </a:lnTo>
                    <a:lnTo>
                      <a:pt x="99" y="465"/>
                    </a:lnTo>
                    <a:lnTo>
                      <a:pt x="101" y="465"/>
                    </a:lnTo>
                    <a:lnTo>
                      <a:pt x="101" y="462"/>
                    </a:lnTo>
                    <a:lnTo>
                      <a:pt x="101" y="462"/>
                    </a:lnTo>
                    <a:lnTo>
                      <a:pt x="99" y="462"/>
                    </a:lnTo>
                    <a:lnTo>
                      <a:pt x="99" y="462"/>
                    </a:lnTo>
                    <a:lnTo>
                      <a:pt x="99" y="462"/>
                    </a:lnTo>
                    <a:lnTo>
                      <a:pt x="99" y="462"/>
                    </a:lnTo>
                    <a:lnTo>
                      <a:pt x="99" y="462"/>
                    </a:lnTo>
                    <a:lnTo>
                      <a:pt x="99" y="460"/>
                    </a:lnTo>
                    <a:lnTo>
                      <a:pt x="99" y="460"/>
                    </a:lnTo>
                    <a:lnTo>
                      <a:pt x="99" y="458"/>
                    </a:lnTo>
                    <a:lnTo>
                      <a:pt x="99" y="458"/>
                    </a:lnTo>
                    <a:lnTo>
                      <a:pt x="99" y="458"/>
                    </a:lnTo>
                    <a:lnTo>
                      <a:pt x="99" y="455"/>
                    </a:lnTo>
                    <a:lnTo>
                      <a:pt x="99" y="455"/>
                    </a:lnTo>
                    <a:lnTo>
                      <a:pt x="99" y="453"/>
                    </a:lnTo>
                    <a:lnTo>
                      <a:pt x="99" y="453"/>
                    </a:lnTo>
                    <a:lnTo>
                      <a:pt x="99" y="453"/>
                    </a:lnTo>
                    <a:lnTo>
                      <a:pt x="99" y="451"/>
                    </a:lnTo>
                    <a:lnTo>
                      <a:pt x="99" y="451"/>
                    </a:lnTo>
                    <a:lnTo>
                      <a:pt x="97" y="451"/>
                    </a:lnTo>
                    <a:lnTo>
                      <a:pt x="97" y="448"/>
                    </a:lnTo>
                    <a:lnTo>
                      <a:pt x="97" y="448"/>
                    </a:lnTo>
                    <a:lnTo>
                      <a:pt x="97" y="446"/>
                    </a:lnTo>
                    <a:lnTo>
                      <a:pt x="97" y="446"/>
                    </a:lnTo>
                    <a:lnTo>
                      <a:pt x="97" y="443"/>
                    </a:lnTo>
                    <a:lnTo>
                      <a:pt x="97" y="443"/>
                    </a:lnTo>
                    <a:lnTo>
                      <a:pt x="97" y="443"/>
                    </a:lnTo>
                    <a:lnTo>
                      <a:pt x="97" y="443"/>
                    </a:lnTo>
                    <a:lnTo>
                      <a:pt x="97" y="441"/>
                    </a:lnTo>
                    <a:lnTo>
                      <a:pt x="97" y="441"/>
                    </a:lnTo>
                    <a:lnTo>
                      <a:pt x="94" y="441"/>
                    </a:lnTo>
                    <a:lnTo>
                      <a:pt x="94" y="439"/>
                    </a:lnTo>
                    <a:lnTo>
                      <a:pt x="94" y="439"/>
                    </a:lnTo>
                    <a:lnTo>
                      <a:pt x="97" y="439"/>
                    </a:lnTo>
                    <a:lnTo>
                      <a:pt x="97" y="436"/>
                    </a:lnTo>
                    <a:lnTo>
                      <a:pt x="97" y="436"/>
                    </a:lnTo>
                    <a:lnTo>
                      <a:pt x="97" y="434"/>
                    </a:lnTo>
                    <a:lnTo>
                      <a:pt x="97" y="434"/>
                    </a:lnTo>
                    <a:lnTo>
                      <a:pt x="97" y="434"/>
                    </a:lnTo>
                    <a:lnTo>
                      <a:pt x="97" y="434"/>
                    </a:lnTo>
                    <a:lnTo>
                      <a:pt x="97" y="432"/>
                    </a:lnTo>
                    <a:lnTo>
                      <a:pt x="97" y="432"/>
                    </a:lnTo>
                    <a:lnTo>
                      <a:pt x="97" y="432"/>
                    </a:lnTo>
                    <a:lnTo>
                      <a:pt x="97" y="432"/>
                    </a:lnTo>
                    <a:lnTo>
                      <a:pt x="97" y="429"/>
                    </a:lnTo>
                    <a:lnTo>
                      <a:pt x="97" y="429"/>
                    </a:lnTo>
                    <a:lnTo>
                      <a:pt x="97" y="427"/>
                    </a:lnTo>
                    <a:lnTo>
                      <a:pt x="99" y="427"/>
                    </a:lnTo>
                    <a:lnTo>
                      <a:pt x="99" y="427"/>
                    </a:lnTo>
                    <a:lnTo>
                      <a:pt x="99" y="425"/>
                    </a:lnTo>
                    <a:lnTo>
                      <a:pt x="99" y="425"/>
                    </a:lnTo>
                    <a:lnTo>
                      <a:pt x="99" y="425"/>
                    </a:lnTo>
                    <a:lnTo>
                      <a:pt x="99" y="422"/>
                    </a:lnTo>
                    <a:lnTo>
                      <a:pt x="99" y="422"/>
                    </a:lnTo>
                    <a:lnTo>
                      <a:pt x="99" y="422"/>
                    </a:lnTo>
                    <a:lnTo>
                      <a:pt x="101" y="422"/>
                    </a:lnTo>
                    <a:lnTo>
                      <a:pt x="101" y="422"/>
                    </a:lnTo>
                    <a:lnTo>
                      <a:pt x="101" y="420"/>
                    </a:lnTo>
                    <a:lnTo>
                      <a:pt x="101" y="420"/>
                    </a:lnTo>
                    <a:lnTo>
                      <a:pt x="99" y="420"/>
                    </a:lnTo>
                    <a:lnTo>
                      <a:pt x="99" y="417"/>
                    </a:lnTo>
                    <a:lnTo>
                      <a:pt x="99" y="417"/>
                    </a:lnTo>
                    <a:lnTo>
                      <a:pt x="99" y="415"/>
                    </a:lnTo>
                    <a:lnTo>
                      <a:pt x="99" y="415"/>
                    </a:lnTo>
                    <a:lnTo>
                      <a:pt x="99" y="415"/>
                    </a:lnTo>
                    <a:lnTo>
                      <a:pt x="99" y="413"/>
                    </a:lnTo>
                    <a:lnTo>
                      <a:pt x="99" y="413"/>
                    </a:lnTo>
                    <a:lnTo>
                      <a:pt x="99" y="413"/>
                    </a:lnTo>
                    <a:lnTo>
                      <a:pt x="99" y="413"/>
                    </a:lnTo>
                    <a:lnTo>
                      <a:pt x="97" y="413"/>
                    </a:lnTo>
                    <a:lnTo>
                      <a:pt x="97" y="410"/>
                    </a:lnTo>
                    <a:lnTo>
                      <a:pt x="97" y="410"/>
                    </a:lnTo>
                    <a:lnTo>
                      <a:pt x="97" y="408"/>
                    </a:lnTo>
                    <a:lnTo>
                      <a:pt x="97" y="408"/>
                    </a:lnTo>
                    <a:lnTo>
                      <a:pt x="94" y="408"/>
                    </a:lnTo>
                    <a:lnTo>
                      <a:pt x="94" y="408"/>
                    </a:lnTo>
                    <a:lnTo>
                      <a:pt x="94" y="408"/>
                    </a:lnTo>
                    <a:lnTo>
                      <a:pt x="94" y="406"/>
                    </a:lnTo>
                    <a:lnTo>
                      <a:pt x="94" y="406"/>
                    </a:lnTo>
                    <a:lnTo>
                      <a:pt x="94" y="403"/>
                    </a:lnTo>
                    <a:lnTo>
                      <a:pt x="94" y="403"/>
                    </a:lnTo>
                    <a:lnTo>
                      <a:pt x="94" y="403"/>
                    </a:lnTo>
                    <a:lnTo>
                      <a:pt x="94" y="401"/>
                    </a:lnTo>
                    <a:lnTo>
                      <a:pt x="94" y="401"/>
                    </a:lnTo>
                    <a:lnTo>
                      <a:pt x="94" y="401"/>
                    </a:lnTo>
                    <a:lnTo>
                      <a:pt x="94" y="398"/>
                    </a:lnTo>
                    <a:lnTo>
                      <a:pt x="94" y="398"/>
                    </a:lnTo>
                    <a:lnTo>
                      <a:pt x="94" y="396"/>
                    </a:lnTo>
                    <a:lnTo>
                      <a:pt x="97" y="396"/>
                    </a:lnTo>
                    <a:lnTo>
                      <a:pt x="97" y="396"/>
                    </a:lnTo>
                    <a:lnTo>
                      <a:pt x="94" y="396"/>
                    </a:lnTo>
                    <a:lnTo>
                      <a:pt x="94" y="396"/>
                    </a:lnTo>
                    <a:lnTo>
                      <a:pt x="94" y="394"/>
                    </a:lnTo>
                    <a:lnTo>
                      <a:pt x="94" y="394"/>
                    </a:lnTo>
                    <a:lnTo>
                      <a:pt x="94" y="394"/>
                    </a:lnTo>
                    <a:lnTo>
                      <a:pt x="92" y="394"/>
                    </a:lnTo>
                    <a:lnTo>
                      <a:pt x="92" y="394"/>
                    </a:lnTo>
                    <a:lnTo>
                      <a:pt x="92" y="391"/>
                    </a:lnTo>
                    <a:lnTo>
                      <a:pt x="92" y="391"/>
                    </a:lnTo>
                    <a:lnTo>
                      <a:pt x="94" y="391"/>
                    </a:lnTo>
                    <a:lnTo>
                      <a:pt x="94" y="389"/>
                    </a:lnTo>
                    <a:lnTo>
                      <a:pt x="94" y="389"/>
                    </a:lnTo>
                    <a:lnTo>
                      <a:pt x="94" y="389"/>
                    </a:lnTo>
                    <a:lnTo>
                      <a:pt x="94" y="389"/>
                    </a:lnTo>
                    <a:lnTo>
                      <a:pt x="94" y="387"/>
                    </a:lnTo>
                    <a:lnTo>
                      <a:pt x="94" y="387"/>
                    </a:lnTo>
                    <a:lnTo>
                      <a:pt x="94" y="387"/>
                    </a:lnTo>
                    <a:lnTo>
                      <a:pt x="94" y="387"/>
                    </a:lnTo>
                    <a:lnTo>
                      <a:pt x="94" y="387"/>
                    </a:lnTo>
                    <a:lnTo>
                      <a:pt x="92" y="387"/>
                    </a:lnTo>
                    <a:lnTo>
                      <a:pt x="92" y="387"/>
                    </a:lnTo>
                    <a:lnTo>
                      <a:pt x="92" y="384"/>
                    </a:lnTo>
                    <a:lnTo>
                      <a:pt x="92" y="384"/>
                    </a:lnTo>
                    <a:lnTo>
                      <a:pt x="92" y="382"/>
                    </a:lnTo>
                    <a:lnTo>
                      <a:pt x="92" y="382"/>
                    </a:lnTo>
                    <a:lnTo>
                      <a:pt x="92" y="382"/>
                    </a:lnTo>
                    <a:lnTo>
                      <a:pt x="92" y="380"/>
                    </a:lnTo>
                    <a:lnTo>
                      <a:pt x="92" y="380"/>
                    </a:lnTo>
                    <a:lnTo>
                      <a:pt x="92" y="380"/>
                    </a:lnTo>
                    <a:lnTo>
                      <a:pt x="92" y="382"/>
                    </a:lnTo>
                    <a:lnTo>
                      <a:pt x="90" y="382"/>
                    </a:lnTo>
                    <a:lnTo>
                      <a:pt x="90" y="382"/>
                    </a:lnTo>
                    <a:lnTo>
                      <a:pt x="90" y="382"/>
                    </a:lnTo>
                    <a:lnTo>
                      <a:pt x="90" y="382"/>
                    </a:lnTo>
                    <a:lnTo>
                      <a:pt x="87" y="382"/>
                    </a:lnTo>
                    <a:lnTo>
                      <a:pt x="87" y="384"/>
                    </a:lnTo>
                    <a:lnTo>
                      <a:pt x="87" y="384"/>
                    </a:lnTo>
                    <a:lnTo>
                      <a:pt x="87" y="384"/>
                    </a:lnTo>
                    <a:lnTo>
                      <a:pt x="87" y="387"/>
                    </a:lnTo>
                    <a:lnTo>
                      <a:pt x="87" y="387"/>
                    </a:lnTo>
                    <a:lnTo>
                      <a:pt x="87" y="387"/>
                    </a:lnTo>
                    <a:lnTo>
                      <a:pt x="87" y="387"/>
                    </a:lnTo>
                    <a:lnTo>
                      <a:pt x="87" y="389"/>
                    </a:lnTo>
                    <a:lnTo>
                      <a:pt x="87" y="389"/>
                    </a:lnTo>
                    <a:lnTo>
                      <a:pt x="87" y="391"/>
                    </a:lnTo>
                    <a:lnTo>
                      <a:pt x="87" y="391"/>
                    </a:lnTo>
                    <a:lnTo>
                      <a:pt x="87" y="391"/>
                    </a:lnTo>
                    <a:lnTo>
                      <a:pt x="87" y="394"/>
                    </a:lnTo>
                    <a:lnTo>
                      <a:pt x="90" y="394"/>
                    </a:lnTo>
                    <a:lnTo>
                      <a:pt x="90" y="394"/>
                    </a:lnTo>
                    <a:lnTo>
                      <a:pt x="90" y="394"/>
                    </a:lnTo>
                    <a:lnTo>
                      <a:pt x="90" y="394"/>
                    </a:lnTo>
                    <a:lnTo>
                      <a:pt x="90" y="394"/>
                    </a:lnTo>
                    <a:lnTo>
                      <a:pt x="87" y="394"/>
                    </a:lnTo>
                    <a:lnTo>
                      <a:pt x="87" y="396"/>
                    </a:lnTo>
                    <a:lnTo>
                      <a:pt x="87" y="396"/>
                    </a:lnTo>
                    <a:lnTo>
                      <a:pt x="87" y="398"/>
                    </a:lnTo>
                    <a:lnTo>
                      <a:pt x="87" y="398"/>
                    </a:lnTo>
                    <a:lnTo>
                      <a:pt x="87" y="398"/>
                    </a:lnTo>
                    <a:lnTo>
                      <a:pt x="87" y="398"/>
                    </a:lnTo>
                    <a:lnTo>
                      <a:pt x="87" y="401"/>
                    </a:lnTo>
                    <a:lnTo>
                      <a:pt x="87" y="401"/>
                    </a:lnTo>
                    <a:lnTo>
                      <a:pt x="85" y="401"/>
                    </a:lnTo>
                    <a:lnTo>
                      <a:pt x="85" y="403"/>
                    </a:lnTo>
                    <a:lnTo>
                      <a:pt x="85" y="403"/>
                    </a:lnTo>
                    <a:lnTo>
                      <a:pt x="85" y="403"/>
                    </a:lnTo>
                    <a:lnTo>
                      <a:pt x="85" y="403"/>
                    </a:lnTo>
                    <a:lnTo>
                      <a:pt x="85" y="406"/>
                    </a:lnTo>
                    <a:lnTo>
                      <a:pt x="85" y="406"/>
                    </a:lnTo>
                    <a:lnTo>
                      <a:pt x="83" y="406"/>
                    </a:lnTo>
                    <a:lnTo>
                      <a:pt x="83" y="406"/>
                    </a:lnTo>
                    <a:lnTo>
                      <a:pt x="83" y="406"/>
                    </a:lnTo>
                    <a:lnTo>
                      <a:pt x="83" y="408"/>
                    </a:lnTo>
                    <a:lnTo>
                      <a:pt x="80" y="408"/>
                    </a:lnTo>
                    <a:lnTo>
                      <a:pt x="80" y="408"/>
                    </a:lnTo>
                    <a:lnTo>
                      <a:pt x="80" y="408"/>
                    </a:lnTo>
                    <a:lnTo>
                      <a:pt x="80" y="408"/>
                    </a:lnTo>
                    <a:lnTo>
                      <a:pt x="78" y="408"/>
                    </a:lnTo>
                    <a:lnTo>
                      <a:pt x="78" y="410"/>
                    </a:lnTo>
                    <a:lnTo>
                      <a:pt x="78" y="410"/>
                    </a:lnTo>
                    <a:lnTo>
                      <a:pt x="75" y="410"/>
                    </a:lnTo>
                    <a:lnTo>
                      <a:pt x="75" y="410"/>
                    </a:lnTo>
                    <a:lnTo>
                      <a:pt x="75" y="410"/>
                    </a:lnTo>
                    <a:lnTo>
                      <a:pt x="75" y="410"/>
                    </a:lnTo>
                    <a:lnTo>
                      <a:pt x="73" y="410"/>
                    </a:lnTo>
                    <a:lnTo>
                      <a:pt x="73" y="410"/>
                    </a:lnTo>
                    <a:lnTo>
                      <a:pt x="73" y="413"/>
                    </a:lnTo>
                    <a:lnTo>
                      <a:pt x="73" y="413"/>
                    </a:lnTo>
                    <a:lnTo>
                      <a:pt x="71" y="413"/>
                    </a:lnTo>
                    <a:lnTo>
                      <a:pt x="71" y="413"/>
                    </a:lnTo>
                    <a:lnTo>
                      <a:pt x="71" y="413"/>
                    </a:lnTo>
                    <a:lnTo>
                      <a:pt x="71" y="413"/>
                    </a:lnTo>
                    <a:lnTo>
                      <a:pt x="68" y="413"/>
                    </a:lnTo>
                    <a:lnTo>
                      <a:pt x="68" y="413"/>
                    </a:lnTo>
                    <a:lnTo>
                      <a:pt x="68" y="413"/>
                    </a:lnTo>
                    <a:lnTo>
                      <a:pt x="68" y="415"/>
                    </a:lnTo>
                    <a:lnTo>
                      <a:pt x="66" y="415"/>
                    </a:lnTo>
                    <a:lnTo>
                      <a:pt x="66" y="415"/>
                    </a:lnTo>
                    <a:lnTo>
                      <a:pt x="66" y="415"/>
                    </a:lnTo>
                    <a:lnTo>
                      <a:pt x="66" y="415"/>
                    </a:lnTo>
                    <a:lnTo>
                      <a:pt x="64" y="415"/>
                    </a:lnTo>
                    <a:lnTo>
                      <a:pt x="64" y="415"/>
                    </a:lnTo>
                    <a:lnTo>
                      <a:pt x="61" y="415"/>
                    </a:lnTo>
                    <a:lnTo>
                      <a:pt x="61" y="417"/>
                    </a:lnTo>
                    <a:lnTo>
                      <a:pt x="61" y="417"/>
                    </a:lnTo>
                    <a:lnTo>
                      <a:pt x="61" y="417"/>
                    </a:lnTo>
                    <a:lnTo>
                      <a:pt x="61" y="417"/>
                    </a:lnTo>
                    <a:lnTo>
                      <a:pt x="59" y="417"/>
                    </a:lnTo>
                    <a:lnTo>
                      <a:pt x="59" y="417"/>
                    </a:lnTo>
                    <a:lnTo>
                      <a:pt x="59" y="417"/>
                    </a:lnTo>
                    <a:lnTo>
                      <a:pt x="57" y="417"/>
                    </a:lnTo>
                    <a:lnTo>
                      <a:pt x="57" y="417"/>
                    </a:lnTo>
                    <a:lnTo>
                      <a:pt x="54" y="417"/>
                    </a:lnTo>
                    <a:lnTo>
                      <a:pt x="54" y="417"/>
                    </a:lnTo>
                    <a:lnTo>
                      <a:pt x="54" y="417"/>
                    </a:lnTo>
                    <a:lnTo>
                      <a:pt x="54" y="417"/>
                    </a:lnTo>
                    <a:lnTo>
                      <a:pt x="54" y="415"/>
                    </a:lnTo>
                    <a:lnTo>
                      <a:pt x="52" y="415"/>
                    </a:lnTo>
                    <a:lnTo>
                      <a:pt x="52" y="415"/>
                    </a:lnTo>
                    <a:lnTo>
                      <a:pt x="52" y="415"/>
                    </a:lnTo>
                    <a:lnTo>
                      <a:pt x="52" y="415"/>
                    </a:lnTo>
                    <a:lnTo>
                      <a:pt x="49" y="415"/>
                    </a:lnTo>
                    <a:lnTo>
                      <a:pt x="49" y="415"/>
                    </a:lnTo>
                    <a:lnTo>
                      <a:pt x="49" y="413"/>
                    </a:lnTo>
                    <a:lnTo>
                      <a:pt x="47" y="413"/>
                    </a:lnTo>
                    <a:lnTo>
                      <a:pt x="47" y="413"/>
                    </a:lnTo>
                    <a:lnTo>
                      <a:pt x="47" y="413"/>
                    </a:lnTo>
                    <a:lnTo>
                      <a:pt x="47" y="413"/>
                    </a:lnTo>
                    <a:lnTo>
                      <a:pt x="47" y="413"/>
                    </a:lnTo>
                    <a:lnTo>
                      <a:pt x="45" y="413"/>
                    </a:lnTo>
                    <a:lnTo>
                      <a:pt x="45" y="413"/>
                    </a:lnTo>
                    <a:lnTo>
                      <a:pt x="45" y="410"/>
                    </a:lnTo>
                    <a:lnTo>
                      <a:pt x="42" y="410"/>
                    </a:lnTo>
                    <a:lnTo>
                      <a:pt x="42" y="410"/>
                    </a:lnTo>
                    <a:lnTo>
                      <a:pt x="42" y="410"/>
                    </a:lnTo>
                    <a:lnTo>
                      <a:pt x="42" y="408"/>
                    </a:lnTo>
                    <a:lnTo>
                      <a:pt x="42" y="408"/>
                    </a:lnTo>
                    <a:lnTo>
                      <a:pt x="42" y="408"/>
                    </a:lnTo>
                    <a:lnTo>
                      <a:pt x="40" y="408"/>
                    </a:lnTo>
                    <a:lnTo>
                      <a:pt x="40" y="408"/>
                    </a:lnTo>
                    <a:lnTo>
                      <a:pt x="40" y="406"/>
                    </a:lnTo>
                    <a:lnTo>
                      <a:pt x="40" y="406"/>
                    </a:lnTo>
                    <a:lnTo>
                      <a:pt x="40" y="406"/>
                    </a:lnTo>
                    <a:lnTo>
                      <a:pt x="38" y="406"/>
                    </a:lnTo>
                    <a:lnTo>
                      <a:pt x="38" y="403"/>
                    </a:lnTo>
                    <a:lnTo>
                      <a:pt x="38" y="403"/>
                    </a:lnTo>
                    <a:lnTo>
                      <a:pt x="38" y="403"/>
                    </a:lnTo>
                    <a:lnTo>
                      <a:pt x="38" y="403"/>
                    </a:lnTo>
                    <a:lnTo>
                      <a:pt x="35" y="403"/>
                    </a:lnTo>
                    <a:lnTo>
                      <a:pt x="35" y="401"/>
                    </a:lnTo>
                    <a:lnTo>
                      <a:pt x="35" y="401"/>
                    </a:lnTo>
                    <a:lnTo>
                      <a:pt x="35" y="401"/>
                    </a:lnTo>
                    <a:lnTo>
                      <a:pt x="35" y="401"/>
                    </a:lnTo>
                    <a:lnTo>
                      <a:pt x="35" y="398"/>
                    </a:lnTo>
                    <a:lnTo>
                      <a:pt x="33" y="398"/>
                    </a:lnTo>
                    <a:lnTo>
                      <a:pt x="33" y="398"/>
                    </a:lnTo>
                    <a:lnTo>
                      <a:pt x="33" y="398"/>
                    </a:lnTo>
                    <a:lnTo>
                      <a:pt x="33" y="396"/>
                    </a:lnTo>
                    <a:lnTo>
                      <a:pt x="33" y="396"/>
                    </a:lnTo>
                    <a:lnTo>
                      <a:pt x="33" y="396"/>
                    </a:lnTo>
                    <a:lnTo>
                      <a:pt x="30" y="396"/>
                    </a:lnTo>
                    <a:lnTo>
                      <a:pt x="30" y="394"/>
                    </a:lnTo>
                    <a:lnTo>
                      <a:pt x="30" y="394"/>
                    </a:lnTo>
                    <a:lnTo>
                      <a:pt x="30" y="394"/>
                    </a:lnTo>
                    <a:lnTo>
                      <a:pt x="28" y="394"/>
                    </a:lnTo>
                    <a:lnTo>
                      <a:pt x="28" y="394"/>
                    </a:lnTo>
                    <a:lnTo>
                      <a:pt x="28" y="394"/>
                    </a:lnTo>
                    <a:lnTo>
                      <a:pt x="28" y="394"/>
                    </a:lnTo>
                    <a:lnTo>
                      <a:pt x="28" y="391"/>
                    </a:lnTo>
                    <a:lnTo>
                      <a:pt x="26" y="391"/>
                    </a:lnTo>
                    <a:lnTo>
                      <a:pt x="26" y="391"/>
                    </a:lnTo>
                    <a:lnTo>
                      <a:pt x="26" y="391"/>
                    </a:lnTo>
                    <a:lnTo>
                      <a:pt x="26" y="389"/>
                    </a:lnTo>
                    <a:lnTo>
                      <a:pt x="26" y="389"/>
                    </a:lnTo>
                    <a:lnTo>
                      <a:pt x="26" y="389"/>
                    </a:lnTo>
                    <a:lnTo>
                      <a:pt x="23" y="389"/>
                    </a:lnTo>
                    <a:lnTo>
                      <a:pt x="23" y="387"/>
                    </a:lnTo>
                    <a:lnTo>
                      <a:pt x="23" y="387"/>
                    </a:lnTo>
                    <a:lnTo>
                      <a:pt x="23" y="387"/>
                    </a:lnTo>
                    <a:lnTo>
                      <a:pt x="21" y="387"/>
                    </a:lnTo>
                    <a:lnTo>
                      <a:pt x="21" y="384"/>
                    </a:lnTo>
                    <a:lnTo>
                      <a:pt x="21" y="384"/>
                    </a:lnTo>
                    <a:lnTo>
                      <a:pt x="21" y="384"/>
                    </a:lnTo>
                    <a:lnTo>
                      <a:pt x="21" y="384"/>
                    </a:lnTo>
                    <a:lnTo>
                      <a:pt x="21" y="382"/>
                    </a:lnTo>
                    <a:lnTo>
                      <a:pt x="19" y="382"/>
                    </a:lnTo>
                    <a:lnTo>
                      <a:pt x="19" y="382"/>
                    </a:lnTo>
                    <a:lnTo>
                      <a:pt x="19" y="382"/>
                    </a:lnTo>
                    <a:lnTo>
                      <a:pt x="19" y="382"/>
                    </a:lnTo>
                    <a:lnTo>
                      <a:pt x="19" y="382"/>
                    </a:lnTo>
                    <a:lnTo>
                      <a:pt x="19" y="380"/>
                    </a:lnTo>
                    <a:lnTo>
                      <a:pt x="16" y="380"/>
                    </a:lnTo>
                    <a:lnTo>
                      <a:pt x="16" y="380"/>
                    </a:lnTo>
                    <a:lnTo>
                      <a:pt x="16" y="380"/>
                    </a:lnTo>
                    <a:lnTo>
                      <a:pt x="16" y="377"/>
                    </a:lnTo>
                    <a:lnTo>
                      <a:pt x="16" y="377"/>
                    </a:lnTo>
                    <a:lnTo>
                      <a:pt x="16" y="375"/>
                    </a:lnTo>
                    <a:lnTo>
                      <a:pt x="16" y="375"/>
                    </a:lnTo>
                    <a:lnTo>
                      <a:pt x="16" y="375"/>
                    </a:lnTo>
                    <a:lnTo>
                      <a:pt x="16" y="372"/>
                    </a:lnTo>
                    <a:lnTo>
                      <a:pt x="16" y="372"/>
                    </a:lnTo>
                    <a:lnTo>
                      <a:pt x="19" y="372"/>
                    </a:lnTo>
                    <a:lnTo>
                      <a:pt x="19" y="372"/>
                    </a:lnTo>
                    <a:lnTo>
                      <a:pt x="19" y="372"/>
                    </a:lnTo>
                    <a:lnTo>
                      <a:pt x="19" y="372"/>
                    </a:lnTo>
                    <a:lnTo>
                      <a:pt x="21" y="372"/>
                    </a:lnTo>
                    <a:lnTo>
                      <a:pt x="21" y="372"/>
                    </a:lnTo>
                    <a:lnTo>
                      <a:pt x="21" y="372"/>
                    </a:lnTo>
                    <a:lnTo>
                      <a:pt x="21" y="372"/>
                    </a:lnTo>
                    <a:lnTo>
                      <a:pt x="21" y="372"/>
                    </a:lnTo>
                    <a:lnTo>
                      <a:pt x="21" y="375"/>
                    </a:lnTo>
                    <a:lnTo>
                      <a:pt x="21" y="375"/>
                    </a:lnTo>
                    <a:lnTo>
                      <a:pt x="21" y="377"/>
                    </a:lnTo>
                    <a:lnTo>
                      <a:pt x="23" y="377"/>
                    </a:lnTo>
                    <a:lnTo>
                      <a:pt x="23" y="377"/>
                    </a:lnTo>
                    <a:lnTo>
                      <a:pt x="23" y="375"/>
                    </a:lnTo>
                    <a:lnTo>
                      <a:pt x="26" y="375"/>
                    </a:lnTo>
                    <a:lnTo>
                      <a:pt x="26" y="375"/>
                    </a:lnTo>
                    <a:lnTo>
                      <a:pt x="26" y="375"/>
                    </a:lnTo>
                    <a:lnTo>
                      <a:pt x="26" y="375"/>
                    </a:lnTo>
                    <a:lnTo>
                      <a:pt x="28" y="375"/>
                    </a:lnTo>
                    <a:lnTo>
                      <a:pt x="28" y="372"/>
                    </a:lnTo>
                    <a:lnTo>
                      <a:pt x="28" y="372"/>
                    </a:lnTo>
                    <a:lnTo>
                      <a:pt x="28" y="372"/>
                    </a:lnTo>
                    <a:lnTo>
                      <a:pt x="28" y="372"/>
                    </a:lnTo>
                    <a:lnTo>
                      <a:pt x="28" y="372"/>
                    </a:lnTo>
                    <a:lnTo>
                      <a:pt x="30" y="372"/>
                    </a:lnTo>
                    <a:lnTo>
                      <a:pt x="30" y="372"/>
                    </a:lnTo>
                    <a:lnTo>
                      <a:pt x="30" y="372"/>
                    </a:lnTo>
                    <a:lnTo>
                      <a:pt x="33" y="372"/>
                    </a:lnTo>
                    <a:lnTo>
                      <a:pt x="33" y="372"/>
                    </a:lnTo>
                    <a:lnTo>
                      <a:pt x="33" y="372"/>
                    </a:lnTo>
                    <a:lnTo>
                      <a:pt x="33" y="372"/>
                    </a:lnTo>
                    <a:lnTo>
                      <a:pt x="33" y="372"/>
                    </a:lnTo>
                    <a:lnTo>
                      <a:pt x="35" y="372"/>
                    </a:lnTo>
                    <a:lnTo>
                      <a:pt x="35" y="372"/>
                    </a:lnTo>
                    <a:lnTo>
                      <a:pt x="35" y="372"/>
                    </a:lnTo>
                    <a:lnTo>
                      <a:pt x="35" y="370"/>
                    </a:lnTo>
                    <a:lnTo>
                      <a:pt x="35" y="370"/>
                    </a:lnTo>
                    <a:lnTo>
                      <a:pt x="35" y="370"/>
                    </a:lnTo>
                    <a:lnTo>
                      <a:pt x="38" y="370"/>
                    </a:lnTo>
                    <a:lnTo>
                      <a:pt x="38" y="368"/>
                    </a:lnTo>
                    <a:lnTo>
                      <a:pt x="38" y="368"/>
                    </a:lnTo>
                    <a:lnTo>
                      <a:pt x="40" y="368"/>
                    </a:lnTo>
                    <a:lnTo>
                      <a:pt x="40" y="368"/>
                    </a:lnTo>
                    <a:lnTo>
                      <a:pt x="40" y="370"/>
                    </a:lnTo>
                    <a:lnTo>
                      <a:pt x="40" y="370"/>
                    </a:lnTo>
                    <a:lnTo>
                      <a:pt x="42" y="370"/>
                    </a:lnTo>
                    <a:lnTo>
                      <a:pt x="42" y="370"/>
                    </a:lnTo>
                    <a:lnTo>
                      <a:pt x="42" y="368"/>
                    </a:lnTo>
                    <a:lnTo>
                      <a:pt x="42" y="368"/>
                    </a:lnTo>
                    <a:lnTo>
                      <a:pt x="42" y="368"/>
                    </a:lnTo>
                    <a:lnTo>
                      <a:pt x="42" y="365"/>
                    </a:lnTo>
                    <a:lnTo>
                      <a:pt x="42" y="365"/>
                    </a:lnTo>
                    <a:lnTo>
                      <a:pt x="45" y="365"/>
                    </a:lnTo>
                    <a:lnTo>
                      <a:pt x="45" y="365"/>
                    </a:lnTo>
                    <a:lnTo>
                      <a:pt x="45" y="363"/>
                    </a:lnTo>
                    <a:lnTo>
                      <a:pt x="45" y="363"/>
                    </a:lnTo>
                    <a:lnTo>
                      <a:pt x="45" y="363"/>
                    </a:lnTo>
                    <a:lnTo>
                      <a:pt x="47" y="363"/>
                    </a:lnTo>
                    <a:lnTo>
                      <a:pt x="47" y="361"/>
                    </a:lnTo>
                    <a:lnTo>
                      <a:pt x="45" y="361"/>
                    </a:lnTo>
                    <a:lnTo>
                      <a:pt x="45" y="361"/>
                    </a:lnTo>
                    <a:lnTo>
                      <a:pt x="42" y="361"/>
                    </a:lnTo>
                    <a:lnTo>
                      <a:pt x="42" y="361"/>
                    </a:lnTo>
                    <a:lnTo>
                      <a:pt x="42" y="361"/>
                    </a:lnTo>
                    <a:lnTo>
                      <a:pt x="42" y="363"/>
                    </a:lnTo>
                    <a:lnTo>
                      <a:pt x="40" y="363"/>
                    </a:lnTo>
                    <a:lnTo>
                      <a:pt x="40" y="363"/>
                    </a:lnTo>
                    <a:lnTo>
                      <a:pt x="40" y="363"/>
                    </a:lnTo>
                    <a:lnTo>
                      <a:pt x="38" y="363"/>
                    </a:lnTo>
                    <a:lnTo>
                      <a:pt x="38" y="363"/>
                    </a:lnTo>
                    <a:lnTo>
                      <a:pt x="38" y="363"/>
                    </a:lnTo>
                    <a:lnTo>
                      <a:pt x="35" y="363"/>
                    </a:lnTo>
                    <a:lnTo>
                      <a:pt x="35" y="363"/>
                    </a:lnTo>
                    <a:lnTo>
                      <a:pt x="35" y="363"/>
                    </a:lnTo>
                    <a:lnTo>
                      <a:pt x="35" y="363"/>
                    </a:lnTo>
                    <a:lnTo>
                      <a:pt x="33" y="363"/>
                    </a:lnTo>
                    <a:lnTo>
                      <a:pt x="33" y="365"/>
                    </a:lnTo>
                    <a:lnTo>
                      <a:pt x="33" y="365"/>
                    </a:lnTo>
                    <a:lnTo>
                      <a:pt x="33" y="365"/>
                    </a:lnTo>
                    <a:lnTo>
                      <a:pt x="33" y="365"/>
                    </a:lnTo>
                    <a:lnTo>
                      <a:pt x="30" y="365"/>
                    </a:lnTo>
                    <a:lnTo>
                      <a:pt x="30" y="365"/>
                    </a:lnTo>
                    <a:lnTo>
                      <a:pt x="30" y="365"/>
                    </a:lnTo>
                    <a:lnTo>
                      <a:pt x="28" y="365"/>
                    </a:lnTo>
                    <a:lnTo>
                      <a:pt x="28" y="365"/>
                    </a:lnTo>
                    <a:lnTo>
                      <a:pt x="28" y="365"/>
                    </a:lnTo>
                    <a:lnTo>
                      <a:pt x="26" y="365"/>
                    </a:lnTo>
                    <a:lnTo>
                      <a:pt x="26" y="363"/>
                    </a:lnTo>
                    <a:lnTo>
                      <a:pt x="26" y="363"/>
                    </a:lnTo>
                    <a:lnTo>
                      <a:pt x="26" y="363"/>
                    </a:lnTo>
                    <a:lnTo>
                      <a:pt x="23" y="363"/>
                    </a:lnTo>
                    <a:lnTo>
                      <a:pt x="23" y="363"/>
                    </a:lnTo>
                    <a:lnTo>
                      <a:pt x="21" y="363"/>
                    </a:lnTo>
                    <a:lnTo>
                      <a:pt x="21" y="363"/>
                    </a:lnTo>
                    <a:lnTo>
                      <a:pt x="21" y="363"/>
                    </a:lnTo>
                    <a:lnTo>
                      <a:pt x="21" y="363"/>
                    </a:lnTo>
                    <a:lnTo>
                      <a:pt x="21" y="363"/>
                    </a:lnTo>
                    <a:lnTo>
                      <a:pt x="19" y="363"/>
                    </a:lnTo>
                    <a:lnTo>
                      <a:pt x="19" y="363"/>
                    </a:lnTo>
                    <a:lnTo>
                      <a:pt x="19" y="361"/>
                    </a:lnTo>
                    <a:lnTo>
                      <a:pt x="19" y="361"/>
                    </a:lnTo>
                    <a:lnTo>
                      <a:pt x="16" y="361"/>
                    </a:lnTo>
                    <a:lnTo>
                      <a:pt x="16" y="361"/>
                    </a:lnTo>
                    <a:lnTo>
                      <a:pt x="16" y="361"/>
                    </a:lnTo>
                    <a:lnTo>
                      <a:pt x="14" y="361"/>
                    </a:lnTo>
                    <a:lnTo>
                      <a:pt x="14" y="358"/>
                    </a:lnTo>
                    <a:lnTo>
                      <a:pt x="14" y="358"/>
                    </a:lnTo>
                    <a:lnTo>
                      <a:pt x="14" y="358"/>
                    </a:lnTo>
                    <a:lnTo>
                      <a:pt x="14" y="358"/>
                    </a:lnTo>
                    <a:lnTo>
                      <a:pt x="12" y="358"/>
                    </a:lnTo>
                    <a:lnTo>
                      <a:pt x="12" y="356"/>
                    </a:lnTo>
                    <a:lnTo>
                      <a:pt x="12" y="356"/>
                    </a:lnTo>
                    <a:lnTo>
                      <a:pt x="12" y="356"/>
                    </a:lnTo>
                    <a:lnTo>
                      <a:pt x="12" y="356"/>
                    </a:lnTo>
                    <a:lnTo>
                      <a:pt x="9" y="356"/>
                    </a:lnTo>
                    <a:lnTo>
                      <a:pt x="9" y="353"/>
                    </a:lnTo>
                    <a:lnTo>
                      <a:pt x="9" y="353"/>
                    </a:lnTo>
                    <a:lnTo>
                      <a:pt x="9" y="353"/>
                    </a:lnTo>
                    <a:lnTo>
                      <a:pt x="7" y="353"/>
                    </a:lnTo>
                    <a:lnTo>
                      <a:pt x="7" y="353"/>
                    </a:lnTo>
                    <a:lnTo>
                      <a:pt x="7" y="353"/>
                    </a:lnTo>
                    <a:lnTo>
                      <a:pt x="7" y="351"/>
                    </a:lnTo>
                    <a:lnTo>
                      <a:pt x="7" y="351"/>
                    </a:lnTo>
                    <a:lnTo>
                      <a:pt x="7" y="351"/>
                    </a:lnTo>
                    <a:lnTo>
                      <a:pt x="7" y="349"/>
                    </a:lnTo>
                    <a:lnTo>
                      <a:pt x="4" y="349"/>
                    </a:lnTo>
                    <a:lnTo>
                      <a:pt x="4" y="349"/>
                    </a:lnTo>
                    <a:lnTo>
                      <a:pt x="4" y="349"/>
                    </a:lnTo>
                    <a:lnTo>
                      <a:pt x="4" y="346"/>
                    </a:lnTo>
                    <a:lnTo>
                      <a:pt x="4" y="346"/>
                    </a:lnTo>
                    <a:lnTo>
                      <a:pt x="4" y="346"/>
                    </a:lnTo>
                    <a:lnTo>
                      <a:pt x="4" y="344"/>
                    </a:lnTo>
                    <a:lnTo>
                      <a:pt x="4" y="344"/>
                    </a:lnTo>
                    <a:lnTo>
                      <a:pt x="4" y="344"/>
                    </a:lnTo>
                    <a:lnTo>
                      <a:pt x="4" y="344"/>
                    </a:lnTo>
                    <a:lnTo>
                      <a:pt x="2" y="344"/>
                    </a:lnTo>
                    <a:lnTo>
                      <a:pt x="2" y="344"/>
                    </a:lnTo>
                    <a:lnTo>
                      <a:pt x="2" y="344"/>
                    </a:lnTo>
                    <a:lnTo>
                      <a:pt x="0" y="344"/>
                    </a:lnTo>
                    <a:lnTo>
                      <a:pt x="0" y="344"/>
                    </a:lnTo>
                    <a:lnTo>
                      <a:pt x="0" y="344"/>
                    </a:lnTo>
                    <a:lnTo>
                      <a:pt x="0" y="344"/>
                    </a:lnTo>
                    <a:lnTo>
                      <a:pt x="0" y="344"/>
                    </a:lnTo>
                    <a:lnTo>
                      <a:pt x="0" y="344"/>
                    </a:lnTo>
                    <a:lnTo>
                      <a:pt x="0" y="342"/>
                    </a:lnTo>
                    <a:lnTo>
                      <a:pt x="0" y="342"/>
                    </a:lnTo>
                    <a:lnTo>
                      <a:pt x="0" y="339"/>
                    </a:lnTo>
                    <a:lnTo>
                      <a:pt x="0" y="339"/>
                    </a:lnTo>
                    <a:lnTo>
                      <a:pt x="0" y="339"/>
                    </a:lnTo>
                    <a:lnTo>
                      <a:pt x="0" y="337"/>
                    </a:lnTo>
                    <a:lnTo>
                      <a:pt x="0" y="337"/>
                    </a:lnTo>
                    <a:lnTo>
                      <a:pt x="0" y="337"/>
                    </a:lnTo>
                    <a:lnTo>
                      <a:pt x="0" y="337"/>
                    </a:lnTo>
                    <a:lnTo>
                      <a:pt x="0" y="334"/>
                    </a:lnTo>
                    <a:lnTo>
                      <a:pt x="2" y="334"/>
                    </a:lnTo>
                    <a:lnTo>
                      <a:pt x="2" y="334"/>
                    </a:lnTo>
                    <a:lnTo>
                      <a:pt x="2" y="334"/>
                    </a:lnTo>
                    <a:lnTo>
                      <a:pt x="2" y="334"/>
                    </a:lnTo>
                    <a:lnTo>
                      <a:pt x="4" y="334"/>
                    </a:lnTo>
                    <a:lnTo>
                      <a:pt x="4" y="334"/>
                    </a:lnTo>
                    <a:lnTo>
                      <a:pt x="7" y="334"/>
                    </a:lnTo>
                    <a:lnTo>
                      <a:pt x="7" y="334"/>
                    </a:lnTo>
                    <a:lnTo>
                      <a:pt x="7" y="334"/>
                    </a:lnTo>
                    <a:lnTo>
                      <a:pt x="7" y="334"/>
                    </a:lnTo>
                    <a:lnTo>
                      <a:pt x="7" y="334"/>
                    </a:lnTo>
                    <a:lnTo>
                      <a:pt x="7" y="334"/>
                    </a:lnTo>
                    <a:lnTo>
                      <a:pt x="4" y="334"/>
                    </a:lnTo>
                    <a:lnTo>
                      <a:pt x="4" y="332"/>
                    </a:lnTo>
                    <a:lnTo>
                      <a:pt x="4" y="332"/>
                    </a:lnTo>
                    <a:lnTo>
                      <a:pt x="2" y="332"/>
                    </a:lnTo>
                    <a:lnTo>
                      <a:pt x="2" y="332"/>
                    </a:lnTo>
                    <a:lnTo>
                      <a:pt x="4" y="332"/>
                    </a:lnTo>
                    <a:lnTo>
                      <a:pt x="4" y="330"/>
                    </a:lnTo>
                    <a:lnTo>
                      <a:pt x="4" y="330"/>
                    </a:lnTo>
                    <a:lnTo>
                      <a:pt x="7" y="330"/>
                    </a:lnTo>
                    <a:lnTo>
                      <a:pt x="7" y="332"/>
                    </a:lnTo>
                    <a:lnTo>
                      <a:pt x="7" y="332"/>
                    </a:lnTo>
                    <a:lnTo>
                      <a:pt x="7" y="332"/>
                    </a:lnTo>
                    <a:lnTo>
                      <a:pt x="7" y="332"/>
                    </a:lnTo>
                    <a:lnTo>
                      <a:pt x="9" y="332"/>
                    </a:lnTo>
                    <a:lnTo>
                      <a:pt x="9" y="332"/>
                    </a:lnTo>
                    <a:lnTo>
                      <a:pt x="9" y="332"/>
                    </a:lnTo>
                    <a:lnTo>
                      <a:pt x="12" y="332"/>
                    </a:lnTo>
                    <a:lnTo>
                      <a:pt x="12" y="330"/>
                    </a:lnTo>
                    <a:lnTo>
                      <a:pt x="12" y="330"/>
                    </a:lnTo>
                    <a:lnTo>
                      <a:pt x="12" y="330"/>
                    </a:lnTo>
                    <a:lnTo>
                      <a:pt x="12" y="330"/>
                    </a:lnTo>
                    <a:lnTo>
                      <a:pt x="12" y="330"/>
                    </a:lnTo>
                    <a:lnTo>
                      <a:pt x="12" y="330"/>
                    </a:lnTo>
                    <a:lnTo>
                      <a:pt x="12" y="327"/>
                    </a:lnTo>
                    <a:lnTo>
                      <a:pt x="12" y="327"/>
                    </a:lnTo>
                    <a:lnTo>
                      <a:pt x="12" y="325"/>
                    </a:lnTo>
                    <a:lnTo>
                      <a:pt x="14" y="325"/>
                    </a:lnTo>
                    <a:lnTo>
                      <a:pt x="14" y="325"/>
                    </a:lnTo>
                    <a:lnTo>
                      <a:pt x="14" y="327"/>
                    </a:lnTo>
                    <a:lnTo>
                      <a:pt x="14" y="327"/>
                    </a:lnTo>
                    <a:lnTo>
                      <a:pt x="14" y="327"/>
                    </a:lnTo>
                    <a:lnTo>
                      <a:pt x="14" y="327"/>
                    </a:lnTo>
                    <a:lnTo>
                      <a:pt x="16" y="327"/>
                    </a:lnTo>
                    <a:lnTo>
                      <a:pt x="16" y="325"/>
                    </a:lnTo>
                    <a:lnTo>
                      <a:pt x="16" y="325"/>
                    </a:lnTo>
                    <a:lnTo>
                      <a:pt x="16" y="327"/>
                    </a:lnTo>
                    <a:lnTo>
                      <a:pt x="19" y="327"/>
                    </a:lnTo>
                    <a:lnTo>
                      <a:pt x="19" y="327"/>
                    </a:lnTo>
                    <a:lnTo>
                      <a:pt x="19" y="327"/>
                    </a:lnTo>
                    <a:lnTo>
                      <a:pt x="21" y="327"/>
                    </a:lnTo>
                    <a:lnTo>
                      <a:pt x="21" y="327"/>
                    </a:lnTo>
                    <a:lnTo>
                      <a:pt x="21" y="327"/>
                    </a:lnTo>
                    <a:lnTo>
                      <a:pt x="23" y="327"/>
                    </a:lnTo>
                    <a:lnTo>
                      <a:pt x="23" y="327"/>
                    </a:lnTo>
                    <a:lnTo>
                      <a:pt x="26" y="327"/>
                    </a:lnTo>
                    <a:lnTo>
                      <a:pt x="26" y="327"/>
                    </a:lnTo>
                    <a:lnTo>
                      <a:pt x="26" y="327"/>
                    </a:lnTo>
                    <a:lnTo>
                      <a:pt x="26" y="325"/>
                    </a:lnTo>
                    <a:lnTo>
                      <a:pt x="28" y="325"/>
                    </a:lnTo>
                    <a:lnTo>
                      <a:pt x="28" y="327"/>
                    </a:lnTo>
                    <a:lnTo>
                      <a:pt x="28" y="327"/>
                    </a:lnTo>
                    <a:lnTo>
                      <a:pt x="28" y="327"/>
                    </a:lnTo>
                    <a:lnTo>
                      <a:pt x="30" y="327"/>
                    </a:lnTo>
                    <a:lnTo>
                      <a:pt x="30" y="327"/>
                    </a:lnTo>
                    <a:lnTo>
                      <a:pt x="30" y="327"/>
                    </a:lnTo>
                    <a:lnTo>
                      <a:pt x="33" y="327"/>
                    </a:lnTo>
                    <a:lnTo>
                      <a:pt x="33" y="330"/>
                    </a:lnTo>
                    <a:lnTo>
                      <a:pt x="33" y="330"/>
                    </a:lnTo>
                    <a:lnTo>
                      <a:pt x="33" y="330"/>
                    </a:lnTo>
                    <a:lnTo>
                      <a:pt x="35" y="330"/>
                    </a:lnTo>
                    <a:lnTo>
                      <a:pt x="35" y="330"/>
                    </a:lnTo>
                    <a:lnTo>
                      <a:pt x="35" y="330"/>
                    </a:lnTo>
                    <a:lnTo>
                      <a:pt x="38" y="330"/>
                    </a:lnTo>
                    <a:lnTo>
                      <a:pt x="38" y="330"/>
                    </a:lnTo>
                    <a:lnTo>
                      <a:pt x="40" y="330"/>
                    </a:lnTo>
                    <a:lnTo>
                      <a:pt x="40" y="330"/>
                    </a:lnTo>
                    <a:lnTo>
                      <a:pt x="40" y="330"/>
                    </a:lnTo>
                    <a:lnTo>
                      <a:pt x="40" y="327"/>
                    </a:lnTo>
                    <a:lnTo>
                      <a:pt x="40" y="327"/>
                    </a:lnTo>
                    <a:lnTo>
                      <a:pt x="40" y="325"/>
                    </a:lnTo>
                    <a:lnTo>
                      <a:pt x="42" y="325"/>
                    </a:lnTo>
                    <a:lnTo>
                      <a:pt x="42" y="325"/>
                    </a:lnTo>
                    <a:lnTo>
                      <a:pt x="42" y="325"/>
                    </a:lnTo>
                    <a:lnTo>
                      <a:pt x="45" y="325"/>
                    </a:lnTo>
                    <a:lnTo>
                      <a:pt x="45" y="325"/>
                    </a:lnTo>
                    <a:lnTo>
                      <a:pt x="45" y="325"/>
                    </a:lnTo>
                    <a:lnTo>
                      <a:pt x="47" y="325"/>
                    </a:lnTo>
                    <a:lnTo>
                      <a:pt x="47" y="325"/>
                    </a:lnTo>
                    <a:lnTo>
                      <a:pt x="47" y="325"/>
                    </a:lnTo>
                    <a:lnTo>
                      <a:pt x="47" y="323"/>
                    </a:lnTo>
                    <a:lnTo>
                      <a:pt x="49" y="323"/>
                    </a:lnTo>
                    <a:lnTo>
                      <a:pt x="49" y="323"/>
                    </a:lnTo>
                    <a:lnTo>
                      <a:pt x="52" y="323"/>
                    </a:lnTo>
                    <a:lnTo>
                      <a:pt x="52" y="325"/>
                    </a:lnTo>
                    <a:lnTo>
                      <a:pt x="52" y="325"/>
                    </a:lnTo>
                    <a:lnTo>
                      <a:pt x="52" y="327"/>
                    </a:lnTo>
                    <a:lnTo>
                      <a:pt x="52" y="327"/>
                    </a:lnTo>
                    <a:lnTo>
                      <a:pt x="52" y="327"/>
                    </a:lnTo>
                    <a:lnTo>
                      <a:pt x="52" y="327"/>
                    </a:lnTo>
                    <a:lnTo>
                      <a:pt x="54" y="327"/>
                    </a:lnTo>
                    <a:lnTo>
                      <a:pt x="54" y="327"/>
                    </a:lnTo>
                    <a:lnTo>
                      <a:pt x="54" y="327"/>
                    </a:lnTo>
                    <a:lnTo>
                      <a:pt x="57" y="327"/>
                    </a:lnTo>
                    <a:lnTo>
                      <a:pt x="57" y="327"/>
                    </a:lnTo>
                    <a:lnTo>
                      <a:pt x="59" y="327"/>
                    </a:lnTo>
                    <a:lnTo>
                      <a:pt x="59" y="327"/>
                    </a:lnTo>
                    <a:lnTo>
                      <a:pt x="59" y="327"/>
                    </a:lnTo>
                    <a:lnTo>
                      <a:pt x="59" y="325"/>
                    </a:lnTo>
                    <a:lnTo>
                      <a:pt x="59" y="325"/>
                    </a:lnTo>
                    <a:lnTo>
                      <a:pt x="59" y="325"/>
                    </a:lnTo>
                    <a:lnTo>
                      <a:pt x="61" y="325"/>
                    </a:lnTo>
                    <a:lnTo>
                      <a:pt x="61" y="325"/>
                    </a:lnTo>
                    <a:lnTo>
                      <a:pt x="61" y="325"/>
                    </a:lnTo>
                    <a:lnTo>
                      <a:pt x="61" y="323"/>
                    </a:lnTo>
                    <a:lnTo>
                      <a:pt x="64" y="323"/>
                    </a:lnTo>
                    <a:lnTo>
                      <a:pt x="64" y="323"/>
                    </a:lnTo>
                    <a:lnTo>
                      <a:pt x="64" y="323"/>
                    </a:lnTo>
                    <a:lnTo>
                      <a:pt x="61" y="323"/>
                    </a:lnTo>
                    <a:lnTo>
                      <a:pt x="61" y="323"/>
                    </a:lnTo>
                    <a:lnTo>
                      <a:pt x="61" y="323"/>
                    </a:lnTo>
                    <a:lnTo>
                      <a:pt x="61" y="320"/>
                    </a:lnTo>
                    <a:lnTo>
                      <a:pt x="61" y="320"/>
                    </a:lnTo>
                    <a:lnTo>
                      <a:pt x="61" y="318"/>
                    </a:lnTo>
                    <a:lnTo>
                      <a:pt x="61" y="318"/>
                    </a:lnTo>
                    <a:lnTo>
                      <a:pt x="61" y="318"/>
                    </a:lnTo>
                    <a:lnTo>
                      <a:pt x="61" y="318"/>
                    </a:lnTo>
                    <a:lnTo>
                      <a:pt x="61" y="316"/>
                    </a:lnTo>
                    <a:lnTo>
                      <a:pt x="61" y="316"/>
                    </a:lnTo>
                    <a:lnTo>
                      <a:pt x="61" y="316"/>
                    </a:lnTo>
                    <a:lnTo>
                      <a:pt x="61" y="313"/>
                    </a:lnTo>
                    <a:lnTo>
                      <a:pt x="61" y="313"/>
                    </a:lnTo>
                    <a:lnTo>
                      <a:pt x="61" y="313"/>
                    </a:lnTo>
                    <a:lnTo>
                      <a:pt x="61" y="313"/>
                    </a:lnTo>
                    <a:lnTo>
                      <a:pt x="61" y="311"/>
                    </a:lnTo>
                    <a:lnTo>
                      <a:pt x="59" y="311"/>
                    </a:lnTo>
                    <a:lnTo>
                      <a:pt x="59" y="311"/>
                    </a:lnTo>
                    <a:lnTo>
                      <a:pt x="59" y="308"/>
                    </a:lnTo>
                    <a:lnTo>
                      <a:pt x="59" y="308"/>
                    </a:lnTo>
                    <a:lnTo>
                      <a:pt x="59" y="308"/>
                    </a:lnTo>
                    <a:lnTo>
                      <a:pt x="59" y="306"/>
                    </a:lnTo>
                    <a:lnTo>
                      <a:pt x="59" y="306"/>
                    </a:lnTo>
                    <a:lnTo>
                      <a:pt x="59" y="306"/>
                    </a:lnTo>
                    <a:lnTo>
                      <a:pt x="59" y="304"/>
                    </a:lnTo>
                    <a:lnTo>
                      <a:pt x="59" y="304"/>
                    </a:lnTo>
                    <a:lnTo>
                      <a:pt x="57" y="304"/>
                    </a:lnTo>
                    <a:lnTo>
                      <a:pt x="57" y="304"/>
                    </a:lnTo>
                    <a:lnTo>
                      <a:pt x="57" y="304"/>
                    </a:lnTo>
                    <a:lnTo>
                      <a:pt x="57" y="301"/>
                    </a:lnTo>
                    <a:lnTo>
                      <a:pt x="54" y="301"/>
                    </a:lnTo>
                    <a:lnTo>
                      <a:pt x="54" y="301"/>
                    </a:lnTo>
                    <a:lnTo>
                      <a:pt x="54" y="299"/>
                    </a:lnTo>
                    <a:lnTo>
                      <a:pt x="54" y="299"/>
                    </a:lnTo>
                    <a:lnTo>
                      <a:pt x="54" y="299"/>
                    </a:lnTo>
                    <a:lnTo>
                      <a:pt x="54" y="299"/>
                    </a:lnTo>
                    <a:lnTo>
                      <a:pt x="54" y="297"/>
                    </a:lnTo>
                    <a:lnTo>
                      <a:pt x="54" y="297"/>
                    </a:lnTo>
                    <a:lnTo>
                      <a:pt x="54" y="294"/>
                    </a:lnTo>
                    <a:lnTo>
                      <a:pt x="54" y="294"/>
                    </a:lnTo>
                    <a:lnTo>
                      <a:pt x="54" y="294"/>
                    </a:lnTo>
                    <a:lnTo>
                      <a:pt x="54" y="292"/>
                    </a:lnTo>
                    <a:lnTo>
                      <a:pt x="54" y="292"/>
                    </a:lnTo>
                    <a:lnTo>
                      <a:pt x="54" y="289"/>
                    </a:lnTo>
                    <a:lnTo>
                      <a:pt x="52" y="289"/>
                    </a:lnTo>
                    <a:lnTo>
                      <a:pt x="52" y="289"/>
                    </a:lnTo>
                    <a:lnTo>
                      <a:pt x="52" y="289"/>
                    </a:lnTo>
                    <a:lnTo>
                      <a:pt x="49" y="289"/>
                    </a:lnTo>
                    <a:lnTo>
                      <a:pt x="49" y="289"/>
                    </a:lnTo>
                    <a:lnTo>
                      <a:pt x="49" y="292"/>
                    </a:lnTo>
                    <a:lnTo>
                      <a:pt x="47" y="292"/>
                    </a:lnTo>
                    <a:lnTo>
                      <a:pt x="47" y="292"/>
                    </a:lnTo>
                    <a:lnTo>
                      <a:pt x="47" y="289"/>
                    </a:lnTo>
                    <a:lnTo>
                      <a:pt x="47" y="289"/>
                    </a:lnTo>
                    <a:lnTo>
                      <a:pt x="45" y="289"/>
                    </a:lnTo>
                    <a:lnTo>
                      <a:pt x="45" y="289"/>
                    </a:lnTo>
                    <a:lnTo>
                      <a:pt x="45" y="289"/>
                    </a:lnTo>
                    <a:lnTo>
                      <a:pt x="45" y="287"/>
                    </a:lnTo>
                    <a:lnTo>
                      <a:pt x="42" y="287"/>
                    </a:lnTo>
                    <a:lnTo>
                      <a:pt x="42" y="287"/>
                    </a:lnTo>
                    <a:lnTo>
                      <a:pt x="42" y="287"/>
                    </a:lnTo>
                    <a:lnTo>
                      <a:pt x="42" y="285"/>
                    </a:lnTo>
                    <a:lnTo>
                      <a:pt x="42" y="285"/>
                    </a:lnTo>
                    <a:lnTo>
                      <a:pt x="42" y="285"/>
                    </a:lnTo>
                    <a:lnTo>
                      <a:pt x="40" y="285"/>
                    </a:lnTo>
                    <a:lnTo>
                      <a:pt x="40" y="285"/>
                    </a:lnTo>
                    <a:lnTo>
                      <a:pt x="40" y="282"/>
                    </a:lnTo>
                    <a:lnTo>
                      <a:pt x="40" y="282"/>
                    </a:lnTo>
                    <a:lnTo>
                      <a:pt x="40" y="280"/>
                    </a:lnTo>
                    <a:lnTo>
                      <a:pt x="40" y="280"/>
                    </a:lnTo>
                    <a:lnTo>
                      <a:pt x="42" y="280"/>
                    </a:lnTo>
                    <a:lnTo>
                      <a:pt x="42" y="278"/>
                    </a:lnTo>
                    <a:lnTo>
                      <a:pt x="42" y="278"/>
                    </a:lnTo>
                    <a:lnTo>
                      <a:pt x="42" y="278"/>
                    </a:lnTo>
                    <a:lnTo>
                      <a:pt x="42" y="275"/>
                    </a:lnTo>
                    <a:lnTo>
                      <a:pt x="42" y="275"/>
                    </a:lnTo>
                    <a:lnTo>
                      <a:pt x="42" y="275"/>
                    </a:lnTo>
                    <a:lnTo>
                      <a:pt x="42" y="273"/>
                    </a:lnTo>
                    <a:lnTo>
                      <a:pt x="42" y="273"/>
                    </a:lnTo>
                    <a:lnTo>
                      <a:pt x="42" y="270"/>
                    </a:lnTo>
                    <a:lnTo>
                      <a:pt x="42" y="270"/>
                    </a:lnTo>
                    <a:lnTo>
                      <a:pt x="42" y="268"/>
                    </a:lnTo>
                    <a:lnTo>
                      <a:pt x="42" y="268"/>
                    </a:lnTo>
                    <a:lnTo>
                      <a:pt x="42" y="268"/>
                    </a:lnTo>
                    <a:lnTo>
                      <a:pt x="40" y="268"/>
                    </a:lnTo>
                    <a:lnTo>
                      <a:pt x="40" y="268"/>
                    </a:lnTo>
                    <a:lnTo>
                      <a:pt x="40" y="268"/>
                    </a:lnTo>
                    <a:lnTo>
                      <a:pt x="38" y="268"/>
                    </a:lnTo>
                    <a:lnTo>
                      <a:pt x="38" y="268"/>
                    </a:lnTo>
                    <a:lnTo>
                      <a:pt x="35" y="268"/>
                    </a:lnTo>
                    <a:lnTo>
                      <a:pt x="35" y="268"/>
                    </a:lnTo>
                    <a:lnTo>
                      <a:pt x="35" y="268"/>
                    </a:lnTo>
                    <a:lnTo>
                      <a:pt x="35" y="266"/>
                    </a:lnTo>
                    <a:lnTo>
                      <a:pt x="33" y="266"/>
                    </a:lnTo>
                    <a:lnTo>
                      <a:pt x="33" y="266"/>
                    </a:lnTo>
                    <a:lnTo>
                      <a:pt x="33" y="266"/>
                    </a:lnTo>
                    <a:lnTo>
                      <a:pt x="33" y="266"/>
                    </a:lnTo>
                    <a:lnTo>
                      <a:pt x="30" y="266"/>
                    </a:lnTo>
                    <a:lnTo>
                      <a:pt x="30" y="263"/>
                    </a:lnTo>
                    <a:lnTo>
                      <a:pt x="30" y="263"/>
                    </a:lnTo>
                    <a:lnTo>
                      <a:pt x="28" y="263"/>
                    </a:lnTo>
                    <a:lnTo>
                      <a:pt x="28" y="263"/>
                    </a:lnTo>
                    <a:lnTo>
                      <a:pt x="28" y="263"/>
                    </a:lnTo>
                    <a:lnTo>
                      <a:pt x="28" y="263"/>
                    </a:lnTo>
                    <a:lnTo>
                      <a:pt x="28" y="261"/>
                    </a:lnTo>
                    <a:lnTo>
                      <a:pt x="28" y="261"/>
                    </a:lnTo>
                    <a:lnTo>
                      <a:pt x="28" y="259"/>
                    </a:lnTo>
                    <a:lnTo>
                      <a:pt x="28" y="259"/>
                    </a:lnTo>
                    <a:lnTo>
                      <a:pt x="28" y="256"/>
                    </a:lnTo>
                    <a:lnTo>
                      <a:pt x="28" y="256"/>
                    </a:lnTo>
                    <a:lnTo>
                      <a:pt x="28" y="256"/>
                    </a:lnTo>
                    <a:lnTo>
                      <a:pt x="28" y="254"/>
                    </a:lnTo>
                    <a:lnTo>
                      <a:pt x="28" y="254"/>
                    </a:lnTo>
                    <a:lnTo>
                      <a:pt x="30" y="254"/>
                    </a:lnTo>
                    <a:lnTo>
                      <a:pt x="30" y="254"/>
                    </a:lnTo>
                    <a:lnTo>
                      <a:pt x="30" y="252"/>
                    </a:lnTo>
                    <a:lnTo>
                      <a:pt x="30" y="252"/>
                    </a:lnTo>
                    <a:lnTo>
                      <a:pt x="30" y="252"/>
                    </a:lnTo>
                    <a:lnTo>
                      <a:pt x="33" y="252"/>
                    </a:lnTo>
                    <a:lnTo>
                      <a:pt x="33" y="252"/>
                    </a:lnTo>
                    <a:lnTo>
                      <a:pt x="33" y="249"/>
                    </a:lnTo>
                    <a:lnTo>
                      <a:pt x="33" y="249"/>
                    </a:lnTo>
                    <a:lnTo>
                      <a:pt x="33" y="249"/>
                    </a:lnTo>
                    <a:lnTo>
                      <a:pt x="35" y="249"/>
                    </a:lnTo>
                    <a:lnTo>
                      <a:pt x="35" y="247"/>
                    </a:lnTo>
                    <a:lnTo>
                      <a:pt x="35" y="247"/>
                    </a:lnTo>
                    <a:lnTo>
                      <a:pt x="35" y="247"/>
                    </a:lnTo>
                    <a:lnTo>
                      <a:pt x="35" y="247"/>
                    </a:lnTo>
                    <a:lnTo>
                      <a:pt x="35" y="244"/>
                    </a:lnTo>
                    <a:lnTo>
                      <a:pt x="38" y="244"/>
                    </a:lnTo>
                    <a:lnTo>
                      <a:pt x="38" y="244"/>
                    </a:lnTo>
                    <a:lnTo>
                      <a:pt x="38" y="244"/>
                    </a:lnTo>
                    <a:lnTo>
                      <a:pt x="38" y="244"/>
                    </a:lnTo>
                    <a:lnTo>
                      <a:pt x="40" y="244"/>
                    </a:lnTo>
                    <a:lnTo>
                      <a:pt x="40" y="242"/>
                    </a:lnTo>
                    <a:lnTo>
                      <a:pt x="40" y="242"/>
                    </a:lnTo>
                    <a:lnTo>
                      <a:pt x="40" y="242"/>
                    </a:lnTo>
                    <a:lnTo>
                      <a:pt x="40" y="240"/>
                    </a:lnTo>
                    <a:lnTo>
                      <a:pt x="40" y="240"/>
                    </a:lnTo>
                    <a:lnTo>
                      <a:pt x="40" y="240"/>
                    </a:lnTo>
                    <a:lnTo>
                      <a:pt x="40" y="237"/>
                    </a:lnTo>
                    <a:lnTo>
                      <a:pt x="42" y="237"/>
                    </a:lnTo>
                    <a:lnTo>
                      <a:pt x="42" y="237"/>
                    </a:lnTo>
                    <a:lnTo>
                      <a:pt x="42" y="235"/>
                    </a:lnTo>
                    <a:lnTo>
                      <a:pt x="42" y="235"/>
                    </a:lnTo>
                    <a:lnTo>
                      <a:pt x="42" y="235"/>
                    </a:lnTo>
                    <a:lnTo>
                      <a:pt x="42" y="235"/>
                    </a:lnTo>
                    <a:lnTo>
                      <a:pt x="42" y="235"/>
                    </a:lnTo>
                    <a:lnTo>
                      <a:pt x="45" y="235"/>
                    </a:lnTo>
                    <a:lnTo>
                      <a:pt x="45" y="235"/>
                    </a:lnTo>
                    <a:lnTo>
                      <a:pt x="45" y="233"/>
                    </a:lnTo>
                    <a:lnTo>
                      <a:pt x="47" y="233"/>
                    </a:lnTo>
                    <a:lnTo>
                      <a:pt x="47" y="233"/>
                    </a:lnTo>
                    <a:lnTo>
                      <a:pt x="47" y="233"/>
                    </a:lnTo>
                    <a:lnTo>
                      <a:pt x="47" y="233"/>
                    </a:lnTo>
                    <a:lnTo>
                      <a:pt x="47" y="230"/>
                    </a:lnTo>
                    <a:lnTo>
                      <a:pt x="49" y="230"/>
                    </a:lnTo>
                    <a:lnTo>
                      <a:pt x="49" y="230"/>
                    </a:lnTo>
                    <a:lnTo>
                      <a:pt x="52" y="230"/>
                    </a:lnTo>
                    <a:lnTo>
                      <a:pt x="52" y="233"/>
                    </a:lnTo>
                    <a:lnTo>
                      <a:pt x="52" y="233"/>
                    </a:lnTo>
                    <a:lnTo>
                      <a:pt x="52" y="233"/>
                    </a:lnTo>
                    <a:lnTo>
                      <a:pt x="52" y="233"/>
                    </a:lnTo>
                    <a:lnTo>
                      <a:pt x="54" y="233"/>
                    </a:lnTo>
                    <a:lnTo>
                      <a:pt x="54" y="235"/>
                    </a:lnTo>
                    <a:lnTo>
                      <a:pt x="54" y="235"/>
                    </a:lnTo>
                    <a:lnTo>
                      <a:pt x="54" y="235"/>
                    </a:lnTo>
                    <a:lnTo>
                      <a:pt x="54" y="235"/>
                    </a:lnTo>
                    <a:lnTo>
                      <a:pt x="54" y="237"/>
                    </a:lnTo>
                    <a:lnTo>
                      <a:pt x="54" y="237"/>
                    </a:lnTo>
                    <a:lnTo>
                      <a:pt x="54" y="237"/>
                    </a:lnTo>
                    <a:lnTo>
                      <a:pt x="54" y="240"/>
                    </a:lnTo>
                    <a:lnTo>
                      <a:pt x="57" y="240"/>
                    </a:lnTo>
                    <a:lnTo>
                      <a:pt x="57" y="240"/>
                    </a:lnTo>
                    <a:lnTo>
                      <a:pt x="59" y="240"/>
                    </a:lnTo>
                    <a:lnTo>
                      <a:pt x="59" y="240"/>
                    </a:lnTo>
                    <a:lnTo>
                      <a:pt x="59" y="240"/>
                    </a:lnTo>
                    <a:lnTo>
                      <a:pt x="59" y="237"/>
                    </a:lnTo>
                    <a:lnTo>
                      <a:pt x="61" y="237"/>
                    </a:lnTo>
                    <a:lnTo>
                      <a:pt x="61" y="237"/>
                    </a:lnTo>
                    <a:lnTo>
                      <a:pt x="61" y="237"/>
                    </a:lnTo>
                    <a:lnTo>
                      <a:pt x="61" y="237"/>
                    </a:lnTo>
                    <a:lnTo>
                      <a:pt x="64" y="237"/>
                    </a:lnTo>
                    <a:lnTo>
                      <a:pt x="64" y="237"/>
                    </a:lnTo>
                    <a:lnTo>
                      <a:pt x="64" y="235"/>
                    </a:lnTo>
                    <a:lnTo>
                      <a:pt x="66" y="235"/>
                    </a:lnTo>
                    <a:lnTo>
                      <a:pt x="66" y="235"/>
                    </a:lnTo>
                    <a:lnTo>
                      <a:pt x="66" y="235"/>
                    </a:lnTo>
                    <a:lnTo>
                      <a:pt x="66" y="235"/>
                    </a:lnTo>
                    <a:lnTo>
                      <a:pt x="68" y="235"/>
                    </a:lnTo>
                    <a:lnTo>
                      <a:pt x="68" y="235"/>
                    </a:lnTo>
                    <a:lnTo>
                      <a:pt x="68" y="235"/>
                    </a:lnTo>
                    <a:lnTo>
                      <a:pt x="71" y="235"/>
                    </a:lnTo>
                    <a:lnTo>
                      <a:pt x="71" y="235"/>
                    </a:lnTo>
                    <a:lnTo>
                      <a:pt x="73" y="235"/>
                    </a:lnTo>
                    <a:lnTo>
                      <a:pt x="73" y="235"/>
                    </a:lnTo>
                    <a:lnTo>
                      <a:pt x="73" y="235"/>
                    </a:lnTo>
                    <a:lnTo>
                      <a:pt x="75" y="235"/>
                    </a:lnTo>
                    <a:lnTo>
                      <a:pt x="75" y="235"/>
                    </a:lnTo>
                    <a:lnTo>
                      <a:pt x="75" y="235"/>
                    </a:lnTo>
                    <a:lnTo>
                      <a:pt x="75" y="235"/>
                    </a:lnTo>
                    <a:lnTo>
                      <a:pt x="78" y="235"/>
                    </a:lnTo>
                    <a:lnTo>
                      <a:pt x="78" y="235"/>
                    </a:lnTo>
                    <a:lnTo>
                      <a:pt x="78" y="233"/>
                    </a:lnTo>
                    <a:lnTo>
                      <a:pt x="80" y="233"/>
                    </a:lnTo>
                    <a:lnTo>
                      <a:pt x="80" y="233"/>
                    </a:lnTo>
                    <a:lnTo>
                      <a:pt x="80" y="233"/>
                    </a:lnTo>
                    <a:lnTo>
                      <a:pt x="80" y="230"/>
                    </a:lnTo>
                    <a:lnTo>
                      <a:pt x="80" y="230"/>
                    </a:lnTo>
                    <a:lnTo>
                      <a:pt x="80" y="228"/>
                    </a:lnTo>
                    <a:lnTo>
                      <a:pt x="80" y="228"/>
                    </a:lnTo>
                    <a:lnTo>
                      <a:pt x="80" y="228"/>
                    </a:lnTo>
                    <a:lnTo>
                      <a:pt x="80" y="225"/>
                    </a:lnTo>
                    <a:lnTo>
                      <a:pt x="83" y="225"/>
                    </a:lnTo>
                    <a:lnTo>
                      <a:pt x="83" y="225"/>
                    </a:lnTo>
                    <a:lnTo>
                      <a:pt x="83" y="225"/>
                    </a:lnTo>
                    <a:lnTo>
                      <a:pt x="85" y="225"/>
                    </a:lnTo>
                    <a:lnTo>
                      <a:pt x="85" y="225"/>
                    </a:lnTo>
                    <a:lnTo>
                      <a:pt x="85" y="225"/>
                    </a:lnTo>
                    <a:lnTo>
                      <a:pt x="85" y="223"/>
                    </a:lnTo>
                    <a:lnTo>
                      <a:pt x="85" y="223"/>
                    </a:lnTo>
                    <a:lnTo>
                      <a:pt x="85" y="223"/>
                    </a:lnTo>
                    <a:lnTo>
                      <a:pt x="87" y="223"/>
                    </a:lnTo>
                    <a:lnTo>
                      <a:pt x="87" y="221"/>
                    </a:lnTo>
                    <a:lnTo>
                      <a:pt x="87" y="221"/>
                    </a:lnTo>
                    <a:lnTo>
                      <a:pt x="87" y="221"/>
                    </a:lnTo>
                    <a:lnTo>
                      <a:pt x="87" y="218"/>
                    </a:lnTo>
                    <a:lnTo>
                      <a:pt x="87" y="218"/>
                    </a:lnTo>
                    <a:lnTo>
                      <a:pt x="87" y="216"/>
                    </a:lnTo>
                    <a:lnTo>
                      <a:pt x="87" y="216"/>
                    </a:lnTo>
                    <a:lnTo>
                      <a:pt x="87" y="216"/>
                    </a:lnTo>
                    <a:lnTo>
                      <a:pt x="87" y="216"/>
                    </a:lnTo>
                    <a:lnTo>
                      <a:pt x="90" y="216"/>
                    </a:lnTo>
                    <a:lnTo>
                      <a:pt x="90" y="214"/>
                    </a:lnTo>
                    <a:lnTo>
                      <a:pt x="90" y="214"/>
                    </a:lnTo>
                    <a:lnTo>
                      <a:pt x="90" y="214"/>
                    </a:lnTo>
                    <a:lnTo>
                      <a:pt x="90" y="211"/>
                    </a:lnTo>
                    <a:lnTo>
                      <a:pt x="92" y="211"/>
                    </a:lnTo>
                    <a:lnTo>
                      <a:pt x="92" y="211"/>
                    </a:lnTo>
                    <a:lnTo>
                      <a:pt x="92" y="211"/>
                    </a:lnTo>
                    <a:lnTo>
                      <a:pt x="92" y="211"/>
                    </a:lnTo>
                    <a:lnTo>
                      <a:pt x="94" y="211"/>
                    </a:lnTo>
                    <a:lnTo>
                      <a:pt x="94" y="209"/>
                    </a:lnTo>
                    <a:lnTo>
                      <a:pt x="94" y="209"/>
                    </a:lnTo>
                    <a:lnTo>
                      <a:pt x="94" y="209"/>
                    </a:lnTo>
                    <a:lnTo>
                      <a:pt x="94" y="209"/>
                    </a:lnTo>
                    <a:lnTo>
                      <a:pt x="97" y="209"/>
                    </a:lnTo>
                    <a:lnTo>
                      <a:pt x="97" y="209"/>
                    </a:lnTo>
                    <a:lnTo>
                      <a:pt x="97" y="207"/>
                    </a:lnTo>
                    <a:lnTo>
                      <a:pt x="99" y="207"/>
                    </a:lnTo>
                    <a:lnTo>
                      <a:pt x="99" y="207"/>
                    </a:lnTo>
                    <a:lnTo>
                      <a:pt x="99" y="207"/>
                    </a:lnTo>
                    <a:lnTo>
                      <a:pt x="99" y="207"/>
                    </a:lnTo>
                    <a:lnTo>
                      <a:pt x="101" y="207"/>
                    </a:lnTo>
                    <a:lnTo>
                      <a:pt x="101" y="207"/>
                    </a:lnTo>
                    <a:lnTo>
                      <a:pt x="101" y="204"/>
                    </a:lnTo>
                    <a:lnTo>
                      <a:pt x="101" y="204"/>
                    </a:lnTo>
                    <a:lnTo>
                      <a:pt x="101" y="204"/>
                    </a:lnTo>
                    <a:lnTo>
                      <a:pt x="101" y="204"/>
                    </a:lnTo>
                    <a:lnTo>
                      <a:pt x="104" y="204"/>
                    </a:lnTo>
                    <a:lnTo>
                      <a:pt x="104" y="202"/>
                    </a:lnTo>
                    <a:lnTo>
                      <a:pt x="104" y="202"/>
                    </a:lnTo>
                    <a:lnTo>
                      <a:pt x="104" y="202"/>
                    </a:lnTo>
                    <a:lnTo>
                      <a:pt x="106" y="202"/>
                    </a:lnTo>
                    <a:lnTo>
                      <a:pt x="106" y="199"/>
                    </a:lnTo>
                    <a:lnTo>
                      <a:pt x="106" y="199"/>
                    </a:lnTo>
                    <a:lnTo>
                      <a:pt x="106" y="199"/>
                    </a:lnTo>
                    <a:lnTo>
                      <a:pt x="106" y="197"/>
                    </a:lnTo>
                    <a:lnTo>
                      <a:pt x="106" y="197"/>
                    </a:lnTo>
                    <a:lnTo>
                      <a:pt x="106" y="197"/>
                    </a:lnTo>
                    <a:lnTo>
                      <a:pt x="106" y="195"/>
                    </a:lnTo>
                    <a:lnTo>
                      <a:pt x="109" y="195"/>
                    </a:lnTo>
                    <a:lnTo>
                      <a:pt x="109" y="195"/>
                    </a:lnTo>
                    <a:lnTo>
                      <a:pt x="109" y="195"/>
                    </a:lnTo>
                    <a:lnTo>
                      <a:pt x="109" y="195"/>
                    </a:lnTo>
                    <a:lnTo>
                      <a:pt x="109" y="192"/>
                    </a:lnTo>
                    <a:lnTo>
                      <a:pt x="109" y="192"/>
                    </a:lnTo>
                    <a:lnTo>
                      <a:pt x="109" y="192"/>
                    </a:lnTo>
                    <a:lnTo>
                      <a:pt x="109" y="190"/>
                    </a:lnTo>
                    <a:lnTo>
                      <a:pt x="109" y="190"/>
                    </a:lnTo>
                    <a:lnTo>
                      <a:pt x="111" y="190"/>
                    </a:lnTo>
                    <a:lnTo>
                      <a:pt x="111" y="188"/>
                    </a:lnTo>
                    <a:lnTo>
                      <a:pt x="111" y="188"/>
                    </a:lnTo>
                    <a:lnTo>
                      <a:pt x="111" y="185"/>
                    </a:lnTo>
                    <a:lnTo>
                      <a:pt x="111" y="185"/>
                    </a:lnTo>
                    <a:lnTo>
                      <a:pt x="111" y="185"/>
                    </a:lnTo>
                    <a:lnTo>
                      <a:pt x="111" y="185"/>
                    </a:lnTo>
                    <a:lnTo>
                      <a:pt x="111" y="183"/>
                    </a:lnTo>
                    <a:lnTo>
                      <a:pt x="113" y="183"/>
                    </a:lnTo>
                    <a:lnTo>
                      <a:pt x="113" y="183"/>
                    </a:lnTo>
                    <a:lnTo>
                      <a:pt x="113" y="183"/>
                    </a:lnTo>
                    <a:lnTo>
                      <a:pt x="113" y="183"/>
                    </a:lnTo>
                    <a:lnTo>
                      <a:pt x="113" y="180"/>
                    </a:lnTo>
                    <a:lnTo>
                      <a:pt x="116" y="180"/>
                    </a:lnTo>
                    <a:lnTo>
                      <a:pt x="116" y="180"/>
                    </a:lnTo>
                    <a:lnTo>
                      <a:pt x="118" y="180"/>
                    </a:lnTo>
                    <a:lnTo>
                      <a:pt x="118" y="180"/>
                    </a:lnTo>
                    <a:lnTo>
                      <a:pt x="118" y="180"/>
                    </a:lnTo>
                    <a:lnTo>
                      <a:pt x="118" y="180"/>
                    </a:lnTo>
                    <a:lnTo>
                      <a:pt x="120" y="180"/>
                    </a:lnTo>
                    <a:lnTo>
                      <a:pt x="120" y="180"/>
                    </a:lnTo>
                    <a:lnTo>
                      <a:pt x="120" y="178"/>
                    </a:lnTo>
                    <a:lnTo>
                      <a:pt x="120" y="178"/>
                    </a:lnTo>
                    <a:lnTo>
                      <a:pt x="120" y="178"/>
                    </a:lnTo>
                    <a:lnTo>
                      <a:pt x="123" y="178"/>
                    </a:lnTo>
                    <a:lnTo>
                      <a:pt x="123" y="178"/>
                    </a:lnTo>
                    <a:lnTo>
                      <a:pt x="123" y="176"/>
                    </a:lnTo>
                    <a:lnTo>
                      <a:pt x="125" y="176"/>
                    </a:lnTo>
                    <a:lnTo>
                      <a:pt x="125" y="176"/>
                    </a:lnTo>
                    <a:lnTo>
                      <a:pt x="125" y="176"/>
                    </a:lnTo>
                    <a:lnTo>
                      <a:pt x="125" y="173"/>
                    </a:lnTo>
                    <a:lnTo>
                      <a:pt x="123" y="173"/>
                    </a:lnTo>
                    <a:lnTo>
                      <a:pt x="123" y="173"/>
                    </a:lnTo>
                    <a:lnTo>
                      <a:pt x="123" y="173"/>
                    </a:lnTo>
                    <a:lnTo>
                      <a:pt x="123" y="171"/>
                    </a:lnTo>
                    <a:lnTo>
                      <a:pt x="123" y="171"/>
                    </a:lnTo>
                    <a:lnTo>
                      <a:pt x="123" y="171"/>
                    </a:lnTo>
                    <a:lnTo>
                      <a:pt x="123" y="169"/>
                    </a:lnTo>
                    <a:lnTo>
                      <a:pt x="125" y="169"/>
                    </a:lnTo>
                    <a:lnTo>
                      <a:pt x="125" y="169"/>
                    </a:lnTo>
                    <a:lnTo>
                      <a:pt x="125" y="169"/>
                    </a:lnTo>
                    <a:lnTo>
                      <a:pt x="125" y="166"/>
                    </a:lnTo>
                    <a:lnTo>
                      <a:pt x="125" y="166"/>
                    </a:lnTo>
                    <a:lnTo>
                      <a:pt x="128" y="166"/>
                    </a:lnTo>
                    <a:lnTo>
                      <a:pt x="128" y="166"/>
                    </a:lnTo>
                    <a:lnTo>
                      <a:pt x="128" y="166"/>
                    </a:lnTo>
                    <a:lnTo>
                      <a:pt x="128" y="166"/>
                    </a:lnTo>
                    <a:lnTo>
                      <a:pt x="128" y="166"/>
                    </a:lnTo>
                    <a:lnTo>
                      <a:pt x="128" y="164"/>
                    </a:lnTo>
                    <a:lnTo>
                      <a:pt x="130" y="164"/>
                    </a:lnTo>
                    <a:lnTo>
                      <a:pt x="130" y="164"/>
                    </a:lnTo>
                    <a:lnTo>
                      <a:pt x="130" y="164"/>
                    </a:lnTo>
                    <a:lnTo>
                      <a:pt x="130" y="161"/>
                    </a:lnTo>
                    <a:lnTo>
                      <a:pt x="132" y="161"/>
                    </a:lnTo>
                    <a:lnTo>
                      <a:pt x="132" y="161"/>
                    </a:lnTo>
                    <a:lnTo>
                      <a:pt x="132" y="159"/>
                    </a:lnTo>
                    <a:lnTo>
                      <a:pt x="132" y="159"/>
                    </a:lnTo>
                    <a:lnTo>
                      <a:pt x="132" y="159"/>
                    </a:lnTo>
                    <a:lnTo>
                      <a:pt x="132" y="159"/>
                    </a:lnTo>
                    <a:lnTo>
                      <a:pt x="132" y="157"/>
                    </a:lnTo>
                    <a:lnTo>
                      <a:pt x="135" y="157"/>
                    </a:lnTo>
                    <a:lnTo>
                      <a:pt x="135" y="157"/>
                    </a:lnTo>
                    <a:lnTo>
                      <a:pt x="135" y="157"/>
                    </a:lnTo>
                    <a:lnTo>
                      <a:pt x="135" y="157"/>
                    </a:lnTo>
                    <a:lnTo>
                      <a:pt x="137" y="157"/>
                    </a:lnTo>
                    <a:lnTo>
                      <a:pt x="137" y="157"/>
                    </a:lnTo>
                    <a:lnTo>
                      <a:pt x="137" y="154"/>
                    </a:lnTo>
                    <a:lnTo>
                      <a:pt x="137" y="154"/>
                    </a:lnTo>
                    <a:lnTo>
                      <a:pt x="139" y="154"/>
                    </a:lnTo>
                    <a:lnTo>
                      <a:pt x="139" y="154"/>
                    </a:lnTo>
                    <a:lnTo>
                      <a:pt x="139" y="154"/>
                    </a:lnTo>
                    <a:lnTo>
                      <a:pt x="139" y="152"/>
                    </a:lnTo>
                    <a:lnTo>
                      <a:pt x="139" y="152"/>
                    </a:lnTo>
                    <a:lnTo>
                      <a:pt x="137" y="152"/>
                    </a:lnTo>
                    <a:lnTo>
                      <a:pt x="137" y="152"/>
                    </a:lnTo>
                    <a:lnTo>
                      <a:pt x="137" y="152"/>
                    </a:lnTo>
                    <a:lnTo>
                      <a:pt x="137" y="150"/>
                    </a:lnTo>
                    <a:lnTo>
                      <a:pt x="137" y="150"/>
                    </a:lnTo>
                    <a:lnTo>
                      <a:pt x="137" y="147"/>
                    </a:lnTo>
                    <a:lnTo>
                      <a:pt x="137" y="147"/>
                    </a:lnTo>
                    <a:lnTo>
                      <a:pt x="137" y="147"/>
                    </a:lnTo>
                    <a:lnTo>
                      <a:pt x="137" y="145"/>
                    </a:lnTo>
                    <a:lnTo>
                      <a:pt x="137" y="145"/>
                    </a:lnTo>
                    <a:lnTo>
                      <a:pt x="139" y="145"/>
                    </a:lnTo>
                    <a:lnTo>
                      <a:pt x="139" y="145"/>
                    </a:lnTo>
                    <a:lnTo>
                      <a:pt x="139" y="143"/>
                    </a:lnTo>
                    <a:lnTo>
                      <a:pt x="139" y="143"/>
                    </a:lnTo>
                    <a:lnTo>
                      <a:pt x="137" y="143"/>
                    </a:lnTo>
                    <a:lnTo>
                      <a:pt x="137" y="140"/>
                    </a:lnTo>
                    <a:lnTo>
                      <a:pt x="137" y="140"/>
                    </a:lnTo>
                    <a:lnTo>
                      <a:pt x="137" y="138"/>
                    </a:lnTo>
                    <a:lnTo>
                      <a:pt x="137" y="138"/>
                    </a:lnTo>
                    <a:lnTo>
                      <a:pt x="137" y="138"/>
                    </a:lnTo>
                    <a:lnTo>
                      <a:pt x="135" y="138"/>
                    </a:lnTo>
                    <a:lnTo>
                      <a:pt x="135" y="135"/>
                    </a:lnTo>
                    <a:lnTo>
                      <a:pt x="137" y="135"/>
                    </a:lnTo>
                    <a:lnTo>
                      <a:pt x="137" y="135"/>
                    </a:lnTo>
                    <a:lnTo>
                      <a:pt x="137" y="135"/>
                    </a:lnTo>
                    <a:lnTo>
                      <a:pt x="137" y="135"/>
                    </a:lnTo>
                    <a:lnTo>
                      <a:pt x="137" y="133"/>
                    </a:lnTo>
                    <a:lnTo>
                      <a:pt x="139" y="133"/>
                    </a:lnTo>
                    <a:lnTo>
                      <a:pt x="139" y="133"/>
                    </a:lnTo>
                    <a:lnTo>
                      <a:pt x="139" y="133"/>
                    </a:lnTo>
                    <a:lnTo>
                      <a:pt x="139" y="133"/>
                    </a:lnTo>
                    <a:lnTo>
                      <a:pt x="139" y="131"/>
                    </a:lnTo>
                    <a:lnTo>
                      <a:pt x="142" y="131"/>
                    </a:lnTo>
                    <a:lnTo>
                      <a:pt x="142" y="131"/>
                    </a:lnTo>
                    <a:lnTo>
                      <a:pt x="142" y="131"/>
                    </a:lnTo>
                    <a:lnTo>
                      <a:pt x="142" y="131"/>
                    </a:lnTo>
                    <a:lnTo>
                      <a:pt x="144" y="131"/>
                    </a:lnTo>
                    <a:lnTo>
                      <a:pt x="144" y="128"/>
                    </a:lnTo>
                    <a:lnTo>
                      <a:pt x="144" y="128"/>
                    </a:lnTo>
                    <a:lnTo>
                      <a:pt x="146" y="128"/>
                    </a:lnTo>
                    <a:lnTo>
                      <a:pt x="146" y="128"/>
                    </a:lnTo>
                    <a:lnTo>
                      <a:pt x="146" y="128"/>
                    </a:lnTo>
                    <a:lnTo>
                      <a:pt x="149" y="128"/>
                    </a:lnTo>
                    <a:lnTo>
                      <a:pt x="149" y="128"/>
                    </a:lnTo>
                    <a:lnTo>
                      <a:pt x="149" y="128"/>
                    </a:lnTo>
                    <a:lnTo>
                      <a:pt x="149" y="128"/>
                    </a:lnTo>
                    <a:lnTo>
                      <a:pt x="151" y="128"/>
                    </a:lnTo>
                    <a:lnTo>
                      <a:pt x="151" y="128"/>
                    </a:lnTo>
                    <a:lnTo>
                      <a:pt x="151" y="126"/>
                    </a:lnTo>
                    <a:lnTo>
                      <a:pt x="154" y="126"/>
                    </a:lnTo>
                    <a:lnTo>
                      <a:pt x="154" y="126"/>
                    </a:lnTo>
                    <a:lnTo>
                      <a:pt x="154" y="126"/>
                    </a:lnTo>
                    <a:lnTo>
                      <a:pt x="154" y="126"/>
                    </a:lnTo>
                    <a:lnTo>
                      <a:pt x="154" y="126"/>
                    </a:lnTo>
                    <a:lnTo>
                      <a:pt x="154" y="124"/>
                    </a:lnTo>
                    <a:lnTo>
                      <a:pt x="154" y="124"/>
                    </a:lnTo>
                    <a:lnTo>
                      <a:pt x="154" y="124"/>
                    </a:lnTo>
                    <a:lnTo>
                      <a:pt x="154" y="121"/>
                    </a:lnTo>
                    <a:lnTo>
                      <a:pt x="154" y="121"/>
                    </a:lnTo>
                    <a:lnTo>
                      <a:pt x="154" y="121"/>
                    </a:lnTo>
                    <a:lnTo>
                      <a:pt x="151" y="121"/>
                    </a:lnTo>
                    <a:lnTo>
                      <a:pt x="151" y="119"/>
                    </a:lnTo>
                    <a:lnTo>
                      <a:pt x="151" y="119"/>
                    </a:lnTo>
                    <a:lnTo>
                      <a:pt x="149" y="119"/>
                    </a:lnTo>
                    <a:lnTo>
                      <a:pt x="149" y="119"/>
                    </a:lnTo>
                    <a:lnTo>
                      <a:pt x="149" y="119"/>
                    </a:lnTo>
                    <a:lnTo>
                      <a:pt x="149" y="119"/>
                    </a:lnTo>
                    <a:lnTo>
                      <a:pt x="149" y="116"/>
                    </a:lnTo>
                    <a:lnTo>
                      <a:pt x="146" y="116"/>
                    </a:lnTo>
                    <a:lnTo>
                      <a:pt x="146" y="116"/>
                    </a:lnTo>
                    <a:lnTo>
                      <a:pt x="146" y="119"/>
                    </a:lnTo>
                    <a:lnTo>
                      <a:pt x="146" y="119"/>
                    </a:lnTo>
                    <a:lnTo>
                      <a:pt x="144" y="119"/>
                    </a:lnTo>
                    <a:lnTo>
                      <a:pt x="144" y="119"/>
                    </a:lnTo>
                    <a:lnTo>
                      <a:pt x="144" y="116"/>
                    </a:lnTo>
                    <a:lnTo>
                      <a:pt x="142" y="116"/>
                    </a:lnTo>
                    <a:lnTo>
                      <a:pt x="142" y="116"/>
                    </a:lnTo>
                    <a:lnTo>
                      <a:pt x="142" y="116"/>
                    </a:lnTo>
                    <a:lnTo>
                      <a:pt x="139" y="116"/>
                    </a:lnTo>
                    <a:lnTo>
                      <a:pt x="139" y="116"/>
                    </a:lnTo>
                    <a:lnTo>
                      <a:pt x="139" y="116"/>
                    </a:lnTo>
                    <a:lnTo>
                      <a:pt x="139" y="116"/>
                    </a:lnTo>
                    <a:lnTo>
                      <a:pt x="139" y="116"/>
                    </a:lnTo>
                    <a:lnTo>
                      <a:pt x="139" y="114"/>
                    </a:lnTo>
                    <a:lnTo>
                      <a:pt x="139" y="114"/>
                    </a:lnTo>
                    <a:lnTo>
                      <a:pt x="139" y="114"/>
                    </a:lnTo>
                    <a:lnTo>
                      <a:pt x="139" y="112"/>
                    </a:lnTo>
                    <a:lnTo>
                      <a:pt x="139" y="112"/>
                    </a:lnTo>
                    <a:lnTo>
                      <a:pt x="139" y="109"/>
                    </a:lnTo>
                    <a:lnTo>
                      <a:pt x="139" y="109"/>
                    </a:lnTo>
                    <a:lnTo>
                      <a:pt x="139" y="109"/>
                    </a:lnTo>
                    <a:lnTo>
                      <a:pt x="139" y="109"/>
                    </a:lnTo>
                    <a:lnTo>
                      <a:pt x="139" y="109"/>
                    </a:lnTo>
                    <a:lnTo>
                      <a:pt x="139" y="109"/>
                    </a:lnTo>
                    <a:lnTo>
                      <a:pt x="139" y="112"/>
                    </a:lnTo>
                    <a:lnTo>
                      <a:pt x="137" y="112"/>
                    </a:lnTo>
                    <a:lnTo>
                      <a:pt x="137" y="112"/>
                    </a:lnTo>
                    <a:lnTo>
                      <a:pt x="135" y="112"/>
                    </a:lnTo>
                    <a:lnTo>
                      <a:pt x="135" y="109"/>
                    </a:lnTo>
                    <a:lnTo>
                      <a:pt x="135" y="109"/>
                    </a:lnTo>
                    <a:lnTo>
                      <a:pt x="135" y="109"/>
                    </a:lnTo>
                    <a:lnTo>
                      <a:pt x="132" y="109"/>
                    </a:lnTo>
                    <a:lnTo>
                      <a:pt x="132" y="109"/>
                    </a:lnTo>
                    <a:lnTo>
                      <a:pt x="132" y="109"/>
                    </a:lnTo>
                    <a:lnTo>
                      <a:pt x="132" y="109"/>
                    </a:lnTo>
                    <a:lnTo>
                      <a:pt x="130" y="109"/>
                    </a:lnTo>
                    <a:lnTo>
                      <a:pt x="130" y="107"/>
                    </a:lnTo>
                    <a:lnTo>
                      <a:pt x="130" y="107"/>
                    </a:lnTo>
                    <a:lnTo>
                      <a:pt x="128" y="107"/>
                    </a:lnTo>
                    <a:lnTo>
                      <a:pt x="128" y="107"/>
                    </a:lnTo>
                    <a:lnTo>
                      <a:pt x="128" y="107"/>
                    </a:lnTo>
                    <a:lnTo>
                      <a:pt x="128" y="107"/>
                    </a:lnTo>
                    <a:lnTo>
                      <a:pt x="125" y="107"/>
                    </a:lnTo>
                    <a:lnTo>
                      <a:pt x="125" y="107"/>
                    </a:lnTo>
                    <a:lnTo>
                      <a:pt x="125" y="107"/>
                    </a:lnTo>
                    <a:lnTo>
                      <a:pt x="125" y="107"/>
                    </a:lnTo>
                    <a:lnTo>
                      <a:pt x="125" y="105"/>
                    </a:lnTo>
                    <a:lnTo>
                      <a:pt x="125" y="105"/>
                    </a:lnTo>
                    <a:lnTo>
                      <a:pt x="123" y="105"/>
                    </a:lnTo>
                    <a:lnTo>
                      <a:pt x="123" y="105"/>
                    </a:lnTo>
                    <a:lnTo>
                      <a:pt x="120" y="105"/>
                    </a:lnTo>
                    <a:lnTo>
                      <a:pt x="120" y="105"/>
                    </a:lnTo>
                    <a:lnTo>
                      <a:pt x="120" y="105"/>
                    </a:lnTo>
                    <a:lnTo>
                      <a:pt x="120" y="105"/>
                    </a:lnTo>
                    <a:lnTo>
                      <a:pt x="120" y="105"/>
                    </a:lnTo>
                    <a:lnTo>
                      <a:pt x="118" y="105"/>
                    </a:lnTo>
                    <a:lnTo>
                      <a:pt x="118" y="102"/>
                    </a:lnTo>
                    <a:lnTo>
                      <a:pt x="118" y="102"/>
                    </a:lnTo>
                    <a:lnTo>
                      <a:pt x="118" y="102"/>
                    </a:lnTo>
                    <a:lnTo>
                      <a:pt x="118" y="102"/>
                    </a:lnTo>
                    <a:lnTo>
                      <a:pt x="118" y="100"/>
                    </a:lnTo>
                    <a:lnTo>
                      <a:pt x="118" y="100"/>
                    </a:lnTo>
                    <a:lnTo>
                      <a:pt x="118" y="100"/>
                    </a:lnTo>
                    <a:lnTo>
                      <a:pt x="118" y="100"/>
                    </a:lnTo>
                    <a:lnTo>
                      <a:pt x="118" y="97"/>
                    </a:lnTo>
                    <a:lnTo>
                      <a:pt x="118" y="97"/>
                    </a:lnTo>
                    <a:lnTo>
                      <a:pt x="116" y="97"/>
                    </a:lnTo>
                    <a:lnTo>
                      <a:pt x="116" y="97"/>
                    </a:lnTo>
                    <a:lnTo>
                      <a:pt x="116" y="95"/>
                    </a:lnTo>
                    <a:lnTo>
                      <a:pt x="116" y="95"/>
                    </a:lnTo>
                    <a:lnTo>
                      <a:pt x="118" y="95"/>
                    </a:lnTo>
                    <a:lnTo>
                      <a:pt x="118" y="93"/>
                    </a:lnTo>
                    <a:lnTo>
                      <a:pt x="118" y="93"/>
                    </a:lnTo>
                    <a:lnTo>
                      <a:pt x="118" y="90"/>
                    </a:lnTo>
                    <a:lnTo>
                      <a:pt x="118" y="90"/>
                    </a:lnTo>
                    <a:lnTo>
                      <a:pt x="116" y="90"/>
                    </a:lnTo>
                    <a:lnTo>
                      <a:pt x="116" y="88"/>
                    </a:lnTo>
                    <a:lnTo>
                      <a:pt x="116" y="88"/>
                    </a:lnTo>
                    <a:lnTo>
                      <a:pt x="116" y="86"/>
                    </a:lnTo>
                    <a:lnTo>
                      <a:pt x="116" y="86"/>
                    </a:lnTo>
                    <a:lnTo>
                      <a:pt x="116" y="86"/>
                    </a:lnTo>
                    <a:lnTo>
                      <a:pt x="116" y="83"/>
                    </a:lnTo>
                    <a:lnTo>
                      <a:pt x="116" y="83"/>
                    </a:lnTo>
                    <a:lnTo>
                      <a:pt x="116" y="81"/>
                    </a:lnTo>
                    <a:lnTo>
                      <a:pt x="116" y="81"/>
                    </a:lnTo>
                    <a:lnTo>
                      <a:pt x="116" y="81"/>
                    </a:lnTo>
                    <a:lnTo>
                      <a:pt x="116" y="79"/>
                    </a:lnTo>
                    <a:lnTo>
                      <a:pt x="113" y="79"/>
                    </a:lnTo>
                    <a:lnTo>
                      <a:pt x="113" y="79"/>
                    </a:lnTo>
                    <a:lnTo>
                      <a:pt x="113" y="76"/>
                    </a:lnTo>
                    <a:lnTo>
                      <a:pt x="113" y="76"/>
                    </a:lnTo>
                    <a:lnTo>
                      <a:pt x="113" y="76"/>
                    </a:lnTo>
                    <a:lnTo>
                      <a:pt x="113" y="74"/>
                    </a:lnTo>
                    <a:lnTo>
                      <a:pt x="113" y="74"/>
                    </a:lnTo>
                    <a:lnTo>
                      <a:pt x="113" y="74"/>
                    </a:lnTo>
                    <a:lnTo>
                      <a:pt x="113" y="71"/>
                    </a:lnTo>
                    <a:lnTo>
                      <a:pt x="113" y="71"/>
                    </a:lnTo>
                    <a:lnTo>
                      <a:pt x="113" y="71"/>
                    </a:lnTo>
                    <a:lnTo>
                      <a:pt x="113" y="69"/>
                    </a:lnTo>
                    <a:lnTo>
                      <a:pt x="113" y="69"/>
                    </a:lnTo>
                    <a:lnTo>
                      <a:pt x="113" y="67"/>
                    </a:lnTo>
                    <a:lnTo>
                      <a:pt x="113" y="67"/>
                    </a:lnTo>
                    <a:lnTo>
                      <a:pt x="113" y="67"/>
                    </a:lnTo>
                    <a:lnTo>
                      <a:pt x="113" y="67"/>
                    </a:lnTo>
                    <a:lnTo>
                      <a:pt x="113" y="64"/>
                    </a:lnTo>
                    <a:lnTo>
                      <a:pt x="113" y="64"/>
                    </a:lnTo>
                    <a:lnTo>
                      <a:pt x="116" y="64"/>
                    </a:lnTo>
                    <a:lnTo>
                      <a:pt x="116" y="64"/>
                    </a:lnTo>
                    <a:lnTo>
                      <a:pt x="118" y="64"/>
                    </a:lnTo>
                    <a:lnTo>
                      <a:pt x="118" y="64"/>
                    </a:lnTo>
                    <a:lnTo>
                      <a:pt x="118" y="64"/>
                    </a:lnTo>
                    <a:lnTo>
                      <a:pt x="118" y="62"/>
                    </a:lnTo>
                    <a:lnTo>
                      <a:pt x="118" y="62"/>
                    </a:lnTo>
                    <a:lnTo>
                      <a:pt x="118" y="62"/>
                    </a:lnTo>
                    <a:lnTo>
                      <a:pt x="118" y="60"/>
                    </a:lnTo>
                    <a:lnTo>
                      <a:pt x="118" y="60"/>
                    </a:lnTo>
                    <a:lnTo>
                      <a:pt x="120" y="60"/>
                    </a:lnTo>
                    <a:lnTo>
                      <a:pt x="120" y="60"/>
                    </a:lnTo>
                    <a:lnTo>
                      <a:pt x="120" y="57"/>
                    </a:lnTo>
                    <a:lnTo>
                      <a:pt x="120" y="57"/>
                    </a:lnTo>
                    <a:lnTo>
                      <a:pt x="123" y="57"/>
                    </a:lnTo>
                    <a:lnTo>
                      <a:pt x="123" y="57"/>
                    </a:lnTo>
                    <a:lnTo>
                      <a:pt x="125" y="57"/>
                    </a:lnTo>
                    <a:lnTo>
                      <a:pt x="125" y="57"/>
                    </a:lnTo>
                    <a:lnTo>
                      <a:pt x="125" y="57"/>
                    </a:lnTo>
                    <a:lnTo>
                      <a:pt x="125" y="57"/>
                    </a:lnTo>
                    <a:lnTo>
                      <a:pt x="125" y="57"/>
                    </a:lnTo>
                    <a:lnTo>
                      <a:pt x="125" y="55"/>
                    </a:lnTo>
                    <a:lnTo>
                      <a:pt x="125" y="55"/>
                    </a:lnTo>
                    <a:lnTo>
                      <a:pt x="128" y="55"/>
                    </a:lnTo>
                    <a:lnTo>
                      <a:pt x="128" y="52"/>
                    </a:lnTo>
                    <a:lnTo>
                      <a:pt x="128" y="52"/>
                    </a:lnTo>
                    <a:lnTo>
                      <a:pt x="128" y="50"/>
                    </a:lnTo>
                    <a:lnTo>
                      <a:pt x="128" y="50"/>
                    </a:lnTo>
                    <a:lnTo>
                      <a:pt x="125" y="50"/>
                    </a:lnTo>
                    <a:lnTo>
                      <a:pt x="125" y="50"/>
                    </a:lnTo>
                    <a:lnTo>
                      <a:pt x="125" y="50"/>
                    </a:lnTo>
                    <a:lnTo>
                      <a:pt x="125" y="48"/>
                    </a:lnTo>
                    <a:lnTo>
                      <a:pt x="123" y="48"/>
                    </a:lnTo>
                    <a:lnTo>
                      <a:pt x="123" y="48"/>
                    </a:lnTo>
                    <a:lnTo>
                      <a:pt x="120" y="48"/>
                    </a:lnTo>
                    <a:lnTo>
                      <a:pt x="120" y="48"/>
                    </a:lnTo>
                    <a:lnTo>
                      <a:pt x="120" y="48"/>
                    </a:lnTo>
                    <a:lnTo>
                      <a:pt x="120" y="48"/>
                    </a:lnTo>
                    <a:lnTo>
                      <a:pt x="118" y="48"/>
                    </a:lnTo>
                    <a:lnTo>
                      <a:pt x="118" y="48"/>
                    </a:lnTo>
                    <a:lnTo>
                      <a:pt x="118" y="45"/>
                    </a:lnTo>
                    <a:lnTo>
                      <a:pt x="118" y="45"/>
                    </a:lnTo>
                    <a:lnTo>
                      <a:pt x="118" y="43"/>
                    </a:lnTo>
                    <a:lnTo>
                      <a:pt x="120" y="43"/>
                    </a:lnTo>
                    <a:lnTo>
                      <a:pt x="120" y="43"/>
                    </a:lnTo>
                    <a:lnTo>
                      <a:pt x="120" y="43"/>
                    </a:lnTo>
                    <a:lnTo>
                      <a:pt x="120" y="41"/>
                    </a:lnTo>
                    <a:lnTo>
                      <a:pt x="120" y="41"/>
                    </a:lnTo>
                    <a:lnTo>
                      <a:pt x="120" y="41"/>
                    </a:lnTo>
                    <a:lnTo>
                      <a:pt x="118" y="41"/>
                    </a:lnTo>
                    <a:lnTo>
                      <a:pt x="118" y="41"/>
                    </a:lnTo>
                    <a:lnTo>
                      <a:pt x="118" y="41"/>
                    </a:lnTo>
                    <a:lnTo>
                      <a:pt x="116" y="41"/>
                    </a:lnTo>
                    <a:lnTo>
                      <a:pt x="116" y="41"/>
                    </a:lnTo>
                    <a:lnTo>
                      <a:pt x="113" y="41"/>
                    </a:lnTo>
                    <a:lnTo>
                      <a:pt x="113" y="38"/>
                    </a:lnTo>
                    <a:lnTo>
                      <a:pt x="113" y="38"/>
                    </a:lnTo>
                    <a:lnTo>
                      <a:pt x="113" y="38"/>
                    </a:lnTo>
                    <a:lnTo>
                      <a:pt x="111" y="38"/>
                    </a:lnTo>
                    <a:lnTo>
                      <a:pt x="111" y="38"/>
                    </a:lnTo>
                    <a:lnTo>
                      <a:pt x="111" y="38"/>
                    </a:lnTo>
                    <a:lnTo>
                      <a:pt x="109" y="38"/>
                    </a:lnTo>
                    <a:lnTo>
                      <a:pt x="109" y="38"/>
                    </a:lnTo>
                    <a:lnTo>
                      <a:pt x="109" y="38"/>
                    </a:lnTo>
                    <a:lnTo>
                      <a:pt x="109" y="38"/>
                    </a:lnTo>
                    <a:lnTo>
                      <a:pt x="106" y="38"/>
                    </a:lnTo>
                    <a:lnTo>
                      <a:pt x="106" y="36"/>
                    </a:lnTo>
                    <a:lnTo>
                      <a:pt x="106" y="36"/>
                    </a:lnTo>
                    <a:lnTo>
                      <a:pt x="106" y="36"/>
                    </a:lnTo>
                    <a:lnTo>
                      <a:pt x="106" y="34"/>
                    </a:lnTo>
                    <a:lnTo>
                      <a:pt x="106" y="34"/>
                    </a:lnTo>
                    <a:lnTo>
                      <a:pt x="106" y="34"/>
                    </a:lnTo>
                    <a:lnTo>
                      <a:pt x="106" y="31"/>
                    </a:lnTo>
                    <a:lnTo>
                      <a:pt x="104" y="31"/>
                    </a:lnTo>
                    <a:lnTo>
                      <a:pt x="104" y="34"/>
                    </a:lnTo>
                    <a:lnTo>
                      <a:pt x="104" y="34"/>
                    </a:lnTo>
                    <a:lnTo>
                      <a:pt x="101" y="34"/>
                    </a:lnTo>
                    <a:lnTo>
                      <a:pt x="101" y="34"/>
                    </a:lnTo>
                    <a:lnTo>
                      <a:pt x="101" y="34"/>
                    </a:lnTo>
                    <a:lnTo>
                      <a:pt x="99" y="34"/>
                    </a:lnTo>
                    <a:lnTo>
                      <a:pt x="99" y="31"/>
                    </a:lnTo>
                    <a:lnTo>
                      <a:pt x="99" y="31"/>
                    </a:lnTo>
                    <a:lnTo>
                      <a:pt x="99" y="34"/>
                    </a:lnTo>
                    <a:lnTo>
                      <a:pt x="99" y="34"/>
                    </a:lnTo>
                    <a:lnTo>
                      <a:pt x="97" y="34"/>
                    </a:lnTo>
                    <a:lnTo>
                      <a:pt x="97" y="34"/>
                    </a:lnTo>
                    <a:lnTo>
                      <a:pt x="94" y="34"/>
                    </a:lnTo>
                    <a:lnTo>
                      <a:pt x="94" y="34"/>
                    </a:lnTo>
                    <a:lnTo>
                      <a:pt x="94" y="31"/>
                    </a:lnTo>
                    <a:lnTo>
                      <a:pt x="94" y="31"/>
                    </a:lnTo>
                    <a:lnTo>
                      <a:pt x="94" y="31"/>
                    </a:lnTo>
                    <a:lnTo>
                      <a:pt x="94" y="29"/>
                    </a:lnTo>
                    <a:lnTo>
                      <a:pt x="94" y="29"/>
                    </a:lnTo>
                    <a:lnTo>
                      <a:pt x="94" y="29"/>
                    </a:lnTo>
                    <a:lnTo>
                      <a:pt x="94" y="26"/>
                    </a:lnTo>
                    <a:lnTo>
                      <a:pt x="94" y="26"/>
                    </a:lnTo>
                    <a:lnTo>
                      <a:pt x="94" y="26"/>
                    </a:lnTo>
                    <a:lnTo>
                      <a:pt x="94" y="26"/>
                    </a:lnTo>
                    <a:lnTo>
                      <a:pt x="94" y="24"/>
                    </a:lnTo>
                    <a:lnTo>
                      <a:pt x="94" y="24"/>
                    </a:lnTo>
                    <a:lnTo>
                      <a:pt x="94" y="22"/>
                    </a:lnTo>
                    <a:lnTo>
                      <a:pt x="94" y="22"/>
                    </a:lnTo>
                    <a:lnTo>
                      <a:pt x="94" y="22"/>
                    </a:lnTo>
                    <a:lnTo>
                      <a:pt x="97" y="22"/>
                    </a:lnTo>
                    <a:lnTo>
                      <a:pt x="97" y="22"/>
                    </a:lnTo>
                    <a:lnTo>
                      <a:pt x="97" y="22"/>
                    </a:lnTo>
                    <a:lnTo>
                      <a:pt x="99" y="22"/>
                    </a:lnTo>
                    <a:lnTo>
                      <a:pt x="99" y="19"/>
                    </a:lnTo>
                    <a:lnTo>
                      <a:pt x="99" y="19"/>
                    </a:lnTo>
                    <a:lnTo>
                      <a:pt x="99" y="19"/>
                    </a:lnTo>
                    <a:lnTo>
                      <a:pt x="99" y="19"/>
                    </a:lnTo>
                    <a:lnTo>
                      <a:pt x="101" y="19"/>
                    </a:lnTo>
                    <a:lnTo>
                      <a:pt x="101" y="17"/>
                    </a:lnTo>
                    <a:lnTo>
                      <a:pt x="101" y="17"/>
                    </a:lnTo>
                    <a:lnTo>
                      <a:pt x="101" y="17"/>
                    </a:lnTo>
                    <a:lnTo>
                      <a:pt x="101" y="17"/>
                    </a:lnTo>
                    <a:lnTo>
                      <a:pt x="101" y="17"/>
                    </a:lnTo>
                    <a:lnTo>
                      <a:pt x="104" y="17"/>
                    </a:lnTo>
                    <a:lnTo>
                      <a:pt x="104" y="15"/>
                    </a:lnTo>
                    <a:lnTo>
                      <a:pt x="104" y="15"/>
                    </a:lnTo>
                    <a:lnTo>
                      <a:pt x="104" y="15"/>
                    </a:lnTo>
                    <a:lnTo>
                      <a:pt x="106" y="15"/>
                    </a:lnTo>
                    <a:lnTo>
                      <a:pt x="106" y="12"/>
                    </a:lnTo>
                    <a:lnTo>
                      <a:pt x="104" y="12"/>
                    </a:lnTo>
                    <a:lnTo>
                      <a:pt x="104" y="12"/>
                    </a:lnTo>
                    <a:lnTo>
                      <a:pt x="106" y="12"/>
                    </a:lnTo>
                    <a:lnTo>
                      <a:pt x="106" y="10"/>
                    </a:lnTo>
                    <a:lnTo>
                      <a:pt x="106" y="10"/>
                    </a:lnTo>
                    <a:lnTo>
                      <a:pt x="106" y="10"/>
                    </a:lnTo>
                    <a:lnTo>
                      <a:pt x="109" y="10"/>
                    </a:lnTo>
                    <a:lnTo>
                      <a:pt x="109" y="10"/>
                    </a:lnTo>
                    <a:lnTo>
                      <a:pt x="109" y="10"/>
                    </a:lnTo>
                    <a:lnTo>
                      <a:pt x="109" y="10"/>
                    </a:lnTo>
                    <a:lnTo>
                      <a:pt x="109" y="10"/>
                    </a:lnTo>
                    <a:lnTo>
                      <a:pt x="111" y="10"/>
                    </a:lnTo>
                    <a:lnTo>
                      <a:pt x="111" y="10"/>
                    </a:lnTo>
                    <a:lnTo>
                      <a:pt x="111" y="10"/>
                    </a:lnTo>
                    <a:lnTo>
                      <a:pt x="113" y="10"/>
                    </a:lnTo>
                    <a:lnTo>
                      <a:pt x="113" y="10"/>
                    </a:lnTo>
                    <a:lnTo>
                      <a:pt x="113" y="10"/>
                    </a:lnTo>
                    <a:lnTo>
                      <a:pt x="113" y="10"/>
                    </a:lnTo>
                    <a:lnTo>
                      <a:pt x="116" y="10"/>
                    </a:lnTo>
                    <a:lnTo>
                      <a:pt x="116" y="10"/>
                    </a:lnTo>
                    <a:lnTo>
                      <a:pt x="118" y="10"/>
                    </a:lnTo>
                    <a:lnTo>
                      <a:pt x="118" y="10"/>
                    </a:lnTo>
                    <a:lnTo>
                      <a:pt x="118" y="10"/>
                    </a:lnTo>
                    <a:lnTo>
                      <a:pt x="120" y="10"/>
                    </a:lnTo>
                    <a:lnTo>
                      <a:pt x="120" y="10"/>
                    </a:lnTo>
                    <a:lnTo>
                      <a:pt x="120" y="10"/>
                    </a:lnTo>
                    <a:lnTo>
                      <a:pt x="120" y="10"/>
                    </a:lnTo>
                    <a:lnTo>
                      <a:pt x="123" y="10"/>
                    </a:lnTo>
                    <a:lnTo>
                      <a:pt x="123" y="7"/>
                    </a:lnTo>
                    <a:lnTo>
                      <a:pt x="120" y="7"/>
                    </a:lnTo>
                    <a:lnTo>
                      <a:pt x="120" y="7"/>
                    </a:lnTo>
                    <a:lnTo>
                      <a:pt x="120" y="7"/>
                    </a:lnTo>
                    <a:lnTo>
                      <a:pt x="120" y="7"/>
                    </a:lnTo>
                    <a:lnTo>
                      <a:pt x="118" y="7"/>
                    </a:lnTo>
                    <a:lnTo>
                      <a:pt x="118" y="7"/>
                    </a:lnTo>
                    <a:lnTo>
                      <a:pt x="118" y="7"/>
                    </a:lnTo>
                    <a:lnTo>
                      <a:pt x="118" y="5"/>
                    </a:lnTo>
                    <a:lnTo>
                      <a:pt x="118" y="5"/>
                    </a:lnTo>
                    <a:lnTo>
                      <a:pt x="120" y="5"/>
                    </a:lnTo>
                    <a:lnTo>
                      <a:pt x="120" y="5"/>
                    </a:lnTo>
                    <a:lnTo>
                      <a:pt x="120" y="7"/>
                    </a:lnTo>
                    <a:lnTo>
                      <a:pt x="120" y="7"/>
                    </a:lnTo>
                    <a:lnTo>
                      <a:pt x="123" y="7"/>
                    </a:lnTo>
                    <a:lnTo>
                      <a:pt x="123" y="7"/>
                    </a:lnTo>
                    <a:lnTo>
                      <a:pt x="125" y="7"/>
                    </a:lnTo>
                    <a:lnTo>
                      <a:pt x="125" y="7"/>
                    </a:lnTo>
                    <a:lnTo>
                      <a:pt x="125" y="7"/>
                    </a:lnTo>
                    <a:lnTo>
                      <a:pt x="125" y="7"/>
                    </a:lnTo>
                    <a:lnTo>
                      <a:pt x="128" y="7"/>
                    </a:lnTo>
                    <a:lnTo>
                      <a:pt x="128" y="7"/>
                    </a:lnTo>
                    <a:lnTo>
                      <a:pt x="128" y="7"/>
                    </a:lnTo>
                    <a:lnTo>
                      <a:pt x="128" y="5"/>
                    </a:lnTo>
                    <a:lnTo>
                      <a:pt x="128" y="5"/>
                    </a:lnTo>
                    <a:lnTo>
                      <a:pt x="130" y="5"/>
                    </a:lnTo>
                    <a:lnTo>
                      <a:pt x="130" y="5"/>
                    </a:lnTo>
                    <a:lnTo>
                      <a:pt x="132" y="5"/>
                    </a:lnTo>
                    <a:lnTo>
                      <a:pt x="132" y="5"/>
                    </a:lnTo>
                    <a:lnTo>
                      <a:pt x="132" y="5"/>
                    </a:lnTo>
                    <a:lnTo>
                      <a:pt x="132" y="5"/>
                    </a:lnTo>
                    <a:lnTo>
                      <a:pt x="132" y="3"/>
                    </a:lnTo>
                    <a:lnTo>
                      <a:pt x="135" y="3"/>
                    </a:lnTo>
                    <a:lnTo>
                      <a:pt x="135" y="3"/>
                    </a:lnTo>
                    <a:lnTo>
                      <a:pt x="135" y="3"/>
                    </a:lnTo>
                    <a:lnTo>
                      <a:pt x="137" y="3"/>
                    </a:lnTo>
                    <a:lnTo>
                      <a:pt x="137" y="5"/>
                    </a:lnTo>
                    <a:lnTo>
                      <a:pt x="137" y="5"/>
                    </a:lnTo>
                    <a:lnTo>
                      <a:pt x="137" y="3"/>
                    </a:lnTo>
                    <a:lnTo>
                      <a:pt x="137" y="3"/>
                    </a:lnTo>
                    <a:lnTo>
                      <a:pt x="139" y="3"/>
                    </a:lnTo>
                    <a:lnTo>
                      <a:pt x="139" y="0"/>
                    </a:lnTo>
                    <a:lnTo>
                      <a:pt x="139" y="0"/>
                    </a:lnTo>
                    <a:lnTo>
                      <a:pt x="139" y="0"/>
                    </a:lnTo>
                    <a:lnTo>
                      <a:pt x="139" y="3"/>
                    </a:lnTo>
                    <a:lnTo>
                      <a:pt x="142" y="3"/>
                    </a:lnTo>
                    <a:lnTo>
                      <a:pt x="142" y="3"/>
                    </a:lnTo>
                    <a:lnTo>
                      <a:pt x="142" y="3"/>
                    </a:lnTo>
                    <a:lnTo>
                      <a:pt x="142" y="3"/>
                    </a:lnTo>
                    <a:lnTo>
                      <a:pt x="142" y="5"/>
                    </a:lnTo>
                    <a:lnTo>
                      <a:pt x="144" y="5"/>
                    </a:lnTo>
                    <a:lnTo>
                      <a:pt x="144" y="5"/>
                    </a:lnTo>
                    <a:lnTo>
                      <a:pt x="146" y="5"/>
                    </a:lnTo>
                    <a:lnTo>
                      <a:pt x="146" y="5"/>
                    </a:lnTo>
                    <a:lnTo>
                      <a:pt x="146" y="3"/>
                    </a:lnTo>
                    <a:lnTo>
                      <a:pt x="146" y="3"/>
                    </a:lnTo>
                    <a:lnTo>
                      <a:pt x="149" y="3"/>
                    </a:lnTo>
                    <a:lnTo>
                      <a:pt x="149" y="3"/>
                    </a:lnTo>
                    <a:lnTo>
                      <a:pt x="149" y="3"/>
                    </a:lnTo>
                    <a:lnTo>
                      <a:pt x="151" y="3"/>
                    </a:lnTo>
                    <a:lnTo>
                      <a:pt x="151" y="5"/>
                    </a:lnTo>
                    <a:lnTo>
                      <a:pt x="151" y="5"/>
                    </a:lnTo>
                    <a:lnTo>
                      <a:pt x="154" y="5"/>
                    </a:lnTo>
                    <a:lnTo>
                      <a:pt x="154" y="5"/>
                    </a:lnTo>
                    <a:lnTo>
                      <a:pt x="154" y="5"/>
                    </a:lnTo>
                    <a:lnTo>
                      <a:pt x="156" y="5"/>
                    </a:lnTo>
                    <a:lnTo>
                      <a:pt x="156" y="5"/>
                    </a:lnTo>
                    <a:lnTo>
                      <a:pt x="156" y="7"/>
                    </a:lnTo>
                    <a:lnTo>
                      <a:pt x="156" y="7"/>
                    </a:lnTo>
                    <a:lnTo>
                      <a:pt x="156" y="7"/>
                    </a:lnTo>
                    <a:lnTo>
                      <a:pt x="156" y="10"/>
                    </a:lnTo>
                    <a:lnTo>
                      <a:pt x="156" y="10"/>
                    </a:lnTo>
                    <a:lnTo>
                      <a:pt x="158" y="10"/>
                    </a:lnTo>
                    <a:lnTo>
                      <a:pt x="158" y="10"/>
                    </a:lnTo>
                    <a:lnTo>
                      <a:pt x="158" y="7"/>
                    </a:lnTo>
                    <a:lnTo>
                      <a:pt x="158" y="7"/>
                    </a:lnTo>
                    <a:lnTo>
                      <a:pt x="161" y="7"/>
                    </a:lnTo>
                    <a:lnTo>
                      <a:pt x="161" y="7"/>
                    </a:lnTo>
                    <a:lnTo>
                      <a:pt x="161" y="10"/>
                    </a:lnTo>
                    <a:lnTo>
                      <a:pt x="161" y="10"/>
                    </a:lnTo>
                    <a:lnTo>
                      <a:pt x="163" y="10"/>
                    </a:lnTo>
                    <a:lnTo>
                      <a:pt x="163" y="10"/>
                    </a:lnTo>
                    <a:lnTo>
                      <a:pt x="163" y="10"/>
                    </a:lnTo>
                    <a:lnTo>
                      <a:pt x="165" y="10"/>
                    </a:lnTo>
                    <a:lnTo>
                      <a:pt x="165" y="12"/>
                    </a:lnTo>
                    <a:lnTo>
                      <a:pt x="165" y="12"/>
                    </a:lnTo>
                    <a:lnTo>
                      <a:pt x="165" y="12"/>
                    </a:lnTo>
                    <a:lnTo>
                      <a:pt x="165" y="12"/>
                    </a:lnTo>
                    <a:lnTo>
                      <a:pt x="165" y="15"/>
                    </a:lnTo>
                    <a:lnTo>
                      <a:pt x="165" y="15"/>
                    </a:lnTo>
                    <a:lnTo>
                      <a:pt x="168" y="15"/>
                    </a:lnTo>
                    <a:lnTo>
                      <a:pt x="168" y="17"/>
                    </a:lnTo>
                    <a:lnTo>
                      <a:pt x="168" y="17"/>
                    </a:lnTo>
                    <a:lnTo>
                      <a:pt x="168" y="17"/>
                    </a:lnTo>
                    <a:lnTo>
                      <a:pt x="168" y="17"/>
                    </a:lnTo>
                    <a:lnTo>
                      <a:pt x="168" y="17"/>
                    </a:lnTo>
                    <a:lnTo>
                      <a:pt x="168" y="19"/>
                    </a:lnTo>
                    <a:lnTo>
                      <a:pt x="168" y="19"/>
                    </a:lnTo>
                    <a:lnTo>
                      <a:pt x="168" y="19"/>
                    </a:lnTo>
                    <a:lnTo>
                      <a:pt x="168" y="19"/>
                    </a:lnTo>
                    <a:lnTo>
                      <a:pt x="168" y="22"/>
                    </a:lnTo>
                    <a:lnTo>
                      <a:pt x="168" y="22"/>
                    </a:lnTo>
                    <a:lnTo>
                      <a:pt x="170" y="22"/>
                    </a:lnTo>
                    <a:lnTo>
                      <a:pt x="170" y="22"/>
                    </a:lnTo>
                    <a:lnTo>
                      <a:pt x="170" y="24"/>
                    </a:lnTo>
                    <a:lnTo>
                      <a:pt x="170" y="24"/>
                    </a:lnTo>
                    <a:lnTo>
                      <a:pt x="168" y="24"/>
                    </a:lnTo>
                    <a:lnTo>
                      <a:pt x="168" y="24"/>
                    </a:lnTo>
                    <a:lnTo>
                      <a:pt x="170" y="24"/>
                    </a:lnTo>
                    <a:lnTo>
                      <a:pt x="170" y="26"/>
                    </a:lnTo>
                    <a:lnTo>
                      <a:pt x="170" y="26"/>
                    </a:lnTo>
                    <a:lnTo>
                      <a:pt x="170" y="26"/>
                    </a:lnTo>
                    <a:lnTo>
                      <a:pt x="170" y="26"/>
                    </a:lnTo>
                    <a:lnTo>
                      <a:pt x="170" y="26"/>
                    </a:lnTo>
                    <a:lnTo>
                      <a:pt x="168" y="26"/>
                    </a:lnTo>
                    <a:lnTo>
                      <a:pt x="168" y="26"/>
                    </a:lnTo>
                    <a:lnTo>
                      <a:pt x="168" y="29"/>
                    </a:lnTo>
                    <a:lnTo>
                      <a:pt x="168" y="29"/>
                    </a:lnTo>
                    <a:lnTo>
                      <a:pt x="170" y="29"/>
                    </a:lnTo>
                    <a:lnTo>
                      <a:pt x="170" y="29"/>
                    </a:lnTo>
                    <a:lnTo>
                      <a:pt x="170" y="29"/>
                    </a:lnTo>
                    <a:lnTo>
                      <a:pt x="170" y="31"/>
                    </a:lnTo>
                    <a:lnTo>
                      <a:pt x="170" y="31"/>
                    </a:lnTo>
                    <a:lnTo>
                      <a:pt x="170" y="34"/>
                    </a:lnTo>
                    <a:lnTo>
                      <a:pt x="173" y="34"/>
                    </a:lnTo>
                    <a:lnTo>
                      <a:pt x="173" y="34"/>
                    </a:lnTo>
                    <a:lnTo>
                      <a:pt x="173" y="34"/>
                    </a:lnTo>
                    <a:lnTo>
                      <a:pt x="175" y="34"/>
                    </a:lnTo>
                    <a:lnTo>
                      <a:pt x="175" y="34"/>
                    </a:lnTo>
                    <a:lnTo>
                      <a:pt x="175" y="34"/>
                    </a:lnTo>
                    <a:lnTo>
                      <a:pt x="175" y="31"/>
                    </a:lnTo>
                    <a:lnTo>
                      <a:pt x="177" y="31"/>
                    </a:lnTo>
                    <a:lnTo>
                      <a:pt x="177" y="31"/>
                    </a:lnTo>
                    <a:lnTo>
                      <a:pt x="180" y="31"/>
                    </a:lnTo>
                    <a:lnTo>
                      <a:pt x="180" y="31"/>
                    </a:lnTo>
                    <a:lnTo>
                      <a:pt x="180" y="31"/>
                    </a:lnTo>
                    <a:lnTo>
                      <a:pt x="180" y="31"/>
                    </a:lnTo>
                    <a:lnTo>
                      <a:pt x="180" y="31"/>
                    </a:lnTo>
                    <a:lnTo>
                      <a:pt x="180" y="34"/>
                    </a:lnTo>
                    <a:lnTo>
                      <a:pt x="180" y="34"/>
                    </a:lnTo>
                    <a:lnTo>
                      <a:pt x="180" y="36"/>
                    </a:lnTo>
                    <a:lnTo>
                      <a:pt x="182" y="36"/>
                    </a:lnTo>
                    <a:lnTo>
                      <a:pt x="182" y="36"/>
                    </a:lnTo>
                    <a:lnTo>
                      <a:pt x="182" y="36"/>
                    </a:lnTo>
                    <a:lnTo>
                      <a:pt x="182" y="36"/>
                    </a:lnTo>
                    <a:lnTo>
                      <a:pt x="184" y="36"/>
                    </a:lnTo>
                    <a:lnTo>
                      <a:pt x="184" y="36"/>
                    </a:lnTo>
                    <a:lnTo>
                      <a:pt x="187" y="36"/>
                    </a:lnTo>
                    <a:lnTo>
                      <a:pt x="187" y="36"/>
                    </a:lnTo>
                    <a:lnTo>
                      <a:pt x="187" y="38"/>
                    </a:lnTo>
                    <a:lnTo>
                      <a:pt x="187" y="38"/>
                    </a:lnTo>
                    <a:lnTo>
                      <a:pt x="189" y="38"/>
                    </a:lnTo>
                    <a:lnTo>
                      <a:pt x="189" y="38"/>
                    </a:lnTo>
                    <a:lnTo>
                      <a:pt x="191" y="38"/>
                    </a:lnTo>
                    <a:lnTo>
                      <a:pt x="191" y="38"/>
                    </a:lnTo>
                    <a:lnTo>
                      <a:pt x="191" y="38"/>
                    </a:lnTo>
                    <a:lnTo>
                      <a:pt x="191" y="38"/>
                    </a:lnTo>
                    <a:lnTo>
                      <a:pt x="191" y="38"/>
                    </a:lnTo>
                    <a:lnTo>
                      <a:pt x="191" y="41"/>
                    </a:lnTo>
                    <a:lnTo>
                      <a:pt x="194" y="41"/>
                    </a:lnTo>
                    <a:lnTo>
                      <a:pt x="194" y="41"/>
                    </a:lnTo>
                    <a:lnTo>
                      <a:pt x="194" y="41"/>
                    </a:lnTo>
                    <a:lnTo>
                      <a:pt x="194" y="41"/>
                    </a:lnTo>
                    <a:lnTo>
                      <a:pt x="194" y="38"/>
                    </a:lnTo>
                    <a:lnTo>
                      <a:pt x="194" y="38"/>
                    </a:lnTo>
                    <a:lnTo>
                      <a:pt x="194" y="41"/>
                    </a:lnTo>
                    <a:lnTo>
                      <a:pt x="196" y="41"/>
                    </a:lnTo>
                    <a:lnTo>
                      <a:pt x="196" y="41"/>
                    </a:lnTo>
                    <a:lnTo>
                      <a:pt x="199" y="41"/>
                    </a:lnTo>
                    <a:lnTo>
                      <a:pt x="199" y="41"/>
                    </a:lnTo>
                    <a:lnTo>
                      <a:pt x="199" y="41"/>
                    </a:lnTo>
                    <a:lnTo>
                      <a:pt x="199" y="41"/>
                    </a:lnTo>
                    <a:lnTo>
                      <a:pt x="199" y="43"/>
                    </a:lnTo>
                    <a:lnTo>
                      <a:pt x="201" y="43"/>
                    </a:lnTo>
                    <a:lnTo>
                      <a:pt x="201" y="41"/>
                    </a:lnTo>
                    <a:lnTo>
                      <a:pt x="201" y="41"/>
                    </a:lnTo>
                    <a:lnTo>
                      <a:pt x="201" y="41"/>
                    </a:lnTo>
                    <a:lnTo>
                      <a:pt x="201" y="43"/>
                    </a:lnTo>
                    <a:lnTo>
                      <a:pt x="203" y="43"/>
                    </a:lnTo>
                    <a:lnTo>
                      <a:pt x="203" y="41"/>
                    </a:lnTo>
                    <a:lnTo>
                      <a:pt x="203" y="41"/>
                    </a:lnTo>
                    <a:lnTo>
                      <a:pt x="206" y="41"/>
                    </a:lnTo>
                    <a:lnTo>
                      <a:pt x="206" y="41"/>
                    </a:lnTo>
                    <a:lnTo>
                      <a:pt x="206" y="41"/>
                    </a:lnTo>
                    <a:lnTo>
                      <a:pt x="208" y="41"/>
                    </a:lnTo>
                    <a:lnTo>
                      <a:pt x="208" y="41"/>
                    </a:lnTo>
                    <a:lnTo>
                      <a:pt x="208" y="41"/>
                    </a:lnTo>
                    <a:lnTo>
                      <a:pt x="210" y="41"/>
                    </a:lnTo>
                    <a:lnTo>
                      <a:pt x="210" y="41"/>
                    </a:lnTo>
                    <a:lnTo>
                      <a:pt x="210" y="38"/>
                    </a:lnTo>
                    <a:lnTo>
                      <a:pt x="210" y="38"/>
                    </a:lnTo>
                    <a:lnTo>
                      <a:pt x="213" y="38"/>
                    </a:lnTo>
                    <a:lnTo>
                      <a:pt x="213" y="38"/>
                    </a:lnTo>
                    <a:lnTo>
                      <a:pt x="213" y="41"/>
                    </a:lnTo>
                    <a:lnTo>
                      <a:pt x="213" y="41"/>
                    </a:lnTo>
                    <a:lnTo>
                      <a:pt x="213" y="38"/>
                    </a:lnTo>
                    <a:lnTo>
                      <a:pt x="215" y="38"/>
                    </a:lnTo>
                    <a:lnTo>
                      <a:pt x="215" y="38"/>
                    </a:lnTo>
                    <a:lnTo>
                      <a:pt x="215" y="38"/>
                    </a:lnTo>
                    <a:lnTo>
                      <a:pt x="215" y="38"/>
                    </a:lnTo>
                    <a:lnTo>
                      <a:pt x="215" y="38"/>
                    </a:lnTo>
                    <a:lnTo>
                      <a:pt x="215" y="36"/>
                    </a:lnTo>
                    <a:lnTo>
                      <a:pt x="217" y="36"/>
                    </a:lnTo>
                    <a:lnTo>
                      <a:pt x="217" y="36"/>
                    </a:lnTo>
                    <a:lnTo>
                      <a:pt x="220" y="36"/>
                    </a:lnTo>
                    <a:lnTo>
                      <a:pt x="220" y="36"/>
                    </a:lnTo>
                    <a:lnTo>
                      <a:pt x="220" y="36"/>
                    </a:lnTo>
                    <a:lnTo>
                      <a:pt x="220" y="34"/>
                    </a:lnTo>
                    <a:lnTo>
                      <a:pt x="220" y="34"/>
                    </a:lnTo>
                    <a:lnTo>
                      <a:pt x="222" y="34"/>
                    </a:lnTo>
                    <a:lnTo>
                      <a:pt x="222" y="34"/>
                    </a:lnTo>
                    <a:lnTo>
                      <a:pt x="222" y="34"/>
                    </a:lnTo>
                    <a:lnTo>
                      <a:pt x="225" y="34"/>
                    </a:lnTo>
                    <a:lnTo>
                      <a:pt x="225" y="34"/>
                    </a:lnTo>
                    <a:lnTo>
                      <a:pt x="225" y="31"/>
                    </a:lnTo>
                    <a:lnTo>
                      <a:pt x="225" y="31"/>
                    </a:lnTo>
                    <a:lnTo>
                      <a:pt x="225" y="31"/>
                    </a:lnTo>
                    <a:lnTo>
                      <a:pt x="227" y="31"/>
                    </a:lnTo>
                    <a:lnTo>
                      <a:pt x="227" y="31"/>
                    </a:lnTo>
                    <a:lnTo>
                      <a:pt x="227" y="31"/>
                    </a:lnTo>
                    <a:lnTo>
                      <a:pt x="227" y="29"/>
                    </a:lnTo>
                    <a:lnTo>
                      <a:pt x="229" y="29"/>
                    </a:lnTo>
                    <a:lnTo>
                      <a:pt x="229" y="29"/>
                    </a:lnTo>
                    <a:lnTo>
                      <a:pt x="229" y="31"/>
                    </a:lnTo>
                    <a:lnTo>
                      <a:pt x="232" y="31"/>
                    </a:lnTo>
                    <a:lnTo>
                      <a:pt x="232" y="31"/>
                    </a:lnTo>
                    <a:lnTo>
                      <a:pt x="232" y="31"/>
                    </a:lnTo>
                    <a:lnTo>
                      <a:pt x="232" y="29"/>
                    </a:lnTo>
                    <a:lnTo>
                      <a:pt x="234" y="29"/>
                    </a:lnTo>
                    <a:lnTo>
                      <a:pt x="234" y="29"/>
                    </a:lnTo>
                    <a:lnTo>
                      <a:pt x="234" y="29"/>
                    </a:lnTo>
                    <a:lnTo>
                      <a:pt x="236" y="29"/>
                    </a:lnTo>
                    <a:lnTo>
                      <a:pt x="236" y="29"/>
                    </a:lnTo>
                    <a:lnTo>
                      <a:pt x="236" y="31"/>
                    </a:lnTo>
                    <a:lnTo>
                      <a:pt x="239" y="31"/>
                    </a:lnTo>
                    <a:lnTo>
                      <a:pt x="239" y="29"/>
                    </a:lnTo>
                    <a:lnTo>
                      <a:pt x="239" y="29"/>
                    </a:lnTo>
                    <a:lnTo>
                      <a:pt x="239" y="29"/>
                    </a:lnTo>
                    <a:lnTo>
                      <a:pt x="239" y="29"/>
                    </a:lnTo>
                    <a:lnTo>
                      <a:pt x="241" y="29"/>
                    </a:lnTo>
                    <a:lnTo>
                      <a:pt x="241" y="29"/>
                    </a:lnTo>
                    <a:lnTo>
                      <a:pt x="241" y="29"/>
                    </a:lnTo>
                    <a:lnTo>
                      <a:pt x="241" y="29"/>
                    </a:lnTo>
                    <a:lnTo>
                      <a:pt x="241" y="31"/>
                    </a:lnTo>
                    <a:lnTo>
                      <a:pt x="241" y="31"/>
                    </a:lnTo>
                    <a:lnTo>
                      <a:pt x="244" y="31"/>
                    </a:lnTo>
                    <a:lnTo>
                      <a:pt x="244" y="31"/>
                    </a:lnTo>
                    <a:lnTo>
                      <a:pt x="246" y="31"/>
                    </a:lnTo>
                    <a:lnTo>
                      <a:pt x="246" y="34"/>
                    </a:lnTo>
                    <a:lnTo>
                      <a:pt x="246" y="34"/>
                    </a:lnTo>
                    <a:lnTo>
                      <a:pt x="246" y="34"/>
                    </a:lnTo>
                    <a:lnTo>
                      <a:pt x="246" y="36"/>
                    </a:lnTo>
                    <a:lnTo>
                      <a:pt x="246" y="36"/>
                    </a:lnTo>
                    <a:lnTo>
                      <a:pt x="246" y="36"/>
                    </a:lnTo>
                    <a:lnTo>
                      <a:pt x="248" y="36"/>
                    </a:lnTo>
                    <a:lnTo>
                      <a:pt x="248" y="38"/>
                    </a:lnTo>
                    <a:lnTo>
                      <a:pt x="248" y="38"/>
                    </a:lnTo>
                    <a:lnTo>
                      <a:pt x="248" y="38"/>
                    </a:lnTo>
                    <a:lnTo>
                      <a:pt x="248" y="38"/>
                    </a:lnTo>
                    <a:lnTo>
                      <a:pt x="251" y="38"/>
                    </a:lnTo>
                    <a:lnTo>
                      <a:pt x="251" y="38"/>
                    </a:lnTo>
                    <a:lnTo>
                      <a:pt x="251" y="38"/>
                    </a:lnTo>
                    <a:lnTo>
                      <a:pt x="253" y="38"/>
                    </a:lnTo>
                    <a:lnTo>
                      <a:pt x="253" y="38"/>
                    </a:lnTo>
                    <a:lnTo>
                      <a:pt x="253" y="38"/>
                    </a:lnTo>
                    <a:lnTo>
                      <a:pt x="253" y="38"/>
                    </a:lnTo>
                    <a:lnTo>
                      <a:pt x="253" y="41"/>
                    </a:lnTo>
                    <a:lnTo>
                      <a:pt x="253" y="41"/>
                    </a:lnTo>
                    <a:lnTo>
                      <a:pt x="253" y="41"/>
                    </a:lnTo>
                    <a:lnTo>
                      <a:pt x="253" y="43"/>
                    </a:lnTo>
                    <a:lnTo>
                      <a:pt x="253" y="43"/>
                    </a:lnTo>
                    <a:lnTo>
                      <a:pt x="255" y="43"/>
                    </a:lnTo>
                    <a:lnTo>
                      <a:pt x="255" y="43"/>
                    </a:lnTo>
                    <a:lnTo>
                      <a:pt x="255" y="43"/>
                    </a:lnTo>
                    <a:lnTo>
                      <a:pt x="255" y="43"/>
                    </a:lnTo>
                    <a:lnTo>
                      <a:pt x="255" y="41"/>
                    </a:lnTo>
                    <a:lnTo>
                      <a:pt x="258" y="41"/>
                    </a:lnTo>
                    <a:lnTo>
                      <a:pt x="258" y="41"/>
                    </a:lnTo>
                    <a:lnTo>
                      <a:pt x="258" y="41"/>
                    </a:lnTo>
                    <a:lnTo>
                      <a:pt x="260" y="41"/>
                    </a:lnTo>
                    <a:lnTo>
                      <a:pt x="260" y="41"/>
                    </a:lnTo>
                    <a:lnTo>
                      <a:pt x="260" y="41"/>
                    </a:lnTo>
                    <a:lnTo>
                      <a:pt x="260" y="41"/>
                    </a:lnTo>
                    <a:lnTo>
                      <a:pt x="262" y="41"/>
                    </a:lnTo>
                    <a:lnTo>
                      <a:pt x="262" y="43"/>
                    </a:lnTo>
                    <a:lnTo>
                      <a:pt x="260" y="43"/>
                    </a:lnTo>
                    <a:lnTo>
                      <a:pt x="260" y="43"/>
                    </a:lnTo>
                    <a:lnTo>
                      <a:pt x="260" y="45"/>
                    </a:lnTo>
                    <a:lnTo>
                      <a:pt x="260" y="45"/>
                    </a:lnTo>
                    <a:lnTo>
                      <a:pt x="260" y="45"/>
                    </a:lnTo>
                    <a:lnTo>
                      <a:pt x="260" y="48"/>
                    </a:lnTo>
                    <a:lnTo>
                      <a:pt x="260" y="48"/>
                    </a:lnTo>
                    <a:lnTo>
                      <a:pt x="260" y="48"/>
                    </a:lnTo>
                    <a:lnTo>
                      <a:pt x="260" y="48"/>
                    </a:lnTo>
                    <a:lnTo>
                      <a:pt x="260" y="50"/>
                    </a:lnTo>
                    <a:lnTo>
                      <a:pt x="260" y="50"/>
                    </a:lnTo>
                    <a:lnTo>
                      <a:pt x="258" y="50"/>
                    </a:lnTo>
                    <a:lnTo>
                      <a:pt x="258" y="52"/>
                    </a:lnTo>
                    <a:lnTo>
                      <a:pt x="258" y="52"/>
                    </a:lnTo>
                    <a:lnTo>
                      <a:pt x="258" y="52"/>
                    </a:lnTo>
                    <a:lnTo>
                      <a:pt x="258" y="55"/>
                    </a:lnTo>
                    <a:lnTo>
                      <a:pt x="258" y="55"/>
                    </a:lnTo>
                    <a:lnTo>
                      <a:pt x="258" y="57"/>
                    </a:lnTo>
                    <a:lnTo>
                      <a:pt x="258" y="57"/>
                    </a:lnTo>
                    <a:lnTo>
                      <a:pt x="258" y="57"/>
                    </a:lnTo>
                    <a:lnTo>
                      <a:pt x="255" y="57"/>
                    </a:lnTo>
                    <a:lnTo>
                      <a:pt x="255" y="60"/>
                    </a:lnTo>
                    <a:lnTo>
                      <a:pt x="255" y="60"/>
                    </a:lnTo>
                    <a:lnTo>
                      <a:pt x="255" y="60"/>
                    </a:lnTo>
                    <a:lnTo>
                      <a:pt x="255" y="62"/>
                    </a:lnTo>
                    <a:lnTo>
                      <a:pt x="255" y="62"/>
                    </a:lnTo>
                    <a:lnTo>
                      <a:pt x="255" y="62"/>
                    </a:lnTo>
                    <a:lnTo>
                      <a:pt x="253" y="62"/>
                    </a:lnTo>
                    <a:lnTo>
                      <a:pt x="253" y="62"/>
                    </a:lnTo>
                    <a:lnTo>
                      <a:pt x="253" y="62"/>
                    </a:lnTo>
                    <a:lnTo>
                      <a:pt x="251" y="62"/>
                    </a:lnTo>
                    <a:lnTo>
                      <a:pt x="251" y="64"/>
                    </a:lnTo>
                    <a:lnTo>
                      <a:pt x="251" y="64"/>
                    </a:lnTo>
                    <a:lnTo>
                      <a:pt x="251" y="64"/>
                    </a:lnTo>
                    <a:lnTo>
                      <a:pt x="251" y="67"/>
                    </a:lnTo>
                    <a:lnTo>
                      <a:pt x="248" y="67"/>
                    </a:lnTo>
                    <a:lnTo>
                      <a:pt x="248" y="67"/>
                    </a:lnTo>
                    <a:lnTo>
                      <a:pt x="248" y="67"/>
                    </a:lnTo>
                    <a:lnTo>
                      <a:pt x="248" y="67"/>
                    </a:lnTo>
                    <a:lnTo>
                      <a:pt x="248" y="67"/>
                    </a:lnTo>
                    <a:lnTo>
                      <a:pt x="248" y="69"/>
                    </a:lnTo>
                    <a:lnTo>
                      <a:pt x="246" y="69"/>
                    </a:lnTo>
                    <a:lnTo>
                      <a:pt x="246" y="69"/>
                    </a:lnTo>
                    <a:lnTo>
                      <a:pt x="246" y="67"/>
                    </a:lnTo>
                    <a:lnTo>
                      <a:pt x="246" y="67"/>
                    </a:lnTo>
                    <a:lnTo>
                      <a:pt x="244" y="67"/>
                    </a:lnTo>
                    <a:lnTo>
                      <a:pt x="244" y="69"/>
                    </a:lnTo>
                    <a:lnTo>
                      <a:pt x="244" y="69"/>
                    </a:lnTo>
                    <a:lnTo>
                      <a:pt x="244" y="71"/>
                    </a:lnTo>
                    <a:lnTo>
                      <a:pt x="244" y="71"/>
                    </a:lnTo>
                    <a:lnTo>
                      <a:pt x="246" y="71"/>
                    </a:lnTo>
                    <a:lnTo>
                      <a:pt x="246" y="74"/>
                    </a:lnTo>
                    <a:lnTo>
                      <a:pt x="244" y="74"/>
                    </a:lnTo>
                    <a:lnTo>
                      <a:pt x="244" y="74"/>
                    </a:lnTo>
                    <a:lnTo>
                      <a:pt x="244" y="74"/>
                    </a:lnTo>
                    <a:lnTo>
                      <a:pt x="244" y="76"/>
                    </a:lnTo>
                    <a:lnTo>
                      <a:pt x="244" y="76"/>
                    </a:lnTo>
                    <a:lnTo>
                      <a:pt x="241" y="76"/>
                    </a:lnTo>
                    <a:lnTo>
                      <a:pt x="241" y="76"/>
                    </a:lnTo>
                    <a:lnTo>
                      <a:pt x="241" y="76"/>
                    </a:lnTo>
                    <a:lnTo>
                      <a:pt x="241" y="79"/>
                    </a:lnTo>
                    <a:lnTo>
                      <a:pt x="241" y="79"/>
                    </a:lnTo>
                    <a:lnTo>
                      <a:pt x="241" y="79"/>
                    </a:lnTo>
                    <a:lnTo>
                      <a:pt x="239" y="79"/>
                    </a:lnTo>
                    <a:lnTo>
                      <a:pt x="239" y="79"/>
                    </a:lnTo>
                    <a:lnTo>
                      <a:pt x="239" y="79"/>
                    </a:lnTo>
                    <a:lnTo>
                      <a:pt x="236" y="79"/>
                    </a:lnTo>
                    <a:lnTo>
                      <a:pt x="236" y="79"/>
                    </a:lnTo>
                    <a:lnTo>
                      <a:pt x="234" y="79"/>
                    </a:lnTo>
                    <a:lnTo>
                      <a:pt x="234" y="79"/>
                    </a:lnTo>
                    <a:lnTo>
                      <a:pt x="234" y="79"/>
                    </a:lnTo>
                    <a:lnTo>
                      <a:pt x="232" y="79"/>
                    </a:lnTo>
                    <a:lnTo>
                      <a:pt x="232" y="79"/>
                    </a:lnTo>
                    <a:lnTo>
                      <a:pt x="232" y="79"/>
                    </a:lnTo>
                    <a:lnTo>
                      <a:pt x="232" y="79"/>
                    </a:lnTo>
                    <a:lnTo>
                      <a:pt x="232" y="79"/>
                    </a:lnTo>
                    <a:lnTo>
                      <a:pt x="232" y="81"/>
                    </a:lnTo>
                    <a:lnTo>
                      <a:pt x="232" y="81"/>
                    </a:lnTo>
                    <a:lnTo>
                      <a:pt x="232" y="81"/>
                    </a:lnTo>
                    <a:lnTo>
                      <a:pt x="232" y="83"/>
                    </a:lnTo>
                    <a:lnTo>
                      <a:pt x="232" y="83"/>
                    </a:lnTo>
                    <a:lnTo>
                      <a:pt x="232" y="83"/>
                    </a:lnTo>
                    <a:lnTo>
                      <a:pt x="232" y="86"/>
                    </a:lnTo>
                    <a:lnTo>
                      <a:pt x="232" y="86"/>
                    </a:lnTo>
                    <a:lnTo>
                      <a:pt x="234" y="86"/>
                    </a:lnTo>
                    <a:lnTo>
                      <a:pt x="234" y="86"/>
                    </a:lnTo>
                    <a:lnTo>
                      <a:pt x="234" y="88"/>
                    </a:lnTo>
                    <a:lnTo>
                      <a:pt x="234" y="88"/>
                    </a:lnTo>
                    <a:lnTo>
                      <a:pt x="234" y="88"/>
                    </a:lnTo>
                    <a:lnTo>
                      <a:pt x="234" y="88"/>
                    </a:lnTo>
                    <a:lnTo>
                      <a:pt x="232" y="88"/>
                    </a:lnTo>
                    <a:lnTo>
                      <a:pt x="232" y="88"/>
                    </a:lnTo>
                    <a:lnTo>
                      <a:pt x="232" y="90"/>
                    </a:lnTo>
                    <a:lnTo>
                      <a:pt x="232" y="90"/>
                    </a:lnTo>
                    <a:lnTo>
                      <a:pt x="232" y="90"/>
                    </a:lnTo>
                    <a:lnTo>
                      <a:pt x="232" y="90"/>
                    </a:lnTo>
                    <a:lnTo>
                      <a:pt x="232" y="93"/>
                    </a:lnTo>
                    <a:lnTo>
                      <a:pt x="232" y="93"/>
                    </a:lnTo>
                    <a:lnTo>
                      <a:pt x="232" y="93"/>
                    </a:lnTo>
                    <a:lnTo>
                      <a:pt x="232" y="95"/>
                    </a:lnTo>
                    <a:lnTo>
                      <a:pt x="232" y="95"/>
                    </a:lnTo>
                    <a:lnTo>
                      <a:pt x="232" y="95"/>
                    </a:lnTo>
                    <a:lnTo>
                      <a:pt x="232" y="95"/>
                    </a:lnTo>
                    <a:lnTo>
                      <a:pt x="232" y="97"/>
                    </a:lnTo>
                    <a:lnTo>
                      <a:pt x="234" y="97"/>
                    </a:lnTo>
                    <a:lnTo>
                      <a:pt x="234" y="97"/>
                    </a:lnTo>
                    <a:lnTo>
                      <a:pt x="234" y="97"/>
                    </a:lnTo>
                    <a:lnTo>
                      <a:pt x="234" y="97"/>
                    </a:lnTo>
                    <a:lnTo>
                      <a:pt x="234" y="100"/>
                    </a:lnTo>
                    <a:lnTo>
                      <a:pt x="234" y="100"/>
                    </a:lnTo>
                    <a:lnTo>
                      <a:pt x="236" y="100"/>
                    </a:lnTo>
                    <a:lnTo>
                      <a:pt x="236" y="100"/>
                    </a:lnTo>
                    <a:lnTo>
                      <a:pt x="239" y="100"/>
                    </a:lnTo>
                    <a:lnTo>
                      <a:pt x="239" y="100"/>
                    </a:lnTo>
                    <a:lnTo>
                      <a:pt x="239" y="100"/>
                    </a:lnTo>
                    <a:lnTo>
                      <a:pt x="241" y="100"/>
                    </a:lnTo>
                    <a:lnTo>
                      <a:pt x="241" y="100"/>
                    </a:lnTo>
                    <a:lnTo>
                      <a:pt x="241" y="100"/>
                    </a:lnTo>
                    <a:lnTo>
                      <a:pt x="241" y="102"/>
                    </a:lnTo>
                    <a:lnTo>
                      <a:pt x="241" y="102"/>
                    </a:lnTo>
                    <a:lnTo>
                      <a:pt x="241" y="102"/>
                    </a:lnTo>
                    <a:lnTo>
                      <a:pt x="241" y="105"/>
                    </a:lnTo>
                    <a:lnTo>
                      <a:pt x="239" y="105"/>
                    </a:lnTo>
                    <a:lnTo>
                      <a:pt x="239" y="105"/>
                    </a:lnTo>
                    <a:lnTo>
                      <a:pt x="241" y="105"/>
                    </a:lnTo>
                    <a:lnTo>
                      <a:pt x="241" y="107"/>
                    </a:lnTo>
                    <a:lnTo>
                      <a:pt x="241" y="107"/>
                    </a:lnTo>
                    <a:lnTo>
                      <a:pt x="241" y="107"/>
                    </a:lnTo>
                    <a:lnTo>
                      <a:pt x="241" y="107"/>
                    </a:lnTo>
                    <a:lnTo>
                      <a:pt x="241" y="107"/>
                    </a:lnTo>
                    <a:lnTo>
                      <a:pt x="241" y="109"/>
                    </a:lnTo>
                    <a:lnTo>
                      <a:pt x="241" y="109"/>
                    </a:lnTo>
                    <a:lnTo>
                      <a:pt x="244" y="109"/>
                    </a:lnTo>
                    <a:lnTo>
                      <a:pt x="244" y="112"/>
                    </a:lnTo>
                    <a:lnTo>
                      <a:pt x="244" y="112"/>
                    </a:lnTo>
                    <a:lnTo>
                      <a:pt x="244" y="112"/>
                    </a:lnTo>
                    <a:lnTo>
                      <a:pt x="244" y="114"/>
                    </a:lnTo>
                    <a:lnTo>
                      <a:pt x="244" y="114"/>
                    </a:lnTo>
                    <a:lnTo>
                      <a:pt x="244" y="116"/>
                    </a:lnTo>
                    <a:lnTo>
                      <a:pt x="244" y="116"/>
                    </a:lnTo>
                    <a:lnTo>
                      <a:pt x="241" y="116"/>
                    </a:lnTo>
                    <a:lnTo>
                      <a:pt x="241" y="116"/>
                    </a:lnTo>
                    <a:lnTo>
                      <a:pt x="241" y="116"/>
                    </a:lnTo>
                    <a:lnTo>
                      <a:pt x="241" y="116"/>
                    </a:lnTo>
                    <a:lnTo>
                      <a:pt x="239" y="116"/>
                    </a:lnTo>
                    <a:lnTo>
                      <a:pt x="239" y="116"/>
                    </a:lnTo>
                    <a:lnTo>
                      <a:pt x="239" y="116"/>
                    </a:lnTo>
                    <a:lnTo>
                      <a:pt x="239" y="116"/>
                    </a:lnTo>
                    <a:lnTo>
                      <a:pt x="236" y="116"/>
                    </a:lnTo>
                    <a:lnTo>
                      <a:pt x="236" y="116"/>
                    </a:lnTo>
                    <a:lnTo>
                      <a:pt x="234" y="116"/>
                    </a:lnTo>
                    <a:lnTo>
                      <a:pt x="234" y="119"/>
                    </a:lnTo>
                    <a:lnTo>
                      <a:pt x="234" y="119"/>
                    </a:lnTo>
                    <a:lnTo>
                      <a:pt x="234" y="121"/>
                    </a:lnTo>
                    <a:lnTo>
                      <a:pt x="234" y="121"/>
                    </a:lnTo>
                    <a:lnTo>
                      <a:pt x="234" y="121"/>
                    </a:lnTo>
                    <a:lnTo>
                      <a:pt x="232" y="121"/>
                    </a:lnTo>
                    <a:lnTo>
                      <a:pt x="232" y="121"/>
                    </a:lnTo>
                    <a:lnTo>
                      <a:pt x="232" y="121"/>
                    </a:lnTo>
                    <a:lnTo>
                      <a:pt x="232" y="121"/>
                    </a:lnTo>
                    <a:lnTo>
                      <a:pt x="232" y="121"/>
                    </a:lnTo>
                    <a:lnTo>
                      <a:pt x="229" y="121"/>
                    </a:lnTo>
                    <a:lnTo>
                      <a:pt x="229" y="119"/>
                    </a:lnTo>
                    <a:lnTo>
                      <a:pt x="229" y="119"/>
                    </a:lnTo>
                    <a:lnTo>
                      <a:pt x="229" y="119"/>
                    </a:lnTo>
                    <a:lnTo>
                      <a:pt x="227" y="119"/>
                    </a:lnTo>
                    <a:lnTo>
                      <a:pt x="227" y="116"/>
                    </a:lnTo>
                    <a:lnTo>
                      <a:pt x="227" y="116"/>
                    </a:lnTo>
                    <a:lnTo>
                      <a:pt x="227" y="116"/>
                    </a:lnTo>
                    <a:lnTo>
                      <a:pt x="227" y="116"/>
                    </a:lnTo>
                    <a:lnTo>
                      <a:pt x="227" y="116"/>
                    </a:lnTo>
                    <a:lnTo>
                      <a:pt x="227" y="114"/>
                    </a:lnTo>
                    <a:lnTo>
                      <a:pt x="227" y="114"/>
                    </a:lnTo>
                    <a:lnTo>
                      <a:pt x="227" y="114"/>
                    </a:lnTo>
                    <a:lnTo>
                      <a:pt x="227" y="112"/>
                    </a:lnTo>
                    <a:lnTo>
                      <a:pt x="227" y="112"/>
                    </a:lnTo>
                    <a:lnTo>
                      <a:pt x="227" y="114"/>
                    </a:lnTo>
                    <a:lnTo>
                      <a:pt x="225" y="114"/>
                    </a:lnTo>
                    <a:lnTo>
                      <a:pt x="225" y="114"/>
                    </a:lnTo>
                    <a:lnTo>
                      <a:pt x="225" y="114"/>
                    </a:lnTo>
                    <a:lnTo>
                      <a:pt x="225" y="114"/>
                    </a:lnTo>
                    <a:lnTo>
                      <a:pt x="222" y="114"/>
                    </a:lnTo>
                    <a:lnTo>
                      <a:pt x="222" y="116"/>
                    </a:lnTo>
                    <a:lnTo>
                      <a:pt x="222" y="116"/>
                    </a:lnTo>
                    <a:lnTo>
                      <a:pt x="220" y="116"/>
                    </a:lnTo>
                    <a:lnTo>
                      <a:pt x="220" y="116"/>
                    </a:lnTo>
                    <a:lnTo>
                      <a:pt x="220" y="116"/>
                    </a:lnTo>
                    <a:lnTo>
                      <a:pt x="220" y="116"/>
                    </a:lnTo>
                    <a:lnTo>
                      <a:pt x="220" y="116"/>
                    </a:lnTo>
                    <a:lnTo>
                      <a:pt x="220" y="119"/>
                    </a:lnTo>
                    <a:lnTo>
                      <a:pt x="220" y="119"/>
                    </a:lnTo>
                    <a:lnTo>
                      <a:pt x="220" y="121"/>
                    </a:lnTo>
                    <a:lnTo>
                      <a:pt x="220" y="121"/>
                    </a:lnTo>
                    <a:lnTo>
                      <a:pt x="222" y="121"/>
                    </a:lnTo>
                    <a:lnTo>
                      <a:pt x="222" y="124"/>
                    </a:lnTo>
                    <a:lnTo>
                      <a:pt x="222" y="124"/>
                    </a:lnTo>
                    <a:lnTo>
                      <a:pt x="222" y="126"/>
                    </a:lnTo>
                    <a:lnTo>
                      <a:pt x="222" y="126"/>
                    </a:lnTo>
                    <a:lnTo>
                      <a:pt x="225" y="126"/>
                    </a:lnTo>
                    <a:lnTo>
                      <a:pt x="225" y="126"/>
                    </a:lnTo>
                    <a:lnTo>
                      <a:pt x="225" y="126"/>
                    </a:lnTo>
                    <a:lnTo>
                      <a:pt x="225" y="126"/>
                    </a:lnTo>
                    <a:lnTo>
                      <a:pt x="225" y="126"/>
                    </a:lnTo>
                    <a:lnTo>
                      <a:pt x="225" y="128"/>
                    </a:lnTo>
                    <a:lnTo>
                      <a:pt x="227" y="128"/>
                    </a:lnTo>
                    <a:lnTo>
                      <a:pt x="227" y="128"/>
                    </a:lnTo>
                    <a:lnTo>
                      <a:pt x="227" y="131"/>
                    </a:lnTo>
                    <a:lnTo>
                      <a:pt x="227" y="131"/>
                    </a:lnTo>
                    <a:lnTo>
                      <a:pt x="227" y="131"/>
                    </a:lnTo>
                    <a:lnTo>
                      <a:pt x="227" y="133"/>
                    </a:lnTo>
                    <a:lnTo>
                      <a:pt x="227" y="133"/>
                    </a:lnTo>
                    <a:lnTo>
                      <a:pt x="227" y="135"/>
                    </a:lnTo>
                    <a:lnTo>
                      <a:pt x="227" y="135"/>
                    </a:lnTo>
                    <a:lnTo>
                      <a:pt x="227" y="135"/>
                    </a:lnTo>
                    <a:lnTo>
                      <a:pt x="227" y="135"/>
                    </a:lnTo>
                    <a:lnTo>
                      <a:pt x="227" y="138"/>
                    </a:lnTo>
                    <a:lnTo>
                      <a:pt x="227" y="138"/>
                    </a:lnTo>
                    <a:lnTo>
                      <a:pt x="227" y="138"/>
                    </a:lnTo>
                    <a:lnTo>
                      <a:pt x="227" y="138"/>
                    </a:lnTo>
                    <a:lnTo>
                      <a:pt x="227" y="140"/>
                    </a:lnTo>
                    <a:lnTo>
                      <a:pt x="229" y="140"/>
                    </a:lnTo>
                    <a:lnTo>
                      <a:pt x="229" y="140"/>
                    </a:lnTo>
                    <a:lnTo>
                      <a:pt x="227" y="140"/>
                    </a:lnTo>
                    <a:lnTo>
                      <a:pt x="227" y="143"/>
                    </a:lnTo>
                    <a:lnTo>
                      <a:pt x="227" y="143"/>
                    </a:lnTo>
                    <a:lnTo>
                      <a:pt x="227" y="143"/>
                    </a:lnTo>
                    <a:lnTo>
                      <a:pt x="227" y="143"/>
                    </a:lnTo>
                    <a:lnTo>
                      <a:pt x="227" y="143"/>
                    </a:lnTo>
                    <a:lnTo>
                      <a:pt x="227" y="145"/>
                    </a:lnTo>
                    <a:lnTo>
                      <a:pt x="227" y="145"/>
                    </a:lnTo>
                    <a:lnTo>
                      <a:pt x="227" y="145"/>
                    </a:lnTo>
                    <a:lnTo>
                      <a:pt x="227" y="145"/>
                    </a:lnTo>
                    <a:lnTo>
                      <a:pt x="227" y="145"/>
                    </a:lnTo>
                    <a:lnTo>
                      <a:pt x="227" y="147"/>
                    </a:lnTo>
                    <a:lnTo>
                      <a:pt x="227" y="147"/>
                    </a:lnTo>
                    <a:lnTo>
                      <a:pt x="227" y="147"/>
                    </a:lnTo>
                    <a:lnTo>
                      <a:pt x="229" y="147"/>
                    </a:lnTo>
                    <a:lnTo>
                      <a:pt x="229" y="147"/>
                    </a:lnTo>
                    <a:lnTo>
                      <a:pt x="232" y="147"/>
                    </a:lnTo>
                    <a:lnTo>
                      <a:pt x="232" y="147"/>
                    </a:lnTo>
                    <a:lnTo>
                      <a:pt x="232" y="147"/>
                    </a:lnTo>
                    <a:lnTo>
                      <a:pt x="232" y="147"/>
                    </a:lnTo>
                    <a:lnTo>
                      <a:pt x="232" y="145"/>
                    </a:lnTo>
                    <a:lnTo>
                      <a:pt x="232" y="145"/>
                    </a:lnTo>
                    <a:lnTo>
                      <a:pt x="234" y="145"/>
                    </a:lnTo>
                    <a:lnTo>
                      <a:pt x="234" y="145"/>
                    </a:lnTo>
                    <a:lnTo>
                      <a:pt x="234" y="145"/>
                    </a:lnTo>
                    <a:lnTo>
                      <a:pt x="234" y="145"/>
                    </a:lnTo>
                    <a:lnTo>
                      <a:pt x="234" y="145"/>
                    </a:lnTo>
                    <a:lnTo>
                      <a:pt x="236" y="145"/>
                    </a:lnTo>
                    <a:lnTo>
                      <a:pt x="236" y="145"/>
                    </a:lnTo>
                    <a:lnTo>
                      <a:pt x="236" y="147"/>
                    </a:lnTo>
                    <a:lnTo>
                      <a:pt x="236" y="147"/>
                    </a:lnTo>
                    <a:lnTo>
                      <a:pt x="236" y="147"/>
                    </a:lnTo>
                    <a:lnTo>
                      <a:pt x="239" y="147"/>
                    </a:lnTo>
                    <a:lnTo>
                      <a:pt x="239" y="150"/>
                    </a:lnTo>
                    <a:lnTo>
                      <a:pt x="239" y="150"/>
                    </a:lnTo>
                    <a:lnTo>
                      <a:pt x="239" y="150"/>
                    </a:lnTo>
                    <a:lnTo>
                      <a:pt x="239" y="152"/>
                    </a:lnTo>
                    <a:lnTo>
                      <a:pt x="239" y="152"/>
                    </a:lnTo>
                    <a:lnTo>
                      <a:pt x="239" y="152"/>
                    </a:lnTo>
                    <a:lnTo>
                      <a:pt x="241" y="152"/>
                    </a:lnTo>
                    <a:lnTo>
                      <a:pt x="241" y="152"/>
                    </a:lnTo>
                    <a:lnTo>
                      <a:pt x="241" y="154"/>
                    </a:lnTo>
                    <a:lnTo>
                      <a:pt x="241" y="154"/>
                    </a:lnTo>
                    <a:lnTo>
                      <a:pt x="241" y="154"/>
                    </a:lnTo>
                    <a:lnTo>
                      <a:pt x="244" y="154"/>
                    </a:lnTo>
                    <a:lnTo>
                      <a:pt x="244" y="154"/>
                    </a:lnTo>
                    <a:lnTo>
                      <a:pt x="244" y="157"/>
                    </a:lnTo>
                    <a:lnTo>
                      <a:pt x="244" y="157"/>
                    </a:lnTo>
                    <a:lnTo>
                      <a:pt x="246" y="157"/>
                    </a:lnTo>
                    <a:lnTo>
                      <a:pt x="246" y="157"/>
                    </a:lnTo>
                    <a:lnTo>
                      <a:pt x="246" y="157"/>
                    </a:lnTo>
                    <a:lnTo>
                      <a:pt x="246" y="157"/>
                    </a:lnTo>
                    <a:lnTo>
                      <a:pt x="248" y="157"/>
                    </a:lnTo>
                    <a:lnTo>
                      <a:pt x="248" y="157"/>
                    </a:lnTo>
                    <a:lnTo>
                      <a:pt x="248" y="157"/>
                    </a:lnTo>
                    <a:lnTo>
                      <a:pt x="248" y="157"/>
                    </a:lnTo>
                    <a:lnTo>
                      <a:pt x="248" y="157"/>
                    </a:lnTo>
                    <a:lnTo>
                      <a:pt x="251" y="157"/>
                    </a:lnTo>
                    <a:lnTo>
                      <a:pt x="251" y="157"/>
                    </a:lnTo>
                    <a:lnTo>
                      <a:pt x="251" y="157"/>
                    </a:lnTo>
                    <a:lnTo>
                      <a:pt x="251" y="157"/>
                    </a:lnTo>
                    <a:lnTo>
                      <a:pt x="253" y="157"/>
                    </a:lnTo>
                    <a:lnTo>
                      <a:pt x="253" y="159"/>
                    </a:lnTo>
                    <a:lnTo>
                      <a:pt x="253" y="159"/>
                    </a:lnTo>
                    <a:lnTo>
                      <a:pt x="253" y="159"/>
                    </a:lnTo>
                    <a:lnTo>
                      <a:pt x="253" y="159"/>
                    </a:lnTo>
                    <a:lnTo>
                      <a:pt x="255" y="159"/>
                    </a:lnTo>
                    <a:lnTo>
                      <a:pt x="255" y="161"/>
                    </a:lnTo>
                    <a:lnTo>
                      <a:pt x="255" y="161"/>
                    </a:lnTo>
                    <a:lnTo>
                      <a:pt x="255" y="161"/>
                    </a:lnTo>
                    <a:lnTo>
                      <a:pt x="258" y="161"/>
                    </a:lnTo>
                    <a:lnTo>
                      <a:pt x="258" y="161"/>
                    </a:lnTo>
                    <a:lnTo>
                      <a:pt x="258" y="161"/>
                    </a:lnTo>
                    <a:lnTo>
                      <a:pt x="260" y="161"/>
                    </a:lnTo>
                    <a:lnTo>
                      <a:pt x="260" y="164"/>
                    </a:lnTo>
                    <a:lnTo>
                      <a:pt x="258" y="164"/>
                    </a:lnTo>
                    <a:lnTo>
                      <a:pt x="258" y="164"/>
                    </a:lnTo>
                    <a:lnTo>
                      <a:pt x="258" y="166"/>
                    </a:lnTo>
                    <a:lnTo>
                      <a:pt x="258" y="166"/>
                    </a:lnTo>
                    <a:lnTo>
                      <a:pt x="260" y="166"/>
                    </a:lnTo>
                    <a:lnTo>
                      <a:pt x="260" y="166"/>
                    </a:lnTo>
                    <a:lnTo>
                      <a:pt x="260" y="166"/>
                    </a:lnTo>
                    <a:lnTo>
                      <a:pt x="260" y="166"/>
                    </a:lnTo>
                    <a:lnTo>
                      <a:pt x="262" y="166"/>
                    </a:lnTo>
                    <a:lnTo>
                      <a:pt x="262" y="166"/>
                    </a:lnTo>
                    <a:lnTo>
                      <a:pt x="262" y="169"/>
                    </a:lnTo>
                    <a:lnTo>
                      <a:pt x="265" y="169"/>
                    </a:lnTo>
                    <a:lnTo>
                      <a:pt x="265" y="169"/>
                    </a:lnTo>
                    <a:lnTo>
                      <a:pt x="265" y="169"/>
                    </a:lnTo>
                    <a:lnTo>
                      <a:pt x="265" y="169"/>
                    </a:lnTo>
                    <a:lnTo>
                      <a:pt x="267" y="169"/>
                    </a:lnTo>
                    <a:lnTo>
                      <a:pt x="267" y="169"/>
                    </a:lnTo>
                    <a:lnTo>
                      <a:pt x="267" y="169"/>
                    </a:lnTo>
                    <a:lnTo>
                      <a:pt x="267" y="171"/>
                    </a:lnTo>
                    <a:lnTo>
                      <a:pt x="270" y="171"/>
                    </a:lnTo>
                    <a:lnTo>
                      <a:pt x="270" y="171"/>
                    </a:lnTo>
                    <a:lnTo>
                      <a:pt x="270" y="171"/>
                    </a:lnTo>
                    <a:lnTo>
                      <a:pt x="272" y="171"/>
                    </a:lnTo>
                    <a:lnTo>
                      <a:pt x="272" y="173"/>
                    </a:lnTo>
                    <a:lnTo>
                      <a:pt x="272" y="173"/>
                    </a:lnTo>
                    <a:lnTo>
                      <a:pt x="272" y="173"/>
                    </a:lnTo>
                    <a:lnTo>
                      <a:pt x="272" y="173"/>
                    </a:lnTo>
                    <a:lnTo>
                      <a:pt x="274" y="173"/>
                    </a:lnTo>
                    <a:lnTo>
                      <a:pt x="274" y="173"/>
                    </a:lnTo>
                    <a:lnTo>
                      <a:pt x="274" y="176"/>
                    </a:lnTo>
                    <a:lnTo>
                      <a:pt x="274" y="176"/>
                    </a:lnTo>
                    <a:lnTo>
                      <a:pt x="277" y="176"/>
                    </a:lnTo>
                    <a:lnTo>
                      <a:pt x="277" y="176"/>
                    </a:lnTo>
                    <a:lnTo>
                      <a:pt x="274" y="176"/>
                    </a:lnTo>
                    <a:lnTo>
                      <a:pt x="274" y="176"/>
                    </a:lnTo>
                    <a:lnTo>
                      <a:pt x="274" y="176"/>
                    </a:lnTo>
                    <a:lnTo>
                      <a:pt x="274" y="176"/>
                    </a:lnTo>
                    <a:lnTo>
                      <a:pt x="274" y="176"/>
                    </a:lnTo>
                    <a:lnTo>
                      <a:pt x="272" y="176"/>
                    </a:lnTo>
                    <a:lnTo>
                      <a:pt x="272" y="176"/>
                    </a:lnTo>
                    <a:lnTo>
                      <a:pt x="272" y="178"/>
                    </a:lnTo>
                    <a:lnTo>
                      <a:pt x="272" y="178"/>
                    </a:lnTo>
                    <a:lnTo>
                      <a:pt x="272" y="178"/>
                    </a:lnTo>
                    <a:lnTo>
                      <a:pt x="272" y="178"/>
                    </a:lnTo>
                    <a:lnTo>
                      <a:pt x="272" y="180"/>
                    </a:lnTo>
                    <a:lnTo>
                      <a:pt x="270" y="180"/>
                    </a:lnTo>
                    <a:lnTo>
                      <a:pt x="270" y="180"/>
                    </a:lnTo>
                    <a:lnTo>
                      <a:pt x="270" y="180"/>
                    </a:lnTo>
                    <a:lnTo>
                      <a:pt x="270" y="183"/>
                    </a:lnTo>
                    <a:lnTo>
                      <a:pt x="267" y="183"/>
                    </a:lnTo>
                    <a:lnTo>
                      <a:pt x="267" y="183"/>
                    </a:lnTo>
                    <a:lnTo>
                      <a:pt x="267" y="183"/>
                    </a:lnTo>
                    <a:lnTo>
                      <a:pt x="267" y="183"/>
                    </a:lnTo>
                    <a:lnTo>
                      <a:pt x="267" y="185"/>
                    </a:lnTo>
                    <a:lnTo>
                      <a:pt x="265" y="185"/>
                    </a:lnTo>
                    <a:lnTo>
                      <a:pt x="265" y="185"/>
                    </a:lnTo>
                    <a:lnTo>
                      <a:pt x="265" y="185"/>
                    </a:lnTo>
                    <a:lnTo>
                      <a:pt x="265" y="185"/>
                    </a:lnTo>
                    <a:lnTo>
                      <a:pt x="265" y="185"/>
                    </a:lnTo>
                    <a:lnTo>
                      <a:pt x="262" y="185"/>
                    </a:lnTo>
                    <a:lnTo>
                      <a:pt x="262" y="188"/>
                    </a:lnTo>
                    <a:lnTo>
                      <a:pt x="262" y="188"/>
                    </a:lnTo>
                    <a:lnTo>
                      <a:pt x="262" y="188"/>
                    </a:lnTo>
                    <a:lnTo>
                      <a:pt x="262" y="190"/>
                    </a:lnTo>
                    <a:lnTo>
                      <a:pt x="262" y="190"/>
                    </a:lnTo>
                    <a:lnTo>
                      <a:pt x="262" y="190"/>
                    </a:lnTo>
                    <a:lnTo>
                      <a:pt x="262" y="192"/>
                    </a:lnTo>
                    <a:lnTo>
                      <a:pt x="262" y="192"/>
                    </a:lnTo>
                    <a:lnTo>
                      <a:pt x="262" y="192"/>
                    </a:lnTo>
                    <a:lnTo>
                      <a:pt x="260" y="192"/>
                    </a:lnTo>
                    <a:lnTo>
                      <a:pt x="260" y="195"/>
                    </a:lnTo>
                    <a:lnTo>
                      <a:pt x="260" y="195"/>
                    </a:lnTo>
                    <a:lnTo>
                      <a:pt x="260" y="195"/>
                    </a:lnTo>
                    <a:lnTo>
                      <a:pt x="260" y="195"/>
                    </a:lnTo>
                    <a:lnTo>
                      <a:pt x="260" y="195"/>
                    </a:lnTo>
                    <a:lnTo>
                      <a:pt x="260" y="197"/>
                    </a:lnTo>
                    <a:lnTo>
                      <a:pt x="260" y="197"/>
                    </a:lnTo>
                    <a:lnTo>
                      <a:pt x="260" y="197"/>
                    </a:lnTo>
                    <a:lnTo>
                      <a:pt x="260" y="197"/>
                    </a:lnTo>
                    <a:lnTo>
                      <a:pt x="260" y="199"/>
                    </a:lnTo>
                    <a:lnTo>
                      <a:pt x="260" y="199"/>
                    </a:lnTo>
                    <a:lnTo>
                      <a:pt x="260" y="199"/>
                    </a:lnTo>
                    <a:lnTo>
                      <a:pt x="260" y="202"/>
                    </a:lnTo>
                    <a:lnTo>
                      <a:pt x="260" y="202"/>
                    </a:lnTo>
                    <a:lnTo>
                      <a:pt x="260" y="202"/>
                    </a:lnTo>
                    <a:lnTo>
                      <a:pt x="260" y="204"/>
                    </a:lnTo>
                    <a:lnTo>
                      <a:pt x="258" y="204"/>
                    </a:lnTo>
                    <a:lnTo>
                      <a:pt x="258" y="204"/>
                    </a:lnTo>
                    <a:lnTo>
                      <a:pt x="258" y="204"/>
                    </a:lnTo>
                    <a:lnTo>
                      <a:pt x="255" y="204"/>
                    </a:lnTo>
                    <a:lnTo>
                      <a:pt x="255" y="204"/>
                    </a:lnTo>
                    <a:lnTo>
                      <a:pt x="255" y="207"/>
                    </a:lnTo>
                    <a:lnTo>
                      <a:pt x="255" y="207"/>
                    </a:lnTo>
                    <a:lnTo>
                      <a:pt x="255" y="207"/>
                    </a:lnTo>
                    <a:lnTo>
                      <a:pt x="255" y="209"/>
                    </a:lnTo>
                    <a:lnTo>
                      <a:pt x="255" y="209"/>
                    </a:lnTo>
                    <a:lnTo>
                      <a:pt x="255" y="209"/>
                    </a:lnTo>
                    <a:lnTo>
                      <a:pt x="255" y="211"/>
                    </a:lnTo>
                    <a:lnTo>
                      <a:pt x="255" y="211"/>
                    </a:lnTo>
                    <a:lnTo>
                      <a:pt x="255" y="211"/>
                    </a:lnTo>
                    <a:lnTo>
                      <a:pt x="255" y="211"/>
                    </a:lnTo>
                    <a:lnTo>
                      <a:pt x="258" y="211"/>
                    </a:lnTo>
                    <a:lnTo>
                      <a:pt x="258" y="214"/>
                    </a:lnTo>
                    <a:lnTo>
                      <a:pt x="258" y="214"/>
                    </a:lnTo>
                    <a:lnTo>
                      <a:pt x="260" y="214"/>
                    </a:lnTo>
                    <a:lnTo>
                      <a:pt x="260" y="214"/>
                    </a:lnTo>
                    <a:lnTo>
                      <a:pt x="260" y="214"/>
                    </a:lnTo>
                    <a:lnTo>
                      <a:pt x="260" y="216"/>
                    </a:lnTo>
                    <a:lnTo>
                      <a:pt x="260" y="216"/>
                    </a:lnTo>
                    <a:lnTo>
                      <a:pt x="260" y="216"/>
                    </a:lnTo>
                    <a:lnTo>
                      <a:pt x="262" y="216"/>
                    </a:lnTo>
                    <a:lnTo>
                      <a:pt x="262" y="216"/>
                    </a:lnTo>
                    <a:lnTo>
                      <a:pt x="265" y="216"/>
                    </a:lnTo>
                    <a:lnTo>
                      <a:pt x="265" y="216"/>
                    </a:lnTo>
                    <a:lnTo>
                      <a:pt x="265" y="216"/>
                    </a:lnTo>
                    <a:lnTo>
                      <a:pt x="265" y="216"/>
                    </a:lnTo>
                    <a:lnTo>
                      <a:pt x="265" y="216"/>
                    </a:lnTo>
                    <a:lnTo>
                      <a:pt x="265" y="216"/>
                    </a:lnTo>
                    <a:lnTo>
                      <a:pt x="267" y="216"/>
                    </a:lnTo>
                    <a:lnTo>
                      <a:pt x="267" y="216"/>
                    </a:lnTo>
                    <a:lnTo>
                      <a:pt x="267" y="216"/>
                    </a:lnTo>
                    <a:lnTo>
                      <a:pt x="267" y="216"/>
                    </a:lnTo>
                    <a:lnTo>
                      <a:pt x="267" y="216"/>
                    </a:lnTo>
                    <a:lnTo>
                      <a:pt x="270" y="216"/>
                    </a:lnTo>
                    <a:lnTo>
                      <a:pt x="270" y="218"/>
                    </a:lnTo>
                    <a:lnTo>
                      <a:pt x="270" y="218"/>
                    </a:lnTo>
                    <a:lnTo>
                      <a:pt x="272" y="218"/>
                    </a:lnTo>
                    <a:lnTo>
                      <a:pt x="272" y="218"/>
                    </a:lnTo>
                    <a:lnTo>
                      <a:pt x="272" y="218"/>
                    </a:lnTo>
                    <a:lnTo>
                      <a:pt x="272" y="218"/>
                    </a:lnTo>
                    <a:lnTo>
                      <a:pt x="274" y="218"/>
                    </a:lnTo>
                    <a:lnTo>
                      <a:pt x="274" y="221"/>
                    </a:lnTo>
                    <a:lnTo>
                      <a:pt x="274" y="221"/>
                    </a:lnTo>
                    <a:lnTo>
                      <a:pt x="274" y="221"/>
                    </a:lnTo>
                    <a:lnTo>
                      <a:pt x="274" y="221"/>
                    </a:lnTo>
                    <a:lnTo>
                      <a:pt x="277" y="221"/>
                    </a:lnTo>
                    <a:lnTo>
                      <a:pt x="277" y="223"/>
                    </a:lnTo>
                    <a:lnTo>
                      <a:pt x="277" y="223"/>
                    </a:lnTo>
                    <a:lnTo>
                      <a:pt x="279" y="223"/>
                    </a:lnTo>
                    <a:lnTo>
                      <a:pt x="279" y="223"/>
                    </a:lnTo>
                    <a:lnTo>
                      <a:pt x="279" y="223"/>
                    </a:lnTo>
                    <a:lnTo>
                      <a:pt x="279" y="223"/>
                    </a:lnTo>
                    <a:lnTo>
                      <a:pt x="281" y="223"/>
                    </a:lnTo>
                    <a:lnTo>
                      <a:pt x="281" y="225"/>
                    </a:lnTo>
                    <a:lnTo>
                      <a:pt x="281" y="225"/>
                    </a:lnTo>
                    <a:lnTo>
                      <a:pt x="281" y="225"/>
                    </a:lnTo>
                    <a:lnTo>
                      <a:pt x="281" y="225"/>
                    </a:lnTo>
                    <a:lnTo>
                      <a:pt x="281" y="225"/>
                    </a:lnTo>
                    <a:lnTo>
                      <a:pt x="281" y="228"/>
                    </a:lnTo>
                    <a:lnTo>
                      <a:pt x="281" y="228"/>
                    </a:lnTo>
                    <a:lnTo>
                      <a:pt x="284" y="228"/>
                    </a:lnTo>
                    <a:lnTo>
                      <a:pt x="284" y="228"/>
                    </a:lnTo>
                    <a:lnTo>
                      <a:pt x="284" y="228"/>
                    </a:lnTo>
                    <a:lnTo>
                      <a:pt x="286" y="228"/>
                    </a:lnTo>
                    <a:lnTo>
                      <a:pt x="286" y="228"/>
                    </a:lnTo>
                    <a:lnTo>
                      <a:pt x="286" y="228"/>
                    </a:lnTo>
                    <a:lnTo>
                      <a:pt x="286" y="230"/>
                    </a:lnTo>
                    <a:lnTo>
                      <a:pt x="286" y="230"/>
                    </a:lnTo>
                    <a:lnTo>
                      <a:pt x="286" y="230"/>
                    </a:lnTo>
                    <a:lnTo>
                      <a:pt x="288" y="230"/>
                    </a:lnTo>
                    <a:lnTo>
                      <a:pt x="288" y="233"/>
                    </a:lnTo>
                    <a:lnTo>
                      <a:pt x="288" y="233"/>
                    </a:lnTo>
                    <a:lnTo>
                      <a:pt x="288" y="233"/>
                    </a:lnTo>
                    <a:lnTo>
                      <a:pt x="291" y="233"/>
                    </a:lnTo>
                    <a:lnTo>
                      <a:pt x="291" y="233"/>
                    </a:lnTo>
                    <a:lnTo>
                      <a:pt x="291" y="233"/>
                    </a:lnTo>
                    <a:lnTo>
                      <a:pt x="291" y="235"/>
                    </a:lnTo>
                    <a:lnTo>
                      <a:pt x="293" y="235"/>
                    </a:lnTo>
                    <a:lnTo>
                      <a:pt x="293" y="235"/>
                    </a:lnTo>
                    <a:lnTo>
                      <a:pt x="293" y="235"/>
                    </a:lnTo>
                    <a:lnTo>
                      <a:pt x="293" y="235"/>
                    </a:lnTo>
                    <a:lnTo>
                      <a:pt x="293" y="235"/>
                    </a:lnTo>
                    <a:lnTo>
                      <a:pt x="296" y="235"/>
                    </a:lnTo>
                    <a:lnTo>
                      <a:pt x="296" y="235"/>
                    </a:lnTo>
                    <a:lnTo>
                      <a:pt x="296" y="235"/>
                    </a:lnTo>
                    <a:lnTo>
                      <a:pt x="296" y="235"/>
                    </a:lnTo>
                    <a:lnTo>
                      <a:pt x="298" y="235"/>
                    </a:lnTo>
                    <a:lnTo>
                      <a:pt x="298" y="235"/>
                    </a:lnTo>
                    <a:lnTo>
                      <a:pt x="298" y="235"/>
                    </a:lnTo>
                    <a:lnTo>
                      <a:pt x="298" y="235"/>
                    </a:lnTo>
                    <a:lnTo>
                      <a:pt x="300" y="235"/>
                    </a:lnTo>
                    <a:lnTo>
                      <a:pt x="300" y="235"/>
                    </a:lnTo>
                    <a:lnTo>
                      <a:pt x="300" y="235"/>
                    </a:lnTo>
                    <a:lnTo>
                      <a:pt x="300" y="235"/>
                    </a:lnTo>
                    <a:lnTo>
                      <a:pt x="303" y="235"/>
                    </a:lnTo>
                    <a:lnTo>
                      <a:pt x="303" y="237"/>
                    </a:lnTo>
                    <a:lnTo>
                      <a:pt x="303" y="237"/>
                    </a:lnTo>
                    <a:lnTo>
                      <a:pt x="305" y="237"/>
                    </a:lnTo>
                    <a:lnTo>
                      <a:pt x="305" y="237"/>
                    </a:lnTo>
                    <a:lnTo>
                      <a:pt x="305" y="237"/>
                    </a:lnTo>
                    <a:lnTo>
                      <a:pt x="305" y="237"/>
                    </a:lnTo>
                    <a:lnTo>
                      <a:pt x="305" y="240"/>
                    </a:lnTo>
                    <a:lnTo>
                      <a:pt x="307" y="240"/>
                    </a:lnTo>
                    <a:lnTo>
                      <a:pt x="307" y="240"/>
                    </a:lnTo>
                    <a:lnTo>
                      <a:pt x="307" y="240"/>
                    </a:lnTo>
                    <a:lnTo>
                      <a:pt x="307" y="240"/>
                    </a:lnTo>
                    <a:lnTo>
                      <a:pt x="310" y="240"/>
                    </a:lnTo>
                    <a:lnTo>
                      <a:pt x="310" y="240"/>
                    </a:lnTo>
                    <a:lnTo>
                      <a:pt x="310" y="240"/>
                    </a:lnTo>
                    <a:lnTo>
                      <a:pt x="312" y="240"/>
                    </a:lnTo>
                    <a:lnTo>
                      <a:pt x="312" y="240"/>
                    </a:lnTo>
                    <a:lnTo>
                      <a:pt x="312" y="240"/>
                    </a:lnTo>
                    <a:lnTo>
                      <a:pt x="312" y="240"/>
                    </a:lnTo>
                    <a:lnTo>
                      <a:pt x="312" y="242"/>
                    </a:lnTo>
                    <a:lnTo>
                      <a:pt x="312" y="242"/>
                    </a:lnTo>
                    <a:lnTo>
                      <a:pt x="315" y="242"/>
                    </a:lnTo>
                    <a:lnTo>
                      <a:pt x="315" y="244"/>
                    </a:lnTo>
                    <a:lnTo>
                      <a:pt x="315" y="244"/>
                    </a:lnTo>
                    <a:lnTo>
                      <a:pt x="315" y="244"/>
                    </a:lnTo>
                    <a:lnTo>
                      <a:pt x="315" y="244"/>
                    </a:lnTo>
                    <a:lnTo>
                      <a:pt x="317" y="244"/>
                    </a:lnTo>
                    <a:lnTo>
                      <a:pt x="317" y="244"/>
                    </a:lnTo>
                    <a:lnTo>
                      <a:pt x="319" y="244"/>
                    </a:lnTo>
                    <a:lnTo>
                      <a:pt x="319" y="244"/>
                    </a:lnTo>
                    <a:lnTo>
                      <a:pt x="319" y="244"/>
                    </a:lnTo>
                    <a:lnTo>
                      <a:pt x="319" y="244"/>
                    </a:lnTo>
                    <a:lnTo>
                      <a:pt x="322" y="244"/>
                    </a:lnTo>
                    <a:lnTo>
                      <a:pt x="322" y="244"/>
                    </a:lnTo>
                    <a:lnTo>
                      <a:pt x="322" y="244"/>
                    </a:lnTo>
                    <a:lnTo>
                      <a:pt x="324" y="244"/>
                    </a:lnTo>
                    <a:lnTo>
                      <a:pt x="324" y="247"/>
                    </a:lnTo>
                    <a:lnTo>
                      <a:pt x="324" y="247"/>
                    </a:lnTo>
                    <a:lnTo>
                      <a:pt x="324" y="247"/>
                    </a:lnTo>
                    <a:lnTo>
                      <a:pt x="326" y="247"/>
                    </a:lnTo>
                    <a:lnTo>
                      <a:pt x="326" y="247"/>
                    </a:lnTo>
                    <a:lnTo>
                      <a:pt x="326" y="247"/>
                    </a:lnTo>
                    <a:lnTo>
                      <a:pt x="326" y="247"/>
                    </a:lnTo>
                    <a:lnTo>
                      <a:pt x="326" y="244"/>
                    </a:lnTo>
                    <a:lnTo>
                      <a:pt x="326" y="244"/>
                    </a:lnTo>
                    <a:lnTo>
                      <a:pt x="329" y="244"/>
                    </a:lnTo>
                    <a:lnTo>
                      <a:pt x="329" y="244"/>
                    </a:lnTo>
                    <a:lnTo>
                      <a:pt x="331" y="244"/>
                    </a:lnTo>
                    <a:lnTo>
                      <a:pt x="331" y="244"/>
                    </a:lnTo>
                    <a:lnTo>
                      <a:pt x="331" y="244"/>
                    </a:lnTo>
                    <a:lnTo>
                      <a:pt x="333" y="244"/>
                    </a:lnTo>
                    <a:lnTo>
                      <a:pt x="333" y="244"/>
                    </a:lnTo>
                    <a:lnTo>
                      <a:pt x="333" y="244"/>
                    </a:lnTo>
                    <a:lnTo>
                      <a:pt x="333" y="244"/>
                    </a:lnTo>
                    <a:lnTo>
                      <a:pt x="333" y="247"/>
                    </a:lnTo>
                    <a:lnTo>
                      <a:pt x="336" y="247"/>
                    </a:lnTo>
                    <a:lnTo>
                      <a:pt x="336" y="247"/>
                    </a:lnTo>
                    <a:lnTo>
                      <a:pt x="336" y="244"/>
                    </a:lnTo>
                    <a:lnTo>
                      <a:pt x="338" y="244"/>
                    </a:lnTo>
                    <a:lnTo>
                      <a:pt x="338" y="244"/>
                    </a:lnTo>
                    <a:lnTo>
                      <a:pt x="338" y="244"/>
                    </a:lnTo>
                    <a:lnTo>
                      <a:pt x="341" y="244"/>
                    </a:lnTo>
                    <a:lnTo>
                      <a:pt x="341" y="244"/>
                    </a:lnTo>
                    <a:lnTo>
                      <a:pt x="341" y="244"/>
                    </a:lnTo>
                    <a:lnTo>
                      <a:pt x="341" y="244"/>
                    </a:lnTo>
                    <a:lnTo>
                      <a:pt x="343" y="244"/>
                    </a:lnTo>
                    <a:lnTo>
                      <a:pt x="343" y="244"/>
                    </a:lnTo>
                    <a:lnTo>
                      <a:pt x="343" y="244"/>
                    </a:lnTo>
                    <a:lnTo>
                      <a:pt x="345" y="244"/>
                    </a:lnTo>
                    <a:lnTo>
                      <a:pt x="345" y="244"/>
                    </a:lnTo>
                    <a:lnTo>
                      <a:pt x="345" y="247"/>
                    </a:lnTo>
                    <a:lnTo>
                      <a:pt x="345" y="247"/>
                    </a:lnTo>
                    <a:lnTo>
                      <a:pt x="345" y="247"/>
                    </a:lnTo>
                    <a:lnTo>
                      <a:pt x="348" y="247"/>
                    </a:lnTo>
                    <a:lnTo>
                      <a:pt x="348" y="247"/>
                    </a:lnTo>
                    <a:lnTo>
                      <a:pt x="348" y="247"/>
                    </a:lnTo>
                    <a:lnTo>
                      <a:pt x="350" y="247"/>
                    </a:lnTo>
                    <a:lnTo>
                      <a:pt x="350" y="247"/>
                    </a:lnTo>
                    <a:lnTo>
                      <a:pt x="350" y="249"/>
                    </a:lnTo>
                    <a:lnTo>
                      <a:pt x="352" y="249"/>
                    </a:lnTo>
                    <a:lnTo>
                      <a:pt x="352" y="249"/>
                    </a:lnTo>
                    <a:lnTo>
                      <a:pt x="352" y="249"/>
                    </a:lnTo>
                    <a:lnTo>
                      <a:pt x="352" y="249"/>
                    </a:lnTo>
                    <a:lnTo>
                      <a:pt x="355" y="249"/>
                    </a:lnTo>
                    <a:lnTo>
                      <a:pt x="355" y="252"/>
                    </a:lnTo>
                    <a:lnTo>
                      <a:pt x="355" y="252"/>
                    </a:lnTo>
                    <a:lnTo>
                      <a:pt x="355" y="254"/>
                    </a:lnTo>
                    <a:lnTo>
                      <a:pt x="355" y="254"/>
                    </a:lnTo>
                    <a:lnTo>
                      <a:pt x="355" y="254"/>
                    </a:lnTo>
                    <a:lnTo>
                      <a:pt x="355" y="256"/>
                    </a:lnTo>
                    <a:lnTo>
                      <a:pt x="355" y="256"/>
                    </a:lnTo>
                    <a:lnTo>
                      <a:pt x="355" y="256"/>
                    </a:lnTo>
                    <a:lnTo>
                      <a:pt x="355" y="256"/>
                    </a:lnTo>
                    <a:lnTo>
                      <a:pt x="357" y="256"/>
                    </a:lnTo>
                    <a:lnTo>
                      <a:pt x="357" y="256"/>
                    </a:lnTo>
                    <a:lnTo>
                      <a:pt x="359" y="256"/>
                    </a:lnTo>
                    <a:lnTo>
                      <a:pt x="359" y="259"/>
                    </a:lnTo>
                    <a:lnTo>
                      <a:pt x="359" y="259"/>
                    </a:lnTo>
                    <a:lnTo>
                      <a:pt x="359" y="259"/>
                    </a:lnTo>
                    <a:lnTo>
                      <a:pt x="359" y="259"/>
                    </a:lnTo>
                    <a:lnTo>
                      <a:pt x="362" y="259"/>
                    </a:lnTo>
                    <a:lnTo>
                      <a:pt x="362" y="259"/>
                    </a:lnTo>
                    <a:lnTo>
                      <a:pt x="362" y="261"/>
                    </a:lnTo>
                    <a:lnTo>
                      <a:pt x="362" y="261"/>
                    </a:lnTo>
                    <a:lnTo>
                      <a:pt x="364" y="261"/>
                    </a:lnTo>
                    <a:lnTo>
                      <a:pt x="364" y="261"/>
                    </a:lnTo>
                    <a:lnTo>
                      <a:pt x="367" y="261"/>
                    </a:lnTo>
                    <a:lnTo>
                      <a:pt x="367" y="261"/>
                    </a:lnTo>
                    <a:lnTo>
                      <a:pt x="364" y="261"/>
                    </a:lnTo>
                    <a:lnTo>
                      <a:pt x="364" y="263"/>
                    </a:lnTo>
                    <a:lnTo>
                      <a:pt x="367" y="263"/>
                    </a:lnTo>
                    <a:lnTo>
                      <a:pt x="367" y="263"/>
                    </a:lnTo>
                    <a:lnTo>
                      <a:pt x="367" y="263"/>
                    </a:lnTo>
                    <a:lnTo>
                      <a:pt x="367" y="263"/>
                    </a:lnTo>
                    <a:lnTo>
                      <a:pt x="369" y="263"/>
                    </a:lnTo>
                    <a:lnTo>
                      <a:pt x="369" y="263"/>
                    </a:lnTo>
                    <a:lnTo>
                      <a:pt x="369" y="263"/>
                    </a:lnTo>
                    <a:lnTo>
                      <a:pt x="371" y="263"/>
                    </a:lnTo>
                    <a:lnTo>
                      <a:pt x="371" y="263"/>
                    </a:lnTo>
                    <a:lnTo>
                      <a:pt x="371" y="263"/>
                    </a:lnTo>
                    <a:lnTo>
                      <a:pt x="371" y="261"/>
                    </a:lnTo>
                    <a:lnTo>
                      <a:pt x="374" y="261"/>
                    </a:lnTo>
                    <a:lnTo>
                      <a:pt x="374" y="261"/>
                    </a:lnTo>
                    <a:lnTo>
                      <a:pt x="374" y="261"/>
                    </a:lnTo>
                    <a:lnTo>
                      <a:pt x="374" y="261"/>
                    </a:lnTo>
                    <a:lnTo>
                      <a:pt x="376" y="261"/>
                    </a:lnTo>
                    <a:lnTo>
                      <a:pt x="376" y="261"/>
                    </a:lnTo>
                    <a:lnTo>
                      <a:pt x="376" y="261"/>
                    </a:lnTo>
                    <a:lnTo>
                      <a:pt x="376" y="263"/>
                    </a:lnTo>
                    <a:lnTo>
                      <a:pt x="376" y="263"/>
                    </a:lnTo>
                    <a:lnTo>
                      <a:pt x="376" y="263"/>
                    </a:lnTo>
                    <a:lnTo>
                      <a:pt x="376" y="266"/>
                    </a:lnTo>
                    <a:lnTo>
                      <a:pt x="378" y="266"/>
                    </a:lnTo>
                    <a:lnTo>
                      <a:pt x="378" y="266"/>
                    </a:lnTo>
                    <a:lnTo>
                      <a:pt x="378" y="266"/>
                    </a:lnTo>
                    <a:lnTo>
                      <a:pt x="378" y="266"/>
                    </a:lnTo>
                    <a:lnTo>
                      <a:pt x="378" y="268"/>
                    </a:lnTo>
                    <a:lnTo>
                      <a:pt x="381" y="268"/>
                    </a:lnTo>
                    <a:lnTo>
                      <a:pt x="381" y="268"/>
                    </a:lnTo>
                    <a:lnTo>
                      <a:pt x="381" y="266"/>
                    </a:lnTo>
                    <a:lnTo>
                      <a:pt x="381" y="266"/>
                    </a:lnTo>
                    <a:lnTo>
                      <a:pt x="381" y="266"/>
                    </a:lnTo>
                    <a:lnTo>
                      <a:pt x="383" y="266"/>
                    </a:lnTo>
                    <a:lnTo>
                      <a:pt x="383" y="266"/>
                    </a:lnTo>
                    <a:lnTo>
                      <a:pt x="386" y="266"/>
                    </a:lnTo>
                    <a:lnTo>
                      <a:pt x="386" y="266"/>
                    </a:lnTo>
                    <a:lnTo>
                      <a:pt x="386" y="266"/>
                    </a:lnTo>
                    <a:lnTo>
                      <a:pt x="386" y="266"/>
                    </a:lnTo>
                    <a:lnTo>
                      <a:pt x="388" y="266"/>
                    </a:lnTo>
                    <a:lnTo>
                      <a:pt x="388" y="268"/>
                    </a:lnTo>
                    <a:lnTo>
                      <a:pt x="388" y="268"/>
                    </a:lnTo>
                    <a:lnTo>
                      <a:pt x="388" y="266"/>
                    </a:lnTo>
                    <a:lnTo>
                      <a:pt x="388" y="266"/>
                    </a:lnTo>
                    <a:lnTo>
                      <a:pt x="390" y="266"/>
                    </a:lnTo>
                    <a:lnTo>
                      <a:pt x="390" y="266"/>
                    </a:lnTo>
                    <a:lnTo>
                      <a:pt x="390" y="268"/>
                    </a:lnTo>
                    <a:lnTo>
                      <a:pt x="393" y="268"/>
                    </a:lnTo>
                    <a:lnTo>
                      <a:pt x="393" y="268"/>
                    </a:lnTo>
                    <a:lnTo>
                      <a:pt x="393" y="268"/>
                    </a:lnTo>
                    <a:lnTo>
                      <a:pt x="393" y="268"/>
                    </a:lnTo>
                    <a:lnTo>
                      <a:pt x="395" y="268"/>
                    </a:lnTo>
                    <a:lnTo>
                      <a:pt x="395" y="270"/>
                    </a:lnTo>
                    <a:lnTo>
                      <a:pt x="395" y="270"/>
                    </a:lnTo>
                    <a:lnTo>
                      <a:pt x="395" y="270"/>
                    </a:lnTo>
                    <a:lnTo>
                      <a:pt x="395" y="270"/>
                    </a:lnTo>
                    <a:lnTo>
                      <a:pt x="397" y="270"/>
                    </a:lnTo>
                    <a:lnTo>
                      <a:pt x="397" y="270"/>
                    </a:lnTo>
                    <a:lnTo>
                      <a:pt x="397" y="273"/>
                    </a:lnTo>
                    <a:lnTo>
                      <a:pt x="400" y="273"/>
                    </a:lnTo>
                    <a:lnTo>
                      <a:pt x="400" y="270"/>
                    </a:lnTo>
                    <a:lnTo>
                      <a:pt x="400" y="270"/>
                    </a:lnTo>
                    <a:lnTo>
                      <a:pt x="400" y="270"/>
                    </a:lnTo>
                    <a:lnTo>
                      <a:pt x="402" y="270"/>
                    </a:lnTo>
                    <a:lnTo>
                      <a:pt x="402" y="270"/>
                    </a:lnTo>
                    <a:lnTo>
                      <a:pt x="402" y="270"/>
                    </a:lnTo>
                    <a:lnTo>
                      <a:pt x="404" y="270"/>
                    </a:lnTo>
                    <a:lnTo>
                      <a:pt x="404" y="268"/>
                    </a:lnTo>
                    <a:lnTo>
                      <a:pt x="404" y="268"/>
                    </a:lnTo>
                    <a:lnTo>
                      <a:pt x="404" y="268"/>
                    </a:lnTo>
                    <a:lnTo>
                      <a:pt x="404" y="268"/>
                    </a:lnTo>
                    <a:lnTo>
                      <a:pt x="407" y="268"/>
                    </a:lnTo>
                    <a:lnTo>
                      <a:pt x="407" y="268"/>
                    </a:lnTo>
                    <a:lnTo>
                      <a:pt x="407" y="270"/>
                    </a:lnTo>
                    <a:lnTo>
                      <a:pt x="407" y="270"/>
                    </a:lnTo>
                    <a:lnTo>
                      <a:pt x="407" y="270"/>
                    </a:lnTo>
                    <a:lnTo>
                      <a:pt x="407" y="273"/>
                    </a:lnTo>
                    <a:lnTo>
                      <a:pt x="407" y="273"/>
                    </a:lnTo>
                    <a:lnTo>
                      <a:pt x="409" y="273"/>
                    </a:lnTo>
                    <a:lnTo>
                      <a:pt x="409" y="273"/>
                    </a:lnTo>
                    <a:lnTo>
                      <a:pt x="409" y="273"/>
                    </a:lnTo>
                    <a:lnTo>
                      <a:pt x="412" y="273"/>
                    </a:lnTo>
                    <a:lnTo>
                      <a:pt x="412" y="273"/>
                    </a:lnTo>
                    <a:lnTo>
                      <a:pt x="412" y="273"/>
                    </a:lnTo>
                    <a:lnTo>
                      <a:pt x="412" y="273"/>
                    </a:lnTo>
                    <a:lnTo>
                      <a:pt x="414" y="273"/>
                    </a:lnTo>
                    <a:lnTo>
                      <a:pt x="414" y="273"/>
                    </a:lnTo>
                    <a:lnTo>
                      <a:pt x="414" y="270"/>
                    </a:lnTo>
                    <a:lnTo>
                      <a:pt x="414" y="270"/>
                    </a:lnTo>
                    <a:lnTo>
                      <a:pt x="414" y="273"/>
                    </a:lnTo>
                    <a:lnTo>
                      <a:pt x="416" y="273"/>
                    </a:lnTo>
                    <a:lnTo>
                      <a:pt x="416" y="273"/>
                    </a:lnTo>
                    <a:lnTo>
                      <a:pt x="416" y="273"/>
                    </a:lnTo>
                    <a:lnTo>
                      <a:pt x="419" y="273"/>
                    </a:lnTo>
                    <a:lnTo>
                      <a:pt x="419" y="273"/>
                    </a:lnTo>
                    <a:lnTo>
                      <a:pt x="419" y="273"/>
                    </a:lnTo>
                    <a:lnTo>
                      <a:pt x="419" y="273"/>
                    </a:lnTo>
                    <a:lnTo>
                      <a:pt x="421" y="273"/>
                    </a:lnTo>
                    <a:lnTo>
                      <a:pt x="421" y="273"/>
                    </a:lnTo>
                    <a:lnTo>
                      <a:pt x="421" y="270"/>
                    </a:lnTo>
                    <a:lnTo>
                      <a:pt x="421" y="270"/>
                    </a:lnTo>
                    <a:lnTo>
                      <a:pt x="423" y="270"/>
                    </a:lnTo>
                    <a:lnTo>
                      <a:pt x="423" y="270"/>
                    </a:lnTo>
                    <a:lnTo>
                      <a:pt x="423" y="273"/>
                    </a:lnTo>
                    <a:lnTo>
                      <a:pt x="426" y="273"/>
                    </a:lnTo>
                    <a:lnTo>
                      <a:pt x="426" y="273"/>
                    </a:lnTo>
                    <a:lnTo>
                      <a:pt x="426" y="273"/>
                    </a:lnTo>
                    <a:lnTo>
                      <a:pt x="426" y="273"/>
                    </a:lnTo>
                    <a:lnTo>
                      <a:pt x="426" y="273"/>
                    </a:lnTo>
                    <a:lnTo>
                      <a:pt x="428" y="273"/>
                    </a:lnTo>
                    <a:lnTo>
                      <a:pt x="428" y="270"/>
                    </a:lnTo>
                    <a:lnTo>
                      <a:pt x="428" y="270"/>
                    </a:lnTo>
                    <a:lnTo>
                      <a:pt x="428" y="268"/>
                    </a:lnTo>
                    <a:lnTo>
                      <a:pt x="428" y="268"/>
                    </a:lnTo>
                    <a:lnTo>
                      <a:pt x="428" y="268"/>
                    </a:lnTo>
                    <a:lnTo>
                      <a:pt x="428" y="266"/>
                    </a:lnTo>
                    <a:lnTo>
                      <a:pt x="428" y="266"/>
                    </a:lnTo>
                    <a:lnTo>
                      <a:pt x="428" y="266"/>
                    </a:lnTo>
                    <a:lnTo>
                      <a:pt x="428" y="263"/>
                    </a:lnTo>
                    <a:lnTo>
                      <a:pt x="428" y="263"/>
                    </a:lnTo>
                    <a:lnTo>
                      <a:pt x="430" y="263"/>
                    </a:lnTo>
                    <a:lnTo>
                      <a:pt x="430" y="263"/>
                    </a:lnTo>
                    <a:lnTo>
                      <a:pt x="428" y="263"/>
                    </a:lnTo>
                    <a:lnTo>
                      <a:pt x="428" y="261"/>
                    </a:lnTo>
                    <a:lnTo>
                      <a:pt x="428" y="261"/>
                    </a:lnTo>
                    <a:lnTo>
                      <a:pt x="428" y="259"/>
                    </a:lnTo>
                    <a:lnTo>
                      <a:pt x="428" y="259"/>
                    </a:lnTo>
                    <a:lnTo>
                      <a:pt x="428" y="259"/>
                    </a:lnTo>
                    <a:lnTo>
                      <a:pt x="428" y="256"/>
                    </a:lnTo>
                    <a:lnTo>
                      <a:pt x="428" y="256"/>
                    </a:lnTo>
                    <a:lnTo>
                      <a:pt x="428" y="256"/>
                    </a:lnTo>
                    <a:lnTo>
                      <a:pt x="426" y="256"/>
                    </a:lnTo>
                    <a:lnTo>
                      <a:pt x="426" y="256"/>
                    </a:lnTo>
                    <a:lnTo>
                      <a:pt x="426" y="254"/>
                    </a:lnTo>
                    <a:lnTo>
                      <a:pt x="426" y="254"/>
                    </a:lnTo>
                    <a:lnTo>
                      <a:pt x="426" y="254"/>
                    </a:lnTo>
                    <a:lnTo>
                      <a:pt x="426" y="252"/>
                    </a:lnTo>
                    <a:lnTo>
                      <a:pt x="426" y="252"/>
                    </a:lnTo>
                    <a:lnTo>
                      <a:pt x="426" y="252"/>
                    </a:lnTo>
                    <a:lnTo>
                      <a:pt x="426" y="249"/>
                    </a:lnTo>
                    <a:lnTo>
                      <a:pt x="426" y="249"/>
                    </a:lnTo>
                    <a:lnTo>
                      <a:pt x="426" y="247"/>
                    </a:lnTo>
                    <a:lnTo>
                      <a:pt x="426" y="247"/>
                    </a:lnTo>
                    <a:lnTo>
                      <a:pt x="426" y="244"/>
                    </a:lnTo>
                    <a:lnTo>
                      <a:pt x="426" y="244"/>
                    </a:lnTo>
                    <a:lnTo>
                      <a:pt x="426" y="244"/>
                    </a:lnTo>
                    <a:lnTo>
                      <a:pt x="428" y="244"/>
                    </a:lnTo>
                    <a:lnTo>
                      <a:pt x="428" y="242"/>
                    </a:lnTo>
                    <a:lnTo>
                      <a:pt x="428" y="242"/>
                    </a:lnTo>
                    <a:lnTo>
                      <a:pt x="428" y="240"/>
                    </a:lnTo>
                    <a:lnTo>
                      <a:pt x="428" y="240"/>
                    </a:lnTo>
                    <a:lnTo>
                      <a:pt x="426" y="240"/>
                    </a:lnTo>
                    <a:lnTo>
                      <a:pt x="426" y="237"/>
                    </a:lnTo>
                    <a:lnTo>
                      <a:pt x="428" y="237"/>
                    </a:lnTo>
                    <a:lnTo>
                      <a:pt x="428" y="237"/>
                    </a:lnTo>
                    <a:lnTo>
                      <a:pt x="428" y="237"/>
                    </a:lnTo>
                    <a:lnTo>
                      <a:pt x="428" y="237"/>
                    </a:lnTo>
                    <a:lnTo>
                      <a:pt x="428" y="235"/>
                    </a:lnTo>
                    <a:lnTo>
                      <a:pt x="428" y="235"/>
                    </a:lnTo>
                    <a:lnTo>
                      <a:pt x="428" y="235"/>
                    </a:lnTo>
                    <a:lnTo>
                      <a:pt x="428" y="235"/>
                    </a:lnTo>
                    <a:lnTo>
                      <a:pt x="426" y="235"/>
                    </a:lnTo>
                    <a:lnTo>
                      <a:pt x="426" y="235"/>
                    </a:lnTo>
                    <a:lnTo>
                      <a:pt x="426" y="235"/>
                    </a:lnTo>
                    <a:lnTo>
                      <a:pt x="423" y="235"/>
                    </a:lnTo>
                    <a:lnTo>
                      <a:pt x="423" y="235"/>
                    </a:lnTo>
                    <a:lnTo>
                      <a:pt x="423" y="237"/>
                    </a:lnTo>
                    <a:lnTo>
                      <a:pt x="423" y="237"/>
                    </a:lnTo>
                    <a:lnTo>
                      <a:pt x="423" y="235"/>
                    </a:lnTo>
                    <a:lnTo>
                      <a:pt x="421" y="235"/>
                    </a:lnTo>
                    <a:lnTo>
                      <a:pt x="421" y="237"/>
                    </a:lnTo>
                    <a:lnTo>
                      <a:pt x="421" y="237"/>
                    </a:lnTo>
                    <a:lnTo>
                      <a:pt x="421" y="237"/>
                    </a:lnTo>
                    <a:lnTo>
                      <a:pt x="421" y="237"/>
                    </a:lnTo>
                    <a:lnTo>
                      <a:pt x="421" y="237"/>
                    </a:lnTo>
                    <a:lnTo>
                      <a:pt x="419" y="237"/>
                    </a:lnTo>
                    <a:lnTo>
                      <a:pt x="419" y="237"/>
                    </a:lnTo>
                    <a:lnTo>
                      <a:pt x="419" y="240"/>
                    </a:lnTo>
                    <a:lnTo>
                      <a:pt x="419" y="240"/>
                    </a:lnTo>
                    <a:lnTo>
                      <a:pt x="419" y="240"/>
                    </a:lnTo>
                    <a:lnTo>
                      <a:pt x="419" y="240"/>
                    </a:lnTo>
                    <a:lnTo>
                      <a:pt x="419" y="240"/>
                    </a:lnTo>
                    <a:lnTo>
                      <a:pt x="419" y="237"/>
                    </a:lnTo>
                    <a:lnTo>
                      <a:pt x="419" y="237"/>
                    </a:lnTo>
                    <a:lnTo>
                      <a:pt x="419" y="235"/>
                    </a:lnTo>
                    <a:lnTo>
                      <a:pt x="416" y="235"/>
                    </a:lnTo>
                    <a:lnTo>
                      <a:pt x="416" y="235"/>
                    </a:lnTo>
                    <a:lnTo>
                      <a:pt x="419" y="235"/>
                    </a:lnTo>
                    <a:lnTo>
                      <a:pt x="419" y="235"/>
                    </a:lnTo>
                    <a:lnTo>
                      <a:pt x="419" y="235"/>
                    </a:lnTo>
                    <a:lnTo>
                      <a:pt x="421" y="235"/>
                    </a:lnTo>
                    <a:lnTo>
                      <a:pt x="421" y="235"/>
                    </a:lnTo>
                    <a:lnTo>
                      <a:pt x="421" y="233"/>
                    </a:lnTo>
                    <a:lnTo>
                      <a:pt x="421" y="233"/>
                    </a:lnTo>
                    <a:lnTo>
                      <a:pt x="421" y="233"/>
                    </a:lnTo>
                    <a:lnTo>
                      <a:pt x="421" y="230"/>
                    </a:lnTo>
                    <a:lnTo>
                      <a:pt x="421" y="230"/>
                    </a:lnTo>
                    <a:lnTo>
                      <a:pt x="421" y="233"/>
                    </a:lnTo>
                    <a:lnTo>
                      <a:pt x="423" y="233"/>
                    </a:lnTo>
                    <a:lnTo>
                      <a:pt x="423" y="233"/>
                    </a:lnTo>
                    <a:lnTo>
                      <a:pt x="423" y="233"/>
                    </a:lnTo>
                    <a:lnTo>
                      <a:pt x="426" y="233"/>
                    </a:lnTo>
                    <a:lnTo>
                      <a:pt x="426" y="233"/>
                    </a:lnTo>
                    <a:lnTo>
                      <a:pt x="426" y="233"/>
                    </a:lnTo>
                    <a:lnTo>
                      <a:pt x="426" y="233"/>
                    </a:lnTo>
                    <a:lnTo>
                      <a:pt x="428" y="233"/>
                    </a:lnTo>
                    <a:lnTo>
                      <a:pt x="428" y="233"/>
                    </a:lnTo>
                    <a:lnTo>
                      <a:pt x="428" y="233"/>
                    </a:lnTo>
                    <a:lnTo>
                      <a:pt x="428" y="233"/>
                    </a:lnTo>
                    <a:lnTo>
                      <a:pt x="430" y="233"/>
                    </a:lnTo>
                    <a:lnTo>
                      <a:pt x="430" y="233"/>
                    </a:lnTo>
                    <a:lnTo>
                      <a:pt x="430" y="233"/>
                    </a:lnTo>
                    <a:lnTo>
                      <a:pt x="433" y="233"/>
                    </a:lnTo>
                    <a:lnTo>
                      <a:pt x="433" y="233"/>
                    </a:lnTo>
                    <a:lnTo>
                      <a:pt x="433" y="233"/>
                    </a:lnTo>
                    <a:lnTo>
                      <a:pt x="435" y="233"/>
                    </a:lnTo>
                    <a:lnTo>
                      <a:pt x="435" y="233"/>
                    </a:lnTo>
                    <a:lnTo>
                      <a:pt x="435" y="230"/>
                    </a:lnTo>
                    <a:lnTo>
                      <a:pt x="438" y="230"/>
                    </a:lnTo>
                    <a:lnTo>
                      <a:pt x="438" y="230"/>
                    </a:lnTo>
                    <a:lnTo>
                      <a:pt x="438" y="230"/>
                    </a:lnTo>
                    <a:lnTo>
                      <a:pt x="438" y="230"/>
                    </a:lnTo>
                    <a:lnTo>
                      <a:pt x="440" y="230"/>
                    </a:lnTo>
                    <a:lnTo>
                      <a:pt x="440" y="228"/>
                    </a:lnTo>
                    <a:lnTo>
                      <a:pt x="440" y="228"/>
                    </a:lnTo>
                    <a:lnTo>
                      <a:pt x="440" y="230"/>
                    </a:lnTo>
                    <a:lnTo>
                      <a:pt x="440" y="230"/>
                    </a:lnTo>
                    <a:lnTo>
                      <a:pt x="442" y="230"/>
                    </a:lnTo>
                    <a:lnTo>
                      <a:pt x="442" y="230"/>
                    </a:lnTo>
                    <a:lnTo>
                      <a:pt x="442" y="230"/>
                    </a:lnTo>
                    <a:lnTo>
                      <a:pt x="445" y="230"/>
                    </a:lnTo>
                    <a:lnTo>
                      <a:pt x="445" y="233"/>
                    </a:lnTo>
                    <a:lnTo>
                      <a:pt x="445" y="233"/>
                    </a:lnTo>
                    <a:lnTo>
                      <a:pt x="445" y="233"/>
                    </a:lnTo>
                    <a:lnTo>
                      <a:pt x="445" y="235"/>
                    </a:lnTo>
                    <a:lnTo>
                      <a:pt x="445" y="235"/>
                    </a:lnTo>
                    <a:lnTo>
                      <a:pt x="445" y="235"/>
                    </a:lnTo>
                    <a:lnTo>
                      <a:pt x="447" y="235"/>
                    </a:lnTo>
                    <a:lnTo>
                      <a:pt x="447" y="235"/>
                    </a:lnTo>
                    <a:lnTo>
                      <a:pt x="445" y="235"/>
                    </a:lnTo>
                    <a:lnTo>
                      <a:pt x="445" y="237"/>
                    </a:lnTo>
                    <a:lnTo>
                      <a:pt x="445" y="237"/>
                    </a:lnTo>
                    <a:lnTo>
                      <a:pt x="445" y="237"/>
                    </a:lnTo>
                    <a:lnTo>
                      <a:pt x="445" y="237"/>
                    </a:lnTo>
                    <a:lnTo>
                      <a:pt x="445" y="240"/>
                    </a:lnTo>
                    <a:lnTo>
                      <a:pt x="445" y="240"/>
                    </a:lnTo>
                    <a:lnTo>
                      <a:pt x="445" y="242"/>
                    </a:lnTo>
                    <a:lnTo>
                      <a:pt x="442" y="242"/>
                    </a:lnTo>
                    <a:lnTo>
                      <a:pt x="442" y="242"/>
                    </a:lnTo>
                    <a:lnTo>
                      <a:pt x="442" y="244"/>
                    </a:lnTo>
                    <a:lnTo>
                      <a:pt x="442" y="244"/>
                    </a:lnTo>
                    <a:lnTo>
                      <a:pt x="442" y="244"/>
                    </a:lnTo>
                    <a:lnTo>
                      <a:pt x="442" y="247"/>
                    </a:lnTo>
                    <a:lnTo>
                      <a:pt x="442" y="247"/>
                    </a:lnTo>
                    <a:lnTo>
                      <a:pt x="445" y="247"/>
                    </a:lnTo>
                    <a:lnTo>
                      <a:pt x="445" y="249"/>
                    </a:lnTo>
                    <a:lnTo>
                      <a:pt x="445" y="249"/>
                    </a:lnTo>
                    <a:lnTo>
                      <a:pt x="445" y="249"/>
                    </a:lnTo>
                    <a:lnTo>
                      <a:pt x="445" y="249"/>
                    </a:lnTo>
                    <a:lnTo>
                      <a:pt x="445" y="252"/>
                    </a:lnTo>
                    <a:lnTo>
                      <a:pt x="445" y="252"/>
                    </a:lnTo>
                    <a:lnTo>
                      <a:pt x="445" y="252"/>
                    </a:lnTo>
                    <a:lnTo>
                      <a:pt x="445" y="252"/>
                    </a:lnTo>
                    <a:lnTo>
                      <a:pt x="442" y="252"/>
                    </a:lnTo>
                    <a:lnTo>
                      <a:pt x="442" y="254"/>
                    </a:lnTo>
                    <a:lnTo>
                      <a:pt x="442" y="254"/>
                    </a:lnTo>
                    <a:lnTo>
                      <a:pt x="445" y="254"/>
                    </a:lnTo>
                    <a:lnTo>
                      <a:pt x="445" y="254"/>
                    </a:lnTo>
                    <a:lnTo>
                      <a:pt x="445" y="254"/>
                    </a:lnTo>
                    <a:lnTo>
                      <a:pt x="445" y="256"/>
                    </a:lnTo>
                    <a:lnTo>
                      <a:pt x="445" y="256"/>
                    </a:lnTo>
                    <a:lnTo>
                      <a:pt x="445" y="256"/>
                    </a:lnTo>
                    <a:lnTo>
                      <a:pt x="445" y="259"/>
                    </a:lnTo>
                    <a:lnTo>
                      <a:pt x="447" y="259"/>
                    </a:lnTo>
                    <a:lnTo>
                      <a:pt x="447" y="259"/>
                    </a:lnTo>
                    <a:lnTo>
                      <a:pt x="447" y="259"/>
                    </a:lnTo>
                    <a:lnTo>
                      <a:pt x="447" y="259"/>
                    </a:lnTo>
                    <a:lnTo>
                      <a:pt x="447" y="261"/>
                    </a:lnTo>
                    <a:lnTo>
                      <a:pt x="449" y="261"/>
                    </a:lnTo>
                    <a:lnTo>
                      <a:pt x="449" y="261"/>
                    </a:lnTo>
                    <a:lnTo>
                      <a:pt x="449" y="261"/>
                    </a:lnTo>
                    <a:lnTo>
                      <a:pt x="449" y="263"/>
                    </a:lnTo>
                    <a:lnTo>
                      <a:pt x="452" y="263"/>
                    </a:lnTo>
                    <a:lnTo>
                      <a:pt x="452" y="261"/>
                    </a:lnTo>
                    <a:lnTo>
                      <a:pt x="452" y="261"/>
                    </a:lnTo>
                    <a:lnTo>
                      <a:pt x="452" y="261"/>
                    </a:lnTo>
                    <a:lnTo>
                      <a:pt x="454" y="261"/>
                    </a:lnTo>
                    <a:lnTo>
                      <a:pt x="454" y="261"/>
                    </a:lnTo>
                    <a:lnTo>
                      <a:pt x="454" y="261"/>
                    </a:lnTo>
                    <a:lnTo>
                      <a:pt x="457" y="261"/>
                    </a:lnTo>
                    <a:lnTo>
                      <a:pt x="457" y="261"/>
                    </a:lnTo>
                    <a:lnTo>
                      <a:pt x="457" y="263"/>
                    </a:lnTo>
                    <a:lnTo>
                      <a:pt x="459" y="263"/>
                    </a:lnTo>
                    <a:lnTo>
                      <a:pt x="459" y="261"/>
                    </a:lnTo>
                    <a:lnTo>
                      <a:pt x="459" y="261"/>
                    </a:lnTo>
                    <a:lnTo>
                      <a:pt x="459" y="263"/>
                    </a:lnTo>
                    <a:lnTo>
                      <a:pt x="459" y="263"/>
                    </a:lnTo>
                    <a:lnTo>
                      <a:pt x="461" y="263"/>
                    </a:lnTo>
                    <a:lnTo>
                      <a:pt x="461" y="263"/>
                    </a:lnTo>
                    <a:lnTo>
                      <a:pt x="461" y="263"/>
                    </a:lnTo>
                    <a:lnTo>
                      <a:pt x="461" y="263"/>
                    </a:lnTo>
                    <a:lnTo>
                      <a:pt x="461" y="263"/>
                    </a:lnTo>
                    <a:lnTo>
                      <a:pt x="461" y="263"/>
                    </a:lnTo>
                    <a:lnTo>
                      <a:pt x="464" y="263"/>
                    </a:lnTo>
                    <a:lnTo>
                      <a:pt x="464" y="263"/>
                    </a:lnTo>
                    <a:lnTo>
                      <a:pt x="464" y="263"/>
                    </a:lnTo>
                    <a:lnTo>
                      <a:pt x="466" y="263"/>
                    </a:lnTo>
                    <a:lnTo>
                      <a:pt x="466" y="263"/>
                    </a:lnTo>
                    <a:lnTo>
                      <a:pt x="466" y="263"/>
                    </a:lnTo>
                    <a:lnTo>
                      <a:pt x="466" y="263"/>
                    </a:lnTo>
                    <a:lnTo>
                      <a:pt x="468" y="263"/>
                    </a:lnTo>
                    <a:lnTo>
                      <a:pt x="468" y="263"/>
                    </a:lnTo>
                    <a:lnTo>
                      <a:pt x="468" y="263"/>
                    </a:lnTo>
                    <a:lnTo>
                      <a:pt x="471" y="263"/>
                    </a:lnTo>
                    <a:lnTo>
                      <a:pt x="471" y="263"/>
                    </a:lnTo>
                    <a:lnTo>
                      <a:pt x="473" y="263"/>
                    </a:lnTo>
                    <a:lnTo>
                      <a:pt x="473" y="263"/>
                    </a:lnTo>
                    <a:lnTo>
                      <a:pt x="473" y="263"/>
                    </a:lnTo>
                    <a:lnTo>
                      <a:pt x="473" y="261"/>
                    </a:lnTo>
                    <a:lnTo>
                      <a:pt x="473" y="261"/>
                    </a:lnTo>
                    <a:lnTo>
                      <a:pt x="473" y="261"/>
                    </a:lnTo>
                    <a:lnTo>
                      <a:pt x="475" y="261"/>
                    </a:lnTo>
                    <a:lnTo>
                      <a:pt x="475" y="261"/>
                    </a:lnTo>
                    <a:lnTo>
                      <a:pt x="475" y="259"/>
                    </a:lnTo>
                    <a:lnTo>
                      <a:pt x="478" y="259"/>
                    </a:lnTo>
                    <a:lnTo>
                      <a:pt x="478" y="259"/>
                    </a:lnTo>
                    <a:lnTo>
                      <a:pt x="478" y="261"/>
                    </a:lnTo>
                    <a:lnTo>
                      <a:pt x="478" y="261"/>
                    </a:lnTo>
                    <a:lnTo>
                      <a:pt x="480" y="261"/>
                    </a:lnTo>
                    <a:lnTo>
                      <a:pt x="480" y="261"/>
                    </a:lnTo>
                    <a:lnTo>
                      <a:pt x="480" y="261"/>
                    </a:lnTo>
                    <a:lnTo>
                      <a:pt x="480" y="263"/>
                    </a:lnTo>
                    <a:lnTo>
                      <a:pt x="480" y="263"/>
                    </a:lnTo>
                    <a:lnTo>
                      <a:pt x="483" y="263"/>
                    </a:lnTo>
                    <a:lnTo>
                      <a:pt x="483" y="263"/>
                    </a:lnTo>
                    <a:lnTo>
                      <a:pt x="485" y="263"/>
                    </a:lnTo>
                    <a:lnTo>
                      <a:pt x="485" y="263"/>
                    </a:lnTo>
                    <a:lnTo>
                      <a:pt x="485" y="263"/>
                    </a:lnTo>
                    <a:lnTo>
                      <a:pt x="487" y="263"/>
                    </a:lnTo>
                    <a:lnTo>
                      <a:pt x="487" y="263"/>
                    </a:lnTo>
                    <a:lnTo>
                      <a:pt x="487" y="263"/>
                    </a:lnTo>
                    <a:lnTo>
                      <a:pt x="490" y="263"/>
                    </a:lnTo>
                    <a:lnTo>
                      <a:pt x="490" y="263"/>
                    </a:lnTo>
                    <a:lnTo>
                      <a:pt x="492" y="263"/>
                    </a:lnTo>
                    <a:lnTo>
                      <a:pt x="492" y="263"/>
                    </a:lnTo>
                    <a:lnTo>
                      <a:pt x="492" y="261"/>
                    </a:lnTo>
                    <a:lnTo>
                      <a:pt x="492" y="261"/>
                    </a:lnTo>
                    <a:lnTo>
                      <a:pt x="492" y="263"/>
                    </a:lnTo>
                    <a:lnTo>
                      <a:pt x="494" y="263"/>
                    </a:lnTo>
                    <a:lnTo>
                      <a:pt x="494" y="261"/>
                    </a:lnTo>
                    <a:lnTo>
                      <a:pt x="494" y="261"/>
                    </a:lnTo>
                    <a:lnTo>
                      <a:pt x="494" y="261"/>
                    </a:lnTo>
                    <a:lnTo>
                      <a:pt x="497" y="261"/>
                    </a:lnTo>
                    <a:lnTo>
                      <a:pt x="497" y="263"/>
                    </a:lnTo>
                    <a:lnTo>
                      <a:pt x="497" y="263"/>
                    </a:lnTo>
                    <a:lnTo>
                      <a:pt x="499" y="263"/>
                    </a:lnTo>
                    <a:lnTo>
                      <a:pt x="499" y="263"/>
                    </a:lnTo>
                    <a:lnTo>
                      <a:pt x="499" y="261"/>
                    </a:lnTo>
                    <a:lnTo>
                      <a:pt x="499" y="261"/>
                    </a:lnTo>
                    <a:lnTo>
                      <a:pt x="502" y="261"/>
                    </a:lnTo>
                    <a:lnTo>
                      <a:pt x="502" y="263"/>
                    </a:lnTo>
                    <a:lnTo>
                      <a:pt x="502" y="263"/>
                    </a:lnTo>
                    <a:lnTo>
                      <a:pt x="502" y="263"/>
                    </a:lnTo>
                    <a:lnTo>
                      <a:pt x="504" y="263"/>
                    </a:lnTo>
                    <a:lnTo>
                      <a:pt x="504" y="263"/>
                    </a:lnTo>
                    <a:lnTo>
                      <a:pt x="506" y="263"/>
                    </a:lnTo>
                    <a:lnTo>
                      <a:pt x="506" y="263"/>
                    </a:lnTo>
                    <a:lnTo>
                      <a:pt x="506" y="261"/>
                    </a:lnTo>
                    <a:lnTo>
                      <a:pt x="506" y="261"/>
                    </a:lnTo>
                    <a:lnTo>
                      <a:pt x="509" y="261"/>
                    </a:lnTo>
                    <a:lnTo>
                      <a:pt x="509" y="261"/>
                    </a:lnTo>
                    <a:lnTo>
                      <a:pt x="509" y="261"/>
                    </a:lnTo>
                    <a:lnTo>
                      <a:pt x="511" y="261"/>
                    </a:lnTo>
                    <a:lnTo>
                      <a:pt x="511" y="261"/>
                    </a:lnTo>
                    <a:lnTo>
                      <a:pt x="511" y="261"/>
                    </a:lnTo>
                    <a:lnTo>
                      <a:pt x="511" y="261"/>
                    </a:lnTo>
                    <a:lnTo>
                      <a:pt x="513" y="261"/>
                    </a:lnTo>
                    <a:lnTo>
                      <a:pt x="513" y="261"/>
                    </a:lnTo>
                    <a:lnTo>
                      <a:pt x="513" y="261"/>
                    </a:lnTo>
                    <a:lnTo>
                      <a:pt x="513" y="259"/>
                    </a:lnTo>
                    <a:lnTo>
                      <a:pt x="513" y="259"/>
                    </a:lnTo>
                    <a:lnTo>
                      <a:pt x="513" y="259"/>
                    </a:lnTo>
                    <a:lnTo>
                      <a:pt x="513" y="256"/>
                    </a:lnTo>
                    <a:lnTo>
                      <a:pt x="513" y="256"/>
                    </a:lnTo>
                    <a:lnTo>
                      <a:pt x="513" y="256"/>
                    </a:lnTo>
                    <a:lnTo>
                      <a:pt x="513" y="256"/>
                    </a:lnTo>
                    <a:lnTo>
                      <a:pt x="513" y="254"/>
                    </a:lnTo>
                    <a:lnTo>
                      <a:pt x="513" y="254"/>
                    </a:lnTo>
                    <a:lnTo>
                      <a:pt x="513" y="254"/>
                    </a:lnTo>
                    <a:lnTo>
                      <a:pt x="513" y="252"/>
                    </a:lnTo>
                    <a:lnTo>
                      <a:pt x="513" y="252"/>
                    </a:lnTo>
                    <a:lnTo>
                      <a:pt x="513" y="252"/>
                    </a:lnTo>
                    <a:lnTo>
                      <a:pt x="513" y="252"/>
                    </a:lnTo>
                    <a:lnTo>
                      <a:pt x="513" y="249"/>
                    </a:lnTo>
                    <a:lnTo>
                      <a:pt x="513" y="249"/>
                    </a:lnTo>
                    <a:lnTo>
                      <a:pt x="513" y="249"/>
                    </a:lnTo>
                    <a:lnTo>
                      <a:pt x="513" y="247"/>
                    </a:lnTo>
                    <a:lnTo>
                      <a:pt x="513" y="247"/>
                    </a:lnTo>
                    <a:lnTo>
                      <a:pt x="513" y="247"/>
                    </a:lnTo>
                    <a:lnTo>
                      <a:pt x="513" y="244"/>
                    </a:lnTo>
                    <a:lnTo>
                      <a:pt x="511" y="244"/>
                    </a:lnTo>
                    <a:lnTo>
                      <a:pt x="511" y="244"/>
                    </a:lnTo>
                    <a:lnTo>
                      <a:pt x="511" y="244"/>
                    </a:lnTo>
                    <a:lnTo>
                      <a:pt x="509" y="244"/>
                    </a:lnTo>
                    <a:lnTo>
                      <a:pt x="509" y="247"/>
                    </a:lnTo>
                    <a:lnTo>
                      <a:pt x="509" y="247"/>
                    </a:lnTo>
                    <a:lnTo>
                      <a:pt x="506" y="247"/>
                    </a:lnTo>
                    <a:lnTo>
                      <a:pt x="506" y="244"/>
                    </a:lnTo>
                    <a:lnTo>
                      <a:pt x="506" y="244"/>
                    </a:lnTo>
                    <a:lnTo>
                      <a:pt x="506" y="244"/>
                    </a:lnTo>
                    <a:lnTo>
                      <a:pt x="506" y="244"/>
                    </a:lnTo>
                    <a:lnTo>
                      <a:pt x="504" y="244"/>
                    </a:lnTo>
                    <a:lnTo>
                      <a:pt x="504" y="244"/>
                    </a:lnTo>
                    <a:lnTo>
                      <a:pt x="504" y="244"/>
                    </a:lnTo>
                    <a:lnTo>
                      <a:pt x="504" y="242"/>
                    </a:lnTo>
                    <a:lnTo>
                      <a:pt x="504" y="242"/>
                    </a:lnTo>
                    <a:lnTo>
                      <a:pt x="504" y="240"/>
                    </a:lnTo>
                    <a:lnTo>
                      <a:pt x="504" y="240"/>
                    </a:lnTo>
                    <a:lnTo>
                      <a:pt x="504" y="240"/>
                    </a:lnTo>
                    <a:lnTo>
                      <a:pt x="504" y="237"/>
                    </a:lnTo>
                    <a:lnTo>
                      <a:pt x="506" y="237"/>
                    </a:lnTo>
                    <a:lnTo>
                      <a:pt x="506" y="237"/>
                    </a:lnTo>
                    <a:lnTo>
                      <a:pt x="506" y="237"/>
                    </a:lnTo>
                    <a:lnTo>
                      <a:pt x="509" y="237"/>
                    </a:lnTo>
                    <a:lnTo>
                      <a:pt x="509" y="237"/>
                    </a:lnTo>
                    <a:lnTo>
                      <a:pt x="509" y="240"/>
                    </a:lnTo>
                    <a:lnTo>
                      <a:pt x="511" y="240"/>
                    </a:lnTo>
                    <a:lnTo>
                      <a:pt x="511" y="237"/>
                    </a:lnTo>
                    <a:lnTo>
                      <a:pt x="511" y="237"/>
                    </a:lnTo>
                    <a:lnTo>
                      <a:pt x="511" y="240"/>
                    </a:lnTo>
                    <a:lnTo>
                      <a:pt x="511" y="240"/>
                    </a:lnTo>
                    <a:lnTo>
                      <a:pt x="511" y="237"/>
                    </a:lnTo>
                    <a:lnTo>
                      <a:pt x="513" y="237"/>
                    </a:lnTo>
                    <a:lnTo>
                      <a:pt x="513" y="237"/>
                    </a:lnTo>
                    <a:lnTo>
                      <a:pt x="513" y="237"/>
                    </a:lnTo>
                    <a:lnTo>
                      <a:pt x="513" y="237"/>
                    </a:lnTo>
                    <a:lnTo>
                      <a:pt x="513" y="235"/>
                    </a:lnTo>
                    <a:lnTo>
                      <a:pt x="516" y="235"/>
                    </a:lnTo>
                    <a:lnTo>
                      <a:pt x="516" y="235"/>
                    </a:lnTo>
                    <a:lnTo>
                      <a:pt x="518" y="235"/>
                    </a:lnTo>
                    <a:lnTo>
                      <a:pt x="518" y="235"/>
                    </a:lnTo>
                    <a:lnTo>
                      <a:pt x="518" y="235"/>
                    </a:lnTo>
                    <a:lnTo>
                      <a:pt x="518" y="235"/>
                    </a:lnTo>
                    <a:lnTo>
                      <a:pt x="518" y="233"/>
                    </a:lnTo>
                    <a:lnTo>
                      <a:pt x="518" y="233"/>
                    </a:lnTo>
                    <a:lnTo>
                      <a:pt x="520" y="233"/>
                    </a:lnTo>
                    <a:lnTo>
                      <a:pt x="520" y="233"/>
                    </a:lnTo>
                    <a:lnTo>
                      <a:pt x="520" y="233"/>
                    </a:lnTo>
                    <a:lnTo>
                      <a:pt x="523" y="233"/>
                    </a:lnTo>
                    <a:lnTo>
                      <a:pt x="523" y="233"/>
                    </a:lnTo>
                    <a:lnTo>
                      <a:pt x="525" y="233"/>
                    </a:lnTo>
                    <a:lnTo>
                      <a:pt x="525" y="233"/>
                    </a:lnTo>
                    <a:lnTo>
                      <a:pt x="525" y="233"/>
                    </a:lnTo>
                    <a:lnTo>
                      <a:pt x="528" y="233"/>
                    </a:lnTo>
                    <a:lnTo>
                      <a:pt x="528" y="233"/>
                    </a:lnTo>
                    <a:lnTo>
                      <a:pt x="528" y="230"/>
                    </a:lnTo>
                    <a:lnTo>
                      <a:pt x="525" y="230"/>
                    </a:lnTo>
                    <a:lnTo>
                      <a:pt x="525" y="230"/>
                    </a:lnTo>
                    <a:lnTo>
                      <a:pt x="525" y="228"/>
                    </a:lnTo>
                    <a:lnTo>
                      <a:pt x="528" y="228"/>
                    </a:lnTo>
                    <a:lnTo>
                      <a:pt x="528" y="228"/>
                    </a:lnTo>
                    <a:lnTo>
                      <a:pt x="528" y="228"/>
                    </a:lnTo>
                    <a:lnTo>
                      <a:pt x="528" y="228"/>
                    </a:lnTo>
                    <a:lnTo>
                      <a:pt x="530" y="228"/>
                    </a:lnTo>
                    <a:lnTo>
                      <a:pt x="530" y="228"/>
                    </a:lnTo>
                    <a:lnTo>
                      <a:pt x="530" y="225"/>
                    </a:lnTo>
                    <a:lnTo>
                      <a:pt x="532" y="225"/>
                    </a:lnTo>
                    <a:lnTo>
                      <a:pt x="532" y="225"/>
                    </a:lnTo>
                    <a:lnTo>
                      <a:pt x="532" y="225"/>
                    </a:lnTo>
                    <a:lnTo>
                      <a:pt x="532" y="225"/>
                    </a:lnTo>
                    <a:lnTo>
                      <a:pt x="532" y="225"/>
                    </a:lnTo>
                    <a:lnTo>
                      <a:pt x="535" y="225"/>
                    </a:lnTo>
                    <a:lnTo>
                      <a:pt x="535" y="223"/>
                    </a:lnTo>
                    <a:lnTo>
                      <a:pt x="535" y="223"/>
                    </a:lnTo>
                    <a:lnTo>
                      <a:pt x="535" y="223"/>
                    </a:lnTo>
                    <a:lnTo>
                      <a:pt x="537" y="223"/>
                    </a:lnTo>
                    <a:lnTo>
                      <a:pt x="537" y="223"/>
                    </a:lnTo>
                    <a:lnTo>
                      <a:pt x="537" y="223"/>
                    </a:lnTo>
                    <a:lnTo>
                      <a:pt x="539" y="223"/>
                    </a:lnTo>
                    <a:lnTo>
                      <a:pt x="539" y="221"/>
                    </a:lnTo>
                    <a:lnTo>
                      <a:pt x="539" y="221"/>
                    </a:lnTo>
                    <a:lnTo>
                      <a:pt x="539" y="218"/>
                    </a:lnTo>
                    <a:lnTo>
                      <a:pt x="537" y="218"/>
                    </a:lnTo>
                    <a:lnTo>
                      <a:pt x="537" y="218"/>
                    </a:lnTo>
                    <a:lnTo>
                      <a:pt x="539" y="218"/>
                    </a:lnTo>
                    <a:lnTo>
                      <a:pt x="539" y="216"/>
                    </a:lnTo>
                    <a:lnTo>
                      <a:pt x="539" y="216"/>
                    </a:lnTo>
                    <a:lnTo>
                      <a:pt x="539" y="216"/>
                    </a:lnTo>
                    <a:lnTo>
                      <a:pt x="539" y="216"/>
                    </a:lnTo>
                    <a:lnTo>
                      <a:pt x="539" y="216"/>
                    </a:lnTo>
                    <a:lnTo>
                      <a:pt x="542" y="216"/>
                    </a:lnTo>
                    <a:lnTo>
                      <a:pt x="542" y="216"/>
                    </a:lnTo>
                    <a:lnTo>
                      <a:pt x="544" y="216"/>
                    </a:lnTo>
                    <a:lnTo>
                      <a:pt x="544" y="216"/>
                    </a:lnTo>
                    <a:lnTo>
                      <a:pt x="544" y="216"/>
                    </a:lnTo>
                    <a:lnTo>
                      <a:pt x="546" y="216"/>
                    </a:lnTo>
                    <a:lnTo>
                      <a:pt x="546" y="216"/>
                    </a:lnTo>
                    <a:lnTo>
                      <a:pt x="546" y="216"/>
                    </a:lnTo>
                    <a:lnTo>
                      <a:pt x="546" y="214"/>
                    </a:lnTo>
                    <a:lnTo>
                      <a:pt x="549" y="214"/>
                    </a:lnTo>
                    <a:lnTo>
                      <a:pt x="549" y="214"/>
                    </a:lnTo>
                    <a:lnTo>
                      <a:pt x="551" y="214"/>
                    </a:lnTo>
                    <a:lnTo>
                      <a:pt x="551" y="214"/>
                    </a:lnTo>
                    <a:lnTo>
                      <a:pt x="551" y="214"/>
                    </a:lnTo>
                    <a:lnTo>
                      <a:pt x="551" y="214"/>
                    </a:lnTo>
                    <a:lnTo>
                      <a:pt x="554" y="214"/>
                    </a:lnTo>
                    <a:lnTo>
                      <a:pt x="554" y="211"/>
                    </a:lnTo>
                    <a:lnTo>
                      <a:pt x="554" y="211"/>
                    </a:lnTo>
                    <a:lnTo>
                      <a:pt x="554" y="211"/>
                    </a:lnTo>
                    <a:lnTo>
                      <a:pt x="554" y="211"/>
                    </a:lnTo>
                    <a:lnTo>
                      <a:pt x="556" y="211"/>
                    </a:lnTo>
                    <a:lnTo>
                      <a:pt x="556" y="209"/>
                    </a:lnTo>
                    <a:lnTo>
                      <a:pt x="556" y="209"/>
                    </a:lnTo>
                    <a:lnTo>
                      <a:pt x="556" y="207"/>
                    </a:lnTo>
                    <a:lnTo>
                      <a:pt x="556" y="207"/>
                    </a:lnTo>
                    <a:lnTo>
                      <a:pt x="556" y="207"/>
                    </a:lnTo>
                    <a:lnTo>
                      <a:pt x="556" y="207"/>
                    </a:lnTo>
                    <a:lnTo>
                      <a:pt x="558" y="207"/>
                    </a:lnTo>
                    <a:lnTo>
                      <a:pt x="558" y="207"/>
                    </a:lnTo>
                    <a:lnTo>
                      <a:pt x="558" y="207"/>
                    </a:lnTo>
                    <a:lnTo>
                      <a:pt x="558" y="204"/>
                    </a:lnTo>
                    <a:lnTo>
                      <a:pt x="558" y="204"/>
                    </a:lnTo>
                    <a:lnTo>
                      <a:pt x="558" y="204"/>
                    </a:lnTo>
                    <a:lnTo>
                      <a:pt x="561" y="204"/>
                    </a:lnTo>
                    <a:lnTo>
                      <a:pt x="561" y="204"/>
                    </a:lnTo>
                    <a:lnTo>
                      <a:pt x="561" y="204"/>
                    </a:lnTo>
                    <a:lnTo>
                      <a:pt x="561" y="204"/>
                    </a:lnTo>
                    <a:lnTo>
                      <a:pt x="561" y="202"/>
                    </a:lnTo>
                    <a:lnTo>
                      <a:pt x="563" y="202"/>
                    </a:lnTo>
                    <a:lnTo>
                      <a:pt x="563" y="202"/>
                    </a:lnTo>
                    <a:lnTo>
                      <a:pt x="563" y="202"/>
                    </a:lnTo>
                    <a:lnTo>
                      <a:pt x="565" y="202"/>
                    </a:lnTo>
                    <a:lnTo>
                      <a:pt x="565" y="202"/>
                    </a:lnTo>
                    <a:lnTo>
                      <a:pt x="565" y="202"/>
                    </a:lnTo>
                    <a:lnTo>
                      <a:pt x="565" y="199"/>
                    </a:lnTo>
                    <a:lnTo>
                      <a:pt x="568" y="199"/>
                    </a:lnTo>
                    <a:lnTo>
                      <a:pt x="568" y="199"/>
                    </a:lnTo>
                    <a:lnTo>
                      <a:pt x="568" y="199"/>
                    </a:lnTo>
                    <a:lnTo>
                      <a:pt x="568" y="199"/>
                    </a:lnTo>
                    <a:lnTo>
                      <a:pt x="570" y="199"/>
                    </a:lnTo>
                    <a:lnTo>
                      <a:pt x="570" y="199"/>
                    </a:lnTo>
                    <a:lnTo>
                      <a:pt x="570" y="199"/>
                    </a:lnTo>
                    <a:lnTo>
                      <a:pt x="570" y="202"/>
                    </a:lnTo>
                    <a:lnTo>
                      <a:pt x="573" y="202"/>
                    </a:lnTo>
                    <a:lnTo>
                      <a:pt x="573" y="202"/>
                    </a:lnTo>
                    <a:lnTo>
                      <a:pt x="573" y="202"/>
                    </a:lnTo>
                    <a:lnTo>
                      <a:pt x="573" y="202"/>
                    </a:lnTo>
                    <a:lnTo>
                      <a:pt x="575" y="202"/>
                    </a:lnTo>
                    <a:lnTo>
                      <a:pt x="575" y="202"/>
                    </a:lnTo>
                    <a:lnTo>
                      <a:pt x="575" y="202"/>
                    </a:lnTo>
                    <a:lnTo>
                      <a:pt x="577" y="202"/>
                    </a:lnTo>
                    <a:lnTo>
                      <a:pt x="577" y="202"/>
                    </a:lnTo>
                    <a:lnTo>
                      <a:pt x="577" y="204"/>
                    </a:lnTo>
                    <a:lnTo>
                      <a:pt x="580" y="204"/>
                    </a:lnTo>
                    <a:lnTo>
                      <a:pt x="580" y="204"/>
                    </a:lnTo>
                    <a:lnTo>
                      <a:pt x="580" y="204"/>
                    </a:lnTo>
                    <a:lnTo>
                      <a:pt x="580" y="204"/>
                    </a:lnTo>
                    <a:lnTo>
                      <a:pt x="580" y="204"/>
                    </a:lnTo>
                    <a:lnTo>
                      <a:pt x="580" y="204"/>
                    </a:lnTo>
                    <a:lnTo>
                      <a:pt x="582" y="204"/>
                    </a:lnTo>
                    <a:lnTo>
                      <a:pt x="582" y="204"/>
                    </a:lnTo>
                    <a:lnTo>
                      <a:pt x="582" y="204"/>
                    </a:lnTo>
                    <a:lnTo>
                      <a:pt x="584" y="204"/>
                    </a:lnTo>
                    <a:lnTo>
                      <a:pt x="584" y="204"/>
                    </a:lnTo>
                    <a:lnTo>
                      <a:pt x="584" y="204"/>
                    </a:lnTo>
                    <a:lnTo>
                      <a:pt x="584" y="202"/>
                    </a:lnTo>
                    <a:lnTo>
                      <a:pt x="587" y="202"/>
                    </a:lnTo>
                    <a:lnTo>
                      <a:pt x="587" y="204"/>
                    </a:lnTo>
                    <a:lnTo>
                      <a:pt x="587" y="204"/>
                    </a:lnTo>
                    <a:lnTo>
                      <a:pt x="587" y="202"/>
                    </a:lnTo>
                    <a:lnTo>
                      <a:pt x="587" y="202"/>
                    </a:lnTo>
                    <a:lnTo>
                      <a:pt x="589" y="202"/>
                    </a:lnTo>
                    <a:lnTo>
                      <a:pt x="589" y="202"/>
                    </a:lnTo>
                    <a:lnTo>
                      <a:pt x="589" y="202"/>
                    </a:lnTo>
                    <a:lnTo>
                      <a:pt x="591" y="202"/>
                    </a:lnTo>
                    <a:lnTo>
                      <a:pt x="591" y="202"/>
                    </a:lnTo>
                    <a:lnTo>
                      <a:pt x="591" y="202"/>
                    </a:lnTo>
                    <a:lnTo>
                      <a:pt x="591" y="199"/>
                    </a:lnTo>
                    <a:lnTo>
                      <a:pt x="591" y="199"/>
                    </a:lnTo>
                    <a:lnTo>
                      <a:pt x="591" y="197"/>
                    </a:lnTo>
                    <a:lnTo>
                      <a:pt x="594" y="197"/>
                    </a:lnTo>
                    <a:lnTo>
                      <a:pt x="594" y="197"/>
                    </a:lnTo>
                    <a:lnTo>
                      <a:pt x="594" y="197"/>
                    </a:lnTo>
                    <a:lnTo>
                      <a:pt x="596" y="197"/>
                    </a:lnTo>
                    <a:lnTo>
                      <a:pt x="596" y="197"/>
                    </a:lnTo>
                    <a:lnTo>
                      <a:pt x="596" y="197"/>
                    </a:lnTo>
                    <a:lnTo>
                      <a:pt x="599" y="197"/>
                    </a:lnTo>
                    <a:lnTo>
                      <a:pt x="599" y="195"/>
                    </a:lnTo>
                    <a:lnTo>
                      <a:pt x="599" y="195"/>
                    </a:lnTo>
                    <a:lnTo>
                      <a:pt x="599" y="195"/>
                    </a:lnTo>
                    <a:lnTo>
                      <a:pt x="599" y="195"/>
                    </a:lnTo>
                    <a:lnTo>
                      <a:pt x="601" y="195"/>
                    </a:lnTo>
                    <a:lnTo>
                      <a:pt x="601" y="195"/>
                    </a:lnTo>
                    <a:lnTo>
                      <a:pt x="601" y="195"/>
                    </a:lnTo>
                    <a:lnTo>
                      <a:pt x="601" y="197"/>
                    </a:lnTo>
                    <a:lnTo>
                      <a:pt x="601" y="197"/>
                    </a:lnTo>
                    <a:lnTo>
                      <a:pt x="601" y="197"/>
                    </a:lnTo>
                    <a:lnTo>
                      <a:pt x="601" y="199"/>
                    </a:lnTo>
                    <a:lnTo>
                      <a:pt x="601" y="199"/>
                    </a:lnTo>
                    <a:lnTo>
                      <a:pt x="603" y="199"/>
                    </a:lnTo>
                    <a:lnTo>
                      <a:pt x="603" y="199"/>
                    </a:lnTo>
                    <a:lnTo>
                      <a:pt x="606" y="199"/>
                    </a:lnTo>
                    <a:lnTo>
                      <a:pt x="606" y="199"/>
                    </a:lnTo>
                    <a:lnTo>
                      <a:pt x="606" y="199"/>
                    </a:lnTo>
                    <a:lnTo>
                      <a:pt x="606" y="199"/>
                    </a:lnTo>
                    <a:lnTo>
                      <a:pt x="606" y="202"/>
                    </a:lnTo>
                    <a:lnTo>
                      <a:pt x="606" y="202"/>
                    </a:lnTo>
                    <a:lnTo>
                      <a:pt x="606" y="202"/>
                    </a:lnTo>
                    <a:lnTo>
                      <a:pt x="603" y="202"/>
                    </a:lnTo>
                    <a:lnTo>
                      <a:pt x="603" y="202"/>
                    </a:lnTo>
                    <a:lnTo>
                      <a:pt x="603" y="204"/>
                    </a:lnTo>
                    <a:lnTo>
                      <a:pt x="601" y="204"/>
                    </a:lnTo>
                    <a:lnTo>
                      <a:pt x="601" y="204"/>
                    </a:lnTo>
                    <a:lnTo>
                      <a:pt x="601" y="204"/>
                    </a:lnTo>
                    <a:lnTo>
                      <a:pt x="601" y="204"/>
                    </a:lnTo>
                    <a:lnTo>
                      <a:pt x="601" y="207"/>
                    </a:lnTo>
                    <a:lnTo>
                      <a:pt x="601" y="207"/>
                    </a:lnTo>
                    <a:lnTo>
                      <a:pt x="601" y="209"/>
                    </a:lnTo>
                    <a:lnTo>
                      <a:pt x="601" y="209"/>
                    </a:lnTo>
                    <a:lnTo>
                      <a:pt x="603" y="209"/>
                    </a:lnTo>
                    <a:lnTo>
                      <a:pt x="603" y="207"/>
                    </a:lnTo>
                    <a:lnTo>
                      <a:pt x="603" y="207"/>
                    </a:lnTo>
                    <a:lnTo>
                      <a:pt x="603" y="207"/>
                    </a:lnTo>
                    <a:lnTo>
                      <a:pt x="606" y="207"/>
                    </a:lnTo>
                    <a:lnTo>
                      <a:pt x="606" y="204"/>
                    </a:lnTo>
                    <a:lnTo>
                      <a:pt x="606" y="204"/>
                    </a:lnTo>
                    <a:lnTo>
                      <a:pt x="606" y="204"/>
                    </a:lnTo>
                    <a:lnTo>
                      <a:pt x="608" y="204"/>
                    </a:lnTo>
                    <a:lnTo>
                      <a:pt x="608" y="204"/>
                    </a:lnTo>
                    <a:lnTo>
                      <a:pt x="608" y="207"/>
                    </a:lnTo>
                    <a:lnTo>
                      <a:pt x="608" y="207"/>
                    </a:lnTo>
                    <a:lnTo>
                      <a:pt x="608" y="207"/>
                    </a:lnTo>
                    <a:lnTo>
                      <a:pt x="608" y="209"/>
                    </a:lnTo>
                    <a:lnTo>
                      <a:pt x="608" y="209"/>
                    </a:lnTo>
                    <a:lnTo>
                      <a:pt x="608" y="211"/>
                    </a:lnTo>
                    <a:lnTo>
                      <a:pt x="610" y="211"/>
                    </a:lnTo>
                    <a:lnTo>
                      <a:pt x="610" y="211"/>
                    </a:lnTo>
                    <a:lnTo>
                      <a:pt x="610" y="211"/>
                    </a:lnTo>
                    <a:lnTo>
                      <a:pt x="610" y="214"/>
                    </a:lnTo>
                    <a:lnTo>
                      <a:pt x="610" y="214"/>
                    </a:lnTo>
                    <a:lnTo>
                      <a:pt x="610" y="214"/>
                    </a:lnTo>
                    <a:lnTo>
                      <a:pt x="608" y="214"/>
                    </a:lnTo>
                    <a:lnTo>
                      <a:pt x="608" y="214"/>
                    </a:lnTo>
                    <a:lnTo>
                      <a:pt x="608" y="216"/>
                    </a:lnTo>
                    <a:lnTo>
                      <a:pt x="608" y="216"/>
                    </a:lnTo>
                    <a:lnTo>
                      <a:pt x="608" y="216"/>
                    </a:lnTo>
                    <a:lnTo>
                      <a:pt x="608" y="216"/>
                    </a:lnTo>
                    <a:lnTo>
                      <a:pt x="606" y="216"/>
                    </a:lnTo>
                    <a:lnTo>
                      <a:pt x="606" y="218"/>
                    </a:lnTo>
                    <a:lnTo>
                      <a:pt x="606" y="218"/>
                    </a:lnTo>
                    <a:lnTo>
                      <a:pt x="606" y="218"/>
                    </a:lnTo>
                    <a:lnTo>
                      <a:pt x="606" y="218"/>
                    </a:lnTo>
                    <a:lnTo>
                      <a:pt x="606" y="218"/>
                    </a:lnTo>
                    <a:lnTo>
                      <a:pt x="606" y="221"/>
                    </a:lnTo>
                    <a:lnTo>
                      <a:pt x="606" y="221"/>
                    </a:lnTo>
                    <a:lnTo>
                      <a:pt x="603" y="221"/>
                    </a:lnTo>
                    <a:lnTo>
                      <a:pt x="603" y="221"/>
                    </a:lnTo>
                    <a:lnTo>
                      <a:pt x="603" y="223"/>
                    </a:lnTo>
                    <a:lnTo>
                      <a:pt x="606" y="223"/>
                    </a:lnTo>
                    <a:lnTo>
                      <a:pt x="606" y="223"/>
                    </a:lnTo>
                    <a:lnTo>
                      <a:pt x="606" y="223"/>
                    </a:lnTo>
                    <a:lnTo>
                      <a:pt x="606" y="223"/>
                    </a:lnTo>
                    <a:lnTo>
                      <a:pt x="606" y="223"/>
                    </a:lnTo>
                    <a:lnTo>
                      <a:pt x="608" y="223"/>
                    </a:lnTo>
                    <a:lnTo>
                      <a:pt x="608" y="221"/>
                    </a:lnTo>
                    <a:lnTo>
                      <a:pt x="608" y="221"/>
                    </a:lnTo>
                    <a:lnTo>
                      <a:pt x="608" y="221"/>
                    </a:lnTo>
                    <a:lnTo>
                      <a:pt x="608" y="221"/>
                    </a:lnTo>
                    <a:lnTo>
                      <a:pt x="610" y="221"/>
                    </a:lnTo>
                    <a:lnTo>
                      <a:pt x="610" y="221"/>
                    </a:lnTo>
                    <a:lnTo>
                      <a:pt x="613" y="221"/>
                    </a:lnTo>
                    <a:lnTo>
                      <a:pt x="613" y="221"/>
                    </a:lnTo>
                    <a:lnTo>
                      <a:pt x="613" y="221"/>
                    </a:lnTo>
                    <a:lnTo>
                      <a:pt x="613" y="221"/>
                    </a:lnTo>
                    <a:lnTo>
                      <a:pt x="613" y="223"/>
                    </a:lnTo>
                    <a:lnTo>
                      <a:pt x="615" y="223"/>
                    </a:lnTo>
                    <a:lnTo>
                      <a:pt x="615" y="223"/>
                    </a:lnTo>
                    <a:lnTo>
                      <a:pt x="617" y="223"/>
                    </a:lnTo>
                    <a:lnTo>
                      <a:pt x="617" y="223"/>
                    </a:lnTo>
                    <a:lnTo>
                      <a:pt x="617" y="223"/>
                    </a:lnTo>
                    <a:lnTo>
                      <a:pt x="617" y="223"/>
                    </a:lnTo>
                    <a:lnTo>
                      <a:pt x="620" y="223"/>
                    </a:lnTo>
                    <a:lnTo>
                      <a:pt x="620" y="223"/>
                    </a:lnTo>
                    <a:lnTo>
                      <a:pt x="620" y="223"/>
                    </a:lnTo>
                    <a:lnTo>
                      <a:pt x="620" y="223"/>
                    </a:lnTo>
                    <a:lnTo>
                      <a:pt x="622" y="223"/>
                    </a:lnTo>
                    <a:lnTo>
                      <a:pt x="622" y="223"/>
                    </a:lnTo>
                    <a:lnTo>
                      <a:pt x="622" y="223"/>
                    </a:lnTo>
                    <a:lnTo>
                      <a:pt x="625" y="223"/>
                    </a:lnTo>
                    <a:lnTo>
                      <a:pt x="625" y="225"/>
                    </a:lnTo>
                    <a:lnTo>
                      <a:pt x="625" y="225"/>
                    </a:lnTo>
                    <a:lnTo>
                      <a:pt x="625" y="225"/>
                    </a:lnTo>
                    <a:lnTo>
                      <a:pt x="625" y="225"/>
                    </a:lnTo>
                    <a:lnTo>
                      <a:pt x="625" y="225"/>
                    </a:lnTo>
                    <a:lnTo>
                      <a:pt x="627" y="225"/>
                    </a:lnTo>
                    <a:lnTo>
                      <a:pt x="627" y="225"/>
                    </a:lnTo>
                    <a:lnTo>
                      <a:pt x="627" y="228"/>
                    </a:lnTo>
                    <a:lnTo>
                      <a:pt x="627" y="228"/>
                    </a:lnTo>
                    <a:lnTo>
                      <a:pt x="627" y="228"/>
                    </a:lnTo>
                    <a:lnTo>
                      <a:pt x="627" y="230"/>
                    </a:lnTo>
                    <a:lnTo>
                      <a:pt x="627" y="230"/>
                    </a:lnTo>
                    <a:lnTo>
                      <a:pt x="627" y="230"/>
                    </a:lnTo>
                    <a:lnTo>
                      <a:pt x="627" y="233"/>
                    </a:lnTo>
                    <a:lnTo>
                      <a:pt x="627" y="233"/>
                    </a:lnTo>
                    <a:lnTo>
                      <a:pt x="627" y="235"/>
                    </a:lnTo>
                    <a:lnTo>
                      <a:pt x="627" y="235"/>
                    </a:lnTo>
                    <a:lnTo>
                      <a:pt x="627" y="235"/>
                    </a:lnTo>
                    <a:lnTo>
                      <a:pt x="627" y="235"/>
                    </a:lnTo>
                    <a:lnTo>
                      <a:pt x="625" y="235"/>
                    </a:lnTo>
                    <a:lnTo>
                      <a:pt x="625" y="235"/>
                    </a:lnTo>
                    <a:lnTo>
                      <a:pt x="625" y="235"/>
                    </a:lnTo>
                    <a:lnTo>
                      <a:pt x="625" y="235"/>
                    </a:lnTo>
                    <a:lnTo>
                      <a:pt x="625" y="235"/>
                    </a:lnTo>
                    <a:lnTo>
                      <a:pt x="622" y="235"/>
                    </a:lnTo>
                    <a:lnTo>
                      <a:pt x="622" y="237"/>
                    </a:lnTo>
                    <a:lnTo>
                      <a:pt x="622" y="237"/>
                    </a:lnTo>
                    <a:lnTo>
                      <a:pt x="620" y="237"/>
                    </a:lnTo>
                    <a:lnTo>
                      <a:pt x="620" y="237"/>
                    </a:lnTo>
                    <a:lnTo>
                      <a:pt x="620" y="237"/>
                    </a:lnTo>
                    <a:lnTo>
                      <a:pt x="620" y="237"/>
                    </a:lnTo>
                    <a:lnTo>
                      <a:pt x="620" y="240"/>
                    </a:lnTo>
                    <a:lnTo>
                      <a:pt x="620" y="240"/>
                    </a:lnTo>
                    <a:lnTo>
                      <a:pt x="617" y="240"/>
                    </a:lnTo>
                    <a:lnTo>
                      <a:pt x="617" y="240"/>
                    </a:lnTo>
                    <a:lnTo>
                      <a:pt x="617" y="242"/>
                    </a:lnTo>
                    <a:lnTo>
                      <a:pt x="617" y="242"/>
                    </a:lnTo>
                    <a:lnTo>
                      <a:pt x="617" y="242"/>
                    </a:lnTo>
                    <a:lnTo>
                      <a:pt x="617" y="242"/>
                    </a:lnTo>
                    <a:lnTo>
                      <a:pt x="617" y="244"/>
                    </a:lnTo>
                    <a:lnTo>
                      <a:pt x="617" y="244"/>
                    </a:lnTo>
                    <a:lnTo>
                      <a:pt x="617" y="244"/>
                    </a:lnTo>
                    <a:lnTo>
                      <a:pt x="617" y="247"/>
                    </a:lnTo>
                    <a:lnTo>
                      <a:pt x="617" y="247"/>
                    </a:lnTo>
                    <a:lnTo>
                      <a:pt x="617" y="247"/>
                    </a:lnTo>
                    <a:lnTo>
                      <a:pt x="617" y="249"/>
                    </a:lnTo>
                    <a:lnTo>
                      <a:pt x="620" y="249"/>
                    </a:lnTo>
                    <a:lnTo>
                      <a:pt x="620" y="249"/>
                    </a:lnTo>
                    <a:lnTo>
                      <a:pt x="620" y="249"/>
                    </a:lnTo>
                    <a:lnTo>
                      <a:pt x="620" y="252"/>
                    </a:lnTo>
                    <a:lnTo>
                      <a:pt x="620" y="252"/>
                    </a:lnTo>
                    <a:lnTo>
                      <a:pt x="620" y="252"/>
                    </a:lnTo>
                    <a:lnTo>
                      <a:pt x="622" y="252"/>
                    </a:lnTo>
                    <a:lnTo>
                      <a:pt x="622" y="254"/>
                    </a:lnTo>
                    <a:lnTo>
                      <a:pt x="622" y="254"/>
                    </a:lnTo>
                    <a:lnTo>
                      <a:pt x="622" y="254"/>
                    </a:lnTo>
                    <a:lnTo>
                      <a:pt x="622" y="254"/>
                    </a:lnTo>
                    <a:lnTo>
                      <a:pt x="622" y="254"/>
                    </a:lnTo>
                    <a:lnTo>
                      <a:pt x="620" y="254"/>
                    </a:lnTo>
                    <a:lnTo>
                      <a:pt x="620" y="254"/>
                    </a:lnTo>
                    <a:lnTo>
                      <a:pt x="620" y="254"/>
                    </a:lnTo>
                    <a:lnTo>
                      <a:pt x="620" y="254"/>
                    </a:lnTo>
                    <a:lnTo>
                      <a:pt x="617" y="254"/>
                    </a:lnTo>
                    <a:lnTo>
                      <a:pt x="617" y="254"/>
                    </a:lnTo>
                    <a:lnTo>
                      <a:pt x="617" y="254"/>
                    </a:lnTo>
                    <a:lnTo>
                      <a:pt x="617" y="254"/>
                    </a:lnTo>
                    <a:lnTo>
                      <a:pt x="617" y="252"/>
                    </a:lnTo>
                    <a:lnTo>
                      <a:pt x="617" y="252"/>
                    </a:lnTo>
                    <a:lnTo>
                      <a:pt x="615" y="252"/>
                    </a:lnTo>
                    <a:lnTo>
                      <a:pt x="615" y="249"/>
                    </a:lnTo>
                    <a:lnTo>
                      <a:pt x="615" y="249"/>
                    </a:lnTo>
                    <a:lnTo>
                      <a:pt x="615" y="249"/>
                    </a:lnTo>
                    <a:lnTo>
                      <a:pt x="613" y="249"/>
                    </a:lnTo>
                    <a:lnTo>
                      <a:pt x="613" y="247"/>
                    </a:lnTo>
                    <a:lnTo>
                      <a:pt x="613" y="247"/>
                    </a:lnTo>
                    <a:lnTo>
                      <a:pt x="613" y="249"/>
                    </a:lnTo>
                    <a:lnTo>
                      <a:pt x="613" y="249"/>
                    </a:lnTo>
                    <a:lnTo>
                      <a:pt x="610" y="249"/>
                    </a:lnTo>
                    <a:lnTo>
                      <a:pt x="610" y="249"/>
                    </a:lnTo>
                    <a:lnTo>
                      <a:pt x="610" y="249"/>
                    </a:lnTo>
                    <a:lnTo>
                      <a:pt x="608" y="249"/>
                    </a:lnTo>
                    <a:lnTo>
                      <a:pt x="608" y="249"/>
                    </a:lnTo>
                    <a:lnTo>
                      <a:pt x="608" y="249"/>
                    </a:lnTo>
                    <a:lnTo>
                      <a:pt x="606" y="249"/>
                    </a:lnTo>
                    <a:lnTo>
                      <a:pt x="606" y="249"/>
                    </a:lnTo>
                    <a:lnTo>
                      <a:pt x="606" y="249"/>
                    </a:lnTo>
                    <a:lnTo>
                      <a:pt x="603" y="249"/>
                    </a:lnTo>
                    <a:lnTo>
                      <a:pt x="603" y="249"/>
                    </a:lnTo>
                    <a:lnTo>
                      <a:pt x="601" y="249"/>
                    </a:lnTo>
                    <a:lnTo>
                      <a:pt x="601" y="252"/>
                    </a:lnTo>
                    <a:lnTo>
                      <a:pt x="601" y="252"/>
                    </a:lnTo>
                    <a:lnTo>
                      <a:pt x="601" y="252"/>
                    </a:lnTo>
                    <a:lnTo>
                      <a:pt x="601" y="252"/>
                    </a:lnTo>
                    <a:lnTo>
                      <a:pt x="599" y="252"/>
                    </a:lnTo>
                    <a:lnTo>
                      <a:pt x="599" y="252"/>
                    </a:lnTo>
                    <a:lnTo>
                      <a:pt x="599" y="254"/>
                    </a:lnTo>
                    <a:lnTo>
                      <a:pt x="599" y="254"/>
                    </a:lnTo>
                    <a:lnTo>
                      <a:pt x="599" y="254"/>
                    </a:lnTo>
                    <a:lnTo>
                      <a:pt x="596" y="254"/>
                    </a:lnTo>
                    <a:lnTo>
                      <a:pt x="596" y="254"/>
                    </a:lnTo>
                    <a:lnTo>
                      <a:pt x="596" y="256"/>
                    </a:lnTo>
                    <a:lnTo>
                      <a:pt x="596" y="256"/>
                    </a:lnTo>
                    <a:lnTo>
                      <a:pt x="594" y="256"/>
                    </a:lnTo>
                    <a:lnTo>
                      <a:pt x="594" y="256"/>
                    </a:lnTo>
                    <a:lnTo>
                      <a:pt x="594" y="256"/>
                    </a:lnTo>
                    <a:lnTo>
                      <a:pt x="594" y="256"/>
                    </a:lnTo>
                    <a:lnTo>
                      <a:pt x="594" y="259"/>
                    </a:lnTo>
                    <a:lnTo>
                      <a:pt x="591" y="259"/>
                    </a:lnTo>
                    <a:lnTo>
                      <a:pt x="591" y="259"/>
                    </a:lnTo>
                    <a:lnTo>
                      <a:pt x="591" y="261"/>
                    </a:lnTo>
                    <a:lnTo>
                      <a:pt x="591" y="261"/>
                    </a:lnTo>
                    <a:lnTo>
                      <a:pt x="591" y="261"/>
                    </a:lnTo>
                    <a:lnTo>
                      <a:pt x="589" y="261"/>
                    </a:lnTo>
                    <a:lnTo>
                      <a:pt x="589" y="261"/>
                    </a:lnTo>
                    <a:lnTo>
                      <a:pt x="589" y="261"/>
                    </a:lnTo>
                    <a:lnTo>
                      <a:pt x="587" y="261"/>
                    </a:lnTo>
                    <a:lnTo>
                      <a:pt x="587" y="261"/>
                    </a:lnTo>
                    <a:lnTo>
                      <a:pt x="587" y="263"/>
                    </a:lnTo>
                    <a:lnTo>
                      <a:pt x="587" y="263"/>
                    </a:lnTo>
                    <a:lnTo>
                      <a:pt x="587" y="263"/>
                    </a:lnTo>
                    <a:lnTo>
                      <a:pt x="587" y="263"/>
                    </a:lnTo>
                    <a:lnTo>
                      <a:pt x="584" y="263"/>
                    </a:lnTo>
                    <a:lnTo>
                      <a:pt x="584" y="263"/>
                    </a:lnTo>
                    <a:lnTo>
                      <a:pt x="584" y="266"/>
                    </a:lnTo>
                    <a:lnTo>
                      <a:pt x="584" y="266"/>
                    </a:lnTo>
                    <a:lnTo>
                      <a:pt x="582" y="266"/>
                    </a:lnTo>
                    <a:lnTo>
                      <a:pt x="582" y="266"/>
                    </a:lnTo>
                    <a:lnTo>
                      <a:pt x="580" y="266"/>
                    </a:lnTo>
                    <a:lnTo>
                      <a:pt x="580" y="266"/>
                    </a:lnTo>
                    <a:lnTo>
                      <a:pt x="580" y="266"/>
                    </a:lnTo>
                    <a:lnTo>
                      <a:pt x="580" y="266"/>
                    </a:lnTo>
                    <a:lnTo>
                      <a:pt x="580" y="268"/>
                    </a:lnTo>
                    <a:lnTo>
                      <a:pt x="580" y="268"/>
                    </a:lnTo>
                    <a:lnTo>
                      <a:pt x="577" y="268"/>
                    </a:lnTo>
                    <a:lnTo>
                      <a:pt x="577" y="270"/>
                    </a:lnTo>
                    <a:lnTo>
                      <a:pt x="577" y="270"/>
                    </a:lnTo>
                    <a:lnTo>
                      <a:pt x="577" y="270"/>
                    </a:lnTo>
                    <a:lnTo>
                      <a:pt x="577" y="270"/>
                    </a:lnTo>
                    <a:lnTo>
                      <a:pt x="577" y="273"/>
                    </a:lnTo>
                    <a:lnTo>
                      <a:pt x="577" y="273"/>
                    </a:lnTo>
                    <a:lnTo>
                      <a:pt x="577" y="275"/>
                    </a:lnTo>
                    <a:lnTo>
                      <a:pt x="577" y="275"/>
                    </a:lnTo>
                    <a:lnTo>
                      <a:pt x="577" y="275"/>
                    </a:lnTo>
                    <a:lnTo>
                      <a:pt x="580" y="275"/>
                    </a:lnTo>
                    <a:lnTo>
                      <a:pt x="580" y="278"/>
                    </a:lnTo>
                    <a:lnTo>
                      <a:pt x="577" y="278"/>
                    </a:lnTo>
                    <a:lnTo>
                      <a:pt x="577" y="278"/>
                    </a:lnTo>
                    <a:lnTo>
                      <a:pt x="577" y="280"/>
                    </a:lnTo>
                    <a:lnTo>
                      <a:pt x="580" y="280"/>
                    </a:lnTo>
                    <a:lnTo>
                      <a:pt x="580" y="280"/>
                    </a:lnTo>
                    <a:lnTo>
                      <a:pt x="580" y="282"/>
                    </a:lnTo>
                    <a:lnTo>
                      <a:pt x="580" y="282"/>
                    </a:lnTo>
                    <a:lnTo>
                      <a:pt x="577" y="282"/>
                    </a:lnTo>
                    <a:lnTo>
                      <a:pt x="577" y="285"/>
                    </a:lnTo>
                    <a:lnTo>
                      <a:pt x="577" y="285"/>
                    </a:lnTo>
                    <a:lnTo>
                      <a:pt x="575" y="285"/>
                    </a:lnTo>
                    <a:lnTo>
                      <a:pt x="575" y="285"/>
                    </a:lnTo>
                    <a:lnTo>
                      <a:pt x="575" y="285"/>
                    </a:lnTo>
                    <a:lnTo>
                      <a:pt x="575" y="287"/>
                    </a:lnTo>
                    <a:lnTo>
                      <a:pt x="577" y="287"/>
                    </a:lnTo>
                    <a:lnTo>
                      <a:pt x="577" y="287"/>
                    </a:lnTo>
                    <a:lnTo>
                      <a:pt x="577" y="289"/>
                    </a:lnTo>
                    <a:lnTo>
                      <a:pt x="575" y="289"/>
                    </a:lnTo>
                    <a:lnTo>
                      <a:pt x="575" y="289"/>
                    </a:lnTo>
                    <a:lnTo>
                      <a:pt x="575" y="289"/>
                    </a:lnTo>
                    <a:lnTo>
                      <a:pt x="575" y="292"/>
                    </a:lnTo>
                    <a:lnTo>
                      <a:pt x="575" y="292"/>
                    </a:lnTo>
                    <a:lnTo>
                      <a:pt x="575" y="292"/>
                    </a:lnTo>
                    <a:lnTo>
                      <a:pt x="573" y="292"/>
                    </a:lnTo>
                    <a:lnTo>
                      <a:pt x="573" y="294"/>
                    </a:lnTo>
                    <a:lnTo>
                      <a:pt x="573" y="294"/>
                    </a:lnTo>
                    <a:lnTo>
                      <a:pt x="573" y="294"/>
                    </a:lnTo>
                    <a:lnTo>
                      <a:pt x="573" y="294"/>
                    </a:lnTo>
                    <a:lnTo>
                      <a:pt x="573" y="294"/>
                    </a:lnTo>
                    <a:lnTo>
                      <a:pt x="570" y="294"/>
                    </a:lnTo>
                    <a:lnTo>
                      <a:pt x="570" y="294"/>
                    </a:lnTo>
                    <a:lnTo>
                      <a:pt x="570" y="297"/>
                    </a:lnTo>
                    <a:lnTo>
                      <a:pt x="568" y="297"/>
                    </a:lnTo>
                    <a:lnTo>
                      <a:pt x="568" y="297"/>
                    </a:lnTo>
                    <a:lnTo>
                      <a:pt x="568" y="297"/>
                    </a:lnTo>
                    <a:lnTo>
                      <a:pt x="568" y="299"/>
                    </a:lnTo>
                    <a:lnTo>
                      <a:pt x="568" y="299"/>
                    </a:lnTo>
                    <a:lnTo>
                      <a:pt x="568" y="301"/>
                    </a:lnTo>
                    <a:lnTo>
                      <a:pt x="568" y="301"/>
                    </a:lnTo>
                    <a:lnTo>
                      <a:pt x="568" y="301"/>
                    </a:lnTo>
                    <a:lnTo>
                      <a:pt x="568" y="304"/>
                    </a:lnTo>
                    <a:lnTo>
                      <a:pt x="568" y="304"/>
                    </a:lnTo>
                    <a:lnTo>
                      <a:pt x="568" y="304"/>
                    </a:lnTo>
                    <a:lnTo>
                      <a:pt x="568" y="304"/>
                    </a:lnTo>
                    <a:lnTo>
                      <a:pt x="570" y="304"/>
                    </a:lnTo>
                    <a:lnTo>
                      <a:pt x="570" y="304"/>
                    </a:lnTo>
                    <a:lnTo>
                      <a:pt x="570" y="304"/>
                    </a:lnTo>
                    <a:lnTo>
                      <a:pt x="570" y="306"/>
                    </a:lnTo>
                    <a:lnTo>
                      <a:pt x="570" y="306"/>
                    </a:lnTo>
                    <a:lnTo>
                      <a:pt x="570" y="308"/>
                    </a:lnTo>
                    <a:lnTo>
                      <a:pt x="570" y="308"/>
                    </a:lnTo>
                    <a:lnTo>
                      <a:pt x="570" y="308"/>
                    </a:lnTo>
                    <a:lnTo>
                      <a:pt x="570" y="311"/>
                    </a:lnTo>
                    <a:lnTo>
                      <a:pt x="568" y="311"/>
                    </a:lnTo>
                    <a:lnTo>
                      <a:pt x="568" y="311"/>
                    </a:lnTo>
                    <a:lnTo>
                      <a:pt x="568" y="313"/>
                    </a:lnTo>
                    <a:lnTo>
                      <a:pt x="568" y="313"/>
                    </a:lnTo>
                    <a:lnTo>
                      <a:pt x="568" y="313"/>
                    </a:lnTo>
                    <a:lnTo>
                      <a:pt x="568" y="313"/>
                    </a:lnTo>
                    <a:lnTo>
                      <a:pt x="568" y="316"/>
                    </a:lnTo>
                    <a:lnTo>
                      <a:pt x="568" y="316"/>
                    </a:lnTo>
                    <a:lnTo>
                      <a:pt x="565" y="316"/>
                    </a:lnTo>
                    <a:lnTo>
                      <a:pt x="565" y="316"/>
                    </a:lnTo>
                    <a:lnTo>
                      <a:pt x="565" y="318"/>
                    </a:lnTo>
                    <a:lnTo>
                      <a:pt x="565" y="318"/>
                    </a:lnTo>
                    <a:lnTo>
                      <a:pt x="565" y="318"/>
                    </a:lnTo>
                    <a:lnTo>
                      <a:pt x="565" y="318"/>
                    </a:lnTo>
                    <a:lnTo>
                      <a:pt x="565" y="320"/>
                    </a:lnTo>
                    <a:lnTo>
                      <a:pt x="563" y="320"/>
                    </a:lnTo>
                    <a:lnTo>
                      <a:pt x="563" y="320"/>
                    </a:lnTo>
                    <a:lnTo>
                      <a:pt x="563" y="323"/>
                    </a:lnTo>
                    <a:lnTo>
                      <a:pt x="563" y="323"/>
                    </a:lnTo>
                    <a:lnTo>
                      <a:pt x="563" y="323"/>
                    </a:lnTo>
                    <a:lnTo>
                      <a:pt x="563" y="323"/>
                    </a:lnTo>
                    <a:lnTo>
                      <a:pt x="563" y="325"/>
                    </a:lnTo>
                    <a:lnTo>
                      <a:pt x="561" y="325"/>
                    </a:lnTo>
                    <a:lnTo>
                      <a:pt x="561" y="325"/>
                    </a:lnTo>
                    <a:lnTo>
                      <a:pt x="561" y="327"/>
                    </a:lnTo>
                    <a:lnTo>
                      <a:pt x="561" y="327"/>
                    </a:lnTo>
                    <a:lnTo>
                      <a:pt x="561" y="327"/>
                    </a:lnTo>
                    <a:lnTo>
                      <a:pt x="561" y="330"/>
                    </a:lnTo>
                    <a:lnTo>
                      <a:pt x="561" y="330"/>
                    </a:lnTo>
                    <a:lnTo>
                      <a:pt x="561" y="330"/>
                    </a:lnTo>
                    <a:lnTo>
                      <a:pt x="561" y="332"/>
                    </a:lnTo>
                    <a:lnTo>
                      <a:pt x="561" y="332"/>
                    </a:lnTo>
                    <a:lnTo>
                      <a:pt x="558" y="332"/>
                    </a:lnTo>
                    <a:lnTo>
                      <a:pt x="558" y="334"/>
                    </a:lnTo>
                    <a:lnTo>
                      <a:pt x="558" y="334"/>
                    </a:lnTo>
                    <a:lnTo>
                      <a:pt x="558" y="334"/>
                    </a:lnTo>
                    <a:lnTo>
                      <a:pt x="558" y="334"/>
                    </a:lnTo>
                    <a:lnTo>
                      <a:pt x="558" y="337"/>
                    </a:lnTo>
                    <a:lnTo>
                      <a:pt x="558" y="337"/>
                    </a:lnTo>
                    <a:lnTo>
                      <a:pt x="558" y="337"/>
                    </a:lnTo>
                    <a:lnTo>
                      <a:pt x="558" y="337"/>
                    </a:lnTo>
                    <a:lnTo>
                      <a:pt x="556" y="337"/>
                    </a:lnTo>
                    <a:lnTo>
                      <a:pt x="556" y="337"/>
                    </a:lnTo>
                    <a:lnTo>
                      <a:pt x="556" y="334"/>
                    </a:lnTo>
                    <a:lnTo>
                      <a:pt x="554" y="334"/>
                    </a:lnTo>
                    <a:lnTo>
                      <a:pt x="554" y="334"/>
                    </a:lnTo>
                    <a:lnTo>
                      <a:pt x="554" y="334"/>
                    </a:lnTo>
                    <a:lnTo>
                      <a:pt x="554" y="334"/>
                    </a:lnTo>
                    <a:lnTo>
                      <a:pt x="551" y="334"/>
                    </a:lnTo>
                    <a:lnTo>
                      <a:pt x="551" y="334"/>
                    </a:lnTo>
                    <a:lnTo>
                      <a:pt x="551" y="334"/>
                    </a:lnTo>
                    <a:lnTo>
                      <a:pt x="551" y="334"/>
                    </a:lnTo>
                    <a:lnTo>
                      <a:pt x="551" y="334"/>
                    </a:lnTo>
                    <a:lnTo>
                      <a:pt x="551" y="334"/>
                    </a:lnTo>
                    <a:lnTo>
                      <a:pt x="549" y="334"/>
                    </a:lnTo>
                    <a:lnTo>
                      <a:pt x="549" y="334"/>
                    </a:lnTo>
                    <a:lnTo>
                      <a:pt x="546" y="334"/>
                    </a:lnTo>
                    <a:lnTo>
                      <a:pt x="546" y="334"/>
                    </a:lnTo>
                    <a:lnTo>
                      <a:pt x="546" y="334"/>
                    </a:lnTo>
                    <a:lnTo>
                      <a:pt x="546" y="334"/>
                    </a:lnTo>
                    <a:lnTo>
                      <a:pt x="544" y="334"/>
                    </a:lnTo>
                    <a:lnTo>
                      <a:pt x="544" y="334"/>
                    </a:lnTo>
                    <a:lnTo>
                      <a:pt x="544" y="334"/>
                    </a:lnTo>
                    <a:lnTo>
                      <a:pt x="544" y="334"/>
                    </a:lnTo>
                    <a:lnTo>
                      <a:pt x="544" y="332"/>
                    </a:lnTo>
                    <a:lnTo>
                      <a:pt x="542" y="332"/>
                    </a:lnTo>
                    <a:lnTo>
                      <a:pt x="542" y="332"/>
                    </a:lnTo>
                    <a:lnTo>
                      <a:pt x="542" y="332"/>
                    </a:lnTo>
                    <a:lnTo>
                      <a:pt x="539" y="332"/>
                    </a:lnTo>
                    <a:lnTo>
                      <a:pt x="539" y="332"/>
                    </a:lnTo>
                    <a:lnTo>
                      <a:pt x="539" y="334"/>
                    </a:lnTo>
                    <a:lnTo>
                      <a:pt x="539" y="334"/>
                    </a:lnTo>
                    <a:lnTo>
                      <a:pt x="539" y="334"/>
                    </a:lnTo>
                    <a:lnTo>
                      <a:pt x="542" y="334"/>
                    </a:lnTo>
                    <a:lnTo>
                      <a:pt x="542" y="337"/>
                    </a:lnTo>
                    <a:lnTo>
                      <a:pt x="542" y="337"/>
                    </a:lnTo>
                    <a:lnTo>
                      <a:pt x="542" y="339"/>
                    </a:lnTo>
                    <a:lnTo>
                      <a:pt x="542" y="339"/>
                    </a:lnTo>
                    <a:lnTo>
                      <a:pt x="542" y="339"/>
                    </a:lnTo>
                    <a:lnTo>
                      <a:pt x="542" y="342"/>
                    </a:lnTo>
                    <a:lnTo>
                      <a:pt x="542" y="342"/>
                    </a:lnTo>
                    <a:lnTo>
                      <a:pt x="542" y="344"/>
                    </a:lnTo>
                    <a:lnTo>
                      <a:pt x="542" y="344"/>
                    </a:lnTo>
                    <a:lnTo>
                      <a:pt x="542" y="344"/>
                    </a:lnTo>
                    <a:lnTo>
                      <a:pt x="542" y="346"/>
                    </a:lnTo>
                    <a:lnTo>
                      <a:pt x="542" y="346"/>
                    </a:lnTo>
                    <a:lnTo>
                      <a:pt x="542" y="346"/>
                    </a:lnTo>
                    <a:lnTo>
                      <a:pt x="542" y="349"/>
                    </a:lnTo>
                    <a:lnTo>
                      <a:pt x="542" y="349"/>
                    </a:lnTo>
                    <a:lnTo>
                      <a:pt x="542" y="351"/>
                    </a:lnTo>
                    <a:lnTo>
                      <a:pt x="542" y="351"/>
                    </a:lnTo>
                    <a:lnTo>
                      <a:pt x="542" y="353"/>
                    </a:lnTo>
                    <a:lnTo>
                      <a:pt x="542" y="353"/>
                    </a:lnTo>
                    <a:lnTo>
                      <a:pt x="542" y="353"/>
                    </a:lnTo>
                    <a:lnTo>
                      <a:pt x="542" y="356"/>
                    </a:lnTo>
                    <a:lnTo>
                      <a:pt x="542" y="356"/>
                    </a:lnTo>
                    <a:lnTo>
                      <a:pt x="539" y="356"/>
                    </a:lnTo>
                    <a:lnTo>
                      <a:pt x="539" y="358"/>
                    </a:lnTo>
                    <a:lnTo>
                      <a:pt x="539" y="358"/>
                    </a:lnTo>
                    <a:lnTo>
                      <a:pt x="539" y="358"/>
                    </a:lnTo>
                    <a:lnTo>
                      <a:pt x="539" y="358"/>
                    </a:lnTo>
                    <a:lnTo>
                      <a:pt x="537" y="358"/>
                    </a:lnTo>
                    <a:lnTo>
                      <a:pt x="537" y="358"/>
                    </a:lnTo>
                    <a:lnTo>
                      <a:pt x="537" y="358"/>
                    </a:lnTo>
                    <a:lnTo>
                      <a:pt x="535" y="358"/>
                    </a:lnTo>
                    <a:lnTo>
                      <a:pt x="535" y="358"/>
                    </a:lnTo>
                    <a:lnTo>
                      <a:pt x="535" y="361"/>
                    </a:lnTo>
                    <a:lnTo>
                      <a:pt x="535" y="361"/>
                    </a:lnTo>
                    <a:lnTo>
                      <a:pt x="535" y="363"/>
                    </a:lnTo>
                    <a:lnTo>
                      <a:pt x="535" y="363"/>
                    </a:lnTo>
                    <a:lnTo>
                      <a:pt x="535" y="363"/>
                    </a:lnTo>
                    <a:lnTo>
                      <a:pt x="535" y="363"/>
                    </a:lnTo>
                    <a:lnTo>
                      <a:pt x="535" y="365"/>
                    </a:lnTo>
                    <a:lnTo>
                      <a:pt x="535" y="365"/>
                    </a:lnTo>
                    <a:lnTo>
                      <a:pt x="535" y="368"/>
                    </a:lnTo>
                    <a:lnTo>
                      <a:pt x="535" y="368"/>
                    </a:lnTo>
                    <a:lnTo>
                      <a:pt x="535" y="368"/>
                    </a:lnTo>
                    <a:lnTo>
                      <a:pt x="535" y="370"/>
                    </a:lnTo>
                    <a:lnTo>
                      <a:pt x="535" y="370"/>
                    </a:lnTo>
                    <a:lnTo>
                      <a:pt x="535" y="372"/>
                    </a:lnTo>
                    <a:lnTo>
                      <a:pt x="535" y="372"/>
                    </a:lnTo>
                    <a:lnTo>
                      <a:pt x="537" y="372"/>
                    </a:lnTo>
                    <a:lnTo>
                      <a:pt x="537" y="372"/>
                    </a:lnTo>
                    <a:lnTo>
                      <a:pt x="537" y="375"/>
                    </a:lnTo>
                    <a:lnTo>
                      <a:pt x="537" y="375"/>
                    </a:lnTo>
                    <a:lnTo>
                      <a:pt x="537" y="375"/>
                    </a:lnTo>
                    <a:lnTo>
                      <a:pt x="537" y="377"/>
                    </a:lnTo>
                    <a:lnTo>
                      <a:pt x="537" y="377"/>
                    </a:lnTo>
                    <a:lnTo>
                      <a:pt x="537" y="377"/>
                    </a:lnTo>
                    <a:lnTo>
                      <a:pt x="537" y="380"/>
                    </a:lnTo>
                    <a:lnTo>
                      <a:pt x="537" y="380"/>
                    </a:lnTo>
                    <a:lnTo>
                      <a:pt x="535" y="380"/>
                    </a:lnTo>
                    <a:lnTo>
                      <a:pt x="535" y="380"/>
                    </a:lnTo>
                    <a:lnTo>
                      <a:pt x="535" y="380"/>
                    </a:lnTo>
                    <a:lnTo>
                      <a:pt x="535" y="380"/>
                    </a:lnTo>
                    <a:lnTo>
                      <a:pt x="535" y="380"/>
                    </a:lnTo>
                    <a:lnTo>
                      <a:pt x="535" y="382"/>
                    </a:lnTo>
                    <a:lnTo>
                      <a:pt x="535" y="382"/>
                    </a:lnTo>
                    <a:lnTo>
                      <a:pt x="532" y="382"/>
                    </a:lnTo>
                    <a:lnTo>
                      <a:pt x="532" y="382"/>
                    </a:lnTo>
                    <a:lnTo>
                      <a:pt x="532" y="384"/>
                    </a:lnTo>
                    <a:lnTo>
                      <a:pt x="532" y="384"/>
                    </a:lnTo>
                    <a:lnTo>
                      <a:pt x="532" y="384"/>
                    </a:lnTo>
                    <a:lnTo>
                      <a:pt x="530" y="384"/>
                    </a:lnTo>
                    <a:lnTo>
                      <a:pt x="530" y="382"/>
                    </a:lnTo>
                    <a:lnTo>
                      <a:pt x="530" y="382"/>
                    </a:lnTo>
                    <a:lnTo>
                      <a:pt x="530" y="382"/>
                    </a:lnTo>
                    <a:lnTo>
                      <a:pt x="528" y="382"/>
                    </a:lnTo>
                    <a:lnTo>
                      <a:pt x="528" y="382"/>
                    </a:lnTo>
                    <a:lnTo>
                      <a:pt x="528" y="382"/>
                    </a:lnTo>
                    <a:lnTo>
                      <a:pt x="528" y="382"/>
                    </a:lnTo>
                    <a:lnTo>
                      <a:pt x="528" y="382"/>
                    </a:lnTo>
                    <a:lnTo>
                      <a:pt x="525" y="382"/>
                    </a:lnTo>
                    <a:lnTo>
                      <a:pt x="525" y="382"/>
                    </a:lnTo>
                    <a:lnTo>
                      <a:pt x="525" y="384"/>
                    </a:lnTo>
                    <a:lnTo>
                      <a:pt x="525" y="384"/>
                    </a:lnTo>
                    <a:lnTo>
                      <a:pt x="525" y="384"/>
                    </a:lnTo>
                    <a:lnTo>
                      <a:pt x="525" y="382"/>
                    </a:lnTo>
                    <a:lnTo>
                      <a:pt x="525" y="382"/>
                    </a:lnTo>
                    <a:lnTo>
                      <a:pt x="525" y="382"/>
                    </a:lnTo>
                    <a:lnTo>
                      <a:pt x="525" y="380"/>
                    </a:lnTo>
                    <a:lnTo>
                      <a:pt x="525" y="380"/>
                    </a:lnTo>
                    <a:lnTo>
                      <a:pt x="525" y="377"/>
                    </a:lnTo>
                    <a:lnTo>
                      <a:pt x="525" y="377"/>
                    </a:lnTo>
                    <a:lnTo>
                      <a:pt x="525" y="375"/>
                    </a:lnTo>
                    <a:lnTo>
                      <a:pt x="523" y="375"/>
                    </a:lnTo>
                    <a:lnTo>
                      <a:pt x="523" y="375"/>
                    </a:lnTo>
                    <a:lnTo>
                      <a:pt x="523" y="372"/>
                    </a:lnTo>
                    <a:lnTo>
                      <a:pt x="523" y="372"/>
                    </a:lnTo>
                    <a:lnTo>
                      <a:pt x="523" y="372"/>
                    </a:lnTo>
                    <a:lnTo>
                      <a:pt x="523" y="370"/>
                    </a:lnTo>
                    <a:lnTo>
                      <a:pt x="523" y="370"/>
                    </a:lnTo>
                    <a:lnTo>
                      <a:pt x="523" y="370"/>
                    </a:lnTo>
                    <a:lnTo>
                      <a:pt x="523" y="368"/>
                    </a:lnTo>
                    <a:lnTo>
                      <a:pt x="523" y="368"/>
                    </a:lnTo>
                    <a:lnTo>
                      <a:pt x="523" y="365"/>
                    </a:lnTo>
                    <a:lnTo>
                      <a:pt x="523" y="365"/>
                    </a:lnTo>
                    <a:lnTo>
                      <a:pt x="520" y="365"/>
                    </a:lnTo>
                    <a:lnTo>
                      <a:pt x="520" y="363"/>
                    </a:lnTo>
                    <a:lnTo>
                      <a:pt x="520" y="363"/>
                    </a:lnTo>
                    <a:lnTo>
                      <a:pt x="520" y="363"/>
                    </a:lnTo>
                    <a:lnTo>
                      <a:pt x="520" y="363"/>
                    </a:lnTo>
                    <a:lnTo>
                      <a:pt x="520" y="361"/>
                    </a:lnTo>
                    <a:lnTo>
                      <a:pt x="520" y="361"/>
                    </a:lnTo>
                    <a:lnTo>
                      <a:pt x="520" y="361"/>
                    </a:lnTo>
                    <a:lnTo>
                      <a:pt x="520" y="358"/>
                    </a:lnTo>
                    <a:lnTo>
                      <a:pt x="520" y="358"/>
                    </a:lnTo>
                    <a:lnTo>
                      <a:pt x="520" y="356"/>
                    </a:lnTo>
                    <a:lnTo>
                      <a:pt x="520" y="356"/>
                    </a:lnTo>
                    <a:lnTo>
                      <a:pt x="518" y="356"/>
                    </a:lnTo>
                    <a:lnTo>
                      <a:pt x="518" y="353"/>
                    </a:lnTo>
                    <a:lnTo>
                      <a:pt x="518" y="353"/>
                    </a:lnTo>
                    <a:lnTo>
                      <a:pt x="518" y="353"/>
                    </a:lnTo>
                    <a:lnTo>
                      <a:pt x="520" y="353"/>
                    </a:lnTo>
                    <a:lnTo>
                      <a:pt x="520" y="351"/>
                    </a:lnTo>
                    <a:lnTo>
                      <a:pt x="520" y="351"/>
                    </a:lnTo>
                    <a:lnTo>
                      <a:pt x="520" y="349"/>
                    </a:lnTo>
                    <a:lnTo>
                      <a:pt x="518" y="349"/>
                    </a:lnTo>
                    <a:lnTo>
                      <a:pt x="518" y="349"/>
                    </a:lnTo>
                    <a:lnTo>
                      <a:pt x="518" y="346"/>
                    </a:lnTo>
                    <a:lnTo>
                      <a:pt x="518" y="346"/>
                    </a:lnTo>
                    <a:lnTo>
                      <a:pt x="518" y="344"/>
                    </a:lnTo>
                    <a:lnTo>
                      <a:pt x="518" y="344"/>
                    </a:lnTo>
                    <a:lnTo>
                      <a:pt x="518" y="344"/>
                    </a:lnTo>
                    <a:lnTo>
                      <a:pt x="518" y="344"/>
                    </a:lnTo>
                    <a:lnTo>
                      <a:pt x="518" y="344"/>
                    </a:lnTo>
                    <a:lnTo>
                      <a:pt x="518" y="342"/>
                    </a:lnTo>
                  </a:path>
                </a:pathLst>
              </a:custGeom>
              <a:solidFill>
                <a:schemeClr val="accent4"/>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6" name="Rectangle 161"/>
              <p:cNvSpPr>
                <a:spLocks noChangeArrowheads="1"/>
              </p:cNvSpPr>
              <p:nvPr/>
            </p:nvSpPr>
            <p:spPr bwMode="auto">
              <a:xfrm>
                <a:off x="2987" y="2789"/>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7" name="Rectangle 162"/>
              <p:cNvSpPr>
                <a:spLocks noChangeArrowheads="1"/>
              </p:cNvSpPr>
              <p:nvPr/>
            </p:nvSpPr>
            <p:spPr bwMode="auto">
              <a:xfrm>
                <a:off x="2987" y="2789"/>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8" name="Rectangle 163"/>
              <p:cNvSpPr>
                <a:spLocks noChangeArrowheads="1"/>
              </p:cNvSpPr>
              <p:nvPr/>
            </p:nvSpPr>
            <p:spPr bwMode="auto">
              <a:xfrm>
                <a:off x="2949" y="2713"/>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9" name="Rectangle 164"/>
              <p:cNvSpPr>
                <a:spLocks noChangeArrowheads="1"/>
              </p:cNvSpPr>
              <p:nvPr/>
            </p:nvSpPr>
            <p:spPr bwMode="auto">
              <a:xfrm>
                <a:off x="2949" y="2713"/>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0" name="Rectangle 165"/>
              <p:cNvSpPr>
                <a:spLocks noChangeArrowheads="1"/>
              </p:cNvSpPr>
              <p:nvPr/>
            </p:nvSpPr>
            <p:spPr bwMode="auto">
              <a:xfrm>
                <a:off x="2990" y="2836"/>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1" name="Rectangle 166"/>
              <p:cNvSpPr>
                <a:spLocks noChangeArrowheads="1"/>
              </p:cNvSpPr>
              <p:nvPr/>
            </p:nvSpPr>
            <p:spPr bwMode="auto">
              <a:xfrm>
                <a:off x="2990" y="2836"/>
                <a:ext cx="1" cy="2"/>
              </a:xfrm>
              <a:prstGeom prst="rect">
                <a:avLst/>
              </a:prstGeom>
              <a:grpFill/>
              <a:ln w="6350">
                <a:solidFill>
                  <a:schemeClr val="tx1">
                    <a:lumMod val="50000"/>
                    <a:lumOff val="50000"/>
                  </a:schemeClr>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167"/>
              <p:cNvSpPr>
                <a:spLocks/>
              </p:cNvSpPr>
              <p:nvPr/>
            </p:nvSpPr>
            <p:spPr bwMode="auto">
              <a:xfrm>
                <a:off x="2900" y="2687"/>
                <a:ext cx="1" cy="2"/>
              </a:xfrm>
              <a:custGeom>
                <a:avLst/>
                <a:gdLst/>
                <a:ahLst/>
                <a:cxnLst>
                  <a:cxn ang="0">
                    <a:pos x="0" y="2"/>
                  </a:cxn>
                  <a:cxn ang="0">
                    <a:pos x="0" y="2"/>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2"/>
                    </a:lnTo>
                    <a:lnTo>
                      <a:pt x="0"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168"/>
              <p:cNvSpPr>
                <a:spLocks/>
              </p:cNvSpPr>
              <p:nvPr/>
            </p:nvSpPr>
            <p:spPr bwMode="auto">
              <a:xfrm>
                <a:off x="2900" y="2687"/>
                <a:ext cx="1" cy="2"/>
              </a:xfrm>
              <a:custGeom>
                <a:avLst/>
                <a:gdLst/>
                <a:ahLst/>
                <a:cxnLst>
                  <a:cxn ang="0">
                    <a:pos x="0" y="2"/>
                  </a:cxn>
                  <a:cxn ang="0">
                    <a:pos x="0" y="2"/>
                  </a:cxn>
                  <a:cxn ang="0">
                    <a:pos x="0" y="0"/>
                  </a:cxn>
                  <a:cxn ang="0">
                    <a:pos x="0" y="0"/>
                  </a:cxn>
                  <a:cxn ang="0">
                    <a:pos x="0" y="0"/>
                  </a:cxn>
                  <a:cxn ang="0">
                    <a:pos x="0" y="2"/>
                  </a:cxn>
                  <a:cxn ang="0">
                    <a:pos x="0" y="2"/>
                  </a:cxn>
                </a:cxnLst>
                <a:rect l="0" t="0" r="r" b="b"/>
                <a:pathLst>
                  <a:path h="2">
                    <a:moveTo>
                      <a:pt x="0" y="2"/>
                    </a:moveTo>
                    <a:lnTo>
                      <a:pt x="0" y="2"/>
                    </a:lnTo>
                    <a:lnTo>
                      <a:pt x="0" y="0"/>
                    </a:lnTo>
                    <a:lnTo>
                      <a:pt x="0" y="0"/>
                    </a:lnTo>
                    <a:lnTo>
                      <a:pt x="0" y="0"/>
                    </a:lnTo>
                    <a:lnTo>
                      <a:pt x="0" y="2"/>
                    </a:lnTo>
                    <a:lnTo>
                      <a:pt x="0"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169"/>
              <p:cNvSpPr>
                <a:spLocks/>
              </p:cNvSpPr>
              <p:nvPr/>
            </p:nvSpPr>
            <p:spPr bwMode="auto">
              <a:xfrm>
                <a:off x="2914" y="2722"/>
                <a:ext cx="2" cy="3"/>
              </a:xfrm>
              <a:custGeom>
                <a:avLst/>
                <a:gdLst/>
                <a:ahLst/>
                <a:cxnLst>
                  <a:cxn ang="0">
                    <a:pos x="0" y="3"/>
                  </a:cxn>
                  <a:cxn ang="0">
                    <a:pos x="0" y="3"/>
                  </a:cxn>
                  <a:cxn ang="0">
                    <a:pos x="0" y="3"/>
                  </a:cxn>
                  <a:cxn ang="0">
                    <a:pos x="0" y="0"/>
                  </a:cxn>
                  <a:cxn ang="0">
                    <a:pos x="0" y="0"/>
                  </a:cxn>
                  <a:cxn ang="0">
                    <a:pos x="2" y="0"/>
                  </a:cxn>
                  <a:cxn ang="0">
                    <a:pos x="2" y="3"/>
                  </a:cxn>
                  <a:cxn ang="0">
                    <a:pos x="2" y="3"/>
                  </a:cxn>
                  <a:cxn ang="0">
                    <a:pos x="0" y="3"/>
                  </a:cxn>
                </a:cxnLst>
                <a:rect l="0" t="0" r="r" b="b"/>
                <a:pathLst>
                  <a:path w="2" h="3">
                    <a:moveTo>
                      <a:pt x="0" y="3"/>
                    </a:moveTo>
                    <a:lnTo>
                      <a:pt x="0" y="3"/>
                    </a:lnTo>
                    <a:lnTo>
                      <a:pt x="0" y="3"/>
                    </a:lnTo>
                    <a:lnTo>
                      <a:pt x="0" y="0"/>
                    </a:lnTo>
                    <a:lnTo>
                      <a:pt x="0" y="0"/>
                    </a:lnTo>
                    <a:lnTo>
                      <a:pt x="2" y="0"/>
                    </a:lnTo>
                    <a:lnTo>
                      <a:pt x="2" y="3"/>
                    </a:lnTo>
                    <a:lnTo>
                      <a:pt x="2" y="3"/>
                    </a:lnTo>
                    <a:lnTo>
                      <a:pt x="0"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170"/>
              <p:cNvSpPr>
                <a:spLocks/>
              </p:cNvSpPr>
              <p:nvPr/>
            </p:nvSpPr>
            <p:spPr bwMode="auto">
              <a:xfrm>
                <a:off x="2914" y="2722"/>
                <a:ext cx="2" cy="3"/>
              </a:xfrm>
              <a:custGeom>
                <a:avLst/>
                <a:gdLst/>
                <a:ahLst/>
                <a:cxnLst>
                  <a:cxn ang="0">
                    <a:pos x="0" y="3"/>
                  </a:cxn>
                  <a:cxn ang="0">
                    <a:pos x="0" y="3"/>
                  </a:cxn>
                  <a:cxn ang="0">
                    <a:pos x="0" y="3"/>
                  </a:cxn>
                  <a:cxn ang="0">
                    <a:pos x="0" y="0"/>
                  </a:cxn>
                  <a:cxn ang="0">
                    <a:pos x="0" y="0"/>
                  </a:cxn>
                  <a:cxn ang="0">
                    <a:pos x="2" y="0"/>
                  </a:cxn>
                  <a:cxn ang="0">
                    <a:pos x="2" y="3"/>
                  </a:cxn>
                  <a:cxn ang="0">
                    <a:pos x="2" y="3"/>
                  </a:cxn>
                  <a:cxn ang="0">
                    <a:pos x="0" y="3"/>
                  </a:cxn>
                </a:cxnLst>
                <a:rect l="0" t="0" r="r" b="b"/>
                <a:pathLst>
                  <a:path w="2" h="3">
                    <a:moveTo>
                      <a:pt x="0" y="3"/>
                    </a:moveTo>
                    <a:lnTo>
                      <a:pt x="0" y="3"/>
                    </a:lnTo>
                    <a:lnTo>
                      <a:pt x="0" y="3"/>
                    </a:lnTo>
                    <a:lnTo>
                      <a:pt x="0" y="0"/>
                    </a:lnTo>
                    <a:lnTo>
                      <a:pt x="0" y="0"/>
                    </a:lnTo>
                    <a:lnTo>
                      <a:pt x="2" y="0"/>
                    </a:lnTo>
                    <a:lnTo>
                      <a:pt x="2" y="3"/>
                    </a:lnTo>
                    <a:lnTo>
                      <a:pt x="2" y="3"/>
                    </a:lnTo>
                    <a:lnTo>
                      <a:pt x="0"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171"/>
              <p:cNvSpPr>
                <a:spLocks/>
              </p:cNvSpPr>
              <p:nvPr/>
            </p:nvSpPr>
            <p:spPr bwMode="auto">
              <a:xfrm>
                <a:off x="2930" y="2756"/>
                <a:ext cx="3" cy="2"/>
              </a:xfrm>
              <a:custGeom>
                <a:avLst/>
                <a:gdLst/>
                <a:ahLst/>
                <a:cxnLst>
                  <a:cxn ang="0">
                    <a:pos x="3" y="2"/>
                  </a:cxn>
                  <a:cxn ang="0">
                    <a:pos x="3" y="2"/>
                  </a:cxn>
                  <a:cxn ang="0">
                    <a:pos x="3" y="2"/>
                  </a:cxn>
                  <a:cxn ang="0">
                    <a:pos x="0" y="2"/>
                  </a:cxn>
                  <a:cxn ang="0">
                    <a:pos x="0" y="2"/>
                  </a:cxn>
                  <a:cxn ang="0">
                    <a:pos x="0" y="2"/>
                  </a:cxn>
                  <a:cxn ang="0">
                    <a:pos x="0" y="0"/>
                  </a:cxn>
                  <a:cxn ang="0">
                    <a:pos x="0" y="0"/>
                  </a:cxn>
                  <a:cxn ang="0">
                    <a:pos x="3" y="0"/>
                  </a:cxn>
                  <a:cxn ang="0">
                    <a:pos x="3" y="0"/>
                  </a:cxn>
                  <a:cxn ang="0">
                    <a:pos x="3" y="2"/>
                  </a:cxn>
                </a:cxnLst>
                <a:rect l="0" t="0" r="r" b="b"/>
                <a:pathLst>
                  <a:path w="3" h="2">
                    <a:moveTo>
                      <a:pt x="3" y="2"/>
                    </a:moveTo>
                    <a:lnTo>
                      <a:pt x="3" y="2"/>
                    </a:lnTo>
                    <a:lnTo>
                      <a:pt x="3" y="2"/>
                    </a:lnTo>
                    <a:lnTo>
                      <a:pt x="0" y="2"/>
                    </a:lnTo>
                    <a:lnTo>
                      <a:pt x="0" y="2"/>
                    </a:lnTo>
                    <a:lnTo>
                      <a:pt x="0" y="2"/>
                    </a:lnTo>
                    <a:lnTo>
                      <a:pt x="0" y="0"/>
                    </a:lnTo>
                    <a:lnTo>
                      <a:pt x="0" y="0"/>
                    </a:lnTo>
                    <a:lnTo>
                      <a:pt x="3" y="0"/>
                    </a:lnTo>
                    <a:lnTo>
                      <a:pt x="3" y="0"/>
                    </a:lnTo>
                    <a:lnTo>
                      <a:pt x="3"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172"/>
              <p:cNvSpPr>
                <a:spLocks/>
              </p:cNvSpPr>
              <p:nvPr/>
            </p:nvSpPr>
            <p:spPr bwMode="auto">
              <a:xfrm>
                <a:off x="2930" y="2756"/>
                <a:ext cx="3" cy="2"/>
              </a:xfrm>
              <a:custGeom>
                <a:avLst/>
                <a:gdLst/>
                <a:ahLst/>
                <a:cxnLst>
                  <a:cxn ang="0">
                    <a:pos x="3" y="2"/>
                  </a:cxn>
                  <a:cxn ang="0">
                    <a:pos x="3" y="2"/>
                  </a:cxn>
                  <a:cxn ang="0">
                    <a:pos x="3" y="2"/>
                  </a:cxn>
                  <a:cxn ang="0">
                    <a:pos x="0" y="2"/>
                  </a:cxn>
                  <a:cxn ang="0">
                    <a:pos x="0" y="2"/>
                  </a:cxn>
                  <a:cxn ang="0">
                    <a:pos x="0" y="2"/>
                  </a:cxn>
                  <a:cxn ang="0">
                    <a:pos x="0" y="0"/>
                  </a:cxn>
                  <a:cxn ang="0">
                    <a:pos x="0" y="0"/>
                  </a:cxn>
                  <a:cxn ang="0">
                    <a:pos x="3" y="0"/>
                  </a:cxn>
                  <a:cxn ang="0">
                    <a:pos x="3" y="0"/>
                  </a:cxn>
                  <a:cxn ang="0">
                    <a:pos x="3" y="2"/>
                  </a:cxn>
                </a:cxnLst>
                <a:rect l="0" t="0" r="r" b="b"/>
                <a:pathLst>
                  <a:path w="3" h="2">
                    <a:moveTo>
                      <a:pt x="3" y="2"/>
                    </a:moveTo>
                    <a:lnTo>
                      <a:pt x="3" y="2"/>
                    </a:lnTo>
                    <a:lnTo>
                      <a:pt x="3" y="2"/>
                    </a:lnTo>
                    <a:lnTo>
                      <a:pt x="0" y="2"/>
                    </a:lnTo>
                    <a:lnTo>
                      <a:pt x="0" y="2"/>
                    </a:lnTo>
                    <a:lnTo>
                      <a:pt x="0" y="2"/>
                    </a:lnTo>
                    <a:lnTo>
                      <a:pt x="0" y="0"/>
                    </a:lnTo>
                    <a:lnTo>
                      <a:pt x="0" y="0"/>
                    </a:lnTo>
                    <a:lnTo>
                      <a:pt x="3" y="0"/>
                    </a:lnTo>
                    <a:lnTo>
                      <a:pt x="3" y="0"/>
                    </a:lnTo>
                    <a:lnTo>
                      <a:pt x="3"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173"/>
              <p:cNvSpPr>
                <a:spLocks/>
              </p:cNvSpPr>
              <p:nvPr/>
            </p:nvSpPr>
            <p:spPr bwMode="auto">
              <a:xfrm>
                <a:off x="2904" y="2699"/>
                <a:ext cx="3" cy="4"/>
              </a:xfrm>
              <a:custGeom>
                <a:avLst/>
                <a:gdLst/>
                <a:ahLst/>
                <a:cxnLst>
                  <a:cxn ang="0">
                    <a:pos x="3" y="0"/>
                  </a:cxn>
                  <a:cxn ang="0">
                    <a:pos x="3" y="2"/>
                  </a:cxn>
                  <a:cxn ang="0">
                    <a:pos x="3" y="2"/>
                  </a:cxn>
                  <a:cxn ang="0">
                    <a:pos x="3" y="2"/>
                  </a:cxn>
                  <a:cxn ang="0">
                    <a:pos x="3" y="4"/>
                  </a:cxn>
                  <a:cxn ang="0">
                    <a:pos x="3" y="4"/>
                  </a:cxn>
                  <a:cxn ang="0">
                    <a:pos x="0" y="4"/>
                  </a:cxn>
                  <a:cxn ang="0">
                    <a:pos x="0" y="4"/>
                  </a:cxn>
                  <a:cxn ang="0">
                    <a:pos x="0" y="2"/>
                  </a:cxn>
                  <a:cxn ang="0">
                    <a:pos x="0" y="2"/>
                  </a:cxn>
                  <a:cxn ang="0">
                    <a:pos x="0" y="0"/>
                  </a:cxn>
                  <a:cxn ang="0">
                    <a:pos x="0" y="0"/>
                  </a:cxn>
                  <a:cxn ang="0">
                    <a:pos x="0" y="0"/>
                  </a:cxn>
                  <a:cxn ang="0">
                    <a:pos x="3" y="0"/>
                  </a:cxn>
                  <a:cxn ang="0">
                    <a:pos x="3" y="0"/>
                  </a:cxn>
                </a:cxnLst>
                <a:rect l="0" t="0" r="r" b="b"/>
                <a:pathLst>
                  <a:path w="3" h="4">
                    <a:moveTo>
                      <a:pt x="3" y="0"/>
                    </a:moveTo>
                    <a:lnTo>
                      <a:pt x="3" y="2"/>
                    </a:lnTo>
                    <a:lnTo>
                      <a:pt x="3" y="2"/>
                    </a:lnTo>
                    <a:lnTo>
                      <a:pt x="3" y="2"/>
                    </a:lnTo>
                    <a:lnTo>
                      <a:pt x="3" y="4"/>
                    </a:lnTo>
                    <a:lnTo>
                      <a:pt x="3" y="4"/>
                    </a:lnTo>
                    <a:lnTo>
                      <a:pt x="0" y="4"/>
                    </a:lnTo>
                    <a:lnTo>
                      <a:pt x="0" y="4"/>
                    </a:lnTo>
                    <a:lnTo>
                      <a:pt x="0" y="2"/>
                    </a:lnTo>
                    <a:lnTo>
                      <a:pt x="0" y="2"/>
                    </a:lnTo>
                    <a:lnTo>
                      <a:pt x="0" y="0"/>
                    </a:lnTo>
                    <a:lnTo>
                      <a:pt x="0" y="0"/>
                    </a:lnTo>
                    <a:lnTo>
                      <a:pt x="0" y="0"/>
                    </a:lnTo>
                    <a:lnTo>
                      <a:pt x="3" y="0"/>
                    </a:lnTo>
                    <a:lnTo>
                      <a:pt x="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174"/>
              <p:cNvSpPr>
                <a:spLocks/>
              </p:cNvSpPr>
              <p:nvPr/>
            </p:nvSpPr>
            <p:spPr bwMode="auto">
              <a:xfrm>
                <a:off x="2904" y="2699"/>
                <a:ext cx="3" cy="4"/>
              </a:xfrm>
              <a:custGeom>
                <a:avLst/>
                <a:gdLst/>
                <a:ahLst/>
                <a:cxnLst>
                  <a:cxn ang="0">
                    <a:pos x="3" y="0"/>
                  </a:cxn>
                  <a:cxn ang="0">
                    <a:pos x="3" y="2"/>
                  </a:cxn>
                  <a:cxn ang="0">
                    <a:pos x="3" y="2"/>
                  </a:cxn>
                  <a:cxn ang="0">
                    <a:pos x="3" y="2"/>
                  </a:cxn>
                  <a:cxn ang="0">
                    <a:pos x="3" y="4"/>
                  </a:cxn>
                  <a:cxn ang="0">
                    <a:pos x="3" y="4"/>
                  </a:cxn>
                  <a:cxn ang="0">
                    <a:pos x="0" y="4"/>
                  </a:cxn>
                  <a:cxn ang="0">
                    <a:pos x="0" y="4"/>
                  </a:cxn>
                  <a:cxn ang="0">
                    <a:pos x="0" y="2"/>
                  </a:cxn>
                  <a:cxn ang="0">
                    <a:pos x="0" y="2"/>
                  </a:cxn>
                  <a:cxn ang="0">
                    <a:pos x="0" y="0"/>
                  </a:cxn>
                  <a:cxn ang="0">
                    <a:pos x="0" y="0"/>
                  </a:cxn>
                  <a:cxn ang="0">
                    <a:pos x="0" y="0"/>
                  </a:cxn>
                  <a:cxn ang="0">
                    <a:pos x="3" y="0"/>
                  </a:cxn>
                  <a:cxn ang="0">
                    <a:pos x="3" y="0"/>
                  </a:cxn>
                </a:cxnLst>
                <a:rect l="0" t="0" r="r" b="b"/>
                <a:pathLst>
                  <a:path w="3" h="4">
                    <a:moveTo>
                      <a:pt x="3" y="0"/>
                    </a:moveTo>
                    <a:lnTo>
                      <a:pt x="3" y="2"/>
                    </a:lnTo>
                    <a:lnTo>
                      <a:pt x="3" y="2"/>
                    </a:lnTo>
                    <a:lnTo>
                      <a:pt x="3" y="2"/>
                    </a:lnTo>
                    <a:lnTo>
                      <a:pt x="3" y="4"/>
                    </a:lnTo>
                    <a:lnTo>
                      <a:pt x="3" y="4"/>
                    </a:lnTo>
                    <a:lnTo>
                      <a:pt x="0" y="4"/>
                    </a:lnTo>
                    <a:lnTo>
                      <a:pt x="0" y="4"/>
                    </a:lnTo>
                    <a:lnTo>
                      <a:pt x="0" y="2"/>
                    </a:lnTo>
                    <a:lnTo>
                      <a:pt x="0" y="2"/>
                    </a:lnTo>
                    <a:lnTo>
                      <a:pt x="0" y="0"/>
                    </a:lnTo>
                    <a:lnTo>
                      <a:pt x="0" y="0"/>
                    </a:lnTo>
                    <a:lnTo>
                      <a:pt x="0" y="0"/>
                    </a:lnTo>
                    <a:lnTo>
                      <a:pt x="3" y="0"/>
                    </a:lnTo>
                    <a:lnTo>
                      <a:pt x="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175"/>
              <p:cNvSpPr>
                <a:spLocks/>
              </p:cNvSpPr>
              <p:nvPr/>
            </p:nvSpPr>
            <p:spPr bwMode="auto">
              <a:xfrm>
                <a:off x="2942" y="2711"/>
                <a:ext cx="5" cy="4"/>
              </a:xfrm>
              <a:custGeom>
                <a:avLst/>
                <a:gdLst/>
                <a:ahLst/>
                <a:cxnLst>
                  <a:cxn ang="0">
                    <a:pos x="5" y="2"/>
                  </a:cxn>
                  <a:cxn ang="0">
                    <a:pos x="5" y="4"/>
                  </a:cxn>
                  <a:cxn ang="0">
                    <a:pos x="5" y="4"/>
                  </a:cxn>
                  <a:cxn ang="0">
                    <a:pos x="5" y="4"/>
                  </a:cxn>
                  <a:cxn ang="0">
                    <a:pos x="5" y="4"/>
                  </a:cxn>
                  <a:cxn ang="0">
                    <a:pos x="3" y="4"/>
                  </a:cxn>
                  <a:cxn ang="0">
                    <a:pos x="3" y="4"/>
                  </a:cxn>
                  <a:cxn ang="0">
                    <a:pos x="5" y="4"/>
                  </a:cxn>
                  <a:cxn ang="0">
                    <a:pos x="5" y="2"/>
                  </a:cxn>
                  <a:cxn ang="0">
                    <a:pos x="3" y="2"/>
                  </a:cxn>
                  <a:cxn ang="0">
                    <a:pos x="3" y="2"/>
                  </a:cxn>
                  <a:cxn ang="0">
                    <a:pos x="0" y="2"/>
                  </a:cxn>
                  <a:cxn ang="0">
                    <a:pos x="0" y="2"/>
                  </a:cxn>
                  <a:cxn ang="0">
                    <a:pos x="0" y="0"/>
                  </a:cxn>
                  <a:cxn ang="0">
                    <a:pos x="3" y="0"/>
                  </a:cxn>
                  <a:cxn ang="0">
                    <a:pos x="3" y="0"/>
                  </a:cxn>
                  <a:cxn ang="0">
                    <a:pos x="5" y="0"/>
                  </a:cxn>
                  <a:cxn ang="0">
                    <a:pos x="5" y="0"/>
                  </a:cxn>
                  <a:cxn ang="0">
                    <a:pos x="5" y="0"/>
                  </a:cxn>
                  <a:cxn ang="0">
                    <a:pos x="5" y="2"/>
                  </a:cxn>
                  <a:cxn ang="0">
                    <a:pos x="5" y="2"/>
                  </a:cxn>
                </a:cxnLst>
                <a:rect l="0" t="0" r="r" b="b"/>
                <a:pathLst>
                  <a:path w="5" h="4">
                    <a:moveTo>
                      <a:pt x="5" y="2"/>
                    </a:moveTo>
                    <a:lnTo>
                      <a:pt x="5" y="4"/>
                    </a:lnTo>
                    <a:lnTo>
                      <a:pt x="5" y="4"/>
                    </a:lnTo>
                    <a:lnTo>
                      <a:pt x="5" y="4"/>
                    </a:lnTo>
                    <a:lnTo>
                      <a:pt x="5" y="4"/>
                    </a:lnTo>
                    <a:lnTo>
                      <a:pt x="3" y="4"/>
                    </a:lnTo>
                    <a:lnTo>
                      <a:pt x="3" y="4"/>
                    </a:lnTo>
                    <a:lnTo>
                      <a:pt x="5" y="4"/>
                    </a:lnTo>
                    <a:lnTo>
                      <a:pt x="5" y="2"/>
                    </a:lnTo>
                    <a:lnTo>
                      <a:pt x="3" y="2"/>
                    </a:lnTo>
                    <a:lnTo>
                      <a:pt x="3" y="2"/>
                    </a:lnTo>
                    <a:lnTo>
                      <a:pt x="0" y="2"/>
                    </a:lnTo>
                    <a:lnTo>
                      <a:pt x="0" y="2"/>
                    </a:lnTo>
                    <a:lnTo>
                      <a:pt x="0" y="0"/>
                    </a:lnTo>
                    <a:lnTo>
                      <a:pt x="3" y="0"/>
                    </a:lnTo>
                    <a:lnTo>
                      <a:pt x="3" y="0"/>
                    </a:lnTo>
                    <a:lnTo>
                      <a:pt x="5" y="0"/>
                    </a:lnTo>
                    <a:lnTo>
                      <a:pt x="5" y="0"/>
                    </a:lnTo>
                    <a:lnTo>
                      <a:pt x="5" y="0"/>
                    </a:lnTo>
                    <a:lnTo>
                      <a:pt x="5" y="2"/>
                    </a:lnTo>
                    <a:lnTo>
                      <a:pt x="5"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1" name="Freeform 176"/>
              <p:cNvSpPr>
                <a:spLocks/>
              </p:cNvSpPr>
              <p:nvPr/>
            </p:nvSpPr>
            <p:spPr bwMode="auto">
              <a:xfrm>
                <a:off x="2942" y="2711"/>
                <a:ext cx="5" cy="4"/>
              </a:xfrm>
              <a:custGeom>
                <a:avLst/>
                <a:gdLst/>
                <a:ahLst/>
                <a:cxnLst>
                  <a:cxn ang="0">
                    <a:pos x="5" y="2"/>
                  </a:cxn>
                  <a:cxn ang="0">
                    <a:pos x="5" y="4"/>
                  </a:cxn>
                  <a:cxn ang="0">
                    <a:pos x="5" y="4"/>
                  </a:cxn>
                  <a:cxn ang="0">
                    <a:pos x="5" y="4"/>
                  </a:cxn>
                  <a:cxn ang="0">
                    <a:pos x="5" y="4"/>
                  </a:cxn>
                  <a:cxn ang="0">
                    <a:pos x="3" y="4"/>
                  </a:cxn>
                  <a:cxn ang="0">
                    <a:pos x="3" y="4"/>
                  </a:cxn>
                  <a:cxn ang="0">
                    <a:pos x="5" y="4"/>
                  </a:cxn>
                  <a:cxn ang="0">
                    <a:pos x="5" y="2"/>
                  </a:cxn>
                  <a:cxn ang="0">
                    <a:pos x="3" y="2"/>
                  </a:cxn>
                  <a:cxn ang="0">
                    <a:pos x="3" y="2"/>
                  </a:cxn>
                  <a:cxn ang="0">
                    <a:pos x="0" y="2"/>
                  </a:cxn>
                  <a:cxn ang="0">
                    <a:pos x="0" y="2"/>
                  </a:cxn>
                  <a:cxn ang="0">
                    <a:pos x="0" y="0"/>
                  </a:cxn>
                  <a:cxn ang="0">
                    <a:pos x="3" y="0"/>
                  </a:cxn>
                  <a:cxn ang="0">
                    <a:pos x="3" y="0"/>
                  </a:cxn>
                  <a:cxn ang="0">
                    <a:pos x="5" y="0"/>
                  </a:cxn>
                  <a:cxn ang="0">
                    <a:pos x="5" y="0"/>
                  </a:cxn>
                  <a:cxn ang="0">
                    <a:pos x="5" y="0"/>
                  </a:cxn>
                  <a:cxn ang="0">
                    <a:pos x="5" y="2"/>
                  </a:cxn>
                  <a:cxn ang="0">
                    <a:pos x="5" y="2"/>
                  </a:cxn>
                </a:cxnLst>
                <a:rect l="0" t="0" r="r" b="b"/>
                <a:pathLst>
                  <a:path w="5" h="4">
                    <a:moveTo>
                      <a:pt x="5" y="2"/>
                    </a:moveTo>
                    <a:lnTo>
                      <a:pt x="5" y="4"/>
                    </a:lnTo>
                    <a:lnTo>
                      <a:pt x="5" y="4"/>
                    </a:lnTo>
                    <a:lnTo>
                      <a:pt x="5" y="4"/>
                    </a:lnTo>
                    <a:lnTo>
                      <a:pt x="5" y="4"/>
                    </a:lnTo>
                    <a:lnTo>
                      <a:pt x="3" y="4"/>
                    </a:lnTo>
                    <a:lnTo>
                      <a:pt x="3" y="4"/>
                    </a:lnTo>
                    <a:lnTo>
                      <a:pt x="5" y="4"/>
                    </a:lnTo>
                    <a:lnTo>
                      <a:pt x="5" y="2"/>
                    </a:lnTo>
                    <a:lnTo>
                      <a:pt x="3" y="2"/>
                    </a:lnTo>
                    <a:lnTo>
                      <a:pt x="3" y="2"/>
                    </a:lnTo>
                    <a:lnTo>
                      <a:pt x="0" y="2"/>
                    </a:lnTo>
                    <a:lnTo>
                      <a:pt x="0" y="2"/>
                    </a:lnTo>
                    <a:lnTo>
                      <a:pt x="0" y="0"/>
                    </a:lnTo>
                    <a:lnTo>
                      <a:pt x="3" y="0"/>
                    </a:lnTo>
                    <a:lnTo>
                      <a:pt x="3" y="0"/>
                    </a:lnTo>
                    <a:lnTo>
                      <a:pt x="5" y="0"/>
                    </a:lnTo>
                    <a:lnTo>
                      <a:pt x="5" y="0"/>
                    </a:lnTo>
                    <a:lnTo>
                      <a:pt x="5" y="0"/>
                    </a:lnTo>
                    <a:lnTo>
                      <a:pt x="5" y="2"/>
                    </a:lnTo>
                    <a:lnTo>
                      <a:pt x="5"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2" name="Freeform 177"/>
              <p:cNvSpPr>
                <a:spLocks/>
              </p:cNvSpPr>
              <p:nvPr/>
            </p:nvSpPr>
            <p:spPr bwMode="auto">
              <a:xfrm>
                <a:off x="2945" y="2748"/>
                <a:ext cx="9" cy="5"/>
              </a:xfrm>
              <a:custGeom>
                <a:avLst/>
                <a:gdLst/>
                <a:ahLst/>
                <a:cxnLst>
                  <a:cxn ang="0">
                    <a:pos x="7" y="0"/>
                  </a:cxn>
                  <a:cxn ang="0">
                    <a:pos x="7" y="3"/>
                  </a:cxn>
                  <a:cxn ang="0">
                    <a:pos x="9" y="3"/>
                  </a:cxn>
                  <a:cxn ang="0">
                    <a:pos x="9" y="3"/>
                  </a:cxn>
                  <a:cxn ang="0">
                    <a:pos x="9" y="3"/>
                  </a:cxn>
                  <a:cxn ang="0">
                    <a:pos x="9" y="5"/>
                  </a:cxn>
                  <a:cxn ang="0">
                    <a:pos x="9" y="5"/>
                  </a:cxn>
                  <a:cxn ang="0">
                    <a:pos x="9" y="5"/>
                  </a:cxn>
                  <a:cxn ang="0">
                    <a:pos x="7" y="5"/>
                  </a:cxn>
                  <a:cxn ang="0">
                    <a:pos x="7" y="5"/>
                  </a:cxn>
                  <a:cxn ang="0">
                    <a:pos x="7" y="5"/>
                  </a:cxn>
                  <a:cxn ang="0">
                    <a:pos x="4" y="5"/>
                  </a:cxn>
                  <a:cxn ang="0">
                    <a:pos x="4" y="5"/>
                  </a:cxn>
                  <a:cxn ang="0">
                    <a:pos x="2" y="5"/>
                  </a:cxn>
                  <a:cxn ang="0">
                    <a:pos x="2" y="5"/>
                  </a:cxn>
                  <a:cxn ang="0">
                    <a:pos x="2" y="5"/>
                  </a:cxn>
                  <a:cxn ang="0">
                    <a:pos x="2" y="5"/>
                  </a:cxn>
                  <a:cxn ang="0">
                    <a:pos x="0" y="5"/>
                  </a:cxn>
                  <a:cxn ang="0">
                    <a:pos x="0" y="3"/>
                  </a:cxn>
                  <a:cxn ang="0">
                    <a:pos x="0" y="3"/>
                  </a:cxn>
                  <a:cxn ang="0">
                    <a:pos x="2" y="3"/>
                  </a:cxn>
                  <a:cxn ang="0">
                    <a:pos x="2" y="0"/>
                  </a:cxn>
                  <a:cxn ang="0">
                    <a:pos x="2" y="0"/>
                  </a:cxn>
                  <a:cxn ang="0">
                    <a:pos x="2" y="0"/>
                  </a:cxn>
                  <a:cxn ang="0">
                    <a:pos x="4" y="0"/>
                  </a:cxn>
                  <a:cxn ang="0">
                    <a:pos x="4" y="0"/>
                  </a:cxn>
                  <a:cxn ang="0">
                    <a:pos x="7" y="0"/>
                  </a:cxn>
                  <a:cxn ang="0">
                    <a:pos x="7" y="0"/>
                  </a:cxn>
                  <a:cxn ang="0">
                    <a:pos x="7" y="0"/>
                  </a:cxn>
                </a:cxnLst>
                <a:rect l="0" t="0" r="r" b="b"/>
                <a:pathLst>
                  <a:path w="9" h="5">
                    <a:moveTo>
                      <a:pt x="7" y="0"/>
                    </a:moveTo>
                    <a:lnTo>
                      <a:pt x="7" y="3"/>
                    </a:lnTo>
                    <a:lnTo>
                      <a:pt x="9" y="3"/>
                    </a:lnTo>
                    <a:lnTo>
                      <a:pt x="9" y="3"/>
                    </a:lnTo>
                    <a:lnTo>
                      <a:pt x="9" y="3"/>
                    </a:lnTo>
                    <a:lnTo>
                      <a:pt x="9" y="5"/>
                    </a:lnTo>
                    <a:lnTo>
                      <a:pt x="9" y="5"/>
                    </a:lnTo>
                    <a:lnTo>
                      <a:pt x="9" y="5"/>
                    </a:lnTo>
                    <a:lnTo>
                      <a:pt x="7" y="5"/>
                    </a:lnTo>
                    <a:lnTo>
                      <a:pt x="7" y="5"/>
                    </a:lnTo>
                    <a:lnTo>
                      <a:pt x="7" y="5"/>
                    </a:lnTo>
                    <a:lnTo>
                      <a:pt x="4" y="5"/>
                    </a:lnTo>
                    <a:lnTo>
                      <a:pt x="4" y="5"/>
                    </a:lnTo>
                    <a:lnTo>
                      <a:pt x="2" y="5"/>
                    </a:lnTo>
                    <a:lnTo>
                      <a:pt x="2" y="5"/>
                    </a:lnTo>
                    <a:lnTo>
                      <a:pt x="2" y="5"/>
                    </a:lnTo>
                    <a:lnTo>
                      <a:pt x="2" y="5"/>
                    </a:lnTo>
                    <a:lnTo>
                      <a:pt x="0" y="5"/>
                    </a:lnTo>
                    <a:lnTo>
                      <a:pt x="0" y="3"/>
                    </a:lnTo>
                    <a:lnTo>
                      <a:pt x="0" y="3"/>
                    </a:lnTo>
                    <a:lnTo>
                      <a:pt x="2" y="3"/>
                    </a:lnTo>
                    <a:lnTo>
                      <a:pt x="2" y="0"/>
                    </a:lnTo>
                    <a:lnTo>
                      <a:pt x="2" y="0"/>
                    </a:lnTo>
                    <a:lnTo>
                      <a:pt x="2" y="0"/>
                    </a:lnTo>
                    <a:lnTo>
                      <a:pt x="4" y="0"/>
                    </a:lnTo>
                    <a:lnTo>
                      <a:pt x="4" y="0"/>
                    </a:lnTo>
                    <a:lnTo>
                      <a:pt x="7" y="0"/>
                    </a:lnTo>
                    <a:lnTo>
                      <a:pt x="7"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 name="Freeform 178"/>
              <p:cNvSpPr>
                <a:spLocks/>
              </p:cNvSpPr>
              <p:nvPr/>
            </p:nvSpPr>
            <p:spPr bwMode="auto">
              <a:xfrm>
                <a:off x="2945" y="2748"/>
                <a:ext cx="9" cy="5"/>
              </a:xfrm>
              <a:custGeom>
                <a:avLst/>
                <a:gdLst/>
                <a:ahLst/>
                <a:cxnLst>
                  <a:cxn ang="0">
                    <a:pos x="7" y="0"/>
                  </a:cxn>
                  <a:cxn ang="0">
                    <a:pos x="7" y="3"/>
                  </a:cxn>
                  <a:cxn ang="0">
                    <a:pos x="9" y="3"/>
                  </a:cxn>
                  <a:cxn ang="0">
                    <a:pos x="9" y="3"/>
                  </a:cxn>
                  <a:cxn ang="0">
                    <a:pos x="9" y="3"/>
                  </a:cxn>
                  <a:cxn ang="0">
                    <a:pos x="9" y="5"/>
                  </a:cxn>
                  <a:cxn ang="0">
                    <a:pos x="9" y="5"/>
                  </a:cxn>
                  <a:cxn ang="0">
                    <a:pos x="9" y="5"/>
                  </a:cxn>
                  <a:cxn ang="0">
                    <a:pos x="7" y="5"/>
                  </a:cxn>
                  <a:cxn ang="0">
                    <a:pos x="7" y="5"/>
                  </a:cxn>
                  <a:cxn ang="0">
                    <a:pos x="7" y="5"/>
                  </a:cxn>
                  <a:cxn ang="0">
                    <a:pos x="4" y="5"/>
                  </a:cxn>
                  <a:cxn ang="0">
                    <a:pos x="4" y="5"/>
                  </a:cxn>
                  <a:cxn ang="0">
                    <a:pos x="2" y="5"/>
                  </a:cxn>
                  <a:cxn ang="0">
                    <a:pos x="2" y="5"/>
                  </a:cxn>
                  <a:cxn ang="0">
                    <a:pos x="2" y="5"/>
                  </a:cxn>
                  <a:cxn ang="0">
                    <a:pos x="2" y="5"/>
                  </a:cxn>
                  <a:cxn ang="0">
                    <a:pos x="0" y="5"/>
                  </a:cxn>
                  <a:cxn ang="0">
                    <a:pos x="0" y="3"/>
                  </a:cxn>
                  <a:cxn ang="0">
                    <a:pos x="0" y="3"/>
                  </a:cxn>
                  <a:cxn ang="0">
                    <a:pos x="2" y="3"/>
                  </a:cxn>
                  <a:cxn ang="0">
                    <a:pos x="2" y="0"/>
                  </a:cxn>
                  <a:cxn ang="0">
                    <a:pos x="2" y="0"/>
                  </a:cxn>
                  <a:cxn ang="0">
                    <a:pos x="2" y="0"/>
                  </a:cxn>
                  <a:cxn ang="0">
                    <a:pos x="4" y="0"/>
                  </a:cxn>
                  <a:cxn ang="0">
                    <a:pos x="4" y="0"/>
                  </a:cxn>
                  <a:cxn ang="0">
                    <a:pos x="7" y="0"/>
                  </a:cxn>
                  <a:cxn ang="0">
                    <a:pos x="7" y="0"/>
                  </a:cxn>
                  <a:cxn ang="0">
                    <a:pos x="7" y="0"/>
                  </a:cxn>
                </a:cxnLst>
                <a:rect l="0" t="0" r="r" b="b"/>
                <a:pathLst>
                  <a:path w="9" h="5">
                    <a:moveTo>
                      <a:pt x="7" y="0"/>
                    </a:moveTo>
                    <a:lnTo>
                      <a:pt x="7" y="3"/>
                    </a:lnTo>
                    <a:lnTo>
                      <a:pt x="9" y="3"/>
                    </a:lnTo>
                    <a:lnTo>
                      <a:pt x="9" y="3"/>
                    </a:lnTo>
                    <a:lnTo>
                      <a:pt x="9" y="3"/>
                    </a:lnTo>
                    <a:lnTo>
                      <a:pt x="9" y="5"/>
                    </a:lnTo>
                    <a:lnTo>
                      <a:pt x="9" y="5"/>
                    </a:lnTo>
                    <a:lnTo>
                      <a:pt x="9" y="5"/>
                    </a:lnTo>
                    <a:lnTo>
                      <a:pt x="7" y="5"/>
                    </a:lnTo>
                    <a:lnTo>
                      <a:pt x="7" y="5"/>
                    </a:lnTo>
                    <a:lnTo>
                      <a:pt x="7" y="5"/>
                    </a:lnTo>
                    <a:lnTo>
                      <a:pt x="4" y="5"/>
                    </a:lnTo>
                    <a:lnTo>
                      <a:pt x="4" y="5"/>
                    </a:lnTo>
                    <a:lnTo>
                      <a:pt x="2" y="5"/>
                    </a:lnTo>
                    <a:lnTo>
                      <a:pt x="2" y="5"/>
                    </a:lnTo>
                    <a:lnTo>
                      <a:pt x="2" y="5"/>
                    </a:lnTo>
                    <a:lnTo>
                      <a:pt x="2" y="5"/>
                    </a:lnTo>
                    <a:lnTo>
                      <a:pt x="0" y="5"/>
                    </a:lnTo>
                    <a:lnTo>
                      <a:pt x="0" y="3"/>
                    </a:lnTo>
                    <a:lnTo>
                      <a:pt x="0" y="3"/>
                    </a:lnTo>
                    <a:lnTo>
                      <a:pt x="2" y="3"/>
                    </a:lnTo>
                    <a:lnTo>
                      <a:pt x="2" y="0"/>
                    </a:lnTo>
                    <a:lnTo>
                      <a:pt x="2" y="0"/>
                    </a:lnTo>
                    <a:lnTo>
                      <a:pt x="2" y="0"/>
                    </a:lnTo>
                    <a:lnTo>
                      <a:pt x="4" y="0"/>
                    </a:lnTo>
                    <a:lnTo>
                      <a:pt x="4" y="0"/>
                    </a:lnTo>
                    <a:lnTo>
                      <a:pt x="7" y="0"/>
                    </a:lnTo>
                    <a:lnTo>
                      <a:pt x="7"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 name="Freeform 179"/>
              <p:cNvSpPr>
                <a:spLocks/>
              </p:cNvSpPr>
              <p:nvPr/>
            </p:nvSpPr>
            <p:spPr bwMode="auto">
              <a:xfrm>
                <a:off x="2966" y="2805"/>
                <a:ext cx="9" cy="12"/>
              </a:xfrm>
              <a:custGeom>
                <a:avLst/>
                <a:gdLst/>
                <a:ahLst/>
                <a:cxnLst>
                  <a:cxn ang="0">
                    <a:pos x="5" y="0"/>
                  </a:cxn>
                  <a:cxn ang="0">
                    <a:pos x="5" y="3"/>
                  </a:cxn>
                  <a:cxn ang="0">
                    <a:pos x="5" y="3"/>
                  </a:cxn>
                  <a:cxn ang="0">
                    <a:pos x="5" y="3"/>
                  </a:cxn>
                  <a:cxn ang="0">
                    <a:pos x="5" y="3"/>
                  </a:cxn>
                  <a:cxn ang="0">
                    <a:pos x="7" y="3"/>
                  </a:cxn>
                  <a:cxn ang="0">
                    <a:pos x="7" y="5"/>
                  </a:cxn>
                  <a:cxn ang="0">
                    <a:pos x="7" y="5"/>
                  </a:cxn>
                  <a:cxn ang="0">
                    <a:pos x="7" y="5"/>
                  </a:cxn>
                  <a:cxn ang="0">
                    <a:pos x="7" y="7"/>
                  </a:cxn>
                  <a:cxn ang="0">
                    <a:pos x="7" y="7"/>
                  </a:cxn>
                  <a:cxn ang="0">
                    <a:pos x="7" y="7"/>
                  </a:cxn>
                  <a:cxn ang="0">
                    <a:pos x="9" y="7"/>
                  </a:cxn>
                  <a:cxn ang="0">
                    <a:pos x="9" y="10"/>
                  </a:cxn>
                  <a:cxn ang="0">
                    <a:pos x="9" y="10"/>
                  </a:cxn>
                  <a:cxn ang="0">
                    <a:pos x="9" y="12"/>
                  </a:cxn>
                  <a:cxn ang="0">
                    <a:pos x="7" y="12"/>
                  </a:cxn>
                  <a:cxn ang="0">
                    <a:pos x="7" y="10"/>
                  </a:cxn>
                  <a:cxn ang="0">
                    <a:pos x="7" y="10"/>
                  </a:cxn>
                  <a:cxn ang="0">
                    <a:pos x="7" y="10"/>
                  </a:cxn>
                  <a:cxn ang="0">
                    <a:pos x="7" y="12"/>
                  </a:cxn>
                  <a:cxn ang="0">
                    <a:pos x="5" y="12"/>
                  </a:cxn>
                  <a:cxn ang="0">
                    <a:pos x="5" y="10"/>
                  </a:cxn>
                  <a:cxn ang="0">
                    <a:pos x="5" y="10"/>
                  </a:cxn>
                  <a:cxn ang="0">
                    <a:pos x="5" y="10"/>
                  </a:cxn>
                  <a:cxn ang="0">
                    <a:pos x="5" y="7"/>
                  </a:cxn>
                  <a:cxn ang="0">
                    <a:pos x="2" y="7"/>
                  </a:cxn>
                  <a:cxn ang="0">
                    <a:pos x="2" y="7"/>
                  </a:cxn>
                  <a:cxn ang="0">
                    <a:pos x="2" y="7"/>
                  </a:cxn>
                  <a:cxn ang="0">
                    <a:pos x="2" y="7"/>
                  </a:cxn>
                  <a:cxn ang="0">
                    <a:pos x="0" y="7"/>
                  </a:cxn>
                  <a:cxn ang="0">
                    <a:pos x="0" y="5"/>
                  </a:cxn>
                  <a:cxn ang="0">
                    <a:pos x="0" y="5"/>
                  </a:cxn>
                  <a:cxn ang="0">
                    <a:pos x="0" y="3"/>
                  </a:cxn>
                  <a:cxn ang="0">
                    <a:pos x="0" y="3"/>
                  </a:cxn>
                  <a:cxn ang="0">
                    <a:pos x="2" y="3"/>
                  </a:cxn>
                  <a:cxn ang="0">
                    <a:pos x="2" y="3"/>
                  </a:cxn>
                  <a:cxn ang="0">
                    <a:pos x="2" y="0"/>
                  </a:cxn>
                  <a:cxn ang="0">
                    <a:pos x="2" y="0"/>
                  </a:cxn>
                  <a:cxn ang="0">
                    <a:pos x="2" y="0"/>
                  </a:cxn>
                  <a:cxn ang="0">
                    <a:pos x="5" y="0"/>
                  </a:cxn>
                </a:cxnLst>
                <a:rect l="0" t="0" r="r" b="b"/>
                <a:pathLst>
                  <a:path w="9" h="12">
                    <a:moveTo>
                      <a:pt x="5" y="0"/>
                    </a:moveTo>
                    <a:lnTo>
                      <a:pt x="5" y="3"/>
                    </a:lnTo>
                    <a:lnTo>
                      <a:pt x="5" y="3"/>
                    </a:lnTo>
                    <a:lnTo>
                      <a:pt x="5" y="3"/>
                    </a:lnTo>
                    <a:lnTo>
                      <a:pt x="5" y="3"/>
                    </a:lnTo>
                    <a:lnTo>
                      <a:pt x="7" y="3"/>
                    </a:lnTo>
                    <a:lnTo>
                      <a:pt x="7" y="5"/>
                    </a:lnTo>
                    <a:lnTo>
                      <a:pt x="7" y="5"/>
                    </a:lnTo>
                    <a:lnTo>
                      <a:pt x="7" y="5"/>
                    </a:lnTo>
                    <a:lnTo>
                      <a:pt x="7" y="7"/>
                    </a:lnTo>
                    <a:lnTo>
                      <a:pt x="7" y="7"/>
                    </a:lnTo>
                    <a:lnTo>
                      <a:pt x="7" y="7"/>
                    </a:lnTo>
                    <a:lnTo>
                      <a:pt x="9" y="7"/>
                    </a:lnTo>
                    <a:lnTo>
                      <a:pt x="9" y="10"/>
                    </a:lnTo>
                    <a:lnTo>
                      <a:pt x="9" y="10"/>
                    </a:lnTo>
                    <a:lnTo>
                      <a:pt x="9" y="12"/>
                    </a:lnTo>
                    <a:lnTo>
                      <a:pt x="7" y="12"/>
                    </a:lnTo>
                    <a:lnTo>
                      <a:pt x="7" y="10"/>
                    </a:lnTo>
                    <a:lnTo>
                      <a:pt x="7" y="10"/>
                    </a:lnTo>
                    <a:lnTo>
                      <a:pt x="7" y="10"/>
                    </a:lnTo>
                    <a:lnTo>
                      <a:pt x="7" y="12"/>
                    </a:lnTo>
                    <a:lnTo>
                      <a:pt x="5" y="12"/>
                    </a:lnTo>
                    <a:lnTo>
                      <a:pt x="5" y="10"/>
                    </a:lnTo>
                    <a:lnTo>
                      <a:pt x="5" y="10"/>
                    </a:lnTo>
                    <a:lnTo>
                      <a:pt x="5" y="10"/>
                    </a:lnTo>
                    <a:lnTo>
                      <a:pt x="5" y="7"/>
                    </a:lnTo>
                    <a:lnTo>
                      <a:pt x="2" y="7"/>
                    </a:lnTo>
                    <a:lnTo>
                      <a:pt x="2" y="7"/>
                    </a:lnTo>
                    <a:lnTo>
                      <a:pt x="2" y="7"/>
                    </a:lnTo>
                    <a:lnTo>
                      <a:pt x="2" y="7"/>
                    </a:lnTo>
                    <a:lnTo>
                      <a:pt x="0" y="7"/>
                    </a:lnTo>
                    <a:lnTo>
                      <a:pt x="0" y="5"/>
                    </a:lnTo>
                    <a:lnTo>
                      <a:pt x="0" y="5"/>
                    </a:lnTo>
                    <a:lnTo>
                      <a:pt x="0" y="3"/>
                    </a:lnTo>
                    <a:lnTo>
                      <a:pt x="0" y="3"/>
                    </a:lnTo>
                    <a:lnTo>
                      <a:pt x="2" y="3"/>
                    </a:lnTo>
                    <a:lnTo>
                      <a:pt x="2" y="3"/>
                    </a:lnTo>
                    <a:lnTo>
                      <a:pt x="2" y="0"/>
                    </a:lnTo>
                    <a:lnTo>
                      <a:pt x="2" y="0"/>
                    </a:lnTo>
                    <a:lnTo>
                      <a:pt x="2" y="0"/>
                    </a:lnTo>
                    <a:lnTo>
                      <a:pt x="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 name="Freeform 180"/>
              <p:cNvSpPr>
                <a:spLocks/>
              </p:cNvSpPr>
              <p:nvPr/>
            </p:nvSpPr>
            <p:spPr bwMode="auto">
              <a:xfrm>
                <a:off x="2966" y="2805"/>
                <a:ext cx="9" cy="12"/>
              </a:xfrm>
              <a:custGeom>
                <a:avLst/>
                <a:gdLst/>
                <a:ahLst/>
                <a:cxnLst>
                  <a:cxn ang="0">
                    <a:pos x="5" y="0"/>
                  </a:cxn>
                  <a:cxn ang="0">
                    <a:pos x="5" y="3"/>
                  </a:cxn>
                  <a:cxn ang="0">
                    <a:pos x="5" y="3"/>
                  </a:cxn>
                  <a:cxn ang="0">
                    <a:pos x="5" y="3"/>
                  </a:cxn>
                  <a:cxn ang="0">
                    <a:pos x="5" y="3"/>
                  </a:cxn>
                  <a:cxn ang="0">
                    <a:pos x="7" y="3"/>
                  </a:cxn>
                  <a:cxn ang="0">
                    <a:pos x="7" y="5"/>
                  </a:cxn>
                  <a:cxn ang="0">
                    <a:pos x="7" y="5"/>
                  </a:cxn>
                  <a:cxn ang="0">
                    <a:pos x="7" y="5"/>
                  </a:cxn>
                  <a:cxn ang="0">
                    <a:pos x="7" y="7"/>
                  </a:cxn>
                  <a:cxn ang="0">
                    <a:pos x="7" y="7"/>
                  </a:cxn>
                  <a:cxn ang="0">
                    <a:pos x="7" y="7"/>
                  </a:cxn>
                  <a:cxn ang="0">
                    <a:pos x="9" y="7"/>
                  </a:cxn>
                  <a:cxn ang="0">
                    <a:pos x="9" y="10"/>
                  </a:cxn>
                  <a:cxn ang="0">
                    <a:pos x="9" y="10"/>
                  </a:cxn>
                  <a:cxn ang="0">
                    <a:pos x="9" y="12"/>
                  </a:cxn>
                  <a:cxn ang="0">
                    <a:pos x="7" y="12"/>
                  </a:cxn>
                  <a:cxn ang="0">
                    <a:pos x="7" y="10"/>
                  </a:cxn>
                  <a:cxn ang="0">
                    <a:pos x="7" y="10"/>
                  </a:cxn>
                  <a:cxn ang="0">
                    <a:pos x="7" y="10"/>
                  </a:cxn>
                  <a:cxn ang="0">
                    <a:pos x="7" y="12"/>
                  </a:cxn>
                  <a:cxn ang="0">
                    <a:pos x="5" y="12"/>
                  </a:cxn>
                  <a:cxn ang="0">
                    <a:pos x="5" y="10"/>
                  </a:cxn>
                  <a:cxn ang="0">
                    <a:pos x="5" y="10"/>
                  </a:cxn>
                  <a:cxn ang="0">
                    <a:pos x="5" y="10"/>
                  </a:cxn>
                  <a:cxn ang="0">
                    <a:pos x="5" y="7"/>
                  </a:cxn>
                  <a:cxn ang="0">
                    <a:pos x="2" y="7"/>
                  </a:cxn>
                  <a:cxn ang="0">
                    <a:pos x="2" y="7"/>
                  </a:cxn>
                  <a:cxn ang="0">
                    <a:pos x="2" y="7"/>
                  </a:cxn>
                  <a:cxn ang="0">
                    <a:pos x="2" y="7"/>
                  </a:cxn>
                  <a:cxn ang="0">
                    <a:pos x="0" y="7"/>
                  </a:cxn>
                  <a:cxn ang="0">
                    <a:pos x="0" y="5"/>
                  </a:cxn>
                  <a:cxn ang="0">
                    <a:pos x="0" y="5"/>
                  </a:cxn>
                  <a:cxn ang="0">
                    <a:pos x="0" y="3"/>
                  </a:cxn>
                  <a:cxn ang="0">
                    <a:pos x="0" y="3"/>
                  </a:cxn>
                  <a:cxn ang="0">
                    <a:pos x="2" y="3"/>
                  </a:cxn>
                  <a:cxn ang="0">
                    <a:pos x="2" y="3"/>
                  </a:cxn>
                  <a:cxn ang="0">
                    <a:pos x="2" y="0"/>
                  </a:cxn>
                  <a:cxn ang="0">
                    <a:pos x="2" y="0"/>
                  </a:cxn>
                  <a:cxn ang="0">
                    <a:pos x="2" y="0"/>
                  </a:cxn>
                  <a:cxn ang="0">
                    <a:pos x="5" y="0"/>
                  </a:cxn>
                </a:cxnLst>
                <a:rect l="0" t="0" r="r" b="b"/>
                <a:pathLst>
                  <a:path w="9" h="12">
                    <a:moveTo>
                      <a:pt x="5" y="0"/>
                    </a:moveTo>
                    <a:lnTo>
                      <a:pt x="5" y="3"/>
                    </a:lnTo>
                    <a:lnTo>
                      <a:pt x="5" y="3"/>
                    </a:lnTo>
                    <a:lnTo>
                      <a:pt x="5" y="3"/>
                    </a:lnTo>
                    <a:lnTo>
                      <a:pt x="5" y="3"/>
                    </a:lnTo>
                    <a:lnTo>
                      <a:pt x="7" y="3"/>
                    </a:lnTo>
                    <a:lnTo>
                      <a:pt x="7" y="5"/>
                    </a:lnTo>
                    <a:lnTo>
                      <a:pt x="7" y="5"/>
                    </a:lnTo>
                    <a:lnTo>
                      <a:pt x="7" y="5"/>
                    </a:lnTo>
                    <a:lnTo>
                      <a:pt x="7" y="7"/>
                    </a:lnTo>
                    <a:lnTo>
                      <a:pt x="7" y="7"/>
                    </a:lnTo>
                    <a:lnTo>
                      <a:pt x="7" y="7"/>
                    </a:lnTo>
                    <a:lnTo>
                      <a:pt x="9" y="7"/>
                    </a:lnTo>
                    <a:lnTo>
                      <a:pt x="9" y="10"/>
                    </a:lnTo>
                    <a:lnTo>
                      <a:pt x="9" y="10"/>
                    </a:lnTo>
                    <a:lnTo>
                      <a:pt x="9" y="12"/>
                    </a:lnTo>
                    <a:lnTo>
                      <a:pt x="7" y="12"/>
                    </a:lnTo>
                    <a:lnTo>
                      <a:pt x="7" y="10"/>
                    </a:lnTo>
                    <a:lnTo>
                      <a:pt x="7" y="10"/>
                    </a:lnTo>
                    <a:lnTo>
                      <a:pt x="7" y="10"/>
                    </a:lnTo>
                    <a:lnTo>
                      <a:pt x="7" y="12"/>
                    </a:lnTo>
                    <a:lnTo>
                      <a:pt x="5" y="12"/>
                    </a:lnTo>
                    <a:lnTo>
                      <a:pt x="5" y="10"/>
                    </a:lnTo>
                    <a:lnTo>
                      <a:pt x="5" y="10"/>
                    </a:lnTo>
                    <a:lnTo>
                      <a:pt x="5" y="10"/>
                    </a:lnTo>
                    <a:lnTo>
                      <a:pt x="5" y="7"/>
                    </a:lnTo>
                    <a:lnTo>
                      <a:pt x="2" y="7"/>
                    </a:lnTo>
                    <a:lnTo>
                      <a:pt x="2" y="7"/>
                    </a:lnTo>
                    <a:lnTo>
                      <a:pt x="2" y="7"/>
                    </a:lnTo>
                    <a:lnTo>
                      <a:pt x="2" y="7"/>
                    </a:lnTo>
                    <a:lnTo>
                      <a:pt x="0" y="7"/>
                    </a:lnTo>
                    <a:lnTo>
                      <a:pt x="0" y="5"/>
                    </a:lnTo>
                    <a:lnTo>
                      <a:pt x="0" y="5"/>
                    </a:lnTo>
                    <a:lnTo>
                      <a:pt x="0" y="3"/>
                    </a:lnTo>
                    <a:lnTo>
                      <a:pt x="0" y="3"/>
                    </a:lnTo>
                    <a:lnTo>
                      <a:pt x="2" y="3"/>
                    </a:lnTo>
                    <a:lnTo>
                      <a:pt x="2" y="3"/>
                    </a:lnTo>
                    <a:lnTo>
                      <a:pt x="2" y="0"/>
                    </a:lnTo>
                    <a:lnTo>
                      <a:pt x="2" y="0"/>
                    </a:lnTo>
                    <a:lnTo>
                      <a:pt x="2" y="0"/>
                    </a:lnTo>
                    <a:lnTo>
                      <a:pt x="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 name="Freeform 181"/>
              <p:cNvSpPr>
                <a:spLocks/>
              </p:cNvSpPr>
              <p:nvPr/>
            </p:nvSpPr>
            <p:spPr bwMode="auto">
              <a:xfrm>
                <a:off x="2938" y="2753"/>
                <a:ext cx="9" cy="19"/>
              </a:xfrm>
              <a:custGeom>
                <a:avLst/>
                <a:gdLst/>
                <a:ahLst/>
                <a:cxnLst>
                  <a:cxn ang="0">
                    <a:pos x="4" y="0"/>
                  </a:cxn>
                  <a:cxn ang="0">
                    <a:pos x="4" y="0"/>
                  </a:cxn>
                  <a:cxn ang="0">
                    <a:pos x="7" y="3"/>
                  </a:cxn>
                  <a:cxn ang="0">
                    <a:pos x="9" y="3"/>
                  </a:cxn>
                  <a:cxn ang="0">
                    <a:pos x="9" y="5"/>
                  </a:cxn>
                  <a:cxn ang="0">
                    <a:pos x="9" y="5"/>
                  </a:cxn>
                  <a:cxn ang="0">
                    <a:pos x="7" y="7"/>
                  </a:cxn>
                  <a:cxn ang="0">
                    <a:pos x="9" y="7"/>
                  </a:cxn>
                  <a:cxn ang="0">
                    <a:pos x="9" y="10"/>
                  </a:cxn>
                  <a:cxn ang="0">
                    <a:pos x="9" y="12"/>
                  </a:cxn>
                  <a:cxn ang="0">
                    <a:pos x="9" y="12"/>
                  </a:cxn>
                  <a:cxn ang="0">
                    <a:pos x="9" y="14"/>
                  </a:cxn>
                  <a:cxn ang="0">
                    <a:pos x="7" y="14"/>
                  </a:cxn>
                  <a:cxn ang="0">
                    <a:pos x="9" y="17"/>
                  </a:cxn>
                  <a:cxn ang="0">
                    <a:pos x="9" y="19"/>
                  </a:cxn>
                  <a:cxn ang="0">
                    <a:pos x="7" y="19"/>
                  </a:cxn>
                  <a:cxn ang="0">
                    <a:pos x="4" y="17"/>
                  </a:cxn>
                  <a:cxn ang="0">
                    <a:pos x="4" y="17"/>
                  </a:cxn>
                  <a:cxn ang="0">
                    <a:pos x="4" y="14"/>
                  </a:cxn>
                  <a:cxn ang="0">
                    <a:pos x="2" y="14"/>
                  </a:cxn>
                  <a:cxn ang="0">
                    <a:pos x="2" y="14"/>
                  </a:cxn>
                  <a:cxn ang="0">
                    <a:pos x="4" y="14"/>
                  </a:cxn>
                  <a:cxn ang="0">
                    <a:pos x="4" y="12"/>
                  </a:cxn>
                  <a:cxn ang="0">
                    <a:pos x="4" y="10"/>
                  </a:cxn>
                  <a:cxn ang="0">
                    <a:pos x="4" y="7"/>
                  </a:cxn>
                  <a:cxn ang="0">
                    <a:pos x="4" y="5"/>
                  </a:cxn>
                  <a:cxn ang="0">
                    <a:pos x="2" y="5"/>
                  </a:cxn>
                  <a:cxn ang="0">
                    <a:pos x="2" y="5"/>
                  </a:cxn>
                  <a:cxn ang="0">
                    <a:pos x="2" y="5"/>
                  </a:cxn>
                  <a:cxn ang="0">
                    <a:pos x="0" y="5"/>
                  </a:cxn>
                  <a:cxn ang="0">
                    <a:pos x="2" y="5"/>
                  </a:cxn>
                  <a:cxn ang="0">
                    <a:pos x="2" y="3"/>
                  </a:cxn>
                  <a:cxn ang="0">
                    <a:pos x="2" y="3"/>
                  </a:cxn>
                  <a:cxn ang="0">
                    <a:pos x="0" y="0"/>
                  </a:cxn>
                  <a:cxn ang="0">
                    <a:pos x="2" y="0"/>
                  </a:cxn>
                  <a:cxn ang="0">
                    <a:pos x="2" y="0"/>
                  </a:cxn>
                </a:cxnLst>
                <a:rect l="0" t="0" r="r" b="b"/>
                <a:pathLst>
                  <a:path w="9" h="19">
                    <a:moveTo>
                      <a:pt x="4" y="0"/>
                    </a:moveTo>
                    <a:lnTo>
                      <a:pt x="4" y="0"/>
                    </a:lnTo>
                    <a:lnTo>
                      <a:pt x="4" y="0"/>
                    </a:lnTo>
                    <a:lnTo>
                      <a:pt x="4" y="0"/>
                    </a:lnTo>
                    <a:lnTo>
                      <a:pt x="7" y="0"/>
                    </a:lnTo>
                    <a:lnTo>
                      <a:pt x="7" y="3"/>
                    </a:lnTo>
                    <a:lnTo>
                      <a:pt x="7" y="3"/>
                    </a:lnTo>
                    <a:lnTo>
                      <a:pt x="9" y="3"/>
                    </a:lnTo>
                    <a:lnTo>
                      <a:pt x="9" y="3"/>
                    </a:lnTo>
                    <a:lnTo>
                      <a:pt x="9" y="5"/>
                    </a:lnTo>
                    <a:lnTo>
                      <a:pt x="9" y="5"/>
                    </a:lnTo>
                    <a:lnTo>
                      <a:pt x="9" y="5"/>
                    </a:lnTo>
                    <a:lnTo>
                      <a:pt x="7" y="5"/>
                    </a:lnTo>
                    <a:lnTo>
                      <a:pt x="7" y="7"/>
                    </a:lnTo>
                    <a:lnTo>
                      <a:pt x="9" y="7"/>
                    </a:lnTo>
                    <a:lnTo>
                      <a:pt x="9" y="7"/>
                    </a:lnTo>
                    <a:lnTo>
                      <a:pt x="9" y="7"/>
                    </a:lnTo>
                    <a:lnTo>
                      <a:pt x="9" y="10"/>
                    </a:lnTo>
                    <a:lnTo>
                      <a:pt x="9" y="10"/>
                    </a:lnTo>
                    <a:lnTo>
                      <a:pt x="9" y="12"/>
                    </a:lnTo>
                    <a:lnTo>
                      <a:pt x="9" y="12"/>
                    </a:lnTo>
                    <a:lnTo>
                      <a:pt x="9" y="12"/>
                    </a:lnTo>
                    <a:lnTo>
                      <a:pt x="9" y="14"/>
                    </a:lnTo>
                    <a:lnTo>
                      <a:pt x="9" y="14"/>
                    </a:lnTo>
                    <a:lnTo>
                      <a:pt x="7" y="14"/>
                    </a:lnTo>
                    <a:lnTo>
                      <a:pt x="7" y="14"/>
                    </a:lnTo>
                    <a:lnTo>
                      <a:pt x="9" y="14"/>
                    </a:lnTo>
                    <a:lnTo>
                      <a:pt x="9" y="17"/>
                    </a:lnTo>
                    <a:lnTo>
                      <a:pt x="9" y="17"/>
                    </a:lnTo>
                    <a:lnTo>
                      <a:pt x="9" y="19"/>
                    </a:lnTo>
                    <a:lnTo>
                      <a:pt x="7" y="19"/>
                    </a:lnTo>
                    <a:lnTo>
                      <a:pt x="7" y="19"/>
                    </a:lnTo>
                    <a:lnTo>
                      <a:pt x="7" y="17"/>
                    </a:lnTo>
                    <a:lnTo>
                      <a:pt x="4" y="17"/>
                    </a:lnTo>
                    <a:lnTo>
                      <a:pt x="4" y="17"/>
                    </a:lnTo>
                    <a:lnTo>
                      <a:pt x="4" y="17"/>
                    </a:lnTo>
                    <a:lnTo>
                      <a:pt x="4" y="17"/>
                    </a:lnTo>
                    <a:lnTo>
                      <a:pt x="4" y="14"/>
                    </a:lnTo>
                    <a:lnTo>
                      <a:pt x="2" y="14"/>
                    </a:lnTo>
                    <a:lnTo>
                      <a:pt x="2" y="14"/>
                    </a:lnTo>
                    <a:lnTo>
                      <a:pt x="2" y="14"/>
                    </a:lnTo>
                    <a:lnTo>
                      <a:pt x="2" y="14"/>
                    </a:lnTo>
                    <a:lnTo>
                      <a:pt x="4" y="14"/>
                    </a:lnTo>
                    <a:lnTo>
                      <a:pt x="4" y="14"/>
                    </a:lnTo>
                    <a:lnTo>
                      <a:pt x="4" y="12"/>
                    </a:lnTo>
                    <a:lnTo>
                      <a:pt x="4" y="12"/>
                    </a:lnTo>
                    <a:lnTo>
                      <a:pt x="4" y="10"/>
                    </a:lnTo>
                    <a:lnTo>
                      <a:pt x="4" y="10"/>
                    </a:lnTo>
                    <a:lnTo>
                      <a:pt x="4" y="10"/>
                    </a:lnTo>
                    <a:lnTo>
                      <a:pt x="4" y="7"/>
                    </a:lnTo>
                    <a:lnTo>
                      <a:pt x="4" y="7"/>
                    </a:lnTo>
                    <a:lnTo>
                      <a:pt x="4" y="5"/>
                    </a:lnTo>
                    <a:lnTo>
                      <a:pt x="4" y="5"/>
                    </a:lnTo>
                    <a:lnTo>
                      <a:pt x="2" y="5"/>
                    </a:lnTo>
                    <a:lnTo>
                      <a:pt x="2" y="5"/>
                    </a:lnTo>
                    <a:lnTo>
                      <a:pt x="2" y="5"/>
                    </a:lnTo>
                    <a:lnTo>
                      <a:pt x="2" y="5"/>
                    </a:lnTo>
                    <a:lnTo>
                      <a:pt x="2" y="5"/>
                    </a:lnTo>
                    <a:lnTo>
                      <a:pt x="0" y="5"/>
                    </a:lnTo>
                    <a:lnTo>
                      <a:pt x="0" y="5"/>
                    </a:lnTo>
                    <a:lnTo>
                      <a:pt x="0" y="5"/>
                    </a:lnTo>
                    <a:lnTo>
                      <a:pt x="2" y="5"/>
                    </a:lnTo>
                    <a:lnTo>
                      <a:pt x="2" y="5"/>
                    </a:lnTo>
                    <a:lnTo>
                      <a:pt x="2" y="3"/>
                    </a:lnTo>
                    <a:lnTo>
                      <a:pt x="2" y="3"/>
                    </a:lnTo>
                    <a:lnTo>
                      <a:pt x="2" y="3"/>
                    </a:lnTo>
                    <a:lnTo>
                      <a:pt x="0" y="3"/>
                    </a:lnTo>
                    <a:lnTo>
                      <a:pt x="0" y="0"/>
                    </a:lnTo>
                    <a:lnTo>
                      <a:pt x="0" y="0"/>
                    </a:lnTo>
                    <a:lnTo>
                      <a:pt x="2" y="0"/>
                    </a:lnTo>
                    <a:lnTo>
                      <a:pt x="2" y="0"/>
                    </a:lnTo>
                    <a:lnTo>
                      <a:pt x="2" y="0"/>
                    </a:lnTo>
                    <a:lnTo>
                      <a:pt x="4"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 name="Freeform 182"/>
              <p:cNvSpPr>
                <a:spLocks/>
              </p:cNvSpPr>
              <p:nvPr/>
            </p:nvSpPr>
            <p:spPr bwMode="auto">
              <a:xfrm>
                <a:off x="2938" y="2753"/>
                <a:ext cx="9" cy="19"/>
              </a:xfrm>
              <a:custGeom>
                <a:avLst/>
                <a:gdLst/>
                <a:ahLst/>
                <a:cxnLst>
                  <a:cxn ang="0">
                    <a:pos x="4" y="0"/>
                  </a:cxn>
                  <a:cxn ang="0">
                    <a:pos x="4" y="0"/>
                  </a:cxn>
                  <a:cxn ang="0">
                    <a:pos x="7" y="3"/>
                  </a:cxn>
                  <a:cxn ang="0">
                    <a:pos x="9" y="3"/>
                  </a:cxn>
                  <a:cxn ang="0">
                    <a:pos x="9" y="5"/>
                  </a:cxn>
                  <a:cxn ang="0">
                    <a:pos x="9" y="5"/>
                  </a:cxn>
                  <a:cxn ang="0">
                    <a:pos x="7" y="7"/>
                  </a:cxn>
                  <a:cxn ang="0">
                    <a:pos x="9" y="7"/>
                  </a:cxn>
                  <a:cxn ang="0">
                    <a:pos x="9" y="10"/>
                  </a:cxn>
                  <a:cxn ang="0">
                    <a:pos x="9" y="12"/>
                  </a:cxn>
                  <a:cxn ang="0">
                    <a:pos x="9" y="12"/>
                  </a:cxn>
                  <a:cxn ang="0">
                    <a:pos x="9" y="14"/>
                  </a:cxn>
                  <a:cxn ang="0">
                    <a:pos x="7" y="14"/>
                  </a:cxn>
                  <a:cxn ang="0">
                    <a:pos x="9" y="17"/>
                  </a:cxn>
                  <a:cxn ang="0">
                    <a:pos x="9" y="19"/>
                  </a:cxn>
                  <a:cxn ang="0">
                    <a:pos x="7" y="19"/>
                  </a:cxn>
                  <a:cxn ang="0">
                    <a:pos x="4" y="17"/>
                  </a:cxn>
                  <a:cxn ang="0">
                    <a:pos x="4" y="17"/>
                  </a:cxn>
                  <a:cxn ang="0">
                    <a:pos x="4" y="14"/>
                  </a:cxn>
                  <a:cxn ang="0">
                    <a:pos x="2" y="14"/>
                  </a:cxn>
                  <a:cxn ang="0">
                    <a:pos x="2" y="14"/>
                  </a:cxn>
                  <a:cxn ang="0">
                    <a:pos x="4" y="14"/>
                  </a:cxn>
                  <a:cxn ang="0">
                    <a:pos x="4" y="12"/>
                  </a:cxn>
                  <a:cxn ang="0">
                    <a:pos x="4" y="10"/>
                  </a:cxn>
                  <a:cxn ang="0">
                    <a:pos x="4" y="7"/>
                  </a:cxn>
                  <a:cxn ang="0">
                    <a:pos x="4" y="5"/>
                  </a:cxn>
                  <a:cxn ang="0">
                    <a:pos x="2" y="5"/>
                  </a:cxn>
                  <a:cxn ang="0">
                    <a:pos x="2" y="5"/>
                  </a:cxn>
                  <a:cxn ang="0">
                    <a:pos x="2" y="5"/>
                  </a:cxn>
                  <a:cxn ang="0">
                    <a:pos x="0" y="5"/>
                  </a:cxn>
                  <a:cxn ang="0">
                    <a:pos x="2" y="5"/>
                  </a:cxn>
                  <a:cxn ang="0">
                    <a:pos x="2" y="3"/>
                  </a:cxn>
                  <a:cxn ang="0">
                    <a:pos x="2" y="3"/>
                  </a:cxn>
                  <a:cxn ang="0">
                    <a:pos x="0" y="0"/>
                  </a:cxn>
                  <a:cxn ang="0">
                    <a:pos x="2" y="0"/>
                  </a:cxn>
                  <a:cxn ang="0">
                    <a:pos x="2" y="0"/>
                  </a:cxn>
                </a:cxnLst>
                <a:rect l="0" t="0" r="r" b="b"/>
                <a:pathLst>
                  <a:path w="9" h="19">
                    <a:moveTo>
                      <a:pt x="4" y="0"/>
                    </a:moveTo>
                    <a:lnTo>
                      <a:pt x="4" y="0"/>
                    </a:lnTo>
                    <a:lnTo>
                      <a:pt x="4" y="0"/>
                    </a:lnTo>
                    <a:lnTo>
                      <a:pt x="4" y="0"/>
                    </a:lnTo>
                    <a:lnTo>
                      <a:pt x="7" y="0"/>
                    </a:lnTo>
                    <a:lnTo>
                      <a:pt x="7" y="3"/>
                    </a:lnTo>
                    <a:lnTo>
                      <a:pt x="7" y="3"/>
                    </a:lnTo>
                    <a:lnTo>
                      <a:pt x="9" y="3"/>
                    </a:lnTo>
                    <a:lnTo>
                      <a:pt x="9" y="3"/>
                    </a:lnTo>
                    <a:lnTo>
                      <a:pt x="9" y="5"/>
                    </a:lnTo>
                    <a:lnTo>
                      <a:pt x="9" y="5"/>
                    </a:lnTo>
                    <a:lnTo>
                      <a:pt x="9" y="5"/>
                    </a:lnTo>
                    <a:lnTo>
                      <a:pt x="7" y="5"/>
                    </a:lnTo>
                    <a:lnTo>
                      <a:pt x="7" y="7"/>
                    </a:lnTo>
                    <a:lnTo>
                      <a:pt x="9" y="7"/>
                    </a:lnTo>
                    <a:lnTo>
                      <a:pt x="9" y="7"/>
                    </a:lnTo>
                    <a:lnTo>
                      <a:pt x="9" y="7"/>
                    </a:lnTo>
                    <a:lnTo>
                      <a:pt x="9" y="10"/>
                    </a:lnTo>
                    <a:lnTo>
                      <a:pt x="9" y="10"/>
                    </a:lnTo>
                    <a:lnTo>
                      <a:pt x="9" y="12"/>
                    </a:lnTo>
                    <a:lnTo>
                      <a:pt x="9" y="12"/>
                    </a:lnTo>
                    <a:lnTo>
                      <a:pt x="9" y="12"/>
                    </a:lnTo>
                    <a:lnTo>
                      <a:pt x="9" y="14"/>
                    </a:lnTo>
                    <a:lnTo>
                      <a:pt x="9" y="14"/>
                    </a:lnTo>
                    <a:lnTo>
                      <a:pt x="7" y="14"/>
                    </a:lnTo>
                    <a:lnTo>
                      <a:pt x="7" y="14"/>
                    </a:lnTo>
                    <a:lnTo>
                      <a:pt x="9" y="14"/>
                    </a:lnTo>
                    <a:lnTo>
                      <a:pt x="9" y="17"/>
                    </a:lnTo>
                    <a:lnTo>
                      <a:pt x="9" y="17"/>
                    </a:lnTo>
                    <a:lnTo>
                      <a:pt x="9" y="19"/>
                    </a:lnTo>
                    <a:lnTo>
                      <a:pt x="7" y="19"/>
                    </a:lnTo>
                    <a:lnTo>
                      <a:pt x="7" y="19"/>
                    </a:lnTo>
                    <a:lnTo>
                      <a:pt x="7" y="17"/>
                    </a:lnTo>
                    <a:lnTo>
                      <a:pt x="4" y="17"/>
                    </a:lnTo>
                    <a:lnTo>
                      <a:pt x="4" y="17"/>
                    </a:lnTo>
                    <a:lnTo>
                      <a:pt x="4" y="17"/>
                    </a:lnTo>
                    <a:lnTo>
                      <a:pt x="4" y="17"/>
                    </a:lnTo>
                    <a:lnTo>
                      <a:pt x="4" y="14"/>
                    </a:lnTo>
                    <a:lnTo>
                      <a:pt x="2" y="14"/>
                    </a:lnTo>
                    <a:lnTo>
                      <a:pt x="2" y="14"/>
                    </a:lnTo>
                    <a:lnTo>
                      <a:pt x="2" y="14"/>
                    </a:lnTo>
                    <a:lnTo>
                      <a:pt x="2" y="14"/>
                    </a:lnTo>
                    <a:lnTo>
                      <a:pt x="4" y="14"/>
                    </a:lnTo>
                    <a:lnTo>
                      <a:pt x="4" y="14"/>
                    </a:lnTo>
                    <a:lnTo>
                      <a:pt x="4" y="12"/>
                    </a:lnTo>
                    <a:lnTo>
                      <a:pt x="4" y="12"/>
                    </a:lnTo>
                    <a:lnTo>
                      <a:pt x="4" y="10"/>
                    </a:lnTo>
                    <a:lnTo>
                      <a:pt x="4" y="10"/>
                    </a:lnTo>
                    <a:lnTo>
                      <a:pt x="4" y="10"/>
                    </a:lnTo>
                    <a:lnTo>
                      <a:pt x="4" y="7"/>
                    </a:lnTo>
                    <a:lnTo>
                      <a:pt x="4" y="7"/>
                    </a:lnTo>
                    <a:lnTo>
                      <a:pt x="4" y="5"/>
                    </a:lnTo>
                    <a:lnTo>
                      <a:pt x="4" y="5"/>
                    </a:lnTo>
                    <a:lnTo>
                      <a:pt x="2" y="5"/>
                    </a:lnTo>
                    <a:lnTo>
                      <a:pt x="2" y="5"/>
                    </a:lnTo>
                    <a:lnTo>
                      <a:pt x="2" y="5"/>
                    </a:lnTo>
                    <a:lnTo>
                      <a:pt x="2" y="5"/>
                    </a:lnTo>
                    <a:lnTo>
                      <a:pt x="2" y="5"/>
                    </a:lnTo>
                    <a:lnTo>
                      <a:pt x="0" y="5"/>
                    </a:lnTo>
                    <a:lnTo>
                      <a:pt x="0" y="5"/>
                    </a:lnTo>
                    <a:lnTo>
                      <a:pt x="0" y="5"/>
                    </a:lnTo>
                    <a:lnTo>
                      <a:pt x="2" y="5"/>
                    </a:lnTo>
                    <a:lnTo>
                      <a:pt x="2" y="5"/>
                    </a:lnTo>
                    <a:lnTo>
                      <a:pt x="2" y="3"/>
                    </a:lnTo>
                    <a:lnTo>
                      <a:pt x="2" y="3"/>
                    </a:lnTo>
                    <a:lnTo>
                      <a:pt x="2" y="3"/>
                    </a:lnTo>
                    <a:lnTo>
                      <a:pt x="0" y="3"/>
                    </a:lnTo>
                    <a:lnTo>
                      <a:pt x="0" y="0"/>
                    </a:lnTo>
                    <a:lnTo>
                      <a:pt x="0" y="0"/>
                    </a:lnTo>
                    <a:lnTo>
                      <a:pt x="2" y="0"/>
                    </a:lnTo>
                    <a:lnTo>
                      <a:pt x="2" y="0"/>
                    </a:lnTo>
                    <a:lnTo>
                      <a:pt x="2" y="0"/>
                    </a:lnTo>
                    <a:lnTo>
                      <a:pt x="4"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 name="Freeform 183"/>
              <p:cNvSpPr>
                <a:spLocks/>
              </p:cNvSpPr>
              <p:nvPr/>
            </p:nvSpPr>
            <p:spPr bwMode="auto">
              <a:xfrm>
                <a:off x="2975" y="2817"/>
                <a:ext cx="15" cy="24"/>
              </a:xfrm>
              <a:custGeom>
                <a:avLst/>
                <a:gdLst/>
                <a:ahLst/>
                <a:cxnLst>
                  <a:cxn ang="0">
                    <a:pos x="12" y="19"/>
                  </a:cxn>
                  <a:cxn ang="0">
                    <a:pos x="12" y="21"/>
                  </a:cxn>
                  <a:cxn ang="0">
                    <a:pos x="12" y="24"/>
                  </a:cxn>
                  <a:cxn ang="0">
                    <a:pos x="12" y="21"/>
                  </a:cxn>
                  <a:cxn ang="0">
                    <a:pos x="10" y="21"/>
                  </a:cxn>
                  <a:cxn ang="0">
                    <a:pos x="10" y="21"/>
                  </a:cxn>
                  <a:cxn ang="0">
                    <a:pos x="10" y="19"/>
                  </a:cxn>
                  <a:cxn ang="0">
                    <a:pos x="7" y="19"/>
                  </a:cxn>
                  <a:cxn ang="0">
                    <a:pos x="7" y="17"/>
                  </a:cxn>
                  <a:cxn ang="0">
                    <a:pos x="5" y="17"/>
                  </a:cxn>
                  <a:cxn ang="0">
                    <a:pos x="5" y="14"/>
                  </a:cxn>
                  <a:cxn ang="0">
                    <a:pos x="5" y="14"/>
                  </a:cxn>
                  <a:cxn ang="0">
                    <a:pos x="5" y="12"/>
                  </a:cxn>
                  <a:cxn ang="0">
                    <a:pos x="5" y="10"/>
                  </a:cxn>
                  <a:cxn ang="0">
                    <a:pos x="5" y="10"/>
                  </a:cxn>
                  <a:cxn ang="0">
                    <a:pos x="3" y="10"/>
                  </a:cxn>
                  <a:cxn ang="0">
                    <a:pos x="3" y="10"/>
                  </a:cxn>
                  <a:cxn ang="0">
                    <a:pos x="0" y="10"/>
                  </a:cxn>
                  <a:cxn ang="0">
                    <a:pos x="0" y="7"/>
                  </a:cxn>
                  <a:cxn ang="0">
                    <a:pos x="0" y="5"/>
                  </a:cxn>
                  <a:cxn ang="0">
                    <a:pos x="0" y="3"/>
                  </a:cxn>
                  <a:cxn ang="0">
                    <a:pos x="0" y="3"/>
                  </a:cxn>
                  <a:cxn ang="0">
                    <a:pos x="0" y="0"/>
                  </a:cxn>
                  <a:cxn ang="0">
                    <a:pos x="3" y="0"/>
                  </a:cxn>
                  <a:cxn ang="0">
                    <a:pos x="5" y="0"/>
                  </a:cxn>
                  <a:cxn ang="0">
                    <a:pos x="5" y="3"/>
                  </a:cxn>
                  <a:cxn ang="0">
                    <a:pos x="5" y="3"/>
                  </a:cxn>
                  <a:cxn ang="0">
                    <a:pos x="7" y="5"/>
                  </a:cxn>
                  <a:cxn ang="0">
                    <a:pos x="7" y="7"/>
                  </a:cxn>
                  <a:cxn ang="0">
                    <a:pos x="7" y="7"/>
                  </a:cxn>
                  <a:cxn ang="0">
                    <a:pos x="10" y="10"/>
                  </a:cxn>
                  <a:cxn ang="0">
                    <a:pos x="10" y="10"/>
                  </a:cxn>
                  <a:cxn ang="0">
                    <a:pos x="10" y="10"/>
                  </a:cxn>
                  <a:cxn ang="0">
                    <a:pos x="12" y="12"/>
                  </a:cxn>
                  <a:cxn ang="0">
                    <a:pos x="12" y="12"/>
                  </a:cxn>
                  <a:cxn ang="0">
                    <a:pos x="12" y="14"/>
                  </a:cxn>
                  <a:cxn ang="0">
                    <a:pos x="12" y="17"/>
                  </a:cxn>
                  <a:cxn ang="0">
                    <a:pos x="15" y="17"/>
                  </a:cxn>
                  <a:cxn ang="0">
                    <a:pos x="15" y="19"/>
                  </a:cxn>
                </a:cxnLst>
                <a:rect l="0" t="0" r="r" b="b"/>
                <a:pathLst>
                  <a:path w="15" h="24">
                    <a:moveTo>
                      <a:pt x="15" y="19"/>
                    </a:moveTo>
                    <a:lnTo>
                      <a:pt x="12" y="19"/>
                    </a:lnTo>
                    <a:lnTo>
                      <a:pt x="12" y="21"/>
                    </a:lnTo>
                    <a:lnTo>
                      <a:pt x="12" y="21"/>
                    </a:lnTo>
                    <a:lnTo>
                      <a:pt x="12" y="24"/>
                    </a:lnTo>
                    <a:lnTo>
                      <a:pt x="12" y="24"/>
                    </a:lnTo>
                    <a:lnTo>
                      <a:pt x="12" y="24"/>
                    </a:lnTo>
                    <a:lnTo>
                      <a:pt x="12" y="21"/>
                    </a:lnTo>
                    <a:lnTo>
                      <a:pt x="10" y="21"/>
                    </a:lnTo>
                    <a:lnTo>
                      <a:pt x="10" y="21"/>
                    </a:lnTo>
                    <a:lnTo>
                      <a:pt x="10" y="21"/>
                    </a:lnTo>
                    <a:lnTo>
                      <a:pt x="10" y="21"/>
                    </a:lnTo>
                    <a:lnTo>
                      <a:pt x="10" y="19"/>
                    </a:lnTo>
                    <a:lnTo>
                      <a:pt x="10" y="19"/>
                    </a:lnTo>
                    <a:lnTo>
                      <a:pt x="10" y="19"/>
                    </a:lnTo>
                    <a:lnTo>
                      <a:pt x="7" y="19"/>
                    </a:lnTo>
                    <a:lnTo>
                      <a:pt x="7" y="19"/>
                    </a:lnTo>
                    <a:lnTo>
                      <a:pt x="7" y="17"/>
                    </a:lnTo>
                    <a:lnTo>
                      <a:pt x="7" y="17"/>
                    </a:lnTo>
                    <a:lnTo>
                      <a:pt x="5" y="17"/>
                    </a:lnTo>
                    <a:lnTo>
                      <a:pt x="5" y="14"/>
                    </a:lnTo>
                    <a:lnTo>
                      <a:pt x="5" y="14"/>
                    </a:lnTo>
                    <a:lnTo>
                      <a:pt x="5" y="14"/>
                    </a:lnTo>
                    <a:lnTo>
                      <a:pt x="5" y="14"/>
                    </a:lnTo>
                    <a:lnTo>
                      <a:pt x="5" y="12"/>
                    </a:lnTo>
                    <a:lnTo>
                      <a:pt x="5" y="12"/>
                    </a:lnTo>
                    <a:lnTo>
                      <a:pt x="5" y="12"/>
                    </a:lnTo>
                    <a:lnTo>
                      <a:pt x="5" y="10"/>
                    </a:lnTo>
                    <a:lnTo>
                      <a:pt x="5" y="10"/>
                    </a:lnTo>
                    <a:lnTo>
                      <a:pt x="5" y="10"/>
                    </a:lnTo>
                    <a:lnTo>
                      <a:pt x="5" y="10"/>
                    </a:lnTo>
                    <a:lnTo>
                      <a:pt x="3" y="10"/>
                    </a:lnTo>
                    <a:lnTo>
                      <a:pt x="3" y="10"/>
                    </a:lnTo>
                    <a:lnTo>
                      <a:pt x="3" y="10"/>
                    </a:lnTo>
                    <a:lnTo>
                      <a:pt x="0" y="10"/>
                    </a:lnTo>
                    <a:lnTo>
                      <a:pt x="0" y="10"/>
                    </a:lnTo>
                    <a:lnTo>
                      <a:pt x="0" y="7"/>
                    </a:lnTo>
                    <a:lnTo>
                      <a:pt x="0" y="7"/>
                    </a:lnTo>
                    <a:lnTo>
                      <a:pt x="0" y="5"/>
                    </a:lnTo>
                    <a:lnTo>
                      <a:pt x="0" y="5"/>
                    </a:lnTo>
                    <a:lnTo>
                      <a:pt x="0" y="3"/>
                    </a:lnTo>
                    <a:lnTo>
                      <a:pt x="0" y="3"/>
                    </a:lnTo>
                    <a:lnTo>
                      <a:pt x="0" y="3"/>
                    </a:lnTo>
                    <a:lnTo>
                      <a:pt x="0" y="3"/>
                    </a:lnTo>
                    <a:lnTo>
                      <a:pt x="0" y="0"/>
                    </a:lnTo>
                    <a:lnTo>
                      <a:pt x="0" y="0"/>
                    </a:lnTo>
                    <a:lnTo>
                      <a:pt x="3" y="0"/>
                    </a:lnTo>
                    <a:lnTo>
                      <a:pt x="3" y="0"/>
                    </a:lnTo>
                    <a:lnTo>
                      <a:pt x="3" y="0"/>
                    </a:lnTo>
                    <a:lnTo>
                      <a:pt x="5" y="0"/>
                    </a:lnTo>
                    <a:lnTo>
                      <a:pt x="5" y="3"/>
                    </a:lnTo>
                    <a:lnTo>
                      <a:pt x="5" y="3"/>
                    </a:lnTo>
                    <a:lnTo>
                      <a:pt x="5" y="3"/>
                    </a:lnTo>
                    <a:lnTo>
                      <a:pt x="5" y="3"/>
                    </a:lnTo>
                    <a:lnTo>
                      <a:pt x="5" y="5"/>
                    </a:lnTo>
                    <a:lnTo>
                      <a:pt x="7" y="5"/>
                    </a:lnTo>
                    <a:lnTo>
                      <a:pt x="7" y="5"/>
                    </a:lnTo>
                    <a:lnTo>
                      <a:pt x="7" y="7"/>
                    </a:lnTo>
                    <a:lnTo>
                      <a:pt x="7" y="7"/>
                    </a:lnTo>
                    <a:lnTo>
                      <a:pt x="7" y="7"/>
                    </a:lnTo>
                    <a:lnTo>
                      <a:pt x="10" y="7"/>
                    </a:lnTo>
                    <a:lnTo>
                      <a:pt x="10" y="10"/>
                    </a:lnTo>
                    <a:lnTo>
                      <a:pt x="10" y="10"/>
                    </a:lnTo>
                    <a:lnTo>
                      <a:pt x="10" y="10"/>
                    </a:lnTo>
                    <a:lnTo>
                      <a:pt x="10" y="10"/>
                    </a:lnTo>
                    <a:lnTo>
                      <a:pt x="10" y="10"/>
                    </a:lnTo>
                    <a:lnTo>
                      <a:pt x="10" y="12"/>
                    </a:lnTo>
                    <a:lnTo>
                      <a:pt x="12" y="12"/>
                    </a:lnTo>
                    <a:lnTo>
                      <a:pt x="12" y="12"/>
                    </a:lnTo>
                    <a:lnTo>
                      <a:pt x="12" y="12"/>
                    </a:lnTo>
                    <a:lnTo>
                      <a:pt x="12" y="14"/>
                    </a:lnTo>
                    <a:lnTo>
                      <a:pt x="12" y="14"/>
                    </a:lnTo>
                    <a:lnTo>
                      <a:pt x="12" y="14"/>
                    </a:lnTo>
                    <a:lnTo>
                      <a:pt x="12" y="17"/>
                    </a:lnTo>
                    <a:lnTo>
                      <a:pt x="12" y="17"/>
                    </a:lnTo>
                    <a:lnTo>
                      <a:pt x="15" y="17"/>
                    </a:lnTo>
                    <a:lnTo>
                      <a:pt x="15" y="19"/>
                    </a:lnTo>
                    <a:lnTo>
                      <a:pt x="15" y="19"/>
                    </a:lnTo>
                    <a:lnTo>
                      <a:pt x="15" y="1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 name="Freeform 184"/>
              <p:cNvSpPr>
                <a:spLocks/>
              </p:cNvSpPr>
              <p:nvPr/>
            </p:nvSpPr>
            <p:spPr bwMode="auto">
              <a:xfrm>
                <a:off x="2975" y="2817"/>
                <a:ext cx="15" cy="24"/>
              </a:xfrm>
              <a:custGeom>
                <a:avLst/>
                <a:gdLst/>
                <a:ahLst/>
                <a:cxnLst>
                  <a:cxn ang="0">
                    <a:pos x="12" y="19"/>
                  </a:cxn>
                  <a:cxn ang="0">
                    <a:pos x="12" y="21"/>
                  </a:cxn>
                  <a:cxn ang="0">
                    <a:pos x="12" y="24"/>
                  </a:cxn>
                  <a:cxn ang="0">
                    <a:pos x="12" y="21"/>
                  </a:cxn>
                  <a:cxn ang="0">
                    <a:pos x="10" y="21"/>
                  </a:cxn>
                  <a:cxn ang="0">
                    <a:pos x="10" y="21"/>
                  </a:cxn>
                  <a:cxn ang="0">
                    <a:pos x="10" y="19"/>
                  </a:cxn>
                  <a:cxn ang="0">
                    <a:pos x="7" y="19"/>
                  </a:cxn>
                  <a:cxn ang="0">
                    <a:pos x="7" y="17"/>
                  </a:cxn>
                  <a:cxn ang="0">
                    <a:pos x="5" y="17"/>
                  </a:cxn>
                  <a:cxn ang="0">
                    <a:pos x="5" y="14"/>
                  </a:cxn>
                  <a:cxn ang="0">
                    <a:pos x="5" y="14"/>
                  </a:cxn>
                  <a:cxn ang="0">
                    <a:pos x="5" y="12"/>
                  </a:cxn>
                  <a:cxn ang="0">
                    <a:pos x="5" y="10"/>
                  </a:cxn>
                  <a:cxn ang="0">
                    <a:pos x="5" y="10"/>
                  </a:cxn>
                  <a:cxn ang="0">
                    <a:pos x="3" y="10"/>
                  </a:cxn>
                  <a:cxn ang="0">
                    <a:pos x="3" y="10"/>
                  </a:cxn>
                  <a:cxn ang="0">
                    <a:pos x="0" y="10"/>
                  </a:cxn>
                  <a:cxn ang="0">
                    <a:pos x="0" y="7"/>
                  </a:cxn>
                  <a:cxn ang="0">
                    <a:pos x="0" y="5"/>
                  </a:cxn>
                  <a:cxn ang="0">
                    <a:pos x="0" y="3"/>
                  </a:cxn>
                  <a:cxn ang="0">
                    <a:pos x="0" y="3"/>
                  </a:cxn>
                  <a:cxn ang="0">
                    <a:pos x="0" y="0"/>
                  </a:cxn>
                  <a:cxn ang="0">
                    <a:pos x="3" y="0"/>
                  </a:cxn>
                  <a:cxn ang="0">
                    <a:pos x="5" y="0"/>
                  </a:cxn>
                  <a:cxn ang="0">
                    <a:pos x="5" y="3"/>
                  </a:cxn>
                  <a:cxn ang="0">
                    <a:pos x="5" y="3"/>
                  </a:cxn>
                  <a:cxn ang="0">
                    <a:pos x="7" y="5"/>
                  </a:cxn>
                  <a:cxn ang="0">
                    <a:pos x="7" y="7"/>
                  </a:cxn>
                  <a:cxn ang="0">
                    <a:pos x="7" y="7"/>
                  </a:cxn>
                  <a:cxn ang="0">
                    <a:pos x="10" y="10"/>
                  </a:cxn>
                  <a:cxn ang="0">
                    <a:pos x="10" y="10"/>
                  </a:cxn>
                  <a:cxn ang="0">
                    <a:pos x="10" y="10"/>
                  </a:cxn>
                  <a:cxn ang="0">
                    <a:pos x="12" y="12"/>
                  </a:cxn>
                  <a:cxn ang="0">
                    <a:pos x="12" y="12"/>
                  </a:cxn>
                  <a:cxn ang="0">
                    <a:pos x="12" y="14"/>
                  </a:cxn>
                  <a:cxn ang="0">
                    <a:pos x="12" y="17"/>
                  </a:cxn>
                  <a:cxn ang="0">
                    <a:pos x="15" y="17"/>
                  </a:cxn>
                  <a:cxn ang="0">
                    <a:pos x="15" y="19"/>
                  </a:cxn>
                </a:cxnLst>
                <a:rect l="0" t="0" r="r" b="b"/>
                <a:pathLst>
                  <a:path w="15" h="24">
                    <a:moveTo>
                      <a:pt x="15" y="19"/>
                    </a:moveTo>
                    <a:lnTo>
                      <a:pt x="12" y="19"/>
                    </a:lnTo>
                    <a:lnTo>
                      <a:pt x="12" y="21"/>
                    </a:lnTo>
                    <a:lnTo>
                      <a:pt x="12" y="21"/>
                    </a:lnTo>
                    <a:lnTo>
                      <a:pt x="12" y="24"/>
                    </a:lnTo>
                    <a:lnTo>
                      <a:pt x="12" y="24"/>
                    </a:lnTo>
                    <a:lnTo>
                      <a:pt x="12" y="24"/>
                    </a:lnTo>
                    <a:lnTo>
                      <a:pt x="12" y="21"/>
                    </a:lnTo>
                    <a:lnTo>
                      <a:pt x="10" y="21"/>
                    </a:lnTo>
                    <a:lnTo>
                      <a:pt x="10" y="21"/>
                    </a:lnTo>
                    <a:lnTo>
                      <a:pt x="10" y="21"/>
                    </a:lnTo>
                    <a:lnTo>
                      <a:pt x="10" y="21"/>
                    </a:lnTo>
                    <a:lnTo>
                      <a:pt x="10" y="19"/>
                    </a:lnTo>
                    <a:lnTo>
                      <a:pt x="10" y="19"/>
                    </a:lnTo>
                    <a:lnTo>
                      <a:pt x="10" y="19"/>
                    </a:lnTo>
                    <a:lnTo>
                      <a:pt x="7" y="19"/>
                    </a:lnTo>
                    <a:lnTo>
                      <a:pt x="7" y="19"/>
                    </a:lnTo>
                    <a:lnTo>
                      <a:pt x="7" y="17"/>
                    </a:lnTo>
                    <a:lnTo>
                      <a:pt x="7" y="17"/>
                    </a:lnTo>
                    <a:lnTo>
                      <a:pt x="5" y="17"/>
                    </a:lnTo>
                    <a:lnTo>
                      <a:pt x="5" y="14"/>
                    </a:lnTo>
                    <a:lnTo>
                      <a:pt x="5" y="14"/>
                    </a:lnTo>
                    <a:lnTo>
                      <a:pt x="5" y="14"/>
                    </a:lnTo>
                    <a:lnTo>
                      <a:pt x="5" y="14"/>
                    </a:lnTo>
                    <a:lnTo>
                      <a:pt x="5" y="12"/>
                    </a:lnTo>
                    <a:lnTo>
                      <a:pt x="5" y="12"/>
                    </a:lnTo>
                    <a:lnTo>
                      <a:pt x="5" y="12"/>
                    </a:lnTo>
                    <a:lnTo>
                      <a:pt x="5" y="10"/>
                    </a:lnTo>
                    <a:lnTo>
                      <a:pt x="5" y="10"/>
                    </a:lnTo>
                    <a:lnTo>
                      <a:pt x="5" y="10"/>
                    </a:lnTo>
                    <a:lnTo>
                      <a:pt x="5" y="10"/>
                    </a:lnTo>
                    <a:lnTo>
                      <a:pt x="3" y="10"/>
                    </a:lnTo>
                    <a:lnTo>
                      <a:pt x="3" y="10"/>
                    </a:lnTo>
                    <a:lnTo>
                      <a:pt x="3" y="10"/>
                    </a:lnTo>
                    <a:lnTo>
                      <a:pt x="0" y="10"/>
                    </a:lnTo>
                    <a:lnTo>
                      <a:pt x="0" y="10"/>
                    </a:lnTo>
                    <a:lnTo>
                      <a:pt x="0" y="7"/>
                    </a:lnTo>
                    <a:lnTo>
                      <a:pt x="0" y="7"/>
                    </a:lnTo>
                    <a:lnTo>
                      <a:pt x="0" y="5"/>
                    </a:lnTo>
                    <a:lnTo>
                      <a:pt x="0" y="5"/>
                    </a:lnTo>
                    <a:lnTo>
                      <a:pt x="0" y="3"/>
                    </a:lnTo>
                    <a:lnTo>
                      <a:pt x="0" y="3"/>
                    </a:lnTo>
                    <a:lnTo>
                      <a:pt x="0" y="3"/>
                    </a:lnTo>
                    <a:lnTo>
                      <a:pt x="0" y="3"/>
                    </a:lnTo>
                    <a:lnTo>
                      <a:pt x="0" y="0"/>
                    </a:lnTo>
                    <a:lnTo>
                      <a:pt x="0" y="0"/>
                    </a:lnTo>
                    <a:lnTo>
                      <a:pt x="3" y="0"/>
                    </a:lnTo>
                    <a:lnTo>
                      <a:pt x="3" y="0"/>
                    </a:lnTo>
                    <a:lnTo>
                      <a:pt x="3" y="0"/>
                    </a:lnTo>
                    <a:lnTo>
                      <a:pt x="5" y="0"/>
                    </a:lnTo>
                    <a:lnTo>
                      <a:pt x="5" y="3"/>
                    </a:lnTo>
                    <a:lnTo>
                      <a:pt x="5" y="3"/>
                    </a:lnTo>
                    <a:lnTo>
                      <a:pt x="5" y="3"/>
                    </a:lnTo>
                    <a:lnTo>
                      <a:pt x="5" y="3"/>
                    </a:lnTo>
                    <a:lnTo>
                      <a:pt x="5" y="5"/>
                    </a:lnTo>
                    <a:lnTo>
                      <a:pt x="7" y="5"/>
                    </a:lnTo>
                    <a:lnTo>
                      <a:pt x="7" y="5"/>
                    </a:lnTo>
                    <a:lnTo>
                      <a:pt x="7" y="7"/>
                    </a:lnTo>
                    <a:lnTo>
                      <a:pt x="7" y="7"/>
                    </a:lnTo>
                    <a:lnTo>
                      <a:pt x="7" y="7"/>
                    </a:lnTo>
                    <a:lnTo>
                      <a:pt x="10" y="7"/>
                    </a:lnTo>
                    <a:lnTo>
                      <a:pt x="10" y="10"/>
                    </a:lnTo>
                    <a:lnTo>
                      <a:pt x="10" y="10"/>
                    </a:lnTo>
                    <a:lnTo>
                      <a:pt x="10" y="10"/>
                    </a:lnTo>
                    <a:lnTo>
                      <a:pt x="10" y="10"/>
                    </a:lnTo>
                    <a:lnTo>
                      <a:pt x="10" y="10"/>
                    </a:lnTo>
                    <a:lnTo>
                      <a:pt x="10" y="12"/>
                    </a:lnTo>
                    <a:lnTo>
                      <a:pt x="12" y="12"/>
                    </a:lnTo>
                    <a:lnTo>
                      <a:pt x="12" y="12"/>
                    </a:lnTo>
                    <a:lnTo>
                      <a:pt x="12" y="12"/>
                    </a:lnTo>
                    <a:lnTo>
                      <a:pt x="12" y="14"/>
                    </a:lnTo>
                    <a:lnTo>
                      <a:pt x="12" y="14"/>
                    </a:lnTo>
                    <a:lnTo>
                      <a:pt x="12" y="14"/>
                    </a:lnTo>
                    <a:lnTo>
                      <a:pt x="12" y="17"/>
                    </a:lnTo>
                    <a:lnTo>
                      <a:pt x="12" y="17"/>
                    </a:lnTo>
                    <a:lnTo>
                      <a:pt x="15" y="17"/>
                    </a:lnTo>
                    <a:lnTo>
                      <a:pt x="15" y="19"/>
                    </a:lnTo>
                    <a:lnTo>
                      <a:pt x="15" y="19"/>
                    </a:lnTo>
                    <a:lnTo>
                      <a:pt x="15" y="19"/>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 name="Freeform 185"/>
              <p:cNvSpPr>
                <a:spLocks/>
              </p:cNvSpPr>
              <p:nvPr/>
            </p:nvSpPr>
            <p:spPr bwMode="auto">
              <a:xfrm>
                <a:off x="2885" y="2680"/>
                <a:ext cx="17" cy="16"/>
              </a:xfrm>
              <a:custGeom>
                <a:avLst/>
                <a:gdLst/>
                <a:ahLst/>
                <a:cxnLst>
                  <a:cxn ang="0">
                    <a:pos x="3" y="0"/>
                  </a:cxn>
                  <a:cxn ang="0">
                    <a:pos x="5" y="0"/>
                  </a:cxn>
                  <a:cxn ang="0">
                    <a:pos x="5" y="2"/>
                  </a:cxn>
                  <a:cxn ang="0">
                    <a:pos x="8" y="2"/>
                  </a:cxn>
                  <a:cxn ang="0">
                    <a:pos x="8" y="4"/>
                  </a:cxn>
                  <a:cxn ang="0">
                    <a:pos x="10" y="4"/>
                  </a:cxn>
                  <a:cxn ang="0">
                    <a:pos x="10" y="4"/>
                  </a:cxn>
                  <a:cxn ang="0">
                    <a:pos x="10" y="7"/>
                  </a:cxn>
                  <a:cxn ang="0">
                    <a:pos x="12" y="7"/>
                  </a:cxn>
                  <a:cxn ang="0">
                    <a:pos x="12" y="9"/>
                  </a:cxn>
                  <a:cxn ang="0">
                    <a:pos x="15" y="9"/>
                  </a:cxn>
                  <a:cxn ang="0">
                    <a:pos x="15" y="9"/>
                  </a:cxn>
                  <a:cxn ang="0">
                    <a:pos x="15" y="12"/>
                  </a:cxn>
                  <a:cxn ang="0">
                    <a:pos x="17" y="12"/>
                  </a:cxn>
                  <a:cxn ang="0">
                    <a:pos x="17" y="12"/>
                  </a:cxn>
                  <a:cxn ang="0">
                    <a:pos x="17" y="14"/>
                  </a:cxn>
                  <a:cxn ang="0">
                    <a:pos x="17" y="16"/>
                  </a:cxn>
                  <a:cxn ang="0">
                    <a:pos x="17" y="16"/>
                  </a:cxn>
                  <a:cxn ang="0">
                    <a:pos x="15" y="16"/>
                  </a:cxn>
                  <a:cxn ang="0">
                    <a:pos x="15" y="16"/>
                  </a:cxn>
                  <a:cxn ang="0">
                    <a:pos x="12" y="16"/>
                  </a:cxn>
                  <a:cxn ang="0">
                    <a:pos x="10" y="16"/>
                  </a:cxn>
                  <a:cxn ang="0">
                    <a:pos x="10" y="14"/>
                  </a:cxn>
                  <a:cxn ang="0">
                    <a:pos x="10" y="12"/>
                  </a:cxn>
                  <a:cxn ang="0">
                    <a:pos x="10" y="12"/>
                  </a:cxn>
                  <a:cxn ang="0">
                    <a:pos x="8" y="12"/>
                  </a:cxn>
                  <a:cxn ang="0">
                    <a:pos x="8" y="9"/>
                  </a:cxn>
                  <a:cxn ang="0">
                    <a:pos x="8" y="12"/>
                  </a:cxn>
                  <a:cxn ang="0">
                    <a:pos x="5" y="12"/>
                  </a:cxn>
                  <a:cxn ang="0">
                    <a:pos x="5" y="9"/>
                  </a:cxn>
                  <a:cxn ang="0">
                    <a:pos x="3" y="9"/>
                  </a:cxn>
                  <a:cxn ang="0">
                    <a:pos x="3" y="9"/>
                  </a:cxn>
                  <a:cxn ang="0">
                    <a:pos x="0" y="7"/>
                  </a:cxn>
                  <a:cxn ang="0">
                    <a:pos x="0" y="7"/>
                  </a:cxn>
                  <a:cxn ang="0">
                    <a:pos x="0" y="4"/>
                  </a:cxn>
                  <a:cxn ang="0">
                    <a:pos x="0" y="2"/>
                  </a:cxn>
                  <a:cxn ang="0">
                    <a:pos x="0" y="2"/>
                  </a:cxn>
                  <a:cxn ang="0">
                    <a:pos x="0" y="0"/>
                  </a:cxn>
                  <a:cxn ang="0">
                    <a:pos x="3" y="0"/>
                  </a:cxn>
                </a:cxnLst>
                <a:rect l="0" t="0" r="r" b="b"/>
                <a:pathLst>
                  <a:path w="17" h="16">
                    <a:moveTo>
                      <a:pt x="3" y="0"/>
                    </a:moveTo>
                    <a:lnTo>
                      <a:pt x="3" y="0"/>
                    </a:lnTo>
                    <a:lnTo>
                      <a:pt x="3" y="0"/>
                    </a:lnTo>
                    <a:lnTo>
                      <a:pt x="5" y="0"/>
                    </a:lnTo>
                    <a:lnTo>
                      <a:pt x="5" y="2"/>
                    </a:lnTo>
                    <a:lnTo>
                      <a:pt x="5" y="2"/>
                    </a:lnTo>
                    <a:lnTo>
                      <a:pt x="8" y="2"/>
                    </a:lnTo>
                    <a:lnTo>
                      <a:pt x="8" y="2"/>
                    </a:lnTo>
                    <a:lnTo>
                      <a:pt x="8" y="4"/>
                    </a:lnTo>
                    <a:lnTo>
                      <a:pt x="8" y="4"/>
                    </a:lnTo>
                    <a:lnTo>
                      <a:pt x="8" y="4"/>
                    </a:lnTo>
                    <a:lnTo>
                      <a:pt x="10" y="4"/>
                    </a:lnTo>
                    <a:lnTo>
                      <a:pt x="10" y="4"/>
                    </a:lnTo>
                    <a:lnTo>
                      <a:pt x="10" y="4"/>
                    </a:lnTo>
                    <a:lnTo>
                      <a:pt x="10" y="7"/>
                    </a:lnTo>
                    <a:lnTo>
                      <a:pt x="10" y="7"/>
                    </a:lnTo>
                    <a:lnTo>
                      <a:pt x="10" y="7"/>
                    </a:lnTo>
                    <a:lnTo>
                      <a:pt x="12" y="7"/>
                    </a:lnTo>
                    <a:lnTo>
                      <a:pt x="12" y="9"/>
                    </a:lnTo>
                    <a:lnTo>
                      <a:pt x="12" y="9"/>
                    </a:lnTo>
                    <a:lnTo>
                      <a:pt x="12" y="9"/>
                    </a:lnTo>
                    <a:lnTo>
                      <a:pt x="15" y="9"/>
                    </a:lnTo>
                    <a:lnTo>
                      <a:pt x="15" y="9"/>
                    </a:lnTo>
                    <a:lnTo>
                      <a:pt x="15" y="9"/>
                    </a:lnTo>
                    <a:lnTo>
                      <a:pt x="15" y="9"/>
                    </a:lnTo>
                    <a:lnTo>
                      <a:pt x="15" y="12"/>
                    </a:lnTo>
                    <a:lnTo>
                      <a:pt x="17" y="12"/>
                    </a:lnTo>
                    <a:lnTo>
                      <a:pt x="17" y="12"/>
                    </a:lnTo>
                    <a:lnTo>
                      <a:pt x="17" y="12"/>
                    </a:lnTo>
                    <a:lnTo>
                      <a:pt x="17" y="12"/>
                    </a:lnTo>
                    <a:lnTo>
                      <a:pt x="17" y="14"/>
                    </a:lnTo>
                    <a:lnTo>
                      <a:pt x="17" y="14"/>
                    </a:lnTo>
                    <a:lnTo>
                      <a:pt x="17" y="14"/>
                    </a:lnTo>
                    <a:lnTo>
                      <a:pt x="17" y="16"/>
                    </a:lnTo>
                    <a:lnTo>
                      <a:pt x="17" y="16"/>
                    </a:lnTo>
                    <a:lnTo>
                      <a:pt x="17" y="16"/>
                    </a:lnTo>
                    <a:lnTo>
                      <a:pt x="15" y="16"/>
                    </a:lnTo>
                    <a:lnTo>
                      <a:pt x="15" y="16"/>
                    </a:lnTo>
                    <a:lnTo>
                      <a:pt x="15" y="16"/>
                    </a:lnTo>
                    <a:lnTo>
                      <a:pt x="15" y="16"/>
                    </a:lnTo>
                    <a:lnTo>
                      <a:pt x="12" y="16"/>
                    </a:lnTo>
                    <a:lnTo>
                      <a:pt x="12" y="16"/>
                    </a:lnTo>
                    <a:lnTo>
                      <a:pt x="10" y="16"/>
                    </a:lnTo>
                    <a:lnTo>
                      <a:pt x="10" y="16"/>
                    </a:lnTo>
                    <a:lnTo>
                      <a:pt x="10" y="14"/>
                    </a:lnTo>
                    <a:lnTo>
                      <a:pt x="10" y="14"/>
                    </a:lnTo>
                    <a:lnTo>
                      <a:pt x="10" y="14"/>
                    </a:lnTo>
                    <a:lnTo>
                      <a:pt x="10" y="12"/>
                    </a:lnTo>
                    <a:lnTo>
                      <a:pt x="10" y="12"/>
                    </a:lnTo>
                    <a:lnTo>
                      <a:pt x="10" y="12"/>
                    </a:lnTo>
                    <a:lnTo>
                      <a:pt x="10" y="12"/>
                    </a:lnTo>
                    <a:lnTo>
                      <a:pt x="8" y="12"/>
                    </a:lnTo>
                    <a:lnTo>
                      <a:pt x="8" y="9"/>
                    </a:lnTo>
                    <a:lnTo>
                      <a:pt x="8" y="9"/>
                    </a:lnTo>
                    <a:lnTo>
                      <a:pt x="8" y="9"/>
                    </a:lnTo>
                    <a:lnTo>
                      <a:pt x="8" y="12"/>
                    </a:lnTo>
                    <a:lnTo>
                      <a:pt x="5" y="12"/>
                    </a:lnTo>
                    <a:lnTo>
                      <a:pt x="5" y="12"/>
                    </a:lnTo>
                    <a:lnTo>
                      <a:pt x="5" y="9"/>
                    </a:lnTo>
                    <a:lnTo>
                      <a:pt x="5" y="9"/>
                    </a:lnTo>
                    <a:lnTo>
                      <a:pt x="3" y="9"/>
                    </a:lnTo>
                    <a:lnTo>
                      <a:pt x="3" y="9"/>
                    </a:lnTo>
                    <a:lnTo>
                      <a:pt x="3" y="9"/>
                    </a:lnTo>
                    <a:lnTo>
                      <a:pt x="3" y="9"/>
                    </a:lnTo>
                    <a:lnTo>
                      <a:pt x="0" y="9"/>
                    </a:lnTo>
                    <a:lnTo>
                      <a:pt x="0" y="7"/>
                    </a:lnTo>
                    <a:lnTo>
                      <a:pt x="0" y="7"/>
                    </a:lnTo>
                    <a:lnTo>
                      <a:pt x="0" y="7"/>
                    </a:lnTo>
                    <a:lnTo>
                      <a:pt x="0" y="7"/>
                    </a:lnTo>
                    <a:lnTo>
                      <a:pt x="0" y="4"/>
                    </a:lnTo>
                    <a:lnTo>
                      <a:pt x="0" y="4"/>
                    </a:lnTo>
                    <a:lnTo>
                      <a:pt x="0" y="2"/>
                    </a:lnTo>
                    <a:lnTo>
                      <a:pt x="0" y="2"/>
                    </a:lnTo>
                    <a:lnTo>
                      <a:pt x="0" y="2"/>
                    </a:lnTo>
                    <a:lnTo>
                      <a:pt x="0" y="2"/>
                    </a:lnTo>
                    <a:lnTo>
                      <a:pt x="0" y="0"/>
                    </a:lnTo>
                    <a:lnTo>
                      <a:pt x="0" y="0"/>
                    </a:lnTo>
                    <a:lnTo>
                      <a:pt x="3" y="0"/>
                    </a:lnTo>
                    <a:lnTo>
                      <a:pt x="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 name="Freeform 186"/>
              <p:cNvSpPr>
                <a:spLocks/>
              </p:cNvSpPr>
              <p:nvPr/>
            </p:nvSpPr>
            <p:spPr bwMode="auto">
              <a:xfrm>
                <a:off x="2885" y="2680"/>
                <a:ext cx="17" cy="16"/>
              </a:xfrm>
              <a:custGeom>
                <a:avLst/>
                <a:gdLst/>
                <a:ahLst/>
                <a:cxnLst>
                  <a:cxn ang="0">
                    <a:pos x="3" y="0"/>
                  </a:cxn>
                  <a:cxn ang="0">
                    <a:pos x="5" y="0"/>
                  </a:cxn>
                  <a:cxn ang="0">
                    <a:pos x="5" y="2"/>
                  </a:cxn>
                  <a:cxn ang="0">
                    <a:pos x="8" y="2"/>
                  </a:cxn>
                  <a:cxn ang="0">
                    <a:pos x="8" y="4"/>
                  </a:cxn>
                  <a:cxn ang="0">
                    <a:pos x="10" y="4"/>
                  </a:cxn>
                  <a:cxn ang="0">
                    <a:pos x="10" y="4"/>
                  </a:cxn>
                  <a:cxn ang="0">
                    <a:pos x="10" y="7"/>
                  </a:cxn>
                  <a:cxn ang="0">
                    <a:pos x="12" y="7"/>
                  </a:cxn>
                  <a:cxn ang="0">
                    <a:pos x="12" y="9"/>
                  </a:cxn>
                  <a:cxn ang="0">
                    <a:pos x="15" y="9"/>
                  </a:cxn>
                  <a:cxn ang="0">
                    <a:pos x="15" y="9"/>
                  </a:cxn>
                  <a:cxn ang="0">
                    <a:pos x="15" y="12"/>
                  </a:cxn>
                  <a:cxn ang="0">
                    <a:pos x="17" y="12"/>
                  </a:cxn>
                  <a:cxn ang="0">
                    <a:pos x="17" y="12"/>
                  </a:cxn>
                  <a:cxn ang="0">
                    <a:pos x="17" y="14"/>
                  </a:cxn>
                  <a:cxn ang="0">
                    <a:pos x="17" y="16"/>
                  </a:cxn>
                  <a:cxn ang="0">
                    <a:pos x="17" y="16"/>
                  </a:cxn>
                  <a:cxn ang="0">
                    <a:pos x="15" y="16"/>
                  </a:cxn>
                  <a:cxn ang="0">
                    <a:pos x="15" y="16"/>
                  </a:cxn>
                  <a:cxn ang="0">
                    <a:pos x="12" y="16"/>
                  </a:cxn>
                  <a:cxn ang="0">
                    <a:pos x="10" y="16"/>
                  </a:cxn>
                  <a:cxn ang="0">
                    <a:pos x="10" y="14"/>
                  </a:cxn>
                  <a:cxn ang="0">
                    <a:pos x="10" y="12"/>
                  </a:cxn>
                  <a:cxn ang="0">
                    <a:pos x="10" y="12"/>
                  </a:cxn>
                  <a:cxn ang="0">
                    <a:pos x="8" y="12"/>
                  </a:cxn>
                  <a:cxn ang="0">
                    <a:pos x="8" y="9"/>
                  </a:cxn>
                  <a:cxn ang="0">
                    <a:pos x="8" y="12"/>
                  </a:cxn>
                  <a:cxn ang="0">
                    <a:pos x="5" y="12"/>
                  </a:cxn>
                  <a:cxn ang="0">
                    <a:pos x="5" y="9"/>
                  </a:cxn>
                  <a:cxn ang="0">
                    <a:pos x="3" y="9"/>
                  </a:cxn>
                  <a:cxn ang="0">
                    <a:pos x="3" y="9"/>
                  </a:cxn>
                  <a:cxn ang="0">
                    <a:pos x="0" y="7"/>
                  </a:cxn>
                  <a:cxn ang="0">
                    <a:pos x="0" y="7"/>
                  </a:cxn>
                  <a:cxn ang="0">
                    <a:pos x="0" y="4"/>
                  </a:cxn>
                  <a:cxn ang="0">
                    <a:pos x="0" y="2"/>
                  </a:cxn>
                  <a:cxn ang="0">
                    <a:pos x="0" y="2"/>
                  </a:cxn>
                  <a:cxn ang="0">
                    <a:pos x="0" y="0"/>
                  </a:cxn>
                  <a:cxn ang="0">
                    <a:pos x="3" y="0"/>
                  </a:cxn>
                </a:cxnLst>
                <a:rect l="0" t="0" r="r" b="b"/>
                <a:pathLst>
                  <a:path w="17" h="16">
                    <a:moveTo>
                      <a:pt x="3" y="0"/>
                    </a:moveTo>
                    <a:lnTo>
                      <a:pt x="3" y="0"/>
                    </a:lnTo>
                    <a:lnTo>
                      <a:pt x="3" y="0"/>
                    </a:lnTo>
                    <a:lnTo>
                      <a:pt x="5" y="0"/>
                    </a:lnTo>
                    <a:lnTo>
                      <a:pt x="5" y="2"/>
                    </a:lnTo>
                    <a:lnTo>
                      <a:pt x="5" y="2"/>
                    </a:lnTo>
                    <a:lnTo>
                      <a:pt x="8" y="2"/>
                    </a:lnTo>
                    <a:lnTo>
                      <a:pt x="8" y="2"/>
                    </a:lnTo>
                    <a:lnTo>
                      <a:pt x="8" y="4"/>
                    </a:lnTo>
                    <a:lnTo>
                      <a:pt x="8" y="4"/>
                    </a:lnTo>
                    <a:lnTo>
                      <a:pt x="8" y="4"/>
                    </a:lnTo>
                    <a:lnTo>
                      <a:pt x="10" y="4"/>
                    </a:lnTo>
                    <a:lnTo>
                      <a:pt x="10" y="4"/>
                    </a:lnTo>
                    <a:lnTo>
                      <a:pt x="10" y="4"/>
                    </a:lnTo>
                    <a:lnTo>
                      <a:pt x="10" y="7"/>
                    </a:lnTo>
                    <a:lnTo>
                      <a:pt x="10" y="7"/>
                    </a:lnTo>
                    <a:lnTo>
                      <a:pt x="10" y="7"/>
                    </a:lnTo>
                    <a:lnTo>
                      <a:pt x="12" y="7"/>
                    </a:lnTo>
                    <a:lnTo>
                      <a:pt x="12" y="9"/>
                    </a:lnTo>
                    <a:lnTo>
                      <a:pt x="12" y="9"/>
                    </a:lnTo>
                    <a:lnTo>
                      <a:pt x="12" y="9"/>
                    </a:lnTo>
                    <a:lnTo>
                      <a:pt x="15" y="9"/>
                    </a:lnTo>
                    <a:lnTo>
                      <a:pt x="15" y="9"/>
                    </a:lnTo>
                    <a:lnTo>
                      <a:pt x="15" y="9"/>
                    </a:lnTo>
                    <a:lnTo>
                      <a:pt x="15" y="9"/>
                    </a:lnTo>
                    <a:lnTo>
                      <a:pt x="15" y="12"/>
                    </a:lnTo>
                    <a:lnTo>
                      <a:pt x="17" y="12"/>
                    </a:lnTo>
                    <a:lnTo>
                      <a:pt x="17" y="12"/>
                    </a:lnTo>
                    <a:lnTo>
                      <a:pt x="17" y="12"/>
                    </a:lnTo>
                    <a:lnTo>
                      <a:pt x="17" y="12"/>
                    </a:lnTo>
                    <a:lnTo>
                      <a:pt x="17" y="14"/>
                    </a:lnTo>
                    <a:lnTo>
                      <a:pt x="17" y="14"/>
                    </a:lnTo>
                    <a:lnTo>
                      <a:pt x="17" y="14"/>
                    </a:lnTo>
                    <a:lnTo>
                      <a:pt x="17" y="16"/>
                    </a:lnTo>
                    <a:lnTo>
                      <a:pt x="17" y="16"/>
                    </a:lnTo>
                    <a:lnTo>
                      <a:pt x="17" y="16"/>
                    </a:lnTo>
                    <a:lnTo>
                      <a:pt x="15" y="16"/>
                    </a:lnTo>
                    <a:lnTo>
                      <a:pt x="15" y="16"/>
                    </a:lnTo>
                    <a:lnTo>
                      <a:pt x="15" y="16"/>
                    </a:lnTo>
                    <a:lnTo>
                      <a:pt x="15" y="16"/>
                    </a:lnTo>
                    <a:lnTo>
                      <a:pt x="12" y="16"/>
                    </a:lnTo>
                    <a:lnTo>
                      <a:pt x="12" y="16"/>
                    </a:lnTo>
                    <a:lnTo>
                      <a:pt x="10" y="16"/>
                    </a:lnTo>
                    <a:lnTo>
                      <a:pt x="10" y="16"/>
                    </a:lnTo>
                    <a:lnTo>
                      <a:pt x="10" y="14"/>
                    </a:lnTo>
                    <a:lnTo>
                      <a:pt x="10" y="14"/>
                    </a:lnTo>
                    <a:lnTo>
                      <a:pt x="10" y="14"/>
                    </a:lnTo>
                    <a:lnTo>
                      <a:pt x="10" y="12"/>
                    </a:lnTo>
                    <a:lnTo>
                      <a:pt x="10" y="12"/>
                    </a:lnTo>
                    <a:lnTo>
                      <a:pt x="10" y="12"/>
                    </a:lnTo>
                    <a:lnTo>
                      <a:pt x="10" y="12"/>
                    </a:lnTo>
                    <a:lnTo>
                      <a:pt x="8" y="12"/>
                    </a:lnTo>
                    <a:lnTo>
                      <a:pt x="8" y="9"/>
                    </a:lnTo>
                    <a:lnTo>
                      <a:pt x="8" y="9"/>
                    </a:lnTo>
                    <a:lnTo>
                      <a:pt x="8" y="9"/>
                    </a:lnTo>
                    <a:lnTo>
                      <a:pt x="8" y="12"/>
                    </a:lnTo>
                    <a:lnTo>
                      <a:pt x="5" y="12"/>
                    </a:lnTo>
                    <a:lnTo>
                      <a:pt x="5" y="12"/>
                    </a:lnTo>
                    <a:lnTo>
                      <a:pt x="5" y="9"/>
                    </a:lnTo>
                    <a:lnTo>
                      <a:pt x="5" y="9"/>
                    </a:lnTo>
                    <a:lnTo>
                      <a:pt x="3" y="9"/>
                    </a:lnTo>
                    <a:lnTo>
                      <a:pt x="3" y="9"/>
                    </a:lnTo>
                    <a:lnTo>
                      <a:pt x="3" y="9"/>
                    </a:lnTo>
                    <a:lnTo>
                      <a:pt x="3" y="9"/>
                    </a:lnTo>
                    <a:lnTo>
                      <a:pt x="0" y="9"/>
                    </a:lnTo>
                    <a:lnTo>
                      <a:pt x="0" y="7"/>
                    </a:lnTo>
                    <a:lnTo>
                      <a:pt x="0" y="7"/>
                    </a:lnTo>
                    <a:lnTo>
                      <a:pt x="0" y="7"/>
                    </a:lnTo>
                    <a:lnTo>
                      <a:pt x="0" y="7"/>
                    </a:lnTo>
                    <a:lnTo>
                      <a:pt x="0" y="4"/>
                    </a:lnTo>
                    <a:lnTo>
                      <a:pt x="0" y="4"/>
                    </a:lnTo>
                    <a:lnTo>
                      <a:pt x="0" y="2"/>
                    </a:lnTo>
                    <a:lnTo>
                      <a:pt x="0" y="2"/>
                    </a:lnTo>
                    <a:lnTo>
                      <a:pt x="0" y="2"/>
                    </a:lnTo>
                    <a:lnTo>
                      <a:pt x="0" y="2"/>
                    </a:lnTo>
                    <a:lnTo>
                      <a:pt x="0" y="0"/>
                    </a:lnTo>
                    <a:lnTo>
                      <a:pt x="0" y="0"/>
                    </a:lnTo>
                    <a:lnTo>
                      <a:pt x="3" y="0"/>
                    </a:lnTo>
                    <a:lnTo>
                      <a:pt x="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 name="Freeform 187"/>
              <p:cNvSpPr>
                <a:spLocks/>
              </p:cNvSpPr>
              <p:nvPr/>
            </p:nvSpPr>
            <p:spPr bwMode="auto">
              <a:xfrm>
                <a:off x="3529" y="2945"/>
                <a:ext cx="26" cy="14"/>
              </a:xfrm>
              <a:custGeom>
                <a:avLst/>
                <a:gdLst/>
                <a:ahLst/>
                <a:cxnLst>
                  <a:cxn ang="0">
                    <a:pos x="22" y="2"/>
                  </a:cxn>
                  <a:cxn ang="0">
                    <a:pos x="22" y="2"/>
                  </a:cxn>
                  <a:cxn ang="0">
                    <a:pos x="24" y="2"/>
                  </a:cxn>
                  <a:cxn ang="0">
                    <a:pos x="24" y="5"/>
                  </a:cxn>
                  <a:cxn ang="0">
                    <a:pos x="26" y="5"/>
                  </a:cxn>
                  <a:cxn ang="0">
                    <a:pos x="24" y="7"/>
                  </a:cxn>
                  <a:cxn ang="0">
                    <a:pos x="24" y="7"/>
                  </a:cxn>
                  <a:cxn ang="0">
                    <a:pos x="22" y="7"/>
                  </a:cxn>
                  <a:cxn ang="0">
                    <a:pos x="22" y="7"/>
                  </a:cxn>
                  <a:cxn ang="0">
                    <a:pos x="19" y="10"/>
                  </a:cxn>
                  <a:cxn ang="0">
                    <a:pos x="19" y="10"/>
                  </a:cxn>
                  <a:cxn ang="0">
                    <a:pos x="19" y="12"/>
                  </a:cxn>
                  <a:cxn ang="0">
                    <a:pos x="17" y="12"/>
                  </a:cxn>
                  <a:cxn ang="0">
                    <a:pos x="17" y="12"/>
                  </a:cxn>
                  <a:cxn ang="0">
                    <a:pos x="14" y="12"/>
                  </a:cxn>
                  <a:cxn ang="0">
                    <a:pos x="12" y="12"/>
                  </a:cxn>
                  <a:cxn ang="0">
                    <a:pos x="12" y="12"/>
                  </a:cxn>
                  <a:cxn ang="0">
                    <a:pos x="10" y="10"/>
                  </a:cxn>
                  <a:cxn ang="0">
                    <a:pos x="10" y="10"/>
                  </a:cxn>
                  <a:cxn ang="0">
                    <a:pos x="7" y="10"/>
                  </a:cxn>
                  <a:cxn ang="0">
                    <a:pos x="5" y="12"/>
                  </a:cxn>
                  <a:cxn ang="0">
                    <a:pos x="5" y="12"/>
                  </a:cxn>
                  <a:cxn ang="0">
                    <a:pos x="3" y="12"/>
                  </a:cxn>
                  <a:cxn ang="0">
                    <a:pos x="3" y="14"/>
                  </a:cxn>
                  <a:cxn ang="0">
                    <a:pos x="0" y="14"/>
                  </a:cxn>
                  <a:cxn ang="0">
                    <a:pos x="0" y="12"/>
                  </a:cxn>
                  <a:cxn ang="0">
                    <a:pos x="3" y="10"/>
                  </a:cxn>
                  <a:cxn ang="0">
                    <a:pos x="3" y="12"/>
                  </a:cxn>
                  <a:cxn ang="0">
                    <a:pos x="3" y="10"/>
                  </a:cxn>
                  <a:cxn ang="0">
                    <a:pos x="3" y="10"/>
                  </a:cxn>
                  <a:cxn ang="0">
                    <a:pos x="3" y="7"/>
                  </a:cxn>
                  <a:cxn ang="0">
                    <a:pos x="5" y="5"/>
                  </a:cxn>
                  <a:cxn ang="0">
                    <a:pos x="5" y="2"/>
                  </a:cxn>
                  <a:cxn ang="0">
                    <a:pos x="5" y="0"/>
                  </a:cxn>
                  <a:cxn ang="0">
                    <a:pos x="5" y="0"/>
                  </a:cxn>
                  <a:cxn ang="0">
                    <a:pos x="5" y="2"/>
                  </a:cxn>
                  <a:cxn ang="0">
                    <a:pos x="5" y="2"/>
                  </a:cxn>
                  <a:cxn ang="0">
                    <a:pos x="7" y="5"/>
                  </a:cxn>
                  <a:cxn ang="0">
                    <a:pos x="10" y="5"/>
                  </a:cxn>
                  <a:cxn ang="0">
                    <a:pos x="10" y="5"/>
                  </a:cxn>
                  <a:cxn ang="0">
                    <a:pos x="12" y="5"/>
                  </a:cxn>
                  <a:cxn ang="0">
                    <a:pos x="12" y="5"/>
                  </a:cxn>
                  <a:cxn ang="0">
                    <a:pos x="14" y="5"/>
                  </a:cxn>
                  <a:cxn ang="0">
                    <a:pos x="14" y="2"/>
                  </a:cxn>
                  <a:cxn ang="0">
                    <a:pos x="17" y="2"/>
                  </a:cxn>
                  <a:cxn ang="0">
                    <a:pos x="17" y="2"/>
                  </a:cxn>
                  <a:cxn ang="0">
                    <a:pos x="19" y="0"/>
                  </a:cxn>
                  <a:cxn ang="0">
                    <a:pos x="22" y="0"/>
                  </a:cxn>
                </a:cxnLst>
                <a:rect l="0" t="0" r="r" b="b"/>
                <a:pathLst>
                  <a:path w="26" h="14">
                    <a:moveTo>
                      <a:pt x="22" y="0"/>
                    </a:moveTo>
                    <a:lnTo>
                      <a:pt x="22" y="2"/>
                    </a:lnTo>
                    <a:lnTo>
                      <a:pt x="22" y="2"/>
                    </a:lnTo>
                    <a:lnTo>
                      <a:pt x="22" y="2"/>
                    </a:lnTo>
                    <a:lnTo>
                      <a:pt x="24" y="2"/>
                    </a:lnTo>
                    <a:lnTo>
                      <a:pt x="24" y="2"/>
                    </a:lnTo>
                    <a:lnTo>
                      <a:pt x="24" y="2"/>
                    </a:lnTo>
                    <a:lnTo>
                      <a:pt x="24" y="5"/>
                    </a:lnTo>
                    <a:lnTo>
                      <a:pt x="24" y="5"/>
                    </a:lnTo>
                    <a:lnTo>
                      <a:pt x="26" y="5"/>
                    </a:lnTo>
                    <a:lnTo>
                      <a:pt x="26" y="7"/>
                    </a:lnTo>
                    <a:lnTo>
                      <a:pt x="24" y="7"/>
                    </a:lnTo>
                    <a:lnTo>
                      <a:pt x="24" y="7"/>
                    </a:lnTo>
                    <a:lnTo>
                      <a:pt x="24" y="7"/>
                    </a:lnTo>
                    <a:lnTo>
                      <a:pt x="24" y="7"/>
                    </a:lnTo>
                    <a:lnTo>
                      <a:pt x="22" y="7"/>
                    </a:lnTo>
                    <a:lnTo>
                      <a:pt x="22" y="7"/>
                    </a:lnTo>
                    <a:lnTo>
                      <a:pt x="22" y="7"/>
                    </a:lnTo>
                    <a:lnTo>
                      <a:pt x="22" y="10"/>
                    </a:lnTo>
                    <a:lnTo>
                      <a:pt x="19" y="10"/>
                    </a:lnTo>
                    <a:lnTo>
                      <a:pt x="19" y="10"/>
                    </a:lnTo>
                    <a:lnTo>
                      <a:pt x="19" y="10"/>
                    </a:lnTo>
                    <a:lnTo>
                      <a:pt x="19" y="10"/>
                    </a:lnTo>
                    <a:lnTo>
                      <a:pt x="19" y="12"/>
                    </a:lnTo>
                    <a:lnTo>
                      <a:pt x="17" y="12"/>
                    </a:lnTo>
                    <a:lnTo>
                      <a:pt x="17" y="12"/>
                    </a:lnTo>
                    <a:lnTo>
                      <a:pt x="17" y="12"/>
                    </a:lnTo>
                    <a:lnTo>
                      <a:pt x="17" y="12"/>
                    </a:lnTo>
                    <a:lnTo>
                      <a:pt x="17" y="12"/>
                    </a:lnTo>
                    <a:lnTo>
                      <a:pt x="14" y="12"/>
                    </a:lnTo>
                    <a:lnTo>
                      <a:pt x="14" y="12"/>
                    </a:lnTo>
                    <a:lnTo>
                      <a:pt x="12" y="12"/>
                    </a:lnTo>
                    <a:lnTo>
                      <a:pt x="12" y="12"/>
                    </a:lnTo>
                    <a:lnTo>
                      <a:pt x="12" y="12"/>
                    </a:lnTo>
                    <a:lnTo>
                      <a:pt x="10" y="12"/>
                    </a:lnTo>
                    <a:lnTo>
                      <a:pt x="10" y="10"/>
                    </a:lnTo>
                    <a:lnTo>
                      <a:pt x="10" y="10"/>
                    </a:lnTo>
                    <a:lnTo>
                      <a:pt x="10" y="10"/>
                    </a:lnTo>
                    <a:lnTo>
                      <a:pt x="7" y="10"/>
                    </a:lnTo>
                    <a:lnTo>
                      <a:pt x="7" y="10"/>
                    </a:lnTo>
                    <a:lnTo>
                      <a:pt x="7" y="12"/>
                    </a:lnTo>
                    <a:lnTo>
                      <a:pt x="5" y="12"/>
                    </a:lnTo>
                    <a:lnTo>
                      <a:pt x="5" y="12"/>
                    </a:lnTo>
                    <a:lnTo>
                      <a:pt x="5" y="12"/>
                    </a:lnTo>
                    <a:lnTo>
                      <a:pt x="5" y="12"/>
                    </a:lnTo>
                    <a:lnTo>
                      <a:pt x="3" y="12"/>
                    </a:lnTo>
                    <a:lnTo>
                      <a:pt x="3" y="14"/>
                    </a:lnTo>
                    <a:lnTo>
                      <a:pt x="3" y="14"/>
                    </a:lnTo>
                    <a:lnTo>
                      <a:pt x="3" y="14"/>
                    </a:lnTo>
                    <a:lnTo>
                      <a:pt x="0" y="14"/>
                    </a:lnTo>
                    <a:lnTo>
                      <a:pt x="0" y="12"/>
                    </a:lnTo>
                    <a:lnTo>
                      <a:pt x="0" y="12"/>
                    </a:lnTo>
                    <a:lnTo>
                      <a:pt x="0" y="10"/>
                    </a:lnTo>
                    <a:lnTo>
                      <a:pt x="3" y="10"/>
                    </a:lnTo>
                    <a:lnTo>
                      <a:pt x="3" y="12"/>
                    </a:lnTo>
                    <a:lnTo>
                      <a:pt x="3" y="12"/>
                    </a:lnTo>
                    <a:lnTo>
                      <a:pt x="3" y="10"/>
                    </a:lnTo>
                    <a:lnTo>
                      <a:pt x="3" y="10"/>
                    </a:lnTo>
                    <a:lnTo>
                      <a:pt x="3" y="10"/>
                    </a:lnTo>
                    <a:lnTo>
                      <a:pt x="3" y="10"/>
                    </a:lnTo>
                    <a:lnTo>
                      <a:pt x="3" y="7"/>
                    </a:lnTo>
                    <a:lnTo>
                      <a:pt x="3" y="7"/>
                    </a:lnTo>
                    <a:lnTo>
                      <a:pt x="5" y="7"/>
                    </a:lnTo>
                    <a:lnTo>
                      <a:pt x="5" y="5"/>
                    </a:lnTo>
                    <a:lnTo>
                      <a:pt x="5" y="5"/>
                    </a:lnTo>
                    <a:lnTo>
                      <a:pt x="5" y="2"/>
                    </a:lnTo>
                    <a:lnTo>
                      <a:pt x="5" y="2"/>
                    </a:lnTo>
                    <a:lnTo>
                      <a:pt x="5" y="0"/>
                    </a:lnTo>
                    <a:lnTo>
                      <a:pt x="5" y="0"/>
                    </a:lnTo>
                    <a:lnTo>
                      <a:pt x="5" y="0"/>
                    </a:lnTo>
                    <a:lnTo>
                      <a:pt x="5" y="2"/>
                    </a:lnTo>
                    <a:lnTo>
                      <a:pt x="5" y="2"/>
                    </a:lnTo>
                    <a:lnTo>
                      <a:pt x="5" y="2"/>
                    </a:lnTo>
                    <a:lnTo>
                      <a:pt x="5" y="2"/>
                    </a:lnTo>
                    <a:lnTo>
                      <a:pt x="7" y="2"/>
                    </a:lnTo>
                    <a:lnTo>
                      <a:pt x="7" y="5"/>
                    </a:lnTo>
                    <a:lnTo>
                      <a:pt x="7" y="5"/>
                    </a:lnTo>
                    <a:lnTo>
                      <a:pt x="10" y="5"/>
                    </a:lnTo>
                    <a:lnTo>
                      <a:pt x="10" y="5"/>
                    </a:lnTo>
                    <a:lnTo>
                      <a:pt x="10" y="5"/>
                    </a:lnTo>
                    <a:lnTo>
                      <a:pt x="10" y="5"/>
                    </a:lnTo>
                    <a:lnTo>
                      <a:pt x="12" y="5"/>
                    </a:lnTo>
                    <a:lnTo>
                      <a:pt x="12" y="5"/>
                    </a:lnTo>
                    <a:lnTo>
                      <a:pt x="12" y="5"/>
                    </a:lnTo>
                    <a:lnTo>
                      <a:pt x="12" y="5"/>
                    </a:lnTo>
                    <a:lnTo>
                      <a:pt x="14" y="5"/>
                    </a:lnTo>
                    <a:lnTo>
                      <a:pt x="14" y="2"/>
                    </a:lnTo>
                    <a:lnTo>
                      <a:pt x="14" y="2"/>
                    </a:lnTo>
                    <a:lnTo>
                      <a:pt x="14" y="2"/>
                    </a:lnTo>
                    <a:lnTo>
                      <a:pt x="17" y="2"/>
                    </a:lnTo>
                    <a:lnTo>
                      <a:pt x="17" y="2"/>
                    </a:lnTo>
                    <a:lnTo>
                      <a:pt x="17" y="2"/>
                    </a:lnTo>
                    <a:lnTo>
                      <a:pt x="17" y="0"/>
                    </a:lnTo>
                    <a:lnTo>
                      <a:pt x="19" y="0"/>
                    </a:lnTo>
                    <a:lnTo>
                      <a:pt x="19" y="0"/>
                    </a:lnTo>
                    <a:lnTo>
                      <a:pt x="22" y="0"/>
                    </a:lnTo>
                    <a:lnTo>
                      <a:pt x="2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 name="Freeform 188"/>
              <p:cNvSpPr>
                <a:spLocks/>
              </p:cNvSpPr>
              <p:nvPr/>
            </p:nvSpPr>
            <p:spPr bwMode="auto">
              <a:xfrm>
                <a:off x="3529" y="2945"/>
                <a:ext cx="26" cy="14"/>
              </a:xfrm>
              <a:custGeom>
                <a:avLst/>
                <a:gdLst/>
                <a:ahLst/>
                <a:cxnLst>
                  <a:cxn ang="0">
                    <a:pos x="22" y="2"/>
                  </a:cxn>
                  <a:cxn ang="0">
                    <a:pos x="22" y="2"/>
                  </a:cxn>
                  <a:cxn ang="0">
                    <a:pos x="24" y="2"/>
                  </a:cxn>
                  <a:cxn ang="0">
                    <a:pos x="24" y="5"/>
                  </a:cxn>
                  <a:cxn ang="0">
                    <a:pos x="26" y="5"/>
                  </a:cxn>
                  <a:cxn ang="0">
                    <a:pos x="24" y="7"/>
                  </a:cxn>
                  <a:cxn ang="0">
                    <a:pos x="24" y="7"/>
                  </a:cxn>
                  <a:cxn ang="0">
                    <a:pos x="22" y="7"/>
                  </a:cxn>
                  <a:cxn ang="0">
                    <a:pos x="22" y="7"/>
                  </a:cxn>
                  <a:cxn ang="0">
                    <a:pos x="19" y="10"/>
                  </a:cxn>
                  <a:cxn ang="0">
                    <a:pos x="19" y="10"/>
                  </a:cxn>
                  <a:cxn ang="0">
                    <a:pos x="19" y="12"/>
                  </a:cxn>
                  <a:cxn ang="0">
                    <a:pos x="17" y="12"/>
                  </a:cxn>
                  <a:cxn ang="0">
                    <a:pos x="17" y="12"/>
                  </a:cxn>
                  <a:cxn ang="0">
                    <a:pos x="14" y="12"/>
                  </a:cxn>
                  <a:cxn ang="0">
                    <a:pos x="12" y="12"/>
                  </a:cxn>
                  <a:cxn ang="0">
                    <a:pos x="12" y="12"/>
                  </a:cxn>
                  <a:cxn ang="0">
                    <a:pos x="10" y="10"/>
                  </a:cxn>
                  <a:cxn ang="0">
                    <a:pos x="10" y="10"/>
                  </a:cxn>
                  <a:cxn ang="0">
                    <a:pos x="7" y="10"/>
                  </a:cxn>
                  <a:cxn ang="0">
                    <a:pos x="5" y="12"/>
                  </a:cxn>
                  <a:cxn ang="0">
                    <a:pos x="5" y="12"/>
                  </a:cxn>
                  <a:cxn ang="0">
                    <a:pos x="3" y="12"/>
                  </a:cxn>
                  <a:cxn ang="0">
                    <a:pos x="3" y="14"/>
                  </a:cxn>
                  <a:cxn ang="0">
                    <a:pos x="0" y="14"/>
                  </a:cxn>
                  <a:cxn ang="0">
                    <a:pos x="0" y="12"/>
                  </a:cxn>
                  <a:cxn ang="0">
                    <a:pos x="3" y="10"/>
                  </a:cxn>
                  <a:cxn ang="0">
                    <a:pos x="3" y="12"/>
                  </a:cxn>
                  <a:cxn ang="0">
                    <a:pos x="3" y="10"/>
                  </a:cxn>
                  <a:cxn ang="0">
                    <a:pos x="3" y="10"/>
                  </a:cxn>
                  <a:cxn ang="0">
                    <a:pos x="3" y="7"/>
                  </a:cxn>
                  <a:cxn ang="0">
                    <a:pos x="5" y="5"/>
                  </a:cxn>
                  <a:cxn ang="0">
                    <a:pos x="5" y="2"/>
                  </a:cxn>
                  <a:cxn ang="0">
                    <a:pos x="5" y="0"/>
                  </a:cxn>
                  <a:cxn ang="0">
                    <a:pos x="5" y="0"/>
                  </a:cxn>
                  <a:cxn ang="0">
                    <a:pos x="5" y="2"/>
                  </a:cxn>
                  <a:cxn ang="0">
                    <a:pos x="5" y="2"/>
                  </a:cxn>
                  <a:cxn ang="0">
                    <a:pos x="7" y="5"/>
                  </a:cxn>
                  <a:cxn ang="0">
                    <a:pos x="10" y="5"/>
                  </a:cxn>
                  <a:cxn ang="0">
                    <a:pos x="10" y="5"/>
                  </a:cxn>
                  <a:cxn ang="0">
                    <a:pos x="12" y="5"/>
                  </a:cxn>
                  <a:cxn ang="0">
                    <a:pos x="12" y="5"/>
                  </a:cxn>
                  <a:cxn ang="0">
                    <a:pos x="14" y="5"/>
                  </a:cxn>
                  <a:cxn ang="0">
                    <a:pos x="14" y="2"/>
                  </a:cxn>
                  <a:cxn ang="0">
                    <a:pos x="17" y="2"/>
                  </a:cxn>
                  <a:cxn ang="0">
                    <a:pos x="17" y="2"/>
                  </a:cxn>
                  <a:cxn ang="0">
                    <a:pos x="19" y="0"/>
                  </a:cxn>
                  <a:cxn ang="0">
                    <a:pos x="22" y="0"/>
                  </a:cxn>
                </a:cxnLst>
                <a:rect l="0" t="0" r="r" b="b"/>
                <a:pathLst>
                  <a:path w="26" h="14">
                    <a:moveTo>
                      <a:pt x="22" y="0"/>
                    </a:moveTo>
                    <a:lnTo>
                      <a:pt x="22" y="2"/>
                    </a:lnTo>
                    <a:lnTo>
                      <a:pt x="22" y="2"/>
                    </a:lnTo>
                    <a:lnTo>
                      <a:pt x="22" y="2"/>
                    </a:lnTo>
                    <a:lnTo>
                      <a:pt x="24" y="2"/>
                    </a:lnTo>
                    <a:lnTo>
                      <a:pt x="24" y="2"/>
                    </a:lnTo>
                    <a:lnTo>
                      <a:pt x="24" y="2"/>
                    </a:lnTo>
                    <a:lnTo>
                      <a:pt x="24" y="5"/>
                    </a:lnTo>
                    <a:lnTo>
                      <a:pt x="24" y="5"/>
                    </a:lnTo>
                    <a:lnTo>
                      <a:pt x="26" y="5"/>
                    </a:lnTo>
                    <a:lnTo>
                      <a:pt x="26" y="7"/>
                    </a:lnTo>
                    <a:lnTo>
                      <a:pt x="24" y="7"/>
                    </a:lnTo>
                    <a:lnTo>
                      <a:pt x="24" y="7"/>
                    </a:lnTo>
                    <a:lnTo>
                      <a:pt x="24" y="7"/>
                    </a:lnTo>
                    <a:lnTo>
                      <a:pt x="24" y="7"/>
                    </a:lnTo>
                    <a:lnTo>
                      <a:pt x="22" y="7"/>
                    </a:lnTo>
                    <a:lnTo>
                      <a:pt x="22" y="7"/>
                    </a:lnTo>
                    <a:lnTo>
                      <a:pt x="22" y="7"/>
                    </a:lnTo>
                    <a:lnTo>
                      <a:pt x="22" y="10"/>
                    </a:lnTo>
                    <a:lnTo>
                      <a:pt x="19" y="10"/>
                    </a:lnTo>
                    <a:lnTo>
                      <a:pt x="19" y="10"/>
                    </a:lnTo>
                    <a:lnTo>
                      <a:pt x="19" y="10"/>
                    </a:lnTo>
                    <a:lnTo>
                      <a:pt x="19" y="10"/>
                    </a:lnTo>
                    <a:lnTo>
                      <a:pt x="19" y="12"/>
                    </a:lnTo>
                    <a:lnTo>
                      <a:pt x="17" y="12"/>
                    </a:lnTo>
                    <a:lnTo>
                      <a:pt x="17" y="12"/>
                    </a:lnTo>
                    <a:lnTo>
                      <a:pt x="17" y="12"/>
                    </a:lnTo>
                    <a:lnTo>
                      <a:pt x="17" y="12"/>
                    </a:lnTo>
                    <a:lnTo>
                      <a:pt x="17" y="12"/>
                    </a:lnTo>
                    <a:lnTo>
                      <a:pt x="14" y="12"/>
                    </a:lnTo>
                    <a:lnTo>
                      <a:pt x="14" y="12"/>
                    </a:lnTo>
                    <a:lnTo>
                      <a:pt x="12" y="12"/>
                    </a:lnTo>
                    <a:lnTo>
                      <a:pt x="12" y="12"/>
                    </a:lnTo>
                    <a:lnTo>
                      <a:pt x="12" y="12"/>
                    </a:lnTo>
                    <a:lnTo>
                      <a:pt x="10" y="12"/>
                    </a:lnTo>
                    <a:lnTo>
                      <a:pt x="10" y="10"/>
                    </a:lnTo>
                    <a:lnTo>
                      <a:pt x="10" y="10"/>
                    </a:lnTo>
                    <a:lnTo>
                      <a:pt x="10" y="10"/>
                    </a:lnTo>
                    <a:lnTo>
                      <a:pt x="7" y="10"/>
                    </a:lnTo>
                    <a:lnTo>
                      <a:pt x="7" y="10"/>
                    </a:lnTo>
                    <a:lnTo>
                      <a:pt x="7" y="12"/>
                    </a:lnTo>
                    <a:lnTo>
                      <a:pt x="5" y="12"/>
                    </a:lnTo>
                    <a:lnTo>
                      <a:pt x="5" y="12"/>
                    </a:lnTo>
                    <a:lnTo>
                      <a:pt x="5" y="12"/>
                    </a:lnTo>
                    <a:lnTo>
                      <a:pt x="5" y="12"/>
                    </a:lnTo>
                    <a:lnTo>
                      <a:pt x="3" y="12"/>
                    </a:lnTo>
                    <a:lnTo>
                      <a:pt x="3" y="14"/>
                    </a:lnTo>
                    <a:lnTo>
                      <a:pt x="3" y="14"/>
                    </a:lnTo>
                    <a:lnTo>
                      <a:pt x="3" y="14"/>
                    </a:lnTo>
                    <a:lnTo>
                      <a:pt x="0" y="14"/>
                    </a:lnTo>
                    <a:lnTo>
                      <a:pt x="0" y="12"/>
                    </a:lnTo>
                    <a:lnTo>
                      <a:pt x="0" y="12"/>
                    </a:lnTo>
                    <a:lnTo>
                      <a:pt x="0" y="10"/>
                    </a:lnTo>
                    <a:lnTo>
                      <a:pt x="3" y="10"/>
                    </a:lnTo>
                    <a:lnTo>
                      <a:pt x="3" y="12"/>
                    </a:lnTo>
                    <a:lnTo>
                      <a:pt x="3" y="12"/>
                    </a:lnTo>
                    <a:lnTo>
                      <a:pt x="3" y="10"/>
                    </a:lnTo>
                    <a:lnTo>
                      <a:pt x="3" y="10"/>
                    </a:lnTo>
                    <a:lnTo>
                      <a:pt x="3" y="10"/>
                    </a:lnTo>
                    <a:lnTo>
                      <a:pt x="3" y="10"/>
                    </a:lnTo>
                    <a:lnTo>
                      <a:pt x="3" y="7"/>
                    </a:lnTo>
                    <a:lnTo>
                      <a:pt x="3" y="7"/>
                    </a:lnTo>
                    <a:lnTo>
                      <a:pt x="5" y="7"/>
                    </a:lnTo>
                    <a:lnTo>
                      <a:pt x="5" y="5"/>
                    </a:lnTo>
                    <a:lnTo>
                      <a:pt x="5" y="5"/>
                    </a:lnTo>
                    <a:lnTo>
                      <a:pt x="5" y="2"/>
                    </a:lnTo>
                    <a:lnTo>
                      <a:pt x="5" y="2"/>
                    </a:lnTo>
                    <a:lnTo>
                      <a:pt x="5" y="0"/>
                    </a:lnTo>
                    <a:lnTo>
                      <a:pt x="5" y="0"/>
                    </a:lnTo>
                    <a:lnTo>
                      <a:pt x="5" y="0"/>
                    </a:lnTo>
                    <a:lnTo>
                      <a:pt x="5" y="2"/>
                    </a:lnTo>
                    <a:lnTo>
                      <a:pt x="5" y="2"/>
                    </a:lnTo>
                    <a:lnTo>
                      <a:pt x="5" y="2"/>
                    </a:lnTo>
                    <a:lnTo>
                      <a:pt x="5" y="2"/>
                    </a:lnTo>
                    <a:lnTo>
                      <a:pt x="7" y="2"/>
                    </a:lnTo>
                    <a:lnTo>
                      <a:pt x="7" y="5"/>
                    </a:lnTo>
                    <a:lnTo>
                      <a:pt x="7" y="5"/>
                    </a:lnTo>
                    <a:lnTo>
                      <a:pt x="10" y="5"/>
                    </a:lnTo>
                    <a:lnTo>
                      <a:pt x="10" y="5"/>
                    </a:lnTo>
                    <a:lnTo>
                      <a:pt x="10" y="5"/>
                    </a:lnTo>
                    <a:lnTo>
                      <a:pt x="10" y="5"/>
                    </a:lnTo>
                    <a:lnTo>
                      <a:pt x="12" y="5"/>
                    </a:lnTo>
                    <a:lnTo>
                      <a:pt x="12" y="5"/>
                    </a:lnTo>
                    <a:lnTo>
                      <a:pt x="12" y="5"/>
                    </a:lnTo>
                    <a:lnTo>
                      <a:pt x="12" y="5"/>
                    </a:lnTo>
                    <a:lnTo>
                      <a:pt x="14" y="5"/>
                    </a:lnTo>
                    <a:lnTo>
                      <a:pt x="14" y="2"/>
                    </a:lnTo>
                    <a:lnTo>
                      <a:pt x="14" y="2"/>
                    </a:lnTo>
                    <a:lnTo>
                      <a:pt x="14" y="2"/>
                    </a:lnTo>
                    <a:lnTo>
                      <a:pt x="17" y="2"/>
                    </a:lnTo>
                    <a:lnTo>
                      <a:pt x="17" y="2"/>
                    </a:lnTo>
                    <a:lnTo>
                      <a:pt x="17" y="2"/>
                    </a:lnTo>
                    <a:lnTo>
                      <a:pt x="17" y="0"/>
                    </a:lnTo>
                    <a:lnTo>
                      <a:pt x="19" y="0"/>
                    </a:lnTo>
                    <a:lnTo>
                      <a:pt x="19" y="0"/>
                    </a:lnTo>
                    <a:lnTo>
                      <a:pt x="22" y="0"/>
                    </a:lnTo>
                    <a:lnTo>
                      <a:pt x="2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 name="Freeform 189"/>
              <p:cNvSpPr>
                <a:spLocks/>
              </p:cNvSpPr>
              <p:nvPr/>
            </p:nvSpPr>
            <p:spPr bwMode="auto">
              <a:xfrm>
                <a:off x="3562" y="2784"/>
                <a:ext cx="22" cy="14"/>
              </a:xfrm>
              <a:custGeom>
                <a:avLst/>
                <a:gdLst/>
                <a:ahLst/>
                <a:cxnLst>
                  <a:cxn ang="0">
                    <a:pos x="5" y="2"/>
                  </a:cxn>
                  <a:cxn ang="0">
                    <a:pos x="5" y="0"/>
                  </a:cxn>
                  <a:cxn ang="0">
                    <a:pos x="7" y="0"/>
                  </a:cxn>
                  <a:cxn ang="0">
                    <a:pos x="10" y="2"/>
                  </a:cxn>
                  <a:cxn ang="0">
                    <a:pos x="10" y="2"/>
                  </a:cxn>
                  <a:cxn ang="0">
                    <a:pos x="12" y="2"/>
                  </a:cxn>
                  <a:cxn ang="0">
                    <a:pos x="12" y="5"/>
                  </a:cxn>
                  <a:cxn ang="0">
                    <a:pos x="12" y="5"/>
                  </a:cxn>
                  <a:cxn ang="0">
                    <a:pos x="12" y="7"/>
                  </a:cxn>
                  <a:cxn ang="0">
                    <a:pos x="15" y="7"/>
                  </a:cxn>
                  <a:cxn ang="0">
                    <a:pos x="17" y="7"/>
                  </a:cxn>
                  <a:cxn ang="0">
                    <a:pos x="17" y="7"/>
                  </a:cxn>
                  <a:cxn ang="0">
                    <a:pos x="19" y="9"/>
                  </a:cxn>
                  <a:cxn ang="0">
                    <a:pos x="19" y="9"/>
                  </a:cxn>
                  <a:cxn ang="0">
                    <a:pos x="19" y="12"/>
                  </a:cxn>
                  <a:cxn ang="0">
                    <a:pos x="22" y="12"/>
                  </a:cxn>
                  <a:cxn ang="0">
                    <a:pos x="22" y="14"/>
                  </a:cxn>
                  <a:cxn ang="0">
                    <a:pos x="19" y="14"/>
                  </a:cxn>
                  <a:cxn ang="0">
                    <a:pos x="19" y="14"/>
                  </a:cxn>
                  <a:cxn ang="0">
                    <a:pos x="17" y="14"/>
                  </a:cxn>
                  <a:cxn ang="0">
                    <a:pos x="17" y="14"/>
                  </a:cxn>
                  <a:cxn ang="0">
                    <a:pos x="15" y="14"/>
                  </a:cxn>
                  <a:cxn ang="0">
                    <a:pos x="12" y="14"/>
                  </a:cxn>
                  <a:cxn ang="0">
                    <a:pos x="12" y="14"/>
                  </a:cxn>
                  <a:cxn ang="0">
                    <a:pos x="10" y="14"/>
                  </a:cxn>
                  <a:cxn ang="0">
                    <a:pos x="7" y="14"/>
                  </a:cxn>
                  <a:cxn ang="0">
                    <a:pos x="5" y="14"/>
                  </a:cxn>
                  <a:cxn ang="0">
                    <a:pos x="5" y="14"/>
                  </a:cxn>
                  <a:cxn ang="0">
                    <a:pos x="5" y="14"/>
                  </a:cxn>
                  <a:cxn ang="0">
                    <a:pos x="3" y="12"/>
                  </a:cxn>
                  <a:cxn ang="0">
                    <a:pos x="3" y="9"/>
                  </a:cxn>
                  <a:cxn ang="0">
                    <a:pos x="3" y="9"/>
                  </a:cxn>
                  <a:cxn ang="0">
                    <a:pos x="3" y="7"/>
                  </a:cxn>
                  <a:cxn ang="0">
                    <a:pos x="3" y="7"/>
                  </a:cxn>
                  <a:cxn ang="0">
                    <a:pos x="0" y="7"/>
                  </a:cxn>
                  <a:cxn ang="0">
                    <a:pos x="3" y="5"/>
                  </a:cxn>
                  <a:cxn ang="0">
                    <a:pos x="3" y="5"/>
                  </a:cxn>
                  <a:cxn ang="0">
                    <a:pos x="3" y="5"/>
                  </a:cxn>
                  <a:cxn ang="0">
                    <a:pos x="5" y="5"/>
                  </a:cxn>
                  <a:cxn ang="0">
                    <a:pos x="5" y="2"/>
                  </a:cxn>
                  <a:cxn ang="0">
                    <a:pos x="3" y="2"/>
                  </a:cxn>
                  <a:cxn ang="0">
                    <a:pos x="3" y="0"/>
                  </a:cxn>
                  <a:cxn ang="0">
                    <a:pos x="5" y="0"/>
                  </a:cxn>
                </a:cxnLst>
                <a:rect l="0" t="0" r="r" b="b"/>
                <a:pathLst>
                  <a:path w="22" h="14">
                    <a:moveTo>
                      <a:pt x="5" y="0"/>
                    </a:moveTo>
                    <a:lnTo>
                      <a:pt x="5" y="2"/>
                    </a:lnTo>
                    <a:lnTo>
                      <a:pt x="5" y="2"/>
                    </a:lnTo>
                    <a:lnTo>
                      <a:pt x="5" y="0"/>
                    </a:lnTo>
                    <a:lnTo>
                      <a:pt x="7" y="0"/>
                    </a:lnTo>
                    <a:lnTo>
                      <a:pt x="7" y="0"/>
                    </a:lnTo>
                    <a:lnTo>
                      <a:pt x="10" y="0"/>
                    </a:lnTo>
                    <a:lnTo>
                      <a:pt x="10" y="2"/>
                    </a:lnTo>
                    <a:lnTo>
                      <a:pt x="10" y="2"/>
                    </a:lnTo>
                    <a:lnTo>
                      <a:pt x="10" y="2"/>
                    </a:lnTo>
                    <a:lnTo>
                      <a:pt x="12" y="2"/>
                    </a:lnTo>
                    <a:lnTo>
                      <a:pt x="12" y="2"/>
                    </a:lnTo>
                    <a:lnTo>
                      <a:pt x="12" y="5"/>
                    </a:lnTo>
                    <a:lnTo>
                      <a:pt x="12" y="5"/>
                    </a:lnTo>
                    <a:lnTo>
                      <a:pt x="12" y="5"/>
                    </a:lnTo>
                    <a:lnTo>
                      <a:pt x="12" y="5"/>
                    </a:lnTo>
                    <a:lnTo>
                      <a:pt x="12" y="5"/>
                    </a:lnTo>
                    <a:lnTo>
                      <a:pt x="12" y="7"/>
                    </a:lnTo>
                    <a:lnTo>
                      <a:pt x="15" y="7"/>
                    </a:lnTo>
                    <a:lnTo>
                      <a:pt x="15" y="7"/>
                    </a:lnTo>
                    <a:lnTo>
                      <a:pt x="17" y="7"/>
                    </a:lnTo>
                    <a:lnTo>
                      <a:pt x="17" y="7"/>
                    </a:lnTo>
                    <a:lnTo>
                      <a:pt x="17" y="7"/>
                    </a:lnTo>
                    <a:lnTo>
                      <a:pt x="17" y="7"/>
                    </a:lnTo>
                    <a:lnTo>
                      <a:pt x="17" y="9"/>
                    </a:lnTo>
                    <a:lnTo>
                      <a:pt x="19" y="9"/>
                    </a:lnTo>
                    <a:lnTo>
                      <a:pt x="19" y="9"/>
                    </a:lnTo>
                    <a:lnTo>
                      <a:pt x="19" y="9"/>
                    </a:lnTo>
                    <a:lnTo>
                      <a:pt x="19" y="9"/>
                    </a:lnTo>
                    <a:lnTo>
                      <a:pt x="19" y="12"/>
                    </a:lnTo>
                    <a:lnTo>
                      <a:pt x="22" y="12"/>
                    </a:lnTo>
                    <a:lnTo>
                      <a:pt x="22" y="12"/>
                    </a:lnTo>
                    <a:lnTo>
                      <a:pt x="22" y="14"/>
                    </a:lnTo>
                    <a:lnTo>
                      <a:pt x="22" y="14"/>
                    </a:lnTo>
                    <a:lnTo>
                      <a:pt x="19" y="14"/>
                    </a:lnTo>
                    <a:lnTo>
                      <a:pt x="19" y="14"/>
                    </a:lnTo>
                    <a:lnTo>
                      <a:pt x="19" y="14"/>
                    </a:lnTo>
                    <a:lnTo>
                      <a:pt x="19" y="14"/>
                    </a:lnTo>
                    <a:lnTo>
                      <a:pt x="17" y="14"/>
                    </a:lnTo>
                    <a:lnTo>
                      <a:pt x="17" y="14"/>
                    </a:lnTo>
                    <a:lnTo>
                      <a:pt x="17" y="14"/>
                    </a:lnTo>
                    <a:lnTo>
                      <a:pt x="17" y="14"/>
                    </a:lnTo>
                    <a:lnTo>
                      <a:pt x="15" y="14"/>
                    </a:lnTo>
                    <a:lnTo>
                      <a:pt x="15" y="14"/>
                    </a:lnTo>
                    <a:lnTo>
                      <a:pt x="12" y="14"/>
                    </a:lnTo>
                    <a:lnTo>
                      <a:pt x="12" y="14"/>
                    </a:lnTo>
                    <a:lnTo>
                      <a:pt x="12" y="14"/>
                    </a:lnTo>
                    <a:lnTo>
                      <a:pt x="12" y="14"/>
                    </a:lnTo>
                    <a:lnTo>
                      <a:pt x="10" y="14"/>
                    </a:lnTo>
                    <a:lnTo>
                      <a:pt x="10" y="14"/>
                    </a:lnTo>
                    <a:lnTo>
                      <a:pt x="10" y="14"/>
                    </a:lnTo>
                    <a:lnTo>
                      <a:pt x="7" y="14"/>
                    </a:lnTo>
                    <a:lnTo>
                      <a:pt x="7" y="14"/>
                    </a:lnTo>
                    <a:lnTo>
                      <a:pt x="5" y="14"/>
                    </a:lnTo>
                    <a:lnTo>
                      <a:pt x="5" y="14"/>
                    </a:lnTo>
                    <a:lnTo>
                      <a:pt x="5" y="14"/>
                    </a:lnTo>
                    <a:lnTo>
                      <a:pt x="5" y="14"/>
                    </a:lnTo>
                    <a:lnTo>
                      <a:pt x="5" y="14"/>
                    </a:lnTo>
                    <a:lnTo>
                      <a:pt x="3" y="14"/>
                    </a:lnTo>
                    <a:lnTo>
                      <a:pt x="3" y="12"/>
                    </a:lnTo>
                    <a:lnTo>
                      <a:pt x="3" y="12"/>
                    </a:lnTo>
                    <a:lnTo>
                      <a:pt x="3" y="9"/>
                    </a:lnTo>
                    <a:lnTo>
                      <a:pt x="3" y="9"/>
                    </a:lnTo>
                    <a:lnTo>
                      <a:pt x="3" y="9"/>
                    </a:lnTo>
                    <a:lnTo>
                      <a:pt x="3" y="9"/>
                    </a:lnTo>
                    <a:lnTo>
                      <a:pt x="3" y="7"/>
                    </a:lnTo>
                    <a:lnTo>
                      <a:pt x="3" y="7"/>
                    </a:lnTo>
                    <a:lnTo>
                      <a:pt x="3" y="7"/>
                    </a:lnTo>
                    <a:lnTo>
                      <a:pt x="0" y="7"/>
                    </a:lnTo>
                    <a:lnTo>
                      <a:pt x="0" y="7"/>
                    </a:lnTo>
                    <a:lnTo>
                      <a:pt x="0" y="5"/>
                    </a:lnTo>
                    <a:lnTo>
                      <a:pt x="3" y="5"/>
                    </a:lnTo>
                    <a:lnTo>
                      <a:pt x="3" y="5"/>
                    </a:lnTo>
                    <a:lnTo>
                      <a:pt x="3" y="5"/>
                    </a:lnTo>
                    <a:lnTo>
                      <a:pt x="3" y="5"/>
                    </a:lnTo>
                    <a:lnTo>
                      <a:pt x="3" y="5"/>
                    </a:lnTo>
                    <a:lnTo>
                      <a:pt x="5" y="5"/>
                    </a:lnTo>
                    <a:lnTo>
                      <a:pt x="5" y="5"/>
                    </a:lnTo>
                    <a:lnTo>
                      <a:pt x="5" y="2"/>
                    </a:lnTo>
                    <a:lnTo>
                      <a:pt x="5" y="2"/>
                    </a:lnTo>
                    <a:lnTo>
                      <a:pt x="3" y="2"/>
                    </a:lnTo>
                    <a:lnTo>
                      <a:pt x="3" y="2"/>
                    </a:lnTo>
                    <a:lnTo>
                      <a:pt x="3" y="0"/>
                    </a:lnTo>
                    <a:lnTo>
                      <a:pt x="3" y="0"/>
                    </a:lnTo>
                    <a:lnTo>
                      <a:pt x="5" y="0"/>
                    </a:lnTo>
                    <a:lnTo>
                      <a:pt x="5" y="0"/>
                    </a:lnTo>
                    <a:lnTo>
                      <a:pt x="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 name="Freeform 190"/>
              <p:cNvSpPr>
                <a:spLocks/>
              </p:cNvSpPr>
              <p:nvPr/>
            </p:nvSpPr>
            <p:spPr bwMode="auto">
              <a:xfrm>
                <a:off x="3562" y="2784"/>
                <a:ext cx="22" cy="14"/>
              </a:xfrm>
              <a:custGeom>
                <a:avLst/>
                <a:gdLst/>
                <a:ahLst/>
                <a:cxnLst>
                  <a:cxn ang="0">
                    <a:pos x="5" y="2"/>
                  </a:cxn>
                  <a:cxn ang="0">
                    <a:pos x="5" y="0"/>
                  </a:cxn>
                  <a:cxn ang="0">
                    <a:pos x="7" y="0"/>
                  </a:cxn>
                  <a:cxn ang="0">
                    <a:pos x="10" y="2"/>
                  </a:cxn>
                  <a:cxn ang="0">
                    <a:pos x="10" y="2"/>
                  </a:cxn>
                  <a:cxn ang="0">
                    <a:pos x="12" y="2"/>
                  </a:cxn>
                  <a:cxn ang="0">
                    <a:pos x="12" y="5"/>
                  </a:cxn>
                  <a:cxn ang="0">
                    <a:pos x="12" y="5"/>
                  </a:cxn>
                  <a:cxn ang="0">
                    <a:pos x="12" y="7"/>
                  </a:cxn>
                  <a:cxn ang="0">
                    <a:pos x="15" y="7"/>
                  </a:cxn>
                  <a:cxn ang="0">
                    <a:pos x="17" y="7"/>
                  </a:cxn>
                  <a:cxn ang="0">
                    <a:pos x="17" y="7"/>
                  </a:cxn>
                  <a:cxn ang="0">
                    <a:pos x="19" y="9"/>
                  </a:cxn>
                  <a:cxn ang="0">
                    <a:pos x="19" y="9"/>
                  </a:cxn>
                  <a:cxn ang="0">
                    <a:pos x="19" y="12"/>
                  </a:cxn>
                  <a:cxn ang="0">
                    <a:pos x="22" y="12"/>
                  </a:cxn>
                  <a:cxn ang="0">
                    <a:pos x="22" y="14"/>
                  </a:cxn>
                  <a:cxn ang="0">
                    <a:pos x="19" y="14"/>
                  </a:cxn>
                  <a:cxn ang="0">
                    <a:pos x="19" y="14"/>
                  </a:cxn>
                  <a:cxn ang="0">
                    <a:pos x="17" y="14"/>
                  </a:cxn>
                  <a:cxn ang="0">
                    <a:pos x="17" y="14"/>
                  </a:cxn>
                  <a:cxn ang="0">
                    <a:pos x="15" y="14"/>
                  </a:cxn>
                  <a:cxn ang="0">
                    <a:pos x="12" y="14"/>
                  </a:cxn>
                  <a:cxn ang="0">
                    <a:pos x="12" y="14"/>
                  </a:cxn>
                  <a:cxn ang="0">
                    <a:pos x="10" y="14"/>
                  </a:cxn>
                  <a:cxn ang="0">
                    <a:pos x="7" y="14"/>
                  </a:cxn>
                  <a:cxn ang="0">
                    <a:pos x="5" y="14"/>
                  </a:cxn>
                  <a:cxn ang="0">
                    <a:pos x="5" y="14"/>
                  </a:cxn>
                  <a:cxn ang="0">
                    <a:pos x="5" y="14"/>
                  </a:cxn>
                  <a:cxn ang="0">
                    <a:pos x="3" y="12"/>
                  </a:cxn>
                  <a:cxn ang="0">
                    <a:pos x="3" y="9"/>
                  </a:cxn>
                  <a:cxn ang="0">
                    <a:pos x="3" y="9"/>
                  </a:cxn>
                  <a:cxn ang="0">
                    <a:pos x="3" y="7"/>
                  </a:cxn>
                  <a:cxn ang="0">
                    <a:pos x="3" y="7"/>
                  </a:cxn>
                  <a:cxn ang="0">
                    <a:pos x="0" y="7"/>
                  </a:cxn>
                  <a:cxn ang="0">
                    <a:pos x="3" y="5"/>
                  </a:cxn>
                  <a:cxn ang="0">
                    <a:pos x="3" y="5"/>
                  </a:cxn>
                  <a:cxn ang="0">
                    <a:pos x="3" y="5"/>
                  </a:cxn>
                  <a:cxn ang="0">
                    <a:pos x="5" y="5"/>
                  </a:cxn>
                  <a:cxn ang="0">
                    <a:pos x="5" y="2"/>
                  </a:cxn>
                  <a:cxn ang="0">
                    <a:pos x="3" y="2"/>
                  </a:cxn>
                  <a:cxn ang="0">
                    <a:pos x="3" y="0"/>
                  </a:cxn>
                  <a:cxn ang="0">
                    <a:pos x="5" y="0"/>
                  </a:cxn>
                </a:cxnLst>
                <a:rect l="0" t="0" r="r" b="b"/>
                <a:pathLst>
                  <a:path w="22" h="14">
                    <a:moveTo>
                      <a:pt x="5" y="0"/>
                    </a:moveTo>
                    <a:lnTo>
                      <a:pt x="5" y="2"/>
                    </a:lnTo>
                    <a:lnTo>
                      <a:pt x="5" y="2"/>
                    </a:lnTo>
                    <a:lnTo>
                      <a:pt x="5" y="0"/>
                    </a:lnTo>
                    <a:lnTo>
                      <a:pt x="7" y="0"/>
                    </a:lnTo>
                    <a:lnTo>
                      <a:pt x="7" y="0"/>
                    </a:lnTo>
                    <a:lnTo>
                      <a:pt x="10" y="0"/>
                    </a:lnTo>
                    <a:lnTo>
                      <a:pt x="10" y="2"/>
                    </a:lnTo>
                    <a:lnTo>
                      <a:pt x="10" y="2"/>
                    </a:lnTo>
                    <a:lnTo>
                      <a:pt x="10" y="2"/>
                    </a:lnTo>
                    <a:lnTo>
                      <a:pt x="12" y="2"/>
                    </a:lnTo>
                    <a:lnTo>
                      <a:pt x="12" y="2"/>
                    </a:lnTo>
                    <a:lnTo>
                      <a:pt x="12" y="5"/>
                    </a:lnTo>
                    <a:lnTo>
                      <a:pt x="12" y="5"/>
                    </a:lnTo>
                    <a:lnTo>
                      <a:pt x="12" y="5"/>
                    </a:lnTo>
                    <a:lnTo>
                      <a:pt x="12" y="5"/>
                    </a:lnTo>
                    <a:lnTo>
                      <a:pt x="12" y="5"/>
                    </a:lnTo>
                    <a:lnTo>
                      <a:pt x="12" y="7"/>
                    </a:lnTo>
                    <a:lnTo>
                      <a:pt x="15" y="7"/>
                    </a:lnTo>
                    <a:lnTo>
                      <a:pt x="15" y="7"/>
                    </a:lnTo>
                    <a:lnTo>
                      <a:pt x="17" y="7"/>
                    </a:lnTo>
                    <a:lnTo>
                      <a:pt x="17" y="7"/>
                    </a:lnTo>
                    <a:lnTo>
                      <a:pt x="17" y="7"/>
                    </a:lnTo>
                    <a:lnTo>
                      <a:pt x="17" y="7"/>
                    </a:lnTo>
                    <a:lnTo>
                      <a:pt x="17" y="9"/>
                    </a:lnTo>
                    <a:lnTo>
                      <a:pt x="19" y="9"/>
                    </a:lnTo>
                    <a:lnTo>
                      <a:pt x="19" y="9"/>
                    </a:lnTo>
                    <a:lnTo>
                      <a:pt x="19" y="9"/>
                    </a:lnTo>
                    <a:lnTo>
                      <a:pt x="19" y="9"/>
                    </a:lnTo>
                    <a:lnTo>
                      <a:pt x="19" y="12"/>
                    </a:lnTo>
                    <a:lnTo>
                      <a:pt x="22" y="12"/>
                    </a:lnTo>
                    <a:lnTo>
                      <a:pt x="22" y="12"/>
                    </a:lnTo>
                    <a:lnTo>
                      <a:pt x="22" y="14"/>
                    </a:lnTo>
                    <a:lnTo>
                      <a:pt x="22" y="14"/>
                    </a:lnTo>
                    <a:lnTo>
                      <a:pt x="19" y="14"/>
                    </a:lnTo>
                    <a:lnTo>
                      <a:pt x="19" y="14"/>
                    </a:lnTo>
                    <a:lnTo>
                      <a:pt x="19" y="14"/>
                    </a:lnTo>
                    <a:lnTo>
                      <a:pt x="19" y="14"/>
                    </a:lnTo>
                    <a:lnTo>
                      <a:pt x="17" y="14"/>
                    </a:lnTo>
                    <a:lnTo>
                      <a:pt x="17" y="14"/>
                    </a:lnTo>
                    <a:lnTo>
                      <a:pt x="17" y="14"/>
                    </a:lnTo>
                    <a:lnTo>
                      <a:pt x="17" y="14"/>
                    </a:lnTo>
                    <a:lnTo>
                      <a:pt x="15" y="14"/>
                    </a:lnTo>
                    <a:lnTo>
                      <a:pt x="15" y="14"/>
                    </a:lnTo>
                    <a:lnTo>
                      <a:pt x="12" y="14"/>
                    </a:lnTo>
                    <a:lnTo>
                      <a:pt x="12" y="14"/>
                    </a:lnTo>
                    <a:lnTo>
                      <a:pt x="12" y="14"/>
                    </a:lnTo>
                    <a:lnTo>
                      <a:pt x="12" y="14"/>
                    </a:lnTo>
                    <a:lnTo>
                      <a:pt x="10" y="14"/>
                    </a:lnTo>
                    <a:lnTo>
                      <a:pt x="10" y="14"/>
                    </a:lnTo>
                    <a:lnTo>
                      <a:pt x="10" y="14"/>
                    </a:lnTo>
                    <a:lnTo>
                      <a:pt x="7" y="14"/>
                    </a:lnTo>
                    <a:lnTo>
                      <a:pt x="7" y="14"/>
                    </a:lnTo>
                    <a:lnTo>
                      <a:pt x="5" y="14"/>
                    </a:lnTo>
                    <a:lnTo>
                      <a:pt x="5" y="14"/>
                    </a:lnTo>
                    <a:lnTo>
                      <a:pt x="5" y="14"/>
                    </a:lnTo>
                    <a:lnTo>
                      <a:pt x="5" y="14"/>
                    </a:lnTo>
                    <a:lnTo>
                      <a:pt x="5" y="14"/>
                    </a:lnTo>
                    <a:lnTo>
                      <a:pt x="3" y="14"/>
                    </a:lnTo>
                    <a:lnTo>
                      <a:pt x="3" y="12"/>
                    </a:lnTo>
                    <a:lnTo>
                      <a:pt x="3" y="12"/>
                    </a:lnTo>
                    <a:lnTo>
                      <a:pt x="3" y="9"/>
                    </a:lnTo>
                    <a:lnTo>
                      <a:pt x="3" y="9"/>
                    </a:lnTo>
                    <a:lnTo>
                      <a:pt x="3" y="9"/>
                    </a:lnTo>
                    <a:lnTo>
                      <a:pt x="3" y="9"/>
                    </a:lnTo>
                    <a:lnTo>
                      <a:pt x="3" y="7"/>
                    </a:lnTo>
                    <a:lnTo>
                      <a:pt x="3" y="7"/>
                    </a:lnTo>
                    <a:lnTo>
                      <a:pt x="3" y="7"/>
                    </a:lnTo>
                    <a:lnTo>
                      <a:pt x="0" y="7"/>
                    </a:lnTo>
                    <a:lnTo>
                      <a:pt x="0" y="7"/>
                    </a:lnTo>
                    <a:lnTo>
                      <a:pt x="0" y="5"/>
                    </a:lnTo>
                    <a:lnTo>
                      <a:pt x="3" y="5"/>
                    </a:lnTo>
                    <a:lnTo>
                      <a:pt x="3" y="5"/>
                    </a:lnTo>
                    <a:lnTo>
                      <a:pt x="3" y="5"/>
                    </a:lnTo>
                    <a:lnTo>
                      <a:pt x="3" y="5"/>
                    </a:lnTo>
                    <a:lnTo>
                      <a:pt x="3" y="5"/>
                    </a:lnTo>
                    <a:lnTo>
                      <a:pt x="5" y="5"/>
                    </a:lnTo>
                    <a:lnTo>
                      <a:pt x="5" y="5"/>
                    </a:lnTo>
                    <a:lnTo>
                      <a:pt x="5" y="2"/>
                    </a:lnTo>
                    <a:lnTo>
                      <a:pt x="5" y="2"/>
                    </a:lnTo>
                    <a:lnTo>
                      <a:pt x="3" y="2"/>
                    </a:lnTo>
                    <a:lnTo>
                      <a:pt x="3" y="2"/>
                    </a:lnTo>
                    <a:lnTo>
                      <a:pt x="3" y="0"/>
                    </a:lnTo>
                    <a:lnTo>
                      <a:pt x="3" y="0"/>
                    </a:lnTo>
                    <a:lnTo>
                      <a:pt x="5" y="0"/>
                    </a:lnTo>
                    <a:lnTo>
                      <a:pt x="5" y="0"/>
                    </a:lnTo>
                    <a:lnTo>
                      <a:pt x="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191"/>
              <p:cNvSpPr>
                <a:spLocks/>
              </p:cNvSpPr>
              <p:nvPr/>
            </p:nvSpPr>
            <p:spPr bwMode="auto">
              <a:xfrm>
                <a:off x="2947" y="2777"/>
                <a:ext cx="17" cy="26"/>
              </a:xfrm>
              <a:custGeom>
                <a:avLst/>
                <a:gdLst/>
                <a:ahLst/>
                <a:cxnLst>
                  <a:cxn ang="0">
                    <a:pos x="7" y="0"/>
                  </a:cxn>
                  <a:cxn ang="0">
                    <a:pos x="7" y="2"/>
                  </a:cxn>
                  <a:cxn ang="0">
                    <a:pos x="7" y="5"/>
                  </a:cxn>
                  <a:cxn ang="0">
                    <a:pos x="9" y="5"/>
                  </a:cxn>
                  <a:cxn ang="0">
                    <a:pos x="9" y="7"/>
                  </a:cxn>
                  <a:cxn ang="0">
                    <a:pos x="9" y="9"/>
                  </a:cxn>
                  <a:cxn ang="0">
                    <a:pos x="12" y="9"/>
                  </a:cxn>
                  <a:cxn ang="0">
                    <a:pos x="12" y="12"/>
                  </a:cxn>
                  <a:cxn ang="0">
                    <a:pos x="12" y="12"/>
                  </a:cxn>
                  <a:cxn ang="0">
                    <a:pos x="12" y="14"/>
                  </a:cxn>
                  <a:cxn ang="0">
                    <a:pos x="14" y="14"/>
                  </a:cxn>
                  <a:cxn ang="0">
                    <a:pos x="14" y="16"/>
                  </a:cxn>
                  <a:cxn ang="0">
                    <a:pos x="14" y="19"/>
                  </a:cxn>
                  <a:cxn ang="0">
                    <a:pos x="14" y="19"/>
                  </a:cxn>
                  <a:cxn ang="0">
                    <a:pos x="14" y="21"/>
                  </a:cxn>
                  <a:cxn ang="0">
                    <a:pos x="14" y="24"/>
                  </a:cxn>
                  <a:cxn ang="0">
                    <a:pos x="17" y="24"/>
                  </a:cxn>
                  <a:cxn ang="0">
                    <a:pos x="14" y="26"/>
                  </a:cxn>
                  <a:cxn ang="0">
                    <a:pos x="14" y="24"/>
                  </a:cxn>
                  <a:cxn ang="0">
                    <a:pos x="14" y="24"/>
                  </a:cxn>
                  <a:cxn ang="0">
                    <a:pos x="12" y="24"/>
                  </a:cxn>
                  <a:cxn ang="0">
                    <a:pos x="9" y="24"/>
                  </a:cxn>
                  <a:cxn ang="0">
                    <a:pos x="7" y="24"/>
                  </a:cxn>
                  <a:cxn ang="0">
                    <a:pos x="7" y="21"/>
                  </a:cxn>
                  <a:cxn ang="0">
                    <a:pos x="7" y="21"/>
                  </a:cxn>
                  <a:cxn ang="0">
                    <a:pos x="5" y="21"/>
                  </a:cxn>
                  <a:cxn ang="0">
                    <a:pos x="5" y="19"/>
                  </a:cxn>
                  <a:cxn ang="0">
                    <a:pos x="5" y="16"/>
                  </a:cxn>
                  <a:cxn ang="0">
                    <a:pos x="5" y="16"/>
                  </a:cxn>
                  <a:cxn ang="0">
                    <a:pos x="2" y="14"/>
                  </a:cxn>
                  <a:cxn ang="0">
                    <a:pos x="2" y="14"/>
                  </a:cxn>
                  <a:cxn ang="0">
                    <a:pos x="0" y="12"/>
                  </a:cxn>
                  <a:cxn ang="0">
                    <a:pos x="0" y="12"/>
                  </a:cxn>
                  <a:cxn ang="0">
                    <a:pos x="0" y="9"/>
                  </a:cxn>
                  <a:cxn ang="0">
                    <a:pos x="0" y="7"/>
                  </a:cxn>
                  <a:cxn ang="0">
                    <a:pos x="0" y="7"/>
                  </a:cxn>
                  <a:cxn ang="0">
                    <a:pos x="0" y="5"/>
                  </a:cxn>
                  <a:cxn ang="0">
                    <a:pos x="0" y="2"/>
                  </a:cxn>
                  <a:cxn ang="0">
                    <a:pos x="2" y="0"/>
                  </a:cxn>
                  <a:cxn ang="0">
                    <a:pos x="5" y="0"/>
                  </a:cxn>
                  <a:cxn ang="0">
                    <a:pos x="5" y="0"/>
                  </a:cxn>
                  <a:cxn ang="0">
                    <a:pos x="7" y="0"/>
                  </a:cxn>
                </a:cxnLst>
                <a:rect l="0" t="0" r="r" b="b"/>
                <a:pathLst>
                  <a:path w="17" h="26">
                    <a:moveTo>
                      <a:pt x="7" y="0"/>
                    </a:moveTo>
                    <a:lnTo>
                      <a:pt x="7" y="0"/>
                    </a:lnTo>
                    <a:lnTo>
                      <a:pt x="7" y="0"/>
                    </a:lnTo>
                    <a:lnTo>
                      <a:pt x="7" y="2"/>
                    </a:lnTo>
                    <a:lnTo>
                      <a:pt x="7" y="2"/>
                    </a:lnTo>
                    <a:lnTo>
                      <a:pt x="7" y="5"/>
                    </a:lnTo>
                    <a:lnTo>
                      <a:pt x="9" y="5"/>
                    </a:lnTo>
                    <a:lnTo>
                      <a:pt x="9" y="5"/>
                    </a:lnTo>
                    <a:lnTo>
                      <a:pt x="9" y="7"/>
                    </a:lnTo>
                    <a:lnTo>
                      <a:pt x="9" y="7"/>
                    </a:lnTo>
                    <a:lnTo>
                      <a:pt x="9" y="7"/>
                    </a:lnTo>
                    <a:lnTo>
                      <a:pt x="9" y="9"/>
                    </a:lnTo>
                    <a:lnTo>
                      <a:pt x="12" y="9"/>
                    </a:lnTo>
                    <a:lnTo>
                      <a:pt x="12" y="9"/>
                    </a:lnTo>
                    <a:lnTo>
                      <a:pt x="12" y="12"/>
                    </a:lnTo>
                    <a:lnTo>
                      <a:pt x="12" y="12"/>
                    </a:lnTo>
                    <a:lnTo>
                      <a:pt x="12" y="12"/>
                    </a:lnTo>
                    <a:lnTo>
                      <a:pt x="12" y="12"/>
                    </a:lnTo>
                    <a:lnTo>
                      <a:pt x="12" y="12"/>
                    </a:lnTo>
                    <a:lnTo>
                      <a:pt x="12" y="14"/>
                    </a:lnTo>
                    <a:lnTo>
                      <a:pt x="12" y="14"/>
                    </a:lnTo>
                    <a:lnTo>
                      <a:pt x="14" y="14"/>
                    </a:lnTo>
                    <a:lnTo>
                      <a:pt x="14" y="16"/>
                    </a:lnTo>
                    <a:lnTo>
                      <a:pt x="14" y="16"/>
                    </a:lnTo>
                    <a:lnTo>
                      <a:pt x="14" y="16"/>
                    </a:lnTo>
                    <a:lnTo>
                      <a:pt x="14" y="19"/>
                    </a:lnTo>
                    <a:lnTo>
                      <a:pt x="14" y="19"/>
                    </a:lnTo>
                    <a:lnTo>
                      <a:pt x="14" y="19"/>
                    </a:lnTo>
                    <a:lnTo>
                      <a:pt x="14" y="21"/>
                    </a:lnTo>
                    <a:lnTo>
                      <a:pt x="14" y="21"/>
                    </a:lnTo>
                    <a:lnTo>
                      <a:pt x="14" y="21"/>
                    </a:lnTo>
                    <a:lnTo>
                      <a:pt x="14" y="24"/>
                    </a:lnTo>
                    <a:lnTo>
                      <a:pt x="17" y="24"/>
                    </a:lnTo>
                    <a:lnTo>
                      <a:pt x="17" y="24"/>
                    </a:lnTo>
                    <a:lnTo>
                      <a:pt x="17" y="26"/>
                    </a:lnTo>
                    <a:lnTo>
                      <a:pt x="14" y="26"/>
                    </a:lnTo>
                    <a:lnTo>
                      <a:pt x="14" y="26"/>
                    </a:lnTo>
                    <a:lnTo>
                      <a:pt x="14" y="24"/>
                    </a:lnTo>
                    <a:lnTo>
                      <a:pt x="14" y="24"/>
                    </a:lnTo>
                    <a:lnTo>
                      <a:pt x="14" y="24"/>
                    </a:lnTo>
                    <a:lnTo>
                      <a:pt x="12" y="24"/>
                    </a:lnTo>
                    <a:lnTo>
                      <a:pt x="12" y="24"/>
                    </a:lnTo>
                    <a:lnTo>
                      <a:pt x="12" y="24"/>
                    </a:lnTo>
                    <a:lnTo>
                      <a:pt x="9" y="24"/>
                    </a:lnTo>
                    <a:lnTo>
                      <a:pt x="9" y="24"/>
                    </a:lnTo>
                    <a:lnTo>
                      <a:pt x="7" y="24"/>
                    </a:lnTo>
                    <a:lnTo>
                      <a:pt x="7" y="21"/>
                    </a:lnTo>
                    <a:lnTo>
                      <a:pt x="7" y="21"/>
                    </a:lnTo>
                    <a:lnTo>
                      <a:pt x="7" y="21"/>
                    </a:lnTo>
                    <a:lnTo>
                      <a:pt x="7" y="21"/>
                    </a:lnTo>
                    <a:lnTo>
                      <a:pt x="5" y="21"/>
                    </a:lnTo>
                    <a:lnTo>
                      <a:pt x="5" y="21"/>
                    </a:lnTo>
                    <a:lnTo>
                      <a:pt x="5" y="19"/>
                    </a:lnTo>
                    <a:lnTo>
                      <a:pt x="5" y="19"/>
                    </a:lnTo>
                    <a:lnTo>
                      <a:pt x="5" y="19"/>
                    </a:lnTo>
                    <a:lnTo>
                      <a:pt x="5" y="16"/>
                    </a:lnTo>
                    <a:lnTo>
                      <a:pt x="5" y="16"/>
                    </a:lnTo>
                    <a:lnTo>
                      <a:pt x="5" y="16"/>
                    </a:lnTo>
                    <a:lnTo>
                      <a:pt x="5" y="14"/>
                    </a:lnTo>
                    <a:lnTo>
                      <a:pt x="2" y="14"/>
                    </a:lnTo>
                    <a:lnTo>
                      <a:pt x="2" y="14"/>
                    </a:lnTo>
                    <a:lnTo>
                      <a:pt x="2" y="14"/>
                    </a:lnTo>
                    <a:lnTo>
                      <a:pt x="2" y="12"/>
                    </a:lnTo>
                    <a:lnTo>
                      <a:pt x="0" y="12"/>
                    </a:lnTo>
                    <a:lnTo>
                      <a:pt x="0" y="12"/>
                    </a:lnTo>
                    <a:lnTo>
                      <a:pt x="0" y="12"/>
                    </a:lnTo>
                    <a:lnTo>
                      <a:pt x="0" y="12"/>
                    </a:lnTo>
                    <a:lnTo>
                      <a:pt x="0" y="9"/>
                    </a:lnTo>
                    <a:lnTo>
                      <a:pt x="0" y="9"/>
                    </a:lnTo>
                    <a:lnTo>
                      <a:pt x="0" y="7"/>
                    </a:lnTo>
                    <a:lnTo>
                      <a:pt x="0" y="7"/>
                    </a:lnTo>
                    <a:lnTo>
                      <a:pt x="0" y="7"/>
                    </a:lnTo>
                    <a:lnTo>
                      <a:pt x="0" y="5"/>
                    </a:lnTo>
                    <a:lnTo>
                      <a:pt x="0" y="5"/>
                    </a:lnTo>
                    <a:lnTo>
                      <a:pt x="0" y="2"/>
                    </a:lnTo>
                    <a:lnTo>
                      <a:pt x="0" y="2"/>
                    </a:lnTo>
                    <a:lnTo>
                      <a:pt x="2" y="2"/>
                    </a:lnTo>
                    <a:lnTo>
                      <a:pt x="2" y="0"/>
                    </a:lnTo>
                    <a:lnTo>
                      <a:pt x="2" y="0"/>
                    </a:lnTo>
                    <a:lnTo>
                      <a:pt x="5" y="0"/>
                    </a:lnTo>
                    <a:lnTo>
                      <a:pt x="5" y="0"/>
                    </a:lnTo>
                    <a:lnTo>
                      <a:pt x="5" y="0"/>
                    </a:lnTo>
                    <a:lnTo>
                      <a:pt x="7" y="0"/>
                    </a:lnTo>
                    <a:lnTo>
                      <a:pt x="7"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 name="Freeform 192"/>
              <p:cNvSpPr>
                <a:spLocks/>
              </p:cNvSpPr>
              <p:nvPr/>
            </p:nvSpPr>
            <p:spPr bwMode="auto">
              <a:xfrm>
                <a:off x="2947" y="2777"/>
                <a:ext cx="17" cy="26"/>
              </a:xfrm>
              <a:custGeom>
                <a:avLst/>
                <a:gdLst/>
                <a:ahLst/>
                <a:cxnLst>
                  <a:cxn ang="0">
                    <a:pos x="7" y="0"/>
                  </a:cxn>
                  <a:cxn ang="0">
                    <a:pos x="7" y="2"/>
                  </a:cxn>
                  <a:cxn ang="0">
                    <a:pos x="7" y="5"/>
                  </a:cxn>
                  <a:cxn ang="0">
                    <a:pos x="9" y="5"/>
                  </a:cxn>
                  <a:cxn ang="0">
                    <a:pos x="9" y="7"/>
                  </a:cxn>
                  <a:cxn ang="0">
                    <a:pos x="9" y="9"/>
                  </a:cxn>
                  <a:cxn ang="0">
                    <a:pos x="12" y="9"/>
                  </a:cxn>
                  <a:cxn ang="0">
                    <a:pos x="12" y="12"/>
                  </a:cxn>
                  <a:cxn ang="0">
                    <a:pos x="12" y="12"/>
                  </a:cxn>
                  <a:cxn ang="0">
                    <a:pos x="12" y="14"/>
                  </a:cxn>
                  <a:cxn ang="0">
                    <a:pos x="14" y="14"/>
                  </a:cxn>
                  <a:cxn ang="0">
                    <a:pos x="14" y="16"/>
                  </a:cxn>
                  <a:cxn ang="0">
                    <a:pos x="14" y="19"/>
                  </a:cxn>
                  <a:cxn ang="0">
                    <a:pos x="14" y="19"/>
                  </a:cxn>
                  <a:cxn ang="0">
                    <a:pos x="14" y="21"/>
                  </a:cxn>
                  <a:cxn ang="0">
                    <a:pos x="14" y="24"/>
                  </a:cxn>
                  <a:cxn ang="0">
                    <a:pos x="17" y="24"/>
                  </a:cxn>
                  <a:cxn ang="0">
                    <a:pos x="14" y="26"/>
                  </a:cxn>
                  <a:cxn ang="0">
                    <a:pos x="14" y="24"/>
                  </a:cxn>
                  <a:cxn ang="0">
                    <a:pos x="14" y="24"/>
                  </a:cxn>
                  <a:cxn ang="0">
                    <a:pos x="12" y="24"/>
                  </a:cxn>
                  <a:cxn ang="0">
                    <a:pos x="9" y="24"/>
                  </a:cxn>
                  <a:cxn ang="0">
                    <a:pos x="7" y="24"/>
                  </a:cxn>
                  <a:cxn ang="0">
                    <a:pos x="7" y="21"/>
                  </a:cxn>
                  <a:cxn ang="0">
                    <a:pos x="7" y="21"/>
                  </a:cxn>
                  <a:cxn ang="0">
                    <a:pos x="5" y="21"/>
                  </a:cxn>
                  <a:cxn ang="0">
                    <a:pos x="5" y="19"/>
                  </a:cxn>
                  <a:cxn ang="0">
                    <a:pos x="5" y="16"/>
                  </a:cxn>
                  <a:cxn ang="0">
                    <a:pos x="5" y="16"/>
                  </a:cxn>
                  <a:cxn ang="0">
                    <a:pos x="2" y="14"/>
                  </a:cxn>
                  <a:cxn ang="0">
                    <a:pos x="2" y="14"/>
                  </a:cxn>
                  <a:cxn ang="0">
                    <a:pos x="0" y="12"/>
                  </a:cxn>
                  <a:cxn ang="0">
                    <a:pos x="0" y="12"/>
                  </a:cxn>
                  <a:cxn ang="0">
                    <a:pos x="0" y="9"/>
                  </a:cxn>
                  <a:cxn ang="0">
                    <a:pos x="0" y="7"/>
                  </a:cxn>
                  <a:cxn ang="0">
                    <a:pos x="0" y="7"/>
                  </a:cxn>
                  <a:cxn ang="0">
                    <a:pos x="0" y="5"/>
                  </a:cxn>
                  <a:cxn ang="0">
                    <a:pos x="0" y="2"/>
                  </a:cxn>
                  <a:cxn ang="0">
                    <a:pos x="2" y="0"/>
                  </a:cxn>
                  <a:cxn ang="0">
                    <a:pos x="5" y="0"/>
                  </a:cxn>
                  <a:cxn ang="0">
                    <a:pos x="5" y="0"/>
                  </a:cxn>
                  <a:cxn ang="0">
                    <a:pos x="7" y="0"/>
                  </a:cxn>
                </a:cxnLst>
                <a:rect l="0" t="0" r="r" b="b"/>
                <a:pathLst>
                  <a:path w="17" h="26">
                    <a:moveTo>
                      <a:pt x="7" y="0"/>
                    </a:moveTo>
                    <a:lnTo>
                      <a:pt x="7" y="0"/>
                    </a:lnTo>
                    <a:lnTo>
                      <a:pt x="7" y="0"/>
                    </a:lnTo>
                    <a:lnTo>
                      <a:pt x="7" y="2"/>
                    </a:lnTo>
                    <a:lnTo>
                      <a:pt x="7" y="2"/>
                    </a:lnTo>
                    <a:lnTo>
                      <a:pt x="7" y="5"/>
                    </a:lnTo>
                    <a:lnTo>
                      <a:pt x="9" y="5"/>
                    </a:lnTo>
                    <a:lnTo>
                      <a:pt x="9" y="5"/>
                    </a:lnTo>
                    <a:lnTo>
                      <a:pt x="9" y="7"/>
                    </a:lnTo>
                    <a:lnTo>
                      <a:pt x="9" y="7"/>
                    </a:lnTo>
                    <a:lnTo>
                      <a:pt x="9" y="7"/>
                    </a:lnTo>
                    <a:lnTo>
                      <a:pt x="9" y="9"/>
                    </a:lnTo>
                    <a:lnTo>
                      <a:pt x="12" y="9"/>
                    </a:lnTo>
                    <a:lnTo>
                      <a:pt x="12" y="9"/>
                    </a:lnTo>
                    <a:lnTo>
                      <a:pt x="12" y="12"/>
                    </a:lnTo>
                    <a:lnTo>
                      <a:pt x="12" y="12"/>
                    </a:lnTo>
                    <a:lnTo>
                      <a:pt x="12" y="12"/>
                    </a:lnTo>
                    <a:lnTo>
                      <a:pt x="12" y="12"/>
                    </a:lnTo>
                    <a:lnTo>
                      <a:pt x="12" y="12"/>
                    </a:lnTo>
                    <a:lnTo>
                      <a:pt x="12" y="14"/>
                    </a:lnTo>
                    <a:lnTo>
                      <a:pt x="12" y="14"/>
                    </a:lnTo>
                    <a:lnTo>
                      <a:pt x="14" y="14"/>
                    </a:lnTo>
                    <a:lnTo>
                      <a:pt x="14" y="16"/>
                    </a:lnTo>
                    <a:lnTo>
                      <a:pt x="14" y="16"/>
                    </a:lnTo>
                    <a:lnTo>
                      <a:pt x="14" y="16"/>
                    </a:lnTo>
                    <a:lnTo>
                      <a:pt x="14" y="19"/>
                    </a:lnTo>
                    <a:lnTo>
                      <a:pt x="14" y="19"/>
                    </a:lnTo>
                    <a:lnTo>
                      <a:pt x="14" y="19"/>
                    </a:lnTo>
                    <a:lnTo>
                      <a:pt x="14" y="21"/>
                    </a:lnTo>
                    <a:lnTo>
                      <a:pt x="14" y="21"/>
                    </a:lnTo>
                    <a:lnTo>
                      <a:pt x="14" y="21"/>
                    </a:lnTo>
                    <a:lnTo>
                      <a:pt x="14" y="24"/>
                    </a:lnTo>
                    <a:lnTo>
                      <a:pt x="17" y="24"/>
                    </a:lnTo>
                    <a:lnTo>
                      <a:pt x="17" y="24"/>
                    </a:lnTo>
                    <a:lnTo>
                      <a:pt x="17" y="26"/>
                    </a:lnTo>
                    <a:lnTo>
                      <a:pt x="14" y="26"/>
                    </a:lnTo>
                    <a:lnTo>
                      <a:pt x="14" y="26"/>
                    </a:lnTo>
                    <a:lnTo>
                      <a:pt x="14" y="24"/>
                    </a:lnTo>
                    <a:lnTo>
                      <a:pt x="14" y="24"/>
                    </a:lnTo>
                    <a:lnTo>
                      <a:pt x="14" y="24"/>
                    </a:lnTo>
                    <a:lnTo>
                      <a:pt x="12" y="24"/>
                    </a:lnTo>
                    <a:lnTo>
                      <a:pt x="12" y="24"/>
                    </a:lnTo>
                    <a:lnTo>
                      <a:pt x="12" y="24"/>
                    </a:lnTo>
                    <a:lnTo>
                      <a:pt x="9" y="24"/>
                    </a:lnTo>
                    <a:lnTo>
                      <a:pt x="9" y="24"/>
                    </a:lnTo>
                    <a:lnTo>
                      <a:pt x="7" y="24"/>
                    </a:lnTo>
                    <a:lnTo>
                      <a:pt x="7" y="21"/>
                    </a:lnTo>
                    <a:lnTo>
                      <a:pt x="7" y="21"/>
                    </a:lnTo>
                    <a:lnTo>
                      <a:pt x="7" y="21"/>
                    </a:lnTo>
                    <a:lnTo>
                      <a:pt x="7" y="21"/>
                    </a:lnTo>
                    <a:lnTo>
                      <a:pt x="5" y="21"/>
                    </a:lnTo>
                    <a:lnTo>
                      <a:pt x="5" y="21"/>
                    </a:lnTo>
                    <a:lnTo>
                      <a:pt x="5" y="19"/>
                    </a:lnTo>
                    <a:lnTo>
                      <a:pt x="5" y="19"/>
                    </a:lnTo>
                    <a:lnTo>
                      <a:pt x="5" y="19"/>
                    </a:lnTo>
                    <a:lnTo>
                      <a:pt x="5" y="16"/>
                    </a:lnTo>
                    <a:lnTo>
                      <a:pt x="5" y="16"/>
                    </a:lnTo>
                    <a:lnTo>
                      <a:pt x="5" y="16"/>
                    </a:lnTo>
                    <a:lnTo>
                      <a:pt x="5" y="14"/>
                    </a:lnTo>
                    <a:lnTo>
                      <a:pt x="2" y="14"/>
                    </a:lnTo>
                    <a:lnTo>
                      <a:pt x="2" y="14"/>
                    </a:lnTo>
                    <a:lnTo>
                      <a:pt x="2" y="14"/>
                    </a:lnTo>
                    <a:lnTo>
                      <a:pt x="2" y="12"/>
                    </a:lnTo>
                    <a:lnTo>
                      <a:pt x="0" y="12"/>
                    </a:lnTo>
                    <a:lnTo>
                      <a:pt x="0" y="12"/>
                    </a:lnTo>
                    <a:lnTo>
                      <a:pt x="0" y="12"/>
                    </a:lnTo>
                    <a:lnTo>
                      <a:pt x="0" y="12"/>
                    </a:lnTo>
                    <a:lnTo>
                      <a:pt x="0" y="9"/>
                    </a:lnTo>
                    <a:lnTo>
                      <a:pt x="0" y="9"/>
                    </a:lnTo>
                    <a:lnTo>
                      <a:pt x="0" y="7"/>
                    </a:lnTo>
                    <a:lnTo>
                      <a:pt x="0" y="7"/>
                    </a:lnTo>
                    <a:lnTo>
                      <a:pt x="0" y="7"/>
                    </a:lnTo>
                    <a:lnTo>
                      <a:pt x="0" y="5"/>
                    </a:lnTo>
                    <a:lnTo>
                      <a:pt x="0" y="5"/>
                    </a:lnTo>
                    <a:lnTo>
                      <a:pt x="0" y="2"/>
                    </a:lnTo>
                    <a:lnTo>
                      <a:pt x="0" y="2"/>
                    </a:lnTo>
                    <a:lnTo>
                      <a:pt x="2" y="2"/>
                    </a:lnTo>
                    <a:lnTo>
                      <a:pt x="2" y="0"/>
                    </a:lnTo>
                    <a:lnTo>
                      <a:pt x="2" y="0"/>
                    </a:lnTo>
                    <a:lnTo>
                      <a:pt x="5" y="0"/>
                    </a:lnTo>
                    <a:lnTo>
                      <a:pt x="5" y="0"/>
                    </a:lnTo>
                    <a:lnTo>
                      <a:pt x="5" y="0"/>
                    </a:lnTo>
                    <a:lnTo>
                      <a:pt x="7" y="0"/>
                    </a:lnTo>
                    <a:lnTo>
                      <a:pt x="7"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 name="Freeform 193"/>
              <p:cNvSpPr>
                <a:spLocks/>
              </p:cNvSpPr>
              <p:nvPr/>
            </p:nvSpPr>
            <p:spPr bwMode="auto">
              <a:xfrm>
                <a:off x="2914" y="2715"/>
                <a:ext cx="19" cy="26"/>
              </a:xfrm>
              <a:custGeom>
                <a:avLst/>
                <a:gdLst/>
                <a:ahLst/>
                <a:cxnLst>
                  <a:cxn ang="0">
                    <a:pos x="9" y="3"/>
                  </a:cxn>
                  <a:cxn ang="0">
                    <a:pos x="9" y="3"/>
                  </a:cxn>
                  <a:cxn ang="0">
                    <a:pos x="12" y="3"/>
                  </a:cxn>
                  <a:cxn ang="0">
                    <a:pos x="12" y="5"/>
                  </a:cxn>
                  <a:cxn ang="0">
                    <a:pos x="12" y="5"/>
                  </a:cxn>
                  <a:cxn ang="0">
                    <a:pos x="14" y="7"/>
                  </a:cxn>
                  <a:cxn ang="0">
                    <a:pos x="14" y="7"/>
                  </a:cxn>
                  <a:cxn ang="0">
                    <a:pos x="14" y="10"/>
                  </a:cxn>
                  <a:cxn ang="0">
                    <a:pos x="16" y="10"/>
                  </a:cxn>
                  <a:cxn ang="0">
                    <a:pos x="16" y="12"/>
                  </a:cxn>
                  <a:cxn ang="0">
                    <a:pos x="19" y="12"/>
                  </a:cxn>
                  <a:cxn ang="0">
                    <a:pos x="19" y="14"/>
                  </a:cxn>
                  <a:cxn ang="0">
                    <a:pos x="19" y="14"/>
                  </a:cxn>
                  <a:cxn ang="0">
                    <a:pos x="19" y="17"/>
                  </a:cxn>
                  <a:cxn ang="0">
                    <a:pos x="19" y="17"/>
                  </a:cxn>
                  <a:cxn ang="0">
                    <a:pos x="19" y="19"/>
                  </a:cxn>
                  <a:cxn ang="0">
                    <a:pos x="19" y="22"/>
                  </a:cxn>
                  <a:cxn ang="0">
                    <a:pos x="19" y="24"/>
                  </a:cxn>
                  <a:cxn ang="0">
                    <a:pos x="19" y="24"/>
                  </a:cxn>
                  <a:cxn ang="0">
                    <a:pos x="16" y="26"/>
                  </a:cxn>
                  <a:cxn ang="0">
                    <a:pos x="14" y="26"/>
                  </a:cxn>
                  <a:cxn ang="0">
                    <a:pos x="14" y="26"/>
                  </a:cxn>
                  <a:cxn ang="0">
                    <a:pos x="14" y="24"/>
                  </a:cxn>
                  <a:cxn ang="0">
                    <a:pos x="12" y="24"/>
                  </a:cxn>
                  <a:cxn ang="0">
                    <a:pos x="12" y="22"/>
                  </a:cxn>
                  <a:cxn ang="0">
                    <a:pos x="12" y="19"/>
                  </a:cxn>
                  <a:cxn ang="0">
                    <a:pos x="12" y="19"/>
                  </a:cxn>
                  <a:cxn ang="0">
                    <a:pos x="9" y="17"/>
                  </a:cxn>
                  <a:cxn ang="0">
                    <a:pos x="9" y="17"/>
                  </a:cxn>
                  <a:cxn ang="0">
                    <a:pos x="7" y="17"/>
                  </a:cxn>
                  <a:cxn ang="0">
                    <a:pos x="7" y="19"/>
                  </a:cxn>
                  <a:cxn ang="0">
                    <a:pos x="7" y="19"/>
                  </a:cxn>
                  <a:cxn ang="0">
                    <a:pos x="5" y="19"/>
                  </a:cxn>
                  <a:cxn ang="0">
                    <a:pos x="5" y="17"/>
                  </a:cxn>
                  <a:cxn ang="0">
                    <a:pos x="5" y="14"/>
                  </a:cxn>
                  <a:cxn ang="0">
                    <a:pos x="7" y="14"/>
                  </a:cxn>
                  <a:cxn ang="0">
                    <a:pos x="7" y="14"/>
                  </a:cxn>
                  <a:cxn ang="0">
                    <a:pos x="7" y="14"/>
                  </a:cxn>
                  <a:cxn ang="0">
                    <a:pos x="5" y="12"/>
                  </a:cxn>
                  <a:cxn ang="0">
                    <a:pos x="5" y="12"/>
                  </a:cxn>
                  <a:cxn ang="0">
                    <a:pos x="5" y="10"/>
                  </a:cxn>
                  <a:cxn ang="0">
                    <a:pos x="5" y="7"/>
                  </a:cxn>
                  <a:cxn ang="0">
                    <a:pos x="2" y="7"/>
                  </a:cxn>
                  <a:cxn ang="0">
                    <a:pos x="2" y="5"/>
                  </a:cxn>
                  <a:cxn ang="0">
                    <a:pos x="0" y="5"/>
                  </a:cxn>
                  <a:cxn ang="0">
                    <a:pos x="0" y="3"/>
                  </a:cxn>
                  <a:cxn ang="0">
                    <a:pos x="0" y="3"/>
                  </a:cxn>
                  <a:cxn ang="0">
                    <a:pos x="2" y="3"/>
                  </a:cxn>
                  <a:cxn ang="0">
                    <a:pos x="5" y="3"/>
                  </a:cxn>
                  <a:cxn ang="0">
                    <a:pos x="5" y="3"/>
                  </a:cxn>
                  <a:cxn ang="0">
                    <a:pos x="5" y="3"/>
                  </a:cxn>
                  <a:cxn ang="0">
                    <a:pos x="7" y="0"/>
                  </a:cxn>
                  <a:cxn ang="0">
                    <a:pos x="7" y="0"/>
                  </a:cxn>
                </a:cxnLst>
                <a:rect l="0" t="0" r="r" b="b"/>
                <a:pathLst>
                  <a:path w="19" h="26">
                    <a:moveTo>
                      <a:pt x="9" y="0"/>
                    </a:moveTo>
                    <a:lnTo>
                      <a:pt x="9" y="3"/>
                    </a:lnTo>
                    <a:lnTo>
                      <a:pt x="9" y="3"/>
                    </a:lnTo>
                    <a:lnTo>
                      <a:pt x="9" y="3"/>
                    </a:lnTo>
                    <a:lnTo>
                      <a:pt x="12" y="3"/>
                    </a:lnTo>
                    <a:lnTo>
                      <a:pt x="12" y="3"/>
                    </a:lnTo>
                    <a:lnTo>
                      <a:pt x="12" y="5"/>
                    </a:lnTo>
                    <a:lnTo>
                      <a:pt x="12" y="5"/>
                    </a:lnTo>
                    <a:lnTo>
                      <a:pt x="12" y="5"/>
                    </a:lnTo>
                    <a:lnTo>
                      <a:pt x="12" y="5"/>
                    </a:lnTo>
                    <a:lnTo>
                      <a:pt x="12" y="7"/>
                    </a:lnTo>
                    <a:lnTo>
                      <a:pt x="14" y="7"/>
                    </a:lnTo>
                    <a:lnTo>
                      <a:pt x="14" y="7"/>
                    </a:lnTo>
                    <a:lnTo>
                      <a:pt x="14" y="7"/>
                    </a:lnTo>
                    <a:lnTo>
                      <a:pt x="14" y="10"/>
                    </a:lnTo>
                    <a:lnTo>
                      <a:pt x="14" y="10"/>
                    </a:lnTo>
                    <a:lnTo>
                      <a:pt x="14" y="10"/>
                    </a:lnTo>
                    <a:lnTo>
                      <a:pt x="16" y="10"/>
                    </a:lnTo>
                    <a:lnTo>
                      <a:pt x="16" y="10"/>
                    </a:lnTo>
                    <a:lnTo>
                      <a:pt x="16" y="12"/>
                    </a:lnTo>
                    <a:lnTo>
                      <a:pt x="16" y="12"/>
                    </a:lnTo>
                    <a:lnTo>
                      <a:pt x="19" y="12"/>
                    </a:lnTo>
                    <a:lnTo>
                      <a:pt x="19" y="12"/>
                    </a:lnTo>
                    <a:lnTo>
                      <a:pt x="19" y="14"/>
                    </a:lnTo>
                    <a:lnTo>
                      <a:pt x="19" y="14"/>
                    </a:lnTo>
                    <a:lnTo>
                      <a:pt x="19" y="14"/>
                    </a:lnTo>
                    <a:lnTo>
                      <a:pt x="19" y="14"/>
                    </a:lnTo>
                    <a:lnTo>
                      <a:pt x="19" y="17"/>
                    </a:lnTo>
                    <a:lnTo>
                      <a:pt x="19" y="17"/>
                    </a:lnTo>
                    <a:lnTo>
                      <a:pt x="19" y="17"/>
                    </a:lnTo>
                    <a:lnTo>
                      <a:pt x="19" y="19"/>
                    </a:lnTo>
                    <a:lnTo>
                      <a:pt x="19" y="19"/>
                    </a:lnTo>
                    <a:lnTo>
                      <a:pt x="19" y="22"/>
                    </a:lnTo>
                    <a:lnTo>
                      <a:pt x="19" y="22"/>
                    </a:lnTo>
                    <a:lnTo>
                      <a:pt x="19" y="24"/>
                    </a:lnTo>
                    <a:lnTo>
                      <a:pt x="19" y="24"/>
                    </a:lnTo>
                    <a:lnTo>
                      <a:pt x="19" y="24"/>
                    </a:lnTo>
                    <a:lnTo>
                      <a:pt x="19" y="24"/>
                    </a:lnTo>
                    <a:lnTo>
                      <a:pt x="19" y="26"/>
                    </a:lnTo>
                    <a:lnTo>
                      <a:pt x="16" y="26"/>
                    </a:lnTo>
                    <a:lnTo>
                      <a:pt x="16" y="26"/>
                    </a:lnTo>
                    <a:lnTo>
                      <a:pt x="14" y="26"/>
                    </a:lnTo>
                    <a:lnTo>
                      <a:pt x="14" y="26"/>
                    </a:lnTo>
                    <a:lnTo>
                      <a:pt x="14" y="26"/>
                    </a:lnTo>
                    <a:lnTo>
                      <a:pt x="14" y="24"/>
                    </a:lnTo>
                    <a:lnTo>
                      <a:pt x="14" y="24"/>
                    </a:lnTo>
                    <a:lnTo>
                      <a:pt x="12" y="24"/>
                    </a:lnTo>
                    <a:lnTo>
                      <a:pt x="12" y="24"/>
                    </a:lnTo>
                    <a:lnTo>
                      <a:pt x="12" y="22"/>
                    </a:lnTo>
                    <a:lnTo>
                      <a:pt x="12" y="22"/>
                    </a:lnTo>
                    <a:lnTo>
                      <a:pt x="12" y="22"/>
                    </a:lnTo>
                    <a:lnTo>
                      <a:pt x="12" y="19"/>
                    </a:lnTo>
                    <a:lnTo>
                      <a:pt x="12" y="19"/>
                    </a:lnTo>
                    <a:lnTo>
                      <a:pt x="12" y="19"/>
                    </a:lnTo>
                    <a:lnTo>
                      <a:pt x="12" y="17"/>
                    </a:lnTo>
                    <a:lnTo>
                      <a:pt x="9" y="17"/>
                    </a:lnTo>
                    <a:lnTo>
                      <a:pt x="9" y="17"/>
                    </a:lnTo>
                    <a:lnTo>
                      <a:pt x="9" y="17"/>
                    </a:lnTo>
                    <a:lnTo>
                      <a:pt x="7" y="17"/>
                    </a:lnTo>
                    <a:lnTo>
                      <a:pt x="7" y="17"/>
                    </a:lnTo>
                    <a:lnTo>
                      <a:pt x="7" y="19"/>
                    </a:lnTo>
                    <a:lnTo>
                      <a:pt x="7" y="19"/>
                    </a:lnTo>
                    <a:lnTo>
                      <a:pt x="7" y="19"/>
                    </a:lnTo>
                    <a:lnTo>
                      <a:pt x="7" y="19"/>
                    </a:lnTo>
                    <a:lnTo>
                      <a:pt x="7" y="19"/>
                    </a:lnTo>
                    <a:lnTo>
                      <a:pt x="5" y="19"/>
                    </a:lnTo>
                    <a:lnTo>
                      <a:pt x="5" y="17"/>
                    </a:lnTo>
                    <a:lnTo>
                      <a:pt x="5" y="17"/>
                    </a:lnTo>
                    <a:lnTo>
                      <a:pt x="5" y="17"/>
                    </a:lnTo>
                    <a:lnTo>
                      <a:pt x="5" y="14"/>
                    </a:lnTo>
                    <a:lnTo>
                      <a:pt x="5" y="14"/>
                    </a:lnTo>
                    <a:lnTo>
                      <a:pt x="7" y="14"/>
                    </a:lnTo>
                    <a:lnTo>
                      <a:pt x="7" y="14"/>
                    </a:lnTo>
                    <a:lnTo>
                      <a:pt x="7" y="14"/>
                    </a:lnTo>
                    <a:lnTo>
                      <a:pt x="7" y="14"/>
                    </a:lnTo>
                    <a:lnTo>
                      <a:pt x="7" y="14"/>
                    </a:lnTo>
                    <a:lnTo>
                      <a:pt x="7" y="12"/>
                    </a:lnTo>
                    <a:lnTo>
                      <a:pt x="5" y="12"/>
                    </a:lnTo>
                    <a:lnTo>
                      <a:pt x="5" y="12"/>
                    </a:lnTo>
                    <a:lnTo>
                      <a:pt x="5" y="12"/>
                    </a:lnTo>
                    <a:lnTo>
                      <a:pt x="5" y="10"/>
                    </a:lnTo>
                    <a:lnTo>
                      <a:pt x="5" y="10"/>
                    </a:lnTo>
                    <a:lnTo>
                      <a:pt x="5" y="10"/>
                    </a:lnTo>
                    <a:lnTo>
                      <a:pt x="5" y="7"/>
                    </a:lnTo>
                    <a:lnTo>
                      <a:pt x="2" y="7"/>
                    </a:lnTo>
                    <a:lnTo>
                      <a:pt x="2" y="7"/>
                    </a:lnTo>
                    <a:lnTo>
                      <a:pt x="2" y="7"/>
                    </a:lnTo>
                    <a:lnTo>
                      <a:pt x="2" y="5"/>
                    </a:lnTo>
                    <a:lnTo>
                      <a:pt x="0" y="5"/>
                    </a:lnTo>
                    <a:lnTo>
                      <a:pt x="0" y="5"/>
                    </a:lnTo>
                    <a:lnTo>
                      <a:pt x="0" y="5"/>
                    </a:lnTo>
                    <a:lnTo>
                      <a:pt x="0" y="3"/>
                    </a:lnTo>
                    <a:lnTo>
                      <a:pt x="0" y="3"/>
                    </a:lnTo>
                    <a:lnTo>
                      <a:pt x="0" y="3"/>
                    </a:lnTo>
                    <a:lnTo>
                      <a:pt x="2" y="3"/>
                    </a:lnTo>
                    <a:lnTo>
                      <a:pt x="2" y="3"/>
                    </a:lnTo>
                    <a:lnTo>
                      <a:pt x="5" y="3"/>
                    </a:lnTo>
                    <a:lnTo>
                      <a:pt x="5" y="3"/>
                    </a:lnTo>
                    <a:lnTo>
                      <a:pt x="5" y="3"/>
                    </a:lnTo>
                    <a:lnTo>
                      <a:pt x="5" y="3"/>
                    </a:lnTo>
                    <a:lnTo>
                      <a:pt x="5" y="3"/>
                    </a:lnTo>
                    <a:lnTo>
                      <a:pt x="5" y="3"/>
                    </a:lnTo>
                    <a:lnTo>
                      <a:pt x="5" y="0"/>
                    </a:lnTo>
                    <a:lnTo>
                      <a:pt x="7" y="0"/>
                    </a:lnTo>
                    <a:lnTo>
                      <a:pt x="7" y="0"/>
                    </a:lnTo>
                    <a:lnTo>
                      <a:pt x="7" y="0"/>
                    </a:lnTo>
                    <a:lnTo>
                      <a:pt x="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 name="Freeform 194"/>
              <p:cNvSpPr>
                <a:spLocks/>
              </p:cNvSpPr>
              <p:nvPr/>
            </p:nvSpPr>
            <p:spPr bwMode="auto">
              <a:xfrm>
                <a:off x="2914" y="2715"/>
                <a:ext cx="19" cy="26"/>
              </a:xfrm>
              <a:custGeom>
                <a:avLst/>
                <a:gdLst/>
                <a:ahLst/>
                <a:cxnLst>
                  <a:cxn ang="0">
                    <a:pos x="9" y="3"/>
                  </a:cxn>
                  <a:cxn ang="0">
                    <a:pos x="9" y="3"/>
                  </a:cxn>
                  <a:cxn ang="0">
                    <a:pos x="12" y="3"/>
                  </a:cxn>
                  <a:cxn ang="0">
                    <a:pos x="12" y="5"/>
                  </a:cxn>
                  <a:cxn ang="0">
                    <a:pos x="12" y="5"/>
                  </a:cxn>
                  <a:cxn ang="0">
                    <a:pos x="14" y="7"/>
                  </a:cxn>
                  <a:cxn ang="0">
                    <a:pos x="14" y="7"/>
                  </a:cxn>
                  <a:cxn ang="0">
                    <a:pos x="14" y="10"/>
                  </a:cxn>
                  <a:cxn ang="0">
                    <a:pos x="16" y="10"/>
                  </a:cxn>
                  <a:cxn ang="0">
                    <a:pos x="16" y="12"/>
                  </a:cxn>
                  <a:cxn ang="0">
                    <a:pos x="19" y="12"/>
                  </a:cxn>
                  <a:cxn ang="0">
                    <a:pos x="19" y="14"/>
                  </a:cxn>
                  <a:cxn ang="0">
                    <a:pos x="19" y="14"/>
                  </a:cxn>
                  <a:cxn ang="0">
                    <a:pos x="19" y="17"/>
                  </a:cxn>
                  <a:cxn ang="0">
                    <a:pos x="19" y="17"/>
                  </a:cxn>
                  <a:cxn ang="0">
                    <a:pos x="19" y="19"/>
                  </a:cxn>
                  <a:cxn ang="0">
                    <a:pos x="19" y="22"/>
                  </a:cxn>
                  <a:cxn ang="0">
                    <a:pos x="19" y="24"/>
                  </a:cxn>
                  <a:cxn ang="0">
                    <a:pos x="19" y="24"/>
                  </a:cxn>
                  <a:cxn ang="0">
                    <a:pos x="16" y="26"/>
                  </a:cxn>
                  <a:cxn ang="0">
                    <a:pos x="14" y="26"/>
                  </a:cxn>
                  <a:cxn ang="0">
                    <a:pos x="14" y="26"/>
                  </a:cxn>
                  <a:cxn ang="0">
                    <a:pos x="14" y="24"/>
                  </a:cxn>
                  <a:cxn ang="0">
                    <a:pos x="12" y="24"/>
                  </a:cxn>
                  <a:cxn ang="0">
                    <a:pos x="12" y="22"/>
                  </a:cxn>
                  <a:cxn ang="0">
                    <a:pos x="12" y="19"/>
                  </a:cxn>
                  <a:cxn ang="0">
                    <a:pos x="12" y="19"/>
                  </a:cxn>
                  <a:cxn ang="0">
                    <a:pos x="9" y="17"/>
                  </a:cxn>
                  <a:cxn ang="0">
                    <a:pos x="9" y="17"/>
                  </a:cxn>
                  <a:cxn ang="0">
                    <a:pos x="7" y="17"/>
                  </a:cxn>
                  <a:cxn ang="0">
                    <a:pos x="7" y="19"/>
                  </a:cxn>
                  <a:cxn ang="0">
                    <a:pos x="7" y="19"/>
                  </a:cxn>
                  <a:cxn ang="0">
                    <a:pos x="5" y="19"/>
                  </a:cxn>
                  <a:cxn ang="0">
                    <a:pos x="5" y="17"/>
                  </a:cxn>
                  <a:cxn ang="0">
                    <a:pos x="5" y="14"/>
                  </a:cxn>
                  <a:cxn ang="0">
                    <a:pos x="7" y="14"/>
                  </a:cxn>
                  <a:cxn ang="0">
                    <a:pos x="7" y="14"/>
                  </a:cxn>
                  <a:cxn ang="0">
                    <a:pos x="7" y="14"/>
                  </a:cxn>
                  <a:cxn ang="0">
                    <a:pos x="5" y="12"/>
                  </a:cxn>
                  <a:cxn ang="0">
                    <a:pos x="5" y="12"/>
                  </a:cxn>
                  <a:cxn ang="0">
                    <a:pos x="5" y="10"/>
                  </a:cxn>
                  <a:cxn ang="0">
                    <a:pos x="5" y="7"/>
                  </a:cxn>
                  <a:cxn ang="0">
                    <a:pos x="2" y="7"/>
                  </a:cxn>
                  <a:cxn ang="0">
                    <a:pos x="2" y="5"/>
                  </a:cxn>
                  <a:cxn ang="0">
                    <a:pos x="0" y="5"/>
                  </a:cxn>
                  <a:cxn ang="0">
                    <a:pos x="0" y="3"/>
                  </a:cxn>
                  <a:cxn ang="0">
                    <a:pos x="0" y="3"/>
                  </a:cxn>
                  <a:cxn ang="0">
                    <a:pos x="2" y="3"/>
                  </a:cxn>
                  <a:cxn ang="0">
                    <a:pos x="5" y="3"/>
                  </a:cxn>
                  <a:cxn ang="0">
                    <a:pos x="5" y="3"/>
                  </a:cxn>
                  <a:cxn ang="0">
                    <a:pos x="5" y="3"/>
                  </a:cxn>
                  <a:cxn ang="0">
                    <a:pos x="7" y="0"/>
                  </a:cxn>
                  <a:cxn ang="0">
                    <a:pos x="7" y="0"/>
                  </a:cxn>
                </a:cxnLst>
                <a:rect l="0" t="0" r="r" b="b"/>
                <a:pathLst>
                  <a:path w="19" h="26">
                    <a:moveTo>
                      <a:pt x="9" y="0"/>
                    </a:moveTo>
                    <a:lnTo>
                      <a:pt x="9" y="3"/>
                    </a:lnTo>
                    <a:lnTo>
                      <a:pt x="9" y="3"/>
                    </a:lnTo>
                    <a:lnTo>
                      <a:pt x="9" y="3"/>
                    </a:lnTo>
                    <a:lnTo>
                      <a:pt x="12" y="3"/>
                    </a:lnTo>
                    <a:lnTo>
                      <a:pt x="12" y="3"/>
                    </a:lnTo>
                    <a:lnTo>
                      <a:pt x="12" y="5"/>
                    </a:lnTo>
                    <a:lnTo>
                      <a:pt x="12" y="5"/>
                    </a:lnTo>
                    <a:lnTo>
                      <a:pt x="12" y="5"/>
                    </a:lnTo>
                    <a:lnTo>
                      <a:pt x="12" y="5"/>
                    </a:lnTo>
                    <a:lnTo>
                      <a:pt x="12" y="7"/>
                    </a:lnTo>
                    <a:lnTo>
                      <a:pt x="14" y="7"/>
                    </a:lnTo>
                    <a:lnTo>
                      <a:pt x="14" y="7"/>
                    </a:lnTo>
                    <a:lnTo>
                      <a:pt x="14" y="7"/>
                    </a:lnTo>
                    <a:lnTo>
                      <a:pt x="14" y="10"/>
                    </a:lnTo>
                    <a:lnTo>
                      <a:pt x="14" y="10"/>
                    </a:lnTo>
                    <a:lnTo>
                      <a:pt x="14" y="10"/>
                    </a:lnTo>
                    <a:lnTo>
                      <a:pt x="16" y="10"/>
                    </a:lnTo>
                    <a:lnTo>
                      <a:pt x="16" y="10"/>
                    </a:lnTo>
                    <a:lnTo>
                      <a:pt x="16" y="12"/>
                    </a:lnTo>
                    <a:lnTo>
                      <a:pt x="16" y="12"/>
                    </a:lnTo>
                    <a:lnTo>
                      <a:pt x="19" y="12"/>
                    </a:lnTo>
                    <a:lnTo>
                      <a:pt x="19" y="12"/>
                    </a:lnTo>
                    <a:lnTo>
                      <a:pt x="19" y="14"/>
                    </a:lnTo>
                    <a:lnTo>
                      <a:pt x="19" y="14"/>
                    </a:lnTo>
                    <a:lnTo>
                      <a:pt x="19" y="14"/>
                    </a:lnTo>
                    <a:lnTo>
                      <a:pt x="19" y="14"/>
                    </a:lnTo>
                    <a:lnTo>
                      <a:pt x="19" y="17"/>
                    </a:lnTo>
                    <a:lnTo>
                      <a:pt x="19" y="17"/>
                    </a:lnTo>
                    <a:lnTo>
                      <a:pt x="19" y="17"/>
                    </a:lnTo>
                    <a:lnTo>
                      <a:pt x="19" y="19"/>
                    </a:lnTo>
                    <a:lnTo>
                      <a:pt x="19" y="19"/>
                    </a:lnTo>
                    <a:lnTo>
                      <a:pt x="19" y="22"/>
                    </a:lnTo>
                    <a:lnTo>
                      <a:pt x="19" y="22"/>
                    </a:lnTo>
                    <a:lnTo>
                      <a:pt x="19" y="24"/>
                    </a:lnTo>
                    <a:lnTo>
                      <a:pt x="19" y="24"/>
                    </a:lnTo>
                    <a:lnTo>
                      <a:pt x="19" y="24"/>
                    </a:lnTo>
                    <a:lnTo>
                      <a:pt x="19" y="24"/>
                    </a:lnTo>
                    <a:lnTo>
                      <a:pt x="19" y="26"/>
                    </a:lnTo>
                    <a:lnTo>
                      <a:pt x="16" y="26"/>
                    </a:lnTo>
                    <a:lnTo>
                      <a:pt x="16" y="26"/>
                    </a:lnTo>
                    <a:lnTo>
                      <a:pt x="14" y="26"/>
                    </a:lnTo>
                    <a:lnTo>
                      <a:pt x="14" y="26"/>
                    </a:lnTo>
                    <a:lnTo>
                      <a:pt x="14" y="26"/>
                    </a:lnTo>
                    <a:lnTo>
                      <a:pt x="14" y="24"/>
                    </a:lnTo>
                    <a:lnTo>
                      <a:pt x="14" y="24"/>
                    </a:lnTo>
                    <a:lnTo>
                      <a:pt x="12" y="24"/>
                    </a:lnTo>
                    <a:lnTo>
                      <a:pt x="12" y="24"/>
                    </a:lnTo>
                    <a:lnTo>
                      <a:pt x="12" y="22"/>
                    </a:lnTo>
                    <a:lnTo>
                      <a:pt x="12" y="22"/>
                    </a:lnTo>
                    <a:lnTo>
                      <a:pt x="12" y="22"/>
                    </a:lnTo>
                    <a:lnTo>
                      <a:pt x="12" y="19"/>
                    </a:lnTo>
                    <a:lnTo>
                      <a:pt x="12" y="19"/>
                    </a:lnTo>
                    <a:lnTo>
                      <a:pt x="12" y="19"/>
                    </a:lnTo>
                    <a:lnTo>
                      <a:pt x="12" y="17"/>
                    </a:lnTo>
                    <a:lnTo>
                      <a:pt x="9" y="17"/>
                    </a:lnTo>
                    <a:lnTo>
                      <a:pt x="9" y="17"/>
                    </a:lnTo>
                    <a:lnTo>
                      <a:pt x="9" y="17"/>
                    </a:lnTo>
                    <a:lnTo>
                      <a:pt x="7" y="17"/>
                    </a:lnTo>
                    <a:lnTo>
                      <a:pt x="7" y="17"/>
                    </a:lnTo>
                    <a:lnTo>
                      <a:pt x="7" y="19"/>
                    </a:lnTo>
                    <a:lnTo>
                      <a:pt x="7" y="19"/>
                    </a:lnTo>
                    <a:lnTo>
                      <a:pt x="7" y="19"/>
                    </a:lnTo>
                    <a:lnTo>
                      <a:pt x="7" y="19"/>
                    </a:lnTo>
                    <a:lnTo>
                      <a:pt x="7" y="19"/>
                    </a:lnTo>
                    <a:lnTo>
                      <a:pt x="5" y="19"/>
                    </a:lnTo>
                    <a:lnTo>
                      <a:pt x="5" y="17"/>
                    </a:lnTo>
                    <a:lnTo>
                      <a:pt x="5" y="17"/>
                    </a:lnTo>
                    <a:lnTo>
                      <a:pt x="5" y="17"/>
                    </a:lnTo>
                    <a:lnTo>
                      <a:pt x="5" y="14"/>
                    </a:lnTo>
                    <a:lnTo>
                      <a:pt x="5" y="14"/>
                    </a:lnTo>
                    <a:lnTo>
                      <a:pt x="7" y="14"/>
                    </a:lnTo>
                    <a:lnTo>
                      <a:pt x="7" y="14"/>
                    </a:lnTo>
                    <a:lnTo>
                      <a:pt x="7" y="14"/>
                    </a:lnTo>
                    <a:lnTo>
                      <a:pt x="7" y="14"/>
                    </a:lnTo>
                    <a:lnTo>
                      <a:pt x="7" y="14"/>
                    </a:lnTo>
                    <a:lnTo>
                      <a:pt x="7" y="12"/>
                    </a:lnTo>
                    <a:lnTo>
                      <a:pt x="5" y="12"/>
                    </a:lnTo>
                    <a:lnTo>
                      <a:pt x="5" y="12"/>
                    </a:lnTo>
                    <a:lnTo>
                      <a:pt x="5" y="12"/>
                    </a:lnTo>
                    <a:lnTo>
                      <a:pt x="5" y="10"/>
                    </a:lnTo>
                    <a:lnTo>
                      <a:pt x="5" y="10"/>
                    </a:lnTo>
                    <a:lnTo>
                      <a:pt x="5" y="10"/>
                    </a:lnTo>
                    <a:lnTo>
                      <a:pt x="5" y="7"/>
                    </a:lnTo>
                    <a:lnTo>
                      <a:pt x="2" y="7"/>
                    </a:lnTo>
                    <a:lnTo>
                      <a:pt x="2" y="7"/>
                    </a:lnTo>
                    <a:lnTo>
                      <a:pt x="2" y="7"/>
                    </a:lnTo>
                    <a:lnTo>
                      <a:pt x="2" y="5"/>
                    </a:lnTo>
                    <a:lnTo>
                      <a:pt x="0" y="5"/>
                    </a:lnTo>
                    <a:lnTo>
                      <a:pt x="0" y="5"/>
                    </a:lnTo>
                    <a:lnTo>
                      <a:pt x="0" y="5"/>
                    </a:lnTo>
                    <a:lnTo>
                      <a:pt x="0" y="3"/>
                    </a:lnTo>
                    <a:lnTo>
                      <a:pt x="0" y="3"/>
                    </a:lnTo>
                    <a:lnTo>
                      <a:pt x="0" y="3"/>
                    </a:lnTo>
                    <a:lnTo>
                      <a:pt x="2" y="3"/>
                    </a:lnTo>
                    <a:lnTo>
                      <a:pt x="2" y="3"/>
                    </a:lnTo>
                    <a:lnTo>
                      <a:pt x="5" y="3"/>
                    </a:lnTo>
                    <a:lnTo>
                      <a:pt x="5" y="3"/>
                    </a:lnTo>
                    <a:lnTo>
                      <a:pt x="5" y="3"/>
                    </a:lnTo>
                    <a:lnTo>
                      <a:pt x="5" y="3"/>
                    </a:lnTo>
                    <a:lnTo>
                      <a:pt x="5" y="3"/>
                    </a:lnTo>
                    <a:lnTo>
                      <a:pt x="5" y="3"/>
                    </a:lnTo>
                    <a:lnTo>
                      <a:pt x="5" y="0"/>
                    </a:lnTo>
                    <a:lnTo>
                      <a:pt x="7" y="0"/>
                    </a:lnTo>
                    <a:lnTo>
                      <a:pt x="7" y="0"/>
                    </a:lnTo>
                    <a:lnTo>
                      <a:pt x="7" y="0"/>
                    </a:lnTo>
                    <a:lnTo>
                      <a:pt x="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 name="Freeform 195"/>
              <p:cNvSpPr>
                <a:spLocks/>
              </p:cNvSpPr>
              <p:nvPr/>
            </p:nvSpPr>
            <p:spPr bwMode="auto">
              <a:xfrm>
                <a:off x="3134" y="2817"/>
                <a:ext cx="21" cy="21"/>
              </a:xfrm>
              <a:custGeom>
                <a:avLst/>
                <a:gdLst/>
                <a:ahLst/>
                <a:cxnLst>
                  <a:cxn ang="0">
                    <a:pos x="12" y="3"/>
                  </a:cxn>
                  <a:cxn ang="0">
                    <a:pos x="14" y="3"/>
                  </a:cxn>
                  <a:cxn ang="0">
                    <a:pos x="17" y="3"/>
                  </a:cxn>
                  <a:cxn ang="0">
                    <a:pos x="17" y="3"/>
                  </a:cxn>
                  <a:cxn ang="0">
                    <a:pos x="19" y="5"/>
                  </a:cxn>
                  <a:cxn ang="0">
                    <a:pos x="19" y="5"/>
                  </a:cxn>
                  <a:cxn ang="0">
                    <a:pos x="19" y="7"/>
                  </a:cxn>
                  <a:cxn ang="0">
                    <a:pos x="19" y="10"/>
                  </a:cxn>
                  <a:cxn ang="0">
                    <a:pos x="21" y="10"/>
                  </a:cxn>
                  <a:cxn ang="0">
                    <a:pos x="21" y="12"/>
                  </a:cxn>
                  <a:cxn ang="0">
                    <a:pos x="21" y="12"/>
                  </a:cxn>
                  <a:cxn ang="0">
                    <a:pos x="21" y="12"/>
                  </a:cxn>
                  <a:cxn ang="0">
                    <a:pos x="19" y="12"/>
                  </a:cxn>
                  <a:cxn ang="0">
                    <a:pos x="19" y="14"/>
                  </a:cxn>
                  <a:cxn ang="0">
                    <a:pos x="21" y="17"/>
                  </a:cxn>
                  <a:cxn ang="0">
                    <a:pos x="19" y="17"/>
                  </a:cxn>
                  <a:cxn ang="0">
                    <a:pos x="19" y="19"/>
                  </a:cxn>
                  <a:cxn ang="0">
                    <a:pos x="17" y="19"/>
                  </a:cxn>
                  <a:cxn ang="0">
                    <a:pos x="17" y="19"/>
                  </a:cxn>
                  <a:cxn ang="0">
                    <a:pos x="17" y="21"/>
                  </a:cxn>
                  <a:cxn ang="0">
                    <a:pos x="14" y="21"/>
                  </a:cxn>
                  <a:cxn ang="0">
                    <a:pos x="14" y="21"/>
                  </a:cxn>
                  <a:cxn ang="0">
                    <a:pos x="14" y="21"/>
                  </a:cxn>
                  <a:cxn ang="0">
                    <a:pos x="14" y="19"/>
                  </a:cxn>
                  <a:cxn ang="0">
                    <a:pos x="14" y="19"/>
                  </a:cxn>
                  <a:cxn ang="0">
                    <a:pos x="12" y="19"/>
                  </a:cxn>
                  <a:cxn ang="0">
                    <a:pos x="12" y="19"/>
                  </a:cxn>
                  <a:cxn ang="0">
                    <a:pos x="9" y="19"/>
                  </a:cxn>
                  <a:cxn ang="0">
                    <a:pos x="9" y="19"/>
                  </a:cxn>
                  <a:cxn ang="0">
                    <a:pos x="7" y="19"/>
                  </a:cxn>
                  <a:cxn ang="0">
                    <a:pos x="7" y="19"/>
                  </a:cxn>
                  <a:cxn ang="0">
                    <a:pos x="5" y="21"/>
                  </a:cxn>
                  <a:cxn ang="0">
                    <a:pos x="5" y="21"/>
                  </a:cxn>
                  <a:cxn ang="0">
                    <a:pos x="2" y="19"/>
                  </a:cxn>
                  <a:cxn ang="0">
                    <a:pos x="5" y="19"/>
                  </a:cxn>
                  <a:cxn ang="0">
                    <a:pos x="5" y="19"/>
                  </a:cxn>
                  <a:cxn ang="0">
                    <a:pos x="7" y="19"/>
                  </a:cxn>
                  <a:cxn ang="0">
                    <a:pos x="5" y="17"/>
                  </a:cxn>
                  <a:cxn ang="0">
                    <a:pos x="5" y="17"/>
                  </a:cxn>
                  <a:cxn ang="0">
                    <a:pos x="5" y="14"/>
                  </a:cxn>
                  <a:cxn ang="0">
                    <a:pos x="2" y="14"/>
                  </a:cxn>
                  <a:cxn ang="0">
                    <a:pos x="2" y="12"/>
                  </a:cxn>
                  <a:cxn ang="0">
                    <a:pos x="0" y="12"/>
                  </a:cxn>
                  <a:cxn ang="0">
                    <a:pos x="0" y="10"/>
                  </a:cxn>
                  <a:cxn ang="0">
                    <a:pos x="2" y="10"/>
                  </a:cxn>
                  <a:cxn ang="0">
                    <a:pos x="2" y="7"/>
                  </a:cxn>
                  <a:cxn ang="0">
                    <a:pos x="5" y="10"/>
                  </a:cxn>
                  <a:cxn ang="0">
                    <a:pos x="5" y="7"/>
                  </a:cxn>
                  <a:cxn ang="0">
                    <a:pos x="7" y="7"/>
                  </a:cxn>
                  <a:cxn ang="0">
                    <a:pos x="7" y="5"/>
                  </a:cxn>
                  <a:cxn ang="0">
                    <a:pos x="7" y="5"/>
                  </a:cxn>
                  <a:cxn ang="0">
                    <a:pos x="7" y="3"/>
                  </a:cxn>
                  <a:cxn ang="0">
                    <a:pos x="7" y="0"/>
                  </a:cxn>
                  <a:cxn ang="0">
                    <a:pos x="7" y="3"/>
                  </a:cxn>
                  <a:cxn ang="0">
                    <a:pos x="7" y="0"/>
                  </a:cxn>
                  <a:cxn ang="0">
                    <a:pos x="9" y="0"/>
                  </a:cxn>
                  <a:cxn ang="0">
                    <a:pos x="12" y="3"/>
                  </a:cxn>
                  <a:cxn ang="0">
                    <a:pos x="12" y="0"/>
                  </a:cxn>
                </a:cxnLst>
                <a:rect l="0" t="0" r="r" b="b"/>
                <a:pathLst>
                  <a:path w="21" h="21">
                    <a:moveTo>
                      <a:pt x="12" y="0"/>
                    </a:moveTo>
                    <a:lnTo>
                      <a:pt x="12" y="3"/>
                    </a:lnTo>
                    <a:lnTo>
                      <a:pt x="14" y="3"/>
                    </a:lnTo>
                    <a:lnTo>
                      <a:pt x="14" y="3"/>
                    </a:lnTo>
                    <a:lnTo>
                      <a:pt x="14" y="3"/>
                    </a:lnTo>
                    <a:lnTo>
                      <a:pt x="17" y="3"/>
                    </a:lnTo>
                    <a:lnTo>
                      <a:pt x="17" y="3"/>
                    </a:lnTo>
                    <a:lnTo>
                      <a:pt x="17" y="3"/>
                    </a:lnTo>
                    <a:lnTo>
                      <a:pt x="17" y="5"/>
                    </a:lnTo>
                    <a:lnTo>
                      <a:pt x="19" y="5"/>
                    </a:lnTo>
                    <a:lnTo>
                      <a:pt x="19" y="5"/>
                    </a:lnTo>
                    <a:lnTo>
                      <a:pt x="19" y="5"/>
                    </a:lnTo>
                    <a:lnTo>
                      <a:pt x="19" y="7"/>
                    </a:lnTo>
                    <a:lnTo>
                      <a:pt x="19" y="7"/>
                    </a:lnTo>
                    <a:lnTo>
                      <a:pt x="19" y="7"/>
                    </a:lnTo>
                    <a:lnTo>
                      <a:pt x="19" y="10"/>
                    </a:lnTo>
                    <a:lnTo>
                      <a:pt x="19" y="10"/>
                    </a:lnTo>
                    <a:lnTo>
                      <a:pt x="21" y="10"/>
                    </a:lnTo>
                    <a:lnTo>
                      <a:pt x="21" y="10"/>
                    </a:lnTo>
                    <a:lnTo>
                      <a:pt x="21" y="12"/>
                    </a:lnTo>
                    <a:lnTo>
                      <a:pt x="21" y="12"/>
                    </a:lnTo>
                    <a:lnTo>
                      <a:pt x="21" y="12"/>
                    </a:lnTo>
                    <a:lnTo>
                      <a:pt x="21" y="12"/>
                    </a:lnTo>
                    <a:lnTo>
                      <a:pt x="21" y="12"/>
                    </a:lnTo>
                    <a:lnTo>
                      <a:pt x="21" y="12"/>
                    </a:lnTo>
                    <a:lnTo>
                      <a:pt x="19" y="12"/>
                    </a:lnTo>
                    <a:lnTo>
                      <a:pt x="19" y="14"/>
                    </a:lnTo>
                    <a:lnTo>
                      <a:pt x="19" y="14"/>
                    </a:lnTo>
                    <a:lnTo>
                      <a:pt x="21" y="14"/>
                    </a:lnTo>
                    <a:lnTo>
                      <a:pt x="21" y="17"/>
                    </a:lnTo>
                    <a:lnTo>
                      <a:pt x="19" y="17"/>
                    </a:lnTo>
                    <a:lnTo>
                      <a:pt x="19" y="17"/>
                    </a:lnTo>
                    <a:lnTo>
                      <a:pt x="19" y="17"/>
                    </a:lnTo>
                    <a:lnTo>
                      <a:pt x="19" y="19"/>
                    </a:lnTo>
                    <a:lnTo>
                      <a:pt x="19" y="19"/>
                    </a:lnTo>
                    <a:lnTo>
                      <a:pt x="17" y="19"/>
                    </a:lnTo>
                    <a:lnTo>
                      <a:pt x="17" y="19"/>
                    </a:lnTo>
                    <a:lnTo>
                      <a:pt x="17" y="19"/>
                    </a:lnTo>
                    <a:lnTo>
                      <a:pt x="17" y="21"/>
                    </a:lnTo>
                    <a:lnTo>
                      <a:pt x="17" y="21"/>
                    </a:lnTo>
                    <a:lnTo>
                      <a:pt x="14" y="21"/>
                    </a:lnTo>
                    <a:lnTo>
                      <a:pt x="14" y="21"/>
                    </a:lnTo>
                    <a:lnTo>
                      <a:pt x="14" y="21"/>
                    </a:lnTo>
                    <a:lnTo>
                      <a:pt x="14" y="21"/>
                    </a:lnTo>
                    <a:lnTo>
                      <a:pt x="14" y="21"/>
                    </a:lnTo>
                    <a:lnTo>
                      <a:pt x="14" y="21"/>
                    </a:lnTo>
                    <a:lnTo>
                      <a:pt x="14" y="19"/>
                    </a:lnTo>
                    <a:lnTo>
                      <a:pt x="14" y="19"/>
                    </a:lnTo>
                    <a:lnTo>
                      <a:pt x="14" y="19"/>
                    </a:lnTo>
                    <a:lnTo>
                      <a:pt x="14" y="19"/>
                    </a:lnTo>
                    <a:lnTo>
                      <a:pt x="12" y="19"/>
                    </a:lnTo>
                    <a:lnTo>
                      <a:pt x="12" y="19"/>
                    </a:lnTo>
                    <a:lnTo>
                      <a:pt x="12" y="19"/>
                    </a:lnTo>
                    <a:lnTo>
                      <a:pt x="12" y="19"/>
                    </a:lnTo>
                    <a:lnTo>
                      <a:pt x="12" y="19"/>
                    </a:lnTo>
                    <a:lnTo>
                      <a:pt x="9" y="19"/>
                    </a:lnTo>
                    <a:lnTo>
                      <a:pt x="9" y="19"/>
                    </a:lnTo>
                    <a:lnTo>
                      <a:pt x="9" y="19"/>
                    </a:lnTo>
                    <a:lnTo>
                      <a:pt x="7" y="19"/>
                    </a:lnTo>
                    <a:lnTo>
                      <a:pt x="7" y="19"/>
                    </a:lnTo>
                    <a:lnTo>
                      <a:pt x="7" y="19"/>
                    </a:lnTo>
                    <a:lnTo>
                      <a:pt x="7" y="19"/>
                    </a:lnTo>
                    <a:lnTo>
                      <a:pt x="5" y="19"/>
                    </a:lnTo>
                    <a:lnTo>
                      <a:pt x="5" y="21"/>
                    </a:lnTo>
                    <a:lnTo>
                      <a:pt x="5" y="21"/>
                    </a:lnTo>
                    <a:lnTo>
                      <a:pt x="5" y="21"/>
                    </a:lnTo>
                    <a:lnTo>
                      <a:pt x="2" y="21"/>
                    </a:lnTo>
                    <a:lnTo>
                      <a:pt x="2" y="19"/>
                    </a:lnTo>
                    <a:lnTo>
                      <a:pt x="2" y="19"/>
                    </a:lnTo>
                    <a:lnTo>
                      <a:pt x="5" y="19"/>
                    </a:lnTo>
                    <a:lnTo>
                      <a:pt x="5" y="19"/>
                    </a:lnTo>
                    <a:lnTo>
                      <a:pt x="5" y="19"/>
                    </a:lnTo>
                    <a:lnTo>
                      <a:pt x="5" y="19"/>
                    </a:lnTo>
                    <a:lnTo>
                      <a:pt x="7" y="19"/>
                    </a:lnTo>
                    <a:lnTo>
                      <a:pt x="7" y="17"/>
                    </a:lnTo>
                    <a:lnTo>
                      <a:pt x="5" y="17"/>
                    </a:lnTo>
                    <a:lnTo>
                      <a:pt x="5" y="17"/>
                    </a:lnTo>
                    <a:lnTo>
                      <a:pt x="5" y="17"/>
                    </a:lnTo>
                    <a:lnTo>
                      <a:pt x="5" y="17"/>
                    </a:lnTo>
                    <a:lnTo>
                      <a:pt x="5" y="14"/>
                    </a:lnTo>
                    <a:lnTo>
                      <a:pt x="5" y="14"/>
                    </a:lnTo>
                    <a:lnTo>
                      <a:pt x="2" y="14"/>
                    </a:lnTo>
                    <a:lnTo>
                      <a:pt x="2" y="12"/>
                    </a:lnTo>
                    <a:lnTo>
                      <a:pt x="2" y="12"/>
                    </a:lnTo>
                    <a:lnTo>
                      <a:pt x="2" y="12"/>
                    </a:lnTo>
                    <a:lnTo>
                      <a:pt x="0" y="12"/>
                    </a:lnTo>
                    <a:lnTo>
                      <a:pt x="0" y="10"/>
                    </a:lnTo>
                    <a:lnTo>
                      <a:pt x="0" y="10"/>
                    </a:lnTo>
                    <a:lnTo>
                      <a:pt x="0" y="10"/>
                    </a:lnTo>
                    <a:lnTo>
                      <a:pt x="2" y="10"/>
                    </a:lnTo>
                    <a:lnTo>
                      <a:pt x="2" y="7"/>
                    </a:lnTo>
                    <a:lnTo>
                      <a:pt x="2" y="7"/>
                    </a:lnTo>
                    <a:lnTo>
                      <a:pt x="5" y="7"/>
                    </a:lnTo>
                    <a:lnTo>
                      <a:pt x="5" y="10"/>
                    </a:lnTo>
                    <a:lnTo>
                      <a:pt x="5" y="10"/>
                    </a:lnTo>
                    <a:lnTo>
                      <a:pt x="5" y="7"/>
                    </a:lnTo>
                    <a:lnTo>
                      <a:pt x="5" y="7"/>
                    </a:lnTo>
                    <a:lnTo>
                      <a:pt x="7" y="7"/>
                    </a:lnTo>
                    <a:lnTo>
                      <a:pt x="7" y="7"/>
                    </a:lnTo>
                    <a:lnTo>
                      <a:pt x="7" y="5"/>
                    </a:lnTo>
                    <a:lnTo>
                      <a:pt x="7" y="5"/>
                    </a:lnTo>
                    <a:lnTo>
                      <a:pt x="7" y="5"/>
                    </a:lnTo>
                    <a:lnTo>
                      <a:pt x="7" y="3"/>
                    </a:lnTo>
                    <a:lnTo>
                      <a:pt x="7" y="3"/>
                    </a:lnTo>
                    <a:lnTo>
                      <a:pt x="7" y="3"/>
                    </a:lnTo>
                    <a:lnTo>
                      <a:pt x="7" y="0"/>
                    </a:lnTo>
                    <a:lnTo>
                      <a:pt x="7" y="0"/>
                    </a:lnTo>
                    <a:lnTo>
                      <a:pt x="7" y="3"/>
                    </a:lnTo>
                    <a:lnTo>
                      <a:pt x="7" y="3"/>
                    </a:lnTo>
                    <a:lnTo>
                      <a:pt x="7" y="0"/>
                    </a:lnTo>
                    <a:lnTo>
                      <a:pt x="9" y="0"/>
                    </a:lnTo>
                    <a:lnTo>
                      <a:pt x="9" y="0"/>
                    </a:lnTo>
                    <a:lnTo>
                      <a:pt x="9" y="3"/>
                    </a:lnTo>
                    <a:lnTo>
                      <a:pt x="12" y="3"/>
                    </a:lnTo>
                    <a:lnTo>
                      <a:pt x="12" y="0"/>
                    </a:lnTo>
                    <a:lnTo>
                      <a:pt x="12" y="0"/>
                    </a:lnTo>
                    <a:lnTo>
                      <a:pt x="1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 name="Freeform 196"/>
              <p:cNvSpPr>
                <a:spLocks/>
              </p:cNvSpPr>
              <p:nvPr/>
            </p:nvSpPr>
            <p:spPr bwMode="auto">
              <a:xfrm>
                <a:off x="3134" y="2817"/>
                <a:ext cx="21" cy="21"/>
              </a:xfrm>
              <a:custGeom>
                <a:avLst/>
                <a:gdLst/>
                <a:ahLst/>
                <a:cxnLst>
                  <a:cxn ang="0">
                    <a:pos x="12" y="3"/>
                  </a:cxn>
                  <a:cxn ang="0">
                    <a:pos x="14" y="3"/>
                  </a:cxn>
                  <a:cxn ang="0">
                    <a:pos x="17" y="3"/>
                  </a:cxn>
                  <a:cxn ang="0">
                    <a:pos x="17" y="3"/>
                  </a:cxn>
                  <a:cxn ang="0">
                    <a:pos x="19" y="5"/>
                  </a:cxn>
                  <a:cxn ang="0">
                    <a:pos x="19" y="5"/>
                  </a:cxn>
                  <a:cxn ang="0">
                    <a:pos x="19" y="7"/>
                  </a:cxn>
                  <a:cxn ang="0">
                    <a:pos x="19" y="10"/>
                  </a:cxn>
                  <a:cxn ang="0">
                    <a:pos x="21" y="10"/>
                  </a:cxn>
                  <a:cxn ang="0">
                    <a:pos x="21" y="12"/>
                  </a:cxn>
                  <a:cxn ang="0">
                    <a:pos x="21" y="12"/>
                  </a:cxn>
                  <a:cxn ang="0">
                    <a:pos x="21" y="12"/>
                  </a:cxn>
                  <a:cxn ang="0">
                    <a:pos x="19" y="12"/>
                  </a:cxn>
                  <a:cxn ang="0">
                    <a:pos x="19" y="14"/>
                  </a:cxn>
                  <a:cxn ang="0">
                    <a:pos x="21" y="17"/>
                  </a:cxn>
                  <a:cxn ang="0">
                    <a:pos x="19" y="17"/>
                  </a:cxn>
                  <a:cxn ang="0">
                    <a:pos x="19" y="19"/>
                  </a:cxn>
                  <a:cxn ang="0">
                    <a:pos x="17" y="19"/>
                  </a:cxn>
                  <a:cxn ang="0">
                    <a:pos x="17" y="19"/>
                  </a:cxn>
                  <a:cxn ang="0">
                    <a:pos x="17" y="21"/>
                  </a:cxn>
                  <a:cxn ang="0">
                    <a:pos x="14" y="21"/>
                  </a:cxn>
                  <a:cxn ang="0">
                    <a:pos x="14" y="21"/>
                  </a:cxn>
                  <a:cxn ang="0">
                    <a:pos x="14" y="21"/>
                  </a:cxn>
                  <a:cxn ang="0">
                    <a:pos x="14" y="19"/>
                  </a:cxn>
                  <a:cxn ang="0">
                    <a:pos x="14" y="19"/>
                  </a:cxn>
                  <a:cxn ang="0">
                    <a:pos x="12" y="19"/>
                  </a:cxn>
                  <a:cxn ang="0">
                    <a:pos x="12" y="19"/>
                  </a:cxn>
                  <a:cxn ang="0">
                    <a:pos x="9" y="19"/>
                  </a:cxn>
                  <a:cxn ang="0">
                    <a:pos x="9" y="19"/>
                  </a:cxn>
                  <a:cxn ang="0">
                    <a:pos x="7" y="19"/>
                  </a:cxn>
                  <a:cxn ang="0">
                    <a:pos x="7" y="19"/>
                  </a:cxn>
                  <a:cxn ang="0">
                    <a:pos x="5" y="21"/>
                  </a:cxn>
                  <a:cxn ang="0">
                    <a:pos x="5" y="21"/>
                  </a:cxn>
                  <a:cxn ang="0">
                    <a:pos x="2" y="19"/>
                  </a:cxn>
                  <a:cxn ang="0">
                    <a:pos x="5" y="19"/>
                  </a:cxn>
                  <a:cxn ang="0">
                    <a:pos x="5" y="19"/>
                  </a:cxn>
                  <a:cxn ang="0">
                    <a:pos x="7" y="19"/>
                  </a:cxn>
                  <a:cxn ang="0">
                    <a:pos x="5" y="17"/>
                  </a:cxn>
                  <a:cxn ang="0">
                    <a:pos x="5" y="17"/>
                  </a:cxn>
                  <a:cxn ang="0">
                    <a:pos x="5" y="14"/>
                  </a:cxn>
                  <a:cxn ang="0">
                    <a:pos x="2" y="14"/>
                  </a:cxn>
                  <a:cxn ang="0">
                    <a:pos x="2" y="12"/>
                  </a:cxn>
                  <a:cxn ang="0">
                    <a:pos x="0" y="12"/>
                  </a:cxn>
                  <a:cxn ang="0">
                    <a:pos x="0" y="10"/>
                  </a:cxn>
                  <a:cxn ang="0">
                    <a:pos x="2" y="10"/>
                  </a:cxn>
                  <a:cxn ang="0">
                    <a:pos x="2" y="7"/>
                  </a:cxn>
                  <a:cxn ang="0">
                    <a:pos x="5" y="10"/>
                  </a:cxn>
                  <a:cxn ang="0">
                    <a:pos x="5" y="7"/>
                  </a:cxn>
                  <a:cxn ang="0">
                    <a:pos x="7" y="7"/>
                  </a:cxn>
                  <a:cxn ang="0">
                    <a:pos x="7" y="5"/>
                  </a:cxn>
                  <a:cxn ang="0">
                    <a:pos x="7" y="5"/>
                  </a:cxn>
                  <a:cxn ang="0">
                    <a:pos x="7" y="3"/>
                  </a:cxn>
                  <a:cxn ang="0">
                    <a:pos x="7" y="0"/>
                  </a:cxn>
                  <a:cxn ang="0">
                    <a:pos x="7" y="3"/>
                  </a:cxn>
                  <a:cxn ang="0">
                    <a:pos x="7" y="0"/>
                  </a:cxn>
                  <a:cxn ang="0">
                    <a:pos x="9" y="0"/>
                  </a:cxn>
                  <a:cxn ang="0">
                    <a:pos x="12" y="3"/>
                  </a:cxn>
                  <a:cxn ang="0">
                    <a:pos x="12" y="0"/>
                  </a:cxn>
                </a:cxnLst>
                <a:rect l="0" t="0" r="r" b="b"/>
                <a:pathLst>
                  <a:path w="21" h="21">
                    <a:moveTo>
                      <a:pt x="12" y="0"/>
                    </a:moveTo>
                    <a:lnTo>
                      <a:pt x="12" y="3"/>
                    </a:lnTo>
                    <a:lnTo>
                      <a:pt x="14" y="3"/>
                    </a:lnTo>
                    <a:lnTo>
                      <a:pt x="14" y="3"/>
                    </a:lnTo>
                    <a:lnTo>
                      <a:pt x="14" y="3"/>
                    </a:lnTo>
                    <a:lnTo>
                      <a:pt x="17" y="3"/>
                    </a:lnTo>
                    <a:lnTo>
                      <a:pt x="17" y="3"/>
                    </a:lnTo>
                    <a:lnTo>
                      <a:pt x="17" y="3"/>
                    </a:lnTo>
                    <a:lnTo>
                      <a:pt x="17" y="5"/>
                    </a:lnTo>
                    <a:lnTo>
                      <a:pt x="19" y="5"/>
                    </a:lnTo>
                    <a:lnTo>
                      <a:pt x="19" y="5"/>
                    </a:lnTo>
                    <a:lnTo>
                      <a:pt x="19" y="5"/>
                    </a:lnTo>
                    <a:lnTo>
                      <a:pt x="19" y="7"/>
                    </a:lnTo>
                    <a:lnTo>
                      <a:pt x="19" y="7"/>
                    </a:lnTo>
                    <a:lnTo>
                      <a:pt x="19" y="7"/>
                    </a:lnTo>
                    <a:lnTo>
                      <a:pt x="19" y="10"/>
                    </a:lnTo>
                    <a:lnTo>
                      <a:pt x="19" y="10"/>
                    </a:lnTo>
                    <a:lnTo>
                      <a:pt x="21" y="10"/>
                    </a:lnTo>
                    <a:lnTo>
                      <a:pt x="21" y="10"/>
                    </a:lnTo>
                    <a:lnTo>
                      <a:pt x="21" y="12"/>
                    </a:lnTo>
                    <a:lnTo>
                      <a:pt x="21" y="12"/>
                    </a:lnTo>
                    <a:lnTo>
                      <a:pt x="21" y="12"/>
                    </a:lnTo>
                    <a:lnTo>
                      <a:pt x="21" y="12"/>
                    </a:lnTo>
                    <a:lnTo>
                      <a:pt x="21" y="12"/>
                    </a:lnTo>
                    <a:lnTo>
                      <a:pt x="21" y="12"/>
                    </a:lnTo>
                    <a:lnTo>
                      <a:pt x="19" y="12"/>
                    </a:lnTo>
                    <a:lnTo>
                      <a:pt x="19" y="14"/>
                    </a:lnTo>
                    <a:lnTo>
                      <a:pt x="19" y="14"/>
                    </a:lnTo>
                    <a:lnTo>
                      <a:pt x="21" y="14"/>
                    </a:lnTo>
                    <a:lnTo>
                      <a:pt x="21" y="17"/>
                    </a:lnTo>
                    <a:lnTo>
                      <a:pt x="19" y="17"/>
                    </a:lnTo>
                    <a:lnTo>
                      <a:pt x="19" y="17"/>
                    </a:lnTo>
                    <a:lnTo>
                      <a:pt x="19" y="17"/>
                    </a:lnTo>
                    <a:lnTo>
                      <a:pt x="19" y="19"/>
                    </a:lnTo>
                    <a:lnTo>
                      <a:pt x="19" y="19"/>
                    </a:lnTo>
                    <a:lnTo>
                      <a:pt x="17" y="19"/>
                    </a:lnTo>
                    <a:lnTo>
                      <a:pt x="17" y="19"/>
                    </a:lnTo>
                    <a:lnTo>
                      <a:pt x="17" y="19"/>
                    </a:lnTo>
                    <a:lnTo>
                      <a:pt x="17" y="21"/>
                    </a:lnTo>
                    <a:lnTo>
                      <a:pt x="17" y="21"/>
                    </a:lnTo>
                    <a:lnTo>
                      <a:pt x="14" y="21"/>
                    </a:lnTo>
                    <a:lnTo>
                      <a:pt x="14" y="21"/>
                    </a:lnTo>
                    <a:lnTo>
                      <a:pt x="14" y="21"/>
                    </a:lnTo>
                    <a:lnTo>
                      <a:pt x="14" y="21"/>
                    </a:lnTo>
                    <a:lnTo>
                      <a:pt x="14" y="21"/>
                    </a:lnTo>
                    <a:lnTo>
                      <a:pt x="14" y="21"/>
                    </a:lnTo>
                    <a:lnTo>
                      <a:pt x="14" y="19"/>
                    </a:lnTo>
                    <a:lnTo>
                      <a:pt x="14" y="19"/>
                    </a:lnTo>
                    <a:lnTo>
                      <a:pt x="14" y="19"/>
                    </a:lnTo>
                    <a:lnTo>
                      <a:pt x="14" y="19"/>
                    </a:lnTo>
                    <a:lnTo>
                      <a:pt x="12" y="19"/>
                    </a:lnTo>
                    <a:lnTo>
                      <a:pt x="12" y="19"/>
                    </a:lnTo>
                    <a:lnTo>
                      <a:pt x="12" y="19"/>
                    </a:lnTo>
                    <a:lnTo>
                      <a:pt x="12" y="19"/>
                    </a:lnTo>
                    <a:lnTo>
                      <a:pt x="12" y="19"/>
                    </a:lnTo>
                    <a:lnTo>
                      <a:pt x="9" y="19"/>
                    </a:lnTo>
                    <a:lnTo>
                      <a:pt x="9" y="19"/>
                    </a:lnTo>
                    <a:lnTo>
                      <a:pt x="9" y="19"/>
                    </a:lnTo>
                    <a:lnTo>
                      <a:pt x="7" y="19"/>
                    </a:lnTo>
                    <a:lnTo>
                      <a:pt x="7" y="19"/>
                    </a:lnTo>
                    <a:lnTo>
                      <a:pt x="7" y="19"/>
                    </a:lnTo>
                    <a:lnTo>
                      <a:pt x="7" y="19"/>
                    </a:lnTo>
                    <a:lnTo>
                      <a:pt x="5" y="19"/>
                    </a:lnTo>
                    <a:lnTo>
                      <a:pt x="5" y="21"/>
                    </a:lnTo>
                    <a:lnTo>
                      <a:pt x="5" y="21"/>
                    </a:lnTo>
                    <a:lnTo>
                      <a:pt x="5" y="21"/>
                    </a:lnTo>
                    <a:lnTo>
                      <a:pt x="2" y="21"/>
                    </a:lnTo>
                    <a:lnTo>
                      <a:pt x="2" y="19"/>
                    </a:lnTo>
                    <a:lnTo>
                      <a:pt x="2" y="19"/>
                    </a:lnTo>
                    <a:lnTo>
                      <a:pt x="5" y="19"/>
                    </a:lnTo>
                    <a:lnTo>
                      <a:pt x="5" y="19"/>
                    </a:lnTo>
                    <a:lnTo>
                      <a:pt x="5" y="19"/>
                    </a:lnTo>
                    <a:lnTo>
                      <a:pt x="5" y="19"/>
                    </a:lnTo>
                    <a:lnTo>
                      <a:pt x="7" y="19"/>
                    </a:lnTo>
                    <a:lnTo>
                      <a:pt x="7" y="17"/>
                    </a:lnTo>
                    <a:lnTo>
                      <a:pt x="5" y="17"/>
                    </a:lnTo>
                    <a:lnTo>
                      <a:pt x="5" y="17"/>
                    </a:lnTo>
                    <a:lnTo>
                      <a:pt x="5" y="17"/>
                    </a:lnTo>
                    <a:lnTo>
                      <a:pt x="5" y="17"/>
                    </a:lnTo>
                    <a:lnTo>
                      <a:pt x="5" y="14"/>
                    </a:lnTo>
                    <a:lnTo>
                      <a:pt x="5" y="14"/>
                    </a:lnTo>
                    <a:lnTo>
                      <a:pt x="2" y="14"/>
                    </a:lnTo>
                    <a:lnTo>
                      <a:pt x="2" y="12"/>
                    </a:lnTo>
                    <a:lnTo>
                      <a:pt x="2" y="12"/>
                    </a:lnTo>
                    <a:lnTo>
                      <a:pt x="2" y="12"/>
                    </a:lnTo>
                    <a:lnTo>
                      <a:pt x="0" y="12"/>
                    </a:lnTo>
                    <a:lnTo>
                      <a:pt x="0" y="10"/>
                    </a:lnTo>
                    <a:lnTo>
                      <a:pt x="0" y="10"/>
                    </a:lnTo>
                    <a:lnTo>
                      <a:pt x="0" y="10"/>
                    </a:lnTo>
                    <a:lnTo>
                      <a:pt x="2" y="10"/>
                    </a:lnTo>
                    <a:lnTo>
                      <a:pt x="2" y="7"/>
                    </a:lnTo>
                    <a:lnTo>
                      <a:pt x="2" y="7"/>
                    </a:lnTo>
                    <a:lnTo>
                      <a:pt x="5" y="7"/>
                    </a:lnTo>
                    <a:lnTo>
                      <a:pt x="5" y="10"/>
                    </a:lnTo>
                    <a:lnTo>
                      <a:pt x="5" y="10"/>
                    </a:lnTo>
                    <a:lnTo>
                      <a:pt x="5" y="7"/>
                    </a:lnTo>
                    <a:lnTo>
                      <a:pt x="5" y="7"/>
                    </a:lnTo>
                    <a:lnTo>
                      <a:pt x="7" y="7"/>
                    </a:lnTo>
                    <a:lnTo>
                      <a:pt x="7" y="7"/>
                    </a:lnTo>
                    <a:lnTo>
                      <a:pt x="7" y="5"/>
                    </a:lnTo>
                    <a:lnTo>
                      <a:pt x="7" y="5"/>
                    </a:lnTo>
                    <a:lnTo>
                      <a:pt x="7" y="5"/>
                    </a:lnTo>
                    <a:lnTo>
                      <a:pt x="7" y="3"/>
                    </a:lnTo>
                    <a:lnTo>
                      <a:pt x="7" y="3"/>
                    </a:lnTo>
                    <a:lnTo>
                      <a:pt x="7" y="3"/>
                    </a:lnTo>
                    <a:lnTo>
                      <a:pt x="7" y="0"/>
                    </a:lnTo>
                    <a:lnTo>
                      <a:pt x="7" y="0"/>
                    </a:lnTo>
                    <a:lnTo>
                      <a:pt x="7" y="3"/>
                    </a:lnTo>
                    <a:lnTo>
                      <a:pt x="7" y="3"/>
                    </a:lnTo>
                    <a:lnTo>
                      <a:pt x="7" y="0"/>
                    </a:lnTo>
                    <a:lnTo>
                      <a:pt x="9" y="0"/>
                    </a:lnTo>
                    <a:lnTo>
                      <a:pt x="9" y="0"/>
                    </a:lnTo>
                    <a:lnTo>
                      <a:pt x="9" y="3"/>
                    </a:lnTo>
                    <a:lnTo>
                      <a:pt x="12" y="3"/>
                    </a:lnTo>
                    <a:lnTo>
                      <a:pt x="12" y="0"/>
                    </a:lnTo>
                    <a:lnTo>
                      <a:pt x="12" y="0"/>
                    </a:lnTo>
                    <a:lnTo>
                      <a:pt x="1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 name="Freeform 197"/>
              <p:cNvSpPr>
                <a:spLocks/>
              </p:cNvSpPr>
              <p:nvPr/>
            </p:nvSpPr>
            <p:spPr bwMode="auto">
              <a:xfrm>
                <a:off x="3534" y="2831"/>
                <a:ext cx="31" cy="22"/>
              </a:xfrm>
              <a:custGeom>
                <a:avLst/>
                <a:gdLst/>
                <a:ahLst/>
                <a:cxnLst>
                  <a:cxn ang="0">
                    <a:pos x="19" y="3"/>
                  </a:cxn>
                  <a:cxn ang="0">
                    <a:pos x="21" y="3"/>
                  </a:cxn>
                  <a:cxn ang="0">
                    <a:pos x="24" y="3"/>
                  </a:cxn>
                  <a:cxn ang="0">
                    <a:pos x="24" y="3"/>
                  </a:cxn>
                  <a:cxn ang="0">
                    <a:pos x="26" y="5"/>
                  </a:cxn>
                  <a:cxn ang="0">
                    <a:pos x="26" y="5"/>
                  </a:cxn>
                  <a:cxn ang="0">
                    <a:pos x="26" y="7"/>
                  </a:cxn>
                  <a:cxn ang="0">
                    <a:pos x="26" y="7"/>
                  </a:cxn>
                  <a:cxn ang="0">
                    <a:pos x="26" y="7"/>
                  </a:cxn>
                  <a:cxn ang="0">
                    <a:pos x="28" y="7"/>
                  </a:cxn>
                  <a:cxn ang="0">
                    <a:pos x="31" y="10"/>
                  </a:cxn>
                  <a:cxn ang="0">
                    <a:pos x="31" y="12"/>
                  </a:cxn>
                  <a:cxn ang="0">
                    <a:pos x="28" y="12"/>
                  </a:cxn>
                  <a:cxn ang="0">
                    <a:pos x="28" y="15"/>
                  </a:cxn>
                  <a:cxn ang="0">
                    <a:pos x="28" y="17"/>
                  </a:cxn>
                  <a:cxn ang="0">
                    <a:pos x="28" y="17"/>
                  </a:cxn>
                  <a:cxn ang="0">
                    <a:pos x="26" y="17"/>
                  </a:cxn>
                  <a:cxn ang="0">
                    <a:pos x="24" y="17"/>
                  </a:cxn>
                  <a:cxn ang="0">
                    <a:pos x="24" y="19"/>
                  </a:cxn>
                  <a:cxn ang="0">
                    <a:pos x="24" y="19"/>
                  </a:cxn>
                  <a:cxn ang="0">
                    <a:pos x="21" y="19"/>
                  </a:cxn>
                  <a:cxn ang="0">
                    <a:pos x="19" y="22"/>
                  </a:cxn>
                  <a:cxn ang="0">
                    <a:pos x="19" y="22"/>
                  </a:cxn>
                  <a:cxn ang="0">
                    <a:pos x="17" y="22"/>
                  </a:cxn>
                  <a:cxn ang="0">
                    <a:pos x="17" y="22"/>
                  </a:cxn>
                  <a:cxn ang="0">
                    <a:pos x="14" y="22"/>
                  </a:cxn>
                  <a:cxn ang="0">
                    <a:pos x="12" y="22"/>
                  </a:cxn>
                  <a:cxn ang="0">
                    <a:pos x="12" y="19"/>
                  </a:cxn>
                  <a:cxn ang="0">
                    <a:pos x="12" y="19"/>
                  </a:cxn>
                  <a:cxn ang="0">
                    <a:pos x="9" y="19"/>
                  </a:cxn>
                  <a:cxn ang="0">
                    <a:pos x="7" y="17"/>
                  </a:cxn>
                  <a:cxn ang="0">
                    <a:pos x="7" y="17"/>
                  </a:cxn>
                  <a:cxn ang="0">
                    <a:pos x="5" y="17"/>
                  </a:cxn>
                  <a:cxn ang="0">
                    <a:pos x="5" y="17"/>
                  </a:cxn>
                  <a:cxn ang="0">
                    <a:pos x="5" y="15"/>
                  </a:cxn>
                  <a:cxn ang="0">
                    <a:pos x="5" y="12"/>
                  </a:cxn>
                  <a:cxn ang="0">
                    <a:pos x="2" y="12"/>
                  </a:cxn>
                  <a:cxn ang="0">
                    <a:pos x="2" y="10"/>
                  </a:cxn>
                  <a:cxn ang="0">
                    <a:pos x="0" y="10"/>
                  </a:cxn>
                  <a:cxn ang="0">
                    <a:pos x="0" y="7"/>
                  </a:cxn>
                  <a:cxn ang="0">
                    <a:pos x="0" y="7"/>
                  </a:cxn>
                  <a:cxn ang="0">
                    <a:pos x="0" y="5"/>
                  </a:cxn>
                  <a:cxn ang="0">
                    <a:pos x="2" y="5"/>
                  </a:cxn>
                  <a:cxn ang="0">
                    <a:pos x="2" y="3"/>
                  </a:cxn>
                  <a:cxn ang="0">
                    <a:pos x="5" y="3"/>
                  </a:cxn>
                  <a:cxn ang="0">
                    <a:pos x="5" y="3"/>
                  </a:cxn>
                  <a:cxn ang="0">
                    <a:pos x="5" y="5"/>
                  </a:cxn>
                  <a:cxn ang="0">
                    <a:pos x="7" y="3"/>
                  </a:cxn>
                  <a:cxn ang="0">
                    <a:pos x="7" y="3"/>
                  </a:cxn>
                  <a:cxn ang="0">
                    <a:pos x="9" y="3"/>
                  </a:cxn>
                  <a:cxn ang="0">
                    <a:pos x="12" y="3"/>
                  </a:cxn>
                  <a:cxn ang="0">
                    <a:pos x="12" y="0"/>
                  </a:cxn>
                  <a:cxn ang="0">
                    <a:pos x="14" y="0"/>
                  </a:cxn>
                  <a:cxn ang="0">
                    <a:pos x="17" y="0"/>
                  </a:cxn>
                  <a:cxn ang="0">
                    <a:pos x="17" y="0"/>
                  </a:cxn>
                  <a:cxn ang="0">
                    <a:pos x="19" y="0"/>
                  </a:cxn>
                </a:cxnLst>
                <a:rect l="0" t="0" r="r" b="b"/>
                <a:pathLst>
                  <a:path w="31" h="22">
                    <a:moveTo>
                      <a:pt x="19" y="0"/>
                    </a:moveTo>
                    <a:lnTo>
                      <a:pt x="19" y="3"/>
                    </a:lnTo>
                    <a:lnTo>
                      <a:pt x="21" y="3"/>
                    </a:lnTo>
                    <a:lnTo>
                      <a:pt x="21" y="3"/>
                    </a:lnTo>
                    <a:lnTo>
                      <a:pt x="21" y="3"/>
                    </a:lnTo>
                    <a:lnTo>
                      <a:pt x="24" y="3"/>
                    </a:lnTo>
                    <a:lnTo>
                      <a:pt x="24" y="3"/>
                    </a:lnTo>
                    <a:lnTo>
                      <a:pt x="24" y="3"/>
                    </a:lnTo>
                    <a:lnTo>
                      <a:pt x="24" y="5"/>
                    </a:lnTo>
                    <a:lnTo>
                      <a:pt x="26" y="5"/>
                    </a:lnTo>
                    <a:lnTo>
                      <a:pt x="26" y="5"/>
                    </a:lnTo>
                    <a:lnTo>
                      <a:pt x="26" y="5"/>
                    </a:lnTo>
                    <a:lnTo>
                      <a:pt x="26" y="5"/>
                    </a:lnTo>
                    <a:lnTo>
                      <a:pt x="26" y="7"/>
                    </a:lnTo>
                    <a:lnTo>
                      <a:pt x="26" y="7"/>
                    </a:lnTo>
                    <a:lnTo>
                      <a:pt x="26" y="7"/>
                    </a:lnTo>
                    <a:lnTo>
                      <a:pt x="26" y="7"/>
                    </a:lnTo>
                    <a:lnTo>
                      <a:pt x="26" y="7"/>
                    </a:lnTo>
                    <a:lnTo>
                      <a:pt x="28" y="7"/>
                    </a:lnTo>
                    <a:lnTo>
                      <a:pt x="28" y="7"/>
                    </a:lnTo>
                    <a:lnTo>
                      <a:pt x="31" y="7"/>
                    </a:lnTo>
                    <a:lnTo>
                      <a:pt x="31" y="10"/>
                    </a:lnTo>
                    <a:lnTo>
                      <a:pt x="31" y="10"/>
                    </a:lnTo>
                    <a:lnTo>
                      <a:pt x="31" y="12"/>
                    </a:lnTo>
                    <a:lnTo>
                      <a:pt x="28" y="12"/>
                    </a:lnTo>
                    <a:lnTo>
                      <a:pt x="28" y="12"/>
                    </a:lnTo>
                    <a:lnTo>
                      <a:pt x="28" y="15"/>
                    </a:lnTo>
                    <a:lnTo>
                      <a:pt x="28" y="15"/>
                    </a:lnTo>
                    <a:lnTo>
                      <a:pt x="28" y="17"/>
                    </a:lnTo>
                    <a:lnTo>
                      <a:pt x="28" y="17"/>
                    </a:lnTo>
                    <a:lnTo>
                      <a:pt x="28" y="17"/>
                    </a:lnTo>
                    <a:lnTo>
                      <a:pt x="28" y="17"/>
                    </a:lnTo>
                    <a:lnTo>
                      <a:pt x="26" y="17"/>
                    </a:lnTo>
                    <a:lnTo>
                      <a:pt x="26" y="17"/>
                    </a:lnTo>
                    <a:lnTo>
                      <a:pt x="26" y="17"/>
                    </a:lnTo>
                    <a:lnTo>
                      <a:pt x="24" y="17"/>
                    </a:lnTo>
                    <a:lnTo>
                      <a:pt x="24" y="19"/>
                    </a:lnTo>
                    <a:lnTo>
                      <a:pt x="24" y="19"/>
                    </a:lnTo>
                    <a:lnTo>
                      <a:pt x="24" y="19"/>
                    </a:lnTo>
                    <a:lnTo>
                      <a:pt x="24" y="19"/>
                    </a:lnTo>
                    <a:lnTo>
                      <a:pt x="21" y="19"/>
                    </a:lnTo>
                    <a:lnTo>
                      <a:pt x="21" y="19"/>
                    </a:lnTo>
                    <a:lnTo>
                      <a:pt x="21" y="22"/>
                    </a:lnTo>
                    <a:lnTo>
                      <a:pt x="19" y="22"/>
                    </a:lnTo>
                    <a:lnTo>
                      <a:pt x="19" y="22"/>
                    </a:lnTo>
                    <a:lnTo>
                      <a:pt x="19" y="22"/>
                    </a:lnTo>
                    <a:lnTo>
                      <a:pt x="19" y="22"/>
                    </a:lnTo>
                    <a:lnTo>
                      <a:pt x="17" y="22"/>
                    </a:lnTo>
                    <a:lnTo>
                      <a:pt x="17" y="22"/>
                    </a:lnTo>
                    <a:lnTo>
                      <a:pt x="17" y="22"/>
                    </a:lnTo>
                    <a:lnTo>
                      <a:pt x="17" y="22"/>
                    </a:lnTo>
                    <a:lnTo>
                      <a:pt x="14" y="22"/>
                    </a:lnTo>
                    <a:lnTo>
                      <a:pt x="14" y="22"/>
                    </a:lnTo>
                    <a:lnTo>
                      <a:pt x="12" y="22"/>
                    </a:lnTo>
                    <a:lnTo>
                      <a:pt x="12" y="19"/>
                    </a:lnTo>
                    <a:lnTo>
                      <a:pt x="12" y="19"/>
                    </a:lnTo>
                    <a:lnTo>
                      <a:pt x="12" y="19"/>
                    </a:lnTo>
                    <a:lnTo>
                      <a:pt x="12" y="19"/>
                    </a:lnTo>
                    <a:lnTo>
                      <a:pt x="9" y="19"/>
                    </a:lnTo>
                    <a:lnTo>
                      <a:pt x="9" y="19"/>
                    </a:lnTo>
                    <a:lnTo>
                      <a:pt x="9" y="17"/>
                    </a:lnTo>
                    <a:lnTo>
                      <a:pt x="7" y="17"/>
                    </a:lnTo>
                    <a:lnTo>
                      <a:pt x="7" y="17"/>
                    </a:lnTo>
                    <a:lnTo>
                      <a:pt x="7" y="17"/>
                    </a:lnTo>
                    <a:lnTo>
                      <a:pt x="7" y="17"/>
                    </a:lnTo>
                    <a:lnTo>
                      <a:pt x="5" y="17"/>
                    </a:lnTo>
                    <a:lnTo>
                      <a:pt x="5" y="17"/>
                    </a:lnTo>
                    <a:lnTo>
                      <a:pt x="5" y="17"/>
                    </a:lnTo>
                    <a:lnTo>
                      <a:pt x="5" y="15"/>
                    </a:lnTo>
                    <a:lnTo>
                      <a:pt x="5" y="15"/>
                    </a:lnTo>
                    <a:lnTo>
                      <a:pt x="5" y="15"/>
                    </a:lnTo>
                    <a:lnTo>
                      <a:pt x="5" y="12"/>
                    </a:lnTo>
                    <a:lnTo>
                      <a:pt x="2" y="12"/>
                    </a:lnTo>
                    <a:lnTo>
                      <a:pt x="2" y="12"/>
                    </a:lnTo>
                    <a:lnTo>
                      <a:pt x="2" y="12"/>
                    </a:lnTo>
                    <a:lnTo>
                      <a:pt x="2" y="10"/>
                    </a:lnTo>
                    <a:lnTo>
                      <a:pt x="2" y="10"/>
                    </a:lnTo>
                    <a:lnTo>
                      <a:pt x="0" y="10"/>
                    </a:lnTo>
                    <a:lnTo>
                      <a:pt x="0" y="7"/>
                    </a:lnTo>
                    <a:lnTo>
                      <a:pt x="0" y="7"/>
                    </a:lnTo>
                    <a:lnTo>
                      <a:pt x="0" y="7"/>
                    </a:lnTo>
                    <a:lnTo>
                      <a:pt x="0" y="7"/>
                    </a:lnTo>
                    <a:lnTo>
                      <a:pt x="0" y="5"/>
                    </a:lnTo>
                    <a:lnTo>
                      <a:pt x="0" y="5"/>
                    </a:lnTo>
                    <a:lnTo>
                      <a:pt x="2" y="5"/>
                    </a:lnTo>
                    <a:lnTo>
                      <a:pt x="2" y="5"/>
                    </a:lnTo>
                    <a:lnTo>
                      <a:pt x="2" y="3"/>
                    </a:lnTo>
                    <a:lnTo>
                      <a:pt x="2" y="3"/>
                    </a:lnTo>
                    <a:lnTo>
                      <a:pt x="5" y="3"/>
                    </a:lnTo>
                    <a:lnTo>
                      <a:pt x="5" y="3"/>
                    </a:lnTo>
                    <a:lnTo>
                      <a:pt x="5" y="3"/>
                    </a:lnTo>
                    <a:lnTo>
                      <a:pt x="5" y="3"/>
                    </a:lnTo>
                    <a:lnTo>
                      <a:pt x="5" y="3"/>
                    </a:lnTo>
                    <a:lnTo>
                      <a:pt x="5" y="5"/>
                    </a:lnTo>
                    <a:lnTo>
                      <a:pt x="7" y="5"/>
                    </a:lnTo>
                    <a:lnTo>
                      <a:pt x="7" y="3"/>
                    </a:lnTo>
                    <a:lnTo>
                      <a:pt x="7" y="3"/>
                    </a:lnTo>
                    <a:lnTo>
                      <a:pt x="7" y="3"/>
                    </a:lnTo>
                    <a:lnTo>
                      <a:pt x="7" y="3"/>
                    </a:lnTo>
                    <a:lnTo>
                      <a:pt x="9" y="3"/>
                    </a:lnTo>
                    <a:lnTo>
                      <a:pt x="9" y="3"/>
                    </a:lnTo>
                    <a:lnTo>
                      <a:pt x="12" y="3"/>
                    </a:lnTo>
                    <a:lnTo>
                      <a:pt x="12" y="3"/>
                    </a:lnTo>
                    <a:lnTo>
                      <a:pt x="12" y="0"/>
                    </a:lnTo>
                    <a:lnTo>
                      <a:pt x="12" y="0"/>
                    </a:lnTo>
                    <a:lnTo>
                      <a:pt x="14" y="0"/>
                    </a:lnTo>
                    <a:lnTo>
                      <a:pt x="14" y="0"/>
                    </a:lnTo>
                    <a:lnTo>
                      <a:pt x="17" y="0"/>
                    </a:lnTo>
                    <a:lnTo>
                      <a:pt x="17" y="0"/>
                    </a:lnTo>
                    <a:lnTo>
                      <a:pt x="17" y="0"/>
                    </a:lnTo>
                    <a:lnTo>
                      <a:pt x="19" y="0"/>
                    </a:lnTo>
                    <a:lnTo>
                      <a:pt x="19" y="0"/>
                    </a:lnTo>
                    <a:lnTo>
                      <a:pt x="1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 name="Freeform 198"/>
              <p:cNvSpPr>
                <a:spLocks/>
              </p:cNvSpPr>
              <p:nvPr/>
            </p:nvSpPr>
            <p:spPr bwMode="auto">
              <a:xfrm>
                <a:off x="3534" y="2831"/>
                <a:ext cx="31" cy="22"/>
              </a:xfrm>
              <a:custGeom>
                <a:avLst/>
                <a:gdLst/>
                <a:ahLst/>
                <a:cxnLst>
                  <a:cxn ang="0">
                    <a:pos x="19" y="3"/>
                  </a:cxn>
                  <a:cxn ang="0">
                    <a:pos x="21" y="3"/>
                  </a:cxn>
                  <a:cxn ang="0">
                    <a:pos x="24" y="3"/>
                  </a:cxn>
                  <a:cxn ang="0">
                    <a:pos x="24" y="3"/>
                  </a:cxn>
                  <a:cxn ang="0">
                    <a:pos x="26" y="5"/>
                  </a:cxn>
                  <a:cxn ang="0">
                    <a:pos x="26" y="5"/>
                  </a:cxn>
                  <a:cxn ang="0">
                    <a:pos x="26" y="7"/>
                  </a:cxn>
                  <a:cxn ang="0">
                    <a:pos x="26" y="7"/>
                  </a:cxn>
                  <a:cxn ang="0">
                    <a:pos x="26" y="7"/>
                  </a:cxn>
                  <a:cxn ang="0">
                    <a:pos x="28" y="7"/>
                  </a:cxn>
                  <a:cxn ang="0">
                    <a:pos x="31" y="10"/>
                  </a:cxn>
                  <a:cxn ang="0">
                    <a:pos x="31" y="12"/>
                  </a:cxn>
                  <a:cxn ang="0">
                    <a:pos x="28" y="12"/>
                  </a:cxn>
                  <a:cxn ang="0">
                    <a:pos x="28" y="15"/>
                  </a:cxn>
                  <a:cxn ang="0">
                    <a:pos x="28" y="17"/>
                  </a:cxn>
                  <a:cxn ang="0">
                    <a:pos x="28" y="17"/>
                  </a:cxn>
                  <a:cxn ang="0">
                    <a:pos x="26" y="17"/>
                  </a:cxn>
                  <a:cxn ang="0">
                    <a:pos x="24" y="17"/>
                  </a:cxn>
                  <a:cxn ang="0">
                    <a:pos x="24" y="19"/>
                  </a:cxn>
                  <a:cxn ang="0">
                    <a:pos x="24" y="19"/>
                  </a:cxn>
                  <a:cxn ang="0">
                    <a:pos x="21" y="19"/>
                  </a:cxn>
                  <a:cxn ang="0">
                    <a:pos x="19" y="22"/>
                  </a:cxn>
                  <a:cxn ang="0">
                    <a:pos x="19" y="22"/>
                  </a:cxn>
                  <a:cxn ang="0">
                    <a:pos x="17" y="22"/>
                  </a:cxn>
                  <a:cxn ang="0">
                    <a:pos x="17" y="22"/>
                  </a:cxn>
                  <a:cxn ang="0">
                    <a:pos x="14" y="22"/>
                  </a:cxn>
                  <a:cxn ang="0">
                    <a:pos x="12" y="22"/>
                  </a:cxn>
                  <a:cxn ang="0">
                    <a:pos x="12" y="19"/>
                  </a:cxn>
                  <a:cxn ang="0">
                    <a:pos x="12" y="19"/>
                  </a:cxn>
                  <a:cxn ang="0">
                    <a:pos x="9" y="19"/>
                  </a:cxn>
                  <a:cxn ang="0">
                    <a:pos x="7" y="17"/>
                  </a:cxn>
                  <a:cxn ang="0">
                    <a:pos x="7" y="17"/>
                  </a:cxn>
                  <a:cxn ang="0">
                    <a:pos x="5" y="17"/>
                  </a:cxn>
                  <a:cxn ang="0">
                    <a:pos x="5" y="17"/>
                  </a:cxn>
                  <a:cxn ang="0">
                    <a:pos x="5" y="15"/>
                  </a:cxn>
                  <a:cxn ang="0">
                    <a:pos x="5" y="12"/>
                  </a:cxn>
                  <a:cxn ang="0">
                    <a:pos x="2" y="12"/>
                  </a:cxn>
                  <a:cxn ang="0">
                    <a:pos x="2" y="10"/>
                  </a:cxn>
                  <a:cxn ang="0">
                    <a:pos x="0" y="10"/>
                  </a:cxn>
                  <a:cxn ang="0">
                    <a:pos x="0" y="7"/>
                  </a:cxn>
                  <a:cxn ang="0">
                    <a:pos x="0" y="7"/>
                  </a:cxn>
                  <a:cxn ang="0">
                    <a:pos x="0" y="5"/>
                  </a:cxn>
                  <a:cxn ang="0">
                    <a:pos x="2" y="5"/>
                  </a:cxn>
                  <a:cxn ang="0">
                    <a:pos x="2" y="3"/>
                  </a:cxn>
                  <a:cxn ang="0">
                    <a:pos x="5" y="3"/>
                  </a:cxn>
                  <a:cxn ang="0">
                    <a:pos x="5" y="3"/>
                  </a:cxn>
                  <a:cxn ang="0">
                    <a:pos x="5" y="5"/>
                  </a:cxn>
                  <a:cxn ang="0">
                    <a:pos x="7" y="3"/>
                  </a:cxn>
                  <a:cxn ang="0">
                    <a:pos x="7" y="3"/>
                  </a:cxn>
                  <a:cxn ang="0">
                    <a:pos x="9" y="3"/>
                  </a:cxn>
                  <a:cxn ang="0">
                    <a:pos x="12" y="3"/>
                  </a:cxn>
                  <a:cxn ang="0">
                    <a:pos x="12" y="0"/>
                  </a:cxn>
                  <a:cxn ang="0">
                    <a:pos x="14" y="0"/>
                  </a:cxn>
                  <a:cxn ang="0">
                    <a:pos x="17" y="0"/>
                  </a:cxn>
                  <a:cxn ang="0">
                    <a:pos x="17" y="0"/>
                  </a:cxn>
                  <a:cxn ang="0">
                    <a:pos x="19" y="0"/>
                  </a:cxn>
                </a:cxnLst>
                <a:rect l="0" t="0" r="r" b="b"/>
                <a:pathLst>
                  <a:path w="31" h="22">
                    <a:moveTo>
                      <a:pt x="19" y="0"/>
                    </a:moveTo>
                    <a:lnTo>
                      <a:pt x="19" y="3"/>
                    </a:lnTo>
                    <a:lnTo>
                      <a:pt x="21" y="3"/>
                    </a:lnTo>
                    <a:lnTo>
                      <a:pt x="21" y="3"/>
                    </a:lnTo>
                    <a:lnTo>
                      <a:pt x="21" y="3"/>
                    </a:lnTo>
                    <a:lnTo>
                      <a:pt x="24" y="3"/>
                    </a:lnTo>
                    <a:lnTo>
                      <a:pt x="24" y="3"/>
                    </a:lnTo>
                    <a:lnTo>
                      <a:pt x="24" y="3"/>
                    </a:lnTo>
                    <a:lnTo>
                      <a:pt x="24" y="5"/>
                    </a:lnTo>
                    <a:lnTo>
                      <a:pt x="26" y="5"/>
                    </a:lnTo>
                    <a:lnTo>
                      <a:pt x="26" y="5"/>
                    </a:lnTo>
                    <a:lnTo>
                      <a:pt x="26" y="5"/>
                    </a:lnTo>
                    <a:lnTo>
                      <a:pt x="26" y="5"/>
                    </a:lnTo>
                    <a:lnTo>
                      <a:pt x="26" y="7"/>
                    </a:lnTo>
                    <a:lnTo>
                      <a:pt x="26" y="7"/>
                    </a:lnTo>
                    <a:lnTo>
                      <a:pt x="26" y="7"/>
                    </a:lnTo>
                    <a:lnTo>
                      <a:pt x="26" y="7"/>
                    </a:lnTo>
                    <a:lnTo>
                      <a:pt x="26" y="7"/>
                    </a:lnTo>
                    <a:lnTo>
                      <a:pt x="28" y="7"/>
                    </a:lnTo>
                    <a:lnTo>
                      <a:pt x="28" y="7"/>
                    </a:lnTo>
                    <a:lnTo>
                      <a:pt x="31" y="7"/>
                    </a:lnTo>
                    <a:lnTo>
                      <a:pt x="31" y="10"/>
                    </a:lnTo>
                    <a:lnTo>
                      <a:pt x="31" y="10"/>
                    </a:lnTo>
                    <a:lnTo>
                      <a:pt x="31" y="12"/>
                    </a:lnTo>
                    <a:lnTo>
                      <a:pt x="28" y="12"/>
                    </a:lnTo>
                    <a:lnTo>
                      <a:pt x="28" y="12"/>
                    </a:lnTo>
                    <a:lnTo>
                      <a:pt x="28" y="15"/>
                    </a:lnTo>
                    <a:lnTo>
                      <a:pt x="28" y="15"/>
                    </a:lnTo>
                    <a:lnTo>
                      <a:pt x="28" y="17"/>
                    </a:lnTo>
                    <a:lnTo>
                      <a:pt x="28" y="17"/>
                    </a:lnTo>
                    <a:lnTo>
                      <a:pt x="28" y="17"/>
                    </a:lnTo>
                    <a:lnTo>
                      <a:pt x="28" y="17"/>
                    </a:lnTo>
                    <a:lnTo>
                      <a:pt x="26" y="17"/>
                    </a:lnTo>
                    <a:lnTo>
                      <a:pt x="26" y="17"/>
                    </a:lnTo>
                    <a:lnTo>
                      <a:pt x="26" y="17"/>
                    </a:lnTo>
                    <a:lnTo>
                      <a:pt x="24" y="17"/>
                    </a:lnTo>
                    <a:lnTo>
                      <a:pt x="24" y="19"/>
                    </a:lnTo>
                    <a:lnTo>
                      <a:pt x="24" y="19"/>
                    </a:lnTo>
                    <a:lnTo>
                      <a:pt x="24" y="19"/>
                    </a:lnTo>
                    <a:lnTo>
                      <a:pt x="24" y="19"/>
                    </a:lnTo>
                    <a:lnTo>
                      <a:pt x="21" y="19"/>
                    </a:lnTo>
                    <a:lnTo>
                      <a:pt x="21" y="19"/>
                    </a:lnTo>
                    <a:lnTo>
                      <a:pt x="21" y="22"/>
                    </a:lnTo>
                    <a:lnTo>
                      <a:pt x="19" y="22"/>
                    </a:lnTo>
                    <a:lnTo>
                      <a:pt x="19" y="22"/>
                    </a:lnTo>
                    <a:lnTo>
                      <a:pt x="19" y="22"/>
                    </a:lnTo>
                    <a:lnTo>
                      <a:pt x="19" y="22"/>
                    </a:lnTo>
                    <a:lnTo>
                      <a:pt x="17" y="22"/>
                    </a:lnTo>
                    <a:lnTo>
                      <a:pt x="17" y="22"/>
                    </a:lnTo>
                    <a:lnTo>
                      <a:pt x="17" y="22"/>
                    </a:lnTo>
                    <a:lnTo>
                      <a:pt x="17" y="22"/>
                    </a:lnTo>
                    <a:lnTo>
                      <a:pt x="14" y="22"/>
                    </a:lnTo>
                    <a:lnTo>
                      <a:pt x="14" y="22"/>
                    </a:lnTo>
                    <a:lnTo>
                      <a:pt x="12" y="22"/>
                    </a:lnTo>
                    <a:lnTo>
                      <a:pt x="12" y="19"/>
                    </a:lnTo>
                    <a:lnTo>
                      <a:pt x="12" y="19"/>
                    </a:lnTo>
                    <a:lnTo>
                      <a:pt x="12" y="19"/>
                    </a:lnTo>
                    <a:lnTo>
                      <a:pt x="12" y="19"/>
                    </a:lnTo>
                    <a:lnTo>
                      <a:pt x="9" y="19"/>
                    </a:lnTo>
                    <a:lnTo>
                      <a:pt x="9" y="19"/>
                    </a:lnTo>
                    <a:lnTo>
                      <a:pt x="9" y="17"/>
                    </a:lnTo>
                    <a:lnTo>
                      <a:pt x="7" y="17"/>
                    </a:lnTo>
                    <a:lnTo>
                      <a:pt x="7" y="17"/>
                    </a:lnTo>
                    <a:lnTo>
                      <a:pt x="7" y="17"/>
                    </a:lnTo>
                    <a:lnTo>
                      <a:pt x="7" y="17"/>
                    </a:lnTo>
                    <a:lnTo>
                      <a:pt x="5" y="17"/>
                    </a:lnTo>
                    <a:lnTo>
                      <a:pt x="5" y="17"/>
                    </a:lnTo>
                    <a:lnTo>
                      <a:pt x="5" y="17"/>
                    </a:lnTo>
                    <a:lnTo>
                      <a:pt x="5" y="15"/>
                    </a:lnTo>
                    <a:lnTo>
                      <a:pt x="5" y="15"/>
                    </a:lnTo>
                    <a:lnTo>
                      <a:pt x="5" y="15"/>
                    </a:lnTo>
                    <a:lnTo>
                      <a:pt x="5" y="12"/>
                    </a:lnTo>
                    <a:lnTo>
                      <a:pt x="2" y="12"/>
                    </a:lnTo>
                    <a:lnTo>
                      <a:pt x="2" y="12"/>
                    </a:lnTo>
                    <a:lnTo>
                      <a:pt x="2" y="12"/>
                    </a:lnTo>
                    <a:lnTo>
                      <a:pt x="2" y="10"/>
                    </a:lnTo>
                    <a:lnTo>
                      <a:pt x="2" y="10"/>
                    </a:lnTo>
                    <a:lnTo>
                      <a:pt x="0" y="10"/>
                    </a:lnTo>
                    <a:lnTo>
                      <a:pt x="0" y="7"/>
                    </a:lnTo>
                    <a:lnTo>
                      <a:pt x="0" y="7"/>
                    </a:lnTo>
                    <a:lnTo>
                      <a:pt x="0" y="7"/>
                    </a:lnTo>
                    <a:lnTo>
                      <a:pt x="0" y="7"/>
                    </a:lnTo>
                    <a:lnTo>
                      <a:pt x="0" y="5"/>
                    </a:lnTo>
                    <a:lnTo>
                      <a:pt x="0" y="5"/>
                    </a:lnTo>
                    <a:lnTo>
                      <a:pt x="2" y="5"/>
                    </a:lnTo>
                    <a:lnTo>
                      <a:pt x="2" y="5"/>
                    </a:lnTo>
                    <a:lnTo>
                      <a:pt x="2" y="3"/>
                    </a:lnTo>
                    <a:lnTo>
                      <a:pt x="2" y="3"/>
                    </a:lnTo>
                    <a:lnTo>
                      <a:pt x="5" y="3"/>
                    </a:lnTo>
                    <a:lnTo>
                      <a:pt x="5" y="3"/>
                    </a:lnTo>
                    <a:lnTo>
                      <a:pt x="5" y="3"/>
                    </a:lnTo>
                    <a:lnTo>
                      <a:pt x="5" y="3"/>
                    </a:lnTo>
                    <a:lnTo>
                      <a:pt x="5" y="3"/>
                    </a:lnTo>
                    <a:lnTo>
                      <a:pt x="5" y="5"/>
                    </a:lnTo>
                    <a:lnTo>
                      <a:pt x="7" y="5"/>
                    </a:lnTo>
                    <a:lnTo>
                      <a:pt x="7" y="3"/>
                    </a:lnTo>
                    <a:lnTo>
                      <a:pt x="7" y="3"/>
                    </a:lnTo>
                    <a:lnTo>
                      <a:pt x="7" y="3"/>
                    </a:lnTo>
                    <a:lnTo>
                      <a:pt x="7" y="3"/>
                    </a:lnTo>
                    <a:lnTo>
                      <a:pt x="9" y="3"/>
                    </a:lnTo>
                    <a:lnTo>
                      <a:pt x="9" y="3"/>
                    </a:lnTo>
                    <a:lnTo>
                      <a:pt x="12" y="3"/>
                    </a:lnTo>
                    <a:lnTo>
                      <a:pt x="12" y="3"/>
                    </a:lnTo>
                    <a:lnTo>
                      <a:pt x="12" y="0"/>
                    </a:lnTo>
                    <a:lnTo>
                      <a:pt x="12" y="0"/>
                    </a:lnTo>
                    <a:lnTo>
                      <a:pt x="14" y="0"/>
                    </a:lnTo>
                    <a:lnTo>
                      <a:pt x="14" y="0"/>
                    </a:lnTo>
                    <a:lnTo>
                      <a:pt x="17" y="0"/>
                    </a:lnTo>
                    <a:lnTo>
                      <a:pt x="17" y="0"/>
                    </a:lnTo>
                    <a:lnTo>
                      <a:pt x="17" y="0"/>
                    </a:lnTo>
                    <a:lnTo>
                      <a:pt x="19" y="0"/>
                    </a:lnTo>
                    <a:lnTo>
                      <a:pt x="19" y="0"/>
                    </a:lnTo>
                    <a:lnTo>
                      <a:pt x="1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199"/>
              <p:cNvSpPr>
                <a:spLocks/>
              </p:cNvSpPr>
              <p:nvPr/>
            </p:nvSpPr>
            <p:spPr bwMode="auto">
              <a:xfrm>
                <a:off x="3709" y="2888"/>
                <a:ext cx="19" cy="43"/>
              </a:xfrm>
              <a:custGeom>
                <a:avLst/>
                <a:gdLst/>
                <a:ahLst/>
                <a:cxnLst>
                  <a:cxn ang="0">
                    <a:pos x="12" y="5"/>
                  </a:cxn>
                  <a:cxn ang="0">
                    <a:pos x="14" y="7"/>
                  </a:cxn>
                  <a:cxn ang="0">
                    <a:pos x="14" y="7"/>
                  </a:cxn>
                  <a:cxn ang="0">
                    <a:pos x="17" y="10"/>
                  </a:cxn>
                  <a:cxn ang="0">
                    <a:pos x="17" y="12"/>
                  </a:cxn>
                  <a:cxn ang="0">
                    <a:pos x="17" y="14"/>
                  </a:cxn>
                  <a:cxn ang="0">
                    <a:pos x="19" y="17"/>
                  </a:cxn>
                  <a:cxn ang="0">
                    <a:pos x="17" y="19"/>
                  </a:cxn>
                  <a:cxn ang="0">
                    <a:pos x="14" y="19"/>
                  </a:cxn>
                  <a:cxn ang="0">
                    <a:pos x="17" y="22"/>
                  </a:cxn>
                  <a:cxn ang="0">
                    <a:pos x="17" y="24"/>
                  </a:cxn>
                  <a:cxn ang="0">
                    <a:pos x="17" y="26"/>
                  </a:cxn>
                  <a:cxn ang="0">
                    <a:pos x="17" y="24"/>
                  </a:cxn>
                  <a:cxn ang="0">
                    <a:pos x="19" y="22"/>
                  </a:cxn>
                  <a:cxn ang="0">
                    <a:pos x="17" y="24"/>
                  </a:cxn>
                  <a:cxn ang="0">
                    <a:pos x="19" y="26"/>
                  </a:cxn>
                  <a:cxn ang="0">
                    <a:pos x="19" y="29"/>
                  </a:cxn>
                  <a:cxn ang="0">
                    <a:pos x="17" y="31"/>
                  </a:cxn>
                  <a:cxn ang="0">
                    <a:pos x="17" y="33"/>
                  </a:cxn>
                  <a:cxn ang="0">
                    <a:pos x="17" y="36"/>
                  </a:cxn>
                  <a:cxn ang="0">
                    <a:pos x="14" y="38"/>
                  </a:cxn>
                  <a:cxn ang="0">
                    <a:pos x="12" y="38"/>
                  </a:cxn>
                  <a:cxn ang="0">
                    <a:pos x="10" y="38"/>
                  </a:cxn>
                  <a:cxn ang="0">
                    <a:pos x="10" y="38"/>
                  </a:cxn>
                  <a:cxn ang="0">
                    <a:pos x="7" y="41"/>
                  </a:cxn>
                  <a:cxn ang="0">
                    <a:pos x="5" y="41"/>
                  </a:cxn>
                  <a:cxn ang="0">
                    <a:pos x="5" y="43"/>
                  </a:cxn>
                  <a:cxn ang="0">
                    <a:pos x="3" y="43"/>
                  </a:cxn>
                  <a:cxn ang="0">
                    <a:pos x="3" y="41"/>
                  </a:cxn>
                  <a:cxn ang="0">
                    <a:pos x="0" y="41"/>
                  </a:cxn>
                  <a:cxn ang="0">
                    <a:pos x="0" y="38"/>
                  </a:cxn>
                  <a:cxn ang="0">
                    <a:pos x="0" y="36"/>
                  </a:cxn>
                  <a:cxn ang="0">
                    <a:pos x="0" y="31"/>
                  </a:cxn>
                  <a:cxn ang="0">
                    <a:pos x="0" y="29"/>
                  </a:cxn>
                  <a:cxn ang="0">
                    <a:pos x="3" y="26"/>
                  </a:cxn>
                  <a:cxn ang="0">
                    <a:pos x="0" y="24"/>
                  </a:cxn>
                  <a:cxn ang="0">
                    <a:pos x="0" y="22"/>
                  </a:cxn>
                  <a:cxn ang="0">
                    <a:pos x="3" y="19"/>
                  </a:cxn>
                  <a:cxn ang="0">
                    <a:pos x="5" y="19"/>
                  </a:cxn>
                  <a:cxn ang="0">
                    <a:pos x="5" y="19"/>
                  </a:cxn>
                  <a:cxn ang="0">
                    <a:pos x="5" y="17"/>
                  </a:cxn>
                  <a:cxn ang="0">
                    <a:pos x="5" y="17"/>
                  </a:cxn>
                  <a:cxn ang="0">
                    <a:pos x="3" y="14"/>
                  </a:cxn>
                  <a:cxn ang="0">
                    <a:pos x="3" y="12"/>
                  </a:cxn>
                  <a:cxn ang="0">
                    <a:pos x="3" y="10"/>
                  </a:cxn>
                  <a:cxn ang="0">
                    <a:pos x="5" y="7"/>
                  </a:cxn>
                  <a:cxn ang="0">
                    <a:pos x="5" y="5"/>
                  </a:cxn>
                  <a:cxn ang="0">
                    <a:pos x="5" y="7"/>
                  </a:cxn>
                  <a:cxn ang="0">
                    <a:pos x="7" y="10"/>
                  </a:cxn>
                  <a:cxn ang="0">
                    <a:pos x="7" y="7"/>
                  </a:cxn>
                  <a:cxn ang="0">
                    <a:pos x="10" y="5"/>
                  </a:cxn>
                  <a:cxn ang="0">
                    <a:pos x="10" y="3"/>
                  </a:cxn>
                  <a:cxn ang="0">
                    <a:pos x="10" y="0"/>
                  </a:cxn>
                  <a:cxn ang="0">
                    <a:pos x="12" y="3"/>
                  </a:cxn>
                </a:cxnLst>
                <a:rect l="0" t="0" r="r" b="b"/>
                <a:pathLst>
                  <a:path w="19" h="43">
                    <a:moveTo>
                      <a:pt x="12" y="3"/>
                    </a:moveTo>
                    <a:lnTo>
                      <a:pt x="12" y="5"/>
                    </a:lnTo>
                    <a:lnTo>
                      <a:pt x="12" y="5"/>
                    </a:lnTo>
                    <a:lnTo>
                      <a:pt x="14" y="5"/>
                    </a:lnTo>
                    <a:lnTo>
                      <a:pt x="14" y="5"/>
                    </a:lnTo>
                    <a:lnTo>
                      <a:pt x="14" y="7"/>
                    </a:lnTo>
                    <a:lnTo>
                      <a:pt x="14" y="7"/>
                    </a:lnTo>
                    <a:lnTo>
                      <a:pt x="14" y="7"/>
                    </a:lnTo>
                    <a:lnTo>
                      <a:pt x="14" y="7"/>
                    </a:lnTo>
                    <a:lnTo>
                      <a:pt x="14" y="10"/>
                    </a:lnTo>
                    <a:lnTo>
                      <a:pt x="17" y="10"/>
                    </a:lnTo>
                    <a:lnTo>
                      <a:pt x="17" y="10"/>
                    </a:lnTo>
                    <a:lnTo>
                      <a:pt x="17" y="12"/>
                    </a:lnTo>
                    <a:lnTo>
                      <a:pt x="17" y="12"/>
                    </a:lnTo>
                    <a:lnTo>
                      <a:pt x="17" y="12"/>
                    </a:lnTo>
                    <a:lnTo>
                      <a:pt x="17" y="12"/>
                    </a:lnTo>
                    <a:lnTo>
                      <a:pt x="17" y="14"/>
                    </a:lnTo>
                    <a:lnTo>
                      <a:pt x="17" y="14"/>
                    </a:lnTo>
                    <a:lnTo>
                      <a:pt x="19" y="14"/>
                    </a:lnTo>
                    <a:lnTo>
                      <a:pt x="19" y="17"/>
                    </a:lnTo>
                    <a:lnTo>
                      <a:pt x="19" y="17"/>
                    </a:lnTo>
                    <a:lnTo>
                      <a:pt x="17" y="17"/>
                    </a:lnTo>
                    <a:lnTo>
                      <a:pt x="17" y="17"/>
                    </a:lnTo>
                    <a:lnTo>
                      <a:pt x="17" y="19"/>
                    </a:lnTo>
                    <a:lnTo>
                      <a:pt x="17" y="19"/>
                    </a:lnTo>
                    <a:lnTo>
                      <a:pt x="17" y="19"/>
                    </a:lnTo>
                    <a:lnTo>
                      <a:pt x="14" y="19"/>
                    </a:lnTo>
                    <a:lnTo>
                      <a:pt x="14" y="19"/>
                    </a:lnTo>
                    <a:lnTo>
                      <a:pt x="17" y="19"/>
                    </a:lnTo>
                    <a:lnTo>
                      <a:pt x="17" y="22"/>
                    </a:lnTo>
                    <a:lnTo>
                      <a:pt x="17" y="22"/>
                    </a:lnTo>
                    <a:lnTo>
                      <a:pt x="17" y="24"/>
                    </a:lnTo>
                    <a:lnTo>
                      <a:pt x="17" y="24"/>
                    </a:lnTo>
                    <a:lnTo>
                      <a:pt x="17" y="26"/>
                    </a:lnTo>
                    <a:lnTo>
                      <a:pt x="17" y="26"/>
                    </a:lnTo>
                    <a:lnTo>
                      <a:pt x="17" y="26"/>
                    </a:lnTo>
                    <a:lnTo>
                      <a:pt x="17" y="26"/>
                    </a:lnTo>
                    <a:lnTo>
                      <a:pt x="17" y="24"/>
                    </a:lnTo>
                    <a:lnTo>
                      <a:pt x="17" y="24"/>
                    </a:lnTo>
                    <a:lnTo>
                      <a:pt x="17" y="22"/>
                    </a:lnTo>
                    <a:lnTo>
                      <a:pt x="17" y="22"/>
                    </a:lnTo>
                    <a:lnTo>
                      <a:pt x="19" y="22"/>
                    </a:lnTo>
                    <a:lnTo>
                      <a:pt x="19" y="24"/>
                    </a:lnTo>
                    <a:lnTo>
                      <a:pt x="17" y="24"/>
                    </a:lnTo>
                    <a:lnTo>
                      <a:pt x="17" y="24"/>
                    </a:lnTo>
                    <a:lnTo>
                      <a:pt x="17" y="26"/>
                    </a:lnTo>
                    <a:lnTo>
                      <a:pt x="19" y="26"/>
                    </a:lnTo>
                    <a:lnTo>
                      <a:pt x="19" y="26"/>
                    </a:lnTo>
                    <a:lnTo>
                      <a:pt x="19" y="29"/>
                    </a:lnTo>
                    <a:lnTo>
                      <a:pt x="19" y="29"/>
                    </a:lnTo>
                    <a:lnTo>
                      <a:pt x="19" y="29"/>
                    </a:lnTo>
                    <a:lnTo>
                      <a:pt x="17" y="29"/>
                    </a:lnTo>
                    <a:lnTo>
                      <a:pt x="17" y="31"/>
                    </a:lnTo>
                    <a:lnTo>
                      <a:pt x="17" y="31"/>
                    </a:lnTo>
                    <a:lnTo>
                      <a:pt x="17" y="33"/>
                    </a:lnTo>
                    <a:lnTo>
                      <a:pt x="17" y="33"/>
                    </a:lnTo>
                    <a:lnTo>
                      <a:pt x="17" y="33"/>
                    </a:lnTo>
                    <a:lnTo>
                      <a:pt x="17" y="36"/>
                    </a:lnTo>
                    <a:lnTo>
                      <a:pt x="17" y="36"/>
                    </a:lnTo>
                    <a:lnTo>
                      <a:pt x="17" y="36"/>
                    </a:lnTo>
                    <a:lnTo>
                      <a:pt x="14" y="36"/>
                    </a:lnTo>
                    <a:lnTo>
                      <a:pt x="14" y="38"/>
                    </a:lnTo>
                    <a:lnTo>
                      <a:pt x="14" y="38"/>
                    </a:lnTo>
                    <a:lnTo>
                      <a:pt x="14" y="38"/>
                    </a:lnTo>
                    <a:lnTo>
                      <a:pt x="14" y="38"/>
                    </a:lnTo>
                    <a:lnTo>
                      <a:pt x="12" y="38"/>
                    </a:lnTo>
                    <a:lnTo>
                      <a:pt x="12" y="38"/>
                    </a:lnTo>
                    <a:lnTo>
                      <a:pt x="12" y="38"/>
                    </a:lnTo>
                    <a:lnTo>
                      <a:pt x="10" y="38"/>
                    </a:lnTo>
                    <a:lnTo>
                      <a:pt x="10" y="38"/>
                    </a:lnTo>
                    <a:lnTo>
                      <a:pt x="10" y="38"/>
                    </a:lnTo>
                    <a:lnTo>
                      <a:pt x="10" y="38"/>
                    </a:lnTo>
                    <a:lnTo>
                      <a:pt x="7" y="38"/>
                    </a:lnTo>
                    <a:lnTo>
                      <a:pt x="7" y="38"/>
                    </a:lnTo>
                    <a:lnTo>
                      <a:pt x="7" y="41"/>
                    </a:lnTo>
                    <a:lnTo>
                      <a:pt x="7" y="41"/>
                    </a:lnTo>
                    <a:lnTo>
                      <a:pt x="7" y="41"/>
                    </a:lnTo>
                    <a:lnTo>
                      <a:pt x="5" y="41"/>
                    </a:lnTo>
                    <a:lnTo>
                      <a:pt x="5" y="43"/>
                    </a:lnTo>
                    <a:lnTo>
                      <a:pt x="5" y="43"/>
                    </a:lnTo>
                    <a:lnTo>
                      <a:pt x="5" y="43"/>
                    </a:lnTo>
                    <a:lnTo>
                      <a:pt x="5" y="43"/>
                    </a:lnTo>
                    <a:lnTo>
                      <a:pt x="3" y="43"/>
                    </a:lnTo>
                    <a:lnTo>
                      <a:pt x="3" y="43"/>
                    </a:lnTo>
                    <a:lnTo>
                      <a:pt x="3" y="43"/>
                    </a:lnTo>
                    <a:lnTo>
                      <a:pt x="3" y="43"/>
                    </a:lnTo>
                    <a:lnTo>
                      <a:pt x="3" y="41"/>
                    </a:lnTo>
                    <a:lnTo>
                      <a:pt x="0" y="41"/>
                    </a:lnTo>
                    <a:lnTo>
                      <a:pt x="0" y="41"/>
                    </a:lnTo>
                    <a:lnTo>
                      <a:pt x="0" y="41"/>
                    </a:lnTo>
                    <a:lnTo>
                      <a:pt x="0" y="38"/>
                    </a:lnTo>
                    <a:lnTo>
                      <a:pt x="0" y="38"/>
                    </a:lnTo>
                    <a:lnTo>
                      <a:pt x="0" y="38"/>
                    </a:lnTo>
                    <a:lnTo>
                      <a:pt x="0" y="36"/>
                    </a:lnTo>
                    <a:lnTo>
                      <a:pt x="0" y="36"/>
                    </a:lnTo>
                    <a:lnTo>
                      <a:pt x="0" y="36"/>
                    </a:lnTo>
                    <a:lnTo>
                      <a:pt x="0" y="33"/>
                    </a:lnTo>
                    <a:lnTo>
                      <a:pt x="0" y="33"/>
                    </a:lnTo>
                    <a:lnTo>
                      <a:pt x="0" y="31"/>
                    </a:lnTo>
                    <a:lnTo>
                      <a:pt x="0" y="31"/>
                    </a:lnTo>
                    <a:lnTo>
                      <a:pt x="0" y="29"/>
                    </a:lnTo>
                    <a:lnTo>
                      <a:pt x="0" y="29"/>
                    </a:lnTo>
                    <a:lnTo>
                      <a:pt x="0" y="29"/>
                    </a:lnTo>
                    <a:lnTo>
                      <a:pt x="3" y="29"/>
                    </a:lnTo>
                    <a:lnTo>
                      <a:pt x="3" y="26"/>
                    </a:lnTo>
                    <a:lnTo>
                      <a:pt x="0" y="26"/>
                    </a:lnTo>
                    <a:lnTo>
                      <a:pt x="0" y="26"/>
                    </a:lnTo>
                    <a:lnTo>
                      <a:pt x="0" y="24"/>
                    </a:lnTo>
                    <a:lnTo>
                      <a:pt x="0" y="24"/>
                    </a:lnTo>
                    <a:lnTo>
                      <a:pt x="0" y="22"/>
                    </a:lnTo>
                    <a:lnTo>
                      <a:pt x="0" y="22"/>
                    </a:lnTo>
                    <a:lnTo>
                      <a:pt x="0" y="19"/>
                    </a:lnTo>
                    <a:lnTo>
                      <a:pt x="0" y="19"/>
                    </a:lnTo>
                    <a:lnTo>
                      <a:pt x="3" y="19"/>
                    </a:lnTo>
                    <a:lnTo>
                      <a:pt x="3" y="19"/>
                    </a:lnTo>
                    <a:lnTo>
                      <a:pt x="3" y="19"/>
                    </a:lnTo>
                    <a:lnTo>
                      <a:pt x="5" y="19"/>
                    </a:lnTo>
                    <a:lnTo>
                      <a:pt x="5" y="19"/>
                    </a:lnTo>
                    <a:lnTo>
                      <a:pt x="5" y="19"/>
                    </a:lnTo>
                    <a:lnTo>
                      <a:pt x="5" y="19"/>
                    </a:lnTo>
                    <a:lnTo>
                      <a:pt x="5" y="19"/>
                    </a:lnTo>
                    <a:lnTo>
                      <a:pt x="5" y="17"/>
                    </a:lnTo>
                    <a:lnTo>
                      <a:pt x="5" y="17"/>
                    </a:lnTo>
                    <a:lnTo>
                      <a:pt x="5" y="14"/>
                    </a:lnTo>
                    <a:lnTo>
                      <a:pt x="5" y="14"/>
                    </a:lnTo>
                    <a:lnTo>
                      <a:pt x="5" y="17"/>
                    </a:lnTo>
                    <a:lnTo>
                      <a:pt x="3" y="17"/>
                    </a:lnTo>
                    <a:lnTo>
                      <a:pt x="3" y="17"/>
                    </a:lnTo>
                    <a:lnTo>
                      <a:pt x="3" y="14"/>
                    </a:lnTo>
                    <a:lnTo>
                      <a:pt x="3" y="14"/>
                    </a:lnTo>
                    <a:lnTo>
                      <a:pt x="3" y="12"/>
                    </a:lnTo>
                    <a:lnTo>
                      <a:pt x="3" y="12"/>
                    </a:lnTo>
                    <a:lnTo>
                      <a:pt x="3" y="12"/>
                    </a:lnTo>
                    <a:lnTo>
                      <a:pt x="3" y="10"/>
                    </a:lnTo>
                    <a:lnTo>
                      <a:pt x="3" y="10"/>
                    </a:lnTo>
                    <a:lnTo>
                      <a:pt x="3" y="7"/>
                    </a:lnTo>
                    <a:lnTo>
                      <a:pt x="5" y="7"/>
                    </a:lnTo>
                    <a:lnTo>
                      <a:pt x="5" y="7"/>
                    </a:lnTo>
                    <a:lnTo>
                      <a:pt x="5" y="7"/>
                    </a:lnTo>
                    <a:lnTo>
                      <a:pt x="5" y="5"/>
                    </a:lnTo>
                    <a:lnTo>
                      <a:pt x="5" y="5"/>
                    </a:lnTo>
                    <a:lnTo>
                      <a:pt x="5" y="7"/>
                    </a:lnTo>
                    <a:lnTo>
                      <a:pt x="5" y="7"/>
                    </a:lnTo>
                    <a:lnTo>
                      <a:pt x="5" y="7"/>
                    </a:lnTo>
                    <a:lnTo>
                      <a:pt x="7" y="7"/>
                    </a:lnTo>
                    <a:lnTo>
                      <a:pt x="7" y="7"/>
                    </a:lnTo>
                    <a:lnTo>
                      <a:pt x="7" y="10"/>
                    </a:lnTo>
                    <a:lnTo>
                      <a:pt x="7" y="10"/>
                    </a:lnTo>
                    <a:lnTo>
                      <a:pt x="7" y="7"/>
                    </a:lnTo>
                    <a:lnTo>
                      <a:pt x="7" y="7"/>
                    </a:lnTo>
                    <a:lnTo>
                      <a:pt x="7" y="7"/>
                    </a:lnTo>
                    <a:lnTo>
                      <a:pt x="10" y="7"/>
                    </a:lnTo>
                    <a:lnTo>
                      <a:pt x="10" y="5"/>
                    </a:lnTo>
                    <a:lnTo>
                      <a:pt x="10" y="5"/>
                    </a:lnTo>
                    <a:lnTo>
                      <a:pt x="10" y="5"/>
                    </a:lnTo>
                    <a:lnTo>
                      <a:pt x="10" y="3"/>
                    </a:lnTo>
                    <a:lnTo>
                      <a:pt x="10" y="3"/>
                    </a:lnTo>
                    <a:lnTo>
                      <a:pt x="10" y="3"/>
                    </a:lnTo>
                    <a:lnTo>
                      <a:pt x="10" y="0"/>
                    </a:lnTo>
                    <a:lnTo>
                      <a:pt x="12" y="0"/>
                    </a:lnTo>
                    <a:lnTo>
                      <a:pt x="12" y="0"/>
                    </a:lnTo>
                    <a:lnTo>
                      <a:pt x="12" y="3"/>
                    </a:lnTo>
                    <a:lnTo>
                      <a:pt x="12"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 name="Freeform 200"/>
              <p:cNvSpPr>
                <a:spLocks/>
              </p:cNvSpPr>
              <p:nvPr/>
            </p:nvSpPr>
            <p:spPr bwMode="auto">
              <a:xfrm>
                <a:off x="3709" y="2888"/>
                <a:ext cx="19" cy="43"/>
              </a:xfrm>
              <a:custGeom>
                <a:avLst/>
                <a:gdLst/>
                <a:ahLst/>
                <a:cxnLst>
                  <a:cxn ang="0">
                    <a:pos x="12" y="5"/>
                  </a:cxn>
                  <a:cxn ang="0">
                    <a:pos x="14" y="7"/>
                  </a:cxn>
                  <a:cxn ang="0">
                    <a:pos x="14" y="7"/>
                  </a:cxn>
                  <a:cxn ang="0">
                    <a:pos x="17" y="10"/>
                  </a:cxn>
                  <a:cxn ang="0">
                    <a:pos x="17" y="12"/>
                  </a:cxn>
                  <a:cxn ang="0">
                    <a:pos x="17" y="14"/>
                  </a:cxn>
                  <a:cxn ang="0">
                    <a:pos x="19" y="17"/>
                  </a:cxn>
                  <a:cxn ang="0">
                    <a:pos x="17" y="19"/>
                  </a:cxn>
                  <a:cxn ang="0">
                    <a:pos x="14" y="19"/>
                  </a:cxn>
                  <a:cxn ang="0">
                    <a:pos x="17" y="22"/>
                  </a:cxn>
                  <a:cxn ang="0">
                    <a:pos x="17" y="24"/>
                  </a:cxn>
                  <a:cxn ang="0">
                    <a:pos x="17" y="26"/>
                  </a:cxn>
                  <a:cxn ang="0">
                    <a:pos x="17" y="24"/>
                  </a:cxn>
                  <a:cxn ang="0">
                    <a:pos x="19" y="22"/>
                  </a:cxn>
                  <a:cxn ang="0">
                    <a:pos x="17" y="24"/>
                  </a:cxn>
                  <a:cxn ang="0">
                    <a:pos x="19" y="26"/>
                  </a:cxn>
                  <a:cxn ang="0">
                    <a:pos x="19" y="29"/>
                  </a:cxn>
                  <a:cxn ang="0">
                    <a:pos x="17" y="31"/>
                  </a:cxn>
                  <a:cxn ang="0">
                    <a:pos x="17" y="33"/>
                  </a:cxn>
                  <a:cxn ang="0">
                    <a:pos x="17" y="36"/>
                  </a:cxn>
                  <a:cxn ang="0">
                    <a:pos x="14" y="38"/>
                  </a:cxn>
                  <a:cxn ang="0">
                    <a:pos x="12" y="38"/>
                  </a:cxn>
                  <a:cxn ang="0">
                    <a:pos x="10" y="38"/>
                  </a:cxn>
                  <a:cxn ang="0">
                    <a:pos x="10" y="38"/>
                  </a:cxn>
                  <a:cxn ang="0">
                    <a:pos x="7" y="41"/>
                  </a:cxn>
                  <a:cxn ang="0">
                    <a:pos x="5" y="41"/>
                  </a:cxn>
                  <a:cxn ang="0">
                    <a:pos x="5" y="43"/>
                  </a:cxn>
                  <a:cxn ang="0">
                    <a:pos x="3" y="43"/>
                  </a:cxn>
                  <a:cxn ang="0">
                    <a:pos x="3" y="41"/>
                  </a:cxn>
                  <a:cxn ang="0">
                    <a:pos x="0" y="41"/>
                  </a:cxn>
                  <a:cxn ang="0">
                    <a:pos x="0" y="38"/>
                  </a:cxn>
                  <a:cxn ang="0">
                    <a:pos x="0" y="36"/>
                  </a:cxn>
                  <a:cxn ang="0">
                    <a:pos x="0" y="31"/>
                  </a:cxn>
                  <a:cxn ang="0">
                    <a:pos x="0" y="29"/>
                  </a:cxn>
                  <a:cxn ang="0">
                    <a:pos x="3" y="26"/>
                  </a:cxn>
                  <a:cxn ang="0">
                    <a:pos x="0" y="24"/>
                  </a:cxn>
                  <a:cxn ang="0">
                    <a:pos x="0" y="22"/>
                  </a:cxn>
                  <a:cxn ang="0">
                    <a:pos x="3" y="19"/>
                  </a:cxn>
                  <a:cxn ang="0">
                    <a:pos x="5" y="19"/>
                  </a:cxn>
                  <a:cxn ang="0">
                    <a:pos x="5" y="19"/>
                  </a:cxn>
                  <a:cxn ang="0">
                    <a:pos x="5" y="17"/>
                  </a:cxn>
                  <a:cxn ang="0">
                    <a:pos x="5" y="17"/>
                  </a:cxn>
                  <a:cxn ang="0">
                    <a:pos x="3" y="14"/>
                  </a:cxn>
                  <a:cxn ang="0">
                    <a:pos x="3" y="12"/>
                  </a:cxn>
                  <a:cxn ang="0">
                    <a:pos x="3" y="10"/>
                  </a:cxn>
                  <a:cxn ang="0">
                    <a:pos x="5" y="7"/>
                  </a:cxn>
                  <a:cxn ang="0">
                    <a:pos x="5" y="5"/>
                  </a:cxn>
                  <a:cxn ang="0">
                    <a:pos x="5" y="7"/>
                  </a:cxn>
                  <a:cxn ang="0">
                    <a:pos x="7" y="10"/>
                  </a:cxn>
                  <a:cxn ang="0">
                    <a:pos x="7" y="7"/>
                  </a:cxn>
                  <a:cxn ang="0">
                    <a:pos x="10" y="5"/>
                  </a:cxn>
                  <a:cxn ang="0">
                    <a:pos x="10" y="3"/>
                  </a:cxn>
                  <a:cxn ang="0">
                    <a:pos x="10" y="0"/>
                  </a:cxn>
                  <a:cxn ang="0">
                    <a:pos x="12" y="3"/>
                  </a:cxn>
                </a:cxnLst>
                <a:rect l="0" t="0" r="r" b="b"/>
                <a:pathLst>
                  <a:path w="19" h="43">
                    <a:moveTo>
                      <a:pt x="12" y="3"/>
                    </a:moveTo>
                    <a:lnTo>
                      <a:pt x="12" y="5"/>
                    </a:lnTo>
                    <a:lnTo>
                      <a:pt x="12" y="5"/>
                    </a:lnTo>
                    <a:lnTo>
                      <a:pt x="14" y="5"/>
                    </a:lnTo>
                    <a:lnTo>
                      <a:pt x="14" y="5"/>
                    </a:lnTo>
                    <a:lnTo>
                      <a:pt x="14" y="7"/>
                    </a:lnTo>
                    <a:lnTo>
                      <a:pt x="14" y="7"/>
                    </a:lnTo>
                    <a:lnTo>
                      <a:pt x="14" y="7"/>
                    </a:lnTo>
                    <a:lnTo>
                      <a:pt x="14" y="7"/>
                    </a:lnTo>
                    <a:lnTo>
                      <a:pt x="14" y="10"/>
                    </a:lnTo>
                    <a:lnTo>
                      <a:pt x="17" y="10"/>
                    </a:lnTo>
                    <a:lnTo>
                      <a:pt x="17" y="10"/>
                    </a:lnTo>
                    <a:lnTo>
                      <a:pt x="17" y="12"/>
                    </a:lnTo>
                    <a:lnTo>
                      <a:pt x="17" y="12"/>
                    </a:lnTo>
                    <a:lnTo>
                      <a:pt x="17" y="12"/>
                    </a:lnTo>
                    <a:lnTo>
                      <a:pt x="17" y="12"/>
                    </a:lnTo>
                    <a:lnTo>
                      <a:pt x="17" y="14"/>
                    </a:lnTo>
                    <a:lnTo>
                      <a:pt x="17" y="14"/>
                    </a:lnTo>
                    <a:lnTo>
                      <a:pt x="19" y="14"/>
                    </a:lnTo>
                    <a:lnTo>
                      <a:pt x="19" y="17"/>
                    </a:lnTo>
                    <a:lnTo>
                      <a:pt x="19" y="17"/>
                    </a:lnTo>
                    <a:lnTo>
                      <a:pt x="17" y="17"/>
                    </a:lnTo>
                    <a:lnTo>
                      <a:pt x="17" y="17"/>
                    </a:lnTo>
                    <a:lnTo>
                      <a:pt x="17" y="19"/>
                    </a:lnTo>
                    <a:lnTo>
                      <a:pt x="17" y="19"/>
                    </a:lnTo>
                    <a:lnTo>
                      <a:pt x="17" y="19"/>
                    </a:lnTo>
                    <a:lnTo>
                      <a:pt x="14" y="19"/>
                    </a:lnTo>
                    <a:lnTo>
                      <a:pt x="14" y="19"/>
                    </a:lnTo>
                    <a:lnTo>
                      <a:pt x="17" y="19"/>
                    </a:lnTo>
                    <a:lnTo>
                      <a:pt x="17" y="22"/>
                    </a:lnTo>
                    <a:lnTo>
                      <a:pt x="17" y="22"/>
                    </a:lnTo>
                    <a:lnTo>
                      <a:pt x="17" y="24"/>
                    </a:lnTo>
                    <a:lnTo>
                      <a:pt x="17" y="24"/>
                    </a:lnTo>
                    <a:lnTo>
                      <a:pt x="17" y="26"/>
                    </a:lnTo>
                    <a:lnTo>
                      <a:pt x="17" y="26"/>
                    </a:lnTo>
                    <a:lnTo>
                      <a:pt x="17" y="26"/>
                    </a:lnTo>
                    <a:lnTo>
                      <a:pt x="17" y="26"/>
                    </a:lnTo>
                    <a:lnTo>
                      <a:pt x="17" y="24"/>
                    </a:lnTo>
                    <a:lnTo>
                      <a:pt x="17" y="24"/>
                    </a:lnTo>
                    <a:lnTo>
                      <a:pt x="17" y="22"/>
                    </a:lnTo>
                    <a:lnTo>
                      <a:pt x="17" y="22"/>
                    </a:lnTo>
                    <a:lnTo>
                      <a:pt x="19" y="22"/>
                    </a:lnTo>
                    <a:lnTo>
                      <a:pt x="19" y="24"/>
                    </a:lnTo>
                    <a:lnTo>
                      <a:pt x="17" y="24"/>
                    </a:lnTo>
                    <a:lnTo>
                      <a:pt x="17" y="24"/>
                    </a:lnTo>
                    <a:lnTo>
                      <a:pt x="17" y="26"/>
                    </a:lnTo>
                    <a:lnTo>
                      <a:pt x="19" y="26"/>
                    </a:lnTo>
                    <a:lnTo>
                      <a:pt x="19" y="26"/>
                    </a:lnTo>
                    <a:lnTo>
                      <a:pt x="19" y="29"/>
                    </a:lnTo>
                    <a:lnTo>
                      <a:pt x="19" y="29"/>
                    </a:lnTo>
                    <a:lnTo>
                      <a:pt x="19" y="29"/>
                    </a:lnTo>
                    <a:lnTo>
                      <a:pt x="17" y="29"/>
                    </a:lnTo>
                    <a:lnTo>
                      <a:pt x="17" y="31"/>
                    </a:lnTo>
                    <a:lnTo>
                      <a:pt x="17" y="31"/>
                    </a:lnTo>
                    <a:lnTo>
                      <a:pt x="17" y="33"/>
                    </a:lnTo>
                    <a:lnTo>
                      <a:pt x="17" y="33"/>
                    </a:lnTo>
                    <a:lnTo>
                      <a:pt x="17" y="33"/>
                    </a:lnTo>
                    <a:lnTo>
                      <a:pt x="17" y="36"/>
                    </a:lnTo>
                    <a:lnTo>
                      <a:pt x="17" y="36"/>
                    </a:lnTo>
                    <a:lnTo>
                      <a:pt x="17" y="36"/>
                    </a:lnTo>
                    <a:lnTo>
                      <a:pt x="14" y="36"/>
                    </a:lnTo>
                    <a:lnTo>
                      <a:pt x="14" y="38"/>
                    </a:lnTo>
                    <a:lnTo>
                      <a:pt x="14" y="38"/>
                    </a:lnTo>
                    <a:lnTo>
                      <a:pt x="14" y="38"/>
                    </a:lnTo>
                    <a:lnTo>
                      <a:pt x="14" y="38"/>
                    </a:lnTo>
                    <a:lnTo>
                      <a:pt x="12" y="38"/>
                    </a:lnTo>
                    <a:lnTo>
                      <a:pt x="12" y="38"/>
                    </a:lnTo>
                    <a:lnTo>
                      <a:pt x="12" y="38"/>
                    </a:lnTo>
                    <a:lnTo>
                      <a:pt x="10" y="38"/>
                    </a:lnTo>
                    <a:lnTo>
                      <a:pt x="10" y="38"/>
                    </a:lnTo>
                    <a:lnTo>
                      <a:pt x="10" y="38"/>
                    </a:lnTo>
                    <a:lnTo>
                      <a:pt x="10" y="38"/>
                    </a:lnTo>
                    <a:lnTo>
                      <a:pt x="7" y="38"/>
                    </a:lnTo>
                    <a:lnTo>
                      <a:pt x="7" y="38"/>
                    </a:lnTo>
                    <a:lnTo>
                      <a:pt x="7" y="41"/>
                    </a:lnTo>
                    <a:lnTo>
                      <a:pt x="7" y="41"/>
                    </a:lnTo>
                    <a:lnTo>
                      <a:pt x="7" y="41"/>
                    </a:lnTo>
                    <a:lnTo>
                      <a:pt x="5" y="41"/>
                    </a:lnTo>
                    <a:lnTo>
                      <a:pt x="5" y="43"/>
                    </a:lnTo>
                    <a:lnTo>
                      <a:pt x="5" y="43"/>
                    </a:lnTo>
                    <a:lnTo>
                      <a:pt x="5" y="43"/>
                    </a:lnTo>
                    <a:lnTo>
                      <a:pt x="5" y="43"/>
                    </a:lnTo>
                    <a:lnTo>
                      <a:pt x="3" y="43"/>
                    </a:lnTo>
                    <a:lnTo>
                      <a:pt x="3" y="43"/>
                    </a:lnTo>
                    <a:lnTo>
                      <a:pt x="3" y="43"/>
                    </a:lnTo>
                    <a:lnTo>
                      <a:pt x="3" y="43"/>
                    </a:lnTo>
                    <a:lnTo>
                      <a:pt x="3" y="41"/>
                    </a:lnTo>
                    <a:lnTo>
                      <a:pt x="0" y="41"/>
                    </a:lnTo>
                    <a:lnTo>
                      <a:pt x="0" y="41"/>
                    </a:lnTo>
                    <a:lnTo>
                      <a:pt x="0" y="41"/>
                    </a:lnTo>
                    <a:lnTo>
                      <a:pt x="0" y="38"/>
                    </a:lnTo>
                    <a:lnTo>
                      <a:pt x="0" y="38"/>
                    </a:lnTo>
                    <a:lnTo>
                      <a:pt x="0" y="38"/>
                    </a:lnTo>
                    <a:lnTo>
                      <a:pt x="0" y="36"/>
                    </a:lnTo>
                    <a:lnTo>
                      <a:pt x="0" y="36"/>
                    </a:lnTo>
                    <a:lnTo>
                      <a:pt x="0" y="36"/>
                    </a:lnTo>
                    <a:lnTo>
                      <a:pt x="0" y="33"/>
                    </a:lnTo>
                    <a:lnTo>
                      <a:pt x="0" y="33"/>
                    </a:lnTo>
                    <a:lnTo>
                      <a:pt x="0" y="31"/>
                    </a:lnTo>
                    <a:lnTo>
                      <a:pt x="0" y="31"/>
                    </a:lnTo>
                    <a:lnTo>
                      <a:pt x="0" y="29"/>
                    </a:lnTo>
                    <a:lnTo>
                      <a:pt x="0" y="29"/>
                    </a:lnTo>
                    <a:lnTo>
                      <a:pt x="0" y="29"/>
                    </a:lnTo>
                    <a:lnTo>
                      <a:pt x="3" y="29"/>
                    </a:lnTo>
                    <a:lnTo>
                      <a:pt x="3" y="26"/>
                    </a:lnTo>
                    <a:lnTo>
                      <a:pt x="0" y="26"/>
                    </a:lnTo>
                    <a:lnTo>
                      <a:pt x="0" y="26"/>
                    </a:lnTo>
                    <a:lnTo>
                      <a:pt x="0" y="24"/>
                    </a:lnTo>
                    <a:lnTo>
                      <a:pt x="0" y="24"/>
                    </a:lnTo>
                    <a:lnTo>
                      <a:pt x="0" y="22"/>
                    </a:lnTo>
                    <a:lnTo>
                      <a:pt x="0" y="22"/>
                    </a:lnTo>
                    <a:lnTo>
                      <a:pt x="0" y="19"/>
                    </a:lnTo>
                    <a:lnTo>
                      <a:pt x="0" y="19"/>
                    </a:lnTo>
                    <a:lnTo>
                      <a:pt x="3" y="19"/>
                    </a:lnTo>
                    <a:lnTo>
                      <a:pt x="3" y="19"/>
                    </a:lnTo>
                    <a:lnTo>
                      <a:pt x="3" y="19"/>
                    </a:lnTo>
                    <a:lnTo>
                      <a:pt x="5" y="19"/>
                    </a:lnTo>
                    <a:lnTo>
                      <a:pt x="5" y="19"/>
                    </a:lnTo>
                    <a:lnTo>
                      <a:pt x="5" y="19"/>
                    </a:lnTo>
                    <a:lnTo>
                      <a:pt x="5" y="19"/>
                    </a:lnTo>
                    <a:lnTo>
                      <a:pt x="5" y="19"/>
                    </a:lnTo>
                    <a:lnTo>
                      <a:pt x="5" y="17"/>
                    </a:lnTo>
                    <a:lnTo>
                      <a:pt x="5" y="17"/>
                    </a:lnTo>
                    <a:lnTo>
                      <a:pt x="5" y="14"/>
                    </a:lnTo>
                    <a:lnTo>
                      <a:pt x="5" y="14"/>
                    </a:lnTo>
                    <a:lnTo>
                      <a:pt x="5" y="17"/>
                    </a:lnTo>
                    <a:lnTo>
                      <a:pt x="3" y="17"/>
                    </a:lnTo>
                    <a:lnTo>
                      <a:pt x="3" y="17"/>
                    </a:lnTo>
                    <a:lnTo>
                      <a:pt x="3" y="14"/>
                    </a:lnTo>
                    <a:lnTo>
                      <a:pt x="3" y="14"/>
                    </a:lnTo>
                    <a:lnTo>
                      <a:pt x="3" y="12"/>
                    </a:lnTo>
                    <a:lnTo>
                      <a:pt x="3" y="12"/>
                    </a:lnTo>
                    <a:lnTo>
                      <a:pt x="3" y="12"/>
                    </a:lnTo>
                    <a:lnTo>
                      <a:pt x="3" y="10"/>
                    </a:lnTo>
                    <a:lnTo>
                      <a:pt x="3" y="10"/>
                    </a:lnTo>
                    <a:lnTo>
                      <a:pt x="3" y="7"/>
                    </a:lnTo>
                    <a:lnTo>
                      <a:pt x="5" y="7"/>
                    </a:lnTo>
                    <a:lnTo>
                      <a:pt x="5" y="7"/>
                    </a:lnTo>
                    <a:lnTo>
                      <a:pt x="5" y="7"/>
                    </a:lnTo>
                    <a:lnTo>
                      <a:pt x="5" y="5"/>
                    </a:lnTo>
                    <a:lnTo>
                      <a:pt x="5" y="5"/>
                    </a:lnTo>
                    <a:lnTo>
                      <a:pt x="5" y="7"/>
                    </a:lnTo>
                    <a:lnTo>
                      <a:pt x="5" y="7"/>
                    </a:lnTo>
                    <a:lnTo>
                      <a:pt x="5" y="7"/>
                    </a:lnTo>
                    <a:lnTo>
                      <a:pt x="7" y="7"/>
                    </a:lnTo>
                    <a:lnTo>
                      <a:pt x="7" y="7"/>
                    </a:lnTo>
                    <a:lnTo>
                      <a:pt x="7" y="10"/>
                    </a:lnTo>
                    <a:lnTo>
                      <a:pt x="7" y="10"/>
                    </a:lnTo>
                    <a:lnTo>
                      <a:pt x="7" y="7"/>
                    </a:lnTo>
                    <a:lnTo>
                      <a:pt x="7" y="7"/>
                    </a:lnTo>
                    <a:lnTo>
                      <a:pt x="7" y="7"/>
                    </a:lnTo>
                    <a:lnTo>
                      <a:pt x="10" y="7"/>
                    </a:lnTo>
                    <a:lnTo>
                      <a:pt x="10" y="5"/>
                    </a:lnTo>
                    <a:lnTo>
                      <a:pt x="10" y="5"/>
                    </a:lnTo>
                    <a:lnTo>
                      <a:pt x="10" y="5"/>
                    </a:lnTo>
                    <a:lnTo>
                      <a:pt x="10" y="3"/>
                    </a:lnTo>
                    <a:lnTo>
                      <a:pt x="10" y="3"/>
                    </a:lnTo>
                    <a:lnTo>
                      <a:pt x="10" y="3"/>
                    </a:lnTo>
                    <a:lnTo>
                      <a:pt x="10" y="0"/>
                    </a:lnTo>
                    <a:lnTo>
                      <a:pt x="12" y="0"/>
                    </a:lnTo>
                    <a:lnTo>
                      <a:pt x="12" y="0"/>
                    </a:lnTo>
                    <a:lnTo>
                      <a:pt x="12" y="3"/>
                    </a:lnTo>
                    <a:lnTo>
                      <a:pt x="12"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 name="Freeform 201"/>
              <p:cNvSpPr>
                <a:spLocks/>
              </p:cNvSpPr>
              <p:nvPr/>
            </p:nvSpPr>
            <p:spPr bwMode="auto">
              <a:xfrm>
                <a:off x="3385" y="2990"/>
                <a:ext cx="40" cy="26"/>
              </a:xfrm>
              <a:custGeom>
                <a:avLst/>
                <a:gdLst/>
                <a:ahLst/>
                <a:cxnLst>
                  <a:cxn ang="0">
                    <a:pos x="21" y="0"/>
                  </a:cxn>
                  <a:cxn ang="0">
                    <a:pos x="24" y="3"/>
                  </a:cxn>
                  <a:cxn ang="0">
                    <a:pos x="26" y="5"/>
                  </a:cxn>
                  <a:cxn ang="0">
                    <a:pos x="26" y="5"/>
                  </a:cxn>
                  <a:cxn ang="0">
                    <a:pos x="28" y="7"/>
                  </a:cxn>
                  <a:cxn ang="0">
                    <a:pos x="28" y="10"/>
                  </a:cxn>
                  <a:cxn ang="0">
                    <a:pos x="31" y="10"/>
                  </a:cxn>
                  <a:cxn ang="0">
                    <a:pos x="33" y="10"/>
                  </a:cxn>
                  <a:cxn ang="0">
                    <a:pos x="35" y="12"/>
                  </a:cxn>
                  <a:cxn ang="0">
                    <a:pos x="35" y="14"/>
                  </a:cxn>
                  <a:cxn ang="0">
                    <a:pos x="35" y="14"/>
                  </a:cxn>
                  <a:cxn ang="0">
                    <a:pos x="38" y="17"/>
                  </a:cxn>
                  <a:cxn ang="0">
                    <a:pos x="40" y="17"/>
                  </a:cxn>
                  <a:cxn ang="0">
                    <a:pos x="40" y="21"/>
                  </a:cxn>
                  <a:cxn ang="0">
                    <a:pos x="40" y="24"/>
                  </a:cxn>
                  <a:cxn ang="0">
                    <a:pos x="38" y="24"/>
                  </a:cxn>
                  <a:cxn ang="0">
                    <a:pos x="35" y="24"/>
                  </a:cxn>
                  <a:cxn ang="0">
                    <a:pos x="33" y="26"/>
                  </a:cxn>
                  <a:cxn ang="0">
                    <a:pos x="33" y="26"/>
                  </a:cxn>
                  <a:cxn ang="0">
                    <a:pos x="31" y="26"/>
                  </a:cxn>
                  <a:cxn ang="0">
                    <a:pos x="28" y="26"/>
                  </a:cxn>
                  <a:cxn ang="0">
                    <a:pos x="26" y="26"/>
                  </a:cxn>
                  <a:cxn ang="0">
                    <a:pos x="26" y="24"/>
                  </a:cxn>
                  <a:cxn ang="0">
                    <a:pos x="21" y="24"/>
                  </a:cxn>
                  <a:cxn ang="0">
                    <a:pos x="24" y="24"/>
                  </a:cxn>
                  <a:cxn ang="0">
                    <a:pos x="21" y="21"/>
                  </a:cxn>
                  <a:cxn ang="0">
                    <a:pos x="21" y="19"/>
                  </a:cxn>
                  <a:cxn ang="0">
                    <a:pos x="19" y="17"/>
                  </a:cxn>
                  <a:cxn ang="0">
                    <a:pos x="16" y="17"/>
                  </a:cxn>
                  <a:cxn ang="0">
                    <a:pos x="16" y="14"/>
                  </a:cxn>
                  <a:cxn ang="0">
                    <a:pos x="14" y="14"/>
                  </a:cxn>
                  <a:cxn ang="0">
                    <a:pos x="12" y="14"/>
                  </a:cxn>
                  <a:cxn ang="0">
                    <a:pos x="9" y="14"/>
                  </a:cxn>
                  <a:cxn ang="0">
                    <a:pos x="9" y="14"/>
                  </a:cxn>
                  <a:cxn ang="0">
                    <a:pos x="7" y="12"/>
                  </a:cxn>
                  <a:cxn ang="0">
                    <a:pos x="5" y="14"/>
                  </a:cxn>
                  <a:cxn ang="0">
                    <a:pos x="2" y="12"/>
                  </a:cxn>
                  <a:cxn ang="0">
                    <a:pos x="2" y="12"/>
                  </a:cxn>
                  <a:cxn ang="0">
                    <a:pos x="0" y="10"/>
                  </a:cxn>
                  <a:cxn ang="0">
                    <a:pos x="0" y="7"/>
                  </a:cxn>
                  <a:cxn ang="0">
                    <a:pos x="0" y="5"/>
                  </a:cxn>
                  <a:cxn ang="0">
                    <a:pos x="0" y="5"/>
                  </a:cxn>
                  <a:cxn ang="0">
                    <a:pos x="2" y="3"/>
                  </a:cxn>
                  <a:cxn ang="0">
                    <a:pos x="5" y="3"/>
                  </a:cxn>
                  <a:cxn ang="0">
                    <a:pos x="7" y="3"/>
                  </a:cxn>
                  <a:cxn ang="0">
                    <a:pos x="9" y="3"/>
                  </a:cxn>
                  <a:cxn ang="0">
                    <a:pos x="9" y="3"/>
                  </a:cxn>
                  <a:cxn ang="0">
                    <a:pos x="14" y="3"/>
                  </a:cxn>
                  <a:cxn ang="0">
                    <a:pos x="16" y="3"/>
                  </a:cxn>
                  <a:cxn ang="0">
                    <a:pos x="16" y="3"/>
                  </a:cxn>
                  <a:cxn ang="0">
                    <a:pos x="19" y="3"/>
                  </a:cxn>
                  <a:cxn ang="0">
                    <a:pos x="21" y="0"/>
                  </a:cxn>
                </a:cxnLst>
                <a:rect l="0" t="0" r="r" b="b"/>
                <a:pathLst>
                  <a:path w="40" h="26">
                    <a:moveTo>
                      <a:pt x="21" y="0"/>
                    </a:moveTo>
                    <a:lnTo>
                      <a:pt x="21" y="0"/>
                    </a:lnTo>
                    <a:lnTo>
                      <a:pt x="21" y="0"/>
                    </a:lnTo>
                    <a:lnTo>
                      <a:pt x="21" y="3"/>
                    </a:lnTo>
                    <a:lnTo>
                      <a:pt x="24" y="3"/>
                    </a:lnTo>
                    <a:lnTo>
                      <a:pt x="24" y="3"/>
                    </a:lnTo>
                    <a:lnTo>
                      <a:pt x="24" y="3"/>
                    </a:lnTo>
                    <a:lnTo>
                      <a:pt x="24" y="5"/>
                    </a:lnTo>
                    <a:lnTo>
                      <a:pt x="26" y="5"/>
                    </a:lnTo>
                    <a:lnTo>
                      <a:pt x="26" y="5"/>
                    </a:lnTo>
                    <a:lnTo>
                      <a:pt x="26" y="5"/>
                    </a:lnTo>
                    <a:lnTo>
                      <a:pt x="26" y="5"/>
                    </a:lnTo>
                    <a:lnTo>
                      <a:pt x="28" y="5"/>
                    </a:lnTo>
                    <a:lnTo>
                      <a:pt x="28" y="5"/>
                    </a:lnTo>
                    <a:lnTo>
                      <a:pt x="28" y="7"/>
                    </a:lnTo>
                    <a:lnTo>
                      <a:pt x="28" y="7"/>
                    </a:lnTo>
                    <a:lnTo>
                      <a:pt x="28" y="10"/>
                    </a:lnTo>
                    <a:lnTo>
                      <a:pt x="28" y="10"/>
                    </a:lnTo>
                    <a:lnTo>
                      <a:pt x="28" y="10"/>
                    </a:lnTo>
                    <a:lnTo>
                      <a:pt x="31" y="10"/>
                    </a:lnTo>
                    <a:lnTo>
                      <a:pt x="31" y="10"/>
                    </a:lnTo>
                    <a:lnTo>
                      <a:pt x="33" y="10"/>
                    </a:lnTo>
                    <a:lnTo>
                      <a:pt x="33" y="10"/>
                    </a:lnTo>
                    <a:lnTo>
                      <a:pt x="33" y="10"/>
                    </a:lnTo>
                    <a:lnTo>
                      <a:pt x="33" y="10"/>
                    </a:lnTo>
                    <a:lnTo>
                      <a:pt x="33" y="12"/>
                    </a:lnTo>
                    <a:lnTo>
                      <a:pt x="35" y="12"/>
                    </a:lnTo>
                    <a:lnTo>
                      <a:pt x="35" y="12"/>
                    </a:lnTo>
                    <a:lnTo>
                      <a:pt x="35" y="12"/>
                    </a:lnTo>
                    <a:lnTo>
                      <a:pt x="35" y="14"/>
                    </a:lnTo>
                    <a:lnTo>
                      <a:pt x="35" y="14"/>
                    </a:lnTo>
                    <a:lnTo>
                      <a:pt x="35" y="14"/>
                    </a:lnTo>
                    <a:lnTo>
                      <a:pt x="35" y="14"/>
                    </a:lnTo>
                    <a:lnTo>
                      <a:pt x="38" y="14"/>
                    </a:lnTo>
                    <a:lnTo>
                      <a:pt x="38" y="17"/>
                    </a:lnTo>
                    <a:lnTo>
                      <a:pt x="38" y="17"/>
                    </a:lnTo>
                    <a:lnTo>
                      <a:pt x="40" y="17"/>
                    </a:lnTo>
                    <a:lnTo>
                      <a:pt x="40" y="17"/>
                    </a:lnTo>
                    <a:lnTo>
                      <a:pt x="40" y="17"/>
                    </a:lnTo>
                    <a:lnTo>
                      <a:pt x="40" y="19"/>
                    </a:lnTo>
                    <a:lnTo>
                      <a:pt x="40" y="19"/>
                    </a:lnTo>
                    <a:lnTo>
                      <a:pt x="40" y="21"/>
                    </a:lnTo>
                    <a:lnTo>
                      <a:pt x="40" y="21"/>
                    </a:lnTo>
                    <a:lnTo>
                      <a:pt x="40" y="21"/>
                    </a:lnTo>
                    <a:lnTo>
                      <a:pt x="40" y="24"/>
                    </a:lnTo>
                    <a:lnTo>
                      <a:pt x="38" y="24"/>
                    </a:lnTo>
                    <a:lnTo>
                      <a:pt x="38" y="24"/>
                    </a:lnTo>
                    <a:lnTo>
                      <a:pt x="38" y="24"/>
                    </a:lnTo>
                    <a:lnTo>
                      <a:pt x="38" y="24"/>
                    </a:lnTo>
                    <a:lnTo>
                      <a:pt x="35" y="24"/>
                    </a:lnTo>
                    <a:lnTo>
                      <a:pt x="35" y="24"/>
                    </a:lnTo>
                    <a:lnTo>
                      <a:pt x="35" y="24"/>
                    </a:lnTo>
                    <a:lnTo>
                      <a:pt x="33" y="24"/>
                    </a:lnTo>
                    <a:lnTo>
                      <a:pt x="33" y="26"/>
                    </a:lnTo>
                    <a:lnTo>
                      <a:pt x="33" y="26"/>
                    </a:lnTo>
                    <a:lnTo>
                      <a:pt x="33" y="26"/>
                    </a:lnTo>
                    <a:lnTo>
                      <a:pt x="33" y="26"/>
                    </a:lnTo>
                    <a:lnTo>
                      <a:pt x="31" y="26"/>
                    </a:lnTo>
                    <a:lnTo>
                      <a:pt x="31" y="26"/>
                    </a:lnTo>
                    <a:lnTo>
                      <a:pt x="31" y="26"/>
                    </a:lnTo>
                    <a:lnTo>
                      <a:pt x="28" y="26"/>
                    </a:lnTo>
                    <a:lnTo>
                      <a:pt x="28" y="26"/>
                    </a:lnTo>
                    <a:lnTo>
                      <a:pt x="28" y="26"/>
                    </a:lnTo>
                    <a:lnTo>
                      <a:pt x="28" y="24"/>
                    </a:lnTo>
                    <a:lnTo>
                      <a:pt x="26" y="24"/>
                    </a:lnTo>
                    <a:lnTo>
                      <a:pt x="26" y="26"/>
                    </a:lnTo>
                    <a:lnTo>
                      <a:pt x="26" y="26"/>
                    </a:lnTo>
                    <a:lnTo>
                      <a:pt x="26" y="24"/>
                    </a:lnTo>
                    <a:lnTo>
                      <a:pt x="26" y="24"/>
                    </a:lnTo>
                    <a:lnTo>
                      <a:pt x="24" y="24"/>
                    </a:lnTo>
                    <a:lnTo>
                      <a:pt x="24" y="24"/>
                    </a:lnTo>
                    <a:lnTo>
                      <a:pt x="21" y="24"/>
                    </a:lnTo>
                    <a:lnTo>
                      <a:pt x="21" y="24"/>
                    </a:lnTo>
                    <a:lnTo>
                      <a:pt x="24" y="24"/>
                    </a:lnTo>
                    <a:lnTo>
                      <a:pt x="24" y="24"/>
                    </a:lnTo>
                    <a:lnTo>
                      <a:pt x="21" y="24"/>
                    </a:lnTo>
                    <a:lnTo>
                      <a:pt x="21" y="24"/>
                    </a:lnTo>
                    <a:lnTo>
                      <a:pt x="21" y="21"/>
                    </a:lnTo>
                    <a:lnTo>
                      <a:pt x="21" y="21"/>
                    </a:lnTo>
                    <a:lnTo>
                      <a:pt x="21" y="19"/>
                    </a:lnTo>
                    <a:lnTo>
                      <a:pt x="21" y="19"/>
                    </a:lnTo>
                    <a:lnTo>
                      <a:pt x="21" y="19"/>
                    </a:lnTo>
                    <a:lnTo>
                      <a:pt x="19" y="19"/>
                    </a:lnTo>
                    <a:lnTo>
                      <a:pt x="19" y="17"/>
                    </a:lnTo>
                    <a:lnTo>
                      <a:pt x="19" y="17"/>
                    </a:lnTo>
                    <a:lnTo>
                      <a:pt x="16" y="17"/>
                    </a:lnTo>
                    <a:lnTo>
                      <a:pt x="16" y="17"/>
                    </a:lnTo>
                    <a:lnTo>
                      <a:pt x="16" y="17"/>
                    </a:lnTo>
                    <a:lnTo>
                      <a:pt x="16" y="17"/>
                    </a:lnTo>
                    <a:lnTo>
                      <a:pt x="16" y="14"/>
                    </a:lnTo>
                    <a:lnTo>
                      <a:pt x="14" y="14"/>
                    </a:lnTo>
                    <a:lnTo>
                      <a:pt x="14" y="14"/>
                    </a:lnTo>
                    <a:lnTo>
                      <a:pt x="14" y="14"/>
                    </a:lnTo>
                    <a:lnTo>
                      <a:pt x="14" y="14"/>
                    </a:lnTo>
                    <a:lnTo>
                      <a:pt x="14" y="14"/>
                    </a:lnTo>
                    <a:lnTo>
                      <a:pt x="12" y="14"/>
                    </a:lnTo>
                    <a:lnTo>
                      <a:pt x="12" y="14"/>
                    </a:lnTo>
                    <a:lnTo>
                      <a:pt x="9" y="14"/>
                    </a:lnTo>
                    <a:lnTo>
                      <a:pt x="9" y="14"/>
                    </a:lnTo>
                    <a:lnTo>
                      <a:pt x="9" y="14"/>
                    </a:lnTo>
                    <a:lnTo>
                      <a:pt x="9" y="14"/>
                    </a:lnTo>
                    <a:lnTo>
                      <a:pt x="9" y="14"/>
                    </a:lnTo>
                    <a:lnTo>
                      <a:pt x="7" y="14"/>
                    </a:lnTo>
                    <a:lnTo>
                      <a:pt x="7" y="14"/>
                    </a:lnTo>
                    <a:lnTo>
                      <a:pt x="7" y="12"/>
                    </a:lnTo>
                    <a:lnTo>
                      <a:pt x="7" y="12"/>
                    </a:lnTo>
                    <a:lnTo>
                      <a:pt x="5" y="12"/>
                    </a:lnTo>
                    <a:lnTo>
                      <a:pt x="5" y="14"/>
                    </a:lnTo>
                    <a:lnTo>
                      <a:pt x="5" y="14"/>
                    </a:lnTo>
                    <a:lnTo>
                      <a:pt x="5" y="12"/>
                    </a:lnTo>
                    <a:lnTo>
                      <a:pt x="2" y="12"/>
                    </a:lnTo>
                    <a:lnTo>
                      <a:pt x="2" y="12"/>
                    </a:lnTo>
                    <a:lnTo>
                      <a:pt x="2" y="12"/>
                    </a:lnTo>
                    <a:lnTo>
                      <a:pt x="2" y="12"/>
                    </a:lnTo>
                    <a:lnTo>
                      <a:pt x="0" y="12"/>
                    </a:lnTo>
                    <a:lnTo>
                      <a:pt x="0" y="10"/>
                    </a:lnTo>
                    <a:lnTo>
                      <a:pt x="0" y="10"/>
                    </a:lnTo>
                    <a:lnTo>
                      <a:pt x="0" y="10"/>
                    </a:lnTo>
                    <a:lnTo>
                      <a:pt x="0" y="7"/>
                    </a:lnTo>
                    <a:lnTo>
                      <a:pt x="0" y="7"/>
                    </a:lnTo>
                    <a:lnTo>
                      <a:pt x="0" y="7"/>
                    </a:lnTo>
                    <a:lnTo>
                      <a:pt x="0" y="5"/>
                    </a:lnTo>
                    <a:lnTo>
                      <a:pt x="0" y="5"/>
                    </a:lnTo>
                    <a:lnTo>
                      <a:pt x="0" y="5"/>
                    </a:lnTo>
                    <a:lnTo>
                      <a:pt x="0" y="5"/>
                    </a:lnTo>
                    <a:lnTo>
                      <a:pt x="0" y="5"/>
                    </a:lnTo>
                    <a:lnTo>
                      <a:pt x="2" y="5"/>
                    </a:lnTo>
                    <a:lnTo>
                      <a:pt x="2" y="5"/>
                    </a:lnTo>
                    <a:lnTo>
                      <a:pt x="2" y="3"/>
                    </a:lnTo>
                    <a:lnTo>
                      <a:pt x="2" y="3"/>
                    </a:lnTo>
                    <a:lnTo>
                      <a:pt x="5" y="3"/>
                    </a:lnTo>
                    <a:lnTo>
                      <a:pt x="5" y="3"/>
                    </a:lnTo>
                    <a:lnTo>
                      <a:pt x="7" y="3"/>
                    </a:lnTo>
                    <a:lnTo>
                      <a:pt x="7" y="3"/>
                    </a:lnTo>
                    <a:lnTo>
                      <a:pt x="7" y="3"/>
                    </a:lnTo>
                    <a:lnTo>
                      <a:pt x="7" y="3"/>
                    </a:lnTo>
                    <a:lnTo>
                      <a:pt x="7" y="3"/>
                    </a:lnTo>
                    <a:lnTo>
                      <a:pt x="9" y="3"/>
                    </a:lnTo>
                    <a:lnTo>
                      <a:pt x="9" y="3"/>
                    </a:lnTo>
                    <a:lnTo>
                      <a:pt x="9" y="3"/>
                    </a:lnTo>
                    <a:lnTo>
                      <a:pt x="9" y="3"/>
                    </a:lnTo>
                    <a:lnTo>
                      <a:pt x="12" y="3"/>
                    </a:lnTo>
                    <a:lnTo>
                      <a:pt x="12" y="3"/>
                    </a:lnTo>
                    <a:lnTo>
                      <a:pt x="14" y="3"/>
                    </a:lnTo>
                    <a:lnTo>
                      <a:pt x="14" y="3"/>
                    </a:lnTo>
                    <a:lnTo>
                      <a:pt x="14" y="3"/>
                    </a:lnTo>
                    <a:lnTo>
                      <a:pt x="16" y="3"/>
                    </a:lnTo>
                    <a:lnTo>
                      <a:pt x="16" y="3"/>
                    </a:lnTo>
                    <a:lnTo>
                      <a:pt x="16" y="3"/>
                    </a:lnTo>
                    <a:lnTo>
                      <a:pt x="16" y="3"/>
                    </a:lnTo>
                    <a:lnTo>
                      <a:pt x="16" y="3"/>
                    </a:lnTo>
                    <a:lnTo>
                      <a:pt x="19" y="3"/>
                    </a:lnTo>
                    <a:lnTo>
                      <a:pt x="19" y="3"/>
                    </a:lnTo>
                    <a:lnTo>
                      <a:pt x="19" y="0"/>
                    </a:lnTo>
                    <a:lnTo>
                      <a:pt x="21" y="0"/>
                    </a:lnTo>
                    <a:lnTo>
                      <a:pt x="21" y="0"/>
                    </a:lnTo>
                    <a:lnTo>
                      <a:pt x="21"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 name="Freeform 202"/>
              <p:cNvSpPr>
                <a:spLocks/>
              </p:cNvSpPr>
              <p:nvPr/>
            </p:nvSpPr>
            <p:spPr bwMode="auto">
              <a:xfrm>
                <a:off x="3385" y="2990"/>
                <a:ext cx="40" cy="26"/>
              </a:xfrm>
              <a:custGeom>
                <a:avLst/>
                <a:gdLst/>
                <a:ahLst/>
                <a:cxnLst>
                  <a:cxn ang="0">
                    <a:pos x="21" y="0"/>
                  </a:cxn>
                  <a:cxn ang="0">
                    <a:pos x="24" y="3"/>
                  </a:cxn>
                  <a:cxn ang="0">
                    <a:pos x="26" y="5"/>
                  </a:cxn>
                  <a:cxn ang="0">
                    <a:pos x="26" y="5"/>
                  </a:cxn>
                  <a:cxn ang="0">
                    <a:pos x="28" y="7"/>
                  </a:cxn>
                  <a:cxn ang="0">
                    <a:pos x="28" y="10"/>
                  </a:cxn>
                  <a:cxn ang="0">
                    <a:pos x="31" y="10"/>
                  </a:cxn>
                  <a:cxn ang="0">
                    <a:pos x="33" y="10"/>
                  </a:cxn>
                  <a:cxn ang="0">
                    <a:pos x="35" y="12"/>
                  </a:cxn>
                  <a:cxn ang="0">
                    <a:pos x="35" y="14"/>
                  </a:cxn>
                  <a:cxn ang="0">
                    <a:pos x="35" y="14"/>
                  </a:cxn>
                  <a:cxn ang="0">
                    <a:pos x="38" y="17"/>
                  </a:cxn>
                  <a:cxn ang="0">
                    <a:pos x="40" y="17"/>
                  </a:cxn>
                  <a:cxn ang="0">
                    <a:pos x="40" y="21"/>
                  </a:cxn>
                  <a:cxn ang="0">
                    <a:pos x="40" y="24"/>
                  </a:cxn>
                  <a:cxn ang="0">
                    <a:pos x="38" y="24"/>
                  </a:cxn>
                  <a:cxn ang="0">
                    <a:pos x="35" y="24"/>
                  </a:cxn>
                  <a:cxn ang="0">
                    <a:pos x="33" y="26"/>
                  </a:cxn>
                  <a:cxn ang="0">
                    <a:pos x="33" y="26"/>
                  </a:cxn>
                  <a:cxn ang="0">
                    <a:pos x="31" y="26"/>
                  </a:cxn>
                  <a:cxn ang="0">
                    <a:pos x="28" y="26"/>
                  </a:cxn>
                  <a:cxn ang="0">
                    <a:pos x="26" y="26"/>
                  </a:cxn>
                  <a:cxn ang="0">
                    <a:pos x="26" y="24"/>
                  </a:cxn>
                  <a:cxn ang="0">
                    <a:pos x="21" y="24"/>
                  </a:cxn>
                  <a:cxn ang="0">
                    <a:pos x="24" y="24"/>
                  </a:cxn>
                  <a:cxn ang="0">
                    <a:pos x="21" y="21"/>
                  </a:cxn>
                  <a:cxn ang="0">
                    <a:pos x="21" y="19"/>
                  </a:cxn>
                  <a:cxn ang="0">
                    <a:pos x="19" y="17"/>
                  </a:cxn>
                  <a:cxn ang="0">
                    <a:pos x="16" y="17"/>
                  </a:cxn>
                  <a:cxn ang="0">
                    <a:pos x="16" y="14"/>
                  </a:cxn>
                  <a:cxn ang="0">
                    <a:pos x="14" y="14"/>
                  </a:cxn>
                  <a:cxn ang="0">
                    <a:pos x="12" y="14"/>
                  </a:cxn>
                  <a:cxn ang="0">
                    <a:pos x="9" y="14"/>
                  </a:cxn>
                  <a:cxn ang="0">
                    <a:pos x="9" y="14"/>
                  </a:cxn>
                  <a:cxn ang="0">
                    <a:pos x="7" y="12"/>
                  </a:cxn>
                  <a:cxn ang="0">
                    <a:pos x="5" y="14"/>
                  </a:cxn>
                  <a:cxn ang="0">
                    <a:pos x="2" y="12"/>
                  </a:cxn>
                  <a:cxn ang="0">
                    <a:pos x="2" y="12"/>
                  </a:cxn>
                  <a:cxn ang="0">
                    <a:pos x="0" y="10"/>
                  </a:cxn>
                  <a:cxn ang="0">
                    <a:pos x="0" y="7"/>
                  </a:cxn>
                  <a:cxn ang="0">
                    <a:pos x="0" y="5"/>
                  </a:cxn>
                  <a:cxn ang="0">
                    <a:pos x="0" y="5"/>
                  </a:cxn>
                  <a:cxn ang="0">
                    <a:pos x="2" y="3"/>
                  </a:cxn>
                  <a:cxn ang="0">
                    <a:pos x="5" y="3"/>
                  </a:cxn>
                  <a:cxn ang="0">
                    <a:pos x="7" y="3"/>
                  </a:cxn>
                  <a:cxn ang="0">
                    <a:pos x="9" y="3"/>
                  </a:cxn>
                  <a:cxn ang="0">
                    <a:pos x="9" y="3"/>
                  </a:cxn>
                  <a:cxn ang="0">
                    <a:pos x="14" y="3"/>
                  </a:cxn>
                  <a:cxn ang="0">
                    <a:pos x="16" y="3"/>
                  </a:cxn>
                  <a:cxn ang="0">
                    <a:pos x="16" y="3"/>
                  </a:cxn>
                  <a:cxn ang="0">
                    <a:pos x="19" y="3"/>
                  </a:cxn>
                  <a:cxn ang="0">
                    <a:pos x="21" y="0"/>
                  </a:cxn>
                </a:cxnLst>
                <a:rect l="0" t="0" r="r" b="b"/>
                <a:pathLst>
                  <a:path w="40" h="26">
                    <a:moveTo>
                      <a:pt x="21" y="0"/>
                    </a:moveTo>
                    <a:lnTo>
                      <a:pt x="21" y="0"/>
                    </a:lnTo>
                    <a:lnTo>
                      <a:pt x="21" y="0"/>
                    </a:lnTo>
                    <a:lnTo>
                      <a:pt x="21" y="3"/>
                    </a:lnTo>
                    <a:lnTo>
                      <a:pt x="24" y="3"/>
                    </a:lnTo>
                    <a:lnTo>
                      <a:pt x="24" y="3"/>
                    </a:lnTo>
                    <a:lnTo>
                      <a:pt x="24" y="3"/>
                    </a:lnTo>
                    <a:lnTo>
                      <a:pt x="24" y="5"/>
                    </a:lnTo>
                    <a:lnTo>
                      <a:pt x="26" y="5"/>
                    </a:lnTo>
                    <a:lnTo>
                      <a:pt x="26" y="5"/>
                    </a:lnTo>
                    <a:lnTo>
                      <a:pt x="26" y="5"/>
                    </a:lnTo>
                    <a:lnTo>
                      <a:pt x="26" y="5"/>
                    </a:lnTo>
                    <a:lnTo>
                      <a:pt x="28" y="5"/>
                    </a:lnTo>
                    <a:lnTo>
                      <a:pt x="28" y="5"/>
                    </a:lnTo>
                    <a:lnTo>
                      <a:pt x="28" y="7"/>
                    </a:lnTo>
                    <a:lnTo>
                      <a:pt x="28" y="7"/>
                    </a:lnTo>
                    <a:lnTo>
                      <a:pt x="28" y="10"/>
                    </a:lnTo>
                    <a:lnTo>
                      <a:pt x="28" y="10"/>
                    </a:lnTo>
                    <a:lnTo>
                      <a:pt x="28" y="10"/>
                    </a:lnTo>
                    <a:lnTo>
                      <a:pt x="31" y="10"/>
                    </a:lnTo>
                    <a:lnTo>
                      <a:pt x="31" y="10"/>
                    </a:lnTo>
                    <a:lnTo>
                      <a:pt x="33" y="10"/>
                    </a:lnTo>
                    <a:lnTo>
                      <a:pt x="33" y="10"/>
                    </a:lnTo>
                    <a:lnTo>
                      <a:pt x="33" y="10"/>
                    </a:lnTo>
                    <a:lnTo>
                      <a:pt x="33" y="10"/>
                    </a:lnTo>
                    <a:lnTo>
                      <a:pt x="33" y="12"/>
                    </a:lnTo>
                    <a:lnTo>
                      <a:pt x="35" y="12"/>
                    </a:lnTo>
                    <a:lnTo>
                      <a:pt x="35" y="12"/>
                    </a:lnTo>
                    <a:lnTo>
                      <a:pt x="35" y="12"/>
                    </a:lnTo>
                    <a:lnTo>
                      <a:pt x="35" y="14"/>
                    </a:lnTo>
                    <a:lnTo>
                      <a:pt x="35" y="14"/>
                    </a:lnTo>
                    <a:lnTo>
                      <a:pt x="35" y="14"/>
                    </a:lnTo>
                    <a:lnTo>
                      <a:pt x="35" y="14"/>
                    </a:lnTo>
                    <a:lnTo>
                      <a:pt x="38" y="14"/>
                    </a:lnTo>
                    <a:lnTo>
                      <a:pt x="38" y="17"/>
                    </a:lnTo>
                    <a:lnTo>
                      <a:pt x="38" y="17"/>
                    </a:lnTo>
                    <a:lnTo>
                      <a:pt x="40" y="17"/>
                    </a:lnTo>
                    <a:lnTo>
                      <a:pt x="40" y="17"/>
                    </a:lnTo>
                    <a:lnTo>
                      <a:pt x="40" y="17"/>
                    </a:lnTo>
                    <a:lnTo>
                      <a:pt x="40" y="19"/>
                    </a:lnTo>
                    <a:lnTo>
                      <a:pt x="40" y="19"/>
                    </a:lnTo>
                    <a:lnTo>
                      <a:pt x="40" y="21"/>
                    </a:lnTo>
                    <a:lnTo>
                      <a:pt x="40" y="21"/>
                    </a:lnTo>
                    <a:lnTo>
                      <a:pt x="40" y="21"/>
                    </a:lnTo>
                    <a:lnTo>
                      <a:pt x="40" y="24"/>
                    </a:lnTo>
                    <a:lnTo>
                      <a:pt x="38" y="24"/>
                    </a:lnTo>
                    <a:lnTo>
                      <a:pt x="38" y="24"/>
                    </a:lnTo>
                    <a:lnTo>
                      <a:pt x="38" y="24"/>
                    </a:lnTo>
                    <a:lnTo>
                      <a:pt x="38" y="24"/>
                    </a:lnTo>
                    <a:lnTo>
                      <a:pt x="35" y="24"/>
                    </a:lnTo>
                    <a:lnTo>
                      <a:pt x="35" y="24"/>
                    </a:lnTo>
                    <a:lnTo>
                      <a:pt x="35" y="24"/>
                    </a:lnTo>
                    <a:lnTo>
                      <a:pt x="33" y="24"/>
                    </a:lnTo>
                    <a:lnTo>
                      <a:pt x="33" y="26"/>
                    </a:lnTo>
                    <a:lnTo>
                      <a:pt x="33" y="26"/>
                    </a:lnTo>
                    <a:lnTo>
                      <a:pt x="33" y="26"/>
                    </a:lnTo>
                    <a:lnTo>
                      <a:pt x="33" y="26"/>
                    </a:lnTo>
                    <a:lnTo>
                      <a:pt x="31" y="26"/>
                    </a:lnTo>
                    <a:lnTo>
                      <a:pt x="31" y="26"/>
                    </a:lnTo>
                    <a:lnTo>
                      <a:pt x="31" y="26"/>
                    </a:lnTo>
                    <a:lnTo>
                      <a:pt x="28" y="26"/>
                    </a:lnTo>
                    <a:lnTo>
                      <a:pt x="28" y="26"/>
                    </a:lnTo>
                    <a:lnTo>
                      <a:pt x="28" y="26"/>
                    </a:lnTo>
                    <a:lnTo>
                      <a:pt x="28" y="24"/>
                    </a:lnTo>
                    <a:lnTo>
                      <a:pt x="26" y="24"/>
                    </a:lnTo>
                    <a:lnTo>
                      <a:pt x="26" y="26"/>
                    </a:lnTo>
                    <a:lnTo>
                      <a:pt x="26" y="26"/>
                    </a:lnTo>
                    <a:lnTo>
                      <a:pt x="26" y="24"/>
                    </a:lnTo>
                    <a:lnTo>
                      <a:pt x="26" y="24"/>
                    </a:lnTo>
                    <a:lnTo>
                      <a:pt x="24" y="24"/>
                    </a:lnTo>
                    <a:lnTo>
                      <a:pt x="24" y="24"/>
                    </a:lnTo>
                    <a:lnTo>
                      <a:pt x="21" y="24"/>
                    </a:lnTo>
                    <a:lnTo>
                      <a:pt x="21" y="24"/>
                    </a:lnTo>
                    <a:lnTo>
                      <a:pt x="24" y="24"/>
                    </a:lnTo>
                    <a:lnTo>
                      <a:pt x="24" y="24"/>
                    </a:lnTo>
                    <a:lnTo>
                      <a:pt x="21" y="24"/>
                    </a:lnTo>
                    <a:lnTo>
                      <a:pt x="21" y="24"/>
                    </a:lnTo>
                    <a:lnTo>
                      <a:pt x="21" y="21"/>
                    </a:lnTo>
                    <a:lnTo>
                      <a:pt x="21" y="21"/>
                    </a:lnTo>
                    <a:lnTo>
                      <a:pt x="21" y="19"/>
                    </a:lnTo>
                    <a:lnTo>
                      <a:pt x="21" y="19"/>
                    </a:lnTo>
                    <a:lnTo>
                      <a:pt x="21" y="19"/>
                    </a:lnTo>
                    <a:lnTo>
                      <a:pt x="19" y="19"/>
                    </a:lnTo>
                    <a:lnTo>
                      <a:pt x="19" y="17"/>
                    </a:lnTo>
                    <a:lnTo>
                      <a:pt x="19" y="17"/>
                    </a:lnTo>
                    <a:lnTo>
                      <a:pt x="16" y="17"/>
                    </a:lnTo>
                    <a:lnTo>
                      <a:pt x="16" y="17"/>
                    </a:lnTo>
                    <a:lnTo>
                      <a:pt x="16" y="17"/>
                    </a:lnTo>
                    <a:lnTo>
                      <a:pt x="16" y="17"/>
                    </a:lnTo>
                    <a:lnTo>
                      <a:pt x="16" y="14"/>
                    </a:lnTo>
                    <a:lnTo>
                      <a:pt x="14" y="14"/>
                    </a:lnTo>
                    <a:lnTo>
                      <a:pt x="14" y="14"/>
                    </a:lnTo>
                    <a:lnTo>
                      <a:pt x="14" y="14"/>
                    </a:lnTo>
                    <a:lnTo>
                      <a:pt x="14" y="14"/>
                    </a:lnTo>
                    <a:lnTo>
                      <a:pt x="14" y="14"/>
                    </a:lnTo>
                    <a:lnTo>
                      <a:pt x="12" y="14"/>
                    </a:lnTo>
                    <a:lnTo>
                      <a:pt x="12" y="14"/>
                    </a:lnTo>
                    <a:lnTo>
                      <a:pt x="9" y="14"/>
                    </a:lnTo>
                    <a:lnTo>
                      <a:pt x="9" y="14"/>
                    </a:lnTo>
                    <a:lnTo>
                      <a:pt x="9" y="14"/>
                    </a:lnTo>
                    <a:lnTo>
                      <a:pt x="9" y="14"/>
                    </a:lnTo>
                    <a:lnTo>
                      <a:pt x="9" y="14"/>
                    </a:lnTo>
                    <a:lnTo>
                      <a:pt x="7" y="14"/>
                    </a:lnTo>
                    <a:lnTo>
                      <a:pt x="7" y="14"/>
                    </a:lnTo>
                    <a:lnTo>
                      <a:pt x="7" y="12"/>
                    </a:lnTo>
                    <a:lnTo>
                      <a:pt x="7" y="12"/>
                    </a:lnTo>
                    <a:lnTo>
                      <a:pt x="5" y="12"/>
                    </a:lnTo>
                    <a:lnTo>
                      <a:pt x="5" y="14"/>
                    </a:lnTo>
                    <a:lnTo>
                      <a:pt x="5" y="14"/>
                    </a:lnTo>
                    <a:lnTo>
                      <a:pt x="5" y="12"/>
                    </a:lnTo>
                    <a:lnTo>
                      <a:pt x="2" y="12"/>
                    </a:lnTo>
                    <a:lnTo>
                      <a:pt x="2" y="12"/>
                    </a:lnTo>
                    <a:lnTo>
                      <a:pt x="2" y="12"/>
                    </a:lnTo>
                    <a:lnTo>
                      <a:pt x="2" y="12"/>
                    </a:lnTo>
                    <a:lnTo>
                      <a:pt x="0" y="12"/>
                    </a:lnTo>
                    <a:lnTo>
                      <a:pt x="0" y="10"/>
                    </a:lnTo>
                    <a:lnTo>
                      <a:pt x="0" y="10"/>
                    </a:lnTo>
                    <a:lnTo>
                      <a:pt x="0" y="10"/>
                    </a:lnTo>
                    <a:lnTo>
                      <a:pt x="0" y="7"/>
                    </a:lnTo>
                    <a:lnTo>
                      <a:pt x="0" y="7"/>
                    </a:lnTo>
                    <a:lnTo>
                      <a:pt x="0" y="7"/>
                    </a:lnTo>
                    <a:lnTo>
                      <a:pt x="0" y="5"/>
                    </a:lnTo>
                    <a:lnTo>
                      <a:pt x="0" y="5"/>
                    </a:lnTo>
                    <a:lnTo>
                      <a:pt x="0" y="5"/>
                    </a:lnTo>
                    <a:lnTo>
                      <a:pt x="0" y="5"/>
                    </a:lnTo>
                    <a:lnTo>
                      <a:pt x="0" y="5"/>
                    </a:lnTo>
                    <a:lnTo>
                      <a:pt x="2" y="5"/>
                    </a:lnTo>
                    <a:lnTo>
                      <a:pt x="2" y="5"/>
                    </a:lnTo>
                    <a:lnTo>
                      <a:pt x="2" y="3"/>
                    </a:lnTo>
                    <a:lnTo>
                      <a:pt x="2" y="3"/>
                    </a:lnTo>
                    <a:lnTo>
                      <a:pt x="5" y="3"/>
                    </a:lnTo>
                    <a:lnTo>
                      <a:pt x="5" y="3"/>
                    </a:lnTo>
                    <a:lnTo>
                      <a:pt x="7" y="3"/>
                    </a:lnTo>
                    <a:lnTo>
                      <a:pt x="7" y="3"/>
                    </a:lnTo>
                    <a:lnTo>
                      <a:pt x="7" y="3"/>
                    </a:lnTo>
                    <a:lnTo>
                      <a:pt x="7" y="3"/>
                    </a:lnTo>
                    <a:lnTo>
                      <a:pt x="7" y="3"/>
                    </a:lnTo>
                    <a:lnTo>
                      <a:pt x="9" y="3"/>
                    </a:lnTo>
                    <a:lnTo>
                      <a:pt x="9" y="3"/>
                    </a:lnTo>
                    <a:lnTo>
                      <a:pt x="9" y="3"/>
                    </a:lnTo>
                    <a:lnTo>
                      <a:pt x="9" y="3"/>
                    </a:lnTo>
                    <a:lnTo>
                      <a:pt x="12" y="3"/>
                    </a:lnTo>
                    <a:lnTo>
                      <a:pt x="12" y="3"/>
                    </a:lnTo>
                    <a:lnTo>
                      <a:pt x="14" y="3"/>
                    </a:lnTo>
                    <a:lnTo>
                      <a:pt x="14" y="3"/>
                    </a:lnTo>
                    <a:lnTo>
                      <a:pt x="14" y="3"/>
                    </a:lnTo>
                    <a:lnTo>
                      <a:pt x="16" y="3"/>
                    </a:lnTo>
                    <a:lnTo>
                      <a:pt x="16" y="3"/>
                    </a:lnTo>
                    <a:lnTo>
                      <a:pt x="16" y="3"/>
                    </a:lnTo>
                    <a:lnTo>
                      <a:pt x="16" y="3"/>
                    </a:lnTo>
                    <a:lnTo>
                      <a:pt x="16" y="3"/>
                    </a:lnTo>
                    <a:lnTo>
                      <a:pt x="19" y="3"/>
                    </a:lnTo>
                    <a:lnTo>
                      <a:pt x="19" y="3"/>
                    </a:lnTo>
                    <a:lnTo>
                      <a:pt x="19" y="0"/>
                    </a:lnTo>
                    <a:lnTo>
                      <a:pt x="21" y="0"/>
                    </a:lnTo>
                    <a:lnTo>
                      <a:pt x="21" y="0"/>
                    </a:lnTo>
                    <a:lnTo>
                      <a:pt x="21"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 name="Freeform 203"/>
              <p:cNvSpPr>
                <a:spLocks/>
              </p:cNvSpPr>
              <p:nvPr/>
            </p:nvSpPr>
            <p:spPr bwMode="auto">
              <a:xfrm>
                <a:off x="3087" y="2791"/>
                <a:ext cx="40" cy="43"/>
              </a:xfrm>
              <a:custGeom>
                <a:avLst/>
                <a:gdLst/>
                <a:ahLst/>
                <a:cxnLst>
                  <a:cxn ang="0">
                    <a:pos x="21" y="2"/>
                  </a:cxn>
                  <a:cxn ang="0">
                    <a:pos x="21" y="5"/>
                  </a:cxn>
                  <a:cxn ang="0">
                    <a:pos x="21" y="7"/>
                  </a:cxn>
                  <a:cxn ang="0">
                    <a:pos x="23" y="10"/>
                  </a:cxn>
                  <a:cxn ang="0">
                    <a:pos x="23" y="14"/>
                  </a:cxn>
                  <a:cxn ang="0">
                    <a:pos x="23" y="17"/>
                  </a:cxn>
                  <a:cxn ang="0">
                    <a:pos x="26" y="19"/>
                  </a:cxn>
                  <a:cxn ang="0">
                    <a:pos x="26" y="24"/>
                  </a:cxn>
                  <a:cxn ang="0">
                    <a:pos x="26" y="26"/>
                  </a:cxn>
                  <a:cxn ang="0">
                    <a:pos x="28" y="26"/>
                  </a:cxn>
                  <a:cxn ang="0">
                    <a:pos x="33" y="26"/>
                  </a:cxn>
                  <a:cxn ang="0">
                    <a:pos x="35" y="29"/>
                  </a:cxn>
                  <a:cxn ang="0">
                    <a:pos x="38" y="29"/>
                  </a:cxn>
                  <a:cxn ang="0">
                    <a:pos x="38" y="31"/>
                  </a:cxn>
                  <a:cxn ang="0">
                    <a:pos x="35" y="33"/>
                  </a:cxn>
                  <a:cxn ang="0">
                    <a:pos x="33" y="36"/>
                  </a:cxn>
                  <a:cxn ang="0">
                    <a:pos x="33" y="38"/>
                  </a:cxn>
                  <a:cxn ang="0">
                    <a:pos x="35" y="36"/>
                  </a:cxn>
                  <a:cxn ang="0">
                    <a:pos x="38" y="36"/>
                  </a:cxn>
                  <a:cxn ang="0">
                    <a:pos x="40" y="38"/>
                  </a:cxn>
                  <a:cxn ang="0">
                    <a:pos x="40" y="40"/>
                  </a:cxn>
                  <a:cxn ang="0">
                    <a:pos x="38" y="43"/>
                  </a:cxn>
                  <a:cxn ang="0">
                    <a:pos x="35" y="43"/>
                  </a:cxn>
                  <a:cxn ang="0">
                    <a:pos x="33" y="43"/>
                  </a:cxn>
                  <a:cxn ang="0">
                    <a:pos x="28" y="43"/>
                  </a:cxn>
                  <a:cxn ang="0">
                    <a:pos x="28" y="40"/>
                  </a:cxn>
                  <a:cxn ang="0">
                    <a:pos x="26" y="38"/>
                  </a:cxn>
                  <a:cxn ang="0">
                    <a:pos x="23" y="38"/>
                  </a:cxn>
                  <a:cxn ang="0">
                    <a:pos x="21" y="36"/>
                  </a:cxn>
                  <a:cxn ang="0">
                    <a:pos x="19" y="36"/>
                  </a:cxn>
                  <a:cxn ang="0">
                    <a:pos x="16" y="33"/>
                  </a:cxn>
                  <a:cxn ang="0">
                    <a:pos x="16" y="29"/>
                  </a:cxn>
                  <a:cxn ang="0">
                    <a:pos x="16" y="26"/>
                  </a:cxn>
                  <a:cxn ang="0">
                    <a:pos x="14" y="26"/>
                  </a:cxn>
                  <a:cxn ang="0">
                    <a:pos x="14" y="21"/>
                  </a:cxn>
                  <a:cxn ang="0">
                    <a:pos x="14" y="19"/>
                  </a:cxn>
                  <a:cxn ang="0">
                    <a:pos x="11" y="17"/>
                  </a:cxn>
                  <a:cxn ang="0">
                    <a:pos x="7" y="17"/>
                  </a:cxn>
                  <a:cxn ang="0">
                    <a:pos x="4" y="19"/>
                  </a:cxn>
                  <a:cxn ang="0">
                    <a:pos x="4" y="17"/>
                  </a:cxn>
                  <a:cxn ang="0">
                    <a:pos x="0" y="17"/>
                  </a:cxn>
                  <a:cxn ang="0">
                    <a:pos x="0" y="14"/>
                  </a:cxn>
                  <a:cxn ang="0">
                    <a:pos x="2" y="12"/>
                  </a:cxn>
                  <a:cxn ang="0">
                    <a:pos x="4" y="12"/>
                  </a:cxn>
                  <a:cxn ang="0">
                    <a:pos x="7" y="10"/>
                  </a:cxn>
                  <a:cxn ang="0">
                    <a:pos x="4" y="7"/>
                  </a:cxn>
                  <a:cxn ang="0">
                    <a:pos x="7" y="5"/>
                  </a:cxn>
                  <a:cxn ang="0">
                    <a:pos x="7" y="2"/>
                  </a:cxn>
                  <a:cxn ang="0">
                    <a:pos x="11" y="2"/>
                  </a:cxn>
                  <a:cxn ang="0">
                    <a:pos x="11" y="5"/>
                  </a:cxn>
                  <a:cxn ang="0">
                    <a:pos x="14" y="2"/>
                  </a:cxn>
                  <a:cxn ang="0">
                    <a:pos x="14" y="2"/>
                  </a:cxn>
                  <a:cxn ang="0">
                    <a:pos x="19" y="2"/>
                  </a:cxn>
                </a:cxnLst>
                <a:rect l="0" t="0" r="r" b="b"/>
                <a:pathLst>
                  <a:path w="40" h="43">
                    <a:moveTo>
                      <a:pt x="19" y="2"/>
                    </a:moveTo>
                    <a:lnTo>
                      <a:pt x="19" y="2"/>
                    </a:lnTo>
                    <a:lnTo>
                      <a:pt x="19" y="2"/>
                    </a:lnTo>
                    <a:lnTo>
                      <a:pt x="21" y="2"/>
                    </a:lnTo>
                    <a:lnTo>
                      <a:pt x="21" y="5"/>
                    </a:lnTo>
                    <a:lnTo>
                      <a:pt x="21" y="5"/>
                    </a:lnTo>
                    <a:lnTo>
                      <a:pt x="21" y="5"/>
                    </a:lnTo>
                    <a:lnTo>
                      <a:pt x="21" y="5"/>
                    </a:lnTo>
                    <a:lnTo>
                      <a:pt x="21" y="7"/>
                    </a:lnTo>
                    <a:lnTo>
                      <a:pt x="21" y="7"/>
                    </a:lnTo>
                    <a:lnTo>
                      <a:pt x="21" y="7"/>
                    </a:lnTo>
                    <a:lnTo>
                      <a:pt x="21" y="7"/>
                    </a:lnTo>
                    <a:lnTo>
                      <a:pt x="21" y="7"/>
                    </a:lnTo>
                    <a:lnTo>
                      <a:pt x="21" y="10"/>
                    </a:lnTo>
                    <a:lnTo>
                      <a:pt x="23" y="10"/>
                    </a:lnTo>
                    <a:lnTo>
                      <a:pt x="23" y="10"/>
                    </a:lnTo>
                    <a:lnTo>
                      <a:pt x="23" y="10"/>
                    </a:lnTo>
                    <a:lnTo>
                      <a:pt x="23" y="12"/>
                    </a:lnTo>
                    <a:lnTo>
                      <a:pt x="23" y="12"/>
                    </a:lnTo>
                    <a:lnTo>
                      <a:pt x="23" y="14"/>
                    </a:lnTo>
                    <a:lnTo>
                      <a:pt x="23" y="14"/>
                    </a:lnTo>
                    <a:lnTo>
                      <a:pt x="23" y="14"/>
                    </a:lnTo>
                    <a:lnTo>
                      <a:pt x="23" y="17"/>
                    </a:lnTo>
                    <a:lnTo>
                      <a:pt x="23" y="17"/>
                    </a:lnTo>
                    <a:lnTo>
                      <a:pt x="23" y="17"/>
                    </a:lnTo>
                    <a:lnTo>
                      <a:pt x="23" y="17"/>
                    </a:lnTo>
                    <a:lnTo>
                      <a:pt x="23" y="19"/>
                    </a:lnTo>
                    <a:lnTo>
                      <a:pt x="26" y="19"/>
                    </a:lnTo>
                    <a:lnTo>
                      <a:pt x="26" y="19"/>
                    </a:lnTo>
                    <a:lnTo>
                      <a:pt x="26" y="21"/>
                    </a:lnTo>
                    <a:lnTo>
                      <a:pt x="26" y="21"/>
                    </a:lnTo>
                    <a:lnTo>
                      <a:pt x="26" y="24"/>
                    </a:lnTo>
                    <a:lnTo>
                      <a:pt x="26" y="24"/>
                    </a:lnTo>
                    <a:lnTo>
                      <a:pt x="26" y="24"/>
                    </a:lnTo>
                    <a:lnTo>
                      <a:pt x="26" y="24"/>
                    </a:lnTo>
                    <a:lnTo>
                      <a:pt x="26" y="26"/>
                    </a:lnTo>
                    <a:lnTo>
                      <a:pt x="28" y="26"/>
                    </a:lnTo>
                    <a:lnTo>
                      <a:pt x="28" y="26"/>
                    </a:lnTo>
                    <a:lnTo>
                      <a:pt x="28" y="26"/>
                    </a:lnTo>
                    <a:lnTo>
                      <a:pt x="28" y="26"/>
                    </a:lnTo>
                    <a:lnTo>
                      <a:pt x="30" y="26"/>
                    </a:lnTo>
                    <a:lnTo>
                      <a:pt x="30" y="26"/>
                    </a:lnTo>
                    <a:lnTo>
                      <a:pt x="30" y="26"/>
                    </a:lnTo>
                    <a:lnTo>
                      <a:pt x="33" y="26"/>
                    </a:lnTo>
                    <a:lnTo>
                      <a:pt x="33" y="26"/>
                    </a:lnTo>
                    <a:lnTo>
                      <a:pt x="33" y="26"/>
                    </a:lnTo>
                    <a:lnTo>
                      <a:pt x="33" y="29"/>
                    </a:lnTo>
                    <a:lnTo>
                      <a:pt x="35" y="29"/>
                    </a:lnTo>
                    <a:lnTo>
                      <a:pt x="35" y="29"/>
                    </a:lnTo>
                    <a:lnTo>
                      <a:pt x="38" y="29"/>
                    </a:lnTo>
                    <a:lnTo>
                      <a:pt x="38" y="29"/>
                    </a:lnTo>
                    <a:lnTo>
                      <a:pt x="38" y="29"/>
                    </a:lnTo>
                    <a:lnTo>
                      <a:pt x="38" y="29"/>
                    </a:lnTo>
                    <a:lnTo>
                      <a:pt x="38" y="31"/>
                    </a:lnTo>
                    <a:lnTo>
                      <a:pt x="38" y="31"/>
                    </a:lnTo>
                    <a:lnTo>
                      <a:pt x="38" y="31"/>
                    </a:lnTo>
                    <a:lnTo>
                      <a:pt x="35" y="31"/>
                    </a:lnTo>
                    <a:lnTo>
                      <a:pt x="35" y="31"/>
                    </a:lnTo>
                    <a:lnTo>
                      <a:pt x="35" y="31"/>
                    </a:lnTo>
                    <a:lnTo>
                      <a:pt x="35" y="33"/>
                    </a:lnTo>
                    <a:lnTo>
                      <a:pt x="35" y="33"/>
                    </a:lnTo>
                    <a:lnTo>
                      <a:pt x="33" y="33"/>
                    </a:lnTo>
                    <a:lnTo>
                      <a:pt x="33" y="36"/>
                    </a:lnTo>
                    <a:lnTo>
                      <a:pt x="33" y="36"/>
                    </a:lnTo>
                    <a:lnTo>
                      <a:pt x="33" y="36"/>
                    </a:lnTo>
                    <a:lnTo>
                      <a:pt x="33" y="36"/>
                    </a:lnTo>
                    <a:lnTo>
                      <a:pt x="33" y="38"/>
                    </a:lnTo>
                    <a:lnTo>
                      <a:pt x="33" y="38"/>
                    </a:lnTo>
                    <a:lnTo>
                      <a:pt x="33" y="38"/>
                    </a:lnTo>
                    <a:lnTo>
                      <a:pt x="35" y="38"/>
                    </a:lnTo>
                    <a:lnTo>
                      <a:pt x="35" y="38"/>
                    </a:lnTo>
                    <a:lnTo>
                      <a:pt x="35" y="36"/>
                    </a:lnTo>
                    <a:lnTo>
                      <a:pt x="35" y="36"/>
                    </a:lnTo>
                    <a:lnTo>
                      <a:pt x="35" y="36"/>
                    </a:lnTo>
                    <a:lnTo>
                      <a:pt x="38" y="36"/>
                    </a:lnTo>
                    <a:lnTo>
                      <a:pt x="38" y="36"/>
                    </a:lnTo>
                    <a:lnTo>
                      <a:pt x="38" y="36"/>
                    </a:lnTo>
                    <a:lnTo>
                      <a:pt x="38" y="36"/>
                    </a:lnTo>
                    <a:lnTo>
                      <a:pt x="38" y="38"/>
                    </a:lnTo>
                    <a:lnTo>
                      <a:pt x="40" y="38"/>
                    </a:lnTo>
                    <a:lnTo>
                      <a:pt x="40" y="38"/>
                    </a:lnTo>
                    <a:lnTo>
                      <a:pt x="40" y="38"/>
                    </a:lnTo>
                    <a:lnTo>
                      <a:pt x="40" y="40"/>
                    </a:lnTo>
                    <a:lnTo>
                      <a:pt x="40" y="40"/>
                    </a:lnTo>
                    <a:lnTo>
                      <a:pt x="40" y="40"/>
                    </a:lnTo>
                    <a:lnTo>
                      <a:pt x="38" y="40"/>
                    </a:lnTo>
                    <a:lnTo>
                      <a:pt x="38" y="43"/>
                    </a:lnTo>
                    <a:lnTo>
                      <a:pt x="38" y="43"/>
                    </a:lnTo>
                    <a:lnTo>
                      <a:pt x="38" y="40"/>
                    </a:lnTo>
                    <a:lnTo>
                      <a:pt x="38" y="40"/>
                    </a:lnTo>
                    <a:lnTo>
                      <a:pt x="35" y="40"/>
                    </a:lnTo>
                    <a:lnTo>
                      <a:pt x="35" y="43"/>
                    </a:lnTo>
                    <a:lnTo>
                      <a:pt x="35" y="43"/>
                    </a:lnTo>
                    <a:lnTo>
                      <a:pt x="35" y="43"/>
                    </a:lnTo>
                    <a:lnTo>
                      <a:pt x="33" y="43"/>
                    </a:lnTo>
                    <a:lnTo>
                      <a:pt x="33" y="43"/>
                    </a:lnTo>
                    <a:lnTo>
                      <a:pt x="33" y="43"/>
                    </a:lnTo>
                    <a:lnTo>
                      <a:pt x="30" y="43"/>
                    </a:lnTo>
                    <a:lnTo>
                      <a:pt x="30" y="43"/>
                    </a:lnTo>
                    <a:lnTo>
                      <a:pt x="28" y="43"/>
                    </a:lnTo>
                    <a:lnTo>
                      <a:pt x="28" y="43"/>
                    </a:lnTo>
                    <a:lnTo>
                      <a:pt x="28" y="40"/>
                    </a:lnTo>
                    <a:lnTo>
                      <a:pt x="28" y="40"/>
                    </a:lnTo>
                    <a:lnTo>
                      <a:pt x="28" y="40"/>
                    </a:lnTo>
                    <a:lnTo>
                      <a:pt x="28" y="40"/>
                    </a:lnTo>
                    <a:lnTo>
                      <a:pt x="26" y="40"/>
                    </a:lnTo>
                    <a:lnTo>
                      <a:pt x="26" y="40"/>
                    </a:lnTo>
                    <a:lnTo>
                      <a:pt x="26" y="38"/>
                    </a:lnTo>
                    <a:lnTo>
                      <a:pt x="26" y="38"/>
                    </a:lnTo>
                    <a:lnTo>
                      <a:pt x="26" y="38"/>
                    </a:lnTo>
                    <a:lnTo>
                      <a:pt x="23" y="38"/>
                    </a:lnTo>
                    <a:lnTo>
                      <a:pt x="23" y="38"/>
                    </a:lnTo>
                    <a:lnTo>
                      <a:pt x="21" y="38"/>
                    </a:lnTo>
                    <a:lnTo>
                      <a:pt x="21" y="36"/>
                    </a:lnTo>
                    <a:lnTo>
                      <a:pt x="21" y="36"/>
                    </a:lnTo>
                    <a:lnTo>
                      <a:pt x="21" y="36"/>
                    </a:lnTo>
                    <a:lnTo>
                      <a:pt x="21" y="36"/>
                    </a:lnTo>
                    <a:lnTo>
                      <a:pt x="19" y="36"/>
                    </a:lnTo>
                    <a:lnTo>
                      <a:pt x="19" y="36"/>
                    </a:lnTo>
                    <a:lnTo>
                      <a:pt x="19" y="36"/>
                    </a:lnTo>
                    <a:lnTo>
                      <a:pt x="19" y="36"/>
                    </a:lnTo>
                    <a:lnTo>
                      <a:pt x="19" y="33"/>
                    </a:lnTo>
                    <a:lnTo>
                      <a:pt x="16" y="33"/>
                    </a:lnTo>
                    <a:lnTo>
                      <a:pt x="16" y="33"/>
                    </a:lnTo>
                    <a:lnTo>
                      <a:pt x="16" y="31"/>
                    </a:lnTo>
                    <a:lnTo>
                      <a:pt x="16" y="31"/>
                    </a:lnTo>
                    <a:lnTo>
                      <a:pt x="16" y="29"/>
                    </a:lnTo>
                    <a:lnTo>
                      <a:pt x="16" y="29"/>
                    </a:lnTo>
                    <a:lnTo>
                      <a:pt x="19" y="29"/>
                    </a:lnTo>
                    <a:lnTo>
                      <a:pt x="19" y="26"/>
                    </a:lnTo>
                    <a:lnTo>
                      <a:pt x="19" y="26"/>
                    </a:lnTo>
                    <a:lnTo>
                      <a:pt x="16" y="26"/>
                    </a:lnTo>
                    <a:lnTo>
                      <a:pt x="16" y="26"/>
                    </a:lnTo>
                    <a:lnTo>
                      <a:pt x="14" y="26"/>
                    </a:lnTo>
                    <a:lnTo>
                      <a:pt x="14" y="26"/>
                    </a:lnTo>
                    <a:lnTo>
                      <a:pt x="14" y="26"/>
                    </a:lnTo>
                    <a:lnTo>
                      <a:pt x="14" y="24"/>
                    </a:lnTo>
                    <a:lnTo>
                      <a:pt x="14" y="24"/>
                    </a:lnTo>
                    <a:lnTo>
                      <a:pt x="14" y="24"/>
                    </a:lnTo>
                    <a:lnTo>
                      <a:pt x="14" y="21"/>
                    </a:lnTo>
                    <a:lnTo>
                      <a:pt x="14" y="21"/>
                    </a:lnTo>
                    <a:lnTo>
                      <a:pt x="14" y="21"/>
                    </a:lnTo>
                    <a:lnTo>
                      <a:pt x="14" y="19"/>
                    </a:lnTo>
                    <a:lnTo>
                      <a:pt x="14" y="19"/>
                    </a:lnTo>
                    <a:lnTo>
                      <a:pt x="14" y="19"/>
                    </a:lnTo>
                    <a:lnTo>
                      <a:pt x="11" y="19"/>
                    </a:lnTo>
                    <a:lnTo>
                      <a:pt x="11" y="19"/>
                    </a:lnTo>
                    <a:lnTo>
                      <a:pt x="11" y="17"/>
                    </a:lnTo>
                    <a:lnTo>
                      <a:pt x="11" y="17"/>
                    </a:lnTo>
                    <a:lnTo>
                      <a:pt x="9" y="17"/>
                    </a:lnTo>
                    <a:lnTo>
                      <a:pt x="9" y="17"/>
                    </a:lnTo>
                    <a:lnTo>
                      <a:pt x="7" y="17"/>
                    </a:lnTo>
                    <a:lnTo>
                      <a:pt x="7" y="19"/>
                    </a:lnTo>
                    <a:lnTo>
                      <a:pt x="7" y="19"/>
                    </a:lnTo>
                    <a:lnTo>
                      <a:pt x="7" y="19"/>
                    </a:lnTo>
                    <a:lnTo>
                      <a:pt x="4" y="19"/>
                    </a:lnTo>
                    <a:lnTo>
                      <a:pt x="4" y="19"/>
                    </a:lnTo>
                    <a:lnTo>
                      <a:pt x="4" y="19"/>
                    </a:lnTo>
                    <a:lnTo>
                      <a:pt x="4" y="17"/>
                    </a:lnTo>
                    <a:lnTo>
                      <a:pt x="4" y="17"/>
                    </a:lnTo>
                    <a:lnTo>
                      <a:pt x="2" y="17"/>
                    </a:lnTo>
                    <a:lnTo>
                      <a:pt x="2" y="17"/>
                    </a:lnTo>
                    <a:lnTo>
                      <a:pt x="2" y="17"/>
                    </a:lnTo>
                    <a:lnTo>
                      <a:pt x="0" y="17"/>
                    </a:lnTo>
                    <a:lnTo>
                      <a:pt x="0" y="17"/>
                    </a:lnTo>
                    <a:lnTo>
                      <a:pt x="0" y="17"/>
                    </a:lnTo>
                    <a:lnTo>
                      <a:pt x="0" y="17"/>
                    </a:lnTo>
                    <a:lnTo>
                      <a:pt x="0" y="14"/>
                    </a:lnTo>
                    <a:lnTo>
                      <a:pt x="0" y="14"/>
                    </a:lnTo>
                    <a:lnTo>
                      <a:pt x="0" y="14"/>
                    </a:lnTo>
                    <a:lnTo>
                      <a:pt x="0" y="12"/>
                    </a:lnTo>
                    <a:lnTo>
                      <a:pt x="2" y="12"/>
                    </a:lnTo>
                    <a:lnTo>
                      <a:pt x="2" y="12"/>
                    </a:lnTo>
                    <a:lnTo>
                      <a:pt x="2" y="12"/>
                    </a:lnTo>
                    <a:lnTo>
                      <a:pt x="4" y="12"/>
                    </a:lnTo>
                    <a:lnTo>
                      <a:pt x="4" y="12"/>
                    </a:lnTo>
                    <a:lnTo>
                      <a:pt x="4" y="10"/>
                    </a:lnTo>
                    <a:lnTo>
                      <a:pt x="4" y="10"/>
                    </a:lnTo>
                    <a:lnTo>
                      <a:pt x="4" y="10"/>
                    </a:lnTo>
                    <a:lnTo>
                      <a:pt x="7" y="10"/>
                    </a:lnTo>
                    <a:lnTo>
                      <a:pt x="7" y="7"/>
                    </a:lnTo>
                    <a:lnTo>
                      <a:pt x="4" y="7"/>
                    </a:lnTo>
                    <a:lnTo>
                      <a:pt x="4" y="7"/>
                    </a:lnTo>
                    <a:lnTo>
                      <a:pt x="4" y="7"/>
                    </a:lnTo>
                    <a:lnTo>
                      <a:pt x="4" y="7"/>
                    </a:lnTo>
                    <a:lnTo>
                      <a:pt x="4" y="7"/>
                    </a:lnTo>
                    <a:lnTo>
                      <a:pt x="4" y="5"/>
                    </a:lnTo>
                    <a:lnTo>
                      <a:pt x="7" y="5"/>
                    </a:lnTo>
                    <a:lnTo>
                      <a:pt x="7" y="5"/>
                    </a:lnTo>
                    <a:lnTo>
                      <a:pt x="7" y="5"/>
                    </a:lnTo>
                    <a:lnTo>
                      <a:pt x="7" y="2"/>
                    </a:lnTo>
                    <a:lnTo>
                      <a:pt x="7" y="2"/>
                    </a:lnTo>
                    <a:lnTo>
                      <a:pt x="9" y="2"/>
                    </a:lnTo>
                    <a:lnTo>
                      <a:pt x="9" y="2"/>
                    </a:lnTo>
                    <a:lnTo>
                      <a:pt x="9" y="2"/>
                    </a:lnTo>
                    <a:lnTo>
                      <a:pt x="11" y="2"/>
                    </a:lnTo>
                    <a:lnTo>
                      <a:pt x="11" y="2"/>
                    </a:lnTo>
                    <a:lnTo>
                      <a:pt x="11" y="2"/>
                    </a:lnTo>
                    <a:lnTo>
                      <a:pt x="11" y="5"/>
                    </a:lnTo>
                    <a:lnTo>
                      <a:pt x="11" y="5"/>
                    </a:lnTo>
                    <a:lnTo>
                      <a:pt x="11" y="5"/>
                    </a:lnTo>
                    <a:lnTo>
                      <a:pt x="14" y="5"/>
                    </a:lnTo>
                    <a:lnTo>
                      <a:pt x="14" y="5"/>
                    </a:lnTo>
                    <a:lnTo>
                      <a:pt x="14" y="2"/>
                    </a:lnTo>
                    <a:lnTo>
                      <a:pt x="11" y="2"/>
                    </a:lnTo>
                    <a:lnTo>
                      <a:pt x="11" y="2"/>
                    </a:lnTo>
                    <a:lnTo>
                      <a:pt x="14" y="2"/>
                    </a:lnTo>
                    <a:lnTo>
                      <a:pt x="14" y="2"/>
                    </a:lnTo>
                    <a:lnTo>
                      <a:pt x="14" y="2"/>
                    </a:lnTo>
                    <a:lnTo>
                      <a:pt x="16" y="2"/>
                    </a:lnTo>
                    <a:lnTo>
                      <a:pt x="16" y="2"/>
                    </a:lnTo>
                    <a:lnTo>
                      <a:pt x="19" y="2"/>
                    </a:lnTo>
                    <a:lnTo>
                      <a:pt x="19" y="0"/>
                    </a:lnTo>
                    <a:lnTo>
                      <a:pt x="19" y="0"/>
                    </a:lnTo>
                    <a:lnTo>
                      <a:pt x="19"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 name="Freeform 204"/>
              <p:cNvSpPr>
                <a:spLocks/>
              </p:cNvSpPr>
              <p:nvPr/>
            </p:nvSpPr>
            <p:spPr bwMode="auto">
              <a:xfrm>
                <a:off x="3087" y="2791"/>
                <a:ext cx="40" cy="43"/>
              </a:xfrm>
              <a:custGeom>
                <a:avLst/>
                <a:gdLst/>
                <a:ahLst/>
                <a:cxnLst>
                  <a:cxn ang="0">
                    <a:pos x="21" y="2"/>
                  </a:cxn>
                  <a:cxn ang="0">
                    <a:pos x="21" y="5"/>
                  </a:cxn>
                  <a:cxn ang="0">
                    <a:pos x="21" y="7"/>
                  </a:cxn>
                  <a:cxn ang="0">
                    <a:pos x="23" y="10"/>
                  </a:cxn>
                  <a:cxn ang="0">
                    <a:pos x="23" y="14"/>
                  </a:cxn>
                  <a:cxn ang="0">
                    <a:pos x="23" y="17"/>
                  </a:cxn>
                  <a:cxn ang="0">
                    <a:pos x="26" y="19"/>
                  </a:cxn>
                  <a:cxn ang="0">
                    <a:pos x="26" y="24"/>
                  </a:cxn>
                  <a:cxn ang="0">
                    <a:pos x="26" y="26"/>
                  </a:cxn>
                  <a:cxn ang="0">
                    <a:pos x="28" y="26"/>
                  </a:cxn>
                  <a:cxn ang="0">
                    <a:pos x="33" y="26"/>
                  </a:cxn>
                  <a:cxn ang="0">
                    <a:pos x="35" y="29"/>
                  </a:cxn>
                  <a:cxn ang="0">
                    <a:pos x="38" y="29"/>
                  </a:cxn>
                  <a:cxn ang="0">
                    <a:pos x="38" y="31"/>
                  </a:cxn>
                  <a:cxn ang="0">
                    <a:pos x="35" y="33"/>
                  </a:cxn>
                  <a:cxn ang="0">
                    <a:pos x="33" y="36"/>
                  </a:cxn>
                  <a:cxn ang="0">
                    <a:pos x="33" y="38"/>
                  </a:cxn>
                  <a:cxn ang="0">
                    <a:pos x="35" y="36"/>
                  </a:cxn>
                  <a:cxn ang="0">
                    <a:pos x="38" y="36"/>
                  </a:cxn>
                  <a:cxn ang="0">
                    <a:pos x="40" y="38"/>
                  </a:cxn>
                  <a:cxn ang="0">
                    <a:pos x="40" y="40"/>
                  </a:cxn>
                  <a:cxn ang="0">
                    <a:pos x="38" y="43"/>
                  </a:cxn>
                  <a:cxn ang="0">
                    <a:pos x="35" y="43"/>
                  </a:cxn>
                  <a:cxn ang="0">
                    <a:pos x="33" y="43"/>
                  </a:cxn>
                  <a:cxn ang="0">
                    <a:pos x="28" y="43"/>
                  </a:cxn>
                  <a:cxn ang="0">
                    <a:pos x="28" y="40"/>
                  </a:cxn>
                  <a:cxn ang="0">
                    <a:pos x="26" y="38"/>
                  </a:cxn>
                  <a:cxn ang="0">
                    <a:pos x="23" y="38"/>
                  </a:cxn>
                  <a:cxn ang="0">
                    <a:pos x="21" y="36"/>
                  </a:cxn>
                  <a:cxn ang="0">
                    <a:pos x="19" y="36"/>
                  </a:cxn>
                  <a:cxn ang="0">
                    <a:pos x="16" y="33"/>
                  </a:cxn>
                  <a:cxn ang="0">
                    <a:pos x="16" y="29"/>
                  </a:cxn>
                  <a:cxn ang="0">
                    <a:pos x="16" y="26"/>
                  </a:cxn>
                  <a:cxn ang="0">
                    <a:pos x="14" y="26"/>
                  </a:cxn>
                  <a:cxn ang="0">
                    <a:pos x="14" y="21"/>
                  </a:cxn>
                  <a:cxn ang="0">
                    <a:pos x="14" y="19"/>
                  </a:cxn>
                  <a:cxn ang="0">
                    <a:pos x="11" y="17"/>
                  </a:cxn>
                  <a:cxn ang="0">
                    <a:pos x="7" y="17"/>
                  </a:cxn>
                  <a:cxn ang="0">
                    <a:pos x="4" y="19"/>
                  </a:cxn>
                  <a:cxn ang="0">
                    <a:pos x="4" y="17"/>
                  </a:cxn>
                  <a:cxn ang="0">
                    <a:pos x="0" y="17"/>
                  </a:cxn>
                  <a:cxn ang="0">
                    <a:pos x="0" y="14"/>
                  </a:cxn>
                  <a:cxn ang="0">
                    <a:pos x="2" y="12"/>
                  </a:cxn>
                  <a:cxn ang="0">
                    <a:pos x="4" y="12"/>
                  </a:cxn>
                  <a:cxn ang="0">
                    <a:pos x="7" y="10"/>
                  </a:cxn>
                  <a:cxn ang="0">
                    <a:pos x="4" y="7"/>
                  </a:cxn>
                  <a:cxn ang="0">
                    <a:pos x="7" y="5"/>
                  </a:cxn>
                  <a:cxn ang="0">
                    <a:pos x="7" y="2"/>
                  </a:cxn>
                  <a:cxn ang="0">
                    <a:pos x="11" y="2"/>
                  </a:cxn>
                  <a:cxn ang="0">
                    <a:pos x="11" y="5"/>
                  </a:cxn>
                  <a:cxn ang="0">
                    <a:pos x="14" y="2"/>
                  </a:cxn>
                  <a:cxn ang="0">
                    <a:pos x="14" y="2"/>
                  </a:cxn>
                  <a:cxn ang="0">
                    <a:pos x="19" y="2"/>
                  </a:cxn>
                </a:cxnLst>
                <a:rect l="0" t="0" r="r" b="b"/>
                <a:pathLst>
                  <a:path w="40" h="43">
                    <a:moveTo>
                      <a:pt x="19" y="2"/>
                    </a:moveTo>
                    <a:lnTo>
                      <a:pt x="19" y="2"/>
                    </a:lnTo>
                    <a:lnTo>
                      <a:pt x="19" y="2"/>
                    </a:lnTo>
                    <a:lnTo>
                      <a:pt x="21" y="2"/>
                    </a:lnTo>
                    <a:lnTo>
                      <a:pt x="21" y="5"/>
                    </a:lnTo>
                    <a:lnTo>
                      <a:pt x="21" y="5"/>
                    </a:lnTo>
                    <a:lnTo>
                      <a:pt x="21" y="5"/>
                    </a:lnTo>
                    <a:lnTo>
                      <a:pt x="21" y="5"/>
                    </a:lnTo>
                    <a:lnTo>
                      <a:pt x="21" y="7"/>
                    </a:lnTo>
                    <a:lnTo>
                      <a:pt x="21" y="7"/>
                    </a:lnTo>
                    <a:lnTo>
                      <a:pt x="21" y="7"/>
                    </a:lnTo>
                    <a:lnTo>
                      <a:pt x="21" y="7"/>
                    </a:lnTo>
                    <a:lnTo>
                      <a:pt x="21" y="7"/>
                    </a:lnTo>
                    <a:lnTo>
                      <a:pt x="21" y="10"/>
                    </a:lnTo>
                    <a:lnTo>
                      <a:pt x="23" y="10"/>
                    </a:lnTo>
                    <a:lnTo>
                      <a:pt x="23" y="10"/>
                    </a:lnTo>
                    <a:lnTo>
                      <a:pt x="23" y="10"/>
                    </a:lnTo>
                    <a:lnTo>
                      <a:pt x="23" y="12"/>
                    </a:lnTo>
                    <a:lnTo>
                      <a:pt x="23" y="12"/>
                    </a:lnTo>
                    <a:lnTo>
                      <a:pt x="23" y="14"/>
                    </a:lnTo>
                    <a:lnTo>
                      <a:pt x="23" y="14"/>
                    </a:lnTo>
                    <a:lnTo>
                      <a:pt x="23" y="14"/>
                    </a:lnTo>
                    <a:lnTo>
                      <a:pt x="23" y="17"/>
                    </a:lnTo>
                    <a:lnTo>
                      <a:pt x="23" y="17"/>
                    </a:lnTo>
                    <a:lnTo>
                      <a:pt x="23" y="17"/>
                    </a:lnTo>
                    <a:lnTo>
                      <a:pt x="23" y="17"/>
                    </a:lnTo>
                    <a:lnTo>
                      <a:pt x="23" y="19"/>
                    </a:lnTo>
                    <a:lnTo>
                      <a:pt x="26" y="19"/>
                    </a:lnTo>
                    <a:lnTo>
                      <a:pt x="26" y="19"/>
                    </a:lnTo>
                    <a:lnTo>
                      <a:pt x="26" y="21"/>
                    </a:lnTo>
                    <a:lnTo>
                      <a:pt x="26" y="21"/>
                    </a:lnTo>
                    <a:lnTo>
                      <a:pt x="26" y="24"/>
                    </a:lnTo>
                    <a:lnTo>
                      <a:pt x="26" y="24"/>
                    </a:lnTo>
                    <a:lnTo>
                      <a:pt x="26" y="24"/>
                    </a:lnTo>
                    <a:lnTo>
                      <a:pt x="26" y="24"/>
                    </a:lnTo>
                    <a:lnTo>
                      <a:pt x="26" y="26"/>
                    </a:lnTo>
                    <a:lnTo>
                      <a:pt x="28" y="26"/>
                    </a:lnTo>
                    <a:lnTo>
                      <a:pt x="28" y="26"/>
                    </a:lnTo>
                    <a:lnTo>
                      <a:pt x="28" y="26"/>
                    </a:lnTo>
                    <a:lnTo>
                      <a:pt x="28" y="26"/>
                    </a:lnTo>
                    <a:lnTo>
                      <a:pt x="30" y="26"/>
                    </a:lnTo>
                    <a:lnTo>
                      <a:pt x="30" y="26"/>
                    </a:lnTo>
                    <a:lnTo>
                      <a:pt x="30" y="26"/>
                    </a:lnTo>
                    <a:lnTo>
                      <a:pt x="33" y="26"/>
                    </a:lnTo>
                    <a:lnTo>
                      <a:pt x="33" y="26"/>
                    </a:lnTo>
                    <a:lnTo>
                      <a:pt x="33" y="26"/>
                    </a:lnTo>
                    <a:lnTo>
                      <a:pt x="33" y="29"/>
                    </a:lnTo>
                    <a:lnTo>
                      <a:pt x="35" y="29"/>
                    </a:lnTo>
                    <a:lnTo>
                      <a:pt x="35" y="29"/>
                    </a:lnTo>
                    <a:lnTo>
                      <a:pt x="38" y="29"/>
                    </a:lnTo>
                    <a:lnTo>
                      <a:pt x="38" y="29"/>
                    </a:lnTo>
                    <a:lnTo>
                      <a:pt x="38" y="29"/>
                    </a:lnTo>
                    <a:lnTo>
                      <a:pt x="38" y="29"/>
                    </a:lnTo>
                    <a:lnTo>
                      <a:pt x="38" y="31"/>
                    </a:lnTo>
                    <a:lnTo>
                      <a:pt x="38" y="31"/>
                    </a:lnTo>
                    <a:lnTo>
                      <a:pt x="38" y="31"/>
                    </a:lnTo>
                    <a:lnTo>
                      <a:pt x="35" y="31"/>
                    </a:lnTo>
                    <a:lnTo>
                      <a:pt x="35" y="31"/>
                    </a:lnTo>
                    <a:lnTo>
                      <a:pt x="35" y="31"/>
                    </a:lnTo>
                    <a:lnTo>
                      <a:pt x="35" y="33"/>
                    </a:lnTo>
                    <a:lnTo>
                      <a:pt x="35" y="33"/>
                    </a:lnTo>
                    <a:lnTo>
                      <a:pt x="33" y="33"/>
                    </a:lnTo>
                    <a:lnTo>
                      <a:pt x="33" y="36"/>
                    </a:lnTo>
                    <a:lnTo>
                      <a:pt x="33" y="36"/>
                    </a:lnTo>
                    <a:lnTo>
                      <a:pt x="33" y="36"/>
                    </a:lnTo>
                    <a:lnTo>
                      <a:pt x="33" y="36"/>
                    </a:lnTo>
                    <a:lnTo>
                      <a:pt x="33" y="38"/>
                    </a:lnTo>
                    <a:lnTo>
                      <a:pt x="33" y="38"/>
                    </a:lnTo>
                    <a:lnTo>
                      <a:pt x="33" y="38"/>
                    </a:lnTo>
                    <a:lnTo>
                      <a:pt x="35" y="38"/>
                    </a:lnTo>
                    <a:lnTo>
                      <a:pt x="35" y="38"/>
                    </a:lnTo>
                    <a:lnTo>
                      <a:pt x="35" y="36"/>
                    </a:lnTo>
                    <a:lnTo>
                      <a:pt x="35" y="36"/>
                    </a:lnTo>
                    <a:lnTo>
                      <a:pt x="35" y="36"/>
                    </a:lnTo>
                    <a:lnTo>
                      <a:pt x="38" y="36"/>
                    </a:lnTo>
                    <a:lnTo>
                      <a:pt x="38" y="36"/>
                    </a:lnTo>
                    <a:lnTo>
                      <a:pt x="38" y="36"/>
                    </a:lnTo>
                    <a:lnTo>
                      <a:pt x="38" y="36"/>
                    </a:lnTo>
                    <a:lnTo>
                      <a:pt x="38" y="38"/>
                    </a:lnTo>
                    <a:lnTo>
                      <a:pt x="40" y="38"/>
                    </a:lnTo>
                    <a:lnTo>
                      <a:pt x="40" y="38"/>
                    </a:lnTo>
                    <a:lnTo>
                      <a:pt x="40" y="38"/>
                    </a:lnTo>
                    <a:lnTo>
                      <a:pt x="40" y="40"/>
                    </a:lnTo>
                    <a:lnTo>
                      <a:pt x="40" y="40"/>
                    </a:lnTo>
                    <a:lnTo>
                      <a:pt x="40" y="40"/>
                    </a:lnTo>
                    <a:lnTo>
                      <a:pt x="38" y="40"/>
                    </a:lnTo>
                    <a:lnTo>
                      <a:pt x="38" y="43"/>
                    </a:lnTo>
                    <a:lnTo>
                      <a:pt x="38" y="43"/>
                    </a:lnTo>
                    <a:lnTo>
                      <a:pt x="38" y="40"/>
                    </a:lnTo>
                    <a:lnTo>
                      <a:pt x="38" y="40"/>
                    </a:lnTo>
                    <a:lnTo>
                      <a:pt x="35" y="40"/>
                    </a:lnTo>
                    <a:lnTo>
                      <a:pt x="35" y="43"/>
                    </a:lnTo>
                    <a:lnTo>
                      <a:pt x="35" y="43"/>
                    </a:lnTo>
                    <a:lnTo>
                      <a:pt x="35" y="43"/>
                    </a:lnTo>
                    <a:lnTo>
                      <a:pt x="33" y="43"/>
                    </a:lnTo>
                    <a:lnTo>
                      <a:pt x="33" y="43"/>
                    </a:lnTo>
                    <a:lnTo>
                      <a:pt x="33" y="43"/>
                    </a:lnTo>
                    <a:lnTo>
                      <a:pt x="30" y="43"/>
                    </a:lnTo>
                    <a:lnTo>
                      <a:pt x="30" y="43"/>
                    </a:lnTo>
                    <a:lnTo>
                      <a:pt x="28" y="43"/>
                    </a:lnTo>
                    <a:lnTo>
                      <a:pt x="28" y="43"/>
                    </a:lnTo>
                    <a:lnTo>
                      <a:pt x="28" y="40"/>
                    </a:lnTo>
                    <a:lnTo>
                      <a:pt x="28" y="40"/>
                    </a:lnTo>
                    <a:lnTo>
                      <a:pt x="28" y="40"/>
                    </a:lnTo>
                    <a:lnTo>
                      <a:pt x="28" y="40"/>
                    </a:lnTo>
                    <a:lnTo>
                      <a:pt x="26" y="40"/>
                    </a:lnTo>
                    <a:lnTo>
                      <a:pt x="26" y="40"/>
                    </a:lnTo>
                    <a:lnTo>
                      <a:pt x="26" y="38"/>
                    </a:lnTo>
                    <a:lnTo>
                      <a:pt x="26" y="38"/>
                    </a:lnTo>
                    <a:lnTo>
                      <a:pt x="26" y="38"/>
                    </a:lnTo>
                    <a:lnTo>
                      <a:pt x="23" y="38"/>
                    </a:lnTo>
                    <a:lnTo>
                      <a:pt x="23" y="38"/>
                    </a:lnTo>
                    <a:lnTo>
                      <a:pt x="21" y="38"/>
                    </a:lnTo>
                    <a:lnTo>
                      <a:pt x="21" y="36"/>
                    </a:lnTo>
                    <a:lnTo>
                      <a:pt x="21" y="36"/>
                    </a:lnTo>
                    <a:lnTo>
                      <a:pt x="21" y="36"/>
                    </a:lnTo>
                    <a:lnTo>
                      <a:pt x="21" y="36"/>
                    </a:lnTo>
                    <a:lnTo>
                      <a:pt x="19" y="36"/>
                    </a:lnTo>
                    <a:lnTo>
                      <a:pt x="19" y="36"/>
                    </a:lnTo>
                    <a:lnTo>
                      <a:pt x="19" y="36"/>
                    </a:lnTo>
                    <a:lnTo>
                      <a:pt x="19" y="36"/>
                    </a:lnTo>
                    <a:lnTo>
                      <a:pt x="19" y="33"/>
                    </a:lnTo>
                    <a:lnTo>
                      <a:pt x="16" y="33"/>
                    </a:lnTo>
                    <a:lnTo>
                      <a:pt x="16" y="33"/>
                    </a:lnTo>
                    <a:lnTo>
                      <a:pt x="16" y="31"/>
                    </a:lnTo>
                    <a:lnTo>
                      <a:pt x="16" y="31"/>
                    </a:lnTo>
                    <a:lnTo>
                      <a:pt x="16" y="29"/>
                    </a:lnTo>
                    <a:lnTo>
                      <a:pt x="16" y="29"/>
                    </a:lnTo>
                    <a:lnTo>
                      <a:pt x="19" y="29"/>
                    </a:lnTo>
                    <a:lnTo>
                      <a:pt x="19" y="26"/>
                    </a:lnTo>
                    <a:lnTo>
                      <a:pt x="19" y="26"/>
                    </a:lnTo>
                    <a:lnTo>
                      <a:pt x="16" y="26"/>
                    </a:lnTo>
                    <a:lnTo>
                      <a:pt x="16" y="26"/>
                    </a:lnTo>
                    <a:lnTo>
                      <a:pt x="14" y="26"/>
                    </a:lnTo>
                    <a:lnTo>
                      <a:pt x="14" y="26"/>
                    </a:lnTo>
                    <a:lnTo>
                      <a:pt x="14" y="26"/>
                    </a:lnTo>
                    <a:lnTo>
                      <a:pt x="14" y="24"/>
                    </a:lnTo>
                    <a:lnTo>
                      <a:pt x="14" y="24"/>
                    </a:lnTo>
                    <a:lnTo>
                      <a:pt x="14" y="24"/>
                    </a:lnTo>
                    <a:lnTo>
                      <a:pt x="14" y="21"/>
                    </a:lnTo>
                    <a:lnTo>
                      <a:pt x="14" y="21"/>
                    </a:lnTo>
                    <a:lnTo>
                      <a:pt x="14" y="21"/>
                    </a:lnTo>
                    <a:lnTo>
                      <a:pt x="14" y="19"/>
                    </a:lnTo>
                    <a:lnTo>
                      <a:pt x="14" y="19"/>
                    </a:lnTo>
                    <a:lnTo>
                      <a:pt x="14" y="19"/>
                    </a:lnTo>
                    <a:lnTo>
                      <a:pt x="11" y="19"/>
                    </a:lnTo>
                    <a:lnTo>
                      <a:pt x="11" y="19"/>
                    </a:lnTo>
                    <a:lnTo>
                      <a:pt x="11" y="17"/>
                    </a:lnTo>
                    <a:lnTo>
                      <a:pt x="11" y="17"/>
                    </a:lnTo>
                    <a:lnTo>
                      <a:pt x="9" y="17"/>
                    </a:lnTo>
                    <a:lnTo>
                      <a:pt x="9" y="17"/>
                    </a:lnTo>
                    <a:lnTo>
                      <a:pt x="7" y="17"/>
                    </a:lnTo>
                    <a:lnTo>
                      <a:pt x="7" y="19"/>
                    </a:lnTo>
                    <a:lnTo>
                      <a:pt x="7" y="19"/>
                    </a:lnTo>
                    <a:lnTo>
                      <a:pt x="7" y="19"/>
                    </a:lnTo>
                    <a:lnTo>
                      <a:pt x="4" y="19"/>
                    </a:lnTo>
                    <a:lnTo>
                      <a:pt x="4" y="19"/>
                    </a:lnTo>
                    <a:lnTo>
                      <a:pt x="4" y="19"/>
                    </a:lnTo>
                    <a:lnTo>
                      <a:pt x="4" y="17"/>
                    </a:lnTo>
                    <a:lnTo>
                      <a:pt x="4" y="17"/>
                    </a:lnTo>
                    <a:lnTo>
                      <a:pt x="2" y="17"/>
                    </a:lnTo>
                    <a:lnTo>
                      <a:pt x="2" y="17"/>
                    </a:lnTo>
                    <a:lnTo>
                      <a:pt x="2" y="17"/>
                    </a:lnTo>
                    <a:lnTo>
                      <a:pt x="0" y="17"/>
                    </a:lnTo>
                    <a:lnTo>
                      <a:pt x="0" y="17"/>
                    </a:lnTo>
                    <a:lnTo>
                      <a:pt x="0" y="17"/>
                    </a:lnTo>
                    <a:lnTo>
                      <a:pt x="0" y="17"/>
                    </a:lnTo>
                    <a:lnTo>
                      <a:pt x="0" y="14"/>
                    </a:lnTo>
                    <a:lnTo>
                      <a:pt x="0" y="14"/>
                    </a:lnTo>
                    <a:lnTo>
                      <a:pt x="0" y="14"/>
                    </a:lnTo>
                    <a:lnTo>
                      <a:pt x="0" y="12"/>
                    </a:lnTo>
                    <a:lnTo>
                      <a:pt x="2" y="12"/>
                    </a:lnTo>
                    <a:lnTo>
                      <a:pt x="2" y="12"/>
                    </a:lnTo>
                    <a:lnTo>
                      <a:pt x="2" y="12"/>
                    </a:lnTo>
                    <a:lnTo>
                      <a:pt x="4" y="12"/>
                    </a:lnTo>
                    <a:lnTo>
                      <a:pt x="4" y="12"/>
                    </a:lnTo>
                    <a:lnTo>
                      <a:pt x="4" y="10"/>
                    </a:lnTo>
                    <a:lnTo>
                      <a:pt x="4" y="10"/>
                    </a:lnTo>
                    <a:lnTo>
                      <a:pt x="4" y="10"/>
                    </a:lnTo>
                    <a:lnTo>
                      <a:pt x="7" y="10"/>
                    </a:lnTo>
                    <a:lnTo>
                      <a:pt x="7" y="7"/>
                    </a:lnTo>
                    <a:lnTo>
                      <a:pt x="4" y="7"/>
                    </a:lnTo>
                    <a:lnTo>
                      <a:pt x="4" y="7"/>
                    </a:lnTo>
                    <a:lnTo>
                      <a:pt x="4" y="7"/>
                    </a:lnTo>
                    <a:lnTo>
                      <a:pt x="4" y="7"/>
                    </a:lnTo>
                    <a:lnTo>
                      <a:pt x="4" y="7"/>
                    </a:lnTo>
                    <a:lnTo>
                      <a:pt x="4" y="5"/>
                    </a:lnTo>
                    <a:lnTo>
                      <a:pt x="7" y="5"/>
                    </a:lnTo>
                    <a:lnTo>
                      <a:pt x="7" y="5"/>
                    </a:lnTo>
                    <a:lnTo>
                      <a:pt x="7" y="5"/>
                    </a:lnTo>
                    <a:lnTo>
                      <a:pt x="7" y="2"/>
                    </a:lnTo>
                    <a:lnTo>
                      <a:pt x="7" y="2"/>
                    </a:lnTo>
                    <a:lnTo>
                      <a:pt x="9" y="2"/>
                    </a:lnTo>
                    <a:lnTo>
                      <a:pt x="9" y="2"/>
                    </a:lnTo>
                    <a:lnTo>
                      <a:pt x="9" y="2"/>
                    </a:lnTo>
                    <a:lnTo>
                      <a:pt x="11" y="2"/>
                    </a:lnTo>
                    <a:lnTo>
                      <a:pt x="11" y="2"/>
                    </a:lnTo>
                    <a:lnTo>
                      <a:pt x="11" y="2"/>
                    </a:lnTo>
                    <a:lnTo>
                      <a:pt x="11" y="5"/>
                    </a:lnTo>
                    <a:lnTo>
                      <a:pt x="11" y="5"/>
                    </a:lnTo>
                    <a:lnTo>
                      <a:pt x="11" y="5"/>
                    </a:lnTo>
                    <a:lnTo>
                      <a:pt x="14" y="5"/>
                    </a:lnTo>
                    <a:lnTo>
                      <a:pt x="14" y="5"/>
                    </a:lnTo>
                    <a:lnTo>
                      <a:pt x="14" y="2"/>
                    </a:lnTo>
                    <a:lnTo>
                      <a:pt x="11" y="2"/>
                    </a:lnTo>
                    <a:lnTo>
                      <a:pt x="11" y="2"/>
                    </a:lnTo>
                    <a:lnTo>
                      <a:pt x="14" y="2"/>
                    </a:lnTo>
                    <a:lnTo>
                      <a:pt x="14" y="2"/>
                    </a:lnTo>
                    <a:lnTo>
                      <a:pt x="14" y="2"/>
                    </a:lnTo>
                    <a:lnTo>
                      <a:pt x="16" y="2"/>
                    </a:lnTo>
                    <a:lnTo>
                      <a:pt x="16" y="2"/>
                    </a:lnTo>
                    <a:lnTo>
                      <a:pt x="19" y="2"/>
                    </a:lnTo>
                    <a:lnTo>
                      <a:pt x="19" y="0"/>
                    </a:lnTo>
                    <a:lnTo>
                      <a:pt x="19" y="0"/>
                    </a:lnTo>
                    <a:lnTo>
                      <a:pt x="19"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79" name="Freeform 206"/>
            <p:cNvSpPr>
              <a:spLocks/>
            </p:cNvSpPr>
            <p:nvPr/>
          </p:nvSpPr>
          <p:spPr bwMode="auto">
            <a:xfrm>
              <a:off x="5519738" y="4735513"/>
              <a:ext cx="63500" cy="57150"/>
            </a:xfrm>
            <a:custGeom>
              <a:avLst/>
              <a:gdLst/>
              <a:ahLst/>
              <a:cxnLst>
                <a:cxn ang="0">
                  <a:pos x="36" y="2"/>
                </a:cxn>
                <a:cxn ang="0">
                  <a:pos x="40" y="2"/>
                </a:cxn>
                <a:cxn ang="0">
                  <a:pos x="40" y="2"/>
                </a:cxn>
                <a:cxn ang="0">
                  <a:pos x="40" y="5"/>
                </a:cxn>
                <a:cxn ang="0">
                  <a:pos x="38" y="5"/>
                </a:cxn>
                <a:cxn ang="0">
                  <a:pos x="38" y="7"/>
                </a:cxn>
                <a:cxn ang="0">
                  <a:pos x="40" y="10"/>
                </a:cxn>
                <a:cxn ang="0">
                  <a:pos x="40" y="12"/>
                </a:cxn>
                <a:cxn ang="0">
                  <a:pos x="38" y="14"/>
                </a:cxn>
                <a:cxn ang="0">
                  <a:pos x="38" y="19"/>
                </a:cxn>
                <a:cxn ang="0">
                  <a:pos x="36" y="19"/>
                </a:cxn>
                <a:cxn ang="0">
                  <a:pos x="33" y="21"/>
                </a:cxn>
                <a:cxn ang="0">
                  <a:pos x="31" y="24"/>
                </a:cxn>
                <a:cxn ang="0">
                  <a:pos x="29" y="26"/>
                </a:cxn>
                <a:cxn ang="0">
                  <a:pos x="29" y="28"/>
                </a:cxn>
                <a:cxn ang="0">
                  <a:pos x="26" y="31"/>
                </a:cxn>
                <a:cxn ang="0">
                  <a:pos x="24" y="31"/>
                </a:cxn>
                <a:cxn ang="0">
                  <a:pos x="21" y="31"/>
                </a:cxn>
                <a:cxn ang="0">
                  <a:pos x="17" y="31"/>
                </a:cxn>
                <a:cxn ang="0">
                  <a:pos x="17" y="33"/>
                </a:cxn>
                <a:cxn ang="0">
                  <a:pos x="14" y="33"/>
                </a:cxn>
                <a:cxn ang="0">
                  <a:pos x="10" y="36"/>
                </a:cxn>
                <a:cxn ang="0">
                  <a:pos x="7" y="36"/>
                </a:cxn>
                <a:cxn ang="0">
                  <a:pos x="3" y="36"/>
                </a:cxn>
                <a:cxn ang="0">
                  <a:pos x="3" y="36"/>
                </a:cxn>
                <a:cxn ang="0">
                  <a:pos x="0" y="33"/>
                </a:cxn>
                <a:cxn ang="0">
                  <a:pos x="3" y="31"/>
                </a:cxn>
                <a:cxn ang="0">
                  <a:pos x="3" y="28"/>
                </a:cxn>
                <a:cxn ang="0">
                  <a:pos x="5" y="28"/>
                </a:cxn>
                <a:cxn ang="0">
                  <a:pos x="10" y="28"/>
                </a:cxn>
                <a:cxn ang="0">
                  <a:pos x="10" y="26"/>
                </a:cxn>
                <a:cxn ang="0">
                  <a:pos x="7" y="26"/>
                </a:cxn>
                <a:cxn ang="0">
                  <a:pos x="7" y="24"/>
                </a:cxn>
                <a:cxn ang="0">
                  <a:pos x="7" y="21"/>
                </a:cxn>
                <a:cxn ang="0">
                  <a:pos x="10" y="19"/>
                </a:cxn>
                <a:cxn ang="0">
                  <a:pos x="10" y="14"/>
                </a:cxn>
                <a:cxn ang="0">
                  <a:pos x="10" y="12"/>
                </a:cxn>
                <a:cxn ang="0">
                  <a:pos x="14" y="12"/>
                </a:cxn>
                <a:cxn ang="0">
                  <a:pos x="14" y="10"/>
                </a:cxn>
                <a:cxn ang="0">
                  <a:pos x="17" y="7"/>
                </a:cxn>
                <a:cxn ang="0">
                  <a:pos x="19" y="12"/>
                </a:cxn>
                <a:cxn ang="0">
                  <a:pos x="21" y="10"/>
                </a:cxn>
                <a:cxn ang="0">
                  <a:pos x="21" y="12"/>
                </a:cxn>
                <a:cxn ang="0">
                  <a:pos x="24" y="12"/>
                </a:cxn>
                <a:cxn ang="0">
                  <a:pos x="26" y="10"/>
                </a:cxn>
                <a:cxn ang="0">
                  <a:pos x="26" y="5"/>
                </a:cxn>
                <a:cxn ang="0">
                  <a:pos x="29" y="2"/>
                </a:cxn>
                <a:cxn ang="0">
                  <a:pos x="31" y="2"/>
                </a:cxn>
                <a:cxn ang="0">
                  <a:pos x="33" y="0"/>
                </a:cxn>
                <a:cxn ang="0">
                  <a:pos x="36" y="0"/>
                </a:cxn>
              </a:cxnLst>
              <a:rect l="0" t="0" r="r" b="b"/>
              <a:pathLst>
                <a:path w="40" h="36">
                  <a:moveTo>
                    <a:pt x="36" y="0"/>
                  </a:moveTo>
                  <a:lnTo>
                    <a:pt x="36" y="2"/>
                  </a:lnTo>
                  <a:lnTo>
                    <a:pt x="36" y="2"/>
                  </a:lnTo>
                  <a:lnTo>
                    <a:pt x="36" y="2"/>
                  </a:lnTo>
                  <a:lnTo>
                    <a:pt x="38" y="2"/>
                  </a:lnTo>
                  <a:lnTo>
                    <a:pt x="38" y="2"/>
                  </a:lnTo>
                  <a:lnTo>
                    <a:pt x="38" y="2"/>
                  </a:lnTo>
                  <a:lnTo>
                    <a:pt x="40" y="2"/>
                  </a:lnTo>
                  <a:lnTo>
                    <a:pt x="40" y="0"/>
                  </a:lnTo>
                  <a:lnTo>
                    <a:pt x="40" y="0"/>
                  </a:lnTo>
                  <a:lnTo>
                    <a:pt x="40" y="0"/>
                  </a:lnTo>
                  <a:lnTo>
                    <a:pt x="40" y="2"/>
                  </a:lnTo>
                  <a:lnTo>
                    <a:pt x="40" y="2"/>
                  </a:lnTo>
                  <a:lnTo>
                    <a:pt x="40" y="2"/>
                  </a:lnTo>
                  <a:lnTo>
                    <a:pt x="40" y="5"/>
                  </a:lnTo>
                  <a:lnTo>
                    <a:pt x="40" y="5"/>
                  </a:lnTo>
                  <a:lnTo>
                    <a:pt x="40" y="5"/>
                  </a:lnTo>
                  <a:lnTo>
                    <a:pt x="40" y="5"/>
                  </a:lnTo>
                  <a:lnTo>
                    <a:pt x="40" y="5"/>
                  </a:lnTo>
                  <a:lnTo>
                    <a:pt x="38" y="5"/>
                  </a:lnTo>
                  <a:lnTo>
                    <a:pt x="38" y="5"/>
                  </a:lnTo>
                  <a:lnTo>
                    <a:pt x="38" y="5"/>
                  </a:lnTo>
                  <a:lnTo>
                    <a:pt x="38" y="7"/>
                  </a:lnTo>
                  <a:lnTo>
                    <a:pt x="38" y="7"/>
                  </a:lnTo>
                  <a:lnTo>
                    <a:pt x="38" y="10"/>
                  </a:lnTo>
                  <a:lnTo>
                    <a:pt x="38" y="10"/>
                  </a:lnTo>
                  <a:lnTo>
                    <a:pt x="38" y="10"/>
                  </a:lnTo>
                  <a:lnTo>
                    <a:pt x="40" y="10"/>
                  </a:lnTo>
                  <a:lnTo>
                    <a:pt x="40" y="12"/>
                  </a:lnTo>
                  <a:lnTo>
                    <a:pt x="40" y="12"/>
                  </a:lnTo>
                  <a:lnTo>
                    <a:pt x="40" y="12"/>
                  </a:lnTo>
                  <a:lnTo>
                    <a:pt x="40" y="12"/>
                  </a:lnTo>
                  <a:lnTo>
                    <a:pt x="40" y="12"/>
                  </a:lnTo>
                  <a:lnTo>
                    <a:pt x="40" y="14"/>
                  </a:lnTo>
                  <a:lnTo>
                    <a:pt x="38" y="14"/>
                  </a:lnTo>
                  <a:lnTo>
                    <a:pt x="38" y="14"/>
                  </a:lnTo>
                  <a:lnTo>
                    <a:pt x="38" y="14"/>
                  </a:lnTo>
                  <a:lnTo>
                    <a:pt x="38" y="17"/>
                  </a:lnTo>
                  <a:lnTo>
                    <a:pt x="38" y="17"/>
                  </a:lnTo>
                  <a:lnTo>
                    <a:pt x="38" y="19"/>
                  </a:lnTo>
                  <a:lnTo>
                    <a:pt x="36" y="19"/>
                  </a:lnTo>
                  <a:lnTo>
                    <a:pt x="36" y="19"/>
                  </a:lnTo>
                  <a:lnTo>
                    <a:pt x="36" y="19"/>
                  </a:lnTo>
                  <a:lnTo>
                    <a:pt x="36" y="19"/>
                  </a:lnTo>
                  <a:lnTo>
                    <a:pt x="36" y="21"/>
                  </a:lnTo>
                  <a:lnTo>
                    <a:pt x="33" y="21"/>
                  </a:lnTo>
                  <a:lnTo>
                    <a:pt x="33" y="21"/>
                  </a:lnTo>
                  <a:lnTo>
                    <a:pt x="33" y="21"/>
                  </a:lnTo>
                  <a:lnTo>
                    <a:pt x="33" y="21"/>
                  </a:lnTo>
                  <a:lnTo>
                    <a:pt x="33" y="24"/>
                  </a:lnTo>
                  <a:lnTo>
                    <a:pt x="31" y="24"/>
                  </a:lnTo>
                  <a:lnTo>
                    <a:pt x="31" y="24"/>
                  </a:lnTo>
                  <a:lnTo>
                    <a:pt x="31" y="24"/>
                  </a:lnTo>
                  <a:lnTo>
                    <a:pt x="31" y="24"/>
                  </a:lnTo>
                  <a:lnTo>
                    <a:pt x="31" y="26"/>
                  </a:lnTo>
                  <a:lnTo>
                    <a:pt x="29" y="26"/>
                  </a:lnTo>
                  <a:lnTo>
                    <a:pt x="29" y="26"/>
                  </a:lnTo>
                  <a:lnTo>
                    <a:pt x="29" y="26"/>
                  </a:lnTo>
                  <a:lnTo>
                    <a:pt x="29" y="26"/>
                  </a:lnTo>
                  <a:lnTo>
                    <a:pt x="29" y="28"/>
                  </a:lnTo>
                  <a:lnTo>
                    <a:pt x="29" y="28"/>
                  </a:lnTo>
                  <a:lnTo>
                    <a:pt x="26" y="28"/>
                  </a:lnTo>
                  <a:lnTo>
                    <a:pt x="26" y="31"/>
                  </a:lnTo>
                  <a:lnTo>
                    <a:pt x="26" y="31"/>
                  </a:lnTo>
                  <a:lnTo>
                    <a:pt x="24" y="31"/>
                  </a:lnTo>
                  <a:lnTo>
                    <a:pt x="24" y="31"/>
                  </a:lnTo>
                  <a:lnTo>
                    <a:pt x="24" y="31"/>
                  </a:lnTo>
                  <a:lnTo>
                    <a:pt x="24" y="31"/>
                  </a:lnTo>
                  <a:lnTo>
                    <a:pt x="21" y="31"/>
                  </a:lnTo>
                  <a:lnTo>
                    <a:pt x="21" y="31"/>
                  </a:lnTo>
                  <a:lnTo>
                    <a:pt x="21" y="31"/>
                  </a:lnTo>
                  <a:lnTo>
                    <a:pt x="21" y="31"/>
                  </a:lnTo>
                  <a:lnTo>
                    <a:pt x="19" y="31"/>
                  </a:lnTo>
                  <a:lnTo>
                    <a:pt x="19" y="31"/>
                  </a:lnTo>
                  <a:lnTo>
                    <a:pt x="19" y="31"/>
                  </a:lnTo>
                  <a:lnTo>
                    <a:pt x="17" y="31"/>
                  </a:lnTo>
                  <a:lnTo>
                    <a:pt x="17" y="31"/>
                  </a:lnTo>
                  <a:lnTo>
                    <a:pt x="17" y="31"/>
                  </a:lnTo>
                  <a:lnTo>
                    <a:pt x="17" y="33"/>
                  </a:lnTo>
                  <a:lnTo>
                    <a:pt x="17" y="33"/>
                  </a:lnTo>
                  <a:lnTo>
                    <a:pt x="14" y="33"/>
                  </a:lnTo>
                  <a:lnTo>
                    <a:pt x="14" y="33"/>
                  </a:lnTo>
                  <a:lnTo>
                    <a:pt x="14" y="33"/>
                  </a:lnTo>
                  <a:lnTo>
                    <a:pt x="14" y="33"/>
                  </a:lnTo>
                  <a:lnTo>
                    <a:pt x="14" y="36"/>
                  </a:lnTo>
                  <a:lnTo>
                    <a:pt x="12" y="36"/>
                  </a:lnTo>
                  <a:lnTo>
                    <a:pt x="12" y="36"/>
                  </a:lnTo>
                  <a:lnTo>
                    <a:pt x="10" y="36"/>
                  </a:lnTo>
                  <a:lnTo>
                    <a:pt x="10" y="36"/>
                  </a:lnTo>
                  <a:lnTo>
                    <a:pt x="10" y="36"/>
                  </a:lnTo>
                  <a:lnTo>
                    <a:pt x="7" y="36"/>
                  </a:lnTo>
                  <a:lnTo>
                    <a:pt x="7" y="36"/>
                  </a:lnTo>
                  <a:lnTo>
                    <a:pt x="7" y="36"/>
                  </a:lnTo>
                  <a:lnTo>
                    <a:pt x="5" y="36"/>
                  </a:lnTo>
                  <a:lnTo>
                    <a:pt x="5" y="36"/>
                  </a:lnTo>
                  <a:lnTo>
                    <a:pt x="3" y="36"/>
                  </a:lnTo>
                  <a:lnTo>
                    <a:pt x="3" y="36"/>
                  </a:lnTo>
                  <a:lnTo>
                    <a:pt x="3" y="33"/>
                  </a:lnTo>
                  <a:lnTo>
                    <a:pt x="3" y="33"/>
                  </a:lnTo>
                  <a:lnTo>
                    <a:pt x="3" y="36"/>
                  </a:lnTo>
                  <a:lnTo>
                    <a:pt x="0" y="36"/>
                  </a:lnTo>
                  <a:lnTo>
                    <a:pt x="0" y="33"/>
                  </a:lnTo>
                  <a:lnTo>
                    <a:pt x="0" y="33"/>
                  </a:lnTo>
                  <a:lnTo>
                    <a:pt x="0" y="33"/>
                  </a:lnTo>
                  <a:lnTo>
                    <a:pt x="0" y="33"/>
                  </a:lnTo>
                  <a:lnTo>
                    <a:pt x="0" y="31"/>
                  </a:lnTo>
                  <a:lnTo>
                    <a:pt x="0" y="31"/>
                  </a:lnTo>
                  <a:lnTo>
                    <a:pt x="3" y="31"/>
                  </a:lnTo>
                  <a:lnTo>
                    <a:pt x="3" y="31"/>
                  </a:lnTo>
                  <a:lnTo>
                    <a:pt x="3" y="31"/>
                  </a:lnTo>
                  <a:lnTo>
                    <a:pt x="3" y="28"/>
                  </a:lnTo>
                  <a:lnTo>
                    <a:pt x="3" y="28"/>
                  </a:lnTo>
                  <a:lnTo>
                    <a:pt x="3" y="28"/>
                  </a:lnTo>
                  <a:lnTo>
                    <a:pt x="5" y="28"/>
                  </a:lnTo>
                  <a:lnTo>
                    <a:pt x="5" y="28"/>
                  </a:lnTo>
                  <a:lnTo>
                    <a:pt x="5" y="28"/>
                  </a:lnTo>
                  <a:lnTo>
                    <a:pt x="7" y="28"/>
                  </a:lnTo>
                  <a:lnTo>
                    <a:pt x="7" y="28"/>
                  </a:lnTo>
                  <a:lnTo>
                    <a:pt x="7" y="28"/>
                  </a:lnTo>
                  <a:lnTo>
                    <a:pt x="10" y="28"/>
                  </a:lnTo>
                  <a:lnTo>
                    <a:pt x="10" y="28"/>
                  </a:lnTo>
                  <a:lnTo>
                    <a:pt x="10" y="28"/>
                  </a:lnTo>
                  <a:lnTo>
                    <a:pt x="10" y="26"/>
                  </a:lnTo>
                  <a:lnTo>
                    <a:pt x="10" y="26"/>
                  </a:lnTo>
                  <a:lnTo>
                    <a:pt x="7" y="26"/>
                  </a:lnTo>
                  <a:lnTo>
                    <a:pt x="7" y="28"/>
                  </a:lnTo>
                  <a:lnTo>
                    <a:pt x="7" y="28"/>
                  </a:lnTo>
                  <a:lnTo>
                    <a:pt x="7" y="26"/>
                  </a:lnTo>
                  <a:lnTo>
                    <a:pt x="7" y="26"/>
                  </a:lnTo>
                  <a:lnTo>
                    <a:pt x="7" y="26"/>
                  </a:lnTo>
                  <a:lnTo>
                    <a:pt x="7" y="24"/>
                  </a:lnTo>
                  <a:lnTo>
                    <a:pt x="7" y="24"/>
                  </a:lnTo>
                  <a:lnTo>
                    <a:pt x="7" y="24"/>
                  </a:lnTo>
                  <a:lnTo>
                    <a:pt x="7" y="21"/>
                  </a:lnTo>
                  <a:lnTo>
                    <a:pt x="7" y="21"/>
                  </a:lnTo>
                  <a:lnTo>
                    <a:pt x="7" y="21"/>
                  </a:lnTo>
                  <a:lnTo>
                    <a:pt x="7" y="21"/>
                  </a:lnTo>
                  <a:lnTo>
                    <a:pt x="7" y="19"/>
                  </a:lnTo>
                  <a:lnTo>
                    <a:pt x="10" y="19"/>
                  </a:lnTo>
                  <a:lnTo>
                    <a:pt x="10" y="19"/>
                  </a:lnTo>
                  <a:lnTo>
                    <a:pt x="10" y="17"/>
                  </a:lnTo>
                  <a:lnTo>
                    <a:pt x="10" y="17"/>
                  </a:lnTo>
                  <a:lnTo>
                    <a:pt x="10" y="14"/>
                  </a:lnTo>
                  <a:lnTo>
                    <a:pt x="10" y="14"/>
                  </a:lnTo>
                  <a:lnTo>
                    <a:pt x="10" y="14"/>
                  </a:lnTo>
                  <a:lnTo>
                    <a:pt x="10" y="14"/>
                  </a:lnTo>
                  <a:lnTo>
                    <a:pt x="10" y="12"/>
                  </a:lnTo>
                  <a:lnTo>
                    <a:pt x="10" y="12"/>
                  </a:lnTo>
                  <a:lnTo>
                    <a:pt x="12" y="12"/>
                  </a:lnTo>
                  <a:lnTo>
                    <a:pt x="12" y="12"/>
                  </a:lnTo>
                  <a:lnTo>
                    <a:pt x="14" y="12"/>
                  </a:lnTo>
                  <a:lnTo>
                    <a:pt x="14" y="12"/>
                  </a:lnTo>
                  <a:lnTo>
                    <a:pt x="14" y="12"/>
                  </a:lnTo>
                  <a:lnTo>
                    <a:pt x="14" y="10"/>
                  </a:lnTo>
                  <a:lnTo>
                    <a:pt x="14" y="10"/>
                  </a:lnTo>
                  <a:lnTo>
                    <a:pt x="14" y="10"/>
                  </a:lnTo>
                  <a:lnTo>
                    <a:pt x="17" y="10"/>
                  </a:lnTo>
                  <a:lnTo>
                    <a:pt x="17" y="10"/>
                  </a:lnTo>
                  <a:lnTo>
                    <a:pt x="17" y="7"/>
                  </a:lnTo>
                  <a:lnTo>
                    <a:pt x="17" y="7"/>
                  </a:lnTo>
                  <a:lnTo>
                    <a:pt x="17" y="10"/>
                  </a:lnTo>
                  <a:lnTo>
                    <a:pt x="17" y="10"/>
                  </a:lnTo>
                  <a:lnTo>
                    <a:pt x="17" y="12"/>
                  </a:lnTo>
                  <a:lnTo>
                    <a:pt x="19" y="12"/>
                  </a:lnTo>
                  <a:lnTo>
                    <a:pt x="19" y="12"/>
                  </a:lnTo>
                  <a:lnTo>
                    <a:pt x="19" y="10"/>
                  </a:lnTo>
                  <a:lnTo>
                    <a:pt x="21" y="10"/>
                  </a:lnTo>
                  <a:lnTo>
                    <a:pt x="21" y="10"/>
                  </a:lnTo>
                  <a:lnTo>
                    <a:pt x="21" y="12"/>
                  </a:lnTo>
                  <a:lnTo>
                    <a:pt x="21" y="12"/>
                  </a:lnTo>
                  <a:lnTo>
                    <a:pt x="21" y="12"/>
                  </a:lnTo>
                  <a:lnTo>
                    <a:pt x="21" y="12"/>
                  </a:lnTo>
                  <a:lnTo>
                    <a:pt x="24" y="12"/>
                  </a:lnTo>
                  <a:lnTo>
                    <a:pt x="24" y="12"/>
                  </a:lnTo>
                  <a:lnTo>
                    <a:pt x="24" y="12"/>
                  </a:lnTo>
                  <a:lnTo>
                    <a:pt x="24" y="12"/>
                  </a:lnTo>
                  <a:lnTo>
                    <a:pt x="24" y="10"/>
                  </a:lnTo>
                  <a:lnTo>
                    <a:pt x="24" y="10"/>
                  </a:lnTo>
                  <a:lnTo>
                    <a:pt x="24" y="10"/>
                  </a:lnTo>
                  <a:lnTo>
                    <a:pt x="26" y="10"/>
                  </a:lnTo>
                  <a:lnTo>
                    <a:pt x="26" y="7"/>
                  </a:lnTo>
                  <a:lnTo>
                    <a:pt x="26" y="7"/>
                  </a:lnTo>
                  <a:lnTo>
                    <a:pt x="26" y="5"/>
                  </a:lnTo>
                  <a:lnTo>
                    <a:pt x="26" y="5"/>
                  </a:lnTo>
                  <a:lnTo>
                    <a:pt x="26" y="5"/>
                  </a:lnTo>
                  <a:lnTo>
                    <a:pt x="29" y="5"/>
                  </a:lnTo>
                  <a:lnTo>
                    <a:pt x="29" y="5"/>
                  </a:lnTo>
                  <a:lnTo>
                    <a:pt x="29" y="2"/>
                  </a:lnTo>
                  <a:lnTo>
                    <a:pt x="29" y="2"/>
                  </a:lnTo>
                  <a:lnTo>
                    <a:pt x="31" y="2"/>
                  </a:lnTo>
                  <a:lnTo>
                    <a:pt x="31" y="2"/>
                  </a:lnTo>
                  <a:lnTo>
                    <a:pt x="31" y="2"/>
                  </a:lnTo>
                  <a:lnTo>
                    <a:pt x="31" y="2"/>
                  </a:lnTo>
                  <a:lnTo>
                    <a:pt x="31" y="2"/>
                  </a:lnTo>
                  <a:lnTo>
                    <a:pt x="31" y="0"/>
                  </a:lnTo>
                  <a:lnTo>
                    <a:pt x="33" y="0"/>
                  </a:lnTo>
                  <a:lnTo>
                    <a:pt x="33" y="0"/>
                  </a:lnTo>
                  <a:lnTo>
                    <a:pt x="36" y="0"/>
                  </a:lnTo>
                  <a:lnTo>
                    <a:pt x="36" y="0"/>
                  </a:lnTo>
                  <a:lnTo>
                    <a:pt x="36" y="0"/>
                  </a:lnTo>
                  <a:lnTo>
                    <a:pt x="36"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207"/>
            <p:cNvSpPr>
              <a:spLocks/>
            </p:cNvSpPr>
            <p:nvPr/>
          </p:nvSpPr>
          <p:spPr bwMode="auto">
            <a:xfrm>
              <a:off x="5519738" y="4735513"/>
              <a:ext cx="63500" cy="57150"/>
            </a:xfrm>
            <a:custGeom>
              <a:avLst/>
              <a:gdLst/>
              <a:ahLst/>
              <a:cxnLst>
                <a:cxn ang="0">
                  <a:pos x="36" y="2"/>
                </a:cxn>
                <a:cxn ang="0">
                  <a:pos x="40" y="2"/>
                </a:cxn>
                <a:cxn ang="0">
                  <a:pos x="40" y="2"/>
                </a:cxn>
                <a:cxn ang="0">
                  <a:pos x="40" y="5"/>
                </a:cxn>
                <a:cxn ang="0">
                  <a:pos x="38" y="5"/>
                </a:cxn>
                <a:cxn ang="0">
                  <a:pos x="38" y="7"/>
                </a:cxn>
                <a:cxn ang="0">
                  <a:pos x="40" y="10"/>
                </a:cxn>
                <a:cxn ang="0">
                  <a:pos x="40" y="12"/>
                </a:cxn>
                <a:cxn ang="0">
                  <a:pos x="38" y="14"/>
                </a:cxn>
                <a:cxn ang="0">
                  <a:pos x="38" y="19"/>
                </a:cxn>
                <a:cxn ang="0">
                  <a:pos x="36" y="19"/>
                </a:cxn>
                <a:cxn ang="0">
                  <a:pos x="33" y="21"/>
                </a:cxn>
                <a:cxn ang="0">
                  <a:pos x="31" y="24"/>
                </a:cxn>
                <a:cxn ang="0">
                  <a:pos x="29" y="26"/>
                </a:cxn>
                <a:cxn ang="0">
                  <a:pos x="29" y="28"/>
                </a:cxn>
                <a:cxn ang="0">
                  <a:pos x="26" y="31"/>
                </a:cxn>
                <a:cxn ang="0">
                  <a:pos x="24" y="31"/>
                </a:cxn>
                <a:cxn ang="0">
                  <a:pos x="21" y="31"/>
                </a:cxn>
                <a:cxn ang="0">
                  <a:pos x="17" y="31"/>
                </a:cxn>
                <a:cxn ang="0">
                  <a:pos x="17" y="33"/>
                </a:cxn>
                <a:cxn ang="0">
                  <a:pos x="14" y="33"/>
                </a:cxn>
                <a:cxn ang="0">
                  <a:pos x="10" y="36"/>
                </a:cxn>
                <a:cxn ang="0">
                  <a:pos x="7" y="36"/>
                </a:cxn>
                <a:cxn ang="0">
                  <a:pos x="3" y="36"/>
                </a:cxn>
                <a:cxn ang="0">
                  <a:pos x="3" y="36"/>
                </a:cxn>
                <a:cxn ang="0">
                  <a:pos x="0" y="33"/>
                </a:cxn>
                <a:cxn ang="0">
                  <a:pos x="3" y="31"/>
                </a:cxn>
                <a:cxn ang="0">
                  <a:pos x="3" y="28"/>
                </a:cxn>
                <a:cxn ang="0">
                  <a:pos x="5" y="28"/>
                </a:cxn>
                <a:cxn ang="0">
                  <a:pos x="10" y="28"/>
                </a:cxn>
                <a:cxn ang="0">
                  <a:pos x="10" y="26"/>
                </a:cxn>
                <a:cxn ang="0">
                  <a:pos x="7" y="26"/>
                </a:cxn>
                <a:cxn ang="0">
                  <a:pos x="7" y="24"/>
                </a:cxn>
                <a:cxn ang="0">
                  <a:pos x="7" y="21"/>
                </a:cxn>
                <a:cxn ang="0">
                  <a:pos x="10" y="19"/>
                </a:cxn>
                <a:cxn ang="0">
                  <a:pos x="10" y="14"/>
                </a:cxn>
                <a:cxn ang="0">
                  <a:pos x="10" y="12"/>
                </a:cxn>
                <a:cxn ang="0">
                  <a:pos x="14" y="12"/>
                </a:cxn>
                <a:cxn ang="0">
                  <a:pos x="14" y="10"/>
                </a:cxn>
                <a:cxn ang="0">
                  <a:pos x="17" y="7"/>
                </a:cxn>
                <a:cxn ang="0">
                  <a:pos x="19" y="12"/>
                </a:cxn>
                <a:cxn ang="0">
                  <a:pos x="21" y="10"/>
                </a:cxn>
                <a:cxn ang="0">
                  <a:pos x="21" y="12"/>
                </a:cxn>
                <a:cxn ang="0">
                  <a:pos x="24" y="12"/>
                </a:cxn>
                <a:cxn ang="0">
                  <a:pos x="26" y="10"/>
                </a:cxn>
                <a:cxn ang="0">
                  <a:pos x="26" y="5"/>
                </a:cxn>
                <a:cxn ang="0">
                  <a:pos x="29" y="2"/>
                </a:cxn>
                <a:cxn ang="0">
                  <a:pos x="31" y="2"/>
                </a:cxn>
                <a:cxn ang="0">
                  <a:pos x="33" y="0"/>
                </a:cxn>
                <a:cxn ang="0">
                  <a:pos x="36" y="0"/>
                </a:cxn>
              </a:cxnLst>
              <a:rect l="0" t="0" r="r" b="b"/>
              <a:pathLst>
                <a:path w="40" h="36">
                  <a:moveTo>
                    <a:pt x="36" y="0"/>
                  </a:moveTo>
                  <a:lnTo>
                    <a:pt x="36" y="2"/>
                  </a:lnTo>
                  <a:lnTo>
                    <a:pt x="36" y="2"/>
                  </a:lnTo>
                  <a:lnTo>
                    <a:pt x="36" y="2"/>
                  </a:lnTo>
                  <a:lnTo>
                    <a:pt x="38" y="2"/>
                  </a:lnTo>
                  <a:lnTo>
                    <a:pt x="38" y="2"/>
                  </a:lnTo>
                  <a:lnTo>
                    <a:pt x="38" y="2"/>
                  </a:lnTo>
                  <a:lnTo>
                    <a:pt x="40" y="2"/>
                  </a:lnTo>
                  <a:lnTo>
                    <a:pt x="40" y="0"/>
                  </a:lnTo>
                  <a:lnTo>
                    <a:pt x="40" y="0"/>
                  </a:lnTo>
                  <a:lnTo>
                    <a:pt x="40" y="0"/>
                  </a:lnTo>
                  <a:lnTo>
                    <a:pt x="40" y="2"/>
                  </a:lnTo>
                  <a:lnTo>
                    <a:pt x="40" y="2"/>
                  </a:lnTo>
                  <a:lnTo>
                    <a:pt x="40" y="2"/>
                  </a:lnTo>
                  <a:lnTo>
                    <a:pt x="40" y="5"/>
                  </a:lnTo>
                  <a:lnTo>
                    <a:pt x="40" y="5"/>
                  </a:lnTo>
                  <a:lnTo>
                    <a:pt x="40" y="5"/>
                  </a:lnTo>
                  <a:lnTo>
                    <a:pt x="40" y="5"/>
                  </a:lnTo>
                  <a:lnTo>
                    <a:pt x="40" y="5"/>
                  </a:lnTo>
                  <a:lnTo>
                    <a:pt x="38" y="5"/>
                  </a:lnTo>
                  <a:lnTo>
                    <a:pt x="38" y="5"/>
                  </a:lnTo>
                  <a:lnTo>
                    <a:pt x="38" y="5"/>
                  </a:lnTo>
                  <a:lnTo>
                    <a:pt x="38" y="7"/>
                  </a:lnTo>
                  <a:lnTo>
                    <a:pt x="38" y="7"/>
                  </a:lnTo>
                  <a:lnTo>
                    <a:pt x="38" y="10"/>
                  </a:lnTo>
                  <a:lnTo>
                    <a:pt x="38" y="10"/>
                  </a:lnTo>
                  <a:lnTo>
                    <a:pt x="38" y="10"/>
                  </a:lnTo>
                  <a:lnTo>
                    <a:pt x="40" y="10"/>
                  </a:lnTo>
                  <a:lnTo>
                    <a:pt x="40" y="12"/>
                  </a:lnTo>
                  <a:lnTo>
                    <a:pt x="40" y="12"/>
                  </a:lnTo>
                  <a:lnTo>
                    <a:pt x="40" y="12"/>
                  </a:lnTo>
                  <a:lnTo>
                    <a:pt x="40" y="12"/>
                  </a:lnTo>
                  <a:lnTo>
                    <a:pt x="40" y="12"/>
                  </a:lnTo>
                  <a:lnTo>
                    <a:pt x="40" y="14"/>
                  </a:lnTo>
                  <a:lnTo>
                    <a:pt x="38" y="14"/>
                  </a:lnTo>
                  <a:lnTo>
                    <a:pt x="38" y="14"/>
                  </a:lnTo>
                  <a:lnTo>
                    <a:pt x="38" y="14"/>
                  </a:lnTo>
                  <a:lnTo>
                    <a:pt x="38" y="17"/>
                  </a:lnTo>
                  <a:lnTo>
                    <a:pt x="38" y="17"/>
                  </a:lnTo>
                  <a:lnTo>
                    <a:pt x="38" y="19"/>
                  </a:lnTo>
                  <a:lnTo>
                    <a:pt x="36" y="19"/>
                  </a:lnTo>
                  <a:lnTo>
                    <a:pt x="36" y="19"/>
                  </a:lnTo>
                  <a:lnTo>
                    <a:pt x="36" y="19"/>
                  </a:lnTo>
                  <a:lnTo>
                    <a:pt x="36" y="19"/>
                  </a:lnTo>
                  <a:lnTo>
                    <a:pt x="36" y="21"/>
                  </a:lnTo>
                  <a:lnTo>
                    <a:pt x="33" y="21"/>
                  </a:lnTo>
                  <a:lnTo>
                    <a:pt x="33" y="21"/>
                  </a:lnTo>
                  <a:lnTo>
                    <a:pt x="33" y="21"/>
                  </a:lnTo>
                  <a:lnTo>
                    <a:pt x="33" y="21"/>
                  </a:lnTo>
                  <a:lnTo>
                    <a:pt x="33" y="24"/>
                  </a:lnTo>
                  <a:lnTo>
                    <a:pt x="31" y="24"/>
                  </a:lnTo>
                  <a:lnTo>
                    <a:pt x="31" y="24"/>
                  </a:lnTo>
                  <a:lnTo>
                    <a:pt x="31" y="24"/>
                  </a:lnTo>
                  <a:lnTo>
                    <a:pt x="31" y="24"/>
                  </a:lnTo>
                  <a:lnTo>
                    <a:pt x="31" y="26"/>
                  </a:lnTo>
                  <a:lnTo>
                    <a:pt x="29" y="26"/>
                  </a:lnTo>
                  <a:lnTo>
                    <a:pt x="29" y="26"/>
                  </a:lnTo>
                  <a:lnTo>
                    <a:pt x="29" y="26"/>
                  </a:lnTo>
                  <a:lnTo>
                    <a:pt x="29" y="26"/>
                  </a:lnTo>
                  <a:lnTo>
                    <a:pt x="29" y="28"/>
                  </a:lnTo>
                  <a:lnTo>
                    <a:pt x="29" y="28"/>
                  </a:lnTo>
                  <a:lnTo>
                    <a:pt x="26" y="28"/>
                  </a:lnTo>
                  <a:lnTo>
                    <a:pt x="26" y="31"/>
                  </a:lnTo>
                  <a:lnTo>
                    <a:pt x="26" y="31"/>
                  </a:lnTo>
                  <a:lnTo>
                    <a:pt x="24" y="31"/>
                  </a:lnTo>
                  <a:lnTo>
                    <a:pt x="24" y="31"/>
                  </a:lnTo>
                  <a:lnTo>
                    <a:pt x="24" y="31"/>
                  </a:lnTo>
                  <a:lnTo>
                    <a:pt x="24" y="31"/>
                  </a:lnTo>
                  <a:lnTo>
                    <a:pt x="21" y="31"/>
                  </a:lnTo>
                  <a:lnTo>
                    <a:pt x="21" y="31"/>
                  </a:lnTo>
                  <a:lnTo>
                    <a:pt x="21" y="31"/>
                  </a:lnTo>
                  <a:lnTo>
                    <a:pt x="21" y="31"/>
                  </a:lnTo>
                  <a:lnTo>
                    <a:pt x="19" y="31"/>
                  </a:lnTo>
                  <a:lnTo>
                    <a:pt x="19" y="31"/>
                  </a:lnTo>
                  <a:lnTo>
                    <a:pt x="19" y="31"/>
                  </a:lnTo>
                  <a:lnTo>
                    <a:pt x="17" y="31"/>
                  </a:lnTo>
                  <a:lnTo>
                    <a:pt x="17" y="31"/>
                  </a:lnTo>
                  <a:lnTo>
                    <a:pt x="17" y="31"/>
                  </a:lnTo>
                  <a:lnTo>
                    <a:pt x="17" y="33"/>
                  </a:lnTo>
                  <a:lnTo>
                    <a:pt x="17" y="33"/>
                  </a:lnTo>
                  <a:lnTo>
                    <a:pt x="14" y="33"/>
                  </a:lnTo>
                  <a:lnTo>
                    <a:pt x="14" y="33"/>
                  </a:lnTo>
                  <a:lnTo>
                    <a:pt x="14" y="33"/>
                  </a:lnTo>
                  <a:lnTo>
                    <a:pt x="14" y="33"/>
                  </a:lnTo>
                  <a:lnTo>
                    <a:pt x="14" y="36"/>
                  </a:lnTo>
                  <a:lnTo>
                    <a:pt x="12" y="36"/>
                  </a:lnTo>
                  <a:lnTo>
                    <a:pt x="12" y="36"/>
                  </a:lnTo>
                  <a:lnTo>
                    <a:pt x="10" y="36"/>
                  </a:lnTo>
                  <a:lnTo>
                    <a:pt x="10" y="36"/>
                  </a:lnTo>
                  <a:lnTo>
                    <a:pt x="10" y="36"/>
                  </a:lnTo>
                  <a:lnTo>
                    <a:pt x="7" y="36"/>
                  </a:lnTo>
                  <a:lnTo>
                    <a:pt x="7" y="36"/>
                  </a:lnTo>
                  <a:lnTo>
                    <a:pt x="7" y="36"/>
                  </a:lnTo>
                  <a:lnTo>
                    <a:pt x="5" y="36"/>
                  </a:lnTo>
                  <a:lnTo>
                    <a:pt x="5" y="36"/>
                  </a:lnTo>
                  <a:lnTo>
                    <a:pt x="3" y="36"/>
                  </a:lnTo>
                  <a:lnTo>
                    <a:pt x="3" y="36"/>
                  </a:lnTo>
                  <a:lnTo>
                    <a:pt x="3" y="33"/>
                  </a:lnTo>
                  <a:lnTo>
                    <a:pt x="3" y="33"/>
                  </a:lnTo>
                  <a:lnTo>
                    <a:pt x="3" y="36"/>
                  </a:lnTo>
                  <a:lnTo>
                    <a:pt x="0" y="36"/>
                  </a:lnTo>
                  <a:lnTo>
                    <a:pt x="0" y="33"/>
                  </a:lnTo>
                  <a:lnTo>
                    <a:pt x="0" y="33"/>
                  </a:lnTo>
                  <a:lnTo>
                    <a:pt x="0" y="33"/>
                  </a:lnTo>
                  <a:lnTo>
                    <a:pt x="0" y="33"/>
                  </a:lnTo>
                  <a:lnTo>
                    <a:pt x="0" y="31"/>
                  </a:lnTo>
                  <a:lnTo>
                    <a:pt x="0" y="31"/>
                  </a:lnTo>
                  <a:lnTo>
                    <a:pt x="3" y="31"/>
                  </a:lnTo>
                  <a:lnTo>
                    <a:pt x="3" y="31"/>
                  </a:lnTo>
                  <a:lnTo>
                    <a:pt x="3" y="31"/>
                  </a:lnTo>
                  <a:lnTo>
                    <a:pt x="3" y="28"/>
                  </a:lnTo>
                  <a:lnTo>
                    <a:pt x="3" y="28"/>
                  </a:lnTo>
                  <a:lnTo>
                    <a:pt x="3" y="28"/>
                  </a:lnTo>
                  <a:lnTo>
                    <a:pt x="5" y="28"/>
                  </a:lnTo>
                  <a:lnTo>
                    <a:pt x="5" y="28"/>
                  </a:lnTo>
                  <a:lnTo>
                    <a:pt x="5" y="28"/>
                  </a:lnTo>
                  <a:lnTo>
                    <a:pt x="7" y="28"/>
                  </a:lnTo>
                  <a:lnTo>
                    <a:pt x="7" y="28"/>
                  </a:lnTo>
                  <a:lnTo>
                    <a:pt x="7" y="28"/>
                  </a:lnTo>
                  <a:lnTo>
                    <a:pt x="10" y="28"/>
                  </a:lnTo>
                  <a:lnTo>
                    <a:pt x="10" y="28"/>
                  </a:lnTo>
                  <a:lnTo>
                    <a:pt x="10" y="28"/>
                  </a:lnTo>
                  <a:lnTo>
                    <a:pt x="10" y="26"/>
                  </a:lnTo>
                  <a:lnTo>
                    <a:pt x="10" y="26"/>
                  </a:lnTo>
                  <a:lnTo>
                    <a:pt x="7" y="26"/>
                  </a:lnTo>
                  <a:lnTo>
                    <a:pt x="7" y="28"/>
                  </a:lnTo>
                  <a:lnTo>
                    <a:pt x="7" y="28"/>
                  </a:lnTo>
                  <a:lnTo>
                    <a:pt x="7" y="26"/>
                  </a:lnTo>
                  <a:lnTo>
                    <a:pt x="7" y="26"/>
                  </a:lnTo>
                  <a:lnTo>
                    <a:pt x="7" y="26"/>
                  </a:lnTo>
                  <a:lnTo>
                    <a:pt x="7" y="24"/>
                  </a:lnTo>
                  <a:lnTo>
                    <a:pt x="7" y="24"/>
                  </a:lnTo>
                  <a:lnTo>
                    <a:pt x="7" y="24"/>
                  </a:lnTo>
                  <a:lnTo>
                    <a:pt x="7" y="21"/>
                  </a:lnTo>
                  <a:lnTo>
                    <a:pt x="7" y="21"/>
                  </a:lnTo>
                  <a:lnTo>
                    <a:pt x="7" y="21"/>
                  </a:lnTo>
                  <a:lnTo>
                    <a:pt x="7" y="21"/>
                  </a:lnTo>
                  <a:lnTo>
                    <a:pt x="7" y="19"/>
                  </a:lnTo>
                  <a:lnTo>
                    <a:pt x="10" y="19"/>
                  </a:lnTo>
                  <a:lnTo>
                    <a:pt x="10" y="19"/>
                  </a:lnTo>
                  <a:lnTo>
                    <a:pt x="10" y="17"/>
                  </a:lnTo>
                  <a:lnTo>
                    <a:pt x="10" y="17"/>
                  </a:lnTo>
                  <a:lnTo>
                    <a:pt x="10" y="14"/>
                  </a:lnTo>
                  <a:lnTo>
                    <a:pt x="10" y="14"/>
                  </a:lnTo>
                  <a:lnTo>
                    <a:pt x="10" y="14"/>
                  </a:lnTo>
                  <a:lnTo>
                    <a:pt x="10" y="14"/>
                  </a:lnTo>
                  <a:lnTo>
                    <a:pt x="10" y="12"/>
                  </a:lnTo>
                  <a:lnTo>
                    <a:pt x="10" y="12"/>
                  </a:lnTo>
                  <a:lnTo>
                    <a:pt x="12" y="12"/>
                  </a:lnTo>
                  <a:lnTo>
                    <a:pt x="12" y="12"/>
                  </a:lnTo>
                  <a:lnTo>
                    <a:pt x="14" y="12"/>
                  </a:lnTo>
                  <a:lnTo>
                    <a:pt x="14" y="12"/>
                  </a:lnTo>
                  <a:lnTo>
                    <a:pt x="14" y="12"/>
                  </a:lnTo>
                  <a:lnTo>
                    <a:pt x="14" y="10"/>
                  </a:lnTo>
                  <a:lnTo>
                    <a:pt x="14" y="10"/>
                  </a:lnTo>
                  <a:lnTo>
                    <a:pt x="14" y="10"/>
                  </a:lnTo>
                  <a:lnTo>
                    <a:pt x="17" y="10"/>
                  </a:lnTo>
                  <a:lnTo>
                    <a:pt x="17" y="10"/>
                  </a:lnTo>
                  <a:lnTo>
                    <a:pt x="17" y="7"/>
                  </a:lnTo>
                  <a:lnTo>
                    <a:pt x="17" y="7"/>
                  </a:lnTo>
                  <a:lnTo>
                    <a:pt x="17" y="10"/>
                  </a:lnTo>
                  <a:lnTo>
                    <a:pt x="17" y="10"/>
                  </a:lnTo>
                  <a:lnTo>
                    <a:pt x="17" y="12"/>
                  </a:lnTo>
                  <a:lnTo>
                    <a:pt x="19" y="12"/>
                  </a:lnTo>
                  <a:lnTo>
                    <a:pt x="19" y="12"/>
                  </a:lnTo>
                  <a:lnTo>
                    <a:pt x="19" y="10"/>
                  </a:lnTo>
                  <a:lnTo>
                    <a:pt x="21" y="10"/>
                  </a:lnTo>
                  <a:lnTo>
                    <a:pt x="21" y="10"/>
                  </a:lnTo>
                  <a:lnTo>
                    <a:pt x="21" y="12"/>
                  </a:lnTo>
                  <a:lnTo>
                    <a:pt x="21" y="12"/>
                  </a:lnTo>
                  <a:lnTo>
                    <a:pt x="21" y="12"/>
                  </a:lnTo>
                  <a:lnTo>
                    <a:pt x="21" y="12"/>
                  </a:lnTo>
                  <a:lnTo>
                    <a:pt x="24" y="12"/>
                  </a:lnTo>
                  <a:lnTo>
                    <a:pt x="24" y="12"/>
                  </a:lnTo>
                  <a:lnTo>
                    <a:pt x="24" y="12"/>
                  </a:lnTo>
                  <a:lnTo>
                    <a:pt x="24" y="12"/>
                  </a:lnTo>
                  <a:lnTo>
                    <a:pt x="24" y="10"/>
                  </a:lnTo>
                  <a:lnTo>
                    <a:pt x="24" y="10"/>
                  </a:lnTo>
                  <a:lnTo>
                    <a:pt x="24" y="10"/>
                  </a:lnTo>
                  <a:lnTo>
                    <a:pt x="26" y="10"/>
                  </a:lnTo>
                  <a:lnTo>
                    <a:pt x="26" y="7"/>
                  </a:lnTo>
                  <a:lnTo>
                    <a:pt x="26" y="7"/>
                  </a:lnTo>
                  <a:lnTo>
                    <a:pt x="26" y="5"/>
                  </a:lnTo>
                  <a:lnTo>
                    <a:pt x="26" y="5"/>
                  </a:lnTo>
                  <a:lnTo>
                    <a:pt x="26" y="5"/>
                  </a:lnTo>
                  <a:lnTo>
                    <a:pt x="29" y="5"/>
                  </a:lnTo>
                  <a:lnTo>
                    <a:pt x="29" y="5"/>
                  </a:lnTo>
                  <a:lnTo>
                    <a:pt x="29" y="2"/>
                  </a:lnTo>
                  <a:lnTo>
                    <a:pt x="29" y="2"/>
                  </a:lnTo>
                  <a:lnTo>
                    <a:pt x="31" y="2"/>
                  </a:lnTo>
                  <a:lnTo>
                    <a:pt x="31" y="2"/>
                  </a:lnTo>
                  <a:lnTo>
                    <a:pt x="31" y="2"/>
                  </a:lnTo>
                  <a:lnTo>
                    <a:pt x="31" y="2"/>
                  </a:lnTo>
                  <a:lnTo>
                    <a:pt x="31" y="2"/>
                  </a:lnTo>
                  <a:lnTo>
                    <a:pt x="31" y="0"/>
                  </a:lnTo>
                  <a:lnTo>
                    <a:pt x="33" y="0"/>
                  </a:lnTo>
                  <a:lnTo>
                    <a:pt x="33" y="0"/>
                  </a:lnTo>
                  <a:lnTo>
                    <a:pt x="36" y="0"/>
                  </a:lnTo>
                  <a:lnTo>
                    <a:pt x="36" y="0"/>
                  </a:lnTo>
                  <a:lnTo>
                    <a:pt x="36" y="0"/>
                  </a:lnTo>
                  <a:lnTo>
                    <a:pt x="36"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208"/>
            <p:cNvSpPr>
              <a:spLocks/>
            </p:cNvSpPr>
            <p:nvPr/>
          </p:nvSpPr>
          <p:spPr bwMode="auto">
            <a:xfrm>
              <a:off x="5294313" y="4697413"/>
              <a:ext cx="90488" cy="41275"/>
            </a:xfrm>
            <a:custGeom>
              <a:avLst/>
              <a:gdLst/>
              <a:ahLst/>
              <a:cxnLst>
                <a:cxn ang="0">
                  <a:pos x="19" y="3"/>
                </a:cxn>
                <a:cxn ang="0">
                  <a:pos x="24" y="3"/>
                </a:cxn>
                <a:cxn ang="0">
                  <a:pos x="26" y="0"/>
                </a:cxn>
                <a:cxn ang="0">
                  <a:pos x="29" y="0"/>
                </a:cxn>
                <a:cxn ang="0">
                  <a:pos x="31" y="0"/>
                </a:cxn>
                <a:cxn ang="0">
                  <a:pos x="33" y="3"/>
                </a:cxn>
                <a:cxn ang="0">
                  <a:pos x="33" y="5"/>
                </a:cxn>
                <a:cxn ang="0">
                  <a:pos x="36" y="7"/>
                </a:cxn>
                <a:cxn ang="0">
                  <a:pos x="38" y="5"/>
                </a:cxn>
                <a:cxn ang="0">
                  <a:pos x="40" y="5"/>
                </a:cxn>
                <a:cxn ang="0">
                  <a:pos x="43" y="5"/>
                </a:cxn>
                <a:cxn ang="0">
                  <a:pos x="45" y="7"/>
                </a:cxn>
                <a:cxn ang="0">
                  <a:pos x="50" y="5"/>
                </a:cxn>
                <a:cxn ang="0">
                  <a:pos x="50" y="5"/>
                </a:cxn>
                <a:cxn ang="0">
                  <a:pos x="52" y="3"/>
                </a:cxn>
                <a:cxn ang="0">
                  <a:pos x="52" y="3"/>
                </a:cxn>
                <a:cxn ang="0">
                  <a:pos x="52" y="5"/>
                </a:cxn>
                <a:cxn ang="0">
                  <a:pos x="52" y="7"/>
                </a:cxn>
                <a:cxn ang="0">
                  <a:pos x="52" y="7"/>
                </a:cxn>
                <a:cxn ang="0">
                  <a:pos x="52" y="12"/>
                </a:cxn>
                <a:cxn ang="0">
                  <a:pos x="52" y="12"/>
                </a:cxn>
                <a:cxn ang="0">
                  <a:pos x="55" y="15"/>
                </a:cxn>
                <a:cxn ang="0">
                  <a:pos x="55" y="17"/>
                </a:cxn>
                <a:cxn ang="0">
                  <a:pos x="52" y="17"/>
                </a:cxn>
                <a:cxn ang="0">
                  <a:pos x="50" y="19"/>
                </a:cxn>
                <a:cxn ang="0">
                  <a:pos x="50" y="22"/>
                </a:cxn>
                <a:cxn ang="0">
                  <a:pos x="48" y="19"/>
                </a:cxn>
                <a:cxn ang="0">
                  <a:pos x="43" y="19"/>
                </a:cxn>
                <a:cxn ang="0">
                  <a:pos x="40" y="22"/>
                </a:cxn>
                <a:cxn ang="0">
                  <a:pos x="38" y="22"/>
                </a:cxn>
                <a:cxn ang="0">
                  <a:pos x="36" y="19"/>
                </a:cxn>
                <a:cxn ang="0">
                  <a:pos x="36" y="19"/>
                </a:cxn>
                <a:cxn ang="0">
                  <a:pos x="33" y="22"/>
                </a:cxn>
                <a:cxn ang="0">
                  <a:pos x="31" y="22"/>
                </a:cxn>
                <a:cxn ang="0">
                  <a:pos x="29" y="22"/>
                </a:cxn>
                <a:cxn ang="0">
                  <a:pos x="26" y="24"/>
                </a:cxn>
                <a:cxn ang="0">
                  <a:pos x="24" y="24"/>
                </a:cxn>
                <a:cxn ang="0">
                  <a:pos x="19" y="24"/>
                </a:cxn>
                <a:cxn ang="0">
                  <a:pos x="17" y="26"/>
                </a:cxn>
                <a:cxn ang="0">
                  <a:pos x="14" y="26"/>
                </a:cxn>
                <a:cxn ang="0">
                  <a:pos x="12" y="26"/>
                </a:cxn>
                <a:cxn ang="0">
                  <a:pos x="10" y="26"/>
                </a:cxn>
                <a:cxn ang="0">
                  <a:pos x="7" y="26"/>
                </a:cxn>
                <a:cxn ang="0">
                  <a:pos x="5" y="26"/>
                </a:cxn>
                <a:cxn ang="0">
                  <a:pos x="3" y="26"/>
                </a:cxn>
                <a:cxn ang="0">
                  <a:pos x="3" y="22"/>
                </a:cxn>
                <a:cxn ang="0">
                  <a:pos x="3" y="19"/>
                </a:cxn>
                <a:cxn ang="0">
                  <a:pos x="3" y="17"/>
                </a:cxn>
                <a:cxn ang="0">
                  <a:pos x="3" y="15"/>
                </a:cxn>
                <a:cxn ang="0">
                  <a:pos x="5" y="12"/>
                </a:cxn>
                <a:cxn ang="0">
                  <a:pos x="5" y="10"/>
                </a:cxn>
                <a:cxn ang="0">
                  <a:pos x="10" y="7"/>
                </a:cxn>
                <a:cxn ang="0">
                  <a:pos x="12" y="7"/>
                </a:cxn>
                <a:cxn ang="0">
                  <a:pos x="14" y="7"/>
                </a:cxn>
                <a:cxn ang="0">
                  <a:pos x="17" y="10"/>
                </a:cxn>
                <a:cxn ang="0">
                  <a:pos x="17" y="7"/>
                </a:cxn>
              </a:cxnLst>
              <a:rect l="0" t="0" r="r" b="b"/>
              <a:pathLst>
                <a:path w="57" h="26">
                  <a:moveTo>
                    <a:pt x="17" y="3"/>
                  </a:moveTo>
                  <a:lnTo>
                    <a:pt x="19" y="3"/>
                  </a:lnTo>
                  <a:lnTo>
                    <a:pt x="19" y="3"/>
                  </a:lnTo>
                  <a:lnTo>
                    <a:pt x="19" y="3"/>
                  </a:lnTo>
                  <a:lnTo>
                    <a:pt x="19" y="3"/>
                  </a:lnTo>
                  <a:lnTo>
                    <a:pt x="21" y="3"/>
                  </a:lnTo>
                  <a:lnTo>
                    <a:pt x="21" y="3"/>
                  </a:lnTo>
                  <a:lnTo>
                    <a:pt x="24" y="3"/>
                  </a:lnTo>
                  <a:lnTo>
                    <a:pt x="24" y="0"/>
                  </a:lnTo>
                  <a:lnTo>
                    <a:pt x="24" y="0"/>
                  </a:lnTo>
                  <a:lnTo>
                    <a:pt x="24" y="0"/>
                  </a:lnTo>
                  <a:lnTo>
                    <a:pt x="26" y="0"/>
                  </a:lnTo>
                  <a:lnTo>
                    <a:pt x="26" y="0"/>
                  </a:lnTo>
                  <a:lnTo>
                    <a:pt x="26" y="0"/>
                  </a:lnTo>
                  <a:lnTo>
                    <a:pt x="26" y="0"/>
                  </a:lnTo>
                  <a:lnTo>
                    <a:pt x="29" y="0"/>
                  </a:lnTo>
                  <a:lnTo>
                    <a:pt x="29" y="0"/>
                  </a:lnTo>
                  <a:lnTo>
                    <a:pt x="29" y="0"/>
                  </a:lnTo>
                  <a:lnTo>
                    <a:pt x="31" y="0"/>
                  </a:lnTo>
                  <a:lnTo>
                    <a:pt x="31" y="0"/>
                  </a:lnTo>
                  <a:lnTo>
                    <a:pt x="31" y="0"/>
                  </a:lnTo>
                  <a:lnTo>
                    <a:pt x="31" y="3"/>
                  </a:lnTo>
                  <a:lnTo>
                    <a:pt x="33" y="3"/>
                  </a:lnTo>
                  <a:lnTo>
                    <a:pt x="33" y="3"/>
                  </a:lnTo>
                  <a:lnTo>
                    <a:pt x="33" y="5"/>
                  </a:lnTo>
                  <a:lnTo>
                    <a:pt x="33" y="5"/>
                  </a:lnTo>
                  <a:lnTo>
                    <a:pt x="33" y="5"/>
                  </a:lnTo>
                  <a:lnTo>
                    <a:pt x="33" y="5"/>
                  </a:lnTo>
                  <a:lnTo>
                    <a:pt x="33" y="7"/>
                  </a:lnTo>
                  <a:lnTo>
                    <a:pt x="33" y="7"/>
                  </a:lnTo>
                  <a:lnTo>
                    <a:pt x="36" y="7"/>
                  </a:lnTo>
                  <a:lnTo>
                    <a:pt x="36" y="7"/>
                  </a:lnTo>
                  <a:lnTo>
                    <a:pt x="36" y="7"/>
                  </a:lnTo>
                  <a:lnTo>
                    <a:pt x="38" y="7"/>
                  </a:lnTo>
                  <a:lnTo>
                    <a:pt x="38" y="5"/>
                  </a:lnTo>
                  <a:lnTo>
                    <a:pt x="38" y="5"/>
                  </a:lnTo>
                  <a:lnTo>
                    <a:pt x="38" y="5"/>
                  </a:lnTo>
                  <a:lnTo>
                    <a:pt x="38" y="5"/>
                  </a:lnTo>
                  <a:lnTo>
                    <a:pt x="40" y="5"/>
                  </a:lnTo>
                  <a:lnTo>
                    <a:pt x="40" y="5"/>
                  </a:lnTo>
                  <a:lnTo>
                    <a:pt x="40" y="5"/>
                  </a:lnTo>
                  <a:lnTo>
                    <a:pt x="43" y="5"/>
                  </a:lnTo>
                  <a:lnTo>
                    <a:pt x="43" y="5"/>
                  </a:lnTo>
                  <a:lnTo>
                    <a:pt x="43" y="5"/>
                  </a:lnTo>
                  <a:lnTo>
                    <a:pt x="43" y="7"/>
                  </a:lnTo>
                  <a:lnTo>
                    <a:pt x="45" y="7"/>
                  </a:lnTo>
                  <a:lnTo>
                    <a:pt x="45" y="7"/>
                  </a:lnTo>
                  <a:lnTo>
                    <a:pt x="45" y="7"/>
                  </a:lnTo>
                  <a:lnTo>
                    <a:pt x="45" y="5"/>
                  </a:lnTo>
                  <a:lnTo>
                    <a:pt x="48" y="5"/>
                  </a:lnTo>
                  <a:lnTo>
                    <a:pt x="48" y="5"/>
                  </a:lnTo>
                  <a:lnTo>
                    <a:pt x="50" y="5"/>
                  </a:lnTo>
                  <a:lnTo>
                    <a:pt x="50" y="5"/>
                  </a:lnTo>
                  <a:lnTo>
                    <a:pt x="50" y="7"/>
                  </a:lnTo>
                  <a:lnTo>
                    <a:pt x="50" y="7"/>
                  </a:lnTo>
                  <a:lnTo>
                    <a:pt x="50" y="5"/>
                  </a:lnTo>
                  <a:lnTo>
                    <a:pt x="50" y="5"/>
                  </a:lnTo>
                  <a:lnTo>
                    <a:pt x="50" y="3"/>
                  </a:lnTo>
                  <a:lnTo>
                    <a:pt x="50" y="3"/>
                  </a:lnTo>
                  <a:lnTo>
                    <a:pt x="52" y="3"/>
                  </a:lnTo>
                  <a:lnTo>
                    <a:pt x="52" y="0"/>
                  </a:lnTo>
                  <a:lnTo>
                    <a:pt x="52" y="0"/>
                  </a:lnTo>
                  <a:lnTo>
                    <a:pt x="52" y="3"/>
                  </a:lnTo>
                  <a:lnTo>
                    <a:pt x="52" y="3"/>
                  </a:lnTo>
                  <a:lnTo>
                    <a:pt x="52" y="3"/>
                  </a:lnTo>
                  <a:lnTo>
                    <a:pt x="55" y="3"/>
                  </a:lnTo>
                  <a:lnTo>
                    <a:pt x="55" y="5"/>
                  </a:lnTo>
                  <a:lnTo>
                    <a:pt x="52" y="5"/>
                  </a:lnTo>
                  <a:lnTo>
                    <a:pt x="52" y="5"/>
                  </a:lnTo>
                  <a:lnTo>
                    <a:pt x="52" y="7"/>
                  </a:lnTo>
                  <a:lnTo>
                    <a:pt x="52" y="7"/>
                  </a:lnTo>
                  <a:lnTo>
                    <a:pt x="52" y="7"/>
                  </a:lnTo>
                  <a:lnTo>
                    <a:pt x="52" y="7"/>
                  </a:lnTo>
                  <a:lnTo>
                    <a:pt x="50" y="7"/>
                  </a:lnTo>
                  <a:lnTo>
                    <a:pt x="50" y="7"/>
                  </a:lnTo>
                  <a:lnTo>
                    <a:pt x="52" y="7"/>
                  </a:lnTo>
                  <a:lnTo>
                    <a:pt x="52" y="10"/>
                  </a:lnTo>
                  <a:lnTo>
                    <a:pt x="52" y="10"/>
                  </a:lnTo>
                  <a:lnTo>
                    <a:pt x="52" y="10"/>
                  </a:lnTo>
                  <a:lnTo>
                    <a:pt x="52" y="12"/>
                  </a:lnTo>
                  <a:lnTo>
                    <a:pt x="52" y="12"/>
                  </a:lnTo>
                  <a:lnTo>
                    <a:pt x="52" y="15"/>
                  </a:lnTo>
                  <a:lnTo>
                    <a:pt x="52" y="15"/>
                  </a:lnTo>
                  <a:lnTo>
                    <a:pt x="52" y="12"/>
                  </a:lnTo>
                  <a:lnTo>
                    <a:pt x="55" y="12"/>
                  </a:lnTo>
                  <a:lnTo>
                    <a:pt x="55" y="12"/>
                  </a:lnTo>
                  <a:lnTo>
                    <a:pt x="55" y="15"/>
                  </a:lnTo>
                  <a:lnTo>
                    <a:pt x="55" y="15"/>
                  </a:lnTo>
                  <a:lnTo>
                    <a:pt x="57" y="15"/>
                  </a:lnTo>
                  <a:lnTo>
                    <a:pt x="57" y="17"/>
                  </a:lnTo>
                  <a:lnTo>
                    <a:pt x="57" y="17"/>
                  </a:lnTo>
                  <a:lnTo>
                    <a:pt x="55" y="17"/>
                  </a:lnTo>
                  <a:lnTo>
                    <a:pt x="55" y="17"/>
                  </a:lnTo>
                  <a:lnTo>
                    <a:pt x="55" y="17"/>
                  </a:lnTo>
                  <a:lnTo>
                    <a:pt x="52" y="17"/>
                  </a:lnTo>
                  <a:lnTo>
                    <a:pt x="52" y="17"/>
                  </a:lnTo>
                  <a:lnTo>
                    <a:pt x="52" y="17"/>
                  </a:lnTo>
                  <a:lnTo>
                    <a:pt x="50" y="17"/>
                  </a:lnTo>
                  <a:lnTo>
                    <a:pt x="50" y="17"/>
                  </a:lnTo>
                  <a:lnTo>
                    <a:pt x="50" y="19"/>
                  </a:lnTo>
                  <a:lnTo>
                    <a:pt x="50" y="19"/>
                  </a:lnTo>
                  <a:lnTo>
                    <a:pt x="50" y="19"/>
                  </a:lnTo>
                  <a:lnTo>
                    <a:pt x="50" y="19"/>
                  </a:lnTo>
                  <a:lnTo>
                    <a:pt x="50" y="22"/>
                  </a:lnTo>
                  <a:lnTo>
                    <a:pt x="50" y="22"/>
                  </a:lnTo>
                  <a:lnTo>
                    <a:pt x="48" y="22"/>
                  </a:lnTo>
                  <a:lnTo>
                    <a:pt x="48" y="22"/>
                  </a:lnTo>
                  <a:lnTo>
                    <a:pt x="48" y="19"/>
                  </a:lnTo>
                  <a:lnTo>
                    <a:pt x="45" y="19"/>
                  </a:lnTo>
                  <a:lnTo>
                    <a:pt x="45" y="19"/>
                  </a:lnTo>
                  <a:lnTo>
                    <a:pt x="45" y="19"/>
                  </a:lnTo>
                  <a:lnTo>
                    <a:pt x="43" y="19"/>
                  </a:lnTo>
                  <a:lnTo>
                    <a:pt x="43" y="19"/>
                  </a:lnTo>
                  <a:lnTo>
                    <a:pt x="43" y="22"/>
                  </a:lnTo>
                  <a:lnTo>
                    <a:pt x="43" y="22"/>
                  </a:lnTo>
                  <a:lnTo>
                    <a:pt x="40" y="22"/>
                  </a:lnTo>
                  <a:lnTo>
                    <a:pt x="40" y="22"/>
                  </a:lnTo>
                  <a:lnTo>
                    <a:pt x="40" y="22"/>
                  </a:lnTo>
                  <a:lnTo>
                    <a:pt x="38" y="22"/>
                  </a:lnTo>
                  <a:lnTo>
                    <a:pt x="38" y="22"/>
                  </a:lnTo>
                  <a:lnTo>
                    <a:pt x="38" y="22"/>
                  </a:lnTo>
                  <a:lnTo>
                    <a:pt x="38" y="22"/>
                  </a:lnTo>
                  <a:lnTo>
                    <a:pt x="36" y="22"/>
                  </a:lnTo>
                  <a:lnTo>
                    <a:pt x="36" y="19"/>
                  </a:lnTo>
                  <a:lnTo>
                    <a:pt x="36" y="19"/>
                  </a:lnTo>
                  <a:lnTo>
                    <a:pt x="36" y="17"/>
                  </a:lnTo>
                  <a:lnTo>
                    <a:pt x="36" y="17"/>
                  </a:lnTo>
                  <a:lnTo>
                    <a:pt x="36" y="19"/>
                  </a:lnTo>
                  <a:lnTo>
                    <a:pt x="33" y="19"/>
                  </a:lnTo>
                  <a:lnTo>
                    <a:pt x="33" y="19"/>
                  </a:lnTo>
                  <a:lnTo>
                    <a:pt x="33" y="19"/>
                  </a:lnTo>
                  <a:lnTo>
                    <a:pt x="33" y="22"/>
                  </a:lnTo>
                  <a:lnTo>
                    <a:pt x="33" y="22"/>
                  </a:lnTo>
                  <a:lnTo>
                    <a:pt x="31" y="22"/>
                  </a:lnTo>
                  <a:lnTo>
                    <a:pt x="31" y="22"/>
                  </a:lnTo>
                  <a:lnTo>
                    <a:pt x="31" y="22"/>
                  </a:lnTo>
                  <a:lnTo>
                    <a:pt x="31" y="22"/>
                  </a:lnTo>
                  <a:lnTo>
                    <a:pt x="31" y="22"/>
                  </a:lnTo>
                  <a:lnTo>
                    <a:pt x="29" y="22"/>
                  </a:lnTo>
                  <a:lnTo>
                    <a:pt x="29" y="22"/>
                  </a:lnTo>
                  <a:lnTo>
                    <a:pt x="29" y="22"/>
                  </a:lnTo>
                  <a:lnTo>
                    <a:pt x="26" y="22"/>
                  </a:lnTo>
                  <a:lnTo>
                    <a:pt x="26" y="24"/>
                  </a:lnTo>
                  <a:lnTo>
                    <a:pt x="26" y="24"/>
                  </a:lnTo>
                  <a:lnTo>
                    <a:pt x="26" y="24"/>
                  </a:lnTo>
                  <a:lnTo>
                    <a:pt x="24" y="24"/>
                  </a:lnTo>
                  <a:lnTo>
                    <a:pt x="24" y="24"/>
                  </a:lnTo>
                  <a:lnTo>
                    <a:pt x="24" y="24"/>
                  </a:lnTo>
                  <a:lnTo>
                    <a:pt x="21" y="24"/>
                  </a:lnTo>
                  <a:lnTo>
                    <a:pt x="21" y="24"/>
                  </a:lnTo>
                  <a:lnTo>
                    <a:pt x="21" y="24"/>
                  </a:lnTo>
                  <a:lnTo>
                    <a:pt x="19" y="24"/>
                  </a:lnTo>
                  <a:lnTo>
                    <a:pt x="19" y="26"/>
                  </a:lnTo>
                  <a:lnTo>
                    <a:pt x="19" y="26"/>
                  </a:lnTo>
                  <a:lnTo>
                    <a:pt x="19" y="26"/>
                  </a:lnTo>
                  <a:lnTo>
                    <a:pt x="17" y="26"/>
                  </a:lnTo>
                  <a:lnTo>
                    <a:pt x="17" y="26"/>
                  </a:lnTo>
                  <a:lnTo>
                    <a:pt x="17" y="26"/>
                  </a:lnTo>
                  <a:lnTo>
                    <a:pt x="17" y="26"/>
                  </a:lnTo>
                  <a:lnTo>
                    <a:pt x="14" y="26"/>
                  </a:lnTo>
                  <a:lnTo>
                    <a:pt x="14" y="26"/>
                  </a:lnTo>
                  <a:lnTo>
                    <a:pt x="12" y="26"/>
                  </a:lnTo>
                  <a:lnTo>
                    <a:pt x="12" y="26"/>
                  </a:lnTo>
                  <a:lnTo>
                    <a:pt x="12" y="26"/>
                  </a:lnTo>
                  <a:lnTo>
                    <a:pt x="12" y="26"/>
                  </a:lnTo>
                  <a:lnTo>
                    <a:pt x="12" y="26"/>
                  </a:lnTo>
                  <a:lnTo>
                    <a:pt x="12" y="26"/>
                  </a:lnTo>
                  <a:lnTo>
                    <a:pt x="10" y="26"/>
                  </a:lnTo>
                  <a:lnTo>
                    <a:pt x="10" y="26"/>
                  </a:lnTo>
                  <a:lnTo>
                    <a:pt x="10" y="26"/>
                  </a:lnTo>
                  <a:lnTo>
                    <a:pt x="7" y="26"/>
                  </a:lnTo>
                  <a:lnTo>
                    <a:pt x="7" y="26"/>
                  </a:lnTo>
                  <a:lnTo>
                    <a:pt x="7" y="26"/>
                  </a:lnTo>
                  <a:lnTo>
                    <a:pt x="5" y="26"/>
                  </a:lnTo>
                  <a:lnTo>
                    <a:pt x="5" y="26"/>
                  </a:lnTo>
                  <a:lnTo>
                    <a:pt x="5" y="26"/>
                  </a:lnTo>
                  <a:lnTo>
                    <a:pt x="3" y="26"/>
                  </a:lnTo>
                  <a:lnTo>
                    <a:pt x="3" y="26"/>
                  </a:lnTo>
                  <a:lnTo>
                    <a:pt x="3" y="26"/>
                  </a:lnTo>
                  <a:lnTo>
                    <a:pt x="3" y="26"/>
                  </a:lnTo>
                  <a:lnTo>
                    <a:pt x="3" y="24"/>
                  </a:lnTo>
                  <a:lnTo>
                    <a:pt x="3" y="24"/>
                  </a:lnTo>
                  <a:lnTo>
                    <a:pt x="3" y="22"/>
                  </a:lnTo>
                  <a:lnTo>
                    <a:pt x="3" y="22"/>
                  </a:lnTo>
                  <a:lnTo>
                    <a:pt x="3" y="19"/>
                  </a:lnTo>
                  <a:lnTo>
                    <a:pt x="3" y="19"/>
                  </a:lnTo>
                  <a:lnTo>
                    <a:pt x="3" y="19"/>
                  </a:lnTo>
                  <a:lnTo>
                    <a:pt x="3" y="19"/>
                  </a:lnTo>
                  <a:lnTo>
                    <a:pt x="3" y="17"/>
                  </a:lnTo>
                  <a:lnTo>
                    <a:pt x="0" y="17"/>
                  </a:lnTo>
                  <a:lnTo>
                    <a:pt x="0" y="17"/>
                  </a:lnTo>
                  <a:lnTo>
                    <a:pt x="3" y="17"/>
                  </a:lnTo>
                  <a:lnTo>
                    <a:pt x="3" y="17"/>
                  </a:lnTo>
                  <a:lnTo>
                    <a:pt x="3" y="15"/>
                  </a:lnTo>
                  <a:lnTo>
                    <a:pt x="3" y="15"/>
                  </a:lnTo>
                  <a:lnTo>
                    <a:pt x="3" y="15"/>
                  </a:lnTo>
                  <a:lnTo>
                    <a:pt x="3" y="12"/>
                  </a:lnTo>
                  <a:lnTo>
                    <a:pt x="3" y="12"/>
                  </a:lnTo>
                  <a:lnTo>
                    <a:pt x="3" y="12"/>
                  </a:lnTo>
                  <a:lnTo>
                    <a:pt x="5" y="12"/>
                  </a:lnTo>
                  <a:lnTo>
                    <a:pt x="5" y="10"/>
                  </a:lnTo>
                  <a:lnTo>
                    <a:pt x="5" y="10"/>
                  </a:lnTo>
                  <a:lnTo>
                    <a:pt x="5" y="10"/>
                  </a:lnTo>
                  <a:lnTo>
                    <a:pt x="5" y="10"/>
                  </a:lnTo>
                  <a:lnTo>
                    <a:pt x="7" y="10"/>
                  </a:lnTo>
                  <a:lnTo>
                    <a:pt x="7" y="7"/>
                  </a:lnTo>
                  <a:lnTo>
                    <a:pt x="7" y="7"/>
                  </a:lnTo>
                  <a:lnTo>
                    <a:pt x="10" y="7"/>
                  </a:lnTo>
                  <a:lnTo>
                    <a:pt x="10" y="7"/>
                  </a:lnTo>
                  <a:lnTo>
                    <a:pt x="10" y="7"/>
                  </a:lnTo>
                  <a:lnTo>
                    <a:pt x="10" y="7"/>
                  </a:lnTo>
                  <a:lnTo>
                    <a:pt x="12" y="7"/>
                  </a:lnTo>
                  <a:lnTo>
                    <a:pt x="12" y="7"/>
                  </a:lnTo>
                  <a:lnTo>
                    <a:pt x="12" y="7"/>
                  </a:lnTo>
                  <a:lnTo>
                    <a:pt x="12" y="7"/>
                  </a:lnTo>
                  <a:lnTo>
                    <a:pt x="14" y="7"/>
                  </a:lnTo>
                  <a:lnTo>
                    <a:pt x="14" y="10"/>
                  </a:lnTo>
                  <a:lnTo>
                    <a:pt x="14" y="10"/>
                  </a:lnTo>
                  <a:lnTo>
                    <a:pt x="17" y="10"/>
                  </a:lnTo>
                  <a:lnTo>
                    <a:pt x="17" y="10"/>
                  </a:lnTo>
                  <a:lnTo>
                    <a:pt x="17" y="7"/>
                  </a:lnTo>
                  <a:lnTo>
                    <a:pt x="17" y="7"/>
                  </a:lnTo>
                  <a:lnTo>
                    <a:pt x="17" y="7"/>
                  </a:lnTo>
                  <a:lnTo>
                    <a:pt x="17" y="7"/>
                  </a:lnTo>
                  <a:lnTo>
                    <a:pt x="17" y="5"/>
                  </a:lnTo>
                  <a:lnTo>
                    <a:pt x="17" y="5"/>
                  </a:lnTo>
                  <a:lnTo>
                    <a:pt x="17"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209"/>
            <p:cNvSpPr>
              <a:spLocks/>
            </p:cNvSpPr>
            <p:nvPr/>
          </p:nvSpPr>
          <p:spPr bwMode="auto">
            <a:xfrm>
              <a:off x="5294313" y="4697413"/>
              <a:ext cx="90488" cy="41275"/>
            </a:xfrm>
            <a:custGeom>
              <a:avLst/>
              <a:gdLst/>
              <a:ahLst/>
              <a:cxnLst>
                <a:cxn ang="0">
                  <a:pos x="19" y="3"/>
                </a:cxn>
                <a:cxn ang="0">
                  <a:pos x="24" y="3"/>
                </a:cxn>
                <a:cxn ang="0">
                  <a:pos x="26" y="0"/>
                </a:cxn>
                <a:cxn ang="0">
                  <a:pos x="29" y="0"/>
                </a:cxn>
                <a:cxn ang="0">
                  <a:pos x="31" y="0"/>
                </a:cxn>
                <a:cxn ang="0">
                  <a:pos x="33" y="3"/>
                </a:cxn>
                <a:cxn ang="0">
                  <a:pos x="33" y="5"/>
                </a:cxn>
                <a:cxn ang="0">
                  <a:pos x="36" y="7"/>
                </a:cxn>
                <a:cxn ang="0">
                  <a:pos x="38" y="5"/>
                </a:cxn>
                <a:cxn ang="0">
                  <a:pos x="40" y="5"/>
                </a:cxn>
                <a:cxn ang="0">
                  <a:pos x="43" y="5"/>
                </a:cxn>
                <a:cxn ang="0">
                  <a:pos x="45" y="7"/>
                </a:cxn>
                <a:cxn ang="0">
                  <a:pos x="50" y="5"/>
                </a:cxn>
                <a:cxn ang="0">
                  <a:pos x="50" y="5"/>
                </a:cxn>
                <a:cxn ang="0">
                  <a:pos x="52" y="3"/>
                </a:cxn>
                <a:cxn ang="0">
                  <a:pos x="52" y="3"/>
                </a:cxn>
                <a:cxn ang="0">
                  <a:pos x="52" y="5"/>
                </a:cxn>
                <a:cxn ang="0">
                  <a:pos x="52" y="7"/>
                </a:cxn>
                <a:cxn ang="0">
                  <a:pos x="52" y="7"/>
                </a:cxn>
                <a:cxn ang="0">
                  <a:pos x="52" y="12"/>
                </a:cxn>
                <a:cxn ang="0">
                  <a:pos x="52" y="12"/>
                </a:cxn>
                <a:cxn ang="0">
                  <a:pos x="55" y="15"/>
                </a:cxn>
                <a:cxn ang="0">
                  <a:pos x="55" y="17"/>
                </a:cxn>
                <a:cxn ang="0">
                  <a:pos x="52" y="17"/>
                </a:cxn>
                <a:cxn ang="0">
                  <a:pos x="50" y="19"/>
                </a:cxn>
                <a:cxn ang="0">
                  <a:pos x="50" y="22"/>
                </a:cxn>
                <a:cxn ang="0">
                  <a:pos x="48" y="19"/>
                </a:cxn>
                <a:cxn ang="0">
                  <a:pos x="43" y="19"/>
                </a:cxn>
                <a:cxn ang="0">
                  <a:pos x="40" y="22"/>
                </a:cxn>
                <a:cxn ang="0">
                  <a:pos x="38" y="22"/>
                </a:cxn>
                <a:cxn ang="0">
                  <a:pos x="36" y="19"/>
                </a:cxn>
                <a:cxn ang="0">
                  <a:pos x="36" y="19"/>
                </a:cxn>
                <a:cxn ang="0">
                  <a:pos x="33" y="22"/>
                </a:cxn>
                <a:cxn ang="0">
                  <a:pos x="31" y="22"/>
                </a:cxn>
                <a:cxn ang="0">
                  <a:pos x="29" y="22"/>
                </a:cxn>
                <a:cxn ang="0">
                  <a:pos x="26" y="24"/>
                </a:cxn>
                <a:cxn ang="0">
                  <a:pos x="24" y="24"/>
                </a:cxn>
                <a:cxn ang="0">
                  <a:pos x="19" y="24"/>
                </a:cxn>
                <a:cxn ang="0">
                  <a:pos x="17" y="26"/>
                </a:cxn>
                <a:cxn ang="0">
                  <a:pos x="14" y="26"/>
                </a:cxn>
                <a:cxn ang="0">
                  <a:pos x="12" y="26"/>
                </a:cxn>
                <a:cxn ang="0">
                  <a:pos x="10" y="26"/>
                </a:cxn>
                <a:cxn ang="0">
                  <a:pos x="7" y="26"/>
                </a:cxn>
                <a:cxn ang="0">
                  <a:pos x="5" y="26"/>
                </a:cxn>
                <a:cxn ang="0">
                  <a:pos x="3" y="26"/>
                </a:cxn>
                <a:cxn ang="0">
                  <a:pos x="3" y="22"/>
                </a:cxn>
                <a:cxn ang="0">
                  <a:pos x="3" y="19"/>
                </a:cxn>
                <a:cxn ang="0">
                  <a:pos x="3" y="17"/>
                </a:cxn>
                <a:cxn ang="0">
                  <a:pos x="3" y="15"/>
                </a:cxn>
                <a:cxn ang="0">
                  <a:pos x="5" y="12"/>
                </a:cxn>
                <a:cxn ang="0">
                  <a:pos x="5" y="10"/>
                </a:cxn>
                <a:cxn ang="0">
                  <a:pos x="10" y="7"/>
                </a:cxn>
                <a:cxn ang="0">
                  <a:pos x="12" y="7"/>
                </a:cxn>
                <a:cxn ang="0">
                  <a:pos x="14" y="7"/>
                </a:cxn>
                <a:cxn ang="0">
                  <a:pos x="17" y="10"/>
                </a:cxn>
                <a:cxn ang="0">
                  <a:pos x="17" y="7"/>
                </a:cxn>
              </a:cxnLst>
              <a:rect l="0" t="0" r="r" b="b"/>
              <a:pathLst>
                <a:path w="57" h="26">
                  <a:moveTo>
                    <a:pt x="17" y="3"/>
                  </a:moveTo>
                  <a:lnTo>
                    <a:pt x="19" y="3"/>
                  </a:lnTo>
                  <a:lnTo>
                    <a:pt x="19" y="3"/>
                  </a:lnTo>
                  <a:lnTo>
                    <a:pt x="19" y="3"/>
                  </a:lnTo>
                  <a:lnTo>
                    <a:pt x="19" y="3"/>
                  </a:lnTo>
                  <a:lnTo>
                    <a:pt x="21" y="3"/>
                  </a:lnTo>
                  <a:lnTo>
                    <a:pt x="21" y="3"/>
                  </a:lnTo>
                  <a:lnTo>
                    <a:pt x="24" y="3"/>
                  </a:lnTo>
                  <a:lnTo>
                    <a:pt x="24" y="0"/>
                  </a:lnTo>
                  <a:lnTo>
                    <a:pt x="24" y="0"/>
                  </a:lnTo>
                  <a:lnTo>
                    <a:pt x="24" y="0"/>
                  </a:lnTo>
                  <a:lnTo>
                    <a:pt x="26" y="0"/>
                  </a:lnTo>
                  <a:lnTo>
                    <a:pt x="26" y="0"/>
                  </a:lnTo>
                  <a:lnTo>
                    <a:pt x="26" y="0"/>
                  </a:lnTo>
                  <a:lnTo>
                    <a:pt x="26" y="0"/>
                  </a:lnTo>
                  <a:lnTo>
                    <a:pt x="29" y="0"/>
                  </a:lnTo>
                  <a:lnTo>
                    <a:pt x="29" y="0"/>
                  </a:lnTo>
                  <a:lnTo>
                    <a:pt x="29" y="0"/>
                  </a:lnTo>
                  <a:lnTo>
                    <a:pt x="31" y="0"/>
                  </a:lnTo>
                  <a:lnTo>
                    <a:pt x="31" y="0"/>
                  </a:lnTo>
                  <a:lnTo>
                    <a:pt x="31" y="0"/>
                  </a:lnTo>
                  <a:lnTo>
                    <a:pt x="31" y="3"/>
                  </a:lnTo>
                  <a:lnTo>
                    <a:pt x="33" y="3"/>
                  </a:lnTo>
                  <a:lnTo>
                    <a:pt x="33" y="3"/>
                  </a:lnTo>
                  <a:lnTo>
                    <a:pt x="33" y="5"/>
                  </a:lnTo>
                  <a:lnTo>
                    <a:pt x="33" y="5"/>
                  </a:lnTo>
                  <a:lnTo>
                    <a:pt x="33" y="5"/>
                  </a:lnTo>
                  <a:lnTo>
                    <a:pt x="33" y="5"/>
                  </a:lnTo>
                  <a:lnTo>
                    <a:pt x="33" y="7"/>
                  </a:lnTo>
                  <a:lnTo>
                    <a:pt x="33" y="7"/>
                  </a:lnTo>
                  <a:lnTo>
                    <a:pt x="36" y="7"/>
                  </a:lnTo>
                  <a:lnTo>
                    <a:pt x="36" y="7"/>
                  </a:lnTo>
                  <a:lnTo>
                    <a:pt x="36" y="7"/>
                  </a:lnTo>
                  <a:lnTo>
                    <a:pt x="38" y="7"/>
                  </a:lnTo>
                  <a:lnTo>
                    <a:pt x="38" y="5"/>
                  </a:lnTo>
                  <a:lnTo>
                    <a:pt x="38" y="5"/>
                  </a:lnTo>
                  <a:lnTo>
                    <a:pt x="38" y="5"/>
                  </a:lnTo>
                  <a:lnTo>
                    <a:pt x="38" y="5"/>
                  </a:lnTo>
                  <a:lnTo>
                    <a:pt x="40" y="5"/>
                  </a:lnTo>
                  <a:lnTo>
                    <a:pt x="40" y="5"/>
                  </a:lnTo>
                  <a:lnTo>
                    <a:pt x="40" y="5"/>
                  </a:lnTo>
                  <a:lnTo>
                    <a:pt x="43" y="5"/>
                  </a:lnTo>
                  <a:lnTo>
                    <a:pt x="43" y="5"/>
                  </a:lnTo>
                  <a:lnTo>
                    <a:pt x="43" y="5"/>
                  </a:lnTo>
                  <a:lnTo>
                    <a:pt x="43" y="7"/>
                  </a:lnTo>
                  <a:lnTo>
                    <a:pt x="45" y="7"/>
                  </a:lnTo>
                  <a:lnTo>
                    <a:pt x="45" y="7"/>
                  </a:lnTo>
                  <a:lnTo>
                    <a:pt x="45" y="7"/>
                  </a:lnTo>
                  <a:lnTo>
                    <a:pt x="45" y="5"/>
                  </a:lnTo>
                  <a:lnTo>
                    <a:pt x="48" y="5"/>
                  </a:lnTo>
                  <a:lnTo>
                    <a:pt x="48" y="5"/>
                  </a:lnTo>
                  <a:lnTo>
                    <a:pt x="50" y="5"/>
                  </a:lnTo>
                  <a:lnTo>
                    <a:pt x="50" y="5"/>
                  </a:lnTo>
                  <a:lnTo>
                    <a:pt x="50" y="7"/>
                  </a:lnTo>
                  <a:lnTo>
                    <a:pt x="50" y="7"/>
                  </a:lnTo>
                  <a:lnTo>
                    <a:pt x="50" y="5"/>
                  </a:lnTo>
                  <a:lnTo>
                    <a:pt x="50" y="5"/>
                  </a:lnTo>
                  <a:lnTo>
                    <a:pt x="50" y="3"/>
                  </a:lnTo>
                  <a:lnTo>
                    <a:pt x="50" y="3"/>
                  </a:lnTo>
                  <a:lnTo>
                    <a:pt x="52" y="3"/>
                  </a:lnTo>
                  <a:lnTo>
                    <a:pt x="52" y="0"/>
                  </a:lnTo>
                  <a:lnTo>
                    <a:pt x="52" y="0"/>
                  </a:lnTo>
                  <a:lnTo>
                    <a:pt x="52" y="3"/>
                  </a:lnTo>
                  <a:lnTo>
                    <a:pt x="52" y="3"/>
                  </a:lnTo>
                  <a:lnTo>
                    <a:pt x="52" y="3"/>
                  </a:lnTo>
                  <a:lnTo>
                    <a:pt x="55" y="3"/>
                  </a:lnTo>
                  <a:lnTo>
                    <a:pt x="55" y="5"/>
                  </a:lnTo>
                  <a:lnTo>
                    <a:pt x="52" y="5"/>
                  </a:lnTo>
                  <a:lnTo>
                    <a:pt x="52" y="5"/>
                  </a:lnTo>
                  <a:lnTo>
                    <a:pt x="52" y="7"/>
                  </a:lnTo>
                  <a:lnTo>
                    <a:pt x="52" y="7"/>
                  </a:lnTo>
                  <a:lnTo>
                    <a:pt x="52" y="7"/>
                  </a:lnTo>
                  <a:lnTo>
                    <a:pt x="52" y="7"/>
                  </a:lnTo>
                  <a:lnTo>
                    <a:pt x="50" y="7"/>
                  </a:lnTo>
                  <a:lnTo>
                    <a:pt x="50" y="7"/>
                  </a:lnTo>
                  <a:lnTo>
                    <a:pt x="52" y="7"/>
                  </a:lnTo>
                  <a:lnTo>
                    <a:pt x="52" y="10"/>
                  </a:lnTo>
                  <a:lnTo>
                    <a:pt x="52" y="10"/>
                  </a:lnTo>
                  <a:lnTo>
                    <a:pt x="52" y="10"/>
                  </a:lnTo>
                  <a:lnTo>
                    <a:pt x="52" y="12"/>
                  </a:lnTo>
                  <a:lnTo>
                    <a:pt x="52" y="12"/>
                  </a:lnTo>
                  <a:lnTo>
                    <a:pt x="52" y="15"/>
                  </a:lnTo>
                  <a:lnTo>
                    <a:pt x="52" y="15"/>
                  </a:lnTo>
                  <a:lnTo>
                    <a:pt x="52" y="12"/>
                  </a:lnTo>
                  <a:lnTo>
                    <a:pt x="55" y="12"/>
                  </a:lnTo>
                  <a:lnTo>
                    <a:pt x="55" y="12"/>
                  </a:lnTo>
                  <a:lnTo>
                    <a:pt x="55" y="15"/>
                  </a:lnTo>
                  <a:lnTo>
                    <a:pt x="55" y="15"/>
                  </a:lnTo>
                  <a:lnTo>
                    <a:pt x="57" y="15"/>
                  </a:lnTo>
                  <a:lnTo>
                    <a:pt x="57" y="17"/>
                  </a:lnTo>
                  <a:lnTo>
                    <a:pt x="57" y="17"/>
                  </a:lnTo>
                  <a:lnTo>
                    <a:pt x="55" y="17"/>
                  </a:lnTo>
                  <a:lnTo>
                    <a:pt x="55" y="17"/>
                  </a:lnTo>
                  <a:lnTo>
                    <a:pt x="55" y="17"/>
                  </a:lnTo>
                  <a:lnTo>
                    <a:pt x="52" y="17"/>
                  </a:lnTo>
                  <a:lnTo>
                    <a:pt x="52" y="17"/>
                  </a:lnTo>
                  <a:lnTo>
                    <a:pt x="52" y="17"/>
                  </a:lnTo>
                  <a:lnTo>
                    <a:pt x="50" y="17"/>
                  </a:lnTo>
                  <a:lnTo>
                    <a:pt x="50" y="17"/>
                  </a:lnTo>
                  <a:lnTo>
                    <a:pt x="50" y="19"/>
                  </a:lnTo>
                  <a:lnTo>
                    <a:pt x="50" y="19"/>
                  </a:lnTo>
                  <a:lnTo>
                    <a:pt x="50" y="19"/>
                  </a:lnTo>
                  <a:lnTo>
                    <a:pt x="50" y="19"/>
                  </a:lnTo>
                  <a:lnTo>
                    <a:pt x="50" y="22"/>
                  </a:lnTo>
                  <a:lnTo>
                    <a:pt x="50" y="22"/>
                  </a:lnTo>
                  <a:lnTo>
                    <a:pt x="48" y="22"/>
                  </a:lnTo>
                  <a:lnTo>
                    <a:pt x="48" y="22"/>
                  </a:lnTo>
                  <a:lnTo>
                    <a:pt x="48" y="19"/>
                  </a:lnTo>
                  <a:lnTo>
                    <a:pt x="45" y="19"/>
                  </a:lnTo>
                  <a:lnTo>
                    <a:pt x="45" y="19"/>
                  </a:lnTo>
                  <a:lnTo>
                    <a:pt x="45" y="19"/>
                  </a:lnTo>
                  <a:lnTo>
                    <a:pt x="43" y="19"/>
                  </a:lnTo>
                  <a:lnTo>
                    <a:pt x="43" y="19"/>
                  </a:lnTo>
                  <a:lnTo>
                    <a:pt x="43" y="22"/>
                  </a:lnTo>
                  <a:lnTo>
                    <a:pt x="43" y="22"/>
                  </a:lnTo>
                  <a:lnTo>
                    <a:pt x="40" y="22"/>
                  </a:lnTo>
                  <a:lnTo>
                    <a:pt x="40" y="22"/>
                  </a:lnTo>
                  <a:lnTo>
                    <a:pt x="40" y="22"/>
                  </a:lnTo>
                  <a:lnTo>
                    <a:pt x="38" y="22"/>
                  </a:lnTo>
                  <a:lnTo>
                    <a:pt x="38" y="22"/>
                  </a:lnTo>
                  <a:lnTo>
                    <a:pt x="38" y="22"/>
                  </a:lnTo>
                  <a:lnTo>
                    <a:pt x="38" y="22"/>
                  </a:lnTo>
                  <a:lnTo>
                    <a:pt x="36" y="22"/>
                  </a:lnTo>
                  <a:lnTo>
                    <a:pt x="36" y="19"/>
                  </a:lnTo>
                  <a:lnTo>
                    <a:pt x="36" y="19"/>
                  </a:lnTo>
                  <a:lnTo>
                    <a:pt x="36" y="17"/>
                  </a:lnTo>
                  <a:lnTo>
                    <a:pt x="36" y="17"/>
                  </a:lnTo>
                  <a:lnTo>
                    <a:pt x="36" y="19"/>
                  </a:lnTo>
                  <a:lnTo>
                    <a:pt x="33" y="19"/>
                  </a:lnTo>
                  <a:lnTo>
                    <a:pt x="33" y="19"/>
                  </a:lnTo>
                  <a:lnTo>
                    <a:pt x="33" y="19"/>
                  </a:lnTo>
                  <a:lnTo>
                    <a:pt x="33" y="22"/>
                  </a:lnTo>
                  <a:lnTo>
                    <a:pt x="33" y="22"/>
                  </a:lnTo>
                  <a:lnTo>
                    <a:pt x="31" y="22"/>
                  </a:lnTo>
                  <a:lnTo>
                    <a:pt x="31" y="22"/>
                  </a:lnTo>
                  <a:lnTo>
                    <a:pt x="31" y="22"/>
                  </a:lnTo>
                  <a:lnTo>
                    <a:pt x="31" y="22"/>
                  </a:lnTo>
                  <a:lnTo>
                    <a:pt x="31" y="22"/>
                  </a:lnTo>
                  <a:lnTo>
                    <a:pt x="29" y="22"/>
                  </a:lnTo>
                  <a:lnTo>
                    <a:pt x="29" y="22"/>
                  </a:lnTo>
                  <a:lnTo>
                    <a:pt x="29" y="22"/>
                  </a:lnTo>
                  <a:lnTo>
                    <a:pt x="26" y="22"/>
                  </a:lnTo>
                  <a:lnTo>
                    <a:pt x="26" y="24"/>
                  </a:lnTo>
                  <a:lnTo>
                    <a:pt x="26" y="24"/>
                  </a:lnTo>
                  <a:lnTo>
                    <a:pt x="26" y="24"/>
                  </a:lnTo>
                  <a:lnTo>
                    <a:pt x="24" y="24"/>
                  </a:lnTo>
                  <a:lnTo>
                    <a:pt x="24" y="24"/>
                  </a:lnTo>
                  <a:lnTo>
                    <a:pt x="24" y="24"/>
                  </a:lnTo>
                  <a:lnTo>
                    <a:pt x="21" y="24"/>
                  </a:lnTo>
                  <a:lnTo>
                    <a:pt x="21" y="24"/>
                  </a:lnTo>
                  <a:lnTo>
                    <a:pt x="21" y="24"/>
                  </a:lnTo>
                  <a:lnTo>
                    <a:pt x="19" y="24"/>
                  </a:lnTo>
                  <a:lnTo>
                    <a:pt x="19" y="26"/>
                  </a:lnTo>
                  <a:lnTo>
                    <a:pt x="19" y="26"/>
                  </a:lnTo>
                  <a:lnTo>
                    <a:pt x="19" y="26"/>
                  </a:lnTo>
                  <a:lnTo>
                    <a:pt x="17" y="26"/>
                  </a:lnTo>
                  <a:lnTo>
                    <a:pt x="17" y="26"/>
                  </a:lnTo>
                  <a:lnTo>
                    <a:pt x="17" y="26"/>
                  </a:lnTo>
                  <a:lnTo>
                    <a:pt x="17" y="26"/>
                  </a:lnTo>
                  <a:lnTo>
                    <a:pt x="14" y="26"/>
                  </a:lnTo>
                  <a:lnTo>
                    <a:pt x="14" y="26"/>
                  </a:lnTo>
                  <a:lnTo>
                    <a:pt x="12" y="26"/>
                  </a:lnTo>
                  <a:lnTo>
                    <a:pt x="12" y="26"/>
                  </a:lnTo>
                  <a:lnTo>
                    <a:pt x="12" y="26"/>
                  </a:lnTo>
                  <a:lnTo>
                    <a:pt x="12" y="26"/>
                  </a:lnTo>
                  <a:lnTo>
                    <a:pt x="12" y="26"/>
                  </a:lnTo>
                  <a:lnTo>
                    <a:pt x="12" y="26"/>
                  </a:lnTo>
                  <a:lnTo>
                    <a:pt x="10" y="26"/>
                  </a:lnTo>
                  <a:lnTo>
                    <a:pt x="10" y="26"/>
                  </a:lnTo>
                  <a:lnTo>
                    <a:pt x="10" y="26"/>
                  </a:lnTo>
                  <a:lnTo>
                    <a:pt x="7" y="26"/>
                  </a:lnTo>
                  <a:lnTo>
                    <a:pt x="7" y="26"/>
                  </a:lnTo>
                  <a:lnTo>
                    <a:pt x="7" y="26"/>
                  </a:lnTo>
                  <a:lnTo>
                    <a:pt x="5" y="26"/>
                  </a:lnTo>
                  <a:lnTo>
                    <a:pt x="5" y="26"/>
                  </a:lnTo>
                  <a:lnTo>
                    <a:pt x="5" y="26"/>
                  </a:lnTo>
                  <a:lnTo>
                    <a:pt x="3" y="26"/>
                  </a:lnTo>
                  <a:lnTo>
                    <a:pt x="3" y="26"/>
                  </a:lnTo>
                  <a:lnTo>
                    <a:pt x="3" y="26"/>
                  </a:lnTo>
                  <a:lnTo>
                    <a:pt x="3" y="26"/>
                  </a:lnTo>
                  <a:lnTo>
                    <a:pt x="3" y="24"/>
                  </a:lnTo>
                  <a:lnTo>
                    <a:pt x="3" y="24"/>
                  </a:lnTo>
                  <a:lnTo>
                    <a:pt x="3" y="22"/>
                  </a:lnTo>
                  <a:lnTo>
                    <a:pt x="3" y="22"/>
                  </a:lnTo>
                  <a:lnTo>
                    <a:pt x="3" y="19"/>
                  </a:lnTo>
                  <a:lnTo>
                    <a:pt x="3" y="19"/>
                  </a:lnTo>
                  <a:lnTo>
                    <a:pt x="3" y="19"/>
                  </a:lnTo>
                  <a:lnTo>
                    <a:pt x="3" y="19"/>
                  </a:lnTo>
                  <a:lnTo>
                    <a:pt x="3" y="17"/>
                  </a:lnTo>
                  <a:lnTo>
                    <a:pt x="0" y="17"/>
                  </a:lnTo>
                  <a:lnTo>
                    <a:pt x="0" y="17"/>
                  </a:lnTo>
                  <a:lnTo>
                    <a:pt x="3" y="17"/>
                  </a:lnTo>
                  <a:lnTo>
                    <a:pt x="3" y="17"/>
                  </a:lnTo>
                  <a:lnTo>
                    <a:pt x="3" y="15"/>
                  </a:lnTo>
                  <a:lnTo>
                    <a:pt x="3" y="15"/>
                  </a:lnTo>
                  <a:lnTo>
                    <a:pt x="3" y="15"/>
                  </a:lnTo>
                  <a:lnTo>
                    <a:pt x="3" y="12"/>
                  </a:lnTo>
                  <a:lnTo>
                    <a:pt x="3" y="12"/>
                  </a:lnTo>
                  <a:lnTo>
                    <a:pt x="3" y="12"/>
                  </a:lnTo>
                  <a:lnTo>
                    <a:pt x="5" y="12"/>
                  </a:lnTo>
                  <a:lnTo>
                    <a:pt x="5" y="10"/>
                  </a:lnTo>
                  <a:lnTo>
                    <a:pt x="5" y="10"/>
                  </a:lnTo>
                  <a:lnTo>
                    <a:pt x="5" y="10"/>
                  </a:lnTo>
                  <a:lnTo>
                    <a:pt x="5" y="10"/>
                  </a:lnTo>
                  <a:lnTo>
                    <a:pt x="7" y="10"/>
                  </a:lnTo>
                  <a:lnTo>
                    <a:pt x="7" y="7"/>
                  </a:lnTo>
                  <a:lnTo>
                    <a:pt x="7" y="7"/>
                  </a:lnTo>
                  <a:lnTo>
                    <a:pt x="10" y="7"/>
                  </a:lnTo>
                  <a:lnTo>
                    <a:pt x="10" y="7"/>
                  </a:lnTo>
                  <a:lnTo>
                    <a:pt x="10" y="7"/>
                  </a:lnTo>
                  <a:lnTo>
                    <a:pt x="10" y="7"/>
                  </a:lnTo>
                  <a:lnTo>
                    <a:pt x="12" y="7"/>
                  </a:lnTo>
                  <a:lnTo>
                    <a:pt x="12" y="7"/>
                  </a:lnTo>
                  <a:lnTo>
                    <a:pt x="12" y="7"/>
                  </a:lnTo>
                  <a:lnTo>
                    <a:pt x="12" y="7"/>
                  </a:lnTo>
                  <a:lnTo>
                    <a:pt x="14" y="7"/>
                  </a:lnTo>
                  <a:lnTo>
                    <a:pt x="14" y="10"/>
                  </a:lnTo>
                  <a:lnTo>
                    <a:pt x="14" y="10"/>
                  </a:lnTo>
                  <a:lnTo>
                    <a:pt x="17" y="10"/>
                  </a:lnTo>
                  <a:lnTo>
                    <a:pt x="17" y="10"/>
                  </a:lnTo>
                  <a:lnTo>
                    <a:pt x="17" y="7"/>
                  </a:lnTo>
                  <a:lnTo>
                    <a:pt x="17" y="7"/>
                  </a:lnTo>
                  <a:lnTo>
                    <a:pt x="17" y="7"/>
                  </a:lnTo>
                  <a:lnTo>
                    <a:pt x="17" y="7"/>
                  </a:lnTo>
                  <a:lnTo>
                    <a:pt x="17" y="5"/>
                  </a:lnTo>
                  <a:lnTo>
                    <a:pt x="17" y="5"/>
                  </a:lnTo>
                  <a:lnTo>
                    <a:pt x="17"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210"/>
            <p:cNvSpPr>
              <a:spLocks/>
            </p:cNvSpPr>
            <p:nvPr/>
          </p:nvSpPr>
          <p:spPr bwMode="auto">
            <a:xfrm>
              <a:off x="5662613" y="4483100"/>
              <a:ext cx="120650" cy="49212"/>
            </a:xfrm>
            <a:custGeom>
              <a:avLst/>
              <a:gdLst/>
              <a:ahLst/>
              <a:cxnLst>
                <a:cxn ang="0">
                  <a:pos x="69" y="29"/>
                </a:cxn>
                <a:cxn ang="0">
                  <a:pos x="66" y="26"/>
                </a:cxn>
                <a:cxn ang="0">
                  <a:pos x="64" y="24"/>
                </a:cxn>
                <a:cxn ang="0">
                  <a:pos x="59" y="22"/>
                </a:cxn>
                <a:cxn ang="0">
                  <a:pos x="55" y="19"/>
                </a:cxn>
                <a:cxn ang="0">
                  <a:pos x="52" y="17"/>
                </a:cxn>
                <a:cxn ang="0">
                  <a:pos x="47" y="14"/>
                </a:cxn>
                <a:cxn ang="0">
                  <a:pos x="45" y="19"/>
                </a:cxn>
                <a:cxn ang="0">
                  <a:pos x="40" y="19"/>
                </a:cxn>
                <a:cxn ang="0">
                  <a:pos x="38" y="17"/>
                </a:cxn>
                <a:cxn ang="0">
                  <a:pos x="33" y="17"/>
                </a:cxn>
                <a:cxn ang="0">
                  <a:pos x="31" y="12"/>
                </a:cxn>
                <a:cxn ang="0">
                  <a:pos x="29" y="14"/>
                </a:cxn>
                <a:cxn ang="0">
                  <a:pos x="26" y="19"/>
                </a:cxn>
                <a:cxn ang="0">
                  <a:pos x="31" y="22"/>
                </a:cxn>
                <a:cxn ang="0">
                  <a:pos x="31" y="26"/>
                </a:cxn>
                <a:cxn ang="0">
                  <a:pos x="26" y="24"/>
                </a:cxn>
                <a:cxn ang="0">
                  <a:pos x="24" y="24"/>
                </a:cxn>
                <a:cxn ang="0">
                  <a:pos x="21" y="24"/>
                </a:cxn>
                <a:cxn ang="0">
                  <a:pos x="17" y="26"/>
                </a:cxn>
                <a:cxn ang="0">
                  <a:pos x="12" y="26"/>
                </a:cxn>
                <a:cxn ang="0">
                  <a:pos x="10" y="24"/>
                </a:cxn>
                <a:cxn ang="0">
                  <a:pos x="10" y="22"/>
                </a:cxn>
                <a:cxn ang="0">
                  <a:pos x="10" y="17"/>
                </a:cxn>
                <a:cxn ang="0">
                  <a:pos x="7" y="12"/>
                </a:cxn>
                <a:cxn ang="0">
                  <a:pos x="5" y="14"/>
                </a:cxn>
                <a:cxn ang="0">
                  <a:pos x="0" y="14"/>
                </a:cxn>
                <a:cxn ang="0">
                  <a:pos x="2" y="12"/>
                </a:cxn>
                <a:cxn ang="0">
                  <a:pos x="5" y="12"/>
                </a:cxn>
                <a:cxn ang="0">
                  <a:pos x="10" y="10"/>
                </a:cxn>
                <a:cxn ang="0">
                  <a:pos x="10" y="7"/>
                </a:cxn>
                <a:cxn ang="0">
                  <a:pos x="7" y="5"/>
                </a:cxn>
                <a:cxn ang="0">
                  <a:pos x="12" y="5"/>
                </a:cxn>
                <a:cxn ang="0">
                  <a:pos x="14" y="3"/>
                </a:cxn>
                <a:cxn ang="0">
                  <a:pos x="21" y="3"/>
                </a:cxn>
                <a:cxn ang="0">
                  <a:pos x="24" y="3"/>
                </a:cxn>
                <a:cxn ang="0">
                  <a:pos x="31" y="3"/>
                </a:cxn>
                <a:cxn ang="0">
                  <a:pos x="33" y="0"/>
                </a:cxn>
                <a:cxn ang="0">
                  <a:pos x="36" y="3"/>
                </a:cxn>
                <a:cxn ang="0">
                  <a:pos x="38" y="3"/>
                </a:cxn>
                <a:cxn ang="0">
                  <a:pos x="40" y="0"/>
                </a:cxn>
                <a:cxn ang="0">
                  <a:pos x="45" y="3"/>
                </a:cxn>
                <a:cxn ang="0">
                  <a:pos x="50" y="3"/>
                </a:cxn>
                <a:cxn ang="0">
                  <a:pos x="52" y="5"/>
                </a:cxn>
                <a:cxn ang="0">
                  <a:pos x="57" y="5"/>
                </a:cxn>
                <a:cxn ang="0">
                  <a:pos x="64" y="5"/>
                </a:cxn>
                <a:cxn ang="0">
                  <a:pos x="66" y="10"/>
                </a:cxn>
                <a:cxn ang="0">
                  <a:pos x="69" y="12"/>
                </a:cxn>
                <a:cxn ang="0">
                  <a:pos x="71" y="17"/>
                </a:cxn>
                <a:cxn ang="0">
                  <a:pos x="74" y="19"/>
                </a:cxn>
                <a:cxn ang="0">
                  <a:pos x="74" y="24"/>
                </a:cxn>
                <a:cxn ang="0">
                  <a:pos x="74" y="29"/>
                </a:cxn>
                <a:cxn ang="0">
                  <a:pos x="76" y="31"/>
                </a:cxn>
              </a:cxnLst>
              <a:rect l="0" t="0" r="r" b="b"/>
              <a:pathLst>
                <a:path w="76" h="31">
                  <a:moveTo>
                    <a:pt x="71" y="31"/>
                  </a:moveTo>
                  <a:lnTo>
                    <a:pt x="71" y="29"/>
                  </a:lnTo>
                  <a:lnTo>
                    <a:pt x="71" y="29"/>
                  </a:lnTo>
                  <a:lnTo>
                    <a:pt x="71" y="29"/>
                  </a:lnTo>
                  <a:lnTo>
                    <a:pt x="71" y="29"/>
                  </a:lnTo>
                  <a:lnTo>
                    <a:pt x="69" y="29"/>
                  </a:lnTo>
                  <a:lnTo>
                    <a:pt x="69" y="29"/>
                  </a:lnTo>
                  <a:lnTo>
                    <a:pt x="66" y="29"/>
                  </a:lnTo>
                  <a:lnTo>
                    <a:pt x="66" y="26"/>
                  </a:lnTo>
                  <a:lnTo>
                    <a:pt x="66" y="26"/>
                  </a:lnTo>
                  <a:lnTo>
                    <a:pt x="66" y="26"/>
                  </a:lnTo>
                  <a:lnTo>
                    <a:pt x="66" y="26"/>
                  </a:lnTo>
                  <a:lnTo>
                    <a:pt x="66" y="24"/>
                  </a:lnTo>
                  <a:lnTo>
                    <a:pt x="64" y="24"/>
                  </a:lnTo>
                  <a:lnTo>
                    <a:pt x="64" y="24"/>
                  </a:lnTo>
                  <a:lnTo>
                    <a:pt x="64" y="24"/>
                  </a:lnTo>
                  <a:lnTo>
                    <a:pt x="64" y="24"/>
                  </a:lnTo>
                  <a:lnTo>
                    <a:pt x="64" y="24"/>
                  </a:lnTo>
                  <a:lnTo>
                    <a:pt x="62" y="24"/>
                  </a:lnTo>
                  <a:lnTo>
                    <a:pt x="62" y="24"/>
                  </a:lnTo>
                  <a:lnTo>
                    <a:pt x="62" y="22"/>
                  </a:lnTo>
                  <a:lnTo>
                    <a:pt x="59" y="22"/>
                  </a:lnTo>
                  <a:lnTo>
                    <a:pt x="59" y="22"/>
                  </a:lnTo>
                  <a:lnTo>
                    <a:pt x="59" y="22"/>
                  </a:lnTo>
                  <a:lnTo>
                    <a:pt x="59" y="22"/>
                  </a:lnTo>
                  <a:lnTo>
                    <a:pt x="57" y="22"/>
                  </a:lnTo>
                  <a:lnTo>
                    <a:pt x="57" y="22"/>
                  </a:lnTo>
                  <a:lnTo>
                    <a:pt x="57" y="19"/>
                  </a:lnTo>
                  <a:lnTo>
                    <a:pt x="57" y="19"/>
                  </a:lnTo>
                  <a:lnTo>
                    <a:pt x="55" y="19"/>
                  </a:lnTo>
                  <a:lnTo>
                    <a:pt x="55" y="19"/>
                  </a:lnTo>
                  <a:lnTo>
                    <a:pt x="55" y="19"/>
                  </a:lnTo>
                  <a:lnTo>
                    <a:pt x="55" y="17"/>
                  </a:lnTo>
                  <a:lnTo>
                    <a:pt x="55" y="17"/>
                  </a:lnTo>
                  <a:lnTo>
                    <a:pt x="52" y="17"/>
                  </a:lnTo>
                  <a:lnTo>
                    <a:pt x="52" y="17"/>
                  </a:lnTo>
                  <a:lnTo>
                    <a:pt x="52" y="17"/>
                  </a:lnTo>
                  <a:lnTo>
                    <a:pt x="52" y="14"/>
                  </a:lnTo>
                  <a:lnTo>
                    <a:pt x="50" y="14"/>
                  </a:lnTo>
                  <a:lnTo>
                    <a:pt x="50" y="14"/>
                  </a:lnTo>
                  <a:lnTo>
                    <a:pt x="47" y="14"/>
                  </a:lnTo>
                  <a:lnTo>
                    <a:pt x="47" y="14"/>
                  </a:lnTo>
                  <a:lnTo>
                    <a:pt x="47" y="14"/>
                  </a:lnTo>
                  <a:lnTo>
                    <a:pt x="45" y="14"/>
                  </a:lnTo>
                  <a:lnTo>
                    <a:pt x="45" y="17"/>
                  </a:lnTo>
                  <a:lnTo>
                    <a:pt x="45" y="17"/>
                  </a:lnTo>
                  <a:lnTo>
                    <a:pt x="45" y="19"/>
                  </a:lnTo>
                  <a:lnTo>
                    <a:pt x="45" y="19"/>
                  </a:lnTo>
                  <a:lnTo>
                    <a:pt x="45" y="19"/>
                  </a:lnTo>
                  <a:lnTo>
                    <a:pt x="45" y="19"/>
                  </a:lnTo>
                  <a:lnTo>
                    <a:pt x="45" y="19"/>
                  </a:lnTo>
                  <a:lnTo>
                    <a:pt x="43" y="19"/>
                  </a:lnTo>
                  <a:lnTo>
                    <a:pt x="43" y="19"/>
                  </a:lnTo>
                  <a:lnTo>
                    <a:pt x="40" y="19"/>
                  </a:lnTo>
                  <a:lnTo>
                    <a:pt x="40" y="17"/>
                  </a:lnTo>
                  <a:lnTo>
                    <a:pt x="40" y="17"/>
                  </a:lnTo>
                  <a:lnTo>
                    <a:pt x="40" y="17"/>
                  </a:lnTo>
                  <a:lnTo>
                    <a:pt x="38" y="17"/>
                  </a:lnTo>
                  <a:lnTo>
                    <a:pt x="38" y="17"/>
                  </a:lnTo>
                  <a:lnTo>
                    <a:pt x="38" y="17"/>
                  </a:lnTo>
                  <a:lnTo>
                    <a:pt x="38" y="17"/>
                  </a:lnTo>
                  <a:lnTo>
                    <a:pt x="36" y="17"/>
                  </a:lnTo>
                  <a:lnTo>
                    <a:pt x="36" y="17"/>
                  </a:lnTo>
                  <a:lnTo>
                    <a:pt x="33" y="17"/>
                  </a:lnTo>
                  <a:lnTo>
                    <a:pt x="33" y="17"/>
                  </a:lnTo>
                  <a:lnTo>
                    <a:pt x="33" y="17"/>
                  </a:lnTo>
                  <a:lnTo>
                    <a:pt x="31" y="17"/>
                  </a:lnTo>
                  <a:lnTo>
                    <a:pt x="31" y="14"/>
                  </a:lnTo>
                  <a:lnTo>
                    <a:pt x="31" y="14"/>
                  </a:lnTo>
                  <a:lnTo>
                    <a:pt x="31" y="14"/>
                  </a:lnTo>
                  <a:lnTo>
                    <a:pt x="31" y="14"/>
                  </a:lnTo>
                  <a:lnTo>
                    <a:pt x="31" y="12"/>
                  </a:lnTo>
                  <a:lnTo>
                    <a:pt x="31" y="12"/>
                  </a:lnTo>
                  <a:lnTo>
                    <a:pt x="31" y="12"/>
                  </a:lnTo>
                  <a:lnTo>
                    <a:pt x="31" y="12"/>
                  </a:lnTo>
                  <a:lnTo>
                    <a:pt x="31" y="12"/>
                  </a:lnTo>
                  <a:lnTo>
                    <a:pt x="31" y="14"/>
                  </a:lnTo>
                  <a:lnTo>
                    <a:pt x="29" y="14"/>
                  </a:lnTo>
                  <a:lnTo>
                    <a:pt x="29" y="14"/>
                  </a:lnTo>
                  <a:lnTo>
                    <a:pt x="29" y="14"/>
                  </a:lnTo>
                  <a:lnTo>
                    <a:pt x="26" y="14"/>
                  </a:lnTo>
                  <a:lnTo>
                    <a:pt x="26" y="17"/>
                  </a:lnTo>
                  <a:lnTo>
                    <a:pt x="26" y="17"/>
                  </a:lnTo>
                  <a:lnTo>
                    <a:pt x="26" y="19"/>
                  </a:lnTo>
                  <a:lnTo>
                    <a:pt x="29" y="19"/>
                  </a:lnTo>
                  <a:lnTo>
                    <a:pt x="29" y="19"/>
                  </a:lnTo>
                  <a:lnTo>
                    <a:pt x="29" y="22"/>
                  </a:lnTo>
                  <a:lnTo>
                    <a:pt x="29" y="22"/>
                  </a:lnTo>
                  <a:lnTo>
                    <a:pt x="29" y="22"/>
                  </a:lnTo>
                  <a:lnTo>
                    <a:pt x="31" y="22"/>
                  </a:lnTo>
                  <a:lnTo>
                    <a:pt x="31" y="24"/>
                  </a:lnTo>
                  <a:lnTo>
                    <a:pt x="31" y="24"/>
                  </a:lnTo>
                  <a:lnTo>
                    <a:pt x="31" y="24"/>
                  </a:lnTo>
                  <a:lnTo>
                    <a:pt x="31" y="24"/>
                  </a:lnTo>
                  <a:lnTo>
                    <a:pt x="31" y="24"/>
                  </a:lnTo>
                  <a:lnTo>
                    <a:pt x="31" y="26"/>
                  </a:lnTo>
                  <a:lnTo>
                    <a:pt x="29" y="26"/>
                  </a:lnTo>
                  <a:lnTo>
                    <a:pt x="29" y="26"/>
                  </a:lnTo>
                  <a:lnTo>
                    <a:pt x="29" y="26"/>
                  </a:lnTo>
                  <a:lnTo>
                    <a:pt x="26" y="26"/>
                  </a:lnTo>
                  <a:lnTo>
                    <a:pt x="26" y="26"/>
                  </a:lnTo>
                  <a:lnTo>
                    <a:pt x="26" y="24"/>
                  </a:lnTo>
                  <a:lnTo>
                    <a:pt x="26" y="24"/>
                  </a:lnTo>
                  <a:lnTo>
                    <a:pt x="26" y="24"/>
                  </a:lnTo>
                  <a:lnTo>
                    <a:pt x="26" y="24"/>
                  </a:lnTo>
                  <a:lnTo>
                    <a:pt x="26" y="24"/>
                  </a:lnTo>
                  <a:lnTo>
                    <a:pt x="26" y="24"/>
                  </a:lnTo>
                  <a:lnTo>
                    <a:pt x="24" y="24"/>
                  </a:lnTo>
                  <a:lnTo>
                    <a:pt x="24" y="24"/>
                  </a:lnTo>
                  <a:lnTo>
                    <a:pt x="24" y="24"/>
                  </a:lnTo>
                  <a:lnTo>
                    <a:pt x="24" y="24"/>
                  </a:lnTo>
                  <a:lnTo>
                    <a:pt x="21" y="24"/>
                  </a:lnTo>
                  <a:lnTo>
                    <a:pt x="21" y="24"/>
                  </a:lnTo>
                  <a:lnTo>
                    <a:pt x="21" y="24"/>
                  </a:lnTo>
                  <a:lnTo>
                    <a:pt x="19" y="24"/>
                  </a:lnTo>
                  <a:lnTo>
                    <a:pt x="19" y="24"/>
                  </a:lnTo>
                  <a:lnTo>
                    <a:pt x="19" y="24"/>
                  </a:lnTo>
                  <a:lnTo>
                    <a:pt x="19" y="24"/>
                  </a:lnTo>
                  <a:lnTo>
                    <a:pt x="19" y="26"/>
                  </a:lnTo>
                  <a:lnTo>
                    <a:pt x="17" y="26"/>
                  </a:lnTo>
                  <a:lnTo>
                    <a:pt x="17" y="26"/>
                  </a:lnTo>
                  <a:lnTo>
                    <a:pt x="14" y="26"/>
                  </a:lnTo>
                  <a:lnTo>
                    <a:pt x="14" y="26"/>
                  </a:lnTo>
                  <a:lnTo>
                    <a:pt x="14" y="26"/>
                  </a:lnTo>
                  <a:lnTo>
                    <a:pt x="14" y="26"/>
                  </a:lnTo>
                  <a:lnTo>
                    <a:pt x="12" y="26"/>
                  </a:lnTo>
                  <a:lnTo>
                    <a:pt x="12" y="26"/>
                  </a:lnTo>
                  <a:lnTo>
                    <a:pt x="12" y="26"/>
                  </a:lnTo>
                  <a:lnTo>
                    <a:pt x="10" y="26"/>
                  </a:lnTo>
                  <a:lnTo>
                    <a:pt x="10" y="26"/>
                  </a:lnTo>
                  <a:lnTo>
                    <a:pt x="10" y="26"/>
                  </a:lnTo>
                  <a:lnTo>
                    <a:pt x="10" y="24"/>
                  </a:lnTo>
                  <a:lnTo>
                    <a:pt x="10" y="24"/>
                  </a:lnTo>
                  <a:lnTo>
                    <a:pt x="10" y="24"/>
                  </a:lnTo>
                  <a:lnTo>
                    <a:pt x="10" y="24"/>
                  </a:lnTo>
                  <a:lnTo>
                    <a:pt x="12" y="24"/>
                  </a:lnTo>
                  <a:lnTo>
                    <a:pt x="12" y="22"/>
                  </a:lnTo>
                  <a:lnTo>
                    <a:pt x="10" y="22"/>
                  </a:lnTo>
                  <a:lnTo>
                    <a:pt x="10" y="22"/>
                  </a:lnTo>
                  <a:lnTo>
                    <a:pt x="10" y="22"/>
                  </a:lnTo>
                  <a:lnTo>
                    <a:pt x="10" y="19"/>
                  </a:lnTo>
                  <a:lnTo>
                    <a:pt x="10" y="19"/>
                  </a:lnTo>
                  <a:lnTo>
                    <a:pt x="10" y="17"/>
                  </a:lnTo>
                  <a:lnTo>
                    <a:pt x="10" y="17"/>
                  </a:lnTo>
                  <a:lnTo>
                    <a:pt x="10" y="17"/>
                  </a:lnTo>
                  <a:lnTo>
                    <a:pt x="10" y="14"/>
                  </a:lnTo>
                  <a:lnTo>
                    <a:pt x="10" y="14"/>
                  </a:lnTo>
                  <a:lnTo>
                    <a:pt x="10" y="14"/>
                  </a:lnTo>
                  <a:lnTo>
                    <a:pt x="10" y="12"/>
                  </a:lnTo>
                  <a:lnTo>
                    <a:pt x="7" y="12"/>
                  </a:lnTo>
                  <a:lnTo>
                    <a:pt x="7" y="12"/>
                  </a:lnTo>
                  <a:lnTo>
                    <a:pt x="7" y="14"/>
                  </a:lnTo>
                  <a:lnTo>
                    <a:pt x="7" y="14"/>
                  </a:lnTo>
                  <a:lnTo>
                    <a:pt x="5" y="14"/>
                  </a:lnTo>
                  <a:lnTo>
                    <a:pt x="5" y="14"/>
                  </a:lnTo>
                  <a:lnTo>
                    <a:pt x="5" y="14"/>
                  </a:lnTo>
                  <a:lnTo>
                    <a:pt x="5" y="17"/>
                  </a:lnTo>
                  <a:lnTo>
                    <a:pt x="5" y="17"/>
                  </a:lnTo>
                  <a:lnTo>
                    <a:pt x="2" y="17"/>
                  </a:lnTo>
                  <a:lnTo>
                    <a:pt x="2" y="17"/>
                  </a:lnTo>
                  <a:lnTo>
                    <a:pt x="2" y="14"/>
                  </a:lnTo>
                  <a:lnTo>
                    <a:pt x="0" y="14"/>
                  </a:lnTo>
                  <a:lnTo>
                    <a:pt x="0" y="14"/>
                  </a:lnTo>
                  <a:lnTo>
                    <a:pt x="0" y="14"/>
                  </a:lnTo>
                  <a:lnTo>
                    <a:pt x="0" y="12"/>
                  </a:lnTo>
                  <a:lnTo>
                    <a:pt x="0" y="12"/>
                  </a:lnTo>
                  <a:lnTo>
                    <a:pt x="0" y="12"/>
                  </a:lnTo>
                  <a:lnTo>
                    <a:pt x="2" y="12"/>
                  </a:lnTo>
                  <a:lnTo>
                    <a:pt x="2" y="12"/>
                  </a:lnTo>
                  <a:lnTo>
                    <a:pt x="2" y="12"/>
                  </a:lnTo>
                  <a:lnTo>
                    <a:pt x="5" y="12"/>
                  </a:lnTo>
                  <a:lnTo>
                    <a:pt x="5" y="12"/>
                  </a:lnTo>
                  <a:lnTo>
                    <a:pt x="5" y="12"/>
                  </a:lnTo>
                  <a:lnTo>
                    <a:pt x="5" y="12"/>
                  </a:lnTo>
                  <a:lnTo>
                    <a:pt x="5" y="10"/>
                  </a:lnTo>
                  <a:lnTo>
                    <a:pt x="5" y="10"/>
                  </a:lnTo>
                  <a:lnTo>
                    <a:pt x="7" y="10"/>
                  </a:lnTo>
                  <a:lnTo>
                    <a:pt x="7" y="10"/>
                  </a:lnTo>
                  <a:lnTo>
                    <a:pt x="7" y="10"/>
                  </a:lnTo>
                  <a:lnTo>
                    <a:pt x="10" y="10"/>
                  </a:lnTo>
                  <a:lnTo>
                    <a:pt x="10" y="10"/>
                  </a:lnTo>
                  <a:lnTo>
                    <a:pt x="10" y="10"/>
                  </a:lnTo>
                  <a:lnTo>
                    <a:pt x="12" y="10"/>
                  </a:lnTo>
                  <a:lnTo>
                    <a:pt x="12" y="7"/>
                  </a:lnTo>
                  <a:lnTo>
                    <a:pt x="10" y="7"/>
                  </a:lnTo>
                  <a:lnTo>
                    <a:pt x="10" y="7"/>
                  </a:lnTo>
                  <a:lnTo>
                    <a:pt x="7" y="7"/>
                  </a:lnTo>
                  <a:lnTo>
                    <a:pt x="7" y="7"/>
                  </a:lnTo>
                  <a:lnTo>
                    <a:pt x="7" y="7"/>
                  </a:lnTo>
                  <a:lnTo>
                    <a:pt x="7" y="7"/>
                  </a:lnTo>
                  <a:lnTo>
                    <a:pt x="7" y="5"/>
                  </a:lnTo>
                  <a:lnTo>
                    <a:pt x="7" y="5"/>
                  </a:lnTo>
                  <a:lnTo>
                    <a:pt x="10" y="5"/>
                  </a:lnTo>
                  <a:lnTo>
                    <a:pt x="10" y="3"/>
                  </a:lnTo>
                  <a:lnTo>
                    <a:pt x="10" y="3"/>
                  </a:lnTo>
                  <a:lnTo>
                    <a:pt x="12" y="3"/>
                  </a:lnTo>
                  <a:lnTo>
                    <a:pt x="12" y="3"/>
                  </a:lnTo>
                  <a:lnTo>
                    <a:pt x="12" y="5"/>
                  </a:lnTo>
                  <a:lnTo>
                    <a:pt x="12" y="5"/>
                  </a:lnTo>
                  <a:lnTo>
                    <a:pt x="14" y="5"/>
                  </a:lnTo>
                  <a:lnTo>
                    <a:pt x="14" y="5"/>
                  </a:lnTo>
                  <a:lnTo>
                    <a:pt x="14" y="3"/>
                  </a:lnTo>
                  <a:lnTo>
                    <a:pt x="14" y="3"/>
                  </a:lnTo>
                  <a:lnTo>
                    <a:pt x="14" y="3"/>
                  </a:lnTo>
                  <a:lnTo>
                    <a:pt x="17" y="3"/>
                  </a:lnTo>
                  <a:lnTo>
                    <a:pt x="17" y="3"/>
                  </a:lnTo>
                  <a:lnTo>
                    <a:pt x="19" y="3"/>
                  </a:lnTo>
                  <a:lnTo>
                    <a:pt x="19" y="3"/>
                  </a:lnTo>
                  <a:lnTo>
                    <a:pt x="19" y="3"/>
                  </a:lnTo>
                  <a:lnTo>
                    <a:pt x="21" y="3"/>
                  </a:lnTo>
                  <a:lnTo>
                    <a:pt x="21" y="3"/>
                  </a:lnTo>
                  <a:lnTo>
                    <a:pt x="24" y="3"/>
                  </a:lnTo>
                  <a:lnTo>
                    <a:pt x="24" y="3"/>
                  </a:lnTo>
                  <a:lnTo>
                    <a:pt x="24" y="3"/>
                  </a:lnTo>
                  <a:lnTo>
                    <a:pt x="24" y="3"/>
                  </a:lnTo>
                  <a:lnTo>
                    <a:pt x="24" y="3"/>
                  </a:lnTo>
                  <a:lnTo>
                    <a:pt x="26" y="3"/>
                  </a:lnTo>
                  <a:lnTo>
                    <a:pt x="26" y="3"/>
                  </a:lnTo>
                  <a:lnTo>
                    <a:pt x="26" y="3"/>
                  </a:lnTo>
                  <a:lnTo>
                    <a:pt x="29" y="3"/>
                  </a:lnTo>
                  <a:lnTo>
                    <a:pt x="29" y="3"/>
                  </a:lnTo>
                  <a:lnTo>
                    <a:pt x="31" y="3"/>
                  </a:lnTo>
                  <a:lnTo>
                    <a:pt x="31" y="3"/>
                  </a:lnTo>
                  <a:lnTo>
                    <a:pt x="31" y="3"/>
                  </a:lnTo>
                  <a:lnTo>
                    <a:pt x="33" y="3"/>
                  </a:lnTo>
                  <a:lnTo>
                    <a:pt x="33" y="3"/>
                  </a:lnTo>
                  <a:lnTo>
                    <a:pt x="33" y="0"/>
                  </a:lnTo>
                  <a:lnTo>
                    <a:pt x="33" y="0"/>
                  </a:lnTo>
                  <a:lnTo>
                    <a:pt x="33" y="0"/>
                  </a:lnTo>
                  <a:lnTo>
                    <a:pt x="33" y="0"/>
                  </a:lnTo>
                  <a:lnTo>
                    <a:pt x="33" y="0"/>
                  </a:lnTo>
                  <a:lnTo>
                    <a:pt x="36" y="0"/>
                  </a:lnTo>
                  <a:lnTo>
                    <a:pt x="36" y="3"/>
                  </a:lnTo>
                  <a:lnTo>
                    <a:pt x="36" y="3"/>
                  </a:lnTo>
                  <a:lnTo>
                    <a:pt x="36" y="3"/>
                  </a:lnTo>
                  <a:lnTo>
                    <a:pt x="36" y="5"/>
                  </a:lnTo>
                  <a:lnTo>
                    <a:pt x="36" y="5"/>
                  </a:lnTo>
                  <a:lnTo>
                    <a:pt x="36" y="3"/>
                  </a:lnTo>
                  <a:lnTo>
                    <a:pt x="38" y="3"/>
                  </a:lnTo>
                  <a:lnTo>
                    <a:pt x="38" y="3"/>
                  </a:lnTo>
                  <a:lnTo>
                    <a:pt x="38" y="3"/>
                  </a:lnTo>
                  <a:lnTo>
                    <a:pt x="40" y="3"/>
                  </a:lnTo>
                  <a:lnTo>
                    <a:pt x="40" y="3"/>
                  </a:lnTo>
                  <a:lnTo>
                    <a:pt x="40" y="3"/>
                  </a:lnTo>
                  <a:lnTo>
                    <a:pt x="40" y="3"/>
                  </a:lnTo>
                  <a:lnTo>
                    <a:pt x="40" y="0"/>
                  </a:lnTo>
                  <a:lnTo>
                    <a:pt x="40" y="0"/>
                  </a:lnTo>
                  <a:lnTo>
                    <a:pt x="43" y="0"/>
                  </a:lnTo>
                  <a:lnTo>
                    <a:pt x="43" y="0"/>
                  </a:lnTo>
                  <a:lnTo>
                    <a:pt x="45" y="0"/>
                  </a:lnTo>
                  <a:lnTo>
                    <a:pt x="45" y="0"/>
                  </a:lnTo>
                  <a:lnTo>
                    <a:pt x="45" y="3"/>
                  </a:lnTo>
                  <a:lnTo>
                    <a:pt x="45" y="3"/>
                  </a:lnTo>
                  <a:lnTo>
                    <a:pt x="47" y="3"/>
                  </a:lnTo>
                  <a:lnTo>
                    <a:pt x="47" y="3"/>
                  </a:lnTo>
                  <a:lnTo>
                    <a:pt x="47" y="3"/>
                  </a:lnTo>
                  <a:lnTo>
                    <a:pt x="50" y="3"/>
                  </a:lnTo>
                  <a:lnTo>
                    <a:pt x="50" y="3"/>
                  </a:lnTo>
                  <a:lnTo>
                    <a:pt x="50" y="3"/>
                  </a:lnTo>
                  <a:lnTo>
                    <a:pt x="50" y="3"/>
                  </a:lnTo>
                  <a:lnTo>
                    <a:pt x="52" y="3"/>
                  </a:lnTo>
                  <a:lnTo>
                    <a:pt x="52" y="3"/>
                  </a:lnTo>
                  <a:lnTo>
                    <a:pt x="52" y="3"/>
                  </a:lnTo>
                  <a:lnTo>
                    <a:pt x="52" y="5"/>
                  </a:lnTo>
                  <a:lnTo>
                    <a:pt x="55" y="5"/>
                  </a:lnTo>
                  <a:lnTo>
                    <a:pt x="55" y="5"/>
                  </a:lnTo>
                  <a:lnTo>
                    <a:pt x="55" y="5"/>
                  </a:lnTo>
                  <a:lnTo>
                    <a:pt x="57" y="5"/>
                  </a:lnTo>
                  <a:lnTo>
                    <a:pt x="57" y="5"/>
                  </a:lnTo>
                  <a:lnTo>
                    <a:pt x="57" y="5"/>
                  </a:lnTo>
                  <a:lnTo>
                    <a:pt x="59" y="5"/>
                  </a:lnTo>
                  <a:lnTo>
                    <a:pt x="59" y="5"/>
                  </a:lnTo>
                  <a:lnTo>
                    <a:pt x="59" y="5"/>
                  </a:lnTo>
                  <a:lnTo>
                    <a:pt x="62" y="5"/>
                  </a:lnTo>
                  <a:lnTo>
                    <a:pt x="62" y="5"/>
                  </a:lnTo>
                  <a:lnTo>
                    <a:pt x="64" y="5"/>
                  </a:lnTo>
                  <a:lnTo>
                    <a:pt x="64" y="5"/>
                  </a:lnTo>
                  <a:lnTo>
                    <a:pt x="64" y="7"/>
                  </a:lnTo>
                  <a:lnTo>
                    <a:pt x="64" y="7"/>
                  </a:lnTo>
                  <a:lnTo>
                    <a:pt x="64" y="7"/>
                  </a:lnTo>
                  <a:lnTo>
                    <a:pt x="66" y="7"/>
                  </a:lnTo>
                  <a:lnTo>
                    <a:pt x="66" y="10"/>
                  </a:lnTo>
                  <a:lnTo>
                    <a:pt x="66" y="10"/>
                  </a:lnTo>
                  <a:lnTo>
                    <a:pt x="66" y="10"/>
                  </a:lnTo>
                  <a:lnTo>
                    <a:pt x="66" y="10"/>
                  </a:lnTo>
                  <a:lnTo>
                    <a:pt x="69" y="10"/>
                  </a:lnTo>
                  <a:lnTo>
                    <a:pt x="69" y="12"/>
                  </a:lnTo>
                  <a:lnTo>
                    <a:pt x="69" y="12"/>
                  </a:lnTo>
                  <a:lnTo>
                    <a:pt x="69" y="12"/>
                  </a:lnTo>
                  <a:lnTo>
                    <a:pt x="69" y="12"/>
                  </a:lnTo>
                  <a:lnTo>
                    <a:pt x="69" y="14"/>
                  </a:lnTo>
                  <a:lnTo>
                    <a:pt x="69" y="14"/>
                  </a:lnTo>
                  <a:lnTo>
                    <a:pt x="69" y="17"/>
                  </a:lnTo>
                  <a:lnTo>
                    <a:pt x="71" y="17"/>
                  </a:lnTo>
                  <a:lnTo>
                    <a:pt x="71" y="17"/>
                  </a:lnTo>
                  <a:lnTo>
                    <a:pt x="71" y="17"/>
                  </a:lnTo>
                  <a:lnTo>
                    <a:pt x="74" y="17"/>
                  </a:lnTo>
                  <a:lnTo>
                    <a:pt x="74" y="17"/>
                  </a:lnTo>
                  <a:lnTo>
                    <a:pt x="74" y="19"/>
                  </a:lnTo>
                  <a:lnTo>
                    <a:pt x="74" y="19"/>
                  </a:lnTo>
                  <a:lnTo>
                    <a:pt x="74" y="19"/>
                  </a:lnTo>
                  <a:lnTo>
                    <a:pt x="74" y="22"/>
                  </a:lnTo>
                  <a:lnTo>
                    <a:pt x="74" y="22"/>
                  </a:lnTo>
                  <a:lnTo>
                    <a:pt x="74" y="22"/>
                  </a:lnTo>
                  <a:lnTo>
                    <a:pt x="74" y="24"/>
                  </a:lnTo>
                  <a:lnTo>
                    <a:pt x="74" y="24"/>
                  </a:lnTo>
                  <a:lnTo>
                    <a:pt x="74" y="24"/>
                  </a:lnTo>
                  <a:lnTo>
                    <a:pt x="74" y="24"/>
                  </a:lnTo>
                  <a:lnTo>
                    <a:pt x="74" y="24"/>
                  </a:lnTo>
                  <a:lnTo>
                    <a:pt x="74" y="26"/>
                  </a:lnTo>
                  <a:lnTo>
                    <a:pt x="74" y="26"/>
                  </a:lnTo>
                  <a:lnTo>
                    <a:pt x="74" y="29"/>
                  </a:lnTo>
                  <a:lnTo>
                    <a:pt x="74" y="29"/>
                  </a:lnTo>
                  <a:lnTo>
                    <a:pt x="74" y="29"/>
                  </a:lnTo>
                  <a:lnTo>
                    <a:pt x="76" y="29"/>
                  </a:lnTo>
                  <a:lnTo>
                    <a:pt x="76" y="29"/>
                  </a:lnTo>
                  <a:lnTo>
                    <a:pt x="76" y="29"/>
                  </a:lnTo>
                  <a:lnTo>
                    <a:pt x="76" y="31"/>
                  </a:lnTo>
                  <a:lnTo>
                    <a:pt x="76" y="31"/>
                  </a:lnTo>
                  <a:lnTo>
                    <a:pt x="74" y="31"/>
                  </a:lnTo>
                  <a:lnTo>
                    <a:pt x="74" y="31"/>
                  </a:lnTo>
                  <a:lnTo>
                    <a:pt x="74" y="31"/>
                  </a:lnTo>
                  <a:lnTo>
                    <a:pt x="71" y="3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211"/>
            <p:cNvSpPr>
              <a:spLocks/>
            </p:cNvSpPr>
            <p:nvPr/>
          </p:nvSpPr>
          <p:spPr bwMode="auto">
            <a:xfrm>
              <a:off x="5662613" y="4483100"/>
              <a:ext cx="120650" cy="49212"/>
            </a:xfrm>
            <a:custGeom>
              <a:avLst/>
              <a:gdLst/>
              <a:ahLst/>
              <a:cxnLst>
                <a:cxn ang="0">
                  <a:pos x="69" y="29"/>
                </a:cxn>
                <a:cxn ang="0">
                  <a:pos x="66" y="26"/>
                </a:cxn>
                <a:cxn ang="0">
                  <a:pos x="64" y="24"/>
                </a:cxn>
                <a:cxn ang="0">
                  <a:pos x="59" y="22"/>
                </a:cxn>
                <a:cxn ang="0">
                  <a:pos x="55" y="19"/>
                </a:cxn>
                <a:cxn ang="0">
                  <a:pos x="52" y="17"/>
                </a:cxn>
                <a:cxn ang="0">
                  <a:pos x="47" y="14"/>
                </a:cxn>
                <a:cxn ang="0">
                  <a:pos x="45" y="19"/>
                </a:cxn>
                <a:cxn ang="0">
                  <a:pos x="40" y="19"/>
                </a:cxn>
                <a:cxn ang="0">
                  <a:pos x="38" y="17"/>
                </a:cxn>
                <a:cxn ang="0">
                  <a:pos x="33" y="17"/>
                </a:cxn>
                <a:cxn ang="0">
                  <a:pos x="31" y="12"/>
                </a:cxn>
                <a:cxn ang="0">
                  <a:pos x="29" y="14"/>
                </a:cxn>
                <a:cxn ang="0">
                  <a:pos x="26" y="19"/>
                </a:cxn>
                <a:cxn ang="0">
                  <a:pos x="31" y="22"/>
                </a:cxn>
                <a:cxn ang="0">
                  <a:pos x="31" y="26"/>
                </a:cxn>
                <a:cxn ang="0">
                  <a:pos x="26" y="24"/>
                </a:cxn>
                <a:cxn ang="0">
                  <a:pos x="24" y="24"/>
                </a:cxn>
                <a:cxn ang="0">
                  <a:pos x="21" y="24"/>
                </a:cxn>
                <a:cxn ang="0">
                  <a:pos x="17" y="26"/>
                </a:cxn>
                <a:cxn ang="0">
                  <a:pos x="12" y="26"/>
                </a:cxn>
                <a:cxn ang="0">
                  <a:pos x="10" y="24"/>
                </a:cxn>
                <a:cxn ang="0">
                  <a:pos x="10" y="22"/>
                </a:cxn>
                <a:cxn ang="0">
                  <a:pos x="10" y="17"/>
                </a:cxn>
                <a:cxn ang="0">
                  <a:pos x="7" y="12"/>
                </a:cxn>
                <a:cxn ang="0">
                  <a:pos x="5" y="14"/>
                </a:cxn>
                <a:cxn ang="0">
                  <a:pos x="0" y="14"/>
                </a:cxn>
                <a:cxn ang="0">
                  <a:pos x="2" y="12"/>
                </a:cxn>
                <a:cxn ang="0">
                  <a:pos x="5" y="12"/>
                </a:cxn>
                <a:cxn ang="0">
                  <a:pos x="10" y="10"/>
                </a:cxn>
                <a:cxn ang="0">
                  <a:pos x="10" y="7"/>
                </a:cxn>
                <a:cxn ang="0">
                  <a:pos x="7" y="5"/>
                </a:cxn>
                <a:cxn ang="0">
                  <a:pos x="12" y="5"/>
                </a:cxn>
                <a:cxn ang="0">
                  <a:pos x="14" y="3"/>
                </a:cxn>
                <a:cxn ang="0">
                  <a:pos x="21" y="3"/>
                </a:cxn>
                <a:cxn ang="0">
                  <a:pos x="24" y="3"/>
                </a:cxn>
                <a:cxn ang="0">
                  <a:pos x="31" y="3"/>
                </a:cxn>
                <a:cxn ang="0">
                  <a:pos x="33" y="0"/>
                </a:cxn>
                <a:cxn ang="0">
                  <a:pos x="36" y="3"/>
                </a:cxn>
                <a:cxn ang="0">
                  <a:pos x="38" y="3"/>
                </a:cxn>
                <a:cxn ang="0">
                  <a:pos x="40" y="0"/>
                </a:cxn>
                <a:cxn ang="0">
                  <a:pos x="45" y="3"/>
                </a:cxn>
                <a:cxn ang="0">
                  <a:pos x="50" y="3"/>
                </a:cxn>
                <a:cxn ang="0">
                  <a:pos x="52" y="5"/>
                </a:cxn>
                <a:cxn ang="0">
                  <a:pos x="57" y="5"/>
                </a:cxn>
                <a:cxn ang="0">
                  <a:pos x="64" y="5"/>
                </a:cxn>
                <a:cxn ang="0">
                  <a:pos x="66" y="10"/>
                </a:cxn>
                <a:cxn ang="0">
                  <a:pos x="69" y="12"/>
                </a:cxn>
                <a:cxn ang="0">
                  <a:pos x="71" y="17"/>
                </a:cxn>
                <a:cxn ang="0">
                  <a:pos x="74" y="19"/>
                </a:cxn>
                <a:cxn ang="0">
                  <a:pos x="74" y="24"/>
                </a:cxn>
                <a:cxn ang="0">
                  <a:pos x="74" y="29"/>
                </a:cxn>
                <a:cxn ang="0">
                  <a:pos x="76" y="31"/>
                </a:cxn>
              </a:cxnLst>
              <a:rect l="0" t="0" r="r" b="b"/>
              <a:pathLst>
                <a:path w="76" h="31">
                  <a:moveTo>
                    <a:pt x="71" y="31"/>
                  </a:moveTo>
                  <a:lnTo>
                    <a:pt x="71" y="29"/>
                  </a:lnTo>
                  <a:lnTo>
                    <a:pt x="71" y="29"/>
                  </a:lnTo>
                  <a:lnTo>
                    <a:pt x="71" y="29"/>
                  </a:lnTo>
                  <a:lnTo>
                    <a:pt x="71" y="29"/>
                  </a:lnTo>
                  <a:lnTo>
                    <a:pt x="69" y="29"/>
                  </a:lnTo>
                  <a:lnTo>
                    <a:pt x="69" y="29"/>
                  </a:lnTo>
                  <a:lnTo>
                    <a:pt x="66" y="29"/>
                  </a:lnTo>
                  <a:lnTo>
                    <a:pt x="66" y="26"/>
                  </a:lnTo>
                  <a:lnTo>
                    <a:pt x="66" y="26"/>
                  </a:lnTo>
                  <a:lnTo>
                    <a:pt x="66" y="26"/>
                  </a:lnTo>
                  <a:lnTo>
                    <a:pt x="66" y="26"/>
                  </a:lnTo>
                  <a:lnTo>
                    <a:pt x="66" y="24"/>
                  </a:lnTo>
                  <a:lnTo>
                    <a:pt x="64" y="24"/>
                  </a:lnTo>
                  <a:lnTo>
                    <a:pt x="64" y="24"/>
                  </a:lnTo>
                  <a:lnTo>
                    <a:pt x="64" y="24"/>
                  </a:lnTo>
                  <a:lnTo>
                    <a:pt x="64" y="24"/>
                  </a:lnTo>
                  <a:lnTo>
                    <a:pt x="64" y="24"/>
                  </a:lnTo>
                  <a:lnTo>
                    <a:pt x="62" y="24"/>
                  </a:lnTo>
                  <a:lnTo>
                    <a:pt x="62" y="24"/>
                  </a:lnTo>
                  <a:lnTo>
                    <a:pt x="62" y="22"/>
                  </a:lnTo>
                  <a:lnTo>
                    <a:pt x="59" y="22"/>
                  </a:lnTo>
                  <a:lnTo>
                    <a:pt x="59" y="22"/>
                  </a:lnTo>
                  <a:lnTo>
                    <a:pt x="59" y="22"/>
                  </a:lnTo>
                  <a:lnTo>
                    <a:pt x="59" y="22"/>
                  </a:lnTo>
                  <a:lnTo>
                    <a:pt x="57" y="22"/>
                  </a:lnTo>
                  <a:lnTo>
                    <a:pt x="57" y="22"/>
                  </a:lnTo>
                  <a:lnTo>
                    <a:pt x="57" y="19"/>
                  </a:lnTo>
                  <a:lnTo>
                    <a:pt x="57" y="19"/>
                  </a:lnTo>
                  <a:lnTo>
                    <a:pt x="55" y="19"/>
                  </a:lnTo>
                  <a:lnTo>
                    <a:pt x="55" y="19"/>
                  </a:lnTo>
                  <a:lnTo>
                    <a:pt x="55" y="19"/>
                  </a:lnTo>
                  <a:lnTo>
                    <a:pt x="55" y="17"/>
                  </a:lnTo>
                  <a:lnTo>
                    <a:pt x="55" y="17"/>
                  </a:lnTo>
                  <a:lnTo>
                    <a:pt x="52" y="17"/>
                  </a:lnTo>
                  <a:lnTo>
                    <a:pt x="52" y="17"/>
                  </a:lnTo>
                  <a:lnTo>
                    <a:pt x="52" y="17"/>
                  </a:lnTo>
                  <a:lnTo>
                    <a:pt x="52" y="14"/>
                  </a:lnTo>
                  <a:lnTo>
                    <a:pt x="50" y="14"/>
                  </a:lnTo>
                  <a:lnTo>
                    <a:pt x="50" y="14"/>
                  </a:lnTo>
                  <a:lnTo>
                    <a:pt x="47" y="14"/>
                  </a:lnTo>
                  <a:lnTo>
                    <a:pt x="47" y="14"/>
                  </a:lnTo>
                  <a:lnTo>
                    <a:pt x="47" y="14"/>
                  </a:lnTo>
                  <a:lnTo>
                    <a:pt x="45" y="14"/>
                  </a:lnTo>
                  <a:lnTo>
                    <a:pt x="45" y="17"/>
                  </a:lnTo>
                  <a:lnTo>
                    <a:pt x="45" y="17"/>
                  </a:lnTo>
                  <a:lnTo>
                    <a:pt x="45" y="19"/>
                  </a:lnTo>
                  <a:lnTo>
                    <a:pt x="45" y="19"/>
                  </a:lnTo>
                  <a:lnTo>
                    <a:pt x="45" y="19"/>
                  </a:lnTo>
                  <a:lnTo>
                    <a:pt x="45" y="19"/>
                  </a:lnTo>
                  <a:lnTo>
                    <a:pt x="45" y="19"/>
                  </a:lnTo>
                  <a:lnTo>
                    <a:pt x="43" y="19"/>
                  </a:lnTo>
                  <a:lnTo>
                    <a:pt x="43" y="19"/>
                  </a:lnTo>
                  <a:lnTo>
                    <a:pt x="40" y="19"/>
                  </a:lnTo>
                  <a:lnTo>
                    <a:pt x="40" y="17"/>
                  </a:lnTo>
                  <a:lnTo>
                    <a:pt x="40" y="17"/>
                  </a:lnTo>
                  <a:lnTo>
                    <a:pt x="40" y="17"/>
                  </a:lnTo>
                  <a:lnTo>
                    <a:pt x="38" y="17"/>
                  </a:lnTo>
                  <a:lnTo>
                    <a:pt x="38" y="17"/>
                  </a:lnTo>
                  <a:lnTo>
                    <a:pt x="38" y="17"/>
                  </a:lnTo>
                  <a:lnTo>
                    <a:pt x="38" y="17"/>
                  </a:lnTo>
                  <a:lnTo>
                    <a:pt x="36" y="17"/>
                  </a:lnTo>
                  <a:lnTo>
                    <a:pt x="36" y="17"/>
                  </a:lnTo>
                  <a:lnTo>
                    <a:pt x="33" y="17"/>
                  </a:lnTo>
                  <a:lnTo>
                    <a:pt x="33" y="17"/>
                  </a:lnTo>
                  <a:lnTo>
                    <a:pt x="33" y="17"/>
                  </a:lnTo>
                  <a:lnTo>
                    <a:pt x="31" y="17"/>
                  </a:lnTo>
                  <a:lnTo>
                    <a:pt x="31" y="14"/>
                  </a:lnTo>
                  <a:lnTo>
                    <a:pt x="31" y="14"/>
                  </a:lnTo>
                  <a:lnTo>
                    <a:pt x="31" y="14"/>
                  </a:lnTo>
                  <a:lnTo>
                    <a:pt x="31" y="14"/>
                  </a:lnTo>
                  <a:lnTo>
                    <a:pt x="31" y="12"/>
                  </a:lnTo>
                  <a:lnTo>
                    <a:pt x="31" y="12"/>
                  </a:lnTo>
                  <a:lnTo>
                    <a:pt x="31" y="12"/>
                  </a:lnTo>
                  <a:lnTo>
                    <a:pt x="31" y="12"/>
                  </a:lnTo>
                  <a:lnTo>
                    <a:pt x="31" y="12"/>
                  </a:lnTo>
                  <a:lnTo>
                    <a:pt x="31" y="14"/>
                  </a:lnTo>
                  <a:lnTo>
                    <a:pt x="29" y="14"/>
                  </a:lnTo>
                  <a:lnTo>
                    <a:pt x="29" y="14"/>
                  </a:lnTo>
                  <a:lnTo>
                    <a:pt x="29" y="14"/>
                  </a:lnTo>
                  <a:lnTo>
                    <a:pt x="26" y="14"/>
                  </a:lnTo>
                  <a:lnTo>
                    <a:pt x="26" y="17"/>
                  </a:lnTo>
                  <a:lnTo>
                    <a:pt x="26" y="17"/>
                  </a:lnTo>
                  <a:lnTo>
                    <a:pt x="26" y="19"/>
                  </a:lnTo>
                  <a:lnTo>
                    <a:pt x="29" y="19"/>
                  </a:lnTo>
                  <a:lnTo>
                    <a:pt x="29" y="19"/>
                  </a:lnTo>
                  <a:lnTo>
                    <a:pt x="29" y="22"/>
                  </a:lnTo>
                  <a:lnTo>
                    <a:pt x="29" y="22"/>
                  </a:lnTo>
                  <a:lnTo>
                    <a:pt x="29" y="22"/>
                  </a:lnTo>
                  <a:lnTo>
                    <a:pt x="31" y="22"/>
                  </a:lnTo>
                  <a:lnTo>
                    <a:pt x="31" y="24"/>
                  </a:lnTo>
                  <a:lnTo>
                    <a:pt x="31" y="24"/>
                  </a:lnTo>
                  <a:lnTo>
                    <a:pt x="31" y="24"/>
                  </a:lnTo>
                  <a:lnTo>
                    <a:pt x="31" y="24"/>
                  </a:lnTo>
                  <a:lnTo>
                    <a:pt x="31" y="24"/>
                  </a:lnTo>
                  <a:lnTo>
                    <a:pt x="31" y="26"/>
                  </a:lnTo>
                  <a:lnTo>
                    <a:pt x="29" y="26"/>
                  </a:lnTo>
                  <a:lnTo>
                    <a:pt x="29" y="26"/>
                  </a:lnTo>
                  <a:lnTo>
                    <a:pt x="29" y="26"/>
                  </a:lnTo>
                  <a:lnTo>
                    <a:pt x="26" y="26"/>
                  </a:lnTo>
                  <a:lnTo>
                    <a:pt x="26" y="26"/>
                  </a:lnTo>
                  <a:lnTo>
                    <a:pt x="26" y="24"/>
                  </a:lnTo>
                  <a:lnTo>
                    <a:pt x="26" y="24"/>
                  </a:lnTo>
                  <a:lnTo>
                    <a:pt x="26" y="24"/>
                  </a:lnTo>
                  <a:lnTo>
                    <a:pt x="26" y="24"/>
                  </a:lnTo>
                  <a:lnTo>
                    <a:pt x="26" y="24"/>
                  </a:lnTo>
                  <a:lnTo>
                    <a:pt x="26" y="24"/>
                  </a:lnTo>
                  <a:lnTo>
                    <a:pt x="24" y="24"/>
                  </a:lnTo>
                  <a:lnTo>
                    <a:pt x="24" y="24"/>
                  </a:lnTo>
                  <a:lnTo>
                    <a:pt x="24" y="24"/>
                  </a:lnTo>
                  <a:lnTo>
                    <a:pt x="24" y="24"/>
                  </a:lnTo>
                  <a:lnTo>
                    <a:pt x="21" y="24"/>
                  </a:lnTo>
                  <a:lnTo>
                    <a:pt x="21" y="24"/>
                  </a:lnTo>
                  <a:lnTo>
                    <a:pt x="21" y="24"/>
                  </a:lnTo>
                  <a:lnTo>
                    <a:pt x="19" y="24"/>
                  </a:lnTo>
                  <a:lnTo>
                    <a:pt x="19" y="24"/>
                  </a:lnTo>
                  <a:lnTo>
                    <a:pt x="19" y="24"/>
                  </a:lnTo>
                  <a:lnTo>
                    <a:pt x="19" y="24"/>
                  </a:lnTo>
                  <a:lnTo>
                    <a:pt x="19" y="26"/>
                  </a:lnTo>
                  <a:lnTo>
                    <a:pt x="17" y="26"/>
                  </a:lnTo>
                  <a:lnTo>
                    <a:pt x="17" y="26"/>
                  </a:lnTo>
                  <a:lnTo>
                    <a:pt x="14" y="26"/>
                  </a:lnTo>
                  <a:lnTo>
                    <a:pt x="14" y="26"/>
                  </a:lnTo>
                  <a:lnTo>
                    <a:pt x="14" y="26"/>
                  </a:lnTo>
                  <a:lnTo>
                    <a:pt x="14" y="26"/>
                  </a:lnTo>
                  <a:lnTo>
                    <a:pt x="12" y="26"/>
                  </a:lnTo>
                  <a:lnTo>
                    <a:pt x="12" y="26"/>
                  </a:lnTo>
                  <a:lnTo>
                    <a:pt x="12" y="26"/>
                  </a:lnTo>
                  <a:lnTo>
                    <a:pt x="10" y="26"/>
                  </a:lnTo>
                  <a:lnTo>
                    <a:pt x="10" y="26"/>
                  </a:lnTo>
                  <a:lnTo>
                    <a:pt x="10" y="26"/>
                  </a:lnTo>
                  <a:lnTo>
                    <a:pt x="10" y="24"/>
                  </a:lnTo>
                  <a:lnTo>
                    <a:pt x="10" y="24"/>
                  </a:lnTo>
                  <a:lnTo>
                    <a:pt x="10" y="24"/>
                  </a:lnTo>
                  <a:lnTo>
                    <a:pt x="10" y="24"/>
                  </a:lnTo>
                  <a:lnTo>
                    <a:pt x="12" y="24"/>
                  </a:lnTo>
                  <a:lnTo>
                    <a:pt x="12" y="22"/>
                  </a:lnTo>
                  <a:lnTo>
                    <a:pt x="10" y="22"/>
                  </a:lnTo>
                  <a:lnTo>
                    <a:pt x="10" y="22"/>
                  </a:lnTo>
                  <a:lnTo>
                    <a:pt x="10" y="22"/>
                  </a:lnTo>
                  <a:lnTo>
                    <a:pt x="10" y="19"/>
                  </a:lnTo>
                  <a:lnTo>
                    <a:pt x="10" y="19"/>
                  </a:lnTo>
                  <a:lnTo>
                    <a:pt x="10" y="17"/>
                  </a:lnTo>
                  <a:lnTo>
                    <a:pt x="10" y="17"/>
                  </a:lnTo>
                  <a:lnTo>
                    <a:pt x="10" y="17"/>
                  </a:lnTo>
                  <a:lnTo>
                    <a:pt x="10" y="14"/>
                  </a:lnTo>
                  <a:lnTo>
                    <a:pt x="10" y="14"/>
                  </a:lnTo>
                  <a:lnTo>
                    <a:pt x="10" y="14"/>
                  </a:lnTo>
                  <a:lnTo>
                    <a:pt x="10" y="12"/>
                  </a:lnTo>
                  <a:lnTo>
                    <a:pt x="7" y="12"/>
                  </a:lnTo>
                  <a:lnTo>
                    <a:pt x="7" y="12"/>
                  </a:lnTo>
                  <a:lnTo>
                    <a:pt x="7" y="14"/>
                  </a:lnTo>
                  <a:lnTo>
                    <a:pt x="7" y="14"/>
                  </a:lnTo>
                  <a:lnTo>
                    <a:pt x="5" y="14"/>
                  </a:lnTo>
                  <a:lnTo>
                    <a:pt x="5" y="14"/>
                  </a:lnTo>
                  <a:lnTo>
                    <a:pt x="5" y="14"/>
                  </a:lnTo>
                  <a:lnTo>
                    <a:pt x="5" y="17"/>
                  </a:lnTo>
                  <a:lnTo>
                    <a:pt x="5" y="17"/>
                  </a:lnTo>
                  <a:lnTo>
                    <a:pt x="2" y="17"/>
                  </a:lnTo>
                  <a:lnTo>
                    <a:pt x="2" y="17"/>
                  </a:lnTo>
                  <a:lnTo>
                    <a:pt x="2" y="14"/>
                  </a:lnTo>
                  <a:lnTo>
                    <a:pt x="0" y="14"/>
                  </a:lnTo>
                  <a:lnTo>
                    <a:pt x="0" y="14"/>
                  </a:lnTo>
                  <a:lnTo>
                    <a:pt x="0" y="14"/>
                  </a:lnTo>
                  <a:lnTo>
                    <a:pt x="0" y="12"/>
                  </a:lnTo>
                  <a:lnTo>
                    <a:pt x="0" y="12"/>
                  </a:lnTo>
                  <a:lnTo>
                    <a:pt x="0" y="12"/>
                  </a:lnTo>
                  <a:lnTo>
                    <a:pt x="2" y="12"/>
                  </a:lnTo>
                  <a:lnTo>
                    <a:pt x="2" y="12"/>
                  </a:lnTo>
                  <a:lnTo>
                    <a:pt x="2" y="12"/>
                  </a:lnTo>
                  <a:lnTo>
                    <a:pt x="5" y="12"/>
                  </a:lnTo>
                  <a:lnTo>
                    <a:pt x="5" y="12"/>
                  </a:lnTo>
                  <a:lnTo>
                    <a:pt x="5" y="12"/>
                  </a:lnTo>
                  <a:lnTo>
                    <a:pt x="5" y="12"/>
                  </a:lnTo>
                  <a:lnTo>
                    <a:pt x="5" y="10"/>
                  </a:lnTo>
                  <a:lnTo>
                    <a:pt x="5" y="10"/>
                  </a:lnTo>
                  <a:lnTo>
                    <a:pt x="7" y="10"/>
                  </a:lnTo>
                  <a:lnTo>
                    <a:pt x="7" y="10"/>
                  </a:lnTo>
                  <a:lnTo>
                    <a:pt x="7" y="10"/>
                  </a:lnTo>
                  <a:lnTo>
                    <a:pt x="10" y="10"/>
                  </a:lnTo>
                  <a:lnTo>
                    <a:pt x="10" y="10"/>
                  </a:lnTo>
                  <a:lnTo>
                    <a:pt x="10" y="10"/>
                  </a:lnTo>
                  <a:lnTo>
                    <a:pt x="12" y="10"/>
                  </a:lnTo>
                  <a:lnTo>
                    <a:pt x="12" y="7"/>
                  </a:lnTo>
                  <a:lnTo>
                    <a:pt x="10" y="7"/>
                  </a:lnTo>
                  <a:lnTo>
                    <a:pt x="10" y="7"/>
                  </a:lnTo>
                  <a:lnTo>
                    <a:pt x="7" y="7"/>
                  </a:lnTo>
                  <a:lnTo>
                    <a:pt x="7" y="7"/>
                  </a:lnTo>
                  <a:lnTo>
                    <a:pt x="7" y="7"/>
                  </a:lnTo>
                  <a:lnTo>
                    <a:pt x="7" y="7"/>
                  </a:lnTo>
                  <a:lnTo>
                    <a:pt x="7" y="5"/>
                  </a:lnTo>
                  <a:lnTo>
                    <a:pt x="7" y="5"/>
                  </a:lnTo>
                  <a:lnTo>
                    <a:pt x="10" y="5"/>
                  </a:lnTo>
                  <a:lnTo>
                    <a:pt x="10" y="3"/>
                  </a:lnTo>
                  <a:lnTo>
                    <a:pt x="10" y="3"/>
                  </a:lnTo>
                  <a:lnTo>
                    <a:pt x="12" y="3"/>
                  </a:lnTo>
                  <a:lnTo>
                    <a:pt x="12" y="3"/>
                  </a:lnTo>
                  <a:lnTo>
                    <a:pt x="12" y="5"/>
                  </a:lnTo>
                  <a:lnTo>
                    <a:pt x="12" y="5"/>
                  </a:lnTo>
                  <a:lnTo>
                    <a:pt x="14" y="5"/>
                  </a:lnTo>
                  <a:lnTo>
                    <a:pt x="14" y="5"/>
                  </a:lnTo>
                  <a:lnTo>
                    <a:pt x="14" y="3"/>
                  </a:lnTo>
                  <a:lnTo>
                    <a:pt x="14" y="3"/>
                  </a:lnTo>
                  <a:lnTo>
                    <a:pt x="14" y="3"/>
                  </a:lnTo>
                  <a:lnTo>
                    <a:pt x="17" y="3"/>
                  </a:lnTo>
                  <a:lnTo>
                    <a:pt x="17" y="3"/>
                  </a:lnTo>
                  <a:lnTo>
                    <a:pt x="19" y="3"/>
                  </a:lnTo>
                  <a:lnTo>
                    <a:pt x="19" y="3"/>
                  </a:lnTo>
                  <a:lnTo>
                    <a:pt x="19" y="3"/>
                  </a:lnTo>
                  <a:lnTo>
                    <a:pt x="21" y="3"/>
                  </a:lnTo>
                  <a:lnTo>
                    <a:pt x="21" y="3"/>
                  </a:lnTo>
                  <a:lnTo>
                    <a:pt x="24" y="3"/>
                  </a:lnTo>
                  <a:lnTo>
                    <a:pt x="24" y="3"/>
                  </a:lnTo>
                  <a:lnTo>
                    <a:pt x="24" y="3"/>
                  </a:lnTo>
                  <a:lnTo>
                    <a:pt x="24" y="3"/>
                  </a:lnTo>
                  <a:lnTo>
                    <a:pt x="24" y="3"/>
                  </a:lnTo>
                  <a:lnTo>
                    <a:pt x="26" y="3"/>
                  </a:lnTo>
                  <a:lnTo>
                    <a:pt x="26" y="3"/>
                  </a:lnTo>
                  <a:lnTo>
                    <a:pt x="26" y="3"/>
                  </a:lnTo>
                  <a:lnTo>
                    <a:pt x="29" y="3"/>
                  </a:lnTo>
                  <a:lnTo>
                    <a:pt x="29" y="3"/>
                  </a:lnTo>
                  <a:lnTo>
                    <a:pt x="31" y="3"/>
                  </a:lnTo>
                  <a:lnTo>
                    <a:pt x="31" y="3"/>
                  </a:lnTo>
                  <a:lnTo>
                    <a:pt x="31" y="3"/>
                  </a:lnTo>
                  <a:lnTo>
                    <a:pt x="33" y="3"/>
                  </a:lnTo>
                  <a:lnTo>
                    <a:pt x="33" y="3"/>
                  </a:lnTo>
                  <a:lnTo>
                    <a:pt x="33" y="0"/>
                  </a:lnTo>
                  <a:lnTo>
                    <a:pt x="33" y="0"/>
                  </a:lnTo>
                  <a:lnTo>
                    <a:pt x="33" y="0"/>
                  </a:lnTo>
                  <a:lnTo>
                    <a:pt x="33" y="0"/>
                  </a:lnTo>
                  <a:lnTo>
                    <a:pt x="33" y="0"/>
                  </a:lnTo>
                  <a:lnTo>
                    <a:pt x="36" y="0"/>
                  </a:lnTo>
                  <a:lnTo>
                    <a:pt x="36" y="3"/>
                  </a:lnTo>
                  <a:lnTo>
                    <a:pt x="36" y="3"/>
                  </a:lnTo>
                  <a:lnTo>
                    <a:pt x="36" y="3"/>
                  </a:lnTo>
                  <a:lnTo>
                    <a:pt x="36" y="5"/>
                  </a:lnTo>
                  <a:lnTo>
                    <a:pt x="36" y="5"/>
                  </a:lnTo>
                  <a:lnTo>
                    <a:pt x="36" y="3"/>
                  </a:lnTo>
                  <a:lnTo>
                    <a:pt x="38" y="3"/>
                  </a:lnTo>
                  <a:lnTo>
                    <a:pt x="38" y="3"/>
                  </a:lnTo>
                  <a:lnTo>
                    <a:pt x="38" y="3"/>
                  </a:lnTo>
                  <a:lnTo>
                    <a:pt x="40" y="3"/>
                  </a:lnTo>
                  <a:lnTo>
                    <a:pt x="40" y="3"/>
                  </a:lnTo>
                  <a:lnTo>
                    <a:pt x="40" y="3"/>
                  </a:lnTo>
                  <a:lnTo>
                    <a:pt x="40" y="3"/>
                  </a:lnTo>
                  <a:lnTo>
                    <a:pt x="40" y="0"/>
                  </a:lnTo>
                  <a:lnTo>
                    <a:pt x="40" y="0"/>
                  </a:lnTo>
                  <a:lnTo>
                    <a:pt x="43" y="0"/>
                  </a:lnTo>
                  <a:lnTo>
                    <a:pt x="43" y="0"/>
                  </a:lnTo>
                  <a:lnTo>
                    <a:pt x="45" y="0"/>
                  </a:lnTo>
                  <a:lnTo>
                    <a:pt x="45" y="0"/>
                  </a:lnTo>
                  <a:lnTo>
                    <a:pt x="45" y="3"/>
                  </a:lnTo>
                  <a:lnTo>
                    <a:pt x="45" y="3"/>
                  </a:lnTo>
                  <a:lnTo>
                    <a:pt x="47" y="3"/>
                  </a:lnTo>
                  <a:lnTo>
                    <a:pt x="47" y="3"/>
                  </a:lnTo>
                  <a:lnTo>
                    <a:pt x="47" y="3"/>
                  </a:lnTo>
                  <a:lnTo>
                    <a:pt x="50" y="3"/>
                  </a:lnTo>
                  <a:lnTo>
                    <a:pt x="50" y="3"/>
                  </a:lnTo>
                  <a:lnTo>
                    <a:pt x="50" y="3"/>
                  </a:lnTo>
                  <a:lnTo>
                    <a:pt x="50" y="3"/>
                  </a:lnTo>
                  <a:lnTo>
                    <a:pt x="52" y="3"/>
                  </a:lnTo>
                  <a:lnTo>
                    <a:pt x="52" y="3"/>
                  </a:lnTo>
                  <a:lnTo>
                    <a:pt x="52" y="3"/>
                  </a:lnTo>
                  <a:lnTo>
                    <a:pt x="52" y="5"/>
                  </a:lnTo>
                  <a:lnTo>
                    <a:pt x="55" y="5"/>
                  </a:lnTo>
                  <a:lnTo>
                    <a:pt x="55" y="5"/>
                  </a:lnTo>
                  <a:lnTo>
                    <a:pt x="55" y="5"/>
                  </a:lnTo>
                  <a:lnTo>
                    <a:pt x="57" y="5"/>
                  </a:lnTo>
                  <a:lnTo>
                    <a:pt x="57" y="5"/>
                  </a:lnTo>
                  <a:lnTo>
                    <a:pt x="57" y="5"/>
                  </a:lnTo>
                  <a:lnTo>
                    <a:pt x="59" y="5"/>
                  </a:lnTo>
                  <a:lnTo>
                    <a:pt x="59" y="5"/>
                  </a:lnTo>
                  <a:lnTo>
                    <a:pt x="59" y="5"/>
                  </a:lnTo>
                  <a:lnTo>
                    <a:pt x="62" y="5"/>
                  </a:lnTo>
                  <a:lnTo>
                    <a:pt x="62" y="5"/>
                  </a:lnTo>
                  <a:lnTo>
                    <a:pt x="64" y="5"/>
                  </a:lnTo>
                  <a:lnTo>
                    <a:pt x="64" y="5"/>
                  </a:lnTo>
                  <a:lnTo>
                    <a:pt x="64" y="7"/>
                  </a:lnTo>
                  <a:lnTo>
                    <a:pt x="64" y="7"/>
                  </a:lnTo>
                  <a:lnTo>
                    <a:pt x="64" y="7"/>
                  </a:lnTo>
                  <a:lnTo>
                    <a:pt x="66" y="7"/>
                  </a:lnTo>
                  <a:lnTo>
                    <a:pt x="66" y="10"/>
                  </a:lnTo>
                  <a:lnTo>
                    <a:pt x="66" y="10"/>
                  </a:lnTo>
                  <a:lnTo>
                    <a:pt x="66" y="10"/>
                  </a:lnTo>
                  <a:lnTo>
                    <a:pt x="66" y="10"/>
                  </a:lnTo>
                  <a:lnTo>
                    <a:pt x="69" y="10"/>
                  </a:lnTo>
                  <a:lnTo>
                    <a:pt x="69" y="12"/>
                  </a:lnTo>
                  <a:lnTo>
                    <a:pt x="69" y="12"/>
                  </a:lnTo>
                  <a:lnTo>
                    <a:pt x="69" y="12"/>
                  </a:lnTo>
                  <a:lnTo>
                    <a:pt x="69" y="12"/>
                  </a:lnTo>
                  <a:lnTo>
                    <a:pt x="69" y="14"/>
                  </a:lnTo>
                  <a:lnTo>
                    <a:pt x="69" y="14"/>
                  </a:lnTo>
                  <a:lnTo>
                    <a:pt x="69" y="17"/>
                  </a:lnTo>
                  <a:lnTo>
                    <a:pt x="71" y="17"/>
                  </a:lnTo>
                  <a:lnTo>
                    <a:pt x="71" y="17"/>
                  </a:lnTo>
                  <a:lnTo>
                    <a:pt x="71" y="17"/>
                  </a:lnTo>
                  <a:lnTo>
                    <a:pt x="74" y="17"/>
                  </a:lnTo>
                  <a:lnTo>
                    <a:pt x="74" y="17"/>
                  </a:lnTo>
                  <a:lnTo>
                    <a:pt x="74" y="19"/>
                  </a:lnTo>
                  <a:lnTo>
                    <a:pt x="74" y="19"/>
                  </a:lnTo>
                  <a:lnTo>
                    <a:pt x="74" y="19"/>
                  </a:lnTo>
                  <a:lnTo>
                    <a:pt x="74" y="22"/>
                  </a:lnTo>
                  <a:lnTo>
                    <a:pt x="74" y="22"/>
                  </a:lnTo>
                  <a:lnTo>
                    <a:pt x="74" y="22"/>
                  </a:lnTo>
                  <a:lnTo>
                    <a:pt x="74" y="24"/>
                  </a:lnTo>
                  <a:lnTo>
                    <a:pt x="74" y="24"/>
                  </a:lnTo>
                  <a:lnTo>
                    <a:pt x="74" y="24"/>
                  </a:lnTo>
                  <a:lnTo>
                    <a:pt x="74" y="24"/>
                  </a:lnTo>
                  <a:lnTo>
                    <a:pt x="74" y="24"/>
                  </a:lnTo>
                  <a:lnTo>
                    <a:pt x="74" y="26"/>
                  </a:lnTo>
                  <a:lnTo>
                    <a:pt x="74" y="26"/>
                  </a:lnTo>
                  <a:lnTo>
                    <a:pt x="74" y="29"/>
                  </a:lnTo>
                  <a:lnTo>
                    <a:pt x="74" y="29"/>
                  </a:lnTo>
                  <a:lnTo>
                    <a:pt x="74" y="29"/>
                  </a:lnTo>
                  <a:lnTo>
                    <a:pt x="76" y="29"/>
                  </a:lnTo>
                  <a:lnTo>
                    <a:pt x="76" y="29"/>
                  </a:lnTo>
                  <a:lnTo>
                    <a:pt x="76" y="29"/>
                  </a:lnTo>
                  <a:lnTo>
                    <a:pt x="76" y="31"/>
                  </a:lnTo>
                  <a:lnTo>
                    <a:pt x="76" y="31"/>
                  </a:lnTo>
                  <a:lnTo>
                    <a:pt x="74" y="31"/>
                  </a:lnTo>
                  <a:lnTo>
                    <a:pt x="74" y="31"/>
                  </a:lnTo>
                  <a:lnTo>
                    <a:pt x="74" y="31"/>
                  </a:lnTo>
                  <a:lnTo>
                    <a:pt x="71" y="3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212"/>
            <p:cNvSpPr>
              <a:spLocks/>
            </p:cNvSpPr>
            <p:nvPr/>
          </p:nvSpPr>
          <p:spPr bwMode="auto">
            <a:xfrm>
              <a:off x="5384800" y="4697413"/>
              <a:ext cx="198438" cy="38100"/>
            </a:xfrm>
            <a:custGeom>
              <a:avLst/>
              <a:gdLst/>
              <a:ahLst/>
              <a:cxnLst>
                <a:cxn ang="0">
                  <a:pos x="80" y="5"/>
                </a:cxn>
                <a:cxn ang="0">
                  <a:pos x="85" y="5"/>
                </a:cxn>
                <a:cxn ang="0">
                  <a:pos x="92" y="5"/>
                </a:cxn>
                <a:cxn ang="0">
                  <a:pos x="97" y="3"/>
                </a:cxn>
                <a:cxn ang="0">
                  <a:pos x="102" y="7"/>
                </a:cxn>
                <a:cxn ang="0">
                  <a:pos x="106" y="3"/>
                </a:cxn>
                <a:cxn ang="0">
                  <a:pos x="114" y="3"/>
                </a:cxn>
                <a:cxn ang="0">
                  <a:pos x="116" y="3"/>
                </a:cxn>
                <a:cxn ang="0">
                  <a:pos x="121" y="3"/>
                </a:cxn>
                <a:cxn ang="0">
                  <a:pos x="125" y="5"/>
                </a:cxn>
                <a:cxn ang="0">
                  <a:pos x="121" y="7"/>
                </a:cxn>
                <a:cxn ang="0">
                  <a:pos x="116" y="10"/>
                </a:cxn>
                <a:cxn ang="0">
                  <a:pos x="109" y="12"/>
                </a:cxn>
                <a:cxn ang="0">
                  <a:pos x="106" y="12"/>
                </a:cxn>
                <a:cxn ang="0">
                  <a:pos x="102" y="10"/>
                </a:cxn>
                <a:cxn ang="0">
                  <a:pos x="97" y="10"/>
                </a:cxn>
                <a:cxn ang="0">
                  <a:pos x="95" y="10"/>
                </a:cxn>
                <a:cxn ang="0">
                  <a:pos x="92" y="15"/>
                </a:cxn>
                <a:cxn ang="0">
                  <a:pos x="88" y="15"/>
                </a:cxn>
                <a:cxn ang="0">
                  <a:pos x="83" y="12"/>
                </a:cxn>
                <a:cxn ang="0">
                  <a:pos x="78" y="15"/>
                </a:cxn>
                <a:cxn ang="0">
                  <a:pos x="73" y="15"/>
                </a:cxn>
                <a:cxn ang="0">
                  <a:pos x="69" y="17"/>
                </a:cxn>
                <a:cxn ang="0">
                  <a:pos x="64" y="17"/>
                </a:cxn>
                <a:cxn ang="0">
                  <a:pos x="59" y="19"/>
                </a:cxn>
                <a:cxn ang="0">
                  <a:pos x="52" y="22"/>
                </a:cxn>
                <a:cxn ang="0">
                  <a:pos x="50" y="19"/>
                </a:cxn>
                <a:cxn ang="0">
                  <a:pos x="47" y="19"/>
                </a:cxn>
                <a:cxn ang="0">
                  <a:pos x="43" y="24"/>
                </a:cxn>
                <a:cxn ang="0">
                  <a:pos x="38" y="24"/>
                </a:cxn>
                <a:cxn ang="0">
                  <a:pos x="33" y="22"/>
                </a:cxn>
                <a:cxn ang="0">
                  <a:pos x="28" y="19"/>
                </a:cxn>
                <a:cxn ang="0">
                  <a:pos x="21" y="22"/>
                </a:cxn>
                <a:cxn ang="0">
                  <a:pos x="19" y="19"/>
                </a:cxn>
                <a:cxn ang="0">
                  <a:pos x="14" y="22"/>
                </a:cxn>
                <a:cxn ang="0">
                  <a:pos x="7" y="19"/>
                </a:cxn>
                <a:cxn ang="0">
                  <a:pos x="5" y="17"/>
                </a:cxn>
                <a:cxn ang="0">
                  <a:pos x="2" y="17"/>
                </a:cxn>
                <a:cxn ang="0">
                  <a:pos x="2" y="12"/>
                </a:cxn>
                <a:cxn ang="0">
                  <a:pos x="7" y="10"/>
                </a:cxn>
                <a:cxn ang="0">
                  <a:pos x="9" y="10"/>
                </a:cxn>
                <a:cxn ang="0">
                  <a:pos x="14" y="10"/>
                </a:cxn>
                <a:cxn ang="0">
                  <a:pos x="17" y="7"/>
                </a:cxn>
                <a:cxn ang="0">
                  <a:pos x="21" y="5"/>
                </a:cxn>
                <a:cxn ang="0">
                  <a:pos x="28" y="5"/>
                </a:cxn>
                <a:cxn ang="0">
                  <a:pos x="33" y="7"/>
                </a:cxn>
                <a:cxn ang="0">
                  <a:pos x="38" y="7"/>
                </a:cxn>
                <a:cxn ang="0">
                  <a:pos x="43" y="10"/>
                </a:cxn>
                <a:cxn ang="0">
                  <a:pos x="47" y="12"/>
                </a:cxn>
                <a:cxn ang="0">
                  <a:pos x="54" y="10"/>
                </a:cxn>
                <a:cxn ang="0">
                  <a:pos x="54" y="5"/>
                </a:cxn>
                <a:cxn ang="0">
                  <a:pos x="57" y="10"/>
                </a:cxn>
                <a:cxn ang="0">
                  <a:pos x="62" y="12"/>
                </a:cxn>
                <a:cxn ang="0">
                  <a:pos x="66" y="15"/>
                </a:cxn>
                <a:cxn ang="0">
                  <a:pos x="66" y="12"/>
                </a:cxn>
                <a:cxn ang="0">
                  <a:pos x="69" y="7"/>
                </a:cxn>
                <a:cxn ang="0">
                  <a:pos x="73" y="7"/>
                </a:cxn>
                <a:cxn ang="0">
                  <a:pos x="73" y="3"/>
                </a:cxn>
              </a:cxnLst>
              <a:rect l="0" t="0" r="r" b="b"/>
              <a:pathLst>
                <a:path w="125" h="24">
                  <a:moveTo>
                    <a:pt x="78" y="0"/>
                  </a:moveTo>
                  <a:lnTo>
                    <a:pt x="78" y="0"/>
                  </a:lnTo>
                  <a:lnTo>
                    <a:pt x="78" y="0"/>
                  </a:lnTo>
                  <a:lnTo>
                    <a:pt x="80" y="0"/>
                  </a:lnTo>
                  <a:lnTo>
                    <a:pt x="80" y="3"/>
                  </a:lnTo>
                  <a:lnTo>
                    <a:pt x="80" y="3"/>
                  </a:lnTo>
                  <a:lnTo>
                    <a:pt x="80" y="5"/>
                  </a:lnTo>
                  <a:lnTo>
                    <a:pt x="80" y="5"/>
                  </a:lnTo>
                  <a:lnTo>
                    <a:pt x="80" y="5"/>
                  </a:lnTo>
                  <a:lnTo>
                    <a:pt x="80" y="5"/>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0" y="5"/>
                  </a:lnTo>
                  <a:lnTo>
                    <a:pt x="92" y="5"/>
                  </a:lnTo>
                  <a:lnTo>
                    <a:pt x="92" y="5"/>
                  </a:lnTo>
                  <a:lnTo>
                    <a:pt x="92" y="5"/>
                  </a:lnTo>
                  <a:lnTo>
                    <a:pt x="95" y="5"/>
                  </a:lnTo>
                  <a:lnTo>
                    <a:pt x="95" y="5"/>
                  </a:lnTo>
                  <a:lnTo>
                    <a:pt x="95" y="3"/>
                  </a:lnTo>
                  <a:lnTo>
                    <a:pt x="95" y="3"/>
                  </a:lnTo>
                  <a:lnTo>
                    <a:pt x="97" y="3"/>
                  </a:lnTo>
                  <a:lnTo>
                    <a:pt x="97" y="3"/>
                  </a:lnTo>
                  <a:lnTo>
                    <a:pt x="99" y="3"/>
                  </a:lnTo>
                  <a:lnTo>
                    <a:pt x="99" y="3"/>
                  </a:lnTo>
                  <a:lnTo>
                    <a:pt x="99" y="5"/>
                  </a:lnTo>
                  <a:lnTo>
                    <a:pt x="99" y="5"/>
                  </a:lnTo>
                  <a:lnTo>
                    <a:pt x="99" y="5"/>
                  </a:lnTo>
                  <a:lnTo>
                    <a:pt x="99" y="7"/>
                  </a:lnTo>
                  <a:lnTo>
                    <a:pt x="102" y="7"/>
                  </a:lnTo>
                  <a:lnTo>
                    <a:pt x="102" y="7"/>
                  </a:lnTo>
                  <a:lnTo>
                    <a:pt x="102" y="7"/>
                  </a:lnTo>
                  <a:lnTo>
                    <a:pt x="104" y="7"/>
                  </a:lnTo>
                  <a:lnTo>
                    <a:pt x="104" y="7"/>
                  </a:lnTo>
                  <a:lnTo>
                    <a:pt x="104" y="5"/>
                  </a:lnTo>
                  <a:lnTo>
                    <a:pt x="106" y="5"/>
                  </a:lnTo>
                  <a:lnTo>
                    <a:pt x="106" y="5"/>
                  </a:lnTo>
                  <a:lnTo>
                    <a:pt x="106" y="3"/>
                  </a:lnTo>
                  <a:lnTo>
                    <a:pt x="106" y="3"/>
                  </a:lnTo>
                  <a:lnTo>
                    <a:pt x="106" y="3"/>
                  </a:lnTo>
                  <a:lnTo>
                    <a:pt x="109" y="3"/>
                  </a:lnTo>
                  <a:lnTo>
                    <a:pt x="109" y="3"/>
                  </a:lnTo>
                  <a:lnTo>
                    <a:pt x="109" y="3"/>
                  </a:lnTo>
                  <a:lnTo>
                    <a:pt x="109" y="3"/>
                  </a:lnTo>
                  <a:lnTo>
                    <a:pt x="111" y="3"/>
                  </a:lnTo>
                  <a:lnTo>
                    <a:pt x="111" y="3"/>
                  </a:lnTo>
                  <a:lnTo>
                    <a:pt x="114" y="3"/>
                  </a:lnTo>
                  <a:lnTo>
                    <a:pt x="114" y="3"/>
                  </a:lnTo>
                  <a:lnTo>
                    <a:pt x="114" y="0"/>
                  </a:lnTo>
                  <a:lnTo>
                    <a:pt x="114" y="0"/>
                  </a:lnTo>
                  <a:lnTo>
                    <a:pt x="114" y="3"/>
                  </a:lnTo>
                  <a:lnTo>
                    <a:pt x="114" y="3"/>
                  </a:lnTo>
                  <a:lnTo>
                    <a:pt x="116" y="3"/>
                  </a:lnTo>
                  <a:lnTo>
                    <a:pt x="116" y="3"/>
                  </a:lnTo>
                  <a:lnTo>
                    <a:pt x="116" y="3"/>
                  </a:lnTo>
                  <a:lnTo>
                    <a:pt x="116" y="3"/>
                  </a:lnTo>
                  <a:lnTo>
                    <a:pt x="118" y="3"/>
                  </a:lnTo>
                  <a:lnTo>
                    <a:pt x="118" y="3"/>
                  </a:lnTo>
                  <a:lnTo>
                    <a:pt x="118" y="3"/>
                  </a:lnTo>
                  <a:lnTo>
                    <a:pt x="121" y="3"/>
                  </a:lnTo>
                  <a:lnTo>
                    <a:pt x="121" y="3"/>
                  </a:lnTo>
                  <a:lnTo>
                    <a:pt x="121" y="3"/>
                  </a:lnTo>
                  <a:lnTo>
                    <a:pt x="121" y="3"/>
                  </a:lnTo>
                  <a:lnTo>
                    <a:pt x="123" y="3"/>
                  </a:lnTo>
                  <a:lnTo>
                    <a:pt x="123" y="3"/>
                  </a:lnTo>
                  <a:lnTo>
                    <a:pt x="125" y="3"/>
                  </a:lnTo>
                  <a:lnTo>
                    <a:pt x="125" y="3"/>
                  </a:lnTo>
                  <a:lnTo>
                    <a:pt x="125" y="3"/>
                  </a:lnTo>
                  <a:lnTo>
                    <a:pt x="125" y="5"/>
                  </a:lnTo>
                  <a:lnTo>
                    <a:pt x="125" y="5"/>
                  </a:lnTo>
                  <a:lnTo>
                    <a:pt x="125" y="5"/>
                  </a:lnTo>
                  <a:lnTo>
                    <a:pt x="125" y="7"/>
                  </a:lnTo>
                  <a:lnTo>
                    <a:pt x="125" y="7"/>
                  </a:lnTo>
                  <a:lnTo>
                    <a:pt x="125" y="7"/>
                  </a:lnTo>
                  <a:lnTo>
                    <a:pt x="125" y="7"/>
                  </a:lnTo>
                  <a:lnTo>
                    <a:pt x="125" y="7"/>
                  </a:lnTo>
                  <a:lnTo>
                    <a:pt x="123" y="7"/>
                  </a:lnTo>
                  <a:lnTo>
                    <a:pt x="123" y="7"/>
                  </a:lnTo>
                  <a:lnTo>
                    <a:pt x="121" y="7"/>
                  </a:lnTo>
                  <a:lnTo>
                    <a:pt x="121" y="7"/>
                  </a:lnTo>
                  <a:lnTo>
                    <a:pt x="121" y="10"/>
                  </a:lnTo>
                  <a:lnTo>
                    <a:pt x="121" y="10"/>
                  </a:lnTo>
                  <a:lnTo>
                    <a:pt x="118" y="10"/>
                  </a:lnTo>
                  <a:lnTo>
                    <a:pt x="118" y="10"/>
                  </a:lnTo>
                  <a:lnTo>
                    <a:pt x="116" y="10"/>
                  </a:lnTo>
                  <a:lnTo>
                    <a:pt x="116" y="10"/>
                  </a:lnTo>
                  <a:lnTo>
                    <a:pt x="116" y="10"/>
                  </a:lnTo>
                  <a:lnTo>
                    <a:pt x="116" y="10"/>
                  </a:lnTo>
                  <a:lnTo>
                    <a:pt x="114" y="10"/>
                  </a:lnTo>
                  <a:lnTo>
                    <a:pt x="114" y="10"/>
                  </a:lnTo>
                  <a:lnTo>
                    <a:pt x="114" y="10"/>
                  </a:lnTo>
                  <a:lnTo>
                    <a:pt x="111" y="10"/>
                  </a:lnTo>
                  <a:lnTo>
                    <a:pt x="111" y="10"/>
                  </a:lnTo>
                  <a:lnTo>
                    <a:pt x="111" y="12"/>
                  </a:lnTo>
                  <a:lnTo>
                    <a:pt x="109" y="12"/>
                  </a:lnTo>
                  <a:lnTo>
                    <a:pt x="109" y="12"/>
                  </a:lnTo>
                  <a:lnTo>
                    <a:pt x="109" y="10"/>
                  </a:lnTo>
                  <a:lnTo>
                    <a:pt x="109" y="10"/>
                  </a:lnTo>
                  <a:lnTo>
                    <a:pt x="109" y="12"/>
                  </a:lnTo>
                  <a:lnTo>
                    <a:pt x="106" y="12"/>
                  </a:lnTo>
                  <a:lnTo>
                    <a:pt x="106" y="12"/>
                  </a:lnTo>
                  <a:lnTo>
                    <a:pt x="106" y="12"/>
                  </a:lnTo>
                  <a:lnTo>
                    <a:pt x="106" y="12"/>
                  </a:lnTo>
                  <a:lnTo>
                    <a:pt x="104" y="12"/>
                  </a:lnTo>
                  <a:lnTo>
                    <a:pt x="104" y="15"/>
                  </a:lnTo>
                  <a:lnTo>
                    <a:pt x="104" y="15"/>
                  </a:lnTo>
                  <a:lnTo>
                    <a:pt x="102" y="15"/>
                  </a:lnTo>
                  <a:lnTo>
                    <a:pt x="102" y="15"/>
                  </a:lnTo>
                  <a:lnTo>
                    <a:pt x="102" y="12"/>
                  </a:lnTo>
                  <a:lnTo>
                    <a:pt x="102" y="12"/>
                  </a:lnTo>
                  <a:lnTo>
                    <a:pt x="102" y="10"/>
                  </a:lnTo>
                  <a:lnTo>
                    <a:pt x="102" y="10"/>
                  </a:lnTo>
                  <a:lnTo>
                    <a:pt x="99" y="10"/>
                  </a:lnTo>
                  <a:lnTo>
                    <a:pt x="99" y="12"/>
                  </a:lnTo>
                  <a:lnTo>
                    <a:pt x="99" y="12"/>
                  </a:lnTo>
                  <a:lnTo>
                    <a:pt x="99" y="10"/>
                  </a:lnTo>
                  <a:lnTo>
                    <a:pt x="99" y="10"/>
                  </a:lnTo>
                  <a:lnTo>
                    <a:pt x="97" y="10"/>
                  </a:lnTo>
                  <a:lnTo>
                    <a:pt x="97" y="10"/>
                  </a:lnTo>
                  <a:lnTo>
                    <a:pt x="97" y="10"/>
                  </a:lnTo>
                  <a:lnTo>
                    <a:pt x="97" y="7"/>
                  </a:lnTo>
                  <a:lnTo>
                    <a:pt x="97" y="7"/>
                  </a:lnTo>
                  <a:lnTo>
                    <a:pt x="95" y="7"/>
                  </a:lnTo>
                  <a:lnTo>
                    <a:pt x="95" y="7"/>
                  </a:lnTo>
                  <a:lnTo>
                    <a:pt x="95" y="7"/>
                  </a:lnTo>
                  <a:lnTo>
                    <a:pt x="95" y="10"/>
                  </a:lnTo>
                  <a:lnTo>
                    <a:pt x="95" y="10"/>
                  </a:lnTo>
                  <a:lnTo>
                    <a:pt x="95" y="10"/>
                  </a:lnTo>
                  <a:lnTo>
                    <a:pt x="92" y="10"/>
                  </a:lnTo>
                  <a:lnTo>
                    <a:pt x="92" y="10"/>
                  </a:lnTo>
                  <a:lnTo>
                    <a:pt x="92" y="12"/>
                  </a:lnTo>
                  <a:lnTo>
                    <a:pt x="92" y="12"/>
                  </a:lnTo>
                  <a:lnTo>
                    <a:pt x="92" y="12"/>
                  </a:lnTo>
                  <a:lnTo>
                    <a:pt x="92" y="12"/>
                  </a:lnTo>
                  <a:lnTo>
                    <a:pt x="92" y="15"/>
                  </a:lnTo>
                  <a:lnTo>
                    <a:pt x="92" y="15"/>
                  </a:lnTo>
                  <a:lnTo>
                    <a:pt x="90" y="15"/>
                  </a:lnTo>
                  <a:lnTo>
                    <a:pt x="90" y="12"/>
                  </a:lnTo>
                  <a:lnTo>
                    <a:pt x="90" y="12"/>
                  </a:lnTo>
                  <a:lnTo>
                    <a:pt x="90" y="15"/>
                  </a:lnTo>
                  <a:lnTo>
                    <a:pt x="88" y="15"/>
                  </a:lnTo>
                  <a:lnTo>
                    <a:pt x="88" y="15"/>
                  </a:lnTo>
                  <a:lnTo>
                    <a:pt x="88" y="15"/>
                  </a:lnTo>
                  <a:lnTo>
                    <a:pt x="88" y="15"/>
                  </a:lnTo>
                  <a:lnTo>
                    <a:pt x="88" y="15"/>
                  </a:lnTo>
                  <a:lnTo>
                    <a:pt x="85" y="15"/>
                  </a:lnTo>
                  <a:lnTo>
                    <a:pt x="85" y="15"/>
                  </a:lnTo>
                  <a:lnTo>
                    <a:pt x="83" y="15"/>
                  </a:lnTo>
                  <a:lnTo>
                    <a:pt x="83" y="12"/>
                  </a:lnTo>
                  <a:lnTo>
                    <a:pt x="83" y="12"/>
                  </a:lnTo>
                  <a:lnTo>
                    <a:pt x="83" y="12"/>
                  </a:lnTo>
                  <a:lnTo>
                    <a:pt x="83" y="12"/>
                  </a:lnTo>
                  <a:lnTo>
                    <a:pt x="80" y="12"/>
                  </a:lnTo>
                  <a:lnTo>
                    <a:pt x="80" y="12"/>
                  </a:lnTo>
                  <a:lnTo>
                    <a:pt x="80" y="12"/>
                  </a:lnTo>
                  <a:lnTo>
                    <a:pt x="80" y="12"/>
                  </a:lnTo>
                  <a:lnTo>
                    <a:pt x="80" y="15"/>
                  </a:lnTo>
                  <a:lnTo>
                    <a:pt x="78" y="15"/>
                  </a:lnTo>
                  <a:lnTo>
                    <a:pt x="78" y="15"/>
                  </a:lnTo>
                  <a:lnTo>
                    <a:pt x="78" y="15"/>
                  </a:lnTo>
                  <a:lnTo>
                    <a:pt x="76" y="15"/>
                  </a:lnTo>
                  <a:lnTo>
                    <a:pt x="76" y="15"/>
                  </a:lnTo>
                  <a:lnTo>
                    <a:pt x="76" y="15"/>
                  </a:lnTo>
                  <a:lnTo>
                    <a:pt x="73" y="15"/>
                  </a:lnTo>
                  <a:lnTo>
                    <a:pt x="73" y="17"/>
                  </a:lnTo>
                  <a:lnTo>
                    <a:pt x="73" y="17"/>
                  </a:lnTo>
                  <a:lnTo>
                    <a:pt x="73" y="15"/>
                  </a:lnTo>
                  <a:lnTo>
                    <a:pt x="73" y="15"/>
                  </a:lnTo>
                  <a:lnTo>
                    <a:pt x="73" y="17"/>
                  </a:lnTo>
                  <a:lnTo>
                    <a:pt x="71" y="17"/>
                  </a:lnTo>
                  <a:lnTo>
                    <a:pt x="71" y="17"/>
                  </a:lnTo>
                  <a:lnTo>
                    <a:pt x="71" y="17"/>
                  </a:lnTo>
                  <a:lnTo>
                    <a:pt x="69" y="17"/>
                  </a:lnTo>
                  <a:lnTo>
                    <a:pt x="69" y="17"/>
                  </a:lnTo>
                  <a:lnTo>
                    <a:pt x="69" y="17"/>
                  </a:lnTo>
                  <a:lnTo>
                    <a:pt x="69" y="17"/>
                  </a:lnTo>
                  <a:lnTo>
                    <a:pt x="66" y="17"/>
                  </a:lnTo>
                  <a:lnTo>
                    <a:pt x="66" y="17"/>
                  </a:lnTo>
                  <a:lnTo>
                    <a:pt x="66" y="17"/>
                  </a:lnTo>
                  <a:lnTo>
                    <a:pt x="64" y="17"/>
                  </a:lnTo>
                  <a:lnTo>
                    <a:pt x="64" y="19"/>
                  </a:lnTo>
                  <a:lnTo>
                    <a:pt x="64" y="19"/>
                  </a:lnTo>
                  <a:lnTo>
                    <a:pt x="64" y="17"/>
                  </a:lnTo>
                  <a:lnTo>
                    <a:pt x="62" y="17"/>
                  </a:lnTo>
                  <a:lnTo>
                    <a:pt x="62" y="17"/>
                  </a:lnTo>
                  <a:lnTo>
                    <a:pt x="62" y="17"/>
                  </a:lnTo>
                  <a:lnTo>
                    <a:pt x="59" y="17"/>
                  </a:lnTo>
                  <a:lnTo>
                    <a:pt x="59" y="19"/>
                  </a:lnTo>
                  <a:lnTo>
                    <a:pt x="59" y="19"/>
                  </a:lnTo>
                  <a:lnTo>
                    <a:pt x="59" y="19"/>
                  </a:lnTo>
                  <a:lnTo>
                    <a:pt x="59" y="19"/>
                  </a:lnTo>
                  <a:lnTo>
                    <a:pt x="57" y="19"/>
                  </a:lnTo>
                  <a:lnTo>
                    <a:pt x="57" y="19"/>
                  </a:lnTo>
                  <a:lnTo>
                    <a:pt x="54" y="19"/>
                  </a:lnTo>
                  <a:lnTo>
                    <a:pt x="54" y="22"/>
                  </a:lnTo>
                  <a:lnTo>
                    <a:pt x="54" y="22"/>
                  </a:lnTo>
                  <a:lnTo>
                    <a:pt x="54" y="22"/>
                  </a:lnTo>
                  <a:lnTo>
                    <a:pt x="54" y="22"/>
                  </a:lnTo>
                  <a:lnTo>
                    <a:pt x="52" y="22"/>
                  </a:lnTo>
                  <a:lnTo>
                    <a:pt x="52" y="22"/>
                  </a:lnTo>
                  <a:lnTo>
                    <a:pt x="52" y="22"/>
                  </a:lnTo>
                  <a:lnTo>
                    <a:pt x="52" y="22"/>
                  </a:lnTo>
                  <a:lnTo>
                    <a:pt x="52" y="22"/>
                  </a:lnTo>
                  <a:lnTo>
                    <a:pt x="50" y="22"/>
                  </a:lnTo>
                  <a:lnTo>
                    <a:pt x="50" y="22"/>
                  </a:lnTo>
                  <a:lnTo>
                    <a:pt x="50" y="22"/>
                  </a:lnTo>
                  <a:lnTo>
                    <a:pt x="50" y="19"/>
                  </a:lnTo>
                  <a:lnTo>
                    <a:pt x="47" y="19"/>
                  </a:lnTo>
                  <a:lnTo>
                    <a:pt x="47" y="22"/>
                  </a:lnTo>
                  <a:lnTo>
                    <a:pt x="47" y="22"/>
                  </a:lnTo>
                  <a:lnTo>
                    <a:pt x="47" y="24"/>
                  </a:lnTo>
                  <a:lnTo>
                    <a:pt x="47" y="24"/>
                  </a:lnTo>
                  <a:lnTo>
                    <a:pt x="47" y="22"/>
                  </a:lnTo>
                  <a:lnTo>
                    <a:pt x="47" y="22"/>
                  </a:lnTo>
                  <a:lnTo>
                    <a:pt x="47" y="19"/>
                  </a:lnTo>
                  <a:lnTo>
                    <a:pt x="47" y="19"/>
                  </a:lnTo>
                  <a:lnTo>
                    <a:pt x="45" y="19"/>
                  </a:lnTo>
                  <a:lnTo>
                    <a:pt x="45" y="19"/>
                  </a:lnTo>
                  <a:lnTo>
                    <a:pt x="45" y="22"/>
                  </a:lnTo>
                  <a:lnTo>
                    <a:pt x="45" y="22"/>
                  </a:lnTo>
                  <a:lnTo>
                    <a:pt x="43" y="22"/>
                  </a:lnTo>
                  <a:lnTo>
                    <a:pt x="43" y="24"/>
                  </a:lnTo>
                  <a:lnTo>
                    <a:pt x="43" y="24"/>
                  </a:lnTo>
                  <a:lnTo>
                    <a:pt x="43" y="24"/>
                  </a:lnTo>
                  <a:lnTo>
                    <a:pt x="43" y="22"/>
                  </a:lnTo>
                  <a:lnTo>
                    <a:pt x="40" y="22"/>
                  </a:lnTo>
                  <a:lnTo>
                    <a:pt x="40" y="22"/>
                  </a:lnTo>
                  <a:lnTo>
                    <a:pt x="40" y="22"/>
                  </a:lnTo>
                  <a:lnTo>
                    <a:pt x="40" y="24"/>
                  </a:lnTo>
                  <a:lnTo>
                    <a:pt x="38" y="24"/>
                  </a:lnTo>
                  <a:lnTo>
                    <a:pt x="38" y="24"/>
                  </a:lnTo>
                  <a:lnTo>
                    <a:pt x="35" y="24"/>
                  </a:lnTo>
                  <a:lnTo>
                    <a:pt x="35" y="24"/>
                  </a:lnTo>
                  <a:lnTo>
                    <a:pt x="35" y="24"/>
                  </a:lnTo>
                  <a:lnTo>
                    <a:pt x="33" y="24"/>
                  </a:lnTo>
                  <a:lnTo>
                    <a:pt x="33" y="22"/>
                  </a:lnTo>
                  <a:lnTo>
                    <a:pt x="33" y="22"/>
                  </a:lnTo>
                  <a:lnTo>
                    <a:pt x="33" y="22"/>
                  </a:lnTo>
                  <a:lnTo>
                    <a:pt x="33" y="22"/>
                  </a:lnTo>
                  <a:lnTo>
                    <a:pt x="33" y="22"/>
                  </a:lnTo>
                  <a:lnTo>
                    <a:pt x="31" y="22"/>
                  </a:lnTo>
                  <a:lnTo>
                    <a:pt x="31" y="22"/>
                  </a:lnTo>
                  <a:lnTo>
                    <a:pt x="31" y="22"/>
                  </a:lnTo>
                  <a:lnTo>
                    <a:pt x="28" y="22"/>
                  </a:lnTo>
                  <a:lnTo>
                    <a:pt x="28" y="22"/>
                  </a:lnTo>
                  <a:lnTo>
                    <a:pt x="28" y="22"/>
                  </a:lnTo>
                  <a:lnTo>
                    <a:pt x="28" y="19"/>
                  </a:lnTo>
                  <a:lnTo>
                    <a:pt x="26" y="19"/>
                  </a:lnTo>
                  <a:lnTo>
                    <a:pt x="26" y="19"/>
                  </a:lnTo>
                  <a:lnTo>
                    <a:pt x="26" y="19"/>
                  </a:lnTo>
                  <a:lnTo>
                    <a:pt x="24" y="19"/>
                  </a:lnTo>
                  <a:lnTo>
                    <a:pt x="24" y="19"/>
                  </a:lnTo>
                  <a:lnTo>
                    <a:pt x="21" y="19"/>
                  </a:lnTo>
                  <a:lnTo>
                    <a:pt x="21" y="22"/>
                  </a:lnTo>
                  <a:lnTo>
                    <a:pt x="21" y="22"/>
                  </a:lnTo>
                  <a:lnTo>
                    <a:pt x="21" y="22"/>
                  </a:lnTo>
                  <a:lnTo>
                    <a:pt x="21" y="22"/>
                  </a:lnTo>
                  <a:lnTo>
                    <a:pt x="21" y="22"/>
                  </a:lnTo>
                  <a:lnTo>
                    <a:pt x="19" y="22"/>
                  </a:lnTo>
                  <a:lnTo>
                    <a:pt x="19" y="19"/>
                  </a:lnTo>
                  <a:lnTo>
                    <a:pt x="19" y="19"/>
                  </a:lnTo>
                  <a:lnTo>
                    <a:pt x="19" y="19"/>
                  </a:lnTo>
                  <a:lnTo>
                    <a:pt x="19" y="19"/>
                  </a:lnTo>
                  <a:lnTo>
                    <a:pt x="19" y="19"/>
                  </a:lnTo>
                  <a:lnTo>
                    <a:pt x="17" y="19"/>
                  </a:lnTo>
                  <a:lnTo>
                    <a:pt x="17" y="19"/>
                  </a:lnTo>
                  <a:lnTo>
                    <a:pt x="14" y="19"/>
                  </a:lnTo>
                  <a:lnTo>
                    <a:pt x="14" y="19"/>
                  </a:lnTo>
                  <a:lnTo>
                    <a:pt x="14" y="22"/>
                  </a:lnTo>
                  <a:lnTo>
                    <a:pt x="14" y="22"/>
                  </a:lnTo>
                  <a:lnTo>
                    <a:pt x="14" y="22"/>
                  </a:lnTo>
                  <a:lnTo>
                    <a:pt x="14" y="22"/>
                  </a:lnTo>
                  <a:lnTo>
                    <a:pt x="12" y="22"/>
                  </a:lnTo>
                  <a:lnTo>
                    <a:pt x="12" y="19"/>
                  </a:lnTo>
                  <a:lnTo>
                    <a:pt x="12" y="19"/>
                  </a:lnTo>
                  <a:lnTo>
                    <a:pt x="9" y="19"/>
                  </a:lnTo>
                  <a:lnTo>
                    <a:pt x="9" y="19"/>
                  </a:lnTo>
                  <a:lnTo>
                    <a:pt x="9" y="19"/>
                  </a:lnTo>
                  <a:lnTo>
                    <a:pt x="7" y="19"/>
                  </a:lnTo>
                  <a:lnTo>
                    <a:pt x="7" y="19"/>
                  </a:lnTo>
                  <a:lnTo>
                    <a:pt x="7" y="19"/>
                  </a:lnTo>
                  <a:lnTo>
                    <a:pt x="7" y="19"/>
                  </a:lnTo>
                  <a:lnTo>
                    <a:pt x="7" y="17"/>
                  </a:lnTo>
                  <a:lnTo>
                    <a:pt x="7" y="17"/>
                  </a:lnTo>
                  <a:lnTo>
                    <a:pt x="5" y="17"/>
                  </a:lnTo>
                  <a:lnTo>
                    <a:pt x="5" y="17"/>
                  </a:lnTo>
                  <a:lnTo>
                    <a:pt x="5" y="17"/>
                  </a:lnTo>
                  <a:lnTo>
                    <a:pt x="5" y="19"/>
                  </a:lnTo>
                  <a:lnTo>
                    <a:pt x="2" y="19"/>
                  </a:lnTo>
                  <a:lnTo>
                    <a:pt x="2" y="19"/>
                  </a:lnTo>
                  <a:lnTo>
                    <a:pt x="2" y="19"/>
                  </a:lnTo>
                  <a:lnTo>
                    <a:pt x="0" y="19"/>
                  </a:lnTo>
                  <a:lnTo>
                    <a:pt x="0" y="17"/>
                  </a:lnTo>
                  <a:lnTo>
                    <a:pt x="0" y="17"/>
                  </a:lnTo>
                  <a:lnTo>
                    <a:pt x="2" y="17"/>
                  </a:lnTo>
                  <a:lnTo>
                    <a:pt x="2" y="17"/>
                  </a:lnTo>
                  <a:lnTo>
                    <a:pt x="2" y="15"/>
                  </a:lnTo>
                  <a:lnTo>
                    <a:pt x="0" y="15"/>
                  </a:lnTo>
                  <a:lnTo>
                    <a:pt x="0" y="15"/>
                  </a:lnTo>
                  <a:lnTo>
                    <a:pt x="2" y="15"/>
                  </a:lnTo>
                  <a:lnTo>
                    <a:pt x="2" y="12"/>
                  </a:lnTo>
                  <a:lnTo>
                    <a:pt x="2" y="12"/>
                  </a:lnTo>
                  <a:lnTo>
                    <a:pt x="2" y="12"/>
                  </a:lnTo>
                  <a:lnTo>
                    <a:pt x="2" y="10"/>
                  </a:lnTo>
                  <a:lnTo>
                    <a:pt x="2" y="10"/>
                  </a:lnTo>
                  <a:lnTo>
                    <a:pt x="2" y="10"/>
                  </a:lnTo>
                  <a:lnTo>
                    <a:pt x="5" y="10"/>
                  </a:lnTo>
                  <a:lnTo>
                    <a:pt x="5" y="10"/>
                  </a:lnTo>
                  <a:lnTo>
                    <a:pt x="5" y="10"/>
                  </a:lnTo>
                  <a:lnTo>
                    <a:pt x="5" y="10"/>
                  </a:lnTo>
                  <a:lnTo>
                    <a:pt x="7" y="10"/>
                  </a:lnTo>
                  <a:lnTo>
                    <a:pt x="7" y="10"/>
                  </a:lnTo>
                  <a:lnTo>
                    <a:pt x="7" y="10"/>
                  </a:lnTo>
                  <a:lnTo>
                    <a:pt x="7" y="12"/>
                  </a:lnTo>
                  <a:lnTo>
                    <a:pt x="7" y="12"/>
                  </a:lnTo>
                  <a:lnTo>
                    <a:pt x="9" y="12"/>
                  </a:lnTo>
                  <a:lnTo>
                    <a:pt x="9" y="10"/>
                  </a:lnTo>
                  <a:lnTo>
                    <a:pt x="9" y="10"/>
                  </a:lnTo>
                  <a:lnTo>
                    <a:pt x="9" y="10"/>
                  </a:lnTo>
                  <a:lnTo>
                    <a:pt x="12" y="10"/>
                  </a:lnTo>
                  <a:lnTo>
                    <a:pt x="12" y="10"/>
                  </a:lnTo>
                  <a:lnTo>
                    <a:pt x="9" y="10"/>
                  </a:lnTo>
                  <a:lnTo>
                    <a:pt x="9" y="7"/>
                  </a:lnTo>
                  <a:lnTo>
                    <a:pt x="12" y="7"/>
                  </a:lnTo>
                  <a:lnTo>
                    <a:pt x="12" y="7"/>
                  </a:lnTo>
                  <a:lnTo>
                    <a:pt x="14" y="7"/>
                  </a:lnTo>
                  <a:lnTo>
                    <a:pt x="14" y="10"/>
                  </a:lnTo>
                  <a:lnTo>
                    <a:pt x="14" y="10"/>
                  </a:lnTo>
                  <a:lnTo>
                    <a:pt x="14" y="10"/>
                  </a:lnTo>
                  <a:lnTo>
                    <a:pt x="14" y="7"/>
                  </a:lnTo>
                  <a:lnTo>
                    <a:pt x="14" y="7"/>
                  </a:lnTo>
                  <a:lnTo>
                    <a:pt x="17" y="7"/>
                  </a:lnTo>
                  <a:lnTo>
                    <a:pt x="17" y="7"/>
                  </a:lnTo>
                  <a:lnTo>
                    <a:pt x="17" y="7"/>
                  </a:lnTo>
                  <a:lnTo>
                    <a:pt x="17" y="7"/>
                  </a:lnTo>
                  <a:lnTo>
                    <a:pt x="19" y="7"/>
                  </a:lnTo>
                  <a:lnTo>
                    <a:pt x="19" y="7"/>
                  </a:lnTo>
                  <a:lnTo>
                    <a:pt x="19" y="7"/>
                  </a:lnTo>
                  <a:lnTo>
                    <a:pt x="19" y="7"/>
                  </a:lnTo>
                  <a:lnTo>
                    <a:pt x="19" y="5"/>
                  </a:lnTo>
                  <a:lnTo>
                    <a:pt x="21" y="5"/>
                  </a:lnTo>
                  <a:lnTo>
                    <a:pt x="21" y="5"/>
                  </a:lnTo>
                  <a:lnTo>
                    <a:pt x="21" y="5"/>
                  </a:lnTo>
                  <a:lnTo>
                    <a:pt x="24" y="5"/>
                  </a:lnTo>
                  <a:lnTo>
                    <a:pt x="24" y="5"/>
                  </a:lnTo>
                  <a:lnTo>
                    <a:pt x="24" y="5"/>
                  </a:lnTo>
                  <a:lnTo>
                    <a:pt x="26" y="5"/>
                  </a:lnTo>
                  <a:lnTo>
                    <a:pt x="26" y="5"/>
                  </a:lnTo>
                  <a:lnTo>
                    <a:pt x="26" y="5"/>
                  </a:lnTo>
                  <a:lnTo>
                    <a:pt x="26" y="5"/>
                  </a:lnTo>
                  <a:lnTo>
                    <a:pt x="28" y="5"/>
                  </a:lnTo>
                  <a:lnTo>
                    <a:pt x="28" y="5"/>
                  </a:lnTo>
                  <a:lnTo>
                    <a:pt x="28" y="5"/>
                  </a:lnTo>
                  <a:lnTo>
                    <a:pt x="28" y="5"/>
                  </a:lnTo>
                  <a:lnTo>
                    <a:pt x="28" y="5"/>
                  </a:lnTo>
                  <a:lnTo>
                    <a:pt x="28" y="7"/>
                  </a:lnTo>
                  <a:lnTo>
                    <a:pt x="31" y="7"/>
                  </a:lnTo>
                  <a:lnTo>
                    <a:pt x="31" y="7"/>
                  </a:lnTo>
                  <a:lnTo>
                    <a:pt x="33" y="7"/>
                  </a:lnTo>
                  <a:lnTo>
                    <a:pt x="33" y="7"/>
                  </a:lnTo>
                  <a:lnTo>
                    <a:pt x="33" y="7"/>
                  </a:lnTo>
                  <a:lnTo>
                    <a:pt x="33" y="7"/>
                  </a:lnTo>
                  <a:lnTo>
                    <a:pt x="35" y="7"/>
                  </a:lnTo>
                  <a:lnTo>
                    <a:pt x="35" y="7"/>
                  </a:lnTo>
                  <a:lnTo>
                    <a:pt x="35" y="7"/>
                  </a:lnTo>
                  <a:lnTo>
                    <a:pt x="38" y="7"/>
                  </a:lnTo>
                  <a:lnTo>
                    <a:pt x="38" y="7"/>
                  </a:lnTo>
                  <a:lnTo>
                    <a:pt x="38" y="7"/>
                  </a:lnTo>
                  <a:lnTo>
                    <a:pt x="38" y="10"/>
                  </a:lnTo>
                  <a:lnTo>
                    <a:pt x="40" y="10"/>
                  </a:lnTo>
                  <a:lnTo>
                    <a:pt x="40" y="10"/>
                  </a:lnTo>
                  <a:lnTo>
                    <a:pt x="40" y="10"/>
                  </a:lnTo>
                  <a:lnTo>
                    <a:pt x="40" y="10"/>
                  </a:lnTo>
                  <a:lnTo>
                    <a:pt x="43" y="10"/>
                  </a:lnTo>
                  <a:lnTo>
                    <a:pt x="43" y="10"/>
                  </a:lnTo>
                  <a:lnTo>
                    <a:pt x="43" y="10"/>
                  </a:lnTo>
                  <a:lnTo>
                    <a:pt x="43" y="12"/>
                  </a:lnTo>
                  <a:lnTo>
                    <a:pt x="43" y="12"/>
                  </a:lnTo>
                  <a:lnTo>
                    <a:pt x="45" y="12"/>
                  </a:lnTo>
                  <a:lnTo>
                    <a:pt x="45" y="12"/>
                  </a:lnTo>
                  <a:lnTo>
                    <a:pt x="47" y="12"/>
                  </a:lnTo>
                  <a:lnTo>
                    <a:pt x="47" y="12"/>
                  </a:lnTo>
                  <a:lnTo>
                    <a:pt x="47" y="12"/>
                  </a:lnTo>
                  <a:lnTo>
                    <a:pt x="47" y="12"/>
                  </a:lnTo>
                  <a:lnTo>
                    <a:pt x="50" y="12"/>
                  </a:lnTo>
                  <a:lnTo>
                    <a:pt x="50" y="10"/>
                  </a:lnTo>
                  <a:lnTo>
                    <a:pt x="50" y="10"/>
                  </a:lnTo>
                  <a:lnTo>
                    <a:pt x="52" y="10"/>
                  </a:lnTo>
                  <a:lnTo>
                    <a:pt x="52" y="10"/>
                  </a:lnTo>
                  <a:lnTo>
                    <a:pt x="52" y="10"/>
                  </a:lnTo>
                  <a:lnTo>
                    <a:pt x="54" y="10"/>
                  </a:lnTo>
                  <a:lnTo>
                    <a:pt x="54" y="10"/>
                  </a:lnTo>
                  <a:lnTo>
                    <a:pt x="52" y="10"/>
                  </a:lnTo>
                  <a:lnTo>
                    <a:pt x="52" y="7"/>
                  </a:lnTo>
                  <a:lnTo>
                    <a:pt x="52" y="7"/>
                  </a:lnTo>
                  <a:lnTo>
                    <a:pt x="52" y="7"/>
                  </a:lnTo>
                  <a:lnTo>
                    <a:pt x="54" y="7"/>
                  </a:lnTo>
                  <a:lnTo>
                    <a:pt x="54" y="5"/>
                  </a:lnTo>
                  <a:lnTo>
                    <a:pt x="54" y="5"/>
                  </a:lnTo>
                  <a:lnTo>
                    <a:pt x="54" y="5"/>
                  </a:lnTo>
                  <a:lnTo>
                    <a:pt x="54" y="7"/>
                  </a:lnTo>
                  <a:lnTo>
                    <a:pt x="54" y="7"/>
                  </a:lnTo>
                  <a:lnTo>
                    <a:pt x="54" y="7"/>
                  </a:lnTo>
                  <a:lnTo>
                    <a:pt x="54" y="10"/>
                  </a:lnTo>
                  <a:lnTo>
                    <a:pt x="54" y="10"/>
                  </a:lnTo>
                  <a:lnTo>
                    <a:pt x="57" y="10"/>
                  </a:lnTo>
                  <a:lnTo>
                    <a:pt x="57" y="10"/>
                  </a:lnTo>
                  <a:lnTo>
                    <a:pt x="57" y="10"/>
                  </a:lnTo>
                  <a:lnTo>
                    <a:pt x="59" y="10"/>
                  </a:lnTo>
                  <a:lnTo>
                    <a:pt x="59" y="10"/>
                  </a:lnTo>
                  <a:lnTo>
                    <a:pt x="59" y="10"/>
                  </a:lnTo>
                  <a:lnTo>
                    <a:pt x="59" y="12"/>
                  </a:lnTo>
                  <a:lnTo>
                    <a:pt x="59" y="12"/>
                  </a:lnTo>
                  <a:lnTo>
                    <a:pt x="62" y="12"/>
                  </a:lnTo>
                  <a:lnTo>
                    <a:pt x="62" y="12"/>
                  </a:lnTo>
                  <a:lnTo>
                    <a:pt x="62" y="12"/>
                  </a:lnTo>
                  <a:lnTo>
                    <a:pt x="62" y="12"/>
                  </a:lnTo>
                  <a:lnTo>
                    <a:pt x="62" y="15"/>
                  </a:lnTo>
                  <a:lnTo>
                    <a:pt x="64" y="15"/>
                  </a:lnTo>
                  <a:lnTo>
                    <a:pt x="64" y="15"/>
                  </a:lnTo>
                  <a:lnTo>
                    <a:pt x="64" y="15"/>
                  </a:lnTo>
                  <a:lnTo>
                    <a:pt x="64" y="15"/>
                  </a:lnTo>
                  <a:lnTo>
                    <a:pt x="66" y="15"/>
                  </a:lnTo>
                  <a:lnTo>
                    <a:pt x="66" y="15"/>
                  </a:lnTo>
                  <a:lnTo>
                    <a:pt x="66" y="15"/>
                  </a:lnTo>
                  <a:lnTo>
                    <a:pt x="69" y="15"/>
                  </a:lnTo>
                  <a:lnTo>
                    <a:pt x="69" y="12"/>
                  </a:lnTo>
                  <a:lnTo>
                    <a:pt x="69" y="12"/>
                  </a:lnTo>
                  <a:lnTo>
                    <a:pt x="66" y="12"/>
                  </a:lnTo>
                  <a:lnTo>
                    <a:pt x="66" y="12"/>
                  </a:lnTo>
                  <a:lnTo>
                    <a:pt x="66" y="12"/>
                  </a:lnTo>
                  <a:lnTo>
                    <a:pt x="66" y="10"/>
                  </a:lnTo>
                  <a:lnTo>
                    <a:pt x="66" y="10"/>
                  </a:lnTo>
                  <a:lnTo>
                    <a:pt x="66" y="10"/>
                  </a:lnTo>
                  <a:lnTo>
                    <a:pt x="66" y="10"/>
                  </a:lnTo>
                  <a:lnTo>
                    <a:pt x="69" y="10"/>
                  </a:lnTo>
                  <a:lnTo>
                    <a:pt x="69" y="10"/>
                  </a:lnTo>
                  <a:lnTo>
                    <a:pt x="69" y="7"/>
                  </a:lnTo>
                  <a:lnTo>
                    <a:pt x="69" y="7"/>
                  </a:lnTo>
                  <a:lnTo>
                    <a:pt x="69" y="10"/>
                  </a:lnTo>
                  <a:lnTo>
                    <a:pt x="71" y="10"/>
                  </a:lnTo>
                  <a:lnTo>
                    <a:pt x="71" y="7"/>
                  </a:lnTo>
                  <a:lnTo>
                    <a:pt x="71" y="7"/>
                  </a:lnTo>
                  <a:lnTo>
                    <a:pt x="71" y="7"/>
                  </a:lnTo>
                  <a:lnTo>
                    <a:pt x="73" y="7"/>
                  </a:lnTo>
                  <a:lnTo>
                    <a:pt x="73" y="7"/>
                  </a:lnTo>
                  <a:lnTo>
                    <a:pt x="73" y="7"/>
                  </a:lnTo>
                  <a:lnTo>
                    <a:pt x="73" y="7"/>
                  </a:lnTo>
                  <a:lnTo>
                    <a:pt x="76" y="7"/>
                  </a:lnTo>
                  <a:lnTo>
                    <a:pt x="76" y="5"/>
                  </a:lnTo>
                  <a:lnTo>
                    <a:pt x="73" y="5"/>
                  </a:lnTo>
                  <a:lnTo>
                    <a:pt x="73" y="5"/>
                  </a:lnTo>
                  <a:lnTo>
                    <a:pt x="73" y="5"/>
                  </a:lnTo>
                  <a:lnTo>
                    <a:pt x="73" y="3"/>
                  </a:lnTo>
                  <a:lnTo>
                    <a:pt x="73" y="3"/>
                  </a:lnTo>
                  <a:lnTo>
                    <a:pt x="73" y="3"/>
                  </a:lnTo>
                  <a:lnTo>
                    <a:pt x="73" y="0"/>
                  </a:lnTo>
                  <a:lnTo>
                    <a:pt x="76" y="0"/>
                  </a:lnTo>
                  <a:lnTo>
                    <a:pt x="76" y="0"/>
                  </a:lnTo>
                  <a:lnTo>
                    <a:pt x="76" y="0"/>
                  </a:lnTo>
                  <a:lnTo>
                    <a:pt x="76" y="0"/>
                  </a:lnTo>
                  <a:lnTo>
                    <a:pt x="78"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213"/>
            <p:cNvSpPr>
              <a:spLocks/>
            </p:cNvSpPr>
            <p:nvPr/>
          </p:nvSpPr>
          <p:spPr bwMode="auto">
            <a:xfrm>
              <a:off x="5384800" y="4697413"/>
              <a:ext cx="198438" cy="38100"/>
            </a:xfrm>
            <a:custGeom>
              <a:avLst/>
              <a:gdLst/>
              <a:ahLst/>
              <a:cxnLst>
                <a:cxn ang="0">
                  <a:pos x="80" y="5"/>
                </a:cxn>
                <a:cxn ang="0">
                  <a:pos x="85" y="5"/>
                </a:cxn>
                <a:cxn ang="0">
                  <a:pos x="92" y="5"/>
                </a:cxn>
                <a:cxn ang="0">
                  <a:pos x="97" y="3"/>
                </a:cxn>
                <a:cxn ang="0">
                  <a:pos x="102" y="7"/>
                </a:cxn>
                <a:cxn ang="0">
                  <a:pos x="106" y="3"/>
                </a:cxn>
                <a:cxn ang="0">
                  <a:pos x="114" y="3"/>
                </a:cxn>
                <a:cxn ang="0">
                  <a:pos x="116" y="3"/>
                </a:cxn>
                <a:cxn ang="0">
                  <a:pos x="121" y="3"/>
                </a:cxn>
                <a:cxn ang="0">
                  <a:pos x="125" y="5"/>
                </a:cxn>
                <a:cxn ang="0">
                  <a:pos x="121" y="7"/>
                </a:cxn>
                <a:cxn ang="0">
                  <a:pos x="116" y="10"/>
                </a:cxn>
                <a:cxn ang="0">
                  <a:pos x="109" y="12"/>
                </a:cxn>
                <a:cxn ang="0">
                  <a:pos x="106" y="12"/>
                </a:cxn>
                <a:cxn ang="0">
                  <a:pos x="102" y="10"/>
                </a:cxn>
                <a:cxn ang="0">
                  <a:pos x="97" y="10"/>
                </a:cxn>
                <a:cxn ang="0">
                  <a:pos x="95" y="10"/>
                </a:cxn>
                <a:cxn ang="0">
                  <a:pos x="92" y="15"/>
                </a:cxn>
                <a:cxn ang="0">
                  <a:pos x="88" y="15"/>
                </a:cxn>
                <a:cxn ang="0">
                  <a:pos x="83" y="12"/>
                </a:cxn>
                <a:cxn ang="0">
                  <a:pos x="78" y="15"/>
                </a:cxn>
                <a:cxn ang="0">
                  <a:pos x="73" y="15"/>
                </a:cxn>
                <a:cxn ang="0">
                  <a:pos x="69" y="17"/>
                </a:cxn>
                <a:cxn ang="0">
                  <a:pos x="64" y="17"/>
                </a:cxn>
                <a:cxn ang="0">
                  <a:pos x="59" y="19"/>
                </a:cxn>
                <a:cxn ang="0">
                  <a:pos x="52" y="22"/>
                </a:cxn>
                <a:cxn ang="0">
                  <a:pos x="50" y="19"/>
                </a:cxn>
                <a:cxn ang="0">
                  <a:pos x="47" y="19"/>
                </a:cxn>
                <a:cxn ang="0">
                  <a:pos x="43" y="24"/>
                </a:cxn>
                <a:cxn ang="0">
                  <a:pos x="38" y="24"/>
                </a:cxn>
                <a:cxn ang="0">
                  <a:pos x="33" y="22"/>
                </a:cxn>
                <a:cxn ang="0">
                  <a:pos x="28" y="19"/>
                </a:cxn>
                <a:cxn ang="0">
                  <a:pos x="21" y="22"/>
                </a:cxn>
                <a:cxn ang="0">
                  <a:pos x="19" y="19"/>
                </a:cxn>
                <a:cxn ang="0">
                  <a:pos x="14" y="22"/>
                </a:cxn>
                <a:cxn ang="0">
                  <a:pos x="7" y="19"/>
                </a:cxn>
                <a:cxn ang="0">
                  <a:pos x="5" y="17"/>
                </a:cxn>
                <a:cxn ang="0">
                  <a:pos x="2" y="17"/>
                </a:cxn>
                <a:cxn ang="0">
                  <a:pos x="2" y="12"/>
                </a:cxn>
                <a:cxn ang="0">
                  <a:pos x="7" y="10"/>
                </a:cxn>
                <a:cxn ang="0">
                  <a:pos x="9" y="10"/>
                </a:cxn>
                <a:cxn ang="0">
                  <a:pos x="14" y="10"/>
                </a:cxn>
                <a:cxn ang="0">
                  <a:pos x="17" y="7"/>
                </a:cxn>
                <a:cxn ang="0">
                  <a:pos x="21" y="5"/>
                </a:cxn>
                <a:cxn ang="0">
                  <a:pos x="28" y="5"/>
                </a:cxn>
                <a:cxn ang="0">
                  <a:pos x="33" y="7"/>
                </a:cxn>
                <a:cxn ang="0">
                  <a:pos x="38" y="7"/>
                </a:cxn>
                <a:cxn ang="0">
                  <a:pos x="43" y="10"/>
                </a:cxn>
                <a:cxn ang="0">
                  <a:pos x="47" y="12"/>
                </a:cxn>
                <a:cxn ang="0">
                  <a:pos x="54" y="10"/>
                </a:cxn>
                <a:cxn ang="0">
                  <a:pos x="54" y="5"/>
                </a:cxn>
                <a:cxn ang="0">
                  <a:pos x="57" y="10"/>
                </a:cxn>
                <a:cxn ang="0">
                  <a:pos x="62" y="12"/>
                </a:cxn>
                <a:cxn ang="0">
                  <a:pos x="66" y="15"/>
                </a:cxn>
                <a:cxn ang="0">
                  <a:pos x="66" y="12"/>
                </a:cxn>
                <a:cxn ang="0">
                  <a:pos x="69" y="7"/>
                </a:cxn>
                <a:cxn ang="0">
                  <a:pos x="73" y="7"/>
                </a:cxn>
                <a:cxn ang="0">
                  <a:pos x="73" y="3"/>
                </a:cxn>
              </a:cxnLst>
              <a:rect l="0" t="0" r="r" b="b"/>
              <a:pathLst>
                <a:path w="125" h="24">
                  <a:moveTo>
                    <a:pt x="78" y="0"/>
                  </a:moveTo>
                  <a:lnTo>
                    <a:pt x="78" y="0"/>
                  </a:lnTo>
                  <a:lnTo>
                    <a:pt x="78" y="0"/>
                  </a:lnTo>
                  <a:lnTo>
                    <a:pt x="80" y="0"/>
                  </a:lnTo>
                  <a:lnTo>
                    <a:pt x="80" y="3"/>
                  </a:lnTo>
                  <a:lnTo>
                    <a:pt x="80" y="3"/>
                  </a:lnTo>
                  <a:lnTo>
                    <a:pt x="80" y="5"/>
                  </a:lnTo>
                  <a:lnTo>
                    <a:pt x="80" y="5"/>
                  </a:lnTo>
                  <a:lnTo>
                    <a:pt x="80" y="5"/>
                  </a:lnTo>
                  <a:lnTo>
                    <a:pt x="80" y="5"/>
                  </a:lnTo>
                  <a:lnTo>
                    <a:pt x="83" y="5"/>
                  </a:lnTo>
                  <a:lnTo>
                    <a:pt x="83" y="5"/>
                  </a:lnTo>
                  <a:lnTo>
                    <a:pt x="83" y="5"/>
                  </a:lnTo>
                  <a:lnTo>
                    <a:pt x="83" y="5"/>
                  </a:lnTo>
                  <a:lnTo>
                    <a:pt x="85" y="5"/>
                  </a:lnTo>
                  <a:lnTo>
                    <a:pt x="85" y="5"/>
                  </a:lnTo>
                  <a:lnTo>
                    <a:pt x="88" y="5"/>
                  </a:lnTo>
                  <a:lnTo>
                    <a:pt x="88" y="5"/>
                  </a:lnTo>
                  <a:lnTo>
                    <a:pt x="88" y="5"/>
                  </a:lnTo>
                  <a:lnTo>
                    <a:pt x="88" y="5"/>
                  </a:lnTo>
                  <a:lnTo>
                    <a:pt x="90" y="5"/>
                  </a:lnTo>
                  <a:lnTo>
                    <a:pt x="90" y="5"/>
                  </a:lnTo>
                  <a:lnTo>
                    <a:pt x="90" y="5"/>
                  </a:lnTo>
                  <a:lnTo>
                    <a:pt x="92" y="5"/>
                  </a:lnTo>
                  <a:lnTo>
                    <a:pt x="92" y="5"/>
                  </a:lnTo>
                  <a:lnTo>
                    <a:pt x="92" y="5"/>
                  </a:lnTo>
                  <a:lnTo>
                    <a:pt x="95" y="5"/>
                  </a:lnTo>
                  <a:lnTo>
                    <a:pt x="95" y="5"/>
                  </a:lnTo>
                  <a:lnTo>
                    <a:pt x="95" y="3"/>
                  </a:lnTo>
                  <a:lnTo>
                    <a:pt x="95" y="3"/>
                  </a:lnTo>
                  <a:lnTo>
                    <a:pt x="97" y="3"/>
                  </a:lnTo>
                  <a:lnTo>
                    <a:pt x="97" y="3"/>
                  </a:lnTo>
                  <a:lnTo>
                    <a:pt x="99" y="3"/>
                  </a:lnTo>
                  <a:lnTo>
                    <a:pt x="99" y="3"/>
                  </a:lnTo>
                  <a:lnTo>
                    <a:pt x="99" y="5"/>
                  </a:lnTo>
                  <a:lnTo>
                    <a:pt x="99" y="5"/>
                  </a:lnTo>
                  <a:lnTo>
                    <a:pt x="99" y="5"/>
                  </a:lnTo>
                  <a:lnTo>
                    <a:pt x="99" y="7"/>
                  </a:lnTo>
                  <a:lnTo>
                    <a:pt x="102" y="7"/>
                  </a:lnTo>
                  <a:lnTo>
                    <a:pt x="102" y="7"/>
                  </a:lnTo>
                  <a:lnTo>
                    <a:pt x="102" y="7"/>
                  </a:lnTo>
                  <a:lnTo>
                    <a:pt x="104" y="7"/>
                  </a:lnTo>
                  <a:lnTo>
                    <a:pt x="104" y="7"/>
                  </a:lnTo>
                  <a:lnTo>
                    <a:pt x="104" y="5"/>
                  </a:lnTo>
                  <a:lnTo>
                    <a:pt x="106" y="5"/>
                  </a:lnTo>
                  <a:lnTo>
                    <a:pt x="106" y="5"/>
                  </a:lnTo>
                  <a:lnTo>
                    <a:pt x="106" y="3"/>
                  </a:lnTo>
                  <a:lnTo>
                    <a:pt x="106" y="3"/>
                  </a:lnTo>
                  <a:lnTo>
                    <a:pt x="106" y="3"/>
                  </a:lnTo>
                  <a:lnTo>
                    <a:pt x="109" y="3"/>
                  </a:lnTo>
                  <a:lnTo>
                    <a:pt x="109" y="3"/>
                  </a:lnTo>
                  <a:lnTo>
                    <a:pt x="109" y="3"/>
                  </a:lnTo>
                  <a:lnTo>
                    <a:pt x="109" y="3"/>
                  </a:lnTo>
                  <a:lnTo>
                    <a:pt x="111" y="3"/>
                  </a:lnTo>
                  <a:lnTo>
                    <a:pt x="111" y="3"/>
                  </a:lnTo>
                  <a:lnTo>
                    <a:pt x="114" y="3"/>
                  </a:lnTo>
                  <a:lnTo>
                    <a:pt x="114" y="3"/>
                  </a:lnTo>
                  <a:lnTo>
                    <a:pt x="114" y="0"/>
                  </a:lnTo>
                  <a:lnTo>
                    <a:pt x="114" y="0"/>
                  </a:lnTo>
                  <a:lnTo>
                    <a:pt x="114" y="3"/>
                  </a:lnTo>
                  <a:lnTo>
                    <a:pt x="114" y="3"/>
                  </a:lnTo>
                  <a:lnTo>
                    <a:pt x="116" y="3"/>
                  </a:lnTo>
                  <a:lnTo>
                    <a:pt x="116" y="3"/>
                  </a:lnTo>
                  <a:lnTo>
                    <a:pt x="116" y="3"/>
                  </a:lnTo>
                  <a:lnTo>
                    <a:pt x="116" y="3"/>
                  </a:lnTo>
                  <a:lnTo>
                    <a:pt x="118" y="3"/>
                  </a:lnTo>
                  <a:lnTo>
                    <a:pt x="118" y="3"/>
                  </a:lnTo>
                  <a:lnTo>
                    <a:pt x="118" y="3"/>
                  </a:lnTo>
                  <a:lnTo>
                    <a:pt x="121" y="3"/>
                  </a:lnTo>
                  <a:lnTo>
                    <a:pt x="121" y="3"/>
                  </a:lnTo>
                  <a:lnTo>
                    <a:pt x="121" y="3"/>
                  </a:lnTo>
                  <a:lnTo>
                    <a:pt x="121" y="3"/>
                  </a:lnTo>
                  <a:lnTo>
                    <a:pt x="123" y="3"/>
                  </a:lnTo>
                  <a:lnTo>
                    <a:pt x="123" y="3"/>
                  </a:lnTo>
                  <a:lnTo>
                    <a:pt x="125" y="3"/>
                  </a:lnTo>
                  <a:lnTo>
                    <a:pt x="125" y="3"/>
                  </a:lnTo>
                  <a:lnTo>
                    <a:pt x="125" y="3"/>
                  </a:lnTo>
                  <a:lnTo>
                    <a:pt x="125" y="5"/>
                  </a:lnTo>
                  <a:lnTo>
                    <a:pt x="125" y="5"/>
                  </a:lnTo>
                  <a:lnTo>
                    <a:pt x="125" y="5"/>
                  </a:lnTo>
                  <a:lnTo>
                    <a:pt x="125" y="7"/>
                  </a:lnTo>
                  <a:lnTo>
                    <a:pt x="125" y="7"/>
                  </a:lnTo>
                  <a:lnTo>
                    <a:pt x="125" y="7"/>
                  </a:lnTo>
                  <a:lnTo>
                    <a:pt x="125" y="7"/>
                  </a:lnTo>
                  <a:lnTo>
                    <a:pt x="125" y="7"/>
                  </a:lnTo>
                  <a:lnTo>
                    <a:pt x="123" y="7"/>
                  </a:lnTo>
                  <a:lnTo>
                    <a:pt x="123" y="7"/>
                  </a:lnTo>
                  <a:lnTo>
                    <a:pt x="121" y="7"/>
                  </a:lnTo>
                  <a:lnTo>
                    <a:pt x="121" y="7"/>
                  </a:lnTo>
                  <a:lnTo>
                    <a:pt x="121" y="10"/>
                  </a:lnTo>
                  <a:lnTo>
                    <a:pt x="121" y="10"/>
                  </a:lnTo>
                  <a:lnTo>
                    <a:pt x="118" y="10"/>
                  </a:lnTo>
                  <a:lnTo>
                    <a:pt x="118" y="10"/>
                  </a:lnTo>
                  <a:lnTo>
                    <a:pt x="116" y="10"/>
                  </a:lnTo>
                  <a:lnTo>
                    <a:pt x="116" y="10"/>
                  </a:lnTo>
                  <a:lnTo>
                    <a:pt x="116" y="10"/>
                  </a:lnTo>
                  <a:lnTo>
                    <a:pt x="116" y="10"/>
                  </a:lnTo>
                  <a:lnTo>
                    <a:pt x="114" y="10"/>
                  </a:lnTo>
                  <a:lnTo>
                    <a:pt x="114" y="10"/>
                  </a:lnTo>
                  <a:lnTo>
                    <a:pt x="114" y="10"/>
                  </a:lnTo>
                  <a:lnTo>
                    <a:pt x="111" y="10"/>
                  </a:lnTo>
                  <a:lnTo>
                    <a:pt x="111" y="10"/>
                  </a:lnTo>
                  <a:lnTo>
                    <a:pt x="111" y="12"/>
                  </a:lnTo>
                  <a:lnTo>
                    <a:pt x="109" y="12"/>
                  </a:lnTo>
                  <a:lnTo>
                    <a:pt x="109" y="12"/>
                  </a:lnTo>
                  <a:lnTo>
                    <a:pt x="109" y="10"/>
                  </a:lnTo>
                  <a:lnTo>
                    <a:pt x="109" y="10"/>
                  </a:lnTo>
                  <a:lnTo>
                    <a:pt x="109" y="12"/>
                  </a:lnTo>
                  <a:lnTo>
                    <a:pt x="106" y="12"/>
                  </a:lnTo>
                  <a:lnTo>
                    <a:pt x="106" y="12"/>
                  </a:lnTo>
                  <a:lnTo>
                    <a:pt x="106" y="12"/>
                  </a:lnTo>
                  <a:lnTo>
                    <a:pt x="106" y="12"/>
                  </a:lnTo>
                  <a:lnTo>
                    <a:pt x="104" y="12"/>
                  </a:lnTo>
                  <a:lnTo>
                    <a:pt x="104" y="15"/>
                  </a:lnTo>
                  <a:lnTo>
                    <a:pt x="104" y="15"/>
                  </a:lnTo>
                  <a:lnTo>
                    <a:pt x="102" y="15"/>
                  </a:lnTo>
                  <a:lnTo>
                    <a:pt x="102" y="15"/>
                  </a:lnTo>
                  <a:lnTo>
                    <a:pt x="102" y="12"/>
                  </a:lnTo>
                  <a:lnTo>
                    <a:pt x="102" y="12"/>
                  </a:lnTo>
                  <a:lnTo>
                    <a:pt x="102" y="10"/>
                  </a:lnTo>
                  <a:lnTo>
                    <a:pt x="102" y="10"/>
                  </a:lnTo>
                  <a:lnTo>
                    <a:pt x="99" y="10"/>
                  </a:lnTo>
                  <a:lnTo>
                    <a:pt x="99" y="12"/>
                  </a:lnTo>
                  <a:lnTo>
                    <a:pt x="99" y="12"/>
                  </a:lnTo>
                  <a:lnTo>
                    <a:pt x="99" y="10"/>
                  </a:lnTo>
                  <a:lnTo>
                    <a:pt x="99" y="10"/>
                  </a:lnTo>
                  <a:lnTo>
                    <a:pt x="97" y="10"/>
                  </a:lnTo>
                  <a:lnTo>
                    <a:pt x="97" y="10"/>
                  </a:lnTo>
                  <a:lnTo>
                    <a:pt x="97" y="10"/>
                  </a:lnTo>
                  <a:lnTo>
                    <a:pt x="97" y="7"/>
                  </a:lnTo>
                  <a:lnTo>
                    <a:pt x="97" y="7"/>
                  </a:lnTo>
                  <a:lnTo>
                    <a:pt x="95" y="7"/>
                  </a:lnTo>
                  <a:lnTo>
                    <a:pt x="95" y="7"/>
                  </a:lnTo>
                  <a:lnTo>
                    <a:pt x="95" y="7"/>
                  </a:lnTo>
                  <a:lnTo>
                    <a:pt x="95" y="10"/>
                  </a:lnTo>
                  <a:lnTo>
                    <a:pt x="95" y="10"/>
                  </a:lnTo>
                  <a:lnTo>
                    <a:pt x="95" y="10"/>
                  </a:lnTo>
                  <a:lnTo>
                    <a:pt x="92" y="10"/>
                  </a:lnTo>
                  <a:lnTo>
                    <a:pt x="92" y="10"/>
                  </a:lnTo>
                  <a:lnTo>
                    <a:pt x="92" y="12"/>
                  </a:lnTo>
                  <a:lnTo>
                    <a:pt x="92" y="12"/>
                  </a:lnTo>
                  <a:lnTo>
                    <a:pt x="92" y="12"/>
                  </a:lnTo>
                  <a:lnTo>
                    <a:pt x="92" y="12"/>
                  </a:lnTo>
                  <a:lnTo>
                    <a:pt x="92" y="15"/>
                  </a:lnTo>
                  <a:lnTo>
                    <a:pt x="92" y="15"/>
                  </a:lnTo>
                  <a:lnTo>
                    <a:pt x="90" y="15"/>
                  </a:lnTo>
                  <a:lnTo>
                    <a:pt x="90" y="12"/>
                  </a:lnTo>
                  <a:lnTo>
                    <a:pt x="90" y="12"/>
                  </a:lnTo>
                  <a:lnTo>
                    <a:pt x="90" y="15"/>
                  </a:lnTo>
                  <a:lnTo>
                    <a:pt x="88" y="15"/>
                  </a:lnTo>
                  <a:lnTo>
                    <a:pt x="88" y="15"/>
                  </a:lnTo>
                  <a:lnTo>
                    <a:pt x="88" y="15"/>
                  </a:lnTo>
                  <a:lnTo>
                    <a:pt x="88" y="15"/>
                  </a:lnTo>
                  <a:lnTo>
                    <a:pt x="88" y="15"/>
                  </a:lnTo>
                  <a:lnTo>
                    <a:pt x="85" y="15"/>
                  </a:lnTo>
                  <a:lnTo>
                    <a:pt x="85" y="15"/>
                  </a:lnTo>
                  <a:lnTo>
                    <a:pt x="83" y="15"/>
                  </a:lnTo>
                  <a:lnTo>
                    <a:pt x="83" y="12"/>
                  </a:lnTo>
                  <a:lnTo>
                    <a:pt x="83" y="12"/>
                  </a:lnTo>
                  <a:lnTo>
                    <a:pt x="83" y="12"/>
                  </a:lnTo>
                  <a:lnTo>
                    <a:pt x="83" y="12"/>
                  </a:lnTo>
                  <a:lnTo>
                    <a:pt x="80" y="12"/>
                  </a:lnTo>
                  <a:lnTo>
                    <a:pt x="80" y="12"/>
                  </a:lnTo>
                  <a:lnTo>
                    <a:pt x="80" y="12"/>
                  </a:lnTo>
                  <a:lnTo>
                    <a:pt x="80" y="12"/>
                  </a:lnTo>
                  <a:lnTo>
                    <a:pt x="80" y="15"/>
                  </a:lnTo>
                  <a:lnTo>
                    <a:pt x="78" y="15"/>
                  </a:lnTo>
                  <a:lnTo>
                    <a:pt x="78" y="15"/>
                  </a:lnTo>
                  <a:lnTo>
                    <a:pt x="78" y="15"/>
                  </a:lnTo>
                  <a:lnTo>
                    <a:pt x="76" y="15"/>
                  </a:lnTo>
                  <a:lnTo>
                    <a:pt x="76" y="15"/>
                  </a:lnTo>
                  <a:lnTo>
                    <a:pt x="76" y="15"/>
                  </a:lnTo>
                  <a:lnTo>
                    <a:pt x="73" y="15"/>
                  </a:lnTo>
                  <a:lnTo>
                    <a:pt x="73" y="17"/>
                  </a:lnTo>
                  <a:lnTo>
                    <a:pt x="73" y="17"/>
                  </a:lnTo>
                  <a:lnTo>
                    <a:pt x="73" y="15"/>
                  </a:lnTo>
                  <a:lnTo>
                    <a:pt x="73" y="15"/>
                  </a:lnTo>
                  <a:lnTo>
                    <a:pt x="73" y="17"/>
                  </a:lnTo>
                  <a:lnTo>
                    <a:pt x="71" y="17"/>
                  </a:lnTo>
                  <a:lnTo>
                    <a:pt x="71" y="17"/>
                  </a:lnTo>
                  <a:lnTo>
                    <a:pt x="71" y="17"/>
                  </a:lnTo>
                  <a:lnTo>
                    <a:pt x="69" y="17"/>
                  </a:lnTo>
                  <a:lnTo>
                    <a:pt x="69" y="17"/>
                  </a:lnTo>
                  <a:lnTo>
                    <a:pt x="69" y="17"/>
                  </a:lnTo>
                  <a:lnTo>
                    <a:pt x="69" y="17"/>
                  </a:lnTo>
                  <a:lnTo>
                    <a:pt x="66" y="17"/>
                  </a:lnTo>
                  <a:lnTo>
                    <a:pt x="66" y="17"/>
                  </a:lnTo>
                  <a:lnTo>
                    <a:pt x="66" y="17"/>
                  </a:lnTo>
                  <a:lnTo>
                    <a:pt x="64" y="17"/>
                  </a:lnTo>
                  <a:lnTo>
                    <a:pt x="64" y="19"/>
                  </a:lnTo>
                  <a:lnTo>
                    <a:pt x="64" y="19"/>
                  </a:lnTo>
                  <a:lnTo>
                    <a:pt x="64" y="17"/>
                  </a:lnTo>
                  <a:lnTo>
                    <a:pt x="62" y="17"/>
                  </a:lnTo>
                  <a:lnTo>
                    <a:pt x="62" y="17"/>
                  </a:lnTo>
                  <a:lnTo>
                    <a:pt x="62" y="17"/>
                  </a:lnTo>
                  <a:lnTo>
                    <a:pt x="59" y="17"/>
                  </a:lnTo>
                  <a:lnTo>
                    <a:pt x="59" y="19"/>
                  </a:lnTo>
                  <a:lnTo>
                    <a:pt x="59" y="19"/>
                  </a:lnTo>
                  <a:lnTo>
                    <a:pt x="59" y="19"/>
                  </a:lnTo>
                  <a:lnTo>
                    <a:pt x="59" y="19"/>
                  </a:lnTo>
                  <a:lnTo>
                    <a:pt x="57" y="19"/>
                  </a:lnTo>
                  <a:lnTo>
                    <a:pt x="57" y="19"/>
                  </a:lnTo>
                  <a:lnTo>
                    <a:pt x="54" y="19"/>
                  </a:lnTo>
                  <a:lnTo>
                    <a:pt x="54" y="22"/>
                  </a:lnTo>
                  <a:lnTo>
                    <a:pt x="54" y="22"/>
                  </a:lnTo>
                  <a:lnTo>
                    <a:pt x="54" y="22"/>
                  </a:lnTo>
                  <a:lnTo>
                    <a:pt x="54" y="22"/>
                  </a:lnTo>
                  <a:lnTo>
                    <a:pt x="52" y="22"/>
                  </a:lnTo>
                  <a:lnTo>
                    <a:pt x="52" y="22"/>
                  </a:lnTo>
                  <a:lnTo>
                    <a:pt x="52" y="22"/>
                  </a:lnTo>
                  <a:lnTo>
                    <a:pt x="52" y="22"/>
                  </a:lnTo>
                  <a:lnTo>
                    <a:pt x="52" y="22"/>
                  </a:lnTo>
                  <a:lnTo>
                    <a:pt x="50" y="22"/>
                  </a:lnTo>
                  <a:lnTo>
                    <a:pt x="50" y="22"/>
                  </a:lnTo>
                  <a:lnTo>
                    <a:pt x="50" y="22"/>
                  </a:lnTo>
                  <a:lnTo>
                    <a:pt x="50" y="19"/>
                  </a:lnTo>
                  <a:lnTo>
                    <a:pt x="47" y="19"/>
                  </a:lnTo>
                  <a:lnTo>
                    <a:pt x="47" y="22"/>
                  </a:lnTo>
                  <a:lnTo>
                    <a:pt x="47" y="22"/>
                  </a:lnTo>
                  <a:lnTo>
                    <a:pt x="47" y="24"/>
                  </a:lnTo>
                  <a:lnTo>
                    <a:pt x="47" y="24"/>
                  </a:lnTo>
                  <a:lnTo>
                    <a:pt x="47" y="22"/>
                  </a:lnTo>
                  <a:lnTo>
                    <a:pt x="47" y="22"/>
                  </a:lnTo>
                  <a:lnTo>
                    <a:pt x="47" y="19"/>
                  </a:lnTo>
                  <a:lnTo>
                    <a:pt x="47" y="19"/>
                  </a:lnTo>
                  <a:lnTo>
                    <a:pt x="45" y="19"/>
                  </a:lnTo>
                  <a:lnTo>
                    <a:pt x="45" y="19"/>
                  </a:lnTo>
                  <a:lnTo>
                    <a:pt x="45" y="22"/>
                  </a:lnTo>
                  <a:lnTo>
                    <a:pt x="45" y="22"/>
                  </a:lnTo>
                  <a:lnTo>
                    <a:pt x="43" y="22"/>
                  </a:lnTo>
                  <a:lnTo>
                    <a:pt x="43" y="24"/>
                  </a:lnTo>
                  <a:lnTo>
                    <a:pt x="43" y="24"/>
                  </a:lnTo>
                  <a:lnTo>
                    <a:pt x="43" y="24"/>
                  </a:lnTo>
                  <a:lnTo>
                    <a:pt x="43" y="22"/>
                  </a:lnTo>
                  <a:lnTo>
                    <a:pt x="40" y="22"/>
                  </a:lnTo>
                  <a:lnTo>
                    <a:pt x="40" y="22"/>
                  </a:lnTo>
                  <a:lnTo>
                    <a:pt x="40" y="22"/>
                  </a:lnTo>
                  <a:lnTo>
                    <a:pt x="40" y="24"/>
                  </a:lnTo>
                  <a:lnTo>
                    <a:pt x="38" y="24"/>
                  </a:lnTo>
                  <a:lnTo>
                    <a:pt x="38" y="24"/>
                  </a:lnTo>
                  <a:lnTo>
                    <a:pt x="35" y="24"/>
                  </a:lnTo>
                  <a:lnTo>
                    <a:pt x="35" y="24"/>
                  </a:lnTo>
                  <a:lnTo>
                    <a:pt x="35" y="24"/>
                  </a:lnTo>
                  <a:lnTo>
                    <a:pt x="33" y="24"/>
                  </a:lnTo>
                  <a:lnTo>
                    <a:pt x="33" y="22"/>
                  </a:lnTo>
                  <a:lnTo>
                    <a:pt x="33" y="22"/>
                  </a:lnTo>
                  <a:lnTo>
                    <a:pt x="33" y="22"/>
                  </a:lnTo>
                  <a:lnTo>
                    <a:pt x="33" y="22"/>
                  </a:lnTo>
                  <a:lnTo>
                    <a:pt x="33" y="22"/>
                  </a:lnTo>
                  <a:lnTo>
                    <a:pt x="31" y="22"/>
                  </a:lnTo>
                  <a:lnTo>
                    <a:pt x="31" y="22"/>
                  </a:lnTo>
                  <a:lnTo>
                    <a:pt x="31" y="22"/>
                  </a:lnTo>
                  <a:lnTo>
                    <a:pt x="28" y="22"/>
                  </a:lnTo>
                  <a:lnTo>
                    <a:pt x="28" y="22"/>
                  </a:lnTo>
                  <a:lnTo>
                    <a:pt x="28" y="22"/>
                  </a:lnTo>
                  <a:lnTo>
                    <a:pt x="28" y="19"/>
                  </a:lnTo>
                  <a:lnTo>
                    <a:pt x="26" y="19"/>
                  </a:lnTo>
                  <a:lnTo>
                    <a:pt x="26" y="19"/>
                  </a:lnTo>
                  <a:lnTo>
                    <a:pt x="26" y="19"/>
                  </a:lnTo>
                  <a:lnTo>
                    <a:pt x="24" y="19"/>
                  </a:lnTo>
                  <a:lnTo>
                    <a:pt x="24" y="19"/>
                  </a:lnTo>
                  <a:lnTo>
                    <a:pt x="21" y="19"/>
                  </a:lnTo>
                  <a:lnTo>
                    <a:pt x="21" y="22"/>
                  </a:lnTo>
                  <a:lnTo>
                    <a:pt x="21" y="22"/>
                  </a:lnTo>
                  <a:lnTo>
                    <a:pt x="21" y="22"/>
                  </a:lnTo>
                  <a:lnTo>
                    <a:pt x="21" y="22"/>
                  </a:lnTo>
                  <a:lnTo>
                    <a:pt x="21" y="22"/>
                  </a:lnTo>
                  <a:lnTo>
                    <a:pt x="19" y="22"/>
                  </a:lnTo>
                  <a:lnTo>
                    <a:pt x="19" y="19"/>
                  </a:lnTo>
                  <a:lnTo>
                    <a:pt x="19" y="19"/>
                  </a:lnTo>
                  <a:lnTo>
                    <a:pt x="19" y="19"/>
                  </a:lnTo>
                  <a:lnTo>
                    <a:pt x="19" y="19"/>
                  </a:lnTo>
                  <a:lnTo>
                    <a:pt x="19" y="19"/>
                  </a:lnTo>
                  <a:lnTo>
                    <a:pt x="17" y="19"/>
                  </a:lnTo>
                  <a:lnTo>
                    <a:pt x="17" y="19"/>
                  </a:lnTo>
                  <a:lnTo>
                    <a:pt x="14" y="19"/>
                  </a:lnTo>
                  <a:lnTo>
                    <a:pt x="14" y="19"/>
                  </a:lnTo>
                  <a:lnTo>
                    <a:pt x="14" y="22"/>
                  </a:lnTo>
                  <a:lnTo>
                    <a:pt x="14" y="22"/>
                  </a:lnTo>
                  <a:lnTo>
                    <a:pt x="14" y="22"/>
                  </a:lnTo>
                  <a:lnTo>
                    <a:pt x="14" y="22"/>
                  </a:lnTo>
                  <a:lnTo>
                    <a:pt x="12" y="22"/>
                  </a:lnTo>
                  <a:lnTo>
                    <a:pt x="12" y="19"/>
                  </a:lnTo>
                  <a:lnTo>
                    <a:pt x="12" y="19"/>
                  </a:lnTo>
                  <a:lnTo>
                    <a:pt x="9" y="19"/>
                  </a:lnTo>
                  <a:lnTo>
                    <a:pt x="9" y="19"/>
                  </a:lnTo>
                  <a:lnTo>
                    <a:pt x="9" y="19"/>
                  </a:lnTo>
                  <a:lnTo>
                    <a:pt x="7" y="19"/>
                  </a:lnTo>
                  <a:lnTo>
                    <a:pt x="7" y="19"/>
                  </a:lnTo>
                  <a:lnTo>
                    <a:pt x="7" y="19"/>
                  </a:lnTo>
                  <a:lnTo>
                    <a:pt x="7" y="19"/>
                  </a:lnTo>
                  <a:lnTo>
                    <a:pt x="7" y="17"/>
                  </a:lnTo>
                  <a:lnTo>
                    <a:pt x="7" y="17"/>
                  </a:lnTo>
                  <a:lnTo>
                    <a:pt x="5" y="17"/>
                  </a:lnTo>
                  <a:lnTo>
                    <a:pt x="5" y="17"/>
                  </a:lnTo>
                  <a:lnTo>
                    <a:pt x="5" y="17"/>
                  </a:lnTo>
                  <a:lnTo>
                    <a:pt x="5" y="19"/>
                  </a:lnTo>
                  <a:lnTo>
                    <a:pt x="2" y="19"/>
                  </a:lnTo>
                  <a:lnTo>
                    <a:pt x="2" y="19"/>
                  </a:lnTo>
                  <a:lnTo>
                    <a:pt x="2" y="19"/>
                  </a:lnTo>
                  <a:lnTo>
                    <a:pt x="0" y="19"/>
                  </a:lnTo>
                  <a:lnTo>
                    <a:pt x="0" y="17"/>
                  </a:lnTo>
                  <a:lnTo>
                    <a:pt x="0" y="17"/>
                  </a:lnTo>
                  <a:lnTo>
                    <a:pt x="2" y="17"/>
                  </a:lnTo>
                  <a:lnTo>
                    <a:pt x="2" y="17"/>
                  </a:lnTo>
                  <a:lnTo>
                    <a:pt x="2" y="15"/>
                  </a:lnTo>
                  <a:lnTo>
                    <a:pt x="0" y="15"/>
                  </a:lnTo>
                  <a:lnTo>
                    <a:pt x="0" y="15"/>
                  </a:lnTo>
                  <a:lnTo>
                    <a:pt x="2" y="15"/>
                  </a:lnTo>
                  <a:lnTo>
                    <a:pt x="2" y="12"/>
                  </a:lnTo>
                  <a:lnTo>
                    <a:pt x="2" y="12"/>
                  </a:lnTo>
                  <a:lnTo>
                    <a:pt x="2" y="12"/>
                  </a:lnTo>
                  <a:lnTo>
                    <a:pt x="2" y="10"/>
                  </a:lnTo>
                  <a:lnTo>
                    <a:pt x="2" y="10"/>
                  </a:lnTo>
                  <a:lnTo>
                    <a:pt x="2" y="10"/>
                  </a:lnTo>
                  <a:lnTo>
                    <a:pt x="5" y="10"/>
                  </a:lnTo>
                  <a:lnTo>
                    <a:pt x="5" y="10"/>
                  </a:lnTo>
                  <a:lnTo>
                    <a:pt x="5" y="10"/>
                  </a:lnTo>
                  <a:lnTo>
                    <a:pt x="5" y="10"/>
                  </a:lnTo>
                  <a:lnTo>
                    <a:pt x="7" y="10"/>
                  </a:lnTo>
                  <a:lnTo>
                    <a:pt x="7" y="10"/>
                  </a:lnTo>
                  <a:lnTo>
                    <a:pt x="7" y="10"/>
                  </a:lnTo>
                  <a:lnTo>
                    <a:pt x="7" y="12"/>
                  </a:lnTo>
                  <a:lnTo>
                    <a:pt x="7" y="12"/>
                  </a:lnTo>
                  <a:lnTo>
                    <a:pt x="9" y="12"/>
                  </a:lnTo>
                  <a:lnTo>
                    <a:pt x="9" y="10"/>
                  </a:lnTo>
                  <a:lnTo>
                    <a:pt x="9" y="10"/>
                  </a:lnTo>
                  <a:lnTo>
                    <a:pt x="9" y="10"/>
                  </a:lnTo>
                  <a:lnTo>
                    <a:pt x="12" y="10"/>
                  </a:lnTo>
                  <a:lnTo>
                    <a:pt x="12" y="10"/>
                  </a:lnTo>
                  <a:lnTo>
                    <a:pt x="9" y="10"/>
                  </a:lnTo>
                  <a:lnTo>
                    <a:pt x="9" y="7"/>
                  </a:lnTo>
                  <a:lnTo>
                    <a:pt x="12" y="7"/>
                  </a:lnTo>
                  <a:lnTo>
                    <a:pt x="12" y="7"/>
                  </a:lnTo>
                  <a:lnTo>
                    <a:pt x="14" y="7"/>
                  </a:lnTo>
                  <a:lnTo>
                    <a:pt x="14" y="10"/>
                  </a:lnTo>
                  <a:lnTo>
                    <a:pt x="14" y="10"/>
                  </a:lnTo>
                  <a:lnTo>
                    <a:pt x="14" y="10"/>
                  </a:lnTo>
                  <a:lnTo>
                    <a:pt x="14" y="7"/>
                  </a:lnTo>
                  <a:lnTo>
                    <a:pt x="14" y="7"/>
                  </a:lnTo>
                  <a:lnTo>
                    <a:pt x="17" y="7"/>
                  </a:lnTo>
                  <a:lnTo>
                    <a:pt x="17" y="7"/>
                  </a:lnTo>
                  <a:lnTo>
                    <a:pt x="17" y="7"/>
                  </a:lnTo>
                  <a:lnTo>
                    <a:pt x="17" y="7"/>
                  </a:lnTo>
                  <a:lnTo>
                    <a:pt x="19" y="7"/>
                  </a:lnTo>
                  <a:lnTo>
                    <a:pt x="19" y="7"/>
                  </a:lnTo>
                  <a:lnTo>
                    <a:pt x="19" y="7"/>
                  </a:lnTo>
                  <a:lnTo>
                    <a:pt x="19" y="7"/>
                  </a:lnTo>
                  <a:lnTo>
                    <a:pt x="19" y="5"/>
                  </a:lnTo>
                  <a:lnTo>
                    <a:pt x="21" y="5"/>
                  </a:lnTo>
                  <a:lnTo>
                    <a:pt x="21" y="5"/>
                  </a:lnTo>
                  <a:lnTo>
                    <a:pt x="21" y="5"/>
                  </a:lnTo>
                  <a:lnTo>
                    <a:pt x="24" y="5"/>
                  </a:lnTo>
                  <a:lnTo>
                    <a:pt x="24" y="5"/>
                  </a:lnTo>
                  <a:lnTo>
                    <a:pt x="24" y="5"/>
                  </a:lnTo>
                  <a:lnTo>
                    <a:pt x="26" y="5"/>
                  </a:lnTo>
                  <a:lnTo>
                    <a:pt x="26" y="5"/>
                  </a:lnTo>
                  <a:lnTo>
                    <a:pt x="26" y="5"/>
                  </a:lnTo>
                  <a:lnTo>
                    <a:pt x="26" y="5"/>
                  </a:lnTo>
                  <a:lnTo>
                    <a:pt x="28" y="5"/>
                  </a:lnTo>
                  <a:lnTo>
                    <a:pt x="28" y="5"/>
                  </a:lnTo>
                  <a:lnTo>
                    <a:pt x="28" y="5"/>
                  </a:lnTo>
                  <a:lnTo>
                    <a:pt x="28" y="5"/>
                  </a:lnTo>
                  <a:lnTo>
                    <a:pt x="28" y="5"/>
                  </a:lnTo>
                  <a:lnTo>
                    <a:pt x="28" y="7"/>
                  </a:lnTo>
                  <a:lnTo>
                    <a:pt x="31" y="7"/>
                  </a:lnTo>
                  <a:lnTo>
                    <a:pt x="31" y="7"/>
                  </a:lnTo>
                  <a:lnTo>
                    <a:pt x="33" y="7"/>
                  </a:lnTo>
                  <a:lnTo>
                    <a:pt x="33" y="7"/>
                  </a:lnTo>
                  <a:lnTo>
                    <a:pt x="33" y="7"/>
                  </a:lnTo>
                  <a:lnTo>
                    <a:pt x="33" y="7"/>
                  </a:lnTo>
                  <a:lnTo>
                    <a:pt x="35" y="7"/>
                  </a:lnTo>
                  <a:lnTo>
                    <a:pt x="35" y="7"/>
                  </a:lnTo>
                  <a:lnTo>
                    <a:pt x="35" y="7"/>
                  </a:lnTo>
                  <a:lnTo>
                    <a:pt x="38" y="7"/>
                  </a:lnTo>
                  <a:lnTo>
                    <a:pt x="38" y="7"/>
                  </a:lnTo>
                  <a:lnTo>
                    <a:pt x="38" y="7"/>
                  </a:lnTo>
                  <a:lnTo>
                    <a:pt x="38" y="10"/>
                  </a:lnTo>
                  <a:lnTo>
                    <a:pt x="40" y="10"/>
                  </a:lnTo>
                  <a:lnTo>
                    <a:pt x="40" y="10"/>
                  </a:lnTo>
                  <a:lnTo>
                    <a:pt x="40" y="10"/>
                  </a:lnTo>
                  <a:lnTo>
                    <a:pt x="40" y="10"/>
                  </a:lnTo>
                  <a:lnTo>
                    <a:pt x="43" y="10"/>
                  </a:lnTo>
                  <a:lnTo>
                    <a:pt x="43" y="10"/>
                  </a:lnTo>
                  <a:lnTo>
                    <a:pt x="43" y="10"/>
                  </a:lnTo>
                  <a:lnTo>
                    <a:pt x="43" y="12"/>
                  </a:lnTo>
                  <a:lnTo>
                    <a:pt x="43" y="12"/>
                  </a:lnTo>
                  <a:lnTo>
                    <a:pt x="45" y="12"/>
                  </a:lnTo>
                  <a:lnTo>
                    <a:pt x="45" y="12"/>
                  </a:lnTo>
                  <a:lnTo>
                    <a:pt x="47" y="12"/>
                  </a:lnTo>
                  <a:lnTo>
                    <a:pt x="47" y="12"/>
                  </a:lnTo>
                  <a:lnTo>
                    <a:pt x="47" y="12"/>
                  </a:lnTo>
                  <a:lnTo>
                    <a:pt x="47" y="12"/>
                  </a:lnTo>
                  <a:lnTo>
                    <a:pt x="50" y="12"/>
                  </a:lnTo>
                  <a:lnTo>
                    <a:pt x="50" y="10"/>
                  </a:lnTo>
                  <a:lnTo>
                    <a:pt x="50" y="10"/>
                  </a:lnTo>
                  <a:lnTo>
                    <a:pt x="52" y="10"/>
                  </a:lnTo>
                  <a:lnTo>
                    <a:pt x="52" y="10"/>
                  </a:lnTo>
                  <a:lnTo>
                    <a:pt x="52" y="10"/>
                  </a:lnTo>
                  <a:lnTo>
                    <a:pt x="54" y="10"/>
                  </a:lnTo>
                  <a:lnTo>
                    <a:pt x="54" y="10"/>
                  </a:lnTo>
                  <a:lnTo>
                    <a:pt x="52" y="10"/>
                  </a:lnTo>
                  <a:lnTo>
                    <a:pt x="52" y="7"/>
                  </a:lnTo>
                  <a:lnTo>
                    <a:pt x="52" y="7"/>
                  </a:lnTo>
                  <a:lnTo>
                    <a:pt x="52" y="7"/>
                  </a:lnTo>
                  <a:lnTo>
                    <a:pt x="54" y="7"/>
                  </a:lnTo>
                  <a:lnTo>
                    <a:pt x="54" y="5"/>
                  </a:lnTo>
                  <a:lnTo>
                    <a:pt x="54" y="5"/>
                  </a:lnTo>
                  <a:lnTo>
                    <a:pt x="54" y="5"/>
                  </a:lnTo>
                  <a:lnTo>
                    <a:pt x="54" y="7"/>
                  </a:lnTo>
                  <a:lnTo>
                    <a:pt x="54" y="7"/>
                  </a:lnTo>
                  <a:lnTo>
                    <a:pt x="54" y="7"/>
                  </a:lnTo>
                  <a:lnTo>
                    <a:pt x="54" y="10"/>
                  </a:lnTo>
                  <a:lnTo>
                    <a:pt x="54" y="10"/>
                  </a:lnTo>
                  <a:lnTo>
                    <a:pt x="57" y="10"/>
                  </a:lnTo>
                  <a:lnTo>
                    <a:pt x="57" y="10"/>
                  </a:lnTo>
                  <a:lnTo>
                    <a:pt x="57" y="10"/>
                  </a:lnTo>
                  <a:lnTo>
                    <a:pt x="59" y="10"/>
                  </a:lnTo>
                  <a:lnTo>
                    <a:pt x="59" y="10"/>
                  </a:lnTo>
                  <a:lnTo>
                    <a:pt x="59" y="10"/>
                  </a:lnTo>
                  <a:lnTo>
                    <a:pt x="59" y="12"/>
                  </a:lnTo>
                  <a:lnTo>
                    <a:pt x="59" y="12"/>
                  </a:lnTo>
                  <a:lnTo>
                    <a:pt x="62" y="12"/>
                  </a:lnTo>
                  <a:lnTo>
                    <a:pt x="62" y="12"/>
                  </a:lnTo>
                  <a:lnTo>
                    <a:pt x="62" y="12"/>
                  </a:lnTo>
                  <a:lnTo>
                    <a:pt x="62" y="12"/>
                  </a:lnTo>
                  <a:lnTo>
                    <a:pt x="62" y="15"/>
                  </a:lnTo>
                  <a:lnTo>
                    <a:pt x="64" y="15"/>
                  </a:lnTo>
                  <a:lnTo>
                    <a:pt x="64" y="15"/>
                  </a:lnTo>
                  <a:lnTo>
                    <a:pt x="64" y="15"/>
                  </a:lnTo>
                  <a:lnTo>
                    <a:pt x="64" y="15"/>
                  </a:lnTo>
                  <a:lnTo>
                    <a:pt x="66" y="15"/>
                  </a:lnTo>
                  <a:lnTo>
                    <a:pt x="66" y="15"/>
                  </a:lnTo>
                  <a:lnTo>
                    <a:pt x="66" y="15"/>
                  </a:lnTo>
                  <a:lnTo>
                    <a:pt x="69" y="15"/>
                  </a:lnTo>
                  <a:lnTo>
                    <a:pt x="69" y="12"/>
                  </a:lnTo>
                  <a:lnTo>
                    <a:pt x="69" y="12"/>
                  </a:lnTo>
                  <a:lnTo>
                    <a:pt x="66" y="12"/>
                  </a:lnTo>
                  <a:lnTo>
                    <a:pt x="66" y="12"/>
                  </a:lnTo>
                  <a:lnTo>
                    <a:pt x="66" y="12"/>
                  </a:lnTo>
                  <a:lnTo>
                    <a:pt x="66" y="10"/>
                  </a:lnTo>
                  <a:lnTo>
                    <a:pt x="66" y="10"/>
                  </a:lnTo>
                  <a:lnTo>
                    <a:pt x="66" y="10"/>
                  </a:lnTo>
                  <a:lnTo>
                    <a:pt x="66" y="10"/>
                  </a:lnTo>
                  <a:lnTo>
                    <a:pt x="69" y="10"/>
                  </a:lnTo>
                  <a:lnTo>
                    <a:pt x="69" y="10"/>
                  </a:lnTo>
                  <a:lnTo>
                    <a:pt x="69" y="7"/>
                  </a:lnTo>
                  <a:lnTo>
                    <a:pt x="69" y="7"/>
                  </a:lnTo>
                  <a:lnTo>
                    <a:pt x="69" y="10"/>
                  </a:lnTo>
                  <a:lnTo>
                    <a:pt x="71" y="10"/>
                  </a:lnTo>
                  <a:lnTo>
                    <a:pt x="71" y="7"/>
                  </a:lnTo>
                  <a:lnTo>
                    <a:pt x="71" y="7"/>
                  </a:lnTo>
                  <a:lnTo>
                    <a:pt x="71" y="7"/>
                  </a:lnTo>
                  <a:lnTo>
                    <a:pt x="73" y="7"/>
                  </a:lnTo>
                  <a:lnTo>
                    <a:pt x="73" y="7"/>
                  </a:lnTo>
                  <a:lnTo>
                    <a:pt x="73" y="7"/>
                  </a:lnTo>
                  <a:lnTo>
                    <a:pt x="73" y="7"/>
                  </a:lnTo>
                  <a:lnTo>
                    <a:pt x="76" y="7"/>
                  </a:lnTo>
                  <a:lnTo>
                    <a:pt x="76" y="5"/>
                  </a:lnTo>
                  <a:lnTo>
                    <a:pt x="73" y="5"/>
                  </a:lnTo>
                  <a:lnTo>
                    <a:pt x="73" y="5"/>
                  </a:lnTo>
                  <a:lnTo>
                    <a:pt x="73" y="5"/>
                  </a:lnTo>
                  <a:lnTo>
                    <a:pt x="73" y="3"/>
                  </a:lnTo>
                  <a:lnTo>
                    <a:pt x="73" y="3"/>
                  </a:lnTo>
                  <a:lnTo>
                    <a:pt x="73" y="3"/>
                  </a:lnTo>
                  <a:lnTo>
                    <a:pt x="73" y="0"/>
                  </a:lnTo>
                  <a:lnTo>
                    <a:pt x="76" y="0"/>
                  </a:lnTo>
                  <a:lnTo>
                    <a:pt x="76" y="0"/>
                  </a:lnTo>
                  <a:lnTo>
                    <a:pt x="76" y="0"/>
                  </a:lnTo>
                  <a:lnTo>
                    <a:pt x="76" y="0"/>
                  </a:lnTo>
                  <a:lnTo>
                    <a:pt x="78"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214"/>
            <p:cNvSpPr>
              <a:spLocks/>
            </p:cNvSpPr>
            <p:nvPr/>
          </p:nvSpPr>
          <p:spPr bwMode="auto">
            <a:xfrm>
              <a:off x="5648325" y="4284663"/>
              <a:ext cx="63500" cy="134937"/>
            </a:xfrm>
            <a:custGeom>
              <a:avLst/>
              <a:gdLst/>
              <a:ahLst/>
              <a:cxnLst>
                <a:cxn ang="0">
                  <a:pos x="26" y="78"/>
                </a:cxn>
                <a:cxn ang="0">
                  <a:pos x="23" y="78"/>
                </a:cxn>
                <a:cxn ang="0">
                  <a:pos x="23" y="75"/>
                </a:cxn>
                <a:cxn ang="0">
                  <a:pos x="19" y="71"/>
                </a:cxn>
                <a:cxn ang="0">
                  <a:pos x="16" y="68"/>
                </a:cxn>
                <a:cxn ang="0">
                  <a:pos x="14" y="71"/>
                </a:cxn>
                <a:cxn ang="0">
                  <a:pos x="19" y="73"/>
                </a:cxn>
                <a:cxn ang="0">
                  <a:pos x="16" y="78"/>
                </a:cxn>
                <a:cxn ang="0">
                  <a:pos x="11" y="75"/>
                </a:cxn>
                <a:cxn ang="0">
                  <a:pos x="9" y="73"/>
                </a:cxn>
                <a:cxn ang="0">
                  <a:pos x="4" y="78"/>
                </a:cxn>
                <a:cxn ang="0">
                  <a:pos x="2" y="73"/>
                </a:cxn>
                <a:cxn ang="0">
                  <a:pos x="2" y="68"/>
                </a:cxn>
                <a:cxn ang="0">
                  <a:pos x="0" y="64"/>
                </a:cxn>
                <a:cxn ang="0">
                  <a:pos x="2" y="59"/>
                </a:cxn>
                <a:cxn ang="0">
                  <a:pos x="7" y="61"/>
                </a:cxn>
                <a:cxn ang="0">
                  <a:pos x="9" y="64"/>
                </a:cxn>
                <a:cxn ang="0">
                  <a:pos x="14" y="66"/>
                </a:cxn>
                <a:cxn ang="0">
                  <a:pos x="14" y="61"/>
                </a:cxn>
                <a:cxn ang="0">
                  <a:pos x="14" y="57"/>
                </a:cxn>
                <a:cxn ang="0">
                  <a:pos x="14" y="49"/>
                </a:cxn>
                <a:cxn ang="0">
                  <a:pos x="11" y="47"/>
                </a:cxn>
                <a:cxn ang="0">
                  <a:pos x="9" y="40"/>
                </a:cxn>
                <a:cxn ang="0">
                  <a:pos x="9" y="35"/>
                </a:cxn>
                <a:cxn ang="0">
                  <a:pos x="7" y="30"/>
                </a:cxn>
                <a:cxn ang="0">
                  <a:pos x="9" y="21"/>
                </a:cxn>
                <a:cxn ang="0">
                  <a:pos x="9" y="16"/>
                </a:cxn>
                <a:cxn ang="0">
                  <a:pos x="11" y="9"/>
                </a:cxn>
                <a:cxn ang="0">
                  <a:pos x="14" y="7"/>
                </a:cxn>
                <a:cxn ang="0">
                  <a:pos x="19" y="2"/>
                </a:cxn>
                <a:cxn ang="0">
                  <a:pos x="21" y="0"/>
                </a:cxn>
                <a:cxn ang="0">
                  <a:pos x="21" y="4"/>
                </a:cxn>
                <a:cxn ang="0">
                  <a:pos x="19" y="9"/>
                </a:cxn>
                <a:cxn ang="0">
                  <a:pos x="23" y="12"/>
                </a:cxn>
                <a:cxn ang="0">
                  <a:pos x="23" y="16"/>
                </a:cxn>
                <a:cxn ang="0">
                  <a:pos x="21" y="23"/>
                </a:cxn>
                <a:cxn ang="0">
                  <a:pos x="19" y="28"/>
                </a:cxn>
                <a:cxn ang="0">
                  <a:pos x="21" y="28"/>
                </a:cxn>
                <a:cxn ang="0">
                  <a:pos x="23" y="23"/>
                </a:cxn>
                <a:cxn ang="0">
                  <a:pos x="26" y="19"/>
                </a:cxn>
                <a:cxn ang="0">
                  <a:pos x="30" y="16"/>
                </a:cxn>
                <a:cxn ang="0">
                  <a:pos x="35" y="14"/>
                </a:cxn>
                <a:cxn ang="0">
                  <a:pos x="38" y="19"/>
                </a:cxn>
                <a:cxn ang="0">
                  <a:pos x="35" y="26"/>
                </a:cxn>
                <a:cxn ang="0">
                  <a:pos x="33" y="30"/>
                </a:cxn>
                <a:cxn ang="0">
                  <a:pos x="28" y="33"/>
                </a:cxn>
                <a:cxn ang="0">
                  <a:pos x="28" y="40"/>
                </a:cxn>
                <a:cxn ang="0">
                  <a:pos x="33" y="40"/>
                </a:cxn>
                <a:cxn ang="0">
                  <a:pos x="35" y="45"/>
                </a:cxn>
                <a:cxn ang="0">
                  <a:pos x="40" y="49"/>
                </a:cxn>
                <a:cxn ang="0">
                  <a:pos x="38" y="49"/>
                </a:cxn>
                <a:cxn ang="0">
                  <a:pos x="33" y="47"/>
                </a:cxn>
                <a:cxn ang="0">
                  <a:pos x="26" y="47"/>
                </a:cxn>
                <a:cxn ang="0">
                  <a:pos x="21" y="45"/>
                </a:cxn>
                <a:cxn ang="0">
                  <a:pos x="21" y="49"/>
                </a:cxn>
                <a:cxn ang="0">
                  <a:pos x="21" y="57"/>
                </a:cxn>
                <a:cxn ang="0">
                  <a:pos x="21" y="64"/>
                </a:cxn>
                <a:cxn ang="0">
                  <a:pos x="23" y="68"/>
                </a:cxn>
                <a:cxn ang="0">
                  <a:pos x="28" y="73"/>
                </a:cxn>
                <a:cxn ang="0">
                  <a:pos x="30" y="78"/>
                </a:cxn>
                <a:cxn ang="0">
                  <a:pos x="30" y="80"/>
                </a:cxn>
                <a:cxn ang="0">
                  <a:pos x="33" y="85"/>
                </a:cxn>
              </a:cxnLst>
              <a:rect l="0" t="0" r="r" b="b"/>
              <a:pathLst>
                <a:path w="40" h="85">
                  <a:moveTo>
                    <a:pt x="28" y="83"/>
                  </a:moveTo>
                  <a:lnTo>
                    <a:pt x="28" y="83"/>
                  </a:lnTo>
                  <a:lnTo>
                    <a:pt x="28" y="83"/>
                  </a:lnTo>
                  <a:lnTo>
                    <a:pt x="28" y="80"/>
                  </a:lnTo>
                  <a:lnTo>
                    <a:pt x="28" y="80"/>
                  </a:lnTo>
                  <a:lnTo>
                    <a:pt x="28" y="80"/>
                  </a:lnTo>
                  <a:lnTo>
                    <a:pt x="28" y="78"/>
                  </a:lnTo>
                  <a:lnTo>
                    <a:pt x="26" y="78"/>
                  </a:lnTo>
                  <a:lnTo>
                    <a:pt x="26" y="78"/>
                  </a:lnTo>
                  <a:lnTo>
                    <a:pt x="26" y="78"/>
                  </a:lnTo>
                  <a:lnTo>
                    <a:pt x="26" y="78"/>
                  </a:lnTo>
                  <a:lnTo>
                    <a:pt x="26" y="75"/>
                  </a:lnTo>
                  <a:lnTo>
                    <a:pt x="23" y="75"/>
                  </a:lnTo>
                  <a:lnTo>
                    <a:pt x="23" y="78"/>
                  </a:lnTo>
                  <a:lnTo>
                    <a:pt x="23" y="78"/>
                  </a:lnTo>
                  <a:lnTo>
                    <a:pt x="23" y="78"/>
                  </a:lnTo>
                  <a:lnTo>
                    <a:pt x="23" y="78"/>
                  </a:lnTo>
                  <a:lnTo>
                    <a:pt x="21" y="78"/>
                  </a:lnTo>
                  <a:lnTo>
                    <a:pt x="21" y="78"/>
                  </a:lnTo>
                  <a:lnTo>
                    <a:pt x="23" y="78"/>
                  </a:lnTo>
                  <a:lnTo>
                    <a:pt x="23" y="75"/>
                  </a:lnTo>
                  <a:lnTo>
                    <a:pt x="23" y="75"/>
                  </a:lnTo>
                  <a:lnTo>
                    <a:pt x="23" y="75"/>
                  </a:lnTo>
                  <a:lnTo>
                    <a:pt x="23" y="75"/>
                  </a:lnTo>
                  <a:lnTo>
                    <a:pt x="21" y="75"/>
                  </a:lnTo>
                  <a:lnTo>
                    <a:pt x="21" y="73"/>
                  </a:lnTo>
                  <a:lnTo>
                    <a:pt x="21" y="73"/>
                  </a:lnTo>
                  <a:lnTo>
                    <a:pt x="21" y="73"/>
                  </a:lnTo>
                  <a:lnTo>
                    <a:pt x="21" y="73"/>
                  </a:lnTo>
                  <a:lnTo>
                    <a:pt x="21" y="71"/>
                  </a:lnTo>
                  <a:lnTo>
                    <a:pt x="21" y="71"/>
                  </a:lnTo>
                  <a:lnTo>
                    <a:pt x="19" y="71"/>
                  </a:lnTo>
                  <a:lnTo>
                    <a:pt x="19" y="68"/>
                  </a:lnTo>
                  <a:lnTo>
                    <a:pt x="19" y="68"/>
                  </a:lnTo>
                  <a:lnTo>
                    <a:pt x="19" y="68"/>
                  </a:lnTo>
                  <a:lnTo>
                    <a:pt x="19" y="68"/>
                  </a:lnTo>
                  <a:lnTo>
                    <a:pt x="19" y="66"/>
                  </a:lnTo>
                  <a:lnTo>
                    <a:pt x="16" y="66"/>
                  </a:lnTo>
                  <a:lnTo>
                    <a:pt x="16" y="66"/>
                  </a:lnTo>
                  <a:lnTo>
                    <a:pt x="16" y="68"/>
                  </a:lnTo>
                  <a:lnTo>
                    <a:pt x="16" y="68"/>
                  </a:lnTo>
                  <a:lnTo>
                    <a:pt x="14" y="68"/>
                  </a:lnTo>
                  <a:lnTo>
                    <a:pt x="14" y="68"/>
                  </a:lnTo>
                  <a:lnTo>
                    <a:pt x="14" y="68"/>
                  </a:lnTo>
                  <a:lnTo>
                    <a:pt x="14" y="68"/>
                  </a:lnTo>
                  <a:lnTo>
                    <a:pt x="14" y="71"/>
                  </a:lnTo>
                  <a:lnTo>
                    <a:pt x="14" y="71"/>
                  </a:lnTo>
                  <a:lnTo>
                    <a:pt x="14" y="71"/>
                  </a:lnTo>
                  <a:lnTo>
                    <a:pt x="14" y="71"/>
                  </a:lnTo>
                  <a:lnTo>
                    <a:pt x="14" y="73"/>
                  </a:lnTo>
                  <a:lnTo>
                    <a:pt x="14" y="73"/>
                  </a:lnTo>
                  <a:lnTo>
                    <a:pt x="16" y="73"/>
                  </a:lnTo>
                  <a:lnTo>
                    <a:pt x="16" y="73"/>
                  </a:lnTo>
                  <a:lnTo>
                    <a:pt x="16" y="73"/>
                  </a:lnTo>
                  <a:lnTo>
                    <a:pt x="19" y="73"/>
                  </a:lnTo>
                  <a:lnTo>
                    <a:pt x="19" y="73"/>
                  </a:lnTo>
                  <a:lnTo>
                    <a:pt x="19" y="73"/>
                  </a:lnTo>
                  <a:lnTo>
                    <a:pt x="19" y="75"/>
                  </a:lnTo>
                  <a:lnTo>
                    <a:pt x="19" y="75"/>
                  </a:lnTo>
                  <a:lnTo>
                    <a:pt x="19" y="78"/>
                  </a:lnTo>
                  <a:lnTo>
                    <a:pt x="19" y="78"/>
                  </a:lnTo>
                  <a:lnTo>
                    <a:pt x="19" y="78"/>
                  </a:lnTo>
                  <a:lnTo>
                    <a:pt x="16" y="78"/>
                  </a:lnTo>
                  <a:lnTo>
                    <a:pt x="16" y="78"/>
                  </a:lnTo>
                  <a:lnTo>
                    <a:pt x="16" y="78"/>
                  </a:lnTo>
                  <a:lnTo>
                    <a:pt x="14" y="78"/>
                  </a:lnTo>
                  <a:lnTo>
                    <a:pt x="14" y="78"/>
                  </a:lnTo>
                  <a:lnTo>
                    <a:pt x="14" y="78"/>
                  </a:lnTo>
                  <a:lnTo>
                    <a:pt x="14" y="78"/>
                  </a:lnTo>
                  <a:lnTo>
                    <a:pt x="14" y="75"/>
                  </a:lnTo>
                  <a:lnTo>
                    <a:pt x="11" y="75"/>
                  </a:lnTo>
                  <a:lnTo>
                    <a:pt x="11" y="75"/>
                  </a:lnTo>
                  <a:lnTo>
                    <a:pt x="11" y="78"/>
                  </a:lnTo>
                  <a:lnTo>
                    <a:pt x="9" y="78"/>
                  </a:lnTo>
                  <a:lnTo>
                    <a:pt x="9" y="78"/>
                  </a:lnTo>
                  <a:lnTo>
                    <a:pt x="9" y="78"/>
                  </a:lnTo>
                  <a:lnTo>
                    <a:pt x="9" y="75"/>
                  </a:lnTo>
                  <a:lnTo>
                    <a:pt x="9" y="75"/>
                  </a:lnTo>
                  <a:lnTo>
                    <a:pt x="9" y="73"/>
                  </a:lnTo>
                  <a:lnTo>
                    <a:pt x="9" y="73"/>
                  </a:lnTo>
                  <a:lnTo>
                    <a:pt x="7" y="73"/>
                  </a:lnTo>
                  <a:lnTo>
                    <a:pt x="7" y="73"/>
                  </a:lnTo>
                  <a:lnTo>
                    <a:pt x="7" y="73"/>
                  </a:lnTo>
                  <a:lnTo>
                    <a:pt x="7" y="75"/>
                  </a:lnTo>
                  <a:lnTo>
                    <a:pt x="7" y="75"/>
                  </a:lnTo>
                  <a:lnTo>
                    <a:pt x="7" y="78"/>
                  </a:lnTo>
                  <a:lnTo>
                    <a:pt x="7" y="78"/>
                  </a:lnTo>
                  <a:lnTo>
                    <a:pt x="4" y="78"/>
                  </a:lnTo>
                  <a:lnTo>
                    <a:pt x="4" y="75"/>
                  </a:lnTo>
                  <a:lnTo>
                    <a:pt x="4" y="75"/>
                  </a:lnTo>
                  <a:lnTo>
                    <a:pt x="2" y="75"/>
                  </a:lnTo>
                  <a:lnTo>
                    <a:pt x="2" y="75"/>
                  </a:lnTo>
                  <a:lnTo>
                    <a:pt x="2" y="75"/>
                  </a:lnTo>
                  <a:lnTo>
                    <a:pt x="2" y="73"/>
                  </a:lnTo>
                  <a:lnTo>
                    <a:pt x="2" y="73"/>
                  </a:lnTo>
                  <a:lnTo>
                    <a:pt x="2" y="73"/>
                  </a:lnTo>
                  <a:lnTo>
                    <a:pt x="2" y="71"/>
                  </a:lnTo>
                  <a:lnTo>
                    <a:pt x="2" y="71"/>
                  </a:lnTo>
                  <a:lnTo>
                    <a:pt x="2" y="71"/>
                  </a:lnTo>
                  <a:lnTo>
                    <a:pt x="2" y="71"/>
                  </a:lnTo>
                  <a:lnTo>
                    <a:pt x="4" y="71"/>
                  </a:lnTo>
                  <a:lnTo>
                    <a:pt x="4" y="68"/>
                  </a:lnTo>
                  <a:lnTo>
                    <a:pt x="2" y="68"/>
                  </a:lnTo>
                  <a:lnTo>
                    <a:pt x="2" y="68"/>
                  </a:lnTo>
                  <a:lnTo>
                    <a:pt x="2" y="68"/>
                  </a:lnTo>
                  <a:lnTo>
                    <a:pt x="2" y="68"/>
                  </a:lnTo>
                  <a:lnTo>
                    <a:pt x="2" y="68"/>
                  </a:lnTo>
                  <a:lnTo>
                    <a:pt x="2" y="66"/>
                  </a:lnTo>
                  <a:lnTo>
                    <a:pt x="2" y="66"/>
                  </a:lnTo>
                  <a:lnTo>
                    <a:pt x="2" y="64"/>
                  </a:lnTo>
                  <a:lnTo>
                    <a:pt x="0" y="64"/>
                  </a:lnTo>
                  <a:lnTo>
                    <a:pt x="0" y="64"/>
                  </a:lnTo>
                  <a:lnTo>
                    <a:pt x="0" y="64"/>
                  </a:lnTo>
                  <a:lnTo>
                    <a:pt x="0" y="61"/>
                  </a:lnTo>
                  <a:lnTo>
                    <a:pt x="0" y="61"/>
                  </a:lnTo>
                  <a:lnTo>
                    <a:pt x="0" y="61"/>
                  </a:lnTo>
                  <a:lnTo>
                    <a:pt x="2" y="61"/>
                  </a:lnTo>
                  <a:lnTo>
                    <a:pt x="2" y="59"/>
                  </a:lnTo>
                  <a:lnTo>
                    <a:pt x="2" y="59"/>
                  </a:lnTo>
                  <a:lnTo>
                    <a:pt x="2" y="59"/>
                  </a:lnTo>
                  <a:lnTo>
                    <a:pt x="2" y="61"/>
                  </a:lnTo>
                  <a:lnTo>
                    <a:pt x="2" y="61"/>
                  </a:lnTo>
                  <a:lnTo>
                    <a:pt x="4" y="61"/>
                  </a:lnTo>
                  <a:lnTo>
                    <a:pt x="4" y="61"/>
                  </a:lnTo>
                  <a:lnTo>
                    <a:pt x="4" y="61"/>
                  </a:lnTo>
                  <a:lnTo>
                    <a:pt x="4" y="61"/>
                  </a:lnTo>
                  <a:lnTo>
                    <a:pt x="7" y="61"/>
                  </a:lnTo>
                  <a:lnTo>
                    <a:pt x="7" y="61"/>
                  </a:lnTo>
                  <a:lnTo>
                    <a:pt x="7" y="61"/>
                  </a:lnTo>
                  <a:lnTo>
                    <a:pt x="7" y="61"/>
                  </a:lnTo>
                  <a:lnTo>
                    <a:pt x="7" y="64"/>
                  </a:lnTo>
                  <a:lnTo>
                    <a:pt x="7" y="64"/>
                  </a:lnTo>
                  <a:lnTo>
                    <a:pt x="9" y="64"/>
                  </a:lnTo>
                  <a:lnTo>
                    <a:pt x="9" y="64"/>
                  </a:lnTo>
                  <a:lnTo>
                    <a:pt x="9" y="64"/>
                  </a:lnTo>
                  <a:lnTo>
                    <a:pt x="9" y="64"/>
                  </a:lnTo>
                  <a:lnTo>
                    <a:pt x="9" y="64"/>
                  </a:lnTo>
                  <a:lnTo>
                    <a:pt x="11" y="64"/>
                  </a:lnTo>
                  <a:lnTo>
                    <a:pt x="11" y="64"/>
                  </a:lnTo>
                  <a:lnTo>
                    <a:pt x="11" y="64"/>
                  </a:lnTo>
                  <a:lnTo>
                    <a:pt x="14" y="64"/>
                  </a:lnTo>
                  <a:lnTo>
                    <a:pt x="14" y="66"/>
                  </a:lnTo>
                  <a:lnTo>
                    <a:pt x="14" y="66"/>
                  </a:lnTo>
                  <a:lnTo>
                    <a:pt x="14" y="66"/>
                  </a:lnTo>
                  <a:lnTo>
                    <a:pt x="14" y="66"/>
                  </a:lnTo>
                  <a:lnTo>
                    <a:pt x="16" y="66"/>
                  </a:lnTo>
                  <a:lnTo>
                    <a:pt x="16" y="66"/>
                  </a:lnTo>
                  <a:lnTo>
                    <a:pt x="16" y="64"/>
                  </a:lnTo>
                  <a:lnTo>
                    <a:pt x="14" y="64"/>
                  </a:lnTo>
                  <a:lnTo>
                    <a:pt x="14" y="64"/>
                  </a:lnTo>
                  <a:lnTo>
                    <a:pt x="14" y="64"/>
                  </a:lnTo>
                  <a:lnTo>
                    <a:pt x="14" y="61"/>
                  </a:lnTo>
                  <a:lnTo>
                    <a:pt x="14" y="61"/>
                  </a:lnTo>
                  <a:lnTo>
                    <a:pt x="14" y="61"/>
                  </a:lnTo>
                  <a:lnTo>
                    <a:pt x="14" y="59"/>
                  </a:lnTo>
                  <a:lnTo>
                    <a:pt x="14" y="59"/>
                  </a:lnTo>
                  <a:lnTo>
                    <a:pt x="14" y="59"/>
                  </a:lnTo>
                  <a:lnTo>
                    <a:pt x="14" y="59"/>
                  </a:lnTo>
                  <a:lnTo>
                    <a:pt x="14" y="57"/>
                  </a:lnTo>
                  <a:lnTo>
                    <a:pt x="14" y="57"/>
                  </a:lnTo>
                  <a:lnTo>
                    <a:pt x="14" y="54"/>
                  </a:lnTo>
                  <a:lnTo>
                    <a:pt x="14" y="54"/>
                  </a:lnTo>
                  <a:lnTo>
                    <a:pt x="14" y="54"/>
                  </a:lnTo>
                  <a:lnTo>
                    <a:pt x="14" y="54"/>
                  </a:lnTo>
                  <a:lnTo>
                    <a:pt x="14" y="52"/>
                  </a:lnTo>
                  <a:lnTo>
                    <a:pt x="14" y="52"/>
                  </a:lnTo>
                  <a:lnTo>
                    <a:pt x="14" y="49"/>
                  </a:lnTo>
                  <a:lnTo>
                    <a:pt x="14" y="49"/>
                  </a:lnTo>
                  <a:lnTo>
                    <a:pt x="14" y="49"/>
                  </a:lnTo>
                  <a:lnTo>
                    <a:pt x="14" y="49"/>
                  </a:lnTo>
                  <a:lnTo>
                    <a:pt x="14" y="47"/>
                  </a:lnTo>
                  <a:lnTo>
                    <a:pt x="14" y="47"/>
                  </a:lnTo>
                  <a:lnTo>
                    <a:pt x="14" y="47"/>
                  </a:lnTo>
                  <a:lnTo>
                    <a:pt x="11" y="47"/>
                  </a:lnTo>
                  <a:lnTo>
                    <a:pt x="11" y="47"/>
                  </a:lnTo>
                  <a:lnTo>
                    <a:pt x="11" y="47"/>
                  </a:lnTo>
                  <a:lnTo>
                    <a:pt x="11" y="45"/>
                  </a:lnTo>
                  <a:lnTo>
                    <a:pt x="9" y="45"/>
                  </a:lnTo>
                  <a:lnTo>
                    <a:pt x="9" y="45"/>
                  </a:lnTo>
                  <a:lnTo>
                    <a:pt x="9" y="42"/>
                  </a:lnTo>
                  <a:lnTo>
                    <a:pt x="9" y="42"/>
                  </a:lnTo>
                  <a:lnTo>
                    <a:pt x="9" y="40"/>
                  </a:lnTo>
                  <a:lnTo>
                    <a:pt x="9" y="40"/>
                  </a:lnTo>
                  <a:lnTo>
                    <a:pt x="9" y="40"/>
                  </a:lnTo>
                  <a:lnTo>
                    <a:pt x="11" y="40"/>
                  </a:lnTo>
                  <a:lnTo>
                    <a:pt x="11" y="38"/>
                  </a:lnTo>
                  <a:lnTo>
                    <a:pt x="11" y="38"/>
                  </a:lnTo>
                  <a:lnTo>
                    <a:pt x="11" y="35"/>
                  </a:lnTo>
                  <a:lnTo>
                    <a:pt x="11" y="35"/>
                  </a:lnTo>
                  <a:lnTo>
                    <a:pt x="11" y="35"/>
                  </a:lnTo>
                  <a:lnTo>
                    <a:pt x="11" y="35"/>
                  </a:lnTo>
                  <a:lnTo>
                    <a:pt x="9" y="35"/>
                  </a:lnTo>
                  <a:lnTo>
                    <a:pt x="9" y="35"/>
                  </a:lnTo>
                  <a:lnTo>
                    <a:pt x="9" y="33"/>
                  </a:lnTo>
                  <a:lnTo>
                    <a:pt x="9" y="33"/>
                  </a:lnTo>
                  <a:lnTo>
                    <a:pt x="9" y="30"/>
                  </a:lnTo>
                  <a:lnTo>
                    <a:pt x="9" y="30"/>
                  </a:lnTo>
                  <a:lnTo>
                    <a:pt x="9" y="30"/>
                  </a:lnTo>
                  <a:lnTo>
                    <a:pt x="7" y="30"/>
                  </a:lnTo>
                  <a:lnTo>
                    <a:pt x="7" y="30"/>
                  </a:lnTo>
                  <a:lnTo>
                    <a:pt x="7" y="28"/>
                  </a:lnTo>
                  <a:lnTo>
                    <a:pt x="7" y="28"/>
                  </a:lnTo>
                  <a:lnTo>
                    <a:pt x="7" y="26"/>
                  </a:lnTo>
                  <a:lnTo>
                    <a:pt x="7" y="26"/>
                  </a:lnTo>
                  <a:lnTo>
                    <a:pt x="7" y="23"/>
                  </a:lnTo>
                  <a:lnTo>
                    <a:pt x="7" y="23"/>
                  </a:lnTo>
                  <a:lnTo>
                    <a:pt x="9" y="23"/>
                  </a:lnTo>
                  <a:lnTo>
                    <a:pt x="9" y="21"/>
                  </a:lnTo>
                  <a:lnTo>
                    <a:pt x="9" y="21"/>
                  </a:lnTo>
                  <a:lnTo>
                    <a:pt x="9" y="21"/>
                  </a:lnTo>
                  <a:lnTo>
                    <a:pt x="9" y="19"/>
                  </a:lnTo>
                  <a:lnTo>
                    <a:pt x="9" y="19"/>
                  </a:lnTo>
                  <a:lnTo>
                    <a:pt x="9" y="19"/>
                  </a:lnTo>
                  <a:lnTo>
                    <a:pt x="9" y="19"/>
                  </a:lnTo>
                  <a:lnTo>
                    <a:pt x="9" y="16"/>
                  </a:lnTo>
                  <a:lnTo>
                    <a:pt x="9" y="16"/>
                  </a:lnTo>
                  <a:lnTo>
                    <a:pt x="9" y="14"/>
                  </a:lnTo>
                  <a:lnTo>
                    <a:pt x="9" y="14"/>
                  </a:lnTo>
                  <a:lnTo>
                    <a:pt x="9" y="14"/>
                  </a:lnTo>
                  <a:lnTo>
                    <a:pt x="9" y="14"/>
                  </a:lnTo>
                  <a:lnTo>
                    <a:pt x="9" y="12"/>
                  </a:lnTo>
                  <a:lnTo>
                    <a:pt x="9" y="12"/>
                  </a:lnTo>
                  <a:lnTo>
                    <a:pt x="11" y="12"/>
                  </a:lnTo>
                  <a:lnTo>
                    <a:pt x="11" y="9"/>
                  </a:lnTo>
                  <a:lnTo>
                    <a:pt x="11" y="9"/>
                  </a:lnTo>
                  <a:lnTo>
                    <a:pt x="11" y="9"/>
                  </a:lnTo>
                  <a:lnTo>
                    <a:pt x="14" y="9"/>
                  </a:lnTo>
                  <a:lnTo>
                    <a:pt x="14" y="9"/>
                  </a:lnTo>
                  <a:lnTo>
                    <a:pt x="14" y="7"/>
                  </a:lnTo>
                  <a:lnTo>
                    <a:pt x="14" y="7"/>
                  </a:lnTo>
                  <a:lnTo>
                    <a:pt x="14" y="7"/>
                  </a:lnTo>
                  <a:lnTo>
                    <a:pt x="14" y="7"/>
                  </a:lnTo>
                  <a:lnTo>
                    <a:pt x="14" y="4"/>
                  </a:lnTo>
                  <a:lnTo>
                    <a:pt x="16" y="4"/>
                  </a:lnTo>
                  <a:lnTo>
                    <a:pt x="16" y="4"/>
                  </a:lnTo>
                  <a:lnTo>
                    <a:pt x="16" y="4"/>
                  </a:lnTo>
                  <a:lnTo>
                    <a:pt x="16" y="2"/>
                  </a:lnTo>
                  <a:lnTo>
                    <a:pt x="16" y="2"/>
                  </a:lnTo>
                  <a:lnTo>
                    <a:pt x="16" y="2"/>
                  </a:lnTo>
                  <a:lnTo>
                    <a:pt x="19" y="2"/>
                  </a:lnTo>
                  <a:lnTo>
                    <a:pt x="19" y="0"/>
                  </a:lnTo>
                  <a:lnTo>
                    <a:pt x="19" y="0"/>
                  </a:lnTo>
                  <a:lnTo>
                    <a:pt x="19" y="0"/>
                  </a:lnTo>
                  <a:lnTo>
                    <a:pt x="19" y="0"/>
                  </a:lnTo>
                  <a:lnTo>
                    <a:pt x="21" y="0"/>
                  </a:lnTo>
                  <a:lnTo>
                    <a:pt x="21" y="0"/>
                  </a:lnTo>
                  <a:lnTo>
                    <a:pt x="21" y="0"/>
                  </a:lnTo>
                  <a:lnTo>
                    <a:pt x="21" y="0"/>
                  </a:lnTo>
                  <a:lnTo>
                    <a:pt x="23" y="0"/>
                  </a:lnTo>
                  <a:lnTo>
                    <a:pt x="23" y="0"/>
                  </a:lnTo>
                  <a:lnTo>
                    <a:pt x="23" y="2"/>
                  </a:lnTo>
                  <a:lnTo>
                    <a:pt x="21" y="2"/>
                  </a:lnTo>
                  <a:lnTo>
                    <a:pt x="21" y="2"/>
                  </a:lnTo>
                  <a:lnTo>
                    <a:pt x="21" y="2"/>
                  </a:lnTo>
                  <a:lnTo>
                    <a:pt x="21" y="4"/>
                  </a:lnTo>
                  <a:lnTo>
                    <a:pt x="21" y="4"/>
                  </a:lnTo>
                  <a:lnTo>
                    <a:pt x="21" y="4"/>
                  </a:lnTo>
                  <a:lnTo>
                    <a:pt x="21" y="7"/>
                  </a:lnTo>
                  <a:lnTo>
                    <a:pt x="19" y="7"/>
                  </a:lnTo>
                  <a:lnTo>
                    <a:pt x="19" y="7"/>
                  </a:lnTo>
                  <a:lnTo>
                    <a:pt x="19" y="7"/>
                  </a:lnTo>
                  <a:lnTo>
                    <a:pt x="19" y="9"/>
                  </a:lnTo>
                  <a:lnTo>
                    <a:pt x="19" y="9"/>
                  </a:lnTo>
                  <a:lnTo>
                    <a:pt x="19" y="9"/>
                  </a:lnTo>
                  <a:lnTo>
                    <a:pt x="21" y="9"/>
                  </a:lnTo>
                  <a:lnTo>
                    <a:pt x="21" y="9"/>
                  </a:lnTo>
                  <a:lnTo>
                    <a:pt x="21" y="9"/>
                  </a:lnTo>
                  <a:lnTo>
                    <a:pt x="21" y="9"/>
                  </a:lnTo>
                  <a:lnTo>
                    <a:pt x="21" y="9"/>
                  </a:lnTo>
                  <a:lnTo>
                    <a:pt x="21" y="9"/>
                  </a:lnTo>
                  <a:lnTo>
                    <a:pt x="23" y="9"/>
                  </a:lnTo>
                  <a:lnTo>
                    <a:pt x="23" y="12"/>
                  </a:lnTo>
                  <a:lnTo>
                    <a:pt x="23" y="12"/>
                  </a:lnTo>
                  <a:lnTo>
                    <a:pt x="23" y="12"/>
                  </a:lnTo>
                  <a:lnTo>
                    <a:pt x="23" y="14"/>
                  </a:lnTo>
                  <a:lnTo>
                    <a:pt x="23" y="14"/>
                  </a:lnTo>
                  <a:lnTo>
                    <a:pt x="23" y="14"/>
                  </a:lnTo>
                  <a:lnTo>
                    <a:pt x="21" y="14"/>
                  </a:lnTo>
                  <a:lnTo>
                    <a:pt x="21" y="16"/>
                  </a:lnTo>
                  <a:lnTo>
                    <a:pt x="23" y="16"/>
                  </a:lnTo>
                  <a:lnTo>
                    <a:pt x="23" y="16"/>
                  </a:lnTo>
                  <a:lnTo>
                    <a:pt x="23" y="19"/>
                  </a:lnTo>
                  <a:lnTo>
                    <a:pt x="23" y="19"/>
                  </a:lnTo>
                  <a:lnTo>
                    <a:pt x="21" y="19"/>
                  </a:lnTo>
                  <a:lnTo>
                    <a:pt x="21" y="19"/>
                  </a:lnTo>
                  <a:lnTo>
                    <a:pt x="21" y="21"/>
                  </a:lnTo>
                  <a:lnTo>
                    <a:pt x="21" y="21"/>
                  </a:lnTo>
                  <a:lnTo>
                    <a:pt x="21" y="23"/>
                  </a:lnTo>
                  <a:lnTo>
                    <a:pt x="21" y="23"/>
                  </a:lnTo>
                  <a:lnTo>
                    <a:pt x="21" y="23"/>
                  </a:lnTo>
                  <a:lnTo>
                    <a:pt x="21" y="23"/>
                  </a:lnTo>
                  <a:lnTo>
                    <a:pt x="21" y="26"/>
                  </a:lnTo>
                  <a:lnTo>
                    <a:pt x="21" y="26"/>
                  </a:lnTo>
                  <a:lnTo>
                    <a:pt x="19" y="26"/>
                  </a:lnTo>
                  <a:lnTo>
                    <a:pt x="19" y="28"/>
                  </a:lnTo>
                  <a:lnTo>
                    <a:pt x="19" y="28"/>
                  </a:lnTo>
                  <a:lnTo>
                    <a:pt x="16" y="28"/>
                  </a:lnTo>
                  <a:lnTo>
                    <a:pt x="16" y="28"/>
                  </a:lnTo>
                  <a:lnTo>
                    <a:pt x="19" y="28"/>
                  </a:lnTo>
                  <a:lnTo>
                    <a:pt x="19" y="28"/>
                  </a:lnTo>
                  <a:lnTo>
                    <a:pt x="21" y="28"/>
                  </a:lnTo>
                  <a:lnTo>
                    <a:pt x="21" y="28"/>
                  </a:lnTo>
                  <a:lnTo>
                    <a:pt x="21" y="28"/>
                  </a:lnTo>
                  <a:lnTo>
                    <a:pt x="21" y="28"/>
                  </a:lnTo>
                  <a:lnTo>
                    <a:pt x="21" y="26"/>
                  </a:lnTo>
                  <a:lnTo>
                    <a:pt x="23" y="26"/>
                  </a:lnTo>
                  <a:lnTo>
                    <a:pt x="23" y="26"/>
                  </a:lnTo>
                  <a:lnTo>
                    <a:pt x="23" y="26"/>
                  </a:lnTo>
                  <a:lnTo>
                    <a:pt x="23" y="26"/>
                  </a:lnTo>
                  <a:lnTo>
                    <a:pt x="23" y="26"/>
                  </a:lnTo>
                  <a:lnTo>
                    <a:pt x="23" y="26"/>
                  </a:lnTo>
                  <a:lnTo>
                    <a:pt x="23" y="23"/>
                  </a:lnTo>
                  <a:lnTo>
                    <a:pt x="23" y="23"/>
                  </a:lnTo>
                  <a:lnTo>
                    <a:pt x="23" y="23"/>
                  </a:lnTo>
                  <a:lnTo>
                    <a:pt x="23" y="21"/>
                  </a:lnTo>
                  <a:lnTo>
                    <a:pt x="23" y="21"/>
                  </a:lnTo>
                  <a:lnTo>
                    <a:pt x="23" y="21"/>
                  </a:lnTo>
                  <a:lnTo>
                    <a:pt x="23" y="19"/>
                  </a:lnTo>
                  <a:lnTo>
                    <a:pt x="26" y="19"/>
                  </a:lnTo>
                  <a:lnTo>
                    <a:pt x="26" y="19"/>
                  </a:lnTo>
                  <a:lnTo>
                    <a:pt x="26" y="19"/>
                  </a:lnTo>
                  <a:lnTo>
                    <a:pt x="28" y="19"/>
                  </a:lnTo>
                  <a:lnTo>
                    <a:pt x="28" y="19"/>
                  </a:lnTo>
                  <a:lnTo>
                    <a:pt x="28" y="19"/>
                  </a:lnTo>
                  <a:lnTo>
                    <a:pt x="28" y="19"/>
                  </a:lnTo>
                  <a:lnTo>
                    <a:pt x="28" y="16"/>
                  </a:lnTo>
                  <a:lnTo>
                    <a:pt x="30" y="16"/>
                  </a:lnTo>
                  <a:lnTo>
                    <a:pt x="30" y="16"/>
                  </a:lnTo>
                  <a:lnTo>
                    <a:pt x="30" y="16"/>
                  </a:lnTo>
                  <a:lnTo>
                    <a:pt x="33" y="16"/>
                  </a:lnTo>
                  <a:lnTo>
                    <a:pt x="33" y="16"/>
                  </a:lnTo>
                  <a:lnTo>
                    <a:pt x="33" y="16"/>
                  </a:lnTo>
                  <a:lnTo>
                    <a:pt x="35" y="16"/>
                  </a:lnTo>
                  <a:lnTo>
                    <a:pt x="35" y="14"/>
                  </a:lnTo>
                  <a:lnTo>
                    <a:pt x="35" y="14"/>
                  </a:lnTo>
                  <a:lnTo>
                    <a:pt x="35" y="14"/>
                  </a:lnTo>
                  <a:lnTo>
                    <a:pt x="35" y="16"/>
                  </a:lnTo>
                  <a:lnTo>
                    <a:pt x="38" y="16"/>
                  </a:lnTo>
                  <a:lnTo>
                    <a:pt x="38" y="16"/>
                  </a:lnTo>
                  <a:lnTo>
                    <a:pt x="38" y="19"/>
                  </a:lnTo>
                  <a:lnTo>
                    <a:pt x="35" y="19"/>
                  </a:lnTo>
                  <a:lnTo>
                    <a:pt x="35" y="19"/>
                  </a:lnTo>
                  <a:lnTo>
                    <a:pt x="38" y="19"/>
                  </a:lnTo>
                  <a:lnTo>
                    <a:pt x="38" y="19"/>
                  </a:lnTo>
                  <a:lnTo>
                    <a:pt x="38" y="19"/>
                  </a:lnTo>
                  <a:lnTo>
                    <a:pt x="38" y="21"/>
                  </a:lnTo>
                  <a:lnTo>
                    <a:pt x="38" y="21"/>
                  </a:lnTo>
                  <a:lnTo>
                    <a:pt x="38" y="21"/>
                  </a:lnTo>
                  <a:lnTo>
                    <a:pt x="38" y="23"/>
                  </a:lnTo>
                  <a:lnTo>
                    <a:pt x="38" y="23"/>
                  </a:lnTo>
                  <a:lnTo>
                    <a:pt x="38" y="26"/>
                  </a:lnTo>
                  <a:lnTo>
                    <a:pt x="35" y="26"/>
                  </a:lnTo>
                  <a:lnTo>
                    <a:pt x="35" y="26"/>
                  </a:lnTo>
                  <a:lnTo>
                    <a:pt x="35" y="28"/>
                  </a:lnTo>
                  <a:lnTo>
                    <a:pt x="35" y="28"/>
                  </a:lnTo>
                  <a:lnTo>
                    <a:pt x="35" y="30"/>
                  </a:lnTo>
                  <a:lnTo>
                    <a:pt x="35" y="30"/>
                  </a:lnTo>
                  <a:lnTo>
                    <a:pt x="35" y="30"/>
                  </a:lnTo>
                  <a:lnTo>
                    <a:pt x="35" y="30"/>
                  </a:lnTo>
                  <a:lnTo>
                    <a:pt x="33" y="30"/>
                  </a:lnTo>
                  <a:lnTo>
                    <a:pt x="33" y="30"/>
                  </a:lnTo>
                  <a:lnTo>
                    <a:pt x="33" y="30"/>
                  </a:lnTo>
                  <a:lnTo>
                    <a:pt x="33" y="30"/>
                  </a:lnTo>
                  <a:lnTo>
                    <a:pt x="33" y="33"/>
                  </a:lnTo>
                  <a:lnTo>
                    <a:pt x="30" y="33"/>
                  </a:lnTo>
                  <a:lnTo>
                    <a:pt x="30" y="33"/>
                  </a:lnTo>
                  <a:lnTo>
                    <a:pt x="30" y="33"/>
                  </a:lnTo>
                  <a:lnTo>
                    <a:pt x="28" y="33"/>
                  </a:lnTo>
                  <a:lnTo>
                    <a:pt x="28" y="35"/>
                  </a:lnTo>
                  <a:lnTo>
                    <a:pt x="28" y="35"/>
                  </a:lnTo>
                  <a:lnTo>
                    <a:pt x="28" y="38"/>
                  </a:lnTo>
                  <a:lnTo>
                    <a:pt x="28" y="38"/>
                  </a:lnTo>
                  <a:lnTo>
                    <a:pt x="28" y="38"/>
                  </a:lnTo>
                  <a:lnTo>
                    <a:pt x="28" y="38"/>
                  </a:lnTo>
                  <a:lnTo>
                    <a:pt x="28" y="38"/>
                  </a:lnTo>
                  <a:lnTo>
                    <a:pt x="28" y="40"/>
                  </a:lnTo>
                  <a:lnTo>
                    <a:pt x="28" y="40"/>
                  </a:lnTo>
                  <a:lnTo>
                    <a:pt x="30" y="40"/>
                  </a:lnTo>
                  <a:lnTo>
                    <a:pt x="30" y="40"/>
                  </a:lnTo>
                  <a:lnTo>
                    <a:pt x="30" y="40"/>
                  </a:lnTo>
                  <a:lnTo>
                    <a:pt x="33" y="40"/>
                  </a:lnTo>
                  <a:lnTo>
                    <a:pt x="33" y="40"/>
                  </a:lnTo>
                  <a:lnTo>
                    <a:pt x="33" y="40"/>
                  </a:lnTo>
                  <a:lnTo>
                    <a:pt x="33" y="40"/>
                  </a:lnTo>
                  <a:lnTo>
                    <a:pt x="35" y="40"/>
                  </a:lnTo>
                  <a:lnTo>
                    <a:pt x="35" y="40"/>
                  </a:lnTo>
                  <a:lnTo>
                    <a:pt x="35" y="40"/>
                  </a:lnTo>
                  <a:lnTo>
                    <a:pt x="35" y="40"/>
                  </a:lnTo>
                  <a:lnTo>
                    <a:pt x="35" y="40"/>
                  </a:lnTo>
                  <a:lnTo>
                    <a:pt x="35" y="42"/>
                  </a:lnTo>
                  <a:lnTo>
                    <a:pt x="35" y="42"/>
                  </a:lnTo>
                  <a:lnTo>
                    <a:pt x="35" y="45"/>
                  </a:lnTo>
                  <a:lnTo>
                    <a:pt x="35" y="45"/>
                  </a:lnTo>
                  <a:lnTo>
                    <a:pt x="35" y="47"/>
                  </a:lnTo>
                  <a:lnTo>
                    <a:pt x="35" y="47"/>
                  </a:lnTo>
                  <a:lnTo>
                    <a:pt x="38" y="47"/>
                  </a:lnTo>
                  <a:lnTo>
                    <a:pt x="38" y="47"/>
                  </a:lnTo>
                  <a:lnTo>
                    <a:pt x="40" y="47"/>
                  </a:lnTo>
                  <a:lnTo>
                    <a:pt x="40" y="47"/>
                  </a:lnTo>
                  <a:lnTo>
                    <a:pt x="40" y="49"/>
                  </a:lnTo>
                  <a:lnTo>
                    <a:pt x="40" y="49"/>
                  </a:lnTo>
                  <a:lnTo>
                    <a:pt x="40" y="49"/>
                  </a:lnTo>
                  <a:lnTo>
                    <a:pt x="40" y="49"/>
                  </a:lnTo>
                  <a:lnTo>
                    <a:pt x="40" y="49"/>
                  </a:lnTo>
                  <a:lnTo>
                    <a:pt x="40" y="49"/>
                  </a:lnTo>
                  <a:lnTo>
                    <a:pt x="40" y="49"/>
                  </a:lnTo>
                  <a:lnTo>
                    <a:pt x="38" y="49"/>
                  </a:lnTo>
                  <a:lnTo>
                    <a:pt x="38" y="49"/>
                  </a:lnTo>
                  <a:lnTo>
                    <a:pt x="35" y="49"/>
                  </a:lnTo>
                  <a:lnTo>
                    <a:pt x="35" y="49"/>
                  </a:lnTo>
                  <a:lnTo>
                    <a:pt x="35" y="49"/>
                  </a:lnTo>
                  <a:lnTo>
                    <a:pt x="35" y="49"/>
                  </a:lnTo>
                  <a:lnTo>
                    <a:pt x="33" y="49"/>
                  </a:lnTo>
                  <a:lnTo>
                    <a:pt x="33" y="49"/>
                  </a:lnTo>
                  <a:lnTo>
                    <a:pt x="33" y="49"/>
                  </a:lnTo>
                  <a:lnTo>
                    <a:pt x="33" y="47"/>
                  </a:lnTo>
                  <a:lnTo>
                    <a:pt x="30" y="47"/>
                  </a:lnTo>
                  <a:lnTo>
                    <a:pt x="30" y="47"/>
                  </a:lnTo>
                  <a:lnTo>
                    <a:pt x="30" y="47"/>
                  </a:lnTo>
                  <a:lnTo>
                    <a:pt x="28" y="47"/>
                  </a:lnTo>
                  <a:lnTo>
                    <a:pt x="28" y="47"/>
                  </a:lnTo>
                  <a:lnTo>
                    <a:pt x="28" y="47"/>
                  </a:lnTo>
                  <a:lnTo>
                    <a:pt x="26" y="47"/>
                  </a:lnTo>
                  <a:lnTo>
                    <a:pt x="26" y="47"/>
                  </a:lnTo>
                  <a:lnTo>
                    <a:pt x="26" y="45"/>
                  </a:lnTo>
                  <a:lnTo>
                    <a:pt x="23" y="45"/>
                  </a:lnTo>
                  <a:lnTo>
                    <a:pt x="23" y="45"/>
                  </a:lnTo>
                  <a:lnTo>
                    <a:pt x="23" y="45"/>
                  </a:lnTo>
                  <a:lnTo>
                    <a:pt x="23" y="45"/>
                  </a:lnTo>
                  <a:lnTo>
                    <a:pt x="21" y="45"/>
                  </a:lnTo>
                  <a:lnTo>
                    <a:pt x="21" y="45"/>
                  </a:lnTo>
                  <a:lnTo>
                    <a:pt x="21" y="45"/>
                  </a:lnTo>
                  <a:lnTo>
                    <a:pt x="21" y="45"/>
                  </a:lnTo>
                  <a:lnTo>
                    <a:pt x="19" y="45"/>
                  </a:lnTo>
                  <a:lnTo>
                    <a:pt x="19" y="47"/>
                  </a:lnTo>
                  <a:lnTo>
                    <a:pt x="19" y="47"/>
                  </a:lnTo>
                  <a:lnTo>
                    <a:pt x="19" y="49"/>
                  </a:lnTo>
                  <a:lnTo>
                    <a:pt x="21" y="49"/>
                  </a:lnTo>
                  <a:lnTo>
                    <a:pt x="21" y="49"/>
                  </a:lnTo>
                  <a:lnTo>
                    <a:pt x="21" y="49"/>
                  </a:lnTo>
                  <a:lnTo>
                    <a:pt x="21" y="52"/>
                  </a:lnTo>
                  <a:lnTo>
                    <a:pt x="21" y="52"/>
                  </a:lnTo>
                  <a:lnTo>
                    <a:pt x="21" y="54"/>
                  </a:lnTo>
                  <a:lnTo>
                    <a:pt x="19" y="54"/>
                  </a:lnTo>
                  <a:lnTo>
                    <a:pt x="19" y="54"/>
                  </a:lnTo>
                  <a:lnTo>
                    <a:pt x="19" y="57"/>
                  </a:lnTo>
                  <a:lnTo>
                    <a:pt x="19" y="57"/>
                  </a:lnTo>
                  <a:lnTo>
                    <a:pt x="21" y="57"/>
                  </a:lnTo>
                  <a:lnTo>
                    <a:pt x="21" y="59"/>
                  </a:lnTo>
                  <a:lnTo>
                    <a:pt x="21" y="59"/>
                  </a:lnTo>
                  <a:lnTo>
                    <a:pt x="21" y="59"/>
                  </a:lnTo>
                  <a:lnTo>
                    <a:pt x="21" y="59"/>
                  </a:lnTo>
                  <a:lnTo>
                    <a:pt x="21" y="61"/>
                  </a:lnTo>
                  <a:lnTo>
                    <a:pt x="21" y="61"/>
                  </a:lnTo>
                  <a:lnTo>
                    <a:pt x="21" y="64"/>
                  </a:lnTo>
                  <a:lnTo>
                    <a:pt x="21" y="64"/>
                  </a:lnTo>
                  <a:lnTo>
                    <a:pt x="21" y="64"/>
                  </a:lnTo>
                  <a:lnTo>
                    <a:pt x="21" y="66"/>
                  </a:lnTo>
                  <a:lnTo>
                    <a:pt x="23" y="66"/>
                  </a:lnTo>
                  <a:lnTo>
                    <a:pt x="23" y="66"/>
                  </a:lnTo>
                  <a:lnTo>
                    <a:pt x="23" y="68"/>
                  </a:lnTo>
                  <a:lnTo>
                    <a:pt x="23" y="68"/>
                  </a:lnTo>
                  <a:lnTo>
                    <a:pt x="23" y="68"/>
                  </a:lnTo>
                  <a:lnTo>
                    <a:pt x="23" y="68"/>
                  </a:lnTo>
                  <a:lnTo>
                    <a:pt x="23" y="68"/>
                  </a:lnTo>
                  <a:lnTo>
                    <a:pt x="23" y="71"/>
                  </a:lnTo>
                  <a:lnTo>
                    <a:pt x="26" y="71"/>
                  </a:lnTo>
                  <a:lnTo>
                    <a:pt x="26" y="71"/>
                  </a:lnTo>
                  <a:lnTo>
                    <a:pt x="26" y="73"/>
                  </a:lnTo>
                  <a:lnTo>
                    <a:pt x="26" y="73"/>
                  </a:lnTo>
                  <a:lnTo>
                    <a:pt x="26" y="73"/>
                  </a:lnTo>
                  <a:lnTo>
                    <a:pt x="28" y="73"/>
                  </a:lnTo>
                  <a:lnTo>
                    <a:pt x="28" y="75"/>
                  </a:lnTo>
                  <a:lnTo>
                    <a:pt x="28" y="75"/>
                  </a:lnTo>
                  <a:lnTo>
                    <a:pt x="28" y="75"/>
                  </a:lnTo>
                  <a:lnTo>
                    <a:pt x="28" y="75"/>
                  </a:lnTo>
                  <a:lnTo>
                    <a:pt x="28" y="78"/>
                  </a:lnTo>
                  <a:lnTo>
                    <a:pt x="30" y="78"/>
                  </a:lnTo>
                  <a:lnTo>
                    <a:pt x="30" y="78"/>
                  </a:lnTo>
                  <a:lnTo>
                    <a:pt x="30" y="78"/>
                  </a:lnTo>
                  <a:lnTo>
                    <a:pt x="33" y="78"/>
                  </a:lnTo>
                  <a:lnTo>
                    <a:pt x="33" y="78"/>
                  </a:lnTo>
                  <a:lnTo>
                    <a:pt x="30" y="78"/>
                  </a:lnTo>
                  <a:lnTo>
                    <a:pt x="30" y="78"/>
                  </a:lnTo>
                  <a:lnTo>
                    <a:pt x="28" y="78"/>
                  </a:lnTo>
                  <a:lnTo>
                    <a:pt x="28" y="80"/>
                  </a:lnTo>
                  <a:lnTo>
                    <a:pt x="30" y="80"/>
                  </a:lnTo>
                  <a:lnTo>
                    <a:pt x="30" y="80"/>
                  </a:lnTo>
                  <a:lnTo>
                    <a:pt x="30" y="80"/>
                  </a:lnTo>
                  <a:lnTo>
                    <a:pt x="30" y="83"/>
                  </a:lnTo>
                  <a:lnTo>
                    <a:pt x="30" y="83"/>
                  </a:lnTo>
                  <a:lnTo>
                    <a:pt x="30" y="83"/>
                  </a:lnTo>
                  <a:lnTo>
                    <a:pt x="30" y="83"/>
                  </a:lnTo>
                  <a:lnTo>
                    <a:pt x="33" y="83"/>
                  </a:lnTo>
                  <a:lnTo>
                    <a:pt x="33" y="85"/>
                  </a:lnTo>
                  <a:lnTo>
                    <a:pt x="33" y="85"/>
                  </a:lnTo>
                  <a:lnTo>
                    <a:pt x="30" y="85"/>
                  </a:lnTo>
                  <a:lnTo>
                    <a:pt x="30" y="85"/>
                  </a:lnTo>
                  <a:lnTo>
                    <a:pt x="28" y="85"/>
                  </a:lnTo>
                  <a:lnTo>
                    <a:pt x="28" y="85"/>
                  </a:lnTo>
                  <a:lnTo>
                    <a:pt x="28" y="85"/>
                  </a:lnTo>
                  <a:lnTo>
                    <a:pt x="28" y="85"/>
                  </a:lnTo>
                  <a:lnTo>
                    <a:pt x="28" y="8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215"/>
            <p:cNvSpPr>
              <a:spLocks/>
            </p:cNvSpPr>
            <p:nvPr/>
          </p:nvSpPr>
          <p:spPr bwMode="auto">
            <a:xfrm>
              <a:off x="5648325" y="4284663"/>
              <a:ext cx="63500" cy="134937"/>
            </a:xfrm>
            <a:custGeom>
              <a:avLst/>
              <a:gdLst/>
              <a:ahLst/>
              <a:cxnLst>
                <a:cxn ang="0">
                  <a:pos x="26" y="78"/>
                </a:cxn>
                <a:cxn ang="0">
                  <a:pos x="23" y="78"/>
                </a:cxn>
                <a:cxn ang="0">
                  <a:pos x="23" y="75"/>
                </a:cxn>
                <a:cxn ang="0">
                  <a:pos x="19" y="71"/>
                </a:cxn>
                <a:cxn ang="0">
                  <a:pos x="16" y="68"/>
                </a:cxn>
                <a:cxn ang="0">
                  <a:pos x="14" y="71"/>
                </a:cxn>
                <a:cxn ang="0">
                  <a:pos x="19" y="73"/>
                </a:cxn>
                <a:cxn ang="0">
                  <a:pos x="16" y="78"/>
                </a:cxn>
                <a:cxn ang="0">
                  <a:pos x="11" y="75"/>
                </a:cxn>
                <a:cxn ang="0">
                  <a:pos x="9" y="73"/>
                </a:cxn>
                <a:cxn ang="0">
                  <a:pos x="4" y="78"/>
                </a:cxn>
                <a:cxn ang="0">
                  <a:pos x="2" y="73"/>
                </a:cxn>
                <a:cxn ang="0">
                  <a:pos x="2" y="68"/>
                </a:cxn>
                <a:cxn ang="0">
                  <a:pos x="0" y="64"/>
                </a:cxn>
                <a:cxn ang="0">
                  <a:pos x="2" y="59"/>
                </a:cxn>
                <a:cxn ang="0">
                  <a:pos x="7" y="61"/>
                </a:cxn>
                <a:cxn ang="0">
                  <a:pos x="9" y="64"/>
                </a:cxn>
                <a:cxn ang="0">
                  <a:pos x="14" y="66"/>
                </a:cxn>
                <a:cxn ang="0">
                  <a:pos x="14" y="61"/>
                </a:cxn>
                <a:cxn ang="0">
                  <a:pos x="14" y="57"/>
                </a:cxn>
                <a:cxn ang="0">
                  <a:pos x="14" y="49"/>
                </a:cxn>
                <a:cxn ang="0">
                  <a:pos x="11" y="47"/>
                </a:cxn>
                <a:cxn ang="0">
                  <a:pos x="9" y="40"/>
                </a:cxn>
                <a:cxn ang="0">
                  <a:pos x="9" y="35"/>
                </a:cxn>
                <a:cxn ang="0">
                  <a:pos x="7" y="30"/>
                </a:cxn>
                <a:cxn ang="0">
                  <a:pos x="9" y="21"/>
                </a:cxn>
                <a:cxn ang="0">
                  <a:pos x="9" y="16"/>
                </a:cxn>
                <a:cxn ang="0">
                  <a:pos x="11" y="9"/>
                </a:cxn>
                <a:cxn ang="0">
                  <a:pos x="14" y="7"/>
                </a:cxn>
                <a:cxn ang="0">
                  <a:pos x="19" y="2"/>
                </a:cxn>
                <a:cxn ang="0">
                  <a:pos x="21" y="0"/>
                </a:cxn>
                <a:cxn ang="0">
                  <a:pos x="21" y="4"/>
                </a:cxn>
                <a:cxn ang="0">
                  <a:pos x="19" y="9"/>
                </a:cxn>
                <a:cxn ang="0">
                  <a:pos x="23" y="12"/>
                </a:cxn>
                <a:cxn ang="0">
                  <a:pos x="23" y="16"/>
                </a:cxn>
                <a:cxn ang="0">
                  <a:pos x="21" y="23"/>
                </a:cxn>
                <a:cxn ang="0">
                  <a:pos x="19" y="28"/>
                </a:cxn>
                <a:cxn ang="0">
                  <a:pos x="21" y="28"/>
                </a:cxn>
                <a:cxn ang="0">
                  <a:pos x="23" y="23"/>
                </a:cxn>
                <a:cxn ang="0">
                  <a:pos x="26" y="19"/>
                </a:cxn>
                <a:cxn ang="0">
                  <a:pos x="30" y="16"/>
                </a:cxn>
                <a:cxn ang="0">
                  <a:pos x="35" y="14"/>
                </a:cxn>
                <a:cxn ang="0">
                  <a:pos x="38" y="19"/>
                </a:cxn>
                <a:cxn ang="0">
                  <a:pos x="35" y="26"/>
                </a:cxn>
                <a:cxn ang="0">
                  <a:pos x="33" y="30"/>
                </a:cxn>
                <a:cxn ang="0">
                  <a:pos x="28" y="33"/>
                </a:cxn>
                <a:cxn ang="0">
                  <a:pos x="28" y="40"/>
                </a:cxn>
                <a:cxn ang="0">
                  <a:pos x="33" y="40"/>
                </a:cxn>
                <a:cxn ang="0">
                  <a:pos x="35" y="45"/>
                </a:cxn>
                <a:cxn ang="0">
                  <a:pos x="40" y="49"/>
                </a:cxn>
                <a:cxn ang="0">
                  <a:pos x="38" y="49"/>
                </a:cxn>
                <a:cxn ang="0">
                  <a:pos x="33" y="47"/>
                </a:cxn>
                <a:cxn ang="0">
                  <a:pos x="26" y="47"/>
                </a:cxn>
                <a:cxn ang="0">
                  <a:pos x="21" y="45"/>
                </a:cxn>
                <a:cxn ang="0">
                  <a:pos x="21" y="49"/>
                </a:cxn>
                <a:cxn ang="0">
                  <a:pos x="21" y="57"/>
                </a:cxn>
                <a:cxn ang="0">
                  <a:pos x="21" y="64"/>
                </a:cxn>
                <a:cxn ang="0">
                  <a:pos x="23" y="68"/>
                </a:cxn>
                <a:cxn ang="0">
                  <a:pos x="28" y="73"/>
                </a:cxn>
                <a:cxn ang="0">
                  <a:pos x="30" y="78"/>
                </a:cxn>
                <a:cxn ang="0">
                  <a:pos x="30" y="80"/>
                </a:cxn>
                <a:cxn ang="0">
                  <a:pos x="33" y="85"/>
                </a:cxn>
              </a:cxnLst>
              <a:rect l="0" t="0" r="r" b="b"/>
              <a:pathLst>
                <a:path w="40" h="85">
                  <a:moveTo>
                    <a:pt x="28" y="83"/>
                  </a:moveTo>
                  <a:lnTo>
                    <a:pt x="28" y="83"/>
                  </a:lnTo>
                  <a:lnTo>
                    <a:pt x="28" y="83"/>
                  </a:lnTo>
                  <a:lnTo>
                    <a:pt x="28" y="80"/>
                  </a:lnTo>
                  <a:lnTo>
                    <a:pt x="28" y="80"/>
                  </a:lnTo>
                  <a:lnTo>
                    <a:pt x="28" y="80"/>
                  </a:lnTo>
                  <a:lnTo>
                    <a:pt x="28" y="78"/>
                  </a:lnTo>
                  <a:lnTo>
                    <a:pt x="26" y="78"/>
                  </a:lnTo>
                  <a:lnTo>
                    <a:pt x="26" y="78"/>
                  </a:lnTo>
                  <a:lnTo>
                    <a:pt x="26" y="78"/>
                  </a:lnTo>
                  <a:lnTo>
                    <a:pt x="26" y="78"/>
                  </a:lnTo>
                  <a:lnTo>
                    <a:pt x="26" y="75"/>
                  </a:lnTo>
                  <a:lnTo>
                    <a:pt x="23" y="75"/>
                  </a:lnTo>
                  <a:lnTo>
                    <a:pt x="23" y="78"/>
                  </a:lnTo>
                  <a:lnTo>
                    <a:pt x="23" y="78"/>
                  </a:lnTo>
                  <a:lnTo>
                    <a:pt x="23" y="78"/>
                  </a:lnTo>
                  <a:lnTo>
                    <a:pt x="23" y="78"/>
                  </a:lnTo>
                  <a:lnTo>
                    <a:pt x="21" y="78"/>
                  </a:lnTo>
                  <a:lnTo>
                    <a:pt x="21" y="78"/>
                  </a:lnTo>
                  <a:lnTo>
                    <a:pt x="23" y="78"/>
                  </a:lnTo>
                  <a:lnTo>
                    <a:pt x="23" y="75"/>
                  </a:lnTo>
                  <a:lnTo>
                    <a:pt x="23" y="75"/>
                  </a:lnTo>
                  <a:lnTo>
                    <a:pt x="23" y="75"/>
                  </a:lnTo>
                  <a:lnTo>
                    <a:pt x="23" y="75"/>
                  </a:lnTo>
                  <a:lnTo>
                    <a:pt x="21" y="75"/>
                  </a:lnTo>
                  <a:lnTo>
                    <a:pt x="21" y="73"/>
                  </a:lnTo>
                  <a:lnTo>
                    <a:pt x="21" y="73"/>
                  </a:lnTo>
                  <a:lnTo>
                    <a:pt x="21" y="73"/>
                  </a:lnTo>
                  <a:lnTo>
                    <a:pt x="21" y="73"/>
                  </a:lnTo>
                  <a:lnTo>
                    <a:pt x="21" y="71"/>
                  </a:lnTo>
                  <a:lnTo>
                    <a:pt x="21" y="71"/>
                  </a:lnTo>
                  <a:lnTo>
                    <a:pt x="19" y="71"/>
                  </a:lnTo>
                  <a:lnTo>
                    <a:pt x="19" y="68"/>
                  </a:lnTo>
                  <a:lnTo>
                    <a:pt x="19" y="68"/>
                  </a:lnTo>
                  <a:lnTo>
                    <a:pt x="19" y="68"/>
                  </a:lnTo>
                  <a:lnTo>
                    <a:pt x="19" y="68"/>
                  </a:lnTo>
                  <a:lnTo>
                    <a:pt x="19" y="66"/>
                  </a:lnTo>
                  <a:lnTo>
                    <a:pt x="16" y="66"/>
                  </a:lnTo>
                  <a:lnTo>
                    <a:pt x="16" y="66"/>
                  </a:lnTo>
                  <a:lnTo>
                    <a:pt x="16" y="68"/>
                  </a:lnTo>
                  <a:lnTo>
                    <a:pt x="16" y="68"/>
                  </a:lnTo>
                  <a:lnTo>
                    <a:pt x="14" y="68"/>
                  </a:lnTo>
                  <a:lnTo>
                    <a:pt x="14" y="68"/>
                  </a:lnTo>
                  <a:lnTo>
                    <a:pt x="14" y="68"/>
                  </a:lnTo>
                  <a:lnTo>
                    <a:pt x="14" y="68"/>
                  </a:lnTo>
                  <a:lnTo>
                    <a:pt x="14" y="71"/>
                  </a:lnTo>
                  <a:lnTo>
                    <a:pt x="14" y="71"/>
                  </a:lnTo>
                  <a:lnTo>
                    <a:pt x="14" y="71"/>
                  </a:lnTo>
                  <a:lnTo>
                    <a:pt x="14" y="71"/>
                  </a:lnTo>
                  <a:lnTo>
                    <a:pt x="14" y="73"/>
                  </a:lnTo>
                  <a:lnTo>
                    <a:pt x="14" y="73"/>
                  </a:lnTo>
                  <a:lnTo>
                    <a:pt x="16" y="73"/>
                  </a:lnTo>
                  <a:lnTo>
                    <a:pt x="16" y="73"/>
                  </a:lnTo>
                  <a:lnTo>
                    <a:pt x="16" y="73"/>
                  </a:lnTo>
                  <a:lnTo>
                    <a:pt x="19" y="73"/>
                  </a:lnTo>
                  <a:lnTo>
                    <a:pt x="19" y="73"/>
                  </a:lnTo>
                  <a:lnTo>
                    <a:pt x="19" y="73"/>
                  </a:lnTo>
                  <a:lnTo>
                    <a:pt x="19" y="75"/>
                  </a:lnTo>
                  <a:lnTo>
                    <a:pt x="19" y="75"/>
                  </a:lnTo>
                  <a:lnTo>
                    <a:pt x="19" y="78"/>
                  </a:lnTo>
                  <a:lnTo>
                    <a:pt x="19" y="78"/>
                  </a:lnTo>
                  <a:lnTo>
                    <a:pt x="19" y="78"/>
                  </a:lnTo>
                  <a:lnTo>
                    <a:pt x="16" y="78"/>
                  </a:lnTo>
                  <a:lnTo>
                    <a:pt x="16" y="78"/>
                  </a:lnTo>
                  <a:lnTo>
                    <a:pt x="16" y="78"/>
                  </a:lnTo>
                  <a:lnTo>
                    <a:pt x="14" y="78"/>
                  </a:lnTo>
                  <a:lnTo>
                    <a:pt x="14" y="78"/>
                  </a:lnTo>
                  <a:lnTo>
                    <a:pt x="14" y="78"/>
                  </a:lnTo>
                  <a:lnTo>
                    <a:pt x="14" y="78"/>
                  </a:lnTo>
                  <a:lnTo>
                    <a:pt x="14" y="75"/>
                  </a:lnTo>
                  <a:lnTo>
                    <a:pt x="11" y="75"/>
                  </a:lnTo>
                  <a:lnTo>
                    <a:pt x="11" y="75"/>
                  </a:lnTo>
                  <a:lnTo>
                    <a:pt x="11" y="78"/>
                  </a:lnTo>
                  <a:lnTo>
                    <a:pt x="9" y="78"/>
                  </a:lnTo>
                  <a:lnTo>
                    <a:pt x="9" y="78"/>
                  </a:lnTo>
                  <a:lnTo>
                    <a:pt x="9" y="78"/>
                  </a:lnTo>
                  <a:lnTo>
                    <a:pt x="9" y="75"/>
                  </a:lnTo>
                  <a:lnTo>
                    <a:pt x="9" y="75"/>
                  </a:lnTo>
                  <a:lnTo>
                    <a:pt x="9" y="73"/>
                  </a:lnTo>
                  <a:lnTo>
                    <a:pt x="9" y="73"/>
                  </a:lnTo>
                  <a:lnTo>
                    <a:pt x="7" y="73"/>
                  </a:lnTo>
                  <a:lnTo>
                    <a:pt x="7" y="73"/>
                  </a:lnTo>
                  <a:lnTo>
                    <a:pt x="7" y="73"/>
                  </a:lnTo>
                  <a:lnTo>
                    <a:pt x="7" y="75"/>
                  </a:lnTo>
                  <a:lnTo>
                    <a:pt x="7" y="75"/>
                  </a:lnTo>
                  <a:lnTo>
                    <a:pt x="7" y="78"/>
                  </a:lnTo>
                  <a:lnTo>
                    <a:pt x="7" y="78"/>
                  </a:lnTo>
                  <a:lnTo>
                    <a:pt x="4" y="78"/>
                  </a:lnTo>
                  <a:lnTo>
                    <a:pt x="4" y="75"/>
                  </a:lnTo>
                  <a:lnTo>
                    <a:pt x="4" y="75"/>
                  </a:lnTo>
                  <a:lnTo>
                    <a:pt x="2" y="75"/>
                  </a:lnTo>
                  <a:lnTo>
                    <a:pt x="2" y="75"/>
                  </a:lnTo>
                  <a:lnTo>
                    <a:pt x="2" y="75"/>
                  </a:lnTo>
                  <a:lnTo>
                    <a:pt x="2" y="73"/>
                  </a:lnTo>
                  <a:lnTo>
                    <a:pt x="2" y="73"/>
                  </a:lnTo>
                  <a:lnTo>
                    <a:pt x="2" y="73"/>
                  </a:lnTo>
                  <a:lnTo>
                    <a:pt x="2" y="71"/>
                  </a:lnTo>
                  <a:lnTo>
                    <a:pt x="2" y="71"/>
                  </a:lnTo>
                  <a:lnTo>
                    <a:pt x="2" y="71"/>
                  </a:lnTo>
                  <a:lnTo>
                    <a:pt x="2" y="71"/>
                  </a:lnTo>
                  <a:lnTo>
                    <a:pt x="4" y="71"/>
                  </a:lnTo>
                  <a:lnTo>
                    <a:pt x="4" y="68"/>
                  </a:lnTo>
                  <a:lnTo>
                    <a:pt x="2" y="68"/>
                  </a:lnTo>
                  <a:lnTo>
                    <a:pt x="2" y="68"/>
                  </a:lnTo>
                  <a:lnTo>
                    <a:pt x="2" y="68"/>
                  </a:lnTo>
                  <a:lnTo>
                    <a:pt x="2" y="68"/>
                  </a:lnTo>
                  <a:lnTo>
                    <a:pt x="2" y="68"/>
                  </a:lnTo>
                  <a:lnTo>
                    <a:pt x="2" y="66"/>
                  </a:lnTo>
                  <a:lnTo>
                    <a:pt x="2" y="66"/>
                  </a:lnTo>
                  <a:lnTo>
                    <a:pt x="2" y="64"/>
                  </a:lnTo>
                  <a:lnTo>
                    <a:pt x="0" y="64"/>
                  </a:lnTo>
                  <a:lnTo>
                    <a:pt x="0" y="64"/>
                  </a:lnTo>
                  <a:lnTo>
                    <a:pt x="0" y="64"/>
                  </a:lnTo>
                  <a:lnTo>
                    <a:pt x="0" y="61"/>
                  </a:lnTo>
                  <a:lnTo>
                    <a:pt x="0" y="61"/>
                  </a:lnTo>
                  <a:lnTo>
                    <a:pt x="0" y="61"/>
                  </a:lnTo>
                  <a:lnTo>
                    <a:pt x="2" y="61"/>
                  </a:lnTo>
                  <a:lnTo>
                    <a:pt x="2" y="59"/>
                  </a:lnTo>
                  <a:lnTo>
                    <a:pt x="2" y="59"/>
                  </a:lnTo>
                  <a:lnTo>
                    <a:pt x="2" y="59"/>
                  </a:lnTo>
                  <a:lnTo>
                    <a:pt x="2" y="61"/>
                  </a:lnTo>
                  <a:lnTo>
                    <a:pt x="2" y="61"/>
                  </a:lnTo>
                  <a:lnTo>
                    <a:pt x="4" y="61"/>
                  </a:lnTo>
                  <a:lnTo>
                    <a:pt x="4" y="61"/>
                  </a:lnTo>
                  <a:lnTo>
                    <a:pt x="4" y="61"/>
                  </a:lnTo>
                  <a:lnTo>
                    <a:pt x="4" y="61"/>
                  </a:lnTo>
                  <a:lnTo>
                    <a:pt x="7" y="61"/>
                  </a:lnTo>
                  <a:lnTo>
                    <a:pt x="7" y="61"/>
                  </a:lnTo>
                  <a:lnTo>
                    <a:pt x="7" y="61"/>
                  </a:lnTo>
                  <a:lnTo>
                    <a:pt x="7" y="61"/>
                  </a:lnTo>
                  <a:lnTo>
                    <a:pt x="7" y="64"/>
                  </a:lnTo>
                  <a:lnTo>
                    <a:pt x="7" y="64"/>
                  </a:lnTo>
                  <a:lnTo>
                    <a:pt x="9" y="64"/>
                  </a:lnTo>
                  <a:lnTo>
                    <a:pt x="9" y="64"/>
                  </a:lnTo>
                  <a:lnTo>
                    <a:pt x="9" y="64"/>
                  </a:lnTo>
                  <a:lnTo>
                    <a:pt x="9" y="64"/>
                  </a:lnTo>
                  <a:lnTo>
                    <a:pt x="9" y="64"/>
                  </a:lnTo>
                  <a:lnTo>
                    <a:pt x="11" y="64"/>
                  </a:lnTo>
                  <a:lnTo>
                    <a:pt x="11" y="64"/>
                  </a:lnTo>
                  <a:lnTo>
                    <a:pt x="11" y="64"/>
                  </a:lnTo>
                  <a:lnTo>
                    <a:pt x="14" y="64"/>
                  </a:lnTo>
                  <a:lnTo>
                    <a:pt x="14" y="66"/>
                  </a:lnTo>
                  <a:lnTo>
                    <a:pt x="14" y="66"/>
                  </a:lnTo>
                  <a:lnTo>
                    <a:pt x="14" y="66"/>
                  </a:lnTo>
                  <a:lnTo>
                    <a:pt x="14" y="66"/>
                  </a:lnTo>
                  <a:lnTo>
                    <a:pt x="16" y="66"/>
                  </a:lnTo>
                  <a:lnTo>
                    <a:pt x="16" y="66"/>
                  </a:lnTo>
                  <a:lnTo>
                    <a:pt x="16" y="64"/>
                  </a:lnTo>
                  <a:lnTo>
                    <a:pt x="14" y="64"/>
                  </a:lnTo>
                  <a:lnTo>
                    <a:pt x="14" y="64"/>
                  </a:lnTo>
                  <a:lnTo>
                    <a:pt x="14" y="64"/>
                  </a:lnTo>
                  <a:lnTo>
                    <a:pt x="14" y="61"/>
                  </a:lnTo>
                  <a:lnTo>
                    <a:pt x="14" y="61"/>
                  </a:lnTo>
                  <a:lnTo>
                    <a:pt x="14" y="61"/>
                  </a:lnTo>
                  <a:lnTo>
                    <a:pt x="14" y="59"/>
                  </a:lnTo>
                  <a:lnTo>
                    <a:pt x="14" y="59"/>
                  </a:lnTo>
                  <a:lnTo>
                    <a:pt x="14" y="59"/>
                  </a:lnTo>
                  <a:lnTo>
                    <a:pt x="14" y="59"/>
                  </a:lnTo>
                  <a:lnTo>
                    <a:pt x="14" y="57"/>
                  </a:lnTo>
                  <a:lnTo>
                    <a:pt x="14" y="57"/>
                  </a:lnTo>
                  <a:lnTo>
                    <a:pt x="14" y="54"/>
                  </a:lnTo>
                  <a:lnTo>
                    <a:pt x="14" y="54"/>
                  </a:lnTo>
                  <a:lnTo>
                    <a:pt x="14" y="54"/>
                  </a:lnTo>
                  <a:lnTo>
                    <a:pt x="14" y="54"/>
                  </a:lnTo>
                  <a:lnTo>
                    <a:pt x="14" y="52"/>
                  </a:lnTo>
                  <a:lnTo>
                    <a:pt x="14" y="52"/>
                  </a:lnTo>
                  <a:lnTo>
                    <a:pt x="14" y="49"/>
                  </a:lnTo>
                  <a:lnTo>
                    <a:pt x="14" y="49"/>
                  </a:lnTo>
                  <a:lnTo>
                    <a:pt x="14" y="49"/>
                  </a:lnTo>
                  <a:lnTo>
                    <a:pt x="14" y="49"/>
                  </a:lnTo>
                  <a:lnTo>
                    <a:pt x="14" y="47"/>
                  </a:lnTo>
                  <a:lnTo>
                    <a:pt x="14" y="47"/>
                  </a:lnTo>
                  <a:lnTo>
                    <a:pt x="14" y="47"/>
                  </a:lnTo>
                  <a:lnTo>
                    <a:pt x="11" y="47"/>
                  </a:lnTo>
                  <a:lnTo>
                    <a:pt x="11" y="47"/>
                  </a:lnTo>
                  <a:lnTo>
                    <a:pt x="11" y="47"/>
                  </a:lnTo>
                  <a:lnTo>
                    <a:pt x="11" y="45"/>
                  </a:lnTo>
                  <a:lnTo>
                    <a:pt x="9" y="45"/>
                  </a:lnTo>
                  <a:lnTo>
                    <a:pt x="9" y="45"/>
                  </a:lnTo>
                  <a:lnTo>
                    <a:pt x="9" y="42"/>
                  </a:lnTo>
                  <a:lnTo>
                    <a:pt x="9" y="42"/>
                  </a:lnTo>
                  <a:lnTo>
                    <a:pt x="9" y="40"/>
                  </a:lnTo>
                  <a:lnTo>
                    <a:pt x="9" y="40"/>
                  </a:lnTo>
                  <a:lnTo>
                    <a:pt x="9" y="40"/>
                  </a:lnTo>
                  <a:lnTo>
                    <a:pt x="11" y="40"/>
                  </a:lnTo>
                  <a:lnTo>
                    <a:pt x="11" y="38"/>
                  </a:lnTo>
                  <a:lnTo>
                    <a:pt x="11" y="38"/>
                  </a:lnTo>
                  <a:lnTo>
                    <a:pt x="11" y="35"/>
                  </a:lnTo>
                  <a:lnTo>
                    <a:pt x="11" y="35"/>
                  </a:lnTo>
                  <a:lnTo>
                    <a:pt x="11" y="35"/>
                  </a:lnTo>
                  <a:lnTo>
                    <a:pt x="11" y="35"/>
                  </a:lnTo>
                  <a:lnTo>
                    <a:pt x="9" y="35"/>
                  </a:lnTo>
                  <a:lnTo>
                    <a:pt x="9" y="35"/>
                  </a:lnTo>
                  <a:lnTo>
                    <a:pt x="9" y="33"/>
                  </a:lnTo>
                  <a:lnTo>
                    <a:pt x="9" y="33"/>
                  </a:lnTo>
                  <a:lnTo>
                    <a:pt x="9" y="30"/>
                  </a:lnTo>
                  <a:lnTo>
                    <a:pt x="9" y="30"/>
                  </a:lnTo>
                  <a:lnTo>
                    <a:pt x="9" y="30"/>
                  </a:lnTo>
                  <a:lnTo>
                    <a:pt x="7" y="30"/>
                  </a:lnTo>
                  <a:lnTo>
                    <a:pt x="7" y="30"/>
                  </a:lnTo>
                  <a:lnTo>
                    <a:pt x="7" y="28"/>
                  </a:lnTo>
                  <a:lnTo>
                    <a:pt x="7" y="28"/>
                  </a:lnTo>
                  <a:lnTo>
                    <a:pt x="7" y="26"/>
                  </a:lnTo>
                  <a:lnTo>
                    <a:pt x="7" y="26"/>
                  </a:lnTo>
                  <a:lnTo>
                    <a:pt x="7" y="23"/>
                  </a:lnTo>
                  <a:lnTo>
                    <a:pt x="7" y="23"/>
                  </a:lnTo>
                  <a:lnTo>
                    <a:pt x="9" y="23"/>
                  </a:lnTo>
                  <a:lnTo>
                    <a:pt x="9" y="21"/>
                  </a:lnTo>
                  <a:lnTo>
                    <a:pt x="9" y="21"/>
                  </a:lnTo>
                  <a:lnTo>
                    <a:pt x="9" y="21"/>
                  </a:lnTo>
                  <a:lnTo>
                    <a:pt x="9" y="19"/>
                  </a:lnTo>
                  <a:lnTo>
                    <a:pt x="9" y="19"/>
                  </a:lnTo>
                  <a:lnTo>
                    <a:pt x="9" y="19"/>
                  </a:lnTo>
                  <a:lnTo>
                    <a:pt x="9" y="19"/>
                  </a:lnTo>
                  <a:lnTo>
                    <a:pt x="9" y="16"/>
                  </a:lnTo>
                  <a:lnTo>
                    <a:pt x="9" y="16"/>
                  </a:lnTo>
                  <a:lnTo>
                    <a:pt x="9" y="14"/>
                  </a:lnTo>
                  <a:lnTo>
                    <a:pt x="9" y="14"/>
                  </a:lnTo>
                  <a:lnTo>
                    <a:pt x="9" y="14"/>
                  </a:lnTo>
                  <a:lnTo>
                    <a:pt x="9" y="14"/>
                  </a:lnTo>
                  <a:lnTo>
                    <a:pt x="9" y="12"/>
                  </a:lnTo>
                  <a:lnTo>
                    <a:pt x="9" y="12"/>
                  </a:lnTo>
                  <a:lnTo>
                    <a:pt x="11" y="12"/>
                  </a:lnTo>
                  <a:lnTo>
                    <a:pt x="11" y="9"/>
                  </a:lnTo>
                  <a:lnTo>
                    <a:pt x="11" y="9"/>
                  </a:lnTo>
                  <a:lnTo>
                    <a:pt x="11" y="9"/>
                  </a:lnTo>
                  <a:lnTo>
                    <a:pt x="14" y="9"/>
                  </a:lnTo>
                  <a:lnTo>
                    <a:pt x="14" y="9"/>
                  </a:lnTo>
                  <a:lnTo>
                    <a:pt x="14" y="7"/>
                  </a:lnTo>
                  <a:lnTo>
                    <a:pt x="14" y="7"/>
                  </a:lnTo>
                  <a:lnTo>
                    <a:pt x="14" y="7"/>
                  </a:lnTo>
                  <a:lnTo>
                    <a:pt x="14" y="7"/>
                  </a:lnTo>
                  <a:lnTo>
                    <a:pt x="14" y="4"/>
                  </a:lnTo>
                  <a:lnTo>
                    <a:pt x="16" y="4"/>
                  </a:lnTo>
                  <a:lnTo>
                    <a:pt x="16" y="4"/>
                  </a:lnTo>
                  <a:lnTo>
                    <a:pt x="16" y="4"/>
                  </a:lnTo>
                  <a:lnTo>
                    <a:pt x="16" y="2"/>
                  </a:lnTo>
                  <a:lnTo>
                    <a:pt x="16" y="2"/>
                  </a:lnTo>
                  <a:lnTo>
                    <a:pt x="16" y="2"/>
                  </a:lnTo>
                  <a:lnTo>
                    <a:pt x="19" y="2"/>
                  </a:lnTo>
                  <a:lnTo>
                    <a:pt x="19" y="0"/>
                  </a:lnTo>
                  <a:lnTo>
                    <a:pt x="19" y="0"/>
                  </a:lnTo>
                  <a:lnTo>
                    <a:pt x="19" y="0"/>
                  </a:lnTo>
                  <a:lnTo>
                    <a:pt x="19" y="0"/>
                  </a:lnTo>
                  <a:lnTo>
                    <a:pt x="21" y="0"/>
                  </a:lnTo>
                  <a:lnTo>
                    <a:pt x="21" y="0"/>
                  </a:lnTo>
                  <a:lnTo>
                    <a:pt x="21" y="0"/>
                  </a:lnTo>
                  <a:lnTo>
                    <a:pt x="21" y="0"/>
                  </a:lnTo>
                  <a:lnTo>
                    <a:pt x="23" y="0"/>
                  </a:lnTo>
                  <a:lnTo>
                    <a:pt x="23" y="0"/>
                  </a:lnTo>
                  <a:lnTo>
                    <a:pt x="23" y="2"/>
                  </a:lnTo>
                  <a:lnTo>
                    <a:pt x="21" y="2"/>
                  </a:lnTo>
                  <a:lnTo>
                    <a:pt x="21" y="2"/>
                  </a:lnTo>
                  <a:lnTo>
                    <a:pt x="21" y="2"/>
                  </a:lnTo>
                  <a:lnTo>
                    <a:pt x="21" y="4"/>
                  </a:lnTo>
                  <a:lnTo>
                    <a:pt x="21" y="4"/>
                  </a:lnTo>
                  <a:lnTo>
                    <a:pt x="21" y="4"/>
                  </a:lnTo>
                  <a:lnTo>
                    <a:pt x="21" y="7"/>
                  </a:lnTo>
                  <a:lnTo>
                    <a:pt x="19" y="7"/>
                  </a:lnTo>
                  <a:lnTo>
                    <a:pt x="19" y="7"/>
                  </a:lnTo>
                  <a:lnTo>
                    <a:pt x="19" y="7"/>
                  </a:lnTo>
                  <a:lnTo>
                    <a:pt x="19" y="9"/>
                  </a:lnTo>
                  <a:lnTo>
                    <a:pt x="19" y="9"/>
                  </a:lnTo>
                  <a:lnTo>
                    <a:pt x="19" y="9"/>
                  </a:lnTo>
                  <a:lnTo>
                    <a:pt x="21" y="9"/>
                  </a:lnTo>
                  <a:lnTo>
                    <a:pt x="21" y="9"/>
                  </a:lnTo>
                  <a:lnTo>
                    <a:pt x="21" y="9"/>
                  </a:lnTo>
                  <a:lnTo>
                    <a:pt x="21" y="9"/>
                  </a:lnTo>
                  <a:lnTo>
                    <a:pt x="21" y="9"/>
                  </a:lnTo>
                  <a:lnTo>
                    <a:pt x="21" y="9"/>
                  </a:lnTo>
                  <a:lnTo>
                    <a:pt x="23" y="9"/>
                  </a:lnTo>
                  <a:lnTo>
                    <a:pt x="23" y="12"/>
                  </a:lnTo>
                  <a:lnTo>
                    <a:pt x="23" y="12"/>
                  </a:lnTo>
                  <a:lnTo>
                    <a:pt x="23" y="12"/>
                  </a:lnTo>
                  <a:lnTo>
                    <a:pt x="23" y="14"/>
                  </a:lnTo>
                  <a:lnTo>
                    <a:pt x="23" y="14"/>
                  </a:lnTo>
                  <a:lnTo>
                    <a:pt x="23" y="14"/>
                  </a:lnTo>
                  <a:lnTo>
                    <a:pt x="21" y="14"/>
                  </a:lnTo>
                  <a:lnTo>
                    <a:pt x="21" y="16"/>
                  </a:lnTo>
                  <a:lnTo>
                    <a:pt x="23" y="16"/>
                  </a:lnTo>
                  <a:lnTo>
                    <a:pt x="23" y="16"/>
                  </a:lnTo>
                  <a:lnTo>
                    <a:pt x="23" y="19"/>
                  </a:lnTo>
                  <a:lnTo>
                    <a:pt x="23" y="19"/>
                  </a:lnTo>
                  <a:lnTo>
                    <a:pt x="21" y="19"/>
                  </a:lnTo>
                  <a:lnTo>
                    <a:pt x="21" y="19"/>
                  </a:lnTo>
                  <a:lnTo>
                    <a:pt x="21" y="21"/>
                  </a:lnTo>
                  <a:lnTo>
                    <a:pt x="21" y="21"/>
                  </a:lnTo>
                  <a:lnTo>
                    <a:pt x="21" y="23"/>
                  </a:lnTo>
                  <a:lnTo>
                    <a:pt x="21" y="23"/>
                  </a:lnTo>
                  <a:lnTo>
                    <a:pt x="21" y="23"/>
                  </a:lnTo>
                  <a:lnTo>
                    <a:pt x="21" y="23"/>
                  </a:lnTo>
                  <a:lnTo>
                    <a:pt x="21" y="26"/>
                  </a:lnTo>
                  <a:lnTo>
                    <a:pt x="21" y="26"/>
                  </a:lnTo>
                  <a:lnTo>
                    <a:pt x="19" y="26"/>
                  </a:lnTo>
                  <a:lnTo>
                    <a:pt x="19" y="28"/>
                  </a:lnTo>
                  <a:lnTo>
                    <a:pt x="19" y="28"/>
                  </a:lnTo>
                  <a:lnTo>
                    <a:pt x="16" y="28"/>
                  </a:lnTo>
                  <a:lnTo>
                    <a:pt x="16" y="28"/>
                  </a:lnTo>
                  <a:lnTo>
                    <a:pt x="19" y="28"/>
                  </a:lnTo>
                  <a:lnTo>
                    <a:pt x="19" y="28"/>
                  </a:lnTo>
                  <a:lnTo>
                    <a:pt x="21" y="28"/>
                  </a:lnTo>
                  <a:lnTo>
                    <a:pt x="21" y="28"/>
                  </a:lnTo>
                  <a:lnTo>
                    <a:pt x="21" y="28"/>
                  </a:lnTo>
                  <a:lnTo>
                    <a:pt x="21" y="28"/>
                  </a:lnTo>
                  <a:lnTo>
                    <a:pt x="21" y="26"/>
                  </a:lnTo>
                  <a:lnTo>
                    <a:pt x="23" y="26"/>
                  </a:lnTo>
                  <a:lnTo>
                    <a:pt x="23" y="26"/>
                  </a:lnTo>
                  <a:lnTo>
                    <a:pt x="23" y="26"/>
                  </a:lnTo>
                  <a:lnTo>
                    <a:pt x="23" y="26"/>
                  </a:lnTo>
                  <a:lnTo>
                    <a:pt x="23" y="26"/>
                  </a:lnTo>
                  <a:lnTo>
                    <a:pt x="23" y="26"/>
                  </a:lnTo>
                  <a:lnTo>
                    <a:pt x="23" y="23"/>
                  </a:lnTo>
                  <a:lnTo>
                    <a:pt x="23" y="23"/>
                  </a:lnTo>
                  <a:lnTo>
                    <a:pt x="23" y="23"/>
                  </a:lnTo>
                  <a:lnTo>
                    <a:pt x="23" y="21"/>
                  </a:lnTo>
                  <a:lnTo>
                    <a:pt x="23" y="21"/>
                  </a:lnTo>
                  <a:lnTo>
                    <a:pt x="23" y="21"/>
                  </a:lnTo>
                  <a:lnTo>
                    <a:pt x="23" y="19"/>
                  </a:lnTo>
                  <a:lnTo>
                    <a:pt x="26" y="19"/>
                  </a:lnTo>
                  <a:lnTo>
                    <a:pt x="26" y="19"/>
                  </a:lnTo>
                  <a:lnTo>
                    <a:pt x="26" y="19"/>
                  </a:lnTo>
                  <a:lnTo>
                    <a:pt x="28" y="19"/>
                  </a:lnTo>
                  <a:lnTo>
                    <a:pt x="28" y="19"/>
                  </a:lnTo>
                  <a:lnTo>
                    <a:pt x="28" y="19"/>
                  </a:lnTo>
                  <a:lnTo>
                    <a:pt x="28" y="19"/>
                  </a:lnTo>
                  <a:lnTo>
                    <a:pt x="28" y="16"/>
                  </a:lnTo>
                  <a:lnTo>
                    <a:pt x="30" y="16"/>
                  </a:lnTo>
                  <a:lnTo>
                    <a:pt x="30" y="16"/>
                  </a:lnTo>
                  <a:lnTo>
                    <a:pt x="30" y="16"/>
                  </a:lnTo>
                  <a:lnTo>
                    <a:pt x="33" y="16"/>
                  </a:lnTo>
                  <a:lnTo>
                    <a:pt x="33" y="16"/>
                  </a:lnTo>
                  <a:lnTo>
                    <a:pt x="33" y="16"/>
                  </a:lnTo>
                  <a:lnTo>
                    <a:pt x="35" y="16"/>
                  </a:lnTo>
                  <a:lnTo>
                    <a:pt x="35" y="14"/>
                  </a:lnTo>
                  <a:lnTo>
                    <a:pt x="35" y="14"/>
                  </a:lnTo>
                  <a:lnTo>
                    <a:pt x="35" y="14"/>
                  </a:lnTo>
                  <a:lnTo>
                    <a:pt x="35" y="16"/>
                  </a:lnTo>
                  <a:lnTo>
                    <a:pt x="38" y="16"/>
                  </a:lnTo>
                  <a:lnTo>
                    <a:pt x="38" y="16"/>
                  </a:lnTo>
                  <a:lnTo>
                    <a:pt x="38" y="19"/>
                  </a:lnTo>
                  <a:lnTo>
                    <a:pt x="35" y="19"/>
                  </a:lnTo>
                  <a:lnTo>
                    <a:pt x="35" y="19"/>
                  </a:lnTo>
                  <a:lnTo>
                    <a:pt x="38" y="19"/>
                  </a:lnTo>
                  <a:lnTo>
                    <a:pt x="38" y="19"/>
                  </a:lnTo>
                  <a:lnTo>
                    <a:pt x="38" y="19"/>
                  </a:lnTo>
                  <a:lnTo>
                    <a:pt x="38" y="21"/>
                  </a:lnTo>
                  <a:lnTo>
                    <a:pt x="38" y="21"/>
                  </a:lnTo>
                  <a:lnTo>
                    <a:pt x="38" y="21"/>
                  </a:lnTo>
                  <a:lnTo>
                    <a:pt x="38" y="23"/>
                  </a:lnTo>
                  <a:lnTo>
                    <a:pt x="38" y="23"/>
                  </a:lnTo>
                  <a:lnTo>
                    <a:pt x="38" y="26"/>
                  </a:lnTo>
                  <a:lnTo>
                    <a:pt x="35" y="26"/>
                  </a:lnTo>
                  <a:lnTo>
                    <a:pt x="35" y="26"/>
                  </a:lnTo>
                  <a:lnTo>
                    <a:pt x="35" y="28"/>
                  </a:lnTo>
                  <a:lnTo>
                    <a:pt x="35" y="28"/>
                  </a:lnTo>
                  <a:lnTo>
                    <a:pt x="35" y="30"/>
                  </a:lnTo>
                  <a:lnTo>
                    <a:pt x="35" y="30"/>
                  </a:lnTo>
                  <a:lnTo>
                    <a:pt x="35" y="30"/>
                  </a:lnTo>
                  <a:lnTo>
                    <a:pt x="35" y="30"/>
                  </a:lnTo>
                  <a:lnTo>
                    <a:pt x="33" y="30"/>
                  </a:lnTo>
                  <a:lnTo>
                    <a:pt x="33" y="30"/>
                  </a:lnTo>
                  <a:lnTo>
                    <a:pt x="33" y="30"/>
                  </a:lnTo>
                  <a:lnTo>
                    <a:pt x="33" y="30"/>
                  </a:lnTo>
                  <a:lnTo>
                    <a:pt x="33" y="33"/>
                  </a:lnTo>
                  <a:lnTo>
                    <a:pt x="30" y="33"/>
                  </a:lnTo>
                  <a:lnTo>
                    <a:pt x="30" y="33"/>
                  </a:lnTo>
                  <a:lnTo>
                    <a:pt x="30" y="33"/>
                  </a:lnTo>
                  <a:lnTo>
                    <a:pt x="28" y="33"/>
                  </a:lnTo>
                  <a:lnTo>
                    <a:pt x="28" y="35"/>
                  </a:lnTo>
                  <a:lnTo>
                    <a:pt x="28" y="35"/>
                  </a:lnTo>
                  <a:lnTo>
                    <a:pt x="28" y="38"/>
                  </a:lnTo>
                  <a:lnTo>
                    <a:pt x="28" y="38"/>
                  </a:lnTo>
                  <a:lnTo>
                    <a:pt x="28" y="38"/>
                  </a:lnTo>
                  <a:lnTo>
                    <a:pt x="28" y="38"/>
                  </a:lnTo>
                  <a:lnTo>
                    <a:pt x="28" y="38"/>
                  </a:lnTo>
                  <a:lnTo>
                    <a:pt x="28" y="40"/>
                  </a:lnTo>
                  <a:lnTo>
                    <a:pt x="28" y="40"/>
                  </a:lnTo>
                  <a:lnTo>
                    <a:pt x="30" y="40"/>
                  </a:lnTo>
                  <a:lnTo>
                    <a:pt x="30" y="40"/>
                  </a:lnTo>
                  <a:lnTo>
                    <a:pt x="30" y="40"/>
                  </a:lnTo>
                  <a:lnTo>
                    <a:pt x="33" y="40"/>
                  </a:lnTo>
                  <a:lnTo>
                    <a:pt x="33" y="40"/>
                  </a:lnTo>
                  <a:lnTo>
                    <a:pt x="33" y="40"/>
                  </a:lnTo>
                  <a:lnTo>
                    <a:pt x="33" y="40"/>
                  </a:lnTo>
                  <a:lnTo>
                    <a:pt x="35" y="40"/>
                  </a:lnTo>
                  <a:lnTo>
                    <a:pt x="35" y="40"/>
                  </a:lnTo>
                  <a:lnTo>
                    <a:pt x="35" y="40"/>
                  </a:lnTo>
                  <a:lnTo>
                    <a:pt x="35" y="40"/>
                  </a:lnTo>
                  <a:lnTo>
                    <a:pt x="35" y="40"/>
                  </a:lnTo>
                  <a:lnTo>
                    <a:pt x="35" y="42"/>
                  </a:lnTo>
                  <a:lnTo>
                    <a:pt x="35" y="42"/>
                  </a:lnTo>
                  <a:lnTo>
                    <a:pt x="35" y="45"/>
                  </a:lnTo>
                  <a:lnTo>
                    <a:pt x="35" y="45"/>
                  </a:lnTo>
                  <a:lnTo>
                    <a:pt x="35" y="47"/>
                  </a:lnTo>
                  <a:lnTo>
                    <a:pt x="35" y="47"/>
                  </a:lnTo>
                  <a:lnTo>
                    <a:pt x="38" y="47"/>
                  </a:lnTo>
                  <a:lnTo>
                    <a:pt x="38" y="47"/>
                  </a:lnTo>
                  <a:lnTo>
                    <a:pt x="40" y="47"/>
                  </a:lnTo>
                  <a:lnTo>
                    <a:pt x="40" y="47"/>
                  </a:lnTo>
                  <a:lnTo>
                    <a:pt x="40" y="49"/>
                  </a:lnTo>
                  <a:lnTo>
                    <a:pt x="40" y="49"/>
                  </a:lnTo>
                  <a:lnTo>
                    <a:pt x="40" y="49"/>
                  </a:lnTo>
                  <a:lnTo>
                    <a:pt x="40" y="49"/>
                  </a:lnTo>
                  <a:lnTo>
                    <a:pt x="40" y="49"/>
                  </a:lnTo>
                  <a:lnTo>
                    <a:pt x="40" y="49"/>
                  </a:lnTo>
                  <a:lnTo>
                    <a:pt x="40" y="49"/>
                  </a:lnTo>
                  <a:lnTo>
                    <a:pt x="38" y="49"/>
                  </a:lnTo>
                  <a:lnTo>
                    <a:pt x="38" y="49"/>
                  </a:lnTo>
                  <a:lnTo>
                    <a:pt x="35" y="49"/>
                  </a:lnTo>
                  <a:lnTo>
                    <a:pt x="35" y="49"/>
                  </a:lnTo>
                  <a:lnTo>
                    <a:pt x="35" y="49"/>
                  </a:lnTo>
                  <a:lnTo>
                    <a:pt x="35" y="49"/>
                  </a:lnTo>
                  <a:lnTo>
                    <a:pt x="33" y="49"/>
                  </a:lnTo>
                  <a:lnTo>
                    <a:pt x="33" y="49"/>
                  </a:lnTo>
                  <a:lnTo>
                    <a:pt x="33" y="49"/>
                  </a:lnTo>
                  <a:lnTo>
                    <a:pt x="33" y="47"/>
                  </a:lnTo>
                  <a:lnTo>
                    <a:pt x="30" y="47"/>
                  </a:lnTo>
                  <a:lnTo>
                    <a:pt x="30" y="47"/>
                  </a:lnTo>
                  <a:lnTo>
                    <a:pt x="30" y="47"/>
                  </a:lnTo>
                  <a:lnTo>
                    <a:pt x="28" y="47"/>
                  </a:lnTo>
                  <a:lnTo>
                    <a:pt x="28" y="47"/>
                  </a:lnTo>
                  <a:lnTo>
                    <a:pt x="28" y="47"/>
                  </a:lnTo>
                  <a:lnTo>
                    <a:pt x="26" y="47"/>
                  </a:lnTo>
                  <a:lnTo>
                    <a:pt x="26" y="47"/>
                  </a:lnTo>
                  <a:lnTo>
                    <a:pt x="26" y="45"/>
                  </a:lnTo>
                  <a:lnTo>
                    <a:pt x="23" y="45"/>
                  </a:lnTo>
                  <a:lnTo>
                    <a:pt x="23" y="45"/>
                  </a:lnTo>
                  <a:lnTo>
                    <a:pt x="23" y="45"/>
                  </a:lnTo>
                  <a:lnTo>
                    <a:pt x="23" y="45"/>
                  </a:lnTo>
                  <a:lnTo>
                    <a:pt x="21" y="45"/>
                  </a:lnTo>
                  <a:lnTo>
                    <a:pt x="21" y="45"/>
                  </a:lnTo>
                  <a:lnTo>
                    <a:pt x="21" y="45"/>
                  </a:lnTo>
                  <a:lnTo>
                    <a:pt x="21" y="45"/>
                  </a:lnTo>
                  <a:lnTo>
                    <a:pt x="19" y="45"/>
                  </a:lnTo>
                  <a:lnTo>
                    <a:pt x="19" y="47"/>
                  </a:lnTo>
                  <a:lnTo>
                    <a:pt x="19" y="47"/>
                  </a:lnTo>
                  <a:lnTo>
                    <a:pt x="19" y="49"/>
                  </a:lnTo>
                  <a:lnTo>
                    <a:pt x="21" y="49"/>
                  </a:lnTo>
                  <a:lnTo>
                    <a:pt x="21" y="49"/>
                  </a:lnTo>
                  <a:lnTo>
                    <a:pt x="21" y="49"/>
                  </a:lnTo>
                  <a:lnTo>
                    <a:pt x="21" y="52"/>
                  </a:lnTo>
                  <a:lnTo>
                    <a:pt x="21" y="52"/>
                  </a:lnTo>
                  <a:lnTo>
                    <a:pt x="21" y="54"/>
                  </a:lnTo>
                  <a:lnTo>
                    <a:pt x="19" y="54"/>
                  </a:lnTo>
                  <a:lnTo>
                    <a:pt x="19" y="54"/>
                  </a:lnTo>
                  <a:lnTo>
                    <a:pt x="19" y="57"/>
                  </a:lnTo>
                  <a:lnTo>
                    <a:pt x="19" y="57"/>
                  </a:lnTo>
                  <a:lnTo>
                    <a:pt x="21" y="57"/>
                  </a:lnTo>
                  <a:lnTo>
                    <a:pt x="21" y="59"/>
                  </a:lnTo>
                  <a:lnTo>
                    <a:pt x="21" y="59"/>
                  </a:lnTo>
                  <a:lnTo>
                    <a:pt x="21" y="59"/>
                  </a:lnTo>
                  <a:lnTo>
                    <a:pt x="21" y="59"/>
                  </a:lnTo>
                  <a:lnTo>
                    <a:pt x="21" y="61"/>
                  </a:lnTo>
                  <a:lnTo>
                    <a:pt x="21" y="61"/>
                  </a:lnTo>
                  <a:lnTo>
                    <a:pt x="21" y="64"/>
                  </a:lnTo>
                  <a:lnTo>
                    <a:pt x="21" y="64"/>
                  </a:lnTo>
                  <a:lnTo>
                    <a:pt x="21" y="64"/>
                  </a:lnTo>
                  <a:lnTo>
                    <a:pt x="21" y="66"/>
                  </a:lnTo>
                  <a:lnTo>
                    <a:pt x="23" y="66"/>
                  </a:lnTo>
                  <a:lnTo>
                    <a:pt x="23" y="66"/>
                  </a:lnTo>
                  <a:lnTo>
                    <a:pt x="23" y="68"/>
                  </a:lnTo>
                  <a:lnTo>
                    <a:pt x="23" y="68"/>
                  </a:lnTo>
                  <a:lnTo>
                    <a:pt x="23" y="68"/>
                  </a:lnTo>
                  <a:lnTo>
                    <a:pt x="23" y="68"/>
                  </a:lnTo>
                  <a:lnTo>
                    <a:pt x="23" y="68"/>
                  </a:lnTo>
                  <a:lnTo>
                    <a:pt x="23" y="71"/>
                  </a:lnTo>
                  <a:lnTo>
                    <a:pt x="26" y="71"/>
                  </a:lnTo>
                  <a:lnTo>
                    <a:pt x="26" y="71"/>
                  </a:lnTo>
                  <a:lnTo>
                    <a:pt x="26" y="73"/>
                  </a:lnTo>
                  <a:lnTo>
                    <a:pt x="26" y="73"/>
                  </a:lnTo>
                  <a:lnTo>
                    <a:pt x="26" y="73"/>
                  </a:lnTo>
                  <a:lnTo>
                    <a:pt x="28" y="73"/>
                  </a:lnTo>
                  <a:lnTo>
                    <a:pt x="28" y="75"/>
                  </a:lnTo>
                  <a:lnTo>
                    <a:pt x="28" y="75"/>
                  </a:lnTo>
                  <a:lnTo>
                    <a:pt x="28" y="75"/>
                  </a:lnTo>
                  <a:lnTo>
                    <a:pt x="28" y="75"/>
                  </a:lnTo>
                  <a:lnTo>
                    <a:pt x="28" y="78"/>
                  </a:lnTo>
                  <a:lnTo>
                    <a:pt x="30" y="78"/>
                  </a:lnTo>
                  <a:lnTo>
                    <a:pt x="30" y="78"/>
                  </a:lnTo>
                  <a:lnTo>
                    <a:pt x="30" y="78"/>
                  </a:lnTo>
                  <a:lnTo>
                    <a:pt x="33" y="78"/>
                  </a:lnTo>
                  <a:lnTo>
                    <a:pt x="33" y="78"/>
                  </a:lnTo>
                  <a:lnTo>
                    <a:pt x="30" y="78"/>
                  </a:lnTo>
                  <a:lnTo>
                    <a:pt x="30" y="78"/>
                  </a:lnTo>
                  <a:lnTo>
                    <a:pt x="28" y="78"/>
                  </a:lnTo>
                  <a:lnTo>
                    <a:pt x="28" y="80"/>
                  </a:lnTo>
                  <a:lnTo>
                    <a:pt x="30" y="80"/>
                  </a:lnTo>
                  <a:lnTo>
                    <a:pt x="30" y="80"/>
                  </a:lnTo>
                  <a:lnTo>
                    <a:pt x="30" y="80"/>
                  </a:lnTo>
                  <a:lnTo>
                    <a:pt x="30" y="83"/>
                  </a:lnTo>
                  <a:lnTo>
                    <a:pt x="30" y="83"/>
                  </a:lnTo>
                  <a:lnTo>
                    <a:pt x="30" y="83"/>
                  </a:lnTo>
                  <a:lnTo>
                    <a:pt x="30" y="83"/>
                  </a:lnTo>
                  <a:lnTo>
                    <a:pt x="33" y="83"/>
                  </a:lnTo>
                  <a:lnTo>
                    <a:pt x="33" y="85"/>
                  </a:lnTo>
                  <a:lnTo>
                    <a:pt x="33" y="85"/>
                  </a:lnTo>
                  <a:lnTo>
                    <a:pt x="30" y="85"/>
                  </a:lnTo>
                  <a:lnTo>
                    <a:pt x="30" y="85"/>
                  </a:lnTo>
                  <a:lnTo>
                    <a:pt x="28" y="85"/>
                  </a:lnTo>
                  <a:lnTo>
                    <a:pt x="28" y="85"/>
                  </a:lnTo>
                  <a:lnTo>
                    <a:pt x="28" y="85"/>
                  </a:lnTo>
                  <a:lnTo>
                    <a:pt x="28" y="85"/>
                  </a:lnTo>
                  <a:lnTo>
                    <a:pt x="28" y="8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216"/>
            <p:cNvSpPr>
              <a:spLocks/>
            </p:cNvSpPr>
            <p:nvPr/>
          </p:nvSpPr>
          <p:spPr bwMode="auto">
            <a:xfrm>
              <a:off x="4900613" y="4592638"/>
              <a:ext cx="363538" cy="139700"/>
            </a:xfrm>
            <a:custGeom>
              <a:avLst/>
              <a:gdLst/>
              <a:ahLst/>
              <a:cxnLst>
                <a:cxn ang="0">
                  <a:pos x="35" y="12"/>
                </a:cxn>
                <a:cxn ang="0">
                  <a:pos x="40" y="17"/>
                </a:cxn>
                <a:cxn ang="0">
                  <a:pos x="47" y="12"/>
                </a:cxn>
                <a:cxn ang="0">
                  <a:pos x="56" y="19"/>
                </a:cxn>
                <a:cxn ang="0">
                  <a:pos x="66" y="19"/>
                </a:cxn>
                <a:cxn ang="0">
                  <a:pos x="75" y="26"/>
                </a:cxn>
                <a:cxn ang="0">
                  <a:pos x="80" y="33"/>
                </a:cxn>
                <a:cxn ang="0">
                  <a:pos x="92" y="36"/>
                </a:cxn>
                <a:cxn ang="0">
                  <a:pos x="101" y="38"/>
                </a:cxn>
                <a:cxn ang="0">
                  <a:pos x="113" y="38"/>
                </a:cxn>
                <a:cxn ang="0">
                  <a:pos x="118" y="28"/>
                </a:cxn>
                <a:cxn ang="0">
                  <a:pos x="127" y="24"/>
                </a:cxn>
                <a:cxn ang="0">
                  <a:pos x="137" y="28"/>
                </a:cxn>
                <a:cxn ang="0">
                  <a:pos x="146" y="33"/>
                </a:cxn>
                <a:cxn ang="0">
                  <a:pos x="158" y="36"/>
                </a:cxn>
                <a:cxn ang="0">
                  <a:pos x="165" y="36"/>
                </a:cxn>
                <a:cxn ang="0">
                  <a:pos x="180" y="36"/>
                </a:cxn>
                <a:cxn ang="0">
                  <a:pos x="194" y="38"/>
                </a:cxn>
                <a:cxn ang="0">
                  <a:pos x="189" y="43"/>
                </a:cxn>
                <a:cxn ang="0">
                  <a:pos x="184" y="47"/>
                </a:cxn>
                <a:cxn ang="0">
                  <a:pos x="177" y="45"/>
                </a:cxn>
                <a:cxn ang="0">
                  <a:pos x="168" y="47"/>
                </a:cxn>
                <a:cxn ang="0">
                  <a:pos x="172" y="57"/>
                </a:cxn>
                <a:cxn ang="0">
                  <a:pos x="180" y="57"/>
                </a:cxn>
                <a:cxn ang="0">
                  <a:pos x="191" y="54"/>
                </a:cxn>
                <a:cxn ang="0">
                  <a:pos x="201" y="59"/>
                </a:cxn>
                <a:cxn ang="0">
                  <a:pos x="208" y="69"/>
                </a:cxn>
                <a:cxn ang="0">
                  <a:pos x="220" y="66"/>
                </a:cxn>
                <a:cxn ang="0">
                  <a:pos x="227" y="73"/>
                </a:cxn>
                <a:cxn ang="0">
                  <a:pos x="220" y="81"/>
                </a:cxn>
                <a:cxn ang="0">
                  <a:pos x="215" y="85"/>
                </a:cxn>
                <a:cxn ang="0">
                  <a:pos x="208" y="76"/>
                </a:cxn>
                <a:cxn ang="0">
                  <a:pos x="198" y="73"/>
                </a:cxn>
                <a:cxn ang="0">
                  <a:pos x="206" y="85"/>
                </a:cxn>
                <a:cxn ang="0">
                  <a:pos x="194" y="83"/>
                </a:cxn>
                <a:cxn ang="0">
                  <a:pos x="184" y="78"/>
                </a:cxn>
                <a:cxn ang="0">
                  <a:pos x="175" y="76"/>
                </a:cxn>
                <a:cxn ang="0">
                  <a:pos x="168" y="73"/>
                </a:cxn>
                <a:cxn ang="0">
                  <a:pos x="158" y="76"/>
                </a:cxn>
                <a:cxn ang="0">
                  <a:pos x="144" y="73"/>
                </a:cxn>
                <a:cxn ang="0">
                  <a:pos x="135" y="73"/>
                </a:cxn>
                <a:cxn ang="0">
                  <a:pos x="123" y="71"/>
                </a:cxn>
                <a:cxn ang="0">
                  <a:pos x="111" y="66"/>
                </a:cxn>
                <a:cxn ang="0">
                  <a:pos x="99" y="62"/>
                </a:cxn>
                <a:cxn ang="0">
                  <a:pos x="87" y="57"/>
                </a:cxn>
                <a:cxn ang="0">
                  <a:pos x="78" y="57"/>
                </a:cxn>
                <a:cxn ang="0">
                  <a:pos x="66" y="62"/>
                </a:cxn>
                <a:cxn ang="0">
                  <a:pos x="54" y="57"/>
                </a:cxn>
                <a:cxn ang="0">
                  <a:pos x="45" y="52"/>
                </a:cxn>
                <a:cxn ang="0">
                  <a:pos x="30" y="52"/>
                </a:cxn>
                <a:cxn ang="0">
                  <a:pos x="28" y="43"/>
                </a:cxn>
                <a:cxn ang="0">
                  <a:pos x="21" y="38"/>
                </a:cxn>
                <a:cxn ang="0">
                  <a:pos x="9" y="36"/>
                </a:cxn>
                <a:cxn ang="0">
                  <a:pos x="0" y="31"/>
                </a:cxn>
                <a:cxn ang="0">
                  <a:pos x="7" y="33"/>
                </a:cxn>
                <a:cxn ang="0">
                  <a:pos x="14" y="26"/>
                </a:cxn>
                <a:cxn ang="0">
                  <a:pos x="19" y="12"/>
                </a:cxn>
                <a:cxn ang="0">
                  <a:pos x="30" y="14"/>
                </a:cxn>
                <a:cxn ang="0">
                  <a:pos x="30" y="9"/>
                </a:cxn>
                <a:cxn ang="0">
                  <a:pos x="28" y="0"/>
                </a:cxn>
              </a:cxnLst>
              <a:rect l="0" t="0" r="r" b="b"/>
              <a:pathLst>
                <a:path w="229" h="88">
                  <a:moveTo>
                    <a:pt x="33" y="0"/>
                  </a:moveTo>
                  <a:lnTo>
                    <a:pt x="33" y="2"/>
                  </a:lnTo>
                  <a:lnTo>
                    <a:pt x="33" y="2"/>
                  </a:lnTo>
                  <a:lnTo>
                    <a:pt x="33" y="2"/>
                  </a:lnTo>
                  <a:lnTo>
                    <a:pt x="33" y="2"/>
                  </a:lnTo>
                  <a:lnTo>
                    <a:pt x="33" y="5"/>
                  </a:lnTo>
                  <a:lnTo>
                    <a:pt x="33" y="5"/>
                  </a:lnTo>
                  <a:lnTo>
                    <a:pt x="33" y="7"/>
                  </a:lnTo>
                  <a:lnTo>
                    <a:pt x="33" y="7"/>
                  </a:lnTo>
                  <a:lnTo>
                    <a:pt x="33" y="7"/>
                  </a:lnTo>
                  <a:lnTo>
                    <a:pt x="33" y="9"/>
                  </a:lnTo>
                  <a:lnTo>
                    <a:pt x="33" y="9"/>
                  </a:lnTo>
                  <a:lnTo>
                    <a:pt x="33" y="9"/>
                  </a:lnTo>
                  <a:lnTo>
                    <a:pt x="33" y="9"/>
                  </a:lnTo>
                  <a:lnTo>
                    <a:pt x="33" y="12"/>
                  </a:lnTo>
                  <a:lnTo>
                    <a:pt x="33" y="12"/>
                  </a:lnTo>
                  <a:lnTo>
                    <a:pt x="35" y="12"/>
                  </a:lnTo>
                  <a:lnTo>
                    <a:pt x="35" y="12"/>
                  </a:lnTo>
                  <a:lnTo>
                    <a:pt x="38" y="12"/>
                  </a:lnTo>
                  <a:lnTo>
                    <a:pt x="38" y="14"/>
                  </a:lnTo>
                  <a:lnTo>
                    <a:pt x="38" y="14"/>
                  </a:lnTo>
                  <a:lnTo>
                    <a:pt x="38" y="12"/>
                  </a:lnTo>
                  <a:lnTo>
                    <a:pt x="38" y="12"/>
                  </a:lnTo>
                  <a:lnTo>
                    <a:pt x="38" y="14"/>
                  </a:lnTo>
                  <a:lnTo>
                    <a:pt x="38" y="14"/>
                  </a:lnTo>
                  <a:lnTo>
                    <a:pt x="38" y="14"/>
                  </a:lnTo>
                  <a:lnTo>
                    <a:pt x="38" y="14"/>
                  </a:lnTo>
                  <a:lnTo>
                    <a:pt x="38" y="14"/>
                  </a:lnTo>
                  <a:lnTo>
                    <a:pt x="35" y="14"/>
                  </a:lnTo>
                  <a:lnTo>
                    <a:pt x="35" y="17"/>
                  </a:lnTo>
                  <a:lnTo>
                    <a:pt x="38" y="17"/>
                  </a:lnTo>
                  <a:lnTo>
                    <a:pt x="38" y="17"/>
                  </a:lnTo>
                  <a:lnTo>
                    <a:pt x="38" y="17"/>
                  </a:lnTo>
                  <a:lnTo>
                    <a:pt x="40" y="17"/>
                  </a:lnTo>
                  <a:lnTo>
                    <a:pt x="40" y="17"/>
                  </a:lnTo>
                  <a:lnTo>
                    <a:pt x="40" y="14"/>
                  </a:lnTo>
                  <a:lnTo>
                    <a:pt x="40" y="14"/>
                  </a:lnTo>
                  <a:lnTo>
                    <a:pt x="40" y="14"/>
                  </a:lnTo>
                  <a:lnTo>
                    <a:pt x="40" y="12"/>
                  </a:lnTo>
                  <a:lnTo>
                    <a:pt x="40" y="12"/>
                  </a:lnTo>
                  <a:lnTo>
                    <a:pt x="40" y="12"/>
                  </a:lnTo>
                  <a:lnTo>
                    <a:pt x="42" y="12"/>
                  </a:lnTo>
                  <a:lnTo>
                    <a:pt x="42" y="12"/>
                  </a:lnTo>
                  <a:lnTo>
                    <a:pt x="42" y="12"/>
                  </a:lnTo>
                  <a:lnTo>
                    <a:pt x="45" y="12"/>
                  </a:lnTo>
                  <a:lnTo>
                    <a:pt x="45" y="14"/>
                  </a:lnTo>
                  <a:lnTo>
                    <a:pt x="45" y="14"/>
                  </a:lnTo>
                  <a:lnTo>
                    <a:pt x="45" y="14"/>
                  </a:lnTo>
                  <a:lnTo>
                    <a:pt x="47" y="14"/>
                  </a:lnTo>
                  <a:lnTo>
                    <a:pt x="47" y="12"/>
                  </a:lnTo>
                  <a:lnTo>
                    <a:pt x="47" y="12"/>
                  </a:lnTo>
                  <a:lnTo>
                    <a:pt x="47" y="12"/>
                  </a:lnTo>
                  <a:lnTo>
                    <a:pt x="47" y="14"/>
                  </a:lnTo>
                  <a:lnTo>
                    <a:pt x="49" y="14"/>
                  </a:lnTo>
                  <a:lnTo>
                    <a:pt x="49" y="14"/>
                  </a:lnTo>
                  <a:lnTo>
                    <a:pt x="49" y="14"/>
                  </a:lnTo>
                  <a:lnTo>
                    <a:pt x="49" y="14"/>
                  </a:lnTo>
                  <a:lnTo>
                    <a:pt x="52" y="14"/>
                  </a:lnTo>
                  <a:lnTo>
                    <a:pt x="52" y="17"/>
                  </a:lnTo>
                  <a:lnTo>
                    <a:pt x="52" y="17"/>
                  </a:lnTo>
                  <a:lnTo>
                    <a:pt x="52" y="17"/>
                  </a:lnTo>
                  <a:lnTo>
                    <a:pt x="52" y="17"/>
                  </a:lnTo>
                  <a:lnTo>
                    <a:pt x="52" y="19"/>
                  </a:lnTo>
                  <a:lnTo>
                    <a:pt x="54" y="19"/>
                  </a:lnTo>
                  <a:lnTo>
                    <a:pt x="54" y="19"/>
                  </a:lnTo>
                  <a:lnTo>
                    <a:pt x="54" y="19"/>
                  </a:lnTo>
                  <a:lnTo>
                    <a:pt x="54" y="19"/>
                  </a:lnTo>
                  <a:lnTo>
                    <a:pt x="56" y="19"/>
                  </a:lnTo>
                  <a:lnTo>
                    <a:pt x="56" y="19"/>
                  </a:lnTo>
                  <a:lnTo>
                    <a:pt x="56" y="19"/>
                  </a:lnTo>
                  <a:lnTo>
                    <a:pt x="59" y="19"/>
                  </a:lnTo>
                  <a:lnTo>
                    <a:pt x="59" y="19"/>
                  </a:lnTo>
                  <a:lnTo>
                    <a:pt x="59" y="19"/>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19"/>
                  </a:lnTo>
                  <a:lnTo>
                    <a:pt x="66" y="19"/>
                  </a:lnTo>
                  <a:lnTo>
                    <a:pt x="68" y="19"/>
                  </a:lnTo>
                  <a:lnTo>
                    <a:pt x="68" y="19"/>
                  </a:lnTo>
                  <a:lnTo>
                    <a:pt x="68" y="19"/>
                  </a:lnTo>
                  <a:lnTo>
                    <a:pt x="71" y="19"/>
                  </a:lnTo>
                  <a:lnTo>
                    <a:pt x="71" y="21"/>
                  </a:lnTo>
                  <a:lnTo>
                    <a:pt x="71" y="21"/>
                  </a:lnTo>
                  <a:lnTo>
                    <a:pt x="71" y="21"/>
                  </a:lnTo>
                  <a:lnTo>
                    <a:pt x="71" y="24"/>
                  </a:lnTo>
                  <a:lnTo>
                    <a:pt x="71" y="24"/>
                  </a:lnTo>
                  <a:lnTo>
                    <a:pt x="73" y="24"/>
                  </a:lnTo>
                  <a:lnTo>
                    <a:pt x="73" y="24"/>
                  </a:lnTo>
                  <a:lnTo>
                    <a:pt x="73" y="24"/>
                  </a:lnTo>
                  <a:lnTo>
                    <a:pt x="73" y="26"/>
                  </a:lnTo>
                  <a:lnTo>
                    <a:pt x="73" y="26"/>
                  </a:lnTo>
                  <a:lnTo>
                    <a:pt x="73" y="26"/>
                  </a:lnTo>
                  <a:lnTo>
                    <a:pt x="75" y="26"/>
                  </a:lnTo>
                  <a:lnTo>
                    <a:pt x="75" y="28"/>
                  </a:lnTo>
                  <a:lnTo>
                    <a:pt x="75" y="28"/>
                  </a:lnTo>
                  <a:lnTo>
                    <a:pt x="75" y="31"/>
                  </a:lnTo>
                  <a:lnTo>
                    <a:pt x="75" y="31"/>
                  </a:lnTo>
                  <a:lnTo>
                    <a:pt x="75" y="33"/>
                  </a:lnTo>
                  <a:lnTo>
                    <a:pt x="75" y="33"/>
                  </a:lnTo>
                  <a:lnTo>
                    <a:pt x="75" y="33"/>
                  </a:lnTo>
                  <a:lnTo>
                    <a:pt x="78" y="33"/>
                  </a:lnTo>
                  <a:lnTo>
                    <a:pt x="78" y="33"/>
                  </a:lnTo>
                  <a:lnTo>
                    <a:pt x="78" y="33"/>
                  </a:lnTo>
                  <a:lnTo>
                    <a:pt x="78" y="33"/>
                  </a:lnTo>
                  <a:lnTo>
                    <a:pt x="80" y="33"/>
                  </a:lnTo>
                  <a:lnTo>
                    <a:pt x="80" y="33"/>
                  </a:lnTo>
                  <a:lnTo>
                    <a:pt x="80" y="33"/>
                  </a:lnTo>
                  <a:lnTo>
                    <a:pt x="80" y="33"/>
                  </a:lnTo>
                  <a:lnTo>
                    <a:pt x="80" y="33"/>
                  </a:lnTo>
                  <a:lnTo>
                    <a:pt x="80" y="33"/>
                  </a:lnTo>
                  <a:lnTo>
                    <a:pt x="80" y="33"/>
                  </a:lnTo>
                  <a:lnTo>
                    <a:pt x="82" y="33"/>
                  </a:lnTo>
                  <a:lnTo>
                    <a:pt x="82" y="33"/>
                  </a:lnTo>
                  <a:lnTo>
                    <a:pt x="85" y="33"/>
                  </a:lnTo>
                  <a:lnTo>
                    <a:pt x="85" y="33"/>
                  </a:lnTo>
                  <a:lnTo>
                    <a:pt x="85" y="33"/>
                  </a:lnTo>
                  <a:lnTo>
                    <a:pt x="85" y="33"/>
                  </a:lnTo>
                  <a:lnTo>
                    <a:pt x="85" y="33"/>
                  </a:lnTo>
                  <a:lnTo>
                    <a:pt x="87" y="33"/>
                  </a:lnTo>
                  <a:lnTo>
                    <a:pt x="87" y="36"/>
                  </a:lnTo>
                  <a:lnTo>
                    <a:pt x="87" y="36"/>
                  </a:lnTo>
                  <a:lnTo>
                    <a:pt x="87" y="36"/>
                  </a:lnTo>
                  <a:lnTo>
                    <a:pt x="90" y="36"/>
                  </a:lnTo>
                  <a:lnTo>
                    <a:pt x="90" y="36"/>
                  </a:lnTo>
                  <a:lnTo>
                    <a:pt x="92" y="36"/>
                  </a:lnTo>
                  <a:lnTo>
                    <a:pt x="92" y="36"/>
                  </a:lnTo>
                  <a:lnTo>
                    <a:pt x="92" y="36"/>
                  </a:lnTo>
                  <a:lnTo>
                    <a:pt x="92" y="33"/>
                  </a:lnTo>
                  <a:lnTo>
                    <a:pt x="94" y="33"/>
                  </a:lnTo>
                  <a:lnTo>
                    <a:pt x="94" y="33"/>
                  </a:lnTo>
                  <a:lnTo>
                    <a:pt x="94" y="33"/>
                  </a:lnTo>
                  <a:lnTo>
                    <a:pt x="94" y="33"/>
                  </a:lnTo>
                  <a:lnTo>
                    <a:pt x="94" y="33"/>
                  </a:lnTo>
                  <a:lnTo>
                    <a:pt x="97" y="33"/>
                  </a:lnTo>
                  <a:lnTo>
                    <a:pt x="97" y="36"/>
                  </a:lnTo>
                  <a:lnTo>
                    <a:pt x="97" y="36"/>
                  </a:lnTo>
                  <a:lnTo>
                    <a:pt x="99" y="36"/>
                  </a:lnTo>
                  <a:lnTo>
                    <a:pt x="99" y="36"/>
                  </a:lnTo>
                  <a:lnTo>
                    <a:pt x="99" y="36"/>
                  </a:lnTo>
                  <a:lnTo>
                    <a:pt x="99" y="36"/>
                  </a:lnTo>
                  <a:lnTo>
                    <a:pt x="101" y="36"/>
                  </a:lnTo>
                  <a:lnTo>
                    <a:pt x="101" y="36"/>
                  </a:lnTo>
                  <a:lnTo>
                    <a:pt x="101" y="36"/>
                  </a:lnTo>
                  <a:lnTo>
                    <a:pt x="101" y="38"/>
                  </a:lnTo>
                  <a:lnTo>
                    <a:pt x="104" y="38"/>
                  </a:lnTo>
                  <a:lnTo>
                    <a:pt x="104" y="36"/>
                  </a:lnTo>
                  <a:lnTo>
                    <a:pt x="104" y="36"/>
                  </a:lnTo>
                  <a:lnTo>
                    <a:pt x="104" y="38"/>
                  </a:lnTo>
                  <a:lnTo>
                    <a:pt x="106" y="38"/>
                  </a:lnTo>
                  <a:lnTo>
                    <a:pt x="106" y="36"/>
                  </a:lnTo>
                  <a:lnTo>
                    <a:pt x="106" y="36"/>
                  </a:lnTo>
                  <a:lnTo>
                    <a:pt x="106" y="36"/>
                  </a:lnTo>
                  <a:lnTo>
                    <a:pt x="109" y="36"/>
                  </a:lnTo>
                  <a:lnTo>
                    <a:pt x="109" y="36"/>
                  </a:lnTo>
                  <a:lnTo>
                    <a:pt x="109" y="36"/>
                  </a:lnTo>
                  <a:lnTo>
                    <a:pt x="111" y="36"/>
                  </a:lnTo>
                  <a:lnTo>
                    <a:pt x="111" y="36"/>
                  </a:lnTo>
                  <a:lnTo>
                    <a:pt x="111" y="36"/>
                  </a:lnTo>
                  <a:lnTo>
                    <a:pt x="111" y="36"/>
                  </a:lnTo>
                  <a:lnTo>
                    <a:pt x="111" y="38"/>
                  </a:lnTo>
                  <a:lnTo>
                    <a:pt x="113" y="38"/>
                  </a:lnTo>
                  <a:lnTo>
                    <a:pt x="113" y="38"/>
                  </a:lnTo>
                  <a:lnTo>
                    <a:pt x="113" y="38"/>
                  </a:lnTo>
                  <a:lnTo>
                    <a:pt x="116" y="38"/>
                  </a:lnTo>
                  <a:lnTo>
                    <a:pt x="116" y="36"/>
                  </a:lnTo>
                  <a:lnTo>
                    <a:pt x="116" y="36"/>
                  </a:lnTo>
                  <a:lnTo>
                    <a:pt x="116" y="36"/>
                  </a:lnTo>
                  <a:lnTo>
                    <a:pt x="116" y="33"/>
                  </a:lnTo>
                  <a:lnTo>
                    <a:pt x="118" y="33"/>
                  </a:lnTo>
                  <a:lnTo>
                    <a:pt x="118" y="33"/>
                  </a:lnTo>
                  <a:lnTo>
                    <a:pt x="116" y="33"/>
                  </a:lnTo>
                  <a:lnTo>
                    <a:pt x="116" y="33"/>
                  </a:lnTo>
                  <a:lnTo>
                    <a:pt x="118" y="33"/>
                  </a:lnTo>
                  <a:lnTo>
                    <a:pt x="118" y="33"/>
                  </a:lnTo>
                  <a:lnTo>
                    <a:pt x="118" y="31"/>
                  </a:lnTo>
                  <a:lnTo>
                    <a:pt x="118" y="31"/>
                  </a:lnTo>
                  <a:lnTo>
                    <a:pt x="118" y="31"/>
                  </a:lnTo>
                  <a:lnTo>
                    <a:pt x="118" y="28"/>
                  </a:lnTo>
                  <a:lnTo>
                    <a:pt x="118" y="28"/>
                  </a:lnTo>
                  <a:lnTo>
                    <a:pt x="118" y="26"/>
                  </a:lnTo>
                  <a:lnTo>
                    <a:pt x="120" y="26"/>
                  </a:lnTo>
                  <a:lnTo>
                    <a:pt x="120" y="26"/>
                  </a:lnTo>
                  <a:lnTo>
                    <a:pt x="120" y="26"/>
                  </a:lnTo>
                  <a:lnTo>
                    <a:pt x="120" y="24"/>
                  </a:lnTo>
                  <a:lnTo>
                    <a:pt x="120" y="24"/>
                  </a:lnTo>
                  <a:lnTo>
                    <a:pt x="123" y="24"/>
                  </a:lnTo>
                  <a:lnTo>
                    <a:pt x="123" y="24"/>
                  </a:lnTo>
                  <a:lnTo>
                    <a:pt x="123" y="24"/>
                  </a:lnTo>
                  <a:lnTo>
                    <a:pt x="125" y="24"/>
                  </a:lnTo>
                  <a:lnTo>
                    <a:pt x="125" y="24"/>
                  </a:lnTo>
                  <a:lnTo>
                    <a:pt x="125" y="24"/>
                  </a:lnTo>
                  <a:lnTo>
                    <a:pt x="127" y="24"/>
                  </a:lnTo>
                  <a:lnTo>
                    <a:pt x="127" y="24"/>
                  </a:lnTo>
                  <a:lnTo>
                    <a:pt x="127" y="24"/>
                  </a:lnTo>
                  <a:lnTo>
                    <a:pt x="127" y="24"/>
                  </a:lnTo>
                  <a:lnTo>
                    <a:pt x="127" y="26"/>
                  </a:lnTo>
                  <a:lnTo>
                    <a:pt x="127" y="26"/>
                  </a:lnTo>
                  <a:lnTo>
                    <a:pt x="127" y="28"/>
                  </a:lnTo>
                  <a:lnTo>
                    <a:pt x="130" y="28"/>
                  </a:lnTo>
                  <a:lnTo>
                    <a:pt x="130" y="28"/>
                  </a:lnTo>
                  <a:lnTo>
                    <a:pt x="130" y="31"/>
                  </a:lnTo>
                  <a:lnTo>
                    <a:pt x="130" y="31"/>
                  </a:lnTo>
                  <a:lnTo>
                    <a:pt x="132" y="31"/>
                  </a:lnTo>
                  <a:lnTo>
                    <a:pt x="132" y="31"/>
                  </a:lnTo>
                  <a:lnTo>
                    <a:pt x="132" y="31"/>
                  </a:lnTo>
                  <a:lnTo>
                    <a:pt x="132" y="31"/>
                  </a:lnTo>
                  <a:lnTo>
                    <a:pt x="135" y="31"/>
                  </a:lnTo>
                  <a:lnTo>
                    <a:pt x="135" y="31"/>
                  </a:lnTo>
                  <a:lnTo>
                    <a:pt x="135" y="31"/>
                  </a:lnTo>
                  <a:lnTo>
                    <a:pt x="135" y="31"/>
                  </a:lnTo>
                  <a:lnTo>
                    <a:pt x="137" y="31"/>
                  </a:lnTo>
                  <a:lnTo>
                    <a:pt x="137" y="28"/>
                  </a:lnTo>
                  <a:lnTo>
                    <a:pt x="137" y="28"/>
                  </a:lnTo>
                  <a:lnTo>
                    <a:pt x="139" y="28"/>
                  </a:lnTo>
                  <a:lnTo>
                    <a:pt x="139" y="31"/>
                  </a:lnTo>
                  <a:lnTo>
                    <a:pt x="139" y="31"/>
                  </a:lnTo>
                  <a:lnTo>
                    <a:pt x="139" y="31"/>
                  </a:lnTo>
                  <a:lnTo>
                    <a:pt x="139" y="31"/>
                  </a:lnTo>
                  <a:lnTo>
                    <a:pt x="142" y="31"/>
                  </a:lnTo>
                  <a:lnTo>
                    <a:pt x="142" y="33"/>
                  </a:lnTo>
                  <a:lnTo>
                    <a:pt x="142" y="33"/>
                  </a:lnTo>
                  <a:lnTo>
                    <a:pt x="142" y="33"/>
                  </a:lnTo>
                  <a:lnTo>
                    <a:pt x="144" y="33"/>
                  </a:lnTo>
                  <a:lnTo>
                    <a:pt x="144" y="33"/>
                  </a:lnTo>
                  <a:lnTo>
                    <a:pt x="144" y="33"/>
                  </a:lnTo>
                  <a:lnTo>
                    <a:pt x="144" y="33"/>
                  </a:lnTo>
                  <a:lnTo>
                    <a:pt x="146" y="33"/>
                  </a:lnTo>
                  <a:lnTo>
                    <a:pt x="146" y="33"/>
                  </a:lnTo>
                  <a:lnTo>
                    <a:pt x="146" y="33"/>
                  </a:lnTo>
                  <a:lnTo>
                    <a:pt x="146" y="33"/>
                  </a:lnTo>
                  <a:lnTo>
                    <a:pt x="149" y="33"/>
                  </a:lnTo>
                  <a:lnTo>
                    <a:pt x="149" y="33"/>
                  </a:lnTo>
                  <a:lnTo>
                    <a:pt x="149" y="33"/>
                  </a:lnTo>
                  <a:lnTo>
                    <a:pt x="149" y="36"/>
                  </a:lnTo>
                  <a:lnTo>
                    <a:pt x="149" y="36"/>
                  </a:lnTo>
                  <a:lnTo>
                    <a:pt x="151" y="36"/>
                  </a:lnTo>
                  <a:lnTo>
                    <a:pt x="151" y="36"/>
                  </a:lnTo>
                  <a:lnTo>
                    <a:pt x="151" y="36"/>
                  </a:lnTo>
                  <a:lnTo>
                    <a:pt x="153" y="36"/>
                  </a:lnTo>
                  <a:lnTo>
                    <a:pt x="153" y="36"/>
                  </a:lnTo>
                  <a:lnTo>
                    <a:pt x="153" y="36"/>
                  </a:lnTo>
                  <a:lnTo>
                    <a:pt x="153" y="36"/>
                  </a:lnTo>
                  <a:lnTo>
                    <a:pt x="156" y="36"/>
                  </a:lnTo>
                  <a:lnTo>
                    <a:pt x="156" y="36"/>
                  </a:lnTo>
                  <a:lnTo>
                    <a:pt x="158" y="36"/>
                  </a:lnTo>
                  <a:lnTo>
                    <a:pt x="158" y="36"/>
                  </a:lnTo>
                  <a:lnTo>
                    <a:pt x="158" y="36"/>
                  </a:lnTo>
                  <a:lnTo>
                    <a:pt x="158" y="36"/>
                  </a:lnTo>
                  <a:lnTo>
                    <a:pt x="158" y="36"/>
                  </a:lnTo>
                  <a:lnTo>
                    <a:pt x="161" y="36"/>
                  </a:lnTo>
                  <a:lnTo>
                    <a:pt x="161" y="36"/>
                  </a:lnTo>
                  <a:lnTo>
                    <a:pt x="161" y="36"/>
                  </a:lnTo>
                  <a:lnTo>
                    <a:pt x="161" y="36"/>
                  </a:lnTo>
                  <a:lnTo>
                    <a:pt x="161" y="38"/>
                  </a:lnTo>
                  <a:lnTo>
                    <a:pt x="161" y="38"/>
                  </a:lnTo>
                  <a:lnTo>
                    <a:pt x="163" y="38"/>
                  </a:lnTo>
                  <a:lnTo>
                    <a:pt x="163" y="40"/>
                  </a:lnTo>
                  <a:lnTo>
                    <a:pt x="163" y="40"/>
                  </a:lnTo>
                  <a:lnTo>
                    <a:pt x="165" y="40"/>
                  </a:lnTo>
                  <a:lnTo>
                    <a:pt x="165" y="38"/>
                  </a:lnTo>
                  <a:lnTo>
                    <a:pt x="165" y="38"/>
                  </a:lnTo>
                  <a:lnTo>
                    <a:pt x="165" y="38"/>
                  </a:lnTo>
                  <a:lnTo>
                    <a:pt x="165" y="36"/>
                  </a:lnTo>
                  <a:lnTo>
                    <a:pt x="165" y="36"/>
                  </a:lnTo>
                  <a:lnTo>
                    <a:pt x="168" y="36"/>
                  </a:lnTo>
                  <a:lnTo>
                    <a:pt x="168" y="36"/>
                  </a:lnTo>
                  <a:lnTo>
                    <a:pt x="168" y="36"/>
                  </a:lnTo>
                  <a:lnTo>
                    <a:pt x="170" y="36"/>
                  </a:lnTo>
                  <a:lnTo>
                    <a:pt x="170" y="36"/>
                  </a:lnTo>
                  <a:lnTo>
                    <a:pt x="172" y="36"/>
                  </a:lnTo>
                  <a:lnTo>
                    <a:pt x="172" y="36"/>
                  </a:lnTo>
                  <a:lnTo>
                    <a:pt x="172" y="36"/>
                  </a:lnTo>
                  <a:lnTo>
                    <a:pt x="175" y="36"/>
                  </a:lnTo>
                  <a:lnTo>
                    <a:pt x="175" y="36"/>
                  </a:lnTo>
                  <a:lnTo>
                    <a:pt x="175" y="36"/>
                  </a:lnTo>
                  <a:lnTo>
                    <a:pt x="177" y="36"/>
                  </a:lnTo>
                  <a:lnTo>
                    <a:pt x="177" y="36"/>
                  </a:lnTo>
                  <a:lnTo>
                    <a:pt x="180" y="36"/>
                  </a:lnTo>
                  <a:lnTo>
                    <a:pt x="180" y="36"/>
                  </a:lnTo>
                  <a:lnTo>
                    <a:pt x="180" y="36"/>
                  </a:lnTo>
                  <a:lnTo>
                    <a:pt x="182" y="36"/>
                  </a:lnTo>
                  <a:lnTo>
                    <a:pt x="182" y="36"/>
                  </a:lnTo>
                  <a:lnTo>
                    <a:pt x="184" y="36"/>
                  </a:lnTo>
                  <a:lnTo>
                    <a:pt x="184" y="36"/>
                  </a:lnTo>
                  <a:lnTo>
                    <a:pt x="184" y="36"/>
                  </a:lnTo>
                  <a:lnTo>
                    <a:pt x="187" y="36"/>
                  </a:lnTo>
                  <a:lnTo>
                    <a:pt x="187" y="36"/>
                  </a:lnTo>
                  <a:lnTo>
                    <a:pt x="187" y="36"/>
                  </a:lnTo>
                  <a:lnTo>
                    <a:pt x="187" y="36"/>
                  </a:lnTo>
                  <a:lnTo>
                    <a:pt x="189" y="36"/>
                  </a:lnTo>
                  <a:lnTo>
                    <a:pt x="189" y="36"/>
                  </a:lnTo>
                  <a:lnTo>
                    <a:pt x="191" y="36"/>
                  </a:lnTo>
                  <a:lnTo>
                    <a:pt x="191" y="36"/>
                  </a:lnTo>
                  <a:lnTo>
                    <a:pt x="191" y="36"/>
                  </a:lnTo>
                  <a:lnTo>
                    <a:pt x="191" y="36"/>
                  </a:lnTo>
                  <a:lnTo>
                    <a:pt x="194" y="36"/>
                  </a:lnTo>
                  <a:lnTo>
                    <a:pt x="194" y="38"/>
                  </a:lnTo>
                  <a:lnTo>
                    <a:pt x="194" y="38"/>
                  </a:lnTo>
                  <a:lnTo>
                    <a:pt x="194" y="38"/>
                  </a:lnTo>
                  <a:lnTo>
                    <a:pt x="194" y="38"/>
                  </a:lnTo>
                  <a:lnTo>
                    <a:pt x="196" y="38"/>
                  </a:lnTo>
                  <a:lnTo>
                    <a:pt x="196" y="40"/>
                  </a:lnTo>
                  <a:lnTo>
                    <a:pt x="196" y="40"/>
                  </a:lnTo>
                  <a:lnTo>
                    <a:pt x="194" y="40"/>
                  </a:lnTo>
                  <a:lnTo>
                    <a:pt x="194" y="40"/>
                  </a:lnTo>
                  <a:lnTo>
                    <a:pt x="194" y="40"/>
                  </a:lnTo>
                  <a:lnTo>
                    <a:pt x="194" y="40"/>
                  </a:lnTo>
                  <a:lnTo>
                    <a:pt x="194" y="40"/>
                  </a:lnTo>
                  <a:lnTo>
                    <a:pt x="194" y="43"/>
                  </a:lnTo>
                  <a:lnTo>
                    <a:pt x="194" y="43"/>
                  </a:lnTo>
                  <a:lnTo>
                    <a:pt x="191" y="43"/>
                  </a:lnTo>
                  <a:lnTo>
                    <a:pt x="191" y="43"/>
                  </a:lnTo>
                  <a:lnTo>
                    <a:pt x="191" y="43"/>
                  </a:lnTo>
                  <a:lnTo>
                    <a:pt x="189" y="43"/>
                  </a:lnTo>
                  <a:lnTo>
                    <a:pt x="189" y="43"/>
                  </a:lnTo>
                  <a:lnTo>
                    <a:pt x="191" y="43"/>
                  </a:lnTo>
                  <a:lnTo>
                    <a:pt x="191" y="45"/>
                  </a:lnTo>
                  <a:lnTo>
                    <a:pt x="191" y="45"/>
                  </a:lnTo>
                  <a:lnTo>
                    <a:pt x="189" y="45"/>
                  </a:lnTo>
                  <a:lnTo>
                    <a:pt x="189" y="45"/>
                  </a:lnTo>
                  <a:lnTo>
                    <a:pt x="189" y="45"/>
                  </a:lnTo>
                  <a:lnTo>
                    <a:pt x="189" y="43"/>
                  </a:lnTo>
                  <a:lnTo>
                    <a:pt x="187" y="43"/>
                  </a:lnTo>
                  <a:lnTo>
                    <a:pt x="187" y="43"/>
                  </a:lnTo>
                  <a:lnTo>
                    <a:pt x="187" y="45"/>
                  </a:lnTo>
                  <a:lnTo>
                    <a:pt x="187" y="45"/>
                  </a:lnTo>
                  <a:lnTo>
                    <a:pt x="187" y="45"/>
                  </a:lnTo>
                  <a:lnTo>
                    <a:pt x="187" y="45"/>
                  </a:lnTo>
                  <a:lnTo>
                    <a:pt x="187" y="45"/>
                  </a:lnTo>
                  <a:lnTo>
                    <a:pt x="187" y="47"/>
                  </a:lnTo>
                  <a:lnTo>
                    <a:pt x="184" y="47"/>
                  </a:lnTo>
                  <a:lnTo>
                    <a:pt x="184" y="47"/>
                  </a:lnTo>
                  <a:lnTo>
                    <a:pt x="184" y="45"/>
                  </a:lnTo>
                  <a:lnTo>
                    <a:pt x="184" y="45"/>
                  </a:lnTo>
                  <a:lnTo>
                    <a:pt x="184" y="45"/>
                  </a:lnTo>
                  <a:lnTo>
                    <a:pt x="184" y="45"/>
                  </a:lnTo>
                  <a:lnTo>
                    <a:pt x="184" y="45"/>
                  </a:lnTo>
                  <a:lnTo>
                    <a:pt x="184" y="43"/>
                  </a:lnTo>
                  <a:lnTo>
                    <a:pt x="182" y="43"/>
                  </a:lnTo>
                  <a:lnTo>
                    <a:pt x="182" y="45"/>
                  </a:lnTo>
                  <a:lnTo>
                    <a:pt x="182" y="45"/>
                  </a:lnTo>
                  <a:lnTo>
                    <a:pt x="182" y="45"/>
                  </a:lnTo>
                  <a:lnTo>
                    <a:pt x="182" y="47"/>
                  </a:lnTo>
                  <a:lnTo>
                    <a:pt x="180" y="47"/>
                  </a:lnTo>
                  <a:lnTo>
                    <a:pt x="180" y="45"/>
                  </a:lnTo>
                  <a:lnTo>
                    <a:pt x="180" y="45"/>
                  </a:lnTo>
                  <a:lnTo>
                    <a:pt x="180" y="45"/>
                  </a:lnTo>
                  <a:lnTo>
                    <a:pt x="177" y="45"/>
                  </a:lnTo>
                  <a:lnTo>
                    <a:pt x="177" y="45"/>
                  </a:lnTo>
                  <a:lnTo>
                    <a:pt x="175" y="45"/>
                  </a:lnTo>
                  <a:lnTo>
                    <a:pt x="175" y="45"/>
                  </a:lnTo>
                  <a:lnTo>
                    <a:pt x="175" y="45"/>
                  </a:lnTo>
                  <a:lnTo>
                    <a:pt x="172" y="45"/>
                  </a:lnTo>
                  <a:lnTo>
                    <a:pt x="172" y="45"/>
                  </a:lnTo>
                  <a:lnTo>
                    <a:pt x="172" y="45"/>
                  </a:lnTo>
                  <a:lnTo>
                    <a:pt x="170" y="45"/>
                  </a:lnTo>
                  <a:lnTo>
                    <a:pt x="170" y="45"/>
                  </a:lnTo>
                  <a:lnTo>
                    <a:pt x="168" y="45"/>
                  </a:lnTo>
                  <a:lnTo>
                    <a:pt x="168" y="45"/>
                  </a:lnTo>
                  <a:lnTo>
                    <a:pt x="168" y="45"/>
                  </a:lnTo>
                  <a:lnTo>
                    <a:pt x="168" y="45"/>
                  </a:lnTo>
                  <a:lnTo>
                    <a:pt x="165" y="45"/>
                  </a:lnTo>
                  <a:lnTo>
                    <a:pt x="165" y="45"/>
                  </a:lnTo>
                  <a:lnTo>
                    <a:pt x="168" y="45"/>
                  </a:lnTo>
                  <a:lnTo>
                    <a:pt x="168" y="47"/>
                  </a:lnTo>
                  <a:lnTo>
                    <a:pt x="168" y="47"/>
                  </a:lnTo>
                  <a:lnTo>
                    <a:pt x="165" y="47"/>
                  </a:lnTo>
                  <a:lnTo>
                    <a:pt x="165" y="50"/>
                  </a:lnTo>
                  <a:lnTo>
                    <a:pt x="165" y="50"/>
                  </a:lnTo>
                  <a:lnTo>
                    <a:pt x="165" y="52"/>
                  </a:lnTo>
                  <a:lnTo>
                    <a:pt x="165" y="52"/>
                  </a:lnTo>
                  <a:lnTo>
                    <a:pt x="168" y="52"/>
                  </a:lnTo>
                  <a:lnTo>
                    <a:pt x="168" y="52"/>
                  </a:lnTo>
                  <a:lnTo>
                    <a:pt x="168" y="54"/>
                  </a:lnTo>
                  <a:lnTo>
                    <a:pt x="168" y="54"/>
                  </a:lnTo>
                  <a:lnTo>
                    <a:pt x="168" y="54"/>
                  </a:lnTo>
                  <a:lnTo>
                    <a:pt x="168" y="54"/>
                  </a:lnTo>
                  <a:lnTo>
                    <a:pt x="170" y="54"/>
                  </a:lnTo>
                  <a:lnTo>
                    <a:pt x="170" y="54"/>
                  </a:lnTo>
                  <a:lnTo>
                    <a:pt x="172" y="54"/>
                  </a:lnTo>
                  <a:lnTo>
                    <a:pt x="172" y="57"/>
                  </a:lnTo>
                  <a:lnTo>
                    <a:pt x="172" y="57"/>
                  </a:lnTo>
                  <a:lnTo>
                    <a:pt x="172" y="57"/>
                  </a:lnTo>
                  <a:lnTo>
                    <a:pt x="172" y="57"/>
                  </a:lnTo>
                  <a:lnTo>
                    <a:pt x="175" y="57"/>
                  </a:lnTo>
                  <a:lnTo>
                    <a:pt x="175" y="57"/>
                  </a:lnTo>
                  <a:lnTo>
                    <a:pt x="175" y="57"/>
                  </a:lnTo>
                  <a:lnTo>
                    <a:pt x="175" y="57"/>
                  </a:lnTo>
                  <a:lnTo>
                    <a:pt x="175" y="57"/>
                  </a:lnTo>
                  <a:lnTo>
                    <a:pt x="175" y="57"/>
                  </a:lnTo>
                  <a:lnTo>
                    <a:pt x="175" y="59"/>
                  </a:lnTo>
                  <a:lnTo>
                    <a:pt x="175" y="59"/>
                  </a:lnTo>
                  <a:lnTo>
                    <a:pt x="177" y="59"/>
                  </a:lnTo>
                  <a:lnTo>
                    <a:pt x="177" y="57"/>
                  </a:lnTo>
                  <a:lnTo>
                    <a:pt x="177" y="57"/>
                  </a:lnTo>
                  <a:lnTo>
                    <a:pt x="180" y="57"/>
                  </a:lnTo>
                  <a:lnTo>
                    <a:pt x="180" y="57"/>
                  </a:lnTo>
                  <a:lnTo>
                    <a:pt x="180" y="57"/>
                  </a:lnTo>
                  <a:lnTo>
                    <a:pt x="180" y="57"/>
                  </a:lnTo>
                  <a:lnTo>
                    <a:pt x="182" y="57"/>
                  </a:lnTo>
                  <a:lnTo>
                    <a:pt x="182" y="57"/>
                  </a:lnTo>
                  <a:lnTo>
                    <a:pt x="182" y="57"/>
                  </a:lnTo>
                  <a:lnTo>
                    <a:pt x="184" y="57"/>
                  </a:lnTo>
                  <a:lnTo>
                    <a:pt x="184" y="57"/>
                  </a:lnTo>
                  <a:lnTo>
                    <a:pt x="184" y="57"/>
                  </a:lnTo>
                  <a:lnTo>
                    <a:pt x="187" y="57"/>
                  </a:lnTo>
                  <a:lnTo>
                    <a:pt x="187" y="57"/>
                  </a:lnTo>
                  <a:lnTo>
                    <a:pt x="187" y="57"/>
                  </a:lnTo>
                  <a:lnTo>
                    <a:pt x="187" y="57"/>
                  </a:lnTo>
                  <a:lnTo>
                    <a:pt x="189" y="57"/>
                  </a:lnTo>
                  <a:lnTo>
                    <a:pt x="189" y="57"/>
                  </a:lnTo>
                  <a:lnTo>
                    <a:pt x="191" y="57"/>
                  </a:lnTo>
                  <a:lnTo>
                    <a:pt x="191" y="54"/>
                  </a:lnTo>
                  <a:lnTo>
                    <a:pt x="191" y="54"/>
                  </a:lnTo>
                  <a:lnTo>
                    <a:pt x="191" y="54"/>
                  </a:lnTo>
                  <a:lnTo>
                    <a:pt x="191" y="54"/>
                  </a:lnTo>
                  <a:lnTo>
                    <a:pt x="194" y="54"/>
                  </a:lnTo>
                  <a:lnTo>
                    <a:pt x="194" y="54"/>
                  </a:lnTo>
                  <a:lnTo>
                    <a:pt x="194" y="57"/>
                  </a:lnTo>
                  <a:lnTo>
                    <a:pt x="194" y="57"/>
                  </a:lnTo>
                  <a:lnTo>
                    <a:pt x="194" y="57"/>
                  </a:lnTo>
                  <a:lnTo>
                    <a:pt x="194" y="57"/>
                  </a:lnTo>
                  <a:lnTo>
                    <a:pt x="196" y="57"/>
                  </a:lnTo>
                  <a:lnTo>
                    <a:pt x="196" y="57"/>
                  </a:lnTo>
                  <a:lnTo>
                    <a:pt x="196" y="57"/>
                  </a:lnTo>
                  <a:lnTo>
                    <a:pt x="196" y="57"/>
                  </a:lnTo>
                  <a:lnTo>
                    <a:pt x="198" y="57"/>
                  </a:lnTo>
                  <a:lnTo>
                    <a:pt x="198" y="57"/>
                  </a:lnTo>
                  <a:lnTo>
                    <a:pt x="198" y="57"/>
                  </a:lnTo>
                  <a:lnTo>
                    <a:pt x="198" y="59"/>
                  </a:lnTo>
                  <a:lnTo>
                    <a:pt x="201" y="59"/>
                  </a:lnTo>
                  <a:lnTo>
                    <a:pt x="201" y="59"/>
                  </a:lnTo>
                  <a:lnTo>
                    <a:pt x="201" y="59"/>
                  </a:lnTo>
                  <a:lnTo>
                    <a:pt x="201" y="59"/>
                  </a:lnTo>
                  <a:lnTo>
                    <a:pt x="201" y="62"/>
                  </a:lnTo>
                  <a:lnTo>
                    <a:pt x="201" y="62"/>
                  </a:lnTo>
                  <a:lnTo>
                    <a:pt x="201" y="62"/>
                  </a:lnTo>
                  <a:lnTo>
                    <a:pt x="201" y="62"/>
                  </a:lnTo>
                  <a:lnTo>
                    <a:pt x="201" y="64"/>
                  </a:lnTo>
                  <a:lnTo>
                    <a:pt x="201" y="64"/>
                  </a:lnTo>
                  <a:lnTo>
                    <a:pt x="201" y="66"/>
                  </a:lnTo>
                  <a:lnTo>
                    <a:pt x="201" y="66"/>
                  </a:lnTo>
                  <a:lnTo>
                    <a:pt x="201" y="66"/>
                  </a:lnTo>
                  <a:lnTo>
                    <a:pt x="203" y="66"/>
                  </a:lnTo>
                  <a:lnTo>
                    <a:pt x="203" y="66"/>
                  </a:lnTo>
                  <a:lnTo>
                    <a:pt x="206" y="66"/>
                  </a:lnTo>
                  <a:lnTo>
                    <a:pt x="206" y="69"/>
                  </a:lnTo>
                  <a:lnTo>
                    <a:pt x="206" y="69"/>
                  </a:lnTo>
                  <a:lnTo>
                    <a:pt x="206" y="69"/>
                  </a:lnTo>
                  <a:lnTo>
                    <a:pt x="208" y="69"/>
                  </a:lnTo>
                  <a:lnTo>
                    <a:pt x="208" y="69"/>
                  </a:lnTo>
                  <a:lnTo>
                    <a:pt x="208" y="69"/>
                  </a:lnTo>
                  <a:lnTo>
                    <a:pt x="208" y="69"/>
                  </a:lnTo>
                  <a:lnTo>
                    <a:pt x="210" y="69"/>
                  </a:lnTo>
                  <a:lnTo>
                    <a:pt x="210" y="69"/>
                  </a:lnTo>
                  <a:lnTo>
                    <a:pt x="213" y="69"/>
                  </a:lnTo>
                  <a:lnTo>
                    <a:pt x="213" y="69"/>
                  </a:lnTo>
                  <a:lnTo>
                    <a:pt x="213" y="69"/>
                  </a:lnTo>
                  <a:lnTo>
                    <a:pt x="213" y="69"/>
                  </a:lnTo>
                  <a:lnTo>
                    <a:pt x="213" y="66"/>
                  </a:lnTo>
                  <a:lnTo>
                    <a:pt x="215" y="66"/>
                  </a:lnTo>
                  <a:lnTo>
                    <a:pt x="215" y="66"/>
                  </a:lnTo>
                  <a:lnTo>
                    <a:pt x="215" y="66"/>
                  </a:lnTo>
                  <a:lnTo>
                    <a:pt x="217" y="66"/>
                  </a:lnTo>
                  <a:lnTo>
                    <a:pt x="217" y="66"/>
                  </a:lnTo>
                  <a:lnTo>
                    <a:pt x="217" y="66"/>
                  </a:lnTo>
                  <a:lnTo>
                    <a:pt x="220" y="66"/>
                  </a:lnTo>
                  <a:lnTo>
                    <a:pt x="220" y="66"/>
                  </a:lnTo>
                  <a:lnTo>
                    <a:pt x="220" y="66"/>
                  </a:lnTo>
                  <a:lnTo>
                    <a:pt x="220" y="66"/>
                  </a:lnTo>
                  <a:lnTo>
                    <a:pt x="220" y="69"/>
                  </a:lnTo>
                  <a:lnTo>
                    <a:pt x="222" y="69"/>
                  </a:lnTo>
                  <a:lnTo>
                    <a:pt x="222" y="69"/>
                  </a:lnTo>
                  <a:lnTo>
                    <a:pt x="222" y="69"/>
                  </a:lnTo>
                  <a:lnTo>
                    <a:pt x="224" y="69"/>
                  </a:lnTo>
                  <a:lnTo>
                    <a:pt x="224" y="69"/>
                  </a:lnTo>
                  <a:lnTo>
                    <a:pt x="224" y="71"/>
                  </a:lnTo>
                  <a:lnTo>
                    <a:pt x="224" y="71"/>
                  </a:lnTo>
                  <a:lnTo>
                    <a:pt x="224" y="71"/>
                  </a:lnTo>
                  <a:lnTo>
                    <a:pt x="227" y="71"/>
                  </a:lnTo>
                  <a:lnTo>
                    <a:pt x="227" y="73"/>
                  </a:lnTo>
                  <a:lnTo>
                    <a:pt x="227" y="73"/>
                  </a:lnTo>
                  <a:lnTo>
                    <a:pt x="227" y="73"/>
                  </a:lnTo>
                  <a:lnTo>
                    <a:pt x="227" y="73"/>
                  </a:lnTo>
                  <a:lnTo>
                    <a:pt x="229" y="73"/>
                  </a:lnTo>
                  <a:lnTo>
                    <a:pt x="229" y="73"/>
                  </a:lnTo>
                  <a:lnTo>
                    <a:pt x="229" y="76"/>
                  </a:lnTo>
                  <a:lnTo>
                    <a:pt x="227" y="76"/>
                  </a:lnTo>
                  <a:lnTo>
                    <a:pt x="227" y="76"/>
                  </a:lnTo>
                  <a:lnTo>
                    <a:pt x="227" y="76"/>
                  </a:lnTo>
                  <a:lnTo>
                    <a:pt x="227" y="78"/>
                  </a:lnTo>
                  <a:lnTo>
                    <a:pt x="227" y="78"/>
                  </a:lnTo>
                  <a:lnTo>
                    <a:pt x="227" y="78"/>
                  </a:lnTo>
                  <a:lnTo>
                    <a:pt x="224" y="78"/>
                  </a:lnTo>
                  <a:lnTo>
                    <a:pt x="224" y="78"/>
                  </a:lnTo>
                  <a:lnTo>
                    <a:pt x="224" y="81"/>
                  </a:lnTo>
                  <a:lnTo>
                    <a:pt x="224" y="81"/>
                  </a:lnTo>
                  <a:lnTo>
                    <a:pt x="222" y="81"/>
                  </a:lnTo>
                  <a:lnTo>
                    <a:pt x="222" y="81"/>
                  </a:lnTo>
                  <a:lnTo>
                    <a:pt x="220" y="81"/>
                  </a:lnTo>
                  <a:lnTo>
                    <a:pt x="220" y="81"/>
                  </a:lnTo>
                  <a:lnTo>
                    <a:pt x="220" y="81"/>
                  </a:lnTo>
                  <a:lnTo>
                    <a:pt x="220" y="83"/>
                  </a:lnTo>
                  <a:lnTo>
                    <a:pt x="220" y="83"/>
                  </a:lnTo>
                  <a:lnTo>
                    <a:pt x="220" y="83"/>
                  </a:lnTo>
                  <a:lnTo>
                    <a:pt x="220" y="83"/>
                  </a:lnTo>
                  <a:lnTo>
                    <a:pt x="217" y="83"/>
                  </a:lnTo>
                  <a:lnTo>
                    <a:pt x="217" y="85"/>
                  </a:lnTo>
                  <a:lnTo>
                    <a:pt x="217" y="85"/>
                  </a:lnTo>
                  <a:lnTo>
                    <a:pt x="217" y="85"/>
                  </a:lnTo>
                  <a:lnTo>
                    <a:pt x="217" y="88"/>
                  </a:lnTo>
                  <a:lnTo>
                    <a:pt x="217" y="88"/>
                  </a:lnTo>
                  <a:lnTo>
                    <a:pt x="215" y="88"/>
                  </a:lnTo>
                  <a:lnTo>
                    <a:pt x="215" y="88"/>
                  </a:lnTo>
                  <a:lnTo>
                    <a:pt x="215" y="85"/>
                  </a:lnTo>
                  <a:lnTo>
                    <a:pt x="213" y="85"/>
                  </a:lnTo>
                  <a:lnTo>
                    <a:pt x="213" y="85"/>
                  </a:lnTo>
                  <a:lnTo>
                    <a:pt x="215" y="85"/>
                  </a:lnTo>
                  <a:lnTo>
                    <a:pt x="215" y="83"/>
                  </a:lnTo>
                  <a:lnTo>
                    <a:pt x="215" y="83"/>
                  </a:lnTo>
                  <a:lnTo>
                    <a:pt x="215" y="83"/>
                  </a:lnTo>
                  <a:lnTo>
                    <a:pt x="215" y="83"/>
                  </a:lnTo>
                  <a:lnTo>
                    <a:pt x="215" y="83"/>
                  </a:lnTo>
                  <a:lnTo>
                    <a:pt x="215" y="81"/>
                  </a:lnTo>
                  <a:lnTo>
                    <a:pt x="213" y="81"/>
                  </a:lnTo>
                  <a:lnTo>
                    <a:pt x="213" y="81"/>
                  </a:lnTo>
                  <a:lnTo>
                    <a:pt x="213" y="81"/>
                  </a:lnTo>
                  <a:lnTo>
                    <a:pt x="213" y="78"/>
                  </a:lnTo>
                  <a:lnTo>
                    <a:pt x="213" y="78"/>
                  </a:lnTo>
                  <a:lnTo>
                    <a:pt x="210" y="78"/>
                  </a:lnTo>
                  <a:lnTo>
                    <a:pt x="210" y="78"/>
                  </a:lnTo>
                  <a:lnTo>
                    <a:pt x="210" y="78"/>
                  </a:lnTo>
                  <a:lnTo>
                    <a:pt x="210" y="76"/>
                  </a:lnTo>
                  <a:lnTo>
                    <a:pt x="208" y="76"/>
                  </a:lnTo>
                  <a:lnTo>
                    <a:pt x="208" y="76"/>
                  </a:lnTo>
                  <a:lnTo>
                    <a:pt x="208" y="76"/>
                  </a:lnTo>
                  <a:lnTo>
                    <a:pt x="208" y="76"/>
                  </a:lnTo>
                  <a:lnTo>
                    <a:pt x="206" y="76"/>
                  </a:lnTo>
                  <a:lnTo>
                    <a:pt x="206" y="76"/>
                  </a:lnTo>
                  <a:lnTo>
                    <a:pt x="206" y="76"/>
                  </a:lnTo>
                  <a:lnTo>
                    <a:pt x="203" y="76"/>
                  </a:lnTo>
                  <a:lnTo>
                    <a:pt x="203" y="76"/>
                  </a:lnTo>
                  <a:lnTo>
                    <a:pt x="203" y="73"/>
                  </a:lnTo>
                  <a:lnTo>
                    <a:pt x="201" y="73"/>
                  </a:lnTo>
                  <a:lnTo>
                    <a:pt x="201" y="73"/>
                  </a:lnTo>
                  <a:lnTo>
                    <a:pt x="201" y="73"/>
                  </a:lnTo>
                  <a:lnTo>
                    <a:pt x="201" y="73"/>
                  </a:lnTo>
                  <a:lnTo>
                    <a:pt x="201" y="71"/>
                  </a:lnTo>
                  <a:lnTo>
                    <a:pt x="201" y="71"/>
                  </a:lnTo>
                  <a:lnTo>
                    <a:pt x="201" y="73"/>
                  </a:lnTo>
                  <a:lnTo>
                    <a:pt x="198" y="73"/>
                  </a:lnTo>
                  <a:lnTo>
                    <a:pt x="198" y="73"/>
                  </a:lnTo>
                  <a:lnTo>
                    <a:pt x="198" y="73"/>
                  </a:lnTo>
                  <a:lnTo>
                    <a:pt x="198" y="76"/>
                  </a:lnTo>
                  <a:lnTo>
                    <a:pt x="201" y="76"/>
                  </a:lnTo>
                  <a:lnTo>
                    <a:pt x="201" y="76"/>
                  </a:lnTo>
                  <a:lnTo>
                    <a:pt x="201" y="78"/>
                  </a:lnTo>
                  <a:lnTo>
                    <a:pt x="201" y="78"/>
                  </a:lnTo>
                  <a:lnTo>
                    <a:pt x="201" y="81"/>
                  </a:lnTo>
                  <a:lnTo>
                    <a:pt x="201" y="81"/>
                  </a:lnTo>
                  <a:lnTo>
                    <a:pt x="201" y="81"/>
                  </a:lnTo>
                  <a:lnTo>
                    <a:pt x="201" y="81"/>
                  </a:lnTo>
                  <a:lnTo>
                    <a:pt x="203" y="81"/>
                  </a:lnTo>
                  <a:lnTo>
                    <a:pt x="203" y="81"/>
                  </a:lnTo>
                  <a:lnTo>
                    <a:pt x="203" y="83"/>
                  </a:lnTo>
                  <a:lnTo>
                    <a:pt x="206" y="83"/>
                  </a:lnTo>
                  <a:lnTo>
                    <a:pt x="206" y="83"/>
                  </a:lnTo>
                  <a:lnTo>
                    <a:pt x="206" y="83"/>
                  </a:lnTo>
                  <a:lnTo>
                    <a:pt x="206" y="85"/>
                  </a:lnTo>
                  <a:lnTo>
                    <a:pt x="203" y="85"/>
                  </a:lnTo>
                  <a:lnTo>
                    <a:pt x="203" y="85"/>
                  </a:lnTo>
                  <a:lnTo>
                    <a:pt x="201" y="85"/>
                  </a:lnTo>
                  <a:lnTo>
                    <a:pt x="201" y="85"/>
                  </a:lnTo>
                  <a:lnTo>
                    <a:pt x="201" y="85"/>
                  </a:lnTo>
                  <a:lnTo>
                    <a:pt x="198" y="85"/>
                  </a:lnTo>
                  <a:lnTo>
                    <a:pt x="198" y="83"/>
                  </a:lnTo>
                  <a:lnTo>
                    <a:pt x="198" y="83"/>
                  </a:lnTo>
                  <a:lnTo>
                    <a:pt x="198" y="83"/>
                  </a:lnTo>
                  <a:lnTo>
                    <a:pt x="198" y="83"/>
                  </a:lnTo>
                  <a:lnTo>
                    <a:pt x="198" y="83"/>
                  </a:lnTo>
                  <a:lnTo>
                    <a:pt x="198" y="81"/>
                  </a:lnTo>
                  <a:lnTo>
                    <a:pt x="196" y="81"/>
                  </a:lnTo>
                  <a:lnTo>
                    <a:pt x="196" y="83"/>
                  </a:lnTo>
                  <a:lnTo>
                    <a:pt x="196" y="83"/>
                  </a:lnTo>
                  <a:lnTo>
                    <a:pt x="194" y="83"/>
                  </a:lnTo>
                  <a:lnTo>
                    <a:pt x="194" y="83"/>
                  </a:lnTo>
                  <a:lnTo>
                    <a:pt x="194" y="81"/>
                  </a:lnTo>
                  <a:lnTo>
                    <a:pt x="194" y="81"/>
                  </a:lnTo>
                  <a:lnTo>
                    <a:pt x="194" y="83"/>
                  </a:lnTo>
                  <a:lnTo>
                    <a:pt x="191" y="83"/>
                  </a:lnTo>
                  <a:lnTo>
                    <a:pt x="191" y="83"/>
                  </a:lnTo>
                  <a:lnTo>
                    <a:pt x="191" y="81"/>
                  </a:lnTo>
                  <a:lnTo>
                    <a:pt x="191" y="81"/>
                  </a:lnTo>
                  <a:lnTo>
                    <a:pt x="189" y="81"/>
                  </a:lnTo>
                  <a:lnTo>
                    <a:pt x="189" y="81"/>
                  </a:lnTo>
                  <a:lnTo>
                    <a:pt x="189" y="81"/>
                  </a:lnTo>
                  <a:lnTo>
                    <a:pt x="187" y="81"/>
                  </a:lnTo>
                  <a:lnTo>
                    <a:pt x="187" y="81"/>
                  </a:lnTo>
                  <a:lnTo>
                    <a:pt x="187" y="78"/>
                  </a:lnTo>
                  <a:lnTo>
                    <a:pt x="187" y="78"/>
                  </a:lnTo>
                  <a:lnTo>
                    <a:pt x="184" y="78"/>
                  </a:lnTo>
                  <a:lnTo>
                    <a:pt x="184" y="78"/>
                  </a:lnTo>
                  <a:lnTo>
                    <a:pt x="184" y="78"/>
                  </a:lnTo>
                  <a:lnTo>
                    <a:pt x="184" y="78"/>
                  </a:lnTo>
                  <a:lnTo>
                    <a:pt x="184" y="76"/>
                  </a:lnTo>
                  <a:lnTo>
                    <a:pt x="182" y="76"/>
                  </a:lnTo>
                  <a:lnTo>
                    <a:pt x="182" y="76"/>
                  </a:lnTo>
                  <a:lnTo>
                    <a:pt x="180" y="76"/>
                  </a:lnTo>
                  <a:lnTo>
                    <a:pt x="180" y="76"/>
                  </a:lnTo>
                  <a:lnTo>
                    <a:pt x="180" y="78"/>
                  </a:lnTo>
                  <a:lnTo>
                    <a:pt x="180" y="78"/>
                  </a:lnTo>
                  <a:lnTo>
                    <a:pt x="177" y="78"/>
                  </a:lnTo>
                  <a:lnTo>
                    <a:pt x="177" y="78"/>
                  </a:lnTo>
                  <a:lnTo>
                    <a:pt x="177" y="78"/>
                  </a:lnTo>
                  <a:lnTo>
                    <a:pt x="175" y="78"/>
                  </a:lnTo>
                  <a:lnTo>
                    <a:pt x="175" y="78"/>
                  </a:lnTo>
                  <a:lnTo>
                    <a:pt x="175" y="78"/>
                  </a:lnTo>
                  <a:lnTo>
                    <a:pt x="175" y="76"/>
                  </a:lnTo>
                  <a:lnTo>
                    <a:pt x="175" y="76"/>
                  </a:lnTo>
                  <a:lnTo>
                    <a:pt x="175" y="76"/>
                  </a:lnTo>
                  <a:lnTo>
                    <a:pt x="177" y="76"/>
                  </a:lnTo>
                  <a:lnTo>
                    <a:pt x="177" y="76"/>
                  </a:lnTo>
                  <a:lnTo>
                    <a:pt x="177" y="73"/>
                  </a:lnTo>
                  <a:lnTo>
                    <a:pt x="177" y="73"/>
                  </a:lnTo>
                  <a:lnTo>
                    <a:pt x="177" y="73"/>
                  </a:lnTo>
                  <a:lnTo>
                    <a:pt x="175" y="73"/>
                  </a:lnTo>
                  <a:lnTo>
                    <a:pt x="175" y="73"/>
                  </a:lnTo>
                  <a:lnTo>
                    <a:pt x="175" y="73"/>
                  </a:lnTo>
                  <a:lnTo>
                    <a:pt x="175" y="73"/>
                  </a:lnTo>
                  <a:lnTo>
                    <a:pt x="172" y="73"/>
                  </a:lnTo>
                  <a:lnTo>
                    <a:pt x="172" y="73"/>
                  </a:lnTo>
                  <a:lnTo>
                    <a:pt x="172" y="73"/>
                  </a:lnTo>
                  <a:lnTo>
                    <a:pt x="172" y="73"/>
                  </a:lnTo>
                  <a:lnTo>
                    <a:pt x="170" y="73"/>
                  </a:lnTo>
                  <a:lnTo>
                    <a:pt x="170" y="73"/>
                  </a:lnTo>
                  <a:lnTo>
                    <a:pt x="170" y="73"/>
                  </a:lnTo>
                  <a:lnTo>
                    <a:pt x="168" y="73"/>
                  </a:lnTo>
                  <a:lnTo>
                    <a:pt x="168" y="76"/>
                  </a:lnTo>
                  <a:lnTo>
                    <a:pt x="168" y="76"/>
                  </a:lnTo>
                  <a:lnTo>
                    <a:pt x="168" y="76"/>
                  </a:lnTo>
                  <a:lnTo>
                    <a:pt x="165" y="76"/>
                  </a:lnTo>
                  <a:lnTo>
                    <a:pt x="165" y="76"/>
                  </a:lnTo>
                  <a:lnTo>
                    <a:pt x="165" y="76"/>
                  </a:lnTo>
                  <a:lnTo>
                    <a:pt x="165" y="76"/>
                  </a:lnTo>
                  <a:lnTo>
                    <a:pt x="165" y="78"/>
                  </a:lnTo>
                  <a:lnTo>
                    <a:pt x="163" y="78"/>
                  </a:lnTo>
                  <a:lnTo>
                    <a:pt x="163" y="78"/>
                  </a:lnTo>
                  <a:lnTo>
                    <a:pt x="163" y="76"/>
                  </a:lnTo>
                  <a:lnTo>
                    <a:pt x="161" y="76"/>
                  </a:lnTo>
                  <a:lnTo>
                    <a:pt x="161" y="76"/>
                  </a:lnTo>
                  <a:lnTo>
                    <a:pt x="161" y="76"/>
                  </a:lnTo>
                  <a:lnTo>
                    <a:pt x="161" y="76"/>
                  </a:lnTo>
                  <a:lnTo>
                    <a:pt x="158" y="76"/>
                  </a:lnTo>
                  <a:lnTo>
                    <a:pt x="158" y="76"/>
                  </a:lnTo>
                  <a:lnTo>
                    <a:pt x="158" y="76"/>
                  </a:lnTo>
                  <a:lnTo>
                    <a:pt x="156" y="76"/>
                  </a:lnTo>
                  <a:lnTo>
                    <a:pt x="156" y="76"/>
                  </a:lnTo>
                  <a:lnTo>
                    <a:pt x="156" y="73"/>
                  </a:lnTo>
                  <a:lnTo>
                    <a:pt x="153" y="73"/>
                  </a:lnTo>
                  <a:lnTo>
                    <a:pt x="153" y="73"/>
                  </a:lnTo>
                  <a:lnTo>
                    <a:pt x="153" y="73"/>
                  </a:lnTo>
                  <a:lnTo>
                    <a:pt x="153" y="73"/>
                  </a:lnTo>
                  <a:lnTo>
                    <a:pt x="151" y="73"/>
                  </a:lnTo>
                  <a:lnTo>
                    <a:pt x="151" y="73"/>
                  </a:lnTo>
                  <a:lnTo>
                    <a:pt x="151" y="73"/>
                  </a:lnTo>
                  <a:lnTo>
                    <a:pt x="149" y="73"/>
                  </a:lnTo>
                  <a:lnTo>
                    <a:pt x="149" y="73"/>
                  </a:lnTo>
                  <a:lnTo>
                    <a:pt x="146" y="73"/>
                  </a:lnTo>
                  <a:lnTo>
                    <a:pt x="146" y="73"/>
                  </a:lnTo>
                  <a:lnTo>
                    <a:pt x="146" y="73"/>
                  </a:lnTo>
                  <a:lnTo>
                    <a:pt x="144" y="73"/>
                  </a:lnTo>
                  <a:lnTo>
                    <a:pt x="144" y="73"/>
                  </a:lnTo>
                  <a:lnTo>
                    <a:pt x="144" y="73"/>
                  </a:lnTo>
                  <a:lnTo>
                    <a:pt x="144" y="73"/>
                  </a:lnTo>
                  <a:lnTo>
                    <a:pt x="144" y="73"/>
                  </a:lnTo>
                  <a:lnTo>
                    <a:pt x="144" y="73"/>
                  </a:lnTo>
                  <a:lnTo>
                    <a:pt x="144" y="76"/>
                  </a:lnTo>
                  <a:lnTo>
                    <a:pt x="142" y="76"/>
                  </a:lnTo>
                  <a:lnTo>
                    <a:pt x="142" y="76"/>
                  </a:lnTo>
                  <a:lnTo>
                    <a:pt x="142" y="73"/>
                  </a:lnTo>
                  <a:lnTo>
                    <a:pt x="139" y="73"/>
                  </a:lnTo>
                  <a:lnTo>
                    <a:pt x="139" y="73"/>
                  </a:lnTo>
                  <a:lnTo>
                    <a:pt x="139" y="73"/>
                  </a:lnTo>
                  <a:lnTo>
                    <a:pt x="137" y="73"/>
                  </a:lnTo>
                  <a:lnTo>
                    <a:pt x="137" y="73"/>
                  </a:lnTo>
                  <a:lnTo>
                    <a:pt x="137" y="73"/>
                  </a:lnTo>
                  <a:lnTo>
                    <a:pt x="135" y="73"/>
                  </a:lnTo>
                  <a:lnTo>
                    <a:pt x="135" y="73"/>
                  </a:lnTo>
                  <a:lnTo>
                    <a:pt x="135" y="73"/>
                  </a:lnTo>
                  <a:lnTo>
                    <a:pt x="135" y="73"/>
                  </a:lnTo>
                  <a:lnTo>
                    <a:pt x="132" y="73"/>
                  </a:lnTo>
                  <a:lnTo>
                    <a:pt x="132" y="73"/>
                  </a:lnTo>
                  <a:lnTo>
                    <a:pt x="132" y="73"/>
                  </a:lnTo>
                  <a:lnTo>
                    <a:pt x="130" y="73"/>
                  </a:lnTo>
                  <a:lnTo>
                    <a:pt x="130" y="73"/>
                  </a:lnTo>
                  <a:lnTo>
                    <a:pt x="127" y="73"/>
                  </a:lnTo>
                  <a:lnTo>
                    <a:pt x="127" y="73"/>
                  </a:lnTo>
                  <a:lnTo>
                    <a:pt x="127" y="73"/>
                  </a:lnTo>
                  <a:lnTo>
                    <a:pt x="125" y="73"/>
                  </a:lnTo>
                  <a:lnTo>
                    <a:pt x="125" y="71"/>
                  </a:lnTo>
                  <a:lnTo>
                    <a:pt x="125" y="71"/>
                  </a:lnTo>
                  <a:lnTo>
                    <a:pt x="125" y="71"/>
                  </a:lnTo>
                  <a:lnTo>
                    <a:pt x="123" y="71"/>
                  </a:lnTo>
                  <a:lnTo>
                    <a:pt x="123" y="71"/>
                  </a:lnTo>
                  <a:lnTo>
                    <a:pt x="123" y="71"/>
                  </a:lnTo>
                  <a:lnTo>
                    <a:pt x="120" y="71"/>
                  </a:lnTo>
                  <a:lnTo>
                    <a:pt x="120" y="71"/>
                  </a:lnTo>
                  <a:lnTo>
                    <a:pt x="120" y="71"/>
                  </a:lnTo>
                  <a:lnTo>
                    <a:pt x="118" y="71"/>
                  </a:lnTo>
                  <a:lnTo>
                    <a:pt x="118" y="69"/>
                  </a:lnTo>
                  <a:lnTo>
                    <a:pt x="118" y="69"/>
                  </a:lnTo>
                  <a:lnTo>
                    <a:pt x="118" y="69"/>
                  </a:lnTo>
                  <a:lnTo>
                    <a:pt x="116" y="69"/>
                  </a:lnTo>
                  <a:lnTo>
                    <a:pt x="116" y="69"/>
                  </a:lnTo>
                  <a:lnTo>
                    <a:pt x="116" y="69"/>
                  </a:lnTo>
                  <a:lnTo>
                    <a:pt x="113" y="69"/>
                  </a:lnTo>
                  <a:lnTo>
                    <a:pt x="113" y="66"/>
                  </a:lnTo>
                  <a:lnTo>
                    <a:pt x="113" y="66"/>
                  </a:lnTo>
                  <a:lnTo>
                    <a:pt x="113" y="66"/>
                  </a:lnTo>
                  <a:lnTo>
                    <a:pt x="113" y="66"/>
                  </a:lnTo>
                  <a:lnTo>
                    <a:pt x="111" y="66"/>
                  </a:lnTo>
                  <a:lnTo>
                    <a:pt x="111" y="66"/>
                  </a:lnTo>
                  <a:lnTo>
                    <a:pt x="111" y="64"/>
                  </a:lnTo>
                  <a:lnTo>
                    <a:pt x="111" y="64"/>
                  </a:lnTo>
                  <a:lnTo>
                    <a:pt x="109" y="64"/>
                  </a:lnTo>
                  <a:lnTo>
                    <a:pt x="109" y="64"/>
                  </a:lnTo>
                  <a:lnTo>
                    <a:pt x="109" y="64"/>
                  </a:lnTo>
                  <a:lnTo>
                    <a:pt x="106" y="64"/>
                  </a:lnTo>
                  <a:lnTo>
                    <a:pt x="106" y="62"/>
                  </a:lnTo>
                  <a:lnTo>
                    <a:pt x="106" y="62"/>
                  </a:lnTo>
                  <a:lnTo>
                    <a:pt x="106" y="62"/>
                  </a:lnTo>
                  <a:lnTo>
                    <a:pt x="104" y="62"/>
                  </a:lnTo>
                  <a:lnTo>
                    <a:pt x="104" y="62"/>
                  </a:lnTo>
                  <a:lnTo>
                    <a:pt x="104" y="62"/>
                  </a:lnTo>
                  <a:lnTo>
                    <a:pt x="101" y="62"/>
                  </a:lnTo>
                  <a:lnTo>
                    <a:pt x="101" y="62"/>
                  </a:lnTo>
                  <a:lnTo>
                    <a:pt x="101" y="62"/>
                  </a:lnTo>
                  <a:lnTo>
                    <a:pt x="101" y="62"/>
                  </a:lnTo>
                  <a:lnTo>
                    <a:pt x="99" y="62"/>
                  </a:lnTo>
                  <a:lnTo>
                    <a:pt x="99" y="62"/>
                  </a:lnTo>
                  <a:lnTo>
                    <a:pt x="99" y="62"/>
                  </a:lnTo>
                  <a:lnTo>
                    <a:pt x="99" y="59"/>
                  </a:lnTo>
                  <a:lnTo>
                    <a:pt x="97" y="59"/>
                  </a:lnTo>
                  <a:lnTo>
                    <a:pt x="97" y="59"/>
                  </a:lnTo>
                  <a:lnTo>
                    <a:pt x="94" y="59"/>
                  </a:lnTo>
                  <a:lnTo>
                    <a:pt x="94" y="59"/>
                  </a:lnTo>
                  <a:lnTo>
                    <a:pt x="94" y="59"/>
                  </a:lnTo>
                  <a:lnTo>
                    <a:pt x="92" y="59"/>
                  </a:lnTo>
                  <a:lnTo>
                    <a:pt x="92" y="59"/>
                  </a:lnTo>
                  <a:lnTo>
                    <a:pt x="92" y="59"/>
                  </a:lnTo>
                  <a:lnTo>
                    <a:pt x="92" y="59"/>
                  </a:lnTo>
                  <a:lnTo>
                    <a:pt x="90" y="59"/>
                  </a:lnTo>
                  <a:lnTo>
                    <a:pt x="90" y="57"/>
                  </a:lnTo>
                  <a:lnTo>
                    <a:pt x="90" y="57"/>
                  </a:lnTo>
                  <a:lnTo>
                    <a:pt x="87" y="57"/>
                  </a:lnTo>
                  <a:lnTo>
                    <a:pt x="87" y="57"/>
                  </a:lnTo>
                  <a:lnTo>
                    <a:pt x="87" y="57"/>
                  </a:lnTo>
                  <a:lnTo>
                    <a:pt x="85" y="57"/>
                  </a:lnTo>
                  <a:lnTo>
                    <a:pt x="85" y="57"/>
                  </a:lnTo>
                  <a:lnTo>
                    <a:pt x="85" y="59"/>
                  </a:lnTo>
                  <a:lnTo>
                    <a:pt x="85" y="59"/>
                  </a:lnTo>
                  <a:lnTo>
                    <a:pt x="85" y="59"/>
                  </a:lnTo>
                  <a:lnTo>
                    <a:pt x="85" y="59"/>
                  </a:lnTo>
                  <a:lnTo>
                    <a:pt x="85" y="59"/>
                  </a:lnTo>
                  <a:lnTo>
                    <a:pt x="82" y="59"/>
                  </a:lnTo>
                  <a:lnTo>
                    <a:pt x="82" y="59"/>
                  </a:lnTo>
                  <a:lnTo>
                    <a:pt x="80" y="59"/>
                  </a:lnTo>
                  <a:lnTo>
                    <a:pt x="80" y="59"/>
                  </a:lnTo>
                  <a:lnTo>
                    <a:pt x="80" y="59"/>
                  </a:lnTo>
                  <a:lnTo>
                    <a:pt x="80" y="59"/>
                  </a:lnTo>
                  <a:lnTo>
                    <a:pt x="78" y="59"/>
                  </a:lnTo>
                  <a:lnTo>
                    <a:pt x="78" y="57"/>
                  </a:lnTo>
                  <a:lnTo>
                    <a:pt x="78" y="57"/>
                  </a:lnTo>
                  <a:lnTo>
                    <a:pt x="78" y="59"/>
                  </a:lnTo>
                  <a:lnTo>
                    <a:pt x="78" y="59"/>
                  </a:lnTo>
                  <a:lnTo>
                    <a:pt x="75" y="59"/>
                  </a:lnTo>
                  <a:lnTo>
                    <a:pt x="75" y="57"/>
                  </a:lnTo>
                  <a:lnTo>
                    <a:pt x="75" y="57"/>
                  </a:lnTo>
                  <a:lnTo>
                    <a:pt x="73" y="57"/>
                  </a:lnTo>
                  <a:lnTo>
                    <a:pt x="73" y="59"/>
                  </a:lnTo>
                  <a:lnTo>
                    <a:pt x="73" y="59"/>
                  </a:lnTo>
                  <a:lnTo>
                    <a:pt x="73" y="59"/>
                  </a:lnTo>
                  <a:lnTo>
                    <a:pt x="73" y="62"/>
                  </a:lnTo>
                  <a:lnTo>
                    <a:pt x="73" y="62"/>
                  </a:lnTo>
                  <a:lnTo>
                    <a:pt x="71" y="62"/>
                  </a:lnTo>
                  <a:lnTo>
                    <a:pt x="71" y="62"/>
                  </a:lnTo>
                  <a:lnTo>
                    <a:pt x="68" y="62"/>
                  </a:lnTo>
                  <a:lnTo>
                    <a:pt x="68" y="62"/>
                  </a:lnTo>
                  <a:lnTo>
                    <a:pt x="68" y="62"/>
                  </a:lnTo>
                  <a:lnTo>
                    <a:pt x="66" y="62"/>
                  </a:lnTo>
                  <a:lnTo>
                    <a:pt x="66" y="62"/>
                  </a:lnTo>
                  <a:lnTo>
                    <a:pt x="66" y="59"/>
                  </a:lnTo>
                  <a:lnTo>
                    <a:pt x="66" y="59"/>
                  </a:lnTo>
                  <a:lnTo>
                    <a:pt x="64" y="59"/>
                  </a:lnTo>
                  <a:lnTo>
                    <a:pt x="64" y="59"/>
                  </a:lnTo>
                  <a:lnTo>
                    <a:pt x="61" y="59"/>
                  </a:lnTo>
                  <a:lnTo>
                    <a:pt x="61" y="59"/>
                  </a:lnTo>
                  <a:lnTo>
                    <a:pt x="61" y="59"/>
                  </a:lnTo>
                  <a:lnTo>
                    <a:pt x="61" y="59"/>
                  </a:lnTo>
                  <a:lnTo>
                    <a:pt x="59" y="59"/>
                  </a:lnTo>
                  <a:lnTo>
                    <a:pt x="59" y="59"/>
                  </a:lnTo>
                  <a:lnTo>
                    <a:pt x="59" y="59"/>
                  </a:lnTo>
                  <a:lnTo>
                    <a:pt x="59" y="57"/>
                  </a:lnTo>
                  <a:lnTo>
                    <a:pt x="56" y="57"/>
                  </a:lnTo>
                  <a:lnTo>
                    <a:pt x="56" y="57"/>
                  </a:lnTo>
                  <a:lnTo>
                    <a:pt x="54" y="57"/>
                  </a:lnTo>
                  <a:lnTo>
                    <a:pt x="54" y="57"/>
                  </a:lnTo>
                  <a:lnTo>
                    <a:pt x="54" y="54"/>
                  </a:lnTo>
                  <a:lnTo>
                    <a:pt x="54" y="54"/>
                  </a:lnTo>
                  <a:lnTo>
                    <a:pt x="54" y="54"/>
                  </a:lnTo>
                  <a:lnTo>
                    <a:pt x="54" y="54"/>
                  </a:lnTo>
                  <a:lnTo>
                    <a:pt x="52" y="54"/>
                  </a:lnTo>
                  <a:lnTo>
                    <a:pt x="52" y="54"/>
                  </a:lnTo>
                  <a:lnTo>
                    <a:pt x="52" y="52"/>
                  </a:lnTo>
                  <a:lnTo>
                    <a:pt x="52" y="52"/>
                  </a:lnTo>
                  <a:lnTo>
                    <a:pt x="49" y="52"/>
                  </a:lnTo>
                  <a:lnTo>
                    <a:pt x="49" y="52"/>
                  </a:lnTo>
                  <a:lnTo>
                    <a:pt x="49" y="52"/>
                  </a:lnTo>
                  <a:lnTo>
                    <a:pt x="47" y="52"/>
                  </a:lnTo>
                  <a:lnTo>
                    <a:pt x="47" y="52"/>
                  </a:lnTo>
                  <a:lnTo>
                    <a:pt x="47" y="52"/>
                  </a:lnTo>
                  <a:lnTo>
                    <a:pt x="45" y="52"/>
                  </a:lnTo>
                  <a:lnTo>
                    <a:pt x="45" y="52"/>
                  </a:lnTo>
                  <a:lnTo>
                    <a:pt x="45" y="52"/>
                  </a:lnTo>
                  <a:lnTo>
                    <a:pt x="45" y="52"/>
                  </a:lnTo>
                  <a:lnTo>
                    <a:pt x="42" y="52"/>
                  </a:lnTo>
                  <a:lnTo>
                    <a:pt x="42" y="52"/>
                  </a:lnTo>
                  <a:lnTo>
                    <a:pt x="40" y="52"/>
                  </a:lnTo>
                  <a:lnTo>
                    <a:pt x="40" y="52"/>
                  </a:lnTo>
                  <a:lnTo>
                    <a:pt x="40" y="52"/>
                  </a:lnTo>
                  <a:lnTo>
                    <a:pt x="38" y="52"/>
                  </a:lnTo>
                  <a:lnTo>
                    <a:pt x="38" y="52"/>
                  </a:lnTo>
                  <a:lnTo>
                    <a:pt x="38" y="52"/>
                  </a:lnTo>
                  <a:lnTo>
                    <a:pt x="35" y="52"/>
                  </a:lnTo>
                  <a:lnTo>
                    <a:pt x="35" y="52"/>
                  </a:lnTo>
                  <a:lnTo>
                    <a:pt x="33" y="52"/>
                  </a:lnTo>
                  <a:lnTo>
                    <a:pt x="33" y="52"/>
                  </a:lnTo>
                  <a:lnTo>
                    <a:pt x="33" y="50"/>
                  </a:lnTo>
                  <a:lnTo>
                    <a:pt x="33" y="50"/>
                  </a:lnTo>
                  <a:lnTo>
                    <a:pt x="33" y="52"/>
                  </a:lnTo>
                  <a:lnTo>
                    <a:pt x="30" y="52"/>
                  </a:lnTo>
                  <a:lnTo>
                    <a:pt x="30" y="50"/>
                  </a:lnTo>
                  <a:lnTo>
                    <a:pt x="30" y="50"/>
                  </a:lnTo>
                  <a:lnTo>
                    <a:pt x="28" y="50"/>
                  </a:lnTo>
                  <a:lnTo>
                    <a:pt x="28" y="50"/>
                  </a:lnTo>
                  <a:lnTo>
                    <a:pt x="28" y="50"/>
                  </a:lnTo>
                  <a:lnTo>
                    <a:pt x="28" y="50"/>
                  </a:lnTo>
                  <a:lnTo>
                    <a:pt x="28" y="50"/>
                  </a:lnTo>
                  <a:lnTo>
                    <a:pt x="28" y="50"/>
                  </a:lnTo>
                  <a:lnTo>
                    <a:pt x="28" y="47"/>
                  </a:lnTo>
                  <a:lnTo>
                    <a:pt x="26" y="47"/>
                  </a:lnTo>
                  <a:lnTo>
                    <a:pt x="26" y="47"/>
                  </a:lnTo>
                  <a:lnTo>
                    <a:pt x="26" y="45"/>
                  </a:lnTo>
                  <a:lnTo>
                    <a:pt x="26" y="45"/>
                  </a:lnTo>
                  <a:lnTo>
                    <a:pt x="28" y="45"/>
                  </a:lnTo>
                  <a:lnTo>
                    <a:pt x="28" y="43"/>
                  </a:lnTo>
                  <a:lnTo>
                    <a:pt x="28" y="43"/>
                  </a:lnTo>
                  <a:lnTo>
                    <a:pt x="28" y="43"/>
                  </a:lnTo>
                  <a:lnTo>
                    <a:pt x="28" y="43"/>
                  </a:lnTo>
                  <a:lnTo>
                    <a:pt x="28" y="43"/>
                  </a:lnTo>
                  <a:lnTo>
                    <a:pt x="30" y="43"/>
                  </a:lnTo>
                  <a:lnTo>
                    <a:pt x="30" y="40"/>
                  </a:lnTo>
                  <a:lnTo>
                    <a:pt x="30" y="40"/>
                  </a:lnTo>
                  <a:lnTo>
                    <a:pt x="28" y="40"/>
                  </a:lnTo>
                  <a:lnTo>
                    <a:pt x="28" y="40"/>
                  </a:lnTo>
                  <a:lnTo>
                    <a:pt x="28" y="40"/>
                  </a:lnTo>
                  <a:lnTo>
                    <a:pt x="26" y="40"/>
                  </a:lnTo>
                  <a:lnTo>
                    <a:pt x="26" y="40"/>
                  </a:lnTo>
                  <a:lnTo>
                    <a:pt x="26" y="40"/>
                  </a:lnTo>
                  <a:lnTo>
                    <a:pt x="23" y="40"/>
                  </a:lnTo>
                  <a:lnTo>
                    <a:pt x="23" y="38"/>
                  </a:lnTo>
                  <a:lnTo>
                    <a:pt x="23" y="38"/>
                  </a:lnTo>
                  <a:lnTo>
                    <a:pt x="23" y="38"/>
                  </a:lnTo>
                  <a:lnTo>
                    <a:pt x="21" y="38"/>
                  </a:lnTo>
                  <a:lnTo>
                    <a:pt x="21" y="38"/>
                  </a:lnTo>
                  <a:lnTo>
                    <a:pt x="21" y="36"/>
                  </a:lnTo>
                  <a:lnTo>
                    <a:pt x="21" y="36"/>
                  </a:lnTo>
                  <a:lnTo>
                    <a:pt x="21" y="36"/>
                  </a:lnTo>
                  <a:lnTo>
                    <a:pt x="19" y="36"/>
                  </a:lnTo>
                  <a:lnTo>
                    <a:pt x="19" y="36"/>
                  </a:lnTo>
                  <a:lnTo>
                    <a:pt x="19" y="36"/>
                  </a:lnTo>
                  <a:lnTo>
                    <a:pt x="19" y="36"/>
                  </a:lnTo>
                  <a:lnTo>
                    <a:pt x="16" y="36"/>
                  </a:lnTo>
                  <a:lnTo>
                    <a:pt x="16" y="36"/>
                  </a:lnTo>
                  <a:lnTo>
                    <a:pt x="14" y="36"/>
                  </a:lnTo>
                  <a:lnTo>
                    <a:pt x="14" y="36"/>
                  </a:lnTo>
                  <a:lnTo>
                    <a:pt x="14" y="36"/>
                  </a:lnTo>
                  <a:lnTo>
                    <a:pt x="11" y="36"/>
                  </a:lnTo>
                  <a:lnTo>
                    <a:pt x="11" y="36"/>
                  </a:lnTo>
                  <a:lnTo>
                    <a:pt x="11" y="36"/>
                  </a:lnTo>
                  <a:lnTo>
                    <a:pt x="9" y="36"/>
                  </a:lnTo>
                  <a:lnTo>
                    <a:pt x="9" y="36"/>
                  </a:lnTo>
                  <a:lnTo>
                    <a:pt x="7" y="36"/>
                  </a:lnTo>
                  <a:lnTo>
                    <a:pt x="7" y="36"/>
                  </a:lnTo>
                  <a:lnTo>
                    <a:pt x="7" y="36"/>
                  </a:lnTo>
                  <a:lnTo>
                    <a:pt x="7" y="36"/>
                  </a:lnTo>
                  <a:lnTo>
                    <a:pt x="4" y="36"/>
                  </a:lnTo>
                  <a:lnTo>
                    <a:pt x="4" y="36"/>
                  </a:lnTo>
                  <a:lnTo>
                    <a:pt x="4" y="36"/>
                  </a:lnTo>
                  <a:lnTo>
                    <a:pt x="4" y="36"/>
                  </a:lnTo>
                  <a:lnTo>
                    <a:pt x="2" y="36"/>
                  </a:lnTo>
                  <a:lnTo>
                    <a:pt x="2" y="36"/>
                  </a:lnTo>
                  <a:lnTo>
                    <a:pt x="2" y="33"/>
                  </a:lnTo>
                  <a:lnTo>
                    <a:pt x="2" y="33"/>
                  </a:lnTo>
                  <a:lnTo>
                    <a:pt x="2" y="33"/>
                  </a:lnTo>
                  <a:lnTo>
                    <a:pt x="2" y="33"/>
                  </a:lnTo>
                  <a:lnTo>
                    <a:pt x="2" y="31"/>
                  </a:lnTo>
                  <a:lnTo>
                    <a:pt x="0" y="31"/>
                  </a:lnTo>
                  <a:lnTo>
                    <a:pt x="0" y="31"/>
                  </a:lnTo>
                  <a:lnTo>
                    <a:pt x="0" y="31"/>
                  </a:lnTo>
                  <a:lnTo>
                    <a:pt x="0" y="28"/>
                  </a:lnTo>
                  <a:lnTo>
                    <a:pt x="0" y="28"/>
                  </a:lnTo>
                  <a:lnTo>
                    <a:pt x="0" y="28"/>
                  </a:lnTo>
                  <a:lnTo>
                    <a:pt x="2" y="28"/>
                  </a:lnTo>
                  <a:lnTo>
                    <a:pt x="2" y="28"/>
                  </a:lnTo>
                  <a:lnTo>
                    <a:pt x="2" y="26"/>
                  </a:lnTo>
                  <a:lnTo>
                    <a:pt x="4" y="26"/>
                  </a:lnTo>
                  <a:lnTo>
                    <a:pt x="4" y="26"/>
                  </a:lnTo>
                  <a:lnTo>
                    <a:pt x="4" y="28"/>
                  </a:lnTo>
                  <a:lnTo>
                    <a:pt x="4" y="28"/>
                  </a:lnTo>
                  <a:lnTo>
                    <a:pt x="4" y="31"/>
                  </a:lnTo>
                  <a:lnTo>
                    <a:pt x="4" y="31"/>
                  </a:lnTo>
                  <a:lnTo>
                    <a:pt x="7" y="31"/>
                  </a:lnTo>
                  <a:lnTo>
                    <a:pt x="7" y="31"/>
                  </a:lnTo>
                  <a:lnTo>
                    <a:pt x="7" y="31"/>
                  </a:lnTo>
                  <a:lnTo>
                    <a:pt x="7" y="33"/>
                  </a:lnTo>
                  <a:lnTo>
                    <a:pt x="7" y="33"/>
                  </a:lnTo>
                  <a:lnTo>
                    <a:pt x="7" y="33"/>
                  </a:lnTo>
                  <a:lnTo>
                    <a:pt x="9" y="33"/>
                  </a:lnTo>
                  <a:lnTo>
                    <a:pt x="9" y="33"/>
                  </a:lnTo>
                  <a:lnTo>
                    <a:pt x="9" y="31"/>
                  </a:lnTo>
                  <a:lnTo>
                    <a:pt x="9" y="31"/>
                  </a:lnTo>
                  <a:lnTo>
                    <a:pt x="9" y="31"/>
                  </a:lnTo>
                  <a:lnTo>
                    <a:pt x="11" y="31"/>
                  </a:lnTo>
                  <a:lnTo>
                    <a:pt x="11" y="28"/>
                  </a:lnTo>
                  <a:lnTo>
                    <a:pt x="11" y="28"/>
                  </a:lnTo>
                  <a:lnTo>
                    <a:pt x="11" y="26"/>
                  </a:lnTo>
                  <a:lnTo>
                    <a:pt x="11" y="26"/>
                  </a:lnTo>
                  <a:lnTo>
                    <a:pt x="11" y="26"/>
                  </a:lnTo>
                  <a:lnTo>
                    <a:pt x="11" y="26"/>
                  </a:lnTo>
                  <a:lnTo>
                    <a:pt x="14" y="26"/>
                  </a:lnTo>
                  <a:lnTo>
                    <a:pt x="14" y="26"/>
                  </a:lnTo>
                  <a:lnTo>
                    <a:pt x="14" y="26"/>
                  </a:lnTo>
                  <a:lnTo>
                    <a:pt x="14" y="24"/>
                  </a:lnTo>
                  <a:lnTo>
                    <a:pt x="14" y="24"/>
                  </a:lnTo>
                  <a:lnTo>
                    <a:pt x="14" y="24"/>
                  </a:lnTo>
                  <a:lnTo>
                    <a:pt x="14" y="21"/>
                  </a:lnTo>
                  <a:lnTo>
                    <a:pt x="14" y="21"/>
                  </a:lnTo>
                  <a:lnTo>
                    <a:pt x="14" y="19"/>
                  </a:lnTo>
                  <a:lnTo>
                    <a:pt x="14" y="19"/>
                  </a:lnTo>
                  <a:lnTo>
                    <a:pt x="16" y="19"/>
                  </a:lnTo>
                  <a:lnTo>
                    <a:pt x="16" y="17"/>
                  </a:lnTo>
                  <a:lnTo>
                    <a:pt x="16" y="17"/>
                  </a:lnTo>
                  <a:lnTo>
                    <a:pt x="16" y="17"/>
                  </a:lnTo>
                  <a:lnTo>
                    <a:pt x="16" y="14"/>
                  </a:lnTo>
                  <a:lnTo>
                    <a:pt x="19" y="14"/>
                  </a:lnTo>
                  <a:lnTo>
                    <a:pt x="19" y="14"/>
                  </a:lnTo>
                  <a:lnTo>
                    <a:pt x="19" y="14"/>
                  </a:lnTo>
                  <a:lnTo>
                    <a:pt x="19" y="14"/>
                  </a:lnTo>
                  <a:lnTo>
                    <a:pt x="19" y="12"/>
                  </a:lnTo>
                  <a:lnTo>
                    <a:pt x="19" y="12"/>
                  </a:lnTo>
                  <a:lnTo>
                    <a:pt x="19" y="12"/>
                  </a:lnTo>
                  <a:lnTo>
                    <a:pt x="21" y="12"/>
                  </a:lnTo>
                  <a:lnTo>
                    <a:pt x="21" y="12"/>
                  </a:lnTo>
                  <a:lnTo>
                    <a:pt x="21" y="12"/>
                  </a:lnTo>
                  <a:lnTo>
                    <a:pt x="21" y="12"/>
                  </a:lnTo>
                  <a:lnTo>
                    <a:pt x="23" y="12"/>
                  </a:lnTo>
                  <a:lnTo>
                    <a:pt x="23" y="12"/>
                  </a:lnTo>
                  <a:lnTo>
                    <a:pt x="26" y="12"/>
                  </a:lnTo>
                  <a:lnTo>
                    <a:pt x="26" y="12"/>
                  </a:lnTo>
                  <a:lnTo>
                    <a:pt x="26" y="12"/>
                  </a:lnTo>
                  <a:lnTo>
                    <a:pt x="28" y="12"/>
                  </a:lnTo>
                  <a:lnTo>
                    <a:pt x="28" y="14"/>
                  </a:lnTo>
                  <a:lnTo>
                    <a:pt x="28" y="14"/>
                  </a:lnTo>
                  <a:lnTo>
                    <a:pt x="28" y="14"/>
                  </a:lnTo>
                  <a:lnTo>
                    <a:pt x="28" y="14"/>
                  </a:lnTo>
                  <a:lnTo>
                    <a:pt x="30" y="14"/>
                  </a:lnTo>
                  <a:lnTo>
                    <a:pt x="30" y="14"/>
                  </a:lnTo>
                  <a:lnTo>
                    <a:pt x="33" y="14"/>
                  </a:lnTo>
                  <a:lnTo>
                    <a:pt x="33" y="14"/>
                  </a:lnTo>
                  <a:lnTo>
                    <a:pt x="33" y="14"/>
                  </a:lnTo>
                  <a:lnTo>
                    <a:pt x="35" y="14"/>
                  </a:lnTo>
                  <a:lnTo>
                    <a:pt x="35" y="14"/>
                  </a:lnTo>
                  <a:lnTo>
                    <a:pt x="33" y="14"/>
                  </a:lnTo>
                  <a:lnTo>
                    <a:pt x="33" y="14"/>
                  </a:lnTo>
                  <a:lnTo>
                    <a:pt x="33" y="12"/>
                  </a:lnTo>
                  <a:lnTo>
                    <a:pt x="33" y="12"/>
                  </a:lnTo>
                  <a:lnTo>
                    <a:pt x="30" y="12"/>
                  </a:lnTo>
                  <a:lnTo>
                    <a:pt x="30" y="14"/>
                  </a:lnTo>
                  <a:lnTo>
                    <a:pt x="30" y="14"/>
                  </a:lnTo>
                  <a:lnTo>
                    <a:pt x="30" y="12"/>
                  </a:lnTo>
                  <a:lnTo>
                    <a:pt x="30" y="12"/>
                  </a:lnTo>
                  <a:lnTo>
                    <a:pt x="30" y="9"/>
                  </a:lnTo>
                  <a:lnTo>
                    <a:pt x="30" y="9"/>
                  </a:lnTo>
                  <a:lnTo>
                    <a:pt x="30" y="9"/>
                  </a:lnTo>
                  <a:lnTo>
                    <a:pt x="30" y="9"/>
                  </a:lnTo>
                  <a:lnTo>
                    <a:pt x="28" y="9"/>
                  </a:lnTo>
                  <a:lnTo>
                    <a:pt x="28" y="7"/>
                  </a:lnTo>
                  <a:lnTo>
                    <a:pt x="30" y="7"/>
                  </a:lnTo>
                  <a:lnTo>
                    <a:pt x="30" y="7"/>
                  </a:lnTo>
                  <a:lnTo>
                    <a:pt x="30" y="7"/>
                  </a:lnTo>
                  <a:lnTo>
                    <a:pt x="30" y="7"/>
                  </a:lnTo>
                  <a:lnTo>
                    <a:pt x="30" y="5"/>
                  </a:lnTo>
                  <a:lnTo>
                    <a:pt x="28" y="5"/>
                  </a:lnTo>
                  <a:lnTo>
                    <a:pt x="28" y="5"/>
                  </a:lnTo>
                  <a:lnTo>
                    <a:pt x="30" y="5"/>
                  </a:lnTo>
                  <a:lnTo>
                    <a:pt x="30" y="2"/>
                  </a:lnTo>
                  <a:lnTo>
                    <a:pt x="30" y="2"/>
                  </a:lnTo>
                  <a:lnTo>
                    <a:pt x="28" y="2"/>
                  </a:lnTo>
                  <a:lnTo>
                    <a:pt x="28" y="2"/>
                  </a:lnTo>
                  <a:lnTo>
                    <a:pt x="28" y="0"/>
                  </a:lnTo>
                  <a:lnTo>
                    <a:pt x="28" y="0"/>
                  </a:lnTo>
                  <a:lnTo>
                    <a:pt x="28" y="0"/>
                  </a:lnTo>
                  <a:lnTo>
                    <a:pt x="28" y="0"/>
                  </a:lnTo>
                  <a:lnTo>
                    <a:pt x="30" y="0"/>
                  </a:lnTo>
                  <a:lnTo>
                    <a:pt x="30" y="0"/>
                  </a:lnTo>
                  <a:lnTo>
                    <a:pt x="33" y="0"/>
                  </a:lnTo>
                  <a:lnTo>
                    <a:pt x="3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217"/>
            <p:cNvSpPr>
              <a:spLocks/>
            </p:cNvSpPr>
            <p:nvPr/>
          </p:nvSpPr>
          <p:spPr bwMode="auto">
            <a:xfrm>
              <a:off x="4900613" y="4592638"/>
              <a:ext cx="363538" cy="139700"/>
            </a:xfrm>
            <a:custGeom>
              <a:avLst/>
              <a:gdLst/>
              <a:ahLst/>
              <a:cxnLst>
                <a:cxn ang="0">
                  <a:pos x="35" y="12"/>
                </a:cxn>
                <a:cxn ang="0">
                  <a:pos x="40" y="17"/>
                </a:cxn>
                <a:cxn ang="0">
                  <a:pos x="47" y="12"/>
                </a:cxn>
                <a:cxn ang="0">
                  <a:pos x="56" y="19"/>
                </a:cxn>
                <a:cxn ang="0">
                  <a:pos x="66" y="19"/>
                </a:cxn>
                <a:cxn ang="0">
                  <a:pos x="75" y="26"/>
                </a:cxn>
                <a:cxn ang="0">
                  <a:pos x="80" y="33"/>
                </a:cxn>
                <a:cxn ang="0">
                  <a:pos x="92" y="36"/>
                </a:cxn>
                <a:cxn ang="0">
                  <a:pos x="101" y="38"/>
                </a:cxn>
                <a:cxn ang="0">
                  <a:pos x="113" y="38"/>
                </a:cxn>
                <a:cxn ang="0">
                  <a:pos x="118" y="28"/>
                </a:cxn>
                <a:cxn ang="0">
                  <a:pos x="127" y="24"/>
                </a:cxn>
                <a:cxn ang="0">
                  <a:pos x="137" y="28"/>
                </a:cxn>
                <a:cxn ang="0">
                  <a:pos x="146" y="33"/>
                </a:cxn>
                <a:cxn ang="0">
                  <a:pos x="158" y="36"/>
                </a:cxn>
                <a:cxn ang="0">
                  <a:pos x="165" y="36"/>
                </a:cxn>
                <a:cxn ang="0">
                  <a:pos x="180" y="36"/>
                </a:cxn>
                <a:cxn ang="0">
                  <a:pos x="194" y="38"/>
                </a:cxn>
                <a:cxn ang="0">
                  <a:pos x="189" y="43"/>
                </a:cxn>
                <a:cxn ang="0">
                  <a:pos x="184" y="47"/>
                </a:cxn>
                <a:cxn ang="0">
                  <a:pos x="177" y="45"/>
                </a:cxn>
                <a:cxn ang="0">
                  <a:pos x="168" y="47"/>
                </a:cxn>
                <a:cxn ang="0">
                  <a:pos x="172" y="57"/>
                </a:cxn>
                <a:cxn ang="0">
                  <a:pos x="180" y="57"/>
                </a:cxn>
                <a:cxn ang="0">
                  <a:pos x="191" y="54"/>
                </a:cxn>
                <a:cxn ang="0">
                  <a:pos x="201" y="59"/>
                </a:cxn>
                <a:cxn ang="0">
                  <a:pos x="208" y="69"/>
                </a:cxn>
                <a:cxn ang="0">
                  <a:pos x="220" y="66"/>
                </a:cxn>
                <a:cxn ang="0">
                  <a:pos x="227" y="73"/>
                </a:cxn>
                <a:cxn ang="0">
                  <a:pos x="220" y="81"/>
                </a:cxn>
                <a:cxn ang="0">
                  <a:pos x="215" y="85"/>
                </a:cxn>
                <a:cxn ang="0">
                  <a:pos x="208" y="76"/>
                </a:cxn>
                <a:cxn ang="0">
                  <a:pos x="198" y="73"/>
                </a:cxn>
                <a:cxn ang="0">
                  <a:pos x="206" y="85"/>
                </a:cxn>
                <a:cxn ang="0">
                  <a:pos x="194" y="83"/>
                </a:cxn>
                <a:cxn ang="0">
                  <a:pos x="184" y="78"/>
                </a:cxn>
                <a:cxn ang="0">
                  <a:pos x="175" y="76"/>
                </a:cxn>
                <a:cxn ang="0">
                  <a:pos x="168" y="73"/>
                </a:cxn>
                <a:cxn ang="0">
                  <a:pos x="158" y="76"/>
                </a:cxn>
                <a:cxn ang="0">
                  <a:pos x="144" y="73"/>
                </a:cxn>
                <a:cxn ang="0">
                  <a:pos x="135" y="73"/>
                </a:cxn>
                <a:cxn ang="0">
                  <a:pos x="123" y="71"/>
                </a:cxn>
                <a:cxn ang="0">
                  <a:pos x="111" y="66"/>
                </a:cxn>
                <a:cxn ang="0">
                  <a:pos x="99" y="62"/>
                </a:cxn>
                <a:cxn ang="0">
                  <a:pos x="87" y="57"/>
                </a:cxn>
                <a:cxn ang="0">
                  <a:pos x="78" y="57"/>
                </a:cxn>
                <a:cxn ang="0">
                  <a:pos x="66" y="62"/>
                </a:cxn>
                <a:cxn ang="0">
                  <a:pos x="54" y="57"/>
                </a:cxn>
                <a:cxn ang="0">
                  <a:pos x="45" y="52"/>
                </a:cxn>
                <a:cxn ang="0">
                  <a:pos x="30" y="52"/>
                </a:cxn>
                <a:cxn ang="0">
                  <a:pos x="28" y="43"/>
                </a:cxn>
                <a:cxn ang="0">
                  <a:pos x="21" y="38"/>
                </a:cxn>
                <a:cxn ang="0">
                  <a:pos x="9" y="36"/>
                </a:cxn>
                <a:cxn ang="0">
                  <a:pos x="0" y="31"/>
                </a:cxn>
                <a:cxn ang="0">
                  <a:pos x="7" y="33"/>
                </a:cxn>
                <a:cxn ang="0">
                  <a:pos x="14" y="26"/>
                </a:cxn>
                <a:cxn ang="0">
                  <a:pos x="19" y="12"/>
                </a:cxn>
                <a:cxn ang="0">
                  <a:pos x="30" y="14"/>
                </a:cxn>
                <a:cxn ang="0">
                  <a:pos x="30" y="9"/>
                </a:cxn>
                <a:cxn ang="0">
                  <a:pos x="28" y="0"/>
                </a:cxn>
              </a:cxnLst>
              <a:rect l="0" t="0" r="r" b="b"/>
              <a:pathLst>
                <a:path w="229" h="88">
                  <a:moveTo>
                    <a:pt x="33" y="0"/>
                  </a:moveTo>
                  <a:lnTo>
                    <a:pt x="33" y="2"/>
                  </a:lnTo>
                  <a:lnTo>
                    <a:pt x="33" y="2"/>
                  </a:lnTo>
                  <a:lnTo>
                    <a:pt x="33" y="2"/>
                  </a:lnTo>
                  <a:lnTo>
                    <a:pt x="33" y="2"/>
                  </a:lnTo>
                  <a:lnTo>
                    <a:pt x="33" y="5"/>
                  </a:lnTo>
                  <a:lnTo>
                    <a:pt x="33" y="5"/>
                  </a:lnTo>
                  <a:lnTo>
                    <a:pt x="33" y="7"/>
                  </a:lnTo>
                  <a:lnTo>
                    <a:pt x="33" y="7"/>
                  </a:lnTo>
                  <a:lnTo>
                    <a:pt x="33" y="7"/>
                  </a:lnTo>
                  <a:lnTo>
                    <a:pt x="33" y="9"/>
                  </a:lnTo>
                  <a:lnTo>
                    <a:pt x="33" y="9"/>
                  </a:lnTo>
                  <a:lnTo>
                    <a:pt x="33" y="9"/>
                  </a:lnTo>
                  <a:lnTo>
                    <a:pt x="33" y="9"/>
                  </a:lnTo>
                  <a:lnTo>
                    <a:pt x="33" y="12"/>
                  </a:lnTo>
                  <a:lnTo>
                    <a:pt x="33" y="12"/>
                  </a:lnTo>
                  <a:lnTo>
                    <a:pt x="35" y="12"/>
                  </a:lnTo>
                  <a:lnTo>
                    <a:pt x="35" y="12"/>
                  </a:lnTo>
                  <a:lnTo>
                    <a:pt x="38" y="12"/>
                  </a:lnTo>
                  <a:lnTo>
                    <a:pt x="38" y="14"/>
                  </a:lnTo>
                  <a:lnTo>
                    <a:pt x="38" y="14"/>
                  </a:lnTo>
                  <a:lnTo>
                    <a:pt x="38" y="12"/>
                  </a:lnTo>
                  <a:lnTo>
                    <a:pt x="38" y="12"/>
                  </a:lnTo>
                  <a:lnTo>
                    <a:pt x="38" y="14"/>
                  </a:lnTo>
                  <a:lnTo>
                    <a:pt x="38" y="14"/>
                  </a:lnTo>
                  <a:lnTo>
                    <a:pt x="38" y="14"/>
                  </a:lnTo>
                  <a:lnTo>
                    <a:pt x="38" y="14"/>
                  </a:lnTo>
                  <a:lnTo>
                    <a:pt x="38" y="14"/>
                  </a:lnTo>
                  <a:lnTo>
                    <a:pt x="35" y="14"/>
                  </a:lnTo>
                  <a:lnTo>
                    <a:pt x="35" y="17"/>
                  </a:lnTo>
                  <a:lnTo>
                    <a:pt x="38" y="17"/>
                  </a:lnTo>
                  <a:lnTo>
                    <a:pt x="38" y="17"/>
                  </a:lnTo>
                  <a:lnTo>
                    <a:pt x="38" y="17"/>
                  </a:lnTo>
                  <a:lnTo>
                    <a:pt x="40" y="17"/>
                  </a:lnTo>
                  <a:lnTo>
                    <a:pt x="40" y="17"/>
                  </a:lnTo>
                  <a:lnTo>
                    <a:pt x="40" y="14"/>
                  </a:lnTo>
                  <a:lnTo>
                    <a:pt x="40" y="14"/>
                  </a:lnTo>
                  <a:lnTo>
                    <a:pt x="40" y="14"/>
                  </a:lnTo>
                  <a:lnTo>
                    <a:pt x="40" y="12"/>
                  </a:lnTo>
                  <a:lnTo>
                    <a:pt x="40" y="12"/>
                  </a:lnTo>
                  <a:lnTo>
                    <a:pt x="40" y="12"/>
                  </a:lnTo>
                  <a:lnTo>
                    <a:pt x="42" y="12"/>
                  </a:lnTo>
                  <a:lnTo>
                    <a:pt x="42" y="12"/>
                  </a:lnTo>
                  <a:lnTo>
                    <a:pt x="42" y="12"/>
                  </a:lnTo>
                  <a:lnTo>
                    <a:pt x="45" y="12"/>
                  </a:lnTo>
                  <a:lnTo>
                    <a:pt x="45" y="14"/>
                  </a:lnTo>
                  <a:lnTo>
                    <a:pt x="45" y="14"/>
                  </a:lnTo>
                  <a:lnTo>
                    <a:pt x="45" y="14"/>
                  </a:lnTo>
                  <a:lnTo>
                    <a:pt x="47" y="14"/>
                  </a:lnTo>
                  <a:lnTo>
                    <a:pt x="47" y="12"/>
                  </a:lnTo>
                  <a:lnTo>
                    <a:pt x="47" y="12"/>
                  </a:lnTo>
                  <a:lnTo>
                    <a:pt x="47" y="12"/>
                  </a:lnTo>
                  <a:lnTo>
                    <a:pt x="47" y="14"/>
                  </a:lnTo>
                  <a:lnTo>
                    <a:pt x="49" y="14"/>
                  </a:lnTo>
                  <a:lnTo>
                    <a:pt x="49" y="14"/>
                  </a:lnTo>
                  <a:lnTo>
                    <a:pt x="49" y="14"/>
                  </a:lnTo>
                  <a:lnTo>
                    <a:pt x="49" y="14"/>
                  </a:lnTo>
                  <a:lnTo>
                    <a:pt x="52" y="14"/>
                  </a:lnTo>
                  <a:lnTo>
                    <a:pt x="52" y="17"/>
                  </a:lnTo>
                  <a:lnTo>
                    <a:pt x="52" y="17"/>
                  </a:lnTo>
                  <a:lnTo>
                    <a:pt x="52" y="17"/>
                  </a:lnTo>
                  <a:lnTo>
                    <a:pt x="52" y="17"/>
                  </a:lnTo>
                  <a:lnTo>
                    <a:pt x="52" y="19"/>
                  </a:lnTo>
                  <a:lnTo>
                    <a:pt x="54" y="19"/>
                  </a:lnTo>
                  <a:lnTo>
                    <a:pt x="54" y="19"/>
                  </a:lnTo>
                  <a:lnTo>
                    <a:pt x="54" y="19"/>
                  </a:lnTo>
                  <a:lnTo>
                    <a:pt x="54" y="19"/>
                  </a:lnTo>
                  <a:lnTo>
                    <a:pt x="56" y="19"/>
                  </a:lnTo>
                  <a:lnTo>
                    <a:pt x="56" y="19"/>
                  </a:lnTo>
                  <a:lnTo>
                    <a:pt x="56" y="19"/>
                  </a:lnTo>
                  <a:lnTo>
                    <a:pt x="59" y="19"/>
                  </a:lnTo>
                  <a:lnTo>
                    <a:pt x="59" y="19"/>
                  </a:lnTo>
                  <a:lnTo>
                    <a:pt x="59" y="19"/>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19"/>
                  </a:lnTo>
                  <a:lnTo>
                    <a:pt x="66" y="19"/>
                  </a:lnTo>
                  <a:lnTo>
                    <a:pt x="68" y="19"/>
                  </a:lnTo>
                  <a:lnTo>
                    <a:pt x="68" y="19"/>
                  </a:lnTo>
                  <a:lnTo>
                    <a:pt x="68" y="19"/>
                  </a:lnTo>
                  <a:lnTo>
                    <a:pt x="71" y="19"/>
                  </a:lnTo>
                  <a:lnTo>
                    <a:pt x="71" y="21"/>
                  </a:lnTo>
                  <a:lnTo>
                    <a:pt x="71" y="21"/>
                  </a:lnTo>
                  <a:lnTo>
                    <a:pt x="71" y="21"/>
                  </a:lnTo>
                  <a:lnTo>
                    <a:pt x="71" y="24"/>
                  </a:lnTo>
                  <a:lnTo>
                    <a:pt x="71" y="24"/>
                  </a:lnTo>
                  <a:lnTo>
                    <a:pt x="73" y="24"/>
                  </a:lnTo>
                  <a:lnTo>
                    <a:pt x="73" y="24"/>
                  </a:lnTo>
                  <a:lnTo>
                    <a:pt x="73" y="24"/>
                  </a:lnTo>
                  <a:lnTo>
                    <a:pt x="73" y="26"/>
                  </a:lnTo>
                  <a:lnTo>
                    <a:pt x="73" y="26"/>
                  </a:lnTo>
                  <a:lnTo>
                    <a:pt x="73" y="26"/>
                  </a:lnTo>
                  <a:lnTo>
                    <a:pt x="75" y="26"/>
                  </a:lnTo>
                  <a:lnTo>
                    <a:pt x="75" y="28"/>
                  </a:lnTo>
                  <a:lnTo>
                    <a:pt x="75" y="28"/>
                  </a:lnTo>
                  <a:lnTo>
                    <a:pt x="75" y="31"/>
                  </a:lnTo>
                  <a:lnTo>
                    <a:pt x="75" y="31"/>
                  </a:lnTo>
                  <a:lnTo>
                    <a:pt x="75" y="33"/>
                  </a:lnTo>
                  <a:lnTo>
                    <a:pt x="75" y="33"/>
                  </a:lnTo>
                  <a:lnTo>
                    <a:pt x="75" y="33"/>
                  </a:lnTo>
                  <a:lnTo>
                    <a:pt x="78" y="33"/>
                  </a:lnTo>
                  <a:lnTo>
                    <a:pt x="78" y="33"/>
                  </a:lnTo>
                  <a:lnTo>
                    <a:pt x="78" y="33"/>
                  </a:lnTo>
                  <a:lnTo>
                    <a:pt x="78" y="33"/>
                  </a:lnTo>
                  <a:lnTo>
                    <a:pt x="80" y="33"/>
                  </a:lnTo>
                  <a:lnTo>
                    <a:pt x="80" y="33"/>
                  </a:lnTo>
                  <a:lnTo>
                    <a:pt x="80" y="33"/>
                  </a:lnTo>
                  <a:lnTo>
                    <a:pt x="80" y="33"/>
                  </a:lnTo>
                  <a:lnTo>
                    <a:pt x="80" y="33"/>
                  </a:lnTo>
                  <a:lnTo>
                    <a:pt x="80" y="33"/>
                  </a:lnTo>
                  <a:lnTo>
                    <a:pt x="80" y="33"/>
                  </a:lnTo>
                  <a:lnTo>
                    <a:pt x="82" y="33"/>
                  </a:lnTo>
                  <a:lnTo>
                    <a:pt x="82" y="33"/>
                  </a:lnTo>
                  <a:lnTo>
                    <a:pt x="85" y="33"/>
                  </a:lnTo>
                  <a:lnTo>
                    <a:pt x="85" y="33"/>
                  </a:lnTo>
                  <a:lnTo>
                    <a:pt x="85" y="33"/>
                  </a:lnTo>
                  <a:lnTo>
                    <a:pt x="85" y="33"/>
                  </a:lnTo>
                  <a:lnTo>
                    <a:pt x="85" y="33"/>
                  </a:lnTo>
                  <a:lnTo>
                    <a:pt x="87" y="33"/>
                  </a:lnTo>
                  <a:lnTo>
                    <a:pt x="87" y="36"/>
                  </a:lnTo>
                  <a:lnTo>
                    <a:pt x="87" y="36"/>
                  </a:lnTo>
                  <a:lnTo>
                    <a:pt x="87" y="36"/>
                  </a:lnTo>
                  <a:lnTo>
                    <a:pt x="90" y="36"/>
                  </a:lnTo>
                  <a:lnTo>
                    <a:pt x="90" y="36"/>
                  </a:lnTo>
                  <a:lnTo>
                    <a:pt x="92" y="36"/>
                  </a:lnTo>
                  <a:lnTo>
                    <a:pt x="92" y="36"/>
                  </a:lnTo>
                  <a:lnTo>
                    <a:pt x="92" y="36"/>
                  </a:lnTo>
                  <a:lnTo>
                    <a:pt x="92" y="33"/>
                  </a:lnTo>
                  <a:lnTo>
                    <a:pt x="94" y="33"/>
                  </a:lnTo>
                  <a:lnTo>
                    <a:pt x="94" y="33"/>
                  </a:lnTo>
                  <a:lnTo>
                    <a:pt x="94" y="33"/>
                  </a:lnTo>
                  <a:lnTo>
                    <a:pt x="94" y="33"/>
                  </a:lnTo>
                  <a:lnTo>
                    <a:pt x="94" y="33"/>
                  </a:lnTo>
                  <a:lnTo>
                    <a:pt x="97" y="33"/>
                  </a:lnTo>
                  <a:lnTo>
                    <a:pt x="97" y="36"/>
                  </a:lnTo>
                  <a:lnTo>
                    <a:pt x="97" y="36"/>
                  </a:lnTo>
                  <a:lnTo>
                    <a:pt x="99" y="36"/>
                  </a:lnTo>
                  <a:lnTo>
                    <a:pt x="99" y="36"/>
                  </a:lnTo>
                  <a:lnTo>
                    <a:pt x="99" y="36"/>
                  </a:lnTo>
                  <a:lnTo>
                    <a:pt x="99" y="36"/>
                  </a:lnTo>
                  <a:lnTo>
                    <a:pt x="101" y="36"/>
                  </a:lnTo>
                  <a:lnTo>
                    <a:pt x="101" y="36"/>
                  </a:lnTo>
                  <a:lnTo>
                    <a:pt x="101" y="36"/>
                  </a:lnTo>
                  <a:lnTo>
                    <a:pt x="101" y="38"/>
                  </a:lnTo>
                  <a:lnTo>
                    <a:pt x="104" y="38"/>
                  </a:lnTo>
                  <a:lnTo>
                    <a:pt x="104" y="36"/>
                  </a:lnTo>
                  <a:lnTo>
                    <a:pt x="104" y="36"/>
                  </a:lnTo>
                  <a:lnTo>
                    <a:pt x="104" y="38"/>
                  </a:lnTo>
                  <a:lnTo>
                    <a:pt x="106" y="38"/>
                  </a:lnTo>
                  <a:lnTo>
                    <a:pt x="106" y="36"/>
                  </a:lnTo>
                  <a:lnTo>
                    <a:pt x="106" y="36"/>
                  </a:lnTo>
                  <a:lnTo>
                    <a:pt x="106" y="36"/>
                  </a:lnTo>
                  <a:lnTo>
                    <a:pt x="109" y="36"/>
                  </a:lnTo>
                  <a:lnTo>
                    <a:pt x="109" y="36"/>
                  </a:lnTo>
                  <a:lnTo>
                    <a:pt x="109" y="36"/>
                  </a:lnTo>
                  <a:lnTo>
                    <a:pt x="111" y="36"/>
                  </a:lnTo>
                  <a:lnTo>
                    <a:pt x="111" y="36"/>
                  </a:lnTo>
                  <a:lnTo>
                    <a:pt x="111" y="36"/>
                  </a:lnTo>
                  <a:lnTo>
                    <a:pt x="111" y="36"/>
                  </a:lnTo>
                  <a:lnTo>
                    <a:pt x="111" y="38"/>
                  </a:lnTo>
                  <a:lnTo>
                    <a:pt x="113" y="38"/>
                  </a:lnTo>
                  <a:lnTo>
                    <a:pt x="113" y="38"/>
                  </a:lnTo>
                  <a:lnTo>
                    <a:pt x="113" y="38"/>
                  </a:lnTo>
                  <a:lnTo>
                    <a:pt x="116" y="38"/>
                  </a:lnTo>
                  <a:lnTo>
                    <a:pt x="116" y="36"/>
                  </a:lnTo>
                  <a:lnTo>
                    <a:pt x="116" y="36"/>
                  </a:lnTo>
                  <a:lnTo>
                    <a:pt x="116" y="36"/>
                  </a:lnTo>
                  <a:lnTo>
                    <a:pt x="116" y="33"/>
                  </a:lnTo>
                  <a:lnTo>
                    <a:pt x="118" y="33"/>
                  </a:lnTo>
                  <a:lnTo>
                    <a:pt x="118" y="33"/>
                  </a:lnTo>
                  <a:lnTo>
                    <a:pt x="116" y="33"/>
                  </a:lnTo>
                  <a:lnTo>
                    <a:pt x="116" y="33"/>
                  </a:lnTo>
                  <a:lnTo>
                    <a:pt x="118" y="33"/>
                  </a:lnTo>
                  <a:lnTo>
                    <a:pt x="118" y="33"/>
                  </a:lnTo>
                  <a:lnTo>
                    <a:pt x="118" y="31"/>
                  </a:lnTo>
                  <a:lnTo>
                    <a:pt x="118" y="31"/>
                  </a:lnTo>
                  <a:lnTo>
                    <a:pt x="118" y="31"/>
                  </a:lnTo>
                  <a:lnTo>
                    <a:pt x="118" y="28"/>
                  </a:lnTo>
                  <a:lnTo>
                    <a:pt x="118" y="28"/>
                  </a:lnTo>
                  <a:lnTo>
                    <a:pt x="118" y="26"/>
                  </a:lnTo>
                  <a:lnTo>
                    <a:pt x="120" y="26"/>
                  </a:lnTo>
                  <a:lnTo>
                    <a:pt x="120" y="26"/>
                  </a:lnTo>
                  <a:lnTo>
                    <a:pt x="120" y="26"/>
                  </a:lnTo>
                  <a:lnTo>
                    <a:pt x="120" y="24"/>
                  </a:lnTo>
                  <a:lnTo>
                    <a:pt x="120" y="24"/>
                  </a:lnTo>
                  <a:lnTo>
                    <a:pt x="123" y="24"/>
                  </a:lnTo>
                  <a:lnTo>
                    <a:pt x="123" y="24"/>
                  </a:lnTo>
                  <a:lnTo>
                    <a:pt x="123" y="24"/>
                  </a:lnTo>
                  <a:lnTo>
                    <a:pt x="125" y="24"/>
                  </a:lnTo>
                  <a:lnTo>
                    <a:pt x="125" y="24"/>
                  </a:lnTo>
                  <a:lnTo>
                    <a:pt x="125" y="24"/>
                  </a:lnTo>
                  <a:lnTo>
                    <a:pt x="127" y="24"/>
                  </a:lnTo>
                  <a:lnTo>
                    <a:pt x="127" y="24"/>
                  </a:lnTo>
                  <a:lnTo>
                    <a:pt x="127" y="24"/>
                  </a:lnTo>
                  <a:lnTo>
                    <a:pt x="127" y="24"/>
                  </a:lnTo>
                  <a:lnTo>
                    <a:pt x="127" y="26"/>
                  </a:lnTo>
                  <a:lnTo>
                    <a:pt x="127" y="26"/>
                  </a:lnTo>
                  <a:lnTo>
                    <a:pt x="127" y="28"/>
                  </a:lnTo>
                  <a:lnTo>
                    <a:pt x="130" y="28"/>
                  </a:lnTo>
                  <a:lnTo>
                    <a:pt x="130" y="28"/>
                  </a:lnTo>
                  <a:lnTo>
                    <a:pt x="130" y="31"/>
                  </a:lnTo>
                  <a:lnTo>
                    <a:pt x="130" y="31"/>
                  </a:lnTo>
                  <a:lnTo>
                    <a:pt x="132" y="31"/>
                  </a:lnTo>
                  <a:lnTo>
                    <a:pt x="132" y="31"/>
                  </a:lnTo>
                  <a:lnTo>
                    <a:pt x="132" y="31"/>
                  </a:lnTo>
                  <a:lnTo>
                    <a:pt x="132" y="31"/>
                  </a:lnTo>
                  <a:lnTo>
                    <a:pt x="135" y="31"/>
                  </a:lnTo>
                  <a:lnTo>
                    <a:pt x="135" y="31"/>
                  </a:lnTo>
                  <a:lnTo>
                    <a:pt x="135" y="31"/>
                  </a:lnTo>
                  <a:lnTo>
                    <a:pt x="135" y="31"/>
                  </a:lnTo>
                  <a:lnTo>
                    <a:pt x="137" y="31"/>
                  </a:lnTo>
                  <a:lnTo>
                    <a:pt x="137" y="28"/>
                  </a:lnTo>
                  <a:lnTo>
                    <a:pt x="137" y="28"/>
                  </a:lnTo>
                  <a:lnTo>
                    <a:pt x="139" y="28"/>
                  </a:lnTo>
                  <a:lnTo>
                    <a:pt x="139" y="31"/>
                  </a:lnTo>
                  <a:lnTo>
                    <a:pt x="139" y="31"/>
                  </a:lnTo>
                  <a:lnTo>
                    <a:pt x="139" y="31"/>
                  </a:lnTo>
                  <a:lnTo>
                    <a:pt x="139" y="31"/>
                  </a:lnTo>
                  <a:lnTo>
                    <a:pt x="142" y="31"/>
                  </a:lnTo>
                  <a:lnTo>
                    <a:pt x="142" y="33"/>
                  </a:lnTo>
                  <a:lnTo>
                    <a:pt x="142" y="33"/>
                  </a:lnTo>
                  <a:lnTo>
                    <a:pt x="142" y="33"/>
                  </a:lnTo>
                  <a:lnTo>
                    <a:pt x="144" y="33"/>
                  </a:lnTo>
                  <a:lnTo>
                    <a:pt x="144" y="33"/>
                  </a:lnTo>
                  <a:lnTo>
                    <a:pt x="144" y="33"/>
                  </a:lnTo>
                  <a:lnTo>
                    <a:pt x="144" y="33"/>
                  </a:lnTo>
                  <a:lnTo>
                    <a:pt x="146" y="33"/>
                  </a:lnTo>
                  <a:lnTo>
                    <a:pt x="146" y="33"/>
                  </a:lnTo>
                  <a:lnTo>
                    <a:pt x="146" y="33"/>
                  </a:lnTo>
                  <a:lnTo>
                    <a:pt x="146" y="33"/>
                  </a:lnTo>
                  <a:lnTo>
                    <a:pt x="149" y="33"/>
                  </a:lnTo>
                  <a:lnTo>
                    <a:pt x="149" y="33"/>
                  </a:lnTo>
                  <a:lnTo>
                    <a:pt x="149" y="33"/>
                  </a:lnTo>
                  <a:lnTo>
                    <a:pt x="149" y="36"/>
                  </a:lnTo>
                  <a:lnTo>
                    <a:pt x="149" y="36"/>
                  </a:lnTo>
                  <a:lnTo>
                    <a:pt x="151" y="36"/>
                  </a:lnTo>
                  <a:lnTo>
                    <a:pt x="151" y="36"/>
                  </a:lnTo>
                  <a:lnTo>
                    <a:pt x="151" y="36"/>
                  </a:lnTo>
                  <a:lnTo>
                    <a:pt x="153" y="36"/>
                  </a:lnTo>
                  <a:lnTo>
                    <a:pt x="153" y="36"/>
                  </a:lnTo>
                  <a:lnTo>
                    <a:pt x="153" y="36"/>
                  </a:lnTo>
                  <a:lnTo>
                    <a:pt x="153" y="36"/>
                  </a:lnTo>
                  <a:lnTo>
                    <a:pt x="156" y="36"/>
                  </a:lnTo>
                  <a:lnTo>
                    <a:pt x="156" y="36"/>
                  </a:lnTo>
                  <a:lnTo>
                    <a:pt x="158" y="36"/>
                  </a:lnTo>
                  <a:lnTo>
                    <a:pt x="158" y="36"/>
                  </a:lnTo>
                  <a:lnTo>
                    <a:pt x="158" y="36"/>
                  </a:lnTo>
                  <a:lnTo>
                    <a:pt x="158" y="36"/>
                  </a:lnTo>
                  <a:lnTo>
                    <a:pt x="158" y="36"/>
                  </a:lnTo>
                  <a:lnTo>
                    <a:pt x="161" y="36"/>
                  </a:lnTo>
                  <a:lnTo>
                    <a:pt x="161" y="36"/>
                  </a:lnTo>
                  <a:lnTo>
                    <a:pt x="161" y="36"/>
                  </a:lnTo>
                  <a:lnTo>
                    <a:pt x="161" y="36"/>
                  </a:lnTo>
                  <a:lnTo>
                    <a:pt x="161" y="38"/>
                  </a:lnTo>
                  <a:lnTo>
                    <a:pt x="161" y="38"/>
                  </a:lnTo>
                  <a:lnTo>
                    <a:pt x="163" y="38"/>
                  </a:lnTo>
                  <a:lnTo>
                    <a:pt x="163" y="40"/>
                  </a:lnTo>
                  <a:lnTo>
                    <a:pt x="163" y="40"/>
                  </a:lnTo>
                  <a:lnTo>
                    <a:pt x="165" y="40"/>
                  </a:lnTo>
                  <a:lnTo>
                    <a:pt x="165" y="38"/>
                  </a:lnTo>
                  <a:lnTo>
                    <a:pt x="165" y="38"/>
                  </a:lnTo>
                  <a:lnTo>
                    <a:pt x="165" y="38"/>
                  </a:lnTo>
                  <a:lnTo>
                    <a:pt x="165" y="36"/>
                  </a:lnTo>
                  <a:lnTo>
                    <a:pt x="165" y="36"/>
                  </a:lnTo>
                  <a:lnTo>
                    <a:pt x="168" y="36"/>
                  </a:lnTo>
                  <a:lnTo>
                    <a:pt x="168" y="36"/>
                  </a:lnTo>
                  <a:lnTo>
                    <a:pt x="168" y="36"/>
                  </a:lnTo>
                  <a:lnTo>
                    <a:pt x="170" y="36"/>
                  </a:lnTo>
                  <a:lnTo>
                    <a:pt x="170" y="36"/>
                  </a:lnTo>
                  <a:lnTo>
                    <a:pt x="172" y="36"/>
                  </a:lnTo>
                  <a:lnTo>
                    <a:pt x="172" y="36"/>
                  </a:lnTo>
                  <a:lnTo>
                    <a:pt x="172" y="36"/>
                  </a:lnTo>
                  <a:lnTo>
                    <a:pt x="175" y="36"/>
                  </a:lnTo>
                  <a:lnTo>
                    <a:pt x="175" y="36"/>
                  </a:lnTo>
                  <a:lnTo>
                    <a:pt x="175" y="36"/>
                  </a:lnTo>
                  <a:lnTo>
                    <a:pt x="177" y="36"/>
                  </a:lnTo>
                  <a:lnTo>
                    <a:pt x="177" y="36"/>
                  </a:lnTo>
                  <a:lnTo>
                    <a:pt x="180" y="36"/>
                  </a:lnTo>
                  <a:lnTo>
                    <a:pt x="180" y="36"/>
                  </a:lnTo>
                  <a:lnTo>
                    <a:pt x="180" y="36"/>
                  </a:lnTo>
                  <a:lnTo>
                    <a:pt x="182" y="36"/>
                  </a:lnTo>
                  <a:lnTo>
                    <a:pt x="182" y="36"/>
                  </a:lnTo>
                  <a:lnTo>
                    <a:pt x="184" y="36"/>
                  </a:lnTo>
                  <a:lnTo>
                    <a:pt x="184" y="36"/>
                  </a:lnTo>
                  <a:lnTo>
                    <a:pt x="184" y="36"/>
                  </a:lnTo>
                  <a:lnTo>
                    <a:pt x="187" y="36"/>
                  </a:lnTo>
                  <a:lnTo>
                    <a:pt x="187" y="36"/>
                  </a:lnTo>
                  <a:lnTo>
                    <a:pt x="187" y="36"/>
                  </a:lnTo>
                  <a:lnTo>
                    <a:pt x="187" y="36"/>
                  </a:lnTo>
                  <a:lnTo>
                    <a:pt x="189" y="36"/>
                  </a:lnTo>
                  <a:lnTo>
                    <a:pt x="189" y="36"/>
                  </a:lnTo>
                  <a:lnTo>
                    <a:pt x="191" y="36"/>
                  </a:lnTo>
                  <a:lnTo>
                    <a:pt x="191" y="36"/>
                  </a:lnTo>
                  <a:lnTo>
                    <a:pt x="191" y="36"/>
                  </a:lnTo>
                  <a:lnTo>
                    <a:pt x="191" y="36"/>
                  </a:lnTo>
                  <a:lnTo>
                    <a:pt x="194" y="36"/>
                  </a:lnTo>
                  <a:lnTo>
                    <a:pt x="194" y="38"/>
                  </a:lnTo>
                  <a:lnTo>
                    <a:pt x="194" y="38"/>
                  </a:lnTo>
                  <a:lnTo>
                    <a:pt x="194" y="38"/>
                  </a:lnTo>
                  <a:lnTo>
                    <a:pt x="194" y="38"/>
                  </a:lnTo>
                  <a:lnTo>
                    <a:pt x="196" y="38"/>
                  </a:lnTo>
                  <a:lnTo>
                    <a:pt x="196" y="40"/>
                  </a:lnTo>
                  <a:lnTo>
                    <a:pt x="196" y="40"/>
                  </a:lnTo>
                  <a:lnTo>
                    <a:pt x="194" y="40"/>
                  </a:lnTo>
                  <a:lnTo>
                    <a:pt x="194" y="40"/>
                  </a:lnTo>
                  <a:lnTo>
                    <a:pt x="194" y="40"/>
                  </a:lnTo>
                  <a:lnTo>
                    <a:pt x="194" y="40"/>
                  </a:lnTo>
                  <a:lnTo>
                    <a:pt x="194" y="40"/>
                  </a:lnTo>
                  <a:lnTo>
                    <a:pt x="194" y="43"/>
                  </a:lnTo>
                  <a:lnTo>
                    <a:pt x="194" y="43"/>
                  </a:lnTo>
                  <a:lnTo>
                    <a:pt x="191" y="43"/>
                  </a:lnTo>
                  <a:lnTo>
                    <a:pt x="191" y="43"/>
                  </a:lnTo>
                  <a:lnTo>
                    <a:pt x="191" y="43"/>
                  </a:lnTo>
                  <a:lnTo>
                    <a:pt x="189" y="43"/>
                  </a:lnTo>
                  <a:lnTo>
                    <a:pt x="189" y="43"/>
                  </a:lnTo>
                  <a:lnTo>
                    <a:pt x="191" y="43"/>
                  </a:lnTo>
                  <a:lnTo>
                    <a:pt x="191" y="45"/>
                  </a:lnTo>
                  <a:lnTo>
                    <a:pt x="191" y="45"/>
                  </a:lnTo>
                  <a:lnTo>
                    <a:pt x="189" y="45"/>
                  </a:lnTo>
                  <a:lnTo>
                    <a:pt x="189" y="45"/>
                  </a:lnTo>
                  <a:lnTo>
                    <a:pt x="189" y="45"/>
                  </a:lnTo>
                  <a:lnTo>
                    <a:pt x="189" y="43"/>
                  </a:lnTo>
                  <a:lnTo>
                    <a:pt x="187" y="43"/>
                  </a:lnTo>
                  <a:lnTo>
                    <a:pt x="187" y="43"/>
                  </a:lnTo>
                  <a:lnTo>
                    <a:pt x="187" y="45"/>
                  </a:lnTo>
                  <a:lnTo>
                    <a:pt x="187" y="45"/>
                  </a:lnTo>
                  <a:lnTo>
                    <a:pt x="187" y="45"/>
                  </a:lnTo>
                  <a:lnTo>
                    <a:pt x="187" y="45"/>
                  </a:lnTo>
                  <a:lnTo>
                    <a:pt x="187" y="45"/>
                  </a:lnTo>
                  <a:lnTo>
                    <a:pt x="187" y="47"/>
                  </a:lnTo>
                  <a:lnTo>
                    <a:pt x="184" y="47"/>
                  </a:lnTo>
                  <a:lnTo>
                    <a:pt x="184" y="47"/>
                  </a:lnTo>
                  <a:lnTo>
                    <a:pt x="184" y="45"/>
                  </a:lnTo>
                  <a:lnTo>
                    <a:pt x="184" y="45"/>
                  </a:lnTo>
                  <a:lnTo>
                    <a:pt x="184" y="45"/>
                  </a:lnTo>
                  <a:lnTo>
                    <a:pt x="184" y="45"/>
                  </a:lnTo>
                  <a:lnTo>
                    <a:pt x="184" y="45"/>
                  </a:lnTo>
                  <a:lnTo>
                    <a:pt x="184" y="43"/>
                  </a:lnTo>
                  <a:lnTo>
                    <a:pt x="182" y="43"/>
                  </a:lnTo>
                  <a:lnTo>
                    <a:pt x="182" y="45"/>
                  </a:lnTo>
                  <a:lnTo>
                    <a:pt x="182" y="45"/>
                  </a:lnTo>
                  <a:lnTo>
                    <a:pt x="182" y="45"/>
                  </a:lnTo>
                  <a:lnTo>
                    <a:pt x="182" y="47"/>
                  </a:lnTo>
                  <a:lnTo>
                    <a:pt x="180" y="47"/>
                  </a:lnTo>
                  <a:lnTo>
                    <a:pt x="180" y="45"/>
                  </a:lnTo>
                  <a:lnTo>
                    <a:pt x="180" y="45"/>
                  </a:lnTo>
                  <a:lnTo>
                    <a:pt x="180" y="45"/>
                  </a:lnTo>
                  <a:lnTo>
                    <a:pt x="177" y="45"/>
                  </a:lnTo>
                  <a:lnTo>
                    <a:pt x="177" y="45"/>
                  </a:lnTo>
                  <a:lnTo>
                    <a:pt x="175" y="45"/>
                  </a:lnTo>
                  <a:lnTo>
                    <a:pt x="175" y="45"/>
                  </a:lnTo>
                  <a:lnTo>
                    <a:pt x="175" y="45"/>
                  </a:lnTo>
                  <a:lnTo>
                    <a:pt x="172" y="45"/>
                  </a:lnTo>
                  <a:lnTo>
                    <a:pt x="172" y="45"/>
                  </a:lnTo>
                  <a:lnTo>
                    <a:pt x="172" y="45"/>
                  </a:lnTo>
                  <a:lnTo>
                    <a:pt x="170" y="45"/>
                  </a:lnTo>
                  <a:lnTo>
                    <a:pt x="170" y="45"/>
                  </a:lnTo>
                  <a:lnTo>
                    <a:pt x="168" y="45"/>
                  </a:lnTo>
                  <a:lnTo>
                    <a:pt x="168" y="45"/>
                  </a:lnTo>
                  <a:lnTo>
                    <a:pt x="168" y="45"/>
                  </a:lnTo>
                  <a:lnTo>
                    <a:pt x="168" y="45"/>
                  </a:lnTo>
                  <a:lnTo>
                    <a:pt x="165" y="45"/>
                  </a:lnTo>
                  <a:lnTo>
                    <a:pt x="165" y="45"/>
                  </a:lnTo>
                  <a:lnTo>
                    <a:pt x="168" y="45"/>
                  </a:lnTo>
                  <a:lnTo>
                    <a:pt x="168" y="47"/>
                  </a:lnTo>
                  <a:lnTo>
                    <a:pt x="168" y="47"/>
                  </a:lnTo>
                  <a:lnTo>
                    <a:pt x="165" y="47"/>
                  </a:lnTo>
                  <a:lnTo>
                    <a:pt x="165" y="50"/>
                  </a:lnTo>
                  <a:lnTo>
                    <a:pt x="165" y="50"/>
                  </a:lnTo>
                  <a:lnTo>
                    <a:pt x="165" y="52"/>
                  </a:lnTo>
                  <a:lnTo>
                    <a:pt x="165" y="52"/>
                  </a:lnTo>
                  <a:lnTo>
                    <a:pt x="168" y="52"/>
                  </a:lnTo>
                  <a:lnTo>
                    <a:pt x="168" y="52"/>
                  </a:lnTo>
                  <a:lnTo>
                    <a:pt x="168" y="54"/>
                  </a:lnTo>
                  <a:lnTo>
                    <a:pt x="168" y="54"/>
                  </a:lnTo>
                  <a:lnTo>
                    <a:pt x="168" y="54"/>
                  </a:lnTo>
                  <a:lnTo>
                    <a:pt x="168" y="54"/>
                  </a:lnTo>
                  <a:lnTo>
                    <a:pt x="170" y="54"/>
                  </a:lnTo>
                  <a:lnTo>
                    <a:pt x="170" y="54"/>
                  </a:lnTo>
                  <a:lnTo>
                    <a:pt x="172" y="54"/>
                  </a:lnTo>
                  <a:lnTo>
                    <a:pt x="172" y="57"/>
                  </a:lnTo>
                  <a:lnTo>
                    <a:pt x="172" y="57"/>
                  </a:lnTo>
                  <a:lnTo>
                    <a:pt x="172" y="57"/>
                  </a:lnTo>
                  <a:lnTo>
                    <a:pt x="172" y="57"/>
                  </a:lnTo>
                  <a:lnTo>
                    <a:pt x="175" y="57"/>
                  </a:lnTo>
                  <a:lnTo>
                    <a:pt x="175" y="57"/>
                  </a:lnTo>
                  <a:lnTo>
                    <a:pt x="175" y="57"/>
                  </a:lnTo>
                  <a:lnTo>
                    <a:pt x="175" y="57"/>
                  </a:lnTo>
                  <a:lnTo>
                    <a:pt x="175" y="57"/>
                  </a:lnTo>
                  <a:lnTo>
                    <a:pt x="175" y="57"/>
                  </a:lnTo>
                  <a:lnTo>
                    <a:pt x="175" y="59"/>
                  </a:lnTo>
                  <a:lnTo>
                    <a:pt x="175" y="59"/>
                  </a:lnTo>
                  <a:lnTo>
                    <a:pt x="177" y="59"/>
                  </a:lnTo>
                  <a:lnTo>
                    <a:pt x="177" y="57"/>
                  </a:lnTo>
                  <a:lnTo>
                    <a:pt x="177" y="57"/>
                  </a:lnTo>
                  <a:lnTo>
                    <a:pt x="180" y="57"/>
                  </a:lnTo>
                  <a:lnTo>
                    <a:pt x="180" y="57"/>
                  </a:lnTo>
                  <a:lnTo>
                    <a:pt x="180" y="57"/>
                  </a:lnTo>
                  <a:lnTo>
                    <a:pt x="180" y="57"/>
                  </a:lnTo>
                  <a:lnTo>
                    <a:pt x="182" y="57"/>
                  </a:lnTo>
                  <a:lnTo>
                    <a:pt x="182" y="57"/>
                  </a:lnTo>
                  <a:lnTo>
                    <a:pt x="182" y="57"/>
                  </a:lnTo>
                  <a:lnTo>
                    <a:pt x="184" y="57"/>
                  </a:lnTo>
                  <a:lnTo>
                    <a:pt x="184" y="57"/>
                  </a:lnTo>
                  <a:lnTo>
                    <a:pt x="184" y="57"/>
                  </a:lnTo>
                  <a:lnTo>
                    <a:pt x="187" y="57"/>
                  </a:lnTo>
                  <a:lnTo>
                    <a:pt x="187" y="57"/>
                  </a:lnTo>
                  <a:lnTo>
                    <a:pt x="187" y="57"/>
                  </a:lnTo>
                  <a:lnTo>
                    <a:pt x="187" y="57"/>
                  </a:lnTo>
                  <a:lnTo>
                    <a:pt x="189" y="57"/>
                  </a:lnTo>
                  <a:lnTo>
                    <a:pt x="189" y="57"/>
                  </a:lnTo>
                  <a:lnTo>
                    <a:pt x="191" y="57"/>
                  </a:lnTo>
                  <a:lnTo>
                    <a:pt x="191" y="54"/>
                  </a:lnTo>
                  <a:lnTo>
                    <a:pt x="191" y="54"/>
                  </a:lnTo>
                  <a:lnTo>
                    <a:pt x="191" y="54"/>
                  </a:lnTo>
                  <a:lnTo>
                    <a:pt x="191" y="54"/>
                  </a:lnTo>
                  <a:lnTo>
                    <a:pt x="194" y="54"/>
                  </a:lnTo>
                  <a:lnTo>
                    <a:pt x="194" y="54"/>
                  </a:lnTo>
                  <a:lnTo>
                    <a:pt x="194" y="57"/>
                  </a:lnTo>
                  <a:lnTo>
                    <a:pt x="194" y="57"/>
                  </a:lnTo>
                  <a:lnTo>
                    <a:pt x="194" y="57"/>
                  </a:lnTo>
                  <a:lnTo>
                    <a:pt x="194" y="57"/>
                  </a:lnTo>
                  <a:lnTo>
                    <a:pt x="196" y="57"/>
                  </a:lnTo>
                  <a:lnTo>
                    <a:pt x="196" y="57"/>
                  </a:lnTo>
                  <a:lnTo>
                    <a:pt x="196" y="57"/>
                  </a:lnTo>
                  <a:lnTo>
                    <a:pt x="196" y="57"/>
                  </a:lnTo>
                  <a:lnTo>
                    <a:pt x="198" y="57"/>
                  </a:lnTo>
                  <a:lnTo>
                    <a:pt x="198" y="57"/>
                  </a:lnTo>
                  <a:lnTo>
                    <a:pt x="198" y="57"/>
                  </a:lnTo>
                  <a:lnTo>
                    <a:pt x="198" y="59"/>
                  </a:lnTo>
                  <a:lnTo>
                    <a:pt x="201" y="59"/>
                  </a:lnTo>
                  <a:lnTo>
                    <a:pt x="201" y="59"/>
                  </a:lnTo>
                  <a:lnTo>
                    <a:pt x="201" y="59"/>
                  </a:lnTo>
                  <a:lnTo>
                    <a:pt x="201" y="59"/>
                  </a:lnTo>
                  <a:lnTo>
                    <a:pt x="201" y="62"/>
                  </a:lnTo>
                  <a:lnTo>
                    <a:pt x="201" y="62"/>
                  </a:lnTo>
                  <a:lnTo>
                    <a:pt x="201" y="62"/>
                  </a:lnTo>
                  <a:lnTo>
                    <a:pt x="201" y="62"/>
                  </a:lnTo>
                  <a:lnTo>
                    <a:pt x="201" y="64"/>
                  </a:lnTo>
                  <a:lnTo>
                    <a:pt x="201" y="64"/>
                  </a:lnTo>
                  <a:lnTo>
                    <a:pt x="201" y="66"/>
                  </a:lnTo>
                  <a:lnTo>
                    <a:pt x="201" y="66"/>
                  </a:lnTo>
                  <a:lnTo>
                    <a:pt x="201" y="66"/>
                  </a:lnTo>
                  <a:lnTo>
                    <a:pt x="203" y="66"/>
                  </a:lnTo>
                  <a:lnTo>
                    <a:pt x="203" y="66"/>
                  </a:lnTo>
                  <a:lnTo>
                    <a:pt x="206" y="66"/>
                  </a:lnTo>
                  <a:lnTo>
                    <a:pt x="206" y="69"/>
                  </a:lnTo>
                  <a:lnTo>
                    <a:pt x="206" y="69"/>
                  </a:lnTo>
                  <a:lnTo>
                    <a:pt x="206" y="69"/>
                  </a:lnTo>
                  <a:lnTo>
                    <a:pt x="208" y="69"/>
                  </a:lnTo>
                  <a:lnTo>
                    <a:pt x="208" y="69"/>
                  </a:lnTo>
                  <a:lnTo>
                    <a:pt x="208" y="69"/>
                  </a:lnTo>
                  <a:lnTo>
                    <a:pt x="208" y="69"/>
                  </a:lnTo>
                  <a:lnTo>
                    <a:pt x="210" y="69"/>
                  </a:lnTo>
                  <a:lnTo>
                    <a:pt x="210" y="69"/>
                  </a:lnTo>
                  <a:lnTo>
                    <a:pt x="213" y="69"/>
                  </a:lnTo>
                  <a:lnTo>
                    <a:pt x="213" y="69"/>
                  </a:lnTo>
                  <a:lnTo>
                    <a:pt x="213" y="69"/>
                  </a:lnTo>
                  <a:lnTo>
                    <a:pt x="213" y="69"/>
                  </a:lnTo>
                  <a:lnTo>
                    <a:pt x="213" y="66"/>
                  </a:lnTo>
                  <a:lnTo>
                    <a:pt x="215" y="66"/>
                  </a:lnTo>
                  <a:lnTo>
                    <a:pt x="215" y="66"/>
                  </a:lnTo>
                  <a:lnTo>
                    <a:pt x="215" y="66"/>
                  </a:lnTo>
                  <a:lnTo>
                    <a:pt x="217" y="66"/>
                  </a:lnTo>
                  <a:lnTo>
                    <a:pt x="217" y="66"/>
                  </a:lnTo>
                  <a:lnTo>
                    <a:pt x="217" y="66"/>
                  </a:lnTo>
                  <a:lnTo>
                    <a:pt x="220" y="66"/>
                  </a:lnTo>
                  <a:lnTo>
                    <a:pt x="220" y="66"/>
                  </a:lnTo>
                  <a:lnTo>
                    <a:pt x="220" y="66"/>
                  </a:lnTo>
                  <a:lnTo>
                    <a:pt x="220" y="66"/>
                  </a:lnTo>
                  <a:lnTo>
                    <a:pt x="220" y="69"/>
                  </a:lnTo>
                  <a:lnTo>
                    <a:pt x="222" y="69"/>
                  </a:lnTo>
                  <a:lnTo>
                    <a:pt x="222" y="69"/>
                  </a:lnTo>
                  <a:lnTo>
                    <a:pt x="222" y="69"/>
                  </a:lnTo>
                  <a:lnTo>
                    <a:pt x="224" y="69"/>
                  </a:lnTo>
                  <a:lnTo>
                    <a:pt x="224" y="69"/>
                  </a:lnTo>
                  <a:lnTo>
                    <a:pt x="224" y="71"/>
                  </a:lnTo>
                  <a:lnTo>
                    <a:pt x="224" y="71"/>
                  </a:lnTo>
                  <a:lnTo>
                    <a:pt x="224" y="71"/>
                  </a:lnTo>
                  <a:lnTo>
                    <a:pt x="227" y="71"/>
                  </a:lnTo>
                  <a:lnTo>
                    <a:pt x="227" y="73"/>
                  </a:lnTo>
                  <a:lnTo>
                    <a:pt x="227" y="73"/>
                  </a:lnTo>
                  <a:lnTo>
                    <a:pt x="227" y="73"/>
                  </a:lnTo>
                  <a:lnTo>
                    <a:pt x="227" y="73"/>
                  </a:lnTo>
                  <a:lnTo>
                    <a:pt x="229" y="73"/>
                  </a:lnTo>
                  <a:lnTo>
                    <a:pt x="229" y="73"/>
                  </a:lnTo>
                  <a:lnTo>
                    <a:pt x="229" y="76"/>
                  </a:lnTo>
                  <a:lnTo>
                    <a:pt x="227" y="76"/>
                  </a:lnTo>
                  <a:lnTo>
                    <a:pt x="227" y="76"/>
                  </a:lnTo>
                  <a:lnTo>
                    <a:pt x="227" y="76"/>
                  </a:lnTo>
                  <a:lnTo>
                    <a:pt x="227" y="78"/>
                  </a:lnTo>
                  <a:lnTo>
                    <a:pt x="227" y="78"/>
                  </a:lnTo>
                  <a:lnTo>
                    <a:pt x="227" y="78"/>
                  </a:lnTo>
                  <a:lnTo>
                    <a:pt x="224" y="78"/>
                  </a:lnTo>
                  <a:lnTo>
                    <a:pt x="224" y="78"/>
                  </a:lnTo>
                  <a:lnTo>
                    <a:pt x="224" y="81"/>
                  </a:lnTo>
                  <a:lnTo>
                    <a:pt x="224" y="81"/>
                  </a:lnTo>
                  <a:lnTo>
                    <a:pt x="222" y="81"/>
                  </a:lnTo>
                  <a:lnTo>
                    <a:pt x="222" y="81"/>
                  </a:lnTo>
                  <a:lnTo>
                    <a:pt x="220" y="81"/>
                  </a:lnTo>
                  <a:lnTo>
                    <a:pt x="220" y="81"/>
                  </a:lnTo>
                  <a:lnTo>
                    <a:pt x="220" y="81"/>
                  </a:lnTo>
                  <a:lnTo>
                    <a:pt x="220" y="83"/>
                  </a:lnTo>
                  <a:lnTo>
                    <a:pt x="220" y="83"/>
                  </a:lnTo>
                  <a:lnTo>
                    <a:pt x="220" y="83"/>
                  </a:lnTo>
                  <a:lnTo>
                    <a:pt x="220" y="83"/>
                  </a:lnTo>
                  <a:lnTo>
                    <a:pt x="217" y="83"/>
                  </a:lnTo>
                  <a:lnTo>
                    <a:pt x="217" y="85"/>
                  </a:lnTo>
                  <a:lnTo>
                    <a:pt x="217" y="85"/>
                  </a:lnTo>
                  <a:lnTo>
                    <a:pt x="217" y="85"/>
                  </a:lnTo>
                  <a:lnTo>
                    <a:pt x="217" y="88"/>
                  </a:lnTo>
                  <a:lnTo>
                    <a:pt x="217" y="88"/>
                  </a:lnTo>
                  <a:lnTo>
                    <a:pt x="215" y="88"/>
                  </a:lnTo>
                  <a:lnTo>
                    <a:pt x="215" y="88"/>
                  </a:lnTo>
                  <a:lnTo>
                    <a:pt x="215" y="85"/>
                  </a:lnTo>
                  <a:lnTo>
                    <a:pt x="213" y="85"/>
                  </a:lnTo>
                  <a:lnTo>
                    <a:pt x="213" y="85"/>
                  </a:lnTo>
                  <a:lnTo>
                    <a:pt x="215" y="85"/>
                  </a:lnTo>
                  <a:lnTo>
                    <a:pt x="215" y="83"/>
                  </a:lnTo>
                  <a:lnTo>
                    <a:pt x="215" y="83"/>
                  </a:lnTo>
                  <a:lnTo>
                    <a:pt x="215" y="83"/>
                  </a:lnTo>
                  <a:lnTo>
                    <a:pt x="215" y="83"/>
                  </a:lnTo>
                  <a:lnTo>
                    <a:pt x="215" y="83"/>
                  </a:lnTo>
                  <a:lnTo>
                    <a:pt x="215" y="81"/>
                  </a:lnTo>
                  <a:lnTo>
                    <a:pt x="213" y="81"/>
                  </a:lnTo>
                  <a:lnTo>
                    <a:pt x="213" y="81"/>
                  </a:lnTo>
                  <a:lnTo>
                    <a:pt x="213" y="81"/>
                  </a:lnTo>
                  <a:lnTo>
                    <a:pt x="213" y="78"/>
                  </a:lnTo>
                  <a:lnTo>
                    <a:pt x="213" y="78"/>
                  </a:lnTo>
                  <a:lnTo>
                    <a:pt x="210" y="78"/>
                  </a:lnTo>
                  <a:lnTo>
                    <a:pt x="210" y="78"/>
                  </a:lnTo>
                  <a:lnTo>
                    <a:pt x="210" y="78"/>
                  </a:lnTo>
                  <a:lnTo>
                    <a:pt x="210" y="76"/>
                  </a:lnTo>
                  <a:lnTo>
                    <a:pt x="208" y="76"/>
                  </a:lnTo>
                  <a:lnTo>
                    <a:pt x="208" y="76"/>
                  </a:lnTo>
                  <a:lnTo>
                    <a:pt x="208" y="76"/>
                  </a:lnTo>
                  <a:lnTo>
                    <a:pt x="208" y="76"/>
                  </a:lnTo>
                  <a:lnTo>
                    <a:pt x="206" y="76"/>
                  </a:lnTo>
                  <a:lnTo>
                    <a:pt x="206" y="76"/>
                  </a:lnTo>
                  <a:lnTo>
                    <a:pt x="206" y="76"/>
                  </a:lnTo>
                  <a:lnTo>
                    <a:pt x="203" y="76"/>
                  </a:lnTo>
                  <a:lnTo>
                    <a:pt x="203" y="76"/>
                  </a:lnTo>
                  <a:lnTo>
                    <a:pt x="203" y="73"/>
                  </a:lnTo>
                  <a:lnTo>
                    <a:pt x="201" y="73"/>
                  </a:lnTo>
                  <a:lnTo>
                    <a:pt x="201" y="73"/>
                  </a:lnTo>
                  <a:lnTo>
                    <a:pt x="201" y="73"/>
                  </a:lnTo>
                  <a:lnTo>
                    <a:pt x="201" y="73"/>
                  </a:lnTo>
                  <a:lnTo>
                    <a:pt x="201" y="71"/>
                  </a:lnTo>
                  <a:lnTo>
                    <a:pt x="201" y="71"/>
                  </a:lnTo>
                  <a:lnTo>
                    <a:pt x="201" y="73"/>
                  </a:lnTo>
                  <a:lnTo>
                    <a:pt x="198" y="73"/>
                  </a:lnTo>
                  <a:lnTo>
                    <a:pt x="198" y="73"/>
                  </a:lnTo>
                  <a:lnTo>
                    <a:pt x="198" y="73"/>
                  </a:lnTo>
                  <a:lnTo>
                    <a:pt x="198" y="76"/>
                  </a:lnTo>
                  <a:lnTo>
                    <a:pt x="201" y="76"/>
                  </a:lnTo>
                  <a:lnTo>
                    <a:pt x="201" y="76"/>
                  </a:lnTo>
                  <a:lnTo>
                    <a:pt x="201" y="78"/>
                  </a:lnTo>
                  <a:lnTo>
                    <a:pt x="201" y="78"/>
                  </a:lnTo>
                  <a:lnTo>
                    <a:pt x="201" y="81"/>
                  </a:lnTo>
                  <a:lnTo>
                    <a:pt x="201" y="81"/>
                  </a:lnTo>
                  <a:lnTo>
                    <a:pt x="201" y="81"/>
                  </a:lnTo>
                  <a:lnTo>
                    <a:pt x="201" y="81"/>
                  </a:lnTo>
                  <a:lnTo>
                    <a:pt x="203" y="81"/>
                  </a:lnTo>
                  <a:lnTo>
                    <a:pt x="203" y="81"/>
                  </a:lnTo>
                  <a:lnTo>
                    <a:pt x="203" y="83"/>
                  </a:lnTo>
                  <a:lnTo>
                    <a:pt x="206" y="83"/>
                  </a:lnTo>
                  <a:lnTo>
                    <a:pt x="206" y="83"/>
                  </a:lnTo>
                  <a:lnTo>
                    <a:pt x="206" y="83"/>
                  </a:lnTo>
                  <a:lnTo>
                    <a:pt x="206" y="85"/>
                  </a:lnTo>
                  <a:lnTo>
                    <a:pt x="203" y="85"/>
                  </a:lnTo>
                  <a:lnTo>
                    <a:pt x="203" y="85"/>
                  </a:lnTo>
                  <a:lnTo>
                    <a:pt x="201" y="85"/>
                  </a:lnTo>
                  <a:lnTo>
                    <a:pt x="201" y="85"/>
                  </a:lnTo>
                  <a:lnTo>
                    <a:pt x="201" y="85"/>
                  </a:lnTo>
                  <a:lnTo>
                    <a:pt x="198" y="85"/>
                  </a:lnTo>
                  <a:lnTo>
                    <a:pt x="198" y="83"/>
                  </a:lnTo>
                  <a:lnTo>
                    <a:pt x="198" y="83"/>
                  </a:lnTo>
                  <a:lnTo>
                    <a:pt x="198" y="83"/>
                  </a:lnTo>
                  <a:lnTo>
                    <a:pt x="198" y="83"/>
                  </a:lnTo>
                  <a:lnTo>
                    <a:pt x="198" y="83"/>
                  </a:lnTo>
                  <a:lnTo>
                    <a:pt x="198" y="81"/>
                  </a:lnTo>
                  <a:lnTo>
                    <a:pt x="196" y="81"/>
                  </a:lnTo>
                  <a:lnTo>
                    <a:pt x="196" y="83"/>
                  </a:lnTo>
                  <a:lnTo>
                    <a:pt x="196" y="83"/>
                  </a:lnTo>
                  <a:lnTo>
                    <a:pt x="194" y="83"/>
                  </a:lnTo>
                  <a:lnTo>
                    <a:pt x="194" y="83"/>
                  </a:lnTo>
                  <a:lnTo>
                    <a:pt x="194" y="81"/>
                  </a:lnTo>
                  <a:lnTo>
                    <a:pt x="194" y="81"/>
                  </a:lnTo>
                  <a:lnTo>
                    <a:pt x="194" y="83"/>
                  </a:lnTo>
                  <a:lnTo>
                    <a:pt x="191" y="83"/>
                  </a:lnTo>
                  <a:lnTo>
                    <a:pt x="191" y="83"/>
                  </a:lnTo>
                  <a:lnTo>
                    <a:pt x="191" y="81"/>
                  </a:lnTo>
                  <a:lnTo>
                    <a:pt x="191" y="81"/>
                  </a:lnTo>
                  <a:lnTo>
                    <a:pt x="189" y="81"/>
                  </a:lnTo>
                  <a:lnTo>
                    <a:pt x="189" y="81"/>
                  </a:lnTo>
                  <a:lnTo>
                    <a:pt x="189" y="81"/>
                  </a:lnTo>
                  <a:lnTo>
                    <a:pt x="187" y="81"/>
                  </a:lnTo>
                  <a:lnTo>
                    <a:pt x="187" y="81"/>
                  </a:lnTo>
                  <a:lnTo>
                    <a:pt x="187" y="78"/>
                  </a:lnTo>
                  <a:lnTo>
                    <a:pt x="187" y="78"/>
                  </a:lnTo>
                  <a:lnTo>
                    <a:pt x="184" y="78"/>
                  </a:lnTo>
                  <a:lnTo>
                    <a:pt x="184" y="78"/>
                  </a:lnTo>
                  <a:lnTo>
                    <a:pt x="184" y="78"/>
                  </a:lnTo>
                  <a:lnTo>
                    <a:pt x="184" y="78"/>
                  </a:lnTo>
                  <a:lnTo>
                    <a:pt x="184" y="76"/>
                  </a:lnTo>
                  <a:lnTo>
                    <a:pt x="182" y="76"/>
                  </a:lnTo>
                  <a:lnTo>
                    <a:pt x="182" y="76"/>
                  </a:lnTo>
                  <a:lnTo>
                    <a:pt x="180" y="76"/>
                  </a:lnTo>
                  <a:lnTo>
                    <a:pt x="180" y="76"/>
                  </a:lnTo>
                  <a:lnTo>
                    <a:pt x="180" y="78"/>
                  </a:lnTo>
                  <a:lnTo>
                    <a:pt x="180" y="78"/>
                  </a:lnTo>
                  <a:lnTo>
                    <a:pt x="177" y="78"/>
                  </a:lnTo>
                  <a:lnTo>
                    <a:pt x="177" y="78"/>
                  </a:lnTo>
                  <a:lnTo>
                    <a:pt x="177" y="78"/>
                  </a:lnTo>
                  <a:lnTo>
                    <a:pt x="175" y="78"/>
                  </a:lnTo>
                  <a:lnTo>
                    <a:pt x="175" y="78"/>
                  </a:lnTo>
                  <a:lnTo>
                    <a:pt x="175" y="78"/>
                  </a:lnTo>
                  <a:lnTo>
                    <a:pt x="175" y="76"/>
                  </a:lnTo>
                  <a:lnTo>
                    <a:pt x="175" y="76"/>
                  </a:lnTo>
                  <a:lnTo>
                    <a:pt x="175" y="76"/>
                  </a:lnTo>
                  <a:lnTo>
                    <a:pt x="177" y="76"/>
                  </a:lnTo>
                  <a:lnTo>
                    <a:pt x="177" y="76"/>
                  </a:lnTo>
                  <a:lnTo>
                    <a:pt x="177" y="73"/>
                  </a:lnTo>
                  <a:lnTo>
                    <a:pt x="177" y="73"/>
                  </a:lnTo>
                  <a:lnTo>
                    <a:pt x="177" y="73"/>
                  </a:lnTo>
                  <a:lnTo>
                    <a:pt x="175" y="73"/>
                  </a:lnTo>
                  <a:lnTo>
                    <a:pt x="175" y="73"/>
                  </a:lnTo>
                  <a:lnTo>
                    <a:pt x="175" y="73"/>
                  </a:lnTo>
                  <a:lnTo>
                    <a:pt x="175" y="73"/>
                  </a:lnTo>
                  <a:lnTo>
                    <a:pt x="172" y="73"/>
                  </a:lnTo>
                  <a:lnTo>
                    <a:pt x="172" y="73"/>
                  </a:lnTo>
                  <a:lnTo>
                    <a:pt x="172" y="73"/>
                  </a:lnTo>
                  <a:lnTo>
                    <a:pt x="172" y="73"/>
                  </a:lnTo>
                  <a:lnTo>
                    <a:pt x="170" y="73"/>
                  </a:lnTo>
                  <a:lnTo>
                    <a:pt x="170" y="73"/>
                  </a:lnTo>
                  <a:lnTo>
                    <a:pt x="170" y="73"/>
                  </a:lnTo>
                  <a:lnTo>
                    <a:pt x="168" y="73"/>
                  </a:lnTo>
                  <a:lnTo>
                    <a:pt x="168" y="76"/>
                  </a:lnTo>
                  <a:lnTo>
                    <a:pt x="168" y="76"/>
                  </a:lnTo>
                  <a:lnTo>
                    <a:pt x="168" y="76"/>
                  </a:lnTo>
                  <a:lnTo>
                    <a:pt x="165" y="76"/>
                  </a:lnTo>
                  <a:lnTo>
                    <a:pt x="165" y="76"/>
                  </a:lnTo>
                  <a:lnTo>
                    <a:pt x="165" y="76"/>
                  </a:lnTo>
                  <a:lnTo>
                    <a:pt x="165" y="76"/>
                  </a:lnTo>
                  <a:lnTo>
                    <a:pt x="165" y="78"/>
                  </a:lnTo>
                  <a:lnTo>
                    <a:pt x="163" y="78"/>
                  </a:lnTo>
                  <a:lnTo>
                    <a:pt x="163" y="78"/>
                  </a:lnTo>
                  <a:lnTo>
                    <a:pt x="163" y="76"/>
                  </a:lnTo>
                  <a:lnTo>
                    <a:pt x="161" y="76"/>
                  </a:lnTo>
                  <a:lnTo>
                    <a:pt x="161" y="76"/>
                  </a:lnTo>
                  <a:lnTo>
                    <a:pt x="161" y="76"/>
                  </a:lnTo>
                  <a:lnTo>
                    <a:pt x="161" y="76"/>
                  </a:lnTo>
                  <a:lnTo>
                    <a:pt x="158" y="76"/>
                  </a:lnTo>
                  <a:lnTo>
                    <a:pt x="158" y="76"/>
                  </a:lnTo>
                  <a:lnTo>
                    <a:pt x="158" y="76"/>
                  </a:lnTo>
                  <a:lnTo>
                    <a:pt x="156" y="76"/>
                  </a:lnTo>
                  <a:lnTo>
                    <a:pt x="156" y="76"/>
                  </a:lnTo>
                  <a:lnTo>
                    <a:pt x="156" y="73"/>
                  </a:lnTo>
                  <a:lnTo>
                    <a:pt x="153" y="73"/>
                  </a:lnTo>
                  <a:lnTo>
                    <a:pt x="153" y="73"/>
                  </a:lnTo>
                  <a:lnTo>
                    <a:pt x="153" y="73"/>
                  </a:lnTo>
                  <a:lnTo>
                    <a:pt x="153" y="73"/>
                  </a:lnTo>
                  <a:lnTo>
                    <a:pt x="151" y="73"/>
                  </a:lnTo>
                  <a:lnTo>
                    <a:pt x="151" y="73"/>
                  </a:lnTo>
                  <a:lnTo>
                    <a:pt x="151" y="73"/>
                  </a:lnTo>
                  <a:lnTo>
                    <a:pt x="149" y="73"/>
                  </a:lnTo>
                  <a:lnTo>
                    <a:pt x="149" y="73"/>
                  </a:lnTo>
                  <a:lnTo>
                    <a:pt x="146" y="73"/>
                  </a:lnTo>
                  <a:lnTo>
                    <a:pt x="146" y="73"/>
                  </a:lnTo>
                  <a:lnTo>
                    <a:pt x="146" y="73"/>
                  </a:lnTo>
                  <a:lnTo>
                    <a:pt x="144" y="73"/>
                  </a:lnTo>
                  <a:lnTo>
                    <a:pt x="144" y="73"/>
                  </a:lnTo>
                  <a:lnTo>
                    <a:pt x="144" y="73"/>
                  </a:lnTo>
                  <a:lnTo>
                    <a:pt x="144" y="73"/>
                  </a:lnTo>
                  <a:lnTo>
                    <a:pt x="144" y="73"/>
                  </a:lnTo>
                  <a:lnTo>
                    <a:pt x="144" y="73"/>
                  </a:lnTo>
                  <a:lnTo>
                    <a:pt x="144" y="76"/>
                  </a:lnTo>
                  <a:lnTo>
                    <a:pt x="142" y="76"/>
                  </a:lnTo>
                  <a:lnTo>
                    <a:pt x="142" y="76"/>
                  </a:lnTo>
                  <a:lnTo>
                    <a:pt x="142" y="73"/>
                  </a:lnTo>
                  <a:lnTo>
                    <a:pt x="139" y="73"/>
                  </a:lnTo>
                  <a:lnTo>
                    <a:pt x="139" y="73"/>
                  </a:lnTo>
                  <a:lnTo>
                    <a:pt x="139" y="73"/>
                  </a:lnTo>
                  <a:lnTo>
                    <a:pt x="137" y="73"/>
                  </a:lnTo>
                  <a:lnTo>
                    <a:pt x="137" y="73"/>
                  </a:lnTo>
                  <a:lnTo>
                    <a:pt x="137" y="73"/>
                  </a:lnTo>
                  <a:lnTo>
                    <a:pt x="135" y="73"/>
                  </a:lnTo>
                  <a:lnTo>
                    <a:pt x="135" y="73"/>
                  </a:lnTo>
                  <a:lnTo>
                    <a:pt x="135" y="73"/>
                  </a:lnTo>
                  <a:lnTo>
                    <a:pt x="135" y="73"/>
                  </a:lnTo>
                  <a:lnTo>
                    <a:pt x="132" y="73"/>
                  </a:lnTo>
                  <a:lnTo>
                    <a:pt x="132" y="73"/>
                  </a:lnTo>
                  <a:lnTo>
                    <a:pt x="132" y="73"/>
                  </a:lnTo>
                  <a:lnTo>
                    <a:pt x="130" y="73"/>
                  </a:lnTo>
                  <a:lnTo>
                    <a:pt x="130" y="73"/>
                  </a:lnTo>
                  <a:lnTo>
                    <a:pt x="127" y="73"/>
                  </a:lnTo>
                  <a:lnTo>
                    <a:pt x="127" y="73"/>
                  </a:lnTo>
                  <a:lnTo>
                    <a:pt x="127" y="73"/>
                  </a:lnTo>
                  <a:lnTo>
                    <a:pt x="125" y="73"/>
                  </a:lnTo>
                  <a:lnTo>
                    <a:pt x="125" y="71"/>
                  </a:lnTo>
                  <a:lnTo>
                    <a:pt x="125" y="71"/>
                  </a:lnTo>
                  <a:lnTo>
                    <a:pt x="125" y="71"/>
                  </a:lnTo>
                  <a:lnTo>
                    <a:pt x="123" y="71"/>
                  </a:lnTo>
                  <a:lnTo>
                    <a:pt x="123" y="71"/>
                  </a:lnTo>
                  <a:lnTo>
                    <a:pt x="123" y="71"/>
                  </a:lnTo>
                  <a:lnTo>
                    <a:pt x="120" y="71"/>
                  </a:lnTo>
                  <a:lnTo>
                    <a:pt x="120" y="71"/>
                  </a:lnTo>
                  <a:lnTo>
                    <a:pt x="120" y="71"/>
                  </a:lnTo>
                  <a:lnTo>
                    <a:pt x="118" y="71"/>
                  </a:lnTo>
                  <a:lnTo>
                    <a:pt x="118" y="69"/>
                  </a:lnTo>
                  <a:lnTo>
                    <a:pt x="118" y="69"/>
                  </a:lnTo>
                  <a:lnTo>
                    <a:pt x="118" y="69"/>
                  </a:lnTo>
                  <a:lnTo>
                    <a:pt x="116" y="69"/>
                  </a:lnTo>
                  <a:lnTo>
                    <a:pt x="116" y="69"/>
                  </a:lnTo>
                  <a:lnTo>
                    <a:pt x="116" y="69"/>
                  </a:lnTo>
                  <a:lnTo>
                    <a:pt x="113" y="69"/>
                  </a:lnTo>
                  <a:lnTo>
                    <a:pt x="113" y="66"/>
                  </a:lnTo>
                  <a:lnTo>
                    <a:pt x="113" y="66"/>
                  </a:lnTo>
                  <a:lnTo>
                    <a:pt x="113" y="66"/>
                  </a:lnTo>
                  <a:lnTo>
                    <a:pt x="113" y="66"/>
                  </a:lnTo>
                  <a:lnTo>
                    <a:pt x="111" y="66"/>
                  </a:lnTo>
                  <a:lnTo>
                    <a:pt x="111" y="66"/>
                  </a:lnTo>
                  <a:lnTo>
                    <a:pt x="111" y="64"/>
                  </a:lnTo>
                  <a:lnTo>
                    <a:pt x="111" y="64"/>
                  </a:lnTo>
                  <a:lnTo>
                    <a:pt x="109" y="64"/>
                  </a:lnTo>
                  <a:lnTo>
                    <a:pt x="109" y="64"/>
                  </a:lnTo>
                  <a:lnTo>
                    <a:pt x="109" y="64"/>
                  </a:lnTo>
                  <a:lnTo>
                    <a:pt x="106" y="64"/>
                  </a:lnTo>
                  <a:lnTo>
                    <a:pt x="106" y="62"/>
                  </a:lnTo>
                  <a:lnTo>
                    <a:pt x="106" y="62"/>
                  </a:lnTo>
                  <a:lnTo>
                    <a:pt x="106" y="62"/>
                  </a:lnTo>
                  <a:lnTo>
                    <a:pt x="104" y="62"/>
                  </a:lnTo>
                  <a:lnTo>
                    <a:pt x="104" y="62"/>
                  </a:lnTo>
                  <a:lnTo>
                    <a:pt x="104" y="62"/>
                  </a:lnTo>
                  <a:lnTo>
                    <a:pt x="101" y="62"/>
                  </a:lnTo>
                  <a:lnTo>
                    <a:pt x="101" y="62"/>
                  </a:lnTo>
                  <a:lnTo>
                    <a:pt x="101" y="62"/>
                  </a:lnTo>
                  <a:lnTo>
                    <a:pt x="101" y="62"/>
                  </a:lnTo>
                  <a:lnTo>
                    <a:pt x="99" y="62"/>
                  </a:lnTo>
                  <a:lnTo>
                    <a:pt x="99" y="62"/>
                  </a:lnTo>
                  <a:lnTo>
                    <a:pt x="99" y="62"/>
                  </a:lnTo>
                  <a:lnTo>
                    <a:pt x="99" y="59"/>
                  </a:lnTo>
                  <a:lnTo>
                    <a:pt x="97" y="59"/>
                  </a:lnTo>
                  <a:lnTo>
                    <a:pt x="97" y="59"/>
                  </a:lnTo>
                  <a:lnTo>
                    <a:pt x="94" y="59"/>
                  </a:lnTo>
                  <a:lnTo>
                    <a:pt x="94" y="59"/>
                  </a:lnTo>
                  <a:lnTo>
                    <a:pt x="94" y="59"/>
                  </a:lnTo>
                  <a:lnTo>
                    <a:pt x="92" y="59"/>
                  </a:lnTo>
                  <a:lnTo>
                    <a:pt x="92" y="59"/>
                  </a:lnTo>
                  <a:lnTo>
                    <a:pt x="92" y="59"/>
                  </a:lnTo>
                  <a:lnTo>
                    <a:pt x="92" y="59"/>
                  </a:lnTo>
                  <a:lnTo>
                    <a:pt x="90" y="59"/>
                  </a:lnTo>
                  <a:lnTo>
                    <a:pt x="90" y="57"/>
                  </a:lnTo>
                  <a:lnTo>
                    <a:pt x="90" y="57"/>
                  </a:lnTo>
                  <a:lnTo>
                    <a:pt x="87" y="57"/>
                  </a:lnTo>
                  <a:lnTo>
                    <a:pt x="87" y="57"/>
                  </a:lnTo>
                  <a:lnTo>
                    <a:pt x="87" y="57"/>
                  </a:lnTo>
                  <a:lnTo>
                    <a:pt x="85" y="57"/>
                  </a:lnTo>
                  <a:lnTo>
                    <a:pt x="85" y="57"/>
                  </a:lnTo>
                  <a:lnTo>
                    <a:pt x="85" y="59"/>
                  </a:lnTo>
                  <a:lnTo>
                    <a:pt x="85" y="59"/>
                  </a:lnTo>
                  <a:lnTo>
                    <a:pt x="85" y="59"/>
                  </a:lnTo>
                  <a:lnTo>
                    <a:pt x="85" y="59"/>
                  </a:lnTo>
                  <a:lnTo>
                    <a:pt x="85" y="59"/>
                  </a:lnTo>
                  <a:lnTo>
                    <a:pt x="82" y="59"/>
                  </a:lnTo>
                  <a:lnTo>
                    <a:pt x="82" y="59"/>
                  </a:lnTo>
                  <a:lnTo>
                    <a:pt x="80" y="59"/>
                  </a:lnTo>
                  <a:lnTo>
                    <a:pt x="80" y="59"/>
                  </a:lnTo>
                  <a:lnTo>
                    <a:pt x="80" y="59"/>
                  </a:lnTo>
                  <a:lnTo>
                    <a:pt x="80" y="59"/>
                  </a:lnTo>
                  <a:lnTo>
                    <a:pt x="78" y="59"/>
                  </a:lnTo>
                  <a:lnTo>
                    <a:pt x="78" y="57"/>
                  </a:lnTo>
                  <a:lnTo>
                    <a:pt x="78" y="57"/>
                  </a:lnTo>
                  <a:lnTo>
                    <a:pt x="78" y="59"/>
                  </a:lnTo>
                  <a:lnTo>
                    <a:pt x="78" y="59"/>
                  </a:lnTo>
                  <a:lnTo>
                    <a:pt x="75" y="59"/>
                  </a:lnTo>
                  <a:lnTo>
                    <a:pt x="75" y="57"/>
                  </a:lnTo>
                  <a:lnTo>
                    <a:pt x="75" y="57"/>
                  </a:lnTo>
                  <a:lnTo>
                    <a:pt x="73" y="57"/>
                  </a:lnTo>
                  <a:lnTo>
                    <a:pt x="73" y="59"/>
                  </a:lnTo>
                  <a:lnTo>
                    <a:pt x="73" y="59"/>
                  </a:lnTo>
                  <a:lnTo>
                    <a:pt x="73" y="59"/>
                  </a:lnTo>
                  <a:lnTo>
                    <a:pt x="73" y="62"/>
                  </a:lnTo>
                  <a:lnTo>
                    <a:pt x="73" y="62"/>
                  </a:lnTo>
                  <a:lnTo>
                    <a:pt x="71" y="62"/>
                  </a:lnTo>
                  <a:lnTo>
                    <a:pt x="71" y="62"/>
                  </a:lnTo>
                  <a:lnTo>
                    <a:pt x="68" y="62"/>
                  </a:lnTo>
                  <a:lnTo>
                    <a:pt x="68" y="62"/>
                  </a:lnTo>
                  <a:lnTo>
                    <a:pt x="68" y="62"/>
                  </a:lnTo>
                  <a:lnTo>
                    <a:pt x="66" y="62"/>
                  </a:lnTo>
                  <a:lnTo>
                    <a:pt x="66" y="62"/>
                  </a:lnTo>
                  <a:lnTo>
                    <a:pt x="66" y="59"/>
                  </a:lnTo>
                  <a:lnTo>
                    <a:pt x="66" y="59"/>
                  </a:lnTo>
                  <a:lnTo>
                    <a:pt x="64" y="59"/>
                  </a:lnTo>
                  <a:lnTo>
                    <a:pt x="64" y="59"/>
                  </a:lnTo>
                  <a:lnTo>
                    <a:pt x="61" y="59"/>
                  </a:lnTo>
                  <a:lnTo>
                    <a:pt x="61" y="59"/>
                  </a:lnTo>
                  <a:lnTo>
                    <a:pt x="61" y="59"/>
                  </a:lnTo>
                  <a:lnTo>
                    <a:pt x="61" y="59"/>
                  </a:lnTo>
                  <a:lnTo>
                    <a:pt x="59" y="59"/>
                  </a:lnTo>
                  <a:lnTo>
                    <a:pt x="59" y="59"/>
                  </a:lnTo>
                  <a:lnTo>
                    <a:pt x="59" y="59"/>
                  </a:lnTo>
                  <a:lnTo>
                    <a:pt x="59" y="57"/>
                  </a:lnTo>
                  <a:lnTo>
                    <a:pt x="56" y="57"/>
                  </a:lnTo>
                  <a:lnTo>
                    <a:pt x="56" y="57"/>
                  </a:lnTo>
                  <a:lnTo>
                    <a:pt x="54" y="57"/>
                  </a:lnTo>
                  <a:lnTo>
                    <a:pt x="54" y="57"/>
                  </a:lnTo>
                  <a:lnTo>
                    <a:pt x="54" y="54"/>
                  </a:lnTo>
                  <a:lnTo>
                    <a:pt x="54" y="54"/>
                  </a:lnTo>
                  <a:lnTo>
                    <a:pt x="54" y="54"/>
                  </a:lnTo>
                  <a:lnTo>
                    <a:pt x="54" y="54"/>
                  </a:lnTo>
                  <a:lnTo>
                    <a:pt x="52" y="54"/>
                  </a:lnTo>
                  <a:lnTo>
                    <a:pt x="52" y="54"/>
                  </a:lnTo>
                  <a:lnTo>
                    <a:pt x="52" y="52"/>
                  </a:lnTo>
                  <a:lnTo>
                    <a:pt x="52" y="52"/>
                  </a:lnTo>
                  <a:lnTo>
                    <a:pt x="49" y="52"/>
                  </a:lnTo>
                  <a:lnTo>
                    <a:pt x="49" y="52"/>
                  </a:lnTo>
                  <a:lnTo>
                    <a:pt x="49" y="52"/>
                  </a:lnTo>
                  <a:lnTo>
                    <a:pt x="47" y="52"/>
                  </a:lnTo>
                  <a:lnTo>
                    <a:pt x="47" y="52"/>
                  </a:lnTo>
                  <a:lnTo>
                    <a:pt x="47" y="52"/>
                  </a:lnTo>
                  <a:lnTo>
                    <a:pt x="45" y="52"/>
                  </a:lnTo>
                  <a:lnTo>
                    <a:pt x="45" y="52"/>
                  </a:lnTo>
                  <a:lnTo>
                    <a:pt x="45" y="52"/>
                  </a:lnTo>
                  <a:lnTo>
                    <a:pt x="45" y="52"/>
                  </a:lnTo>
                  <a:lnTo>
                    <a:pt x="42" y="52"/>
                  </a:lnTo>
                  <a:lnTo>
                    <a:pt x="42" y="52"/>
                  </a:lnTo>
                  <a:lnTo>
                    <a:pt x="40" y="52"/>
                  </a:lnTo>
                  <a:lnTo>
                    <a:pt x="40" y="52"/>
                  </a:lnTo>
                  <a:lnTo>
                    <a:pt x="40" y="52"/>
                  </a:lnTo>
                  <a:lnTo>
                    <a:pt x="38" y="52"/>
                  </a:lnTo>
                  <a:lnTo>
                    <a:pt x="38" y="52"/>
                  </a:lnTo>
                  <a:lnTo>
                    <a:pt x="38" y="52"/>
                  </a:lnTo>
                  <a:lnTo>
                    <a:pt x="35" y="52"/>
                  </a:lnTo>
                  <a:lnTo>
                    <a:pt x="35" y="52"/>
                  </a:lnTo>
                  <a:lnTo>
                    <a:pt x="33" y="52"/>
                  </a:lnTo>
                  <a:lnTo>
                    <a:pt x="33" y="52"/>
                  </a:lnTo>
                  <a:lnTo>
                    <a:pt x="33" y="50"/>
                  </a:lnTo>
                  <a:lnTo>
                    <a:pt x="33" y="50"/>
                  </a:lnTo>
                  <a:lnTo>
                    <a:pt x="33" y="52"/>
                  </a:lnTo>
                  <a:lnTo>
                    <a:pt x="30" y="52"/>
                  </a:lnTo>
                  <a:lnTo>
                    <a:pt x="30" y="50"/>
                  </a:lnTo>
                  <a:lnTo>
                    <a:pt x="30" y="50"/>
                  </a:lnTo>
                  <a:lnTo>
                    <a:pt x="28" y="50"/>
                  </a:lnTo>
                  <a:lnTo>
                    <a:pt x="28" y="50"/>
                  </a:lnTo>
                  <a:lnTo>
                    <a:pt x="28" y="50"/>
                  </a:lnTo>
                  <a:lnTo>
                    <a:pt x="28" y="50"/>
                  </a:lnTo>
                  <a:lnTo>
                    <a:pt x="28" y="50"/>
                  </a:lnTo>
                  <a:lnTo>
                    <a:pt x="28" y="50"/>
                  </a:lnTo>
                  <a:lnTo>
                    <a:pt x="28" y="47"/>
                  </a:lnTo>
                  <a:lnTo>
                    <a:pt x="26" y="47"/>
                  </a:lnTo>
                  <a:lnTo>
                    <a:pt x="26" y="47"/>
                  </a:lnTo>
                  <a:lnTo>
                    <a:pt x="26" y="45"/>
                  </a:lnTo>
                  <a:lnTo>
                    <a:pt x="26" y="45"/>
                  </a:lnTo>
                  <a:lnTo>
                    <a:pt x="28" y="45"/>
                  </a:lnTo>
                  <a:lnTo>
                    <a:pt x="28" y="43"/>
                  </a:lnTo>
                  <a:lnTo>
                    <a:pt x="28" y="43"/>
                  </a:lnTo>
                  <a:lnTo>
                    <a:pt x="28" y="43"/>
                  </a:lnTo>
                  <a:lnTo>
                    <a:pt x="28" y="43"/>
                  </a:lnTo>
                  <a:lnTo>
                    <a:pt x="28" y="43"/>
                  </a:lnTo>
                  <a:lnTo>
                    <a:pt x="30" y="43"/>
                  </a:lnTo>
                  <a:lnTo>
                    <a:pt x="30" y="40"/>
                  </a:lnTo>
                  <a:lnTo>
                    <a:pt x="30" y="40"/>
                  </a:lnTo>
                  <a:lnTo>
                    <a:pt x="28" y="40"/>
                  </a:lnTo>
                  <a:lnTo>
                    <a:pt x="28" y="40"/>
                  </a:lnTo>
                  <a:lnTo>
                    <a:pt x="28" y="40"/>
                  </a:lnTo>
                  <a:lnTo>
                    <a:pt x="26" y="40"/>
                  </a:lnTo>
                  <a:lnTo>
                    <a:pt x="26" y="40"/>
                  </a:lnTo>
                  <a:lnTo>
                    <a:pt x="26" y="40"/>
                  </a:lnTo>
                  <a:lnTo>
                    <a:pt x="23" y="40"/>
                  </a:lnTo>
                  <a:lnTo>
                    <a:pt x="23" y="38"/>
                  </a:lnTo>
                  <a:lnTo>
                    <a:pt x="23" y="38"/>
                  </a:lnTo>
                  <a:lnTo>
                    <a:pt x="23" y="38"/>
                  </a:lnTo>
                  <a:lnTo>
                    <a:pt x="21" y="38"/>
                  </a:lnTo>
                  <a:lnTo>
                    <a:pt x="21" y="38"/>
                  </a:lnTo>
                  <a:lnTo>
                    <a:pt x="21" y="36"/>
                  </a:lnTo>
                  <a:lnTo>
                    <a:pt x="21" y="36"/>
                  </a:lnTo>
                  <a:lnTo>
                    <a:pt x="21" y="36"/>
                  </a:lnTo>
                  <a:lnTo>
                    <a:pt x="19" y="36"/>
                  </a:lnTo>
                  <a:lnTo>
                    <a:pt x="19" y="36"/>
                  </a:lnTo>
                  <a:lnTo>
                    <a:pt x="19" y="36"/>
                  </a:lnTo>
                  <a:lnTo>
                    <a:pt x="19" y="36"/>
                  </a:lnTo>
                  <a:lnTo>
                    <a:pt x="16" y="36"/>
                  </a:lnTo>
                  <a:lnTo>
                    <a:pt x="16" y="36"/>
                  </a:lnTo>
                  <a:lnTo>
                    <a:pt x="14" y="36"/>
                  </a:lnTo>
                  <a:lnTo>
                    <a:pt x="14" y="36"/>
                  </a:lnTo>
                  <a:lnTo>
                    <a:pt x="14" y="36"/>
                  </a:lnTo>
                  <a:lnTo>
                    <a:pt x="11" y="36"/>
                  </a:lnTo>
                  <a:lnTo>
                    <a:pt x="11" y="36"/>
                  </a:lnTo>
                  <a:lnTo>
                    <a:pt x="11" y="36"/>
                  </a:lnTo>
                  <a:lnTo>
                    <a:pt x="9" y="36"/>
                  </a:lnTo>
                  <a:lnTo>
                    <a:pt x="9" y="36"/>
                  </a:lnTo>
                  <a:lnTo>
                    <a:pt x="7" y="36"/>
                  </a:lnTo>
                  <a:lnTo>
                    <a:pt x="7" y="36"/>
                  </a:lnTo>
                  <a:lnTo>
                    <a:pt x="7" y="36"/>
                  </a:lnTo>
                  <a:lnTo>
                    <a:pt x="7" y="36"/>
                  </a:lnTo>
                  <a:lnTo>
                    <a:pt x="4" y="36"/>
                  </a:lnTo>
                  <a:lnTo>
                    <a:pt x="4" y="36"/>
                  </a:lnTo>
                  <a:lnTo>
                    <a:pt x="4" y="36"/>
                  </a:lnTo>
                  <a:lnTo>
                    <a:pt x="4" y="36"/>
                  </a:lnTo>
                  <a:lnTo>
                    <a:pt x="2" y="36"/>
                  </a:lnTo>
                  <a:lnTo>
                    <a:pt x="2" y="36"/>
                  </a:lnTo>
                  <a:lnTo>
                    <a:pt x="2" y="33"/>
                  </a:lnTo>
                  <a:lnTo>
                    <a:pt x="2" y="33"/>
                  </a:lnTo>
                  <a:lnTo>
                    <a:pt x="2" y="33"/>
                  </a:lnTo>
                  <a:lnTo>
                    <a:pt x="2" y="33"/>
                  </a:lnTo>
                  <a:lnTo>
                    <a:pt x="2" y="31"/>
                  </a:lnTo>
                  <a:lnTo>
                    <a:pt x="0" y="31"/>
                  </a:lnTo>
                  <a:lnTo>
                    <a:pt x="0" y="31"/>
                  </a:lnTo>
                  <a:lnTo>
                    <a:pt x="0" y="31"/>
                  </a:lnTo>
                  <a:lnTo>
                    <a:pt x="0" y="28"/>
                  </a:lnTo>
                  <a:lnTo>
                    <a:pt x="0" y="28"/>
                  </a:lnTo>
                  <a:lnTo>
                    <a:pt x="0" y="28"/>
                  </a:lnTo>
                  <a:lnTo>
                    <a:pt x="2" y="28"/>
                  </a:lnTo>
                  <a:lnTo>
                    <a:pt x="2" y="28"/>
                  </a:lnTo>
                  <a:lnTo>
                    <a:pt x="2" y="26"/>
                  </a:lnTo>
                  <a:lnTo>
                    <a:pt x="4" y="26"/>
                  </a:lnTo>
                  <a:lnTo>
                    <a:pt x="4" y="26"/>
                  </a:lnTo>
                  <a:lnTo>
                    <a:pt x="4" y="28"/>
                  </a:lnTo>
                  <a:lnTo>
                    <a:pt x="4" y="28"/>
                  </a:lnTo>
                  <a:lnTo>
                    <a:pt x="4" y="31"/>
                  </a:lnTo>
                  <a:lnTo>
                    <a:pt x="4" y="31"/>
                  </a:lnTo>
                  <a:lnTo>
                    <a:pt x="7" y="31"/>
                  </a:lnTo>
                  <a:lnTo>
                    <a:pt x="7" y="31"/>
                  </a:lnTo>
                  <a:lnTo>
                    <a:pt x="7" y="31"/>
                  </a:lnTo>
                  <a:lnTo>
                    <a:pt x="7" y="33"/>
                  </a:lnTo>
                  <a:lnTo>
                    <a:pt x="7" y="33"/>
                  </a:lnTo>
                  <a:lnTo>
                    <a:pt x="7" y="33"/>
                  </a:lnTo>
                  <a:lnTo>
                    <a:pt x="9" y="33"/>
                  </a:lnTo>
                  <a:lnTo>
                    <a:pt x="9" y="33"/>
                  </a:lnTo>
                  <a:lnTo>
                    <a:pt x="9" y="31"/>
                  </a:lnTo>
                  <a:lnTo>
                    <a:pt x="9" y="31"/>
                  </a:lnTo>
                  <a:lnTo>
                    <a:pt x="9" y="31"/>
                  </a:lnTo>
                  <a:lnTo>
                    <a:pt x="11" y="31"/>
                  </a:lnTo>
                  <a:lnTo>
                    <a:pt x="11" y="28"/>
                  </a:lnTo>
                  <a:lnTo>
                    <a:pt x="11" y="28"/>
                  </a:lnTo>
                  <a:lnTo>
                    <a:pt x="11" y="26"/>
                  </a:lnTo>
                  <a:lnTo>
                    <a:pt x="11" y="26"/>
                  </a:lnTo>
                  <a:lnTo>
                    <a:pt x="11" y="26"/>
                  </a:lnTo>
                  <a:lnTo>
                    <a:pt x="11" y="26"/>
                  </a:lnTo>
                  <a:lnTo>
                    <a:pt x="14" y="26"/>
                  </a:lnTo>
                  <a:lnTo>
                    <a:pt x="14" y="26"/>
                  </a:lnTo>
                  <a:lnTo>
                    <a:pt x="14" y="26"/>
                  </a:lnTo>
                  <a:lnTo>
                    <a:pt x="14" y="24"/>
                  </a:lnTo>
                  <a:lnTo>
                    <a:pt x="14" y="24"/>
                  </a:lnTo>
                  <a:lnTo>
                    <a:pt x="14" y="24"/>
                  </a:lnTo>
                  <a:lnTo>
                    <a:pt x="14" y="21"/>
                  </a:lnTo>
                  <a:lnTo>
                    <a:pt x="14" y="21"/>
                  </a:lnTo>
                  <a:lnTo>
                    <a:pt x="14" y="19"/>
                  </a:lnTo>
                  <a:lnTo>
                    <a:pt x="14" y="19"/>
                  </a:lnTo>
                  <a:lnTo>
                    <a:pt x="16" y="19"/>
                  </a:lnTo>
                  <a:lnTo>
                    <a:pt x="16" y="17"/>
                  </a:lnTo>
                  <a:lnTo>
                    <a:pt x="16" y="17"/>
                  </a:lnTo>
                  <a:lnTo>
                    <a:pt x="16" y="17"/>
                  </a:lnTo>
                  <a:lnTo>
                    <a:pt x="16" y="14"/>
                  </a:lnTo>
                  <a:lnTo>
                    <a:pt x="19" y="14"/>
                  </a:lnTo>
                  <a:lnTo>
                    <a:pt x="19" y="14"/>
                  </a:lnTo>
                  <a:lnTo>
                    <a:pt x="19" y="14"/>
                  </a:lnTo>
                  <a:lnTo>
                    <a:pt x="19" y="14"/>
                  </a:lnTo>
                  <a:lnTo>
                    <a:pt x="19" y="12"/>
                  </a:lnTo>
                  <a:lnTo>
                    <a:pt x="19" y="12"/>
                  </a:lnTo>
                  <a:lnTo>
                    <a:pt x="19" y="12"/>
                  </a:lnTo>
                  <a:lnTo>
                    <a:pt x="21" y="12"/>
                  </a:lnTo>
                  <a:lnTo>
                    <a:pt x="21" y="12"/>
                  </a:lnTo>
                  <a:lnTo>
                    <a:pt x="21" y="12"/>
                  </a:lnTo>
                  <a:lnTo>
                    <a:pt x="21" y="12"/>
                  </a:lnTo>
                  <a:lnTo>
                    <a:pt x="23" y="12"/>
                  </a:lnTo>
                  <a:lnTo>
                    <a:pt x="23" y="12"/>
                  </a:lnTo>
                  <a:lnTo>
                    <a:pt x="26" y="12"/>
                  </a:lnTo>
                  <a:lnTo>
                    <a:pt x="26" y="12"/>
                  </a:lnTo>
                  <a:lnTo>
                    <a:pt x="26" y="12"/>
                  </a:lnTo>
                  <a:lnTo>
                    <a:pt x="28" y="12"/>
                  </a:lnTo>
                  <a:lnTo>
                    <a:pt x="28" y="14"/>
                  </a:lnTo>
                  <a:lnTo>
                    <a:pt x="28" y="14"/>
                  </a:lnTo>
                  <a:lnTo>
                    <a:pt x="28" y="14"/>
                  </a:lnTo>
                  <a:lnTo>
                    <a:pt x="28" y="14"/>
                  </a:lnTo>
                  <a:lnTo>
                    <a:pt x="30" y="14"/>
                  </a:lnTo>
                  <a:lnTo>
                    <a:pt x="30" y="14"/>
                  </a:lnTo>
                  <a:lnTo>
                    <a:pt x="33" y="14"/>
                  </a:lnTo>
                  <a:lnTo>
                    <a:pt x="33" y="14"/>
                  </a:lnTo>
                  <a:lnTo>
                    <a:pt x="33" y="14"/>
                  </a:lnTo>
                  <a:lnTo>
                    <a:pt x="35" y="14"/>
                  </a:lnTo>
                  <a:lnTo>
                    <a:pt x="35" y="14"/>
                  </a:lnTo>
                  <a:lnTo>
                    <a:pt x="33" y="14"/>
                  </a:lnTo>
                  <a:lnTo>
                    <a:pt x="33" y="14"/>
                  </a:lnTo>
                  <a:lnTo>
                    <a:pt x="33" y="12"/>
                  </a:lnTo>
                  <a:lnTo>
                    <a:pt x="33" y="12"/>
                  </a:lnTo>
                  <a:lnTo>
                    <a:pt x="30" y="12"/>
                  </a:lnTo>
                  <a:lnTo>
                    <a:pt x="30" y="14"/>
                  </a:lnTo>
                  <a:lnTo>
                    <a:pt x="30" y="14"/>
                  </a:lnTo>
                  <a:lnTo>
                    <a:pt x="30" y="12"/>
                  </a:lnTo>
                  <a:lnTo>
                    <a:pt x="30" y="12"/>
                  </a:lnTo>
                  <a:lnTo>
                    <a:pt x="30" y="9"/>
                  </a:lnTo>
                  <a:lnTo>
                    <a:pt x="30" y="9"/>
                  </a:lnTo>
                  <a:lnTo>
                    <a:pt x="30" y="9"/>
                  </a:lnTo>
                  <a:lnTo>
                    <a:pt x="30" y="9"/>
                  </a:lnTo>
                  <a:lnTo>
                    <a:pt x="28" y="9"/>
                  </a:lnTo>
                  <a:lnTo>
                    <a:pt x="28" y="7"/>
                  </a:lnTo>
                  <a:lnTo>
                    <a:pt x="30" y="7"/>
                  </a:lnTo>
                  <a:lnTo>
                    <a:pt x="30" y="7"/>
                  </a:lnTo>
                  <a:lnTo>
                    <a:pt x="30" y="7"/>
                  </a:lnTo>
                  <a:lnTo>
                    <a:pt x="30" y="7"/>
                  </a:lnTo>
                  <a:lnTo>
                    <a:pt x="30" y="5"/>
                  </a:lnTo>
                  <a:lnTo>
                    <a:pt x="28" y="5"/>
                  </a:lnTo>
                  <a:lnTo>
                    <a:pt x="28" y="5"/>
                  </a:lnTo>
                  <a:lnTo>
                    <a:pt x="30" y="5"/>
                  </a:lnTo>
                  <a:lnTo>
                    <a:pt x="30" y="2"/>
                  </a:lnTo>
                  <a:lnTo>
                    <a:pt x="30" y="2"/>
                  </a:lnTo>
                  <a:lnTo>
                    <a:pt x="28" y="2"/>
                  </a:lnTo>
                  <a:lnTo>
                    <a:pt x="28" y="2"/>
                  </a:lnTo>
                  <a:lnTo>
                    <a:pt x="28" y="0"/>
                  </a:lnTo>
                  <a:lnTo>
                    <a:pt x="28" y="0"/>
                  </a:lnTo>
                  <a:lnTo>
                    <a:pt x="28" y="0"/>
                  </a:lnTo>
                  <a:lnTo>
                    <a:pt x="28" y="0"/>
                  </a:lnTo>
                  <a:lnTo>
                    <a:pt x="30" y="0"/>
                  </a:lnTo>
                  <a:lnTo>
                    <a:pt x="30" y="0"/>
                  </a:lnTo>
                  <a:lnTo>
                    <a:pt x="33" y="0"/>
                  </a:lnTo>
                  <a:lnTo>
                    <a:pt x="3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218"/>
            <p:cNvSpPr>
              <a:spLocks/>
            </p:cNvSpPr>
            <p:nvPr/>
          </p:nvSpPr>
          <p:spPr bwMode="auto">
            <a:xfrm>
              <a:off x="5362575" y="4295775"/>
              <a:ext cx="228600" cy="311150"/>
            </a:xfrm>
            <a:custGeom>
              <a:avLst/>
              <a:gdLst/>
              <a:ahLst/>
              <a:cxnLst>
                <a:cxn ang="0">
                  <a:pos x="68" y="95"/>
                </a:cxn>
                <a:cxn ang="0">
                  <a:pos x="68" y="106"/>
                </a:cxn>
                <a:cxn ang="0">
                  <a:pos x="80" y="121"/>
                </a:cxn>
                <a:cxn ang="0">
                  <a:pos x="80" y="135"/>
                </a:cxn>
                <a:cxn ang="0">
                  <a:pos x="83" y="147"/>
                </a:cxn>
                <a:cxn ang="0">
                  <a:pos x="90" y="151"/>
                </a:cxn>
                <a:cxn ang="0">
                  <a:pos x="97" y="159"/>
                </a:cxn>
                <a:cxn ang="0">
                  <a:pos x="94" y="161"/>
                </a:cxn>
                <a:cxn ang="0">
                  <a:pos x="94" y="173"/>
                </a:cxn>
                <a:cxn ang="0">
                  <a:pos x="94" y="187"/>
                </a:cxn>
                <a:cxn ang="0">
                  <a:pos x="85" y="194"/>
                </a:cxn>
                <a:cxn ang="0">
                  <a:pos x="78" y="180"/>
                </a:cxn>
                <a:cxn ang="0">
                  <a:pos x="71" y="175"/>
                </a:cxn>
                <a:cxn ang="0">
                  <a:pos x="61" y="163"/>
                </a:cxn>
                <a:cxn ang="0">
                  <a:pos x="57" y="151"/>
                </a:cxn>
                <a:cxn ang="0">
                  <a:pos x="47" y="135"/>
                </a:cxn>
                <a:cxn ang="0">
                  <a:pos x="52" y="118"/>
                </a:cxn>
                <a:cxn ang="0">
                  <a:pos x="35" y="123"/>
                </a:cxn>
                <a:cxn ang="0">
                  <a:pos x="40" y="142"/>
                </a:cxn>
                <a:cxn ang="0">
                  <a:pos x="38" y="163"/>
                </a:cxn>
                <a:cxn ang="0">
                  <a:pos x="38" y="185"/>
                </a:cxn>
                <a:cxn ang="0">
                  <a:pos x="31" y="192"/>
                </a:cxn>
                <a:cxn ang="0">
                  <a:pos x="16" y="189"/>
                </a:cxn>
                <a:cxn ang="0">
                  <a:pos x="16" y="180"/>
                </a:cxn>
                <a:cxn ang="0">
                  <a:pos x="9" y="170"/>
                </a:cxn>
                <a:cxn ang="0">
                  <a:pos x="9" y="168"/>
                </a:cxn>
                <a:cxn ang="0">
                  <a:pos x="16" y="161"/>
                </a:cxn>
                <a:cxn ang="0">
                  <a:pos x="16" y="144"/>
                </a:cxn>
                <a:cxn ang="0">
                  <a:pos x="7" y="140"/>
                </a:cxn>
                <a:cxn ang="0">
                  <a:pos x="5" y="121"/>
                </a:cxn>
                <a:cxn ang="0">
                  <a:pos x="7" y="114"/>
                </a:cxn>
                <a:cxn ang="0">
                  <a:pos x="14" y="97"/>
                </a:cxn>
                <a:cxn ang="0">
                  <a:pos x="16" y="76"/>
                </a:cxn>
                <a:cxn ang="0">
                  <a:pos x="23" y="59"/>
                </a:cxn>
                <a:cxn ang="0">
                  <a:pos x="26" y="50"/>
                </a:cxn>
                <a:cxn ang="0">
                  <a:pos x="28" y="35"/>
                </a:cxn>
                <a:cxn ang="0">
                  <a:pos x="38" y="21"/>
                </a:cxn>
                <a:cxn ang="0">
                  <a:pos x="42" y="23"/>
                </a:cxn>
                <a:cxn ang="0">
                  <a:pos x="54" y="14"/>
                </a:cxn>
                <a:cxn ang="0">
                  <a:pos x="66" y="21"/>
                </a:cxn>
                <a:cxn ang="0">
                  <a:pos x="80" y="21"/>
                </a:cxn>
                <a:cxn ang="0">
                  <a:pos x="94" y="23"/>
                </a:cxn>
                <a:cxn ang="0">
                  <a:pos x="113" y="26"/>
                </a:cxn>
                <a:cxn ang="0">
                  <a:pos x="125" y="14"/>
                </a:cxn>
                <a:cxn ang="0">
                  <a:pos x="132" y="2"/>
                </a:cxn>
                <a:cxn ang="0">
                  <a:pos x="139" y="5"/>
                </a:cxn>
                <a:cxn ang="0">
                  <a:pos x="137" y="19"/>
                </a:cxn>
                <a:cxn ang="0">
                  <a:pos x="128" y="33"/>
                </a:cxn>
                <a:cxn ang="0">
                  <a:pos x="111" y="42"/>
                </a:cxn>
                <a:cxn ang="0">
                  <a:pos x="92" y="38"/>
                </a:cxn>
                <a:cxn ang="0">
                  <a:pos x="73" y="38"/>
                </a:cxn>
                <a:cxn ang="0">
                  <a:pos x="57" y="38"/>
                </a:cxn>
                <a:cxn ang="0">
                  <a:pos x="40" y="38"/>
                </a:cxn>
                <a:cxn ang="0">
                  <a:pos x="31" y="52"/>
                </a:cxn>
                <a:cxn ang="0">
                  <a:pos x="38" y="71"/>
                </a:cxn>
                <a:cxn ang="0">
                  <a:pos x="47" y="83"/>
                </a:cxn>
                <a:cxn ang="0">
                  <a:pos x="59" y="73"/>
                </a:cxn>
                <a:cxn ang="0">
                  <a:pos x="71" y="71"/>
                </a:cxn>
                <a:cxn ang="0">
                  <a:pos x="87" y="64"/>
                </a:cxn>
                <a:cxn ang="0">
                  <a:pos x="104" y="68"/>
                </a:cxn>
                <a:cxn ang="0">
                  <a:pos x="92" y="71"/>
                </a:cxn>
                <a:cxn ang="0">
                  <a:pos x="80" y="85"/>
                </a:cxn>
              </a:cxnLst>
              <a:rect l="0" t="0" r="r" b="b"/>
              <a:pathLst>
                <a:path w="144" h="196">
                  <a:moveTo>
                    <a:pt x="71" y="97"/>
                  </a:moveTo>
                  <a:lnTo>
                    <a:pt x="71" y="95"/>
                  </a:lnTo>
                  <a:lnTo>
                    <a:pt x="71" y="95"/>
                  </a:lnTo>
                  <a:lnTo>
                    <a:pt x="73" y="95"/>
                  </a:lnTo>
                  <a:lnTo>
                    <a:pt x="73" y="95"/>
                  </a:lnTo>
                  <a:lnTo>
                    <a:pt x="73" y="92"/>
                  </a:lnTo>
                  <a:lnTo>
                    <a:pt x="73" y="92"/>
                  </a:lnTo>
                  <a:lnTo>
                    <a:pt x="73" y="92"/>
                  </a:lnTo>
                  <a:lnTo>
                    <a:pt x="76" y="92"/>
                  </a:lnTo>
                  <a:lnTo>
                    <a:pt x="76" y="92"/>
                  </a:lnTo>
                  <a:lnTo>
                    <a:pt x="76" y="92"/>
                  </a:lnTo>
                  <a:lnTo>
                    <a:pt x="76" y="90"/>
                  </a:lnTo>
                  <a:lnTo>
                    <a:pt x="76" y="90"/>
                  </a:lnTo>
                  <a:lnTo>
                    <a:pt x="73" y="90"/>
                  </a:lnTo>
                  <a:lnTo>
                    <a:pt x="73" y="90"/>
                  </a:lnTo>
                  <a:lnTo>
                    <a:pt x="73" y="92"/>
                  </a:lnTo>
                  <a:lnTo>
                    <a:pt x="73" y="92"/>
                  </a:lnTo>
                  <a:lnTo>
                    <a:pt x="73" y="92"/>
                  </a:lnTo>
                  <a:lnTo>
                    <a:pt x="71" y="92"/>
                  </a:lnTo>
                  <a:lnTo>
                    <a:pt x="71" y="92"/>
                  </a:lnTo>
                  <a:lnTo>
                    <a:pt x="68" y="92"/>
                  </a:lnTo>
                  <a:lnTo>
                    <a:pt x="68" y="92"/>
                  </a:lnTo>
                  <a:lnTo>
                    <a:pt x="68" y="92"/>
                  </a:lnTo>
                  <a:lnTo>
                    <a:pt x="68" y="95"/>
                  </a:lnTo>
                  <a:lnTo>
                    <a:pt x="68" y="95"/>
                  </a:lnTo>
                  <a:lnTo>
                    <a:pt x="68" y="95"/>
                  </a:lnTo>
                  <a:lnTo>
                    <a:pt x="68" y="97"/>
                  </a:lnTo>
                  <a:lnTo>
                    <a:pt x="68" y="97"/>
                  </a:lnTo>
                  <a:lnTo>
                    <a:pt x="66" y="97"/>
                  </a:lnTo>
                  <a:lnTo>
                    <a:pt x="66" y="99"/>
                  </a:lnTo>
                  <a:lnTo>
                    <a:pt x="66" y="99"/>
                  </a:lnTo>
                  <a:lnTo>
                    <a:pt x="66" y="99"/>
                  </a:lnTo>
                  <a:lnTo>
                    <a:pt x="64" y="99"/>
                  </a:lnTo>
                  <a:lnTo>
                    <a:pt x="64" y="99"/>
                  </a:lnTo>
                  <a:lnTo>
                    <a:pt x="61" y="99"/>
                  </a:lnTo>
                  <a:lnTo>
                    <a:pt x="61" y="99"/>
                  </a:lnTo>
                  <a:lnTo>
                    <a:pt x="61" y="99"/>
                  </a:lnTo>
                  <a:lnTo>
                    <a:pt x="61" y="102"/>
                  </a:lnTo>
                  <a:lnTo>
                    <a:pt x="61" y="102"/>
                  </a:lnTo>
                  <a:lnTo>
                    <a:pt x="61" y="102"/>
                  </a:lnTo>
                  <a:lnTo>
                    <a:pt x="61" y="102"/>
                  </a:lnTo>
                  <a:lnTo>
                    <a:pt x="64" y="102"/>
                  </a:lnTo>
                  <a:lnTo>
                    <a:pt x="64" y="104"/>
                  </a:lnTo>
                  <a:lnTo>
                    <a:pt x="64" y="104"/>
                  </a:lnTo>
                  <a:lnTo>
                    <a:pt x="66" y="104"/>
                  </a:lnTo>
                  <a:lnTo>
                    <a:pt x="66" y="104"/>
                  </a:lnTo>
                  <a:lnTo>
                    <a:pt x="66" y="104"/>
                  </a:lnTo>
                  <a:lnTo>
                    <a:pt x="66" y="104"/>
                  </a:lnTo>
                  <a:lnTo>
                    <a:pt x="68" y="104"/>
                  </a:lnTo>
                  <a:lnTo>
                    <a:pt x="68" y="106"/>
                  </a:lnTo>
                  <a:lnTo>
                    <a:pt x="68" y="106"/>
                  </a:lnTo>
                  <a:lnTo>
                    <a:pt x="68" y="106"/>
                  </a:lnTo>
                  <a:lnTo>
                    <a:pt x="68" y="106"/>
                  </a:lnTo>
                  <a:lnTo>
                    <a:pt x="68" y="109"/>
                  </a:lnTo>
                  <a:lnTo>
                    <a:pt x="68" y="109"/>
                  </a:lnTo>
                  <a:lnTo>
                    <a:pt x="71" y="109"/>
                  </a:lnTo>
                  <a:lnTo>
                    <a:pt x="71" y="111"/>
                  </a:lnTo>
                  <a:lnTo>
                    <a:pt x="71" y="111"/>
                  </a:lnTo>
                  <a:lnTo>
                    <a:pt x="71" y="111"/>
                  </a:lnTo>
                  <a:lnTo>
                    <a:pt x="71" y="111"/>
                  </a:lnTo>
                  <a:lnTo>
                    <a:pt x="73" y="111"/>
                  </a:lnTo>
                  <a:lnTo>
                    <a:pt x="73" y="114"/>
                  </a:lnTo>
                  <a:lnTo>
                    <a:pt x="73" y="114"/>
                  </a:lnTo>
                  <a:lnTo>
                    <a:pt x="73" y="114"/>
                  </a:lnTo>
                  <a:lnTo>
                    <a:pt x="73" y="116"/>
                  </a:lnTo>
                  <a:lnTo>
                    <a:pt x="73" y="116"/>
                  </a:lnTo>
                  <a:lnTo>
                    <a:pt x="73" y="118"/>
                  </a:lnTo>
                  <a:lnTo>
                    <a:pt x="73" y="118"/>
                  </a:lnTo>
                  <a:lnTo>
                    <a:pt x="73" y="118"/>
                  </a:lnTo>
                  <a:lnTo>
                    <a:pt x="76" y="118"/>
                  </a:lnTo>
                  <a:lnTo>
                    <a:pt x="76" y="118"/>
                  </a:lnTo>
                  <a:lnTo>
                    <a:pt x="76" y="121"/>
                  </a:lnTo>
                  <a:lnTo>
                    <a:pt x="76" y="121"/>
                  </a:lnTo>
                  <a:lnTo>
                    <a:pt x="76" y="121"/>
                  </a:lnTo>
                  <a:lnTo>
                    <a:pt x="76" y="121"/>
                  </a:lnTo>
                  <a:lnTo>
                    <a:pt x="78" y="121"/>
                  </a:lnTo>
                  <a:lnTo>
                    <a:pt x="78" y="121"/>
                  </a:lnTo>
                  <a:lnTo>
                    <a:pt x="80" y="121"/>
                  </a:lnTo>
                  <a:lnTo>
                    <a:pt x="80" y="123"/>
                  </a:lnTo>
                  <a:lnTo>
                    <a:pt x="80" y="123"/>
                  </a:lnTo>
                  <a:lnTo>
                    <a:pt x="80" y="123"/>
                  </a:lnTo>
                  <a:lnTo>
                    <a:pt x="80" y="125"/>
                  </a:lnTo>
                  <a:lnTo>
                    <a:pt x="80" y="125"/>
                  </a:lnTo>
                  <a:lnTo>
                    <a:pt x="83" y="125"/>
                  </a:lnTo>
                  <a:lnTo>
                    <a:pt x="83" y="125"/>
                  </a:lnTo>
                  <a:lnTo>
                    <a:pt x="83" y="125"/>
                  </a:lnTo>
                  <a:lnTo>
                    <a:pt x="83" y="125"/>
                  </a:lnTo>
                  <a:lnTo>
                    <a:pt x="83" y="128"/>
                  </a:lnTo>
                  <a:lnTo>
                    <a:pt x="85" y="128"/>
                  </a:lnTo>
                  <a:lnTo>
                    <a:pt x="85" y="128"/>
                  </a:lnTo>
                  <a:lnTo>
                    <a:pt x="85" y="128"/>
                  </a:lnTo>
                  <a:lnTo>
                    <a:pt x="85" y="130"/>
                  </a:lnTo>
                  <a:lnTo>
                    <a:pt x="85" y="130"/>
                  </a:lnTo>
                  <a:lnTo>
                    <a:pt x="85" y="128"/>
                  </a:lnTo>
                  <a:lnTo>
                    <a:pt x="83" y="128"/>
                  </a:lnTo>
                  <a:lnTo>
                    <a:pt x="83" y="128"/>
                  </a:lnTo>
                  <a:lnTo>
                    <a:pt x="83" y="130"/>
                  </a:lnTo>
                  <a:lnTo>
                    <a:pt x="83" y="130"/>
                  </a:lnTo>
                  <a:lnTo>
                    <a:pt x="83" y="130"/>
                  </a:lnTo>
                  <a:lnTo>
                    <a:pt x="83" y="130"/>
                  </a:lnTo>
                  <a:lnTo>
                    <a:pt x="83" y="132"/>
                  </a:lnTo>
                  <a:lnTo>
                    <a:pt x="80" y="132"/>
                  </a:lnTo>
                  <a:lnTo>
                    <a:pt x="80" y="132"/>
                  </a:lnTo>
                  <a:lnTo>
                    <a:pt x="80" y="135"/>
                  </a:lnTo>
                  <a:lnTo>
                    <a:pt x="83" y="135"/>
                  </a:lnTo>
                  <a:lnTo>
                    <a:pt x="83" y="135"/>
                  </a:lnTo>
                  <a:lnTo>
                    <a:pt x="83" y="137"/>
                  </a:lnTo>
                  <a:lnTo>
                    <a:pt x="83" y="137"/>
                  </a:lnTo>
                  <a:lnTo>
                    <a:pt x="83" y="137"/>
                  </a:lnTo>
                  <a:lnTo>
                    <a:pt x="83" y="137"/>
                  </a:lnTo>
                  <a:lnTo>
                    <a:pt x="83" y="140"/>
                  </a:lnTo>
                  <a:lnTo>
                    <a:pt x="80" y="140"/>
                  </a:lnTo>
                  <a:lnTo>
                    <a:pt x="80" y="137"/>
                  </a:lnTo>
                  <a:lnTo>
                    <a:pt x="80" y="137"/>
                  </a:lnTo>
                  <a:lnTo>
                    <a:pt x="80" y="140"/>
                  </a:lnTo>
                  <a:lnTo>
                    <a:pt x="80" y="140"/>
                  </a:lnTo>
                  <a:lnTo>
                    <a:pt x="80" y="142"/>
                  </a:lnTo>
                  <a:lnTo>
                    <a:pt x="80" y="142"/>
                  </a:lnTo>
                  <a:lnTo>
                    <a:pt x="78" y="142"/>
                  </a:lnTo>
                  <a:lnTo>
                    <a:pt x="78" y="142"/>
                  </a:lnTo>
                  <a:lnTo>
                    <a:pt x="80" y="142"/>
                  </a:lnTo>
                  <a:lnTo>
                    <a:pt x="80" y="142"/>
                  </a:lnTo>
                  <a:lnTo>
                    <a:pt x="80" y="142"/>
                  </a:lnTo>
                  <a:lnTo>
                    <a:pt x="80" y="142"/>
                  </a:lnTo>
                  <a:lnTo>
                    <a:pt x="83" y="142"/>
                  </a:lnTo>
                  <a:lnTo>
                    <a:pt x="83" y="144"/>
                  </a:lnTo>
                  <a:lnTo>
                    <a:pt x="83" y="144"/>
                  </a:lnTo>
                  <a:lnTo>
                    <a:pt x="83" y="144"/>
                  </a:lnTo>
                  <a:lnTo>
                    <a:pt x="83" y="147"/>
                  </a:lnTo>
                  <a:lnTo>
                    <a:pt x="83" y="147"/>
                  </a:lnTo>
                  <a:lnTo>
                    <a:pt x="83" y="147"/>
                  </a:lnTo>
                  <a:lnTo>
                    <a:pt x="85" y="147"/>
                  </a:lnTo>
                  <a:lnTo>
                    <a:pt x="85" y="147"/>
                  </a:lnTo>
                  <a:lnTo>
                    <a:pt x="87" y="147"/>
                  </a:lnTo>
                  <a:lnTo>
                    <a:pt x="87" y="147"/>
                  </a:lnTo>
                  <a:lnTo>
                    <a:pt x="87" y="147"/>
                  </a:lnTo>
                  <a:lnTo>
                    <a:pt x="87" y="149"/>
                  </a:lnTo>
                  <a:lnTo>
                    <a:pt x="87" y="149"/>
                  </a:lnTo>
                  <a:lnTo>
                    <a:pt x="87" y="149"/>
                  </a:lnTo>
                  <a:lnTo>
                    <a:pt x="87" y="149"/>
                  </a:lnTo>
                  <a:lnTo>
                    <a:pt x="87" y="151"/>
                  </a:lnTo>
                  <a:lnTo>
                    <a:pt x="87" y="151"/>
                  </a:lnTo>
                  <a:lnTo>
                    <a:pt x="87" y="151"/>
                  </a:lnTo>
                  <a:lnTo>
                    <a:pt x="87" y="151"/>
                  </a:lnTo>
                  <a:lnTo>
                    <a:pt x="87" y="154"/>
                  </a:lnTo>
                  <a:lnTo>
                    <a:pt x="87" y="154"/>
                  </a:lnTo>
                  <a:lnTo>
                    <a:pt x="87" y="151"/>
                  </a:lnTo>
                  <a:lnTo>
                    <a:pt x="87" y="151"/>
                  </a:lnTo>
                  <a:lnTo>
                    <a:pt x="87" y="151"/>
                  </a:lnTo>
                  <a:lnTo>
                    <a:pt x="87" y="149"/>
                  </a:lnTo>
                  <a:lnTo>
                    <a:pt x="90" y="149"/>
                  </a:lnTo>
                  <a:lnTo>
                    <a:pt x="90" y="149"/>
                  </a:lnTo>
                  <a:lnTo>
                    <a:pt x="90" y="151"/>
                  </a:lnTo>
                  <a:lnTo>
                    <a:pt x="90" y="151"/>
                  </a:lnTo>
                  <a:lnTo>
                    <a:pt x="90" y="151"/>
                  </a:lnTo>
                  <a:lnTo>
                    <a:pt x="90" y="151"/>
                  </a:lnTo>
                  <a:lnTo>
                    <a:pt x="90" y="151"/>
                  </a:lnTo>
                  <a:lnTo>
                    <a:pt x="90" y="151"/>
                  </a:lnTo>
                  <a:lnTo>
                    <a:pt x="92" y="151"/>
                  </a:lnTo>
                  <a:lnTo>
                    <a:pt x="92" y="151"/>
                  </a:lnTo>
                  <a:lnTo>
                    <a:pt x="92" y="151"/>
                  </a:lnTo>
                  <a:lnTo>
                    <a:pt x="92" y="151"/>
                  </a:lnTo>
                  <a:lnTo>
                    <a:pt x="94" y="151"/>
                  </a:lnTo>
                  <a:lnTo>
                    <a:pt x="94" y="149"/>
                  </a:lnTo>
                  <a:lnTo>
                    <a:pt x="94" y="149"/>
                  </a:lnTo>
                  <a:lnTo>
                    <a:pt x="94" y="149"/>
                  </a:lnTo>
                  <a:lnTo>
                    <a:pt x="94" y="151"/>
                  </a:lnTo>
                  <a:lnTo>
                    <a:pt x="97" y="151"/>
                  </a:lnTo>
                  <a:lnTo>
                    <a:pt x="97" y="151"/>
                  </a:lnTo>
                  <a:lnTo>
                    <a:pt x="97" y="151"/>
                  </a:lnTo>
                  <a:lnTo>
                    <a:pt x="99" y="151"/>
                  </a:lnTo>
                  <a:lnTo>
                    <a:pt x="99" y="151"/>
                  </a:lnTo>
                  <a:lnTo>
                    <a:pt x="99" y="151"/>
                  </a:lnTo>
                  <a:lnTo>
                    <a:pt x="99" y="151"/>
                  </a:lnTo>
                  <a:lnTo>
                    <a:pt x="99" y="154"/>
                  </a:lnTo>
                  <a:lnTo>
                    <a:pt x="99" y="154"/>
                  </a:lnTo>
                  <a:lnTo>
                    <a:pt x="99" y="154"/>
                  </a:lnTo>
                  <a:lnTo>
                    <a:pt x="99" y="156"/>
                  </a:lnTo>
                  <a:lnTo>
                    <a:pt x="97" y="156"/>
                  </a:lnTo>
                  <a:lnTo>
                    <a:pt x="97" y="156"/>
                  </a:lnTo>
                  <a:lnTo>
                    <a:pt x="97" y="156"/>
                  </a:lnTo>
                  <a:lnTo>
                    <a:pt x="97" y="159"/>
                  </a:lnTo>
                  <a:lnTo>
                    <a:pt x="97" y="159"/>
                  </a:lnTo>
                  <a:lnTo>
                    <a:pt x="94" y="159"/>
                  </a:lnTo>
                  <a:lnTo>
                    <a:pt x="94" y="156"/>
                  </a:lnTo>
                  <a:lnTo>
                    <a:pt x="94" y="156"/>
                  </a:lnTo>
                  <a:lnTo>
                    <a:pt x="94" y="156"/>
                  </a:lnTo>
                  <a:lnTo>
                    <a:pt x="94" y="156"/>
                  </a:lnTo>
                  <a:lnTo>
                    <a:pt x="92" y="156"/>
                  </a:lnTo>
                  <a:lnTo>
                    <a:pt x="92" y="154"/>
                  </a:lnTo>
                  <a:lnTo>
                    <a:pt x="92" y="154"/>
                  </a:lnTo>
                  <a:lnTo>
                    <a:pt x="92" y="156"/>
                  </a:lnTo>
                  <a:lnTo>
                    <a:pt x="92" y="156"/>
                  </a:lnTo>
                  <a:lnTo>
                    <a:pt x="92" y="159"/>
                  </a:lnTo>
                  <a:lnTo>
                    <a:pt x="92" y="159"/>
                  </a:lnTo>
                  <a:lnTo>
                    <a:pt x="92" y="161"/>
                  </a:lnTo>
                  <a:lnTo>
                    <a:pt x="92" y="161"/>
                  </a:lnTo>
                  <a:lnTo>
                    <a:pt x="92" y="161"/>
                  </a:lnTo>
                  <a:lnTo>
                    <a:pt x="92" y="161"/>
                  </a:lnTo>
                  <a:lnTo>
                    <a:pt x="94" y="161"/>
                  </a:lnTo>
                  <a:lnTo>
                    <a:pt x="94" y="159"/>
                  </a:lnTo>
                  <a:lnTo>
                    <a:pt x="94" y="159"/>
                  </a:lnTo>
                  <a:lnTo>
                    <a:pt x="94" y="159"/>
                  </a:lnTo>
                  <a:lnTo>
                    <a:pt x="94" y="161"/>
                  </a:lnTo>
                  <a:lnTo>
                    <a:pt x="97" y="161"/>
                  </a:lnTo>
                  <a:lnTo>
                    <a:pt x="97" y="161"/>
                  </a:lnTo>
                  <a:lnTo>
                    <a:pt x="94" y="161"/>
                  </a:lnTo>
                  <a:lnTo>
                    <a:pt x="94" y="161"/>
                  </a:lnTo>
                  <a:lnTo>
                    <a:pt x="97" y="161"/>
                  </a:lnTo>
                  <a:lnTo>
                    <a:pt x="97" y="161"/>
                  </a:lnTo>
                  <a:lnTo>
                    <a:pt x="97" y="163"/>
                  </a:lnTo>
                  <a:lnTo>
                    <a:pt x="97" y="163"/>
                  </a:lnTo>
                  <a:lnTo>
                    <a:pt x="97" y="163"/>
                  </a:lnTo>
                  <a:lnTo>
                    <a:pt x="97" y="166"/>
                  </a:lnTo>
                  <a:lnTo>
                    <a:pt x="97" y="166"/>
                  </a:lnTo>
                  <a:lnTo>
                    <a:pt x="97" y="168"/>
                  </a:lnTo>
                  <a:lnTo>
                    <a:pt x="99" y="168"/>
                  </a:lnTo>
                  <a:lnTo>
                    <a:pt x="99" y="168"/>
                  </a:lnTo>
                  <a:lnTo>
                    <a:pt x="99" y="170"/>
                  </a:lnTo>
                  <a:lnTo>
                    <a:pt x="97" y="170"/>
                  </a:lnTo>
                  <a:lnTo>
                    <a:pt x="97" y="170"/>
                  </a:lnTo>
                  <a:lnTo>
                    <a:pt x="99" y="170"/>
                  </a:lnTo>
                  <a:lnTo>
                    <a:pt x="99" y="170"/>
                  </a:lnTo>
                  <a:lnTo>
                    <a:pt x="99" y="173"/>
                  </a:lnTo>
                  <a:lnTo>
                    <a:pt x="97" y="173"/>
                  </a:lnTo>
                  <a:lnTo>
                    <a:pt x="97" y="173"/>
                  </a:lnTo>
                  <a:lnTo>
                    <a:pt x="97" y="170"/>
                  </a:lnTo>
                  <a:lnTo>
                    <a:pt x="97" y="170"/>
                  </a:lnTo>
                  <a:lnTo>
                    <a:pt x="97" y="170"/>
                  </a:lnTo>
                  <a:lnTo>
                    <a:pt x="97" y="170"/>
                  </a:lnTo>
                  <a:lnTo>
                    <a:pt x="97" y="173"/>
                  </a:lnTo>
                  <a:lnTo>
                    <a:pt x="94" y="173"/>
                  </a:lnTo>
                  <a:lnTo>
                    <a:pt x="94" y="173"/>
                  </a:lnTo>
                  <a:lnTo>
                    <a:pt x="94" y="173"/>
                  </a:lnTo>
                  <a:lnTo>
                    <a:pt x="94" y="175"/>
                  </a:lnTo>
                  <a:lnTo>
                    <a:pt x="94" y="175"/>
                  </a:lnTo>
                  <a:lnTo>
                    <a:pt x="94" y="175"/>
                  </a:lnTo>
                  <a:lnTo>
                    <a:pt x="94" y="178"/>
                  </a:lnTo>
                  <a:lnTo>
                    <a:pt x="94" y="178"/>
                  </a:lnTo>
                  <a:lnTo>
                    <a:pt x="94" y="180"/>
                  </a:lnTo>
                  <a:lnTo>
                    <a:pt x="94" y="180"/>
                  </a:lnTo>
                  <a:lnTo>
                    <a:pt x="94" y="180"/>
                  </a:lnTo>
                  <a:lnTo>
                    <a:pt x="94" y="180"/>
                  </a:lnTo>
                  <a:lnTo>
                    <a:pt x="97" y="180"/>
                  </a:lnTo>
                  <a:lnTo>
                    <a:pt x="97" y="180"/>
                  </a:lnTo>
                  <a:lnTo>
                    <a:pt x="97" y="180"/>
                  </a:lnTo>
                  <a:lnTo>
                    <a:pt x="97" y="180"/>
                  </a:lnTo>
                  <a:lnTo>
                    <a:pt x="97" y="182"/>
                  </a:lnTo>
                  <a:lnTo>
                    <a:pt x="99" y="182"/>
                  </a:lnTo>
                  <a:lnTo>
                    <a:pt x="99" y="182"/>
                  </a:lnTo>
                  <a:lnTo>
                    <a:pt x="99" y="185"/>
                  </a:lnTo>
                  <a:lnTo>
                    <a:pt x="97" y="185"/>
                  </a:lnTo>
                  <a:lnTo>
                    <a:pt x="97" y="185"/>
                  </a:lnTo>
                  <a:lnTo>
                    <a:pt x="97" y="185"/>
                  </a:lnTo>
                  <a:lnTo>
                    <a:pt x="97" y="187"/>
                  </a:lnTo>
                  <a:lnTo>
                    <a:pt x="97" y="187"/>
                  </a:lnTo>
                  <a:lnTo>
                    <a:pt x="94" y="187"/>
                  </a:lnTo>
                  <a:lnTo>
                    <a:pt x="94" y="187"/>
                  </a:lnTo>
                  <a:lnTo>
                    <a:pt x="94" y="187"/>
                  </a:lnTo>
                  <a:lnTo>
                    <a:pt x="94" y="187"/>
                  </a:lnTo>
                  <a:lnTo>
                    <a:pt x="94" y="187"/>
                  </a:lnTo>
                  <a:lnTo>
                    <a:pt x="92" y="187"/>
                  </a:lnTo>
                  <a:lnTo>
                    <a:pt x="92" y="187"/>
                  </a:lnTo>
                  <a:lnTo>
                    <a:pt x="92" y="187"/>
                  </a:lnTo>
                  <a:lnTo>
                    <a:pt x="90" y="187"/>
                  </a:lnTo>
                  <a:lnTo>
                    <a:pt x="90" y="189"/>
                  </a:lnTo>
                  <a:lnTo>
                    <a:pt x="92" y="189"/>
                  </a:lnTo>
                  <a:lnTo>
                    <a:pt x="92" y="189"/>
                  </a:lnTo>
                  <a:lnTo>
                    <a:pt x="92" y="189"/>
                  </a:lnTo>
                  <a:lnTo>
                    <a:pt x="92" y="192"/>
                  </a:lnTo>
                  <a:lnTo>
                    <a:pt x="90" y="192"/>
                  </a:lnTo>
                  <a:lnTo>
                    <a:pt x="90" y="192"/>
                  </a:lnTo>
                  <a:lnTo>
                    <a:pt x="90" y="192"/>
                  </a:lnTo>
                  <a:lnTo>
                    <a:pt x="90" y="194"/>
                  </a:lnTo>
                  <a:lnTo>
                    <a:pt x="90" y="194"/>
                  </a:lnTo>
                  <a:lnTo>
                    <a:pt x="90" y="194"/>
                  </a:lnTo>
                  <a:lnTo>
                    <a:pt x="90" y="194"/>
                  </a:lnTo>
                  <a:lnTo>
                    <a:pt x="90" y="196"/>
                  </a:lnTo>
                  <a:lnTo>
                    <a:pt x="90" y="196"/>
                  </a:lnTo>
                  <a:lnTo>
                    <a:pt x="87" y="196"/>
                  </a:lnTo>
                  <a:lnTo>
                    <a:pt x="87" y="196"/>
                  </a:lnTo>
                  <a:lnTo>
                    <a:pt x="87" y="194"/>
                  </a:lnTo>
                  <a:lnTo>
                    <a:pt x="87" y="194"/>
                  </a:lnTo>
                  <a:lnTo>
                    <a:pt x="87" y="194"/>
                  </a:lnTo>
                  <a:lnTo>
                    <a:pt x="85" y="194"/>
                  </a:lnTo>
                  <a:lnTo>
                    <a:pt x="85" y="194"/>
                  </a:lnTo>
                  <a:lnTo>
                    <a:pt x="83" y="194"/>
                  </a:lnTo>
                  <a:lnTo>
                    <a:pt x="83" y="194"/>
                  </a:lnTo>
                  <a:lnTo>
                    <a:pt x="83" y="194"/>
                  </a:lnTo>
                  <a:lnTo>
                    <a:pt x="80" y="194"/>
                  </a:lnTo>
                  <a:lnTo>
                    <a:pt x="80" y="192"/>
                  </a:lnTo>
                  <a:lnTo>
                    <a:pt x="83" y="192"/>
                  </a:lnTo>
                  <a:lnTo>
                    <a:pt x="83" y="192"/>
                  </a:lnTo>
                  <a:lnTo>
                    <a:pt x="83" y="189"/>
                  </a:lnTo>
                  <a:lnTo>
                    <a:pt x="83" y="189"/>
                  </a:lnTo>
                  <a:lnTo>
                    <a:pt x="83" y="189"/>
                  </a:lnTo>
                  <a:lnTo>
                    <a:pt x="83" y="189"/>
                  </a:lnTo>
                  <a:lnTo>
                    <a:pt x="83" y="187"/>
                  </a:lnTo>
                  <a:lnTo>
                    <a:pt x="83" y="187"/>
                  </a:lnTo>
                  <a:lnTo>
                    <a:pt x="83" y="187"/>
                  </a:lnTo>
                  <a:lnTo>
                    <a:pt x="80" y="187"/>
                  </a:lnTo>
                  <a:lnTo>
                    <a:pt x="80" y="187"/>
                  </a:lnTo>
                  <a:lnTo>
                    <a:pt x="80" y="187"/>
                  </a:lnTo>
                  <a:lnTo>
                    <a:pt x="78" y="187"/>
                  </a:lnTo>
                  <a:lnTo>
                    <a:pt x="78" y="187"/>
                  </a:lnTo>
                  <a:lnTo>
                    <a:pt x="78" y="185"/>
                  </a:lnTo>
                  <a:lnTo>
                    <a:pt x="78" y="185"/>
                  </a:lnTo>
                  <a:lnTo>
                    <a:pt x="78" y="182"/>
                  </a:lnTo>
                  <a:lnTo>
                    <a:pt x="78" y="182"/>
                  </a:lnTo>
                  <a:lnTo>
                    <a:pt x="78" y="182"/>
                  </a:lnTo>
                  <a:lnTo>
                    <a:pt x="78" y="180"/>
                  </a:lnTo>
                  <a:lnTo>
                    <a:pt x="78" y="180"/>
                  </a:lnTo>
                  <a:lnTo>
                    <a:pt x="78" y="180"/>
                  </a:lnTo>
                  <a:lnTo>
                    <a:pt x="78" y="180"/>
                  </a:lnTo>
                  <a:lnTo>
                    <a:pt x="78" y="180"/>
                  </a:lnTo>
                  <a:lnTo>
                    <a:pt x="78" y="178"/>
                  </a:lnTo>
                  <a:lnTo>
                    <a:pt x="80" y="178"/>
                  </a:lnTo>
                  <a:lnTo>
                    <a:pt x="80" y="178"/>
                  </a:lnTo>
                  <a:lnTo>
                    <a:pt x="80" y="178"/>
                  </a:lnTo>
                  <a:lnTo>
                    <a:pt x="80" y="178"/>
                  </a:lnTo>
                  <a:lnTo>
                    <a:pt x="80" y="175"/>
                  </a:lnTo>
                  <a:lnTo>
                    <a:pt x="80" y="175"/>
                  </a:lnTo>
                  <a:lnTo>
                    <a:pt x="78" y="175"/>
                  </a:lnTo>
                  <a:lnTo>
                    <a:pt x="78" y="173"/>
                  </a:lnTo>
                  <a:lnTo>
                    <a:pt x="78" y="173"/>
                  </a:lnTo>
                  <a:lnTo>
                    <a:pt x="76" y="173"/>
                  </a:lnTo>
                  <a:lnTo>
                    <a:pt x="76" y="175"/>
                  </a:lnTo>
                  <a:lnTo>
                    <a:pt x="76" y="175"/>
                  </a:lnTo>
                  <a:lnTo>
                    <a:pt x="76" y="173"/>
                  </a:lnTo>
                  <a:lnTo>
                    <a:pt x="76" y="173"/>
                  </a:lnTo>
                  <a:lnTo>
                    <a:pt x="76" y="173"/>
                  </a:lnTo>
                  <a:lnTo>
                    <a:pt x="73" y="173"/>
                  </a:lnTo>
                  <a:lnTo>
                    <a:pt x="73" y="173"/>
                  </a:lnTo>
                  <a:lnTo>
                    <a:pt x="73" y="173"/>
                  </a:lnTo>
                  <a:lnTo>
                    <a:pt x="73" y="173"/>
                  </a:lnTo>
                  <a:lnTo>
                    <a:pt x="73" y="175"/>
                  </a:lnTo>
                  <a:lnTo>
                    <a:pt x="71" y="175"/>
                  </a:lnTo>
                  <a:lnTo>
                    <a:pt x="71" y="175"/>
                  </a:lnTo>
                  <a:lnTo>
                    <a:pt x="71" y="173"/>
                  </a:lnTo>
                  <a:lnTo>
                    <a:pt x="68" y="173"/>
                  </a:lnTo>
                  <a:lnTo>
                    <a:pt x="68" y="173"/>
                  </a:lnTo>
                  <a:lnTo>
                    <a:pt x="68" y="173"/>
                  </a:lnTo>
                  <a:lnTo>
                    <a:pt x="68" y="173"/>
                  </a:lnTo>
                  <a:lnTo>
                    <a:pt x="66" y="173"/>
                  </a:lnTo>
                  <a:lnTo>
                    <a:pt x="66" y="173"/>
                  </a:lnTo>
                  <a:lnTo>
                    <a:pt x="66" y="173"/>
                  </a:lnTo>
                  <a:lnTo>
                    <a:pt x="64" y="173"/>
                  </a:lnTo>
                  <a:lnTo>
                    <a:pt x="64" y="170"/>
                  </a:lnTo>
                  <a:lnTo>
                    <a:pt x="64" y="170"/>
                  </a:lnTo>
                  <a:lnTo>
                    <a:pt x="64" y="170"/>
                  </a:lnTo>
                  <a:lnTo>
                    <a:pt x="61" y="170"/>
                  </a:lnTo>
                  <a:lnTo>
                    <a:pt x="61" y="170"/>
                  </a:lnTo>
                  <a:lnTo>
                    <a:pt x="61" y="170"/>
                  </a:lnTo>
                  <a:lnTo>
                    <a:pt x="61" y="170"/>
                  </a:lnTo>
                  <a:lnTo>
                    <a:pt x="61" y="170"/>
                  </a:lnTo>
                  <a:lnTo>
                    <a:pt x="59" y="170"/>
                  </a:lnTo>
                  <a:lnTo>
                    <a:pt x="59" y="170"/>
                  </a:lnTo>
                  <a:lnTo>
                    <a:pt x="59" y="168"/>
                  </a:lnTo>
                  <a:lnTo>
                    <a:pt x="59" y="168"/>
                  </a:lnTo>
                  <a:lnTo>
                    <a:pt x="59" y="166"/>
                  </a:lnTo>
                  <a:lnTo>
                    <a:pt x="59" y="166"/>
                  </a:lnTo>
                  <a:lnTo>
                    <a:pt x="61" y="166"/>
                  </a:lnTo>
                  <a:lnTo>
                    <a:pt x="61" y="163"/>
                  </a:lnTo>
                  <a:lnTo>
                    <a:pt x="61" y="163"/>
                  </a:lnTo>
                  <a:lnTo>
                    <a:pt x="61" y="161"/>
                  </a:lnTo>
                  <a:lnTo>
                    <a:pt x="61" y="161"/>
                  </a:lnTo>
                  <a:lnTo>
                    <a:pt x="61" y="161"/>
                  </a:lnTo>
                  <a:lnTo>
                    <a:pt x="61" y="159"/>
                  </a:lnTo>
                  <a:lnTo>
                    <a:pt x="61" y="159"/>
                  </a:lnTo>
                  <a:lnTo>
                    <a:pt x="61" y="159"/>
                  </a:lnTo>
                  <a:lnTo>
                    <a:pt x="61" y="156"/>
                  </a:lnTo>
                  <a:lnTo>
                    <a:pt x="61" y="156"/>
                  </a:lnTo>
                  <a:lnTo>
                    <a:pt x="61" y="156"/>
                  </a:lnTo>
                  <a:lnTo>
                    <a:pt x="61" y="154"/>
                  </a:lnTo>
                  <a:lnTo>
                    <a:pt x="59" y="154"/>
                  </a:lnTo>
                  <a:lnTo>
                    <a:pt x="59" y="156"/>
                  </a:lnTo>
                  <a:lnTo>
                    <a:pt x="59" y="156"/>
                  </a:lnTo>
                  <a:lnTo>
                    <a:pt x="59" y="154"/>
                  </a:lnTo>
                  <a:lnTo>
                    <a:pt x="59" y="154"/>
                  </a:lnTo>
                  <a:lnTo>
                    <a:pt x="57" y="154"/>
                  </a:lnTo>
                  <a:lnTo>
                    <a:pt x="57" y="154"/>
                  </a:lnTo>
                  <a:lnTo>
                    <a:pt x="57" y="151"/>
                  </a:lnTo>
                  <a:lnTo>
                    <a:pt x="57" y="151"/>
                  </a:lnTo>
                  <a:lnTo>
                    <a:pt x="57" y="151"/>
                  </a:lnTo>
                  <a:lnTo>
                    <a:pt x="59" y="151"/>
                  </a:lnTo>
                  <a:lnTo>
                    <a:pt x="59" y="151"/>
                  </a:lnTo>
                  <a:lnTo>
                    <a:pt x="59" y="151"/>
                  </a:lnTo>
                  <a:lnTo>
                    <a:pt x="59" y="151"/>
                  </a:lnTo>
                  <a:lnTo>
                    <a:pt x="57" y="151"/>
                  </a:lnTo>
                  <a:lnTo>
                    <a:pt x="57" y="151"/>
                  </a:lnTo>
                  <a:lnTo>
                    <a:pt x="57" y="149"/>
                  </a:lnTo>
                  <a:lnTo>
                    <a:pt x="57" y="149"/>
                  </a:lnTo>
                  <a:lnTo>
                    <a:pt x="54" y="149"/>
                  </a:lnTo>
                  <a:lnTo>
                    <a:pt x="54" y="149"/>
                  </a:lnTo>
                  <a:lnTo>
                    <a:pt x="54" y="147"/>
                  </a:lnTo>
                  <a:lnTo>
                    <a:pt x="54" y="147"/>
                  </a:lnTo>
                  <a:lnTo>
                    <a:pt x="54" y="147"/>
                  </a:lnTo>
                  <a:lnTo>
                    <a:pt x="54" y="147"/>
                  </a:lnTo>
                  <a:lnTo>
                    <a:pt x="54" y="144"/>
                  </a:lnTo>
                  <a:lnTo>
                    <a:pt x="52" y="144"/>
                  </a:lnTo>
                  <a:lnTo>
                    <a:pt x="52" y="144"/>
                  </a:lnTo>
                  <a:lnTo>
                    <a:pt x="52" y="144"/>
                  </a:lnTo>
                  <a:lnTo>
                    <a:pt x="52" y="142"/>
                  </a:lnTo>
                  <a:lnTo>
                    <a:pt x="49" y="142"/>
                  </a:lnTo>
                  <a:lnTo>
                    <a:pt x="49" y="142"/>
                  </a:lnTo>
                  <a:lnTo>
                    <a:pt x="49" y="142"/>
                  </a:lnTo>
                  <a:lnTo>
                    <a:pt x="49" y="142"/>
                  </a:lnTo>
                  <a:lnTo>
                    <a:pt x="49" y="142"/>
                  </a:lnTo>
                  <a:lnTo>
                    <a:pt x="47" y="142"/>
                  </a:lnTo>
                  <a:lnTo>
                    <a:pt x="47" y="140"/>
                  </a:lnTo>
                  <a:lnTo>
                    <a:pt x="47" y="140"/>
                  </a:lnTo>
                  <a:lnTo>
                    <a:pt x="47" y="140"/>
                  </a:lnTo>
                  <a:lnTo>
                    <a:pt x="47" y="137"/>
                  </a:lnTo>
                  <a:lnTo>
                    <a:pt x="47" y="137"/>
                  </a:lnTo>
                  <a:lnTo>
                    <a:pt x="47" y="135"/>
                  </a:lnTo>
                  <a:lnTo>
                    <a:pt x="47" y="135"/>
                  </a:lnTo>
                  <a:lnTo>
                    <a:pt x="47" y="135"/>
                  </a:lnTo>
                  <a:lnTo>
                    <a:pt x="47" y="132"/>
                  </a:lnTo>
                  <a:lnTo>
                    <a:pt x="49" y="132"/>
                  </a:lnTo>
                  <a:lnTo>
                    <a:pt x="49" y="132"/>
                  </a:lnTo>
                  <a:lnTo>
                    <a:pt x="49" y="130"/>
                  </a:lnTo>
                  <a:lnTo>
                    <a:pt x="49" y="130"/>
                  </a:lnTo>
                  <a:lnTo>
                    <a:pt x="49" y="130"/>
                  </a:lnTo>
                  <a:lnTo>
                    <a:pt x="49" y="130"/>
                  </a:lnTo>
                  <a:lnTo>
                    <a:pt x="49" y="130"/>
                  </a:lnTo>
                  <a:lnTo>
                    <a:pt x="52" y="130"/>
                  </a:lnTo>
                  <a:lnTo>
                    <a:pt x="52" y="128"/>
                  </a:lnTo>
                  <a:lnTo>
                    <a:pt x="52" y="128"/>
                  </a:lnTo>
                  <a:lnTo>
                    <a:pt x="52" y="125"/>
                  </a:lnTo>
                  <a:lnTo>
                    <a:pt x="49" y="125"/>
                  </a:lnTo>
                  <a:lnTo>
                    <a:pt x="49" y="125"/>
                  </a:lnTo>
                  <a:lnTo>
                    <a:pt x="52" y="125"/>
                  </a:lnTo>
                  <a:lnTo>
                    <a:pt x="52" y="123"/>
                  </a:lnTo>
                  <a:lnTo>
                    <a:pt x="52" y="123"/>
                  </a:lnTo>
                  <a:lnTo>
                    <a:pt x="49" y="123"/>
                  </a:lnTo>
                  <a:lnTo>
                    <a:pt x="49" y="123"/>
                  </a:lnTo>
                  <a:lnTo>
                    <a:pt x="49" y="121"/>
                  </a:lnTo>
                  <a:lnTo>
                    <a:pt x="49" y="121"/>
                  </a:lnTo>
                  <a:lnTo>
                    <a:pt x="49" y="121"/>
                  </a:lnTo>
                  <a:lnTo>
                    <a:pt x="49" y="121"/>
                  </a:lnTo>
                  <a:lnTo>
                    <a:pt x="49" y="118"/>
                  </a:lnTo>
                  <a:lnTo>
                    <a:pt x="52" y="118"/>
                  </a:lnTo>
                  <a:lnTo>
                    <a:pt x="52" y="118"/>
                  </a:lnTo>
                  <a:lnTo>
                    <a:pt x="49" y="118"/>
                  </a:lnTo>
                  <a:lnTo>
                    <a:pt x="49" y="118"/>
                  </a:lnTo>
                  <a:lnTo>
                    <a:pt x="49" y="118"/>
                  </a:lnTo>
                  <a:lnTo>
                    <a:pt x="49" y="116"/>
                  </a:lnTo>
                  <a:lnTo>
                    <a:pt x="47" y="116"/>
                  </a:lnTo>
                  <a:lnTo>
                    <a:pt x="47" y="116"/>
                  </a:lnTo>
                  <a:lnTo>
                    <a:pt x="47" y="116"/>
                  </a:lnTo>
                  <a:lnTo>
                    <a:pt x="45" y="116"/>
                  </a:lnTo>
                  <a:lnTo>
                    <a:pt x="45" y="116"/>
                  </a:lnTo>
                  <a:lnTo>
                    <a:pt x="42" y="116"/>
                  </a:lnTo>
                  <a:lnTo>
                    <a:pt x="42" y="118"/>
                  </a:lnTo>
                  <a:lnTo>
                    <a:pt x="42" y="118"/>
                  </a:lnTo>
                  <a:lnTo>
                    <a:pt x="42" y="118"/>
                  </a:lnTo>
                  <a:lnTo>
                    <a:pt x="42" y="118"/>
                  </a:lnTo>
                  <a:lnTo>
                    <a:pt x="40" y="118"/>
                  </a:lnTo>
                  <a:lnTo>
                    <a:pt x="40" y="121"/>
                  </a:lnTo>
                  <a:lnTo>
                    <a:pt x="40" y="121"/>
                  </a:lnTo>
                  <a:lnTo>
                    <a:pt x="40" y="121"/>
                  </a:lnTo>
                  <a:lnTo>
                    <a:pt x="40" y="121"/>
                  </a:lnTo>
                  <a:lnTo>
                    <a:pt x="40" y="121"/>
                  </a:lnTo>
                  <a:lnTo>
                    <a:pt x="38" y="121"/>
                  </a:lnTo>
                  <a:lnTo>
                    <a:pt x="38" y="121"/>
                  </a:lnTo>
                  <a:lnTo>
                    <a:pt x="38" y="123"/>
                  </a:lnTo>
                  <a:lnTo>
                    <a:pt x="35" y="123"/>
                  </a:lnTo>
                  <a:lnTo>
                    <a:pt x="35" y="123"/>
                  </a:lnTo>
                  <a:lnTo>
                    <a:pt x="35" y="123"/>
                  </a:lnTo>
                  <a:lnTo>
                    <a:pt x="35" y="123"/>
                  </a:lnTo>
                  <a:lnTo>
                    <a:pt x="35" y="125"/>
                  </a:lnTo>
                  <a:lnTo>
                    <a:pt x="35" y="125"/>
                  </a:lnTo>
                  <a:lnTo>
                    <a:pt x="35" y="125"/>
                  </a:lnTo>
                  <a:lnTo>
                    <a:pt x="35" y="128"/>
                  </a:lnTo>
                  <a:lnTo>
                    <a:pt x="35" y="128"/>
                  </a:lnTo>
                  <a:lnTo>
                    <a:pt x="35" y="130"/>
                  </a:lnTo>
                  <a:lnTo>
                    <a:pt x="35" y="130"/>
                  </a:lnTo>
                  <a:lnTo>
                    <a:pt x="38" y="130"/>
                  </a:lnTo>
                  <a:lnTo>
                    <a:pt x="38" y="130"/>
                  </a:lnTo>
                  <a:lnTo>
                    <a:pt x="38" y="130"/>
                  </a:lnTo>
                  <a:lnTo>
                    <a:pt x="38" y="130"/>
                  </a:lnTo>
                  <a:lnTo>
                    <a:pt x="40" y="130"/>
                  </a:lnTo>
                  <a:lnTo>
                    <a:pt x="40" y="132"/>
                  </a:lnTo>
                  <a:lnTo>
                    <a:pt x="38" y="132"/>
                  </a:lnTo>
                  <a:lnTo>
                    <a:pt x="38" y="132"/>
                  </a:lnTo>
                  <a:lnTo>
                    <a:pt x="38" y="135"/>
                  </a:lnTo>
                  <a:lnTo>
                    <a:pt x="38" y="135"/>
                  </a:lnTo>
                  <a:lnTo>
                    <a:pt x="38" y="137"/>
                  </a:lnTo>
                  <a:lnTo>
                    <a:pt x="38" y="137"/>
                  </a:lnTo>
                  <a:lnTo>
                    <a:pt x="38" y="140"/>
                  </a:lnTo>
                  <a:lnTo>
                    <a:pt x="40" y="140"/>
                  </a:lnTo>
                  <a:lnTo>
                    <a:pt x="40" y="140"/>
                  </a:lnTo>
                  <a:lnTo>
                    <a:pt x="40" y="142"/>
                  </a:lnTo>
                  <a:lnTo>
                    <a:pt x="40" y="142"/>
                  </a:lnTo>
                  <a:lnTo>
                    <a:pt x="40" y="142"/>
                  </a:lnTo>
                  <a:lnTo>
                    <a:pt x="40" y="144"/>
                  </a:lnTo>
                  <a:lnTo>
                    <a:pt x="40" y="144"/>
                  </a:lnTo>
                  <a:lnTo>
                    <a:pt x="38" y="144"/>
                  </a:lnTo>
                  <a:lnTo>
                    <a:pt x="38" y="147"/>
                  </a:lnTo>
                  <a:lnTo>
                    <a:pt x="38" y="147"/>
                  </a:lnTo>
                  <a:lnTo>
                    <a:pt x="38" y="147"/>
                  </a:lnTo>
                  <a:lnTo>
                    <a:pt x="38" y="149"/>
                  </a:lnTo>
                  <a:lnTo>
                    <a:pt x="38" y="149"/>
                  </a:lnTo>
                  <a:lnTo>
                    <a:pt x="38" y="151"/>
                  </a:lnTo>
                  <a:lnTo>
                    <a:pt x="38" y="151"/>
                  </a:lnTo>
                  <a:lnTo>
                    <a:pt x="38" y="151"/>
                  </a:lnTo>
                  <a:lnTo>
                    <a:pt x="38" y="154"/>
                  </a:lnTo>
                  <a:lnTo>
                    <a:pt x="38" y="154"/>
                  </a:lnTo>
                  <a:lnTo>
                    <a:pt x="38" y="156"/>
                  </a:lnTo>
                  <a:lnTo>
                    <a:pt x="38" y="156"/>
                  </a:lnTo>
                  <a:lnTo>
                    <a:pt x="38" y="159"/>
                  </a:lnTo>
                  <a:lnTo>
                    <a:pt x="38" y="159"/>
                  </a:lnTo>
                  <a:lnTo>
                    <a:pt x="38" y="159"/>
                  </a:lnTo>
                  <a:lnTo>
                    <a:pt x="38" y="161"/>
                  </a:lnTo>
                  <a:lnTo>
                    <a:pt x="38" y="161"/>
                  </a:lnTo>
                  <a:lnTo>
                    <a:pt x="38" y="161"/>
                  </a:lnTo>
                  <a:lnTo>
                    <a:pt x="38" y="161"/>
                  </a:lnTo>
                  <a:lnTo>
                    <a:pt x="38" y="161"/>
                  </a:lnTo>
                  <a:lnTo>
                    <a:pt x="38" y="163"/>
                  </a:lnTo>
                  <a:lnTo>
                    <a:pt x="38" y="163"/>
                  </a:lnTo>
                  <a:lnTo>
                    <a:pt x="38" y="166"/>
                  </a:lnTo>
                  <a:lnTo>
                    <a:pt x="40" y="166"/>
                  </a:lnTo>
                  <a:lnTo>
                    <a:pt x="40" y="166"/>
                  </a:lnTo>
                  <a:lnTo>
                    <a:pt x="40" y="168"/>
                  </a:lnTo>
                  <a:lnTo>
                    <a:pt x="40" y="168"/>
                  </a:lnTo>
                  <a:lnTo>
                    <a:pt x="38" y="168"/>
                  </a:lnTo>
                  <a:lnTo>
                    <a:pt x="38" y="170"/>
                  </a:lnTo>
                  <a:lnTo>
                    <a:pt x="38" y="170"/>
                  </a:lnTo>
                  <a:lnTo>
                    <a:pt x="38" y="170"/>
                  </a:lnTo>
                  <a:lnTo>
                    <a:pt x="38" y="173"/>
                  </a:lnTo>
                  <a:lnTo>
                    <a:pt x="38" y="173"/>
                  </a:lnTo>
                  <a:lnTo>
                    <a:pt x="35" y="173"/>
                  </a:lnTo>
                  <a:lnTo>
                    <a:pt x="35" y="173"/>
                  </a:lnTo>
                  <a:lnTo>
                    <a:pt x="35" y="175"/>
                  </a:lnTo>
                  <a:lnTo>
                    <a:pt x="35" y="175"/>
                  </a:lnTo>
                  <a:lnTo>
                    <a:pt x="35" y="178"/>
                  </a:lnTo>
                  <a:lnTo>
                    <a:pt x="35" y="178"/>
                  </a:lnTo>
                  <a:lnTo>
                    <a:pt x="35" y="178"/>
                  </a:lnTo>
                  <a:lnTo>
                    <a:pt x="35" y="180"/>
                  </a:lnTo>
                  <a:lnTo>
                    <a:pt x="35" y="180"/>
                  </a:lnTo>
                  <a:lnTo>
                    <a:pt x="35" y="180"/>
                  </a:lnTo>
                  <a:lnTo>
                    <a:pt x="35" y="180"/>
                  </a:lnTo>
                  <a:lnTo>
                    <a:pt x="35" y="182"/>
                  </a:lnTo>
                  <a:lnTo>
                    <a:pt x="35" y="182"/>
                  </a:lnTo>
                  <a:lnTo>
                    <a:pt x="38" y="182"/>
                  </a:lnTo>
                  <a:lnTo>
                    <a:pt x="38" y="185"/>
                  </a:lnTo>
                  <a:lnTo>
                    <a:pt x="38" y="185"/>
                  </a:lnTo>
                  <a:lnTo>
                    <a:pt x="38" y="185"/>
                  </a:lnTo>
                  <a:lnTo>
                    <a:pt x="38" y="187"/>
                  </a:lnTo>
                  <a:lnTo>
                    <a:pt x="40" y="187"/>
                  </a:lnTo>
                  <a:lnTo>
                    <a:pt x="40" y="187"/>
                  </a:lnTo>
                  <a:lnTo>
                    <a:pt x="40" y="189"/>
                  </a:lnTo>
                  <a:lnTo>
                    <a:pt x="40" y="189"/>
                  </a:lnTo>
                  <a:lnTo>
                    <a:pt x="40" y="189"/>
                  </a:lnTo>
                  <a:lnTo>
                    <a:pt x="40" y="192"/>
                  </a:lnTo>
                  <a:lnTo>
                    <a:pt x="40" y="192"/>
                  </a:lnTo>
                  <a:lnTo>
                    <a:pt x="40" y="194"/>
                  </a:lnTo>
                  <a:lnTo>
                    <a:pt x="38" y="194"/>
                  </a:lnTo>
                  <a:lnTo>
                    <a:pt x="38" y="194"/>
                  </a:lnTo>
                  <a:lnTo>
                    <a:pt x="38" y="192"/>
                  </a:lnTo>
                  <a:lnTo>
                    <a:pt x="38" y="192"/>
                  </a:lnTo>
                  <a:lnTo>
                    <a:pt x="35" y="192"/>
                  </a:lnTo>
                  <a:lnTo>
                    <a:pt x="35" y="189"/>
                  </a:lnTo>
                  <a:lnTo>
                    <a:pt x="35" y="189"/>
                  </a:lnTo>
                  <a:lnTo>
                    <a:pt x="35" y="189"/>
                  </a:lnTo>
                  <a:lnTo>
                    <a:pt x="35" y="189"/>
                  </a:lnTo>
                  <a:lnTo>
                    <a:pt x="35" y="189"/>
                  </a:lnTo>
                  <a:lnTo>
                    <a:pt x="33" y="189"/>
                  </a:lnTo>
                  <a:lnTo>
                    <a:pt x="33" y="189"/>
                  </a:lnTo>
                  <a:lnTo>
                    <a:pt x="33" y="192"/>
                  </a:lnTo>
                  <a:lnTo>
                    <a:pt x="33" y="192"/>
                  </a:lnTo>
                  <a:lnTo>
                    <a:pt x="31" y="192"/>
                  </a:lnTo>
                  <a:lnTo>
                    <a:pt x="31" y="192"/>
                  </a:lnTo>
                  <a:lnTo>
                    <a:pt x="28" y="192"/>
                  </a:lnTo>
                  <a:lnTo>
                    <a:pt x="28" y="189"/>
                  </a:lnTo>
                  <a:lnTo>
                    <a:pt x="28" y="189"/>
                  </a:lnTo>
                  <a:lnTo>
                    <a:pt x="28" y="189"/>
                  </a:lnTo>
                  <a:lnTo>
                    <a:pt x="28" y="192"/>
                  </a:lnTo>
                  <a:lnTo>
                    <a:pt x="26" y="192"/>
                  </a:lnTo>
                  <a:lnTo>
                    <a:pt x="26" y="192"/>
                  </a:lnTo>
                  <a:lnTo>
                    <a:pt x="26" y="194"/>
                  </a:lnTo>
                  <a:lnTo>
                    <a:pt x="26" y="194"/>
                  </a:lnTo>
                  <a:lnTo>
                    <a:pt x="23" y="194"/>
                  </a:lnTo>
                  <a:lnTo>
                    <a:pt x="23" y="194"/>
                  </a:lnTo>
                  <a:lnTo>
                    <a:pt x="23" y="194"/>
                  </a:lnTo>
                  <a:lnTo>
                    <a:pt x="23" y="194"/>
                  </a:lnTo>
                  <a:lnTo>
                    <a:pt x="23" y="194"/>
                  </a:lnTo>
                  <a:lnTo>
                    <a:pt x="21" y="194"/>
                  </a:lnTo>
                  <a:lnTo>
                    <a:pt x="21" y="194"/>
                  </a:lnTo>
                  <a:lnTo>
                    <a:pt x="21" y="192"/>
                  </a:lnTo>
                  <a:lnTo>
                    <a:pt x="21" y="192"/>
                  </a:lnTo>
                  <a:lnTo>
                    <a:pt x="19" y="192"/>
                  </a:lnTo>
                  <a:lnTo>
                    <a:pt x="19" y="192"/>
                  </a:lnTo>
                  <a:lnTo>
                    <a:pt x="19" y="192"/>
                  </a:lnTo>
                  <a:lnTo>
                    <a:pt x="16" y="192"/>
                  </a:lnTo>
                  <a:lnTo>
                    <a:pt x="16" y="192"/>
                  </a:lnTo>
                  <a:lnTo>
                    <a:pt x="16" y="189"/>
                  </a:lnTo>
                  <a:lnTo>
                    <a:pt x="16" y="189"/>
                  </a:lnTo>
                  <a:lnTo>
                    <a:pt x="16" y="189"/>
                  </a:lnTo>
                  <a:lnTo>
                    <a:pt x="16" y="189"/>
                  </a:lnTo>
                  <a:lnTo>
                    <a:pt x="16" y="187"/>
                  </a:lnTo>
                  <a:lnTo>
                    <a:pt x="14" y="187"/>
                  </a:lnTo>
                  <a:lnTo>
                    <a:pt x="14" y="189"/>
                  </a:lnTo>
                  <a:lnTo>
                    <a:pt x="14" y="189"/>
                  </a:lnTo>
                  <a:lnTo>
                    <a:pt x="14" y="189"/>
                  </a:lnTo>
                  <a:lnTo>
                    <a:pt x="14" y="189"/>
                  </a:lnTo>
                  <a:lnTo>
                    <a:pt x="12" y="189"/>
                  </a:lnTo>
                  <a:lnTo>
                    <a:pt x="12" y="189"/>
                  </a:lnTo>
                  <a:lnTo>
                    <a:pt x="12" y="187"/>
                  </a:lnTo>
                  <a:lnTo>
                    <a:pt x="12" y="187"/>
                  </a:lnTo>
                  <a:lnTo>
                    <a:pt x="12" y="187"/>
                  </a:lnTo>
                  <a:lnTo>
                    <a:pt x="12" y="185"/>
                  </a:lnTo>
                  <a:lnTo>
                    <a:pt x="12" y="185"/>
                  </a:lnTo>
                  <a:lnTo>
                    <a:pt x="12" y="187"/>
                  </a:lnTo>
                  <a:lnTo>
                    <a:pt x="14" y="187"/>
                  </a:lnTo>
                  <a:lnTo>
                    <a:pt x="14" y="185"/>
                  </a:lnTo>
                  <a:lnTo>
                    <a:pt x="14" y="185"/>
                  </a:lnTo>
                  <a:lnTo>
                    <a:pt x="14" y="185"/>
                  </a:lnTo>
                  <a:lnTo>
                    <a:pt x="14" y="185"/>
                  </a:lnTo>
                  <a:lnTo>
                    <a:pt x="14" y="182"/>
                  </a:lnTo>
                  <a:lnTo>
                    <a:pt x="14" y="182"/>
                  </a:lnTo>
                  <a:lnTo>
                    <a:pt x="16" y="182"/>
                  </a:lnTo>
                  <a:lnTo>
                    <a:pt x="16" y="180"/>
                  </a:lnTo>
                  <a:lnTo>
                    <a:pt x="16" y="180"/>
                  </a:lnTo>
                  <a:lnTo>
                    <a:pt x="16" y="180"/>
                  </a:lnTo>
                  <a:lnTo>
                    <a:pt x="16" y="178"/>
                  </a:lnTo>
                  <a:lnTo>
                    <a:pt x="16" y="178"/>
                  </a:lnTo>
                  <a:lnTo>
                    <a:pt x="16" y="178"/>
                  </a:lnTo>
                  <a:lnTo>
                    <a:pt x="16" y="178"/>
                  </a:lnTo>
                  <a:lnTo>
                    <a:pt x="16" y="175"/>
                  </a:lnTo>
                  <a:lnTo>
                    <a:pt x="16" y="175"/>
                  </a:lnTo>
                  <a:lnTo>
                    <a:pt x="19" y="175"/>
                  </a:lnTo>
                  <a:lnTo>
                    <a:pt x="19" y="173"/>
                  </a:lnTo>
                  <a:lnTo>
                    <a:pt x="19" y="173"/>
                  </a:lnTo>
                  <a:lnTo>
                    <a:pt x="16" y="173"/>
                  </a:lnTo>
                  <a:lnTo>
                    <a:pt x="16" y="173"/>
                  </a:lnTo>
                  <a:lnTo>
                    <a:pt x="16" y="173"/>
                  </a:lnTo>
                  <a:lnTo>
                    <a:pt x="16" y="173"/>
                  </a:lnTo>
                  <a:lnTo>
                    <a:pt x="14" y="173"/>
                  </a:lnTo>
                  <a:lnTo>
                    <a:pt x="14" y="173"/>
                  </a:lnTo>
                  <a:lnTo>
                    <a:pt x="14" y="173"/>
                  </a:lnTo>
                  <a:lnTo>
                    <a:pt x="12" y="173"/>
                  </a:lnTo>
                  <a:lnTo>
                    <a:pt x="12" y="173"/>
                  </a:lnTo>
                  <a:lnTo>
                    <a:pt x="12" y="173"/>
                  </a:lnTo>
                  <a:lnTo>
                    <a:pt x="9" y="173"/>
                  </a:lnTo>
                  <a:lnTo>
                    <a:pt x="9" y="173"/>
                  </a:lnTo>
                  <a:lnTo>
                    <a:pt x="9" y="170"/>
                  </a:lnTo>
                  <a:lnTo>
                    <a:pt x="9" y="170"/>
                  </a:lnTo>
                  <a:lnTo>
                    <a:pt x="9" y="170"/>
                  </a:lnTo>
                  <a:lnTo>
                    <a:pt x="9" y="170"/>
                  </a:lnTo>
                  <a:lnTo>
                    <a:pt x="9" y="170"/>
                  </a:lnTo>
                  <a:lnTo>
                    <a:pt x="12" y="170"/>
                  </a:lnTo>
                  <a:lnTo>
                    <a:pt x="12" y="170"/>
                  </a:lnTo>
                  <a:lnTo>
                    <a:pt x="14" y="170"/>
                  </a:lnTo>
                  <a:lnTo>
                    <a:pt x="14" y="170"/>
                  </a:lnTo>
                  <a:lnTo>
                    <a:pt x="14" y="170"/>
                  </a:lnTo>
                  <a:lnTo>
                    <a:pt x="14" y="170"/>
                  </a:lnTo>
                  <a:lnTo>
                    <a:pt x="14" y="170"/>
                  </a:lnTo>
                  <a:lnTo>
                    <a:pt x="14" y="170"/>
                  </a:lnTo>
                  <a:lnTo>
                    <a:pt x="16" y="170"/>
                  </a:lnTo>
                  <a:lnTo>
                    <a:pt x="16" y="170"/>
                  </a:lnTo>
                  <a:lnTo>
                    <a:pt x="16" y="170"/>
                  </a:lnTo>
                  <a:lnTo>
                    <a:pt x="16" y="168"/>
                  </a:lnTo>
                  <a:lnTo>
                    <a:pt x="16" y="168"/>
                  </a:lnTo>
                  <a:lnTo>
                    <a:pt x="16" y="168"/>
                  </a:lnTo>
                  <a:lnTo>
                    <a:pt x="16" y="168"/>
                  </a:lnTo>
                  <a:lnTo>
                    <a:pt x="16" y="166"/>
                  </a:lnTo>
                  <a:lnTo>
                    <a:pt x="14" y="166"/>
                  </a:lnTo>
                  <a:lnTo>
                    <a:pt x="14" y="166"/>
                  </a:lnTo>
                  <a:lnTo>
                    <a:pt x="14" y="166"/>
                  </a:lnTo>
                  <a:lnTo>
                    <a:pt x="14" y="166"/>
                  </a:lnTo>
                  <a:lnTo>
                    <a:pt x="14" y="166"/>
                  </a:lnTo>
                  <a:lnTo>
                    <a:pt x="14" y="168"/>
                  </a:lnTo>
                  <a:lnTo>
                    <a:pt x="12" y="168"/>
                  </a:lnTo>
                  <a:lnTo>
                    <a:pt x="12" y="168"/>
                  </a:lnTo>
                  <a:lnTo>
                    <a:pt x="9" y="168"/>
                  </a:lnTo>
                  <a:lnTo>
                    <a:pt x="9" y="166"/>
                  </a:lnTo>
                  <a:lnTo>
                    <a:pt x="9" y="166"/>
                  </a:lnTo>
                  <a:lnTo>
                    <a:pt x="9" y="166"/>
                  </a:lnTo>
                  <a:lnTo>
                    <a:pt x="7" y="166"/>
                  </a:lnTo>
                  <a:lnTo>
                    <a:pt x="7" y="166"/>
                  </a:lnTo>
                  <a:lnTo>
                    <a:pt x="7" y="163"/>
                  </a:lnTo>
                  <a:lnTo>
                    <a:pt x="7" y="163"/>
                  </a:lnTo>
                  <a:lnTo>
                    <a:pt x="9" y="163"/>
                  </a:lnTo>
                  <a:lnTo>
                    <a:pt x="9" y="161"/>
                  </a:lnTo>
                  <a:lnTo>
                    <a:pt x="9" y="161"/>
                  </a:lnTo>
                  <a:lnTo>
                    <a:pt x="9" y="163"/>
                  </a:lnTo>
                  <a:lnTo>
                    <a:pt x="9" y="163"/>
                  </a:lnTo>
                  <a:lnTo>
                    <a:pt x="9" y="163"/>
                  </a:lnTo>
                  <a:lnTo>
                    <a:pt x="9" y="163"/>
                  </a:lnTo>
                  <a:lnTo>
                    <a:pt x="12" y="163"/>
                  </a:lnTo>
                  <a:lnTo>
                    <a:pt x="12" y="163"/>
                  </a:lnTo>
                  <a:lnTo>
                    <a:pt x="12" y="163"/>
                  </a:lnTo>
                  <a:lnTo>
                    <a:pt x="14" y="163"/>
                  </a:lnTo>
                  <a:lnTo>
                    <a:pt x="14" y="163"/>
                  </a:lnTo>
                  <a:lnTo>
                    <a:pt x="14" y="161"/>
                  </a:lnTo>
                  <a:lnTo>
                    <a:pt x="14" y="161"/>
                  </a:lnTo>
                  <a:lnTo>
                    <a:pt x="14" y="161"/>
                  </a:lnTo>
                  <a:lnTo>
                    <a:pt x="14" y="163"/>
                  </a:lnTo>
                  <a:lnTo>
                    <a:pt x="16" y="163"/>
                  </a:lnTo>
                  <a:lnTo>
                    <a:pt x="16" y="161"/>
                  </a:lnTo>
                  <a:lnTo>
                    <a:pt x="16" y="161"/>
                  </a:lnTo>
                  <a:lnTo>
                    <a:pt x="16" y="161"/>
                  </a:lnTo>
                  <a:lnTo>
                    <a:pt x="19" y="161"/>
                  </a:lnTo>
                  <a:lnTo>
                    <a:pt x="19" y="163"/>
                  </a:lnTo>
                  <a:lnTo>
                    <a:pt x="19" y="163"/>
                  </a:lnTo>
                  <a:lnTo>
                    <a:pt x="21" y="163"/>
                  </a:lnTo>
                  <a:lnTo>
                    <a:pt x="21" y="161"/>
                  </a:lnTo>
                  <a:lnTo>
                    <a:pt x="21" y="161"/>
                  </a:lnTo>
                  <a:lnTo>
                    <a:pt x="21" y="161"/>
                  </a:lnTo>
                  <a:lnTo>
                    <a:pt x="21" y="159"/>
                  </a:lnTo>
                  <a:lnTo>
                    <a:pt x="21" y="159"/>
                  </a:lnTo>
                  <a:lnTo>
                    <a:pt x="21" y="156"/>
                  </a:lnTo>
                  <a:lnTo>
                    <a:pt x="21" y="156"/>
                  </a:lnTo>
                  <a:lnTo>
                    <a:pt x="21" y="154"/>
                  </a:lnTo>
                  <a:lnTo>
                    <a:pt x="21" y="154"/>
                  </a:lnTo>
                  <a:lnTo>
                    <a:pt x="21" y="151"/>
                  </a:lnTo>
                  <a:lnTo>
                    <a:pt x="21" y="151"/>
                  </a:lnTo>
                  <a:lnTo>
                    <a:pt x="19" y="151"/>
                  </a:lnTo>
                  <a:lnTo>
                    <a:pt x="19" y="151"/>
                  </a:lnTo>
                  <a:lnTo>
                    <a:pt x="19" y="149"/>
                  </a:lnTo>
                  <a:lnTo>
                    <a:pt x="19" y="149"/>
                  </a:lnTo>
                  <a:lnTo>
                    <a:pt x="19" y="149"/>
                  </a:lnTo>
                  <a:lnTo>
                    <a:pt x="19" y="147"/>
                  </a:lnTo>
                  <a:lnTo>
                    <a:pt x="19" y="147"/>
                  </a:lnTo>
                  <a:lnTo>
                    <a:pt x="16" y="147"/>
                  </a:lnTo>
                  <a:lnTo>
                    <a:pt x="16" y="144"/>
                  </a:lnTo>
                  <a:lnTo>
                    <a:pt x="16" y="144"/>
                  </a:lnTo>
                  <a:lnTo>
                    <a:pt x="16" y="144"/>
                  </a:lnTo>
                  <a:lnTo>
                    <a:pt x="16" y="142"/>
                  </a:lnTo>
                  <a:lnTo>
                    <a:pt x="16" y="142"/>
                  </a:lnTo>
                  <a:lnTo>
                    <a:pt x="16" y="142"/>
                  </a:lnTo>
                  <a:lnTo>
                    <a:pt x="16" y="142"/>
                  </a:lnTo>
                  <a:lnTo>
                    <a:pt x="16" y="140"/>
                  </a:lnTo>
                  <a:lnTo>
                    <a:pt x="19" y="140"/>
                  </a:lnTo>
                  <a:lnTo>
                    <a:pt x="19" y="140"/>
                  </a:lnTo>
                  <a:lnTo>
                    <a:pt x="16" y="140"/>
                  </a:lnTo>
                  <a:lnTo>
                    <a:pt x="16" y="137"/>
                  </a:lnTo>
                  <a:lnTo>
                    <a:pt x="16" y="137"/>
                  </a:lnTo>
                  <a:lnTo>
                    <a:pt x="16" y="137"/>
                  </a:lnTo>
                  <a:lnTo>
                    <a:pt x="14" y="137"/>
                  </a:lnTo>
                  <a:lnTo>
                    <a:pt x="14" y="137"/>
                  </a:lnTo>
                  <a:lnTo>
                    <a:pt x="14" y="137"/>
                  </a:lnTo>
                  <a:lnTo>
                    <a:pt x="14" y="137"/>
                  </a:lnTo>
                  <a:lnTo>
                    <a:pt x="14" y="137"/>
                  </a:lnTo>
                  <a:lnTo>
                    <a:pt x="12" y="137"/>
                  </a:lnTo>
                  <a:lnTo>
                    <a:pt x="12" y="137"/>
                  </a:lnTo>
                  <a:lnTo>
                    <a:pt x="9" y="137"/>
                  </a:lnTo>
                  <a:lnTo>
                    <a:pt x="9" y="140"/>
                  </a:lnTo>
                  <a:lnTo>
                    <a:pt x="9" y="140"/>
                  </a:lnTo>
                  <a:lnTo>
                    <a:pt x="9" y="140"/>
                  </a:lnTo>
                  <a:lnTo>
                    <a:pt x="9" y="140"/>
                  </a:lnTo>
                  <a:lnTo>
                    <a:pt x="7" y="140"/>
                  </a:lnTo>
                  <a:lnTo>
                    <a:pt x="7" y="140"/>
                  </a:lnTo>
                  <a:lnTo>
                    <a:pt x="7" y="140"/>
                  </a:lnTo>
                  <a:lnTo>
                    <a:pt x="7" y="140"/>
                  </a:lnTo>
                  <a:lnTo>
                    <a:pt x="5" y="140"/>
                  </a:lnTo>
                  <a:lnTo>
                    <a:pt x="5" y="137"/>
                  </a:lnTo>
                  <a:lnTo>
                    <a:pt x="5" y="137"/>
                  </a:lnTo>
                  <a:lnTo>
                    <a:pt x="5" y="137"/>
                  </a:lnTo>
                  <a:lnTo>
                    <a:pt x="5" y="135"/>
                  </a:lnTo>
                  <a:lnTo>
                    <a:pt x="5" y="135"/>
                  </a:lnTo>
                  <a:lnTo>
                    <a:pt x="5" y="132"/>
                  </a:lnTo>
                  <a:lnTo>
                    <a:pt x="5" y="132"/>
                  </a:lnTo>
                  <a:lnTo>
                    <a:pt x="5" y="130"/>
                  </a:lnTo>
                  <a:lnTo>
                    <a:pt x="2" y="130"/>
                  </a:lnTo>
                  <a:lnTo>
                    <a:pt x="2" y="130"/>
                  </a:lnTo>
                  <a:lnTo>
                    <a:pt x="2" y="130"/>
                  </a:lnTo>
                  <a:lnTo>
                    <a:pt x="2" y="130"/>
                  </a:lnTo>
                  <a:lnTo>
                    <a:pt x="2" y="128"/>
                  </a:lnTo>
                  <a:lnTo>
                    <a:pt x="2" y="128"/>
                  </a:lnTo>
                  <a:lnTo>
                    <a:pt x="2" y="125"/>
                  </a:lnTo>
                  <a:lnTo>
                    <a:pt x="2" y="125"/>
                  </a:lnTo>
                  <a:lnTo>
                    <a:pt x="5" y="125"/>
                  </a:lnTo>
                  <a:lnTo>
                    <a:pt x="5" y="125"/>
                  </a:lnTo>
                  <a:lnTo>
                    <a:pt x="5" y="123"/>
                  </a:lnTo>
                  <a:lnTo>
                    <a:pt x="5" y="123"/>
                  </a:lnTo>
                  <a:lnTo>
                    <a:pt x="5" y="123"/>
                  </a:lnTo>
                  <a:lnTo>
                    <a:pt x="5" y="121"/>
                  </a:lnTo>
                  <a:lnTo>
                    <a:pt x="5" y="121"/>
                  </a:lnTo>
                  <a:lnTo>
                    <a:pt x="2" y="121"/>
                  </a:lnTo>
                  <a:lnTo>
                    <a:pt x="2" y="121"/>
                  </a:lnTo>
                  <a:lnTo>
                    <a:pt x="2" y="121"/>
                  </a:lnTo>
                  <a:lnTo>
                    <a:pt x="2" y="121"/>
                  </a:lnTo>
                  <a:lnTo>
                    <a:pt x="2" y="118"/>
                  </a:lnTo>
                  <a:lnTo>
                    <a:pt x="2" y="118"/>
                  </a:lnTo>
                  <a:lnTo>
                    <a:pt x="2" y="118"/>
                  </a:lnTo>
                  <a:lnTo>
                    <a:pt x="2" y="116"/>
                  </a:lnTo>
                  <a:lnTo>
                    <a:pt x="0" y="116"/>
                  </a:lnTo>
                  <a:lnTo>
                    <a:pt x="0" y="116"/>
                  </a:lnTo>
                  <a:lnTo>
                    <a:pt x="2" y="116"/>
                  </a:lnTo>
                  <a:lnTo>
                    <a:pt x="2" y="114"/>
                  </a:lnTo>
                  <a:lnTo>
                    <a:pt x="2" y="114"/>
                  </a:lnTo>
                  <a:lnTo>
                    <a:pt x="2" y="114"/>
                  </a:lnTo>
                  <a:lnTo>
                    <a:pt x="2" y="114"/>
                  </a:lnTo>
                  <a:lnTo>
                    <a:pt x="2" y="114"/>
                  </a:lnTo>
                  <a:lnTo>
                    <a:pt x="5" y="114"/>
                  </a:lnTo>
                  <a:lnTo>
                    <a:pt x="5" y="116"/>
                  </a:lnTo>
                  <a:lnTo>
                    <a:pt x="5" y="116"/>
                  </a:lnTo>
                  <a:lnTo>
                    <a:pt x="5" y="114"/>
                  </a:lnTo>
                  <a:lnTo>
                    <a:pt x="7" y="114"/>
                  </a:lnTo>
                  <a:lnTo>
                    <a:pt x="7" y="116"/>
                  </a:lnTo>
                  <a:lnTo>
                    <a:pt x="7" y="116"/>
                  </a:lnTo>
                  <a:lnTo>
                    <a:pt x="7" y="114"/>
                  </a:lnTo>
                  <a:lnTo>
                    <a:pt x="7" y="114"/>
                  </a:lnTo>
                  <a:lnTo>
                    <a:pt x="7" y="114"/>
                  </a:lnTo>
                  <a:lnTo>
                    <a:pt x="7" y="111"/>
                  </a:lnTo>
                  <a:lnTo>
                    <a:pt x="9" y="111"/>
                  </a:lnTo>
                  <a:lnTo>
                    <a:pt x="9" y="111"/>
                  </a:lnTo>
                  <a:lnTo>
                    <a:pt x="9" y="111"/>
                  </a:lnTo>
                  <a:lnTo>
                    <a:pt x="9" y="111"/>
                  </a:lnTo>
                  <a:lnTo>
                    <a:pt x="9" y="111"/>
                  </a:lnTo>
                  <a:lnTo>
                    <a:pt x="9" y="109"/>
                  </a:lnTo>
                  <a:lnTo>
                    <a:pt x="9" y="109"/>
                  </a:lnTo>
                  <a:lnTo>
                    <a:pt x="9" y="109"/>
                  </a:lnTo>
                  <a:lnTo>
                    <a:pt x="9" y="106"/>
                  </a:lnTo>
                  <a:lnTo>
                    <a:pt x="9" y="106"/>
                  </a:lnTo>
                  <a:lnTo>
                    <a:pt x="9" y="106"/>
                  </a:lnTo>
                  <a:lnTo>
                    <a:pt x="9" y="104"/>
                  </a:lnTo>
                  <a:lnTo>
                    <a:pt x="9" y="104"/>
                  </a:lnTo>
                  <a:lnTo>
                    <a:pt x="9" y="102"/>
                  </a:lnTo>
                  <a:lnTo>
                    <a:pt x="12" y="102"/>
                  </a:lnTo>
                  <a:lnTo>
                    <a:pt x="12" y="102"/>
                  </a:lnTo>
                  <a:lnTo>
                    <a:pt x="12" y="102"/>
                  </a:lnTo>
                  <a:lnTo>
                    <a:pt x="12" y="99"/>
                  </a:lnTo>
                  <a:lnTo>
                    <a:pt x="12" y="99"/>
                  </a:lnTo>
                  <a:lnTo>
                    <a:pt x="12" y="99"/>
                  </a:lnTo>
                  <a:lnTo>
                    <a:pt x="14" y="99"/>
                  </a:lnTo>
                  <a:lnTo>
                    <a:pt x="14" y="97"/>
                  </a:lnTo>
                  <a:lnTo>
                    <a:pt x="14" y="97"/>
                  </a:lnTo>
                  <a:lnTo>
                    <a:pt x="14" y="97"/>
                  </a:lnTo>
                  <a:lnTo>
                    <a:pt x="14" y="97"/>
                  </a:lnTo>
                  <a:lnTo>
                    <a:pt x="14" y="95"/>
                  </a:lnTo>
                  <a:lnTo>
                    <a:pt x="14" y="95"/>
                  </a:lnTo>
                  <a:lnTo>
                    <a:pt x="14" y="95"/>
                  </a:lnTo>
                  <a:lnTo>
                    <a:pt x="14" y="92"/>
                  </a:lnTo>
                  <a:lnTo>
                    <a:pt x="14" y="92"/>
                  </a:lnTo>
                  <a:lnTo>
                    <a:pt x="14" y="92"/>
                  </a:lnTo>
                  <a:lnTo>
                    <a:pt x="14" y="92"/>
                  </a:lnTo>
                  <a:lnTo>
                    <a:pt x="14" y="90"/>
                  </a:lnTo>
                  <a:lnTo>
                    <a:pt x="14" y="90"/>
                  </a:lnTo>
                  <a:lnTo>
                    <a:pt x="14" y="90"/>
                  </a:lnTo>
                  <a:lnTo>
                    <a:pt x="14" y="87"/>
                  </a:lnTo>
                  <a:lnTo>
                    <a:pt x="14" y="87"/>
                  </a:lnTo>
                  <a:lnTo>
                    <a:pt x="14" y="87"/>
                  </a:lnTo>
                  <a:lnTo>
                    <a:pt x="14" y="85"/>
                  </a:lnTo>
                  <a:lnTo>
                    <a:pt x="14" y="85"/>
                  </a:lnTo>
                  <a:lnTo>
                    <a:pt x="14" y="83"/>
                  </a:lnTo>
                  <a:lnTo>
                    <a:pt x="14" y="83"/>
                  </a:lnTo>
                  <a:lnTo>
                    <a:pt x="14" y="83"/>
                  </a:lnTo>
                  <a:lnTo>
                    <a:pt x="14" y="83"/>
                  </a:lnTo>
                  <a:lnTo>
                    <a:pt x="14" y="80"/>
                  </a:lnTo>
                  <a:lnTo>
                    <a:pt x="14" y="80"/>
                  </a:lnTo>
                  <a:lnTo>
                    <a:pt x="14" y="78"/>
                  </a:lnTo>
                  <a:lnTo>
                    <a:pt x="14" y="78"/>
                  </a:lnTo>
                  <a:lnTo>
                    <a:pt x="14" y="78"/>
                  </a:lnTo>
                  <a:lnTo>
                    <a:pt x="16" y="78"/>
                  </a:lnTo>
                  <a:lnTo>
                    <a:pt x="16" y="76"/>
                  </a:lnTo>
                  <a:lnTo>
                    <a:pt x="16" y="76"/>
                  </a:lnTo>
                  <a:lnTo>
                    <a:pt x="16" y="76"/>
                  </a:lnTo>
                  <a:lnTo>
                    <a:pt x="16" y="76"/>
                  </a:lnTo>
                  <a:lnTo>
                    <a:pt x="16" y="73"/>
                  </a:lnTo>
                  <a:lnTo>
                    <a:pt x="16" y="73"/>
                  </a:lnTo>
                  <a:lnTo>
                    <a:pt x="19" y="73"/>
                  </a:lnTo>
                  <a:lnTo>
                    <a:pt x="19" y="71"/>
                  </a:lnTo>
                  <a:lnTo>
                    <a:pt x="19" y="71"/>
                  </a:lnTo>
                  <a:lnTo>
                    <a:pt x="19" y="71"/>
                  </a:lnTo>
                  <a:lnTo>
                    <a:pt x="19" y="71"/>
                  </a:lnTo>
                  <a:lnTo>
                    <a:pt x="21" y="71"/>
                  </a:lnTo>
                  <a:lnTo>
                    <a:pt x="21" y="68"/>
                  </a:lnTo>
                  <a:lnTo>
                    <a:pt x="21" y="68"/>
                  </a:lnTo>
                  <a:lnTo>
                    <a:pt x="21" y="68"/>
                  </a:lnTo>
                  <a:lnTo>
                    <a:pt x="21" y="66"/>
                  </a:lnTo>
                  <a:lnTo>
                    <a:pt x="21" y="66"/>
                  </a:lnTo>
                  <a:lnTo>
                    <a:pt x="21" y="66"/>
                  </a:lnTo>
                  <a:lnTo>
                    <a:pt x="23" y="66"/>
                  </a:lnTo>
                  <a:lnTo>
                    <a:pt x="23" y="64"/>
                  </a:lnTo>
                  <a:lnTo>
                    <a:pt x="23" y="64"/>
                  </a:lnTo>
                  <a:lnTo>
                    <a:pt x="23" y="64"/>
                  </a:lnTo>
                  <a:lnTo>
                    <a:pt x="23" y="61"/>
                  </a:lnTo>
                  <a:lnTo>
                    <a:pt x="23" y="61"/>
                  </a:lnTo>
                  <a:lnTo>
                    <a:pt x="23" y="61"/>
                  </a:lnTo>
                  <a:lnTo>
                    <a:pt x="23" y="59"/>
                  </a:lnTo>
                  <a:lnTo>
                    <a:pt x="23" y="59"/>
                  </a:lnTo>
                  <a:lnTo>
                    <a:pt x="23" y="57"/>
                  </a:lnTo>
                  <a:lnTo>
                    <a:pt x="23" y="57"/>
                  </a:lnTo>
                  <a:lnTo>
                    <a:pt x="23" y="54"/>
                  </a:lnTo>
                  <a:lnTo>
                    <a:pt x="23" y="54"/>
                  </a:lnTo>
                  <a:lnTo>
                    <a:pt x="23" y="54"/>
                  </a:lnTo>
                  <a:lnTo>
                    <a:pt x="23" y="52"/>
                  </a:lnTo>
                  <a:lnTo>
                    <a:pt x="23" y="52"/>
                  </a:lnTo>
                  <a:lnTo>
                    <a:pt x="23" y="52"/>
                  </a:lnTo>
                  <a:lnTo>
                    <a:pt x="21" y="52"/>
                  </a:lnTo>
                  <a:lnTo>
                    <a:pt x="21" y="52"/>
                  </a:lnTo>
                  <a:lnTo>
                    <a:pt x="21" y="52"/>
                  </a:lnTo>
                  <a:lnTo>
                    <a:pt x="21" y="52"/>
                  </a:lnTo>
                  <a:lnTo>
                    <a:pt x="21" y="52"/>
                  </a:lnTo>
                  <a:lnTo>
                    <a:pt x="21" y="50"/>
                  </a:lnTo>
                  <a:lnTo>
                    <a:pt x="21" y="50"/>
                  </a:lnTo>
                  <a:lnTo>
                    <a:pt x="21" y="50"/>
                  </a:lnTo>
                  <a:lnTo>
                    <a:pt x="21" y="47"/>
                  </a:lnTo>
                  <a:lnTo>
                    <a:pt x="21" y="47"/>
                  </a:lnTo>
                  <a:lnTo>
                    <a:pt x="23" y="47"/>
                  </a:lnTo>
                  <a:lnTo>
                    <a:pt x="23" y="50"/>
                  </a:lnTo>
                  <a:lnTo>
                    <a:pt x="23" y="50"/>
                  </a:lnTo>
                  <a:lnTo>
                    <a:pt x="23" y="50"/>
                  </a:lnTo>
                  <a:lnTo>
                    <a:pt x="23" y="50"/>
                  </a:lnTo>
                  <a:lnTo>
                    <a:pt x="23" y="52"/>
                  </a:lnTo>
                  <a:lnTo>
                    <a:pt x="26" y="52"/>
                  </a:lnTo>
                  <a:lnTo>
                    <a:pt x="26" y="50"/>
                  </a:lnTo>
                  <a:lnTo>
                    <a:pt x="26" y="50"/>
                  </a:lnTo>
                  <a:lnTo>
                    <a:pt x="26" y="50"/>
                  </a:lnTo>
                  <a:lnTo>
                    <a:pt x="26" y="47"/>
                  </a:lnTo>
                  <a:lnTo>
                    <a:pt x="26" y="47"/>
                  </a:lnTo>
                  <a:lnTo>
                    <a:pt x="26" y="47"/>
                  </a:lnTo>
                  <a:lnTo>
                    <a:pt x="26" y="45"/>
                  </a:lnTo>
                  <a:lnTo>
                    <a:pt x="23" y="45"/>
                  </a:lnTo>
                  <a:lnTo>
                    <a:pt x="23" y="45"/>
                  </a:lnTo>
                  <a:lnTo>
                    <a:pt x="23" y="45"/>
                  </a:lnTo>
                  <a:lnTo>
                    <a:pt x="23" y="42"/>
                  </a:lnTo>
                  <a:lnTo>
                    <a:pt x="23" y="42"/>
                  </a:lnTo>
                  <a:lnTo>
                    <a:pt x="23" y="42"/>
                  </a:lnTo>
                  <a:lnTo>
                    <a:pt x="26" y="42"/>
                  </a:lnTo>
                  <a:lnTo>
                    <a:pt x="26" y="42"/>
                  </a:lnTo>
                  <a:lnTo>
                    <a:pt x="26" y="40"/>
                  </a:lnTo>
                  <a:lnTo>
                    <a:pt x="26" y="40"/>
                  </a:lnTo>
                  <a:lnTo>
                    <a:pt x="26" y="38"/>
                  </a:lnTo>
                  <a:lnTo>
                    <a:pt x="26" y="38"/>
                  </a:lnTo>
                  <a:lnTo>
                    <a:pt x="26" y="38"/>
                  </a:lnTo>
                  <a:lnTo>
                    <a:pt x="26" y="35"/>
                  </a:lnTo>
                  <a:lnTo>
                    <a:pt x="26" y="35"/>
                  </a:lnTo>
                  <a:lnTo>
                    <a:pt x="26" y="35"/>
                  </a:lnTo>
                  <a:lnTo>
                    <a:pt x="26" y="35"/>
                  </a:lnTo>
                  <a:lnTo>
                    <a:pt x="28" y="35"/>
                  </a:lnTo>
                  <a:lnTo>
                    <a:pt x="28" y="35"/>
                  </a:lnTo>
                  <a:lnTo>
                    <a:pt x="28" y="35"/>
                  </a:lnTo>
                  <a:lnTo>
                    <a:pt x="28" y="35"/>
                  </a:lnTo>
                  <a:lnTo>
                    <a:pt x="28" y="35"/>
                  </a:lnTo>
                  <a:lnTo>
                    <a:pt x="28" y="33"/>
                  </a:lnTo>
                  <a:lnTo>
                    <a:pt x="28" y="33"/>
                  </a:lnTo>
                  <a:lnTo>
                    <a:pt x="28" y="33"/>
                  </a:lnTo>
                  <a:lnTo>
                    <a:pt x="28" y="31"/>
                  </a:lnTo>
                  <a:lnTo>
                    <a:pt x="28" y="31"/>
                  </a:lnTo>
                  <a:lnTo>
                    <a:pt x="31" y="31"/>
                  </a:lnTo>
                  <a:lnTo>
                    <a:pt x="31" y="28"/>
                  </a:lnTo>
                  <a:lnTo>
                    <a:pt x="31" y="28"/>
                  </a:lnTo>
                  <a:lnTo>
                    <a:pt x="31" y="31"/>
                  </a:lnTo>
                  <a:lnTo>
                    <a:pt x="33" y="31"/>
                  </a:lnTo>
                  <a:lnTo>
                    <a:pt x="33" y="28"/>
                  </a:lnTo>
                  <a:lnTo>
                    <a:pt x="33" y="28"/>
                  </a:lnTo>
                  <a:lnTo>
                    <a:pt x="33" y="28"/>
                  </a:lnTo>
                  <a:lnTo>
                    <a:pt x="33" y="28"/>
                  </a:lnTo>
                  <a:lnTo>
                    <a:pt x="33" y="26"/>
                  </a:lnTo>
                  <a:lnTo>
                    <a:pt x="33" y="26"/>
                  </a:lnTo>
                  <a:lnTo>
                    <a:pt x="33" y="23"/>
                  </a:lnTo>
                  <a:lnTo>
                    <a:pt x="33" y="23"/>
                  </a:lnTo>
                  <a:lnTo>
                    <a:pt x="35" y="23"/>
                  </a:lnTo>
                  <a:lnTo>
                    <a:pt x="35" y="23"/>
                  </a:lnTo>
                  <a:lnTo>
                    <a:pt x="35" y="23"/>
                  </a:lnTo>
                  <a:lnTo>
                    <a:pt x="35" y="23"/>
                  </a:lnTo>
                  <a:lnTo>
                    <a:pt x="35" y="21"/>
                  </a:lnTo>
                  <a:lnTo>
                    <a:pt x="38" y="21"/>
                  </a:lnTo>
                  <a:lnTo>
                    <a:pt x="38" y="21"/>
                  </a:lnTo>
                  <a:lnTo>
                    <a:pt x="38" y="23"/>
                  </a:lnTo>
                  <a:lnTo>
                    <a:pt x="38" y="23"/>
                  </a:lnTo>
                  <a:lnTo>
                    <a:pt x="38" y="23"/>
                  </a:lnTo>
                  <a:lnTo>
                    <a:pt x="38" y="23"/>
                  </a:lnTo>
                  <a:lnTo>
                    <a:pt x="38" y="26"/>
                  </a:lnTo>
                  <a:lnTo>
                    <a:pt x="38" y="26"/>
                  </a:lnTo>
                  <a:lnTo>
                    <a:pt x="38" y="26"/>
                  </a:lnTo>
                  <a:lnTo>
                    <a:pt x="38" y="28"/>
                  </a:lnTo>
                  <a:lnTo>
                    <a:pt x="38" y="28"/>
                  </a:lnTo>
                  <a:lnTo>
                    <a:pt x="40" y="28"/>
                  </a:lnTo>
                  <a:lnTo>
                    <a:pt x="40" y="28"/>
                  </a:lnTo>
                  <a:lnTo>
                    <a:pt x="40" y="28"/>
                  </a:lnTo>
                  <a:lnTo>
                    <a:pt x="40" y="28"/>
                  </a:lnTo>
                  <a:lnTo>
                    <a:pt x="40" y="28"/>
                  </a:lnTo>
                  <a:lnTo>
                    <a:pt x="42" y="28"/>
                  </a:lnTo>
                  <a:lnTo>
                    <a:pt x="42" y="28"/>
                  </a:lnTo>
                  <a:lnTo>
                    <a:pt x="42" y="26"/>
                  </a:lnTo>
                  <a:lnTo>
                    <a:pt x="42" y="26"/>
                  </a:lnTo>
                  <a:lnTo>
                    <a:pt x="42" y="26"/>
                  </a:lnTo>
                  <a:lnTo>
                    <a:pt x="42" y="23"/>
                  </a:lnTo>
                  <a:lnTo>
                    <a:pt x="42" y="23"/>
                  </a:lnTo>
                  <a:lnTo>
                    <a:pt x="42" y="23"/>
                  </a:lnTo>
                  <a:lnTo>
                    <a:pt x="42" y="23"/>
                  </a:lnTo>
                  <a:lnTo>
                    <a:pt x="42" y="23"/>
                  </a:lnTo>
                  <a:lnTo>
                    <a:pt x="42" y="23"/>
                  </a:lnTo>
                  <a:lnTo>
                    <a:pt x="42" y="21"/>
                  </a:lnTo>
                  <a:lnTo>
                    <a:pt x="42" y="21"/>
                  </a:lnTo>
                  <a:lnTo>
                    <a:pt x="42" y="21"/>
                  </a:lnTo>
                  <a:lnTo>
                    <a:pt x="45" y="21"/>
                  </a:lnTo>
                  <a:lnTo>
                    <a:pt x="45" y="23"/>
                  </a:lnTo>
                  <a:lnTo>
                    <a:pt x="45" y="23"/>
                  </a:lnTo>
                  <a:lnTo>
                    <a:pt x="45" y="21"/>
                  </a:lnTo>
                  <a:lnTo>
                    <a:pt x="45" y="21"/>
                  </a:lnTo>
                  <a:lnTo>
                    <a:pt x="45" y="19"/>
                  </a:lnTo>
                  <a:lnTo>
                    <a:pt x="45" y="19"/>
                  </a:lnTo>
                  <a:lnTo>
                    <a:pt x="45" y="19"/>
                  </a:lnTo>
                  <a:lnTo>
                    <a:pt x="45" y="16"/>
                  </a:lnTo>
                  <a:lnTo>
                    <a:pt x="45" y="16"/>
                  </a:lnTo>
                  <a:lnTo>
                    <a:pt x="45" y="16"/>
                  </a:lnTo>
                  <a:lnTo>
                    <a:pt x="47" y="16"/>
                  </a:lnTo>
                  <a:lnTo>
                    <a:pt x="47" y="14"/>
                  </a:lnTo>
                  <a:lnTo>
                    <a:pt x="47" y="14"/>
                  </a:lnTo>
                  <a:lnTo>
                    <a:pt x="47" y="14"/>
                  </a:lnTo>
                  <a:lnTo>
                    <a:pt x="47" y="14"/>
                  </a:lnTo>
                  <a:lnTo>
                    <a:pt x="49" y="14"/>
                  </a:lnTo>
                  <a:lnTo>
                    <a:pt x="49" y="14"/>
                  </a:lnTo>
                  <a:lnTo>
                    <a:pt x="49" y="14"/>
                  </a:lnTo>
                  <a:lnTo>
                    <a:pt x="52" y="14"/>
                  </a:lnTo>
                  <a:lnTo>
                    <a:pt x="52" y="14"/>
                  </a:lnTo>
                  <a:lnTo>
                    <a:pt x="52" y="14"/>
                  </a:lnTo>
                  <a:lnTo>
                    <a:pt x="54" y="14"/>
                  </a:lnTo>
                  <a:lnTo>
                    <a:pt x="54" y="14"/>
                  </a:lnTo>
                  <a:lnTo>
                    <a:pt x="54" y="16"/>
                  </a:lnTo>
                  <a:lnTo>
                    <a:pt x="54" y="16"/>
                  </a:lnTo>
                  <a:lnTo>
                    <a:pt x="57" y="16"/>
                  </a:lnTo>
                  <a:lnTo>
                    <a:pt x="57" y="16"/>
                  </a:lnTo>
                  <a:lnTo>
                    <a:pt x="57" y="16"/>
                  </a:lnTo>
                  <a:lnTo>
                    <a:pt x="57" y="16"/>
                  </a:lnTo>
                  <a:lnTo>
                    <a:pt x="57" y="16"/>
                  </a:lnTo>
                  <a:lnTo>
                    <a:pt x="57" y="14"/>
                  </a:lnTo>
                  <a:lnTo>
                    <a:pt x="59" y="14"/>
                  </a:lnTo>
                  <a:lnTo>
                    <a:pt x="59" y="14"/>
                  </a:lnTo>
                  <a:lnTo>
                    <a:pt x="61" y="14"/>
                  </a:lnTo>
                  <a:lnTo>
                    <a:pt x="61" y="14"/>
                  </a:lnTo>
                  <a:lnTo>
                    <a:pt x="61" y="16"/>
                  </a:lnTo>
                  <a:lnTo>
                    <a:pt x="61" y="16"/>
                  </a:lnTo>
                  <a:lnTo>
                    <a:pt x="61" y="16"/>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21"/>
                  </a:lnTo>
                  <a:lnTo>
                    <a:pt x="68" y="21"/>
                  </a:lnTo>
                  <a:lnTo>
                    <a:pt x="68" y="21"/>
                  </a:lnTo>
                  <a:lnTo>
                    <a:pt x="68" y="19"/>
                  </a:lnTo>
                  <a:lnTo>
                    <a:pt x="68" y="19"/>
                  </a:lnTo>
                  <a:lnTo>
                    <a:pt x="68" y="19"/>
                  </a:lnTo>
                  <a:lnTo>
                    <a:pt x="71" y="19"/>
                  </a:lnTo>
                  <a:lnTo>
                    <a:pt x="71" y="19"/>
                  </a:lnTo>
                  <a:lnTo>
                    <a:pt x="71" y="21"/>
                  </a:lnTo>
                  <a:lnTo>
                    <a:pt x="71" y="21"/>
                  </a:lnTo>
                  <a:lnTo>
                    <a:pt x="73" y="21"/>
                  </a:lnTo>
                  <a:lnTo>
                    <a:pt x="73" y="19"/>
                  </a:lnTo>
                  <a:lnTo>
                    <a:pt x="73" y="19"/>
                  </a:lnTo>
                  <a:lnTo>
                    <a:pt x="73" y="21"/>
                  </a:lnTo>
                  <a:lnTo>
                    <a:pt x="73" y="21"/>
                  </a:lnTo>
                  <a:lnTo>
                    <a:pt x="76" y="21"/>
                  </a:lnTo>
                  <a:lnTo>
                    <a:pt x="76" y="21"/>
                  </a:lnTo>
                  <a:lnTo>
                    <a:pt x="76" y="21"/>
                  </a:lnTo>
                  <a:lnTo>
                    <a:pt x="76" y="21"/>
                  </a:lnTo>
                  <a:lnTo>
                    <a:pt x="76" y="23"/>
                  </a:lnTo>
                  <a:lnTo>
                    <a:pt x="78" y="23"/>
                  </a:lnTo>
                  <a:lnTo>
                    <a:pt x="78" y="23"/>
                  </a:lnTo>
                  <a:lnTo>
                    <a:pt x="80" y="23"/>
                  </a:lnTo>
                  <a:lnTo>
                    <a:pt x="80" y="21"/>
                  </a:lnTo>
                  <a:lnTo>
                    <a:pt x="80" y="21"/>
                  </a:lnTo>
                  <a:lnTo>
                    <a:pt x="80" y="23"/>
                  </a:lnTo>
                  <a:lnTo>
                    <a:pt x="80" y="23"/>
                  </a:lnTo>
                  <a:lnTo>
                    <a:pt x="83" y="23"/>
                  </a:lnTo>
                  <a:lnTo>
                    <a:pt x="83" y="23"/>
                  </a:lnTo>
                  <a:lnTo>
                    <a:pt x="83" y="23"/>
                  </a:lnTo>
                  <a:lnTo>
                    <a:pt x="83" y="23"/>
                  </a:lnTo>
                  <a:lnTo>
                    <a:pt x="85" y="23"/>
                  </a:lnTo>
                  <a:lnTo>
                    <a:pt x="85" y="23"/>
                  </a:lnTo>
                  <a:lnTo>
                    <a:pt x="85" y="23"/>
                  </a:lnTo>
                  <a:lnTo>
                    <a:pt x="87" y="23"/>
                  </a:lnTo>
                  <a:lnTo>
                    <a:pt x="87" y="23"/>
                  </a:lnTo>
                  <a:lnTo>
                    <a:pt x="87" y="23"/>
                  </a:lnTo>
                  <a:lnTo>
                    <a:pt x="87" y="23"/>
                  </a:lnTo>
                  <a:lnTo>
                    <a:pt x="87" y="26"/>
                  </a:lnTo>
                  <a:lnTo>
                    <a:pt x="87" y="26"/>
                  </a:lnTo>
                  <a:lnTo>
                    <a:pt x="90" y="26"/>
                  </a:lnTo>
                  <a:lnTo>
                    <a:pt x="90" y="26"/>
                  </a:lnTo>
                  <a:lnTo>
                    <a:pt x="90" y="26"/>
                  </a:lnTo>
                  <a:lnTo>
                    <a:pt x="92" y="26"/>
                  </a:lnTo>
                  <a:lnTo>
                    <a:pt x="92" y="23"/>
                  </a:lnTo>
                  <a:lnTo>
                    <a:pt x="92" y="23"/>
                  </a:lnTo>
                  <a:lnTo>
                    <a:pt x="92" y="23"/>
                  </a:lnTo>
                  <a:lnTo>
                    <a:pt x="94" y="23"/>
                  </a:lnTo>
                  <a:lnTo>
                    <a:pt x="94" y="23"/>
                  </a:lnTo>
                  <a:lnTo>
                    <a:pt x="94" y="23"/>
                  </a:lnTo>
                  <a:lnTo>
                    <a:pt x="94" y="23"/>
                  </a:lnTo>
                  <a:lnTo>
                    <a:pt x="97" y="23"/>
                  </a:lnTo>
                  <a:lnTo>
                    <a:pt x="97" y="23"/>
                  </a:lnTo>
                  <a:lnTo>
                    <a:pt x="97" y="23"/>
                  </a:lnTo>
                  <a:lnTo>
                    <a:pt x="97" y="23"/>
                  </a:lnTo>
                  <a:lnTo>
                    <a:pt x="99" y="23"/>
                  </a:lnTo>
                  <a:lnTo>
                    <a:pt x="99" y="23"/>
                  </a:lnTo>
                  <a:lnTo>
                    <a:pt x="99" y="23"/>
                  </a:lnTo>
                  <a:lnTo>
                    <a:pt x="99" y="26"/>
                  </a:lnTo>
                  <a:lnTo>
                    <a:pt x="102" y="26"/>
                  </a:lnTo>
                  <a:lnTo>
                    <a:pt x="102" y="23"/>
                  </a:lnTo>
                  <a:lnTo>
                    <a:pt x="102" y="23"/>
                  </a:lnTo>
                  <a:lnTo>
                    <a:pt x="102" y="23"/>
                  </a:lnTo>
                  <a:lnTo>
                    <a:pt x="102" y="26"/>
                  </a:lnTo>
                  <a:lnTo>
                    <a:pt x="104" y="26"/>
                  </a:lnTo>
                  <a:lnTo>
                    <a:pt x="104" y="26"/>
                  </a:lnTo>
                  <a:lnTo>
                    <a:pt x="106" y="26"/>
                  </a:lnTo>
                  <a:lnTo>
                    <a:pt x="106" y="26"/>
                  </a:lnTo>
                  <a:lnTo>
                    <a:pt x="106" y="26"/>
                  </a:lnTo>
                  <a:lnTo>
                    <a:pt x="109" y="26"/>
                  </a:lnTo>
                  <a:lnTo>
                    <a:pt x="109" y="26"/>
                  </a:lnTo>
                  <a:lnTo>
                    <a:pt x="109" y="26"/>
                  </a:lnTo>
                  <a:lnTo>
                    <a:pt x="111" y="26"/>
                  </a:lnTo>
                  <a:lnTo>
                    <a:pt x="111" y="26"/>
                  </a:lnTo>
                  <a:lnTo>
                    <a:pt x="111" y="26"/>
                  </a:lnTo>
                  <a:lnTo>
                    <a:pt x="113" y="26"/>
                  </a:lnTo>
                  <a:lnTo>
                    <a:pt x="113" y="26"/>
                  </a:lnTo>
                  <a:lnTo>
                    <a:pt x="113" y="26"/>
                  </a:lnTo>
                  <a:lnTo>
                    <a:pt x="113" y="26"/>
                  </a:lnTo>
                  <a:lnTo>
                    <a:pt x="116" y="26"/>
                  </a:lnTo>
                  <a:lnTo>
                    <a:pt x="116" y="26"/>
                  </a:lnTo>
                  <a:lnTo>
                    <a:pt x="116" y="23"/>
                  </a:lnTo>
                  <a:lnTo>
                    <a:pt x="116" y="23"/>
                  </a:lnTo>
                  <a:lnTo>
                    <a:pt x="118" y="23"/>
                  </a:lnTo>
                  <a:lnTo>
                    <a:pt x="118" y="23"/>
                  </a:lnTo>
                  <a:lnTo>
                    <a:pt x="118" y="23"/>
                  </a:lnTo>
                  <a:lnTo>
                    <a:pt x="120" y="23"/>
                  </a:lnTo>
                  <a:lnTo>
                    <a:pt x="120" y="23"/>
                  </a:lnTo>
                  <a:lnTo>
                    <a:pt x="120" y="23"/>
                  </a:lnTo>
                  <a:lnTo>
                    <a:pt x="120" y="23"/>
                  </a:lnTo>
                  <a:lnTo>
                    <a:pt x="120" y="21"/>
                  </a:lnTo>
                  <a:lnTo>
                    <a:pt x="120" y="21"/>
                  </a:lnTo>
                  <a:lnTo>
                    <a:pt x="123" y="21"/>
                  </a:lnTo>
                  <a:lnTo>
                    <a:pt x="123" y="19"/>
                  </a:lnTo>
                  <a:lnTo>
                    <a:pt x="123" y="19"/>
                  </a:lnTo>
                  <a:lnTo>
                    <a:pt x="123" y="19"/>
                  </a:lnTo>
                  <a:lnTo>
                    <a:pt x="123" y="19"/>
                  </a:lnTo>
                  <a:lnTo>
                    <a:pt x="125" y="19"/>
                  </a:lnTo>
                  <a:lnTo>
                    <a:pt x="125" y="19"/>
                  </a:lnTo>
                  <a:lnTo>
                    <a:pt x="125" y="16"/>
                  </a:lnTo>
                  <a:lnTo>
                    <a:pt x="125" y="16"/>
                  </a:lnTo>
                  <a:lnTo>
                    <a:pt x="125" y="14"/>
                  </a:lnTo>
                  <a:lnTo>
                    <a:pt x="125" y="14"/>
                  </a:lnTo>
                  <a:lnTo>
                    <a:pt x="128" y="14"/>
                  </a:lnTo>
                  <a:lnTo>
                    <a:pt x="128" y="12"/>
                  </a:lnTo>
                  <a:lnTo>
                    <a:pt x="128" y="12"/>
                  </a:lnTo>
                  <a:lnTo>
                    <a:pt x="128" y="12"/>
                  </a:lnTo>
                  <a:lnTo>
                    <a:pt x="128" y="12"/>
                  </a:lnTo>
                  <a:lnTo>
                    <a:pt x="130" y="12"/>
                  </a:lnTo>
                  <a:lnTo>
                    <a:pt x="130" y="12"/>
                  </a:lnTo>
                  <a:lnTo>
                    <a:pt x="130" y="12"/>
                  </a:lnTo>
                  <a:lnTo>
                    <a:pt x="130" y="12"/>
                  </a:lnTo>
                  <a:lnTo>
                    <a:pt x="132" y="12"/>
                  </a:lnTo>
                  <a:lnTo>
                    <a:pt x="132" y="9"/>
                  </a:lnTo>
                  <a:lnTo>
                    <a:pt x="132" y="9"/>
                  </a:lnTo>
                  <a:lnTo>
                    <a:pt x="130" y="9"/>
                  </a:lnTo>
                  <a:lnTo>
                    <a:pt x="130" y="9"/>
                  </a:lnTo>
                  <a:lnTo>
                    <a:pt x="130" y="9"/>
                  </a:lnTo>
                  <a:lnTo>
                    <a:pt x="130" y="7"/>
                  </a:lnTo>
                  <a:lnTo>
                    <a:pt x="130" y="7"/>
                  </a:lnTo>
                  <a:lnTo>
                    <a:pt x="130" y="7"/>
                  </a:lnTo>
                  <a:lnTo>
                    <a:pt x="130" y="5"/>
                  </a:lnTo>
                  <a:lnTo>
                    <a:pt x="130" y="5"/>
                  </a:lnTo>
                  <a:lnTo>
                    <a:pt x="130" y="2"/>
                  </a:lnTo>
                  <a:lnTo>
                    <a:pt x="130" y="2"/>
                  </a:lnTo>
                  <a:lnTo>
                    <a:pt x="130" y="2"/>
                  </a:lnTo>
                  <a:lnTo>
                    <a:pt x="132" y="2"/>
                  </a:lnTo>
                  <a:lnTo>
                    <a:pt x="132" y="2"/>
                  </a:lnTo>
                  <a:lnTo>
                    <a:pt x="132" y="2"/>
                  </a:lnTo>
                  <a:lnTo>
                    <a:pt x="132" y="5"/>
                  </a:lnTo>
                  <a:lnTo>
                    <a:pt x="132" y="5"/>
                  </a:lnTo>
                  <a:lnTo>
                    <a:pt x="132" y="5"/>
                  </a:lnTo>
                  <a:lnTo>
                    <a:pt x="132" y="7"/>
                  </a:lnTo>
                  <a:lnTo>
                    <a:pt x="132" y="7"/>
                  </a:lnTo>
                  <a:lnTo>
                    <a:pt x="135" y="7"/>
                  </a:lnTo>
                  <a:lnTo>
                    <a:pt x="135" y="7"/>
                  </a:lnTo>
                  <a:lnTo>
                    <a:pt x="135" y="5"/>
                  </a:lnTo>
                  <a:lnTo>
                    <a:pt x="135" y="5"/>
                  </a:lnTo>
                  <a:lnTo>
                    <a:pt x="135" y="5"/>
                  </a:lnTo>
                  <a:lnTo>
                    <a:pt x="135" y="2"/>
                  </a:lnTo>
                  <a:lnTo>
                    <a:pt x="137" y="2"/>
                  </a:lnTo>
                  <a:lnTo>
                    <a:pt x="137" y="2"/>
                  </a:lnTo>
                  <a:lnTo>
                    <a:pt x="137" y="2"/>
                  </a:lnTo>
                  <a:lnTo>
                    <a:pt x="137" y="2"/>
                  </a:lnTo>
                  <a:lnTo>
                    <a:pt x="139" y="2"/>
                  </a:lnTo>
                  <a:lnTo>
                    <a:pt x="139" y="0"/>
                  </a:lnTo>
                  <a:lnTo>
                    <a:pt x="139" y="0"/>
                  </a:lnTo>
                  <a:lnTo>
                    <a:pt x="139" y="2"/>
                  </a:lnTo>
                  <a:lnTo>
                    <a:pt x="139" y="2"/>
                  </a:lnTo>
                  <a:lnTo>
                    <a:pt x="139" y="2"/>
                  </a:lnTo>
                  <a:lnTo>
                    <a:pt x="142" y="2"/>
                  </a:lnTo>
                  <a:lnTo>
                    <a:pt x="142" y="2"/>
                  </a:lnTo>
                  <a:lnTo>
                    <a:pt x="142" y="5"/>
                  </a:lnTo>
                  <a:lnTo>
                    <a:pt x="139" y="5"/>
                  </a:lnTo>
                  <a:lnTo>
                    <a:pt x="139" y="5"/>
                  </a:lnTo>
                  <a:lnTo>
                    <a:pt x="142" y="5"/>
                  </a:lnTo>
                  <a:lnTo>
                    <a:pt x="142" y="7"/>
                  </a:lnTo>
                  <a:lnTo>
                    <a:pt x="142" y="7"/>
                  </a:lnTo>
                  <a:lnTo>
                    <a:pt x="139" y="7"/>
                  </a:lnTo>
                  <a:lnTo>
                    <a:pt x="139" y="9"/>
                  </a:lnTo>
                  <a:lnTo>
                    <a:pt x="142" y="9"/>
                  </a:lnTo>
                  <a:lnTo>
                    <a:pt x="142" y="9"/>
                  </a:lnTo>
                  <a:lnTo>
                    <a:pt x="142" y="9"/>
                  </a:lnTo>
                  <a:lnTo>
                    <a:pt x="144" y="9"/>
                  </a:lnTo>
                  <a:lnTo>
                    <a:pt x="144" y="9"/>
                  </a:lnTo>
                  <a:lnTo>
                    <a:pt x="144" y="12"/>
                  </a:lnTo>
                  <a:lnTo>
                    <a:pt x="142" y="12"/>
                  </a:lnTo>
                  <a:lnTo>
                    <a:pt x="142" y="12"/>
                  </a:lnTo>
                  <a:lnTo>
                    <a:pt x="142" y="12"/>
                  </a:lnTo>
                  <a:lnTo>
                    <a:pt x="142" y="14"/>
                  </a:lnTo>
                  <a:lnTo>
                    <a:pt x="142" y="14"/>
                  </a:lnTo>
                  <a:lnTo>
                    <a:pt x="142" y="14"/>
                  </a:lnTo>
                  <a:lnTo>
                    <a:pt x="139" y="14"/>
                  </a:lnTo>
                  <a:lnTo>
                    <a:pt x="139" y="14"/>
                  </a:lnTo>
                  <a:lnTo>
                    <a:pt x="139" y="14"/>
                  </a:lnTo>
                  <a:lnTo>
                    <a:pt x="139" y="14"/>
                  </a:lnTo>
                  <a:lnTo>
                    <a:pt x="139" y="16"/>
                  </a:lnTo>
                  <a:lnTo>
                    <a:pt x="139" y="16"/>
                  </a:lnTo>
                  <a:lnTo>
                    <a:pt x="139" y="19"/>
                  </a:lnTo>
                  <a:lnTo>
                    <a:pt x="137" y="19"/>
                  </a:lnTo>
                  <a:lnTo>
                    <a:pt x="137" y="19"/>
                  </a:lnTo>
                  <a:lnTo>
                    <a:pt x="137" y="21"/>
                  </a:lnTo>
                  <a:lnTo>
                    <a:pt x="137" y="21"/>
                  </a:lnTo>
                  <a:lnTo>
                    <a:pt x="137" y="21"/>
                  </a:lnTo>
                  <a:lnTo>
                    <a:pt x="137" y="23"/>
                  </a:lnTo>
                  <a:lnTo>
                    <a:pt x="135" y="23"/>
                  </a:lnTo>
                  <a:lnTo>
                    <a:pt x="135" y="23"/>
                  </a:lnTo>
                  <a:lnTo>
                    <a:pt x="135" y="23"/>
                  </a:lnTo>
                  <a:lnTo>
                    <a:pt x="135" y="26"/>
                  </a:lnTo>
                  <a:lnTo>
                    <a:pt x="135" y="26"/>
                  </a:lnTo>
                  <a:lnTo>
                    <a:pt x="135" y="26"/>
                  </a:lnTo>
                  <a:lnTo>
                    <a:pt x="135" y="23"/>
                  </a:lnTo>
                  <a:lnTo>
                    <a:pt x="132" y="23"/>
                  </a:lnTo>
                  <a:lnTo>
                    <a:pt x="132" y="26"/>
                  </a:lnTo>
                  <a:lnTo>
                    <a:pt x="132" y="26"/>
                  </a:lnTo>
                  <a:lnTo>
                    <a:pt x="132" y="26"/>
                  </a:lnTo>
                  <a:lnTo>
                    <a:pt x="132" y="28"/>
                  </a:lnTo>
                  <a:lnTo>
                    <a:pt x="130" y="28"/>
                  </a:lnTo>
                  <a:lnTo>
                    <a:pt x="130" y="28"/>
                  </a:lnTo>
                  <a:lnTo>
                    <a:pt x="130" y="28"/>
                  </a:lnTo>
                  <a:lnTo>
                    <a:pt x="130" y="28"/>
                  </a:lnTo>
                  <a:lnTo>
                    <a:pt x="130" y="31"/>
                  </a:lnTo>
                  <a:lnTo>
                    <a:pt x="130" y="31"/>
                  </a:lnTo>
                  <a:lnTo>
                    <a:pt x="130" y="33"/>
                  </a:lnTo>
                  <a:lnTo>
                    <a:pt x="128" y="33"/>
                  </a:lnTo>
                  <a:lnTo>
                    <a:pt x="128" y="33"/>
                  </a:lnTo>
                  <a:lnTo>
                    <a:pt x="128" y="33"/>
                  </a:lnTo>
                  <a:lnTo>
                    <a:pt x="128" y="33"/>
                  </a:lnTo>
                  <a:lnTo>
                    <a:pt x="128" y="35"/>
                  </a:lnTo>
                  <a:lnTo>
                    <a:pt x="128" y="35"/>
                  </a:lnTo>
                  <a:lnTo>
                    <a:pt x="128" y="35"/>
                  </a:lnTo>
                  <a:lnTo>
                    <a:pt x="128" y="38"/>
                  </a:lnTo>
                  <a:lnTo>
                    <a:pt x="125" y="38"/>
                  </a:lnTo>
                  <a:lnTo>
                    <a:pt x="125" y="38"/>
                  </a:lnTo>
                  <a:lnTo>
                    <a:pt x="125" y="38"/>
                  </a:lnTo>
                  <a:lnTo>
                    <a:pt x="123" y="38"/>
                  </a:lnTo>
                  <a:lnTo>
                    <a:pt x="123" y="38"/>
                  </a:lnTo>
                  <a:lnTo>
                    <a:pt x="123" y="40"/>
                  </a:lnTo>
                  <a:lnTo>
                    <a:pt x="123" y="40"/>
                  </a:lnTo>
                  <a:lnTo>
                    <a:pt x="120" y="40"/>
                  </a:lnTo>
                  <a:lnTo>
                    <a:pt x="120" y="40"/>
                  </a:lnTo>
                  <a:lnTo>
                    <a:pt x="120" y="40"/>
                  </a:lnTo>
                  <a:lnTo>
                    <a:pt x="118" y="40"/>
                  </a:lnTo>
                  <a:lnTo>
                    <a:pt x="118" y="40"/>
                  </a:lnTo>
                  <a:lnTo>
                    <a:pt x="116" y="40"/>
                  </a:lnTo>
                  <a:lnTo>
                    <a:pt x="116" y="40"/>
                  </a:lnTo>
                  <a:lnTo>
                    <a:pt x="116" y="40"/>
                  </a:lnTo>
                  <a:lnTo>
                    <a:pt x="116" y="40"/>
                  </a:lnTo>
                  <a:lnTo>
                    <a:pt x="113" y="40"/>
                  </a:lnTo>
                  <a:lnTo>
                    <a:pt x="113" y="40"/>
                  </a:lnTo>
                  <a:lnTo>
                    <a:pt x="113" y="42"/>
                  </a:lnTo>
                  <a:lnTo>
                    <a:pt x="113" y="42"/>
                  </a:lnTo>
                  <a:lnTo>
                    <a:pt x="111" y="42"/>
                  </a:lnTo>
                  <a:lnTo>
                    <a:pt x="111" y="42"/>
                  </a:lnTo>
                  <a:lnTo>
                    <a:pt x="109" y="42"/>
                  </a:lnTo>
                  <a:lnTo>
                    <a:pt x="109" y="42"/>
                  </a:lnTo>
                  <a:lnTo>
                    <a:pt x="109" y="42"/>
                  </a:lnTo>
                  <a:lnTo>
                    <a:pt x="106" y="42"/>
                  </a:lnTo>
                  <a:lnTo>
                    <a:pt x="106" y="42"/>
                  </a:lnTo>
                  <a:lnTo>
                    <a:pt x="106" y="42"/>
                  </a:lnTo>
                  <a:lnTo>
                    <a:pt x="104" y="42"/>
                  </a:lnTo>
                  <a:lnTo>
                    <a:pt x="104" y="42"/>
                  </a:lnTo>
                  <a:lnTo>
                    <a:pt x="102" y="42"/>
                  </a:lnTo>
                  <a:lnTo>
                    <a:pt x="102" y="42"/>
                  </a:lnTo>
                  <a:lnTo>
                    <a:pt x="102" y="42"/>
                  </a:lnTo>
                  <a:lnTo>
                    <a:pt x="99" y="42"/>
                  </a:lnTo>
                  <a:lnTo>
                    <a:pt x="99" y="42"/>
                  </a:lnTo>
                  <a:lnTo>
                    <a:pt x="99" y="40"/>
                  </a:lnTo>
                  <a:lnTo>
                    <a:pt x="97" y="40"/>
                  </a:lnTo>
                  <a:lnTo>
                    <a:pt x="97" y="40"/>
                  </a:lnTo>
                  <a:lnTo>
                    <a:pt x="97" y="40"/>
                  </a:lnTo>
                  <a:lnTo>
                    <a:pt x="97" y="40"/>
                  </a:lnTo>
                  <a:lnTo>
                    <a:pt x="97" y="38"/>
                  </a:lnTo>
                  <a:lnTo>
                    <a:pt x="94" y="38"/>
                  </a:lnTo>
                  <a:lnTo>
                    <a:pt x="94" y="38"/>
                  </a:lnTo>
                  <a:lnTo>
                    <a:pt x="94" y="38"/>
                  </a:lnTo>
                  <a:lnTo>
                    <a:pt x="94" y="38"/>
                  </a:lnTo>
                  <a:lnTo>
                    <a:pt x="92" y="38"/>
                  </a:lnTo>
                  <a:lnTo>
                    <a:pt x="92" y="38"/>
                  </a:lnTo>
                  <a:lnTo>
                    <a:pt x="90" y="38"/>
                  </a:lnTo>
                  <a:lnTo>
                    <a:pt x="90" y="38"/>
                  </a:lnTo>
                  <a:lnTo>
                    <a:pt x="90" y="38"/>
                  </a:lnTo>
                  <a:lnTo>
                    <a:pt x="87" y="38"/>
                  </a:lnTo>
                  <a:lnTo>
                    <a:pt x="87" y="38"/>
                  </a:lnTo>
                  <a:lnTo>
                    <a:pt x="87" y="38"/>
                  </a:lnTo>
                  <a:lnTo>
                    <a:pt x="85" y="38"/>
                  </a:lnTo>
                  <a:lnTo>
                    <a:pt x="85" y="38"/>
                  </a:lnTo>
                  <a:lnTo>
                    <a:pt x="83" y="38"/>
                  </a:lnTo>
                  <a:lnTo>
                    <a:pt x="83" y="38"/>
                  </a:lnTo>
                  <a:lnTo>
                    <a:pt x="83" y="38"/>
                  </a:lnTo>
                  <a:lnTo>
                    <a:pt x="80" y="38"/>
                  </a:lnTo>
                  <a:lnTo>
                    <a:pt x="80" y="35"/>
                  </a:lnTo>
                  <a:lnTo>
                    <a:pt x="80" y="35"/>
                  </a:lnTo>
                  <a:lnTo>
                    <a:pt x="80" y="38"/>
                  </a:lnTo>
                  <a:lnTo>
                    <a:pt x="80" y="38"/>
                  </a:lnTo>
                  <a:lnTo>
                    <a:pt x="80" y="38"/>
                  </a:lnTo>
                  <a:lnTo>
                    <a:pt x="80" y="38"/>
                  </a:lnTo>
                  <a:lnTo>
                    <a:pt x="78" y="38"/>
                  </a:lnTo>
                  <a:lnTo>
                    <a:pt x="78" y="38"/>
                  </a:lnTo>
                  <a:lnTo>
                    <a:pt x="78" y="38"/>
                  </a:lnTo>
                  <a:lnTo>
                    <a:pt x="76" y="38"/>
                  </a:lnTo>
                  <a:lnTo>
                    <a:pt x="76" y="38"/>
                  </a:lnTo>
                  <a:lnTo>
                    <a:pt x="76" y="38"/>
                  </a:lnTo>
                  <a:lnTo>
                    <a:pt x="76" y="38"/>
                  </a:lnTo>
                  <a:lnTo>
                    <a:pt x="73" y="38"/>
                  </a:lnTo>
                  <a:lnTo>
                    <a:pt x="73" y="38"/>
                  </a:lnTo>
                  <a:lnTo>
                    <a:pt x="73" y="38"/>
                  </a:lnTo>
                  <a:lnTo>
                    <a:pt x="73" y="38"/>
                  </a:lnTo>
                  <a:lnTo>
                    <a:pt x="71" y="38"/>
                  </a:lnTo>
                  <a:lnTo>
                    <a:pt x="71" y="38"/>
                  </a:lnTo>
                  <a:lnTo>
                    <a:pt x="68" y="38"/>
                  </a:lnTo>
                  <a:lnTo>
                    <a:pt x="68" y="38"/>
                  </a:lnTo>
                  <a:lnTo>
                    <a:pt x="68" y="40"/>
                  </a:lnTo>
                  <a:lnTo>
                    <a:pt x="68" y="40"/>
                  </a:lnTo>
                  <a:lnTo>
                    <a:pt x="68" y="38"/>
                  </a:lnTo>
                  <a:lnTo>
                    <a:pt x="66" y="38"/>
                  </a:lnTo>
                  <a:lnTo>
                    <a:pt x="66" y="38"/>
                  </a:lnTo>
                  <a:lnTo>
                    <a:pt x="66" y="38"/>
                  </a:lnTo>
                  <a:lnTo>
                    <a:pt x="66" y="38"/>
                  </a:lnTo>
                  <a:lnTo>
                    <a:pt x="66" y="35"/>
                  </a:lnTo>
                  <a:lnTo>
                    <a:pt x="64" y="35"/>
                  </a:lnTo>
                  <a:lnTo>
                    <a:pt x="64" y="35"/>
                  </a:lnTo>
                  <a:lnTo>
                    <a:pt x="64" y="38"/>
                  </a:lnTo>
                  <a:lnTo>
                    <a:pt x="61" y="38"/>
                  </a:lnTo>
                  <a:lnTo>
                    <a:pt x="61" y="38"/>
                  </a:lnTo>
                  <a:lnTo>
                    <a:pt x="61" y="38"/>
                  </a:lnTo>
                  <a:lnTo>
                    <a:pt x="61" y="38"/>
                  </a:lnTo>
                  <a:lnTo>
                    <a:pt x="61" y="38"/>
                  </a:lnTo>
                  <a:lnTo>
                    <a:pt x="59" y="38"/>
                  </a:lnTo>
                  <a:lnTo>
                    <a:pt x="59" y="38"/>
                  </a:lnTo>
                  <a:lnTo>
                    <a:pt x="57" y="38"/>
                  </a:lnTo>
                  <a:lnTo>
                    <a:pt x="57" y="38"/>
                  </a:lnTo>
                  <a:lnTo>
                    <a:pt x="57" y="38"/>
                  </a:lnTo>
                  <a:lnTo>
                    <a:pt x="57" y="38"/>
                  </a:lnTo>
                  <a:lnTo>
                    <a:pt x="54" y="38"/>
                  </a:lnTo>
                  <a:lnTo>
                    <a:pt x="54" y="38"/>
                  </a:lnTo>
                  <a:lnTo>
                    <a:pt x="54" y="40"/>
                  </a:lnTo>
                  <a:lnTo>
                    <a:pt x="54" y="40"/>
                  </a:lnTo>
                  <a:lnTo>
                    <a:pt x="52" y="40"/>
                  </a:lnTo>
                  <a:lnTo>
                    <a:pt x="52" y="40"/>
                  </a:lnTo>
                  <a:lnTo>
                    <a:pt x="52" y="38"/>
                  </a:lnTo>
                  <a:lnTo>
                    <a:pt x="49" y="38"/>
                  </a:lnTo>
                  <a:lnTo>
                    <a:pt x="49" y="40"/>
                  </a:lnTo>
                  <a:lnTo>
                    <a:pt x="49" y="40"/>
                  </a:lnTo>
                  <a:lnTo>
                    <a:pt x="49" y="40"/>
                  </a:lnTo>
                  <a:lnTo>
                    <a:pt x="47" y="40"/>
                  </a:lnTo>
                  <a:lnTo>
                    <a:pt x="47" y="38"/>
                  </a:lnTo>
                  <a:lnTo>
                    <a:pt x="47" y="38"/>
                  </a:lnTo>
                  <a:lnTo>
                    <a:pt x="47" y="38"/>
                  </a:lnTo>
                  <a:lnTo>
                    <a:pt x="45" y="38"/>
                  </a:lnTo>
                  <a:lnTo>
                    <a:pt x="45" y="38"/>
                  </a:lnTo>
                  <a:lnTo>
                    <a:pt x="45" y="38"/>
                  </a:lnTo>
                  <a:lnTo>
                    <a:pt x="42" y="38"/>
                  </a:lnTo>
                  <a:lnTo>
                    <a:pt x="42" y="38"/>
                  </a:lnTo>
                  <a:lnTo>
                    <a:pt x="42" y="38"/>
                  </a:lnTo>
                  <a:lnTo>
                    <a:pt x="42" y="38"/>
                  </a:lnTo>
                  <a:lnTo>
                    <a:pt x="40" y="38"/>
                  </a:lnTo>
                  <a:lnTo>
                    <a:pt x="40" y="38"/>
                  </a:lnTo>
                  <a:lnTo>
                    <a:pt x="40" y="38"/>
                  </a:lnTo>
                  <a:lnTo>
                    <a:pt x="38" y="38"/>
                  </a:lnTo>
                  <a:lnTo>
                    <a:pt x="38" y="38"/>
                  </a:lnTo>
                  <a:lnTo>
                    <a:pt x="35" y="38"/>
                  </a:lnTo>
                  <a:lnTo>
                    <a:pt x="35" y="40"/>
                  </a:lnTo>
                  <a:lnTo>
                    <a:pt x="35" y="40"/>
                  </a:lnTo>
                  <a:lnTo>
                    <a:pt x="35" y="40"/>
                  </a:lnTo>
                  <a:lnTo>
                    <a:pt x="35" y="40"/>
                  </a:lnTo>
                  <a:lnTo>
                    <a:pt x="35" y="42"/>
                  </a:lnTo>
                  <a:lnTo>
                    <a:pt x="35" y="42"/>
                  </a:lnTo>
                  <a:lnTo>
                    <a:pt x="33" y="42"/>
                  </a:lnTo>
                  <a:lnTo>
                    <a:pt x="33" y="42"/>
                  </a:lnTo>
                  <a:lnTo>
                    <a:pt x="33" y="42"/>
                  </a:lnTo>
                  <a:lnTo>
                    <a:pt x="33" y="45"/>
                  </a:lnTo>
                  <a:lnTo>
                    <a:pt x="33" y="45"/>
                  </a:lnTo>
                  <a:lnTo>
                    <a:pt x="33" y="47"/>
                  </a:lnTo>
                  <a:lnTo>
                    <a:pt x="33" y="47"/>
                  </a:lnTo>
                  <a:lnTo>
                    <a:pt x="33" y="47"/>
                  </a:lnTo>
                  <a:lnTo>
                    <a:pt x="33" y="50"/>
                  </a:lnTo>
                  <a:lnTo>
                    <a:pt x="33" y="50"/>
                  </a:lnTo>
                  <a:lnTo>
                    <a:pt x="33" y="52"/>
                  </a:lnTo>
                  <a:lnTo>
                    <a:pt x="31" y="52"/>
                  </a:lnTo>
                  <a:lnTo>
                    <a:pt x="31" y="52"/>
                  </a:lnTo>
                  <a:lnTo>
                    <a:pt x="31" y="52"/>
                  </a:lnTo>
                  <a:lnTo>
                    <a:pt x="31" y="52"/>
                  </a:lnTo>
                  <a:lnTo>
                    <a:pt x="31" y="54"/>
                  </a:lnTo>
                  <a:lnTo>
                    <a:pt x="31" y="54"/>
                  </a:lnTo>
                  <a:lnTo>
                    <a:pt x="31" y="57"/>
                  </a:lnTo>
                  <a:lnTo>
                    <a:pt x="31" y="57"/>
                  </a:lnTo>
                  <a:lnTo>
                    <a:pt x="31" y="59"/>
                  </a:lnTo>
                  <a:lnTo>
                    <a:pt x="31" y="59"/>
                  </a:lnTo>
                  <a:lnTo>
                    <a:pt x="31" y="59"/>
                  </a:lnTo>
                  <a:lnTo>
                    <a:pt x="31" y="61"/>
                  </a:lnTo>
                  <a:lnTo>
                    <a:pt x="31" y="61"/>
                  </a:lnTo>
                  <a:lnTo>
                    <a:pt x="31" y="61"/>
                  </a:lnTo>
                  <a:lnTo>
                    <a:pt x="31" y="64"/>
                  </a:lnTo>
                  <a:lnTo>
                    <a:pt x="31" y="64"/>
                  </a:lnTo>
                  <a:lnTo>
                    <a:pt x="31" y="66"/>
                  </a:lnTo>
                  <a:lnTo>
                    <a:pt x="33" y="66"/>
                  </a:lnTo>
                  <a:lnTo>
                    <a:pt x="33" y="66"/>
                  </a:lnTo>
                  <a:lnTo>
                    <a:pt x="33" y="68"/>
                  </a:lnTo>
                  <a:lnTo>
                    <a:pt x="33" y="68"/>
                  </a:lnTo>
                  <a:lnTo>
                    <a:pt x="33" y="68"/>
                  </a:lnTo>
                  <a:lnTo>
                    <a:pt x="33" y="68"/>
                  </a:lnTo>
                  <a:lnTo>
                    <a:pt x="33" y="71"/>
                  </a:lnTo>
                  <a:lnTo>
                    <a:pt x="35" y="71"/>
                  </a:lnTo>
                  <a:lnTo>
                    <a:pt x="35" y="71"/>
                  </a:lnTo>
                  <a:lnTo>
                    <a:pt x="35" y="71"/>
                  </a:lnTo>
                  <a:lnTo>
                    <a:pt x="35" y="71"/>
                  </a:lnTo>
                  <a:lnTo>
                    <a:pt x="35" y="71"/>
                  </a:lnTo>
                  <a:lnTo>
                    <a:pt x="38" y="71"/>
                  </a:lnTo>
                  <a:lnTo>
                    <a:pt x="38" y="71"/>
                  </a:lnTo>
                  <a:lnTo>
                    <a:pt x="40" y="71"/>
                  </a:lnTo>
                  <a:lnTo>
                    <a:pt x="40" y="73"/>
                  </a:lnTo>
                  <a:lnTo>
                    <a:pt x="40" y="73"/>
                  </a:lnTo>
                  <a:lnTo>
                    <a:pt x="40" y="73"/>
                  </a:lnTo>
                  <a:lnTo>
                    <a:pt x="40" y="73"/>
                  </a:lnTo>
                  <a:lnTo>
                    <a:pt x="40" y="76"/>
                  </a:lnTo>
                  <a:lnTo>
                    <a:pt x="42" y="76"/>
                  </a:lnTo>
                  <a:lnTo>
                    <a:pt x="42" y="76"/>
                  </a:lnTo>
                  <a:lnTo>
                    <a:pt x="42" y="76"/>
                  </a:lnTo>
                  <a:lnTo>
                    <a:pt x="42" y="78"/>
                  </a:lnTo>
                  <a:lnTo>
                    <a:pt x="42" y="78"/>
                  </a:lnTo>
                  <a:lnTo>
                    <a:pt x="42" y="80"/>
                  </a:lnTo>
                  <a:lnTo>
                    <a:pt x="42" y="80"/>
                  </a:lnTo>
                  <a:lnTo>
                    <a:pt x="42" y="80"/>
                  </a:lnTo>
                  <a:lnTo>
                    <a:pt x="42" y="80"/>
                  </a:lnTo>
                  <a:lnTo>
                    <a:pt x="42" y="83"/>
                  </a:lnTo>
                  <a:lnTo>
                    <a:pt x="42" y="83"/>
                  </a:lnTo>
                  <a:lnTo>
                    <a:pt x="42" y="83"/>
                  </a:lnTo>
                  <a:lnTo>
                    <a:pt x="42" y="83"/>
                  </a:lnTo>
                  <a:lnTo>
                    <a:pt x="45" y="83"/>
                  </a:lnTo>
                  <a:lnTo>
                    <a:pt x="45" y="83"/>
                  </a:lnTo>
                  <a:lnTo>
                    <a:pt x="45" y="83"/>
                  </a:lnTo>
                  <a:lnTo>
                    <a:pt x="47" y="83"/>
                  </a:lnTo>
                  <a:lnTo>
                    <a:pt x="47" y="83"/>
                  </a:lnTo>
                  <a:lnTo>
                    <a:pt x="47" y="83"/>
                  </a:lnTo>
                  <a:lnTo>
                    <a:pt x="47" y="83"/>
                  </a:lnTo>
                  <a:lnTo>
                    <a:pt x="49" y="83"/>
                  </a:lnTo>
                  <a:lnTo>
                    <a:pt x="49" y="83"/>
                  </a:lnTo>
                  <a:lnTo>
                    <a:pt x="49" y="83"/>
                  </a:lnTo>
                  <a:lnTo>
                    <a:pt x="49" y="85"/>
                  </a:lnTo>
                  <a:lnTo>
                    <a:pt x="52" y="85"/>
                  </a:lnTo>
                  <a:lnTo>
                    <a:pt x="52" y="85"/>
                  </a:lnTo>
                  <a:lnTo>
                    <a:pt x="52" y="83"/>
                  </a:lnTo>
                  <a:lnTo>
                    <a:pt x="54" y="83"/>
                  </a:lnTo>
                  <a:lnTo>
                    <a:pt x="54" y="83"/>
                  </a:lnTo>
                  <a:lnTo>
                    <a:pt x="54" y="83"/>
                  </a:lnTo>
                  <a:lnTo>
                    <a:pt x="54" y="83"/>
                  </a:lnTo>
                  <a:lnTo>
                    <a:pt x="54" y="80"/>
                  </a:lnTo>
                  <a:lnTo>
                    <a:pt x="54" y="80"/>
                  </a:lnTo>
                  <a:lnTo>
                    <a:pt x="54" y="80"/>
                  </a:lnTo>
                  <a:lnTo>
                    <a:pt x="54" y="78"/>
                  </a:lnTo>
                  <a:lnTo>
                    <a:pt x="57" y="78"/>
                  </a:lnTo>
                  <a:lnTo>
                    <a:pt x="57" y="78"/>
                  </a:lnTo>
                  <a:lnTo>
                    <a:pt x="57" y="76"/>
                  </a:lnTo>
                  <a:lnTo>
                    <a:pt x="57" y="76"/>
                  </a:lnTo>
                  <a:lnTo>
                    <a:pt x="57" y="76"/>
                  </a:lnTo>
                  <a:lnTo>
                    <a:pt x="57" y="76"/>
                  </a:lnTo>
                  <a:lnTo>
                    <a:pt x="57" y="73"/>
                  </a:lnTo>
                  <a:lnTo>
                    <a:pt x="59" y="73"/>
                  </a:lnTo>
                  <a:lnTo>
                    <a:pt x="59" y="73"/>
                  </a:lnTo>
                  <a:lnTo>
                    <a:pt x="59" y="73"/>
                  </a:lnTo>
                  <a:lnTo>
                    <a:pt x="59" y="71"/>
                  </a:lnTo>
                  <a:lnTo>
                    <a:pt x="61" y="71"/>
                  </a:lnTo>
                  <a:lnTo>
                    <a:pt x="61" y="71"/>
                  </a:lnTo>
                  <a:lnTo>
                    <a:pt x="61" y="71"/>
                  </a:lnTo>
                  <a:lnTo>
                    <a:pt x="61" y="71"/>
                  </a:lnTo>
                  <a:lnTo>
                    <a:pt x="61" y="71"/>
                  </a:lnTo>
                  <a:lnTo>
                    <a:pt x="64" y="71"/>
                  </a:lnTo>
                  <a:lnTo>
                    <a:pt x="64" y="68"/>
                  </a:lnTo>
                  <a:lnTo>
                    <a:pt x="64" y="68"/>
                  </a:lnTo>
                  <a:lnTo>
                    <a:pt x="66" y="68"/>
                  </a:lnTo>
                  <a:lnTo>
                    <a:pt x="66" y="71"/>
                  </a:lnTo>
                  <a:lnTo>
                    <a:pt x="66" y="71"/>
                  </a:lnTo>
                  <a:lnTo>
                    <a:pt x="66" y="71"/>
                  </a:lnTo>
                  <a:lnTo>
                    <a:pt x="66" y="71"/>
                  </a:lnTo>
                  <a:lnTo>
                    <a:pt x="66" y="71"/>
                  </a:lnTo>
                  <a:lnTo>
                    <a:pt x="66" y="71"/>
                  </a:lnTo>
                  <a:lnTo>
                    <a:pt x="66" y="71"/>
                  </a:lnTo>
                  <a:lnTo>
                    <a:pt x="66" y="73"/>
                  </a:lnTo>
                  <a:lnTo>
                    <a:pt x="68" y="73"/>
                  </a:lnTo>
                  <a:lnTo>
                    <a:pt x="68" y="71"/>
                  </a:lnTo>
                  <a:lnTo>
                    <a:pt x="68" y="71"/>
                  </a:lnTo>
                  <a:lnTo>
                    <a:pt x="68" y="73"/>
                  </a:lnTo>
                  <a:lnTo>
                    <a:pt x="68" y="73"/>
                  </a:lnTo>
                  <a:lnTo>
                    <a:pt x="71" y="73"/>
                  </a:lnTo>
                  <a:lnTo>
                    <a:pt x="71" y="73"/>
                  </a:lnTo>
                  <a:lnTo>
                    <a:pt x="71" y="71"/>
                  </a:lnTo>
                  <a:lnTo>
                    <a:pt x="73" y="71"/>
                  </a:lnTo>
                  <a:lnTo>
                    <a:pt x="73" y="71"/>
                  </a:lnTo>
                  <a:lnTo>
                    <a:pt x="73" y="71"/>
                  </a:lnTo>
                  <a:lnTo>
                    <a:pt x="76" y="71"/>
                  </a:lnTo>
                  <a:lnTo>
                    <a:pt x="76" y="71"/>
                  </a:lnTo>
                  <a:lnTo>
                    <a:pt x="76" y="71"/>
                  </a:lnTo>
                  <a:lnTo>
                    <a:pt x="76" y="68"/>
                  </a:lnTo>
                  <a:lnTo>
                    <a:pt x="76" y="68"/>
                  </a:lnTo>
                  <a:lnTo>
                    <a:pt x="76" y="68"/>
                  </a:lnTo>
                  <a:lnTo>
                    <a:pt x="76" y="68"/>
                  </a:lnTo>
                  <a:lnTo>
                    <a:pt x="78" y="68"/>
                  </a:lnTo>
                  <a:lnTo>
                    <a:pt x="78" y="68"/>
                  </a:lnTo>
                  <a:lnTo>
                    <a:pt x="80" y="68"/>
                  </a:lnTo>
                  <a:lnTo>
                    <a:pt x="80" y="68"/>
                  </a:lnTo>
                  <a:lnTo>
                    <a:pt x="80" y="68"/>
                  </a:lnTo>
                  <a:lnTo>
                    <a:pt x="83" y="68"/>
                  </a:lnTo>
                  <a:lnTo>
                    <a:pt x="83" y="68"/>
                  </a:lnTo>
                  <a:lnTo>
                    <a:pt x="83" y="68"/>
                  </a:lnTo>
                  <a:lnTo>
                    <a:pt x="85" y="68"/>
                  </a:lnTo>
                  <a:lnTo>
                    <a:pt x="85" y="66"/>
                  </a:lnTo>
                  <a:lnTo>
                    <a:pt x="85" y="66"/>
                  </a:lnTo>
                  <a:lnTo>
                    <a:pt x="87" y="66"/>
                  </a:lnTo>
                  <a:lnTo>
                    <a:pt x="87" y="66"/>
                  </a:lnTo>
                  <a:lnTo>
                    <a:pt x="87" y="66"/>
                  </a:lnTo>
                  <a:lnTo>
                    <a:pt x="87" y="64"/>
                  </a:lnTo>
                  <a:lnTo>
                    <a:pt x="87" y="64"/>
                  </a:lnTo>
                  <a:lnTo>
                    <a:pt x="90" y="64"/>
                  </a:lnTo>
                  <a:lnTo>
                    <a:pt x="90" y="64"/>
                  </a:lnTo>
                  <a:lnTo>
                    <a:pt x="90" y="64"/>
                  </a:lnTo>
                  <a:lnTo>
                    <a:pt x="90" y="64"/>
                  </a:lnTo>
                  <a:lnTo>
                    <a:pt x="92" y="64"/>
                  </a:lnTo>
                  <a:lnTo>
                    <a:pt x="92" y="64"/>
                  </a:lnTo>
                  <a:lnTo>
                    <a:pt x="94" y="64"/>
                  </a:lnTo>
                  <a:lnTo>
                    <a:pt x="94" y="64"/>
                  </a:lnTo>
                  <a:lnTo>
                    <a:pt x="94" y="61"/>
                  </a:lnTo>
                  <a:lnTo>
                    <a:pt x="94" y="61"/>
                  </a:lnTo>
                  <a:lnTo>
                    <a:pt x="94" y="61"/>
                  </a:lnTo>
                  <a:lnTo>
                    <a:pt x="97" y="61"/>
                  </a:lnTo>
                  <a:lnTo>
                    <a:pt x="97" y="61"/>
                  </a:lnTo>
                  <a:lnTo>
                    <a:pt x="97" y="61"/>
                  </a:lnTo>
                  <a:lnTo>
                    <a:pt x="97" y="61"/>
                  </a:lnTo>
                  <a:lnTo>
                    <a:pt x="99" y="61"/>
                  </a:lnTo>
                  <a:lnTo>
                    <a:pt x="99" y="64"/>
                  </a:lnTo>
                  <a:lnTo>
                    <a:pt x="99" y="64"/>
                  </a:lnTo>
                  <a:lnTo>
                    <a:pt x="102" y="64"/>
                  </a:lnTo>
                  <a:lnTo>
                    <a:pt x="102" y="64"/>
                  </a:lnTo>
                  <a:lnTo>
                    <a:pt x="102" y="64"/>
                  </a:lnTo>
                  <a:lnTo>
                    <a:pt x="102" y="64"/>
                  </a:lnTo>
                  <a:lnTo>
                    <a:pt x="102" y="66"/>
                  </a:lnTo>
                  <a:lnTo>
                    <a:pt x="102" y="66"/>
                  </a:lnTo>
                  <a:lnTo>
                    <a:pt x="104" y="66"/>
                  </a:lnTo>
                  <a:lnTo>
                    <a:pt x="104" y="68"/>
                  </a:lnTo>
                  <a:lnTo>
                    <a:pt x="104" y="68"/>
                  </a:lnTo>
                  <a:lnTo>
                    <a:pt x="104" y="71"/>
                  </a:lnTo>
                  <a:lnTo>
                    <a:pt x="104" y="71"/>
                  </a:lnTo>
                  <a:lnTo>
                    <a:pt x="102" y="71"/>
                  </a:lnTo>
                  <a:lnTo>
                    <a:pt x="102" y="71"/>
                  </a:lnTo>
                  <a:lnTo>
                    <a:pt x="102" y="73"/>
                  </a:lnTo>
                  <a:lnTo>
                    <a:pt x="102" y="73"/>
                  </a:lnTo>
                  <a:lnTo>
                    <a:pt x="102" y="73"/>
                  </a:lnTo>
                  <a:lnTo>
                    <a:pt x="102" y="76"/>
                  </a:lnTo>
                  <a:lnTo>
                    <a:pt x="102" y="76"/>
                  </a:lnTo>
                  <a:lnTo>
                    <a:pt x="102" y="76"/>
                  </a:lnTo>
                  <a:lnTo>
                    <a:pt x="99" y="76"/>
                  </a:lnTo>
                  <a:lnTo>
                    <a:pt x="99" y="76"/>
                  </a:lnTo>
                  <a:lnTo>
                    <a:pt x="99" y="76"/>
                  </a:lnTo>
                  <a:lnTo>
                    <a:pt x="97" y="76"/>
                  </a:lnTo>
                  <a:lnTo>
                    <a:pt x="97" y="76"/>
                  </a:lnTo>
                  <a:lnTo>
                    <a:pt x="97" y="73"/>
                  </a:lnTo>
                  <a:lnTo>
                    <a:pt x="97" y="73"/>
                  </a:lnTo>
                  <a:lnTo>
                    <a:pt x="97" y="73"/>
                  </a:lnTo>
                  <a:lnTo>
                    <a:pt x="97" y="71"/>
                  </a:lnTo>
                  <a:lnTo>
                    <a:pt x="97" y="71"/>
                  </a:lnTo>
                  <a:lnTo>
                    <a:pt x="94" y="71"/>
                  </a:lnTo>
                  <a:lnTo>
                    <a:pt x="94" y="71"/>
                  </a:lnTo>
                  <a:lnTo>
                    <a:pt x="94" y="71"/>
                  </a:lnTo>
                  <a:lnTo>
                    <a:pt x="94" y="71"/>
                  </a:lnTo>
                  <a:lnTo>
                    <a:pt x="92" y="71"/>
                  </a:lnTo>
                  <a:lnTo>
                    <a:pt x="92" y="73"/>
                  </a:lnTo>
                  <a:lnTo>
                    <a:pt x="92" y="73"/>
                  </a:lnTo>
                  <a:lnTo>
                    <a:pt x="90" y="73"/>
                  </a:lnTo>
                  <a:lnTo>
                    <a:pt x="90" y="73"/>
                  </a:lnTo>
                  <a:lnTo>
                    <a:pt x="90" y="73"/>
                  </a:lnTo>
                  <a:lnTo>
                    <a:pt x="90" y="76"/>
                  </a:lnTo>
                  <a:lnTo>
                    <a:pt x="90" y="76"/>
                  </a:lnTo>
                  <a:lnTo>
                    <a:pt x="90" y="76"/>
                  </a:lnTo>
                  <a:lnTo>
                    <a:pt x="87" y="76"/>
                  </a:lnTo>
                  <a:lnTo>
                    <a:pt x="87" y="78"/>
                  </a:lnTo>
                  <a:lnTo>
                    <a:pt x="87" y="78"/>
                  </a:lnTo>
                  <a:lnTo>
                    <a:pt x="87" y="78"/>
                  </a:lnTo>
                  <a:lnTo>
                    <a:pt x="87" y="78"/>
                  </a:lnTo>
                  <a:lnTo>
                    <a:pt x="87" y="80"/>
                  </a:lnTo>
                  <a:lnTo>
                    <a:pt x="87" y="80"/>
                  </a:lnTo>
                  <a:lnTo>
                    <a:pt x="85" y="80"/>
                  </a:lnTo>
                  <a:lnTo>
                    <a:pt x="85" y="83"/>
                  </a:lnTo>
                  <a:lnTo>
                    <a:pt x="85" y="83"/>
                  </a:lnTo>
                  <a:lnTo>
                    <a:pt x="85" y="83"/>
                  </a:lnTo>
                  <a:lnTo>
                    <a:pt x="83" y="83"/>
                  </a:lnTo>
                  <a:lnTo>
                    <a:pt x="83" y="83"/>
                  </a:lnTo>
                  <a:lnTo>
                    <a:pt x="83" y="83"/>
                  </a:lnTo>
                  <a:lnTo>
                    <a:pt x="83" y="85"/>
                  </a:lnTo>
                  <a:lnTo>
                    <a:pt x="83" y="85"/>
                  </a:lnTo>
                  <a:lnTo>
                    <a:pt x="83" y="85"/>
                  </a:lnTo>
                  <a:lnTo>
                    <a:pt x="80" y="85"/>
                  </a:lnTo>
                  <a:lnTo>
                    <a:pt x="80" y="87"/>
                  </a:lnTo>
                  <a:lnTo>
                    <a:pt x="80" y="87"/>
                  </a:lnTo>
                  <a:lnTo>
                    <a:pt x="80" y="87"/>
                  </a:lnTo>
                  <a:lnTo>
                    <a:pt x="80" y="87"/>
                  </a:lnTo>
                  <a:lnTo>
                    <a:pt x="78" y="87"/>
                  </a:lnTo>
                  <a:lnTo>
                    <a:pt x="78" y="90"/>
                  </a:lnTo>
                  <a:lnTo>
                    <a:pt x="78" y="90"/>
                  </a:lnTo>
                  <a:lnTo>
                    <a:pt x="78" y="90"/>
                  </a:lnTo>
                  <a:lnTo>
                    <a:pt x="76" y="90"/>
                  </a:lnTo>
                  <a:lnTo>
                    <a:pt x="76" y="92"/>
                  </a:lnTo>
                  <a:lnTo>
                    <a:pt x="76" y="92"/>
                  </a:lnTo>
                  <a:lnTo>
                    <a:pt x="76" y="92"/>
                  </a:lnTo>
                  <a:lnTo>
                    <a:pt x="76" y="92"/>
                  </a:lnTo>
                  <a:lnTo>
                    <a:pt x="76" y="92"/>
                  </a:lnTo>
                  <a:lnTo>
                    <a:pt x="76" y="95"/>
                  </a:lnTo>
                  <a:lnTo>
                    <a:pt x="73" y="95"/>
                  </a:lnTo>
                  <a:lnTo>
                    <a:pt x="73" y="95"/>
                  </a:lnTo>
                  <a:lnTo>
                    <a:pt x="73" y="95"/>
                  </a:lnTo>
                  <a:lnTo>
                    <a:pt x="73" y="95"/>
                  </a:lnTo>
                  <a:lnTo>
                    <a:pt x="73" y="97"/>
                  </a:lnTo>
                  <a:lnTo>
                    <a:pt x="71" y="97"/>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219"/>
            <p:cNvSpPr>
              <a:spLocks/>
            </p:cNvSpPr>
            <p:nvPr/>
          </p:nvSpPr>
          <p:spPr bwMode="auto">
            <a:xfrm>
              <a:off x="5362575" y="4295775"/>
              <a:ext cx="228600" cy="311150"/>
            </a:xfrm>
            <a:custGeom>
              <a:avLst/>
              <a:gdLst/>
              <a:ahLst/>
              <a:cxnLst>
                <a:cxn ang="0">
                  <a:pos x="68" y="95"/>
                </a:cxn>
                <a:cxn ang="0">
                  <a:pos x="68" y="106"/>
                </a:cxn>
                <a:cxn ang="0">
                  <a:pos x="80" y="121"/>
                </a:cxn>
                <a:cxn ang="0">
                  <a:pos x="80" y="135"/>
                </a:cxn>
                <a:cxn ang="0">
                  <a:pos x="83" y="147"/>
                </a:cxn>
                <a:cxn ang="0">
                  <a:pos x="90" y="151"/>
                </a:cxn>
                <a:cxn ang="0">
                  <a:pos x="97" y="159"/>
                </a:cxn>
                <a:cxn ang="0">
                  <a:pos x="94" y="161"/>
                </a:cxn>
                <a:cxn ang="0">
                  <a:pos x="94" y="173"/>
                </a:cxn>
                <a:cxn ang="0">
                  <a:pos x="94" y="187"/>
                </a:cxn>
                <a:cxn ang="0">
                  <a:pos x="85" y="194"/>
                </a:cxn>
                <a:cxn ang="0">
                  <a:pos x="78" y="180"/>
                </a:cxn>
                <a:cxn ang="0">
                  <a:pos x="71" y="175"/>
                </a:cxn>
                <a:cxn ang="0">
                  <a:pos x="61" y="163"/>
                </a:cxn>
                <a:cxn ang="0">
                  <a:pos x="57" y="151"/>
                </a:cxn>
                <a:cxn ang="0">
                  <a:pos x="47" y="135"/>
                </a:cxn>
                <a:cxn ang="0">
                  <a:pos x="52" y="118"/>
                </a:cxn>
                <a:cxn ang="0">
                  <a:pos x="35" y="123"/>
                </a:cxn>
                <a:cxn ang="0">
                  <a:pos x="40" y="142"/>
                </a:cxn>
                <a:cxn ang="0">
                  <a:pos x="38" y="163"/>
                </a:cxn>
                <a:cxn ang="0">
                  <a:pos x="38" y="185"/>
                </a:cxn>
                <a:cxn ang="0">
                  <a:pos x="31" y="192"/>
                </a:cxn>
                <a:cxn ang="0">
                  <a:pos x="16" y="189"/>
                </a:cxn>
                <a:cxn ang="0">
                  <a:pos x="16" y="180"/>
                </a:cxn>
                <a:cxn ang="0">
                  <a:pos x="9" y="170"/>
                </a:cxn>
                <a:cxn ang="0">
                  <a:pos x="9" y="168"/>
                </a:cxn>
                <a:cxn ang="0">
                  <a:pos x="16" y="161"/>
                </a:cxn>
                <a:cxn ang="0">
                  <a:pos x="16" y="144"/>
                </a:cxn>
                <a:cxn ang="0">
                  <a:pos x="7" y="140"/>
                </a:cxn>
                <a:cxn ang="0">
                  <a:pos x="5" y="121"/>
                </a:cxn>
                <a:cxn ang="0">
                  <a:pos x="7" y="114"/>
                </a:cxn>
                <a:cxn ang="0">
                  <a:pos x="14" y="97"/>
                </a:cxn>
                <a:cxn ang="0">
                  <a:pos x="16" y="76"/>
                </a:cxn>
                <a:cxn ang="0">
                  <a:pos x="23" y="59"/>
                </a:cxn>
                <a:cxn ang="0">
                  <a:pos x="26" y="50"/>
                </a:cxn>
                <a:cxn ang="0">
                  <a:pos x="28" y="35"/>
                </a:cxn>
                <a:cxn ang="0">
                  <a:pos x="38" y="21"/>
                </a:cxn>
                <a:cxn ang="0">
                  <a:pos x="42" y="23"/>
                </a:cxn>
                <a:cxn ang="0">
                  <a:pos x="54" y="14"/>
                </a:cxn>
                <a:cxn ang="0">
                  <a:pos x="66" y="21"/>
                </a:cxn>
                <a:cxn ang="0">
                  <a:pos x="80" y="21"/>
                </a:cxn>
                <a:cxn ang="0">
                  <a:pos x="94" y="23"/>
                </a:cxn>
                <a:cxn ang="0">
                  <a:pos x="113" y="26"/>
                </a:cxn>
                <a:cxn ang="0">
                  <a:pos x="125" y="14"/>
                </a:cxn>
                <a:cxn ang="0">
                  <a:pos x="132" y="2"/>
                </a:cxn>
                <a:cxn ang="0">
                  <a:pos x="139" y="5"/>
                </a:cxn>
                <a:cxn ang="0">
                  <a:pos x="137" y="19"/>
                </a:cxn>
                <a:cxn ang="0">
                  <a:pos x="128" y="33"/>
                </a:cxn>
                <a:cxn ang="0">
                  <a:pos x="111" y="42"/>
                </a:cxn>
                <a:cxn ang="0">
                  <a:pos x="92" y="38"/>
                </a:cxn>
                <a:cxn ang="0">
                  <a:pos x="73" y="38"/>
                </a:cxn>
                <a:cxn ang="0">
                  <a:pos x="57" y="38"/>
                </a:cxn>
                <a:cxn ang="0">
                  <a:pos x="40" y="38"/>
                </a:cxn>
                <a:cxn ang="0">
                  <a:pos x="31" y="52"/>
                </a:cxn>
                <a:cxn ang="0">
                  <a:pos x="38" y="71"/>
                </a:cxn>
                <a:cxn ang="0">
                  <a:pos x="47" y="83"/>
                </a:cxn>
                <a:cxn ang="0">
                  <a:pos x="59" y="73"/>
                </a:cxn>
                <a:cxn ang="0">
                  <a:pos x="71" y="71"/>
                </a:cxn>
                <a:cxn ang="0">
                  <a:pos x="87" y="64"/>
                </a:cxn>
                <a:cxn ang="0">
                  <a:pos x="104" y="68"/>
                </a:cxn>
                <a:cxn ang="0">
                  <a:pos x="92" y="71"/>
                </a:cxn>
                <a:cxn ang="0">
                  <a:pos x="80" y="85"/>
                </a:cxn>
              </a:cxnLst>
              <a:rect l="0" t="0" r="r" b="b"/>
              <a:pathLst>
                <a:path w="144" h="196">
                  <a:moveTo>
                    <a:pt x="71" y="97"/>
                  </a:moveTo>
                  <a:lnTo>
                    <a:pt x="71" y="95"/>
                  </a:lnTo>
                  <a:lnTo>
                    <a:pt x="71" y="95"/>
                  </a:lnTo>
                  <a:lnTo>
                    <a:pt x="73" y="95"/>
                  </a:lnTo>
                  <a:lnTo>
                    <a:pt x="73" y="95"/>
                  </a:lnTo>
                  <a:lnTo>
                    <a:pt x="73" y="92"/>
                  </a:lnTo>
                  <a:lnTo>
                    <a:pt x="73" y="92"/>
                  </a:lnTo>
                  <a:lnTo>
                    <a:pt x="73" y="92"/>
                  </a:lnTo>
                  <a:lnTo>
                    <a:pt x="76" y="92"/>
                  </a:lnTo>
                  <a:lnTo>
                    <a:pt x="76" y="92"/>
                  </a:lnTo>
                  <a:lnTo>
                    <a:pt x="76" y="92"/>
                  </a:lnTo>
                  <a:lnTo>
                    <a:pt x="76" y="90"/>
                  </a:lnTo>
                  <a:lnTo>
                    <a:pt x="76" y="90"/>
                  </a:lnTo>
                  <a:lnTo>
                    <a:pt x="73" y="90"/>
                  </a:lnTo>
                  <a:lnTo>
                    <a:pt x="73" y="90"/>
                  </a:lnTo>
                  <a:lnTo>
                    <a:pt x="73" y="92"/>
                  </a:lnTo>
                  <a:lnTo>
                    <a:pt x="73" y="92"/>
                  </a:lnTo>
                  <a:lnTo>
                    <a:pt x="73" y="92"/>
                  </a:lnTo>
                  <a:lnTo>
                    <a:pt x="71" y="92"/>
                  </a:lnTo>
                  <a:lnTo>
                    <a:pt x="71" y="92"/>
                  </a:lnTo>
                  <a:lnTo>
                    <a:pt x="68" y="92"/>
                  </a:lnTo>
                  <a:lnTo>
                    <a:pt x="68" y="92"/>
                  </a:lnTo>
                  <a:lnTo>
                    <a:pt x="68" y="92"/>
                  </a:lnTo>
                  <a:lnTo>
                    <a:pt x="68" y="95"/>
                  </a:lnTo>
                  <a:lnTo>
                    <a:pt x="68" y="95"/>
                  </a:lnTo>
                  <a:lnTo>
                    <a:pt x="68" y="95"/>
                  </a:lnTo>
                  <a:lnTo>
                    <a:pt x="68" y="97"/>
                  </a:lnTo>
                  <a:lnTo>
                    <a:pt x="68" y="97"/>
                  </a:lnTo>
                  <a:lnTo>
                    <a:pt x="66" y="97"/>
                  </a:lnTo>
                  <a:lnTo>
                    <a:pt x="66" y="99"/>
                  </a:lnTo>
                  <a:lnTo>
                    <a:pt x="66" y="99"/>
                  </a:lnTo>
                  <a:lnTo>
                    <a:pt x="66" y="99"/>
                  </a:lnTo>
                  <a:lnTo>
                    <a:pt x="64" y="99"/>
                  </a:lnTo>
                  <a:lnTo>
                    <a:pt x="64" y="99"/>
                  </a:lnTo>
                  <a:lnTo>
                    <a:pt x="61" y="99"/>
                  </a:lnTo>
                  <a:lnTo>
                    <a:pt x="61" y="99"/>
                  </a:lnTo>
                  <a:lnTo>
                    <a:pt x="61" y="99"/>
                  </a:lnTo>
                  <a:lnTo>
                    <a:pt x="61" y="102"/>
                  </a:lnTo>
                  <a:lnTo>
                    <a:pt x="61" y="102"/>
                  </a:lnTo>
                  <a:lnTo>
                    <a:pt x="61" y="102"/>
                  </a:lnTo>
                  <a:lnTo>
                    <a:pt x="61" y="102"/>
                  </a:lnTo>
                  <a:lnTo>
                    <a:pt x="64" y="102"/>
                  </a:lnTo>
                  <a:lnTo>
                    <a:pt x="64" y="104"/>
                  </a:lnTo>
                  <a:lnTo>
                    <a:pt x="64" y="104"/>
                  </a:lnTo>
                  <a:lnTo>
                    <a:pt x="66" y="104"/>
                  </a:lnTo>
                  <a:lnTo>
                    <a:pt x="66" y="104"/>
                  </a:lnTo>
                  <a:lnTo>
                    <a:pt x="66" y="104"/>
                  </a:lnTo>
                  <a:lnTo>
                    <a:pt x="66" y="104"/>
                  </a:lnTo>
                  <a:lnTo>
                    <a:pt x="68" y="104"/>
                  </a:lnTo>
                  <a:lnTo>
                    <a:pt x="68" y="106"/>
                  </a:lnTo>
                  <a:lnTo>
                    <a:pt x="68" y="106"/>
                  </a:lnTo>
                  <a:lnTo>
                    <a:pt x="68" y="106"/>
                  </a:lnTo>
                  <a:lnTo>
                    <a:pt x="68" y="106"/>
                  </a:lnTo>
                  <a:lnTo>
                    <a:pt x="68" y="109"/>
                  </a:lnTo>
                  <a:lnTo>
                    <a:pt x="68" y="109"/>
                  </a:lnTo>
                  <a:lnTo>
                    <a:pt x="71" y="109"/>
                  </a:lnTo>
                  <a:lnTo>
                    <a:pt x="71" y="111"/>
                  </a:lnTo>
                  <a:lnTo>
                    <a:pt x="71" y="111"/>
                  </a:lnTo>
                  <a:lnTo>
                    <a:pt x="71" y="111"/>
                  </a:lnTo>
                  <a:lnTo>
                    <a:pt x="71" y="111"/>
                  </a:lnTo>
                  <a:lnTo>
                    <a:pt x="73" y="111"/>
                  </a:lnTo>
                  <a:lnTo>
                    <a:pt x="73" y="114"/>
                  </a:lnTo>
                  <a:lnTo>
                    <a:pt x="73" y="114"/>
                  </a:lnTo>
                  <a:lnTo>
                    <a:pt x="73" y="114"/>
                  </a:lnTo>
                  <a:lnTo>
                    <a:pt x="73" y="116"/>
                  </a:lnTo>
                  <a:lnTo>
                    <a:pt x="73" y="116"/>
                  </a:lnTo>
                  <a:lnTo>
                    <a:pt x="73" y="118"/>
                  </a:lnTo>
                  <a:lnTo>
                    <a:pt x="73" y="118"/>
                  </a:lnTo>
                  <a:lnTo>
                    <a:pt x="73" y="118"/>
                  </a:lnTo>
                  <a:lnTo>
                    <a:pt x="76" y="118"/>
                  </a:lnTo>
                  <a:lnTo>
                    <a:pt x="76" y="118"/>
                  </a:lnTo>
                  <a:lnTo>
                    <a:pt x="76" y="121"/>
                  </a:lnTo>
                  <a:lnTo>
                    <a:pt x="76" y="121"/>
                  </a:lnTo>
                  <a:lnTo>
                    <a:pt x="76" y="121"/>
                  </a:lnTo>
                  <a:lnTo>
                    <a:pt x="76" y="121"/>
                  </a:lnTo>
                  <a:lnTo>
                    <a:pt x="78" y="121"/>
                  </a:lnTo>
                  <a:lnTo>
                    <a:pt x="78" y="121"/>
                  </a:lnTo>
                  <a:lnTo>
                    <a:pt x="80" y="121"/>
                  </a:lnTo>
                  <a:lnTo>
                    <a:pt x="80" y="123"/>
                  </a:lnTo>
                  <a:lnTo>
                    <a:pt x="80" y="123"/>
                  </a:lnTo>
                  <a:lnTo>
                    <a:pt x="80" y="123"/>
                  </a:lnTo>
                  <a:lnTo>
                    <a:pt x="80" y="125"/>
                  </a:lnTo>
                  <a:lnTo>
                    <a:pt x="80" y="125"/>
                  </a:lnTo>
                  <a:lnTo>
                    <a:pt x="83" y="125"/>
                  </a:lnTo>
                  <a:lnTo>
                    <a:pt x="83" y="125"/>
                  </a:lnTo>
                  <a:lnTo>
                    <a:pt x="83" y="125"/>
                  </a:lnTo>
                  <a:lnTo>
                    <a:pt x="83" y="125"/>
                  </a:lnTo>
                  <a:lnTo>
                    <a:pt x="83" y="128"/>
                  </a:lnTo>
                  <a:lnTo>
                    <a:pt x="85" y="128"/>
                  </a:lnTo>
                  <a:lnTo>
                    <a:pt x="85" y="128"/>
                  </a:lnTo>
                  <a:lnTo>
                    <a:pt x="85" y="128"/>
                  </a:lnTo>
                  <a:lnTo>
                    <a:pt x="85" y="130"/>
                  </a:lnTo>
                  <a:lnTo>
                    <a:pt x="85" y="130"/>
                  </a:lnTo>
                  <a:lnTo>
                    <a:pt x="85" y="128"/>
                  </a:lnTo>
                  <a:lnTo>
                    <a:pt x="83" y="128"/>
                  </a:lnTo>
                  <a:lnTo>
                    <a:pt x="83" y="128"/>
                  </a:lnTo>
                  <a:lnTo>
                    <a:pt x="83" y="130"/>
                  </a:lnTo>
                  <a:lnTo>
                    <a:pt x="83" y="130"/>
                  </a:lnTo>
                  <a:lnTo>
                    <a:pt x="83" y="130"/>
                  </a:lnTo>
                  <a:lnTo>
                    <a:pt x="83" y="130"/>
                  </a:lnTo>
                  <a:lnTo>
                    <a:pt x="83" y="132"/>
                  </a:lnTo>
                  <a:lnTo>
                    <a:pt x="80" y="132"/>
                  </a:lnTo>
                  <a:lnTo>
                    <a:pt x="80" y="132"/>
                  </a:lnTo>
                  <a:lnTo>
                    <a:pt x="80" y="135"/>
                  </a:lnTo>
                  <a:lnTo>
                    <a:pt x="83" y="135"/>
                  </a:lnTo>
                  <a:lnTo>
                    <a:pt x="83" y="135"/>
                  </a:lnTo>
                  <a:lnTo>
                    <a:pt x="83" y="137"/>
                  </a:lnTo>
                  <a:lnTo>
                    <a:pt x="83" y="137"/>
                  </a:lnTo>
                  <a:lnTo>
                    <a:pt x="83" y="137"/>
                  </a:lnTo>
                  <a:lnTo>
                    <a:pt x="83" y="137"/>
                  </a:lnTo>
                  <a:lnTo>
                    <a:pt x="83" y="140"/>
                  </a:lnTo>
                  <a:lnTo>
                    <a:pt x="80" y="140"/>
                  </a:lnTo>
                  <a:lnTo>
                    <a:pt x="80" y="137"/>
                  </a:lnTo>
                  <a:lnTo>
                    <a:pt x="80" y="137"/>
                  </a:lnTo>
                  <a:lnTo>
                    <a:pt x="80" y="140"/>
                  </a:lnTo>
                  <a:lnTo>
                    <a:pt x="80" y="140"/>
                  </a:lnTo>
                  <a:lnTo>
                    <a:pt x="80" y="142"/>
                  </a:lnTo>
                  <a:lnTo>
                    <a:pt x="80" y="142"/>
                  </a:lnTo>
                  <a:lnTo>
                    <a:pt x="78" y="142"/>
                  </a:lnTo>
                  <a:lnTo>
                    <a:pt x="78" y="142"/>
                  </a:lnTo>
                  <a:lnTo>
                    <a:pt x="80" y="142"/>
                  </a:lnTo>
                  <a:lnTo>
                    <a:pt x="80" y="142"/>
                  </a:lnTo>
                  <a:lnTo>
                    <a:pt x="80" y="142"/>
                  </a:lnTo>
                  <a:lnTo>
                    <a:pt x="80" y="142"/>
                  </a:lnTo>
                  <a:lnTo>
                    <a:pt x="83" y="142"/>
                  </a:lnTo>
                  <a:lnTo>
                    <a:pt x="83" y="144"/>
                  </a:lnTo>
                  <a:lnTo>
                    <a:pt x="83" y="144"/>
                  </a:lnTo>
                  <a:lnTo>
                    <a:pt x="83" y="144"/>
                  </a:lnTo>
                  <a:lnTo>
                    <a:pt x="83" y="147"/>
                  </a:lnTo>
                  <a:lnTo>
                    <a:pt x="83" y="147"/>
                  </a:lnTo>
                  <a:lnTo>
                    <a:pt x="83" y="147"/>
                  </a:lnTo>
                  <a:lnTo>
                    <a:pt x="85" y="147"/>
                  </a:lnTo>
                  <a:lnTo>
                    <a:pt x="85" y="147"/>
                  </a:lnTo>
                  <a:lnTo>
                    <a:pt x="87" y="147"/>
                  </a:lnTo>
                  <a:lnTo>
                    <a:pt x="87" y="147"/>
                  </a:lnTo>
                  <a:lnTo>
                    <a:pt x="87" y="147"/>
                  </a:lnTo>
                  <a:lnTo>
                    <a:pt x="87" y="149"/>
                  </a:lnTo>
                  <a:lnTo>
                    <a:pt x="87" y="149"/>
                  </a:lnTo>
                  <a:lnTo>
                    <a:pt x="87" y="149"/>
                  </a:lnTo>
                  <a:lnTo>
                    <a:pt x="87" y="149"/>
                  </a:lnTo>
                  <a:lnTo>
                    <a:pt x="87" y="151"/>
                  </a:lnTo>
                  <a:lnTo>
                    <a:pt x="87" y="151"/>
                  </a:lnTo>
                  <a:lnTo>
                    <a:pt x="87" y="151"/>
                  </a:lnTo>
                  <a:lnTo>
                    <a:pt x="87" y="151"/>
                  </a:lnTo>
                  <a:lnTo>
                    <a:pt x="87" y="154"/>
                  </a:lnTo>
                  <a:lnTo>
                    <a:pt x="87" y="154"/>
                  </a:lnTo>
                  <a:lnTo>
                    <a:pt x="87" y="151"/>
                  </a:lnTo>
                  <a:lnTo>
                    <a:pt x="87" y="151"/>
                  </a:lnTo>
                  <a:lnTo>
                    <a:pt x="87" y="151"/>
                  </a:lnTo>
                  <a:lnTo>
                    <a:pt x="87" y="149"/>
                  </a:lnTo>
                  <a:lnTo>
                    <a:pt x="90" y="149"/>
                  </a:lnTo>
                  <a:lnTo>
                    <a:pt x="90" y="149"/>
                  </a:lnTo>
                  <a:lnTo>
                    <a:pt x="90" y="151"/>
                  </a:lnTo>
                  <a:lnTo>
                    <a:pt x="90" y="151"/>
                  </a:lnTo>
                  <a:lnTo>
                    <a:pt x="90" y="151"/>
                  </a:lnTo>
                  <a:lnTo>
                    <a:pt x="90" y="151"/>
                  </a:lnTo>
                  <a:lnTo>
                    <a:pt x="90" y="151"/>
                  </a:lnTo>
                  <a:lnTo>
                    <a:pt x="90" y="151"/>
                  </a:lnTo>
                  <a:lnTo>
                    <a:pt x="92" y="151"/>
                  </a:lnTo>
                  <a:lnTo>
                    <a:pt x="92" y="151"/>
                  </a:lnTo>
                  <a:lnTo>
                    <a:pt x="92" y="151"/>
                  </a:lnTo>
                  <a:lnTo>
                    <a:pt x="92" y="151"/>
                  </a:lnTo>
                  <a:lnTo>
                    <a:pt x="94" y="151"/>
                  </a:lnTo>
                  <a:lnTo>
                    <a:pt x="94" y="149"/>
                  </a:lnTo>
                  <a:lnTo>
                    <a:pt x="94" y="149"/>
                  </a:lnTo>
                  <a:lnTo>
                    <a:pt x="94" y="149"/>
                  </a:lnTo>
                  <a:lnTo>
                    <a:pt x="94" y="151"/>
                  </a:lnTo>
                  <a:lnTo>
                    <a:pt x="97" y="151"/>
                  </a:lnTo>
                  <a:lnTo>
                    <a:pt x="97" y="151"/>
                  </a:lnTo>
                  <a:lnTo>
                    <a:pt x="97" y="151"/>
                  </a:lnTo>
                  <a:lnTo>
                    <a:pt x="99" y="151"/>
                  </a:lnTo>
                  <a:lnTo>
                    <a:pt x="99" y="151"/>
                  </a:lnTo>
                  <a:lnTo>
                    <a:pt x="99" y="151"/>
                  </a:lnTo>
                  <a:lnTo>
                    <a:pt x="99" y="151"/>
                  </a:lnTo>
                  <a:lnTo>
                    <a:pt x="99" y="154"/>
                  </a:lnTo>
                  <a:lnTo>
                    <a:pt x="99" y="154"/>
                  </a:lnTo>
                  <a:lnTo>
                    <a:pt x="99" y="154"/>
                  </a:lnTo>
                  <a:lnTo>
                    <a:pt x="99" y="156"/>
                  </a:lnTo>
                  <a:lnTo>
                    <a:pt x="97" y="156"/>
                  </a:lnTo>
                  <a:lnTo>
                    <a:pt x="97" y="156"/>
                  </a:lnTo>
                  <a:lnTo>
                    <a:pt x="97" y="156"/>
                  </a:lnTo>
                  <a:lnTo>
                    <a:pt x="97" y="159"/>
                  </a:lnTo>
                  <a:lnTo>
                    <a:pt x="97" y="159"/>
                  </a:lnTo>
                  <a:lnTo>
                    <a:pt x="94" y="159"/>
                  </a:lnTo>
                  <a:lnTo>
                    <a:pt x="94" y="156"/>
                  </a:lnTo>
                  <a:lnTo>
                    <a:pt x="94" y="156"/>
                  </a:lnTo>
                  <a:lnTo>
                    <a:pt x="94" y="156"/>
                  </a:lnTo>
                  <a:lnTo>
                    <a:pt x="94" y="156"/>
                  </a:lnTo>
                  <a:lnTo>
                    <a:pt x="92" y="156"/>
                  </a:lnTo>
                  <a:lnTo>
                    <a:pt x="92" y="154"/>
                  </a:lnTo>
                  <a:lnTo>
                    <a:pt x="92" y="154"/>
                  </a:lnTo>
                  <a:lnTo>
                    <a:pt x="92" y="156"/>
                  </a:lnTo>
                  <a:lnTo>
                    <a:pt x="92" y="156"/>
                  </a:lnTo>
                  <a:lnTo>
                    <a:pt x="92" y="159"/>
                  </a:lnTo>
                  <a:lnTo>
                    <a:pt x="92" y="159"/>
                  </a:lnTo>
                  <a:lnTo>
                    <a:pt x="92" y="161"/>
                  </a:lnTo>
                  <a:lnTo>
                    <a:pt x="92" y="161"/>
                  </a:lnTo>
                  <a:lnTo>
                    <a:pt x="92" y="161"/>
                  </a:lnTo>
                  <a:lnTo>
                    <a:pt x="92" y="161"/>
                  </a:lnTo>
                  <a:lnTo>
                    <a:pt x="94" y="161"/>
                  </a:lnTo>
                  <a:lnTo>
                    <a:pt x="94" y="159"/>
                  </a:lnTo>
                  <a:lnTo>
                    <a:pt x="94" y="159"/>
                  </a:lnTo>
                  <a:lnTo>
                    <a:pt x="94" y="159"/>
                  </a:lnTo>
                  <a:lnTo>
                    <a:pt x="94" y="161"/>
                  </a:lnTo>
                  <a:lnTo>
                    <a:pt x="97" y="161"/>
                  </a:lnTo>
                  <a:lnTo>
                    <a:pt x="97" y="161"/>
                  </a:lnTo>
                  <a:lnTo>
                    <a:pt x="94" y="161"/>
                  </a:lnTo>
                  <a:lnTo>
                    <a:pt x="94" y="161"/>
                  </a:lnTo>
                  <a:lnTo>
                    <a:pt x="97" y="161"/>
                  </a:lnTo>
                  <a:lnTo>
                    <a:pt x="97" y="161"/>
                  </a:lnTo>
                  <a:lnTo>
                    <a:pt x="97" y="163"/>
                  </a:lnTo>
                  <a:lnTo>
                    <a:pt x="97" y="163"/>
                  </a:lnTo>
                  <a:lnTo>
                    <a:pt x="97" y="163"/>
                  </a:lnTo>
                  <a:lnTo>
                    <a:pt x="97" y="166"/>
                  </a:lnTo>
                  <a:lnTo>
                    <a:pt x="97" y="166"/>
                  </a:lnTo>
                  <a:lnTo>
                    <a:pt x="97" y="168"/>
                  </a:lnTo>
                  <a:lnTo>
                    <a:pt x="99" y="168"/>
                  </a:lnTo>
                  <a:lnTo>
                    <a:pt x="99" y="168"/>
                  </a:lnTo>
                  <a:lnTo>
                    <a:pt x="99" y="170"/>
                  </a:lnTo>
                  <a:lnTo>
                    <a:pt x="97" y="170"/>
                  </a:lnTo>
                  <a:lnTo>
                    <a:pt x="97" y="170"/>
                  </a:lnTo>
                  <a:lnTo>
                    <a:pt x="99" y="170"/>
                  </a:lnTo>
                  <a:lnTo>
                    <a:pt x="99" y="170"/>
                  </a:lnTo>
                  <a:lnTo>
                    <a:pt x="99" y="173"/>
                  </a:lnTo>
                  <a:lnTo>
                    <a:pt x="97" y="173"/>
                  </a:lnTo>
                  <a:lnTo>
                    <a:pt x="97" y="173"/>
                  </a:lnTo>
                  <a:lnTo>
                    <a:pt x="97" y="170"/>
                  </a:lnTo>
                  <a:lnTo>
                    <a:pt x="97" y="170"/>
                  </a:lnTo>
                  <a:lnTo>
                    <a:pt x="97" y="170"/>
                  </a:lnTo>
                  <a:lnTo>
                    <a:pt x="97" y="170"/>
                  </a:lnTo>
                  <a:lnTo>
                    <a:pt x="97" y="173"/>
                  </a:lnTo>
                  <a:lnTo>
                    <a:pt x="94" y="173"/>
                  </a:lnTo>
                  <a:lnTo>
                    <a:pt x="94" y="173"/>
                  </a:lnTo>
                  <a:lnTo>
                    <a:pt x="94" y="173"/>
                  </a:lnTo>
                  <a:lnTo>
                    <a:pt x="94" y="175"/>
                  </a:lnTo>
                  <a:lnTo>
                    <a:pt x="94" y="175"/>
                  </a:lnTo>
                  <a:lnTo>
                    <a:pt x="94" y="175"/>
                  </a:lnTo>
                  <a:lnTo>
                    <a:pt x="94" y="178"/>
                  </a:lnTo>
                  <a:lnTo>
                    <a:pt x="94" y="178"/>
                  </a:lnTo>
                  <a:lnTo>
                    <a:pt x="94" y="180"/>
                  </a:lnTo>
                  <a:lnTo>
                    <a:pt x="94" y="180"/>
                  </a:lnTo>
                  <a:lnTo>
                    <a:pt x="94" y="180"/>
                  </a:lnTo>
                  <a:lnTo>
                    <a:pt x="94" y="180"/>
                  </a:lnTo>
                  <a:lnTo>
                    <a:pt x="97" y="180"/>
                  </a:lnTo>
                  <a:lnTo>
                    <a:pt x="97" y="180"/>
                  </a:lnTo>
                  <a:lnTo>
                    <a:pt x="97" y="180"/>
                  </a:lnTo>
                  <a:lnTo>
                    <a:pt x="97" y="180"/>
                  </a:lnTo>
                  <a:lnTo>
                    <a:pt x="97" y="182"/>
                  </a:lnTo>
                  <a:lnTo>
                    <a:pt x="99" y="182"/>
                  </a:lnTo>
                  <a:lnTo>
                    <a:pt x="99" y="182"/>
                  </a:lnTo>
                  <a:lnTo>
                    <a:pt x="99" y="185"/>
                  </a:lnTo>
                  <a:lnTo>
                    <a:pt x="97" y="185"/>
                  </a:lnTo>
                  <a:lnTo>
                    <a:pt x="97" y="185"/>
                  </a:lnTo>
                  <a:lnTo>
                    <a:pt x="97" y="185"/>
                  </a:lnTo>
                  <a:lnTo>
                    <a:pt x="97" y="187"/>
                  </a:lnTo>
                  <a:lnTo>
                    <a:pt x="97" y="187"/>
                  </a:lnTo>
                  <a:lnTo>
                    <a:pt x="94" y="187"/>
                  </a:lnTo>
                  <a:lnTo>
                    <a:pt x="94" y="187"/>
                  </a:lnTo>
                  <a:lnTo>
                    <a:pt x="94" y="187"/>
                  </a:lnTo>
                  <a:lnTo>
                    <a:pt x="94" y="187"/>
                  </a:lnTo>
                  <a:lnTo>
                    <a:pt x="94" y="187"/>
                  </a:lnTo>
                  <a:lnTo>
                    <a:pt x="92" y="187"/>
                  </a:lnTo>
                  <a:lnTo>
                    <a:pt x="92" y="187"/>
                  </a:lnTo>
                  <a:lnTo>
                    <a:pt x="92" y="187"/>
                  </a:lnTo>
                  <a:lnTo>
                    <a:pt x="90" y="187"/>
                  </a:lnTo>
                  <a:lnTo>
                    <a:pt x="90" y="189"/>
                  </a:lnTo>
                  <a:lnTo>
                    <a:pt x="92" y="189"/>
                  </a:lnTo>
                  <a:lnTo>
                    <a:pt x="92" y="189"/>
                  </a:lnTo>
                  <a:lnTo>
                    <a:pt x="92" y="189"/>
                  </a:lnTo>
                  <a:lnTo>
                    <a:pt x="92" y="192"/>
                  </a:lnTo>
                  <a:lnTo>
                    <a:pt x="90" y="192"/>
                  </a:lnTo>
                  <a:lnTo>
                    <a:pt x="90" y="192"/>
                  </a:lnTo>
                  <a:lnTo>
                    <a:pt x="90" y="192"/>
                  </a:lnTo>
                  <a:lnTo>
                    <a:pt x="90" y="194"/>
                  </a:lnTo>
                  <a:lnTo>
                    <a:pt x="90" y="194"/>
                  </a:lnTo>
                  <a:lnTo>
                    <a:pt x="90" y="194"/>
                  </a:lnTo>
                  <a:lnTo>
                    <a:pt x="90" y="194"/>
                  </a:lnTo>
                  <a:lnTo>
                    <a:pt x="90" y="196"/>
                  </a:lnTo>
                  <a:lnTo>
                    <a:pt x="90" y="196"/>
                  </a:lnTo>
                  <a:lnTo>
                    <a:pt x="87" y="196"/>
                  </a:lnTo>
                  <a:lnTo>
                    <a:pt x="87" y="196"/>
                  </a:lnTo>
                  <a:lnTo>
                    <a:pt x="87" y="194"/>
                  </a:lnTo>
                  <a:lnTo>
                    <a:pt x="87" y="194"/>
                  </a:lnTo>
                  <a:lnTo>
                    <a:pt x="87" y="194"/>
                  </a:lnTo>
                  <a:lnTo>
                    <a:pt x="85" y="194"/>
                  </a:lnTo>
                  <a:lnTo>
                    <a:pt x="85" y="194"/>
                  </a:lnTo>
                  <a:lnTo>
                    <a:pt x="83" y="194"/>
                  </a:lnTo>
                  <a:lnTo>
                    <a:pt x="83" y="194"/>
                  </a:lnTo>
                  <a:lnTo>
                    <a:pt x="83" y="194"/>
                  </a:lnTo>
                  <a:lnTo>
                    <a:pt x="80" y="194"/>
                  </a:lnTo>
                  <a:lnTo>
                    <a:pt x="80" y="192"/>
                  </a:lnTo>
                  <a:lnTo>
                    <a:pt x="83" y="192"/>
                  </a:lnTo>
                  <a:lnTo>
                    <a:pt x="83" y="192"/>
                  </a:lnTo>
                  <a:lnTo>
                    <a:pt x="83" y="189"/>
                  </a:lnTo>
                  <a:lnTo>
                    <a:pt x="83" y="189"/>
                  </a:lnTo>
                  <a:lnTo>
                    <a:pt x="83" y="189"/>
                  </a:lnTo>
                  <a:lnTo>
                    <a:pt x="83" y="189"/>
                  </a:lnTo>
                  <a:lnTo>
                    <a:pt x="83" y="187"/>
                  </a:lnTo>
                  <a:lnTo>
                    <a:pt x="83" y="187"/>
                  </a:lnTo>
                  <a:lnTo>
                    <a:pt x="83" y="187"/>
                  </a:lnTo>
                  <a:lnTo>
                    <a:pt x="80" y="187"/>
                  </a:lnTo>
                  <a:lnTo>
                    <a:pt x="80" y="187"/>
                  </a:lnTo>
                  <a:lnTo>
                    <a:pt x="80" y="187"/>
                  </a:lnTo>
                  <a:lnTo>
                    <a:pt x="78" y="187"/>
                  </a:lnTo>
                  <a:lnTo>
                    <a:pt x="78" y="187"/>
                  </a:lnTo>
                  <a:lnTo>
                    <a:pt x="78" y="185"/>
                  </a:lnTo>
                  <a:lnTo>
                    <a:pt x="78" y="185"/>
                  </a:lnTo>
                  <a:lnTo>
                    <a:pt x="78" y="182"/>
                  </a:lnTo>
                  <a:lnTo>
                    <a:pt x="78" y="182"/>
                  </a:lnTo>
                  <a:lnTo>
                    <a:pt x="78" y="182"/>
                  </a:lnTo>
                  <a:lnTo>
                    <a:pt x="78" y="180"/>
                  </a:lnTo>
                  <a:lnTo>
                    <a:pt x="78" y="180"/>
                  </a:lnTo>
                  <a:lnTo>
                    <a:pt x="78" y="180"/>
                  </a:lnTo>
                  <a:lnTo>
                    <a:pt x="78" y="180"/>
                  </a:lnTo>
                  <a:lnTo>
                    <a:pt x="78" y="180"/>
                  </a:lnTo>
                  <a:lnTo>
                    <a:pt x="78" y="178"/>
                  </a:lnTo>
                  <a:lnTo>
                    <a:pt x="80" y="178"/>
                  </a:lnTo>
                  <a:lnTo>
                    <a:pt x="80" y="178"/>
                  </a:lnTo>
                  <a:lnTo>
                    <a:pt x="80" y="178"/>
                  </a:lnTo>
                  <a:lnTo>
                    <a:pt x="80" y="178"/>
                  </a:lnTo>
                  <a:lnTo>
                    <a:pt x="80" y="175"/>
                  </a:lnTo>
                  <a:lnTo>
                    <a:pt x="80" y="175"/>
                  </a:lnTo>
                  <a:lnTo>
                    <a:pt x="78" y="175"/>
                  </a:lnTo>
                  <a:lnTo>
                    <a:pt x="78" y="173"/>
                  </a:lnTo>
                  <a:lnTo>
                    <a:pt x="78" y="173"/>
                  </a:lnTo>
                  <a:lnTo>
                    <a:pt x="76" y="173"/>
                  </a:lnTo>
                  <a:lnTo>
                    <a:pt x="76" y="175"/>
                  </a:lnTo>
                  <a:lnTo>
                    <a:pt x="76" y="175"/>
                  </a:lnTo>
                  <a:lnTo>
                    <a:pt x="76" y="173"/>
                  </a:lnTo>
                  <a:lnTo>
                    <a:pt x="76" y="173"/>
                  </a:lnTo>
                  <a:lnTo>
                    <a:pt x="76" y="173"/>
                  </a:lnTo>
                  <a:lnTo>
                    <a:pt x="73" y="173"/>
                  </a:lnTo>
                  <a:lnTo>
                    <a:pt x="73" y="173"/>
                  </a:lnTo>
                  <a:lnTo>
                    <a:pt x="73" y="173"/>
                  </a:lnTo>
                  <a:lnTo>
                    <a:pt x="73" y="173"/>
                  </a:lnTo>
                  <a:lnTo>
                    <a:pt x="73" y="175"/>
                  </a:lnTo>
                  <a:lnTo>
                    <a:pt x="71" y="175"/>
                  </a:lnTo>
                  <a:lnTo>
                    <a:pt x="71" y="175"/>
                  </a:lnTo>
                  <a:lnTo>
                    <a:pt x="71" y="173"/>
                  </a:lnTo>
                  <a:lnTo>
                    <a:pt x="68" y="173"/>
                  </a:lnTo>
                  <a:lnTo>
                    <a:pt x="68" y="173"/>
                  </a:lnTo>
                  <a:lnTo>
                    <a:pt x="68" y="173"/>
                  </a:lnTo>
                  <a:lnTo>
                    <a:pt x="68" y="173"/>
                  </a:lnTo>
                  <a:lnTo>
                    <a:pt x="66" y="173"/>
                  </a:lnTo>
                  <a:lnTo>
                    <a:pt x="66" y="173"/>
                  </a:lnTo>
                  <a:lnTo>
                    <a:pt x="66" y="173"/>
                  </a:lnTo>
                  <a:lnTo>
                    <a:pt x="64" y="173"/>
                  </a:lnTo>
                  <a:lnTo>
                    <a:pt x="64" y="170"/>
                  </a:lnTo>
                  <a:lnTo>
                    <a:pt x="64" y="170"/>
                  </a:lnTo>
                  <a:lnTo>
                    <a:pt x="64" y="170"/>
                  </a:lnTo>
                  <a:lnTo>
                    <a:pt x="61" y="170"/>
                  </a:lnTo>
                  <a:lnTo>
                    <a:pt x="61" y="170"/>
                  </a:lnTo>
                  <a:lnTo>
                    <a:pt x="61" y="170"/>
                  </a:lnTo>
                  <a:lnTo>
                    <a:pt x="61" y="170"/>
                  </a:lnTo>
                  <a:lnTo>
                    <a:pt x="61" y="170"/>
                  </a:lnTo>
                  <a:lnTo>
                    <a:pt x="59" y="170"/>
                  </a:lnTo>
                  <a:lnTo>
                    <a:pt x="59" y="170"/>
                  </a:lnTo>
                  <a:lnTo>
                    <a:pt x="59" y="168"/>
                  </a:lnTo>
                  <a:lnTo>
                    <a:pt x="59" y="168"/>
                  </a:lnTo>
                  <a:lnTo>
                    <a:pt x="59" y="166"/>
                  </a:lnTo>
                  <a:lnTo>
                    <a:pt x="59" y="166"/>
                  </a:lnTo>
                  <a:lnTo>
                    <a:pt x="61" y="166"/>
                  </a:lnTo>
                  <a:lnTo>
                    <a:pt x="61" y="163"/>
                  </a:lnTo>
                  <a:lnTo>
                    <a:pt x="61" y="163"/>
                  </a:lnTo>
                  <a:lnTo>
                    <a:pt x="61" y="161"/>
                  </a:lnTo>
                  <a:lnTo>
                    <a:pt x="61" y="161"/>
                  </a:lnTo>
                  <a:lnTo>
                    <a:pt x="61" y="161"/>
                  </a:lnTo>
                  <a:lnTo>
                    <a:pt x="61" y="159"/>
                  </a:lnTo>
                  <a:lnTo>
                    <a:pt x="61" y="159"/>
                  </a:lnTo>
                  <a:lnTo>
                    <a:pt x="61" y="159"/>
                  </a:lnTo>
                  <a:lnTo>
                    <a:pt x="61" y="156"/>
                  </a:lnTo>
                  <a:lnTo>
                    <a:pt x="61" y="156"/>
                  </a:lnTo>
                  <a:lnTo>
                    <a:pt x="61" y="156"/>
                  </a:lnTo>
                  <a:lnTo>
                    <a:pt x="61" y="154"/>
                  </a:lnTo>
                  <a:lnTo>
                    <a:pt x="59" y="154"/>
                  </a:lnTo>
                  <a:lnTo>
                    <a:pt x="59" y="156"/>
                  </a:lnTo>
                  <a:lnTo>
                    <a:pt x="59" y="156"/>
                  </a:lnTo>
                  <a:lnTo>
                    <a:pt x="59" y="154"/>
                  </a:lnTo>
                  <a:lnTo>
                    <a:pt x="59" y="154"/>
                  </a:lnTo>
                  <a:lnTo>
                    <a:pt x="57" y="154"/>
                  </a:lnTo>
                  <a:lnTo>
                    <a:pt x="57" y="154"/>
                  </a:lnTo>
                  <a:lnTo>
                    <a:pt x="57" y="151"/>
                  </a:lnTo>
                  <a:lnTo>
                    <a:pt x="57" y="151"/>
                  </a:lnTo>
                  <a:lnTo>
                    <a:pt x="57" y="151"/>
                  </a:lnTo>
                  <a:lnTo>
                    <a:pt x="59" y="151"/>
                  </a:lnTo>
                  <a:lnTo>
                    <a:pt x="59" y="151"/>
                  </a:lnTo>
                  <a:lnTo>
                    <a:pt x="59" y="151"/>
                  </a:lnTo>
                  <a:lnTo>
                    <a:pt x="59" y="151"/>
                  </a:lnTo>
                  <a:lnTo>
                    <a:pt x="57" y="151"/>
                  </a:lnTo>
                  <a:lnTo>
                    <a:pt x="57" y="151"/>
                  </a:lnTo>
                  <a:lnTo>
                    <a:pt x="57" y="149"/>
                  </a:lnTo>
                  <a:lnTo>
                    <a:pt x="57" y="149"/>
                  </a:lnTo>
                  <a:lnTo>
                    <a:pt x="54" y="149"/>
                  </a:lnTo>
                  <a:lnTo>
                    <a:pt x="54" y="149"/>
                  </a:lnTo>
                  <a:lnTo>
                    <a:pt x="54" y="147"/>
                  </a:lnTo>
                  <a:lnTo>
                    <a:pt x="54" y="147"/>
                  </a:lnTo>
                  <a:lnTo>
                    <a:pt x="54" y="147"/>
                  </a:lnTo>
                  <a:lnTo>
                    <a:pt x="54" y="147"/>
                  </a:lnTo>
                  <a:lnTo>
                    <a:pt x="54" y="144"/>
                  </a:lnTo>
                  <a:lnTo>
                    <a:pt x="52" y="144"/>
                  </a:lnTo>
                  <a:lnTo>
                    <a:pt x="52" y="144"/>
                  </a:lnTo>
                  <a:lnTo>
                    <a:pt x="52" y="144"/>
                  </a:lnTo>
                  <a:lnTo>
                    <a:pt x="52" y="142"/>
                  </a:lnTo>
                  <a:lnTo>
                    <a:pt x="49" y="142"/>
                  </a:lnTo>
                  <a:lnTo>
                    <a:pt x="49" y="142"/>
                  </a:lnTo>
                  <a:lnTo>
                    <a:pt x="49" y="142"/>
                  </a:lnTo>
                  <a:lnTo>
                    <a:pt x="49" y="142"/>
                  </a:lnTo>
                  <a:lnTo>
                    <a:pt x="49" y="142"/>
                  </a:lnTo>
                  <a:lnTo>
                    <a:pt x="47" y="142"/>
                  </a:lnTo>
                  <a:lnTo>
                    <a:pt x="47" y="140"/>
                  </a:lnTo>
                  <a:lnTo>
                    <a:pt x="47" y="140"/>
                  </a:lnTo>
                  <a:lnTo>
                    <a:pt x="47" y="140"/>
                  </a:lnTo>
                  <a:lnTo>
                    <a:pt x="47" y="137"/>
                  </a:lnTo>
                  <a:lnTo>
                    <a:pt x="47" y="137"/>
                  </a:lnTo>
                  <a:lnTo>
                    <a:pt x="47" y="135"/>
                  </a:lnTo>
                  <a:lnTo>
                    <a:pt x="47" y="135"/>
                  </a:lnTo>
                  <a:lnTo>
                    <a:pt x="47" y="135"/>
                  </a:lnTo>
                  <a:lnTo>
                    <a:pt x="47" y="132"/>
                  </a:lnTo>
                  <a:lnTo>
                    <a:pt x="49" y="132"/>
                  </a:lnTo>
                  <a:lnTo>
                    <a:pt x="49" y="132"/>
                  </a:lnTo>
                  <a:lnTo>
                    <a:pt x="49" y="130"/>
                  </a:lnTo>
                  <a:lnTo>
                    <a:pt x="49" y="130"/>
                  </a:lnTo>
                  <a:lnTo>
                    <a:pt x="49" y="130"/>
                  </a:lnTo>
                  <a:lnTo>
                    <a:pt x="49" y="130"/>
                  </a:lnTo>
                  <a:lnTo>
                    <a:pt x="49" y="130"/>
                  </a:lnTo>
                  <a:lnTo>
                    <a:pt x="52" y="130"/>
                  </a:lnTo>
                  <a:lnTo>
                    <a:pt x="52" y="128"/>
                  </a:lnTo>
                  <a:lnTo>
                    <a:pt x="52" y="128"/>
                  </a:lnTo>
                  <a:lnTo>
                    <a:pt x="52" y="125"/>
                  </a:lnTo>
                  <a:lnTo>
                    <a:pt x="49" y="125"/>
                  </a:lnTo>
                  <a:lnTo>
                    <a:pt x="49" y="125"/>
                  </a:lnTo>
                  <a:lnTo>
                    <a:pt x="52" y="125"/>
                  </a:lnTo>
                  <a:lnTo>
                    <a:pt x="52" y="123"/>
                  </a:lnTo>
                  <a:lnTo>
                    <a:pt x="52" y="123"/>
                  </a:lnTo>
                  <a:lnTo>
                    <a:pt x="49" y="123"/>
                  </a:lnTo>
                  <a:lnTo>
                    <a:pt x="49" y="123"/>
                  </a:lnTo>
                  <a:lnTo>
                    <a:pt x="49" y="121"/>
                  </a:lnTo>
                  <a:lnTo>
                    <a:pt x="49" y="121"/>
                  </a:lnTo>
                  <a:lnTo>
                    <a:pt x="49" y="121"/>
                  </a:lnTo>
                  <a:lnTo>
                    <a:pt x="49" y="121"/>
                  </a:lnTo>
                  <a:lnTo>
                    <a:pt x="49" y="118"/>
                  </a:lnTo>
                  <a:lnTo>
                    <a:pt x="52" y="118"/>
                  </a:lnTo>
                  <a:lnTo>
                    <a:pt x="52" y="118"/>
                  </a:lnTo>
                  <a:lnTo>
                    <a:pt x="49" y="118"/>
                  </a:lnTo>
                  <a:lnTo>
                    <a:pt x="49" y="118"/>
                  </a:lnTo>
                  <a:lnTo>
                    <a:pt x="49" y="118"/>
                  </a:lnTo>
                  <a:lnTo>
                    <a:pt x="49" y="116"/>
                  </a:lnTo>
                  <a:lnTo>
                    <a:pt x="47" y="116"/>
                  </a:lnTo>
                  <a:lnTo>
                    <a:pt x="47" y="116"/>
                  </a:lnTo>
                  <a:lnTo>
                    <a:pt x="47" y="116"/>
                  </a:lnTo>
                  <a:lnTo>
                    <a:pt x="45" y="116"/>
                  </a:lnTo>
                  <a:lnTo>
                    <a:pt x="45" y="116"/>
                  </a:lnTo>
                  <a:lnTo>
                    <a:pt x="42" y="116"/>
                  </a:lnTo>
                  <a:lnTo>
                    <a:pt x="42" y="118"/>
                  </a:lnTo>
                  <a:lnTo>
                    <a:pt x="42" y="118"/>
                  </a:lnTo>
                  <a:lnTo>
                    <a:pt x="42" y="118"/>
                  </a:lnTo>
                  <a:lnTo>
                    <a:pt x="42" y="118"/>
                  </a:lnTo>
                  <a:lnTo>
                    <a:pt x="40" y="118"/>
                  </a:lnTo>
                  <a:lnTo>
                    <a:pt x="40" y="121"/>
                  </a:lnTo>
                  <a:lnTo>
                    <a:pt x="40" y="121"/>
                  </a:lnTo>
                  <a:lnTo>
                    <a:pt x="40" y="121"/>
                  </a:lnTo>
                  <a:lnTo>
                    <a:pt x="40" y="121"/>
                  </a:lnTo>
                  <a:lnTo>
                    <a:pt x="40" y="121"/>
                  </a:lnTo>
                  <a:lnTo>
                    <a:pt x="38" y="121"/>
                  </a:lnTo>
                  <a:lnTo>
                    <a:pt x="38" y="121"/>
                  </a:lnTo>
                  <a:lnTo>
                    <a:pt x="38" y="123"/>
                  </a:lnTo>
                  <a:lnTo>
                    <a:pt x="35" y="123"/>
                  </a:lnTo>
                  <a:lnTo>
                    <a:pt x="35" y="123"/>
                  </a:lnTo>
                  <a:lnTo>
                    <a:pt x="35" y="123"/>
                  </a:lnTo>
                  <a:lnTo>
                    <a:pt x="35" y="123"/>
                  </a:lnTo>
                  <a:lnTo>
                    <a:pt x="35" y="125"/>
                  </a:lnTo>
                  <a:lnTo>
                    <a:pt x="35" y="125"/>
                  </a:lnTo>
                  <a:lnTo>
                    <a:pt x="35" y="125"/>
                  </a:lnTo>
                  <a:lnTo>
                    <a:pt x="35" y="128"/>
                  </a:lnTo>
                  <a:lnTo>
                    <a:pt x="35" y="128"/>
                  </a:lnTo>
                  <a:lnTo>
                    <a:pt x="35" y="130"/>
                  </a:lnTo>
                  <a:lnTo>
                    <a:pt x="35" y="130"/>
                  </a:lnTo>
                  <a:lnTo>
                    <a:pt x="38" y="130"/>
                  </a:lnTo>
                  <a:lnTo>
                    <a:pt x="38" y="130"/>
                  </a:lnTo>
                  <a:lnTo>
                    <a:pt x="38" y="130"/>
                  </a:lnTo>
                  <a:lnTo>
                    <a:pt x="38" y="130"/>
                  </a:lnTo>
                  <a:lnTo>
                    <a:pt x="40" y="130"/>
                  </a:lnTo>
                  <a:lnTo>
                    <a:pt x="40" y="132"/>
                  </a:lnTo>
                  <a:lnTo>
                    <a:pt x="38" y="132"/>
                  </a:lnTo>
                  <a:lnTo>
                    <a:pt x="38" y="132"/>
                  </a:lnTo>
                  <a:lnTo>
                    <a:pt x="38" y="135"/>
                  </a:lnTo>
                  <a:lnTo>
                    <a:pt x="38" y="135"/>
                  </a:lnTo>
                  <a:lnTo>
                    <a:pt x="38" y="137"/>
                  </a:lnTo>
                  <a:lnTo>
                    <a:pt x="38" y="137"/>
                  </a:lnTo>
                  <a:lnTo>
                    <a:pt x="38" y="140"/>
                  </a:lnTo>
                  <a:lnTo>
                    <a:pt x="40" y="140"/>
                  </a:lnTo>
                  <a:lnTo>
                    <a:pt x="40" y="140"/>
                  </a:lnTo>
                  <a:lnTo>
                    <a:pt x="40" y="142"/>
                  </a:lnTo>
                  <a:lnTo>
                    <a:pt x="40" y="142"/>
                  </a:lnTo>
                  <a:lnTo>
                    <a:pt x="40" y="142"/>
                  </a:lnTo>
                  <a:lnTo>
                    <a:pt x="40" y="144"/>
                  </a:lnTo>
                  <a:lnTo>
                    <a:pt x="40" y="144"/>
                  </a:lnTo>
                  <a:lnTo>
                    <a:pt x="38" y="144"/>
                  </a:lnTo>
                  <a:lnTo>
                    <a:pt x="38" y="147"/>
                  </a:lnTo>
                  <a:lnTo>
                    <a:pt x="38" y="147"/>
                  </a:lnTo>
                  <a:lnTo>
                    <a:pt x="38" y="147"/>
                  </a:lnTo>
                  <a:lnTo>
                    <a:pt x="38" y="149"/>
                  </a:lnTo>
                  <a:lnTo>
                    <a:pt x="38" y="149"/>
                  </a:lnTo>
                  <a:lnTo>
                    <a:pt x="38" y="151"/>
                  </a:lnTo>
                  <a:lnTo>
                    <a:pt x="38" y="151"/>
                  </a:lnTo>
                  <a:lnTo>
                    <a:pt x="38" y="151"/>
                  </a:lnTo>
                  <a:lnTo>
                    <a:pt x="38" y="154"/>
                  </a:lnTo>
                  <a:lnTo>
                    <a:pt x="38" y="154"/>
                  </a:lnTo>
                  <a:lnTo>
                    <a:pt x="38" y="156"/>
                  </a:lnTo>
                  <a:lnTo>
                    <a:pt x="38" y="156"/>
                  </a:lnTo>
                  <a:lnTo>
                    <a:pt x="38" y="159"/>
                  </a:lnTo>
                  <a:lnTo>
                    <a:pt x="38" y="159"/>
                  </a:lnTo>
                  <a:lnTo>
                    <a:pt x="38" y="159"/>
                  </a:lnTo>
                  <a:lnTo>
                    <a:pt x="38" y="161"/>
                  </a:lnTo>
                  <a:lnTo>
                    <a:pt x="38" y="161"/>
                  </a:lnTo>
                  <a:lnTo>
                    <a:pt x="38" y="161"/>
                  </a:lnTo>
                  <a:lnTo>
                    <a:pt x="38" y="161"/>
                  </a:lnTo>
                  <a:lnTo>
                    <a:pt x="38" y="161"/>
                  </a:lnTo>
                  <a:lnTo>
                    <a:pt x="38" y="163"/>
                  </a:lnTo>
                  <a:lnTo>
                    <a:pt x="38" y="163"/>
                  </a:lnTo>
                  <a:lnTo>
                    <a:pt x="38" y="166"/>
                  </a:lnTo>
                  <a:lnTo>
                    <a:pt x="40" y="166"/>
                  </a:lnTo>
                  <a:lnTo>
                    <a:pt x="40" y="166"/>
                  </a:lnTo>
                  <a:lnTo>
                    <a:pt x="40" y="168"/>
                  </a:lnTo>
                  <a:lnTo>
                    <a:pt x="40" y="168"/>
                  </a:lnTo>
                  <a:lnTo>
                    <a:pt x="38" y="168"/>
                  </a:lnTo>
                  <a:lnTo>
                    <a:pt x="38" y="170"/>
                  </a:lnTo>
                  <a:lnTo>
                    <a:pt x="38" y="170"/>
                  </a:lnTo>
                  <a:lnTo>
                    <a:pt x="38" y="170"/>
                  </a:lnTo>
                  <a:lnTo>
                    <a:pt x="38" y="173"/>
                  </a:lnTo>
                  <a:lnTo>
                    <a:pt x="38" y="173"/>
                  </a:lnTo>
                  <a:lnTo>
                    <a:pt x="35" y="173"/>
                  </a:lnTo>
                  <a:lnTo>
                    <a:pt x="35" y="173"/>
                  </a:lnTo>
                  <a:lnTo>
                    <a:pt x="35" y="175"/>
                  </a:lnTo>
                  <a:lnTo>
                    <a:pt x="35" y="175"/>
                  </a:lnTo>
                  <a:lnTo>
                    <a:pt x="35" y="178"/>
                  </a:lnTo>
                  <a:lnTo>
                    <a:pt x="35" y="178"/>
                  </a:lnTo>
                  <a:lnTo>
                    <a:pt x="35" y="178"/>
                  </a:lnTo>
                  <a:lnTo>
                    <a:pt x="35" y="180"/>
                  </a:lnTo>
                  <a:lnTo>
                    <a:pt x="35" y="180"/>
                  </a:lnTo>
                  <a:lnTo>
                    <a:pt x="35" y="180"/>
                  </a:lnTo>
                  <a:lnTo>
                    <a:pt x="35" y="180"/>
                  </a:lnTo>
                  <a:lnTo>
                    <a:pt x="35" y="182"/>
                  </a:lnTo>
                  <a:lnTo>
                    <a:pt x="35" y="182"/>
                  </a:lnTo>
                  <a:lnTo>
                    <a:pt x="38" y="182"/>
                  </a:lnTo>
                  <a:lnTo>
                    <a:pt x="38" y="185"/>
                  </a:lnTo>
                  <a:lnTo>
                    <a:pt x="38" y="185"/>
                  </a:lnTo>
                  <a:lnTo>
                    <a:pt x="38" y="185"/>
                  </a:lnTo>
                  <a:lnTo>
                    <a:pt x="38" y="187"/>
                  </a:lnTo>
                  <a:lnTo>
                    <a:pt x="40" y="187"/>
                  </a:lnTo>
                  <a:lnTo>
                    <a:pt x="40" y="187"/>
                  </a:lnTo>
                  <a:lnTo>
                    <a:pt x="40" y="189"/>
                  </a:lnTo>
                  <a:lnTo>
                    <a:pt x="40" y="189"/>
                  </a:lnTo>
                  <a:lnTo>
                    <a:pt x="40" y="189"/>
                  </a:lnTo>
                  <a:lnTo>
                    <a:pt x="40" y="192"/>
                  </a:lnTo>
                  <a:lnTo>
                    <a:pt x="40" y="192"/>
                  </a:lnTo>
                  <a:lnTo>
                    <a:pt x="40" y="194"/>
                  </a:lnTo>
                  <a:lnTo>
                    <a:pt x="38" y="194"/>
                  </a:lnTo>
                  <a:lnTo>
                    <a:pt x="38" y="194"/>
                  </a:lnTo>
                  <a:lnTo>
                    <a:pt x="38" y="192"/>
                  </a:lnTo>
                  <a:lnTo>
                    <a:pt x="38" y="192"/>
                  </a:lnTo>
                  <a:lnTo>
                    <a:pt x="35" y="192"/>
                  </a:lnTo>
                  <a:lnTo>
                    <a:pt x="35" y="189"/>
                  </a:lnTo>
                  <a:lnTo>
                    <a:pt x="35" y="189"/>
                  </a:lnTo>
                  <a:lnTo>
                    <a:pt x="35" y="189"/>
                  </a:lnTo>
                  <a:lnTo>
                    <a:pt x="35" y="189"/>
                  </a:lnTo>
                  <a:lnTo>
                    <a:pt x="35" y="189"/>
                  </a:lnTo>
                  <a:lnTo>
                    <a:pt x="33" y="189"/>
                  </a:lnTo>
                  <a:lnTo>
                    <a:pt x="33" y="189"/>
                  </a:lnTo>
                  <a:lnTo>
                    <a:pt x="33" y="192"/>
                  </a:lnTo>
                  <a:lnTo>
                    <a:pt x="33" y="192"/>
                  </a:lnTo>
                  <a:lnTo>
                    <a:pt x="31" y="192"/>
                  </a:lnTo>
                  <a:lnTo>
                    <a:pt x="31" y="192"/>
                  </a:lnTo>
                  <a:lnTo>
                    <a:pt x="28" y="192"/>
                  </a:lnTo>
                  <a:lnTo>
                    <a:pt x="28" y="189"/>
                  </a:lnTo>
                  <a:lnTo>
                    <a:pt x="28" y="189"/>
                  </a:lnTo>
                  <a:lnTo>
                    <a:pt x="28" y="189"/>
                  </a:lnTo>
                  <a:lnTo>
                    <a:pt x="28" y="192"/>
                  </a:lnTo>
                  <a:lnTo>
                    <a:pt x="26" y="192"/>
                  </a:lnTo>
                  <a:lnTo>
                    <a:pt x="26" y="192"/>
                  </a:lnTo>
                  <a:lnTo>
                    <a:pt x="26" y="194"/>
                  </a:lnTo>
                  <a:lnTo>
                    <a:pt x="26" y="194"/>
                  </a:lnTo>
                  <a:lnTo>
                    <a:pt x="23" y="194"/>
                  </a:lnTo>
                  <a:lnTo>
                    <a:pt x="23" y="194"/>
                  </a:lnTo>
                  <a:lnTo>
                    <a:pt x="23" y="194"/>
                  </a:lnTo>
                  <a:lnTo>
                    <a:pt x="23" y="194"/>
                  </a:lnTo>
                  <a:lnTo>
                    <a:pt x="23" y="194"/>
                  </a:lnTo>
                  <a:lnTo>
                    <a:pt x="21" y="194"/>
                  </a:lnTo>
                  <a:lnTo>
                    <a:pt x="21" y="194"/>
                  </a:lnTo>
                  <a:lnTo>
                    <a:pt x="21" y="192"/>
                  </a:lnTo>
                  <a:lnTo>
                    <a:pt x="21" y="192"/>
                  </a:lnTo>
                  <a:lnTo>
                    <a:pt x="19" y="192"/>
                  </a:lnTo>
                  <a:lnTo>
                    <a:pt x="19" y="192"/>
                  </a:lnTo>
                  <a:lnTo>
                    <a:pt x="19" y="192"/>
                  </a:lnTo>
                  <a:lnTo>
                    <a:pt x="16" y="192"/>
                  </a:lnTo>
                  <a:lnTo>
                    <a:pt x="16" y="192"/>
                  </a:lnTo>
                  <a:lnTo>
                    <a:pt x="16" y="189"/>
                  </a:lnTo>
                  <a:lnTo>
                    <a:pt x="16" y="189"/>
                  </a:lnTo>
                  <a:lnTo>
                    <a:pt x="16" y="189"/>
                  </a:lnTo>
                  <a:lnTo>
                    <a:pt x="16" y="189"/>
                  </a:lnTo>
                  <a:lnTo>
                    <a:pt x="16" y="187"/>
                  </a:lnTo>
                  <a:lnTo>
                    <a:pt x="14" y="187"/>
                  </a:lnTo>
                  <a:lnTo>
                    <a:pt x="14" y="189"/>
                  </a:lnTo>
                  <a:lnTo>
                    <a:pt x="14" y="189"/>
                  </a:lnTo>
                  <a:lnTo>
                    <a:pt x="14" y="189"/>
                  </a:lnTo>
                  <a:lnTo>
                    <a:pt x="14" y="189"/>
                  </a:lnTo>
                  <a:lnTo>
                    <a:pt x="12" y="189"/>
                  </a:lnTo>
                  <a:lnTo>
                    <a:pt x="12" y="189"/>
                  </a:lnTo>
                  <a:lnTo>
                    <a:pt x="12" y="187"/>
                  </a:lnTo>
                  <a:lnTo>
                    <a:pt x="12" y="187"/>
                  </a:lnTo>
                  <a:lnTo>
                    <a:pt x="12" y="187"/>
                  </a:lnTo>
                  <a:lnTo>
                    <a:pt x="12" y="185"/>
                  </a:lnTo>
                  <a:lnTo>
                    <a:pt x="12" y="185"/>
                  </a:lnTo>
                  <a:lnTo>
                    <a:pt x="12" y="187"/>
                  </a:lnTo>
                  <a:lnTo>
                    <a:pt x="14" y="187"/>
                  </a:lnTo>
                  <a:lnTo>
                    <a:pt x="14" y="185"/>
                  </a:lnTo>
                  <a:lnTo>
                    <a:pt x="14" y="185"/>
                  </a:lnTo>
                  <a:lnTo>
                    <a:pt x="14" y="185"/>
                  </a:lnTo>
                  <a:lnTo>
                    <a:pt x="14" y="185"/>
                  </a:lnTo>
                  <a:lnTo>
                    <a:pt x="14" y="182"/>
                  </a:lnTo>
                  <a:lnTo>
                    <a:pt x="14" y="182"/>
                  </a:lnTo>
                  <a:lnTo>
                    <a:pt x="16" y="182"/>
                  </a:lnTo>
                  <a:lnTo>
                    <a:pt x="16" y="180"/>
                  </a:lnTo>
                  <a:lnTo>
                    <a:pt x="16" y="180"/>
                  </a:lnTo>
                  <a:lnTo>
                    <a:pt x="16" y="180"/>
                  </a:lnTo>
                  <a:lnTo>
                    <a:pt x="16" y="178"/>
                  </a:lnTo>
                  <a:lnTo>
                    <a:pt x="16" y="178"/>
                  </a:lnTo>
                  <a:lnTo>
                    <a:pt x="16" y="178"/>
                  </a:lnTo>
                  <a:lnTo>
                    <a:pt x="16" y="178"/>
                  </a:lnTo>
                  <a:lnTo>
                    <a:pt x="16" y="175"/>
                  </a:lnTo>
                  <a:lnTo>
                    <a:pt x="16" y="175"/>
                  </a:lnTo>
                  <a:lnTo>
                    <a:pt x="19" y="175"/>
                  </a:lnTo>
                  <a:lnTo>
                    <a:pt x="19" y="173"/>
                  </a:lnTo>
                  <a:lnTo>
                    <a:pt x="19" y="173"/>
                  </a:lnTo>
                  <a:lnTo>
                    <a:pt x="16" y="173"/>
                  </a:lnTo>
                  <a:lnTo>
                    <a:pt x="16" y="173"/>
                  </a:lnTo>
                  <a:lnTo>
                    <a:pt x="16" y="173"/>
                  </a:lnTo>
                  <a:lnTo>
                    <a:pt x="16" y="173"/>
                  </a:lnTo>
                  <a:lnTo>
                    <a:pt x="14" y="173"/>
                  </a:lnTo>
                  <a:lnTo>
                    <a:pt x="14" y="173"/>
                  </a:lnTo>
                  <a:lnTo>
                    <a:pt x="14" y="173"/>
                  </a:lnTo>
                  <a:lnTo>
                    <a:pt x="12" y="173"/>
                  </a:lnTo>
                  <a:lnTo>
                    <a:pt x="12" y="173"/>
                  </a:lnTo>
                  <a:lnTo>
                    <a:pt x="12" y="173"/>
                  </a:lnTo>
                  <a:lnTo>
                    <a:pt x="9" y="173"/>
                  </a:lnTo>
                  <a:lnTo>
                    <a:pt x="9" y="173"/>
                  </a:lnTo>
                  <a:lnTo>
                    <a:pt x="9" y="170"/>
                  </a:lnTo>
                  <a:lnTo>
                    <a:pt x="9" y="170"/>
                  </a:lnTo>
                  <a:lnTo>
                    <a:pt x="9" y="170"/>
                  </a:lnTo>
                  <a:lnTo>
                    <a:pt x="9" y="170"/>
                  </a:lnTo>
                  <a:lnTo>
                    <a:pt x="9" y="170"/>
                  </a:lnTo>
                  <a:lnTo>
                    <a:pt x="12" y="170"/>
                  </a:lnTo>
                  <a:lnTo>
                    <a:pt x="12" y="170"/>
                  </a:lnTo>
                  <a:lnTo>
                    <a:pt x="14" y="170"/>
                  </a:lnTo>
                  <a:lnTo>
                    <a:pt x="14" y="170"/>
                  </a:lnTo>
                  <a:lnTo>
                    <a:pt x="14" y="170"/>
                  </a:lnTo>
                  <a:lnTo>
                    <a:pt x="14" y="170"/>
                  </a:lnTo>
                  <a:lnTo>
                    <a:pt x="14" y="170"/>
                  </a:lnTo>
                  <a:lnTo>
                    <a:pt x="14" y="170"/>
                  </a:lnTo>
                  <a:lnTo>
                    <a:pt x="16" y="170"/>
                  </a:lnTo>
                  <a:lnTo>
                    <a:pt x="16" y="170"/>
                  </a:lnTo>
                  <a:lnTo>
                    <a:pt x="16" y="170"/>
                  </a:lnTo>
                  <a:lnTo>
                    <a:pt x="16" y="168"/>
                  </a:lnTo>
                  <a:lnTo>
                    <a:pt x="16" y="168"/>
                  </a:lnTo>
                  <a:lnTo>
                    <a:pt x="16" y="168"/>
                  </a:lnTo>
                  <a:lnTo>
                    <a:pt x="16" y="168"/>
                  </a:lnTo>
                  <a:lnTo>
                    <a:pt x="16" y="166"/>
                  </a:lnTo>
                  <a:lnTo>
                    <a:pt x="14" y="166"/>
                  </a:lnTo>
                  <a:lnTo>
                    <a:pt x="14" y="166"/>
                  </a:lnTo>
                  <a:lnTo>
                    <a:pt x="14" y="166"/>
                  </a:lnTo>
                  <a:lnTo>
                    <a:pt x="14" y="166"/>
                  </a:lnTo>
                  <a:lnTo>
                    <a:pt x="14" y="166"/>
                  </a:lnTo>
                  <a:lnTo>
                    <a:pt x="14" y="168"/>
                  </a:lnTo>
                  <a:lnTo>
                    <a:pt x="12" y="168"/>
                  </a:lnTo>
                  <a:lnTo>
                    <a:pt x="12" y="168"/>
                  </a:lnTo>
                  <a:lnTo>
                    <a:pt x="9" y="168"/>
                  </a:lnTo>
                  <a:lnTo>
                    <a:pt x="9" y="166"/>
                  </a:lnTo>
                  <a:lnTo>
                    <a:pt x="9" y="166"/>
                  </a:lnTo>
                  <a:lnTo>
                    <a:pt x="9" y="166"/>
                  </a:lnTo>
                  <a:lnTo>
                    <a:pt x="7" y="166"/>
                  </a:lnTo>
                  <a:lnTo>
                    <a:pt x="7" y="166"/>
                  </a:lnTo>
                  <a:lnTo>
                    <a:pt x="7" y="163"/>
                  </a:lnTo>
                  <a:lnTo>
                    <a:pt x="7" y="163"/>
                  </a:lnTo>
                  <a:lnTo>
                    <a:pt x="9" y="163"/>
                  </a:lnTo>
                  <a:lnTo>
                    <a:pt x="9" y="161"/>
                  </a:lnTo>
                  <a:lnTo>
                    <a:pt x="9" y="161"/>
                  </a:lnTo>
                  <a:lnTo>
                    <a:pt x="9" y="163"/>
                  </a:lnTo>
                  <a:lnTo>
                    <a:pt x="9" y="163"/>
                  </a:lnTo>
                  <a:lnTo>
                    <a:pt x="9" y="163"/>
                  </a:lnTo>
                  <a:lnTo>
                    <a:pt x="9" y="163"/>
                  </a:lnTo>
                  <a:lnTo>
                    <a:pt x="12" y="163"/>
                  </a:lnTo>
                  <a:lnTo>
                    <a:pt x="12" y="163"/>
                  </a:lnTo>
                  <a:lnTo>
                    <a:pt x="12" y="163"/>
                  </a:lnTo>
                  <a:lnTo>
                    <a:pt x="14" y="163"/>
                  </a:lnTo>
                  <a:lnTo>
                    <a:pt x="14" y="163"/>
                  </a:lnTo>
                  <a:lnTo>
                    <a:pt x="14" y="161"/>
                  </a:lnTo>
                  <a:lnTo>
                    <a:pt x="14" y="161"/>
                  </a:lnTo>
                  <a:lnTo>
                    <a:pt x="14" y="161"/>
                  </a:lnTo>
                  <a:lnTo>
                    <a:pt x="14" y="163"/>
                  </a:lnTo>
                  <a:lnTo>
                    <a:pt x="16" y="163"/>
                  </a:lnTo>
                  <a:lnTo>
                    <a:pt x="16" y="161"/>
                  </a:lnTo>
                  <a:lnTo>
                    <a:pt x="16" y="161"/>
                  </a:lnTo>
                  <a:lnTo>
                    <a:pt x="16" y="161"/>
                  </a:lnTo>
                  <a:lnTo>
                    <a:pt x="19" y="161"/>
                  </a:lnTo>
                  <a:lnTo>
                    <a:pt x="19" y="163"/>
                  </a:lnTo>
                  <a:lnTo>
                    <a:pt x="19" y="163"/>
                  </a:lnTo>
                  <a:lnTo>
                    <a:pt x="21" y="163"/>
                  </a:lnTo>
                  <a:lnTo>
                    <a:pt x="21" y="161"/>
                  </a:lnTo>
                  <a:lnTo>
                    <a:pt x="21" y="161"/>
                  </a:lnTo>
                  <a:lnTo>
                    <a:pt x="21" y="161"/>
                  </a:lnTo>
                  <a:lnTo>
                    <a:pt x="21" y="159"/>
                  </a:lnTo>
                  <a:lnTo>
                    <a:pt x="21" y="159"/>
                  </a:lnTo>
                  <a:lnTo>
                    <a:pt x="21" y="156"/>
                  </a:lnTo>
                  <a:lnTo>
                    <a:pt x="21" y="156"/>
                  </a:lnTo>
                  <a:lnTo>
                    <a:pt x="21" y="154"/>
                  </a:lnTo>
                  <a:lnTo>
                    <a:pt x="21" y="154"/>
                  </a:lnTo>
                  <a:lnTo>
                    <a:pt x="21" y="151"/>
                  </a:lnTo>
                  <a:lnTo>
                    <a:pt x="21" y="151"/>
                  </a:lnTo>
                  <a:lnTo>
                    <a:pt x="19" y="151"/>
                  </a:lnTo>
                  <a:lnTo>
                    <a:pt x="19" y="151"/>
                  </a:lnTo>
                  <a:lnTo>
                    <a:pt x="19" y="149"/>
                  </a:lnTo>
                  <a:lnTo>
                    <a:pt x="19" y="149"/>
                  </a:lnTo>
                  <a:lnTo>
                    <a:pt x="19" y="149"/>
                  </a:lnTo>
                  <a:lnTo>
                    <a:pt x="19" y="147"/>
                  </a:lnTo>
                  <a:lnTo>
                    <a:pt x="19" y="147"/>
                  </a:lnTo>
                  <a:lnTo>
                    <a:pt x="16" y="147"/>
                  </a:lnTo>
                  <a:lnTo>
                    <a:pt x="16" y="144"/>
                  </a:lnTo>
                  <a:lnTo>
                    <a:pt x="16" y="144"/>
                  </a:lnTo>
                  <a:lnTo>
                    <a:pt x="16" y="144"/>
                  </a:lnTo>
                  <a:lnTo>
                    <a:pt x="16" y="142"/>
                  </a:lnTo>
                  <a:lnTo>
                    <a:pt x="16" y="142"/>
                  </a:lnTo>
                  <a:lnTo>
                    <a:pt x="16" y="142"/>
                  </a:lnTo>
                  <a:lnTo>
                    <a:pt x="16" y="142"/>
                  </a:lnTo>
                  <a:lnTo>
                    <a:pt x="16" y="140"/>
                  </a:lnTo>
                  <a:lnTo>
                    <a:pt x="19" y="140"/>
                  </a:lnTo>
                  <a:lnTo>
                    <a:pt x="19" y="140"/>
                  </a:lnTo>
                  <a:lnTo>
                    <a:pt x="16" y="140"/>
                  </a:lnTo>
                  <a:lnTo>
                    <a:pt x="16" y="137"/>
                  </a:lnTo>
                  <a:lnTo>
                    <a:pt x="16" y="137"/>
                  </a:lnTo>
                  <a:lnTo>
                    <a:pt x="16" y="137"/>
                  </a:lnTo>
                  <a:lnTo>
                    <a:pt x="14" y="137"/>
                  </a:lnTo>
                  <a:lnTo>
                    <a:pt x="14" y="137"/>
                  </a:lnTo>
                  <a:lnTo>
                    <a:pt x="14" y="137"/>
                  </a:lnTo>
                  <a:lnTo>
                    <a:pt x="14" y="137"/>
                  </a:lnTo>
                  <a:lnTo>
                    <a:pt x="14" y="137"/>
                  </a:lnTo>
                  <a:lnTo>
                    <a:pt x="12" y="137"/>
                  </a:lnTo>
                  <a:lnTo>
                    <a:pt x="12" y="137"/>
                  </a:lnTo>
                  <a:lnTo>
                    <a:pt x="9" y="137"/>
                  </a:lnTo>
                  <a:lnTo>
                    <a:pt x="9" y="140"/>
                  </a:lnTo>
                  <a:lnTo>
                    <a:pt x="9" y="140"/>
                  </a:lnTo>
                  <a:lnTo>
                    <a:pt x="9" y="140"/>
                  </a:lnTo>
                  <a:lnTo>
                    <a:pt x="9" y="140"/>
                  </a:lnTo>
                  <a:lnTo>
                    <a:pt x="7" y="140"/>
                  </a:lnTo>
                  <a:lnTo>
                    <a:pt x="7" y="140"/>
                  </a:lnTo>
                  <a:lnTo>
                    <a:pt x="7" y="140"/>
                  </a:lnTo>
                  <a:lnTo>
                    <a:pt x="7" y="140"/>
                  </a:lnTo>
                  <a:lnTo>
                    <a:pt x="5" y="140"/>
                  </a:lnTo>
                  <a:lnTo>
                    <a:pt x="5" y="137"/>
                  </a:lnTo>
                  <a:lnTo>
                    <a:pt x="5" y="137"/>
                  </a:lnTo>
                  <a:lnTo>
                    <a:pt x="5" y="137"/>
                  </a:lnTo>
                  <a:lnTo>
                    <a:pt x="5" y="135"/>
                  </a:lnTo>
                  <a:lnTo>
                    <a:pt x="5" y="135"/>
                  </a:lnTo>
                  <a:lnTo>
                    <a:pt x="5" y="132"/>
                  </a:lnTo>
                  <a:lnTo>
                    <a:pt x="5" y="132"/>
                  </a:lnTo>
                  <a:lnTo>
                    <a:pt x="5" y="130"/>
                  </a:lnTo>
                  <a:lnTo>
                    <a:pt x="2" y="130"/>
                  </a:lnTo>
                  <a:lnTo>
                    <a:pt x="2" y="130"/>
                  </a:lnTo>
                  <a:lnTo>
                    <a:pt x="2" y="130"/>
                  </a:lnTo>
                  <a:lnTo>
                    <a:pt x="2" y="130"/>
                  </a:lnTo>
                  <a:lnTo>
                    <a:pt x="2" y="128"/>
                  </a:lnTo>
                  <a:lnTo>
                    <a:pt x="2" y="128"/>
                  </a:lnTo>
                  <a:lnTo>
                    <a:pt x="2" y="125"/>
                  </a:lnTo>
                  <a:lnTo>
                    <a:pt x="2" y="125"/>
                  </a:lnTo>
                  <a:lnTo>
                    <a:pt x="5" y="125"/>
                  </a:lnTo>
                  <a:lnTo>
                    <a:pt x="5" y="125"/>
                  </a:lnTo>
                  <a:lnTo>
                    <a:pt x="5" y="123"/>
                  </a:lnTo>
                  <a:lnTo>
                    <a:pt x="5" y="123"/>
                  </a:lnTo>
                  <a:lnTo>
                    <a:pt x="5" y="123"/>
                  </a:lnTo>
                  <a:lnTo>
                    <a:pt x="5" y="121"/>
                  </a:lnTo>
                  <a:lnTo>
                    <a:pt x="5" y="121"/>
                  </a:lnTo>
                  <a:lnTo>
                    <a:pt x="2" y="121"/>
                  </a:lnTo>
                  <a:lnTo>
                    <a:pt x="2" y="121"/>
                  </a:lnTo>
                  <a:lnTo>
                    <a:pt x="2" y="121"/>
                  </a:lnTo>
                  <a:lnTo>
                    <a:pt x="2" y="121"/>
                  </a:lnTo>
                  <a:lnTo>
                    <a:pt x="2" y="118"/>
                  </a:lnTo>
                  <a:lnTo>
                    <a:pt x="2" y="118"/>
                  </a:lnTo>
                  <a:lnTo>
                    <a:pt x="2" y="118"/>
                  </a:lnTo>
                  <a:lnTo>
                    <a:pt x="2" y="116"/>
                  </a:lnTo>
                  <a:lnTo>
                    <a:pt x="0" y="116"/>
                  </a:lnTo>
                  <a:lnTo>
                    <a:pt x="0" y="116"/>
                  </a:lnTo>
                  <a:lnTo>
                    <a:pt x="2" y="116"/>
                  </a:lnTo>
                  <a:lnTo>
                    <a:pt x="2" y="114"/>
                  </a:lnTo>
                  <a:lnTo>
                    <a:pt x="2" y="114"/>
                  </a:lnTo>
                  <a:lnTo>
                    <a:pt x="2" y="114"/>
                  </a:lnTo>
                  <a:lnTo>
                    <a:pt x="2" y="114"/>
                  </a:lnTo>
                  <a:lnTo>
                    <a:pt x="2" y="114"/>
                  </a:lnTo>
                  <a:lnTo>
                    <a:pt x="5" y="114"/>
                  </a:lnTo>
                  <a:lnTo>
                    <a:pt x="5" y="116"/>
                  </a:lnTo>
                  <a:lnTo>
                    <a:pt x="5" y="116"/>
                  </a:lnTo>
                  <a:lnTo>
                    <a:pt x="5" y="114"/>
                  </a:lnTo>
                  <a:lnTo>
                    <a:pt x="7" y="114"/>
                  </a:lnTo>
                  <a:lnTo>
                    <a:pt x="7" y="116"/>
                  </a:lnTo>
                  <a:lnTo>
                    <a:pt x="7" y="116"/>
                  </a:lnTo>
                  <a:lnTo>
                    <a:pt x="7" y="114"/>
                  </a:lnTo>
                  <a:lnTo>
                    <a:pt x="7" y="114"/>
                  </a:lnTo>
                  <a:lnTo>
                    <a:pt x="7" y="114"/>
                  </a:lnTo>
                  <a:lnTo>
                    <a:pt x="7" y="111"/>
                  </a:lnTo>
                  <a:lnTo>
                    <a:pt x="9" y="111"/>
                  </a:lnTo>
                  <a:lnTo>
                    <a:pt x="9" y="111"/>
                  </a:lnTo>
                  <a:lnTo>
                    <a:pt x="9" y="111"/>
                  </a:lnTo>
                  <a:lnTo>
                    <a:pt x="9" y="111"/>
                  </a:lnTo>
                  <a:lnTo>
                    <a:pt x="9" y="111"/>
                  </a:lnTo>
                  <a:lnTo>
                    <a:pt x="9" y="109"/>
                  </a:lnTo>
                  <a:lnTo>
                    <a:pt x="9" y="109"/>
                  </a:lnTo>
                  <a:lnTo>
                    <a:pt x="9" y="109"/>
                  </a:lnTo>
                  <a:lnTo>
                    <a:pt x="9" y="106"/>
                  </a:lnTo>
                  <a:lnTo>
                    <a:pt x="9" y="106"/>
                  </a:lnTo>
                  <a:lnTo>
                    <a:pt x="9" y="106"/>
                  </a:lnTo>
                  <a:lnTo>
                    <a:pt x="9" y="104"/>
                  </a:lnTo>
                  <a:lnTo>
                    <a:pt x="9" y="104"/>
                  </a:lnTo>
                  <a:lnTo>
                    <a:pt x="9" y="102"/>
                  </a:lnTo>
                  <a:lnTo>
                    <a:pt x="12" y="102"/>
                  </a:lnTo>
                  <a:lnTo>
                    <a:pt x="12" y="102"/>
                  </a:lnTo>
                  <a:lnTo>
                    <a:pt x="12" y="102"/>
                  </a:lnTo>
                  <a:lnTo>
                    <a:pt x="12" y="99"/>
                  </a:lnTo>
                  <a:lnTo>
                    <a:pt x="12" y="99"/>
                  </a:lnTo>
                  <a:lnTo>
                    <a:pt x="12" y="99"/>
                  </a:lnTo>
                  <a:lnTo>
                    <a:pt x="14" y="99"/>
                  </a:lnTo>
                  <a:lnTo>
                    <a:pt x="14" y="97"/>
                  </a:lnTo>
                  <a:lnTo>
                    <a:pt x="14" y="97"/>
                  </a:lnTo>
                  <a:lnTo>
                    <a:pt x="14" y="97"/>
                  </a:lnTo>
                  <a:lnTo>
                    <a:pt x="14" y="97"/>
                  </a:lnTo>
                  <a:lnTo>
                    <a:pt x="14" y="95"/>
                  </a:lnTo>
                  <a:lnTo>
                    <a:pt x="14" y="95"/>
                  </a:lnTo>
                  <a:lnTo>
                    <a:pt x="14" y="95"/>
                  </a:lnTo>
                  <a:lnTo>
                    <a:pt x="14" y="92"/>
                  </a:lnTo>
                  <a:lnTo>
                    <a:pt x="14" y="92"/>
                  </a:lnTo>
                  <a:lnTo>
                    <a:pt x="14" y="92"/>
                  </a:lnTo>
                  <a:lnTo>
                    <a:pt x="14" y="92"/>
                  </a:lnTo>
                  <a:lnTo>
                    <a:pt x="14" y="90"/>
                  </a:lnTo>
                  <a:lnTo>
                    <a:pt x="14" y="90"/>
                  </a:lnTo>
                  <a:lnTo>
                    <a:pt x="14" y="90"/>
                  </a:lnTo>
                  <a:lnTo>
                    <a:pt x="14" y="87"/>
                  </a:lnTo>
                  <a:lnTo>
                    <a:pt x="14" y="87"/>
                  </a:lnTo>
                  <a:lnTo>
                    <a:pt x="14" y="87"/>
                  </a:lnTo>
                  <a:lnTo>
                    <a:pt x="14" y="85"/>
                  </a:lnTo>
                  <a:lnTo>
                    <a:pt x="14" y="85"/>
                  </a:lnTo>
                  <a:lnTo>
                    <a:pt x="14" y="83"/>
                  </a:lnTo>
                  <a:lnTo>
                    <a:pt x="14" y="83"/>
                  </a:lnTo>
                  <a:lnTo>
                    <a:pt x="14" y="83"/>
                  </a:lnTo>
                  <a:lnTo>
                    <a:pt x="14" y="83"/>
                  </a:lnTo>
                  <a:lnTo>
                    <a:pt x="14" y="80"/>
                  </a:lnTo>
                  <a:lnTo>
                    <a:pt x="14" y="80"/>
                  </a:lnTo>
                  <a:lnTo>
                    <a:pt x="14" y="78"/>
                  </a:lnTo>
                  <a:lnTo>
                    <a:pt x="14" y="78"/>
                  </a:lnTo>
                  <a:lnTo>
                    <a:pt x="14" y="78"/>
                  </a:lnTo>
                  <a:lnTo>
                    <a:pt x="16" y="78"/>
                  </a:lnTo>
                  <a:lnTo>
                    <a:pt x="16" y="76"/>
                  </a:lnTo>
                  <a:lnTo>
                    <a:pt x="16" y="76"/>
                  </a:lnTo>
                  <a:lnTo>
                    <a:pt x="16" y="76"/>
                  </a:lnTo>
                  <a:lnTo>
                    <a:pt x="16" y="76"/>
                  </a:lnTo>
                  <a:lnTo>
                    <a:pt x="16" y="73"/>
                  </a:lnTo>
                  <a:lnTo>
                    <a:pt x="16" y="73"/>
                  </a:lnTo>
                  <a:lnTo>
                    <a:pt x="19" y="73"/>
                  </a:lnTo>
                  <a:lnTo>
                    <a:pt x="19" y="71"/>
                  </a:lnTo>
                  <a:lnTo>
                    <a:pt x="19" y="71"/>
                  </a:lnTo>
                  <a:lnTo>
                    <a:pt x="19" y="71"/>
                  </a:lnTo>
                  <a:lnTo>
                    <a:pt x="19" y="71"/>
                  </a:lnTo>
                  <a:lnTo>
                    <a:pt x="21" y="71"/>
                  </a:lnTo>
                  <a:lnTo>
                    <a:pt x="21" y="68"/>
                  </a:lnTo>
                  <a:lnTo>
                    <a:pt x="21" y="68"/>
                  </a:lnTo>
                  <a:lnTo>
                    <a:pt x="21" y="68"/>
                  </a:lnTo>
                  <a:lnTo>
                    <a:pt x="21" y="66"/>
                  </a:lnTo>
                  <a:lnTo>
                    <a:pt x="21" y="66"/>
                  </a:lnTo>
                  <a:lnTo>
                    <a:pt x="21" y="66"/>
                  </a:lnTo>
                  <a:lnTo>
                    <a:pt x="23" y="66"/>
                  </a:lnTo>
                  <a:lnTo>
                    <a:pt x="23" y="64"/>
                  </a:lnTo>
                  <a:lnTo>
                    <a:pt x="23" y="64"/>
                  </a:lnTo>
                  <a:lnTo>
                    <a:pt x="23" y="64"/>
                  </a:lnTo>
                  <a:lnTo>
                    <a:pt x="23" y="61"/>
                  </a:lnTo>
                  <a:lnTo>
                    <a:pt x="23" y="61"/>
                  </a:lnTo>
                  <a:lnTo>
                    <a:pt x="23" y="61"/>
                  </a:lnTo>
                  <a:lnTo>
                    <a:pt x="23" y="59"/>
                  </a:lnTo>
                  <a:lnTo>
                    <a:pt x="23" y="59"/>
                  </a:lnTo>
                  <a:lnTo>
                    <a:pt x="23" y="57"/>
                  </a:lnTo>
                  <a:lnTo>
                    <a:pt x="23" y="57"/>
                  </a:lnTo>
                  <a:lnTo>
                    <a:pt x="23" y="54"/>
                  </a:lnTo>
                  <a:lnTo>
                    <a:pt x="23" y="54"/>
                  </a:lnTo>
                  <a:lnTo>
                    <a:pt x="23" y="54"/>
                  </a:lnTo>
                  <a:lnTo>
                    <a:pt x="23" y="52"/>
                  </a:lnTo>
                  <a:lnTo>
                    <a:pt x="23" y="52"/>
                  </a:lnTo>
                  <a:lnTo>
                    <a:pt x="23" y="52"/>
                  </a:lnTo>
                  <a:lnTo>
                    <a:pt x="21" y="52"/>
                  </a:lnTo>
                  <a:lnTo>
                    <a:pt x="21" y="52"/>
                  </a:lnTo>
                  <a:lnTo>
                    <a:pt x="21" y="52"/>
                  </a:lnTo>
                  <a:lnTo>
                    <a:pt x="21" y="52"/>
                  </a:lnTo>
                  <a:lnTo>
                    <a:pt x="21" y="52"/>
                  </a:lnTo>
                  <a:lnTo>
                    <a:pt x="21" y="50"/>
                  </a:lnTo>
                  <a:lnTo>
                    <a:pt x="21" y="50"/>
                  </a:lnTo>
                  <a:lnTo>
                    <a:pt x="21" y="50"/>
                  </a:lnTo>
                  <a:lnTo>
                    <a:pt x="21" y="47"/>
                  </a:lnTo>
                  <a:lnTo>
                    <a:pt x="21" y="47"/>
                  </a:lnTo>
                  <a:lnTo>
                    <a:pt x="23" y="47"/>
                  </a:lnTo>
                  <a:lnTo>
                    <a:pt x="23" y="50"/>
                  </a:lnTo>
                  <a:lnTo>
                    <a:pt x="23" y="50"/>
                  </a:lnTo>
                  <a:lnTo>
                    <a:pt x="23" y="50"/>
                  </a:lnTo>
                  <a:lnTo>
                    <a:pt x="23" y="50"/>
                  </a:lnTo>
                  <a:lnTo>
                    <a:pt x="23" y="52"/>
                  </a:lnTo>
                  <a:lnTo>
                    <a:pt x="26" y="52"/>
                  </a:lnTo>
                  <a:lnTo>
                    <a:pt x="26" y="50"/>
                  </a:lnTo>
                  <a:lnTo>
                    <a:pt x="26" y="50"/>
                  </a:lnTo>
                  <a:lnTo>
                    <a:pt x="26" y="50"/>
                  </a:lnTo>
                  <a:lnTo>
                    <a:pt x="26" y="47"/>
                  </a:lnTo>
                  <a:lnTo>
                    <a:pt x="26" y="47"/>
                  </a:lnTo>
                  <a:lnTo>
                    <a:pt x="26" y="47"/>
                  </a:lnTo>
                  <a:lnTo>
                    <a:pt x="26" y="45"/>
                  </a:lnTo>
                  <a:lnTo>
                    <a:pt x="23" y="45"/>
                  </a:lnTo>
                  <a:lnTo>
                    <a:pt x="23" y="45"/>
                  </a:lnTo>
                  <a:lnTo>
                    <a:pt x="23" y="45"/>
                  </a:lnTo>
                  <a:lnTo>
                    <a:pt x="23" y="42"/>
                  </a:lnTo>
                  <a:lnTo>
                    <a:pt x="23" y="42"/>
                  </a:lnTo>
                  <a:lnTo>
                    <a:pt x="23" y="42"/>
                  </a:lnTo>
                  <a:lnTo>
                    <a:pt x="26" y="42"/>
                  </a:lnTo>
                  <a:lnTo>
                    <a:pt x="26" y="42"/>
                  </a:lnTo>
                  <a:lnTo>
                    <a:pt x="26" y="40"/>
                  </a:lnTo>
                  <a:lnTo>
                    <a:pt x="26" y="40"/>
                  </a:lnTo>
                  <a:lnTo>
                    <a:pt x="26" y="38"/>
                  </a:lnTo>
                  <a:lnTo>
                    <a:pt x="26" y="38"/>
                  </a:lnTo>
                  <a:lnTo>
                    <a:pt x="26" y="38"/>
                  </a:lnTo>
                  <a:lnTo>
                    <a:pt x="26" y="35"/>
                  </a:lnTo>
                  <a:lnTo>
                    <a:pt x="26" y="35"/>
                  </a:lnTo>
                  <a:lnTo>
                    <a:pt x="26" y="35"/>
                  </a:lnTo>
                  <a:lnTo>
                    <a:pt x="26" y="35"/>
                  </a:lnTo>
                  <a:lnTo>
                    <a:pt x="28" y="35"/>
                  </a:lnTo>
                  <a:lnTo>
                    <a:pt x="28" y="35"/>
                  </a:lnTo>
                  <a:lnTo>
                    <a:pt x="28" y="35"/>
                  </a:lnTo>
                  <a:lnTo>
                    <a:pt x="28" y="35"/>
                  </a:lnTo>
                  <a:lnTo>
                    <a:pt x="28" y="35"/>
                  </a:lnTo>
                  <a:lnTo>
                    <a:pt x="28" y="33"/>
                  </a:lnTo>
                  <a:lnTo>
                    <a:pt x="28" y="33"/>
                  </a:lnTo>
                  <a:lnTo>
                    <a:pt x="28" y="33"/>
                  </a:lnTo>
                  <a:lnTo>
                    <a:pt x="28" y="31"/>
                  </a:lnTo>
                  <a:lnTo>
                    <a:pt x="28" y="31"/>
                  </a:lnTo>
                  <a:lnTo>
                    <a:pt x="31" y="31"/>
                  </a:lnTo>
                  <a:lnTo>
                    <a:pt x="31" y="28"/>
                  </a:lnTo>
                  <a:lnTo>
                    <a:pt x="31" y="28"/>
                  </a:lnTo>
                  <a:lnTo>
                    <a:pt x="31" y="31"/>
                  </a:lnTo>
                  <a:lnTo>
                    <a:pt x="33" y="31"/>
                  </a:lnTo>
                  <a:lnTo>
                    <a:pt x="33" y="28"/>
                  </a:lnTo>
                  <a:lnTo>
                    <a:pt x="33" y="28"/>
                  </a:lnTo>
                  <a:lnTo>
                    <a:pt x="33" y="28"/>
                  </a:lnTo>
                  <a:lnTo>
                    <a:pt x="33" y="28"/>
                  </a:lnTo>
                  <a:lnTo>
                    <a:pt x="33" y="26"/>
                  </a:lnTo>
                  <a:lnTo>
                    <a:pt x="33" y="26"/>
                  </a:lnTo>
                  <a:lnTo>
                    <a:pt x="33" y="23"/>
                  </a:lnTo>
                  <a:lnTo>
                    <a:pt x="33" y="23"/>
                  </a:lnTo>
                  <a:lnTo>
                    <a:pt x="35" y="23"/>
                  </a:lnTo>
                  <a:lnTo>
                    <a:pt x="35" y="23"/>
                  </a:lnTo>
                  <a:lnTo>
                    <a:pt x="35" y="23"/>
                  </a:lnTo>
                  <a:lnTo>
                    <a:pt x="35" y="23"/>
                  </a:lnTo>
                  <a:lnTo>
                    <a:pt x="35" y="21"/>
                  </a:lnTo>
                  <a:lnTo>
                    <a:pt x="38" y="21"/>
                  </a:lnTo>
                  <a:lnTo>
                    <a:pt x="38" y="21"/>
                  </a:lnTo>
                  <a:lnTo>
                    <a:pt x="38" y="23"/>
                  </a:lnTo>
                  <a:lnTo>
                    <a:pt x="38" y="23"/>
                  </a:lnTo>
                  <a:lnTo>
                    <a:pt x="38" y="23"/>
                  </a:lnTo>
                  <a:lnTo>
                    <a:pt x="38" y="23"/>
                  </a:lnTo>
                  <a:lnTo>
                    <a:pt x="38" y="26"/>
                  </a:lnTo>
                  <a:lnTo>
                    <a:pt x="38" y="26"/>
                  </a:lnTo>
                  <a:lnTo>
                    <a:pt x="38" y="26"/>
                  </a:lnTo>
                  <a:lnTo>
                    <a:pt x="38" y="28"/>
                  </a:lnTo>
                  <a:lnTo>
                    <a:pt x="38" y="28"/>
                  </a:lnTo>
                  <a:lnTo>
                    <a:pt x="40" y="28"/>
                  </a:lnTo>
                  <a:lnTo>
                    <a:pt x="40" y="28"/>
                  </a:lnTo>
                  <a:lnTo>
                    <a:pt x="40" y="28"/>
                  </a:lnTo>
                  <a:lnTo>
                    <a:pt x="40" y="28"/>
                  </a:lnTo>
                  <a:lnTo>
                    <a:pt x="40" y="28"/>
                  </a:lnTo>
                  <a:lnTo>
                    <a:pt x="42" y="28"/>
                  </a:lnTo>
                  <a:lnTo>
                    <a:pt x="42" y="28"/>
                  </a:lnTo>
                  <a:lnTo>
                    <a:pt x="42" y="26"/>
                  </a:lnTo>
                  <a:lnTo>
                    <a:pt x="42" y="26"/>
                  </a:lnTo>
                  <a:lnTo>
                    <a:pt x="42" y="26"/>
                  </a:lnTo>
                  <a:lnTo>
                    <a:pt x="42" y="23"/>
                  </a:lnTo>
                  <a:lnTo>
                    <a:pt x="42" y="23"/>
                  </a:lnTo>
                  <a:lnTo>
                    <a:pt x="42" y="23"/>
                  </a:lnTo>
                  <a:lnTo>
                    <a:pt x="42" y="23"/>
                  </a:lnTo>
                  <a:lnTo>
                    <a:pt x="42" y="23"/>
                  </a:lnTo>
                  <a:lnTo>
                    <a:pt x="42" y="23"/>
                  </a:lnTo>
                  <a:lnTo>
                    <a:pt x="42" y="21"/>
                  </a:lnTo>
                  <a:lnTo>
                    <a:pt x="42" y="21"/>
                  </a:lnTo>
                  <a:lnTo>
                    <a:pt x="42" y="21"/>
                  </a:lnTo>
                  <a:lnTo>
                    <a:pt x="45" y="21"/>
                  </a:lnTo>
                  <a:lnTo>
                    <a:pt x="45" y="23"/>
                  </a:lnTo>
                  <a:lnTo>
                    <a:pt x="45" y="23"/>
                  </a:lnTo>
                  <a:lnTo>
                    <a:pt x="45" y="21"/>
                  </a:lnTo>
                  <a:lnTo>
                    <a:pt x="45" y="21"/>
                  </a:lnTo>
                  <a:lnTo>
                    <a:pt x="45" y="19"/>
                  </a:lnTo>
                  <a:lnTo>
                    <a:pt x="45" y="19"/>
                  </a:lnTo>
                  <a:lnTo>
                    <a:pt x="45" y="19"/>
                  </a:lnTo>
                  <a:lnTo>
                    <a:pt x="45" y="16"/>
                  </a:lnTo>
                  <a:lnTo>
                    <a:pt x="45" y="16"/>
                  </a:lnTo>
                  <a:lnTo>
                    <a:pt x="45" y="16"/>
                  </a:lnTo>
                  <a:lnTo>
                    <a:pt x="47" y="16"/>
                  </a:lnTo>
                  <a:lnTo>
                    <a:pt x="47" y="14"/>
                  </a:lnTo>
                  <a:lnTo>
                    <a:pt x="47" y="14"/>
                  </a:lnTo>
                  <a:lnTo>
                    <a:pt x="47" y="14"/>
                  </a:lnTo>
                  <a:lnTo>
                    <a:pt x="47" y="14"/>
                  </a:lnTo>
                  <a:lnTo>
                    <a:pt x="49" y="14"/>
                  </a:lnTo>
                  <a:lnTo>
                    <a:pt x="49" y="14"/>
                  </a:lnTo>
                  <a:lnTo>
                    <a:pt x="49" y="14"/>
                  </a:lnTo>
                  <a:lnTo>
                    <a:pt x="52" y="14"/>
                  </a:lnTo>
                  <a:lnTo>
                    <a:pt x="52" y="14"/>
                  </a:lnTo>
                  <a:lnTo>
                    <a:pt x="52" y="14"/>
                  </a:lnTo>
                  <a:lnTo>
                    <a:pt x="54" y="14"/>
                  </a:lnTo>
                  <a:lnTo>
                    <a:pt x="54" y="14"/>
                  </a:lnTo>
                  <a:lnTo>
                    <a:pt x="54" y="16"/>
                  </a:lnTo>
                  <a:lnTo>
                    <a:pt x="54" y="16"/>
                  </a:lnTo>
                  <a:lnTo>
                    <a:pt x="57" y="16"/>
                  </a:lnTo>
                  <a:lnTo>
                    <a:pt x="57" y="16"/>
                  </a:lnTo>
                  <a:lnTo>
                    <a:pt x="57" y="16"/>
                  </a:lnTo>
                  <a:lnTo>
                    <a:pt x="57" y="16"/>
                  </a:lnTo>
                  <a:lnTo>
                    <a:pt x="57" y="16"/>
                  </a:lnTo>
                  <a:lnTo>
                    <a:pt x="57" y="14"/>
                  </a:lnTo>
                  <a:lnTo>
                    <a:pt x="59" y="14"/>
                  </a:lnTo>
                  <a:lnTo>
                    <a:pt x="59" y="14"/>
                  </a:lnTo>
                  <a:lnTo>
                    <a:pt x="61" y="14"/>
                  </a:lnTo>
                  <a:lnTo>
                    <a:pt x="61" y="14"/>
                  </a:lnTo>
                  <a:lnTo>
                    <a:pt x="61" y="16"/>
                  </a:lnTo>
                  <a:lnTo>
                    <a:pt x="61" y="16"/>
                  </a:lnTo>
                  <a:lnTo>
                    <a:pt x="61" y="16"/>
                  </a:lnTo>
                  <a:lnTo>
                    <a:pt x="61" y="19"/>
                  </a:lnTo>
                  <a:lnTo>
                    <a:pt x="61" y="19"/>
                  </a:lnTo>
                  <a:lnTo>
                    <a:pt x="61" y="19"/>
                  </a:lnTo>
                  <a:lnTo>
                    <a:pt x="61" y="21"/>
                  </a:lnTo>
                  <a:lnTo>
                    <a:pt x="61" y="21"/>
                  </a:lnTo>
                  <a:lnTo>
                    <a:pt x="64" y="21"/>
                  </a:lnTo>
                  <a:lnTo>
                    <a:pt x="64" y="21"/>
                  </a:lnTo>
                  <a:lnTo>
                    <a:pt x="64" y="21"/>
                  </a:lnTo>
                  <a:lnTo>
                    <a:pt x="66" y="21"/>
                  </a:lnTo>
                  <a:lnTo>
                    <a:pt x="66" y="21"/>
                  </a:lnTo>
                  <a:lnTo>
                    <a:pt x="66" y="21"/>
                  </a:lnTo>
                  <a:lnTo>
                    <a:pt x="66" y="21"/>
                  </a:lnTo>
                  <a:lnTo>
                    <a:pt x="68" y="21"/>
                  </a:lnTo>
                  <a:lnTo>
                    <a:pt x="68" y="21"/>
                  </a:lnTo>
                  <a:lnTo>
                    <a:pt x="68" y="19"/>
                  </a:lnTo>
                  <a:lnTo>
                    <a:pt x="68" y="19"/>
                  </a:lnTo>
                  <a:lnTo>
                    <a:pt x="68" y="19"/>
                  </a:lnTo>
                  <a:lnTo>
                    <a:pt x="71" y="19"/>
                  </a:lnTo>
                  <a:lnTo>
                    <a:pt x="71" y="19"/>
                  </a:lnTo>
                  <a:lnTo>
                    <a:pt x="71" y="21"/>
                  </a:lnTo>
                  <a:lnTo>
                    <a:pt x="71" y="21"/>
                  </a:lnTo>
                  <a:lnTo>
                    <a:pt x="73" y="21"/>
                  </a:lnTo>
                  <a:lnTo>
                    <a:pt x="73" y="19"/>
                  </a:lnTo>
                  <a:lnTo>
                    <a:pt x="73" y="19"/>
                  </a:lnTo>
                  <a:lnTo>
                    <a:pt x="73" y="21"/>
                  </a:lnTo>
                  <a:lnTo>
                    <a:pt x="73" y="21"/>
                  </a:lnTo>
                  <a:lnTo>
                    <a:pt x="76" y="21"/>
                  </a:lnTo>
                  <a:lnTo>
                    <a:pt x="76" y="21"/>
                  </a:lnTo>
                  <a:lnTo>
                    <a:pt x="76" y="21"/>
                  </a:lnTo>
                  <a:lnTo>
                    <a:pt x="76" y="21"/>
                  </a:lnTo>
                  <a:lnTo>
                    <a:pt x="76" y="23"/>
                  </a:lnTo>
                  <a:lnTo>
                    <a:pt x="78" y="23"/>
                  </a:lnTo>
                  <a:lnTo>
                    <a:pt x="78" y="23"/>
                  </a:lnTo>
                  <a:lnTo>
                    <a:pt x="80" y="23"/>
                  </a:lnTo>
                  <a:lnTo>
                    <a:pt x="80" y="21"/>
                  </a:lnTo>
                  <a:lnTo>
                    <a:pt x="80" y="21"/>
                  </a:lnTo>
                  <a:lnTo>
                    <a:pt x="80" y="23"/>
                  </a:lnTo>
                  <a:lnTo>
                    <a:pt x="80" y="23"/>
                  </a:lnTo>
                  <a:lnTo>
                    <a:pt x="83" y="23"/>
                  </a:lnTo>
                  <a:lnTo>
                    <a:pt x="83" y="23"/>
                  </a:lnTo>
                  <a:lnTo>
                    <a:pt x="83" y="23"/>
                  </a:lnTo>
                  <a:lnTo>
                    <a:pt x="83" y="23"/>
                  </a:lnTo>
                  <a:lnTo>
                    <a:pt x="85" y="23"/>
                  </a:lnTo>
                  <a:lnTo>
                    <a:pt x="85" y="23"/>
                  </a:lnTo>
                  <a:lnTo>
                    <a:pt x="85" y="23"/>
                  </a:lnTo>
                  <a:lnTo>
                    <a:pt x="87" y="23"/>
                  </a:lnTo>
                  <a:lnTo>
                    <a:pt x="87" y="23"/>
                  </a:lnTo>
                  <a:lnTo>
                    <a:pt x="87" y="23"/>
                  </a:lnTo>
                  <a:lnTo>
                    <a:pt x="87" y="23"/>
                  </a:lnTo>
                  <a:lnTo>
                    <a:pt x="87" y="26"/>
                  </a:lnTo>
                  <a:lnTo>
                    <a:pt x="87" y="26"/>
                  </a:lnTo>
                  <a:lnTo>
                    <a:pt x="90" y="26"/>
                  </a:lnTo>
                  <a:lnTo>
                    <a:pt x="90" y="26"/>
                  </a:lnTo>
                  <a:lnTo>
                    <a:pt x="90" y="26"/>
                  </a:lnTo>
                  <a:lnTo>
                    <a:pt x="92" y="26"/>
                  </a:lnTo>
                  <a:lnTo>
                    <a:pt x="92" y="23"/>
                  </a:lnTo>
                  <a:lnTo>
                    <a:pt x="92" y="23"/>
                  </a:lnTo>
                  <a:lnTo>
                    <a:pt x="92" y="23"/>
                  </a:lnTo>
                  <a:lnTo>
                    <a:pt x="94" y="23"/>
                  </a:lnTo>
                  <a:lnTo>
                    <a:pt x="94" y="23"/>
                  </a:lnTo>
                  <a:lnTo>
                    <a:pt x="94" y="23"/>
                  </a:lnTo>
                  <a:lnTo>
                    <a:pt x="94" y="23"/>
                  </a:lnTo>
                  <a:lnTo>
                    <a:pt x="97" y="23"/>
                  </a:lnTo>
                  <a:lnTo>
                    <a:pt x="97" y="23"/>
                  </a:lnTo>
                  <a:lnTo>
                    <a:pt x="97" y="23"/>
                  </a:lnTo>
                  <a:lnTo>
                    <a:pt x="97" y="23"/>
                  </a:lnTo>
                  <a:lnTo>
                    <a:pt x="99" y="23"/>
                  </a:lnTo>
                  <a:lnTo>
                    <a:pt x="99" y="23"/>
                  </a:lnTo>
                  <a:lnTo>
                    <a:pt x="99" y="23"/>
                  </a:lnTo>
                  <a:lnTo>
                    <a:pt x="99" y="26"/>
                  </a:lnTo>
                  <a:lnTo>
                    <a:pt x="102" y="26"/>
                  </a:lnTo>
                  <a:lnTo>
                    <a:pt x="102" y="23"/>
                  </a:lnTo>
                  <a:lnTo>
                    <a:pt x="102" y="23"/>
                  </a:lnTo>
                  <a:lnTo>
                    <a:pt x="102" y="23"/>
                  </a:lnTo>
                  <a:lnTo>
                    <a:pt x="102" y="26"/>
                  </a:lnTo>
                  <a:lnTo>
                    <a:pt x="104" y="26"/>
                  </a:lnTo>
                  <a:lnTo>
                    <a:pt x="104" y="26"/>
                  </a:lnTo>
                  <a:lnTo>
                    <a:pt x="106" y="26"/>
                  </a:lnTo>
                  <a:lnTo>
                    <a:pt x="106" y="26"/>
                  </a:lnTo>
                  <a:lnTo>
                    <a:pt x="106" y="26"/>
                  </a:lnTo>
                  <a:lnTo>
                    <a:pt x="109" y="26"/>
                  </a:lnTo>
                  <a:lnTo>
                    <a:pt x="109" y="26"/>
                  </a:lnTo>
                  <a:lnTo>
                    <a:pt x="109" y="26"/>
                  </a:lnTo>
                  <a:lnTo>
                    <a:pt x="111" y="26"/>
                  </a:lnTo>
                  <a:lnTo>
                    <a:pt x="111" y="26"/>
                  </a:lnTo>
                  <a:lnTo>
                    <a:pt x="111" y="26"/>
                  </a:lnTo>
                  <a:lnTo>
                    <a:pt x="113" y="26"/>
                  </a:lnTo>
                  <a:lnTo>
                    <a:pt x="113" y="26"/>
                  </a:lnTo>
                  <a:lnTo>
                    <a:pt x="113" y="26"/>
                  </a:lnTo>
                  <a:lnTo>
                    <a:pt x="113" y="26"/>
                  </a:lnTo>
                  <a:lnTo>
                    <a:pt x="116" y="26"/>
                  </a:lnTo>
                  <a:lnTo>
                    <a:pt x="116" y="26"/>
                  </a:lnTo>
                  <a:lnTo>
                    <a:pt x="116" y="23"/>
                  </a:lnTo>
                  <a:lnTo>
                    <a:pt x="116" y="23"/>
                  </a:lnTo>
                  <a:lnTo>
                    <a:pt x="118" y="23"/>
                  </a:lnTo>
                  <a:lnTo>
                    <a:pt x="118" y="23"/>
                  </a:lnTo>
                  <a:lnTo>
                    <a:pt x="118" y="23"/>
                  </a:lnTo>
                  <a:lnTo>
                    <a:pt x="120" y="23"/>
                  </a:lnTo>
                  <a:lnTo>
                    <a:pt x="120" y="23"/>
                  </a:lnTo>
                  <a:lnTo>
                    <a:pt x="120" y="23"/>
                  </a:lnTo>
                  <a:lnTo>
                    <a:pt x="120" y="23"/>
                  </a:lnTo>
                  <a:lnTo>
                    <a:pt x="120" y="21"/>
                  </a:lnTo>
                  <a:lnTo>
                    <a:pt x="120" y="21"/>
                  </a:lnTo>
                  <a:lnTo>
                    <a:pt x="123" y="21"/>
                  </a:lnTo>
                  <a:lnTo>
                    <a:pt x="123" y="19"/>
                  </a:lnTo>
                  <a:lnTo>
                    <a:pt x="123" y="19"/>
                  </a:lnTo>
                  <a:lnTo>
                    <a:pt x="123" y="19"/>
                  </a:lnTo>
                  <a:lnTo>
                    <a:pt x="123" y="19"/>
                  </a:lnTo>
                  <a:lnTo>
                    <a:pt x="125" y="19"/>
                  </a:lnTo>
                  <a:lnTo>
                    <a:pt x="125" y="19"/>
                  </a:lnTo>
                  <a:lnTo>
                    <a:pt x="125" y="16"/>
                  </a:lnTo>
                  <a:lnTo>
                    <a:pt x="125" y="16"/>
                  </a:lnTo>
                  <a:lnTo>
                    <a:pt x="125" y="14"/>
                  </a:lnTo>
                  <a:lnTo>
                    <a:pt x="125" y="14"/>
                  </a:lnTo>
                  <a:lnTo>
                    <a:pt x="128" y="14"/>
                  </a:lnTo>
                  <a:lnTo>
                    <a:pt x="128" y="12"/>
                  </a:lnTo>
                  <a:lnTo>
                    <a:pt x="128" y="12"/>
                  </a:lnTo>
                  <a:lnTo>
                    <a:pt x="128" y="12"/>
                  </a:lnTo>
                  <a:lnTo>
                    <a:pt x="128" y="12"/>
                  </a:lnTo>
                  <a:lnTo>
                    <a:pt x="130" y="12"/>
                  </a:lnTo>
                  <a:lnTo>
                    <a:pt x="130" y="12"/>
                  </a:lnTo>
                  <a:lnTo>
                    <a:pt x="130" y="12"/>
                  </a:lnTo>
                  <a:lnTo>
                    <a:pt x="130" y="12"/>
                  </a:lnTo>
                  <a:lnTo>
                    <a:pt x="132" y="12"/>
                  </a:lnTo>
                  <a:lnTo>
                    <a:pt x="132" y="9"/>
                  </a:lnTo>
                  <a:lnTo>
                    <a:pt x="132" y="9"/>
                  </a:lnTo>
                  <a:lnTo>
                    <a:pt x="130" y="9"/>
                  </a:lnTo>
                  <a:lnTo>
                    <a:pt x="130" y="9"/>
                  </a:lnTo>
                  <a:lnTo>
                    <a:pt x="130" y="9"/>
                  </a:lnTo>
                  <a:lnTo>
                    <a:pt x="130" y="7"/>
                  </a:lnTo>
                  <a:lnTo>
                    <a:pt x="130" y="7"/>
                  </a:lnTo>
                  <a:lnTo>
                    <a:pt x="130" y="7"/>
                  </a:lnTo>
                  <a:lnTo>
                    <a:pt x="130" y="5"/>
                  </a:lnTo>
                  <a:lnTo>
                    <a:pt x="130" y="5"/>
                  </a:lnTo>
                  <a:lnTo>
                    <a:pt x="130" y="2"/>
                  </a:lnTo>
                  <a:lnTo>
                    <a:pt x="130" y="2"/>
                  </a:lnTo>
                  <a:lnTo>
                    <a:pt x="130" y="2"/>
                  </a:lnTo>
                  <a:lnTo>
                    <a:pt x="132" y="2"/>
                  </a:lnTo>
                  <a:lnTo>
                    <a:pt x="132" y="2"/>
                  </a:lnTo>
                  <a:lnTo>
                    <a:pt x="132" y="2"/>
                  </a:lnTo>
                  <a:lnTo>
                    <a:pt x="132" y="5"/>
                  </a:lnTo>
                  <a:lnTo>
                    <a:pt x="132" y="5"/>
                  </a:lnTo>
                  <a:lnTo>
                    <a:pt x="132" y="5"/>
                  </a:lnTo>
                  <a:lnTo>
                    <a:pt x="132" y="7"/>
                  </a:lnTo>
                  <a:lnTo>
                    <a:pt x="132" y="7"/>
                  </a:lnTo>
                  <a:lnTo>
                    <a:pt x="135" y="7"/>
                  </a:lnTo>
                  <a:lnTo>
                    <a:pt x="135" y="7"/>
                  </a:lnTo>
                  <a:lnTo>
                    <a:pt x="135" y="5"/>
                  </a:lnTo>
                  <a:lnTo>
                    <a:pt x="135" y="5"/>
                  </a:lnTo>
                  <a:lnTo>
                    <a:pt x="135" y="5"/>
                  </a:lnTo>
                  <a:lnTo>
                    <a:pt x="135" y="2"/>
                  </a:lnTo>
                  <a:lnTo>
                    <a:pt x="137" y="2"/>
                  </a:lnTo>
                  <a:lnTo>
                    <a:pt x="137" y="2"/>
                  </a:lnTo>
                  <a:lnTo>
                    <a:pt x="137" y="2"/>
                  </a:lnTo>
                  <a:lnTo>
                    <a:pt x="137" y="2"/>
                  </a:lnTo>
                  <a:lnTo>
                    <a:pt x="139" y="2"/>
                  </a:lnTo>
                  <a:lnTo>
                    <a:pt x="139" y="0"/>
                  </a:lnTo>
                  <a:lnTo>
                    <a:pt x="139" y="0"/>
                  </a:lnTo>
                  <a:lnTo>
                    <a:pt x="139" y="2"/>
                  </a:lnTo>
                  <a:lnTo>
                    <a:pt x="139" y="2"/>
                  </a:lnTo>
                  <a:lnTo>
                    <a:pt x="139" y="2"/>
                  </a:lnTo>
                  <a:lnTo>
                    <a:pt x="142" y="2"/>
                  </a:lnTo>
                  <a:lnTo>
                    <a:pt x="142" y="2"/>
                  </a:lnTo>
                  <a:lnTo>
                    <a:pt x="142" y="5"/>
                  </a:lnTo>
                  <a:lnTo>
                    <a:pt x="139" y="5"/>
                  </a:lnTo>
                  <a:lnTo>
                    <a:pt x="139" y="5"/>
                  </a:lnTo>
                  <a:lnTo>
                    <a:pt x="142" y="5"/>
                  </a:lnTo>
                  <a:lnTo>
                    <a:pt x="142" y="7"/>
                  </a:lnTo>
                  <a:lnTo>
                    <a:pt x="142" y="7"/>
                  </a:lnTo>
                  <a:lnTo>
                    <a:pt x="139" y="7"/>
                  </a:lnTo>
                  <a:lnTo>
                    <a:pt x="139" y="9"/>
                  </a:lnTo>
                  <a:lnTo>
                    <a:pt x="142" y="9"/>
                  </a:lnTo>
                  <a:lnTo>
                    <a:pt x="142" y="9"/>
                  </a:lnTo>
                  <a:lnTo>
                    <a:pt x="142" y="9"/>
                  </a:lnTo>
                  <a:lnTo>
                    <a:pt x="144" y="9"/>
                  </a:lnTo>
                  <a:lnTo>
                    <a:pt x="144" y="9"/>
                  </a:lnTo>
                  <a:lnTo>
                    <a:pt x="144" y="12"/>
                  </a:lnTo>
                  <a:lnTo>
                    <a:pt x="142" y="12"/>
                  </a:lnTo>
                  <a:lnTo>
                    <a:pt x="142" y="12"/>
                  </a:lnTo>
                  <a:lnTo>
                    <a:pt x="142" y="12"/>
                  </a:lnTo>
                  <a:lnTo>
                    <a:pt x="142" y="14"/>
                  </a:lnTo>
                  <a:lnTo>
                    <a:pt x="142" y="14"/>
                  </a:lnTo>
                  <a:lnTo>
                    <a:pt x="142" y="14"/>
                  </a:lnTo>
                  <a:lnTo>
                    <a:pt x="139" y="14"/>
                  </a:lnTo>
                  <a:lnTo>
                    <a:pt x="139" y="14"/>
                  </a:lnTo>
                  <a:lnTo>
                    <a:pt x="139" y="14"/>
                  </a:lnTo>
                  <a:lnTo>
                    <a:pt x="139" y="14"/>
                  </a:lnTo>
                  <a:lnTo>
                    <a:pt x="139" y="16"/>
                  </a:lnTo>
                  <a:lnTo>
                    <a:pt x="139" y="16"/>
                  </a:lnTo>
                  <a:lnTo>
                    <a:pt x="139" y="19"/>
                  </a:lnTo>
                  <a:lnTo>
                    <a:pt x="137" y="19"/>
                  </a:lnTo>
                  <a:lnTo>
                    <a:pt x="137" y="19"/>
                  </a:lnTo>
                  <a:lnTo>
                    <a:pt x="137" y="21"/>
                  </a:lnTo>
                  <a:lnTo>
                    <a:pt x="137" y="21"/>
                  </a:lnTo>
                  <a:lnTo>
                    <a:pt x="137" y="21"/>
                  </a:lnTo>
                  <a:lnTo>
                    <a:pt x="137" y="23"/>
                  </a:lnTo>
                  <a:lnTo>
                    <a:pt x="135" y="23"/>
                  </a:lnTo>
                  <a:lnTo>
                    <a:pt x="135" y="23"/>
                  </a:lnTo>
                  <a:lnTo>
                    <a:pt x="135" y="23"/>
                  </a:lnTo>
                  <a:lnTo>
                    <a:pt x="135" y="26"/>
                  </a:lnTo>
                  <a:lnTo>
                    <a:pt x="135" y="26"/>
                  </a:lnTo>
                  <a:lnTo>
                    <a:pt x="135" y="26"/>
                  </a:lnTo>
                  <a:lnTo>
                    <a:pt x="135" y="23"/>
                  </a:lnTo>
                  <a:lnTo>
                    <a:pt x="132" y="23"/>
                  </a:lnTo>
                  <a:lnTo>
                    <a:pt x="132" y="26"/>
                  </a:lnTo>
                  <a:lnTo>
                    <a:pt x="132" y="26"/>
                  </a:lnTo>
                  <a:lnTo>
                    <a:pt x="132" y="26"/>
                  </a:lnTo>
                  <a:lnTo>
                    <a:pt x="132" y="28"/>
                  </a:lnTo>
                  <a:lnTo>
                    <a:pt x="130" y="28"/>
                  </a:lnTo>
                  <a:lnTo>
                    <a:pt x="130" y="28"/>
                  </a:lnTo>
                  <a:lnTo>
                    <a:pt x="130" y="28"/>
                  </a:lnTo>
                  <a:lnTo>
                    <a:pt x="130" y="28"/>
                  </a:lnTo>
                  <a:lnTo>
                    <a:pt x="130" y="31"/>
                  </a:lnTo>
                  <a:lnTo>
                    <a:pt x="130" y="31"/>
                  </a:lnTo>
                  <a:lnTo>
                    <a:pt x="130" y="33"/>
                  </a:lnTo>
                  <a:lnTo>
                    <a:pt x="128" y="33"/>
                  </a:lnTo>
                  <a:lnTo>
                    <a:pt x="128" y="33"/>
                  </a:lnTo>
                  <a:lnTo>
                    <a:pt x="128" y="33"/>
                  </a:lnTo>
                  <a:lnTo>
                    <a:pt x="128" y="33"/>
                  </a:lnTo>
                  <a:lnTo>
                    <a:pt x="128" y="35"/>
                  </a:lnTo>
                  <a:lnTo>
                    <a:pt x="128" y="35"/>
                  </a:lnTo>
                  <a:lnTo>
                    <a:pt x="128" y="35"/>
                  </a:lnTo>
                  <a:lnTo>
                    <a:pt x="128" y="38"/>
                  </a:lnTo>
                  <a:lnTo>
                    <a:pt x="125" y="38"/>
                  </a:lnTo>
                  <a:lnTo>
                    <a:pt x="125" y="38"/>
                  </a:lnTo>
                  <a:lnTo>
                    <a:pt x="125" y="38"/>
                  </a:lnTo>
                  <a:lnTo>
                    <a:pt x="123" y="38"/>
                  </a:lnTo>
                  <a:lnTo>
                    <a:pt x="123" y="38"/>
                  </a:lnTo>
                  <a:lnTo>
                    <a:pt x="123" y="40"/>
                  </a:lnTo>
                  <a:lnTo>
                    <a:pt x="123" y="40"/>
                  </a:lnTo>
                  <a:lnTo>
                    <a:pt x="120" y="40"/>
                  </a:lnTo>
                  <a:lnTo>
                    <a:pt x="120" y="40"/>
                  </a:lnTo>
                  <a:lnTo>
                    <a:pt x="120" y="40"/>
                  </a:lnTo>
                  <a:lnTo>
                    <a:pt x="118" y="40"/>
                  </a:lnTo>
                  <a:lnTo>
                    <a:pt x="118" y="40"/>
                  </a:lnTo>
                  <a:lnTo>
                    <a:pt x="116" y="40"/>
                  </a:lnTo>
                  <a:lnTo>
                    <a:pt x="116" y="40"/>
                  </a:lnTo>
                  <a:lnTo>
                    <a:pt x="116" y="40"/>
                  </a:lnTo>
                  <a:lnTo>
                    <a:pt x="116" y="40"/>
                  </a:lnTo>
                  <a:lnTo>
                    <a:pt x="113" y="40"/>
                  </a:lnTo>
                  <a:lnTo>
                    <a:pt x="113" y="40"/>
                  </a:lnTo>
                  <a:lnTo>
                    <a:pt x="113" y="42"/>
                  </a:lnTo>
                  <a:lnTo>
                    <a:pt x="113" y="42"/>
                  </a:lnTo>
                  <a:lnTo>
                    <a:pt x="111" y="42"/>
                  </a:lnTo>
                  <a:lnTo>
                    <a:pt x="111" y="42"/>
                  </a:lnTo>
                  <a:lnTo>
                    <a:pt x="109" y="42"/>
                  </a:lnTo>
                  <a:lnTo>
                    <a:pt x="109" y="42"/>
                  </a:lnTo>
                  <a:lnTo>
                    <a:pt x="109" y="42"/>
                  </a:lnTo>
                  <a:lnTo>
                    <a:pt x="106" y="42"/>
                  </a:lnTo>
                  <a:lnTo>
                    <a:pt x="106" y="42"/>
                  </a:lnTo>
                  <a:lnTo>
                    <a:pt x="106" y="42"/>
                  </a:lnTo>
                  <a:lnTo>
                    <a:pt x="104" y="42"/>
                  </a:lnTo>
                  <a:lnTo>
                    <a:pt x="104" y="42"/>
                  </a:lnTo>
                  <a:lnTo>
                    <a:pt x="102" y="42"/>
                  </a:lnTo>
                  <a:lnTo>
                    <a:pt x="102" y="42"/>
                  </a:lnTo>
                  <a:lnTo>
                    <a:pt x="102" y="42"/>
                  </a:lnTo>
                  <a:lnTo>
                    <a:pt x="99" y="42"/>
                  </a:lnTo>
                  <a:lnTo>
                    <a:pt x="99" y="42"/>
                  </a:lnTo>
                  <a:lnTo>
                    <a:pt x="99" y="40"/>
                  </a:lnTo>
                  <a:lnTo>
                    <a:pt x="97" y="40"/>
                  </a:lnTo>
                  <a:lnTo>
                    <a:pt x="97" y="40"/>
                  </a:lnTo>
                  <a:lnTo>
                    <a:pt x="97" y="40"/>
                  </a:lnTo>
                  <a:lnTo>
                    <a:pt x="97" y="40"/>
                  </a:lnTo>
                  <a:lnTo>
                    <a:pt x="97" y="38"/>
                  </a:lnTo>
                  <a:lnTo>
                    <a:pt x="94" y="38"/>
                  </a:lnTo>
                  <a:lnTo>
                    <a:pt x="94" y="38"/>
                  </a:lnTo>
                  <a:lnTo>
                    <a:pt x="94" y="38"/>
                  </a:lnTo>
                  <a:lnTo>
                    <a:pt x="94" y="38"/>
                  </a:lnTo>
                  <a:lnTo>
                    <a:pt x="92" y="38"/>
                  </a:lnTo>
                  <a:lnTo>
                    <a:pt x="92" y="38"/>
                  </a:lnTo>
                  <a:lnTo>
                    <a:pt x="90" y="38"/>
                  </a:lnTo>
                  <a:lnTo>
                    <a:pt x="90" y="38"/>
                  </a:lnTo>
                  <a:lnTo>
                    <a:pt x="90" y="38"/>
                  </a:lnTo>
                  <a:lnTo>
                    <a:pt x="87" y="38"/>
                  </a:lnTo>
                  <a:lnTo>
                    <a:pt x="87" y="38"/>
                  </a:lnTo>
                  <a:lnTo>
                    <a:pt x="87" y="38"/>
                  </a:lnTo>
                  <a:lnTo>
                    <a:pt x="85" y="38"/>
                  </a:lnTo>
                  <a:lnTo>
                    <a:pt x="85" y="38"/>
                  </a:lnTo>
                  <a:lnTo>
                    <a:pt x="83" y="38"/>
                  </a:lnTo>
                  <a:lnTo>
                    <a:pt x="83" y="38"/>
                  </a:lnTo>
                  <a:lnTo>
                    <a:pt x="83" y="38"/>
                  </a:lnTo>
                  <a:lnTo>
                    <a:pt x="80" y="38"/>
                  </a:lnTo>
                  <a:lnTo>
                    <a:pt x="80" y="35"/>
                  </a:lnTo>
                  <a:lnTo>
                    <a:pt x="80" y="35"/>
                  </a:lnTo>
                  <a:lnTo>
                    <a:pt x="80" y="38"/>
                  </a:lnTo>
                  <a:lnTo>
                    <a:pt x="80" y="38"/>
                  </a:lnTo>
                  <a:lnTo>
                    <a:pt x="80" y="38"/>
                  </a:lnTo>
                  <a:lnTo>
                    <a:pt x="80" y="38"/>
                  </a:lnTo>
                  <a:lnTo>
                    <a:pt x="78" y="38"/>
                  </a:lnTo>
                  <a:lnTo>
                    <a:pt x="78" y="38"/>
                  </a:lnTo>
                  <a:lnTo>
                    <a:pt x="78" y="38"/>
                  </a:lnTo>
                  <a:lnTo>
                    <a:pt x="76" y="38"/>
                  </a:lnTo>
                  <a:lnTo>
                    <a:pt x="76" y="38"/>
                  </a:lnTo>
                  <a:lnTo>
                    <a:pt x="76" y="38"/>
                  </a:lnTo>
                  <a:lnTo>
                    <a:pt x="76" y="38"/>
                  </a:lnTo>
                  <a:lnTo>
                    <a:pt x="73" y="38"/>
                  </a:lnTo>
                  <a:lnTo>
                    <a:pt x="73" y="38"/>
                  </a:lnTo>
                  <a:lnTo>
                    <a:pt x="73" y="38"/>
                  </a:lnTo>
                  <a:lnTo>
                    <a:pt x="73" y="38"/>
                  </a:lnTo>
                  <a:lnTo>
                    <a:pt x="71" y="38"/>
                  </a:lnTo>
                  <a:lnTo>
                    <a:pt x="71" y="38"/>
                  </a:lnTo>
                  <a:lnTo>
                    <a:pt x="68" y="38"/>
                  </a:lnTo>
                  <a:lnTo>
                    <a:pt x="68" y="38"/>
                  </a:lnTo>
                  <a:lnTo>
                    <a:pt x="68" y="40"/>
                  </a:lnTo>
                  <a:lnTo>
                    <a:pt x="68" y="40"/>
                  </a:lnTo>
                  <a:lnTo>
                    <a:pt x="68" y="38"/>
                  </a:lnTo>
                  <a:lnTo>
                    <a:pt x="66" y="38"/>
                  </a:lnTo>
                  <a:lnTo>
                    <a:pt x="66" y="38"/>
                  </a:lnTo>
                  <a:lnTo>
                    <a:pt x="66" y="38"/>
                  </a:lnTo>
                  <a:lnTo>
                    <a:pt x="66" y="38"/>
                  </a:lnTo>
                  <a:lnTo>
                    <a:pt x="66" y="35"/>
                  </a:lnTo>
                  <a:lnTo>
                    <a:pt x="64" y="35"/>
                  </a:lnTo>
                  <a:lnTo>
                    <a:pt x="64" y="35"/>
                  </a:lnTo>
                  <a:lnTo>
                    <a:pt x="64" y="38"/>
                  </a:lnTo>
                  <a:lnTo>
                    <a:pt x="61" y="38"/>
                  </a:lnTo>
                  <a:lnTo>
                    <a:pt x="61" y="38"/>
                  </a:lnTo>
                  <a:lnTo>
                    <a:pt x="61" y="38"/>
                  </a:lnTo>
                  <a:lnTo>
                    <a:pt x="61" y="38"/>
                  </a:lnTo>
                  <a:lnTo>
                    <a:pt x="61" y="38"/>
                  </a:lnTo>
                  <a:lnTo>
                    <a:pt x="59" y="38"/>
                  </a:lnTo>
                  <a:lnTo>
                    <a:pt x="59" y="38"/>
                  </a:lnTo>
                  <a:lnTo>
                    <a:pt x="57" y="38"/>
                  </a:lnTo>
                  <a:lnTo>
                    <a:pt x="57" y="38"/>
                  </a:lnTo>
                  <a:lnTo>
                    <a:pt x="57" y="38"/>
                  </a:lnTo>
                  <a:lnTo>
                    <a:pt x="57" y="38"/>
                  </a:lnTo>
                  <a:lnTo>
                    <a:pt x="54" y="38"/>
                  </a:lnTo>
                  <a:lnTo>
                    <a:pt x="54" y="38"/>
                  </a:lnTo>
                  <a:lnTo>
                    <a:pt x="54" y="40"/>
                  </a:lnTo>
                  <a:lnTo>
                    <a:pt x="54" y="40"/>
                  </a:lnTo>
                  <a:lnTo>
                    <a:pt x="52" y="40"/>
                  </a:lnTo>
                  <a:lnTo>
                    <a:pt x="52" y="40"/>
                  </a:lnTo>
                  <a:lnTo>
                    <a:pt x="52" y="38"/>
                  </a:lnTo>
                  <a:lnTo>
                    <a:pt x="49" y="38"/>
                  </a:lnTo>
                  <a:lnTo>
                    <a:pt x="49" y="40"/>
                  </a:lnTo>
                  <a:lnTo>
                    <a:pt x="49" y="40"/>
                  </a:lnTo>
                  <a:lnTo>
                    <a:pt x="49" y="40"/>
                  </a:lnTo>
                  <a:lnTo>
                    <a:pt x="47" y="40"/>
                  </a:lnTo>
                  <a:lnTo>
                    <a:pt x="47" y="38"/>
                  </a:lnTo>
                  <a:lnTo>
                    <a:pt x="47" y="38"/>
                  </a:lnTo>
                  <a:lnTo>
                    <a:pt x="47" y="38"/>
                  </a:lnTo>
                  <a:lnTo>
                    <a:pt x="45" y="38"/>
                  </a:lnTo>
                  <a:lnTo>
                    <a:pt x="45" y="38"/>
                  </a:lnTo>
                  <a:lnTo>
                    <a:pt x="45" y="38"/>
                  </a:lnTo>
                  <a:lnTo>
                    <a:pt x="42" y="38"/>
                  </a:lnTo>
                  <a:lnTo>
                    <a:pt x="42" y="38"/>
                  </a:lnTo>
                  <a:lnTo>
                    <a:pt x="42" y="38"/>
                  </a:lnTo>
                  <a:lnTo>
                    <a:pt x="42" y="38"/>
                  </a:lnTo>
                  <a:lnTo>
                    <a:pt x="40" y="38"/>
                  </a:lnTo>
                  <a:lnTo>
                    <a:pt x="40" y="38"/>
                  </a:lnTo>
                  <a:lnTo>
                    <a:pt x="40" y="38"/>
                  </a:lnTo>
                  <a:lnTo>
                    <a:pt x="38" y="38"/>
                  </a:lnTo>
                  <a:lnTo>
                    <a:pt x="38" y="38"/>
                  </a:lnTo>
                  <a:lnTo>
                    <a:pt x="35" y="38"/>
                  </a:lnTo>
                  <a:lnTo>
                    <a:pt x="35" y="40"/>
                  </a:lnTo>
                  <a:lnTo>
                    <a:pt x="35" y="40"/>
                  </a:lnTo>
                  <a:lnTo>
                    <a:pt x="35" y="40"/>
                  </a:lnTo>
                  <a:lnTo>
                    <a:pt x="35" y="40"/>
                  </a:lnTo>
                  <a:lnTo>
                    <a:pt x="35" y="42"/>
                  </a:lnTo>
                  <a:lnTo>
                    <a:pt x="35" y="42"/>
                  </a:lnTo>
                  <a:lnTo>
                    <a:pt x="33" y="42"/>
                  </a:lnTo>
                  <a:lnTo>
                    <a:pt x="33" y="42"/>
                  </a:lnTo>
                  <a:lnTo>
                    <a:pt x="33" y="42"/>
                  </a:lnTo>
                  <a:lnTo>
                    <a:pt x="33" y="45"/>
                  </a:lnTo>
                  <a:lnTo>
                    <a:pt x="33" y="45"/>
                  </a:lnTo>
                  <a:lnTo>
                    <a:pt x="33" y="47"/>
                  </a:lnTo>
                  <a:lnTo>
                    <a:pt x="33" y="47"/>
                  </a:lnTo>
                  <a:lnTo>
                    <a:pt x="33" y="47"/>
                  </a:lnTo>
                  <a:lnTo>
                    <a:pt x="33" y="50"/>
                  </a:lnTo>
                  <a:lnTo>
                    <a:pt x="33" y="50"/>
                  </a:lnTo>
                  <a:lnTo>
                    <a:pt x="33" y="52"/>
                  </a:lnTo>
                  <a:lnTo>
                    <a:pt x="31" y="52"/>
                  </a:lnTo>
                  <a:lnTo>
                    <a:pt x="31" y="52"/>
                  </a:lnTo>
                  <a:lnTo>
                    <a:pt x="31" y="52"/>
                  </a:lnTo>
                  <a:lnTo>
                    <a:pt x="31" y="52"/>
                  </a:lnTo>
                  <a:lnTo>
                    <a:pt x="31" y="54"/>
                  </a:lnTo>
                  <a:lnTo>
                    <a:pt x="31" y="54"/>
                  </a:lnTo>
                  <a:lnTo>
                    <a:pt x="31" y="57"/>
                  </a:lnTo>
                  <a:lnTo>
                    <a:pt x="31" y="57"/>
                  </a:lnTo>
                  <a:lnTo>
                    <a:pt x="31" y="59"/>
                  </a:lnTo>
                  <a:lnTo>
                    <a:pt x="31" y="59"/>
                  </a:lnTo>
                  <a:lnTo>
                    <a:pt x="31" y="59"/>
                  </a:lnTo>
                  <a:lnTo>
                    <a:pt x="31" y="61"/>
                  </a:lnTo>
                  <a:lnTo>
                    <a:pt x="31" y="61"/>
                  </a:lnTo>
                  <a:lnTo>
                    <a:pt x="31" y="61"/>
                  </a:lnTo>
                  <a:lnTo>
                    <a:pt x="31" y="64"/>
                  </a:lnTo>
                  <a:lnTo>
                    <a:pt x="31" y="64"/>
                  </a:lnTo>
                  <a:lnTo>
                    <a:pt x="31" y="66"/>
                  </a:lnTo>
                  <a:lnTo>
                    <a:pt x="33" y="66"/>
                  </a:lnTo>
                  <a:lnTo>
                    <a:pt x="33" y="66"/>
                  </a:lnTo>
                  <a:lnTo>
                    <a:pt x="33" y="68"/>
                  </a:lnTo>
                  <a:lnTo>
                    <a:pt x="33" y="68"/>
                  </a:lnTo>
                  <a:lnTo>
                    <a:pt x="33" y="68"/>
                  </a:lnTo>
                  <a:lnTo>
                    <a:pt x="33" y="68"/>
                  </a:lnTo>
                  <a:lnTo>
                    <a:pt x="33" y="71"/>
                  </a:lnTo>
                  <a:lnTo>
                    <a:pt x="35" y="71"/>
                  </a:lnTo>
                  <a:lnTo>
                    <a:pt x="35" y="71"/>
                  </a:lnTo>
                  <a:lnTo>
                    <a:pt x="35" y="71"/>
                  </a:lnTo>
                  <a:lnTo>
                    <a:pt x="35" y="71"/>
                  </a:lnTo>
                  <a:lnTo>
                    <a:pt x="35" y="71"/>
                  </a:lnTo>
                  <a:lnTo>
                    <a:pt x="38" y="71"/>
                  </a:lnTo>
                  <a:lnTo>
                    <a:pt x="38" y="71"/>
                  </a:lnTo>
                  <a:lnTo>
                    <a:pt x="40" y="71"/>
                  </a:lnTo>
                  <a:lnTo>
                    <a:pt x="40" y="73"/>
                  </a:lnTo>
                  <a:lnTo>
                    <a:pt x="40" y="73"/>
                  </a:lnTo>
                  <a:lnTo>
                    <a:pt x="40" y="73"/>
                  </a:lnTo>
                  <a:lnTo>
                    <a:pt x="40" y="73"/>
                  </a:lnTo>
                  <a:lnTo>
                    <a:pt x="40" y="76"/>
                  </a:lnTo>
                  <a:lnTo>
                    <a:pt x="42" y="76"/>
                  </a:lnTo>
                  <a:lnTo>
                    <a:pt x="42" y="76"/>
                  </a:lnTo>
                  <a:lnTo>
                    <a:pt x="42" y="76"/>
                  </a:lnTo>
                  <a:lnTo>
                    <a:pt x="42" y="78"/>
                  </a:lnTo>
                  <a:lnTo>
                    <a:pt x="42" y="78"/>
                  </a:lnTo>
                  <a:lnTo>
                    <a:pt x="42" y="80"/>
                  </a:lnTo>
                  <a:lnTo>
                    <a:pt x="42" y="80"/>
                  </a:lnTo>
                  <a:lnTo>
                    <a:pt x="42" y="80"/>
                  </a:lnTo>
                  <a:lnTo>
                    <a:pt x="42" y="80"/>
                  </a:lnTo>
                  <a:lnTo>
                    <a:pt x="42" y="83"/>
                  </a:lnTo>
                  <a:lnTo>
                    <a:pt x="42" y="83"/>
                  </a:lnTo>
                  <a:lnTo>
                    <a:pt x="42" y="83"/>
                  </a:lnTo>
                  <a:lnTo>
                    <a:pt x="42" y="83"/>
                  </a:lnTo>
                  <a:lnTo>
                    <a:pt x="45" y="83"/>
                  </a:lnTo>
                  <a:lnTo>
                    <a:pt x="45" y="83"/>
                  </a:lnTo>
                  <a:lnTo>
                    <a:pt x="45" y="83"/>
                  </a:lnTo>
                  <a:lnTo>
                    <a:pt x="47" y="83"/>
                  </a:lnTo>
                  <a:lnTo>
                    <a:pt x="47" y="83"/>
                  </a:lnTo>
                  <a:lnTo>
                    <a:pt x="47" y="83"/>
                  </a:lnTo>
                  <a:lnTo>
                    <a:pt x="47" y="83"/>
                  </a:lnTo>
                  <a:lnTo>
                    <a:pt x="49" y="83"/>
                  </a:lnTo>
                  <a:lnTo>
                    <a:pt x="49" y="83"/>
                  </a:lnTo>
                  <a:lnTo>
                    <a:pt x="49" y="83"/>
                  </a:lnTo>
                  <a:lnTo>
                    <a:pt x="49" y="85"/>
                  </a:lnTo>
                  <a:lnTo>
                    <a:pt x="52" y="85"/>
                  </a:lnTo>
                  <a:lnTo>
                    <a:pt x="52" y="85"/>
                  </a:lnTo>
                  <a:lnTo>
                    <a:pt x="52" y="83"/>
                  </a:lnTo>
                  <a:lnTo>
                    <a:pt x="54" y="83"/>
                  </a:lnTo>
                  <a:lnTo>
                    <a:pt x="54" y="83"/>
                  </a:lnTo>
                  <a:lnTo>
                    <a:pt x="54" y="83"/>
                  </a:lnTo>
                  <a:lnTo>
                    <a:pt x="54" y="83"/>
                  </a:lnTo>
                  <a:lnTo>
                    <a:pt x="54" y="80"/>
                  </a:lnTo>
                  <a:lnTo>
                    <a:pt x="54" y="80"/>
                  </a:lnTo>
                  <a:lnTo>
                    <a:pt x="54" y="80"/>
                  </a:lnTo>
                  <a:lnTo>
                    <a:pt x="54" y="78"/>
                  </a:lnTo>
                  <a:lnTo>
                    <a:pt x="57" y="78"/>
                  </a:lnTo>
                  <a:lnTo>
                    <a:pt x="57" y="78"/>
                  </a:lnTo>
                  <a:lnTo>
                    <a:pt x="57" y="76"/>
                  </a:lnTo>
                  <a:lnTo>
                    <a:pt x="57" y="76"/>
                  </a:lnTo>
                  <a:lnTo>
                    <a:pt x="57" y="76"/>
                  </a:lnTo>
                  <a:lnTo>
                    <a:pt x="57" y="76"/>
                  </a:lnTo>
                  <a:lnTo>
                    <a:pt x="57" y="73"/>
                  </a:lnTo>
                  <a:lnTo>
                    <a:pt x="59" y="73"/>
                  </a:lnTo>
                  <a:lnTo>
                    <a:pt x="59" y="73"/>
                  </a:lnTo>
                  <a:lnTo>
                    <a:pt x="59" y="73"/>
                  </a:lnTo>
                  <a:lnTo>
                    <a:pt x="59" y="71"/>
                  </a:lnTo>
                  <a:lnTo>
                    <a:pt x="61" y="71"/>
                  </a:lnTo>
                  <a:lnTo>
                    <a:pt x="61" y="71"/>
                  </a:lnTo>
                  <a:lnTo>
                    <a:pt x="61" y="71"/>
                  </a:lnTo>
                  <a:lnTo>
                    <a:pt x="61" y="71"/>
                  </a:lnTo>
                  <a:lnTo>
                    <a:pt x="61" y="71"/>
                  </a:lnTo>
                  <a:lnTo>
                    <a:pt x="64" y="71"/>
                  </a:lnTo>
                  <a:lnTo>
                    <a:pt x="64" y="68"/>
                  </a:lnTo>
                  <a:lnTo>
                    <a:pt x="64" y="68"/>
                  </a:lnTo>
                  <a:lnTo>
                    <a:pt x="66" y="68"/>
                  </a:lnTo>
                  <a:lnTo>
                    <a:pt x="66" y="71"/>
                  </a:lnTo>
                  <a:lnTo>
                    <a:pt x="66" y="71"/>
                  </a:lnTo>
                  <a:lnTo>
                    <a:pt x="66" y="71"/>
                  </a:lnTo>
                  <a:lnTo>
                    <a:pt x="66" y="71"/>
                  </a:lnTo>
                  <a:lnTo>
                    <a:pt x="66" y="71"/>
                  </a:lnTo>
                  <a:lnTo>
                    <a:pt x="66" y="71"/>
                  </a:lnTo>
                  <a:lnTo>
                    <a:pt x="66" y="71"/>
                  </a:lnTo>
                  <a:lnTo>
                    <a:pt x="66" y="73"/>
                  </a:lnTo>
                  <a:lnTo>
                    <a:pt x="68" y="73"/>
                  </a:lnTo>
                  <a:lnTo>
                    <a:pt x="68" y="71"/>
                  </a:lnTo>
                  <a:lnTo>
                    <a:pt x="68" y="71"/>
                  </a:lnTo>
                  <a:lnTo>
                    <a:pt x="68" y="73"/>
                  </a:lnTo>
                  <a:lnTo>
                    <a:pt x="68" y="73"/>
                  </a:lnTo>
                  <a:lnTo>
                    <a:pt x="71" y="73"/>
                  </a:lnTo>
                  <a:lnTo>
                    <a:pt x="71" y="73"/>
                  </a:lnTo>
                  <a:lnTo>
                    <a:pt x="71" y="71"/>
                  </a:lnTo>
                  <a:lnTo>
                    <a:pt x="73" y="71"/>
                  </a:lnTo>
                  <a:lnTo>
                    <a:pt x="73" y="71"/>
                  </a:lnTo>
                  <a:lnTo>
                    <a:pt x="73" y="71"/>
                  </a:lnTo>
                  <a:lnTo>
                    <a:pt x="76" y="71"/>
                  </a:lnTo>
                  <a:lnTo>
                    <a:pt x="76" y="71"/>
                  </a:lnTo>
                  <a:lnTo>
                    <a:pt x="76" y="71"/>
                  </a:lnTo>
                  <a:lnTo>
                    <a:pt x="76" y="68"/>
                  </a:lnTo>
                  <a:lnTo>
                    <a:pt x="76" y="68"/>
                  </a:lnTo>
                  <a:lnTo>
                    <a:pt x="76" y="68"/>
                  </a:lnTo>
                  <a:lnTo>
                    <a:pt x="76" y="68"/>
                  </a:lnTo>
                  <a:lnTo>
                    <a:pt x="78" y="68"/>
                  </a:lnTo>
                  <a:lnTo>
                    <a:pt x="78" y="68"/>
                  </a:lnTo>
                  <a:lnTo>
                    <a:pt x="80" y="68"/>
                  </a:lnTo>
                  <a:lnTo>
                    <a:pt x="80" y="68"/>
                  </a:lnTo>
                  <a:lnTo>
                    <a:pt x="80" y="68"/>
                  </a:lnTo>
                  <a:lnTo>
                    <a:pt x="83" y="68"/>
                  </a:lnTo>
                  <a:lnTo>
                    <a:pt x="83" y="68"/>
                  </a:lnTo>
                  <a:lnTo>
                    <a:pt x="83" y="68"/>
                  </a:lnTo>
                  <a:lnTo>
                    <a:pt x="85" y="68"/>
                  </a:lnTo>
                  <a:lnTo>
                    <a:pt x="85" y="66"/>
                  </a:lnTo>
                  <a:lnTo>
                    <a:pt x="85" y="66"/>
                  </a:lnTo>
                  <a:lnTo>
                    <a:pt x="87" y="66"/>
                  </a:lnTo>
                  <a:lnTo>
                    <a:pt x="87" y="66"/>
                  </a:lnTo>
                  <a:lnTo>
                    <a:pt x="87" y="66"/>
                  </a:lnTo>
                  <a:lnTo>
                    <a:pt x="87" y="64"/>
                  </a:lnTo>
                  <a:lnTo>
                    <a:pt x="87" y="64"/>
                  </a:lnTo>
                  <a:lnTo>
                    <a:pt x="90" y="64"/>
                  </a:lnTo>
                  <a:lnTo>
                    <a:pt x="90" y="64"/>
                  </a:lnTo>
                  <a:lnTo>
                    <a:pt x="90" y="64"/>
                  </a:lnTo>
                  <a:lnTo>
                    <a:pt x="90" y="64"/>
                  </a:lnTo>
                  <a:lnTo>
                    <a:pt x="92" y="64"/>
                  </a:lnTo>
                  <a:lnTo>
                    <a:pt x="92" y="64"/>
                  </a:lnTo>
                  <a:lnTo>
                    <a:pt x="94" y="64"/>
                  </a:lnTo>
                  <a:lnTo>
                    <a:pt x="94" y="64"/>
                  </a:lnTo>
                  <a:lnTo>
                    <a:pt x="94" y="61"/>
                  </a:lnTo>
                  <a:lnTo>
                    <a:pt x="94" y="61"/>
                  </a:lnTo>
                  <a:lnTo>
                    <a:pt x="94" y="61"/>
                  </a:lnTo>
                  <a:lnTo>
                    <a:pt x="97" y="61"/>
                  </a:lnTo>
                  <a:lnTo>
                    <a:pt x="97" y="61"/>
                  </a:lnTo>
                  <a:lnTo>
                    <a:pt x="97" y="61"/>
                  </a:lnTo>
                  <a:lnTo>
                    <a:pt x="97" y="61"/>
                  </a:lnTo>
                  <a:lnTo>
                    <a:pt x="99" y="61"/>
                  </a:lnTo>
                  <a:lnTo>
                    <a:pt x="99" y="64"/>
                  </a:lnTo>
                  <a:lnTo>
                    <a:pt x="99" y="64"/>
                  </a:lnTo>
                  <a:lnTo>
                    <a:pt x="102" y="64"/>
                  </a:lnTo>
                  <a:lnTo>
                    <a:pt x="102" y="64"/>
                  </a:lnTo>
                  <a:lnTo>
                    <a:pt x="102" y="64"/>
                  </a:lnTo>
                  <a:lnTo>
                    <a:pt x="102" y="64"/>
                  </a:lnTo>
                  <a:lnTo>
                    <a:pt x="102" y="66"/>
                  </a:lnTo>
                  <a:lnTo>
                    <a:pt x="102" y="66"/>
                  </a:lnTo>
                  <a:lnTo>
                    <a:pt x="104" y="66"/>
                  </a:lnTo>
                  <a:lnTo>
                    <a:pt x="104" y="68"/>
                  </a:lnTo>
                  <a:lnTo>
                    <a:pt x="104" y="68"/>
                  </a:lnTo>
                  <a:lnTo>
                    <a:pt x="104" y="71"/>
                  </a:lnTo>
                  <a:lnTo>
                    <a:pt x="104" y="71"/>
                  </a:lnTo>
                  <a:lnTo>
                    <a:pt x="102" y="71"/>
                  </a:lnTo>
                  <a:lnTo>
                    <a:pt x="102" y="71"/>
                  </a:lnTo>
                  <a:lnTo>
                    <a:pt x="102" y="73"/>
                  </a:lnTo>
                  <a:lnTo>
                    <a:pt x="102" y="73"/>
                  </a:lnTo>
                  <a:lnTo>
                    <a:pt x="102" y="73"/>
                  </a:lnTo>
                  <a:lnTo>
                    <a:pt x="102" y="76"/>
                  </a:lnTo>
                  <a:lnTo>
                    <a:pt x="102" y="76"/>
                  </a:lnTo>
                  <a:lnTo>
                    <a:pt x="102" y="76"/>
                  </a:lnTo>
                  <a:lnTo>
                    <a:pt x="99" y="76"/>
                  </a:lnTo>
                  <a:lnTo>
                    <a:pt x="99" y="76"/>
                  </a:lnTo>
                  <a:lnTo>
                    <a:pt x="99" y="76"/>
                  </a:lnTo>
                  <a:lnTo>
                    <a:pt x="97" y="76"/>
                  </a:lnTo>
                  <a:lnTo>
                    <a:pt x="97" y="76"/>
                  </a:lnTo>
                  <a:lnTo>
                    <a:pt x="97" y="73"/>
                  </a:lnTo>
                  <a:lnTo>
                    <a:pt x="97" y="73"/>
                  </a:lnTo>
                  <a:lnTo>
                    <a:pt x="97" y="73"/>
                  </a:lnTo>
                  <a:lnTo>
                    <a:pt x="97" y="71"/>
                  </a:lnTo>
                  <a:lnTo>
                    <a:pt x="97" y="71"/>
                  </a:lnTo>
                  <a:lnTo>
                    <a:pt x="94" y="71"/>
                  </a:lnTo>
                  <a:lnTo>
                    <a:pt x="94" y="71"/>
                  </a:lnTo>
                  <a:lnTo>
                    <a:pt x="94" y="71"/>
                  </a:lnTo>
                  <a:lnTo>
                    <a:pt x="94" y="71"/>
                  </a:lnTo>
                  <a:lnTo>
                    <a:pt x="92" y="71"/>
                  </a:lnTo>
                  <a:lnTo>
                    <a:pt x="92" y="73"/>
                  </a:lnTo>
                  <a:lnTo>
                    <a:pt x="92" y="73"/>
                  </a:lnTo>
                  <a:lnTo>
                    <a:pt x="90" y="73"/>
                  </a:lnTo>
                  <a:lnTo>
                    <a:pt x="90" y="73"/>
                  </a:lnTo>
                  <a:lnTo>
                    <a:pt x="90" y="73"/>
                  </a:lnTo>
                  <a:lnTo>
                    <a:pt x="90" y="76"/>
                  </a:lnTo>
                  <a:lnTo>
                    <a:pt x="90" y="76"/>
                  </a:lnTo>
                  <a:lnTo>
                    <a:pt x="90" y="76"/>
                  </a:lnTo>
                  <a:lnTo>
                    <a:pt x="87" y="76"/>
                  </a:lnTo>
                  <a:lnTo>
                    <a:pt x="87" y="78"/>
                  </a:lnTo>
                  <a:lnTo>
                    <a:pt x="87" y="78"/>
                  </a:lnTo>
                  <a:lnTo>
                    <a:pt x="87" y="78"/>
                  </a:lnTo>
                  <a:lnTo>
                    <a:pt x="87" y="78"/>
                  </a:lnTo>
                  <a:lnTo>
                    <a:pt x="87" y="80"/>
                  </a:lnTo>
                  <a:lnTo>
                    <a:pt x="87" y="80"/>
                  </a:lnTo>
                  <a:lnTo>
                    <a:pt x="85" y="80"/>
                  </a:lnTo>
                  <a:lnTo>
                    <a:pt x="85" y="83"/>
                  </a:lnTo>
                  <a:lnTo>
                    <a:pt x="85" y="83"/>
                  </a:lnTo>
                  <a:lnTo>
                    <a:pt x="85" y="83"/>
                  </a:lnTo>
                  <a:lnTo>
                    <a:pt x="83" y="83"/>
                  </a:lnTo>
                  <a:lnTo>
                    <a:pt x="83" y="83"/>
                  </a:lnTo>
                  <a:lnTo>
                    <a:pt x="83" y="83"/>
                  </a:lnTo>
                  <a:lnTo>
                    <a:pt x="83" y="85"/>
                  </a:lnTo>
                  <a:lnTo>
                    <a:pt x="83" y="85"/>
                  </a:lnTo>
                  <a:lnTo>
                    <a:pt x="83" y="85"/>
                  </a:lnTo>
                  <a:lnTo>
                    <a:pt x="80" y="85"/>
                  </a:lnTo>
                  <a:lnTo>
                    <a:pt x="80" y="87"/>
                  </a:lnTo>
                  <a:lnTo>
                    <a:pt x="80" y="87"/>
                  </a:lnTo>
                  <a:lnTo>
                    <a:pt x="80" y="87"/>
                  </a:lnTo>
                  <a:lnTo>
                    <a:pt x="80" y="87"/>
                  </a:lnTo>
                  <a:lnTo>
                    <a:pt x="78" y="87"/>
                  </a:lnTo>
                  <a:lnTo>
                    <a:pt x="78" y="90"/>
                  </a:lnTo>
                  <a:lnTo>
                    <a:pt x="78" y="90"/>
                  </a:lnTo>
                  <a:lnTo>
                    <a:pt x="78" y="90"/>
                  </a:lnTo>
                  <a:lnTo>
                    <a:pt x="76" y="90"/>
                  </a:lnTo>
                  <a:lnTo>
                    <a:pt x="76" y="92"/>
                  </a:lnTo>
                  <a:lnTo>
                    <a:pt x="76" y="92"/>
                  </a:lnTo>
                  <a:lnTo>
                    <a:pt x="76" y="92"/>
                  </a:lnTo>
                  <a:lnTo>
                    <a:pt x="76" y="92"/>
                  </a:lnTo>
                  <a:lnTo>
                    <a:pt x="76" y="92"/>
                  </a:lnTo>
                  <a:lnTo>
                    <a:pt x="76" y="95"/>
                  </a:lnTo>
                  <a:lnTo>
                    <a:pt x="73" y="95"/>
                  </a:lnTo>
                  <a:lnTo>
                    <a:pt x="73" y="95"/>
                  </a:lnTo>
                  <a:lnTo>
                    <a:pt x="73" y="95"/>
                  </a:lnTo>
                  <a:lnTo>
                    <a:pt x="73" y="95"/>
                  </a:lnTo>
                  <a:lnTo>
                    <a:pt x="73" y="97"/>
                  </a:lnTo>
                  <a:lnTo>
                    <a:pt x="71" y="97"/>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220"/>
            <p:cNvSpPr>
              <a:spLocks/>
            </p:cNvSpPr>
            <p:nvPr/>
          </p:nvSpPr>
          <p:spPr bwMode="auto">
            <a:xfrm>
              <a:off x="5764213" y="4386263"/>
              <a:ext cx="360363" cy="357187"/>
            </a:xfrm>
            <a:custGeom>
              <a:avLst/>
              <a:gdLst/>
              <a:ahLst/>
              <a:cxnLst>
                <a:cxn ang="0">
                  <a:pos x="152" y="30"/>
                </a:cxn>
                <a:cxn ang="0">
                  <a:pos x="168" y="33"/>
                </a:cxn>
                <a:cxn ang="0">
                  <a:pos x="182" y="42"/>
                </a:cxn>
                <a:cxn ang="0">
                  <a:pos x="194" y="47"/>
                </a:cxn>
                <a:cxn ang="0">
                  <a:pos x="208" y="49"/>
                </a:cxn>
                <a:cxn ang="0">
                  <a:pos x="223" y="57"/>
                </a:cxn>
                <a:cxn ang="0">
                  <a:pos x="227" y="78"/>
                </a:cxn>
                <a:cxn ang="0">
                  <a:pos x="227" y="104"/>
                </a:cxn>
                <a:cxn ang="0">
                  <a:pos x="227" y="128"/>
                </a:cxn>
                <a:cxn ang="0">
                  <a:pos x="227" y="154"/>
                </a:cxn>
                <a:cxn ang="0">
                  <a:pos x="227" y="170"/>
                </a:cxn>
                <a:cxn ang="0">
                  <a:pos x="227" y="196"/>
                </a:cxn>
                <a:cxn ang="0">
                  <a:pos x="227" y="222"/>
                </a:cxn>
                <a:cxn ang="0">
                  <a:pos x="218" y="213"/>
                </a:cxn>
                <a:cxn ang="0">
                  <a:pos x="206" y="203"/>
                </a:cxn>
                <a:cxn ang="0">
                  <a:pos x="189" y="201"/>
                </a:cxn>
                <a:cxn ang="0">
                  <a:pos x="178" y="206"/>
                </a:cxn>
                <a:cxn ang="0">
                  <a:pos x="161" y="206"/>
                </a:cxn>
                <a:cxn ang="0">
                  <a:pos x="159" y="194"/>
                </a:cxn>
                <a:cxn ang="0">
                  <a:pos x="168" y="182"/>
                </a:cxn>
                <a:cxn ang="0">
                  <a:pos x="178" y="173"/>
                </a:cxn>
                <a:cxn ang="0">
                  <a:pos x="175" y="158"/>
                </a:cxn>
                <a:cxn ang="0">
                  <a:pos x="168" y="142"/>
                </a:cxn>
                <a:cxn ang="0">
                  <a:pos x="159" y="130"/>
                </a:cxn>
                <a:cxn ang="0">
                  <a:pos x="149" y="121"/>
                </a:cxn>
                <a:cxn ang="0">
                  <a:pos x="133" y="113"/>
                </a:cxn>
                <a:cxn ang="0">
                  <a:pos x="116" y="106"/>
                </a:cxn>
                <a:cxn ang="0">
                  <a:pos x="99" y="104"/>
                </a:cxn>
                <a:cxn ang="0">
                  <a:pos x="90" y="94"/>
                </a:cxn>
                <a:cxn ang="0">
                  <a:pos x="76" y="90"/>
                </a:cxn>
                <a:cxn ang="0">
                  <a:pos x="64" y="85"/>
                </a:cxn>
                <a:cxn ang="0">
                  <a:pos x="64" y="97"/>
                </a:cxn>
                <a:cxn ang="0">
                  <a:pos x="52" y="97"/>
                </a:cxn>
                <a:cxn ang="0">
                  <a:pos x="50" y="80"/>
                </a:cxn>
                <a:cxn ang="0">
                  <a:pos x="43" y="71"/>
                </a:cxn>
                <a:cxn ang="0">
                  <a:pos x="33" y="61"/>
                </a:cxn>
                <a:cxn ang="0">
                  <a:pos x="50" y="61"/>
                </a:cxn>
                <a:cxn ang="0">
                  <a:pos x="62" y="52"/>
                </a:cxn>
                <a:cxn ang="0">
                  <a:pos x="73" y="52"/>
                </a:cxn>
                <a:cxn ang="0">
                  <a:pos x="57" y="49"/>
                </a:cxn>
                <a:cxn ang="0">
                  <a:pos x="43" y="49"/>
                </a:cxn>
                <a:cxn ang="0">
                  <a:pos x="33" y="40"/>
                </a:cxn>
                <a:cxn ang="0">
                  <a:pos x="19" y="30"/>
                </a:cxn>
                <a:cxn ang="0">
                  <a:pos x="7" y="26"/>
                </a:cxn>
                <a:cxn ang="0">
                  <a:pos x="0" y="11"/>
                </a:cxn>
                <a:cxn ang="0">
                  <a:pos x="12" y="14"/>
                </a:cxn>
                <a:cxn ang="0">
                  <a:pos x="28" y="9"/>
                </a:cxn>
                <a:cxn ang="0">
                  <a:pos x="40" y="2"/>
                </a:cxn>
                <a:cxn ang="0">
                  <a:pos x="57" y="4"/>
                </a:cxn>
                <a:cxn ang="0">
                  <a:pos x="73" y="9"/>
                </a:cxn>
                <a:cxn ang="0">
                  <a:pos x="81" y="21"/>
                </a:cxn>
                <a:cxn ang="0">
                  <a:pos x="81" y="35"/>
                </a:cxn>
                <a:cxn ang="0">
                  <a:pos x="83" y="54"/>
                </a:cxn>
                <a:cxn ang="0">
                  <a:pos x="88" y="52"/>
                </a:cxn>
                <a:cxn ang="0">
                  <a:pos x="95" y="57"/>
                </a:cxn>
                <a:cxn ang="0">
                  <a:pos x="95" y="71"/>
                </a:cxn>
                <a:cxn ang="0">
                  <a:pos x="104" y="75"/>
                </a:cxn>
                <a:cxn ang="0">
                  <a:pos x="114" y="68"/>
                </a:cxn>
                <a:cxn ang="0">
                  <a:pos x="121" y="61"/>
                </a:cxn>
                <a:cxn ang="0">
                  <a:pos x="123" y="47"/>
                </a:cxn>
                <a:cxn ang="0">
                  <a:pos x="140" y="47"/>
                </a:cxn>
              </a:cxnLst>
              <a:rect l="0" t="0" r="r" b="b"/>
              <a:pathLst>
                <a:path w="227" h="225">
                  <a:moveTo>
                    <a:pt x="140" y="38"/>
                  </a:moveTo>
                  <a:lnTo>
                    <a:pt x="140" y="38"/>
                  </a:lnTo>
                  <a:lnTo>
                    <a:pt x="142" y="38"/>
                  </a:lnTo>
                  <a:lnTo>
                    <a:pt x="142" y="38"/>
                  </a:lnTo>
                  <a:lnTo>
                    <a:pt x="142" y="38"/>
                  </a:lnTo>
                  <a:lnTo>
                    <a:pt x="142" y="38"/>
                  </a:lnTo>
                  <a:lnTo>
                    <a:pt x="142" y="38"/>
                  </a:lnTo>
                  <a:lnTo>
                    <a:pt x="142" y="38"/>
                  </a:lnTo>
                  <a:lnTo>
                    <a:pt x="142" y="35"/>
                  </a:lnTo>
                  <a:lnTo>
                    <a:pt x="144" y="35"/>
                  </a:lnTo>
                  <a:lnTo>
                    <a:pt x="144" y="35"/>
                  </a:lnTo>
                  <a:lnTo>
                    <a:pt x="144" y="35"/>
                  </a:lnTo>
                  <a:lnTo>
                    <a:pt x="147" y="35"/>
                  </a:lnTo>
                  <a:lnTo>
                    <a:pt x="147" y="35"/>
                  </a:lnTo>
                  <a:lnTo>
                    <a:pt x="147" y="35"/>
                  </a:lnTo>
                  <a:lnTo>
                    <a:pt x="147" y="35"/>
                  </a:lnTo>
                  <a:lnTo>
                    <a:pt x="149" y="35"/>
                  </a:lnTo>
                  <a:lnTo>
                    <a:pt x="149" y="35"/>
                  </a:lnTo>
                  <a:lnTo>
                    <a:pt x="149" y="33"/>
                  </a:lnTo>
                  <a:lnTo>
                    <a:pt x="149" y="33"/>
                  </a:lnTo>
                  <a:lnTo>
                    <a:pt x="149" y="33"/>
                  </a:lnTo>
                  <a:lnTo>
                    <a:pt x="152" y="33"/>
                  </a:lnTo>
                  <a:lnTo>
                    <a:pt x="152" y="33"/>
                  </a:lnTo>
                  <a:lnTo>
                    <a:pt x="152" y="30"/>
                  </a:lnTo>
                  <a:lnTo>
                    <a:pt x="154" y="30"/>
                  </a:lnTo>
                  <a:lnTo>
                    <a:pt x="154" y="30"/>
                  </a:lnTo>
                  <a:lnTo>
                    <a:pt x="154" y="30"/>
                  </a:lnTo>
                  <a:lnTo>
                    <a:pt x="154" y="30"/>
                  </a:lnTo>
                  <a:lnTo>
                    <a:pt x="156" y="30"/>
                  </a:lnTo>
                  <a:lnTo>
                    <a:pt x="156" y="28"/>
                  </a:lnTo>
                  <a:lnTo>
                    <a:pt x="156" y="28"/>
                  </a:lnTo>
                  <a:lnTo>
                    <a:pt x="156" y="28"/>
                  </a:lnTo>
                  <a:lnTo>
                    <a:pt x="159" y="28"/>
                  </a:lnTo>
                  <a:lnTo>
                    <a:pt x="159" y="28"/>
                  </a:lnTo>
                  <a:lnTo>
                    <a:pt x="161" y="28"/>
                  </a:lnTo>
                  <a:lnTo>
                    <a:pt x="161" y="28"/>
                  </a:lnTo>
                  <a:lnTo>
                    <a:pt x="161" y="28"/>
                  </a:lnTo>
                  <a:lnTo>
                    <a:pt x="161" y="30"/>
                  </a:lnTo>
                  <a:lnTo>
                    <a:pt x="163" y="30"/>
                  </a:lnTo>
                  <a:lnTo>
                    <a:pt x="163" y="30"/>
                  </a:lnTo>
                  <a:lnTo>
                    <a:pt x="163" y="30"/>
                  </a:lnTo>
                  <a:lnTo>
                    <a:pt x="163" y="33"/>
                  </a:lnTo>
                  <a:lnTo>
                    <a:pt x="163" y="33"/>
                  </a:lnTo>
                  <a:lnTo>
                    <a:pt x="166" y="33"/>
                  </a:lnTo>
                  <a:lnTo>
                    <a:pt x="166" y="33"/>
                  </a:lnTo>
                  <a:lnTo>
                    <a:pt x="166" y="33"/>
                  </a:lnTo>
                  <a:lnTo>
                    <a:pt x="168" y="33"/>
                  </a:lnTo>
                  <a:lnTo>
                    <a:pt x="168" y="33"/>
                  </a:lnTo>
                  <a:lnTo>
                    <a:pt x="168" y="35"/>
                  </a:lnTo>
                  <a:lnTo>
                    <a:pt x="168" y="35"/>
                  </a:lnTo>
                  <a:lnTo>
                    <a:pt x="170" y="35"/>
                  </a:lnTo>
                  <a:lnTo>
                    <a:pt x="170" y="35"/>
                  </a:lnTo>
                  <a:lnTo>
                    <a:pt x="170" y="35"/>
                  </a:lnTo>
                  <a:lnTo>
                    <a:pt x="173" y="35"/>
                  </a:lnTo>
                  <a:lnTo>
                    <a:pt x="173" y="35"/>
                  </a:lnTo>
                  <a:lnTo>
                    <a:pt x="173" y="35"/>
                  </a:lnTo>
                  <a:lnTo>
                    <a:pt x="173" y="35"/>
                  </a:lnTo>
                  <a:lnTo>
                    <a:pt x="175" y="35"/>
                  </a:lnTo>
                  <a:lnTo>
                    <a:pt x="175" y="35"/>
                  </a:lnTo>
                  <a:lnTo>
                    <a:pt x="175" y="35"/>
                  </a:lnTo>
                  <a:lnTo>
                    <a:pt x="178" y="35"/>
                  </a:lnTo>
                  <a:lnTo>
                    <a:pt x="178" y="38"/>
                  </a:lnTo>
                  <a:lnTo>
                    <a:pt x="178" y="38"/>
                  </a:lnTo>
                  <a:lnTo>
                    <a:pt x="180" y="38"/>
                  </a:lnTo>
                  <a:lnTo>
                    <a:pt x="180" y="38"/>
                  </a:lnTo>
                  <a:lnTo>
                    <a:pt x="180" y="38"/>
                  </a:lnTo>
                  <a:lnTo>
                    <a:pt x="180" y="40"/>
                  </a:lnTo>
                  <a:lnTo>
                    <a:pt x="180" y="40"/>
                  </a:lnTo>
                  <a:lnTo>
                    <a:pt x="180" y="40"/>
                  </a:lnTo>
                  <a:lnTo>
                    <a:pt x="182" y="40"/>
                  </a:lnTo>
                  <a:lnTo>
                    <a:pt x="182" y="40"/>
                  </a:lnTo>
                  <a:lnTo>
                    <a:pt x="182" y="42"/>
                  </a:lnTo>
                  <a:lnTo>
                    <a:pt x="182" y="42"/>
                  </a:lnTo>
                  <a:lnTo>
                    <a:pt x="185" y="42"/>
                  </a:lnTo>
                  <a:lnTo>
                    <a:pt x="185" y="42"/>
                  </a:lnTo>
                  <a:lnTo>
                    <a:pt x="185" y="42"/>
                  </a:lnTo>
                  <a:lnTo>
                    <a:pt x="187" y="42"/>
                  </a:lnTo>
                  <a:lnTo>
                    <a:pt x="187" y="42"/>
                  </a:lnTo>
                  <a:lnTo>
                    <a:pt x="187" y="42"/>
                  </a:lnTo>
                  <a:lnTo>
                    <a:pt x="187" y="45"/>
                  </a:lnTo>
                  <a:lnTo>
                    <a:pt x="189" y="45"/>
                  </a:lnTo>
                  <a:lnTo>
                    <a:pt x="189" y="42"/>
                  </a:lnTo>
                  <a:lnTo>
                    <a:pt x="189" y="42"/>
                  </a:lnTo>
                  <a:lnTo>
                    <a:pt x="189" y="42"/>
                  </a:lnTo>
                  <a:lnTo>
                    <a:pt x="189" y="42"/>
                  </a:lnTo>
                  <a:lnTo>
                    <a:pt x="192" y="42"/>
                  </a:lnTo>
                  <a:lnTo>
                    <a:pt x="192" y="42"/>
                  </a:lnTo>
                  <a:lnTo>
                    <a:pt x="192" y="42"/>
                  </a:lnTo>
                  <a:lnTo>
                    <a:pt x="192" y="45"/>
                  </a:lnTo>
                  <a:lnTo>
                    <a:pt x="194" y="45"/>
                  </a:lnTo>
                  <a:lnTo>
                    <a:pt x="194" y="45"/>
                  </a:lnTo>
                  <a:lnTo>
                    <a:pt x="194" y="45"/>
                  </a:lnTo>
                  <a:lnTo>
                    <a:pt x="194" y="45"/>
                  </a:lnTo>
                  <a:lnTo>
                    <a:pt x="194" y="47"/>
                  </a:lnTo>
                  <a:lnTo>
                    <a:pt x="194" y="47"/>
                  </a:lnTo>
                  <a:lnTo>
                    <a:pt x="194" y="47"/>
                  </a:lnTo>
                  <a:lnTo>
                    <a:pt x="196" y="47"/>
                  </a:lnTo>
                  <a:lnTo>
                    <a:pt x="196" y="49"/>
                  </a:lnTo>
                  <a:lnTo>
                    <a:pt x="196" y="49"/>
                  </a:lnTo>
                  <a:lnTo>
                    <a:pt x="196" y="49"/>
                  </a:lnTo>
                  <a:lnTo>
                    <a:pt x="199" y="49"/>
                  </a:lnTo>
                  <a:lnTo>
                    <a:pt x="199" y="49"/>
                  </a:lnTo>
                  <a:lnTo>
                    <a:pt x="199" y="49"/>
                  </a:lnTo>
                  <a:lnTo>
                    <a:pt x="199" y="52"/>
                  </a:lnTo>
                  <a:lnTo>
                    <a:pt x="201" y="52"/>
                  </a:lnTo>
                  <a:lnTo>
                    <a:pt x="201" y="52"/>
                  </a:lnTo>
                  <a:lnTo>
                    <a:pt x="201" y="49"/>
                  </a:lnTo>
                  <a:lnTo>
                    <a:pt x="201" y="49"/>
                  </a:lnTo>
                  <a:lnTo>
                    <a:pt x="201" y="49"/>
                  </a:lnTo>
                  <a:lnTo>
                    <a:pt x="204" y="49"/>
                  </a:lnTo>
                  <a:lnTo>
                    <a:pt x="204" y="49"/>
                  </a:lnTo>
                  <a:lnTo>
                    <a:pt x="206" y="49"/>
                  </a:lnTo>
                  <a:lnTo>
                    <a:pt x="206" y="47"/>
                  </a:lnTo>
                  <a:lnTo>
                    <a:pt x="206" y="47"/>
                  </a:lnTo>
                  <a:lnTo>
                    <a:pt x="206" y="49"/>
                  </a:lnTo>
                  <a:lnTo>
                    <a:pt x="206" y="49"/>
                  </a:lnTo>
                  <a:lnTo>
                    <a:pt x="208" y="49"/>
                  </a:lnTo>
                  <a:lnTo>
                    <a:pt x="208" y="49"/>
                  </a:lnTo>
                  <a:lnTo>
                    <a:pt x="208" y="49"/>
                  </a:lnTo>
                  <a:lnTo>
                    <a:pt x="208" y="49"/>
                  </a:lnTo>
                  <a:lnTo>
                    <a:pt x="208" y="52"/>
                  </a:lnTo>
                  <a:lnTo>
                    <a:pt x="208" y="52"/>
                  </a:lnTo>
                  <a:lnTo>
                    <a:pt x="211" y="52"/>
                  </a:lnTo>
                  <a:lnTo>
                    <a:pt x="211" y="52"/>
                  </a:lnTo>
                  <a:lnTo>
                    <a:pt x="213" y="52"/>
                  </a:lnTo>
                  <a:lnTo>
                    <a:pt x="213" y="54"/>
                  </a:lnTo>
                  <a:lnTo>
                    <a:pt x="213" y="54"/>
                  </a:lnTo>
                  <a:lnTo>
                    <a:pt x="213" y="52"/>
                  </a:lnTo>
                  <a:lnTo>
                    <a:pt x="213" y="52"/>
                  </a:lnTo>
                  <a:lnTo>
                    <a:pt x="215" y="52"/>
                  </a:lnTo>
                  <a:lnTo>
                    <a:pt x="215" y="52"/>
                  </a:lnTo>
                  <a:lnTo>
                    <a:pt x="215" y="54"/>
                  </a:lnTo>
                  <a:lnTo>
                    <a:pt x="215" y="54"/>
                  </a:lnTo>
                  <a:lnTo>
                    <a:pt x="218" y="54"/>
                  </a:lnTo>
                  <a:lnTo>
                    <a:pt x="218" y="54"/>
                  </a:lnTo>
                  <a:lnTo>
                    <a:pt x="220" y="54"/>
                  </a:lnTo>
                  <a:lnTo>
                    <a:pt x="220" y="54"/>
                  </a:lnTo>
                  <a:lnTo>
                    <a:pt x="220" y="54"/>
                  </a:lnTo>
                  <a:lnTo>
                    <a:pt x="220" y="54"/>
                  </a:lnTo>
                  <a:lnTo>
                    <a:pt x="223" y="54"/>
                  </a:lnTo>
                  <a:lnTo>
                    <a:pt x="223" y="54"/>
                  </a:lnTo>
                  <a:lnTo>
                    <a:pt x="223" y="57"/>
                  </a:lnTo>
                  <a:lnTo>
                    <a:pt x="223" y="57"/>
                  </a:lnTo>
                  <a:lnTo>
                    <a:pt x="223" y="57"/>
                  </a:lnTo>
                  <a:lnTo>
                    <a:pt x="223" y="57"/>
                  </a:lnTo>
                  <a:lnTo>
                    <a:pt x="225" y="57"/>
                  </a:lnTo>
                  <a:lnTo>
                    <a:pt x="225" y="57"/>
                  </a:lnTo>
                  <a:lnTo>
                    <a:pt x="227" y="57"/>
                  </a:lnTo>
                  <a:lnTo>
                    <a:pt x="227" y="57"/>
                  </a:lnTo>
                  <a:lnTo>
                    <a:pt x="227" y="59"/>
                  </a:lnTo>
                  <a:lnTo>
                    <a:pt x="227" y="59"/>
                  </a:lnTo>
                  <a:lnTo>
                    <a:pt x="227" y="61"/>
                  </a:lnTo>
                  <a:lnTo>
                    <a:pt x="227" y="61"/>
                  </a:lnTo>
                  <a:lnTo>
                    <a:pt x="227" y="64"/>
                  </a:lnTo>
                  <a:lnTo>
                    <a:pt x="227" y="64"/>
                  </a:lnTo>
                  <a:lnTo>
                    <a:pt x="227" y="64"/>
                  </a:lnTo>
                  <a:lnTo>
                    <a:pt x="227" y="66"/>
                  </a:lnTo>
                  <a:lnTo>
                    <a:pt x="227" y="66"/>
                  </a:lnTo>
                  <a:lnTo>
                    <a:pt x="227" y="68"/>
                  </a:lnTo>
                  <a:lnTo>
                    <a:pt x="227" y="68"/>
                  </a:lnTo>
                  <a:lnTo>
                    <a:pt x="227" y="71"/>
                  </a:lnTo>
                  <a:lnTo>
                    <a:pt x="227" y="71"/>
                  </a:lnTo>
                  <a:lnTo>
                    <a:pt x="227" y="73"/>
                  </a:lnTo>
                  <a:lnTo>
                    <a:pt x="227" y="73"/>
                  </a:lnTo>
                  <a:lnTo>
                    <a:pt x="227" y="73"/>
                  </a:lnTo>
                  <a:lnTo>
                    <a:pt x="227" y="75"/>
                  </a:lnTo>
                  <a:lnTo>
                    <a:pt x="227" y="75"/>
                  </a:lnTo>
                  <a:lnTo>
                    <a:pt x="227" y="78"/>
                  </a:lnTo>
                  <a:lnTo>
                    <a:pt x="227" y="78"/>
                  </a:lnTo>
                  <a:lnTo>
                    <a:pt x="227" y="80"/>
                  </a:lnTo>
                  <a:lnTo>
                    <a:pt x="227" y="80"/>
                  </a:lnTo>
                  <a:lnTo>
                    <a:pt x="227" y="83"/>
                  </a:lnTo>
                  <a:lnTo>
                    <a:pt x="227" y="83"/>
                  </a:lnTo>
                  <a:lnTo>
                    <a:pt x="227" y="85"/>
                  </a:lnTo>
                  <a:lnTo>
                    <a:pt x="227" y="85"/>
                  </a:lnTo>
                  <a:lnTo>
                    <a:pt x="227" y="85"/>
                  </a:lnTo>
                  <a:lnTo>
                    <a:pt x="227" y="87"/>
                  </a:lnTo>
                  <a:lnTo>
                    <a:pt x="227" y="87"/>
                  </a:lnTo>
                  <a:lnTo>
                    <a:pt x="227" y="90"/>
                  </a:lnTo>
                  <a:lnTo>
                    <a:pt x="227" y="90"/>
                  </a:lnTo>
                  <a:lnTo>
                    <a:pt x="227" y="92"/>
                  </a:lnTo>
                  <a:lnTo>
                    <a:pt x="227" y="92"/>
                  </a:lnTo>
                  <a:lnTo>
                    <a:pt x="227" y="94"/>
                  </a:lnTo>
                  <a:lnTo>
                    <a:pt x="227" y="94"/>
                  </a:lnTo>
                  <a:lnTo>
                    <a:pt x="227" y="94"/>
                  </a:lnTo>
                  <a:lnTo>
                    <a:pt x="227" y="97"/>
                  </a:lnTo>
                  <a:lnTo>
                    <a:pt x="227" y="97"/>
                  </a:lnTo>
                  <a:lnTo>
                    <a:pt x="227" y="99"/>
                  </a:lnTo>
                  <a:lnTo>
                    <a:pt x="227" y="99"/>
                  </a:lnTo>
                  <a:lnTo>
                    <a:pt x="227" y="102"/>
                  </a:lnTo>
                  <a:lnTo>
                    <a:pt x="227" y="102"/>
                  </a:lnTo>
                  <a:lnTo>
                    <a:pt x="227" y="104"/>
                  </a:lnTo>
                  <a:lnTo>
                    <a:pt x="227" y="104"/>
                  </a:lnTo>
                  <a:lnTo>
                    <a:pt x="227" y="104"/>
                  </a:lnTo>
                  <a:lnTo>
                    <a:pt x="227" y="106"/>
                  </a:lnTo>
                  <a:lnTo>
                    <a:pt x="227" y="106"/>
                  </a:lnTo>
                  <a:lnTo>
                    <a:pt x="227" y="109"/>
                  </a:lnTo>
                  <a:lnTo>
                    <a:pt x="227" y="109"/>
                  </a:lnTo>
                  <a:lnTo>
                    <a:pt x="227" y="111"/>
                  </a:lnTo>
                  <a:lnTo>
                    <a:pt x="227" y="111"/>
                  </a:lnTo>
                  <a:lnTo>
                    <a:pt x="227" y="113"/>
                  </a:lnTo>
                  <a:lnTo>
                    <a:pt x="227" y="113"/>
                  </a:lnTo>
                  <a:lnTo>
                    <a:pt x="227" y="113"/>
                  </a:lnTo>
                  <a:lnTo>
                    <a:pt x="227" y="116"/>
                  </a:lnTo>
                  <a:lnTo>
                    <a:pt x="227" y="116"/>
                  </a:lnTo>
                  <a:lnTo>
                    <a:pt x="227" y="118"/>
                  </a:lnTo>
                  <a:lnTo>
                    <a:pt x="227" y="118"/>
                  </a:lnTo>
                  <a:lnTo>
                    <a:pt x="227" y="121"/>
                  </a:lnTo>
                  <a:lnTo>
                    <a:pt x="227" y="121"/>
                  </a:lnTo>
                  <a:lnTo>
                    <a:pt x="227" y="123"/>
                  </a:lnTo>
                  <a:lnTo>
                    <a:pt x="227" y="123"/>
                  </a:lnTo>
                  <a:lnTo>
                    <a:pt x="227" y="123"/>
                  </a:lnTo>
                  <a:lnTo>
                    <a:pt x="227" y="125"/>
                  </a:lnTo>
                  <a:lnTo>
                    <a:pt x="227" y="125"/>
                  </a:lnTo>
                  <a:lnTo>
                    <a:pt x="227" y="128"/>
                  </a:lnTo>
                  <a:lnTo>
                    <a:pt x="227" y="128"/>
                  </a:lnTo>
                  <a:lnTo>
                    <a:pt x="227" y="130"/>
                  </a:lnTo>
                  <a:lnTo>
                    <a:pt x="227" y="130"/>
                  </a:lnTo>
                  <a:lnTo>
                    <a:pt x="227" y="132"/>
                  </a:lnTo>
                  <a:lnTo>
                    <a:pt x="227" y="132"/>
                  </a:lnTo>
                  <a:lnTo>
                    <a:pt x="227" y="132"/>
                  </a:lnTo>
                  <a:lnTo>
                    <a:pt x="227" y="135"/>
                  </a:lnTo>
                  <a:lnTo>
                    <a:pt x="227" y="135"/>
                  </a:lnTo>
                  <a:lnTo>
                    <a:pt x="227" y="137"/>
                  </a:lnTo>
                  <a:lnTo>
                    <a:pt x="227" y="137"/>
                  </a:lnTo>
                  <a:lnTo>
                    <a:pt x="227" y="139"/>
                  </a:lnTo>
                  <a:lnTo>
                    <a:pt x="227" y="139"/>
                  </a:lnTo>
                  <a:lnTo>
                    <a:pt x="227" y="142"/>
                  </a:lnTo>
                  <a:lnTo>
                    <a:pt x="227" y="142"/>
                  </a:lnTo>
                  <a:lnTo>
                    <a:pt x="227" y="144"/>
                  </a:lnTo>
                  <a:lnTo>
                    <a:pt x="227" y="144"/>
                  </a:lnTo>
                  <a:lnTo>
                    <a:pt x="227" y="144"/>
                  </a:lnTo>
                  <a:lnTo>
                    <a:pt x="227" y="144"/>
                  </a:lnTo>
                  <a:lnTo>
                    <a:pt x="227" y="147"/>
                  </a:lnTo>
                  <a:lnTo>
                    <a:pt x="227" y="147"/>
                  </a:lnTo>
                  <a:lnTo>
                    <a:pt x="227" y="149"/>
                  </a:lnTo>
                  <a:lnTo>
                    <a:pt x="227" y="149"/>
                  </a:lnTo>
                  <a:lnTo>
                    <a:pt x="227" y="151"/>
                  </a:lnTo>
                  <a:lnTo>
                    <a:pt x="227" y="151"/>
                  </a:lnTo>
                  <a:lnTo>
                    <a:pt x="227" y="154"/>
                  </a:lnTo>
                  <a:lnTo>
                    <a:pt x="227" y="154"/>
                  </a:lnTo>
                  <a:lnTo>
                    <a:pt x="227" y="154"/>
                  </a:lnTo>
                  <a:lnTo>
                    <a:pt x="225" y="154"/>
                  </a:lnTo>
                  <a:lnTo>
                    <a:pt x="225" y="156"/>
                  </a:lnTo>
                  <a:lnTo>
                    <a:pt x="225" y="156"/>
                  </a:lnTo>
                  <a:lnTo>
                    <a:pt x="225" y="158"/>
                  </a:lnTo>
                  <a:lnTo>
                    <a:pt x="225" y="158"/>
                  </a:lnTo>
                  <a:lnTo>
                    <a:pt x="225" y="158"/>
                  </a:lnTo>
                  <a:lnTo>
                    <a:pt x="225" y="161"/>
                  </a:lnTo>
                  <a:lnTo>
                    <a:pt x="223" y="161"/>
                  </a:lnTo>
                  <a:lnTo>
                    <a:pt x="223" y="161"/>
                  </a:lnTo>
                  <a:lnTo>
                    <a:pt x="223" y="163"/>
                  </a:lnTo>
                  <a:lnTo>
                    <a:pt x="225" y="163"/>
                  </a:lnTo>
                  <a:lnTo>
                    <a:pt x="225" y="163"/>
                  </a:lnTo>
                  <a:lnTo>
                    <a:pt x="225" y="163"/>
                  </a:lnTo>
                  <a:lnTo>
                    <a:pt x="225" y="166"/>
                  </a:lnTo>
                  <a:lnTo>
                    <a:pt x="225" y="166"/>
                  </a:lnTo>
                  <a:lnTo>
                    <a:pt x="225" y="166"/>
                  </a:lnTo>
                  <a:lnTo>
                    <a:pt x="227" y="166"/>
                  </a:lnTo>
                  <a:lnTo>
                    <a:pt x="227" y="168"/>
                  </a:lnTo>
                  <a:lnTo>
                    <a:pt x="227" y="168"/>
                  </a:lnTo>
                  <a:lnTo>
                    <a:pt x="227" y="168"/>
                  </a:lnTo>
                  <a:lnTo>
                    <a:pt x="227" y="170"/>
                  </a:lnTo>
                  <a:lnTo>
                    <a:pt x="227" y="170"/>
                  </a:lnTo>
                  <a:lnTo>
                    <a:pt x="227" y="173"/>
                  </a:lnTo>
                  <a:lnTo>
                    <a:pt x="227" y="173"/>
                  </a:lnTo>
                  <a:lnTo>
                    <a:pt x="227" y="173"/>
                  </a:lnTo>
                  <a:lnTo>
                    <a:pt x="227" y="175"/>
                  </a:lnTo>
                  <a:lnTo>
                    <a:pt x="227" y="175"/>
                  </a:lnTo>
                  <a:lnTo>
                    <a:pt x="227" y="177"/>
                  </a:lnTo>
                  <a:lnTo>
                    <a:pt x="227" y="177"/>
                  </a:lnTo>
                  <a:lnTo>
                    <a:pt x="227" y="180"/>
                  </a:lnTo>
                  <a:lnTo>
                    <a:pt x="227" y="180"/>
                  </a:lnTo>
                  <a:lnTo>
                    <a:pt x="227" y="182"/>
                  </a:lnTo>
                  <a:lnTo>
                    <a:pt x="227" y="182"/>
                  </a:lnTo>
                  <a:lnTo>
                    <a:pt x="227" y="182"/>
                  </a:lnTo>
                  <a:lnTo>
                    <a:pt x="227" y="184"/>
                  </a:lnTo>
                  <a:lnTo>
                    <a:pt x="227" y="184"/>
                  </a:lnTo>
                  <a:lnTo>
                    <a:pt x="227" y="187"/>
                  </a:lnTo>
                  <a:lnTo>
                    <a:pt x="227" y="187"/>
                  </a:lnTo>
                  <a:lnTo>
                    <a:pt x="227" y="189"/>
                  </a:lnTo>
                  <a:lnTo>
                    <a:pt x="227" y="189"/>
                  </a:lnTo>
                  <a:lnTo>
                    <a:pt x="227" y="192"/>
                  </a:lnTo>
                  <a:lnTo>
                    <a:pt x="227" y="192"/>
                  </a:lnTo>
                  <a:lnTo>
                    <a:pt x="227" y="192"/>
                  </a:lnTo>
                  <a:lnTo>
                    <a:pt x="227" y="194"/>
                  </a:lnTo>
                  <a:lnTo>
                    <a:pt x="227" y="194"/>
                  </a:lnTo>
                  <a:lnTo>
                    <a:pt x="227" y="196"/>
                  </a:lnTo>
                  <a:lnTo>
                    <a:pt x="227" y="196"/>
                  </a:lnTo>
                  <a:lnTo>
                    <a:pt x="227" y="199"/>
                  </a:lnTo>
                  <a:lnTo>
                    <a:pt x="227" y="199"/>
                  </a:lnTo>
                  <a:lnTo>
                    <a:pt x="227" y="201"/>
                  </a:lnTo>
                  <a:lnTo>
                    <a:pt x="227" y="201"/>
                  </a:lnTo>
                  <a:lnTo>
                    <a:pt x="227" y="203"/>
                  </a:lnTo>
                  <a:lnTo>
                    <a:pt x="227" y="203"/>
                  </a:lnTo>
                  <a:lnTo>
                    <a:pt x="227" y="203"/>
                  </a:lnTo>
                  <a:lnTo>
                    <a:pt x="227" y="206"/>
                  </a:lnTo>
                  <a:lnTo>
                    <a:pt x="227" y="206"/>
                  </a:lnTo>
                  <a:lnTo>
                    <a:pt x="227" y="208"/>
                  </a:lnTo>
                  <a:lnTo>
                    <a:pt x="227" y="208"/>
                  </a:lnTo>
                  <a:lnTo>
                    <a:pt x="227" y="211"/>
                  </a:lnTo>
                  <a:lnTo>
                    <a:pt x="227" y="211"/>
                  </a:lnTo>
                  <a:lnTo>
                    <a:pt x="227" y="213"/>
                  </a:lnTo>
                  <a:lnTo>
                    <a:pt x="227" y="213"/>
                  </a:lnTo>
                  <a:lnTo>
                    <a:pt x="227" y="213"/>
                  </a:lnTo>
                  <a:lnTo>
                    <a:pt x="227" y="215"/>
                  </a:lnTo>
                  <a:lnTo>
                    <a:pt x="227" y="215"/>
                  </a:lnTo>
                  <a:lnTo>
                    <a:pt x="227" y="218"/>
                  </a:lnTo>
                  <a:lnTo>
                    <a:pt x="227" y="218"/>
                  </a:lnTo>
                  <a:lnTo>
                    <a:pt x="227" y="220"/>
                  </a:lnTo>
                  <a:lnTo>
                    <a:pt x="227" y="220"/>
                  </a:lnTo>
                  <a:lnTo>
                    <a:pt x="227" y="222"/>
                  </a:lnTo>
                  <a:lnTo>
                    <a:pt x="227" y="222"/>
                  </a:lnTo>
                  <a:lnTo>
                    <a:pt x="227" y="222"/>
                  </a:lnTo>
                  <a:lnTo>
                    <a:pt x="227" y="225"/>
                  </a:lnTo>
                  <a:lnTo>
                    <a:pt x="227" y="225"/>
                  </a:lnTo>
                  <a:lnTo>
                    <a:pt x="227" y="222"/>
                  </a:lnTo>
                  <a:lnTo>
                    <a:pt x="225" y="222"/>
                  </a:lnTo>
                  <a:lnTo>
                    <a:pt x="225" y="222"/>
                  </a:lnTo>
                  <a:lnTo>
                    <a:pt x="223" y="222"/>
                  </a:lnTo>
                  <a:lnTo>
                    <a:pt x="223" y="222"/>
                  </a:lnTo>
                  <a:lnTo>
                    <a:pt x="223" y="222"/>
                  </a:lnTo>
                  <a:lnTo>
                    <a:pt x="223" y="222"/>
                  </a:lnTo>
                  <a:lnTo>
                    <a:pt x="223" y="222"/>
                  </a:lnTo>
                  <a:lnTo>
                    <a:pt x="223" y="220"/>
                  </a:lnTo>
                  <a:lnTo>
                    <a:pt x="223" y="220"/>
                  </a:lnTo>
                  <a:lnTo>
                    <a:pt x="220" y="220"/>
                  </a:lnTo>
                  <a:lnTo>
                    <a:pt x="220" y="220"/>
                  </a:lnTo>
                  <a:lnTo>
                    <a:pt x="220" y="218"/>
                  </a:lnTo>
                  <a:lnTo>
                    <a:pt x="220" y="218"/>
                  </a:lnTo>
                  <a:lnTo>
                    <a:pt x="220" y="218"/>
                  </a:lnTo>
                  <a:lnTo>
                    <a:pt x="218" y="218"/>
                  </a:lnTo>
                  <a:lnTo>
                    <a:pt x="218" y="215"/>
                  </a:lnTo>
                  <a:lnTo>
                    <a:pt x="218" y="215"/>
                  </a:lnTo>
                  <a:lnTo>
                    <a:pt x="218" y="215"/>
                  </a:lnTo>
                  <a:lnTo>
                    <a:pt x="218" y="213"/>
                  </a:lnTo>
                  <a:lnTo>
                    <a:pt x="215" y="213"/>
                  </a:lnTo>
                  <a:lnTo>
                    <a:pt x="215" y="213"/>
                  </a:lnTo>
                  <a:lnTo>
                    <a:pt x="215" y="213"/>
                  </a:lnTo>
                  <a:lnTo>
                    <a:pt x="215" y="213"/>
                  </a:lnTo>
                  <a:lnTo>
                    <a:pt x="215" y="211"/>
                  </a:lnTo>
                  <a:lnTo>
                    <a:pt x="215" y="211"/>
                  </a:lnTo>
                  <a:lnTo>
                    <a:pt x="215" y="211"/>
                  </a:lnTo>
                  <a:lnTo>
                    <a:pt x="213" y="211"/>
                  </a:lnTo>
                  <a:lnTo>
                    <a:pt x="213" y="208"/>
                  </a:lnTo>
                  <a:lnTo>
                    <a:pt x="213" y="208"/>
                  </a:lnTo>
                  <a:lnTo>
                    <a:pt x="213" y="208"/>
                  </a:lnTo>
                  <a:lnTo>
                    <a:pt x="213" y="208"/>
                  </a:lnTo>
                  <a:lnTo>
                    <a:pt x="213" y="206"/>
                  </a:lnTo>
                  <a:lnTo>
                    <a:pt x="211" y="206"/>
                  </a:lnTo>
                  <a:lnTo>
                    <a:pt x="211" y="206"/>
                  </a:lnTo>
                  <a:lnTo>
                    <a:pt x="211" y="206"/>
                  </a:lnTo>
                  <a:lnTo>
                    <a:pt x="211" y="203"/>
                  </a:lnTo>
                  <a:lnTo>
                    <a:pt x="208" y="203"/>
                  </a:lnTo>
                  <a:lnTo>
                    <a:pt x="208" y="203"/>
                  </a:lnTo>
                  <a:lnTo>
                    <a:pt x="208" y="203"/>
                  </a:lnTo>
                  <a:lnTo>
                    <a:pt x="208" y="203"/>
                  </a:lnTo>
                  <a:lnTo>
                    <a:pt x="208" y="203"/>
                  </a:lnTo>
                  <a:lnTo>
                    <a:pt x="206" y="203"/>
                  </a:lnTo>
                  <a:lnTo>
                    <a:pt x="206" y="203"/>
                  </a:lnTo>
                  <a:lnTo>
                    <a:pt x="206" y="201"/>
                  </a:lnTo>
                  <a:lnTo>
                    <a:pt x="206" y="201"/>
                  </a:lnTo>
                  <a:lnTo>
                    <a:pt x="206" y="201"/>
                  </a:lnTo>
                  <a:lnTo>
                    <a:pt x="204" y="201"/>
                  </a:lnTo>
                  <a:lnTo>
                    <a:pt x="204" y="199"/>
                  </a:lnTo>
                  <a:lnTo>
                    <a:pt x="204" y="199"/>
                  </a:lnTo>
                  <a:lnTo>
                    <a:pt x="204" y="199"/>
                  </a:lnTo>
                  <a:lnTo>
                    <a:pt x="201" y="199"/>
                  </a:lnTo>
                  <a:lnTo>
                    <a:pt x="201" y="199"/>
                  </a:lnTo>
                  <a:lnTo>
                    <a:pt x="201" y="199"/>
                  </a:lnTo>
                  <a:lnTo>
                    <a:pt x="199" y="199"/>
                  </a:lnTo>
                  <a:lnTo>
                    <a:pt x="199" y="199"/>
                  </a:lnTo>
                  <a:lnTo>
                    <a:pt x="196" y="199"/>
                  </a:lnTo>
                  <a:lnTo>
                    <a:pt x="196" y="199"/>
                  </a:lnTo>
                  <a:lnTo>
                    <a:pt x="196" y="199"/>
                  </a:lnTo>
                  <a:lnTo>
                    <a:pt x="196" y="199"/>
                  </a:lnTo>
                  <a:lnTo>
                    <a:pt x="196" y="201"/>
                  </a:lnTo>
                  <a:lnTo>
                    <a:pt x="194" y="201"/>
                  </a:lnTo>
                  <a:lnTo>
                    <a:pt x="194" y="201"/>
                  </a:lnTo>
                  <a:lnTo>
                    <a:pt x="194" y="201"/>
                  </a:lnTo>
                  <a:lnTo>
                    <a:pt x="192" y="201"/>
                  </a:lnTo>
                  <a:lnTo>
                    <a:pt x="192" y="201"/>
                  </a:lnTo>
                  <a:lnTo>
                    <a:pt x="189" y="201"/>
                  </a:lnTo>
                  <a:lnTo>
                    <a:pt x="189" y="201"/>
                  </a:lnTo>
                  <a:lnTo>
                    <a:pt x="189" y="199"/>
                  </a:lnTo>
                  <a:lnTo>
                    <a:pt x="189" y="199"/>
                  </a:lnTo>
                  <a:lnTo>
                    <a:pt x="189" y="199"/>
                  </a:lnTo>
                  <a:lnTo>
                    <a:pt x="187" y="199"/>
                  </a:lnTo>
                  <a:lnTo>
                    <a:pt x="187" y="199"/>
                  </a:lnTo>
                  <a:lnTo>
                    <a:pt x="187" y="199"/>
                  </a:lnTo>
                  <a:lnTo>
                    <a:pt x="187" y="199"/>
                  </a:lnTo>
                  <a:lnTo>
                    <a:pt x="187" y="201"/>
                  </a:lnTo>
                  <a:lnTo>
                    <a:pt x="185" y="201"/>
                  </a:lnTo>
                  <a:lnTo>
                    <a:pt x="185" y="201"/>
                  </a:lnTo>
                  <a:lnTo>
                    <a:pt x="185" y="201"/>
                  </a:lnTo>
                  <a:lnTo>
                    <a:pt x="185" y="201"/>
                  </a:lnTo>
                  <a:lnTo>
                    <a:pt x="185" y="203"/>
                  </a:lnTo>
                  <a:lnTo>
                    <a:pt x="185" y="203"/>
                  </a:lnTo>
                  <a:lnTo>
                    <a:pt x="185" y="203"/>
                  </a:lnTo>
                  <a:lnTo>
                    <a:pt x="185" y="203"/>
                  </a:lnTo>
                  <a:lnTo>
                    <a:pt x="182" y="203"/>
                  </a:lnTo>
                  <a:lnTo>
                    <a:pt x="182" y="206"/>
                  </a:lnTo>
                  <a:lnTo>
                    <a:pt x="182" y="206"/>
                  </a:lnTo>
                  <a:lnTo>
                    <a:pt x="182" y="206"/>
                  </a:lnTo>
                  <a:lnTo>
                    <a:pt x="180" y="206"/>
                  </a:lnTo>
                  <a:lnTo>
                    <a:pt x="180" y="206"/>
                  </a:lnTo>
                  <a:lnTo>
                    <a:pt x="180" y="206"/>
                  </a:lnTo>
                  <a:lnTo>
                    <a:pt x="178" y="206"/>
                  </a:lnTo>
                  <a:lnTo>
                    <a:pt x="178" y="206"/>
                  </a:lnTo>
                  <a:lnTo>
                    <a:pt x="178" y="203"/>
                  </a:lnTo>
                  <a:lnTo>
                    <a:pt x="175" y="203"/>
                  </a:lnTo>
                  <a:lnTo>
                    <a:pt x="175" y="203"/>
                  </a:lnTo>
                  <a:lnTo>
                    <a:pt x="175" y="203"/>
                  </a:lnTo>
                  <a:lnTo>
                    <a:pt x="175" y="203"/>
                  </a:lnTo>
                  <a:lnTo>
                    <a:pt x="173" y="203"/>
                  </a:lnTo>
                  <a:lnTo>
                    <a:pt x="173" y="203"/>
                  </a:lnTo>
                  <a:lnTo>
                    <a:pt x="173" y="203"/>
                  </a:lnTo>
                  <a:lnTo>
                    <a:pt x="173" y="206"/>
                  </a:lnTo>
                  <a:lnTo>
                    <a:pt x="173" y="206"/>
                  </a:lnTo>
                  <a:lnTo>
                    <a:pt x="170" y="206"/>
                  </a:lnTo>
                  <a:lnTo>
                    <a:pt x="170" y="206"/>
                  </a:lnTo>
                  <a:lnTo>
                    <a:pt x="170" y="206"/>
                  </a:lnTo>
                  <a:lnTo>
                    <a:pt x="168" y="206"/>
                  </a:lnTo>
                  <a:lnTo>
                    <a:pt x="168" y="206"/>
                  </a:lnTo>
                  <a:lnTo>
                    <a:pt x="168" y="206"/>
                  </a:lnTo>
                  <a:lnTo>
                    <a:pt x="168" y="206"/>
                  </a:lnTo>
                  <a:lnTo>
                    <a:pt x="166" y="206"/>
                  </a:lnTo>
                  <a:lnTo>
                    <a:pt x="166" y="206"/>
                  </a:lnTo>
                  <a:lnTo>
                    <a:pt x="163" y="206"/>
                  </a:lnTo>
                  <a:lnTo>
                    <a:pt x="163" y="206"/>
                  </a:lnTo>
                  <a:lnTo>
                    <a:pt x="163" y="206"/>
                  </a:lnTo>
                  <a:lnTo>
                    <a:pt x="161" y="206"/>
                  </a:lnTo>
                  <a:lnTo>
                    <a:pt x="161" y="206"/>
                  </a:lnTo>
                  <a:lnTo>
                    <a:pt x="161" y="206"/>
                  </a:lnTo>
                  <a:lnTo>
                    <a:pt x="159" y="206"/>
                  </a:lnTo>
                  <a:lnTo>
                    <a:pt x="159" y="206"/>
                  </a:lnTo>
                  <a:lnTo>
                    <a:pt x="156" y="206"/>
                  </a:lnTo>
                  <a:lnTo>
                    <a:pt x="156" y="206"/>
                  </a:lnTo>
                  <a:lnTo>
                    <a:pt x="156" y="206"/>
                  </a:lnTo>
                  <a:lnTo>
                    <a:pt x="156" y="206"/>
                  </a:lnTo>
                  <a:lnTo>
                    <a:pt x="154" y="206"/>
                  </a:lnTo>
                  <a:lnTo>
                    <a:pt x="154" y="206"/>
                  </a:lnTo>
                  <a:lnTo>
                    <a:pt x="154" y="203"/>
                  </a:lnTo>
                  <a:lnTo>
                    <a:pt x="154" y="203"/>
                  </a:lnTo>
                  <a:lnTo>
                    <a:pt x="156" y="203"/>
                  </a:lnTo>
                  <a:lnTo>
                    <a:pt x="156" y="203"/>
                  </a:lnTo>
                  <a:lnTo>
                    <a:pt x="156" y="201"/>
                  </a:lnTo>
                  <a:lnTo>
                    <a:pt x="156" y="201"/>
                  </a:lnTo>
                  <a:lnTo>
                    <a:pt x="156" y="199"/>
                  </a:lnTo>
                  <a:lnTo>
                    <a:pt x="156" y="199"/>
                  </a:lnTo>
                  <a:lnTo>
                    <a:pt x="156" y="199"/>
                  </a:lnTo>
                  <a:lnTo>
                    <a:pt x="156" y="196"/>
                  </a:lnTo>
                  <a:lnTo>
                    <a:pt x="156" y="196"/>
                  </a:lnTo>
                  <a:lnTo>
                    <a:pt x="156" y="196"/>
                  </a:lnTo>
                  <a:lnTo>
                    <a:pt x="159" y="196"/>
                  </a:lnTo>
                  <a:lnTo>
                    <a:pt x="159" y="194"/>
                  </a:lnTo>
                  <a:lnTo>
                    <a:pt x="159" y="194"/>
                  </a:lnTo>
                  <a:lnTo>
                    <a:pt x="159" y="192"/>
                  </a:lnTo>
                  <a:lnTo>
                    <a:pt x="159" y="192"/>
                  </a:lnTo>
                  <a:lnTo>
                    <a:pt x="159" y="192"/>
                  </a:lnTo>
                  <a:lnTo>
                    <a:pt x="159" y="192"/>
                  </a:lnTo>
                  <a:lnTo>
                    <a:pt x="161" y="192"/>
                  </a:lnTo>
                  <a:lnTo>
                    <a:pt x="161" y="189"/>
                  </a:lnTo>
                  <a:lnTo>
                    <a:pt x="161" y="189"/>
                  </a:lnTo>
                  <a:lnTo>
                    <a:pt x="161" y="189"/>
                  </a:lnTo>
                  <a:lnTo>
                    <a:pt x="161" y="187"/>
                  </a:lnTo>
                  <a:lnTo>
                    <a:pt x="161" y="187"/>
                  </a:lnTo>
                  <a:lnTo>
                    <a:pt x="161" y="187"/>
                  </a:lnTo>
                  <a:lnTo>
                    <a:pt x="163" y="187"/>
                  </a:lnTo>
                  <a:lnTo>
                    <a:pt x="163" y="184"/>
                  </a:lnTo>
                  <a:lnTo>
                    <a:pt x="163" y="184"/>
                  </a:lnTo>
                  <a:lnTo>
                    <a:pt x="163" y="184"/>
                  </a:lnTo>
                  <a:lnTo>
                    <a:pt x="163" y="182"/>
                  </a:lnTo>
                  <a:lnTo>
                    <a:pt x="163" y="182"/>
                  </a:lnTo>
                  <a:lnTo>
                    <a:pt x="166" y="182"/>
                  </a:lnTo>
                  <a:lnTo>
                    <a:pt x="166" y="182"/>
                  </a:lnTo>
                  <a:lnTo>
                    <a:pt x="166" y="182"/>
                  </a:lnTo>
                  <a:lnTo>
                    <a:pt x="166" y="182"/>
                  </a:lnTo>
                  <a:lnTo>
                    <a:pt x="168" y="182"/>
                  </a:lnTo>
                  <a:lnTo>
                    <a:pt x="168" y="182"/>
                  </a:lnTo>
                  <a:lnTo>
                    <a:pt x="168" y="180"/>
                  </a:lnTo>
                  <a:lnTo>
                    <a:pt x="168" y="180"/>
                  </a:lnTo>
                  <a:lnTo>
                    <a:pt x="170" y="180"/>
                  </a:lnTo>
                  <a:lnTo>
                    <a:pt x="170" y="180"/>
                  </a:lnTo>
                  <a:lnTo>
                    <a:pt x="170" y="180"/>
                  </a:lnTo>
                  <a:lnTo>
                    <a:pt x="173" y="180"/>
                  </a:lnTo>
                  <a:lnTo>
                    <a:pt x="173" y="180"/>
                  </a:lnTo>
                  <a:lnTo>
                    <a:pt x="173" y="180"/>
                  </a:lnTo>
                  <a:lnTo>
                    <a:pt x="175" y="180"/>
                  </a:lnTo>
                  <a:lnTo>
                    <a:pt x="175" y="180"/>
                  </a:lnTo>
                  <a:lnTo>
                    <a:pt x="175" y="177"/>
                  </a:lnTo>
                  <a:lnTo>
                    <a:pt x="175" y="177"/>
                  </a:lnTo>
                  <a:lnTo>
                    <a:pt x="178" y="177"/>
                  </a:lnTo>
                  <a:lnTo>
                    <a:pt x="178" y="177"/>
                  </a:lnTo>
                  <a:lnTo>
                    <a:pt x="180" y="177"/>
                  </a:lnTo>
                  <a:lnTo>
                    <a:pt x="180" y="177"/>
                  </a:lnTo>
                  <a:lnTo>
                    <a:pt x="180" y="177"/>
                  </a:lnTo>
                  <a:lnTo>
                    <a:pt x="180" y="177"/>
                  </a:lnTo>
                  <a:lnTo>
                    <a:pt x="178" y="177"/>
                  </a:lnTo>
                  <a:lnTo>
                    <a:pt x="178" y="175"/>
                  </a:lnTo>
                  <a:lnTo>
                    <a:pt x="178" y="175"/>
                  </a:lnTo>
                  <a:lnTo>
                    <a:pt x="178" y="175"/>
                  </a:lnTo>
                  <a:lnTo>
                    <a:pt x="178" y="173"/>
                  </a:lnTo>
                  <a:lnTo>
                    <a:pt x="178" y="173"/>
                  </a:lnTo>
                  <a:lnTo>
                    <a:pt x="178" y="173"/>
                  </a:lnTo>
                  <a:lnTo>
                    <a:pt x="178" y="173"/>
                  </a:lnTo>
                  <a:lnTo>
                    <a:pt x="178" y="173"/>
                  </a:lnTo>
                  <a:lnTo>
                    <a:pt x="175" y="173"/>
                  </a:lnTo>
                  <a:lnTo>
                    <a:pt x="175" y="170"/>
                  </a:lnTo>
                  <a:lnTo>
                    <a:pt x="175" y="170"/>
                  </a:lnTo>
                  <a:lnTo>
                    <a:pt x="175" y="170"/>
                  </a:lnTo>
                  <a:lnTo>
                    <a:pt x="175" y="170"/>
                  </a:lnTo>
                  <a:lnTo>
                    <a:pt x="175" y="168"/>
                  </a:lnTo>
                  <a:lnTo>
                    <a:pt x="175" y="168"/>
                  </a:lnTo>
                  <a:lnTo>
                    <a:pt x="175" y="166"/>
                  </a:lnTo>
                  <a:lnTo>
                    <a:pt x="175" y="166"/>
                  </a:lnTo>
                  <a:lnTo>
                    <a:pt x="175" y="166"/>
                  </a:lnTo>
                  <a:lnTo>
                    <a:pt x="175" y="166"/>
                  </a:lnTo>
                  <a:lnTo>
                    <a:pt x="175" y="163"/>
                  </a:lnTo>
                  <a:lnTo>
                    <a:pt x="175" y="163"/>
                  </a:lnTo>
                  <a:lnTo>
                    <a:pt x="175" y="163"/>
                  </a:lnTo>
                  <a:lnTo>
                    <a:pt x="175" y="163"/>
                  </a:lnTo>
                  <a:lnTo>
                    <a:pt x="175" y="163"/>
                  </a:lnTo>
                  <a:lnTo>
                    <a:pt x="175" y="161"/>
                  </a:lnTo>
                  <a:lnTo>
                    <a:pt x="175" y="161"/>
                  </a:lnTo>
                  <a:lnTo>
                    <a:pt x="175" y="158"/>
                  </a:lnTo>
                  <a:lnTo>
                    <a:pt x="175" y="158"/>
                  </a:lnTo>
                  <a:lnTo>
                    <a:pt x="175" y="158"/>
                  </a:lnTo>
                  <a:lnTo>
                    <a:pt x="175" y="158"/>
                  </a:lnTo>
                  <a:lnTo>
                    <a:pt x="175" y="156"/>
                  </a:lnTo>
                  <a:lnTo>
                    <a:pt x="175" y="156"/>
                  </a:lnTo>
                  <a:lnTo>
                    <a:pt x="173" y="156"/>
                  </a:lnTo>
                  <a:lnTo>
                    <a:pt x="173" y="156"/>
                  </a:lnTo>
                  <a:lnTo>
                    <a:pt x="173" y="154"/>
                  </a:lnTo>
                  <a:lnTo>
                    <a:pt x="173" y="154"/>
                  </a:lnTo>
                  <a:lnTo>
                    <a:pt x="173" y="154"/>
                  </a:lnTo>
                  <a:lnTo>
                    <a:pt x="173" y="154"/>
                  </a:lnTo>
                  <a:lnTo>
                    <a:pt x="170" y="154"/>
                  </a:lnTo>
                  <a:lnTo>
                    <a:pt x="170" y="151"/>
                  </a:lnTo>
                  <a:lnTo>
                    <a:pt x="170" y="151"/>
                  </a:lnTo>
                  <a:lnTo>
                    <a:pt x="170" y="149"/>
                  </a:lnTo>
                  <a:lnTo>
                    <a:pt x="170" y="149"/>
                  </a:lnTo>
                  <a:lnTo>
                    <a:pt x="170" y="149"/>
                  </a:lnTo>
                  <a:lnTo>
                    <a:pt x="170" y="147"/>
                  </a:lnTo>
                  <a:lnTo>
                    <a:pt x="170" y="147"/>
                  </a:lnTo>
                  <a:lnTo>
                    <a:pt x="168" y="147"/>
                  </a:lnTo>
                  <a:lnTo>
                    <a:pt x="168" y="144"/>
                  </a:lnTo>
                  <a:lnTo>
                    <a:pt x="168" y="144"/>
                  </a:lnTo>
                  <a:lnTo>
                    <a:pt x="168" y="144"/>
                  </a:lnTo>
                  <a:lnTo>
                    <a:pt x="168" y="144"/>
                  </a:lnTo>
                  <a:lnTo>
                    <a:pt x="168" y="142"/>
                  </a:lnTo>
                  <a:lnTo>
                    <a:pt x="168" y="142"/>
                  </a:lnTo>
                  <a:lnTo>
                    <a:pt x="168" y="139"/>
                  </a:lnTo>
                  <a:lnTo>
                    <a:pt x="168" y="139"/>
                  </a:lnTo>
                  <a:lnTo>
                    <a:pt x="166" y="139"/>
                  </a:lnTo>
                  <a:lnTo>
                    <a:pt x="166" y="139"/>
                  </a:lnTo>
                  <a:lnTo>
                    <a:pt x="166" y="139"/>
                  </a:lnTo>
                  <a:lnTo>
                    <a:pt x="166" y="137"/>
                  </a:lnTo>
                  <a:lnTo>
                    <a:pt x="163" y="137"/>
                  </a:lnTo>
                  <a:lnTo>
                    <a:pt x="163" y="137"/>
                  </a:lnTo>
                  <a:lnTo>
                    <a:pt x="163" y="137"/>
                  </a:lnTo>
                  <a:lnTo>
                    <a:pt x="163" y="135"/>
                  </a:lnTo>
                  <a:lnTo>
                    <a:pt x="163" y="135"/>
                  </a:lnTo>
                  <a:lnTo>
                    <a:pt x="163" y="132"/>
                  </a:lnTo>
                  <a:lnTo>
                    <a:pt x="163" y="132"/>
                  </a:lnTo>
                  <a:lnTo>
                    <a:pt x="163" y="132"/>
                  </a:lnTo>
                  <a:lnTo>
                    <a:pt x="163" y="132"/>
                  </a:lnTo>
                  <a:lnTo>
                    <a:pt x="161" y="132"/>
                  </a:lnTo>
                  <a:lnTo>
                    <a:pt x="161" y="132"/>
                  </a:lnTo>
                  <a:lnTo>
                    <a:pt x="161" y="130"/>
                  </a:lnTo>
                  <a:lnTo>
                    <a:pt x="161" y="130"/>
                  </a:lnTo>
                  <a:lnTo>
                    <a:pt x="161" y="130"/>
                  </a:lnTo>
                  <a:lnTo>
                    <a:pt x="161" y="128"/>
                  </a:lnTo>
                  <a:lnTo>
                    <a:pt x="159" y="128"/>
                  </a:lnTo>
                  <a:lnTo>
                    <a:pt x="159" y="130"/>
                  </a:lnTo>
                  <a:lnTo>
                    <a:pt x="159" y="130"/>
                  </a:lnTo>
                  <a:lnTo>
                    <a:pt x="159" y="128"/>
                  </a:lnTo>
                  <a:lnTo>
                    <a:pt x="156" y="128"/>
                  </a:lnTo>
                  <a:lnTo>
                    <a:pt x="156" y="130"/>
                  </a:lnTo>
                  <a:lnTo>
                    <a:pt x="156" y="130"/>
                  </a:lnTo>
                  <a:lnTo>
                    <a:pt x="156" y="128"/>
                  </a:lnTo>
                  <a:lnTo>
                    <a:pt x="156" y="128"/>
                  </a:lnTo>
                  <a:lnTo>
                    <a:pt x="156" y="125"/>
                  </a:lnTo>
                  <a:lnTo>
                    <a:pt x="156" y="125"/>
                  </a:lnTo>
                  <a:lnTo>
                    <a:pt x="156" y="125"/>
                  </a:lnTo>
                  <a:lnTo>
                    <a:pt x="154" y="125"/>
                  </a:lnTo>
                  <a:lnTo>
                    <a:pt x="154" y="125"/>
                  </a:lnTo>
                  <a:lnTo>
                    <a:pt x="154" y="123"/>
                  </a:lnTo>
                  <a:lnTo>
                    <a:pt x="154" y="123"/>
                  </a:lnTo>
                  <a:lnTo>
                    <a:pt x="154" y="125"/>
                  </a:lnTo>
                  <a:lnTo>
                    <a:pt x="152" y="125"/>
                  </a:lnTo>
                  <a:lnTo>
                    <a:pt x="152" y="123"/>
                  </a:lnTo>
                  <a:lnTo>
                    <a:pt x="152" y="123"/>
                  </a:lnTo>
                  <a:lnTo>
                    <a:pt x="152" y="123"/>
                  </a:lnTo>
                  <a:lnTo>
                    <a:pt x="149" y="123"/>
                  </a:lnTo>
                  <a:lnTo>
                    <a:pt x="149" y="123"/>
                  </a:lnTo>
                  <a:lnTo>
                    <a:pt x="149" y="123"/>
                  </a:lnTo>
                  <a:lnTo>
                    <a:pt x="149" y="123"/>
                  </a:lnTo>
                  <a:lnTo>
                    <a:pt x="149" y="121"/>
                  </a:lnTo>
                  <a:lnTo>
                    <a:pt x="149" y="121"/>
                  </a:lnTo>
                  <a:lnTo>
                    <a:pt x="147" y="121"/>
                  </a:lnTo>
                  <a:lnTo>
                    <a:pt x="147" y="121"/>
                  </a:lnTo>
                  <a:lnTo>
                    <a:pt x="147" y="121"/>
                  </a:lnTo>
                  <a:lnTo>
                    <a:pt x="147" y="118"/>
                  </a:lnTo>
                  <a:lnTo>
                    <a:pt x="144" y="118"/>
                  </a:lnTo>
                  <a:lnTo>
                    <a:pt x="144" y="118"/>
                  </a:lnTo>
                  <a:lnTo>
                    <a:pt x="142" y="118"/>
                  </a:lnTo>
                  <a:lnTo>
                    <a:pt x="142" y="118"/>
                  </a:lnTo>
                  <a:lnTo>
                    <a:pt x="142" y="118"/>
                  </a:lnTo>
                  <a:lnTo>
                    <a:pt x="142" y="118"/>
                  </a:lnTo>
                  <a:lnTo>
                    <a:pt x="140" y="118"/>
                  </a:lnTo>
                  <a:lnTo>
                    <a:pt x="140" y="118"/>
                  </a:lnTo>
                  <a:lnTo>
                    <a:pt x="140" y="116"/>
                  </a:lnTo>
                  <a:lnTo>
                    <a:pt x="140" y="116"/>
                  </a:lnTo>
                  <a:lnTo>
                    <a:pt x="137" y="116"/>
                  </a:lnTo>
                  <a:lnTo>
                    <a:pt x="137" y="116"/>
                  </a:lnTo>
                  <a:lnTo>
                    <a:pt x="135" y="116"/>
                  </a:lnTo>
                  <a:lnTo>
                    <a:pt x="135" y="116"/>
                  </a:lnTo>
                  <a:lnTo>
                    <a:pt x="135" y="116"/>
                  </a:lnTo>
                  <a:lnTo>
                    <a:pt x="135" y="116"/>
                  </a:lnTo>
                  <a:lnTo>
                    <a:pt x="135" y="113"/>
                  </a:lnTo>
                  <a:lnTo>
                    <a:pt x="133" y="113"/>
                  </a:lnTo>
                  <a:lnTo>
                    <a:pt x="133" y="113"/>
                  </a:lnTo>
                  <a:lnTo>
                    <a:pt x="133" y="113"/>
                  </a:lnTo>
                  <a:lnTo>
                    <a:pt x="133" y="113"/>
                  </a:lnTo>
                  <a:lnTo>
                    <a:pt x="130" y="113"/>
                  </a:lnTo>
                  <a:lnTo>
                    <a:pt x="130" y="113"/>
                  </a:lnTo>
                  <a:lnTo>
                    <a:pt x="130" y="113"/>
                  </a:lnTo>
                  <a:lnTo>
                    <a:pt x="128" y="113"/>
                  </a:lnTo>
                  <a:lnTo>
                    <a:pt x="128" y="113"/>
                  </a:lnTo>
                  <a:lnTo>
                    <a:pt x="128" y="111"/>
                  </a:lnTo>
                  <a:lnTo>
                    <a:pt x="128" y="111"/>
                  </a:lnTo>
                  <a:lnTo>
                    <a:pt x="125" y="111"/>
                  </a:lnTo>
                  <a:lnTo>
                    <a:pt x="125" y="111"/>
                  </a:lnTo>
                  <a:lnTo>
                    <a:pt x="125" y="111"/>
                  </a:lnTo>
                  <a:lnTo>
                    <a:pt x="123" y="111"/>
                  </a:lnTo>
                  <a:lnTo>
                    <a:pt x="123" y="111"/>
                  </a:lnTo>
                  <a:lnTo>
                    <a:pt x="123" y="111"/>
                  </a:lnTo>
                  <a:lnTo>
                    <a:pt x="123" y="109"/>
                  </a:lnTo>
                  <a:lnTo>
                    <a:pt x="121" y="109"/>
                  </a:lnTo>
                  <a:lnTo>
                    <a:pt x="121" y="109"/>
                  </a:lnTo>
                  <a:lnTo>
                    <a:pt x="121" y="109"/>
                  </a:lnTo>
                  <a:lnTo>
                    <a:pt x="121" y="109"/>
                  </a:lnTo>
                  <a:lnTo>
                    <a:pt x="118" y="109"/>
                  </a:lnTo>
                  <a:lnTo>
                    <a:pt x="118" y="106"/>
                  </a:lnTo>
                  <a:lnTo>
                    <a:pt x="118" y="106"/>
                  </a:lnTo>
                  <a:lnTo>
                    <a:pt x="118" y="106"/>
                  </a:lnTo>
                  <a:lnTo>
                    <a:pt x="116" y="106"/>
                  </a:lnTo>
                  <a:lnTo>
                    <a:pt x="116" y="106"/>
                  </a:lnTo>
                  <a:lnTo>
                    <a:pt x="116" y="106"/>
                  </a:lnTo>
                  <a:lnTo>
                    <a:pt x="114" y="106"/>
                  </a:lnTo>
                  <a:lnTo>
                    <a:pt x="114" y="106"/>
                  </a:lnTo>
                  <a:lnTo>
                    <a:pt x="114" y="106"/>
                  </a:lnTo>
                  <a:lnTo>
                    <a:pt x="111" y="106"/>
                  </a:lnTo>
                  <a:lnTo>
                    <a:pt x="111" y="106"/>
                  </a:lnTo>
                  <a:lnTo>
                    <a:pt x="109" y="106"/>
                  </a:lnTo>
                  <a:lnTo>
                    <a:pt x="109" y="104"/>
                  </a:lnTo>
                  <a:lnTo>
                    <a:pt x="109" y="104"/>
                  </a:lnTo>
                  <a:lnTo>
                    <a:pt x="109" y="104"/>
                  </a:lnTo>
                  <a:lnTo>
                    <a:pt x="107" y="104"/>
                  </a:lnTo>
                  <a:lnTo>
                    <a:pt x="107" y="104"/>
                  </a:lnTo>
                  <a:lnTo>
                    <a:pt x="107" y="104"/>
                  </a:lnTo>
                  <a:lnTo>
                    <a:pt x="104" y="104"/>
                  </a:lnTo>
                  <a:lnTo>
                    <a:pt x="104" y="104"/>
                  </a:lnTo>
                  <a:lnTo>
                    <a:pt x="104" y="106"/>
                  </a:lnTo>
                  <a:lnTo>
                    <a:pt x="102" y="106"/>
                  </a:lnTo>
                  <a:lnTo>
                    <a:pt x="102" y="106"/>
                  </a:lnTo>
                  <a:lnTo>
                    <a:pt x="102" y="104"/>
                  </a:lnTo>
                  <a:lnTo>
                    <a:pt x="102" y="104"/>
                  </a:lnTo>
                  <a:lnTo>
                    <a:pt x="99" y="104"/>
                  </a:lnTo>
                  <a:lnTo>
                    <a:pt x="99" y="104"/>
                  </a:lnTo>
                  <a:lnTo>
                    <a:pt x="99" y="104"/>
                  </a:lnTo>
                  <a:lnTo>
                    <a:pt x="99" y="104"/>
                  </a:lnTo>
                  <a:lnTo>
                    <a:pt x="99" y="104"/>
                  </a:lnTo>
                  <a:lnTo>
                    <a:pt x="97" y="104"/>
                  </a:lnTo>
                  <a:lnTo>
                    <a:pt x="97" y="102"/>
                  </a:lnTo>
                  <a:lnTo>
                    <a:pt x="97" y="102"/>
                  </a:lnTo>
                  <a:lnTo>
                    <a:pt x="97" y="102"/>
                  </a:lnTo>
                  <a:lnTo>
                    <a:pt x="95" y="102"/>
                  </a:lnTo>
                  <a:lnTo>
                    <a:pt x="95" y="102"/>
                  </a:lnTo>
                  <a:lnTo>
                    <a:pt x="95" y="102"/>
                  </a:lnTo>
                  <a:lnTo>
                    <a:pt x="95" y="99"/>
                  </a:lnTo>
                  <a:lnTo>
                    <a:pt x="92" y="99"/>
                  </a:lnTo>
                  <a:lnTo>
                    <a:pt x="92" y="99"/>
                  </a:lnTo>
                  <a:lnTo>
                    <a:pt x="92" y="99"/>
                  </a:lnTo>
                  <a:lnTo>
                    <a:pt x="92" y="97"/>
                  </a:lnTo>
                  <a:lnTo>
                    <a:pt x="90" y="97"/>
                  </a:lnTo>
                  <a:lnTo>
                    <a:pt x="90" y="97"/>
                  </a:lnTo>
                  <a:lnTo>
                    <a:pt x="90" y="97"/>
                  </a:lnTo>
                  <a:lnTo>
                    <a:pt x="90" y="97"/>
                  </a:lnTo>
                  <a:lnTo>
                    <a:pt x="90" y="94"/>
                  </a:lnTo>
                  <a:lnTo>
                    <a:pt x="90" y="94"/>
                  </a:lnTo>
                  <a:lnTo>
                    <a:pt x="90" y="94"/>
                  </a:lnTo>
                  <a:lnTo>
                    <a:pt x="90" y="94"/>
                  </a:lnTo>
                  <a:lnTo>
                    <a:pt x="90" y="94"/>
                  </a:lnTo>
                  <a:lnTo>
                    <a:pt x="90" y="94"/>
                  </a:lnTo>
                  <a:lnTo>
                    <a:pt x="88" y="94"/>
                  </a:lnTo>
                  <a:lnTo>
                    <a:pt x="88" y="94"/>
                  </a:lnTo>
                  <a:lnTo>
                    <a:pt x="88" y="94"/>
                  </a:lnTo>
                  <a:lnTo>
                    <a:pt x="85" y="94"/>
                  </a:lnTo>
                  <a:lnTo>
                    <a:pt x="85" y="94"/>
                  </a:lnTo>
                  <a:lnTo>
                    <a:pt x="83" y="94"/>
                  </a:lnTo>
                  <a:lnTo>
                    <a:pt x="83" y="94"/>
                  </a:lnTo>
                  <a:lnTo>
                    <a:pt x="83" y="94"/>
                  </a:lnTo>
                  <a:lnTo>
                    <a:pt x="83" y="94"/>
                  </a:lnTo>
                  <a:lnTo>
                    <a:pt x="83" y="94"/>
                  </a:lnTo>
                  <a:lnTo>
                    <a:pt x="81" y="94"/>
                  </a:lnTo>
                  <a:lnTo>
                    <a:pt x="81" y="94"/>
                  </a:lnTo>
                  <a:lnTo>
                    <a:pt x="81" y="94"/>
                  </a:lnTo>
                  <a:lnTo>
                    <a:pt x="81" y="94"/>
                  </a:lnTo>
                  <a:lnTo>
                    <a:pt x="78" y="94"/>
                  </a:lnTo>
                  <a:lnTo>
                    <a:pt x="78" y="94"/>
                  </a:lnTo>
                  <a:lnTo>
                    <a:pt x="78" y="92"/>
                  </a:lnTo>
                  <a:lnTo>
                    <a:pt x="78" y="92"/>
                  </a:lnTo>
                  <a:lnTo>
                    <a:pt x="76" y="92"/>
                  </a:lnTo>
                  <a:lnTo>
                    <a:pt x="76" y="90"/>
                  </a:lnTo>
                  <a:lnTo>
                    <a:pt x="76" y="90"/>
                  </a:lnTo>
                  <a:lnTo>
                    <a:pt x="76" y="92"/>
                  </a:lnTo>
                  <a:lnTo>
                    <a:pt x="76" y="92"/>
                  </a:lnTo>
                  <a:lnTo>
                    <a:pt x="76" y="90"/>
                  </a:lnTo>
                  <a:lnTo>
                    <a:pt x="73" y="90"/>
                  </a:lnTo>
                  <a:lnTo>
                    <a:pt x="73" y="90"/>
                  </a:lnTo>
                  <a:lnTo>
                    <a:pt x="73" y="87"/>
                  </a:lnTo>
                  <a:lnTo>
                    <a:pt x="73" y="87"/>
                  </a:lnTo>
                  <a:lnTo>
                    <a:pt x="73" y="87"/>
                  </a:lnTo>
                  <a:lnTo>
                    <a:pt x="73" y="87"/>
                  </a:lnTo>
                  <a:lnTo>
                    <a:pt x="73" y="85"/>
                  </a:lnTo>
                  <a:lnTo>
                    <a:pt x="71" y="85"/>
                  </a:lnTo>
                  <a:lnTo>
                    <a:pt x="71" y="85"/>
                  </a:lnTo>
                  <a:lnTo>
                    <a:pt x="69" y="85"/>
                  </a:lnTo>
                  <a:lnTo>
                    <a:pt x="69" y="85"/>
                  </a:lnTo>
                  <a:lnTo>
                    <a:pt x="69" y="85"/>
                  </a:lnTo>
                  <a:lnTo>
                    <a:pt x="69" y="83"/>
                  </a:lnTo>
                  <a:lnTo>
                    <a:pt x="69" y="83"/>
                  </a:lnTo>
                  <a:lnTo>
                    <a:pt x="69" y="83"/>
                  </a:lnTo>
                  <a:lnTo>
                    <a:pt x="69" y="83"/>
                  </a:lnTo>
                  <a:lnTo>
                    <a:pt x="69" y="83"/>
                  </a:lnTo>
                  <a:lnTo>
                    <a:pt x="69" y="85"/>
                  </a:lnTo>
                  <a:lnTo>
                    <a:pt x="66" y="85"/>
                  </a:lnTo>
                  <a:lnTo>
                    <a:pt x="66" y="85"/>
                  </a:lnTo>
                  <a:lnTo>
                    <a:pt x="66" y="85"/>
                  </a:lnTo>
                  <a:lnTo>
                    <a:pt x="66" y="85"/>
                  </a:lnTo>
                  <a:lnTo>
                    <a:pt x="66" y="85"/>
                  </a:lnTo>
                  <a:lnTo>
                    <a:pt x="64" y="85"/>
                  </a:lnTo>
                  <a:lnTo>
                    <a:pt x="64" y="87"/>
                  </a:lnTo>
                  <a:lnTo>
                    <a:pt x="64" y="87"/>
                  </a:lnTo>
                  <a:lnTo>
                    <a:pt x="66" y="87"/>
                  </a:lnTo>
                  <a:lnTo>
                    <a:pt x="66" y="87"/>
                  </a:lnTo>
                  <a:lnTo>
                    <a:pt x="66" y="90"/>
                  </a:lnTo>
                  <a:lnTo>
                    <a:pt x="66" y="90"/>
                  </a:lnTo>
                  <a:lnTo>
                    <a:pt x="66" y="90"/>
                  </a:lnTo>
                  <a:lnTo>
                    <a:pt x="66" y="92"/>
                  </a:lnTo>
                  <a:lnTo>
                    <a:pt x="64" y="92"/>
                  </a:lnTo>
                  <a:lnTo>
                    <a:pt x="64" y="92"/>
                  </a:lnTo>
                  <a:lnTo>
                    <a:pt x="64" y="92"/>
                  </a:lnTo>
                  <a:lnTo>
                    <a:pt x="64" y="94"/>
                  </a:lnTo>
                  <a:lnTo>
                    <a:pt x="64" y="94"/>
                  </a:lnTo>
                  <a:lnTo>
                    <a:pt x="62" y="94"/>
                  </a:lnTo>
                  <a:lnTo>
                    <a:pt x="62" y="94"/>
                  </a:lnTo>
                  <a:lnTo>
                    <a:pt x="62" y="94"/>
                  </a:lnTo>
                  <a:lnTo>
                    <a:pt x="59" y="94"/>
                  </a:lnTo>
                  <a:lnTo>
                    <a:pt x="59" y="94"/>
                  </a:lnTo>
                  <a:lnTo>
                    <a:pt x="62" y="94"/>
                  </a:lnTo>
                  <a:lnTo>
                    <a:pt x="62" y="97"/>
                  </a:lnTo>
                  <a:lnTo>
                    <a:pt x="62" y="97"/>
                  </a:lnTo>
                  <a:lnTo>
                    <a:pt x="62" y="97"/>
                  </a:lnTo>
                  <a:lnTo>
                    <a:pt x="62" y="97"/>
                  </a:lnTo>
                  <a:lnTo>
                    <a:pt x="64" y="97"/>
                  </a:lnTo>
                  <a:lnTo>
                    <a:pt x="64" y="99"/>
                  </a:lnTo>
                  <a:lnTo>
                    <a:pt x="64" y="99"/>
                  </a:lnTo>
                  <a:lnTo>
                    <a:pt x="62" y="99"/>
                  </a:lnTo>
                  <a:lnTo>
                    <a:pt x="62" y="102"/>
                  </a:lnTo>
                  <a:lnTo>
                    <a:pt x="62" y="102"/>
                  </a:lnTo>
                  <a:lnTo>
                    <a:pt x="62" y="102"/>
                  </a:lnTo>
                  <a:lnTo>
                    <a:pt x="62" y="99"/>
                  </a:lnTo>
                  <a:lnTo>
                    <a:pt x="59" y="99"/>
                  </a:lnTo>
                  <a:lnTo>
                    <a:pt x="59" y="99"/>
                  </a:lnTo>
                  <a:lnTo>
                    <a:pt x="59" y="99"/>
                  </a:lnTo>
                  <a:lnTo>
                    <a:pt x="59" y="97"/>
                  </a:lnTo>
                  <a:lnTo>
                    <a:pt x="59" y="97"/>
                  </a:lnTo>
                  <a:lnTo>
                    <a:pt x="59" y="94"/>
                  </a:lnTo>
                  <a:lnTo>
                    <a:pt x="59" y="94"/>
                  </a:lnTo>
                  <a:lnTo>
                    <a:pt x="57" y="94"/>
                  </a:lnTo>
                  <a:lnTo>
                    <a:pt x="57" y="94"/>
                  </a:lnTo>
                  <a:lnTo>
                    <a:pt x="54" y="94"/>
                  </a:lnTo>
                  <a:lnTo>
                    <a:pt x="54" y="97"/>
                  </a:lnTo>
                  <a:lnTo>
                    <a:pt x="54" y="97"/>
                  </a:lnTo>
                  <a:lnTo>
                    <a:pt x="54" y="97"/>
                  </a:lnTo>
                  <a:lnTo>
                    <a:pt x="54" y="97"/>
                  </a:lnTo>
                  <a:lnTo>
                    <a:pt x="52" y="97"/>
                  </a:lnTo>
                  <a:lnTo>
                    <a:pt x="52" y="97"/>
                  </a:lnTo>
                  <a:lnTo>
                    <a:pt x="52" y="97"/>
                  </a:lnTo>
                  <a:lnTo>
                    <a:pt x="52" y="94"/>
                  </a:lnTo>
                  <a:lnTo>
                    <a:pt x="52" y="94"/>
                  </a:lnTo>
                  <a:lnTo>
                    <a:pt x="52" y="94"/>
                  </a:lnTo>
                  <a:lnTo>
                    <a:pt x="50" y="94"/>
                  </a:lnTo>
                  <a:lnTo>
                    <a:pt x="50" y="92"/>
                  </a:lnTo>
                  <a:lnTo>
                    <a:pt x="50" y="92"/>
                  </a:lnTo>
                  <a:lnTo>
                    <a:pt x="50" y="90"/>
                  </a:lnTo>
                  <a:lnTo>
                    <a:pt x="50" y="90"/>
                  </a:lnTo>
                  <a:lnTo>
                    <a:pt x="50" y="90"/>
                  </a:lnTo>
                  <a:lnTo>
                    <a:pt x="50" y="87"/>
                  </a:lnTo>
                  <a:lnTo>
                    <a:pt x="50" y="87"/>
                  </a:lnTo>
                  <a:lnTo>
                    <a:pt x="50" y="87"/>
                  </a:lnTo>
                  <a:lnTo>
                    <a:pt x="50" y="85"/>
                  </a:lnTo>
                  <a:lnTo>
                    <a:pt x="50" y="85"/>
                  </a:lnTo>
                  <a:lnTo>
                    <a:pt x="50" y="85"/>
                  </a:lnTo>
                  <a:lnTo>
                    <a:pt x="50" y="85"/>
                  </a:lnTo>
                  <a:lnTo>
                    <a:pt x="50" y="85"/>
                  </a:lnTo>
                  <a:lnTo>
                    <a:pt x="52" y="85"/>
                  </a:lnTo>
                  <a:lnTo>
                    <a:pt x="52" y="85"/>
                  </a:lnTo>
                  <a:lnTo>
                    <a:pt x="52" y="83"/>
                  </a:lnTo>
                  <a:lnTo>
                    <a:pt x="52" y="83"/>
                  </a:lnTo>
                  <a:lnTo>
                    <a:pt x="52" y="80"/>
                  </a:lnTo>
                  <a:lnTo>
                    <a:pt x="52" y="80"/>
                  </a:lnTo>
                  <a:lnTo>
                    <a:pt x="50" y="80"/>
                  </a:lnTo>
                  <a:lnTo>
                    <a:pt x="50" y="83"/>
                  </a:lnTo>
                  <a:lnTo>
                    <a:pt x="50" y="83"/>
                  </a:lnTo>
                  <a:lnTo>
                    <a:pt x="50" y="83"/>
                  </a:lnTo>
                  <a:lnTo>
                    <a:pt x="47" y="83"/>
                  </a:lnTo>
                  <a:lnTo>
                    <a:pt x="47" y="80"/>
                  </a:lnTo>
                  <a:lnTo>
                    <a:pt x="47" y="80"/>
                  </a:lnTo>
                  <a:lnTo>
                    <a:pt x="47" y="80"/>
                  </a:lnTo>
                  <a:lnTo>
                    <a:pt x="47" y="78"/>
                  </a:lnTo>
                  <a:lnTo>
                    <a:pt x="47" y="78"/>
                  </a:lnTo>
                  <a:lnTo>
                    <a:pt x="47" y="78"/>
                  </a:lnTo>
                  <a:lnTo>
                    <a:pt x="47" y="75"/>
                  </a:lnTo>
                  <a:lnTo>
                    <a:pt x="47" y="75"/>
                  </a:lnTo>
                  <a:lnTo>
                    <a:pt x="47" y="75"/>
                  </a:lnTo>
                  <a:lnTo>
                    <a:pt x="47" y="75"/>
                  </a:lnTo>
                  <a:lnTo>
                    <a:pt x="47" y="73"/>
                  </a:lnTo>
                  <a:lnTo>
                    <a:pt x="47" y="73"/>
                  </a:lnTo>
                  <a:lnTo>
                    <a:pt x="47" y="73"/>
                  </a:lnTo>
                  <a:lnTo>
                    <a:pt x="45" y="73"/>
                  </a:lnTo>
                  <a:lnTo>
                    <a:pt x="45" y="73"/>
                  </a:lnTo>
                  <a:lnTo>
                    <a:pt x="43" y="73"/>
                  </a:lnTo>
                  <a:lnTo>
                    <a:pt x="43" y="71"/>
                  </a:lnTo>
                  <a:lnTo>
                    <a:pt x="43" y="71"/>
                  </a:lnTo>
                  <a:lnTo>
                    <a:pt x="43" y="71"/>
                  </a:lnTo>
                  <a:lnTo>
                    <a:pt x="43" y="71"/>
                  </a:lnTo>
                  <a:lnTo>
                    <a:pt x="43" y="68"/>
                  </a:lnTo>
                  <a:lnTo>
                    <a:pt x="43" y="68"/>
                  </a:lnTo>
                  <a:lnTo>
                    <a:pt x="43" y="68"/>
                  </a:lnTo>
                  <a:lnTo>
                    <a:pt x="43" y="68"/>
                  </a:lnTo>
                  <a:lnTo>
                    <a:pt x="40" y="68"/>
                  </a:lnTo>
                  <a:lnTo>
                    <a:pt x="40" y="68"/>
                  </a:lnTo>
                  <a:lnTo>
                    <a:pt x="40" y="68"/>
                  </a:lnTo>
                  <a:lnTo>
                    <a:pt x="38" y="68"/>
                  </a:lnTo>
                  <a:lnTo>
                    <a:pt x="38" y="68"/>
                  </a:lnTo>
                  <a:lnTo>
                    <a:pt x="36" y="68"/>
                  </a:lnTo>
                  <a:lnTo>
                    <a:pt x="36" y="68"/>
                  </a:lnTo>
                  <a:lnTo>
                    <a:pt x="36" y="66"/>
                  </a:lnTo>
                  <a:lnTo>
                    <a:pt x="36" y="66"/>
                  </a:lnTo>
                  <a:lnTo>
                    <a:pt x="33" y="66"/>
                  </a:lnTo>
                  <a:lnTo>
                    <a:pt x="33" y="66"/>
                  </a:lnTo>
                  <a:lnTo>
                    <a:pt x="33" y="66"/>
                  </a:lnTo>
                  <a:lnTo>
                    <a:pt x="33" y="64"/>
                  </a:lnTo>
                  <a:lnTo>
                    <a:pt x="33" y="64"/>
                  </a:lnTo>
                  <a:lnTo>
                    <a:pt x="33" y="64"/>
                  </a:lnTo>
                  <a:lnTo>
                    <a:pt x="33" y="64"/>
                  </a:lnTo>
                  <a:lnTo>
                    <a:pt x="33" y="64"/>
                  </a:lnTo>
                  <a:lnTo>
                    <a:pt x="33" y="61"/>
                  </a:lnTo>
                  <a:lnTo>
                    <a:pt x="33" y="61"/>
                  </a:lnTo>
                  <a:lnTo>
                    <a:pt x="33" y="61"/>
                  </a:lnTo>
                  <a:lnTo>
                    <a:pt x="36" y="61"/>
                  </a:lnTo>
                  <a:lnTo>
                    <a:pt x="36" y="59"/>
                  </a:lnTo>
                  <a:lnTo>
                    <a:pt x="36" y="59"/>
                  </a:lnTo>
                  <a:lnTo>
                    <a:pt x="36" y="59"/>
                  </a:lnTo>
                  <a:lnTo>
                    <a:pt x="36" y="59"/>
                  </a:lnTo>
                  <a:lnTo>
                    <a:pt x="38" y="59"/>
                  </a:lnTo>
                  <a:lnTo>
                    <a:pt x="38" y="59"/>
                  </a:lnTo>
                  <a:lnTo>
                    <a:pt x="40" y="59"/>
                  </a:lnTo>
                  <a:lnTo>
                    <a:pt x="40" y="59"/>
                  </a:lnTo>
                  <a:lnTo>
                    <a:pt x="40" y="59"/>
                  </a:lnTo>
                  <a:lnTo>
                    <a:pt x="43" y="59"/>
                  </a:lnTo>
                  <a:lnTo>
                    <a:pt x="43" y="57"/>
                  </a:lnTo>
                  <a:lnTo>
                    <a:pt x="43" y="57"/>
                  </a:lnTo>
                  <a:lnTo>
                    <a:pt x="43" y="57"/>
                  </a:lnTo>
                  <a:lnTo>
                    <a:pt x="45" y="57"/>
                  </a:lnTo>
                  <a:lnTo>
                    <a:pt x="45" y="59"/>
                  </a:lnTo>
                  <a:lnTo>
                    <a:pt x="45" y="59"/>
                  </a:lnTo>
                  <a:lnTo>
                    <a:pt x="47" y="59"/>
                  </a:lnTo>
                  <a:lnTo>
                    <a:pt x="47" y="59"/>
                  </a:lnTo>
                  <a:lnTo>
                    <a:pt x="47" y="59"/>
                  </a:lnTo>
                  <a:lnTo>
                    <a:pt x="47" y="61"/>
                  </a:lnTo>
                  <a:lnTo>
                    <a:pt x="47" y="61"/>
                  </a:lnTo>
                  <a:lnTo>
                    <a:pt x="47" y="61"/>
                  </a:lnTo>
                  <a:lnTo>
                    <a:pt x="50" y="61"/>
                  </a:lnTo>
                  <a:lnTo>
                    <a:pt x="50" y="64"/>
                  </a:lnTo>
                  <a:lnTo>
                    <a:pt x="50" y="64"/>
                  </a:lnTo>
                  <a:lnTo>
                    <a:pt x="50" y="61"/>
                  </a:lnTo>
                  <a:lnTo>
                    <a:pt x="50" y="61"/>
                  </a:lnTo>
                  <a:lnTo>
                    <a:pt x="50" y="61"/>
                  </a:lnTo>
                  <a:lnTo>
                    <a:pt x="52" y="61"/>
                  </a:lnTo>
                  <a:lnTo>
                    <a:pt x="52" y="59"/>
                  </a:lnTo>
                  <a:lnTo>
                    <a:pt x="52" y="59"/>
                  </a:lnTo>
                  <a:lnTo>
                    <a:pt x="52" y="59"/>
                  </a:lnTo>
                  <a:lnTo>
                    <a:pt x="54" y="59"/>
                  </a:lnTo>
                  <a:lnTo>
                    <a:pt x="54" y="57"/>
                  </a:lnTo>
                  <a:lnTo>
                    <a:pt x="54" y="57"/>
                  </a:lnTo>
                  <a:lnTo>
                    <a:pt x="54" y="57"/>
                  </a:lnTo>
                  <a:lnTo>
                    <a:pt x="54" y="57"/>
                  </a:lnTo>
                  <a:lnTo>
                    <a:pt x="54" y="54"/>
                  </a:lnTo>
                  <a:lnTo>
                    <a:pt x="57" y="54"/>
                  </a:lnTo>
                  <a:lnTo>
                    <a:pt x="57" y="54"/>
                  </a:lnTo>
                  <a:lnTo>
                    <a:pt x="57" y="54"/>
                  </a:lnTo>
                  <a:lnTo>
                    <a:pt x="57" y="54"/>
                  </a:lnTo>
                  <a:lnTo>
                    <a:pt x="59" y="54"/>
                  </a:lnTo>
                  <a:lnTo>
                    <a:pt x="59" y="54"/>
                  </a:lnTo>
                  <a:lnTo>
                    <a:pt x="59" y="54"/>
                  </a:lnTo>
                  <a:lnTo>
                    <a:pt x="59" y="52"/>
                  </a:lnTo>
                  <a:lnTo>
                    <a:pt x="62" y="52"/>
                  </a:lnTo>
                  <a:lnTo>
                    <a:pt x="62" y="54"/>
                  </a:lnTo>
                  <a:lnTo>
                    <a:pt x="62" y="54"/>
                  </a:lnTo>
                  <a:lnTo>
                    <a:pt x="62" y="54"/>
                  </a:lnTo>
                  <a:lnTo>
                    <a:pt x="64" y="54"/>
                  </a:lnTo>
                  <a:lnTo>
                    <a:pt x="64" y="54"/>
                  </a:lnTo>
                  <a:lnTo>
                    <a:pt x="64" y="54"/>
                  </a:lnTo>
                  <a:lnTo>
                    <a:pt x="66" y="54"/>
                  </a:lnTo>
                  <a:lnTo>
                    <a:pt x="66" y="54"/>
                  </a:lnTo>
                  <a:lnTo>
                    <a:pt x="66" y="52"/>
                  </a:lnTo>
                  <a:lnTo>
                    <a:pt x="66" y="52"/>
                  </a:lnTo>
                  <a:lnTo>
                    <a:pt x="66" y="52"/>
                  </a:lnTo>
                  <a:lnTo>
                    <a:pt x="66" y="54"/>
                  </a:lnTo>
                  <a:lnTo>
                    <a:pt x="69" y="54"/>
                  </a:lnTo>
                  <a:lnTo>
                    <a:pt x="69" y="54"/>
                  </a:lnTo>
                  <a:lnTo>
                    <a:pt x="69" y="54"/>
                  </a:lnTo>
                  <a:lnTo>
                    <a:pt x="69" y="54"/>
                  </a:lnTo>
                  <a:lnTo>
                    <a:pt x="71" y="54"/>
                  </a:lnTo>
                  <a:lnTo>
                    <a:pt x="71" y="54"/>
                  </a:lnTo>
                  <a:lnTo>
                    <a:pt x="71" y="54"/>
                  </a:lnTo>
                  <a:lnTo>
                    <a:pt x="73" y="54"/>
                  </a:lnTo>
                  <a:lnTo>
                    <a:pt x="73" y="52"/>
                  </a:lnTo>
                  <a:lnTo>
                    <a:pt x="73" y="52"/>
                  </a:lnTo>
                  <a:lnTo>
                    <a:pt x="73" y="52"/>
                  </a:lnTo>
                  <a:lnTo>
                    <a:pt x="73" y="52"/>
                  </a:lnTo>
                  <a:lnTo>
                    <a:pt x="73" y="49"/>
                  </a:lnTo>
                  <a:lnTo>
                    <a:pt x="71" y="49"/>
                  </a:lnTo>
                  <a:lnTo>
                    <a:pt x="71" y="49"/>
                  </a:lnTo>
                  <a:lnTo>
                    <a:pt x="69" y="49"/>
                  </a:lnTo>
                  <a:lnTo>
                    <a:pt x="69" y="49"/>
                  </a:lnTo>
                  <a:lnTo>
                    <a:pt x="69" y="49"/>
                  </a:lnTo>
                  <a:lnTo>
                    <a:pt x="69" y="49"/>
                  </a:lnTo>
                  <a:lnTo>
                    <a:pt x="66" y="49"/>
                  </a:lnTo>
                  <a:lnTo>
                    <a:pt x="66" y="49"/>
                  </a:lnTo>
                  <a:lnTo>
                    <a:pt x="66" y="49"/>
                  </a:lnTo>
                  <a:lnTo>
                    <a:pt x="64" y="49"/>
                  </a:lnTo>
                  <a:lnTo>
                    <a:pt x="64" y="49"/>
                  </a:lnTo>
                  <a:lnTo>
                    <a:pt x="62" y="49"/>
                  </a:lnTo>
                  <a:lnTo>
                    <a:pt x="62" y="49"/>
                  </a:lnTo>
                  <a:lnTo>
                    <a:pt x="62" y="47"/>
                  </a:lnTo>
                  <a:lnTo>
                    <a:pt x="62" y="47"/>
                  </a:lnTo>
                  <a:lnTo>
                    <a:pt x="62" y="49"/>
                  </a:lnTo>
                  <a:lnTo>
                    <a:pt x="59" y="49"/>
                  </a:lnTo>
                  <a:lnTo>
                    <a:pt x="59" y="47"/>
                  </a:lnTo>
                  <a:lnTo>
                    <a:pt x="59" y="47"/>
                  </a:lnTo>
                  <a:lnTo>
                    <a:pt x="59" y="49"/>
                  </a:lnTo>
                  <a:lnTo>
                    <a:pt x="59" y="49"/>
                  </a:lnTo>
                  <a:lnTo>
                    <a:pt x="57" y="49"/>
                  </a:lnTo>
                  <a:lnTo>
                    <a:pt x="57" y="49"/>
                  </a:lnTo>
                  <a:lnTo>
                    <a:pt x="57" y="49"/>
                  </a:lnTo>
                  <a:lnTo>
                    <a:pt x="54" y="49"/>
                  </a:lnTo>
                  <a:lnTo>
                    <a:pt x="54" y="52"/>
                  </a:lnTo>
                  <a:lnTo>
                    <a:pt x="54" y="52"/>
                  </a:lnTo>
                  <a:lnTo>
                    <a:pt x="54" y="49"/>
                  </a:lnTo>
                  <a:lnTo>
                    <a:pt x="54" y="49"/>
                  </a:lnTo>
                  <a:lnTo>
                    <a:pt x="52" y="49"/>
                  </a:lnTo>
                  <a:lnTo>
                    <a:pt x="52" y="49"/>
                  </a:lnTo>
                  <a:lnTo>
                    <a:pt x="52" y="49"/>
                  </a:lnTo>
                  <a:lnTo>
                    <a:pt x="50" y="49"/>
                  </a:lnTo>
                  <a:lnTo>
                    <a:pt x="50" y="49"/>
                  </a:lnTo>
                  <a:lnTo>
                    <a:pt x="50" y="49"/>
                  </a:lnTo>
                  <a:lnTo>
                    <a:pt x="50" y="52"/>
                  </a:lnTo>
                  <a:lnTo>
                    <a:pt x="50" y="52"/>
                  </a:lnTo>
                  <a:lnTo>
                    <a:pt x="47" y="52"/>
                  </a:lnTo>
                  <a:lnTo>
                    <a:pt x="47" y="49"/>
                  </a:lnTo>
                  <a:lnTo>
                    <a:pt x="47" y="49"/>
                  </a:lnTo>
                  <a:lnTo>
                    <a:pt x="47" y="49"/>
                  </a:lnTo>
                  <a:lnTo>
                    <a:pt x="47" y="49"/>
                  </a:lnTo>
                  <a:lnTo>
                    <a:pt x="47" y="47"/>
                  </a:lnTo>
                  <a:lnTo>
                    <a:pt x="45" y="47"/>
                  </a:lnTo>
                  <a:lnTo>
                    <a:pt x="45" y="47"/>
                  </a:lnTo>
                  <a:lnTo>
                    <a:pt x="45" y="49"/>
                  </a:lnTo>
                  <a:lnTo>
                    <a:pt x="43" y="49"/>
                  </a:lnTo>
                  <a:lnTo>
                    <a:pt x="43" y="49"/>
                  </a:lnTo>
                  <a:lnTo>
                    <a:pt x="43" y="49"/>
                  </a:lnTo>
                  <a:lnTo>
                    <a:pt x="43" y="49"/>
                  </a:lnTo>
                  <a:lnTo>
                    <a:pt x="40" y="49"/>
                  </a:lnTo>
                  <a:lnTo>
                    <a:pt x="40" y="49"/>
                  </a:lnTo>
                  <a:lnTo>
                    <a:pt x="40" y="49"/>
                  </a:lnTo>
                  <a:lnTo>
                    <a:pt x="40" y="49"/>
                  </a:lnTo>
                  <a:lnTo>
                    <a:pt x="40" y="47"/>
                  </a:lnTo>
                  <a:lnTo>
                    <a:pt x="38" y="47"/>
                  </a:lnTo>
                  <a:lnTo>
                    <a:pt x="38" y="47"/>
                  </a:lnTo>
                  <a:lnTo>
                    <a:pt x="38" y="47"/>
                  </a:lnTo>
                  <a:lnTo>
                    <a:pt x="36" y="47"/>
                  </a:lnTo>
                  <a:lnTo>
                    <a:pt x="36" y="47"/>
                  </a:lnTo>
                  <a:lnTo>
                    <a:pt x="36" y="45"/>
                  </a:lnTo>
                  <a:lnTo>
                    <a:pt x="36" y="45"/>
                  </a:lnTo>
                  <a:lnTo>
                    <a:pt x="36" y="45"/>
                  </a:lnTo>
                  <a:lnTo>
                    <a:pt x="33" y="45"/>
                  </a:lnTo>
                  <a:lnTo>
                    <a:pt x="33" y="45"/>
                  </a:lnTo>
                  <a:lnTo>
                    <a:pt x="33" y="42"/>
                  </a:lnTo>
                  <a:lnTo>
                    <a:pt x="33" y="42"/>
                  </a:lnTo>
                  <a:lnTo>
                    <a:pt x="33" y="42"/>
                  </a:lnTo>
                  <a:lnTo>
                    <a:pt x="33" y="42"/>
                  </a:lnTo>
                  <a:lnTo>
                    <a:pt x="33" y="40"/>
                  </a:lnTo>
                  <a:lnTo>
                    <a:pt x="33" y="40"/>
                  </a:lnTo>
                  <a:lnTo>
                    <a:pt x="33" y="38"/>
                  </a:lnTo>
                  <a:lnTo>
                    <a:pt x="33" y="38"/>
                  </a:lnTo>
                  <a:lnTo>
                    <a:pt x="33" y="35"/>
                  </a:lnTo>
                  <a:lnTo>
                    <a:pt x="31" y="35"/>
                  </a:lnTo>
                  <a:lnTo>
                    <a:pt x="31" y="35"/>
                  </a:lnTo>
                  <a:lnTo>
                    <a:pt x="31" y="35"/>
                  </a:lnTo>
                  <a:lnTo>
                    <a:pt x="31" y="33"/>
                  </a:lnTo>
                  <a:lnTo>
                    <a:pt x="31" y="33"/>
                  </a:lnTo>
                  <a:lnTo>
                    <a:pt x="28" y="33"/>
                  </a:lnTo>
                  <a:lnTo>
                    <a:pt x="28" y="33"/>
                  </a:lnTo>
                  <a:lnTo>
                    <a:pt x="28" y="33"/>
                  </a:lnTo>
                  <a:lnTo>
                    <a:pt x="28" y="33"/>
                  </a:lnTo>
                  <a:lnTo>
                    <a:pt x="26" y="33"/>
                  </a:lnTo>
                  <a:lnTo>
                    <a:pt x="26" y="33"/>
                  </a:lnTo>
                  <a:lnTo>
                    <a:pt x="26" y="30"/>
                  </a:lnTo>
                  <a:lnTo>
                    <a:pt x="26" y="30"/>
                  </a:lnTo>
                  <a:lnTo>
                    <a:pt x="24" y="30"/>
                  </a:lnTo>
                  <a:lnTo>
                    <a:pt x="24" y="30"/>
                  </a:lnTo>
                  <a:lnTo>
                    <a:pt x="21" y="30"/>
                  </a:lnTo>
                  <a:lnTo>
                    <a:pt x="21" y="30"/>
                  </a:lnTo>
                  <a:lnTo>
                    <a:pt x="21" y="30"/>
                  </a:lnTo>
                  <a:lnTo>
                    <a:pt x="21" y="30"/>
                  </a:lnTo>
                  <a:lnTo>
                    <a:pt x="19" y="30"/>
                  </a:lnTo>
                  <a:lnTo>
                    <a:pt x="19" y="30"/>
                  </a:lnTo>
                  <a:lnTo>
                    <a:pt x="19" y="30"/>
                  </a:lnTo>
                  <a:lnTo>
                    <a:pt x="17" y="30"/>
                  </a:lnTo>
                  <a:lnTo>
                    <a:pt x="17" y="30"/>
                  </a:lnTo>
                  <a:lnTo>
                    <a:pt x="17" y="30"/>
                  </a:lnTo>
                  <a:lnTo>
                    <a:pt x="17" y="30"/>
                  </a:lnTo>
                  <a:lnTo>
                    <a:pt x="14" y="30"/>
                  </a:lnTo>
                  <a:lnTo>
                    <a:pt x="14" y="30"/>
                  </a:lnTo>
                  <a:lnTo>
                    <a:pt x="14" y="28"/>
                  </a:lnTo>
                  <a:lnTo>
                    <a:pt x="14" y="28"/>
                  </a:lnTo>
                  <a:lnTo>
                    <a:pt x="12" y="28"/>
                  </a:lnTo>
                  <a:lnTo>
                    <a:pt x="12" y="28"/>
                  </a:lnTo>
                  <a:lnTo>
                    <a:pt x="10" y="28"/>
                  </a:lnTo>
                  <a:lnTo>
                    <a:pt x="10" y="28"/>
                  </a:lnTo>
                  <a:lnTo>
                    <a:pt x="10" y="28"/>
                  </a:lnTo>
                  <a:lnTo>
                    <a:pt x="10" y="28"/>
                  </a:lnTo>
                  <a:lnTo>
                    <a:pt x="10" y="26"/>
                  </a:lnTo>
                  <a:lnTo>
                    <a:pt x="10" y="26"/>
                  </a:lnTo>
                  <a:lnTo>
                    <a:pt x="7" y="26"/>
                  </a:lnTo>
                  <a:lnTo>
                    <a:pt x="7" y="26"/>
                  </a:lnTo>
                  <a:lnTo>
                    <a:pt x="7" y="26"/>
                  </a:lnTo>
                  <a:lnTo>
                    <a:pt x="7" y="26"/>
                  </a:lnTo>
                  <a:lnTo>
                    <a:pt x="7" y="26"/>
                  </a:lnTo>
                  <a:lnTo>
                    <a:pt x="7" y="26"/>
                  </a:lnTo>
                  <a:lnTo>
                    <a:pt x="7" y="26"/>
                  </a:lnTo>
                  <a:lnTo>
                    <a:pt x="7" y="26"/>
                  </a:lnTo>
                  <a:lnTo>
                    <a:pt x="7" y="23"/>
                  </a:lnTo>
                  <a:lnTo>
                    <a:pt x="7" y="23"/>
                  </a:lnTo>
                  <a:lnTo>
                    <a:pt x="7" y="21"/>
                  </a:lnTo>
                  <a:lnTo>
                    <a:pt x="5" y="21"/>
                  </a:lnTo>
                  <a:lnTo>
                    <a:pt x="5" y="21"/>
                  </a:lnTo>
                  <a:lnTo>
                    <a:pt x="5" y="19"/>
                  </a:lnTo>
                  <a:lnTo>
                    <a:pt x="5" y="19"/>
                  </a:lnTo>
                  <a:lnTo>
                    <a:pt x="5" y="19"/>
                  </a:lnTo>
                  <a:lnTo>
                    <a:pt x="5" y="16"/>
                  </a:lnTo>
                  <a:lnTo>
                    <a:pt x="5" y="16"/>
                  </a:lnTo>
                  <a:lnTo>
                    <a:pt x="5" y="14"/>
                  </a:lnTo>
                  <a:lnTo>
                    <a:pt x="2" y="14"/>
                  </a:lnTo>
                  <a:lnTo>
                    <a:pt x="2" y="14"/>
                  </a:lnTo>
                  <a:lnTo>
                    <a:pt x="2" y="16"/>
                  </a:lnTo>
                  <a:lnTo>
                    <a:pt x="2" y="16"/>
                  </a:lnTo>
                  <a:lnTo>
                    <a:pt x="0" y="16"/>
                  </a:lnTo>
                  <a:lnTo>
                    <a:pt x="0" y="16"/>
                  </a:lnTo>
                  <a:lnTo>
                    <a:pt x="0" y="16"/>
                  </a:lnTo>
                  <a:lnTo>
                    <a:pt x="0" y="14"/>
                  </a:lnTo>
                  <a:lnTo>
                    <a:pt x="0" y="14"/>
                  </a:lnTo>
                  <a:lnTo>
                    <a:pt x="0" y="14"/>
                  </a:lnTo>
                  <a:lnTo>
                    <a:pt x="0" y="14"/>
                  </a:lnTo>
                  <a:lnTo>
                    <a:pt x="0" y="11"/>
                  </a:lnTo>
                  <a:lnTo>
                    <a:pt x="0" y="11"/>
                  </a:lnTo>
                  <a:lnTo>
                    <a:pt x="0" y="11"/>
                  </a:lnTo>
                  <a:lnTo>
                    <a:pt x="2" y="11"/>
                  </a:lnTo>
                  <a:lnTo>
                    <a:pt x="2" y="11"/>
                  </a:lnTo>
                  <a:lnTo>
                    <a:pt x="2" y="11"/>
                  </a:lnTo>
                  <a:lnTo>
                    <a:pt x="2" y="11"/>
                  </a:lnTo>
                  <a:lnTo>
                    <a:pt x="5" y="11"/>
                  </a:lnTo>
                  <a:lnTo>
                    <a:pt x="5" y="11"/>
                  </a:lnTo>
                  <a:lnTo>
                    <a:pt x="5" y="11"/>
                  </a:lnTo>
                  <a:lnTo>
                    <a:pt x="7" y="11"/>
                  </a:lnTo>
                  <a:lnTo>
                    <a:pt x="7" y="11"/>
                  </a:lnTo>
                  <a:lnTo>
                    <a:pt x="7" y="11"/>
                  </a:lnTo>
                  <a:lnTo>
                    <a:pt x="10" y="11"/>
                  </a:lnTo>
                  <a:lnTo>
                    <a:pt x="10" y="11"/>
                  </a:lnTo>
                  <a:lnTo>
                    <a:pt x="10" y="11"/>
                  </a:lnTo>
                  <a:lnTo>
                    <a:pt x="12" y="11"/>
                  </a:lnTo>
                  <a:lnTo>
                    <a:pt x="12" y="11"/>
                  </a:lnTo>
                  <a:lnTo>
                    <a:pt x="12" y="14"/>
                  </a:lnTo>
                  <a:lnTo>
                    <a:pt x="10" y="14"/>
                  </a:lnTo>
                  <a:lnTo>
                    <a:pt x="10" y="14"/>
                  </a:lnTo>
                  <a:lnTo>
                    <a:pt x="12" y="14"/>
                  </a:lnTo>
                  <a:lnTo>
                    <a:pt x="12" y="14"/>
                  </a:lnTo>
                  <a:lnTo>
                    <a:pt x="12" y="14"/>
                  </a:lnTo>
                  <a:lnTo>
                    <a:pt x="12" y="14"/>
                  </a:lnTo>
                  <a:lnTo>
                    <a:pt x="14" y="14"/>
                  </a:lnTo>
                  <a:lnTo>
                    <a:pt x="14" y="14"/>
                  </a:lnTo>
                  <a:lnTo>
                    <a:pt x="14" y="14"/>
                  </a:lnTo>
                  <a:lnTo>
                    <a:pt x="14" y="14"/>
                  </a:lnTo>
                  <a:lnTo>
                    <a:pt x="14" y="14"/>
                  </a:lnTo>
                  <a:lnTo>
                    <a:pt x="17" y="14"/>
                  </a:lnTo>
                  <a:lnTo>
                    <a:pt x="17" y="14"/>
                  </a:lnTo>
                  <a:lnTo>
                    <a:pt x="17" y="11"/>
                  </a:lnTo>
                  <a:lnTo>
                    <a:pt x="17" y="11"/>
                  </a:lnTo>
                  <a:lnTo>
                    <a:pt x="17" y="11"/>
                  </a:lnTo>
                  <a:lnTo>
                    <a:pt x="19" y="11"/>
                  </a:lnTo>
                  <a:lnTo>
                    <a:pt x="19" y="11"/>
                  </a:lnTo>
                  <a:lnTo>
                    <a:pt x="19" y="11"/>
                  </a:lnTo>
                  <a:lnTo>
                    <a:pt x="21" y="11"/>
                  </a:lnTo>
                  <a:lnTo>
                    <a:pt x="21" y="11"/>
                  </a:lnTo>
                  <a:lnTo>
                    <a:pt x="21" y="9"/>
                  </a:lnTo>
                  <a:lnTo>
                    <a:pt x="21" y="9"/>
                  </a:lnTo>
                  <a:lnTo>
                    <a:pt x="24" y="9"/>
                  </a:lnTo>
                  <a:lnTo>
                    <a:pt x="24" y="9"/>
                  </a:lnTo>
                  <a:lnTo>
                    <a:pt x="26" y="9"/>
                  </a:lnTo>
                  <a:lnTo>
                    <a:pt x="26" y="9"/>
                  </a:lnTo>
                  <a:lnTo>
                    <a:pt x="26" y="9"/>
                  </a:lnTo>
                  <a:lnTo>
                    <a:pt x="28" y="9"/>
                  </a:lnTo>
                  <a:lnTo>
                    <a:pt x="28" y="9"/>
                  </a:lnTo>
                  <a:lnTo>
                    <a:pt x="28" y="9"/>
                  </a:lnTo>
                  <a:lnTo>
                    <a:pt x="31" y="9"/>
                  </a:lnTo>
                  <a:lnTo>
                    <a:pt x="31" y="9"/>
                  </a:lnTo>
                  <a:lnTo>
                    <a:pt x="31" y="9"/>
                  </a:lnTo>
                  <a:lnTo>
                    <a:pt x="31" y="7"/>
                  </a:lnTo>
                  <a:lnTo>
                    <a:pt x="33" y="7"/>
                  </a:lnTo>
                  <a:lnTo>
                    <a:pt x="33" y="7"/>
                  </a:lnTo>
                  <a:lnTo>
                    <a:pt x="33" y="7"/>
                  </a:lnTo>
                  <a:lnTo>
                    <a:pt x="33" y="4"/>
                  </a:lnTo>
                  <a:lnTo>
                    <a:pt x="33" y="4"/>
                  </a:lnTo>
                  <a:lnTo>
                    <a:pt x="36" y="4"/>
                  </a:lnTo>
                  <a:lnTo>
                    <a:pt x="36" y="4"/>
                  </a:lnTo>
                  <a:lnTo>
                    <a:pt x="36" y="4"/>
                  </a:lnTo>
                  <a:lnTo>
                    <a:pt x="36" y="4"/>
                  </a:lnTo>
                  <a:lnTo>
                    <a:pt x="36" y="4"/>
                  </a:lnTo>
                  <a:lnTo>
                    <a:pt x="36" y="2"/>
                  </a:lnTo>
                  <a:lnTo>
                    <a:pt x="38" y="2"/>
                  </a:lnTo>
                  <a:lnTo>
                    <a:pt x="38" y="2"/>
                  </a:lnTo>
                  <a:lnTo>
                    <a:pt x="36" y="2"/>
                  </a:lnTo>
                  <a:lnTo>
                    <a:pt x="36" y="0"/>
                  </a:lnTo>
                  <a:lnTo>
                    <a:pt x="38" y="0"/>
                  </a:lnTo>
                  <a:lnTo>
                    <a:pt x="38" y="0"/>
                  </a:lnTo>
                  <a:lnTo>
                    <a:pt x="38" y="2"/>
                  </a:lnTo>
                  <a:lnTo>
                    <a:pt x="40" y="2"/>
                  </a:lnTo>
                  <a:lnTo>
                    <a:pt x="40" y="2"/>
                  </a:lnTo>
                  <a:lnTo>
                    <a:pt x="40" y="2"/>
                  </a:lnTo>
                  <a:lnTo>
                    <a:pt x="40" y="0"/>
                  </a:lnTo>
                  <a:lnTo>
                    <a:pt x="43" y="0"/>
                  </a:lnTo>
                  <a:lnTo>
                    <a:pt x="43" y="0"/>
                  </a:lnTo>
                  <a:lnTo>
                    <a:pt x="43" y="0"/>
                  </a:lnTo>
                  <a:lnTo>
                    <a:pt x="45" y="0"/>
                  </a:lnTo>
                  <a:lnTo>
                    <a:pt x="45" y="0"/>
                  </a:lnTo>
                  <a:lnTo>
                    <a:pt x="47" y="0"/>
                  </a:lnTo>
                  <a:lnTo>
                    <a:pt x="47" y="0"/>
                  </a:lnTo>
                  <a:lnTo>
                    <a:pt x="47" y="0"/>
                  </a:lnTo>
                  <a:lnTo>
                    <a:pt x="50" y="0"/>
                  </a:lnTo>
                  <a:lnTo>
                    <a:pt x="50" y="0"/>
                  </a:lnTo>
                  <a:lnTo>
                    <a:pt x="50" y="2"/>
                  </a:lnTo>
                  <a:lnTo>
                    <a:pt x="50" y="2"/>
                  </a:lnTo>
                  <a:lnTo>
                    <a:pt x="50" y="2"/>
                  </a:lnTo>
                  <a:lnTo>
                    <a:pt x="52" y="2"/>
                  </a:lnTo>
                  <a:lnTo>
                    <a:pt x="52" y="2"/>
                  </a:lnTo>
                  <a:lnTo>
                    <a:pt x="54" y="2"/>
                  </a:lnTo>
                  <a:lnTo>
                    <a:pt x="54" y="2"/>
                  </a:lnTo>
                  <a:lnTo>
                    <a:pt x="54" y="4"/>
                  </a:lnTo>
                  <a:lnTo>
                    <a:pt x="54" y="4"/>
                  </a:lnTo>
                  <a:lnTo>
                    <a:pt x="57" y="4"/>
                  </a:lnTo>
                  <a:lnTo>
                    <a:pt x="57" y="4"/>
                  </a:lnTo>
                  <a:lnTo>
                    <a:pt x="57" y="4"/>
                  </a:lnTo>
                  <a:lnTo>
                    <a:pt x="59" y="4"/>
                  </a:lnTo>
                  <a:lnTo>
                    <a:pt x="59" y="4"/>
                  </a:lnTo>
                  <a:lnTo>
                    <a:pt x="59" y="4"/>
                  </a:lnTo>
                  <a:lnTo>
                    <a:pt x="59" y="4"/>
                  </a:lnTo>
                  <a:lnTo>
                    <a:pt x="59" y="7"/>
                  </a:lnTo>
                  <a:lnTo>
                    <a:pt x="62" y="7"/>
                  </a:lnTo>
                  <a:lnTo>
                    <a:pt x="62" y="7"/>
                  </a:lnTo>
                  <a:lnTo>
                    <a:pt x="62" y="7"/>
                  </a:lnTo>
                  <a:lnTo>
                    <a:pt x="62" y="7"/>
                  </a:lnTo>
                  <a:lnTo>
                    <a:pt x="62" y="9"/>
                  </a:lnTo>
                  <a:lnTo>
                    <a:pt x="64" y="9"/>
                  </a:lnTo>
                  <a:lnTo>
                    <a:pt x="64" y="9"/>
                  </a:lnTo>
                  <a:lnTo>
                    <a:pt x="64" y="9"/>
                  </a:lnTo>
                  <a:lnTo>
                    <a:pt x="66" y="9"/>
                  </a:lnTo>
                  <a:lnTo>
                    <a:pt x="66" y="9"/>
                  </a:lnTo>
                  <a:lnTo>
                    <a:pt x="66" y="9"/>
                  </a:lnTo>
                  <a:lnTo>
                    <a:pt x="69" y="9"/>
                  </a:lnTo>
                  <a:lnTo>
                    <a:pt x="69" y="9"/>
                  </a:lnTo>
                  <a:lnTo>
                    <a:pt x="69" y="9"/>
                  </a:lnTo>
                  <a:lnTo>
                    <a:pt x="71" y="9"/>
                  </a:lnTo>
                  <a:lnTo>
                    <a:pt x="71" y="9"/>
                  </a:lnTo>
                  <a:lnTo>
                    <a:pt x="73" y="9"/>
                  </a:lnTo>
                  <a:lnTo>
                    <a:pt x="73" y="9"/>
                  </a:lnTo>
                  <a:lnTo>
                    <a:pt x="73" y="9"/>
                  </a:lnTo>
                  <a:lnTo>
                    <a:pt x="76" y="9"/>
                  </a:lnTo>
                  <a:lnTo>
                    <a:pt x="76" y="9"/>
                  </a:lnTo>
                  <a:lnTo>
                    <a:pt x="76" y="9"/>
                  </a:lnTo>
                  <a:lnTo>
                    <a:pt x="76" y="11"/>
                  </a:lnTo>
                  <a:lnTo>
                    <a:pt x="78" y="11"/>
                  </a:lnTo>
                  <a:lnTo>
                    <a:pt x="78" y="11"/>
                  </a:lnTo>
                  <a:lnTo>
                    <a:pt x="78" y="11"/>
                  </a:lnTo>
                  <a:lnTo>
                    <a:pt x="81" y="11"/>
                  </a:lnTo>
                  <a:lnTo>
                    <a:pt x="81" y="14"/>
                  </a:lnTo>
                  <a:lnTo>
                    <a:pt x="81" y="14"/>
                  </a:lnTo>
                  <a:lnTo>
                    <a:pt x="81" y="14"/>
                  </a:lnTo>
                  <a:lnTo>
                    <a:pt x="81" y="14"/>
                  </a:lnTo>
                  <a:lnTo>
                    <a:pt x="81" y="14"/>
                  </a:lnTo>
                  <a:lnTo>
                    <a:pt x="81" y="16"/>
                  </a:lnTo>
                  <a:lnTo>
                    <a:pt x="78" y="16"/>
                  </a:lnTo>
                  <a:lnTo>
                    <a:pt x="78" y="16"/>
                  </a:lnTo>
                  <a:lnTo>
                    <a:pt x="78" y="19"/>
                  </a:lnTo>
                  <a:lnTo>
                    <a:pt x="78" y="19"/>
                  </a:lnTo>
                  <a:lnTo>
                    <a:pt x="81" y="19"/>
                  </a:lnTo>
                  <a:lnTo>
                    <a:pt x="81" y="21"/>
                  </a:lnTo>
                  <a:lnTo>
                    <a:pt x="81" y="21"/>
                  </a:lnTo>
                  <a:lnTo>
                    <a:pt x="81" y="21"/>
                  </a:lnTo>
                  <a:lnTo>
                    <a:pt x="81" y="21"/>
                  </a:lnTo>
                  <a:lnTo>
                    <a:pt x="81" y="23"/>
                  </a:lnTo>
                  <a:lnTo>
                    <a:pt x="83" y="23"/>
                  </a:lnTo>
                  <a:lnTo>
                    <a:pt x="83" y="23"/>
                  </a:lnTo>
                  <a:lnTo>
                    <a:pt x="83" y="26"/>
                  </a:lnTo>
                  <a:lnTo>
                    <a:pt x="83" y="26"/>
                  </a:lnTo>
                  <a:lnTo>
                    <a:pt x="83" y="26"/>
                  </a:lnTo>
                  <a:lnTo>
                    <a:pt x="83" y="26"/>
                  </a:lnTo>
                  <a:lnTo>
                    <a:pt x="83" y="26"/>
                  </a:lnTo>
                  <a:lnTo>
                    <a:pt x="83" y="28"/>
                  </a:lnTo>
                  <a:lnTo>
                    <a:pt x="83" y="28"/>
                  </a:lnTo>
                  <a:lnTo>
                    <a:pt x="83" y="30"/>
                  </a:lnTo>
                  <a:lnTo>
                    <a:pt x="83" y="30"/>
                  </a:lnTo>
                  <a:lnTo>
                    <a:pt x="81" y="30"/>
                  </a:lnTo>
                  <a:lnTo>
                    <a:pt x="81" y="33"/>
                  </a:lnTo>
                  <a:lnTo>
                    <a:pt x="81" y="33"/>
                  </a:lnTo>
                  <a:lnTo>
                    <a:pt x="81" y="33"/>
                  </a:lnTo>
                  <a:lnTo>
                    <a:pt x="81" y="35"/>
                  </a:lnTo>
                  <a:lnTo>
                    <a:pt x="81" y="35"/>
                  </a:lnTo>
                  <a:lnTo>
                    <a:pt x="81" y="35"/>
                  </a:lnTo>
                  <a:lnTo>
                    <a:pt x="81" y="35"/>
                  </a:lnTo>
                  <a:lnTo>
                    <a:pt x="81" y="38"/>
                  </a:lnTo>
                  <a:lnTo>
                    <a:pt x="81" y="38"/>
                  </a:lnTo>
                  <a:lnTo>
                    <a:pt x="81" y="35"/>
                  </a:lnTo>
                  <a:lnTo>
                    <a:pt x="81" y="35"/>
                  </a:lnTo>
                  <a:lnTo>
                    <a:pt x="81" y="35"/>
                  </a:lnTo>
                  <a:lnTo>
                    <a:pt x="83" y="35"/>
                  </a:lnTo>
                  <a:lnTo>
                    <a:pt x="83" y="35"/>
                  </a:lnTo>
                  <a:lnTo>
                    <a:pt x="83" y="38"/>
                  </a:lnTo>
                  <a:lnTo>
                    <a:pt x="83" y="38"/>
                  </a:lnTo>
                  <a:lnTo>
                    <a:pt x="83" y="40"/>
                  </a:lnTo>
                  <a:lnTo>
                    <a:pt x="81" y="40"/>
                  </a:lnTo>
                  <a:lnTo>
                    <a:pt x="81" y="40"/>
                  </a:lnTo>
                  <a:lnTo>
                    <a:pt x="81" y="42"/>
                  </a:lnTo>
                  <a:lnTo>
                    <a:pt x="81" y="42"/>
                  </a:lnTo>
                  <a:lnTo>
                    <a:pt x="81" y="42"/>
                  </a:lnTo>
                  <a:lnTo>
                    <a:pt x="81" y="45"/>
                  </a:lnTo>
                  <a:lnTo>
                    <a:pt x="81" y="45"/>
                  </a:lnTo>
                  <a:lnTo>
                    <a:pt x="81" y="45"/>
                  </a:lnTo>
                  <a:lnTo>
                    <a:pt x="81" y="47"/>
                  </a:lnTo>
                  <a:lnTo>
                    <a:pt x="81" y="47"/>
                  </a:lnTo>
                  <a:lnTo>
                    <a:pt x="81" y="49"/>
                  </a:lnTo>
                  <a:lnTo>
                    <a:pt x="81" y="49"/>
                  </a:lnTo>
                  <a:lnTo>
                    <a:pt x="81" y="49"/>
                  </a:lnTo>
                  <a:lnTo>
                    <a:pt x="81" y="52"/>
                  </a:lnTo>
                  <a:lnTo>
                    <a:pt x="81" y="52"/>
                  </a:lnTo>
                  <a:lnTo>
                    <a:pt x="83" y="52"/>
                  </a:lnTo>
                  <a:lnTo>
                    <a:pt x="83" y="54"/>
                  </a:lnTo>
                  <a:lnTo>
                    <a:pt x="83" y="54"/>
                  </a:lnTo>
                  <a:lnTo>
                    <a:pt x="83" y="54"/>
                  </a:lnTo>
                  <a:lnTo>
                    <a:pt x="83" y="54"/>
                  </a:lnTo>
                  <a:lnTo>
                    <a:pt x="83" y="54"/>
                  </a:lnTo>
                  <a:lnTo>
                    <a:pt x="85" y="54"/>
                  </a:lnTo>
                  <a:lnTo>
                    <a:pt x="85" y="54"/>
                  </a:lnTo>
                  <a:lnTo>
                    <a:pt x="85" y="57"/>
                  </a:lnTo>
                  <a:lnTo>
                    <a:pt x="85" y="57"/>
                  </a:lnTo>
                  <a:lnTo>
                    <a:pt x="85" y="57"/>
                  </a:lnTo>
                  <a:lnTo>
                    <a:pt x="85" y="59"/>
                  </a:lnTo>
                  <a:lnTo>
                    <a:pt x="85" y="59"/>
                  </a:lnTo>
                  <a:lnTo>
                    <a:pt x="85" y="59"/>
                  </a:lnTo>
                  <a:lnTo>
                    <a:pt x="85" y="61"/>
                  </a:lnTo>
                  <a:lnTo>
                    <a:pt x="85" y="61"/>
                  </a:lnTo>
                  <a:lnTo>
                    <a:pt x="88" y="61"/>
                  </a:lnTo>
                  <a:lnTo>
                    <a:pt x="88" y="61"/>
                  </a:lnTo>
                  <a:lnTo>
                    <a:pt x="88" y="59"/>
                  </a:lnTo>
                  <a:lnTo>
                    <a:pt x="88" y="59"/>
                  </a:lnTo>
                  <a:lnTo>
                    <a:pt x="88" y="57"/>
                  </a:lnTo>
                  <a:lnTo>
                    <a:pt x="88" y="57"/>
                  </a:lnTo>
                  <a:lnTo>
                    <a:pt x="88" y="54"/>
                  </a:lnTo>
                  <a:lnTo>
                    <a:pt x="88" y="54"/>
                  </a:lnTo>
                  <a:lnTo>
                    <a:pt x="88" y="54"/>
                  </a:lnTo>
                  <a:lnTo>
                    <a:pt x="88" y="54"/>
                  </a:lnTo>
                  <a:lnTo>
                    <a:pt x="88" y="52"/>
                  </a:lnTo>
                  <a:lnTo>
                    <a:pt x="88" y="52"/>
                  </a:lnTo>
                  <a:lnTo>
                    <a:pt x="88" y="52"/>
                  </a:lnTo>
                  <a:lnTo>
                    <a:pt x="88" y="49"/>
                  </a:lnTo>
                  <a:lnTo>
                    <a:pt x="88" y="49"/>
                  </a:lnTo>
                  <a:lnTo>
                    <a:pt x="88" y="49"/>
                  </a:lnTo>
                  <a:lnTo>
                    <a:pt x="88" y="49"/>
                  </a:lnTo>
                  <a:lnTo>
                    <a:pt x="90" y="49"/>
                  </a:lnTo>
                  <a:lnTo>
                    <a:pt x="90" y="49"/>
                  </a:lnTo>
                  <a:lnTo>
                    <a:pt x="90" y="52"/>
                  </a:lnTo>
                  <a:lnTo>
                    <a:pt x="90" y="52"/>
                  </a:lnTo>
                  <a:lnTo>
                    <a:pt x="90" y="52"/>
                  </a:lnTo>
                  <a:lnTo>
                    <a:pt x="90" y="54"/>
                  </a:lnTo>
                  <a:lnTo>
                    <a:pt x="90" y="54"/>
                  </a:lnTo>
                  <a:lnTo>
                    <a:pt x="90" y="54"/>
                  </a:lnTo>
                  <a:lnTo>
                    <a:pt x="90" y="54"/>
                  </a:lnTo>
                  <a:lnTo>
                    <a:pt x="90" y="54"/>
                  </a:lnTo>
                  <a:lnTo>
                    <a:pt x="90" y="54"/>
                  </a:lnTo>
                  <a:lnTo>
                    <a:pt x="92" y="54"/>
                  </a:lnTo>
                  <a:lnTo>
                    <a:pt x="92" y="54"/>
                  </a:lnTo>
                  <a:lnTo>
                    <a:pt x="92" y="54"/>
                  </a:lnTo>
                  <a:lnTo>
                    <a:pt x="95" y="54"/>
                  </a:lnTo>
                  <a:lnTo>
                    <a:pt x="95" y="54"/>
                  </a:lnTo>
                  <a:lnTo>
                    <a:pt x="95" y="57"/>
                  </a:lnTo>
                  <a:lnTo>
                    <a:pt x="95" y="57"/>
                  </a:lnTo>
                  <a:lnTo>
                    <a:pt x="95" y="59"/>
                  </a:lnTo>
                  <a:lnTo>
                    <a:pt x="92" y="59"/>
                  </a:lnTo>
                  <a:lnTo>
                    <a:pt x="92" y="59"/>
                  </a:lnTo>
                  <a:lnTo>
                    <a:pt x="90" y="59"/>
                  </a:lnTo>
                  <a:lnTo>
                    <a:pt x="90" y="59"/>
                  </a:lnTo>
                  <a:lnTo>
                    <a:pt x="90" y="61"/>
                  </a:lnTo>
                  <a:lnTo>
                    <a:pt x="90" y="61"/>
                  </a:lnTo>
                  <a:lnTo>
                    <a:pt x="90" y="64"/>
                  </a:lnTo>
                  <a:lnTo>
                    <a:pt x="92" y="64"/>
                  </a:lnTo>
                  <a:lnTo>
                    <a:pt x="92" y="64"/>
                  </a:lnTo>
                  <a:lnTo>
                    <a:pt x="92" y="64"/>
                  </a:lnTo>
                  <a:lnTo>
                    <a:pt x="92" y="66"/>
                  </a:lnTo>
                  <a:lnTo>
                    <a:pt x="92" y="66"/>
                  </a:lnTo>
                  <a:lnTo>
                    <a:pt x="92" y="66"/>
                  </a:lnTo>
                  <a:lnTo>
                    <a:pt x="92" y="66"/>
                  </a:lnTo>
                  <a:lnTo>
                    <a:pt x="95" y="66"/>
                  </a:lnTo>
                  <a:lnTo>
                    <a:pt x="95" y="64"/>
                  </a:lnTo>
                  <a:lnTo>
                    <a:pt x="95" y="64"/>
                  </a:lnTo>
                  <a:lnTo>
                    <a:pt x="95" y="64"/>
                  </a:lnTo>
                  <a:lnTo>
                    <a:pt x="95" y="66"/>
                  </a:lnTo>
                  <a:lnTo>
                    <a:pt x="95" y="66"/>
                  </a:lnTo>
                  <a:lnTo>
                    <a:pt x="95" y="68"/>
                  </a:lnTo>
                  <a:lnTo>
                    <a:pt x="95" y="68"/>
                  </a:lnTo>
                  <a:lnTo>
                    <a:pt x="95" y="71"/>
                  </a:lnTo>
                  <a:lnTo>
                    <a:pt x="95" y="71"/>
                  </a:lnTo>
                  <a:lnTo>
                    <a:pt x="95" y="73"/>
                  </a:lnTo>
                  <a:lnTo>
                    <a:pt x="95" y="73"/>
                  </a:lnTo>
                  <a:lnTo>
                    <a:pt x="97" y="73"/>
                  </a:lnTo>
                  <a:lnTo>
                    <a:pt x="97" y="73"/>
                  </a:lnTo>
                  <a:lnTo>
                    <a:pt x="99" y="73"/>
                  </a:lnTo>
                  <a:lnTo>
                    <a:pt x="99" y="73"/>
                  </a:lnTo>
                  <a:lnTo>
                    <a:pt x="97" y="73"/>
                  </a:lnTo>
                  <a:lnTo>
                    <a:pt x="97" y="75"/>
                  </a:lnTo>
                  <a:lnTo>
                    <a:pt x="99" y="75"/>
                  </a:lnTo>
                  <a:lnTo>
                    <a:pt x="99" y="75"/>
                  </a:lnTo>
                  <a:lnTo>
                    <a:pt x="99" y="75"/>
                  </a:lnTo>
                  <a:lnTo>
                    <a:pt x="99" y="75"/>
                  </a:lnTo>
                  <a:lnTo>
                    <a:pt x="102" y="75"/>
                  </a:lnTo>
                  <a:lnTo>
                    <a:pt x="102" y="75"/>
                  </a:lnTo>
                  <a:lnTo>
                    <a:pt x="102" y="75"/>
                  </a:lnTo>
                  <a:lnTo>
                    <a:pt x="102" y="73"/>
                  </a:lnTo>
                  <a:lnTo>
                    <a:pt x="102" y="73"/>
                  </a:lnTo>
                  <a:lnTo>
                    <a:pt x="102" y="73"/>
                  </a:lnTo>
                  <a:lnTo>
                    <a:pt x="102" y="73"/>
                  </a:lnTo>
                  <a:lnTo>
                    <a:pt x="102" y="73"/>
                  </a:lnTo>
                  <a:lnTo>
                    <a:pt x="102" y="73"/>
                  </a:lnTo>
                  <a:lnTo>
                    <a:pt x="102" y="75"/>
                  </a:lnTo>
                  <a:lnTo>
                    <a:pt x="104" y="75"/>
                  </a:lnTo>
                  <a:lnTo>
                    <a:pt x="104" y="75"/>
                  </a:lnTo>
                  <a:lnTo>
                    <a:pt x="104" y="78"/>
                  </a:lnTo>
                  <a:lnTo>
                    <a:pt x="104" y="78"/>
                  </a:lnTo>
                  <a:lnTo>
                    <a:pt x="107" y="78"/>
                  </a:lnTo>
                  <a:lnTo>
                    <a:pt x="107" y="78"/>
                  </a:lnTo>
                  <a:lnTo>
                    <a:pt x="107" y="75"/>
                  </a:lnTo>
                  <a:lnTo>
                    <a:pt x="107" y="75"/>
                  </a:lnTo>
                  <a:lnTo>
                    <a:pt x="109" y="75"/>
                  </a:lnTo>
                  <a:lnTo>
                    <a:pt x="109" y="75"/>
                  </a:lnTo>
                  <a:lnTo>
                    <a:pt x="109" y="75"/>
                  </a:lnTo>
                  <a:lnTo>
                    <a:pt x="109" y="75"/>
                  </a:lnTo>
                  <a:lnTo>
                    <a:pt x="109" y="73"/>
                  </a:lnTo>
                  <a:lnTo>
                    <a:pt x="109" y="73"/>
                  </a:lnTo>
                  <a:lnTo>
                    <a:pt x="109" y="73"/>
                  </a:lnTo>
                  <a:lnTo>
                    <a:pt x="111" y="73"/>
                  </a:lnTo>
                  <a:lnTo>
                    <a:pt x="111" y="73"/>
                  </a:lnTo>
                  <a:lnTo>
                    <a:pt x="111" y="71"/>
                  </a:lnTo>
                  <a:lnTo>
                    <a:pt x="111" y="71"/>
                  </a:lnTo>
                  <a:lnTo>
                    <a:pt x="109" y="71"/>
                  </a:lnTo>
                  <a:lnTo>
                    <a:pt x="109" y="71"/>
                  </a:lnTo>
                  <a:lnTo>
                    <a:pt x="109" y="68"/>
                  </a:lnTo>
                  <a:lnTo>
                    <a:pt x="111" y="68"/>
                  </a:lnTo>
                  <a:lnTo>
                    <a:pt x="111" y="68"/>
                  </a:lnTo>
                  <a:lnTo>
                    <a:pt x="114" y="68"/>
                  </a:lnTo>
                  <a:lnTo>
                    <a:pt x="114" y="68"/>
                  </a:lnTo>
                  <a:lnTo>
                    <a:pt x="114" y="68"/>
                  </a:lnTo>
                  <a:lnTo>
                    <a:pt x="114" y="68"/>
                  </a:lnTo>
                  <a:lnTo>
                    <a:pt x="114" y="68"/>
                  </a:lnTo>
                  <a:lnTo>
                    <a:pt x="114" y="68"/>
                  </a:lnTo>
                  <a:lnTo>
                    <a:pt x="114" y="66"/>
                  </a:lnTo>
                  <a:lnTo>
                    <a:pt x="114" y="66"/>
                  </a:lnTo>
                  <a:lnTo>
                    <a:pt x="114" y="64"/>
                  </a:lnTo>
                  <a:lnTo>
                    <a:pt x="114" y="64"/>
                  </a:lnTo>
                  <a:lnTo>
                    <a:pt x="114" y="64"/>
                  </a:lnTo>
                  <a:lnTo>
                    <a:pt x="114" y="66"/>
                  </a:lnTo>
                  <a:lnTo>
                    <a:pt x="116" y="66"/>
                  </a:lnTo>
                  <a:lnTo>
                    <a:pt x="116" y="66"/>
                  </a:lnTo>
                  <a:lnTo>
                    <a:pt x="116" y="66"/>
                  </a:lnTo>
                  <a:lnTo>
                    <a:pt x="116" y="66"/>
                  </a:lnTo>
                  <a:lnTo>
                    <a:pt x="116" y="66"/>
                  </a:lnTo>
                  <a:lnTo>
                    <a:pt x="116" y="64"/>
                  </a:lnTo>
                  <a:lnTo>
                    <a:pt x="116" y="64"/>
                  </a:lnTo>
                  <a:lnTo>
                    <a:pt x="116" y="64"/>
                  </a:lnTo>
                  <a:lnTo>
                    <a:pt x="118" y="64"/>
                  </a:lnTo>
                  <a:lnTo>
                    <a:pt x="118" y="61"/>
                  </a:lnTo>
                  <a:lnTo>
                    <a:pt x="118" y="61"/>
                  </a:lnTo>
                  <a:lnTo>
                    <a:pt x="118" y="61"/>
                  </a:lnTo>
                  <a:lnTo>
                    <a:pt x="121" y="61"/>
                  </a:lnTo>
                  <a:lnTo>
                    <a:pt x="121" y="59"/>
                  </a:lnTo>
                  <a:lnTo>
                    <a:pt x="121" y="59"/>
                  </a:lnTo>
                  <a:lnTo>
                    <a:pt x="121" y="59"/>
                  </a:lnTo>
                  <a:lnTo>
                    <a:pt x="121" y="59"/>
                  </a:lnTo>
                  <a:lnTo>
                    <a:pt x="123" y="59"/>
                  </a:lnTo>
                  <a:lnTo>
                    <a:pt x="123" y="59"/>
                  </a:lnTo>
                  <a:lnTo>
                    <a:pt x="123" y="57"/>
                  </a:lnTo>
                  <a:lnTo>
                    <a:pt x="123" y="57"/>
                  </a:lnTo>
                  <a:lnTo>
                    <a:pt x="123" y="57"/>
                  </a:lnTo>
                  <a:lnTo>
                    <a:pt x="125" y="57"/>
                  </a:lnTo>
                  <a:lnTo>
                    <a:pt x="125" y="54"/>
                  </a:lnTo>
                  <a:lnTo>
                    <a:pt x="125" y="54"/>
                  </a:lnTo>
                  <a:lnTo>
                    <a:pt x="125" y="54"/>
                  </a:lnTo>
                  <a:lnTo>
                    <a:pt x="125" y="54"/>
                  </a:lnTo>
                  <a:lnTo>
                    <a:pt x="125" y="52"/>
                  </a:lnTo>
                  <a:lnTo>
                    <a:pt x="128" y="52"/>
                  </a:lnTo>
                  <a:lnTo>
                    <a:pt x="128" y="52"/>
                  </a:lnTo>
                  <a:lnTo>
                    <a:pt x="125" y="52"/>
                  </a:lnTo>
                  <a:lnTo>
                    <a:pt x="125" y="49"/>
                  </a:lnTo>
                  <a:lnTo>
                    <a:pt x="125" y="49"/>
                  </a:lnTo>
                  <a:lnTo>
                    <a:pt x="125" y="49"/>
                  </a:lnTo>
                  <a:lnTo>
                    <a:pt x="123" y="49"/>
                  </a:lnTo>
                  <a:lnTo>
                    <a:pt x="123" y="49"/>
                  </a:lnTo>
                  <a:lnTo>
                    <a:pt x="123" y="47"/>
                  </a:lnTo>
                  <a:lnTo>
                    <a:pt x="123" y="47"/>
                  </a:lnTo>
                  <a:lnTo>
                    <a:pt x="123" y="47"/>
                  </a:lnTo>
                  <a:lnTo>
                    <a:pt x="123" y="45"/>
                  </a:lnTo>
                  <a:lnTo>
                    <a:pt x="125" y="45"/>
                  </a:lnTo>
                  <a:lnTo>
                    <a:pt x="125" y="45"/>
                  </a:lnTo>
                  <a:lnTo>
                    <a:pt x="125" y="47"/>
                  </a:lnTo>
                  <a:lnTo>
                    <a:pt x="128" y="47"/>
                  </a:lnTo>
                  <a:lnTo>
                    <a:pt x="128" y="47"/>
                  </a:lnTo>
                  <a:lnTo>
                    <a:pt x="128" y="47"/>
                  </a:lnTo>
                  <a:lnTo>
                    <a:pt x="128" y="47"/>
                  </a:lnTo>
                  <a:lnTo>
                    <a:pt x="128" y="47"/>
                  </a:lnTo>
                  <a:lnTo>
                    <a:pt x="130" y="47"/>
                  </a:lnTo>
                  <a:lnTo>
                    <a:pt x="130" y="47"/>
                  </a:lnTo>
                  <a:lnTo>
                    <a:pt x="133" y="47"/>
                  </a:lnTo>
                  <a:lnTo>
                    <a:pt x="133" y="47"/>
                  </a:lnTo>
                  <a:lnTo>
                    <a:pt x="133" y="47"/>
                  </a:lnTo>
                  <a:lnTo>
                    <a:pt x="133" y="47"/>
                  </a:lnTo>
                  <a:lnTo>
                    <a:pt x="135" y="47"/>
                  </a:lnTo>
                  <a:lnTo>
                    <a:pt x="135" y="47"/>
                  </a:lnTo>
                  <a:lnTo>
                    <a:pt x="135" y="47"/>
                  </a:lnTo>
                  <a:lnTo>
                    <a:pt x="137" y="47"/>
                  </a:lnTo>
                  <a:lnTo>
                    <a:pt x="137" y="47"/>
                  </a:lnTo>
                  <a:lnTo>
                    <a:pt x="137" y="47"/>
                  </a:lnTo>
                  <a:lnTo>
                    <a:pt x="140" y="47"/>
                  </a:lnTo>
                  <a:lnTo>
                    <a:pt x="140" y="45"/>
                  </a:lnTo>
                  <a:lnTo>
                    <a:pt x="140" y="45"/>
                  </a:lnTo>
                  <a:lnTo>
                    <a:pt x="140" y="45"/>
                  </a:lnTo>
                  <a:lnTo>
                    <a:pt x="140" y="45"/>
                  </a:lnTo>
                  <a:lnTo>
                    <a:pt x="142" y="45"/>
                  </a:lnTo>
                  <a:lnTo>
                    <a:pt x="142" y="45"/>
                  </a:lnTo>
                  <a:lnTo>
                    <a:pt x="142" y="45"/>
                  </a:lnTo>
                  <a:lnTo>
                    <a:pt x="144" y="45"/>
                  </a:lnTo>
                  <a:lnTo>
                    <a:pt x="144" y="45"/>
                  </a:lnTo>
                  <a:lnTo>
                    <a:pt x="144" y="45"/>
                  </a:lnTo>
                  <a:lnTo>
                    <a:pt x="144" y="42"/>
                  </a:lnTo>
                  <a:lnTo>
                    <a:pt x="144" y="42"/>
                  </a:lnTo>
                  <a:lnTo>
                    <a:pt x="144" y="42"/>
                  </a:lnTo>
                  <a:lnTo>
                    <a:pt x="144" y="40"/>
                  </a:lnTo>
                  <a:lnTo>
                    <a:pt x="142" y="40"/>
                  </a:lnTo>
                  <a:lnTo>
                    <a:pt x="142" y="40"/>
                  </a:lnTo>
                  <a:lnTo>
                    <a:pt x="142" y="40"/>
                  </a:lnTo>
                  <a:lnTo>
                    <a:pt x="142" y="40"/>
                  </a:lnTo>
                  <a:lnTo>
                    <a:pt x="140" y="40"/>
                  </a:lnTo>
                  <a:lnTo>
                    <a:pt x="140" y="40"/>
                  </a:lnTo>
                  <a:lnTo>
                    <a:pt x="140" y="38"/>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221"/>
            <p:cNvSpPr>
              <a:spLocks/>
            </p:cNvSpPr>
            <p:nvPr/>
          </p:nvSpPr>
          <p:spPr bwMode="auto">
            <a:xfrm>
              <a:off x="5764213" y="4386263"/>
              <a:ext cx="360363" cy="357187"/>
            </a:xfrm>
            <a:custGeom>
              <a:avLst/>
              <a:gdLst/>
              <a:ahLst/>
              <a:cxnLst>
                <a:cxn ang="0">
                  <a:pos x="152" y="30"/>
                </a:cxn>
                <a:cxn ang="0">
                  <a:pos x="168" y="33"/>
                </a:cxn>
                <a:cxn ang="0">
                  <a:pos x="182" y="42"/>
                </a:cxn>
                <a:cxn ang="0">
                  <a:pos x="194" y="47"/>
                </a:cxn>
                <a:cxn ang="0">
                  <a:pos x="208" y="49"/>
                </a:cxn>
                <a:cxn ang="0">
                  <a:pos x="223" y="57"/>
                </a:cxn>
                <a:cxn ang="0">
                  <a:pos x="227" y="78"/>
                </a:cxn>
                <a:cxn ang="0">
                  <a:pos x="227" y="104"/>
                </a:cxn>
                <a:cxn ang="0">
                  <a:pos x="227" y="128"/>
                </a:cxn>
                <a:cxn ang="0">
                  <a:pos x="227" y="154"/>
                </a:cxn>
                <a:cxn ang="0">
                  <a:pos x="227" y="170"/>
                </a:cxn>
                <a:cxn ang="0">
                  <a:pos x="227" y="196"/>
                </a:cxn>
                <a:cxn ang="0">
                  <a:pos x="227" y="222"/>
                </a:cxn>
                <a:cxn ang="0">
                  <a:pos x="218" y="213"/>
                </a:cxn>
                <a:cxn ang="0">
                  <a:pos x="206" y="203"/>
                </a:cxn>
                <a:cxn ang="0">
                  <a:pos x="189" y="201"/>
                </a:cxn>
                <a:cxn ang="0">
                  <a:pos x="178" y="206"/>
                </a:cxn>
                <a:cxn ang="0">
                  <a:pos x="161" y="206"/>
                </a:cxn>
                <a:cxn ang="0">
                  <a:pos x="159" y="194"/>
                </a:cxn>
                <a:cxn ang="0">
                  <a:pos x="168" y="182"/>
                </a:cxn>
                <a:cxn ang="0">
                  <a:pos x="178" y="173"/>
                </a:cxn>
                <a:cxn ang="0">
                  <a:pos x="175" y="158"/>
                </a:cxn>
                <a:cxn ang="0">
                  <a:pos x="168" y="142"/>
                </a:cxn>
                <a:cxn ang="0">
                  <a:pos x="159" y="130"/>
                </a:cxn>
                <a:cxn ang="0">
                  <a:pos x="149" y="121"/>
                </a:cxn>
                <a:cxn ang="0">
                  <a:pos x="133" y="113"/>
                </a:cxn>
                <a:cxn ang="0">
                  <a:pos x="116" y="106"/>
                </a:cxn>
                <a:cxn ang="0">
                  <a:pos x="99" y="104"/>
                </a:cxn>
                <a:cxn ang="0">
                  <a:pos x="90" y="94"/>
                </a:cxn>
                <a:cxn ang="0">
                  <a:pos x="76" y="90"/>
                </a:cxn>
                <a:cxn ang="0">
                  <a:pos x="64" y="85"/>
                </a:cxn>
                <a:cxn ang="0">
                  <a:pos x="64" y="97"/>
                </a:cxn>
                <a:cxn ang="0">
                  <a:pos x="52" y="97"/>
                </a:cxn>
                <a:cxn ang="0">
                  <a:pos x="50" y="80"/>
                </a:cxn>
                <a:cxn ang="0">
                  <a:pos x="43" y="71"/>
                </a:cxn>
                <a:cxn ang="0">
                  <a:pos x="33" y="61"/>
                </a:cxn>
                <a:cxn ang="0">
                  <a:pos x="50" y="61"/>
                </a:cxn>
                <a:cxn ang="0">
                  <a:pos x="62" y="52"/>
                </a:cxn>
                <a:cxn ang="0">
                  <a:pos x="73" y="52"/>
                </a:cxn>
                <a:cxn ang="0">
                  <a:pos x="57" y="49"/>
                </a:cxn>
                <a:cxn ang="0">
                  <a:pos x="43" y="49"/>
                </a:cxn>
                <a:cxn ang="0">
                  <a:pos x="33" y="40"/>
                </a:cxn>
                <a:cxn ang="0">
                  <a:pos x="19" y="30"/>
                </a:cxn>
                <a:cxn ang="0">
                  <a:pos x="7" y="26"/>
                </a:cxn>
                <a:cxn ang="0">
                  <a:pos x="0" y="11"/>
                </a:cxn>
                <a:cxn ang="0">
                  <a:pos x="12" y="14"/>
                </a:cxn>
                <a:cxn ang="0">
                  <a:pos x="28" y="9"/>
                </a:cxn>
                <a:cxn ang="0">
                  <a:pos x="40" y="2"/>
                </a:cxn>
                <a:cxn ang="0">
                  <a:pos x="57" y="4"/>
                </a:cxn>
                <a:cxn ang="0">
                  <a:pos x="73" y="9"/>
                </a:cxn>
                <a:cxn ang="0">
                  <a:pos x="81" y="21"/>
                </a:cxn>
                <a:cxn ang="0">
                  <a:pos x="81" y="35"/>
                </a:cxn>
                <a:cxn ang="0">
                  <a:pos x="83" y="54"/>
                </a:cxn>
                <a:cxn ang="0">
                  <a:pos x="88" y="52"/>
                </a:cxn>
                <a:cxn ang="0">
                  <a:pos x="95" y="57"/>
                </a:cxn>
                <a:cxn ang="0">
                  <a:pos x="95" y="71"/>
                </a:cxn>
                <a:cxn ang="0">
                  <a:pos x="104" y="75"/>
                </a:cxn>
                <a:cxn ang="0">
                  <a:pos x="114" y="68"/>
                </a:cxn>
                <a:cxn ang="0">
                  <a:pos x="121" y="61"/>
                </a:cxn>
                <a:cxn ang="0">
                  <a:pos x="123" y="47"/>
                </a:cxn>
                <a:cxn ang="0">
                  <a:pos x="140" y="47"/>
                </a:cxn>
              </a:cxnLst>
              <a:rect l="0" t="0" r="r" b="b"/>
              <a:pathLst>
                <a:path w="227" h="225">
                  <a:moveTo>
                    <a:pt x="140" y="38"/>
                  </a:moveTo>
                  <a:lnTo>
                    <a:pt x="140" y="38"/>
                  </a:lnTo>
                  <a:lnTo>
                    <a:pt x="142" y="38"/>
                  </a:lnTo>
                  <a:lnTo>
                    <a:pt x="142" y="38"/>
                  </a:lnTo>
                  <a:lnTo>
                    <a:pt x="142" y="38"/>
                  </a:lnTo>
                  <a:lnTo>
                    <a:pt x="142" y="38"/>
                  </a:lnTo>
                  <a:lnTo>
                    <a:pt x="142" y="38"/>
                  </a:lnTo>
                  <a:lnTo>
                    <a:pt x="142" y="38"/>
                  </a:lnTo>
                  <a:lnTo>
                    <a:pt x="142" y="35"/>
                  </a:lnTo>
                  <a:lnTo>
                    <a:pt x="144" y="35"/>
                  </a:lnTo>
                  <a:lnTo>
                    <a:pt x="144" y="35"/>
                  </a:lnTo>
                  <a:lnTo>
                    <a:pt x="144" y="35"/>
                  </a:lnTo>
                  <a:lnTo>
                    <a:pt x="147" y="35"/>
                  </a:lnTo>
                  <a:lnTo>
                    <a:pt x="147" y="35"/>
                  </a:lnTo>
                  <a:lnTo>
                    <a:pt x="147" y="35"/>
                  </a:lnTo>
                  <a:lnTo>
                    <a:pt x="147" y="35"/>
                  </a:lnTo>
                  <a:lnTo>
                    <a:pt x="149" y="35"/>
                  </a:lnTo>
                  <a:lnTo>
                    <a:pt x="149" y="35"/>
                  </a:lnTo>
                  <a:lnTo>
                    <a:pt x="149" y="33"/>
                  </a:lnTo>
                  <a:lnTo>
                    <a:pt x="149" y="33"/>
                  </a:lnTo>
                  <a:lnTo>
                    <a:pt x="149" y="33"/>
                  </a:lnTo>
                  <a:lnTo>
                    <a:pt x="152" y="33"/>
                  </a:lnTo>
                  <a:lnTo>
                    <a:pt x="152" y="33"/>
                  </a:lnTo>
                  <a:lnTo>
                    <a:pt x="152" y="30"/>
                  </a:lnTo>
                  <a:lnTo>
                    <a:pt x="154" y="30"/>
                  </a:lnTo>
                  <a:lnTo>
                    <a:pt x="154" y="30"/>
                  </a:lnTo>
                  <a:lnTo>
                    <a:pt x="154" y="30"/>
                  </a:lnTo>
                  <a:lnTo>
                    <a:pt x="154" y="30"/>
                  </a:lnTo>
                  <a:lnTo>
                    <a:pt x="156" y="30"/>
                  </a:lnTo>
                  <a:lnTo>
                    <a:pt x="156" y="28"/>
                  </a:lnTo>
                  <a:lnTo>
                    <a:pt x="156" y="28"/>
                  </a:lnTo>
                  <a:lnTo>
                    <a:pt x="156" y="28"/>
                  </a:lnTo>
                  <a:lnTo>
                    <a:pt x="159" y="28"/>
                  </a:lnTo>
                  <a:lnTo>
                    <a:pt x="159" y="28"/>
                  </a:lnTo>
                  <a:lnTo>
                    <a:pt x="161" y="28"/>
                  </a:lnTo>
                  <a:lnTo>
                    <a:pt x="161" y="28"/>
                  </a:lnTo>
                  <a:lnTo>
                    <a:pt x="161" y="28"/>
                  </a:lnTo>
                  <a:lnTo>
                    <a:pt x="161" y="30"/>
                  </a:lnTo>
                  <a:lnTo>
                    <a:pt x="163" y="30"/>
                  </a:lnTo>
                  <a:lnTo>
                    <a:pt x="163" y="30"/>
                  </a:lnTo>
                  <a:lnTo>
                    <a:pt x="163" y="30"/>
                  </a:lnTo>
                  <a:lnTo>
                    <a:pt x="163" y="33"/>
                  </a:lnTo>
                  <a:lnTo>
                    <a:pt x="163" y="33"/>
                  </a:lnTo>
                  <a:lnTo>
                    <a:pt x="166" y="33"/>
                  </a:lnTo>
                  <a:lnTo>
                    <a:pt x="166" y="33"/>
                  </a:lnTo>
                  <a:lnTo>
                    <a:pt x="166" y="33"/>
                  </a:lnTo>
                  <a:lnTo>
                    <a:pt x="168" y="33"/>
                  </a:lnTo>
                  <a:lnTo>
                    <a:pt x="168" y="33"/>
                  </a:lnTo>
                  <a:lnTo>
                    <a:pt x="168" y="35"/>
                  </a:lnTo>
                  <a:lnTo>
                    <a:pt x="168" y="35"/>
                  </a:lnTo>
                  <a:lnTo>
                    <a:pt x="170" y="35"/>
                  </a:lnTo>
                  <a:lnTo>
                    <a:pt x="170" y="35"/>
                  </a:lnTo>
                  <a:lnTo>
                    <a:pt x="170" y="35"/>
                  </a:lnTo>
                  <a:lnTo>
                    <a:pt x="173" y="35"/>
                  </a:lnTo>
                  <a:lnTo>
                    <a:pt x="173" y="35"/>
                  </a:lnTo>
                  <a:lnTo>
                    <a:pt x="173" y="35"/>
                  </a:lnTo>
                  <a:lnTo>
                    <a:pt x="173" y="35"/>
                  </a:lnTo>
                  <a:lnTo>
                    <a:pt x="175" y="35"/>
                  </a:lnTo>
                  <a:lnTo>
                    <a:pt x="175" y="35"/>
                  </a:lnTo>
                  <a:lnTo>
                    <a:pt x="175" y="35"/>
                  </a:lnTo>
                  <a:lnTo>
                    <a:pt x="178" y="35"/>
                  </a:lnTo>
                  <a:lnTo>
                    <a:pt x="178" y="38"/>
                  </a:lnTo>
                  <a:lnTo>
                    <a:pt x="178" y="38"/>
                  </a:lnTo>
                  <a:lnTo>
                    <a:pt x="180" y="38"/>
                  </a:lnTo>
                  <a:lnTo>
                    <a:pt x="180" y="38"/>
                  </a:lnTo>
                  <a:lnTo>
                    <a:pt x="180" y="38"/>
                  </a:lnTo>
                  <a:lnTo>
                    <a:pt x="180" y="40"/>
                  </a:lnTo>
                  <a:lnTo>
                    <a:pt x="180" y="40"/>
                  </a:lnTo>
                  <a:lnTo>
                    <a:pt x="180" y="40"/>
                  </a:lnTo>
                  <a:lnTo>
                    <a:pt x="182" y="40"/>
                  </a:lnTo>
                  <a:lnTo>
                    <a:pt x="182" y="40"/>
                  </a:lnTo>
                  <a:lnTo>
                    <a:pt x="182" y="42"/>
                  </a:lnTo>
                  <a:lnTo>
                    <a:pt x="182" y="42"/>
                  </a:lnTo>
                  <a:lnTo>
                    <a:pt x="185" y="42"/>
                  </a:lnTo>
                  <a:lnTo>
                    <a:pt x="185" y="42"/>
                  </a:lnTo>
                  <a:lnTo>
                    <a:pt x="185" y="42"/>
                  </a:lnTo>
                  <a:lnTo>
                    <a:pt x="187" y="42"/>
                  </a:lnTo>
                  <a:lnTo>
                    <a:pt x="187" y="42"/>
                  </a:lnTo>
                  <a:lnTo>
                    <a:pt x="187" y="42"/>
                  </a:lnTo>
                  <a:lnTo>
                    <a:pt x="187" y="45"/>
                  </a:lnTo>
                  <a:lnTo>
                    <a:pt x="189" y="45"/>
                  </a:lnTo>
                  <a:lnTo>
                    <a:pt x="189" y="42"/>
                  </a:lnTo>
                  <a:lnTo>
                    <a:pt x="189" y="42"/>
                  </a:lnTo>
                  <a:lnTo>
                    <a:pt x="189" y="42"/>
                  </a:lnTo>
                  <a:lnTo>
                    <a:pt x="189" y="42"/>
                  </a:lnTo>
                  <a:lnTo>
                    <a:pt x="192" y="42"/>
                  </a:lnTo>
                  <a:lnTo>
                    <a:pt x="192" y="42"/>
                  </a:lnTo>
                  <a:lnTo>
                    <a:pt x="192" y="42"/>
                  </a:lnTo>
                  <a:lnTo>
                    <a:pt x="192" y="45"/>
                  </a:lnTo>
                  <a:lnTo>
                    <a:pt x="194" y="45"/>
                  </a:lnTo>
                  <a:lnTo>
                    <a:pt x="194" y="45"/>
                  </a:lnTo>
                  <a:lnTo>
                    <a:pt x="194" y="45"/>
                  </a:lnTo>
                  <a:lnTo>
                    <a:pt x="194" y="45"/>
                  </a:lnTo>
                  <a:lnTo>
                    <a:pt x="194" y="47"/>
                  </a:lnTo>
                  <a:lnTo>
                    <a:pt x="194" y="47"/>
                  </a:lnTo>
                  <a:lnTo>
                    <a:pt x="194" y="47"/>
                  </a:lnTo>
                  <a:lnTo>
                    <a:pt x="196" y="47"/>
                  </a:lnTo>
                  <a:lnTo>
                    <a:pt x="196" y="49"/>
                  </a:lnTo>
                  <a:lnTo>
                    <a:pt x="196" y="49"/>
                  </a:lnTo>
                  <a:lnTo>
                    <a:pt x="196" y="49"/>
                  </a:lnTo>
                  <a:lnTo>
                    <a:pt x="199" y="49"/>
                  </a:lnTo>
                  <a:lnTo>
                    <a:pt x="199" y="49"/>
                  </a:lnTo>
                  <a:lnTo>
                    <a:pt x="199" y="49"/>
                  </a:lnTo>
                  <a:lnTo>
                    <a:pt x="199" y="52"/>
                  </a:lnTo>
                  <a:lnTo>
                    <a:pt x="201" y="52"/>
                  </a:lnTo>
                  <a:lnTo>
                    <a:pt x="201" y="52"/>
                  </a:lnTo>
                  <a:lnTo>
                    <a:pt x="201" y="49"/>
                  </a:lnTo>
                  <a:lnTo>
                    <a:pt x="201" y="49"/>
                  </a:lnTo>
                  <a:lnTo>
                    <a:pt x="201" y="49"/>
                  </a:lnTo>
                  <a:lnTo>
                    <a:pt x="204" y="49"/>
                  </a:lnTo>
                  <a:lnTo>
                    <a:pt x="204" y="49"/>
                  </a:lnTo>
                  <a:lnTo>
                    <a:pt x="206" y="49"/>
                  </a:lnTo>
                  <a:lnTo>
                    <a:pt x="206" y="47"/>
                  </a:lnTo>
                  <a:lnTo>
                    <a:pt x="206" y="47"/>
                  </a:lnTo>
                  <a:lnTo>
                    <a:pt x="206" y="49"/>
                  </a:lnTo>
                  <a:lnTo>
                    <a:pt x="206" y="49"/>
                  </a:lnTo>
                  <a:lnTo>
                    <a:pt x="208" y="49"/>
                  </a:lnTo>
                  <a:lnTo>
                    <a:pt x="208" y="49"/>
                  </a:lnTo>
                  <a:lnTo>
                    <a:pt x="208" y="49"/>
                  </a:lnTo>
                  <a:lnTo>
                    <a:pt x="208" y="49"/>
                  </a:lnTo>
                  <a:lnTo>
                    <a:pt x="208" y="52"/>
                  </a:lnTo>
                  <a:lnTo>
                    <a:pt x="208" y="52"/>
                  </a:lnTo>
                  <a:lnTo>
                    <a:pt x="211" y="52"/>
                  </a:lnTo>
                  <a:lnTo>
                    <a:pt x="211" y="52"/>
                  </a:lnTo>
                  <a:lnTo>
                    <a:pt x="213" y="52"/>
                  </a:lnTo>
                  <a:lnTo>
                    <a:pt x="213" y="54"/>
                  </a:lnTo>
                  <a:lnTo>
                    <a:pt x="213" y="54"/>
                  </a:lnTo>
                  <a:lnTo>
                    <a:pt x="213" y="52"/>
                  </a:lnTo>
                  <a:lnTo>
                    <a:pt x="213" y="52"/>
                  </a:lnTo>
                  <a:lnTo>
                    <a:pt x="215" y="52"/>
                  </a:lnTo>
                  <a:lnTo>
                    <a:pt x="215" y="52"/>
                  </a:lnTo>
                  <a:lnTo>
                    <a:pt x="215" y="54"/>
                  </a:lnTo>
                  <a:lnTo>
                    <a:pt x="215" y="54"/>
                  </a:lnTo>
                  <a:lnTo>
                    <a:pt x="218" y="54"/>
                  </a:lnTo>
                  <a:lnTo>
                    <a:pt x="218" y="54"/>
                  </a:lnTo>
                  <a:lnTo>
                    <a:pt x="220" y="54"/>
                  </a:lnTo>
                  <a:lnTo>
                    <a:pt x="220" y="54"/>
                  </a:lnTo>
                  <a:lnTo>
                    <a:pt x="220" y="54"/>
                  </a:lnTo>
                  <a:lnTo>
                    <a:pt x="220" y="54"/>
                  </a:lnTo>
                  <a:lnTo>
                    <a:pt x="223" y="54"/>
                  </a:lnTo>
                  <a:lnTo>
                    <a:pt x="223" y="54"/>
                  </a:lnTo>
                  <a:lnTo>
                    <a:pt x="223" y="57"/>
                  </a:lnTo>
                  <a:lnTo>
                    <a:pt x="223" y="57"/>
                  </a:lnTo>
                  <a:lnTo>
                    <a:pt x="223" y="57"/>
                  </a:lnTo>
                  <a:lnTo>
                    <a:pt x="223" y="57"/>
                  </a:lnTo>
                  <a:lnTo>
                    <a:pt x="225" y="57"/>
                  </a:lnTo>
                  <a:lnTo>
                    <a:pt x="225" y="57"/>
                  </a:lnTo>
                  <a:lnTo>
                    <a:pt x="227" y="57"/>
                  </a:lnTo>
                  <a:lnTo>
                    <a:pt x="227" y="57"/>
                  </a:lnTo>
                  <a:lnTo>
                    <a:pt x="227" y="59"/>
                  </a:lnTo>
                  <a:lnTo>
                    <a:pt x="227" y="59"/>
                  </a:lnTo>
                  <a:lnTo>
                    <a:pt x="227" y="61"/>
                  </a:lnTo>
                  <a:lnTo>
                    <a:pt x="227" y="61"/>
                  </a:lnTo>
                  <a:lnTo>
                    <a:pt x="227" y="64"/>
                  </a:lnTo>
                  <a:lnTo>
                    <a:pt x="227" y="64"/>
                  </a:lnTo>
                  <a:lnTo>
                    <a:pt x="227" y="64"/>
                  </a:lnTo>
                  <a:lnTo>
                    <a:pt x="227" y="66"/>
                  </a:lnTo>
                  <a:lnTo>
                    <a:pt x="227" y="66"/>
                  </a:lnTo>
                  <a:lnTo>
                    <a:pt x="227" y="68"/>
                  </a:lnTo>
                  <a:lnTo>
                    <a:pt x="227" y="68"/>
                  </a:lnTo>
                  <a:lnTo>
                    <a:pt x="227" y="71"/>
                  </a:lnTo>
                  <a:lnTo>
                    <a:pt x="227" y="71"/>
                  </a:lnTo>
                  <a:lnTo>
                    <a:pt x="227" y="73"/>
                  </a:lnTo>
                  <a:lnTo>
                    <a:pt x="227" y="73"/>
                  </a:lnTo>
                  <a:lnTo>
                    <a:pt x="227" y="73"/>
                  </a:lnTo>
                  <a:lnTo>
                    <a:pt x="227" y="75"/>
                  </a:lnTo>
                  <a:lnTo>
                    <a:pt x="227" y="75"/>
                  </a:lnTo>
                  <a:lnTo>
                    <a:pt x="227" y="78"/>
                  </a:lnTo>
                  <a:lnTo>
                    <a:pt x="227" y="78"/>
                  </a:lnTo>
                  <a:lnTo>
                    <a:pt x="227" y="80"/>
                  </a:lnTo>
                  <a:lnTo>
                    <a:pt x="227" y="80"/>
                  </a:lnTo>
                  <a:lnTo>
                    <a:pt x="227" y="83"/>
                  </a:lnTo>
                  <a:lnTo>
                    <a:pt x="227" y="83"/>
                  </a:lnTo>
                  <a:lnTo>
                    <a:pt x="227" y="85"/>
                  </a:lnTo>
                  <a:lnTo>
                    <a:pt x="227" y="85"/>
                  </a:lnTo>
                  <a:lnTo>
                    <a:pt x="227" y="85"/>
                  </a:lnTo>
                  <a:lnTo>
                    <a:pt x="227" y="87"/>
                  </a:lnTo>
                  <a:lnTo>
                    <a:pt x="227" y="87"/>
                  </a:lnTo>
                  <a:lnTo>
                    <a:pt x="227" y="90"/>
                  </a:lnTo>
                  <a:lnTo>
                    <a:pt x="227" y="90"/>
                  </a:lnTo>
                  <a:lnTo>
                    <a:pt x="227" y="92"/>
                  </a:lnTo>
                  <a:lnTo>
                    <a:pt x="227" y="92"/>
                  </a:lnTo>
                  <a:lnTo>
                    <a:pt x="227" y="94"/>
                  </a:lnTo>
                  <a:lnTo>
                    <a:pt x="227" y="94"/>
                  </a:lnTo>
                  <a:lnTo>
                    <a:pt x="227" y="94"/>
                  </a:lnTo>
                  <a:lnTo>
                    <a:pt x="227" y="97"/>
                  </a:lnTo>
                  <a:lnTo>
                    <a:pt x="227" y="97"/>
                  </a:lnTo>
                  <a:lnTo>
                    <a:pt x="227" y="99"/>
                  </a:lnTo>
                  <a:lnTo>
                    <a:pt x="227" y="99"/>
                  </a:lnTo>
                  <a:lnTo>
                    <a:pt x="227" y="102"/>
                  </a:lnTo>
                  <a:lnTo>
                    <a:pt x="227" y="102"/>
                  </a:lnTo>
                  <a:lnTo>
                    <a:pt x="227" y="104"/>
                  </a:lnTo>
                  <a:lnTo>
                    <a:pt x="227" y="104"/>
                  </a:lnTo>
                  <a:lnTo>
                    <a:pt x="227" y="104"/>
                  </a:lnTo>
                  <a:lnTo>
                    <a:pt x="227" y="106"/>
                  </a:lnTo>
                  <a:lnTo>
                    <a:pt x="227" y="106"/>
                  </a:lnTo>
                  <a:lnTo>
                    <a:pt x="227" y="109"/>
                  </a:lnTo>
                  <a:lnTo>
                    <a:pt x="227" y="109"/>
                  </a:lnTo>
                  <a:lnTo>
                    <a:pt x="227" y="111"/>
                  </a:lnTo>
                  <a:lnTo>
                    <a:pt x="227" y="111"/>
                  </a:lnTo>
                  <a:lnTo>
                    <a:pt x="227" y="113"/>
                  </a:lnTo>
                  <a:lnTo>
                    <a:pt x="227" y="113"/>
                  </a:lnTo>
                  <a:lnTo>
                    <a:pt x="227" y="113"/>
                  </a:lnTo>
                  <a:lnTo>
                    <a:pt x="227" y="116"/>
                  </a:lnTo>
                  <a:lnTo>
                    <a:pt x="227" y="116"/>
                  </a:lnTo>
                  <a:lnTo>
                    <a:pt x="227" y="118"/>
                  </a:lnTo>
                  <a:lnTo>
                    <a:pt x="227" y="118"/>
                  </a:lnTo>
                  <a:lnTo>
                    <a:pt x="227" y="121"/>
                  </a:lnTo>
                  <a:lnTo>
                    <a:pt x="227" y="121"/>
                  </a:lnTo>
                  <a:lnTo>
                    <a:pt x="227" y="123"/>
                  </a:lnTo>
                  <a:lnTo>
                    <a:pt x="227" y="123"/>
                  </a:lnTo>
                  <a:lnTo>
                    <a:pt x="227" y="123"/>
                  </a:lnTo>
                  <a:lnTo>
                    <a:pt x="227" y="125"/>
                  </a:lnTo>
                  <a:lnTo>
                    <a:pt x="227" y="125"/>
                  </a:lnTo>
                  <a:lnTo>
                    <a:pt x="227" y="128"/>
                  </a:lnTo>
                  <a:lnTo>
                    <a:pt x="227" y="128"/>
                  </a:lnTo>
                  <a:lnTo>
                    <a:pt x="227" y="130"/>
                  </a:lnTo>
                  <a:lnTo>
                    <a:pt x="227" y="130"/>
                  </a:lnTo>
                  <a:lnTo>
                    <a:pt x="227" y="132"/>
                  </a:lnTo>
                  <a:lnTo>
                    <a:pt x="227" y="132"/>
                  </a:lnTo>
                  <a:lnTo>
                    <a:pt x="227" y="132"/>
                  </a:lnTo>
                  <a:lnTo>
                    <a:pt x="227" y="135"/>
                  </a:lnTo>
                  <a:lnTo>
                    <a:pt x="227" y="135"/>
                  </a:lnTo>
                  <a:lnTo>
                    <a:pt x="227" y="137"/>
                  </a:lnTo>
                  <a:lnTo>
                    <a:pt x="227" y="137"/>
                  </a:lnTo>
                  <a:lnTo>
                    <a:pt x="227" y="139"/>
                  </a:lnTo>
                  <a:lnTo>
                    <a:pt x="227" y="139"/>
                  </a:lnTo>
                  <a:lnTo>
                    <a:pt x="227" y="142"/>
                  </a:lnTo>
                  <a:lnTo>
                    <a:pt x="227" y="142"/>
                  </a:lnTo>
                  <a:lnTo>
                    <a:pt x="227" y="144"/>
                  </a:lnTo>
                  <a:lnTo>
                    <a:pt x="227" y="144"/>
                  </a:lnTo>
                  <a:lnTo>
                    <a:pt x="227" y="144"/>
                  </a:lnTo>
                  <a:lnTo>
                    <a:pt x="227" y="144"/>
                  </a:lnTo>
                  <a:lnTo>
                    <a:pt x="227" y="147"/>
                  </a:lnTo>
                  <a:lnTo>
                    <a:pt x="227" y="147"/>
                  </a:lnTo>
                  <a:lnTo>
                    <a:pt x="227" y="149"/>
                  </a:lnTo>
                  <a:lnTo>
                    <a:pt x="227" y="149"/>
                  </a:lnTo>
                  <a:lnTo>
                    <a:pt x="227" y="151"/>
                  </a:lnTo>
                  <a:lnTo>
                    <a:pt x="227" y="151"/>
                  </a:lnTo>
                  <a:lnTo>
                    <a:pt x="227" y="154"/>
                  </a:lnTo>
                  <a:lnTo>
                    <a:pt x="227" y="154"/>
                  </a:lnTo>
                  <a:lnTo>
                    <a:pt x="227" y="154"/>
                  </a:lnTo>
                  <a:lnTo>
                    <a:pt x="225" y="154"/>
                  </a:lnTo>
                  <a:lnTo>
                    <a:pt x="225" y="156"/>
                  </a:lnTo>
                  <a:lnTo>
                    <a:pt x="225" y="156"/>
                  </a:lnTo>
                  <a:lnTo>
                    <a:pt x="225" y="158"/>
                  </a:lnTo>
                  <a:lnTo>
                    <a:pt x="225" y="158"/>
                  </a:lnTo>
                  <a:lnTo>
                    <a:pt x="225" y="158"/>
                  </a:lnTo>
                  <a:lnTo>
                    <a:pt x="225" y="161"/>
                  </a:lnTo>
                  <a:lnTo>
                    <a:pt x="223" y="161"/>
                  </a:lnTo>
                  <a:lnTo>
                    <a:pt x="223" y="161"/>
                  </a:lnTo>
                  <a:lnTo>
                    <a:pt x="223" y="163"/>
                  </a:lnTo>
                  <a:lnTo>
                    <a:pt x="225" y="163"/>
                  </a:lnTo>
                  <a:lnTo>
                    <a:pt x="225" y="163"/>
                  </a:lnTo>
                  <a:lnTo>
                    <a:pt x="225" y="163"/>
                  </a:lnTo>
                  <a:lnTo>
                    <a:pt x="225" y="166"/>
                  </a:lnTo>
                  <a:lnTo>
                    <a:pt x="225" y="166"/>
                  </a:lnTo>
                  <a:lnTo>
                    <a:pt x="225" y="166"/>
                  </a:lnTo>
                  <a:lnTo>
                    <a:pt x="227" y="166"/>
                  </a:lnTo>
                  <a:lnTo>
                    <a:pt x="227" y="168"/>
                  </a:lnTo>
                  <a:lnTo>
                    <a:pt x="227" y="168"/>
                  </a:lnTo>
                  <a:lnTo>
                    <a:pt x="227" y="168"/>
                  </a:lnTo>
                  <a:lnTo>
                    <a:pt x="227" y="170"/>
                  </a:lnTo>
                  <a:lnTo>
                    <a:pt x="227" y="170"/>
                  </a:lnTo>
                  <a:lnTo>
                    <a:pt x="227" y="173"/>
                  </a:lnTo>
                  <a:lnTo>
                    <a:pt x="227" y="173"/>
                  </a:lnTo>
                  <a:lnTo>
                    <a:pt x="227" y="173"/>
                  </a:lnTo>
                  <a:lnTo>
                    <a:pt x="227" y="175"/>
                  </a:lnTo>
                  <a:lnTo>
                    <a:pt x="227" y="175"/>
                  </a:lnTo>
                  <a:lnTo>
                    <a:pt x="227" y="177"/>
                  </a:lnTo>
                  <a:lnTo>
                    <a:pt x="227" y="177"/>
                  </a:lnTo>
                  <a:lnTo>
                    <a:pt x="227" y="180"/>
                  </a:lnTo>
                  <a:lnTo>
                    <a:pt x="227" y="180"/>
                  </a:lnTo>
                  <a:lnTo>
                    <a:pt x="227" y="182"/>
                  </a:lnTo>
                  <a:lnTo>
                    <a:pt x="227" y="182"/>
                  </a:lnTo>
                  <a:lnTo>
                    <a:pt x="227" y="182"/>
                  </a:lnTo>
                  <a:lnTo>
                    <a:pt x="227" y="184"/>
                  </a:lnTo>
                  <a:lnTo>
                    <a:pt x="227" y="184"/>
                  </a:lnTo>
                  <a:lnTo>
                    <a:pt x="227" y="187"/>
                  </a:lnTo>
                  <a:lnTo>
                    <a:pt x="227" y="187"/>
                  </a:lnTo>
                  <a:lnTo>
                    <a:pt x="227" y="189"/>
                  </a:lnTo>
                  <a:lnTo>
                    <a:pt x="227" y="189"/>
                  </a:lnTo>
                  <a:lnTo>
                    <a:pt x="227" y="192"/>
                  </a:lnTo>
                  <a:lnTo>
                    <a:pt x="227" y="192"/>
                  </a:lnTo>
                  <a:lnTo>
                    <a:pt x="227" y="192"/>
                  </a:lnTo>
                  <a:lnTo>
                    <a:pt x="227" y="194"/>
                  </a:lnTo>
                  <a:lnTo>
                    <a:pt x="227" y="194"/>
                  </a:lnTo>
                  <a:lnTo>
                    <a:pt x="227" y="196"/>
                  </a:lnTo>
                  <a:lnTo>
                    <a:pt x="227" y="196"/>
                  </a:lnTo>
                  <a:lnTo>
                    <a:pt x="227" y="199"/>
                  </a:lnTo>
                  <a:lnTo>
                    <a:pt x="227" y="199"/>
                  </a:lnTo>
                  <a:lnTo>
                    <a:pt x="227" y="201"/>
                  </a:lnTo>
                  <a:lnTo>
                    <a:pt x="227" y="201"/>
                  </a:lnTo>
                  <a:lnTo>
                    <a:pt x="227" y="203"/>
                  </a:lnTo>
                  <a:lnTo>
                    <a:pt x="227" y="203"/>
                  </a:lnTo>
                  <a:lnTo>
                    <a:pt x="227" y="203"/>
                  </a:lnTo>
                  <a:lnTo>
                    <a:pt x="227" y="206"/>
                  </a:lnTo>
                  <a:lnTo>
                    <a:pt x="227" y="206"/>
                  </a:lnTo>
                  <a:lnTo>
                    <a:pt x="227" y="208"/>
                  </a:lnTo>
                  <a:lnTo>
                    <a:pt x="227" y="208"/>
                  </a:lnTo>
                  <a:lnTo>
                    <a:pt x="227" y="211"/>
                  </a:lnTo>
                  <a:lnTo>
                    <a:pt x="227" y="211"/>
                  </a:lnTo>
                  <a:lnTo>
                    <a:pt x="227" y="213"/>
                  </a:lnTo>
                  <a:lnTo>
                    <a:pt x="227" y="213"/>
                  </a:lnTo>
                  <a:lnTo>
                    <a:pt x="227" y="213"/>
                  </a:lnTo>
                  <a:lnTo>
                    <a:pt x="227" y="215"/>
                  </a:lnTo>
                  <a:lnTo>
                    <a:pt x="227" y="215"/>
                  </a:lnTo>
                  <a:lnTo>
                    <a:pt x="227" y="218"/>
                  </a:lnTo>
                  <a:lnTo>
                    <a:pt x="227" y="218"/>
                  </a:lnTo>
                  <a:lnTo>
                    <a:pt x="227" y="220"/>
                  </a:lnTo>
                  <a:lnTo>
                    <a:pt x="227" y="220"/>
                  </a:lnTo>
                  <a:lnTo>
                    <a:pt x="227" y="222"/>
                  </a:lnTo>
                  <a:lnTo>
                    <a:pt x="227" y="222"/>
                  </a:lnTo>
                  <a:lnTo>
                    <a:pt x="227" y="222"/>
                  </a:lnTo>
                  <a:lnTo>
                    <a:pt x="227" y="225"/>
                  </a:lnTo>
                  <a:lnTo>
                    <a:pt x="227" y="225"/>
                  </a:lnTo>
                  <a:lnTo>
                    <a:pt x="227" y="222"/>
                  </a:lnTo>
                  <a:lnTo>
                    <a:pt x="225" y="222"/>
                  </a:lnTo>
                  <a:lnTo>
                    <a:pt x="225" y="222"/>
                  </a:lnTo>
                  <a:lnTo>
                    <a:pt x="223" y="222"/>
                  </a:lnTo>
                  <a:lnTo>
                    <a:pt x="223" y="222"/>
                  </a:lnTo>
                  <a:lnTo>
                    <a:pt x="223" y="222"/>
                  </a:lnTo>
                  <a:lnTo>
                    <a:pt x="223" y="222"/>
                  </a:lnTo>
                  <a:lnTo>
                    <a:pt x="223" y="222"/>
                  </a:lnTo>
                  <a:lnTo>
                    <a:pt x="223" y="220"/>
                  </a:lnTo>
                  <a:lnTo>
                    <a:pt x="223" y="220"/>
                  </a:lnTo>
                  <a:lnTo>
                    <a:pt x="220" y="220"/>
                  </a:lnTo>
                  <a:lnTo>
                    <a:pt x="220" y="220"/>
                  </a:lnTo>
                  <a:lnTo>
                    <a:pt x="220" y="218"/>
                  </a:lnTo>
                  <a:lnTo>
                    <a:pt x="220" y="218"/>
                  </a:lnTo>
                  <a:lnTo>
                    <a:pt x="220" y="218"/>
                  </a:lnTo>
                  <a:lnTo>
                    <a:pt x="218" y="218"/>
                  </a:lnTo>
                  <a:lnTo>
                    <a:pt x="218" y="215"/>
                  </a:lnTo>
                  <a:lnTo>
                    <a:pt x="218" y="215"/>
                  </a:lnTo>
                  <a:lnTo>
                    <a:pt x="218" y="215"/>
                  </a:lnTo>
                  <a:lnTo>
                    <a:pt x="218" y="213"/>
                  </a:lnTo>
                  <a:lnTo>
                    <a:pt x="215" y="213"/>
                  </a:lnTo>
                  <a:lnTo>
                    <a:pt x="215" y="213"/>
                  </a:lnTo>
                  <a:lnTo>
                    <a:pt x="215" y="213"/>
                  </a:lnTo>
                  <a:lnTo>
                    <a:pt x="215" y="213"/>
                  </a:lnTo>
                  <a:lnTo>
                    <a:pt x="215" y="211"/>
                  </a:lnTo>
                  <a:lnTo>
                    <a:pt x="215" y="211"/>
                  </a:lnTo>
                  <a:lnTo>
                    <a:pt x="215" y="211"/>
                  </a:lnTo>
                  <a:lnTo>
                    <a:pt x="213" y="211"/>
                  </a:lnTo>
                  <a:lnTo>
                    <a:pt x="213" y="208"/>
                  </a:lnTo>
                  <a:lnTo>
                    <a:pt x="213" y="208"/>
                  </a:lnTo>
                  <a:lnTo>
                    <a:pt x="213" y="208"/>
                  </a:lnTo>
                  <a:lnTo>
                    <a:pt x="213" y="208"/>
                  </a:lnTo>
                  <a:lnTo>
                    <a:pt x="213" y="206"/>
                  </a:lnTo>
                  <a:lnTo>
                    <a:pt x="211" y="206"/>
                  </a:lnTo>
                  <a:lnTo>
                    <a:pt x="211" y="206"/>
                  </a:lnTo>
                  <a:lnTo>
                    <a:pt x="211" y="206"/>
                  </a:lnTo>
                  <a:lnTo>
                    <a:pt x="211" y="203"/>
                  </a:lnTo>
                  <a:lnTo>
                    <a:pt x="208" y="203"/>
                  </a:lnTo>
                  <a:lnTo>
                    <a:pt x="208" y="203"/>
                  </a:lnTo>
                  <a:lnTo>
                    <a:pt x="208" y="203"/>
                  </a:lnTo>
                  <a:lnTo>
                    <a:pt x="208" y="203"/>
                  </a:lnTo>
                  <a:lnTo>
                    <a:pt x="208" y="203"/>
                  </a:lnTo>
                  <a:lnTo>
                    <a:pt x="206" y="203"/>
                  </a:lnTo>
                  <a:lnTo>
                    <a:pt x="206" y="203"/>
                  </a:lnTo>
                  <a:lnTo>
                    <a:pt x="206" y="201"/>
                  </a:lnTo>
                  <a:lnTo>
                    <a:pt x="206" y="201"/>
                  </a:lnTo>
                  <a:lnTo>
                    <a:pt x="206" y="201"/>
                  </a:lnTo>
                  <a:lnTo>
                    <a:pt x="204" y="201"/>
                  </a:lnTo>
                  <a:lnTo>
                    <a:pt x="204" y="199"/>
                  </a:lnTo>
                  <a:lnTo>
                    <a:pt x="204" y="199"/>
                  </a:lnTo>
                  <a:lnTo>
                    <a:pt x="204" y="199"/>
                  </a:lnTo>
                  <a:lnTo>
                    <a:pt x="201" y="199"/>
                  </a:lnTo>
                  <a:lnTo>
                    <a:pt x="201" y="199"/>
                  </a:lnTo>
                  <a:lnTo>
                    <a:pt x="201" y="199"/>
                  </a:lnTo>
                  <a:lnTo>
                    <a:pt x="199" y="199"/>
                  </a:lnTo>
                  <a:lnTo>
                    <a:pt x="199" y="199"/>
                  </a:lnTo>
                  <a:lnTo>
                    <a:pt x="196" y="199"/>
                  </a:lnTo>
                  <a:lnTo>
                    <a:pt x="196" y="199"/>
                  </a:lnTo>
                  <a:lnTo>
                    <a:pt x="196" y="199"/>
                  </a:lnTo>
                  <a:lnTo>
                    <a:pt x="196" y="199"/>
                  </a:lnTo>
                  <a:lnTo>
                    <a:pt x="196" y="201"/>
                  </a:lnTo>
                  <a:lnTo>
                    <a:pt x="194" y="201"/>
                  </a:lnTo>
                  <a:lnTo>
                    <a:pt x="194" y="201"/>
                  </a:lnTo>
                  <a:lnTo>
                    <a:pt x="194" y="201"/>
                  </a:lnTo>
                  <a:lnTo>
                    <a:pt x="192" y="201"/>
                  </a:lnTo>
                  <a:lnTo>
                    <a:pt x="192" y="201"/>
                  </a:lnTo>
                  <a:lnTo>
                    <a:pt x="189" y="201"/>
                  </a:lnTo>
                  <a:lnTo>
                    <a:pt x="189" y="201"/>
                  </a:lnTo>
                  <a:lnTo>
                    <a:pt x="189" y="199"/>
                  </a:lnTo>
                  <a:lnTo>
                    <a:pt x="189" y="199"/>
                  </a:lnTo>
                  <a:lnTo>
                    <a:pt x="189" y="199"/>
                  </a:lnTo>
                  <a:lnTo>
                    <a:pt x="187" y="199"/>
                  </a:lnTo>
                  <a:lnTo>
                    <a:pt x="187" y="199"/>
                  </a:lnTo>
                  <a:lnTo>
                    <a:pt x="187" y="199"/>
                  </a:lnTo>
                  <a:lnTo>
                    <a:pt x="187" y="199"/>
                  </a:lnTo>
                  <a:lnTo>
                    <a:pt x="187" y="201"/>
                  </a:lnTo>
                  <a:lnTo>
                    <a:pt x="185" y="201"/>
                  </a:lnTo>
                  <a:lnTo>
                    <a:pt x="185" y="201"/>
                  </a:lnTo>
                  <a:lnTo>
                    <a:pt x="185" y="201"/>
                  </a:lnTo>
                  <a:lnTo>
                    <a:pt x="185" y="201"/>
                  </a:lnTo>
                  <a:lnTo>
                    <a:pt x="185" y="203"/>
                  </a:lnTo>
                  <a:lnTo>
                    <a:pt x="185" y="203"/>
                  </a:lnTo>
                  <a:lnTo>
                    <a:pt x="185" y="203"/>
                  </a:lnTo>
                  <a:lnTo>
                    <a:pt x="185" y="203"/>
                  </a:lnTo>
                  <a:lnTo>
                    <a:pt x="182" y="203"/>
                  </a:lnTo>
                  <a:lnTo>
                    <a:pt x="182" y="206"/>
                  </a:lnTo>
                  <a:lnTo>
                    <a:pt x="182" y="206"/>
                  </a:lnTo>
                  <a:lnTo>
                    <a:pt x="182" y="206"/>
                  </a:lnTo>
                  <a:lnTo>
                    <a:pt x="180" y="206"/>
                  </a:lnTo>
                  <a:lnTo>
                    <a:pt x="180" y="206"/>
                  </a:lnTo>
                  <a:lnTo>
                    <a:pt x="180" y="206"/>
                  </a:lnTo>
                  <a:lnTo>
                    <a:pt x="178" y="206"/>
                  </a:lnTo>
                  <a:lnTo>
                    <a:pt x="178" y="206"/>
                  </a:lnTo>
                  <a:lnTo>
                    <a:pt x="178" y="203"/>
                  </a:lnTo>
                  <a:lnTo>
                    <a:pt x="175" y="203"/>
                  </a:lnTo>
                  <a:lnTo>
                    <a:pt x="175" y="203"/>
                  </a:lnTo>
                  <a:lnTo>
                    <a:pt x="175" y="203"/>
                  </a:lnTo>
                  <a:lnTo>
                    <a:pt x="175" y="203"/>
                  </a:lnTo>
                  <a:lnTo>
                    <a:pt x="173" y="203"/>
                  </a:lnTo>
                  <a:lnTo>
                    <a:pt x="173" y="203"/>
                  </a:lnTo>
                  <a:lnTo>
                    <a:pt x="173" y="203"/>
                  </a:lnTo>
                  <a:lnTo>
                    <a:pt x="173" y="206"/>
                  </a:lnTo>
                  <a:lnTo>
                    <a:pt x="173" y="206"/>
                  </a:lnTo>
                  <a:lnTo>
                    <a:pt x="170" y="206"/>
                  </a:lnTo>
                  <a:lnTo>
                    <a:pt x="170" y="206"/>
                  </a:lnTo>
                  <a:lnTo>
                    <a:pt x="170" y="206"/>
                  </a:lnTo>
                  <a:lnTo>
                    <a:pt x="168" y="206"/>
                  </a:lnTo>
                  <a:lnTo>
                    <a:pt x="168" y="206"/>
                  </a:lnTo>
                  <a:lnTo>
                    <a:pt x="168" y="206"/>
                  </a:lnTo>
                  <a:lnTo>
                    <a:pt x="168" y="206"/>
                  </a:lnTo>
                  <a:lnTo>
                    <a:pt x="166" y="206"/>
                  </a:lnTo>
                  <a:lnTo>
                    <a:pt x="166" y="206"/>
                  </a:lnTo>
                  <a:lnTo>
                    <a:pt x="163" y="206"/>
                  </a:lnTo>
                  <a:lnTo>
                    <a:pt x="163" y="206"/>
                  </a:lnTo>
                  <a:lnTo>
                    <a:pt x="163" y="206"/>
                  </a:lnTo>
                  <a:lnTo>
                    <a:pt x="161" y="206"/>
                  </a:lnTo>
                  <a:lnTo>
                    <a:pt x="161" y="206"/>
                  </a:lnTo>
                  <a:lnTo>
                    <a:pt x="161" y="206"/>
                  </a:lnTo>
                  <a:lnTo>
                    <a:pt x="159" y="206"/>
                  </a:lnTo>
                  <a:lnTo>
                    <a:pt x="159" y="206"/>
                  </a:lnTo>
                  <a:lnTo>
                    <a:pt x="156" y="206"/>
                  </a:lnTo>
                  <a:lnTo>
                    <a:pt x="156" y="206"/>
                  </a:lnTo>
                  <a:lnTo>
                    <a:pt x="156" y="206"/>
                  </a:lnTo>
                  <a:lnTo>
                    <a:pt x="156" y="206"/>
                  </a:lnTo>
                  <a:lnTo>
                    <a:pt x="154" y="206"/>
                  </a:lnTo>
                  <a:lnTo>
                    <a:pt x="154" y="206"/>
                  </a:lnTo>
                  <a:lnTo>
                    <a:pt x="154" y="203"/>
                  </a:lnTo>
                  <a:lnTo>
                    <a:pt x="154" y="203"/>
                  </a:lnTo>
                  <a:lnTo>
                    <a:pt x="156" y="203"/>
                  </a:lnTo>
                  <a:lnTo>
                    <a:pt x="156" y="203"/>
                  </a:lnTo>
                  <a:lnTo>
                    <a:pt x="156" y="201"/>
                  </a:lnTo>
                  <a:lnTo>
                    <a:pt x="156" y="201"/>
                  </a:lnTo>
                  <a:lnTo>
                    <a:pt x="156" y="199"/>
                  </a:lnTo>
                  <a:lnTo>
                    <a:pt x="156" y="199"/>
                  </a:lnTo>
                  <a:lnTo>
                    <a:pt x="156" y="199"/>
                  </a:lnTo>
                  <a:lnTo>
                    <a:pt x="156" y="196"/>
                  </a:lnTo>
                  <a:lnTo>
                    <a:pt x="156" y="196"/>
                  </a:lnTo>
                  <a:lnTo>
                    <a:pt x="156" y="196"/>
                  </a:lnTo>
                  <a:lnTo>
                    <a:pt x="159" y="196"/>
                  </a:lnTo>
                  <a:lnTo>
                    <a:pt x="159" y="194"/>
                  </a:lnTo>
                  <a:lnTo>
                    <a:pt x="159" y="194"/>
                  </a:lnTo>
                  <a:lnTo>
                    <a:pt x="159" y="192"/>
                  </a:lnTo>
                  <a:lnTo>
                    <a:pt x="159" y="192"/>
                  </a:lnTo>
                  <a:lnTo>
                    <a:pt x="159" y="192"/>
                  </a:lnTo>
                  <a:lnTo>
                    <a:pt x="159" y="192"/>
                  </a:lnTo>
                  <a:lnTo>
                    <a:pt x="161" y="192"/>
                  </a:lnTo>
                  <a:lnTo>
                    <a:pt x="161" y="189"/>
                  </a:lnTo>
                  <a:lnTo>
                    <a:pt x="161" y="189"/>
                  </a:lnTo>
                  <a:lnTo>
                    <a:pt x="161" y="189"/>
                  </a:lnTo>
                  <a:lnTo>
                    <a:pt x="161" y="187"/>
                  </a:lnTo>
                  <a:lnTo>
                    <a:pt x="161" y="187"/>
                  </a:lnTo>
                  <a:lnTo>
                    <a:pt x="161" y="187"/>
                  </a:lnTo>
                  <a:lnTo>
                    <a:pt x="163" y="187"/>
                  </a:lnTo>
                  <a:lnTo>
                    <a:pt x="163" y="184"/>
                  </a:lnTo>
                  <a:lnTo>
                    <a:pt x="163" y="184"/>
                  </a:lnTo>
                  <a:lnTo>
                    <a:pt x="163" y="184"/>
                  </a:lnTo>
                  <a:lnTo>
                    <a:pt x="163" y="182"/>
                  </a:lnTo>
                  <a:lnTo>
                    <a:pt x="163" y="182"/>
                  </a:lnTo>
                  <a:lnTo>
                    <a:pt x="166" y="182"/>
                  </a:lnTo>
                  <a:lnTo>
                    <a:pt x="166" y="182"/>
                  </a:lnTo>
                  <a:lnTo>
                    <a:pt x="166" y="182"/>
                  </a:lnTo>
                  <a:lnTo>
                    <a:pt x="166" y="182"/>
                  </a:lnTo>
                  <a:lnTo>
                    <a:pt x="168" y="182"/>
                  </a:lnTo>
                  <a:lnTo>
                    <a:pt x="168" y="182"/>
                  </a:lnTo>
                  <a:lnTo>
                    <a:pt x="168" y="180"/>
                  </a:lnTo>
                  <a:lnTo>
                    <a:pt x="168" y="180"/>
                  </a:lnTo>
                  <a:lnTo>
                    <a:pt x="170" y="180"/>
                  </a:lnTo>
                  <a:lnTo>
                    <a:pt x="170" y="180"/>
                  </a:lnTo>
                  <a:lnTo>
                    <a:pt x="170" y="180"/>
                  </a:lnTo>
                  <a:lnTo>
                    <a:pt x="173" y="180"/>
                  </a:lnTo>
                  <a:lnTo>
                    <a:pt x="173" y="180"/>
                  </a:lnTo>
                  <a:lnTo>
                    <a:pt x="173" y="180"/>
                  </a:lnTo>
                  <a:lnTo>
                    <a:pt x="175" y="180"/>
                  </a:lnTo>
                  <a:lnTo>
                    <a:pt x="175" y="180"/>
                  </a:lnTo>
                  <a:lnTo>
                    <a:pt x="175" y="177"/>
                  </a:lnTo>
                  <a:lnTo>
                    <a:pt x="175" y="177"/>
                  </a:lnTo>
                  <a:lnTo>
                    <a:pt x="178" y="177"/>
                  </a:lnTo>
                  <a:lnTo>
                    <a:pt x="178" y="177"/>
                  </a:lnTo>
                  <a:lnTo>
                    <a:pt x="180" y="177"/>
                  </a:lnTo>
                  <a:lnTo>
                    <a:pt x="180" y="177"/>
                  </a:lnTo>
                  <a:lnTo>
                    <a:pt x="180" y="177"/>
                  </a:lnTo>
                  <a:lnTo>
                    <a:pt x="180" y="177"/>
                  </a:lnTo>
                  <a:lnTo>
                    <a:pt x="178" y="177"/>
                  </a:lnTo>
                  <a:lnTo>
                    <a:pt x="178" y="175"/>
                  </a:lnTo>
                  <a:lnTo>
                    <a:pt x="178" y="175"/>
                  </a:lnTo>
                  <a:lnTo>
                    <a:pt x="178" y="175"/>
                  </a:lnTo>
                  <a:lnTo>
                    <a:pt x="178" y="173"/>
                  </a:lnTo>
                  <a:lnTo>
                    <a:pt x="178" y="173"/>
                  </a:lnTo>
                  <a:lnTo>
                    <a:pt x="178" y="173"/>
                  </a:lnTo>
                  <a:lnTo>
                    <a:pt x="178" y="173"/>
                  </a:lnTo>
                  <a:lnTo>
                    <a:pt x="178" y="173"/>
                  </a:lnTo>
                  <a:lnTo>
                    <a:pt x="175" y="173"/>
                  </a:lnTo>
                  <a:lnTo>
                    <a:pt x="175" y="170"/>
                  </a:lnTo>
                  <a:lnTo>
                    <a:pt x="175" y="170"/>
                  </a:lnTo>
                  <a:lnTo>
                    <a:pt x="175" y="170"/>
                  </a:lnTo>
                  <a:lnTo>
                    <a:pt x="175" y="170"/>
                  </a:lnTo>
                  <a:lnTo>
                    <a:pt x="175" y="168"/>
                  </a:lnTo>
                  <a:lnTo>
                    <a:pt x="175" y="168"/>
                  </a:lnTo>
                  <a:lnTo>
                    <a:pt x="175" y="166"/>
                  </a:lnTo>
                  <a:lnTo>
                    <a:pt x="175" y="166"/>
                  </a:lnTo>
                  <a:lnTo>
                    <a:pt x="175" y="166"/>
                  </a:lnTo>
                  <a:lnTo>
                    <a:pt x="175" y="166"/>
                  </a:lnTo>
                  <a:lnTo>
                    <a:pt x="175" y="163"/>
                  </a:lnTo>
                  <a:lnTo>
                    <a:pt x="175" y="163"/>
                  </a:lnTo>
                  <a:lnTo>
                    <a:pt x="175" y="163"/>
                  </a:lnTo>
                  <a:lnTo>
                    <a:pt x="175" y="163"/>
                  </a:lnTo>
                  <a:lnTo>
                    <a:pt x="175" y="163"/>
                  </a:lnTo>
                  <a:lnTo>
                    <a:pt x="175" y="161"/>
                  </a:lnTo>
                  <a:lnTo>
                    <a:pt x="175" y="161"/>
                  </a:lnTo>
                  <a:lnTo>
                    <a:pt x="175" y="158"/>
                  </a:lnTo>
                  <a:lnTo>
                    <a:pt x="175" y="158"/>
                  </a:lnTo>
                  <a:lnTo>
                    <a:pt x="175" y="158"/>
                  </a:lnTo>
                  <a:lnTo>
                    <a:pt x="175" y="158"/>
                  </a:lnTo>
                  <a:lnTo>
                    <a:pt x="175" y="156"/>
                  </a:lnTo>
                  <a:lnTo>
                    <a:pt x="175" y="156"/>
                  </a:lnTo>
                  <a:lnTo>
                    <a:pt x="173" y="156"/>
                  </a:lnTo>
                  <a:lnTo>
                    <a:pt x="173" y="156"/>
                  </a:lnTo>
                  <a:lnTo>
                    <a:pt x="173" y="154"/>
                  </a:lnTo>
                  <a:lnTo>
                    <a:pt x="173" y="154"/>
                  </a:lnTo>
                  <a:lnTo>
                    <a:pt x="173" y="154"/>
                  </a:lnTo>
                  <a:lnTo>
                    <a:pt x="173" y="154"/>
                  </a:lnTo>
                  <a:lnTo>
                    <a:pt x="170" y="154"/>
                  </a:lnTo>
                  <a:lnTo>
                    <a:pt x="170" y="151"/>
                  </a:lnTo>
                  <a:lnTo>
                    <a:pt x="170" y="151"/>
                  </a:lnTo>
                  <a:lnTo>
                    <a:pt x="170" y="149"/>
                  </a:lnTo>
                  <a:lnTo>
                    <a:pt x="170" y="149"/>
                  </a:lnTo>
                  <a:lnTo>
                    <a:pt x="170" y="149"/>
                  </a:lnTo>
                  <a:lnTo>
                    <a:pt x="170" y="147"/>
                  </a:lnTo>
                  <a:lnTo>
                    <a:pt x="170" y="147"/>
                  </a:lnTo>
                  <a:lnTo>
                    <a:pt x="168" y="147"/>
                  </a:lnTo>
                  <a:lnTo>
                    <a:pt x="168" y="144"/>
                  </a:lnTo>
                  <a:lnTo>
                    <a:pt x="168" y="144"/>
                  </a:lnTo>
                  <a:lnTo>
                    <a:pt x="168" y="144"/>
                  </a:lnTo>
                  <a:lnTo>
                    <a:pt x="168" y="144"/>
                  </a:lnTo>
                  <a:lnTo>
                    <a:pt x="168" y="142"/>
                  </a:lnTo>
                  <a:lnTo>
                    <a:pt x="168" y="142"/>
                  </a:lnTo>
                  <a:lnTo>
                    <a:pt x="168" y="139"/>
                  </a:lnTo>
                  <a:lnTo>
                    <a:pt x="168" y="139"/>
                  </a:lnTo>
                  <a:lnTo>
                    <a:pt x="166" y="139"/>
                  </a:lnTo>
                  <a:lnTo>
                    <a:pt x="166" y="139"/>
                  </a:lnTo>
                  <a:lnTo>
                    <a:pt x="166" y="139"/>
                  </a:lnTo>
                  <a:lnTo>
                    <a:pt x="166" y="137"/>
                  </a:lnTo>
                  <a:lnTo>
                    <a:pt x="163" y="137"/>
                  </a:lnTo>
                  <a:lnTo>
                    <a:pt x="163" y="137"/>
                  </a:lnTo>
                  <a:lnTo>
                    <a:pt x="163" y="137"/>
                  </a:lnTo>
                  <a:lnTo>
                    <a:pt x="163" y="135"/>
                  </a:lnTo>
                  <a:lnTo>
                    <a:pt x="163" y="135"/>
                  </a:lnTo>
                  <a:lnTo>
                    <a:pt x="163" y="132"/>
                  </a:lnTo>
                  <a:lnTo>
                    <a:pt x="163" y="132"/>
                  </a:lnTo>
                  <a:lnTo>
                    <a:pt x="163" y="132"/>
                  </a:lnTo>
                  <a:lnTo>
                    <a:pt x="163" y="132"/>
                  </a:lnTo>
                  <a:lnTo>
                    <a:pt x="161" y="132"/>
                  </a:lnTo>
                  <a:lnTo>
                    <a:pt x="161" y="132"/>
                  </a:lnTo>
                  <a:lnTo>
                    <a:pt x="161" y="130"/>
                  </a:lnTo>
                  <a:lnTo>
                    <a:pt x="161" y="130"/>
                  </a:lnTo>
                  <a:lnTo>
                    <a:pt x="161" y="130"/>
                  </a:lnTo>
                  <a:lnTo>
                    <a:pt x="161" y="128"/>
                  </a:lnTo>
                  <a:lnTo>
                    <a:pt x="159" y="128"/>
                  </a:lnTo>
                  <a:lnTo>
                    <a:pt x="159" y="130"/>
                  </a:lnTo>
                  <a:lnTo>
                    <a:pt x="159" y="130"/>
                  </a:lnTo>
                  <a:lnTo>
                    <a:pt x="159" y="128"/>
                  </a:lnTo>
                  <a:lnTo>
                    <a:pt x="156" y="128"/>
                  </a:lnTo>
                  <a:lnTo>
                    <a:pt x="156" y="130"/>
                  </a:lnTo>
                  <a:lnTo>
                    <a:pt x="156" y="130"/>
                  </a:lnTo>
                  <a:lnTo>
                    <a:pt x="156" y="128"/>
                  </a:lnTo>
                  <a:lnTo>
                    <a:pt x="156" y="128"/>
                  </a:lnTo>
                  <a:lnTo>
                    <a:pt x="156" y="125"/>
                  </a:lnTo>
                  <a:lnTo>
                    <a:pt x="156" y="125"/>
                  </a:lnTo>
                  <a:lnTo>
                    <a:pt x="156" y="125"/>
                  </a:lnTo>
                  <a:lnTo>
                    <a:pt x="154" y="125"/>
                  </a:lnTo>
                  <a:lnTo>
                    <a:pt x="154" y="125"/>
                  </a:lnTo>
                  <a:lnTo>
                    <a:pt x="154" y="123"/>
                  </a:lnTo>
                  <a:lnTo>
                    <a:pt x="154" y="123"/>
                  </a:lnTo>
                  <a:lnTo>
                    <a:pt x="154" y="125"/>
                  </a:lnTo>
                  <a:lnTo>
                    <a:pt x="152" y="125"/>
                  </a:lnTo>
                  <a:lnTo>
                    <a:pt x="152" y="123"/>
                  </a:lnTo>
                  <a:lnTo>
                    <a:pt x="152" y="123"/>
                  </a:lnTo>
                  <a:lnTo>
                    <a:pt x="152" y="123"/>
                  </a:lnTo>
                  <a:lnTo>
                    <a:pt x="149" y="123"/>
                  </a:lnTo>
                  <a:lnTo>
                    <a:pt x="149" y="123"/>
                  </a:lnTo>
                  <a:lnTo>
                    <a:pt x="149" y="123"/>
                  </a:lnTo>
                  <a:lnTo>
                    <a:pt x="149" y="123"/>
                  </a:lnTo>
                  <a:lnTo>
                    <a:pt x="149" y="121"/>
                  </a:lnTo>
                  <a:lnTo>
                    <a:pt x="149" y="121"/>
                  </a:lnTo>
                  <a:lnTo>
                    <a:pt x="147" y="121"/>
                  </a:lnTo>
                  <a:lnTo>
                    <a:pt x="147" y="121"/>
                  </a:lnTo>
                  <a:lnTo>
                    <a:pt x="147" y="121"/>
                  </a:lnTo>
                  <a:lnTo>
                    <a:pt x="147" y="118"/>
                  </a:lnTo>
                  <a:lnTo>
                    <a:pt x="144" y="118"/>
                  </a:lnTo>
                  <a:lnTo>
                    <a:pt x="144" y="118"/>
                  </a:lnTo>
                  <a:lnTo>
                    <a:pt x="142" y="118"/>
                  </a:lnTo>
                  <a:lnTo>
                    <a:pt x="142" y="118"/>
                  </a:lnTo>
                  <a:lnTo>
                    <a:pt x="142" y="118"/>
                  </a:lnTo>
                  <a:lnTo>
                    <a:pt x="142" y="118"/>
                  </a:lnTo>
                  <a:lnTo>
                    <a:pt x="140" y="118"/>
                  </a:lnTo>
                  <a:lnTo>
                    <a:pt x="140" y="118"/>
                  </a:lnTo>
                  <a:lnTo>
                    <a:pt x="140" y="116"/>
                  </a:lnTo>
                  <a:lnTo>
                    <a:pt x="140" y="116"/>
                  </a:lnTo>
                  <a:lnTo>
                    <a:pt x="137" y="116"/>
                  </a:lnTo>
                  <a:lnTo>
                    <a:pt x="137" y="116"/>
                  </a:lnTo>
                  <a:lnTo>
                    <a:pt x="135" y="116"/>
                  </a:lnTo>
                  <a:lnTo>
                    <a:pt x="135" y="116"/>
                  </a:lnTo>
                  <a:lnTo>
                    <a:pt x="135" y="116"/>
                  </a:lnTo>
                  <a:lnTo>
                    <a:pt x="135" y="116"/>
                  </a:lnTo>
                  <a:lnTo>
                    <a:pt x="135" y="113"/>
                  </a:lnTo>
                  <a:lnTo>
                    <a:pt x="133" y="113"/>
                  </a:lnTo>
                  <a:lnTo>
                    <a:pt x="133" y="113"/>
                  </a:lnTo>
                  <a:lnTo>
                    <a:pt x="133" y="113"/>
                  </a:lnTo>
                  <a:lnTo>
                    <a:pt x="133" y="113"/>
                  </a:lnTo>
                  <a:lnTo>
                    <a:pt x="130" y="113"/>
                  </a:lnTo>
                  <a:lnTo>
                    <a:pt x="130" y="113"/>
                  </a:lnTo>
                  <a:lnTo>
                    <a:pt x="130" y="113"/>
                  </a:lnTo>
                  <a:lnTo>
                    <a:pt x="128" y="113"/>
                  </a:lnTo>
                  <a:lnTo>
                    <a:pt x="128" y="113"/>
                  </a:lnTo>
                  <a:lnTo>
                    <a:pt x="128" y="111"/>
                  </a:lnTo>
                  <a:lnTo>
                    <a:pt x="128" y="111"/>
                  </a:lnTo>
                  <a:lnTo>
                    <a:pt x="125" y="111"/>
                  </a:lnTo>
                  <a:lnTo>
                    <a:pt x="125" y="111"/>
                  </a:lnTo>
                  <a:lnTo>
                    <a:pt x="125" y="111"/>
                  </a:lnTo>
                  <a:lnTo>
                    <a:pt x="123" y="111"/>
                  </a:lnTo>
                  <a:lnTo>
                    <a:pt x="123" y="111"/>
                  </a:lnTo>
                  <a:lnTo>
                    <a:pt x="123" y="111"/>
                  </a:lnTo>
                  <a:lnTo>
                    <a:pt x="123" y="109"/>
                  </a:lnTo>
                  <a:lnTo>
                    <a:pt x="121" y="109"/>
                  </a:lnTo>
                  <a:lnTo>
                    <a:pt x="121" y="109"/>
                  </a:lnTo>
                  <a:lnTo>
                    <a:pt x="121" y="109"/>
                  </a:lnTo>
                  <a:lnTo>
                    <a:pt x="121" y="109"/>
                  </a:lnTo>
                  <a:lnTo>
                    <a:pt x="118" y="109"/>
                  </a:lnTo>
                  <a:lnTo>
                    <a:pt x="118" y="106"/>
                  </a:lnTo>
                  <a:lnTo>
                    <a:pt x="118" y="106"/>
                  </a:lnTo>
                  <a:lnTo>
                    <a:pt x="118" y="106"/>
                  </a:lnTo>
                  <a:lnTo>
                    <a:pt x="116" y="106"/>
                  </a:lnTo>
                  <a:lnTo>
                    <a:pt x="116" y="106"/>
                  </a:lnTo>
                  <a:lnTo>
                    <a:pt x="116" y="106"/>
                  </a:lnTo>
                  <a:lnTo>
                    <a:pt x="114" y="106"/>
                  </a:lnTo>
                  <a:lnTo>
                    <a:pt x="114" y="106"/>
                  </a:lnTo>
                  <a:lnTo>
                    <a:pt x="114" y="106"/>
                  </a:lnTo>
                  <a:lnTo>
                    <a:pt x="111" y="106"/>
                  </a:lnTo>
                  <a:lnTo>
                    <a:pt x="111" y="106"/>
                  </a:lnTo>
                  <a:lnTo>
                    <a:pt x="109" y="106"/>
                  </a:lnTo>
                  <a:lnTo>
                    <a:pt x="109" y="104"/>
                  </a:lnTo>
                  <a:lnTo>
                    <a:pt x="109" y="104"/>
                  </a:lnTo>
                  <a:lnTo>
                    <a:pt x="109" y="104"/>
                  </a:lnTo>
                  <a:lnTo>
                    <a:pt x="107" y="104"/>
                  </a:lnTo>
                  <a:lnTo>
                    <a:pt x="107" y="104"/>
                  </a:lnTo>
                  <a:lnTo>
                    <a:pt x="107" y="104"/>
                  </a:lnTo>
                  <a:lnTo>
                    <a:pt x="104" y="104"/>
                  </a:lnTo>
                  <a:lnTo>
                    <a:pt x="104" y="104"/>
                  </a:lnTo>
                  <a:lnTo>
                    <a:pt x="104" y="106"/>
                  </a:lnTo>
                  <a:lnTo>
                    <a:pt x="102" y="106"/>
                  </a:lnTo>
                  <a:lnTo>
                    <a:pt x="102" y="106"/>
                  </a:lnTo>
                  <a:lnTo>
                    <a:pt x="102" y="104"/>
                  </a:lnTo>
                  <a:lnTo>
                    <a:pt x="102" y="104"/>
                  </a:lnTo>
                  <a:lnTo>
                    <a:pt x="99" y="104"/>
                  </a:lnTo>
                  <a:lnTo>
                    <a:pt x="99" y="104"/>
                  </a:lnTo>
                  <a:lnTo>
                    <a:pt x="99" y="104"/>
                  </a:lnTo>
                  <a:lnTo>
                    <a:pt x="99" y="104"/>
                  </a:lnTo>
                  <a:lnTo>
                    <a:pt x="99" y="104"/>
                  </a:lnTo>
                  <a:lnTo>
                    <a:pt x="97" y="104"/>
                  </a:lnTo>
                  <a:lnTo>
                    <a:pt x="97" y="102"/>
                  </a:lnTo>
                  <a:lnTo>
                    <a:pt x="97" y="102"/>
                  </a:lnTo>
                  <a:lnTo>
                    <a:pt x="97" y="102"/>
                  </a:lnTo>
                  <a:lnTo>
                    <a:pt x="95" y="102"/>
                  </a:lnTo>
                  <a:lnTo>
                    <a:pt x="95" y="102"/>
                  </a:lnTo>
                  <a:lnTo>
                    <a:pt x="95" y="102"/>
                  </a:lnTo>
                  <a:lnTo>
                    <a:pt x="95" y="99"/>
                  </a:lnTo>
                  <a:lnTo>
                    <a:pt x="92" y="99"/>
                  </a:lnTo>
                  <a:lnTo>
                    <a:pt x="92" y="99"/>
                  </a:lnTo>
                  <a:lnTo>
                    <a:pt x="92" y="99"/>
                  </a:lnTo>
                  <a:lnTo>
                    <a:pt x="92" y="97"/>
                  </a:lnTo>
                  <a:lnTo>
                    <a:pt x="90" y="97"/>
                  </a:lnTo>
                  <a:lnTo>
                    <a:pt x="90" y="97"/>
                  </a:lnTo>
                  <a:lnTo>
                    <a:pt x="90" y="97"/>
                  </a:lnTo>
                  <a:lnTo>
                    <a:pt x="90" y="97"/>
                  </a:lnTo>
                  <a:lnTo>
                    <a:pt x="90" y="94"/>
                  </a:lnTo>
                  <a:lnTo>
                    <a:pt x="90" y="94"/>
                  </a:lnTo>
                  <a:lnTo>
                    <a:pt x="90" y="94"/>
                  </a:lnTo>
                  <a:lnTo>
                    <a:pt x="90" y="94"/>
                  </a:lnTo>
                  <a:lnTo>
                    <a:pt x="90" y="94"/>
                  </a:lnTo>
                  <a:lnTo>
                    <a:pt x="90" y="94"/>
                  </a:lnTo>
                  <a:lnTo>
                    <a:pt x="88" y="94"/>
                  </a:lnTo>
                  <a:lnTo>
                    <a:pt x="88" y="94"/>
                  </a:lnTo>
                  <a:lnTo>
                    <a:pt x="88" y="94"/>
                  </a:lnTo>
                  <a:lnTo>
                    <a:pt x="85" y="94"/>
                  </a:lnTo>
                  <a:lnTo>
                    <a:pt x="85" y="94"/>
                  </a:lnTo>
                  <a:lnTo>
                    <a:pt x="83" y="94"/>
                  </a:lnTo>
                  <a:lnTo>
                    <a:pt x="83" y="94"/>
                  </a:lnTo>
                  <a:lnTo>
                    <a:pt x="83" y="94"/>
                  </a:lnTo>
                  <a:lnTo>
                    <a:pt x="83" y="94"/>
                  </a:lnTo>
                  <a:lnTo>
                    <a:pt x="83" y="94"/>
                  </a:lnTo>
                  <a:lnTo>
                    <a:pt x="81" y="94"/>
                  </a:lnTo>
                  <a:lnTo>
                    <a:pt x="81" y="94"/>
                  </a:lnTo>
                  <a:lnTo>
                    <a:pt x="81" y="94"/>
                  </a:lnTo>
                  <a:lnTo>
                    <a:pt x="81" y="94"/>
                  </a:lnTo>
                  <a:lnTo>
                    <a:pt x="78" y="94"/>
                  </a:lnTo>
                  <a:lnTo>
                    <a:pt x="78" y="94"/>
                  </a:lnTo>
                  <a:lnTo>
                    <a:pt x="78" y="92"/>
                  </a:lnTo>
                  <a:lnTo>
                    <a:pt x="78" y="92"/>
                  </a:lnTo>
                  <a:lnTo>
                    <a:pt x="76" y="92"/>
                  </a:lnTo>
                  <a:lnTo>
                    <a:pt x="76" y="90"/>
                  </a:lnTo>
                  <a:lnTo>
                    <a:pt x="76" y="90"/>
                  </a:lnTo>
                  <a:lnTo>
                    <a:pt x="76" y="92"/>
                  </a:lnTo>
                  <a:lnTo>
                    <a:pt x="76" y="92"/>
                  </a:lnTo>
                  <a:lnTo>
                    <a:pt x="76" y="90"/>
                  </a:lnTo>
                  <a:lnTo>
                    <a:pt x="73" y="90"/>
                  </a:lnTo>
                  <a:lnTo>
                    <a:pt x="73" y="90"/>
                  </a:lnTo>
                  <a:lnTo>
                    <a:pt x="73" y="87"/>
                  </a:lnTo>
                  <a:lnTo>
                    <a:pt x="73" y="87"/>
                  </a:lnTo>
                  <a:lnTo>
                    <a:pt x="73" y="87"/>
                  </a:lnTo>
                  <a:lnTo>
                    <a:pt x="73" y="87"/>
                  </a:lnTo>
                  <a:lnTo>
                    <a:pt x="73" y="85"/>
                  </a:lnTo>
                  <a:lnTo>
                    <a:pt x="71" y="85"/>
                  </a:lnTo>
                  <a:lnTo>
                    <a:pt x="71" y="85"/>
                  </a:lnTo>
                  <a:lnTo>
                    <a:pt x="69" y="85"/>
                  </a:lnTo>
                  <a:lnTo>
                    <a:pt x="69" y="85"/>
                  </a:lnTo>
                  <a:lnTo>
                    <a:pt x="69" y="85"/>
                  </a:lnTo>
                  <a:lnTo>
                    <a:pt x="69" y="83"/>
                  </a:lnTo>
                  <a:lnTo>
                    <a:pt x="69" y="83"/>
                  </a:lnTo>
                  <a:lnTo>
                    <a:pt x="69" y="83"/>
                  </a:lnTo>
                  <a:lnTo>
                    <a:pt x="69" y="83"/>
                  </a:lnTo>
                  <a:lnTo>
                    <a:pt x="69" y="83"/>
                  </a:lnTo>
                  <a:lnTo>
                    <a:pt x="69" y="85"/>
                  </a:lnTo>
                  <a:lnTo>
                    <a:pt x="66" y="85"/>
                  </a:lnTo>
                  <a:lnTo>
                    <a:pt x="66" y="85"/>
                  </a:lnTo>
                  <a:lnTo>
                    <a:pt x="66" y="85"/>
                  </a:lnTo>
                  <a:lnTo>
                    <a:pt x="66" y="85"/>
                  </a:lnTo>
                  <a:lnTo>
                    <a:pt x="66" y="85"/>
                  </a:lnTo>
                  <a:lnTo>
                    <a:pt x="64" y="85"/>
                  </a:lnTo>
                  <a:lnTo>
                    <a:pt x="64" y="87"/>
                  </a:lnTo>
                  <a:lnTo>
                    <a:pt x="64" y="87"/>
                  </a:lnTo>
                  <a:lnTo>
                    <a:pt x="66" y="87"/>
                  </a:lnTo>
                  <a:lnTo>
                    <a:pt x="66" y="87"/>
                  </a:lnTo>
                  <a:lnTo>
                    <a:pt x="66" y="90"/>
                  </a:lnTo>
                  <a:lnTo>
                    <a:pt x="66" y="90"/>
                  </a:lnTo>
                  <a:lnTo>
                    <a:pt x="66" y="90"/>
                  </a:lnTo>
                  <a:lnTo>
                    <a:pt x="66" y="92"/>
                  </a:lnTo>
                  <a:lnTo>
                    <a:pt x="64" y="92"/>
                  </a:lnTo>
                  <a:lnTo>
                    <a:pt x="64" y="92"/>
                  </a:lnTo>
                  <a:lnTo>
                    <a:pt x="64" y="92"/>
                  </a:lnTo>
                  <a:lnTo>
                    <a:pt x="64" y="94"/>
                  </a:lnTo>
                  <a:lnTo>
                    <a:pt x="64" y="94"/>
                  </a:lnTo>
                  <a:lnTo>
                    <a:pt x="62" y="94"/>
                  </a:lnTo>
                  <a:lnTo>
                    <a:pt x="62" y="94"/>
                  </a:lnTo>
                  <a:lnTo>
                    <a:pt x="62" y="94"/>
                  </a:lnTo>
                  <a:lnTo>
                    <a:pt x="59" y="94"/>
                  </a:lnTo>
                  <a:lnTo>
                    <a:pt x="59" y="94"/>
                  </a:lnTo>
                  <a:lnTo>
                    <a:pt x="62" y="94"/>
                  </a:lnTo>
                  <a:lnTo>
                    <a:pt x="62" y="97"/>
                  </a:lnTo>
                  <a:lnTo>
                    <a:pt x="62" y="97"/>
                  </a:lnTo>
                  <a:lnTo>
                    <a:pt x="62" y="97"/>
                  </a:lnTo>
                  <a:lnTo>
                    <a:pt x="62" y="97"/>
                  </a:lnTo>
                  <a:lnTo>
                    <a:pt x="64" y="97"/>
                  </a:lnTo>
                  <a:lnTo>
                    <a:pt x="64" y="99"/>
                  </a:lnTo>
                  <a:lnTo>
                    <a:pt x="64" y="99"/>
                  </a:lnTo>
                  <a:lnTo>
                    <a:pt x="62" y="99"/>
                  </a:lnTo>
                  <a:lnTo>
                    <a:pt x="62" y="102"/>
                  </a:lnTo>
                  <a:lnTo>
                    <a:pt x="62" y="102"/>
                  </a:lnTo>
                  <a:lnTo>
                    <a:pt x="62" y="102"/>
                  </a:lnTo>
                  <a:lnTo>
                    <a:pt x="62" y="99"/>
                  </a:lnTo>
                  <a:lnTo>
                    <a:pt x="59" y="99"/>
                  </a:lnTo>
                  <a:lnTo>
                    <a:pt x="59" y="99"/>
                  </a:lnTo>
                  <a:lnTo>
                    <a:pt x="59" y="99"/>
                  </a:lnTo>
                  <a:lnTo>
                    <a:pt x="59" y="97"/>
                  </a:lnTo>
                  <a:lnTo>
                    <a:pt x="59" y="97"/>
                  </a:lnTo>
                  <a:lnTo>
                    <a:pt x="59" y="94"/>
                  </a:lnTo>
                  <a:lnTo>
                    <a:pt x="59" y="94"/>
                  </a:lnTo>
                  <a:lnTo>
                    <a:pt x="57" y="94"/>
                  </a:lnTo>
                  <a:lnTo>
                    <a:pt x="57" y="94"/>
                  </a:lnTo>
                  <a:lnTo>
                    <a:pt x="54" y="94"/>
                  </a:lnTo>
                  <a:lnTo>
                    <a:pt x="54" y="97"/>
                  </a:lnTo>
                  <a:lnTo>
                    <a:pt x="54" y="97"/>
                  </a:lnTo>
                  <a:lnTo>
                    <a:pt x="54" y="97"/>
                  </a:lnTo>
                  <a:lnTo>
                    <a:pt x="54" y="97"/>
                  </a:lnTo>
                  <a:lnTo>
                    <a:pt x="52" y="97"/>
                  </a:lnTo>
                  <a:lnTo>
                    <a:pt x="52" y="97"/>
                  </a:lnTo>
                  <a:lnTo>
                    <a:pt x="52" y="97"/>
                  </a:lnTo>
                  <a:lnTo>
                    <a:pt x="52" y="94"/>
                  </a:lnTo>
                  <a:lnTo>
                    <a:pt x="52" y="94"/>
                  </a:lnTo>
                  <a:lnTo>
                    <a:pt x="52" y="94"/>
                  </a:lnTo>
                  <a:lnTo>
                    <a:pt x="50" y="94"/>
                  </a:lnTo>
                  <a:lnTo>
                    <a:pt x="50" y="92"/>
                  </a:lnTo>
                  <a:lnTo>
                    <a:pt x="50" y="92"/>
                  </a:lnTo>
                  <a:lnTo>
                    <a:pt x="50" y="90"/>
                  </a:lnTo>
                  <a:lnTo>
                    <a:pt x="50" y="90"/>
                  </a:lnTo>
                  <a:lnTo>
                    <a:pt x="50" y="90"/>
                  </a:lnTo>
                  <a:lnTo>
                    <a:pt x="50" y="87"/>
                  </a:lnTo>
                  <a:lnTo>
                    <a:pt x="50" y="87"/>
                  </a:lnTo>
                  <a:lnTo>
                    <a:pt x="50" y="87"/>
                  </a:lnTo>
                  <a:lnTo>
                    <a:pt x="50" y="85"/>
                  </a:lnTo>
                  <a:lnTo>
                    <a:pt x="50" y="85"/>
                  </a:lnTo>
                  <a:lnTo>
                    <a:pt x="50" y="85"/>
                  </a:lnTo>
                  <a:lnTo>
                    <a:pt x="50" y="85"/>
                  </a:lnTo>
                  <a:lnTo>
                    <a:pt x="50" y="85"/>
                  </a:lnTo>
                  <a:lnTo>
                    <a:pt x="52" y="85"/>
                  </a:lnTo>
                  <a:lnTo>
                    <a:pt x="52" y="85"/>
                  </a:lnTo>
                  <a:lnTo>
                    <a:pt x="52" y="83"/>
                  </a:lnTo>
                  <a:lnTo>
                    <a:pt x="52" y="83"/>
                  </a:lnTo>
                  <a:lnTo>
                    <a:pt x="52" y="80"/>
                  </a:lnTo>
                  <a:lnTo>
                    <a:pt x="52" y="80"/>
                  </a:lnTo>
                  <a:lnTo>
                    <a:pt x="50" y="80"/>
                  </a:lnTo>
                  <a:lnTo>
                    <a:pt x="50" y="83"/>
                  </a:lnTo>
                  <a:lnTo>
                    <a:pt x="50" y="83"/>
                  </a:lnTo>
                  <a:lnTo>
                    <a:pt x="50" y="83"/>
                  </a:lnTo>
                  <a:lnTo>
                    <a:pt x="47" y="83"/>
                  </a:lnTo>
                  <a:lnTo>
                    <a:pt x="47" y="80"/>
                  </a:lnTo>
                  <a:lnTo>
                    <a:pt x="47" y="80"/>
                  </a:lnTo>
                  <a:lnTo>
                    <a:pt x="47" y="80"/>
                  </a:lnTo>
                  <a:lnTo>
                    <a:pt x="47" y="78"/>
                  </a:lnTo>
                  <a:lnTo>
                    <a:pt x="47" y="78"/>
                  </a:lnTo>
                  <a:lnTo>
                    <a:pt x="47" y="78"/>
                  </a:lnTo>
                  <a:lnTo>
                    <a:pt x="47" y="75"/>
                  </a:lnTo>
                  <a:lnTo>
                    <a:pt x="47" y="75"/>
                  </a:lnTo>
                  <a:lnTo>
                    <a:pt x="47" y="75"/>
                  </a:lnTo>
                  <a:lnTo>
                    <a:pt x="47" y="75"/>
                  </a:lnTo>
                  <a:lnTo>
                    <a:pt x="47" y="73"/>
                  </a:lnTo>
                  <a:lnTo>
                    <a:pt x="47" y="73"/>
                  </a:lnTo>
                  <a:lnTo>
                    <a:pt x="47" y="73"/>
                  </a:lnTo>
                  <a:lnTo>
                    <a:pt x="45" y="73"/>
                  </a:lnTo>
                  <a:lnTo>
                    <a:pt x="45" y="73"/>
                  </a:lnTo>
                  <a:lnTo>
                    <a:pt x="43" y="73"/>
                  </a:lnTo>
                  <a:lnTo>
                    <a:pt x="43" y="71"/>
                  </a:lnTo>
                  <a:lnTo>
                    <a:pt x="43" y="71"/>
                  </a:lnTo>
                  <a:lnTo>
                    <a:pt x="43" y="71"/>
                  </a:lnTo>
                  <a:lnTo>
                    <a:pt x="43" y="71"/>
                  </a:lnTo>
                  <a:lnTo>
                    <a:pt x="43" y="68"/>
                  </a:lnTo>
                  <a:lnTo>
                    <a:pt x="43" y="68"/>
                  </a:lnTo>
                  <a:lnTo>
                    <a:pt x="43" y="68"/>
                  </a:lnTo>
                  <a:lnTo>
                    <a:pt x="43" y="68"/>
                  </a:lnTo>
                  <a:lnTo>
                    <a:pt x="40" y="68"/>
                  </a:lnTo>
                  <a:lnTo>
                    <a:pt x="40" y="68"/>
                  </a:lnTo>
                  <a:lnTo>
                    <a:pt x="40" y="68"/>
                  </a:lnTo>
                  <a:lnTo>
                    <a:pt x="38" y="68"/>
                  </a:lnTo>
                  <a:lnTo>
                    <a:pt x="38" y="68"/>
                  </a:lnTo>
                  <a:lnTo>
                    <a:pt x="36" y="68"/>
                  </a:lnTo>
                  <a:lnTo>
                    <a:pt x="36" y="68"/>
                  </a:lnTo>
                  <a:lnTo>
                    <a:pt x="36" y="66"/>
                  </a:lnTo>
                  <a:lnTo>
                    <a:pt x="36" y="66"/>
                  </a:lnTo>
                  <a:lnTo>
                    <a:pt x="33" y="66"/>
                  </a:lnTo>
                  <a:lnTo>
                    <a:pt x="33" y="66"/>
                  </a:lnTo>
                  <a:lnTo>
                    <a:pt x="33" y="66"/>
                  </a:lnTo>
                  <a:lnTo>
                    <a:pt x="33" y="64"/>
                  </a:lnTo>
                  <a:lnTo>
                    <a:pt x="33" y="64"/>
                  </a:lnTo>
                  <a:lnTo>
                    <a:pt x="33" y="64"/>
                  </a:lnTo>
                  <a:lnTo>
                    <a:pt x="33" y="64"/>
                  </a:lnTo>
                  <a:lnTo>
                    <a:pt x="33" y="64"/>
                  </a:lnTo>
                  <a:lnTo>
                    <a:pt x="33" y="61"/>
                  </a:lnTo>
                  <a:lnTo>
                    <a:pt x="33" y="61"/>
                  </a:lnTo>
                  <a:lnTo>
                    <a:pt x="33" y="61"/>
                  </a:lnTo>
                  <a:lnTo>
                    <a:pt x="36" y="61"/>
                  </a:lnTo>
                  <a:lnTo>
                    <a:pt x="36" y="59"/>
                  </a:lnTo>
                  <a:lnTo>
                    <a:pt x="36" y="59"/>
                  </a:lnTo>
                  <a:lnTo>
                    <a:pt x="36" y="59"/>
                  </a:lnTo>
                  <a:lnTo>
                    <a:pt x="36" y="59"/>
                  </a:lnTo>
                  <a:lnTo>
                    <a:pt x="38" y="59"/>
                  </a:lnTo>
                  <a:lnTo>
                    <a:pt x="38" y="59"/>
                  </a:lnTo>
                  <a:lnTo>
                    <a:pt x="40" y="59"/>
                  </a:lnTo>
                  <a:lnTo>
                    <a:pt x="40" y="59"/>
                  </a:lnTo>
                  <a:lnTo>
                    <a:pt x="40" y="59"/>
                  </a:lnTo>
                  <a:lnTo>
                    <a:pt x="43" y="59"/>
                  </a:lnTo>
                  <a:lnTo>
                    <a:pt x="43" y="57"/>
                  </a:lnTo>
                  <a:lnTo>
                    <a:pt x="43" y="57"/>
                  </a:lnTo>
                  <a:lnTo>
                    <a:pt x="43" y="57"/>
                  </a:lnTo>
                  <a:lnTo>
                    <a:pt x="45" y="57"/>
                  </a:lnTo>
                  <a:lnTo>
                    <a:pt x="45" y="59"/>
                  </a:lnTo>
                  <a:lnTo>
                    <a:pt x="45" y="59"/>
                  </a:lnTo>
                  <a:lnTo>
                    <a:pt x="47" y="59"/>
                  </a:lnTo>
                  <a:lnTo>
                    <a:pt x="47" y="59"/>
                  </a:lnTo>
                  <a:lnTo>
                    <a:pt x="47" y="59"/>
                  </a:lnTo>
                  <a:lnTo>
                    <a:pt x="47" y="61"/>
                  </a:lnTo>
                  <a:lnTo>
                    <a:pt x="47" y="61"/>
                  </a:lnTo>
                  <a:lnTo>
                    <a:pt x="47" y="61"/>
                  </a:lnTo>
                  <a:lnTo>
                    <a:pt x="50" y="61"/>
                  </a:lnTo>
                  <a:lnTo>
                    <a:pt x="50" y="64"/>
                  </a:lnTo>
                  <a:lnTo>
                    <a:pt x="50" y="64"/>
                  </a:lnTo>
                  <a:lnTo>
                    <a:pt x="50" y="61"/>
                  </a:lnTo>
                  <a:lnTo>
                    <a:pt x="50" y="61"/>
                  </a:lnTo>
                  <a:lnTo>
                    <a:pt x="50" y="61"/>
                  </a:lnTo>
                  <a:lnTo>
                    <a:pt x="52" y="61"/>
                  </a:lnTo>
                  <a:lnTo>
                    <a:pt x="52" y="59"/>
                  </a:lnTo>
                  <a:lnTo>
                    <a:pt x="52" y="59"/>
                  </a:lnTo>
                  <a:lnTo>
                    <a:pt x="52" y="59"/>
                  </a:lnTo>
                  <a:lnTo>
                    <a:pt x="54" y="59"/>
                  </a:lnTo>
                  <a:lnTo>
                    <a:pt x="54" y="57"/>
                  </a:lnTo>
                  <a:lnTo>
                    <a:pt x="54" y="57"/>
                  </a:lnTo>
                  <a:lnTo>
                    <a:pt x="54" y="57"/>
                  </a:lnTo>
                  <a:lnTo>
                    <a:pt x="54" y="57"/>
                  </a:lnTo>
                  <a:lnTo>
                    <a:pt x="54" y="54"/>
                  </a:lnTo>
                  <a:lnTo>
                    <a:pt x="57" y="54"/>
                  </a:lnTo>
                  <a:lnTo>
                    <a:pt x="57" y="54"/>
                  </a:lnTo>
                  <a:lnTo>
                    <a:pt x="57" y="54"/>
                  </a:lnTo>
                  <a:lnTo>
                    <a:pt x="57" y="54"/>
                  </a:lnTo>
                  <a:lnTo>
                    <a:pt x="59" y="54"/>
                  </a:lnTo>
                  <a:lnTo>
                    <a:pt x="59" y="54"/>
                  </a:lnTo>
                  <a:lnTo>
                    <a:pt x="59" y="54"/>
                  </a:lnTo>
                  <a:lnTo>
                    <a:pt x="59" y="52"/>
                  </a:lnTo>
                  <a:lnTo>
                    <a:pt x="62" y="52"/>
                  </a:lnTo>
                  <a:lnTo>
                    <a:pt x="62" y="54"/>
                  </a:lnTo>
                  <a:lnTo>
                    <a:pt x="62" y="54"/>
                  </a:lnTo>
                  <a:lnTo>
                    <a:pt x="62" y="54"/>
                  </a:lnTo>
                  <a:lnTo>
                    <a:pt x="64" y="54"/>
                  </a:lnTo>
                  <a:lnTo>
                    <a:pt x="64" y="54"/>
                  </a:lnTo>
                  <a:lnTo>
                    <a:pt x="64" y="54"/>
                  </a:lnTo>
                  <a:lnTo>
                    <a:pt x="66" y="54"/>
                  </a:lnTo>
                  <a:lnTo>
                    <a:pt x="66" y="54"/>
                  </a:lnTo>
                  <a:lnTo>
                    <a:pt x="66" y="52"/>
                  </a:lnTo>
                  <a:lnTo>
                    <a:pt x="66" y="52"/>
                  </a:lnTo>
                  <a:lnTo>
                    <a:pt x="66" y="52"/>
                  </a:lnTo>
                  <a:lnTo>
                    <a:pt x="66" y="54"/>
                  </a:lnTo>
                  <a:lnTo>
                    <a:pt x="69" y="54"/>
                  </a:lnTo>
                  <a:lnTo>
                    <a:pt x="69" y="54"/>
                  </a:lnTo>
                  <a:lnTo>
                    <a:pt x="69" y="54"/>
                  </a:lnTo>
                  <a:lnTo>
                    <a:pt x="69" y="54"/>
                  </a:lnTo>
                  <a:lnTo>
                    <a:pt x="71" y="54"/>
                  </a:lnTo>
                  <a:lnTo>
                    <a:pt x="71" y="54"/>
                  </a:lnTo>
                  <a:lnTo>
                    <a:pt x="71" y="54"/>
                  </a:lnTo>
                  <a:lnTo>
                    <a:pt x="73" y="54"/>
                  </a:lnTo>
                  <a:lnTo>
                    <a:pt x="73" y="52"/>
                  </a:lnTo>
                  <a:lnTo>
                    <a:pt x="73" y="52"/>
                  </a:lnTo>
                  <a:lnTo>
                    <a:pt x="73" y="52"/>
                  </a:lnTo>
                  <a:lnTo>
                    <a:pt x="73" y="52"/>
                  </a:lnTo>
                  <a:lnTo>
                    <a:pt x="73" y="49"/>
                  </a:lnTo>
                  <a:lnTo>
                    <a:pt x="71" y="49"/>
                  </a:lnTo>
                  <a:lnTo>
                    <a:pt x="71" y="49"/>
                  </a:lnTo>
                  <a:lnTo>
                    <a:pt x="69" y="49"/>
                  </a:lnTo>
                  <a:lnTo>
                    <a:pt x="69" y="49"/>
                  </a:lnTo>
                  <a:lnTo>
                    <a:pt x="69" y="49"/>
                  </a:lnTo>
                  <a:lnTo>
                    <a:pt x="69" y="49"/>
                  </a:lnTo>
                  <a:lnTo>
                    <a:pt x="66" y="49"/>
                  </a:lnTo>
                  <a:lnTo>
                    <a:pt x="66" y="49"/>
                  </a:lnTo>
                  <a:lnTo>
                    <a:pt x="66" y="49"/>
                  </a:lnTo>
                  <a:lnTo>
                    <a:pt x="64" y="49"/>
                  </a:lnTo>
                  <a:lnTo>
                    <a:pt x="64" y="49"/>
                  </a:lnTo>
                  <a:lnTo>
                    <a:pt x="62" y="49"/>
                  </a:lnTo>
                  <a:lnTo>
                    <a:pt x="62" y="49"/>
                  </a:lnTo>
                  <a:lnTo>
                    <a:pt x="62" y="47"/>
                  </a:lnTo>
                  <a:lnTo>
                    <a:pt x="62" y="47"/>
                  </a:lnTo>
                  <a:lnTo>
                    <a:pt x="62" y="49"/>
                  </a:lnTo>
                  <a:lnTo>
                    <a:pt x="59" y="49"/>
                  </a:lnTo>
                  <a:lnTo>
                    <a:pt x="59" y="47"/>
                  </a:lnTo>
                  <a:lnTo>
                    <a:pt x="59" y="47"/>
                  </a:lnTo>
                  <a:lnTo>
                    <a:pt x="59" y="49"/>
                  </a:lnTo>
                  <a:lnTo>
                    <a:pt x="59" y="49"/>
                  </a:lnTo>
                  <a:lnTo>
                    <a:pt x="57" y="49"/>
                  </a:lnTo>
                  <a:lnTo>
                    <a:pt x="57" y="49"/>
                  </a:lnTo>
                  <a:lnTo>
                    <a:pt x="57" y="49"/>
                  </a:lnTo>
                  <a:lnTo>
                    <a:pt x="54" y="49"/>
                  </a:lnTo>
                  <a:lnTo>
                    <a:pt x="54" y="52"/>
                  </a:lnTo>
                  <a:lnTo>
                    <a:pt x="54" y="52"/>
                  </a:lnTo>
                  <a:lnTo>
                    <a:pt x="54" y="49"/>
                  </a:lnTo>
                  <a:lnTo>
                    <a:pt x="54" y="49"/>
                  </a:lnTo>
                  <a:lnTo>
                    <a:pt x="52" y="49"/>
                  </a:lnTo>
                  <a:lnTo>
                    <a:pt x="52" y="49"/>
                  </a:lnTo>
                  <a:lnTo>
                    <a:pt x="52" y="49"/>
                  </a:lnTo>
                  <a:lnTo>
                    <a:pt x="50" y="49"/>
                  </a:lnTo>
                  <a:lnTo>
                    <a:pt x="50" y="49"/>
                  </a:lnTo>
                  <a:lnTo>
                    <a:pt x="50" y="49"/>
                  </a:lnTo>
                  <a:lnTo>
                    <a:pt x="50" y="52"/>
                  </a:lnTo>
                  <a:lnTo>
                    <a:pt x="50" y="52"/>
                  </a:lnTo>
                  <a:lnTo>
                    <a:pt x="47" y="52"/>
                  </a:lnTo>
                  <a:lnTo>
                    <a:pt x="47" y="49"/>
                  </a:lnTo>
                  <a:lnTo>
                    <a:pt x="47" y="49"/>
                  </a:lnTo>
                  <a:lnTo>
                    <a:pt x="47" y="49"/>
                  </a:lnTo>
                  <a:lnTo>
                    <a:pt x="47" y="49"/>
                  </a:lnTo>
                  <a:lnTo>
                    <a:pt x="47" y="47"/>
                  </a:lnTo>
                  <a:lnTo>
                    <a:pt x="45" y="47"/>
                  </a:lnTo>
                  <a:lnTo>
                    <a:pt x="45" y="47"/>
                  </a:lnTo>
                  <a:lnTo>
                    <a:pt x="45" y="49"/>
                  </a:lnTo>
                  <a:lnTo>
                    <a:pt x="43" y="49"/>
                  </a:lnTo>
                  <a:lnTo>
                    <a:pt x="43" y="49"/>
                  </a:lnTo>
                  <a:lnTo>
                    <a:pt x="43" y="49"/>
                  </a:lnTo>
                  <a:lnTo>
                    <a:pt x="43" y="49"/>
                  </a:lnTo>
                  <a:lnTo>
                    <a:pt x="40" y="49"/>
                  </a:lnTo>
                  <a:lnTo>
                    <a:pt x="40" y="49"/>
                  </a:lnTo>
                  <a:lnTo>
                    <a:pt x="40" y="49"/>
                  </a:lnTo>
                  <a:lnTo>
                    <a:pt x="40" y="49"/>
                  </a:lnTo>
                  <a:lnTo>
                    <a:pt x="40" y="47"/>
                  </a:lnTo>
                  <a:lnTo>
                    <a:pt x="38" y="47"/>
                  </a:lnTo>
                  <a:lnTo>
                    <a:pt x="38" y="47"/>
                  </a:lnTo>
                  <a:lnTo>
                    <a:pt x="38" y="47"/>
                  </a:lnTo>
                  <a:lnTo>
                    <a:pt x="36" y="47"/>
                  </a:lnTo>
                  <a:lnTo>
                    <a:pt x="36" y="47"/>
                  </a:lnTo>
                  <a:lnTo>
                    <a:pt x="36" y="45"/>
                  </a:lnTo>
                  <a:lnTo>
                    <a:pt x="36" y="45"/>
                  </a:lnTo>
                  <a:lnTo>
                    <a:pt x="36" y="45"/>
                  </a:lnTo>
                  <a:lnTo>
                    <a:pt x="33" y="45"/>
                  </a:lnTo>
                  <a:lnTo>
                    <a:pt x="33" y="45"/>
                  </a:lnTo>
                  <a:lnTo>
                    <a:pt x="33" y="42"/>
                  </a:lnTo>
                  <a:lnTo>
                    <a:pt x="33" y="42"/>
                  </a:lnTo>
                  <a:lnTo>
                    <a:pt x="33" y="42"/>
                  </a:lnTo>
                  <a:lnTo>
                    <a:pt x="33" y="42"/>
                  </a:lnTo>
                  <a:lnTo>
                    <a:pt x="33" y="40"/>
                  </a:lnTo>
                  <a:lnTo>
                    <a:pt x="33" y="40"/>
                  </a:lnTo>
                  <a:lnTo>
                    <a:pt x="33" y="38"/>
                  </a:lnTo>
                  <a:lnTo>
                    <a:pt x="33" y="38"/>
                  </a:lnTo>
                  <a:lnTo>
                    <a:pt x="33" y="35"/>
                  </a:lnTo>
                  <a:lnTo>
                    <a:pt x="31" y="35"/>
                  </a:lnTo>
                  <a:lnTo>
                    <a:pt x="31" y="35"/>
                  </a:lnTo>
                  <a:lnTo>
                    <a:pt x="31" y="35"/>
                  </a:lnTo>
                  <a:lnTo>
                    <a:pt x="31" y="33"/>
                  </a:lnTo>
                  <a:lnTo>
                    <a:pt x="31" y="33"/>
                  </a:lnTo>
                  <a:lnTo>
                    <a:pt x="28" y="33"/>
                  </a:lnTo>
                  <a:lnTo>
                    <a:pt x="28" y="33"/>
                  </a:lnTo>
                  <a:lnTo>
                    <a:pt x="28" y="33"/>
                  </a:lnTo>
                  <a:lnTo>
                    <a:pt x="28" y="33"/>
                  </a:lnTo>
                  <a:lnTo>
                    <a:pt x="26" y="33"/>
                  </a:lnTo>
                  <a:lnTo>
                    <a:pt x="26" y="33"/>
                  </a:lnTo>
                  <a:lnTo>
                    <a:pt x="26" y="30"/>
                  </a:lnTo>
                  <a:lnTo>
                    <a:pt x="26" y="30"/>
                  </a:lnTo>
                  <a:lnTo>
                    <a:pt x="24" y="30"/>
                  </a:lnTo>
                  <a:lnTo>
                    <a:pt x="24" y="30"/>
                  </a:lnTo>
                  <a:lnTo>
                    <a:pt x="21" y="30"/>
                  </a:lnTo>
                  <a:lnTo>
                    <a:pt x="21" y="30"/>
                  </a:lnTo>
                  <a:lnTo>
                    <a:pt x="21" y="30"/>
                  </a:lnTo>
                  <a:lnTo>
                    <a:pt x="21" y="30"/>
                  </a:lnTo>
                  <a:lnTo>
                    <a:pt x="19" y="30"/>
                  </a:lnTo>
                  <a:lnTo>
                    <a:pt x="19" y="30"/>
                  </a:lnTo>
                  <a:lnTo>
                    <a:pt x="19" y="30"/>
                  </a:lnTo>
                  <a:lnTo>
                    <a:pt x="17" y="30"/>
                  </a:lnTo>
                  <a:lnTo>
                    <a:pt x="17" y="30"/>
                  </a:lnTo>
                  <a:lnTo>
                    <a:pt x="17" y="30"/>
                  </a:lnTo>
                  <a:lnTo>
                    <a:pt x="17" y="30"/>
                  </a:lnTo>
                  <a:lnTo>
                    <a:pt x="14" y="30"/>
                  </a:lnTo>
                  <a:lnTo>
                    <a:pt x="14" y="30"/>
                  </a:lnTo>
                  <a:lnTo>
                    <a:pt x="14" y="28"/>
                  </a:lnTo>
                  <a:lnTo>
                    <a:pt x="14" y="28"/>
                  </a:lnTo>
                  <a:lnTo>
                    <a:pt x="12" y="28"/>
                  </a:lnTo>
                  <a:lnTo>
                    <a:pt x="12" y="28"/>
                  </a:lnTo>
                  <a:lnTo>
                    <a:pt x="10" y="28"/>
                  </a:lnTo>
                  <a:lnTo>
                    <a:pt x="10" y="28"/>
                  </a:lnTo>
                  <a:lnTo>
                    <a:pt x="10" y="28"/>
                  </a:lnTo>
                  <a:lnTo>
                    <a:pt x="10" y="28"/>
                  </a:lnTo>
                  <a:lnTo>
                    <a:pt x="10" y="26"/>
                  </a:lnTo>
                  <a:lnTo>
                    <a:pt x="10" y="26"/>
                  </a:lnTo>
                  <a:lnTo>
                    <a:pt x="7" y="26"/>
                  </a:lnTo>
                  <a:lnTo>
                    <a:pt x="7" y="26"/>
                  </a:lnTo>
                  <a:lnTo>
                    <a:pt x="7" y="26"/>
                  </a:lnTo>
                  <a:lnTo>
                    <a:pt x="7" y="26"/>
                  </a:lnTo>
                  <a:lnTo>
                    <a:pt x="7" y="26"/>
                  </a:lnTo>
                  <a:lnTo>
                    <a:pt x="7" y="26"/>
                  </a:lnTo>
                  <a:lnTo>
                    <a:pt x="7" y="26"/>
                  </a:lnTo>
                  <a:lnTo>
                    <a:pt x="7" y="26"/>
                  </a:lnTo>
                  <a:lnTo>
                    <a:pt x="7" y="23"/>
                  </a:lnTo>
                  <a:lnTo>
                    <a:pt x="7" y="23"/>
                  </a:lnTo>
                  <a:lnTo>
                    <a:pt x="7" y="21"/>
                  </a:lnTo>
                  <a:lnTo>
                    <a:pt x="5" y="21"/>
                  </a:lnTo>
                  <a:lnTo>
                    <a:pt x="5" y="21"/>
                  </a:lnTo>
                  <a:lnTo>
                    <a:pt x="5" y="19"/>
                  </a:lnTo>
                  <a:lnTo>
                    <a:pt x="5" y="19"/>
                  </a:lnTo>
                  <a:lnTo>
                    <a:pt x="5" y="19"/>
                  </a:lnTo>
                  <a:lnTo>
                    <a:pt x="5" y="16"/>
                  </a:lnTo>
                  <a:lnTo>
                    <a:pt x="5" y="16"/>
                  </a:lnTo>
                  <a:lnTo>
                    <a:pt x="5" y="14"/>
                  </a:lnTo>
                  <a:lnTo>
                    <a:pt x="2" y="14"/>
                  </a:lnTo>
                  <a:lnTo>
                    <a:pt x="2" y="14"/>
                  </a:lnTo>
                  <a:lnTo>
                    <a:pt x="2" y="16"/>
                  </a:lnTo>
                  <a:lnTo>
                    <a:pt x="2" y="16"/>
                  </a:lnTo>
                  <a:lnTo>
                    <a:pt x="0" y="16"/>
                  </a:lnTo>
                  <a:lnTo>
                    <a:pt x="0" y="16"/>
                  </a:lnTo>
                  <a:lnTo>
                    <a:pt x="0" y="16"/>
                  </a:lnTo>
                  <a:lnTo>
                    <a:pt x="0" y="14"/>
                  </a:lnTo>
                  <a:lnTo>
                    <a:pt x="0" y="14"/>
                  </a:lnTo>
                  <a:lnTo>
                    <a:pt x="0" y="14"/>
                  </a:lnTo>
                  <a:lnTo>
                    <a:pt x="0" y="14"/>
                  </a:lnTo>
                  <a:lnTo>
                    <a:pt x="0" y="11"/>
                  </a:lnTo>
                  <a:lnTo>
                    <a:pt x="0" y="11"/>
                  </a:lnTo>
                  <a:lnTo>
                    <a:pt x="0" y="11"/>
                  </a:lnTo>
                  <a:lnTo>
                    <a:pt x="2" y="11"/>
                  </a:lnTo>
                  <a:lnTo>
                    <a:pt x="2" y="11"/>
                  </a:lnTo>
                  <a:lnTo>
                    <a:pt x="2" y="11"/>
                  </a:lnTo>
                  <a:lnTo>
                    <a:pt x="2" y="11"/>
                  </a:lnTo>
                  <a:lnTo>
                    <a:pt x="5" y="11"/>
                  </a:lnTo>
                  <a:lnTo>
                    <a:pt x="5" y="11"/>
                  </a:lnTo>
                  <a:lnTo>
                    <a:pt x="5" y="11"/>
                  </a:lnTo>
                  <a:lnTo>
                    <a:pt x="7" y="11"/>
                  </a:lnTo>
                  <a:lnTo>
                    <a:pt x="7" y="11"/>
                  </a:lnTo>
                  <a:lnTo>
                    <a:pt x="7" y="11"/>
                  </a:lnTo>
                  <a:lnTo>
                    <a:pt x="10" y="11"/>
                  </a:lnTo>
                  <a:lnTo>
                    <a:pt x="10" y="11"/>
                  </a:lnTo>
                  <a:lnTo>
                    <a:pt x="10" y="11"/>
                  </a:lnTo>
                  <a:lnTo>
                    <a:pt x="12" y="11"/>
                  </a:lnTo>
                  <a:lnTo>
                    <a:pt x="12" y="11"/>
                  </a:lnTo>
                  <a:lnTo>
                    <a:pt x="12" y="14"/>
                  </a:lnTo>
                  <a:lnTo>
                    <a:pt x="10" y="14"/>
                  </a:lnTo>
                  <a:lnTo>
                    <a:pt x="10" y="14"/>
                  </a:lnTo>
                  <a:lnTo>
                    <a:pt x="12" y="14"/>
                  </a:lnTo>
                  <a:lnTo>
                    <a:pt x="12" y="14"/>
                  </a:lnTo>
                  <a:lnTo>
                    <a:pt x="12" y="14"/>
                  </a:lnTo>
                  <a:lnTo>
                    <a:pt x="12" y="14"/>
                  </a:lnTo>
                  <a:lnTo>
                    <a:pt x="14" y="14"/>
                  </a:lnTo>
                  <a:lnTo>
                    <a:pt x="14" y="14"/>
                  </a:lnTo>
                  <a:lnTo>
                    <a:pt x="14" y="14"/>
                  </a:lnTo>
                  <a:lnTo>
                    <a:pt x="14" y="14"/>
                  </a:lnTo>
                  <a:lnTo>
                    <a:pt x="14" y="14"/>
                  </a:lnTo>
                  <a:lnTo>
                    <a:pt x="17" y="14"/>
                  </a:lnTo>
                  <a:lnTo>
                    <a:pt x="17" y="14"/>
                  </a:lnTo>
                  <a:lnTo>
                    <a:pt x="17" y="11"/>
                  </a:lnTo>
                  <a:lnTo>
                    <a:pt x="17" y="11"/>
                  </a:lnTo>
                  <a:lnTo>
                    <a:pt x="17" y="11"/>
                  </a:lnTo>
                  <a:lnTo>
                    <a:pt x="19" y="11"/>
                  </a:lnTo>
                  <a:lnTo>
                    <a:pt x="19" y="11"/>
                  </a:lnTo>
                  <a:lnTo>
                    <a:pt x="19" y="11"/>
                  </a:lnTo>
                  <a:lnTo>
                    <a:pt x="21" y="11"/>
                  </a:lnTo>
                  <a:lnTo>
                    <a:pt x="21" y="11"/>
                  </a:lnTo>
                  <a:lnTo>
                    <a:pt x="21" y="9"/>
                  </a:lnTo>
                  <a:lnTo>
                    <a:pt x="21" y="9"/>
                  </a:lnTo>
                  <a:lnTo>
                    <a:pt x="24" y="9"/>
                  </a:lnTo>
                  <a:lnTo>
                    <a:pt x="24" y="9"/>
                  </a:lnTo>
                  <a:lnTo>
                    <a:pt x="26" y="9"/>
                  </a:lnTo>
                  <a:lnTo>
                    <a:pt x="26" y="9"/>
                  </a:lnTo>
                  <a:lnTo>
                    <a:pt x="26" y="9"/>
                  </a:lnTo>
                  <a:lnTo>
                    <a:pt x="28" y="9"/>
                  </a:lnTo>
                  <a:lnTo>
                    <a:pt x="28" y="9"/>
                  </a:lnTo>
                  <a:lnTo>
                    <a:pt x="28" y="9"/>
                  </a:lnTo>
                  <a:lnTo>
                    <a:pt x="31" y="9"/>
                  </a:lnTo>
                  <a:lnTo>
                    <a:pt x="31" y="9"/>
                  </a:lnTo>
                  <a:lnTo>
                    <a:pt x="31" y="9"/>
                  </a:lnTo>
                  <a:lnTo>
                    <a:pt x="31" y="7"/>
                  </a:lnTo>
                  <a:lnTo>
                    <a:pt x="33" y="7"/>
                  </a:lnTo>
                  <a:lnTo>
                    <a:pt x="33" y="7"/>
                  </a:lnTo>
                  <a:lnTo>
                    <a:pt x="33" y="7"/>
                  </a:lnTo>
                  <a:lnTo>
                    <a:pt x="33" y="4"/>
                  </a:lnTo>
                  <a:lnTo>
                    <a:pt x="33" y="4"/>
                  </a:lnTo>
                  <a:lnTo>
                    <a:pt x="36" y="4"/>
                  </a:lnTo>
                  <a:lnTo>
                    <a:pt x="36" y="4"/>
                  </a:lnTo>
                  <a:lnTo>
                    <a:pt x="36" y="4"/>
                  </a:lnTo>
                  <a:lnTo>
                    <a:pt x="36" y="4"/>
                  </a:lnTo>
                  <a:lnTo>
                    <a:pt x="36" y="4"/>
                  </a:lnTo>
                  <a:lnTo>
                    <a:pt x="36" y="2"/>
                  </a:lnTo>
                  <a:lnTo>
                    <a:pt x="38" y="2"/>
                  </a:lnTo>
                  <a:lnTo>
                    <a:pt x="38" y="2"/>
                  </a:lnTo>
                  <a:lnTo>
                    <a:pt x="36" y="2"/>
                  </a:lnTo>
                  <a:lnTo>
                    <a:pt x="36" y="0"/>
                  </a:lnTo>
                  <a:lnTo>
                    <a:pt x="38" y="0"/>
                  </a:lnTo>
                  <a:lnTo>
                    <a:pt x="38" y="0"/>
                  </a:lnTo>
                  <a:lnTo>
                    <a:pt x="38" y="2"/>
                  </a:lnTo>
                  <a:lnTo>
                    <a:pt x="40" y="2"/>
                  </a:lnTo>
                  <a:lnTo>
                    <a:pt x="40" y="2"/>
                  </a:lnTo>
                  <a:lnTo>
                    <a:pt x="40" y="2"/>
                  </a:lnTo>
                  <a:lnTo>
                    <a:pt x="40" y="0"/>
                  </a:lnTo>
                  <a:lnTo>
                    <a:pt x="43" y="0"/>
                  </a:lnTo>
                  <a:lnTo>
                    <a:pt x="43" y="0"/>
                  </a:lnTo>
                  <a:lnTo>
                    <a:pt x="43" y="0"/>
                  </a:lnTo>
                  <a:lnTo>
                    <a:pt x="45" y="0"/>
                  </a:lnTo>
                  <a:lnTo>
                    <a:pt x="45" y="0"/>
                  </a:lnTo>
                  <a:lnTo>
                    <a:pt x="47" y="0"/>
                  </a:lnTo>
                  <a:lnTo>
                    <a:pt x="47" y="0"/>
                  </a:lnTo>
                  <a:lnTo>
                    <a:pt x="47" y="0"/>
                  </a:lnTo>
                  <a:lnTo>
                    <a:pt x="50" y="0"/>
                  </a:lnTo>
                  <a:lnTo>
                    <a:pt x="50" y="0"/>
                  </a:lnTo>
                  <a:lnTo>
                    <a:pt x="50" y="2"/>
                  </a:lnTo>
                  <a:lnTo>
                    <a:pt x="50" y="2"/>
                  </a:lnTo>
                  <a:lnTo>
                    <a:pt x="50" y="2"/>
                  </a:lnTo>
                  <a:lnTo>
                    <a:pt x="52" y="2"/>
                  </a:lnTo>
                  <a:lnTo>
                    <a:pt x="52" y="2"/>
                  </a:lnTo>
                  <a:lnTo>
                    <a:pt x="54" y="2"/>
                  </a:lnTo>
                  <a:lnTo>
                    <a:pt x="54" y="2"/>
                  </a:lnTo>
                  <a:lnTo>
                    <a:pt x="54" y="4"/>
                  </a:lnTo>
                  <a:lnTo>
                    <a:pt x="54" y="4"/>
                  </a:lnTo>
                  <a:lnTo>
                    <a:pt x="57" y="4"/>
                  </a:lnTo>
                  <a:lnTo>
                    <a:pt x="57" y="4"/>
                  </a:lnTo>
                  <a:lnTo>
                    <a:pt x="57" y="4"/>
                  </a:lnTo>
                  <a:lnTo>
                    <a:pt x="59" y="4"/>
                  </a:lnTo>
                  <a:lnTo>
                    <a:pt x="59" y="4"/>
                  </a:lnTo>
                  <a:lnTo>
                    <a:pt x="59" y="4"/>
                  </a:lnTo>
                  <a:lnTo>
                    <a:pt x="59" y="4"/>
                  </a:lnTo>
                  <a:lnTo>
                    <a:pt x="59" y="7"/>
                  </a:lnTo>
                  <a:lnTo>
                    <a:pt x="62" y="7"/>
                  </a:lnTo>
                  <a:lnTo>
                    <a:pt x="62" y="7"/>
                  </a:lnTo>
                  <a:lnTo>
                    <a:pt x="62" y="7"/>
                  </a:lnTo>
                  <a:lnTo>
                    <a:pt x="62" y="7"/>
                  </a:lnTo>
                  <a:lnTo>
                    <a:pt x="62" y="9"/>
                  </a:lnTo>
                  <a:lnTo>
                    <a:pt x="64" y="9"/>
                  </a:lnTo>
                  <a:lnTo>
                    <a:pt x="64" y="9"/>
                  </a:lnTo>
                  <a:lnTo>
                    <a:pt x="64" y="9"/>
                  </a:lnTo>
                  <a:lnTo>
                    <a:pt x="66" y="9"/>
                  </a:lnTo>
                  <a:lnTo>
                    <a:pt x="66" y="9"/>
                  </a:lnTo>
                  <a:lnTo>
                    <a:pt x="66" y="9"/>
                  </a:lnTo>
                  <a:lnTo>
                    <a:pt x="69" y="9"/>
                  </a:lnTo>
                  <a:lnTo>
                    <a:pt x="69" y="9"/>
                  </a:lnTo>
                  <a:lnTo>
                    <a:pt x="69" y="9"/>
                  </a:lnTo>
                  <a:lnTo>
                    <a:pt x="71" y="9"/>
                  </a:lnTo>
                  <a:lnTo>
                    <a:pt x="71" y="9"/>
                  </a:lnTo>
                  <a:lnTo>
                    <a:pt x="73" y="9"/>
                  </a:lnTo>
                  <a:lnTo>
                    <a:pt x="73" y="9"/>
                  </a:lnTo>
                  <a:lnTo>
                    <a:pt x="73" y="9"/>
                  </a:lnTo>
                  <a:lnTo>
                    <a:pt x="76" y="9"/>
                  </a:lnTo>
                  <a:lnTo>
                    <a:pt x="76" y="9"/>
                  </a:lnTo>
                  <a:lnTo>
                    <a:pt x="76" y="9"/>
                  </a:lnTo>
                  <a:lnTo>
                    <a:pt x="76" y="11"/>
                  </a:lnTo>
                  <a:lnTo>
                    <a:pt x="78" y="11"/>
                  </a:lnTo>
                  <a:lnTo>
                    <a:pt x="78" y="11"/>
                  </a:lnTo>
                  <a:lnTo>
                    <a:pt x="78" y="11"/>
                  </a:lnTo>
                  <a:lnTo>
                    <a:pt x="81" y="11"/>
                  </a:lnTo>
                  <a:lnTo>
                    <a:pt x="81" y="14"/>
                  </a:lnTo>
                  <a:lnTo>
                    <a:pt x="81" y="14"/>
                  </a:lnTo>
                  <a:lnTo>
                    <a:pt x="81" y="14"/>
                  </a:lnTo>
                  <a:lnTo>
                    <a:pt x="81" y="14"/>
                  </a:lnTo>
                  <a:lnTo>
                    <a:pt x="81" y="14"/>
                  </a:lnTo>
                  <a:lnTo>
                    <a:pt x="81" y="16"/>
                  </a:lnTo>
                  <a:lnTo>
                    <a:pt x="78" y="16"/>
                  </a:lnTo>
                  <a:lnTo>
                    <a:pt x="78" y="16"/>
                  </a:lnTo>
                  <a:lnTo>
                    <a:pt x="78" y="19"/>
                  </a:lnTo>
                  <a:lnTo>
                    <a:pt x="78" y="19"/>
                  </a:lnTo>
                  <a:lnTo>
                    <a:pt x="81" y="19"/>
                  </a:lnTo>
                  <a:lnTo>
                    <a:pt x="81" y="21"/>
                  </a:lnTo>
                  <a:lnTo>
                    <a:pt x="81" y="21"/>
                  </a:lnTo>
                  <a:lnTo>
                    <a:pt x="81" y="21"/>
                  </a:lnTo>
                  <a:lnTo>
                    <a:pt x="81" y="21"/>
                  </a:lnTo>
                  <a:lnTo>
                    <a:pt x="81" y="23"/>
                  </a:lnTo>
                  <a:lnTo>
                    <a:pt x="83" y="23"/>
                  </a:lnTo>
                  <a:lnTo>
                    <a:pt x="83" y="23"/>
                  </a:lnTo>
                  <a:lnTo>
                    <a:pt x="83" y="26"/>
                  </a:lnTo>
                  <a:lnTo>
                    <a:pt x="83" y="26"/>
                  </a:lnTo>
                  <a:lnTo>
                    <a:pt x="83" y="26"/>
                  </a:lnTo>
                  <a:lnTo>
                    <a:pt x="83" y="26"/>
                  </a:lnTo>
                  <a:lnTo>
                    <a:pt x="83" y="26"/>
                  </a:lnTo>
                  <a:lnTo>
                    <a:pt x="83" y="28"/>
                  </a:lnTo>
                  <a:lnTo>
                    <a:pt x="83" y="28"/>
                  </a:lnTo>
                  <a:lnTo>
                    <a:pt x="83" y="30"/>
                  </a:lnTo>
                  <a:lnTo>
                    <a:pt x="83" y="30"/>
                  </a:lnTo>
                  <a:lnTo>
                    <a:pt x="81" y="30"/>
                  </a:lnTo>
                  <a:lnTo>
                    <a:pt x="81" y="33"/>
                  </a:lnTo>
                  <a:lnTo>
                    <a:pt x="81" y="33"/>
                  </a:lnTo>
                  <a:lnTo>
                    <a:pt x="81" y="33"/>
                  </a:lnTo>
                  <a:lnTo>
                    <a:pt x="81" y="35"/>
                  </a:lnTo>
                  <a:lnTo>
                    <a:pt x="81" y="35"/>
                  </a:lnTo>
                  <a:lnTo>
                    <a:pt x="81" y="35"/>
                  </a:lnTo>
                  <a:lnTo>
                    <a:pt x="81" y="35"/>
                  </a:lnTo>
                  <a:lnTo>
                    <a:pt x="81" y="38"/>
                  </a:lnTo>
                  <a:lnTo>
                    <a:pt x="81" y="38"/>
                  </a:lnTo>
                  <a:lnTo>
                    <a:pt x="81" y="35"/>
                  </a:lnTo>
                  <a:lnTo>
                    <a:pt x="81" y="35"/>
                  </a:lnTo>
                  <a:lnTo>
                    <a:pt x="81" y="35"/>
                  </a:lnTo>
                  <a:lnTo>
                    <a:pt x="83" y="35"/>
                  </a:lnTo>
                  <a:lnTo>
                    <a:pt x="83" y="35"/>
                  </a:lnTo>
                  <a:lnTo>
                    <a:pt x="83" y="38"/>
                  </a:lnTo>
                  <a:lnTo>
                    <a:pt x="83" y="38"/>
                  </a:lnTo>
                  <a:lnTo>
                    <a:pt x="83" y="40"/>
                  </a:lnTo>
                  <a:lnTo>
                    <a:pt x="81" y="40"/>
                  </a:lnTo>
                  <a:lnTo>
                    <a:pt x="81" y="40"/>
                  </a:lnTo>
                  <a:lnTo>
                    <a:pt x="81" y="42"/>
                  </a:lnTo>
                  <a:lnTo>
                    <a:pt x="81" y="42"/>
                  </a:lnTo>
                  <a:lnTo>
                    <a:pt x="81" y="42"/>
                  </a:lnTo>
                  <a:lnTo>
                    <a:pt x="81" y="45"/>
                  </a:lnTo>
                  <a:lnTo>
                    <a:pt x="81" y="45"/>
                  </a:lnTo>
                  <a:lnTo>
                    <a:pt x="81" y="45"/>
                  </a:lnTo>
                  <a:lnTo>
                    <a:pt x="81" y="47"/>
                  </a:lnTo>
                  <a:lnTo>
                    <a:pt x="81" y="47"/>
                  </a:lnTo>
                  <a:lnTo>
                    <a:pt x="81" y="49"/>
                  </a:lnTo>
                  <a:lnTo>
                    <a:pt x="81" y="49"/>
                  </a:lnTo>
                  <a:lnTo>
                    <a:pt x="81" y="49"/>
                  </a:lnTo>
                  <a:lnTo>
                    <a:pt x="81" y="52"/>
                  </a:lnTo>
                  <a:lnTo>
                    <a:pt x="81" y="52"/>
                  </a:lnTo>
                  <a:lnTo>
                    <a:pt x="83" y="52"/>
                  </a:lnTo>
                  <a:lnTo>
                    <a:pt x="83" y="54"/>
                  </a:lnTo>
                  <a:lnTo>
                    <a:pt x="83" y="54"/>
                  </a:lnTo>
                  <a:lnTo>
                    <a:pt x="83" y="54"/>
                  </a:lnTo>
                  <a:lnTo>
                    <a:pt x="83" y="54"/>
                  </a:lnTo>
                  <a:lnTo>
                    <a:pt x="83" y="54"/>
                  </a:lnTo>
                  <a:lnTo>
                    <a:pt x="85" y="54"/>
                  </a:lnTo>
                  <a:lnTo>
                    <a:pt x="85" y="54"/>
                  </a:lnTo>
                  <a:lnTo>
                    <a:pt x="85" y="57"/>
                  </a:lnTo>
                  <a:lnTo>
                    <a:pt x="85" y="57"/>
                  </a:lnTo>
                  <a:lnTo>
                    <a:pt x="85" y="57"/>
                  </a:lnTo>
                  <a:lnTo>
                    <a:pt x="85" y="59"/>
                  </a:lnTo>
                  <a:lnTo>
                    <a:pt x="85" y="59"/>
                  </a:lnTo>
                  <a:lnTo>
                    <a:pt x="85" y="59"/>
                  </a:lnTo>
                  <a:lnTo>
                    <a:pt x="85" y="61"/>
                  </a:lnTo>
                  <a:lnTo>
                    <a:pt x="85" y="61"/>
                  </a:lnTo>
                  <a:lnTo>
                    <a:pt x="88" y="61"/>
                  </a:lnTo>
                  <a:lnTo>
                    <a:pt x="88" y="61"/>
                  </a:lnTo>
                  <a:lnTo>
                    <a:pt x="88" y="59"/>
                  </a:lnTo>
                  <a:lnTo>
                    <a:pt x="88" y="59"/>
                  </a:lnTo>
                  <a:lnTo>
                    <a:pt x="88" y="57"/>
                  </a:lnTo>
                  <a:lnTo>
                    <a:pt x="88" y="57"/>
                  </a:lnTo>
                  <a:lnTo>
                    <a:pt x="88" y="54"/>
                  </a:lnTo>
                  <a:lnTo>
                    <a:pt x="88" y="54"/>
                  </a:lnTo>
                  <a:lnTo>
                    <a:pt x="88" y="54"/>
                  </a:lnTo>
                  <a:lnTo>
                    <a:pt x="88" y="54"/>
                  </a:lnTo>
                  <a:lnTo>
                    <a:pt x="88" y="52"/>
                  </a:lnTo>
                  <a:lnTo>
                    <a:pt x="88" y="52"/>
                  </a:lnTo>
                  <a:lnTo>
                    <a:pt x="88" y="52"/>
                  </a:lnTo>
                  <a:lnTo>
                    <a:pt x="88" y="49"/>
                  </a:lnTo>
                  <a:lnTo>
                    <a:pt x="88" y="49"/>
                  </a:lnTo>
                  <a:lnTo>
                    <a:pt x="88" y="49"/>
                  </a:lnTo>
                  <a:lnTo>
                    <a:pt x="88" y="49"/>
                  </a:lnTo>
                  <a:lnTo>
                    <a:pt x="90" y="49"/>
                  </a:lnTo>
                  <a:lnTo>
                    <a:pt x="90" y="49"/>
                  </a:lnTo>
                  <a:lnTo>
                    <a:pt x="90" y="52"/>
                  </a:lnTo>
                  <a:lnTo>
                    <a:pt x="90" y="52"/>
                  </a:lnTo>
                  <a:lnTo>
                    <a:pt x="90" y="52"/>
                  </a:lnTo>
                  <a:lnTo>
                    <a:pt x="90" y="54"/>
                  </a:lnTo>
                  <a:lnTo>
                    <a:pt x="90" y="54"/>
                  </a:lnTo>
                  <a:lnTo>
                    <a:pt x="90" y="54"/>
                  </a:lnTo>
                  <a:lnTo>
                    <a:pt x="90" y="54"/>
                  </a:lnTo>
                  <a:lnTo>
                    <a:pt x="90" y="54"/>
                  </a:lnTo>
                  <a:lnTo>
                    <a:pt x="90" y="54"/>
                  </a:lnTo>
                  <a:lnTo>
                    <a:pt x="92" y="54"/>
                  </a:lnTo>
                  <a:lnTo>
                    <a:pt x="92" y="54"/>
                  </a:lnTo>
                  <a:lnTo>
                    <a:pt x="92" y="54"/>
                  </a:lnTo>
                  <a:lnTo>
                    <a:pt x="95" y="54"/>
                  </a:lnTo>
                  <a:lnTo>
                    <a:pt x="95" y="54"/>
                  </a:lnTo>
                  <a:lnTo>
                    <a:pt x="95" y="57"/>
                  </a:lnTo>
                  <a:lnTo>
                    <a:pt x="95" y="57"/>
                  </a:lnTo>
                  <a:lnTo>
                    <a:pt x="95" y="59"/>
                  </a:lnTo>
                  <a:lnTo>
                    <a:pt x="92" y="59"/>
                  </a:lnTo>
                  <a:lnTo>
                    <a:pt x="92" y="59"/>
                  </a:lnTo>
                  <a:lnTo>
                    <a:pt x="90" y="59"/>
                  </a:lnTo>
                  <a:lnTo>
                    <a:pt x="90" y="59"/>
                  </a:lnTo>
                  <a:lnTo>
                    <a:pt x="90" y="61"/>
                  </a:lnTo>
                  <a:lnTo>
                    <a:pt x="90" y="61"/>
                  </a:lnTo>
                  <a:lnTo>
                    <a:pt x="90" y="64"/>
                  </a:lnTo>
                  <a:lnTo>
                    <a:pt x="92" y="64"/>
                  </a:lnTo>
                  <a:lnTo>
                    <a:pt x="92" y="64"/>
                  </a:lnTo>
                  <a:lnTo>
                    <a:pt x="92" y="64"/>
                  </a:lnTo>
                  <a:lnTo>
                    <a:pt x="92" y="66"/>
                  </a:lnTo>
                  <a:lnTo>
                    <a:pt x="92" y="66"/>
                  </a:lnTo>
                  <a:lnTo>
                    <a:pt x="92" y="66"/>
                  </a:lnTo>
                  <a:lnTo>
                    <a:pt x="92" y="66"/>
                  </a:lnTo>
                  <a:lnTo>
                    <a:pt x="95" y="66"/>
                  </a:lnTo>
                  <a:lnTo>
                    <a:pt x="95" y="64"/>
                  </a:lnTo>
                  <a:lnTo>
                    <a:pt x="95" y="64"/>
                  </a:lnTo>
                  <a:lnTo>
                    <a:pt x="95" y="64"/>
                  </a:lnTo>
                  <a:lnTo>
                    <a:pt x="95" y="66"/>
                  </a:lnTo>
                  <a:lnTo>
                    <a:pt x="95" y="66"/>
                  </a:lnTo>
                  <a:lnTo>
                    <a:pt x="95" y="68"/>
                  </a:lnTo>
                  <a:lnTo>
                    <a:pt x="95" y="68"/>
                  </a:lnTo>
                  <a:lnTo>
                    <a:pt x="95" y="71"/>
                  </a:lnTo>
                  <a:lnTo>
                    <a:pt x="95" y="71"/>
                  </a:lnTo>
                  <a:lnTo>
                    <a:pt x="95" y="73"/>
                  </a:lnTo>
                  <a:lnTo>
                    <a:pt x="95" y="73"/>
                  </a:lnTo>
                  <a:lnTo>
                    <a:pt x="97" y="73"/>
                  </a:lnTo>
                  <a:lnTo>
                    <a:pt x="97" y="73"/>
                  </a:lnTo>
                  <a:lnTo>
                    <a:pt x="99" y="73"/>
                  </a:lnTo>
                  <a:lnTo>
                    <a:pt x="99" y="73"/>
                  </a:lnTo>
                  <a:lnTo>
                    <a:pt x="97" y="73"/>
                  </a:lnTo>
                  <a:lnTo>
                    <a:pt x="97" y="75"/>
                  </a:lnTo>
                  <a:lnTo>
                    <a:pt x="99" y="75"/>
                  </a:lnTo>
                  <a:lnTo>
                    <a:pt x="99" y="75"/>
                  </a:lnTo>
                  <a:lnTo>
                    <a:pt x="99" y="75"/>
                  </a:lnTo>
                  <a:lnTo>
                    <a:pt x="99" y="75"/>
                  </a:lnTo>
                  <a:lnTo>
                    <a:pt x="102" y="75"/>
                  </a:lnTo>
                  <a:lnTo>
                    <a:pt x="102" y="75"/>
                  </a:lnTo>
                  <a:lnTo>
                    <a:pt x="102" y="75"/>
                  </a:lnTo>
                  <a:lnTo>
                    <a:pt x="102" y="73"/>
                  </a:lnTo>
                  <a:lnTo>
                    <a:pt x="102" y="73"/>
                  </a:lnTo>
                  <a:lnTo>
                    <a:pt x="102" y="73"/>
                  </a:lnTo>
                  <a:lnTo>
                    <a:pt x="102" y="73"/>
                  </a:lnTo>
                  <a:lnTo>
                    <a:pt x="102" y="73"/>
                  </a:lnTo>
                  <a:lnTo>
                    <a:pt x="102" y="73"/>
                  </a:lnTo>
                  <a:lnTo>
                    <a:pt x="102" y="75"/>
                  </a:lnTo>
                  <a:lnTo>
                    <a:pt x="104" y="75"/>
                  </a:lnTo>
                  <a:lnTo>
                    <a:pt x="104" y="75"/>
                  </a:lnTo>
                  <a:lnTo>
                    <a:pt x="104" y="78"/>
                  </a:lnTo>
                  <a:lnTo>
                    <a:pt x="104" y="78"/>
                  </a:lnTo>
                  <a:lnTo>
                    <a:pt x="107" y="78"/>
                  </a:lnTo>
                  <a:lnTo>
                    <a:pt x="107" y="78"/>
                  </a:lnTo>
                  <a:lnTo>
                    <a:pt x="107" y="75"/>
                  </a:lnTo>
                  <a:lnTo>
                    <a:pt x="107" y="75"/>
                  </a:lnTo>
                  <a:lnTo>
                    <a:pt x="109" y="75"/>
                  </a:lnTo>
                  <a:lnTo>
                    <a:pt x="109" y="75"/>
                  </a:lnTo>
                  <a:lnTo>
                    <a:pt x="109" y="75"/>
                  </a:lnTo>
                  <a:lnTo>
                    <a:pt x="109" y="75"/>
                  </a:lnTo>
                  <a:lnTo>
                    <a:pt x="109" y="73"/>
                  </a:lnTo>
                  <a:lnTo>
                    <a:pt x="109" y="73"/>
                  </a:lnTo>
                  <a:lnTo>
                    <a:pt x="109" y="73"/>
                  </a:lnTo>
                  <a:lnTo>
                    <a:pt x="111" y="73"/>
                  </a:lnTo>
                  <a:lnTo>
                    <a:pt x="111" y="73"/>
                  </a:lnTo>
                  <a:lnTo>
                    <a:pt x="111" y="71"/>
                  </a:lnTo>
                  <a:lnTo>
                    <a:pt x="111" y="71"/>
                  </a:lnTo>
                  <a:lnTo>
                    <a:pt x="109" y="71"/>
                  </a:lnTo>
                  <a:lnTo>
                    <a:pt x="109" y="71"/>
                  </a:lnTo>
                  <a:lnTo>
                    <a:pt x="109" y="68"/>
                  </a:lnTo>
                  <a:lnTo>
                    <a:pt x="111" y="68"/>
                  </a:lnTo>
                  <a:lnTo>
                    <a:pt x="111" y="68"/>
                  </a:lnTo>
                  <a:lnTo>
                    <a:pt x="114" y="68"/>
                  </a:lnTo>
                  <a:lnTo>
                    <a:pt x="114" y="68"/>
                  </a:lnTo>
                  <a:lnTo>
                    <a:pt x="114" y="68"/>
                  </a:lnTo>
                  <a:lnTo>
                    <a:pt x="114" y="68"/>
                  </a:lnTo>
                  <a:lnTo>
                    <a:pt x="114" y="68"/>
                  </a:lnTo>
                  <a:lnTo>
                    <a:pt x="114" y="68"/>
                  </a:lnTo>
                  <a:lnTo>
                    <a:pt x="114" y="66"/>
                  </a:lnTo>
                  <a:lnTo>
                    <a:pt x="114" y="66"/>
                  </a:lnTo>
                  <a:lnTo>
                    <a:pt x="114" y="64"/>
                  </a:lnTo>
                  <a:lnTo>
                    <a:pt x="114" y="64"/>
                  </a:lnTo>
                  <a:lnTo>
                    <a:pt x="114" y="64"/>
                  </a:lnTo>
                  <a:lnTo>
                    <a:pt x="114" y="66"/>
                  </a:lnTo>
                  <a:lnTo>
                    <a:pt x="116" y="66"/>
                  </a:lnTo>
                  <a:lnTo>
                    <a:pt x="116" y="66"/>
                  </a:lnTo>
                  <a:lnTo>
                    <a:pt x="116" y="66"/>
                  </a:lnTo>
                  <a:lnTo>
                    <a:pt x="116" y="66"/>
                  </a:lnTo>
                  <a:lnTo>
                    <a:pt x="116" y="66"/>
                  </a:lnTo>
                  <a:lnTo>
                    <a:pt x="116" y="64"/>
                  </a:lnTo>
                  <a:lnTo>
                    <a:pt x="116" y="64"/>
                  </a:lnTo>
                  <a:lnTo>
                    <a:pt x="116" y="64"/>
                  </a:lnTo>
                  <a:lnTo>
                    <a:pt x="118" y="64"/>
                  </a:lnTo>
                  <a:lnTo>
                    <a:pt x="118" y="61"/>
                  </a:lnTo>
                  <a:lnTo>
                    <a:pt x="118" y="61"/>
                  </a:lnTo>
                  <a:lnTo>
                    <a:pt x="118" y="61"/>
                  </a:lnTo>
                  <a:lnTo>
                    <a:pt x="121" y="61"/>
                  </a:lnTo>
                  <a:lnTo>
                    <a:pt x="121" y="59"/>
                  </a:lnTo>
                  <a:lnTo>
                    <a:pt x="121" y="59"/>
                  </a:lnTo>
                  <a:lnTo>
                    <a:pt x="121" y="59"/>
                  </a:lnTo>
                  <a:lnTo>
                    <a:pt x="121" y="59"/>
                  </a:lnTo>
                  <a:lnTo>
                    <a:pt x="123" y="59"/>
                  </a:lnTo>
                  <a:lnTo>
                    <a:pt x="123" y="59"/>
                  </a:lnTo>
                  <a:lnTo>
                    <a:pt x="123" y="57"/>
                  </a:lnTo>
                  <a:lnTo>
                    <a:pt x="123" y="57"/>
                  </a:lnTo>
                  <a:lnTo>
                    <a:pt x="123" y="57"/>
                  </a:lnTo>
                  <a:lnTo>
                    <a:pt x="125" y="57"/>
                  </a:lnTo>
                  <a:lnTo>
                    <a:pt x="125" y="54"/>
                  </a:lnTo>
                  <a:lnTo>
                    <a:pt x="125" y="54"/>
                  </a:lnTo>
                  <a:lnTo>
                    <a:pt x="125" y="54"/>
                  </a:lnTo>
                  <a:lnTo>
                    <a:pt x="125" y="54"/>
                  </a:lnTo>
                  <a:lnTo>
                    <a:pt x="125" y="52"/>
                  </a:lnTo>
                  <a:lnTo>
                    <a:pt x="128" y="52"/>
                  </a:lnTo>
                  <a:lnTo>
                    <a:pt x="128" y="52"/>
                  </a:lnTo>
                  <a:lnTo>
                    <a:pt x="125" y="52"/>
                  </a:lnTo>
                  <a:lnTo>
                    <a:pt x="125" y="49"/>
                  </a:lnTo>
                  <a:lnTo>
                    <a:pt x="125" y="49"/>
                  </a:lnTo>
                  <a:lnTo>
                    <a:pt x="125" y="49"/>
                  </a:lnTo>
                  <a:lnTo>
                    <a:pt x="123" y="49"/>
                  </a:lnTo>
                  <a:lnTo>
                    <a:pt x="123" y="49"/>
                  </a:lnTo>
                  <a:lnTo>
                    <a:pt x="123" y="47"/>
                  </a:lnTo>
                  <a:lnTo>
                    <a:pt x="123" y="47"/>
                  </a:lnTo>
                  <a:lnTo>
                    <a:pt x="123" y="47"/>
                  </a:lnTo>
                  <a:lnTo>
                    <a:pt x="123" y="45"/>
                  </a:lnTo>
                  <a:lnTo>
                    <a:pt x="125" y="45"/>
                  </a:lnTo>
                  <a:lnTo>
                    <a:pt x="125" y="45"/>
                  </a:lnTo>
                  <a:lnTo>
                    <a:pt x="125" y="47"/>
                  </a:lnTo>
                  <a:lnTo>
                    <a:pt x="128" y="47"/>
                  </a:lnTo>
                  <a:lnTo>
                    <a:pt x="128" y="47"/>
                  </a:lnTo>
                  <a:lnTo>
                    <a:pt x="128" y="47"/>
                  </a:lnTo>
                  <a:lnTo>
                    <a:pt x="128" y="47"/>
                  </a:lnTo>
                  <a:lnTo>
                    <a:pt x="128" y="47"/>
                  </a:lnTo>
                  <a:lnTo>
                    <a:pt x="130" y="47"/>
                  </a:lnTo>
                  <a:lnTo>
                    <a:pt x="130" y="47"/>
                  </a:lnTo>
                  <a:lnTo>
                    <a:pt x="133" y="47"/>
                  </a:lnTo>
                  <a:lnTo>
                    <a:pt x="133" y="47"/>
                  </a:lnTo>
                  <a:lnTo>
                    <a:pt x="133" y="47"/>
                  </a:lnTo>
                  <a:lnTo>
                    <a:pt x="133" y="47"/>
                  </a:lnTo>
                  <a:lnTo>
                    <a:pt x="135" y="47"/>
                  </a:lnTo>
                  <a:lnTo>
                    <a:pt x="135" y="47"/>
                  </a:lnTo>
                  <a:lnTo>
                    <a:pt x="135" y="47"/>
                  </a:lnTo>
                  <a:lnTo>
                    <a:pt x="137" y="47"/>
                  </a:lnTo>
                  <a:lnTo>
                    <a:pt x="137" y="47"/>
                  </a:lnTo>
                  <a:lnTo>
                    <a:pt x="137" y="47"/>
                  </a:lnTo>
                  <a:lnTo>
                    <a:pt x="140" y="47"/>
                  </a:lnTo>
                  <a:lnTo>
                    <a:pt x="140" y="45"/>
                  </a:lnTo>
                  <a:lnTo>
                    <a:pt x="140" y="45"/>
                  </a:lnTo>
                  <a:lnTo>
                    <a:pt x="140" y="45"/>
                  </a:lnTo>
                  <a:lnTo>
                    <a:pt x="140" y="45"/>
                  </a:lnTo>
                  <a:lnTo>
                    <a:pt x="142" y="45"/>
                  </a:lnTo>
                  <a:lnTo>
                    <a:pt x="142" y="45"/>
                  </a:lnTo>
                  <a:lnTo>
                    <a:pt x="142" y="45"/>
                  </a:lnTo>
                  <a:lnTo>
                    <a:pt x="144" y="45"/>
                  </a:lnTo>
                  <a:lnTo>
                    <a:pt x="144" y="45"/>
                  </a:lnTo>
                  <a:lnTo>
                    <a:pt x="144" y="45"/>
                  </a:lnTo>
                  <a:lnTo>
                    <a:pt x="144" y="42"/>
                  </a:lnTo>
                  <a:lnTo>
                    <a:pt x="144" y="42"/>
                  </a:lnTo>
                  <a:lnTo>
                    <a:pt x="144" y="42"/>
                  </a:lnTo>
                  <a:lnTo>
                    <a:pt x="144" y="40"/>
                  </a:lnTo>
                  <a:lnTo>
                    <a:pt x="142" y="40"/>
                  </a:lnTo>
                  <a:lnTo>
                    <a:pt x="142" y="40"/>
                  </a:lnTo>
                  <a:lnTo>
                    <a:pt x="142" y="40"/>
                  </a:lnTo>
                  <a:lnTo>
                    <a:pt x="142" y="40"/>
                  </a:lnTo>
                  <a:lnTo>
                    <a:pt x="140" y="40"/>
                  </a:lnTo>
                  <a:lnTo>
                    <a:pt x="140" y="40"/>
                  </a:lnTo>
                  <a:lnTo>
                    <a:pt x="140" y="38"/>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222"/>
            <p:cNvSpPr>
              <a:spLocks/>
            </p:cNvSpPr>
            <p:nvPr/>
          </p:nvSpPr>
          <p:spPr bwMode="auto">
            <a:xfrm>
              <a:off x="4557713" y="4144963"/>
              <a:ext cx="376238" cy="469900"/>
            </a:xfrm>
            <a:custGeom>
              <a:avLst/>
              <a:gdLst/>
              <a:ahLst/>
              <a:cxnLst>
                <a:cxn ang="0">
                  <a:pos x="199" y="140"/>
                </a:cxn>
                <a:cxn ang="0">
                  <a:pos x="197" y="128"/>
                </a:cxn>
                <a:cxn ang="0">
                  <a:pos x="190" y="126"/>
                </a:cxn>
                <a:cxn ang="0">
                  <a:pos x="187" y="140"/>
                </a:cxn>
                <a:cxn ang="0">
                  <a:pos x="187" y="154"/>
                </a:cxn>
                <a:cxn ang="0">
                  <a:pos x="185" y="166"/>
                </a:cxn>
                <a:cxn ang="0">
                  <a:pos x="201" y="173"/>
                </a:cxn>
                <a:cxn ang="0">
                  <a:pos x="206" y="192"/>
                </a:cxn>
                <a:cxn ang="0">
                  <a:pos x="220" y="204"/>
                </a:cxn>
                <a:cxn ang="0">
                  <a:pos x="230" y="216"/>
                </a:cxn>
                <a:cxn ang="0">
                  <a:pos x="235" y="230"/>
                </a:cxn>
                <a:cxn ang="0">
                  <a:pos x="232" y="246"/>
                </a:cxn>
                <a:cxn ang="0">
                  <a:pos x="235" y="268"/>
                </a:cxn>
                <a:cxn ang="0">
                  <a:pos x="232" y="291"/>
                </a:cxn>
                <a:cxn ang="0">
                  <a:pos x="223" y="289"/>
                </a:cxn>
                <a:cxn ang="0">
                  <a:pos x="218" y="291"/>
                </a:cxn>
                <a:cxn ang="0">
                  <a:pos x="206" y="287"/>
                </a:cxn>
                <a:cxn ang="0">
                  <a:pos x="204" y="294"/>
                </a:cxn>
                <a:cxn ang="0">
                  <a:pos x="192" y="280"/>
                </a:cxn>
                <a:cxn ang="0">
                  <a:pos x="178" y="268"/>
                </a:cxn>
                <a:cxn ang="0">
                  <a:pos x="166" y="256"/>
                </a:cxn>
                <a:cxn ang="0">
                  <a:pos x="154" y="242"/>
                </a:cxn>
                <a:cxn ang="0">
                  <a:pos x="142" y="227"/>
                </a:cxn>
                <a:cxn ang="0">
                  <a:pos x="133" y="213"/>
                </a:cxn>
                <a:cxn ang="0">
                  <a:pos x="123" y="197"/>
                </a:cxn>
                <a:cxn ang="0">
                  <a:pos x="119" y="178"/>
                </a:cxn>
                <a:cxn ang="0">
                  <a:pos x="109" y="163"/>
                </a:cxn>
                <a:cxn ang="0">
                  <a:pos x="100" y="147"/>
                </a:cxn>
                <a:cxn ang="0">
                  <a:pos x="88" y="137"/>
                </a:cxn>
                <a:cxn ang="0">
                  <a:pos x="83" y="118"/>
                </a:cxn>
                <a:cxn ang="0">
                  <a:pos x="81" y="102"/>
                </a:cxn>
                <a:cxn ang="0">
                  <a:pos x="67" y="90"/>
                </a:cxn>
                <a:cxn ang="0">
                  <a:pos x="55" y="81"/>
                </a:cxn>
                <a:cxn ang="0">
                  <a:pos x="48" y="64"/>
                </a:cxn>
                <a:cxn ang="0">
                  <a:pos x="36" y="50"/>
                </a:cxn>
                <a:cxn ang="0">
                  <a:pos x="22" y="38"/>
                </a:cxn>
                <a:cxn ang="0">
                  <a:pos x="10" y="26"/>
                </a:cxn>
                <a:cxn ang="0">
                  <a:pos x="3" y="7"/>
                </a:cxn>
                <a:cxn ang="0">
                  <a:pos x="7" y="0"/>
                </a:cxn>
                <a:cxn ang="0">
                  <a:pos x="22" y="9"/>
                </a:cxn>
                <a:cxn ang="0">
                  <a:pos x="40" y="9"/>
                </a:cxn>
                <a:cxn ang="0">
                  <a:pos x="57" y="14"/>
                </a:cxn>
                <a:cxn ang="0">
                  <a:pos x="69" y="28"/>
                </a:cxn>
                <a:cxn ang="0">
                  <a:pos x="76" y="43"/>
                </a:cxn>
                <a:cxn ang="0">
                  <a:pos x="90" y="54"/>
                </a:cxn>
                <a:cxn ang="0">
                  <a:pos x="104" y="66"/>
                </a:cxn>
                <a:cxn ang="0">
                  <a:pos x="114" y="81"/>
                </a:cxn>
                <a:cxn ang="0">
                  <a:pos x="126" y="85"/>
                </a:cxn>
                <a:cxn ang="0">
                  <a:pos x="138" y="90"/>
                </a:cxn>
                <a:cxn ang="0">
                  <a:pos x="145" y="100"/>
                </a:cxn>
                <a:cxn ang="0">
                  <a:pos x="159" y="104"/>
                </a:cxn>
                <a:cxn ang="0">
                  <a:pos x="168" y="114"/>
                </a:cxn>
                <a:cxn ang="0">
                  <a:pos x="178" y="128"/>
                </a:cxn>
                <a:cxn ang="0">
                  <a:pos x="183" y="118"/>
                </a:cxn>
                <a:cxn ang="0">
                  <a:pos x="194" y="114"/>
                </a:cxn>
                <a:cxn ang="0">
                  <a:pos x="209" y="116"/>
                </a:cxn>
                <a:cxn ang="0">
                  <a:pos x="206" y="128"/>
                </a:cxn>
                <a:cxn ang="0">
                  <a:pos x="199" y="130"/>
                </a:cxn>
                <a:cxn ang="0">
                  <a:pos x="206" y="140"/>
                </a:cxn>
                <a:cxn ang="0">
                  <a:pos x="213" y="149"/>
                </a:cxn>
                <a:cxn ang="0">
                  <a:pos x="204" y="154"/>
                </a:cxn>
                <a:cxn ang="0">
                  <a:pos x="199" y="159"/>
                </a:cxn>
              </a:cxnLst>
              <a:rect l="0" t="0" r="r" b="b"/>
              <a:pathLst>
                <a:path w="237" h="296">
                  <a:moveTo>
                    <a:pt x="194" y="152"/>
                  </a:moveTo>
                  <a:lnTo>
                    <a:pt x="197" y="152"/>
                  </a:lnTo>
                  <a:lnTo>
                    <a:pt x="197" y="152"/>
                  </a:lnTo>
                  <a:lnTo>
                    <a:pt x="197" y="152"/>
                  </a:lnTo>
                  <a:lnTo>
                    <a:pt x="199" y="152"/>
                  </a:lnTo>
                  <a:lnTo>
                    <a:pt x="199" y="152"/>
                  </a:lnTo>
                  <a:lnTo>
                    <a:pt x="201" y="152"/>
                  </a:lnTo>
                  <a:lnTo>
                    <a:pt x="201" y="152"/>
                  </a:lnTo>
                  <a:lnTo>
                    <a:pt x="201" y="149"/>
                  </a:lnTo>
                  <a:lnTo>
                    <a:pt x="201" y="149"/>
                  </a:lnTo>
                  <a:lnTo>
                    <a:pt x="201" y="149"/>
                  </a:lnTo>
                  <a:lnTo>
                    <a:pt x="201" y="147"/>
                  </a:lnTo>
                  <a:lnTo>
                    <a:pt x="201" y="147"/>
                  </a:lnTo>
                  <a:lnTo>
                    <a:pt x="201" y="147"/>
                  </a:lnTo>
                  <a:lnTo>
                    <a:pt x="204" y="147"/>
                  </a:lnTo>
                  <a:lnTo>
                    <a:pt x="204" y="147"/>
                  </a:lnTo>
                  <a:lnTo>
                    <a:pt x="201" y="147"/>
                  </a:lnTo>
                  <a:lnTo>
                    <a:pt x="201" y="145"/>
                  </a:lnTo>
                  <a:lnTo>
                    <a:pt x="201" y="145"/>
                  </a:lnTo>
                  <a:lnTo>
                    <a:pt x="201" y="145"/>
                  </a:lnTo>
                  <a:lnTo>
                    <a:pt x="201" y="142"/>
                  </a:lnTo>
                  <a:lnTo>
                    <a:pt x="201" y="142"/>
                  </a:lnTo>
                  <a:lnTo>
                    <a:pt x="201" y="142"/>
                  </a:lnTo>
                  <a:lnTo>
                    <a:pt x="199" y="142"/>
                  </a:lnTo>
                  <a:lnTo>
                    <a:pt x="199" y="142"/>
                  </a:lnTo>
                  <a:lnTo>
                    <a:pt x="199" y="140"/>
                  </a:lnTo>
                  <a:lnTo>
                    <a:pt x="197" y="140"/>
                  </a:lnTo>
                  <a:lnTo>
                    <a:pt x="197" y="140"/>
                  </a:lnTo>
                  <a:lnTo>
                    <a:pt x="197" y="140"/>
                  </a:lnTo>
                  <a:lnTo>
                    <a:pt x="197" y="140"/>
                  </a:lnTo>
                  <a:lnTo>
                    <a:pt x="197" y="137"/>
                  </a:lnTo>
                  <a:lnTo>
                    <a:pt x="197" y="137"/>
                  </a:lnTo>
                  <a:lnTo>
                    <a:pt x="197" y="137"/>
                  </a:lnTo>
                  <a:lnTo>
                    <a:pt x="199" y="137"/>
                  </a:lnTo>
                  <a:lnTo>
                    <a:pt x="199" y="137"/>
                  </a:lnTo>
                  <a:lnTo>
                    <a:pt x="199" y="137"/>
                  </a:lnTo>
                  <a:lnTo>
                    <a:pt x="199" y="135"/>
                  </a:lnTo>
                  <a:lnTo>
                    <a:pt x="197" y="135"/>
                  </a:lnTo>
                  <a:lnTo>
                    <a:pt x="197" y="135"/>
                  </a:lnTo>
                  <a:lnTo>
                    <a:pt x="197" y="135"/>
                  </a:lnTo>
                  <a:lnTo>
                    <a:pt x="197" y="133"/>
                  </a:lnTo>
                  <a:lnTo>
                    <a:pt x="197" y="133"/>
                  </a:lnTo>
                  <a:lnTo>
                    <a:pt x="199" y="133"/>
                  </a:lnTo>
                  <a:lnTo>
                    <a:pt x="199" y="133"/>
                  </a:lnTo>
                  <a:lnTo>
                    <a:pt x="199" y="133"/>
                  </a:lnTo>
                  <a:lnTo>
                    <a:pt x="199" y="133"/>
                  </a:lnTo>
                  <a:lnTo>
                    <a:pt x="197" y="133"/>
                  </a:lnTo>
                  <a:lnTo>
                    <a:pt x="197" y="130"/>
                  </a:lnTo>
                  <a:lnTo>
                    <a:pt x="197" y="130"/>
                  </a:lnTo>
                  <a:lnTo>
                    <a:pt x="197" y="130"/>
                  </a:lnTo>
                  <a:lnTo>
                    <a:pt x="197" y="130"/>
                  </a:lnTo>
                  <a:lnTo>
                    <a:pt x="197" y="128"/>
                  </a:lnTo>
                  <a:lnTo>
                    <a:pt x="197" y="128"/>
                  </a:lnTo>
                  <a:lnTo>
                    <a:pt x="197" y="128"/>
                  </a:lnTo>
                  <a:lnTo>
                    <a:pt x="197" y="128"/>
                  </a:lnTo>
                  <a:lnTo>
                    <a:pt x="197" y="126"/>
                  </a:lnTo>
                  <a:lnTo>
                    <a:pt x="197" y="126"/>
                  </a:lnTo>
                  <a:lnTo>
                    <a:pt x="197" y="126"/>
                  </a:lnTo>
                  <a:lnTo>
                    <a:pt x="194" y="126"/>
                  </a:lnTo>
                  <a:lnTo>
                    <a:pt x="194" y="123"/>
                  </a:lnTo>
                  <a:lnTo>
                    <a:pt x="194" y="123"/>
                  </a:lnTo>
                  <a:lnTo>
                    <a:pt x="194" y="123"/>
                  </a:lnTo>
                  <a:lnTo>
                    <a:pt x="194" y="121"/>
                  </a:lnTo>
                  <a:lnTo>
                    <a:pt x="194" y="121"/>
                  </a:lnTo>
                  <a:lnTo>
                    <a:pt x="192" y="121"/>
                  </a:lnTo>
                  <a:lnTo>
                    <a:pt x="192" y="121"/>
                  </a:lnTo>
                  <a:lnTo>
                    <a:pt x="190" y="121"/>
                  </a:lnTo>
                  <a:lnTo>
                    <a:pt x="190" y="123"/>
                  </a:lnTo>
                  <a:lnTo>
                    <a:pt x="192" y="123"/>
                  </a:lnTo>
                  <a:lnTo>
                    <a:pt x="192" y="123"/>
                  </a:lnTo>
                  <a:lnTo>
                    <a:pt x="192" y="123"/>
                  </a:lnTo>
                  <a:lnTo>
                    <a:pt x="192" y="126"/>
                  </a:lnTo>
                  <a:lnTo>
                    <a:pt x="192" y="126"/>
                  </a:lnTo>
                  <a:lnTo>
                    <a:pt x="192" y="126"/>
                  </a:lnTo>
                  <a:lnTo>
                    <a:pt x="190" y="126"/>
                  </a:lnTo>
                  <a:lnTo>
                    <a:pt x="190" y="126"/>
                  </a:lnTo>
                  <a:lnTo>
                    <a:pt x="190" y="126"/>
                  </a:lnTo>
                  <a:lnTo>
                    <a:pt x="190" y="126"/>
                  </a:lnTo>
                  <a:lnTo>
                    <a:pt x="187" y="126"/>
                  </a:lnTo>
                  <a:lnTo>
                    <a:pt x="187" y="126"/>
                  </a:lnTo>
                  <a:lnTo>
                    <a:pt x="187" y="126"/>
                  </a:lnTo>
                  <a:lnTo>
                    <a:pt x="187" y="128"/>
                  </a:lnTo>
                  <a:lnTo>
                    <a:pt x="187" y="128"/>
                  </a:lnTo>
                  <a:lnTo>
                    <a:pt x="187" y="128"/>
                  </a:lnTo>
                  <a:lnTo>
                    <a:pt x="187" y="128"/>
                  </a:lnTo>
                  <a:lnTo>
                    <a:pt x="187" y="128"/>
                  </a:lnTo>
                  <a:lnTo>
                    <a:pt x="187" y="128"/>
                  </a:lnTo>
                  <a:lnTo>
                    <a:pt x="185" y="128"/>
                  </a:lnTo>
                  <a:lnTo>
                    <a:pt x="185" y="130"/>
                  </a:lnTo>
                  <a:lnTo>
                    <a:pt x="185" y="130"/>
                  </a:lnTo>
                  <a:lnTo>
                    <a:pt x="185" y="133"/>
                  </a:lnTo>
                  <a:lnTo>
                    <a:pt x="185" y="133"/>
                  </a:lnTo>
                  <a:lnTo>
                    <a:pt x="185" y="133"/>
                  </a:lnTo>
                  <a:lnTo>
                    <a:pt x="185" y="135"/>
                  </a:lnTo>
                  <a:lnTo>
                    <a:pt x="185" y="135"/>
                  </a:lnTo>
                  <a:lnTo>
                    <a:pt x="185" y="135"/>
                  </a:lnTo>
                  <a:lnTo>
                    <a:pt x="187" y="135"/>
                  </a:lnTo>
                  <a:lnTo>
                    <a:pt x="187" y="135"/>
                  </a:lnTo>
                  <a:lnTo>
                    <a:pt x="187" y="137"/>
                  </a:lnTo>
                  <a:lnTo>
                    <a:pt x="187" y="137"/>
                  </a:lnTo>
                  <a:lnTo>
                    <a:pt x="187" y="137"/>
                  </a:lnTo>
                  <a:lnTo>
                    <a:pt x="187" y="137"/>
                  </a:lnTo>
                  <a:lnTo>
                    <a:pt x="187" y="140"/>
                  </a:lnTo>
                  <a:lnTo>
                    <a:pt x="187" y="140"/>
                  </a:lnTo>
                  <a:lnTo>
                    <a:pt x="187" y="142"/>
                  </a:lnTo>
                  <a:lnTo>
                    <a:pt x="187" y="142"/>
                  </a:lnTo>
                  <a:lnTo>
                    <a:pt x="190" y="142"/>
                  </a:lnTo>
                  <a:lnTo>
                    <a:pt x="190" y="145"/>
                  </a:lnTo>
                  <a:lnTo>
                    <a:pt x="190" y="145"/>
                  </a:lnTo>
                  <a:lnTo>
                    <a:pt x="187" y="145"/>
                  </a:lnTo>
                  <a:lnTo>
                    <a:pt x="187" y="145"/>
                  </a:lnTo>
                  <a:lnTo>
                    <a:pt x="187" y="145"/>
                  </a:lnTo>
                  <a:lnTo>
                    <a:pt x="187" y="147"/>
                  </a:lnTo>
                  <a:lnTo>
                    <a:pt x="185" y="147"/>
                  </a:lnTo>
                  <a:lnTo>
                    <a:pt x="185" y="147"/>
                  </a:lnTo>
                  <a:lnTo>
                    <a:pt x="185" y="147"/>
                  </a:lnTo>
                  <a:lnTo>
                    <a:pt x="183" y="147"/>
                  </a:lnTo>
                  <a:lnTo>
                    <a:pt x="183" y="147"/>
                  </a:lnTo>
                  <a:lnTo>
                    <a:pt x="183" y="147"/>
                  </a:lnTo>
                  <a:lnTo>
                    <a:pt x="183" y="147"/>
                  </a:lnTo>
                  <a:lnTo>
                    <a:pt x="183" y="149"/>
                  </a:lnTo>
                  <a:lnTo>
                    <a:pt x="185" y="149"/>
                  </a:lnTo>
                  <a:lnTo>
                    <a:pt x="185" y="149"/>
                  </a:lnTo>
                  <a:lnTo>
                    <a:pt x="185" y="149"/>
                  </a:lnTo>
                  <a:lnTo>
                    <a:pt x="187" y="149"/>
                  </a:lnTo>
                  <a:lnTo>
                    <a:pt x="187" y="149"/>
                  </a:lnTo>
                  <a:lnTo>
                    <a:pt x="187" y="152"/>
                  </a:lnTo>
                  <a:lnTo>
                    <a:pt x="187" y="152"/>
                  </a:lnTo>
                  <a:lnTo>
                    <a:pt x="187" y="152"/>
                  </a:lnTo>
                  <a:lnTo>
                    <a:pt x="187" y="154"/>
                  </a:lnTo>
                  <a:lnTo>
                    <a:pt x="187" y="154"/>
                  </a:lnTo>
                  <a:lnTo>
                    <a:pt x="187" y="154"/>
                  </a:lnTo>
                  <a:lnTo>
                    <a:pt x="185" y="154"/>
                  </a:lnTo>
                  <a:lnTo>
                    <a:pt x="185" y="154"/>
                  </a:lnTo>
                  <a:lnTo>
                    <a:pt x="185" y="154"/>
                  </a:lnTo>
                  <a:lnTo>
                    <a:pt x="185" y="156"/>
                  </a:lnTo>
                  <a:lnTo>
                    <a:pt x="183" y="156"/>
                  </a:lnTo>
                  <a:lnTo>
                    <a:pt x="183" y="156"/>
                  </a:lnTo>
                  <a:lnTo>
                    <a:pt x="183" y="156"/>
                  </a:lnTo>
                  <a:lnTo>
                    <a:pt x="183" y="156"/>
                  </a:lnTo>
                  <a:lnTo>
                    <a:pt x="183" y="156"/>
                  </a:lnTo>
                  <a:lnTo>
                    <a:pt x="180" y="156"/>
                  </a:lnTo>
                  <a:lnTo>
                    <a:pt x="180" y="159"/>
                  </a:lnTo>
                  <a:lnTo>
                    <a:pt x="180" y="159"/>
                  </a:lnTo>
                  <a:lnTo>
                    <a:pt x="180" y="159"/>
                  </a:lnTo>
                  <a:lnTo>
                    <a:pt x="180" y="161"/>
                  </a:lnTo>
                  <a:lnTo>
                    <a:pt x="180" y="161"/>
                  </a:lnTo>
                  <a:lnTo>
                    <a:pt x="180" y="161"/>
                  </a:lnTo>
                  <a:lnTo>
                    <a:pt x="183" y="161"/>
                  </a:lnTo>
                  <a:lnTo>
                    <a:pt x="183" y="163"/>
                  </a:lnTo>
                  <a:lnTo>
                    <a:pt x="183" y="163"/>
                  </a:lnTo>
                  <a:lnTo>
                    <a:pt x="183" y="163"/>
                  </a:lnTo>
                  <a:lnTo>
                    <a:pt x="183" y="163"/>
                  </a:lnTo>
                  <a:lnTo>
                    <a:pt x="183" y="166"/>
                  </a:lnTo>
                  <a:lnTo>
                    <a:pt x="185" y="166"/>
                  </a:lnTo>
                  <a:lnTo>
                    <a:pt x="185" y="166"/>
                  </a:lnTo>
                  <a:lnTo>
                    <a:pt x="185" y="166"/>
                  </a:lnTo>
                  <a:lnTo>
                    <a:pt x="185" y="166"/>
                  </a:lnTo>
                  <a:lnTo>
                    <a:pt x="187" y="166"/>
                  </a:lnTo>
                  <a:lnTo>
                    <a:pt x="187" y="166"/>
                  </a:lnTo>
                  <a:lnTo>
                    <a:pt x="187" y="168"/>
                  </a:lnTo>
                  <a:lnTo>
                    <a:pt x="187" y="168"/>
                  </a:lnTo>
                  <a:lnTo>
                    <a:pt x="190" y="168"/>
                  </a:lnTo>
                  <a:lnTo>
                    <a:pt x="190" y="168"/>
                  </a:lnTo>
                  <a:lnTo>
                    <a:pt x="190" y="168"/>
                  </a:lnTo>
                  <a:lnTo>
                    <a:pt x="192" y="168"/>
                  </a:lnTo>
                  <a:lnTo>
                    <a:pt x="192" y="168"/>
                  </a:lnTo>
                  <a:lnTo>
                    <a:pt x="192" y="168"/>
                  </a:lnTo>
                  <a:lnTo>
                    <a:pt x="194" y="168"/>
                  </a:lnTo>
                  <a:lnTo>
                    <a:pt x="194" y="168"/>
                  </a:lnTo>
                  <a:lnTo>
                    <a:pt x="194" y="168"/>
                  </a:lnTo>
                  <a:lnTo>
                    <a:pt x="197" y="168"/>
                  </a:lnTo>
                  <a:lnTo>
                    <a:pt x="197" y="168"/>
                  </a:lnTo>
                  <a:lnTo>
                    <a:pt x="197" y="168"/>
                  </a:lnTo>
                  <a:lnTo>
                    <a:pt x="199" y="168"/>
                  </a:lnTo>
                  <a:lnTo>
                    <a:pt x="199" y="168"/>
                  </a:lnTo>
                  <a:lnTo>
                    <a:pt x="201" y="168"/>
                  </a:lnTo>
                  <a:lnTo>
                    <a:pt x="201" y="168"/>
                  </a:lnTo>
                  <a:lnTo>
                    <a:pt x="201" y="171"/>
                  </a:lnTo>
                  <a:lnTo>
                    <a:pt x="201" y="171"/>
                  </a:lnTo>
                  <a:lnTo>
                    <a:pt x="201" y="173"/>
                  </a:lnTo>
                  <a:lnTo>
                    <a:pt x="201" y="173"/>
                  </a:lnTo>
                  <a:lnTo>
                    <a:pt x="201" y="175"/>
                  </a:lnTo>
                  <a:lnTo>
                    <a:pt x="201" y="175"/>
                  </a:lnTo>
                  <a:lnTo>
                    <a:pt x="201" y="175"/>
                  </a:lnTo>
                  <a:lnTo>
                    <a:pt x="201" y="178"/>
                  </a:lnTo>
                  <a:lnTo>
                    <a:pt x="204" y="178"/>
                  </a:lnTo>
                  <a:lnTo>
                    <a:pt x="204" y="178"/>
                  </a:lnTo>
                  <a:lnTo>
                    <a:pt x="204" y="178"/>
                  </a:lnTo>
                  <a:lnTo>
                    <a:pt x="204" y="180"/>
                  </a:lnTo>
                  <a:lnTo>
                    <a:pt x="204" y="180"/>
                  </a:lnTo>
                  <a:lnTo>
                    <a:pt x="201" y="180"/>
                  </a:lnTo>
                  <a:lnTo>
                    <a:pt x="201" y="182"/>
                  </a:lnTo>
                  <a:lnTo>
                    <a:pt x="201" y="182"/>
                  </a:lnTo>
                  <a:lnTo>
                    <a:pt x="204" y="182"/>
                  </a:lnTo>
                  <a:lnTo>
                    <a:pt x="204" y="185"/>
                  </a:lnTo>
                  <a:lnTo>
                    <a:pt x="204" y="185"/>
                  </a:lnTo>
                  <a:lnTo>
                    <a:pt x="204" y="185"/>
                  </a:lnTo>
                  <a:lnTo>
                    <a:pt x="204" y="187"/>
                  </a:lnTo>
                  <a:lnTo>
                    <a:pt x="204" y="187"/>
                  </a:lnTo>
                  <a:lnTo>
                    <a:pt x="204" y="187"/>
                  </a:lnTo>
                  <a:lnTo>
                    <a:pt x="206" y="187"/>
                  </a:lnTo>
                  <a:lnTo>
                    <a:pt x="206" y="187"/>
                  </a:lnTo>
                  <a:lnTo>
                    <a:pt x="206" y="190"/>
                  </a:lnTo>
                  <a:lnTo>
                    <a:pt x="206" y="190"/>
                  </a:lnTo>
                  <a:lnTo>
                    <a:pt x="206" y="192"/>
                  </a:lnTo>
                  <a:lnTo>
                    <a:pt x="206" y="192"/>
                  </a:lnTo>
                  <a:lnTo>
                    <a:pt x="206" y="192"/>
                  </a:lnTo>
                  <a:lnTo>
                    <a:pt x="206" y="194"/>
                  </a:lnTo>
                  <a:lnTo>
                    <a:pt x="209" y="194"/>
                  </a:lnTo>
                  <a:lnTo>
                    <a:pt x="209" y="194"/>
                  </a:lnTo>
                  <a:lnTo>
                    <a:pt x="209" y="194"/>
                  </a:lnTo>
                  <a:lnTo>
                    <a:pt x="211" y="194"/>
                  </a:lnTo>
                  <a:lnTo>
                    <a:pt x="211" y="194"/>
                  </a:lnTo>
                  <a:lnTo>
                    <a:pt x="211" y="194"/>
                  </a:lnTo>
                  <a:lnTo>
                    <a:pt x="211" y="194"/>
                  </a:lnTo>
                  <a:lnTo>
                    <a:pt x="211" y="197"/>
                  </a:lnTo>
                  <a:lnTo>
                    <a:pt x="211" y="197"/>
                  </a:lnTo>
                  <a:lnTo>
                    <a:pt x="211" y="197"/>
                  </a:lnTo>
                  <a:lnTo>
                    <a:pt x="211" y="199"/>
                  </a:lnTo>
                  <a:lnTo>
                    <a:pt x="211" y="199"/>
                  </a:lnTo>
                  <a:lnTo>
                    <a:pt x="211" y="199"/>
                  </a:lnTo>
                  <a:lnTo>
                    <a:pt x="211" y="201"/>
                  </a:lnTo>
                  <a:lnTo>
                    <a:pt x="211" y="201"/>
                  </a:lnTo>
                  <a:lnTo>
                    <a:pt x="213" y="201"/>
                  </a:lnTo>
                  <a:lnTo>
                    <a:pt x="213" y="201"/>
                  </a:lnTo>
                  <a:lnTo>
                    <a:pt x="213" y="204"/>
                  </a:lnTo>
                  <a:lnTo>
                    <a:pt x="213" y="204"/>
                  </a:lnTo>
                  <a:lnTo>
                    <a:pt x="216" y="204"/>
                  </a:lnTo>
                  <a:lnTo>
                    <a:pt x="216" y="204"/>
                  </a:lnTo>
                  <a:lnTo>
                    <a:pt x="216" y="204"/>
                  </a:lnTo>
                  <a:lnTo>
                    <a:pt x="218" y="204"/>
                  </a:lnTo>
                  <a:lnTo>
                    <a:pt x="218" y="204"/>
                  </a:lnTo>
                  <a:lnTo>
                    <a:pt x="220" y="204"/>
                  </a:lnTo>
                  <a:lnTo>
                    <a:pt x="220" y="204"/>
                  </a:lnTo>
                  <a:lnTo>
                    <a:pt x="220" y="204"/>
                  </a:lnTo>
                  <a:lnTo>
                    <a:pt x="220" y="204"/>
                  </a:lnTo>
                  <a:lnTo>
                    <a:pt x="223" y="204"/>
                  </a:lnTo>
                  <a:lnTo>
                    <a:pt x="223" y="204"/>
                  </a:lnTo>
                  <a:lnTo>
                    <a:pt x="223" y="204"/>
                  </a:lnTo>
                  <a:lnTo>
                    <a:pt x="225" y="204"/>
                  </a:lnTo>
                  <a:lnTo>
                    <a:pt x="225" y="204"/>
                  </a:lnTo>
                  <a:lnTo>
                    <a:pt x="227" y="204"/>
                  </a:lnTo>
                  <a:lnTo>
                    <a:pt x="227" y="204"/>
                  </a:lnTo>
                  <a:lnTo>
                    <a:pt x="227" y="204"/>
                  </a:lnTo>
                  <a:lnTo>
                    <a:pt x="227" y="206"/>
                  </a:lnTo>
                  <a:lnTo>
                    <a:pt x="227" y="206"/>
                  </a:lnTo>
                  <a:lnTo>
                    <a:pt x="227" y="206"/>
                  </a:lnTo>
                  <a:lnTo>
                    <a:pt x="227" y="206"/>
                  </a:lnTo>
                  <a:lnTo>
                    <a:pt x="227" y="209"/>
                  </a:lnTo>
                  <a:lnTo>
                    <a:pt x="227" y="209"/>
                  </a:lnTo>
                  <a:lnTo>
                    <a:pt x="227" y="211"/>
                  </a:lnTo>
                  <a:lnTo>
                    <a:pt x="227" y="211"/>
                  </a:lnTo>
                  <a:lnTo>
                    <a:pt x="227" y="211"/>
                  </a:lnTo>
                  <a:lnTo>
                    <a:pt x="230" y="211"/>
                  </a:lnTo>
                  <a:lnTo>
                    <a:pt x="230" y="211"/>
                  </a:lnTo>
                  <a:lnTo>
                    <a:pt x="230" y="211"/>
                  </a:lnTo>
                  <a:lnTo>
                    <a:pt x="230" y="213"/>
                  </a:lnTo>
                  <a:lnTo>
                    <a:pt x="230" y="213"/>
                  </a:lnTo>
                  <a:lnTo>
                    <a:pt x="230" y="216"/>
                  </a:lnTo>
                  <a:lnTo>
                    <a:pt x="230" y="216"/>
                  </a:lnTo>
                  <a:lnTo>
                    <a:pt x="230" y="216"/>
                  </a:lnTo>
                  <a:lnTo>
                    <a:pt x="232" y="216"/>
                  </a:lnTo>
                  <a:lnTo>
                    <a:pt x="232" y="218"/>
                  </a:lnTo>
                  <a:lnTo>
                    <a:pt x="232" y="218"/>
                  </a:lnTo>
                  <a:lnTo>
                    <a:pt x="235" y="218"/>
                  </a:lnTo>
                  <a:lnTo>
                    <a:pt x="235" y="218"/>
                  </a:lnTo>
                  <a:lnTo>
                    <a:pt x="235" y="218"/>
                  </a:lnTo>
                  <a:lnTo>
                    <a:pt x="235" y="218"/>
                  </a:lnTo>
                  <a:lnTo>
                    <a:pt x="237" y="218"/>
                  </a:lnTo>
                  <a:lnTo>
                    <a:pt x="237" y="218"/>
                  </a:lnTo>
                  <a:lnTo>
                    <a:pt x="237" y="220"/>
                  </a:lnTo>
                  <a:lnTo>
                    <a:pt x="237" y="220"/>
                  </a:lnTo>
                  <a:lnTo>
                    <a:pt x="237" y="223"/>
                  </a:lnTo>
                  <a:lnTo>
                    <a:pt x="237" y="223"/>
                  </a:lnTo>
                  <a:lnTo>
                    <a:pt x="237" y="225"/>
                  </a:lnTo>
                  <a:lnTo>
                    <a:pt x="237" y="225"/>
                  </a:lnTo>
                  <a:lnTo>
                    <a:pt x="237" y="225"/>
                  </a:lnTo>
                  <a:lnTo>
                    <a:pt x="237" y="225"/>
                  </a:lnTo>
                  <a:lnTo>
                    <a:pt x="237" y="225"/>
                  </a:lnTo>
                  <a:lnTo>
                    <a:pt x="237" y="227"/>
                  </a:lnTo>
                  <a:lnTo>
                    <a:pt x="237" y="227"/>
                  </a:lnTo>
                  <a:lnTo>
                    <a:pt x="237" y="227"/>
                  </a:lnTo>
                  <a:lnTo>
                    <a:pt x="235" y="227"/>
                  </a:lnTo>
                  <a:lnTo>
                    <a:pt x="235" y="227"/>
                  </a:lnTo>
                  <a:lnTo>
                    <a:pt x="235" y="230"/>
                  </a:lnTo>
                  <a:lnTo>
                    <a:pt x="235" y="230"/>
                  </a:lnTo>
                  <a:lnTo>
                    <a:pt x="235" y="230"/>
                  </a:lnTo>
                  <a:lnTo>
                    <a:pt x="235" y="232"/>
                  </a:lnTo>
                  <a:lnTo>
                    <a:pt x="232" y="232"/>
                  </a:lnTo>
                  <a:lnTo>
                    <a:pt x="232" y="232"/>
                  </a:lnTo>
                  <a:lnTo>
                    <a:pt x="232" y="235"/>
                  </a:lnTo>
                  <a:lnTo>
                    <a:pt x="232" y="235"/>
                  </a:lnTo>
                  <a:lnTo>
                    <a:pt x="232" y="235"/>
                  </a:lnTo>
                  <a:lnTo>
                    <a:pt x="232" y="237"/>
                  </a:lnTo>
                  <a:lnTo>
                    <a:pt x="232" y="237"/>
                  </a:lnTo>
                  <a:lnTo>
                    <a:pt x="232" y="237"/>
                  </a:lnTo>
                  <a:lnTo>
                    <a:pt x="232" y="237"/>
                  </a:lnTo>
                  <a:lnTo>
                    <a:pt x="232" y="239"/>
                  </a:lnTo>
                  <a:lnTo>
                    <a:pt x="235" y="239"/>
                  </a:lnTo>
                  <a:lnTo>
                    <a:pt x="235" y="239"/>
                  </a:lnTo>
                  <a:lnTo>
                    <a:pt x="235" y="239"/>
                  </a:lnTo>
                  <a:lnTo>
                    <a:pt x="235" y="239"/>
                  </a:lnTo>
                  <a:lnTo>
                    <a:pt x="235" y="242"/>
                  </a:lnTo>
                  <a:lnTo>
                    <a:pt x="235" y="242"/>
                  </a:lnTo>
                  <a:lnTo>
                    <a:pt x="235" y="242"/>
                  </a:lnTo>
                  <a:lnTo>
                    <a:pt x="235" y="244"/>
                  </a:lnTo>
                  <a:lnTo>
                    <a:pt x="235" y="244"/>
                  </a:lnTo>
                  <a:lnTo>
                    <a:pt x="235" y="244"/>
                  </a:lnTo>
                  <a:lnTo>
                    <a:pt x="235" y="246"/>
                  </a:lnTo>
                  <a:lnTo>
                    <a:pt x="232" y="246"/>
                  </a:lnTo>
                  <a:lnTo>
                    <a:pt x="232" y="246"/>
                  </a:lnTo>
                  <a:lnTo>
                    <a:pt x="232" y="246"/>
                  </a:lnTo>
                  <a:lnTo>
                    <a:pt x="232" y="249"/>
                  </a:lnTo>
                  <a:lnTo>
                    <a:pt x="232" y="249"/>
                  </a:lnTo>
                  <a:lnTo>
                    <a:pt x="232" y="249"/>
                  </a:lnTo>
                  <a:lnTo>
                    <a:pt x="232" y="251"/>
                  </a:lnTo>
                  <a:lnTo>
                    <a:pt x="232" y="251"/>
                  </a:lnTo>
                  <a:lnTo>
                    <a:pt x="232" y="254"/>
                  </a:lnTo>
                  <a:lnTo>
                    <a:pt x="232" y="254"/>
                  </a:lnTo>
                  <a:lnTo>
                    <a:pt x="232" y="254"/>
                  </a:lnTo>
                  <a:lnTo>
                    <a:pt x="232" y="256"/>
                  </a:lnTo>
                  <a:lnTo>
                    <a:pt x="232" y="256"/>
                  </a:lnTo>
                  <a:lnTo>
                    <a:pt x="235" y="256"/>
                  </a:lnTo>
                  <a:lnTo>
                    <a:pt x="235" y="256"/>
                  </a:lnTo>
                  <a:lnTo>
                    <a:pt x="235" y="258"/>
                  </a:lnTo>
                  <a:lnTo>
                    <a:pt x="235" y="258"/>
                  </a:lnTo>
                  <a:lnTo>
                    <a:pt x="235" y="261"/>
                  </a:lnTo>
                  <a:lnTo>
                    <a:pt x="235" y="261"/>
                  </a:lnTo>
                  <a:lnTo>
                    <a:pt x="235" y="263"/>
                  </a:lnTo>
                  <a:lnTo>
                    <a:pt x="235" y="263"/>
                  </a:lnTo>
                  <a:lnTo>
                    <a:pt x="235" y="265"/>
                  </a:lnTo>
                  <a:lnTo>
                    <a:pt x="232" y="265"/>
                  </a:lnTo>
                  <a:lnTo>
                    <a:pt x="232" y="265"/>
                  </a:lnTo>
                  <a:lnTo>
                    <a:pt x="232" y="265"/>
                  </a:lnTo>
                  <a:lnTo>
                    <a:pt x="232" y="268"/>
                  </a:lnTo>
                  <a:lnTo>
                    <a:pt x="235" y="268"/>
                  </a:lnTo>
                  <a:lnTo>
                    <a:pt x="235" y="268"/>
                  </a:lnTo>
                  <a:lnTo>
                    <a:pt x="235" y="270"/>
                  </a:lnTo>
                  <a:lnTo>
                    <a:pt x="235" y="270"/>
                  </a:lnTo>
                  <a:lnTo>
                    <a:pt x="232" y="270"/>
                  </a:lnTo>
                  <a:lnTo>
                    <a:pt x="232" y="273"/>
                  </a:lnTo>
                  <a:lnTo>
                    <a:pt x="232" y="273"/>
                  </a:lnTo>
                  <a:lnTo>
                    <a:pt x="232" y="275"/>
                  </a:lnTo>
                  <a:lnTo>
                    <a:pt x="232" y="275"/>
                  </a:lnTo>
                  <a:lnTo>
                    <a:pt x="232" y="275"/>
                  </a:lnTo>
                  <a:lnTo>
                    <a:pt x="232" y="277"/>
                  </a:lnTo>
                  <a:lnTo>
                    <a:pt x="232" y="277"/>
                  </a:lnTo>
                  <a:lnTo>
                    <a:pt x="232" y="280"/>
                  </a:lnTo>
                  <a:lnTo>
                    <a:pt x="232" y="280"/>
                  </a:lnTo>
                  <a:lnTo>
                    <a:pt x="232" y="280"/>
                  </a:lnTo>
                  <a:lnTo>
                    <a:pt x="232" y="282"/>
                  </a:lnTo>
                  <a:lnTo>
                    <a:pt x="232" y="282"/>
                  </a:lnTo>
                  <a:lnTo>
                    <a:pt x="232" y="284"/>
                  </a:lnTo>
                  <a:lnTo>
                    <a:pt x="232" y="284"/>
                  </a:lnTo>
                  <a:lnTo>
                    <a:pt x="232" y="284"/>
                  </a:lnTo>
                  <a:lnTo>
                    <a:pt x="232" y="287"/>
                  </a:lnTo>
                  <a:lnTo>
                    <a:pt x="232" y="287"/>
                  </a:lnTo>
                  <a:lnTo>
                    <a:pt x="232" y="287"/>
                  </a:lnTo>
                  <a:lnTo>
                    <a:pt x="232" y="289"/>
                  </a:lnTo>
                  <a:lnTo>
                    <a:pt x="232" y="289"/>
                  </a:lnTo>
                  <a:lnTo>
                    <a:pt x="232" y="289"/>
                  </a:lnTo>
                  <a:lnTo>
                    <a:pt x="232" y="291"/>
                  </a:lnTo>
                  <a:lnTo>
                    <a:pt x="232" y="291"/>
                  </a:lnTo>
                  <a:lnTo>
                    <a:pt x="232" y="294"/>
                  </a:lnTo>
                  <a:lnTo>
                    <a:pt x="230" y="294"/>
                  </a:lnTo>
                  <a:lnTo>
                    <a:pt x="230" y="294"/>
                  </a:lnTo>
                  <a:lnTo>
                    <a:pt x="230" y="294"/>
                  </a:lnTo>
                  <a:lnTo>
                    <a:pt x="230" y="294"/>
                  </a:lnTo>
                  <a:lnTo>
                    <a:pt x="230" y="294"/>
                  </a:lnTo>
                  <a:lnTo>
                    <a:pt x="227" y="294"/>
                  </a:lnTo>
                  <a:lnTo>
                    <a:pt x="227" y="294"/>
                  </a:lnTo>
                  <a:lnTo>
                    <a:pt x="227" y="294"/>
                  </a:lnTo>
                  <a:lnTo>
                    <a:pt x="227" y="294"/>
                  </a:lnTo>
                  <a:lnTo>
                    <a:pt x="225" y="294"/>
                  </a:lnTo>
                  <a:lnTo>
                    <a:pt x="225" y="296"/>
                  </a:lnTo>
                  <a:lnTo>
                    <a:pt x="225" y="296"/>
                  </a:lnTo>
                  <a:lnTo>
                    <a:pt x="225" y="296"/>
                  </a:lnTo>
                  <a:lnTo>
                    <a:pt x="223" y="296"/>
                  </a:lnTo>
                  <a:lnTo>
                    <a:pt x="223" y="296"/>
                  </a:lnTo>
                  <a:lnTo>
                    <a:pt x="223" y="294"/>
                  </a:lnTo>
                  <a:lnTo>
                    <a:pt x="223" y="294"/>
                  </a:lnTo>
                  <a:lnTo>
                    <a:pt x="223" y="291"/>
                  </a:lnTo>
                  <a:lnTo>
                    <a:pt x="225" y="291"/>
                  </a:lnTo>
                  <a:lnTo>
                    <a:pt x="225" y="291"/>
                  </a:lnTo>
                  <a:lnTo>
                    <a:pt x="225" y="291"/>
                  </a:lnTo>
                  <a:lnTo>
                    <a:pt x="225" y="289"/>
                  </a:lnTo>
                  <a:lnTo>
                    <a:pt x="225" y="289"/>
                  </a:lnTo>
                  <a:lnTo>
                    <a:pt x="225" y="289"/>
                  </a:lnTo>
                  <a:lnTo>
                    <a:pt x="223" y="289"/>
                  </a:lnTo>
                  <a:lnTo>
                    <a:pt x="223" y="287"/>
                  </a:lnTo>
                  <a:lnTo>
                    <a:pt x="223" y="287"/>
                  </a:lnTo>
                  <a:lnTo>
                    <a:pt x="223" y="287"/>
                  </a:lnTo>
                  <a:lnTo>
                    <a:pt x="223" y="287"/>
                  </a:lnTo>
                  <a:lnTo>
                    <a:pt x="223" y="284"/>
                  </a:lnTo>
                  <a:lnTo>
                    <a:pt x="220" y="284"/>
                  </a:lnTo>
                  <a:lnTo>
                    <a:pt x="220" y="284"/>
                  </a:lnTo>
                  <a:lnTo>
                    <a:pt x="220" y="284"/>
                  </a:lnTo>
                  <a:lnTo>
                    <a:pt x="220" y="284"/>
                  </a:lnTo>
                  <a:lnTo>
                    <a:pt x="220" y="287"/>
                  </a:lnTo>
                  <a:lnTo>
                    <a:pt x="220" y="287"/>
                  </a:lnTo>
                  <a:lnTo>
                    <a:pt x="220" y="287"/>
                  </a:lnTo>
                  <a:lnTo>
                    <a:pt x="220" y="289"/>
                  </a:lnTo>
                  <a:lnTo>
                    <a:pt x="220" y="289"/>
                  </a:lnTo>
                  <a:lnTo>
                    <a:pt x="220" y="289"/>
                  </a:lnTo>
                  <a:lnTo>
                    <a:pt x="220" y="289"/>
                  </a:lnTo>
                  <a:lnTo>
                    <a:pt x="220" y="291"/>
                  </a:lnTo>
                  <a:lnTo>
                    <a:pt x="223" y="291"/>
                  </a:lnTo>
                  <a:lnTo>
                    <a:pt x="223" y="291"/>
                  </a:lnTo>
                  <a:lnTo>
                    <a:pt x="220" y="291"/>
                  </a:lnTo>
                  <a:lnTo>
                    <a:pt x="220" y="291"/>
                  </a:lnTo>
                  <a:lnTo>
                    <a:pt x="220" y="294"/>
                  </a:lnTo>
                  <a:lnTo>
                    <a:pt x="220" y="294"/>
                  </a:lnTo>
                  <a:lnTo>
                    <a:pt x="218" y="294"/>
                  </a:lnTo>
                  <a:lnTo>
                    <a:pt x="218" y="291"/>
                  </a:lnTo>
                  <a:lnTo>
                    <a:pt x="218" y="291"/>
                  </a:lnTo>
                  <a:lnTo>
                    <a:pt x="216" y="291"/>
                  </a:lnTo>
                  <a:lnTo>
                    <a:pt x="216" y="291"/>
                  </a:lnTo>
                  <a:lnTo>
                    <a:pt x="216" y="291"/>
                  </a:lnTo>
                  <a:lnTo>
                    <a:pt x="216" y="291"/>
                  </a:lnTo>
                  <a:lnTo>
                    <a:pt x="213" y="291"/>
                  </a:lnTo>
                  <a:lnTo>
                    <a:pt x="213" y="289"/>
                  </a:lnTo>
                  <a:lnTo>
                    <a:pt x="213" y="289"/>
                  </a:lnTo>
                  <a:lnTo>
                    <a:pt x="211" y="289"/>
                  </a:lnTo>
                  <a:lnTo>
                    <a:pt x="211" y="289"/>
                  </a:lnTo>
                  <a:lnTo>
                    <a:pt x="211" y="289"/>
                  </a:lnTo>
                  <a:lnTo>
                    <a:pt x="211" y="287"/>
                  </a:lnTo>
                  <a:lnTo>
                    <a:pt x="211" y="287"/>
                  </a:lnTo>
                  <a:lnTo>
                    <a:pt x="209" y="287"/>
                  </a:lnTo>
                  <a:lnTo>
                    <a:pt x="209" y="287"/>
                  </a:lnTo>
                  <a:lnTo>
                    <a:pt x="209" y="287"/>
                  </a:lnTo>
                  <a:lnTo>
                    <a:pt x="209" y="284"/>
                  </a:lnTo>
                  <a:lnTo>
                    <a:pt x="209" y="284"/>
                  </a:lnTo>
                  <a:lnTo>
                    <a:pt x="209" y="284"/>
                  </a:lnTo>
                  <a:lnTo>
                    <a:pt x="206" y="284"/>
                  </a:lnTo>
                  <a:lnTo>
                    <a:pt x="206" y="284"/>
                  </a:lnTo>
                  <a:lnTo>
                    <a:pt x="204" y="284"/>
                  </a:lnTo>
                  <a:lnTo>
                    <a:pt x="204" y="284"/>
                  </a:lnTo>
                  <a:lnTo>
                    <a:pt x="206" y="284"/>
                  </a:lnTo>
                  <a:lnTo>
                    <a:pt x="206" y="287"/>
                  </a:lnTo>
                  <a:lnTo>
                    <a:pt x="206" y="287"/>
                  </a:lnTo>
                  <a:lnTo>
                    <a:pt x="206" y="287"/>
                  </a:lnTo>
                  <a:lnTo>
                    <a:pt x="206" y="289"/>
                  </a:lnTo>
                  <a:lnTo>
                    <a:pt x="206" y="289"/>
                  </a:lnTo>
                  <a:lnTo>
                    <a:pt x="209" y="289"/>
                  </a:lnTo>
                  <a:lnTo>
                    <a:pt x="209" y="291"/>
                  </a:lnTo>
                  <a:lnTo>
                    <a:pt x="209" y="291"/>
                  </a:lnTo>
                  <a:lnTo>
                    <a:pt x="209" y="289"/>
                  </a:lnTo>
                  <a:lnTo>
                    <a:pt x="209" y="289"/>
                  </a:lnTo>
                  <a:lnTo>
                    <a:pt x="211" y="289"/>
                  </a:lnTo>
                  <a:lnTo>
                    <a:pt x="211" y="289"/>
                  </a:lnTo>
                  <a:lnTo>
                    <a:pt x="211" y="291"/>
                  </a:lnTo>
                  <a:lnTo>
                    <a:pt x="211" y="291"/>
                  </a:lnTo>
                  <a:lnTo>
                    <a:pt x="211" y="294"/>
                  </a:lnTo>
                  <a:lnTo>
                    <a:pt x="211" y="294"/>
                  </a:lnTo>
                  <a:lnTo>
                    <a:pt x="211" y="291"/>
                  </a:lnTo>
                  <a:lnTo>
                    <a:pt x="209" y="291"/>
                  </a:lnTo>
                  <a:lnTo>
                    <a:pt x="209" y="291"/>
                  </a:lnTo>
                  <a:lnTo>
                    <a:pt x="209" y="294"/>
                  </a:lnTo>
                  <a:lnTo>
                    <a:pt x="209" y="294"/>
                  </a:lnTo>
                  <a:lnTo>
                    <a:pt x="209" y="296"/>
                  </a:lnTo>
                  <a:lnTo>
                    <a:pt x="209" y="296"/>
                  </a:lnTo>
                  <a:lnTo>
                    <a:pt x="206" y="296"/>
                  </a:lnTo>
                  <a:lnTo>
                    <a:pt x="206" y="296"/>
                  </a:lnTo>
                  <a:lnTo>
                    <a:pt x="204" y="296"/>
                  </a:lnTo>
                  <a:lnTo>
                    <a:pt x="204" y="296"/>
                  </a:lnTo>
                  <a:lnTo>
                    <a:pt x="204" y="294"/>
                  </a:lnTo>
                  <a:lnTo>
                    <a:pt x="204" y="294"/>
                  </a:lnTo>
                  <a:lnTo>
                    <a:pt x="204" y="294"/>
                  </a:lnTo>
                  <a:lnTo>
                    <a:pt x="204" y="291"/>
                  </a:lnTo>
                  <a:lnTo>
                    <a:pt x="201" y="291"/>
                  </a:lnTo>
                  <a:lnTo>
                    <a:pt x="201" y="291"/>
                  </a:lnTo>
                  <a:lnTo>
                    <a:pt x="201" y="291"/>
                  </a:lnTo>
                  <a:lnTo>
                    <a:pt x="201" y="289"/>
                  </a:lnTo>
                  <a:lnTo>
                    <a:pt x="201" y="289"/>
                  </a:lnTo>
                  <a:lnTo>
                    <a:pt x="201" y="289"/>
                  </a:lnTo>
                  <a:lnTo>
                    <a:pt x="199" y="289"/>
                  </a:lnTo>
                  <a:lnTo>
                    <a:pt x="199" y="287"/>
                  </a:lnTo>
                  <a:lnTo>
                    <a:pt x="199" y="287"/>
                  </a:lnTo>
                  <a:lnTo>
                    <a:pt x="199" y="287"/>
                  </a:lnTo>
                  <a:lnTo>
                    <a:pt x="199" y="284"/>
                  </a:lnTo>
                  <a:lnTo>
                    <a:pt x="197" y="284"/>
                  </a:lnTo>
                  <a:lnTo>
                    <a:pt x="197" y="284"/>
                  </a:lnTo>
                  <a:lnTo>
                    <a:pt x="197" y="284"/>
                  </a:lnTo>
                  <a:lnTo>
                    <a:pt x="197" y="284"/>
                  </a:lnTo>
                  <a:lnTo>
                    <a:pt x="197" y="284"/>
                  </a:lnTo>
                  <a:lnTo>
                    <a:pt x="194" y="284"/>
                  </a:lnTo>
                  <a:lnTo>
                    <a:pt x="194" y="284"/>
                  </a:lnTo>
                  <a:lnTo>
                    <a:pt x="194" y="282"/>
                  </a:lnTo>
                  <a:lnTo>
                    <a:pt x="194" y="282"/>
                  </a:lnTo>
                  <a:lnTo>
                    <a:pt x="194" y="282"/>
                  </a:lnTo>
                  <a:lnTo>
                    <a:pt x="194" y="280"/>
                  </a:lnTo>
                  <a:lnTo>
                    <a:pt x="192" y="280"/>
                  </a:lnTo>
                  <a:lnTo>
                    <a:pt x="192" y="280"/>
                  </a:lnTo>
                  <a:lnTo>
                    <a:pt x="192" y="280"/>
                  </a:lnTo>
                  <a:lnTo>
                    <a:pt x="192" y="277"/>
                  </a:lnTo>
                  <a:lnTo>
                    <a:pt x="192" y="277"/>
                  </a:lnTo>
                  <a:lnTo>
                    <a:pt x="190" y="277"/>
                  </a:lnTo>
                  <a:lnTo>
                    <a:pt x="190" y="277"/>
                  </a:lnTo>
                  <a:lnTo>
                    <a:pt x="190" y="275"/>
                  </a:lnTo>
                  <a:lnTo>
                    <a:pt x="190" y="275"/>
                  </a:lnTo>
                  <a:lnTo>
                    <a:pt x="190" y="275"/>
                  </a:lnTo>
                  <a:lnTo>
                    <a:pt x="190" y="275"/>
                  </a:lnTo>
                  <a:lnTo>
                    <a:pt x="187" y="275"/>
                  </a:lnTo>
                  <a:lnTo>
                    <a:pt x="187" y="275"/>
                  </a:lnTo>
                  <a:lnTo>
                    <a:pt x="187" y="273"/>
                  </a:lnTo>
                  <a:lnTo>
                    <a:pt x="187" y="273"/>
                  </a:lnTo>
                  <a:lnTo>
                    <a:pt x="187" y="273"/>
                  </a:lnTo>
                  <a:lnTo>
                    <a:pt x="187" y="270"/>
                  </a:lnTo>
                  <a:lnTo>
                    <a:pt x="185" y="270"/>
                  </a:lnTo>
                  <a:lnTo>
                    <a:pt x="185" y="270"/>
                  </a:lnTo>
                  <a:lnTo>
                    <a:pt x="185" y="270"/>
                  </a:lnTo>
                  <a:lnTo>
                    <a:pt x="183" y="270"/>
                  </a:lnTo>
                  <a:lnTo>
                    <a:pt x="183" y="270"/>
                  </a:lnTo>
                  <a:lnTo>
                    <a:pt x="183" y="268"/>
                  </a:lnTo>
                  <a:lnTo>
                    <a:pt x="183" y="268"/>
                  </a:lnTo>
                  <a:lnTo>
                    <a:pt x="180" y="268"/>
                  </a:lnTo>
                  <a:lnTo>
                    <a:pt x="180" y="268"/>
                  </a:lnTo>
                  <a:lnTo>
                    <a:pt x="180" y="268"/>
                  </a:lnTo>
                  <a:lnTo>
                    <a:pt x="178" y="268"/>
                  </a:lnTo>
                  <a:lnTo>
                    <a:pt x="178" y="265"/>
                  </a:lnTo>
                  <a:lnTo>
                    <a:pt x="178" y="265"/>
                  </a:lnTo>
                  <a:lnTo>
                    <a:pt x="178" y="265"/>
                  </a:lnTo>
                  <a:lnTo>
                    <a:pt x="178" y="265"/>
                  </a:lnTo>
                  <a:lnTo>
                    <a:pt x="178" y="265"/>
                  </a:lnTo>
                  <a:lnTo>
                    <a:pt x="175" y="265"/>
                  </a:lnTo>
                  <a:lnTo>
                    <a:pt x="175" y="263"/>
                  </a:lnTo>
                  <a:lnTo>
                    <a:pt x="175" y="263"/>
                  </a:lnTo>
                  <a:lnTo>
                    <a:pt x="175" y="263"/>
                  </a:lnTo>
                  <a:lnTo>
                    <a:pt x="175" y="263"/>
                  </a:lnTo>
                  <a:lnTo>
                    <a:pt x="175" y="261"/>
                  </a:lnTo>
                  <a:lnTo>
                    <a:pt x="173" y="261"/>
                  </a:lnTo>
                  <a:lnTo>
                    <a:pt x="173" y="261"/>
                  </a:lnTo>
                  <a:lnTo>
                    <a:pt x="173" y="261"/>
                  </a:lnTo>
                  <a:lnTo>
                    <a:pt x="171" y="261"/>
                  </a:lnTo>
                  <a:lnTo>
                    <a:pt x="171" y="258"/>
                  </a:lnTo>
                  <a:lnTo>
                    <a:pt x="171" y="258"/>
                  </a:lnTo>
                  <a:lnTo>
                    <a:pt x="171" y="258"/>
                  </a:lnTo>
                  <a:lnTo>
                    <a:pt x="168" y="258"/>
                  </a:lnTo>
                  <a:lnTo>
                    <a:pt x="168" y="258"/>
                  </a:lnTo>
                  <a:lnTo>
                    <a:pt x="168" y="258"/>
                  </a:lnTo>
                  <a:lnTo>
                    <a:pt x="168" y="256"/>
                  </a:lnTo>
                  <a:lnTo>
                    <a:pt x="168" y="256"/>
                  </a:lnTo>
                  <a:lnTo>
                    <a:pt x="168" y="256"/>
                  </a:lnTo>
                  <a:lnTo>
                    <a:pt x="166" y="256"/>
                  </a:lnTo>
                  <a:lnTo>
                    <a:pt x="166" y="256"/>
                  </a:lnTo>
                  <a:lnTo>
                    <a:pt x="166" y="256"/>
                  </a:lnTo>
                  <a:lnTo>
                    <a:pt x="166" y="254"/>
                  </a:lnTo>
                  <a:lnTo>
                    <a:pt x="164" y="254"/>
                  </a:lnTo>
                  <a:lnTo>
                    <a:pt x="164" y="254"/>
                  </a:lnTo>
                  <a:lnTo>
                    <a:pt x="164" y="254"/>
                  </a:lnTo>
                  <a:lnTo>
                    <a:pt x="164" y="254"/>
                  </a:lnTo>
                  <a:lnTo>
                    <a:pt x="164" y="251"/>
                  </a:lnTo>
                  <a:lnTo>
                    <a:pt x="161" y="251"/>
                  </a:lnTo>
                  <a:lnTo>
                    <a:pt x="161" y="251"/>
                  </a:lnTo>
                  <a:lnTo>
                    <a:pt x="161" y="251"/>
                  </a:lnTo>
                  <a:lnTo>
                    <a:pt x="161" y="249"/>
                  </a:lnTo>
                  <a:lnTo>
                    <a:pt x="161" y="249"/>
                  </a:lnTo>
                  <a:lnTo>
                    <a:pt x="159" y="249"/>
                  </a:lnTo>
                  <a:lnTo>
                    <a:pt x="159" y="249"/>
                  </a:lnTo>
                  <a:lnTo>
                    <a:pt x="159" y="249"/>
                  </a:lnTo>
                  <a:lnTo>
                    <a:pt x="159" y="246"/>
                  </a:lnTo>
                  <a:lnTo>
                    <a:pt x="156" y="246"/>
                  </a:lnTo>
                  <a:lnTo>
                    <a:pt x="156" y="246"/>
                  </a:lnTo>
                  <a:lnTo>
                    <a:pt x="156" y="246"/>
                  </a:lnTo>
                  <a:lnTo>
                    <a:pt x="156" y="246"/>
                  </a:lnTo>
                  <a:lnTo>
                    <a:pt x="156" y="246"/>
                  </a:lnTo>
                  <a:lnTo>
                    <a:pt x="154" y="246"/>
                  </a:lnTo>
                  <a:lnTo>
                    <a:pt x="154" y="244"/>
                  </a:lnTo>
                  <a:lnTo>
                    <a:pt x="154" y="244"/>
                  </a:lnTo>
                  <a:lnTo>
                    <a:pt x="154" y="242"/>
                  </a:lnTo>
                  <a:lnTo>
                    <a:pt x="154" y="242"/>
                  </a:lnTo>
                  <a:lnTo>
                    <a:pt x="154" y="242"/>
                  </a:lnTo>
                  <a:lnTo>
                    <a:pt x="154" y="239"/>
                  </a:lnTo>
                  <a:lnTo>
                    <a:pt x="154" y="239"/>
                  </a:lnTo>
                  <a:lnTo>
                    <a:pt x="154" y="237"/>
                  </a:lnTo>
                  <a:lnTo>
                    <a:pt x="154" y="237"/>
                  </a:lnTo>
                  <a:lnTo>
                    <a:pt x="154" y="237"/>
                  </a:lnTo>
                  <a:lnTo>
                    <a:pt x="154" y="237"/>
                  </a:lnTo>
                  <a:lnTo>
                    <a:pt x="152" y="237"/>
                  </a:lnTo>
                  <a:lnTo>
                    <a:pt x="152" y="235"/>
                  </a:lnTo>
                  <a:lnTo>
                    <a:pt x="152" y="235"/>
                  </a:lnTo>
                  <a:lnTo>
                    <a:pt x="149" y="235"/>
                  </a:lnTo>
                  <a:lnTo>
                    <a:pt x="149" y="235"/>
                  </a:lnTo>
                  <a:lnTo>
                    <a:pt x="149" y="235"/>
                  </a:lnTo>
                  <a:lnTo>
                    <a:pt x="149" y="235"/>
                  </a:lnTo>
                  <a:lnTo>
                    <a:pt x="149" y="232"/>
                  </a:lnTo>
                  <a:lnTo>
                    <a:pt x="147" y="232"/>
                  </a:lnTo>
                  <a:lnTo>
                    <a:pt x="147" y="232"/>
                  </a:lnTo>
                  <a:lnTo>
                    <a:pt x="147" y="232"/>
                  </a:lnTo>
                  <a:lnTo>
                    <a:pt x="147" y="230"/>
                  </a:lnTo>
                  <a:lnTo>
                    <a:pt x="147" y="230"/>
                  </a:lnTo>
                  <a:lnTo>
                    <a:pt x="145" y="230"/>
                  </a:lnTo>
                  <a:lnTo>
                    <a:pt x="145" y="230"/>
                  </a:lnTo>
                  <a:lnTo>
                    <a:pt x="145" y="230"/>
                  </a:lnTo>
                  <a:lnTo>
                    <a:pt x="145" y="227"/>
                  </a:lnTo>
                  <a:lnTo>
                    <a:pt x="142" y="227"/>
                  </a:lnTo>
                  <a:lnTo>
                    <a:pt x="142" y="227"/>
                  </a:lnTo>
                  <a:lnTo>
                    <a:pt x="142" y="227"/>
                  </a:lnTo>
                  <a:lnTo>
                    <a:pt x="142" y="227"/>
                  </a:lnTo>
                  <a:lnTo>
                    <a:pt x="142" y="225"/>
                  </a:lnTo>
                  <a:lnTo>
                    <a:pt x="140" y="225"/>
                  </a:lnTo>
                  <a:lnTo>
                    <a:pt x="140" y="225"/>
                  </a:lnTo>
                  <a:lnTo>
                    <a:pt x="140" y="225"/>
                  </a:lnTo>
                  <a:lnTo>
                    <a:pt x="140" y="225"/>
                  </a:lnTo>
                  <a:lnTo>
                    <a:pt x="138" y="225"/>
                  </a:lnTo>
                  <a:lnTo>
                    <a:pt x="138" y="223"/>
                  </a:lnTo>
                  <a:lnTo>
                    <a:pt x="138" y="223"/>
                  </a:lnTo>
                  <a:lnTo>
                    <a:pt x="138" y="223"/>
                  </a:lnTo>
                  <a:lnTo>
                    <a:pt x="138" y="220"/>
                  </a:lnTo>
                  <a:lnTo>
                    <a:pt x="138" y="220"/>
                  </a:lnTo>
                  <a:lnTo>
                    <a:pt x="138" y="220"/>
                  </a:lnTo>
                  <a:lnTo>
                    <a:pt x="138" y="218"/>
                  </a:lnTo>
                  <a:lnTo>
                    <a:pt x="135" y="218"/>
                  </a:lnTo>
                  <a:lnTo>
                    <a:pt x="135" y="218"/>
                  </a:lnTo>
                  <a:lnTo>
                    <a:pt x="135" y="216"/>
                  </a:lnTo>
                  <a:lnTo>
                    <a:pt x="135" y="216"/>
                  </a:lnTo>
                  <a:lnTo>
                    <a:pt x="135" y="216"/>
                  </a:lnTo>
                  <a:lnTo>
                    <a:pt x="135" y="216"/>
                  </a:lnTo>
                  <a:lnTo>
                    <a:pt x="135" y="216"/>
                  </a:lnTo>
                  <a:lnTo>
                    <a:pt x="135" y="213"/>
                  </a:lnTo>
                  <a:lnTo>
                    <a:pt x="133" y="213"/>
                  </a:lnTo>
                  <a:lnTo>
                    <a:pt x="133" y="213"/>
                  </a:lnTo>
                  <a:lnTo>
                    <a:pt x="133" y="213"/>
                  </a:lnTo>
                  <a:lnTo>
                    <a:pt x="133" y="211"/>
                  </a:lnTo>
                  <a:lnTo>
                    <a:pt x="130" y="211"/>
                  </a:lnTo>
                  <a:lnTo>
                    <a:pt x="130" y="211"/>
                  </a:lnTo>
                  <a:lnTo>
                    <a:pt x="130" y="211"/>
                  </a:lnTo>
                  <a:lnTo>
                    <a:pt x="130" y="211"/>
                  </a:lnTo>
                  <a:lnTo>
                    <a:pt x="130" y="209"/>
                  </a:lnTo>
                  <a:lnTo>
                    <a:pt x="128" y="209"/>
                  </a:lnTo>
                  <a:lnTo>
                    <a:pt x="128" y="209"/>
                  </a:lnTo>
                  <a:lnTo>
                    <a:pt x="128" y="209"/>
                  </a:lnTo>
                  <a:lnTo>
                    <a:pt x="128" y="206"/>
                  </a:lnTo>
                  <a:lnTo>
                    <a:pt x="128" y="206"/>
                  </a:lnTo>
                  <a:lnTo>
                    <a:pt x="128" y="206"/>
                  </a:lnTo>
                  <a:lnTo>
                    <a:pt x="128" y="206"/>
                  </a:lnTo>
                  <a:lnTo>
                    <a:pt x="126" y="206"/>
                  </a:lnTo>
                  <a:lnTo>
                    <a:pt x="126" y="204"/>
                  </a:lnTo>
                  <a:lnTo>
                    <a:pt x="126" y="204"/>
                  </a:lnTo>
                  <a:lnTo>
                    <a:pt x="126" y="204"/>
                  </a:lnTo>
                  <a:lnTo>
                    <a:pt x="126" y="201"/>
                  </a:lnTo>
                  <a:lnTo>
                    <a:pt x="126" y="201"/>
                  </a:lnTo>
                  <a:lnTo>
                    <a:pt x="123" y="201"/>
                  </a:lnTo>
                  <a:lnTo>
                    <a:pt x="123" y="199"/>
                  </a:lnTo>
                  <a:lnTo>
                    <a:pt x="123" y="199"/>
                  </a:lnTo>
                  <a:lnTo>
                    <a:pt x="123" y="199"/>
                  </a:lnTo>
                  <a:lnTo>
                    <a:pt x="123" y="197"/>
                  </a:lnTo>
                  <a:lnTo>
                    <a:pt x="123" y="197"/>
                  </a:lnTo>
                  <a:lnTo>
                    <a:pt x="123" y="197"/>
                  </a:lnTo>
                  <a:lnTo>
                    <a:pt x="126" y="197"/>
                  </a:lnTo>
                  <a:lnTo>
                    <a:pt x="126" y="197"/>
                  </a:lnTo>
                  <a:lnTo>
                    <a:pt x="123" y="197"/>
                  </a:lnTo>
                  <a:lnTo>
                    <a:pt x="123" y="194"/>
                  </a:lnTo>
                  <a:lnTo>
                    <a:pt x="123" y="194"/>
                  </a:lnTo>
                  <a:lnTo>
                    <a:pt x="123" y="192"/>
                  </a:lnTo>
                  <a:lnTo>
                    <a:pt x="123" y="192"/>
                  </a:lnTo>
                  <a:lnTo>
                    <a:pt x="123" y="192"/>
                  </a:lnTo>
                  <a:lnTo>
                    <a:pt x="123" y="190"/>
                  </a:lnTo>
                  <a:lnTo>
                    <a:pt x="123" y="190"/>
                  </a:lnTo>
                  <a:lnTo>
                    <a:pt x="123" y="190"/>
                  </a:lnTo>
                  <a:lnTo>
                    <a:pt x="121" y="190"/>
                  </a:lnTo>
                  <a:lnTo>
                    <a:pt x="121" y="187"/>
                  </a:lnTo>
                  <a:lnTo>
                    <a:pt x="121" y="187"/>
                  </a:lnTo>
                  <a:lnTo>
                    <a:pt x="121" y="187"/>
                  </a:lnTo>
                  <a:lnTo>
                    <a:pt x="121" y="187"/>
                  </a:lnTo>
                  <a:lnTo>
                    <a:pt x="121" y="187"/>
                  </a:lnTo>
                  <a:lnTo>
                    <a:pt x="121" y="185"/>
                  </a:lnTo>
                  <a:lnTo>
                    <a:pt x="121" y="185"/>
                  </a:lnTo>
                  <a:lnTo>
                    <a:pt x="119" y="185"/>
                  </a:lnTo>
                  <a:lnTo>
                    <a:pt x="119" y="182"/>
                  </a:lnTo>
                  <a:lnTo>
                    <a:pt x="119" y="182"/>
                  </a:lnTo>
                  <a:lnTo>
                    <a:pt x="119" y="182"/>
                  </a:lnTo>
                  <a:lnTo>
                    <a:pt x="119" y="180"/>
                  </a:lnTo>
                  <a:lnTo>
                    <a:pt x="119" y="180"/>
                  </a:lnTo>
                  <a:lnTo>
                    <a:pt x="119" y="178"/>
                  </a:lnTo>
                  <a:lnTo>
                    <a:pt x="119" y="178"/>
                  </a:lnTo>
                  <a:lnTo>
                    <a:pt x="116" y="178"/>
                  </a:lnTo>
                  <a:lnTo>
                    <a:pt x="116" y="178"/>
                  </a:lnTo>
                  <a:lnTo>
                    <a:pt x="116" y="178"/>
                  </a:lnTo>
                  <a:lnTo>
                    <a:pt x="116" y="178"/>
                  </a:lnTo>
                  <a:lnTo>
                    <a:pt x="114" y="178"/>
                  </a:lnTo>
                  <a:lnTo>
                    <a:pt x="114" y="175"/>
                  </a:lnTo>
                  <a:lnTo>
                    <a:pt x="114" y="175"/>
                  </a:lnTo>
                  <a:lnTo>
                    <a:pt x="114" y="175"/>
                  </a:lnTo>
                  <a:lnTo>
                    <a:pt x="114" y="175"/>
                  </a:lnTo>
                  <a:lnTo>
                    <a:pt x="114" y="173"/>
                  </a:lnTo>
                  <a:lnTo>
                    <a:pt x="114" y="173"/>
                  </a:lnTo>
                  <a:lnTo>
                    <a:pt x="114" y="173"/>
                  </a:lnTo>
                  <a:lnTo>
                    <a:pt x="114" y="171"/>
                  </a:lnTo>
                  <a:lnTo>
                    <a:pt x="114" y="171"/>
                  </a:lnTo>
                  <a:lnTo>
                    <a:pt x="114" y="168"/>
                  </a:lnTo>
                  <a:lnTo>
                    <a:pt x="114" y="168"/>
                  </a:lnTo>
                  <a:lnTo>
                    <a:pt x="114" y="166"/>
                  </a:lnTo>
                  <a:lnTo>
                    <a:pt x="114" y="166"/>
                  </a:lnTo>
                  <a:lnTo>
                    <a:pt x="114" y="166"/>
                  </a:lnTo>
                  <a:lnTo>
                    <a:pt x="114" y="166"/>
                  </a:lnTo>
                  <a:lnTo>
                    <a:pt x="111" y="166"/>
                  </a:lnTo>
                  <a:lnTo>
                    <a:pt x="111" y="163"/>
                  </a:lnTo>
                  <a:lnTo>
                    <a:pt x="111" y="163"/>
                  </a:lnTo>
                  <a:lnTo>
                    <a:pt x="111" y="163"/>
                  </a:lnTo>
                  <a:lnTo>
                    <a:pt x="109" y="163"/>
                  </a:lnTo>
                  <a:lnTo>
                    <a:pt x="109" y="161"/>
                  </a:lnTo>
                  <a:lnTo>
                    <a:pt x="109" y="161"/>
                  </a:lnTo>
                  <a:lnTo>
                    <a:pt x="109" y="161"/>
                  </a:lnTo>
                  <a:lnTo>
                    <a:pt x="109" y="161"/>
                  </a:lnTo>
                  <a:lnTo>
                    <a:pt x="109" y="159"/>
                  </a:lnTo>
                  <a:lnTo>
                    <a:pt x="109" y="159"/>
                  </a:lnTo>
                  <a:lnTo>
                    <a:pt x="107" y="159"/>
                  </a:lnTo>
                  <a:lnTo>
                    <a:pt x="107" y="156"/>
                  </a:lnTo>
                  <a:lnTo>
                    <a:pt x="107" y="156"/>
                  </a:lnTo>
                  <a:lnTo>
                    <a:pt x="107" y="156"/>
                  </a:lnTo>
                  <a:lnTo>
                    <a:pt x="104" y="156"/>
                  </a:lnTo>
                  <a:lnTo>
                    <a:pt x="104" y="156"/>
                  </a:lnTo>
                  <a:lnTo>
                    <a:pt x="104" y="156"/>
                  </a:lnTo>
                  <a:lnTo>
                    <a:pt x="104" y="154"/>
                  </a:lnTo>
                  <a:lnTo>
                    <a:pt x="104" y="154"/>
                  </a:lnTo>
                  <a:lnTo>
                    <a:pt x="104" y="154"/>
                  </a:lnTo>
                  <a:lnTo>
                    <a:pt x="102" y="154"/>
                  </a:lnTo>
                  <a:lnTo>
                    <a:pt x="102" y="152"/>
                  </a:lnTo>
                  <a:lnTo>
                    <a:pt x="102" y="152"/>
                  </a:lnTo>
                  <a:lnTo>
                    <a:pt x="102" y="152"/>
                  </a:lnTo>
                  <a:lnTo>
                    <a:pt x="102" y="149"/>
                  </a:lnTo>
                  <a:lnTo>
                    <a:pt x="102" y="149"/>
                  </a:lnTo>
                  <a:lnTo>
                    <a:pt x="102" y="149"/>
                  </a:lnTo>
                  <a:lnTo>
                    <a:pt x="102" y="147"/>
                  </a:lnTo>
                  <a:lnTo>
                    <a:pt x="100" y="147"/>
                  </a:lnTo>
                  <a:lnTo>
                    <a:pt x="100" y="147"/>
                  </a:lnTo>
                  <a:lnTo>
                    <a:pt x="102" y="147"/>
                  </a:lnTo>
                  <a:lnTo>
                    <a:pt x="102" y="147"/>
                  </a:lnTo>
                  <a:lnTo>
                    <a:pt x="100" y="147"/>
                  </a:lnTo>
                  <a:lnTo>
                    <a:pt x="100" y="145"/>
                  </a:lnTo>
                  <a:lnTo>
                    <a:pt x="100" y="145"/>
                  </a:lnTo>
                  <a:lnTo>
                    <a:pt x="100" y="145"/>
                  </a:lnTo>
                  <a:lnTo>
                    <a:pt x="97" y="145"/>
                  </a:lnTo>
                  <a:lnTo>
                    <a:pt x="97" y="142"/>
                  </a:lnTo>
                  <a:lnTo>
                    <a:pt x="97" y="142"/>
                  </a:lnTo>
                  <a:lnTo>
                    <a:pt x="97" y="142"/>
                  </a:lnTo>
                  <a:lnTo>
                    <a:pt x="97" y="142"/>
                  </a:lnTo>
                  <a:lnTo>
                    <a:pt x="95" y="142"/>
                  </a:lnTo>
                  <a:lnTo>
                    <a:pt x="95" y="142"/>
                  </a:lnTo>
                  <a:lnTo>
                    <a:pt x="95" y="140"/>
                  </a:lnTo>
                  <a:lnTo>
                    <a:pt x="95" y="140"/>
                  </a:lnTo>
                  <a:lnTo>
                    <a:pt x="93" y="140"/>
                  </a:lnTo>
                  <a:lnTo>
                    <a:pt x="93" y="140"/>
                  </a:lnTo>
                  <a:lnTo>
                    <a:pt x="93" y="140"/>
                  </a:lnTo>
                  <a:lnTo>
                    <a:pt x="90" y="140"/>
                  </a:lnTo>
                  <a:lnTo>
                    <a:pt x="90" y="140"/>
                  </a:lnTo>
                  <a:lnTo>
                    <a:pt x="90" y="140"/>
                  </a:lnTo>
                  <a:lnTo>
                    <a:pt x="90" y="140"/>
                  </a:lnTo>
                  <a:lnTo>
                    <a:pt x="90" y="137"/>
                  </a:lnTo>
                  <a:lnTo>
                    <a:pt x="90" y="137"/>
                  </a:lnTo>
                  <a:lnTo>
                    <a:pt x="88" y="137"/>
                  </a:lnTo>
                  <a:lnTo>
                    <a:pt x="88" y="137"/>
                  </a:lnTo>
                  <a:lnTo>
                    <a:pt x="88" y="137"/>
                  </a:lnTo>
                  <a:lnTo>
                    <a:pt x="88" y="137"/>
                  </a:lnTo>
                  <a:lnTo>
                    <a:pt x="88" y="137"/>
                  </a:lnTo>
                  <a:lnTo>
                    <a:pt x="88" y="135"/>
                  </a:lnTo>
                  <a:lnTo>
                    <a:pt x="88" y="135"/>
                  </a:lnTo>
                  <a:lnTo>
                    <a:pt x="88" y="135"/>
                  </a:lnTo>
                  <a:lnTo>
                    <a:pt x="88" y="133"/>
                  </a:lnTo>
                  <a:lnTo>
                    <a:pt x="88" y="133"/>
                  </a:lnTo>
                  <a:lnTo>
                    <a:pt x="88" y="133"/>
                  </a:lnTo>
                  <a:lnTo>
                    <a:pt x="88" y="130"/>
                  </a:lnTo>
                  <a:lnTo>
                    <a:pt x="88" y="130"/>
                  </a:lnTo>
                  <a:lnTo>
                    <a:pt x="88" y="128"/>
                  </a:lnTo>
                  <a:lnTo>
                    <a:pt x="85" y="128"/>
                  </a:lnTo>
                  <a:lnTo>
                    <a:pt x="85" y="128"/>
                  </a:lnTo>
                  <a:lnTo>
                    <a:pt x="85" y="128"/>
                  </a:lnTo>
                  <a:lnTo>
                    <a:pt x="85" y="126"/>
                  </a:lnTo>
                  <a:lnTo>
                    <a:pt x="85" y="126"/>
                  </a:lnTo>
                  <a:lnTo>
                    <a:pt x="85" y="126"/>
                  </a:lnTo>
                  <a:lnTo>
                    <a:pt x="85" y="123"/>
                  </a:lnTo>
                  <a:lnTo>
                    <a:pt x="83" y="123"/>
                  </a:lnTo>
                  <a:lnTo>
                    <a:pt x="83" y="123"/>
                  </a:lnTo>
                  <a:lnTo>
                    <a:pt x="83" y="123"/>
                  </a:lnTo>
                  <a:lnTo>
                    <a:pt x="83" y="121"/>
                  </a:lnTo>
                  <a:lnTo>
                    <a:pt x="83" y="121"/>
                  </a:lnTo>
                  <a:lnTo>
                    <a:pt x="83" y="118"/>
                  </a:lnTo>
                  <a:lnTo>
                    <a:pt x="83" y="118"/>
                  </a:lnTo>
                  <a:lnTo>
                    <a:pt x="83" y="118"/>
                  </a:lnTo>
                  <a:lnTo>
                    <a:pt x="83" y="116"/>
                  </a:lnTo>
                  <a:lnTo>
                    <a:pt x="83" y="116"/>
                  </a:lnTo>
                  <a:lnTo>
                    <a:pt x="83" y="116"/>
                  </a:lnTo>
                  <a:lnTo>
                    <a:pt x="83" y="114"/>
                  </a:lnTo>
                  <a:lnTo>
                    <a:pt x="81" y="114"/>
                  </a:lnTo>
                  <a:lnTo>
                    <a:pt x="81" y="114"/>
                  </a:lnTo>
                  <a:lnTo>
                    <a:pt x="81" y="111"/>
                  </a:lnTo>
                  <a:lnTo>
                    <a:pt x="81" y="111"/>
                  </a:lnTo>
                  <a:lnTo>
                    <a:pt x="81" y="111"/>
                  </a:lnTo>
                  <a:lnTo>
                    <a:pt x="81" y="111"/>
                  </a:lnTo>
                  <a:lnTo>
                    <a:pt x="81" y="109"/>
                  </a:lnTo>
                  <a:lnTo>
                    <a:pt x="81" y="109"/>
                  </a:lnTo>
                  <a:lnTo>
                    <a:pt x="81" y="109"/>
                  </a:lnTo>
                  <a:lnTo>
                    <a:pt x="81" y="109"/>
                  </a:lnTo>
                  <a:lnTo>
                    <a:pt x="81" y="107"/>
                  </a:lnTo>
                  <a:lnTo>
                    <a:pt x="81" y="107"/>
                  </a:lnTo>
                  <a:lnTo>
                    <a:pt x="81" y="107"/>
                  </a:lnTo>
                  <a:lnTo>
                    <a:pt x="78" y="107"/>
                  </a:lnTo>
                  <a:lnTo>
                    <a:pt x="78" y="104"/>
                  </a:lnTo>
                  <a:lnTo>
                    <a:pt x="78" y="104"/>
                  </a:lnTo>
                  <a:lnTo>
                    <a:pt x="81" y="104"/>
                  </a:lnTo>
                  <a:lnTo>
                    <a:pt x="81" y="104"/>
                  </a:lnTo>
                  <a:lnTo>
                    <a:pt x="81" y="102"/>
                  </a:lnTo>
                  <a:lnTo>
                    <a:pt x="81" y="102"/>
                  </a:lnTo>
                  <a:lnTo>
                    <a:pt x="81" y="102"/>
                  </a:lnTo>
                  <a:lnTo>
                    <a:pt x="81" y="100"/>
                  </a:lnTo>
                  <a:lnTo>
                    <a:pt x="78" y="100"/>
                  </a:lnTo>
                  <a:lnTo>
                    <a:pt x="78" y="100"/>
                  </a:lnTo>
                  <a:lnTo>
                    <a:pt x="78" y="100"/>
                  </a:lnTo>
                  <a:lnTo>
                    <a:pt x="76" y="100"/>
                  </a:lnTo>
                  <a:lnTo>
                    <a:pt x="76" y="97"/>
                  </a:lnTo>
                  <a:lnTo>
                    <a:pt x="76" y="97"/>
                  </a:lnTo>
                  <a:lnTo>
                    <a:pt x="76" y="97"/>
                  </a:lnTo>
                  <a:lnTo>
                    <a:pt x="76" y="97"/>
                  </a:lnTo>
                  <a:lnTo>
                    <a:pt x="76" y="97"/>
                  </a:lnTo>
                  <a:lnTo>
                    <a:pt x="74" y="97"/>
                  </a:lnTo>
                  <a:lnTo>
                    <a:pt x="74" y="95"/>
                  </a:lnTo>
                  <a:lnTo>
                    <a:pt x="74" y="95"/>
                  </a:lnTo>
                  <a:lnTo>
                    <a:pt x="74" y="95"/>
                  </a:lnTo>
                  <a:lnTo>
                    <a:pt x="71" y="95"/>
                  </a:lnTo>
                  <a:lnTo>
                    <a:pt x="71" y="92"/>
                  </a:lnTo>
                  <a:lnTo>
                    <a:pt x="71" y="92"/>
                  </a:lnTo>
                  <a:lnTo>
                    <a:pt x="71" y="95"/>
                  </a:lnTo>
                  <a:lnTo>
                    <a:pt x="71" y="95"/>
                  </a:lnTo>
                  <a:lnTo>
                    <a:pt x="71" y="92"/>
                  </a:lnTo>
                  <a:lnTo>
                    <a:pt x="69" y="92"/>
                  </a:lnTo>
                  <a:lnTo>
                    <a:pt x="69" y="92"/>
                  </a:lnTo>
                  <a:lnTo>
                    <a:pt x="69" y="92"/>
                  </a:lnTo>
                  <a:lnTo>
                    <a:pt x="69" y="92"/>
                  </a:lnTo>
                  <a:lnTo>
                    <a:pt x="69" y="90"/>
                  </a:lnTo>
                  <a:lnTo>
                    <a:pt x="67" y="90"/>
                  </a:lnTo>
                  <a:lnTo>
                    <a:pt x="67" y="90"/>
                  </a:lnTo>
                  <a:lnTo>
                    <a:pt x="67" y="90"/>
                  </a:lnTo>
                  <a:lnTo>
                    <a:pt x="67" y="88"/>
                  </a:lnTo>
                  <a:lnTo>
                    <a:pt x="64" y="88"/>
                  </a:lnTo>
                  <a:lnTo>
                    <a:pt x="64" y="88"/>
                  </a:lnTo>
                  <a:lnTo>
                    <a:pt x="64" y="88"/>
                  </a:lnTo>
                  <a:lnTo>
                    <a:pt x="64" y="88"/>
                  </a:lnTo>
                  <a:lnTo>
                    <a:pt x="62" y="88"/>
                  </a:lnTo>
                  <a:lnTo>
                    <a:pt x="62" y="88"/>
                  </a:lnTo>
                  <a:lnTo>
                    <a:pt x="62" y="88"/>
                  </a:lnTo>
                  <a:lnTo>
                    <a:pt x="62" y="88"/>
                  </a:lnTo>
                  <a:lnTo>
                    <a:pt x="62" y="88"/>
                  </a:lnTo>
                  <a:lnTo>
                    <a:pt x="59" y="88"/>
                  </a:lnTo>
                  <a:lnTo>
                    <a:pt x="59" y="88"/>
                  </a:lnTo>
                  <a:lnTo>
                    <a:pt x="59" y="88"/>
                  </a:lnTo>
                  <a:lnTo>
                    <a:pt x="59" y="88"/>
                  </a:lnTo>
                  <a:lnTo>
                    <a:pt x="57" y="88"/>
                  </a:lnTo>
                  <a:lnTo>
                    <a:pt x="57" y="88"/>
                  </a:lnTo>
                  <a:lnTo>
                    <a:pt x="57" y="88"/>
                  </a:lnTo>
                  <a:lnTo>
                    <a:pt x="57" y="85"/>
                  </a:lnTo>
                  <a:lnTo>
                    <a:pt x="57" y="85"/>
                  </a:lnTo>
                  <a:lnTo>
                    <a:pt x="57" y="85"/>
                  </a:lnTo>
                  <a:lnTo>
                    <a:pt x="57" y="83"/>
                  </a:lnTo>
                  <a:lnTo>
                    <a:pt x="55" y="83"/>
                  </a:lnTo>
                  <a:lnTo>
                    <a:pt x="55" y="83"/>
                  </a:lnTo>
                  <a:lnTo>
                    <a:pt x="55" y="81"/>
                  </a:lnTo>
                  <a:lnTo>
                    <a:pt x="55" y="81"/>
                  </a:lnTo>
                  <a:lnTo>
                    <a:pt x="55" y="78"/>
                  </a:lnTo>
                  <a:lnTo>
                    <a:pt x="55" y="78"/>
                  </a:lnTo>
                  <a:lnTo>
                    <a:pt x="55" y="78"/>
                  </a:lnTo>
                  <a:lnTo>
                    <a:pt x="55" y="76"/>
                  </a:lnTo>
                  <a:lnTo>
                    <a:pt x="55" y="76"/>
                  </a:lnTo>
                  <a:lnTo>
                    <a:pt x="55" y="73"/>
                  </a:lnTo>
                  <a:lnTo>
                    <a:pt x="55" y="73"/>
                  </a:lnTo>
                  <a:lnTo>
                    <a:pt x="55" y="73"/>
                  </a:lnTo>
                  <a:lnTo>
                    <a:pt x="55" y="71"/>
                  </a:lnTo>
                  <a:lnTo>
                    <a:pt x="55" y="71"/>
                  </a:lnTo>
                  <a:lnTo>
                    <a:pt x="55" y="71"/>
                  </a:lnTo>
                  <a:lnTo>
                    <a:pt x="52" y="71"/>
                  </a:lnTo>
                  <a:lnTo>
                    <a:pt x="52" y="71"/>
                  </a:lnTo>
                  <a:lnTo>
                    <a:pt x="52" y="69"/>
                  </a:lnTo>
                  <a:lnTo>
                    <a:pt x="50" y="69"/>
                  </a:lnTo>
                  <a:lnTo>
                    <a:pt x="50" y="69"/>
                  </a:lnTo>
                  <a:lnTo>
                    <a:pt x="50" y="69"/>
                  </a:lnTo>
                  <a:lnTo>
                    <a:pt x="50" y="69"/>
                  </a:lnTo>
                  <a:lnTo>
                    <a:pt x="50" y="69"/>
                  </a:lnTo>
                  <a:lnTo>
                    <a:pt x="48" y="69"/>
                  </a:lnTo>
                  <a:lnTo>
                    <a:pt x="48" y="66"/>
                  </a:lnTo>
                  <a:lnTo>
                    <a:pt x="48" y="66"/>
                  </a:lnTo>
                  <a:lnTo>
                    <a:pt x="48" y="64"/>
                  </a:lnTo>
                  <a:lnTo>
                    <a:pt x="48" y="64"/>
                  </a:lnTo>
                  <a:lnTo>
                    <a:pt x="48" y="64"/>
                  </a:lnTo>
                  <a:lnTo>
                    <a:pt x="48" y="62"/>
                  </a:lnTo>
                  <a:lnTo>
                    <a:pt x="48" y="62"/>
                  </a:lnTo>
                  <a:lnTo>
                    <a:pt x="45" y="62"/>
                  </a:lnTo>
                  <a:lnTo>
                    <a:pt x="45" y="62"/>
                  </a:lnTo>
                  <a:lnTo>
                    <a:pt x="45" y="62"/>
                  </a:lnTo>
                  <a:lnTo>
                    <a:pt x="45" y="59"/>
                  </a:lnTo>
                  <a:lnTo>
                    <a:pt x="43" y="59"/>
                  </a:lnTo>
                  <a:lnTo>
                    <a:pt x="43" y="59"/>
                  </a:lnTo>
                  <a:lnTo>
                    <a:pt x="43" y="59"/>
                  </a:lnTo>
                  <a:lnTo>
                    <a:pt x="43" y="59"/>
                  </a:lnTo>
                  <a:lnTo>
                    <a:pt x="43" y="57"/>
                  </a:lnTo>
                  <a:lnTo>
                    <a:pt x="43" y="57"/>
                  </a:lnTo>
                  <a:lnTo>
                    <a:pt x="43" y="57"/>
                  </a:lnTo>
                  <a:lnTo>
                    <a:pt x="43" y="54"/>
                  </a:lnTo>
                  <a:lnTo>
                    <a:pt x="43" y="54"/>
                  </a:lnTo>
                  <a:lnTo>
                    <a:pt x="40" y="54"/>
                  </a:lnTo>
                  <a:lnTo>
                    <a:pt x="40" y="54"/>
                  </a:lnTo>
                  <a:lnTo>
                    <a:pt x="40" y="52"/>
                  </a:lnTo>
                  <a:lnTo>
                    <a:pt x="40" y="52"/>
                  </a:lnTo>
                  <a:lnTo>
                    <a:pt x="40" y="52"/>
                  </a:lnTo>
                  <a:lnTo>
                    <a:pt x="40" y="50"/>
                  </a:lnTo>
                  <a:lnTo>
                    <a:pt x="38" y="50"/>
                  </a:lnTo>
                  <a:lnTo>
                    <a:pt x="38" y="50"/>
                  </a:lnTo>
                  <a:lnTo>
                    <a:pt x="38" y="50"/>
                  </a:lnTo>
                  <a:lnTo>
                    <a:pt x="36" y="50"/>
                  </a:lnTo>
                  <a:lnTo>
                    <a:pt x="36" y="50"/>
                  </a:lnTo>
                  <a:lnTo>
                    <a:pt x="36" y="50"/>
                  </a:lnTo>
                  <a:lnTo>
                    <a:pt x="33" y="50"/>
                  </a:lnTo>
                  <a:lnTo>
                    <a:pt x="33" y="50"/>
                  </a:lnTo>
                  <a:lnTo>
                    <a:pt x="31" y="50"/>
                  </a:lnTo>
                  <a:lnTo>
                    <a:pt x="31" y="50"/>
                  </a:lnTo>
                  <a:lnTo>
                    <a:pt x="31" y="50"/>
                  </a:lnTo>
                  <a:lnTo>
                    <a:pt x="31" y="47"/>
                  </a:lnTo>
                  <a:lnTo>
                    <a:pt x="29" y="47"/>
                  </a:lnTo>
                  <a:lnTo>
                    <a:pt x="29" y="47"/>
                  </a:lnTo>
                  <a:lnTo>
                    <a:pt x="29" y="47"/>
                  </a:lnTo>
                  <a:lnTo>
                    <a:pt x="29" y="47"/>
                  </a:lnTo>
                  <a:lnTo>
                    <a:pt x="29" y="47"/>
                  </a:lnTo>
                  <a:lnTo>
                    <a:pt x="29" y="45"/>
                  </a:lnTo>
                  <a:lnTo>
                    <a:pt x="29" y="45"/>
                  </a:lnTo>
                  <a:lnTo>
                    <a:pt x="26" y="45"/>
                  </a:lnTo>
                  <a:lnTo>
                    <a:pt x="26" y="43"/>
                  </a:lnTo>
                  <a:lnTo>
                    <a:pt x="26" y="43"/>
                  </a:lnTo>
                  <a:lnTo>
                    <a:pt x="26" y="43"/>
                  </a:lnTo>
                  <a:lnTo>
                    <a:pt x="24" y="43"/>
                  </a:lnTo>
                  <a:lnTo>
                    <a:pt x="24" y="40"/>
                  </a:lnTo>
                  <a:lnTo>
                    <a:pt x="24" y="40"/>
                  </a:lnTo>
                  <a:lnTo>
                    <a:pt x="24" y="40"/>
                  </a:lnTo>
                  <a:lnTo>
                    <a:pt x="24" y="40"/>
                  </a:lnTo>
                  <a:lnTo>
                    <a:pt x="24" y="38"/>
                  </a:lnTo>
                  <a:lnTo>
                    <a:pt x="22" y="38"/>
                  </a:lnTo>
                  <a:lnTo>
                    <a:pt x="22" y="38"/>
                  </a:lnTo>
                  <a:lnTo>
                    <a:pt x="22" y="38"/>
                  </a:lnTo>
                  <a:lnTo>
                    <a:pt x="22" y="38"/>
                  </a:lnTo>
                  <a:lnTo>
                    <a:pt x="22" y="38"/>
                  </a:lnTo>
                  <a:lnTo>
                    <a:pt x="19" y="38"/>
                  </a:lnTo>
                  <a:lnTo>
                    <a:pt x="19" y="36"/>
                  </a:lnTo>
                  <a:lnTo>
                    <a:pt x="19" y="36"/>
                  </a:lnTo>
                  <a:lnTo>
                    <a:pt x="19" y="36"/>
                  </a:lnTo>
                  <a:lnTo>
                    <a:pt x="17" y="36"/>
                  </a:lnTo>
                  <a:lnTo>
                    <a:pt x="17" y="33"/>
                  </a:lnTo>
                  <a:lnTo>
                    <a:pt x="17" y="33"/>
                  </a:lnTo>
                  <a:lnTo>
                    <a:pt x="17" y="33"/>
                  </a:lnTo>
                  <a:lnTo>
                    <a:pt x="17" y="33"/>
                  </a:lnTo>
                  <a:lnTo>
                    <a:pt x="17" y="31"/>
                  </a:lnTo>
                  <a:lnTo>
                    <a:pt x="14" y="31"/>
                  </a:lnTo>
                  <a:lnTo>
                    <a:pt x="14" y="31"/>
                  </a:lnTo>
                  <a:lnTo>
                    <a:pt x="14" y="31"/>
                  </a:lnTo>
                  <a:lnTo>
                    <a:pt x="14" y="28"/>
                  </a:lnTo>
                  <a:lnTo>
                    <a:pt x="14" y="28"/>
                  </a:lnTo>
                  <a:lnTo>
                    <a:pt x="14" y="28"/>
                  </a:lnTo>
                  <a:lnTo>
                    <a:pt x="12" y="28"/>
                  </a:lnTo>
                  <a:lnTo>
                    <a:pt x="12" y="28"/>
                  </a:lnTo>
                  <a:lnTo>
                    <a:pt x="12" y="28"/>
                  </a:lnTo>
                  <a:lnTo>
                    <a:pt x="10" y="28"/>
                  </a:lnTo>
                  <a:lnTo>
                    <a:pt x="10" y="26"/>
                  </a:lnTo>
                  <a:lnTo>
                    <a:pt x="10" y="26"/>
                  </a:lnTo>
                  <a:lnTo>
                    <a:pt x="10" y="26"/>
                  </a:lnTo>
                  <a:lnTo>
                    <a:pt x="10" y="24"/>
                  </a:lnTo>
                  <a:lnTo>
                    <a:pt x="10" y="24"/>
                  </a:lnTo>
                  <a:lnTo>
                    <a:pt x="10" y="24"/>
                  </a:lnTo>
                  <a:lnTo>
                    <a:pt x="7" y="24"/>
                  </a:lnTo>
                  <a:lnTo>
                    <a:pt x="7" y="21"/>
                  </a:lnTo>
                  <a:lnTo>
                    <a:pt x="7" y="21"/>
                  </a:lnTo>
                  <a:lnTo>
                    <a:pt x="7" y="21"/>
                  </a:lnTo>
                  <a:lnTo>
                    <a:pt x="7" y="19"/>
                  </a:lnTo>
                  <a:lnTo>
                    <a:pt x="7" y="19"/>
                  </a:lnTo>
                  <a:lnTo>
                    <a:pt x="7" y="19"/>
                  </a:lnTo>
                  <a:lnTo>
                    <a:pt x="7" y="19"/>
                  </a:lnTo>
                  <a:lnTo>
                    <a:pt x="7" y="17"/>
                  </a:lnTo>
                  <a:lnTo>
                    <a:pt x="7" y="17"/>
                  </a:lnTo>
                  <a:lnTo>
                    <a:pt x="5" y="17"/>
                  </a:lnTo>
                  <a:lnTo>
                    <a:pt x="5" y="14"/>
                  </a:lnTo>
                  <a:lnTo>
                    <a:pt x="5" y="14"/>
                  </a:lnTo>
                  <a:lnTo>
                    <a:pt x="5" y="14"/>
                  </a:lnTo>
                  <a:lnTo>
                    <a:pt x="5" y="12"/>
                  </a:lnTo>
                  <a:lnTo>
                    <a:pt x="5" y="12"/>
                  </a:lnTo>
                  <a:lnTo>
                    <a:pt x="3" y="12"/>
                  </a:lnTo>
                  <a:lnTo>
                    <a:pt x="3" y="9"/>
                  </a:lnTo>
                  <a:lnTo>
                    <a:pt x="3" y="9"/>
                  </a:lnTo>
                  <a:lnTo>
                    <a:pt x="3" y="9"/>
                  </a:lnTo>
                  <a:lnTo>
                    <a:pt x="3" y="9"/>
                  </a:lnTo>
                  <a:lnTo>
                    <a:pt x="3" y="9"/>
                  </a:lnTo>
                  <a:lnTo>
                    <a:pt x="3" y="7"/>
                  </a:lnTo>
                  <a:lnTo>
                    <a:pt x="3" y="7"/>
                  </a:lnTo>
                  <a:lnTo>
                    <a:pt x="3" y="5"/>
                  </a:lnTo>
                  <a:lnTo>
                    <a:pt x="3" y="5"/>
                  </a:lnTo>
                  <a:lnTo>
                    <a:pt x="3" y="5"/>
                  </a:lnTo>
                  <a:lnTo>
                    <a:pt x="3" y="2"/>
                  </a:lnTo>
                  <a:lnTo>
                    <a:pt x="3" y="2"/>
                  </a:lnTo>
                  <a:lnTo>
                    <a:pt x="0" y="2"/>
                  </a:lnTo>
                  <a:lnTo>
                    <a:pt x="0" y="2"/>
                  </a:lnTo>
                  <a:lnTo>
                    <a:pt x="0" y="0"/>
                  </a:lnTo>
                  <a:lnTo>
                    <a:pt x="0" y="0"/>
                  </a:lnTo>
                  <a:lnTo>
                    <a:pt x="0" y="0"/>
                  </a:lnTo>
                  <a:lnTo>
                    <a:pt x="0" y="0"/>
                  </a:lnTo>
                  <a:lnTo>
                    <a:pt x="0" y="0"/>
                  </a:lnTo>
                  <a:lnTo>
                    <a:pt x="3" y="0"/>
                  </a:lnTo>
                  <a:lnTo>
                    <a:pt x="3" y="0"/>
                  </a:lnTo>
                  <a:lnTo>
                    <a:pt x="3" y="0"/>
                  </a:lnTo>
                  <a:lnTo>
                    <a:pt x="3" y="0"/>
                  </a:lnTo>
                  <a:lnTo>
                    <a:pt x="3" y="0"/>
                  </a:lnTo>
                  <a:lnTo>
                    <a:pt x="3" y="2"/>
                  </a:lnTo>
                  <a:lnTo>
                    <a:pt x="5" y="2"/>
                  </a:lnTo>
                  <a:lnTo>
                    <a:pt x="5" y="2"/>
                  </a:lnTo>
                  <a:lnTo>
                    <a:pt x="5" y="0"/>
                  </a:lnTo>
                  <a:lnTo>
                    <a:pt x="7" y="0"/>
                  </a:lnTo>
                  <a:lnTo>
                    <a:pt x="7" y="0"/>
                  </a:lnTo>
                  <a:lnTo>
                    <a:pt x="7" y="0"/>
                  </a:lnTo>
                  <a:lnTo>
                    <a:pt x="7" y="0"/>
                  </a:lnTo>
                  <a:lnTo>
                    <a:pt x="10" y="0"/>
                  </a:lnTo>
                  <a:lnTo>
                    <a:pt x="10" y="0"/>
                  </a:lnTo>
                  <a:lnTo>
                    <a:pt x="10" y="0"/>
                  </a:lnTo>
                  <a:lnTo>
                    <a:pt x="10" y="0"/>
                  </a:lnTo>
                  <a:lnTo>
                    <a:pt x="12" y="0"/>
                  </a:lnTo>
                  <a:lnTo>
                    <a:pt x="12" y="0"/>
                  </a:lnTo>
                  <a:lnTo>
                    <a:pt x="12" y="0"/>
                  </a:lnTo>
                  <a:lnTo>
                    <a:pt x="12" y="0"/>
                  </a:lnTo>
                  <a:lnTo>
                    <a:pt x="14" y="0"/>
                  </a:lnTo>
                  <a:lnTo>
                    <a:pt x="14" y="0"/>
                  </a:lnTo>
                  <a:lnTo>
                    <a:pt x="14" y="2"/>
                  </a:lnTo>
                  <a:lnTo>
                    <a:pt x="14" y="2"/>
                  </a:lnTo>
                  <a:lnTo>
                    <a:pt x="17" y="2"/>
                  </a:lnTo>
                  <a:lnTo>
                    <a:pt x="17" y="2"/>
                  </a:lnTo>
                  <a:lnTo>
                    <a:pt x="17" y="2"/>
                  </a:lnTo>
                  <a:lnTo>
                    <a:pt x="17" y="2"/>
                  </a:lnTo>
                  <a:lnTo>
                    <a:pt x="19" y="2"/>
                  </a:lnTo>
                  <a:lnTo>
                    <a:pt x="19" y="5"/>
                  </a:lnTo>
                  <a:lnTo>
                    <a:pt x="19" y="5"/>
                  </a:lnTo>
                  <a:lnTo>
                    <a:pt x="19" y="5"/>
                  </a:lnTo>
                  <a:lnTo>
                    <a:pt x="19" y="7"/>
                  </a:lnTo>
                  <a:lnTo>
                    <a:pt x="22" y="7"/>
                  </a:lnTo>
                  <a:lnTo>
                    <a:pt x="22" y="7"/>
                  </a:lnTo>
                  <a:lnTo>
                    <a:pt x="22" y="7"/>
                  </a:lnTo>
                  <a:lnTo>
                    <a:pt x="22" y="7"/>
                  </a:lnTo>
                  <a:lnTo>
                    <a:pt x="22" y="9"/>
                  </a:lnTo>
                  <a:lnTo>
                    <a:pt x="24" y="9"/>
                  </a:lnTo>
                  <a:lnTo>
                    <a:pt x="24" y="9"/>
                  </a:lnTo>
                  <a:lnTo>
                    <a:pt x="24" y="9"/>
                  </a:lnTo>
                  <a:lnTo>
                    <a:pt x="24" y="9"/>
                  </a:lnTo>
                  <a:lnTo>
                    <a:pt x="26" y="9"/>
                  </a:lnTo>
                  <a:lnTo>
                    <a:pt x="26" y="9"/>
                  </a:lnTo>
                  <a:lnTo>
                    <a:pt x="26" y="9"/>
                  </a:lnTo>
                  <a:lnTo>
                    <a:pt x="29" y="9"/>
                  </a:lnTo>
                  <a:lnTo>
                    <a:pt x="29" y="9"/>
                  </a:lnTo>
                  <a:lnTo>
                    <a:pt x="29" y="9"/>
                  </a:lnTo>
                  <a:lnTo>
                    <a:pt x="31" y="9"/>
                  </a:lnTo>
                  <a:lnTo>
                    <a:pt x="31" y="9"/>
                  </a:lnTo>
                  <a:lnTo>
                    <a:pt x="31" y="12"/>
                  </a:lnTo>
                  <a:lnTo>
                    <a:pt x="31" y="12"/>
                  </a:lnTo>
                  <a:lnTo>
                    <a:pt x="31" y="9"/>
                  </a:lnTo>
                  <a:lnTo>
                    <a:pt x="33" y="9"/>
                  </a:lnTo>
                  <a:lnTo>
                    <a:pt x="33" y="9"/>
                  </a:lnTo>
                  <a:lnTo>
                    <a:pt x="36" y="9"/>
                  </a:lnTo>
                  <a:lnTo>
                    <a:pt x="36" y="9"/>
                  </a:lnTo>
                  <a:lnTo>
                    <a:pt x="36" y="9"/>
                  </a:lnTo>
                  <a:lnTo>
                    <a:pt x="36" y="9"/>
                  </a:lnTo>
                  <a:lnTo>
                    <a:pt x="38" y="9"/>
                  </a:lnTo>
                  <a:lnTo>
                    <a:pt x="38" y="9"/>
                  </a:lnTo>
                  <a:lnTo>
                    <a:pt x="40" y="9"/>
                  </a:lnTo>
                  <a:lnTo>
                    <a:pt x="40" y="9"/>
                  </a:lnTo>
                  <a:lnTo>
                    <a:pt x="40" y="9"/>
                  </a:lnTo>
                  <a:lnTo>
                    <a:pt x="43" y="9"/>
                  </a:lnTo>
                  <a:lnTo>
                    <a:pt x="43" y="9"/>
                  </a:lnTo>
                  <a:lnTo>
                    <a:pt x="43" y="9"/>
                  </a:lnTo>
                  <a:lnTo>
                    <a:pt x="43" y="9"/>
                  </a:lnTo>
                  <a:lnTo>
                    <a:pt x="45" y="9"/>
                  </a:lnTo>
                  <a:lnTo>
                    <a:pt x="45" y="9"/>
                  </a:lnTo>
                  <a:lnTo>
                    <a:pt x="45" y="12"/>
                  </a:lnTo>
                  <a:lnTo>
                    <a:pt x="45" y="12"/>
                  </a:lnTo>
                  <a:lnTo>
                    <a:pt x="48" y="12"/>
                  </a:lnTo>
                  <a:lnTo>
                    <a:pt x="48" y="12"/>
                  </a:lnTo>
                  <a:lnTo>
                    <a:pt x="48" y="12"/>
                  </a:lnTo>
                  <a:lnTo>
                    <a:pt x="48" y="12"/>
                  </a:lnTo>
                  <a:lnTo>
                    <a:pt x="50" y="12"/>
                  </a:lnTo>
                  <a:lnTo>
                    <a:pt x="50" y="12"/>
                  </a:lnTo>
                  <a:lnTo>
                    <a:pt x="50" y="9"/>
                  </a:lnTo>
                  <a:lnTo>
                    <a:pt x="50" y="9"/>
                  </a:lnTo>
                  <a:lnTo>
                    <a:pt x="52" y="9"/>
                  </a:lnTo>
                  <a:lnTo>
                    <a:pt x="52" y="9"/>
                  </a:lnTo>
                  <a:lnTo>
                    <a:pt x="55" y="9"/>
                  </a:lnTo>
                  <a:lnTo>
                    <a:pt x="55" y="9"/>
                  </a:lnTo>
                  <a:lnTo>
                    <a:pt x="55" y="12"/>
                  </a:lnTo>
                  <a:lnTo>
                    <a:pt x="55" y="12"/>
                  </a:lnTo>
                  <a:lnTo>
                    <a:pt x="55" y="12"/>
                  </a:lnTo>
                  <a:lnTo>
                    <a:pt x="55" y="14"/>
                  </a:lnTo>
                  <a:lnTo>
                    <a:pt x="57" y="14"/>
                  </a:lnTo>
                  <a:lnTo>
                    <a:pt x="57" y="14"/>
                  </a:lnTo>
                  <a:lnTo>
                    <a:pt x="57" y="14"/>
                  </a:lnTo>
                  <a:lnTo>
                    <a:pt x="57" y="17"/>
                  </a:lnTo>
                  <a:lnTo>
                    <a:pt x="57" y="17"/>
                  </a:lnTo>
                  <a:lnTo>
                    <a:pt x="57" y="17"/>
                  </a:lnTo>
                  <a:lnTo>
                    <a:pt x="59" y="17"/>
                  </a:lnTo>
                  <a:lnTo>
                    <a:pt x="59" y="19"/>
                  </a:lnTo>
                  <a:lnTo>
                    <a:pt x="59" y="19"/>
                  </a:lnTo>
                  <a:lnTo>
                    <a:pt x="59" y="19"/>
                  </a:lnTo>
                  <a:lnTo>
                    <a:pt x="62" y="19"/>
                  </a:lnTo>
                  <a:lnTo>
                    <a:pt x="62" y="19"/>
                  </a:lnTo>
                  <a:lnTo>
                    <a:pt x="62" y="19"/>
                  </a:lnTo>
                  <a:lnTo>
                    <a:pt x="62" y="19"/>
                  </a:lnTo>
                  <a:lnTo>
                    <a:pt x="62" y="21"/>
                  </a:lnTo>
                  <a:lnTo>
                    <a:pt x="62" y="21"/>
                  </a:lnTo>
                  <a:lnTo>
                    <a:pt x="62" y="24"/>
                  </a:lnTo>
                  <a:lnTo>
                    <a:pt x="64" y="24"/>
                  </a:lnTo>
                  <a:lnTo>
                    <a:pt x="64" y="24"/>
                  </a:lnTo>
                  <a:lnTo>
                    <a:pt x="64" y="26"/>
                  </a:lnTo>
                  <a:lnTo>
                    <a:pt x="64" y="26"/>
                  </a:lnTo>
                  <a:lnTo>
                    <a:pt x="64" y="26"/>
                  </a:lnTo>
                  <a:lnTo>
                    <a:pt x="64" y="28"/>
                  </a:lnTo>
                  <a:lnTo>
                    <a:pt x="64" y="28"/>
                  </a:lnTo>
                  <a:lnTo>
                    <a:pt x="64" y="28"/>
                  </a:lnTo>
                  <a:lnTo>
                    <a:pt x="67" y="28"/>
                  </a:lnTo>
                  <a:lnTo>
                    <a:pt x="67" y="28"/>
                  </a:lnTo>
                  <a:lnTo>
                    <a:pt x="69" y="28"/>
                  </a:lnTo>
                  <a:lnTo>
                    <a:pt x="69" y="28"/>
                  </a:lnTo>
                  <a:lnTo>
                    <a:pt x="69" y="28"/>
                  </a:lnTo>
                  <a:lnTo>
                    <a:pt x="69" y="31"/>
                  </a:lnTo>
                  <a:lnTo>
                    <a:pt x="69" y="31"/>
                  </a:lnTo>
                  <a:lnTo>
                    <a:pt x="69" y="31"/>
                  </a:lnTo>
                  <a:lnTo>
                    <a:pt x="69" y="33"/>
                  </a:lnTo>
                  <a:lnTo>
                    <a:pt x="69" y="33"/>
                  </a:lnTo>
                  <a:lnTo>
                    <a:pt x="69" y="36"/>
                  </a:lnTo>
                  <a:lnTo>
                    <a:pt x="69" y="36"/>
                  </a:lnTo>
                  <a:lnTo>
                    <a:pt x="69" y="36"/>
                  </a:lnTo>
                  <a:lnTo>
                    <a:pt x="69" y="38"/>
                  </a:lnTo>
                  <a:lnTo>
                    <a:pt x="69" y="38"/>
                  </a:lnTo>
                  <a:lnTo>
                    <a:pt x="69" y="38"/>
                  </a:lnTo>
                  <a:lnTo>
                    <a:pt x="69" y="38"/>
                  </a:lnTo>
                  <a:lnTo>
                    <a:pt x="71" y="38"/>
                  </a:lnTo>
                  <a:lnTo>
                    <a:pt x="71" y="40"/>
                  </a:lnTo>
                  <a:lnTo>
                    <a:pt x="71" y="40"/>
                  </a:lnTo>
                  <a:lnTo>
                    <a:pt x="71" y="40"/>
                  </a:lnTo>
                  <a:lnTo>
                    <a:pt x="74" y="40"/>
                  </a:lnTo>
                  <a:lnTo>
                    <a:pt x="74" y="40"/>
                  </a:lnTo>
                  <a:lnTo>
                    <a:pt x="74" y="40"/>
                  </a:lnTo>
                  <a:lnTo>
                    <a:pt x="76" y="40"/>
                  </a:lnTo>
                  <a:lnTo>
                    <a:pt x="76" y="43"/>
                  </a:lnTo>
                  <a:lnTo>
                    <a:pt x="76" y="43"/>
                  </a:lnTo>
                  <a:lnTo>
                    <a:pt x="76" y="43"/>
                  </a:lnTo>
                  <a:lnTo>
                    <a:pt x="76" y="43"/>
                  </a:lnTo>
                  <a:lnTo>
                    <a:pt x="78" y="43"/>
                  </a:lnTo>
                  <a:lnTo>
                    <a:pt x="78" y="45"/>
                  </a:lnTo>
                  <a:lnTo>
                    <a:pt x="78" y="45"/>
                  </a:lnTo>
                  <a:lnTo>
                    <a:pt x="78" y="45"/>
                  </a:lnTo>
                  <a:lnTo>
                    <a:pt x="78" y="47"/>
                  </a:lnTo>
                  <a:lnTo>
                    <a:pt x="81" y="47"/>
                  </a:lnTo>
                  <a:lnTo>
                    <a:pt x="81" y="47"/>
                  </a:lnTo>
                  <a:lnTo>
                    <a:pt x="81" y="47"/>
                  </a:lnTo>
                  <a:lnTo>
                    <a:pt x="81" y="47"/>
                  </a:lnTo>
                  <a:lnTo>
                    <a:pt x="81" y="47"/>
                  </a:lnTo>
                  <a:lnTo>
                    <a:pt x="81" y="50"/>
                  </a:lnTo>
                  <a:lnTo>
                    <a:pt x="83" y="50"/>
                  </a:lnTo>
                  <a:lnTo>
                    <a:pt x="83" y="50"/>
                  </a:lnTo>
                  <a:lnTo>
                    <a:pt x="83" y="50"/>
                  </a:lnTo>
                  <a:lnTo>
                    <a:pt x="85" y="50"/>
                  </a:lnTo>
                  <a:lnTo>
                    <a:pt x="85" y="50"/>
                  </a:lnTo>
                  <a:lnTo>
                    <a:pt x="85" y="50"/>
                  </a:lnTo>
                  <a:lnTo>
                    <a:pt x="88" y="50"/>
                  </a:lnTo>
                  <a:lnTo>
                    <a:pt x="88" y="52"/>
                  </a:lnTo>
                  <a:lnTo>
                    <a:pt x="88" y="52"/>
                  </a:lnTo>
                  <a:lnTo>
                    <a:pt x="88" y="52"/>
                  </a:lnTo>
                  <a:lnTo>
                    <a:pt x="88" y="52"/>
                  </a:lnTo>
                  <a:lnTo>
                    <a:pt x="90" y="52"/>
                  </a:lnTo>
                  <a:lnTo>
                    <a:pt x="90" y="54"/>
                  </a:lnTo>
                  <a:lnTo>
                    <a:pt x="90" y="54"/>
                  </a:lnTo>
                  <a:lnTo>
                    <a:pt x="90" y="54"/>
                  </a:lnTo>
                  <a:lnTo>
                    <a:pt x="90" y="54"/>
                  </a:lnTo>
                  <a:lnTo>
                    <a:pt x="93" y="54"/>
                  </a:lnTo>
                  <a:lnTo>
                    <a:pt x="93" y="57"/>
                  </a:lnTo>
                  <a:lnTo>
                    <a:pt x="93" y="57"/>
                  </a:lnTo>
                  <a:lnTo>
                    <a:pt x="93" y="57"/>
                  </a:lnTo>
                  <a:lnTo>
                    <a:pt x="95" y="57"/>
                  </a:lnTo>
                  <a:lnTo>
                    <a:pt x="95" y="57"/>
                  </a:lnTo>
                  <a:lnTo>
                    <a:pt x="95" y="59"/>
                  </a:lnTo>
                  <a:lnTo>
                    <a:pt x="95" y="59"/>
                  </a:lnTo>
                  <a:lnTo>
                    <a:pt x="95" y="59"/>
                  </a:lnTo>
                  <a:lnTo>
                    <a:pt x="97" y="59"/>
                  </a:lnTo>
                  <a:lnTo>
                    <a:pt x="97" y="59"/>
                  </a:lnTo>
                  <a:lnTo>
                    <a:pt x="97" y="59"/>
                  </a:lnTo>
                  <a:lnTo>
                    <a:pt x="97" y="62"/>
                  </a:lnTo>
                  <a:lnTo>
                    <a:pt x="97" y="62"/>
                  </a:lnTo>
                  <a:lnTo>
                    <a:pt x="100" y="62"/>
                  </a:lnTo>
                  <a:lnTo>
                    <a:pt x="100" y="62"/>
                  </a:lnTo>
                  <a:lnTo>
                    <a:pt x="100" y="62"/>
                  </a:lnTo>
                  <a:lnTo>
                    <a:pt x="102" y="62"/>
                  </a:lnTo>
                  <a:lnTo>
                    <a:pt x="102" y="62"/>
                  </a:lnTo>
                  <a:lnTo>
                    <a:pt x="102" y="64"/>
                  </a:lnTo>
                  <a:lnTo>
                    <a:pt x="102" y="64"/>
                  </a:lnTo>
                  <a:lnTo>
                    <a:pt x="102" y="64"/>
                  </a:lnTo>
                  <a:lnTo>
                    <a:pt x="102" y="66"/>
                  </a:lnTo>
                  <a:lnTo>
                    <a:pt x="104" y="66"/>
                  </a:lnTo>
                  <a:lnTo>
                    <a:pt x="104" y="66"/>
                  </a:lnTo>
                  <a:lnTo>
                    <a:pt x="104" y="66"/>
                  </a:lnTo>
                  <a:lnTo>
                    <a:pt x="104" y="69"/>
                  </a:lnTo>
                  <a:lnTo>
                    <a:pt x="104" y="69"/>
                  </a:lnTo>
                  <a:lnTo>
                    <a:pt x="104" y="69"/>
                  </a:lnTo>
                  <a:lnTo>
                    <a:pt x="107" y="69"/>
                  </a:lnTo>
                  <a:lnTo>
                    <a:pt x="107" y="69"/>
                  </a:lnTo>
                  <a:lnTo>
                    <a:pt x="107" y="71"/>
                  </a:lnTo>
                  <a:lnTo>
                    <a:pt x="107" y="71"/>
                  </a:lnTo>
                  <a:lnTo>
                    <a:pt x="107" y="73"/>
                  </a:lnTo>
                  <a:lnTo>
                    <a:pt x="107" y="73"/>
                  </a:lnTo>
                  <a:lnTo>
                    <a:pt x="107" y="73"/>
                  </a:lnTo>
                  <a:lnTo>
                    <a:pt x="109" y="73"/>
                  </a:lnTo>
                  <a:lnTo>
                    <a:pt x="109" y="76"/>
                  </a:lnTo>
                  <a:lnTo>
                    <a:pt x="109" y="76"/>
                  </a:lnTo>
                  <a:lnTo>
                    <a:pt x="109" y="76"/>
                  </a:lnTo>
                  <a:lnTo>
                    <a:pt x="111" y="76"/>
                  </a:lnTo>
                  <a:lnTo>
                    <a:pt x="111" y="76"/>
                  </a:lnTo>
                  <a:lnTo>
                    <a:pt x="111" y="76"/>
                  </a:lnTo>
                  <a:lnTo>
                    <a:pt x="114" y="76"/>
                  </a:lnTo>
                  <a:lnTo>
                    <a:pt x="114" y="78"/>
                  </a:lnTo>
                  <a:lnTo>
                    <a:pt x="114" y="78"/>
                  </a:lnTo>
                  <a:lnTo>
                    <a:pt x="114" y="78"/>
                  </a:lnTo>
                  <a:lnTo>
                    <a:pt x="114" y="78"/>
                  </a:lnTo>
                  <a:lnTo>
                    <a:pt x="114" y="81"/>
                  </a:lnTo>
                  <a:lnTo>
                    <a:pt x="114" y="81"/>
                  </a:lnTo>
                  <a:lnTo>
                    <a:pt x="114" y="81"/>
                  </a:lnTo>
                  <a:lnTo>
                    <a:pt x="114" y="83"/>
                  </a:lnTo>
                  <a:lnTo>
                    <a:pt x="114" y="83"/>
                  </a:lnTo>
                  <a:lnTo>
                    <a:pt x="116" y="83"/>
                  </a:lnTo>
                  <a:lnTo>
                    <a:pt x="116" y="85"/>
                  </a:lnTo>
                  <a:lnTo>
                    <a:pt x="116" y="85"/>
                  </a:lnTo>
                  <a:lnTo>
                    <a:pt x="116" y="85"/>
                  </a:lnTo>
                  <a:lnTo>
                    <a:pt x="116" y="85"/>
                  </a:lnTo>
                  <a:lnTo>
                    <a:pt x="116" y="88"/>
                  </a:lnTo>
                  <a:lnTo>
                    <a:pt x="119" y="88"/>
                  </a:lnTo>
                  <a:lnTo>
                    <a:pt x="119" y="88"/>
                  </a:lnTo>
                  <a:lnTo>
                    <a:pt x="119" y="88"/>
                  </a:lnTo>
                  <a:lnTo>
                    <a:pt x="119" y="88"/>
                  </a:lnTo>
                  <a:lnTo>
                    <a:pt x="121" y="88"/>
                  </a:lnTo>
                  <a:lnTo>
                    <a:pt x="121" y="88"/>
                  </a:lnTo>
                  <a:lnTo>
                    <a:pt x="121" y="88"/>
                  </a:lnTo>
                  <a:lnTo>
                    <a:pt x="121" y="88"/>
                  </a:lnTo>
                  <a:lnTo>
                    <a:pt x="121" y="88"/>
                  </a:lnTo>
                  <a:lnTo>
                    <a:pt x="121" y="88"/>
                  </a:lnTo>
                  <a:lnTo>
                    <a:pt x="121" y="88"/>
                  </a:lnTo>
                  <a:lnTo>
                    <a:pt x="121" y="85"/>
                  </a:lnTo>
                  <a:lnTo>
                    <a:pt x="123" y="85"/>
                  </a:lnTo>
                  <a:lnTo>
                    <a:pt x="123" y="85"/>
                  </a:lnTo>
                  <a:lnTo>
                    <a:pt x="123" y="85"/>
                  </a:lnTo>
                  <a:lnTo>
                    <a:pt x="126" y="85"/>
                  </a:lnTo>
                  <a:lnTo>
                    <a:pt x="126" y="85"/>
                  </a:lnTo>
                  <a:lnTo>
                    <a:pt x="126" y="85"/>
                  </a:lnTo>
                  <a:lnTo>
                    <a:pt x="128" y="85"/>
                  </a:lnTo>
                  <a:lnTo>
                    <a:pt x="128" y="85"/>
                  </a:lnTo>
                  <a:lnTo>
                    <a:pt x="128" y="85"/>
                  </a:lnTo>
                  <a:lnTo>
                    <a:pt x="130" y="85"/>
                  </a:lnTo>
                  <a:lnTo>
                    <a:pt x="130" y="85"/>
                  </a:lnTo>
                  <a:lnTo>
                    <a:pt x="130" y="88"/>
                  </a:lnTo>
                  <a:lnTo>
                    <a:pt x="130" y="88"/>
                  </a:lnTo>
                  <a:lnTo>
                    <a:pt x="130" y="88"/>
                  </a:lnTo>
                  <a:lnTo>
                    <a:pt x="130" y="88"/>
                  </a:lnTo>
                  <a:lnTo>
                    <a:pt x="130" y="88"/>
                  </a:lnTo>
                  <a:lnTo>
                    <a:pt x="133" y="88"/>
                  </a:lnTo>
                  <a:lnTo>
                    <a:pt x="133" y="90"/>
                  </a:lnTo>
                  <a:lnTo>
                    <a:pt x="133" y="90"/>
                  </a:lnTo>
                  <a:lnTo>
                    <a:pt x="135" y="90"/>
                  </a:lnTo>
                  <a:lnTo>
                    <a:pt x="135" y="90"/>
                  </a:lnTo>
                  <a:lnTo>
                    <a:pt x="135" y="90"/>
                  </a:lnTo>
                  <a:lnTo>
                    <a:pt x="135" y="92"/>
                  </a:lnTo>
                  <a:lnTo>
                    <a:pt x="135" y="92"/>
                  </a:lnTo>
                  <a:lnTo>
                    <a:pt x="135" y="95"/>
                  </a:lnTo>
                  <a:lnTo>
                    <a:pt x="135" y="95"/>
                  </a:lnTo>
                  <a:lnTo>
                    <a:pt x="135" y="95"/>
                  </a:lnTo>
                  <a:lnTo>
                    <a:pt x="135" y="95"/>
                  </a:lnTo>
                  <a:lnTo>
                    <a:pt x="135" y="92"/>
                  </a:lnTo>
                  <a:lnTo>
                    <a:pt x="135" y="92"/>
                  </a:lnTo>
                  <a:lnTo>
                    <a:pt x="135" y="90"/>
                  </a:lnTo>
                  <a:lnTo>
                    <a:pt x="138" y="90"/>
                  </a:lnTo>
                  <a:lnTo>
                    <a:pt x="138" y="90"/>
                  </a:lnTo>
                  <a:lnTo>
                    <a:pt x="138" y="90"/>
                  </a:lnTo>
                  <a:lnTo>
                    <a:pt x="138" y="90"/>
                  </a:lnTo>
                  <a:lnTo>
                    <a:pt x="140" y="90"/>
                  </a:lnTo>
                  <a:lnTo>
                    <a:pt x="140" y="90"/>
                  </a:lnTo>
                  <a:lnTo>
                    <a:pt x="140" y="88"/>
                  </a:lnTo>
                  <a:lnTo>
                    <a:pt x="142" y="88"/>
                  </a:lnTo>
                  <a:lnTo>
                    <a:pt x="142" y="88"/>
                  </a:lnTo>
                  <a:lnTo>
                    <a:pt x="142" y="90"/>
                  </a:lnTo>
                  <a:lnTo>
                    <a:pt x="142" y="90"/>
                  </a:lnTo>
                  <a:lnTo>
                    <a:pt x="145" y="90"/>
                  </a:lnTo>
                  <a:lnTo>
                    <a:pt x="145" y="90"/>
                  </a:lnTo>
                  <a:lnTo>
                    <a:pt x="145" y="92"/>
                  </a:lnTo>
                  <a:lnTo>
                    <a:pt x="145" y="92"/>
                  </a:lnTo>
                  <a:lnTo>
                    <a:pt x="145" y="92"/>
                  </a:lnTo>
                  <a:lnTo>
                    <a:pt x="145" y="95"/>
                  </a:lnTo>
                  <a:lnTo>
                    <a:pt x="145" y="95"/>
                  </a:lnTo>
                  <a:lnTo>
                    <a:pt x="145" y="97"/>
                  </a:lnTo>
                  <a:lnTo>
                    <a:pt x="145" y="97"/>
                  </a:lnTo>
                  <a:lnTo>
                    <a:pt x="145" y="97"/>
                  </a:lnTo>
                  <a:lnTo>
                    <a:pt x="145" y="97"/>
                  </a:lnTo>
                  <a:lnTo>
                    <a:pt x="145" y="100"/>
                  </a:lnTo>
                  <a:lnTo>
                    <a:pt x="142" y="100"/>
                  </a:lnTo>
                  <a:lnTo>
                    <a:pt x="142" y="100"/>
                  </a:lnTo>
                  <a:lnTo>
                    <a:pt x="145" y="100"/>
                  </a:lnTo>
                  <a:lnTo>
                    <a:pt x="145" y="100"/>
                  </a:lnTo>
                  <a:lnTo>
                    <a:pt x="145" y="102"/>
                  </a:lnTo>
                  <a:lnTo>
                    <a:pt x="147" y="102"/>
                  </a:lnTo>
                  <a:lnTo>
                    <a:pt x="147" y="102"/>
                  </a:lnTo>
                  <a:lnTo>
                    <a:pt x="147" y="102"/>
                  </a:lnTo>
                  <a:lnTo>
                    <a:pt x="147" y="104"/>
                  </a:lnTo>
                  <a:lnTo>
                    <a:pt x="147" y="104"/>
                  </a:lnTo>
                  <a:lnTo>
                    <a:pt x="147" y="104"/>
                  </a:lnTo>
                  <a:lnTo>
                    <a:pt x="149" y="104"/>
                  </a:lnTo>
                  <a:lnTo>
                    <a:pt x="149" y="104"/>
                  </a:lnTo>
                  <a:lnTo>
                    <a:pt x="149" y="104"/>
                  </a:lnTo>
                  <a:lnTo>
                    <a:pt x="149" y="104"/>
                  </a:lnTo>
                  <a:lnTo>
                    <a:pt x="149" y="102"/>
                  </a:lnTo>
                  <a:lnTo>
                    <a:pt x="149" y="102"/>
                  </a:lnTo>
                  <a:lnTo>
                    <a:pt x="149" y="102"/>
                  </a:lnTo>
                  <a:lnTo>
                    <a:pt x="152" y="102"/>
                  </a:lnTo>
                  <a:lnTo>
                    <a:pt x="152" y="102"/>
                  </a:lnTo>
                  <a:lnTo>
                    <a:pt x="154" y="102"/>
                  </a:lnTo>
                  <a:lnTo>
                    <a:pt x="154" y="104"/>
                  </a:lnTo>
                  <a:lnTo>
                    <a:pt x="154" y="104"/>
                  </a:lnTo>
                  <a:lnTo>
                    <a:pt x="154" y="104"/>
                  </a:lnTo>
                  <a:lnTo>
                    <a:pt x="156" y="104"/>
                  </a:lnTo>
                  <a:lnTo>
                    <a:pt x="156" y="104"/>
                  </a:lnTo>
                  <a:lnTo>
                    <a:pt x="156" y="104"/>
                  </a:lnTo>
                  <a:lnTo>
                    <a:pt x="159" y="104"/>
                  </a:lnTo>
                  <a:lnTo>
                    <a:pt x="159" y="104"/>
                  </a:lnTo>
                  <a:lnTo>
                    <a:pt x="159" y="104"/>
                  </a:lnTo>
                  <a:lnTo>
                    <a:pt x="161" y="104"/>
                  </a:lnTo>
                  <a:lnTo>
                    <a:pt x="161" y="107"/>
                  </a:lnTo>
                  <a:lnTo>
                    <a:pt x="161" y="107"/>
                  </a:lnTo>
                  <a:lnTo>
                    <a:pt x="161" y="107"/>
                  </a:lnTo>
                  <a:lnTo>
                    <a:pt x="161" y="109"/>
                  </a:lnTo>
                  <a:lnTo>
                    <a:pt x="161" y="109"/>
                  </a:lnTo>
                  <a:lnTo>
                    <a:pt x="161" y="111"/>
                  </a:lnTo>
                  <a:lnTo>
                    <a:pt x="161" y="111"/>
                  </a:lnTo>
                  <a:lnTo>
                    <a:pt x="161" y="111"/>
                  </a:lnTo>
                  <a:lnTo>
                    <a:pt x="161" y="111"/>
                  </a:lnTo>
                  <a:lnTo>
                    <a:pt x="161" y="114"/>
                  </a:lnTo>
                  <a:lnTo>
                    <a:pt x="161" y="114"/>
                  </a:lnTo>
                  <a:lnTo>
                    <a:pt x="161" y="114"/>
                  </a:lnTo>
                  <a:lnTo>
                    <a:pt x="161" y="116"/>
                  </a:lnTo>
                  <a:lnTo>
                    <a:pt x="161" y="116"/>
                  </a:lnTo>
                  <a:lnTo>
                    <a:pt x="161" y="116"/>
                  </a:lnTo>
                  <a:lnTo>
                    <a:pt x="164" y="116"/>
                  </a:lnTo>
                  <a:lnTo>
                    <a:pt x="164" y="116"/>
                  </a:lnTo>
                  <a:lnTo>
                    <a:pt x="164" y="116"/>
                  </a:lnTo>
                  <a:lnTo>
                    <a:pt x="164" y="114"/>
                  </a:lnTo>
                  <a:lnTo>
                    <a:pt x="164" y="114"/>
                  </a:lnTo>
                  <a:lnTo>
                    <a:pt x="166" y="114"/>
                  </a:lnTo>
                  <a:lnTo>
                    <a:pt x="166" y="114"/>
                  </a:lnTo>
                  <a:lnTo>
                    <a:pt x="168" y="114"/>
                  </a:lnTo>
                  <a:lnTo>
                    <a:pt x="168" y="114"/>
                  </a:lnTo>
                  <a:lnTo>
                    <a:pt x="168" y="114"/>
                  </a:lnTo>
                  <a:lnTo>
                    <a:pt x="168" y="116"/>
                  </a:lnTo>
                  <a:lnTo>
                    <a:pt x="171" y="116"/>
                  </a:lnTo>
                  <a:lnTo>
                    <a:pt x="171" y="116"/>
                  </a:lnTo>
                  <a:lnTo>
                    <a:pt x="171" y="116"/>
                  </a:lnTo>
                  <a:lnTo>
                    <a:pt x="171" y="116"/>
                  </a:lnTo>
                  <a:lnTo>
                    <a:pt x="171" y="118"/>
                  </a:lnTo>
                  <a:lnTo>
                    <a:pt x="173" y="118"/>
                  </a:lnTo>
                  <a:lnTo>
                    <a:pt x="173" y="118"/>
                  </a:lnTo>
                  <a:lnTo>
                    <a:pt x="173" y="118"/>
                  </a:lnTo>
                  <a:lnTo>
                    <a:pt x="173" y="118"/>
                  </a:lnTo>
                  <a:lnTo>
                    <a:pt x="175" y="118"/>
                  </a:lnTo>
                  <a:lnTo>
                    <a:pt x="175" y="121"/>
                  </a:lnTo>
                  <a:lnTo>
                    <a:pt x="175" y="121"/>
                  </a:lnTo>
                  <a:lnTo>
                    <a:pt x="175" y="123"/>
                  </a:lnTo>
                  <a:lnTo>
                    <a:pt x="175" y="123"/>
                  </a:lnTo>
                  <a:lnTo>
                    <a:pt x="173" y="123"/>
                  </a:lnTo>
                  <a:lnTo>
                    <a:pt x="173" y="126"/>
                  </a:lnTo>
                  <a:lnTo>
                    <a:pt x="173" y="126"/>
                  </a:lnTo>
                  <a:lnTo>
                    <a:pt x="175" y="126"/>
                  </a:lnTo>
                  <a:lnTo>
                    <a:pt x="175" y="126"/>
                  </a:lnTo>
                  <a:lnTo>
                    <a:pt x="175" y="126"/>
                  </a:lnTo>
                  <a:lnTo>
                    <a:pt x="175" y="126"/>
                  </a:lnTo>
                  <a:lnTo>
                    <a:pt x="175" y="126"/>
                  </a:lnTo>
                  <a:lnTo>
                    <a:pt x="178" y="126"/>
                  </a:lnTo>
                  <a:lnTo>
                    <a:pt x="178" y="128"/>
                  </a:lnTo>
                  <a:lnTo>
                    <a:pt x="178" y="128"/>
                  </a:lnTo>
                  <a:lnTo>
                    <a:pt x="178" y="126"/>
                  </a:lnTo>
                  <a:lnTo>
                    <a:pt x="178" y="126"/>
                  </a:lnTo>
                  <a:lnTo>
                    <a:pt x="178" y="123"/>
                  </a:lnTo>
                  <a:lnTo>
                    <a:pt x="178" y="123"/>
                  </a:lnTo>
                  <a:lnTo>
                    <a:pt x="178" y="121"/>
                  </a:lnTo>
                  <a:lnTo>
                    <a:pt x="178" y="121"/>
                  </a:lnTo>
                  <a:lnTo>
                    <a:pt x="178" y="121"/>
                  </a:lnTo>
                  <a:lnTo>
                    <a:pt x="178" y="118"/>
                  </a:lnTo>
                  <a:lnTo>
                    <a:pt x="178" y="118"/>
                  </a:lnTo>
                  <a:lnTo>
                    <a:pt x="178" y="118"/>
                  </a:lnTo>
                  <a:lnTo>
                    <a:pt x="178" y="116"/>
                  </a:lnTo>
                  <a:lnTo>
                    <a:pt x="175" y="116"/>
                  </a:lnTo>
                  <a:lnTo>
                    <a:pt x="175" y="116"/>
                  </a:lnTo>
                  <a:lnTo>
                    <a:pt x="175" y="114"/>
                  </a:lnTo>
                  <a:lnTo>
                    <a:pt x="178" y="114"/>
                  </a:lnTo>
                  <a:lnTo>
                    <a:pt x="178" y="114"/>
                  </a:lnTo>
                  <a:lnTo>
                    <a:pt x="178" y="114"/>
                  </a:lnTo>
                  <a:lnTo>
                    <a:pt x="180" y="114"/>
                  </a:lnTo>
                  <a:lnTo>
                    <a:pt x="180" y="116"/>
                  </a:lnTo>
                  <a:lnTo>
                    <a:pt x="180" y="116"/>
                  </a:lnTo>
                  <a:lnTo>
                    <a:pt x="180" y="116"/>
                  </a:lnTo>
                  <a:lnTo>
                    <a:pt x="180" y="118"/>
                  </a:lnTo>
                  <a:lnTo>
                    <a:pt x="180" y="118"/>
                  </a:lnTo>
                  <a:lnTo>
                    <a:pt x="183" y="118"/>
                  </a:lnTo>
                  <a:lnTo>
                    <a:pt x="183" y="118"/>
                  </a:lnTo>
                  <a:lnTo>
                    <a:pt x="183" y="118"/>
                  </a:lnTo>
                  <a:lnTo>
                    <a:pt x="183" y="121"/>
                  </a:lnTo>
                  <a:lnTo>
                    <a:pt x="183" y="121"/>
                  </a:lnTo>
                  <a:lnTo>
                    <a:pt x="183" y="123"/>
                  </a:lnTo>
                  <a:lnTo>
                    <a:pt x="183" y="123"/>
                  </a:lnTo>
                  <a:lnTo>
                    <a:pt x="183" y="121"/>
                  </a:lnTo>
                  <a:lnTo>
                    <a:pt x="185" y="121"/>
                  </a:lnTo>
                  <a:lnTo>
                    <a:pt x="185" y="121"/>
                  </a:lnTo>
                  <a:lnTo>
                    <a:pt x="185" y="121"/>
                  </a:lnTo>
                  <a:lnTo>
                    <a:pt x="187" y="121"/>
                  </a:lnTo>
                  <a:lnTo>
                    <a:pt x="187" y="121"/>
                  </a:lnTo>
                  <a:lnTo>
                    <a:pt x="187" y="118"/>
                  </a:lnTo>
                  <a:lnTo>
                    <a:pt x="187" y="118"/>
                  </a:lnTo>
                  <a:lnTo>
                    <a:pt x="187" y="118"/>
                  </a:lnTo>
                  <a:lnTo>
                    <a:pt x="187" y="116"/>
                  </a:lnTo>
                  <a:lnTo>
                    <a:pt x="187" y="116"/>
                  </a:lnTo>
                  <a:lnTo>
                    <a:pt x="187" y="116"/>
                  </a:lnTo>
                  <a:lnTo>
                    <a:pt x="190" y="116"/>
                  </a:lnTo>
                  <a:lnTo>
                    <a:pt x="190" y="114"/>
                  </a:lnTo>
                  <a:lnTo>
                    <a:pt x="190" y="114"/>
                  </a:lnTo>
                  <a:lnTo>
                    <a:pt x="190" y="114"/>
                  </a:lnTo>
                  <a:lnTo>
                    <a:pt x="192" y="114"/>
                  </a:lnTo>
                  <a:lnTo>
                    <a:pt x="192" y="114"/>
                  </a:lnTo>
                  <a:lnTo>
                    <a:pt x="192" y="114"/>
                  </a:lnTo>
                  <a:lnTo>
                    <a:pt x="194" y="114"/>
                  </a:lnTo>
                  <a:lnTo>
                    <a:pt x="194" y="114"/>
                  </a:lnTo>
                  <a:lnTo>
                    <a:pt x="194" y="114"/>
                  </a:lnTo>
                  <a:lnTo>
                    <a:pt x="197" y="114"/>
                  </a:lnTo>
                  <a:lnTo>
                    <a:pt x="197" y="114"/>
                  </a:lnTo>
                  <a:lnTo>
                    <a:pt x="197" y="116"/>
                  </a:lnTo>
                  <a:lnTo>
                    <a:pt x="197" y="116"/>
                  </a:lnTo>
                  <a:lnTo>
                    <a:pt x="197" y="116"/>
                  </a:lnTo>
                  <a:lnTo>
                    <a:pt x="197" y="116"/>
                  </a:lnTo>
                  <a:lnTo>
                    <a:pt x="197" y="116"/>
                  </a:lnTo>
                  <a:lnTo>
                    <a:pt x="197" y="114"/>
                  </a:lnTo>
                  <a:lnTo>
                    <a:pt x="199" y="114"/>
                  </a:lnTo>
                  <a:lnTo>
                    <a:pt x="199" y="114"/>
                  </a:lnTo>
                  <a:lnTo>
                    <a:pt x="199" y="114"/>
                  </a:lnTo>
                  <a:lnTo>
                    <a:pt x="201" y="114"/>
                  </a:lnTo>
                  <a:lnTo>
                    <a:pt x="201" y="114"/>
                  </a:lnTo>
                  <a:lnTo>
                    <a:pt x="201" y="114"/>
                  </a:lnTo>
                  <a:lnTo>
                    <a:pt x="204" y="114"/>
                  </a:lnTo>
                  <a:lnTo>
                    <a:pt x="204" y="114"/>
                  </a:lnTo>
                  <a:lnTo>
                    <a:pt x="204" y="111"/>
                  </a:lnTo>
                  <a:lnTo>
                    <a:pt x="204" y="111"/>
                  </a:lnTo>
                  <a:lnTo>
                    <a:pt x="206" y="111"/>
                  </a:lnTo>
                  <a:lnTo>
                    <a:pt x="206" y="114"/>
                  </a:lnTo>
                  <a:lnTo>
                    <a:pt x="206" y="114"/>
                  </a:lnTo>
                  <a:lnTo>
                    <a:pt x="206" y="116"/>
                  </a:lnTo>
                  <a:lnTo>
                    <a:pt x="206" y="116"/>
                  </a:lnTo>
                  <a:lnTo>
                    <a:pt x="206" y="116"/>
                  </a:lnTo>
                  <a:lnTo>
                    <a:pt x="209" y="116"/>
                  </a:lnTo>
                  <a:lnTo>
                    <a:pt x="209" y="116"/>
                  </a:lnTo>
                  <a:lnTo>
                    <a:pt x="209" y="118"/>
                  </a:lnTo>
                  <a:lnTo>
                    <a:pt x="209" y="118"/>
                  </a:lnTo>
                  <a:lnTo>
                    <a:pt x="211" y="118"/>
                  </a:lnTo>
                  <a:lnTo>
                    <a:pt x="211" y="118"/>
                  </a:lnTo>
                  <a:lnTo>
                    <a:pt x="211" y="118"/>
                  </a:lnTo>
                  <a:lnTo>
                    <a:pt x="211" y="118"/>
                  </a:lnTo>
                  <a:lnTo>
                    <a:pt x="211" y="118"/>
                  </a:lnTo>
                  <a:lnTo>
                    <a:pt x="211" y="121"/>
                  </a:lnTo>
                  <a:lnTo>
                    <a:pt x="209" y="121"/>
                  </a:lnTo>
                  <a:lnTo>
                    <a:pt x="209" y="121"/>
                  </a:lnTo>
                  <a:lnTo>
                    <a:pt x="209" y="121"/>
                  </a:lnTo>
                  <a:lnTo>
                    <a:pt x="209" y="121"/>
                  </a:lnTo>
                  <a:lnTo>
                    <a:pt x="209" y="123"/>
                  </a:lnTo>
                  <a:lnTo>
                    <a:pt x="209" y="123"/>
                  </a:lnTo>
                  <a:lnTo>
                    <a:pt x="209" y="123"/>
                  </a:lnTo>
                  <a:lnTo>
                    <a:pt x="209" y="123"/>
                  </a:lnTo>
                  <a:lnTo>
                    <a:pt x="209" y="123"/>
                  </a:lnTo>
                  <a:lnTo>
                    <a:pt x="211" y="123"/>
                  </a:lnTo>
                  <a:lnTo>
                    <a:pt x="211" y="123"/>
                  </a:lnTo>
                  <a:lnTo>
                    <a:pt x="211" y="126"/>
                  </a:lnTo>
                  <a:lnTo>
                    <a:pt x="209" y="126"/>
                  </a:lnTo>
                  <a:lnTo>
                    <a:pt x="209" y="126"/>
                  </a:lnTo>
                  <a:lnTo>
                    <a:pt x="209" y="126"/>
                  </a:lnTo>
                  <a:lnTo>
                    <a:pt x="209" y="126"/>
                  </a:lnTo>
                  <a:lnTo>
                    <a:pt x="206" y="126"/>
                  </a:lnTo>
                  <a:lnTo>
                    <a:pt x="206" y="128"/>
                  </a:lnTo>
                  <a:lnTo>
                    <a:pt x="206" y="128"/>
                  </a:lnTo>
                  <a:lnTo>
                    <a:pt x="204" y="128"/>
                  </a:lnTo>
                  <a:lnTo>
                    <a:pt x="204" y="126"/>
                  </a:lnTo>
                  <a:lnTo>
                    <a:pt x="204" y="126"/>
                  </a:lnTo>
                  <a:lnTo>
                    <a:pt x="204" y="126"/>
                  </a:lnTo>
                  <a:lnTo>
                    <a:pt x="204" y="126"/>
                  </a:lnTo>
                  <a:lnTo>
                    <a:pt x="204" y="126"/>
                  </a:lnTo>
                  <a:lnTo>
                    <a:pt x="204" y="126"/>
                  </a:lnTo>
                  <a:lnTo>
                    <a:pt x="201" y="126"/>
                  </a:lnTo>
                  <a:lnTo>
                    <a:pt x="201" y="123"/>
                  </a:lnTo>
                  <a:lnTo>
                    <a:pt x="204" y="123"/>
                  </a:lnTo>
                  <a:lnTo>
                    <a:pt x="204" y="123"/>
                  </a:lnTo>
                  <a:lnTo>
                    <a:pt x="201" y="123"/>
                  </a:lnTo>
                  <a:lnTo>
                    <a:pt x="201" y="123"/>
                  </a:lnTo>
                  <a:lnTo>
                    <a:pt x="201" y="123"/>
                  </a:lnTo>
                  <a:lnTo>
                    <a:pt x="201" y="123"/>
                  </a:lnTo>
                  <a:lnTo>
                    <a:pt x="201" y="126"/>
                  </a:lnTo>
                  <a:lnTo>
                    <a:pt x="201" y="126"/>
                  </a:lnTo>
                  <a:lnTo>
                    <a:pt x="201" y="128"/>
                  </a:lnTo>
                  <a:lnTo>
                    <a:pt x="199" y="128"/>
                  </a:lnTo>
                  <a:lnTo>
                    <a:pt x="199" y="128"/>
                  </a:lnTo>
                  <a:lnTo>
                    <a:pt x="199" y="128"/>
                  </a:lnTo>
                  <a:lnTo>
                    <a:pt x="199" y="128"/>
                  </a:lnTo>
                  <a:lnTo>
                    <a:pt x="197" y="128"/>
                  </a:lnTo>
                  <a:lnTo>
                    <a:pt x="197" y="130"/>
                  </a:lnTo>
                  <a:lnTo>
                    <a:pt x="199" y="130"/>
                  </a:lnTo>
                  <a:lnTo>
                    <a:pt x="199" y="130"/>
                  </a:lnTo>
                  <a:lnTo>
                    <a:pt x="199" y="130"/>
                  </a:lnTo>
                  <a:lnTo>
                    <a:pt x="201" y="130"/>
                  </a:lnTo>
                  <a:lnTo>
                    <a:pt x="201" y="130"/>
                  </a:lnTo>
                  <a:lnTo>
                    <a:pt x="201" y="130"/>
                  </a:lnTo>
                  <a:lnTo>
                    <a:pt x="201" y="130"/>
                  </a:lnTo>
                  <a:lnTo>
                    <a:pt x="201" y="130"/>
                  </a:lnTo>
                  <a:lnTo>
                    <a:pt x="204" y="130"/>
                  </a:lnTo>
                  <a:lnTo>
                    <a:pt x="204" y="133"/>
                  </a:lnTo>
                  <a:lnTo>
                    <a:pt x="204" y="133"/>
                  </a:lnTo>
                  <a:lnTo>
                    <a:pt x="204" y="133"/>
                  </a:lnTo>
                  <a:lnTo>
                    <a:pt x="204" y="133"/>
                  </a:lnTo>
                  <a:lnTo>
                    <a:pt x="204" y="135"/>
                  </a:lnTo>
                  <a:lnTo>
                    <a:pt x="204" y="135"/>
                  </a:lnTo>
                  <a:lnTo>
                    <a:pt x="204" y="135"/>
                  </a:lnTo>
                  <a:lnTo>
                    <a:pt x="204" y="135"/>
                  </a:lnTo>
                  <a:lnTo>
                    <a:pt x="201" y="135"/>
                  </a:lnTo>
                  <a:lnTo>
                    <a:pt x="201" y="137"/>
                  </a:lnTo>
                  <a:lnTo>
                    <a:pt x="204" y="137"/>
                  </a:lnTo>
                  <a:lnTo>
                    <a:pt x="204" y="137"/>
                  </a:lnTo>
                  <a:lnTo>
                    <a:pt x="204" y="137"/>
                  </a:lnTo>
                  <a:lnTo>
                    <a:pt x="204" y="137"/>
                  </a:lnTo>
                  <a:lnTo>
                    <a:pt x="204" y="137"/>
                  </a:lnTo>
                  <a:lnTo>
                    <a:pt x="206" y="137"/>
                  </a:lnTo>
                  <a:lnTo>
                    <a:pt x="206" y="140"/>
                  </a:lnTo>
                  <a:lnTo>
                    <a:pt x="206" y="140"/>
                  </a:lnTo>
                  <a:lnTo>
                    <a:pt x="206" y="140"/>
                  </a:lnTo>
                  <a:lnTo>
                    <a:pt x="206" y="142"/>
                  </a:lnTo>
                  <a:lnTo>
                    <a:pt x="209" y="142"/>
                  </a:lnTo>
                  <a:lnTo>
                    <a:pt x="209" y="140"/>
                  </a:lnTo>
                  <a:lnTo>
                    <a:pt x="209" y="140"/>
                  </a:lnTo>
                  <a:lnTo>
                    <a:pt x="209" y="142"/>
                  </a:lnTo>
                  <a:lnTo>
                    <a:pt x="209" y="142"/>
                  </a:lnTo>
                  <a:lnTo>
                    <a:pt x="209" y="142"/>
                  </a:lnTo>
                  <a:lnTo>
                    <a:pt x="209" y="145"/>
                  </a:lnTo>
                  <a:lnTo>
                    <a:pt x="211" y="145"/>
                  </a:lnTo>
                  <a:lnTo>
                    <a:pt x="211" y="145"/>
                  </a:lnTo>
                  <a:lnTo>
                    <a:pt x="211" y="145"/>
                  </a:lnTo>
                  <a:lnTo>
                    <a:pt x="211" y="145"/>
                  </a:lnTo>
                  <a:lnTo>
                    <a:pt x="211" y="147"/>
                  </a:lnTo>
                  <a:lnTo>
                    <a:pt x="211" y="147"/>
                  </a:lnTo>
                  <a:lnTo>
                    <a:pt x="211" y="147"/>
                  </a:lnTo>
                  <a:lnTo>
                    <a:pt x="211" y="147"/>
                  </a:lnTo>
                  <a:lnTo>
                    <a:pt x="211" y="147"/>
                  </a:lnTo>
                  <a:lnTo>
                    <a:pt x="211" y="147"/>
                  </a:lnTo>
                  <a:lnTo>
                    <a:pt x="213" y="147"/>
                  </a:lnTo>
                  <a:lnTo>
                    <a:pt x="213" y="147"/>
                  </a:lnTo>
                  <a:lnTo>
                    <a:pt x="211" y="147"/>
                  </a:lnTo>
                  <a:lnTo>
                    <a:pt x="211" y="149"/>
                  </a:lnTo>
                  <a:lnTo>
                    <a:pt x="213" y="149"/>
                  </a:lnTo>
                  <a:lnTo>
                    <a:pt x="213" y="149"/>
                  </a:lnTo>
                  <a:lnTo>
                    <a:pt x="213" y="149"/>
                  </a:lnTo>
                  <a:lnTo>
                    <a:pt x="213" y="152"/>
                  </a:lnTo>
                  <a:lnTo>
                    <a:pt x="216" y="152"/>
                  </a:lnTo>
                  <a:lnTo>
                    <a:pt x="216" y="152"/>
                  </a:lnTo>
                  <a:lnTo>
                    <a:pt x="213" y="152"/>
                  </a:lnTo>
                  <a:lnTo>
                    <a:pt x="213" y="152"/>
                  </a:lnTo>
                  <a:lnTo>
                    <a:pt x="213" y="154"/>
                  </a:lnTo>
                  <a:lnTo>
                    <a:pt x="211" y="154"/>
                  </a:lnTo>
                  <a:lnTo>
                    <a:pt x="211" y="154"/>
                  </a:lnTo>
                  <a:lnTo>
                    <a:pt x="211" y="152"/>
                  </a:lnTo>
                  <a:lnTo>
                    <a:pt x="211" y="152"/>
                  </a:lnTo>
                  <a:lnTo>
                    <a:pt x="209" y="152"/>
                  </a:lnTo>
                  <a:lnTo>
                    <a:pt x="209" y="152"/>
                  </a:lnTo>
                  <a:lnTo>
                    <a:pt x="209" y="152"/>
                  </a:lnTo>
                  <a:lnTo>
                    <a:pt x="209" y="152"/>
                  </a:lnTo>
                  <a:lnTo>
                    <a:pt x="209" y="154"/>
                  </a:lnTo>
                  <a:lnTo>
                    <a:pt x="209" y="154"/>
                  </a:lnTo>
                  <a:lnTo>
                    <a:pt x="209" y="152"/>
                  </a:lnTo>
                  <a:lnTo>
                    <a:pt x="206" y="152"/>
                  </a:lnTo>
                  <a:lnTo>
                    <a:pt x="206" y="152"/>
                  </a:lnTo>
                  <a:lnTo>
                    <a:pt x="206" y="152"/>
                  </a:lnTo>
                  <a:lnTo>
                    <a:pt x="204" y="152"/>
                  </a:lnTo>
                  <a:lnTo>
                    <a:pt x="204" y="152"/>
                  </a:lnTo>
                  <a:lnTo>
                    <a:pt x="204" y="152"/>
                  </a:lnTo>
                  <a:lnTo>
                    <a:pt x="204" y="152"/>
                  </a:lnTo>
                  <a:lnTo>
                    <a:pt x="204" y="152"/>
                  </a:lnTo>
                  <a:lnTo>
                    <a:pt x="204" y="154"/>
                  </a:lnTo>
                  <a:lnTo>
                    <a:pt x="204" y="154"/>
                  </a:lnTo>
                  <a:lnTo>
                    <a:pt x="204" y="154"/>
                  </a:lnTo>
                  <a:lnTo>
                    <a:pt x="206" y="154"/>
                  </a:lnTo>
                  <a:lnTo>
                    <a:pt x="206" y="156"/>
                  </a:lnTo>
                  <a:lnTo>
                    <a:pt x="206" y="156"/>
                  </a:lnTo>
                  <a:lnTo>
                    <a:pt x="204" y="156"/>
                  </a:lnTo>
                  <a:lnTo>
                    <a:pt x="204" y="156"/>
                  </a:lnTo>
                  <a:lnTo>
                    <a:pt x="204" y="156"/>
                  </a:lnTo>
                  <a:lnTo>
                    <a:pt x="204" y="159"/>
                  </a:lnTo>
                  <a:lnTo>
                    <a:pt x="204" y="159"/>
                  </a:lnTo>
                  <a:lnTo>
                    <a:pt x="204" y="161"/>
                  </a:lnTo>
                  <a:lnTo>
                    <a:pt x="204" y="161"/>
                  </a:lnTo>
                  <a:lnTo>
                    <a:pt x="204" y="163"/>
                  </a:lnTo>
                  <a:lnTo>
                    <a:pt x="204" y="163"/>
                  </a:lnTo>
                  <a:lnTo>
                    <a:pt x="201" y="163"/>
                  </a:lnTo>
                  <a:lnTo>
                    <a:pt x="201" y="161"/>
                  </a:lnTo>
                  <a:lnTo>
                    <a:pt x="201" y="161"/>
                  </a:lnTo>
                  <a:lnTo>
                    <a:pt x="201" y="159"/>
                  </a:lnTo>
                  <a:lnTo>
                    <a:pt x="201" y="159"/>
                  </a:lnTo>
                  <a:lnTo>
                    <a:pt x="201" y="161"/>
                  </a:lnTo>
                  <a:lnTo>
                    <a:pt x="201" y="161"/>
                  </a:lnTo>
                  <a:lnTo>
                    <a:pt x="201" y="161"/>
                  </a:lnTo>
                  <a:lnTo>
                    <a:pt x="199" y="161"/>
                  </a:lnTo>
                  <a:lnTo>
                    <a:pt x="199" y="161"/>
                  </a:lnTo>
                  <a:lnTo>
                    <a:pt x="199" y="161"/>
                  </a:lnTo>
                  <a:lnTo>
                    <a:pt x="199" y="159"/>
                  </a:lnTo>
                  <a:lnTo>
                    <a:pt x="199" y="159"/>
                  </a:lnTo>
                  <a:lnTo>
                    <a:pt x="199" y="159"/>
                  </a:lnTo>
                  <a:lnTo>
                    <a:pt x="199" y="159"/>
                  </a:lnTo>
                  <a:lnTo>
                    <a:pt x="199" y="156"/>
                  </a:lnTo>
                  <a:lnTo>
                    <a:pt x="197" y="156"/>
                  </a:lnTo>
                  <a:lnTo>
                    <a:pt x="197" y="156"/>
                  </a:lnTo>
                  <a:lnTo>
                    <a:pt x="197" y="156"/>
                  </a:lnTo>
                  <a:lnTo>
                    <a:pt x="197" y="156"/>
                  </a:lnTo>
                  <a:lnTo>
                    <a:pt x="197" y="156"/>
                  </a:lnTo>
                  <a:lnTo>
                    <a:pt x="197" y="154"/>
                  </a:lnTo>
                  <a:lnTo>
                    <a:pt x="194" y="154"/>
                  </a:lnTo>
                  <a:lnTo>
                    <a:pt x="194" y="154"/>
                  </a:lnTo>
                  <a:lnTo>
                    <a:pt x="194" y="15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223"/>
            <p:cNvSpPr>
              <a:spLocks/>
            </p:cNvSpPr>
            <p:nvPr/>
          </p:nvSpPr>
          <p:spPr bwMode="auto">
            <a:xfrm>
              <a:off x="4557713" y="4144963"/>
              <a:ext cx="376238" cy="469900"/>
            </a:xfrm>
            <a:custGeom>
              <a:avLst/>
              <a:gdLst/>
              <a:ahLst/>
              <a:cxnLst>
                <a:cxn ang="0">
                  <a:pos x="199" y="140"/>
                </a:cxn>
                <a:cxn ang="0">
                  <a:pos x="197" y="128"/>
                </a:cxn>
                <a:cxn ang="0">
                  <a:pos x="190" y="126"/>
                </a:cxn>
                <a:cxn ang="0">
                  <a:pos x="187" y="140"/>
                </a:cxn>
                <a:cxn ang="0">
                  <a:pos x="187" y="154"/>
                </a:cxn>
                <a:cxn ang="0">
                  <a:pos x="185" y="166"/>
                </a:cxn>
                <a:cxn ang="0">
                  <a:pos x="201" y="173"/>
                </a:cxn>
                <a:cxn ang="0">
                  <a:pos x="206" y="192"/>
                </a:cxn>
                <a:cxn ang="0">
                  <a:pos x="220" y="204"/>
                </a:cxn>
                <a:cxn ang="0">
                  <a:pos x="230" y="216"/>
                </a:cxn>
                <a:cxn ang="0">
                  <a:pos x="235" y="230"/>
                </a:cxn>
                <a:cxn ang="0">
                  <a:pos x="232" y="246"/>
                </a:cxn>
                <a:cxn ang="0">
                  <a:pos x="235" y="268"/>
                </a:cxn>
                <a:cxn ang="0">
                  <a:pos x="232" y="291"/>
                </a:cxn>
                <a:cxn ang="0">
                  <a:pos x="223" y="289"/>
                </a:cxn>
                <a:cxn ang="0">
                  <a:pos x="218" y="291"/>
                </a:cxn>
                <a:cxn ang="0">
                  <a:pos x="206" y="287"/>
                </a:cxn>
                <a:cxn ang="0">
                  <a:pos x="204" y="294"/>
                </a:cxn>
                <a:cxn ang="0">
                  <a:pos x="192" y="280"/>
                </a:cxn>
                <a:cxn ang="0">
                  <a:pos x="178" y="268"/>
                </a:cxn>
                <a:cxn ang="0">
                  <a:pos x="166" y="256"/>
                </a:cxn>
                <a:cxn ang="0">
                  <a:pos x="154" y="242"/>
                </a:cxn>
                <a:cxn ang="0">
                  <a:pos x="142" y="227"/>
                </a:cxn>
                <a:cxn ang="0">
                  <a:pos x="133" y="213"/>
                </a:cxn>
                <a:cxn ang="0">
                  <a:pos x="123" y="197"/>
                </a:cxn>
                <a:cxn ang="0">
                  <a:pos x="119" y="178"/>
                </a:cxn>
                <a:cxn ang="0">
                  <a:pos x="109" y="163"/>
                </a:cxn>
                <a:cxn ang="0">
                  <a:pos x="100" y="147"/>
                </a:cxn>
                <a:cxn ang="0">
                  <a:pos x="88" y="137"/>
                </a:cxn>
                <a:cxn ang="0">
                  <a:pos x="83" y="118"/>
                </a:cxn>
                <a:cxn ang="0">
                  <a:pos x="81" y="102"/>
                </a:cxn>
                <a:cxn ang="0">
                  <a:pos x="67" y="90"/>
                </a:cxn>
                <a:cxn ang="0">
                  <a:pos x="55" y="81"/>
                </a:cxn>
                <a:cxn ang="0">
                  <a:pos x="48" y="64"/>
                </a:cxn>
                <a:cxn ang="0">
                  <a:pos x="36" y="50"/>
                </a:cxn>
                <a:cxn ang="0">
                  <a:pos x="22" y="38"/>
                </a:cxn>
                <a:cxn ang="0">
                  <a:pos x="10" y="26"/>
                </a:cxn>
                <a:cxn ang="0">
                  <a:pos x="3" y="7"/>
                </a:cxn>
                <a:cxn ang="0">
                  <a:pos x="7" y="0"/>
                </a:cxn>
                <a:cxn ang="0">
                  <a:pos x="22" y="9"/>
                </a:cxn>
                <a:cxn ang="0">
                  <a:pos x="40" y="9"/>
                </a:cxn>
                <a:cxn ang="0">
                  <a:pos x="57" y="14"/>
                </a:cxn>
                <a:cxn ang="0">
                  <a:pos x="69" y="28"/>
                </a:cxn>
                <a:cxn ang="0">
                  <a:pos x="76" y="43"/>
                </a:cxn>
                <a:cxn ang="0">
                  <a:pos x="90" y="54"/>
                </a:cxn>
                <a:cxn ang="0">
                  <a:pos x="104" y="66"/>
                </a:cxn>
                <a:cxn ang="0">
                  <a:pos x="114" y="81"/>
                </a:cxn>
                <a:cxn ang="0">
                  <a:pos x="126" y="85"/>
                </a:cxn>
                <a:cxn ang="0">
                  <a:pos x="138" y="90"/>
                </a:cxn>
                <a:cxn ang="0">
                  <a:pos x="145" y="100"/>
                </a:cxn>
                <a:cxn ang="0">
                  <a:pos x="159" y="104"/>
                </a:cxn>
                <a:cxn ang="0">
                  <a:pos x="168" y="114"/>
                </a:cxn>
                <a:cxn ang="0">
                  <a:pos x="178" y="128"/>
                </a:cxn>
                <a:cxn ang="0">
                  <a:pos x="183" y="118"/>
                </a:cxn>
                <a:cxn ang="0">
                  <a:pos x="194" y="114"/>
                </a:cxn>
                <a:cxn ang="0">
                  <a:pos x="209" y="116"/>
                </a:cxn>
                <a:cxn ang="0">
                  <a:pos x="206" y="128"/>
                </a:cxn>
                <a:cxn ang="0">
                  <a:pos x="199" y="130"/>
                </a:cxn>
                <a:cxn ang="0">
                  <a:pos x="206" y="140"/>
                </a:cxn>
                <a:cxn ang="0">
                  <a:pos x="213" y="149"/>
                </a:cxn>
                <a:cxn ang="0">
                  <a:pos x="204" y="154"/>
                </a:cxn>
                <a:cxn ang="0">
                  <a:pos x="199" y="159"/>
                </a:cxn>
              </a:cxnLst>
              <a:rect l="0" t="0" r="r" b="b"/>
              <a:pathLst>
                <a:path w="237" h="296">
                  <a:moveTo>
                    <a:pt x="194" y="152"/>
                  </a:moveTo>
                  <a:lnTo>
                    <a:pt x="197" y="152"/>
                  </a:lnTo>
                  <a:lnTo>
                    <a:pt x="197" y="152"/>
                  </a:lnTo>
                  <a:lnTo>
                    <a:pt x="197" y="152"/>
                  </a:lnTo>
                  <a:lnTo>
                    <a:pt x="199" y="152"/>
                  </a:lnTo>
                  <a:lnTo>
                    <a:pt x="199" y="152"/>
                  </a:lnTo>
                  <a:lnTo>
                    <a:pt x="201" y="152"/>
                  </a:lnTo>
                  <a:lnTo>
                    <a:pt x="201" y="152"/>
                  </a:lnTo>
                  <a:lnTo>
                    <a:pt x="201" y="149"/>
                  </a:lnTo>
                  <a:lnTo>
                    <a:pt x="201" y="149"/>
                  </a:lnTo>
                  <a:lnTo>
                    <a:pt x="201" y="149"/>
                  </a:lnTo>
                  <a:lnTo>
                    <a:pt x="201" y="147"/>
                  </a:lnTo>
                  <a:lnTo>
                    <a:pt x="201" y="147"/>
                  </a:lnTo>
                  <a:lnTo>
                    <a:pt x="201" y="147"/>
                  </a:lnTo>
                  <a:lnTo>
                    <a:pt x="204" y="147"/>
                  </a:lnTo>
                  <a:lnTo>
                    <a:pt x="204" y="147"/>
                  </a:lnTo>
                  <a:lnTo>
                    <a:pt x="201" y="147"/>
                  </a:lnTo>
                  <a:lnTo>
                    <a:pt x="201" y="145"/>
                  </a:lnTo>
                  <a:lnTo>
                    <a:pt x="201" y="145"/>
                  </a:lnTo>
                  <a:lnTo>
                    <a:pt x="201" y="145"/>
                  </a:lnTo>
                  <a:lnTo>
                    <a:pt x="201" y="142"/>
                  </a:lnTo>
                  <a:lnTo>
                    <a:pt x="201" y="142"/>
                  </a:lnTo>
                  <a:lnTo>
                    <a:pt x="201" y="142"/>
                  </a:lnTo>
                  <a:lnTo>
                    <a:pt x="199" y="142"/>
                  </a:lnTo>
                  <a:lnTo>
                    <a:pt x="199" y="142"/>
                  </a:lnTo>
                  <a:lnTo>
                    <a:pt x="199" y="140"/>
                  </a:lnTo>
                  <a:lnTo>
                    <a:pt x="197" y="140"/>
                  </a:lnTo>
                  <a:lnTo>
                    <a:pt x="197" y="140"/>
                  </a:lnTo>
                  <a:lnTo>
                    <a:pt x="197" y="140"/>
                  </a:lnTo>
                  <a:lnTo>
                    <a:pt x="197" y="140"/>
                  </a:lnTo>
                  <a:lnTo>
                    <a:pt x="197" y="137"/>
                  </a:lnTo>
                  <a:lnTo>
                    <a:pt x="197" y="137"/>
                  </a:lnTo>
                  <a:lnTo>
                    <a:pt x="197" y="137"/>
                  </a:lnTo>
                  <a:lnTo>
                    <a:pt x="199" y="137"/>
                  </a:lnTo>
                  <a:lnTo>
                    <a:pt x="199" y="137"/>
                  </a:lnTo>
                  <a:lnTo>
                    <a:pt x="199" y="137"/>
                  </a:lnTo>
                  <a:lnTo>
                    <a:pt x="199" y="135"/>
                  </a:lnTo>
                  <a:lnTo>
                    <a:pt x="197" y="135"/>
                  </a:lnTo>
                  <a:lnTo>
                    <a:pt x="197" y="135"/>
                  </a:lnTo>
                  <a:lnTo>
                    <a:pt x="197" y="135"/>
                  </a:lnTo>
                  <a:lnTo>
                    <a:pt x="197" y="133"/>
                  </a:lnTo>
                  <a:lnTo>
                    <a:pt x="197" y="133"/>
                  </a:lnTo>
                  <a:lnTo>
                    <a:pt x="199" y="133"/>
                  </a:lnTo>
                  <a:lnTo>
                    <a:pt x="199" y="133"/>
                  </a:lnTo>
                  <a:lnTo>
                    <a:pt x="199" y="133"/>
                  </a:lnTo>
                  <a:lnTo>
                    <a:pt x="199" y="133"/>
                  </a:lnTo>
                  <a:lnTo>
                    <a:pt x="197" y="133"/>
                  </a:lnTo>
                  <a:lnTo>
                    <a:pt x="197" y="130"/>
                  </a:lnTo>
                  <a:lnTo>
                    <a:pt x="197" y="130"/>
                  </a:lnTo>
                  <a:lnTo>
                    <a:pt x="197" y="130"/>
                  </a:lnTo>
                  <a:lnTo>
                    <a:pt x="197" y="130"/>
                  </a:lnTo>
                  <a:lnTo>
                    <a:pt x="197" y="128"/>
                  </a:lnTo>
                  <a:lnTo>
                    <a:pt x="197" y="128"/>
                  </a:lnTo>
                  <a:lnTo>
                    <a:pt x="197" y="128"/>
                  </a:lnTo>
                  <a:lnTo>
                    <a:pt x="197" y="128"/>
                  </a:lnTo>
                  <a:lnTo>
                    <a:pt x="197" y="126"/>
                  </a:lnTo>
                  <a:lnTo>
                    <a:pt x="197" y="126"/>
                  </a:lnTo>
                  <a:lnTo>
                    <a:pt x="197" y="126"/>
                  </a:lnTo>
                  <a:lnTo>
                    <a:pt x="194" y="126"/>
                  </a:lnTo>
                  <a:lnTo>
                    <a:pt x="194" y="123"/>
                  </a:lnTo>
                  <a:lnTo>
                    <a:pt x="194" y="123"/>
                  </a:lnTo>
                  <a:lnTo>
                    <a:pt x="194" y="123"/>
                  </a:lnTo>
                  <a:lnTo>
                    <a:pt x="194" y="121"/>
                  </a:lnTo>
                  <a:lnTo>
                    <a:pt x="194" y="121"/>
                  </a:lnTo>
                  <a:lnTo>
                    <a:pt x="192" y="121"/>
                  </a:lnTo>
                  <a:lnTo>
                    <a:pt x="192" y="121"/>
                  </a:lnTo>
                  <a:lnTo>
                    <a:pt x="190" y="121"/>
                  </a:lnTo>
                  <a:lnTo>
                    <a:pt x="190" y="123"/>
                  </a:lnTo>
                  <a:lnTo>
                    <a:pt x="192" y="123"/>
                  </a:lnTo>
                  <a:lnTo>
                    <a:pt x="192" y="123"/>
                  </a:lnTo>
                  <a:lnTo>
                    <a:pt x="192" y="123"/>
                  </a:lnTo>
                  <a:lnTo>
                    <a:pt x="192" y="126"/>
                  </a:lnTo>
                  <a:lnTo>
                    <a:pt x="192" y="126"/>
                  </a:lnTo>
                  <a:lnTo>
                    <a:pt x="192" y="126"/>
                  </a:lnTo>
                  <a:lnTo>
                    <a:pt x="190" y="126"/>
                  </a:lnTo>
                  <a:lnTo>
                    <a:pt x="190" y="126"/>
                  </a:lnTo>
                  <a:lnTo>
                    <a:pt x="190" y="126"/>
                  </a:lnTo>
                  <a:lnTo>
                    <a:pt x="190" y="126"/>
                  </a:lnTo>
                  <a:lnTo>
                    <a:pt x="187" y="126"/>
                  </a:lnTo>
                  <a:lnTo>
                    <a:pt x="187" y="126"/>
                  </a:lnTo>
                  <a:lnTo>
                    <a:pt x="187" y="126"/>
                  </a:lnTo>
                  <a:lnTo>
                    <a:pt x="187" y="128"/>
                  </a:lnTo>
                  <a:lnTo>
                    <a:pt x="187" y="128"/>
                  </a:lnTo>
                  <a:lnTo>
                    <a:pt x="187" y="128"/>
                  </a:lnTo>
                  <a:lnTo>
                    <a:pt x="187" y="128"/>
                  </a:lnTo>
                  <a:lnTo>
                    <a:pt x="187" y="128"/>
                  </a:lnTo>
                  <a:lnTo>
                    <a:pt x="187" y="128"/>
                  </a:lnTo>
                  <a:lnTo>
                    <a:pt x="185" y="128"/>
                  </a:lnTo>
                  <a:lnTo>
                    <a:pt x="185" y="130"/>
                  </a:lnTo>
                  <a:lnTo>
                    <a:pt x="185" y="130"/>
                  </a:lnTo>
                  <a:lnTo>
                    <a:pt x="185" y="133"/>
                  </a:lnTo>
                  <a:lnTo>
                    <a:pt x="185" y="133"/>
                  </a:lnTo>
                  <a:lnTo>
                    <a:pt x="185" y="133"/>
                  </a:lnTo>
                  <a:lnTo>
                    <a:pt x="185" y="135"/>
                  </a:lnTo>
                  <a:lnTo>
                    <a:pt x="185" y="135"/>
                  </a:lnTo>
                  <a:lnTo>
                    <a:pt x="185" y="135"/>
                  </a:lnTo>
                  <a:lnTo>
                    <a:pt x="187" y="135"/>
                  </a:lnTo>
                  <a:lnTo>
                    <a:pt x="187" y="135"/>
                  </a:lnTo>
                  <a:lnTo>
                    <a:pt x="187" y="137"/>
                  </a:lnTo>
                  <a:lnTo>
                    <a:pt x="187" y="137"/>
                  </a:lnTo>
                  <a:lnTo>
                    <a:pt x="187" y="137"/>
                  </a:lnTo>
                  <a:lnTo>
                    <a:pt x="187" y="137"/>
                  </a:lnTo>
                  <a:lnTo>
                    <a:pt x="187" y="140"/>
                  </a:lnTo>
                  <a:lnTo>
                    <a:pt x="187" y="140"/>
                  </a:lnTo>
                  <a:lnTo>
                    <a:pt x="187" y="142"/>
                  </a:lnTo>
                  <a:lnTo>
                    <a:pt x="187" y="142"/>
                  </a:lnTo>
                  <a:lnTo>
                    <a:pt x="190" y="142"/>
                  </a:lnTo>
                  <a:lnTo>
                    <a:pt x="190" y="145"/>
                  </a:lnTo>
                  <a:lnTo>
                    <a:pt x="190" y="145"/>
                  </a:lnTo>
                  <a:lnTo>
                    <a:pt x="187" y="145"/>
                  </a:lnTo>
                  <a:lnTo>
                    <a:pt x="187" y="145"/>
                  </a:lnTo>
                  <a:lnTo>
                    <a:pt x="187" y="145"/>
                  </a:lnTo>
                  <a:lnTo>
                    <a:pt x="187" y="147"/>
                  </a:lnTo>
                  <a:lnTo>
                    <a:pt x="185" y="147"/>
                  </a:lnTo>
                  <a:lnTo>
                    <a:pt x="185" y="147"/>
                  </a:lnTo>
                  <a:lnTo>
                    <a:pt x="185" y="147"/>
                  </a:lnTo>
                  <a:lnTo>
                    <a:pt x="183" y="147"/>
                  </a:lnTo>
                  <a:lnTo>
                    <a:pt x="183" y="147"/>
                  </a:lnTo>
                  <a:lnTo>
                    <a:pt x="183" y="147"/>
                  </a:lnTo>
                  <a:lnTo>
                    <a:pt x="183" y="147"/>
                  </a:lnTo>
                  <a:lnTo>
                    <a:pt x="183" y="149"/>
                  </a:lnTo>
                  <a:lnTo>
                    <a:pt x="185" y="149"/>
                  </a:lnTo>
                  <a:lnTo>
                    <a:pt x="185" y="149"/>
                  </a:lnTo>
                  <a:lnTo>
                    <a:pt x="185" y="149"/>
                  </a:lnTo>
                  <a:lnTo>
                    <a:pt x="187" y="149"/>
                  </a:lnTo>
                  <a:lnTo>
                    <a:pt x="187" y="149"/>
                  </a:lnTo>
                  <a:lnTo>
                    <a:pt x="187" y="152"/>
                  </a:lnTo>
                  <a:lnTo>
                    <a:pt x="187" y="152"/>
                  </a:lnTo>
                  <a:lnTo>
                    <a:pt x="187" y="152"/>
                  </a:lnTo>
                  <a:lnTo>
                    <a:pt x="187" y="154"/>
                  </a:lnTo>
                  <a:lnTo>
                    <a:pt x="187" y="154"/>
                  </a:lnTo>
                  <a:lnTo>
                    <a:pt x="187" y="154"/>
                  </a:lnTo>
                  <a:lnTo>
                    <a:pt x="185" y="154"/>
                  </a:lnTo>
                  <a:lnTo>
                    <a:pt x="185" y="154"/>
                  </a:lnTo>
                  <a:lnTo>
                    <a:pt x="185" y="154"/>
                  </a:lnTo>
                  <a:lnTo>
                    <a:pt x="185" y="156"/>
                  </a:lnTo>
                  <a:lnTo>
                    <a:pt x="183" y="156"/>
                  </a:lnTo>
                  <a:lnTo>
                    <a:pt x="183" y="156"/>
                  </a:lnTo>
                  <a:lnTo>
                    <a:pt x="183" y="156"/>
                  </a:lnTo>
                  <a:lnTo>
                    <a:pt x="183" y="156"/>
                  </a:lnTo>
                  <a:lnTo>
                    <a:pt x="183" y="156"/>
                  </a:lnTo>
                  <a:lnTo>
                    <a:pt x="180" y="156"/>
                  </a:lnTo>
                  <a:lnTo>
                    <a:pt x="180" y="159"/>
                  </a:lnTo>
                  <a:lnTo>
                    <a:pt x="180" y="159"/>
                  </a:lnTo>
                  <a:lnTo>
                    <a:pt x="180" y="159"/>
                  </a:lnTo>
                  <a:lnTo>
                    <a:pt x="180" y="161"/>
                  </a:lnTo>
                  <a:lnTo>
                    <a:pt x="180" y="161"/>
                  </a:lnTo>
                  <a:lnTo>
                    <a:pt x="180" y="161"/>
                  </a:lnTo>
                  <a:lnTo>
                    <a:pt x="183" y="161"/>
                  </a:lnTo>
                  <a:lnTo>
                    <a:pt x="183" y="163"/>
                  </a:lnTo>
                  <a:lnTo>
                    <a:pt x="183" y="163"/>
                  </a:lnTo>
                  <a:lnTo>
                    <a:pt x="183" y="163"/>
                  </a:lnTo>
                  <a:lnTo>
                    <a:pt x="183" y="163"/>
                  </a:lnTo>
                  <a:lnTo>
                    <a:pt x="183" y="166"/>
                  </a:lnTo>
                  <a:lnTo>
                    <a:pt x="185" y="166"/>
                  </a:lnTo>
                  <a:lnTo>
                    <a:pt x="185" y="166"/>
                  </a:lnTo>
                  <a:lnTo>
                    <a:pt x="185" y="166"/>
                  </a:lnTo>
                  <a:lnTo>
                    <a:pt x="185" y="166"/>
                  </a:lnTo>
                  <a:lnTo>
                    <a:pt x="187" y="166"/>
                  </a:lnTo>
                  <a:lnTo>
                    <a:pt x="187" y="166"/>
                  </a:lnTo>
                  <a:lnTo>
                    <a:pt x="187" y="168"/>
                  </a:lnTo>
                  <a:lnTo>
                    <a:pt x="187" y="168"/>
                  </a:lnTo>
                  <a:lnTo>
                    <a:pt x="190" y="168"/>
                  </a:lnTo>
                  <a:lnTo>
                    <a:pt x="190" y="168"/>
                  </a:lnTo>
                  <a:lnTo>
                    <a:pt x="190" y="168"/>
                  </a:lnTo>
                  <a:lnTo>
                    <a:pt x="192" y="168"/>
                  </a:lnTo>
                  <a:lnTo>
                    <a:pt x="192" y="168"/>
                  </a:lnTo>
                  <a:lnTo>
                    <a:pt x="192" y="168"/>
                  </a:lnTo>
                  <a:lnTo>
                    <a:pt x="194" y="168"/>
                  </a:lnTo>
                  <a:lnTo>
                    <a:pt x="194" y="168"/>
                  </a:lnTo>
                  <a:lnTo>
                    <a:pt x="194" y="168"/>
                  </a:lnTo>
                  <a:lnTo>
                    <a:pt x="197" y="168"/>
                  </a:lnTo>
                  <a:lnTo>
                    <a:pt x="197" y="168"/>
                  </a:lnTo>
                  <a:lnTo>
                    <a:pt x="197" y="168"/>
                  </a:lnTo>
                  <a:lnTo>
                    <a:pt x="199" y="168"/>
                  </a:lnTo>
                  <a:lnTo>
                    <a:pt x="199" y="168"/>
                  </a:lnTo>
                  <a:lnTo>
                    <a:pt x="201" y="168"/>
                  </a:lnTo>
                  <a:lnTo>
                    <a:pt x="201" y="168"/>
                  </a:lnTo>
                  <a:lnTo>
                    <a:pt x="201" y="171"/>
                  </a:lnTo>
                  <a:lnTo>
                    <a:pt x="201" y="171"/>
                  </a:lnTo>
                  <a:lnTo>
                    <a:pt x="201" y="173"/>
                  </a:lnTo>
                  <a:lnTo>
                    <a:pt x="201" y="173"/>
                  </a:lnTo>
                  <a:lnTo>
                    <a:pt x="201" y="175"/>
                  </a:lnTo>
                  <a:lnTo>
                    <a:pt x="201" y="175"/>
                  </a:lnTo>
                  <a:lnTo>
                    <a:pt x="201" y="175"/>
                  </a:lnTo>
                  <a:lnTo>
                    <a:pt x="201" y="178"/>
                  </a:lnTo>
                  <a:lnTo>
                    <a:pt x="204" y="178"/>
                  </a:lnTo>
                  <a:lnTo>
                    <a:pt x="204" y="178"/>
                  </a:lnTo>
                  <a:lnTo>
                    <a:pt x="204" y="178"/>
                  </a:lnTo>
                  <a:lnTo>
                    <a:pt x="204" y="180"/>
                  </a:lnTo>
                  <a:lnTo>
                    <a:pt x="204" y="180"/>
                  </a:lnTo>
                  <a:lnTo>
                    <a:pt x="201" y="180"/>
                  </a:lnTo>
                  <a:lnTo>
                    <a:pt x="201" y="182"/>
                  </a:lnTo>
                  <a:lnTo>
                    <a:pt x="201" y="182"/>
                  </a:lnTo>
                  <a:lnTo>
                    <a:pt x="204" y="182"/>
                  </a:lnTo>
                  <a:lnTo>
                    <a:pt x="204" y="185"/>
                  </a:lnTo>
                  <a:lnTo>
                    <a:pt x="204" y="185"/>
                  </a:lnTo>
                  <a:lnTo>
                    <a:pt x="204" y="185"/>
                  </a:lnTo>
                  <a:lnTo>
                    <a:pt x="204" y="187"/>
                  </a:lnTo>
                  <a:lnTo>
                    <a:pt x="204" y="187"/>
                  </a:lnTo>
                  <a:lnTo>
                    <a:pt x="204" y="187"/>
                  </a:lnTo>
                  <a:lnTo>
                    <a:pt x="206" y="187"/>
                  </a:lnTo>
                  <a:lnTo>
                    <a:pt x="206" y="187"/>
                  </a:lnTo>
                  <a:lnTo>
                    <a:pt x="206" y="190"/>
                  </a:lnTo>
                  <a:lnTo>
                    <a:pt x="206" y="190"/>
                  </a:lnTo>
                  <a:lnTo>
                    <a:pt x="206" y="192"/>
                  </a:lnTo>
                  <a:lnTo>
                    <a:pt x="206" y="192"/>
                  </a:lnTo>
                  <a:lnTo>
                    <a:pt x="206" y="192"/>
                  </a:lnTo>
                  <a:lnTo>
                    <a:pt x="206" y="194"/>
                  </a:lnTo>
                  <a:lnTo>
                    <a:pt x="209" y="194"/>
                  </a:lnTo>
                  <a:lnTo>
                    <a:pt x="209" y="194"/>
                  </a:lnTo>
                  <a:lnTo>
                    <a:pt x="209" y="194"/>
                  </a:lnTo>
                  <a:lnTo>
                    <a:pt x="211" y="194"/>
                  </a:lnTo>
                  <a:lnTo>
                    <a:pt x="211" y="194"/>
                  </a:lnTo>
                  <a:lnTo>
                    <a:pt x="211" y="194"/>
                  </a:lnTo>
                  <a:lnTo>
                    <a:pt x="211" y="194"/>
                  </a:lnTo>
                  <a:lnTo>
                    <a:pt x="211" y="197"/>
                  </a:lnTo>
                  <a:lnTo>
                    <a:pt x="211" y="197"/>
                  </a:lnTo>
                  <a:lnTo>
                    <a:pt x="211" y="197"/>
                  </a:lnTo>
                  <a:lnTo>
                    <a:pt x="211" y="199"/>
                  </a:lnTo>
                  <a:lnTo>
                    <a:pt x="211" y="199"/>
                  </a:lnTo>
                  <a:lnTo>
                    <a:pt x="211" y="199"/>
                  </a:lnTo>
                  <a:lnTo>
                    <a:pt x="211" y="201"/>
                  </a:lnTo>
                  <a:lnTo>
                    <a:pt x="211" y="201"/>
                  </a:lnTo>
                  <a:lnTo>
                    <a:pt x="213" y="201"/>
                  </a:lnTo>
                  <a:lnTo>
                    <a:pt x="213" y="201"/>
                  </a:lnTo>
                  <a:lnTo>
                    <a:pt x="213" y="204"/>
                  </a:lnTo>
                  <a:lnTo>
                    <a:pt x="213" y="204"/>
                  </a:lnTo>
                  <a:lnTo>
                    <a:pt x="216" y="204"/>
                  </a:lnTo>
                  <a:lnTo>
                    <a:pt x="216" y="204"/>
                  </a:lnTo>
                  <a:lnTo>
                    <a:pt x="216" y="204"/>
                  </a:lnTo>
                  <a:lnTo>
                    <a:pt x="218" y="204"/>
                  </a:lnTo>
                  <a:lnTo>
                    <a:pt x="218" y="204"/>
                  </a:lnTo>
                  <a:lnTo>
                    <a:pt x="220" y="204"/>
                  </a:lnTo>
                  <a:lnTo>
                    <a:pt x="220" y="204"/>
                  </a:lnTo>
                  <a:lnTo>
                    <a:pt x="220" y="204"/>
                  </a:lnTo>
                  <a:lnTo>
                    <a:pt x="220" y="204"/>
                  </a:lnTo>
                  <a:lnTo>
                    <a:pt x="223" y="204"/>
                  </a:lnTo>
                  <a:lnTo>
                    <a:pt x="223" y="204"/>
                  </a:lnTo>
                  <a:lnTo>
                    <a:pt x="223" y="204"/>
                  </a:lnTo>
                  <a:lnTo>
                    <a:pt x="225" y="204"/>
                  </a:lnTo>
                  <a:lnTo>
                    <a:pt x="225" y="204"/>
                  </a:lnTo>
                  <a:lnTo>
                    <a:pt x="227" y="204"/>
                  </a:lnTo>
                  <a:lnTo>
                    <a:pt x="227" y="204"/>
                  </a:lnTo>
                  <a:lnTo>
                    <a:pt x="227" y="204"/>
                  </a:lnTo>
                  <a:lnTo>
                    <a:pt x="227" y="206"/>
                  </a:lnTo>
                  <a:lnTo>
                    <a:pt x="227" y="206"/>
                  </a:lnTo>
                  <a:lnTo>
                    <a:pt x="227" y="206"/>
                  </a:lnTo>
                  <a:lnTo>
                    <a:pt x="227" y="206"/>
                  </a:lnTo>
                  <a:lnTo>
                    <a:pt x="227" y="209"/>
                  </a:lnTo>
                  <a:lnTo>
                    <a:pt x="227" y="209"/>
                  </a:lnTo>
                  <a:lnTo>
                    <a:pt x="227" y="211"/>
                  </a:lnTo>
                  <a:lnTo>
                    <a:pt x="227" y="211"/>
                  </a:lnTo>
                  <a:lnTo>
                    <a:pt x="227" y="211"/>
                  </a:lnTo>
                  <a:lnTo>
                    <a:pt x="230" y="211"/>
                  </a:lnTo>
                  <a:lnTo>
                    <a:pt x="230" y="211"/>
                  </a:lnTo>
                  <a:lnTo>
                    <a:pt x="230" y="211"/>
                  </a:lnTo>
                  <a:lnTo>
                    <a:pt x="230" y="213"/>
                  </a:lnTo>
                  <a:lnTo>
                    <a:pt x="230" y="213"/>
                  </a:lnTo>
                  <a:lnTo>
                    <a:pt x="230" y="216"/>
                  </a:lnTo>
                  <a:lnTo>
                    <a:pt x="230" y="216"/>
                  </a:lnTo>
                  <a:lnTo>
                    <a:pt x="230" y="216"/>
                  </a:lnTo>
                  <a:lnTo>
                    <a:pt x="232" y="216"/>
                  </a:lnTo>
                  <a:lnTo>
                    <a:pt x="232" y="218"/>
                  </a:lnTo>
                  <a:lnTo>
                    <a:pt x="232" y="218"/>
                  </a:lnTo>
                  <a:lnTo>
                    <a:pt x="235" y="218"/>
                  </a:lnTo>
                  <a:lnTo>
                    <a:pt x="235" y="218"/>
                  </a:lnTo>
                  <a:lnTo>
                    <a:pt x="235" y="218"/>
                  </a:lnTo>
                  <a:lnTo>
                    <a:pt x="235" y="218"/>
                  </a:lnTo>
                  <a:lnTo>
                    <a:pt x="237" y="218"/>
                  </a:lnTo>
                  <a:lnTo>
                    <a:pt x="237" y="218"/>
                  </a:lnTo>
                  <a:lnTo>
                    <a:pt x="237" y="220"/>
                  </a:lnTo>
                  <a:lnTo>
                    <a:pt x="237" y="220"/>
                  </a:lnTo>
                  <a:lnTo>
                    <a:pt x="237" y="223"/>
                  </a:lnTo>
                  <a:lnTo>
                    <a:pt x="237" y="223"/>
                  </a:lnTo>
                  <a:lnTo>
                    <a:pt x="237" y="225"/>
                  </a:lnTo>
                  <a:lnTo>
                    <a:pt x="237" y="225"/>
                  </a:lnTo>
                  <a:lnTo>
                    <a:pt x="237" y="225"/>
                  </a:lnTo>
                  <a:lnTo>
                    <a:pt x="237" y="225"/>
                  </a:lnTo>
                  <a:lnTo>
                    <a:pt x="237" y="225"/>
                  </a:lnTo>
                  <a:lnTo>
                    <a:pt x="237" y="227"/>
                  </a:lnTo>
                  <a:lnTo>
                    <a:pt x="237" y="227"/>
                  </a:lnTo>
                  <a:lnTo>
                    <a:pt x="237" y="227"/>
                  </a:lnTo>
                  <a:lnTo>
                    <a:pt x="235" y="227"/>
                  </a:lnTo>
                  <a:lnTo>
                    <a:pt x="235" y="227"/>
                  </a:lnTo>
                  <a:lnTo>
                    <a:pt x="235" y="230"/>
                  </a:lnTo>
                  <a:lnTo>
                    <a:pt x="235" y="230"/>
                  </a:lnTo>
                  <a:lnTo>
                    <a:pt x="235" y="230"/>
                  </a:lnTo>
                  <a:lnTo>
                    <a:pt x="235" y="232"/>
                  </a:lnTo>
                  <a:lnTo>
                    <a:pt x="232" y="232"/>
                  </a:lnTo>
                  <a:lnTo>
                    <a:pt x="232" y="232"/>
                  </a:lnTo>
                  <a:lnTo>
                    <a:pt x="232" y="235"/>
                  </a:lnTo>
                  <a:lnTo>
                    <a:pt x="232" y="235"/>
                  </a:lnTo>
                  <a:lnTo>
                    <a:pt x="232" y="235"/>
                  </a:lnTo>
                  <a:lnTo>
                    <a:pt x="232" y="237"/>
                  </a:lnTo>
                  <a:lnTo>
                    <a:pt x="232" y="237"/>
                  </a:lnTo>
                  <a:lnTo>
                    <a:pt x="232" y="237"/>
                  </a:lnTo>
                  <a:lnTo>
                    <a:pt x="232" y="237"/>
                  </a:lnTo>
                  <a:lnTo>
                    <a:pt x="232" y="239"/>
                  </a:lnTo>
                  <a:lnTo>
                    <a:pt x="235" y="239"/>
                  </a:lnTo>
                  <a:lnTo>
                    <a:pt x="235" y="239"/>
                  </a:lnTo>
                  <a:lnTo>
                    <a:pt x="235" y="239"/>
                  </a:lnTo>
                  <a:lnTo>
                    <a:pt x="235" y="239"/>
                  </a:lnTo>
                  <a:lnTo>
                    <a:pt x="235" y="242"/>
                  </a:lnTo>
                  <a:lnTo>
                    <a:pt x="235" y="242"/>
                  </a:lnTo>
                  <a:lnTo>
                    <a:pt x="235" y="242"/>
                  </a:lnTo>
                  <a:lnTo>
                    <a:pt x="235" y="244"/>
                  </a:lnTo>
                  <a:lnTo>
                    <a:pt x="235" y="244"/>
                  </a:lnTo>
                  <a:lnTo>
                    <a:pt x="235" y="244"/>
                  </a:lnTo>
                  <a:lnTo>
                    <a:pt x="235" y="246"/>
                  </a:lnTo>
                  <a:lnTo>
                    <a:pt x="232" y="246"/>
                  </a:lnTo>
                  <a:lnTo>
                    <a:pt x="232" y="246"/>
                  </a:lnTo>
                  <a:lnTo>
                    <a:pt x="232" y="246"/>
                  </a:lnTo>
                  <a:lnTo>
                    <a:pt x="232" y="249"/>
                  </a:lnTo>
                  <a:lnTo>
                    <a:pt x="232" y="249"/>
                  </a:lnTo>
                  <a:lnTo>
                    <a:pt x="232" y="249"/>
                  </a:lnTo>
                  <a:lnTo>
                    <a:pt x="232" y="251"/>
                  </a:lnTo>
                  <a:lnTo>
                    <a:pt x="232" y="251"/>
                  </a:lnTo>
                  <a:lnTo>
                    <a:pt x="232" y="254"/>
                  </a:lnTo>
                  <a:lnTo>
                    <a:pt x="232" y="254"/>
                  </a:lnTo>
                  <a:lnTo>
                    <a:pt x="232" y="254"/>
                  </a:lnTo>
                  <a:lnTo>
                    <a:pt x="232" y="256"/>
                  </a:lnTo>
                  <a:lnTo>
                    <a:pt x="232" y="256"/>
                  </a:lnTo>
                  <a:lnTo>
                    <a:pt x="235" y="256"/>
                  </a:lnTo>
                  <a:lnTo>
                    <a:pt x="235" y="256"/>
                  </a:lnTo>
                  <a:lnTo>
                    <a:pt x="235" y="258"/>
                  </a:lnTo>
                  <a:lnTo>
                    <a:pt x="235" y="258"/>
                  </a:lnTo>
                  <a:lnTo>
                    <a:pt x="235" y="261"/>
                  </a:lnTo>
                  <a:lnTo>
                    <a:pt x="235" y="261"/>
                  </a:lnTo>
                  <a:lnTo>
                    <a:pt x="235" y="263"/>
                  </a:lnTo>
                  <a:lnTo>
                    <a:pt x="235" y="263"/>
                  </a:lnTo>
                  <a:lnTo>
                    <a:pt x="235" y="265"/>
                  </a:lnTo>
                  <a:lnTo>
                    <a:pt x="232" y="265"/>
                  </a:lnTo>
                  <a:lnTo>
                    <a:pt x="232" y="265"/>
                  </a:lnTo>
                  <a:lnTo>
                    <a:pt x="232" y="265"/>
                  </a:lnTo>
                  <a:lnTo>
                    <a:pt x="232" y="268"/>
                  </a:lnTo>
                  <a:lnTo>
                    <a:pt x="235" y="268"/>
                  </a:lnTo>
                  <a:lnTo>
                    <a:pt x="235" y="268"/>
                  </a:lnTo>
                  <a:lnTo>
                    <a:pt x="235" y="270"/>
                  </a:lnTo>
                  <a:lnTo>
                    <a:pt x="235" y="270"/>
                  </a:lnTo>
                  <a:lnTo>
                    <a:pt x="232" y="270"/>
                  </a:lnTo>
                  <a:lnTo>
                    <a:pt x="232" y="273"/>
                  </a:lnTo>
                  <a:lnTo>
                    <a:pt x="232" y="273"/>
                  </a:lnTo>
                  <a:lnTo>
                    <a:pt x="232" y="275"/>
                  </a:lnTo>
                  <a:lnTo>
                    <a:pt x="232" y="275"/>
                  </a:lnTo>
                  <a:lnTo>
                    <a:pt x="232" y="275"/>
                  </a:lnTo>
                  <a:lnTo>
                    <a:pt x="232" y="277"/>
                  </a:lnTo>
                  <a:lnTo>
                    <a:pt x="232" y="277"/>
                  </a:lnTo>
                  <a:lnTo>
                    <a:pt x="232" y="280"/>
                  </a:lnTo>
                  <a:lnTo>
                    <a:pt x="232" y="280"/>
                  </a:lnTo>
                  <a:lnTo>
                    <a:pt x="232" y="280"/>
                  </a:lnTo>
                  <a:lnTo>
                    <a:pt x="232" y="282"/>
                  </a:lnTo>
                  <a:lnTo>
                    <a:pt x="232" y="282"/>
                  </a:lnTo>
                  <a:lnTo>
                    <a:pt x="232" y="284"/>
                  </a:lnTo>
                  <a:lnTo>
                    <a:pt x="232" y="284"/>
                  </a:lnTo>
                  <a:lnTo>
                    <a:pt x="232" y="284"/>
                  </a:lnTo>
                  <a:lnTo>
                    <a:pt x="232" y="287"/>
                  </a:lnTo>
                  <a:lnTo>
                    <a:pt x="232" y="287"/>
                  </a:lnTo>
                  <a:lnTo>
                    <a:pt x="232" y="287"/>
                  </a:lnTo>
                  <a:lnTo>
                    <a:pt x="232" y="289"/>
                  </a:lnTo>
                  <a:lnTo>
                    <a:pt x="232" y="289"/>
                  </a:lnTo>
                  <a:lnTo>
                    <a:pt x="232" y="289"/>
                  </a:lnTo>
                  <a:lnTo>
                    <a:pt x="232" y="291"/>
                  </a:lnTo>
                  <a:lnTo>
                    <a:pt x="232" y="291"/>
                  </a:lnTo>
                  <a:lnTo>
                    <a:pt x="232" y="294"/>
                  </a:lnTo>
                  <a:lnTo>
                    <a:pt x="230" y="294"/>
                  </a:lnTo>
                  <a:lnTo>
                    <a:pt x="230" y="294"/>
                  </a:lnTo>
                  <a:lnTo>
                    <a:pt x="230" y="294"/>
                  </a:lnTo>
                  <a:lnTo>
                    <a:pt x="230" y="294"/>
                  </a:lnTo>
                  <a:lnTo>
                    <a:pt x="230" y="294"/>
                  </a:lnTo>
                  <a:lnTo>
                    <a:pt x="227" y="294"/>
                  </a:lnTo>
                  <a:lnTo>
                    <a:pt x="227" y="294"/>
                  </a:lnTo>
                  <a:lnTo>
                    <a:pt x="227" y="294"/>
                  </a:lnTo>
                  <a:lnTo>
                    <a:pt x="227" y="294"/>
                  </a:lnTo>
                  <a:lnTo>
                    <a:pt x="225" y="294"/>
                  </a:lnTo>
                  <a:lnTo>
                    <a:pt x="225" y="296"/>
                  </a:lnTo>
                  <a:lnTo>
                    <a:pt x="225" y="296"/>
                  </a:lnTo>
                  <a:lnTo>
                    <a:pt x="225" y="296"/>
                  </a:lnTo>
                  <a:lnTo>
                    <a:pt x="223" y="296"/>
                  </a:lnTo>
                  <a:lnTo>
                    <a:pt x="223" y="296"/>
                  </a:lnTo>
                  <a:lnTo>
                    <a:pt x="223" y="294"/>
                  </a:lnTo>
                  <a:lnTo>
                    <a:pt x="223" y="294"/>
                  </a:lnTo>
                  <a:lnTo>
                    <a:pt x="223" y="291"/>
                  </a:lnTo>
                  <a:lnTo>
                    <a:pt x="225" y="291"/>
                  </a:lnTo>
                  <a:lnTo>
                    <a:pt x="225" y="291"/>
                  </a:lnTo>
                  <a:lnTo>
                    <a:pt x="225" y="291"/>
                  </a:lnTo>
                  <a:lnTo>
                    <a:pt x="225" y="289"/>
                  </a:lnTo>
                  <a:lnTo>
                    <a:pt x="225" y="289"/>
                  </a:lnTo>
                  <a:lnTo>
                    <a:pt x="225" y="289"/>
                  </a:lnTo>
                  <a:lnTo>
                    <a:pt x="223" y="289"/>
                  </a:lnTo>
                  <a:lnTo>
                    <a:pt x="223" y="287"/>
                  </a:lnTo>
                  <a:lnTo>
                    <a:pt x="223" y="287"/>
                  </a:lnTo>
                  <a:lnTo>
                    <a:pt x="223" y="287"/>
                  </a:lnTo>
                  <a:lnTo>
                    <a:pt x="223" y="287"/>
                  </a:lnTo>
                  <a:lnTo>
                    <a:pt x="223" y="284"/>
                  </a:lnTo>
                  <a:lnTo>
                    <a:pt x="220" y="284"/>
                  </a:lnTo>
                  <a:lnTo>
                    <a:pt x="220" y="284"/>
                  </a:lnTo>
                  <a:lnTo>
                    <a:pt x="220" y="284"/>
                  </a:lnTo>
                  <a:lnTo>
                    <a:pt x="220" y="284"/>
                  </a:lnTo>
                  <a:lnTo>
                    <a:pt x="220" y="287"/>
                  </a:lnTo>
                  <a:lnTo>
                    <a:pt x="220" y="287"/>
                  </a:lnTo>
                  <a:lnTo>
                    <a:pt x="220" y="287"/>
                  </a:lnTo>
                  <a:lnTo>
                    <a:pt x="220" y="289"/>
                  </a:lnTo>
                  <a:lnTo>
                    <a:pt x="220" y="289"/>
                  </a:lnTo>
                  <a:lnTo>
                    <a:pt x="220" y="289"/>
                  </a:lnTo>
                  <a:lnTo>
                    <a:pt x="220" y="289"/>
                  </a:lnTo>
                  <a:lnTo>
                    <a:pt x="220" y="291"/>
                  </a:lnTo>
                  <a:lnTo>
                    <a:pt x="223" y="291"/>
                  </a:lnTo>
                  <a:lnTo>
                    <a:pt x="223" y="291"/>
                  </a:lnTo>
                  <a:lnTo>
                    <a:pt x="220" y="291"/>
                  </a:lnTo>
                  <a:lnTo>
                    <a:pt x="220" y="291"/>
                  </a:lnTo>
                  <a:lnTo>
                    <a:pt x="220" y="294"/>
                  </a:lnTo>
                  <a:lnTo>
                    <a:pt x="220" y="294"/>
                  </a:lnTo>
                  <a:lnTo>
                    <a:pt x="218" y="294"/>
                  </a:lnTo>
                  <a:lnTo>
                    <a:pt x="218" y="291"/>
                  </a:lnTo>
                  <a:lnTo>
                    <a:pt x="218" y="291"/>
                  </a:lnTo>
                  <a:lnTo>
                    <a:pt x="216" y="291"/>
                  </a:lnTo>
                  <a:lnTo>
                    <a:pt x="216" y="291"/>
                  </a:lnTo>
                  <a:lnTo>
                    <a:pt x="216" y="291"/>
                  </a:lnTo>
                  <a:lnTo>
                    <a:pt x="216" y="291"/>
                  </a:lnTo>
                  <a:lnTo>
                    <a:pt x="213" y="291"/>
                  </a:lnTo>
                  <a:lnTo>
                    <a:pt x="213" y="289"/>
                  </a:lnTo>
                  <a:lnTo>
                    <a:pt x="213" y="289"/>
                  </a:lnTo>
                  <a:lnTo>
                    <a:pt x="211" y="289"/>
                  </a:lnTo>
                  <a:lnTo>
                    <a:pt x="211" y="289"/>
                  </a:lnTo>
                  <a:lnTo>
                    <a:pt x="211" y="289"/>
                  </a:lnTo>
                  <a:lnTo>
                    <a:pt x="211" y="287"/>
                  </a:lnTo>
                  <a:lnTo>
                    <a:pt x="211" y="287"/>
                  </a:lnTo>
                  <a:lnTo>
                    <a:pt x="209" y="287"/>
                  </a:lnTo>
                  <a:lnTo>
                    <a:pt x="209" y="287"/>
                  </a:lnTo>
                  <a:lnTo>
                    <a:pt x="209" y="287"/>
                  </a:lnTo>
                  <a:lnTo>
                    <a:pt x="209" y="284"/>
                  </a:lnTo>
                  <a:lnTo>
                    <a:pt x="209" y="284"/>
                  </a:lnTo>
                  <a:lnTo>
                    <a:pt x="209" y="284"/>
                  </a:lnTo>
                  <a:lnTo>
                    <a:pt x="206" y="284"/>
                  </a:lnTo>
                  <a:lnTo>
                    <a:pt x="206" y="284"/>
                  </a:lnTo>
                  <a:lnTo>
                    <a:pt x="204" y="284"/>
                  </a:lnTo>
                  <a:lnTo>
                    <a:pt x="204" y="284"/>
                  </a:lnTo>
                  <a:lnTo>
                    <a:pt x="206" y="284"/>
                  </a:lnTo>
                  <a:lnTo>
                    <a:pt x="206" y="287"/>
                  </a:lnTo>
                  <a:lnTo>
                    <a:pt x="206" y="287"/>
                  </a:lnTo>
                  <a:lnTo>
                    <a:pt x="206" y="287"/>
                  </a:lnTo>
                  <a:lnTo>
                    <a:pt x="206" y="289"/>
                  </a:lnTo>
                  <a:lnTo>
                    <a:pt x="206" y="289"/>
                  </a:lnTo>
                  <a:lnTo>
                    <a:pt x="209" y="289"/>
                  </a:lnTo>
                  <a:lnTo>
                    <a:pt x="209" y="291"/>
                  </a:lnTo>
                  <a:lnTo>
                    <a:pt x="209" y="291"/>
                  </a:lnTo>
                  <a:lnTo>
                    <a:pt x="209" y="289"/>
                  </a:lnTo>
                  <a:lnTo>
                    <a:pt x="209" y="289"/>
                  </a:lnTo>
                  <a:lnTo>
                    <a:pt x="211" y="289"/>
                  </a:lnTo>
                  <a:lnTo>
                    <a:pt x="211" y="289"/>
                  </a:lnTo>
                  <a:lnTo>
                    <a:pt x="211" y="291"/>
                  </a:lnTo>
                  <a:lnTo>
                    <a:pt x="211" y="291"/>
                  </a:lnTo>
                  <a:lnTo>
                    <a:pt x="211" y="294"/>
                  </a:lnTo>
                  <a:lnTo>
                    <a:pt x="211" y="294"/>
                  </a:lnTo>
                  <a:lnTo>
                    <a:pt x="211" y="291"/>
                  </a:lnTo>
                  <a:lnTo>
                    <a:pt x="209" y="291"/>
                  </a:lnTo>
                  <a:lnTo>
                    <a:pt x="209" y="291"/>
                  </a:lnTo>
                  <a:lnTo>
                    <a:pt x="209" y="294"/>
                  </a:lnTo>
                  <a:lnTo>
                    <a:pt x="209" y="294"/>
                  </a:lnTo>
                  <a:lnTo>
                    <a:pt x="209" y="296"/>
                  </a:lnTo>
                  <a:lnTo>
                    <a:pt x="209" y="296"/>
                  </a:lnTo>
                  <a:lnTo>
                    <a:pt x="206" y="296"/>
                  </a:lnTo>
                  <a:lnTo>
                    <a:pt x="206" y="296"/>
                  </a:lnTo>
                  <a:lnTo>
                    <a:pt x="204" y="296"/>
                  </a:lnTo>
                  <a:lnTo>
                    <a:pt x="204" y="296"/>
                  </a:lnTo>
                  <a:lnTo>
                    <a:pt x="204" y="294"/>
                  </a:lnTo>
                  <a:lnTo>
                    <a:pt x="204" y="294"/>
                  </a:lnTo>
                  <a:lnTo>
                    <a:pt x="204" y="294"/>
                  </a:lnTo>
                  <a:lnTo>
                    <a:pt x="204" y="291"/>
                  </a:lnTo>
                  <a:lnTo>
                    <a:pt x="201" y="291"/>
                  </a:lnTo>
                  <a:lnTo>
                    <a:pt x="201" y="291"/>
                  </a:lnTo>
                  <a:lnTo>
                    <a:pt x="201" y="291"/>
                  </a:lnTo>
                  <a:lnTo>
                    <a:pt x="201" y="289"/>
                  </a:lnTo>
                  <a:lnTo>
                    <a:pt x="201" y="289"/>
                  </a:lnTo>
                  <a:lnTo>
                    <a:pt x="201" y="289"/>
                  </a:lnTo>
                  <a:lnTo>
                    <a:pt x="199" y="289"/>
                  </a:lnTo>
                  <a:lnTo>
                    <a:pt x="199" y="287"/>
                  </a:lnTo>
                  <a:lnTo>
                    <a:pt x="199" y="287"/>
                  </a:lnTo>
                  <a:lnTo>
                    <a:pt x="199" y="287"/>
                  </a:lnTo>
                  <a:lnTo>
                    <a:pt x="199" y="284"/>
                  </a:lnTo>
                  <a:lnTo>
                    <a:pt x="197" y="284"/>
                  </a:lnTo>
                  <a:lnTo>
                    <a:pt x="197" y="284"/>
                  </a:lnTo>
                  <a:lnTo>
                    <a:pt x="197" y="284"/>
                  </a:lnTo>
                  <a:lnTo>
                    <a:pt x="197" y="284"/>
                  </a:lnTo>
                  <a:lnTo>
                    <a:pt x="197" y="284"/>
                  </a:lnTo>
                  <a:lnTo>
                    <a:pt x="194" y="284"/>
                  </a:lnTo>
                  <a:lnTo>
                    <a:pt x="194" y="284"/>
                  </a:lnTo>
                  <a:lnTo>
                    <a:pt x="194" y="282"/>
                  </a:lnTo>
                  <a:lnTo>
                    <a:pt x="194" y="282"/>
                  </a:lnTo>
                  <a:lnTo>
                    <a:pt x="194" y="282"/>
                  </a:lnTo>
                  <a:lnTo>
                    <a:pt x="194" y="280"/>
                  </a:lnTo>
                  <a:lnTo>
                    <a:pt x="192" y="280"/>
                  </a:lnTo>
                  <a:lnTo>
                    <a:pt x="192" y="280"/>
                  </a:lnTo>
                  <a:lnTo>
                    <a:pt x="192" y="280"/>
                  </a:lnTo>
                  <a:lnTo>
                    <a:pt x="192" y="277"/>
                  </a:lnTo>
                  <a:lnTo>
                    <a:pt x="192" y="277"/>
                  </a:lnTo>
                  <a:lnTo>
                    <a:pt x="190" y="277"/>
                  </a:lnTo>
                  <a:lnTo>
                    <a:pt x="190" y="277"/>
                  </a:lnTo>
                  <a:lnTo>
                    <a:pt x="190" y="275"/>
                  </a:lnTo>
                  <a:lnTo>
                    <a:pt x="190" y="275"/>
                  </a:lnTo>
                  <a:lnTo>
                    <a:pt x="190" y="275"/>
                  </a:lnTo>
                  <a:lnTo>
                    <a:pt x="190" y="275"/>
                  </a:lnTo>
                  <a:lnTo>
                    <a:pt x="187" y="275"/>
                  </a:lnTo>
                  <a:lnTo>
                    <a:pt x="187" y="275"/>
                  </a:lnTo>
                  <a:lnTo>
                    <a:pt x="187" y="273"/>
                  </a:lnTo>
                  <a:lnTo>
                    <a:pt x="187" y="273"/>
                  </a:lnTo>
                  <a:lnTo>
                    <a:pt x="187" y="273"/>
                  </a:lnTo>
                  <a:lnTo>
                    <a:pt x="187" y="270"/>
                  </a:lnTo>
                  <a:lnTo>
                    <a:pt x="185" y="270"/>
                  </a:lnTo>
                  <a:lnTo>
                    <a:pt x="185" y="270"/>
                  </a:lnTo>
                  <a:lnTo>
                    <a:pt x="185" y="270"/>
                  </a:lnTo>
                  <a:lnTo>
                    <a:pt x="183" y="270"/>
                  </a:lnTo>
                  <a:lnTo>
                    <a:pt x="183" y="270"/>
                  </a:lnTo>
                  <a:lnTo>
                    <a:pt x="183" y="268"/>
                  </a:lnTo>
                  <a:lnTo>
                    <a:pt x="183" y="268"/>
                  </a:lnTo>
                  <a:lnTo>
                    <a:pt x="180" y="268"/>
                  </a:lnTo>
                  <a:lnTo>
                    <a:pt x="180" y="268"/>
                  </a:lnTo>
                  <a:lnTo>
                    <a:pt x="180" y="268"/>
                  </a:lnTo>
                  <a:lnTo>
                    <a:pt x="178" y="268"/>
                  </a:lnTo>
                  <a:lnTo>
                    <a:pt x="178" y="265"/>
                  </a:lnTo>
                  <a:lnTo>
                    <a:pt x="178" y="265"/>
                  </a:lnTo>
                  <a:lnTo>
                    <a:pt x="178" y="265"/>
                  </a:lnTo>
                  <a:lnTo>
                    <a:pt x="178" y="265"/>
                  </a:lnTo>
                  <a:lnTo>
                    <a:pt x="178" y="265"/>
                  </a:lnTo>
                  <a:lnTo>
                    <a:pt x="175" y="265"/>
                  </a:lnTo>
                  <a:lnTo>
                    <a:pt x="175" y="263"/>
                  </a:lnTo>
                  <a:lnTo>
                    <a:pt x="175" y="263"/>
                  </a:lnTo>
                  <a:lnTo>
                    <a:pt x="175" y="263"/>
                  </a:lnTo>
                  <a:lnTo>
                    <a:pt x="175" y="263"/>
                  </a:lnTo>
                  <a:lnTo>
                    <a:pt x="175" y="261"/>
                  </a:lnTo>
                  <a:lnTo>
                    <a:pt x="173" y="261"/>
                  </a:lnTo>
                  <a:lnTo>
                    <a:pt x="173" y="261"/>
                  </a:lnTo>
                  <a:lnTo>
                    <a:pt x="173" y="261"/>
                  </a:lnTo>
                  <a:lnTo>
                    <a:pt x="171" y="261"/>
                  </a:lnTo>
                  <a:lnTo>
                    <a:pt x="171" y="258"/>
                  </a:lnTo>
                  <a:lnTo>
                    <a:pt x="171" y="258"/>
                  </a:lnTo>
                  <a:lnTo>
                    <a:pt x="171" y="258"/>
                  </a:lnTo>
                  <a:lnTo>
                    <a:pt x="168" y="258"/>
                  </a:lnTo>
                  <a:lnTo>
                    <a:pt x="168" y="258"/>
                  </a:lnTo>
                  <a:lnTo>
                    <a:pt x="168" y="258"/>
                  </a:lnTo>
                  <a:lnTo>
                    <a:pt x="168" y="256"/>
                  </a:lnTo>
                  <a:lnTo>
                    <a:pt x="168" y="256"/>
                  </a:lnTo>
                  <a:lnTo>
                    <a:pt x="168" y="256"/>
                  </a:lnTo>
                  <a:lnTo>
                    <a:pt x="166" y="256"/>
                  </a:lnTo>
                  <a:lnTo>
                    <a:pt x="166" y="256"/>
                  </a:lnTo>
                  <a:lnTo>
                    <a:pt x="166" y="256"/>
                  </a:lnTo>
                  <a:lnTo>
                    <a:pt x="166" y="254"/>
                  </a:lnTo>
                  <a:lnTo>
                    <a:pt x="164" y="254"/>
                  </a:lnTo>
                  <a:lnTo>
                    <a:pt x="164" y="254"/>
                  </a:lnTo>
                  <a:lnTo>
                    <a:pt x="164" y="254"/>
                  </a:lnTo>
                  <a:lnTo>
                    <a:pt x="164" y="254"/>
                  </a:lnTo>
                  <a:lnTo>
                    <a:pt x="164" y="251"/>
                  </a:lnTo>
                  <a:lnTo>
                    <a:pt x="161" y="251"/>
                  </a:lnTo>
                  <a:lnTo>
                    <a:pt x="161" y="251"/>
                  </a:lnTo>
                  <a:lnTo>
                    <a:pt x="161" y="251"/>
                  </a:lnTo>
                  <a:lnTo>
                    <a:pt x="161" y="249"/>
                  </a:lnTo>
                  <a:lnTo>
                    <a:pt x="161" y="249"/>
                  </a:lnTo>
                  <a:lnTo>
                    <a:pt x="159" y="249"/>
                  </a:lnTo>
                  <a:lnTo>
                    <a:pt x="159" y="249"/>
                  </a:lnTo>
                  <a:lnTo>
                    <a:pt x="159" y="249"/>
                  </a:lnTo>
                  <a:lnTo>
                    <a:pt x="159" y="246"/>
                  </a:lnTo>
                  <a:lnTo>
                    <a:pt x="156" y="246"/>
                  </a:lnTo>
                  <a:lnTo>
                    <a:pt x="156" y="246"/>
                  </a:lnTo>
                  <a:lnTo>
                    <a:pt x="156" y="246"/>
                  </a:lnTo>
                  <a:lnTo>
                    <a:pt x="156" y="246"/>
                  </a:lnTo>
                  <a:lnTo>
                    <a:pt x="156" y="246"/>
                  </a:lnTo>
                  <a:lnTo>
                    <a:pt x="154" y="246"/>
                  </a:lnTo>
                  <a:lnTo>
                    <a:pt x="154" y="244"/>
                  </a:lnTo>
                  <a:lnTo>
                    <a:pt x="154" y="244"/>
                  </a:lnTo>
                  <a:lnTo>
                    <a:pt x="154" y="242"/>
                  </a:lnTo>
                  <a:lnTo>
                    <a:pt x="154" y="242"/>
                  </a:lnTo>
                  <a:lnTo>
                    <a:pt x="154" y="242"/>
                  </a:lnTo>
                  <a:lnTo>
                    <a:pt x="154" y="239"/>
                  </a:lnTo>
                  <a:lnTo>
                    <a:pt x="154" y="239"/>
                  </a:lnTo>
                  <a:lnTo>
                    <a:pt x="154" y="237"/>
                  </a:lnTo>
                  <a:lnTo>
                    <a:pt x="154" y="237"/>
                  </a:lnTo>
                  <a:lnTo>
                    <a:pt x="154" y="237"/>
                  </a:lnTo>
                  <a:lnTo>
                    <a:pt x="154" y="237"/>
                  </a:lnTo>
                  <a:lnTo>
                    <a:pt x="152" y="237"/>
                  </a:lnTo>
                  <a:lnTo>
                    <a:pt x="152" y="235"/>
                  </a:lnTo>
                  <a:lnTo>
                    <a:pt x="152" y="235"/>
                  </a:lnTo>
                  <a:lnTo>
                    <a:pt x="149" y="235"/>
                  </a:lnTo>
                  <a:lnTo>
                    <a:pt x="149" y="235"/>
                  </a:lnTo>
                  <a:lnTo>
                    <a:pt x="149" y="235"/>
                  </a:lnTo>
                  <a:lnTo>
                    <a:pt x="149" y="235"/>
                  </a:lnTo>
                  <a:lnTo>
                    <a:pt x="149" y="232"/>
                  </a:lnTo>
                  <a:lnTo>
                    <a:pt x="147" y="232"/>
                  </a:lnTo>
                  <a:lnTo>
                    <a:pt x="147" y="232"/>
                  </a:lnTo>
                  <a:lnTo>
                    <a:pt x="147" y="232"/>
                  </a:lnTo>
                  <a:lnTo>
                    <a:pt x="147" y="230"/>
                  </a:lnTo>
                  <a:lnTo>
                    <a:pt x="147" y="230"/>
                  </a:lnTo>
                  <a:lnTo>
                    <a:pt x="145" y="230"/>
                  </a:lnTo>
                  <a:lnTo>
                    <a:pt x="145" y="230"/>
                  </a:lnTo>
                  <a:lnTo>
                    <a:pt x="145" y="230"/>
                  </a:lnTo>
                  <a:lnTo>
                    <a:pt x="145" y="227"/>
                  </a:lnTo>
                  <a:lnTo>
                    <a:pt x="142" y="227"/>
                  </a:lnTo>
                  <a:lnTo>
                    <a:pt x="142" y="227"/>
                  </a:lnTo>
                  <a:lnTo>
                    <a:pt x="142" y="227"/>
                  </a:lnTo>
                  <a:lnTo>
                    <a:pt x="142" y="227"/>
                  </a:lnTo>
                  <a:lnTo>
                    <a:pt x="142" y="225"/>
                  </a:lnTo>
                  <a:lnTo>
                    <a:pt x="140" y="225"/>
                  </a:lnTo>
                  <a:lnTo>
                    <a:pt x="140" y="225"/>
                  </a:lnTo>
                  <a:lnTo>
                    <a:pt x="140" y="225"/>
                  </a:lnTo>
                  <a:lnTo>
                    <a:pt x="140" y="225"/>
                  </a:lnTo>
                  <a:lnTo>
                    <a:pt x="138" y="225"/>
                  </a:lnTo>
                  <a:lnTo>
                    <a:pt x="138" y="223"/>
                  </a:lnTo>
                  <a:lnTo>
                    <a:pt x="138" y="223"/>
                  </a:lnTo>
                  <a:lnTo>
                    <a:pt x="138" y="223"/>
                  </a:lnTo>
                  <a:lnTo>
                    <a:pt x="138" y="220"/>
                  </a:lnTo>
                  <a:lnTo>
                    <a:pt x="138" y="220"/>
                  </a:lnTo>
                  <a:lnTo>
                    <a:pt x="138" y="220"/>
                  </a:lnTo>
                  <a:lnTo>
                    <a:pt x="138" y="218"/>
                  </a:lnTo>
                  <a:lnTo>
                    <a:pt x="135" y="218"/>
                  </a:lnTo>
                  <a:lnTo>
                    <a:pt x="135" y="218"/>
                  </a:lnTo>
                  <a:lnTo>
                    <a:pt x="135" y="216"/>
                  </a:lnTo>
                  <a:lnTo>
                    <a:pt x="135" y="216"/>
                  </a:lnTo>
                  <a:lnTo>
                    <a:pt x="135" y="216"/>
                  </a:lnTo>
                  <a:lnTo>
                    <a:pt x="135" y="216"/>
                  </a:lnTo>
                  <a:lnTo>
                    <a:pt x="135" y="216"/>
                  </a:lnTo>
                  <a:lnTo>
                    <a:pt x="135" y="213"/>
                  </a:lnTo>
                  <a:lnTo>
                    <a:pt x="133" y="213"/>
                  </a:lnTo>
                  <a:lnTo>
                    <a:pt x="133" y="213"/>
                  </a:lnTo>
                  <a:lnTo>
                    <a:pt x="133" y="213"/>
                  </a:lnTo>
                  <a:lnTo>
                    <a:pt x="133" y="211"/>
                  </a:lnTo>
                  <a:lnTo>
                    <a:pt x="130" y="211"/>
                  </a:lnTo>
                  <a:lnTo>
                    <a:pt x="130" y="211"/>
                  </a:lnTo>
                  <a:lnTo>
                    <a:pt x="130" y="211"/>
                  </a:lnTo>
                  <a:lnTo>
                    <a:pt x="130" y="211"/>
                  </a:lnTo>
                  <a:lnTo>
                    <a:pt x="130" y="209"/>
                  </a:lnTo>
                  <a:lnTo>
                    <a:pt x="128" y="209"/>
                  </a:lnTo>
                  <a:lnTo>
                    <a:pt x="128" y="209"/>
                  </a:lnTo>
                  <a:lnTo>
                    <a:pt x="128" y="209"/>
                  </a:lnTo>
                  <a:lnTo>
                    <a:pt x="128" y="206"/>
                  </a:lnTo>
                  <a:lnTo>
                    <a:pt x="128" y="206"/>
                  </a:lnTo>
                  <a:lnTo>
                    <a:pt x="128" y="206"/>
                  </a:lnTo>
                  <a:lnTo>
                    <a:pt x="128" y="206"/>
                  </a:lnTo>
                  <a:lnTo>
                    <a:pt x="126" y="206"/>
                  </a:lnTo>
                  <a:lnTo>
                    <a:pt x="126" y="204"/>
                  </a:lnTo>
                  <a:lnTo>
                    <a:pt x="126" y="204"/>
                  </a:lnTo>
                  <a:lnTo>
                    <a:pt x="126" y="204"/>
                  </a:lnTo>
                  <a:lnTo>
                    <a:pt x="126" y="201"/>
                  </a:lnTo>
                  <a:lnTo>
                    <a:pt x="126" y="201"/>
                  </a:lnTo>
                  <a:lnTo>
                    <a:pt x="123" y="201"/>
                  </a:lnTo>
                  <a:lnTo>
                    <a:pt x="123" y="199"/>
                  </a:lnTo>
                  <a:lnTo>
                    <a:pt x="123" y="199"/>
                  </a:lnTo>
                  <a:lnTo>
                    <a:pt x="123" y="199"/>
                  </a:lnTo>
                  <a:lnTo>
                    <a:pt x="123" y="197"/>
                  </a:lnTo>
                  <a:lnTo>
                    <a:pt x="123" y="197"/>
                  </a:lnTo>
                  <a:lnTo>
                    <a:pt x="123" y="197"/>
                  </a:lnTo>
                  <a:lnTo>
                    <a:pt x="126" y="197"/>
                  </a:lnTo>
                  <a:lnTo>
                    <a:pt x="126" y="197"/>
                  </a:lnTo>
                  <a:lnTo>
                    <a:pt x="123" y="197"/>
                  </a:lnTo>
                  <a:lnTo>
                    <a:pt x="123" y="194"/>
                  </a:lnTo>
                  <a:lnTo>
                    <a:pt x="123" y="194"/>
                  </a:lnTo>
                  <a:lnTo>
                    <a:pt x="123" y="192"/>
                  </a:lnTo>
                  <a:lnTo>
                    <a:pt x="123" y="192"/>
                  </a:lnTo>
                  <a:lnTo>
                    <a:pt x="123" y="192"/>
                  </a:lnTo>
                  <a:lnTo>
                    <a:pt x="123" y="190"/>
                  </a:lnTo>
                  <a:lnTo>
                    <a:pt x="123" y="190"/>
                  </a:lnTo>
                  <a:lnTo>
                    <a:pt x="123" y="190"/>
                  </a:lnTo>
                  <a:lnTo>
                    <a:pt x="121" y="190"/>
                  </a:lnTo>
                  <a:lnTo>
                    <a:pt x="121" y="187"/>
                  </a:lnTo>
                  <a:lnTo>
                    <a:pt x="121" y="187"/>
                  </a:lnTo>
                  <a:lnTo>
                    <a:pt x="121" y="187"/>
                  </a:lnTo>
                  <a:lnTo>
                    <a:pt x="121" y="187"/>
                  </a:lnTo>
                  <a:lnTo>
                    <a:pt x="121" y="187"/>
                  </a:lnTo>
                  <a:lnTo>
                    <a:pt x="121" y="185"/>
                  </a:lnTo>
                  <a:lnTo>
                    <a:pt x="121" y="185"/>
                  </a:lnTo>
                  <a:lnTo>
                    <a:pt x="119" y="185"/>
                  </a:lnTo>
                  <a:lnTo>
                    <a:pt x="119" y="182"/>
                  </a:lnTo>
                  <a:lnTo>
                    <a:pt x="119" y="182"/>
                  </a:lnTo>
                  <a:lnTo>
                    <a:pt x="119" y="182"/>
                  </a:lnTo>
                  <a:lnTo>
                    <a:pt x="119" y="180"/>
                  </a:lnTo>
                  <a:lnTo>
                    <a:pt x="119" y="180"/>
                  </a:lnTo>
                  <a:lnTo>
                    <a:pt x="119" y="178"/>
                  </a:lnTo>
                  <a:lnTo>
                    <a:pt x="119" y="178"/>
                  </a:lnTo>
                  <a:lnTo>
                    <a:pt x="116" y="178"/>
                  </a:lnTo>
                  <a:lnTo>
                    <a:pt x="116" y="178"/>
                  </a:lnTo>
                  <a:lnTo>
                    <a:pt x="116" y="178"/>
                  </a:lnTo>
                  <a:lnTo>
                    <a:pt x="116" y="178"/>
                  </a:lnTo>
                  <a:lnTo>
                    <a:pt x="114" y="178"/>
                  </a:lnTo>
                  <a:lnTo>
                    <a:pt x="114" y="175"/>
                  </a:lnTo>
                  <a:lnTo>
                    <a:pt x="114" y="175"/>
                  </a:lnTo>
                  <a:lnTo>
                    <a:pt x="114" y="175"/>
                  </a:lnTo>
                  <a:lnTo>
                    <a:pt x="114" y="175"/>
                  </a:lnTo>
                  <a:lnTo>
                    <a:pt x="114" y="173"/>
                  </a:lnTo>
                  <a:lnTo>
                    <a:pt x="114" y="173"/>
                  </a:lnTo>
                  <a:lnTo>
                    <a:pt x="114" y="173"/>
                  </a:lnTo>
                  <a:lnTo>
                    <a:pt x="114" y="171"/>
                  </a:lnTo>
                  <a:lnTo>
                    <a:pt x="114" y="171"/>
                  </a:lnTo>
                  <a:lnTo>
                    <a:pt x="114" y="168"/>
                  </a:lnTo>
                  <a:lnTo>
                    <a:pt x="114" y="168"/>
                  </a:lnTo>
                  <a:lnTo>
                    <a:pt x="114" y="166"/>
                  </a:lnTo>
                  <a:lnTo>
                    <a:pt x="114" y="166"/>
                  </a:lnTo>
                  <a:lnTo>
                    <a:pt x="114" y="166"/>
                  </a:lnTo>
                  <a:lnTo>
                    <a:pt x="114" y="166"/>
                  </a:lnTo>
                  <a:lnTo>
                    <a:pt x="111" y="166"/>
                  </a:lnTo>
                  <a:lnTo>
                    <a:pt x="111" y="163"/>
                  </a:lnTo>
                  <a:lnTo>
                    <a:pt x="111" y="163"/>
                  </a:lnTo>
                  <a:lnTo>
                    <a:pt x="111" y="163"/>
                  </a:lnTo>
                  <a:lnTo>
                    <a:pt x="109" y="163"/>
                  </a:lnTo>
                  <a:lnTo>
                    <a:pt x="109" y="161"/>
                  </a:lnTo>
                  <a:lnTo>
                    <a:pt x="109" y="161"/>
                  </a:lnTo>
                  <a:lnTo>
                    <a:pt x="109" y="161"/>
                  </a:lnTo>
                  <a:lnTo>
                    <a:pt x="109" y="161"/>
                  </a:lnTo>
                  <a:lnTo>
                    <a:pt x="109" y="159"/>
                  </a:lnTo>
                  <a:lnTo>
                    <a:pt x="109" y="159"/>
                  </a:lnTo>
                  <a:lnTo>
                    <a:pt x="107" y="159"/>
                  </a:lnTo>
                  <a:lnTo>
                    <a:pt x="107" y="156"/>
                  </a:lnTo>
                  <a:lnTo>
                    <a:pt x="107" y="156"/>
                  </a:lnTo>
                  <a:lnTo>
                    <a:pt x="107" y="156"/>
                  </a:lnTo>
                  <a:lnTo>
                    <a:pt x="104" y="156"/>
                  </a:lnTo>
                  <a:lnTo>
                    <a:pt x="104" y="156"/>
                  </a:lnTo>
                  <a:lnTo>
                    <a:pt x="104" y="156"/>
                  </a:lnTo>
                  <a:lnTo>
                    <a:pt x="104" y="154"/>
                  </a:lnTo>
                  <a:lnTo>
                    <a:pt x="104" y="154"/>
                  </a:lnTo>
                  <a:lnTo>
                    <a:pt x="104" y="154"/>
                  </a:lnTo>
                  <a:lnTo>
                    <a:pt x="102" y="154"/>
                  </a:lnTo>
                  <a:lnTo>
                    <a:pt x="102" y="152"/>
                  </a:lnTo>
                  <a:lnTo>
                    <a:pt x="102" y="152"/>
                  </a:lnTo>
                  <a:lnTo>
                    <a:pt x="102" y="152"/>
                  </a:lnTo>
                  <a:lnTo>
                    <a:pt x="102" y="149"/>
                  </a:lnTo>
                  <a:lnTo>
                    <a:pt x="102" y="149"/>
                  </a:lnTo>
                  <a:lnTo>
                    <a:pt x="102" y="149"/>
                  </a:lnTo>
                  <a:lnTo>
                    <a:pt x="102" y="147"/>
                  </a:lnTo>
                  <a:lnTo>
                    <a:pt x="100" y="147"/>
                  </a:lnTo>
                  <a:lnTo>
                    <a:pt x="100" y="147"/>
                  </a:lnTo>
                  <a:lnTo>
                    <a:pt x="102" y="147"/>
                  </a:lnTo>
                  <a:lnTo>
                    <a:pt x="102" y="147"/>
                  </a:lnTo>
                  <a:lnTo>
                    <a:pt x="100" y="147"/>
                  </a:lnTo>
                  <a:lnTo>
                    <a:pt x="100" y="145"/>
                  </a:lnTo>
                  <a:lnTo>
                    <a:pt x="100" y="145"/>
                  </a:lnTo>
                  <a:lnTo>
                    <a:pt x="100" y="145"/>
                  </a:lnTo>
                  <a:lnTo>
                    <a:pt x="97" y="145"/>
                  </a:lnTo>
                  <a:lnTo>
                    <a:pt x="97" y="142"/>
                  </a:lnTo>
                  <a:lnTo>
                    <a:pt x="97" y="142"/>
                  </a:lnTo>
                  <a:lnTo>
                    <a:pt x="97" y="142"/>
                  </a:lnTo>
                  <a:lnTo>
                    <a:pt x="97" y="142"/>
                  </a:lnTo>
                  <a:lnTo>
                    <a:pt x="95" y="142"/>
                  </a:lnTo>
                  <a:lnTo>
                    <a:pt x="95" y="142"/>
                  </a:lnTo>
                  <a:lnTo>
                    <a:pt x="95" y="140"/>
                  </a:lnTo>
                  <a:lnTo>
                    <a:pt x="95" y="140"/>
                  </a:lnTo>
                  <a:lnTo>
                    <a:pt x="93" y="140"/>
                  </a:lnTo>
                  <a:lnTo>
                    <a:pt x="93" y="140"/>
                  </a:lnTo>
                  <a:lnTo>
                    <a:pt x="93" y="140"/>
                  </a:lnTo>
                  <a:lnTo>
                    <a:pt x="90" y="140"/>
                  </a:lnTo>
                  <a:lnTo>
                    <a:pt x="90" y="140"/>
                  </a:lnTo>
                  <a:lnTo>
                    <a:pt x="90" y="140"/>
                  </a:lnTo>
                  <a:lnTo>
                    <a:pt x="90" y="140"/>
                  </a:lnTo>
                  <a:lnTo>
                    <a:pt x="90" y="137"/>
                  </a:lnTo>
                  <a:lnTo>
                    <a:pt x="90" y="137"/>
                  </a:lnTo>
                  <a:lnTo>
                    <a:pt x="88" y="137"/>
                  </a:lnTo>
                  <a:lnTo>
                    <a:pt x="88" y="137"/>
                  </a:lnTo>
                  <a:lnTo>
                    <a:pt x="88" y="137"/>
                  </a:lnTo>
                  <a:lnTo>
                    <a:pt x="88" y="137"/>
                  </a:lnTo>
                  <a:lnTo>
                    <a:pt x="88" y="137"/>
                  </a:lnTo>
                  <a:lnTo>
                    <a:pt x="88" y="135"/>
                  </a:lnTo>
                  <a:lnTo>
                    <a:pt x="88" y="135"/>
                  </a:lnTo>
                  <a:lnTo>
                    <a:pt x="88" y="135"/>
                  </a:lnTo>
                  <a:lnTo>
                    <a:pt x="88" y="133"/>
                  </a:lnTo>
                  <a:lnTo>
                    <a:pt x="88" y="133"/>
                  </a:lnTo>
                  <a:lnTo>
                    <a:pt x="88" y="133"/>
                  </a:lnTo>
                  <a:lnTo>
                    <a:pt x="88" y="130"/>
                  </a:lnTo>
                  <a:lnTo>
                    <a:pt x="88" y="130"/>
                  </a:lnTo>
                  <a:lnTo>
                    <a:pt x="88" y="128"/>
                  </a:lnTo>
                  <a:lnTo>
                    <a:pt x="85" y="128"/>
                  </a:lnTo>
                  <a:lnTo>
                    <a:pt x="85" y="128"/>
                  </a:lnTo>
                  <a:lnTo>
                    <a:pt x="85" y="128"/>
                  </a:lnTo>
                  <a:lnTo>
                    <a:pt x="85" y="126"/>
                  </a:lnTo>
                  <a:lnTo>
                    <a:pt x="85" y="126"/>
                  </a:lnTo>
                  <a:lnTo>
                    <a:pt x="85" y="126"/>
                  </a:lnTo>
                  <a:lnTo>
                    <a:pt x="85" y="123"/>
                  </a:lnTo>
                  <a:lnTo>
                    <a:pt x="83" y="123"/>
                  </a:lnTo>
                  <a:lnTo>
                    <a:pt x="83" y="123"/>
                  </a:lnTo>
                  <a:lnTo>
                    <a:pt x="83" y="123"/>
                  </a:lnTo>
                  <a:lnTo>
                    <a:pt x="83" y="121"/>
                  </a:lnTo>
                  <a:lnTo>
                    <a:pt x="83" y="121"/>
                  </a:lnTo>
                  <a:lnTo>
                    <a:pt x="83" y="118"/>
                  </a:lnTo>
                  <a:lnTo>
                    <a:pt x="83" y="118"/>
                  </a:lnTo>
                  <a:lnTo>
                    <a:pt x="83" y="118"/>
                  </a:lnTo>
                  <a:lnTo>
                    <a:pt x="83" y="116"/>
                  </a:lnTo>
                  <a:lnTo>
                    <a:pt x="83" y="116"/>
                  </a:lnTo>
                  <a:lnTo>
                    <a:pt x="83" y="116"/>
                  </a:lnTo>
                  <a:lnTo>
                    <a:pt x="83" y="114"/>
                  </a:lnTo>
                  <a:lnTo>
                    <a:pt x="81" y="114"/>
                  </a:lnTo>
                  <a:lnTo>
                    <a:pt x="81" y="114"/>
                  </a:lnTo>
                  <a:lnTo>
                    <a:pt x="81" y="111"/>
                  </a:lnTo>
                  <a:lnTo>
                    <a:pt x="81" y="111"/>
                  </a:lnTo>
                  <a:lnTo>
                    <a:pt x="81" y="111"/>
                  </a:lnTo>
                  <a:lnTo>
                    <a:pt x="81" y="111"/>
                  </a:lnTo>
                  <a:lnTo>
                    <a:pt x="81" y="109"/>
                  </a:lnTo>
                  <a:lnTo>
                    <a:pt x="81" y="109"/>
                  </a:lnTo>
                  <a:lnTo>
                    <a:pt x="81" y="109"/>
                  </a:lnTo>
                  <a:lnTo>
                    <a:pt x="81" y="109"/>
                  </a:lnTo>
                  <a:lnTo>
                    <a:pt x="81" y="107"/>
                  </a:lnTo>
                  <a:lnTo>
                    <a:pt x="81" y="107"/>
                  </a:lnTo>
                  <a:lnTo>
                    <a:pt x="81" y="107"/>
                  </a:lnTo>
                  <a:lnTo>
                    <a:pt x="78" y="107"/>
                  </a:lnTo>
                  <a:lnTo>
                    <a:pt x="78" y="104"/>
                  </a:lnTo>
                  <a:lnTo>
                    <a:pt x="78" y="104"/>
                  </a:lnTo>
                  <a:lnTo>
                    <a:pt x="81" y="104"/>
                  </a:lnTo>
                  <a:lnTo>
                    <a:pt x="81" y="104"/>
                  </a:lnTo>
                  <a:lnTo>
                    <a:pt x="81" y="102"/>
                  </a:lnTo>
                  <a:lnTo>
                    <a:pt x="81" y="102"/>
                  </a:lnTo>
                  <a:lnTo>
                    <a:pt x="81" y="102"/>
                  </a:lnTo>
                  <a:lnTo>
                    <a:pt x="81" y="100"/>
                  </a:lnTo>
                  <a:lnTo>
                    <a:pt x="78" y="100"/>
                  </a:lnTo>
                  <a:lnTo>
                    <a:pt x="78" y="100"/>
                  </a:lnTo>
                  <a:lnTo>
                    <a:pt x="78" y="100"/>
                  </a:lnTo>
                  <a:lnTo>
                    <a:pt x="76" y="100"/>
                  </a:lnTo>
                  <a:lnTo>
                    <a:pt x="76" y="97"/>
                  </a:lnTo>
                  <a:lnTo>
                    <a:pt x="76" y="97"/>
                  </a:lnTo>
                  <a:lnTo>
                    <a:pt x="76" y="97"/>
                  </a:lnTo>
                  <a:lnTo>
                    <a:pt x="76" y="97"/>
                  </a:lnTo>
                  <a:lnTo>
                    <a:pt x="76" y="97"/>
                  </a:lnTo>
                  <a:lnTo>
                    <a:pt x="74" y="97"/>
                  </a:lnTo>
                  <a:lnTo>
                    <a:pt x="74" y="95"/>
                  </a:lnTo>
                  <a:lnTo>
                    <a:pt x="74" y="95"/>
                  </a:lnTo>
                  <a:lnTo>
                    <a:pt x="74" y="95"/>
                  </a:lnTo>
                  <a:lnTo>
                    <a:pt x="71" y="95"/>
                  </a:lnTo>
                  <a:lnTo>
                    <a:pt x="71" y="92"/>
                  </a:lnTo>
                  <a:lnTo>
                    <a:pt x="71" y="92"/>
                  </a:lnTo>
                  <a:lnTo>
                    <a:pt x="71" y="95"/>
                  </a:lnTo>
                  <a:lnTo>
                    <a:pt x="71" y="95"/>
                  </a:lnTo>
                  <a:lnTo>
                    <a:pt x="71" y="92"/>
                  </a:lnTo>
                  <a:lnTo>
                    <a:pt x="69" y="92"/>
                  </a:lnTo>
                  <a:lnTo>
                    <a:pt x="69" y="92"/>
                  </a:lnTo>
                  <a:lnTo>
                    <a:pt x="69" y="92"/>
                  </a:lnTo>
                  <a:lnTo>
                    <a:pt x="69" y="92"/>
                  </a:lnTo>
                  <a:lnTo>
                    <a:pt x="69" y="90"/>
                  </a:lnTo>
                  <a:lnTo>
                    <a:pt x="67" y="90"/>
                  </a:lnTo>
                  <a:lnTo>
                    <a:pt x="67" y="90"/>
                  </a:lnTo>
                  <a:lnTo>
                    <a:pt x="67" y="90"/>
                  </a:lnTo>
                  <a:lnTo>
                    <a:pt x="67" y="88"/>
                  </a:lnTo>
                  <a:lnTo>
                    <a:pt x="64" y="88"/>
                  </a:lnTo>
                  <a:lnTo>
                    <a:pt x="64" y="88"/>
                  </a:lnTo>
                  <a:lnTo>
                    <a:pt x="64" y="88"/>
                  </a:lnTo>
                  <a:lnTo>
                    <a:pt x="64" y="88"/>
                  </a:lnTo>
                  <a:lnTo>
                    <a:pt x="62" y="88"/>
                  </a:lnTo>
                  <a:lnTo>
                    <a:pt x="62" y="88"/>
                  </a:lnTo>
                  <a:lnTo>
                    <a:pt x="62" y="88"/>
                  </a:lnTo>
                  <a:lnTo>
                    <a:pt x="62" y="88"/>
                  </a:lnTo>
                  <a:lnTo>
                    <a:pt x="62" y="88"/>
                  </a:lnTo>
                  <a:lnTo>
                    <a:pt x="59" y="88"/>
                  </a:lnTo>
                  <a:lnTo>
                    <a:pt x="59" y="88"/>
                  </a:lnTo>
                  <a:lnTo>
                    <a:pt x="59" y="88"/>
                  </a:lnTo>
                  <a:lnTo>
                    <a:pt x="59" y="88"/>
                  </a:lnTo>
                  <a:lnTo>
                    <a:pt x="57" y="88"/>
                  </a:lnTo>
                  <a:lnTo>
                    <a:pt x="57" y="88"/>
                  </a:lnTo>
                  <a:lnTo>
                    <a:pt x="57" y="88"/>
                  </a:lnTo>
                  <a:lnTo>
                    <a:pt x="57" y="85"/>
                  </a:lnTo>
                  <a:lnTo>
                    <a:pt x="57" y="85"/>
                  </a:lnTo>
                  <a:lnTo>
                    <a:pt x="57" y="85"/>
                  </a:lnTo>
                  <a:lnTo>
                    <a:pt x="57" y="83"/>
                  </a:lnTo>
                  <a:lnTo>
                    <a:pt x="55" y="83"/>
                  </a:lnTo>
                  <a:lnTo>
                    <a:pt x="55" y="83"/>
                  </a:lnTo>
                  <a:lnTo>
                    <a:pt x="55" y="81"/>
                  </a:lnTo>
                  <a:lnTo>
                    <a:pt x="55" y="81"/>
                  </a:lnTo>
                  <a:lnTo>
                    <a:pt x="55" y="78"/>
                  </a:lnTo>
                  <a:lnTo>
                    <a:pt x="55" y="78"/>
                  </a:lnTo>
                  <a:lnTo>
                    <a:pt x="55" y="78"/>
                  </a:lnTo>
                  <a:lnTo>
                    <a:pt x="55" y="76"/>
                  </a:lnTo>
                  <a:lnTo>
                    <a:pt x="55" y="76"/>
                  </a:lnTo>
                  <a:lnTo>
                    <a:pt x="55" y="73"/>
                  </a:lnTo>
                  <a:lnTo>
                    <a:pt x="55" y="73"/>
                  </a:lnTo>
                  <a:lnTo>
                    <a:pt x="55" y="73"/>
                  </a:lnTo>
                  <a:lnTo>
                    <a:pt x="55" y="71"/>
                  </a:lnTo>
                  <a:lnTo>
                    <a:pt x="55" y="71"/>
                  </a:lnTo>
                  <a:lnTo>
                    <a:pt x="55" y="71"/>
                  </a:lnTo>
                  <a:lnTo>
                    <a:pt x="52" y="71"/>
                  </a:lnTo>
                  <a:lnTo>
                    <a:pt x="52" y="71"/>
                  </a:lnTo>
                  <a:lnTo>
                    <a:pt x="52" y="69"/>
                  </a:lnTo>
                  <a:lnTo>
                    <a:pt x="50" y="69"/>
                  </a:lnTo>
                  <a:lnTo>
                    <a:pt x="50" y="69"/>
                  </a:lnTo>
                  <a:lnTo>
                    <a:pt x="50" y="69"/>
                  </a:lnTo>
                  <a:lnTo>
                    <a:pt x="50" y="69"/>
                  </a:lnTo>
                  <a:lnTo>
                    <a:pt x="50" y="69"/>
                  </a:lnTo>
                  <a:lnTo>
                    <a:pt x="48" y="69"/>
                  </a:lnTo>
                  <a:lnTo>
                    <a:pt x="48" y="66"/>
                  </a:lnTo>
                  <a:lnTo>
                    <a:pt x="48" y="66"/>
                  </a:lnTo>
                  <a:lnTo>
                    <a:pt x="48" y="64"/>
                  </a:lnTo>
                  <a:lnTo>
                    <a:pt x="48" y="64"/>
                  </a:lnTo>
                  <a:lnTo>
                    <a:pt x="48" y="64"/>
                  </a:lnTo>
                  <a:lnTo>
                    <a:pt x="48" y="62"/>
                  </a:lnTo>
                  <a:lnTo>
                    <a:pt x="48" y="62"/>
                  </a:lnTo>
                  <a:lnTo>
                    <a:pt x="45" y="62"/>
                  </a:lnTo>
                  <a:lnTo>
                    <a:pt x="45" y="62"/>
                  </a:lnTo>
                  <a:lnTo>
                    <a:pt x="45" y="62"/>
                  </a:lnTo>
                  <a:lnTo>
                    <a:pt x="45" y="59"/>
                  </a:lnTo>
                  <a:lnTo>
                    <a:pt x="43" y="59"/>
                  </a:lnTo>
                  <a:lnTo>
                    <a:pt x="43" y="59"/>
                  </a:lnTo>
                  <a:lnTo>
                    <a:pt x="43" y="59"/>
                  </a:lnTo>
                  <a:lnTo>
                    <a:pt x="43" y="59"/>
                  </a:lnTo>
                  <a:lnTo>
                    <a:pt x="43" y="57"/>
                  </a:lnTo>
                  <a:lnTo>
                    <a:pt x="43" y="57"/>
                  </a:lnTo>
                  <a:lnTo>
                    <a:pt x="43" y="57"/>
                  </a:lnTo>
                  <a:lnTo>
                    <a:pt x="43" y="54"/>
                  </a:lnTo>
                  <a:lnTo>
                    <a:pt x="43" y="54"/>
                  </a:lnTo>
                  <a:lnTo>
                    <a:pt x="40" y="54"/>
                  </a:lnTo>
                  <a:lnTo>
                    <a:pt x="40" y="54"/>
                  </a:lnTo>
                  <a:lnTo>
                    <a:pt x="40" y="52"/>
                  </a:lnTo>
                  <a:lnTo>
                    <a:pt x="40" y="52"/>
                  </a:lnTo>
                  <a:lnTo>
                    <a:pt x="40" y="52"/>
                  </a:lnTo>
                  <a:lnTo>
                    <a:pt x="40" y="50"/>
                  </a:lnTo>
                  <a:lnTo>
                    <a:pt x="38" y="50"/>
                  </a:lnTo>
                  <a:lnTo>
                    <a:pt x="38" y="50"/>
                  </a:lnTo>
                  <a:lnTo>
                    <a:pt x="38" y="50"/>
                  </a:lnTo>
                  <a:lnTo>
                    <a:pt x="36" y="50"/>
                  </a:lnTo>
                  <a:lnTo>
                    <a:pt x="36" y="50"/>
                  </a:lnTo>
                  <a:lnTo>
                    <a:pt x="36" y="50"/>
                  </a:lnTo>
                  <a:lnTo>
                    <a:pt x="33" y="50"/>
                  </a:lnTo>
                  <a:lnTo>
                    <a:pt x="33" y="50"/>
                  </a:lnTo>
                  <a:lnTo>
                    <a:pt x="31" y="50"/>
                  </a:lnTo>
                  <a:lnTo>
                    <a:pt x="31" y="50"/>
                  </a:lnTo>
                  <a:lnTo>
                    <a:pt x="31" y="50"/>
                  </a:lnTo>
                  <a:lnTo>
                    <a:pt x="31" y="47"/>
                  </a:lnTo>
                  <a:lnTo>
                    <a:pt x="29" y="47"/>
                  </a:lnTo>
                  <a:lnTo>
                    <a:pt x="29" y="47"/>
                  </a:lnTo>
                  <a:lnTo>
                    <a:pt x="29" y="47"/>
                  </a:lnTo>
                  <a:lnTo>
                    <a:pt x="29" y="47"/>
                  </a:lnTo>
                  <a:lnTo>
                    <a:pt x="29" y="47"/>
                  </a:lnTo>
                  <a:lnTo>
                    <a:pt x="29" y="45"/>
                  </a:lnTo>
                  <a:lnTo>
                    <a:pt x="29" y="45"/>
                  </a:lnTo>
                  <a:lnTo>
                    <a:pt x="26" y="45"/>
                  </a:lnTo>
                  <a:lnTo>
                    <a:pt x="26" y="43"/>
                  </a:lnTo>
                  <a:lnTo>
                    <a:pt x="26" y="43"/>
                  </a:lnTo>
                  <a:lnTo>
                    <a:pt x="26" y="43"/>
                  </a:lnTo>
                  <a:lnTo>
                    <a:pt x="24" y="43"/>
                  </a:lnTo>
                  <a:lnTo>
                    <a:pt x="24" y="40"/>
                  </a:lnTo>
                  <a:lnTo>
                    <a:pt x="24" y="40"/>
                  </a:lnTo>
                  <a:lnTo>
                    <a:pt x="24" y="40"/>
                  </a:lnTo>
                  <a:lnTo>
                    <a:pt x="24" y="40"/>
                  </a:lnTo>
                  <a:lnTo>
                    <a:pt x="24" y="38"/>
                  </a:lnTo>
                  <a:lnTo>
                    <a:pt x="22" y="38"/>
                  </a:lnTo>
                  <a:lnTo>
                    <a:pt x="22" y="38"/>
                  </a:lnTo>
                  <a:lnTo>
                    <a:pt x="22" y="38"/>
                  </a:lnTo>
                  <a:lnTo>
                    <a:pt x="22" y="38"/>
                  </a:lnTo>
                  <a:lnTo>
                    <a:pt x="22" y="38"/>
                  </a:lnTo>
                  <a:lnTo>
                    <a:pt x="19" y="38"/>
                  </a:lnTo>
                  <a:lnTo>
                    <a:pt x="19" y="36"/>
                  </a:lnTo>
                  <a:lnTo>
                    <a:pt x="19" y="36"/>
                  </a:lnTo>
                  <a:lnTo>
                    <a:pt x="19" y="36"/>
                  </a:lnTo>
                  <a:lnTo>
                    <a:pt x="17" y="36"/>
                  </a:lnTo>
                  <a:lnTo>
                    <a:pt x="17" y="33"/>
                  </a:lnTo>
                  <a:lnTo>
                    <a:pt x="17" y="33"/>
                  </a:lnTo>
                  <a:lnTo>
                    <a:pt x="17" y="33"/>
                  </a:lnTo>
                  <a:lnTo>
                    <a:pt x="17" y="33"/>
                  </a:lnTo>
                  <a:lnTo>
                    <a:pt x="17" y="31"/>
                  </a:lnTo>
                  <a:lnTo>
                    <a:pt x="14" y="31"/>
                  </a:lnTo>
                  <a:lnTo>
                    <a:pt x="14" y="31"/>
                  </a:lnTo>
                  <a:lnTo>
                    <a:pt x="14" y="31"/>
                  </a:lnTo>
                  <a:lnTo>
                    <a:pt x="14" y="28"/>
                  </a:lnTo>
                  <a:lnTo>
                    <a:pt x="14" y="28"/>
                  </a:lnTo>
                  <a:lnTo>
                    <a:pt x="14" y="28"/>
                  </a:lnTo>
                  <a:lnTo>
                    <a:pt x="12" y="28"/>
                  </a:lnTo>
                  <a:lnTo>
                    <a:pt x="12" y="28"/>
                  </a:lnTo>
                  <a:lnTo>
                    <a:pt x="12" y="28"/>
                  </a:lnTo>
                  <a:lnTo>
                    <a:pt x="10" y="28"/>
                  </a:lnTo>
                  <a:lnTo>
                    <a:pt x="10" y="26"/>
                  </a:lnTo>
                  <a:lnTo>
                    <a:pt x="10" y="26"/>
                  </a:lnTo>
                  <a:lnTo>
                    <a:pt x="10" y="26"/>
                  </a:lnTo>
                  <a:lnTo>
                    <a:pt x="10" y="24"/>
                  </a:lnTo>
                  <a:lnTo>
                    <a:pt x="10" y="24"/>
                  </a:lnTo>
                  <a:lnTo>
                    <a:pt x="10" y="24"/>
                  </a:lnTo>
                  <a:lnTo>
                    <a:pt x="7" y="24"/>
                  </a:lnTo>
                  <a:lnTo>
                    <a:pt x="7" y="21"/>
                  </a:lnTo>
                  <a:lnTo>
                    <a:pt x="7" y="21"/>
                  </a:lnTo>
                  <a:lnTo>
                    <a:pt x="7" y="21"/>
                  </a:lnTo>
                  <a:lnTo>
                    <a:pt x="7" y="19"/>
                  </a:lnTo>
                  <a:lnTo>
                    <a:pt x="7" y="19"/>
                  </a:lnTo>
                  <a:lnTo>
                    <a:pt x="7" y="19"/>
                  </a:lnTo>
                  <a:lnTo>
                    <a:pt x="7" y="19"/>
                  </a:lnTo>
                  <a:lnTo>
                    <a:pt x="7" y="17"/>
                  </a:lnTo>
                  <a:lnTo>
                    <a:pt x="7" y="17"/>
                  </a:lnTo>
                  <a:lnTo>
                    <a:pt x="5" y="17"/>
                  </a:lnTo>
                  <a:lnTo>
                    <a:pt x="5" y="14"/>
                  </a:lnTo>
                  <a:lnTo>
                    <a:pt x="5" y="14"/>
                  </a:lnTo>
                  <a:lnTo>
                    <a:pt x="5" y="14"/>
                  </a:lnTo>
                  <a:lnTo>
                    <a:pt x="5" y="12"/>
                  </a:lnTo>
                  <a:lnTo>
                    <a:pt x="5" y="12"/>
                  </a:lnTo>
                  <a:lnTo>
                    <a:pt x="3" y="12"/>
                  </a:lnTo>
                  <a:lnTo>
                    <a:pt x="3" y="9"/>
                  </a:lnTo>
                  <a:lnTo>
                    <a:pt x="3" y="9"/>
                  </a:lnTo>
                  <a:lnTo>
                    <a:pt x="3" y="9"/>
                  </a:lnTo>
                  <a:lnTo>
                    <a:pt x="3" y="9"/>
                  </a:lnTo>
                  <a:lnTo>
                    <a:pt x="3" y="9"/>
                  </a:lnTo>
                  <a:lnTo>
                    <a:pt x="3" y="7"/>
                  </a:lnTo>
                  <a:lnTo>
                    <a:pt x="3" y="7"/>
                  </a:lnTo>
                  <a:lnTo>
                    <a:pt x="3" y="5"/>
                  </a:lnTo>
                  <a:lnTo>
                    <a:pt x="3" y="5"/>
                  </a:lnTo>
                  <a:lnTo>
                    <a:pt x="3" y="5"/>
                  </a:lnTo>
                  <a:lnTo>
                    <a:pt x="3" y="2"/>
                  </a:lnTo>
                  <a:lnTo>
                    <a:pt x="3" y="2"/>
                  </a:lnTo>
                  <a:lnTo>
                    <a:pt x="0" y="2"/>
                  </a:lnTo>
                  <a:lnTo>
                    <a:pt x="0" y="2"/>
                  </a:lnTo>
                  <a:lnTo>
                    <a:pt x="0" y="0"/>
                  </a:lnTo>
                  <a:lnTo>
                    <a:pt x="0" y="0"/>
                  </a:lnTo>
                  <a:lnTo>
                    <a:pt x="0" y="0"/>
                  </a:lnTo>
                  <a:lnTo>
                    <a:pt x="0" y="0"/>
                  </a:lnTo>
                  <a:lnTo>
                    <a:pt x="0" y="0"/>
                  </a:lnTo>
                  <a:lnTo>
                    <a:pt x="3" y="0"/>
                  </a:lnTo>
                  <a:lnTo>
                    <a:pt x="3" y="0"/>
                  </a:lnTo>
                  <a:lnTo>
                    <a:pt x="3" y="0"/>
                  </a:lnTo>
                  <a:lnTo>
                    <a:pt x="3" y="0"/>
                  </a:lnTo>
                  <a:lnTo>
                    <a:pt x="3" y="0"/>
                  </a:lnTo>
                  <a:lnTo>
                    <a:pt x="3" y="2"/>
                  </a:lnTo>
                  <a:lnTo>
                    <a:pt x="5" y="2"/>
                  </a:lnTo>
                  <a:lnTo>
                    <a:pt x="5" y="2"/>
                  </a:lnTo>
                  <a:lnTo>
                    <a:pt x="5" y="0"/>
                  </a:lnTo>
                  <a:lnTo>
                    <a:pt x="7" y="0"/>
                  </a:lnTo>
                  <a:lnTo>
                    <a:pt x="7" y="0"/>
                  </a:lnTo>
                  <a:lnTo>
                    <a:pt x="7" y="0"/>
                  </a:lnTo>
                  <a:lnTo>
                    <a:pt x="7" y="0"/>
                  </a:lnTo>
                  <a:lnTo>
                    <a:pt x="10" y="0"/>
                  </a:lnTo>
                  <a:lnTo>
                    <a:pt x="10" y="0"/>
                  </a:lnTo>
                  <a:lnTo>
                    <a:pt x="10" y="0"/>
                  </a:lnTo>
                  <a:lnTo>
                    <a:pt x="10" y="0"/>
                  </a:lnTo>
                  <a:lnTo>
                    <a:pt x="12" y="0"/>
                  </a:lnTo>
                  <a:lnTo>
                    <a:pt x="12" y="0"/>
                  </a:lnTo>
                  <a:lnTo>
                    <a:pt x="12" y="0"/>
                  </a:lnTo>
                  <a:lnTo>
                    <a:pt x="12" y="0"/>
                  </a:lnTo>
                  <a:lnTo>
                    <a:pt x="14" y="0"/>
                  </a:lnTo>
                  <a:lnTo>
                    <a:pt x="14" y="0"/>
                  </a:lnTo>
                  <a:lnTo>
                    <a:pt x="14" y="2"/>
                  </a:lnTo>
                  <a:lnTo>
                    <a:pt x="14" y="2"/>
                  </a:lnTo>
                  <a:lnTo>
                    <a:pt x="17" y="2"/>
                  </a:lnTo>
                  <a:lnTo>
                    <a:pt x="17" y="2"/>
                  </a:lnTo>
                  <a:lnTo>
                    <a:pt x="17" y="2"/>
                  </a:lnTo>
                  <a:lnTo>
                    <a:pt x="17" y="2"/>
                  </a:lnTo>
                  <a:lnTo>
                    <a:pt x="19" y="2"/>
                  </a:lnTo>
                  <a:lnTo>
                    <a:pt x="19" y="5"/>
                  </a:lnTo>
                  <a:lnTo>
                    <a:pt x="19" y="5"/>
                  </a:lnTo>
                  <a:lnTo>
                    <a:pt x="19" y="5"/>
                  </a:lnTo>
                  <a:lnTo>
                    <a:pt x="19" y="7"/>
                  </a:lnTo>
                  <a:lnTo>
                    <a:pt x="22" y="7"/>
                  </a:lnTo>
                  <a:lnTo>
                    <a:pt x="22" y="7"/>
                  </a:lnTo>
                  <a:lnTo>
                    <a:pt x="22" y="7"/>
                  </a:lnTo>
                  <a:lnTo>
                    <a:pt x="22" y="7"/>
                  </a:lnTo>
                  <a:lnTo>
                    <a:pt x="22" y="9"/>
                  </a:lnTo>
                  <a:lnTo>
                    <a:pt x="24" y="9"/>
                  </a:lnTo>
                  <a:lnTo>
                    <a:pt x="24" y="9"/>
                  </a:lnTo>
                  <a:lnTo>
                    <a:pt x="24" y="9"/>
                  </a:lnTo>
                  <a:lnTo>
                    <a:pt x="24" y="9"/>
                  </a:lnTo>
                  <a:lnTo>
                    <a:pt x="26" y="9"/>
                  </a:lnTo>
                  <a:lnTo>
                    <a:pt x="26" y="9"/>
                  </a:lnTo>
                  <a:lnTo>
                    <a:pt x="26" y="9"/>
                  </a:lnTo>
                  <a:lnTo>
                    <a:pt x="29" y="9"/>
                  </a:lnTo>
                  <a:lnTo>
                    <a:pt x="29" y="9"/>
                  </a:lnTo>
                  <a:lnTo>
                    <a:pt x="29" y="9"/>
                  </a:lnTo>
                  <a:lnTo>
                    <a:pt x="31" y="9"/>
                  </a:lnTo>
                  <a:lnTo>
                    <a:pt x="31" y="9"/>
                  </a:lnTo>
                  <a:lnTo>
                    <a:pt x="31" y="12"/>
                  </a:lnTo>
                  <a:lnTo>
                    <a:pt x="31" y="12"/>
                  </a:lnTo>
                  <a:lnTo>
                    <a:pt x="31" y="9"/>
                  </a:lnTo>
                  <a:lnTo>
                    <a:pt x="33" y="9"/>
                  </a:lnTo>
                  <a:lnTo>
                    <a:pt x="33" y="9"/>
                  </a:lnTo>
                  <a:lnTo>
                    <a:pt x="36" y="9"/>
                  </a:lnTo>
                  <a:lnTo>
                    <a:pt x="36" y="9"/>
                  </a:lnTo>
                  <a:lnTo>
                    <a:pt x="36" y="9"/>
                  </a:lnTo>
                  <a:lnTo>
                    <a:pt x="36" y="9"/>
                  </a:lnTo>
                  <a:lnTo>
                    <a:pt x="38" y="9"/>
                  </a:lnTo>
                  <a:lnTo>
                    <a:pt x="38" y="9"/>
                  </a:lnTo>
                  <a:lnTo>
                    <a:pt x="40" y="9"/>
                  </a:lnTo>
                  <a:lnTo>
                    <a:pt x="40" y="9"/>
                  </a:lnTo>
                  <a:lnTo>
                    <a:pt x="40" y="9"/>
                  </a:lnTo>
                  <a:lnTo>
                    <a:pt x="43" y="9"/>
                  </a:lnTo>
                  <a:lnTo>
                    <a:pt x="43" y="9"/>
                  </a:lnTo>
                  <a:lnTo>
                    <a:pt x="43" y="9"/>
                  </a:lnTo>
                  <a:lnTo>
                    <a:pt x="43" y="9"/>
                  </a:lnTo>
                  <a:lnTo>
                    <a:pt x="45" y="9"/>
                  </a:lnTo>
                  <a:lnTo>
                    <a:pt x="45" y="9"/>
                  </a:lnTo>
                  <a:lnTo>
                    <a:pt x="45" y="12"/>
                  </a:lnTo>
                  <a:lnTo>
                    <a:pt x="45" y="12"/>
                  </a:lnTo>
                  <a:lnTo>
                    <a:pt x="48" y="12"/>
                  </a:lnTo>
                  <a:lnTo>
                    <a:pt x="48" y="12"/>
                  </a:lnTo>
                  <a:lnTo>
                    <a:pt x="48" y="12"/>
                  </a:lnTo>
                  <a:lnTo>
                    <a:pt x="48" y="12"/>
                  </a:lnTo>
                  <a:lnTo>
                    <a:pt x="50" y="12"/>
                  </a:lnTo>
                  <a:lnTo>
                    <a:pt x="50" y="12"/>
                  </a:lnTo>
                  <a:lnTo>
                    <a:pt x="50" y="9"/>
                  </a:lnTo>
                  <a:lnTo>
                    <a:pt x="50" y="9"/>
                  </a:lnTo>
                  <a:lnTo>
                    <a:pt x="52" y="9"/>
                  </a:lnTo>
                  <a:lnTo>
                    <a:pt x="52" y="9"/>
                  </a:lnTo>
                  <a:lnTo>
                    <a:pt x="55" y="9"/>
                  </a:lnTo>
                  <a:lnTo>
                    <a:pt x="55" y="9"/>
                  </a:lnTo>
                  <a:lnTo>
                    <a:pt x="55" y="12"/>
                  </a:lnTo>
                  <a:lnTo>
                    <a:pt x="55" y="12"/>
                  </a:lnTo>
                  <a:lnTo>
                    <a:pt x="55" y="12"/>
                  </a:lnTo>
                  <a:lnTo>
                    <a:pt x="55" y="14"/>
                  </a:lnTo>
                  <a:lnTo>
                    <a:pt x="57" y="14"/>
                  </a:lnTo>
                  <a:lnTo>
                    <a:pt x="57" y="14"/>
                  </a:lnTo>
                  <a:lnTo>
                    <a:pt x="57" y="14"/>
                  </a:lnTo>
                  <a:lnTo>
                    <a:pt x="57" y="17"/>
                  </a:lnTo>
                  <a:lnTo>
                    <a:pt x="57" y="17"/>
                  </a:lnTo>
                  <a:lnTo>
                    <a:pt x="57" y="17"/>
                  </a:lnTo>
                  <a:lnTo>
                    <a:pt x="59" y="17"/>
                  </a:lnTo>
                  <a:lnTo>
                    <a:pt x="59" y="19"/>
                  </a:lnTo>
                  <a:lnTo>
                    <a:pt x="59" y="19"/>
                  </a:lnTo>
                  <a:lnTo>
                    <a:pt x="59" y="19"/>
                  </a:lnTo>
                  <a:lnTo>
                    <a:pt x="62" y="19"/>
                  </a:lnTo>
                  <a:lnTo>
                    <a:pt x="62" y="19"/>
                  </a:lnTo>
                  <a:lnTo>
                    <a:pt x="62" y="19"/>
                  </a:lnTo>
                  <a:lnTo>
                    <a:pt x="62" y="19"/>
                  </a:lnTo>
                  <a:lnTo>
                    <a:pt x="62" y="21"/>
                  </a:lnTo>
                  <a:lnTo>
                    <a:pt x="62" y="21"/>
                  </a:lnTo>
                  <a:lnTo>
                    <a:pt x="62" y="24"/>
                  </a:lnTo>
                  <a:lnTo>
                    <a:pt x="64" y="24"/>
                  </a:lnTo>
                  <a:lnTo>
                    <a:pt x="64" y="24"/>
                  </a:lnTo>
                  <a:lnTo>
                    <a:pt x="64" y="26"/>
                  </a:lnTo>
                  <a:lnTo>
                    <a:pt x="64" y="26"/>
                  </a:lnTo>
                  <a:lnTo>
                    <a:pt x="64" y="26"/>
                  </a:lnTo>
                  <a:lnTo>
                    <a:pt x="64" y="28"/>
                  </a:lnTo>
                  <a:lnTo>
                    <a:pt x="64" y="28"/>
                  </a:lnTo>
                  <a:lnTo>
                    <a:pt x="64" y="28"/>
                  </a:lnTo>
                  <a:lnTo>
                    <a:pt x="67" y="28"/>
                  </a:lnTo>
                  <a:lnTo>
                    <a:pt x="67" y="28"/>
                  </a:lnTo>
                  <a:lnTo>
                    <a:pt x="69" y="28"/>
                  </a:lnTo>
                  <a:lnTo>
                    <a:pt x="69" y="28"/>
                  </a:lnTo>
                  <a:lnTo>
                    <a:pt x="69" y="28"/>
                  </a:lnTo>
                  <a:lnTo>
                    <a:pt x="69" y="31"/>
                  </a:lnTo>
                  <a:lnTo>
                    <a:pt x="69" y="31"/>
                  </a:lnTo>
                  <a:lnTo>
                    <a:pt x="69" y="31"/>
                  </a:lnTo>
                  <a:lnTo>
                    <a:pt x="69" y="33"/>
                  </a:lnTo>
                  <a:lnTo>
                    <a:pt x="69" y="33"/>
                  </a:lnTo>
                  <a:lnTo>
                    <a:pt x="69" y="36"/>
                  </a:lnTo>
                  <a:lnTo>
                    <a:pt x="69" y="36"/>
                  </a:lnTo>
                  <a:lnTo>
                    <a:pt x="69" y="36"/>
                  </a:lnTo>
                  <a:lnTo>
                    <a:pt x="69" y="38"/>
                  </a:lnTo>
                  <a:lnTo>
                    <a:pt x="69" y="38"/>
                  </a:lnTo>
                  <a:lnTo>
                    <a:pt x="69" y="38"/>
                  </a:lnTo>
                  <a:lnTo>
                    <a:pt x="69" y="38"/>
                  </a:lnTo>
                  <a:lnTo>
                    <a:pt x="71" y="38"/>
                  </a:lnTo>
                  <a:lnTo>
                    <a:pt x="71" y="40"/>
                  </a:lnTo>
                  <a:lnTo>
                    <a:pt x="71" y="40"/>
                  </a:lnTo>
                  <a:lnTo>
                    <a:pt x="71" y="40"/>
                  </a:lnTo>
                  <a:lnTo>
                    <a:pt x="74" y="40"/>
                  </a:lnTo>
                  <a:lnTo>
                    <a:pt x="74" y="40"/>
                  </a:lnTo>
                  <a:lnTo>
                    <a:pt x="74" y="40"/>
                  </a:lnTo>
                  <a:lnTo>
                    <a:pt x="76" y="40"/>
                  </a:lnTo>
                  <a:lnTo>
                    <a:pt x="76" y="43"/>
                  </a:lnTo>
                  <a:lnTo>
                    <a:pt x="76" y="43"/>
                  </a:lnTo>
                  <a:lnTo>
                    <a:pt x="76" y="43"/>
                  </a:lnTo>
                  <a:lnTo>
                    <a:pt x="76" y="43"/>
                  </a:lnTo>
                  <a:lnTo>
                    <a:pt x="78" y="43"/>
                  </a:lnTo>
                  <a:lnTo>
                    <a:pt x="78" y="45"/>
                  </a:lnTo>
                  <a:lnTo>
                    <a:pt x="78" y="45"/>
                  </a:lnTo>
                  <a:lnTo>
                    <a:pt x="78" y="45"/>
                  </a:lnTo>
                  <a:lnTo>
                    <a:pt x="78" y="47"/>
                  </a:lnTo>
                  <a:lnTo>
                    <a:pt x="81" y="47"/>
                  </a:lnTo>
                  <a:lnTo>
                    <a:pt x="81" y="47"/>
                  </a:lnTo>
                  <a:lnTo>
                    <a:pt x="81" y="47"/>
                  </a:lnTo>
                  <a:lnTo>
                    <a:pt x="81" y="47"/>
                  </a:lnTo>
                  <a:lnTo>
                    <a:pt x="81" y="47"/>
                  </a:lnTo>
                  <a:lnTo>
                    <a:pt x="81" y="50"/>
                  </a:lnTo>
                  <a:lnTo>
                    <a:pt x="83" y="50"/>
                  </a:lnTo>
                  <a:lnTo>
                    <a:pt x="83" y="50"/>
                  </a:lnTo>
                  <a:lnTo>
                    <a:pt x="83" y="50"/>
                  </a:lnTo>
                  <a:lnTo>
                    <a:pt x="85" y="50"/>
                  </a:lnTo>
                  <a:lnTo>
                    <a:pt x="85" y="50"/>
                  </a:lnTo>
                  <a:lnTo>
                    <a:pt x="85" y="50"/>
                  </a:lnTo>
                  <a:lnTo>
                    <a:pt x="88" y="50"/>
                  </a:lnTo>
                  <a:lnTo>
                    <a:pt x="88" y="52"/>
                  </a:lnTo>
                  <a:lnTo>
                    <a:pt x="88" y="52"/>
                  </a:lnTo>
                  <a:lnTo>
                    <a:pt x="88" y="52"/>
                  </a:lnTo>
                  <a:lnTo>
                    <a:pt x="88" y="52"/>
                  </a:lnTo>
                  <a:lnTo>
                    <a:pt x="90" y="52"/>
                  </a:lnTo>
                  <a:lnTo>
                    <a:pt x="90" y="54"/>
                  </a:lnTo>
                  <a:lnTo>
                    <a:pt x="90" y="54"/>
                  </a:lnTo>
                  <a:lnTo>
                    <a:pt x="90" y="54"/>
                  </a:lnTo>
                  <a:lnTo>
                    <a:pt x="90" y="54"/>
                  </a:lnTo>
                  <a:lnTo>
                    <a:pt x="93" y="54"/>
                  </a:lnTo>
                  <a:lnTo>
                    <a:pt x="93" y="57"/>
                  </a:lnTo>
                  <a:lnTo>
                    <a:pt x="93" y="57"/>
                  </a:lnTo>
                  <a:lnTo>
                    <a:pt x="93" y="57"/>
                  </a:lnTo>
                  <a:lnTo>
                    <a:pt x="95" y="57"/>
                  </a:lnTo>
                  <a:lnTo>
                    <a:pt x="95" y="57"/>
                  </a:lnTo>
                  <a:lnTo>
                    <a:pt x="95" y="59"/>
                  </a:lnTo>
                  <a:lnTo>
                    <a:pt x="95" y="59"/>
                  </a:lnTo>
                  <a:lnTo>
                    <a:pt x="95" y="59"/>
                  </a:lnTo>
                  <a:lnTo>
                    <a:pt x="97" y="59"/>
                  </a:lnTo>
                  <a:lnTo>
                    <a:pt x="97" y="59"/>
                  </a:lnTo>
                  <a:lnTo>
                    <a:pt x="97" y="59"/>
                  </a:lnTo>
                  <a:lnTo>
                    <a:pt x="97" y="62"/>
                  </a:lnTo>
                  <a:lnTo>
                    <a:pt x="97" y="62"/>
                  </a:lnTo>
                  <a:lnTo>
                    <a:pt x="100" y="62"/>
                  </a:lnTo>
                  <a:lnTo>
                    <a:pt x="100" y="62"/>
                  </a:lnTo>
                  <a:lnTo>
                    <a:pt x="100" y="62"/>
                  </a:lnTo>
                  <a:lnTo>
                    <a:pt x="102" y="62"/>
                  </a:lnTo>
                  <a:lnTo>
                    <a:pt x="102" y="62"/>
                  </a:lnTo>
                  <a:lnTo>
                    <a:pt x="102" y="64"/>
                  </a:lnTo>
                  <a:lnTo>
                    <a:pt x="102" y="64"/>
                  </a:lnTo>
                  <a:lnTo>
                    <a:pt x="102" y="64"/>
                  </a:lnTo>
                  <a:lnTo>
                    <a:pt x="102" y="66"/>
                  </a:lnTo>
                  <a:lnTo>
                    <a:pt x="104" y="66"/>
                  </a:lnTo>
                  <a:lnTo>
                    <a:pt x="104" y="66"/>
                  </a:lnTo>
                  <a:lnTo>
                    <a:pt x="104" y="66"/>
                  </a:lnTo>
                  <a:lnTo>
                    <a:pt x="104" y="69"/>
                  </a:lnTo>
                  <a:lnTo>
                    <a:pt x="104" y="69"/>
                  </a:lnTo>
                  <a:lnTo>
                    <a:pt x="104" y="69"/>
                  </a:lnTo>
                  <a:lnTo>
                    <a:pt x="107" y="69"/>
                  </a:lnTo>
                  <a:lnTo>
                    <a:pt x="107" y="69"/>
                  </a:lnTo>
                  <a:lnTo>
                    <a:pt x="107" y="71"/>
                  </a:lnTo>
                  <a:lnTo>
                    <a:pt x="107" y="71"/>
                  </a:lnTo>
                  <a:lnTo>
                    <a:pt x="107" y="73"/>
                  </a:lnTo>
                  <a:lnTo>
                    <a:pt x="107" y="73"/>
                  </a:lnTo>
                  <a:lnTo>
                    <a:pt x="107" y="73"/>
                  </a:lnTo>
                  <a:lnTo>
                    <a:pt x="109" y="73"/>
                  </a:lnTo>
                  <a:lnTo>
                    <a:pt x="109" y="76"/>
                  </a:lnTo>
                  <a:lnTo>
                    <a:pt x="109" y="76"/>
                  </a:lnTo>
                  <a:lnTo>
                    <a:pt x="109" y="76"/>
                  </a:lnTo>
                  <a:lnTo>
                    <a:pt x="111" y="76"/>
                  </a:lnTo>
                  <a:lnTo>
                    <a:pt x="111" y="76"/>
                  </a:lnTo>
                  <a:lnTo>
                    <a:pt x="111" y="76"/>
                  </a:lnTo>
                  <a:lnTo>
                    <a:pt x="114" y="76"/>
                  </a:lnTo>
                  <a:lnTo>
                    <a:pt x="114" y="78"/>
                  </a:lnTo>
                  <a:lnTo>
                    <a:pt x="114" y="78"/>
                  </a:lnTo>
                  <a:lnTo>
                    <a:pt x="114" y="78"/>
                  </a:lnTo>
                  <a:lnTo>
                    <a:pt x="114" y="78"/>
                  </a:lnTo>
                  <a:lnTo>
                    <a:pt x="114" y="81"/>
                  </a:lnTo>
                  <a:lnTo>
                    <a:pt x="114" y="81"/>
                  </a:lnTo>
                  <a:lnTo>
                    <a:pt x="114" y="81"/>
                  </a:lnTo>
                  <a:lnTo>
                    <a:pt x="114" y="83"/>
                  </a:lnTo>
                  <a:lnTo>
                    <a:pt x="114" y="83"/>
                  </a:lnTo>
                  <a:lnTo>
                    <a:pt x="116" y="83"/>
                  </a:lnTo>
                  <a:lnTo>
                    <a:pt x="116" y="85"/>
                  </a:lnTo>
                  <a:lnTo>
                    <a:pt x="116" y="85"/>
                  </a:lnTo>
                  <a:lnTo>
                    <a:pt x="116" y="85"/>
                  </a:lnTo>
                  <a:lnTo>
                    <a:pt x="116" y="85"/>
                  </a:lnTo>
                  <a:lnTo>
                    <a:pt x="116" y="88"/>
                  </a:lnTo>
                  <a:lnTo>
                    <a:pt x="119" y="88"/>
                  </a:lnTo>
                  <a:lnTo>
                    <a:pt x="119" y="88"/>
                  </a:lnTo>
                  <a:lnTo>
                    <a:pt x="119" y="88"/>
                  </a:lnTo>
                  <a:lnTo>
                    <a:pt x="119" y="88"/>
                  </a:lnTo>
                  <a:lnTo>
                    <a:pt x="121" y="88"/>
                  </a:lnTo>
                  <a:lnTo>
                    <a:pt x="121" y="88"/>
                  </a:lnTo>
                  <a:lnTo>
                    <a:pt x="121" y="88"/>
                  </a:lnTo>
                  <a:lnTo>
                    <a:pt x="121" y="88"/>
                  </a:lnTo>
                  <a:lnTo>
                    <a:pt x="121" y="88"/>
                  </a:lnTo>
                  <a:lnTo>
                    <a:pt x="121" y="88"/>
                  </a:lnTo>
                  <a:lnTo>
                    <a:pt x="121" y="88"/>
                  </a:lnTo>
                  <a:lnTo>
                    <a:pt x="121" y="85"/>
                  </a:lnTo>
                  <a:lnTo>
                    <a:pt x="123" y="85"/>
                  </a:lnTo>
                  <a:lnTo>
                    <a:pt x="123" y="85"/>
                  </a:lnTo>
                  <a:lnTo>
                    <a:pt x="123" y="85"/>
                  </a:lnTo>
                  <a:lnTo>
                    <a:pt x="126" y="85"/>
                  </a:lnTo>
                  <a:lnTo>
                    <a:pt x="126" y="85"/>
                  </a:lnTo>
                  <a:lnTo>
                    <a:pt x="126" y="85"/>
                  </a:lnTo>
                  <a:lnTo>
                    <a:pt x="128" y="85"/>
                  </a:lnTo>
                  <a:lnTo>
                    <a:pt x="128" y="85"/>
                  </a:lnTo>
                  <a:lnTo>
                    <a:pt x="128" y="85"/>
                  </a:lnTo>
                  <a:lnTo>
                    <a:pt x="130" y="85"/>
                  </a:lnTo>
                  <a:lnTo>
                    <a:pt x="130" y="85"/>
                  </a:lnTo>
                  <a:lnTo>
                    <a:pt x="130" y="88"/>
                  </a:lnTo>
                  <a:lnTo>
                    <a:pt x="130" y="88"/>
                  </a:lnTo>
                  <a:lnTo>
                    <a:pt x="130" y="88"/>
                  </a:lnTo>
                  <a:lnTo>
                    <a:pt x="130" y="88"/>
                  </a:lnTo>
                  <a:lnTo>
                    <a:pt x="130" y="88"/>
                  </a:lnTo>
                  <a:lnTo>
                    <a:pt x="133" y="88"/>
                  </a:lnTo>
                  <a:lnTo>
                    <a:pt x="133" y="90"/>
                  </a:lnTo>
                  <a:lnTo>
                    <a:pt x="133" y="90"/>
                  </a:lnTo>
                  <a:lnTo>
                    <a:pt x="135" y="90"/>
                  </a:lnTo>
                  <a:lnTo>
                    <a:pt x="135" y="90"/>
                  </a:lnTo>
                  <a:lnTo>
                    <a:pt x="135" y="90"/>
                  </a:lnTo>
                  <a:lnTo>
                    <a:pt x="135" y="92"/>
                  </a:lnTo>
                  <a:lnTo>
                    <a:pt x="135" y="92"/>
                  </a:lnTo>
                  <a:lnTo>
                    <a:pt x="135" y="95"/>
                  </a:lnTo>
                  <a:lnTo>
                    <a:pt x="135" y="95"/>
                  </a:lnTo>
                  <a:lnTo>
                    <a:pt x="135" y="95"/>
                  </a:lnTo>
                  <a:lnTo>
                    <a:pt x="135" y="95"/>
                  </a:lnTo>
                  <a:lnTo>
                    <a:pt x="135" y="92"/>
                  </a:lnTo>
                  <a:lnTo>
                    <a:pt x="135" y="92"/>
                  </a:lnTo>
                  <a:lnTo>
                    <a:pt x="135" y="90"/>
                  </a:lnTo>
                  <a:lnTo>
                    <a:pt x="138" y="90"/>
                  </a:lnTo>
                  <a:lnTo>
                    <a:pt x="138" y="90"/>
                  </a:lnTo>
                  <a:lnTo>
                    <a:pt x="138" y="90"/>
                  </a:lnTo>
                  <a:lnTo>
                    <a:pt x="138" y="90"/>
                  </a:lnTo>
                  <a:lnTo>
                    <a:pt x="140" y="90"/>
                  </a:lnTo>
                  <a:lnTo>
                    <a:pt x="140" y="90"/>
                  </a:lnTo>
                  <a:lnTo>
                    <a:pt x="140" y="88"/>
                  </a:lnTo>
                  <a:lnTo>
                    <a:pt x="142" y="88"/>
                  </a:lnTo>
                  <a:lnTo>
                    <a:pt x="142" y="88"/>
                  </a:lnTo>
                  <a:lnTo>
                    <a:pt x="142" y="90"/>
                  </a:lnTo>
                  <a:lnTo>
                    <a:pt x="142" y="90"/>
                  </a:lnTo>
                  <a:lnTo>
                    <a:pt x="145" y="90"/>
                  </a:lnTo>
                  <a:lnTo>
                    <a:pt x="145" y="90"/>
                  </a:lnTo>
                  <a:lnTo>
                    <a:pt x="145" y="92"/>
                  </a:lnTo>
                  <a:lnTo>
                    <a:pt x="145" y="92"/>
                  </a:lnTo>
                  <a:lnTo>
                    <a:pt x="145" y="92"/>
                  </a:lnTo>
                  <a:lnTo>
                    <a:pt x="145" y="95"/>
                  </a:lnTo>
                  <a:lnTo>
                    <a:pt x="145" y="95"/>
                  </a:lnTo>
                  <a:lnTo>
                    <a:pt x="145" y="97"/>
                  </a:lnTo>
                  <a:lnTo>
                    <a:pt x="145" y="97"/>
                  </a:lnTo>
                  <a:lnTo>
                    <a:pt x="145" y="97"/>
                  </a:lnTo>
                  <a:lnTo>
                    <a:pt x="145" y="97"/>
                  </a:lnTo>
                  <a:lnTo>
                    <a:pt x="145" y="100"/>
                  </a:lnTo>
                  <a:lnTo>
                    <a:pt x="142" y="100"/>
                  </a:lnTo>
                  <a:lnTo>
                    <a:pt x="142" y="100"/>
                  </a:lnTo>
                  <a:lnTo>
                    <a:pt x="145" y="100"/>
                  </a:lnTo>
                  <a:lnTo>
                    <a:pt x="145" y="100"/>
                  </a:lnTo>
                  <a:lnTo>
                    <a:pt x="145" y="102"/>
                  </a:lnTo>
                  <a:lnTo>
                    <a:pt x="147" y="102"/>
                  </a:lnTo>
                  <a:lnTo>
                    <a:pt x="147" y="102"/>
                  </a:lnTo>
                  <a:lnTo>
                    <a:pt x="147" y="102"/>
                  </a:lnTo>
                  <a:lnTo>
                    <a:pt x="147" y="104"/>
                  </a:lnTo>
                  <a:lnTo>
                    <a:pt x="147" y="104"/>
                  </a:lnTo>
                  <a:lnTo>
                    <a:pt x="147" y="104"/>
                  </a:lnTo>
                  <a:lnTo>
                    <a:pt x="149" y="104"/>
                  </a:lnTo>
                  <a:lnTo>
                    <a:pt x="149" y="104"/>
                  </a:lnTo>
                  <a:lnTo>
                    <a:pt x="149" y="104"/>
                  </a:lnTo>
                  <a:lnTo>
                    <a:pt x="149" y="104"/>
                  </a:lnTo>
                  <a:lnTo>
                    <a:pt x="149" y="102"/>
                  </a:lnTo>
                  <a:lnTo>
                    <a:pt x="149" y="102"/>
                  </a:lnTo>
                  <a:lnTo>
                    <a:pt x="149" y="102"/>
                  </a:lnTo>
                  <a:lnTo>
                    <a:pt x="152" y="102"/>
                  </a:lnTo>
                  <a:lnTo>
                    <a:pt x="152" y="102"/>
                  </a:lnTo>
                  <a:lnTo>
                    <a:pt x="154" y="102"/>
                  </a:lnTo>
                  <a:lnTo>
                    <a:pt x="154" y="104"/>
                  </a:lnTo>
                  <a:lnTo>
                    <a:pt x="154" y="104"/>
                  </a:lnTo>
                  <a:lnTo>
                    <a:pt x="154" y="104"/>
                  </a:lnTo>
                  <a:lnTo>
                    <a:pt x="156" y="104"/>
                  </a:lnTo>
                  <a:lnTo>
                    <a:pt x="156" y="104"/>
                  </a:lnTo>
                  <a:lnTo>
                    <a:pt x="156" y="104"/>
                  </a:lnTo>
                  <a:lnTo>
                    <a:pt x="159" y="104"/>
                  </a:lnTo>
                  <a:lnTo>
                    <a:pt x="159" y="104"/>
                  </a:lnTo>
                  <a:lnTo>
                    <a:pt x="159" y="104"/>
                  </a:lnTo>
                  <a:lnTo>
                    <a:pt x="161" y="104"/>
                  </a:lnTo>
                  <a:lnTo>
                    <a:pt x="161" y="107"/>
                  </a:lnTo>
                  <a:lnTo>
                    <a:pt x="161" y="107"/>
                  </a:lnTo>
                  <a:lnTo>
                    <a:pt x="161" y="107"/>
                  </a:lnTo>
                  <a:lnTo>
                    <a:pt x="161" y="109"/>
                  </a:lnTo>
                  <a:lnTo>
                    <a:pt x="161" y="109"/>
                  </a:lnTo>
                  <a:lnTo>
                    <a:pt x="161" y="111"/>
                  </a:lnTo>
                  <a:lnTo>
                    <a:pt x="161" y="111"/>
                  </a:lnTo>
                  <a:lnTo>
                    <a:pt x="161" y="111"/>
                  </a:lnTo>
                  <a:lnTo>
                    <a:pt x="161" y="111"/>
                  </a:lnTo>
                  <a:lnTo>
                    <a:pt x="161" y="114"/>
                  </a:lnTo>
                  <a:lnTo>
                    <a:pt x="161" y="114"/>
                  </a:lnTo>
                  <a:lnTo>
                    <a:pt x="161" y="114"/>
                  </a:lnTo>
                  <a:lnTo>
                    <a:pt x="161" y="116"/>
                  </a:lnTo>
                  <a:lnTo>
                    <a:pt x="161" y="116"/>
                  </a:lnTo>
                  <a:lnTo>
                    <a:pt x="161" y="116"/>
                  </a:lnTo>
                  <a:lnTo>
                    <a:pt x="164" y="116"/>
                  </a:lnTo>
                  <a:lnTo>
                    <a:pt x="164" y="116"/>
                  </a:lnTo>
                  <a:lnTo>
                    <a:pt x="164" y="116"/>
                  </a:lnTo>
                  <a:lnTo>
                    <a:pt x="164" y="114"/>
                  </a:lnTo>
                  <a:lnTo>
                    <a:pt x="164" y="114"/>
                  </a:lnTo>
                  <a:lnTo>
                    <a:pt x="166" y="114"/>
                  </a:lnTo>
                  <a:lnTo>
                    <a:pt x="166" y="114"/>
                  </a:lnTo>
                  <a:lnTo>
                    <a:pt x="168" y="114"/>
                  </a:lnTo>
                  <a:lnTo>
                    <a:pt x="168" y="114"/>
                  </a:lnTo>
                  <a:lnTo>
                    <a:pt x="168" y="114"/>
                  </a:lnTo>
                  <a:lnTo>
                    <a:pt x="168" y="116"/>
                  </a:lnTo>
                  <a:lnTo>
                    <a:pt x="171" y="116"/>
                  </a:lnTo>
                  <a:lnTo>
                    <a:pt x="171" y="116"/>
                  </a:lnTo>
                  <a:lnTo>
                    <a:pt x="171" y="116"/>
                  </a:lnTo>
                  <a:lnTo>
                    <a:pt x="171" y="116"/>
                  </a:lnTo>
                  <a:lnTo>
                    <a:pt x="171" y="118"/>
                  </a:lnTo>
                  <a:lnTo>
                    <a:pt x="173" y="118"/>
                  </a:lnTo>
                  <a:lnTo>
                    <a:pt x="173" y="118"/>
                  </a:lnTo>
                  <a:lnTo>
                    <a:pt x="173" y="118"/>
                  </a:lnTo>
                  <a:lnTo>
                    <a:pt x="173" y="118"/>
                  </a:lnTo>
                  <a:lnTo>
                    <a:pt x="175" y="118"/>
                  </a:lnTo>
                  <a:lnTo>
                    <a:pt x="175" y="121"/>
                  </a:lnTo>
                  <a:lnTo>
                    <a:pt x="175" y="121"/>
                  </a:lnTo>
                  <a:lnTo>
                    <a:pt x="175" y="123"/>
                  </a:lnTo>
                  <a:lnTo>
                    <a:pt x="175" y="123"/>
                  </a:lnTo>
                  <a:lnTo>
                    <a:pt x="173" y="123"/>
                  </a:lnTo>
                  <a:lnTo>
                    <a:pt x="173" y="126"/>
                  </a:lnTo>
                  <a:lnTo>
                    <a:pt x="173" y="126"/>
                  </a:lnTo>
                  <a:lnTo>
                    <a:pt x="175" y="126"/>
                  </a:lnTo>
                  <a:lnTo>
                    <a:pt x="175" y="126"/>
                  </a:lnTo>
                  <a:lnTo>
                    <a:pt x="175" y="126"/>
                  </a:lnTo>
                  <a:lnTo>
                    <a:pt x="175" y="126"/>
                  </a:lnTo>
                  <a:lnTo>
                    <a:pt x="175" y="126"/>
                  </a:lnTo>
                  <a:lnTo>
                    <a:pt x="178" y="126"/>
                  </a:lnTo>
                  <a:lnTo>
                    <a:pt x="178" y="128"/>
                  </a:lnTo>
                  <a:lnTo>
                    <a:pt x="178" y="128"/>
                  </a:lnTo>
                  <a:lnTo>
                    <a:pt x="178" y="126"/>
                  </a:lnTo>
                  <a:lnTo>
                    <a:pt x="178" y="126"/>
                  </a:lnTo>
                  <a:lnTo>
                    <a:pt x="178" y="123"/>
                  </a:lnTo>
                  <a:lnTo>
                    <a:pt x="178" y="123"/>
                  </a:lnTo>
                  <a:lnTo>
                    <a:pt x="178" y="121"/>
                  </a:lnTo>
                  <a:lnTo>
                    <a:pt x="178" y="121"/>
                  </a:lnTo>
                  <a:lnTo>
                    <a:pt x="178" y="121"/>
                  </a:lnTo>
                  <a:lnTo>
                    <a:pt x="178" y="118"/>
                  </a:lnTo>
                  <a:lnTo>
                    <a:pt x="178" y="118"/>
                  </a:lnTo>
                  <a:lnTo>
                    <a:pt x="178" y="118"/>
                  </a:lnTo>
                  <a:lnTo>
                    <a:pt x="178" y="116"/>
                  </a:lnTo>
                  <a:lnTo>
                    <a:pt x="175" y="116"/>
                  </a:lnTo>
                  <a:lnTo>
                    <a:pt x="175" y="116"/>
                  </a:lnTo>
                  <a:lnTo>
                    <a:pt x="175" y="114"/>
                  </a:lnTo>
                  <a:lnTo>
                    <a:pt x="178" y="114"/>
                  </a:lnTo>
                  <a:lnTo>
                    <a:pt x="178" y="114"/>
                  </a:lnTo>
                  <a:lnTo>
                    <a:pt x="178" y="114"/>
                  </a:lnTo>
                  <a:lnTo>
                    <a:pt x="180" y="114"/>
                  </a:lnTo>
                  <a:lnTo>
                    <a:pt x="180" y="116"/>
                  </a:lnTo>
                  <a:lnTo>
                    <a:pt x="180" y="116"/>
                  </a:lnTo>
                  <a:lnTo>
                    <a:pt x="180" y="116"/>
                  </a:lnTo>
                  <a:lnTo>
                    <a:pt x="180" y="118"/>
                  </a:lnTo>
                  <a:lnTo>
                    <a:pt x="180" y="118"/>
                  </a:lnTo>
                  <a:lnTo>
                    <a:pt x="183" y="118"/>
                  </a:lnTo>
                  <a:lnTo>
                    <a:pt x="183" y="118"/>
                  </a:lnTo>
                  <a:lnTo>
                    <a:pt x="183" y="118"/>
                  </a:lnTo>
                  <a:lnTo>
                    <a:pt x="183" y="121"/>
                  </a:lnTo>
                  <a:lnTo>
                    <a:pt x="183" y="121"/>
                  </a:lnTo>
                  <a:lnTo>
                    <a:pt x="183" y="123"/>
                  </a:lnTo>
                  <a:lnTo>
                    <a:pt x="183" y="123"/>
                  </a:lnTo>
                  <a:lnTo>
                    <a:pt x="183" y="121"/>
                  </a:lnTo>
                  <a:lnTo>
                    <a:pt x="185" y="121"/>
                  </a:lnTo>
                  <a:lnTo>
                    <a:pt x="185" y="121"/>
                  </a:lnTo>
                  <a:lnTo>
                    <a:pt x="185" y="121"/>
                  </a:lnTo>
                  <a:lnTo>
                    <a:pt x="187" y="121"/>
                  </a:lnTo>
                  <a:lnTo>
                    <a:pt x="187" y="121"/>
                  </a:lnTo>
                  <a:lnTo>
                    <a:pt x="187" y="118"/>
                  </a:lnTo>
                  <a:lnTo>
                    <a:pt x="187" y="118"/>
                  </a:lnTo>
                  <a:lnTo>
                    <a:pt x="187" y="118"/>
                  </a:lnTo>
                  <a:lnTo>
                    <a:pt x="187" y="116"/>
                  </a:lnTo>
                  <a:lnTo>
                    <a:pt x="187" y="116"/>
                  </a:lnTo>
                  <a:lnTo>
                    <a:pt x="187" y="116"/>
                  </a:lnTo>
                  <a:lnTo>
                    <a:pt x="190" y="116"/>
                  </a:lnTo>
                  <a:lnTo>
                    <a:pt x="190" y="114"/>
                  </a:lnTo>
                  <a:lnTo>
                    <a:pt x="190" y="114"/>
                  </a:lnTo>
                  <a:lnTo>
                    <a:pt x="190" y="114"/>
                  </a:lnTo>
                  <a:lnTo>
                    <a:pt x="192" y="114"/>
                  </a:lnTo>
                  <a:lnTo>
                    <a:pt x="192" y="114"/>
                  </a:lnTo>
                  <a:lnTo>
                    <a:pt x="192" y="114"/>
                  </a:lnTo>
                  <a:lnTo>
                    <a:pt x="194" y="114"/>
                  </a:lnTo>
                  <a:lnTo>
                    <a:pt x="194" y="114"/>
                  </a:lnTo>
                  <a:lnTo>
                    <a:pt x="194" y="114"/>
                  </a:lnTo>
                  <a:lnTo>
                    <a:pt x="197" y="114"/>
                  </a:lnTo>
                  <a:lnTo>
                    <a:pt x="197" y="114"/>
                  </a:lnTo>
                  <a:lnTo>
                    <a:pt x="197" y="116"/>
                  </a:lnTo>
                  <a:lnTo>
                    <a:pt x="197" y="116"/>
                  </a:lnTo>
                  <a:lnTo>
                    <a:pt x="197" y="116"/>
                  </a:lnTo>
                  <a:lnTo>
                    <a:pt x="197" y="116"/>
                  </a:lnTo>
                  <a:lnTo>
                    <a:pt x="197" y="116"/>
                  </a:lnTo>
                  <a:lnTo>
                    <a:pt x="197" y="114"/>
                  </a:lnTo>
                  <a:lnTo>
                    <a:pt x="199" y="114"/>
                  </a:lnTo>
                  <a:lnTo>
                    <a:pt x="199" y="114"/>
                  </a:lnTo>
                  <a:lnTo>
                    <a:pt x="199" y="114"/>
                  </a:lnTo>
                  <a:lnTo>
                    <a:pt x="201" y="114"/>
                  </a:lnTo>
                  <a:lnTo>
                    <a:pt x="201" y="114"/>
                  </a:lnTo>
                  <a:lnTo>
                    <a:pt x="201" y="114"/>
                  </a:lnTo>
                  <a:lnTo>
                    <a:pt x="204" y="114"/>
                  </a:lnTo>
                  <a:lnTo>
                    <a:pt x="204" y="114"/>
                  </a:lnTo>
                  <a:lnTo>
                    <a:pt x="204" y="111"/>
                  </a:lnTo>
                  <a:lnTo>
                    <a:pt x="204" y="111"/>
                  </a:lnTo>
                  <a:lnTo>
                    <a:pt x="206" y="111"/>
                  </a:lnTo>
                  <a:lnTo>
                    <a:pt x="206" y="114"/>
                  </a:lnTo>
                  <a:lnTo>
                    <a:pt x="206" y="114"/>
                  </a:lnTo>
                  <a:lnTo>
                    <a:pt x="206" y="116"/>
                  </a:lnTo>
                  <a:lnTo>
                    <a:pt x="206" y="116"/>
                  </a:lnTo>
                  <a:lnTo>
                    <a:pt x="206" y="116"/>
                  </a:lnTo>
                  <a:lnTo>
                    <a:pt x="209" y="116"/>
                  </a:lnTo>
                  <a:lnTo>
                    <a:pt x="209" y="116"/>
                  </a:lnTo>
                  <a:lnTo>
                    <a:pt x="209" y="118"/>
                  </a:lnTo>
                  <a:lnTo>
                    <a:pt x="209" y="118"/>
                  </a:lnTo>
                  <a:lnTo>
                    <a:pt x="211" y="118"/>
                  </a:lnTo>
                  <a:lnTo>
                    <a:pt x="211" y="118"/>
                  </a:lnTo>
                  <a:lnTo>
                    <a:pt x="211" y="118"/>
                  </a:lnTo>
                  <a:lnTo>
                    <a:pt x="211" y="118"/>
                  </a:lnTo>
                  <a:lnTo>
                    <a:pt x="211" y="118"/>
                  </a:lnTo>
                  <a:lnTo>
                    <a:pt x="211" y="121"/>
                  </a:lnTo>
                  <a:lnTo>
                    <a:pt x="209" y="121"/>
                  </a:lnTo>
                  <a:lnTo>
                    <a:pt x="209" y="121"/>
                  </a:lnTo>
                  <a:lnTo>
                    <a:pt x="209" y="121"/>
                  </a:lnTo>
                  <a:lnTo>
                    <a:pt x="209" y="121"/>
                  </a:lnTo>
                  <a:lnTo>
                    <a:pt x="209" y="123"/>
                  </a:lnTo>
                  <a:lnTo>
                    <a:pt x="209" y="123"/>
                  </a:lnTo>
                  <a:lnTo>
                    <a:pt x="209" y="123"/>
                  </a:lnTo>
                  <a:lnTo>
                    <a:pt x="209" y="123"/>
                  </a:lnTo>
                  <a:lnTo>
                    <a:pt x="209" y="123"/>
                  </a:lnTo>
                  <a:lnTo>
                    <a:pt x="211" y="123"/>
                  </a:lnTo>
                  <a:lnTo>
                    <a:pt x="211" y="123"/>
                  </a:lnTo>
                  <a:lnTo>
                    <a:pt x="211" y="126"/>
                  </a:lnTo>
                  <a:lnTo>
                    <a:pt x="209" y="126"/>
                  </a:lnTo>
                  <a:lnTo>
                    <a:pt x="209" y="126"/>
                  </a:lnTo>
                  <a:lnTo>
                    <a:pt x="209" y="126"/>
                  </a:lnTo>
                  <a:lnTo>
                    <a:pt x="209" y="126"/>
                  </a:lnTo>
                  <a:lnTo>
                    <a:pt x="206" y="126"/>
                  </a:lnTo>
                  <a:lnTo>
                    <a:pt x="206" y="128"/>
                  </a:lnTo>
                  <a:lnTo>
                    <a:pt x="206" y="128"/>
                  </a:lnTo>
                  <a:lnTo>
                    <a:pt x="204" y="128"/>
                  </a:lnTo>
                  <a:lnTo>
                    <a:pt x="204" y="126"/>
                  </a:lnTo>
                  <a:lnTo>
                    <a:pt x="204" y="126"/>
                  </a:lnTo>
                  <a:lnTo>
                    <a:pt x="204" y="126"/>
                  </a:lnTo>
                  <a:lnTo>
                    <a:pt x="204" y="126"/>
                  </a:lnTo>
                  <a:lnTo>
                    <a:pt x="204" y="126"/>
                  </a:lnTo>
                  <a:lnTo>
                    <a:pt x="204" y="126"/>
                  </a:lnTo>
                  <a:lnTo>
                    <a:pt x="201" y="126"/>
                  </a:lnTo>
                  <a:lnTo>
                    <a:pt x="201" y="123"/>
                  </a:lnTo>
                  <a:lnTo>
                    <a:pt x="204" y="123"/>
                  </a:lnTo>
                  <a:lnTo>
                    <a:pt x="204" y="123"/>
                  </a:lnTo>
                  <a:lnTo>
                    <a:pt x="201" y="123"/>
                  </a:lnTo>
                  <a:lnTo>
                    <a:pt x="201" y="123"/>
                  </a:lnTo>
                  <a:lnTo>
                    <a:pt x="201" y="123"/>
                  </a:lnTo>
                  <a:lnTo>
                    <a:pt x="201" y="123"/>
                  </a:lnTo>
                  <a:lnTo>
                    <a:pt x="201" y="126"/>
                  </a:lnTo>
                  <a:lnTo>
                    <a:pt x="201" y="126"/>
                  </a:lnTo>
                  <a:lnTo>
                    <a:pt x="201" y="128"/>
                  </a:lnTo>
                  <a:lnTo>
                    <a:pt x="199" y="128"/>
                  </a:lnTo>
                  <a:lnTo>
                    <a:pt x="199" y="128"/>
                  </a:lnTo>
                  <a:lnTo>
                    <a:pt x="199" y="128"/>
                  </a:lnTo>
                  <a:lnTo>
                    <a:pt x="199" y="128"/>
                  </a:lnTo>
                  <a:lnTo>
                    <a:pt x="197" y="128"/>
                  </a:lnTo>
                  <a:lnTo>
                    <a:pt x="197" y="130"/>
                  </a:lnTo>
                  <a:lnTo>
                    <a:pt x="199" y="130"/>
                  </a:lnTo>
                  <a:lnTo>
                    <a:pt x="199" y="130"/>
                  </a:lnTo>
                  <a:lnTo>
                    <a:pt x="199" y="130"/>
                  </a:lnTo>
                  <a:lnTo>
                    <a:pt x="201" y="130"/>
                  </a:lnTo>
                  <a:lnTo>
                    <a:pt x="201" y="130"/>
                  </a:lnTo>
                  <a:lnTo>
                    <a:pt x="201" y="130"/>
                  </a:lnTo>
                  <a:lnTo>
                    <a:pt x="201" y="130"/>
                  </a:lnTo>
                  <a:lnTo>
                    <a:pt x="201" y="130"/>
                  </a:lnTo>
                  <a:lnTo>
                    <a:pt x="204" y="130"/>
                  </a:lnTo>
                  <a:lnTo>
                    <a:pt x="204" y="133"/>
                  </a:lnTo>
                  <a:lnTo>
                    <a:pt x="204" y="133"/>
                  </a:lnTo>
                  <a:lnTo>
                    <a:pt x="204" y="133"/>
                  </a:lnTo>
                  <a:lnTo>
                    <a:pt x="204" y="133"/>
                  </a:lnTo>
                  <a:lnTo>
                    <a:pt x="204" y="135"/>
                  </a:lnTo>
                  <a:lnTo>
                    <a:pt x="204" y="135"/>
                  </a:lnTo>
                  <a:lnTo>
                    <a:pt x="204" y="135"/>
                  </a:lnTo>
                  <a:lnTo>
                    <a:pt x="204" y="135"/>
                  </a:lnTo>
                  <a:lnTo>
                    <a:pt x="201" y="135"/>
                  </a:lnTo>
                  <a:lnTo>
                    <a:pt x="201" y="137"/>
                  </a:lnTo>
                  <a:lnTo>
                    <a:pt x="204" y="137"/>
                  </a:lnTo>
                  <a:lnTo>
                    <a:pt x="204" y="137"/>
                  </a:lnTo>
                  <a:lnTo>
                    <a:pt x="204" y="137"/>
                  </a:lnTo>
                  <a:lnTo>
                    <a:pt x="204" y="137"/>
                  </a:lnTo>
                  <a:lnTo>
                    <a:pt x="204" y="137"/>
                  </a:lnTo>
                  <a:lnTo>
                    <a:pt x="206" y="137"/>
                  </a:lnTo>
                  <a:lnTo>
                    <a:pt x="206" y="140"/>
                  </a:lnTo>
                  <a:lnTo>
                    <a:pt x="206" y="140"/>
                  </a:lnTo>
                  <a:lnTo>
                    <a:pt x="206" y="140"/>
                  </a:lnTo>
                  <a:lnTo>
                    <a:pt x="206" y="142"/>
                  </a:lnTo>
                  <a:lnTo>
                    <a:pt x="209" y="142"/>
                  </a:lnTo>
                  <a:lnTo>
                    <a:pt x="209" y="140"/>
                  </a:lnTo>
                  <a:lnTo>
                    <a:pt x="209" y="140"/>
                  </a:lnTo>
                  <a:lnTo>
                    <a:pt x="209" y="142"/>
                  </a:lnTo>
                  <a:lnTo>
                    <a:pt x="209" y="142"/>
                  </a:lnTo>
                  <a:lnTo>
                    <a:pt x="209" y="142"/>
                  </a:lnTo>
                  <a:lnTo>
                    <a:pt x="209" y="145"/>
                  </a:lnTo>
                  <a:lnTo>
                    <a:pt x="211" y="145"/>
                  </a:lnTo>
                  <a:lnTo>
                    <a:pt x="211" y="145"/>
                  </a:lnTo>
                  <a:lnTo>
                    <a:pt x="211" y="145"/>
                  </a:lnTo>
                  <a:lnTo>
                    <a:pt x="211" y="145"/>
                  </a:lnTo>
                  <a:lnTo>
                    <a:pt x="211" y="147"/>
                  </a:lnTo>
                  <a:lnTo>
                    <a:pt x="211" y="147"/>
                  </a:lnTo>
                  <a:lnTo>
                    <a:pt x="211" y="147"/>
                  </a:lnTo>
                  <a:lnTo>
                    <a:pt x="211" y="147"/>
                  </a:lnTo>
                  <a:lnTo>
                    <a:pt x="211" y="147"/>
                  </a:lnTo>
                  <a:lnTo>
                    <a:pt x="211" y="147"/>
                  </a:lnTo>
                  <a:lnTo>
                    <a:pt x="213" y="147"/>
                  </a:lnTo>
                  <a:lnTo>
                    <a:pt x="213" y="147"/>
                  </a:lnTo>
                  <a:lnTo>
                    <a:pt x="211" y="147"/>
                  </a:lnTo>
                  <a:lnTo>
                    <a:pt x="211" y="149"/>
                  </a:lnTo>
                  <a:lnTo>
                    <a:pt x="213" y="149"/>
                  </a:lnTo>
                  <a:lnTo>
                    <a:pt x="213" y="149"/>
                  </a:lnTo>
                  <a:lnTo>
                    <a:pt x="213" y="149"/>
                  </a:lnTo>
                  <a:lnTo>
                    <a:pt x="213" y="152"/>
                  </a:lnTo>
                  <a:lnTo>
                    <a:pt x="216" y="152"/>
                  </a:lnTo>
                  <a:lnTo>
                    <a:pt x="216" y="152"/>
                  </a:lnTo>
                  <a:lnTo>
                    <a:pt x="213" y="152"/>
                  </a:lnTo>
                  <a:lnTo>
                    <a:pt x="213" y="152"/>
                  </a:lnTo>
                  <a:lnTo>
                    <a:pt x="213" y="154"/>
                  </a:lnTo>
                  <a:lnTo>
                    <a:pt x="211" y="154"/>
                  </a:lnTo>
                  <a:lnTo>
                    <a:pt x="211" y="154"/>
                  </a:lnTo>
                  <a:lnTo>
                    <a:pt x="211" y="152"/>
                  </a:lnTo>
                  <a:lnTo>
                    <a:pt x="211" y="152"/>
                  </a:lnTo>
                  <a:lnTo>
                    <a:pt x="209" y="152"/>
                  </a:lnTo>
                  <a:lnTo>
                    <a:pt x="209" y="152"/>
                  </a:lnTo>
                  <a:lnTo>
                    <a:pt x="209" y="152"/>
                  </a:lnTo>
                  <a:lnTo>
                    <a:pt x="209" y="152"/>
                  </a:lnTo>
                  <a:lnTo>
                    <a:pt x="209" y="154"/>
                  </a:lnTo>
                  <a:lnTo>
                    <a:pt x="209" y="154"/>
                  </a:lnTo>
                  <a:lnTo>
                    <a:pt x="209" y="152"/>
                  </a:lnTo>
                  <a:lnTo>
                    <a:pt x="206" y="152"/>
                  </a:lnTo>
                  <a:lnTo>
                    <a:pt x="206" y="152"/>
                  </a:lnTo>
                  <a:lnTo>
                    <a:pt x="206" y="152"/>
                  </a:lnTo>
                  <a:lnTo>
                    <a:pt x="204" y="152"/>
                  </a:lnTo>
                  <a:lnTo>
                    <a:pt x="204" y="152"/>
                  </a:lnTo>
                  <a:lnTo>
                    <a:pt x="204" y="152"/>
                  </a:lnTo>
                  <a:lnTo>
                    <a:pt x="204" y="152"/>
                  </a:lnTo>
                  <a:lnTo>
                    <a:pt x="204" y="152"/>
                  </a:lnTo>
                  <a:lnTo>
                    <a:pt x="204" y="154"/>
                  </a:lnTo>
                  <a:lnTo>
                    <a:pt x="204" y="154"/>
                  </a:lnTo>
                  <a:lnTo>
                    <a:pt x="204" y="154"/>
                  </a:lnTo>
                  <a:lnTo>
                    <a:pt x="206" y="154"/>
                  </a:lnTo>
                  <a:lnTo>
                    <a:pt x="206" y="156"/>
                  </a:lnTo>
                  <a:lnTo>
                    <a:pt x="206" y="156"/>
                  </a:lnTo>
                  <a:lnTo>
                    <a:pt x="204" y="156"/>
                  </a:lnTo>
                  <a:lnTo>
                    <a:pt x="204" y="156"/>
                  </a:lnTo>
                  <a:lnTo>
                    <a:pt x="204" y="156"/>
                  </a:lnTo>
                  <a:lnTo>
                    <a:pt x="204" y="159"/>
                  </a:lnTo>
                  <a:lnTo>
                    <a:pt x="204" y="159"/>
                  </a:lnTo>
                  <a:lnTo>
                    <a:pt x="204" y="161"/>
                  </a:lnTo>
                  <a:lnTo>
                    <a:pt x="204" y="161"/>
                  </a:lnTo>
                  <a:lnTo>
                    <a:pt x="204" y="163"/>
                  </a:lnTo>
                  <a:lnTo>
                    <a:pt x="204" y="163"/>
                  </a:lnTo>
                  <a:lnTo>
                    <a:pt x="201" y="163"/>
                  </a:lnTo>
                  <a:lnTo>
                    <a:pt x="201" y="161"/>
                  </a:lnTo>
                  <a:lnTo>
                    <a:pt x="201" y="161"/>
                  </a:lnTo>
                  <a:lnTo>
                    <a:pt x="201" y="159"/>
                  </a:lnTo>
                  <a:lnTo>
                    <a:pt x="201" y="159"/>
                  </a:lnTo>
                  <a:lnTo>
                    <a:pt x="201" y="161"/>
                  </a:lnTo>
                  <a:lnTo>
                    <a:pt x="201" y="161"/>
                  </a:lnTo>
                  <a:lnTo>
                    <a:pt x="201" y="161"/>
                  </a:lnTo>
                  <a:lnTo>
                    <a:pt x="199" y="161"/>
                  </a:lnTo>
                  <a:lnTo>
                    <a:pt x="199" y="161"/>
                  </a:lnTo>
                  <a:lnTo>
                    <a:pt x="199" y="161"/>
                  </a:lnTo>
                  <a:lnTo>
                    <a:pt x="199" y="159"/>
                  </a:lnTo>
                  <a:lnTo>
                    <a:pt x="199" y="159"/>
                  </a:lnTo>
                  <a:lnTo>
                    <a:pt x="199" y="159"/>
                  </a:lnTo>
                  <a:lnTo>
                    <a:pt x="199" y="159"/>
                  </a:lnTo>
                  <a:lnTo>
                    <a:pt x="199" y="156"/>
                  </a:lnTo>
                  <a:lnTo>
                    <a:pt x="197" y="156"/>
                  </a:lnTo>
                  <a:lnTo>
                    <a:pt x="197" y="156"/>
                  </a:lnTo>
                  <a:lnTo>
                    <a:pt x="197" y="156"/>
                  </a:lnTo>
                  <a:lnTo>
                    <a:pt x="197" y="156"/>
                  </a:lnTo>
                  <a:lnTo>
                    <a:pt x="197" y="156"/>
                  </a:lnTo>
                  <a:lnTo>
                    <a:pt x="197" y="154"/>
                  </a:lnTo>
                  <a:lnTo>
                    <a:pt x="194" y="154"/>
                  </a:lnTo>
                  <a:lnTo>
                    <a:pt x="194" y="154"/>
                  </a:lnTo>
                  <a:lnTo>
                    <a:pt x="194" y="152"/>
                  </a:lnTo>
                </a:path>
              </a:pathLst>
            </a:custGeom>
            <a:solidFill>
              <a:schemeClr val="accent5"/>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224"/>
            <p:cNvSpPr>
              <a:spLocks/>
            </p:cNvSpPr>
            <p:nvPr/>
          </p:nvSpPr>
          <p:spPr bwMode="auto">
            <a:xfrm>
              <a:off x="5027613" y="4197350"/>
              <a:ext cx="346075" cy="346075"/>
            </a:xfrm>
            <a:custGeom>
              <a:avLst/>
              <a:gdLst/>
              <a:ahLst/>
              <a:cxnLst>
                <a:cxn ang="0">
                  <a:pos x="197" y="64"/>
                </a:cxn>
                <a:cxn ang="0">
                  <a:pos x="208" y="74"/>
                </a:cxn>
                <a:cxn ang="0">
                  <a:pos x="218" y="85"/>
                </a:cxn>
                <a:cxn ang="0">
                  <a:pos x="206" y="90"/>
                </a:cxn>
                <a:cxn ang="0">
                  <a:pos x="194" y="90"/>
                </a:cxn>
                <a:cxn ang="0">
                  <a:pos x="187" y="104"/>
                </a:cxn>
                <a:cxn ang="0">
                  <a:pos x="187" y="121"/>
                </a:cxn>
                <a:cxn ang="0">
                  <a:pos x="187" y="133"/>
                </a:cxn>
                <a:cxn ang="0">
                  <a:pos x="175" y="142"/>
                </a:cxn>
                <a:cxn ang="0">
                  <a:pos x="163" y="154"/>
                </a:cxn>
                <a:cxn ang="0">
                  <a:pos x="166" y="164"/>
                </a:cxn>
                <a:cxn ang="0">
                  <a:pos x="161" y="178"/>
                </a:cxn>
                <a:cxn ang="0">
                  <a:pos x="161" y="194"/>
                </a:cxn>
                <a:cxn ang="0">
                  <a:pos x="161" y="206"/>
                </a:cxn>
                <a:cxn ang="0">
                  <a:pos x="154" y="216"/>
                </a:cxn>
                <a:cxn ang="0">
                  <a:pos x="149" y="204"/>
                </a:cxn>
                <a:cxn ang="0">
                  <a:pos x="135" y="213"/>
                </a:cxn>
                <a:cxn ang="0">
                  <a:pos x="126" y="213"/>
                </a:cxn>
                <a:cxn ang="0">
                  <a:pos x="118" y="199"/>
                </a:cxn>
                <a:cxn ang="0">
                  <a:pos x="104" y="199"/>
                </a:cxn>
                <a:cxn ang="0">
                  <a:pos x="97" y="194"/>
                </a:cxn>
                <a:cxn ang="0">
                  <a:pos x="90" y="192"/>
                </a:cxn>
                <a:cxn ang="0">
                  <a:pos x="78" y="199"/>
                </a:cxn>
                <a:cxn ang="0">
                  <a:pos x="66" y="202"/>
                </a:cxn>
                <a:cxn ang="0">
                  <a:pos x="64" y="187"/>
                </a:cxn>
                <a:cxn ang="0">
                  <a:pos x="55" y="185"/>
                </a:cxn>
                <a:cxn ang="0">
                  <a:pos x="40" y="187"/>
                </a:cxn>
                <a:cxn ang="0">
                  <a:pos x="29" y="185"/>
                </a:cxn>
                <a:cxn ang="0">
                  <a:pos x="26" y="183"/>
                </a:cxn>
                <a:cxn ang="0">
                  <a:pos x="26" y="166"/>
                </a:cxn>
                <a:cxn ang="0">
                  <a:pos x="26" y="152"/>
                </a:cxn>
                <a:cxn ang="0">
                  <a:pos x="21" y="140"/>
                </a:cxn>
                <a:cxn ang="0">
                  <a:pos x="12" y="138"/>
                </a:cxn>
                <a:cxn ang="0">
                  <a:pos x="7" y="126"/>
                </a:cxn>
                <a:cxn ang="0">
                  <a:pos x="7" y="109"/>
                </a:cxn>
                <a:cxn ang="0">
                  <a:pos x="2" y="95"/>
                </a:cxn>
                <a:cxn ang="0">
                  <a:pos x="2" y="81"/>
                </a:cxn>
                <a:cxn ang="0">
                  <a:pos x="10" y="67"/>
                </a:cxn>
                <a:cxn ang="0">
                  <a:pos x="17" y="64"/>
                </a:cxn>
                <a:cxn ang="0">
                  <a:pos x="24" y="76"/>
                </a:cxn>
                <a:cxn ang="0">
                  <a:pos x="36" y="88"/>
                </a:cxn>
                <a:cxn ang="0">
                  <a:pos x="50" y="85"/>
                </a:cxn>
                <a:cxn ang="0">
                  <a:pos x="64" y="85"/>
                </a:cxn>
                <a:cxn ang="0">
                  <a:pos x="73" y="74"/>
                </a:cxn>
                <a:cxn ang="0">
                  <a:pos x="88" y="71"/>
                </a:cxn>
                <a:cxn ang="0">
                  <a:pos x="100" y="78"/>
                </a:cxn>
                <a:cxn ang="0">
                  <a:pos x="111" y="74"/>
                </a:cxn>
                <a:cxn ang="0">
                  <a:pos x="123" y="74"/>
                </a:cxn>
                <a:cxn ang="0">
                  <a:pos x="128" y="59"/>
                </a:cxn>
                <a:cxn ang="0">
                  <a:pos x="137" y="48"/>
                </a:cxn>
                <a:cxn ang="0">
                  <a:pos x="140" y="33"/>
                </a:cxn>
                <a:cxn ang="0">
                  <a:pos x="147" y="24"/>
                </a:cxn>
                <a:cxn ang="0">
                  <a:pos x="147" y="5"/>
                </a:cxn>
                <a:cxn ang="0">
                  <a:pos x="156" y="0"/>
                </a:cxn>
                <a:cxn ang="0">
                  <a:pos x="171" y="0"/>
                </a:cxn>
                <a:cxn ang="0">
                  <a:pos x="185" y="3"/>
                </a:cxn>
                <a:cxn ang="0">
                  <a:pos x="197" y="7"/>
                </a:cxn>
                <a:cxn ang="0">
                  <a:pos x="194" y="14"/>
                </a:cxn>
                <a:cxn ang="0">
                  <a:pos x="189" y="29"/>
                </a:cxn>
                <a:cxn ang="0">
                  <a:pos x="192" y="36"/>
                </a:cxn>
                <a:cxn ang="0">
                  <a:pos x="199" y="50"/>
                </a:cxn>
              </a:cxnLst>
              <a:rect l="0" t="0" r="r" b="b"/>
              <a:pathLst>
                <a:path w="218" h="218">
                  <a:moveTo>
                    <a:pt x="201" y="52"/>
                  </a:moveTo>
                  <a:lnTo>
                    <a:pt x="201" y="52"/>
                  </a:lnTo>
                  <a:lnTo>
                    <a:pt x="199" y="52"/>
                  </a:lnTo>
                  <a:lnTo>
                    <a:pt x="199" y="55"/>
                  </a:lnTo>
                  <a:lnTo>
                    <a:pt x="199" y="55"/>
                  </a:lnTo>
                  <a:lnTo>
                    <a:pt x="199" y="55"/>
                  </a:lnTo>
                  <a:lnTo>
                    <a:pt x="199" y="55"/>
                  </a:lnTo>
                  <a:lnTo>
                    <a:pt x="199" y="55"/>
                  </a:lnTo>
                  <a:lnTo>
                    <a:pt x="197" y="55"/>
                  </a:lnTo>
                  <a:lnTo>
                    <a:pt x="197" y="55"/>
                  </a:lnTo>
                  <a:lnTo>
                    <a:pt x="197" y="57"/>
                  </a:lnTo>
                  <a:lnTo>
                    <a:pt x="197" y="57"/>
                  </a:lnTo>
                  <a:lnTo>
                    <a:pt x="194" y="57"/>
                  </a:lnTo>
                  <a:lnTo>
                    <a:pt x="194" y="59"/>
                  </a:lnTo>
                  <a:lnTo>
                    <a:pt x="194" y="59"/>
                  </a:lnTo>
                  <a:lnTo>
                    <a:pt x="194" y="62"/>
                  </a:lnTo>
                  <a:lnTo>
                    <a:pt x="197" y="62"/>
                  </a:lnTo>
                  <a:lnTo>
                    <a:pt x="197" y="62"/>
                  </a:lnTo>
                  <a:lnTo>
                    <a:pt x="197" y="64"/>
                  </a:lnTo>
                  <a:lnTo>
                    <a:pt x="194" y="64"/>
                  </a:lnTo>
                  <a:lnTo>
                    <a:pt x="194" y="64"/>
                  </a:lnTo>
                  <a:lnTo>
                    <a:pt x="197" y="64"/>
                  </a:lnTo>
                  <a:lnTo>
                    <a:pt x="197" y="64"/>
                  </a:lnTo>
                  <a:lnTo>
                    <a:pt x="197" y="64"/>
                  </a:lnTo>
                  <a:lnTo>
                    <a:pt x="199" y="64"/>
                  </a:lnTo>
                  <a:lnTo>
                    <a:pt x="199" y="64"/>
                  </a:lnTo>
                  <a:lnTo>
                    <a:pt x="199" y="67"/>
                  </a:lnTo>
                  <a:lnTo>
                    <a:pt x="199" y="67"/>
                  </a:lnTo>
                  <a:lnTo>
                    <a:pt x="199" y="67"/>
                  </a:lnTo>
                  <a:lnTo>
                    <a:pt x="199" y="69"/>
                  </a:lnTo>
                  <a:lnTo>
                    <a:pt x="201" y="69"/>
                  </a:lnTo>
                  <a:lnTo>
                    <a:pt x="201" y="69"/>
                  </a:lnTo>
                  <a:lnTo>
                    <a:pt x="201" y="69"/>
                  </a:lnTo>
                  <a:lnTo>
                    <a:pt x="201" y="69"/>
                  </a:lnTo>
                  <a:lnTo>
                    <a:pt x="201" y="71"/>
                  </a:lnTo>
                  <a:lnTo>
                    <a:pt x="204" y="71"/>
                  </a:lnTo>
                  <a:lnTo>
                    <a:pt x="204" y="71"/>
                  </a:lnTo>
                  <a:lnTo>
                    <a:pt x="204" y="71"/>
                  </a:lnTo>
                  <a:lnTo>
                    <a:pt x="206" y="71"/>
                  </a:lnTo>
                  <a:lnTo>
                    <a:pt x="206" y="71"/>
                  </a:lnTo>
                  <a:lnTo>
                    <a:pt x="206" y="74"/>
                  </a:lnTo>
                  <a:lnTo>
                    <a:pt x="206" y="74"/>
                  </a:lnTo>
                  <a:lnTo>
                    <a:pt x="208" y="74"/>
                  </a:lnTo>
                  <a:lnTo>
                    <a:pt x="208" y="74"/>
                  </a:lnTo>
                  <a:lnTo>
                    <a:pt x="208" y="74"/>
                  </a:lnTo>
                  <a:lnTo>
                    <a:pt x="208" y="74"/>
                  </a:lnTo>
                  <a:lnTo>
                    <a:pt x="211" y="74"/>
                  </a:lnTo>
                  <a:lnTo>
                    <a:pt x="211" y="76"/>
                  </a:lnTo>
                  <a:lnTo>
                    <a:pt x="211" y="76"/>
                  </a:lnTo>
                  <a:lnTo>
                    <a:pt x="211" y="76"/>
                  </a:lnTo>
                  <a:lnTo>
                    <a:pt x="211" y="76"/>
                  </a:lnTo>
                  <a:lnTo>
                    <a:pt x="211" y="78"/>
                  </a:lnTo>
                  <a:lnTo>
                    <a:pt x="213" y="78"/>
                  </a:lnTo>
                  <a:lnTo>
                    <a:pt x="213" y="78"/>
                  </a:lnTo>
                  <a:lnTo>
                    <a:pt x="213" y="78"/>
                  </a:lnTo>
                  <a:lnTo>
                    <a:pt x="213" y="78"/>
                  </a:lnTo>
                  <a:lnTo>
                    <a:pt x="213" y="81"/>
                  </a:lnTo>
                  <a:lnTo>
                    <a:pt x="213" y="81"/>
                  </a:lnTo>
                  <a:lnTo>
                    <a:pt x="216" y="81"/>
                  </a:lnTo>
                  <a:lnTo>
                    <a:pt x="216" y="83"/>
                  </a:lnTo>
                  <a:lnTo>
                    <a:pt x="216" y="83"/>
                  </a:lnTo>
                  <a:lnTo>
                    <a:pt x="216" y="83"/>
                  </a:lnTo>
                  <a:lnTo>
                    <a:pt x="218" y="83"/>
                  </a:lnTo>
                  <a:lnTo>
                    <a:pt x="218" y="83"/>
                  </a:lnTo>
                  <a:lnTo>
                    <a:pt x="218" y="83"/>
                  </a:lnTo>
                  <a:lnTo>
                    <a:pt x="218" y="85"/>
                  </a:lnTo>
                  <a:lnTo>
                    <a:pt x="218" y="85"/>
                  </a:lnTo>
                  <a:lnTo>
                    <a:pt x="218" y="85"/>
                  </a:lnTo>
                  <a:lnTo>
                    <a:pt x="218" y="88"/>
                  </a:lnTo>
                  <a:lnTo>
                    <a:pt x="218" y="88"/>
                  </a:lnTo>
                  <a:lnTo>
                    <a:pt x="218" y="88"/>
                  </a:lnTo>
                  <a:lnTo>
                    <a:pt x="218" y="88"/>
                  </a:lnTo>
                  <a:lnTo>
                    <a:pt x="216" y="88"/>
                  </a:lnTo>
                  <a:lnTo>
                    <a:pt x="216" y="90"/>
                  </a:lnTo>
                  <a:lnTo>
                    <a:pt x="216" y="90"/>
                  </a:lnTo>
                  <a:lnTo>
                    <a:pt x="216" y="90"/>
                  </a:lnTo>
                  <a:lnTo>
                    <a:pt x="213" y="90"/>
                  </a:lnTo>
                  <a:lnTo>
                    <a:pt x="213" y="90"/>
                  </a:lnTo>
                  <a:lnTo>
                    <a:pt x="213" y="90"/>
                  </a:lnTo>
                  <a:lnTo>
                    <a:pt x="211" y="90"/>
                  </a:lnTo>
                  <a:lnTo>
                    <a:pt x="211" y="90"/>
                  </a:lnTo>
                  <a:lnTo>
                    <a:pt x="211" y="90"/>
                  </a:lnTo>
                  <a:lnTo>
                    <a:pt x="211" y="90"/>
                  </a:lnTo>
                  <a:lnTo>
                    <a:pt x="211" y="90"/>
                  </a:lnTo>
                  <a:lnTo>
                    <a:pt x="208" y="90"/>
                  </a:lnTo>
                  <a:lnTo>
                    <a:pt x="208" y="90"/>
                  </a:lnTo>
                  <a:lnTo>
                    <a:pt x="206" y="90"/>
                  </a:lnTo>
                  <a:lnTo>
                    <a:pt x="206" y="90"/>
                  </a:lnTo>
                  <a:lnTo>
                    <a:pt x="206" y="90"/>
                  </a:lnTo>
                  <a:lnTo>
                    <a:pt x="204" y="90"/>
                  </a:lnTo>
                  <a:lnTo>
                    <a:pt x="204" y="90"/>
                  </a:lnTo>
                  <a:lnTo>
                    <a:pt x="204" y="90"/>
                  </a:lnTo>
                  <a:lnTo>
                    <a:pt x="201" y="90"/>
                  </a:lnTo>
                  <a:lnTo>
                    <a:pt x="201" y="90"/>
                  </a:lnTo>
                  <a:lnTo>
                    <a:pt x="201" y="90"/>
                  </a:lnTo>
                  <a:lnTo>
                    <a:pt x="201" y="88"/>
                  </a:lnTo>
                  <a:lnTo>
                    <a:pt x="199" y="88"/>
                  </a:lnTo>
                  <a:lnTo>
                    <a:pt x="199" y="88"/>
                  </a:lnTo>
                  <a:lnTo>
                    <a:pt x="199" y="88"/>
                  </a:lnTo>
                  <a:lnTo>
                    <a:pt x="199" y="90"/>
                  </a:lnTo>
                  <a:lnTo>
                    <a:pt x="199" y="90"/>
                  </a:lnTo>
                  <a:lnTo>
                    <a:pt x="199" y="90"/>
                  </a:lnTo>
                  <a:lnTo>
                    <a:pt x="199" y="93"/>
                  </a:lnTo>
                  <a:lnTo>
                    <a:pt x="199" y="93"/>
                  </a:lnTo>
                  <a:lnTo>
                    <a:pt x="199" y="93"/>
                  </a:lnTo>
                  <a:lnTo>
                    <a:pt x="197" y="93"/>
                  </a:lnTo>
                  <a:lnTo>
                    <a:pt x="197" y="93"/>
                  </a:lnTo>
                  <a:lnTo>
                    <a:pt x="197" y="93"/>
                  </a:lnTo>
                  <a:lnTo>
                    <a:pt x="197" y="90"/>
                  </a:lnTo>
                  <a:lnTo>
                    <a:pt x="194" y="90"/>
                  </a:lnTo>
                  <a:lnTo>
                    <a:pt x="194" y="90"/>
                  </a:lnTo>
                  <a:lnTo>
                    <a:pt x="194" y="90"/>
                  </a:lnTo>
                  <a:lnTo>
                    <a:pt x="194" y="93"/>
                  </a:lnTo>
                  <a:lnTo>
                    <a:pt x="192" y="93"/>
                  </a:lnTo>
                  <a:lnTo>
                    <a:pt x="192" y="93"/>
                  </a:lnTo>
                  <a:lnTo>
                    <a:pt x="192" y="93"/>
                  </a:lnTo>
                  <a:lnTo>
                    <a:pt x="192" y="95"/>
                  </a:lnTo>
                  <a:lnTo>
                    <a:pt x="192" y="95"/>
                  </a:lnTo>
                  <a:lnTo>
                    <a:pt x="192" y="95"/>
                  </a:lnTo>
                  <a:lnTo>
                    <a:pt x="192" y="95"/>
                  </a:lnTo>
                  <a:lnTo>
                    <a:pt x="189" y="95"/>
                  </a:lnTo>
                  <a:lnTo>
                    <a:pt x="189" y="97"/>
                  </a:lnTo>
                  <a:lnTo>
                    <a:pt x="189" y="97"/>
                  </a:lnTo>
                  <a:lnTo>
                    <a:pt x="189" y="97"/>
                  </a:lnTo>
                  <a:lnTo>
                    <a:pt x="189" y="100"/>
                  </a:lnTo>
                  <a:lnTo>
                    <a:pt x="189" y="100"/>
                  </a:lnTo>
                  <a:lnTo>
                    <a:pt x="189" y="102"/>
                  </a:lnTo>
                  <a:lnTo>
                    <a:pt x="187" y="102"/>
                  </a:lnTo>
                  <a:lnTo>
                    <a:pt x="187" y="102"/>
                  </a:lnTo>
                  <a:lnTo>
                    <a:pt x="187" y="104"/>
                  </a:lnTo>
                  <a:lnTo>
                    <a:pt x="187" y="104"/>
                  </a:lnTo>
                  <a:lnTo>
                    <a:pt x="187" y="104"/>
                  </a:lnTo>
                  <a:lnTo>
                    <a:pt x="187" y="104"/>
                  </a:lnTo>
                  <a:lnTo>
                    <a:pt x="187" y="107"/>
                  </a:lnTo>
                  <a:lnTo>
                    <a:pt x="187" y="107"/>
                  </a:lnTo>
                  <a:lnTo>
                    <a:pt x="187" y="107"/>
                  </a:lnTo>
                  <a:lnTo>
                    <a:pt x="187" y="109"/>
                  </a:lnTo>
                  <a:lnTo>
                    <a:pt x="187" y="109"/>
                  </a:lnTo>
                  <a:lnTo>
                    <a:pt x="187" y="109"/>
                  </a:lnTo>
                  <a:lnTo>
                    <a:pt x="187" y="112"/>
                  </a:lnTo>
                  <a:lnTo>
                    <a:pt x="187" y="112"/>
                  </a:lnTo>
                  <a:lnTo>
                    <a:pt x="187" y="114"/>
                  </a:lnTo>
                  <a:lnTo>
                    <a:pt x="187" y="114"/>
                  </a:lnTo>
                  <a:lnTo>
                    <a:pt x="187" y="114"/>
                  </a:lnTo>
                  <a:lnTo>
                    <a:pt x="187" y="114"/>
                  </a:lnTo>
                  <a:lnTo>
                    <a:pt x="185" y="114"/>
                  </a:lnTo>
                  <a:lnTo>
                    <a:pt x="185" y="116"/>
                  </a:lnTo>
                  <a:lnTo>
                    <a:pt x="185" y="116"/>
                  </a:lnTo>
                  <a:lnTo>
                    <a:pt x="185" y="119"/>
                  </a:lnTo>
                  <a:lnTo>
                    <a:pt x="187" y="119"/>
                  </a:lnTo>
                  <a:lnTo>
                    <a:pt x="187" y="119"/>
                  </a:lnTo>
                  <a:lnTo>
                    <a:pt x="187" y="119"/>
                  </a:lnTo>
                  <a:lnTo>
                    <a:pt x="187" y="119"/>
                  </a:lnTo>
                  <a:lnTo>
                    <a:pt x="187" y="121"/>
                  </a:lnTo>
                  <a:lnTo>
                    <a:pt x="189" y="121"/>
                  </a:lnTo>
                  <a:lnTo>
                    <a:pt x="189" y="121"/>
                  </a:lnTo>
                  <a:lnTo>
                    <a:pt x="189" y="121"/>
                  </a:lnTo>
                  <a:lnTo>
                    <a:pt x="189" y="123"/>
                  </a:lnTo>
                  <a:lnTo>
                    <a:pt x="189" y="123"/>
                  </a:lnTo>
                  <a:lnTo>
                    <a:pt x="189" y="123"/>
                  </a:lnTo>
                  <a:lnTo>
                    <a:pt x="189" y="123"/>
                  </a:lnTo>
                  <a:lnTo>
                    <a:pt x="189" y="126"/>
                  </a:lnTo>
                  <a:lnTo>
                    <a:pt x="187" y="126"/>
                  </a:lnTo>
                  <a:lnTo>
                    <a:pt x="187" y="126"/>
                  </a:lnTo>
                  <a:lnTo>
                    <a:pt x="187" y="128"/>
                  </a:lnTo>
                  <a:lnTo>
                    <a:pt x="187" y="128"/>
                  </a:lnTo>
                  <a:lnTo>
                    <a:pt x="187" y="128"/>
                  </a:lnTo>
                  <a:lnTo>
                    <a:pt x="187" y="128"/>
                  </a:lnTo>
                  <a:lnTo>
                    <a:pt x="189" y="128"/>
                  </a:lnTo>
                  <a:lnTo>
                    <a:pt x="189" y="130"/>
                  </a:lnTo>
                  <a:lnTo>
                    <a:pt x="189" y="130"/>
                  </a:lnTo>
                  <a:lnTo>
                    <a:pt x="187" y="130"/>
                  </a:lnTo>
                  <a:lnTo>
                    <a:pt x="187" y="133"/>
                  </a:lnTo>
                  <a:lnTo>
                    <a:pt x="187" y="133"/>
                  </a:lnTo>
                  <a:lnTo>
                    <a:pt x="187" y="133"/>
                  </a:lnTo>
                  <a:lnTo>
                    <a:pt x="187" y="133"/>
                  </a:lnTo>
                  <a:lnTo>
                    <a:pt x="185" y="133"/>
                  </a:lnTo>
                  <a:lnTo>
                    <a:pt x="185" y="133"/>
                  </a:lnTo>
                  <a:lnTo>
                    <a:pt x="185" y="133"/>
                  </a:lnTo>
                  <a:lnTo>
                    <a:pt x="185" y="133"/>
                  </a:lnTo>
                  <a:lnTo>
                    <a:pt x="182" y="133"/>
                  </a:lnTo>
                  <a:lnTo>
                    <a:pt x="182" y="133"/>
                  </a:lnTo>
                  <a:lnTo>
                    <a:pt x="180" y="133"/>
                  </a:lnTo>
                  <a:lnTo>
                    <a:pt x="180" y="135"/>
                  </a:lnTo>
                  <a:lnTo>
                    <a:pt x="180" y="135"/>
                  </a:lnTo>
                  <a:lnTo>
                    <a:pt x="180" y="135"/>
                  </a:lnTo>
                  <a:lnTo>
                    <a:pt x="180" y="135"/>
                  </a:lnTo>
                  <a:lnTo>
                    <a:pt x="180" y="138"/>
                  </a:lnTo>
                  <a:lnTo>
                    <a:pt x="178" y="138"/>
                  </a:lnTo>
                  <a:lnTo>
                    <a:pt x="178" y="138"/>
                  </a:lnTo>
                  <a:lnTo>
                    <a:pt x="178" y="138"/>
                  </a:lnTo>
                  <a:lnTo>
                    <a:pt x="178" y="140"/>
                  </a:lnTo>
                  <a:lnTo>
                    <a:pt x="178" y="140"/>
                  </a:lnTo>
                  <a:lnTo>
                    <a:pt x="178" y="140"/>
                  </a:lnTo>
                  <a:lnTo>
                    <a:pt x="178" y="142"/>
                  </a:lnTo>
                  <a:lnTo>
                    <a:pt x="175" y="142"/>
                  </a:lnTo>
                  <a:lnTo>
                    <a:pt x="175" y="142"/>
                  </a:lnTo>
                  <a:lnTo>
                    <a:pt x="175" y="142"/>
                  </a:lnTo>
                  <a:lnTo>
                    <a:pt x="175" y="145"/>
                  </a:lnTo>
                  <a:lnTo>
                    <a:pt x="173" y="145"/>
                  </a:lnTo>
                  <a:lnTo>
                    <a:pt x="173" y="145"/>
                  </a:lnTo>
                  <a:lnTo>
                    <a:pt x="173" y="145"/>
                  </a:lnTo>
                  <a:lnTo>
                    <a:pt x="171" y="145"/>
                  </a:lnTo>
                  <a:lnTo>
                    <a:pt x="171" y="145"/>
                  </a:lnTo>
                  <a:lnTo>
                    <a:pt x="171" y="145"/>
                  </a:lnTo>
                  <a:lnTo>
                    <a:pt x="171" y="145"/>
                  </a:lnTo>
                  <a:lnTo>
                    <a:pt x="171" y="147"/>
                  </a:lnTo>
                  <a:lnTo>
                    <a:pt x="171" y="147"/>
                  </a:lnTo>
                  <a:lnTo>
                    <a:pt x="168" y="147"/>
                  </a:lnTo>
                  <a:lnTo>
                    <a:pt x="168" y="147"/>
                  </a:lnTo>
                  <a:lnTo>
                    <a:pt x="168" y="147"/>
                  </a:lnTo>
                  <a:lnTo>
                    <a:pt x="166" y="147"/>
                  </a:lnTo>
                  <a:lnTo>
                    <a:pt x="166" y="149"/>
                  </a:lnTo>
                  <a:lnTo>
                    <a:pt x="166" y="149"/>
                  </a:lnTo>
                  <a:lnTo>
                    <a:pt x="166" y="152"/>
                  </a:lnTo>
                  <a:lnTo>
                    <a:pt x="166" y="152"/>
                  </a:lnTo>
                  <a:lnTo>
                    <a:pt x="166" y="152"/>
                  </a:lnTo>
                  <a:lnTo>
                    <a:pt x="166" y="154"/>
                  </a:lnTo>
                  <a:lnTo>
                    <a:pt x="166" y="154"/>
                  </a:lnTo>
                  <a:lnTo>
                    <a:pt x="163" y="154"/>
                  </a:lnTo>
                  <a:lnTo>
                    <a:pt x="163" y="154"/>
                  </a:lnTo>
                  <a:lnTo>
                    <a:pt x="163" y="154"/>
                  </a:lnTo>
                  <a:lnTo>
                    <a:pt x="161" y="154"/>
                  </a:lnTo>
                  <a:lnTo>
                    <a:pt x="161" y="154"/>
                  </a:lnTo>
                  <a:lnTo>
                    <a:pt x="161" y="154"/>
                  </a:lnTo>
                  <a:lnTo>
                    <a:pt x="161" y="154"/>
                  </a:lnTo>
                  <a:lnTo>
                    <a:pt x="163" y="154"/>
                  </a:lnTo>
                  <a:lnTo>
                    <a:pt x="163" y="154"/>
                  </a:lnTo>
                  <a:lnTo>
                    <a:pt x="163" y="157"/>
                  </a:lnTo>
                  <a:lnTo>
                    <a:pt x="163" y="157"/>
                  </a:lnTo>
                  <a:lnTo>
                    <a:pt x="163" y="159"/>
                  </a:lnTo>
                  <a:lnTo>
                    <a:pt x="166" y="159"/>
                  </a:lnTo>
                  <a:lnTo>
                    <a:pt x="166" y="159"/>
                  </a:lnTo>
                  <a:lnTo>
                    <a:pt x="166" y="161"/>
                  </a:lnTo>
                  <a:lnTo>
                    <a:pt x="163" y="161"/>
                  </a:lnTo>
                  <a:lnTo>
                    <a:pt x="163" y="161"/>
                  </a:lnTo>
                  <a:lnTo>
                    <a:pt x="166" y="161"/>
                  </a:lnTo>
                  <a:lnTo>
                    <a:pt x="166" y="164"/>
                  </a:lnTo>
                  <a:lnTo>
                    <a:pt x="166" y="164"/>
                  </a:lnTo>
                  <a:lnTo>
                    <a:pt x="166" y="164"/>
                  </a:lnTo>
                  <a:lnTo>
                    <a:pt x="166" y="164"/>
                  </a:lnTo>
                  <a:lnTo>
                    <a:pt x="166" y="164"/>
                  </a:lnTo>
                  <a:lnTo>
                    <a:pt x="166" y="166"/>
                  </a:lnTo>
                  <a:lnTo>
                    <a:pt x="168" y="166"/>
                  </a:lnTo>
                  <a:lnTo>
                    <a:pt x="168" y="166"/>
                  </a:lnTo>
                  <a:lnTo>
                    <a:pt x="168" y="168"/>
                  </a:lnTo>
                  <a:lnTo>
                    <a:pt x="168" y="168"/>
                  </a:lnTo>
                  <a:lnTo>
                    <a:pt x="166" y="168"/>
                  </a:lnTo>
                  <a:lnTo>
                    <a:pt x="166" y="171"/>
                  </a:lnTo>
                  <a:lnTo>
                    <a:pt x="166" y="171"/>
                  </a:lnTo>
                  <a:lnTo>
                    <a:pt x="166" y="173"/>
                  </a:lnTo>
                  <a:lnTo>
                    <a:pt x="166" y="173"/>
                  </a:lnTo>
                  <a:lnTo>
                    <a:pt x="166" y="173"/>
                  </a:lnTo>
                  <a:lnTo>
                    <a:pt x="166" y="173"/>
                  </a:lnTo>
                  <a:lnTo>
                    <a:pt x="166" y="176"/>
                  </a:lnTo>
                  <a:lnTo>
                    <a:pt x="166" y="176"/>
                  </a:lnTo>
                  <a:lnTo>
                    <a:pt x="166" y="176"/>
                  </a:lnTo>
                  <a:lnTo>
                    <a:pt x="163" y="176"/>
                  </a:lnTo>
                  <a:lnTo>
                    <a:pt x="163" y="176"/>
                  </a:lnTo>
                  <a:lnTo>
                    <a:pt x="163" y="176"/>
                  </a:lnTo>
                  <a:lnTo>
                    <a:pt x="163" y="176"/>
                  </a:lnTo>
                  <a:lnTo>
                    <a:pt x="163" y="178"/>
                  </a:lnTo>
                  <a:lnTo>
                    <a:pt x="163" y="178"/>
                  </a:lnTo>
                  <a:lnTo>
                    <a:pt x="161" y="178"/>
                  </a:lnTo>
                  <a:lnTo>
                    <a:pt x="161" y="180"/>
                  </a:lnTo>
                  <a:lnTo>
                    <a:pt x="161" y="180"/>
                  </a:lnTo>
                  <a:lnTo>
                    <a:pt x="161" y="183"/>
                  </a:lnTo>
                  <a:lnTo>
                    <a:pt x="161" y="183"/>
                  </a:lnTo>
                  <a:lnTo>
                    <a:pt x="161" y="183"/>
                  </a:lnTo>
                  <a:lnTo>
                    <a:pt x="161" y="185"/>
                  </a:lnTo>
                  <a:lnTo>
                    <a:pt x="161" y="185"/>
                  </a:lnTo>
                  <a:lnTo>
                    <a:pt x="161" y="185"/>
                  </a:lnTo>
                  <a:lnTo>
                    <a:pt x="161" y="187"/>
                  </a:lnTo>
                  <a:lnTo>
                    <a:pt x="161" y="187"/>
                  </a:lnTo>
                  <a:lnTo>
                    <a:pt x="161" y="187"/>
                  </a:lnTo>
                  <a:lnTo>
                    <a:pt x="161" y="190"/>
                  </a:lnTo>
                  <a:lnTo>
                    <a:pt x="161" y="190"/>
                  </a:lnTo>
                  <a:lnTo>
                    <a:pt x="161" y="192"/>
                  </a:lnTo>
                  <a:lnTo>
                    <a:pt x="159" y="192"/>
                  </a:lnTo>
                  <a:lnTo>
                    <a:pt x="159" y="192"/>
                  </a:lnTo>
                  <a:lnTo>
                    <a:pt x="159" y="192"/>
                  </a:lnTo>
                  <a:lnTo>
                    <a:pt x="159" y="192"/>
                  </a:lnTo>
                  <a:lnTo>
                    <a:pt x="161" y="192"/>
                  </a:lnTo>
                  <a:lnTo>
                    <a:pt x="161" y="192"/>
                  </a:lnTo>
                  <a:lnTo>
                    <a:pt x="161" y="194"/>
                  </a:lnTo>
                  <a:lnTo>
                    <a:pt x="161" y="194"/>
                  </a:lnTo>
                  <a:lnTo>
                    <a:pt x="161" y="197"/>
                  </a:lnTo>
                  <a:lnTo>
                    <a:pt x="161" y="197"/>
                  </a:lnTo>
                  <a:lnTo>
                    <a:pt x="161" y="197"/>
                  </a:lnTo>
                  <a:lnTo>
                    <a:pt x="161" y="197"/>
                  </a:lnTo>
                  <a:lnTo>
                    <a:pt x="161" y="197"/>
                  </a:lnTo>
                  <a:lnTo>
                    <a:pt x="161" y="194"/>
                  </a:lnTo>
                  <a:lnTo>
                    <a:pt x="163" y="194"/>
                  </a:lnTo>
                  <a:lnTo>
                    <a:pt x="163" y="194"/>
                  </a:lnTo>
                  <a:lnTo>
                    <a:pt x="163" y="197"/>
                  </a:lnTo>
                  <a:lnTo>
                    <a:pt x="163" y="197"/>
                  </a:lnTo>
                  <a:lnTo>
                    <a:pt x="163" y="199"/>
                  </a:lnTo>
                  <a:lnTo>
                    <a:pt x="163" y="199"/>
                  </a:lnTo>
                  <a:lnTo>
                    <a:pt x="163" y="199"/>
                  </a:lnTo>
                  <a:lnTo>
                    <a:pt x="163" y="202"/>
                  </a:lnTo>
                  <a:lnTo>
                    <a:pt x="163" y="202"/>
                  </a:lnTo>
                  <a:lnTo>
                    <a:pt x="163" y="204"/>
                  </a:lnTo>
                  <a:lnTo>
                    <a:pt x="163" y="204"/>
                  </a:lnTo>
                  <a:lnTo>
                    <a:pt x="161" y="204"/>
                  </a:lnTo>
                  <a:lnTo>
                    <a:pt x="161" y="204"/>
                  </a:lnTo>
                  <a:lnTo>
                    <a:pt x="161" y="206"/>
                  </a:lnTo>
                  <a:lnTo>
                    <a:pt x="161" y="206"/>
                  </a:lnTo>
                  <a:lnTo>
                    <a:pt x="161" y="206"/>
                  </a:lnTo>
                  <a:lnTo>
                    <a:pt x="161" y="206"/>
                  </a:lnTo>
                  <a:lnTo>
                    <a:pt x="161" y="209"/>
                  </a:lnTo>
                  <a:lnTo>
                    <a:pt x="161" y="209"/>
                  </a:lnTo>
                  <a:lnTo>
                    <a:pt x="161" y="209"/>
                  </a:lnTo>
                  <a:lnTo>
                    <a:pt x="161" y="211"/>
                  </a:lnTo>
                  <a:lnTo>
                    <a:pt x="161" y="211"/>
                  </a:lnTo>
                  <a:lnTo>
                    <a:pt x="161" y="211"/>
                  </a:lnTo>
                  <a:lnTo>
                    <a:pt x="159" y="211"/>
                  </a:lnTo>
                  <a:lnTo>
                    <a:pt x="159" y="213"/>
                  </a:lnTo>
                  <a:lnTo>
                    <a:pt x="159" y="213"/>
                  </a:lnTo>
                  <a:lnTo>
                    <a:pt x="159" y="213"/>
                  </a:lnTo>
                  <a:lnTo>
                    <a:pt x="159" y="213"/>
                  </a:lnTo>
                  <a:lnTo>
                    <a:pt x="159" y="213"/>
                  </a:lnTo>
                  <a:lnTo>
                    <a:pt x="159" y="216"/>
                  </a:lnTo>
                  <a:lnTo>
                    <a:pt x="159" y="216"/>
                  </a:lnTo>
                  <a:lnTo>
                    <a:pt x="159" y="216"/>
                  </a:lnTo>
                  <a:lnTo>
                    <a:pt x="159" y="213"/>
                  </a:lnTo>
                  <a:lnTo>
                    <a:pt x="156" y="213"/>
                  </a:lnTo>
                  <a:lnTo>
                    <a:pt x="156" y="216"/>
                  </a:lnTo>
                  <a:lnTo>
                    <a:pt x="156" y="216"/>
                  </a:lnTo>
                  <a:lnTo>
                    <a:pt x="154" y="216"/>
                  </a:lnTo>
                  <a:lnTo>
                    <a:pt x="154" y="216"/>
                  </a:lnTo>
                  <a:lnTo>
                    <a:pt x="154" y="213"/>
                  </a:lnTo>
                  <a:lnTo>
                    <a:pt x="154" y="213"/>
                  </a:lnTo>
                  <a:lnTo>
                    <a:pt x="154" y="213"/>
                  </a:lnTo>
                  <a:lnTo>
                    <a:pt x="154" y="213"/>
                  </a:lnTo>
                  <a:lnTo>
                    <a:pt x="154" y="211"/>
                  </a:lnTo>
                  <a:lnTo>
                    <a:pt x="154" y="211"/>
                  </a:lnTo>
                  <a:lnTo>
                    <a:pt x="154" y="209"/>
                  </a:lnTo>
                  <a:lnTo>
                    <a:pt x="154" y="209"/>
                  </a:lnTo>
                  <a:lnTo>
                    <a:pt x="154" y="206"/>
                  </a:lnTo>
                  <a:lnTo>
                    <a:pt x="154" y="206"/>
                  </a:lnTo>
                  <a:lnTo>
                    <a:pt x="154" y="206"/>
                  </a:lnTo>
                  <a:lnTo>
                    <a:pt x="154" y="204"/>
                  </a:lnTo>
                  <a:lnTo>
                    <a:pt x="154" y="204"/>
                  </a:lnTo>
                  <a:lnTo>
                    <a:pt x="154" y="204"/>
                  </a:lnTo>
                  <a:lnTo>
                    <a:pt x="154" y="204"/>
                  </a:lnTo>
                  <a:lnTo>
                    <a:pt x="152" y="204"/>
                  </a:lnTo>
                  <a:lnTo>
                    <a:pt x="152" y="204"/>
                  </a:lnTo>
                  <a:lnTo>
                    <a:pt x="152" y="204"/>
                  </a:lnTo>
                  <a:lnTo>
                    <a:pt x="152" y="204"/>
                  </a:lnTo>
                  <a:lnTo>
                    <a:pt x="152" y="204"/>
                  </a:lnTo>
                  <a:lnTo>
                    <a:pt x="149" y="204"/>
                  </a:lnTo>
                  <a:lnTo>
                    <a:pt x="149" y="204"/>
                  </a:lnTo>
                  <a:lnTo>
                    <a:pt x="149" y="206"/>
                  </a:lnTo>
                  <a:lnTo>
                    <a:pt x="147" y="206"/>
                  </a:lnTo>
                  <a:lnTo>
                    <a:pt x="147" y="206"/>
                  </a:lnTo>
                  <a:lnTo>
                    <a:pt x="147" y="206"/>
                  </a:lnTo>
                  <a:lnTo>
                    <a:pt x="147" y="206"/>
                  </a:lnTo>
                  <a:lnTo>
                    <a:pt x="144" y="206"/>
                  </a:lnTo>
                  <a:lnTo>
                    <a:pt x="144" y="209"/>
                  </a:lnTo>
                  <a:lnTo>
                    <a:pt x="144" y="209"/>
                  </a:lnTo>
                  <a:lnTo>
                    <a:pt x="144" y="209"/>
                  </a:lnTo>
                  <a:lnTo>
                    <a:pt x="142" y="209"/>
                  </a:lnTo>
                  <a:lnTo>
                    <a:pt x="142" y="209"/>
                  </a:lnTo>
                  <a:lnTo>
                    <a:pt x="142" y="209"/>
                  </a:lnTo>
                  <a:lnTo>
                    <a:pt x="140" y="209"/>
                  </a:lnTo>
                  <a:lnTo>
                    <a:pt x="140" y="211"/>
                  </a:lnTo>
                  <a:lnTo>
                    <a:pt x="140" y="211"/>
                  </a:lnTo>
                  <a:lnTo>
                    <a:pt x="140" y="211"/>
                  </a:lnTo>
                  <a:lnTo>
                    <a:pt x="137" y="211"/>
                  </a:lnTo>
                  <a:lnTo>
                    <a:pt x="137" y="211"/>
                  </a:lnTo>
                  <a:lnTo>
                    <a:pt x="137" y="211"/>
                  </a:lnTo>
                  <a:lnTo>
                    <a:pt x="137" y="211"/>
                  </a:lnTo>
                  <a:lnTo>
                    <a:pt x="137" y="213"/>
                  </a:lnTo>
                  <a:lnTo>
                    <a:pt x="135" y="213"/>
                  </a:lnTo>
                  <a:lnTo>
                    <a:pt x="135" y="213"/>
                  </a:lnTo>
                  <a:lnTo>
                    <a:pt x="133" y="213"/>
                  </a:lnTo>
                  <a:lnTo>
                    <a:pt x="133" y="213"/>
                  </a:lnTo>
                  <a:lnTo>
                    <a:pt x="133" y="213"/>
                  </a:lnTo>
                  <a:lnTo>
                    <a:pt x="133" y="213"/>
                  </a:lnTo>
                  <a:lnTo>
                    <a:pt x="133" y="213"/>
                  </a:lnTo>
                  <a:lnTo>
                    <a:pt x="130" y="213"/>
                  </a:lnTo>
                  <a:lnTo>
                    <a:pt x="130" y="213"/>
                  </a:lnTo>
                  <a:lnTo>
                    <a:pt x="130" y="216"/>
                  </a:lnTo>
                  <a:lnTo>
                    <a:pt x="128" y="216"/>
                  </a:lnTo>
                  <a:lnTo>
                    <a:pt x="128" y="216"/>
                  </a:lnTo>
                  <a:lnTo>
                    <a:pt x="128" y="216"/>
                  </a:lnTo>
                  <a:lnTo>
                    <a:pt x="128" y="216"/>
                  </a:lnTo>
                  <a:lnTo>
                    <a:pt x="128" y="218"/>
                  </a:lnTo>
                  <a:lnTo>
                    <a:pt x="126" y="218"/>
                  </a:lnTo>
                  <a:lnTo>
                    <a:pt x="126" y="218"/>
                  </a:lnTo>
                  <a:lnTo>
                    <a:pt x="126" y="218"/>
                  </a:lnTo>
                  <a:lnTo>
                    <a:pt x="126" y="216"/>
                  </a:lnTo>
                  <a:lnTo>
                    <a:pt x="123" y="216"/>
                  </a:lnTo>
                  <a:lnTo>
                    <a:pt x="123" y="216"/>
                  </a:lnTo>
                  <a:lnTo>
                    <a:pt x="126" y="216"/>
                  </a:lnTo>
                  <a:lnTo>
                    <a:pt x="126" y="213"/>
                  </a:lnTo>
                  <a:lnTo>
                    <a:pt x="126" y="213"/>
                  </a:lnTo>
                  <a:lnTo>
                    <a:pt x="126" y="213"/>
                  </a:lnTo>
                  <a:lnTo>
                    <a:pt x="126" y="211"/>
                  </a:lnTo>
                  <a:lnTo>
                    <a:pt x="123" y="211"/>
                  </a:lnTo>
                  <a:lnTo>
                    <a:pt x="123" y="211"/>
                  </a:lnTo>
                  <a:lnTo>
                    <a:pt x="123" y="209"/>
                  </a:lnTo>
                  <a:lnTo>
                    <a:pt x="123" y="209"/>
                  </a:lnTo>
                  <a:lnTo>
                    <a:pt x="123" y="206"/>
                  </a:lnTo>
                  <a:lnTo>
                    <a:pt x="123" y="206"/>
                  </a:lnTo>
                  <a:lnTo>
                    <a:pt x="123" y="204"/>
                  </a:lnTo>
                  <a:lnTo>
                    <a:pt x="123" y="204"/>
                  </a:lnTo>
                  <a:lnTo>
                    <a:pt x="123" y="204"/>
                  </a:lnTo>
                  <a:lnTo>
                    <a:pt x="123" y="204"/>
                  </a:lnTo>
                  <a:lnTo>
                    <a:pt x="123" y="202"/>
                  </a:lnTo>
                  <a:lnTo>
                    <a:pt x="121" y="202"/>
                  </a:lnTo>
                  <a:lnTo>
                    <a:pt x="121" y="202"/>
                  </a:lnTo>
                  <a:lnTo>
                    <a:pt x="121" y="202"/>
                  </a:lnTo>
                  <a:lnTo>
                    <a:pt x="121" y="202"/>
                  </a:lnTo>
                  <a:lnTo>
                    <a:pt x="121" y="199"/>
                  </a:lnTo>
                  <a:lnTo>
                    <a:pt x="118" y="199"/>
                  </a:lnTo>
                  <a:lnTo>
                    <a:pt x="118" y="199"/>
                  </a:lnTo>
                  <a:lnTo>
                    <a:pt x="118" y="199"/>
                  </a:lnTo>
                  <a:lnTo>
                    <a:pt x="118" y="199"/>
                  </a:lnTo>
                  <a:lnTo>
                    <a:pt x="116" y="199"/>
                  </a:lnTo>
                  <a:lnTo>
                    <a:pt x="116" y="197"/>
                  </a:lnTo>
                  <a:lnTo>
                    <a:pt x="116" y="197"/>
                  </a:lnTo>
                  <a:lnTo>
                    <a:pt x="114" y="197"/>
                  </a:lnTo>
                  <a:lnTo>
                    <a:pt x="114" y="197"/>
                  </a:lnTo>
                  <a:lnTo>
                    <a:pt x="114" y="197"/>
                  </a:lnTo>
                  <a:lnTo>
                    <a:pt x="114" y="197"/>
                  </a:lnTo>
                  <a:lnTo>
                    <a:pt x="111" y="197"/>
                  </a:lnTo>
                  <a:lnTo>
                    <a:pt x="111" y="197"/>
                  </a:lnTo>
                  <a:lnTo>
                    <a:pt x="111" y="197"/>
                  </a:lnTo>
                  <a:lnTo>
                    <a:pt x="111" y="197"/>
                  </a:lnTo>
                  <a:lnTo>
                    <a:pt x="109" y="197"/>
                  </a:lnTo>
                  <a:lnTo>
                    <a:pt x="109" y="197"/>
                  </a:lnTo>
                  <a:lnTo>
                    <a:pt x="109" y="199"/>
                  </a:lnTo>
                  <a:lnTo>
                    <a:pt x="107" y="199"/>
                  </a:lnTo>
                  <a:lnTo>
                    <a:pt x="107" y="199"/>
                  </a:lnTo>
                  <a:lnTo>
                    <a:pt x="107" y="199"/>
                  </a:lnTo>
                  <a:lnTo>
                    <a:pt x="107" y="199"/>
                  </a:lnTo>
                  <a:lnTo>
                    <a:pt x="104" y="199"/>
                  </a:lnTo>
                  <a:lnTo>
                    <a:pt x="104" y="199"/>
                  </a:lnTo>
                  <a:lnTo>
                    <a:pt x="104" y="199"/>
                  </a:lnTo>
                  <a:lnTo>
                    <a:pt x="102" y="199"/>
                  </a:lnTo>
                  <a:lnTo>
                    <a:pt x="102" y="199"/>
                  </a:lnTo>
                  <a:lnTo>
                    <a:pt x="102" y="199"/>
                  </a:lnTo>
                  <a:lnTo>
                    <a:pt x="102" y="197"/>
                  </a:lnTo>
                  <a:lnTo>
                    <a:pt x="102" y="197"/>
                  </a:lnTo>
                  <a:lnTo>
                    <a:pt x="102" y="197"/>
                  </a:lnTo>
                  <a:lnTo>
                    <a:pt x="102" y="194"/>
                  </a:lnTo>
                  <a:lnTo>
                    <a:pt x="104" y="194"/>
                  </a:lnTo>
                  <a:lnTo>
                    <a:pt x="104" y="194"/>
                  </a:lnTo>
                  <a:lnTo>
                    <a:pt x="102" y="194"/>
                  </a:lnTo>
                  <a:lnTo>
                    <a:pt x="102" y="192"/>
                  </a:lnTo>
                  <a:lnTo>
                    <a:pt x="102" y="192"/>
                  </a:lnTo>
                  <a:lnTo>
                    <a:pt x="102" y="192"/>
                  </a:lnTo>
                  <a:lnTo>
                    <a:pt x="102" y="192"/>
                  </a:lnTo>
                  <a:lnTo>
                    <a:pt x="100" y="192"/>
                  </a:lnTo>
                  <a:lnTo>
                    <a:pt x="100" y="192"/>
                  </a:lnTo>
                  <a:lnTo>
                    <a:pt x="100" y="192"/>
                  </a:lnTo>
                  <a:lnTo>
                    <a:pt x="100" y="192"/>
                  </a:lnTo>
                  <a:lnTo>
                    <a:pt x="100" y="192"/>
                  </a:lnTo>
                  <a:lnTo>
                    <a:pt x="100" y="194"/>
                  </a:lnTo>
                  <a:lnTo>
                    <a:pt x="100" y="194"/>
                  </a:lnTo>
                  <a:lnTo>
                    <a:pt x="97" y="194"/>
                  </a:lnTo>
                  <a:lnTo>
                    <a:pt x="97" y="194"/>
                  </a:lnTo>
                  <a:lnTo>
                    <a:pt x="97" y="194"/>
                  </a:lnTo>
                  <a:lnTo>
                    <a:pt x="95" y="194"/>
                  </a:lnTo>
                  <a:lnTo>
                    <a:pt x="95" y="192"/>
                  </a:lnTo>
                  <a:lnTo>
                    <a:pt x="95" y="192"/>
                  </a:lnTo>
                  <a:lnTo>
                    <a:pt x="95" y="192"/>
                  </a:lnTo>
                  <a:lnTo>
                    <a:pt x="95" y="192"/>
                  </a:lnTo>
                  <a:lnTo>
                    <a:pt x="95" y="192"/>
                  </a:lnTo>
                  <a:lnTo>
                    <a:pt x="92" y="192"/>
                  </a:lnTo>
                  <a:lnTo>
                    <a:pt x="92" y="190"/>
                  </a:lnTo>
                  <a:lnTo>
                    <a:pt x="92" y="190"/>
                  </a:lnTo>
                  <a:lnTo>
                    <a:pt x="92" y="190"/>
                  </a:lnTo>
                  <a:lnTo>
                    <a:pt x="92" y="190"/>
                  </a:lnTo>
                  <a:lnTo>
                    <a:pt x="92" y="187"/>
                  </a:lnTo>
                  <a:lnTo>
                    <a:pt x="90" y="187"/>
                  </a:lnTo>
                  <a:lnTo>
                    <a:pt x="90" y="190"/>
                  </a:lnTo>
                  <a:lnTo>
                    <a:pt x="90" y="190"/>
                  </a:lnTo>
                  <a:lnTo>
                    <a:pt x="90" y="190"/>
                  </a:lnTo>
                  <a:lnTo>
                    <a:pt x="90" y="190"/>
                  </a:lnTo>
                  <a:lnTo>
                    <a:pt x="90" y="192"/>
                  </a:lnTo>
                  <a:lnTo>
                    <a:pt x="90" y="192"/>
                  </a:lnTo>
                  <a:lnTo>
                    <a:pt x="90" y="192"/>
                  </a:lnTo>
                  <a:lnTo>
                    <a:pt x="90" y="192"/>
                  </a:lnTo>
                  <a:lnTo>
                    <a:pt x="88" y="192"/>
                  </a:lnTo>
                  <a:lnTo>
                    <a:pt x="88" y="192"/>
                  </a:lnTo>
                  <a:lnTo>
                    <a:pt x="88" y="194"/>
                  </a:lnTo>
                  <a:lnTo>
                    <a:pt x="88" y="194"/>
                  </a:lnTo>
                  <a:lnTo>
                    <a:pt x="85" y="194"/>
                  </a:lnTo>
                  <a:lnTo>
                    <a:pt x="85" y="194"/>
                  </a:lnTo>
                  <a:lnTo>
                    <a:pt x="85" y="194"/>
                  </a:lnTo>
                  <a:lnTo>
                    <a:pt x="85" y="194"/>
                  </a:lnTo>
                  <a:lnTo>
                    <a:pt x="85" y="197"/>
                  </a:lnTo>
                  <a:lnTo>
                    <a:pt x="83" y="197"/>
                  </a:lnTo>
                  <a:lnTo>
                    <a:pt x="83" y="197"/>
                  </a:lnTo>
                  <a:lnTo>
                    <a:pt x="83" y="197"/>
                  </a:lnTo>
                  <a:lnTo>
                    <a:pt x="81" y="197"/>
                  </a:lnTo>
                  <a:lnTo>
                    <a:pt x="81" y="199"/>
                  </a:lnTo>
                  <a:lnTo>
                    <a:pt x="81" y="199"/>
                  </a:lnTo>
                  <a:lnTo>
                    <a:pt x="81" y="199"/>
                  </a:lnTo>
                  <a:lnTo>
                    <a:pt x="81" y="202"/>
                  </a:lnTo>
                  <a:lnTo>
                    <a:pt x="81" y="202"/>
                  </a:lnTo>
                  <a:lnTo>
                    <a:pt x="81" y="199"/>
                  </a:lnTo>
                  <a:lnTo>
                    <a:pt x="81" y="199"/>
                  </a:lnTo>
                  <a:lnTo>
                    <a:pt x="78" y="199"/>
                  </a:lnTo>
                  <a:lnTo>
                    <a:pt x="78" y="199"/>
                  </a:lnTo>
                  <a:lnTo>
                    <a:pt x="78" y="197"/>
                  </a:lnTo>
                  <a:lnTo>
                    <a:pt x="78" y="197"/>
                  </a:lnTo>
                  <a:lnTo>
                    <a:pt x="78" y="197"/>
                  </a:lnTo>
                  <a:lnTo>
                    <a:pt x="76" y="197"/>
                  </a:lnTo>
                  <a:lnTo>
                    <a:pt x="76" y="197"/>
                  </a:lnTo>
                  <a:lnTo>
                    <a:pt x="76" y="194"/>
                  </a:lnTo>
                  <a:lnTo>
                    <a:pt x="73" y="194"/>
                  </a:lnTo>
                  <a:lnTo>
                    <a:pt x="73" y="194"/>
                  </a:lnTo>
                  <a:lnTo>
                    <a:pt x="73" y="194"/>
                  </a:lnTo>
                  <a:lnTo>
                    <a:pt x="73" y="197"/>
                  </a:lnTo>
                  <a:lnTo>
                    <a:pt x="71" y="197"/>
                  </a:lnTo>
                  <a:lnTo>
                    <a:pt x="71" y="197"/>
                  </a:lnTo>
                  <a:lnTo>
                    <a:pt x="71" y="197"/>
                  </a:lnTo>
                  <a:lnTo>
                    <a:pt x="71" y="197"/>
                  </a:lnTo>
                  <a:lnTo>
                    <a:pt x="71" y="199"/>
                  </a:lnTo>
                  <a:lnTo>
                    <a:pt x="69" y="199"/>
                  </a:lnTo>
                  <a:lnTo>
                    <a:pt x="69" y="199"/>
                  </a:lnTo>
                  <a:lnTo>
                    <a:pt x="69" y="199"/>
                  </a:lnTo>
                  <a:lnTo>
                    <a:pt x="69" y="202"/>
                  </a:lnTo>
                  <a:lnTo>
                    <a:pt x="66" y="202"/>
                  </a:lnTo>
                  <a:lnTo>
                    <a:pt x="66" y="202"/>
                  </a:lnTo>
                  <a:lnTo>
                    <a:pt x="66" y="202"/>
                  </a:lnTo>
                  <a:lnTo>
                    <a:pt x="66" y="202"/>
                  </a:lnTo>
                  <a:lnTo>
                    <a:pt x="64" y="202"/>
                  </a:lnTo>
                  <a:lnTo>
                    <a:pt x="64" y="202"/>
                  </a:lnTo>
                  <a:lnTo>
                    <a:pt x="64" y="202"/>
                  </a:lnTo>
                  <a:lnTo>
                    <a:pt x="64" y="202"/>
                  </a:lnTo>
                  <a:lnTo>
                    <a:pt x="64" y="199"/>
                  </a:lnTo>
                  <a:lnTo>
                    <a:pt x="64" y="199"/>
                  </a:lnTo>
                  <a:lnTo>
                    <a:pt x="64" y="197"/>
                  </a:lnTo>
                  <a:lnTo>
                    <a:pt x="62" y="197"/>
                  </a:lnTo>
                  <a:lnTo>
                    <a:pt x="62" y="197"/>
                  </a:lnTo>
                  <a:lnTo>
                    <a:pt x="64" y="197"/>
                  </a:lnTo>
                  <a:lnTo>
                    <a:pt x="64" y="194"/>
                  </a:lnTo>
                  <a:lnTo>
                    <a:pt x="64" y="194"/>
                  </a:lnTo>
                  <a:lnTo>
                    <a:pt x="64" y="194"/>
                  </a:lnTo>
                  <a:lnTo>
                    <a:pt x="64" y="192"/>
                  </a:lnTo>
                  <a:lnTo>
                    <a:pt x="64" y="192"/>
                  </a:lnTo>
                  <a:lnTo>
                    <a:pt x="64" y="192"/>
                  </a:lnTo>
                  <a:lnTo>
                    <a:pt x="64" y="190"/>
                  </a:lnTo>
                  <a:lnTo>
                    <a:pt x="64" y="190"/>
                  </a:lnTo>
                  <a:lnTo>
                    <a:pt x="64" y="187"/>
                  </a:lnTo>
                  <a:lnTo>
                    <a:pt x="64" y="187"/>
                  </a:lnTo>
                  <a:lnTo>
                    <a:pt x="64" y="187"/>
                  </a:lnTo>
                  <a:lnTo>
                    <a:pt x="64" y="185"/>
                  </a:lnTo>
                  <a:lnTo>
                    <a:pt x="64" y="185"/>
                  </a:lnTo>
                  <a:lnTo>
                    <a:pt x="62" y="185"/>
                  </a:lnTo>
                  <a:lnTo>
                    <a:pt x="62" y="185"/>
                  </a:lnTo>
                  <a:lnTo>
                    <a:pt x="62" y="185"/>
                  </a:lnTo>
                  <a:lnTo>
                    <a:pt x="62" y="187"/>
                  </a:lnTo>
                  <a:lnTo>
                    <a:pt x="59" y="187"/>
                  </a:lnTo>
                  <a:lnTo>
                    <a:pt x="59" y="187"/>
                  </a:lnTo>
                  <a:lnTo>
                    <a:pt x="59" y="190"/>
                  </a:lnTo>
                  <a:lnTo>
                    <a:pt x="59" y="190"/>
                  </a:lnTo>
                  <a:lnTo>
                    <a:pt x="59" y="190"/>
                  </a:lnTo>
                  <a:lnTo>
                    <a:pt x="59" y="190"/>
                  </a:lnTo>
                  <a:lnTo>
                    <a:pt x="59" y="190"/>
                  </a:lnTo>
                  <a:lnTo>
                    <a:pt x="59" y="187"/>
                  </a:lnTo>
                  <a:lnTo>
                    <a:pt x="57" y="187"/>
                  </a:lnTo>
                  <a:lnTo>
                    <a:pt x="57" y="187"/>
                  </a:lnTo>
                  <a:lnTo>
                    <a:pt x="57" y="187"/>
                  </a:lnTo>
                  <a:lnTo>
                    <a:pt x="57" y="185"/>
                  </a:lnTo>
                  <a:lnTo>
                    <a:pt x="55" y="185"/>
                  </a:lnTo>
                  <a:lnTo>
                    <a:pt x="55" y="185"/>
                  </a:lnTo>
                  <a:lnTo>
                    <a:pt x="55" y="185"/>
                  </a:lnTo>
                  <a:lnTo>
                    <a:pt x="52" y="185"/>
                  </a:lnTo>
                  <a:lnTo>
                    <a:pt x="52" y="187"/>
                  </a:lnTo>
                  <a:lnTo>
                    <a:pt x="52" y="187"/>
                  </a:lnTo>
                  <a:lnTo>
                    <a:pt x="52" y="187"/>
                  </a:lnTo>
                  <a:lnTo>
                    <a:pt x="52" y="187"/>
                  </a:lnTo>
                  <a:lnTo>
                    <a:pt x="50" y="187"/>
                  </a:lnTo>
                  <a:lnTo>
                    <a:pt x="50" y="187"/>
                  </a:lnTo>
                  <a:lnTo>
                    <a:pt x="47" y="187"/>
                  </a:lnTo>
                  <a:lnTo>
                    <a:pt x="47" y="190"/>
                  </a:lnTo>
                  <a:lnTo>
                    <a:pt x="47" y="190"/>
                  </a:lnTo>
                  <a:lnTo>
                    <a:pt x="47" y="190"/>
                  </a:lnTo>
                  <a:lnTo>
                    <a:pt x="45" y="190"/>
                  </a:lnTo>
                  <a:lnTo>
                    <a:pt x="45" y="190"/>
                  </a:lnTo>
                  <a:lnTo>
                    <a:pt x="45" y="190"/>
                  </a:lnTo>
                  <a:lnTo>
                    <a:pt x="45" y="187"/>
                  </a:lnTo>
                  <a:lnTo>
                    <a:pt x="43" y="187"/>
                  </a:lnTo>
                  <a:lnTo>
                    <a:pt x="43" y="187"/>
                  </a:lnTo>
                  <a:lnTo>
                    <a:pt x="43" y="187"/>
                  </a:lnTo>
                  <a:lnTo>
                    <a:pt x="40" y="187"/>
                  </a:lnTo>
                  <a:lnTo>
                    <a:pt x="40" y="187"/>
                  </a:lnTo>
                  <a:lnTo>
                    <a:pt x="40" y="187"/>
                  </a:lnTo>
                  <a:lnTo>
                    <a:pt x="40" y="187"/>
                  </a:lnTo>
                  <a:lnTo>
                    <a:pt x="38" y="187"/>
                  </a:lnTo>
                  <a:lnTo>
                    <a:pt x="38" y="187"/>
                  </a:lnTo>
                  <a:lnTo>
                    <a:pt x="38" y="187"/>
                  </a:lnTo>
                  <a:lnTo>
                    <a:pt x="38" y="185"/>
                  </a:lnTo>
                  <a:lnTo>
                    <a:pt x="38" y="185"/>
                  </a:lnTo>
                  <a:lnTo>
                    <a:pt x="38" y="185"/>
                  </a:lnTo>
                  <a:lnTo>
                    <a:pt x="38" y="185"/>
                  </a:lnTo>
                  <a:lnTo>
                    <a:pt x="38" y="183"/>
                  </a:lnTo>
                  <a:lnTo>
                    <a:pt x="38" y="183"/>
                  </a:lnTo>
                  <a:lnTo>
                    <a:pt x="36" y="183"/>
                  </a:lnTo>
                  <a:lnTo>
                    <a:pt x="36" y="185"/>
                  </a:lnTo>
                  <a:lnTo>
                    <a:pt x="36" y="185"/>
                  </a:lnTo>
                  <a:lnTo>
                    <a:pt x="33" y="185"/>
                  </a:lnTo>
                  <a:lnTo>
                    <a:pt x="33" y="185"/>
                  </a:lnTo>
                  <a:lnTo>
                    <a:pt x="33" y="185"/>
                  </a:lnTo>
                  <a:lnTo>
                    <a:pt x="33" y="187"/>
                  </a:lnTo>
                  <a:lnTo>
                    <a:pt x="33" y="187"/>
                  </a:lnTo>
                  <a:lnTo>
                    <a:pt x="31" y="187"/>
                  </a:lnTo>
                  <a:lnTo>
                    <a:pt x="31" y="187"/>
                  </a:lnTo>
                  <a:lnTo>
                    <a:pt x="31" y="185"/>
                  </a:lnTo>
                  <a:lnTo>
                    <a:pt x="31" y="185"/>
                  </a:lnTo>
                  <a:lnTo>
                    <a:pt x="29" y="185"/>
                  </a:lnTo>
                  <a:lnTo>
                    <a:pt x="29" y="185"/>
                  </a:lnTo>
                  <a:lnTo>
                    <a:pt x="29" y="185"/>
                  </a:lnTo>
                  <a:lnTo>
                    <a:pt x="29" y="183"/>
                  </a:lnTo>
                  <a:lnTo>
                    <a:pt x="29" y="183"/>
                  </a:lnTo>
                  <a:lnTo>
                    <a:pt x="29" y="183"/>
                  </a:lnTo>
                  <a:lnTo>
                    <a:pt x="31" y="183"/>
                  </a:lnTo>
                  <a:lnTo>
                    <a:pt x="31" y="183"/>
                  </a:lnTo>
                  <a:lnTo>
                    <a:pt x="31" y="183"/>
                  </a:lnTo>
                  <a:lnTo>
                    <a:pt x="31" y="183"/>
                  </a:lnTo>
                  <a:lnTo>
                    <a:pt x="31" y="180"/>
                  </a:lnTo>
                  <a:lnTo>
                    <a:pt x="31" y="180"/>
                  </a:lnTo>
                  <a:lnTo>
                    <a:pt x="31" y="178"/>
                  </a:lnTo>
                  <a:lnTo>
                    <a:pt x="29" y="178"/>
                  </a:lnTo>
                  <a:lnTo>
                    <a:pt x="29" y="178"/>
                  </a:lnTo>
                  <a:lnTo>
                    <a:pt x="29" y="180"/>
                  </a:lnTo>
                  <a:lnTo>
                    <a:pt x="29" y="180"/>
                  </a:lnTo>
                  <a:lnTo>
                    <a:pt x="29" y="183"/>
                  </a:lnTo>
                  <a:lnTo>
                    <a:pt x="26" y="183"/>
                  </a:lnTo>
                  <a:lnTo>
                    <a:pt x="26" y="183"/>
                  </a:lnTo>
                  <a:lnTo>
                    <a:pt x="26" y="183"/>
                  </a:lnTo>
                  <a:lnTo>
                    <a:pt x="26" y="183"/>
                  </a:lnTo>
                  <a:lnTo>
                    <a:pt x="26" y="183"/>
                  </a:lnTo>
                  <a:lnTo>
                    <a:pt x="26" y="180"/>
                  </a:lnTo>
                  <a:lnTo>
                    <a:pt x="26" y="180"/>
                  </a:lnTo>
                  <a:lnTo>
                    <a:pt x="26" y="180"/>
                  </a:lnTo>
                  <a:lnTo>
                    <a:pt x="26" y="178"/>
                  </a:lnTo>
                  <a:lnTo>
                    <a:pt x="26" y="178"/>
                  </a:lnTo>
                  <a:lnTo>
                    <a:pt x="26" y="178"/>
                  </a:lnTo>
                  <a:lnTo>
                    <a:pt x="29" y="178"/>
                  </a:lnTo>
                  <a:lnTo>
                    <a:pt x="29" y="176"/>
                  </a:lnTo>
                  <a:lnTo>
                    <a:pt x="29" y="176"/>
                  </a:lnTo>
                  <a:lnTo>
                    <a:pt x="29" y="176"/>
                  </a:lnTo>
                  <a:lnTo>
                    <a:pt x="29" y="173"/>
                  </a:lnTo>
                  <a:lnTo>
                    <a:pt x="29" y="173"/>
                  </a:lnTo>
                  <a:lnTo>
                    <a:pt x="29" y="173"/>
                  </a:lnTo>
                  <a:lnTo>
                    <a:pt x="29" y="173"/>
                  </a:lnTo>
                  <a:lnTo>
                    <a:pt x="29" y="171"/>
                  </a:lnTo>
                  <a:lnTo>
                    <a:pt x="29" y="171"/>
                  </a:lnTo>
                  <a:lnTo>
                    <a:pt x="26" y="171"/>
                  </a:lnTo>
                  <a:lnTo>
                    <a:pt x="26" y="168"/>
                  </a:lnTo>
                  <a:lnTo>
                    <a:pt x="26" y="168"/>
                  </a:lnTo>
                  <a:lnTo>
                    <a:pt x="26" y="168"/>
                  </a:lnTo>
                  <a:lnTo>
                    <a:pt x="26" y="166"/>
                  </a:lnTo>
                  <a:lnTo>
                    <a:pt x="26" y="166"/>
                  </a:lnTo>
                  <a:lnTo>
                    <a:pt x="26" y="166"/>
                  </a:lnTo>
                  <a:lnTo>
                    <a:pt x="26" y="164"/>
                  </a:lnTo>
                  <a:lnTo>
                    <a:pt x="26" y="164"/>
                  </a:lnTo>
                  <a:lnTo>
                    <a:pt x="26" y="164"/>
                  </a:lnTo>
                  <a:lnTo>
                    <a:pt x="26" y="161"/>
                  </a:lnTo>
                  <a:lnTo>
                    <a:pt x="26" y="161"/>
                  </a:lnTo>
                  <a:lnTo>
                    <a:pt x="26" y="161"/>
                  </a:lnTo>
                  <a:lnTo>
                    <a:pt x="26" y="161"/>
                  </a:lnTo>
                  <a:lnTo>
                    <a:pt x="26" y="159"/>
                  </a:lnTo>
                  <a:lnTo>
                    <a:pt x="24" y="159"/>
                  </a:lnTo>
                  <a:lnTo>
                    <a:pt x="24" y="159"/>
                  </a:lnTo>
                  <a:lnTo>
                    <a:pt x="24" y="159"/>
                  </a:lnTo>
                  <a:lnTo>
                    <a:pt x="21" y="159"/>
                  </a:lnTo>
                  <a:lnTo>
                    <a:pt x="21" y="157"/>
                  </a:lnTo>
                  <a:lnTo>
                    <a:pt x="21" y="157"/>
                  </a:lnTo>
                  <a:lnTo>
                    <a:pt x="21" y="154"/>
                  </a:lnTo>
                  <a:lnTo>
                    <a:pt x="24" y="154"/>
                  </a:lnTo>
                  <a:lnTo>
                    <a:pt x="24" y="154"/>
                  </a:lnTo>
                  <a:lnTo>
                    <a:pt x="24" y="154"/>
                  </a:lnTo>
                  <a:lnTo>
                    <a:pt x="26" y="154"/>
                  </a:lnTo>
                  <a:lnTo>
                    <a:pt x="26" y="154"/>
                  </a:lnTo>
                  <a:lnTo>
                    <a:pt x="26" y="152"/>
                  </a:lnTo>
                  <a:lnTo>
                    <a:pt x="26" y="152"/>
                  </a:lnTo>
                  <a:lnTo>
                    <a:pt x="26" y="149"/>
                  </a:lnTo>
                  <a:lnTo>
                    <a:pt x="26" y="149"/>
                  </a:lnTo>
                  <a:lnTo>
                    <a:pt x="26" y="147"/>
                  </a:lnTo>
                  <a:lnTo>
                    <a:pt x="26" y="147"/>
                  </a:lnTo>
                  <a:lnTo>
                    <a:pt x="26" y="147"/>
                  </a:lnTo>
                  <a:lnTo>
                    <a:pt x="26" y="145"/>
                  </a:lnTo>
                  <a:lnTo>
                    <a:pt x="26" y="145"/>
                  </a:lnTo>
                  <a:lnTo>
                    <a:pt x="26" y="145"/>
                  </a:lnTo>
                  <a:lnTo>
                    <a:pt x="26" y="145"/>
                  </a:lnTo>
                  <a:lnTo>
                    <a:pt x="24" y="145"/>
                  </a:lnTo>
                  <a:lnTo>
                    <a:pt x="24" y="145"/>
                  </a:lnTo>
                  <a:lnTo>
                    <a:pt x="24" y="142"/>
                  </a:lnTo>
                  <a:lnTo>
                    <a:pt x="21" y="142"/>
                  </a:lnTo>
                  <a:lnTo>
                    <a:pt x="21" y="142"/>
                  </a:lnTo>
                  <a:lnTo>
                    <a:pt x="21" y="140"/>
                  </a:lnTo>
                  <a:lnTo>
                    <a:pt x="24" y="140"/>
                  </a:lnTo>
                  <a:lnTo>
                    <a:pt x="24" y="140"/>
                  </a:lnTo>
                  <a:lnTo>
                    <a:pt x="21" y="140"/>
                  </a:lnTo>
                  <a:lnTo>
                    <a:pt x="21" y="140"/>
                  </a:lnTo>
                  <a:lnTo>
                    <a:pt x="21" y="140"/>
                  </a:lnTo>
                  <a:lnTo>
                    <a:pt x="21" y="140"/>
                  </a:lnTo>
                  <a:lnTo>
                    <a:pt x="19" y="140"/>
                  </a:lnTo>
                  <a:lnTo>
                    <a:pt x="19" y="142"/>
                  </a:lnTo>
                  <a:lnTo>
                    <a:pt x="19" y="142"/>
                  </a:lnTo>
                  <a:lnTo>
                    <a:pt x="19" y="142"/>
                  </a:lnTo>
                  <a:lnTo>
                    <a:pt x="19" y="142"/>
                  </a:lnTo>
                  <a:lnTo>
                    <a:pt x="17" y="142"/>
                  </a:lnTo>
                  <a:lnTo>
                    <a:pt x="17" y="145"/>
                  </a:lnTo>
                  <a:lnTo>
                    <a:pt x="17" y="145"/>
                  </a:lnTo>
                  <a:lnTo>
                    <a:pt x="14" y="145"/>
                  </a:lnTo>
                  <a:lnTo>
                    <a:pt x="14" y="145"/>
                  </a:lnTo>
                  <a:lnTo>
                    <a:pt x="14" y="145"/>
                  </a:lnTo>
                  <a:lnTo>
                    <a:pt x="14" y="145"/>
                  </a:lnTo>
                  <a:lnTo>
                    <a:pt x="12" y="145"/>
                  </a:lnTo>
                  <a:lnTo>
                    <a:pt x="12" y="145"/>
                  </a:lnTo>
                  <a:lnTo>
                    <a:pt x="12" y="145"/>
                  </a:lnTo>
                  <a:lnTo>
                    <a:pt x="12" y="142"/>
                  </a:lnTo>
                  <a:lnTo>
                    <a:pt x="12" y="142"/>
                  </a:lnTo>
                  <a:lnTo>
                    <a:pt x="12" y="142"/>
                  </a:lnTo>
                  <a:lnTo>
                    <a:pt x="12" y="140"/>
                  </a:lnTo>
                  <a:lnTo>
                    <a:pt x="12" y="140"/>
                  </a:lnTo>
                  <a:lnTo>
                    <a:pt x="12" y="138"/>
                  </a:lnTo>
                  <a:lnTo>
                    <a:pt x="12" y="138"/>
                  </a:lnTo>
                  <a:lnTo>
                    <a:pt x="12" y="135"/>
                  </a:lnTo>
                  <a:lnTo>
                    <a:pt x="12" y="135"/>
                  </a:lnTo>
                  <a:lnTo>
                    <a:pt x="12" y="135"/>
                  </a:lnTo>
                  <a:lnTo>
                    <a:pt x="12" y="135"/>
                  </a:lnTo>
                  <a:lnTo>
                    <a:pt x="12" y="133"/>
                  </a:lnTo>
                  <a:lnTo>
                    <a:pt x="10" y="133"/>
                  </a:lnTo>
                  <a:lnTo>
                    <a:pt x="10" y="135"/>
                  </a:lnTo>
                  <a:lnTo>
                    <a:pt x="10" y="135"/>
                  </a:lnTo>
                  <a:lnTo>
                    <a:pt x="7" y="135"/>
                  </a:lnTo>
                  <a:lnTo>
                    <a:pt x="7" y="133"/>
                  </a:lnTo>
                  <a:lnTo>
                    <a:pt x="10" y="133"/>
                  </a:lnTo>
                  <a:lnTo>
                    <a:pt x="10" y="133"/>
                  </a:lnTo>
                  <a:lnTo>
                    <a:pt x="7" y="133"/>
                  </a:lnTo>
                  <a:lnTo>
                    <a:pt x="7" y="133"/>
                  </a:lnTo>
                  <a:lnTo>
                    <a:pt x="7" y="130"/>
                  </a:lnTo>
                  <a:lnTo>
                    <a:pt x="7" y="130"/>
                  </a:lnTo>
                  <a:lnTo>
                    <a:pt x="7" y="128"/>
                  </a:lnTo>
                  <a:lnTo>
                    <a:pt x="7" y="128"/>
                  </a:lnTo>
                  <a:lnTo>
                    <a:pt x="7" y="126"/>
                  </a:lnTo>
                  <a:lnTo>
                    <a:pt x="7" y="126"/>
                  </a:lnTo>
                  <a:lnTo>
                    <a:pt x="7" y="126"/>
                  </a:lnTo>
                  <a:lnTo>
                    <a:pt x="7" y="126"/>
                  </a:lnTo>
                  <a:lnTo>
                    <a:pt x="7" y="123"/>
                  </a:lnTo>
                  <a:lnTo>
                    <a:pt x="5" y="123"/>
                  </a:lnTo>
                  <a:lnTo>
                    <a:pt x="5" y="123"/>
                  </a:lnTo>
                  <a:lnTo>
                    <a:pt x="5" y="123"/>
                  </a:lnTo>
                  <a:lnTo>
                    <a:pt x="5" y="121"/>
                  </a:lnTo>
                  <a:lnTo>
                    <a:pt x="5" y="121"/>
                  </a:lnTo>
                  <a:lnTo>
                    <a:pt x="5" y="119"/>
                  </a:lnTo>
                  <a:lnTo>
                    <a:pt x="5" y="119"/>
                  </a:lnTo>
                  <a:lnTo>
                    <a:pt x="5" y="119"/>
                  </a:lnTo>
                  <a:lnTo>
                    <a:pt x="5" y="116"/>
                  </a:lnTo>
                  <a:lnTo>
                    <a:pt x="5" y="116"/>
                  </a:lnTo>
                  <a:lnTo>
                    <a:pt x="5" y="116"/>
                  </a:lnTo>
                  <a:lnTo>
                    <a:pt x="5" y="114"/>
                  </a:lnTo>
                  <a:lnTo>
                    <a:pt x="7" y="114"/>
                  </a:lnTo>
                  <a:lnTo>
                    <a:pt x="7" y="114"/>
                  </a:lnTo>
                  <a:lnTo>
                    <a:pt x="7" y="114"/>
                  </a:lnTo>
                  <a:lnTo>
                    <a:pt x="7" y="112"/>
                  </a:lnTo>
                  <a:lnTo>
                    <a:pt x="7" y="112"/>
                  </a:lnTo>
                  <a:lnTo>
                    <a:pt x="7" y="109"/>
                  </a:lnTo>
                  <a:lnTo>
                    <a:pt x="7" y="109"/>
                  </a:lnTo>
                  <a:lnTo>
                    <a:pt x="7" y="109"/>
                  </a:lnTo>
                  <a:lnTo>
                    <a:pt x="7" y="109"/>
                  </a:lnTo>
                  <a:lnTo>
                    <a:pt x="7" y="107"/>
                  </a:lnTo>
                  <a:lnTo>
                    <a:pt x="7" y="107"/>
                  </a:lnTo>
                  <a:lnTo>
                    <a:pt x="5" y="107"/>
                  </a:lnTo>
                  <a:lnTo>
                    <a:pt x="5" y="104"/>
                  </a:lnTo>
                  <a:lnTo>
                    <a:pt x="5" y="104"/>
                  </a:lnTo>
                  <a:lnTo>
                    <a:pt x="5" y="104"/>
                  </a:lnTo>
                  <a:lnTo>
                    <a:pt x="5" y="104"/>
                  </a:lnTo>
                  <a:lnTo>
                    <a:pt x="5" y="104"/>
                  </a:lnTo>
                  <a:lnTo>
                    <a:pt x="2" y="104"/>
                  </a:lnTo>
                  <a:lnTo>
                    <a:pt x="2" y="104"/>
                  </a:lnTo>
                  <a:lnTo>
                    <a:pt x="0" y="104"/>
                  </a:lnTo>
                  <a:lnTo>
                    <a:pt x="0" y="102"/>
                  </a:lnTo>
                  <a:lnTo>
                    <a:pt x="0" y="102"/>
                  </a:lnTo>
                  <a:lnTo>
                    <a:pt x="2" y="102"/>
                  </a:lnTo>
                  <a:lnTo>
                    <a:pt x="2" y="100"/>
                  </a:lnTo>
                  <a:lnTo>
                    <a:pt x="2" y="100"/>
                  </a:lnTo>
                  <a:lnTo>
                    <a:pt x="0" y="100"/>
                  </a:lnTo>
                  <a:lnTo>
                    <a:pt x="0" y="97"/>
                  </a:lnTo>
                  <a:lnTo>
                    <a:pt x="0" y="97"/>
                  </a:lnTo>
                  <a:lnTo>
                    <a:pt x="0" y="95"/>
                  </a:lnTo>
                  <a:lnTo>
                    <a:pt x="2" y="95"/>
                  </a:lnTo>
                  <a:lnTo>
                    <a:pt x="2" y="95"/>
                  </a:lnTo>
                  <a:lnTo>
                    <a:pt x="0" y="95"/>
                  </a:lnTo>
                  <a:lnTo>
                    <a:pt x="0" y="95"/>
                  </a:lnTo>
                  <a:lnTo>
                    <a:pt x="0" y="95"/>
                  </a:lnTo>
                  <a:lnTo>
                    <a:pt x="0" y="93"/>
                  </a:lnTo>
                  <a:lnTo>
                    <a:pt x="0" y="93"/>
                  </a:lnTo>
                  <a:lnTo>
                    <a:pt x="0" y="90"/>
                  </a:lnTo>
                  <a:lnTo>
                    <a:pt x="0" y="90"/>
                  </a:lnTo>
                  <a:lnTo>
                    <a:pt x="0" y="88"/>
                  </a:lnTo>
                  <a:lnTo>
                    <a:pt x="0" y="88"/>
                  </a:lnTo>
                  <a:lnTo>
                    <a:pt x="2" y="88"/>
                  </a:lnTo>
                  <a:lnTo>
                    <a:pt x="2" y="88"/>
                  </a:lnTo>
                  <a:lnTo>
                    <a:pt x="2" y="85"/>
                  </a:lnTo>
                  <a:lnTo>
                    <a:pt x="2" y="85"/>
                  </a:lnTo>
                  <a:lnTo>
                    <a:pt x="2" y="85"/>
                  </a:lnTo>
                  <a:lnTo>
                    <a:pt x="2" y="85"/>
                  </a:lnTo>
                  <a:lnTo>
                    <a:pt x="2" y="85"/>
                  </a:lnTo>
                  <a:lnTo>
                    <a:pt x="2" y="83"/>
                  </a:lnTo>
                  <a:lnTo>
                    <a:pt x="2" y="83"/>
                  </a:lnTo>
                  <a:lnTo>
                    <a:pt x="0" y="83"/>
                  </a:lnTo>
                  <a:lnTo>
                    <a:pt x="0" y="81"/>
                  </a:lnTo>
                  <a:lnTo>
                    <a:pt x="0" y="81"/>
                  </a:lnTo>
                  <a:lnTo>
                    <a:pt x="2" y="81"/>
                  </a:lnTo>
                  <a:lnTo>
                    <a:pt x="2" y="78"/>
                  </a:lnTo>
                  <a:lnTo>
                    <a:pt x="2" y="78"/>
                  </a:lnTo>
                  <a:lnTo>
                    <a:pt x="2" y="78"/>
                  </a:lnTo>
                  <a:lnTo>
                    <a:pt x="5" y="78"/>
                  </a:lnTo>
                  <a:lnTo>
                    <a:pt x="5" y="76"/>
                  </a:lnTo>
                  <a:lnTo>
                    <a:pt x="5" y="76"/>
                  </a:lnTo>
                  <a:lnTo>
                    <a:pt x="5" y="76"/>
                  </a:lnTo>
                  <a:lnTo>
                    <a:pt x="5" y="74"/>
                  </a:lnTo>
                  <a:lnTo>
                    <a:pt x="5" y="74"/>
                  </a:lnTo>
                  <a:lnTo>
                    <a:pt x="5" y="74"/>
                  </a:lnTo>
                  <a:lnTo>
                    <a:pt x="5" y="74"/>
                  </a:lnTo>
                  <a:lnTo>
                    <a:pt x="5" y="74"/>
                  </a:lnTo>
                  <a:lnTo>
                    <a:pt x="5" y="71"/>
                  </a:lnTo>
                  <a:lnTo>
                    <a:pt x="5" y="71"/>
                  </a:lnTo>
                  <a:lnTo>
                    <a:pt x="5" y="71"/>
                  </a:lnTo>
                  <a:lnTo>
                    <a:pt x="7" y="71"/>
                  </a:lnTo>
                  <a:lnTo>
                    <a:pt x="7" y="69"/>
                  </a:lnTo>
                  <a:lnTo>
                    <a:pt x="7" y="69"/>
                  </a:lnTo>
                  <a:lnTo>
                    <a:pt x="7" y="69"/>
                  </a:lnTo>
                  <a:lnTo>
                    <a:pt x="7" y="69"/>
                  </a:lnTo>
                  <a:lnTo>
                    <a:pt x="10" y="69"/>
                  </a:lnTo>
                  <a:lnTo>
                    <a:pt x="10" y="67"/>
                  </a:lnTo>
                  <a:lnTo>
                    <a:pt x="10" y="67"/>
                  </a:lnTo>
                  <a:lnTo>
                    <a:pt x="10" y="64"/>
                  </a:lnTo>
                  <a:lnTo>
                    <a:pt x="10" y="64"/>
                  </a:lnTo>
                  <a:lnTo>
                    <a:pt x="10" y="64"/>
                  </a:lnTo>
                  <a:lnTo>
                    <a:pt x="12" y="64"/>
                  </a:lnTo>
                  <a:lnTo>
                    <a:pt x="12" y="64"/>
                  </a:lnTo>
                  <a:lnTo>
                    <a:pt x="12" y="62"/>
                  </a:lnTo>
                  <a:lnTo>
                    <a:pt x="10" y="62"/>
                  </a:lnTo>
                  <a:lnTo>
                    <a:pt x="10" y="62"/>
                  </a:lnTo>
                  <a:lnTo>
                    <a:pt x="12" y="62"/>
                  </a:lnTo>
                  <a:lnTo>
                    <a:pt x="12" y="62"/>
                  </a:lnTo>
                  <a:lnTo>
                    <a:pt x="12" y="62"/>
                  </a:lnTo>
                  <a:lnTo>
                    <a:pt x="12" y="59"/>
                  </a:lnTo>
                  <a:lnTo>
                    <a:pt x="14" y="59"/>
                  </a:lnTo>
                  <a:lnTo>
                    <a:pt x="14" y="59"/>
                  </a:lnTo>
                  <a:lnTo>
                    <a:pt x="14" y="59"/>
                  </a:lnTo>
                  <a:lnTo>
                    <a:pt x="17" y="59"/>
                  </a:lnTo>
                  <a:lnTo>
                    <a:pt x="17" y="62"/>
                  </a:lnTo>
                  <a:lnTo>
                    <a:pt x="17" y="62"/>
                  </a:lnTo>
                  <a:lnTo>
                    <a:pt x="14" y="62"/>
                  </a:lnTo>
                  <a:lnTo>
                    <a:pt x="14" y="64"/>
                  </a:lnTo>
                  <a:lnTo>
                    <a:pt x="17" y="64"/>
                  </a:lnTo>
                  <a:lnTo>
                    <a:pt x="17" y="64"/>
                  </a:lnTo>
                  <a:lnTo>
                    <a:pt x="17" y="64"/>
                  </a:lnTo>
                  <a:lnTo>
                    <a:pt x="17" y="64"/>
                  </a:lnTo>
                  <a:lnTo>
                    <a:pt x="19" y="64"/>
                  </a:lnTo>
                  <a:lnTo>
                    <a:pt x="19" y="67"/>
                  </a:lnTo>
                  <a:lnTo>
                    <a:pt x="19" y="67"/>
                  </a:lnTo>
                  <a:lnTo>
                    <a:pt x="19" y="69"/>
                  </a:lnTo>
                  <a:lnTo>
                    <a:pt x="19" y="69"/>
                  </a:lnTo>
                  <a:lnTo>
                    <a:pt x="19" y="71"/>
                  </a:lnTo>
                  <a:lnTo>
                    <a:pt x="19" y="71"/>
                  </a:lnTo>
                  <a:lnTo>
                    <a:pt x="19" y="71"/>
                  </a:lnTo>
                  <a:lnTo>
                    <a:pt x="19" y="71"/>
                  </a:lnTo>
                  <a:lnTo>
                    <a:pt x="19" y="74"/>
                  </a:lnTo>
                  <a:lnTo>
                    <a:pt x="21" y="74"/>
                  </a:lnTo>
                  <a:lnTo>
                    <a:pt x="21" y="74"/>
                  </a:lnTo>
                  <a:lnTo>
                    <a:pt x="21" y="74"/>
                  </a:lnTo>
                  <a:lnTo>
                    <a:pt x="21" y="74"/>
                  </a:lnTo>
                  <a:lnTo>
                    <a:pt x="21" y="74"/>
                  </a:lnTo>
                  <a:lnTo>
                    <a:pt x="24" y="74"/>
                  </a:lnTo>
                  <a:lnTo>
                    <a:pt x="24" y="74"/>
                  </a:lnTo>
                  <a:lnTo>
                    <a:pt x="24" y="76"/>
                  </a:lnTo>
                  <a:lnTo>
                    <a:pt x="24" y="76"/>
                  </a:lnTo>
                  <a:lnTo>
                    <a:pt x="24" y="78"/>
                  </a:lnTo>
                  <a:lnTo>
                    <a:pt x="26" y="78"/>
                  </a:lnTo>
                  <a:lnTo>
                    <a:pt x="26" y="78"/>
                  </a:lnTo>
                  <a:lnTo>
                    <a:pt x="26" y="78"/>
                  </a:lnTo>
                  <a:lnTo>
                    <a:pt x="26" y="78"/>
                  </a:lnTo>
                  <a:lnTo>
                    <a:pt x="26" y="81"/>
                  </a:lnTo>
                  <a:lnTo>
                    <a:pt x="29" y="81"/>
                  </a:lnTo>
                  <a:lnTo>
                    <a:pt x="29" y="81"/>
                  </a:lnTo>
                  <a:lnTo>
                    <a:pt x="29" y="81"/>
                  </a:lnTo>
                  <a:lnTo>
                    <a:pt x="31" y="81"/>
                  </a:lnTo>
                  <a:lnTo>
                    <a:pt x="31" y="83"/>
                  </a:lnTo>
                  <a:lnTo>
                    <a:pt x="31" y="83"/>
                  </a:lnTo>
                  <a:lnTo>
                    <a:pt x="31" y="83"/>
                  </a:lnTo>
                  <a:lnTo>
                    <a:pt x="31" y="85"/>
                  </a:lnTo>
                  <a:lnTo>
                    <a:pt x="31" y="85"/>
                  </a:lnTo>
                  <a:lnTo>
                    <a:pt x="31" y="85"/>
                  </a:lnTo>
                  <a:lnTo>
                    <a:pt x="33" y="85"/>
                  </a:lnTo>
                  <a:lnTo>
                    <a:pt x="33" y="85"/>
                  </a:lnTo>
                  <a:lnTo>
                    <a:pt x="33" y="85"/>
                  </a:lnTo>
                  <a:lnTo>
                    <a:pt x="33" y="85"/>
                  </a:lnTo>
                  <a:lnTo>
                    <a:pt x="33" y="88"/>
                  </a:lnTo>
                  <a:lnTo>
                    <a:pt x="36" y="88"/>
                  </a:lnTo>
                  <a:lnTo>
                    <a:pt x="36" y="88"/>
                  </a:lnTo>
                  <a:lnTo>
                    <a:pt x="36" y="88"/>
                  </a:lnTo>
                  <a:lnTo>
                    <a:pt x="38" y="88"/>
                  </a:lnTo>
                  <a:lnTo>
                    <a:pt x="38" y="88"/>
                  </a:lnTo>
                  <a:lnTo>
                    <a:pt x="38" y="88"/>
                  </a:lnTo>
                  <a:lnTo>
                    <a:pt x="40" y="88"/>
                  </a:lnTo>
                  <a:lnTo>
                    <a:pt x="40" y="88"/>
                  </a:lnTo>
                  <a:lnTo>
                    <a:pt x="40" y="88"/>
                  </a:lnTo>
                  <a:lnTo>
                    <a:pt x="40" y="88"/>
                  </a:lnTo>
                  <a:lnTo>
                    <a:pt x="43" y="88"/>
                  </a:lnTo>
                  <a:lnTo>
                    <a:pt x="43" y="85"/>
                  </a:lnTo>
                  <a:lnTo>
                    <a:pt x="43" y="85"/>
                  </a:lnTo>
                  <a:lnTo>
                    <a:pt x="45" y="85"/>
                  </a:lnTo>
                  <a:lnTo>
                    <a:pt x="45" y="85"/>
                  </a:lnTo>
                  <a:lnTo>
                    <a:pt x="45" y="85"/>
                  </a:lnTo>
                  <a:lnTo>
                    <a:pt x="45" y="85"/>
                  </a:lnTo>
                  <a:lnTo>
                    <a:pt x="45" y="85"/>
                  </a:lnTo>
                  <a:lnTo>
                    <a:pt x="47" y="85"/>
                  </a:lnTo>
                  <a:lnTo>
                    <a:pt x="47" y="85"/>
                  </a:lnTo>
                  <a:lnTo>
                    <a:pt x="47" y="85"/>
                  </a:lnTo>
                  <a:lnTo>
                    <a:pt x="50" y="85"/>
                  </a:lnTo>
                  <a:lnTo>
                    <a:pt x="50" y="85"/>
                  </a:lnTo>
                  <a:lnTo>
                    <a:pt x="50" y="83"/>
                  </a:lnTo>
                  <a:lnTo>
                    <a:pt x="52" y="83"/>
                  </a:lnTo>
                  <a:lnTo>
                    <a:pt x="52" y="83"/>
                  </a:lnTo>
                  <a:lnTo>
                    <a:pt x="52" y="83"/>
                  </a:lnTo>
                  <a:lnTo>
                    <a:pt x="52" y="85"/>
                  </a:lnTo>
                  <a:lnTo>
                    <a:pt x="55" y="85"/>
                  </a:lnTo>
                  <a:lnTo>
                    <a:pt x="55" y="85"/>
                  </a:lnTo>
                  <a:lnTo>
                    <a:pt x="55" y="85"/>
                  </a:lnTo>
                  <a:lnTo>
                    <a:pt x="55" y="85"/>
                  </a:lnTo>
                  <a:lnTo>
                    <a:pt x="57" y="85"/>
                  </a:lnTo>
                  <a:lnTo>
                    <a:pt x="57" y="85"/>
                  </a:lnTo>
                  <a:lnTo>
                    <a:pt x="57" y="85"/>
                  </a:lnTo>
                  <a:lnTo>
                    <a:pt x="57" y="85"/>
                  </a:lnTo>
                  <a:lnTo>
                    <a:pt x="59" y="85"/>
                  </a:lnTo>
                  <a:lnTo>
                    <a:pt x="59" y="85"/>
                  </a:lnTo>
                  <a:lnTo>
                    <a:pt x="59" y="85"/>
                  </a:lnTo>
                  <a:lnTo>
                    <a:pt x="59" y="85"/>
                  </a:lnTo>
                  <a:lnTo>
                    <a:pt x="62" y="85"/>
                  </a:lnTo>
                  <a:lnTo>
                    <a:pt x="62" y="85"/>
                  </a:lnTo>
                  <a:lnTo>
                    <a:pt x="62" y="85"/>
                  </a:lnTo>
                  <a:lnTo>
                    <a:pt x="64" y="85"/>
                  </a:lnTo>
                  <a:lnTo>
                    <a:pt x="64" y="85"/>
                  </a:lnTo>
                  <a:lnTo>
                    <a:pt x="64" y="85"/>
                  </a:lnTo>
                  <a:lnTo>
                    <a:pt x="66" y="85"/>
                  </a:lnTo>
                  <a:lnTo>
                    <a:pt x="66" y="85"/>
                  </a:lnTo>
                  <a:lnTo>
                    <a:pt x="66" y="83"/>
                  </a:lnTo>
                  <a:lnTo>
                    <a:pt x="66" y="83"/>
                  </a:lnTo>
                  <a:lnTo>
                    <a:pt x="66" y="83"/>
                  </a:lnTo>
                  <a:lnTo>
                    <a:pt x="66" y="83"/>
                  </a:lnTo>
                  <a:lnTo>
                    <a:pt x="69" y="83"/>
                  </a:lnTo>
                  <a:lnTo>
                    <a:pt x="69" y="83"/>
                  </a:lnTo>
                  <a:lnTo>
                    <a:pt x="71" y="83"/>
                  </a:lnTo>
                  <a:lnTo>
                    <a:pt x="71" y="83"/>
                  </a:lnTo>
                  <a:lnTo>
                    <a:pt x="71" y="81"/>
                  </a:lnTo>
                  <a:lnTo>
                    <a:pt x="71" y="81"/>
                  </a:lnTo>
                  <a:lnTo>
                    <a:pt x="71" y="81"/>
                  </a:lnTo>
                  <a:lnTo>
                    <a:pt x="71" y="78"/>
                  </a:lnTo>
                  <a:lnTo>
                    <a:pt x="71" y="78"/>
                  </a:lnTo>
                  <a:lnTo>
                    <a:pt x="71" y="76"/>
                  </a:lnTo>
                  <a:lnTo>
                    <a:pt x="73" y="76"/>
                  </a:lnTo>
                  <a:lnTo>
                    <a:pt x="73" y="76"/>
                  </a:lnTo>
                  <a:lnTo>
                    <a:pt x="73" y="74"/>
                  </a:lnTo>
                  <a:lnTo>
                    <a:pt x="73" y="74"/>
                  </a:lnTo>
                  <a:lnTo>
                    <a:pt x="73" y="74"/>
                  </a:lnTo>
                  <a:lnTo>
                    <a:pt x="73" y="74"/>
                  </a:lnTo>
                  <a:lnTo>
                    <a:pt x="73" y="74"/>
                  </a:lnTo>
                  <a:lnTo>
                    <a:pt x="76" y="74"/>
                  </a:lnTo>
                  <a:lnTo>
                    <a:pt x="76" y="74"/>
                  </a:lnTo>
                  <a:lnTo>
                    <a:pt x="78" y="74"/>
                  </a:lnTo>
                  <a:lnTo>
                    <a:pt x="78" y="71"/>
                  </a:lnTo>
                  <a:lnTo>
                    <a:pt x="78" y="71"/>
                  </a:lnTo>
                  <a:lnTo>
                    <a:pt x="78" y="71"/>
                  </a:lnTo>
                  <a:lnTo>
                    <a:pt x="78" y="71"/>
                  </a:lnTo>
                  <a:lnTo>
                    <a:pt x="81" y="71"/>
                  </a:lnTo>
                  <a:lnTo>
                    <a:pt x="81" y="71"/>
                  </a:lnTo>
                  <a:lnTo>
                    <a:pt x="81" y="71"/>
                  </a:lnTo>
                  <a:lnTo>
                    <a:pt x="83" y="71"/>
                  </a:lnTo>
                  <a:lnTo>
                    <a:pt x="83" y="71"/>
                  </a:lnTo>
                  <a:lnTo>
                    <a:pt x="83" y="71"/>
                  </a:lnTo>
                  <a:lnTo>
                    <a:pt x="85" y="71"/>
                  </a:lnTo>
                  <a:lnTo>
                    <a:pt x="85" y="71"/>
                  </a:lnTo>
                  <a:lnTo>
                    <a:pt x="85" y="71"/>
                  </a:lnTo>
                  <a:lnTo>
                    <a:pt x="88" y="71"/>
                  </a:lnTo>
                  <a:lnTo>
                    <a:pt x="88" y="71"/>
                  </a:lnTo>
                  <a:lnTo>
                    <a:pt x="88" y="71"/>
                  </a:lnTo>
                  <a:lnTo>
                    <a:pt x="88" y="71"/>
                  </a:lnTo>
                  <a:lnTo>
                    <a:pt x="90" y="71"/>
                  </a:lnTo>
                  <a:lnTo>
                    <a:pt x="90" y="71"/>
                  </a:lnTo>
                  <a:lnTo>
                    <a:pt x="90" y="71"/>
                  </a:lnTo>
                  <a:lnTo>
                    <a:pt x="90" y="74"/>
                  </a:lnTo>
                  <a:lnTo>
                    <a:pt x="90" y="74"/>
                  </a:lnTo>
                  <a:lnTo>
                    <a:pt x="90" y="74"/>
                  </a:lnTo>
                  <a:lnTo>
                    <a:pt x="88" y="74"/>
                  </a:lnTo>
                  <a:lnTo>
                    <a:pt x="88" y="74"/>
                  </a:lnTo>
                  <a:lnTo>
                    <a:pt x="90" y="74"/>
                  </a:lnTo>
                  <a:lnTo>
                    <a:pt x="90" y="74"/>
                  </a:lnTo>
                  <a:lnTo>
                    <a:pt x="92" y="74"/>
                  </a:lnTo>
                  <a:lnTo>
                    <a:pt x="92" y="74"/>
                  </a:lnTo>
                  <a:lnTo>
                    <a:pt x="92" y="76"/>
                  </a:lnTo>
                  <a:lnTo>
                    <a:pt x="92" y="76"/>
                  </a:lnTo>
                  <a:lnTo>
                    <a:pt x="95" y="76"/>
                  </a:lnTo>
                  <a:lnTo>
                    <a:pt x="95" y="76"/>
                  </a:lnTo>
                  <a:lnTo>
                    <a:pt x="95" y="76"/>
                  </a:lnTo>
                  <a:lnTo>
                    <a:pt x="97" y="76"/>
                  </a:lnTo>
                  <a:lnTo>
                    <a:pt x="97" y="76"/>
                  </a:lnTo>
                  <a:lnTo>
                    <a:pt x="97" y="76"/>
                  </a:lnTo>
                  <a:lnTo>
                    <a:pt x="97" y="78"/>
                  </a:lnTo>
                  <a:lnTo>
                    <a:pt x="100" y="78"/>
                  </a:lnTo>
                  <a:lnTo>
                    <a:pt x="100" y="78"/>
                  </a:lnTo>
                  <a:lnTo>
                    <a:pt x="100" y="78"/>
                  </a:lnTo>
                  <a:lnTo>
                    <a:pt x="100" y="76"/>
                  </a:lnTo>
                  <a:lnTo>
                    <a:pt x="102" y="76"/>
                  </a:lnTo>
                  <a:lnTo>
                    <a:pt x="102" y="78"/>
                  </a:lnTo>
                  <a:lnTo>
                    <a:pt x="102" y="78"/>
                  </a:lnTo>
                  <a:lnTo>
                    <a:pt x="102" y="78"/>
                  </a:lnTo>
                  <a:lnTo>
                    <a:pt x="104" y="78"/>
                  </a:lnTo>
                  <a:lnTo>
                    <a:pt x="104" y="81"/>
                  </a:lnTo>
                  <a:lnTo>
                    <a:pt x="104" y="81"/>
                  </a:lnTo>
                  <a:lnTo>
                    <a:pt x="104" y="78"/>
                  </a:lnTo>
                  <a:lnTo>
                    <a:pt x="104" y="78"/>
                  </a:lnTo>
                  <a:lnTo>
                    <a:pt x="107" y="78"/>
                  </a:lnTo>
                  <a:lnTo>
                    <a:pt x="107" y="78"/>
                  </a:lnTo>
                  <a:lnTo>
                    <a:pt x="107" y="78"/>
                  </a:lnTo>
                  <a:lnTo>
                    <a:pt x="107" y="78"/>
                  </a:lnTo>
                  <a:lnTo>
                    <a:pt x="107" y="76"/>
                  </a:lnTo>
                  <a:lnTo>
                    <a:pt x="107" y="76"/>
                  </a:lnTo>
                  <a:lnTo>
                    <a:pt x="109" y="76"/>
                  </a:lnTo>
                  <a:lnTo>
                    <a:pt x="109" y="74"/>
                  </a:lnTo>
                  <a:lnTo>
                    <a:pt x="109" y="74"/>
                  </a:lnTo>
                  <a:lnTo>
                    <a:pt x="111" y="74"/>
                  </a:lnTo>
                  <a:lnTo>
                    <a:pt x="111" y="74"/>
                  </a:lnTo>
                  <a:lnTo>
                    <a:pt x="111" y="74"/>
                  </a:lnTo>
                  <a:lnTo>
                    <a:pt x="111" y="74"/>
                  </a:lnTo>
                  <a:lnTo>
                    <a:pt x="114" y="74"/>
                  </a:lnTo>
                  <a:lnTo>
                    <a:pt x="114" y="74"/>
                  </a:lnTo>
                  <a:lnTo>
                    <a:pt x="114" y="74"/>
                  </a:lnTo>
                  <a:lnTo>
                    <a:pt x="114" y="74"/>
                  </a:lnTo>
                  <a:lnTo>
                    <a:pt x="116" y="74"/>
                  </a:lnTo>
                  <a:lnTo>
                    <a:pt x="116" y="74"/>
                  </a:lnTo>
                  <a:lnTo>
                    <a:pt x="116" y="74"/>
                  </a:lnTo>
                  <a:lnTo>
                    <a:pt x="118" y="74"/>
                  </a:lnTo>
                  <a:lnTo>
                    <a:pt x="118" y="74"/>
                  </a:lnTo>
                  <a:lnTo>
                    <a:pt x="118" y="74"/>
                  </a:lnTo>
                  <a:lnTo>
                    <a:pt x="118" y="74"/>
                  </a:lnTo>
                  <a:lnTo>
                    <a:pt x="121" y="74"/>
                  </a:lnTo>
                  <a:lnTo>
                    <a:pt x="121" y="74"/>
                  </a:lnTo>
                  <a:lnTo>
                    <a:pt x="121" y="74"/>
                  </a:lnTo>
                  <a:lnTo>
                    <a:pt x="121" y="74"/>
                  </a:lnTo>
                  <a:lnTo>
                    <a:pt x="123" y="74"/>
                  </a:lnTo>
                  <a:lnTo>
                    <a:pt x="123" y="74"/>
                  </a:lnTo>
                  <a:lnTo>
                    <a:pt x="123" y="74"/>
                  </a:lnTo>
                  <a:lnTo>
                    <a:pt x="123" y="74"/>
                  </a:lnTo>
                  <a:lnTo>
                    <a:pt x="123" y="74"/>
                  </a:lnTo>
                  <a:lnTo>
                    <a:pt x="126" y="74"/>
                  </a:lnTo>
                  <a:lnTo>
                    <a:pt x="126" y="71"/>
                  </a:lnTo>
                  <a:lnTo>
                    <a:pt x="126" y="71"/>
                  </a:lnTo>
                  <a:lnTo>
                    <a:pt x="126" y="71"/>
                  </a:lnTo>
                  <a:lnTo>
                    <a:pt x="126" y="69"/>
                  </a:lnTo>
                  <a:lnTo>
                    <a:pt x="126" y="69"/>
                  </a:lnTo>
                  <a:lnTo>
                    <a:pt x="126" y="69"/>
                  </a:lnTo>
                  <a:lnTo>
                    <a:pt x="126" y="67"/>
                  </a:lnTo>
                  <a:lnTo>
                    <a:pt x="126" y="67"/>
                  </a:lnTo>
                  <a:lnTo>
                    <a:pt x="126" y="64"/>
                  </a:lnTo>
                  <a:lnTo>
                    <a:pt x="126" y="64"/>
                  </a:lnTo>
                  <a:lnTo>
                    <a:pt x="128" y="64"/>
                  </a:lnTo>
                  <a:lnTo>
                    <a:pt x="128" y="64"/>
                  </a:lnTo>
                  <a:lnTo>
                    <a:pt x="128" y="64"/>
                  </a:lnTo>
                  <a:lnTo>
                    <a:pt x="128" y="64"/>
                  </a:lnTo>
                  <a:lnTo>
                    <a:pt x="128" y="62"/>
                  </a:lnTo>
                  <a:lnTo>
                    <a:pt x="130" y="62"/>
                  </a:lnTo>
                  <a:lnTo>
                    <a:pt x="130" y="62"/>
                  </a:lnTo>
                  <a:lnTo>
                    <a:pt x="130" y="59"/>
                  </a:lnTo>
                  <a:lnTo>
                    <a:pt x="130" y="59"/>
                  </a:lnTo>
                  <a:lnTo>
                    <a:pt x="128" y="59"/>
                  </a:lnTo>
                  <a:lnTo>
                    <a:pt x="128" y="59"/>
                  </a:lnTo>
                  <a:lnTo>
                    <a:pt x="128" y="57"/>
                  </a:lnTo>
                  <a:lnTo>
                    <a:pt x="128" y="57"/>
                  </a:lnTo>
                  <a:lnTo>
                    <a:pt x="128" y="55"/>
                  </a:lnTo>
                  <a:lnTo>
                    <a:pt x="128" y="55"/>
                  </a:lnTo>
                  <a:lnTo>
                    <a:pt x="128" y="55"/>
                  </a:lnTo>
                  <a:lnTo>
                    <a:pt x="128" y="55"/>
                  </a:lnTo>
                  <a:lnTo>
                    <a:pt x="130" y="55"/>
                  </a:lnTo>
                  <a:lnTo>
                    <a:pt x="130" y="55"/>
                  </a:lnTo>
                  <a:lnTo>
                    <a:pt x="130" y="52"/>
                  </a:lnTo>
                  <a:lnTo>
                    <a:pt x="133" y="52"/>
                  </a:lnTo>
                  <a:lnTo>
                    <a:pt x="133" y="52"/>
                  </a:lnTo>
                  <a:lnTo>
                    <a:pt x="133" y="50"/>
                  </a:lnTo>
                  <a:lnTo>
                    <a:pt x="133" y="50"/>
                  </a:lnTo>
                  <a:lnTo>
                    <a:pt x="133" y="50"/>
                  </a:lnTo>
                  <a:lnTo>
                    <a:pt x="133" y="50"/>
                  </a:lnTo>
                  <a:lnTo>
                    <a:pt x="135" y="50"/>
                  </a:lnTo>
                  <a:lnTo>
                    <a:pt x="135" y="48"/>
                  </a:lnTo>
                  <a:lnTo>
                    <a:pt x="135" y="48"/>
                  </a:lnTo>
                  <a:lnTo>
                    <a:pt x="137" y="48"/>
                  </a:lnTo>
                  <a:lnTo>
                    <a:pt x="137" y="48"/>
                  </a:lnTo>
                  <a:lnTo>
                    <a:pt x="137" y="48"/>
                  </a:lnTo>
                  <a:lnTo>
                    <a:pt x="137" y="48"/>
                  </a:lnTo>
                  <a:lnTo>
                    <a:pt x="137" y="45"/>
                  </a:lnTo>
                  <a:lnTo>
                    <a:pt x="137" y="45"/>
                  </a:lnTo>
                  <a:lnTo>
                    <a:pt x="137" y="45"/>
                  </a:lnTo>
                  <a:lnTo>
                    <a:pt x="137" y="45"/>
                  </a:lnTo>
                  <a:lnTo>
                    <a:pt x="135" y="45"/>
                  </a:lnTo>
                  <a:lnTo>
                    <a:pt x="135" y="45"/>
                  </a:lnTo>
                  <a:lnTo>
                    <a:pt x="135" y="43"/>
                  </a:lnTo>
                  <a:lnTo>
                    <a:pt x="135" y="43"/>
                  </a:lnTo>
                  <a:lnTo>
                    <a:pt x="135" y="40"/>
                  </a:lnTo>
                  <a:lnTo>
                    <a:pt x="135" y="40"/>
                  </a:lnTo>
                  <a:lnTo>
                    <a:pt x="135" y="38"/>
                  </a:lnTo>
                  <a:lnTo>
                    <a:pt x="135" y="38"/>
                  </a:lnTo>
                  <a:lnTo>
                    <a:pt x="137" y="38"/>
                  </a:lnTo>
                  <a:lnTo>
                    <a:pt x="137" y="36"/>
                  </a:lnTo>
                  <a:lnTo>
                    <a:pt x="137" y="36"/>
                  </a:lnTo>
                  <a:lnTo>
                    <a:pt x="137" y="36"/>
                  </a:lnTo>
                  <a:lnTo>
                    <a:pt x="137" y="36"/>
                  </a:lnTo>
                  <a:lnTo>
                    <a:pt x="137" y="36"/>
                  </a:lnTo>
                  <a:lnTo>
                    <a:pt x="137" y="33"/>
                  </a:lnTo>
                  <a:lnTo>
                    <a:pt x="140" y="33"/>
                  </a:lnTo>
                  <a:lnTo>
                    <a:pt x="140" y="33"/>
                  </a:lnTo>
                  <a:lnTo>
                    <a:pt x="140" y="36"/>
                  </a:lnTo>
                  <a:lnTo>
                    <a:pt x="140" y="36"/>
                  </a:lnTo>
                  <a:lnTo>
                    <a:pt x="142" y="36"/>
                  </a:lnTo>
                  <a:lnTo>
                    <a:pt x="142" y="33"/>
                  </a:lnTo>
                  <a:lnTo>
                    <a:pt x="142" y="33"/>
                  </a:lnTo>
                  <a:lnTo>
                    <a:pt x="144" y="33"/>
                  </a:lnTo>
                  <a:lnTo>
                    <a:pt x="144" y="33"/>
                  </a:lnTo>
                  <a:lnTo>
                    <a:pt x="144" y="31"/>
                  </a:lnTo>
                  <a:lnTo>
                    <a:pt x="144" y="31"/>
                  </a:lnTo>
                  <a:lnTo>
                    <a:pt x="144" y="31"/>
                  </a:lnTo>
                  <a:lnTo>
                    <a:pt x="144" y="29"/>
                  </a:lnTo>
                  <a:lnTo>
                    <a:pt x="144" y="29"/>
                  </a:lnTo>
                  <a:lnTo>
                    <a:pt x="144" y="26"/>
                  </a:lnTo>
                  <a:lnTo>
                    <a:pt x="144" y="26"/>
                  </a:lnTo>
                  <a:lnTo>
                    <a:pt x="144" y="26"/>
                  </a:lnTo>
                  <a:lnTo>
                    <a:pt x="144" y="24"/>
                  </a:lnTo>
                  <a:lnTo>
                    <a:pt x="144" y="24"/>
                  </a:lnTo>
                  <a:lnTo>
                    <a:pt x="144" y="24"/>
                  </a:lnTo>
                  <a:lnTo>
                    <a:pt x="147" y="24"/>
                  </a:lnTo>
                  <a:lnTo>
                    <a:pt x="147" y="24"/>
                  </a:lnTo>
                  <a:lnTo>
                    <a:pt x="147" y="24"/>
                  </a:lnTo>
                  <a:lnTo>
                    <a:pt x="147" y="24"/>
                  </a:lnTo>
                  <a:lnTo>
                    <a:pt x="147" y="24"/>
                  </a:lnTo>
                  <a:lnTo>
                    <a:pt x="147" y="21"/>
                  </a:lnTo>
                  <a:lnTo>
                    <a:pt x="147" y="21"/>
                  </a:lnTo>
                  <a:lnTo>
                    <a:pt x="147" y="19"/>
                  </a:lnTo>
                  <a:lnTo>
                    <a:pt x="144" y="19"/>
                  </a:lnTo>
                  <a:lnTo>
                    <a:pt x="144" y="19"/>
                  </a:lnTo>
                  <a:lnTo>
                    <a:pt x="144" y="17"/>
                  </a:lnTo>
                  <a:lnTo>
                    <a:pt x="144" y="17"/>
                  </a:lnTo>
                  <a:lnTo>
                    <a:pt x="144" y="14"/>
                  </a:lnTo>
                  <a:lnTo>
                    <a:pt x="144" y="14"/>
                  </a:lnTo>
                  <a:lnTo>
                    <a:pt x="144" y="14"/>
                  </a:lnTo>
                  <a:lnTo>
                    <a:pt x="147" y="14"/>
                  </a:lnTo>
                  <a:lnTo>
                    <a:pt x="147" y="12"/>
                  </a:lnTo>
                  <a:lnTo>
                    <a:pt x="144" y="12"/>
                  </a:lnTo>
                  <a:lnTo>
                    <a:pt x="144" y="12"/>
                  </a:lnTo>
                  <a:lnTo>
                    <a:pt x="144" y="10"/>
                  </a:lnTo>
                  <a:lnTo>
                    <a:pt x="147" y="10"/>
                  </a:lnTo>
                  <a:lnTo>
                    <a:pt x="147" y="10"/>
                  </a:lnTo>
                  <a:lnTo>
                    <a:pt x="147" y="10"/>
                  </a:lnTo>
                  <a:lnTo>
                    <a:pt x="147" y="7"/>
                  </a:lnTo>
                  <a:lnTo>
                    <a:pt x="147" y="7"/>
                  </a:lnTo>
                  <a:lnTo>
                    <a:pt x="147" y="5"/>
                  </a:lnTo>
                  <a:lnTo>
                    <a:pt x="147" y="5"/>
                  </a:lnTo>
                  <a:lnTo>
                    <a:pt x="147" y="5"/>
                  </a:lnTo>
                  <a:lnTo>
                    <a:pt x="147" y="5"/>
                  </a:lnTo>
                  <a:lnTo>
                    <a:pt x="149" y="5"/>
                  </a:lnTo>
                  <a:lnTo>
                    <a:pt x="149" y="3"/>
                  </a:lnTo>
                  <a:lnTo>
                    <a:pt x="149" y="3"/>
                  </a:lnTo>
                  <a:lnTo>
                    <a:pt x="149" y="5"/>
                  </a:lnTo>
                  <a:lnTo>
                    <a:pt x="152" y="5"/>
                  </a:lnTo>
                  <a:lnTo>
                    <a:pt x="152" y="3"/>
                  </a:lnTo>
                  <a:lnTo>
                    <a:pt x="152" y="3"/>
                  </a:lnTo>
                  <a:lnTo>
                    <a:pt x="152" y="3"/>
                  </a:lnTo>
                  <a:lnTo>
                    <a:pt x="152" y="0"/>
                  </a:lnTo>
                  <a:lnTo>
                    <a:pt x="152" y="0"/>
                  </a:lnTo>
                  <a:lnTo>
                    <a:pt x="152" y="0"/>
                  </a:lnTo>
                  <a:lnTo>
                    <a:pt x="154" y="0"/>
                  </a:lnTo>
                  <a:lnTo>
                    <a:pt x="154" y="0"/>
                  </a:lnTo>
                  <a:lnTo>
                    <a:pt x="154" y="0"/>
                  </a:lnTo>
                  <a:lnTo>
                    <a:pt x="154" y="0"/>
                  </a:lnTo>
                  <a:lnTo>
                    <a:pt x="154" y="3"/>
                  </a:lnTo>
                  <a:lnTo>
                    <a:pt x="156" y="3"/>
                  </a:lnTo>
                  <a:lnTo>
                    <a:pt x="156" y="0"/>
                  </a:lnTo>
                  <a:lnTo>
                    <a:pt x="156" y="0"/>
                  </a:lnTo>
                  <a:lnTo>
                    <a:pt x="159" y="0"/>
                  </a:lnTo>
                  <a:lnTo>
                    <a:pt x="159" y="0"/>
                  </a:lnTo>
                  <a:lnTo>
                    <a:pt x="159" y="0"/>
                  </a:lnTo>
                  <a:lnTo>
                    <a:pt x="159" y="0"/>
                  </a:lnTo>
                  <a:lnTo>
                    <a:pt x="161" y="0"/>
                  </a:lnTo>
                  <a:lnTo>
                    <a:pt x="161" y="0"/>
                  </a:lnTo>
                  <a:lnTo>
                    <a:pt x="161" y="0"/>
                  </a:lnTo>
                  <a:lnTo>
                    <a:pt x="163" y="0"/>
                  </a:lnTo>
                  <a:lnTo>
                    <a:pt x="163" y="0"/>
                  </a:lnTo>
                  <a:lnTo>
                    <a:pt x="163" y="3"/>
                  </a:lnTo>
                  <a:lnTo>
                    <a:pt x="163" y="3"/>
                  </a:lnTo>
                  <a:lnTo>
                    <a:pt x="166" y="3"/>
                  </a:lnTo>
                  <a:lnTo>
                    <a:pt x="166" y="0"/>
                  </a:lnTo>
                  <a:lnTo>
                    <a:pt x="166" y="0"/>
                  </a:lnTo>
                  <a:lnTo>
                    <a:pt x="166" y="0"/>
                  </a:lnTo>
                  <a:lnTo>
                    <a:pt x="166" y="0"/>
                  </a:lnTo>
                  <a:lnTo>
                    <a:pt x="168" y="0"/>
                  </a:lnTo>
                  <a:lnTo>
                    <a:pt x="168" y="0"/>
                  </a:lnTo>
                  <a:lnTo>
                    <a:pt x="168" y="0"/>
                  </a:lnTo>
                  <a:lnTo>
                    <a:pt x="171" y="0"/>
                  </a:lnTo>
                  <a:lnTo>
                    <a:pt x="171" y="0"/>
                  </a:lnTo>
                  <a:lnTo>
                    <a:pt x="171" y="0"/>
                  </a:lnTo>
                  <a:lnTo>
                    <a:pt x="171" y="0"/>
                  </a:lnTo>
                  <a:lnTo>
                    <a:pt x="171" y="0"/>
                  </a:lnTo>
                  <a:lnTo>
                    <a:pt x="173" y="0"/>
                  </a:lnTo>
                  <a:lnTo>
                    <a:pt x="173" y="0"/>
                  </a:lnTo>
                  <a:lnTo>
                    <a:pt x="173" y="0"/>
                  </a:lnTo>
                  <a:lnTo>
                    <a:pt x="173" y="0"/>
                  </a:lnTo>
                  <a:lnTo>
                    <a:pt x="173" y="0"/>
                  </a:lnTo>
                  <a:lnTo>
                    <a:pt x="175" y="0"/>
                  </a:lnTo>
                  <a:lnTo>
                    <a:pt x="175" y="0"/>
                  </a:lnTo>
                  <a:lnTo>
                    <a:pt x="178" y="0"/>
                  </a:lnTo>
                  <a:lnTo>
                    <a:pt x="178" y="0"/>
                  </a:lnTo>
                  <a:lnTo>
                    <a:pt x="178" y="0"/>
                  </a:lnTo>
                  <a:lnTo>
                    <a:pt x="180" y="0"/>
                  </a:lnTo>
                  <a:lnTo>
                    <a:pt x="180" y="0"/>
                  </a:lnTo>
                  <a:lnTo>
                    <a:pt x="180" y="0"/>
                  </a:lnTo>
                  <a:lnTo>
                    <a:pt x="180" y="0"/>
                  </a:lnTo>
                  <a:lnTo>
                    <a:pt x="180" y="0"/>
                  </a:lnTo>
                  <a:lnTo>
                    <a:pt x="182" y="0"/>
                  </a:lnTo>
                  <a:lnTo>
                    <a:pt x="182" y="0"/>
                  </a:lnTo>
                  <a:lnTo>
                    <a:pt x="182" y="3"/>
                  </a:lnTo>
                  <a:lnTo>
                    <a:pt x="185" y="3"/>
                  </a:lnTo>
                  <a:lnTo>
                    <a:pt x="185" y="3"/>
                  </a:lnTo>
                  <a:lnTo>
                    <a:pt x="185" y="3"/>
                  </a:lnTo>
                  <a:lnTo>
                    <a:pt x="185" y="5"/>
                  </a:lnTo>
                  <a:lnTo>
                    <a:pt x="185" y="5"/>
                  </a:lnTo>
                  <a:lnTo>
                    <a:pt x="185" y="5"/>
                  </a:lnTo>
                  <a:lnTo>
                    <a:pt x="187" y="5"/>
                  </a:lnTo>
                  <a:lnTo>
                    <a:pt x="187" y="5"/>
                  </a:lnTo>
                  <a:lnTo>
                    <a:pt x="187" y="5"/>
                  </a:lnTo>
                  <a:lnTo>
                    <a:pt x="187" y="5"/>
                  </a:lnTo>
                  <a:lnTo>
                    <a:pt x="189" y="5"/>
                  </a:lnTo>
                  <a:lnTo>
                    <a:pt x="189" y="5"/>
                  </a:lnTo>
                  <a:lnTo>
                    <a:pt x="189" y="5"/>
                  </a:lnTo>
                  <a:lnTo>
                    <a:pt x="192" y="5"/>
                  </a:lnTo>
                  <a:lnTo>
                    <a:pt x="192" y="5"/>
                  </a:lnTo>
                  <a:lnTo>
                    <a:pt x="192" y="5"/>
                  </a:lnTo>
                  <a:lnTo>
                    <a:pt x="192" y="5"/>
                  </a:lnTo>
                  <a:lnTo>
                    <a:pt x="194" y="5"/>
                  </a:lnTo>
                  <a:lnTo>
                    <a:pt x="194" y="5"/>
                  </a:lnTo>
                  <a:lnTo>
                    <a:pt x="194" y="5"/>
                  </a:lnTo>
                  <a:lnTo>
                    <a:pt x="194" y="5"/>
                  </a:lnTo>
                  <a:lnTo>
                    <a:pt x="197" y="5"/>
                  </a:lnTo>
                  <a:lnTo>
                    <a:pt x="197" y="5"/>
                  </a:lnTo>
                  <a:lnTo>
                    <a:pt x="197" y="7"/>
                  </a:lnTo>
                  <a:lnTo>
                    <a:pt x="197" y="7"/>
                  </a:lnTo>
                  <a:lnTo>
                    <a:pt x="194" y="7"/>
                  </a:lnTo>
                  <a:lnTo>
                    <a:pt x="194" y="10"/>
                  </a:lnTo>
                  <a:lnTo>
                    <a:pt x="194" y="10"/>
                  </a:lnTo>
                  <a:lnTo>
                    <a:pt x="194" y="10"/>
                  </a:lnTo>
                  <a:lnTo>
                    <a:pt x="194" y="7"/>
                  </a:lnTo>
                  <a:lnTo>
                    <a:pt x="192" y="7"/>
                  </a:lnTo>
                  <a:lnTo>
                    <a:pt x="192" y="7"/>
                  </a:lnTo>
                  <a:lnTo>
                    <a:pt x="192" y="10"/>
                  </a:lnTo>
                  <a:lnTo>
                    <a:pt x="192" y="10"/>
                  </a:lnTo>
                  <a:lnTo>
                    <a:pt x="192" y="10"/>
                  </a:lnTo>
                  <a:lnTo>
                    <a:pt x="189" y="10"/>
                  </a:lnTo>
                  <a:lnTo>
                    <a:pt x="189" y="12"/>
                  </a:lnTo>
                  <a:lnTo>
                    <a:pt x="192" y="12"/>
                  </a:lnTo>
                  <a:lnTo>
                    <a:pt x="192" y="12"/>
                  </a:lnTo>
                  <a:lnTo>
                    <a:pt x="192" y="12"/>
                  </a:lnTo>
                  <a:lnTo>
                    <a:pt x="192" y="12"/>
                  </a:lnTo>
                  <a:lnTo>
                    <a:pt x="192" y="14"/>
                  </a:lnTo>
                  <a:lnTo>
                    <a:pt x="194" y="14"/>
                  </a:lnTo>
                  <a:lnTo>
                    <a:pt x="194" y="14"/>
                  </a:lnTo>
                  <a:lnTo>
                    <a:pt x="194" y="14"/>
                  </a:lnTo>
                  <a:lnTo>
                    <a:pt x="194" y="14"/>
                  </a:lnTo>
                  <a:lnTo>
                    <a:pt x="194" y="14"/>
                  </a:lnTo>
                  <a:lnTo>
                    <a:pt x="194" y="17"/>
                  </a:lnTo>
                  <a:lnTo>
                    <a:pt x="194" y="17"/>
                  </a:lnTo>
                  <a:lnTo>
                    <a:pt x="192" y="17"/>
                  </a:lnTo>
                  <a:lnTo>
                    <a:pt x="192" y="19"/>
                  </a:lnTo>
                  <a:lnTo>
                    <a:pt x="192" y="19"/>
                  </a:lnTo>
                  <a:lnTo>
                    <a:pt x="192" y="19"/>
                  </a:lnTo>
                  <a:lnTo>
                    <a:pt x="192" y="19"/>
                  </a:lnTo>
                  <a:lnTo>
                    <a:pt x="189" y="19"/>
                  </a:lnTo>
                  <a:lnTo>
                    <a:pt x="189" y="21"/>
                  </a:lnTo>
                  <a:lnTo>
                    <a:pt x="189" y="21"/>
                  </a:lnTo>
                  <a:lnTo>
                    <a:pt x="189" y="21"/>
                  </a:lnTo>
                  <a:lnTo>
                    <a:pt x="189" y="24"/>
                  </a:lnTo>
                  <a:lnTo>
                    <a:pt x="189" y="24"/>
                  </a:lnTo>
                  <a:lnTo>
                    <a:pt x="189" y="24"/>
                  </a:lnTo>
                  <a:lnTo>
                    <a:pt x="192" y="24"/>
                  </a:lnTo>
                  <a:lnTo>
                    <a:pt x="192" y="26"/>
                  </a:lnTo>
                  <a:lnTo>
                    <a:pt x="192" y="26"/>
                  </a:lnTo>
                  <a:lnTo>
                    <a:pt x="189" y="26"/>
                  </a:lnTo>
                  <a:lnTo>
                    <a:pt x="189" y="26"/>
                  </a:lnTo>
                  <a:lnTo>
                    <a:pt x="189" y="29"/>
                  </a:lnTo>
                  <a:lnTo>
                    <a:pt x="189" y="29"/>
                  </a:lnTo>
                  <a:lnTo>
                    <a:pt x="189" y="29"/>
                  </a:lnTo>
                  <a:lnTo>
                    <a:pt x="187" y="29"/>
                  </a:lnTo>
                  <a:lnTo>
                    <a:pt x="187" y="29"/>
                  </a:lnTo>
                  <a:lnTo>
                    <a:pt x="187" y="29"/>
                  </a:lnTo>
                  <a:lnTo>
                    <a:pt x="187" y="29"/>
                  </a:lnTo>
                  <a:lnTo>
                    <a:pt x="185" y="29"/>
                  </a:lnTo>
                  <a:lnTo>
                    <a:pt x="185" y="29"/>
                  </a:lnTo>
                  <a:lnTo>
                    <a:pt x="185" y="31"/>
                  </a:lnTo>
                  <a:lnTo>
                    <a:pt x="187" y="31"/>
                  </a:lnTo>
                  <a:lnTo>
                    <a:pt x="187" y="31"/>
                  </a:lnTo>
                  <a:lnTo>
                    <a:pt x="187" y="31"/>
                  </a:lnTo>
                  <a:lnTo>
                    <a:pt x="187" y="31"/>
                  </a:lnTo>
                  <a:lnTo>
                    <a:pt x="189" y="31"/>
                  </a:lnTo>
                  <a:lnTo>
                    <a:pt x="189" y="33"/>
                  </a:lnTo>
                  <a:lnTo>
                    <a:pt x="189" y="33"/>
                  </a:lnTo>
                  <a:lnTo>
                    <a:pt x="189" y="33"/>
                  </a:lnTo>
                  <a:lnTo>
                    <a:pt x="189" y="33"/>
                  </a:lnTo>
                  <a:lnTo>
                    <a:pt x="189" y="36"/>
                  </a:lnTo>
                  <a:lnTo>
                    <a:pt x="189" y="36"/>
                  </a:lnTo>
                  <a:lnTo>
                    <a:pt x="192" y="36"/>
                  </a:lnTo>
                  <a:lnTo>
                    <a:pt x="192" y="36"/>
                  </a:lnTo>
                  <a:lnTo>
                    <a:pt x="192" y="36"/>
                  </a:lnTo>
                  <a:lnTo>
                    <a:pt x="192" y="36"/>
                  </a:lnTo>
                  <a:lnTo>
                    <a:pt x="192" y="38"/>
                  </a:lnTo>
                  <a:lnTo>
                    <a:pt x="192" y="38"/>
                  </a:lnTo>
                  <a:lnTo>
                    <a:pt x="192" y="40"/>
                  </a:lnTo>
                  <a:lnTo>
                    <a:pt x="192" y="40"/>
                  </a:lnTo>
                  <a:lnTo>
                    <a:pt x="192" y="40"/>
                  </a:lnTo>
                  <a:lnTo>
                    <a:pt x="192" y="43"/>
                  </a:lnTo>
                  <a:lnTo>
                    <a:pt x="192" y="43"/>
                  </a:lnTo>
                  <a:lnTo>
                    <a:pt x="194" y="43"/>
                  </a:lnTo>
                  <a:lnTo>
                    <a:pt x="194" y="45"/>
                  </a:lnTo>
                  <a:lnTo>
                    <a:pt x="194" y="45"/>
                  </a:lnTo>
                  <a:lnTo>
                    <a:pt x="194" y="45"/>
                  </a:lnTo>
                  <a:lnTo>
                    <a:pt x="194" y="45"/>
                  </a:lnTo>
                  <a:lnTo>
                    <a:pt x="194" y="45"/>
                  </a:lnTo>
                  <a:lnTo>
                    <a:pt x="194" y="48"/>
                  </a:lnTo>
                  <a:lnTo>
                    <a:pt x="197" y="48"/>
                  </a:lnTo>
                  <a:lnTo>
                    <a:pt x="197" y="48"/>
                  </a:lnTo>
                  <a:lnTo>
                    <a:pt x="197" y="48"/>
                  </a:lnTo>
                  <a:lnTo>
                    <a:pt x="197" y="50"/>
                  </a:lnTo>
                  <a:lnTo>
                    <a:pt x="199" y="50"/>
                  </a:lnTo>
                  <a:lnTo>
                    <a:pt x="199" y="50"/>
                  </a:lnTo>
                  <a:lnTo>
                    <a:pt x="199" y="50"/>
                  </a:lnTo>
                  <a:lnTo>
                    <a:pt x="199" y="52"/>
                  </a:lnTo>
                  <a:lnTo>
                    <a:pt x="199" y="52"/>
                  </a:lnTo>
                  <a:lnTo>
                    <a:pt x="201" y="5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225"/>
            <p:cNvSpPr>
              <a:spLocks/>
            </p:cNvSpPr>
            <p:nvPr/>
          </p:nvSpPr>
          <p:spPr bwMode="auto">
            <a:xfrm>
              <a:off x="5027613" y="4197350"/>
              <a:ext cx="346075" cy="346075"/>
            </a:xfrm>
            <a:custGeom>
              <a:avLst/>
              <a:gdLst/>
              <a:ahLst/>
              <a:cxnLst>
                <a:cxn ang="0">
                  <a:pos x="197" y="64"/>
                </a:cxn>
                <a:cxn ang="0">
                  <a:pos x="208" y="74"/>
                </a:cxn>
                <a:cxn ang="0">
                  <a:pos x="218" y="85"/>
                </a:cxn>
                <a:cxn ang="0">
                  <a:pos x="206" y="90"/>
                </a:cxn>
                <a:cxn ang="0">
                  <a:pos x="194" y="90"/>
                </a:cxn>
                <a:cxn ang="0">
                  <a:pos x="187" y="104"/>
                </a:cxn>
                <a:cxn ang="0">
                  <a:pos x="187" y="121"/>
                </a:cxn>
                <a:cxn ang="0">
                  <a:pos x="187" y="133"/>
                </a:cxn>
                <a:cxn ang="0">
                  <a:pos x="175" y="142"/>
                </a:cxn>
                <a:cxn ang="0">
                  <a:pos x="163" y="154"/>
                </a:cxn>
                <a:cxn ang="0">
                  <a:pos x="166" y="164"/>
                </a:cxn>
                <a:cxn ang="0">
                  <a:pos x="161" y="178"/>
                </a:cxn>
                <a:cxn ang="0">
                  <a:pos x="161" y="194"/>
                </a:cxn>
                <a:cxn ang="0">
                  <a:pos x="161" y="206"/>
                </a:cxn>
                <a:cxn ang="0">
                  <a:pos x="154" y="216"/>
                </a:cxn>
                <a:cxn ang="0">
                  <a:pos x="149" y="204"/>
                </a:cxn>
                <a:cxn ang="0">
                  <a:pos x="135" y="213"/>
                </a:cxn>
                <a:cxn ang="0">
                  <a:pos x="126" y="213"/>
                </a:cxn>
                <a:cxn ang="0">
                  <a:pos x="118" y="199"/>
                </a:cxn>
                <a:cxn ang="0">
                  <a:pos x="104" y="199"/>
                </a:cxn>
                <a:cxn ang="0">
                  <a:pos x="97" y="194"/>
                </a:cxn>
                <a:cxn ang="0">
                  <a:pos x="90" y="192"/>
                </a:cxn>
                <a:cxn ang="0">
                  <a:pos x="78" y="199"/>
                </a:cxn>
                <a:cxn ang="0">
                  <a:pos x="66" y="202"/>
                </a:cxn>
                <a:cxn ang="0">
                  <a:pos x="64" y="187"/>
                </a:cxn>
                <a:cxn ang="0">
                  <a:pos x="55" y="185"/>
                </a:cxn>
                <a:cxn ang="0">
                  <a:pos x="40" y="187"/>
                </a:cxn>
                <a:cxn ang="0">
                  <a:pos x="29" y="185"/>
                </a:cxn>
                <a:cxn ang="0">
                  <a:pos x="26" y="183"/>
                </a:cxn>
                <a:cxn ang="0">
                  <a:pos x="26" y="166"/>
                </a:cxn>
                <a:cxn ang="0">
                  <a:pos x="26" y="152"/>
                </a:cxn>
                <a:cxn ang="0">
                  <a:pos x="21" y="140"/>
                </a:cxn>
                <a:cxn ang="0">
                  <a:pos x="12" y="138"/>
                </a:cxn>
                <a:cxn ang="0">
                  <a:pos x="7" y="126"/>
                </a:cxn>
                <a:cxn ang="0">
                  <a:pos x="7" y="109"/>
                </a:cxn>
                <a:cxn ang="0">
                  <a:pos x="2" y="95"/>
                </a:cxn>
                <a:cxn ang="0">
                  <a:pos x="2" y="81"/>
                </a:cxn>
                <a:cxn ang="0">
                  <a:pos x="10" y="67"/>
                </a:cxn>
                <a:cxn ang="0">
                  <a:pos x="17" y="64"/>
                </a:cxn>
                <a:cxn ang="0">
                  <a:pos x="24" y="76"/>
                </a:cxn>
                <a:cxn ang="0">
                  <a:pos x="36" y="88"/>
                </a:cxn>
                <a:cxn ang="0">
                  <a:pos x="50" y="85"/>
                </a:cxn>
                <a:cxn ang="0">
                  <a:pos x="64" y="85"/>
                </a:cxn>
                <a:cxn ang="0">
                  <a:pos x="73" y="74"/>
                </a:cxn>
                <a:cxn ang="0">
                  <a:pos x="88" y="71"/>
                </a:cxn>
                <a:cxn ang="0">
                  <a:pos x="100" y="78"/>
                </a:cxn>
                <a:cxn ang="0">
                  <a:pos x="111" y="74"/>
                </a:cxn>
                <a:cxn ang="0">
                  <a:pos x="123" y="74"/>
                </a:cxn>
                <a:cxn ang="0">
                  <a:pos x="128" y="59"/>
                </a:cxn>
                <a:cxn ang="0">
                  <a:pos x="137" y="48"/>
                </a:cxn>
                <a:cxn ang="0">
                  <a:pos x="140" y="33"/>
                </a:cxn>
                <a:cxn ang="0">
                  <a:pos x="147" y="24"/>
                </a:cxn>
                <a:cxn ang="0">
                  <a:pos x="147" y="5"/>
                </a:cxn>
                <a:cxn ang="0">
                  <a:pos x="156" y="0"/>
                </a:cxn>
                <a:cxn ang="0">
                  <a:pos x="171" y="0"/>
                </a:cxn>
                <a:cxn ang="0">
                  <a:pos x="185" y="3"/>
                </a:cxn>
                <a:cxn ang="0">
                  <a:pos x="197" y="7"/>
                </a:cxn>
                <a:cxn ang="0">
                  <a:pos x="194" y="14"/>
                </a:cxn>
                <a:cxn ang="0">
                  <a:pos x="189" y="29"/>
                </a:cxn>
                <a:cxn ang="0">
                  <a:pos x="192" y="36"/>
                </a:cxn>
                <a:cxn ang="0">
                  <a:pos x="199" y="50"/>
                </a:cxn>
              </a:cxnLst>
              <a:rect l="0" t="0" r="r" b="b"/>
              <a:pathLst>
                <a:path w="218" h="218">
                  <a:moveTo>
                    <a:pt x="201" y="52"/>
                  </a:moveTo>
                  <a:lnTo>
                    <a:pt x="201" y="52"/>
                  </a:lnTo>
                  <a:lnTo>
                    <a:pt x="199" y="52"/>
                  </a:lnTo>
                  <a:lnTo>
                    <a:pt x="199" y="55"/>
                  </a:lnTo>
                  <a:lnTo>
                    <a:pt x="199" y="55"/>
                  </a:lnTo>
                  <a:lnTo>
                    <a:pt x="199" y="55"/>
                  </a:lnTo>
                  <a:lnTo>
                    <a:pt x="199" y="55"/>
                  </a:lnTo>
                  <a:lnTo>
                    <a:pt x="199" y="55"/>
                  </a:lnTo>
                  <a:lnTo>
                    <a:pt x="197" y="55"/>
                  </a:lnTo>
                  <a:lnTo>
                    <a:pt x="197" y="55"/>
                  </a:lnTo>
                  <a:lnTo>
                    <a:pt x="197" y="57"/>
                  </a:lnTo>
                  <a:lnTo>
                    <a:pt x="197" y="57"/>
                  </a:lnTo>
                  <a:lnTo>
                    <a:pt x="194" y="57"/>
                  </a:lnTo>
                  <a:lnTo>
                    <a:pt x="194" y="59"/>
                  </a:lnTo>
                  <a:lnTo>
                    <a:pt x="194" y="59"/>
                  </a:lnTo>
                  <a:lnTo>
                    <a:pt x="194" y="62"/>
                  </a:lnTo>
                  <a:lnTo>
                    <a:pt x="197" y="62"/>
                  </a:lnTo>
                  <a:lnTo>
                    <a:pt x="197" y="62"/>
                  </a:lnTo>
                  <a:lnTo>
                    <a:pt x="197" y="64"/>
                  </a:lnTo>
                  <a:lnTo>
                    <a:pt x="194" y="64"/>
                  </a:lnTo>
                  <a:lnTo>
                    <a:pt x="194" y="64"/>
                  </a:lnTo>
                  <a:lnTo>
                    <a:pt x="197" y="64"/>
                  </a:lnTo>
                  <a:lnTo>
                    <a:pt x="197" y="64"/>
                  </a:lnTo>
                  <a:lnTo>
                    <a:pt x="197" y="64"/>
                  </a:lnTo>
                  <a:lnTo>
                    <a:pt x="199" y="64"/>
                  </a:lnTo>
                  <a:lnTo>
                    <a:pt x="199" y="64"/>
                  </a:lnTo>
                  <a:lnTo>
                    <a:pt x="199" y="67"/>
                  </a:lnTo>
                  <a:lnTo>
                    <a:pt x="199" y="67"/>
                  </a:lnTo>
                  <a:lnTo>
                    <a:pt x="199" y="67"/>
                  </a:lnTo>
                  <a:lnTo>
                    <a:pt x="199" y="69"/>
                  </a:lnTo>
                  <a:lnTo>
                    <a:pt x="201" y="69"/>
                  </a:lnTo>
                  <a:lnTo>
                    <a:pt x="201" y="69"/>
                  </a:lnTo>
                  <a:lnTo>
                    <a:pt x="201" y="69"/>
                  </a:lnTo>
                  <a:lnTo>
                    <a:pt x="201" y="69"/>
                  </a:lnTo>
                  <a:lnTo>
                    <a:pt x="201" y="71"/>
                  </a:lnTo>
                  <a:lnTo>
                    <a:pt x="204" y="71"/>
                  </a:lnTo>
                  <a:lnTo>
                    <a:pt x="204" y="71"/>
                  </a:lnTo>
                  <a:lnTo>
                    <a:pt x="204" y="71"/>
                  </a:lnTo>
                  <a:lnTo>
                    <a:pt x="206" y="71"/>
                  </a:lnTo>
                  <a:lnTo>
                    <a:pt x="206" y="71"/>
                  </a:lnTo>
                  <a:lnTo>
                    <a:pt x="206" y="74"/>
                  </a:lnTo>
                  <a:lnTo>
                    <a:pt x="206" y="74"/>
                  </a:lnTo>
                  <a:lnTo>
                    <a:pt x="208" y="74"/>
                  </a:lnTo>
                  <a:lnTo>
                    <a:pt x="208" y="74"/>
                  </a:lnTo>
                  <a:lnTo>
                    <a:pt x="208" y="74"/>
                  </a:lnTo>
                  <a:lnTo>
                    <a:pt x="208" y="74"/>
                  </a:lnTo>
                  <a:lnTo>
                    <a:pt x="211" y="74"/>
                  </a:lnTo>
                  <a:lnTo>
                    <a:pt x="211" y="76"/>
                  </a:lnTo>
                  <a:lnTo>
                    <a:pt x="211" y="76"/>
                  </a:lnTo>
                  <a:lnTo>
                    <a:pt x="211" y="76"/>
                  </a:lnTo>
                  <a:lnTo>
                    <a:pt x="211" y="76"/>
                  </a:lnTo>
                  <a:lnTo>
                    <a:pt x="211" y="78"/>
                  </a:lnTo>
                  <a:lnTo>
                    <a:pt x="213" y="78"/>
                  </a:lnTo>
                  <a:lnTo>
                    <a:pt x="213" y="78"/>
                  </a:lnTo>
                  <a:lnTo>
                    <a:pt x="213" y="78"/>
                  </a:lnTo>
                  <a:lnTo>
                    <a:pt x="213" y="78"/>
                  </a:lnTo>
                  <a:lnTo>
                    <a:pt x="213" y="81"/>
                  </a:lnTo>
                  <a:lnTo>
                    <a:pt x="213" y="81"/>
                  </a:lnTo>
                  <a:lnTo>
                    <a:pt x="216" y="81"/>
                  </a:lnTo>
                  <a:lnTo>
                    <a:pt x="216" y="83"/>
                  </a:lnTo>
                  <a:lnTo>
                    <a:pt x="216" y="83"/>
                  </a:lnTo>
                  <a:lnTo>
                    <a:pt x="216" y="83"/>
                  </a:lnTo>
                  <a:lnTo>
                    <a:pt x="218" y="83"/>
                  </a:lnTo>
                  <a:lnTo>
                    <a:pt x="218" y="83"/>
                  </a:lnTo>
                  <a:lnTo>
                    <a:pt x="218" y="83"/>
                  </a:lnTo>
                  <a:lnTo>
                    <a:pt x="218" y="85"/>
                  </a:lnTo>
                  <a:lnTo>
                    <a:pt x="218" y="85"/>
                  </a:lnTo>
                  <a:lnTo>
                    <a:pt x="218" y="85"/>
                  </a:lnTo>
                  <a:lnTo>
                    <a:pt x="218" y="88"/>
                  </a:lnTo>
                  <a:lnTo>
                    <a:pt x="218" y="88"/>
                  </a:lnTo>
                  <a:lnTo>
                    <a:pt x="218" y="88"/>
                  </a:lnTo>
                  <a:lnTo>
                    <a:pt x="218" y="88"/>
                  </a:lnTo>
                  <a:lnTo>
                    <a:pt x="216" y="88"/>
                  </a:lnTo>
                  <a:lnTo>
                    <a:pt x="216" y="90"/>
                  </a:lnTo>
                  <a:lnTo>
                    <a:pt x="216" y="90"/>
                  </a:lnTo>
                  <a:lnTo>
                    <a:pt x="216" y="90"/>
                  </a:lnTo>
                  <a:lnTo>
                    <a:pt x="213" y="90"/>
                  </a:lnTo>
                  <a:lnTo>
                    <a:pt x="213" y="90"/>
                  </a:lnTo>
                  <a:lnTo>
                    <a:pt x="213" y="90"/>
                  </a:lnTo>
                  <a:lnTo>
                    <a:pt x="211" y="90"/>
                  </a:lnTo>
                  <a:lnTo>
                    <a:pt x="211" y="90"/>
                  </a:lnTo>
                  <a:lnTo>
                    <a:pt x="211" y="90"/>
                  </a:lnTo>
                  <a:lnTo>
                    <a:pt x="211" y="90"/>
                  </a:lnTo>
                  <a:lnTo>
                    <a:pt x="211" y="90"/>
                  </a:lnTo>
                  <a:lnTo>
                    <a:pt x="208" y="90"/>
                  </a:lnTo>
                  <a:lnTo>
                    <a:pt x="208" y="90"/>
                  </a:lnTo>
                  <a:lnTo>
                    <a:pt x="206" y="90"/>
                  </a:lnTo>
                  <a:lnTo>
                    <a:pt x="206" y="90"/>
                  </a:lnTo>
                  <a:lnTo>
                    <a:pt x="206" y="90"/>
                  </a:lnTo>
                  <a:lnTo>
                    <a:pt x="204" y="90"/>
                  </a:lnTo>
                  <a:lnTo>
                    <a:pt x="204" y="90"/>
                  </a:lnTo>
                  <a:lnTo>
                    <a:pt x="204" y="90"/>
                  </a:lnTo>
                  <a:lnTo>
                    <a:pt x="201" y="90"/>
                  </a:lnTo>
                  <a:lnTo>
                    <a:pt x="201" y="90"/>
                  </a:lnTo>
                  <a:lnTo>
                    <a:pt x="201" y="90"/>
                  </a:lnTo>
                  <a:lnTo>
                    <a:pt x="201" y="88"/>
                  </a:lnTo>
                  <a:lnTo>
                    <a:pt x="199" y="88"/>
                  </a:lnTo>
                  <a:lnTo>
                    <a:pt x="199" y="88"/>
                  </a:lnTo>
                  <a:lnTo>
                    <a:pt x="199" y="88"/>
                  </a:lnTo>
                  <a:lnTo>
                    <a:pt x="199" y="90"/>
                  </a:lnTo>
                  <a:lnTo>
                    <a:pt x="199" y="90"/>
                  </a:lnTo>
                  <a:lnTo>
                    <a:pt x="199" y="90"/>
                  </a:lnTo>
                  <a:lnTo>
                    <a:pt x="199" y="93"/>
                  </a:lnTo>
                  <a:lnTo>
                    <a:pt x="199" y="93"/>
                  </a:lnTo>
                  <a:lnTo>
                    <a:pt x="199" y="93"/>
                  </a:lnTo>
                  <a:lnTo>
                    <a:pt x="197" y="93"/>
                  </a:lnTo>
                  <a:lnTo>
                    <a:pt x="197" y="93"/>
                  </a:lnTo>
                  <a:lnTo>
                    <a:pt x="197" y="93"/>
                  </a:lnTo>
                  <a:lnTo>
                    <a:pt x="197" y="90"/>
                  </a:lnTo>
                  <a:lnTo>
                    <a:pt x="194" y="90"/>
                  </a:lnTo>
                  <a:lnTo>
                    <a:pt x="194" y="90"/>
                  </a:lnTo>
                  <a:lnTo>
                    <a:pt x="194" y="90"/>
                  </a:lnTo>
                  <a:lnTo>
                    <a:pt x="194" y="93"/>
                  </a:lnTo>
                  <a:lnTo>
                    <a:pt x="192" y="93"/>
                  </a:lnTo>
                  <a:lnTo>
                    <a:pt x="192" y="93"/>
                  </a:lnTo>
                  <a:lnTo>
                    <a:pt x="192" y="93"/>
                  </a:lnTo>
                  <a:lnTo>
                    <a:pt x="192" y="95"/>
                  </a:lnTo>
                  <a:lnTo>
                    <a:pt x="192" y="95"/>
                  </a:lnTo>
                  <a:lnTo>
                    <a:pt x="192" y="95"/>
                  </a:lnTo>
                  <a:lnTo>
                    <a:pt x="192" y="95"/>
                  </a:lnTo>
                  <a:lnTo>
                    <a:pt x="189" y="95"/>
                  </a:lnTo>
                  <a:lnTo>
                    <a:pt x="189" y="97"/>
                  </a:lnTo>
                  <a:lnTo>
                    <a:pt x="189" y="97"/>
                  </a:lnTo>
                  <a:lnTo>
                    <a:pt x="189" y="97"/>
                  </a:lnTo>
                  <a:lnTo>
                    <a:pt x="189" y="100"/>
                  </a:lnTo>
                  <a:lnTo>
                    <a:pt x="189" y="100"/>
                  </a:lnTo>
                  <a:lnTo>
                    <a:pt x="189" y="102"/>
                  </a:lnTo>
                  <a:lnTo>
                    <a:pt x="187" y="102"/>
                  </a:lnTo>
                  <a:lnTo>
                    <a:pt x="187" y="102"/>
                  </a:lnTo>
                  <a:lnTo>
                    <a:pt x="187" y="104"/>
                  </a:lnTo>
                  <a:lnTo>
                    <a:pt x="187" y="104"/>
                  </a:lnTo>
                  <a:lnTo>
                    <a:pt x="187" y="104"/>
                  </a:lnTo>
                  <a:lnTo>
                    <a:pt x="187" y="104"/>
                  </a:lnTo>
                  <a:lnTo>
                    <a:pt x="187" y="107"/>
                  </a:lnTo>
                  <a:lnTo>
                    <a:pt x="187" y="107"/>
                  </a:lnTo>
                  <a:lnTo>
                    <a:pt x="187" y="107"/>
                  </a:lnTo>
                  <a:lnTo>
                    <a:pt x="187" y="109"/>
                  </a:lnTo>
                  <a:lnTo>
                    <a:pt x="187" y="109"/>
                  </a:lnTo>
                  <a:lnTo>
                    <a:pt x="187" y="109"/>
                  </a:lnTo>
                  <a:lnTo>
                    <a:pt x="187" y="112"/>
                  </a:lnTo>
                  <a:lnTo>
                    <a:pt x="187" y="112"/>
                  </a:lnTo>
                  <a:lnTo>
                    <a:pt x="187" y="114"/>
                  </a:lnTo>
                  <a:lnTo>
                    <a:pt x="187" y="114"/>
                  </a:lnTo>
                  <a:lnTo>
                    <a:pt x="187" y="114"/>
                  </a:lnTo>
                  <a:lnTo>
                    <a:pt x="187" y="114"/>
                  </a:lnTo>
                  <a:lnTo>
                    <a:pt x="185" y="114"/>
                  </a:lnTo>
                  <a:lnTo>
                    <a:pt x="185" y="116"/>
                  </a:lnTo>
                  <a:lnTo>
                    <a:pt x="185" y="116"/>
                  </a:lnTo>
                  <a:lnTo>
                    <a:pt x="185" y="119"/>
                  </a:lnTo>
                  <a:lnTo>
                    <a:pt x="187" y="119"/>
                  </a:lnTo>
                  <a:lnTo>
                    <a:pt x="187" y="119"/>
                  </a:lnTo>
                  <a:lnTo>
                    <a:pt x="187" y="119"/>
                  </a:lnTo>
                  <a:lnTo>
                    <a:pt x="187" y="119"/>
                  </a:lnTo>
                  <a:lnTo>
                    <a:pt x="187" y="121"/>
                  </a:lnTo>
                  <a:lnTo>
                    <a:pt x="189" y="121"/>
                  </a:lnTo>
                  <a:lnTo>
                    <a:pt x="189" y="121"/>
                  </a:lnTo>
                  <a:lnTo>
                    <a:pt x="189" y="121"/>
                  </a:lnTo>
                  <a:lnTo>
                    <a:pt x="189" y="123"/>
                  </a:lnTo>
                  <a:lnTo>
                    <a:pt x="189" y="123"/>
                  </a:lnTo>
                  <a:lnTo>
                    <a:pt x="189" y="123"/>
                  </a:lnTo>
                  <a:lnTo>
                    <a:pt x="189" y="123"/>
                  </a:lnTo>
                  <a:lnTo>
                    <a:pt x="189" y="126"/>
                  </a:lnTo>
                  <a:lnTo>
                    <a:pt x="187" y="126"/>
                  </a:lnTo>
                  <a:lnTo>
                    <a:pt x="187" y="126"/>
                  </a:lnTo>
                  <a:lnTo>
                    <a:pt x="187" y="128"/>
                  </a:lnTo>
                  <a:lnTo>
                    <a:pt x="187" y="128"/>
                  </a:lnTo>
                  <a:lnTo>
                    <a:pt x="187" y="128"/>
                  </a:lnTo>
                  <a:lnTo>
                    <a:pt x="187" y="128"/>
                  </a:lnTo>
                  <a:lnTo>
                    <a:pt x="189" y="128"/>
                  </a:lnTo>
                  <a:lnTo>
                    <a:pt x="189" y="130"/>
                  </a:lnTo>
                  <a:lnTo>
                    <a:pt x="189" y="130"/>
                  </a:lnTo>
                  <a:lnTo>
                    <a:pt x="187" y="130"/>
                  </a:lnTo>
                  <a:lnTo>
                    <a:pt x="187" y="133"/>
                  </a:lnTo>
                  <a:lnTo>
                    <a:pt x="187" y="133"/>
                  </a:lnTo>
                  <a:lnTo>
                    <a:pt x="187" y="133"/>
                  </a:lnTo>
                  <a:lnTo>
                    <a:pt x="187" y="133"/>
                  </a:lnTo>
                  <a:lnTo>
                    <a:pt x="185" y="133"/>
                  </a:lnTo>
                  <a:lnTo>
                    <a:pt x="185" y="133"/>
                  </a:lnTo>
                  <a:lnTo>
                    <a:pt x="185" y="133"/>
                  </a:lnTo>
                  <a:lnTo>
                    <a:pt x="185" y="133"/>
                  </a:lnTo>
                  <a:lnTo>
                    <a:pt x="182" y="133"/>
                  </a:lnTo>
                  <a:lnTo>
                    <a:pt x="182" y="133"/>
                  </a:lnTo>
                  <a:lnTo>
                    <a:pt x="180" y="133"/>
                  </a:lnTo>
                  <a:lnTo>
                    <a:pt x="180" y="135"/>
                  </a:lnTo>
                  <a:lnTo>
                    <a:pt x="180" y="135"/>
                  </a:lnTo>
                  <a:lnTo>
                    <a:pt x="180" y="135"/>
                  </a:lnTo>
                  <a:lnTo>
                    <a:pt x="180" y="135"/>
                  </a:lnTo>
                  <a:lnTo>
                    <a:pt x="180" y="138"/>
                  </a:lnTo>
                  <a:lnTo>
                    <a:pt x="178" y="138"/>
                  </a:lnTo>
                  <a:lnTo>
                    <a:pt x="178" y="138"/>
                  </a:lnTo>
                  <a:lnTo>
                    <a:pt x="178" y="138"/>
                  </a:lnTo>
                  <a:lnTo>
                    <a:pt x="178" y="140"/>
                  </a:lnTo>
                  <a:lnTo>
                    <a:pt x="178" y="140"/>
                  </a:lnTo>
                  <a:lnTo>
                    <a:pt x="178" y="140"/>
                  </a:lnTo>
                  <a:lnTo>
                    <a:pt x="178" y="142"/>
                  </a:lnTo>
                  <a:lnTo>
                    <a:pt x="175" y="142"/>
                  </a:lnTo>
                  <a:lnTo>
                    <a:pt x="175" y="142"/>
                  </a:lnTo>
                  <a:lnTo>
                    <a:pt x="175" y="142"/>
                  </a:lnTo>
                  <a:lnTo>
                    <a:pt x="175" y="145"/>
                  </a:lnTo>
                  <a:lnTo>
                    <a:pt x="173" y="145"/>
                  </a:lnTo>
                  <a:lnTo>
                    <a:pt x="173" y="145"/>
                  </a:lnTo>
                  <a:lnTo>
                    <a:pt x="173" y="145"/>
                  </a:lnTo>
                  <a:lnTo>
                    <a:pt x="171" y="145"/>
                  </a:lnTo>
                  <a:lnTo>
                    <a:pt x="171" y="145"/>
                  </a:lnTo>
                  <a:lnTo>
                    <a:pt x="171" y="145"/>
                  </a:lnTo>
                  <a:lnTo>
                    <a:pt x="171" y="145"/>
                  </a:lnTo>
                  <a:lnTo>
                    <a:pt x="171" y="147"/>
                  </a:lnTo>
                  <a:lnTo>
                    <a:pt x="171" y="147"/>
                  </a:lnTo>
                  <a:lnTo>
                    <a:pt x="168" y="147"/>
                  </a:lnTo>
                  <a:lnTo>
                    <a:pt x="168" y="147"/>
                  </a:lnTo>
                  <a:lnTo>
                    <a:pt x="168" y="147"/>
                  </a:lnTo>
                  <a:lnTo>
                    <a:pt x="166" y="147"/>
                  </a:lnTo>
                  <a:lnTo>
                    <a:pt x="166" y="149"/>
                  </a:lnTo>
                  <a:lnTo>
                    <a:pt x="166" y="149"/>
                  </a:lnTo>
                  <a:lnTo>
                    <a:pt x="166" y="152"/>
                  </a:lnTo>
                  <a:lnTo>
                    <a:pt x="166" y="152"/>
                  </a:lnTo>
                  <a:lnTo>
                    <a:pt x="166" y="152"/>
                  </a:lnTo>
                  <a:lnTo>
                    <a:pt x="166" y="154"/>
                  </a:lnTo>
                  <a:lnTo>
                    <a:pt x="166" y="154"/>
                  </a:lnTo>
                  <a:lnTo>
                    <a:pt x="163" y="154"/>
                  </a:lnTo>
                  <a:lnTo>
                    <a:pt x="163" y="154"/>
                  </a:lnTo>
                  <a:lnTo>
                    <a:pt x="163" y="154"/>
                  </a:lnTo>
                  <a:lnTo>
                    <a:pt x="161" y="154"/>
                  </a:lnTo>
                  <a:lnTo>
                    <a:pt x="161" y="154"/>
                  </a:lnTo>
                  <a:lnTo>
                    <a:pt x="161" y="154"/>
                  </a:lnTo>
                  <a:lnTo>
                    <a:pt x="161" y="154"/>
                  </a:lnTo>
                  <a:lnTo>
                    <a:pt x="163" y="154"/>
                  </a:lnTo>
                  <a:lnTo>
                    <a:pt x="163" y="154"/>
                  </a:lnTo>
                  <a:lnTo>
                    <a:pt x="163" y="157"/>
                  </a:lnTo>
                  <a:lnTo>
                    <a:pt x="163" y="157"/>
                  </a:lnTo>
                  <a:lnTo>
                    <a:pt x="163" y="159"/>
                  </a:lnTo>
                  <a:lnTo>
                    <a:pt x="166" y="159"/>
                  </a:lnTo>
                  <a:lnTo>
                    <a:pt x="166" y="159"/>
                  </a:lnTo>
                  <a:lnTo>
                    <a:pt x="166" y="161"/>
                  </a:lnTo>
                  <a:lnTo>
                    <a:pt x="163" y="161"/>
                  </a:lnTo>
                  <a:lnTo>
                    <a:pt x="163" y="161"/>
                  </a:lnTo>
                  <a:lnTo>
                    <a:pt x="166" y="161"/>
                  </a:lnTo>
                  <a:lnTo>
                    <a:pt x="166" y="164"/>
                  </a:lnTo>
                  <a:lnTo>
                    <a:pt x="166" y="164"/>
                  </a:lnTo>
                  <a:lnTo>
                    <a:pt x="166" y="164"/>
                  </a:lnTo>
                  <a:lnTo>
                    <a:pt x="166" y="164"/>
                  </a:lnTo>
                  <a:lnTo>
                    <a:pt x="166" y="164"/>
                  </a:lnTo>
                  <a:lnTo>
                    <a:pt x="166" y="166"/>
                  </a:lnTo>
                  <a:lnTo>
                    <a:pt x="168" y="166"/>
                  </a:lnTo>
                  <a:lnTo>
                    <a:pt x="168" y="166"/>
                  </a:lnTo>
                  <a:lnTo>
                    <a:pt x="168" y="168"/>
                  </a:lnTo>
                  <a:lnTo>
                    <a:pt x="168" y="168"/>
                  </a:lnTo>
                  <a:lnTo>
                    <a:pt x="166" y="168"/>
                  </a:lnTo>
                  <a:lnTo>
                    <a:pt x="166" y="171"/>
                  </a:lnTo>
                  <a:lnTo>
                    <a:pt x="166" y="171"/>
                  </a:lnTo>
                  <a:lnTo>
                    <a:pt x="166" y="173"/>
                  </a:lnTo>
                  <a:lnTo>
                    <a:pt x="166" y="173"/>
                  </a:lnTo>
                  <a:lnTo>
                    <a:pt x="166" y="173"/>
                  </a:lnTo>
                  <a:lnTo>
                    <a:pt x="166" y="173"/>
                  </a:lnTo>
                  <a:lnTo>
                    <a:pt x="166" y="176"/>
                  </a:lnTo>
                  <a:lnTo>
                    <a:pt x="166" y="176"/>
                  </a:lnTo>
                  <a:lnTo>
                    <a:pt x="166" y="176"/>
                  </a:lnTo>
                  <a:lnTo>
                    <a:pt x="163" y="176"/>
                  </a:lnTo>
                  <a:lnTo>
                    <a:pt x="163" y="176"/>
                  </a:lnTo>
                  <a:lnTo>
                    <a:pt x="163" y="176"/>
                  </a:lnTo>
                  <a:lnTo>
                    <a:pt x="163" y="176"/>
                  </a:lnTo>
                  <a:lnTo>
                    <a:pt x="163" y="178"/>
                  </a:lnTo>
                  <a:lnTo>
                    <a:pt x="163" y="178"/>
                  </a:lnTo>
                  <a:lnTo>
                    <a:pt x="161" y="178"/>
                  </a:lnTo>
                  <a:lnTo>
                    <a:pt x="161" y="180"/>
                  </a:lnTo>
                  <a:lnTo>
                    <a:pt x="161" y="180"/>
                  </a:lnTo>
                  <a:lnTo>
                    <a:pt x="161" y="183"/>
                  </a:lnTo>
                  <a:lnTo>
                    <a:pt x="161" y="183"/>
                  </a:lnTo>
                  <a:lnTo>
                    <a:pt x="161" y="183"/>
                  </a:lnTo>
                  <a:lnTo>
                    <a:pt x="161" y="185"/>
                  </a:lnTo>
                  <a:lnTo>
                    <a:pt x="161" y="185"/>
                  </a:lnTo>
                  <a:lnTo>
                    <a:pt x="161" y="185"/>
                  </a:lnTo>
                  <a:lnTo>
                    <a:pt x="161" y="187"/>
                  </a:lnTo>
                  <a:lnTo>
                    <a:pt x="161" y="187"/>
                  </a:lnTo>
                  <a:lnTo>
                    <a:pt x="161" y="187"/>
                  </a:lnTo>
                  <a:lnTo>
                    <a:pt x="161" y="190"/>
                  </a:lnTo>
                  <a:lnTo>
                    <a:pt x="161" y="190"/>
                  </a:lnTo>
                  <a:lnTo>
                    <a:pt x="161" y="192"/>
                  </a:lnTo>
                  <a:lnTo>
                    <a:pt x="159" y="192"/>
                  </a:lnTo>
                  <a:lnTo>
                    <a:pt x="159" y="192"/>
                  </a:lnTo>
                  <a:lnTo>
                    <a:pt x="159" y="192"/>
                  </a:lnTo>
                  <a:lnTo>
                    <a:pt x="159" y="192"/>
                  </a:lnTo>
                  <a:lnTo>
                    <a:pt x="161" y="192"/>
                  </a:lnTo>
                  <a:lnTo>
                    <a:pt x="161" y="192"/>
                  </a:lnTo>
                  <a:lnTo>
                    <a:pt x="161" y="194"/>
                  </a:lnTo>
                  <a:lnTo>
                    <a:pt x="161" y="194"/>
                  </a:lnTo>
                  <a:lnTo>
                    <a:pt x="161" y="197"/>
                  </a:lnTo>
                  <a:lnTo>
                    <a:pt x="161" y="197"/>
                  </a:lnTo>
                  <a:lnTo>
                    <a:pt x="161" y="197"/>
                  </a:lnTo>
                  <a:lnTo>
                    <a:pt x="161" y="197"/>
                  </a:lnTo>
                  <a:lnTo>
                    <a:pt x="161" y="197"/>
                  </a:lnTo>
                  <a:lnTo>
                    <a:pt x="161" y="194"/>
                  </a:lnTo>
                  <a:lnTo>
                    <a:pt x="163" y="194"/>
                  </a:lnTo>
                  <a:lnTo>
                    <a:pt x="163" y="194"/>
                  </a:lnTo>
                  <a:lnTo>
                    <a:pt x="163" y="197"/>
                  </a:lnTo>
                  <a:lnTo>
                    <a:pt x="163" y="197"/>
                  </a:lnTo>
                  <a:lnTo>
                    <a:pt x="163" y="199"/>
                  </a:lnTo>
                  <a:lnTo>
                    <a:pt x="163" y="199"/>
                  </a:lnTo>
                  <a:lnTo>
                    <a:pt x="163" y="199"/>
                  </a:lnTo>
                  <a:lnTo>
                    <a:pt x="163" y="202"/>
                  </a:lnTo>
                  <a:lnTo>
                    <a:pt x="163" y="202"/>
                  </a:lnTo>
                  <a:lnTo>
                    <a:pt x="163" y="204"/>
                  </a:lnTo>
                  <a:lnTo>
                    <a:pt x="163" y="204"/>
                  </a:lnTo>
                  <a:lnTo>
                    <a:pt x="161" y="204"/>
                  </a:lnTo>
                  <a:lnTo>
                    <a:pt x="161" y="204"/>
                  </a:lnTo>
                  <a:lnTo>
                    <a:pt x="161" y="206"/>
                  </a:lnTo>
                  <a:lnTo>
                    <a:pt x="161" y="206"/>
                  </a:lnTo>
                  <a:lnTo>
                    <a:pt x="161" y="206"/>
                  </a:lnTo>
                  <a:lnTo>
                    <a:pt x="161" y="206"/>
                  </a:lnTo>
                  <a:lnTo>
                    <a:pt x="161" y="209"/>
                  </a:lnTo>
                  <a:lnTo>
                    <a:pt x="161" y="209"/>
                  </a:lnTo>
                  <a:lnTo>
                    <a:pt x="161" y="209"/>
                  </a:lnTo>
                  <a:lnTo>
                    <a:pt x="161" y="211"/>
                  </a:lnTo>
                  <a:lnTo>
                    <a:pt x="161" y="211"/>
                  </a:lnTo>
                  <a:lnTo>
                    <a:pt x="161" y="211"/>
                  </a:lnTo>
                  <a:lnTo>
                    <a:pt x="159" y="211"/>
                  </a:lnTo>
                  <a:lnTo>
                    <a:pt x="159" y="213"/>
                  </a:lnTo>
                  <a:lnTo>
                    <a:pt x="159" y="213"/>
                  </a:lnTo>
                  <a:lnTo>
                    <a:pt x="159" y="213"/>
                  </a:lnTo>
                  <a:lnTo>
                    <a:pt x="159" y="213"/>
                  </a:lnTo>
                  <a:lnTo>
                    <a:pt x="159" y="213"/>
                  </a:lnTo>
                  <a:lnTo>
                    <a:pt x="159" y="216"/>
                  </a:lnTo>
                  <a:lnTo>
                    <a:pt x="159" y="216"/>
                  </a:lnTo>
                  <a:lnTo>
                    <a:pt x="159" y="216"/>
                  </a:lnTo>
                  <a:lnTo>
                    <a:pt x="159" y="213"/>
                  </a:lnTo>
                  <a:lnTo>
                    <a:pt x="156" y="213"/>
                  </a:lnTo>
                  <a:lnTo>
                    <a:pt x="156" y="216"/>
                  </a:lnTo>
                  <a:lnTo>
                    <a:pt x="156" y="216"/>
                  </a:lnTo>
                  <a:lnTo>
                    <a:pt x="154" y="216"/>
                  </a:lnTo>
                  <a:lnTo>
                    <a:pt x="154" y="216"/>
                  </a:lnTo>
                  <a:lnTo>
                    <a:pt x="154" y="213"/>
                  </a:lnTo>
                  <a:lnTo>
                    <a:pt x="154" y="213"/>
                  </a:lnTo>
                  <a:lnTo>
                    <a:pt x="154" y="213"/>
                  </a:lnTo>
                  <a:lnTo>
                    <a:pt x="154" y="213"/>
                  </a:lnTo>
                  <a:lnTo>
                    <a:pt x="154" y="211"/>
                  </a:lnTo>
                  <a:lnTo>
                    <a:pt x="154" y="211"/>
                  </a:lnTo>
                  <a:lnTo>
                    <a:pt x="154" y="209"/>
                  </a:lnTo>
                  <a:lnTo>
                    <a:pt x="154" y="209"/>
                  </a:lnTo>
                  <a:lnTo>
                    <a:pt x="154" y="206"/>
                  </a:lnTo>
                  <a:lnTo>
                    <a:pt x="154" y="206"/>
                  </a:lnTo>
                  <a:lnTo>
                    <a:pt x="154" y="206"/>
                  </a:lnTo>
                  <a:lnTo>
                    <a:pt x="154" y="204"/>
                  </a:lnTo>
                  <a:lnTo>
                    <a:pt x="154" y="204"/>
                  </a:lnTo>
                  <a:lnTo>
                    <a:pt x="154" y="204"/>
                  </a:lnTo>
                  <a:lnTo>
                    <a:pt x="154" y="204"/>
                  </a:lnTo>
                  <a:lnTo>
                    <a:pt x="152" y="204"/>
                  </a:lnTo>
                  <a:lnTo>
                    <a:pt x="152" y="204"/>
                  </a:lnTo>
                  <a:lnTo>
                    <a:pt x="152" y="204"/>
                  </a:lnTo>
                  <a:lnTo>
                    <a:pt x="152" y="204"/>
                  </a:lnTo>
                  <a:lnTo>
                    <a:pt x="152" y="204"/>
                  </a:lnTo>
                  <a:lnTo>
                    <a:pt x="149" y="204"/>
                  </a:lnTo>
                  <a:lnTo>
                    <a:pt x="149" y="204"/>
                  </a:lnTo>
                  <a:lnTo>
                    <a:pt x="149" y="206"/>
                  </a:lnTo>
                  <a:lnTo>
                    <a:pt x="147" y="206"/>
                  </a:lnTo>
                  <a:lnTo>
                    <a:pt x="147" y="206"/>
                  </a:lnTo>
                  <a:lnTo>
                    <a:pt x="147" y="206"/>
                  </a:lnTo>
                  <a:lnTo>
                    <a:pt x="147" y="206"/>
                  </a:lnTo>
                  <a:lnTo>
                    <a:pt x="144" y="206"/>
                  </a:lnTo>
                  <a:lnTo>
                    <a:pt x="144" y="209"/>
                  </a:lnTo>
                  <a:lnTo>
                    <a:pt x="144" y="209"/>
                  </a:lnTo>
                  <a:lnTo>
                    <a:pt x="144" y="209"/>
                  </a:lnTo>
                  <a:lnTo>
                    <a:pt x="142" y="209"/>
                  </a:lnTo>
                  <a:lnTo>
                    <a:pt x="142" y="209"/>
                  </a:lnTo>
                  <a:lnTo>
                    <a:pt x="142" y="209"/>
                  </a:lnTo>
                  <a:lnTo>
                    <a:pt x="140" y="209"/>
                  </a:lnTo>
                  <a:lnTo>
                    <a:pt x="140" y="211"/>
                  </a:lnTo>
                  <a:lnTo>
                    <a:pt x="140" y="211"/>
                  </a:lnTo>
                  <a:lnTo>
                    <a:pt x="140" y="211"/>
                  </a:lnTo>
                  <a:lnTo>
                    <a:pt x="137" y="211"/>
                  </a:lnTo>
                  <a:lnTo>
                    <a:pt x="137" y="211"/>
                  </a:lnTo>
                  <a:lnTo>
                    <a:pt x="137" y="211"/>
                  </a:lnTo>
                  <a:lnTo>
                    <a:pt x="137" y="211"/>
                  </a:lnTo>
                  <a:lnTo>
                    <a:pt x="137" y="213"/>
                  </a:lnTo>
                  <a:lnTo>
                    <a:pt x="135" y="213"/>
                  </a:lnTo>
                  <a:lnTo>
                    <a:pt x="135" y="213"/>
                  </a:lnTo>
                  <a:lnTo>
                    <a:pt x="133" y="213"/>
                  </a:lnTo>
                  <a:lnTo>
                    <a:pt x="133" y="213"/>
                  </a:lnTo>
                  <a:lnTo>
                    <a:pt x="133" y="213"/>
                  </a:lnTo>
                  <a:lnTo>
                    <a:pt x="133" y="213"/>
                  </a:lnTo>
                  <a:lnTo>
                    <a:pt x="133" y="213"/>
                  </a:lnTo>
                  <a:lnTo>
                    <a:pt x="130" y="213"/>
                  </a:lnTo>
                  <a:lnTo>
                    <a:pt x="130" y="213"/>
                  </a:lnTo>
                  <a:lnTo>
                    <a:pt x="130" y="216"/>
                  </a:lnTo>
                  <a:lnTo>
                    <a:pt x="128" y="216"/>
                  </a:lnTo>
                  <a:lnTo>
                    <a:pt x="128" y="216"/>
                  </a:lnTo>
                  <a:lnTo>
                    <a:pt x="128" y="216"/>
                  </a:lnTo>
                  <a:lnTo>
                    <a:pt x="128" y="216"/>
                  </a:lnTo>
                  <a:lnTo>
                    <a:pt x="128" y="218"/>
                  </a:lnTo>
                  <a:lnTo>
                    <a:pt x="126" y="218"/>
                  </a:lnTo>
                  <a:lnTo>
                    <a:pt x="126" y="218"/>
                  </a:lnTo>
                  <a:lnTo>
                    <a:pt x="126" y="218"/>
                  </a:lnTo>
                  <a:lnTo>
                    <a:pt x="126" y="216"/>
                  </a:lnTo>
                  <a:lnTo>
                    <a:pt x="123" y="216"/>
                  </a:lnTo>
                  <a:lnTo>
                    <a:pt x="123" y="216"/>
                  </a:lnTo>
                  <a:lnTo>
                    <a:pt x="126" y="216"/>
                  </a:lnTo>
                  <a:lnTo>
                    <a:pt x="126" y="213"/>
                  </a:lnTo>
                  <a:lnTo>
                    <a:pt x="126" y="213"/>
                  </a:lnTo>
                  <a:lnTo>
                    <a:pt x="126" y="213"/>
                  </a:lnTo>
                  <a:lnTo>
                    <a:pt x="126" y="211"/>
                  </a:lnTo>
                  <a:lnTo>
                    <a:pt x="123" y="211"/>
                  </a:lnTo>
                  <a:lnTo>
                    <a:pt x="123" y="211"/>
                  </a:lnTo>
                  <a:lnTo>
                    <a:pt x="123" y="209"/>
                  </a:lnTo>
                  <a:lnTo>
                    <a:pt x="123" y="209"/>
                  </a:lnTo>
                  <a:lnTo>
                    <a:pt x="123" y="206"/>
                  </a:lnTo>
                  <a:lnTo>
                    <a:pt x="123" y="206"/>
                  </a:lnTo>
                  <a:lnTo>
                    <a:pt x="123" y="204"/>
                  </a:lnTo>
                  <a:lnTo>
                    <a:pt x="123" y="204"/>
                  </a:lnTo>
                  <a:lnTo>
                    <a:pt x="123" y="204"/>
                  </a:lnTo>
                  <a:lnTo>
                    <a:pt x="123" y="204"/>
                  </a:lnTo>
                  <a:lnTo>
                    <a:pt x="123" y="202"/>
                  </a:lnTo>
                  <a:lnTo>
                    <a:pt x="121" y="202"/>
                  </a:lnTo>
                  <a:lnTo>
                    <a:pt x="121" y="202"/>
                  </a:lnTo>
                  <a:lnTo>
                    <a:pt x="121" y="202"/>
                  </a:lnTo>
                  <a:lnTo>
                    <a:pt x="121" y="202"/>
                  </a:lnTo>
                  <a:lnTo>
                    <a:pt x="121" y="199"/>
                  </a:lnTo>
                  <a:lnTo>
                    <a:pt x="118" y="199"/>
                  </a:lnTo>
                  <a:lnTo>
                    <a:pt x="118" y="199"/>
                  </a:lnTo>
                  <a:lnTo>
                    <a:pt x="118" y="199"/>
                  </a:lnTo>
                  <a:lnTo>
                    <a:pt x="118" y="199"/>
                  </a:lnTo>
                  <a:lnTo>
                    <a:pt x="116" y="199"/>
                  </a:lnTo>
                  <a:lnTo>
                    <a:pt x="116" y="197"/>
                  </a:lnTo>
                  <a:lnTo>
                    <a:pt x="116" y="197"/>
                  </a:lnTo>
                  <a:lnTo>
                    <a:pt x="114" y="197"/>
                  </a:lnTo>
                  <a:lnTo>
                    <a:pt x="114" y="197"/>
                  </a:lnTo>
                  <a:lnTo>
                    <a:pt x="114" y="197"/>
                  </a:lnTo>
                  <a:lnTo>
                    <a:pt x="114" y="197"/>
                  </a:lnTo>
                  <a:lnTo>
                    <a:pt x="111" y="197"/>
                  </a:lnTo>
                  <a:lnTo>
                    <a:pt x="111" y="197"/>
                  </a:lnTo>
                  <a:lnTo>
                    <a:pt x="111" y="197"/>
                  </a:lnTo>
                  <a:lnTo>
                    <a:pt x="111" y="197"/>
                  </a:lnTo>
                  <a:lnTo>
                    <a:pt x="109" y="197"/>
                  </a:lnTo>
                  <a:lnTo>
                    <a:pt x="109" y="197"/>
                  </a:lnTo>
                  <a:lnTo>
                    <a:pt x="109" y="199"/>
                  </a:lnTo>
                  <a:lnTo>
                    <a:pt x="107" y="199"/>
                  </a:lnTo>
                  <a:lnTo>
                    <a:pt x="107" y="199"/>
                  </a:lnTo>
                  <a:lnTo>
                    <a:pt x="107" y="199"/>
                  </a:lnTo>
                  <a:lnTo>
                    <a:pt x="107" y="199"/>
                  </a:lnTo>
                  <a:lnTo>
                    <a:pt x="104" y="199"/>
                  </a:lnTo>
                  <a:lnTo>
                    <a:pt x="104" y="199"/>
                  </a:lnTo>
                  <a:lnTo>
                    <a:pt x="104" y="199"/>
                  </a:lnTo>
                  <a:lnTo>
                    <a:pt x="102" y="199"/>
                  </a:lnTo>
                  <a:lnTo>
                    <a:pt x="102" y="199"/>
                  </a:lnTo>
                  <a:lnTo>
                    <a:pt x="102" y="199"/>
                  </a:lnTo>
                  <a:lnTo>
                    <a:pt x="102" y="197"/>
                  </a:lnTo>
                  <a:lnTo>
                    <a:pt x="102" y="197"/>
                  </a:lnTo>
                  <a:lnTo>
                    <a:pt x="102" y="197"/>
                  </a:lnTo>
                  <a:lnTo>
                    <a:pt x="102" y="194"/>
                  </a:lnTo>
                  <a:lnTo>
                    <a:pt x="104" y="194"/>
                  </a:lnTo>
                  <a:lnTo>
                    <a:pt x="104" y="194"/>
                  </a:lnTo>
                  <a:lnTo>
                    <a:pt x="102" y="194"/>
                  </a:lnTo>
                  <a:lnTo>
                    <a:pt x="102" y="192"/>
                  </a:lnTo>
                  <a:lnTo>
                    <a:pt x="102" y="192"/>
                  </a:lnTo>
                  <a:lnTo>
                    <a:pt x="102" y="192"/>
                  </a:lnTo>
                  <a:lnTo>
                    <a:pt x="102" y="192"/>
                  </a:lnTo>
                  <a:lnTo>
                    <a:pt x="100" y="192"/>
                  </a:lnTo>
                  <a:lnTo>
                    <a:pt x="100" y="192"/>
                  </a:lnTo>
                  <a:lnTo>
                    <a:pt x="100" y="192"/>
                  </a:lnTo>
                  <a:lnTo>
                    <a:pt x="100" y="192"/>
                  </a:lnTo>
                  <a:lnTo>
                    <a:pt x="100" y="192"/>
                  </a:lnTo>
                  <a:lnTo>
                    <a:pt x="100" y="194"/>
                  </a:lnTo>
                  <a:lnTo>
                    <a:pt x="100" y="194"/>
                  </a:lnTo>
                  <a:lnTo>
                    <a:pt x="97" y="194"/>
                  </a:lnTo>
                  <a:lnTo>
                    <a:pt x="97" y="194"/>
                  </a:lnTo>
                  <a:lnTo>
                    <a:pt x="97" y="194"/>
                  </a:lnTo>
                  <a:lnTo>
                    <a:pt x="95" y="194"/>
                  </a:lnTo>
                  <a:lnTo>
                    <a:pt x="95" y="192"/>
                  </a:lnTo>
                  <a:lnTo>
                    <a:pt x="95" y="192"/>
                  </a:lnTo>
                  <a:lnTo>
                    <a:pt x="95" y="192"/>
                  </a:lnTo>
                  <a:lnTo>
                    <a:pt x="95" y="192"/>
                  </a:lnTo>
                  <a:lnTo>
                    <a:pt x="95" y="192"/>
                  </a:lnTo>
                  <a:lnTo>
                    <a:pt x="92" y="192"/>
                  </a:lnTo>
                  <a:lnTo>
                    <a:pt x="92" y="190"/>
                  </a:lnTo>
                  <a:lnTo>
                    <a:pt x="92" y="190"/>
                  </a:lnTo>
                  <a:lnTo>
                    <a:pt x="92" y="190"/>
                  </a:lnTo>
                  <a:lnTo>
                    <a:pt x="92" y="190"/>
                  </a:lnTo>
                  <a:lnTo>
                    <a:pt x="92" y="187"/>
                  </a:lnTo>
                  <a:lnTo>
                    <a:pt x="90" y="187"/>
                  </a:lnTo>
                  <a:lnTo>
                    <a:pt x="90" y="190"/>
                  </a:lnTo>
                  <a:lnTo>
                    <a:pt x="90" y="190"/>
                  </a:lnTo>
                  <a:lnTo>
                    <a:pt x="90" y="190"/>
                  </a:lnTo>
                  <a:lnTo>
                    <a:pt x="90" y="190"/>
                  </a:lnTo>
                  <a:lnTo>
                    <a:pt x="90" y="192"/>
                  </a:lnTo>
                  <a:lnTo>
                    <a:pt x="90" y="192"/>
                  </a:lnTo>
                  <a:lnTo>
                    <a:pt x="90" y="192"/>
                  </a:lnTo>
                  <a:lnTo>
                    <a:pt x="90" y="192"/>
                  </a:lnTo>
                  <a:lnTo>
                    <a:pt x="88" y="192"/>
                  </a:lnTo>
                  <a:lnTo>
                    <a:pt x="88" y="192"/>
                  </a:lnTo>
                  <a:lnTo>
                    <a:pt x="88" y="194"/>
                  </a:lnTo>
                  <a:lnTo>
                    <a:pt x="88" y="194"/>
                  </a:lnTo>
                  <a:lnTo>
                    <a:pt x="85" y="194"/>
                  </a:lnTo>
                  <a:lnTo>
                    <a:pt x="85" y="194"/>
                  </a:lnTo>
                  <a:lnTo>
                    <a:pt x="85" y="194"/>
                  </a:lnTo>
                  <a:lnTo>
                    <a:pt x="85" y="194"/>
                  </a:lnTo>
                  <a:lnTo>
                    <a:pt x="85" y="197"/>
                  </a:lnTo>
                  <a:lnTo>
                    <a:pt x="83" y="197"/>
                  </a:lnTo>
                  <a:lnTo>
                    <a:pt x="83" y="197"/>
                  </a:lnTo>
                  <a:lnTo>
                    <a:pt x="83" y="197"/>
                  </a:lnTo>
                  <a:lnTo>
                    <a:pt x="81" y="197"/>
                  </a:lnTo>
                  <a:lnTo>
                    <a:pt x="81" y="199"/>
                  </a:lnTo>
                  <a:lnTo>
                    <a:pt x="81" y="199"/>
                  </a:lnTo>
                  <a:lnTo>
                    <a:pt x="81" y="199"/>
                  </a:lnTo>
                  <a:lnTo>
                    <a:pt x="81" y="202"/>
                  </a:lnTo>
                  <a:lnTo>
                    <a:pt x="81" y="202"/>
                  </a:lnTo>
                  <a:lnTo>
                    <a:pt x="81" y="199"/>
                  </a:lnTo>
                  <a:lnTo>
                    <a:pt x="81" y="199"/>
                  </a:lnTo>
                  <a:lnTo>
                    <a:pt x="78" y="199"/>
                  </a:lnTo>
                  <a:lnTo>
                    <a:pt x="78" y="199"/>
                  </a:lnTo>
                  <a:lnTo>
                    <a:pt x="78" y="197"/>
                  </a:lnTo>
                  <a:lnTo>
                    <a:pt x="78" y="197"/>
                  </a:lnTo>
                  <a:lnTo>
                    <a:pt x="78" y="197"/>
                  </a:lnTo>
                  <a:lnTo>
                    <a:pt x="76" y="197"/>
                  </a:lnTo>
                  <a:lnTo>
                    <a:pt x="76" y="197"/>
                  </a:lnTo>
                  <a:lnTo>
                    <a:pt x="76" y="194"/>
                  </a:lnTo>
                  <a:lnTo>
                    <a:pt x="73" y="194"/>
                  </a:lnTo>
                  <a:lnTo>
                    <a:pt x="73" y="194"/>
                  </a:lnTo>
                  <a:lnTo>
                    <a:pt x="73" y="194"/>
                  </a:lnTo>
                  <a:lnTo>
                    <a:pt x="73" y="197"/>
                  </a:lnTo>
                  <a:lnTo>
                    <a:pt x="71" y="197"/>
                  </a:lnTo>
                  <a:lnTo>
                    <a:pt x="71" y="197"/>
                  </a:lnTo>
                  <a:lnTo>
                    <a:pt x="71" y="197"/>
                  </a:lnTo>
                  <a:lnTo>
                    <a:pt x="71" y="197"/>
                  </a:lnTo>
                  <a:lnTo>
                    <a:pt x="71" y="199"/>
                  </a:lnTo>
                  <a:lnTo>
                    <a:pt x="69" y="199"/>
                  </a:lnTo>
                  <a:lnTo>
                    <a:pt x="69" y="199"/>
                  </a:lnTo>
                  <a:lnTo>
                    <a:pt x="69" y="199"/>
                  </a:lnTo>
                  <a:lnTo>
                    <a:pt x="69" y="202"/>
                  </a:lnTo>
                  <a:lnTo>
                    <a:pt x="66" y="202"/>
                  </a:lnTo>
                  <a:lnTo>
                    <a:pt x="66" y="202"/>
                  </a:lnTo>
                  <a:lnTo>
                    <a:pt x="66" y="202"/>
                  </a:lnTo>
                  <a:lnTo>
                    <a:pt x="66" y="202"/>
                  </a:lnTo>
                  <a:lnTo>
                    <a:pt x="64" y="202"/>
                  </a:lnTo>
                  <a:lnTo>
                    <a:pt x="64" y="202"/>
                  </a:lnTo>
                  <a:lnTo>
                    <a:pt x="64" y="202"/>
                  </a:lnTo>
                  <a:lnTo>
                    <a:pt x="64" y="202"/>
                  </a:lnTo>
                  <a:lnTo>
                    <a:pt x="64" y="199"/>
                  </a:lnTo>
                  <a:lnTo>
                    <a:pt x="64" y="199"/>
                  </a:lnTo>
                  <a:lnTo>
                    <a:pt x="64" y="197"/>
                  </a:lnTo>
                  <a:lnTo>
                    <a:pt x="62" y="197"/>
                  </a:lnTo>
                  <a:lnTo>
                    <a:pt x="62" y="197"/>
                  </a:lnTo>
                  <a:lnTo>
                    <a:pt x="64" y="197"/>
                  </a:lnTo>
                  <a:lnTo>
                    <a:pt x="64" y="194"/>
                  </a:lnTo>
                  <a:lnTo>
                    <a:pt x="64" y="194"/>
                  </a:lnTo>
                  <a:lnTo>
                    <a:pt x="64" y="194"/>
                  </a:lnTo>
                  <a:lnTo>
                    <a:pt x="64" y="192"/>
                  </a:lnTo>
                  <a:lnTo>
                    <a:pt x="64" y="192"/>
                  </a:lnTo>
                  <a:lnTo>
                    <a:pt x="64" y="192"/>
                  </a:lnTo>
                  <a:lnTo>
                    <a:pt x="64" y="190"/>
                  </a:lnTo>
                  <a:lnTo>
                    <a:pt x="64" y="190"/>
                  </a:lnTo>
                  <a:lnTo>
                    <a:pt x="64" y="187"/>
                  </a:lnTo>
                  <a:lnTo>
                    <a:pt x="64" y="187"/>
                  </a:lnTo>
                  <a:lnTo>
                    <a:pt x="64" y="187"/>
                  </a:lnTo>
                  <a:lnTo>
                    <a:pt x="64" y="185"/>
                  </a:lnTo>
                  <a:lnTo>
                    <a:pt x="64" y="185"/>
                  </a:lnTo>
                  <a:lnTo>
                    <a:pt x="62" y="185"/>
                  </a:lnTo>
                  <a:lnTo>
                    <a:pt x="62" y="185"/>
                  </a:lnTo>
                  <a:lnTo>
                    <a:pt x="62" y="185"/>
                  </a:lnTo>
                  <a:lnTo>
                    <a:pt x="62" y="187"/>
                  </a:lnTo>
                  <a:lnTo>
                    <a:pt x="59" y="187"/>
                  </a:lnTo>
                  <a:lnTo>
                    <a:pt x="59" y="187"/>
                  </a:lnTo>
                  <a:lnTo>
                    <a:pt x="59" y="190"/>
                  </a:lnTo>
                  <a:lnTo>
                    <a:pt x="59" y="190"/>
                  </a:lnTo>
                  <a:lnTo>
                    <a:pt x="59" y="190"/>
                  </a:lnTo>
                  <a:lnTo>
                    <a:pt x="59" y="190"/>
                  </a:lnTo>
                  <a:lnTo>
                    <a:pt x="59" y="190"/>
                  </a:lnTo>
                  <a:lnTo>
                    <a:pt x="59" y="187"/>
                  </a:lnTo>
                  <a:lnTo>
                    <a:pt x="57" y="187"/>
                  </a:lnTo>
                  <a:lnTo>
                    <a:pt x="57" y="187"/>
                  </a:lnTo>
                  <a:lnTo>
                    <a:pt x="57" y="187"/>
                  </a:lnTo>
                  <a:lnTo>
                    <a:pt x="57" y="185"/>
                  </a:lnTo>
                  <a:lnTo>
                    <a:pt x="55" y="185"/>
                  </a:lnTo>
                  <a:lnTo>
                    <a:pt x="55" y="185"/>
                  </a:lnTo>
                  <a:lnTo>
                    <a:pt x="55" y="185"/>
                  </a:lnTo>
                  <a:lnTo>
                    <a:pt x="52" y="185"/>
                  </a:lnTo>
                  <a:lnTo>
                    <a:pt x="52" y="187"/>
                  </a:lnTo>
                  <a:lnTo>
                    <a:pt x="52" y="187"/>
                  </a:lnTo>
                  <a:lnTo>
                    <a:pt x="52" y="187"/>
                  </a:lnTo>
                  <a:lnTo>
                    <a:pt x="52" y="187"/>
                  </a:lnTo>
                  <a:lnTo>
                    <a:pt x="50" y="187"/>
                  </a:lnTo>
                  <a:lnTo>
                    <a:pt x="50" y="187"/>
                  </a:lnTo>
                  <a:lnTo>
                    <a:pt x="47" y="187"/>
                  </a:lnTo>
                  <a:lnTo>
                    <a:pt x="47" y="190"/>
                  </a:lnTo>
                  <a:lnTo>
                    <a:pt x="47" y="190"/>
                  </a:lnTo>
                  <a:lnTo>
                    <a:pt x="47" y="190"/>
                  </a:lnTo>
                  <a:lnTo>
                    <a:pt x="45" y="190"/>
                  </a:lnTo>
                  <a:lnTo>
                    <a:pt x="45" y="190"/>
                  </a:lnTo>
                  <a:lnTo>
                    <a:pt x="45" y="190"/>
                  </a:lnTo>
                  <a:lnTo>
                    <a:pt x="45" y="187"/>
                  </a:lnTo>
                  <a:lnTo>
                    <a:pt x="43" y="187"/>
                  </a:lnTo>
                  <a:lnTo>
                    <a:pt x="43" y="187"/>
                  </a:lnTo>
                  <a:lnTo>
                    <a:pt x="43" y="187"/>
                  </a:lnTo>
                  <a:lnTo>
                    <a:pt x="40" y="187"/>
                  </a:lnTo>
                  <a:lnTo>
                    <a:pt x="40" y="187"/>
                  </a:lnTo>
                  <a:lnTo>
                    <a:pt x="40" y="187"/>
                  </a:lnTo>
                  <a:lnTo>
                    <a:pt x="40" y="187"/>
                  </a:lnTo>
                  <a:lnTo>
                    <a:pt x="38" y="187"/>
                  </a:lnTo>
                  <a:lnTo>
                    <a:pt x="38" y="187"/>
                  </a:lnTo>
                  <a:lnTo>
                    <a:pt x="38" y="187"/>
                  </a:lnTo>
                  <a:lnTo>
                    <a:pt x="38" y="185"/>
                  </a:lnTo>
                  <a:lnTo>
                    <a:pt x="38" y="185"/>
                  </a:lnTo>
                  <a:lnTo>
                    <a:pt x="38" y="185"/>
                  </a:lnTo>
                  <a:lnTo>
                    <a:pt x="38" y="185"/>
                  </a:lnTo>
                  <a:lnTo>
                    <a:pt x="38" y="183"/>
                  </a:lnTo>
                  <a:lnTo>
                    <a:pt x="38" y="183"/>
                  </a:lnTo>
                  <a:lnTo>
                    <a:pt x="36" y="183"/>
                  </a:lnTo>
                  <a:lnTo>
                    <a:pt x="36" y="185"/>
                  </a:lnTo>
                  <a:lnTo>
                    <a:pt x="36" y="185"/>
                  </a:lnTo>
                  <a:lnTo>
                    <a:pt x="33" y="185"/>
                  </a:lnTo>
                  <a:lnTo>
                    <a:pt x="33" y="185"/>
                  </a:lnTo>
                  <a:lnTo>
                    <a:pt x="33" y="185"/>
                  </a:lnTo>
                  <a:lnTo>
                    <a:pt x="33" y="187"/>
                  </a:lnTo>
                  <a:lnTo>
                    <a:pt x="33" y="187"/>
                  </a:lnTo>
                  <a:lnTo>
                    <a:pt x="31" y="187"/>
                  </a:lnTo>
                  <a:lnTo>
                    <a:pt x="31" y="187"/>
                  </a:lnTo>
                  <a:lnTo>
                    <a:pt x="31" y="185"/>
                  </a:lnTo>
                  <a:lnTo>
                    <a:pt x="31" y="185"/>
                  </a:lnTo>
                  <a:lnTo>
                    <a:pt x="29" y="185"/>
                  </a:lnTo>
                  <a:lnTo>
                    <a:pt x="29" y="185"/>
                  </a:lnTo>
                  <a:lnTo>
                    <a:pt x="29" y="185"/>
                  </a:lnTo>
                  <a:lnTo>
                    <a:pt x="29" y="183"/>
                  </a:lnTo>
                  <a:lnTo>
                    <a:pt x="29" y="183"/>
                  </a:lnTo>
                  <a:lnTo>
                    <a:pt x="29" y="183"/>
                  </a:lnTo>
                  <a:lnTo>
                    <a:pt x="31" y="183"/>
                  </a:lnTo>
                  <a:lnTo>
                    <a:pt x="31" y="183"/>
                  </a:lnTo>
                  <a:lnTo>
                    <a:pt x="31" y="183"/>
                  </a:lnTo>
                  <a:lnTo>
                    <a:pt x="31" y="183"/>
                  </a:lnTo>
                  <a:lnTo>
                    <a:pt x="31" y="180"/>
                  </a:lnTo>
                  <a:lnTo>
                    <a:pt x="31" y="180"/>
                  </a:lnTo>
                  <a:lnTo>
                    <a:pt x="31" y="178"/>
                  </a:lnTo>
                  <a:lnTo>
                    <a:pt x="29" y="178"/>
                  </a:lnTo>
                  <a:lnTo>
                    <a:pt x="29" y="178"/>
                  </a:lnTo>
                  <a:lnTo>
                    <a:pt x="29" y="180"/>
                  </a:lnTo>
                  <a:lnTo>
                    <a:pt x="29" y="180"/>
                  </a:lnTo>
                  <a:lnTo>
                    <a:pt x="29" y="183"/>
                  </a:lnTo>
                  <a:lnTo>
                    <a:pt x="26" y="183"/>
                  </a:lnTo>
                  <a:lnTo>
                    <a:pt x="26" y="183"/>
                  </a:lnTo>
                  <a:lnTo>
                    <a:pt x="26" y="183"/>
                  </a:lnTo>
                  <a:lnTo>
                    <a:pt x="26" y="183"/>
                  </a:lnTo>
                  <a:lnTo>
                    <a:pt x="26" y="183"/>
                  </a:lnTo>
                  <a:lnTo>
                    <a:pt x="26" y="180"/>
                  </a:lnTo>
                  <a:lnTo>
                    <a:pt x="26" y="180"/>
                  </a:lnTo>
                  <a:lnTo>
                    <a:pt x="26" y="180"/>
                  </a:lnTo>
                  <a:lnTo>
                    <a:pt x="26" y="178"/>
                  </a:lnTo>
                  <a:lnTo>
                    <a:pt x="26" y="178"/>
                  </a:lnTo>
                  <a:lnTo>
                    <a:pt x="26" y="178"/>
                  </a:lnTo>
                  <a:lnTo>
                    <a:pt x="29" y="178"/>
                  </a:lnTo>
                  <a:lnTo>
                    <a:pt x="29" y="176"/>
                  </a:lnTo>
                  <a:lnTo>
                    <a:pt x="29" y="176"/>
                  </a:lnTo>
                  <a:lnTo>
                    <a:pt x="29" y="176"/>
                  </a:lnTo>
                  <a:lnTo>
                    <a:pt x="29" y="173"/>
                  </a:lnTo>
                  <a:lnTo>
                    <a:pt x="29" y="173"/>
                  </a:lnTo>
                  <a:lnTo>
                    <a:pt x="29" y="173"/>
                  </a:lnTo>
                  <a:lnTo>
                    <a:pt x="29" y="173"/>
                  </a:lnTo>
                  <a:lnTo>
                    <a:pt x="29" y="171"/>
                  </a:lnTo>
                  <a:lnTo>
                    <a:pt x="29" y="171"/>
                  </a:lnTo>
                  <a:lnTo>
                    <a:pt x="26" y="171"/>
                  </a:lnTo>
                  <a:lnTo>
                    <a:pt x="26" y="168"/>
                  </a:lnTo>
                  <a:lnTo>
                    <a:pt x="26" y="168"/>
                  </a:lnTo>
                  <a:lnTo>
                    <a:pt x="26" y="168"/>
                  </a:lnTo>
                  <a:lnTo>
                    <a:pt x="26" y="166"/>
                  </a:lnTo>
                  <a:lnTo>
                    <a:pt x="26" y="166"/>
                  </a:lnTo>
                  <a:lnTo>
                    <a:pt x="26" y="166"/>
                  </a:lnTo>
                  <a:lnTo>
                    <a:pt x="26" y="164"/>
                  </a:lnTo>
                  <a:lnTo>
                    <a:pt x="26" y="164"/>
                  </a:lnTo>
                  <a:lnTo>
                    <a:pt x="26" y="164"/>
                  </a:lnTo>
                  <a:lnTo>
                    <a:pt x="26" y="161"/>
                  </a:lnTo>
                  <a:lnTo>
                    <a:pt x="26" y="161"/>
                  </a:lnTo>
                  <a:lnTo>
                    <a:pt x="26" y="161"/>
                  </a:lnTo>
                  <a:lnTo>
                    <a:pt x="26" y="161"/>
                  </a:lnTo>
                  <a:lnTo>
                    <a:pt x="26" y="159"/>
                  </a:lnTo>
                  <a:lnTo>
                    <a:pt x="24" y="159"/>
                  </a:lnTo>
                  <a:lnTo>
                    <a:pt x="24" y="159"/>
                  </a:lnTo>
                  <a:lnTo>
                    <a:pt x="24" y="159"/>
                  </a:lnTo>
                  <a:lnTo>
                    <a:pt x="21" y="159"/>
                  </a:lnTo>
                  <a:lnTo>
                    <a:pt x="21" y="157"/>
                  </a:lnTo>
                  <a:lnTo>
                    <a:pt x="21" y="157"/>
                  </a:lnTo>
                  <a:lnTo>
                    <a:pt x="21" y="154"/>
                  </a:lnTo>
                  <a:lnTo>
                    <a:pt x="24" y="154"/>
                  </a:lnTo>
                  <a:lnTo>
                    <a:pt x="24" y="154"/>
                  </a:lnTo>
                  <a:lnTo>
                    <a:pt x="24" y="154"/>
                  </a:lnTo>
                  <a:lnTo>
                    <a:pt x="26" y="154"/>
                  </a:lnTo>
                  <a:lnTo>
                    <a:pt x="26" y="154"/>
                  </a:lnTo>
                  <a:lnTo>
                    <a:pt x="26" y="152"/>
                  </a:lnTo>
                  <a:lnTo>
                    <a:pt x="26" y="152"/>
                  </a:lnTo>
                  <a:lnTo>
                    <a:pt x="26" y="149"/>
                  </a:lnTo>
                  <a:lnTo>
                    <a:pt x="26" y="149"/>
                  </a:lnTo>
                  <a:lnTo>
                    <a:pt x="26" y="147"/>
                  </a:lnTo>
                  <a:lnTo>
                    <a:pt x="26" y="147"/>
                  </a:lnTo>
                  <a:lnTo>
                    <a:pt x="26" y="147"/>
                  </a:lnTo>
                  <a:lnTo>
                    <a:pt x="26" y="145"/>
                  </a:lnTo>
                  <a:lnTo>
                    <a:pt x="26" y="145"/>
                  </a:lnTo>
                  <a:lnTo>
                    <a:pt x="26" y="145"/>
                  </a:lnTo>
                  <a:lnTo>
                    <a:pt x="26" y="145"/>
                  </a:lnTo>
                  <a:lnTo>
                    <a:pt x="24" y="145"/>
                  </a:lnTo>
                  <a:lnTo>
                    <a:pt x="24" y="145"/>
                  </a:lnTo>
                  <a:lnTo>
                    <a:pt x="24" y="142"/>
                  </a:lnTo>
                  <a:lnTo>
                    <a:pt x="21" y="142"/>
                  </a:lnTo>
                  <a:lnTo>
                    <a:pt x="21" y="142"/>
                  </a:lnTo>
                  <a:lnTo>
                    <a:pt x="21" y="140"/>
                  </a:lnTo>
                  <a:lnTo>
                    <a:pt x="24" y="140"/>
                  </a:lnTo>
                  <a:lnTo>
                    <a:pt x="24" y="140"/>
                  </a:lnTo>
                  <a:lnTo>
                    <a:pt x="21" y="140"/>
                  </a:lnTo>
                  <a:lnTo>
                    <a:pt x="21" y="140"/>
                  </a:lnTo>
                  <a:lnTo>
                    <a:pt x="21" y="140"/>
                  </a:lnTo>
                  <a:lnTo>
                    <a:pt x="21" y="140"/>
                  </a:lnTo>
                  <a:lnTo>
                    <a:pt x="19" y="140"/>
                  </a:lnTo>
                  <a:lnTo>
                    <a:pt x="19" y="142"/>
                  </a:lnTo>
                  <a:lnTo>
                    <a:pt x="19" y="142"/>
                  </a:lnTo>
                  <a:lnTo>
                    <a:pt x="19" y="142"/>
                  </a:lnTo>
                  <a:lnTo>
                    <a:pt x="19" y="142"/>
                  </a:lnTo>
                  <a:lnTo>
                    <a:pt x="17" y="142"/>
                  </a:lnTo>
                  <a:lnTo>
                    <a:pt x="17" y="145"/>
                  </a:lnTo>
                  <a:lnTo>
                    <a:pt x="17" y="145"/>
                  </a:lnTo>
                  <a:lnTo>
                    <a:pt x="14" y="145"/>
                  </a:lnTo>
                  <a:lnTo>
                    <a:pt x="14" y="145"/>
                  </a:lnTo>
                  <a:lnTo>
                    <a:pt x="14" y="145"/>
                  </a:lnTo>
                  <a:lnTo>
                    <a:pt x="14" y="145"/>
                  </a:lnTo>
                  <a:lnTo>
                    <a:pt x="12" y="145"/>
                  </a:lnTo>
                  <a:lnTo>
                    <a:pt x="12" y="145"/>
                  </a:lnTo>
                  <a:lnTo>
                    <a:pt x="12" y="145"/>
                  </a:lnTo>
                  <a:lnTo>
                    <a:pt x="12" y="142"/>
                  </a:lnTo>
                  <a:lnTo>
                    <a:pt x="12" y="142"/>
                  </a:lnTo>
                  <a:lnTo>
                    <a:pt x="12" y="142"/>
                  </a:lnTo>
                  <a:lnTo>
                    <a:pt x="12" y="140"/>
                  </a:lnTo>
                  <a:lnTo>
                    <a:pt x="12" y="140"/>
                  </a:lnTo>
                  <a:lnTo>
                    <a:pt x="12" y="138"/>
                  </a:lnTo>
                  <a:lnTo>
                    <a:pt x="12" y="138"/>
                  </a:lnTo>
                  <a:lnTo>
                    <a:pt x="12" y="135"/>
                  </a:lnTo>
                  <a:lnTo>
                    <a:pt x="12" y="135"/>
                  </a:lnTo>
                  <a:lnTo>
                    <a:pt x="12" y="135"/>
                  </a:lnTo>
                  <a:lnTo>
                    <a:pt x="12" y="135"/>
                  </a:lnTo>
                  <a:lnTo>
                    <a:pt x="12" y="133"/>
                  </a:lnTo>
                  <a:lnTo>
                    <a:pt x="10" y="133"/>
                  </a:lnTo>
                  <a:lnTo>
                    <a:pt x="10" y="135"/>
                  </a:lnTo>
                  <a:lnTo>
                    <a:pt x="10" y="135"/>
                  </a:lnTo>
                  <a:lnTo>
                    <a:pt x="7" y="135"/>
                  </a:lnTo>
                  <a:lnTo>
                    <a:pt x="7" y="133"/>
                  </a:lnTo>
                  <a:lnTo>
                    <a:pt x="10" y="133"/>
                  </a:lnTo>
                  <a:lnTo>
                    <a:pt x="10" y="133"/>
                  </a:lnTo>
                  <a:lnTo>
                    <a:pt x="7" y="133"/>
                  </a:lnTo>
                  <a:lnTo>
                    <a:pt x="7" y="133"/>
                  </a:lnTo>
                  <a:lnTo>
                    <a:pt x="7" y="130"/>
                  </a:lnTo>
                  <a:lnTo>
                    <a:pt x="7" y="130"/>
                  </a:lnTo>
                  <a:lnTo>
                    <a:pt x="7" y="128"/>
                  </a:lnTo>
                  <a:lnTo>
                    <a:pt x="7" y="128"/>
                  </a:lnTo>
                  <a:lnTo>
                    <a:pt x="7" y="126"/>
                  </a:lnTo>
                  <a:lnTo>
                    <a:pt x="7" y="126"/>
                  </a:lnTo>
                  <a:lnTo>
                    <a:pt x="7" y="126"/>
                  </a:lnTo>
                  <a:lnTo>
                    <a:pt x="7" y="126"/>
                  </a:lnTo>
                  <a:lnTo>
                    <a:pt x="7" y="123"/>
                  </a:lnTo>
                  <a:lnTo>
                    <a:pt x="5" y="123"/>
                  </a:lnTo>
                  <a:lnTo>
                    <a:pt x="5" y="123"/>
                  </a:lnTo>
                  <a:lnTo>
                    <a:pt x="5" y="123"/>
                  </a:lnTo>
                  <a:lnTo>
                    <a:pt x="5" y="121"/>
                  </a:lnTo>
                  <a:lnTo>
                    <a:pt x="5" y="121"/>
                  </a:lnTo>
                  <a:lnTo>
                    <a:pt x="5" y="119"/>
                  </a:lnTo>
                  <a:lnTo>
                    <a:pt x="5" y="119"/>
                  </a:lnTo>
                  <a:lnTo>
                    <a:pt x="5" y="119"/>
                  </a:lnTo>
                  <a:lnTo>
                    <a:pt x="5" y="116"/>
                  </a:lnTo>
                  <a:lnTo>
                    <a:pt x="5" y="116"/>
                  </a:lnTo>
                  <a:lnTo>
                    <a:pt x="5" y="116"/>
                  </a:lnTo>
                  <a:lnTo>
                    <a:pt x="5" y="114"/>
                  </a:lnTo>
                  <a:lnTo>
                    <a:pt x="7" y="114"/>
                  </a:lnTo>
                  <a:lnTo>
                    <a:pt x="7" y="114"/>
                  </a:lnTo>
                  <a:lnTo>
                    <a:pt x="7" y="114"/>
                  </a:lnTo>
                  <a:lnTo>
                    <a:pt x="7" y="112"/>
                  </a:lnTo>
                  <a:lnTo>
                    <a:pt x="7" y="112"/>
                  </a:lnTo>
                  <a:lnTo>
                    <a:pt x="7" y="109"/>
                  </a:lnTo>
                  <a:lnTo>
                    <a:pt x="7" y="109"/>
                  </a:lnTo>
                  <a:lnTo>
                    <a:pt x="7" y="109"/>
                  </a:lnTo>
                  <a:lnTo>
                    <a:pt x="7" y="109"/>
                  </a:lnTo>
                  <a:lnTo>
                    <a:pt x="7" y="107"/>
                  </a:lnTo>
                  <a:lnTo>
                    <a:pt x="7" y="107"/>
                  </a:lnTo>
                  <a:lnTo>
                    <a:pt x="5" y="107"/>
                  </a:lnTo>
                  <a:lnTo>
                    <a:pt x="5" y="104"/>
                  </a:lnTo>
                  <a:lnTo>
                    <a:pt x="5" y="104"/>
                  </a:lnTo>
                  <a:lnTo>
                    <a:pt x="5" y="104"/>
                  </a:lnTo>
                  <a:lnTo>
                    <a:pt x="5" y="104"/>
                  </a:lnTo>
                  <a:lnTo>
                    <a:pt x="5" y="104"/>
                  </a:lnTo>
                  <a:lnTo>
                    <a:pt x="2" y="104"/>
                  </a:lnTo>
                  <a:lnTo>
                    <a:pt x="2" y="104"/>
                  </a:lnTo>
                  <a:lnTo>
                    <a:pt x="0" y="104"/>
                  </a:lnTo>
                  <a:lnTo>
                    <a:pt x="0" y="102"/>
                  </a:lnTo>
                  <a:lnTo>
                    <a:pt x="0" y="102"/>
                  </a:lnTo>
                  <a:lnTo>
                    <a:pt x="2" y="102"/>
                  </a:lnTo>
                  <a:lnTo>
                    <a:pt x="2" y="100"/>
                  </a:lnTo>
                  <a:lnTo>
                    <a:pt x="2" y="100"/>
                  </a:lnTo>
                  <a:lnTo>
                    <a:pt x="0" y="100"/>
                  </a:lnTo>
                  <a:lnTo>
                    <a:pt x="0" y="97"/>
                  </a:lnTo>
                  <a:lnTo>
                    <a:pt x="0" y="97"/>
                  </a:lnTo>
                  <a:lnTo>
                    <a:pt x="0" y="95"/>
                  </a:lnTo>
                  <a:lnTo>
                    <a:pt x="2" y="95"/>
                  </a:lnTo>
                  <a:lnTo>
                    <a:pt x="2" y="95"/>
                  </a:lnTo>
                  <a:lnTo>
                    <a:pt x="0" y="95"/>
                  </a:lnTo>
                  <a:lnTo>
                    <a:pt x="0" y="95"/>
                  </a:lnTo>
                  <a:lnTo>
                    <a:pt x="0" y="95"/>
                  </a:lnTo>
                  <a:lnTo>
                    <a:pt x="0" y="93"/>
                  </a:lnTo>
                  <a:lnTo>
                    <a:pt x="0" y="93"/>
                  </a:lnTo>
                  <a:lnTo>
                    <a:pt x="0" y="90"/>
                  </a:lnTo>
                  <a:lnTo>
                    <a:pt x="0" y="90"/>
                  </a:lnTo>
                  <a:lnTo>
                    <a:pt x="0" y="88"/>
                  </a:lnTo>
                  <a:lnTo>
                    <a:pt x="0" y="88"/>
                  </a:lnTo>
                  <a:lnTo>
                    <a:pt x="2" y="88"/>
                  </a:lnTo>
                  <a:lnTo>
                    <a:pt x="2" y="88"/>
                  </a:lnTo>
                  <a:lnTo>
                    <a:pt x="2" y="85"/>
                  </a:lnTo>
                  <a:lnTo>
                    <a:pt x="2" y="85"/>
                  </a:lnTo>
                  <a:lnTo>
                    <a:pt x="2" y="85"/>
                  </a:lnTo>
                  <a:lnTo>
                    <a:pt x="2" y="85"/>
                  </a:lnTo>
                  <a:lnTo>
                    <a:pt x="2" y="85"/>
                  </a:lnTo>
                  <a:lnTo>
                    <a:pt x="2" y="83"/>
                  </a:lnTo>
                  <a:lnTo>
                    <a:pt x="2" y="83"/>
                  </a:lnTo>
                  <a:lnTo>
                    <a:pt x="0" y="83"/>
                  </a:lnTo>
                  <a:lnTo>
                    <a:pt x="0" y="81"/>
                  </a:lnTo>
                  <a:lnTo>
                    <a:pt x="0" y="81"/>
                  </a:lnTo>
                  <a:lnTo>
                    <a:pt x="2" y="81"/>
                  </a:lnTo>
                  <a:lnTo>
                    <a:pt x="2" y="78"/>
                  </a:lnTo>
                  <a:lnTo>
                    <a:pt x="2" y="78"/>
                  </a:lnTo>
                  <a:lnTo>
                    <a:pt x="2" y="78"/>
                  </a:lnTo>
                  <a:lnTo>
                    <a:pt x="5" y="78"/>
                  </a:lnTo>
                  <a:lnTo>
                    <a:pt x="5" y="76"/>
                  </a:lnTo>
                  <a:lnTo>
                    <a:pt x="5" y="76"/>
                  </a:lnTo>
                  <a:lnTo>
                    <a:pt x="5" y="76"/>
                  </a:lnTo>
                  <a:lnTo>
                    <a:pt x="5" y="74"/>
                  </a:lnTo>
                  <a:lnTo>
                    <a:pt x="5" y="74"/>
                  </a:lnTo>
                  <a:lnTo>
                    <a:pt x="5" y="74"/>
                  </a:lnTo>
                  <a:lnTo>
                    <a:pt x="5" y="74"/>
                  </a:lnTo>
                  <a:lnTo>
                    <a:pt x="5" y="74"/>
                  </a:lnTo>
                  <a:lnTo>
                    <a:pt x="5" y="71"/>
                  </a:lnTo>
                  <a:lnTo>
                    <a:pt x="5" y="71"/>
                  </a:lnTo>
                  <a:lnTo>
                    <a:pt x="5" y="71"/>
                  </a:lnTo>
                  <a:lnTo>
                    <a:pt x="7" y="71"/>
                  </a:lnTo>
                  <a:lnTo>
                    <a:pt x="7" y="69"/>
                  </a:lnTo>
                  <a:lnTo>
                    <a:pt x="7" y="69"/>
                  </a:lnTo>
                  <a:lnTo>
                    <a:pt x="7" y="69"/>
                  </a:lnTo>
                  <a:lnTo>
                    <a:pt x="7" y="69"/>
                  </a:lnTo>
                  <a:lnTo>
                    <a:pt x="10" y="69"/>
                  </a:lnTo>
                  <a:lnTo>
                    <a:pt x="10" y="67"/>
                  </a:lnTo>
                  <a:lnTo>
                    <a:pt x="10" y="67"/>
                  </a:lnTo>
                  <a:lnTo>
                    <a:pt x="10" y="64"/>
                  </a:lnTo>
                  <a:lnTo>
                    <a:pt x="10" y="64"/>
                  </a:lnTo>
                  <a:lnTo>
                    <a:pt x="10" y="64"/>
                  </a:lnTo>
                  <a:lnTo>
                    <a:pt x="12" y="64"/>
                  </a:lnTo>
                  <a:lnTo>
                    <a:pt x="12" y="64"/>
                  </a:lnTo>
                  <a:lnTo>
                    <a:pt x="12" y="62"/>
                  </a:lnTo>
                  <a:lnTo>
                    <a:pt x="10" y="62"/>
                  </a:lnTo>
                  <a:lnTo>
                    <a:pt x="10" y="62"/>
                  </a:lnTo>
                  <a:lnTo>
                    <a:pt x="12" y="62"/>
                  </a:lnTo>
                  <a:lnTo>
                    <a:pt x="12" y="62"/>
                  </a:lnTo>
                  <a:lnTo>
                    <a:pt x="12" y="62"/>
                  </a:lnTo>
                  <a:lnTo>
                    <a:pt x="12" y="59"/>
                  </a:lnTo>
                  <a:lnTo>
                    <a:pt x="14" y="59"/>
                  </a:lnTo>
                  <a:lnTo>
                    <a:pt x="14" y="59"/>
                  </a:lnTo>
                  <a:lnTo>
                    <a:pt x="14" y="59"/>
                  </a:lnTo>
                  <a:lnTo>
                    <a:pt x="17" y="59"/>
                  </a:lnTo>
                  <a:lnTo>
                    <a:pt x="17" y="62"/>
                  </a:lnTo>
                  <a:lnTo>
                    <a:pt x="17" y="62"/>
                  </a:lnTo>
                  <a:lnTo>
                    <a:pt x="14" y="62"/>
                  </a:lnTo>
                  <a:lnTo>
                    <a:pt x="14" y="64"/>
                  </a:lnTo>
                  <a:lnTo>
                    <a:pt x="17" y="64"/>
                  </a:lnTo>
                  <a:lnTo>
                    <a:pt x="17" y="64"/>
                  </a:lnTo>
                  <a:lnTo>
                    <a:pt x="17" y="64"/>
                  </a:lnTo>
                  <a:lnTo>
                    <a:pt x="17" y="64"/>
                  </a:lnTo>
                  <a:lnTo>
                    <a:pt x="19" y="64"/>
                  </a:lnTo>
                  <a:lnTo>
                    <a:pt x="19" y="67"/>
                  </a:lnTo>
                  <a:lnTo>
                    <a:pt x="19" y="67"/>
                  </a:lnTo>
                  <a:lnTo>
                    <a:pt x="19" y="69"/>
                  </a:lnTo>
                  <a:lnTo>
                    <a:pt x="19" y="69"/>
                  </a:lnTo>
                  <a:lnTo>
                    <a:pt x="19" y="71"/>
                  </a:lnTo>
                  <a:lnTo>
                    <a:pt x="19" y="71"/>
                  </a:lnTo>
                  <a:lnTo>
                    <a:pt x="19" y="71"/>
                  </a:lnTo>
                  <a:lnTo>
                    <a:pt x="19" y="71"/>
                  </a:lnTo>
                  <a:lnTo>
                    <a:pt x="19" y="74"/>
                  </a:lnTo>
                  <a:lnTo>
                    <a:pt x="21" y="74"/>
                  </a:lnTo>
                  <a:lnTo>
                    <a:pt x="21" y="74"/>
                  </a:lnTo>
                  <a:lnTo>
                    <a:pt x="21" y="74"/>
                  </a:lnTo>
                  <a:lnTo>
                    <a:pt x="21" y="74"/>
                  </a:lnTo>
                  <a:lnTo>
                    <a:pt x="21" y="74"/>
                  </a:lnTo>
                  <a:lnTo>
                    <a:pt x="24" y="74"/>
                  </a:lnTo>
                  <a:lnTo>
                    <a:pt x="24" y="74"/>
                  </a:lnTo>
                  <a:lnTo>
                    <a:pt x="24" y="76"/>
                  </a:lnTo>
                  <a:lnTo>
                    <a:pt x="24" y="76"/>
                  </a:lnTo>
                  <a:lnTo>
                    <a:pt x="24" y="78"/>
                  </a:lnTo>
                  <a:lnTo>
                    <a:pt x="26" y="78"/>
                  </a:lnTo>
                  <a:lnTo>
                    <a:pt x="26" y="78"/>
                  </a:lnTo>
                  <a:lnTo>
                    <a:pt x="26" y="78"/>
                  </a:lnTo>
                  <a:lnTo>
                    <a:pt x="26" y="78"/>
                  </a:lnTo>
                  <a:lnTo>
                    <a:pt x="26" y="81"/>
                  </a:lnTo>
                  <a:lnTo>
                    <a:pt x="29" y="81"/>
                  </a:lnTo>
                  <a:lnTo>
                    <a:pt x="29" y="81"/>
                  </a:lnTo>
                  <a:lnTo>
                    <a:pt x="29" y="81"/>
                  </a:lnTo>
                  <a:lnTo>
                    <a:pt x="31" y="81"/>
                  </a:lnTo>
                  <a:lnTo>
                    <a:pt x="31" y="83"/>
                  </a:lnTo>
                  <a:lnTo>
                    <a:pt x="31" y="83"/>
                  </a:lnTo>
                  <a:lnTo>
                    <a:pt x="31" y="83"/>
                  </a:lnTo>
                  <a:lnTo>
                    <a:pt x="31" y="85"/>
                  </a:lnTo>
                  <a:lnTo>
                    <a:pt x="31" y="85"/>
                  </a:lnTo>
                  <a:lnTo>
                    <a:pt x="31" y="85"/>
                  </a:lnTo>
                  <a:lnTo>
                    <a:pt x="33" y="85"/>
                  </a:lnTo>
                  <a:lnTo>
                    <a:pt x="33" y="85"/>
                  </a:lnTo>
                  <a:lnTo>
                    <a:pt x="33" y="85"/>
                  </a:lnTo>
                  <a:lnTo>
                    <a:pt x="33" y="85"/>
                  </a:lnTo>
                  <a:lnTo>
                    <a:pt x="33" y="88"/>
                  </a:lnTo>
                  <a:lnTo>
                    <a:pt x="36" y="88"/>
                  </a:lnTo>
                  <a:lnTo>
                    <a:pt x="36" y="88"/>
                  </a:lnTo>
                  <a:lnTo>
                    <a:pt x="36" y="88"/>
                  </a:lnTo>
                  <a:lnTo>
                    <a:pt x="38" y="88"/>
                  </a:lnTo>
                  <a:lnTo>
                    <a:pt x="38" y="88"/>
                  </a:lnTo>
                  <a:lnTo>
                    <a:pt x="38" y="88"/>
                  </a:lnTo>
                  <a:lnTo>
                    <a:pt x="40" y="88"/>
                  </a:lnTo>
                  <a:lnTo>
                    <a:pt x="40" y="88"/>
                  </a:lnTo>
                  <a:lnTo>
                    <a:pt x="40" y="88"/>
                  </a:lnTo>
                  <a:lnTo>
                    <a:pt x="40" y="88"/>
                  </a:lnTo>
                  <a:lnTo>
                    <a:pt x="43" y="88"/>
                  </a:lnTo>
                  <a:lnTo>
                    <a:pt x="43" y="85"/>
                  </a:lnTo>
                  <a:lnTo>
                    <a:pt x="43" y="85"/>
                  </a:lnTo>
                  <a:lnTo>
                    <a:pt x="45" y="85"/>
                  </a:lnTo>
                  <a:lnTo>
                    <a:pt x="45" y="85"/>
                  </a:lnTo>
                  <a:lnTo>
                    <a:pt x="45" y="85"/>
                  </a:lnTo>
                  <a:lnTo>
                    <a:pt x="45" y="85"/>
                  </a:lnTo>
                  <a:lnTo>
                    <a:pt x="45" y="85"/>
                  </a:lnTo>
                  <a:lnTo>
                    <a:pt x="47" y="85"/>
                  </a:lnTo>
                  <a:lnTo>
                    <a:pt x="47" y="85"/>
                  </a:lnTo>
                  <a:lnTo>
                    <a:pt x="47" y="85"/>
                  </a:lnTo>
                  <a:lnTo>
                    <a:pt x="50" y="85"/>
                  </a:lnTo>
                  <a:lnTo>
                    <a:pt x="50" y="85"/>
                  </a:lnTo>
                  <a:lnTo>
                    <a:pt x="50" y="83"/>
                  </a:lnTo>
                  <a:lnTo>
                    <a:pt x="52" y="83"/>
                  </a:lnTo>
                  <a:lnTo>
                    <a:pt x="52" y="83"/>
                  </a:lnTo>
                  <a:lnTo>
                    <a:pt x="52" y="83"/>
                  </a:lnTo>
                  <a:lnTo>
                    <a:pt x="52" y="85"/>
                  </a:lnTo>
                  <a:lnTo>
                    <a:pt x="55" y="85"/>
                  </a:lnTo>
                  <a:lnTo>
                    <a:pt x="55" y="85"/>
                  </a:lnTo>
                  <a:lnTo>
                    <a:pt x="55" y="85"/>
                  </a:lnTo>
                  <a:lnTo>
                    <a:pt x="55" y="85"/>
                  </a:lnTo>
                  <a:lnTo>
                    <a:pt x="57" y="85"/>
                  </a:lnTo>
                  <a:lnTo>
                    <a:pt x="57" y="85"/>
                  </a:lnTo>
                  <a:lnTo>
                    <a:pt x="57" y="85"/>
                  </a:lnTo>
                  <a:lnTo>
                    <a:pt x="57" y="85"/>
                  </a:lnTo>
                  <a:lnTo>
                    <a:pt x="59" y="85"/>
                  </a:lnTo>
                  <a:lnTo>
                    <a:pt x="59" y="85"/>
                  </a:lnTo>
                  <a:lnTo>
                    <a:pt x="59" y="85"/>
                  </a:lnTo>
                  <a:lnTo>
                    <a:pt x="59" y="85"/>
                  </a:lnTo>
                  <a:lnTo>
                    <a:pt x="62" y="85"/>
                  </a:lnTo>
                  <a:lnTo>
                    <a:pt x="62" y="85"/>
                  </a:lnTo>
                  <a:lnTo>
                    <a:pt x="62" y="85"/>
                  </a:lnTo>
                  <a:lnTo>
                    <a:pt x="64" y="85"/>
                  </a:lnTo>
                  <a:lnTo>
                    <a:pt x="64" y="85"/>
                  </a:lnTo>
                  <a:lnTo>
                    <a:pt x="64" y="85"/>
                  </a:lnTo>
                  <a:lnTo>
                    <a:pt x="66" y="85"/>
                  </a:lnTo>
                  <a:lnTo>
                    <a:pt x="66" y="85"/>
                  </a:lnTo>
                  <a:lnTo>
                    <a:pt x="66" y="83"/>
                  </a:lnTo>
                  <a:lnTo>
                    <a:pt x="66" y="83"/>
                  </a:lnTo>
                  <a:lnTo>
                    <a:pt x="66" y="83"/>
                  </a:lnTo>
                  <a:lnTo>
                    <a:pt x="66" y="83"/>
                  </a:lnTo>
                  <a:lnTo>
                    <a:pt x="69" y="83"/>
                  </a:lnTo>
                  <a:lnTo>
                    <a:pt x="69" y="83"/>
                  </a:lnTo>
                  <a:lnTo>
                    <a:pt x="71" y="83"/>
                  </a:lnTo>
                  <a:lnTo>
                    <a:pt x="71" y="83"/>
                  </a:lnTo>
                  <a:lnTo>
                    <a:pt x="71" y="81"/>
                  </a:lnTo>
                  <a:lnTo>
                    <a:pt x="71" y="81"/>
                  </a:lnTo>
                  <a:lnTo>
                    <a:pt x="71" y="81"/>
                  </a:lnTo>
                  <a:lnTo>
                    <a:pt x="71" y="78"/>
                  </a:lnTo>
                  <a:lnTo>
                    <a:pt x="71" y="78"/>
                  </a:lnTo>
                  <a:lnTo>
                    <a:pt x="71" y="76"/>
                  </a:lnTo>
                  <a:lnTo>
                    <a:pt x="73" y="76"/>
                  </a:lnTo>
                  <a:lnTo>
                    <a:pt x="73" y="76"/>
                  </a:lnTo>
                  <a:lnTo>
                    <a:pt x="73" y="74"/>
                  </a:lnTo>
                  <a:lnTo>
                    <a:pt x="73" y="74"/>
                  </a:lnTo>
                  <a:lnTo>
                    <a:pt x="73" y="74"/>
                  </a:lnTo>
                  <a:lnTo>
                    <a:pt x="73" y="74"/>
                  </a:lnTo>
                  <a:lnTo>
                    <a:pt x="73" y="74"/>
                  </a:lnTo>
                  <a:lnTo>
                    <a:pt x="76" y="74"/>
                  </a:lnTo>
                  <a:lnTo>
                    <a:pt x="76" y="74"/>
                  </a:lnTo>
                  <a:lnTo>
                    <a:pt x="78" y="74"/>
                  </a:lnTo>
                  <a:lnTo>
                    <a:pt x="78" y="71"/>
                  </a:lnTo>
                  <a:lnTo>
                    <a:pt x="78" y="71"/>
                  </a:lnTo>
                  <a:lnTo>
                    <a:pt x="78" y="71"/>
                  </a:lnTo>
                  <a:lnTo>
                    <a:pt x="78" y="71"/>
                  </a:lnTo>
                  <a:lnTo>
                    <a:pt x="81" y="71"/>
                  </a:lnTo>
                  <a:lnTo>
                    <a:pt x="81" y="71"/>
                  </a:lnTo>
                  <a:lnTo>
                    <a:pt x="81" y="71"/>
                  </a:lnTo>
                  <a:lnTo>
                    <a:pt x="83" y="71"/>
                  </a:lnTo>
                  <a:lnTo>
                    <a:pt x="83" y="71"/>
                  </a:lnTo>
                  <a:lnTo>
                    <a:pt x="83" y="71"/>
                  </a:lnTo>
                  <a:lnTo>
                    <a:pt x="85" y="71"/>
                  </a:lnTo>
                  <a:lnTo>
                    <a:pt x="85" y="71"/>
                  </a:lnTo>
                  <a:lnTo>
                    <a:pt x="85" y="71"/>
                  </a:lnTo>
                  <a:lnTo>
                    <a:pt x="88" y="71"/>
                  </a:lnTo>
                  <a:lnTo>
                    <a:pt x="88" y="71"/>
                  </a:lnTo>
                  <a:lnTo>
                    <a:pt x="88" y="71"/>
                  </a:lnTo>
                  <a:lnTo>
                    <a:pt x="88" y="71"/>
                  </a:lnTo>
                  <a:lnTo>
                    <a:pt x="90" y="71"/>
                  </a:lnTo>
                  <a:lnTo>
                    <a:pt x="90" y="71"/>
                  </a:lnTo>
                  <a:lnTo>
                    <a:pt x="90" y="71"/>
                  </a:lnTo>
                  <a:lnTo>
                    <a:pt x="90" y="74"/>
                  </a:lnTo>
                  <a:lnTo>
                    <a:pt x="90" y="74"/>
                  </a:lnTo>
                  <a:lnTo>
                    <a:pt x="90" y="74"/>
                  </a:lnTo>
                  <a:lnTo>
                    <a:pt x="88" y="74"/>
                  </a:lnTo>
                  <a:lnTo>
                    <a:pt x="88" y="74"/>
                  </a:lnTo>
                  <a:lnTo>
                    <a:pt x="90" y="74"/>
                  </a:lnTo>
                  <a:lnTo>
                    <a:pt x="90" y="74"/>
                  </a:lnTo>
                  <a:lnTo>
                    <a:pt x="92" y="74"/>
                  </a:lnTo>
                  <a:lnTo>
                    <a:pt x="92" y="74"/>
                  </a:lnTo>
                  <a:lnTo>
                    <a:pt x="92" y="76"/>
                  </a:lnTo>
                  <a:lnTo>
                    <a:pt x="92" y="76"/>
                  </a:lnTo>
                  <a:lnTo>
                    <a:pt x="95" y="76"/>
                  </a:lnTo>
                  <a:lnTo>
                    <a:pt x="95" y="76"/>
                  </a:lnTo>
                  <a:lnTo>
                    <a:pt x="95" y="76"/>
                  </a:lnTo>
                  <a:lnTo>
                    <a:pt x="97" y="76"/>
                  </a:lnTo>
                  <a:lnTo>
                    <a:pt x="97" y="76"/>
                  </a:lnTo>
                  <a:lnTo>
                    <a:pt x="97" y="76"/>
                  </a:lnTo>
                  <a:lnTo>
                    <a:pt x="97" y="78"/>
                  </a:lnTo>
                  <a:lnTo>
                    <a:pt x="100" y="78"/>
                  </a:lnTo>
                  <a:lnTo>
                    <a:pt x="100" y="78"/>
                  </a:lnTo>
                  <a:lnTo>
                    <a:pt x="100" y="78"/>
                  </a:lnTo>
                  <a:lnTo>
                    <a:pt x="100" y="76"/>
                  </a:lnTo>
                  <a:lnTo>
                    <a:pt x="102" y="76"/>
                  </a:lnTo>
                  <a:lnTo>
                    <a:pt x="102" y="78"/>
                  </a:lnTo>
                  <a:lnTo>
                    <a:pt x="102" y="78"/>
                  </a:lnTo>
                  <a:lnTo>
                    <a:pt x="102" y="78"/>
                  </a:lnTo>
                  <a:lnTo>
                    <a:pt x="104" y="78"/>
                  </a:lnTo>
                  <a:lnTo>
                    <a:pt x="104" y="81"/>
                  </a:lnTo>
                  <a:lnTo>
                    <a:pt x="104" y="81"/>
                  </a:lnTo>
                  <a:lnTo>
                    <a:pt x="104" y="78"/>
                  </a:lnTo>
                  <a:lnTo>
                    <a:pt x="104" y="78"/>
                  </a:lnTo>
                  <a:lnTo>
                    <a:pt x="107" y="78"/>
                  </a:lnTo>
                  <a:lnTo>
                    <a:pt x="107" y="78"/>
                  </a:lnTo>
                  <a:lnTo>
                    <a:pt x="107" y="78"/>
                  </a:lnTo>
                  <a:lnTo>
                    <a:pt x="107" y="78"/>
                  </a:lnTo>
                  <a:lnTo>
                    <a:pt x="107" y="76"/>
                  </a:lnTo>
                  <a:lnTo>
                    <a:pt x="107" y="76"/>
                  </a:lnTo>
                  <a:lnTo>
                    <a:pt x="109" y="76"/>
                  </a:lnTo>
                  <a:lnTo>
                    <a:pt x="109" y="74"/>
                  </a:lnTo>
                  <a:lnTo>
                    <a:pt x="109" y="74"/>
                  </a:lnTo>
                  <a:lnTo>
                    <a:pt x="111" y="74"/>
                  </a:lnTo>
                  <a:lnTo>
                    <a:pt x="111" y="74"/>
                  </a:lnTo>
                  <a:lnTo>
                    <a:pt x="111" y="74"/>
                  </a:lnTo>
                  <a:lnTo>
                    <a:pt x="111" y="74"/>
                  </a:lnTo>
                  <a:lnTo>
                    <a:pt x="114" y="74"/>
                  </a:lnTo>
                  <a:lnTo>
                    <a:pt x="114" y="74"/>
                  </a:lnTo>
                  <a:lnTo>
                    <a:pt x="114" y="74"/>
                  </a:lnTo>
                  <a:lnTo>
                    <a:pt x="114" y="74"/>
                  </a:lnTo>
                  <a:lnTo>
                    <a:pt x="116" y="74"/>
                  </a:lnTo>
                  <a:lnTo>
                    <a:pt x="116" y="74"/>
                  </a:lnTo>
                  <a:lnTo>
                    <a:pt x="116" y="74"/>
                  </a:lnTo>
                  <a:lnTo>
                    <a:pt x="118" y="74"/>
                  </a:lnTo>
                  <a:lnTo>
                    <a:pt x="118" y="74"/>
                  </a:lnTo>
                  <a:lnTo>
                    <a:pt x="118" y="74"/>
                  </a:lnTo>
                  <a:lnTo>
                    <a:pt x="118" y="74"/>
                  </a:lnTo>
                  <a:lnTo>
                    <a:pt x="121" y="74"/>
                  </a:lnTo>
                  <a:lnTo>
                    <a:pt x="121" y="74"/>
                  </a:lnTo>
                  <a:lnTo>
                    <a:pt x="121" y="74"/>
                  </a:lnTo>
                  <a:lnTo>
                    <a:pt x="121" y="74"/>
                  </a:lnTo>
                  <a:lnTo>
                    <a:pt x="123" y="74"/>
                  </a:lnTo>
                  <a:lnTo>
                    <a:pt x="123" y="74"/>
                  </a:lnTo>
                  <a:lnTo>
                    <a:pt x="123" y="74"/>
                  </a:lnTo>
                  <a:lnTo>
                    <a:pt x="123" y="74"/>
                  </a:lnTo>
                  <a:lnTo>
                    <a:pt x="123" y="74"/>
                  </a:lnTo>
                  <a:lnTo>
                    <a:pt x="126" y="74"/>
                  </a:lnTo>
                  <a:lnTo>
                    <a:pt x="126" y="71"/>
                  </a:lnTo>
                  <a:lnTo>
                    <a:pt x="126" y="71"/>
                  </a:lnTo>
                  <a:lnTo>
                    <a:pt x="126" y="71"/>
                  </a:lnTo>
                  <a:lnTo>
                    <a:pt x="126" y="69"/>
                  </a:lnTo>
                  <a:lnTo>
                    <a:pt x="126" y="69"/>
                  </a:lnTo>
                  <a:lnTo>
                    <a:pt x="126" y="69"/>
                  </a:lnTo>
                  <a:lnTo>
                    <a:pt x="126" y="67"/>
                  </a:lnTo>
                  <a:lnTo>
                    <a:pt x="126" y="67"/>
                  </a:lnTo>
                  <a:lnTo>
                    <a:pt x="126" y="64"/>
                  </a:lnTo>
                  <a:lnTo>
                    <a:pt x="126" y="64"/>
                  </a:lnTo>
                  <a:lnTo>
                    <a:pt x="128" y="64"/>
                  </a:lnTo>
                  <a:lnTo>
                    <a:pt x="128" y="64"/>
                  </a:lnTo>
                  <a:lnTo>
                    <a:pt x="128" y="64"/>
                  </a:lnTo>
                  <a:lnTo>
                    <a:pt x="128" y="64"/>
                  </a:lnTo>
                  <a:lnTo>
                    <a:pt x="128" y="62"/>
                  </a:lnTo>
                  <a:lnTo>
                    <a:pt x="130" y="62"/>
                  </a:lnTo>
                  <a:lnTo>
                    <a:pt x="130" y="62"/>
                  </a:lnTo>
                  <a:lnTo>
                    <a:pt x="130" y="59"/>
                  </a:lnTo>
                  <a:lnTo>
                    <a:pt x="130" y="59"/>
                  </a:lnTo>
                  <a:lnTo>
                    <a:pt x="128" y="59"/>
                  </a:lnTo>
                  <a:lnTo>
                    <a:pt x="128" y="59"/>
                  </a:lnTo>
                  <a:lnTo>
                    <a:pt x="128" y="57"/>
                  </a:lnTo>
                  <a:lnTo>
                    <a:pt x="128" y="57"/>
                  </a:lnTo>
                  <a:lnTo>
                    <a:pt x="128" y="55"/>
                  </a:lnTo>
                  <a:lnTo>
                    <a:pt x="128" y="55"/>
                  </a:lnTo>
                  <a:lnTo>
                    <a:pt x="128" y="55"/>
                  </a:lnTo>
                  <a:lnTo>
                    <a:pt x="128" y="55"/>
                  </a:lnTo>
                  <a:lnTo>
                    <a:pt x="130" y="55"/>
                  </a:lnTo>
                  <a:lnTo>
                    <a:pt x="130" y="55"/>
                  </a:lnTo>
                  <a:lnTo>
                    <a:pt x="130" y="52"/>
                  </a:lnTo>
                  <a:lnTo>
                    <a:pt x="133" y="52"/>
                  </a:lnTo>
                  <a:lnTo>
                    <a:pt x="133" y="52"/>
                  </a:lnTo>
                  <a:lnTo>
                    <a:pt x="133" y="50"/>
                  </a:lnTo>
                  <a:lnTo>
                    <a:pt x="133" y="50"/>
                  </a:lnTo>
                  <a:lnTo>
                    <a:pt x="133" y="50"/>
                  </a:lnTo>
                  <a:lnTo>
                    <a:pt x="133" y="50"/>
                  </a:lnTo>
                  <a:lnTo>
                    <a:pt x="135" y="50"/>
                  </a:lnTo>
                  <a:lnTo>
                    <a:pt x="135" y="48"/>
                  </a:lnTo>
                  <a:lnTo>
                    <a:pt x="135" y="48"/>
                  </a:lnTo>
                  <a:lnTo>
                    <a:pt x="137" y="48"/>
                  </a:lnTo>
                  <a:lnTo>
                    <a:pt x="137" y="48"/>
                  </a:lnTo>
                  <a:lnTo>
                    <a:pt x="137" y="48"/>
                  </a:lnTo>
                  <a:lnTo>
                    <a:pt x="137" y="48"/>
                  </a:lnTo>
                  <a:lnTo>
                    <a:pt x="137" y="45"/>
                  </a:lnTo>
                  <a:lnTo>
                    <a:pt x="137" y="45"/>
                  </a:lnTo>
                  <a:lnTo>
                    <a:pt x="137" y="45"/>
                  </a:lnTo>
                  <a:lnTo>
                    <a:pt x="137" y="45"/>
                  </a:lnTo>
                  <a:lnTo>
                    <a:pt x="135" y="45"/>
                  </a:lnTo>
                  <a:lnTo>
                    <a:pt x="135" y="45"/>
                  </a:lnTo>
                  <a:lnTo>
                    <a:pt x="135" y="43"/>
                  </a:lnTo>
                  <a:lnTo>
                    <a:pt x="135" y="43"/>
                  </a:lnTo>
                  <a:lnTo>
                    <a:pt x="135" y="40"/>
                  </a:lnTo>
                  <a:lnTo>
                    <a:pt x="135" y="40"/>
                  </a:lnTo>
                  <a:lnTo>
                    <a:pt x="135" y="38"/>
                  </a:lnTo>
                  <a:lnTo>
                    <a:pt x="135" y="38"/>
                  </a:lnTo>
                  <a:lnTo>
                    <a:pt x="137" y="38"/>
                  </a:lnTo>
                  <a:lnTo>
                    <a:pt x="137" y="36"/>
                  </a:lnTo>
                  <a:lnTo>
                    <a:pt x="137" y="36"/>
                  </a:lnTo>
                  <a:lnTo>
                    <a:pt x="137" y="36"/>
                  </a:lnTo>
                  <a:lnTo>
                    <a:pt x="137" y="36"/>
                  </a:lnTo>
                  <a:lnTo>
                    <a:pt x="137" y="36"/>
                  </a:lnTo>
                  <a:lnTo>
                    <a:pt x="137" y="33"/>
                  </a:lnTo>
                  <a:lnTo>
                    <a:pt x="140" y="33"/>
                  </a:lnTo>
                  <a:lnTo>
                    <a:pt x="140" y="33"/>
                  </a:lnTo>
                  <a:lnTo>
                    <a:pt x="140" y="36"/>
                  </a:lnTo>
                  <a:lnTo>
                    <a:pt x="140" y="36"/>
                  </a:lnTo>
                  <a:lnTo>
                    <a:pt x="142" y="36"/>
                  </a:lnTo>
                  <a:lnTo>
                    <a:pt x="142" y="33"/>
                  </a:lnTo>
                  <a:lnTo>
                    <a:pt x="142" y="33"/>
                  </a:lnTo>
                  <a:lnTo>
                    <a:pt x="144" y="33"/>
                  </a:lnTo>
                  <a:lnTo>
                    <a:pt x="144" y="33"/>
                  </a:lnTo>
                  <a:lnTo>
                    <a:pt x="144" y="31"/>
                  </a:lnTo>
                  <a:lnTo>
                    <a:pt x="144" y="31"/>
                  </a:lnTo>
                  <a:lnTo>
                    <a:pt x="144" y="31"/>
                  </a:lnTo>
                  <a:lnTo>
                    <a:pt x="144" y="29"/>
                  </a:lnTo>
                  <a:lnTo>
                    <a:pt x="144" y="29"/>
                  </a:lnTo>
                  <a:lnTo>
                    <a:pt x="144" y="26"/>
                  </a:lnTo>
                  <a:lnTo>
                    <a:pt x="144" y="26"/>
                  </a:lnTo>
                  <a:lnTo>
                    <a:pt x="144" y="26"/>
                  </a:lnTo>
                  <a:lnTo>
                    <a:pt x="144" y="24"/>
                  </a:lnTo>
                  <a:lnTo>
                    <a:pt x="144" y="24"/>
                  </a:lnTo>
                  <a:lnTo>
                    <a:pt x="144" y="24"/>
                  </a:lnTo>
                  <a:lnTo>
                    <a:pt x="147" y="24"/>
                  </a:lnTo>
                  <a:lnTo>
                    <a:pt x="147" y="24"/>
                  </a:lnTo>
                  <a:lnTo>
                    <a:pt x="147" y="24"/>
                  </a:lnTo>
                  <a:lnTo>
                    <a:pt x="147" y="24"/>
                  </a:lnTo>
                  <a:lnTo>
                    <a:pt x="147" y="24"/>
                  </a:lnTo>
                  <a:lnTo>
                    <a:pt x="147" y="21"/>
                  </a:lnTo>
                  <a:lnTo>
                    <a:pt x="147" y="21"/>
                  </a:lnTo>
                  <a:lnTo>
                    <a:pt x="147" y="19"/>
                  </a:lnTo>
                  <a:lnTo>
                    <a:pt x="144" y="19"/>
                  </a:lnTo>
                  <a:lnTo>
                    <a:pt x="144" y="19"/>
                  </a:lnTo>
                  <a:lnTo>
                    <a:pt x="144" y="17"/>
                  </a:lnTo>
                  <a:lnTo>
                    <a:pt x="144" y="17"/>
                  </a:lnTo>
                  <a:lnTo>
                    <a:pt x="144" y="14"/>
                  </a:lnTo>
                  <a:lnTo>
                    <a:pt x="144" y="14"/>
                  </a:lnTo>
                  <a:lnTo>
                    <a:pt x="144" y="14"/>
                  </a:lnTo>
                  <a:lnTo>
                    <a:pt x="147" y="14"/>
                  </a:lnTo>
                  <a:lnTo>
                    <a:pt x="147" y="12"/>
                  </a:lnTo>
                  <a:lnTo>
                    <a:pt x="144" y="12"/>
                  </a:lnTo>
                  <a:lnTo>
                    <a:pt x="144" y="12"/>
                  </a:lnTo>
                  <a:lnTo>
                    <a:pt x="144" y="10"/>
                  </a:lnTo>
                  <a:lnTo>
                    <a:pt x="147" y="10"/>
                  </a:lnTo>
                  <a:lnTo>
                    <a:pt x="147" y="10"/>
                  </a:lnTo>
                  <a:lnTo>
                    <a:pt x="147" y="10"/>
                  </a:lnTo>
                  <a:lnTo>
                    <a:pt x="147" y="7"/>
                  </a:lnTo>
                  <a:lnTo>
                    <a:pt x="147" y="7"/>
                  </a:lnTo>
                  <a:lnTo>
                    <a:pt x="147" y="5"/>
                  </a:lnTo>
                  <a:lnTo>
                    <a:pt x="147" y="5"/>
                  </a:lnTo>
                  <a:lnTo>
                    <a:pt x="147" y="5"/>
                  </a:lnTo>
                  <a:lnTo>
                    <a:pt x="147" y="5"/>
                  </a:lnTo>
                  <a:lnTo>
                    <a:pt x="149" y="5"/>
                  </a:lnTo>
                  <a:lnTo>
                    <a:pt x="149" y="3"/>
                  </a:lnTo>
                  <a:lnTo>
                    <a:pt x="149" y="3"/>
                  </a:lnTo>
                  <a:lnTo>
                    <a:pt x="149" y="5"/>
                  </a:lnTo>
                  <a:lnTo>
                    <a:pt x="152" y="5"/>
                  </a:lnTo>
                  <a:lnTo>
                    <a:pt x="152" y="3"/>
                  </a:lnTo>
                  <a:lnTo>
                    <a:pt x="152" y="3"/>
                  </a:lnTo>
                  <a:lnTo>
                    <a:pt x="152" y="3"/>
                  </a:lnTo>
                  <a:lnTo>
                    <a:pt x="152" y="0"/>
                  </a:lnTo>
                  <a:lnTo>
                    <a:pt x="152" y="0"/>
                  </a:lnTo>
                  <a:lnTo>
                    <a:pt x="152" y="0"/>
                  </a:lnTo>
                  <a:lnTo>
                    <a:pt x="154" y="0"/>
                  </a:lnTo>
                  <a:lnTo>
                    <a:pt x="154" y="0"/>
                  </a:lnTo>
                  <a:lnTo>
                    <a:pt x="154" y="0"/>
                  </a:lnTo>
                  <a:lnTo>
                    <a:pt x="154" y="0"/>
                  </a:lnTo>
                  <a:lnTo>
                    <a:pt x="154" y="3"/>
                  </a:lnTo>
                  <a:lnTo>
                    <a:pt x="156" y="3"/>
                  </a:lnTo>
                  <a:lnTo>
                    <a:pt x="156" y="0"/>
                  </a:lnTo>
                  <a:lnTo>
                    <a:pt x="156" y="0"/>
                  </a:lnTo>
                  <a:lnTo>
                    <a:pt x="159" y="0"/>
                  </a:lnTo>
                  <a:lnTo>
                    <a:pt x="159" y="0"/>
                  </a:lnTo>
                  <a:lnTo>
                    <a:pt x="159" y="0"/>
                  </a:lnTo>
                  <a:lnTo>
                    <a:pt x="159" y="0"/>
                  </a:lnTo>
                  <a:lnTo>
                    <a:pt x="161" y="0"/>
                  </a:lnTo>
                  <a:lnTo>
                    <a:pt x="161" y="0"/>
                  </a:lnTo>
                  <a:lnTo>
                    <a:pt x="161" y="0"/>
                  </a:lnTo>
                  <a:lnTo>
                    <a:pt x="163" y="0"/>
                  </a:lnTo>
                  <a:lnTo>
                    <a:pt x="163" y="0"/>
                  </a:lnTo>
                  <a:lnTo>
                    <a:pt x="163" y="3"/>
                  </a:lnTo>
                  <a:lnTo>
                    <a:pt x="163" y="3"/>
                  </a:lnTo>
                  <a:lnTo>
                    <a:pt x="166" y="3"/>
                  </a:lnTo>
                  <a:lnTo>
                    <a:pt x="166" y="0"/>
                  </a:lnTo>
                  <a:lnTo>
                    <a:pt x="166" y="0"/>
                  </a:lnTo>
                  <a:lnTo>
                    <a:pt x="166" y="0"/>
                  </a:lnTo>
                  <a:lnTo>
                    <a:pt x="166" y="0"/>
                  </a:lnTo>
                  <a:lnTo>
                    <a:pt x="168" y="0"/>
                  </a:lnTo>
                  <a:lnTo>
                    <a:pt x="168" y="0"/>
                  </a:lnTo>
                  <a:lnTo>
                    <a:pt x="168" y="0"/>
                  </a:lnTo>
                  <a:lnTo>
                    <a:pt x="171" y="0"/>
                  </a:lnTo>
                  <a:lnTo>
                    <a:pt x="171" y="0"/>
                  </a:lnTo>
                  <a:lnTo>
                    <a:pt x="171" y="0"/>
                  </a:lnTo>
                  <a:lnTo>
                    <a:pt x="171" y="0"/>
                  </a:lnTo>
                  <a:lnTo>
                    <a:pt x="171" y="0"/>
                  </a:lnTo>
                  <a:lnTo>
                    <a:pt x="173" y="0"/>
                  </a:lnTo>
                  <a:lnTo>
                    <a:pt x="173" y="0"/>
                  </a:lnTo>
                  <a:lnTo>
                    <a:pt x="173" y="0"/>
                  </a:lnTo>
                  <a:lnTo>
                    <a:pt x="173" y="0"/>
                  </a:lnTo>
                  <a:lnTo>
                    <a:pt x="173" y="0"/>
                  </a:lnTo>
                  <a:lnTo>
                    <a:pt x="175" y="0"/>
                  </a:lnTo>
                  <a:lnTo>
                    <a:pt x="175" y="0"/>
                  </a:lnTo>
                  <a:lnTo>
                    <a:pt x="178" y="0"/>
                  </a:lnTo>
                  <a:lnTo>
                    <a:pt x="178" y="0"/>
                  </a:lnTo>
                  <a:lnTo>
                    <a:pt x="178" y="0"/>
                  </a:lnTo>
                  <a:lnTo>
                    <a:pt x="180" y="0"/>
                  </a:lnTo>
                  <a:lnTo>
                    <a:pt x="180" y="0"/>
                  </a:lnTo>
                  <a:lnTo>
                    <a:pt x="180" y="0"/>
                  </a:lnTo>
                  <a:lnTo>
                    <a:pt x="180" y="0"/>
                  </a:lnTo>
                  <a:lnTo>
                    <a:pt x="180" y="0"/>
                  </a:lnTo>
                  <a:lnTo>
                    <a:pt x="182" y="0"/>
                  </a:lnTo>
                  <a:lnTo>
                    <a:pt x="182" y="0"/>
                  </a:lnTo>
                  <a:lnTo>
                    <a:pt x="182" y="3"/>
                  </a:lnTo>
                  <a:lnTo>
                    <a:pt x="185" y="3"/>
                  </a:lnTo>
                  <a:lnTo>
                    <a:pt x="185" y="3"/>
                  </a:lnTo>
                  <a:lnTo>
                    <a:pt x="185" y="3"/>
                  </a:lnTo>
                  <a:lnTo>
                    <a:pt x="185" y="5"/>
                  </a:lnTo>
                  <a:lnTo>
                    <a:pt x="185" y="5"/>
                  </a:lnTo>
                  <a:lnTo>
                    <a:pt x="185" y="5"/>
                  </a:lnTo>
                  <a:lnTo>
                    <a:pt x="187" y="5"/>
                  </a:lnTo>
                  <a:lnTo>
                    <a:pt x="187" y="5"/>
                  </a:lnTo>
                  <a:lnTo>
                    <a:pt x="187" y="5"/>
                  </a:lnTo>
                  <a:lnTo>
                    <a:pt x="187" y="5"/>
                  </a:lnTo>
                  <a:lnTo>
                    <a:pt x="189" y="5"/>
                  </a:lnTo>
                  <a:lnTo>
                    <a:pt x="189" y="5"/>
                  </a:lnTo>
                  <a:lnTo>
                    <a:pt x="189" y="5"/>
                  </a:lnTo>
                  <a:lnTo>
                    <a:pt x="192" y="5"/>
                  </a:lnTo>
                  <a:lnTo>
                    <a:pt x="192" y="5"/>
                  </a:lnTo>
                  <a:lnTo>
                    <a:pt x="192" y="5"/>
                  </a:lnTo>
                  <a:lnTo>
                    <a:pt x="192" y="5"/>
                  </a:lnTo>
                  <a:lnTo>
                    <a:pt x="194" y="5"/>
                  </a:lnTo>
                  <a:lnTo>
                    <a:pt x="194" y="5"/>
                  </a:lnTo>
                  <a:lnTo>
                    <a:pt x="194" y="5"/>
                  </a:lnTo>
                  <a:lnTo>
                    <a:pt x="194" y="5"/>
                  </a:lnTo>
                  <a:lnTo>
                    <a:pt x="197" y="5"/>
                  </a:lnTo>
                  <a:lnTo>
                    <a:pt x="197" y="5"/>
                  </a:lnTo>
                  <a:lnTo>
                    <a:pt x="197" y="7"/>
                  </a:lnTo>
                  <a:lnTo>
                    <a:pt x="197" y="7"/>
                  </a:lnTo>
                  <a:lnTo>
                    <a:pt x="194" y="7"/>
                  </a:lnTo>
                  <a:lnTo>
                    <a:pt x="194" y="10"/>
                  </a:lnTo>
                  <a:lnTo>
                    <a:pt x="194" y="10"/>
                  </a:lnTo>
                  <a:lnTo>
                    <a:pt x="194" y="10"/>
                  </a:lnTo>
                  <a:lnTo>
                    <a:pt x="194" y="7"/>
                  </a:lnTo>
                  <a:lnTo>
                    <a:pt x="192" y="7"/>
                  </a:lnTo>
                  <a:lnTo>
                    <a:pt x="192" y="7"/>
                  </a:lnTo>
                  <a:lnTo>
                    <a:pt x="192" y="10"/>
                  </a:lnTo>
                  <a:lnTo>
                    <a:pt x="192" y="10"/>
                  </a:lnTo>
                  <a:lnTo>
                    <a:pt x="192" y="10"/>
                  </a:lnTo>
                  <a:lnTo>
                    <a:pt x="189" y="10"/>
                  </a:lnTo>
                  <a:lnTo>
                    <a:pt x="189" y="12"/>
                  </a:lnTo>
                  <a:lnTo>
                    <a:pt x="192" y="12"/>
                  </a:lnTo>
                  <a:lnTo>
                    <a:pt x="192" y="12"/>
                  </a:lnTo>
                  <a:lnTo>
                    <a:pt x="192" y="12"/>
                  </a:lnTo>
                  <a:lnTo>
                    <a:pt x="192" y="12"/>
                  </a:lnTo>
                  <a:lnTo>
                    <a:pt x="192" y="14"/>
                  </a:lnTo>
                  <a:lnTo>
                    <a:pt x="194" y="14"/>
                  </a:lnTo>
                  <a:lnTo>
                    <a:pt x="194" y="14"/>
                  </a:lnTo>
                  <a:lnTo>
                    <a:pt x="194" y="14"/>
                  </a:lnTo>
                  <a:lnTo>
                    <a:pt x="194" y="14"/>
                  </a:lnTo>
                  <a:lnTo>
                    <a:pt x="194" y="14"/>
                  </a:lnTo>
                  <a:lnTo>
                    <a:pt x="194" y="17"/>
                  </a:lnTo>
                  <a:lnTo>
                    <a:pt x="194" y="17"/>
                  </a:lnTo>
                  <a:lnTo>
                    <a:pt x="192" y="17"/>
                  </a:lnTo>
                  <a:lnTo>
                    <a:pt x="192" y="19"/>
                  </a:lnTo>
                  <a:lnTo>
                    <a:pt x="192" y="19"/>
                  </a:lnTo>
                  <a:lnTo>
                    <a:pt x="192" y="19"/>
                  </a:lnTo>
                  <a:lnTo>
                    <a:pt x="192" y="19"/>
                  </a:lnTo>
                  <a:lnTo>
                    <a:pt x="189" y="19"/>
                  </a:lnTo>
                  <a:lnTo>
                    <a:pt x="189" y="21"/>
                  </a:lnTo>
                  <a:lnTo>
                    <a:pt x="189" y="21"/>
                  </a:lnTo>
                  <a:lnTo>
                    <a:pt x="189" y="21"/>
                  </a:lnTo>
                  <a:lnTo>
                    <a:pt x="189" y="24"/>
                  </a:lnTo>
                  <a:lnTo>
                    <a:pt x="189" y="24"/>
                  </a:lnTo>
                  <a:lnTo>
                    <a:pt x="189" y="24"/>
                  </a:lnTo>
                  <a:lnTo>
                    <a:pt x="192" y="24"/>
                  </a:lnTo>
                  <a:lnTo>
                    <a:pt x="192" y="26"/>
                  </a:lnTo>
                  <a:lnTo>
                    <a:pt x="192" y="26"/>
                  </a:lnTo>
                  <a:lnTo>
                    <a:pt x="189" y="26"/>
                  </a:lnTo>
                  <a:lnTo>
                    <a:pt x="189" y="26"/>
                  </a:lnTo>
                  <a:lnTo>
                    <a:pt x="189" y="29"/>
                  </a:lnTo>
                  <a:lnTo>
                    <a:pt x="189" y="29"/>
                  </a:lnTo>
                  <a:lnTo>
                    <a:pt x="189" y="29"/>
                  </a:lnTo>
                  <a:lnTo>
                    <a:pt x="187" y="29"/>
                  </a:lnTo>
                  <a:lnTo>
                    <a:pt x="187" y="29"/>
                  </a:lnTo>
                  <a:lnTo>
                    <a:pt x="187" y="29"/>
                  </a:lnTo>
                  <a:lnTo>
                    <a:pt x="187" y="29"/>
                  </a:lnTo>
                  <a:lnTo>
                    <a:pt x="185" y="29"/>
                  </a:lnTo>
                  <a:lnTo>
                    <a:pt x="185" y="29"/>
                  </a:lnTo>
                  <a:lnTo>
                    <a:pt x="185" y="31"/>
                  </a:lnTo>
                  <a:lnTo>
                    <a:pt x="187" y="31"/>
                  </a:lnTo>
                  <a:lnTo>
                    <a:pt x="187" y="31"/>
                  </a:lnTo>
                  <a:lnTo>
                    <a:pt x="187" y="31"/>
                  </a:lnTo>
                  <a:lnTo>
                    <a:pt x="187" y="31"/>
                  </a:lnTo>
                  <a:lnTo>
                    <a:pt x="189" y="31"/>
                  </a:lnTo>
                  <a:lnTo>
                    <a:pt x="189" y="33"/>
                  </a:lnTo>
                  <a:lnTo>
                    <a:pt x="189" y="33"/>
                  </a:lnTo>
                  <a:lnTo>
                    <a:pt x="189" y="33"/>
                  </a:lnTo>
                  <a:lnTo>
                    <a:pt x="189" y="33"/>
                  </a:lnTo>
                  <a:lnTo>
                    <a:pt x="189" y="36"/>
                  </a:lnTo>
                  <a:lnTo>
                    <a:pt x="189" y="36"/>
                  </a:lnTo>
                  <a:lnTo>
                    <a:pt x="192" y="36"/>
                  </a:lnTo>
                  <a:lnTo>
                    <a:pt x="192" y="36"/>
                  </a:lnTo>
                  <a:lnTo>
                    <a:pt x="192" y="36"/>
                  </a:lnTo>
                  <a:lnTo>
                    <a:pt x="192" y="36"/>
                  </a:lnTo>
                  <a:lnTo>
                    <a:pt x="192" y="38"/>
                  </a:lnTo>
                  <a:lnTo>
                    <a:pt x="192" y="38"/>
                  </a:lnTo>
                  <a:lnTo>
                    <a:pt x="192" y="40"/>
                  </a:lnTo>
                  <a:lnTo>
                    <a:pt x="192" y="40"/>
                  </a:lnTo>
                  <a:lnTo>
                    <a:pt x="192" y="40"/>
                  </a:lnTo>
                  <a:lnTo>
                    <a:pt x="192" y="43"/>
                  </a:lnTo>
                  <a:lnTo>
                    <a:pt x="192" y="43"/>
                  </a:lnTo>
                  <a:lnTo>
                    <a:pt x="194" y="43"/>
                  </a:lnTo>
                  <a:lnTo>
                    <a:pt x="194" y="45"/>
                  </a:lnTo>
                  <a:lnTo>
                    <a:pt x="194" y="45"/>
                  </a:lnTo>
                  <a:lnTo>
                    <a:pt x="194" y="45"/>
                  </a:lnTo>
                  <a:lnTo>
                    <a:pt x="194" y="45"/>
                  </a:lnTo>
                  <a:lnTo>
                    <a:pt x="194" y="45"/>
                  </a:lnTo>
                  <a:lnTo>
                    <a:pt x="194" y="48"/>
                  </a:lnTo>
                  <a:lnTo>
                    <a:pt x="197" y="48"/>
                  </a:lnTo>
                  <a:lnTo>
                    <a:pt x="197" y="48"/>
                  </a:lnTo>
                  <a:lnTo>
                    <a:pt x="197" y="48"/>
                  </a:lnTo>
                  <a:lnTo>
                    <a:pt x="197" y="50"/>
                  </a:lnTo>
                  <a:lnTo>
                    <a:pt x="199" y="50"/>
                  </a:lnTo>
                  <a:lnTo>
                    <a:pt x="199" y="50"/>
                  </a:lnTo>
                  <a:lnTo>
                    <a:pt x="199" y="50"/>
                  </a:lnTo>
                  <a:lnTo>
                    <a:pt x="199" y="52"/>
                  </a:lnTo>
                  <a:lnTo>
                    <a:pt x="199" y="52"/>
                  </a:lnTo>
                  <a:lnTo>
                    <a:pt x="201" y="5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226"/>
            <p:cNvSpPr>
              <a:spLocks/>
            </p:cNvSpPr>
            <p:nvPr/>
          </p:nvSpPr>
          <p:spPr bwMode="auto">
            <a:xfrm>
              <a:off x="2679700" y="2617788"/>
              <a:ext cx="228600" cy="101600"/>
            </a:xfrm>
            <a:custGeom>
              <a:avLst/>
              <a:gdLst/>
              <a:ahLst/>
              <a:cxnLst>
                <a:cxn ang="0">
                  <a:pos x="2" y="0"/>
                </a:cxn>
                <a:cxn ang="0">
                  <a:pos x="9" y="0"/>
                </a:cxn>
                <a:cxn ang="0">
                  <a:pos x="16" y="0"/>
                </a:cxn>
                <a:cxn ang="0">
                  <a:pos x="21" y="2"/>
                </a:cxn>
                <a:cxn ang="0">
                  <a:pos x="28" y="5"/>
                </a:cxn>
                <a:cxn ang="0">
                  <a:pos x="33" y="7"/>
                </a:cxn>
                <a:cxn ang="0">
                  <a:pos x="40" y="9"/>
                </a:cxn>
                <a:cxn ang="0">
                  <a:pos x="47" y="9"/>
                </a:cxn>
                <a:cxn ang="0">
                  <a:pos x="54" y="7"/>
                </a:cxn>
                <a:cxn ang="0">
                  <a:pos x="59" y="9"/>
                </a:cxn>
                <a:cxn ang="0">
                  <a:pos x="64" y="12"/>
                </a:cxn>
                <a:cxn ang="0">
                  <a:pos x="68" y="14"/>
                </a:cxn>
                <a:cxn ang="0">
                  <a:pos x="76" y="16"/>
                </a:cxn>
                <a:cxn ang="0">
                  <a:pos x="80" y="19"/>
                </a:cxn>
                <a:cxn ang="0">
                  <a:pos x="83" y="24"/>
                </a:cxn>
                <a:cxn ang="0">
                  <a:pos x="87" y="24"/>
                </a:cxn>
                <a:cxn ang="0">
                  <a:pos x="94" y="21"/>
                </a:cxn>
                <a:cxn ang="0">
                  <a:pos x="102" y="21"/>
                </a:cxn>
                <a:cxn ang="0">
                  <a:pos x="104" y="21"/>
                </a:cxn>
                <a:cxn ang="0">
                  <a:pos x="111" y="21"/>
                </a:cxn>
                <a:cxn ang="0">
                  <a:pos x="116" y="26"/>
                </a:cxn>
                <a:cxn ang="0">
                  <a:pos x="123" y="26"/>
                </a:cxn>
                <a:cxn ang="0">
                  <a:pos x="125" y="33"/>
                </a:cxn>
                <a:cxn ang="0">
                  <a:pos x="125" y="35"/>
                </a:cxn>
                <a:cxn ang="0">
                  <a:pos x="130" y="38"/>
                </a:cxn>
                <a:cxn ang="0">
                  <a:pos x="135" y="40"/>
                </a:cxn>
                <a:cxn ang="0">
                  <a:pos x="137" y="45"/>
                </a:cxn>
                <a:cxn ang="0">
                  <a:pos x="135" y="52"/>
                </a:cxn>
                <a:cxn ang="0">
                  <a:pos x="142" y="54"/>
                </a:cxn>
                <a:cxn ang="0">
                  <a:pos x="144" y="59"/>
                </a:cxn>
                <a:cxn ang="0">
                  <a:pos x="139" y="64"/>
                </a:cxn>
                <a:cxn ang="0">
                  <a:pos x="135" y="61"/>
                </a:cxn>
                <a:cxn ang="0">
                  <a:pos x="128" y="61"/>
                </a:cxn>
                <a:cxn ang="0">
                  <a:pos x="123" y="57"/>
                </a:cxn>
                <a:cxn ang="0">
                  <a:pos x="120" y="54"/>
                </a:cxn>
                <a:cxn ang="0">
                  <a:pos x="113" y="52"/>
                </a:cxn>
                <a:cxn ang="0">
                  <a:pos x="109" y="57"/>
                </a:cxn>
                <a:cxn ang="0">
                  <a:pos x="104" y="57"/>
                </a:cxn>
                <a:cxn ang="0">
                  <a:pos x="99" y="59"/>
                </a:cxn>
                <a:cxn ang="0">
                  <a:pos x="94" y="59"/>
                </a:cxn>
                <a:cxn ang="0">
                  <a:pos x="87" y="59"/>
                </a:cxn>
                <a:cxn ang="0">
                  <a:pos x="83" y="61"/>
                </a:cxn>
                <a:cxn ang="0">
                  <a:pos x="76" y="61"/>
                </a:cxn>
                <a:cxn ang="0">
                  <a:pos x="71" y="61"/>
                </a:cxn>
                <a:cxn ang="0">
                  <a:pos x="66" y="54"/>
                </a:cxn>
                <a:cxn ang="0">
                  <a:pos x="61" y="52"/>
                </a:cxn>
                <a:cxn ang="0">
                  <a:pos x="57" y="50"/>
                </a:cxn>
                <a:cxn ang="0">
                  <a:pos x="52" y="52"/>
                </a:cxn>
                <a:cxn ang="0">
                  <a:pos x="45" y="52"/>
                </a:cxn>
                <a:cxn ang="0">
                  <a:pos x="38" y="52"/>
                </a:cxn>
                <a:cxn ang="0">
                  <a:pos x="35" y="50"/>
                </a:cxn>
                <a:cxn ang="0">
                  <a:pos x="38" y="42"/>
                </a:cxn>
                <a:cxn ang="0">
                  <a:pos x="35" y="38"/>
                </a:cxn>
                <a:cxn ang="0">
                  <a:pos x="33" y="31"/>
                </a:cxn>
                <a:cxn ang="0">
                  <a:pos x="33" y="24"/>
                </a:cxn>
                <a:cxn ang="0">
                  <a:pos x="26" y="19"/>
                </a:cxn>
                <a:cxn ang="0">
                  <a:pos x="21" y="14"/>
                </a:cxn>
                <a:cxn ang="0">
                  <a:pos x="16" y="12"/>
                </a:cxn>
                <a:cxn ang="0">
                  <a:pos x="9" y="12"/>
                </a:cxn>
                <a:cxn ang="0">
                  <a:pos x="5" y="7"/>
                </a:cxn>
              </a:cxnLst>
              <a:rect l="0" t="0" r="r" b="b"/>
              <a:pathLst>
                <a:path w="144" h="64">
                  <a:moveTo>
                    <a:pt x="0" y="5"/>
                  </a:moveTo>
                  <a:lnTo>
                    <a:pt x="0" y="2"/>
                  </a:lnTo>
                  <a:lnTo>
                    <a:pt x="2" y="2"/>
                  </a:lnTo>
                  <a:lnTo>
                    <a:pt x="2" y="2"/>
                  </a:lnTo>
                  <a:lnTo>
                    <a:pt x="2" y="2"/>
                  </a:lnTo>
                  <a:lnTo>
                    <a:pt x="2" y="2"/>
                  </a:lnTo>
                  <a:lnTo>
                    <a:pt x="2" y="0"/>
                  </a:lnTo>
                  <a:lnTo>
                    <a:pt x="2" y="0"/>
                  </a:lnTo>
                  <a:lnTo>
                    <a:pt x="2" y="0"/>
                  </a:lnTo>
                  <a:lnTo>
                    <a:pt x="5" y="0"/>
                  </a:lnTo>
                  <a:lnTo>
                    <a:pt x="5" y="0"/>
                  </a:lnTo>
                  <a:lnTo>
                    <a:pt x="7" y="0"/>
                  </a:lnTo>
                  <a:lnTo>
                    <a:pt x="7" y="0"/>
                  </a:lnTo>
                  <a:lnTo>
                    <a:pt x="7" y="0"/>
                  </a:lnTo>
                  <a:lnTo>
                    <a:pt x="7" y="0"/>
                  </a:lnTo>
                  <a:lnTo>
                    <a:pt x="9" y="0"/>
                  </a:lnTo>
                  <a:lnTo>
                    <a:pt x="9" y="0"/>
                  </a:lnTo>
                  <a:lnTo>
                    <a:pt x="9" y="0"/>
                  </a:lnTo>
                  <a:lnTo>
                    <a:pt x="12" y="0"/>
                  </a:lnTo>
                  <a:lnTo>
                    <a:pt x="12" y="0"/>
                  </a:lnTo>
                  <a:lnTo>
                    <a:pt x="12" y="2"/>
                  </a:lnTo>
                  <a:lnTo>
                    <a:pt x="14" y="2"/>
                  </a:lnTo>
                  <a:lnTo>
                    <a:pt x="14" y="0"/>
                  </a:lnTo>
                  <a:lnTo>
                    <a:pt x="14" y="0"/>
                  </a:lnTo>
                  <a:lnTo>
                    <a:pt x="14" y="0"/>
                  </a:lnTo>
                  <a:lnTo>
                    <a:pt x="16" y="0"/>
                  </a:lnTo>
                  <a:lnTo>
                    <a:pt x="16" y="0"/>
                  </a:lnTo>
                  <a:lnTo>
                    <a:pt x="16" y="2"/>
                  </a:lnTo>
                  <a:lnTo>
                    <a:pt x="19" y="2"/>
                  </a:lnTo>
                  <a:lnTo>
                    <a:pt x="19" y="2"/>
                  </a:lnTo>
                  <a:lnTo>
                    <a:pt x="19" y="2"/>
                  </a:lnTo>
                  <a:lnTo>
                    <a:pt x="19" y="2"/>
                  </a:lnTo>
                  <a:lnTo>
                    <a:pt x="21" y="2"/>
                  </a:lnTo>
                  <a:lnTo>
                    <a:pt x="21" y="2"/>
                  </a:lnTo>
                  <a:lnTo>
                    <a:pt x="21" y="2"/>
                  </a:lnTo>
                  <a:lnTo>
                    <a:pt x="21" y="2"/>
                  </a:lnTo>
                  <a:lnTo>
                    <a:pt x="23" y="2"/>
                  </a:lnTo>
                  <a:lnTo>
                    <a:pt x="23" y="5"/>
                  </a:lnTo>
                  <a:lnTo>
                    <a:pt x="23" y="5"/>
                  </a:lnTo>
                  <a:lnTo>
                    <a:pt x="26" y="5"/>
                  </a:lnTo>
                  <a:lnTo>
                    <a:pt x="26" y="5"/>
                  </a:lnTo>
                  <a:lnTo>
                    <a:pt x="26" y="5"/>
                  </a:lnTo>
                  <a:lnTo>
                    <a:pt x="28" y="5"/>
                  </a:lnTo>
                  <a:lnTo>
                    <a:pt x="28" y="5"/>
                  </a:lnTo>
                  <a:lnTo>
                    <a:pt x="28" y="5"/>
                  </a:lnTo>
                  <a:lnTo>
                    <a:pt x="28" y="5"/>
                  </a:lnTo>
                  <a:lnTo>
                    <a:pt x="31" y="5"/>
                  </a:lnTo>
                  <a:lnTo>
                    <a:pt x="31" y="5"/>
                  </a:lnTo>
                  <a:lnTo>
                    <a:pt x="31" y="5"/>
                  </a:lnTo>
                  <a:lnTo>
                    <a:pt x="31" y="5"/>
                  </a:lnTo>
                  <a:lnTo>
                    <a:pt x="31" y="7"/>
                  </a:lnTo>
                  <a:lnTo>
                    <a:pt x="33" y="7"/>
                  </a:lnTo>
                  <a:lnTo>
                    <a:pt x="33" y="7"/>
                  </a:lnTo>
                  <a:lnTo>
                    <a:pt x="33" y="7"/>
                  </a:lnTo>
                  <a:lnTo>
                    <a:pt x="33" y="7"/>
                  </a:lnTo>
                  <a:lnTo>
                    <a:pt x="35" y="7"/>
                  </a:lnTo>
                  <a:lnTo>
                    <a:pt x="35" y="7"/>
                  </a:lnTo>
                  <a:lnTo>
                    <a:pt x="35" y="9"/>
                  </a:lnTo>
                  <a:lnTo>
                    <a:pt x="35" y="9"/>
                  </a:lnTo>
                  <a:lnTo>
                    <a:pt x="38" y="9"/>
                  </a:lnTo>
                  <a:lnTo>
                    <a:pt x="38" y="9"/>
                  </a:lnTo>
                  <a:lnTo>
                    <a:pt x="40" y="9"/>
                  </a:lnTo>
                  <a:lnTo>
                    <a:pt x="40" y="9"/>
                  </a:lnTo>
                  <a:lnTo>
                    <a:pt x="40" y="9"/>
                  </a:lnTo>
                  <a:lnTo>
                    <a:pt x="40" y="7"/>
                  </a:lnTo>
                  <a:lnTo>
                    <a:pt x="42" y="7"/>
                  </a:lnTo>
                  <a:lnTo>
                    <a:pt x="42" y="9"/>
                  </a:lnTo>
                  <a:lnTo>
                    <a:pt x="42" y="9"/>
                  </a:lnTo>
                  <a:lnTo>
                    <a:pt x="42" y="9"/>
                  </a:lnTo>
                  <a:lnTo>
                    <a:pt x="45" y="9"/>
                  </a:lnTo>
                  <a:lnTo>
                    <a:pt x="45" y="9"/>
                  </a:lnTo>
                  <a:lnTo>
                    <a:pt x="47" y="9"/>
                  </a:lnTo>
                  <a:lnTo>
                    <a:pt x="47" y="9"/>
                  </a:lnTo>
                  <a:lnTo>
                    <a:pt x="47" y="9"/>
                  </a:lnTo>
                  <a:lnTo>
                    <a:pt x="49" y="9"/>
                  </a:lnTo>
                  <a:lnTo>
                    <a:pt x="49" y="9"/>
                  </a:lnTo>
                  <a:lnTo>
                    <a:pt x="52" y="9"/>
                  </a:lnTo>
                  <a:lnTo>
                    <a:pt x="52" y="7"/>
                  </a:lnTo>
                  <a:lnTo>
                    <a:pt x="52" y="7"/>
                  </a:lnTo>
                  <a:lnTo>
                    <a:pt x="52" y="7"/>
                  </a:lnTo>
                  <a:lnTo>
                    <a:pt x="54" y="7"/>
                  </a:lnTo>
                  <a:lnTo>
                    <a:pt x="54" y="9"/>
                  </a:lnTo>
                  <a:lnTo>
                    <a:pt x="54" y="9"/>
                  </a:lnTo>
                  <a:lnTo>
                    <a:pt x="54" y="9"/>
                  </a:lnTo>
                  <a:lnTo>
                    <a:pt x="54" y="9"/>
                  </a:lnTo>
                  <a:lnTo>
                    <a:pt x="57" y="9"/>
                  </a:lnTo>
                  <a:lnTo>
                    <a:pt x="57" y="9"/>
                  </a:lnTo>
                  <a:lnTo>
                    <a:pt x="59" y="9"/>
                  </a:lnTo>
                  <a:lnTo>
                    <a:pt x="59" y="9"/>
                  </a:lnTo>
                  <a:lnTo>
                    <a:pt x="59" y="9"/>
                  </a:lnTo>
                  <a:lnTo>
                    <a:pt x="59" y="9"/>
                  </a:lnTo>
                  <a:lnTo>
                    <a:pt x="59" y="9"/>
                  </a:lnTo>
                  <a:lnTo>
                    <a:pt x="61" y="9"/>
                  </a:lnTo>
                  <a:lnTo>
                    <a:pt x="61" y="9"/>
                  </a:lnTo>
                  <a:lnTo>
                    <a:pt x="61" y="9"/>
                  </a:lnTo>
                  <a:lnTo>
                    <a:pt x="64" y="9"/>
                  </a:lnTo>
                  <a:lnTo>
                    <a:pt x="64" y="12"/>
                  </a:lnTo>
                  <a:lnTo>
                    <a:pt x="64" y="12"/>
                  </a:lnTo>
                  <a:lnTo>
                    <a:pt x="64" y="12"/>
                  </a:lnTo>
                  <a:lnTo>
                    <a:pt x="66" y="12"/>
                  </a:lnTo>
                  <a:lnTo>
                    <a:pt x="66" y="12"/>
                  </a:lnTo>
                  <a:lnTo>
                    <a:pt x="66" y="12"/>
                  </a:lnTo>
                  <a:lnTo>
                    <a:pt x="66" y="14"/>
                  </a:lnTo>
                  <a:lnTo>
                    <a:pt x="66" y="14"/>
                  </a:lnTo>
                  <a:lnTo>
                    <a:pt x="68" y="14"/>
                  </a:lnTo>
                  <a:lnTo>
                    <a:pt x="68" y="14"/>
                  </a:lnTo>
                  <a:lnTo>
                    <a:pt x="68" y="14"/>
                  </a:lnTo>
                  <a:lnTo>
                    <a:pt x="68" y="14"/>
                  </a:lnTo>
                  <a:lnTo>
                    <a:pt x="71" y="14"/>
                  </a:lnTo>
                  <a:lnTo>
                    <a:pt x="71" y="16"/>
                  </a:lnTo>
                  <a:lnTo>
                    <a:pt x="71" y="16"/>
                  </a:lnTo>
                  <a:lnTo>
                    <a:pt x="73" y="16"/>
                  </a:lnTo>
                  <a:lnTo>
                    <a:pt x="73" y="16"/>
                  </a:lnTo>
                  <a:lnTo>
                    <a:pt x="73" y="16"/>
                  </a:lnTo>
                  <a:lnTo>
                    <a:pt x="73" y="16"/>
                  </a:lnTo>
                  <a:lnTo>
                    <a:pt x="73" y="16"/>
                  </a:lnTo>
                  <a:lnTo>
                    <a:pt x="76" y="16"/>
                  </a:lnTo>
                  <a:lnTo>
                    <a:pt x="76" y="16"/>
                  </a:lnTo>
                  <a:lnTo>
                    <a:pt x="76" y="16"/>
                  </a:lnTo>
                  <a:lnTo>
                    <a:pt x="76" y="16"/>
                  </a:lnTo>
                  <a:lnTo>
                    <a:pt x="78" y="16"/>
                  </a:lnTo>
                  <a:lnTo>
                    <a:pt x="78" y="19"/>
                  </a:lnTo>
                  <a:lnTo>
                    <a:pt x="78" y="19"/>
                  </a:lnTo>
                  <a:lnTo>
                    <a:pt x="78" y="19"/>
                  </a:lnTo>
                  <a:lnTo>
                    <a:pt x="80" y="19"/>
                  </a:lnTo>
                  <a:lnTo>
                    <a:pt x="80" y="19"/>
                  </a:lnTo>
                  <a:lnTo>
                    <a:pt x="80" y="19"/>
                  </a:lnTo>
                  <a:lnTo>
                    <a:pt x="80" y="21"/>
                  </a:lnTo>
                  <a:lnTo>
                    <a:pt x="83" y="21"/>
                  </a:lnTo>
                  <a:lnTo>
                    <a:pt x="83" y="21"/>
                  </a:lnTo>
                  <a:lnTo>
                    <a:pt x="83" y="24"/>
                  </a:lnTo>
                  <a:lnTo>
                    <a:pt x="80" y="24"/>
                  </a:lnTo>
                  <a:lnTo>
                    <a:pt x="80" y="24"/>
                  </a:lnTo>
                  <a:lnTo>
                    <a:pt x="80" y="24"/>
                  </a:lnTo>
                  <a:lnTo>
                    <a:pt x="83" y="24"/>
                  </a:lnTo>
                  <a:lnTo>
                    <a:pt x="83" y="24"/>
                  </a:lnTo>
                  <a:lnTo>
                    <a:pt x="85" y="24"/>
                  </a:lnTo>
                  <a:lnTo>
                    <a:pt x="85" y="24"/>
                  </a:lnTo>
                  <a:lnTo>
                    <a:pt x="85" y="26"/>
                  </a:lnTo>
                  <a:lnTo>
                    <a:pt x="85" y="26"/>
                  </a:lnTo>
                  <a:lnTo>
                    <a:pt x="85" y="24"/>
                  </a:lnTo>
                  <a:lnTo>
                    <a:pt x="87" y="24"/>
                  </a:lnTo>
                  <a:lnTo>
                    <a:pt x="87" y="24"/>
                  </a:lnTo>
                  <a:lnTo>
                    <a:pt x="87" y="24"/>
                  </a:lnTo>
                  <a:lnTo>
                    <a:pt x="87" y="24"/>
                  </a:lnTo>
                  <a:lnTo>
                    <a:pt x="90" y="24"/>
                  </a:lnTo>
                  <a:lnTo>
                    <a:pt x="90" y="24"/>
                  </a:lnTo>
                  <a:lnTo>
                    <a:pt x="92" y="24"/>
                  </a:lnTo>
                  <a:lnTo>
                    <a:pt x="92" y="24"/>
                  </a:lnTo>
                  <a:lnTo>
                    <a:pt x="92" y="24"/>
                  </a:lnTo>
                  <a:lnTo>
                    <a:pt x="92" y="21"/>
                  </a:lnTo>
                  <a:lnTo>
                    <a:pt x="92" y="21"/>
                  </a:lnTo>
                  <a:lnTo>
                    <a:pt x="94" y="21"/>
                  </a:lnTo>
                  <a:lnTo>
                    <a:pt x="94" y="21"/>
                  </a:lnTo>
                  <a:lnTo>
                    <a:pt x="94" y="21"/>
                  </a:lnTo>
                  <a:lnTo>
                    <a:pt x="97" y="21"/>
                  </a:lnTo>
                  <a:lnTo>
                    <a:pt x="97" y="21"/>
                  </a:lnTo>
                  <a:lnTo>
                    <a:pt x="97" y="21"/>
                  </a:lnTo>
                  <a:lnTo>
                    <a:pt x="99" y="21"/>
                  </a:lnTo>
                  <a:lnTo>
                    <a:pt x="99" y="21"/>
                  </a:lnTo>
                  <a:lnTo>
                    <a:pt x="99" y="21"/>
                  </a:lnTo>
                  <a:lnTo>
                    <a:pt x="102" y="21"/>
                  </a:lnTo>
                  <a:lnTo>
                    <a:pt x="102" y="21"/>
                  </a:lnTo>
                  <a:lnTo>
                    <a:pt x="102" y="21"/>
                  </a:lnTo>
                  <a:lnTo>
                    <a:pt x="102" y="21"/>
                  </a:lnTo>
                  <a:lnTo>
                    <a:pt x="102" y="24"/>
                  </a:lnTo>
                  <a:lnTo>
                    <a:pt x="102" y="24"/>
                  </a:lnTo>
                  <a:lnTo>
                    <a:pt x="104" y="24"/>
                  </a:lnTo>
                  <a:lnTo>
                    <a:pt x="104" y="24"/>
                  </a:lnTo>
                  <a:lnTo>
                    <a:pt x="104" y="24"/>
                  </a:lnTo>
                  <a:lnTo>
                    <a:pt x="104" y="21"/>
                  </a:lnTo>
                  <a:lnTo>
                    <a:pt x="106" y="21"/>
                  </a:lnTo>
                  <a:lnTo>
                    <a:pt x="106" y="21"/>
                  </a:lnTo>
                  <a:lnTo>
                    <a:pt x="106" y="21"/>
                  </a:lnTo>
                  <a:lnTo>
                    <a:pt x="106" y="21"/>
                  </a:lnTo>
                  <a:lnTo>
                    <a:pt x="109" y="21"/>
                  </a:lnTo>
                  <a:lnTo>
                    <a:pt x="109" y="21"/>
                  </a:lnTo>
                  <a:lnTo>
                    <a:pt x="109" y="21"/>
                  </a:lnTo>
                  <a:lnTo>
                    <a:pt x="109" y="21"/>
                  </a:lnTo>
                  <a:lnTo>
                    <a:pt x="111" y="21"/>
                  </a:lnTo>
                  <a:lnTo>
                    <a:pt x="111" y="21"/>
                  </a:lnTo>
                  <a:lnTo>
                    <a:pt x="111" y="24"/>
                  </a:lnTo>
                  <a:lnTo>
                    <a:pt x="113" y="24"/>
                  </a:lnTo>
                  <a:lnTo>
                    <a:pt x="113" y="24"/>
                  </a:lnTo>
                  <a:lnTo>
                    <a:pt x="113" y="24"/>
                  </a:lnTo>
                  <a:lnTo>
                    <a:pt x="113" y="24"/>
                  </a:lnTo>
                  <a:lnTo>
                    <a:pt x="113" y="24"/>
                  </a:lnTo>
                  <a:lnTo>
                    <a:pt x="113" y="26"/>
                  </a:lnTo>
                  <a:lnTo>
                    <a:pt x="116" y="26"/>
                  </a:lnTo>
                  <a:lnTo>
                    <a:pt x="116" y="26"/>
                  </a:lnTo>
                  <a:lnTo>
                    <a:pt x="116" y="26"/>
                  </a:lnTo>
                  <a:lnTo>
                    <a:pt x="118" y="26"/>
                  </a:lnTo>
                  <a:lnTo>
                    <a:pt x="118" y="26"/>
                  </a:lnTo>
                  <a:lnTo>
                    <a:pt x="120" y="26"/>
                  </a:lnTo>
                  <a:lnTo>
                    <a:pt x="120" y="26"/>
                  </a:lnTo>
                  <a:lnTo>
                    <a:pt x="120" y="26"/>
                  </a:lnTo>
                  <a:lnTo>
                    <a:pt x="120" y="26"/>
                  </a:lnTo>
                  <a:lnTo>
                    <a:pt x="123" y="26"/>
                  </a:lnTo>
                  <a:lnTo>
                    <a:pt x="123" y="26"/>
                  </a:lnTo>
                  <a:lnTo>
                    <a:pt x="123" y="28"/>
                  </a:lnTo>
                  <a:lnTo>
                    <a:pt x="125" y="28"/>
                  </a:lnTo>
                  <a:lnTo>
                    <a:pt x="125" y="28"/>
                  </a:lnTo>
                  <a:lnTo>
                    <a:pt x="125" y="31"/>
                  </a:lnTo>
                  <a:lnTo>
                    <a:pt x="123" y="31"/>
                  </a:lnTo>
                  <a:lnTo>
                    <a:pt x="123" y="31"/>
                  </a:lnTo>
                  <a:lnTo>
                    <a:pt x="125" y="31"/>
                  </a:lnTo>
                  <a:lnTo>
                    <a:pt x="125" y="33"/>
                  </a:lnTo>
                  <a:lnTo>
                    <a:pt x="123" y="33"/>
                  </a:lnTo>
                  <a:lnTo>
                    <a:pt x="123" y="33"/>
                  </a:lnTo>
                  <a:lnTo>
                    <a:pt x="120" y="33"/>
                  </a:lnTo>
                  <a:lnTo>
                    <a:pt x="120" y="33"/>
                  </a:lnTo>
                  <a:lnTo>
                    <a:pt x="120" y="33"/>
                  </a:lnTo>
                  <a:lnTo>
                    <a:pt x="123" y="33"/>
                  </a:lnTo>
                  <a:lnTo>
                    <a:pt x="123" y="35"/>
                  </a:lnTo>
                  <a:lnTo>
                    <a:pt x="123" y="35"/>
                  </a:lnTo>
                  <a:lnTo>
                    <a:pt x="125" y="35"/>
                  </a:lnTo>
                  <a:lnTo>
                    <a:pt x="125" y="35"/>
                  </a:lnTo>
                  <a:lnTo>
                    <a:pt x="125" y="35"/>
                  </a:lnTo>
                  <a:lnTo>
                    <a:pt x="125" y="35"/>
                  </a:lnTo>
                  <a:lnTo>
                    <a:pt x="128" y="35"/>
                  </a:lnTo>
                  <a:lnTo>
                    <a:pt x="128" y="38"/>
                  </a:lnTo>
                  <a:lnTo>
                    <a:pt x="128" y="38"/>
                  </a:lnTo>
                  <a:lnTo>
                    <a:pt x="128" y="38"/>
                  </a:lnTo>
                  <a:lnTo>
                    <a:pt x="128" y="38"/>
                  </a:lnTo>
                  <a:lnTo>
                    <a:pt x="130" y="38"/>
                  </a:lnTo>
                  <a:lnTo>
                    <a:pt x="130" y="38"/>
                  </a:lnTo>
                  <a:lnTo>
                    <a:pt x="132" y="38"/>
                  </a:lnTo>
                  <a:lnTo>
                    <a:pt x="132" y="40"/>
                  </a:lnTo>
                  <a:lnTo>
                    <a:pt x="132" y="40"/>
                  </a:lnTo>
                  <a:lnTo>
                    <a:pt x="132" y="40"/>
                  </a:lnTo>
                  <a:lnTo>
                    <a:pt x="135" y="40"/>
                  </a:lnTo>
                  <a:lnTo>
                    <a:pt x="135" y="40"/>
                  </a:lnTo>
                  <a:lnTo>
                    <a:pt x="135" y="40"/>
                  </a:lnTo>
                  <a:lnTo>
                    <a:pt x="135" y="40"/>
                  </a:lnTo>
                  <a:lnTo>
                    <a:pt x="137" y="40"/>
                  </a:lnTo>
                  <a:lnTo>
                    <a:pt x="137" y="40"/>
                  </a:lnTo>
                  <a:lnTo>
                    <a:pt x="137" y="42"/>
                  </a:lnTo>
                  <a:lnTo>
                    <a:pt x="139" y="42"/>
                  </a:lnTo>
                  <a:lnTo>
                    <a:pt x="139" y="42"/>
                  </a:lnTo>
                  <a:lnTo>
                    <a:pt x="139" y="42"/>
                  </a:lnTo>
                  <a:lnTo>
                    <a:pt x="137" y="42"/>
                  </a:lnTo>
                  <a:lnTo>
                    <a:pt x="137" y="42"/>
                  </a:lnTo>
                  <a:lnTo>
                    <a:pt x="137" y="45"/>
                  </a:lnTo>
                  <a:lnTo>
                    <a:pt x="135" y="45"/>
                  </a:lnTo>
                  <a:lnTo>
                    <a:pt x="135" y="45"/>
                  </a:lnTo>
                  <a:lnTo>
                    <a:pt x="135" y="47"/>
                  </a:lnTo>
                  <a:lnTo>
                    <a:pt x="135" y="47"/>
                  </a:lnTo>
                  <a:lnTo>
                    <a:pt x="135" y="47"/>
                  </a:lnTo>
                  <a:lnTo>
                    <a:pt x="135" y="50"/>
                  </a:lnTo>
                  <a:lnTo>
                    <a:pt x="135" y="50"/>
                  </a:lnTo>
                  <a:lnTo>
                    <a:pt x="135" y="50"/>
                  </a:lnTo>
                  <a:lnTo>
                    <a:pt x="135" y="52"/>
                  </a:lnTo>
                  <a:lnTo>
                    <a:pt x="137" y="52"/>
                  </a:lnTo>
                  <a:lnTo>
                    <a:pt x="137" y="52"/>
                  </a:lnTo>
                  <a:lnTo>
                    <a:pt x="137" y="52"/>
                  </a:lnTo>
                  <a:lnTo>
                    <a:pt x="137" y="52"/>
                  </a:lnTo>
                  <a:lnTo>
                    <a:pt x="139" y="52"/>
                  </a:lnTo>
                  <a:lnTo>
                    <a:pt x="139" y="52"/>
                  </a:lnTo>
                  <a:lnTo>
                    <a:pt x="139" y="54"/>
                  </a:lnTo>
                  <a:lnTo>
                    <a:pt x="139" y="54"/>
                  </a:lnTo>
                  <a:lnTo>
                    <a:pt x="142" y="54"/>
                  </a:lnTo>
                  <a:lnTo>
                    <a:pt x="142" y="54"/>
                  </a:lnTo>
                  <a:lnTo>
                    <a:pt x="142" y="54"/>
                  </a:lnTo>
                  <a:lnTo>
                    <a:pt x="142" y="54"/>
                  </a:lnTo>
                  <a:lnTo>
                    <a:pt x="144" y="54"/>
                  </a:lnTo>
                  <a:lnTo>
                    <a:pt x="144" y="57"/>
                  </a:lnTo>
                  <a:lnTo>
                    <a:pt x="144" y="57"/>
                  </a:lnTo>
                  <a:lnTo>
                    <a:pt x="144" y="57"/>
                  </a:lnTo>
                  <a:lnTo>
                    <a:pt x="144" y="59"/>
                  </a:lnTo>
                  <a:lnTo>
                    <a:pt x="144" y="59"/>
                  </a:lnTo>
                  <a:lnTo>
                    <a:pt x="144" y="59"/>
                  </a:lnTo>
                  <a:lnTo>
                    <a:pt x="144" y="61"/>
                  </a:lnTo>
                  <a:lnTo>
                    <a:pt x="144" y="61"/>
                  </a:lnTo>
                  <a:lnTo>
                    <a:pt x="142" y="61"/>
                  </a:lnTo>
                  <a:lnTo>
                    <a:pt x="142" y="61"/>
                  </a:lnTo>
                  <a:lnTo>
                    <a:pt x="142" y="64"/>
                  </a:lnTo>
                  <a:lnTo>
                    <a:pt x="142" y="64"/>
                  </a:lnTo>
                  <a:lnTo>
                    <a:pt x="142" y="64"/>
                  </a:lnTo>
                  <a:lnTo>
                    <a:pt x="139" y="64"/>
                  </a:lnTo>
                  <a:lnTo>
                    <a:pt x="139" y="64"/>
                  </a:lnTo>
                  <a:lnTo>
                    <a:pt x="139" y="64"/>
                  </a:lnTo>
                  <a:lnTo>
                    <a:pt x="139" y="61"/>
                  </a:lnTo>
                  <a:lnTo>
                    <a:pt x="137" y="61"/>
                  </a:lnTo>
                  <a:lnTo>
                    <a:pt x="137" y="61"/>
                  </a:lnTo>
                  <a:lnTo>
                    <a:pt x="137" y="61"/>
                  </a:lnTo>
                  <a:lnTo>
                    <a:pt x="135" y="61"/>
                  </a:lnTo>
                  <a:lnTo>
                    <a:pt x="135" y="61"/>
                  </a:lnTo>
                  <a:lnTo>
                    <a:pt x="135" y="61"/>
                  </a:lnTo>
                  <a:lnTo>
                    <a:pt x="135" y="61"/>
                  </a:lnTo>
                  <a:lnTo>
                    <a:pt x="132" y="61"/>
                  </a:lnTo>
                  <a:lnTo>
                    <a:pt x="132" y="59"/>
                  </a:lnTo>
                  <a:lnTo>
                    <a:pt x="132" y="59"/>
                  </a:lnTo>
                  <a:lnTo>
                    <a:pt x="132" y="59"/>
                  </a:lnTo>
                  <a:lnTo>
                    <a:pt x="132" y="61"/>
                  </a:lnTo>
                  <a:lnTo>
                    <a:pt x="130" y="61"/>
                  </a:lnTo>
                  <a:lnTo>
                    <a:pt x="130" y="61"/>
                  </a:lnTo>
                  <a:lnTo>
                    <a:pt x="128" y="61"/>
                  </a:lnTo>
                  <a:lnTo>
                    <a:pt x="128" y="61"/>
                  </a:lnTo>
                  <a:lnTo>
                    <a:pt x="128" y="59"/>
                  </a:lnTo>
                  <a:lnTo>
                    <a:pt x="128" y="59"/>
                  </a:lnTo>
                  <a:lnTo>
                    <a:pt x="125" y="59"/>
                  </a:lnTo>
                  <a:lnTo>
                    <a:pt x="125" y="59"/>
                  </a:lnTo>
                  <a:lnTo>
                    <a:pt x="125" y="59"/>
                  </a:lnTo>
                  <a:lnTo>
                    <a:pt x="125" y="59"/>
                  </a:lnTo>
                  <a:lnTo>
                    <a:pt x="123" y="59"/>
                  </a:lnTo>
                  <a:lnTo>
                    <a:pt x="123" y="57"/>
                  </a:lnTo>
                  <a:lnTo>
                    <a:pt x="123" y="57"/>
                  </a:lnTo>
                  <a:lnTo>
                    <a:pt x="123" y="57"/>
                  </a:lnTo>
                  <a:lnTo>
                    <a:pt x="123" y="57"/>
                  </a:lnTo>
                  <a:lnTo>
                    <a:pt x="123" y="54"/>
                  </a:lnTo>
                  <a:lnTo>
                    <a:pt x="123" y="54"/>
                  </a:lnTo>
                  <a:lnTo>
                    <a:pt x="120" y="54"/>
                  </a:lnTo>
                  <a:lnTo>
                    <a:pt x="120" y="54"/>
                  </a:lnTo>
                  <a:lnTo>
                    <a:pt x="120" y="54"/>
                  </a:lnTo>
                  <a:lnTo>
                    <a:pt x="120" y="54"/>
                  </a:lnTo>
                  <a:lnTo>
                    <a:pt x="118" y="54"/>
                  </a:lnTo>
                  <a:lnTo>
                    <a:pt x="118" y="54"/>
                  </a:lnTo>
                  <a:lnTo>
                    <a:pt x="118" y="52"/>
                  </a:lnTo>
                  <a:lnTo>
                    <a:pt x="116" y="52"/>
                  </a:lnTo>
                  <a:lnTo>
                    <a:pt x="116" y="54"/>
                  </a:lnTo>
                  <a:lnTo>
                    <a:pt x="116" y="54"/>
                  </a:lnTo>
                  <a:lnTo>
                    <a:pt x="116" y="52"/>
                  </a:lnTo>
                  <a:lnTo>
                    <a:pt x="116" y="52"/>
                  </a:lnTo>
                  <a:lnTo>
                    <a:pt x="113" y="52"/>
                  </a:lnTo>
                  <a:lnTo>
                    <a:pt x="113" y="52"/>
                  </a:lnTo>
                  <a:lnTo>
                    <a:pt x="113" y="54"/>
                  </a:lnTo>
                  <a:lnTo>
                    <a:pt x="113" y="54"/>
                  </a:lnTo>
                  <a:lnTo>
                    <a:pt x="111" y="54"/>
                  </a:lnTo>
                  <a:lnTo>
                    <a:pt x="111" y="54"/>
                  </a:lnTo>
                  <a:lnTo>
                    <a:pt x="111" y="54"/>
                  </a:lnTo>
                  <a:lnTo>
                    <a:pt x="111" y="57"/>
                  </a:lnTo>
                  <a:lnTo>
                    <a:pt x="109" y="57"/>
                  </a:lnTo>
                  <a:lnTo>
                    <a:pt x="109" y="57"/>
                  </a:lnTo>
                  <a:lnTo>
                    <a:pt x="109" y="57"/>
                  </a:lnTo>
                  <a:lnTo>
                    <a:pt x="109" y="57"/>
                  </a:lnTo>
                  <a:lnTo>
                    <a:pt x="106" y="57"/>
                  </a:lnTo>
                  <a:lnTo>
                    <a:pt x="106" y="59"/>
                  </a:lnTo>
                  <a:lnTo>
                    <a:pt x="106" y="59"/>
                  </a:lnTo>
                  <a:lnTo>
                    <a:pt x="106" y="59"/>
                  </a:lnTo>
                  <a:lnTo>
                    <a:pt x="106" y="57"/>
                  </a:lnTo>
                  <a:lnTo>
                    <a:pt x="104" y="57"/>
                  </a:lnTo>
                  <a:lnTo>
                    <a:pt x="104" y="57"/>
                  </a:lnTo>
                  <a:lnTo>
                    <a:pt x="104" y="59"/>
                  </a:lnTo>
                  <a:lnTo>
                    <a:pt x="104" y="59"/>
                  </a:lnTo>
                  <a:lnTo>
                    <a:pt x="104" y="59"/>
                  </a:lnTo>
                  <a:lnTo>
                    <a:pt x="104" y="59"/>
                  </a:lnTo>
                  <a:lnTo>
                    <a:pt x="102" y="59"/>
                  </a:lnTo>
                  <a:lnTo>
                    <a:pt x="102" y="59"/>
                  </a:lnTo>
                  <a:lnTo>
                    <a:pt x="102" y="59"/>
                  </a:lnTo>
                  <a:lnTo>
                    <a:pt x="102" y="59"/>
                  </a:lnTo>
                  <a:lnTo>
                    <a:pt x="99" y="59"/>
                  </a:lnTo>
                  <a:lnTo>
                    <a:pt x="99" y="59"/>
                  </a:lnTo>
                  <a:lnTo>
                    <a:pt x="99" y="59"/>
                  </a:lnTo>
                  <a:lnTo>
                    <a:pt x="99" y="59"/>
                  </a:lnTo>
                  <a:lnTo>
                    <a:pt x="97" y="59"/>
                  </a:lnTo>
                  <a:lnTo>
                    <a:pt x="97" y="59"/>
                  </a:lnTo>
                  <a:lnTo>
                    <a:pt x="94" y="59"/>
                  </a:lnTo>
                  <a:lnTo>
                    <a:pt x="94" y="59"/>
                  </a:lnTo>
                  <a:lnTo>
                    <a:pt x="94" y="59"/>
                  </a:lnTo>
                  <a:lnTo>
                    <a:pt x="94" y="59"/>
                  </a:lnTo>
                  <a:lnTo>
                    <a:pt x="94" y="59"/>
                  </a:lnTo>
                  <a:lnTo>
                    <a:pt x="92" y="59"/>
                  </a:lnTo>
                  <a:lnTo>
                    <a:pt x="92" y="59"/>
                  </a:lnTo>
                  <a:lnTo>
                    <a:pt x="92" y="59"/>
                  </a:lnTo>
                  <a:lnTo>
                    <a:pt x="92" y="59"/>
                  </a:lnTo>
                  <a:lnTo>
                    <a:pt x="90" y="59"/>
                  </a:lnTo>
                  <a:lnTo>
                    <a:pt x="90" y="59"/>
                  </a:lnTo>
                  <a:lnTo>
                    <a:pt x="90" y="59"/>
                  </a:lnTo>
                  <a:lnTo>
                    <a:pt x="87" y="59"/>
                  </a:lnTo>
                  <a:lnTo>
                    <a:pt x="87" y="59"/>
                  </a:lnTo>
                  <a:lnTo>
                    <a:pt x="87" y="61"/>
                  </a:lnTo>
                  <a:lnTo>
                    <a:pt x="87" y="61"/>
                  </a:lnTo>
                  <a:lnTo>
                    <a:pt x="85" y="61"/>
                  </a:lnTo>
                  <a:lnTo>
                    <a:pt x="85" y="61"/>
                  </a:lnTo>
                  <a:lnTo>
                    <a:pt x="85" y="61"/>
                  </a:lnTo>
                  <a:lnTo>
                    <a:pt x="83" y="61"/>
                  </a:lnTo>
                  <a:lnTo>
                    <a:pt x="83" y="61"/>
                  </a:lnTo>
                  <a:lnTo>
                    <a:pt x="83" y="61"/>
                  </a:lnTo>
                  <a:lnTo>
                    <a:pt x="80" y="61"/>
                  </a:lnTo>
                  <a:lnTo>
                    <a:pt x="80" y="61"/>
                  </a:lnTo>
                  <a:lnTo>
                    <a:pt x="80" y="61"/>
                  </a:lnTo>
                  <a:lnTo>
                    <a:pt x="78" y="61"/>
                  </a:lnTo>
                  <a:lnTo>
                    <a:pt x="78" y="61"/>
                  </a:lnTo>
                  <a:lnTo>
                    <a:pt x="78" y="61"/>
                  </a:lnTo>
                  <a:lnTo>
                    <a:pt x="76" y="61"/>
                  </a:lnTo>
                  <a:lnTo>
                    <a:pt x="76" y="61"/>
                  </a:lnTo>
                  <a:lnTo>
                    <a:pt x="76" y="61"/>
                  </a:lnTo>
                  <a:lnTo>
                    <a:pt x="76" y="61"/>
                  </a:lnTo>
                  <a:lnTo>
                    <a:pt x="76" y="61"/>
                  </a:lnTo>
                  <a:lnTo>
                    <a:pt x="73" y="61"/>
                  </a:lnTo>
                  <a:lnTo>
                    <a:pt x="73" y="59"/>
                  </a:lnTo>
                  <a:lnTo>
                    <a:pt x="73" y="59"/>
                  </a:lnTo>
                  <a:lnTo>
                    <a:pt x="73" y="59"/>
                  </a:lnTo>
                  <a:lnTo>
                    <a:pt x="71" y="59"/>
                  </a:lnTo>
                  <a:lnTo>
                    <a:pt x="71" y="61"/>
                  </a:lnTo>
                  <a:lnTo>
                    <a:pt x="71" y="61"/>
                  </a:lnTo>
                  <a:lnTo>
                    <a:pt x="71" y="59"/>
                  </a:lnTo>
                  <a:lnTo>
                    <a:pt x="68" y="59"/>
                  </a:lnTo>
                  <a:lnTo>
                    <a:pt x="68" y="59"/>
                  </a:lnTo>
                  <a:lnTo>
                    <a:pt x="68" y="59"/>
                  </a:lnTo>
                  <a:lnTo>
                    <a:pt x="68" y="57"/>
                  </a:lnTo>
                  <a:lnTo>
                    <a:pt x="68" y="57"/>
                  </a:lnTo>
                  <a:lnTo>
                    <a:pt x="68" y="57"/>
                  </a:lnTo>
                  <a:lnTo>
                    <a:pt x="66" y="57"/>
                  </a:lnTo>
                  <a:lnTo>
                    <a:pt x="66" y="54"/>
                  </a:lnTo>
                  <a:lnTo>
                    <a:pt x="66" y="54"/>
                  </a:lnTo>
                  <a:lnTo>
                    <a:pt x="66" y="54"/>
                  </a:lnTo>
                  <a:lnTo>
                    <a:pt x="66" y="54"/>
                  </a:lnTo>
                  <a:lnTo>
                    <a:pt x="64" y="54"/>
                  </a:lnTo>
                  <a:lnTo>
                    <a:pt x="64" y="52"/>
                  </a:lnTo>
                  <a:lnTo>
                    <a:pt x="64" y="52"/>
                  </a:lnTo>
                  <a:lnTo>
                    <a:pt x="64" y="52"/>
                  </a:lnTo>
                  <a:lnTo>
                    <a:pt x="61" y="52"/>
                  </a:lnTo>
                  <a:lnTo>
                    <a:pt x="61" y="52"/>
                  </a:lnTo>
                  <a:lnTo>
                    <a:pt x="61" y="52"/>
                  </a:lnTo>
                  <a:lnTo>
                    <a:pt x="61" y="52"/>
                  </a:lnTo>
                  <a:lnTo>
                    <a:pt x="61" y="52"/>
                  </a:lnTo>
                  <a:lnTo>
                    <a:pt x="61" y="50"/>
                  </a:lnTo>
                  <a:lnTo>
                    <a:pt x="61" y="50"/>
                  </a:lnTo>
                  <a:lnTo>
                    <a:pt x="59" y="50"/>
                  </a:lnTo>
                  <a:lnTo>
                    <a:pt x="59" y="50"/>
                  </a:lnTo>
                  <a:lnTo>
                    <a:pt x="59" y="50"/>
                  </a:lnTo>
                  <a:lnTo>
                    <a:pt x="57" y="50"/>
                  </a:lnTo>
                  <a:lnTo>
                    <a:pt x="57" y="50"/>
                  </a:lnTo>
                  <a:lnTo>
                    <a:pt x="57" y="52"/>
                  </a:lnTo>
                  <a:lnTo>
                    <a:pt x="57" y="52"/>
                  </a:lnTo>
                  <a:lnTo>
                    <a:pt x="54" y="52"/>
                  </a:lnTo>
                  <a:lnTo>
                    <a:pt x="54" y="52"/>
                  </a:lnTo>
                  <a:lnTo>
                    <a:pt x="54" y="52"/>
                  </a:lnTo>
                  <a:lnTo>
                    <a:pt x="54" y="52"/>
                  </a:lnTo>
                  <a:lnTo>
                    <a:pt x="52" y="52"/>
                  </a:lnTo>
                  <a:lnTo>
                    <a:pt x="52" y="52"/>
                  </a:lnTo>
                  <a:lnTo>
                    <a:pt x="52" y="52"/>
                  </a:lnTo>
                  <a:lnTo>
                    <a:pt x="52" y="52"/>
                  </a:lnTo>
                  <a:lnTo>
                    <a:pt x="49" y="52"/>
                  </a:lnTo>
                  <a:lnTo>
                    <a:pt x="49" y="52"/>
                  </a:lnTo>
                  <a:lnTo>
                    <a:pt x="47" y="52"/>
                  </a:lnTo>
                  <a:lnTo>
                    <a:pt x="47" y="52"/>
                  </a:lnTo>
                  <a:lnTo>
                    <a:pt x="47" y="52"/>
                  </a:lnTo>
                  <a:lnTo>
                    <a:pt x="45" y="52"/>
                  </a:lnTo>
                  <a:lnTo>
                    <a:pt x="45" y="52"/>
                  </a:lnTo>
                  <a:lnTo>
                    <a:pt x="42" y="52"/>
                  </a:lnTo>
                  <a:lnTo>
                    <a:pt x="42" y="52"/>
                  </a:lnTo>
                  <a:lnTo>
                    <a:pt x="42" y="52"/>
                  </a:lnTo>
                  <a:lnTo>
                    <a:pt x="40" y="52"/>
                  </a:lnTo>
                  <a:lnTo>
                    <a:pt x="40" y="52"/>
                  </a:lnTo>
                  <a:lnTo>
                    <a:pt x="40" y="52"/>
                  </a:lnTo>
                  <a:lnTo>
                    <a:pt x="40" y="52"/>
                  </a:lnTo>
                  <a:lnTo>
                    <a:pt x="38" y="52"/>
                  </a:lnTo>
                  <a:lnTo>
                    <a:pt x="38" y="52"/>
                  </a:lnTo>
                  <a:lnTo>
                    <a:pt x="38" y="52"/>
                  </a:lnTo>
                  <a:lnTo>
                    <a:pt x="35" y="52"/>
                  </a:lnTo>
                  <a:lnTo>
                    <a:pt x="35" y="52"/>
                  </a:lnTo>
                  <a:lnTo>
                    <a:pt x="35" y="52"/>
                  </a:lnTo>
                  <a:lnTo>
                    <a:pt x="35" y="52"/>
                  </a:lnTo>
                  <a:lnTo>
                    <a:pt x="33" y="52"/>
                  </a:lnTo>
                  <a:lnTo>
                    <a:pt x="33" y="50"/>
                  </a:lnTo>
                  <a:lnTo>
                    <a:pt x="33" y="50"/>
                  </a:lnTo>
                  <a:lnTo>
                    <a:pt x="35" y="50"/>
                  </a:lnTo>
                  <a:lnTo>
                    <a:pt x="35" y="47"/>
                  </a:lnTo>
                  <a:lnTo>
                    <a:pt x="35" y="47"/>
                  </a:lnTo>
                  <a:lnTo>
                    <a:pt x="35" y="47"/>
                  </a:lnTo>
                  <a:lnTo>
                    <a:pt x="35" y="47"/>
                  </a:lnTo>
                  <a:lnTo>
                    <a:pt x="38" y="47"/>
                  </a:lnTo>
                  <a:lnTo>
                    <a:pt x="38" y="45"/>
                  </a:lnTo>
                  <a:lnTo>
                    <a:pt x="38" y="45"/>
                  </a:lnTo>
                  <a:lnTo>
                    <a:pt x="38" y="45"/>
                  </a:lnTo>
                  <a:lnTo>
                    <a:pt x="38" y="42"/>
                  </a:lnTo>
                  <a:lnTo>
                    <a:pt x="38" y="42"/>
                  </a:lnTo>
                  <a:lnTo>
                    <a:pt x="38" y="42"/>
                  </a:lnTo>
                  <a:lnTo>
                    <a:pt x="38" y="40"/>
                  </a:lnTo>
                  <a:lnTo>
                    <a:pt x="38" y="40"/>
                  </a:lnTo>
                  <a:lnTo>
                    <a:pt x="38" y="40"/>
                  </a:lnTo>
                  <a:lnTo>
                    <a:pt x="38" y="38"/>
                  </a:lnTo>
                  <a:lnTo>
                    <a:pt x="35" y="38"/>
                  </a:lnTo>
                  <a:lnTo>
                    <a:pt x="35" y="38"/>
                  </a:lnTo>
                  <a:lnTo>
                    <a:pt x="35" y="38"/>
                  </a:lnTo>
                  <a:lnTo>
                    <a:pt x="35" y="35"/>
                  </a:lnTo>
                  <a:lnTo>
                    <a:pt x="35" y="35"/>
                  </a:lnTo>
                  <a:lnTo>
                    <a:pt x="35" y="33"/>
                  </a:lnTo>
                  <a:lnTo>
                    <a:pt x="35" y="33"/>
                  </a:lnTo>
                  <a:lnTo>
                    <a:pt x="35" y="33"/>
                  </a:lnTo>
                  <a:lnTo>
                    <a:pt x="35" y="33"/>
                  </a:lnTo>
                  <a:lnTo>
                    <a:pt x="35" y="31"/>
                  </a:lnTo>
                  <a:lnTo>
                    <a:pt x="35" y="31"/>
                  </a:lnTo>
                  <a:lnTo>
                    <a:pt x="33" y="31"/>
                  </a:lnTo>
                  <a:lnTo>
                    <a:pt x="33" y="28"/>
                  </a:lnTo>
                  <a:lnTo>
                    <a:pt x="33" y="28"/>
                  </a:lnTo>
                  <a:lnTo>
                    <a:pt x="33" y="28"/>
                  </a:lnTo>
                  <a:lnTo>
                    <a:pt x="33" y="26"/>
                  </a:lnTo>
                  <a:lnTo>
                    <a:pt x="33" y="26"/>
                  </a:lnTo>
                  <a:lnTo>
                    <a:pt x="33" y="24"/>
                  </a:lnTo>
                  <a:lnTo>
                    <a:pt x="33" y="24"/>
                  </a:lnTo>
                  <a:lnTo>
                    <a:pt x="33" y="24"/>
                  </a:lnTo>
                  <a:lnTo>
                    <a:pt x="33" y="24"/>
                  </a:lnTo>
                  <a:lnTo>
                    <a:pt x="33" y="21"/>
                  </a:lnTo>
                  <a:lnTo>
                    <a:pt x="31" y="21"/>
                  </a:lnTo>
                  <a:lnTo>
                    <a:pt x="31" y="21"/>
                  </a:lnTo>
                  <a:lnTo>
                    <a:pt x="31" y="21"/>
                  </a:lnTo>
                  <a:lnTo>
                    <a:pt x="28" y="21"/>
                  </a:lnTo>
                  <a:lnTo>
                    <a:pt x="28" y="21"/>
                  </a:lnTo>
                  <a:lnTo>
                    <a:pt x="28" y="21"/>
                  </a:lnTo>
                  <a:lnTo>
                    <a:pt x="28" y="19"/>
                  </a:lnTo>
                  <a:lnTo>
                    <a:pt x="26" y="19"/>
                  </a:lnTo>
                  <a:lnTo>
                    <a:pt x="26" y="19"/>
                  </a:lnTo>
                  <a:lnTo>
                    <a:pt x="26" y="19"/>
                  </a:lnTo>
                  <a:lnTo>
                    <a:pt x="23" y="19"/>
                  </a:lnTo>
                  <a:lnTo>
                    <a:pt x="23" y="19"/>
                  </a:lnTo>
                  <a:lnTo>
                    <a:pt x="23" y="16"/>
                  </a:lnTo>
                  <a:lnTo>
                    <a:pt x="23" y="16"/>
                  </a:lnTo>
                  <a:lnTo>
                    <a:pt x="23" y="16"/>
                  </a:lnTo>
                  <a:lnTo>
                    <a:pt x="23" y="14"/>
                  </a:lnTo>
                  <a:lnTo>
                    <a:pt x="21" y="14"/>
                  </a:lnTo>
                  <a:lnTo>
                    <a:pt x="21" y="14"/>
                  </a:lnTo>
                  <a:lnTo>
                    <a:pt x="21" y="14"/>
                  </a:lnTo>
                  <a:lnTo>
                    <a:pt x="21" y="14"/>
                  </a:lnTo>
                  <a:lnTo>
                    <a:pt x="19" y="14"/>
                  </a:lnTo>
                  <a:lnTo>
                    <a:pt x="19" y="12"/>
                  </a:lnTo>
                  <a:lnTo>
                    <a:pt x="19" y="12"/>
                  </a:lnTo>
                  <a:lnTo>
                    <a:pt x="19" y="12"/>
                  </a:lnTo>
                  <a:lnTo>
                    <a:pt x="16" y="12"/>
                  </a:lnTo>
                  <a:lnTo>
                    <a:pt x="16" y="12"/>
                  </a:lnTo>
                  <a:lnTo>
                    <a:pt x="14" y="12"/>
                  </a:lnTo>
                  <a:lnTo>
                    <a:pt x="14" y="12"/>
                  </a:lnTo>
                  <a:lnTo>
                    <a:pt x="14" y="12"/>
                  </a:lnTo>
                  <a:lnTo>
                    <a:pt x="14" y="12"/>
                  </a:lnTo>
                  <a:lnTo>
                    <a:pt x="12" y="12"/>
                  </a:lnTo>
                  <a:lnTo>
                    <a:pt x="12" y="12"/>
                  </a:lnTo>
                  <a:lnTo>
                    <a:pt x="12" y="12"/>
                  </a:lnTo>
                  <a:lnTo>
                    <a:pt x="9" y="12"/>
                  </a:lnTo>
                  <a:lnTo>
                    <a:pt x="9" y="12"/>
                  </a:lnTo>
                  <a:lnTo>
                    <a:pt x="9" y="12"/>
                  </a:lnTo>
                  <a:lnTo>
                    <a:pt x="7" y="12"/>
                  </a:lnTo>
                  <a:lnTo>
                    <a:pt x="7" y="12"/>
                  </a:lnTo>
                  <a:lnTo>
                    <a:pt x="7" y="9"/>
                  </a:lnTo>
                  <a:lnTo>
                    <a:pt x="7" y="9"/>
                  </a:lnTo>
                  <a:lnTo>
                    <a:pt x="7" y="9"/>
                  </a:lnTo>
                  <a:lnTo>
                    <a:pt x="7" y="7"/>
                  </a:lnTo>
                  <a:lnTo>
                    <a:pt x="7" y="7"/>
                  </a:lnTo>
                  <a:lnTo>
                    <a:pt x="5" y="7"/>
                  </a:lnTo>
                  <a:lnTo>
                    <a:pt x="5" y="7"/>
                  </a:lnTo>
                  <a:lnTo>
                    <a:pt x="5" y="5"/>
                  </a:lnTo>
                  <a:lnTo>
                    <a:pt x="2" y="5"/>
                  </a:lnTo>
                  <a:lnTo>
                    <a:pt x="2" y="5"/>
                  </a:lnTo>
                  <a:lnTo>
                    <a:pt x="2" y="5"/>
                  </a:lnTo>
                  <a:lnTo>
                    <a:pt x="2" y="5"/>
                  </a:lnTo>
                  <a:lnTo>
                    <a:pt x="0"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227"/>
            <p:cNvSpPr>
              <a:spLocks/>
            </p:cNvSpPr>
            <p:nvPr/>
          </p:nvSpPr>
          <p:spPr bwMode="auto">
            <a:xfrm>
              <a:off x="2679700" y="2617788"/>
              <a:ext cx="228600" cy="101600"/>
            </a:xfrm>
            <a:custGeom>
              <a:avLst/>
              <a:gdLst/>
              <a:ahLst/>
              <a:cxnLst>
                <a:cxn ang="0">
                  <a:pos x="2" y="0"/>
                </a:cxn>
                <a:cxn ang="0">
                  <a:pos x="9" y="0"/>
                </a:cxn>
                <a:cxn ang="0">
                  <a:pos x="16" y="0"/>
                </a:cxn>
                <a:cxn ang="0">
                  <a:pos x="21" y="2"/>
                </a:cxn>
                <a:cxn ang="0">
                  <a:pos x="28" y="5"/>
                </a:cxn>
                <a:cxn ang="0">
                  <a:pos x="33" y="7"/>
                </a:cxn>
                <a:cxn ang="0">
                  <a:pos x="40" y="9"/>
                </a:cxn>
                <a:cxn ang="0">
                  <a:pos x="47" y="9"/>
                </a:cxn>
                <a:cxn ang="0">
                  <a:pos x="54" y="7"/>
                </a:cxn>
                <a:cxn ang="0">
                  <a:pos x="59" y="9"/>
                </a:cxn>
                <a:cxn ang="0">
                  <a:pos x="64" y="12"/>
                </a:cxn>
                <a:cxn ang="0">
                  <a:pos x="68" y="14"/>
                </a:cxn>
                <a:cxn ang="0">
                  <a:pos x="76" y="16"/>
                </a:cxn>
                <a:cxn ang="0">
                  <a:pos x="80" y="19"/>
                </a:cxn>
                <a:cxn ang="0">
                  <a:pos x="83" y="24"/>
                </a:cxn>
                <a:cxn ang="0">
                  <a:pos x="87" y="24"/>
                </a:cxn>
                <a:cxn ang="0">
                  <a:pos x="94" y="21"/>
                </a:cxn>
                <a:cxn ang="0">
                  <a:pos x="102" y="21"/>
                </a:cxn>
                <a:cxn ang="0">
                  <a:pos x="104" y="21"/>
                </a:cxn>
                <a:cxn ang="0">
                  <a:pos x="111" y="21"/>
                </a:cxn>
                <a:cxn ang="0">
                  <a:pos x="116" y="26"/>
                </a:cxn>
                <a:cxn ang="0">
                  <a:pos x="123" y="26"/>
                </a:cxn>
                <a:cxn ang="0">
                  <a:pos x="125" y="33"/>
                </a:cxn>
                <a:cxn ang="0">
                  <a:pos x="125" y="35"/>
                </a:cxn>
                <a:cxn ang="0">
                  <a:pos x="130" y="38"/>
                </a:cxn>
                <a:cxn ang="0">
                  <a:pos x="135" y="40"/>
                </a:cxn>
                <a:cxn ang="0">
                  <a:pos x="137" y="45"/>
                </a:cxn>
                <a:cxn ang="0">
                  <a:pos x="135" y="52"/>
                </a:cxn>
                <a:cxn ang="0">
                  <a:pos x="142" y="54"/>
                </a:cxn>
                <a:cxn ang="0">
                  <a:pos x="144" y="59"/>
                </a:cxn>
                <a:cxn ang="0">
                  <a:pos x="139" y="64"/>
                </a:cxn>
                <a:cxn ang="0">
                  <a:pos x="135" y="61"/>
                </a:cxn>
                <a:cxn ang="0">
                  <a:pos x="128" y="61"/>
                </a:cxn>
                <a:cxn ang="0">
                  <a:pos x="123" y="57"/>
                </a:cxn>
                <a:cxn ang="0">
                  <a:pos x="120" y="54"/>
                </a:cxn>
                <a:cxn ang="0">
                  <a:pos x="113" y="52"/>
                </a:cxn>
                <a:cxn ang="0">
                  <a:pos x="109" y="57"/>
                </a:cxn>
                <a:cxn ang="0">
                  <a:pos x="104" y="57"/>
                </a:cxn>
                <a:cxn ang="0">
                  <a:pos x="99" y="59"/>
                </a:cxn>
                <a:cxn ang="0">
                  <a:pos x="94" y="59"/>
                </a:cxn>
                <a:cxn ang="0">
                  <a:pos x="87" y="59"/>
                </a:cxn>
                <a:cxn ang="0">
                  <a:pos x="83" y="61"/>
                </a:cxn>
                <a:cxn ang="0">
                  <a:pos x="76" y="61"/>
                </a:cxn>
                <a:cxn ang="0">
                  <a:pos x="71" y="61"/>
                </a:cxn>
                <a:cxn ang="0">
                  <a:pos x="66" y="54"/>
                </a:cxn>
                <a:cxn ang="0">
                  <a:pos x="61" y="52"/>
                </a:cxn>
                <a:cxn ang="0">
                  <a:pos x="57" y="50"/>
                </a:cxn>
                <a:cxn ang="0">
                  <a:pos x="52" y="52"/>
                </a:cxn>
                <a:cxn ang="0">
                  <a:pos x="45" y="52"/>
                </a:cxn>
                <a:cxn ang="0">
                  <a:pos x="38" y="52"/>
                </a:cxn>
                <a:cxn ang="0">
                  <a:pos x="35" y="50"/>
                </a:cxn>
                <a:cxn ang="0">
                  <a:pos x="38" y="42"/>
                </a:cxn>
                <a:cxn ang="0">
                  <a:pos x="35" y="38"/>
                </a:cxn>
                <a:cxn ang="0">
                  <a:pos x="33" y="31"/>
                </a:cxn>
                <a:cxn ang="0">
                  <a:pos x="33" y="24"/>
                </a:cxn>
                <a:cxn ang="0">
                  <a:pos x="26" y="19"/>
                </a:cxn>
                <a:cxn ang="0">
                  <a:pos x="21" y="14"/>
                </a:cxn>
                <a:cxn ang="0">
                  <a:pos x="16" y="12"/>
                </a:cxn>
                <a:cxn ang="0">
                  <a:pos x="9" y="12"/>
                </a:cxn>
                <a:cxn ang="0">
                  <a:pos x="5" y="7"/>
                </a:cxn>
              </a:cxnLst>
              <a:rect l="0" t="0" r="r" b="b"/>
              <a:pathLst>
                <a:path w="144" h="64">
                  <a:moveTo>
                    <a:pt x="0" y="5"/>
                  </a:moveTo>
                  <a:lnTo>
                    <a:pt x="0" y="2"/>
                  </a:lnTo>
                  <a:lnTo>
                    <a:pt x="2" y="2"/>
                  </a:lnTo>
                  <a:lnTo>
                    <a:pt x="2" y="2"/>
                  </a:lnTo>
                  <a:lnTo>
                    <a:pt x="2" y="2"/>
                  </a:lnTo>
                  <a:lnTo>
                    <a:pt x="2" y="2"/>
                  </a:lnTo>
                  <a:lnTo>
                    <a:pt x="2" y="0"/>
                  </a:lnTo>
                  <a:lnTo>
                    <a:pt x="2" y="0"/>
                  </a:lnTo>
                  <a:lnTo>
                    <a:pt x="2" y="0"/>
                  </a:lnTo>
                  <a:lnTo>
                    <a:pt x="5" y="0"/>
                  </a:lnTo>
                  <a:lnTo>
                    <a:pt x="5" y="0"/>
                  </a:lnTo>
                  <a:lnTo>
                    <a:pt x="7" y="0"/>
                  </a:lnTo>
                  <a:lnTo>
                    <a:pt x="7" y="0"/>
                  </a:lnTo>
                  <a:lnTo>
                    <a:pt x="7" y="0"/>
                  </a:lnTo>
                  <a:lnTo>
                    <a:pt x="7" y="0"/>
                  </a:lnTo>
                  <a:lnTo>
                    <a:pt x="9" y="0"/>
                  </a:lnTo>
                  <a:lnTo>
                    <a:pt x="9" y="0"/>
                  </a:lnTo>
                  <a:lnTo>
                    <a:pt x="9" y="0"/>
                  </a:lnTo>
                  <a:lnTo>
                    <a:pt x="12" y="0"/>
                  </a:lnTo>
                  <a:lnTo>
                    <a:pt x="12" y="0"/>
                  </a:lnTo>
                  <a:lnTo>
                    <a:pt x="12" y="2"/>
                  </a:lnTo>
                  <a:lnTo>
                    <a:pt x="14" y="2"/>
                  </a:lnTo>
                  <a:lnTo>
                    <a:pt x="14" y="0"/>
                  </a:lnTo>
                  <a:lnTo>
                    <a:pt x="14" y="0"/>
                  </a:lnTo>
                  <a:lnTo>
                    <a:pt x="14" y="0"/>
                  </a:lnTo>
                  <a:lnTo>
                    <a:pt x="16" y="0"/>
                  </a:lnTo>
                  <a:lnTo>
                    <a:pt x="16" y="0"/>
                  </a:lnTo>
                  <a:lnTo>
                    <a:pt x="16" y="2"/>
                  </a:lnTo>
                  <a:lnTo>
                    <a:pt x="19" y="2"/>
                  </a:lnTo>
                  <a:lnTo>
                    <a:pt x="19" y="2"/>
                  </a:lnTo>
                  <a:lnTo>
                    <a:pt x="19" y="2"/>
                  </a:lnTo>
                  <a:lnTo>
                    <a:pt x="19" y="2"/>
                  </a:lnTo>
                  <a:lnTo>
                    <a:pt x="21" y="2"/>
                  </a:lnTo>
                  <a:lnTo>
                    <a:pt x="21" y="2"/>
                  </a:lnTo>
                  <a:lnTo>
                    <a:pt x="21" y="2"/>
                  </a:lnTo>
                  <a:lnTo>
                    <a:pt x="21" y="2"/>
                  </a:lnTo>
                  <a:lnTo>
                    <a:pt x="23" y="2"/>
                  </a:lnTo>
                  <a:lnTo>
                    <a:pt x="23" y="5"/>
                  </a:lnTo>
                  <a:lnTo>
                    <a:pt x="23" y="5"/>
                  </a:lnTo>
                  <a:lnTo>
                    <a:pt x="26" y="5"/>
                  </a:lnTo>
                  <a:lnTo>
                    <a:pt x="26" y="5"/>
                  </a:lnTo>
                  <a:lnTo>
                    <a:pt x="26" y="5"/>
                  </a:lnTo>
                  <a:lnTo>
                    <a:pt x="28" y="5"/>
                  </a:lnTo>
                  <a:lnTo>
                    <a:pt x="28" y="5"/>
                  </a:lnTo>
                  <a:lnTo>
                    <a:pt x="28" y="5"/>
                  </a:lnTo>
                  <a:lnTo>
                    <a:pt x="28" y="5"/>
                  </a:lnTo>
                  <a:lnTo>
                    <a:pt x="31" y="5"/>
                  </a:lnTo>
                  <a:lnTo>
                    <a:pt x="31" y="5"/>
                  </a:lnTo>
                  <a:lnTo>
                    <a:pt x="31" y="5"/>
                  </a:lnTo>
                  <a:lnTo>
                    <a:pt x="31" y="5"/>
                  </a:lnTo>
                  <a:lnTo>
                    <a:pt x="31" y="7"/>
                  </a:lnTo>
                  <a:lnTo>
                    <a:pt x="33" y="7"/>
                  </a:lnTo>
                  <a:lnTo>
                    <a:pt x="33" y="7"/>
                  </a:lnTo>
                  <a:lnTo>
                    <a:pt x="33" y="7"/>
                  </a:lnTo>
                  <a:lnTo>
                    <a:pt x="33" y="7"/>
                  </a:lnTo>
                  <a:lnTo>
                    <a:pt x="35" y="7"/>
                  </a:lnTo>
                  <a:lnTo>
                    <a:pt x="35" y="7"/>
                  </a:lnTo>
                  <a:lnTo>
                    <a:pt x="35" y="9"/>
                  </a:lnTo>
                  <a:lnTo>
                    <a:pt x="35" y="9"/>
                  </a:lnTo>
                  <a:lnTo>
                    <a:pt x="38" y="9"/>
                  </a:lnTo>
                  <a:lnTo>
                    <a:pt x="38" y="9"/>
                  </a:lnTo>
                  <a:lnTo>
                    <a:pt x="40" y="9"/>
                  </a:lnTo>
                  <a:lnTo>
                    <a:pt x="40" y="9"/>
                  </a:lnTo>
                  <a:lnTo>
                    <a:pt x="40" y="9"/>
                  </a:lnTo>
                  <a:lnTo>
                    <a:pt x="40" y="7"/>
                  </a:lnTo>
                  <a:lnTo>
                    <a:pt x="42" y="7"/>
                  </a:lnTo>
                  <a:lnTo>
                    <a:pt x="42" y="9"/>
                  </a:lnTo>
                  <a:lnTo>
                    <a:pt x="42" y="9"/>
                  </a:lnTo>
                  <a:lnTo>
                    <a:pt x="42" y="9"/>
                  </a:lnTo>
                  <a:lnTo>
                    <a:pt x="45" y="9"/>
                  </a:lnTo>
                  <a:lnTo>
                    <a:pt x="45" y="9"/>
                  </a:lnTo>
                  <a:lnTo>
                    <a:pt x="47" y="9"/>
                  </a:lnTo>
                  <a:lnTo>
                    <a:pt x="47" y="9"/>
                  </a:lnTo>
                  <a:lnTo>
                    <a:pt x="47" y="9"/>
                  </a:lnTo>
                  <a:lnTo>
                    <a:pt x="49" y="9"/>
                  </a:lnTo>
                  <a:lnTo>
                    <a:pt x="49" y="9"/>
                  </a:lnTo>
                  <a:lnTo>
                    <a:pt x="52" y="9"/>
                  </a:lnTo>
                  <a:lnTo>
                    <a:pt x="52" y="7"/>
                  </a:lnTo>
                  <a:lnTo>
                    <a:pt x="52" y="7"/>
                  </a:lnTo>
                  <a:lnTo>
                    <a:pt x="52" y="7"/>
                  </a:lnTo>
                  <a:lnTo>
                    <a:pt x="54" y="7"/>
                  </a:lnTo>
                  <a:lnTo>
                    <a:pt x="54" y="9"/>
                  </a:lnTo>
                  <a:lnTo>
                    <a:pt x="54" y="9"/>
                  </a:lnTo>
                  <a:lnTo>
                    <a:pt x="54" y="9"/>
                  </a:lnTo>
                  <a:lnTo>
                    <a:pt x="54" y="9"/>
                  </a:lnTo>
                  <a:lnTo>
                    <a:pt x="57" y="9"/>
                  </a:lnTo>
                  <a:lnTo>
                    <a:pt x="57" y="9"/>
                  </a:lnTo>
                  <a:lnTo>
                    <a:pt x="59" y="9"/>
                  </a:lnTo>
                  <a:lnTo>
                    <a:pt x="59" y="9"/>
                  </a:lnTo>
                  <a:lnTo>
                    <a:pt x="59" y="9"/>
                  </a:lnTo>
                  <a:lnTo>
                    <a:pt x="59" y="9"/>
                  </a:lnTo>
                  <a:lnTo>
                    <a:pt x="59" y="9"/>
                  </a:lnTo>
                  <a:lnTo>
                    <a:pt x="61" y="9"/>
                  </a:lnTo>
                  <a:lnTo>
                    <a:pt x="61" y="9"/>
                  </a:lnTo>
                  <a:lnTo>
                    <a:pt x="61" y="9"/>
                  </a:lnTo>
                  <a:lnTo>
                    <a:pt x="64" y="9"/>
                  </a:lnTo>
                  <a:lnTo>
                    <a:pt x="64" y="12"/>
                  </a:lnTo>
                  <a:lnTo>
                    <a:pt x="64" y="12"/>
                  </a:lnTo>
                  <a:lnTo>
                    <a:pt x="64" y="12"/>
                  </a:lnTo>
                  <a:lnTo>
                    <a:pt x="66" y="12"/>
                  </a:lnTo>
                  <a:lnTo>
                    <a:pt x="66" y="12"/>
                  </a:lnTo>
                  <a:lnTo>
                    <a:pt x="66" y="12"/>
                  </a:lnTo>
                  <a:lnTo>
                    <a:pt x="66" y="14"/>
                  </a:lnTo>
                  <a:lnTo>
                    <a:pt x="66" y="14"/>
                  </a:lnTo>
                  <a:lnTo>
                    <a:pt x="68" y="14"/>
                  </a:lnTo>
                  <a:lnTo>
                    <a:pt x="68" y="14"/>
                  </a:lnTo>
                  <a:lnTo>
                    <a:pt x="68" y="14"/>
                  </a:lnTo>
                  <a:lnTo>
                    <a:pt x="68" y="14"/>
                  </a:lnTo>
                  <a:lnTo>
                    <a:pt x="71" y="14"/>
                  </a:lnTo>
                  <a:lnTo>
                    <a:pt x="71" y="16"/>
                  </a:lnTo>
                  <a:lnTo>
                    <a:pt x="71" y="16"/>
                  </a:lnTo>
                  <a:lnTo>
                    <a:pt x="73" y="16"/>
                  </a:lnTo>
                  <a:lnTo>
                    <a:pt x="73" y="16"/>
                  </a:lnTo>
                  <a:lnTo>
                    <a:pt x="73" y="16"/>
                  </a:lnTo>
                  <a:lnTo>
                    <a:pt x="73" y="16"/>
                  </a:lnTo>
                  <a:lnTo>
                    <a:pt x="73" y="16"/>
                  </a:lnTo>
                  <a:lnTo>
                    <a:pt x="76" y="16"/>
                  </a:lnTo>
                  <a:lnTo>
                    <a:pt x="76" y="16"/>
                  </a:lnTo>
                  <a:lnTo>
                    <a:pt x="76" y="16"/>
                  </a:lnTo>
                  <a:lnTo>
                    <a:pt x="76" y="16"/>
                  </a:lnTo>
                  <a:lnTo>
                    <a:pt x="78" y="16"/>
                  </a:lnTo>
                  <a:lnTo>
                    <a:pt x="78" y="19"/>
                  </a:lnTo>
                  <a:lnTo>
                    <a:pt x="78" y="19"/>
                  </a:lnTo>
                  <a:lnTo>
                    <a:pt x="78" y="19"/>
                  </a:lnTo>
                  <a:lnTo>
                    <a:pt x="80" y="19"/>
                  </a:lnTo>
                  <a:lnTo>
                    <a:pt x="80" y="19"/>
                  </a:lnTo>
                  <a:lnTo>
                    <a:pt x="80" y="19"/>
                  </a:lnTo>
                  <a:lnTo>
                    <a:pt x="80" y="21"/>
                  </a:lnTo>
                  <a:lnTo>
                    <a:pt x="83" y="21"/>
                  </a:lnTo>
                  <a:lnTo>
                    <a:pt x="83" y="21"/>
                  </a:lnTo>
                  <a:lnTo>
                    <a:pt x="83" y="24"/>
                  </a:lnTo>
                  <a:lnTo>
                    <a:pt x="80" y="24"/>
                  </a:lnTo>
                  <a:lnTo>
                    <a:pt x="80" y="24"/>
                  </a:lnTo>
                  <a:lnTo>
                    <a:pt x="80" y="24"/>
                  </a:lnTo>
                  <a:lnTo>
                    <a:pt x="83" y="24"/>
                  </a:lnTo>
                  <a:lnTo>
                    <a:pt x="83" y="24"/>
                  </a:lnTo>
                  <a:lnTo>
                    <a:pt x="85" y="24"/>
                  </a:lnTo>
                  <a:lnTo>
                    <a:pt x="85" y="24"/>
                  </a:lnTo>
                  <a:lnTo>
                    <a:pt x="85" y="26"/>
                  </a:lnTo>
                  <a:lnTo>
                    <a:pt x="85" y="26"/>
                  </a:lnTo>
                  <a:lnTo>
                    <a:pt x="85" y="24"/>
                  </a:lnTo>
                  <a:lnTo>
                    <a:pt x="87" y="24"/>
                  </a:lnTo>
                  <a:lnTo>
                    <a:pt x="87" y="24"/>
                  </a:lnTo>
                  <a:lnTo>
                    <a:pt x="87" y="24"/>
                  </a:lnTo>
                  <a:lnTo>
                    <a:pt x="87" y="24"/>
                  </a:lnTo>
                  <a:lnTo>
                    <a:pt x="90" y="24"/>
                  </a:lnTo>
                  <a:lnTo>
                    <a:pt x="90" y="24"/>
                  </a:lnTo>
                  <a:lnTo>
                    <a:pt x="92" y="24"/>
                  </a:lnTo>
                  <a:lnTo>
                    <a:pt x="92" y="24"/>
                  </a:lnTo>
                  <a:lnTo>
                    <a:pt x="92" y="24"/>
                  </a:lnTo>
                  <a:lnTo>
                    <a:pt x="92" y="21"/>
                  </a:lnTo>
                  <a:lnTo>
                    <a:pt x="92" y="21"/>
                  </a:lnTo>
                  <a:lnTo>
                    <a:pt x="94" y="21"/>
                  </a:lnTo>
                  <a:lnTo>
                    <a:pt x="94" y="21"/>
                  </a:lnTo>
                  <a:lnTo>
                    <a:pt x="94" y="21"/>
                  </a:lnTo>
                  <a:lnTo>
                    <a:pt x="97" y="21"/>
                  </a:lnTo>
                  <a:lnTo>
                    <a:pt x="97" y="21"/>
                  </a:lnTo>
                  <a:lnTo>
                    <a:pt x="97" y="21"/>
                  </a:lnTo>
                  <a:lnTo>
                    <a:pt x="99" y="21"/>
                  </a:lnTo>
                  <a:lnTo>
                    <a:pt x="99" y="21"/>
                  </a:lnTo>
                  <a:lnTo>
                    <a:pt x="99" y="21"/>
                  </a:lnTo>
                  <a:lnTo>
                    <a:pt x="102" y="21"/>
                  </a:lnTo>
                  <a:lnTo>
                    <a:pt x="102" y="21"/>
                  </a:lnTo>
                  <a:lnTo>
                    <a:pt x="102" y="21"/>
                  </a:lnTo>
                  <a:lnTo>
                    <a:pt x="102" y="21"/>
                  </a:lnTo>
                  <a:lnTo>
                    <a:pt x="102" y="24"/>
                  </a:lnTo>
                  <a:lnTo>
                    <a:pt x="102" y="24"/>
                  </a:lnTo>
                  <a:lnTo>
                    <a:pt x="104" y="24"/>
                  </a:lnTo>
                  <a:lnTo>
                    <a:pt x="104" y="24"/>
                  </a:lnTo>
                  <a:lnTo>
                    <a:pt x="104" y="24"/>
                  </a:lnTo>
                  <a:lnTo>
                    <a:pt x="104" y="21"/>
                  </a:lnTo>
                  <a:lnTo>
                    <a:pt x="106" y="21"/>
                  </a:lnTo>
                  <a:lnTo>
                    <a:pt x="106" y="21"/>
                  </a:lnTo>
                  <a:lnTo>
                    <a:pt x="106" y="21"/>
                  </a:lnTo>
                  <a:lnTo>
                    <a:pt x="106" y="21"/>
                  </a:lnTo>
                  <a:lnTo>
                    <a:pt x="109" y="21"/>
                  </a:lnTo>
                  <a:lnTo>
                    <a:pt x="109" y="21"/>
                  </a:lnTo>
                  <a:lnTo>
                    <a:pt x="109" y="21"/>
                  </a:lnTo>
                  <a:lnTo>
                    <a:pt x="109" y="21"/>
                  </a:lnTo>
                  <a:lnTo>
                    <a:pt x="111" y="21"/>
                  </a:lnTo>
                  <a:lnTo>
                    <a:pt x="111" y="21"/>
                  </a:lnTo>
                  <a:lnTo>
                    <a:pt x="111" y="24"/>
                  </a:lnTo>
                  <a:lnTo>
                    <a:pt x="113" y="24"/>
                  </a:lnTo>
                  <a:lnTo>
                    <a:pt x="113" y="24"/>
                  </a:lnTo>
                  <a:lnTo>
                    <a:pt x="113" y="24"/>
                  </a:lnTo>
                  <a:lnTo>
                    <a:pt x="113" y="24"/>
                  </a:lnTo>
                  <a:lnTo>
                    <a:pt x="113" y="24"/>
                  </a:lnTo>
                  <a:lnTo>
                    <a:pt x="113" y="26"/>
                  </a:lnTo>
                  <a:lnTo>
                    <a:pt x="116" y="26"/>
                  </a:lnTo>
                  <a:lnTo>
                    <a:pt x="116" y="26"/>
                  </a:lnTo>
                  <a:lnTo>
                    <a:pt x="116" y="26"/>
                  </a:lnTo>
                  <a:lnTo>
                    <a:pt x="118" y="26"/>
                  </a:lnTo>
                  <a:lnTo>
                    <a:pt x="118" y="26"/>
                  </a:lnTo>
                  <a:lnTo>
                    <a:pt x="120" y="26"/>
                  </a:lnTo>
                  <a:lnTo>
                    <a:pt x="120" y="26"/>
                  </a:lnTo>
                  <a:lnTo>
                    <a:pt x="120" y="26"/>
                  </a:lnTo>
                  <a:lnTo>
                    <a:pt x="120" y="26"/>
                  </a:lnTo>
                  <a:lnTo>
                    <a:pt x="123" y="26"/>
                  </a:lnTo>
                  <a:lnTo>
                    <a:pt x="123" y="26"/>
                  </a:lnTo>
                  <a:lnTo>
                    <a:pt x="123" y="28"/>
                  </a:lnTo>
                  <a:lnTo>
                    <a:pt x="125" y="28"/>
                  </a:lnTo>
                  <a:lnTo>
                    <a:pt x="125" y="28"/>
                  </a:lnTo>
                  <a:lnTo>
                    <a:pt x="125" y="31"/>
                  </a:lnTo>
                  <a:lnTo>
                    <a:pt x="123" y="31"/>
                  </a:lnTo>
                  <a:lnTo>
                    <a:pt x="123" y="31"/>
                  </a:lnTo>
                  <a:lnTo>
                    <a:pt x="125" y="31"/>
                  </a:lnTo>
                  <a:lnTo>
                    <a:pt x="125" y="33"/>
                  </a:lnTo>
                  <a:lnTo>
                    <a:pt x="123" y="33"/>
                  </a:lnTo>
                  <a:lnTo>
                    <a:pt x="123" y="33"/>
                  </a:lnTo>
                  <a:lnTo>
                    <a:pt x="120" y="33"/>
                  </a:lnTo>
                  <a:lnTo>
                    <a:pt x="120" y="33"/>
                  </a:lnTo>
                  <a:lnTo>
                    <a:pt x="120" y="33"/>
                  </a:lnTo>
                  <a:lnTo>
                    <a:pt x="123" y="33"/>
                  </a:lnTo>
                  <a:lnTo>
                    <a:pt x="123" y="35"/>
                  </a:lnTo>
                  <a:lnTo>
                    <a:pt x="123" y="35"/>
                  </a:lnTo>
                  <a:lnTo>
                    <a:pt x="125" y="35"/>
                  </a:lnTo>
                  <a:lnTo>
                    <a:pt x="125" y="35"/>
                  </a:lnTo>
                  <a:lnTo>
                    <a:pt x="125" y="35"/>
                  </a:lnTo>
                  <a:lnTo>
                    <a:pt x="125" y="35"/>
                  </a:lnTo>
                  <a:lnTo>
                    <a:pt x="128" y="35"/>
                  </a:lnTo>
                  <a:lnTo>
                    <a:pt x="128" y="38"/>
                  </a:lnTo>
                  <a:lnTo>
                    <a:pt x="128" y="38"/>
                  </a:lnTo>
                  <a:lnTo>
                    <a:pt x="128" y="38"/>
                  </a:lnTo>
                  <a:lnTo>
                    <a:pt x="128" y="38"/>
                  </a:lnTo>
                  <a:lnTo>
                    <a:pt x="130" y="38"/>
                  </a:lnTo>
                  <a:lnTo>
                    <a:pt x="130" y="38"/>
                  </a:lnTo>
                  <a:lnTo>
                    <a:pt x="132" y="38"/>
                  </a:lnTo>
                  <a:lnTo>
                    <a:pt x="132" y="40"/>
                  </a:lnTo>
                  <a:lnTo>
                    <a:pt x="132" y="40"/>
                  </a:lnTo>
                  <a:lnTo>
                    <a:pt x="132" y="40"/>
                  </a:lnTo>
                  <a:lnTo>
                    <a:pt x="135" y="40"/>
                  </a:lnTo>
                  <a:lnTo>
                    <a:pt x="135" y="40"/>
                  </a:lnTo>
                  <a:lnTo>
                    <a:pt x="135" y="40"/>
                  </a:lnTo>
                  <a:lnTo>
                    <a:pt x="135" y="40"/>
                  </a:lnTo>
                  <a:lnTo>
                    <a:pt x="137" y="40"/>
                  </a:lnTo>
                  <a:lnTo>
                    <a:pt x="137" y="40"/>
                  </a:lnTo>
                  <a:lnTo>
                    <a:pt x="137" y="42"/>
                  </a:lnTo>
                  <a:lnTo>
                    <a:pt x="139" y="42"/>
                  </a:lnTo>
                  <a:lnTo>
                    <a:pt x="139" y="42"/>
                  </a:lnTo>
                  <a:lnTo>
                    <a:pt x="139" y="42"/>
                  </a:lnTo>
                  <a:lnTo>
                    <a:pt x="137" y="42"/>
                  </a:lnTo>
                  <a:lnTo>
                    <a:pt x="137" y="42"/>
                  </a:lnTo>
                  <a:lnTo>
                    <a:pt x="137" y="45"/>
                  </a:lnTo>
                  <a:lnTo>
                    <a:pt x="135" y="45"/>
                  </a:lnTo>
                  <a:lnTo>
                    <a:pt x="135" y="45"/>
                  </a:lnTo>
                  <a:lnTo>
                    <a:pt x="135" y="47"/>
                  </a:lnTo>
                  <a:lnTo>
                    <a:pt x="135" y="47"/>
                  </a:lnTo>
                  <a:lnTo>
                    <a:pt x="135" y="47"/>
                  </a:lnTo>
                  <a:lnTo>
                    <a:pt x="135" y="50"/>
                  </a:lnTo>
                  <a:lnTo>
                    <a:pt x="135" y="50"/>
                  </a:lnTo>
                  <a:lnTo>
                    <a:pt x="135" y="50"/>
                  </a:lnTo>
                  <a:lnTo>
                    <a:pt x="135" y="52"/>
                  </a:lnTo>
                  <a:lnTo>
                    <a:pt x="137" y="52"/>
                  </a:lnTo>
                  <a:lnTo>
                    <a:pt x="137" y="52"/>
                  </a:lnTo>
                  <a:lnTo>
                    <a:pt x="137" y="52"/>
                  </a:lnTo>
                  <a:lnTo>
                    <a:pt x="137" y="52"/>
                  </a:lnTo>
                  <a:lnTo>
                    <a:pt x="139" y="52"/>
                  </a:lnTo>
                  <a:lnTo>
                    <a:pt x="139" y="52"/>
                  </a:lnTo>
                  <a:lnTo>
                    <a:pt x="139" y="54"/>
                  </a:lnTo>
                  <a:lnTo>
                    <a:pt x="139" y="54"/>
                  </a:lnTo>
                  <a:lnTo>
                    <a:pt x="142" y="54"/>
                  </a:lnTo>
                  <a:lnTo>
                    <a:pt x="142" y="54"/>
                  </a:lnTo>
                  <a:lnTo>
                    <a:pt x="142" y="54"/>
                  </a:lnTo>
                  <a:lnTo>
                    <a:pt x="142" y="54"/>
                  </a:lnTo>
                  <a:lnTo>
                    <a:pt x="144" y="54"/>
                  </a:lnTo>
                  <a:lnTo>
                    <a:pt x="144" y="57"/>
                  </a:lnTo>
                  <a:lnTo>
                    <a:pt x="144" y="57"/>
                  </a:lnTo>
                  <a:lnTo>
                    <a:pt x="144" y="57"/>
                  </a:lnTo>
                  <a:lnTo>
                    <a:pt x="144" y="59"/>
                  </a:lnTo>
                  <a:lnTo>
                    <a:pt x="144" y="59"/>
                  </a:lnTo>
                  <a:lnTo>
                    <a:pt x="144" y="59"/>
                  </a:lnTo>
                  <a:lnTo>
                    <a:pt x="144" y="61"/>
                  </a:lnTo>
                  <a:lnTo>
                    <a:pt x="144" y="61"/>
                  </a:lnTo>
                  <a:lnTo>
                    <a:pt x="142" y="61"/>
                  </a:lnTo>
                  <a:lnTo>
                    <a:pt x="142" y="61"/>
                  </a:lnTo>
                  <a:lnTo>
                    <a:pt x="142" y="64"/>
                  </a:lnTo>
                  <a:lnTo>
                    <a:pt x="142" y="64"/>
                  </a:lnTo>
                  <a:lnTo>
                    <a:pt x="142" y="64"/>
                  </a:lnTo>
                  <a:lnTo>
                    <a:pt x="139" y="64"/>
                  </a:lnTo>
                  <a:lnTo>
                    <a:pt x="139" y="64"/>
                  </a:lnTo>
                  <a:lnTo>
                    <a:pt x="139" y="64"/>
                  </a:lnTo>
                  <a:lnTo>
                    <a:pt x="139" y="61"/>
                  </a:lnTo>
                  <a:lnTo>
                    <a:pt x="137" y="61"/>
                  </a:lnTo>
                  <a:lnTo>
                    <a:pt x="137" y="61"/>
                  </a:lnTo>
                  <a:lnTo>
                    <a:pt x="137" y="61"/>
                  </a:lnTo>
                  <a:lnTo>
                    <a:pt x="135" y="61"/>
                  </a:lnTo>
                  <a:lnTo>
                    <a:pt x="135" y="61"/>
                  </a:lnTo>
                  <a:lnTo>
                    <a:pt x="135" y="61"/>
                  </a:lnTo>
                  <a:lnTo>
                    <a:pt x="135" y="61"/>
                  </a:lnTo>
                  <a:lnTo>
                    <a:pt x="132" y="61"/>
                  </a:lnTo>
                  <a:lnTo>
                    <a:pt x="132" y="59"/>
                  </a:lnTo>
                  <a:lnTo>
                    <a:pt x="132" y="59"/>
                  </a:lnTo>
                  <a:lnTo>
                    <a:pt x="132" y="59"/>
                  </a:lnTo>
                  <a:lnTo>
                    <a:pt x="132" y="61"/>
                  </a:lnTo>
                  <a:lnTo>
                    <a:pt x="130" y="61"/>
                  </a:lnTo>
                  <a:lnTo>
                    <a:pt x="130" y="61"/>
                  </a:lnTo>
                  <a:lnTo>
                    <a:pt x="128" y="61"/>
                  </a:lnTo>
                  <a:lnTo>
                    <a:pt x="128" y="61"/>
                  </a:lnTo>
                  <a:lnTo>
                    <a:pt x="128" y="59"/>
                  </a:lnTo>
                  <a:lnTo>
                    <a:pt x="128" y="59"/>
                  </a:lnTo>
                  <a:lnTo>
                    <a:pt x="125" y="59"/>
                  </a:lnTo>
                  <a:lnTo>
                    <a:pt x="125" y="59"/>
                  </a:lnTo>
                  <a:lnTo>
                    <a:pt x="125" y="59"/>
                  </a:lnTo>
                  <a:lnTo>
                    <a:pt x="125" y="59"/>
                  </a:lnTo>
                  <a:lnTo>
                    <a:pt x="123" y="59"/>
                  </a:lnTo>
                  <a:lnTo>
                    <a:pt x="123" y="57"/>
                  </a:lnTo>
                  <a:lnTo>
                    <a:pt x="123" y="57"/>
                  </a:lnTo>
                  <a:lnTo>
                    <a:pt x="123" y="57"/>
                  </a:lnTo>
                  <a:lnTo>
                    <a:pt x="123" y="57"/>
                  </a:lnTo>
                  <a:lnTo>
                    <a:pt x="123" y="54"/>
                  </a:lnTo>
                  <a:lnTo>
                    <a:pt x="123" y="54"/>
                  </a:lnTo>
                  <a:lnTo>
                    <a:pt x="120" y="54"/>
                  </a:lnTo>
                  <a:lnTo>
                    <a:pt x="120" y="54"/>
                  </a:lnTo>
                  <a:lnTo>
                    <a:pt x="120" y="54"/>
                  </a:lnTo>
                  <a:lnTo>
                    <a:pt x="120" y="54"/>
                  </a:lnTo>
                  <a:lnTo>
                    <a:pt x="118" y="54"/>
                  </a:lnTo>
                  <a:lnTo>
                    <a:pt x="118" y="54"/>
                  </a:lnTo>
                  <a:lnTo>
                    <a:pt x="118" y="52"/>
                  </a:lnTo>
                  <a:lnTo>
                    <a:pt x="116" y="52"/>
                  </a:lnTo>
                  <a:lnTo>
                    <a:pt x="116" y="54"/>
                  </a:lnTo>
                  <a:lnTo>
                    <a:pt x="116" y="54"/>
                  </a:lnTo>
                  <a:lnTo>
                    <a:pt x="116" y="52"/>
                  </a:lnTo>
                  <a:lnTo>
                    <a:pt x="116" y="52"/>
                  </a:lnTo>
                  <a:lnTo>
                    <a:pt x="113" y="52"/>
                  </a:lnTo>
                  <a:lnTo>
                    <a:pt x="113" y="52"/>
                  </a:lnTo>
                  <a:lnTo>
                    <a:pt x="113" y="54"/>
                  </a:lnTo>
                  <a:lnTo>
                    <a:pt x="113" y="54"/>
                  </a:lnTo>
                  <a:lnTo>
                    <a:pt x="111" y="54"/>
                  </a:lnTo>
                  <a:lnTo>
                    <a:pt x="111" y="54"/>
                  </a:lnTo>
                  <a:lnTo>
                    <a:pt x="111" y="54"/>
                  </a:lnTo>
                  <a:lnTo>
                    <a:pt x="111" y="57"/>
                  </a:lnTo>
                  <a:lnTo>
                    <a:pt x="109" y="57"/>
                  </a:lnTo>
                  <a:lnTo>
                    <a:pt x="109" y="57"/>
                  </a:lnTo>
                  <a:lnTo>
                    <a:pt x="109" y="57"/>
                  </a:lnTo>
                  <a:lnTo>
                    <a:pt x="109" y="57"/>
                  </a:lnTo>
                  <a:lnTo>
                    <a:pt x="106" y="57"/>
                  </a:lnTo>
                  <a:lnTo>
                    <a:pt x="106" y="59"/>
                  </a:lnTo>
                  <a:lnTo>
                    <a:pt x="106" y="59"/>
                  </a:lnTo>
                  <a:lnTo>
                    <a:pt x="106" y="59"/>
                  </a:lnTo>
                  <a:lnTo>
                    <a:pt x="106" y="57"/>
                  </a:lnTo>
                  <a:lnTo>
                    <a:pt x="104" y="57"/>
                  </a:lnTo>
                  <a:lnTo>
                    <a:pt x="104" y="57"/>
                  </a:lnTo>
                  <a:lnTo>
                    <a:pt x="104" y="59"/>
                  </a:lnTo>
                  <a:lnTo>
                    <a:pt x="104" y="59"/>
                  </a:lnTo>
                  <a:lnTo>
                    <a:pt x="104" y="59"/>
                  </a:lnTo>
                  <a:lnTo>
                    <a:pt x="104" y="59"/>
                  </a:lnTo>
                  <a:lnTo>
                    <a:pt x="102" y="59"/>
                  </a:lnTo>
                  <a:lnTo>
                    <a:pt x="102" y="59"/>
                  </a:lnTo>
                  <a:lnTo>
                    <a:pt x="102" y="59"/>
                  </a:lnTo>
                  <a:lnTo>
                    <a:pt x="102" y="59"/>
                  </a:lnTo>
                  <a:lnTo>
                    <a:pt x="99" y="59"/>
                  </a:lnTo>
                  <a:lnTo>
                    <a:pt x="99" y="59"/>
                  </a:lnTo>
                  <a:lnTo>
                    <a:pt x="99" y="59"/>
                  </a:lnTo>
                  <a:lnTo>
                    <a:pt x="99" y="59"/>
                  </a:lnTo>
                  <a:lnTo>
                    <a:pt x="97" y="59"/>
                  </a:lnTo>
                  <a:lnTo>
                    <a:pt x="97" y="59"/>
                  </a:lnTo>
                  <a:lnTo>
                    <a:pt x="94" y="59"/>
                  </a:lnTo>
                  <a:lnTo>
                    <a:pt x="94" y="59"/>
                  </a:lnTo>
                  <a:lnTo>
                    <a:pt x="94" y="59"/>
                  </a:lnTo>
                  <a:lnTo>
                    <a:pt x="94" y="59"/>
                  </a:lnTo>
                  <a:lnTo>
                    <a:pt x="94" y="59"/>
                  </a:lnTo>
                  <a:lnTo>
                    <a:pt x="92" y="59"/>
                  </a:lnTo>
                  <a:lnTo>
                    <a:pt x="92" y="59"/>
                  </a:lnTo>
                  <a:lnTo>
                    <a:pt x="92" y="59"/>
                  </a:lnTo>
                  <a:lnTo>
                    <a:pt x="92" y="59"/>
                  </a:lnTo>
                  <a:lnTo>
                    <a:pt x="90" y="59"/>
                  </a:lnTo>
                  <a:lnTo>
                    <a:pt x="90" y="59"/>
                  </a:lnTo>
                  <a:lnTo>
                    <a:pt x="90" y="59"/>
                  </a:lnTo>
                  <a:lnTo>
                    <a:pt x="87" y="59"/>
                  </a:lnTo>
                  <a:lnTo>
                    <a:pt x="87" y="59"/>
                  </a:lnTo>
                  <a:lnTo>
                    <a:pt x="87" y="61"/>
                  </a:lnTo>
                  <a:lnTo>
                    <a:pt x="87" y="61"/>
                  </a:lnTo>
                  <a:lnTo>
                    <a:pt x="85" y="61"/>
                  </a:lnTo>
                  <a:lnTo>
                    <a:pt x="85" y="61"/>
                  </a:lnTo>
                  <a:lnTo>
                    <a:pt x="85" y="61"/>
                  </a:lnTo>
                  <a:lnTo>
                    <a:pt x="83" y="61"/>
                  </a:lnTo>
                  <a:lnTo>
                    <a:pt x="83" y="61"/>
                  </a:lnTo>
                  <a:lnTo>
                    <a:pt x="83" y="61"/>
                  </a:lnTo>
                  <a:lnTo>
                    <a:pt x="80" y="61"/>
                  </a:lnTo>
                  <a:lnTo>
                    <a:pt x="80" y="61"/>
                  </a:lnTo>
                  <a:lnTo>
                    <a:pt x="80" y="61"/>
                  </a:lnTo>
                  <a:lnTo>
                    <a:pt x="78" y="61"/>
                  </a:lnTo>
                  <a:lnTo>
                    <a:pt x="78" y="61"/>
                  </a:lnTo>
                  <a:lnTo>
                    <a:pt x="78" y="61"/>
                  </a:lnTo>
                  <a:lnTo>
                    <a:pt x="76" y="61"/>
                  </a:lnTo>
                  <a:lnTo>
                    <a:pt x="76" y="61"/>
                  </a:lnTo>
                  <a:lnTo>
                    <a:pt x="76" y="61"/>
                  </a:lnTo>
                  <a:lnTo>
                    <a:pt x="76" y="61"/>
                  </a:lnTo>
                  <a:lnTo>
                    <a:pt x="76" y="61"/>
                  </a:lnTo>
                  <a:lnTo>
                    <a:pt x="73" y="61"/>
                  </a:lnTo>
                  <a:lnTo>
                    <a:pt x="73" y="59"/>
                  </a:lnTo>
                  <a:lnTo>
                    <a:pt x="73" y="59"/>
                  </a:lnTo>
                  <a:lnTo>
                    <a:pt x="73" y="59"/>
                  </a:lnTo>
                  <a:lnTo>
                    <a:pt x="71" y="59"/>
                  </a:lnTo>
                  <a:lnTo>
                    <a:pt x="71" y="61"/>
                  </a:lnTo>
                  <a:lnTo>
                    <a:pt x="71" y="61"/>
                  </a:lnTo>
                  <a:lnTo>
                    <a:pt x="71" y="59"/>
                  </a:lnTo>
                  <a:lnTo>
                    <a:pt x="68" y="59"/>
                  </a:lnTo>
                  <a:lnTo>
                    <a:pt x="68" y="59"/>
                  </a:lnTo>
                  <a:lnTo>
                    <a:pt x="68" y="59"/>
                  </a:lnTo>
                  <a:lnTo>
                    <a:pt x="68" y="57"/>
                  </a:lnTo>
                  <a:lnTo>
                    <a:pt x="68" y="57"/>
                  </a:lnTo>
                  <a:lnTo>
                    <a:pt x="68" y="57"/>
                  </a:lnTo>
                  <a:lnTo>
                    <a:pt x="66" y="57"/>
                  </a:lnTo>
                  <a:lnTo>
                    <a:pt x="66" y="54"/>
                  </a:lnTo>
                  <a:lnTo>
                    <a:pt x="66" y="54"/>
                  </a:lnTo>
                  <a:lnTo>
                    <a:pt x="66" y="54"/>
                  </a:lnTo>
                  <a:lnTo>
                    <a:pt x="66" y="54"/>
                  </a:lnTo>
                  <a:lnTo>
                    <a:pt x="64" y="54"/>
                  </a:lnTo>
                  <a:lnTo>
                    <a:pt x="64" y="52"/>
                  </a:lnTo>
                  <a:lnTo>
                    <a:pt x="64" y="52"/>
                  </a:lnTo>
                  <a:lnTo>
                    <a:pt x="64" y="52"/>
                  </a:lnTo>
                  <a:lnTo>
                    <a:pt x="61" y="52"/>
                  </a:lnTo>
                  <a:lnTo>
                    <a:pt x="61" y="52"/>
                  </a:lnTo>
                  <a:lnTo>
                    <a:pt x="61" y="52"/>
                  </a:lnTo>
                  <a:lnTo>
                    <a:pt x="61" y="52"/>
                  </a:lnTo>
                  <a:lnTo>
                    <a:pt x="61" y="52"/>
                  </a:lnTo>
                  <a:lnTo>
                    <a:pt x="61" y="50"/>
                  </a:lnTo>
                  <a:lnTo>
                    <a:pt x="61" y="50"/>
                  </a:lnTo>
                  <a:lnTo>
                    <a:pt x="59" y="50"/>
                  </a:lnTo>
                  <a:lnTo>
                    <a:pt x="59" y="50"/>
                  </a:lnTo>
                  <a:lnTo>
                    <a:pt x="59" y="50"/>
                  </a:lnTo>
                  <a:lnTo>
                    <a:pt x="57" y="50"/>
                  </a:lnTo>
                  <a:lnTo>
                    <a:pt x="57" y="50"/>
                  </a:lnTo>
                  <a:lnTo>
                    <a:pt x="57" y="52"/>
                  </a:lnTo>
                  <a:lnTo>
                    <a:pt x="57" y="52"/>
                  </a:lnTo>
                  <a:lnTo>
                    <a:pt x="54" y="52"/>
                  </a:lnTo>
                  <a:lnTo>
                    <a:pt x="54" y="52"/>
                  </a:lnTo>
                  <a:lnTo>
                    <a:pt x="54" y="52"/>
                  </a:lnTo>
                  <a:lnTo>
                    <a:pt x="54" y="52"/>
                  </a:lnTo>
                  <a:lnTo>
                    <a:pt x="52" y="52"/>
                  </a:lnTo>
                  <a:lnTo>
                    <a:pt x="52" y="52"/>
                  </a:lnTo>
                  <a:lnTo>
                    <a:pt x="52" y="52"/>
                  </a:lnTo>
                  <a:lnTo>
                    <a:pt x="52" y="52"/>
                  </a:lnTo>
                  <a:lnTo>
                    <a:pt x="49" y="52"/>
                  </a:lnTo>
                  <a:lnTo>
                    <a:pt x="49" y="52"/>
                  </a:lnTo>
                  <a:lnTo>
                    <a:pt x="47" y="52"/>
                  </a:lnTo>
                  <a:lnTo>
                    <a:pt x="47" y="52"/>
                  </a:lnTo>
                  <a:lnTo>
                    <a:pt x="47" y="52"/>
                  </a:lnTo>
                  <a:lnTo>
                    <a:pt x="45" y="52"/>
                  </a:lnTo>
                  <a:lnTo>
                    <a:pt x="45" y="52"/>
                  </a:lnTo>
                  <a:lnTo>
                    <a:pt x="42" y="52"/>
                  </a:lnTo>
                  <a:lnTo>
                    <a:pt x="42" y="52"/>
                  </a:lnTo>
                  <a:lnTo>
                    <a:pt x="42" y="52"/>
                  </a:lnTo>
                  <a:lnTo>
                    <a:pt x="40" y="52"/>
                  </a:lnTo>
                  <a:lnTo>
                    <a:pt x="40" y="52"/>
                  </a:lnTo>
                  <a:lnTo>
                    <a:pt x="40" y="52"/>
                  </a:lnTo>
                  <a:lnTo>
                    <a:pt x="40" y="52"/>
                  </a:lnTo>
                  <a:lnTo>
                    <a:pt x="38" y="52"/>
                  </a:lnTo>
                  <a:lnTo>
                    <a:pt x="38" y="52"/>
                  </a:lnTo>
                  <a:lnTo>
                    <a:pt x="38" y="52"/>
                  </a:lnTo>
                  <a:lnTo>
                    <a:pt x="35" y="52"/>
                  </a:lnTo>
                  <a:lnTo>
                    <a:pt x="35" y="52"/>
                  </a:lnTo>
                  <a:lnTo>
                    <a:pt x="35" y="52"/>
                  </a:lnTo>
                  <a:lnTo>
                    <a:pt x="35" y="52"/>
                  </a:lnTo>
                  <a:lnTo>
                    <a:pt x="33" y="52"/>
                  </a:lnTo>
                  <a:lnTo>
                    <a:pt x="33" y="50"/>
                  </a:lnTo>
                  <a:lnTo>
                    <a:pt x="33" y="50"/>
                  </a:lnTo>
                  <a:lnTo>
                    <a:pt x="35" y="50"/>
                  </a:lnTo>
                  <a:lnTo>
                    <a:pt x="35" y="47"/>
                  </a:lnTo>
                  <a:lnTo>
                    <a:pt x="35" y="47"/>
                  </a:lnTo>
                  <a:lnTo>
                    <a:pt x="35" y="47"/>
                  </a:lnTo>
                  <a:lnTo>
                    <a:pt x="35" y="47"/>
                  </a:lnTo>
                  <a:lnTo>
                    <a:pt x="38" y="47"/>
                  </a:lnTo>
                  <a:lnTo>
                    <a:pt x="38" y="45"/>
                  </a:lnTo>
                  <a:lnTo>
                    <a:pt x="38" y="45"/>
                  </a:lnTo>
                  <a:lnTo>
                    <a:pt x="38" y="45"/>
                  </a:lnTo>
                  <a:lnTo>
                    <a:pt x="38" y="42"/>
                  </a:lnTo>
                  <a:lnTo>
                    <a:pt x="38" y="42"/>
                  </a:lnTo>
                  <a:lnTo>
                    <a:pt x="38" y="42"/>
                  </a:lnTo>
                  <a:lnTo>
                    <a:pt x="38" y="40"/>
                  </a:lnTo>
                  <a:lnTo>
                    <a:pt x="38" y="40"/>
                  </a:lnTo>
                  <a:lnTo>
                    <a:pt x="38" y="40"/>
                  </a:lnTo>
                  <a:lnTo>
                    <a:pt x="38" y="38"/>
                  </a:lnTo>
                  <a:lnTo>
                    <a:pt x="35" y="38"/>
                  </a:lnTo>
                  <a:lnTo>
                    <a:pt x="35" y="38"/>
                  </a:lnTo>
                  <a:lnTo>
                    <a:pt x="35" y="38"/>
                  </a:lnTo>
                  <a:lnTo>
                    <a:pt x="35" y="35"/>
                  </a:lnTo>
                  <a:lnTo>
                    <a:pt x="35" y="35"/>
                  </a:lnTo>
                  <a:lnTo>
                    <a:pt x="35" y="33"/>
                  </a:lnTo>
                  <a:lnTo>
                    <a:pt x="35" y="33"/>
                  </a:lnTo>
                  <a:lnTo>
                    <a:pt x="35" y="33"/>
                  </a:lnTo>
                  <a:lnTo>
                    <a:pt x="35" y="33"/>
                  </a:lnTo>
                  <a:lnTo>
                    <a:pt x="35" y="31"/>
                  </a:lnTo>
                  <a:lnTo>
                    <a:pt x="35" y="31"/>
                  </a:lnTo>
                  <a:lnTo>
                    <a:pt x="33" y="31"/>
                  </a:lnTo>
                  <a:lnTo>
                    <a:pt x="33" y="28"/>
                  </a:lnTo>
                  <a:lnTo>
                    <a:pt x="33" y="28"/>
                  </a:lnTo>
                  <a:lnTo>
                    <a:pt x="33" y="28"/>
                  </a:lnTo>
                  <a:lnTo>
                    <a:pt x="33" y="26"/>
                  </a:lnTo>
                  <a:lnTo>
                    <a:pt x="33" y="26"/>
                  </a:lnTo>
                  <a:lnTo>
                    <a:pt x="33" y="24"/>
                  </a:lnTo>
                  <a:lnTo>
                    <a:pt x="33" y="24"/>
                  </a:lnTo>
                  <a:lnTo>
                    <a:pt x="33" y="24"/>
                  </a:lnTo>
                  <a:lnTo>
                    <a:pt x="33" y="24"/>
                  </a:lnTo>
                  <a:lnTo>
                    <a:pt x="33" y="21"/>
                  </a:lnTo>
                  <a:lnTo>
                    <a:pt x="31" y="21"/>
                  </a:lnTo>
                  <a:lnTo>
                    <a:pt x="31" y="21"/>
                  </a:lnTo>
                  <a:lnTo>
                    <a:pt x="31" y="21"/>
                  </a:lnTo>
                  <a:lnTo>
                    <a:pt x="28" y="21"/>
                  </a:lnTo>
                  <a:lnTo>
                    <a:pt x="28" y="21"/>
                  </a:lnTo>
                  <a:lnTo>
                    <a:pt x="28" y="21"/>
                  </a:lnTo>
                  <a:lnTo>
                    <a:pt x="28" y="19"/>
                  </a:lnTo>
                  <a:lnTo>
                    <a:pt x="26" y="19"/>
                  </a:lnTo>
                  <a:lnTo>
                    <a:pt x="26" y="19"/>
                  </a:lnTo>
                  <a:lnTo>
                    <a:pt x="26" y="19"/>
                  </a:lnTo>
                  <a:lnTo>
                    <a:pt x="23" y="19"/>
                  </a:lnTo>
                  <a:lnTo>
                    <a:pt x="23" y="19"/>
                  </a:lnTo>
                  <a:lnTo>
                    <a:pt x="23" y="16"/>
                  </a:lnTo>
                  <a:lnTo>
                    <a:pt x="23" y="16"/>
                  </a:lnTo>
                  <a:lnTo>
                    <a:pt x="23" y="16"/>
                  </a:lnTo>
                  <a:lnTo>
                    <a:pt x="23" y="14"/>
                  </a:lnTo>
                  <a:lnTo>
                    <a:pt x="21" y="14"/>
                  </a:lnTo>
                  <a:lnTo>
                    <a:pt x="21" y="14"/>
                  </a:lnTo>
                  <a:lnTo>
                    <a:pt x="21" y="14"/>
                  </a:lnTo>
                  <a:lnTo>
                    <a:pt x="21" y="14"/>
                  </a:lnTo>
                  <a:lnTo>
                    <a:pt x="19" y="14"/>
                  </a:lnTo>
                  <a:lnTo>
                    <a:pt x="19" y="12"/>
                  </a:lnTo>
                  <a:lnTo>
                    <a:pt x="19" y="12"/>
                  </a:lnTo>
                  <a:lnTo>
                    <a:pt x="19" y="12"/>
                  </a:lnTo>
                  <a:lnTo>
                    <a:pt x="16" y="12"/>
                  </a:lnTo>
                  <a:lnTo>
                    <a:pt x="16" y="12"/>
                  </a:lnTo>
                  <a:lnTo>
                    <a:pt x="14" y="12"/>
                  </a:lnTo>
                  <a:lnTo>
                    <a:pt x="14" y="12"/>
                  </a:lnTo>
                  <a:lnTo>
                    <a:pt x="14" y="12"/>
                  </a:lnTo>
                  <a:lnTo>
                    <a:pt x="14" y="12"/>
                  </a:lnTo>
                  <a:lnTo>
                    <a:pt x="12" y="12"/>
                  </a:lnTo>
                  <a:lnTo>
                    <a:pt x="12" y="12"/>
                  </a:lnTo>
                  <a:lnTo>
                    <a:pt x="12" y="12"/>
                  </a:lnTo>
                  <a:lnTo>
                    <a:pt x="9" y="12"/>
                  </a:lnTo>
                  <a:lnTo>
                    <a:pt x="9" y="12"/>
                  </a:lnTo>
                  <a:lnTo>
                    <a:pt x="9" y="12"/>
                  </a:lnTo>
                  <a:lnTo>
                    <a:pt x="7" y="12"/>
                  </a:lnTo>
                  <a:lnTo>
                    <a:pt x="7" y="12"/>
                  </a:lnTo>
                  <a:lnTo>
                    <a:pt x="7" y="9"/>
                  </a:lnTo>
                  <a:lnTo>
                    <a:pt x="7" y="9"/>
                  </a:lnTo>
                  <a:lnTo>
                    <a:pt x="7" y="9"/>
                  </a:lnTo>
                  <a:lnTo>
                    <a:pt x="7" y="7"/>
                  </a:lnTo>
                  <a:lnTo>
                    <a:pt x="7" y="7"/>
                  </a:lnTo>
                  <a:lnTo>
                    <a:pt x="5" y="7"/>
                  </a:lnTo>
                  <a:lnTo>
                    <a:pt x="5" y="7"/>
                  </a:lnTo>
                  <a:lnTo>
                    <a:pt x="5" y="5"/>
                  </a:lnTo>
                  <a:lnTo>
                    <a:pt x="2" y="5"/>
                  </a:lnTo>
                  <a:lnTo>
                    <a:pt x="2" y="5"/>
                  </a:lnTo>
                  <a:lnTo>
                    <a:pt x="2" y="5"/>
                  </a:lnTo>
                  <a:lnTo>
                    <a:pt x="2" y="5"/>
                  </a:lnTo>
                  <a:lnTo>
                    <a:pt x="0"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228"/>
            <p:cNvSpPr>
              <a:spLocks/>
            </p:cNvSpPr>
            <p:nvPr/>
          </p:nvSpPr>
          <p:spPr bwMode="auto">
            <a:xfrm>
              <a:off x="2416175" y="2933700"/>
              <a:ext cx="82550" cy="49212"/>
            </a:xfrm>
            <a:custGeom>
              <a:avLst/>
              <a:gdLst/>
              <a:ahLst/>
              <a:cxnLst>
                <a:cxn ang="0">
                  <a:pos x="14" y="31"/>
                </a:cxn>
                <a:cxn ang="0">
                  <a:pos x="14" y="28"/>
                </a:cxn>
                <a:cxn ang="0">
                  <a:pos x="10" y="28"/>
                </a:cxn>
                <a:cxn ang="0">
                  <a:pos x="7" y="26"/>
                </a:cxn>
                <a:cxn ang="0">
                  <a:pos x="5" y="26"/>
                </a:cxn>
                <a:cxn ang="0">
                  <a:pos x="2" y="24"/>
                </a:cxn>
                <a:cxn ang="0">
                  <a:pos x="0" y="21"/>
                </a:cxn>
                <a:cxn ang="0">
                  <a:pos x="0" y="19"/>
                </a:cxn>
                <a:cxn ang="0">
                  <a:pos x="0" y="14"/>
                </a:cxn>
                <a:cxn ang="0">
                  <a:pos x="5" y="16"/>
                </a:cxn>
                <a:cxn ang="0">
                  <a:pos x="5" y="14"/>
                </a:cxn>
                <a:cxn ang="0">
                  <a:pos x="7" y="12"/>
                </a:cxn>
                <a:cxn ang="0">
                  <a:pos x="12" y="12"/>
                </a:cxn>
                <a:cxn ang="0">
                  <a:pos x="14" y="12"/>
                </a:cxn>
                <a:cxn ang="0">
                  <a:pos x="14" y="9"/>
                </a:cxn>
                <a:cxn ang="0">
                  <a:pos x="17" y="7"/>
                </a:cxn>
                <a:cxn ang="0">
                  <a:pos x="19" y="9"/>
                </a:cxn>
                <a:cxn ang="0">
                  <a:pos x="21" y="9"/>
                </a:cxn>
                <a:cxn ang="0">
                  <a:pos x="26" y="9"/>
                </a:cxn>
                <a:cxn ang="0">
                  <a:pos x="28" y="9"/>
                </a:cxn>
                <a:cxn ang="0">
                  <a:pos x="31" y="7"/>
                </a:cxn>
                <a:cxn ang="0">
                  <a:pos x="33" y="7"/>
                </a:cxn>
                <a:cxn ang="0">
                  <a:pos x="38" y="7"/>
                </a:cxn>
                <a:cxn ang="0">
                  <a:pos x="40" y="5"/>
                </a:cxn>
                <a:cxn ang="0">
                  <a:pos x="40" y="2"/>
                </a:cxn>
                <a:cxn ang="0">
                  <a:pos x="45" y="2"/>
                </a:cxn>
                <a:cxn ang="0">
                  <a:pos x="47" y="2"/>
                </a:cxn>
                <a:cxn ang="0">
                  <a:pos x="50" y="0"/>
                </a:cxn>
                <a:cxn ang="0">
                  <a:pos x="50" y="2"/>
                </a:cxn>
                <a:cxn ang="0">
                  <a:pos x="47" y="2"/>
                </a:cxn>
                <a:cxn ang="0">
                  <a:pos x="47" y="5"/>
                </a:cxn>
                <a:cxn ang="0">
                  <a:pos x="45" y="7"/>
                </a:cxn>
                <a:cxn ang="0">
                  <a:pos x="40" y="7"/>
                </a:cxn>
                <a:cxn ang="0">
                  <a:pos x="40" y="9"/>
                </a:cxn>
                <a:cxn ang="0">
                  <a:pos x="38" y="12"/>
                </a:cxn>
                <a:cxn ang="0">
                  <a:pos x="38" y="14"/>
                </a:cxn>
                <a:cxn ang="0">
                  <a:pos x="40" y="16"/>
                </a:cxn>
                <a:cxn ang="0">
                  <a:pos x="40" y="19"/>
                </a:cxn>
                <a:cxn ang="0">
                  <a:pos x="38" y="19"/>
                </a:cxn>
                <a:cxn ang="0">
                  <a:pos x="36" y="21"/>
                </a:cxn>
                <a:cxn ang="0">
                  <a:pos x="33" y="19"/>
                </a:cxn>
                <a:cxn ang="0">
                  <a:pos x="31" y="21"/>
                </a:cxn>
                <a:cxn ang="0">
                  <a:pos x="28" y="24"/>
                </a:cxn>
                <a:cxn ang="0">
                  <a:pos x="26" y="24"/>
                </a:cxn>
                <a:cxn ang="0">
                  <a:pos x="24" y="26"/>
                </a:cxn>
                <a:cxn ang="0">
                  <a:pos x="21" y="26"/>
                </a:cxn>
                <a:cxn ang="0">
                  <a:pos x="19" y="26"/>
                </a:cxn>
                <a:cxn ang="0">
                  <a:pos x="19" y="28"/>
                </a:cxn>
              </a:cxnLst>
              <a:rect l="0" t="0" r="r" b="b"/>
              <a:pathLst>
                <a:path w="52" h="31">
                  <a:moveTo>
                    <a:pt x="19" y="31"/>
                  </a:moveTo>
                  <a:lnTo>
                    <a:pt x="17" y="31"/>
                  </a:lnTo>
                  <a:lnTo>
                    <a:pt x="17" y="31"/>
                  </a:lnTo>
                  <a:lnTo>
                    <a:pt x="14" y="31"/>
                  </a:lnTo>
                  <a:lnTo>
                    <a:pt x="14" y="31"/>
                  </a:lnTo>
                  <a:lnTo>
                    <a:pt x="14" y="28"/>
                  </a:lnTo>
                  <a:lnTo>
                    <a:pt x="14" y="28"/>
                  </a:lnTo>
                  <a:lnTo>
                    <a:pt x="14" y="28"/>
                  </a:lnTo>
                  <a:lnTo>
                    <a:pt x="12" y="28"/>
                  </a:lnTo>
                  <a:lnTo>
                    <a:pt x="12" y="28"/>
                  </a:lnTo>
                  <a:lnTo>
                    <a:pt x="12" y="28"/>
                  </a:lnTo>
                  <a:lnTo>
                    <a:pt x="10" y="28"/>
                  </a:lnTo>
                  <a:lnTo>
                    <a:pt x="10" y="28"/>
                  </a:lnTo>
                  <a:lnTo>
                    <a:pt x="7" y="28"/>
                  </a:lnTo>
                  <a:lnTo>
                    <a:pt x="7" y="28"/>
                  </a:lnTo>
                  <a:lnTo>
                    <a:pt x="7" y="26"/>
                  </a:lnTo>
                  <a:lnTo>
                    <a:pt x="7" y="26"/>
                  </a:lnTo>
                  <a:lnTo>
                    <a:pt x="5" y="26"/>
                  </a:lnTo>
                  <a:lnTo>
                    <a:pt x="5" y="26"/>
                  </a:lnTo>
                  <a:lnTo>
                    <a:pt x="5" y="26"/>
                  </a:lnTo>
                  <a:lnTo>
                    <a:pt x="5" y="26"/>
                  </a:lnTo>
                  <a:lnTo>
                    <a:pt x="5" y="24"/>
                  </a:lnTo>
                  <a:lnTo>
                    <a:pt x="2" y="24"/>
                  </a:lnTo>
                  <a:lnTo>
                    <a:pt x="2" y="24"/>
                  </a:lnTo>
                  <a:lnTo>
                    <a:pt x="2" y="21"/>
                  </a:lnTo>
                  <a:lnTo>
                    <a:pt x="2" y="21"/>
                  </a:lnTo>
                  <a:lnTo>
                    <a:pt x="2" y="21"/>
                  </a:lnTo>
                  <a:lnTo>
                    <a:pt x="0" y="21"/>
                  </a:lnTo>
                  <a:lnTo>
                    <a:pt x="0" y="21"/>
                  </a:lnTo>
                  <a:lnTo>
                    <a:pt x="0" y="19"/>
                  </a:lnTo>
                  <a:lnTo>
                    <a:pt x="0" y="19"/>
                  </a:lnTo>
                  <a:lnTo>
                    <a:pt x="0" y="19"/>
                  </a:lnTo>
                  <a:lnTo>
                    <a:pt x="0" y="16"/>
                  </a:lnTo>
                  <a:lnTo>
                    <a:pt x="0" y="16"/>
                  </a:lnTo>
                  <a:lnTo>
                    <a:pt x="0" y="14"/>
                  </a:lnTo>
                  <a:lnTo>
                    <a:pt x="0" y="14"/>
                  </a:lnTo>
                  <a:lnTo>
                    <a:pt x="2" y="14"/>
                  </a:lnTo>
                  <a:lnTo>
                    <a:pt x="2" y="16"/>
                  </a:lnTo>
                  <a:lnTo>
                    <a:pt x="2" y="16"/>
                  </a:lnTo>
                  <a:lnTo>
                    <a:pt x="5" y="16"/>
                  </a:lnTo>
                  <a:lnTo>
                    <a:pt x="5" y="16"/>
                  </a:lnTo>
                  <a:lnTo>
                    <a:pt x="5" y="14"/>
                  </a:lnTo>
                  <a:lnTo>
                    <a:pt x="5" y="14"/>
                  </a:lnTo>
                  <a:lnTo>
                    <a:pt x="5" y="14"/>
                  </a:lnTo>
                  <a:lnTo>
                    <a:pt x="7" y="14"/>
                  </a:lnTo>
                  <a:lnTo>
                    <a:pt x="7" y="12"/>
                  </a:lnTo>
                  <a:lnTo>
                    <a:pt x="7" y="12"/>
                  </a:lnTo>
                  <a:lnTo>
                    <a:pt x="7" y="12"/>
                  </a:lnTo>
                  <a:lnTo>
                    <a:pt x="10" y="12"/>
                  </a:lnTo>
                  <a:lnTo>
                    <a:pt x="10" y="12"/>
                  </a:lnTo>
                  <a:lnTo>
                    <a:pt x="12" y="12"/>
                  </a:lnTo>
                  <a:lnTo>
                    <a:pt x="12" y="12"/>
                  </a:lnTo>
                  <a:lnTo>
                    <a:pt x="12" y="14"/>
                  </a:lnTo>
                  <a:lnTo>
                    <a:pt x="12" y="14"/>
                  </a:lnTo>
                  <a:lnTo>
                    <a:pt x="14" y="14"/>
                  </a:lnTo>
                  <a:lnTo>
                    <a:pt x="14" y="12"/>
                  </a:lnTo>
                  <a:lnTo>
                    <a:pt x="14" y="12"/>
                  </a:lnTo>
                  <a:lnTo>
                    <a:pt x="14" y="12"/>
                  </a:lnTo>
                  <a:lnTo>
                    <a:pt x="14" y="12"/>
                  </a:lnTo>
                  <a:lnTo>
                    <a:pt x="14" y="9"/>
                  </a:lnTo>
                  <a:lnTo>
                    <a:pt x="14" y="9"/>
                  </a:lnTo>
                  <a:lnTo>
                    <a:pt x="14" y="7"/>
                  </a:lnTo>
                  <a:lnTo>
                    <a:pt x="14" y="7"/>
                  </a:lnTo>
                  <a:lnTo>
                    <a:pt x="17" y="7"/>
                  </a:lnTo>
                  <a:lnTo>
                    <a:pt x="17" y="9"/>
                  </a:lnTo>
                  <a:lnTo>
                    <a:pt x="17" y="9"/>
                  </a:lnTo>
                  <a:lnTo>
                    <a:pt x="19" y="9"/>
                  </a:lnTo>
                  <a:lnTo>
                    <a:pt x="19" y="9"/>
                  </a:lnTo>
                  <a:lnTo>
                    <a:pt x="19" y="9"/>
                  </a:lnTo>
                  <a:lnTo>
                    <a:pt x="21" y="9"/>
                  </a:lnTo>
                  <a:lnTo>
                    <a:pt x="21" y="9"/>
                  </a:lnTo>
                  <a:lnTo>
                    <a:pt x="21" y="9"/>
                  </a:lnTo>
                  <a:lnTo>
                    <a:pt x="24" y="9"/>
                  </a:lnTo>
                  <a:lnTo>
                    <a:pt x="24" y="9"/>
                  </a:lnTo>
                  <a:lnTo>
                    <a:pt x="24" y="9"/>
                  </a:lnTo>
                  <a:lnTo>
                    <a:pt x="26" y="9"/>
                  </a:lnTo>
                  <a:lnTo>
                    <a:pt x="26" y="9"/>
                  </a:lnTo>
                  <a:lnTo>
                    <a:pt x="26" y="9"/>
                  </a:lnTo>
                  <a:lnTo>
                    <a:pt x="26" y="9"/>
                  </a:lnTo>
                  <a:lnTo>
                    <a:pt x="28" y="9"/>
                  </a:lnTo>
                  <a:lnTo>
                    <a:pt x="28" y="9"/>
                  </a:lnTo>
                  <a:lnTo>
                    <a:pt x="28" y="9"/>
                  </a:lnTo>
                  <a:lnTo>
                    <a:pt x="31" y="9"/>
                  </a:lnTo>
                  <a:lnTo>
                    <a:pt x="31" y="7"/>
                  </a:lnTo>
                  <a:lnTo>
                    <a:pt x="31" y="7"/>
                  </a:lnTo>
                  <a:lnTo>
                    <a:pt x="33" y="7"/>
                  </a:lnTo>
                  <a:lnTo>
                    <a:pt x="33" y="7"/>
                  </a:lnTo>
                  <a:lnTo>
                    <a:pt x="33" y="7"/>
                  </a:lnTo>
                  <a:lnTo>
                    <a:pt x="36" y="7"/>
                  </a:lnTo>
                  <a:lnTo>
                    <a:pt x="36" y="7"/>
                  </a:lnTo>
                  <a:lnTo>
                    <a:pt x="36" y="7"/>
                  </a:lnTo>
                  <a:lnTo>
                    <a:pt x="38" y="7"/>
                  </a:lnTo>
                  <a:lnTo>
                    <a:pt x="38" y="7"/>
                  </a:lnTo>
                  <a:lnTo>
                    <a:pt x="38" y="5"/>
                  </a:lnTo>
                  <a:lnTo>
                    <a:pt x="38" y="5"/>
                  </a:lnTo>
                  <a:lnTo>
                    <a:pt x="40" y="5"/>
                  </a:lnTo>
                  <a:lnTo>
                    <a:pt x="40" y="5"/>
                  </a:lnTo>
                  <a:lnTo>
                    <a:pt x="40" y="5"/>
                  </a:lnTo>
                  <a:lnTo>
                    <a:pt x="40" y="2"/>
                  </a:lnTo>
                  <a:lnTo>
                    <a:pt x="40" y="2"/>
                  </a:lnTo>
                  <a:lnTo>
                    <a:pt x="43" y="2"/>
                  </a:lnTo>
                  <a:lnTo>
                    <a:pt x="43" y="2"/>
                  </a:lnTo>
                  <a:lnTo>
                    <a:pt x="45" y="2"/>
                  </a:lnTo>
                  <a:lnTo>
                    <a:pt x="45" y="2"/>
                  </a:lnTo>
                  <a:lnTo>
                    <a:pt x="45" y="2"/>
                  </a:lnTo>
                  <a:lnTo>
                    <a:pt x="45" y="2"/>
                  </a:lnTo>
                  <a:lnTo>
                    <a:pt x="45" y="2"/>
                  </a:lnTo>
                  <a:lnTo>
                    <a:pt x="47" y="2"/>
                  </a:lnTo>
                  <a:lnTo>
                    <a:pt x="47" y="2"/>
                  </a:lnTo>
                  <a:lnTo>
                    <a:pt x="47" y="2"/>
                  </a:lnTo>
                  <a:lnTo>
                    <a:pt x="47" y="0"/>
                  </a:lnTo>
                  <a:lnTo>
                    <a:pt x="50" y="0"/>
                  </a:lnTo>
                  <a:lnTo>
                    <a:pt x="50" y="0"/>
                  </a:lnTo>
                  <a:lnTo>
                    <a:pt x="52" y="0"/>
                  </a:lnTo>
                  <a:lnTo>
                    <a:pt x="52" y="2"/>
                  </a:lnTo>
                  <a:lnTo>
                    <a:pt x="50" y="2"/>
                  </a:lnTo>
                  <a:lnTo>
                    <a:pt x="50" y="2"/>
                  </a:lnTo>
                  <a:lnTo>
                    <a:pt x="50" y="2"/>
                  </a:lnTo>
                  <a:lnTo>
                    <a:pt x="50" y="2"/>
                  </a:lnTo>
                  <a:lnTo>
                    <a:pt x="47" y="2"/>
                  </a:lnTo>
                  <a:lnTo>
                    <a:pt x="47" y="2"/>
                  </a:lnTo>
                  <a:lnTo>
                    <a:pt x="47" y="5"/>
                  </a:lnTo>
                  <a:lnTo>
                    <a:pt x="47" y="5"/>
                  </a:lnTo>
                  <a:lnTo>
                    <a:pt x="47" y="5"/>
                  </a:lnTo>
                  <a:lnTo>
                    <a:pt x="45" y="5"/>
                  </a:lnTo>
                  <a:lnTo>
                    <a:pt x="45" y="5"/>
                  </a:lnTo>
                  <a:lnTo>
                    <a:pt x="45" y="7"/>
                  </a:lnTo>
                  <a:lnTo>
                    <a:pt x="45" y="7"/>
                  </a:lnTo>
                  <a:lnTo>
                    <a:pt x="43" y="7"/>
                  </a:lnTo>
                  <a:lnTo>
                    <a:pt x="43" y="7"/>
                  </a:lnTo>
                  <a:lnTo>
                    <a:pt x="43" y="7"/>
                  </a:lnTo>
                  <a:lnTo>
                    <a:pt x="40" y="7"/>
                  </a:lnTo>
                  <a:lnTo>
                    <a:pt x="40" y="9"/>
                  </a:lnTo>
                  <a:lnTo>
                    <a:pt x="40" y="9"/>
                  </a:lnTo>
                  <a:lnTo>
                    <a:pt x="40" y="9"/>
                  </a:lnTo>
                  <a:lnTo>
                    <a:pt x="40" y="9"/>
                  </a:lnTo>
                  <a:lnTo>
                    <a:pt x="40" y="12"/>
                  </a:lnTo>
                  <a:lnTo>
                    <a:pt x="38" y="12"/>
                  </a:lnTo>
                  <a:lnTo>
                    <a:pt x="38" y="12"/>
                  </a:lnTo>
                  <a:lnTo>
                    <a:pt x="38" y="12"/>
                  </a:lnTo>
                  <a:lnTo>
                    <a:pt x="38" y="12"/>
                  </a:lnTo>
                  <a:lnTo>
                    <a:pt x="38" y="12"/>
                  </a:lnTo>
                  <a:lnTo>
                    <a:pt x="38" y="14"/>
                  </a:lnTo>
                  <a:lnTo>
                    <a:pt x="38" y="14"/>
                  </a:lnTo>
                  <a:lnTo>
                    <a:pt x="38" y="14"/>
                  </a:lnTo>
                  <a:lnTo>
                    <a:pt x="38" y="16"/>
                  </a:lnTo>
                  <a:lnTo>
                    <a:pt x="38" y="16"/>
                  </a:lnTo>
                  <a:lnTo>
                    <a:pt x="40" y="16"/>
                  </a:lnTo>
                  <a:lnTo>
                    <a:pt x="40" y="16"/>
                  </a:lnTo>
                  <a:lnTo>
                    <a:pt x="40" y="19"/>
                  </a:lnTo>
                  <a:lnTo>
                    <a:pt x="40" y="19"/>
                  </a:lnTo>
                  <a:lnTo>
                    <a:pt x="40" y="19"/>
                  </a:lnTo>
                  <a:lnTo>
                    <a:pt x="40" y="21"/>
                  </a:lnTo>
                  <a:lnTo>
                    <a:pt x="40" y="21"/>
                  </a:lnTo>
                  <a:lnTo>
                    <a:pt x="38" y="21"/>
                  </a:lnTo>
                  <a:lnTo>
                    <a:pt x="38" y="19"/>
                  </a:lnTo>
                  <a:lnTo>
                    <a:pt x="38" y="19"/>
                  </a:lnTo>
                  <a:lnTo>
                    <a:pt x="38" y="19"/>
                  </a:lnTo>
                  <a:lnTo>
                    <a:pt x="36" y="19"/>
                  </a:lnTo>
                  <a:lnTo>
                    <a:pt x="36" y="21"/>
                  </a:lnTo>
                  <a:lnTo>
                    <a:pt x="36" y="21"/>
                  </a:lnTo>
                  <a:lnTo>
                    <a:pt x="33" y="21"/>
                  </a:lnTo>
                  <a:lnTo>
                    <a:pt x="33" y="19"/>
                  </a:lnTo>
                  <a:lnTo>
                    <a:pt x="33" y="19"/>
                  </a:lnTo>
                  <a:lnTo>
                    <a:pt x="33" y="19"/>
                  </a:lnTo>
                  <a:lnTo>
                    <a:pt x="31" y="19"/>
                  </a:lnTo>
                  <a:lnTo>
                    <a:pt x="31" y="21"/>
                  </a:lnTo>
                  <a:lnTo>
                    <a:pt x="31" y="21"/>
                  </a:lnTo>
                  <a:lnTo>
                    <a:pt x="31" y="21"/>
                  </a:lnTo>
                  <a:lnTo>
                    <a:pt x="31" y="21"/>
                  </a:lnTo>
                  <a:lnTo>
                    <a:pt x="28" y="21"/>
                  </a:lnTo>
                  <a:lnTo>
                    <a:pt x="28" y="24"/>
                  </a:lnTo>
                  <a:lnTo>
                    <a:pt x="28" y="24"/>
                  </a:lnTo>
                  <a:lnTo>
                    <a:pt x="28" y="24"/>
                  </a:lnTo>
                  <a:lnTo>
                    <a:pt x="28" y="24"/>
                  </a:lnTo>
                  <a:lnTo>
                    <a:pt x="26" y="24"/>
                  </a:lnTo>
                  <a:lnTo>
                    <a:pt x="26" y="24"/>
                  </a:lnTo>
                  <a:lnTo>
                    <a:pt x="26" y="26"/>
                  </a:lnTo>
                  <a:lnTo>
                    <a:pt x="26" y="26"/>
                  </a:lnTo>
                  <a:lnTo>
                    <a:pt x="24" y="26"/>
                  </a:lnTo>
                  <a:lnTo>
                    <a:pt x="24" y="26"/>
                  </a:lnTo>
                  <a:lnTo>
                    <a:pt x="21" y="26"/>
                  </a:lnTo>
                  <a:lnTo>
                    <a:pt x="21" y="26"/>
                  </a:lnTo>
                  <a:lnTo>
                    <a:pt x="21" y="26"/>
                  </a:lnTo>
                  <a:lnTo>
                    <a:pt x="21" y="26"/>
                  </a:lnTo>
                  <a:lnTo>
                    <a:pt x="19" y="26"/>
                  </a:lnTo>
                  <a:lnTo>
                    <a:pt x="19" y="26"/>
                  </a:lnTo>
                  <a:lnTo>
                    <a:pt x="19" y="26"/>
                  </a:lnTo>
                  <a:lnTo>
                    <a:pt x="19" y="28"/>
                  </a:lnTo>
                  <a:lnTo>
                    <a:pt x="17" y="28"/>
                  </a:lnTo>
                  <a:lnTo>
                    <a:pt x="17" y="28"/>
                  </a:lnTo>
                  <a:lnTo>
                    <a:pt x="19" y="28"/>
                  </a:lnTo>
                  <a:lnTo>
                    <a:pt x="19" y="31"/>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229"/>
            <p:cNvSpPr>
              <a:spLocks/>
            </p:cNvSpPr>
            <p:nvPr/>
          </p:nvSpPr>
          <p:spPr bwMode="auto">
            <a:xfrm>
              <a:off x="2416175" y="2933700"/>
              <a:ext cx="82550" cy="49212"/>
            </a:xfrm>
            <a:custGeom>
              <a:avLst/>
              <a:gdLst/>
              <a:ahLst/>
              <a:cxnLst>
                <a:cxn ang="0">
                  <a:pos x="14" y="31"/>
                </a:cxn>
                <a:cxn ang="0">
                  <a:pos x="14" y="28"/>
                </a:cxn>
                <a:cxn ang="0">
                  <a:pos x="10" y="28"/>
                </a:cxn>
                <a:cxn ang="0">
                  <a:pos x="7" y="26"/>
                </a:cxn>
                <a:cxn ang="0">
                  <a:pos x="5" y="26"/>
                </a:cxn>
                <a:cxn ang="0">
                  <a:pos x="2" y="24"/>
                </a:cxn>
                <a:cxn ang="0">
                  <a:pos x="0" y="21"/>
                </a:cxn>
                <a:cxn ang="0">
                  <a:pos x="0" y="19"/>
                </a:cxn>
                <a:cxn ang="0">
                  <a:pos x="0" y="14"/>
                </a:cxn>
                <a:cxn ang="0">
                  <a:pos x="5" y="16"/>
                </a:cxn>
                <a:cxn ang="0">
                  <a:pos x="5" y="14"/>
                </a:cxn>
                <a:cxn ang="0">
                  <a:pos x="7" y="12"/>
                </a:cxn>
                <a:cxn ang="0">
                  <a:pos x="12" y="12"/>
                </a:cxn>
                <a:cxn ang="0">
                  <a:pos x="14" y="12"/>
                </a:cxn>
                <a:cxn ang="0">
                  <a:pos x="14" y="9"/>
                </a:cxn>
                <a:cxn ang="0">
                  <a:pos x="17" y="7"/>
                </a:cxn>
                <a:cxn ang="0">
                  <a:pos x="19" y="9"/>
                </a:cxn>
                <a:cxn ang="0">
                  <a:pos x="21" y="9"/>
                </a:cxn>
                <a:cxn ang="0">
                  <a:pos x="26" y="9"/>
                </a:cxn>
                <a:cxn ang="0">
                  <a:pos x="28" y="9"/>
                </a:cxn>
                <a:cxn ang="0">
                  <a:pos x="31" y="7"/>
                </a:cxn>
                <a:cxn ang="0">
                  <a:pos x="33" y="7"/>
                </a:cxn>
                <a:cxn ang="0">
                  <a:pos x="38" y="7"/>
                </a:cxn>
                <a:cxn ang="0">
                  <a:pos x="40" y="5"/>
                </a:cxn>
                <a:cxn ang="0">
                  <a:pos x="40" y="2"/>
                </a:cxn>
                <a:cxn ang="0">
                  <a:pos x="45" y="2"/>
                </a:cxn>
                <a:cxn ang="0">
                  <a:pos x="47" y="2"/>
                </a:cxn>
                <a:cxn ang="0">
                  <a:pos x="50" y="0"/>
                </a:cxn>
                <a:cxn ang="0">
                  <a:pos x="50" y="2"/>
                </a:cxn>
                <a:cxn ang="0">
                  <a:pos x="47" y="2"/>
                </a:cxn>
                <a:cxn ang="0">
                  <a:pos x="47" y="5"/>
                </a:cxn>
                <a:cxn ang="0">
                  <a:pos x="45" y="7"/>
                </a:cxn>
                <a:cxn ang="0">
                  <a:pos x="40" y="7"/>
                </a:cxn>
                <a:cxn ang="0">
                  <a:pos x="40" y="9"/>
                </a:cxn>
                <a:cxn ang="0">
                  <a:pos x="38" y="12"/>
                </a:cxn>
                <a:cxn ang="0">
                  <a:pos x="38" y="14"/>
                </a:cxn>
                <a:cxn ang="0">
                  <a:pos x="40" y="16"/>
                </a:cxn>
                <a:cxn ang="0">
                  <a:pos x="40" y="19"/>
                </a:cxn>
                <a:cxn ang="0">
                  <a:pos x="38" y="19"/>
                </a:cxn>
                <a:cxn ang="0">
                  <a:pos x="36" y="21"/>
                </a:cxn>
                <a:cxn ang="0">
                  <a:pos x="33" y="19"/>
                </a:cxn>
                <a:cxn ang="0">
                  <a:pos x="31" y="21"/>
                </a:cxn>
                <a:cxn ang="0">
                  <a:pos x="28" y="24"/>
                </a:cxn>
                <a:cxn ang="0">
                  <a:pos x="26" y="24"/>
                </a:cxn>
                <a:cxn ang="0">
                  <a:pos x="24" y="26"/>
                </a:cxn>
                <a:cxn ang="0">
                  <a:pos x="21" y="26"/>
                </a:cxn>
                <a:cxn ang="0">
                  <a:pos x="19" y="26"/>
                </a:cxn>
                <a:cxn ang="0">
                  <a:pos x="19" y="28"/>
                </a:cxn>
              </a:cxnLst>
              <a:rect l="0" t="0" r="r" b="b"/>
              <a:pathLst>
                <a:path w="52" h="31">
                  <a:moveTo>
                    <a:pt x="19" y="31"/>
                  </a:moveTo>
                  <a:lnTo>
                    <a:pt x="17" y="31"/>
                  </a:lnTo>
                  <a:lnTo>
                    <a:pt x="17" y="31"/>
                  </a:lnTo>
                  <a:lnTo>
                    <a:pt x="14" y="31"/>
                  </a:lnTo>
                  <a:lnTo>
                    <a:pt x="14" y="31"/>
                  </a:lnTo>
                  <a:lnTo>
                    <a:pt x="14" y="28"/>
                  </a:lnTo>
                  <a:lnTo>
                    <a:pt x="14" y="28"/>
                  </a:lnTo>
                  <a:lnTo>
                    <a:pt x="14" y="28"/>
                  </a:lnTo>
                  <a:lnTo>
                    <a:pt x="12" y="28"/>
                  </a:lnTo>
                  <a:lnTo>
                    <a:pt x="12" y="28"/>
                  </a:lnTo>
                  <a:lnTo>
                    <a:pt x="12" y="28"/>
                  </a:lnTo>
                  <a:lnTo>
                    <a:pt x="10" y="28"/>
                  </a:lnTo>
                  <a:lnTo>
                    <a:pt x="10" y="28"/>
                  </a:lnTo>
                  <a:lnTo>
                    <a:pt x="7" y="28"/>
                  </a:lnTo>
                  <a:lnTo>
                    <a:pt x="7" y="28"/>
                  </a:lnTo>
                  <a:lnTo>
                    <a:pt x="7" y="26"/>
                  </a:lnTo>
                  <a:lnTo>
                    <a:pt x="7" y="26"/>
                  </a:lnTo>
                  <a:lnTo>
                    <a:pt x="5" y="26"/>
                  </a:lnTo>
                  <a:lnTo>
                    <a:pt x="5" y="26"/>
                  </a:lnTo>
                  <a:lnTo>
                    <a:pt x="5" y="26"/>
                  </a:lnTo>
                  <a:lnTo>
                    <a:pt x="5" y="26"/>
                  </a:lnTo>
                  <a:lnTo>
                    <a:pt x="5" y="24"/>
                  </a:lnTo>
                  <a:lnTo>
                    <a:pt x="2" y="24"/>
                  </a:lnTo>
                  <a:lnTo>
                    <a:pt x="2" y="24"/>
                  </a:lnTo>
                  <a:lnTo>
                    <a:pt x="2" y="21"/>
                  </a:lnTo>
                  <a:lnTo>
                    <a:pt x="2" y="21"/>
                  </a:lnTo>
                  <a:lnTo>
                    <a:pt x="2" y="21"/>
                  </a:lnTo>
                  <a:lnTo>
                    <a:pt x="0" y="21"/>
                  </a:lnTo>
                  <a:lnTo>
                    <a:pt x="0" y="21"/>
                  </a:lnTo>
                  <a:lnTo>
                    <a:pt x="0" y="19"/>
                  </a:lnTo>
                  <a:lnTo>
                    <a:pt x="0" y="19"/>
                  </a:lnTo>
                  <a:lnTo>
                    <a:pt x="0" y="19"/>
                  </a:lnTo>
                  <a:lnTo>
                    <a:pt x="0" y="16"/>
                  </a:lnTo>
                  <a:lnTo>
                    <a:pt x="0" y="16"/>
                  </a:lnTo>
                  <a:lnTo>
                    <a:pt x="0" y="14"/>
                  </a:lnTo>
                  <a:lnTo>
                    <a:pt x="0" y="14"/>
                  </a:lnTo>
                  <a:lnTo>
                    <a:pt x="2" y="14"/>
                  </a:lnTo>
                  <a:lnTo>
                    <a:pt x="2" y="16"/>
                  </a:lnTo>
                  <a:lnTo>
                    <a:pt x="2" y="16"/>
                  </a:lnTo>
                  <a:lnTo>
                    <a:pt x="5" y="16"/>
                  </a:lnTo>
                  <a:lnTo>
                    <a:pt x="5" y="16"/>
                  </a:lnTo>
                  <a:lnTo>
                    <a:pt x="5" y="14"/>
                  </a:lnTo>
                  <a:lnTo>
                    <a:pt x="5" y="14"/>
                  </a:lnTo>
                  <a:lnTo>
                    <a:pt x="5" y="14"/>
                  </a:lnTo>
                  <a:lnTo>
                    <a:pt x="7" y="14"/>
                  </a:lnTo>
                  <a:lnTo>
                    <a:pt x="7" y="12"/>
                  </a:lnTo>
                  <a:lnTo>
                    <a:pt x="7" y="12"/>
                  </a:lnTo>
                  <a:lnTo>
                    <a:pt x="7" y="12"/>
                  </a:lnTo>
                  <a:lnTo>
                    <a:pt x="10" y="12"/>
                  </a:lnTo>
                  <a:lnTo>
                    <a:pt x="10" y="12"/>
                  </a:lnTo>
                  <a:lnTo>
                    <a:pt x="12" y="12"/>
                  </a:lnTo>
                  <a:lnTo>
                    <a:pt x="12" y="12"/>
                  </a:lnTo>
                  <a:lnTo>
                    <a:pt x="12" y="14"/>
                  </a:lnTo>
                  <a:lnTo>
                    <a:pt x="12" y="14"/>
                  </a:lnTo>
                  <a:lnTo>
                    <a:pt x="14" y="14"/>
                  </a:lnTo>
                  <a:lnTo>
                    <a:pt x="14" y="12"/>
                  </a:lnTo>
                  <a:lnTo>
                    <a:pt x="14" y="12"/>
                  </a:lnTo>
                  <a:lnTo>
                    <a:pt x="14" y="12"/>
                  </a:lnTo>
                  <a:lnTo>
                    <a:pt x="14" y="12"/>
                  </a:lnTo>
                  <a:lnTo>
                    <a:pt x="14" y="9"/>
                  </a:lnTo>
                  <a:lnTo>
                    <a:pt x="14" y="9"/>
                  </a:lnTo>
                  <a:lnTo>
                    <a:pt x="14" y="7"/>
                  </a:lnTo>
                  <a:lnTo>
                    <a:pt x="14" y="7"/>
                  </a:lnTo>
                  <a:lnTo>
                    <a:pt x="17" y="7"/>
                  </a:lnTo>
                  <a:lnTo>
                    <a:pt x="17" y="9"/>
                  </a:lnTo>
                  <a:lnTo>
                    <a:pt x="17" y="9"/>
                  </a:lnTo>
                  <a:lnTo>
                    <a:pt x="19" y="9"/>
                  </a:lnTo>
                  <a:lnTo>
                    <a:pt x="19" y="9"/>
                  </a:lnTo>
                  <a:lnTo>
                    <a:pt x="19" y="9"/>
                  </a:lnTo>
                  <a:lnTo>
                    <a:pt x="21" y="9"/>
                  </a:lnTo>
                  <a:lnTo>
                    <a:pt x="21" y="9"/>
                  </a:lnTo>
                  <a:lnTo>
                    <a:pt x="21" y="9"/>
                  </a:lnTo>
                  <a:lnTo>
                    <a:pt x="24" y="9"/>
                  </a:lnTo>
                  <a:lnTo>
                    <a:pt x="24" y="9"/>
                  </a:lnTo>
                  <a:lnTo>
                    <a:pt x="24" y="9"/>
                  </a:lnTo>
                  <a:lnTo>
                    <a:pt x="26" y="9"/>
                  </a:lnTo>
                  <a:lnTo>
                    <a:pt x="26" y="9"/>
                  </a:lnTo>
                  <a:lnTo>
                    <a:pt x="26" y="9"/>
                  </a:lnTo>
                  <a:lnTo>
                    <a:pt x="26" y="9"/>
                  </a:lnTo>
                  <a:lnTo>
                    <a:pt x="28" y="9"/>
                  </a:lnTo>
                  <a:lnTo>
                    <a:pt x="28" y="9"/>
                  </a:lnTo>
                  <a:lnTo>
                    <a:pt x="28" y="9"/>
                  </a:lnTo>
                  <a:lnTo>
                    <a:pt x="31" y="9"/>
                  </a:lnTo>
                  <a:lnTo>
                    <a:pt x="31" y="7"/>
                  </a:lnTo>
                  <a:lnTo>
                    <a:pt x="31" y="7"/>
                  </a:lnTo>
                  <a:lnTo>
                    <a:pt x="33" y="7"/>
                  </a:lnTo>
                  <a:lnTo>
                    <a:pt x="33" y="7"/>
                  </a:lnTo>
                  <a:lnTo>
                    <a:pt x="33" y="7"/>
                  </a:lnTo>
                  <a:lnTo>
                    <a:pt x="36" y="7"/>
                  </a:lnTo>
                  <a:lnTo>
                    <a:pt x="36" y="7"/>
                  </a:lnTo>
                  <a:lnTo>
                    <a:pt x="36" y="7"/>
                  </a:lnTo>
                  <a:lnTo>
                    <a:pt x="38" y="7"/>
                  </a:lnTo>
                  <a:lnTo>
                    <a:pt x="38" y="7"/>
                  </a:lnTo>
                  <a:lnTo>
                    <a:pt x="38" y="5"/>
                  </a:lnTo>
                  <a:lnTo>
                    <a:pt x="38" y="5"/>
                  </a:lnTo>
                  <a:lnTo>
                    <a:pt x="40" y="5"/>
                  </a:lnTo>
                  <a:lnTo>
                    <a:pt x="40" y="5"/>
                  </a:lnTo>
                  <a:lnTo>
                    <a:pt x="40" y="5"/>
                  </a:lnTo>
                  <a:lnTo>
                    <a:pt x="40" y="2"/>
                  </a:lnTo>
                  <a:lnTo>
                    <a:pt x="40" y="2"/>
                  </a:lnTo>
                  <a:lnTo>
                    <a:pt x="43" y="2"/>
                  </a:lnTo>
                  <a:lnTo>
                    <a:pt x="43" y="2"/>
                  </a:lnTo>
                  <a:lnTo>
                    <a:pt x="45" y="2"/>
                  </a:lnTo>
                  <a:lnTo>
                    <a:pt x="45" y="2"/>
                  </a:lnTo>
                  <a:lnTo>
                    <a:pt x="45" y="2"/>
                  </a:lnTo>
                  <a:lnTo>
                    <a:pt x="45" y="2"/>
                  </a:lnTo>
                  <a:lnTo>
                    <a:pt x="45" y="2"/>
                  </a:lnTo>
                  <a:lnTo>
                    <a:pt x="47" y="2"/>
                  </a:lnTo>
                  <a:lnTo>
                    <a:pt x="47" y="2"/>
                  </a:lnTo>
                  <a:lnTo>
                    <a:pt x="47" y="2"/>
                  </a:lnTo>
                  <a:lnTo>
                    <a:pt x="47" y="0"/>
                  </a:lnTo>
                  <a:lnTo>
                    <a:pt x="50" y="0"/>
                  </a:lnTo>
                  <a:lnTo>
                    <a:pt x="50" y="0"/>
                  </a:lnTo>
                  <a:lnTo>
                    <a:pt x="52" y="0"/>
                  </a:lnTo>
                  <a:lnTo>
                    <a:pt x="52" y="2"/>
                  </a:lnTo>
                  <a:lnTo>
                    <a:pt x="50" y="2"/>
                  </a:lnTo>
                  <a:lnTo>
                    <a:pt x="50" y="2"/>
                  </a:lnTo>
                  <a:lnTo>
                    <a:pt x="50" y="2"/>
                  </a:lnTo>
                  <a:lnTo>
                    <a:pt x="50" y="2"/>
                  </a:lnTo>
                  <a:lnTo>
                    <a:pt x="47" y="2"/>
                  </a:lnTo>
                  <a:lnTo>
                    <a:pt x="47" y="2"/>
                  </a:lnTo>
                  <a:lnTo>
                    <a:pt x="47" y="5"/>
                  </a:lnTo>
                  <a:lnTo>
                    <a:pt x="47" y="5"/>
                  </a:lnTo>
                  <a:lnTo>
                    <a:pt x="47" y="5"/>
                  </a:lnTo>
                  <a:lnTo>
                    <a:pt x="45" y="5"/>
                  </a:lnTo>
                  <a:lnTo>
                    <a:pt x="45" y="5"/>
                  </a:lnTo>
                  <a:lnTo>
                    <a:pt x="45" y="7"/>
                  </a:lnTo>
                  <a:lnTo>
                    <a:pt x="45" y="7"/>
                  </a:lnTo>
                  <a:lnTo>
                    <a:pt x="43" y="7"/>
                  </a:lnTo>
                  <a:lnTo>
                    <a:pt x="43" y="7"/>
                  </a:lnTo>
                  <a:lnTo>
                    <a:pt x="43" y="7"/>
                  </a:lnTo>
                  <a:lnTo>
                    <a:pt x="40" y="7"/>
                  </a:lnTo>
                  <a:lnTo>
                    <a:pt x="40" y="9"/>
                  </a:lnTo>
                  <a:lnTo>
                    <a:pt x="40" y="9"/>
                  </a:lnTo>
                  <a:lnTo>
                    <a:pt x="40" y="9"/>
                  </a:lnTo>
                  <a:lnTo>
                    <a:pt x="40" y="9"/>
                  </a:lnTo>
                  <a:lnTo>
                    <a:pt x="40" y="12"/>
                  </a:lnTo>
                  <a:lnTo>
                    <a:pt x="38" y="12"/>
                  </a:lnTo>
                  <a:lnTo>
                    <a:pt x="38" y="12"/>
                  </a:lnTo>
                  <a:lnTo>
                    <a:pt x="38" y="12"/>
                  </a:lnTo>
                  <a:lnTo>
                    <a:pt x="38" y="12"/>
                  </a:lnTo>
                  <a:lnTo>
                    <a:pt x="38" y="12"/>
                  </a:lnTo>
                  <a:lnTo>
                    <a:pt x="38" y="14"/>
                  </a:lnTo>
                  <a:lnTo>
                    <a:pt x="38" y="14"/>
                  </a:lnTo>
                  <a:lnTo>
                    <a:pt x="38" y="14"/>
                  </a:lnTo>
                  <a:lnTo>
                    <a:pt x="38" y="16"/>
                  </a:lnTo>
                  <a:lnTo>
                    <a:pt x="38" y="16"/>
                  </a:lnTo>
                  <a:lnTo>
                    <a:pt x="40" y="16"/>
                  </a:lnTo>
                  <a:lnTo>
                    <a:pt x="40" y="16"/>
                  </a:lnTo>
                  <a:lnTo>
                    <a:pt x="40" y="19"/>
                  </a:lnTo>
                  <a:lnTo>
                    <a:pt x="40" y="19"/>
                  </a:lnTo>
                  <a:lnTo>
                    <a:pt x="40" y="19"/>
                  </a:lnTo>
                  <a:lnTo>
                    <a:pt x="40" y="21"/>
                  </a:lnTo>
                  <a:lnTo>
                    <a:pt x="40" y="21"/>
                  </a:lnTo>
                  <a:lnTo>
                    <a:pt x="38" y="21"/>
                  </a:lnTo>
                  <a:lnTo>
                    <a:pt x="38" y="19"/>
                  </a:lnTo>
                  <a:lnTo>
                    <a:pt x="38" y="19"/>
                  </a:lnTo>
                  <a:lnTo>
                    <a:pt x="38" y="19"/>
                  </a:lnTo>
                  <a:lnTo>
                    <a:pt x="36" y="19"/>
                  </a:lnTo>
                  <a:lnTo>
                    <a:pt x="36" y="21"/>
                  </a:lnTo>
                  <a:lnTo>
                    <a:pt x="36" y="21"/>
                  </a:lnTo>
                  <a:lnTo>
                    <a:pt x="33" y="21"/>
                  </a:lnTo>
                  <a:lnTo>
                    <a:pt x="33" y="19"/>
                  </a:lnTo>
                  <a:lnTo>
                    <a:pt x="33" y="19"/>
                  </a:lnTo>
                  <a:lnTo>
                    <a:pt x="33" y="19"/>
                  </a:lnTo>
                  <a:lnTo>
                    <a:pt x="31" y="19"/>
                  </a:lnTo>
                  <a:lnTo>
                    <a:pt x="31" y="21"/>
                  </a:lnTo>
                  <a:lnTo>
                    <a:pt x="31" y="21"/>
                  </a:lnTo>
                  <a:lnTo>
                    <a:pt x="31" y="21"/>
                  </a:lnTo>
                  <a:lnTo>
                    <a:pt x="31" y="21"/>
                  </a:lnTo>
                  <a:lnTo>
                    <a:pt x="28" y="21"/>
                  </a:lnTo>
                  <a:lnTo>
                    <a:pt x="28" y="24"/>
                  </a:lnTo>
                  <a:lnTo>
                    <a:pt x="28" y="24"/>
                  </a:lnTo>
                  <a:lnTo>
                    <a:pt x="28" y="24"/>
                  </a:lnTo>
                  <a:lnTo>
                    <a:pt x="28" y="24"/>
                  </a:lnTo>
                  <a:lnTo>
                    <a:pt x="26" y="24"/>
                  </a:lnTo>
                  <a:lnTo>
                    <a:pt x="26" y="24"/>
                  </a:lnTo>
                  <a:lnTo>
                    <a:pt x="26" y="26"/>
                  </a:lnTo>
                  <a:lnTo>
                    <a:pt x="26" y="26"/>
                  </a:lnTo>
                  <a:lnTo>
                    <a:pt x="24" y="26"/>
                  </a:lnTo>
                  <a:lnTo>
                    <a:pt x="24" y="26"/>
                  </a:lnTo>
                  <a:lnTo>
                    <a:pt x="21" y="26"/>
                  </a:lnTo>
                  <a:lnTo>
                    <a:pt x="21" y="26"/>
                  </a:lnTo>
                  <a:lnTo>
                    <a:pt x="21" y="26"/>
                  </a:lnTo>
                  <a:lnTo>
                    <a:pt x="21" y="26"/>
                  </a:lnTo>
                  <a:lnTo>
                    <a:pt x="19" y="26"/>
                  </a:lnTo>
                  <a:lnTo>
                    <a:pt x="19" y="26"/>
                  </a:lnTo>
                  <a:lnTo>
                    <a:pt x="19" y="26"/>
                  </a:lnTo>
                  <a:lnTo>
                    <a:pt x="19" y="28"/>
                  </a:lnTo>
                  <a:lnTo>
                    <a:pt x="17" y="28"/>
                  </a:lnTo>
                  <a:lnTo>
                    <a:pt x="17" y="28"/>
                  </a:lnTo>
                  <a:lnTo>
                    <a:pt x="19" y="28"/>
                  </a:lnTo>
                  <a:lnTo>
                    <a:pt x="19" y="31"/>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230"/>
            <p:cNvSpPr>
              <a:spLocks/>
            </p:cNvSpPr>
            <p:nvPr/>
          </p:nvSpPr>
          <p:spPr bwMode="auto">
            <a:xfrm>
              <a:off x="5019675" y="3557588"/>
              <a:ext cx="82550" cy="82550"/>
            </a:xfrm>
            <a:custGeom>
              <a:avLst/>
              <a:gdLst/>
              <a:ahLst/>
              <a:cxnLst>
                <a:cxn ang="0">
                  <a:pos x="45" y="3"/>
                </a:cxn>
                <a:cxn ang="0">
                  <a:pos x="50" y="3"/>
                </a:cxn>
                <a:cxn ang="0">
                  <a:pos x="50" y="5"/>
                </a:cxn>
                <a:cxn ang="0">
                  <a:pos x="52" y="10"/>
                </a:cxn>
                <a:cxn ang="0">
                  <a:pos x="52" y="12"/>
                </a:cxn>
                <a:cxn ang="0">
                  <a:pos x="50" y="14"/>
                </a:cxn>
                <a:cxn ang="0">
                  <a:pos x="50" y="17"/>
                </a:cxn>
                <a:cxn ang="0">
                  <a:pos x="48" y="19"/>
                </a:cxn>
                <a:cxn ang="0">
                  <a:pos x="45" y="19"/>
                </a:cxn>
                <a:cxn ang="0">
                  <a:pos x="43" y="24"/>
                </a:cxn>
                <a:cxn ang="0">
                  <a:pos x="43" y="26"/>
                </a:cxn>
                <a:cxn ang="0">
                  <a:pos x="43" y="29"/>
                </a:cxn>
                <a:cxn ang="0">
                  <a:pos x="41" y="33"/>
                </a:cxn>
                <a:cxn ang="0">
                  <a:pos x="43" y="36"/>
                </a:cxn>
                <a:cxn ang="0">
                  <a:pos x="41" y="38"/>
                </a:cxn>
                <a:cxn ang="0">
                  <a:pos x="38" y="38"/>
                </a:cxn>
                <a:cxn ang="0">
                  <a:pos x="36" y="41"/>
                </a:cxn>
                <a:cxn ang="0">
                  <a:pos x="34" y="43"/>
                </a:cxn>
                <a:cxn ang="0">
                  <a:pos x="31" y="45"/>
                </a:cxn>
                <a:cxn ang="0">
                  <a:pos x="29" y="45"/>
                </a:cxn>
                <a:cxn ang="0">
                  <a:pos x="26" y="45"/>
                </a:cxn>
                <a:cxn ang="0">
                  <a:pos x="24" y="48"/>
                </a:cxn>
                <a:cxn ang="0">
                  <a:pos x="24" y="50"/>
                </a:cxn>
                <a:cxn ang="0">
                  <a:pos x="22" y="52"/>
                </a:cxn>
                <a:cxn ang="0">
                  <a:pos x="19" y="50"/>
                </a:cxn>
                <a:cxn ang="0">
                  <a:pos x="17" y="48"/>
                </a:cxn>
                <a:cxn ang="0">
                  <a:pos x="12" y="48"/>
                </a:cxn>
                <a:cxn ang="0">
                  <a:pos x="10" y="48"/>
                </a:cxn>
                <a:cxn ang="0">
                  <a:pos x="10" y="48"/>
                </a:cxn>
                <a:cxn ang="0">
                  <a:pos x="5" y="45"/>
                </a:cxn>
                <a:cxn ang="0">
                  <a:pos x="5" y="43"/>
                </a:cxn>
                <a:cxn ang="0">
                  <a:pos x="3" y="43"/>
                </a:cxn>
                <a:cxn ang="0">
                  <a:pos x="3" y="38"/>
                </a:cxn>
                <a:cxn ang="0">
                  <a:pos x="0" y="36"/>
                </a:cxn>
                <a:cxn ang="0">
                  <a:pos x="0" y="33"/>
                </a:cxn>
                <a:cxn ang="0">
                  <a:pos x="0" y="31"/>
                </a:cxn>
                <a:cxn ang="0">
                  <a:pos x="0" y="26"/>
                </a:cxn>
                <a:cxn ang="0">
                  <a:pos x="0" y="24"/>
                </a:cxn>
                <a:cxn ang="0">
                  <a:pos x="0" y="22"/>
                </a:cxn>
                <a:cxn ang="0">
                  <a:pos x="3" y="19"/>
                </a:cxn>
                <a:cxn ang="0">
                  <a:pos x="5" y="17"/>
                </a:cxn>
                <a:cxn ang="0">
                  <a:pos x="7" y="14"/>
                </a:cxn>
                <a:cxn ang="0">
                  <a:pos x="10" y="14"/>
                </a:cxn>
                <a:cxn ang="0">
                  <a:pos x="12" y="12"/>
                </a:cxn>
                <a:cxn ang="0">
                  <a:pos x="12" y="10"/>
                </a:cxn>
                <a:cxn ang="0">
                  <a:pos x="12" y="7"/>
                </a:cxn>
                <a:cxn ang="0">
                  <a:pos x="15" y="5"/>
                </a:cxn>
                <a:cxn ang="0">
                  <a:pos x="17" y="7"/>
                </a:cxn>
                <a:cxn ang="0">
                  <a:pos x="19" y="7"/>
                </a:cxn>
                <a:cxn ang="0">
                  <a:pos x="19" y="3"/>
                </a:cxn>
                <a:cxn ang="0">
                  <a:pos x="24" y="3"/>
                </a:cxn>
                <a:cxn ang="0">
                  <a:pos x="26" y="5"/>
                </a:cxn>
                <a:cxn ang="0">
                  <a:pos x="31" y="5"/>
                </a:cxn>
                <a:cxn ang="0">
                  <a:pos x="31" y="3"/>
                </a:cxn>
                <a:cxn ang="0">
                  <a:pos x="34" y="3"/>
                </a:cxn>
                <a:cxn ang="0">
                  <a:pos x="38" y="3"/>
                </a:cxn>
                <a:cxn ang="0">
                  <a:pos x="41" y="3"/>
                </a:cxn>
                <a:cxn ang="0">
                  <a:pos x="43" y="3"/>
                </a:cxn>
                <a:cxn ang="0">
                  <a:pos x="43" y="0"/>
                </a:cxn>
              </a:cxnLst>
              <a:rect l="0" t="0" r="r" b="b"/>
              <a:pathLst>
                <a:path w="52" h="52">
                  <a:moveTo>
                    <a:pt x="45" y="0"/>
                  </a:moveTo>
                  <a:lnTo>
                    <a:pt x="45" y="3"/>
                  </a:lnTo>
                  <a:lnTo>
                    <a:pt x="45" y="3"/>
                  </a:lnTo>
                  <a:lnTo>
                    <a:pt x="45" y="3"/>
                  </a:lnTo>
                  <a:lnTo>
                    <a:pt x="48" y="3"/>
                  </a:lnTo>
                  <a:lnTo>
                    <a:pt x="48" y="3"/>
                  </a:lnTo>
                  <a:lnTo>
                    <a:pt x="50" y="3"/>
                  </a:lnTo>
                  <a:lnTo>
                    <a:pt x="50" y="3"/>
                  </a:lnTo>
                  <a:lnTo>
                    <a:pt x="50" y="3"/>
                  </a:lnTo>
                  <a:lnTo>
                    <a:pt x="50" y="5"/>
                  </a:lnTo>
                  <a:lnTo>
                    <a:pt x="50" y="5"/>
                  </a:lnTo>
                  <a:lnTo>
                    <a:pt x="50" y="5"/>
                  </a:lnTo>
                  <a:lnTo>
                    <a:pt x="50" y="7"/>
                  </a:lnTo>
                  <a:lnTo>
                    <a:pt x="50" y="7"/>
                  </a:lnTo>
                  <a:lnTo>
                    <a:pt x="50" y="10"/>
                  </a:lnTo>
                  <a:lnTo>
                    <a:pt x="52" y="10"/>
                  </a:lnTo>
                  <a:lnTo>
                    <a:pt x="52" y="10"/>
                  </a:lnTo>
                  <a:lnTo>
                    <a:pt x="52" y="12"/>
                  </a:lnTo>
                  <a:lnTo>
                    <a:pt x="52" y="12"/>
                  </a:lnTo>
                  <a:lnTo>
                    <a:pt x="52" y="12"/>
                  </a:lnTo>
                  <a:lnTo>
                    <a:pt x="52" y="14"/>
                  </a:lnTo>
                  <a:lnTo>
                    <a:pt x="52" y="14"/>
                  </a:lnTo>
                  <a:lnTo>
                    <a:pt x="52" y="14"/>
                  </a:lnTo>
                  <a:lnTo>
                    <a:pt x="50" y="14"/>
                  </a:lnTo>
                  <a:lnTo>
                    <a:pt x="50" y="14"/>
                  </a:lnTo>
                  <a:lnTo>
                    <a:pt x="50" y="14"/>
                  </a:lnTo>
                  <a:lnTo>
                    <a:pt x="50" y="14"/>
                  </a:lnTo>
                  <a:lnTo>
                    <a:pt x="50" y="17"/>
                  </a:lnTo>
                  <a:lnTo>
                    <a:pt x="48" y="17"/>
                  </a:lnTo>
                  <a:lnTo>
                    <a:pt x="48" y="17"/>
                  </a:lnTo>
                  <a:lnTo>
                    <a:pt x="48" y="17"/>
                  </a:lnTo>
                  <a:lnTo>
                    <a:pt x="48" y="19"/>
                  </a:lnTo>
                  <a:lnTo>
                    <a:pt x="45" y="19"/>
                  </a:lnTo>
                  <a:lnTo>
                    <a:pt x="45" y="19"/>
                  </a:lnTo>
                  <a:lnTo>
                    <a:pt x="45" y="19"/>
                  </a:lnTo>
                  <a:lnTo>
                    <a:pt x="45" y="19"/>
                  </a:lnTo>
                  <a:lnTo>
                    <a:pt x="45" y="22"/>
                  </a:lnTo>
                  <a:lnTo>
                    <a:pt x="45" y="22"/>
                  </a:lnTo>
                  <a:lnTo>
                    <a:pt x="43" y="22"/>
                  </a:lnTo>
                  <a:lnTo>
                    <a:pt x="43" y="24"/>
                  </a:lnTo>
                  <a:lnTo>
                    <a:pt x="43" y="24"/>
                  </a:lnTo>
                  <a:lnTo>
                    <a:pt x="43" y="24"/>
                  </a:lnTo>
                  <a:lnTo>
                    <a:pt x="43" y="24"/>
                  </a:lnTo>
                  <a:lnTo>
                    <a:pt x="43" y="26"/>
                  </a:lnTo>
                  <a:lnTo>
                    <a:pt x="43" y="26"/>
                  </a:lnTo>
                  <a:lnTo>
                    <a:pt x="43" y="29"/>
                  </a:lnTo>
                  <a:lnTo>
                    <a:pt x="43" y="29"/>
                  </a:lnTo>
                  <a:lnTo>
                    <a:pt x="43" y="29"/>
                  </a:lnTo>
                  <a:lnTo>
                    <a:pt x="43" y="31"/>
                  </a:lnTo>
                  <a:lnTo>
                    <a:pt x="41" y="31"/>
                  </a:lnTo>
                  <a:lnTo>
                    <a:pt x="41" y="31"/>
                  </a:lnTo>
                  <a:lnTo>
                    <a:pt x="41" y="33"/>
                  </a:lnTo>
                  <a:lnTo>
                    <a:pt x="41" y="33"/>
                  </a:lnTo>
                  <a:lnTo>
                    <a:pt x="41" y="33"/>
                  </a:lnTo>
                  <a:lnTo>
                    <a:pt x="43" y="33"/>
                  </a:lnTo>
                  <a:lnTo>
                    <a:pt x="43" y="36"/>
                  </a:lnTo>
                  <a:lnTo>
                    <a:pt x="41" y="36"/>
                  </a:lnTo>
                  <a:lnTo>
                    <a:pt x="41" y="36"/>
                  </a:lnTo>
                  <a:lnTo>
                    <a:pt x="41" y="36"/>
                  </a:lnTo>
                  <a:lnTo>
                    <a:pt x="41" y="38"/>
                  </a:lnTo>
                  <a:lnTo>
                    <a:pt x="38" y="38"/>
                  </a:lnTo>
                  <a:lnTo>
                    <a:pt x="38" y="38"/>
                  </a:lnTo>
                  <a:lnTo>
                    <a:pt x="38" y="38"/>
                  </a:lnTo>
                  <a:lnTo>
                    <a:pt x="38" y="38"/>
                  </a:lnTo>
                  <a:lnTo>
                    <a:pt x="36" y="38"/>
                  </a:lnTo>
                  <a:lnTo>
                    <a:pt x="36" y="41"/>
                  </a:lnTo>
                  <a:lnTo>
                    <a:pt x="36" y="41"/>
                  </a:lnTo>
                  <a:lnTo>
                    <a:pt x="36" y="41"/>
                  </a:lnTo>
                  <a:lnTo>
                    <a:pt x="36" y="41"/>
                  </a:lnTo>
                  <a:lnTo>
                    <a:pt x="34" y="41"/>
                  </a:lnTo>
                  <a:lnTo>
                    <a:pt x="34" y="43"/>
                  </a:lnTo>
                  <a:lnTo>
                    <a:pt x="34" y="43"/>
                  </a:lnTo>
                  <a:lnTo>
                    <a:pt x="31" y="43"/>
                  </a:lnTo>
                  <a:lnTo>
                    <a:pt x="31" y="43"/>
                  </a:lnTo>
                  <a:lnTo>
                    <a:pt x="31" y="43"/>
                  </a:lnTo>
                  <a:lnTo>
                    <a:pt x="31" y="45"/>
                  </a:lnTo>
                  <a:lnTo>
                    <a:pt x="31" y="45"/>
                  </a:lnTo>
                  <a:lnTo>
                    <a:pt x="31" y="45"/>
                  </a:lnTo>
                  <a:lnTo>
                    <a:pt x="31" y="45"/>
                  </a:lnTo>
                  <a:lnTo>
                    <a:pt x="29" y="45"/>
                  </a:lnTo>
                  <a:lnTo>
                    <a:pt x="29" y="45"/>
                  </a:lnTo>
                  <a:lnTo>
                    <a:pt x="29" y="45"/>
                  </a:lnTo>
                  <a:lnTo>
                    <a:pt x="29" y="45"/>
                  </a:lnTo>
                  <a:lnTo>
                    <a:pt x="26" y="45"/>
                  </a:lnTo>
                  <a:lnTo>
                    <a:pt x="26" y="45"/>
                  </a:lnTo>
                  <a:lnTo>
                    <a:pt x="26" y="45"/>
                  </a:lnTo>
                  <a:lnTo>
                    <a:pt x="24" y="45"/>
                  </a:lnTo>
                  <a:lnTo>
                    <a:pt x="24" y="48"/>
                  </a:lnTo>
                  <a:lnTo>
                    <a:pt x="24" y="48"/>
                  </a:lnTo>
                  <a:lnTo>
                    <a:pt x="24" y="50"/>
                  </a:lnTo>
                  <a:lnTo>
                    <a:pt x="24" y="50"/>
                  </a:lnTo>
                  <a:lnTo>
                    <a:pt x="24" y="50"/>
                  </a:lnTo>
                  <a:lnTo>
                    <a:pt x="24" y="50"/>
                  </a:lnTo>
                  <a:lnTo>
                    <a:pt x="22" y="50"/>
                  </a:lnTo>
                  <a:lnTo>
                    <a:pt x="22" y="50"/>
                  </a:lnTo>
                  <a:lnTo>
                    <a:pt x="22" y="52"/>
                  </a:lnTo>
                  <a:lnTo>
                    <a:pt x="19" y="52"/>
                  </a:lnTo>
                  <a:lnTo>
                    <a:pt x="19" y="52"/>
                  </a:lnTo>
                  <a:lnTo>
                    <a:pt x="19" y="50"/>
                  </a:lnTo>
                  <a:lnTo>
                    <a:pt x="19" y="50"/>
                  </a:lnTo>
                  <a:lnTo>
                    <a:pt x="17" y="50"/>
                  </a:lnTo>
                  <a:lnTo>
                    <a:pt x="17" y="50"/>
                  </a:lnTo>
                  <a:lnTo>
                    <a:pt x="17" y="50"/>
                  </a:lnTo>
                  <a:lnTo>
                    <a:pt x="17" y="48"/>
                  </a:lnTo>
                  <a:lnTo>
                    <a:pt x="17" y="48"/>
                  </a:lnTo>
                  <a:lnTo>
                    <a:pt x="15" y="48"/>
                  </a:lnTo>
                  <a:lnTo>
                    <a:pt x="15" y="48"/>
                  </a:lnTo>
                  <a:lnTo>
                    <a:pt x="12" y="48"/>
                  </a:lnTo>
                  <a:lnTo>
                    <a:pt x="12" y="48"/>
                  </a:lnTo>
                  <a:lnTo>
                    <a:pt x="12" y="48"/>
                  </a:lnTo>
                  <a:lnTo>
                    <a:pt x="12" y="48"/>
                  </a:lnTo>
                  <a:lnTo>
                    <a:pt x="10" y="48"/>
                  </a:lnTo>
                  <a:lnTo>
                    <a:pt x="10" y="45"/>
                  </a:lnTo>
                  <a:lnTo>
                    <a:pt x="10" y="45"/>
                  </a:lnTo>
                  <a:lnTo>
                    <a:pt x="10" y="45"/>
                  </a:lnTo>
                  <a:lnTo>
                    <a:pt x="10" y="48"/>
                  </a:lnTo>
                  <a:lnTo>
                    <a:pt x="7" y="48"/>
                  </a:lnTo>
                  <a:lnTo>
                    <a:pt x="7" y="48"/>
                  </a:lnTo>
                  <a:lnTo>
                    <a:pt x="7" y="45"/>
                  </a:lnTo>
                  <a:lnTo>
                    <a:pt x="5" y="45"/>
                  </a:lnTo>
                  <a:lnTo>
                    <a:pt x="5" y="45"/>
                  </a:lnTo>
                  <a:lnTo>
                    <a:pt x="5" y="45"/>
                  </a:lnTo>
                  <a:lnTo>
                    <a:pt x="5" y="43"/>
                  </a:lnTo>
                  <a:lnTo>
                    <a:pt x="5" y="43"/>
                  </a:lnTo>
                  <a:lnTo>
                    <a:pt x="3" y="43"/>
                  </a:lnTo>
                  <a:lnTo>
                    <a:pt x="3" y="43"/>
                  </a:lnTo>
                  <a:lnTo>
                    <a:pt x="3" y="43"/>
                  </a:lnTo>
                  <a:lnTo>
                    <a:pt x="3" y="43"/>
                  </a:lnTo>
                  <a:lnTo>
                    <a:pt x="3" y="43"/>
                  </a:lnTo>
                  <a:lnTo>
                    <a:pt x="3" y="41"/>
                  </a:lnTo>
                  <a:lnTo>
                    <a:pt x="3" y="41"/>
                  </a:lnTo>
                  <a:lnTo>
                    <a:pt x="3" y="38"/>
                  </a:lnTo>
                  <a:lnTo>
                    <a:pt x="3" y="38"/>
                  </a:lnTo>
                  <a:lnTo>
                    <a:pt x="3" y="36"/>
                  </a:lnTo>
                  <a:lnTo>
                    <a:pt x="0" y="36"/>
                  </a:lnTo>
                  <a:lnTo>
                    <a:pt x="0" y="36"/>
                  </a:lnTo>
                  <a:lnTo>
                    <a:pt x="0" y="36"/>
                  </a:lnTo>
                  <a:lnTo>
                    <a:pt x="0" y="33"/>
                  </a:lnTo>
                  <a:lnTo>
                    <a:pt x="0" y="33"/>
                  </a:lnTo>
                  <a:lnTo>
                    <a:pt x="0" y="33"/>
                  </a:lnTo>
                  <a:lnTo>
                    <a:pt x="0" y="31"/>
                  </a:lnTo>
                  <a:lnTo>
                    <a:pt x="0" y="31"/>
                  </a:lnTo>
                  <a:lnTo>
                    <a:pt x="0" y="31"/>
                  </a:lnTo>
                  <a:lnTo>
                    <a:pt x="0" y="31"/>
                  </a:lnTo>
                  <a:lnTo>
                    <a:pt x="0" y="29"/>
                  </a:lnTo>
                  <a:lnTo>
                    <a:pt x="0" y="29"/>
                  </a:lnTo>
                  <a:lnTo>
                    <a:pt x="0" y="26"/>
                  </a:lnTo>
                  <a:lnTo>
                    <a:pt x="0" y="26"/>
                  </a:lnTo>
                  <a:lnTo>
                    <a:pt x="0" y="26"/>
                  </a:lnTo>
                  <a:lnTo>
                    <a:pt x="0" y="24"/>
                  </a:lnTo>
                  <a:lnTo>
                    <a:pt x="0" y="24"/>
                  </a:lnTo>
                  <a:lnTo>
                    <a:pt x="0" y="24"/>
                  </a:lnTo>
                  <a:lnTo>
                    <a:pt x="0" y="24"/>
                  </a:lnTo>
                  <a:lnTo>
                    <a:pt x="0" y="22"/>
                  </a:lnTo>
                  <a:lnTo>
                    <a:pt x="0" y="22"/>
                  </a:lnTo>
                  <a:lnTo>
                    <a:pt x="0" y="22"/>
                  </a:lnTo>
                  <a:lnTo>
                    <a:pt x="3" y="22"/>
                  </a:lnTo>
                  <a:lnTo>
                    <a:pt x="3" y="19"/>
                  </a:lnTo>
                  <a:lnTo>
                    <a:pt x="3" y="19"/>
                  </a:lnTo>
                  <a:lnTo>
                    <a:pt x="3" y="19"/>
                  </a:lnTo>
                  <a:lnTo>
                    <a:pt x="3" y="19"/>
                  </a:lnTo>
                  <a:lnTo>
                    <a:pt x="5" y="19"/>
                  </a:lnTo>
                  <a:lnTo>
                    <a:pt x="5" y="17"/>
                  </a:lnTo>
                  <a:lnTo>
                    <a:pt x="5" y="17"/>
                  </a:lnTo>
                  <a:lnTo>
                    <a:pt x="5" y="17"/>
                  </a:lnTo>
                  <a:lnTo>
                    <a:pt x="5" y="17"/>
                  </a:lnTo>
                  <a:lnTo>
                    <a:pt x="7" y="17"/>
                  </a:lnTo>
                  <a:lnTo>
                    <a:pt x="7" y="14"/>
                  </a:lnTo>
                  <a:lnTo>
                    <a:pt x="7" y="14"/>
                  </a:lnTo>
                  <a:lnTo>
                    <a:pt x="7" y="14"/>
                  </a:lnTo>
                  <a:lnTo>
                    <a:pt x="10" y="14"/>
                  </a:lnTo>
                  <a:lnTo>
                    <a:pt x="10" y="14"/>
                  </a:lnTo>
                  <a:lnTo>
                    <a:pt x="10" y="14"/>
                  </a:lnTo>
                  <a:lnTo>
                    <a:pt x="10" y="14"/>
                  </a:lnTo>
                  <a:lnTo>
                    <a:pt x="10" y="12"/>
                  </a:lnTo>
                  <a:lnTo>
                    <a:pt x="12" y="12"/>
                  </a:lnTo>
                  <a:lnTo>
                    <a:pt x="12" y="12"/>
                  </a:lnTo>
                  <a:lnTo>
                    <a:pt x="12" y="12"/>
                  </a:lnTo>
                  <a:lnTo>
                    <a:pt x="12" y="12"/>
                  </a:lnTo>
                  <a:lnTo>
                    <a:pt x="12" y="10"/>
                  </a:lnTo>
                  <a:lnTo>
                    <a:pt x="12" y="10"/>
                  </a:lnTo>
                  <a:lnTo>
                    <a:pt x="12" y="7"/>
                  </a:lnTo>
                  <a:lnTo>
                    <a:pt x="12" y="7"/>
                  </a:lnTo>
                  <a:lnTo>
                    <a:pt x="12" y="7"/>
                  </a:lnTo>
                  <a:lnTo>
                    <a:pt x="12" y="7"/>
                  </a:lnTo>
                  <a:lnTo>
                    <a:pt x="12" y="5"/>
                  </a:lnTo>
                  <a:lnTo>
                    <a:pt x="15" y="5"/>
                  </a:lnTo>
                  <a:lnTo>
                    <a:pt x="15" y="5"/>
                  </a:lnTo>
                  <a:lnTo>
                    <a:pt x="17" y="5"/>
                  </a:lnTo>
                  <a:lnTo>
                    <a:pt x="17" y="7"/>
                  </a:lnTo>
                  <a:lnTo>
                    <a:pt x="17" y="7"/>
                  </a:lnTo>
                  <a:lnTo>
                    <a:pt x="17" y="7"/>
                  </a:lnTo>
                  <a:lnTo>
                    <a:pt x="19" y="7"/>
                  </a:lnTo>
                  <a:lnTo>
                    <a:pt x="19" y="7"/>
                  </a:lnTo>
                  <a:lnTo>
                    <a:pt x="19" y="7"/>
                  </a:lnTo>
                  <a:lnTo>
                    <a:pt x="19" y="7"/>
                  </a:lnTo>
                  <a:lnTo>
                    <a:pt x="19" y="5"/>
                  </a:lnTo>
                  <a:lnTo>
                    <a:pt x="19" y="5"/>
                  </a:lnTo>
                  <a:lnTo>
                    <a:pt x="19" y="5"/>
                  </a:lnTo>
                  <a:lnTo>
                    <a:pt x="19" y="3"/>
                  </a:lnTo>
                  <a:lnTo>
                    <a:pt x="22" y="3"/>
                  </a:lnTo>
                  <a:lnTo>
                    <a:pt x="22" y="3"/>
                  </a:lnTo>
                  <a:lnTo>
                    <a:pt x="24" y="3"/>
                  </a:lnTo>
                  <a:lnTo>
                    <a:pt x="24" y="3"/>
                  </a:lnTo>
                  <a:lnTo>
                    <a:pt x="24" y="3"/>
                  </a:lnTo>
                  <a:lnTo>
                    <a:pt x="24" y="5"/>
                  </a:lnTo>
                  <a:lnTo>
                    <a:pt x="26" y="5"/>
                  </a:lnTo>
                  <a:lnTo>
                    <a:pt x="26" y="5"/>
                  </a:lnTo>
                  <a:lnTo>
                    <a:pt x="26" y="5"/>
                  </a:lnTo>
                  <a:lnTo>
                    <a:pt x="29" y="5"/>
                  </a:lnTo>
                  <a:lnTo>
                    <a:pt x="29" y="5"/>
                  </a:lnTo>
                  <a:lnTo>
                    <a:pt x="31" y="5"/>
                  </a:lnTo>
                  <a:lnTo>
                    <a:pt x="31" y="5"/>
                  </a:lnTo>
                  <a:lnTo>
                    <a:pt x="31" y="5"/>
                  </a:lnTo>
                  <a:lnTo>
                    <a:pt x="31" y="3"/>
                  </a:lnTo>
                  <a:lnTo>
                    <a:pt x="31" y="3"/>
                  </a:lnTo>
                  <a:lnTo>
                    <a:pt x="34" y="3"/>
                  </a:lnTo>
                  <a:lnTo>
                    <a:pt x="34" y="3"/>
                  </a:lnTo>
                  <a:lnTo>
                    <a:pt x="34" y="3"/>
                  </a:lnTo>
                  <a:lnTo>
                    <a:pt x="34" y="3"/>
                  </a:lnTo>
                  <a:lnTo>
                    <a:pt x="36" y="3"/>
                  </a:lnTo>
                  <a:lnTo>
                    <a:pt x="36" y="3"/>
                  </a:lnTo>
                  <a:lnTo>
                    <a:pt x="36" y="3"/>
                  </a:lnTo>
                  <a:lnTo>
                    <a:pt x="38" y="3"/>
                  </a:lnTo>
                  <a:lnTo>
                    <a:pt x="38" y="3"/>
                  </a:lnTo>
                  <a:lnTo>
                    <a:pt x="38" y="3"/>
                  </a:lnTo>
                  <a:lnTo>
                    <a:pt x="38" y="3"/>
                  </a:lnTo>
                  <a:lnTo>
                    <a:pt x="41" y="3"/>
                  </a:lnTo>
                  <a:lnTo>
                    <a:pt x="41" y="3"/>
                  </a:lnTo>
                  <a:lnTo>
                    <a:pt x="41" y="3"/>
                  </a:lnTo>
                  <a:lnTo>
                    <a:pt x="43" y="3"/>
                  </a:lnTo>
                  <a:lnTo>
                    <a:pt x="43" y="3"/>
                  </a:lnTo>
                  <a:lnTo>
                    <a:pt x="43" y="3"/>
                  </a:lnTo>
                  <a:lnTo>
                    <a:pt x="43" y="0"/>
                  </a:lnTo>
                  <a:lnTo>
                    <a:pt x="43" y="0"/>
                  </a:lnTo>
                  <a:lnTo>
                    <a:pt x="43" y="0"/>
                  </a:lnTo>
                  <a:lnTo>
                    <a:pt x="45" y="0"/>
                  </a:lnTo>
                  <a:lnTo>
                    <a:pt x="45" y="0"/>
                  </a:lnTo>
                  <a:lnTo>
                    <a:pt x="4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231"/>
            <p:cNvSpPr>
              <a:spLocks/>
            </p:cNvSpPr>
            <p:nvPr/>
          </p:nvSpPr>
          <p:spPr bwMode="auto">
            <a:xfrm>
              <a:off x="5019675" y="3557588"/>
              <a:ext cx="82550" cy="82550"/>
            </a:xfrm>
            <a:custGeom>
              <a:avLst/>
              <a:gdLst/>
              <a:ahLst/>
              <a:cxnLst>
                <a:cxn ang="0">
                  <a:pos x="45" y="3"/>
                </a:cxn>
                <a:cxn ang="0">
                  <a:pos x="50" y="3"/>
                </a:cxn>
                <a:cxn ang="0">
                  <a:pos x="50" y="5"/>
                </a:cxn>
                <a:cxn ang="0">
                  <a:pos x="52" y="10"/>
                </a:cxn>
                <a:cxn ang="0">
                  <a:pos x="52" y="12"/>
                </a:cxn>
                <a:cxn ang="0">
                  <a:pos x="50" y="14"/>
                </a:cxn>
                <a:cxn ang="0">
                  <a:pos x="50" y="17"/>
                </a:cxn>
                <a:cxn ang="0">
                  <a:pos x="48" y="19"/>
                </a:cxn>
                <a:cxn ang="0">
                  <a:pos x="45" y="19"/>
                </a:cxn>
                <a:cxn ang="0">
                  <a:pos x="43" y="24"/>
                </a:cxn>
                <a:cxn ang="0">
                  <a:pos x="43" y="26"/>
                </a:cxn>
                <a:cxn ang="0">
                  <a:pos x="43" y="29"/>
                </a:cxn>
                <a:cxn ang="0">
                  <a:pos x="41" y="33"/>
                </a:cxn>
                <a:cxn ang="0">
                  <a:pos x="43" y="36"/>
                </a:cxn>
                <a:cxn ang="0">
                  <a:pos x="41" y="38"/>
                </a:cxn>
                <a:cxn ang="0">
                  <a:pos x="38" y="38"/>
                </a:cxn>
                <a:cxn ang="0">
                  <a:pos x="36" y="41"/>
                </a:cxn>
                <a:cxn ang="0">
                  <a:pos x="34" y="43"/>
                </a:cxn>
                <a:cxn ang="0">
                  <a:pos x="31" y="45"/>
                </a:cxn>
                <a:cxn ang="0">
                  <a:pos x="29" y="45"/>
                </a:cxn>
                <a:cxn ang="0">
                  <a:pos x="26" y="45"/>
                </a:cxn>
                <a:cxn ang="0">
                  <a:pos x="24" y="48"/>
                </a:cxn>
                <a:cxn ang="0">
                  <a:pos x="24" y="50"/>
                </a:cxn>
                <a:cxn ang="0">
                  <a:pos x="22" y="52"/>
                </a:cxn>
                <a:cxn ang="0">
                  <a:pos x="19" y="50"/>
                </a:cxn>
                <a:cxn ang="0">
                  <a:pos x="17" y="48"/>
                </a:cxn>
                <a:cxn ang="0">
                  <a:pos x="12" y="48"/>
                </a:cxn>
                <a:cxn ang="0">
                  <a:pos x="10" y="48"/>
                </a:cxn>
                <a:cxn ang="0">
                  <a:pos x="10" y="48"/>
                </a:cxn>
                <a:cxn ang="0">
                  <a:pos x="5" y="45"/>
                </a:cxn>
                <a:cxn ang="0">
                  <a:pos x="5" y="43"/>
                </a:cxn>
                <a:cxn ang="0">
                  <a:pos x="3" y="43"/>
                </a:cxn>
                <a:cxn ang="0">
                  <a:pos x="3" y="38"/>
                </a:cxn>
                <a:cxn ang="0">
                  <a:pos x="0" y="36"/>
                </a:cxn>
                <a:cxn ang="0">
                  <a:pos x="0" y="33"/>
                </a:cxn>
                <a:cxn ang="0">
                  <a:pos x="0" y="31"/>
                </a:cxn>
                <a:cxn ang="0">
                  <a:pos x="0" y="26"/>
                </a:cxn>
                <a:cxn ang="0">
                  <a:pos x="0" y="24"/>
                </a:cxn>
                <a:cxn ang="0">
                  <a:pos x="0" y="22"/>
                </a:cxn>
                <a:cxn ang="0">
                  <a:pos x="3" y="19"/>
                </a:cxn>
                <a:cxn ang="0">
                  <a:pos x="5" y="17"/>
                </a:cxn>
                <a:cxn ang="0">
                  <a:pos x="7" y="14"/>
                </a:cxn>
                <a:cxn ang="0">
                  <a:pos x="10" y="14"/>
                </a:cxn>
                <a:cxn ang="0">
                  <a:pos x="12" y="12"/>
                </a:cxn>
                <a:cxn ang="0">
                  <a:pos x="12" y="10"/>
                </a:cxn>
                <a:cxn ang="0">
                  <a:pos x="12" y="7"/>
                </a:cxn>
                <a:cxn ang="0">
                  <a:pos x="15" y="5"/>
                </a:cxn>
                <a:cxn ang="0">
                  <a:pos x="17" y="7"/>
                </a:cxn>
                <a:cxn ang="0">
                  <a:pos x="19" y="7"/>
                </a:cxn>
                <a:cxn ang="0">
                  <a:pos x="19" y="3"/>
                </a:cxn>
                <a:cxn ang="0">
                  <a:pos x="24" y="3"/>
                </a:cxn>
                <a:cxn ang="0">
                  <a:pos x="26" y="5"/>
                </a:cxn>
                <a:cxn ang="0">
                  <a:pos x="31" y="5"/>
                </a:cxn>
                <a:cxn ang="0">
                  <a:pos x="31" y="3"/>
                </a:cxn>
                <a:cxn ang="0">
                  <a:pos x="34" y="3"/>
                </a:cxn>
                <a:cxn ang="0">
                  <a:pos x="38" y="3"/>
                </a:cxn>
                <a:cxn ang="0">
                  <a:pos x="41" y="3"/>
                </a:cxn>
                <a:cxn ang="0">
                  <a:pos x="43" y="3"/>
                </a:cxn>
                <a:cxn ang="0">
                  <a:pos x="43" y="0"/>
                </a:cxn>
              </a:cxnLst>
              <a:rect l="0" t="0" r="r" b="b"/>
              <a:pathLst>
                <a:path w="52" h="52">
                  <a:moveTo>
                    <a:pt x="45" y="0"/>
                  </a:moveTo>
                  <a:lnTo>
                    <a:pt x="45" y="3"/>
                  </a:lnTo>
                  <a:lnTo>
                    <a:pt x="45" y="3"/>
                  </a:lnTo>
                  <a:lnTo>
                    <a:pt x="45" y="3"/>
                  </a:lnTo>
                  <a:lnTo>
                    <a:pt x="48" y="3"/>
                  </a:lnTo>
                  <a:lnTo>
                    <a:pt x="48" y="3"/>
                  </a:lnTo>
                  <a:lnTo>
                    <a:pt x="50" y="3"/>
                  </a:lnTo>
                  <a:lnTo>
                    <a:pt x="50" y="3"/>
                  </a:lnTo>
                  <a:lnTo>
                    <a:pt x="50" y="3"/>
                  </a:lnTo>
                  <a:lnTo>
                    <a:pt x="50" y="5"/>
                  </a:lnTo>
                  <a:lnTo>
                    <a:pt x="50" y="5"/>
                  </a:lnTo>
                  <a:lnTo>
                    <a:pt x="50" y="5"/>
                  </a:lnTo>
                  <a:lnTo>
                    <a:pt x="50" y="7"/>
                  </a:lnTo>
                  <a:lnTo>
                    <a:pt x="50" y="7"/>
                  </a:lnTo>
                  <a:lnTo>
                    <a:pt x="50" y="10"/>
                  </a:lnTo>
                  <a:lnTo>
                    <a:pt x="52" y="10"/>
                  </a:lnTo>
                  <a:lnTo>
                    <a:pt x="52" y="10"/>
                  </a:lnTo>
                  <a:lnTo>
                    <a:pt x="52" y="12"/>
                  </a:lnTo>
                  <a:lnTo>
                    <a:pt x="52" y="12"/>
                  </a:lnTo>
                  <a:lnTo>
                    <a:pt x="52" y="12"/>
                  </a:lnTo>
                  <a:lnTo>
                    <a:pt x="52" y="14"/>
                  </a:lnTo>
                  <a:lnTo>
                    <a:pt x="52" y="14"/>
                  </a:lnTo>
                  <a:lnTo>
                    <a:pt x="52" y="14"/>
                  </a:lnTo>
                  <a:lnTo>
                    <a:pt x="50" y="14"/>
                  </a:lnTo>
                  <a:lnTo>
                    <a:pt x="50" y="14"/>
                  </a:lnTo>
                  <a:lnTo>
                    <a:pt x="50" y="14"/>
                  </a:lnTo>
                  <a:lnTo>
                    <a:pt x="50" y="14"/>
                  </a:lnTo>
                  <a:lnTo>
                    <a:pt x="50" y="17"/>
                  </a:lnTo>
                  <a:lnTo>
                    <a:pt x="48" y="17"/>
                  </a:lnTo>
                  <a:lnTo>
                    <a:pt x="48" y="17"/>
                  </a:lnTo>
                  <a:lnTo>
                    <a:pt x="48" y="17"/>
                  </a:lnTo>
                  <a:lnTo>
                    <a:pt x="48" y="19"/>
                  </a:lnTo>
                  <a:lnTo>
                    <a:pt x="45" y="19"/>
                  </a:lnTo>
                  <a:lnTo>
                    <a:pt x="45" y="19"/>
                  </a:lnTo>
                  <a:lnTo>
                    <a:pt x="45" y="19"/>
                  </a:lnTo>
                  <a:lnTo>
                    <a:pt x="45" y="19"/>
                  </a:lnTo>
                  <a:lnTo>
                    <a:pt x="45" y="22"/>
                  </a:lnTo>
                  <a:lnTo>
                    <a:pt x="45" y="22"/>
                  </a:lnTo>
                  <a:lnTo>
                    <a:pt x="43" y="22"/>
                  </a:lnTo>
                  <a:lnTo>
                    <a:pt x="43" y="24"/>
                  </a:lnTo>
                  <a:lnTo>
                    <a:pt x="43" y="24"/>
                  </a:lnTo>
                  <a:lnTo>
                    <a:pt x="43" y="24"/>
                  </a:lnTo>
                  <a:lnTo>
                    <a:pt x="43" y="24"/>
                  </a:lnTo>
                  <a:lnTo>
                    <a:pt x="43" y="26"/>
                  </a:lnTo>
                  <a:lnTo>
                    <a:pt x="43" y="26"/>
                  </a:lnTo>
                  <a:lnTo>
                    <a:pt x="43" y="29"/>
                  </a:lnTo>
                  <a:lnTo>
                    <a:pt x="43" y="29"/>
                  </a:lnTo>
                  <a:lnTo>
                    <a:pt x="43" y="29"/>
                  </a:lnTo>
                  <a:lnTo>
                    <a:pt x="43" y="31"/>
                  </a:lnTo>
                  <a:lnTo>
                    <a:pt x="41" y="31"/>
                  </a:lnTo>
                  <a:lnTo>
                    <a:pt x="41" y="31"/>
                  </a:lnTo>
                  <a:lnTo>
                    <a:pt x="41" y="33"/>
                  </a:lnTo>
                  <a:lnTo>
                    <a:pt x="41" y="33"/>
                  </a:lnTo>
                  <a:lnTo>
                    <a:pt x="41" y="33"/>
                  </a:lnTo>
                  <a:lnTo>
                    <a:pt x="43" y="33"/>
                  </a:lnTo>
                  <a:lnTo>
                    <a:pt x="43" y="36"/>
                  </a:lnTo>
                  <a:lnTo>
                    <a:pt x="41" y="36"/>
                  </a:lnTo>
                  <a:lnTo>
                    <a:pt x="41" y="36"/>
                  </a:lnTo>
                  <a:lnTo>
                    <a:pt x="41" y="36"/>
                  </a:lnTo>
                  <a:lnTo>
                    <a:pt x="41" y="38"/>
                  </a:lnTo>
                  <a:lnTo>
                    <a:pt x="38" y="38"/>
                  </a:lnTo>
                  <a:lnTo>
                    <a:pt x="38" y="38"/>
                  </a:lnTo>
                  <a:lnTo>
                    <a:pt x="38" y="38"/>
                  </a:lnTo>
                  <a:lnTo>
                    <a:pt x="38" y="38"/>
                  </a:lnTo>
                  <a:lnTo>
                    <a:pt x="36" y="38"/>
                  </a:lnTo>
                  <a:lnTo>
                    <a:pt x="36" y="41"/>
                  </a:lnTo>
                  <a:lnTo>
                    <a:pt x="36" y="41"/>
                  </a:lnTo>
                  <a:lnTo>
                    <a:pt x="36" y="41"/>
                  </a:lnTo>
                  <a:lnTo>
                    <a:pt x="36" y="41"/>
                  </a:lnTo>
                  <a:lnTo>
                    <a:pt x="34" y="41"/>
                  </a:lnTo>
                  <a:lnTo>
                    <a:pt x="34" y="43"/>
                  </a:lnTo>
                  <a:lnTo>
                    <a:pt x="34" y="43"/>
                  </a:lnTo>
                  <a:lnTo>
                    <a:pt x="31" y="43"/>
                  </a:lnTo>
                  <a:lnTo>
                    <a:pt x="31" y="43"/>
                  </a:lnTo>
                  <a:lnTo>
                    <a:pt x="31" y="43"/>
                  </a:lnTo>
                  <a:lnTo>
                    <a:pt x="31" y="45"/>
                  </a:lnTo>
                  <a:lnTo>
                    <a:pt x="31" y="45"/>
                  </a:lnTo>
                  <a:lnTo>
                    <a:pt x="31" y="45"/>
                  </a:lnTo>
                  <a:lnTo>
                    <a:pt x="31" y="45"/>
                  </a:lnTo>
                  <a:lnTo>
                    <a:pt x="29" y="45"/>
                  </a:lnTo>
                  <a:lnTo>
                    <a:pt x="29" y="45"/>
                  </a:lnTo>
                  <a:lnTo>
                    <a:pt x="29" y="45"/>
                  </a:lnTo>
                  <a:lnTo>
                    <a:pt x="29" y="45"/>
                  </a:lnTo>
                  <a:lnTo>
                    <a:pt x="26" y="45"/>
                  </a:lnTo>
                  <a:lnTo>
                    <a:pt x="26" y="45"/>
                  </a:lnTo>
                  <a:lnTo>
                    <a:pt x="26" y="45"/>
                  </a:lnTo>
                  <a:lnTo>
                    <a:pt x="24" y="45"/>
                  </a:lnTo>
                  <a:lnTo>
                    <a:pt x="24" y="48"/>
                  </a:lnTo>
                  <a:lnTo>
                    <a:pt x="24" y="48"/>
                  </a:lnTo>
                  <a:lnTo>
                    <a:pt x="24" y="50"/>
                  </a:lnTo>
                  <a:lnTo>
                    <a:pt x="24" y="50"/>
                  </a:lnTo>
                  <a:lnTo>
                    <a:pt x="24" y="50"/>
                  </a:lnTo>
                  <a:lnTo>
                    <a:pt x="24" y="50"/>
                  </a:lnTo>
                  <a:lnTo>
                    <a:pt x="22" y="50"/>
                  </a:lnTo>
                  <a:lnTo>
                    <a:pt x="22" y="50"/>
                  </a:lnTo>
                  <a:lnTo>
                    <a:pt x="22" y="52"/>
                  </a:lnTo>
                  <a:lnTo>
                    <a:pt x="19" y="52"/>
                  </a:lnTo>
                  <a:lnTo>
                    <a:pt x="19" y="52"/>
                  </a:lnTo>
                  <a:lnTo>
                    <a:pt x="19" y="50"/>
                  </a:lnTo>
                  <a:lnTo>
                    <a:pt x="19" y="50"/>
                  </a:lnTo>
                  <a:lnTo>
                    <a:pt x="17" y="50"/>
                  </a:lnTo>
                  <a:lnTo>
                    <a:pt x="17" y="50"/>
                  </a:lnTo>
                  <a:lnTo>
                    <a:pt x="17" y="50"/>
                  </a:lnTo>
                  <a:lnTo>
                    <a:pt x="17" y="48"/>
                  </a:lnTo>
                  <a:lnTo>
                    <a:pt x="17" y="48"/>
                  </a:lnTo>
                  <a:lnTo>
                    <a:pt x="15" y="48"/>
                  </a:lnTo>
                  <a:lnTo>
                    <a:pt x="15" y="48"/>
                  </a:lnTo>
                  <a:lnTo>
                    <a:pt x="12" y="48"/>
                  </a:lnTo>
                  <a:lnTo>
                    <a:pt x="12" y="48"/>
                  </a:lnTo>
                  <a:lnTo>
                    <a:pt x="12" y="48"/>
                  </a:lnTo>
                  <a:lnTo>
                    <a:pt x="12" y="48"/>
                  </a:lnTo>
                  <a:lnTo>
                    <a:pt x="10" y="48"/>
                  </a:lnTo>
                  <a:lnTo>
                    <a:pt x="10" y="45"/>
                  </a:lnTo>
                  <a:lnTo>
                    <a:pt x="10" y="45"/>
                  </a:lnTo>
                  <a:lnTo>
                    <a:pt x="10" y="45"/>
                  </a:lnTo>
                  <a:lnTo>
                    <a:pt x="10" y="48"/>
                  </a:lnTo>
                  <a:lnTo>
                    <a:pt x="7" y="48"/>
                  </a:lnTo>
                  <a:lnTo>
                    <a:pt x="7" y="48"/>
                  </a:lnTo>
                  <a:lnTo>
                    <a:pt x="7" y="45"/>
                  </a:lnTo>
                  <a:lnTo>
                    <a:pt x="5" y="45"/>
                  </a:lnTo>
                  <a:lnTo>
                    <a:pt x="5" y="45"/>
                  </a:lnTo>
                  <a:lnTo>
                    <a:pt x="5" y="45"/>
                  </a:lnTo>
                  <a:lnTo>
                    <a:pt x="5" y="43"/>
                  </a:lnTo>
                  <a:lnTo>
                    <a:pt x="5" y="43"/>
                  </a:lnTo>
                  <a:lnTo>
                    <a:pt x="3" y="43"/>
                  </a:lnTo>
                  <a:lnTo>
                    <a:pt x="3" y="43"/>
                  </a:lnTo>
                  <a:lnTo>
                    <a:pt x="3" y="43"/>
                  </a:lnTo>
                  <a:lnTo>
                    <a:pt x="3" y="43"/>
                  </a:lnTo>
                  <a:lnTo>
                    <a:pt x="3" y="43"/>
                  </a:lnTo>
                  <a:lnTo>
                    <a:pt x="3" y="41"/>
                  </a:lnTo>
                  <a:lnTo>
                    <a:pt x="3" y="41"/>
                  </a:lnTo>
                  <a:lnTo>
                    <a:pt x="3" y="38"/>
                  </a:lnTo>
                  <a:lnTo>
                    <a:pt x="3" y="38"/>
                  </a:lnTo>
                  <a:lnTo>
                    <a:pt x="3" y="36"/>
                  </a:lnTo>
                  <a:lnTo>
                    <a:pt x="0" y="36"/>
                  </a:lnTo>
                  <a:lnTo>
                    <a:pt x="0" y="36"/>
                  </a:lnTo>
                  <a:lnTo>
                    <a:pt x="0" y="36"/>
                  </a:lnTo>
                  <a:lnTo>
                    <a:pt x="0" y="33"/>
                  </a:lnTo>
                  <a:lnTo>
                    <a:pt x="0" y="33"/>
                  </a:lnTo>
                  <a:lnTo>
                    <a:pt x="0" y="33"/>
                  </a:lnTo>
                  <a:lnTo>
                    <a:pt x="0" y="31"/>
                  </a:lnTo>
                  <a:lnTo>
                    <a:pt x="0" y="31"/>
                  </a:lnTo>
                  <a:lnTo>
                    <a:pt x="0" y="31"/>
                  </a:lnTo>
                  <a:lnTo>
                    <a:pt x="0" y="31"/>
                  </a:lnTo>
                  <a:lnTo>
                    <a:pt x="0" y="29"/>
                  </a:lnTo>
                  <a:lnTo>
                    <a:pt x="0" y="29"/>
                  </a:lnTo>
                  <a:lnTo>
                    <a:pt x="0" y="26"/>
                  </a:lnTo>
                  <a:lnTo>
                    <a:pt x="0" y="26"/>
                  </a:lnTo>
                  <a:lnTo>
                    <a:pt x="0" y="26"/>
                  </a:lnTo>
                  <a:lnTo>
                    <a:pt x="0" y="24"/>
                  </a:lnTo>
                  <a:lnTo>
                    <a:pt x="0" y="24"/>
                  </a:lnTo>
                  <a:lnTo>
                    <a:pt x="0" y="24"/>
                  </a:lnTo>
                  <a:lnTo>
                    <a:pt x="0" y="24"/>
                  </a:lnTo>
                  <a:lnTo>
                    <a:pt x="0" y="22"/>
                  </a:lnTo>
                  <a:lnTo>
                    <a:pt x="0" y="22"/>
                  </a:lnTo>
                  <a:lnTo>
                    <a:pt x="0" y="22"/>
                  </a:lnTo>
                  <a:lnTo>
                    <a:pt x="3" y="22"/>
                  </a:lnTo>
                  <a:lnTo>
                    <a:pt x="3" y="19"/>
                  </a:lnTo>
                  <a:lnTo>
                    <a:pt x="3" y="19"/>
                  </a:lnTo>
                  <a:lnTo>
                    <a:pt x="3" y="19"/>
                  </a:lnTo>
                  <a:lnTo>
                    <a:pt x="3" y="19"/>
                  </a:lnTo>
                  <a:lnTo>
                    <a:pt x="5" y="19"/>
                  </a:lnTo>
                  <a:lnTo>
                    <a:pt x="5" y="17"/>
                  </a:lnTo>
                  <a:lnTo>
                    <a:pt x="5" y="17"/>
                  </a:lnTo>
                  <a:lnTo>
                    <a:pt x="5" y="17"/>
                  </a:lnTo>
                  <a:lnTo>
                    <a:pt x="5" y="17"/>
                  </a:lnTo>
                  <a:lnTo>
                    <a:pt x="7" y="17"/>
                  </a:lnTo>
                  <a:lnTo>
                    <a:pt x="7" y="14"/>
                  </a:lnTo>
                  <a:lnTo>
                    <a:pt x="7" y="14"/>
                  </a:lnTo>
                  <a:lnTo>
                    <a:pt x="7" y="14"/>
                  </a:lnTo>
                  <a:lnTo>
                    <a:pt x="10" y="14"/>
                  </a:lnTo>
                  <a:lnTo>
                    <a:pt x="10" y="14"/>
                  </a:lnTo>
                  <a:lnTo>
                    <a:pt x="10" y="14"/>
                  </a:lnTo>
                  <a:lnTo>
                    <a:pt x="10" y="14"/>
                  </a:lnTo>
                  <a:lnTo>
                    <a:pt x="10" y="12"/>
                  </a:lnTo>
                  <a:lnTo>
                    <a:pt x="12" y="12"/>
                  </a:lnTo>
                  <a:lnTo>
                    <a:pt x="12" y="12"/>
                  </a:lnTo>
                  <a:lnTo>
                    <a:pt x="12" y="12"/>
                  </a:lnTo>
                  <a:lnTo>
                    <a:pt x="12" y="12"/>
                  </a:lnTo>
                  <a:lnTo>
                    <a:pt x="12" y="10"/>
                  </a:lnTo>
                  <a:lnTo>
                    <a:pt x="12" y="10"/>
                  </a:lnTo>
                  <a:lnTo>
                    <a:pt x="12" y="7"/>
                  </a:lnTo>
                  <a:lnTo>
                    <a:pt x="12" y="7"/>
                  </a:lnTo>
                  <a:lnTo>
                    <a:pt x="12" y="7"/>
                  </a:lnTo>
                  <a:lnTo>
                    <a:pt x="12" y="7"/>
                  </a:lnTo>
                  <a:lnTo>
                    <a:pt x="12" y="5"/>
                  </a:lnTo>
                  <a:lnTo>
                    <a:pt x="15" y="5"/>
                  </a:lnTo>
                  <a:lnTo>
                    <a:pt x="15" y="5"/>
                  </a:lnTo>
                  <a:lnTo>
                    <a:pt x="17" y="5"/>
                  </a:lnTo>
                  <a:lnTo>
                    <a:pt x="17" y="7"/>
                  </a:lnTo>
                  <a:lnTo>
                    <a:pt x="17" y="7"/>
                  </a:lnTo>
                  <a:lnTo>
                    <a:pt x="17" y="7"/>
                  </a:lnTo>
                  <a:lnTo>
                    <a:pt x="19" y="7"/>
                  </a:lnTo>
                  <a:lnTo>
                    <a:pt x="19" y="7"/>
                  </a:lnTo>
                  <a:lnTo>
                    <a:pt x="19" y="7"/>
                  </a:lnTo>
                  <a:lnTo>
                    <a:pt x="19" y="7"/>
                  </a:lnTo>
                  <a:lnTo>
                    <a:pt x="19" y="5"/>
                  </a:lnTo>
                  <a:lnTo>
                    <a:pt x="19" y="5"/>
                  </a:lnTo>
                  <a:lnTo>
                    <a:pt x="19" y="5"/>
                  </a:lnTo>
                  <a:lnTo>
                    <a:pt x="19" y="3"/>
                  </a:lnTo>
                  <a:lnTo>
                    <a:pt x="22" y="3"/>
                  </a:lnTo>
                  <a:lnTo>
                    <a:pt x="22" y="3"/>
                  </a:lnTo>
                  <a:lnTo>
                    <a:pt x="24" y="3"/>
                  </a:lnTo>
                  <a:lnTo>
                    <a:pt x="24" y="3"/>
                  </a:lnTo>
                  <a:lnTo>
                    <a:pt x="24" y="3"/>
                  </a:lnTo>
                  <a:lnTo>
                    <a:pt x="24" y="5"/>
                  </a:lnTo>
                  <a:lnTo>
                    <a:pt x="26" y="5"/>
                  </a:lnTo>
                  <a:lnTo>
                    <a:pt x="26" y="5"/>
                  </a:lnTo>
                  <a:lnTo>
                    <a:pt x="26" y="5"/>
                  </a:lnTo>
                  <a:lnTo>
                    <a:pt x="29" y="5"/>
                  </a:lnTo>
                  <a:lnTo>
                    <a:pt x="29" y="5"/>
                  </a:lnTo>
                  <a:lnTo>
                    <a:pt x="31" y="5"/>
                  </a:lnTo>
                  <a:lnTo>
                    <a:pt x="31" y="5"/>
                  </a:lnTo>
                  <a:lnTo>
                    <a:pt x="31" y="5"/>
                  </a:lnTo>
                  <a:lnTo>
                    <a:pt x="31" y="3"/>
                  </a:lnTo>
                  <a:lnTo>
                    <a:pt x="31" y="3"/>
                  </a:lnTo>
                  <a:lnTo>
                    <a:pt x="34" y="3"/>
                  </a:lnTo>
                  <a:lnTo>
                    <a:pt x="34" y="3"/>
                  </a:lnTo>
                  <a:lnTo>
                    <a:pt x="34" y="3"/>
                  </a:lnTo>
                  <a:lnTo>
                    <a:pt x="34" y="3"/>
                  </a:lnTo>
                  <a:lnTo>
                    <a:pt x="36" y="3"/>
                  </a:lnTo>
                  <a:lnTo>
                    <a:pt x="36" y="3"/>
                  </a:lnTo>
                  <a:lnTo>
                    <a:pt x="36" y="3"/>
                  </a:lnTo>
                  <a:lnTo>
                    <a:pt x="38" y="3"/>
                  </a:lnTo>
                  <a:lnTo>
                    <a:pt x="38" y="3"/>
                  </a:lnTo>
                  <a:lnTo>
                    <a:pt x="38" y="3"/>
                  </a:lnTo>
                  <a:lnTo>
                    <a:pt x="38" y="3"/>
                  </a:lnTo>
                  <a:lnTo>
                    <a:pt x="41" y="3"/>
                  </a:lnTo>
                  <a:lnTo>
                    <a:pt x="41" y="3"/>
                  </a:lnTo>
                  <a:lnTo>
                    <a:pt x="41" y="3"/>
                  </a:lnTo>
                  <a:lnTo>
                    <a:pt x="43" y="3"/>
                  </a:lnTo>
                  <a:lnTo>
                    <a:pt x="43" y="3"/>
                  </a:lnTo>
                  <a:lnTo>
                    <a:pt x="43" y="3"/>
                  </a:lnTo>
                  <a:lnTo>
                    <a:pt x="43" y="0"/>
                  </a:lnTo>
                  <a:lnTo>
                    <a:pt x="43" y="0"/>
                  </a:lnTo>
                  <a:lnTo>
                    <a:pt x="43" y="0"/>
                  </a:lnTo>
                  <a:lnTo>
                    <a:pt x="45" y="0"/>
                  </a:lnTo>
                  <a:lnTo>
                    <a:pt x="45" y="0"/>
                  </a:lnTo>
                  <a:lnTo>
                    <a:pt x="4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232"/>
            <p:cNvSpPr>
              <a:spLocks/>
            </p:cNvSpPr>
            <p:nvPr/>
          </p:nvSpPr>
          <p:spPr bwMode="auto">
            <a:xfrm>
              <a:off x="3825875" y="2214563"/>
              <a:ext cx="2084388" cy="1343025"/>
            </a:xfrm>
            <a:custGeom>
              <a:avLst/>
              <a:gdLst/>
              <a:ahLst/>
              <a:cxnLst>
                <a:cxn ang="0">
                  <a:pos x="1200" y="105"/>
                </a:cxn>
                <a:cxn ang="0">
                  <a:pos x="1254" y="147"/>
                </a:cxn>
                <a:cxn ang="0">
                  <a:pos x="1306" y="157"/>
                </a:cxn>
                <a:cxn ang="0">
                  <a:pos x="1259" y="209"/>
                </a:cxn>
                <a:cxn ang="0">
                  <a:pos x="1223" y="273"/>
                </a:cxn>
                <a:cxn ang="0">
                  <a:pos x="1176" y="292"/>
                </a:cxn>
                <a:cxn ang="0">
                  <a:pos x="1117" y="325"/>
                </a:cxn>
                <a:cxn ang="0">
                  <a:pos x="1055" y="356"/>
                </a:cxn>
                <a:cxn ang="0">
                  <a:pos x="1025" y="353"/>
                </a:cxn>
                <a:cxn ang="0">
                  <a:pos x="1001" y="341"/>
                </a:cxn>
                <a:cxn ang="0">
                  <a:pos x="951" y="387"/>
                </a:cxn>
                <a:cxn ang="0">
                  <a:pos x="1013" y="396"/>
                </a:cxn>
                <a:cxn ang="0">
                  <a:pos x="1044" y="422"/>
                </a:cxn>
                <a:cxn ang="0">
                  <a:pos x="982" y="469"/>
                </a:cxn>
                <a:cxn ang="0">
                  <a:pos x="1029" y="543"/>
                </a:cxn>
                <a:cxn ang="0">
                  <a:pos x="1008" y="590"/>
                </a:cxn>
                <a:cxn ang="0">
                  <a:pos x="1036" y="607"/>
                </a:cxn>
                <a:cxn ang="0">
                  <a:pos x="1015" y="652"/>
                </a:cxn>
                <a:cxn ang="0">
                  <a:pos x="991" y="709"/>
                </a:cxn>
                <a:cxn ang="0">
                  <a:pos x="965" y="740"/>
                </a:cxn>
                <a:cxn ang="0">
                  <a:pos x="913" y="780"/>
                </a:cxn>
                <a:cxn ang="0">
                  <a:pos x="861" y="792"/>
                </a:cxn>
                <a:cxn ang="0">
                  <a:pos x="809" y="815"/>
                </a:cxn>
                <a:cxn ang="0">
                  <a:pos x="776" y="827"/>
                </a:cxn>
                <a:cxn ang="0">
                  <a:pos x="719" y="804"/>
                </a:cxn>
                <a:cxn ang="0">
                  <a:pos x="665" y="780"/>
                </a:cxn>
                <a:cxn ang="0">
                  <a:pos x="603" y="789"/>
                </a:cxn>
                <a:cxn ang="0">
                  <a:pos x="570" y="811"/>
                </a:cxn>
                <a:cxn ang="0">
                  <a:pos x="544" y="749"/>
                </a:cxn>
                <a:cxn ang="0">
                  <a:pos x="532" y="706"/>
                </a:cxn>
                <a:cxn ang="0">
                  <a:pos x="516" y="635"/>
                </a:cxn>
                <a:cxn ang="0">
                  <a:pos x="475" y="619"/>
                </a:cxn>
                <a:cxn ang="0">
                  <a:pos x="404" y="650"/>
                </a:cxn>
                <a:cxn ang="0">
                  <a:pos x="338" y="652"/>
                </a:cxn>
                <a:cxn ang="0">
                  <a:pos x="279" y="650"/>
                </a:cxn>
                <a:cxn ang="0">
                  <a:pos x="225" y="616"/>
                </a:cxn>
                <a:cxn ang="0">
                  <a:pos x="156" y="590"/>
                </a:cxn>
                <a:cxn ang="0">
                  <a:pos x="104" y="538"/>
                </a:cxn>
                <a:cxn ang="0">
                  <a:pos x="125" y="496"/>
                </a:cxn>
                <a:cxn ang="0">
                  <a:pos x="111" y="448"/>
                </a:cxn>
                <a:cxn ang="0">
                  <a:pos x="49" y="429"/>
                </a:cxn>
                <a:cxn ang="0">
                  <a:pos x="21" y="379"/>
                </a:cxn>
                <a:cxn ang="0">
                  <a:pos x="30" y="332"/>
                </a:cxn>
                <a:cxn ang="0">
                  <a:pos x="99" y="315"/>
                </a:cxn>
                <a:cxn ang="0">
                  <a:pos x="151" y="266"/>
                </a:cxn>
                <a:cxn ang="0">
                  <a:pos x="168" y="211"/>
                </a:cxn>
                <a:cxn ang="0">
                  <a:pos x="210" y="164"/>
                </a:cxn>
                <a:cxn ang="0">
                  <a:pos x="272" y="128"/>
                </a:cxn>
                <a:cxn ang="0">
                  <a:pos x="329" y="138"/>
                </a:cxn>
                <a:cxn ang="0">
                  <a:pos x="369" y="199"/>
                </a:cxn>
                <a:cxn ang="0">
                  <a:pos x="452" y="232"/>
                </a:cxn>
                <a:cxn ang="0">
                  <a:pos x="520" y="275"/>
                </a:cxn>
                <a:cxn ang="0">
                  <a:pos x="620" y="289"/>
                </a:cxn>
                <a:cxn ang="0">
                  <a:pos x="707" y="287"/>
                </a:cxn>
                <a:cxn ang="0">
                  <a:pos x="797" y="266"/>
                </a:cxn>
                <a:cxn ang="0">
                  <a:pos x="840" y="218"/>
                </a:cxn>
                <a:cxn ang="0">
                  <a:pos x="918" y="190"/>
                </a:cxn>
                <a:cxn ang="0">
                  <a:pos x="991" y="176"/>
                </a:cxn>
                <a:cxn ang="0">
                  <a:pos x="935" y="147"/>
                </a:cxn>
                <a:cxn ang="0">
                  <a:pos x="923" y="97"/>
                </a:cxn>
                <a:cxn ang="0">
                  <a:pos x="987" y="67"/>
                </a:cxn>
                <a:cxn ang="0">
                  <a:pos x="1017" y="7"/>
                </a:cxn>
                <a:cxn ang="0">
                  <a:pos x="1110" y="10"/>
                </a:cxn>
              </a:cxnLst>
              <a:rect l="0" t="0" r="r" b="b"/>
              <a:pathLst>
                <a:path w="1313" h="846">
                  <a:moveTo>
                    <a:pt x="1145" y="59"/>
                  </a:moveTo>
                  <a:lnTo>
                    <a:pt x="1145" y="59"/>
                  </a:lnTo>
                  <a:lnTo>
                    <a:pt x="1145" y="59"/>
                  </a:lnTo>
                  <a:lnTo>
                    <a:pt x="1145" y="62"/>
                  </a:lnTo>
                  <a:lnTo>
                    <a:pt x="1145" y="62"/>
                  </a:lnTo>
                  <a:lnTo>
                    <a:pt x="1145" y="64"/>
                  </a:lnTo>
                  <a:lnTo>
                    <a:pt x="1148" y="64"/>
                  </a:lnTo>
                  <a:lnTo>
                    <a:pt x="1148" y="64"/>
                  </a:lnTo>
                  <a:lnTo>
                    <a:pt x="1148" y="64"/>
                  </a:lnTo>
                  <a:lnTo>
                    <a:pt x="1148" y="64"/>
                  </a:lnTo>
                  <a:lnTo>
                    <a:pt x="1148" y="67"/>
                  </a:lnTo>
                  <a:lnTo>
                    <a:pt x="1150" y="67"/>
                  </a:lnTo>
                  <a:lnTo>
                    <a:pt x="1150" y="67"/>
                  </a:lnTo>
                  <a:lnTo>
                    <a:pt x="1150" y="67"/>
                  </a:lnTo>
                  <a:lnTo>
                    <a:pt x="1150" y="67"/>
                  </a:lnTo>
                  <a:lnTo>
                    <a:pt x="1150" y="69"/>
                  </a:lnTo>
                  <a:lnTo>
                    <a:pt x="1150" y="69"/>
                  </a:lnTo>
                  <a:lnTo>
                    <a:pt x="1152" y="69"/>
                  </a:lnTo>
                  <a:lnTo>
                    <a:pt x="1152" y="69"/>
                  </a:lnTo>
                  <a:lnTo>
                    <a:pt x="1152" y="69"/>
                  </a:lnTo>
                  <a:lnTo>
                    <a:pt x="1152" y="71"/>
                  </a:lnTo>
                  <a:lnTo>
                    <a:pt x="1155" y="71"/>
                  </a:lnTo>
                  <a:lnTo>
                    <a:pt x="1155" y="71"/>
                  </a:lnTo>
                  <a:lnTo>
                    <a:pt x="1155" y="74"/>
                  </a:lnTo>
                  <a:lnTo>
                    <a:pt x="1155" y="74"/>
                  </a:lnTo>
                  <a:lnTo>
                    <a:pt x="1155" y="74"/>
                  </a:lnTo>
                  <a:lnTo>
                    <a:pt x="1155" y="76"/>
                  </a:lnTo>
                  <a:lnTo>
                    <a:pt x="1155" y="76"/>
                  </a:lnTo>
                  <a:lnTo>
                    <a:pt x="1155" y="76"/>
                  </a:lnTo>
                  <a:lnTo>
                    <a:pt x="1155" y="76"/>
                  </a:lnTo>
                  <a:lnTo>
                    <a:pt x="1155" y="78"/>
                  </a:lnTo>
                  <a:lnTo>
                    <a:pt x="1155" y="78"/>
                  </a:lnTo>
                  <a:lnTo>
                    <a:pt x="1155" y="78"/>
                  </a:lnTo>
                  <a:lnTo>
                    <a:pt x="1155" y="78"/>
                  </a:lnTo>
                  <a:lnTo>
                    <a:pt x="1155" y="78"/>
                  </a:lnTo>
                  <a:lnTo>
                    <a:pt x="1155" y="78"/>
                  </a:lnTo>
                  <a:lnTo>
                    <a:pt x="1155" y="81"/>
                  </a:lnTo>
                  <a:lnTo>
                    <a:pt x="1155" y="81"/>
                  </a:lnTo>
                  <a:lnTo>
                    <a:pt x="1155" y="81"/>
                  </a:lnTo>
                  <a:lnTo>
                    <a:pt x="1155" y="83"/>
                  </a:lnTo>
                  <a:lnTo>
                    <a:pt x="1155" y="83"/>
                  </a:lnTo>
                  <a:lnTo>
                    <a:pt x="1157" y="83"/>
                  </a:lnTo>
                  <a:lnTo>
                    <a:pt x="1157" y="83"/>
                  </a:lnTo>
                  <a:lnTo>
                    <a:pt x="1157" y="83"/>
                  </a:lnTo>
                  <a:lnTo>
                    <a:pt x="1157" y="83"/>
                  </a:lnTo>
                  <a:lnTo>
                    <a:pt x="1159" y="83"/>
                  </a:lnTo>
                  <a:lnTo>
                    <a:pt x="1159" y="83"/>
                  </a:lnTo>
                  <a:lnTo>
                    <a:pt x="1159" y="86"/>
                  </a:lnTo>
                  <a:lnTo>
                    <a:pt x="1159" y="86"/>
                  </a:lnTo>
                  <a:lnTo>
                    <a:pt x="1159" y="88"/>
                  </a:lnTo>
                  <a:lnTo>
                    <a:pt x="1159" y="88"/>
                  </a:lnTo>
                  <a:lnTo>
                    <a:pt x="1159" y="88"/>
                  </a:lnTo>
                  <a:lnTo>
                    <a:pt x="1157" y="88"/>
                  </a:lnTo>
                  <a:lnTo>
                    <a:pt x="1157" y="88"/>
                  </a:lnTo>
                  <a:lnTo>
                    <a:pt x="1157" y="90"/>
                  </a:lnTo>
                  <a:lnTo>
                    <a:pt x="1157" y="90"/>
                  </a:lnTo>
                  <a:lnTo>
                    <a:pt x="1159" y="90"/>
                  </a:lnTo>
                  <a:lnTo>
                    <a:pt x="1159" y="93"/>
                  </a:lnTo>
                  <a:lnTo>
                    <a:pt x="1159" y="93"/>
                  </a:lnTo>
                  <a:lnTo>
                    <a:pt x="1159" y="95"/>
                  </a:lnTo>
                  <a:lnTo>
                    <a:pt x="1159" y="95"/>
                  </a:lnTo>
                  <a:lnTo>
                    <a:pt x="1159" y="95"/>
                  </a:lnTo>
                  <a:lnTo>
                    <a:pt x="1162" y="95"/>
                  </a:lnTo>
                  <a:lnTo>
                    <a:pt x="1162" y="95"/>
                  </a:lnTo>
                  <a:lnTo>
                    <a:pt x="1162" y="97"/>
                  </a:lnTo>
                  <a:lnTo>
                    <a:pt x="1162" y="97"/>
                  </a:lnTo>
                  <a:lnTo>
                    <a:pt x="1162" y="97"/>
                  </a:lnTo>
                  <a:lnTo>
                    <a:pt x="1162" y="97"/>
                  </a:lnTo>
                  <a:lnTo>
                    <a:pt x="1164" y="97"/>
                  </a:lnTo>
                  <a:lnTo>
                    <a:pt x="1164" y="100"/>
                  </a:lnTo>
                  <a:lnTo>
                    <a:pt x="1164" y="100"/>
                  </a:lnTo>
                  <a:lnTo>
                    <a:pt x="1164" y="100"/>
                  </a:lnTo>
                  <a:lnTo>
                    <a:pt x="1164" y="100"/>
                  </a:lnTo>
                  <a:lnTo>
                    <a:pt x="1167" y="100"/>
                  </a:lnTo>
                  <a:lnTo>
                    <a:pt x="1167" y="100"/>
                  </a:lnTo>
                  <a:lnTo>
                    <a:pt x="1169" y="100"/>
                  </a:lnTo>
                  <a:lnTo>
                    <a:pt x="1169" y="100"/>
                  </a:lnTo>
                  <a:lnTo>
                    <a:pt x="1169" y="100"/>
                  </a:lnTo>
                  <a:lnTo>
                    <a:pt x="1169" y="102"/>
                  </a:lnTo>
                  <a:lnTo>
                    <a:pt x="1171" y="102"/>
                  </a:lnTo>
                  <a:lnTo>
                    <a:pt x="1171" y="102"/>
                  </a:lnTo>
                  <a:lnTo>
                    <a:pt x="1171" y="102"/>
                  </a:lnTo>
                  <a:lnTo>
                    <a:pt x="1174" y="102"/>
                  </a:lnTo>
                  <a:lnTo>
                    <a:pt x="1174" y="102"/>
                  </a:lnTo>
                  <a:lnTo>
                    <a:pt x="1174" y="102"/>
                  </a:lnTo>
                  <a:lnTo>
                    <a:pt x="1176" y="102"/>
                  </a:lnTo>
                  <a:lnTo>
                    <a:pt x="1176" y="102"/>
                  </a:lnTo>
                  <a:lnTo>
                    <a:pt x="1176" y="102"/>
                  </a:lnTo>
                  <a:lnTo>
                    <a:pt x="1176" y="100"/>
                  </a:lnTo>
                  <a:lnTo>
                    <a:pt x="1176" y="100"/>
                  </a:lnTo>
                  <a:lnTo>
                    <a:pt x="1178" y="100"/>
                  </a:lnTo>
                  <a:lnTo>
                    <a:pt x="1178" y="100"/>
                  </a:lnTo>
                  <a:lnTo>
                    <a:pt x="1181" y="100"/>
                  </a:lnTo>
                  <a:lnTo>
                    <a:pt x="1181" y="100"/>
                  </a:lnTo>
                  <a:lnTo>
                    <a:pt x="1181" y="100"/>
                  </a:lnTo>
                  <a:lnTo>
                    <a:pt x="1183" y="100"/>
                  </a:lnTo>
                  <a:lnTo>
                    <a:pt x="1183" y="100"/>
                  </a:lnTo>
                  <a:lnTo>
                    <a:pt x="1183" y="100"/>
                  </a:lnTo>
                  <a:lnTo>
                    <a:pt x="1186" y="100"/>
                  </a:lnTo>
                  <a:lnTo>
                    <a:pt x="1186" y="100"/>
                  </a:lnTo>
                  <a:lnTo>
                    <a:pt x="1186" y="102"/>
                  </a:lnTo>
                  <a:lnTo>
                    <a:pt x="1186" y="102"/>
                  </a:lnTo>
                  <a:lnTo>
                    <a:pt x="1186" y="102"/>
                  </a:lnTo>
                  <a:lnTo>
                    <a:pt x="1186" y="105"/>
                  </a:lnTo>
                  <a:lnTo>
                    <a:pt x="1186" y="105"/>
                  </a:lnTo>
                  <a:lnTo>
                    <a:pt x="1188" y="105"/>
                  </a:lnTo>
                  <a:lnTo>
                    <a:pt x="1188" y="102"/>
                  </a:lnTo>
                  <a:lnTo>
                    <a:pt x="1188" y="102"/>
                  </a:lnTo>
                  <a:lnTo>
                    <a:pt x="1188" y="105"/>
                  </a:lnTo>
                  <a:lnTo>
                    <a:pt x="1188" y="105"/>
                  </a:lnTo>
                  <a:lnTo>
                    <a:pt x="1190" y="105"/>
                  </a:lnTo>
                  <a:lnTo>
                    <a:pt x="1190" y="105"/>
                  </a:lnTo>
                  <a:lnTo>
                    <a:pt x="1190" y="105"/>
                  </a:lnTo>
                  <a:lnTo>
                    <a:pt x="1190" y="105"/>
                  </a:lnTo>
                  <a:lnTo>
                    <a:pt x="1190" y="107"/>
                  </a:lnTo>
                  <a:lnTo>
                    <a:pt x="1193" y="107"/>
                  </a:lnTo>
                  <a:lnTo>
                    <a:pt x="1193" y="107"/>
                  </a:lnTo>
                  <a:lnTo>
                    <a:pt x="1193" y="107"/>
                  </a:lnTo>
                  <a:lnTo>
                    <a:pt x="1193" y="107"/>
                  </a:lnTo>
                  <a:lnTo>
                    <a:pt x="1195" y="107"/>
                  </a:lnTo>
                  <a:lnTo>
                    <a:pt x="1195" y="107"/>
                  </a:lnTo>
                  <a:lnTo>
                    <a:pt x="1195" y="105"/>
                  </a:lnTo>
                  <a:lnTo>
                    <a:pt x="1195" y="105"/>
                  </a:lnTo>
                  <a:lnTo>
                    <a:pt x="1195" y="107"/>
                  </a:lnTo>
                  <a:lnTo>
                    <a:pt x="1197" y="107"/>
                  </a:lnTo>
                  <a:lnTo>
                    <a:pt x="1197" y="107"/>
                  </a:lnTo>
                  <a:lnTo>
                    <a:pt x="1197" y="107"/>
                  </a:lnTo>
                  <a:lnTo>
                    <a:pt x="1197" y="105"/>
                  </a:lnTo>
                  <a:lnTo>
                    <a:pt x="1200" y="105"/>
                  </a:lnTo>
                  <a:lnTo>
                    <a:pt x="1200" y="105"/>
                  </a:lnTo>
                  <a:lnTo>
                    <a:pt x="1202" y="105"/>
                  </a:lnTo>
                  <a:lnTo>
                    <a:pt x="1202" y="105"/>
                  </a:lnTo>
                  <a:lnTo>
                    <a:pt x="1202" y="107"/>
                  </a:lnTo>
                  <a:lnTo>
                    <a:pt x="1202" y="107"/>
                  </a:lnTo>
                  <a:lnTo>
                    <a:pt x="1202" y="109"/>
                  </a:lnTo>
                  <a:lnTo>
                    <a:pt x="1202" y="109"/>
                  </a:lnTo>
                  <a:lnTo>
                    <a:pt x="1204" y="109"/>
                  </a:lnTo>
                  <a:lnTo>
                    <a:pt x="1204" y="109"/>
                  </a:lnTo>
                  <a:lnTo>
                    <a:pt x="1204" y="109"/>
                  </a:lnTo>
                  <a:lnTo>
                    <a:pt x="1204" y="109"/>
                  </a:lnTo>
                  <a:lnTo>
                    <a:pt x="1207" y="109"/>
                  </a:lnTo>
                  <a:lnTo>
                    <a:pt x="1207" y="109"/>
                  </a:lnTo>
                  <a:lnTo>
                    <a:pt x="1207" y="112"/>
                  </a:lnTo>
                  <a:lnTo>
                    <a:pt x="1207" y="112"/>
                  </a:lnTo>
                  <a:lnTo>
                    <a:pt x="1209" y="112"/>
                  </a:lnTo>
                  <a:lnTo>
                    <a:pt x="1209" y="112"/>
                  </a:lnTo>
                  <a:lnTo>
                    <a:pt x="1209" y="112"/>
                  </a:lnTo>
                  <a:lnTo>
                    <a:pt x="1209" y="114"/>
                  </a:lnTo>
                  <a:lnTo>
                    <a:pt x="1209" y="114"/>
                  </a:lnTo>
                  <a:lnTo>
                    <a:pt x="1209" y="114"/>
                  </a:lnTo>
                  <a:lnTo>
                    <a:pt x="1212" y="114"/>
                  </a:lnTo>
                  <a:lnTo>
                    <a:pt x="1212" y="116"/>
                  </a:lnTo>
                  <a:lnTo>
                    <a:pt x="1212" y="116"/>
                  </a:lnTo>
                  <a:lnTo>
                    <a:pt x="1214" y="116"/>
                  </a:lnTo>
                  <a:lnTo>
                    <a:pt x="1214" y="116"/>
                  </a:lnTo>
                  <a:lnTo>
                    <a:pt x="1214" y="116"/>
                  </a:lnTo>
                  <a:lnTo>
                    <a:pt x="1214" y="116"/>
                  </a:lnTo>
                  <a:lnTo>
                    <a:pt x="1214" y="119"/>
                  </a:lnTo>
                  <a:lnTo>
                    <a:pt x="1216" y="119"/>
                  </a:lnTo>
                  <a:lnTo>
                    <a:pt x="1216" y="119"/>
                  </a:lnTo>
                  <a:lnTo>
                    <a:pt x="1216" y="119"/>
                  </a:lnTo>
                  <a:lnTo>
                    <a:pt x="1216" y="119"/>
                  </a:lnTo>
                  <a:lnTo>
                    <a:pt x="1219" y="119"/>
                  </a:lnTo>
                  <a:lnTo>
                    <a:pt x="1219" y="119"/>
                  </a:lnTo>
                  <a:lnTo>
                    <a:pt x="1221" y="119"/>
                  </a:lnTo>
                  <a:lnTo>
                    <a:pt x="1221" y="119"/>
                  </a:lnTo>
                  <a:lnTo>
                    <a:pt x="1221" y="119"/>
                  </a:lnTo>
                  <a:lnTo>
                    <a:pt x="1221" y="119"/>
                  </a:lnTo>
                  <a:lnTo>
                    <a:pt x="1221" y="119"/>
                  </a:lnTo>
                  <a:lnTo>
                    <a:pt x="1223" y="119"/>
                  </a:lnTo>
                  <a:lnTo>
                    <a:pt x="1223" y="119"/>
                  </a:lnTo>
                  <a:lnTo>
                    <a:pt x="1223" y="119"/>
                  </a:lnTo>
                  <a:lnTo>
                    <a:pt x="1223" y="119"/>
                  </a:lnTo>
                  <a:lnTo>
                    <a:pt x="1223" y="119"/>
                  </a:lnTo>
                  <a:lnTo>
                    <a:pt x="1226" y="119"/>
                  </a:lnTo>
                  <a:lnTo>
                    <a:pt x="1226" y="119"/>
                  </a:lnTo>
                  <a:lnTo>
                    <a:pt x="1226" y="119"/>
                  </a:lnTo>
                  <a:lnTo>
                    <a:pt x="1226" y="119"/>
                  </a:lnTo>
                  <a:lnTo>
                    <a:pt x="1226" y="121"/>
                  </a:lnTo>
                  <a:lnTo>
                    <a:pt x="1226" y="121"/>
                  </a:lnTo>
                  <a:lnTo>
                    <a:pt x="1223" y="121"/>
                  </a:lnTo>
                  <a:lnTo>
                    <a:pt x="1223" y="123"/>
                  </a:lnTo>
                  <a:lnTo>
                    <a:pt x="1223" y="123"/>
                  </a:lnTo>
                  <a:lnTo>
                    <a:pt x="1223" y="123"/>
                  </a:lnTo>
                  <a:lnTo>
                    <a:pt x="1223" y="126"/>
                  </a:lnTo>
                  <a:lnTo>
                    <a:pt x="1223" y="126"/>
                  </a:lnTo>
                  <a:lnTo>
                    <a:pt x="1223" y="126"/>
                  </a:lnTo>
                  <a:lnTo>
                    <a:pt x="1223" y="128"/>
                  </a:lnTo>
                  <a:lnTo>
                    <a:pt x="1223" y="128"/>
                  </a:lnTo>
                  <a:lnTo>
                    <a:pt x="1226" y="128"/>
                  </a:lnTo>
                  <a:lnTo>
                    <a:pt x="1226" y="128"/>
                  </a:lnTo>
                  <a:lnTo>
                    <a:pt x="1228" y="128"/>
                  </a:lnTo>
                  <a:lnTo>
                    <a:pt x="1228" y="128"/>
                  </a:lnTo>
                  <a:lnTo>
                    <a:pt x="1228" y="128"/>
                  </a:lnTo>
                  <a:lnTo>
                    <a:pt x="1228" y="131"/>
                  </a:lnTo>
                  <a:lnTo>
                    <a:pt x="1228" y="131"/>
                  </a:lnTo>
                  <a:lnTo>
                    <a:pt x="1228" y="131"/>
                  </a:lnTo>
                  <a:lnTo>
                    <a:pt x="1228" y="133"/>
                  </a:lnTo>
                  <a:lnTo>
                    <a:pt x="1231" y="133"/>
                  </a:lnTo>
                  <a:lnTo>
                    <a:pt x="1231" y="133"/>
                  </a:lnTo>
                  <a:lnTo>
                    <a:pt x="1228" y="133"/>
                  </a:lnTo>
                  <a:lnTo>
                    <a:pt x="1228" y="135"/>
                  </a:lnTo>
                  <a:lnTo>
                    <a:pt x="1228" y="135"/>
                  </a:lnTo>
                  <a:lnTo>
                    <a:pt x="1228" y="135"/>
                  </a:lnTo>
                  <a:lnTo>
                    <a:pt x="1228" y="138"/>
                  </a:lnTo>
                  <a:lnTo>
                    <a:pt x="1228" y="138"/>
                  </a:lnTo>
                  <a:lnTo>
                    <a:pt x="1228" y="138"/>
                  </a:lnTo>
                  <a:lnTo>
                    <a:pt x="1226" y="138"/>
                  </a:lnTo>
                  <a:lnTo>
                    <a:pt x="1226" y="138"/>
                  </a:lnTo>
                  <a:lnTo>
                    <a:pt x="1226" y="140"/>
                  </a:lnTo>
                  <a:lnTo>
                    <a:pt x="1228" y="140"/>
                  </a:lnTo>
                  <a:lnTo>
                    <a:pt x="1228" y="140"/>
                  </a:lnTo>
                  <a:lnTo>
                    <a:pt x="1228" y="140"/>
                  </a:lnTo>
                  <a:lnTo>
                    <a:pt x="1228" y="140"/>
                  </a:lnTo>
                  <a:lnTo>
                    <a:pt x="1228" y="142"/>
                  </a:lnTo>
                  <a:lnTo>
                    <a:pt x="1231" y="142"/>
                  </a:lnTo>
                  <a:lnTo>
                    <a:pt x="1231" y="142"/>
                  </a:lnTo>
                  <a:lnTo>
                    <a:pt x="1231" y="142"/>
                  </a:lnTo>
                  <a:lnTo>
                    <a:pt x="1231" y="145"/>
                  </a:lnTo>
                  <a:lnTo>
                    <a:pt x="1231" y="145"/>
                  </a:lnTo>
                  <a:lnTo>
                    <a:pt x="1231" y="145"/>
                  </a:lnTo>
                  <a:lnTo>
                    <a:pt x="1233" y="145"/>
                  </a:lnTo>
                  <a:lnTo>
                    <a:pt x="1233" y="147"/>
                  </a:lnTo>
                  <a:lnTo>
                    <a:pt x="1233" y="147"/>
                  </a:lnTo>
                  <a:lnTo>
                    <a:pt x="1233" y="147"/>
                  </a:lnTo>
                  <a:lnTo>
                    <a:pt x="1233" y="147"/>
                  </a:lnTo>
                  <a:lnTo>
                    <a:pt x="1233" y="150"/>
                  </a:lnTo>
                  <a:lnTo>
                    <a:pt x="1235" y="150"/>
                  </a:lnTo>
                  <a:lnTo>
                    <a:pt x="1235" y="150"/>
                  </a:lnTo>
                  <a:lnTo>
                    <a:pt x="1235" y="150"/>
                  </a:lnTo>
                  <a:lnTo>
                    <a:pt x="1235" y="147"/>
                  </a:lnTo>
                  <a:lnTo>
                    <a:pt x="1238" y="147"/>
                  </a:lnTo>
                  <a:lnTo>
                    <a:pt x="1238" y="147"/>
                  </a:lnTo>
                  <a:lnTo>
                    <a:pt x="1238" y="147"/>
                  </a:lnTo>
                  <a:lnTo>
                    <a:pt x="1238" y="147"/>
                  </a:lnTo>
                  <a:lnTo>
                    <a:pt x="1240" y="147"/>
                  </a:lnTo>
                  <a:lnTo>
                    <a:pt x="1240" y="147"/>
                  </a:lnTo>
                  <a:lnTo>
                    <a:pt x="1240" y="147"/>
                  </a:lnTo>
                  <a:lnTo>
                    <a:pt x="1242" y="147"/>
                  </a:lnTo>
                  <a:lnTo>
                    <a:pt x="1242" y="147"/>
                  </a:lnTo>
                  <a:lnTo>
                    <a:pt x="1242" y="147"/>
                  </a:lnTo>
                  <a:lnTo>
                    <a:pt x="1242" y="147"/>
                  </a:lnTo>
                  <a:lnTo>
                    <a:pt x="1245" y="147"/>
                  </a:lnTo>
                  <a:lnTo>
                    <a:pt x="1245" y="147"/>
                  </a:lnTo>
                  <a:lnTo>
                    <a:pt x="1245" y="147"/>
                  </a:lnTo>
                  <a:lnTo>
                    <a:pt x="1245" y="150"/>
                  </a:lnTo>
                  <a:lnTo>
                    <a:pt x="1247" y="150"/>
                  </a:lnTo>
                  <a:lnTo>
                    <a:pt x="1247" y="150"/>
                  </a:lnTo>
                  <a:lnTo>
                    <a:pt x="1247" y="150"/>
                  </a:lnTo>
                  <a:lnTo>
                    <a:pt x="1247" y="147"/>
                  </a:lnTo>
                  <a:lnTo>
                    <a:pt x="1249" y="147"/>
                  </a:lnTo>
                  <a:lnTo>
                    <a:pt x="1249" y="147"/>
                  </a:lnTo>
                  <a:lnTo>
                    <a:pt x="1249" y="150"/>
                  </a:lnTo>
                  <a:lnTo>
                    <a:pt x="1249" y="150"/>
                  </a:lnTo>
                  <a:lnTo>
                    <a:pt x="1252" y="150"/>
                  </a:lnTo>
                  <a:lnTo>
                    <a:pt x="1252" y="150"/>
                  </a:lnTo>
                  <a:lnTo>
                    <a:pt x="1254" y="150"/>
                  </a:lnTo>
                  <a:lnTo>
                    <a:pt x="1254" y="150"/>
                  </a:lnTo>
                  <a:lnTo>
                    <a:pt x="1254" y="150"/>
                  </a:lnTo>
                  <a:lnTo>
                    <a:pt x="1254" y="147"/>
                  </a:lnTo>
                  <a:lnTo>
                    <a:pt x="1257" y="147"/>
                  </a:lnTo>
                  <a:lnTo>
                    <a:pt x="1257" y="147"/>
                  </a:lnTo>
                  <a:lnTo>
                    <a:pt x="1257" y="147"/>
                  </a:lnTo>
                  <a:lnTo>
                    <a:pt x="1259" y="147"/>
                  </a:lnTo>
                  <a:lnTo>
                    <a:pt x="1259" y="147"/>
                  </a:lnTo>
                  <a:lnTo>
                    <a:pt x="1261" y="147"/>
                  </a:lnTo>
                  <a:lnTo>
                    <a:pt x="1261" y="147"/>
                  </a:lnTo>
                  <a:lnTo>
                    <a:pt x="1261" y="147"/>
                  </a:lnTo>
                  <a:lnTo>
                    <a:pt x="1261" y="147"/>
                  </a:lnTo>
                  <a:lnTo>
                    <a:pt x="1264" y="147"/>
                  </a:lnTo>
                  <a:lnTo>
                    <a:pt x="1264" y="147"/>
                  </a:lnTo>
                  <a:lnTo>
                    <a:pt x="1264" y="147"/>
                  </a:lnTo>
                  <a:lnTo>
                    <a:pt x="1264" y="147"/>
                  </a:lnTo>
                  <a:lnTo>
                    <a:pt x="1266" y="147"/>
                  </a:lnTo>
                  <a:lnTo>
                    <a:pt x="1266" y="147"/>
                  </a:lnTo>
                  <a:lnTo>
                    <a:pt x="1268" y="147"/>
                  </a:lnTo>
                  <a:lnTo>
                    <a:pt x="1268" y="147"/>
                  </a:lnTo>
                  <a:lnTo>
                    <a:pt x="1268" y="147"/>
                  </a:lnTo>
                  <a:lnTo>
                    <a:pt x="1268" y="147"/>
                  </a:lnTo>
                  <a:lnTo>
                    <a:pt x="1268" y="145"/>
                  </a:lnTo>
                  <a:lnTo>
                    <a:pt x="1268" y="145"/>
                  </a:lnTo>
                  <a:lnTo>
                    <a:pt x="1268" y="145"/>
                  </a:lnTo>
                  <a:lnTo>
                    <a:pt x="1268" y="142"/>
                  </a:lnTo>
                  <a:lnTo>
                    <a:pt x="1268" y="142"/>
                  </a:lnTo>
                  <a:lnTo>
                    <a:pt x="1271" y="142"/>
                  </a:lnTo>
                  <a:lnTo>
                    <a:pt x="1271" y="142"/>
                  </a:lnTo>
                  <a:lnTo>
                    <a:pt x="1271" y="142"/>
                  </a:lnTo>
                  <a:lnTo>
                    <a:pt x="1271" y="142"/>
                  </a:lnTo>
                  <a:lnTo>
                    <a:pt x="1273" y="142"/>
                  </a:lnTo>
                  <a:lnTo>
                    <a:pt x="1273" y="142"/>
                  </a:lnTo>
                  <a:lnTo>
                    <a:pt x="1273" y="140"/>
                  </a:lnTo>
                  <a:lnTo>
                    <a:pt x="1273" y="140"/>
                  </a:lnTo>
                  <a:lnTo>
                    <a:pt x="1275" y="140"/>
                  </a:lnTo>
                  <a:lnTo>
                    <a:pt x="1275" y="140"/>
                  </a:lnTo>
                  <a:lnTo>
                    <a:pt x="1275" y="140"/>
                  </a:lnTo>
                  <a:lnTo>
                    <a:pt x="1275" y="140"/>
                  </a:lnTo>
                  <a:lnTo>
                    <a:pt x="1278" y="140"/>
                  </a:lnTo>
                  <a:lnTo>
                    <a:pt x="1278" y="138"/>
                  </a:lnTo>
                  <a:lnTo>
                    <a:pt x="1278" y="138"/>
                  </a:lnTo>
                  <a:lnTo>
                    <a:pt x="1280" y="138"/>
                  </a:lnTo>
                  <a:lnTo>
                    <a:pt x="1280" y="138"/>
                  </a:lnTo>
                  <a:lnTo>
                    <a:pt x="1280" y="138"/>
                  </a:lnTo>
                  <a:lnTo>
                    <a:pt x="1283" y="138"/>
                  </a:lnTo>
                  <a:lnTo>
                    <a:pt x="1283" y="138"/>
                  </a:lnTo>
                  <a:lnTo>
                    <a:pt x="1283" y="138"/>
                  </a:lnTo>
                  <a:lnTo>
                    <a:pt x="1285" y="138"/>
                  </a:lnTo>
                  <a:lnTo>
                    <a:pt x="1285" y="138"/>
                  </a:lnTo>
                  <a:lnTo>
                    <a:pt x="1287" y="138"/>
                  </a:lnTo>
                  <a:lnTo>
                    <a:pt x="1287" y="138"/>
                  </a:lnTo>
                  <a:lnTo>
                    <a:pt x="1287" y="138"/>
                  </a:lnTo>
                  <a:lnTo>
                    <a:pt x="1287" y="138"/>
                  </a:lnTo>
                  <a:lnTo>
                    <a:pt x="1290" y="138"/>
                  </a:lnTo>
                  <a:lnTo>
                    <a:pt x="1290" y="138"/>
                  </a:lnTo>
                  <a:lnTo>
                    <a:pt x="1290" y="138"/>
                  </a:lnTo>
                  <a:lnTo>
                    <a:pt x="1290" y="138"/>
                  </a:lnTo>
                  <a:lnTo>
                    <a:pt x="1292" y="138"/>
                  </a:lnTo>
                  <a:lnTo>
                    <a:pt x="1292" y="138"/>
                  </a:lnTo>
                  <a:lnTo>
                    <a:pt x="1292" y="135"/>
                  </a:lnTo>
                  <a:lnTo>
                    <a:pt x="1294" y="135"/>
                  </a:lnTo>
                  <a:lnTo>
                    <a:pt x="1294" y="135"/>
                  </a:lnTo>
                  <a:lnTo>
                    <a:pt x="1294" y="138"/>
                  </a:lnTo>
                  <a:lnTo>
                    <a:pt x="1294" y="138"/>
                  </a:lnTo>
                  <a:lnTo>
                    <a:pt x="1294" y="135"/>
                  </a:lnTo>
                  <a:lnTo>
                    <a:pt x="1294" y="135"/>
                  </a:lnTo>
                  <a:lnTo>
                    <a:pt x="1297" y="135"/>
                  </a:lnTo>
                  <a:lnTo>
                    <a:pt x="1297" y="135"/>
                  </a:lnTo>
                  <a:lnTo>
                    <a:pt x="1297" y="133"/>
                  </a:lnTo>
                  <a:lnTo>
                    <a:pt x="1297" y="133"/>
                  </a:lnTo>
                  <a:lnTo>
                    <a:pt x="1297" y="133"/>
                  </a:lnTo>
                  <a:lnTo>
                    <a:pt x="1299" y="133"/>
                  </a:lnTo>
                  <a:lnTo>
                    <a:pt x="1299" y="133"/>
                  </a:lnTo>
                  <a:lnTo>
                    <a:pt x="1302" y="133"/>
                  </a:lnTo>
                  <a:lnTo>
                    <a:pt x="1302" y="133"/>
                  </a:lnTo>
                  <a:lnTo>
                    <a:pt x="1302" y="133"/>
                  </a:lnTo>
                  <a:lnTo>
                    <a:pt x="1302" y="131"/>
                  </a:lnTo>
                  <a:lnTo>
                    <a:pt x="1304" y="131"/>
                  </a:lnTo>
                  <a:lnTo>
                    <a:pt x="1304" y="131"/>
                  </a:lnTo>
                  <a:lnTo>
                    <a:pt x="1304" y="131"/>
                  </a:lnTo>
                  <a:lnTo>
                    <a:pt x="1306" y="131"/>
                  </a:lnTo>
                  <a:lnTo>
                    <a:pt x="1306" y="131"/>
                  </a:lnTo>
                  <a:lnTo>
                    <a:pt x="1309" y="131"/>
                  </a:lnTo>
                  <a:lnTo>
                    <a:pt x="1309" y="133"/>
                  </a:lnTo>
                  <a:lnTo>
                    <a:pt x="1309" y="133"/>
                  </a:lnTo>
                  <a:lnTo>
                    <a:pt x="1309" y="133"/>
                  </a:lnTo>
                  <a:lnTo>
                    <a:pt x="1309" y="131"/>
                  </a:lnTo>
                  <a:lnTo>
                    <a:pt x="1311" y="131"/>
                  </a:lnTo>
                  <a:lnTo>
                    <a:pt x="1311" y="133"/>
                  </a:lnTo>
                  <a:lnTo>
                    <a:pt x="1311" y="133"/>
                  </a:lnTo>
                  <a:lnTo>
                    <a:pt x="1311" y="133"/>
                  </a:lnTo>
                  <a:lnTo>
                    <a:pt x="1311" y="133"/>
                  </a:lnTo>
                  <a:lnTo>
                    <a:pt x="1313" y="133"/>
                  </a:lnTo>
                  <a:lnTo>
                    <a:pt x="1313" y="135"/>
                  </a:lnTo>
                  <a:lnTo>
                    <a:pt x="1311" y="135"/>
                  </a:lnTo>
                  <a:lnTo>
                    <a:pt x="1311" y="135"/>
                  </a:lnTo>
                  <a:lnTo>
                    <a:pt x="1311" y="138"/>
                  </a:lnTo>
                  <a:lnTo>
                    <a:pt x="1311" y="138"/>
                  </a:lnTo>
                  <a:lnTo>
                    <a:pt x="1311" y="138"/>
                  </a:lnTo>
                  <a:lnTo>
                    <a:pt x="1311" y="138"/>
                  </a:lnTo>
                  <a:lnTo>
                    <a:pt x="1311" y="138"/>
                  </a:lnTo>
                  <a:lnTo>
                    <a:pt x="1311" y="140"/>
                  </a:lnTo>
                  <a:lnTo>
                    <a:pt x="1309" y="140"/>
                  </a:lnTo>
                  <a:lnTo>
                    <a:pt x="1309" y="140"/>
                  </a:lnTo>
                  <a:lnTo>
                    <a:pt x="1309" y="142"/>
                  </a:lnTo>
                  <a:lnTo>
                    <a:pt x="1311" y="142"/>
                  </a:lnTo>
                  <a:lnTo>
                    <a:pt x="1311" y="142"/>
                  </a:lnTo>
                  <a:lnTo>
                    <a:pt x="1311" y="142"/>
                  </a:lnTo>
                  <a:lnTo>
                    <a:pt x="1311" y="145"/>
                  </a:lnTo>
                  <a:lnTo>
                    <a:pt x="1311" y="145"/>
                  </a:lnTo>
                  <a:lnTo>
                    <a:pt x="1311" y="145"/>
                  </a:lnTo>
                  <a:lnTo>
                    <a:pt x="1313" y="145"/>
                  </a:lnTo>
                  <a:lnTo>
                    <a:pt x="1313" y="147"/>
                  </a:lnTo>
                  <a:lnTo>
                    <a:pt x="1313" y="147"/>
                  </a:lnTo>
                  <a:lnTo>
                    <a:pt x="1313" y="147"/>
                  </a:lnTo>
                  <a:lnTo>
                    <a:pt x="1313" y="147"/>
                  </a:lnTo>
                  <a:lnTo>
                    <a:pt x="1313" y="150"/>
                  </a:lnTo>
                  <a:lnTo>
                    <a:pt x="1313" y="150"/>
                  </a:lnTo>
                  <a:lnTo>
                    <a:pt x="1313" y="150"/>
                  </a:lnTo>
                  <a:lnTo>
                    <a:pt x="1311" y="150"/>
                  </a:lnTo>
                  <a:lnTo>
                    <a:pt x="1311" y="152"/>
                  </a:lnTo>
                  <a:lnTo>
                    <a:pt x="1311" y="152"/>
                  </a:lnTo>
                  <a:lnTo>
                    <a:pt x="1311" y="152"/>
                  </a:lnTo>
                  <a:lnTo>
                    <a:pt x="1311" y="152"/>
                  </a:lnTo>
                  <a:lnTo>
                    <a:pt x="1311" y="154"/>
                  </a:lnTo>
                  <a:lnTo>
                    <a:pt x="1309" y="154"/>
                  </a:lnTo>
                  <a:lnTo>
                    <a:pt x="1309" y="154"/>
                  </a:lnTo>
                  <a:lnTo>
                    <a:pt x="1309" y="154"/>
                  </a:lnTo>
                  <a:lnTo>
                    <a:pt x="1309" y="154"/>
                  </a:lnTo>
                  <a:lnTo>
                    <a:pt x="1306" y="154"/>
                  </a:lnTo>
                  <a:lnTo>
                    <a:pt x="1306" y="157"/>
                  </a:lnTo>
                  <a:lnTo>
                    <a:pt x="1306" y="157"/>
                  </a:lnTo>
                  <a:lnTo>
                    <a:pt x="1306" y="154"/>
                  </a:lnTo>
                  <a:lnTo>
                    <a:pt x="1304" y="154"/>
                  </a:lnTo>
                  <a:lnTo>
                    <a:pt x="1304" y="157"/>
                  </a:lnTo>
                  <a:lnTo>
                    <a:pt x="1304" y="157"/>
                  </a:lnTo>
                  <a:lnTo>
                    <a:pt x="1304" y="157"/>
                  </a:lnTo>
                  <a:lnTo>
                    <a:pt x="1304" y="157"/>
                  </a:lnTo>
                  <a:lnTo>
                    <a:pt x="1304" y="157"/>
                  </a:lnTo>
                  <a:lnTo>
                    <a:pt x="1302" y="157"/>
                  </a:lnTo>
                  <a:lnTo>
                    <a:pt x="1302" y="157"/>
                  </a:lnTo>
                  <a:lnTo>
                    <a:pt x="1302" y="159"/>
                  </a:lnTo>
                  <a:lnTo>
                    <a:pt x="1302" y="159"/>
                  </a:lnTo>
                  <a:lnTo>
                    <a:pt x="1302" y="161"/>
                  </a:lnTo>
                  <a:lnTo>
                    <a:pt x="1302" y="161"/>
                  </a:lnTo>
                  <a:lnTo>
                    <a:pt x="1302" y="161"/>
                  </a:lnTo>
                  <a:lnTo>
                    <a:pt x="1302" y="164"/>
                  </a:lnTo>
                  <a:lnTo>
                    <a:pt x="1302" y="164"/>
                  </a:lnTo>
                  <a:lnTo>
                    <a:pt x="1302" y="164"/>
                  </a:lnTo>
                  <a:lnTo>
                    <a:pt x="1302" y="164"/>
                  </a:lnTo>
                  <a:lnTo>
                    <a:pt x="1302" y="166"/>
                  </a:lnTo>
                  <a:lnTo>
                    <a:pt x="1302" y="166"/>
                  </a:lnTo>
                  <a:lnTo>
                    <a:pt x="1299" y="166"/>
                  </a:lnTo>
                  <a:lnTo>
                    <a:pt x="1299" y="168"/>
                  </a:lnTo>
                  <a:lnTo>
                    <a:pt x="1299" y="168"/>
                  </a:lnTo>
                  <a:lnTo>
                    <a:pt x="1299" y="168"/>
                  </a:lnTo>
                  <a:lnTo>
                    <a:pt x="1299" y="168"/>
                  </a:lnTo>
                  <a:lnTo>
                    <a:pt x="1299" y="171"/>
                  </a:lnTo>
                  <a:lnTo>
                    <a:pt x="1299" y="171"/>
                  </a:lnTo>
                  <a:lnTo>
                    <a:pt x="1299" y="173"/>
                  </a:lnTo>
                  <a:lnTo>
                    <a:pt x="1299" y="173"/>
                  </a:lnTo>
                  <a:lnTo>
                    <a:pt x="1299" y="176"/>
                  </a:lnTo>
                  <a:lnTo>
                    <a:pt x="1297" y="176"/>
                  </a:lnTo>
                  <a:lnTo>
                    <a:pt x="1297" y="176"/>
                  </a:lnTo>
                  <a:lnTo>
                    <a:pt x="1297" y="176"/>
                  </a:lnTo>
                  <a:lnTo>
                    <a:pt x="1297" y="178"/>
                  </a:lnTo>
                  <a:lnTo>
                    <a:pt x="1297" y="178"/>
                  </a:lnTo>
                  <a:lnTo>
                    <a:pt x="1297" y="178"/>
                  </a:lnTo>
                  <a:lnTo>
                    <a:pt x="1294" y="178"/>
                  </a:lnTo>
                  <a:lnTo>
                    <a:pt x="1294" y="178"/>
                  </a:lnTo>
                  <a:lnTo>
                    <a:pt x="1294" y="180"/>
                  </a:lnTo>
                  <a:lnTo>
                    <a:pt x="1297" y="180"/>
                  </a:lnTo>
                  <a:lnTo>
                    <a:pt x="1297" y="180"/>
                  </a:lnTo>
                  <a:lnTo>
                    <a:pt x="1297" y="180"/>
                  </a:lnTo>
                  <a:lnTo>
                    <a:pt x="1297" y="183"/>
                  </a:lnTo>
                  <a:lnTo>
                    <a:pt x="1297" y="183"/>
                  </a:lnTo>
                  <a:lnTo>
                    <a:pt x="1294" y="183"/>
                  </a:lnTo>
                  <a:lnTo>
                    <a:pt x="1294" y="183"/>
                  </a:lnTo>
                  <a:lnTo>
                    <a:pt x="1297" y="183"/>
                  </a:lnTo>
                  <a:lnTo>
                    <a:pt x="1297" y="185"/>
                  </a:lnTo>
                  <a:lnTo>
                    <a:pt x="1297" y="185"/>
                  </a:lnTo>
                  <a:lnTo>
                    <a:pt x="1294" y="185"/>
                  </a:lnTo>
                  <a:lnTo>
                    <a:pt x="1294" y="187"/>
                  </a:lnTo>
                  <a:lnTo>
                    <a:pt x="1294" y="187"/>
                  </a:lnTo>
                  <a:lnTo>
                    <a:pt x="1294" y="187"/>
                  </a:lnTo>
                  <a:lnTo>
                    <a:pt x="1294" y="187"/>
                  </a:lnTo>
                  <a:lnTo>
                    <a:pt x="1292" y="187"/>
                  </a:lnTo>
                  <a:lnTo>
                    <a:pt x="1292" y="187"/>
                  </a:lnTo>
                  <a:lnTo>
                    <a:pt x="1292" y="187"/>
                  </a:lnTo>
                  <a:lnTo>
                    <a:pt x="1292" y="190"/>
                  </a:lnTo>
                  <a:lnTo>
                    <a:pt x="1292" y="190"/>
                  </a:lnTo>
                  <a:lnTo>
                    <a:pt x="1292" y="190"/>
                  </a:lnTo>
                  <a:lnTo>
                    <a:pt x="1292" y="190"/>
                  </a:lnTo>
                  <a:lnTo>
                    <a:pt x="1292" y="192"/>
                  </a:lnTo>
                  <a:lnTo>
                    <a:pt x="1290" y="192"/>
                  </a:lnTo>
                  <a:lnTo>
                    <a:pt x="1290" y="192"/>
                  </a:lnTo>
                  <a:lnTo>
                    <a:pt x="1290" y="192"/>
                  </a:lnTo>
                  <a:lnTo>
                    <a:pt x="1290" y="195"/>
                  </a:lnTo>
                  <a:lnTo>
                    <a:pt x="1290" y="195"/>
                  </a:lnTo>
                  <a:lnTo>
                    <a:pt x="1290" y="195"/>
                  </a:lnTo>
                  <a:lnTo>
                    <a:pt x="1287" y="195"/>
                  </a:lnTo>
                  <a:lnTo>
                    <a:pt x="1287" y="195"/>
                  </a:lnTo>
                  <a:lnTo>
                    <a:pt x="1287" y="197"/>
                  </a:lnTo>
                  <a:lnTo>
                    <a:pt x="1287" y="197"/>
                  </a:lnTo>
                  <a:lnTo>
                    <a:pt x="1287" y="197"/>
                  </a:lnTo>
                  <a:lnTo>
                    <a:pt x="1287" y="197"/>
                  </a:lnTo>
                  <a:lnTo>
                    <a:pt x="1287" y="199"/>
                  </a:lnTo>
                  <a:lnTo>
                    <a:pt x="1287" y="199"/>
                  </a:lnTo>
                  <a:lnTo>
                    <a:pt x="1287" y="202"/>
                  </a:lnTo>
                  <a:lnTo>
                    <a:pt x="1285" y="202"/>
                  </a:lnTo>
                  <a:lnTo>
                    <a:pt x="1285" y="202"/>
                  </a:lnTo>
                  <a:lnTo>
                    <a:pt x="1285" y="202"/>
                  </a:lnTo>
                  <a:lnTo>
                    <a:pt x="1285" y="204"/>
                  </a:lnTo>
                  <a:lnTo>
                    <a:pt x="1283" y="204"/>
                  </a:lnTo>
                  <a:lnTo>
                    <a:pt x="1283" y="204"/>
                  </a:lnTo>
                  <a:lnTo>
                    <a:pt x="1283" y="204"/>
                  </a:lnTo>
                  <a:lnTo>
                    <a:pt x="1283" y="204"/>
                  </a:lnTo>
                  <a:lnTo>
                    <a:pt x="1280" y="204"/>
                  </a:lnTo>
                  <a:lnTo>
                    <a:pt x="1280" y="204"/>
                  </a:lnTo>
                  <a:lnTo>
                    <a:pt x="1280" y="206"/>
                  </a:lnTo>
                  <a:lnTo>
                    <a:pt x="1280" y="206"/>
                  </a:lnTo>
                  <a:lnTo>
                    <a:pt x="1280" y="206"/>
                  </a:lnTo>
                  <a:lnTo>
                    <a:pt x="1280" y="206"/>
                  </a:lnTo>
                  <a:lnTo>
                    <a:pt x="1280" y="209"/>
                  </a:lnTo>
                  <a:lnTo>
                    <a:pt x="1280" y="209"/>
                  </a:lnTo>
                  <a:lnTo>
                    <a:pt x="1278" y="209"/>
                  </a:lnTo>
                  <a:lnTo>
                    <a:pt x="1278" y="211"/>
                  </a:lnTo>
                  <a:lnTo>
                    <a:pt x="1278" y="211"/>
                  </a:lnTo>
                  <a:lnTo>
                    <a:pt x="1280" y="211"/>
                  </a:lnTo>
                  <a:lnTo>
                    <a:pt x="1280" y="214"/>
                  </a:lnTo>
                  <a:lnTo>
                    <a:pt x="1280" y="214"/>
                  </a:lnTo>
                  <a:lnTo>
                    <a:pt x="1278" y="214"/>
                  </a:lnTo>
                  <a:lnTo>
                    <a:pt x="1278" y="216"/>
                  </a:lnTo>
                  <a:lnTo>
                    <a:pt x="1278" y="216"/>
                  </a:lnTo>
                  <a:lnTo>
                    <a:pt x="1278" y="216"/>
                  </a:lnTo>
                  <a:lnTo>
                    <a:pt x="1275" y="216"/>
                  </a:lnTo>
                  <a:lnTo>
                    <a:pt x="1275" y="216"/>
                  </a:lnTo>
                  <a:lnTo>
                    <a:pt x="1275" y="216"/>
                  </a:lnTo>
                  <a:lnTo>
                    <a:pt x="1273" y="216"/>
                  </a:lnTo>
                  <a:lnTo>
                    <a:pt x="1273" y="216"/>
                  </a:lnTo>
                  <a:lnTo>
                    <a:pt x="1273" y="216"/>
                  </a:lnTo>
                  <a:lnTo>
                    <a:pt x="1273" y="214"/>
                  </a:lnTo>
                  <a:lnTo>
                    <a:pt x="1271" y="214"/>
                  </a:lnTo>
                  <a:lnTo>
                    <a:pt x="1271" y="214"/>
                  </a:lnTo>
                  <a:lnTo>
                    <a:pt x="1271" y="214"/>
                  </a:lnTo>
                  <a:lnTo>
                    <a:pt x="1271" y="211"/>
                  </a:lnTo>
                  <a:lnTo>
                    <a:pt x="1271" y="211"/>
                  </a:lnTo>
                  <a:lnTo>
                    <a:pt x="1271" y="211"/>
                  </a:lnTo>
                  <a:lnTo>
                    <a:pt x="1268" y="211"/>
                  </a:lnTo>
                  <a:lnTo>
                    <a:pt x="1268" y="211"/>
                  </a:lnTo>
                  <a:lnTo>
                    <a:pt x="1268" y="209"/>
                  </a:lnTo>
                  <a:lnTo>
                    <a:pt x="1268" y="209"/>
                  </a:lnTo>
                  <a:lnTo>
                    <a:pt x="1266" y="209"/>
                  </a:lnTo>
                  <a:lnTo>
                    <a:pt x="1266" y="209"/>
                  </a:lnTo>
                  <a:lnTo>
                    <a:pt x="1264" y="209"/>
                  </a:lnTo>
                  <a:lnTo>
                    <a:pt x="1264" y="209"/>
                  </a:lnTo>
                  <a:lnTo>
                    <a:pt x="1264" y="209"/>
                  </a:lnTo>
                  <a:lnTo>
                    <a:pt x="1264" y="209"/>
                  </a:lnTo>
                  <a:lnTo>
                    <a:pt x="1261" y="209"/>
                  </a:lnTo>
                  <a:lnTo>
                    <a:pt x="1261" y="209"/>
                  </a:lnTo>
                  <a:lnTo>
                    <a:pt x="1261" y="209"/>
                  </a:lnTo>
                  <a:lnTo>
                    <a:pt x="1259" y="209"/>
                  </a:lnTo>
                  <a:lnTo>
                    <a:pt x="1259" y="209"/>
                  </a:lnTo>
                  <a:lnTo>
                    <a:pt x="1259" y="209"/>
                  </a:lnTo>
                  <a:lnTo>
                    <a:pt x="1257" y="209"/>
                  </a:lnTo>
                  <a:lnTo>
                    <a:pt x="1257" y="209"/>
                  </a:lnTo>
                  <a:lnTo>
                    <a:pt x="1257" y="211"/>
                  </a:lnTo>
                  <a:lnTo>
                    <a:pt x="1257" y="211"/>
                  </a:lnTo>
                  <a:lnTo>
                    <a:pt x="1257" y="211"/>
                  </a:lnTo>
                  <a:lnTo>
                    <a:pt x="1254" y="211"/>
                  </a:lnTo>
                  <a:lnTo>
                    <a:pt x="1254" y="211"/>
                  </a:lnTo>
                  <a:lnTo>
                    <a:pt x="1254" y="211"/>
                  </a:lnTo>
                  <a:lnTo>
                    <a:pt x="1254" y="209"/>
                  </a:lnTo>
                  <a:lnTo>
                    <a:pt x="1254" y="209"/>
                  </a:lnTo>
                  <a:lnTo>
                    <a:pt x="1254" y="209"/>
                  </a:lnTo>
                  <a:lnTo>
                    <a:pt x="1252" y="209"/>
                  </a:lnTo>
                  <a:lnTo>
                    <a:pt x="1252" y="209"/>
                  </a:lnTo>
                  <a:lnTo>
                    <a:pt x="1252" y="209"/>
                  </a:lnTo>
                  <a:lnTo>
                    <a:pt x="1249" y="209"/>
                  </a:lnTo>
                  <a:lnTo>
                    <a:pt x="1249" y="211"/>
                  </a:lnTo>
                  <a:lnTo>
                    <a:pt x="1249" y="211"/>
                  </a:lnTo>
                  <a:lnTo>
                    <a:pt x="1249" y="211"/>
                  </a:lnTo>
                  <a:lnTo>
                    <a:pt x="1249" y="211"/>
                  </a:lnTo>
                  <a:lnTo>
                    <a:pt x="1247" y="211"/>
                  </a:lnTo>
                  <a:lnTo>
                    <a:pt x="1247" y="214"/>
                  </a:lnTo>
                  <a:lnTo>
                    <a:pt x="1247" y="214"/>
                  </a:lnTo>
                  <a:lnTo>
                    <a:pt x="1247" y="216"/>
                  </a:lnTo>
                  <a:lnTo>
                    <a:pt x="1247" y="216"/>
                  </a:lnTo>
                  <a:lnTo>
                    <a:pt x="1247" y="216"/>
                  </a:lnTo>
                  <a:lnTo>
                    <a:pt x="1247" y="216"/>
                  </a:lnTo>
                  <a:lnTo>
                    <a:pt x="1245" y="216"/>
                  </a:lnTo>
                  <a:lnTo>
                    <a:pt x="1245" y="216"/>
                  </a:lnTo>
                  <a:lnTo>
                    <a:pt x="1245" y="216"/>
                  </a:lnTo>
                  <a:lnTo>
                    <a:pt x="1245" y="218"/>
                  </a:lnTo>
                  <a:lnTo>
                    <a:pt x="1242" y="218"/>
                  </a:lnTo>
                  <a:lnTo>
                    <a:pt x="1242" y="218"/>
                  </a:lnTo>
                  <a:lnTo>
                    <a:pt x="1242" y="218"/>
                  </a:lnTo>
                  <a:lnTo>
                    <a:pt x="1242" y="216"/>
                  </a:lnTo>
                  <a:lnTo>
                    <a:pt x="1240" y="216"/>
                  </a:lnTo>
                  <a:lnTo>
                    <a:pt x="1240" y="218"/>
                  </a:lnTo>
                  <a:lnTo>
                    <a:pt x="1240" y="218"/>
                  </a:lnTo>
                  <a:lnTo>
                    <a:pt x="1240" y="218"/>
                  </a:lnTo>
                  <a:lnTo>
                    <a:pt x="1238" y="218"/>
                  </a:lnTo>
                  <a:lnTo>
                    <a:pt x="1238" y="218"/>
                  </a:lnTo>
                  <a:lnTo>
                    <a:pt x="1238" y="218"/>
                  </a:lnTo>
                  <a:lnTo>
                    <a:pt x="1235" y="218"/>
                  </a:lnTo>
                  <a:lnTo>
                    <a:pt x="1235" y="218"/>
                  </a:lnTo>
                  <a:lnTo>
                    <a:pt x="1235" y="221"/>
                  </a:lnTo>
                  <a:lnTo>
                    <a:pt x="1235" y="221"/>
                  </a:lnTo>
                  <a:lnTo>
                    <a:pt x="1233" y="221"/>
                  </a:lnTo>
                  <a:lnTo>
                    <a:pt x="1233" y="221"/>
                  </a:lnTo>
                  <a:lnTo>
                    <a:pt x="1233" y="221"/>
                  </a:lnTo>
                  <a:lnTo>
                    <a:pt x="1233" y="221"/>
                  </a:lnTo>
                  <a:lnTo>
                    <a:pt x="1233" y="223"/>
                  </a:lnTo>
                  <a:lnTo>
                    <a:pt x="1235" y="223"/>
                  </a:lnTo>
                  <a:lnTo>
                    <a:pt x="1235" y="223"/>
                  </a:lnTo>
                  <a:lnTo>
                    <a:pt x="1235" y="223"/>
                  </a:lnTo>
                  <a:lnTo>
                    <a:pt x="1235" y="225"/>
                  </a:lnTo>
                  <a:lnTo>
                    <a:pt x="1235" y="225"/>
                  </a:lnTo>
                  <a:lnTo>
                    <a:pt x="1235" y="225"/>
                  </a:lnTo>
                  <a:lnTo>
                    <a:pt x="1235" y="228"/>
                  </a:lnTo>
                  <a:lnTo>
                    <a:pt x="1235" y="228"/>
                  </a:lnTo>
                  <a:lnTo>
                    <a:pt x="1235" y="228"/>
                  </a:lnTo>
                  <a:lnTo>
                    <a:pt x="1238" y="228"/>
                  </a:lnTo>
                  <a:lnTo>
                    <a:pt x="1238" y="230"/>
                  </a:lnTo>
                  <a:lnTo>
                    <a:pt x="1238" y="230"/>
                  </a:lnTo>
                  <a:lnTo>
                    <a:pt x="1238" y="232"/>
                  </a:lnTo>
                  <a:lnTo>
                    <a:pt x="1238" y="232"/>
                  </a:lnTo>
                  <a:lnTo>
                    <a:pt x="1238" y="232"/>
                  </a:lnTo>
                  <a:lnTo>
                    <a:pt x="1238" y="235"/>
                  </a:lnTo>
                  <a:lnTo>
                    <a:pt x="1238" y="235"/>
                  </a:lnTo>
                  <a:lnTo>
                    <a:pt x="1238" y="235"/>
                  </a:lnTo>
                  <a:lnTo>
                    <a:pt x="1238" y="237"/>
                  </a:lnTo>
                  <a:lnTo>
                    <a:pt x="1238" y="237"/>
                  </a:lnTo>
                  <a:lnTo>
                    <a:pt x="1238" y="237"/>
                  </a:lnTo>
                  <a:lnTo>
                    <a:pt x="1240" y="237"/>
                  </a:lnTo>
                  <a:lnTo>
                    <a:pt x="1240" y="240"/>
                  </a:lnTo>
                  <a:lnTo>
                    <a:pt x="1240" y="240"/>
                  </a:lnTo>
                  <a:lnTo>
                    <a:pt x="1240" y="242"/>
                  </a:lnTo>
                  <a:lnTo>
                    <a:pt x="1238" y="242"/>
                  </a:lnTo>
                  <a:lnTo>
                    <a:pt x="1238" y="242"/>
                  </a:lnTo>
                  <a:lnTo>
                    <a:pt x="1238" y="244"/>
                  </a:lnTo>
                  <a:lnTo>
                    <a:pt x="1238" y="244"/>
                  </a:lnTo>
                  <a:lnTo>
                    <a:pt x="1238" y="247"/>
                  </a:lnTo>
                  <a:lnTo>
                    <a:pt x="1238" y="247"/>
                  </a:lnTo>
                  <a:lnTo>
                    <a:pt x="1238" y="247"/>
                  </a:lnTo>
                  <a:lnTo>
                    <a:pt x="1238" y="247"/>
                  </a:lnTo>
                  <a:lnTo>
                    <a:pt x="1238" y="249"/>
                  </a:lnTo>
                  <a:lnTo>
                    <a:pt x="1238" y="249"/>
                  </a:lnTo>
                  <a:lnTo>
                    <a:pt x="1238" y="251"/>
                  </a:lnTo>
                  <a:lnTo>
                    <a:pt x="1238" y="251"/>
                  </a:lnTo>
                  <a:lnTo>
                    <a:pt x="1238" y="254"/>
                  </a:lnTo>
                  <a:lnTo>
                    <a:pt x="1238" y="254"/>
                  </a:lnTo>
                  <a:lnTo>
                    <a:pt x="1238" y="256"/>
                  </a:lnTo>
                  <a:lnTo>
                    <a:pt x="1238" y="256"/>
                  </a:lnTo>
                  <a:lnTo>
                    <a:pt x="1240" y="256"/>
                  </a:lnTo>
                  <a:lnTo>
                    <a:pt x="1240" y="256"/>
                  </a:lnTo>
                  <a:lnTo>
                    <a:pt x="1240" y="256"/>
                  </a:lnTo>
                  <a:lnTo>
                    <a:pt x="1240" y="259"/>
                  </a:lnTo>
                  <a:lnTo>
                    <a:pt x="1238" y="259"/>
                  </a:lnTo>
                  <a:lnTo>
                    <a:pt x="1238" y="259"/>
                  </a:lnTo>
                  <a:lnTo>
                    <a:pt x="1238" y="261"/>
                  </a:lnTo>
                  <a:lnTo>
                    <a:pt x="1238" y="261"/>
                  </a:lnTo>
                  <a:lnTo>
                    <a:pt x="1238" y="261"/>
                  </a:lnTo>
                  <a:lnTo>
                    <a:pt x="1238" y="263"/>
                  </a:lnTo>
                  <a:lnTo>
                    <a:pt x="1238" y="263"/>
                  </a:lnTo>
                  <a:lnTo>
                    <a:pt x="1238" y="266"/>
                  </a:lnTo>
                  <a:lnTo>
                    <a:pt x="1238" y="266"/>
                  </a:lnTo>
                  <a:lnTo>
                    <a:pt x="1238" y="266"/>
                  </a:lnTo>
                  <a:lnTo>
                    <a:pt x="1235" y="266"/>
                  </a:lnTo>
                  <a:lnTo>
                    <a:pt x="1235" y="266"/>
                  </a:lnTo>
                  <a:lnTo>
                    <a:pt x="1235" y="266"/>
                  </a:lnTo>
                  <a:lnTo>
                    <a:pt x="1235" y="268"/>
                  </a:lnTo>
                  <a:lnTo>
                    <a:pt x="1235" y="268"/>
                  </a:lnTo>
                  <a:lnTo>
                    <a:pt x="1235" y="268"/>
                  </a:lnTo>
                  <a:lnTo>
                    <a:pt x="1235" y="270"/>
                  </a:lnTo>
                  <a:lnTo>
                    <a:pt x="1235" y="270"/>
                  </a:lnTo>
                  <a:lnTo>
                    <a:pt x="1235" y="270"/>
                  </a:lnTo>
                  <a:lnTo>
                    <a:pt x="1233" y="270"/>
                  </a:lnTo>
                  <a:lnTo>
                    <a:pt x="1233" y="270"/>
                  </a:lnTo>
                  <a:lnTo>
                    <a:pt x="1233" y="270"/>
                  </a:lnTo>
                  <a:lnTo>
                    <a:pt x="1231" y="270"/>
                  </a:lnTo>
                  <a:lnTo>
                    <a:pt x="1231" y="270"/>
                  </a:lnTo>
                  <a:lnTo>
                    <a:pt x="1231" y="270"/>
                  </a:lnTo>
                  <a:lnTo>
                    <a:pt x="1228" y="270"/>
                  </a:lnTo>
                  <a:lnTo>
                    <a:pt x="1228" y="273"/>
                  </a:lnTo>
                  <a:lnTo>
                    <a:pt x="1228" y="273"/>
                  </a:lnTo>
                  <a:lnTo>
                    <a:pt x="1228" y="273"/>
                  </a:lnTo>
                  <a:lnTo>
                    <a:pt x="1226" y="273"/>
                  </a:lnTo>
                  <a:lnTo>
                    <a:pt x="1226" y="273"/>
                  </a:lnTo>
                  <a:lnTo>
                    <a:pt x="1223" y="273"/>
                  </a:lnTo>
                  <a:lnTo>
                    <a:pt x="1223" y="273"/>
                  </a:lnTo>
                  <a:lnTo>
                    <a:pt x="1223" y="273"/>
                  </a:lnTo>
                  <a:lnTo>
                    <a:pt x="1223" y="273"/>
                  </a:lnTo>
                  <a:lnTo>
                    <a:pt x="1223" y="275"/>
                  </a:lnTo>
                  <a:lnTo>
                    <a:pt x="1221" y="275"/>
                  </a:lnTo>
                  <a:lnTo>
                    <a:pt x="1221" y="275"/>
                  </a:lnTo>
                  <a:lnTo>
                    <a:pt x="1221" y="275"/>
                  </a:lnTo>
                  <a:lnTo>
                    <a:pt x="1221" y="275"/>
                  </a:lnTo>
                  <a:lnTo>
                    <a:pt x="1221" y="278"/>
                  </a:lnTo>
                  <a:lnTo>
                    <a:pt x="1223" y="278"/>
                  </a:lnTo>
                  <a:lnTo>
                    <a:pt x="1223" y="275"/>
                  </a:lnTo>
                  <a:lnTo>
                    <a:pt x="1223" y="275"/>
                  </a:lnTo>
                  <a:lnTo>
                    <a:pt x="1223" y="278"/>
                  </a:lnTo>
                  <a:lnTo>
                    <a:pt x="1223" y="278"/>
                  </a:lnTo>
                  <a:lnTo>
                    <a:pt x="1223" y="278"/>
                  </a:lnTo>
                  <a:lnTo>
                    <a:pt x="1226" y="278"/>
                  </a:lnTo>
                  <a:lnTo>
                    <a:pt x="1226" y="278"/>
                  </a:lnTo>
                  <a:lnTo>
                    <a:pt x="1226" y="280"/>
                  </a:lnTo>
                  <a:lnTo>
                    <a:pt x="1223" y="280"/>
                  </a:lnTo>
                  <a:lnTo>
                    <a:pt x="1223" y="280"/>
                  </a:lnTo>
                  <a:lnTo>
                    <a:pt x="1223" y="282"/>
                  </a:lnTo>
                  <a:lnTo>
                    <a:pt x="1223" y="282"/>
                  </a:lnTo>
                  <a:lnTo>
                    <a:pt x="1223" y="280"/>
                  </a:lnTo>
                  <a:lnTo>
                    <a:pt x="1223" y="280"/>
                  </a:lnTo>
                  <a:lnTo>
                    <a:pt x="1223" y="280"/>
                  </a:lnTo>
                  <a:lnTo>
                    <a:pt x="1223" y="278"/>
                  </a:lnTo>
                  <a:lnTo>
                    <a:pt x="1223" y="278"/>
                  </a:lnTo>
                  <a:lnTo>
                    <a:pt x="1221" y="278"/>
                  </a:lnTo>
                  <a:lnTo>
                    <a:pt x="1221" y="278"/>
                  </a:lnTo>
                  <a:lnTo>
                    <a:pt x="1221" y="280"/>
                  </a:lnTo>
                  <a:lnTo>
                    <a:pt x="1221" y="280"/>
                  </a:lnTo>
                  <a:lnTo>
                    <a:pt x="1221" y="278"/>
                  </a:lnTo>
                  <a:lnTo>
                    <a:pt x="1221" y="278"/>
                  </a:lnTo>
                  <a:lnTo>
                    <a:pt x="1221" y="278"/>
                  </a:lnTo>
                  <a:lnTo>
                    <a:pt x="1219" y="278"/>
                  </a:lnTo>
                  <a:lnTo>
                    <a:pt x="1219" y="278"/>
                  </a:lnTo>
                  <a:lnTo>
                    <a:pt x="1219" y="278"/>
                  </a:lnTo>
                  <a:lnTo>
                    <a:pt x="1219" y="275"/>
                  </a:lnTo>
                  <a:lnTo>
                    <a:pt x="1216" y="275"/>
                  </a:lnTo>
                  <a:lnTo>
                    <a:pt x="1216" y="275"/>
                  </a:lnTo>
                  <a:lnTo>
                    <a:pt x="1216" y="273"/>
                  </a:lnTo>
                  <a:lnTo>
                    <a:pt x="1216" y="273"/>
                  </a:lnTo>
                  <a:lnTo>
                    <a:pt x="1216" y="270"/>
                  </a:lnTo>
                  <a:lnTo>
                    <a:pt x="1216" y="270"/>
                  </a:lnTo>
                  <a:lnTo>
                    <a:pt x="1216" y="270"/>
                  </a:lnTo>
                  <a:lnTo>
                    <a:pt x="1216" y="270"/>
                  </a:lnTo>
                  <a:lnTo>
                    <a:pt x="1214" y="270"/>
                  </a:lnTo>
                  <a:lnTo>
                    <a:pt x="1214" y="268"/>
                  </a:lnTo>
                  <a:lnTo>
                    <a:pt x="1214" y="268"/>
                  </a:lnTo>
                  <a:lnTo>
                    <a:pt x="1214" y="268"/>
                  </a:lnTo>
                  <a:lnTo>
                    <a:pt x="1214" y="268"/>
                  </a:lnTo>
                  <a:lnTo>
                    <a:pt x="1214" y="268"/>
                  </a:lnTo>
                  <a:lnTo>
                    <a:pt x="1212" y="268"/>
                  </a:lnTo>
                  <a:lnTo>
                    <a:pt x="1212" y="268"/>
                  </a:lnTo>
                  <a:lnTo>
                    <a:pt x="1212" y="268"/>
                  </a:lnTo>
                  <a:lnTo>
                    <a:pt x="1209" y="268"/>
                  </a:lnTo>
                  <a:lnTo>
                    <a:pt x="1209" y="268"/>
                  </a:lnTo>
                  <a:lnTo>
                    <a:pt x="1209" y="268"/>
                  </a:lnTo>
                  <a:lnTo>
                    <a:pt x="1209" y="268"/>
                  </a:lnTo>
                  <a:lnTo>
                    <a:pt x="1209" y="270"/>
                  </a:lnTo>
                  <a:lnTo>
                    <a:pt x="1209" y="270"/>
                  </a:lnTo>
                  <a:lnTo>
                    <a:pt x="1209" y="273"/>
                  </a:lnTo>
                  <a:lnTo>
                    <a:pt x="1207" y="273"/>
                  </a:lnTo>
                  <a:lnTo>
                    <a:pt x="1207" y="273"/>
                  </a:lnTo>
                  <a:lnTo>
                    <a:pt x="1207" y="275"/>
                  </a:lnTo>
                  <a:lnTo>
                    <a:pt x="1207" y="275"/>
                  </a:lnTo>
                  <a:lnTo>
                    <a:pt x="1207" y="275"/>
                  </a:lnTo>
                  <a:lnTo>
                    <a:pt x="1207" y="275"/>
                  </a:lnTo>
                  <a:lnTo>
                    <a:pt x="1207" y="278"/>
                  </a:lnTo>
                  <a:lnTo>
                    <a:pt x="1207" y="278"/>
                  </a:lnTo>
                  <a:lnTo>
                    <a:pt x="1207" y="278"/>
                  </a:lnTo>
                  <a:lnTo>
                    <a:pt x="1207" y="278"/>
                  </a:lnTo>
                  <a:lnTo>
                    <a:pt x="1207" y="280"/>
                  </a:lnTo>
                  <a:lnTo>
                    <a:pt x="1207" y="280"/>
                  </a:lnTo>
                  <a:lnTo>
                    <a:pt x="1207" y="282"/>
                  </a:lnTo>
                  <a:lnTo>
                    <a:pt x="1204" y="282"/>
                  </a:lnTo>
                  <a:lnTo>
                    <a:pt x="1204" y="282"/>
                  </a:lnTo>
                  <a:lnTo>
                    <a:pt x="1204" y="282"/>
                  </a:lnTo>
                  <a:lnTo>
                    <a:pt x="1204" y="282"/>
                  </a:lnTo>
                  <a:lnTo>
                    <a:pt x="1204" y="282"/>
                  </a:lnTo>
                  <a:lnTo>
                    <a:pt x="1202" y="282"/>
                  </a:lnTo>
                  <a:lnTo>
                    <a:pt x="1202" y="282"/>
                  </a:lnTo>
                  <a:lnTo>
                    <a:pt x="1202" y="285"/>
                  </a:lnTo>
                  <a:lnTo>
                    <a:pt x="1202" y="285"/>
                  </a:lnTo>
                  <a:lnTo>
                    <a:pt x="1202" y="285"/>
                  </a:lnTo>
                  <a:lnTo>
                    <a:pt x="1202" y="282"/>
                  </a:lnTo>
                  <a:lnTo>
                    <a:pt x="1200" y="282"/>
                  </a:lnTo>
                  <a:lnTo>
                    <a:pt x="1200" y="282"/>
                  </a:lnTo>
                  <a:lnTo>
                    <a:pt x="1200" y="282"/>
                  </a:lnTo>
                  <a:lnTo>
                    <a:pt x="1197" y="282"/>
                  </a:lnTo>
                  <a:lnTo>
                    <a:pt x="1197" y="282"/>
                  </a:lnTo>
                  <a:lnTo>
                    <a:pt x="1197" y="282"/>
                  </a:lnTo>
                  <a:lnTo>
                    <a:pt x="1197" y="282"/>
                  </a:lnTo>
                  <a:lnTo>
                    <a:pt x="1197" y="285"/>
                  </a:lnTo>
                  <a:lnTo>
                    <a:pt x="1195" y="285"/>
                  </a:lnTo>
                  <a:lnTo>
                    <a:pt x="1195" y="285"/>
                  </a:lnTo>
                  <a:lnTo>
                    <a:pt x="1195" y="287"/>
                  </a:lnTo>
                  <a:lnTo>
                    <a:pt x="1195" y="287"/>
                  </a:lnTo>
                  <a:lnTo>
                    <a:pt x="1195" y="287"/>
                  </a:lnTo>
                  <a:lnTo>
                    <a:pt x="1195" y="287"/>
                  </a:lnTo>
                  <a:lnTo>
                    <a:pt x="1195" y="287"/>
                  </a:lnTo>
                  <a:lnTo>
                    <a:pt x="1195" y="289"/>
                  </a:lnTo>
                  <a:lnTo>
                    <a:pt x="1193" y="289"/>
                  </a:lnTo>
                  <a:lnTo>
                    <a:pt x="1193" y="289"/>
                  </a:lnTo>
                  <a:lnTo>
                    <a:pt x="1193" y="289"/>
                  </a:lnTo>
                  <a:lnTo>
                    <a:pt x="1190" y="289"/>
                  </a:lnTo>
                  <a:lnTo>
                    <a:pt x="1190" y="292"/>
                  </a:lnTo>
                  <a:lnTo>
                    <a:pt x="1190" y="292"/>
                  </a:lnTo>
                  <a:lnTo>
                    <a:pt x="1190" y="292"/>
                  </a:lnTo>
                  <a:lnTo>
                    <a:pt x="1190" y="292"/>
                  </a:lnTo>
                  <a:lnTo>
                    <a:pt x="1190" y="294"/>
                  </a:lnTo>
                  <a:lnTo>
                    <a:pt x="1188" y="294"/>
                  </a:lnTo>
                  <a:lnTo>
                    <a:pt x="1188" y="294"/>
                  </a:lnTo>
                  <a:lnTo>
                    <a:pt x="1188" y="294"/>
                  </a:lnTo>
                  <a:lnTo>
                    <a:pt x="1188" y="292"/>
                  </a:lnTo>
                  <a:lnTo>
                    <a:pt x="1186" y="292"/>
                  </a:lnTo>
                  <a:lnTo>
                    <a:pt x="1186" y="292"/>
                  </a:lnTo>
                  <a:lnTo>
                    <a:pt x="1183" y="292"/>
                  </a:lnTo>
                  <a:lnTo>
                    <a:pt x="1183" y="294"/>
                  </a:lnTo>
                  <a:lnTo>
                    <a:pt x="1183" y="294"/>
                  </a:lnTo>
                  <a:lnTo>
                    <a:pt x="1183" y="292"/>
                  </a:lnTo>
                  <a:lnTo>
                    <a:pt x="1183" y="292"/>
                  </a:lnTo>
                  <a:lnTo>
                    <a:pt x="1181" y="292"/>
                  </a:lnTo>
                  <a:lnTo>
                    <a:pt x="1181" y="294"/>
                  </a:lnTo>
                  <a:lnTo>
                    <a:pt x="1181" y="294"/>
                  </a:lnTo>
                  <a:lnTo>
                    <a:pt x="1181" y="294"/>
                  </a:lnTo>
                  <a:lnTo>
                    <a:pt x="1178" y="294"/>
                  </a:lnTo>
                  <a:lnTo>
                    <a:pt x="1178" y="292"/>
                  </a:lnTo>
                  <a:lnTo>
                    <a:pt x="1178" y="292"/>
                  </a:lnTo>
                  <a:lnTo>
                    <a:pt x="1176" y="292"/>
                  </a:lnTo>
                  <a:lnTo>
                    <a:pt x="1176" y="292"/>
                  </a:lnTo>
                  <a:lnTo>
                    <a:pt x="1176" y="292"/>
                  </a:lnTo>
                  <a:lnTo>
                    <a:pt x="1174" y="292"/>
                  </a:lnTo>
                  <a:lnTo>
                    <a:pt x="1174" y="294"/>
                  </a:lnTo>
                  <a:lnTo>
                    <a:pt x="1174" y="294"/>
                  </a:lnTo>
                  <a:lnTo>
                    <a:pt x="1171" y="294"/>
                  </a:lnTo>
                  <a:lnTo>
                    <a:pt x="1171" y="294"/>
                  </a:lnTo>
                  <a:lnTo>
                    <a:pt x="1171" y="294"/>
                  </a:lnTo>
                  <a:lnTo>
                    <a:pt x="1171" y="294"/>
                  </a:lnTo>
                  <a:lnTo>
                    <a:pt x="1171" y="296"/>
                  </a:lnTo>
                  <a:lnTo>
                    <a:pt x="1171" y="296"/>
                  </a:lnTo>
                  <a:lnTo>
                    <a:pt x="1171" y="296"/>
                  </a:lnTo>
                  <a:lnTo>
                    <a:pt x="1171" y="299"/>
                  </a:lnTo>
                  <a:lnTo>
                    <a:pt x="1171" y="299"/>
                  </a:lnTo>
                  <a:lnTo>
                    <a:pt x="1171" y="299"/>
                  </a:lnTo>
                  <a:lnTo>
                    <a:pt x="1171" y="301"/>
                  </a:lnTo>
                  <a:lnTo>
                    <a:pt x="1171" y="301"/>
                  </a:lnTo>
                  <a:lnTo>
                    <a:pt x="1174" y="301"/>
                  </a:lnTo>
                  <a:lnTo>
                    <a:pt x="1174" y="301"/>
                  </a:lnTo>
                  <a:lnTo>
                    <a:pt x="1174" y="301"/>
                  </a:lnTo>
                  <a:lnTo>
                    <a:pt x="1176" y="301"/>
                  </a:lnTo>
                  <a:lnTo>
                    <a:pt x="1176" y="304"/>
                  </a:lnTo>
                  <a:lnTo>
                    <a:pt x="1176" y="304"/>
                  </a:lnTo>
                  <a:lnTo>
                    <a:pt x="1176" y="306"/>
                  </a:lnTo>
                  <a:lnTo>
                    <a:pt x="1176" y="306"/>
                  </a:lnTo>
                  <a:lnTo>
                    <a:pt x="1174" y="306"/>
                  </a:lnTo>
                  <a:lnTo>
                    <a:pt x="1174" y="306"/>
                  </a:lnTo>
                  <a:lnTo>
                    <a:pt x="1174" y="306"/>
                  </a:lnTo>
                  <a:lnTo>
                    <a:pt x="1174" y="308"/>
                  </a:lnTo>
                  <a:lnTo>
                    <a:pt x="1171" y="308"/>
                  </a:lnTo>
                  <a:lnTo>
                    <a:pt x="1171" y="308"/>
                  </a:lnTo>
                  <a:lnTo>
                    <a:pt x="1171" y="308"/>
                  </a:lnTo>
                  <a:lnTo>
                    <a:pt x="1171" y="308"/>
                  </a:lnTo>
                  <a:lnTo>
                    <a:pt x="1169" y="308"/>
                  </a:lnTo>
                  <a:lnTo>
                    <a:pt x="1169" y="308"/>
                  </a:lnTo>
                  <a:lnTo>
                    <a:pt x="1169" y="308"/>
                  </a:lnTo>
                  <a:lnTo>
                    <a:pt x="1169" y="308"/>
                  </a:lnTo>
                  <a:lnTo>
                    <a:pt x="1169" y="306"/>
                  </a:lnTo>
                  <a:lnTo>
                    <a:pt x="1167" y="306"/>
                  </a:lnTo>
                  <a:lnTo>
                    <a:pt x="1167" y="308"/>
                  </a:lnTo>
                  <a:lnTo>
                    <a:pt x="1167" y="308"/>
                  </a:lnTo>
                  <a:lnTo>
                    <a:pt x="1164" y="308"/>
                  </a:lnTo>
                  <a:lnTo>
                    <a:pt x="1164" y="308"/>
                  </a:lnTo>
                  <a:lnTo>
                    <a:pt x="1164" y="308"/>
                  </a:lnTo>
                  <a:lnTo>
                    <a:pt x="1162" y="308"/>
                  </a:lnTo>
                  <a:lnTo>
                    <a:pt x="1162" y="308"/>
                  </a:lnTo>
                  <a:lnTo>
                    <a:pt x="1162" y="308"/>
                  </a:lnTo>
                  <a:lnTo>
                    <a:pt x="1159" y="308"/>
                  </a:lnTo>
                  <a:lnTo>
                    <a:pt x="1159" y="306"/>
                  </a:lnTo>
                  <a:lnTo>
                    <a:pt x="1159" y="306"/>
                  </a:lnTo>
                  <a:lnTo>
                    <a:pt x="1157" y="306"/>
                  </a:lnTo>
                  <a:lnTo>
                    <a:pt x="1157" y="306"/>
                  </a:lnTo>
                  <a:lnTo>
                    <a:pt x="1157" y="306"/>
                  </a:lnTo>
                  <a:lnTo>
                    <a:pt x="1155" y="306"/>
                  </a:lnTo>
                  <a:lnTo>
                    <a:pt x="1155" y="306"/>
                  </a:lnTo>
                  <a:lnTo>
                    <a:pt x="1155" y="306"/>
                  </a:lnTo>
                  <a:lnTo>
                    <a:pt x="1155" y="306"/>
                  </a:lnTo>
                  <a:lnTo>
                    <a:pt x="1152" y="306"/>
                  </a:lnTo>
                  <a:lnTo>
                    <a:pt x="1152" y="306"/>
                  </a:lnTo>
                  <a:lnTo>
                    <a:pt x="1152" y="306"/>
                  </a:lnTo>
                  <a:lnTo>
                    <a:pt x="1150" y="306"/>
                  </a:lnTo>
                  <a:lnTo>
                    <a:pt x="1150" y="306"/>
                  </a:lnTo>
                  <a:lnTo>
                    <a:pt x="1150" y="304"/>
                  </a:lnTo>
                  <a:lnTo>
                    <a:pt x="1150" y="304"/>
                  </a:lnTo>
                  <a:lnTo>
                    <a:pt x="1150" y="304"/>
                  </a:lnTo>
                  <a:lnTo>
                    <a:pt x="1150" y="301"/>
                  </a:lnTo>
                  <a:lnTo>
                    <a:pt x="1148" y="301"/>
                  </a:lnTo>
                  <a:lnTo>
                    <a:pt x="1148" y="301"/>
                  </a:lnTo>
                  <a:lnTo>
                    <a:pt x="1148" y="299"/>
                  </a:lnTo>
                  <a:lnTo>
                    <a:pt x="1148" y="299"/>
                  </a:lnTo>
                  <a:lnTo>
                    <a:pt x="1148" y="299"/>
                  </a:lnTo>
                  <a:lnTo>
                    <a:pt x="1148" y="299"/>
                  </a:lnTo>
                  <a:lnTo>
                    <a:pt x="1145" y="299"/>
                  </a:lnTo>
                  <a:lnTo>
                    <a:pt x="1145" y="299"/>
                  </a:lnTo>
                  <a:lnTo>
                    <a:pt x="1145" y="299"/>
                  </a:lnTo>
                  <a:lnTo>
                    <a:pt x="1143" y="299"/>
                  </a:lnTo>
                  <a:lnTo>
                    <a:pt x="1143" y="299"/>
                  </a:lnTo>
                  <a:lnTo>
                    <a:pt x="1143" y="301"/>
                  </a:lnTo>
                  <a:lnTo>
                    <a:pt x="1143" y="301"/>
                  </a:lnTo>
                  <a:lnTo>
                    <a:pt x="1143" y="299"/>
                  </a:lnTo>
                  <a:lnTo>
                    <a:pt x="1141" y="299"/>
                  </a:lnTo>
                  <a:lnTo>
                    <a:pt x="1141" y="301"/>
                  </a:lnTo>
                  <a:lnTo>
                    <a:pt x="1141" y="301"/>
                  </a:lnTo>
                  <a:lnTo>
                    <a:pt x="1141" y="301"/>
                  </a:lnTo>
                  <a:lnTo>
                    <a:pt x="1141" y="301"/>
                  </a:lnTo>
                  <a:lnTo>
                    <a:pt x="1141" y="304"/>
                  </a:lnTo>
                  <a:lnTo>
                    <a:pt x="1138" y="304"/>
                  </a:lnTo>
                  <a:lnTo>
                    <a:pt x="1138" y="304"/>
                  </a:lnTo>
                  <a:lnTo>
                    <a:pt x="1138" y="306"/>
                  </a:lnTo>
                  <a:lnTo>
                    <a:pt x="1138" y="306"/>
                  </a:lnTo>
                  <a:lnTo>
                    <a:pt x="1138" y="306"/>
                  </a:lnTo>
                  <a:lnTo>
                    <a:pt x="1138" y="306"/>
                  </a:lnTo>
                  <a:lnTo>
                    <a:pt x="1136" y="306"/>
                  </a:lnTo>
                  <a:lnTo>
                    <a:pt x="1136" y="308"/>
                  </a:lnTo>
                  <a:lnTo>
                    <a:pt x="1136" y="308"/>
                  </a:lnTo>
                  <a:lnTo>
                    <a:pt x="1136" y="308"/>
                  </a:lnTo>
                  <a:lnTo>
                    <a:pt x="1136" y="311"/>
                  </a:lnTo>
                  <a:lnTo>
                    <a:pt x="1136" y="311"/>
                  </a:lnTo>
                  <a:lnTo>
                    <a:pt x="1136" y="311"/>
                  </a:lnTo>
                  <a:lnTo>
                    <a:pt x="1133" y="311"/>
                  </a:lnTo>
                  <a:lnTo>
                    <a:pt x="1133" y="313"/>
                  </a:lnTo>
                  <a:lnTo>
                    <a:pt x="1133" y="313"/>
                  </a:lnTo>
                  <a:lnTo>
                    <a:pt x="1133" y="313"/>
                  </a:lnTo>
                  <a:lnTo>
                    <a:pt x="1131" y="313"/>
                  </a:lnTo>
                  <a:lnTo>
                    <a:pt x="1131" y="315"/>
                  </a:lnTo>
                  <a:lnTo>
                    <a:pt x="1131" y="315"/>
                  </a:lnTo>
                  <a:lnTo>
                    <a:pt x="1131" y="315"/>
                  </a:lnTo>
                  <a:lnTo>
                    <a:pt x="1131" y="315"/>
                  </a:lnTo>
                  <a:lnTo>
                    <a:pt x="1129" y="315"/>
                  </a:lnTo>
                  <a:lnTo>
                    <a:pt x="1129" y="315"/>
                  </a:lnTo>
                  <a:lnTo>
                    <a:pt x="1129" y="315"/>
                  </a:lnTo>
                  <a:lnTo>
                    <a:pt x="1129" y="318"/>
                  </a:lnTo>
                  <a:lnTo>
                    <a:pt x="1129" y="318"/>
                  </a:lnTo>
                  <a:lnTo>
                    <a:pt x="1129" y="318"/>
                  </a:lnTo>
                  <a:lnTo>
                    <a:pt x="1129" y="320"/>
                  </a:lnTo>
                  <a:lnTo>
                    <a:pt x="1126" y="320"/>
                  </a:lnTo>
                  <a:lnTo>
                    <a:pt x="1126" y="320"/>
                  </a:lnTo>
                  <a:lnTo>
                    <a:pt x="1126" y="320"/>
                  </a:lnTo>
                  <a:lnTo>
                    <a:pt x="1126" y="323"/>
                  </a:lnTo>
                  <a:lnTo>
                    <a:pt x="1124" y="323"/>
                  </a:lnTo>
                  <a:lnTo>
                    <a:pt x="1124" y="323"/>
                  </a:lnTo>
                  <a:lnTo>
                    <a:pt x="1124" y="323"/>
                  </a:lnTo>
                  <a:lnTo>
                    <a:pt x="1122" y="323"/>
                  </a:lnTo>
                  <a:lnTo>
                    <a:pt x="1122" y="323"/>
                  </a:lnTo>
                  <a:lnTo>
                    <a:pt x="1122" y="323"/>
                  </a:lnTo>
                  <a:lnTo>
                    <a:pt x="1119" y="323"/>
                  </a:lnTo>
                  <a:lnTo>
                    <a:pt x="1119" y="323"/>
                  </a:lnTo>
                  <a:lnTo>
                    <a:pt x="1119" y="323"/>
                  </a:lnTo>
                  <a:lnTo>
                    <a:pt x="1119" y="325"/>
                  </a:lnTo>
                  <a:lnTo>
                    <a:pt x="1119" y="325"/>
                  </a:lnTo>
                  <a:lnTo>
                    <a:pt x="1117" y="325"/>
                  </a:lnTo>
                  <a:lnTo>
                    <a:pt x="1117" y="325"/>
                  </a:lnTo>
                  <a:lnTo>
                    <a:pt x="1117" y="325"/>
                  </a:lnTo>
                  <a:lnTo>
                    <a:pt x="1117" y="325"/>
                  </a:lnTo>
                  <a:lnTo>
                    <a:pt x="1115" y="325"/>
                  </a:lnTo>
                  <a:lnTo>
                    <a:pt x="1115" y="325"/>
                  </a:lnTo>
                  <a:lnTo>
                    <a:pt x="1115" y="327"/>
                  </a:lnTo>
                  <a:lnTo>
                    <a:pt x="1115" y="327"/>
                  </a:lnTo>
                  <a:lnTo>
                    <a:pt x="1115" y="327"/>
                  </a:lnTo>
                  <a:lnTo>
                    <a:pt x="1112" y="327"/>
                  </a:lnTo>
                  <a:lnTo>
                    <a:pt x="1112" y="327"/>
                  </a:lnTo>
                  <a:lnTo>
                    <a:pt x="1110" y="327"/>
                  </a:lnTo>
                  <a:lnTo>
                    <a:pt x="1110" y="327"/>
                  </a:lnTo>
                  <a:lnTo>
                    <a:pt x="1110" y="327"/>
                  </a:lnTo>
                  <a:lnTo>
                    <a:pt x="1107" y="327"/>
                  </a:lnTo>
                  <a:lnTo>
                    <a:pt x="1107" y="330"/>
                  </a:lnTo>
                  <a:lnTo>
                    <a:pt x="1107" y="330"/>
                  </a:lnTo>
                  <a:lnTo>
                    <a:pt x="1107" y="330"/>
                  </a:lnTo>
                  <a:lnTo>
                    <a:pt x="1107" y="330"/>
                  </a:lnTo>
                  <a:lnTo>
                    <a:pt x="1105" y="330"/>
                  </a:lnTo>
                  <a:lnTo>
                    <a:pt x="1105" y="330"/>
                  </a:lnTo>
                  <a:lnTo>
                    <a:pt x="1105" y="332"/>
                  </a:lnTo>
                  <a:lnTo>
                    <a:pt x="1105" y="332"/>
                  </a:lnTo>
                  <a:lnTo>
                    <a:pt x="1105" y="332"/>
                  </a:lnTo>
                  <a:lnTo>
                    <a:pt x="1105" y="332"/>
                  </a:lnTo>
                  <a:lnTo>
                    <a:pt x="1103" y="332"/>
                  </a:lnTo>
                  <a:lnTo>
                    <a:pt x="1103" y="332"/>
                  </a:lnTo>
                  <a:lnTo>
                    <a:pt x="1103" y="332"/>
                  </a:lnTo>
                  <a:lnTo>
                    <a:pt x="1103" y="334"/>
                  </a:lnTo>
                  <a:lnTo>
                    <a:pt x="1100" y="334"/>
                  </a:lnTo>
                  <a:lnTo>
                    <a:pt x="1100" y="334"/>
                  </a:lnTo>
                  <a:lnTo>
                    <a:pt x="1100" y="334"/>
                  </a:lnTo>
                  <a:lnTo>
                    <a:pt x="1098" y="334"/>
                  </a:lnTo>
                  <a:lnTo>
                    <a:pt x="1098" y="337"/>
                  </a:lnTo>
                  <a:lnTo>
                    <a:pt x="1098" y="337"/>
                  </a:lnTo>
                  <a:lnTo>
                    <a:pt x="1098" y="337"/>
                  </a:lnTo>
                  <a:lnTo>
                    <a:pt x="1098" y="337"/>
                  </a:lnTo>
                  <a:lnTo>
                    <a:pt x="1096" y="337"/>
                  </a:lnTo>
                  <a:lnTo>
                    <a:pt x="1096" y="337"/>
                  </a:lnTo>
                  <a:lnTo>
                    <a:pt x="1096" y="337"/>
                  </a:lnTo>
                  <a:lnTo>
                    <a:pt x="1096" y="337"/>
                  </a:lnTo>
                  <a:lnTo>
                    <a:pt x="1096" y="339"/>
                  </a:lnTo>
                  <a:lnTo>
                    <a:pt x="1093" y="339"/>
                  </a:lnTo>
                  <a:lnTo>
                    <a:pt x="1093" y="339"/>
                  </a:lnTo>
                  <a:lnTo>
                    <a:pt x="1093" y="339"/>
                  </a:lnTo>
                  <a:lnTo>
                    <a:pt x="1091" y="339"/>
                  </a:lnTo>
                  <a:lnTo>
                    <a:pt x="1091" y="341"/>
                  </a:lnTo>
                  <a:lnTo>
                    <a:pt x="1091" y="341"/>
                  </a:lnTo>
                  <a:lnTo>
                    <a:pt x="1091" y="341"/>
                  </a:lnTo>
                  <a:lnTo>
                    <a:pt x="1091" y="341"/>
                  </a:lnTo>
                  <a:lnTo>
                    <a:pt x="1091" y="344"/>
                  </a:lnTo>
                  <a:lnTo>
                    <a:pt x="1091" y="344"/>
                  </a:lnTo>
                  <a:lnTo>
                    <a:pt x="1091" y="344"/>
                  </a:lnTo>
                  <a:lnTo>
                    <a:pt x="1091" y="344"/>
                  </a:lnTo>
                  <a:lnTo>
                    <a:pt x="1091" y="346"/>
                  </a:lnTo>
                  <a:lnTo>
                    <a:pt x="1088" y="346"/>
                  </a:lnTo>
                  <a:lnTo>
                    <a:pt x="1088" y="346"/>
                  </a:lnTo>
                  <a:lnTo>
                    <a:pt x="1088" y="346"/>
                  </a:lnTo>
                  <a:lnTo>
                    <a:pt x="1088" y="346"/>
                  </a:lnTo>
                  <a:lnTo>
                    <a:pt x="1088" y="346"/>
                  </a:lnTo>
                  <a:lnTo>
                    <a:pt x="1088" y="349"/>
                  </a:lnTo>
                  <a:lnTo>
                    <a:pt x="1086" y="349"/>
                  </a:lnTo>
                  <a:lnTo>
                    <a:pt x="1086" y="349"/>
                  </a:lnTo>
                  <a:lnTo>
                    <a:pt x="1086" y="349"/>
                  </a:lnTo>
                  <a:lnTo>
                    <a:pt x="1084" y="349"/>
                  </a:lnTo>
                  <a:lnTo>
                    <a:pt x="1084" y="349"/>
                  </a:lnTo>
                  <a:lnTo>
                    <a:pt x="1084" y="349"/>
                  </a:lnTo>
                  <a:lnTo>
                    <a:pt x="1081" y="349"/>
                  </a:lnTo>
                  <a:lnTo>
                    <a:pt x="1081" y="349"/>
                  </a:lnTo>
                  <a:lnTo>
                    <a:pt x="1081" y="349"/>
                  </a:lnTo>
                  <a:lnTo>
                    <a:pt x="1079" y="349"/>
                  </a:lnTo>
                  <a:lnTo>
                    <a:pt x="1079" y="351"/>
                  </a:lnTo>
                  <a:lnTo>
                    <a:pt x="1079" y="351"/>
                  </a:lnTo>
                  <a:lnTo>
                    <a:pt x="1079" y="351"/>
                  </a:lnTo>
                  <a:lnTo>
                    <a:pt x="1077" y="351"/>
                  </a:lnTo>
                  <a:lnTo>
                    <a:pt x="1077" y="351"/>
                  </a:lnTo>
                  <a:lnTo>
                    <a:pt x="1077" y="351"/>
                  </a:lnTo>
                  <a:lnTo>
                    <a:pt x="1077" y="349"/>
                  </a:lnTo>
                  <a:lnTo>
                    <a:pt x="1077" y="349"/>
                  </a:lnTo>
                  <a:lnTo>
                    <a:pt x="1074" y="349"/>
                  </a:lnTo>
                  <a:lnTo>
                    <a:pt x="1074" y="351"/>
                  </a:lnTo>
                  <a:lnTo>
                    <a:pt x="1074" y="351"/>
                  </a:lnTo>
                  <a:lnTo>
                    <a:pt x="1074" y="351"/>
                  </a:lnTo>
                  <a:lnTo>
                    <a:pt x="1074" y="351"/>
                  </a:lnTo>
                  <a:lnTo>
                    <a:pt x="1074" y="351"/>
                  </a:lnTo>
                  <a:lnTo>
                    <a:pt x="1072" y="351"/>
                  </a:lnTo>
                  <a:lnTo>
                    <a:pt x="1072" y="351"/>
                  </a:lnTo>
                  <a:lnTo>
                    <a:pt x="1072" y="351"/>
                  </a:lnTo>
                  <a:lnTo>
                    <a:pt x="1070" y="351"/>
                  </a:lnTo>
                  <a:lnTo>
                    <a:pt x="1070" y="351"/>
                  </a:lnTo>
                  <a:lnTo>
                    <a:pt x="1070" y="351"/>
                  </a:lnTo>
                  <a:lnTo>
                    <a:pt x="1070" y="351"/>
                  </a:lnTo>
                  <a:lnTo>
                    <a:pt x="1067" y="351"/>
                  </a:lnTo>
                  <a:lnTo>
                    <a:pt x="1067" y="351"/>
                  </a:lnTo>
                  <a:lnTo>
                    <a:pt x="1067" y="353"/>
                  </a:lnTo>
                  <a:lnTo>
                    <a:pt x="1067" y="353"/>
                  </a:lnTo>
                  <a:lnTo>
                    <a:pt x="1065" y="353"/>
                  </a:lnTo>
                  <a:lnTo>
                    <a:pt x="1065" y="353"/>
                  </a:lnTo>
                  <a:lnTo>
                    <a:pt x="1065" y="353"/>
                  </a:lnTo>
                  <a:lnTo>
                    <a:pt x="1065" y="353"/>
                  </a:lnTo>
                  <a:lnTo>
                    <a:pt x="1065" y="353"/>
                  </a:lnTo>
                  <a:lnTo>
                    <a:pt x="1062" y="353"/>
                  </a:lnTo>
                  <a:lnTo>
                    <a:pt x="1062" y="353"/>
                  </a:lnTo>
                  <a:lnTo>
                    <a:pt x="1062" y="353"/>
                  </a:lnTo>
                  <a:lnTo>
                    <a:pt x="1062" y="353"/>
                  </a:lnTo>
                  <a:lnTo>
                    <a:pt x="1062" y="356"/>
                  </a:lnTo>
                  <a:lnTo>
                    <a:pt x="1062" y="356"/>
                  </a:lnTo>
                  <a:lnTo>
                    <a:pt x="1062" y="356"/>
                  </a:lnTo>
                  <a:lnTo>
                    <a:pt x="1062" y="356"/>
                  </a:lnTo>
                  <a:lnTo>
                    <a:pt x="1062" y="356"/>
                  </a:lnTo>
                  <a:lnTo>
                    <a:pt x="1062" y="358"/>
                  </a:lnTo>
                  <a:lnTo>
                    <a:pt x="1065" y="358"/>
                  </a:lnTo>
                  <a:lnTo>
                    <a:pt x="1065" y="358"/>
                  </a:lnTo>
                  <a:lnTo>
                    <a:pt x="1062" y="358"/>
                  </a:lnTo>
                  <a:lnTo>
                    <a:pt x="1062" y="358"/>
                  </a:lnTo>
                  <a:lnTo>
                    <a:pt x="1062" y="358"/>
                  </a:lnTo>
                  <a:lnTo>
                    <a:pt x="1062" y="358"/>
                  </a:lnTo>
                  <a:lnTo>
                    <a:pt x="1060" y="358"/>
                  </a:lnTo>
                  <a:lnTo>
                    <a:pt x="1060" y="356"/>
                  </a:lnTo>
                  <a:lnTo>
                    <a:pt x="1060" y="356"/>
                  </a:lnTo>
                  <a:lnTo>
                    <a:pt x="1060" y="356"/>
                  </a:lnTo>
                  <a:lnTo>
                    <a:pt x="1060" y="356"/>
                  </a:lnTo>
                  <a:lnTo>
                    <a:pt x="1060" y="356"/>
                  </a:lnTo>
                  <a:lnTo>
                    <a:pt x="1060" y="356"/>
                  </a:lnTo>
                  <a:lnTo>
                    <a:pt x="1058" y="356"/>
                  </a:lnTo>
                  <a:lnTo>
                    <a:pt x="1058" y="356"/>
                  </a:lnTo>
                  <a:lnTo>
                    <a:pt x="1058" y="356"/>
                  </a:lnTo>
                  <a:lnTo>
                    <a:pt x="1058" y="356"/>
                  </a:lnTo>
                  <a:lnTo>
                    <a:pt x="1055" y="356"/>
                  </a:lnTo>
                  <a:lnTo>
                    <a:pt x="1055" y="356"/>
                  </a:lnTo>
                  <a:lnTo>
                    <a:pt x="1055" y="356"/>
                  </a:lnTo>
                  <a:lnTo>
                    <a:pt x="1055" y="356"/>
                  </a:lnTo>
                  <a:lnTo>
                    <a:pt x="1055" y="358"/>
                  </a:lnTo>
                  <a:lnTo>
                    <a:pt x="1053" y="358"/>
                  </a:lnTo>
                  <a:lnTo>
                    <a:pt x="1053" y="358"/>
                  </a:lnTo>
                  <a:lnTo>
                    <a:pt x="1053" y="358"/>
                  </a:lnTo>
                  <a:lnTo>
                    <a:pt x="1051" y="358"/>
                  </a:lnTo>
                  <a:lnTo>
                    <a:pt x="1051" y="358"/>
                  </a:lnTo>
                  <a:lnTo>
                    <a:pt x="1051" y="360"/>
                  </a:lnTo>
                  <a:lnTo>
                    <a:pt x="1051" y="360"/>
                  </a:lnTo>
                  <a:lnTo>
                    <a:pt x="1048" y="360"/>
                  </a:lnTo>
                  <a:lnTo>
                    <a:pt x="1048" y="360"/>
                  </a:lnTo>
                  <a:lnTo>
                    <a:pt x="1048" y="360"/>
                  </a:lnTo>
                  <a:lnTo>
                    <a:pt x="1048" y="363"/>
                  </a:lnTo>
                  <a:lnTo>
                    <a:pt x="1048" y="363"/>
                  </a:lnTo>
                  <a:lnTo>
                    <a:pt x="1048" y="363"/>
                  </a:lnTo>
                  <a:lnTo>
                    <a:pt x="1046" y="363"/>
                  </a:lnTo>
                  <a:lnTo>
                    <a:pt x="1046" y="363"/>
                  </a:lnTo>
                  <a:lnTo>
                    <a:pt x="1044" y="363"/>
                  </a:lnTo>
                  <a:lnTo>
                    <a:pt x="1044" y="365"/>
                  </a:lnTo>
                  <a:lnTo>
                    <a:pt x="1044" y="365"/>
                  </a:lnTo>
                  <a:lnTo>
                    <a:pt x="1044" y="365"/>
                  </a:lnTo>
                  <a:lnTo>
                    <a:pt x="1044" y="365"/>
                  </a:lnTo>
                  <a:lnTo>
                    <a:pt x="1044" y="365"/>
                  </a:lnTo>
                  <a:lnTo>
                    <a:pt x="1044" y="365"/>
                  </a:lnTo>
                  <a:lnTo>
                    <a:pt x="1044" y="365"/>
                  </a:lnTo>
                  <a:lnTo>
                    <a:pt x="1044" y="365"/>
                  </a:lnTo>
                  <a:lnTo>
                    <a:pt x="1044" y="365"/>
                  </a:lnTo>
                  <a:lnTo>
                    <a:pt x="1044" y="368"/>
                  </a:lnTo>
                  <a:lnTo>
                    <a:pt x="1041" y="368"/>
                  </a:lnTo>
                  <a:lnTo>
                    <a:pt x="1041" y="368"/>
                  </a:lnTo>
                  <a:lnTo>
                    <a:pt x="1041" y="368"/>
                  </a:lnTo>
                  <a:lnTo>
                    <a:pt x="1041" y="368"/>
                  </a:lnTo>
                  <a:lnTo>
                    <a:pt x="1041" y="370"/>
                  </a:lnTo>
                  <a:lnTo>
                    <a:pt x="1039" y="370"/>
                  </a:lnTo>
                  <a:lnTo>
                    <a:pt x="1039" y="370"/>
                  </a:lnTo>
                  <a:lnTo>
                    <a:pt x="1039" y="370"/>
                  </a:lnTo>
                  <a:lnTo>
                    <a:pt x="1039" y="372"/>
                  </a:lnTo>
                  <a:lnTo>
                    <a:pt x="1036" y="372"/>
                  </a:lnTo>
                  <a:lnTo>
                    <a:pt x="1036" y="372"/>
                  </a:lnTo>
                  <a:lnTo>
                    <a:pt x="1036" y="375"/>
                  </a:lnTo>
                  <a:lnTo>
                    <a:pt x="1036" y="375"/>
                  </a:lnTo>
                  <a:lnTo>
                    <a:pt x="1036" y="375"/>
                  </a:lnTo>
                  <a:lnTo>
                    <a:pt x="1036" y="372"/>
                  </a:lnTo>
                  <a:lnTo>
                    <a:pt x="1036" y="372"/>
                  </a:lnTo>
                  <a:lnTo>
                    <a:pt x="1036" y="370"/>
                  </a:lnTo>
                  <a:lnTo>
                    <a:pt x="1036" y="370"/>
                  </a:lnTo>
                  <a:lnTo>
                    <a:pt x="1034" y="370"/>
                  </a:lnTo>
                  <a:lnTo>
                    <a:pt x="1034" y="370"/>
                  </a:lnTo>
                  <a:lnTo>
                    <a:pt x="1034" y="370"/>
                  </a:lnTo>
                  <a:lnTo>
                    <a:pt x="1034" y="372"/>
                  </a:lnTo>
                  <a:lnTo>
                    <a:pt x="1034" y="372"/>
                  </a:lnTo>
                  <a:lnTo>
                    <a:pt x="1034" y="372"/>
                  </a:lnTo>
                  <a:lnTo>
                    <a:pt x="1034" y="375"/>
                  </a:lnTo>
                  <a:lnTo>
                    <a:pt x="1034" y="375"/>
                  </a:lnTo>
                  <a:lnTo>
                    <a:pt x="1034" y="375"/>
                  </a:lnTo>
                  <a:lnTo>
                    <a:pt x="1032" y="375"/>
                  </a:lnTo>
                  <a:lnTo>
                    <a:pt x="1032" y="375"/>
                  </a:lnTo>
                  <a:lnTo>
                    <a:pt x="1029" y="375"/>
                  </a:lnTo>
                  <a:lnTo>
                    <a:pt x="1029" y="375"/>
                  </a:lnTo>
                  <a:lnTo>
                    <a:pt x="1029" y="375"/>
                  </a:lnTo>
                  <a:lnTo>
                    <a:pt x="1029" y="375"/>
                  </a:lnTo>
                  <a:lnTo>
                    <a:pt x="1027" y="375"/>
                  </a:lnTo>
                  <a:lnTo>
                    <a:pt x="1027" y="375"/>
                  </a:lnTo>
                  <a:lnTo>
                    <a:pt x="1025" y="375"/>
                  </a:lnTo>
                  <a:lnTo>
                    <a:pt x="1025" y="375"/>
                  </a:lnTo>
                  <a:lnTo>
                    <a:pt x="1025" y="375"/>
                  </a:lnTo>
                  <a:lnTo>
                    <a:pt x="1025" y="375"/>
                  </a:lnTo>
                  <a:lnTo>
                    <a:pt x="1025" y="377"/>
                  </a:lnTo>
                  <a:lnTo>
                    <a:pt x="1022" y="377"/>
                  </a:lnTo>
                  <a:lnTo>
                    <a:pt x="1022" y="377"/>
                  </a:lnTo>
                  <a:lnTo>
                    <a:pt x="1022" y="377"/>
                  </a:lnTo>
                  <a:lnTo>
                    <a:pt x="1022" y="375"/>
                  </a:lnTo>
                  <a:lnTo>
                    <a:pt x="1020" y="375"/>
                  </a:lnTo>
                  <a:lnTo>
                    <a:pt x="1020" y="375"/>
                  </a:lnTo>
                  <a:lnTo>
                    <a:pt x="1020" y="375"/>
                  </a:lnTo>
                  <a:lnTo>
                    <a:pt x="1020" y="372"/>
                  </a:lnTo>
                  <a:lnTo>
                    <a:pt x="1020" y="372"/>
                  </a:lnTo>
                  <a:lnTo>
                    <a:pt x="1020" y="370"/>
                  </a:lnTo>
                  <a:lnTo>
                    <a:pt x="1022" y="370"/>
                  </a:lnTo>
                  <a:lnTo>
                    <a:pt x="1022" y="370"/>
                  </a:lnTo>
                  <a:lnTo>
                    <a:pt x="1022" y="370"/>
                  </a:lnTo>
                  <a:lnTo>
                    <a:pt x="1025" y="370"/>
                  </a:lnTo>
                  <a:lnTo>
                    <a:pt x="1025" y="370"/>
                  </a:lnTo>
                  <a:lnTo>
                    <a:pt x="1025" y="370"/>
                  </a:lnTo>
                  <a:lnTo>
                    <a:pt x="1025" y="368"/>
                  </a:lnTo>
                  <a:lnTo>
                    <a:pt x="1025" y="368"/>
                  </a:lnTo>
                  <a:lnTo>
                    <a:pt x="1025" y="368"/>
                  </a:lnTo>
                  <a:lnTo>
                    <a:pt x="1027" y="368"/>
                  </a:lnTo>
                  <a:lnTo>
                    <a:pt x="1027" y="368"/>
                  </a:lnTo>
                  <a:lnTo>
                    <a:pt x="1027" y="368"/>
                  </a:lnTo>
                  <a:lnTo>
                    <a:pt x="1029" y="368"/>
                  </a:lnTo>
                  <a:lnTo>
                    <a:pt x="1029" y="368"/>
                  </a:lnTo>
                  <a:lnTo>
                    <a:pt x="1029" y="368"/>
                  </a:lnTo>
                  <a:lnTo>
                    <a:pt x="1029" y="368"/>
                  </a:lnTo>
                  <a:lnTo>
                    <a:pt x="1032" y="368"/>
                  </a:lnTo>
                  <a:lnTo>
                    <a:pt x="1032" y="368"/>
                  </a:lnTo>
                  <a:lnTo>
                    <a:pt x="1032" y="365"/>
                  </a:lnTo>
                  <a:lnTo>
                    <a:pt x="1032" y="365"/>
                  </a:lnTo>
                  <a:lnTo>
                    <a:pt x="1032" y="365"/>
                  </a:lnTo>
                  <a:lnTo>
                    <a:pt x="1029" y="365"/>
                  </a:lnTo>
                  <a:lnTo>
                    <a:pt x="1029" y="365"/>
                  </a:lnTo>
                  <a:lnTo>
                    <a:pt x="1032" y="365"/>
                  </a:lnTo>
                  <a:lnTo>
                    <a:pt x="1032" y="363"/>
                  </a:lnTo>
                  <a:lnTo>
                    <a:pt x="1032" y="363"/>
                  </a:lnTo>
                  <a:lnTo>
                    <a:pt x="1029" y="363"/>
                  </a:lnTo>
                  <a:lnTo>
                    <a:pt x="1029" y="360"/>
                  </a:lnTo>
                  <a:lnTo>
                    <a:pt x="1029" y="360"/>
                  </a:lnTo>
                  <a:lnTo>
                    <a:pt x="1029" y="360"/>
                  </a:lnTo>
                  <a:lnTo>
                    <a:pt x="1029" y="360"/>
                  </a:lnTo>
                  <a:lnTo>
                    <a:pt x="1029" y="360"/>
                  </a:lnTo>
                  <a:lnTo>
                    <a:pt x="1027" y="360"/>
                  </a:lnTo>
                  <a:lnTo>
                    <a:pt x="1027" y="360"/>
                  </a:lnTo>
                  <a:lnTo>
                    <a:pt x="1025" y="360"/>
                  </a:lnTo>
                  <a:lnTo>
                    <a:pt x="1025" y="360"/>
                  </a:lnTo>
                  <a:lnTo>
                    <a:pt x="1025" y="360"/>
                  </a:lnTo>
                  <a:lnTo>
                    <a:pt x="1025" y="360"/>
                  </a:lnTo>
                  <a:lnTo>
                    <a:pt x="1022" y="360"/>
                  </a:lnTo>
                  <a:lnTo>
                    <a:pt x="1022" y="358"/>
                  </a:lnTo>
                  <a:lnTo>
                    <a:pt x="1025" y="358"/>
                  </a:lnTo>
                  <a:lnTo>
                    <a:pt x="1025" y="358"/>
                  </a:lnTo>
                  <a:lnTo>
                    <a:pt x="1025" y="358"/>
                  </a:lnTo>
                  <a:lnTo>
                    <a:pt x="1025" y="356"/>
                  </a:lnTo>
                  <a:lnTo>
                    <a:pt x="1025" y="356"/>
                  </a:lnTo>
                  <a:lnTo>
                    <a:pt x="1022" y="356"/>
                  </a:lnTo>
                  <a:lnTo>
                    <a:pt x="1022" y="356"/>
                  </a:lnTo>
                  <a:lnTo>
                    <a:pt x="1025" y="356"/>
                  </a:lnTo>
                  <a:lnTo>
                    <a:pt x="1025" y="356"/>
                  </a:lnTo>
                  <a:lnTo>
                    <a:pt x="1025" y="356"/>
                  </a:lnTo>
                  <a:lnTo>
                    <a:pt x="1025" y="353"/>
                  </a:lnTo>
                  <a:lnTo>
                    <a:pt x="1025" y="353"/>
                  </a:lnTo>
                  <a:lnTo>
                    <a:pt x="1027" y="353"/>
                  </a:lnTo>
                  <a:lnTo>
                    <a:pt x="1027" y="353"/>
                  </a:lnTo>
                  <a:lnTo>
                    <a:pt x="1027" y="353"/>
                  </a:lnTo>
                  <a:lnTo>
                    <a:pt x="1029" y="353"/>
                  </a:lnTo>
                  <a:lnTo>
                    <a:pt x="1029" y="351"/>
                  </a:lnTo>
                  <a:lnTo>
                    <a:pt x="1029" y="351"/>
                  </a:lnTo>
                  <a:lnTo>
                    <a:pt x="1029" y="349"/>
                  </a:lnTo>
                  <a:lnTo>
                    <a:pt x="1029" y="349"/>
                  </a:lnTo>
                  <a:lnTo>
                    <a:pt x="1029" y="349"/>
                  </a:lnTo>
                  <a:lnTo>
                    <a:pt x="1029" y="346"/>
                  </a:lnTo>
                  <a:lnTo>
                    <a:pt x="1029" y="346"/>
                  </a:lnTo>
                  <a:lnTo>
                    <a:pt x="1032" y="346"/>
                  </a:lnTo>
                  <a:lnTo>
                    <a:pt x="1032" y="346"/>
                  </a:lnTo>
                  <a:lnTo>
                    <a:pt x="1032" y="346"/>
                  </a:lnTo>
                  <a:lnTo>
                    <a:pt x="1034" y="346"/>
                  </a:lnTo>
                  <a:lnTo>
                    <a:pt x="1034" y="346"/>
                  </a:lnTo>
                  <a:lnTo>
                    <a:pt x="1034" y="346"/>
                  </a:lnTo>
                  <a:lnTo>
                    <a:pt x="1034" y="346"/>
                  </a:lnTo>
                  <a:lnTo>
                    <a:pt x="1036" y="346"/>
                  </a:lnTo>
                  <a:lnTo>
                    <a:pt x="1036" y="344"/>
                  </a:lnTo>
                  <a:lnTo>
                    <a:pt x="1036" y="344"/>
                  </a:lnTo>
                  <a:lnTo>
                    <a:pt x="1036" y="344"/>
                  </a:lnTo>
                  <a:lnTo>
                    <a:pt x="1036" y="344"/>
                  </a:lnTo>
                  <a:lnTo>
                    <a:pt x="1036" y="341"/>
                  </a:lnTo>
                  <a:lnTo>
                    <a:pt x="1039" y="341"/>
                  </a:lnTo>
                  <a:lnTo>
                    <a:pt x="1039" y="341"/>
                  </a:lnTo>
                  <a:lnTo>
                    <a:pt x="1039" y="341"/>
                  </a:lnTo>
                  <a:lnTo>
                    <a:pt x="1041" y="341"/>
                  </a:lnTo>
                  <a:lnTo>
                    <a:pt x="1041" y="339"/>
                  </a:lnTo>
                  <a:lnTo>
                    <a:pt x="1039" y="339"/>
                  </a:lnTo>
                  <a:lnTo>
                    <a:pt x="1039" y="339"/>
                  </a:lnTo>
                  <a:lnTo>
                    <a:pt x="1041" y="339"/>
                  </a:lnTo>
                  <a:lnTo>
                    <a:pt x="1041" y="339"/>
                  </a:lnTo>
                  <a:lnTo>
                    <a:pt x="1041" y="337"/>
                  </a:lnTo>
                  <a:lnTo>
                    <a:pt x="1041" y="337"/>
                  </a:lnTo>
                  <a:lnTo>
                    <a:pt x="1041" y="337"/>
                  </a:lnTo>
                  <a:lnTo>
                    <a:pt x="1041" y="337"/>
                  </a:lnTo>
                  <a:lnTo>
                    <a:pt x="1044" y="337"/>
                  </a:lnTo>
                  <a:lnTo>
                    <a:pt x="1044" y="334"/>
                  </a:lnTo>
                  <a:lnTo>
                    <a:pt x="1044" y="334"/>
                  </a:lnTo>
                  <a:lnTo>
                    <a:pt x="1044" y="334"/>
                  </a:lnTo>
                  <a:lnTo>
                    <a:pt x="1044" y="334"/>
                  </a:lnTo>
                  <a:lnTo>
                    <a:pt x="1044" y="332"/>
                  </a:lnTo>
                  <a:lnTo>
                    <a:pt x="1046" y="332"/>
                  </a:lnTo>
                  <a:lnTo>
                    <a:pt x="1046" y="332"/>
                  </a:lnTo>
                  <a:lnTo>
                    <a:pt x="1044" y="332"/>
                  </a:lnTo>
                  <a:lnTo>
                    <a:pt x="1044" y="330"/>
                  </a:lnTo>
                  <a:lnTo>
                    <a:pt x="1044" y="330"/>
                  </a:lnTo>
                  <a:lnTo>
                    <a:pt x="1044" y="330"/>
                  </a:lnTo>
                  <a:lnTo>
                    <a:pt x="1044" y="330"/>
                  </a:lnTo>
                  <a:lnTo>
                    <a:pt x="1044" y="327"/>
                  </a:lnTo>
                  <a:lnTo>
                    <a:pt x="1044" y="327"/>
                  </a:lnTo>
                  <a:lnTo>
                    <a:pt x="1041" y="327"/>
                  </a:lnTo>
                  <a:lnTo>
                    <a:pt x="1041" y="327"/>
                  </a:lnTo>
                  <a:lnTo>
                    <a:pt x="1041" y="325"/>
                  </a:lnTo>
                  <a:lnTo>
                    <a:pt x="1041" y="325"/>
                  </a:lnTo>
                  <a:lnTo>
                    <a:pt x="1041" y="325"/>
                  </a:lnTo>
                  <a:lnTo>
                    <a:pt x="1039" y="325"/>
                  </a:lnTo>
                  <a:lnTo>
                    <a:pt x="1039" y="325"/>
                  </a:lnTo>
                  <a:lnTo>
                    <a:pt x="1036" y="325"/>
                  </a:lnTo>
                  <a:lnTo>
                    <a:pt x="1036" y="325"/>
                  </a:lnTo>
                  <a:lnTo>
                    <a:pt x="1036" y="325"/>
                  </a:lnTo>
                  <a:lnTo>
                    <a:pt x="1036" y="323"/>
                  </a:lnTo>
                  <a:lnTo>
                    <a:pt x="1036" y="323"/>
                  </a:lnTo>
                  <a:lnTo>
                    <a:pt x="1034" y="323"/>
                  </a:lnTo>
                  <a:lnTo>
                    <a:pt x="1034" y="323"/>
                  </a:lnTo>
                  <a:lnTo>
                    <a:pt x="1034" y="325"/>
                  </a:lnTo>
                  <a:lnTo>
                    <a:pt x="1034" y="325"/>
                  </a:lnTo>
                  <a:lnTo>
                    <a:pt x="1032" y="325"/>
                  </a:lnTo>
                  <a:lnTo>
                    <a:pt x="1032" y="325"/>
                  </a:lnTo>
                  <a:lnTo>
                    <a:pt x="1029" y="325"/>
                  </a:lnTo>
                  <a:lnTo>
                    <a:pt x="1029" y="323"/>
                  </a:lnTo>
                  <a:lnTo>
                    <a:pt x="1029" y="323"/>
                  </a:lnTo>
                  <a:lnTo>
                    <a:pt x="1029" y="323"/>
                  </a:lnTo>
                  <a:lnTo>
                    <a:pt x="1029" y="323"/>
                  </a:lnTo>
                  <a:lnTo>
                    <a:pt x="1027" y="323"/>
                  </a:lnTo>
                  <a:lnTo>
                    <a:pt x="1027" y="323"/>
                  </a:lnTo>
                  <a:lnTo>
                    <a:pt x="1025" y="323"/>
                  </a:lnTo>
                  <a:lnTo>
                    <a:pt x="1025" y="323"/>
                  </a:lnTo>
                  <a:lnTo>
                    <a:pt x="1025" y="323"/>
                  </a:lnTo>
                  <a:lnTo>
                    <a:pt x="1022" y="323"/>
                  </a:lnTo>
                  <a:lnTo>
                    <a:pt x="1022" y="323"/>
                  </a:lnTo>
                  <a:lnTo>
                    <a:pt x="1022" y="323"/>
                  </a:lnTo>
                  <a:lnTo>
                    <a:pt x="1022" y="323"/>
                  </a:lnTo>
                  <a:lnTo>
                    <a:pt x="1020" y="323"/>
                  </a:lnTo>
                  <a:lnTo>
                    <a:pt x="1020" y="325"/>
                  </a:lnTo>
                  <a:lnTo>
                    <a:pt x="1020" y="325"/>
                  </a:lnTo>
                  <a:lnTo>
                    <a:pt x="1017" y="325"/>
                  </a:lnTo>
                  <a:lnTo>
                    <a:pt x="1017" y="325"/>
                  </a:lnTo>
                  <a:lnTo>
                    <a:pt x="1020" y="325"/>
                  </a:lnTo>
                  <a:lnTo>
                    <a:pt x="1020" y="325"/>
                  </a:lnTo>
                  <a:lnTo>
                    <a:pt x="1020" y="327"/>
                  </a:lnTo>
                  <a:lnTo>
                    <a:pt x="1017" y="327"/>
                  </a:lnTo>
                  <a:lnTo>
                    <a:pt x="1017" y="327"/>
                  </a:lnTo>
                  <a:lnTo>
                    <a:pt x="1017" y="327"/>
                  </a:lnTo>
                  <a:lnTo>
                    <a:pt x="1015" y="327"/>
                  </a:lnTo>
                  <a:lnTo>
                    <a:pt x="1015" y="327"/>
                  </a:lnTo>
                  <a:lnTo>
                    <a:pt x="1015" y="327"/>
                  </a:lnTo>
                  <a:lnTo>
                    <a:pt x="1015" y="330"/>
                  </a:lnTo>
                  <a:lnTo>
                    <a:pt x="1015" y="330"/>
                  </a:lnTo>
                  <a:lnTo>
                    <a:pt x="1015" y="330"/>
                  </a:lnTo>
                  <a:lnTo>
                    <a:pt x="1015" y="330"/>
                  </a:lnTo>
                  <a:lnTo>
                    <a:pt x="1015" y="332"/>
                  </a:lnTo>
                  <a:lnTo>
                    <a:pt x="1015" y="332"/>
                  </a:lnTo>
                  <a:lnTo>
                    <a:pt x="1015" y="332"/>
                  </a:lnTo>
                  <a:lnTo>
                    <a:pt x="1013" y="332"/>
                  </a:lnTo>
                  <a:lnTo>
                    <a:pt x="1013" y="332"/>
                  </a:lnTo>
                  <a:lnTo>
                    <a:pt x="1013" y="332"/>
                  </a:lnTo>
                  <a:lnTo>
                    <a:pt x="1013" y="332"/>
                  </a:lnTo>
                  <a:lnTo>
                    <a:pt x="1010" y="332"/>
                  </a:lnTo>
                  <a:lnTo>
                    <a:pt x="1010" y="332"/>
                  </a:lnTo>
                  <a:lnTo>
                    <a:pt x="1010" y="334"/>
                  </a:lnTo>
                  <a:lnTo>
                    <a:pt x="1010" y="334"/>
                  </a:lnTo>
                  <a:lnTo>
                    <a:pt x="1010" y="337"/>
                  </a:lnTo>
                  <a:lnTo>
                    <a:pt x="1010" y="337"/>
                  </a:lnTo>
                  <a:lnTo>
                    <a:pt x="1008" y="337"/>
                  </a:lnTo>
                  <a:lnTo>
                    <a:pt x="1008" y="337"/>
                  </a:lnTo>
                  <a:lnTo>
                    <a:pt x="1008" y="337"/>
                  </a:lnTo>
                  <a:lnTo>
                    <a:pt x="1008" y="337"/>
                  </a:lnTo>
                  <a:lnTo>
                    <a:pt x="1008" y="339"/>
                  </a:lnTo>
                  <a:lnTo>
                    <a:pt x="1008" y="339"/>
                  </a:lnTo>
                  <a:lnTo>
                    <a:pt x="1008" y="339"/>
                  </a:lnTo>
                  <a:lnTo>
                    <a:pt x="1006" y="339"/>
                  </a:lnTo>
                  <a:lnTo>
                    <a:pt x="1006" y="339"/>
                  </a:lnTo>
                  <a:lnTo>
                    <a:pt x="1003" y="339"/>
                  </a:lnTo>
                  <a:lnTo>
                    <a:pt x="1003" y="341"/>
                  </a:lnTo>
                  <a:lnTo>
                    <a:pt x="1003" y="341"/>
                  </a:lnTo>
                  <a:lnTo>
                    <a:pt x="1003" y="341"/>
                  </a:lnTo>
                  <a:lnTo>
                    <a:pt x="1003" y="341"/>
                  </a:lnTo>
                  <a:lnTo>
                    <a:pt x="1001" y="341"/>
                  </a:lnTo>
                  <a:lnTo>
                    <a:pt x="1001" y="341"/>
                  </a:lnTo>
                  <a:lnTo>
                    <a:pt x="1001" y="341"/>
                  </a:lnTo>
                  <a:lnTo>
                    <a:pt x="1001" y="344"/>
                  </a:lnTo>
                  <a:lnTo>
                    <a:pt x="999" y="344"/>
                  </a:lnTo>
                  <a:lnTo>
                    <a:pt x="999" y="344"/>
                  </a:lnTo>
                  <a:lnTo>
                    <a:pt x="996" y="344"/>
                  </a:lnTo>
                  <a:lnTo>
                    <a:pt x="996" y="344"/>
                  </a:lnTo>
                  <a:lnTo>
                    <a:pt x="996" y="344"/>
                  </a:lnTo>
                  <a:lnTo>
                    <a:pt x="996" y="344"/>
                  </a:lnTo>
                  <a:lnTo>
                    <a:pt x="996" y="346"/>
                  </a:lnTo>
                  <a:lnTo>
                    <a:pt x="994" y="346"/>
                  </a:lnTo>
                  <a:lnTo>
                    <a:pt x="994" y="346"/>
                  </a:lnTo>
                  <a:lnTo>
                    <a:pt x="991" y="346"/>
                  </a:lnTo>
                  <a:lnTo>
                    <a:pt x="991" y="346"/>
                  </a:lnTo>
                  <a:lnTo>
                    <a:pt x="991" y="346"/>
                  </a:lnTo>
                  <a:lnTo>
                    <a:pt x="991" y="346"/>
                  </a:lnTo>
                  <a:lnTo>
                    <a:pt x="989" y="346"/>
                  </a:lnTo>
                  <a:lnTo>
                    <a:pt x="989" y="346"/>
                  </a:lnTo>
                  <a:lnTo>
                    <a:pt x="989" y="346"/>
                  </a:lnTo>
                  <a:lnTo>
                    <a:pt x="989" y="346"/>
                  </a:lnTo>
                  <a:lnTo>
                    <a:pt x="987" y="346"/>
                  </a:lnTo>
                  <a:lnTo>
                    <a:pt x="987" y="349"/>
                  </a:lnTo>
                  <a:lnTo>
                    <a:pt x="987" y="349"/>
                  </a:lnTo>
                  <a:lnTo>
                    <a:pt x="987" y="349"/>
                  </a:lnTo>
                  <a:lnTo>
                    <a:pt x="984" y="349"/>
                  </a:lnTo>
                  <a:lnTo>
                    <a:pt x="984" y="351"/>
                  </a:lnTo>
                  <a:lnTo>
                    <a:pt x="984" y="351"/>
                  </a:lnTo>
                  <a:lnTo>
                    <a:pt x="984" y="351"/>
                  </a:lnTo>
                  <a:lnTo>
                    <a:pt x="984" y="351"/>
                  </a:lnTo>
                  <a:lnTo>
                    <a:pt x="984" y="353"/>
                  </a:lnTo>
                  <a:lnTo>
                    <a:pt x="982" y="353"/>
                  </a:lnTo>
                  <a:lnTo>
                    <a:pt x="982" y="353"/>
                  </a:lnTo>
                  <a:lnTo>
                    <a:pt x="982" y="356"/>
                  </a:lnTo>
                  <a:lnTo>
                    <a:pt x="982" y="356"/>
                  </a:lnTo>
                  <a:lnTo>
                    <a:pt x="982" y="356"/>
                  </a:lnTo>
                  <a:lnTo>
                    <a:pt x="982" y="356"/>
                  </a:lnTo>
                  <a:lnTo>
                    <a:pt x="982" y="358"/>
                  </a:lnTo>
                  <a:lnTo>
                    <a:pt x="982" y="358"/>
                  </a:lnTo>
                  <a:lnTo>
                    <a:pt x="982" y="358"/>
                  </a:lnTo>
                  <a:lnTo>
                    <a:pt x="982" y="360"/>
                  </a:lnTo>
                  <a:lnTo>
                    <a:pt x="982" y="360"/>
                  </a:lnTo>
                  <a:lnTo>
                    <a:pt x="982" y="360"/>
                  </a:lnTo>
                  <a:lnTo>
                    <a:pt x="982" y="360"/>
                  </a:lnTo>
                  <a:lnTo>
                    <a:pt x="980" y="360"/>
                  </a:lnTo>
                  <a:lnTo>
                    <a:pt x="980" y="363"/>
                  </a:lnTo>
                  <a:lnTo>
                    <a:pt x="980" y="363"/>
                  </a:lnTo>
                  <a:lnTo>
                    <a:pt x="977" y="363"/>
                  </a:lnTo>
                  <a:lnTo>
                    <a:pt x="977" y="363"/>
                  </a:lnTo>
                  <a:lnTo>
                    <a:pt x="977" y="365"/>
                  </a:lnTo>
                  <a:lnTo>
                    <a:pt x="977" y="365"/>
                  </a:lnTo>
                  <a:lnTo>
                    <a:pt x="977" y="365"/>
                  </a:lnTo>
                  <a:lnTo>
                    <a:pt x="977" y="365"/>
                  </a:lnTo>
                  <a:lnTo>
                    <a:pt x="975" y="365"/>
                  </a:lnTo>
                  <a:lnTo>
                    <a:pt x="975" y="365"/>
                  </a:lnTo>
                  <a:lnTo>
                    <a:pt x="975" y="365"/>
                  </a:lnTo>
                  <a:lnTo>
                    <a:pt x="975" y="365"/>
                  </a:lnTo>
                  <a:lnTo>
                    <a:pt x="975" y="368"/>
                  </a:lnTo>
                  <a:lnTo>
                    <a:pt x="973" y="368"/>
                  </a:lnTo>
                  <a:lnTo>
                    <a:pt x="973" y="368"/>
                  </a:lnTo>
                  <a:lnTo>
                    <a:pt x="970" y="368"/>
                  </a:lnTo>
                  <a:lnTo>
                    <a:pt x="970" y="365"/>
                  </a:lnTo>
                  <a:lnTo>
                    <a:pt x="970" y="365"/>
                  </a:lnTo>
                  <a:lnTo>
                    <a:pt x="970" y="365"/>
                  </a:lnTo>
                  <a:lnTo>
                    <a:pt x="968" y="365"/>
                  </a:lnTo>
                  <a:lnTo>
                    <a:pt x="968" y="365"/>
                  </a:lnTo>
                  <a:lnTo>
                    <a:pt x="968" y="365"/>
                  </a:lnTo>
                  <a:lnTo>
                    <a:pt x="968" y="365"/>
                  </a:lnTo>
                  <a:lnTo>
                    <a:pt x="968" y="365"/>
                  </a:lnTo>
                  <a:lnTo>
                    <a:pt x="965" y="365"/>
                  </a:lnTo>
                  <a:lnTo>
                    <a:pt x="965" y="365"/>
                  </a:lnTo>
                  <a:lnTo>
                    <a:pt x="965" y="368"/>
                  </a:lnTo>
                  <a:lnTo>
                    <a:pt x="963" y="368"/>
                  </a:lnTo>
                  <a:lnTo>
                    <a:pt x="963" y="368"/>
                  </a:lnTo>
                  <a:lnTo>
                    <a:pt x="963" y="368"/>
                  </a:lnTo>
                  <a:lnTo>
                    <a:pt x="963" y="368"/>
                  </a:lnTo>
                  <a:lnTo>
                    <a:pt x="963" y="370"/>
                  </a:lnTo>
                  <a:lnTo>
                    <a:pt x="961" y="370"/>
                  </a:lnTo>
                  <a:lnTo>
                    <a:pt x="961" y="370"/>
                  </a:lnTo>
                  <a:lnTo>
                    <a:pt x="961" y="368"/>
                  </a:lnTo>
                  <a:lnTo>
                    <a:pt x="958" y="368"/>
                  </a:lnTo>
                  <a:lnTo>
                    <a:pt x="958" y="368"/>
                  </a:lnTo>
                  <a:lnTo>
                    <a:pt x="958" y="368"/>
                  </a:lnTo>
                  <a:lnTo>
                    <a:pt x="958" y="368"/>
                  </a:lnTo>
                  <a:lnTo>
                    <a:pt x="958" y="365"/>
                  </a:lnTo>
                  <a:lnTo>
                    <a:pt x="958" y="365"/>
                  </a:lnTo>
                  <a:lnTo>
                    <a:pt x="956" y="365"/>
                  </a:lnTo>
                  <a:lnTo>
                    <a:pt x="956" y="365"/>
                  </a:lnTo>
                  <a:lnTo>
                    <a:pt x="956" y="365"/>
                  </a:lnTo>
                  <a:lnTo>
                    <a:pt x="956" y="365"/>
                  </a:lnTo>
                  <a:lnTo>
                    <a:pt x="954" y="365"/>
                  </a:lnTo>
                  <a:lnTo>
                    <a:pt x="954" y="365"/>
                  </a:lnTo>
                  <a:lnTo>
                    <a:pt x="951" y="365"/>
                  </a:lnTo>
                  <a:lnTo>
                    <a:pt x="951" y="365"/>
                  </a:lnTo>
                  <a:lnTo>
                    <a:pt x="951" y="365"/>
                  </a:lnTo>
                  <a:lnTo>
                    <a:pt x="951" y="365"/>
                  </a:lnTo>
                  <a:lnTo>
                    <a:pt x="951" y="365"/>
                  </a:lnTo>
                  <a:lnTo>
                    <a:pt x="949" y="365"/>
                  </a:lnTo>
                  <a:lnTo>
                    <a:pt x="949" y="368"/>
                  </a:lnTo>
                  <a:lnTo>
                    <a:pt x="949" y="368"/>
                  </a:lnTo>
                  <a:lnTo>
                    <a:pt x="949" y="370"/>
                  </a:lnTo>
                  <a:lnTo>
                    <a:pt x="949" y="370"/>
                  </a:lnTo>
                  <a:lnTo>
                    <a:pt x="949" y="370"/>
                  </a:lnTo>
                  <a:lnTo>
                    <a:pt x="949" y="372"/>
                  </a:lnTo>
                  <a:lnTo>
                    <a:pt x="949" y="372"/>
                  </a:lnTo>
                  <a:lnTo>
                    <a:pt x="949" y="372"/>
                  </a:lnTo>
                  <a:lnTo>
                    <a:pt x="946" y="372"/>
                  </a:lnTo>
                  <a:lnTo>
                    <a:pt x="946" y="375"/>
                  </a:lnTo>
                  <a:lnTo>
                    <a:pt x="946" y="375"/>
                  </a:lnTo>
                  <a:lnTo>
                    <a:pt x="946" y="375"/>
                  </a:lnTo>
                  <a:lnTo>
                    <a:pt x="944" y="375"/>
                  </a:lnTo>
                  <a:lnTo>
                    <a:pt x="944" y="375"/>
                  </a:lnTo>
                  <a:lnTo>
                    <a:pt x="944" y="377"/>
                  </a:lnTo>
                  <a:lnTo>
                    <a:pt x="944" y="377"/>
                  </a:lnTo>
                  <a:lnTo>
                    <a:pt x="944" y="379"/>
                  </a:lnTo>
                  <a:lnTo>
                    <a:pt x="944" y="379"/>
                  </a:lnTo>
                  <a:lnTo>
                    <a:pt x="946" y="379"/>
                  </a:lnTo>
                  <a:lnTo>
                    <a:pt x="946" y="382"/>
                  </a:lnTo>
                  <a:lnTo>
                    <a:pt x="946" y="382"/>
                  </a:lnTo>
                  <a:lnTo>
                    <a:pt x="946" y="382"/>
                  </a:lnTo>
                  <a:lnTo>
                    <a:pt x="946" y="384"/>
                  </a:lnTo>
                  <a:lnTo>
                    <a:pt x="946" y="384"/>
                  </a:lnTo>
                  <a:lnTo>
                    <a:pt x="949" y="384"/>
                  </a:lnTo>
                  <a:lnTo>
                    <a:pt x="949" y="384"/>
                  </a:lnTo>
                  <a:lnTo>
                    <a:pt x="949" y="384"/>
                  </a:lnTo>
                  <a:lnTo>
                    <a:pt x="949" y="387"/>
                  </a:lnTo>
                  <a:lnTo>
                    <a:pt x="949" y="387"/>
                  </a:lnTo>
                  <a:lnTo>
                    <a:pt x="951" y="387"/>
                  </a:lnTo>
                  <a:lnTo>
                    <a:pt x="951" y="387"/>
                  </a:lnTo>
                  <a:lnTo>
                    <a:pt x="951" y="387"/>
                  </a:lnTo>
                  <a:lnTo>
                    <a:pt x="951" y="387"/>
                  </a:lnTo>
                  <a:lnTo>
                    <a:pt x="951" y="389"/>
                  </a:lnTo>
                  <a:lnTo>
                    <a:pt x="954" y="389"/>
                  </a:lnTo>
                  <a:lnTo>
                    <a:pt x="954" y="389"/>
                  </a:lnTo>
                  <a:lnTo>
                    <a:pt x="954" y="389"/>
                  </a:lnTo>
                  <a:lnTo>
                    <a:pt x="956" y="389"/>
                  </a:lnTo>
                  <a:lnTo>
                    <a:pt x="956" y="391"/>
                  </a:lnTo>
                  <a:lnTo>
                    <a:pt x="956" y="391"/>
                  </a:lnTo>
                  <a:lnTo>
                    <a:pt x="956" y="391"/>
                  </a:lnTo>
                  <a:lnTo>
                    <a:pt x="958" y="391"/>
                  </a:lnTo>
                  <a:lnTo>
                    <a:pt x="958" y="391"/>
                  </a:lnTo>
                  <a:lnTo>
                    <a:pt x="958" y="391"/>
                  </a:lnTo>
                  <a:lnTo>
                    <a:pt x="961" y="391"/>
                  </a:lnTo>
                  <a:lnTo>
                    <a:pt x="961" y="391"/>
                  </a:lnTo>
                  <a:lnTo>
                    <a:pt x="963" y="391"/>
                  </a:lnTo>
                  <a:lnTo>
                    <a:pt x="963" y="391"/>
                  </a:lnTo>
                  <a:lnTo>
                    <a:pt x="963" y="391"/>
                  </a:lnTo>
                  <a:lnTo>
                    <a:pt x="963" y="391"/>
                  </a:lnTo>
                  <a:lnTo>
                    <a:pt x="965" y="391"/>
                  </a:lnTo>
                  <a:lnTo>
                    <a:pt x="965" y="391"/>
                  </a:lnTo>
                  <a:lnTo>
                    <a:pt x="965" y="391"/>
                  </a:lnTo>
                  <a:lnTo>
                    <a:pt x="968" y="391"/>
                  </a:lnTo>
                  <a:lnTo>
                    <a:pt x="968" y="391"/>
                  </a:lnTo>
                  <a:lnTo>
                    <a:pt x="968" y="391"/>
                  </a:lnTo>
                  <a:lnTo>
                    <a:pt x="968" y="389"/>
                  </a:lnTo>
                  <a:lnTo>
                    <a:pt x="970" y="389"/>
                  </a:lnTo>
                  <a:lnTo>
                    <a:pt x="970" y="389"/>
                  </a:lnTo>
                  <a:lnTo>
                    <a:pt x="970" y="389"/>
                  </a:lnTo>
                  <a:lnTo>
                    <a:pt x="970" y="389"/>
                  </a:lnTo>
                  <a:lnTo>
                    <a:pt x="973" y="389"/>
                  </a:lnTo>
                  <a:lnTo>
                    <a:pt x="973" y="389"/>
                  </a:lnTo>
                  <a:lnTo>
                    <a:pt x="973" y="389"/>
                  </a:lnTo>
                  <a:lnTo>
                    <a:pt x="973" y="391"/>
                  </a:lnTo>
                  <a:lnTo>
                    <a:pt x="973" y="391"/>
                  </a:lnTo>
                  <a:lnTo>
                    <a:pt x="973" y="394"/>
                  </a:lnTo>
                  <a:lnTo>
                    <a:pt x="975" y="394"/>
                  </a:lnTo>
                  <a:lnTo>
                    <a:pt x="975" y="394"/>
                  </a:lnTo>
                  <a:lnTo>
                    <a:pt x="975" y="394"/>
                  </a:lnTo>
                  <a:lnTo>
                    <a:pt x="975" y="394"/>
                  </a:lnTo>
                  <a:lnTo>
                    <a:pt x="975" y="396"/>
                  </a:lnTo>
                  <a:lnTo>
                    <a:pt x="975" y="396"/>
                  </a:lnTo>
                  <a:lnTo>
                    <a:pt x="977" y="396"/>
                  </a:lnTo>
                  <a:lnTo>
                    <a:pt x="977" y="396"/>
                  </a:lnTo>
                  <a:lnTo>
                    <a:pt x="977" y="398"/>
                  </a:lnTo>
                  <a:lnTo>
                    <a:pt x="977" y="398"/>
                  </a:lnTo>
                  <a:lnTo>
                    <a:pt x="977" y="401"/>
                  </a:lnTo>
                  <a:lnTo>
                    <a:pt x="977" y="401"/>
                  </a:lnTo>
                  <a:lnTo>
                    <a:pt x="977" y="401"/>
                  </a:lnTo>
                  <a:lnTo>
                    <a:pt x="977" y="403"/>
                  </a:lnTo>
                  <a:lnTo>
                    <a:pt x="977" y="403"/>
                  </a:lnTo>
                  <a:lnTo>
                    <a:pt x="977" y="403"/>
                  </a:lnTo>
                  <a:lnTo>
                    <a:pt x="977" y="405"/>
                  </a:lnTo>
                  <a:lnTo>
                    <a:pt x="975" y="405"/>
                  </a:lnTo>
                  <a:lnTo>
                    <a:pt x="975" y="405"/>
                  </a:lnTo>
                  <a:lnTo>
                    <a:pt x="975" y="405"/>
                  </a:lnTo>
                  <a:lnTo>
                    <a:pt x="975" y="405"/>
                  </a:lnTo>
                  <a:lnTo>
                    <a:pt x="975" y="408"/>
                  </a:lnTo>
                  <a:lnTo>
                    <a:pt x="975" y="408"/>
                  </a:lnTo>
                  <a:lnTo>
                    <a:pt x="975" y="410"/>
                  </a:lnTo>
                  <a:lnTo>
                    <a:pt x="975" y="410"/>
                  </a:lnTo>
                  <a:lnTo>
                    <a:pt x="975" y="410"/>
                  </a:lnTo>
                  <a:lnTo>
                    <a:pt x="975" y="413"/>
                  </a:lnTo>
                  <a:lnTo>
                    <a:pt x="975" y="413"/>
                  </a:lnTo>
                  <a:lnTo>
                    <a:pt x="977" y="413"/>
                  </a:lnTo>
                  <a:lnTo>
                    <a:pt x="977" y="413"/>
                  </a:lnTo>
                  <a:lnTo>
                    <a:pt x="977" y="415"/>
                  </a:lnTo>
                  <a:lnTo>
                    <a:pt x="977" y="415"/>
                  </a:lnTo>
                  <a:lnTo>
                    <a:pt x="980" y="415"/>
                  </a:lnTo>
                  <a:lnTo>
                    <a:pt x="980" y="415"/>
                  </a:lnTo>
                  <a:lnTo>
                    <a:pt x="980" y="415"/>
                  </a:lnTo>
                  <a:lnTo>
                    <a:pt x="982" y="415"/>
                  </a:lnTo>
                  <a:lnTo>
                    <a:pt x="982" y="415"/>
                  </a:lnTo>
                  <a:lnTo>
                    <a:pt x="982" y="415"/>
                  </a:lnTo>
                  <a:lnTo>
                    <a:pt x="982" y="415"/>
                  </a:lnTo>
                  <a:lnTo>
                    <a:pt x="984" y="415"/>
                  </a:lnTo>
                  <a:lnTo>
                    <a:pt x="984" y="415"/>
                  </a:lnTo>
                  <a:lnTo>
                    <a:pt x="984" y="415"/>
                  </a:lnTo>
                  <a:lnTo>
                    <a:pt x="987" y="415"/>
                  </a:lnTo>
                  <a:lnTo>
                    <a:pt x="987" y="415"/>
                  </a:lnTo>
                  <a:lnTo>
                    <a:pt x="989" y="415"/>
                  </a:lnTo>
                  <a:lnTo>
                    <a:pt x="989" y="415"/>
                  </a:lnTo>
                  <a:lnTo>
                    <a:pt x="989" y="415"/>
                  </a:lnTo>
                  <a:lnTo>
                    <a:pt x="991" y="415"/>
                  </a:lnTo>
                  <a:lnTo>
                    <a:pt x="991" y="415"/>
                  </a:lnTo>
                  <a:lnTo>
                    <a:pt x="991" y="415"/>
                  </a:lnTo>
                  <a:lnTo>
                    <a:pt x="991" y="415"/>
                  </a:lnTo>
                  <a:lnTo>
                    <a:pt x="994" y="415"/>
                  </a:lnTo>
                  <a:lnTo>
                    <a:pt x="994" y="415"/>
                  </a:lnTo>
                  <a:lnTo>
                    <a:pt x="994" y="415"/>
                  </a:lnTo>
                  <a:lnTo>
                    <a:pt x="994" y="413"/>
                  </a:lnTo>
                  <a:lnTo>
                    <a:pt x="994" y="413"/>
                  </a:lnTo>
                  <a:lnTo>
                    <a:pt x="994" y="413"/>
                  </a:lnTo>
                  <a:lnTo>
                    <a:pt x="994" y="410"/>
                  </a:lnTo>
                  <a:lnTo>
                    <a:pt x="994" y="410"/>
                  </a:lnTo>
                  <a:lnTo>
                    <a:pt x="994" y="410"/>
                  </a:lnTo>
                  <a:lnTo>
                    <a:pt x="996" y="410"/>
                  </a:lnTo>
                  <a:lnTo>
                    <a:pt x="996" y="410"/>
                  </a:lnTo>
                  <a:lnTo>
                    <a:pt x="996" y="408"/>
                  </a:lnTo>
                  <a:lnTo>
                    <a:pt x="996" y="408"/>
                  </a:lnTo>
                  <a:lnTo>
                    <a:pt x="999" y="408"/>
                  </a:lnTo>
                  <a:lnTo>
                    <a:pt x="999" y="408"/>
                  </a:lnTo>
                  <a:lnTo>
                    <a:pt x="999" y="408"/>
                  </a:lnTo>
                  <a:lnTo>
                    <a:pt x="1001" y="408"/>
                  </a:lnTo>
                  <a:lnTo>
                    <a:pt x="1001" y="408"/>
                  </a:lnTo>
                  <a:lnTo>
                    <a:pt x="1001" y="405"/>
                  </a:lnTo>
                  <a:lnTo>
                    <a:pt x="1001" y="405"/>
                  </a:lnTo>
                  <a:lnTo>
                    <a:pt x="1001" y="405"/>
                  </a:lnTo>
                  <a:lnTo>
                    <a:pt x="1003" y="405"/>
                  </a:lnTo>
                  <a:lnTo>
                    <a:pt x="1003" y="405"/>
                  </a:lnTo>
                  <a:lnTo>
                    <a:pt x="1003" y="405"/>
                  </a:lnTo>
                  <a:lnTo>
                    <a:pt x="1003" y="403"/>
                  </a:lnTo>
                  <a:lnTo>
                    <a:pt x="1003" y="403"/>
                  </a:lnTo>
                  <a:lnTo>
                    <a:pt x="1001" y="403"/>
                  </a:lnTo>
                  <a:lnTo>
                    <a:pt x="1001" y="403"/>
                  </a:lnTo>
                  <a:lnTo>
                    <a:pt x="1003" y="403"/>
                  </a:lnTo>
                  <a:lnTo>
                    <a:pt x="1003" y="403"/>
                  </a:lnTo>
                  <a:lnTo>
                    <a:pt x="1003" y="403"/>
                  </a:lnTo>
                  <a:lnTo>
                    <a:pt x="1006" y="403"/>
                  </a:lnTo>
                  <a:lnTo>
                    <a:pt x="1006" y="401"/>
                  </a:lnTo>
                  <a:lnTo>
                    <a:pt x="1006" y="401"/>
                  </a:lnTo>
                  <a:lnTo>
                    <a:pt x="1006" y="401"/>
                  </a:lnTo>
                  <a:lnTo>
                    <a:pt x="1008" y="401"/>
                  </a:lnTo>
                  <a:lnTo>
                    <a:pt x="1008" y="401"/>
                  </a:lnTo>
                  <a:lnTo>
                    <a:pt x="1008" y="401"/>
                  </a:lnTo>
                  <a:lnTo>
                    <a:pt x="1010" y="401"/>
                  </a:lnTo>
                  <a:lnTo>
                    <a:pt x="1010" y="401"/>
                  </a:lnTo>
                  <a:lnTo>
                    <a:pt x="1010" y="401"/>
                  </a:lnTo>
                  <a:lnTo>
                    <a:pt x="1010" y="398"/>
                  </a:lnTo>
                  <a:lnTo>
                    <a:pt x="1013" y="398"/>
                  </a:lnTo>
                  <a:lnTo>
                    <a:pt x="1013" y="398"/>
                  </a:lnTo>
                  <a:lnTo>
                    <a:pt x="1013" y="396"/>
                  </a:lnTo>
                  <a:lnTo>
                    <a:pt x="1010" y="396"/>
                  </a:lnTo>
                  <a:lnTo>
                    <a:pt x="1010" y="396"/>
                  </a:lnTo>
                  <a:lnTo>
                    <a:pt x="1010" y="396"/>
                  </a:lnTo>
                  <a:lnTo>
                    <a:pt x="1010" y="396"/>
                  </a:lnTo>
                  <a:lnTo>
                    <a:pt x="1010" y="396"/>
                  </a:lnTo>
                  <a:lnTo>
                    <a:pt x="1010" y="396"/>
                  </a:lnTo>
                  <a:lnTo>
                    <a:pt x="1010" y="396"/>
                  </a:lnTo>
                  <a:lnTo>
                    <a:pt x="1013" y="396"/>
                  </a:lnTo>
                  <a:lnTo>
                    <a:pt x="1013" y="396"/>
                  </a:lnTo>
                  <a:lnTo>
                    <a:pt x="1013" y="396"/>
                  </a:lnTo>
                  <a:lnTo>
                    <a:pt x="1015" y="396"/>
                  </a:lnTo>
                  <a:lnTo>
                    <a:pt x="1015" y="396"/>
                  </a:lnTo>
                  <a:lnTo>
                    <a:pt x="1015" y="398"/>
                  </a:lnTo>
                  <a:lnTo>
                    <a:pt x="1013" y="398"/>
                  </a:lnTo>
                  <a:lnTo>
                    <a:pt x="1013" y="398"/>
                  </a:lnTo>
                  <a:lnTo>
                    <a:pt x="1015" y="398"/>
                  </a:lnTo>
                  <a:lnTo>
                    <a:pt x="1015" y="398"/>
                  </a:lnTo>
                  <a:lnTo>
                    <a:pt x="1015" y="398"/>
                  </a:lnTo>
                  <a:lnTo>
                    <a:pt x="1017" y="398"/>
                  </a:lnTo>
                  <a:lnTo>
                    <a:pt x="1017" y="398"/>
                  </a:lnTo>
                  <a:lnTo>
                    <a:pt x="1017" y="401"/>
                  </a:lnTo>
                  <a:lnTo>
                    <a:pt x="1017" y="401"/>
                  </a:lnTo>
                  <a:lnTo>
                    <a:pt x="1017" y="401"/>
                  </a:lnTo>
                  <a:lnTo>
                    <a:pt x="1020" y="401"/>
                  </a:lnTo>
                  <a:lnTo>
                    <a:pt x="1020" y="403"/>
                  </a:lnTo>
                  <a:lnTo>
                    <a:pt x="1020" y="403"/>
                  </a:lnTo>
                  <a:lnTo>
                    <a:pt x="1020" y="401"/>
                  </a:lnTo>
                  <a:lnTo>
                    <a:pt x="1022" y="401"/>
                  </a:lnTo>
                  <a:lnTo>
                    <a:pt x="1022" y="403"/>
                  </a:lnTo>
                  <a:lnTo>
                    <a:pt x="1022" y="403"/>
                  </a:lnTo>
                  <a:lnTo>
                    <a:pt x="1022" y="403"/>
                  </a:lnTo>
                  <a:lnTo>
                    <a:pt x="1022" y="405"/>
                  </a:lnTo>
                  <a:lnTo>
                    <a:pt x="1022" y="405"/>
                  </a:lnTo>
                  <a:lnTo>
                    <a:pt x="1022" y="405"/>
                  </a:lnTo>
                  <a:lnTo>
                    <a:pt x="1025" y="405"/>
                  </a:lnTo>
                  <a:lnTo>
                    <a:pt x="1025" y="405"/>
                  </a:lnTo>
                  <a:lnTo>
                    <a:pt x="1025" y="405"/>
                  </a:lnTo>
                  <a:lnTo>
                    <a:pt x="1025" y="405"/>
                  </a:lnTo>
                  <a:lnTo>
                    <a:pt x="1027" y="405"/>
                  </a:lnTo>
                  <a:lnTo>
                    <a:pt x="1027" y="405"/>
                  </a:lnTo>
                  <a:lnTo>
                    <a:pt x="1029" y="405"/>
                  </a:lnTo>
                  <a:lnTo>
                    <a:pt x="1029" y="405"/>
                  </a:lnTo>
                  <a:lnTo>
                    <a:pt x="1027" y="405"/>
                  </a:lnTo>
                  <a:lnTo>
                    <a:pt x="1027" y="405"/>
                  </a:lnTo>
                  <a:lnTo>
                    <a:pt x="1029" y="405"/>
                  </a:lnTo>
                  <a:lnTo>
                    <a:pt x="1029" y="408"/>
                  </a:lnTo>
                  <a:lnTo>
                    <a:pt x="1029" y="408"/>
                  </a:lnTo>
                  <a:lnTo>
                    <a:pt x="1029" y="408"/>
                  </a:lnTo>
                  <a:lnTo>
                    <a:pt x="1029" y="408"/>
                  </a:lnTo>
                  <a:lnTo>
                    <a:pt x="1032" y="408"/>
                  </a:lnTo>
                  <a:lnTo>
                    <a:pt x="1032" y="408"/>
                  </a:lnTo>
                  <a:lnTo>
                    <a:pt x="1032" y="408"/>
                  </a:lnTo>
                  <a:lnTo>
                    <a:pt x="1034" y="408"/>
                  </a:lnTo>
                  <a:lnTo>
                    <a:pt x="1034" y="408"/>
                  </a:lnTo>
                  <a:lnTo>
                    <a:pt x="1034" y="408"/>
                  </a:lnTo>
                  <a:lnTo>
                    <a:pt x="1034" y="408"/>
                  </a:lnTo>
                  <a:lnTo>
                    <a:pt x="1036" y="408"/>
                  </a:lnTo>
                  <a:lnTo>
                    <a:pt x="1036" y="408"/>
                  </a:lnTo>
                  <a:lnTo>
                    <a:pt x="1036" y="408"/>
                  </a:lnTo>
                  <a:lnTo>
                    <a:pt x="1036" y="408"/>
                  </a:lnTo>
                  <a:lnTo>
                    <a:pt x="1039" y="408"/>
                  </a:lnTo>
                  <a:lnTo>
                    <a:pt x="1039" y="408"/>
                  </a:lnTo>
                  <a:lnTo>
                    <a:pt x="1041" y="408"/>
                  </a:lnTo>
                  <a:lnTo>
                    <a:pt x="1041" y="405"/>
                  </a:lnTo>
                  <a:lnTo>
                    <a:pt x="1041" y="405"/>
                  </a:lnTo>
                  <a:lnTo>
                    <a:pt x="1041" y="405"/>
                  </a:lnTo>
                  <a:lnTo>
                    <a:pt x="1041" y="405"/>
                  </a:lnTo>
                  <a:lnTo>
                    <a:pt x="1044" y="405"/>
                  </a:lnTo>
                  <a:lnTo>
                    <a:pt x="1044" y="405"/>
                  </a:lnTo>
                  <a:lnTo>
                    <a:pt x="1044" y="405"/>
                  </a:lnTo>
                  <a:lnTo>
                    <a:pt x="1044" y="405"/>
                  </a:lnTo>
                  <a:lnTo>
                    <a:pt x="1044" y="408"/>
                  </a:lnTo>
                  <a:lnTo>
                    <a:pt x="1044" y="408"/>
                  </a:lnTo>
                  <a:lnTo>
                    <a:pt x="1046" y="408"/>
                  </a:lnTo>
                  <a:lnTo>
                    <a:pt x="1046" y="408"/>
                  </a:lnTo>
                  <a:lnTo>
                    <a:pt x="1046" y="410"/>
                  </a:lnTo>
                  <a:lnTo>
                    <a:pt x="1048" y="410"/>
                  </a:lnTo>
                  <a:lnTo>
                    <a:pt x="1048" y="410"/>
                  </a:lnTo>
                  <a:lnTo>
                    <a:pt x="1048" y="410"/>
                  </a:lnTo>
                  <a:lnTo>
                    <a:pt x="1051" y="410"/>
                  </a:lnTo>
                  <a:lnTo>
                    <a:pt x="1051" y="408"/>
                  </a:lnTo>
                  <a:lnTo>
                    <a:pt x="1051" y="408"/>
                  </a:lnTo>
                  <a:lnTo>
                    <a:pt x="1051" y="410"/>
                  </a:lnTo>
                  <a:lnTo>
                    <a:pt x="1051" y="410"/>
                  </a:lnTo>
                  <a:lnTo>
                    <a:pt x="1053" y="410"/>
                  </a:lnTo>
                  <a:lnTo>
                    <a:pt x="1053" y="410"/>
                  </a:lnTo>
                  <a:lnTo>
                    <a:pt x="1053" y="408"/>
                  </a:lnTo>
                  <a:lnTo>
                    <a:pt x="1055" y="408"/>
                  </a:lnTo>
                  <a:lnTo>
                    <a:pt x="1055" y="410"/>
                  </a:lnTo>
                  <a:lnTo>
                    <a:pt x="1055" y="410"/>
                  </a:lnTo>
                  <a:lnTo>
                    <a:pt x="1055" y="410"/>
                  </a:lnTo>
                  <a:lnTo>
                    <a:pt x="1055" y="413"/>
                  </a:lnTo>
                  <a:lnTo>
                    <a:pt x="1055" y="413"/>
                  </a:lnTo>
                  <a:lnTo>
                    <a:pt x="1053" y="413"/>
                  </a:lnTo>
                  <a:lnTo>
                    <a:pt x="1053" y="413"/>
                  </a:lnTo>
                  <a:lnTo>
                    <a:pt x="1053" y="413"/>
                  </a:lnTo>
                  <a:lnTo>
                    <a:pt x="1053" y="415"/>
                  </a:lnTo>
                  <a:lnTo>
                    <a:pt x="1053" y="415"/>
                  </a:lnTo>
                  <a:lnTo>
                    <a:pt x="1053" y="415"/>
                  </a:lnTo>
                  <a:lnTo>
                    <a:pt x="1053" y="415"/>
                  </a:lnTo>
                  <a:lnTo>
                    <a:pt x="1053" y="415"/>
                  </a:lnTo>
                  <a:lnTo>
                    <a:pt x="1053" y="417"/>
                  </a:lnTo>
                  <a:lnTo>
                    <a:pt x="1051" y="417"/>
                  </a:lnTo>
                  <a:lnTo>
                    <a:pt x="1051" y="417"/>
                  </a:lnTo>
                  <a:lnTo>
                    <a:pt x="1051" y="417"/>
                  </a:lnTo>
                  <a:lnTo>
                    <a:pt x="1051" y="420"/>
                  </a:lnTo>
                  <a:lnTo>
                    <a:pt x="1051" y="420"/>
                  </a:lnTo>
                  <a:lnTo>
                    <a:pt x="1051" y="417"/>
                  </a:lnTo>
                  <a:lnTo>
                    <a:pt x="1053" y="417"/>
                  </a:lnTo>
                  <a:lnTo>
                    <a:pt x="1053" y="420"/>
                  </a:lnTo>
                  <a:lnTo>
                    <a:pt x="1053" y="420"/>
                  </a:lnTo>
                  <a:lnTo>
                    <a:pt x="1051" y="420"/>
                  </a:lnTo>
                  <a:lnTo>
                    <a:pt x="1051" y="422"/>
                  </a:lnTo>
                  <a:lnTo>
                    <a:pt x="1051" y="422"/>
                  </a:lnTo>
                  <a:lnTo>
                    <a:pt x="1051" y="424"/>
                  </a:lnTo>
                  <a:lnTo>
                    <a:pt x="1051" y="424"/>
                  </a:lnTo>
                  <a:lnTo>
                    <a:pt x="1051" y="424"/>
                  </a:lnTo>
                  <a:lnTo>
                    <a:pt x="1051" y="424"/>
                  </a:lnTo>
                  <a:lnTo>
                    <a:pt x="1048" y="424"/>
                  </a:lnTo>
                  <a:lnTo>
                    <a:pt x="1048" y="424"/>
                  </a:lnTo>
                  <a:lnTo>
                    <a:pt x="1048" y="424"/>
                  </a:lnTo>
                  <a:lnTo>
                    <a:pt x="1048" y="424"/>
                  </a:lnTo>
                  <a:lnTo>
                    <a:pt x="1046" y="424"/>
                  </a:lnTo>
                  <a:lnTo>
                    <a:pt x="1046" y="424"/>
                  </a:lnTo>
                  <a:lnTo>
                    <a:pt x="1046" y="424"/>
                  </a:lnTo>
                  <a:lnTo>
                    <a:pt x="1044" y="424"/>
                  </a:lnTo>
                  <a:lnTo>
                    <a:pt x="1044" y="424"/>
                  </a:lnTo>
                  <a:lnTo>
                    <a:pt x="1044" y="424"/>
                  </a:lnTo>
                  <a:lnTo>
                    <a:pt x="1044" y="422"/>
                  </a:lnTo>
                  <a:lnTo>
                    <a:pt x="1044" y="422"/>
                  </a:lnTo>
                  <a:lnTo>
                    <a:pt x="1041" y="422"/>
                  </a:lnTo>
                  <a:lnTo>
                    <a:pt x="1041" y="424"/>
                  </a:lnTo>
                  <a:lnTo>
                    <a:pt x="1041" y="424"/>
                  </a:lnTo>
                  <a:lnTo>
                    <a:pt x="1041" y="424"/>
                  </a:lnTo>
                  <a:lnTo>
                    <a:pt x="1041" y="422"/>
                  </a:lnTo>
                  <a:lnTo>
                    <a:pt x="1041" y="422"/>
                  </a:lnTo>
                  <a:lnTo>
                    <a:pt x="1039" y="422"/>
                  </a:lnTo>
                  <a:lnTo>
                    <a:pt x="1039" y="422"/>
                  </a:lnTo>
                  <a:lnTo>
                    <a:pt x="1039" y="422"/>
                  </a:lnTo>
                  <a:lnTo>
                    <a:pt x="1036" y="422"/>
                  </a:lnTo>
                  <a:lnTo>
                    <a:pt x="1036" y="424"/>
                  </a:lnTo>
                  <a:lnTo>
                    <a:pt x="1036" y="424"/>
                  </a:lnTo>
                  <a:lnTo>
                    <a:pt x="1036" y="424"/>
                  </a:lnTo>
                  <a:lnTo>
                    <a:pt x="1036" y="424"/>
                  </a:lnTo>
                  <a:lnTo>
                    <a:pt x="1034" y="424"/>
                  </a:lnTo>
                  <a:lnTo>
                    <a:pt x="1034" y="424"/>
                  </a:lnTo>
                  <a:lnTo>
                    <a:pt x="1034" y="424"/>
                  </a:lnTo>
                  <a:lnTo>
                    <a:pt x="1034" y="424"/>
                  </a:lnTo>
                  <a:lnTo>
                    <a:pt x="1034" y="427"/>
                  </a:lnTo>
                  <a:lnTo>
                    <a:pt x="1034" y="427"/>
                  </a:lnTo>
                  <a:lnTo>
                    <a:pt x="1032" y="427"/>
                  </a:lnTo>
                  <a:lnTo>
                    <a:pt x="1032" y="427"/>
                  </a:lnTo>
                  <a:lnTo>
                    <a:pt x="1029" y="427"/>
                  </a:lnTo>
                  <a:lnTo>
                    <a:pt x="1029" y="427"/>
                  </a:lnTo>
                  <a:lnTo>
                    <a:pt x="1029" y="427"/>
                  </a:lnTo>
                  <a:lnTo>
                    <a:pt x="1029" y="427"/>
                  </a:lnTo>
                  <a:lnTo>
                    <a:pt x="1027" y="427"/>
                  </a:lnTo>
                  <a:lnTo>
                    <a:pt x="1027" y="427"/>
                  </a:lnTo>
                  <a:lnTo>
                    <a:pt x="1027" y="429"/>
                  </a:lnTo>
                  <a:lnTo>
                    <a:pt x="1027" y="429"/>
                  </a:lnTo>
                  <a:lnTo>
                    <a:pt x="1025" y="429"/>
                  </a:lnTo>
                  <a:lnTo>
                    <a:pt x="1025" y="427"/>
                  </a:lnTo>
                  <a:lnTo>
                    <a:pt x="1025" y="427"/>
                  </a:lnTo>
                  <a:lnTo>
                    <a:pt x="1025" y="429"/>
                  </a:lnTo>
                  <a:lnTo>
                    <a:pt x="1025" y="429"/>
                  </a:lnTo>
                  <a:lnTo>
                    <a:pt x="1022" y="429"/>
                  </a:lnTo>
                  <a:lnTo>
                    <a:pt x="1022" y="429"/>
                  </a:lnTo>
                  <a:lnTo>
                    <a:pt x="1022" y="429"/>
                  </a:lnTo>
                  <a:lnTo>
                    <a:pt x="1022" y="429"/>
                  </a:lnTo>
                  <a:lnTo>
                    <a:pt x="1022" y="432"/>
                  </a:lnTo>
                  <a:lnTo>
                    <a:pt x="1020" y="432"/>
                  </a:lnTo>
                  <a:lnTo>
                    <a:pt x="1020" y="432"/>
                  </a:lnTo>
                  <a:lnTo>
                    <a:pt x="1017" y="432"/>
                  </a:lnTo>
                  <a:lnTo>
                    <a:pt x="1017" y="432"/>
                  </a:lnTo>
                  <a:lnTo>
                    <a:pt x="1017" y="434"/>
                  </a:lnTo>
                  <a:lnTo>
                    <a:pt x="1017" y="434"/>
                  </a:lnTo>
                  <a:lnTo>
                    <a:pt x="1017" y="434"/>
                  </a:lnTo>
                  <a:lnTo>
                    <a:pt x="1017" y="434"/>
                  </a:lnTo>
                  <a:lnTo>
                    <a:pt x="1017" y="436"/>
                  </a:lnTo>
                  <a:lnTo>
                    <a:pt x="1017" y="436"/>
                  </a:lnTo>
                  <a:lnTo>
                    <a:pt x="1017" y="436"/>
                  </a:lnTo>
                  <a:lnTo>
                    <a:pt x="1015" y="436"/>
                  </a:lnTo>
                  <a:lnTo>
                    <a:pt x="1015" y="436"/>
                  </a:lnTo>
                  <a:lnTo>
                    <a:pt x="1015" y="436"/>
                  </a:lnTo>
                  <a:lnTo>
                    <a:pt x="1015" y="434"/>
                  </a:lnTo>
                  <a:lnTo>
                    <a:pt x="1015" y="434"/>
                  </a:lnTo>
                  <a:lnTo>
                    <a:pt x="1015" y="434"/>
                  </a:lnTo>
                  <a:lnTo>
                    <a:pt x="1013" y="434"/>
                  </a:lnTo>
                  <a:lnTo>
                    <a:pt x="1013" y="434"/>
                  </a:lnTo>
                  <a:lnTo>
                    <a:pt x="1013" y="434"/>
                  </a:lnTo>
                  <a:lnTo>
                    <a:pt x="1013" y="436"/>
                  </a:lnTo>
                  <a:lnTo>
                    <a:pt x="1013" y="436"/>
                  </a:lnTo>
                  <a:lnTo>
                    <a:pt x="1013" y="436"/>
                  </a:lnTo>
                  <a:lnTo>
                    <a:pt x="1013" y="439"/>
                  </a:lnTo>
                  <a:lnTo>
                    <a:pt x="1013" y="439"/>
                  </a:lnTo>
                  <a:lnTo>
                    <a:pt x="1013" y="439"/>
                  </a:lnTo>
                  <a:lnTo>
                    <a:pt x="1013" y="441"/>
                  </a:lnTo>
                  <a:lnTo>
                    <a:pt x="1013" y="441"/>
                  </a:lnTo>
                  <a:lnTo>
                    <a:pt x="1013" y="441"/>
                  </a:lnTo>
                  <a:lnTo>
                    <a:pt x="1013" y="443"/>
                  </a:lnTo>
                  <a:lnTo>
                    <a:pt x="1013" y="443"/>
                  </a:lnTo>
                  <a:lnTo>
                    <a:pt x="1010" y="443"/>
                  </a:lnTo>
                  <a:lnTo>
                    <a:pt x="1010" y="443"/>
                  </a:lnTo>
                  <a:lnTo>
                    <a:pt x="1010" y="443"/>
                  </a:lnTo>
                  <a:lnTo>
                    <a:pt x="1010" y="443"/>
                  </a:lnTo>
                  <a:lnTo>
                    <a:pt x="1008" y="443"/>
                  </a:lnTo>
                  <a:lnTo>
                    <a:pt x="1008" y="443"/>
                  </a:lnTo>
                  <a:lnTo>
                    <a:pt x="1008" y="443"/>
                  </a:lnTo>
                  <a:lnTo>
                    <a:pt x="1008" y="443"/>
                  </a:lnTo>
                  <a:lnTo>
                    <a:pt x="1006" y="443"/>
                  </a:lnTo>
                  <a:lnTo>
                    <a:pt x="1006" y="443"/>
                  </a:lnTo>
                  <a:lnTo>
                    <a:pt x="1003" y="443"/>
                  </a:lnTo>
                  <a:lnTo>
                    <a:pt x="1003" y="446"/>
                  </a:lnTo>
                  <a:lnTo>
                    <a:pt x="1003" y="446"/>
                  </a:lnTo>
                  <a:lnTo>
                    <a:pt x="1003" y="446"/>
                  </a:lnTo>
                  <a:lnTo>
                    <a:pt x="1003" y="446"/>
                  </a:lnTo>
                  <a:lnTo>
                    <a:pt x="1003" y="448"/>
                  </a:lnTo>
                  <a:lnTo>
                    <a:pt x="1001" y="448"/>
                  </a:lnTo>
                  <a:lnTo>
                    <a:pt x="1001" y="448"/>
                  </a:lnTo>
                  <a:lnTo>
                    <a:pt x="1001" y="448"/>
                  </a:lnTo>
                  <a:lnTo>
                    <a:pt x="1001" y="448"/>
                  </a:lnTo>
                  <a:lnTo>
                    <a:pt x="999" y="448"/>
                  </a:lnTo>
                  <a:lnTo>
                    <a:pt x="999" y="451"/>
                  </a:lnTo>
                  <a:lnTo>
                    <a:pt x="999" y="451"/>
                  </a:lnTo>
                  <a:lnTo>
                    <a:pt x="999" y="451"/>
                  </a:lnTo>
                  <a:lnTo>
                    <a:pt x="999" y="453"/>
                  </a:lnTo>
                  <a:lnTo>
                    <a:pt x="999" y="453"/>
                  </a:lnTo>
                  <a:lnTo>
                    <a:pt x="996" y="453"/>
                  </a:lnTo>
                  <a:lnTo>
                    <a:pt x="996" y="453"/>
                  </a:lnTo>
                  <a:lnTo>
                    <a:pt x="996" y="455"/>
                  </a:lnTo>
                  <a:lnTo>
                    <a:pt x="996" y="455"/>
                  </a:lnTo>
                  <a:lnTo>
                    <a:pt x="996" y="455"/>
                  </a:lnTo>
                  <a:lnTo>
                    <a:pt x="994" y="455"/>
                  </a:lnTo>
                  <a:lnTo>
                    <a:pt x="994" y="455"/>
                  </a:lnTo>
                  <a:lnTo>
                    <a:pt x="994" y="455"/>
                  </a:lnTo>
                  <a:lnTo>
                    <a:pt x="991" y="455"/>
                  </a:lnTo>
                  <a:lnTo>
                    <a:pt x="991" y="455"/>
                  </a:lnTo>
                  <a:lnTo>
                    <a:pt x="991" y="455"/>
                  </a:lnTo>
                  <a:lnTo>
                    <a:pt x="989" y="455"/>
                  </a:lnTo>
                  <a:lnTo>
                    <a:pt x="989" y="458"/>
                  </a:lnTo>
                  <a:lnTo>
                    <a:pt x="989" y="458"/>
                  </a:lnTo>
                  <a:lnTo>
                    <a:pt x="989" y="458"/>
                  </a:lnTo>
                  <a:lnTo>
                    <a:pt x="989" y="460"/>
                  </a:lnTo>
                  <a:lnTo>
                    <a:pt x="989" y="460"/>
                  </a:lnTo>
                  <a:lnTo>
                    <a:pt x="989" y="460"/>
                  </a:lnTo>
                  <a:lnTo>
                    <a:pt x="989" y="462"/>
                  </a:lnTo>
                  <a:lnTo>
                    <a:pt x="987" y="462"/>
                  </a:lnTo>
                  <a:lnTo>
                    <a:pt x="987" y="462"/>
                  </a:lnTo>
                  <a:lnTo>
                    <a:pt x="987" y="462"/>
                  </a:lnTo>
                  <a:lnTo>
                    <a:pt x="987" y="465"/>
                  </a:lnTo>
                  <a:lnTo>
                    <a:pt x="984" y="465"/>
                  </a:lnTo>
                  <a:lnTo>
                    <a:pt x="984" y="465"/>
                  </a:lnTo>
                  <a:lnTo>
                    <a:pt x="984" y="465"/>
                  </a:lnTo>
                  <a:lnTo>
                    <a:pt x="984" y="465"/>
                  </a:lnTo>
                  <a:lnTo>
                    <a:pt x="984" y="467"/>
                  </a:lnTo>
                  <a:lnTo>
                    <a:pt x="984" y="467"/>
                  </a:lnTo>
                  <a:lnTo>
                    <a:pt x="984" y="467"/>
                  </a:lnTo>
                  <a:lnTo>
                    <a:pt x="984" y="469"/>
                  </a:lnTo>
                  <a:lnTo>
                    <a:pt x="982" y="469"/>
                  </a:lnTo>
                  <a:lnTo>
                    <a:pt x="982" y="469"/>
                  </a:lnTo>
                  <a:lnTo>
                    <a:pt x="982" y="469"/>
                  </a:lnTo>
                  <a:lnTo>
                    <a:pt x="982" y="469"/>
                  </a:lnTo>
                  <a:lnTo>
                    <a:pt x="980" y="469"/>
                  </a:lnTo>
                  <a:lnTo>
                    <a:pt x="980" y="472"/>
                  </a:lnTo>
                  <a:lnTo>
                    <a:pt x="980" y="472"/>
                  </a:lnTo>
                  <a:lnTo>
                    <a:pt x="980" y="474"/>
                  </a:lnTo>
                  <a:lnTo>
                    <a:pt x="980" y="474"/>
                  </a:lnTo>
                  <a:lnTo>
                    <a:pt x="980" y="474"/>
                  </a:lnTo>
                  <a:lnTo>
                    <a:pt x="980" y="477"/>
                  </a:lnTo>
                  <a:lnTo>
                    <a:pt x="982" y="477"/>
                  </a:lnTo>
                  <a:lnTo>
                    <a:pt x="982" y="477"/>
                  </a:lnTo>
                  <a:lnTo>
                    <a:pt x="982" y="477"/>
                  </a:lnTo>
                  <a:lnTo>
                    <a:pt x="984" y="477"/>
                  </a:lnTo>
                  <a:lnTo>
                    <a:pt x="984" y="477"/>
                  </a:lnTo>
                  <a:lnTo>
                    <a:pt x="984" y="477"/>
                  </a:lnTo>
                  <a:lnTo>
                    <a:pt x="984" y="477"/>
                  </a:lnTo>
                  <a:lnTo>
                    <a:pt x="984" y="477"/>
                  </a:lnTo>
                  <a:lnTo>
                    <a:pt x="987" y="477"/>
                  </a:lnTo>
                  <a:lnTo>
                    <a:pt x="987" y="477"/>
                  </a:lnTo>
                  <a:lnTo>
                    <a:pt x="987" y="479"/>
                  </a:lnTo>
                  <a:lnTo>
                    <a:pt x="987" y="479"/>
                  </a:lnTo>
                  <a:lnTo>
                    <a:pt x="987" y="479"/>
                  </a:lnTo>
                  <a:lnTo>
                    <a:pt x="987" y="481"/>
                  </a:lnTo>
                  <a:lnTo>
                    <a:pt x="989" y="481"/>
                  </a:lnTo>
                  <a:lnTo>
                    <a:pt x="989" y="481"/>
                  </a:lnTo>
                  <a:lnTo>
                    <a:pt x="989" y="481"/>
                  </a:lnTo>
                  <a:lnTo>
                    <a:pt x="989" y="481"/>
                  </a:lnTo>
                  <a:lnTo>
                    <a:pt x="989" y="484"/>
                  </a:lnTo>
                  <a:lnTo>
                    <a:pt x="991" y="484"/>
                  </a:lnTo>
                  <a:lnTo>
                    <a:pt x="991" y="484"/>
                  </a:lnTo>
                  <a:lnTo>
                    <a:pt x="991" y="484"/>
                  </a:lnTo>
                  <a:lnTo>
                    <a:pt x="991" y="484"/>
                  </a:lnTo>
                  <a:lnTo>
                    <a:pt x="994" y="484"/>
                  </a:lnTo>
                  <a:lnTo>
                    <a:pt x="994" y="484"/>
                  </a:lnTo>
                  <a:lnTo>
                    <a:pt x="996" y="484"/>
                  </a:lnTo>
                  <a:lnTo>
                    <a:pt x="996" y="484"/>
                  </a:lnTo>
                  <a:lnTo>
                    <a:pt x="996" y="484"/>
                  </a:lnTo>
                  <a:lnTo>
                    <a:pt x="996" y="484"/>
                  </a:lnTo>
                  <a:lnTo>
                    <a:pt x="999" y="484"/>
                  </a:lnTo>
                  <a:lnTo>
                    <a:pt x="999" y="486"/>
                  </a:lnTo>
                  <a:lnTo>
                    <a:pt x="999" y="486"/>
                  </a:lnTo>
                  <a:lnTo>
                    <a:pt x="1001" y="486"/>
                  </a:lnTo>
                  <a:lnTo>
                    <a:pt x="1001" y="486"/>
                  </a:lnTo>
                  <a:lnTo>
                    <a:pt x="1001" y="486"/>
                  </a:lnTo>
                  <a:lnTo>
                    <a:pt x="1001" y="486"/>
                  </a:lnTo>
                  <a:lnTo>
                    <a:pt x="1003" y="486"/>
                  </a:lnTo>
                  <a:lnTo>
                    <a:pt x="1003" y="488"/>
                  </a:lnTo>
                  <a:lnTo>
                    <a:pt x="1003" y="488"/>
                  </a:lnTo>
                  <a:lnTo>
                    <a:pt x="1003" y="488"/>
                  </a:lnTo>
                  <a:lnTo>
                    <a:pt x="1003" y="488"/>
                  </a:lnTo>
                  <a:lnTo>
                    <a:pt x="1003" y="491"/>
                  </a:lnTo>
                  <a:lnTo>
                    <a:pt x="1003" y="491"/>
                  </a:lnTo>
                  <a:lnTo>
                    <a:pt x="1003" y="493"/>
                  </a:lnTo>
                  <a:lnTo>
                    <a:pt x="1006" y="493"/>
                  </a:lnTo>
                  <a:lnTo>
                    <a:pt x="1006" y="493"/>
                  </a:lnTo>
                  <a:lnTo>
                    <a:pt x="1006" y="493"/>
                  </a:lnTo>
                  <a:lnTo>
                    <a:pt x="1006" y="496"/>
                  </a:lnTo>
                  <a:lnTo>
                    <a:pt x="1006" y="496"/>
                  </a:lnTo>
                  <a:lnTo>
                    <a:pt x="1006" y="496"/>
                  </a:lnTo>
                  <a:lnTo>
                    <a:pt x="1006" y="498"/>
                  </a:lnTo>
                  <a:lnTo>
                    <a:pt x="1008" y="498"/>
                  </a:lnTo>
                  <a:lnTo>
                    <a:pt x="1008" y="498"/>
                  </a:lnTo>
                  <a:lnTo>
                    <a:pt x="1008" y="500"/>
                  </a:lnTo>
                  <a:lnTo>
                    <a:pt x="1008" y="500"/>
                  </a:lnTo>
                  <a:lnTo>
                    <a:pt x="1008" y="500"/>
                  </a:lnTo>
                  <a:lnTo>
                    <a:pt x="1008" y="503"/>
                  </a:lnTo>
                  <a:lnTo>
                    <a:pt x="1008" y="503"/>
                  </a:lnTo>
                  <a:lnTo>
                    <a:pt x="1008" y="503"/>
                  </a:lnTo>
                  <a:lnTo>
                    <a:pt x="1008" y="503"/>
                  </a:lnTo>
                  <a:lnTo>
                    <a:pt x="1008" y="505"/>
                  </a:lnTo>
                  <a:lnTo>
                    <a:pt x="1010" y="505"/>
                  </a:lnTo>
                  <a:lnTo>
                    <a:pt x="1010" y="505"/>
                  </a:lnTo>
                  <a:lnTo>
                    <a:pt x="1010" y="507"/>
                  </a:lnTo>
                  <a:lnTo>
                    <a:pt x="1010" y="507"/>
                  </a:lnTo>
                  <a:lnTo>
                    <a:pt x="1010" y="507"/>
                  </a:lnTo>
                  <a:lnTo>
                    <a:pt x="1010" y="510"/>
                  </a:lnTo>
                  <a:lnTo>
                    <a:pt x="1010" y="510"/>
                  </a:lnTo>
                  <a:lnTo>
                    <a:pt x="1010" y="512"/>
                  </a:lnTo>
                  <a:lnTo>
                    <a:pt x="1010" y="512"/>
                  </a:lnTo>
                  <a:lnTo>
                    <a:pt x="1010" y="512"/>
                  </a:lnTo>
                  <a:lnTo>
                    <a:pt x="1010" y="514"/>
                  </a:lnTo>
                  <a:lnTo>
                    <a:pt x="1013" y="514"/>
                  </a:lnTo>
                  <a:lnTo>
                    <a:pt x="1013" y="514"/>
                  </a:lnTo>
                  <a:lnTo>
                    <a:pt x="1013" y="514"/>
                  </a:lnTo>
                  <a:lnTo>
                    <a:pt x="1013" y="514"/>
                  </a:lnTo>
                  <a:lnTo>
                    <a:pt x="1013" y="517"/>
                  </a:lnTo>
                  <a:lnTo>
                    <a:pt x="1013" y="517"/>
                  </a:lnTo>
                  <a:lnTo>
                    <a:pt x="1013" y="519"/>
                  </a:lnTo>
                  <a:lnTo>
                    <a:pt x="1013" y="519"/>
                  </a:lnTo>
                  <a:lnTo>
                    <a:pt x="1015" y="519"/>
                  </a:lnTo>
                  <a:lnTo>
                    <a:pt x="1015" y="522"/>
                  </a:lnTo>
                  <a:lnTo>
                    <a:pt x="1015" y="522"/>
                  </a:lnTo>
                  <a:lnTo>
                    <a:pt x="1015" y="522"/>
                  </a:lnTo>
                  <a:lnTo>
                    <a:pt x="1015" y="522"/>
                  </a:lnTo>
                  <a:lnTo>
                    <a:pt x="1015" y="524"/>
                  </a:lnTo>
                  <a:lnTo>
                    <a:pt x="1015" y="524"/>
                  </a:lnTo>
                  <a:lnTo>
                    <a:pt x="1015" y="524"/>
                  </a:lnTo>
                  <a:lnTo>
                    <a:pt x="1015" y="526"/>
                  </a:lnTo>
                  <a:lnTo>
                    <a:pt x="1015" y="526"/>
                  </a:lnTo>
                  <a:lnTo>
                    <a:pt x="1015" y="529"/>
                  </a:lnTo>
                  <a:lnTo>
                    <a:pt x="1017" y="529"/>
                  </a:lnTo>
                  <a:lnTo>
                    <a:pt x="1017" y="529"/>
                  </a:lnTo>
                  <a:lnTo>
                    <a:pt x="1017" y="531"/>
                  </a:lnTo>
                  <a:lnTo>
                    <a:pt x="1017" y="531"/>
                  </a:lnTo>
                  <a:lnTo>
                    <a:pt x="1017" y="531"/>
                  </a:lnTo>
                  <a:lnTo>
                    <a:pt x="1017" y="533"/>
                  </a:lnTo>
                  <a:lnTo>
                    <a:pt x="1017" y="533"/>
                  </a:lnTo>
                  <a:lnTo>
                    <a:pt x="1017" y="533"/>
                  </a:lnTo>
                  <a:lnTo>
                    <a:pt x="1020" y="533"/>
                  </a:lnTo>
                  <a:lnTo>
                    <a:pt x="1020" y="533"/>
                  </a:lnTo>
                  <a:lnTo>
                    <a:pt x="1022" y="533"/>
                  </a:lnTo>
                  <a:lnTo>
                    <a:pt x="1022" y="533"/>
                  </a:lnTo>
                  <a:lnTo>
                    <a:pt x="1022" y="533"/>
                  </a:lnTo>
                  <a:lnTo>
                    <a:pt x="1022" y="533"/>
                  </a:lnTo>
                  <a:lnTo>
                    <a:pt x="1025" y="533"/>
                  </a:lnTo>
                  <a:lnTo>
                    <a:pt x="1025" y="536"/>
                  </a:lnTo>
                  <a:lnTo>
                    <a:pt x="1025" y="536"/>
                  </a:lnTo>
                  <a:lnTo>
                    <a:pt x="1025" y="536"/>
                  </a:lnTo>
                  <a:lnTo>
                    <a:pt x="1025" y="536"/>
                  </a:lnTo>
                  <a:lnTo>
                    <a:pt x="1027" y="536"/>
                  </a:lnTo>
                  <a:lnTo>
                    <a:pt x="1027" y="538"/>
                  </a:lnTo>
                  <a:lnTo>
                    <a:pt x="1027" y="538"/>
                  </a:lnTo>
                  <a:lnTo>
                    <a:pt x="1027" y="541"/>
                  </a:lnTo>
                  <a:lnTo>
                    <a:pt x="1027" y="541"/>
                  </a:lnTo>
                  <a:lnTo>
                    <a:pt x="1027" y="541"/>
                  </a:lnTo>
                  <a:lnTo>
                    <a:pt x="1027" y="541"/>
                  </a:lnTo>
                  <a:lnTo>
                    <a:pt x="1027" y="543"/>
                  </a:lnTo>
                  <a:lnTo>
                    <a:pt x="1027" y="543"/>
                  </a:lnTo>
                  <a:lnTo>
                    <a:pt x="1027" y="543"/>
                  </a:lnTo>
                  <a:lnTo>
                    <a:pt x="1029" y="543"/>
                  </a:lnTo>
                  <a:lnTo>
                    <a:pt x="1029" y="543"/>
                  </a:lnTo>
                  <a:lnTo>
                    <a:pt x="1029" y="543"/>
                  </a:lnTo>
                  <a:lnTo>
                    <a:pt x="1029" y="543"/>
                  </a:lnTo>
                  <a:lnTo>
                    <a:pt x="1032" y="543"/>
                  </a:lnTo>
                  <a:lnTo>
                    <a:pt x="1032" y="543"/>
                  </a:lnTo>
                  <a:lnTo>
                    <a:pt x="1032" y="545"/>
                  </a:lnTo>
                  <a:lnTo>
                    <a:pt x="1034" y="545"/>
                  </a:lnTo>
                  <a:lnTo>
                    <a:pt x="1034" y="545"/>
                  </a:lnTo>
                  <a:lnTo>
                    <a:pt x="1034" y="545"/>
                  </a:lnTo>
                  <a:lnTo>
                    <a:pt x="1034" y="545"/>
                  </a:lnTo>
                  <a:lnTo>
                    <a:pt x="1034" y="548"/>
                  </a:lnTo>
                  <a:lnTo>
                    <a:pt x="1036" y="548"/>
                  </a:lnTo>
                  <a:lnTo>
                    <a:pt x="1036" y="548"/>
                  </a:lnTo>
                  <a:lnTo>
                    <a:pt x="1036" y="548"/>
                  </a:lnTo>
                  <a:lnTo>
                    <a:pt x="1036" y="548"/>
                  </a:lnTo>
                  <a:lnTo>
                    <a:pt x="1036" y="550"/>
                  </a:lnTo>
                  <a:lnTo>
                    <a:pt x="1036" y="550"/>
                  </a:lnTo>
                  <a:lnTo>
                    <a:pt x="1036" y="552"/>
                  </a:lnTo>
                  <a:lnTo>
                    <a:pt x="1039" y="552"/>
                  </a:lnTo>
                  <a:lnTo>
                    <a:pt x="1039" y="552"/>
                  </a:lnTo>
                  <a:lnTo>
                    <a:pt x="1039" y="552"/>
                  </a:lnTo>
                  <a:lnTo>
                    <a:pt x="1039" y="555"/>
                  </a:lnTo>
                  <a:lnTo>
                    <a:pt x="1039" y="555"/>
                  </a:lnTo>
                  <a:lnTo>
                    <a:pt x="1036" y="555"/>
                  </a:lnTo>
                  <a:lnTo>
                    <a:pt x="1036" y="555"/>
                  </a:lnTo>
                  <a:lnTo>
                    <a:pt x="1036" y="555"/>
                  </a:lnTo>
                  <a:lnTo>
                    <a:pt x="1034" y="555"/>
                  </a:lnTo>
                  <a:lnTo>
                    <a:pt x="1034" y="555"/>
                  </a:lnTo>
                  <a:lnTo>
                    <a:pt x="1034" y="555"/>
                  </a:lnTo>
                  <a:lnTo>
                    <a:pt x="1034" y="555"/>
                  </a:lnTo>
                  <a:lnTo>
                    <a:pt x="1032" y="555"/>
                  </a:lnTo>
                  <a:lnTo>
                    <a:pt x="1032" y="555"/>
                  </a:lnTo>
                  <a:lnTo>
                    <a:pt x="1034" y="555"/>
                  </a:lnTo>
                  <a:lnTo>
                    <a:pt x="1034" y="555"/>
                  </a:lnTo>
                  <a:lnTo>
                    <a:pt x="1034" y="557"/>
                  </a:lnTo>
                  <a:lnTo>
                    <a:pt x="1034" y="557"/>
                  </a:lnTo>
                  <a:lnTo>
                    <a:pt x="1036" y="557"/>
                  </a:lnTo>
                  <a:lnTo>
                    <a:pt x="1036" y="557"/>
                  </a:lnTo>
                  <a:lnTo>
                    <a:pt x="1036" y="557"/>
                  </a:lnTo>
                  <a:lnTo>
                    <a:pt x="1036" y="557"/>
                  </a:lnTo>
                  <a:lnTo>
                    <a:pt x="1039" y="557"/>
                  </a:lnTo>
                  <a:lnTo>
                    <a:pt x="1039" y="560"/>
                  </a:lnTo>
                  <a:lnTo>
                    <a:pt x="1039" y="560"/>
                  </a:lnTo>
                  <a:lnTo>
                    <a:pt x="1036" y="560"/>
                  </a:lnTo>
                  <a:lnTo>
                    <a:pt x="1036" y="562"/>
                  </a:lnTo>
                  <a:lnTo>
                    <a:pt x="1036" y="562"/>
                  </a:lnTo>
                  <a:lnTo>
                    <a:pt x="1036" y="562"/>
                  </a:lnTo>
                  <a:lnTo>
                    <a:pt x="1034" y="562"/>
                  </a:lnTo>
                  <a:lnTo>
                    <a:pt x="1034" y="562"/>
                  </a:lnTo>
                  <a:lnTo>
                    <a:pt x="1036" y="562"/>
                  </a:lnTo>
                  <a:lnTo>
                    <a:pt x="1036" y="562"/>
                  </a:lnTo>
                  <a:lnTo>
                    <a:pt x="1036" y="562"/>
                  </a:lnTo>
                  <a:lnTo>
                    <a:pt x="1036" y="562"/>
                  </a:lnTo>
                  <a:lnTo>
                    <a:pt x="1039" y="562"/>
                  </a:lnTo>
                  <a:lnTo>
                    <a:pt x="1039" y="564"/>
                  </a:lnTo>
                  <a:lnTo>
                    <a:pt x="1039" y="564"/>
                  </a:lnTo>
                  <a:lnTo>
                    <a:pt x="1036" y="564"/>
                  </a:lnTo>
                  <a:lnTo>
                    <a:pt x="1036" y="564"/>
                  </a:lnTo>
                  <a:lnTo>
                    <a:pt x="1036" y="564"/>
                  </a:lnTo>
                  <a:lnTo>
                    <a:pt x="1034" y="564"/>
                  </a:lnTo>
                  <a:lnTo>
                    <a:pt x="1034" y="567"/>
                  </a:lnTo>
                  <a:lnTo>
                    <a:pt x="1036" y="567"/>
                  </a:lnTo>
                  <a:lnTo>
                    <a:pt x="1036" y="567"/>
                  </a:lnTo>
                  <a:lnTo>
                    <a:pt x="1036" y="567"/>
                  </a:lnTo>
                  <a:lnTo>
                    <a:pt x="1036" y="569"/>
                  </a:lnTo>
                  <a:lnTo>
                    <a:pt x="1036" y="569"/>
                  </a:lnTo>
                  <a:lnTo>
                    <a:pt x="1036" y="569"/>
                  </a:lnTo>
                  <a:lnTo>
                    <a:pt x="1036" y="571"/>
                  </a:lnTo>
                  <a:lnTo>
                    <a:pt x="1036" y="571"/>
                  </a:lnTo>
                  <a:lnTo>
                    <a:pt x="1039" y="571"/>
                  </a:lnTo>
                  <a:lnTo>
                    <a:pt x="1039" y="574"/>
                  </a:lnTo>
                  <a:lnTo>
                    <a:pt x="1039" y="574"/>
                  </a:lnTo>
                  <a:lnTo>
                    <a:pt x="1039" y="574"/>
                  </a:lnTo>
                  <a:lnTo>
                    <a:pt x="1039" y="576"/>
                  </a:lnTo>
                  <a:lnTo>
                    <a:pt x="1036" y="576"/>
                  </a:lnTo>
                  <a:lnTo>
                    <a:pt x="1036" y="576"/>
                  </a:lnTo>
                  <a:lnTo>
                    <a:pt x="1036" y="576"/>
                  </a:lnTo>
                  <a:lnTo>
                    <a:pt x="1036" y="576"/>
                  </a:lnTo>
                  <a:lnTo>
                    <a:pt x="1034" y="576"/>
                  </a:lnTo>
                  <a:lnTo>
                    <a:pt x="1034" y="576"/>
                  </a:lnTo>
                  <a:lnTo>
                    <a:pt x="1034" y="576"/>
                  </a:lnTo>
                  <a:lnTo>
                    <a:pt x="1032" y="576"/>
                  </a:lnTo>
                  <a:lnTo>
                    <a:pt x="1032" y="576"/>
                  </a:lnTo>
                  <a:lnTo>
                    <a:pt x="1029" y="576"/>
                  </a:lnTo>
                  <a:lnTo>
                    <a:pt x="1029" y="578"/>
                  </a:lnTo>
                  <a:lnTo>
                    <a:pt x="1029" y="578"/>
                  </a:lnTo>
                  <a:lnTo>
                    <a:pt x="1029" y="578"/>
                  </a:lnTo>
                  <a:lnTo>
                    <a:pt x="1029" y="578"/>
                  </a:lnTo>
                  <a:lnTo>
                    <a:pt x="1027" y="578"/>
                  </a:lnTo>
                  <a:lnTo>
                    <a:pt x="1027" y="581"/>
                  </a:lnTo>
                  <a:lnTo>
                    <a:pt x="1027" y="581"/>
                  </a:lnTo>
                  <a:lnTo>
                    <a:pt x="1025" y="581"/>
                  </a:lnTo>
                  <a:lnTo>
                    <a:pt x="1025" y="581"/>
                  </a:lnTo>
                  <a:lnTo>
                    <a:pt x="1025" y="581"/>
                  </a:lnTo>
                  <a:lnTo>
                    <a:pt x="1025" y="581"/>
                  </a:lnTo>
                  <a:lnTo>
                    <a:pt x="1025" y="583"/>
                  </a:lnTo>
                  <a:lnTo>
                    <a:pt x="1022" y="583"/>
                  </a:lnTo>
                  <a:lnTo>
                    <a:pt x="1022" y="583"/>
                  </a:lnTo>
                  <a:lnTo>
                    <a:pt x="1022" y="583"/>
                  </a:lnTo>
                  <a:lnTo>
                    <a:pt x="1022" y="583"/>
                  </a:lnTo>
                  <a:lnTo>
                    <a:pt x="1020" y="583"/>
                  </a:lnTo>
                  <a:lnTo>
                    <a:pt x="1020" y="583"/>
                  </a:lnTo>
                  <a:lnTo>
                    <a:pt x="1020" y="583"/>
                  </a:lnTo>
                  <a:lnTo>
                    <a:pt x="1017" y="583"/>
                  </a:lnTo>
                  <a:lnTo>
                    <a:pt x="1017" y="586"/>
                  </a:lnTo>
                  <a:lnTo>
                    <a:pt x="1017" y="586"/>
                  </a:lnTo>
                  <a:lnTo>
                    <a:pt x="1017" y="586"/>
                  </a:lnTo>
                  <a:lnTo>
                    <a:pt x="1017" y="588"/>
                  </a:lnTo>
                  <a:lnTo>
                    <a:pt x="1017" y="588"/>
                  </a:lnTo>
                  <a:lnTo>
                    <a:pt x="1017" y="588"/>
                  </a:lnTo>
                  <a:lnTo>
                    <a:pt x="1017" y="590"/>
                  </a:lnTo>
                  <a:lnTo>
                    <a:pt x="1015" y="590"/>
                  </a:lnTo>
                  <a:lnTo>
                    <a:pt x="1015" y="590"/>
                  </a:lnTo>
                  <a:lnTo>
                    <a:pt x="1015" y="590"/>
                  </a:lnTo>
                  <a:lnTo>
                    <a:pt x="1015" y="590"/>
                  </a:lnTo>
                  <a:lnTo>
                    <a:pt x="1013" y="590"/>
                  </a:lnTo>
                  <a:lnTo>
                    <a:pt x="1013" y="590"/>
                  </a:lnTo>
                  <a:lnTo>
                    <a:pt x="1013" y="590"/>
                  </a:lnTo>
                  <a:lnTo>
                    <a:pt x="1013" y="588"/>
                  </a:lnTo>
                  <a:lnTo>
                    <a:pt x="1010" y="588"/>
                  </a:lnTo>
                  <a:lnTo>
                    <a:pt x="1010" y="588"/>
                  </a:lnTo>
                  <a:lnTo>
                    <a:pt x="1010" y="588"/>
                  </a:lnTo>
                  <a:lnTo>
                    <a:pt x="1008" y="588"/>
                  </a:lnTo>
                  <a:lnTo>
                    <a:pt x="1008" y="588"/>
                  </a:lnTo>
                  <a:lnTo>
                    <a:pt x="1008" y="588"/>
                  </a:lnTo>
                  <a:lnTo>
                    <a:pt x="1006" y="588"/>
                  </a:lnTo>
                  <a:lnTo>
                    <a:pt x="1006" y="590"/>
                  </a:lnTo>
                  <a:lnTo>
                    <a:pt x="1008" y="590"/>
                  </a:lnTo>
                  <a:lnTo>
                    <a:pt x="1008" y="590"/>
                  </a:lnTo>
                  <a:lnTo>
                    <a:pt x="1008" y="590"/>
                  </a:lnTo>
                  <a:lnTo>
                    <a:pt x="1008" y="590"/>
                  </a:lnTo>
                  <a:lnTo>
                    <a:pt x="1010" y="590"/>
                  </a:lnTo>
                  <a:lnTo>
                    <a:pt x="1010" y="593"/>
                  </a:lnTo>
                  <a:lnTo>
                    <a:pt x="1010" y="593"/>
                  </a:lnTo>
                  <a:lnTo>
                    <a:pt x="1010" y="593"/>
                  </a:lnTo>
                  <a:lnTo>
                    <a:pt x="1010" y="593"/>
                  </a:lnTo>
                  <a:lnTo>
                    <a:pt x="1010" y="593"/>
                  </a:lnTo>
                  <a:lnTo>
                    <a:pt x="1010" y="595"/>
                  </a:lnTo>
                  <a:lnTo>
                    <a:pt x="1013" y="595"/>
                  </a:lnTo>
                  <a:lnTo>
                    <a:pt x="1013" y="595"/>
                  </a:lnTo>
                  <a:lnTo>
                    <a:pt x="1015" y="595"/>
                  </a:lnTo>
                  <a:lnTo>
                    <a:pt x="1015" y="593"/>
                  </a:lnTo>
                  <a:lnTo>
                    <a:pt x="1015" y="593"/>
                  </a:lnTo>
                  <a:lnTo>
                    <a:pt x="1015" y="593"/>
                  </a:lnTo>
                  <a:lnTo>
                    <a:pt x="1015" y="593"/>
                  </a:lnTo>
                  <a:lnTo>
                    <a:pt x="1017" y="593"/>
                  </a:lnTo>
                  <a:lnTo>
                    <a:pt x="1017" y="593"/>
                  </a:lnTo>
                  <a:lnTo>
                    <a:pt x="1017" y="593"/>
                  </a:lnTo>
                  <a:lnTo>
                    <a:pt x="1017" y="593"/>
                  </a:lnTo>
                  <a:lnTo>
                    <a:pt x="1020" y="593"/>
                  </a:lnTo>
                  <a:lnTo>
                    <a:pt x="1020" y="590"/>
                  </a:lnTo>
                  <a:lnTo>
                    <a:pt x="1020" y="590"/>
                  </a:lnTo>
                  <a:lnTo>
                    <a:pt x="1022" y="590"/>
                  </a:lnTo>
                  <a:lnTo>
                    <a:pt x="1022" y="590"/>
                  </a:lnTo>
                  <a:lnTo>
                    <a:pt x="1022" y="590"/>
                  </a:lnTo>
                  <a:lnTo>
                    <a:pt x="1022" y="590"/>
                  </a:lnTo>
                  <a:lnTo>
                    <a:pt x="1025" y="590"/>
                  </a:lnTo>
                  <a:lnTo>
                    <a:pt x="1025" y="590"/>
                  </a:lnTo>
                  <a:lnTo>
                    <a:pt x="1025" y="590"/>
                  </a:lnTo>
                  <a:lnTo>
                    <a:pt x="1027" y="590"/>
                  </a:lnTo>
                  <a:lnTo>
                    <a:pt x="1027" y="590"/>
                  </a:lnTo>
                  <a:lnTo>
                    <a:pt x="1027" y="590"/>
                  </a:lnTo>
                  <a:lnTo>
                    <a:pt x="1029" y="590"/>
                  </a:lnTo>
                  <a:lnTo>
                    <a:pt x="1029" y="593"/>
                  </a:lnTo>
                  <a:lnTo>
                    <a:pt x="1029" y="593"/>
                  </a:lnTo>
                  <a:lnTo>
                    <a:pt x="1029" y="593"/>
                  </a:lnTo>
                  <a:lnTo>
                    <a:pt x="1029" y="593"/>
                  </a:lnTo>
                  <a:lnTo>
                    <a:pt x="1029" y="593"/>
                  </a:lnTo>
                  <a:lnTo>
                    <a:pt x="1032" y="593"/>
                  </a:lnTo>
                  <a:lnTo>
                    <a:pt x="1032" y="595"/>
                  </a:lnTo>
                  <a:lnTo>
                    <a:pt x="1032" y="595"/>
                  </a:lnTo>
                  <a:lnTo>
                    <a:pt x="1032" y="595"/>
                  </a:lnTo>
                  <a:lnTo>
                    <a:pt x="1032" y="597"/>
                  </a:lnTo>
                  <a:lnTo>
                    <a:pt x="1034" y="597"/>
                  </a:lnTo>
                  <a:lnTo>
                    <a:pt x="1034" y="597"/>
                  </a:lnTo>
                  <a:lnTo>
                    <a:pt x="1034" y="597"/>
                  </a:lnTo>
                  <a:lnTo>
                    <a:pt x="1034" y="597"/>
                  </a:lnTo>
                  <a:lnTo>
                    <a:pt x="1036" y="597"/>
                  </a:lnTo>
                  <a:lnTo>
                    <a:pt x="1036" y="597"/>
                  </a:lnTo>
                  <a:lnTo>
                    <a:pt x="1036" y="597"/>
                  </a:lnTo>
                  <a:lnTo>
                    <a:pt x="1036" y="597"/>
                  </a:lnTo>
                  <a:lnTo>
                    <a:pt x="1036" y="595"/>
                  </a:lnTo>
                  <a:lnTo>
                    <a:pt x="1036" y="595"/>
                  </a:lnTo>
                  <a:lnTo>
                    <a:pt x="1036" y="595"/>
                  </a:lnTo>
                  <a:lnTo>
                    <a:pt x="1036" y="595"/>
                  </a:lnTo>
                  <a:lnTo>
                    <a:pt x="1039" y="595"/>
                  </a:lnTo>
                  <a:lnTo>
                    <a:pt x="1039" y="593"/>
                  </a:lnTo>
                  <a:lnTo>
                    <a:pt x="1039" y="593"/>
                  </a:lnTo>
                  <a:lnTo>
                    <a:pt x="1039" y="593"/>
                  </a:lnTo>
                  <a:lnTo>
                    <a:pt x="1041" y="593"/>
                  </a:lnTo>
                  <a:lnTo>
                    <a:pt x="1041" y="593"/>
                  </a:lnTo>
                  <a:lnTo>
                    <a:pt x="1041" y="593"/>
                  </a:lnTo>
                  <a:lnTo>
                    <a:pt x="1041" y="593"/>
                  </a:lnTo>
                  <a:lnTo>
                    <a:pt x="1041" y="593"/>
                  </a:lnTo>
                  <a:lnTo>
                    <a:pt x="1041" y="590"/>
                  </a:lnTo>
                  <a:lnTo>
                    <a:pt x="1041" y="590"/>
                  </a:lnTo>
                  <a:lnTo>
                    <a:pt x="1041" y="590"/>
                  </a:lnTo>
                  <a:lnTo>
                    <a:pt x="1044" y="590"/>
                  </a:lnTo>
                  <a:lnTo>
                    <a:pt x="1044" y="590"/>
                  </a:lnTo>
                  <a:lnTo>
                    <a:pt x="1044" y="588"/>
                  </a:lnTo>
                  <a:lnTo>
                    <a:pt x="1044" y="588"/>
                  </a:lnTo>
                  <a:lnTo>
                    <a:pt x="1044" y="590"/>
                  </a:lnTo>
                  <a:lnTo>
                    <a:pt x="1046" y="590"/>
                  </a:lnTo>
                  <a:lnTo>
                    <a:pt x="1046" y="590"/>
                  </a:lnTo>
                  <a:lnTo>
                    <a:pt x="1046" y="590"/>
                  </a:lnTo>
                  <a:lnTo>
                    <a:pt x="1048" y="590"/>
                  </a:lnTo>
                  <a:lnTo>
                    <a:pt x="1048" y="590"/>
                  </a:lnTo>
                  <a:lnTo>
                    <a:pt x="1048" y="590"/>
                  </a:lnTo>
                  <a:lnTo>
                    <a:pt x="1048" y="593"/>
                  </a:lnTo>
                  <a:lnTo>
                    <a:pt x="1048" y="593"/>
                  </a:lnTo>
                  <a:lnTo>
                    <a:pt x="1048" y="593"/>
                  </a:lnTo>
                  <a:lnTo>
                    <a:pt x="1048" y="593"/>
                  </a:lnTo>
                  <a:lnTo>
                    <a:pt x="1046" y="593"/>
                  </a:lnTo>
                  <a:lnTo>
                    <a:pt x="1046" y="593"/>
                  </a:lnTo>
                  <a:lnTo>
                    <a:pt x="1044" y="593"/>
                  </a:lnTo>
                  <a:lnTo>
                    <a:pt x="1044" y="593"/>
                  </a:lnTo>
                  <a:lnTo>
                    <a:pt x="1044" y="595"/>
                  </a:lnTo>
                  <a:lnTo>
                    <a:pt x="1046" y="595"/>
                  </a:lnTo>
                  <a:lnTo>
                    <a:pt x="1046" y="595"/>
                  </a:lnTo>
                  <a:lnTo>
                    <a:pt x="1048" y="595"/>
                  </a:lnTo>
                  <a:lnTo>
                    <a:pt x="1048" y="595"/>
                  </a:lnTo>
                  <a:lnTo>
                    <a:pt x="1048" y="597"/>
                  </a:lnTo>
                  <a:lnTo>
                    <a:pt x="1048" y="597"/>
                  </a:lnTo>
                  <a:lnTo>
                    <a:pt x="1048" y="597"/>
                  </a:lnTo>
                  <a:lnTo>
                    <a:pt x="1051" y="597"/>
                  </a:lnTo>
                  <a:lnTo>
                    <a:pt x="1051" y="597"/>
                  </a:lnTo>
                  <a:lnTo>
                    <a:pt x="1048" y="597"/>
                  </a:lnTo>
                  <a:lnTo>
                    <a:pt x="1048" y="600"/>
                  </a:lnTo>
                  <a:lnTo>
                    <a:pt x="1051" y="600"/>
                  </a:lnTo>
                  <a:lnTo>
                    <a:pt x="1051" y="600"/>
                  </a:lnTo>
                  <a:lnTo>
                    <a:pt x="1051" y="600"/>
                  </a:lnTo>
                  <a:lnTo>
                    <a:pt x="1051" y="600"/>
                  </a:lnTo>
                  <a:lnTo>
                    <a:pt x="1051" y="602"/>
                  </a:lnTo>
                  <a:lnTo>
                    <a:pt x="1048" y="602"/>
                  </a:lnTo>
                  <a:lnTo>
                    <a:pt x="1048" y="602"/>
                  </a:lnTo>
                  <a:lnTo>
                    <a:pt x="1048" y="602"/>
                  </a:lnTo>
                  <a:lnTo>
                    <a:pt x="1048" y="602"/>
                  </a:lnTo>
                  <a:lnTo>
                    <a:pt x="1048" y="602"/>
                  </a:lnTo>
                  <a:lnTo>
                    <a:pt x="1048" y="605"/>
                  </a:lnTo>
                  <a:lnTo>
                    <a:pt x="1048" y="605"/>
                  </a:lnTo>
                  <a:lnTo>
                    <a:pt x="1046" y="605"/>
                  </a:lnTo>
                  <a:lnTo>
                    <a:pt x="1046" y="607"/>
                  </a:lnTo>
                  <a:lnTo>
                    <a:pt x="1046" y="607"/>
                  </a:lnTo>
                  <a:lnTo>
                    <a:pt x="1046" y="607"/>
                  </a:lnTo>
                  <a:lnTo>
                    <a:pt x="1044" y="607"/>
                  </a:lnTo>
                  <a:lnTo>
                    <a:pt x="1044" y="607"/>
                  </a:lnTo>
                  <a:lnTo>
                    <a:pt x="1044" y="609"/>
                  </a:lnTo>
                  <a:lnTo>
                    <a:pt x="1044" y="609"/>
                  </a:lnTo>
                  <a:lnTo>
                    <a:pt x="1044" y="607"/>
                  </a:lnTo>
                  <a:lnTo>
                    <a:pt x="1044" y="607"/>
                  </a:lnTo>
                  <a:lnTo>
                    <a:pt x="1041" y="607"/>
                  </a:lnTo>
                  <a:lnTo>
                    <a:pt x="1041" y="605"/>
                  </a:lnTo>
                  <a:lnTo>
                    <a:pt x="1041" y="605"/>
                  </a:lnTo>
                  <a:lnTo>
                    <a:pt x="1041" y="605"/>
                  </a:lnTo>
                  <a:lnTo>
                    <a:pt x="1041" y="605"/>
                  </a:lnTo>
                  <a:lnTo>
                    <a:pt x="1039" y="605"/>
                  </a:lnTo>
                  <a:lnTo>
                    <a:pt x="1039" y="605"/>
                  </a:lnTo>
                  <a:lnTo>
                    <a:pt x="1039" y="605"/>
                  </a:lnTo>
                  <a:lnTo>
                    <a:pt x="1036" y="605"/>
                  </a:lnTo>
                  <a:lnTo>
                    <a:pt x="1036" y="607"/>
                  </a:lnTo>
                  <a:lnTo>
                    <a:pt x="1039" y="607"/>
                  </a:lnTo>
                  <a:lnTo>
                    <a:pt x="1039" y="607"/>
                  </a:lnTo>
                  <a:lnTo>
                    <a:pt x="1039" y="607"/>
                  </a:lnTo>
                  <a:lnTo>
                    <a:pt x="1041" y="607"/>
                  </a:lnTo>
                  <a:lnTo>
                    <a:pt x="1041" y="607"/>
                  </a:lnTo>
                  <a:lnTo>
                    <a:pt x="1041" y="607"/>
                  </a:lnTo>
                  <a:lnTo>
                    <a:pt x="1041" y="607"/>
                  </a:lnTo>
                  <a:lnTo>
                    <a:pt x="1041" y="609"/>
                  </a:lnTo>
                  <a:lnTo>
                    <a:pt x="1041" y="609"/>
                  </a:lnTo>
                  <a:lnTo>
                    <a:pt x="1041" y="609"/>
                  </a:lnTo>
                  <a:lnTo>
                    <a:pt x="1041" y="612"/>
                  </a:lnTo>
                  <a:lnTo>
                    <a:pt x="1041" y="612"/>
                  </a:lnTo>
                  <a:lnTo>
                    <a:pt x="1041" y="612"/>
                  </a:lnTo>
                  <a:lnTo>
                    <a:pt x="1041" y="612"/>
                  </a:lnTo>
                  <a:lnTo>
                    <a:pt x="1041" y="614"/>
                  </a:lnTo>
                  <a:lnTo>
                    <a:pt x="1041" y="614"/>
                  </a:lnTo>
                  <a:lnTo>
                    <a:pt x="1041" y="614"/>
                  </a:lnTo>
                  <a:lnTo>
                    <a:pt x="1039" y="614"/>
                  </a:lnTo>
                  <a:lnTo>
                    <a:pt x="1039" y="616"/>
                  </a:lnTo>
                  <a:lnTo>
                    <a:pt x="1041" y="616"/>
                  </a:lnTo>
                  <a:lnTo>
                    <a:pt x="1041" y="616"/>
                  </a:lnTo>
                  <a:lnTo>
                    <a:pt x="1041" y="616"/>
                  </a:lnTo>
                  <a:lnTo>
                    <a:pt x="1041" y="619"/>
                  </a:lnTo>
                  <a:lnTo>
                    <a:pt x="1041" y="619"/>
                  </a:lnTo>
                  <a:lnTo>
                    <a:pt x="1041" y="619"/>
                  </a:lnTo>
                  <a:lnTo>
                    <a:pt x="1041" y="621"/>
                  </a:lnTo>
                  <a:lnTo>
                    <a:pt x="1041" y="621"/>
                  </a:lnTo>
                  <a:lnTo>
                    <a:pt x="1041" y="621"/>
                  </a:lnTo>
                  <a:lnTo>
                    <a:pt x="1041" y="621"/>
                  </a:lnTo>
                  <a:lnTo>
                    <a:pt x="1041" y="621"/>
                  </a:lnTo>
                  <a:lnTo>
                    <a:pt x="1039" y="621"/>
                  </a:lnTo>
                  <a:lnTo>
                    <a:pt x="1039" y="621"/>
                  </a:lnTo>
                  <a:lnTo>
                    <a:pt x="1036" y="621"/>
                  </a:lnTo>
                  <a:lnTo>
                    <a:pt x="1036" y="621"/>
                  </a:lnTo>
                  <a:lnTo>
                    <a:pt x="1036" y="621"/>
                  </a:lnTo>
                  <a:lnTo>
                    <a:pt x="1034" y="621"/>
                  </a:lnTo>
                  <a:lnTo>
                    <a:pt x="1034" y="621"/>
                  </a:lnTo>
                  <a:lnTo>
                    <a:pt x="1034" y="621"/>
                  </a:lnTo>
                  <a:lnTo>
                    <a:pt x="1034" y="619"/>
                  </a:lnTo>
                  <a:lnTo>
                    <a:pt x="1034" y="619"/>
                  </a:lnTo>
                  <a:lnTo>
                    <a:pt x="1034" y="619"/>
                  </a:lnTo>
                  <a:lnTo>
                    <a:pt x="1032" y="619"/>
                  </a:lnTo>
                  <a:lnTo>
                    <a:pt x="1032" y="621"/>
                  </a:lnTo>
                  <a:lnTo>
                    <a:pt x="1034" y="621"/>
                  </a:lnTo>
                  <a:lnTo>
                    <a:pt x="1034" y="621"/>
                  </a:lnTo>
                  <a:lnTo>
                    <a:pt x="1034" y="621"/>
                  </a:lnTo>
                  <a:lnTo>
                    <a:pt x="1034" y="621"/>
                  </a:lnTo>
                  <a:lnTo>
                    <a:pt x="1034" y="624"/>
                  </a:lnTo>
                  <a:lnTo>
                    <a:pt x="1034" y="624"/>
                  </a:lnTo>
                  <a:lnTo>
                    <a:pt x="1034" y="624"/>
                  </a:lnTo>
                  <a:lnTo>
                    <a:pt x="1034" y="626"/>
                  </a:lnTo>
                  <a:lnTo>
                    <a:pt x="1034" y="626"/>
                  </a:lnTo>
                  <a:lnTo>
                    <a:pt x="1034" y="626"/>
                  </a:lnTo>
                  <a:lnTo>
                    <a:pt x="1034" y="628"/>
                  </a:lnTo>
                  <a:lnTo>
                    <a:pt x="1034" y="628"/>
                  </a:lnTo>
                  <a:lnTo>
                    <a:pt x="1034" y="631"/>
                  </a:lnTo>
                  <a:lnTo>
                    <a:pt x="1034" y="631"/>
                  </a:lnTo>
                  <a:lnTo>
                    <a:pt x="1034" y="631"/>
                  </a:lnTo>
                  <a:lnTo>
                    <a:pt x="1032" y="631"/>
                  </a:lnTo>
                  <a:lnTo>
                    <a:pt x="1032" y="631"/>
                  </a:lnTo>
                  <a:lnTo>
                    <a:pt x="1032" y="633"/>
                  </a:lnTo>
                  <a:lnTo>
                    <a:pt x="1029" y="633"/>
                  </a:lnTo>
                  <a:lnTo>
                    <a:pt x="1029" y="633"/>
                  </a:lnTo>
                  <a:lnTo>
                    <a:pt x="1029" y="633"/>
                  </a:lnTo>
                  <a:lnTo>
                    <a:pt x="1029" y="635"/>
                  </a:lnTo>
                  <a:lnTo>
                    <a:pt x="1032" y="635"/>
                  </a:lnTo>
                  <a:lnTo>
                    <a:pt x="1032" y="635"/>
                  </a:lnTo>
                  <a:lnTo>
                    <a:pt x="1034" y="635"/>
                  </a:lnTo>
                  <a:lnTo>
                    <a:pt x="1034" y="635"/>
                  </a:lnTo>
                  <a:lnTo>
                    <a:pt x="1034" y="638"/>
                  </a:lnTo>
                  <a:lnTo>
                    <a:pt x="1034" y="638"/>
                  </a:lnTo>
                  <a:lnTo>
                    <a:pt x="1034" y="638"/>
                  </a:lnTo>
                  <a:lnTo>
                    <a:pt x="1034" y="640"/>
                  </a:lnTo>
                  <a:lnTo>
                    <a:pt x="1034" y="640"/>
                  </a:lnTo>
                  <a:lnTo>
                    <a:pt x="1034" y="640"/>
                  </a:lnTo>
                  <a:lnTo>
                    <a:pt x="1034" y="642"/>
                  </a:lnTo>
                  <a:lnTo>
                    <a:pt x="1034" y="642"/>
                  </a:lnTo>
                  <a:lnTo>
                    <a:pt x="1034" y="642"/>
                  </a:lnTo>
                  <a:lnTo>
                    <a:pt x="1034" y="642"/>
                  </a:lnTo>
                  <a:lnTo>
                    <a:pt x="1034" y="642"/>
                  </a:lnTo>
                  <a:lnTo>
                    <a:pt x="1032" y="642"/>
                  </a:lnTo>
                  <a:lnTo>
                    <a:pt x="1032" y="642"/>
                  </a:lnTo>
                  <a:lnTo>
                    <a:pt x="1032" y="642"/>
                  </a:lnTo>
                  <a:lnTo>
                    <a:pt x="1029" y="642"/>
                  </a:lnTo>
                  <a:lnTo>
                    <a:pt x="1029" y="642"/>
                  </a:lnTo>
                  <a:lnTo>
                    <a:pt x="1029" y="642"/>
                  </a:lnTo>
                  <a:lnTo>
                    <a:pt x="1029" y="642"/>
                  </a:lnTo>
                  <a:lnTo>
                    <a:pt x="1029" y="642"/>
                  </a:lnTo>
                  <a:lnTo>
                    <a:pt x="1029" y="642"/>
                  </a:lnTo>
                  <a:lnTo>
                    <a:pt x="1027" y="642"/>
                  </a:lnTo>
                  <a:lnTo>
                    <a:pt x="1027" y="645"/>
                  </a:lnTo>
                  <a:lnTo>
                    <a:pt x="1027" y="645"/>
                  </a:lnTo>
                  <a:lnTo>
                    <a:pt x="1027" y="647"/>
                  </a:lnTo>
                  <a:lnTo>
                    <a:pt x="1027" y="647"/>
                  </a:lnTo>
                  <a:lnTo>
                    <a:pt x="1027" y="650"/>
                  </a:lnTo>
                  <a:lnTo>
                    <a:pt x="1027" y="650"/>
                  </a:lnTo>
                  <a:lnTo>
                    <a:pt x="1027" y="647"/>
                  </a:lnTo>
                  <a:lnTo>
                    <a:pt x="1027" y="647"/>
                  </a:lnTo>
                  <a:lnTo>
                    <a:pt x="1025" y="647"/>
                  </a:lnTo>
                  <a:lnTo>
                    <a:pt x="1025" y="647"/>
                  </a:lnTo>
                  <a:lnTo>
                    <a:pt x="1025" y="647"/>
                  </a:lnTo>
                  <a:lnTo>
                    <a:pt x="1025" y="647"/>
                  </a:lnTo>
                  <a:lnTo>
                    <a:pt x="1022" y="647"/>
                  </a:lnTo>
                  <a:lnTo>
                    <a:pt x="1022" y="650"/>
                  </a:lnTo>
                  <a:lnTo>
                    <a:pt x="1025" y="650"/>
                  </a:lnTo>
                  <a:lnTo>
                    <a:pt x="1025" y="650"/>
                  </a:lnTo>
                  <a:lnTo>
                    <a:pt x="1022" y="650"/>
                  </a:lnTo>
                  <a:lnTo>
                    <a:pt x="1022" y="650"/>
                  </a:lnTo>
                  <a:lnTo>
                    <a:pt x="1022" y="652"/>
                  </a:lnTo>
                  <a:lnTo>
                    <a:pt x="1022" y="652"/>
                  </a:lnTo>
                  <a:lnTo>
                    <a:pt x="1022" y="652"/>
                  </a:lnTo>
                  <a:lnTo>
                    <a:pt x="1025" y="652"/>
                  </a:lnTo>
                  <a:lnTo>
                    <a:pt x="1025" y="652"/>
                  </a:lnTo>
                  <a:lnTo>
                    <a:pt x="1022" y="652"/>
                  </a:lnTo>
                  <a:lnTo>
                    <a:pt x="1022" y="654"/>
                  </a:lnTo>
                  <a:lnTo>
                    <a:pt x="1022" y="654"/>
                  </a:lnTo>
                  <a:lnTo>
                    <a:pt x="1022" y="654"/>
                  </a:lnTo>
                  <a:lnTo>
                    <a:pt x="1022" y="654"/>
                  </a:lnTo>
                  <a:lnTo>
                    <a:pt x="1020" y="654"/>
                  </a:lnTo>
                  <a:lnTo>
                    <a:pt x="1020" y="654"/>
                  </a:lnTo>
                  <a:lnTo>
                    <a:pt x="1020" y="654"/>
                  </a:lnTo>
                  <a:lnTo>
                    <a:pt x="1020" y="652"/>
                  </a:lnTo>
                  <a:lnTo>
                    <a:pt x="1017" y="652"/>
                  </a:lnTo>
                  <a:lnTo>
                    <a:pt x="1017" y="652"/>
                  </a:lnTo>
                  <a:lnTo>
                    <a:pt x="1017" y="652"/>
                  </a:lnTo>
                  <a:lnTo>
                    <a:pt x="1017" y="650"/>
                  </a:lnTo>
                  <a:lnTo>
                    <a:pt x="1017" y="650"/>
                  </a:lnTo>
                  <a:lnTo>
                    <a:pt x="1017" y="650"/>
                  </a:lnTo>
                  <a:lnTo>
                    <a:pt x="1017" y="652"/>
                  </a:lnTo>
                  <a:lnTo>
                    <a:pt x="1015" y="652"/>
                  </a:lnTo>
                  <a:lnTo>
                    <a:pt x="1015" y="652"/>
                  </a:lnTo>
                  <a:lnTo>
                    <a:pt x="1017" y="652"/>
                  </a:lnTo>
                  <a:lnTo>
                    <a:pt x="1017" y="652"/>
                  </a:lnTo>
                  <a:lnTo>
                    <a:pt x="1015" y="652"/>
                  </a:lnTo>
                  <a:lnTo>
                    <a:pt x="1015" y="652"/>
                  </a:lnTo>
                  <a:lnTo>
                    <a:pt x="1015" y="654"/>
                  </a:lnTo>
                  <a:lnTo>
                    <a:pt x="1015" y="654"/>
                  </a:lnTo>
                  <a:lnTo>
                    <a:pt x="1015" y="654"/>
                  </a:lnTo>
                  <a:lnTo>
                    <a:pt x="1013" y="654"/>
                  </a:lnTo>
                  <a:lnTo>
                    <a:pt x="1013" y="657"/>
                  </a:lnTo>
                  <a:lnTo>
                    <a:pt x="1013" y="657"/>
                  </a:lnTo>
                  <a:lnTo>
                    <a:pt x="1013" y="657"/>
                  </a:lnTo>
                  <a:lnTo>
                    <a:pt x="1013" y="659"/>
                  </a:lnTo>
                  <a:lnTo>
                    <a:pt x="1010" y="659"/>
                  </a:lnTo>
                  <a:lnTo>
                    <a:pt x="1010" y="659"/>
                  </a:lnTo>
                  <a:lnTo>
                    <a:pt x="1010" y="659"/>
                  </a:lnTo>
                  <a:lnTo>
                    <a:pt x="1010" y="661"/>
                  </a:lnTo>
                  <a:lnTo>
                    <a:pt x="1010" y="661"/>
                  </a:lnTo>
                  <a:lnTo>
                    <a:pt x="1010" y="661"/>
                  </a:lnTo>
                  <a:lnTo>
                    <a:pt x="1013" y="661"/>
                  </a:lnTo>
                  <a:lnTo>
                    <a:pt x="1013" y="661"/>
                  </a:lnTo>
                  <a:lnTo>
                    <a:pt x="1013" y="664"/>
                  </a:lnTo>
                  <a:lnTo>
                    <a:pt x="1010" y="664"/>
                  </a:lnTo>
                  <a:lnTo>
                    <a:pt x="1010" y="664"/>
                  </a:lnTo>
                  <a:lnTo>
                    <a:pt x="1010" y="666"/>
                  </a:lnTo>
                  <a:lnTo>
                    <a:pt x="1010" y="666"/>
                  </a:lnTo>
                  <a:lnTo>
                    <a:pt x="1010" y="666"/>
                  </a:lnTo>
                  <a:lnTo>
                    <a:pt x="1010" y="666"/>
                  </a:lnTo>
                  <a:lnTo>
                    <a:pt x="1010" y="669"/>
                  </a:lnTo>
                  <a:lnTo>
                    <a:pt x="1010" y="669"/>
                  </a:lnTo>
                  <a:lnTo>
                    <a:pt x="1008" y="669"/>
                  </a:lnTo>
                  <a:lnTo>
                    <a:pt x="1008" y="671"/>
                  </a:lnTo>
                  <a:lnTo>
                    <a:pt x="1008" y="671"/>
                  </a:lnTo>
                  <a:lnTo>
                    <a:pt x="1008" y="671"/>
                  </a:lnTo>
                  <a:lnTo>
                    <a:pt x="1008" y="671"/>
                  </a:lnTo>
                  <a:lnTo>
                    <a:pt x="1008" y="671"/>
                  </a:lnTo>
                  <a:lnTo>
                    <a:pt x="1006" y="671"/>
                  </a:lnTo>
                  <a:lnTo>
                    <a:pt x="1006" y="673"/>
                  </a:lnTo>
                  <a:lnTo>
                    <a:pt x="1008" y="673"/>
                  </a:lnTo>
                  <a:lnTo>
                    <a:pt x="1008" y="673"/>
                  </a:lnTo>
                  <a:lnTo>
                    <a:pt x="1008" y="673"/>
                  </a:lnTo>
                  <a:lnTo>
                    <a:pt x="1008" y="676"/>
                  </a:lnTo>
                  <a:lnTo>
                    <a:pt x="1008" y="676"/>
                  </a:lnTo>
                  <a:lnTo>
                    <a:pt x="1006" y="676"/>
                  </a:lnTo>
                  <a:lnTo>
                    <a:pt x="1006" y="676"/>
                  </a:lnTo>
                  <a:lnTo>
                    <a:pt x="1006" y="676"/>
                  </a:lnTo>
                  <a:lnTo>
                    <a:pt x="1003" y="676"/>
                  </a:lnTo>
                  <a:lnTo>
                    <a:pt x="1003" y="676"/>
                  </a:lnTo>
                  <a:lnTo>
                    <a:pt x="1003" y="676"/>
                  </a:lnTo>
                  <a:lnTo>
                    <a:pt x="1003" y="678"/>
                  </a:lnTo>
                  <a:lnTo>
                    <a:pt x="1001" y="678"/>
                  </a:lnTo>
                  <a:lnTo>
                    <a:pt x="1001" y="676"/>
                  </a:lnTo>
                  <a:lnTo>
                    <a:pt x="1001" y="676"/>
                  </a:lnTo>
                  <a:lnTo>
                    <a:pt x="1001" y="676"/>
                  </a:lnTo>
                  <a:lnTo>
                    <a:pt x="1001" y="678"/>
                  </a:lnTo>
                  <a:lnTo>
                    <a:pt x="999" y="678"/>
                  </a:lnTo>
                  <a:lnTo>
                    <a:pt x="999" y="678"/>
                  </a:lnTo>
                  <a:lnTo>
                    <a:pt x="1001" y="678"/>
                  </a:lnTo>
                  <a:lnTo>
                    <a:pt x="1001" y="678"/>
                  </a:lnTo>
                  <a:lnTo>
                    <a:pt x="1001" y="680"/>
                  </a:lnTo>
                  <a:lnTo>
                    <a:pt x="1001" y="680"/>
                  </a:lnTo>
                  <a:lnTo>
                    <a:pt x="1001" y="680"/>
                  </a:lnTo>
                  <a:lnTo>
                    <a:pt x="1001" y="683"/>
                  </a:lnTo>
                  <a:lnTo>
                    <a:pt x="1001" y="683"/>
                  </a:lnTo>
                  <a:lnTo>
                    <a:pt x="1001" y="683"/>
                  </a:lnTo>
                  <a:lnTo>
                    <a:pt x="1001" y="685"/>
                  </a:lnTo>
                  <a:lnTo>
                    <a:pt x="1001" y="685"/>
                  </a:lnTo>
                  <a:lnTo>
                    <a:pt x="1001" y="685"/>
                  </a:lnTo>
                  <a:lnTo>
                    <a:pt x="1001" y="687"/>
                  </a:lnTo>
                  <a:lnTo>
                    <a:pt x="1001" y="687"/>
                  </a:lnTo>
                  <a:lnTo>
                    <a:pt x="1001" y="685"/>
                  </a:lnTo>
                  <a:lnTo>
                    <a:pt x="999" y="685"/>
                  </a:lnTo>
                  <a:lnTo>
                    <a:pt x="999" y="687"/>
                  </a:lnTo>
                  <a:lnTo>
                    <a:pt x="999" y="687"/>
                  </a:lnTo>
                  <a:lnTo>
                    <a:pt x="999" y="687"/>
                  </a:lnTo>
                  <a:lnTo>
                    <a:pt x="996" y="687"/>
                  </a:lnTo>
                  <a:lnTo>
                    <a:pt x="996" y="687"/>
                  </a:lnTo>
                  <a:lnTo>
                    <a:pt x="996" y="687"/>
                  </a:lnTo>
                  <a:lnTo>
                    <a:pt x="996" y="685"/>
                  </a:lnTo>
                  <a:lnTo>
                    <a:pt x="996" y="685"/>
                  </a:lnTo>
                  <a:lnTo>
                    <a:pt x="996" y="687"/>
                  </a:lnTo>
                  <a:lnTo>
                    <a:pt x="994" y="687"/>
                  </a:lnTo>
                  <a:lnTo>
                    <a:pt x="994" y="687"/>
                  </a:lnTo>
                  <a:lnTo>
                    <a:pt x="994" y="687"/>
                  </a:lnTo>
                  <a:lnTo>
                    <a:pt x="994" y="687"/>
                  </a:lnTo>
                  <a:lnTo>
                    <a:pt x="996" y="687"/>
                  </a:lnTo>
                  <a:lnTo>
                    <a:pt x="996" y="690"/>
                  </a:lnTo>
                  <a:lnTo>
                    <a:pt x="996" y="690"/>
                  </a:lnTo>
                  <a:lnTo>
                    <a:pt x="996" y="690"/>
                  </a:lnTo>
                  <a:lnTo>
                    <a:pt x="996" y="692"/>
                  </a:lnTo>
                  <a:lnTo>
                    <a:pt x="996" y="692"/>
                  </a:lnTo>
                  <a:lnTo>
                    <a:pt x="996" y="692"/>
                  </a:lnTo>
                  <a:lnTo>
                    <a:pt x="994" y="692"/>
                  </a:lnTo>
                  <a:lnTo>
                    <a:pt x="994" y="692"/>
                  </a:lnTo>
                  <a:lnTo>
                    <a:pt x="994" y="692"/>
                  </a:lnTo>
                  <a:lnTo>
                    <a:pt x="991" y="692"/>
                  </a:lnTo>
                  <a:lnTo>
                    <a:pt x="991" y="692"/>
                  </a:lnTo>
                  <a:lnTo>
                    <a:pt x="991" y="692"/>
                  </a:lnTo>
                  <a:lnTo>
                    <a:pt x="991" y="695"/>
                  </a:lnTo>
                  <a:lnTo>
                    <a:pt x="989" y="695"/>
                  </a:lnTo>
                  <a:lnTo>
                    <a:pt x="989" y="695"/>
                  </a:lnTo>
                  <a:lnTo>
                    <a:pt x="991" y="695"/>
                  </a:lnTo>
                  <a:lnTo>
                    <a:pt x="991" y="697"/>
                  </a:lnTo>
                  <a:lnTo>
                    <a:pt x="991" y="697"/>
                  </a:lnTo>
                  <a:lnTo>
                    <a:pt x="989" y="697"/>
                  </a:lnTo>
                  <a:lnTo>
                    <a:pt x="989" y="699"/>
                  </a:lnTo>
                  <a:lnTo>
                    <a:pt x="991" y="699"/>
                  </a:lnTo>
                  <a:lnTo>
                    <a:pt x="991" y="699"/>
                  </a:lnTo>
                  <a:lnTo>
                    <a:pt x="991" y="699"/>
                  </a:lnTo>
                  <a:lnTo>
                    <a:pt x="991" y="702"/>
                  </a:lnTo>
                  <a:lnTo>
                    <a:pt x="991" y="702"/>
                  </a:lnTo>
                  <a:lnTo>
                    <a:pt x="991" y="702"/>
                  </a:lnTo>
                  <a:lnTo>
                    <a:pt x="991" y="702"/>
                  </a:lnTo>
                  <a:lnTo>
                    <a:pt x="989" y="702"/>
                  </a:lnTo>
                  <a:lnTo>
                    <a:pt x="989" y="702"/>
                  </a:lnTo>
                  <a:lnTo>
                    <a:pt x="989" y="704"/>
                  </a:lnTo>
                  <a:lnTo>
                    <a:pt x="989" y="704"/>
                  </a:lnTo>
                  <a:lnTo>
                    <a:pt x="989" y="704"/>
                  </a:lnTo>
                  <a:lnTo>
                    <a:pt x="991" y="704"/>
                  </a:lnTo>
                  <a:lnTo>
                    <a:pt x="991" y="706"/>
                  </a:lnTo>
                  <a:lnTo>
                    <a:pt x="989" y="706"/>
                  </a:lnTo>
                  <a:lnTo>
                    <a:pt x="989" y="706"/>
                  </a:lnTo>
                  <a:lnTo>
                    <a:pt x="989" y="706"/>
                  </a:lnTo>
                  <a:lnTo>
                    <a:pt x="989" y="706"/>
                  </a:lnTo>
                  <a:lnTo>
                    <a:pt x="989" y="709"/>
                  </a:lnTo>
                  <a:lnTo>
                    <a:pt x="991" y="709"/>
                  </a:lnTo>
                  <a:lnTo>
                    <a:pt x="991" y="709"/>
                  </a:lnTo>
                  <a:lnTo>
                    <a:pt x="991" y="706"/>
                  </a:lnTo>
                  <a:lnTo>
                    <a:pt x="991" y="706"/>
                  </a:lnTo>
                  <a:lnTo>
                    <a:pt x="991" y="709"/>
                  </a:lnTo>
                  <a:lnTo>
                    <a:pt x="991" y="709"/>
                  </a:lnTo>
                  <a:lnTo>
                    <a:pt x="994" y="709"/>
                  </a:lnTo>
                  <a:lnTo>
                    <a:pt x="994" y="709"/>
                  </a:lnTo>
                  <a:lnTo>
                    <a:pt x="996" y="709"/>
                  </a:lnTo>
                  <a:lnTo>
                    <a:pt x="996" y="711"/>
                  </a:lnTo>
                  <a:lnTo>
                    <a:pt x="996" y="711"/>
                  </a:lnTo>
                  <a:lnTo>
                    <a:pt x="994" y="711"/>
                  </a:lnTo>
                  <a:lnTo>
                    <a:pt x="994" y="711"/>
                  </a:lnTo>
                  <a:lnTo>
                    <a:pt x="994" y="714"/>
                  </a:lnTo>
                  <a:lnTo>
                    <a:pt x="994" y="714"/>
                  </a:lnTo>
                  <a:lnTo>
                    <a:pt x="994" y="714"/>
                  </a:lnTo>
                  <a:lnTo>
                    <a:pt x="991" y="714"/>
                  </a:lnTo>
                  <a:lnTo>
                    <a:pt x="991" y="716"/>
                  </a:lnTo>
                  <a:lnTo>
                    <a:pt x="991" y="716"/>
                  </a:lnTo>
                  <a:lnTo>
                    <a:pt x="991" y="716"/>
                  </a:lnTo>
                  <a:lnTo>
                    <a:pt x="991" y="716"/>
                  </a:lnTo>
                  <a:lnTo>
                    <a:pt x="991" y="718"/>
                  </a:lnTo>
                  <a:lnTo>
                    <a:pt x="991" y="718"/>
                  </a:lnTo>
                  <a:lnTo>
                    <a:pt x="991" y="718"/>
                  </a:lnTo>
                  <a:lnTo>
                    <a:pt x="991" y="718"/>
                  </a:lnTo>
                  <a:lnTo>
                    <a:pt x="991" y="718"/>
                  </a:lnTo>
                  <a:lnTo>
                    <a:pt x="989" y="718"/>
                  </a:lnTo>
                  <a:lnTo>
                    <a:pt x="989" y="716"/>
                  </a:lnTo>
                  <a:lnTo>
                    <a:pt x="989" y="716"/>
                  </a:lnTo>
                  <a:lnTo>
                    <a:pt x="989" y="716"/>
                  </a:lnTo>
                  <a:lnTo>
                    <a:pt x="987" y="716"/>
                  </a:lnTo>
                  <a:lnTo>
                    <a:pt x="987" y="716"/>
                  </a:lnTo>
                  <a:lnTo>
                    <a:pt x="987" y="718"/>
                  </a:lnTo>
                  <a:lnTo>
                    <a:pt x="987" y="718"/>
                  </a:lnTo>
                  <a:lnTo>
                    <a:pt x="987" y="718"/>
                  </a:lnTo>
                  <a:lnTo>
                    <a:pt x="989" y="718"/>
                  </a:lnTo>
                  <a:lnTo>
                    <a:pt x="989" y="721"/>
                  </a:lnTo>
                  <a:lnTo>
                    <a:pt x="989" y="721"/>
                  </a:lnTo>
                  <a:lnTo>
                    <a:pt x="989" y="721"/>
                  </a:lnTo>
                  <a:lnTo>
                    <a:pt x="987" y="721"/>
                  </a:lnTo>
                  <a:lnTo>
                    <a:pt x="987" y="721"/>
                  </a:lnTo>
                  <a:lnTo>
                    <a:pt x="987" y="721"/>
                  </a:lnTo>
                  <a:lnTo>
                    <a:pt x="984" y="721"/>
                  </a:lnTo>
                  <a:lnTo>
                    <a:pt x="984" y="721"/>
                  </a:lnTo>
                  <a:lnTo>
                    <a:pt x="984" y="721"/>
                  </a:lnTo>
                  <a:lnTo>
                    <a:pt x="984" y="718"/>
                  </a:lnTo>
                  <a:lnTo>
                    <a:pt x="984" y="718"/>
                  </a:lnTo>
                  <a:lnTo>
                    <a:pt x="984" y="718"/>
                  </a:lnTo>
                  <a:lnTo>
                    <a:pt x="984" y="716"/>
                  </a:lnTo>
                  <a:lnTo>
                    <a:pt x="984" y="716"/>
                  </a:lnTo>
                  <a:lnTo>
                    <a:pt x="984" y="714"/>
                  </a:lnTo>
                  <a:lnTo>
                    <a:pt x="984" y="714"/>
                  </a:lnTo>
                  <a:lnTo>
                    <a:pt x="984" y="714"/>
                  </a:lnTo>
                  <a:lnTo>
                    <a:pt x="984" y="711"/>
                  </a:lnTo>
                  <a:lnTo>
                    <a:pt x="984" y="711"/>
                  </a:lnTo>
                  <a:lnTo>
                    <a:pt x="984" y="714"/>
                  </a:lnTo>
                  <a:lnTo>
                    <a:pt x="984" y="714"/>
                  </a:lnTo>
                  <a:lnTo>
                    <a:pt x="982" y="714"/>
                  </a:lnTo>
                  <a:lnTo>
                    <a:pt x="982" y="716"/>
                  </a:lnTo>
                  <a:lnTo>
                    <a:pt x="982" y="716"/>
                  </a:lnTo>
                  <a:lnTo>
                    <a:pt x="982" y="714"/>
                  </a:lnTo>
                  <a:lnTo>
                    <a:pt x="982" y="714"/>
                  </a:lnTo>
                  <a:lnTo>
                    <a:pt x="982" y="714"/>
                  </a:lnTo>
                  <a:lnTo>
                    <a:pt x="980" y="714"/>
                  </a:lnTo>
                  <a:lnTo>
                    <a:pt x="980" y="714"/>
                  </a:lnTo>
                  <a:lnTo>
                    <a:pt x="980" y="716"/>
                  </a:lnTo>
                  <a:lnTo>
                    <a:pt x="982" y="716"/>
                  </a:lnTo>
                  <a:lnTo>
                    <a:pt x="982" y="716"/>
                  </a:lnTo>
                  <a:lnTo>
                    <a:pt x="982" y="716"/>
                  </a:lnTo>
                  <a:lnTo>
                    <a:pt x="982" y="716"/>
                  </a:lnTo>
                  <a:lnTo>
                    <a:pt x="984" y="716"/>
                  </a:lnTo>
                  <a:lnTo>
                    <a:pt x="984" y="718"/>
                  </a:lnTo>
                  <a:lnTo>
                    <a:pt x="984" y="718"/>
                  </a:lnTo>
                  <a:lnTo>
                    <a:pt x="984" y="721"/>
                  </a:lnTo>
                  <a:lnTo>
                    <a:pt x="982" y="721"/>
                  </a:lnTo>
                  <a:lnTo>
                    <a:pt x="982" y="721"/>
                  </a:lnTo>
                  <a:lnTo>
                    <a:pt x="982" y="721"/>
                  </a:lnTo>
                  <a:lnTo>
                    <a:pt x="982" y="721"/>
                  </a:lnTo>
                  <a:lnTo>
                    <a:pt x="982" y="721"/>
                  </a:lnTo>
                  <a:lnTo>
                    <a:pt x="982" y="721"/>
                  </a:lnTo>
                  <a:lnTo>
                    <a:pt x="980" y="721"/>
                  </a:lnTo>
                  <a:lnTo>
                    <a:pt x="980" y="721"/>
                  </a:lnTo>
                  <a:lnTo>
                    <a:pt x="980" y="721"/>
                  </a:lnTo>
                  <a:lnTo>
                    <a:pt x="980" y="723"/>
                  </a:lnTo>
                  <a:lnTo>
                    <a:pt x="980" y="723"/>
                  </a:lnTo>
                  <a:lnTo>
                    <a:pt x="980" y="725"/>
                  </a:lnTo>
                  <a:lnTo>
                    <a:pt x="977" y="725"/>
                  </a:lnTo>
                  <a:lnTo>
                    <a:pt x="977" y="725"/>
                  </a:lnTo>
                  <a:lnTo>
                    <a:pt x="977" y="723"/>
                  </a:lnTo>
                  <a:lnTo>
                    <a:pt x="977" y="723"/>
                  </a:lnTo>
                  <a:lnTo>
                    <a:pt x="977" y="723"/>
                  </a:lnTo>
                  <a:lnTo>
                    <a:pt x="977" y="723"/>
                  </a:lnTo>
                  <a:lnTo>
                    <a:pt x="977" y="725"/>
                  </a:lnTo>
                  <a:lnTo>
                    <a:pt x="977" y="725"/>
                  </a:lnTo>
                  <a:lnTo>
                    <a:pt x="977" y="728"/>
                  </a:lnTo>
                  <a:lnTo>
                    <a:pt x="975" y="728"/>
                  </a:lnTo>
                  <a:lnTo>
                    <a:pt x="975" y="728"/>
                  </a:lnTo>
                  <a:lnTo>
                    <a:pt x="975" y="730"/>
                  </a:lnTo>
                  <a:lnTo>
                    <a:pt x="975" y="730"/>
                  </a:lnTo>
                  <a:lnTo>
                    <a:pt x="975" y="730"/>
                  </a:lnTo>
                  <a:lnTo>
                    <a:pt x="975" y="728"/>
                  </a:lnTo>
                  <a:lnTo>
                    <a:pt x="973" y="728"/>
                  </a:lnTo>
                  <a:lnTo>
                    <a:pt x="973" y="730"/>
                  </a:lnTo>
                  <a:lnTo>
                    <a:pt x="973" y="730"/>
                  </a:lnTo>
                  <a:lnTo>
                    <a:pt x="970" y="730"/>
                  </a:lnTo>
                  <a:lnTo>
                    <a:pt x="970" y="730"/>
                  </a:lnTo>
                  <a:lnTo>
                    <a:pt x="970" y="730"/>
                  </a:lnTo>
                  <a:lnTo>
                    <a:pt x="970" y="733"/>
                  </a:lnTo>
                  <a:lnTo>
                    <a:pt x="970" y="733"/>
                  </a:lnTo>
                  <a:lnTo>
                    <a:pt x="970" y="733"/>
                  </a:lnTo>
                  <a:lnTo>
                    <a:pt x="970" y="733"/>
                  </a:lnTo>
                  <a:lnTo>
                    <a:pt x="970" y="735"/>
                  </a:lnTo>
                  <a:lnTo>
                    <a:pt x="970" y="735"/>
                  </a:lnTo>
                  <a:lnTo>
                    <a:pt x="970" y="737"/>
                  </a:lnTo>
                  <a:lnTo>
                    <a:pt x="968" y="737"/>
                  </a:lnTo>
                  <a:lnTo>
                    <a:pt x="968" y="737"/>
                  </a:lnTo>
                  <a:lnTo>
                    <a:pt x="968" y="737"/>
                  </a:lnTo>
                  <a:lnTo>
                    <a:pt x="968" y="737"/>
                  </a:lnTo>
                  <a:lnTo>
                    <a:pt x="965" y="737"/>
                  </a:lnTo>
                  <a:lnTo>
                    <a:pt x="965" y="737"/>
                  </a:lnTo>
                  <a:lnTo>
                    <a:pt x="965" y="735"/>
                  </a:lnTo>
                  <a:lnTo>
                    <a:pt x="965" y="735"/>
                  </a:lnTo>
                  <a:lnTo>
                    <a:pt x="963" y="735"/>
                  </a:lnTo>
                  <a:lnTo>
                    <a:pt x="963" y="735"/>
                  </a:lnTo>
                  <a:lnTo>
                    <a:pt x="963" y="735"/>
                  </a:lnTo>
                  <a:lnTo>
                    <a:pt x="961" y="735"/>
                  </a:lnTo>
                  <a:lnTo>
                    <a:pt x="961" y="735"/>
                  </a:lnTo>
                  <a:lnTo>
                    <a:pt x="961" y="737"/>
                  </a:lnTo>
                  <a:lnTo>
                    <a:pt x="961" y="737"/>
                  </a:lnTo>
                  <a:lnTo>
                    <a:pt x="963" y="737"/>
                  </a:lnTo>
                  <a:lnTo>
                    <a:pt x="963" y="737"/>
                  </a:lnTo>
                  <a:lnTo>
                    <a:pt x="963" y="737"/>
                  </a:lnTo>
                  <a:lnTo>
                    <a:pt x="963" y="737"/>
                  </a:lnTo>
                  <a:lnTo>
                    <a:pt x="965" y="737"/>
                  </a:lnTo>
                  <a:lnTo>
                    <a:pt x="965" y="740"/>
                  </a:lnTo>
                  <a:lnTo>
                    <a:pt x="965" y="740"/>
                  </a:lnTo>
                  <a:lnTo>
                    <a:pt x="963" y="740"/>
                  </a:lnTo>
                  <a:lnTo>
                    <a:pt x="963" y="740"/>
                  </a:lnTo>
                  <a:lnTo>
                    <a:pt x="963" y="740"/>
                  </a:lnTo>
                  <a:lnTo>
                    <a:pt x="963" y="740"/>
                  </a:lnTo>
                  <a:lnTo>
                    <a:pt x="963" y="740"/>
                  </a:lnTo>
                  <a:lnTo>
                    <a:pt x="963" y="740"/>
                  </a:lnTo>
                  <a:lnTo>
                    <a:pt x="961" y="740"/>
                  </a:lnTo>
                  <a:lnTo>
                    <a:pt x="961" y="740"/>
                  </a:lnTo>
                  <a:lnTo>
                    <a:pt x="958" y="740"/>
                  </a:lnTo>
                  <a:lnTo>
                    <a:pt x="958" y="740"/>
                  </a:lnTo>
                  <a:lnTo>
                    <a:pt x="958" y="740"/>
                  </a:lnTo>
                  <a:lnTo>
                    <a:pt x="958" y="742"/>
                  </a:lnTo>
                  <a:lnTo>
                    <a:pt x="958" y="742"/>
                  </a:lnTo>
                  <a:lnTo>
                    <a:pt x="958" y="744"/>
                  </a:lnTo>
                  <a:lnTo>
                    <a:pt x="956" y="744"/>
                  </a:lnTo>
                  <a:lnTo>
                    <a:pt x="956" y="744"/>
                  </a:lnTo>
                  <a:lnTo>
                    <a:pt x="956" y="744"/>
                  </a:lnTo>
                  <a:lnTo>
                    <a:pt x="956" y="744"/>
                  </a:lnTo>
                  <a:lnTo>
                    <a:pt x="956" y="747"/>
                  </a:lnTo>
                  <a:lnTo>
                    <a:pt x="954" y="747"/>
                  </a:lnTo>
                  <a:lnTo>
                    <a:pt x="954" y="747"/>
                  </a:lnTo>
                  <a:lnTo>
                    <a:pt x="954" y="747"/>
                  </a:lnTo>
                  <a:lnTo>
                    <a:pt x="954" y="749"/>
                  </a:lnTo>
                  <a:lnTo>
                    <a:pt x="951" y="749"/>
                  </a:lnTo>
                  <a:lnTo>
                    <a:pt x="951" y="749"/>
                  </a:lnTo>
                  <a:lnTo>
                    <a:pt x="951" y="751"/>
                  </a:lnTo>
                  <a:lnTo>
                    <a:pt x="951" y="751"/>
                  </a:lnTo>
                  <a:lnTo>
                    <a:pt x="951" y="751"/>
                  </a:lnTo>
                  <a:lnTo>
                    <a:pt x="951" y="751"/>
                  </a:lnTo>
                  <a:lnTo>
                    <a:pt x="949" y="751"/>
                  </a:lnTo>
                  <a:lnTo>
                    <a:pt x="949" y="751"/>
                  </a:lnTo>
                  <a:lnTo>
                    <a:pt x="949" y="751"/>
                  </a:lnTo>
                  <a:lnTo>
                    <a:pt x="949" y="754"/>
                  </a:lnTo>
                  <a:lnTo>
                    <a:pt x="949" y="754"/>
                  </a:lnTo>
                  <a:lnTo>
                    <a:pt x="949" y="751"/>
                  </a:lnTo>
                  <a:lnTo>
                    <a:pt x="946" y="751"/>
                  </a:lnTo>
                  <a:lnTo>
                    <a:pt x="946" y="754"/>
                  </a:lnTo>
                  <a:lnTo>
                    <a:pt x="946" y="754"/>
                  </a:lnTo>
                  <a:lnTo>
                    <a:pt x="946" y="754"/>
                  </a:lnTo>
                  <a:lnTo>
                    <a:pt x="946" y="754"/>
                  </a:lnTo>
                  <a:lnTo>
                    <a:pt x="949" y="754"/>
                  </a:lnTo>
                  <a:lnTo>
                    <a:pt x="949" y="756"/>
                  </a:lnTo>
                  <a:lnTo>
                    <a:pt x="949" y="756"/>
                  </a:lnTo>
                  <a:lnTo>
                    <a:pt x="949" y="756"/>
                  </a:lnTo>
                  <a:lnTo>
                    <a:pt x="949" y="756"/>
                  </a:lnTo>
                  <a:lnTo>
                    <a:pt x="946" y="756"/>
                  </a:lnTo>
                  <a:lnTo>
                    <a:pt x="946" y="756"/>
                  </a:lnTo>
                  <a:lnTo>
                    <a:pt x="946" y="759"/>
                  </a:lnTo>
                  <a:lnTo>
                    <a:pt x="944" y="759"/>
                  </a:lnTo>
                  <a:lnTo>
                    <a:pt x="944" y="759"/>
                  </a:lnTo>
                  <a:lnTo>
                    <a:pt x="944" y="759"/>
                  </a:lnTo>
                  <a:lnTo>
                    <a:pt x="944" y="759"/>
                  </a:lnTo>
                  <a:lnTo>
                    <a:pt x="944" y="761"/>
                  </a:lnTo>
                  <a:lnTo>
                    <a:pt x="942" y="761"/>
                  </a:lnTo>
                  <a:lnTo>
                    <a:pt x="942" y="761"/>
                  </a:lnTo>
                  <a:lnTo>
                    <a:pt x="942" y="761"/>
                  </a:lnTo>
                  <a:lnTo>
                    <a:pt x="942" y="761"/>
                  </a:lnTo>
                  <a:lnTo>
                    <a:pt x="942" y="761"/>
                  </a:lnTo>
                  <a:lnTo>
                    <a:pt x="939" y="761"/>
                  </a:lnTo>
                  <a:lnTo>
                    <a:pt x="939" y="761"/>
                  </a:lnTo>
                  <a:lnTo>
                    <a:pt x="939" y="761"/>
                  </a:lnTo>
                  <a:lnTo>
                    <a:pt x="937" y="761"/>
                  </a:lnTo>
                  <a:lnTo>
                    <a:pt x="937" y="761"/>
                  </a:lnTo>
                  <a:lnTo>
                    <a:pt x="937" y="761"/>
                  </a:lnTo>
                  <a:lnTo>
                    <a:pt x="937" y="761"/>
                  </a:lnTo>
                  <a:lnTo>
                    <a:pt x="935" y="761"/>
                  </a:lnTo>
                  <a:lnTo>
                    <a:pt x="935" y="761"/>
                  </a:lnTo>
                  <a:lnTo>
                    <a:pt x="935" y="761"/>
                  </a:lnTo>
                  <a:lnTo>
                    <a:pt x="932" y="761"/>
                  </a:lnTo>
                  <a:lnTo>
                    <a:pt x="932" y="763"/>
                  </a:lnTo>
                  <a:lnTo>
                    <a:pt x="935" y="763"/>
                  </a:lnTo>
                  <a:lnTo>
                    <a:pt x="935" y="763"/>
                  </a:lnTo>
                  <a:lnTo>
                    <a:pt x="935" y="763"/>
                  </a:lnTo>
                  <a:lnTo>
                    <a:pt x="937" y="763"/>
                  </a:lnTo>
                  <a:lnTo>
                    <a:pt x="937" y="763"/>
                  </a:lnTo>
                  <a:lnTo>
                    <a:pt x="937" y="766"/>
                  </a:lnTo>
                  <a:lnTo>
                    <a:pt x="937" y="766"/>
                  </a:lnTo>
                  <a:lnTo>
                    <a:pt x="935" y="766"/>
                  </a:lnTo>
                  <a:lnTo>
                    <a:pt x="935" y="766"/>
                  </a:lnTo>
                  <a:lnTo>
                    <a:pt x="935" y="766"/>
                  </a:lnTo>
                  <a:lnTo>
                    <a:pt x="932" y="766"/>
                  </a:lnTo>
                  <a:lnTo>
                    <a:pt x="932" y="766"/>
                  </a:lnTo>
                  <a:lnTo>
                    <a:pt x="932" y="766"/>
                  </a:lnTo>
                  <a:lnTo>
                    <a:pt x="930" y="766"/>
                  </a:lnTo>
                  <a:lnTo>
                    <a:pt x="930" y="763"/>
                  </a:lnTo>
                  <a:lnTo>
                    <a:pt x="932" y="763"/>
                  </a:lnTo>
                  <a:lnTo>
                    <a:pt x="932" y="763"/>
                  </a:lnTo>
                  <a:lnTo>
                    <a:pt x="930" y="763"/>
                  </a:lnTo>
                  <a:lnTo>
                    <a:pt x="930" y="763"/>
                  </a:lnTo>
                  <a:lnTo>
                    <a:pt x="930" y="763"/>
                  </a:lnTo>
                  <a:lnTo>
                    <a:pt x="930" y="766"/>
                  </a:lnTo>
                  <a:lnTo>
                    <a:pt x="930" y="766"/>
                  </a:lnTo>
                  <a:lnTo>
                    <a:pt x="930" y="766"/>
                  </a:lnTo>
                  <a:lnTo>
                    <a:pt x="928" y="766"/>
                  </a:lnTo>
                  <a:lnTo>
                    <a:pt x="928" y="768"/>
                  </a:lnTo>
                  <a:lnTo>
                    <a:pt x="928" y="768"/>
                  </a:lnTo>
                  <a:lnTo>
                    <a:pt x="928" y="770"/>
                  </a:lnTo>
                  <a:lnTo>
                    <a:pt x="930" y="770"/>
                  </a:lnTo>
                  <a:lnTo>
                    <a:pt x="930" y="770"/>
                  </a:lnTo>
                  <a:lnTo>
                    <a:pt x="928" y="770"/>
                  </a:lnTo>
                  <a:lnTo>
                    <a:pt x="928" y="770"/>
                  </a:lnTo>
                  <a:lnTo>
                    <a:pt x="928" y="770"/>
                  </a:lnTo>
                  <a:lnTo>
                    <a:pt x="925" y="770"/>
                  </a:lnTo>
                  <a:lnTo>
                    <a:pt x="925" y="770"/>
                  </a:lnTo>
                  <a:lnTo>
                    <a:pt x="925" y="773"/>
                  </a:lnTo>
                  <a:lnTo>
                    <a:pt x="925" y="773"/>
                  </a:lnTo>
                  <a:lnTo>
                    <a:pt x="925" y="770"/>
                  </a:lnTo>
                  <a:lnTo>
                    <a:pt x="923" y="770"/>
                  </a:lnTo>
                  <a:lnTo>
                    <a:pt x="923" y="773"/>
                  </a:lnTo>
                  <a:lnTo>
                    <a:pt x="923" y="773"/>
                  </a:lnTo>
                  <a:lnTo>
                    <a:pt x="923" y="775"/>
                  </a:lnTo>
                  <a:lnTo>
                    <a:pt x="923" y="775"/>
                  </a:lnTo>
                  <a:lnTo>
                    <a:pt x="923" y="775"/>
                  </a:lnTo>
                  <a:lnTo>
                    <a:pt x="923" y="778"/>
                  </a:lnTo>
                  <a:lnTo>
                    <a:pt x="923" y="778"/>
                  </a:lnTo>
                  <a:lnTo>
                    <a:pt x="923" y="778"/>
                  </a:lnTo>
                  <a:lnTo>
                    <a:pt x="920" y="778"/>
                  </a:lnTo>
                  <a:lnTo>
                    <a:pt x="920" y="778"/>
                  </a:lnTo>
                  <a:lnTo>
                    <a:pt x="918" y="778"/>
                  </a:lnTo>
                  <a:lnTo>
                    <a:pt x="918" y="778"/>
                  </a:lnTo>
                  <a:lnTo>
                    <a:pt x="918" y="778"/>
                  </a:lnTo>
                  <a:lnTo>
                    <a:pt x="916" y="778"/>
                  </a:lnTo>
                  <a:lnTo>
                    <a:pt x="916" y="780"/>
                  </a:lnTo>
                  <a:lnTo>
                    <a:pt x="916" y="780"/>
                  </a:lnTo>
                  <a:lnTo>
                    <a:pt x="916" y="780"/>
                  </a:lnTo>
                  <a:lnTo>
                    <a:pt x="916" y="780"/>
                  </a:lnTo>
                  <a:lnTo>
                    <a:pt x="913" y="780"/>
                  </a:lnTo>
                  <a:lnTo>
                    <a:pt x="913" y="780"/>
                  </a:lnTo>
                  <a:lnTo>
                    <a:pt x="913" y="780"/>
                  </a:lnTo>
                  <a:lnTo>
                    <a:pt x="911" y="780"/>
                  </a:lnTo>
                  <a:lnTo>
                    <a:pt x="911" y="780"/>
                  </a:lnTo>
                  <a:lnTo>
                    <a:pt x="911" y="780"/>
                  </a:lnTo>
                  <a:lnTo>
                    <a:pt x="911" y="780"/>
                  </a:lnTo>
                  <a:lnTo>
                    <a:pt x="911" y="780"/>
                  </a:lnTo>
                  <a:lnTo>
                    <a:pt x="909" y="780"/>
                  </a:lnTo>
                  <a:lnTo>
                    <a:pt x="909" y="782"/>
                  </a:lnTo>
                  <a:lnTo>
                    <a:pt x="909" y="782"/>
                  </a:lnTo>
                  <a:lnTo>
                    <a:pt x="909" y="782"/>
                  </a:lnTo>
                  <a:lnTo>
                    <a:pt x="909" y="782"/>
                  </a:lnTo>
                  <a:lnTo>
                    <a:pt x="906" y="782"/>
                  </a:lnTo>
                  <a:lnTo>
                    <a:pt x="906" y="782"/>
                  </a:lnTo>
                  <a:lnTo>
                    <a:pt x="906" y="780"/>
                  </a:lnTo>
                  <a:lnTo>
                    <a:pt x="906" y="780"/>
                  </a:lnTo>
                  <a:lnTo>
                    <a:pt x="906" y="780"/>
                  </a:lnTo>
                  <a:lnTo>
                    <a:pt x="904" y="780"/>
                  </a:lnTo>
                  <a:lnTo>
                    <a:pt x="904" y="780"/>
                  </a:lnTo>
                  <a:lnTo>
                    <a:pt x="904" y="780"/>
                  </a:lnTo>
                  <a:lnTo>
                    <a:pt x="901" y="780"/>
                  </a:lnTo>
                  <a:lnTo>
                    <a:pt x="901" y="780"/>
                  </a:lnTo>
                  <a:lnTo>
                    <a:pt x="904" y="780"/>
                  </a:lnTo>
                  <a:lnTo>
                    <a:pt x="904" y="782"/>
                  </a:lnTo>
                  <a:lnTo>
                    <a:pt x="904" y="782"/>
                  </a:lnTo>
                  <a:lnTo>
                    <a:pt x="901" y="782"/>
                  </a:lnTo>
                  <a:lnTo>
                    <a:pt x="901" y="785"/>
                  </a:lnTo>
                  <a:lnTo>
                    <a:pt x="901" y="785"/>
                  </a:lnTo>
                  <a:lnTo>
                    <a:pt x="901" y="785"/>
                  </a:lnTo>
                  <a:lnTo>
                    <a:pt x="901" y="785"/>
                  </a:lnTo>
                  <a:lnTo>
                    <a:pt x="901" y="785"/>
                  </a:lnTo>
                  <a:lnTo>
                    <a:pt x="899" y="785"/>
                  </a:lnTo>
                  <a:lnTo>
                    <a:pt x="899" y="785"/>
                  </a:lnTo>
                  <a:lnTo>
                    <a:pt x="897" y="785"/>
                  </a:lnTo>
                  <a:lnTo>
                    <a:pt x="897" y="785"/>
                  </a:lnTo>
                  <a:lnTo>
                    <a:pt x="897" y="782"/>
                  </a:lnTo>
                  <a:lnTo>
                    <a:pt x="897" y="782"/>
                  </a:lnTo>
                  <a:lnTo>
                    <a:pt x="897" y="782"/>
                  </a:lnTo>
                  <a:lnTo>
                    <a:pt x="894" y="782"/>
                  </a:lnTo>
                  <a:lnTo>
                    <a:pt x="894" y="782"/>
                  </a:lnTo>
                  <a:lnTo>
                    <a:pt x="894" y="782"/>
                  </a:lnTo>
                  <a:lnTo>
                    <a:pt x="892" y="782"/>
                  </a:lnTo>
                  <a:lnTo>
                    <a:pt x="892" y="782"/>
                  </a:lnTo>
                  <a:lnTo>
                    <a:pt x="890" y="782"/>
                  </a:lnTo>
                  <a:lnTo>
                    <a:pt x="890" y="782"/>
                  </a:lnTo>
                  <a:lnTo>
                    <a:pt x="890" y="785"/>
                  </a:lnTo>
                  <a:lnTo>
                    <a:pt x="890" y="785"/>
                  </a:lnTo>
                  <a:lnTo>
                    <a:pt x="890" y="785"/>
                  </a:lnTo>
                  <a:lnTo>
                    <a:pt x="890" y="785"/>
                  </a:lnTo>
                  <a:lnTo>
                    <a:pt x="890" y="787"/>
                  </a:lnTo>
                  <a:lnTo>
                    <a:pt x="887" y="787"/>
                  </a:lnTo>
                  <a:lnTo>
                    <a:pt x="887" y="787"/>
                  </a:lnTo>
                  <a:lnTo>
                    <a:pt x="887" y="787"/>
                  </a:lnTo>
                  <a:lnTo>
                    <a:pt x="887" y="789"/>
                  </a:lnTo>
                  <a:lnTo>
                    <a:pt x="885" y="789"/>
                  </a:lnTo>
                  <a:lnTo>
                    <a:pt x="885" y="789"/>
                  </a:lnTo>
                  <a:lnTo>
                    <a:pt x="885" y="787"/>
                  </a:lnTo>
                  <a:lnTo>
                    <a:pt x="885" y="787"/>
                  </a:lnTo>
                  <a:lnTo>
                    <a:pt x="883" y="787"/>
                  </a:lnTo>
                  <a:lnTo>
                    <a:pt x="883" y="787"/>
                  </a:lnTo>
                  <a:lnTo>
                    <a:pt x="883" y="785"/>
                  </a:lnTo>
                  <a:lnTo>
                    <a:pt x="883" y="785"/>
                  </a:lnTo>
                  <a:lnTo>
                    <a:pt x="883" y="782"/>
                  </a:lnTo>
                  <a:lnTo>
                    <a:pt x="883" y="782"/>
                  </a:lnTo>
                  <a:lnTo>
                    <a:pt x="883" y="782"/>
                  </a:lnTo>
                  <a:lnTo>
                    <a:pt x="883" y="782"/>
                  </a:lnTo>
                  <a:lnTo>
                    <a:pt x="883" y="782"/>
                  </a:lnTo>
                  <a:lnTo>
                    <a:pt x="883" y="785"/>
                  </a:lnTo>
                  <a:lnTo>
                    <a:pt x="883" y="785"/>
                  </a:lnTo>
                  <a:lnTo>
                    <a:pt x="883" y="785"/>
                  </a:lnTo>
                  <a:lnTo>
                    <a:pt x="883" y="787"/>
                  </a:lnTo>
                  <a:lnTo>
                    <a:pt x="883" y="787"/>
                  </a:lnTo>
                  <a:lnTo>
                    <a:pt x="883" y="787"/>
                  </a:lnTo>
                  <a:lnTo>
                    <a:pt x="883" y="789"/>
                  </a:lnTo>
                  <a:lnTo>
                    <a:pt x="883" y="789"/>
                  </a:lnTo>
                  <a:lnTo>
                    <a:pt x="883" y="789"/>
                  </a:lnTo>
                  <a:lnTo>
                    <a:pt x="883" y="789"/>
                  </a:lnTo>
                  <a:lnTo>
                    <a:pt x="883" y="789"/>
                  </a:lnTo>
                  <a:lnTo>
                    <a:pt x="880" y="789"/>
                  </a:lnTo>
                  <a:lnTo>
                    <a:pt x="880" y="789"/>
                  </a:lnTo>
                  <a:lnTo>
                    <a:pt x="880" y="789"/>
                  </a:lnTo>
                  <a:lnTo>
                    <a:pt x="880" y="789"/>
                  </a:lnTo>
                  <a:lnTo>
                    <a:pt x="878" y="789"/>
                  </a:lnTo>
                  <a:lnTo>
                    <a:pt x="878" y="789"/>
                  </a:lnTo>
                  <a:lnTo>
                    <a:pt x="878" y="789"/>
                  </a:lnTo>
                  <a:lnTo>
                    <a:pt x="878" y="789"/>
                  </a:lnTo>
                  <a:lnTo>
                    <a:pt x="878" y="787"/>
                  </a:lnTo>
                  <a:lnTo>
                    <a:pt x="878" y="787"/>
                  </a:lnTo>
                  <a:lnTo>
                    <a:pt x="878" y="787"/>
                  </a:lnTo>
                  <a:lnTo>
                    <a:pt x="875" y="787"/>
                  </a:lnTo>
                  <a:lnTo>
                    <a:pt x="875" y="787"/>
                  </a:lnTo>
                  <a:lnTo>
                    <a:pt x="875" y="787"/>
                  </a:lnTo>
                  <a:lnTo>
                    <a:pt x="875" y="787"/>
                  </a:lnTo>
                  <a:lnTo>
                    <a:pt x="873" y="787"/>
                  </a:lnTo>
                  <a:lnTo>
                    <a:pt x="873" y="787"/>
                  </a:lnTo>
                  <a:lnTo>
                    <a:pt x="871" y="787"/>
                  </a:lnTo>
                  <a:lnTo>
                    <a:pt x="871" y="787"/>
                  </a:lnTo>
                  <a:lnTo>
                    <a:pt x="871" y="787"/>
                  </a:lnTo>
                  <a:lnTo>
                    <a:pt x="871" y="789"/>
                  </a:lnTo>
                  <a:lnTo>
                    <a:pt x="868" y="789"/>
                  </a:lnTo>
                  <a:lnTo>
                    <a:pt x="868" y="789"/>
                  </a:lnTo>
                  <a:lnTo>
                    <a:pt x="868" y="789"/>
                  </a:lnTo>
                  <a:lnTo>
                    <a:pt x="868" y="789"/>
                  </a:lnTo>
                  <a:lnTo>
                    <a:pt x="866" y="789"/>
                  </a:lnTo>
                  <a:lnTo>
                    <a:pt x="866" y="789"/>
                  </a:lnTo>
                  <a:lnTo>
                    <a:pt x="864" y="789"/>
                  </a:lnTo>
                  <a:lnTo>
                    <a:pt x="864" y="789"/>
                  </a:lnTo>
                  <a:lnTo>
                    <a:pt x="864" y="787"/>
                  </a:lnTo>
                  <a:lnTo>
                    <a:pt x="864" y="787"/>
                  </a:lnTo>
                  <a:lnTo>
                    <a:pt x="864" y="787"/>
                  </a:lnTo>
                  <a:lnTo>
                    <a:pt x="864" y="785"/>
                  </a:lnTo>
                  <a:lnTo>
                    <a:pt x="864" y="785"/>
                  </a:lnTo>
                  <a:lnTo>
                    <a:pt x="864" y="785"/>
                  </a:lnTo>
                  <a:lnTo>
                    <a:pt x="864" y="782"/>
                  </a:lnTo>
                  <a:lnTo>
                    <a:pt x="864" y="782"/>
                  </a:lnTo>
                  <a:lnTo>
                    <a:pt x="861" y="782"/>
                  </a:lnTo>
                  <a:lnTo>
                    <a:pt x="861" y="782"/>
                  </a:lnTo>
                  <a:lnTo>
                    <a:pt x="861" y="782"/>
                  </a:lnTo>
                  <a:lnTo>
                    <a:pt x="861" y="782"/>
                  </a:lnTo>
                  <a:lnTo>
                    <a:pt x="861" y="785"/>
                  </a:lnTo>
                  <a:lnTo>
                    <a:pt x="861" y="785"/>
                  </a:lnTo>
                  <a:lnTo>
                    <a:pt x="861" y="787"/>
                  </a:lnTo>
                  <a:lnTo>
                    <a:pt x="859" y="787"/>
                  </a:lnTo>
                  <a:lnTo>
                    <a:pt x="859" y="787"/>
                  </a:lnTo>
                  <a:lnTo>
                    <a:pt x="859" y="789"/>
                  </a:lnTo>
                  <a:lnTo>
                    <a:pt x="859" y="789"/>
                  </a:lnTo>
                  <a:lnTo>
                    <a:pt x="861" y="789"/>
                  </a:lnTo>
                  <a:lnTo>
                    <a:pt x="861" y="789"/>
                  </a:lnTo>
                  <a:lnTo>
                    <a:pt x="861" y="789"/>
                  </a:lnTo>
                  <a:lnTo>
                    <a:pt x="861" y="792"/>
                  </a:lnTo>
                  <a:lnTo>
                    <a:pt x="861" y="792"/>
                  </a:lnTo>
                  <a:lnTo>
                    <a:pt x="861" y="792"/>
                  </a:lnTo>
                  <a:lnTo>
                    <a:pt x="861" y="794"/>
                  </a:lnTo>
                  <a:lnTo>
                    <a:pt x="861" y="794"/>
                  </a:lnTo>
                  <a:lnTo>
                    <a:pt x="861" y="797"/>
                  </a:lnTo>
                  <a:lnTo>
                    <a:pt x="859" y="797"/>
                  </a:lnTo>
                  <a:lnTo>
                    <a:pt x="859" y="797"/>
                  </a:lnTo>
                  <a:lnTo>
                    <a:pt x="859" y="797"/>
                  </a:lnTo>
                  <a:lnTo>
                    <a:pt x="859" y="799"/>
                  </a:lnTo>
                  <a:lnTo>
                    <a:pt x="859" y="799"/>
                  </a:lnTo>
                  <a:lnTo>
                    <a:pt x="859" y="799"/>
                  </a:lnTo>
                  <a:lnTo>
                    <a:pt x="859" y="799"/>
                  </a:lnTo>
                  <a:lnTo>
                    <a:pt x="859" y="799"/>
                  </a:lnTo>
                  <a:lnTo>
                    <a:pt x="857" y="799"/>
                  </a:lnTo>
                  <a:lnTo>
                    <a:pt x="857" y="799"/>
                  </a:lnTo>
                  <a:lnTo>
                    <a:pt x="857" y="799"/>
                  </a:lnTo>
                  <a:lnTo>
                    <a:pt x="857" y="801"/>
                  </a:lnTo>
                  <a:lnTo>
                    <a:pt x="854" y="801"/>
                  </a:lnTo>
                  <a:lnTo>
                    <a:pt x="854" y="801"/>
                  </a:lnTo>
                  <a:lnTo>
                    <a:pt x="854" y="801"/>
                  </a:lnTo>
                  <a:lnTo>
                    <a:pt x="854" y="804"/>
                  </a:lnTo>
                  <a:lnTo>
                    <a:pt x="852" y="804"/>
                  </a:lnTo>
                  <a:lnTo>
                    <a:pt x="852" y="804"/>
                  </a:lnTo>
                  <a:lnTo>
                    <a:pt x="852" y="804"/>
                  </a:lnTo>
                  <a:lnTo>
                    <a:pt x="852" y="804"/>
                  </a:lnTo>
                  <a:lnTo>
                    <a:pt x="852" y="806"/>
                  </a:lnTo>
                  <a:lnTo>
                    <a:pt x="849" y="806"/>
                  </a:lnTo>
                  <a:lnTo>
                    <a:pt x="849" y="806"/>
                  </a:lnTo>
                  <a:lnTo>
                    <a:pt x="849" y="804"/>
                  </a:lnTo>
                  <a:lnTo>
                    <a:pt x="849" y="804"/>
                  </a:lnTo>
                  <a:lnTo>
                    <a:pt x="849" y="806"/>
                  </a:lnTo>
                  <a:lnTo>
                    <a:pt x="847" y="806"/>
                  </a:lnTo>
                  <a:lnTo>
                    <a:pt x="847" y="806"/>
                  </a:lnTo>
                  <a:lnTo>
                    <a:pt x="845" y="806"/>
                  </a:lnTo>
                  <a:lnTo>
                    <a:pt x="845" y="806"/>
                  </a:lnTo>
                  <a:lnTo>
                    <a:pt x="845" y="806"/>
                  </a:lnTo>
                  <a:lnTo>
                    <a:pt x="845" y="804"/>
                  </a:lnTo>
                  <a:lnTo>
                    <a:pt x="842" y="804"/>
                  </a:lnTo>
                  <a:lnTo>
                    <a:pt x="842" y="804"/>
                  </a:lnTo>
                  <a:lnTo>
                    <a:pt x="842" y="804"/>
                  </a:lnTo>
                  <a:lnTo>
                    <a:pt x="842" y="804"/>
                  </a:lnTo>
                  <a:lnTo>
                    <a:pt x="842" y="804"/>
                  </a:lnTo>
                  <a:lnTo>
                    <a:pt x="840" y="804"/>
                  </a:lnTo>
                  <a:lnTo>
                    <a:pt x="840" y="806"/>
                  </a:lnTo>
                  <a:lnTo>
                    <a:pt x="840" y="806"/>
                  </a:lnTo>
                  <a:lnTo>
                    <a:pt x="840" y="806"/>
                  </a:lnTo>
                  <a:lnTo>
                    <a:pt x="840" y="808"/>
                  </a:lnTo>
                  <a:lnTo>
                    <a:pt x="840" y="808"/>
                  </a:lnTo>
                  <a:lnTo>
                    <a:pt x="842" y="808"/>
                  </a:lnTo>
                  <a:lnTo>
                    <a:pt x="842" y="806"/>
                  </a:lnTo>
                  <a:lnTo>
                    <a:pt x="842" y="806"/>
                  </a:lnTo>
                  <a:lnTo>
                    <a:pt x="842" y="806"/>
                  </a:lnTo>
                  <a:lnTo>
                    <a:pt x="845" y="806"/>
                  </a:lnTo>
                  <a:lnTo>
                    <a:pt x="845" y="806"/>
                  </a:lnTo>
                  <a:lnTo>
                    <a:pt x="845" y="808"/>
                  </a:lnTo>
                  <a:lnTo>
                    <a:pt x="845" y="808"/>
                  </a:lnTo>
                  <a:lnTo>
                    <a:pt x="845" y="808"/>
                  </a:lnTo>
                  <a:lnTo>
                    <a:pt x="842" y="808"/>
                  </a:lnTo>
                  <a:lnTo>
                    <a:pt x="842" y="811"/>
                  </a:lnTo>
                  <a:lnTo>
                    <a:pt x="842" y="811"/>
                  </a:lnTo>
                  <a:lnTo>
                    <a:pt x="845" y="811"/>
                  </a:lnTo>
                  <a:lnTo>
                    <a:pt x="845" y="811"/>
                  </a:lnTo>
                  <a:lnTo>
                    <a:pt x="845" y="811"/>
                  </a:lnTo>
                  <a:lnTo>
                    <a:pt x="845" y="811"/>
                  </a:lnTo>
                  <a:lnTo>
                    <a:pt x="842" y="811"/>
                  </a:lnTo>
                  <a:lnTo>
                    <a:pt x="842" y="813"/>
                  </a:lnTo>
                  <a:lnTo>
                    <a:pt x="842" y="813"/>
                  </a:lnTo>
                  <a:lnTo>
                    <a:pt x="842" y="813"/>
                  </a:lnTo>
                  <a:lnTo>
                    <a:pt x="842" y="811"/>
                  </a:lnTo>
                  <a:lnTo>
                    <a:pt x="840" y="811"/>
                  </a:lnTo>
                  <a:lnTo>
                    <a:pt x="840" y="811"/>
                  </a:lnTo>
                  <a:lnTo>
                    <a:pt x="838" y="811"/>
                  </a:lnTo>
                  <a:lnTo>
                    <a:pt x="838" y="811"/>
                  </a:lnTo>
                  <a:lnTo>
                    <a:pt x="838" y="811"/>
                  </a:lnTo>
                  <a:lnTo>
                    <a:pt x="835" y="811"/>
                  </a:lnTo>
                  <a:lnTo>
                    <a:pt x="835" y="811"/>
                  </a:lnTo>
                  <a:lnTo>
                    <a:pt x="835" y="811"/>
                  </a:lnTo>
                  <a:lnTo>
                    <a:pt x="835" y="811"/>
                  </a:lnTo>
                  <a:lnTo>
                    <a:pt x="835" y="811"/>
                  </a:lnTo>
                  <a:lnTo>
                    <a:pt x="835" y="811"/>
                  </a:lnTo>
                  <a:lnTo>
                    <a:pt x="835" y="811"/>
                  </a:lnTo>
                  <a:lnTo>
                    <a:pt x="835" y="808"/>
                  </a:lnTo>
                  <a:lnTo>
                    <a:pt x="833" y="808"/>
                  </a:lnTo>
                  <a:lnTo>
                    <a:pt x="833" y="808"/>
                  </a:lnTo>
                  <a:lnTo>
                    <a:pt x="833" y="811"/>
                  </a:lnTo>
                  <a:lnTo>
                    <a:pt x="830" y="811"/>
                  </a:lnTo>
                  <a:lnTo>
                    <a:pt x="830" y="811"/>
                  </a:lnTo>
                  <a:lnTo>
                    <a:pt x="830" y="811"/>
                  </a:lnTo>
                  <a:lnTo>
                    <a:pt x="830" y="808"/>
                  </a:lnTo>
                  <a:lnTo>
                    <a:pt x="828" y="808"/>
                  </a:lnTo>
                  <a:lnTo>
                    <a:pt x="828" y="808"/>
                  </a:lnTo>
                  <a:lnTo>
                    <a:pt x="828" y="806"/>
                  </a:lnTo>
                  <a:lnTo>
                    <a:pt x="828" y="806"/>
                  </a:lnTo>
                  <a:lnTo>
                    <a:pt x="828" y="808"/>
                  </a:lnTo>
                  <a:lnTo>
                    <a:pt x="828" y="808"/>
                  </a:lnTo>
                  <a:lnTo>
                    <a:pt x="826" y="808"/>
                  </a:lnTo>
                  <a:lnTo>
                    <a:pt x="826" y="808"/>
                  </a:lnTo>
                  <a:lnTo>
                    <a:pt x="826" y="808"/>
                  </a:lnTo>
                  <a:lnTo>
                    <a:pt x="823" y="808"/>
                  </a:lnTo>
                  <a:lnTo>
                    <a:pt x="823" y="811"/>
                  </a:lnTo>
                  <a:lnTo>
                    <a:pt x="826" y="811"/>
                  </a:lnTo>
                  <a:lnTo>
                    <a:pt x="826" y="811"/>
                  </a:lnTo>
                  <a:lnTo>
                    <a:pt x="826" y="811"/>
                  </a:lnTo>
                  <a:lnTo>
                    <a:pt x="826" y="811"/>
                  </a:lnTo>
                  <a:lnTo>
                    <a:pt x="826" y="811"/>
                  </a:lnTo>
                  <a:lnTo>
                    <a:pt x="823" y="811"/>
                  </a:lnTo>
                  <a:lnTo>
                    <a:pt x="823" y="811"/>
                  </a:lnTo>
                  <a:lnTo>
                    <a:pt x="823" y="811"/>
                  </a:lnTo>
                  <a:lnTo>
                    <a:pt x="823" y="813"/>
                  </a:lnTo>
                  <a:lnTo>
                    <a:pt x="821" y="813"/>
                  </a:lnTo>
                  <a:lnTo>
                    <a:pt x="821" y="813"/>
                  </a:lnTo>
                  <a:lnTo>
                    <a:pt x="821" y="811"/>
                  </a:lnTo>
                  <a:lnTo>
                    <a:pt x="821" y="811"/>
                  </a:lnTo>
                  <a:lnTo>
                    <a:pt x="819" y="811"/>
                  </a:lnTo>
                  <a:lnTo>
                    <a:pt x="819" y="813"/>
                  </a:lnTo>
                  <a:lnTo>
                    <a:pt x="819" y="813"/>
                  </a:lnTo>
                  <a:lnTo>
                    <a:pt x="819" y="813"/>
                  </a:lnTo>
                  <a:lnTo>
                    <a:pt x="816" y="813"/>
                  </a:lnTo>
                  <a:lnTo>
                    <a:pt x="816" y="813"/>
                  </a:lnTo>
                  <a:lnTo>
                    <a:pt x="816" y="813"/>
                  </a:lnTo>
                  <a:lnTo>
                    <a:pt x="814" y="813"/>
                  </a:lnTo>
                  <a:lnTo>
                    <a:pt x="814" y="813"/>
                  </a:lnTo>
                  <a:lnTo>
                    <a:pt x="812" y="813"/>
                  </a:lnTo>
                  <a:lnTo>
                    <a:pt x="812" y="813"/>
                  </a:lnTo>
                  <a:lnTo>
                    <a:pt x="812" y="815"/>
                  </a:lnTo>
                  <a:lnTo>
                    <a:pt x="812" y="815"/>
                  </a:lnTo>
                  <a:lnTo>
                    <a:pt x="812" y="815"/>
                  </a:lnTo>
                  <a:lnTo>
                    <a:pt x="809" y="815"/>
                  </a:lnTo>
                  <a:lnTo>
                    <a:pt x="809" y="818"/>
                  </a:lnTo>
                  <a:lnTo>
                    <a:pt x="809" y="818"/>
                  </a:lnTo>
                  <a:lnTo>
                    <a:pt x="809" y="815"/>
                  </a:lnTo>
                  <a:lnTo>
                    <a:pt x="809" y="815"/>
                  </a:lnTo>
                  <a:lnTo>
                    <a:pt x="809" y="815"/>
                  </a:lnTo>
                  <a:lnTo>
                    <a:pt x="807" y="815"/>
                  </a:lnTo>
                  <a:lnTo>
                    <a:pt x="807" y="815"/>
                  </a:lnTo>
                  <a:lnTo>
                    <a:pt x="804" y="815"/>
                  </a:lnTo>
                  <a:lnTo>
                    <a:pt x="804" y="815"/>
                  </a:lnTo>
                  <a:lnTo>
                    <a:pt x="804" y="815"/>
                  </a:lnTo>
                  <a:lnTo>
                    <a:pt x="804" y="815"/>
                  </a:lnTo>
                  <a:lnTo>
                    <a:pt x="802" y="815"/>
                  </a:lnTo>
                  <a:lnTo>
                    <a:pt x="802" y="818"/>
                  </a:lnTo>
                  <a:lnTo>
                    <a:pt x="802" y="818"/>
                  </a:lnTo>
                  <a:lnTo>
                    <a:pt x="802" y="818"/>
                  </a:lnTo>
                  <a:lnTo>
                    <a:pt x="800" y="818"/>
                  </a:lnTo>
                  <a:lnTo>
                    <a:pt x="800" y="818"/>
                  </a:lnTo>
                  <a:lnTo>
                    <a:pt x="797" y="818"/>
                  </a:lnTo>
                  <a:lnTo>
                    <a:pt x="797" y="818"/>
                  </a:lnTo>
                  <a:lnTo>
                    <a:pt x="797" y="818"/>
                  </a:lnTo>
                  <a:lnTo>
                    <a:pt x="797" y="820"/>
                  </a:lnTo>
                  <a:lnTo>
                    <a:pt x="797" y="820"/>
                  </a:lnTo>
                  <a:lnTo>
                    <a:pt x="797" y="820"/>
                  </a:lnTo>
                  <a:lnTo>
                    <a:pt x="797" y="820"/>
                  </a:lnTo>
                  <a:lnTo>
                    <a:pt x="795" y="820"/>
                  </a:lnTo>
                  <a:lnTo>
                    <a:pt x="795" y="823"/>
                  </a:lnTo>
                  <a:lnTo>
                    <a:pt x="795" y="823"/>
                  </a:lnTo>
                  <a:lnTo>
                    <a:pt x="795" y="823"/>
                  </a:lnTo>
                  <a:lnTo>
                    <a:pt x="795" y="825"/>
                  </a:lnTo>
                  <a:lnTo>
                    <a:pt x="795" y="825"/>
                  </a:lnTo>
                  <a:lnTo>
                    <a:pt x="795" y="827"/>
                  </a:lnTo>
                  <a:lnTo>
                    <a:pt x="795" y="827"/>
                  </a:lnTo>
                  <a:lnTo>
                    <a:pt x="795" y="827"/>
                  </a:lnTo>
                  <a:lnTo>
                    <a:pt x="797" y="827"/>
                  </a:lnTo>
                  <a:lnTo>
                    <a:pt x="797" y="830"/>
                  </a:lnTo>
                  <a:lnTo>
                    <a:pt x="795" y="830"/>
                  </a:lnTo>
                  <a:lnTo>
                    <a:pt x="795" y="830"/>
                  </a:lnTo>
                  <a:lnTo>
                    <a:pt x="795" y="830"/>
                  </a:lnTo>
                  <a:lnTo>
                    <a:pt x="795" y="830"/>
                  </a:lnTo>
                  <a:lnTo>
                    <a:pt x="795" y="830"/>
                  </a:lnTo>
                  <a:lnTo>
                    <a:pt x="795" y="830"/>
                  </a:lnTo>
                  <a:lnTo>
                    <a:pt x="793" y="830"/>
                  </a:lnTo>
                  <a:lnTo>
                    <a:pt x="793" y="830"/>
                  </a:lnTo>
                  <a:lnTo>
                    <a:pt x="793" y="830"/>
                  </a:lnTo>
                  <a:lnTo>
                    <a:pt x="793" y="827"/>
                  </a:lnTo>
                  <a:lnTo>
                    <a:pt x="790" y="827"/>
                  </a:lnTo>
                  <a:lnTo>
                    <a:pt x="790" y="827"/>
                  </a:lnTo>
                  <a:lnTo>
                    <a:pt x="790" y="827"/>
                  </a:lnTo>
                  <a:lnTo>
                    <a:pt x="790" y="827"/>
                  </a:lnTo>
                  <a:lnTo>
                    <a:pt x="790" y="827"/>
                  </a:lnTo>
                  <a:lnTo>
                    <a:pt x="788" y="827"/>
                  </a:lnTo>
                  <a:lnTo>
                    <a:pt x="788" y="827"/>
                  </a:lnTo>
                  <a:lnTo>
                    <a:pt x="788" y="830"/>
                  </a:lnTo>
                  <a:lnTo>
                    <a:pt x="788" y="830"/>
                  </a:lnTo>
                  <a:lnTo>
                    <a:pt x="788" y="830"/>
                  </a:lnTo>
                  <a:lnTo>
                    <a:pt x="788" y="830"/>
                  </a:lnTo>
                  <a:lnTo>
                    <a:pt x="788" y="830"/>
                  </a:lnTo>
                  <a:lnTo>
                    <a:pt x="790" y="830"/>
                  </a:lnTo>
                  <a:lnTo>
                    <a:pt x="790" y="830"/>
                  </a:lnTo>
                  <a:lnTo>
                    <a:pt x="790" y="830"/>
                  </a:lnTo>
                  <a:lnTo>
                    <a:pt x="790" y="830"/>
                  </a:lnTo>
                  <a:lnTo>
                    <a:pt x="790" y="832"/>
                  </a:lnTo>
                  <a:lnTo>
                    <a:pt x="790" y="832"/>
                  </a:lnTo>
                  <a:lnTo>
                    <a:pt x="793" y="832"/>
                  </a:lnTo>
                  <a:lnTo>
                    <a:pt x="793" y="834"/>
                  </a:lnTo>
                  <a:lnTo>
                    <a:pt x="793" y="834"/>
                  </a:lnTo>
                  <a:lnTo>
                    <a:pt x="793" y="834"/>
                  </a:lnTo>
                  <a:lnTo>
                    <a:pt x="793" y="837"/>
                  </a:lnTo>
                  <a:lnTo>
                    <a:pt x="793" y="837"/>
                  </a:lnTo>
                  <a:lnTo>
                    <a:pt x="795" y="837"/>
                  </a:lnTo>
                  <a:lnTo>
                    <a:pt x="795" y="839"/>
                  </a:lnTo>
                  <a:lnTo>
                    <a:pt x="795" y="839"/>
                  </a:lnTo>
                  <a:lnTo>
                    <a:pt x="795" y="839"/>
                  </a:lnTo>
                  <a:lnTo>
                    <a:pt x="795" y="842"/>
                  </a:lnTo>
                  <a:lnTo>
                    <a:pt x="795" y="842"/>
                  </a:lnTo>
                  <a:lnTo>
                    <a:pt x="795" y="842"/>
                  </a:lnTo>
                  <a:lnTo>
                    <a:pt x="795" y="842"/>
                  </a:lnTo>
                  <a:lnTo>
                    <a:pt x="795" y="844"/>
                  </a:lnTo>
                  <a:lnTo>
                    <a:pt x="795" y="844"/>
                  </a:lnTo>
                  <a:lnTo>
                    <a:pt x="795" y="844"/>
                  </a:lnTo>
                  <a:lnTo>
                    <a:pt x="795" y="844"/>
                  </a:lnTo>
                  <a:lnTo>
                    <a:pt x="795" y="844"/>
                  </a:lnTo>
                  <a:lnTo>
                    <a:pt x="795" y="842"/>
                  </a:lnTo>
                  <a:lnTo>
                    <a:pt x="793" y="842"/>
                  </a:lnTo>
                  <a:lnTo>
                    <a:pt x="793" y="844"/>
                  </a:lnTo>
                  <a:lnTo>
                    <a:pt x="793" y="844"/>
                  </a:lnTo>
                  <a:lnTo>
                    <a:pt x="793" y="844"/>
                  </a:lnTo>
                  <a:lnTo>
                    <a:pt x="790" y="844"/>
                  </a:lnTo>
                  <a:lnTo>
                    <a:pt x="790" y="844"/>
                  </a:lnTo>
                  <a:lnTo>
                    <a:pt x="790" y="846"/>
                  </a:lnTo>
                  <a:lnTo>
                    <a:pt x="790" y="846"/>
                  </a:lnTo>
                  <a:lnTo>
                    <a:pt x="788" y="846"/>
                  </a:lnTo>
                  <a:lnTo>
                    <a:pt x="788" y="846"/>
                  </a:lnTo>
                  <a:lnTo>
                    <a:pt x="788" y="846"/>
                  </a:lnTo>
                  <a:lnTo>
                    <a:pt x="788" y="846"/>
                  </a:lnTo>
                  <a:lnTo>
                    <a:pt x="788" y="846"/>
                  </a:lnTo>
                  <a:lnTo>
                    <a:pt x="788" y="846"/>
                  </a:lnTo>
                  <a:lnTo>
                    <a:pt x="786" y="846"/>
                  </a:lnTo>
                  <a:lnTo>
                    <a:pt x="786" y="846"/>
                  </a:lnTo>
                  <a:lnTo>
                    <a:pt x="783" y="846"/>
                  </a:lnTo>
                  <a:lnTo>
                    <a:pt x="783" y="846"/>
                  </a:lnTo>
                  <a:lnTo>
                    <a:pt x="783" y="846"/>
                  </a:lnTo>
                  <a:lnTo>
                    <a:pt x="783" y="846"/>
                  </a:lnTo>
                  <a:lnTo>
                    <a:pt x="781" y="846"/>
                  </a:lnTo>
                  <a:lnTo>
                    <a:pt x="781" y="846"/>
                  </a:lnTo>
                  <a:lnTo>
                    <a:pt x="781" y="846"/>
                  </a:lnTo>
                  <a:lnTo>
                    <a:pt x="781" y="846"/>
                  </a:lnTo>
                  <a:lnTo>
                    <a:pt x="781" y="844"/>
                  </a:lnTo>
                  <a:lnTo>
                    <a:pt x="781" y="844"/>
                  </a:lnTo>
                  <a:lnTo>
                    <a:pt x="778" y="844"/>
                  </a:lnTo>
                  <a:lnTo>
                    <a:pt x="778" y="842"/>
                  </a:lnTo>
                  <a:lnTo>
                    <a:pt x="778" y="842"/>
                  </a:lnTo>
                  <a:lnTo>
                    <a:pt x="778" y="842"/>
                  </a:lnTo>
                  <a:lnTo>
                    <a:pt x="778" y="842"/>
                  </a:lnTo>
                  <a:lnTo>
                    <a:pt x="778" y="839"/>
                  </a:lnTo>
                  <a:lnTo>
                    <a:pt x="778" y="839"/>
                  </a:lnTo>
                  <a:lnTo>
                    <a:pt x="778" y="839"/>
                  </a:lnTo>
                  <a:lnTo>
                    <a:pt x="778" y="839"/>
                  </a:lnTo>
                  <a:lnTo>
                    <a:pt x="778" y="839"/>
                  </a:lnTo>
                  <a:lnTo>
                    <a:pt x="778" y="837"/>
                  </a:lnTo>
                  <a:lnTo>
                    <a:pt x="778" y="837"/>
                  </a:lnTo>
                  <a:lnTo>
                    <a:pt x="776" y="837"/>
                  </a:lnTo>
                  <a:lnTo>
                    <a:pt x="776" y="837"/>
                  </a:lnTo>
                  <a:lnTo>
                    <a:pt x="776" y="834"/>
                  </a:lnTo>
                  <a:lnTo>
                    <a:pt x="776" y="834"/>
                  </a:lnTo>
                  <a:lnTo>
                    <a:pt x="776" y="832"/>
                  </a:lnTo>
                  <a:lnTo>
                    <a:pt x="776" y="832"/>
                  </a:lnTo>
                  <a:lnTo>
                    <a:pt x="776" y="832"/>
                  </a:lnTo>
                  <a:lnTo>
                    <a:pt x="776" y="830"/>
                  </a:lnTo>
                  <a:lnTo>
                    <a:pt x="776" y="830"/>
                  </a:lnTo>
                  <a:lnTo>
                    <a:pt x="774" y="830"/>
                  </a:lnTo>
                  <a:lnTo>
                    <a:pt x="774" y="830"/>
                  </a:lnTo>
                  <a:lnTo>
                    <a:pt x="774" y="827"/>
                  </a:lnTo>
                  <a:lnTo>
                    <a:pt x="776" y="827"/>
                  </a:lnTo>
                  <a:lnTo>
                    <a:pt x="776" y="827"/>
                  </a:lnTo>
                  <a:lnTo>
                    <a:pt x="776" y="825"/>
                  </a:lnTo>
                  <a:lnTo>
                    <a:pt x="776" y="825"/>
                  </a:lnTo>
                  <a:lnTo>
                    <a:pt x="776" y="823"/>
                  </a:lnTo>
                  <a:lnTo>
                    <a:pt x="776" y="823"/>
                  </a:lnTo>
                  <a:lnTo>
                    <a:pt x="776" y="823"/>
                  </a:lnTo>
                  <a:lnTo>
                    <a:pt x="776" y="820"/>
                  </a:lnTo>
                  <a:lnTo>
                    <a:pt x="776" y="820"/>
                  </a:lnTo>
                  <a:lnTo>
                    <a:pt x="776" y="820"/>
                  </a:lnTo>
                  <a:lnTo>
                    <a:pt x="776" y="820"/>
                  </a:lnTo>
                  <a:lnTo>
                    <a:pt x="776" y="818"/>
                  </a:lnTo>
                  <a:lnTo>
                    <a:pt x="776" y="818"/>
                  </a:lnTo>
                  <a:lnTo>
                    <a:pt x="778" y="818"/>
                  </a:lnTo>
                  <a:lnTo>
                    <a:pt x="778" y="818"/>
                  </a:lnTo>
                  <a:lnTo>
                    <a:pt x="778" y="818"/>
                  </a:lnTo>
                  <a:lnTo>
                    <a:pt x="778" y="815"/>
                  </a:lnTo>
                  <a:lnTo>
                    <a:pt x="778" y="815"/>
                  </a:lnTo>
                  <a:lnTo>
                    <a:pt x="778" y="815"/>
                  </a:lnTo>
                  <a:lnTo>
                    <a:pt x="778" y="815"/>
                  </a:lnTo>
                  <a:lnTo>
                    <a:pt x="776" y="815"/>
                  </a:lnTo>
                  <a:lnTo>
                    <a:pt x="776" y="815"/>
                  </a:lnTo>
                  <a:lnTo>
                    <a:pt x="776" y="815"/>
                  </a:lnTo>
                  <a:lnTo>
                    <a:pt x="776" y="813"/>
                  </a:lnTo>
                  <a:lnTo>
                    <a:pt x="774" y="813"/>
                  </a:lnTo>
                  <a:lnTo>
                    <a:pt x="774" y="815"/>
                  </a:lnTo>
                  <a:lnTo>
                    <a:pt x="774" y="815"/>
                  </a:lnTo>
                  <a:lnTo>
                    <a:pt x="774" y="815"/>
                  </a:lnTo>
                  <a:lnTo>
                    <a:pt x="774" y="815"/>
                  </a:lnTo>
                  <a:lnTo>
                    <a:pt x="774" y="813"/>
                  </a:lnTo>
                  <a:lnTo>
                    <a:pt x="771" y="813"/>
                  </a:lnTo>
                  <a:lnTo>
                    <a:pt x="771" y="815"/>
                  </a:lnTo>
                  <a:lnTo>
                    <a:pt x="771" y="815"/>
                  </a:lnTo>
                  <a:lnTo>
                    <a:pt x="771" y="815"/>
                  </a:lnTo>
                  <a:lnTo>
                    <a:pt x="771" y="815"/>
                  </a:lnTo>
                  <a:lnTo>
                    <a:pt x="769" y="815"/>
                  </a:lnTo>
                  <a:lnTo>
                    <a:pt x="769" y="815"/>
                  </a:lnTo>
                  <a:lnTo>
                    <a:pt x="769" y="815"/>
                  </a:lnTo>
                  <a:lnTo>
                    <a:pt x="767" y="815"/>
                  </a:lnTo>
                  <a:lnTo>
                    <a:pt x="767" y="815"/>
                  </a:lnTo>
                  <a:lnTo>
                    <a:pt x="764" y="815"/>
                  </a:lnTo>
                  <a:lnTo>
                    <a:pt x="764" y="818"/>
                  </a:lnTo>
                  <a:lnTo>
                    <a:pt x="764" y="818"/>
                  </a:lnTo>
                  <a:lnTo>
                    <a:pt x="764" y="818"/>
                  </a:lnTo>
                  <a:lnTo>
                    <a:pt x="762" y="818"/>
                  </a:lnTo>
                  <a:lnTo>
                    <a:pt x="762" y="815"/>
                  </a:lnTo>
                  <a:lnTo>
                    <a:pt x="762" y="815"/>
                  </a:lnTo>
                  <a:lnTo>
                    <a:pt x="762" y="815"/>
                  </a:lnTo>
                  <a:lnTo>
                    <a:pt x="762" y="813"/>
                  </a:lnTo>
                  <a:lnTo>
                    <a:pt x="762" y="813"/>
                  </a:lnTo>
                  <a:lnTo>
                    <a:pt x="764" y="813"/>
                  </a:lnTo>
                  <a:lnTo>
                    <a:pt x="764" y="813"/>
                  </a:lnTo>
                  <a:lnTo>
                    <a:pt x="764" y="811"/>
                  </a:lnTo>
                  <a:lnTo>
                    <a:pt x="762" y="811"/>
                  </a:lnTo>
                  <a:lnTo>
                    <a:pt x="762" y="811"/>
                  </a:lnTo>
                  <a:lnTo>
                    <a:pt x="762" y="811"/>
                  </a:lnTo>
                  <a:lnTo>
                    <a:pt x="759" y="811"/>
                  </a:lnTo>
                  <a:lnTo>
                    <a:pt x="759" y="811"/>
                  </a:lnTo>
                  <a:lnTo>
                    <a:pt x="757" y="811"/>
                  </a:lnTo>
                  <a:lnTo>
                    <a:pt x="757" y="811"/>
                  </a:lnTo>
                  <a:lnTo>
                    <a:pt x="757" y="811"/>
                  </a:lnTo>
                  <a:lnTo>
                    <a:pt x="755" y="811"/>
                  </a:lnTo>
                  <a:lnTo>
                    <a:pt x="755" y="811"/>
                  </a:lnTo>
                  <a:lnTo>
                    <a:pt x="755" y="811"/>
                  </a:lnTo>
                  <a:lnTo>
                    <a:pt x="755" y="811"/>
                  </a:lnTo>
                  <a:lnTo>
                    <a:pt x="755" y="811"/>
                  </a:lnTo>
                  <a:lnTo>
                    <a:pt x="755" y="808"/>
                  </a:lnTo>
                  <a:lnTo>
                    <a:pt x="752" y="808"/>
                  </a:lnTo>
                  <a:lnTo>
                    <a:pt x="752" y="808"/>
                  </a:lnTo>
                  <a:lnTo>
                    <a:pt x="752" y="811"/>
                  </a:lnTo>
                  <a:lnTo>
                    <a:pt x="752" y="811"/>
                  </a:lnTo>
                  <a:lnTo>
                    <a:pt x="750" y="811"/>
                  </a:lnTo>
                  <a:lnTo>
                    <a:pt x="750" y="811"/>
                  </a:lnTo>
                  <a:lnTo>
                    <a:pt x="750" y="811"/>
                  </a:lnTo>
                  <a:lnTo>
                    <a:pt x="750" y="813"/>
                  </a:lnTo>
                  <a:lnTo>
                    <a:pt x="750" y="813"/>
                  </a:lnTo>
                  <a:lnTo>
                    <a:pt x="748" y="813"/>
                  </a:lnTo>
                  <a:lnTo>
                    <a:pt x="748" y="813"/>
                  </a:lnTo>
                  <a:lnTo>
                    <a:pt x="748" y="811"/>
                  </a:lnTo>
                  <a:lnTo>
                    <a:pt x="745" y="811"/>
                  </a:lnTo>
                  <a:lnTo>
                    <a:pt x="745" y="813"/>
                  </a:lnTo>
                  <a:lnTo>
                    <a:pt x="745" y="813"/>
                  </a:lnTo>
                  <a:lnTo>
                    <a:pt x="745" y="813"/>
                  </a:lnTo>
                  <a:lnTo>
                    <a:pt x="745" y="813"/>
                  </a:lnTo>
                  <a:lnTo>
                    <a:pt x="743" y="813"/>
                  </a:lnTo>
                  <a:lnTo>
                    <a:pt x="743" y="813"/>
                  </a:lnTo>
                  <a:lnTo>
                    <a:pt x="743" y="813"/>
                  </a:lnTo>
                  <a:lnTo>
                    <a:pt x="743" y="813"/>
                  </a:lnTo>
                  <a:lnTo>
                    <a:pt x="743" y="813"/>
                  </a:lnTo>
                  <a:lnTo>
                    <a:pt x="741" y="813"/>
                  </a:lnTo>
                  <a:lnTo>
                    <a:pt x="741" y="813"/>
                  </a:lnTo>
                  <a:lnTo>
                    <a:pt x="741" y="813"/>
                  </a:lnTo>
                  <a:lnTo>
                    <a:pt x="738" y="813"/>
                  </a:lnTo>
                  <a:lnTo>
                    <a:pt x="738" y="813"/>
                  </a:lnTo>
                  <a:lnTo>
                    <a:pt x="738" y="811"/>
                  </a:lnTo>
                  <a:lnTo>
                    <a:pt x="738" y="811"/>
                  </a:lnTo>
                  <a:lnTo>
                    <a:pt x="738" y="811"/>
                  </a:lnTo>
                  <a:lnTo>
                    <a:pt x="736" y="811"/>
                  </a:lnTo>
                  <a:lnTo>
                    <a:pt x="736" y="811"/>
                  </a:lnTo>
                  <a:lnTo>
                    <a:pt x="736" y="811"/>
                  </a:lnTo>
                  <a:lnTo>
                    <a:pt x="736" y="811"/>
                  </a:lnTo>
                  <a:lnTo>
                    <a:pt x="733" y="811"/>
                  </a:lnTo>
                  <a:lnTo>
                    <a:pt x="733" y="811"/>
                  </a:lnTo>
                  <a:lnTo>
                    <a:pt x="733" y="811"/>
                  </a:lnTo>
                  <a:lnTo>
                    <a:pt x="731" y="811"/>
                  </a:lnTo>
                  <a:lnTo>
                    <a:pt x="731" y="811"/>
                  </a:lnTo>
                  <a:lnTo>
                    <a:pt x="731" y="811"/>
                  </a:lnTo>
                  <a:lnTo>
                    <a:pt x="729" y="811"/>
                  </a:lnTo>
                  <a:lnTo>
                    <a:pt x="729" y="811"/>
                  </a:lnTo>
                  <a:lnTo>
                    <a:pt x="729" y="811"/>
                  </a:lnTo>
                  <a:lnTo>
                    <a:pt x="729" y="811"/>
                  </a:lnTo>
                  <a:lnTo>
                    <a:pt x="726" y="811"/>
                  </a:lnTo>
                  <a:lnTo>
                    <a:pt x="726" y="811"/>
                  </a:lnTo>
                  <a:lnTo>
                    <a:pt x="726" y="811"/>
                  </a:lnTo>
                  <a:lnTo>
                    <a:pt x="726" y="811"/>
                  </a:lnTo>
                  <a:lnTo>
                    <a:pt x="724" y="811"/>
                  </a:lnTo>
                  <a:lnTo>
                    <a:pt x="724" y="808"/>
                  </a:lnTo>
                  <a:lnTo>
                    <a:pt x="724" y="808"/>
                  </a:lnTo>
                  <a:lnTo>
                    <a:pt x="724" y="808"/>
                  </a:lnTo>
                  <a:lnTo>
                    <a:pt x="724" y="808"/>
                  </a:lnTo>
                  <a:lnTo>
                    <a:pt x="724" y="808"/>
                  </a:lnTo>
                  <a:lnTo>
                    <a:pt x="722" y="808"/>
                  </a:lnTo>
                  <a:lnTo>
                    <a:pt x="722" y="808"/>
                  </a:lnTo>
                  <a:lnTo>
                    <a:pt x="722" y="808"/>
                  </a:lnTo>
                  <a:lnTo>
                    <a:pt x="722" y="808"/>
                  </a:lnTo>
                  <a:lnTo>
                    <a:pt x="722" y="806"/>
                  </a:lnTo>
                  <a:lnTo>
                    <a:pt x="719" y="806"/>
                  </a:lnTo>
                  <a:lnTo>
                    <a:pt x="719" y="806"/>
                  </a:lnTo>
                  <a:lnTo>
                    <a:pt x="719" y="806"/>
                  </a:lnTo>
                  <a:lnTo>
                    <a:pt x="719" y="804"/>
                  </a:lnTo>
                  <a:lnTo>
                    <a:pt x="719" y="804"/>
                  </a:lnTo>
                  <a:lnTo>
                    <a:pt x="719" y="801"/>
                  </a:lnTo>
                  <a:lnTo>
                    <a:pt x="717" y="801"/>
                  </a:lnTo>
                  <a:lnTo>
                    <a:pt x="717" y="804"/>
                  </a:lnTo>
                  <a:lnTo>
                    <a:pt x="717" y="804"/>
                  </a:lnTo>
                  <a:lnTo>
                    <a:pt x="717" y="801"/>
                  </a:lnTo>
                  <a:lnTo>
                    <a:pt x="717" y="801"/>
                  </a:lnTo>
                  <a:lnTo>
                    <a:pt x="717" y="801"/>
                  </a:lnTo>
                  <a:lnTo>
                    <a:pt x="715" y="801"/>
                  </a:lnTo>
                  <a:lnTo>
                    <a:pt x="715" y="801"/>
                  </a:lnTo>
                  <a:lnTo>
                    <a:pt x="715" y="801"/>
                  </a:lnTo>
                  <a:lnTo>
                    <a:pt x="712" y="801"/>
                  </a:lnTo>
                  <a:lnTo>
                    <a:pt x="712" y="801"/>
                  </a:lnTo>
                  <a:lnTo>
                    <a:pt x="712" y="799"/>
                  </a:lnTo>
                  <a:lnTo>
                    <a:pt x="712" y="799"/>
                  </a:lnTo>
                  <a:lnTo>
                    <a:pt x="712" y="799"/>
                  </a:lnTo>
                  <a:lnTo>
                    <a:pt x="712" y="797"/>
                  </a:lnTo>
                  <a:lnTo>
                    <a:pt x="710" y="797"/>
                  </a:lnTo>
                  <a:lnTo>
                    <a:pt x="710" y="797"/>
                  </a:lnTo>
                  <a:lnTo>
                    <a:pt x="710" y="794"/>
                  </a:lnTo>
                  <a:lnTo>
                    <a:pt x="712" y="794"/>
                  </a:lnTo>
                  <a:lnTo>
                    <a:pt x="712" y="794"/>
                  </a:lnTo>
                  <a:lnTo>
                    <a:pt x="710" y="794"/>
                  </a:lnTo>
                  <a:lnTo>
                    <a:pt x="710" y="792"/>
                  </a:lnTo>
                  <a:lnTo>
                    <a:pt x="710" y="792"/>
                  </a:lnTo>
                  <a:lnTo>
                    <a:pt x="710" y="792"/>
                  </a:lnTo>
                  <a:lnTo>
                    <a:pt x="710" y="792"/>
                  </a:lnTo>
                  <a:lnTo>
                    <a:pt x="710" y="789"/>
                  </a:lnTo>
                  <a:lnTo>
                    <a:pt x="710" y="789"/>
                  </a:lnTo>
                  <a:lnTo>
                    <a:pt x="710" y="789"/>
                  </a:lnTo>
                  <a:lnTo>
                    <a:pt x="710" y="787"/>
                  </a:lnTo>
                  <a:lnTo>
                    <a:pt x="710" y="787"/>
                  </a:lnTo>
                  <a:lnTo>
                    <a:pt x="710" y="787"/>
                  </a:lnTo>
                  <a:lnTo>
                    <a:pt x="710" y="787"/>
                  </a:lnTo>
                  <a:lnTo>
                    <a:pt x="712" y="787"/>
                  </a:lnTo>
                  <a:lnTo>
                    <a:pt x="712" y="785"/>
                  </a:lnTo>
                  <a:lnTo>
                    <a:pt x="712" y="785"/>
                  </a:lnTo>
                  <a:lnTo>
                    <a:pt x="712" y="785"/>
                  </a:lnTo>
                  <a:lnTo>
                    <a:pt x="712" y="782"/>
                  </a:lnTo>
                  <a:lnTo>
                    <a:pt x="715" y="782"/>
                  </a:lnTo>
                  <a:lnTo>
                    <a:pt x="715" y="782"/>
                  </a:lnTo>
                  <a:lnTo>
                    <a:pt x="715" y="780"/>
                  </a:lnTo>
                  <a:lnTo>
                    <a:pt x="715" y="780"/>
                  </a:lnTo>
                  <a:lnTo>
                    <a:pt x="712" y="780"/>
                  </a:lnTo>
                  <a:lnTo>
                    <a:pt x="712" y="780"/>
                  </a:lnTo>
                  <a:lnTo>
                    <a:pt x="712" y="780"/>
                  </a:lnTo>
                  <a:lnTo>
                    <a:pt x="710" y="780"/>
                  </a:lnTo>
                  <a:lnTo>
                    <a:pt x="710" y="780"/>
                  </a:lnTo>
                  <a:lnTo>
                    <a:pt x="710" y="778"/>
                  </a:lnTo>
                  <a:lnTo>
                    <a:pt x="710" y="778"/>
                  </a:lnTo>
                  <a:lnTo>
                    <a:pt x="707" y="778"/>
                  </a:lnTo>
                  <a:lnTo>
                    <a:pt x="707" y="778"/>
                  </a:lnTo>
                  <a:lnTo>
                    <a:pt x="707" y="778"/>
                  </a:lnTo>
                  <a:lnTo>
                    <a:pt x="707" y="778"/>
                  </a:lnTo>
                  <a:lnTo>
                    <a:pt x="705" y="778"/>
                  </a:lnTo>
                  <a:lnTo>
                    <a:pt x="705" y="780"/>
                  </a:lnTo>
                  <a:lnTo>
                    <a:pt x="705" y="780"/>
                  </a:lnTo>
                  <a:lnTo>
                    <a:pt x="705" y="780"/>
                  </a:lnTo>
                  <a:lnTo>
                    <a:pt x="703" y="780"/>
                  </a:lnTo>
                  <a:lnTo>
                    <a:pt x="703" y="780"/>
                  </a:lnTo>
                  <a:lnTo>
                    <a:pt x="703" y="780"/>
                  </a:lnTo>
                  <a:lnTo>
                    <a:pt x="703" y="778"/>
                  </a:lnTo>
                  <a:lnTo>
                    <a:pt x="703" y="778"/>
                  </a:lnTo>
                  <a:lnTo>
                    <a:pt x="700" y="778"/>
                  </a:lnTo>
                  <a:lnTo>
                    <a:pt x="700" y="775"/>
                  </a:lnTo>
                  <a:lnTo>
                    <a:pt x="700" y="775"/>
                  </a:lnTo>
                  <a:lnTo>
                    <a:pt x="698" y="775"/>
                  </a:lnTo>
                  <a:lnTo>
                    <a:pt x="698" y="775"/>
                  </a:lnTo>
                  <a:lnTo>
                    <a:pt x="698" y="775"/>
                  </a:lnTo>
                  <a:lnTo>
                    <a:pt x="696" y="775"/>
                  </a:lnTo>
                  <a:lnTo>
                    <a:pt x="696" y="778"/>
                  </a:lnTo>
                  <a:lnTo>
                    <a:pt x="696" y="778"/>
                  </a:lnTo>
                  <a:lnTo>
                    <a:pt x="696" y="778"/>
                  </a:lnTo>
                  <a:lnTo>
                    <a:pt x="696" y="778"/>
                  </a:lnTo>
                  <a:lnTo>
                    <a:pt x="693" y="778"/>
                  </a:lnTo>
                  <a:lnTo>
                    <a:pt x="693" y="778"/>
                  </a:lnTo>
                  <a:lnTo>
                    <a:pt x="693" y="778"/>
                  </a:lnTo>
                  <a:lnTo>
                    <a:pt x="693" y="775"/>
                  </a:lnTo>
                  <a:lnTo>
                    <a:pt x="691" y="775"/>
                  </a:lnTo>
                  <a:lnTo>
                    <a:pt x="691" y="775"/>
                  </a:lnTo>
                  <a:lnTo>
                    <a:pt x="691" y="775"/>
                  </a:lnTo>
                  <a:lnTo>
                    <a:pt x="691" y="775"/>
                  </a:lnTo>
                  <a:lnTo>
                    <a:pt x="691" y="773"/>
                  </a:lnTo>
                  <a:lnTo>
                    <a:pt x="688" y="773"/>
                  </a:lnTo>
                  <a:lnTo>
                    <a:pt x="688" y="773"/>
                  </a:lnTo>
                  <a:lnTo>
                    <a:pt x="688" y="773"/>
                  </a:lnTo>
                  <a:lnTo>
                    <a:pt x="688" y="773"/>
                  </a:lnTo>
                  <a:lnTo>
                    <a:pt x="688" y="770"/>
                  </a:lnTo>
                  <a:lnTo>
                    <a:pt x="686" y="770"/>
                  </a:lnTo>
                  <a:lnTo>
                    <a:pt x="686" y="770"/>
                  </a:lnTo>
                  <a:lnTo>
                    <a:pt x="686" y="770"/>
                  </a:lnTo>
                  <a:lnTo>
                    <a:pt x="686" y="770"/>
                  </a:lnTo>
                  <a:lnTo>
                    <a:pt x="684" y="770"/>
                  </a:lnTo>
                  <a:lnTo>
                    <a:pt x="684" y="768"/>
                  </a:lnTo>
                  <a:lnTo>
                    <a:pt x="684" y="768"/>
                  </a:lnTo>
                  <a:lnTo>
                    <a:pt x="684" y="768"/>
                  </a:lnTo>
                  <a:lnTo>
                    <a:pt x="684" y="768"/>
                  </a:lnTo>
                  <a:lnTo>
                    <a:pt x="684" y="766"/>
                  </a:lnTo>
                  <a:lnTo>
                    <a:pt x="681" y="766"/>
                  </a:lnTo>
                  <a:lnTo>
                    <a:pt x="681" y="766"/>
                  </a:lnTo>
                  <a:lnTo>
                    <a:pt x="681" y="768"/>
                  </a:lnTo>
                  <a:lnTo>
                    <a:pt x="681" y="768"/>
                  </a:lnTo>
                  <a:lnTo>
                    <a:pt x="681" y="768"/>
                  </a:lnTo>
                  <a:lnTo>
                    <a:pt x="679" y="768"/>
                  </a:lnTo>
                  <a:lnTo>
                    <a:pt x="679" y="768"/>
                  </a:lnTo>
                  <a:lnTo>
                    <a:pt x="679" y="770"/>
                  </a:lnTo>
                  <a:lnTo>
                    <a:pt x="677" y="770"/>
                  </a:lnTo>
                  <a:lnTo>
                    <a:pt x="677" y="770"/>
                  </a:lnTo>
                  <a:lnTo>
                    <a:pt x="677" y="770"/>
                  </a:lnTo>
                  <a:lnTo>
                    <a:pt x="677" y="770"/>
                  </a:lnTo>
                  <a:lnTo>
                    <a:pt x="674" y="770"/>
                  </a:lnTo>
                  <a:lnTo>
                    <a:pt x="674" y="770"/>
                  </a:lnTo>
                  <a:lnTo>
                    <a:pt x="674" y="770"/>
                  </a:lnTo>
                  <a:lnTo>
                    <a:pt x="672" y="770"/>
                  </a:lnTo>
                  <a:lnTo>
                    <a:pt x="672" y="770"/>
                  </a:lnTo>
                  <a:lnTo>
                    <a:pt x="672" y="773"/>
                  </a:lnTo>
                  <a:lnTo>
                    <a:pt x="672" y="773"/>
                  </a:lnTo>
                  <a:lnTo>
                    <a:pt x="672" y="773"/>
                  </a:lnTo>
                  <a:lnTo>
                    <a:pt x="672" y="775"/>
                  </a:lnTo>
                  <a:lnTo>
                    <a:pt x="672" y="775"/>
                  </a:lnTo>
                  <a:lnTo>
                    <a:pt x="672" y="778"/>
                  </a:lnTo>
                  <a:lnTo>
                    <a:pt x="672" y="778"/>
                  </a:lnTo>
                  <a:lnTo>
                    <a:pt x="670" y="778"/>
                  </a:lnTo>
                  <a:lnTo>
                    <a:pt x="670" y="780"/>
                  </a:lnTo>
                  <a:lnTo>
                    <a:pt x="670" y="780"/>
                  </a:lnTo>
                  <a:lnTo>
                    <a:pt x="670" y="780"/>
                  </a:lnTo>
                  <a:lnTo>
                    <a:pt x="670" y="780"/>
                  </a:lnTo>
                  <a:lnTo>
                    <a:pt x="667" y="780"/>
                  </a:lnTo>
                  <a:lnTo>
                    <a:pt x="667" y="780"/>
                  </a:lnTo>
                  <a:lnTo>
                    <a:pt x="665" y="780"/>
                  </a:lnTo>
                  <a:lnTo>
                    <a:pt x="665" y="780"/>
                  </a:lnTo>
                  <a:lnTo>
                    <a:pt x="665" y="780"/>
                  </a:lnTo>
                  <a:lnTo>
                    <a:pt x="665" y="780"/>
                  </a:lnTo>
                  <a:lnTo>
                    <a:pt x="665" y="782"/>
                  </a:lnTo>
                  <a:lnTo>
                    <a:pt x="662" y="782"/>
                  </a:lnTo>
                  <a:lnTo>
                    <a:pt x="662" y="782"/>
                  </a:lnTo>
                  <a:lnTo>
                    <a:pt x="662" y="782"/>
                  </a:lnTo>
                  <a:lnTo>
                    <a:pt x="662" y="782"/>
                  </a:lnTo>
                  <a:lnTo>
                    <a:pt x="660" y="782"/>
                  </a:lnTo>
                  <a:lnTo>
                    <a:pt x="660" y="782"/>
                  </a:lnTo>
                  <a:lnTo>
                    <a:pt x="660" y="782"/>
                  </a:lnTo>
                  <a:lnTo>
                    <a:pt x="658" y="782"/>
                  </a:lnTo>
                  <a:lnTo>
                    <a:pt x="658" y="780"/>
                  </a:lnTo>
                  <a:lnTo>
                    <a:pt x="658" y="780"/>
                  </a:lnTo>
                  <a:lnTo>
                    <a:pt x="658" y="780"/>
                  </a:lnTo>
                  <a:lnTo>
                    <a:pt x="658" y="780"/>
                  </a:lnTo>
                  <a:lnTo>
                    <a:pt x="658" y="780"/>
                  </a:lnTo>
                  <a:lnTo>
                    <a:pt x="655" y="780"/>
                  </a:lnTo>
                  <a:lnTo>
                    <a:pt x="655" y="780"/>
                  </a:lnTo>
                  <a:lnTo>
                    <a:pt x="655" y="782"/>
                  </a:lnTo>
                  <a:lnTo>
                    <a:pt x="655" y="782"/>
                  </a:lnTo>
                  <a:lnTo>
                    <a:pt x="655" y="782"/>
                  </a:lnTo>
                  <a:lnTo>
                    <a:pt x="655" y="785"/>
                  </a:lnTo>
                  <a:lnTo>
                    <a:pt x="655" y="785"/>
                  </a:lnTo>
                  <a:lnTo>
                    <a:pt x="655" y="787"/>
                  </a:lnTo>
                  <a:lnTo>
                    <a:pt x="653" y="787"/>
                  </a:lnTo>
                  <a:lnTo>
                    <a:pt x="653" y="787"/>
                  </a:lnTo>
                  <a:lnTo>
                    <a:pt x="653" y="789"/>
                  </a:lnTo>
                  <a:lnTo>
                    <a:pt x="653" y="789"/>
                  </a:lnTo>
                  <a:lnTo>
                    <a:pt x="653" y="787"/>
                  </a:lnTo>
                  <a:lnTo>
                    <a:pt x="651" y="787"/>
                  </a:lnTo>
                  <a:lnTo>
                    <a:pt x="651" y="787"/>
                  </a:lnTo>
                  <a:lnTo>
                    <a:pt x="651" y="787"/>
                  </a:lnTo>
                  <a:lnTo>
                    <a:pt x="651" y="787"/>
                  </a:lnTo>
                  <a:lnTo>
                    <a:pt x="651" y="785"/>
                  </a:lnTo>
                  <a:lnTo>
                    <a:pt x="648" y="785"/>
                  </a:lnTo>
                  <a:lnTo>
                    <a:pt x="648" y="785"/>
                  </a:lnTo>
                  <a:lnTo>
                    <a:pt x="648" y="785"/>
                  </a:lnTo>
                  <a:lnTo>
                    <a:pt x="648" y="782"/>
                  </a:lnTo>
                  <a:lnTo>
                    <a:pt x="648" y="782"/>
                  </a:lnTo>
                  <a:lnTo>
                    <a:pt x="648" y="782"/>
                  </a:lnTo>
                  <a:lnTo>
                    <a:pt x="646" y="782"/>
                  </a:lnTo>
                  <a:lnTo>
                    <a:pt x="646" y="780"/>
                  </a:lnTo>
                  <a:lnTo>
                    <a:pt x="646" y="780"/>
                  </a:lnTo>
                  <a:lnTo>
                    <a:pt x="646" y="782"/>
                  </a:lnTo>
                  <a:lnTo>
                    <a:pt x="644" y="782"/>
                  </a:lnTo>
                  <a:lnTo>
                    <a:pt x="644" y="782"/>
                  </a:lnTo>
                  <a:lnTo>
                    <a:pt x="644" y="785"/>
                  </a:lnTo>
                  <a:lnTo>
                    <a:pt x="644" y="785"/>
                  </a:lnTo>
                  <a:lnTo>
                    <a:pt x="644" y="785"/>
                  </a:lnTo>
                  <a:lnTo>
                    <a:pt x="644" y="785"/>
                  </a:lnTo>
                  <a:lnTo>
                    <a:pt x="644" y="785"/>
                  </a:lnTo>
                  <a:lnTo>
                    <a:pt x="641" y="785"/>
                  </a:lnTo>
                  <a:lnTo>
                    <a:pt x="641" y="782"/>
                  </a:lnTo>
                  <a:lnTo>
                    <a:pt x="641" y="782"/>
                  </a:lnTo>
                  <a:lnTo>
                    <a:pt x="641" y="782"/>
                  </a:lnTo>
                  <a:lnTo>
                    <a:pt x="641" y="780"/>
                  </a:lnTo>
                  <a:lnTo>
                    <a:pt x="639" y="780"/>
                  </a:lnTo>
                  <a:lnTo>
                    <a:pt x="639" y="780"/>
                  </a:lnTo>
                  <a:lnTo>
                    <a:pt x="639" y="780"/>
                  </a:lnTo>
                  <a:lnTo>
                    <a:pt x="639" y="780"/>
                  </a:lnTo>
                  <a:lnTo>
                    <a:pt x="639" y="782"/>
                  </a:lnTo>
                  <a:lnTo>
                    <a:pt x="639" y="782"/>
                  </a:lnTo>
                  <a:lnTo>
                    <a:pt x="639" y="782"/>
                  </a:lnTo>
                  <a:lnTo>
                    <a:pt x="639" y="785"/>
                  </a:lnTo>
                  <a:lnTo>
                    <a:pt x="636" y="785"/>
                  </a:lnTo>
                  <a:lnTo>
                    <a:pt x="636" y="785"/>
                  </a:lnTo>
                  <a:lnTo>
                    <a:pt x="636" y="785"/>
                  </a:lnTo>
                  <a:lnTo>
                    <a:pt x="636" y="785"/>
                  </a:lnTo>
                  <a:lnTo>
                    <a:pt x="636" y="787"/>
                  </a:lnTo>
                  <a:lnTo>
                    <a:pt x="636" y="787"/>
                  </a:lnTo>
                  <a:lnTo>
                    <a:pt x="634" y="787"/>
                  </a:lnTo>
                  <a:lnTo>
                    <a:pt x="634" y="789"/>
                  </a:lnTo>
                  <a:lnTo>
                    <a:pt x="634" y="789"/>
                  </a:lnTo>
                  <a:lnTo>
                    <a:pt x="634" y="789"/>
                  </a:lnTo>
                  <a:lnTo>
                    <a:pt x="632" y="789"/>
                  </a:lnTo>
                  <a:lnTo>
                    <a:pt x="632" y="789"/>
                  </a:lnTo>
                  <a:lnTo>
                    <a:pt x="632" y="789"/>
                  </a:lnTo>
                  <a:lnTo>
                    <a:pt x="632" y="789"/>
                  </a:lnTo>
                  <a:lnTo>
                    <a:pt x="629" y="789"/>
                  </a:lnTo>
                  <a:lnTo>
                    <a:pt x="629" y="787"/>
                  </a:lnTo>
                  <a:lnTo>
                    <a:pt x="629" y="787"/>
                  </a:lnTo>
                  <a:lnTo>
                    <a:pt x="629" y="787"/>
                  </a:lnTo>
                  <a:lnTo>
                    <a:pt x="629" y="785"/>
                  </a:lnTo>
                  <a:lnTo>
                    <a:pt x="629" y="785"/>
                  </a:lnTo>
                  <a:lnTo>
                    <a:pt x="627" y="785"/>
                  </a:lnTo>
                  <a:lnTo>
                    <a:pt x="627" y="785"/>
                  </a:lnTo>
                  <a:lnTo>
                    <a:pt x="627" y="785"/>
                  </a:lnTo>
                  <a:lnTo>
                    <a:pt x="625" y="785"/>
                  </a:lnTo>
                  <a:lnTo>
                    <a:pt x="625" y="782"/>
                  </a:lnTo>
                  <a:lnTo>
                    <a:pt x="625" y="782"/>
                  </a:lnTo>
                  <a:lnTo>
                    <a:pt x="625" y="782"/>
                  </a:lnTo>
                  <a:lnTo>
                    <a:pt x="622" y="782"/>
                  </a:lnTo>
                  <a:lnTo>
                    <a:pt x="622" y="782"/>
                  </a:lnTo>
                  <a:lnTo>
                    <a:pt x="622" y="782"/>
                  </a:lnTo>
                  <a:lnTo>
                    <a:pt x="622" y="780"/>
                  </a:lnTo>
                  <a:lnTo>
                    <a:pt x="622" y="780"/>
                  </a:lnTo>
                  <a:lnTo>
                    <a:pt x="620" y="780"/>
                  </a:lnTo>
                  <a:lnTo>
                    <a:pt x="620" y="782"/>
                  </a:lnTo>
                  <a:lnTo>
                    <a:pt x="620" y="782"/>
                  </a:lnTo>
                  <a:lnTo>
                    <a:pt x="620" y="782"/>
                  </a:lnTo>
                  <a:lnTo>
                    <a:pt x="620" y="785"/>
                  </a:lnTo>
                  <a:lnTo>
                    <a:pt x="620" y="785"/>
                  </a:lnTo>
                  <a:lnTo>
                    <a:pt x="617" y="785"/>
                  </a:lnTo>
                  <a:lnTo>
                    <a:pt x="617" y="787"/>
                  </a:lnTo>
                  <a:lnTo>
                    <a:pt x="617" y="787"/>
                  </a:lnTo>
                  <a:lnTo>
                    <a:pt x="617" y="787"/>
                  </a:lnTo>
                  <a:lnTo>
                    <a:pt x="617" y="787"/>
                  </a:lnTo>
                  <a:lnTo>
                    <a:pt x="617" y="789"/>
                  </a:lnTo>
                  <a:lnTo>
                    <a:pt x="617" y="789"/>
                  </a:lnTo>
                  <a:lnTo>
                    <a:pt x="615" y="789"/>
                  </a:lnTo>
                  <a:lnTo>
                    <a:pt x="615" y="789"/>
                  </a:lnTo>
                  <a:lnTo>
                    <a:pt x="615" y="789"/>
                  </a:lnTo>
                  <a:lnTo>
                    <a:pt x="615" y="789"/>
                  </a:lnTo>
                  <a:lnTo>
                    <a:pt x="613" y="789"/>
                  </a:lnTo>
                  <a:lnTo>
                    <a:pt x="613" y="789"/>
                  </a:lnTo>
                  <a:lnTo>
                    <a:pt x="613" y="789"/>
                  </a:lnTo>
                  <a:lnTo>
                    <a:pt x="610" y="789"/>
                  </a:lnTo>
                  <a:lnTo>
                    <a:pt x="610" y="789"/>
                  </a:lnTo>
                  <a:lnTo>
                    <a:pt x="610" y="789"/>
                  </a:lnTo>
                  <a:lnTo>
                    <a:pt x="610" y="789"/>
                  </a:lnTo>
                  <a:lnTo>
                    <a:pt x="608" y="789"/>
                  </a:lnTo>
                  <a:lnTo>
                    <a:pt x="608" y="792"/>
                  </a:lnTo>
                  <a:lnTo>
                    <a:pt x="608" y="792"/>
                  </a:lnTo>
                  <a:lnTo>
                    <a:pt x="608" y="789"/>
                  </a:lnTo>
                  <a:lnTo>
                    <a:pt x="608" y="789"/>
                  </a:lnTo>
                  <a:lnTo>
                    <a:pt x="608" y="789"/>
                  </a:lnTo>
                  <a:lnTo>
                    <a:pt x="606" y="789"/>
                  </a:lnTo>
                  <a:lnTo>
                    <a:pt x="606" y="789"/>
                  </a:lnTo>
                  <a:lnTo>
                    <a:pt x="606" y="789"/>
                  </a:lnTo>
                  <a:lnTo>
                    <a:pt x="603" y="789"/>
                  </a:lnTo>
                  <a:lnTo>
                    <a:pt x="603" y="789"/>
                  </a:lnTo>
                  <a:lnTo>
                    <a:pt x="603" y="789"/>
                  </a:lnTo>
                  <a:lnTo>
                    <a:pt x="603" y="789"/>
                  </a:lnTo>
                  <a:lnTo>
                    <a:pt x="603" y="792"/>
                  </a:lnTo>
                  <a:lnTo>
                    <a:pt x="603" y="792"/>
                  </a:lnTo>
                  <a:lnTo>
                    <a:pt x="603" y="792"/>
                  </a:lnTo>
                  <a:lnTo>
                    <a:pt x="603" y="794"/>
                  </a:lnTo>
                  <a:lnTo>
                    <a:pt x="601" y="794"/>
                  </a:lnTo>
                  <a:lnTo>
                    <a:pt x="601" y="794"/>
                  </a:lnTo>
                  <a:lnTo>
                    <a:pt x="601" y="794"/>
                  </a:lnTo>
                  <a:lnTo>
                    <a:pt x="601" y="797"/>
                  </a:lnTo>
                  <a:lnTo>
                    <a:pt x="601" y="797"/>
                  </a:lnTo>
                  <a:lnTo>
                    <a:pt x="601" y="797"/>
                  </a:lnTo>
                  <a:lnTo>
                    <a:pt x="601" y="799"/>
                  </a:lnTo>
                  <a:lnTo>
                    <a:pt x="601" y="799"/>
                  </a:lnTo>
                  <a:lnTo>
                    <a:pt x="603" y="799"/>
                  </a:lnTo>
                  <a:lnTo>
                    <a:pt x="603" y="799"/>
                  </a:lnTo>
                  <a:lnTo>
                    <a:pt x="603" y="801"/>
                  </a:lnTo>
                  <a:lnTo>
                    <a:pt x="603" y="801"/>
                  </a:lnTo>
                  <a:lnTo>
                    <a:pt x="603" y="801"/>
                  </a:lnTo>
                  <a:lnTo>
                    <a:pt x="603" y="801"/>
                  </a:lnTo>
                  <a:lnTo>
                    <a:pt x="603" y="804"/>
                  </a:lnTo>
                  <a:lnTo>
                    <a:pt x="603" y="804"/>
                  </a:lnTo>
                  <a:lnTo>
                    <a:pt x="606" y="804"/>
                  </a:lnTo>
                  <a:lnTo>
                    <a:pt x="606" y="806"/>
                  </a:lnTo>
                  <a:lnTo>
                    <a:pt x="606" y="806"/>
                  </a:lnTo>
                  <a:lnTo>
                    <a:pt x="606" y="806"/>
                  </a:lnTo>
                  <a:lnTo>
                    <a:pt x="606" y="806"/>
                  </a:lnTo>
                  <a:lnTo>
                    <a:pt x="606" y="808"/>
                  </a:lnTo>
                  <a:lnTo>
                    <a:pt x="606" y="808"/>
                  </a:lnTo>
                  <a:lnTo>
                    <a:pt x="606" y="811"/>
                  </a:lnTo>
                  <a:lnTo>
                    <a:pt x="606" y="811"/>
                  </a:lnTo>
                  <a:lnTo>
                    <a:pt x="606" y="811"/>
                  </a:lnTo>
                  <a:lnTo>
                    <a:pt x="608" y="811"/>
                  </a:lnTo>
                  <a:lnTo>
                    <a:pt x="608" y="811"/>
                  </a:lnTo>
                  <a:lnTo>
                    <a:pt x="606" y="811"/>
                  </a:lnTo>
                  <a:lnTo>
                    <a:pt x="606" y="811"/>
                  </a:lnTo>
                  <a:lnTo>
                    <a:pt x="606" y="813"/>
                  </a:lnTo>
                  <a:lnTo>
                    <a:pt x="606" y="813"/>
                  </a:lnTo>
                  <a:lnTo>
                    <a:pt x="606" y="813"/>
                  </a:lnTo>
                  <a:lnTo>
                    <a:pt x="606" y="813"/>
                  </a:lnTo>
                  <a:lnTo>
                    <a:pt x="606" y="815"/>
                  </a:lnTo>
                  <a:lnTo>
                    <a:pt x="606" y="815"/>
                  </a:lnTo>
                  <a:lnTo>
                    <a:pt x="606" y="818"/>
                  </a:lnTo>
                  <a:lnTo>
                    <a:pt x="606" y="818"/>
                  </a:lnTo>
                  <a:lnTo>
                    <a:pt x="606" y="820"/>
                  </a:lnTo>
                  <a:lnTo>
                    <a:pt x="606" y="820"/>
                  </a:lnTo>
                  <a:lnTo>
                    <a:pt x="608" y="820"/>
                  </a:lnTo>
                  <a:lnTo>
                    <a:pt x="608" y="820"/>
                  </a:lnTo>
                  <a:lnTo>
                    <a:pt x="608" y="820"/>
                  </a:lnTo>
                  <a:lnTo>
                    <a:pt x="606" y="820"/>
                  </a:lnTo>
                  <a:lnTo>
                    <a:pt x="606" y="823"/>
                  </a:lnTo>
                  <a:lnTo>
                    <a:pt x="606" y="823"/>
                  </a:lnTo>
                  <a:lnTo>
                    <a:pt x="606" y="823"/>
                  </a:lnTo>
                  <a:lnTo>
                    <a:pt x="603" y="823"/>
                  </a:lnTo>
                  <a:lnTo>
                    <a:pt x="603" y="823"/>
                  </a:lnTo>
                  <a:lnTo>
                    <a:pt x="603" y="823"/>
                  </a:lnTo>
                  <a:lnTo>
                    <a:pt x="603" y="820"/>
                  </a:lnTo>
                  <a:lnTo>
                    <a:pt x="603" y="820"/>
                  </a:lnTo>
                  <a:lnTo>
                    <a:pt x="601" y="820"/>
                  </a:lnTo>
                  <a:lnTo>
                    <a:pt x="601" y="820"/>
                  </a:lnTo>
                  <a:lnTo>
                    <a:pt x="601" y="820"/>
                  </a:lnTo>
                  <a:lnTo>
                    <a:pt x="599" y="820"/>
                  </a:lnTo>
                  <a:lnTo>
                    <a:pt x="599" y="820"/>
                  </a:lnTo>
                  <a:lnTo>
                    <a:pt x="599" y="820"/>
                  </a:lnTo>
                  <a:lnTo>
                    <a:pt x="599" y="820"/>
                  </a:lnTo>
                  <a:lnTo>
                    <a:pt x="596" y="820"/>
                  </a:lnTo>
                  <a:lnTo>
                    <a:pt x="596" y="820"/>
                  </a:lnTo>
                  <a:lnTo>
                    <a:pt x="596" y="823"/>
                  </a:lnTo>
                  <a:lnTo>
                    <a:pt x="596" y="823"/>
                  </a:lnTo>
                  <a:lnTo>
                    <a:pt x="596" y="820"/>
                  </a:lnTo>
                  <a:lnTo>
                    <a:pt x="594" y="820"/>
                  </a:lnTo>
                  <a:lnTo>
                    <a:pt x="594" y="820"/>
                  </a:lnTo>
                  <a:lnTo>
                    <a:pt x="594" y="820"/>
                  </a:lnTo>
                  <a:lnTo>
                    <a:pt x="594" y="818"/>
                  </a:lnTo>
                  <a:lnTo>
                    <a:pt x="594" y="818"/>
                  </a:lnTo>
                  <a:lnTo>
                    <a:pt x="594" y="815"/>
                  </a:lnTo>
                  <a:lnTo>
                    <a:pt x="594" y="815"/>
                  </a:lnTo>
                  <a:lnTo>
                    <a:pt x="594" y="815"/>
                  </a:lnTo>
                  <a:lnTo>
                    <a:pt x="594" y="813"/>
                  </a:lnTo>
                  <a:lnTo>
                    <a:pt x="594" y="813"/>
                  </a:lnTo>
                  <a:lnTo>
                    <a:pt x="591" y="813"/>
                  </a:lnTo>
                  <a:lnTo>
                    <a:pt x="591" y="811"/>
                  </a:lnTo>
                  <a:lnTo>
                    <a:pt x="591" y="811"/>
                  </a:lnTo>
                  <a:lnTo>
                    <a:pt x="591" y="811"/>
                  </a:lnTo>
                  <a:lnTo>
                    <a:pt x="591" y="811"/>
                  </a:lnTo>
                  <a:lnTo>
                    <a:pt x="591" y="808"/>
                  </a:lnTo>
                  <a:lnTo>
                    <a:pt x="591" y="808"/>
                  </a:lnTo>
                  <a:lnTo>
                    <a:pt x="591" y="806"/>
                  </a:lnTo>
                  <a:lnTo>
                    <a:pt x="591" y="806"/>
                  </a:lnTo>
                  <a:lnTo>
                    <a:pt x="591" y="808"/>
                  </a:lnTo>
                  <a:lnTo>
                    <a:pt x="589" y="808"/>
                  </a:lnTo>
                  <a:lnTo>
                    <a:pt x="589" y="808"/>
                  </a:lnTo>
                  <a:lnTo>
                    <a:pt x="589" y="808"/>
                  </a:lnTo>
                  <a:lnTo>
                    <a:pt x="589" y="808"/>
                  </a:lnTo>
                  <a:lnTo>
                    <a:pt x="587" y="808"/>
                  </a:lnTo>
                  <a:lnTo>
                    <a:pt x="587" y="811"/>
                  </a:lnTo>
                  <a:lnTo>
                    <a:pt x="587" y="811"/>
                  </a:lnTo>
                  <a:lnTo>
                    <a:pt x="584" y="811"/>
                  </a:lnTo>
                  <a:lnTo>
                    <a:pt x="584" y="811"/>
                  </a:lnTo>
                  <a:lnTo>
                    <a:pt x="584" y="811"/>
                  </a:lnTo>
                  <a:lnTo>
                    <a:pt x="584" y="811"/>
                  </a:lnTo>
                  <a:lnTo>
                    <a:pt x="584" y="813"/>
                  </a:lnTo>
                  <a:lnTo>
                    <a:pt x="584" y="813"/>
                  </a:lnTo>
                  <a:lnTo>
                    <a:pt x="584" y="813"/>
                  </a:lnTo>
                  <a:lnTo>
                    <a:pt x="582" y="813"/>
                  </a:lnTo>
                  <a:lnTo>
                    <a:pt x="582" y="813"/>
                  </a:lnTo>
                  <a:lnTo>
                    <a:pt x="582" y="813"/>
                  </a:lnTo>
                  <a:lnTo>
                    <a:pt x="582" y="815"/>
                  </a:lnTo>
                  <a:lnTo>
                    <a:pt x="580" y="815"/>
                  </a:lnTo>
                  <a:lnTo>
                    <a:pt x="580" y="815"/>
                  </a:lnTo>
                  <a:lnTo>
                    <a:pt x="577" y="815"/>
                  </a:lnTo>
                  <a:lnTo>
                    <a:pt x="577" y="815"/>
                  </a:lnTo>
                  <a:lnTo>
                    <a:pt x="577" y="813"/>
                  </a:lnTo>
                  <a:lnTo>
                    <a:pt x="577" y="813"/>
                  </a:lnTo>
                  <a:lnTo>
                    <a:pt x="577" y="813"/>
                  </a:lnTo>
                  <a:lnTo>
                    <a:pt x="575" y="813"/>
                  </a:lnTo>
                  <a:lnTo>
                    <a:pt x="575" y="813"/>
                  </a:lnTo>
                  <a:lnTo>
                    <a:pt x="575" y="813"/>
                  </a:lnTo>
                  <a:lnTo>
                    <a:pt x="575" y="813"/>
                  </a:lnTo>
                  <a:lnTo>
                    <a:pt x="575" y="815"/>
                  </a:lnTo>
                  <a:lnTo>
                    <a:pt x="572" y="815"/>
                  </a:lnTo>
                  <a:lnTo>
                    <a:pt x="572" y="815"/>
                  </a:lnTo>
                  <a:lnTo>
                    <a:pt x="570" y="815"/>
                  </a:lnTo>
                  <a:lnTo>
                    <a:pt x="570" y="813"/>
                  </a:lnTo>
                  <a:lnTo>
                    <a:pt x="570" y="813"/>
                  </a:lnTo>
                  <a:lnTo>
                    <a:pt x="570" y="813"/>
                  </a:lnTo>
                  <a:lnTo>
                    <a:pt x="570" y="811"/>
                  </a:lnTo>
                  <a:lnTo>
                    <a:pt x="570" y="811"/>
                  </a:lnTo>
                  <a:lnTo>
                    <a:pt x="570" y="811"/>
                  </a:lnTo>
                  <a:lnTo>
                    <a:pt x="570" y="811"/>
                  </a:lnTo>
                  <a:lnTo>
                    <a:pt x="570" y="811"/>
                  </a:lnTo>
                  <a:lnTo>
                    <a:pt x="570" y="808"/>
                  </a:lnTo>
                  <a:lnTo>
                    <a:pt x="570" y="808"/>
                  </a:lnTo>
                  <a:lnTo>
                    <a:pt x="568" y="808"/>
                  </a:lnTo>
                  <a:lnTo>
                    <a:pt x="568" y="808"/>
                  </a:lnTo>
                  <a:lnTo>
                    <a:pt x="568" y="808"/>
                  </a:lnTo>
                  <a:lnTo>
                    <a:pt x="565" y="808"/>
                  </a:lnTo>
                  <a:lnTo>
                    <a:pt x="565" y="806"/>
                  </a:lnTo>
                  <a:lnTo>
                    <a:pt x="565" y="806"/>
                  </a:lnTo>
                  <a:lnTo>
                    <a:pt x="565" y="804"/>
                  </a:lnTo>
                  <a:lnTo>
                    <a:pt x="565" y="804"/>
                  </a:lnTo>
                  <a:lnTo>
                    <a:pt x="568" y="804"/>
                  </a:lnTo>
                  <a:lnTo>
                    <a:pt x="568" y="801"/>
                  </a:lnTo>
                  <a:lnTo>
                    <a:pt x="568" y="801"/>
                  </a:lnTo>
                  <a:lnTo>
                    <a:pt x="565" y="801"/>
                  </a:lnTo>
                  <a:lnTo>
                    <a:pt x="565" y="799"/>
                  </a:lnTo>
                  <a:lnTo>
                    <a:pt x="565" y="799"/>
                  </a:lnTo>
                  <a:lnTo>
                    <a:pt x="565" y="799"/>
                  </a:lnTo>
                  <a:lnTo>
                    <a:pt x="565" y="799"/>
                  </a:lnTo>
                  <a:lnTo>
                    <a:pt x="565" y="799"/>
                  </a:lnTo>
                  <a:lnTo>
                    <a:pt x="563" y="799"/>
                  </a:lnTo>
                  <a:lnTo>
                    <a:pt x="563" y="799"/>
                  </a:lnTo>
                  <a:lnTo>
                    <a:pt x="563" y="799"/>
                  </a:lnTo>
                  <a:lnTo>
                    <a:pt x="563" y="799"/>
                  </a:lnTo>
                  <a:lnTo>
                    <a:pt x="563" y="799"/>
                  </a:lnTo>
                  <a:lnTo>
                    <a:pt x="561" y="799"/>
                  </a:lnTo>
                  <a:lnTo>
                    <a:pt x="561" y="799"/>
                  </a:lnTo>
                  <a:lnTo>
                    <a:pt x="561" y="799"/>
                  </a:lnTo>
                  <a:lnTo>
                    <a:pt x="558" y="799"/>
                  </a:lnTo>
                  <a:lnTo>
                    <a:pt x="558" y="799"/>
                  </a:lnTo>
                  <a:lnTo>
                    <a:pt x="558" y="799"/>
                  </a:lnTo>
                  <a:lnTo>
                    <a:pt x="558" y="799"/>
                  </a:lnTo>
                  <a:lnTo>
                    <a:pt x="556" y="799"/>
                  </a:lnTo>
                  <a:lnTo>
                    <a:pt x="556" y="799"/>
                  </a:lnTo>
                  <a:lnTo>
                    <a:pt x="556" y="799"/>
                  </a:lnTo>
                  <a:lnTo>
                    <a:pt x="554" y="799"/>
                  </a:lnTo>
                  <a:lnTo>
                    <a:pt x="554" y="799"/>
                  </a:lnTo>
                  <a:lnTo>
                    <a:pt x="554" y="799"/>
                  </a:lnTo>
                  <a:lnTo>
                    <a:pt x="554" y="799"/>
                  </a:lnTo>
                  <a:lnTo>
                    <a:pt x="551" y="799"/>
                  </a:lnTo>
                  <a:lnTo>
                    <a:pt x="551" y="799"/>
                  </a:lnTo>
                  <a:lnTo>
                    <a:pt x="551" y="799"/>
                  </a:lnTo>
                  <a:lnTo>
                    <a:pt x="551" y="797"/>
                  </a:lnTo>
                  <a:lnTo>
                    <a:pt x="551" y="797"/>
                  </a:lnTo>
                  <a:lnTo>
                    <a:pt x="551" y="794"/>
                  </a:lnTo>
                  <a:lnTo>
                    <a:pt x="551" y="794"/>
                  </a:lnTo>
                  <a:lnTo>
                    <a:pt x="551" y="794"/>
                  </a:lnTo>
                  <a:lnTo>
                    <a:pt x="551" y="792"/>
                  </a:lnTo>
                  <a:lnTo>
                    <a:pt x="551" y="792"/>
                  </a:lnTo>
                  <a:lnTo>
                    <a:pt x="551" y="792"/>
                  </a:lnTo>
                  <a:lnTo>
                    <a:pt x="551" y="789"/>
                  </a:lnTo>
                  <a:lnTo>
                    <a:pt x="554" y="789"/>
                  </a:lnTo>
                  <a:lnTo>
                    <a:pt x="554" y="789"/>
                  </a:lnTo>
                  <a:lnTo>
                    <a:pt x="554" y="789"/>
                  </a:lnTo>
                  <a:lnTo>
                    <a:pt x="554" y="789"/>
                  </a:lnTo>
                  <a:lnTo>
                    <a:pt x="554" y="787"/>
                  </a:lnTo>
                  <a:lnTo>
                    <a:pt x="554" y="787"/>
                  </a:lnTo>
                  <a:lnTo>
                    <a:pt x="554" y="785"/>
                  </a:lnTo>
                  <a:lnTo>
                    <a:pt x="554" y="785"/>
                  </a:lnTo>
                  <a:lnTo>
                    <a:pt x="554" y="785"/>
                  </a:lnTo>
                  <a:lnTo>
                    <a:pt x="554" y="782"/>
                  </a:lnTo>
                  <a:lnTo>
                    <a:pt x="554" y="782"/>
                  </a:lnTo>
                  <a:lnTo>
                    <a:pt x="554" y="782"/>
                  </a:lnTo>
                  <a:lnTo>
                    <a:pt x="554" y="780"/>
                  </a:lnTo>
                  <a:lnTo>
                    <a:pt x="556" y="780"/>
                  </a:lnTo>
                  <a:lnTo>
                    <a:pt x="556" y="780"/>
                  </a:lnTo>
                  <a:lnTo>
                    <a:pt x="556" y="780"/>
                  </a:lnTo>
                  <a:lnTo>
                    <a:pt x="556" y="780"/>
                  </a:lnTo>
                  <a:lnTo>
                    <a:pt x="556" y="778"/>
                  </a:lnTo>
                  <a:lnTo>
                    <a:pt x="556" y="778"/>
                  </a:lnTo>
                  <a:lnTo>
                    <a:pt x="558" y="778"/>
                  </a:lnTo>
                  <a:lnTo>
                    <a:pt x="558" y="778"/>
                  </a:lnTo>
                  <a:lnTo>
                    <a:pt x="558" y="775"/>
                  </a:lnTo>
                  <a:lnTo>
                    <a:pt x="556" y="775"/>
                  </a:lnTo>
                  <a:lnTo>
                    <a:pt x="556" y="775"/>
                  </a:lnTo>
                  <a:lnTo>
                    <a:pt x="556" y="773"/>
                  </a:lnTo>
                  <a:lnTo>
                    <a:pt x="556" y="773"/>
                  </a:lnTo>
                  <a:lnTo>
                    <a:pt x="556" y="773"/>
                  </a:lnTo>
                  <a:lnTo>
                    <a:pt x="556" y="773"/>
                  </a:lnTo>
                  <a:lnTo>
                    <a:pt x="554" y="773"/>
                  </a:lnTo>
                  <a:lnTo>
                    <a:pt x="554" y="773"/>
                  </a:lnTo>
                  <a:lnTo>
                    <a:pt x="551" y="773"/>
                  </a:lnTo>
                  <a:lnTo>
                    <a:pt x="551" y="773"/>
                  </a:lnTo>
                  <a:lnTo>
                    <a:pt x="551" y="773"/>
                  </a:lnTo>
                  <a:lnTo>
                    <a:pt x="551" y="773"/>
                  </a:lnTo>
                  <a:lnTo>
                    <a:pt x="549" y="773"/>
                  </a:lnTo>
                  <a:lnTo>
                    <a:pt x="549" y="773"/>
                  </a:lnTo>
                  <a:lnTo>
                    <a:pt x="549" y="773"/>
                  </a:lnTo>
                  <a:lnTo>
                    <a:pt x="549" y="773"/>
                  </a:lnTo>
                  <a:lnTo>
                    <a:pt x="549" y="773"/>
                  </a:lnTo>
                  <a:lnTo>
                    <a:pt x="549" y="773"/>
                  </a:lnTo>
                  <a:lnTo>
                    <a:pt x="546" y="773"/>
                  </a:lnTo>
                  <a:lnTo>
                    <a:pt x="546" y="770"/>
                  </a:lnTo>
                  <a:lnTo>
                    <a:pt x="546" y="770"/>
                  </a:lnTo>
                  <a:lnTo>
                    <a:pt x="544" y="770"/>
                  </a:lnTo>
                  <a:lnTo>
                    <a:pt x="544" y="770"/>
                  </a:lnTo>
                  <a:lnTo>
                    <a:pt x="544" y="770"/>
                  </a:lnTo>
                  <a:lnTo>
                    <a:pt x="544" y="770"/>
                  </a:lnTo>
                  <a:lnTo>
                    <a:pt x="544" y="768"/>
                  </a:lnTo>
                  <a:lnTo>
                    <a:pt x="544" y="768"/>
                  </a:lnTo>
                  <a:lnTo>
                    <a:pt x="544" y="766"/>
                  </a:lnTo>
                  <a:lnTo>
                    <a:pt x="544" y="766"/>
                  </a:lnTo>
                  <a:lnTo>
                    <a:pt x="544" y="763"/>
                  </a:lnTo>
                  <a:lnTo>
                    <a:pt x="544" y="763"/>
                  </a:lnTo>
                  <a:lnTo>
                    <a:pt x="544" y="763"/>
                  </a:lnTo>
                  <a:lnTo>
                    <a:pt x="542" y="763"/>
                  </a:lnTo>
                  <a:lnTo>
                    <a:pt x="542" y="761"/>
                  </a:lnTo>
                  <a:lnTo>
                    <a:pt x="542" y="761"/>
                  </a:lnTo>
                  <a:lnTo>
                    <a:pt x="544" y="761"/>
                  </a:lnTo>
                  <a:lnTo>
                    <a:pt x="544" y="761"/>
                  </a:lnTo>
                  <a:lnTo>
                    <a:pt x="544" y="759"/>
                  </a:lnTo>
                  <a:lnTo>
                    <a:pt x="542" y="759"/>
                  </a:lnTo>
                  <a:lnTo>
                    <a:pt x="542" y="759"/>
                  </a:lnTo>
                  <a:lnTo>
                    <a:pt x="542" y="756"/>
                  </a:lnTo>
                  <a:lnTo>
                    <a:pt x="542" y="756"/>
                  </a:lnTo>
                  <a:lnTo>
                    <a:pt x="542" y="756"/>
                  </a:lnTo>
                  <a:lnTo>
                    <a:pt x="542" y="756"/>
                  </a:lnTo>
                  <a:lnTo>
                    <a:pt x="539" y="756"/>
                  </a:lnTo>
                  <a:lnTo>
                    <a:pt x="539" y="754"/>
                  </a:lnTo>
                  <a:lnTo>
                    <a:pt x="539" y="754"/>
                  </a:lnTo>
                  <a:lnTo>
                    <a:pt x="539" y="751"/>
                  </a:lnTo>
                  <a:lnTo>
                    <a:pt x="539" y="751"/>
                  </a:lnTo>
                  <a:lnTo>
                    <a:pt x="542" y="751"/>
                  </a:lnTo>
                  <a:lnTo>
                    <a:pt x="542" y="751"/>
                  </a:lnTo>
                  <a:lnTo>
                    <a:pt x="542" y="751"/>
                  </a:lnTo>
                  <a:lnTo>
                    <a:pt x="542" y="749"/>
                  </a:lnTo>
                  <a:lnTo>
                    <a:pt x="542" y="749"/>
                  </a:lnTo>
                  <a:lnTo>
                    <a:pt x="542" y="749"/>
                  </a:lnTo>
                  <a:lnTo>
                    <a:pt x="544" y="749"/>
                  </a:lnTo>
                  <a:lnTo>
                    <a:pt x="544" y="747"/>
                  </a:lnTo>
                  <a:lnTo>
                    <a:pt x="542" y="747"/>
                  </a:lnTo>
                  <a:lnTo>
                    <a:pt x="542" y="747"/>
                  </a:lnTo>
                  <a:lnTo>
                    <a:pt x="542" y="747"/>
                  </a:lnTo>
                  <a:lnTo>
                    <a:pt x="539" y="747"/>
                  </a:lnTo>
                  <a:lnTo>
                    <a:pt x="539" y="747"/>
                  </a:lnTo>
                  <a:lnTo>
                    <a:pt x="537" y="747"/>
                  </a:lnTo>
                  <a:lnTo>
                    <a:pt x="537" y="749"/>
                  </a:lnTo>
                  <a:lnTo>
                    <a:pt x="537" y="749"/>
                  </a:lnTo>
                  <a:lnTo>
                    <a:pt x="537" y="747"/>
                  </a:lnTo>
                  <a:lnTo>
                    <a:pt x="537" y="747"/>
                  </a:lnTo>
                  <a:lnTo>
                    <a:pt x="535" y="747"/>
                  </a:lnTo>
                  <a:lnTo>
                    <a:pt x="535" y="747"/>
                  </a:lnTo>
                  <a:lnTo>
                    <a:pt x="532" y="747"/>
                  </a:lnTo>
                  <a:lnTo>
                    <a:pt x="532" y="747"/>
                  </a:lnTo>
                  <a:lnTo>
                    <a:pt x="532" y="747"/>
                  </a:lnTo>
                  <a:lnTo>
                    <a:pt x="530" y="747"/>
                  </a:lnTo>
                  <a:lnTo>
                    <a:pt x="530" y="747"/>
                  </a:lnTo>
                  <a:lnTo>
                    <a:pt x="530" y="747"/>
                  </a:lnTo>
                  <a:lnTo>
                    <a:pt x="530" y="749"/>
                  </a:lnTo>
                  <a:lnTo>
                    <a:pt x="528" y="749"/>
                  </a:lnTo>
                  <a:lnTo>
                    <a:pt x="528" y="749"/>
                  </a:lnTo>
                  <a:lnTo>
                    <a:pt x="525" y="749"/>
                  </a:lnTo>
                  <a:lnTo>
                    <a:pt x="525" y="749"/>
                  </a:lnTo>
                  <a:lnTo>
                    <a:pt x="525" y="749"/>
                  </a:lnTo>
                  <a:lnTo>
                    <a:pt x="525" y="749"/>
                  </a:lnTo>
                  <a:lnTo>
                    <a:pt x="523" y="749"/>
                  </a:lnTo>
                  <a:lnTo>
                    <a:pt x="523" y="749"/>
                  </a:lnTo>
                  <a:lnTo>
                    <a:pt x="523" y="751"/>
                  </a:lnTo>
                  <a:lnTo>
                    <a:pt x="523" y="751"/>
                  </a:lnTo>
                  <a:lnTo>
                    <a:pt x="523" y="751"/>
                  </a:lnTo>
                  <a:lnTo>
                    <a:pt x="520" y="751"/>
                  </a:lnTo>
                  <a:lnTo>
                    <a:pt x="520" y="751"/>
                  </a:lnTo>
                  <a:lnTo>
                    <a:pt x="520" y="751"/>
                  </a:lnTo>
                  <a:lnTo>
                    <a:pt x="518" y="751"/>
                  </a:lnTo>
                  <a:lnTo>
                    <a:pt x="518" y="754"/>
                  </a:lnTo>
                  <a:lnTo>
                    <a:pt x="518" y="754"/>
                  </a:lnTo>
                  <a:lnTo>
                    <a:pt x="518" y="754"/>
                  </a:lnTo>
                  <a:lnTo>
                    <a:pt x="516" y="754"/>
                  </a:lnTo>
                  <a:lnTo>
                    <a:pt x="516" y="751"/>
                  </a:lnTo>
                  <a:lnTo>
                    <a:pt x="516" y="751"/>
                  </a:lnTo>
                  <a:lnTo>
                    <a:pt x="516" y="751"/>
                  </a:lnTo>
                  <a:lnTo>
                    <a:pt x="516" y="751"/>
                  </a:lnTo>
                  <a:lnTo>
                    <a:pt x="516" y="751"/>
                  </a:lnTo>
                  <a:lnTo>
                    <a:pt x="516" y="751"/>
                  </a:lnTo>
                  <a:lnTo>
                    <a:pt x="516" y="751"/>
                  </a:lnTo>
                  <a:lnTo>
                    <a:pt x="516" y="749"/>
                  </a:lnTo>
                  <a:lnTo>
                    <a:pt x="518" y="749"/>
                  </a:lnTo>
                  <a:lnTo>
                    <a:pt x="518" y="749"/>
                  </a:lnTo>
                  <a:lnTo>
                    <a:pt x="518" y="749"/>
                  </a:lnTo>
                  <a:lnTo>
                    <a:pt x="518" y="747"/>
                  </a:lnTo>
                  <a:lnTo>
                    <a:pt x="518" y="747"/>
                  </a:lnTo>
                  <a:lnTo>
                    <a:pt x="518" y="747"/>
                  </a:lnTo>
                  <a:lnTo>
                    <a:pt x="518" y="744"/>
                  </a:lnTo>
                  <a:lnTo>
                    <a:pt x="518" y="744"/>
                  </a:lnTo>
                  <a:lnTo>
                    <a:pt x="518" y="742"/>
                  </a:lnTo>
                  <a:lnTo>
                    <a:pt x="518" y="742"/>
                  </a:lnTo>
                  <a:lnTo>
                    <a:pt x="518" y="742"/>
                  </a:lnTo>
                  <a:lnTo>
                    <a:pt x="518" y="742"/>
                  </a:lnTo>
                  <a:lnTo>
                    <a:pt x="518" y="742"/>
                  </a:lnTo>
                  <a:lnTo>
                    <a:pt x="518" y="740"/>
                  </a:lnTo>
                  <a:lnTo>
                    <a:pt x="518" y="740"/>
                  </a:lnTo>
                  <a:lnTo>
                    <a:pt x="518" y="740"/>
                  </a:lnTo>
                  <a:lnTo>
                    <a:pt x="518" y="740"/>
                  </a:lnTo>
                  <a:lnTo>
                    <a:pt x="516" y="740"/>
                  </a:lnTo>
                  <a:lnTo>
                    <a:pt x="516" y="740"/>
                  </a:lnTo>
                  <a:lnTo>
                    <a:pt x="516" y="740"/>
                  </a:lnTo>
                  <a:lnTo>
                    <a:pt x="516" y="740"/>
                  </a:lnTo>
                  <a:lnTo>
                    <a:pt x="516" y="740"/>
                  </a:lnTo>
                  <a:lnTo>
                    <a:pt x="516" y="737"/>
                  </a:lnTo>
                  <a:lnTo>
                    <a:pt x="516" y="737"/>
                  </a:lnTo>
                  <a:lnTo>
                    <a:pt x="516" y="737"/>
                  </a:lnTo>
                  <a:lnTo>
                    <a:pt x="516" y="735"/>
                  </a:lnTo>
                  <a:lnTo>
                    <a:pt x="516" y="735"/>
                  </a:lnTo>
                  <a:lnTo>
                    <a:pt x="516" y="733"/>
                  </a:lnTo>
                  <a:lnTo>
                    <a:pt x="516" y="733"/>
                  </a:lnTo>
                  <a:lnTo>
                    <a:pt x="516" y="730"/>
                  </a:lnTo>
                  <a:lnTo>
                    <a:pt x="516" y="730"/>
                  </a:lnTo>
                  <a:lnTo>
                    <a:pt x="516" y="730"/>
                  </a:lnTo>
                  <a:lnTo>
                    <a:pt x="518" y="730"/>
                  </a:lnTo>
                  <a:lnTo>
                    <a:pt x="518" y="730"/>
                  </a:lnTo>
                  <a:lnTo>
                    <a:pt x="518" y="730"/>
                  </a:lnTo>
                  <a:lnTo>
                    <a:pt x="518" y="730"/>
                  </a:lnTo>
                  <a:lnTo>
                    <a:pt x="520" y="730"/>
                  </a:lnTo>
                  <a:lnTo>
                    <a:pt x="520" y="728"/>
                  </a:lnTo>
                  <a:lnTo>
                    <a:pt x="518" y="728"/>
                  </a:lnTo>
                  <a:lnTo>
                    <a:pt x="518" y="728"/>
                  </a:lnTo>
                  <a:lnTo>
                    <a:pt x="518" y="725"/>
                  </a:lnTo>
                  <a:lnTo>
                    <a:pt x="518" y="725"/>
                  </a:lnTo>
                  <a:lnTo>
                    <a:pt x="518" y="725"/>
                  </a:lnTo>
                  <a:lnTo>
                    <a:pt x="518" y="723"/>
                  </a:lnTo>
                  <a:lnTo>
                    <a:pt x="518" y="723"/>
                  </a:lnTo>
                  <a:lnTo>
                    <a:pt x="518" y="723"/>
                  </a:lnTo>
                  <a:lnTo>
                    <a:pt x="518" y="721"/>
                  </a:lnTo>
                  <a:lnTo>
                    <a:pt x="520" y="721"/>
                  </a:lnTo>
                  <a:lnTo>
                    <a:pt x="520" y="721"/>
                  </a:lnTo>
                  <a:lnTo>
                    <a:pt x="520" y="721"/>
                  </a:lnTo>
                  <a:lnTo>
                    <a:pt x="520" y="721"/>
                  </a:lnTo>
                  <a:lnTo>
                    <a:pt x="520" y="718"/>
                  </a:lnTo>
                  <a:lnTo>
                    <a:pt x="523" y="718"/>
                  </a:lnTo>
                  <a:lnTo>
                    <a:pt x="523" y="718"/>
                  </a:lnTo>
                  <a:lnTo>
                    <a:pt x="523" y="721"/>
                  </a:lnTo>
                  <a:lnTo>
                    <a:pt x="523" y="721"/>
                  </a:lnTo>
                  <a:lnTo>
                    <a:pt x="523" y="718"/>
                  </a:lnTo>
                  <a:lnTo>
                    <a:pt x="525" y="718"/>
                  </a:lnTo>
                  <a:lnTo>
                    <a:pt x="525" y="718"/>
                  </a:lnTo>
                  <a:lnTo>
                    <a:pt x="525" y="718"/>
                  </a:lnTo>
                  <a:lnTo>
                    <a:pt x="525" y="716"/>
                  </a:lnTo>
                  <a:lnTo>
                    <a:pt x="525" y="716"/>
                  </a:lnTo>
                  <a:lnTo>
                    <a:pt x="525" y="716"/>
                  </a:lnTo>
                  <a:lnTo>
                    <a:pt x="528" y="716"/>
                  </a:lnTo>
                  <a:lnTo>
                    <a:pt x="528" y="714"/>
                  </a:lnTo>
                  <a:lnTo>
                    <a:pt x="528" y="714"/>
                  </a:lnTo>
                  <a:lnTo>
                    <a:pt x="528" y="711"/>
                  </a:lnTo>
                  <a:lnTo>
                    <a:pt x="528" y="711"/>
                  </a:lnTo>
                  <a:lnTo>
                    <a:pt x="528" y="711"/>
                  </a:lnTo>
                  <a:lnTo>
                    <a:pt x="528" y="711"/>
                  </a:lnTo>
                  <a:lnTo>
                    <a:pt x="528" y="709"/>
                  </a:lnTo>
                  <a:lnTo>
                    <a:pt x="530" y="709"/>
                  </a:lnTo>
                  <a:lnTo>
                    <a:pt x="530" y="711"/>
                  </a:lnTo>
                  <a:lnTo>
                    <a:pt x="530" y="711"/>
                  </a:lnTo>
                  <a:lnTo>
                    <a:pt x="530" y="711"/>
                  </a:lnTo>
                  <a:lnTo>
                    <a:pt x="530" y="711"/>
                  </a:lnTo>
                  <a:lnTo>
                    <a:pt x="532" y="711"/>
                  </a:lnTo>
                  <a:lnTo>
                    <a:pt x="532" y="711"/>
                  </a:lnTo>
                  <a:lnTo>
                    <a:pt x="532" y="711"/>
                  </a:lnTo>
                  <a:lnTo>
                    <a:pt x="532" y="709"/>
                  </a:lnTo>
                  <a:lnTo>
                    <a:pt x="532" y="709"/>
                  </a:lnTo>
                  <a:lnTo>
                    <a:pt x="532" y="709"/>
                  </a:lnTo>
                  <a:lnTo>
                    <a:pt x="532" y="706"/>
                  </a:lnTo>
                  <a:lnTo>
                    <a:pt x="535" y="706"/>
                  </a:lnTo>
                  <a:lnTo>
                    <a:pt x="535" y="706"/>
                  </a:lnTo>
                  <a:lnTo>
                    <a:pt x="535" y="704"/>
                  </a:lnTo>
                  <a:lnTo>
                    <a:pt x="535" y="704"/>
                  </a:lnTo>
                  <a:lnTo>
                    <a:pt x="535" y="704"/>
                  </a:lnTo>
                  <a:lnTo>
                    <a:pt x="537" y="704"/>
                  </a:lnTo>
                  <a:lnTo>
                    <a:pt x="537" y="704"/>
                  </a:lnTo>
                  <a:lnTo>
                    <a:pt x="537" y="704"/>
                  </a:lnTo>
                  <a:lnTo>
                    <a:pt x="539" y="704"/>
                  </a:lnTo>
                  <a:lnTo>
                    <a:pt x="539" y="704"/>
                  </a:lnTo>
                  <a:lnTo>
                    <a:pt x="539" y="702"/>
                  </a:lnTo>
                  <a:lnTo>
                    <a:pt x="539" y="702"/>
                  </a:lnTo>
                  <a:lnTo>
                    <a:pt x="539" y="702"/>
                  </a:lnTo>
                  <a:lnTo>
                    <a:pt x="539" y="702"/>
                  </a:lnTo>
                  <a:lnTo>
                    <a:pt x="537" y="702"/>
                  </a:lnTo>
                  <a:lnTo>
                    <a:pt x="537" y="699"/>
                  </a:lnTo>
                  <a:lnTo>
                    <a:pt x="537" y="699"/>
                  </a:lnTo>
                  <a:lnTo>
                    <a:pt x="537" y="699"/>
                  </a:lnTo>
                  <a:lnTo>
                    <a:pt x="537" y="697"/>
                  </a:lnTo>
                  <a:lnTo>
                    <a:pt x="537" y="697"/>
                  </a:lnTo>
                  <a:lnTo>
                    <a:pt x="537" y="697"/>
                  </a:lnTo>
                  <a:lnTo>
                    <a:pt x="539" y="697"/>
                  </a:lnTo>
                  <a:lnTo>
                    <a:pt x="539" y="697"/>
                  </a:lnTo>
                  <a:lnTo>
                    <a:pt x="539" y="695"/>
                  </a:lnTo>
                  <a:lnTo>
                    <a:pt x="539" y="695"/>
                  </a:lnTo>
                  <a:lnTo>
                    <a:pt x="539" y="692"/>
                  </a:lnTo>
                  <a:lnTo>
                    <a:pt x="539" y="692"/>
                  </a:lnTo>
                  <a:lnTo>
                    <a:pt x="539" y="692"/>
                  </a:lnTo>
                  <a:lnTo>
                    <a:pt x="539" y="692"/>
                  </a:lnTo>
                  <a:lnTo>
                    <a:pt x="539" y="692"/>
                  </a:lnTo>
                  <a:lnTo>
                    <a:pt x="539" y="690"/>
                  </a:lnTo>
                  <a:lnTo>
                    <a:pt x="542" y="690"/>
                  </a:lnTo>
                  <a:lnTo>
                    <a:pt x="542" y="690"/>
                  </a:lnTo>
                  <a:lnTo>
                    <a:pt x="542" y="687"/>
                  </a:lnTo>
                  <a:lnTo>
                    <a:pt x="542" y="687"/>
                  </a:lnTo>
                  <a:lnTo>
                    <a:pt x="542" y="685"/>
                  </a:lnTo>
                  <a:lnTo>
                    <a:pt x="542" y="685"/>
                  </a:lnTo>
                  <a:lnTo>
                    <a:pt x="542" y="685"/>
                  </a:lnTo>
                  <a:lnTo>
                    <a:pt x="542" y="683"/>
                  </a:lnTo>
                  <a:lnTo>
                    <a:pt x="542" y="683"/>
                  </a:lnTo>
                  <a:lnTo>
                    <a:pt x="542" y="680"/>
                  </a:lnTo>
                  <a:lnTo>
                    <a:pt x="542" y="680"/>
                  </a:lnTo>
                  <a:lnTo>
                    <a:pt x="542" y="680"/>
                  </a:lnTo>
                  <a:lnTo>
                    <a:pt x="542" y="680"/>
                  </a:lnTo>
                  <a:lnTo>
                    <a:pt x="542" y="678"/>
                  </a:lnTo>
                  <a:lnTo>
                    <a:pt x="542" y="678"/>
                  </a:lnTo>
                  <a:lnTo>
                    <a:pt x="542" y="676"/>
                  </a:lnTo>
                  <a:lnTo>
                    <a:pt x="542" y="676"/>
                  </a:lnTo>
                  <a:lnTo>
                    <a:pt x="542" y="673"/>
                  </a:lnTo>
                  <a:lnTo>
                    <a:pt x="542" y="673"/>
                  </a:lnTo>
                  <a:lnTo>
                    <a:pt x="542" y="671"/>
                  </a:lnTo>
                  <a:lnTo>
                    <a:pt x="539" y="671"/>
                  </a:lnTo>
                  <a:lnTo>
                    <a:pt x="539" y="671"/>
                  </a:lnTo>
                  <a:lnTo>
                    <a:pt x="539" y="671"/>
                  </a:lnTo>
                  <a:lnTo>
                    <a:pt x="539" y="669"/>
                  </a:lnTo>
                  <a:lnTo>
                    <a:pt x="539" y="669"/>
                  </a:lnTo>
                  <a:lnTo>
                    <a:pt x="539" y="666"/>
                  </a:lnTo>
                  <a:lnTo>
                    <a:pt x="539" y="666"/>
                  </a:lnTo>
                  <a:lnTo>
                    <a:pt x="539" y="664"/>
                  </a:lnTo>
                  <a:lnTo>
                    <a:pt x="539" y="664"/>
                  </a:lnTo>
                  <a:lnTo>
                    <a:pt x="539" y="661"/>
                  </a:lnTo>
                  <a:lnTo>
                    <a:pt x="539" y="661"/>
                  </a:lnTo>
                  <a:lnTo>
                    <a:pt x="539" y="661"/>
                  </a:lnTo>
                  <a:lnTo>
                    <a:pt x="539" y="659"/>
                  </a:lnTo>
                  <a:lnTo>
                    <a:pt x="539" y="659"/>
                  </a:lnTo>
                  <a:lnTo>
                    <a:pt x="539" y="659"/>
                  </a:lnTo>
                  <a:lnTo>
                    <a:pt x="537" y="659"/>
                  </a:lnTo>
                  <a:lnTo>
                    <a:pt x="537" y="659"/>
                  </a:lnTo>
                  <a:lnTo>
                    <a:pt x="537" y="659"/>
                  </a:lnTo>
                  <a:lnTo>
                    <a:pt x="537" y="659"/>
                  </a:lnTo>
                  <a:lnTo>
                    <a:pt x="537" y="659"/>
                  </a:lnTo>
                  <a:lnTo>
                    <a:pt x="535" y="659"/>
                  </a:lnTo>
                  <a:lnTo>
                    <a:pt x="535" y="657"/>
                  </a:lnTo>
                  <a:lnTo>
                    <a:pt x="535" y="657"/>
                  </a:lnTo>
                  <a:lnTo>
                    <a:pt x="532" y="657"/>
                  </a:lnTo>
                  <a:lnTo>
                    <a:pt x="532" y="659"/>
                  </a:lnTo>
                  <a:lnTo>
                    <a:pt x="532" y="659"/>
                  </a:lnTo>
                  <a:lnTo>
                    <a:pt x="532" y="661"/>
                  </a:lnTo>
                  <a:lnTo>
                    <a:pt x="532" y="661"/>
                  </a:lnTo>
                  <a:lnTo>
                    <a:pt x="532" y="661"/>
                  </a:lnTo>
                  <a:lnTo>
                    <a:pt x="530" y="661"/>
                  </a:lnTo>
                  <a:lnTo>
                    <a:pt x="530" y="659"/>
                  </a:lnTo>
                  <a:lnTo>
                    <a:pt x="530" y="659"/>
                  </a:lnTo>
                  <a:lnTo>
                    <a:pt x="530" y="657"/>
                  </a:lnTo>
                  <a:lnTo>
                    <a:pt x="530" y="657"/>
                  </a:lnTo>
                  <a:lnTo>
                    <a:pt x="530" y="657"/>
                  </a:lnTo>
                  <a:lnTo>
                    <a:pt x="530" y="657"/>
                  </a:lnTo>
                  <a:lnTo>
                    <a:pt x="530" y="654"/>
                  </a:lnTo>
                  <a:lnTo>
                    <a:pt x="530" y="654"/>
                  </a:lnTo>
                  <a:lnTo>
                    <a:pt x="530" y="652"/>
                  </a:lnTo>
                  <a:lnTo>
                    <a:pt x="528" y="652"/>
                  </a:lnTo>
                  <a:lnTo>
                    <a:pt x="528" y="652"/>
                  </a:lnTo>
                  <a:lnTo>
                    <a:pt x="528" y="652"/>
                  </a:lnTo>
                  <a:lnTo>
                    <a:pt x="528" y="650"/>
                  </a:lnTo>
                  <a:lnTo>
                    <a:pt x="528" y="650"/>
                  </a:lnTo>
                  <a:lnTo>
                    <a:pt x="528" y="650"/>
                  </a:lnTo>
                  <a:lnTo>
                    <a:pt x="528" y="647"/>
                  </a:lnTo>
                  <a:lnTo>
                    <a:pt x="528" y="647"/>
                  </a:lnTo>
                  <a:lnTo>
                    <a:pt x="528" y="647"/>
                  </a:lnTo>
                  <a:lnTo>
                    <a:pt x="528" y="645"/>
                  </a:lnTo>
                  <a:lnTo>
                    <a:pt x="528" y="645"/>
                  </a:lnTo>
                  <a:lnTo>
                    <a:pt x="528" y="645"/>
                  </a:lnTo>
                  <a:lnTo>
                    <a:pt x="525" y="645"/>
                  </a:lnTo>
                  <a:lnTo>
                    <a:pt x="525" y="642"/>
                  </a:lnTo>
                  <a:lnTo>
                    <a:pt x="525" y="642"/>
                  </a:lnTo>
                  <a:lnTo>
                    <a:pt x="525" y="642"/>
                  </a:lnTo>
                  <a:lnTo>
                    <a:pt x="525" y="642"/>
                  </a:lnTo>
                  <a:lnTo>
                    <a:pt x="525" y="642"/>
                  </a:lnTo>
                  <a:lnTo>
                    <a:pt x="523" y="642"/>
                  </a:lnTo>
                  <a:lnTo>
                    <a:pt x="523" y="640"/>
                  </a:lnTo>
                  <a:lnTo>
                    <a:pt x="523" y="640"/>
                  </a:lnTo>
                  <a:lnTo>
                    <a:pt x="523" y="640"/>
                  </a:lnTo>
                  <a:lnTo>
                    <a:pt x="523" y="640"/>
                  </a:lnTo>
                  <a:lnTo>
                    <a:pt x="520" y="640"/>
                  </a:lnTo>
                  <a:lnTo>
                    <a:pt x="520" y="640"/>
                  </a:lnTo>
                  <a:lnTo>
                    <a:pt x="520" y="640"/>
                  </a:lnTo>
                  <a:lnTo>
                    <a:pt x="520" y="640"/>
                  </a:lnTo>
                  <a:lnTo>
                    <a:pt x="518" y="640"/>
                  </a:lnTo>
                  <a:lnTo>
                    <a:pt x="518" y="638"/>
                  </a:lnTo>
                  <a:lnTo>
                    <a:pt x="518" y="638"/>
                  </a:lnTo>
                  <a:lnTo>
                    <a:pt x="518" y="638"/>
                  </a:lnTo>
                  <a:lnTo>
                    <a:pt x="518" y="635"/>
                  </a:lnTo>
                  <a:lnTo>
                    <a:pt x="518" y="635"/>
                  </a:lnTo>
                  <a:lnTo>
                    <a:pt x="518" y="638"/>
                  </a:lnTo>
                  <a:lnTo>
                    <a:pt x="516" y="638"/>
                  </a:lnTo>
                  <a:lnTo>
                    <a:pt x="516" y="635"/>
                  </a:lnTo>
                  <a:lnTo>
                    <a:pt x="516" y="635"/>
                  </a:lnTo>
                  <a:lnTo>
                    <a:pt x="516" y="635"/>
                  </a:lnTo>
                  <a:lnTo>
                    <a:pt x="516" y="635"/>
                  </a:lnTo>
                  <a:lnTo>
                    <a:pt x="516" y="635"/>
                  </a:lnTo>
                  <a:lnTo>
                    <a:pt x="516" y="638"/>
                  </a:lnTo>
                  <a:lnTo>
                    <a:pt x="513" y="638"/>
                  </a:lnTo>
                  <a:lnTo>
                    <a:pt x="513" y="638"/>
                  </a:lnTo>
                  <a:lnTo>
                    <a:pt x="513" y="640"/>
                  </a:lnTo>
                  <a:lnTo>
                    <a:pt x="513" y="640"/>
                  </a:lnTo>
                  <a:lnTo>
                    <a:pt x="513" y="642"/>
                  </a:lnTo>
                  <a:lnTo>
                    <a:pt x="513" y="642"/>
                  </a:lnTo>
                  <a:lnTo>
                    <a:pt x="511" y="642"/>
                  </a:lnTo>
                  <a:lnTo>
                    <a:pt x="511" y="642"/>
                  </a:lnTo>
                  <a:lnTo>
                    <a:pt x="511" y="642"/>
                  </a:lnTo>
                  <a:lnTo>
                    <a:pt x="511" y="642"/>
                  </a:lnTo>
                  <a:lnTo>
                    <a:pt x="511" y="642"/>
                  </a:lnTo>
                  <a:lnTo>
                    <a:pt x="509" y="642"/>
                  </a:lnTo>
                  <a:lnTo>
                    <a:pt x="509" y="642"/>
                  </a:lnTo>
                  <a:lnTo>
                    <a:pt x="509" y="642"/>
                  </a:lnTo>
                  <a:lnTo>
                    <a:pt x="509" y="642"/>
                  </a:lnTo>
                  <a:lnTo>
                    <a:pt x="509" y="642"/>
                  </a:lnTo>
                  <a:lnTo>
                    <a:pt x="509" y="640"/>
                  </a:lnTo>
                  <a:lnTo>
                    <a:pt x="506" y="640"/>
                  </a:lnTo>
                  <a:lnTo>
                    <a:pt x="506" y="640"/>
                  </a:lnTo>
                  <a:lnTo>
                    <a:pt x="506" y="640"/>
                  </a:lnTo>
                  <a:lnTo>
                    <a:pt x="504" y="640"/>
                  </a:lnTo>
                  <a:lnTo>
                    <a:pt x="504" y="640"/>
                  </a:lnTo>
                  <a:lnTo>
                    <a:pt x="504" y="640"/>
                  </a:lnTo>
                  <a:lnTo>
                    <a:pt x="504" y="640"/>
                  </a:lnTo>
                  <a:lnTo>
                    <a:pt x="501" y="640"/>
                  </a:lnTo>
                  <a:lnTo>
                    <a:pt x="501" y="640"/>
                  </a:lnTo>
                  <a:lnTo>
                    <a:pt x="501" y="640"/>
                  </a:lnTo>
                  <a:lnTo>
                    <a:pt x="501" y="640"/>
                  </a:lnTo>
                  <a:lnTo>
                    <a:pt x="499" y="640"/>
                  </a:lnTo>
                  <a:lnTo>
                    <a:pt x="499" y="640"/>
                  </a:lnTo>
                  <a:lnTo>
                    <a:pt x="497" y="640"/>
                  </a:lnTo>
                  <a:lnTo>
                    <a:pt x="497" y="638"/>
                  </a:lnTo>
                  <a:lnTo>
                    <a:pt x="497" y="638"/>
                  </a:lnTo>
                  <a:lnTo>
                    <a:pt x="497" y="638"/>
                  </a:lnTo>
                  <a:lnTo>
                    <a:pt x="497" y="638"/>
                  </a:lnTo>
                  <a:lnTo>
                    <a:pt x="494" y="638"/>
                  </a:lnTo>
                  <a:lnTo>
                    <a:pt x="494" y="638"/>
                  </a:lnTo>
                  <a:lnTo>
                    <a:pt x="492" y="638"/>
                  </a:lnTo>
                  <a:lnTo>
                    <a:pt x="492" y="638"/>
                  </a:lnTo>
                  <a:lnTo>
                    <a:pt x="492" y="638"/>
                  </a:lnTo>
                  <a:lnTo>
                    <a:pt x="492" y="638"/>
                  </a:lnTo>
                  <a:lnTo>
                    <a:pt x="492" y="640"/>
                  </a:lnTo>
                  <a:lnTo>
                    <a:pt x="490" y="640"/>
                  </a:lnTo>
                  <a:lnTo>
                    <a:pt x="490" y="640"/>
                  </a:lnTo>
                  <a:lnTo>
                    <a:pt x="490" y="640"/>
                  </a:lnTo>
                  <a:lnTo>
                    <a:pt x="490" y="640"/>
                  </a:lnTo>
                  <a:lnTo>
                    <a:pt x="490" y="640"/>
                  </a:lnTo>
                  <a:lnTo>
                    <a:pt x="487" y="640"/>
                  </a:lnTo>
                  <a:lnTo>
                    <a:pt x="487" y="638"/>
                  </a:lnTo>
                  <a:lnTo>
                    <a:pt x="487" y="638"/>
                  </a:lnTo>
                  <a:lnTo>
                    <a:pt x="490" y="638"/>
                  </a:lnTo>
                  <a:lnTo>
                    <a:pt x="490" y="638"/>
                  </a:lnTo>
                  <a:lnTo>
                    <a:pt x="490" y="635"/>
                  </a:lnTo>
                  <a:lnTo>
                    <a:pt x="490" y="635"/>
                  </a:lnTo>
                  <a:lnTo>
                    <a:pt x="490" y="635"/>
                  </a:lnTo>
                  <a:lnTo>
                    <a:pt x="490" y="635"/>
                  </a:lnTo>
                  <a:lnTo>
                    <a:pt x="490" y="635"/>
                  </a:lnTo>
                  <a:lnTo>
                    <a:pt x="490" y="633"/>
                  </a:lnTo>
                  <a:lnTo>
                    <a:pt x="492" y="633"/>
                  </a:lnTo>
                  <a:lnTo>
                    <a:pt x="492" y="633"/>
                  </a:lnTo>
                  <a:lnTo>
                    <a:pt x="492" y="633"/>
                  </a:lnTo>
                  <a:lnTo>
                    <a:pt x="492" y="633"/>
                  </a:lnTo>
                  <a:lnTo>
                    <a:pt x="492" y="631"/>
                  </a:lnTo>
                  <a:lnTo>
                    <a:pt x="492" y="631"/>
                  </a:lnTo>
                  <a:lnTo>
                    <a:pt x="494" y="631"/>
                  </a:lnTo>
                  <a:lnTo>
                    <a:pt x="494" y="631"/>
                  </a:lnTo>
                  <a:lnTo>
                    <a:pt x="494" y="631"/>
                  </a:lnTo>
                  <a:lnTo>
                    <a:pt x="494" y="628"/>
                  </a:lnTo>
                  <a:lnTo>
                    <a:pt x="494" y="628"/>
                  </a:lnTo>
                  <a:lnTo>
                    <a:pt x="494" y="628"/>
                  </a:lnTo>
                  <a:lnTo>
                    <a:pt x="492" y="628"/>
                  </a:lnTo>
                  <a:lnTo>
                    <a:pt x="492" y="626"/>
                  </a:lnTo>
                  <a:lnTo>
                    <a:pt x="492" y="626"/>
                  </a:lnTo>
                  <a:lnTo>
                    <a:pt x="492" y="624"/>
                  </a:lnTo>
                  <a:lnTo>
                    <a:pt x="492" y="624"/>
                  </a:lnTo>
                  <a:lnTo>
                    <a:pt x="492" y="624"/>
                  </a:lnTo>
                  <a:lnTo>
                    <a:pt x="492" y="621"/>
                  </a:lnTo>
                  <a:lnTo>
                    <a:pt x="492" y="621"/>
                  </a:lnTo>
                  <a:lnTo>
                    <a:pt x="490" y="621"/>
                  </a:lnTo>
                  <a:lnTo>
                    <a:pt x="490" y="621"/>
                  </a:lnTo>
                  <a:lnTo>
                    <a:pt x="490" y="621"/>
                  </a:lnTo>
                  <a:lnTo>
                    <a:pt x="490" y="624"/>
                  </a:lnTo>
                  <a:lnTo>
                    <a:pt x="487" y="624"/>
                  </a:lnTo>
                  <a:lnTo>
                    <a:pt x="487" y="624"/>
                  </a:lnTo>
                  <a:lnTo>
                    <a:pt x="487" y="624"/>
                  </a:lnTo>
                  <a:lnTo>
                    <a:pt x="487" y="626"/>
                  </a:lnTo>
                  <a:lnTo>
                    <a:pt x="485" y="626"/>
                  </a:lnTo>
                  <a:lnTo>
                    <a:pt x="485" y="626"/>
                  </a:lnTo>
                  <a:lnTo>
                    <a:pt x="485" y="624"/>
                  </a:lnTo>
                  <a:lnTo>
                    <a:pt x="485" y="624"/>
                  </a:lnTo>
                  <a:lnTo>
                    <a:pt x="485" y="621"/>
                  </a:lnTo>
                  <a:lnTo>
                    <a:pt x="485" y="621"/>
                  </a:lnTo>
                  <a:lnTo>
                    <a:pt x="485" y="621"/>
                  </a:lnTo>
                  <a:lnTo>
                    <a:pt x="485" y="621"/>
                  </a:lnTo>
                  <a:lnTo>
                    <a:pt x="487" y="621"/>
                  </a:lnTo>
                  <a:lnTo>
                    <a:pt x="487" y="619"/>
                  </a:lnTo>
                  <a:lnTo>
                    <a:pt x="487" y="619"/>
                  </a:lnTo>
                  <a:lnTo>
                    <a:pt x="490" y="619"/>
                  </a:lnTo>
                  <a:lnTo>
                    <a:pt x="490" y="619"/>
                  </a:lnTo>
                  <a:lnTo>
                    <a:pt x="490" y="619"/>
                  </a:lnTo>
                  <a:lnTo>
                    <a:pt x="490" y="616"/>
                  </a:lnTo>
                  <a:lnTo>
                    <a:pt x="490" y="616"/>
                  </a:lnTo>
                  <a:lnTo>
                    <a:pt x="490" y="616"/>
                  </a:lnTo>
                  <a:lnTo>
                    <a:pt x="490" y="616"/>
                  </a:lnTo>
                  <a:lnTo>
                    <a:pt x="487" y="616"/>
                  </a:lnTo>
                  <a:lnTo>
                    <a:pt x="487" y="616"/>
                  </a:lnTo>
                  <a:lnTo>
                    <a:pt x="485" y="616"/>
                  </a:lnTo>
                  <a:lnTo>
                    <a:pt x="485" y="616"/>
                  </a:lnTo>
                  <a:lnTo>
                    <a:pt x="485" y="614"/>
                  </a:lnTo>
                  <a:lnTo>
                    <a:pt x="485" y="614"/>
                  </a:lnTo>
                  <a:lnTo>
                    <a:pt x="485" y="614"/>
                  </a:lnTo>
                  <a:lnTo>
                    <a:pt x="485" y="612"/>
                  </a:lnTo>
                  <a:lnTo>
                    <a:pt x="485" y="612"/>
                  </a:lnTo>
                  <a:lnTo>
                    <a:pt x="485" y="612"/>
                  </a:lnTo>
                  <a:lnTo>
                    <a:pt x="483" y="612"/>
                  </a:lnTo>
                  <a:lnTo>
                    <a:pt x="483" y="612"/>
                  </a:lnTo>
                  <a:lnTo>
                    <a:pt x="483" y="612"/>
                  </a:lnTo>
                  <a:lnTo>
                    <a:pt x="483" y="612"/>
                  </a:lnTo>
                  <a:lnTo>
                    <a:pt x="483" y="614"/>
                  </a:lnTo>
                  <a:lnTo>
                    <a:pt x="480" y="614"/>
                  </a:lnTo>
                  <a:lnTo>
                    <a:pt x="480" y="614"/>
                  </a:lnTo>
                  <a:lnTo>
                    <a:pt x="480" y="614"/>
                  </a:lnTo>
                  <a:lnTo>
                    <a:pt x="478" y="614"/>
                  </a:lnTo>
                  <a:lnTo>
                    <a:pt x="478" y="614"/>
                  </a:lnTo>
                  <a:lnTo>
                    <a:pt x="478" y="614"/>
                  </a:lnTo>
                  <a:lnTo>
                    <a:pt x="475" y="614"/>
                  </a:lnTo>
                  <a:lnTo>
                    <a:pt x="475" y="616"/>
                  </a:lnTo>
                  <a:lnTo>
                    <a:pt x="475" y="616"/>
                  </a:lnTo>
                  <a:lnTo>
                    <a:pt x="475" y="619"/>
                  </a:lnTo>
                  <a:lnTo>
                    <a:pt x="475" y="619"/>
                  </a:lnTo>
                  <a:lnTo>
                    <a:pt x="475" y="619"/>
                  </a:lnTo>
                  <a:lnTo>
                    <a:pt x="473" y="619"/>
                  </a:lnTo>
                  <a:lnTo>
                    <a:pt x="473" y="619"/>
                  </a:lnTo>
                  <a:lnTo>
                    <a:pt x="473" y="619"/>
                  </a:lnTo>
                  <a:lnTo>
                    <a:pt x="471" y="619"/>
                  </a:lnTo>
                  <a:lnTo>
                    <a:pt x="471" y="619"/>
                  </a:lnTo>
                  <a:lnTo>
                    <a:pt x="471" y="621"/>
                  </a:lnTo>
                  <a:lnTo>
                    <a:pt x="471" y="621"/>
                  </a:lnTo>
                  <a:lnTo>
                    <a:pt x="471" y="619"/>
                  </a:lnTo>
                  <a:lnTo>
                    <a:pt x="468" y="619"/>
                  </a:lnTo>
                  <a:lnTo>
                    <a:pt x="468" y="621"/>
                  </a:lnTo>
                  <a:lnTo>
                    <a:pt x="468" y="621"/>
                  </a:lnTo>
                  <a:lnTo>
                    <a:pt x="468" y="621"/>
                  </a:lnTo>
                  <a:lnTo>
                    <a:pt x="466" y="621"/>
                  </a:lnTo>
                  <a:lnTo>
                    <a:pt x="466" y="621"/>
                  </a:lnTo>
                  <a:lnTo>
                    <a:pt x="466" y="621"/>
                  </a:lnTo>
                  <a:lnTo>
                    <a:pt x="464" y="621"/>
                  </a:lnTo>
                  <a:lnTo>
                    <a:pt x="464" y="621"/>
                  </a:lnTo>
                  <a:lnTo>
                    <a:pt x="464" y="621"/>
                  </a:lnTo>
                  <a:lnTo>
                    <a:pt x="464" y="621"/>
                  </a:lnTo>
                  <a:lnTo>
                    <a:pt x="464" y="621"/>
                  </a:lnTo>
                  <a:lnTo>
                    <a:pt x="464" y="621"/>
                  </a:lnTo>
                  <a:lnTo>
                    <a:pt x="461" y="621"/>
                  </a:lnTo>
                  <a:lnTo>
                    <a:pt x="461" y="619"/>
                  </a:lnTo>
                  <a:lnTo>
                    <a:pt x="461" y="619"/>
                  </a:lnTo>
                  <a:lnTo>
                    <a:pt x="459" y="619"/>
                  </a:lnTo>
                  <a:lnTo>
                    <a:pt x="459" y="619"/>
                  </a:lnTo>
                  <a:lnTo>
                    <a:pt x="459" y="619"/>
                  </a:lnTo>
                  <a:lnTo>
                    <a:pt x="457" y="619"/>
                  </a:lnTo>
                  <a:lnTo>
                    <a:pt x="457" y="619"/>
                  </a:lnTo>
                  <a:lnTo>
                    <a:pt x="457" y="619"/>
                  </a:lnTo>
                  <a:lnTo>
                    <a:pt x="457" y="619"/>
                  </a:lnTo>
                  <a:lnTo>
                    <a:pt x="454" y="619"/>
                  </a:lnTo>
                  <a:lnTo>
                    <a:pt x="454" y="616"/>
                  </a:lnTo>
                  <a:lnTo>
                    <a:pt x="454" y="616"/>
                  </a:lnTo>
                  <a:lnTo>
                    <a:pt x="454" y="616"/>
                  </a:lnTo>
                  <a:lnTo>
                    <a:pt x="452" y="616"/>
                  </a:lnTo>
                  <a:lnTo>
                    <a:pt x="452" y="616"/>
                  </a:lnTo>
                  <a:lnTo>
                    <a:pt x="452" y="616"/>
                  </a:lnTo>
                  <a:lnTo>
                    <a:pt x="452" y="616"/>
                  </a:lnTo>
                  <a:lnTo>
                    <a:pt x="449" y="616"/>
                  </a:lnTo>
                  <a:lnTo>
                    <a:pt x="449" y="619"/>
                  </a:lnTo>
                  <a:lnTo>
                    <a:pt x="449" y="619"/>
                  </a:lnTo>
                  <a:lnTo>
                    <a:pt x="449" y="619"/>
                  </a:lnTo>
                  <a:lnTo>
                    <a:pt x="447" y="619"/>
                  </a:lnTo>
                  <a:lnTo>
                    <a:pt x="447" y="619"/>
                  </a:lnTo>
                  <a:lnTo>
                    <a:pt x="447" y="619"/>
                  </a:lnTo>
                  <a:lnTo>
                    <a:pt x="445" y="619"/>
                  </a:lnTo>
                  <a:lnTo>
                    <a:pt x="445" y="621"/>
                  </a:lnTo>
                  <a:lnTo>
                    <a:pt x="445" y="621"/>
                  </a:lnTo>
                  <a:lnTo>
                    <a:pt x="445" y="621"/>
                  </a:lnTo>
                  <a:lnTo>
                    <a:pt x="445" y="621"/>
                  </a:lnTo>
                  <a:lnTo>
                    <a:pt x="442" y="621"/>
                  </a:lnTo>
                  <a:lnTo>
                    <a:pt x="442" y="621"/>
                  </a:lnTo>
                  <a:lnTo>
                    <a:pt x="442" y="621"/>
                  </a:lnTo>
                  <a:lnTo>
                    <a:pt x="442" y="624"/>
                  </a:lnTo>
                  <a:lnTo>
                    <a:pt x="442" y="624"/>
                  </a:lnTo>
                  <a:lnTo>
                    <a:pt x="442" y="624"/>
                  </a:lnTo>
                  <a:lnTo>
                    <a:pt x="440" y="624"/>
                  </a:lnTo>
                  <a:lnTo>
                    <a:pt x="440" y="624"/>
                  </a:lnTo>
                  <a:lnTo>
                    <a:pt x="440" y="624"/>
                  </a:lnTo>
                  <a:lnTo>
                    <a:pt x="440" y="624"/>
                  </a:lnTo>
                  <a:lnTo>
                    <a:pt x="440" y="626"/>
                  </a:lnTo>
                  <a:lnTo>
                    <a:pt x="440" y="626"/>
                  </a:lnTo>
                  <a:lnTo>
                    <a:pt x="440" y="628"/>
                  </a:lnTo>
                  <a:lnTo>
                    <a:pt x="438" y="628"/>
                  </a:lnTo>
                  <a:lnTo>
                    <a:pt x="438" y="628"/>
                  </a:lnTo>
                  <a:lnTo>
                    <a:pt x="438" y="628"/>
                  </a:lnTo>
                  <a:lnTo>
                    <a:pt x="438" y="628"/>
                  </a:lnTo>
                  <a:lnTo>
                    <a:pt x="438" y="631"/>
                  </a:lnTo>
                  <a:lnTo>
                    <a:pt x="435" y="631"/>
                  </a:lnTo>
                  <a:lnTo>
                    <a:pt x="435" y="631"/>
                  </a:lnTo>
                  <a:lnTo>
                    <a:pt x="435" y="631"/>
                  </a:lnTo>
                  <a:lnTo>
                    <a:pt x="435" y="631"/>
                  </a:lnTo>
                  <a:lnTo>
                    <a:pt x="433" y="631"/>
                  </a:lnTo>
                  <a:lnTo>
                    <a:pt x="433" y="631"/>
                  </a:lnTo>
                  <a:lnTo>
                    <a:pt x="430" y="631"/>
                  </a:lnTo>
                  <a:lnTo>
                    <a:pt x="430" y="633"/>
                  </a:lnTo>
                  <a:lnTo>
                    <a:pt x="430" y="633"/>
                  </a:lnTo>
                  <a:lnTo>
                    <a:pt x="430" y="633"/>
                  </a:lnTo>
                  <a:lnTo>
                    <a:pt x="428" y="633"/>
                  </a:lnTo>
                  <a:lnTo>
                    <a:pt x="428" y="633"/>
                  </a:lnTo>
                  <a:lnTo>
                    <a:pt x="428" y="633"/>
                  </a:lnTo>
                  <a:lnTo>
                    <a:pt x="426" y="633"/>
                  </a:lnTo>
                  <a:lnTo>
                    <a:pt x="426" y="633"/>
                  </a:lnTo>
                  <a:lnTo>
                    <a:pt x="423" y="633"/>
                  </a:lnTo>
                  <a:lnTo>
                    <a:pt x="423" y="633"/>
                  </a:lnTo>
                  <a:lnTo>
                    <a:pt x="423" y="633"/>
                  </a:lnTo>
                  <a:lnTo>
                    <a:pt x="423" y="633"/>
                  </a:lnTo>
                  <a:lnTo>
                    <a:pt x="423" y="633"/>
                  </a:lnTo>
                  <a:lnTo>
                    <a:pt x="423" y="635"/>
                  </a:lnTo>
                  <a:lnTo>
                    <a:pt x="421" y="635"/>
                  </a:lnTo>
                  <a:lnTo>
                    <a:pt x="421" y="635"/>
                  </a:lnTo>
                  <a:lnTo>
                    <a:pt x="423" y="635"/>
                  </a:lnTo>
                  <a:lnTo>
                    <a:pt x="423" y="638"/>
                  </a:lnTo>
                  <a:lnTo>
                    <a:pt x="423" y="638"/>
                  </a:lnTo>
                  <a:lnTo>
                    <a:pt x="423" y="640"/>
                  </a:lnTo>
                  <a:lnTo>
                    <a:pt x="421" y="640"/>
                  </a:lnTo>
                  <a:lnTo>
                    <a:pt x="421" y="640"/>
                  </a:lnTo>
                  <a:lnTo>
                    <a:pt x="421" y="640"/>
                  </a:lnTo>
                  <a:lnTo>
                    <a:pt x="419" y="640"/>
                  </a:lnTo>
                  <a:lnTo>
                    <a:pt x="419" y="640"/>
                  </a:lnTo>
                  <a:lnTo>
                    <a:pt x="419" y="640"/>
                  </a:lnTo>
                  <a:lnTo>
                    <a:pt x="419" y="642"/>
                  </a:lnTo>
                  <a:lnTo>
                    <a:pt x="416" y="642"/>
                  </a:lnTo>
                  <a:lnTo>
                    <a:pt x="416" y="642"/>
                  </a:lnTo>
                  <a:lnTo>
                    <a:pt x="416" y="642"/>
                  </a:lnTo>
                  <a:lnTo>
                    <a:pt x="416" y="642"/>
                  </a:lnTo>
                  <a:lnTo>
                    <a:pt x="416" y="642"/>
                  </a:lnTo>
                  <a:lnTo>
                    <a:pt x="414" y="642"/>
                  </a:lnTo>
                  <a:lnTo>
                    <a:pt x="414" y="645"/>
                  </a:lnTo>
                  <a:lnTo>
                    <a:pt x="414" y="645"/>
                  </a:lnTo>
                  <a:lnTo>
                    <a:pt x="412" y="645"/>
                  </a:lnTo>
                  <a:lnTo>
                    <a:pt x="412" y="645"/>
                  </a:lnTo>
                  <a:lnTo>
                    <a:pt x="412" y="645"/>
                  </a:lnTo>
                  <a:lnTo>
                    <a:pt x="412" y="645"/>
                  </a:lnTo>
                  <a:lnTo>
                    <a:pt x="409" y="645"/>
                  </a:lnTo>
                  <a:lnTo>
                    <a:pt x="409" y="647"/>
                  </a:lnTo>
                  <a:lnTo>
                    <a:pt x="409" y="647"/>
                  </a:lnTo>
                  <a:lnTo>
                    <a:pt x="412" y="647"/>
                  </a:lnTo>
                  <a:lnTo>
                    <a:pt x="412" y="650"/>
                  </a:lnTo>
                  <a:lnTo>
                    <a:pt x="412" y="650"/>
                  </a:lnTo>
                  <a:lnTo>
                    <a:pt x="409" y="650"/>
                  </a:lnTo>
                  <a:lnTo>
                    <a:pt x="409" y="650"/>
                  </a:lnTo>
                  <a:lnTo>
                    <a:pt x="409" y="650"/>
                  </a:lnTo>
                  <a:lnTo>
                    <a:pt x="407" y="650"/>
                  </a:lnTo>
                  <a:lnTo>
                    <a:pt x="407" y="650"/>
                  </a:lnTo>
                  <a:lnTo>
                    <a:pt x="404" y="650"/>
                  </a:lnTo>
                  <a:lnTo>
                    <a:pt x="404" y="650"/>
                  </a:lnTo>
                  <a:lnTo>
                    <a:pt x="404" y="650"/>
                  </a:lnTo>
                  <a:lnTo>
                    <a:pt x="402" y="650"/>
                  </a:lnTo>
                  <a:lnTo>
                    <a:pt x="402" y="650"/>
                  </a:lnTo>
                  <a:lnTo>
                    <a:pt x="402" y="652"/>
                  </a:lnTo>
                  <a:lnTo>
                    <a:pt x="402" y="652"/>
                  </a:lnTo>
                  <a:lnTo>
                    <a:pt x="402" y="652"/>
                  </a:lnTo>
                  <a:lnTo>
                    <a:pt x="402" y="652"/>
                  </a:lnTo>
                  <a:lnTo>
                    <a:pt x="400" y="652"/>
                  </a:lnTo>
                  <a:lnTo>
                    <a:pt x="400" y="652"/>
                  </a:lnTo>
                  <a:lnTo>
                    <a:pt x="397" y="652"/>
                  </a:lnTo>
                  <a:lnTo>
                    <a:pt x="397" y="654"/>
                  </a:lnTo>
                  <a:lnTo>
                    <a:pt x="397" y="654"/>
                  </a:lnTo>
                  <a:lnTo>
                    <a:pt x="397" y="654"/>
                  </a:lnTo>
                  <a:lnTo>
                    <a:pt x="397" y="654"/>
                  </a:lnTo>
                  <a:lnTo>
                    <a:pt x="395" y="654"/>
                  </a:lnTo>
                  <a:lnTo>
                    <a:pt x="395" y="657"/>
                  </a:lnTo>
                  <a:lnTo>
                    <a:pt x="395" y="657"/>
                  </a:lnTo>
                  <a:lnTo>
                    <a:pt x="395" y="654"/>
                  </a:lnTo>
                  <a:lnTo>
                    <a:pt x="395" y="654"/>
                  </a:lnTo>
                  <a:lnTo>
                    <a:pt x="395" y="657"/>
                  </a:lnTo>
                  <a:lnTo>
                    <a:pt x="393" y="657"/>
                  </a:lnTo>
                  <a:lnTo>
                    <a:pt x="393" y="654"/>
                  </a:lnTo>
                  <a:lnTo>
                    <a:pt x="393" y="654"/>
                  </a:lnTo>
                  <a:lnTo>
                    <a:pt x="390" y="654"/>
                  </a:lnTo>
                  <a:lnTo>
                    <a:pt x="390" y="654"/>
                  </a:lnTo>
                  <a:lnTo>
                    <a:pt x="390" y="654"/>
                  </a:lnTo>
                  <a:lnTo>
                    <a:pt x="388" y="654"/>
                  </a:lnTo>
                  <a:lnTo>
                    <a:pt x="388" y="654"/>
                  </a:lnTo>
                  <a:lnTo>
                    <a:pt x="388" y="652"/>
                  </a:lnTo>
                  <a:lnTo>
                    <a:pt x="388" y="652"/>
                  </a:lnTo>
                  <a:lnTo>
                    <a:pt x="390" y="652"/>
                  </a:lnTo>
                  <a:lnTo>
                    <a:pt x="390" y="652"/>
                  </a:lnTo>
                  <a:lnTo>
                    <a:pt x="388" y="652"/>
                  </a:lnTo>
                  <a:lnTo>
                    <a:pt x="388" y="652"/>
                  </a:lnTo>
                  <a:lnTo>
                    <a:pt x="386" y="652"/>
                  </a:lnTo>
                  <a:lnTo>
                    <a:pt x="386" y="652"/>
                  </a:lnTo>
                  <a:lnTo>
                    <a:pt x="386" y="650"/>
                  </a:lnTo>
                  <a:lnTo>
                    <a:pt x="386" y="650"/>
                  </a:lnTo>
                  <a:lnTo>
                    <a:pt x="383" y="650"/>
                  </a:lnTo>
                  <a:lnTo>
                    <a:pt x="383" y="650"/>
                  </a:lnTo>
                  <a:lnTo>
                    <a:pt x="383" y="650"/>
                  </a:lnTo>
                  <a:lnTo>
                    <a:pt x="383" y="647"/>
                  </a:lnTo>
                  <a:lnTo>
                    <a:pt x="383" y="647"/>
                  </a:lnTo>
                  <a:lnTo>
                    <a:pt x="381" y="647"/>
                  </a:lnTo>
                  <a:lnTo>
                    <a:pt x="381" y="647"/>
                  </a:lnTo>
                  <a:lnTo>
                    <a:pt x="381" y="647"/>
                  </a:lnTo>
                  <a:lnTo>
                    <a:pt x="378" y="647"/>
                  </a:lnTo>
                  <a:lnTo>
                    <a:pt x="378" y="647"/>
                  </a:lnTo>
                  <a:lnTo>
                    <a:pt x="378" y="647"/>
                  </a:lnTo>
                  <a:lnTo>
                    <a:pt x="378" y="647"/>
                  </a:lnTo>
                  <a:lnTo>
                    <a:pt x="378" y="650"/>
                  </a:lnTo>
                  <a:lnTo>
                    <a:pt x="376" y="650"/>
                  </a:lnTo>
                  <a:lnTo>
                    <a:pt x="376" y="650"/>
                  </a:lnTo>
                  <a:lnTo>
                    <a:pt x="376" y="650"/>
                  </a:lnTo>
                  <a:lnTo>
                    <a:pt x="376" y="650"/>
                  </a:lnTo>
                  <a:lnTo>
                    <a:pt x="376" y="650"/>
                  </a:lnTo>
                  <a:lnTo>
                    <a:pt x="374" y="650"/>
                  </a:lnTo>
                  <a:lnTo>
                    <a:pt x="374" y="650"/>
                  </a:lnTo>
                  <a:lnTo>
                    <a:pt x="374" y="647"/>
                  </a:lnTo>
                  <a:lnTo>
                    <a:pt x="371" y="647"/>
                  </a:lnTo>
                  <a:lnTo>
                    <a:pt x="371" y="647"/>
                  </a:lnTo>
                  <a:lnTo>
                    <a:pt x="371" y="647"/>
                  </a:lnTo>
                  <a:lnTo>
                    <a:pt x="369" y="647"/>
                  </a:lnTo>
                  <a:lnTo>
                    <a:pt x="369" y="647"/>
                  </a:lnTo>
                  <a:lnTo>
                    <a:pt x="369" y="647"/>
                  </a:lnTo>
                  <a:lnTo>
                    <a:pt x="369" y="647"/>
                  </a:lnTo>
                  <a:lnTo>
                    <a:pt x="367" y="647"/>
                  </a:lnTo>
                  <a:lnTo>
                    <a:pt x="367" y="647"/>
                  </a:lnTo>
                  <a:lnTo>
                    <a:pt x="367" y="647"/>
                  </a:lnTo>
                  <a:lnTo>
                    <a:pt x="364" y="647"/>
                  </a:lnTo>
                  <a:lnTo>
                    <a:pt x="364" y="647"/>
                  </a:lnTo>
                  <a:lnTo>
                    <a:pt x="364" y="647"/>
                  </a:lnTo>
                  <a:lnTo>
                    <a:pt x="362" y="647"/>
                  </a:lnTo>
                  <a:lnTo>
                    <a:pt x="362" y="647"/>
                  </a:lnTo>
                  <a:lnTo>
                    <a:pt x="362" y="647"/>
                  </a:lnTo>
                  <a:lnTo>
                    <a:pt x="362" y="647"/>
                  </a:lnTo>
                  <a:lnTo>
                    <a:pt x="362" y="645"/>
                  </a:lnTo>
                  <a:lnTo>
                    <a:pt x="362" y="645"/>
                  </a:lnTo>
                  <a:lnTo>
                    <a:pt x="359" y="645"/>
                  </a:lnTo>
                  <a:lnTo>
                    <a:pt x="359" y="645"/>
                  </a:lnTo>
                  <a:lnTo>
                    <a:pt x="359" y="645"/>
                  </a:lnTo>
                  <a:lnTo>
                    <a:pt x="359" y="645"/>
                  </a:lnTo>
                  <a:lnTo>
                    <a:pt x="357" y="645"/>
                  </a:lnTo>
                  <a:lnTo>
                    <a:pt x="357" y="645"/>
                  </a:lnTo>
                  <a:lnTo>
                    <a:pt x="357" y="645"/>
                  </a:lnTo>
                  <a:lnTo>
                    <a:pt x="357" y="645"/>
                  </a:lnTo>
                  <a:lnTo>
                    <a:pt x="357" y="642"/>
                  </a:lnTo>
                  <a:lnTo>
                    <a:pt x="357" y="642"/>
                  </a:lnTo>
                  <a:lnTo>
                    <a:pt x="359" y="642"/>
                  </a:lnTo>
                  <a:lnTo>
                    <a:pt x="359" y="642"/>
                  </a:lnTo>
                  <a:lnTo>
                    <a:pt x="359" y="642"/>
                  </a:lnTo>
                  <a:lnTo>
                    <a:pt x="357" y="642"/>
                  </a:lnTo>
                  <a:lnTo>
                    <a:pt x="357" y="642"/>
                  </a:lnTo>
                  <a:lnTo>
                    <a:pt x="357" y="642"/>
                  </a:lnTo>
                  <a:lnTo>
                    <a:pt x="355" y="642"/>
                  </a:lnTo>
                  <a:lnTo>
                    <a:pt x="355" y="642"/>
                  </a:lnTo>
                  <a:lnTo>
                    <a:pt x="352" y="642"/>
                  </a:lnTo>
                  <a:lnTo>
                    <a:pt x="352" y="640"/>
                  </a:lnTo>
                  <a:lnTo>
                    <a:pt x="352" y="640"/>
                  </a:lnTo>
                  <a:lnTo>
                    <a:pt x="352" y="642"/>
                  </a:lnTo>
                  <a:lnTo>
                    <a:pt x="352" y="642"/>
                  </a:lnTo>
                  <a:lnTo>
                    <a:pt x="350" y="642"/>
                  </a:lnTo>
                  <a:lnTo>
                    <a:pt x="350" y="642"/>
                  </a:lnTo>
                  <a:lnTo>
                    <a:pt x="350" y="642"/>
                  </a:lnTo>
                  <a:lnTo>
                    <a:pt x="350" y="642"/>
                  </a:lnTo>
                  <a:lnTo>
                    <a:pt x="350" y="642"/>
                  </a:lnTo>
                  <a:lnTo>
                    <a:pt x="348" y="642"/>
                  </a:lnTo>
                  <a:lnTo>
                    <a:pt x="348" y="645"/>
                  </a:lnTo>
                  <a:lnTo>
                    <a:pt x="348" y="645"/>
                  </a:lnTo>
                  <a:lnTo>
                    <a:pt x="345" y="645"/>
                  </a:lnTo>
                  <a:lnTo>
                    <a:pt x="345" y="645"/>
                  </a:lnTo>
                  <a:lnTo>
                    <a:pt x="345" y="645"/>
                  </a:lnTo>
                  <a:lnTo>
                    <a:pt x="343" y="645"/>
                  </a:lnTo>
                  <a:lnTo>
                    <a:pt x="343" y="645"/>
                  </a:lnTo>
                  <a:lnTo>
                    <a:pt x="343" y="645"/>
                  </a:lnTo>
                  <a:lnTo>
                    <a:pt x="343" y="647"/>
                  </a:lnTo>
                  <a:lnTo>
                    <a:pt x="343" y="647"/>
                  </a:lnTo>
                  <a:lnTo>
                    <a:pt x="343" y="647"/>
                  </a:lnTo>
                  <a:lnTo>
                    <a:pt x="341" y="647"/>
                  </a:lnTo>
                  <a:lnTo>
                    <a:pt x="341" y="650"/>
                  </a:lnTo>
                  <a:lnTo>
                    <a:pt x="341" y="650"/>
                  </a:lnTo>
                  <a:lnTo>
                    <a:pt x="338" y="650"/>
                  </a:lnTo>
                  <a:lnTo>
                    <a:pt x="338" y="650"/>
                  </a:lnTo>
                  <a:lnTo>
                    <a:pt x="338" y="650"/>
                  </a:lnTo>
                  <a:lnTo>
                    <a:pt x="338" y="652"/>
                  </a:lnTo>
                  <a:lnTo>
                    <a:pt x="338" y="652"/>
                  </a:lnTo>
                  <a:lnTo>
                    <a:pt x="338" y="652"/>
                  </a:lnTo>
                  <a:lnTo>
                    <a:pt x="338" y="652"/>
                  </a:lnTo>
                  <a:lnTo>
                    <a:pt x="338" y="652"/>
                  </a:lnTo>
                  <a:lnTo>
                    <a:pt x="338" y="652"/>
                  </a:lnTo>
                  <a:lnTo>
                    <a:pt x="336" y="652"/>
                  </a:lnTo>
                  <a:lnTo>
                    <a:pt x="336" y="654"/>
                  </a:lnTo>
                  <a:lnTo>
                    <a:pt x="336" y="654"/>
                  </a:lnTo>
                  <a:lnTo>
                    <a:pt x="336" y="654"/>
                  </a:lnTo>
                  <a:lnTo>
                    <a:pt x="336" y="657"/>
                  </a:lnTo>
                  <a:lnTo>
                    <a:pt x="336" y="657"/>
                  </a:lnTo>
                  <a:lnTo>
                    <a:pt x="336" y="657"/>
                  </a:lnTo>
                  <a:lnTo>
                    <a:pt x="336" y="659"/>
                  </a:lnTo>
                  <a:lnTo>
                    <a:pt x="333" y="659"/>
                  </a:lnTo>
                  <a:lnTo>
                    <a:pt x="333" y="659"/>
                  </a:lnTo>
                  <a:lnTo>
                    <a:pt x="331" y="659"/>
                  </a:lnTo>
                  <a:lnTo>
                    <a:pt x="331" y="659"/>
                  </a:lnTo>
                  <a:lnTo>
                    <a:pt x="331" y="661"/>
                  </a:lnTo>
                  <a:lnTo>
                    <a:pt x="331" y="661"/>
                  </a:lnTo>
                  <a:lnTo>
                    <a:pt x="331" y="661"/>
                  </a:lnTo>
                  <a:lnTo>
                    <a:pt x="331" y="661"/>
                  </a:lnTo>
                  <a:lnTo>
                    <a:pt x="331" y="661"/>
                  </a:lnTo>
                  <a:lnTo>
                    <a:pt x="331" y="664"/>
                  </a:lnTo>
                  <a:lnTo>
                    <a:pt x="331" y="664"/>
                  </a:lnTo>
                  <a:lnTo>
                    <a:pt x="331" y="666"/>
                  </a:lnTo>
                  <a:lnTo>
                    <a:pt x="331" y="666"/>
                  </a:lnTo>
                  <a:lnTo>
                    <a:pt x="331" y="666"/>
                  </a:lnTo>
                  <a:lnTo>
                    <a:pt x="331" y="666"/>
                  </a:lnTo>
                  <a:lnTo>
                    <a:pt x="329" y="666"/>
                  </a:lnTo>
                  <a:lnTo>
                    <a:pt x="329" y="666"/>
                  </a:lnTo>
                  <a:lnTo>
                    <a:pt x="329" y="666"/>
                  </a:lnTo>
                  <a:lnTo>
                    <a:pt x="329" y="666"/>
                  </a:lnTo>
                  <a:lnTo>
                    <a:pt x="329" y="664"/>
                  </a:lnTo>
                  <a:lnTo>
                    <a:pt x="326" y="664"/>
                  </a:lnTo>
                  <a:lnTo>
                    <a:pt x="326" y="664"/>
                  </a:lnTo>
                  <a:lnTo>
                    <a:pt x="326" y="661"/>
                  </a:lnTo>
                  <a:lnTo>
                    <a:pt x="326" y="661"/>
                  </a:lnTo>
                  <a:lnTo>
                    <a:pt x="326" y="661"/>
                  </a:lnTo>
                  <a:lnTo>
                    <a:pt x="326" y="659"/>
                  </a:lnTo>
                  <a:lnTo>
                    <a:pt x="326" y="659"/>
                  </a:lnTo>
                  <a:lnTo>
                    <a:pt x="329" y="659"/>
                  </a:lnTo>
                  <a:lnTo>
                    <a:pt x="329" y="657"/>
                  </a:lnTo>
                  <a:lnTo>
                    <a:pt x="329" y="657"/>
                  </a:lnTo>
                  <a:lnTo>
                    <a:pt x="329" y="654"/>
                  </a:lnTo>
                  <a:lnTo>
                    <a:pt x="329" y="654"/>
                  </a:lnTo>
                  <a:lnTo>
                    <a:pt x="329" y="654"/>
                  </a:lnTo>
                  <a:lnTo>
                    <a:pt x="329" y="654"/>
                  </a:lnTo>
                  <a:lnTo>
                    <a:pt x="329" y="652"/>
                  </a:lnTo>
                  <a:lnTo>
                    <a:pt x="331" y="652"/>
                  </a:lnTo>
                  <a:lnTo>
                    <a:pt x="331" y="652"/>
                  </a:lnTo>
                  <a:lnTo>
                    <a:pt x="329" y="652"/>
                  </a:lnTo>
                  <a:lnTo>
                    <a:pt x="329" y="652"/>
                  </a:lnTo>
                  <a:lnTo>
                    <a:pt x="329" y="652"/>
                  </a:lnTo>
                  <a:lnTo>
                    <a:pt x="329" y="650"/>
                  </a:lnTo>
                  <a:lnTo>
                    <a:pt x="329" y="650"/>
                  </a:lnTo>
                  <a:lnTo>
                    <a:pt x="329" y="650"/>
                  </a:lnTo>
                  <a:lnTo>
                    <a:pt x="329" y="647"/>
                  </a:lnTo>
                  <a:lnTo>
                    <a:pt x="326" y="647"/>
                  </a:lnTo>
                  <a:lnTo>
                    <a:pt x="326" y="647"/>
                  </a:lnTo>
                  <a:lnTo>
                    <a:pt x="326" y="647"/>
                  </a:lnTo>
                  <a:lnTo>
                    <a:pt x="324" y="647"/>
                  </a:lnTo>
                  <a:lnTo>
                    <a:pt x="324" y="647"/>
                  </a:lnTo>
                  <a:lnTo>
                    <a:pt x="324" y="645"/>
                  </a:lnTo>
                  <a:lnTo>
                    <a:pt x="324" y="645"/>
                  </a:lnTo>
                  <a:lnTo>
                    <a:pt x="324" y="647"/>
                  </a:lnTo>
                  <a:lnTo>
                    <a:pt x="322" y="647"/>
                  </a:lnTo>
                  <a:lnTo>
                    <a:pt x="322" y="647"/>
                  </a:lnTo>
                  <a:lnTo>
                    <a:pt x="322" y="647"/>
                  </a:lnTo>
                  <a:lnTo>
                    <a:pt x="322" y="647"/>
                  </a:lnTo>
                  <a:lnTo>
                    <a:pt x="319" y="647"/>
                  </a:lnTo>
                  <a:lnTo>
                    <a:pt x="319" y="650"/>
                  </a:lnTo>
                  <a:lnTo>
                    <a:pt x="319" y="650"/>
                  </a:lnTo>
                  <a:lnTo>
                    <a:pt x="317" y="650"/>
                  </a:lnTo>
                  <a:lnTo>
                    <a:pt x="317" y="650"/>
                  </a:lnTo>
                  <a:lnTo>
                    <a:pt x="317" y="650"/>
                  </a:lnTo>
                  <a:lnTo>
                    <a:pt x="314" y="650"/>
                  </a:lnTo>
                  <a:lnTo>
                    <a:pt x="314" y="650"/>
                  </a:lnTo>
                  <a:lnTo>
                    <a:pt x="314" y="650"/>
                  </a:lnTo>
                  <a:lnTo>
                    <a:pt x="312" y="650"/>
                  </a:lnTo>
                  <a:lnTo>
                    <a:pt x="312" y="650"/>
                  </a:lnTo>
                  <a:lnTo>
                    <a:pt x="312" y="650"/>
                  </a:lnTo>
                  <a:lnTo>
                    <a:pt x="312" y="650"/>
                  </a:lnTo>
                  <a:lnTo>
                    <a:pt x="310" y="650"/>
                  </a:lnTo>
                  <a:lnTo>
                    <a:pt x="310" y="650"/>
                  </a:lnTo>
                  <a:lnTo>
                    <a:pt x="310" y="650"/>
                  </a:lnTo>
                  <a:lnTo>
                    <a:pt x="310" y="650"/>
                  </a:lnTo>
                  <a:lnTo>
                    <a:pt x="307" y="650"/>
                  </a:lnTo>
                  <a:lnTo>
                    <a:pt x="307" y="650"/>
                  </a:lnTo>
                  <a:lnTo>
                    <a:pt x="307" y="650"/>
                  </a:lnTo>
                  <a:lnTo>
                    <a:pt x="305" y="650"/>
                  </a:lnTo>
                  <a:lnTo>
                    <a:pt x="305" y="647"/>
                  </a:lnTo>
                  <a:lnTo>
                    <a:pt x="305" y="647"/>
                  </a:lnTo>
                  <a:lnTo>
                    <a:pt x="305" y="650"/>
                  </a:lnTo>
                  <a:lnTo>
                    <a:pt x="305" y="650"/>
                  </a:lnTo>
                  <a:lnTo>
                    <a:pt x="305" y="650"/>
                  </a:lnTo>
                  <a:lnTo>
                    <a:pt x="305" y="652"/>
                  </a:lnTo>
                  <a:lnTo>
                    <a:pt x="305" y="652"/>
                  </a:lnTo>
                  <a:lnTo>
                    <a:pt x="303" y="652"/>
                  </a:lnTo>
                  <a:lnTo>
                    <a:pt x="303" y="652"/>
                  </a:lnTo>
                  <a:lnTo>
                    <a:pt x="303" y="652"/>
                  </a:lnTo>
                  <a:lnTo>
                    <a:pt x="300" y="652"/>
                  </a:lnTo>
                  <a:lnTo>
                    <a:pt x="300" y="652"/>
                  </a:lnTo>
                  <a:lnTo>
                    <a:pt x="300" y="652"/>
                  </a:lnTo>
                  <a:lnTo>
                    <a:pt x="298" y="652"/>
                  </a:lnTo>
                  <a:lnTo>
                    <a:pt x="298" y="652"/>
                  </a:lnTo>
                  <a:lnTo>
                    <a:pt x="298" y="652"/>
                  </a:lnTo>
                  <a:lnTo>
                    <a:pt x="296" y="652"/>
                  </a:lnTo>
                  <a:lnTo>
                    <a:pt x="296" y="652"/>
                  </a:lnTo>
                  <a:lnTo>
                    <a:pt x="296" y="652"/>
                  </a:lnTo>
                  <a:lnTo>
                    <a:pt x="293" y="652"/>
                  </a:lnTo>
                  <a:lnTo>
                    <a:pt x="293" y="652"/>
                  </a:lnTo>
                  <a:lnTo>
                    <a:pt x="291" y="652"/>
                  </a:lnTo>
                  <a:lnTo>
                    <a:pt x="291" y="652"/>
                  </a:lnTo>
                  <a:lnTo>
                    <a:pt x="291" y="652"/>
                  </a:lnTo>
                  <a:lnTo>
                    <a:pt x="291" y="652"/>
                  </a:lnTo>
                  <a:lnTo>
                    <a:pt x="291" y="652"/>
                  </a:lnTo>
                  <a:lnTo>
                    <a:pt x="291" y="650"/>
                  </a:lnTo>
                  <a:lnTo>
                    <a:pt x="288" y="650"/>
                  </a:lnTo>
                  <a:lnTo>
                    <a:pt x="288" y="650"/>
                  </a:lnTo>
                  <a:lnTo>
                    <a:pt x="288" y="652"/>
                  </a:lnTo>
                  <a:lnTo>
                    <a:pt x="288" y="652"/>
                  </a:lnTo>
                  <a:lnTo>
                    <a:pt x="288" y="652"/>
                  </a:lnTo>
                  <a:lnTo>
                    <a:pt x="288" y="652"/>
                  </a:lnTo>
                  <a:lnTo>
                    <a:pt x="288" y="650"/>
                  </a:lnTo>
                  <a:lnTo>
                    <a:pt x="286" y="650"/>
                  </a:lnTo>
                  <a:lnTo>
                    <a:pt x="286" y="650"/>
                  </a:lnTo>
                  <a:lnTo>
                    <a:pt x="286" y="650"/>
                  </a:lnTo>
                  <a:lnTo>
                    <a:pt x="284" y="650"/>
                  </a:lnTo>
                  <a:lnTo>
                    <a:pt x="284" y="647"/>
                  </a:lnTo>
                  <a:lnTo>
                    <a:pt x="284" y="647"/>
                  </a:lnTo>
                  <a:lnTo>
                    <a:pt x="284" y="647"/>
                  </a:lnTo>
                  <a:lnTo>
                    <a:pt x="281" y="647"/>
                  </a:lnTo>
                  <a:lnTo>
                    <a:pt x="281" y="647"/>
                  </a:lnTo>
                  <a:lnTo>
                    <a:pt x="281" y="650"/>
                  </a:lnTo>
                  <a:lnTo>
                    <a:pt x="279" y="650"/>
                  </a:lnTo>
                  <a:lnTo>
                    <a:pt x="279" y="647"/>
                  </a:lnTo>
                  <a:lnTo>
                    <a:pt x="279" y="647"/>
                  </a:lnTo>
                  <a:lnTo>
                    <a:pt x="279" y="650"/>
                  </a:lnTo>
                  <a:lnTo>
                    <a:pt x="279" y="650"/>
                  </a:lnTo>
                  <a:lnTo>
                    <a:pt x="277" y="650"/>
                  </a:lnTo>
                  <a:lnTo>
                    <a:pt x="277" y="650"/>
                  </a:lnTo>
                  <a:lnTo>
                    <a:pt x="279" y="650"/>
                  </a:lnTo>
                  <a:lnTo>
                    <a:pt x="279" y="652"/>
                  </a:lnTo>
                  <a:lnTo>
                    <a:pt x="279" y="652"/>
                  </a:lnTo>
                  <a:lnTo>
                    <a:pt x="277" y="652"/>
                  </a:lnTo>
                  <a:lnTo>
                    <a:pt x="277" y="652"/>
                  </a:lnTo>
                  <a:lnTo>
                    <a:pt x="277" y="652"/>
                  </a:lnTo>
                  <a:lnTo>
                    <a:pt x="277" y="652"/>
                  </a:lnTo>
                  <a:lnTo>
                    <a:pt x="277" y="650"/>
                  </a:lnTo>
                  <a:lnTo>
                    <a:pt x="274" y="650"/>
                  </a:lnTo>
                  <a:lnTo>
                    <a:pt x="274" y="650"/>
                  </a:lnTo>
                  <a:lnTo>
                    <a:pt x="272" y="650"/>
                  </a:lnTo>
                  <a:lnTo>
                    <a:pt x="272" y="650"/>
                  </a:lnTo>
                  <a:lnTo>
                    <a:pt x="272" y="650"/>
                  </a:lnTo>
                  <a:lnTo>
                    <a:pt x="272" y="650"/>
                  </a:lnTo>
                  <a:lnTo>
                    <a:pt x="272" y="647"/>
                  </a:lnTo>
                  <a:lnTo>
                    <a:pt x="272" y="647"/>
                  </a:lnTo>
                  <a:lnTo>
                    <a:pt x="272" y="645"/>
                  </a:lnTo>
                  <a:lnTo>
                    <a:pt x="270" y="645"/>
                  </a:lnTo>
                  <a:lnTo>
                    <a:pt x="270" y="645"/>
                  </a:lnTo>
                  <a:lnTo>
                    <a:pt x="270" y="645"/>
                  </a:lnTo>
                  <a:lnTo>
                    <a:pt x="270" y="645"/>
                  </a:lnTo>
                  <a:lnTo>
                    <a:pt x="270" y="645"/>
                  </a:lnTo>
                  <a:lnTo>
                    <a:pt x="270" y="647"/>
                  </a:lnTo>
                  <a:lnTo>
                    <a:pt x="270" y="647"/>
                  </a:lnTo>
                  <a:lnTo>
                    <a:pt x="270" y="650"/>
                  </a:lnTo>
                  <a:lnTo>
                    <a:pt x="270" y="650"/>
                  </a:lnTo>
                  <a:lnTo>
                    <a:pt x="270" y="650"/>
                  </a:lnTo>
                  <a:lnTo>
                    <a:pt x="270" y="652"/>
                  </a:lnTo>
                  <a:lnTo>
                    <a:pt x="270" y="652"/>
                  </a:lnTo>
                  <a:lnTo>
                    <a:pt x="267" y="652"/>
                  </a:lnTo>
                  <a:lnTo>
                    <a:pt x="267" y="652"/>
                  </a:lnTo>
                  <a:lnTo>
                    <a:pt x="265" y="652"/>
                  </a:lnTo>
                  <a:lnTo>
                    <a:pt x="265" y="650"/>
                  </a:lnTo>
                  <a:lnTo>
                    <a:pt x="265" y="650"/>
                  </a:lnTo>
                  <a:lnTo>
                    <a:pt x="265" y="650"/>
                  </a:lnTo>
                  <a:lnTo>
                    <a:pt x="265" y="647"/>
                  </a:lnTo>
                  <a:lnTo>
                    <a:pt x="265" y="647"/>
                  </a:lnTo>
                  <a:lnTo>
                    <a:pt x="265" y="647"/>
                  </a:lnTo>
                  <a:lnTo>
                    <a:pt x="265" y="645"/>
                  </a:lnTo>
                  <a:lnTo>
                    <a:pt x="265" y="645"/>
                  </a:lnTo>
                  <a:lnTo>
                    <a:pt x="262" y="645"/>
                  </a:lnTo>
                  <a:lnTo>
                    <a:pt x="262" y="645"/>
                  </a:lnTo>
                  <a:lnTo>
                    <a:pt x="262" y="642"/>
                  </a:lnTo>
                  <a:lnTo>
                    <a:pt x="262" y="642"/>
                  </a:lnTo>
                  <a:lnTo>
                    <a:pt x="260" y="642"/>
                  </a:lnTo>
                  <a:lnTo>
                    <a:pt x="260" y="642"/>
                  </a:lnTo>
                  <a:lnTo>
                    <a:pt x="260" y="642"/>
                  </a:lnTo>
                  <a:lnTo>
                    <a:pt x="258" y="642"/>
                  </a:lnTo>
                  <a:lnTo>
                    <a:pt x="258" y="642"/>
                  </a:lnTo>
                  <a:lnTo>
                    <a:pt x="258" y="642"/>
                  </a:lnTo>
                  <a:lnTo>
                    <a:pt x="258" y="640"/>
                  </a:lnTo>
                  <a:lnTo>
                    <a:pt x="258" y="640"/>
                  </a:lnTo>
                  <a:lnTo>
                    <a:pt x="255" y="640"/>
                  </a:lnTo>
                  <a:lnTo>
                    <a:pt x="255" y="640"/>
                  </a:lnTo>
                  <a:lnTo>
                    <a:pt x="255" y="640"/>
                  </a:lnTo>
                  <a:lnTo>
                    <a:pt x="255" y="642"/>
                  </a:lnTo>
                  <a:lnTo>
                    <a:pt x="253" y="642"/>
                  </a:lnTo>
                  <a:lnTo>
                    <a:pt x="253" y="642"/>
                  </a:lnTo>
                  <a:lnTo>
                    <a:pt x="251" y="642"/>
                  </a:lnTo>
                  <a:lnTo>
                    <a:pt x="251" y="642"/>
                  </a:lnTo>
                  <a:lnTo>
                    <a:pt x="251" y="640"/>
                  </a:lnTo>
                  <a:lnTo>
                    <a:pt x="251" y="640"/>
                  </a:lnTo>
                  <a:lnTo>
                    <a:pt x="248" y="640"/>
                  </a:lnTo>
                  <a:lnTo>
                    <a:pt x="248" y="640"/>
                  </a:lnTo>
                  <a:lnTo>
                    <a:pt x="248" y="640"/>
                  </a:lnTo>
                  <a:lnTo>
                    <a:pt x="248" y="638"/>
                  </a:lnTo>
                  <a:lnTo>
                    <a:pt x="248" y="638"/>
                  </a:lnTo>
                  <a:lnTo>
                    <a:pt x="248" y="638"/>
                  </a:lnTo>
                  <a:lnTo>
                    <a:pt x="248" y="635"/>
                  </a:lnTo>
                  <a:lnTo>
                    <a:pt x="248" y="635"/>
                  </a:lnTo>
                  <a:lnTo>
                    <a:pt x="248" y="633"/>
                  </a:lnTo>
                  <a:lnTo>
                    <a:pt x="248" y="633"/>
                  </a:lnTo>
                  <a:lnTo>
                    <a:pt x="248" y="633"/>
                  </a:lnTo>
                  <a:lnTo>
                    <a:pt x="248" y="633"/>
                  </a:lnTo>
                  <a:lnTo>
                    <a:pt x="246" y="633"/>
                  </a:lnTo>
                  <a:lnTo>
                    <a:pt x="246" y="633"/>
                  </a:lnTo>
                  <a:lnTo>
                    <a:pt x="246" y="633"/>
                  </a:lnTo>
                  <a:lnTo>
                    <a:pt x="246" y="633"/>
                  </a:lnTo>
                  <a:lnTo>
                    <a:pt x="246" y="633"/>
                  </a:lnTo>
                  <a:lnTo>
                    <a:pt x="243" y="633"/>
                  </a:lnTo>
                  <a:lnTo>
                    <a:pt x="243" y="633"/>
                  </a:lnTo>
                  <a:lnTo>
                    <a:pt x="243" y="633"/>
                  </a:lnTo>
                  <a:lnTo>
                    <a:pt x="243" y="633"/>
                  </a:lnTo>
                  <a:lnTo>
                    <a:pt x="243" y="633"/>
                  </a:lnTo>
                  <a:lnTo>
                    <a:pt x="241" y="633"/>
                  </a:lnTo>
                  <a:lnTo>
                    <a:pt x="241" y="633"/>
                  </a:lnTo>
                  <a:lnTo>
                    <a:pt x="239" y="633"/>
                  </a:lnTo>
                  <a:lnTo>
                    <a:pt x="239" y="633"/>
                  </a:lnTo>
                  <a:lnTo>
                    <a:pt x="239" y="633"/>
                  </a:lnTo>
                  <a:lnTo>
                    <a:pt x="239" y="633"/>
                  </a:lnTo>
                  <a:lnTo>
                    <a:pt x="239" y="633"/>
                  </a:lnTo>
                  <a:lnTo>
                    <a:pt x="239" y="631"/>
                  </a:lnTo>
                  <a:lnTo>
                    <a:pt x="239" y="631"/>
                  </a:lnTo>
                  <a:lnTo>
                    <a:pt x="236" y="631"/>
                  </a:lnTo>
                  <a:lnTo>
                    <a:pt x="236" y="631"/>
                  </a:lnTo>
                  <a:lnTo>
                    <a:pt x="236" y="631"/>
                  </a:lnTo>
                  <a:lnTo>
                    <a:pt x="236" y="631"/>
                  </a:lnTo>
                  <a:lnTo>
                    <a:pt x="234" y="631"/>
                  </a:lnTo>
                  <a:lnTo>
                    <a:pt x="234" y="631"/>
                  </a:lnTo>
                  <a:lnTo>
                    <a:pt x="232" y="631"/>
                  </a:lnTo>
                  <a:lnTo>
                    <a:pt x="232" y="631"/>
                  </a:lnTo>
                  <a:lnTo>
                    <a:pt x="232" y="628"/>
                  </a:lnTo>
                  <a:lnTo>
                    <a:pt x="232" y="628"/>
                  </a:lnTo>
                  <a:lnTo>
                    <a:pt x="232" y="628"/>
                  </a:lnTo>
                  <a:lnTo>
                    <a:pt x="232" y="626"/>
                  </a:lnTo>
                  <a:lnTo>
                    <a:pt x="232" y="626"/>
                  </a:lnTo>
                  <a:lnTo>
                    <a:pt x="229" y="626"/>
                  </a:lnTo>
                  <a:lnTo>
                    <a:pt x="229" y="626"/>
                  </a:lnTo>
                  <a:lnTo>
                    <a:pt x="229" y="626"/>
                  </a:lnTo>
                  <a:lnTo>
                    <a:pt x="229" y="626"/>
                  </a:lnTo>
                  <a:lnTo>
                    <a:pt x="227" y="626"/>
                  </a:lnTo>
                  <a:lnTo>
                    <a:pt x="227" y="624"/>
                  </a:lnTo>
                  <a:lnTo>
                    <a:pt x="227" y="624"/>
                  </a:lnTo>
                  <a:lnTo>
                    <a:pt x="227" y="624"/>
                  </a:lnTo>
                  <a:lnTo>
                    <a:pt x="227" y="621"/>
                  </a:lnTo>
                  <a:lnTo>
                    <a:pt x="227" y="621"/>
                  </a:lnTo>
                  <a:lnTo>
                    <a:pt x="227" y="621"/>
                  </a:lnTo>
                  <a:lnTo>
                    <a:pt x="227" y="621"/>
                  </a:lnTo>
                  <a:lnTo>
                    <a:pt x="227" y="619"/>
                  </a:lnTo>
                  <a:lnTo>
                    <a:pt x="227" y="619"/>
                  </a:lnTo>
                  <a:lnTo>
                    <a:pt x="227" y="616"/>
                  </a:lnTo>
                  <a:lnTo>
                    <a:pt x="227" y="616"/>
                  </a:lnTo>
                  <a:lnTo>
                    <a:pt x="225" y="616"/>
                  </a:lnTo>
                  <a:lnTo>
                    <a:pt x="225" y="616"/>
                  </a:lnTo>
                  <a:lnTo>
                    <a:pt x="225" y="616"/>
                  </a:lnTo>
                  <a:lnTo>
                    <a:pt x="225" y="616"/>
                  </a:lnTo>
                  <a:lnTo>
                    <a:pt x="222" y="616"/>
                  </a:lnTo>
                  <a:lnTo>
                    <a:pt x="222" y="616"/>
                  </a:lnTo>
                  <a:lnTo>
                    <a:pt x="222" y="616"/>
                  </a:lnTo>
                  <a:lnTo>
                    <a:pt x="220" y="616"/>
                  </a:lnTo>
                  <a:lnTo>
                    <a:pt x="220" y="616"/>
                  </a:lnTo>
                  <a:lnTo>
                    <a:pt x="220" y="616"/>
                  </a:lnTo>
                  <a:lnTo>
                    <a:pt x="217" y="616"/>
                  </a:lnTo>
                  <a:lnTo>
                    <a:pt x="217" y="616"/>
                  </a:lnTo>
                  <a:lnTo>
                    <a:pt x="217" y="619"/>
                  </a:lnTo>
                  <a:lnTo>
                    <a:pt x="217" y="619"/>
                  </a:lnTo>
                  <a:lnTo>
                    <a:pt x="215" y="619"/>
                  </a:lnTo>
                  <a:lnTo>
                    <a:pt x="215" y="619"/>
                  </a:lnTo>
                  <a:lnTo>
                    <a:pt x="215" y="619"/>
                  </a:lnTo>
                  <a:lnTo>
                    <a:pt x="215" y="619"/>
                  </a:lnTo>
                  <a:lnTo>
                    <a:pt x="215" y="619"/>
                  </a:lnTo>
                  <a:lnTo>
                    <a:pt x="213" y="619"/>
                  </a:lnTo>
                  <a:lnTo>
                    <a:pt x="213" y="616"/>
                  </a:lnTo>
                  <a:lnTo>
                    <a:pt x="213" y="616"/>
                  </a:lnTo>
                  <a:lnTo>
                    <a:pt x="213" y="616"/>
                  </a:lnTo>
                  <a:lnTo>
                    <a:pt x="210" y="616"/>
                  </a:lnTo>
                  <a:lnTo>
                    <a:pt x="210" y="614"/>
                  </a:lnTo>
                  <a:lnTo>
                    <a:pt x="210" y="614"/>
                  </a:lnTo>
                  <a:lnTo>
                    <a:pt x="210" y="614"/>
                  </a:lnTo>
                  <a:lnTo>
                    <a:pt x="210" y="612"/>
                  </a:lnTo>
                  <a:lnTo>
                    <a:pt x="210" y="612"/>
                  </a:lnTo>
                  <a:lnTo>
                    <a:pt x="210" y="612"/>
                  </a:lnTo>
                  <a:lnTo>
                    <a:pt x="210" y="612"/>
                  </a:lnTo>
                  <a:lnTo>
                    <a:pt x="208" y="612"/>
                  </a:lnTo>
                  <a:lnTo>
                    <a:pt x="208" y="612"/>
                  </a:lnTo>
                  <a:lnTo>
                    <a:pt x="208" y="609"/>
                  </a:lnTo>
                  <a:lnTo>
                    <a:pt x="208" y="609"/>
                  </a:lnTo>
                  <a:lnTo>
                    <a:pt x="206" y="609"/>
                  </a:lnTo>
                  <a:lnTo>
                    <a:pt x="206" y="609"/>
                  </a:lnTo>
                  <a:lnTo>
                    <a:pt x="206" y="607"/>
                  </a:lnTo>
                  <a:lnTo>
                    <a:pt x="206" y="607"/>
                  </a:lnTo>
                  <a:lnTo>
                    <a:pt x="203" y="607"/>
                  </a:lnTo>
                  <a:lnTo>
                    <a:pt x="203" y="607"/>
                  </a:lnTo>
                  <a:lnTo>
                    <a:pt x="203" y="607"/>
                  </a:lnTo>
                  <a:lnTo>
                    <a:pt x="203" y="607"/>
                  </a:lnTo>
                  <a:lnTo>
                    <a:pt x="201" y="607"/>
                  </a:lnTo>
                  <a:lnTo>
                    <a:pt x="201" y="605"/>
                  </a:lnTo>
                  <a:lnTo>
                    <a:pt x="201" y="605"/>
                  </a:lnTo>
                  <a:lnTo>
                    <a:pt x="199" y="605"/>
                  </a:lnTo>
                  <a:lnTo>
                    <a:pt x="199" y="605"/>
                  </a:lnTo>
                  <a:lnTo>
                    <a:pt x="199" y="605"/>
                  </a:lnTo>
                  <a:lnTo>
                    <a:pt x="199" y="605"/>
                  </a:lnTo>
                  <a:lnTo>
                    <a:pt x="196" y="605"/>
                  </a:lnTo>
                  <a:lnTo>
                    <a:pt x="196" y="605"/>
                  </a:lnTo>
                  <a:lnTo>
                    <a:pt x="196" y="602"/>
                  </a:lnTo>
                  <a:lnTo>
                    <a:pt x="196" y="602"/>
                  </a:lnTo>
                  <a:lnTo>
                    <a:pt x="196" y="602"/>
                  </a:lnTo>
                  <a:lnTo>
                    <a:pt x="196" y="602"/>
                  </a:lnTo>
                  <a:lnTo>
                    <a:pt x="194" y="602"/>
                  </a:lnTo>
                  <a:lnTo>
                    <a:pt x="194" y="600"/>
                  </a:lnTo>
                  <a:lnTo>
                    <a:pt x="194" y="600"/>
                  </a:lnTo>
                  <a:lnTo>
                    <a:pt x="194" y="600"/>
                  </a:lnTo>
                  <a:lnTo>
                    <a:pt x="191" y="600"/>
                  </a:lnTo>
                  <a:lnTo>
                    <a:pt x="191" y="597"/>
                  </a:lnTo>
                  <a:lnTo>
                    <a:pt x="191" y="597"/>
                  </a:lnTo>
                  <a:lnTo>
                    <a:pt x="191" y="597"/>
                  </a:lnTo>
                  <a:lnTo>
                    <a:pt x="189" y="597"/>
                  </a:lnTo>
                  <a:lnTo>
                    <a:pt x="189" y="597"/>
                  </a:lnTo>
                  <a:lnTo>
                    <a:pt x="189" y="597"/>
                  </a:lnTo>
                  <a:lnTo>
                    <a:pt x="189" y="597"/>
                  </a:lnTo>
                  <a:lnTo>
                    <a:pt x="187" y="597"/>
                  </a:lnTo>
                  <a:lnTo>
                    <a:pt x="187" y="597"/>
                  </a:lnTo>
                  <a:lnTo>
                    <a:pt x="184" y="597"/>
                  </a:lnTo>
                  <a:lnTo>
                    <a:pt x="184" y="597"/>
                  </a:lnTo>
                  <a:lnTo>
                    <a:pt x="184" y="595"/>
                  </a:lnTo>
                  <a:lnTo>
                    <a:pt x="184" y="595"/>
                  </a:lnTo>
                  <a:lnTo>
                    <a:pt x="184" y="593"/>
                  </a:lnTo>
                  <a:lnTo>
                    <a:pt x="184" y="593"/>
                  </a:lnTo>
                  <a:lnTo>
                    <a:pt x="184" y="593"/>
                  </a:lnTo>
                  <a:lnTo>
                    <a:pt x="184" y="593"/>
                  </a:lnTo>
                  <a:lnTo>
                    <a:pt x="184" y="590"/>
                  </a:lnTo>
                  <a:lnTo>
                    <a:pt x="184" y="590"/>
                  </a:lnTo>
                  <a:lnTo>
                    <a:pt x="182" y="590"/>
                  </a:lnTo>
                  <a:lnTo>
                    <a:pt x="182" y="590"/>
                  </a:lnTo>
                  <a:lnTo>
                    <a:pt x="182" y="590"/>
                  </a:lnTo>
                  <a:lnTo>
                    <a:pt x="180" y="590"/>
                  </a:lnTo>
                  <a:lnTo>
                    <a:pt x="180" y="588"/>
                  </a:lnTo>
                  <a:lnTo>
                    <a:pt x="180" y="588"/>
                  </a:lnTo>
                  <a:lnTo>
                    <a:pt x="177" y="588"/>
                  </a:lnTo>
                  <a:lnTo>
                    <a:pt x="177" y="588"/>
                  </a:lnTo>
                  <a:lnTo>
                    <a:pt x="177" y="588"/>
                  </a:lnTo>
                  <a:lnTo>
                    <a:pt x="175" y="588"/>
                  </a:lnTo>
                  <a:lnTo>
                    <a:pt x="175" y="588"/>
                  </a:lnTo>
                  <a:lnTo>
                    <a:pt x="175" y="588"/>
                  </a:lnTo>
                  <a:lnTo>
                    <a:pt x="172" y="588"/>
                  </a:lnTo>
                  <a:lnTo>
                    <a:pt x="172" y="588"/>
                  </a:lnTo>
                  <a:lnTo>
                    <a:pt x="172" y="588"/>
                  </a:lnTo>
                  <a:lnTo>
                    <a:pt x="172" y="588"/>
                  </a:lnTo>
                  <a:lnTo>
                    <a:pt x="170" y="588"/>
                  </a:lnTo>
                  <a:lnTo>
                    <a:pt x="170" y="588"/>
                  </a:lnTo>
                  <a:lnTo>
                    <a:pt x="170" y="588"/>
                  </a:lnTo>
                  <a:lnTo>
                    <a:pt x="170" y="588"/>
                  </a:lnTo>
                  <a:lnTo>
                    <a:pt x="168" y="588"/>
                  </a:lnTo>
                  <a:lnTo>
                    <a:pt x="168" y="588"/>
                  </a:lnTo>
                  <a:lnTo>
                    <a:pt x="168" y="588"/>
                  </a:lnTo>
                  <a:lnTo>
                    <a:pt x="168" y="590"/>
                  </a:lnTo>
                  <a:lnTo>
                    <a:pt x="168" y="590"/>
                  </a:lnTo>
                  <a:lnTo>
                    <a:pt x="168" y="590"/>
                  </a:lnTo>
                  <a:lnTo>
                    <a:pt x="168" y="593"/>
                  </a:lnTo>
                  <a:lnTo>
                    <a:pt x="168" y="593"/>
                  </a:lnTo>
                  <a:lnTo>
                    <a:pt x="168" y="593"/>
                  </a:lnTo>
                  <a:lnTo>
                    <a:pt x="168" y="593"/>
                  </a:lnTo>
                  <a:lnTo>
                    <a:pt x="165" y="593"/>
                  </a:lnTo>
                  <a:lnTo>
                    <a:pt x="165" y="593"/>
                  </a:lnTo>
                  <a:lnTo>
                    <a:pt x="165" y="595"/>
                  </a:lnTo>
                  <a:lnTo>
                    <a:pt x="165" y="595"/>
                  </a:lnTo>
                  <a:lnTo>
                    <a:pt x="165" y="595"/>
                  </a:lnTo>
                  <a:lnTo>
                    <a:pt x="165" y="597"/>
                  </a:lnTo>
                  <a:lnTo>
                    <a:pt x="163" y="597"/>
                  </a:lnTo>
                  <a:lnTo>
                    <a:pt x="163" y="597"/>
                  </a:lnTo>
                  <a:lnTo>
                    <a:pt x="163" y="597"/>
                  </a:lnTo>
                  <a:lnTo>
                    <a:pt x="161" y="597"/>
                  </a:lnTo>
                  <a:lnTo>
                    <a:pt x="161" y="595"/>
                  </a:lnTo>
                  <a:lnTo>
                    <a:pt x="161" y="595"/>
                  </a:lnTo>
                  <a:lnTo>
                    <a:pt x="161" y="593"/>
                  </a:lnTo>
                  <a:lnTo>
                    <a:pt x="161" y="593"/>
                  </a:lnTo>
                  <a:lnTo>
                    <a:pt x="161" y="593"/>
                  </a:lnTo>
                  <a:lnTo>
                    <a:pt x="161" y="593"/>
                  </a:lnTo>
                  <a:lnTo>
                    <a:pt x="158" y="593"/>
                  </a:lnTo>
                  <a:lnTo>
                    <a:pt x="158" y="593"/>
                  </a:lnTo>
                  <a:lnTo>
                    <a:pt x="158" y="590"/>
                  </a:lnTo>
                  <a:lnTo>
                    <a:pt x="158" y="590"/>
                  </a:lnTo>
                  <a:lnTo>
                    <a:pt x="156" y="590"/>
                  </a:lnTo>
                  <a:lnTo>
                    <a:pt x="156" y="590"/>
                  </a:lnTo>
                  <a:lnTo>
                    <a:pt x="156" y="590"/>
                  </a:lnTo>
                  <a:lnTo>
                    <a:pt x="156" y="590"/>
                  </a:lnTo>
                  <a:lnTo>
                    <a:pt x="156" y="588"/>
                  </a:lnTo>
                  <a:lnTo>
                    <a:pt x="154" y="588"/>
                  </a:lnTo>
                  <a:lnTo>
                    <a:pt x="154" y="588"/>
                  </a:lnTo>
                  <a:lnTo>
                    <a:pt x="154" y="588"/>
                  </a:lnTo>
                  <a:lnTo>
                    <a:pt x="151" y="588"/>
                  </a:lnTo>
                  <a:lnTo>
                    <a:pt x="151" y="586"/>
                  </a:lnTo>
                  <a:lnTo>
                    <a:pt x="151" y="586"/>
                  </a:lnTo>
                  <a:lnTo>
                    <a:pt x="151" y="586"/>
                  </a:lnTo>
                  <a:lnTo>
                    <a:pt x="149" y="586"/>
                  </a:lnTo>
                  <a:lnTo>
                    <a:pt x="149" y="586"/>
                  </a:lnTo>
                  <a:lnTo>
                    <a:pt x="149" y="586"/>
                  </a:lnTo>
                  <a:lnTo>
                    <a:pt x="149" y="586"/>
                  </a:lnTo>
                  <a:lnTo>
                    <a:pt x="146" y="586"/>
                  </a:lnTo>
                  <a:lnTo>
                    <a:pt x="146" y="583"/>
                  </a:lnTo>
                  <a:lnTo>
                    <a:pt x="146" y="583"/>
                  </a:lnTo>
                  <a:lnTo>
                    <a:pt x="144" y="583"/>
                  </a:lnTo>
                  <a:lnTo>
                    <a:pt x="144" y="583"/>
                  </a:lnTo>
                  <a:lnTo>
                    <a:pt x="144" y="583"/>
                  </a:lnTo>
                  <a:lnTo>
                    <a:pt x="144" y="583"/>
                  </a:lnTo>
                  <a:lnTo>
                    <a:pt x="142" y="583"/>
                  </a:lnTo>
                  <a:lnTo>
                    <a:pt x="142" y="583"/>
                  </a:lnTo>
                  <a:lnTo>
                    <a:pt x="142" y="581"/>
                  </a:lnTo>
                  <a:lnTo>
                    <a:pt x="142" y="581"/>
                  </a:lnTo>
                  <a:lnTo>
                    <a:pt x="144" y="581"/>
                  </a:lnTo>
                  <a:lnTo>
                    <a:pt x="144" y="578"/>
                  </a:lnTo>
                  <a:lnTo>
                    <a:pt x="142" y="578"/>
                  </a:lnTo>
                  <a:lnTo>
                    <a:pt x="142" y="578"/>
                  </a:lnTo>
                  <a:lnTo>
                    <a:pt x="142" y="578"/>
                  </a:lnTo>
                  <a:lnTo>
                    <a:pt x="139" y="578"/>
                  </a:lnTo>
                  <a:lnTo>
                    <a:pt x="139" y="578"/>
                  </a:lnTo>
                  <a:lnTo>
                    <a:pt x="139" y="578"/>
                  </a:lnTo>
                  <a:lnTo>
                    <a:pt x="139" y="576"/>
                  </a:lnTo>
                  <a:lnTo>
                    <a:pt x="137" y="576"/>
                  </a:lnTo>
                  <a:lnTo>
                    <a:pt x="137" y="576"/>
                  </a:lnTo>
                  <a:lnTo>
                    <a:pt x="137" y="576"/>
                  </a:lnTo>
                  <a:lnTo>
                    <a:pt x="137" y="576"/>
                  </a:lnTo>
                  <a:lnTo>
                    <a:pt x="137" y="574"/>
                  </a:lnTo>
                  <a:lnTo>
                    <a:pt x="135" y="574"/>
                  </a:lnTo>
                  <a:lnTo>
                    <a:pt x="135" y="574"/>
                  </a:lnTo>
                  <a:lnTo>
                    <a:pt x="135" y="574"/>
                  </a:lnTo>
                  <a:lnTo>
                    <a:pt x="135" y="574"/>
                  </a:lnTo>
                  <a:lnTo>
                    <a:pt x="132" y="574"/>
                  </a:lnTo>
                  <a:lnTo>
                    <a:pt x="132" y="574"/>
                  </a:lnTo>
                  <a:lnTo>
                    <a:pt x="132" y="574"/>
                  </a:lnTo>
                  <a:lnTo>
                    <a:pt x="132" y="574"/>
                  </a:lnTo>
                  <a:lnTo>
                    <a:pt x="132" y="574"/>
                  </a:lnTo>
                  <a:lnTo>
                    <a:pt x="130" y="574"/>
                  </a:lnTo>
                  <a:lnTo>
                    <a:pt x="130" y="574"/>
                  </a:lnTo>
                  <a:lnTo>
                    <a:pt x="130" y="574"/>
                  </a:lnTo>
                  <a:lnTo>
                    <a:pt x="130" y="574"/>
                  </a:lnTo>
                  <a:lnTo>
                    <a:pt x="128" y="574"/>
                  </a:lnTo>
                  <a:lnTo>
                    <a:pt x="128" y="574"/>
                  </a:lnTo>
                  <a:lnTo>
                    <a:pt x="128" y="571"/>
                  </a:lnTo>
                  <a:lnTo>
                    <a:pt x="128" y="571"/>
                  </a:lnTo>
                  <a:lnTo>
                    <a:pt x="125" y="571"/>
                  </a:lnTo>
                  <a:lnTo>
                    <a:pt x="125" y="571"/>
                  </a:lnTo>
                  <a:lnTo>
                    <a:pt x="125" y="571"/>
                  </a:lnTo>
                  <a:lnTo>
                    <a:pt x="125" y="569"/>
                  </a:lnTo>
                  <a:lnTo>
                    <a:pt x="125" y="569"/>
                  </a:lnTo>
                  <a:lnTo>
                    <a:pt x="123" y="569"/>
                  </a:lnTo>
                  <a:lnTo>
                    <a:pt x="123" y="569"/>
                  </a:lnTo>
                  <a:lnTo>
                    <a:pt x="123" y="569"/>
                  </a:lnTo>
                  <a:lnTo>
                    <a:pt x="123" y="567"/>
                  </a:lnTo>
                  <a:lnTo>
                    <a:pt x="123" y="567"/>
                  </a:lnTo>
                  <a:lnTo>
                    <a:pt x="123" y="567"/>
                  </a:lnTo>
                  <a:lnTo>
                    <a:pt x="123" y="564"/>
                  </a:lnTo>
                  <a:lnTo>
                    <a:pt x="120" y="564"/>
                  </a:lnTo>
                  <a:lnTo>
                    <a:pt x="120" y="564"/>
                  </a:lnTo>
                  <a:lnTo>
                    <a:pt x="120" y="564"/>
                  </a:lnTo>
                  <a:lnTo>
                    <a:pt x="120" y="562"/>
                  </a:lnTo>
                  <a:lnTo>
                    <a:pt x="120" y="562"/>
                  </a:lnTo>
                  <a:lnTo>
                    <a:pt x="118" y="562"/>
                  </a:lnTo>
                  <a:lnTo>
                    <a:pt x="118" y="562"/>
                  </a:lnTo>
                  <a:lnTo>
                    <a:pt x="118" y="562"/>
                  </a:lnTo>
                  <a:lnTo>
                    <a:pt x="118" y="562"/>
                  </a:lnTo>
                  <a:lnTo>
                    <a:pt x="118" y="562"/>
                  </a:lnTo>
                  <a:lnTo>
                    <a:pt x="116" y="562"/>
                  </a:lnTo>
                  <a:lnTo>
                    <a:pt x="116" y="562"/>
                  </a:lnTo>
                  <a:lnTo>
                    <a:pt x="116" y="564"/>
                  </a:lnTo>
                  <a:lnTo>
                    <a:pt x="116" y="564"/>
                  </a:lnTo>
                  <a:lnTo>
                    <a:pt x="116" y="564"/>
                  </a:lnTo>
                  <a:lnTo>
                    <a:pt x="116" y="564"/>
                  </a:lnTo>
                  <a:lnTo>
                    <a:pt x="113" y="564"/>
                  </a:lnTo>
                  <a:lnTo>
                    <a:pt x="113" y="564"/>
                  </a:lnTo>
                  <a:lnTo>
                    <a:pt x="111" y="564"/>
                  </a:lnTo>
                  <a:lnTo>
                    <a:pt x="111" y="564"/>
                  </a:lnTo>
                  <a:lnTo>
                    <a:pt x="111" y="564"/>
                  </a:lnTo>
                  <a:lnTo>
                    <a:pt x="111" y="562"/>
                  </a:lnTo>
                  <a:lnTo>
                    <a:pt x="111" y="562"/>
                  </a:lnTo>
                  <a:lnTo>
                    <a:pt x="111" y="562"/>
                  </a:lnTo>
                  <a:lnTo>
                    <a:pt x="111" y="562"/>
                  </a:lnTo>
                  <a:lnTo>
                    <a:pt x="111" y="562"/>
                  </a:lnTo>
                  <a:lnTo>
                    <a:pt x="111" y="560"/>
                  </a:lnTo>
                  <a:lnTo>
                    <a:pt x="111" y="560"/>
                  </a:lnTo>
                  <a:lnTo>
                    <a:pt x="111" y="560"/>
                  </a:lnTo>
                  <a:lnTo>
                    <a:pt x="111" y="560"/>
                  </a:lnTo>
                  <a:lnTo>
                    <a:pt x="111" y="560"/>
                  </a:lnTo>
                  <a:lnTo>
                    <a:pt x="111" y="557"/>
                  </a:lnTo>
                  <a:lnTo>
                    <a:pt x="113" y="557"/>
                  </a:lnTo>
                  <a:lnTo>
                    <a:pt x="113" y="557"/>
                  </a:lnTo>
                  <a:lnTo>
                    <a:pt x="111" y="557"/>
                  </a:lnTo>
                  <a:lnTo>
                    <a:pt x="111" y="555"/>
                  </a:lnTo>
                  <a:lnTo>
                    <a:pt x="111" y="555"/>
                  </a:lnTo>
                  <a:lnTo>
                    <a:pt x="111" y="555"/>
                  </a:lnTo>
                  <a:lnTo>
                    <a:pt x="111" y="555"/>
                  </a:lnTo>
                  <a:lnTo>
                    <a:pt x="111" y="552"/>
                  </a:lnTo>
                  <a:lnTo>
                    <a:pt x="111" y="552"/>
                  </a:lnTo>
                  <a:lnTo>
                    <a:pt x="111" y="552"/>
                  </a:lnTo>
                  <a:lnTo>
                    <a:pt x="111" y="552"/>
                  </a:lnTo>
                  <a:lnTo>
                    <a:pt x="111" y="550"/>
                  </a:lnTo>
                  <a:lnTo>
                    <a:pt x="111" y="550"/>
                  </a:lnTo>
                  <a:lnTo>
                    <a:pt x="111" y="548"/>
                  </a:lnTo>
                  <a:lnTo>
                    <a:pt x="111" y="548"/>
                  </a:lnTo>
                  <a:lnTo>
                    <a:pt x="111" y="548"/>
                  </a:lnTo>
                  <a:lnTo>
                    <a:pt x="111" y="545"/>
                  </a:lnTo>
                  <a:lnTo>
                    <a:pt x="111" y="545"/>
                  </a:lnTo>
                  <a:lnTo>
                    <a:pt x="109" y="545"/>
                  </a:lnTo>
                  <a:lnTo>
                    <a:pt x="109" y="543"/>
                  </a:lnTo>
                  <a:lnTo>
                    <a:pt x="109" y="543"/>
                  </a:lnTo>
                  <a:lnTo>
                    <a:pt x="109" y="543"/>
                  </a:lnTo>
                  <a:lnTo>
                    <a:pt x="109" y="543"/>
                  </a:lnTo>
                  <a:lnTo>
                    <a:pt x="109" y="543"/>
                  </a:lnTo>
                  <a:lnTo>
                    <a:pt x="106" y="543"/>
                  </a:lnTo>
                  <a:lnTo>
                    <a:pt x="106" y="543"/>
                  </a:lnTo>
                  <a:lnTo>
                    <a:pt x="106" y="541"/>
                  </a:lnTo>
                  <a:lnTo>
                    <a:pt x="106" y="541"/>
                  </a:lnTo>
                  <a:lnTo>
                    <a:pt x="106" y="538"/>
                  </a:lnTo>
                  <a:lnTo>
                    <a:pt x="104" y="538"/>
                  </a:lnTo>
                  <a:lnTo>
                    <a:pt x="104" y="538"/>
                  </a:lnTo>
                  <a:lnTo>
                    <a:pt x="104" y="536"/>
                  </a:lnTo>
                  <a:lnTo>
                    <a:pt x="104" y="536"/>
                  </a:lnTo>
                  <a:lnTo>
                    <a:pt x="104" y="533"/>
                  </a:lnTo>
                  <a:lnTo>
                    <a:pt x="104" y="533"/>
                  </a:lnTo>
                  <a:lnTo>
                    <a:pt x="104" y="533"/>
                  </a:lnTo>
                  <a:lnTo>
                    <a:pt x="104" y="533"/>
                  </a:lnTo>
                  <a:lnTo>
                    <a:pt x="104" y="533"/>
                  </a:lnTo>
                  <a:lnTo>
                    <a:pt x="106" y="533"/>
                  </a:lnTo>
                  <a:lnTo>
                    <a:pt x="106" y="533"/>
                  </a:lnTo>
                  <a:lnTo>
                    <a:pt x="106" y="531"/>
                  </a:lnTo>
                  <a:lnTo>
                    <a:pt x="109" y="531"/>
                  </a:lnTo>
                  <a:lnTo>
                    <a:pt x="109" y="531"/>
                  </a:lnTo>
                  <a:lnTo>
                    <a:pt x="109" y="531"/>
                  </a:lnTo>
                  <a:lnTo>
                    <a:pt x="109" y="531"/>
                  </a:lnTo>
                  <a:lnTo>
                    <a:pt x="111" y="531"/>
                  </a:lnTo>
                  <a:lnTo>
                    <a:pt x="111" y="529"/>
                  </a:lnTo>
                  <a:lnTo>
                    <a:pt x="111" y="529"/>
                  </a:lnTo>
                  <a:lnTo>
                    <a:pt x="111" y="531"/>
                  </a:lnTo>
                  <a:lnTo>
                    <a:pt x="111" y="531"/>
                  </a:lnTo>
                  <a:lnTo>
                    <a:pt x="111" y="531"/>
                  </a:lnTo>
                  <a:lnTo>
                    <a:pt x="111" y="533"/>
                  </a:lnTo>
                  <a:lnTo>
                    <a:pt x="111" y="533"/>
                  </a:lnTo>
                  <a:lnTo>
                    <a:pt x="111" y="533"/>
                  </a:lnTo>
                  <a:lnTo>
                    <a:pt x="111" y="533"/>
                  </a:lnTo>
                  <a:lnTo>
                    <a:pt x="111" y="533"/>
                  </a:lnTo>
                  <a:lnTo>
                    <a:pt x="111" y="536"/>
                  </a:lnTo>
                  <a:lnTo>
                    <a:pt x="113" y="536"/>
                  </a:lnTo>
                  <a:lnTo>
                    <a:pt x="113" y="536"/>
                  </a:lnTo>
                  <a:lnTo>
                    <a:pt x="113" y="536"/>
                  </a:lnTo>
                  <a:lnTo>
                    <a:pt x="113" y="538"/>
                  </a:lnTo>
                  <a:lnTo>
                    <a:pt x="116" y="538"/>
                  </a:lnTo>
                  <a:lnTo>
                    <a:pt x="116" y="538"/>
                  </a:lnTo>
                  <a:lnTo>
                    <a:pt x="116" y="538"/>
                  </a:lnTo>
                  <a:lnTo>
                    <a:pt x="116" y="538"/>
                  </a:lnTo>
                  <a:lnTo>
                    <a:pt x="116" y="538"/>
                  </a:lnTo>
                  <a:lnTo>
                    <a:pt x="118" y="538"/>
                  </a:lnTo>
                  <a:lnTo>
                    <a:pt x="118" y="538"/>
                  </a:lnTo>
                  <a:lnTo>
                    <a:pt x="118" y="538"/>
                  </a:lnTo>
                  <a:lnTo>
                    <a:pt x="118" y="536"/>
                  </a:lnTo>
                  <a:lnTo>
                    <a:pt x="118" y="536"/>
                  </a:lnTo>
                  <a:lnTo>
                    <a:pt x="118" y="533"/>
                  </a:lnTo>
                  <a:lnTo>
                    <a:pt x="120" y="533"/>
                  </a:lnTo>
                  <a:lnTo>
                    <a:pt x="120" y="533"/>
                  </a:lnTo>
                  <a:lnTo>
                    <a:pt x="123" y="533"/>
                  </a:lnTo>
                  <a:lnTo>
                    <a:pt x="123" y="533"/>
                  </a:lnTo>
                  <a:lnTo>
                    <a:pt x="123" y="533"/>
                  </a:lnTo>
                  <a:lnTo>
                    <a:pt x="123" y="533"/>
                  </a:lnTo>
                  <a:lnTo>
                    <a:pt x="125" y="533"/>
                  </a:lnTo>
                  <a:lnTo>
                    <a:pt x="125" y="533"/>
                  </a:lnTo>
                  <a:lnTo>
                    <a:pt x="125" y="533"/>
                  </a:lnTo>
                  <a:lnTo>
                    <a:pt x="125" y="533"/>
                  </a:lnTo>
                  <a:lnTo>
                    <a:pt x="128" y="533"/>
                  </a:lnTo>
                  <a:lnTo>
                    <a:pt x="128" y="533"/>
                  </a:lnTo>
                  <a:lnTo>
                    <a:pt x="128" y="531"/>
                  </a:lnTo>
                  <a:lnTo>
                    <a:pt x="128" y="531"/>
                  </a:lnTo>
                  <a:lnTo>
                    <a:pt x="128" y="529"/>
                  </a:lnTo>
                  <a:lnTo>
                    <a:pt x="128" y="529"/>
                  </a:lnTo>
                  <a:lnTo>
                    <a:pt x="128" y="529"/>
                  </a:lnTo>
                  <a:lnTo>
                    <a:pt x="128" y="526"/>
                  </a:lnTo>
                  <a:lnTo>
                    <a:pt x="125" y="526"/>
                  </a:lnTo>
                  <a:lnTo>
                    <a:pt x="125" y="526"/>
                  </a:lnTo>
                  <a:lnTo>
                    <a:pt x="125" y="524"/>
                  </a:lnTo>
                  <a:lnTo>
                    <a:pt x="125" y="524"/>
                  </a:lnTo>
                  <a:lnTo>
                    <a:pt x="125" y="524"/>
                  </a:lnTo>
                  <a:lnTo>
                    <a:pt x="125" y="524"/>
                  </a:lnTo>
                  <a:lnTo>
                    <a:pt x="125" y="524"/>
                  </a:lnTo>
                  <a:lnTo>
                    <a:pt x="125" y="522"/>
                  </a:lnTo>
                  <a:lnTo>
                    <a:pt x="123" y="522"/>
                  </a:lnTo>
                  <a:lnTo>
                    <a:pt x="123" y="522"/>
                  </a:lnTo>
                  <a:lnTo>
                    <a:pt x="125" y="522"/>
                  </a:lnTo>
                  <a:lnTo>
                    <a:pt x="125" y="519"/>
                  </a:lnTo>
                  <a:lnTo>
                    <a:pt x="125" y="519"/>
                  </a:lnTo>
                  <a:lnTo>
                    <a:pt x="125" y="519"/>
                  </a:lnTo>
                  <a:lnTo>
                    <a:pt x="125" y="517"/>
                  </a:lnTo>
                  <a:lnTo>
                    <a:pt x="125" y="517"/>
                  </a:lnTo>
                  <a:lnTo>
                    <a:pt x="125" y="517"/>
                  </a:lnTo>
                  <a:lnTo>
                    <a:pt x="123" y="517"/>
                  </a:lnTo>
                  <a:lnTo>
                    <a:pt x="123" y="517"/>
                  </a:lnTo>
                  <a:lnTo>
                    <a:pt x="123" y="517"/>
                  </a:lnTo>
                  <a:lnTo>
                    <a:pt x="120" y="517"/>
                  </a:lnTo>
                  <a:lnTo>
                    <a:pt x="120" y="517"/>
                  </a:lnTo>
                  <a:lnTo>
                    <a:pt x="118" y="517"/>
                  </a:lnTo>
                  <a:lnTo>
                    <a:pt x="118" y="517"/>
                  </a:lnTo>
                  <a:lnTo>
                    <a:pt x="118" y="514"/>
                  </a:lnTo>
                  <a:lnTo>
                    <a:pt x="118" y="514"/>
                  </a:lnTo>
                  <a:lnTo>
                    <a:pt x="118" y="514"/>
                  </a:lnTo>
                  <a:lnTo>
                    <a:pt x="118" y="514"/>
                  </a:lnTo>
                  <a:lnTo>
                    <a:pt x="116" y="514"/>
                  </a:lnTo>
                  <a:lnTo>
                    <a:pt x="116" y="512"/>
                  </a:lnTo>
                  <a:lnTo>
                    <a:pt x="116" y="512"/>
                  </a:lnTo>
                  <a:lnTo>
                    <a:pt x="116" y="512"/>
                  </a:lnTo>
                  <a:lnTo>
                    <a:pt x="116" y="512"/>
                  </a:lnTo>
                  <a:lnTo>
                    <a:pt x="116" y="510"/>
                  </a:lnTo>
                  <a:lnTo>
                    <a:pt x="116" y="510"/>
                  </a:lnTo>
                  <a:lnTo>
                    <a:pt x="116" y="510"/>
                  </a:lnTo>
                  <a:lnTo>
                    <a:pt x="116" y="507"/>
                  </a:lnTo>
                  <a:lnTo>
                    <a:pt x="116" y="507"/>
                  </a:lnTo>
                  <a:lnTo>
                    <a:pt x="116" y="507"/>
                  </a:lnTo>
                  <a:lnTo>
                    <a:pt x="116" y="507"/>
                  </a:lnTo>
                  <a:lnTo>
                    <a:pt x="116" y="505"/>
                  </a:lnTo>
                  <a:lnTo>
                    <a:pt x="116" y="505"/>
                  </a:lnTo>
                  <a:lnTo>
                    <a:pt x="118" y="505"/>
                  </a:lnTo>
                  <a:lnTo>
                    <a:pt x="118" y="505"/>
                  </a:lnTo>
                  <a:lnTo>
                    <a:pt x="118" y="505"/>
                  </a:lnTo>
                  <a:lnTo>
                    <a:pt x="118" y="505"/>
                  </a:lnTo>
                  <a:lnTo>
                    <a:pt x="118" y="503"/>
                  </a:lnTo>
                  <a:lnTo>
                    <a:pt x="118" y="503"/>
                  </a:lnTo>
                  <a:lnTo>
                    <a:pt x="116" y="503"/>
                  </a:lnTo>
                  <a:lnTo>
                    <a:pt x="116" y="503"/>
                  </a:lnTo>
                  <a:lnTo>
                    <a:pt x="116" y="500"/>
                  </a:lnTo>
                  <a:lnTo>
                    <a:pt x="116" y="500"/>
                  </a:lnTo>
                  <a:lnTo>
                    <a:pt x="116" y="500"/>
                  </a:lnTo>
                  <a:lnTo>
                    <a:pt x="116" y="498"/>
                  </a:lnTo>
                  <a:lnTo>
                    <a:pt x="116" y="498"/>
                  </a:lnTo>
                  <a:lnTo>
                    <a:pt x="116" y="498"/>
                  </a:lnTo>
                  <a:lnTo>
                    <a:pt x="116" y="496"/>
                  </a:lnTo>
                  <a:lnTo>
                    <a:pt x="116" y="496"/>
                  </a:lnTo>
                  <a:lnTo>
                    <a:pt x="116" y="496"/>
                  </a:lnTo>
                  <a:lnTo>
                    <a:pt x="116" y="496"/>
                  </a:lnTo>
                  <a:lnTo>
                    <a:pt x="116" y="496"/>
                  </a:lnTo>
                  <a:lnTo>
                    <a:pt x="118" y="496"/>
                  </a:lnTo>
                  <a:lnTo>
                    <a:pt x="118" y="496"/>
                  </a:lnTo>
                  <a:lnTo>
                    <a:pt x="118" y="496"/>
                  </a:lnTo>
                  <a:lnTo>
                    <a:pt x="120" y="496"/>
                  </a:lnTo>
                  <a:lnTo>
                    <a:pt x="120" y="496"/>
                  </a:lnTo>
                  <a:lnTo>
                    <a:pt x="123" y="496"/>
                  </a:lnTo>
                  <a:lnTo>
                    <a:pt x="123" y="496"/>
                  </a:lnTo>
                  <a:lnTo>
                    <a:pt x="123" y="496"/>
                  </a:lnTo>
                  <a:lnTo>
                    <a:pt x="125" y="496"/>
                  </a:lnTo>
                  <a:lnTo>
                    <a:pt x="125" y="496"/>
                  </a:lnTo>
                  <a:lnTo>
                    <a:pt x="125" y="496"/>
                  </a:lnTo>
                  <a:lnTo>
                    <a:pt x="125" y="493"/>
                  </a:lnTo>
                  <a:lnTo>
                    <a:pt x="125" y="493"/>
                  </a:lnTo>
                  <a:lnTo>
                    <a:pt x="125" y="493"/>
                  </a:lnTo>
                  <a:lnTo>
                    <a:pt x="128" y="493"/>
                  </a:lnTo>
                  <a:lnTo>
                    <a:pt x="128" y="493"/>
                  </a:lnTo>
                  <a:lnTo>
                    <a:pt x="128" y="491"/>
                  </a:lnTo>
                  <a:lnTo>
                    <a:pt x="128" y="491"/>
                  </a:lnTo>
                  <a:lnTo>
                    <a:pt x="128" y="491"/>
                  </a:lnTo>
                  <a:lnTo>
                    <a:pt x="130" y="491"/>
                  </a:lnTo>
                  <a:lnTo>
                    <a:pt x="130" y="488"/>
                  </a:lnTo>
                  <a:lnTo>
                    <a:pt x="128" y="488"/>
                  </a:lnTo>
                  <a:lnTo>
                    <a:pt x="128" y="488"/>
                  </a:lnTo>
                  <a:lnTo>
                    <a:pt x="128" y="486"/>
                  </a:lnTo>
                  <a:lnTo>
                    <a:pt x="128" y="486"/>
                  </a:lnTo>
                  <a:lnTo>
                    <a:pt x="128" y="484"/>
                  </a:lnTo>
                  <a:lnTo>
                    <a:pt x="130" y="484"/>
                  </a:lnTo>
                  <a:lnTo>
                    <a:pt x="130" y="484"/>
                  </a:lnTo>
                  <a:lnTo>
                    <a:pt x="130" y="486"/>
                  </a:lnTo>
                  <a:lnTo>
                    <a:pt x="130" y="486"/>
                  </a:lnTo>
                  <a:lnTo>
                    <a:pt x="132" y="486"/>
                  </a:lnTo>
                  <a:lnTo>
                    <a:pt x="132" y="484"/>
                  </a:lnTo>
                  <a:lnTo>
                    <a:pt x="132" y="484"/>
                  </a:lnTo>
                  <a:lnTo>
                    <a:pt x="132" y="484"/>
                  </a:lnTo>
                  <a:lnTo>
                    <a:pt x="132" y="484"/>
                  </a:lnTo>
                  <a:lnTo>
                    <a:pt x="132" y="484"/>
                  </a:lnTo>
                  <a:lnTo>
                    <a:pt x="135" y="484"/>
                  </a:lnTo>
                  <a:lnTo>
                    <a:pt x="135" y="481"/>
                  </a:lnTo>
                  <a:lnTo>
                    <a:pt x="135" y="481"/>
                  </a:lnTo>
                  <a:lnTo>
                    <a:pt x="135" y="481"/>
                  </a:lnTo>
                  <a:lnTo>
                    <a:pt x="135" y="479"/>
                  </a:lnTo>
                  <a:lnTo>
                    <a:pt x="137" y="479"/>
                  </a:lnTo>
                  <a:lnTo>
                    <a:pt x="137" y="479"/>
                  </a:lnTo>
                  <a:lnTo>
                    <a:pt x="137" y="479"/>
                  </a:lnTo>
                  <a:lnTo>
                    <a:pt x="139" y="479"/>
                  </a:lnTo>
                  <a:lnTo>
                    <a:pt x="139" y="479"/>
                  </a:lnTo>
                  <a:lnTo>
                    <a:pt x="139" y="479"/>
                  </a:lnTo>
                  <a:lnTo>
                    <a:pt x="139" y="477"/>
                  </a:lnTo>
                  <a:lnTo>
                    <a:pt x="139" y="477"/>
                  </a:lnTo>
                  <a:lnTo>
                    <a:pt x="139" y="477"/>
                  </a:lnTo>
                  <a:lnTo>
                    <a:pt x="139" y="474"/>
                  </a:lnTo>
                  <a:lnTo>
                    <a:pt x="142" y="474"/>
                  </a:lnTo>
                  <a:lnTo>
                    <a:pt x="142" y="474"/>
                  </a:lnTo>
                  <a:lnTo>
                    <a:pt x="142" y="474"/>
                  </a:lnTo>
                  <a:lnTo>
                    <a:pt x="142" y="472"/>
                  </a:lnTo>
                  <a:lnTo>
                    <a:pt x="142" y="472"/>
                  </a:lnTo>
                  <a:lnTo>
                    <a:pt x="142" y="469"/>
                  </a:lnTo>
                  <a:lnTo>
                    <a:pt x="142" y="469"/>
                  </a:lnTo>
                  <a:lnTo>
                    <a:pt x="142" y="469"/>
                  </a:lnTo>
                  <a:lnTo>
                    <a:pt x="142" y="467"/>
                  </a:lnTo>
                  <a:lnTo>
                    <a:pt x="144" y="467"/>
                  </a:lnTo>
                  <a:lnTo>
                    <a:pt x="144" y="467"/>
                  </a:lnTo>
                  <a:lnTo>
                    <a:pt x="144" y="465"/>
                  </a:lnTo>
                  <a:lnTo>
                    <a:pt x="144" y="465"/>
                  </a:lnTo>
                  <a:lnTo>
                    <a:pt x="144" y="465"/>
                  </a:lnTo>
                  <a:lnTo>
                    <a:pt x="144" y="465"/>
                  </a:lnTo>
                  <a:lnTo>
                    <a:pt x="144" y="462"/>
                  </a:lnTo>
                  <a:lnTo>
                    <a:pt x="144" y="462"/>
                  </a:lnTo>
                  <a:lnTo>
                    <a:pt x="144" y="462"/>
                  </a:lnTo>
                  <a:lnTo>
                    <a:pt x="144" y="460"/>
                  </a:lnTo>
                  <a:lnTo>
                    <a:pt x="144" y="460"/>
                  </a:lnTo>
                  <a:lnTo>
                    <a:pt x="146" y="460"/>
                  </a:lnTo>
                  <a:lnTo>
                    <a:pt x="146" y="458"/>
                  </a:lnTo>
                  <a:lnTo>
                    <a:pt x="144" y="458"/>
                  </a:lnTo>
                  <a:lnTo>
                    <a:pt x="144" y="458"/>
                  </a:lnTo>
                  <a:lnTo>
                    <a:pt x="144" y="458"/>
                  </a:lnTo>
                  <a:lnTo>
                    <a:pt x="144" y="458"/>
                  </a:lnTo>
                  <a:lnTo>
                    <a:pt x="142" y="458"/>
                  </a:lnTo>
                  <a:lnTo>
                    <a:pt x="142" y="458"/>
                  </a:lnTo>
                  <a:lnTo>
                    <a:pt x="142" y="458"/>
                  </a:lnTo>
                  <a:lnTo>
                    <a:pt x="139" y="458"/>
                  </a:lnTo>
                  <a:lnTo>
                    <a:pt x="139" y="460"/>
                  </a:lnTo>
                  <a:lnTo>
                    <a:pt x="139" y="460"/>
                  </a:lnTo>
                  <a:lnTo>
                    <a:pt x="139" y="460"/>
                  </a:lnTo>
                  <a:lnTo>
                    <a:pt x="139" y="460"/>
                  </a:lnTo>
                  <a:lnTo>
                    <a:pt x="137" y="460"/>
                  </a:lnTo>
                  <a:lnTo>
                    <a:pt x="137" y="460"/>
                  </a:lnTo>
                  <a:lnTo>
                    <a:pt x="137" y="458"/>
                  </a:lnTo>
                  <a:lnTo>
                    <a:pt x="137" y="458"/>
                  </a:lnTo>
                  <a:lnTo>
                    <a:pt x="137" y="458"/>
                  </a:lnTo>
                  <a:lnTo>
                    <a:pt x="137" y="455"/>
                  </a:lnTo>
                  <a:lnTo>
                    <a:pt x="137" y="455"/>
                  </a:lnTo>
                  <a:lnTo>
                    <a:pt x="137" y="455"/>
                  </a:lnTo>
                  <a:lnTo>
                    <a:pt x="137" y="455"/>
                  </a:lnTo>
                  <a:lnTo>
                    <a:pt x="135" y="455"/>
                  </a:lnTo>
                  <a:lnTo>
                    <a:pt x="135" y="455"/>
                  </a:lnTo>
                  <a:lnTo>
                    <a:pt x="135" y="455"/>
                  </a:lnTo>
                  <a:lnTo>
                    <a:pt x="132" y="455"/>
                  </a:lnTo>
                  <a:lnTo>
                    <a:pt x="132" y="455"/>
                  </a:lnTo>
                  <a:lnTo>
                    <a:pt x="132" y="455"/>
                  </a:lnTo>
                  <a:lnTo>
                    <a:pt x="132" y="455"/>
                  </a:lnTo>
                  <a:lnTo>
                    <a:pt x="132" y="453"/>
                  </a:lnTo>
                  <a:lnTo>
                    <a:pt x="130" y="453"/>
                  </a:lnTo>
                  <a:lnTo>
                    <a:pt x="130" y="453"/>
                  </a:lnTo>
                  <a:lnTo>
                    <a:pt x="130" y="453"/>
                  </a:lnTo>
                  <a:lnTo>
                    <a:pt x="130" y="451"/>
                  </a:lnTo>
                  <a:lnTo>
                    <a:pt x="130" y="451"/>
                  </a:lnTo>
                  <a:lnTo>
                    <a:pt x="130" y="451"/>
                  </a:lnTo>
                  <a:lnTo>
                    <a:pt x="130" y="448"/>
                  </a:lnTo>
                  <a:lnTo>
                    <a:pt x="128" y="448"/>
                  </a:lnTo>
                  <a:lnTo>
                    <a:pt x="128" y="448"/>
                  </a:lnTo>
                  <a:lnTo>
                    <a:pt x="125" y="448"/>
                  </a:lnTo>
                  <a:lnTo>
                    <a:pt x="125" y="448"/>
                  </a:lnTo>
                  <a:lnTo>
                    <a:pt x="125" y="446"/>
                  </a:lnTo>
                  <a:lnTo>
                    <a:pt x="125" y="446"/>
                  </a:lnTo>
                  <a:lnTo>
                    <a:pt x="125" y="446"/>
                  </a:lnTo>
                  <a:lnTo>
                    <a:pt x="125" y="446"/>
                  </a:lnTo>
                  <a:lnTo>
                    <a:pt x="123" y="446"/>
                  </a:lnTo>
                  <a:lnTo>
                    <a:pt x="123" y="446"/>
                  </a:lnTo>
                  <a:lnTo>
                    <a:pt x="123" y="446"/>
                  </a:lnTo>
                  <a:lnTo>
                    <a:pt x="123" y="446"/>
                  </a:lnTo>
                  <a:lnTo>
                    <a:pt x="123" y="448"/>
                  </a:lnTo>
                  <a:lnTo>
                    <a:pt x="120" y="448"/>
                  </a:lnTo>
                  <a:lnTo>
                    <a:pt x="120" y="446"/>
                  </a:lnTo>
                  <a:lnTo>
                    <a:pt x="120" y="446"/>
                  </a:lnTo>
                  <a:lnTo>
                    <a:pt x="118" y="446"/>
                  </a:lnTo>
                  <a:lnTo>
                    <a:pt x="118" y="446"/>
                  </a:lnTo>
                  <a:lnTo>
                    <a:pt x="118" y="446"/>
                  </a:lnTo>
                  <a:lnTo>
                    <a:pt x="116" y="446"/>
                  </a:lnTo>
                  <a:lnTo>
                    <a:pt x="116" y="448"/>
                  </a:lnTo>
                  <a:lnTo>
                    <a:pt x="116" y="448"/>
                  </a:lnTo>
                  <a:lnTo>
                    <a:pt x="116" y="448"/>
                  </a:lnTo>
                  <a:lnTo>
                    <a:pt x="113" y="448"/>
                  </a:lnTo>
                  <a:lnTo>
                    <a:pt x="113" y="446"/>
                  </a:lnTo>
                  <a:lnTo>
                    <a:pt x="113" y="446"/>
                  </a:lnTo>
                  <a:lnTo>
                    <a:pt x="111" y="446"/>
                  </a:lnTo>
                  <a:lnTo>
                    <a:pt x="111" y="448"/>
                  </a:lnTo>
                  <a:lnTo>
                    <a:pt x="111" y="448"/>
                  </a:lnTo>
                  <a:lnTo>
                    <a:pt x="111" y="448"/>
                  </a:lnTo>
                  <a:lnTo>
                    <a:pt x="109" y="448"/>
                  </a:lnTo>
                  <a:lnTo>
                    <a:pt x="109" y="448"/>
                  </a:lnTo>
                  <a:lnTo>
                    <a:pt x="109" y="448"/>
                  </a:lnTo>
                  <a:lnTo>
                    <a:pt x="109" y="451"/>
                  </a:lnTo>
                  <a:lnTo>
                    <a:pt x="109" y="451"/>
                  </a:lnTo>
                  <a:lnTo>
                    <a:pt x="106" y="451"/>
                  </a:lnTo>
                  <a:lnTo>
                    <a:pt x="106" y="451"/>
                  </a:lnTo>
                  <a:lnTo>
                    <a:pt x="106" y="451"/>
                  </a:lnTo>
                  <a:lnTo>
                    <a:pt x="104" y="451"/>
                  </a:lnTo>
                  <a:lnTo>
                    <a:pt x="104" y="451"/>
                  </a:lnTo>
                  <a:lnTo>
                    <a:pt x="104" y="453"/>
                  </a:lnTo>
                  <a:lnTo>
                    <a:pt x="104" y="453"/>
                  </a:lnTo>
                  <a:lnTo>
                    <a:pt x="104" y="453"/>
                  </a:lnTo>
                  <a:lnTo>
                    <a:pt x="101" y="453"/>
                  </a:lnTo>
                  <a:lnTo>
                    <a:pt x="101" y="453"/>
                  </a:lnTo>
                  <a:lnTo>
                    <a:pt x="99" y="453"/>
                  </a:lnTo>
                  <a:lnTo>
                    <a:pt x="99" y="455"/>
                  </a:lnTo>
                  <a:lnTo>
                    <a:pt x="99" y="455"/>
                  </a:lnTo>
                  <a:lnTo>
                    <a:pt x="99" y="455"/>
                  </a:lnTo>
                  <a:lnTo>
                    <a:pt x="99" y="455"/>
                  </a:lnTo>
                  <a:lnTo>
                    <a:pt x="99" y="455"/>
                  </a:lnTo>
                  <a:lnTo>
                    <a:pt x="97" y="455"/>
                  </a:lnTo>
                  <a:lnTo>
                    <a:pt x="97" y="458"/>
                  </a:lnTo>
                  <a:lnTo>
                    <a:pt x="97" y="458"/>
                  </a:lnTo>
                  <a:lnTo>
                    <a:pt x="97" y="455"/>
                  </a:lnTo>
                  <a:lnTo>
                    <a:pt x="97" y="455"/>
                  </a:lnTo>
                  <a:lnTo>
                    <a:pt x="94" y="455"/>
                  </a:lnTo>
                  <a:lnTo>
                    <a:pt x="94" y="455"/>
                  </a:lnTo>
                  <a:lnTo>
                    <a:pt x="94" y="458"/>
                  </a:lnTo>
                  <a:lnTo>
                    <a:pt x="94" y="458"/>
                  </a:lnTo>
                  <a:lnTo>
                    <a:pt x="92" y="458"/>
                  </a:lnTo>
                  <a:lnTo>
                    <a:pt x="92" y="458"/>
                  </a:lnTo>
                  <a:lnTo>
                    <a:pt x="92" y="458"/>
                  </a:lnTo>
                  <a:lnTo>
                    <a:pt x="90" y="458"/>
                  </a:lnTo>
                  <a:lnTo>
                    <a:pt x="90" y="458"/>
                  </a:lnTo>
                  <a:lnTo>
                    <a:pt x="90" y="458"/>
                  </a:lnTo>
                  <a:lnTo>
                    <a:pt x="87" y="458"/>
                  </a:lnTo>
                  <a:lnTo>
                    <a:pt x="87" y="458"/>
                  </a:lnTo>
                  <a:lnTo>
                    <a:pt x="87" y="460"/>
                  </a:lnTo>
                  <a:lnTo>
                    <a:pt x="85" y="460"/>
                  </a:lnTo>
                  <a:lnTo>
                    <a:pt x="85" y="458"/>
                  </a:lnTo>
                  <a:lnTo>
                    <a:pt x="85" y="458"/>
                  </a:lnTo>
                  <a:lnTo>
                    <a:pt x="85" y="458"/>
                  </a:lnTo>
                  <a:lnTo>
                    <a:pt x="85" y="460"/>
                  </a:lnTo>
                  <a:lnTo>
                    <a:pt x="83" y="460"/>
                  </a:lnTo>
                  <a:lnTo>
                    <a:pt x="83" y="458"/>
                  </a:lnTo>
                  <a:lnTo>
                    <a:pt x="83" y="458"/>
                  </a:lnTo>
                  <a:lnTo>
                    <a:pt x="83" y="458"/>
                  </a:lnTo>
                  <a:lnTo>
                    <a:pt x="83" y="458"/>
                  </a:lnTo>
                  <a:lnTo>
                    <a:pt x="80" y="458"/>
                  </a:lnTo>
                  <a:lnTo>
                    <a:pt x="80" y="458"/>
                  </a:lnTo>
                  <a:lnTo>
                    <a:pt x="78" y="458"/>
                  </a:lnTo>
                  <a:lnTo>
                    <a:pt x="78" y="455"/>
                  </a:lnTo>
                  <a:lnTo>
                    <a:pt x="78" y="455"/>
                  </a:lnTo>
                  <a:lnTo>
                    <a:pt x="78" y="458"/>
                  </a:lnTo>
                  <a:lnTo>
                    <a:pt x="78" y="458"/>
                  </a:lnTo>
                  <a:lnTo>
                    <a:pt x="78" y="458"/>
                  </a:lnTo>
                  <a:lnTo>
                    <a:pt x="78" y="458"/>
                  </a:lnTo>
                  <a:lnTo>
                    <a:pt x="75" y="458"/>
                  </a:lnTo>
                  <a:lnTo>
                    <a:pt x="75" y="455"/>
                  </a:lnTo>
                  <a:lnTo>
                    <a:pt x="75" y="455"/>
                  </a:lnTo>
                  <a:lnTo>
                    <a:pt x="75" y="455"/>
                  </a:lnTo>
                  <a:lnTo>
                    <a:pt x="75" y="455"/>
                  </a:lnTo>
                  <a:lnTo>
                    <a:pt x="75" y="455"/>
                  </a:lnTo>
                  <a:lnTo>
                    <a:pt x="73" y="455"/>
                  </a:lnTo>
                  <a:lnTo>
                    <a:pt x="73" y="455"/>
                  </a:lnTo>
                  <a:lnTo>
                    <a:pt x="71" y="455"/>
                  </a:lnTo>
                  <a:lnTo>
                    <a:pt x="71" y="455"/>
                  </a:lnTo>
                  <a:lnTo>
                    <a:pt x="71" y="453"/>
                  </a:lnTo>
                  <a:lnTo>
                    <a:pt x="71" y="453"/>
                  </a:lnTo>
                  <a:lnTo>
                    <a:pt x="68" y="453"/>
                  </a:lnTo>
                  <a:lnTo>
                    <a:pt x="68" y="453"/>
                  </a:lnTo>
                  <a:lnTo>
                    <a:pt x="66" y="453"/>
                  </a:lnTo>
                  <a:lnTo>
                    <a:pt x="66" y="453"/>
                  </a:lnTo>
                  <a:lnTo>
                    <a:pt x="66" y="453"/>
                  </a:lnTo>
                  <a:lnTo>
                    <a:pt x="66" y="453"/>
                  </a:lnTo>
                  <a:lnTo>
                    <a:pt x="64" y="453"/>
                  </a:lnTo>
                  <a:lnTo>
                    <a:pt x="64" y="451"/>
                  </a:lnTo>
                  <a:lnTo>
                    <a:pt x="64" y="451"/>
                  </a:lnTo>
                  <a:lnTo>
                    <a:pt x="64" y="448"/>
                  </a:lnTo>
                  <a:lnTo>
                    <a:pt x="64" y="448"/>
                  </a:lnTo>
                  <a:lnTo>
                    <a:pt x="64" y="448"/>
                  </a:lnTo>
                  <a:lnTo>
                    <a:pt x="64" y="448"/>
                  </a:lnTo>
                  <a:lnTo>
                    <a:pt x="64" y="448"/>
                  </a:lnTo>
                  <a:lnTo>
                    <a:pt x="61" y="448"/>
                  </a:lnTo>
                  <a:lnTo>
                    <a:pt x="61" y="448"/>
                  </a:lnTo>
                  <a:lnTo>
                    <a:pt x="59" y="448"/>
                  </a:lnTo>
                  <a:lnTo>
                    <a:pt x="59" y="451"/>
                  </a:lnTo>
                  <a:lnTo>
                    <a:pt x="59" y="451"/>
                  </a:lnTo>
                  <a:lnTo>
                    <a:pt x="59" y="451"/>
                  </a:lnTo>
                  <a:lnTo>
                    <a:pt x="57" y="451"/>
                  </a:lnTo>
                  <a:lnTo>
                    <a:pt x="57" y="451"/>
                  </a:lnTo>
                  <a:lnTo>
                    <a:pt x="57" y="451"/>
                  </a:lnTo>
                  <a:lnTo>
                    <a:pt x="54" y="451"/>
                  </a:lnTo>
                  <a:lnTo>
                    <a:pt x="54" y="448"/>
                  </a:lnTo>
                  <a:lnTo>
                    <a:pt x="54" y="448"/>
                  </a:lnTo>
                  <a:lnTo>
                    <a:pt x="54" y="446"/>
                  </a:lnTo>
                  <a:lnTo>
                    <a:pt x="54" y="446"/>
                  </a:lnTo>
                  <a:lnTo>
                    <a:pt x="54" y="446"/>
                  </a:lnTo>
                  <a:lnTo>
                    <a:pt x="52" y="446"/>
                  </a:lnTo>
                  <a:lnTo>
                    <a:pt x="52" y="446"/>
                  </a:lnTo>
                  <a:lnTo>
                    <a:pt x="52" y="443"/>
                  </a:lnTo>
                  <a:lnTo>
                    <a:pt x="52" y="443"/>
                  </a:lnTo>
                  <a:lnTo>
                    <a:pt x="54" y="443"/>
                  </a:lnTo>
                  <a:lnTo>
                    <a:pt x="54" y="443"/>
                  </a:lnTo>
                  <a:lnTo>
                    <a:pt x="54" y="443"/>
                  </a:lnTo>
                  <a:lnTo>
                    <a:pt x="54" y="443"/>
                  </a:lnTo>
                  <a:lnTo>
                    <a:pt x="54" y="443"/>
                  </a:lnTo>
                  <a:lnTo>
                    <a:pt x="54" y="441"/>
                  </a:lnTo>
                  <a:lnTo>
                    <a:pt x="52" y="441"/>
                  </a:lnTo>
                  <a:lnTo>
                    <a:pt x="52" y="441"/>
                  </a:lnTo>
                  <a:lnTo>
                    <a:pt x="54" y="441"/>
                  </a:lnTo>
                  <a:lnTo>
                    <a:pt x="54" y="441"/>
                  </a:lnTo>
                  <a:lnTo>
                    <a:pt x="54" y="439"/>
                  </a:lnTo>
                  <a:lnTo>
                    <a:pt x="54" y="439"/>
                  </a:lnTo>
                  <a:lnTo>
                    <a:pt x="52" y="439"/>
                  </a:lnTo>
                  <a:lnTo>
                    <a:pt x="52" y="439"/>
                  </a:lnTo>
                  <a:lnTo>
                    <a:pt x="52" y="436"/>
                  </a:lnTo>
                  <a:lnTo>
                    <a:pt x="52" y="436"/>
                  </a:lnTo>
                  <a:lnTo>
                    <a:pt x="52" y="436"/>
                  </a:lnTo>
                  <a:lnTo>
                    <a:pt x="52" y="436"/>
                  </a:lnTo>
                  <a:lnTo>
                    <a:pt x="52" y="434"/>
                  </a:lnTo>
                  <a:lnTo>
                    <a:pt x="52" y="434"/>
                  </a:lnTo>
                  <a:lnTo>
                    <a:pt x="52" y="434"/>
                  </a:lnTo>
                  <a:lnTo>
                    <a:pt x="52" y="434"/>
                  </a:lnTo>
                  <a:lnTo>
                    <a:pt x="52" y="434"/>
                  </a:lnTo>
                  <a:lnTo>
                    <a:pt x="52" y="432"/>
                  </a:lnTo>
                  <a:lnTo>
                    <a:pt x="49" y="432"/>
                  </a:lnTo>
                  <a:lnTo>
                    <a:pt x="49" y="432"/>
                  </a:lnTo>
                  <a:lnTo>
                    <a:pt x="49" y="429"/>
                  </a:lnTo>
                  <a:lnTo>
                    <a:pt x="49" y="429"/>
                  </a:lnTo>
                  <a:lnTo>
                    <a:pt x="49" y="429"/>
                  </a:lnTo>
                  <a:lnTo>
                    <a:pt x="49" y="429"/>
                  </a:lnTo>
                  <a:lnTo>
                    <a:pt x="49" y="427"/>
                  </a:lnTo>
                  <a:lnTo>
                    <a:pt x="47" y="427"/>
                  </a:lnTo>
                  <a:lnTo>
                    <a:pt x="47" y="427"/>
                  </a:lnTo>
                  <a:lnTo>
                    <a:pt x="47" y="427"/>
                  </a:lnTo>
                  <a:lnTo>
                    <a:pt x="45" y="427"/>
                  </a:lnTo>
                  <a:lnTo>
                    <a:pt x="45" y="427"/>
                  </a:lnTo>
                  <a:lnTo>
                    <a:pt x="45" y="424"/>
                  </a:lnTo>
                  <a:lnTo>
                    <a:pt x="45" y="424"/>
                  </a:lnTo>
                  <a:lnTo>
                    <a:pt x="42" y="424"/>
                  </a:lnTo>
                  <a:lnTo>
                    <a:pt x="42" y="424"/>
                  </a:lnTo>
                  <a:lnTo>
                    <a:pt x="42" y="427"/>
                  </a:lnTo>
                  <a:lnTo>
                    <a:pt x="42" y="427"/>
                  </a:lnTo>
                  <a:lnTo>
                    <a:pt x="40" y="427"/>
                  </a:lnTo>
                  <a:lnTo>
                    <a:pt x="40" y="427"/>
                  </a:lnTo>
                  <a:lnTo>
                    <a:pt x="40" y="424"/>
                  </a:lnTo>
                  <a:lnTo>
                    <a:pt x="40" y="424"/>
                  </a:lnTo>
                  <a:lnTo>
                    <a:pt x="40" y="424"/>
                  </a:lnTo>
                  <a:lnTo>
                    <a:pt x="40" y="422"/>
                  </a:lnTo>
                  <a:lnTo>
                    <a:pt x="40" y="422"/>
                  </a:lnTo>
                  <a:lnTo>
                    <a:pt x="38" y="422"/>
                  </a:lnTo>
                  <a:lnTo>
                    <a:pt x="38" y="422"/>
                  </a:lnTo>
                  <a:lnTo>
                    <a:pt x="38" y="422"/>
                  </a:lnTo>
                  <a:lnTo>
                    <a:pt x="35" y="422"/>
                  </a:lnTo>
                  <a:lnTo>
                    <a:pt x="35" y="422"/>
                  </a:lnTo>
                  <a:lnTo>
                    <a:pt x="35" y="420"/>
                  </a:lnTo>
                  <a:lnTo>
                    <a:pt x="33" y="420"/>
                  </a:lnTo>
                  <a:lnTo>
                    <a:pt x="33" y="420"/>
                  </a:lnTo>
                  <a:lnTo>
                    <a:pt x="33" y="420"/>
                  </a:lnTo>
                  <a:lnTo>
                    <a:pt x="30" y="420"/>
                  </a:lnTo>
                  <a:lnTo>
                    <a:pt x="30" y="420"/>
                  </a:lnTo>
                  <a:lnTo>
                    <a:pt x="30" y="422"/>
                  </a:lnTo>
                  <a:lnTo>
                    <a:pt x="30" y="422"/>
                  </a:lnTo>
                  <a:lnTo>
                    <a:pt x="28" y="422"/>
                  </a:lnTo>
                  <a:lnTo>
                    <a:pt x="28" y="422"/>
                  </a:lnTo>
                  <a:lnTo>
                    <a:pt x="26" y="422"/>
                  </a:lnTo>
                  <a:lnTo>
                    <a:pt x="26" y="420"/>
                  </a:lnTo>
                  <a:lnTo>
                    <a:pt x="26" y="420"/>
                  </a:lnTo>
                  <a:lnTo>
                    <a:pt x="26" y="420"/>
                  </a:lnTo>
                  <a:lnTo>
                    <a:pt x="26" y="420"/>
                  </a:lnTo>
                  <a:lnTo>
                    <a:pt x="23" y="420"/>
                  </a:lnTo>
                  <a:lnTo>
                    <a:pt x="23" y="417"/>
                  </a:lnTo>
                  <a:lnTo>
                    <a:pt x="23" y="417"/>
                  </a:lnTo>
                  <a:lnTo>
                    <a:pt x="23" y="417"/>
                  </a:lnTo>
                  <a:lnTo>
                    <a:pt x="23" y="420"/>
                  </a:lnTo>
                  <a:lnTo>
                    <a:pt x="21" y="420"/>
                  </a:lnTo>
                  <a:lnTo>
                    <a:pt x="21" y="420"/>
                  </a:lnTo>
                  <a:lnTo>
                    <a:pt x="21" y="417"/>
                  </a:lnTo>
                  <a:lnTo>
                    <a:pt x="19" y="417"/>
                  </a:lnTo>
                  <a:lnTo>
                    <a:pt x="19" y="417"/>
                  </a:lnTo>
                  <a:lnTo>
                    <a:pt x="19" y="417"/>
                  </a:lnTo>
                  <a:lnTo>
                    <a:pt x="19" y="415"/>
                  </a:lnTo>
                  <a:lnTo>
                    <a:pt x="19" y="415"/>
                  </a:lnTo>
                  <a:lnTo>
                    <a:pt x="19" y="415"/>
                  </a:lnTo>
                  <a:lnTo>
                    <a:pt x="19" y="415"/>
                  </a:lnTo>
                  <a:lnTo>
                    <a:pt x="21" y="415"/>
                  </a:lnTo>
                  <a:lnTo>
                    <a:pt x="21" y="415"/>
                  </a:lnTo>
                  <a:lnTo>
                    <a:pt x="23" y="415"/>
                  </a:lnTo>
                  <a:lnTo>
                    <a:pt x="23" y="415"/>
                  </a:lnTo>
                  <a:lnTo>
                    <a:pt x="23" y="415"/>
                  </a:lnTo>
                  <a:lnTo>
                    <a:pt x="23" y="413"/>
                  </a:lnTo>
                  <a:lnTo>
                    <a:pt x="26" y="413"/>
                  </a:lnTo>
                  <a:lnTo>
                    <a:pt x="26" y="415"/>
                  </a:lnTo>
                  <a:lnTo>
                    <a:pt x="26" y="415"/>
                  </a:lnTo>
                  <a:lnTo>
                    <a:pt x="26" y="415"/>
                  </a:lnTo>
                  <a:lnTo>
                    <a:pt x="26" y="415"/>
                  </a:lnTo>
                  <a:lnTo>
                    <a:pt x="28" y="415"/>
                  </a:lnTo>
                  <a:lnTo>
                    <a:pt x="28" y="415"/>
                  </a:lnTo>
                  <a:lnTo>
                    <a:pt x="28" y="415"/>
                  </a:lnTo>
                  <a:lnTo>
                    <a:pt x="28" y="413"/>
                  </a:lnTo>
                  <a:lnTo>
                    <a:pt x="30" y="413"/>
                  </a:lnTo>
                  <a:lnTo>
                    <a:pt x="30" y="413"/>
                  </a:lnTo>
                  <a:lnTo>
                    <a:pt x="30" y="413"/>
                  </a:lnTo>
                  <a:lnTo>
                    <a:pt x="30" y="413"/>
                  </a:lnTo>
                  <a:lnTo>
                    <a:pt x="33" y="413"/>
                  </a:lnTo>
                  <a:lnTo>
                    <a:pt x="33" y="413"/>
                  </a:lnTo>
                  <a:lnTo>
                    <a:pt x="33" y="410"/>
                  </a:lnTo>
                  <a:lnTo>
                    <a:pt x="33" y="410"/>
                  </a:lnTo>
                  <a:lnTo>
                    <a:pt x="33" y="408"/>
                  </a:lnTo>
                  <a:lnTo>
                    <a:pt x="33" y="408"/>
                  </a:lnTo>
                  <a:lnTo>
                    <a:pt x="33" y="408"/>
                  </a:lnTo>
                  <a:lnTo>
                    <a:pt x="30" y="408"/>
                  </a:lnTo>
                  <a:lnTo>
                    <a:pt x="30" y="405"/>
                  </a:lnTo>
                  <a:lnTo>
                    <a:pt x="30" y="405"/>
                  </a:lnTo>
                  <a:lnTo>
                    <a:pt x="30" y="405"/>
                  </a:lnTo>
                  <a:lnTo>
                    <a:pt x="28" y="405"/>
                  </a:lnTo>
                  <a:lnTo>
                    <a:pt x="28" y="405"/>
                  </a:lnTo>
                  <a:lnTo>
                    <a:pt x="28" y="405"/>
                  </a:lnTo>
                  <a:lnTo>
                    <a:pt x="28" y="403"/>
                  </a:lnTo>
                  <a:lnTo>
                    <a:pt x="28" y="403"/>
                  </a:lnTo>
                  <a:lnTo>
                    <a:pt x="30" y="403"/>
                  </a:lnTo>
                  <a:lnTo>
                    <a:pt x="30" y="401"/>
                  </a:lnTo>
                  <a:lnTo>
                    <a:pt x="30" y="401"/>
                  </a:lnTo>
                  <a:lnTo>
                    <a:pt x="30" y="401"/>
                  </a:lnTo>
                  <a:lnTo>
                    <a:pt x="30" y="401"/>
                  </a:lnTo>
                  <a:lnTo>
                    <a:pt x="30" y="398"/>
                  </a:lnTo>
                  <a:lnTo>
                    <a:pt x="28" y="398"/>
                  </a:lnTo>
                  <a:lnTo>
                    <a:pt x="28" y="398"/>
                  </a:lnTo>
                  <a:lnTo>
                    <a:pt x="28" y="396"/>
                  </a:lnTo>
                  <a:lnTo>
                    <a:pt x="28" y="396"/>
                  </a:lnTo>
                  <a:lnTo>
                    <a:pt x="28" y="396"/>
                  </a:lnTo>
                  <a:lnTo>
                    <a:pt x="28" y="394"/>
                  </a:lnTo>
                  <a:lnTo>
                    <a:pt x="28" y="394"/>
                  </a:lnTo>
                  <a:lnTo>
                    <a:pt x="26" y="394"/>
                  </a:lnTo>
                  <a:lnTo>
                    <a:pt x="26" y="394"/>
                  </a:lnTo>
                  <a:lnTo>
                    <a:pt x="26" y="391"/>
                  </a:lnTo>
                  <a:lnTo>
                    <a:pt x="26" y="391"/>
                  </a:lnTo>
                  <a:lnTo>
                    <a:pt x="26" y="391"/>
                  </a:lnTo>
                  <a:lnTo>
                    <a:pt x="26" y="389"/>
                  </a:lnTo>
                  <a:lnTo>
                    <a:pt x="26" y="389"/>
                  </a:lnTo>
                  <a:lnTo>
                    <a:pt x="26" y="387"/>
                  </a:lnTo>
                  <a:lnTo>
                    <a:pt x="26" y="387"/>
                  </a:lnTo>
                  <a:lnTo>
                    <a:pt x="26" y="384"/>
                  </a:lnTo>
                  <a:lnTo>
                    <a:pt x="26" y="384"/>
                  </a:lnTo>
                  <a:lnTo>
                    <a:pt x="28" y="384"/>
                  </a:lnTo>
                  <a:lnTo>
                    <a:pt x="28" y="384"/>
                  </a:lnTo>
                  <a:lnTo>
                    <a:pt x="28" y="384"/>
                  </a:lnTo>
                  <a:lnTo>
                    <a:pt x="28" y="382"/>
                  </a:lnTo>
                  <a:lnTo>
                    <a:pt x="26" y="382"/>
                  </a:lnTo>
                  <a:lnTo>
                    <a:pt x="26" y="382"/>
                  </a:lnTo>
                  <a:lnTo>
                    <a:pt x="26" y="382"/>
                  </a:lnTo>
                  <a:lnTo>
                    <a:pt x="26" y="382"/>
                  </a:lnTo>
                  <a:lnTo>
                    <a:pt x="23" y="382"/>
                  </a:lnTo>
                  <a:lnTo>
                    <a:pt x="23" y="382"/>
                  </a:lnTo>
                  <a:lnTo>
                    <a:pt x="23" y="379"/>
                  </a:lnTo>
                  <a:lnTo>
                    <a:pt x="23" y="379"/>
                  </a:lnTo>
                  <a:lnTo>
                    <a:pt x="21" y="379"/>
                  </a:lnTo>
                  <a:lnTo>
                    <a:pt x="21" y="379"/>
                  </a:lnTo>
                  <a:lnTo>
                    <a:pt x="21" y="379"/>
                  </a:lnTo>
                  <a:lnTo>
                    <a:pt x="19" y="379"/>
                  </a:lnTo>
                  <a:lnTo>
                    <a:pt x="19" y="379"/>
                  </a:lnTo>
                  <a:lnTo>
                    <a:pt x="19" y="379"/>
                  </a:lnTo>
                  <a:lnTo>
                    <a:pt x="19" y="377"/>
                  </a:lnTo>
                  <a:lnTo>
                    <a:pt x="16" y="377"/>
                  </a:lnTo>
                  <a:lnTo>
                    <a:pt x="16" y="377"/>
                  </a:lnTo>
                  <a:lnTo>
                    <a:pt x="16" y="377"/>
                  </a:lnTo>
                  <a:lnTo>
                    <a:pt x="14" y="377"/>
                  </a:lnTo>
                  <a:lnTo>
                    <a:pt x="14" y="377"/>
                  </a:lnTo>
                  <a:lnTo>
                    <a:pt x="12" y="377"/>
                  </a:lnTo>
                  <a:lnTo>
                    <a:pt x="12" y="377"/>
                  </a:lnTo>
                  <a:lnTo>
                    <a:pt x="12" y="379"/>
                  </a:lnTo>
                  <a:lnTo>
                    <a:pt x="12" y="379"/>
                  </a:lnTo>
                  <a:lnTo>
                    <a:pt x="12" y="379"/>
                  </a:lnTo>
                  <a:lnTo>
                    <a:pt x="12" y="382"/>
                  </a:lnTo>
                  <a:lnTo>
                    <a:pt x="9" y="382"/>
                  </a:lnTo>
                  <a:lnTo>
                    <a:pt x="9" y="382"/>
                  </a:lnTo>
                  <a:lnTo>
                    <a:pt x="9" y="382"/>
                  </a:lnTo>
                  <a:lnTo>
                    <a:pt x="7" y="382"/>
                  </a:lnTo>
                  <a:lnTo>
                    <a:pt x="7" y="379"/>
                  </a:lnTo>
                  <a:lnTo>
                    <a:pt x="7" y="379"/>
                  </a:lnTo>
                  <a:lnTo>
                    <a:pt x="4" y="379"/>
                  </a:lnTo>
                  <a:lnTo>
                    <a:pt x="4" y="379"/>
                  </a:lnTo>
                  <a:lnTo>
                    <a:pt x="4" y="379"/>
                  </a:lnTo>
                  <a:lnTo>
                    <a:pt x="4" y="377"/>
                  </a:lnTo>
                  <a:lnTo>
                    <a:pt x="4" y="377"/>
                  </a:lnTo>
                  <a:lnTo>
                    <a:pt x="4" y="377"/>
                  </a:lnTo>
                  <a:lnTo>
                    <a:pt x="4" y="375"/>
                  </a:lnTo>
                  <a:lnTo>
                    <a:pt x="4" y="375"/>
                  </a:lnTo>
                  <a:lnTo>
                    <a:pt x="4" y="375"/>
                  </a:lnTo>
                  <a:lnTo>
                    <a:pt x="2" y="375"/>
                  </a:lnTo>
                  <a:lnTo>
                    <a:pt x="2" y="372"/>
                  </a:lnTo>
                  <a:lnTo>
                    <a:pt x="2" y="372"/>
                  </a:lnTo>
                  <a:lnTo>
                    <a:pt x="4" y="372"/>
                  </a:lnTo>
                  <a:lnTo>
                    <a:pt x="4" y="372"/>
                  </a:lnTo>
                  <a:lnTo>
                    <a:pt x="4" y="372"/>
                  </a:lnTo>
                  <a:lnTo>
                    <a:pt x="4" y="370"/>
                  </a:lnTo>
                  <a:lnTo>
                    <a:pt x="4" y="370"/>
                  </a:lnTo>
                  <a:lnTo>
                    <a:pt x="4" y="368"/>
                  </a:lnTo>
                  <a:lnTo>
                    <a:pt x="4" y="368"/>
                  </a:lnTo>
                  <a:lnTo>
                    <a:pt x="4" y="368"/>
                  </a:lnTo>
                  <a:lnTo>
                    <a:pt x="2" y="368"/>
                  </a:lnTo>
                  <a:lnTo>
                    <a:pt x="2" y="368"/>
                  </a:lnTo>
                  <a:lnTo>
                    <a:pt x="2" y="365"/>
                  </a:lnTo>
                  <a:lnTo>
                    <a:pt x="2" y="365"/>
                  </a:lnTo>
                  <a:lnTo>
                    <a:pt x="2" y="365"/>
                  </a:lnTo>
                  <a:lnTo>
                    <a:pt x="2" y="365"/>
                  </a:lnTo>
                  <a:lnTo>
                    <a:pt x="2" y="365"/>
                  </a:lnTo>
                  <a:lnTo>
                    <a:pt x="2" y="363"/>
                  </a:lnTo>
                  <a:lnTo>
                    <a:pt x="0" y="363"/>
                  </a:lnTo>
                  <a:lnTo>
                    <a:pt x="0" y="363"/>
                  </a:lnTo>
                  <a:lnTo>
                    <a:pt x="2" y="363"/>
                  </a:lnTo>
                  <a:lnTo>
                    <a:pt x="2" y="360"/>
                  </a:lnTo>
                  <a:lnTo>
                    <a:pt x="2" y="360"/>
                  </a:lnTo>
                  <a:lnTo>
                    <a:pt x="2" y="360"/>
                  </a:lnTo>
                  <a:lnTo>
                    <a:pt x="2" y="358"/>
                  </a:lnTo>
                  <a:lnTo>
                    <a:pt x="2" y="358"/>
                  </a:lnTo>
                  <a:lnTo>
                    <a:pt x="2" y="358"/>
                  </a:lnTo>
                  <a:lnTo>
                    <a:pt x="4" y="358"/>
                  </a:lnTo>
                  <a:lnTo>
                    <a:pt x="4" y="358"/>
                  </a:lnTo>
                  <a:lnTo>
                    <a:pt x="4" y="358"/>
                  </a:lnTo>
                  <a:lnTo>
                    <a:pt x="7" y="358"/>
                  </a:lnTo>
                  <a:lnTo>
                    <a:pt x="7" y="356"/>
                  </a:lnTo>
                  <a:lnTo>
                    <a:pt x="7" y="356"/>
                  </a:lnTo>
                  <a:lnTo>
                    <a:pt x="7" y="356"/>
                  </a:lnTo>
                  <a:lnTo>
                    <a:pt x="7" y="356"/>
                  </a:lnTo>
                  <a:lnTo>
                    <a:pt x="9" y="356"/>
                  </a:lnTo>
                  <a:lnTo>
                    <a:pt x="9" y="353"/>
                  </a:lnTo>
                  <a:lnTo>
                    <a:pt x="7" y="353"/>
                  </a:lnTo>
                  <a:lnTo>
                    <a:pt x="7" y="353"/>
                  </a:lnTo>
                  <a:lnTo>
                    <a:pt x="7" y="351"/>
                  </a:lnTo>
                  <a:lnTo>
                    <a:pt x="7" y="351"/>
                  </a:lnTo>
                  <a:lnTo>
                    <a:pt x="7" y="351"/>
                  </a:lnTo>
                  <a:lnTo>
                    <a:pt x="4" y="351"/>
                  </a:lnTo>
                  <a:lnTo>
                    <a:pt x="4" y="349"/>
                  </a:lnTo>
                  <a:lnTo>
                    <a:pt x="4" y="349"/>
                  </a:lnTo>
                  <a:lnTo>
                    <a:pt x="7" y="349"/>
                  </a:lnTo>
                  <a:lnTo>
                    <a:pt x="7" y="346"/>
                  </a:lnTo>
                  <a:lnTo>
                    <a:pt x="7" y="346"/>
                  </a:lnTo>
                  <a:lnTo>
                    <a:pt x="7" y="346"/>
                  </a:lnTo>
                  <a:lnTo>
                    <a:pt x="7" y="346"/>
                  </a:lnTo>
                  <a:lnTo>
                    <a:pt x="9" y="346"/>
                  </a:lnTo>
                  <a:lnTo>
                    <a:pt x="9" y="344"/>
                  </a:lnTo>
                  <a:lnTo>
                    <a:pt x="9" y="344"/>
                  </a:lnTo>
                  <a:lnTo>
                    <a:pt x="9" y="344"/>
                  </a:lnTo>
                  <a:lnTo>
                    <a:pt x="9" y="341"/>
                  </a:lnTo>
                  <a:lnTo>
                    <a:pt x="9" y="341"/>
                  </a:lnTo>
                  <a:lnTo>
                    <a:pt x="12" y="341"/>
                  </a:lnTo>
                  <a:lnTo>
                    <a:pt x="12" y="341"/>
                  </a:lnTo>
                  <a:lnTo>
                    <a:pt x="12" y="341"/>
                  </a:lnTo>
                  <a:lnTo>
                    <a:pt x="12" y="341"/>
                  </a:lnTo>
                  <a:lnTo>
                    <a:pt x="14" y="341"/>
                  </a:lnTo>
                  <a:lnTo>
                    <a:pt x="14" y="341"/>
                  </a:lnTo>
                  <a:lnTo>
                    <a:pt x="16" y="341"/>
                  </a:lnTo>
                  <a:lnTo>
                    <a:pt x="16" y="341"/>
                  </a:lnTo>
                  <a:lnTo>
                    <a:pt x="16" y="341"/>
                  </a:lnTo>
                  <a:lnTo>
                    <a:pt x="16" y="341"/>
                  </a:lnTo>
                  <a:lnTo>
                    <a:pt x="16" y="341"/>
                  </a:lnTo>
                  <a:lnTo>
                    <a:pt x="19" y="341"/>
                  </a:lnTo>
                  <a:lnTo>
                    <a:pt x="19" y="341"/>
                  </a:lnTo>
                  <a:lnTo>
                    <a:pt x="19" y="339"/>
                  </a:lnTo>
                  <a:lnTo>
                    <a:pt x="19" y="339"/>
                  </a:lnTo>
                  <a:lnTo>
                    <a:pt x="19" y="339"/>
                  </a:lnTo>
                  <a:lnTo>
                    <a:pt x="21" y="339"/>
                  </a:lnTo>
                  <a:lnTo>
                    <a:pt x="21" y="337"/>
                  </a:lnTo>
                  <a:lnTo>
                    <a:pt x="21" y="337"/>
                  </a:lnTo>
                  <a:lnTo>
                    <a:pt x="21" y="337"/>
                  </a:lnTo>
                  <a:lnTo>
                    <a:pt x="23" y="337"/>
                  </a:lnTo>
                  <a:lnTo>
                    <a:pt x="23" y="337"/>
                  </a:lnTo>
                  <a:lnTo>
                    <a:pt x="23" y="337"/>
                  </a:lnTo>
                  <a:lnTo>
                    <a:pt x="23" y="337"/>
                  </a:lnTo>
                  <a:lnTo>
                    <a:pt x="26" y="337"/>
                  </a:lnTo>
                  <a:lnTo>
                    <a:pt x="26" y="337"/>
                  </a:lnTo>
                  <a:lnTo>
                    <a:pt x="26" y="337"/>
                  </a:lnTo>
                  <a:lnTo>
                    <a:pt x="28" y="337"/>
                  </a:lnTo>
                  <a:lnTo>
                    <a:pt x="28" y="334"/>
                  </a:lnTo>
                  <a:lnTo>
                    <a:pt x="26" y="334"/>
                  </a:lnTo>
                  <a:lnTo>
                    <a:pt x="26" y="334"/>
                  </a:lnTo>
                  <a:lnTo>
                    <a:pt x="26" y="334"/>
                  </a:lnTo>
                  <a:lnTo>
                    <a:pt x="26" y="332"/>
                  </a:lnTo>
                  <a:lnTo>
                    <a:pt x="26" y="332"/>
                  </a:lnTo>
                  <a:lnTo>
                    <a:pt x="26" y="332"/>
                  </a:lnTo>
                  <a:lnTo>
                    <a:pt x="26" y="330"/>
                  </a:lnTo>
                  <a:lnTo>
                    <a:pt x="28" y="330"/>
                  </a:lnTo>
                  <a:lnTo>
                    <a:pt x="28" y="332"/>
                  </a:lnTo>
                  <a:lnTo>
                    <a:pt x="28" y="332"/>
                  </a:lnTo>
                  <a:lnTo>
                    <a:pt x="30" y="332"/>
                  </a:lnTo>
                  <a:lnTo>
                    <a:pt x="30" y="332"/>
                  </a:lnTo>
                  <a:lnTo>
                    <a:pt x="30" y="332"/>
                  </a:lnTo>
                  <a:lnTo>
                    <a:pt x="30" y="332"/>
                  </a:lnTo>
                  <a:lnTo>
                    <a:pt x="33" y="332"/>
                  </a:lnTo>
                  <a:lnTo>
                    <a:pt x="33" y="332"/>
                  </a:lnTo>
                  <a:lnTo>
                    <a:pt x="33" y="332"/>
                  </a:lnTo>
                  <a:lnTo>
                    <a:pt x="35" y="332"/>
                  </a:lnTo>
                  <a:lnTo>
                    <a:pt x="35" y="332"/>
                  </a:lnTo>
                  <a:lnTo>
                    <a:pt x="38" y="332"/>
                  </a:lnTo>
                  <a:lnTo>
                    <a:pt x="38" y="332"/>
                  </a:lnTo>
                  <a:lnTo>
                    <a:pt x="38" y="332"/>
                  </a:lnTo>
                  <a:lnTo>
                    <a:pt x="38" y="330"/>
                  </a:lnTo>
                  <a:lnTo>
                    <a:pt x="38" y="330"/>
                  </a:lnTo>
                  <a:lnTo>
                    <a:pt x="40" y="330"/>
                  </a:lnTo>
                  <a:lnTo>
                    <a:pt x="40" y="330"/>
                  </a:lnTo>
                  <a:lnTo>
                    <a:pt x="40" y="330"/>
                  </a:lnTo>
                  <a:lnTo>
                    <a:pt x="40" y="327"/>
                  </a:lnTo>
                  <a:lnTo>
                    <a:pt x="42" y="327"/>
                  </a:lnTo>
                  <a:lnTo>
                    <a:pt x="42" y="327"/>
                  </a:lnTo>
                  <a:lnTo>
                    <a:pt x="42" y="327"/>
                  </a:lnTo>
                  <a:lnTo>
                    <a:pt x="42" y="327"/>
                  </a:lnTo>
                  <a:lnTo>
                    <a:pt x="42" y="327"/>
                  </a:lnTo>
                  <a:lnTo>
                    <a:pt x="45" y="327"/>
                  </a:lnTo>
                  <a:lnTo>
                    <a:pt x="45" y="330"/>
                  </a:lnTo>
                  <a:lnTo>
                    <a:pt x="45" y="330"/>
                  </a:lnTo>
                  <a:lnTo>
                    <a:pt x="45" y="332"/>
                  </a:lnTo>
                  <a:lnTo>
                    <a:pt x="45" y="332"/>
                  </a:lnTo>
                  <a:lnTo>
                    <a:pt x="45" y="332"/>
                  </a:lnTo>
                  <a:lnTo>
                    <a:pt x="45" y="332"/>
                  </a:lnTo>
                  <a:lnTo>
                    <a:pt x="45" y="334"/>
                  </a:lnTo>
                  <a:lnTo>
                    <a:pt x="45" y="334"/>
                  </a:lnTo>
                  <a:lnTo>
                    <a:pt x="45" y="334"/>
                  </a:lnTo>
                  <a:lnTo>
                    <a:pt x="45" y="337"/>
                  </a:lnTo>
                  <a:lnTo>
                    <a:pt x="45" y="337"/>
                  </a:lnTo>
                  <a:lnTo>
                    <a:pt x="45" y="337"/>
                  </a:lnTo>
                  <a:lnTo>
                    <a:pt x="47" y="337"/>
                  </a:lnTo>
                  <a:lnTo>
                    <a:pt x="47" y="337"/>
                  </a:lnTo>
                  <a:lnTo>
                    <a:pt x="47" y="337"/>
                  </a:lnTo>
                  <a:lnTo>
                    <a:pt x="49" y="337"/>
                  </a:lnTo>
                  <a:lnTo>
                    <a:pt x="49" y="337"/>
                  </a:lnTo>
                  <a:lnTo>
                    <a:pt x="49" y="337"/>
                  </a:lnTo>
                  <a:lnTo>
                    <a:pt x="49" y="337"/>
                  </a:lnTo>
                  <a:lnTo>
                    <a:pt x="49" y="337"/>
                  </a:lnTo>
                  <a:lnTo>
                    <a:pt x="52" y="337"/>
                  </a:lnTo>
                  <a:lnTo>
                    <a:pt x="52" y="334"/>
                  </a:lnTo>
                  <a:lnTo>
                    <a:pt x="52" y="334"/>
                  </a:lnTo>
                  <a:lnTo>
                    <a:pt x="52" y="334"/>
                  </a:lnTo>
                  <a:lnTo>
                    <a:pt x="52" y="334"/>
                  </a:lnTo>
                  <a:lnTo>
                    <a:pt x="54" y="334"/>
                  </a:lnTo>
                  <a:lnTo>
                    <a:pt x="54" y="334"/>
                  </a:lnTo>
                  <a:lnTo>
                    <a:pt x="54" y="334"/>
                  </a:lnTo>
                  <a:lnTo>
                    <a:pt x="57" y="334"/>
                  </a:lnTo>
                  <a:lnTo>
                    <a:pt x="57" y="334"/>
                  </a:lnTo>
                  <a:lnTo>
                    <a:pt x="57" y="334"/>
                  </a:lnTo>
                  <a:lnTo>
                    <a:pt x="57" y="334"/>
                  </a:lnTo>
                  <a:lnTo>
                    <a:pt x="57" y="332"/>
                  </a:lnTo>
                  <a:lnTo>
                    <a:pt x="59" y="332"/>
                  </a:lnTo>
                  <a:lnTo>
                    <a:pt x="59" y="332"/>
                  </a:lnTo>
                  <a:lnTo>
                    <a:pt x="59" y="334"/>
                  </a:lnTo>
                  <a:lnTo>
                    <a:pt x="59" y="334"/>
                  </a:lnTo>
                  <a:lnTo>
                    <a:pt x="59" y="334"/>
                  </a:lnTo>
                  <a:lnTo>
                    <a:pt x="61" y="334"/>
                  </a:lnTo>
                  <a:lnTo>
                    <a:pt x="61" y="334"/>
                  </a:lnTo>
                  <a:lnTo>
                    <a:pt x="61" y="334"/>
                  </a:lnTo>
                  <a:lnTo>
                    <a:pt x="64" y="334"/>
                  </a:lnTo>
                  <a:lnTo>
                    <a:pt x="64" y="332"/>
                  </a:lnTo>
                  <a:lnTo>
                    <a:pt x="64" y="332"/>
                  </a:lnTo>
                  <a:lnTo>
                    <a:pt x="64" y="332"/>
                  </a:lnTo>
                  <a:lnTo>
                    <a:pt x="64" y="330"/>
                  </a:lnTo>
                  <a:lnTo>
                    <a:pt x="64" y="330"/>
                  </a:lnTo>
                  <a:lnTo>
                    <a:pt x="64" y="330"/>
                  </a:lnTo>
                  <a:lnTo>
                    <a:pt x="66" y="330"/>
                  </a:lnTo>
                  <a:lnTo>
                    <a:pt x="66" y="327"/>
                  </a:lnTo>
                  <a:lnTo>
                    <a:pt x="66" y="327"/>
                  </a:lnTo>
                  <a:lnTo>
                    <a:pt x="66" y="325"/>
                  </a:lnTo>
                  <a:lnTo>
                    <a:pt x="66" y="325"/>
                  </a:lnTo>
                  <a:lnTo>
                    <a:pt x="66" y="325"/>
                  </a:lnTo>
                  <a:lnTo>
                    <a:pt x="66" y="325"/>
                  </a:lnTo>
                  <a:lnTo>
                    <a:pt x="66" y="325"/>
                  </a:lnTo>
                  <a:lnTo>
                    <a:pt x="66" y="323"/>
                  </a:lnTo>
                  <a:lnTo>
                    <a:pt x="68" y="323"/>
                  </a:lnTo>
                  <a:lnTo>
                    <a:pt x="68" y="323"/>
                  </a:lnTo>
                  <a:lnTo>
                    <a:pt x="68" y="323"/>
                  </a:lnTo>
                  <a:lnTo>
                    <a:pt x="68" y="320"/>
                  </a:lnTo>
                  <a:lnTo>
                    <a:pt x="68" y="320"/>
                  </a:lnTo>
                  <a:lnTo>
                    <a:pt x="71" y="320"/>
                  </a:lnTo>
                  <a:lnTo>
                    <a:pt x="71" y="318"/>
                  </a:lnTo>
                  <a:lnTo>
                    <a:pt x="71" y="318"/>
                  </a:lnTo>
                  <a:lnTo>
                    <a:pt x="71" y="318"/>
                  </a:lnTo>
                  <a:lnTo>
                    <a:pt x="71" y="318"/>
                  </a:lnTo>
                  <a:lnTo>
                    <a:pt x="71" y="318"/>
                  </a:lnTo>
                  <a:lnTo>
                    <a:pt x="71" y="318"/>
                  </a:lnTo>
                  <a:lnTo>
                    <a:pt x="73" y="318"/>
                  </a:lnTo>
                  <a:lnTo>
                    <a:pt x="73" y="318"/>
                  </a:lnTo>
                  <a:lnTo>
                    <a:pt x="75" y="318"/>
                  </a:lnTo>
                  <a:lnTo>
                    <a:pt x="75" y="318"/>
                  </a:lnTo>
                  <a:lnTo>
                    <a:pt x="75" y="318"/>
                  </a:lnTo>
                  <a:lnTo>
                    <a:pt x="75" y="318"/>
                  </a:lnTo>
                  <a:lnTo>
                    <a:pt x="78" y="318"/>
                  </a:lnTo>
                  <a:lnTo>
                    <a:pt x="78" y="318"/>
                  </a:lnTo>
                  <a:lnTo>
                    <a:pt x="78" y="318"/>
                  </a:lnTo>
                  <a:lnTo>
                    <a:pt x="80" y="318"/>
                  </a:lnTo>
                  <a:lnTo>
                    <a:pt x="80" y="318"/>
                  </a:lnTo>
                  <a:lnTo>
                    <a:pt x="83" y="318"/>
                  </a:lnTo>
                  <a:lnTo>
                    <a:pt x="83" y="318"/>
                  </a:lnTo>
                  <a:lnTo>
                    <a:pt x="83" y="320"/>
                  </a:lnTo>
                  <a:lnTo>
                    <a:pt x="83" y="320"/>
                  </a:lnTo>
                  <a:lnTo>
                    <a:pt x="83" y="318"/>
                  </a:lnTo>
                  <a:lnTo>
                    <a:pt x="85" y="318"/>
                  </a:lnTo>
                  <a:lnTo>
                    <a:pt x="85" y="318"/>
                  </a:lnTo>
                  <a:lnTo>
                    <a:pt x="85" y="318"/>
                  </a:lnTo>
                  <a:lnTo>
                    <a:pt x="85" y="318"/>
                  </a:lnTo>
                  <a:lnTo>
                    <a:pt x="87" y="318"/>
                  </a:lnTo>
                  <a:lnTo>
                    <a:pt x="87" y="318"/>
                  </a:lnTo>
                  <a:lnTo>
                    <a:pt x="90" y="318"/>
                  </a:lnTo>
                  <a:lnTo>
                    <a:pt x="90" y="318"/>
                  </a:lnTo>
                  <a:lnTo>
                    <a:pt x="90" y="318"/>
                  </a:lnTo>
                  <a:lnTo>
                    <a:pt x="92" y="318"/>
                  </a:lnTo>
                  <a:lnTo>
                    <a:pt x="92" y="315"/>
                  </a:lnTo>
                  <a:lnTo>
                    <a:pt x="92" y="315"/>
                  </a:lnTo>
                  <a:lnTo>
                    <a:pt x="92" y="315"/>
                  </a:lnTo>
                  <a:lnTo>
                    <a:pt x="94" y="315"/>
                  </a:lnTo>
                  <a:lnTo>
                    <a:pt x="94" y="315"/>
                  </a:lnTo>
                  <a:lnTo>
                    <a:pt x="94" y="318"/>
                  </a:lnTo>
                  <a:lnTo>
                    <a:pt x="97" y="318"/>
                  </a:lnTo>
                  <a:lnTo>
                    <a:pt x="97" y="318"/>
                  </a:lnTo>
                  <a:lnTo>
                    <a:pt x="97" y="318"/>
                  </a:lnTo>
                  <a:lnTo>
                    <a:pt x="97" y="315"/>
                  </a:lnTo>
                  <a:lnTo>
                    <a:pt x="99" y="315"/>
                  </a:lnTo>
                  <a:lnTo>
                    <a:pt x="99" y="315"/>
                  </a:lnTo>
                  <a:lnTo>
                    <a:pt x="99" y="315"/>
                  </a:lnTo>
                  <a:lnTo>
                    <a:pt x="99" y="315"/>
                  </a:lnTo>
                  <a:lnTo>
                    <a:pt x="99" y="315"/>
                  </a:lnTo>
                  <a:lnTo>
                    <a:pt x="99" y="313"/>
                  </a:lnTo>
                  <a:lnTo>
                    <a:pt x="101" y="313"/>
                  </a:lnTo>
                  <a:lnTo>
                    <a:pt x="101" y="313"/>
                  </a:lnTo>
                  <a:lnTo>
                    <a:pt x="101" y="313"/>
                  </a:lnTo>
                  <a:lnTo>
                    <a:pt x="104" y="313"/>
                  </a:lnTo>
                  <a:lnTo>
                    <a:pt x="104" y="311"/>
                  </a:lnTo>
                  <a:lnTo>
                    <a:pt x="104" y="311"/>
                  </a:lnTo>
                  <a:lnTo>
                    <a:pt x="104" y="311"/>
                  </a:lnTo>
                  <a:lnTo>
                    <a:pt x="104" y="311"/>
                  </a:lnTo>
                  <a:lnTo>
                    <a:pt x="104" y="308"/>
                  </a:lnTo>
                  <a:lnTo>
                    <a:pt x="104" y="308"/>
                  </a:lnTo>
                  <a:lnTo>
                    <a:pt x="104" y="308"/>
                  </a:lnTo>
                  <a:lnTo>
                    <a:pt x="104" y="308"/>
                  </a:lnTo>
                  <a:lnTo>
                    <a:pt x="106" y="308"/>
                  </a:lnTo>
                  <a:lnTo>
                    <a:pt x="106" y="306"/>
                  </a:lnTo>
                  <a:lnTo>
                    <a:pt x="106" y="306"/>
                  </a:lnTo>
                  <a:lnTo>
                    <a:pt x="109" y="306"/>
                  </a:lnTo>
                  <a:lnTo>
                    <a:pt x="109" y="306"/>
                  </a:lnTo>
                  <a:lnTo>
                    <a:pt x="109" y="306"/>
                  </a:lnTo>
                  <a:lnTo>
                    <a:pt x="109" y="306"/>
                  </a:lnTo>
                  <a:lnTo>
                    <a:pt x="109" y="306"/>
                  </a:lnTo>
                  <a:lnTo>
                    <a:pt x="111" y="306"/>
                  </a:lnTo>
                  <a:lnTo>
                    <a:pt x="111" y="306"/>
                  </a:lnTo>
                  <a:lnTo>
                    <a:pt x="111" y="306"/>
                  </a:lnTo>
                  <a:lnTo>
                    <a:pt x="111" y="304"/>
                  </a:lnTo>
                  <a:lnTo>
                    <a:pt x="113" y="304"/>
                  </a:lnTo>
                  <a:lnTo>
                    <a:pt x="113" y="304"/>
                  </a:lnTo>
                  <a:lnTo>
                    <a:pt x="113" y="304"/>
                  </a:lnTo>
                  <a:lnTo>
                    <a:pt x="116" y="304"/>
                  </a:lnTo>
                  <a:lnTo>
                    <a:pt x="116" y="301"/>
                  </a:lnTo>
                  <a:lnTo>
                    <a:pt x="116" y="301"/>
                  </a:lnTo>
                  <a:lnTo>
                    <a:pt x="116" y="301"/>
                  </a:lnTo>
                  <a:lnTo>
                    <a:pt x="118" y="301"/>
                  </a:lnTo>
                  <a:lnTo>
                    <a:pt x="118" y="301"/>
                  </a:lnTo>
                  <a:lnTo>
                    <a:pt x="118" y="301"/>
                  </a:lnTo>
                  <a:lnTo>
                    <a:pt x="118" y="301"/>
                  </a:lnTo>
                  <a:lnTo>
                    <a:pt x="118" y="299"/>
                  </a:lnTo>
                  <a:lnTo>
                    <a:pt x="120" y="299"/>
                  </a:lnTo>
                  <a:lnTo>
                    <a:pt x="120" y="299"/>
                  </a:lnTo>
                  <a:lnTo>
                    <a:pt x="123" y="299"/>
                  </a:lnTo>
                  <a:lnTo>
                    <a:pt x="123" y="299"/>
                  </a:lnTo>
                  <a:lnTo>
                    <a:pt x="123" y="299"/>
                  </a:lnTo>
                  <a:lnTo>
                    <a:pt x="123" y="299"/>
                  </a:lnTo>
                  <a:lnTo>
                    <a:pt x="125" y="299"/>
                  </a:lnTo>
                  <a:lnTo>
                    <a:pt x="125" y="296"/>
                  </a:lnTo>
                  <a:lnTo>
                    <a:pt x="125" y="296"/>
                  </a:lnTo>
                  <a:lnTo>
                    <a:pt x="125" y="296"/>
                  </a:lnTo>
                  <a:lnTo>
                    <a:pt x="128" y="296"/>
                  </a:lnTo>
                  <a:lnTo>
                    <a:pt x="128" y="299"/>
                  </a:lnTo>
                  <a:lnTo>
                    <a:pt x="128" y="299"/>
                  </a:lnTo>
                  <a:lnTo>
                    <a:pt x="130" y="299"/>
                  </a:lnTo>
                  <a:lnTo>
                    <a:pt x="130" y="299"/>
                  </a:lnTo>
                  <a:lnTo>
                    <a:pt x="130" y="299"/>
                  </a:lnTo>
                  <a:lnTo>
                    <a:pt x="132" y="299"/>
                  </a:lnTo>
                  <a:lnTo>
                    <a:pt x="132" y="296"/>
                  </a:lnTo>
                  <a:lnTo>
                    <a:pt x="132" y="296"/>
                  </a:lnTo>
                  <a:lnTo>
                    <a:pt x="132" y="296"/>
                  </a:lnTo>
                  <a:lnTo>
                    <a:pt x="132" y="296"/>
                  </a:lnTo>
                  <a:lnTo>
                    <a:pt x="132" y="296"/>
                  </a:lnTo>
                  <a:lnTo>
                    <a:pt x="132" y="294"/>
                  </a:lnTo>
                  <a:lnTo>
                    <a:pt x="135" y="294"/>
                  </a:lnTo>
                  <a:lnTo>
                    <a:pt x="135" y="296"/>
                  </a:lnTo>
                  <a:lnTo>
                    <a:pt x="135" y="296"/>
                  </a:lnTo>
                  <a:lnTo>
                    <a:pt x="137" y="296"/>
                  </a:lnTo>
                  <a:lnTo>
                    <a:pt x="137" y="294"/>
                  </a:lnTo>
                  <a:lnTo>
                    <a:pt x="137" y="294"/>
                  </a:lnTo>
                  <a:lnTo>
                    <a:pt x="137" y="292"/>
                  </a:lnTo>
                  <a:lnTo>
                    <a:pt x="137" y="292"/>
                  </a:lnTo>
                  <a:lnTo>
                    <a:pt x="137" y="292"/>
                  </a:lnTo>
                  <a:lnTo>
                    <a:pt x="139" y="292"/>
                  </a:lnTo>
                  <a:lnTo>
                    <a:pt x="139" y="292"/>
                  </a:lnTo>
                  <a:lnTo>
                    <a:pt x="139" y="292"/>
                  </a:lnTo>
                  <a:lnTo>
                    <a:pt x="142" y="292"/>
                  </a:lnTo>
                  <a:lnTo>
                    <a:pt x="142" y="292"/>
                  </a:lnTo>
                  <a:lnTo>
                    <a:pt x="144" y="292"/>
                  </a:lnTo>
                  <a:lnTo>
                    <a:pt x="144" y="292"/>
                  </a:lnTo>
                  <a:lnTo>
                    <a:pt x="144" y="289"/>
                  </a:lnTo>
                  <a:lnTo>
                    <a:pt x="144" y="289"/>
                  </a:lnTo>
                  <a:lnTo>
                    <a:pt x="144" y="287"/>
                  </a:lnTo>
                  <a:lnTo>
                    <a:pt x="144" y="287"/>
                  </a:lnTo>
                  <a:lnTo>
                    <a:pt x="144" y="287"/>
                  </a:lnTo>
                  <a:lnTo>
                    <a:pt x="144" y="287"/>
                  </a:lnTo>
                  <a:lnTo>
                    <a:pt x="144" y="287"/>
                  </a:lnTo>
                  <a:lnTo>
                    <a:pt x="144" y="285"/>
                  </a:lnTo>
                  <a:lnTo>
                    <a:pt x="144" y="285"/>
                  </a:lnTo>
                  <a:lnTo>
                    <a:pt x="142" y="285"/>
                  </a:lnTo>
                  <a:lnTo>
                    <a:pt x="142" y="282"/>
                  </a:lnTo>
                  <a:lnTo>
                    <a:pt x="142" y="282"/>
                  </a:lnTo>
                  <a:lnTo>
                    <a:pt x="142" y="280"/>
                  </a:lnTo>
                  <a:lnTo>
                    <a:pt x="144" y="280"/>
                  </a:lnTo>
                  <a:lnTo>
                    <a:pt x="144" y="280"/>
                  </a:lnTo>
                  <a:lnTo>
                    <a:pt x="142" y="280"/>
                  </a:lnTo>
                  <a:lnTo>
                    <a:pt x="142" y="278"/>
                  </a:lnTo>
                  <a:lnTo>
                    <a:pt x="142" y="278"/>
                  </a:lnTo>
                  <a:lnTo>
                    <a:pt x="142" y="278"/>
                  </a:lnTo>
                  <a:lnTo>
                    <a:pt x="142" y="278"/>
                  </a:lnTo>
                  <a:lnTo>
                    <a:pt x="142" y="278"/>
                  </a:lnTo>
                  <a:lnTo>
                    <a:pt x="142" y="275"/>
                  </a:lnTo>
                  <a:lnTo>
                    <a:pt x="142" y="275"/>
                  </a:lnTo>
                  <a:lnTo>
                    <a:pt x="144" y="275"/>
                  </a:lnTo>
                  <a:lnTo>
                    <a:pt x="144" y="273"/>
                  </a:lnTo>
                  <a:lnTo>
                    <a:pt x="144" y="273"/>
                  </a:lnTo>
                  <a:lnTo>
                    <a:pt x="144" y="273"/>
                  </a:lnTo>
                  <a:lnTo>
                    <a:pt x="144" y="273"/>
                  </a:lnTo>
                  <a:lnTo>
                    <a:pt x="146" y="273"/>
                  </a:lnTo>
                  <a:lnTo>
                    <a:pt x="146" y="273"/>
                  </a:lnTo>
                  <a:lnTo>
                    <a:pt x="149" y="273"/>
                  </a:lnTo>
                  <a:lnTo>
                    <a:pt x="149" y="270"/>
                  </a:lnTo>
                  <a:lnTo>
                    <a:pt x="149" y="270"/>
                  </a:lnTo>
                  <a:lnTo>
                    <a:pt x="149" y="270"/>
                  </a:lnTo>
                  <a:lnTo>
                    <a:pt x="151" y="270"/>
                  </a:lnTo>
                  <a:lnTo>
                    <a:pt x="151" y="270"/>
                  </a:lnTo>
                  <a:lnTo>
                    <a:pt x="149" y="270"/>
                  </a:lnTo>
                  <a:lnTo>
                    <a:pt x="149" y="270"/>
                  </a:lnTo>
                  <a:lnTo>
                    <a:pt x="149" y="268"/>
                  </a:lnTo>
                  <a:lnTo>
                    <a:pt x="149" y="268"/>
                  </a:lnTo>
                  <a:lnTo>
                    <a:pt x="146" y="268"/>
                  </a:lnTo>
                  <a:lnTo>
                    <a:pt x="146" y="268"/>
                  </a:lnTo>
                  <a:lnTo>
                    <a:pt x="146" y="268"/>
                  </a:lnTo>
                  <a:lnTo>
                    <a:pt x="146" y="266"/>
                  </a:lnTo>
                  <a:lnTo>
                    <a:pt x="146" y="266"/>
                  </a:lnTo>
                  <a:lnTo>
                    <a:pt x="146" y="266"/>
                  </a:lnTo>
                  <a:lnTo>
                    <a:pt x="149" y="266"/>
                  </a:lnTo>
                  <a:lnTo>
                    <a:pt x="149" y="266"/>
                  </a:lnTo>
                  <a:lnTo>
                    <a:pt x="149" y="266"/>
                  </a:lnTo>
                  <a:lnTo>
                    <a:pt x="149" y="266"/>
                  </a:lnTo>
                  <a:lnTo>
                    <a:pt x="151" y="266"/>
                  </a:lnTo>
                  <a:lnTo>
                    <a:pt x="151" y="266"/>
                  </a:lnTo>
                  <a:lnTo>
                    <a:pt x="151" y="266"/>
                  </a:lnTo>
                  <a:lnTo>
                    <a:pt x="154" y="266"/>
                  </a:lnTo>
                  <a:lnTo>
                    <a:pt x="154" y="266"/>
                  </a:lnTo>
                  <a:lnTo>
                    <a:pt x="154" y="263"/>
                  </a:lnTo>
                  <a:lnTo>
                    <a:pt x="156" y="263"/>
                  </a:lnTo>
                  <a:lnTo>
                    <a:pt x="156" y="263"/>
                  </a:lnTo>
                  <a:lnTo>
                    <a:pt x="156" y="261"/>
                  </a:lnTo>
                  <a:lnTo>
                    <a:pt x="154" y="261"/>
                  </a:lnTo>
                  <a:lnTo>
                    <a:pt x="154" y="261"/>
                  </a:lnTo>
                  <a:lnTo>
                    <a:pt x="154" y="261"/>
                  </a:lnTo>
                  <a:lnTo>
                    <a:pt x="151" y="261"/>
                  </a:lnTo>
                  <a:lnTo>
                    <a:pt x="151" y="259"/>
                  </a:lnTo>
                  <a:lnTo>
                    <a:pt x="154" y="259"/>
                  </a:lnTo>
                  <a:lnTo>
                    <a:pt x="154" y="259"/>
                  </a:lnTo>
                  <a:lnTo>
                    <a:pt x="154" y="256"/>
                  </a:lnTo>
                  <a:lnTo>
                    <a:pt x="154" y="256"/>
                  </a:lnTo>
                  <a:lnTo>
                    <a:pt x="154" y="256"/>
                  </a:lnTo>
                  <a:lnTo>
                    <a:pt x="154" y="256"/>
                  </a:lnTo>
                  <a:lnTo>
                    <a:pt x="154" y="256"/>
                  </a:lnTo>
                  <a:lnTo>
                    <a:pt x="154" y="254"/>
                  </a:lnTo>
                  <a:lnTo>
                    <a:pt x="154" y="254"/>
                  </a:lnTo>
                  <a:lnTo>
                    <a:pt x="151" y="254"/>
                  </a:lnTo>
                  <a:lnTo>
                    <a:pt x="151" y="251"/>
                  </a:lnTo>
                  <a:lnTo>
                    <a:pt x="151" y="251"/>
                  </a:lnTo>
                  <a:lnTo>
                    <a:pt x="151" y="251"/>
                  </a:lnTo>
                  <a:lnTo>
                    <a:pt x="151" y="249"/>
                  </a:lnTo>
                  <a:lnTo>
                    <a:pt x="151" y="249"/>
                  </a:lnTo>
                  <a:lnTo>
                    <a:pt x="151" y="249"/>
                  </a:lnTo>
                  <a:lnTo>
                    <a:pt x="151" y="247"/>
                  </a:lnTo>
                  <a:lnTo>
                    <a:pt x="149" y="247"/>
                  </a:lnTo>
                  <a:lnTo>
                    <a:pt x="149" y="247"/>
                  </a:lnTo>
                  <a:lnTo>
                    <a:pt x="149" y="247"/>
                  </a:lnTo>
                  <a:lnTo>
                    <a:pt x="149" y="247"/>
                  </a:lnTo>
                  <a:lnTo>
                    <a:pt x="149" y="244"/>
                  </a:lnTo>
                  <a:lnTo>
                    <a:pt x="149" y="244"/>
                  </a:lnTo>
                  <a:lnTo>
                    <a:pt x="149" y="244"/>
                  </a:lnTo>
                  <a:lnTo>
                    <a:pt x="149" y="242"/>
                  </a:lnTo>
                  <a:lnTo>
                    <a:pt x="149" y="242"/>
                  </a:lnTo>
                  <a:lnTo>
                    <a:pt x="149" y="240"/>
                  </a:lnTo>
                  <a:lnTo>
                    <a:pt x="146" y="240"/>
                  </a:lnTo>
                  <a:lnTo>
                    <a:pt x="146" y="240"/>
                  </a:lnTo>
                  <a:lnTo>
                    <a:pt x="146" y="237"/>
                  </a:lnTo>
                  <a:lnTo>
                    <a:pt x="146" y="237"/>
                  </a:lnTo>
                  <a:lnTo>
                    <a:pt x="146" y="237"/>
                  </a:lnTo>
                  <a:lnTo>
                    <a:pt x="146" y="235"/>
                  </a:lnTo>
                  <a:lnTo>
                    <a:pt x="146" y="235"/>
                  </a:lnTo>
                  <a:lnTo>
                    <a:pt x="146" y="235"/>
                  </a:lnTo>
                  <a:lnTo>
                    <a:pt x="146" y="232"/>
                  </a:lnTo>
                  <a:lnTo>
                    <a:pt x="146" y="232"/>
                  </a:lnTo>
                  <a:lnTo>
                    <a:pt x="146" y="230"/>
                  </a:lnTo>
                  <a:lnTo>
                    <a:pt x="144" y="230"/>
                  </a:lnTo>
                  <a:lnTo>
                    <a:pt x="144" y="230"/>
                  </a:lnTo>
                  <a:lnTo>
                    <a:pt x="146" y="230"/>
                  </a:lnTo>
                  <a:lnTo>
                    <a:pt x="146" y="228"/>
                  </a:lnTo>
                  <a:lnTo>
                    <a:pt x="146" y="228"/>
                  </a:lnTo>
                  <a:lnTo>
                    <a:pt x="146" y="228"/>
                  </a:lnTo>
                  <a:lnTo>
                    <a:pt x="146" y="228"/>
                  </a:lnTo>
                  <a:lnTo>
                    <a:pt x="146" y="228"/>
                  </a:lnTo>
                  <a:lnTo>
                    <a:pt x="146" y="225"/>
                  </a:lnTo>
                  <a:lnTo>
                    <a:pt x="146" y="225"/>
                  </a:lnTo>
                  <a:lnTo>
                    <a:pt x="146" y="225"/>
                  </a:lnTo>
                  <a:lnTo>
                    <a:pt x="149" y="225"/>
                  </a:lnTo>
                  <a:lnTo>
                    <a:pt x="149" y="225"/>
                  </a:lnTo>
                  <a:lnTo>
                    <a:pt x="149" y="223"/>
                  </a:lnTo>
                  <a:lnTo>
                    <a:pt x="149" y="223"/>
                  </a:lnTo>
                  <a:lnTo>
                    <a:pt x="146" y="223"/>
                  </a:lnTo>
                  <a:lnTo>
                    <a:pt x="146" y="223"/>
                  </a:lnTo>
                  <a:lnTo>
                    <a:pt x="146" y="223"/>
                  </a:lnTo>
                  <a:lnTo>
                    <a:pt x="144" y="223"/>
                  </a:lnTo>
                  <a:lnTo>
                    <a:pt x="144" y="221"/>
                  </a:lnTo>
                  <a:lnTo>
                    <a:pt x="144" y="221"/>
                  </a:lnTo>
                  <a:lnTo>
                    <a:pt x="144" y="221"/>
                  </a:lnTo>
                  <a:lnTo>
                    <a:pt x="142" y="221"/>
                  </a:lnTo>
                  <a:lnTo>
                    <a:pt x="142" y="221"/>
                  </a:lnTo>
                  <a:lnTo>
                    <a:pt x="139" y="221"/>
                  </a:lnTo>
                  <a:lnTo>
                    <a:pt x="139" y="223"/>
                  </a:lnTo>
                  <a:lnTo>
                    <a:pt x="139" y="223"/>
                  </a:lnTo>
                  <a:lnTo>
                    <a:pt x="139" y="223"/>
                  </a:lnTo>
                  <a:lnTo>
                    <a:pt x="137" y="223"/>
                  </a:lnTo>
                  <a:lnTo>
                    <a:pt x="137" y="221"/>
                  </a:lnTo>
                  <a:lnTo>
                    <a:pt x="137" y="221"/>
                  </a:lnTo>
                  <a:lnTo>
                    <a:pt x="137" y="221"/>
                  </a:lnTo>
                  <a:lnTo>
                    <a:pt x="137" y="221"/>
                  </a:lnTo>
                  <a:lnTo>
                    <a:pt x="137" y="218"/>
                  </a:lnTo>
                  <a:lnTo>
                    <a:pt x="137" y="218"/>
                  </a:lnTo>
                  <a:lnTo>
                    <a:pt x="137" y="218"/>
                  </a:lnTo>
                  <a:lnTo>
                    <a:pt x="137" y="218"/>
                  </a:lnTo>
                  <a:lnTo>
                    <a:pt x="137" y="216"/>
                  </a:lnTo>
                  <a:lnTo>
                    <a:pt x="139" y="216"/>
                  </a:lnTo>
                  <a:lnTo>
                    <a:pt x="139" y="216"/>
                  </a:lnTo>
                  <a:lnTo>
                    <a:pt x="139" y="216"/>
                  </a:lnTo>
                  <a:lnTo>
                    <a:pt x="139" y="216"/>
                  </a:lnTo>
                  <a:lnTo>
                    <a:pt x="142" y="216"/>
                  </a:lnTo>
                  <a:lnTo>
                    <a:pt x="142" y="216"/>
                  </a:lnTo>
                  <a:lnTo>
                    <a:pt x="144" y="216"/>
                  </a:lnTo>
                  <a:lnTo>
                    <a:pt x="144" y="216"/>
                  </a:lnTo>
                  <a:lnTo>
                    <a:pt x="144" y="216"/>
                  </a:lnTo>
                  <a:lnTo>
                    <a:pt x="144" y="216"/>
                  </a:lnTo>
                  <a:lnTo>
                    <a:pt x="144" y="216"/>
                  </a:lnTo>
                  <a:lnTo>
                    <a:pt x="146" y="216"/>
                  </a:lnTo>
                  <a:lnTo>
                    <a:pt x="146" y="216"/>
                  </a:lnTo>
                  <a:lnTo>
                    <a:pt x="146" y="216"/>
                  </a:lnTo>
                  <a:lnTo>
                    <a:pt x="149" y="216"/>
                  </a:lnTo>
                  <a:lnTo>
                    <a:pt x="149" y="214"/>
                  </a:lnTo>
                  <a:lnTo>
                    <a:pt x="149" y="214"/>
                  </a:lnTo>
                  <a:lnTo>
                    <a:pt x="149" y="214"/>
                  </a:lnTo>
                  <a:lnTo>
                    <a:pt x="151" y="214"/>
                  </a:lnTo>
                  <a:lnTo>
                    <a:pt x="151" y="214"/>
                  </a:lnTo>
                  <a:lnTo>
                    <a:pt x="151" y="214"/>
                  </a:lnTo>
                  <a:lnTo>
                    <a:pt x="154" y="214"/>
                  </a:lnTo>
                  <a:lnTo>
                    <a:pt x="154" y="214"/>
                  </a:lnTo>
                  <a:lnTo>
                    <a:pt x="154" y="214"/>
                  </a:lnTo>
                  <a:lnTo>
                    <a:pt x="156" y="214"/>
                  </a:lnTo>
                  <a:lnTo>
                    <a:pt x="156" y="214"/>
                  </a:lnTo>
                  <a:lnTo>
                    <a:pt x="156" y="214"/>
                  </a:lnTo>
                  <a:lnTo>
                    <a:pt x="156" y="214"/>
                  </a:lnTo>
                  <a:lnTo>
                    <a:pt x="158" y="214"/>
                  </a:lnTo>
                  <a:lnTo>
                    <a:pt x="158" y="214"/>
                  </a:lnTo>
                  <a:lnTo>
                    <a:pt x="158" y="214"/>
                  </a:lnTo>
                  <a:lnTo>
                    <a:pt x="158" y="214"/>
                  </a:lnTo>
                  <a:lnTo>
                    <a:pt x="161" y="214"/>
                  </a:lnTo>
                  <a:lnTo>
                    <a:pt x="161" y="214"/>
                  </a:lnTo>
                  <a:lnTo>
                    <a:pt x="161" y="211"/>
                  </a:lnTo>
                  <a:lnTo>
                    <a:pt x="163" y="211"/>
                  </a:lnTo>
                  <a:lnTo>
                    <a:pt x="163" y="211"/>
                  </a:lnTo>
                  <a:lnTo>
                    <a:pt x="163" y="211"/>
                  </a:lnTo>
                  <a:lnTo>
                    <a:pt x="163" y="211"/>
                  </a:lnTo>
                  <a:lnTo>
                    <a:pt x="165" y="211"/>
                  </a:lnTo>
                  <a:lnTo>
                    <a:pt x="165" y="211"/>
                  </a:lnTo>
                  <a:lnTo>
                    <a:pt x="165" y="211"/>
                  </a:lnTo>
                  <a:lnTo>
                    <a:pt x="168" y="211"/>
                  </a:lnTo>
                  <a:lnTo>
                    <a:pt x="168" y="209"/>
                  </a:lnTo>
                  <a:lnTo>
                    <a:pt x="168" y="209"/>
                  </a:lnTo>
                  <a:lnTo>
                    <a:pt x="170" y="209"/>
                  </a:lnTo>
                  <a:lnTo>
                    <a:pt x="170" y="209"/>
                  </a:lnTo>
                  <a:lnTo>
                    <a:pt x="170" y="209"/>
                  </a:lnTo>
                  <a:lnTo>
                    <a:pt x="172" y="209"/>
                  </a:lnTo>
                  <a:lnTo>
                    <a:pt x="172" y="209"/>
                  </a:lnTo>
                  <a:lnTo>
                    <a:pt x="172" y="209"/>
                  </a:lnTo>
                  <a:lnTo>
                    <a:pt x="172" y="209"/>
                  </a:lnTo>
                  <a:lnTo>
                    <a:pt x="172" y="206"/>
                  </a:lnTo>
                  <a:lnTo>
                    <a:pt x="175" y="206"/>
                  </a:lnTo>
                  <a:lnTo>
                    <a:pt x="175" y="209"/>
                  </a:lnTo>
                  <a:lnTo>
                    <a:pt x="175" y="209"/>
                  </a:lnTo>
                  <a:lnTo>
                    <a:pt x="177" y="209"/>
                  </a:lnTo>
                  <a:lnTo>
                    <a:pt x="177" y="209"/>
                  </a:lnTo>
                  <a:lnTo>
                    <a:pt x="177" y="211"/>
                  </a:lnTo>
                  <a:lnTo>
                    <a:pt x="177" y="211"/>
                  </a:lnTo>
                  <a:lnTo>
                    <a:pt x="177" y="211"/>
                  </a:lnTo>
                  <a:lnTo>
                    <a:pt x="177" y="211"/>
                  </a:lnTo>
                  <a:lnTo>
                    <a:pt x="180" y="211"/>
                  </a:lnTo>
                  <a:lnTo>
                    <a:pt x="180" y="214"/>
                  </a:lnTo>
                  <a:lnTo>
                    <a:pt x="180" y="214"/>
                  </a:lnTo>
                  <a:lnTo>
                    <a:pt x="182" y="214"/>
                  </a:lnTo>
                  <a:lnTo>
                    <a:pt x="182" y="214"/>
                  </a:lnTo>
                  <a:lnTo>
                    <a:pt x="182" y="214"/>
                  </a:lnTo>
                  <a:lnTo>
                    <a:pt x="182" y="211"/>
                  </a:lnTo>
                  <a:lnTo>
                    <a:pt x="184" y="211"/>
                  </a:lnTo>
                  <a:lnTo>
                    <a:pt x="184" y="211"/>
                  </a:lnTo>
                  <a:lnTo>
                    <a:pt x="184" y="211"/>
                  </a:lnTo>
                  <a:lnTo>
                    <a:pt x="184" y="211"/>
                  </a:lnTo>
                  <a:lnTo>
                    <a:pt x="187" y="211"/>
                  </a:lnTo>
                  <a:lnTo>
                    <a:pt x="187" y="211"/>
                  </a:lnTo>
                  <a:lnTo>
                    <a:pt x="187" y="211"/>
                  </a:lnTo>
                  <a:lnTo>
                    <a:pt x="189" y="211"/>
                  </a:lnTo>
                  <a:lnTo>
                    <a:pt x="189" y="211"/>
                  </a:lnTo>
                  <a:lnTo>
                    <a:pt x="189" y="214"/>
                  </a:lnTo>
                  <a:lnTo>
                    <a:pt x="189" y="214"/>
                  </a:lnTo>
                  <a:lnTo>
                    <a:pt x="189" y="214"/>
                  </a:lnTo>
                  <a:lnTo>
                    <a:pt x="191" y="214"/>
                  </a:lnTo>
                  <a:lnTo>
                    <a:pt x="191" y="214"/>
                  </a:lnTo>
                  <a:lnTo>
                    <a:pt x="191" y="214"/>
                  </a:lnTo>
                  <a:lnTo>
                    <a:pt x="191" y="214"/>
                  </a:lnTo>
                  <a:lnTo>
                    <a:pt x="191" y="211"/>
                  </a:lnTo>
                  <a:lnTo>
                    <a:pt x="194" y="211"/>
                  </a:lnTo>
                  <a:lnTo>
                    <a:pt x="194" y="211"/>
                  </a:lnTo>
                  <a:lnTo>
                    <a:pt x="194" y="209"/>
                  </a:lnTo>
                  <a:lnTo>
                    <a:pt x="194" y="209"/>
                  </a:lnTo>
                  <a:lnTo>
                    <a:pt x="194" y="209"/>
                  </a:lnTo>
                  <a:lnTo>
                    <a:pt x="194" y="206"/>
                  </a:lnTo>
                  <a:lnTo>
                    <a:pt x="194" y="206"/>
                  </a:lnTo>
                  <a:lnTo>
                    <a:pt x="194" y="206"/>
                  </a:lnTo>
                  <a:lnTo>
                    <a:pt x="194" y="206"/>
                  </a:lnTo>
                  <a:lnTo>
                    <a:pt x="191" y="206"/>
                  </a:lnTo>
                  <a:lnTo>
                    <a:pt x="191" y="206"/>
                  </a:lnTo>
                  <a:lnTo>
                    <a:pt x="191" y="206"/>
                  </a:lnTo>
                  <a:lnTo>
                    <a:pt x="189" y="206"/>
                  </a:lnTo>
                  <a:lnTo>
                    <a:pt x="189" y="204"/>
                  </a:lnTo>
                  <a:lnTo>
                    <a:pt x="189" y="204"/>
                  </a:lnTo>
                  <a:lnTo>
                    <a:pt x="189" y="204"/>
                  </a:lnTo>
                  <a:lnTo>
                    <a:pt x="189" y="204"/>
                  </a:lnTo>
                  <a:lnTo>
                    <a:pt x="187" y="204"/>
                  </a:lnTo>
                  <a:lnTo>
                    <a:pt x="187" y="202"/>
                  </a:lnTo>
                  <a:lnTo>
                    <a:pt x="187" y="202"/>
                  </a:lnTo>
                  <a:lnTo>
                    <a:pt x="187" y="199"/>
                  </a:lnTo>
                  <a:lnTo>
                    <a:pt x="189" y="199"/>
                  </a:lnTo>
                  <a:lnTo>
                    <a:pt x="189" y="199"/>
                  </a:lnTo>
                  <a:lnTo>
                    <a:pt x="189" y="197"/>
                  </a:lnTo>
                  <a:lnTo>
                    <a:pt x="189" y="197"/>
                  </a:lnTo>
                  <a:lnTo>
                    <a:pt x="189" y="197"/>
                  </a:lnTo>
                  <a:lnTo>
                    <a:pt x="189" y="197"/>
                  </a:lnTo>
                  <a:lnTo>
                    <a:pt x="189" y="197"/>
                  </a:lnTo>
                  <a:lnTo>
                    <a:pt x="189" y="195"/>
                  </a:lnTo>
                  <a:lnTo>
                    <a:pt x="191" y="195"/>
                  </a:lnTo>
                  <a:lnTo>
                    <a:pt x="191" y="195"/>
                  </a:lnTo>
                  <a:lnTo>
                    <a:pt x="191" y="192"/>
                  </a:lnTo>
                  <a:lnTo>
                    <a:pt x="191" y="192"/>
                  </a:lnTo>
                  <a:lnTo>
                    <a:pt x="191" y="192"/>
                  </a:lnTo>
                  <a:lnTo>
                    <a:pt x="191" y="190"/>
                  </a:lnTo>
                  <a:lnTo>
                    <a:pt x="191" y="190"/>
                  </a:lnTo>
                  <a:lnTo>
                    <a:pt x="191" y="187"/>
                  </a:lnTo>
                  <a:lnTo>
                    <a:pt x="191" y="187"/>
                  </a:lnTo>
                  <a:lnTo>
                    <a:pt x="191" y="187"/>
                  </a:lnTo>
                  <a:lnTo>
                    <a:pt x="191" y="187"/>
                  </a:lnTo>
                  <a:lnTo>
                    <a:pt x="191" y="185"/>
                  </a:lnTo>
                  <a:lnTo>
                    <a:pt x="194" y="185"/>
                  </a:lnTo>
                  <a:lnTo>
                    <a:pt x="194" y="185"/>
                  </a:lnTo>
                  <a:lnTo>
                    <a:pt x="194" y="183"/>
                  </a:lnTo>
                  <a:lnTo>
                    <a:pt x="194" y="183"/>
                  </a:lnTo>
                  <a:lnTo>
                    <a:pt x="194" y="183"/>
                  </a:lnTo>
                  <a:lnTo>
                    <a:pt x="196" y="183"/>
                  </a:lnTo>
                  <a:lnTo>
                    <a:pt x="196" y="180"/>
                  </a:lnTo>
                  <a:lnTo>
                    <a:pt x="196" y="180"/>
                  </a:lnTo>
                  <a:lnTo>
                    <a:pt x="196" y="180"/>
                  </a:lnTo>
                  <a:lnTo>
                    <a:pt x="196" y="178"/>
                  </a:lnTo>
                  <a:lnTo>
                    <a:pt x="196" y="178"/>
                  </a:lnTo>
                  <a:lnTo>
                    <a:pt x="196" y="178"/>
                  </a:lnTo>
                  <a:lnTo>
                    <a:pt x="196" y="178"/>
                  </a:lnTo>
                  <a:lnTo>
                    <a:pt x="196" y="176"/>
                  </a:lnTo>
                  <a:lnTo>
                    <a:pt x="199" y="176"/>
                  </a:lnTo>
                  <a:lnTo>
                    <a:pt x="199" y="176"/>
                  </a:lnTo>
                  <a:lnTo>
                    <a:pt x="199" y="173"/>
                  </a:lnTo>
                  <a:lnTo>
                    <a:pt x="199" y="173"/>
                  </a:lnTo>
                  <a:lnTo>
                    <a:pt x="199" y="173"/>
                  </a:lnTo>
                  <a:lnTo>
                    <a:pt x="199" y="171"/>
                  </a:lnTo>
                  <a:lnTo>
                    <a:pt x="199" y="171"/>
                  </a:lnTo>
                  <a:lnTo>
                    <a:pt x="199" y="171"/>
                  </a:lnTo>
                  <a:lnTo>
                    <a:pt x="199" y="168"/>
                  </a:lnTo>
                  <a:lnTo>
                    <a:pt x="201" y="168"/>
                  </a:lnTo>
                  <a:lnTo>
                    <a:pt x="201" y="168"/>
                  </a:lnTo>
                  <a:lnTo>
                    <a:pt x="201" y="168"/>
                  </a:lnTo>
                  <a:lnTo>
                    <a:pt x="201" y="166"/>
                  </a:lnTo>
                  <a:lnTo>
                    <a:pt x="201" y="166"/>
                  </a:lnTo>
                  <a:lnTo>
                    <a:pt x="201" y="166"/>
                  </a:lnTo>
                  <a:lnTo>
                    <a:pt x="203" y="166"/>
                  </a:lnTo>
                  <a:lnTo>
                    <a:pt x="203" y="164"/>
                  </a:lnTo>
                  <a:lnTo>
                    <a:pt x="203" y="164"/>
                  </a:lnTo>
                  <a:lnTo>
                    <a:pt x="203" y="161"/>
                  </a:lnTo>
                  <a:lnTo>
                    <a:pt x="203" y="161"/>
                  </a:lnTo>
                  <a:lnTo>
                    <a:pt x="203" y="161"/>
                  </a:lnTo>
                  <a:lnTo>
                    <a:pt x="203" y="161"/>
                  </a:lnTo>
                  <a:lnTo>
                    <a:pt x="206" y="161"/>
                  </a:lnTo>
                  <a:lnTo>
                    <a:pt x="206" y="161"/>
                  </a:lnTo>
                  <a:lnTo>
                    <a:pt x="206" y="161"/>
                  </a:lnTo>
                  <a:lnTo>
                    <a:pt x="206" y="161"/>
                  </a:lnTo>
                  <a:lnTo>
                    <a:pt x="208" y="161"/>
                  </a:lnTo>
                  <a:lnTo>
                    <a:pt x="208" y="161"/>
                  </a:lnTo>
                  <a:lnTo>
                    <a:pt x="210" y="161"/>
                  </a:lnTo>
                  <a:lnTo>
                    <a:pt x="210" y="161"/>
                  </a:lnTo>
                  <a:lnTo>
                    <a:pt x="210" y="164"/>
                  </a:lnTo>
                  <a:lnTo>
                    <a:pt x="210" y="164"/>
                  </a:lnTo>
                  <a:lnTo>
                    <a:pt x="213" y="164"/>
                  </a:lnTo>
                  <a:lnTo>
                    <a:pt x="213" y="164"/>
                  </a:lnTo>
                  <a:lnTo>
                    <a:pt x="213" y="164"/>
                  </a:lnTo>
                  <a:lnTo>
                    <a:pt x="215" y="164"/>
                  </a:lnTo>
                  <a:lnTo>
                    <a:pt x="215" y="164"/>
                  </a:lnTo>
                  <a:lnTo>
                    <a:pt x="215" y="166"/>
                  </a:lnTo>
                  <a:lnTo>
                    <a:pt x="215" y="166"/>
                  </a:lnTo>
                  <a:lnTo>
                    <a:pt x="217" y="166"/>
                  </a:lnTo>
                  <a:lnTo>
                    <a:pt x="217" y="166"/>
                  </a:lnTo>
                  <a:lnTo>
                    <a:pt x="217" y="166"/>
                  </a:lnTo>
                  <a:lnTo>
                    <a:pt x="220" y="166"/>
                  </a:lnTo>
                  <a:lnTo>
                    <a:pt x="220" y="166"/>
                  </a:lnTo>
                  <a:lnTo>
                    <a:pt x="220" y="166"/>
                  </a:lnTo>
                  <a:lnTo>
                    <a:pt x="222" y="166"/>
                  </a:lnTo>
                  <a:lnTo>
                    <a:pt x="222" y="166"/>
                  </a:lnTo>
                  <a:lnTo>
                    <a:pt x="222" y="166"/>
                  </a:lnTo>
                  <a:lnTo>
                    <a:pt x="225" y="166"/>
                  </a:lnTo>
                  <a:lnTo>
                    <a:pt x="225" y="168"/>
                  </a:lnTo>
                  <a:lnTo>
                    <a:pt x="225" y="168"/>
                  </a:lnTo>
                  <a:lnTo>
                    <a:pt x="225" y="168"/>
                  </a:lnTo>
                  <a:lnTo>
                    <a:pt x="227" y="168"/>
                  </a:lnTo>
                  <a:lnTo>
                    <a:pt x="227" y="166"/>
                  </a:lnTo>
                  <a:lnTo>
                    <a:pt x="227" y="166"/>
                  </a:lnTo>
                  <a:lnTo>
                    <a:pt x="229" y="166"/>
                  </a:lnTo>
                  <a:lnTo>
                    <a:pt x="229" y="166"/>
                  </a:lnTo>
                  <a:lnTo>
                    <a:pt x="229" y="166"/>
                  </a:lnTo>
                  <a:lnTo>
                    <a:pt x="232" y="166"/>
                  </a:lnTo>
                  <a:lnTo>
                    <a:pt x="232" y="166"/>
                  </a:lnTo>
                  <a:lnTo>
                    <a:pt x="232" y="166"/>
                  </a:lnTo>
                  <a:lnTo>
                    <a:pt x="234" y="166"/>
                  </a:lnTo>
                  <a:lnTo>
                    <a:pt x="234" y="166"/>
                  </a:lnTo>
                  <a:lnTo>
                    <a:pt x="236" y="166"/>
                  </a:lnTo>
                  <a:lnTo>
                    <a:pt x="236" y="166"/>
                  </a:lnTo>
                  <a:lnTo>
                    <a:pt x="236" y="166"/>
                  </a:lnTo>
                  <a:lnTo>
                    <a:pt x="239" y="166"/>
                  </a:lnTo>
                  <a:lnTo>
                    <a:pt x="239" y="166"/>
                  </a:lnTo>
                  <a:lnTo>
                    <a:pt x="239" y="168"/>
                  </a:lnTo>
                  <a:lnTo>
                    <a:pt x="239" y="168"/>
                  </a:lnTo>
                  <a:lnTo>
                    <a:pt x="239" y="168"/>
                  </a:lnTo>
                  <a:lnTo>
                    <a:pt x="239" y="168"/>
                  </a:lnTo>
                  <a:lnTo>
                    <a:pt x="239" y="168"/>
                  </a:lnTo>
                  <a:lnTo>
                    <a:pt x="239" y="171"/>
                  </a:lnTo>
                  <a:lnTo>
                    <a:pt x="239" y="171"/>
                  </a:lnTo>
                  <a:lnTo>
                    <a:pt x="241" y="171"/>
                  </a:lnTo>
                  <a:lnTo>
                    <a:pt x="241" y="171"/>
                  </a:lnTo>
                  <a:lnTo>
                    <a:pt x="243" y="171"/>
                  </a:lnTo>
                  <a:lnTo>
                    <a:pt x="243" y="168"/>
                  </a:lnTo>
                  <a:lnTo>
                    <a:pt x="243" y="168"/>
                  </a:lnTo>
                  <a:lnTo>
                    <a:pt x="243" y="168"/>
                  </a:lnTo>
                  <a:lnTo>
                    <a:pt x="243" y="168"/>
                  </a:lnTo>
                  <a:lnTo>
                    <a:pt x="246" y="168"/>
                  </a:lnTo>
                  <a:lnTo>
                    <a:pt x="246" y="168"/>
                  </a:lnTo>
                  <a:lnTo>
                    <a:pt x="246" y="168"/>
                  </a:lnTo>
                  <a:lnTo>
                    <a:pt x="246" y="168"/>
                  </a:lnTo>
                  <a:lnTo>
                    <a:pt x="248" y="168"/>
                  </a:lnTo>
                  <a:lnTo>
                    <a:pt x="248" y="166"/>
                  </a:lnTo>
                  <a:lnTo>
                    <a:pt x="248" y="166"/>
                  </a:lnTo>
                  <a:lnTo>
                    <a:pt x="251" y="166"/>
                  </a:lnTo>
                  <a:lnTo>
                    <a:pt x="251" y="166"/>
                  </a:lnTo>
                  <a:lnTo>
                    <a:pt x="251" y="166"/>
                  </a:lnTo>
                  <a:lnTo>
                    <a:pt x="251" y="166"/>
                  </a:lnTo>
                  <a:lnTo>
                    <a:pt x="253" y="166"/>
                  </a:lnTo>
                  <a:lnTo>
                    <a:pt x="253" y="166"/>
                  </a:lnTo>
                  <a:lnTo>
                    <a:pt x="255" y="166"/>
                  </a:lnTo>
                  <a:lnTo>
                    <a:pt x="255" y="164"/>
                  </a:lnTo>
                  <a:lnTo>
                    <a:pt x="255" y="164"/>
                  </a:lnTo>
                  <a:lnTo>
                    <a:pt x="255" y="164"/>
                  </a:lnTo>
                  <a:lnTo>
                    <a:pt x="258" y="164"/>
                  </a:lnTo>
                  <a:lnTo>
                    <a:pt x="258" y="164"/>
                  </a:lnTo>
                  <a:lnTo>
                    <a:pt x="258" y="164"/>
                  </a:lnTo>
                  <a:lnTo>
                    <a:pt x="258" y="161"/>
                  </a:lnTo>
                  <a:lnTo>
                    <a:pt x="258" y="161"/>
                  </a:lnTo>
                  <a:lnTo>
                    <a:pt x="258" y="161"/>
                  </a:lnTo>
                  <a:lnTo>
                    <a:pt x="260" y="161"/>
                  </a:lnTo>
                  <a:lnTo>
                    <a:pt x="260" y="161"/>
                  </a:lnTo>
                  <a:lnTo>
                    <a:pt x="260" y="159"/>
                  </a:lnTo>
                  <a:lnTo>
                    <a:pt x="260" y="159"/>
                  </a:lnTo>
                  <a:lnTo>
                    <a:pt x="260" y="157"/>
                  </a:lnTo>
                  <a:lnTo>
                    <a:pt x="260" y="157"/>
                  </a:lnTo>
                  <a:lnTo>
                    <a:pt x="260" y="157"/>
                  </a:lnTo>
                  <a:lnTo>
                    <a:pt x="260" y="157"/>
                  </a:lnTo>
                  <a:lnTo>
                    <a:pt x="260" y="154"/>
                  </a:lnTo>
                  <a:lnTo>
                    <a:pt x="258" y="154"/>
                  </a:lnTo>
                  <a:lnTo>
                    <a:pt x="258" y="154"/>
                  </a:lnTo>
                  <a:lnTo>
                    <a:pt x="258" y="152"/>
                  </a:lnTo>
                  <a:lnTo>
                    <a:pt x="258" y="152"/>
                  </a:lnTo>
                  <a:lnTo>
                    <a:pt x="258" y="150"/>
                  </a:lnTo>
                  <a:lnTo>
                    <a:pt x="258" y="150"/>
                  </a:lnTo>
                  <a:lnTo>
                    <a:pt x="258" y="150"/>
                  </a:lnTo>
                  <a:lnTo>
                    <a:pt x="258" y="147"/>
                  </a:lnTo>
                  <a:lnTo>
                    <a:pt x="258" y="147"/>
                  </a:lnTo>
                  <a:lnTo>
                    <a:pt x="258" y="147"/>
                  </a:lnTo>
                  <a:lnTo>
                    <a:pt x="258" y="145"/>
                  </a:lnTo>
                  <a:lnTo>
                    <a:pt x="258" y="145"/>
                  </a:lnTo>
                  <a:lnTo>
                    <a:pt x="258" y="145"/>
                  </a:lnTo>
                  <a:lnTo>
                    <a:pt x="258" y="142"/>
                  </a:lnTo>
                  <a:lnTo>
                    <a:pt x="258" y="142"/>
                  </a:lnTo>
                  <a:lnTo>
                    <a:pt x="258" y="140"/>
                  </a:lnTo>
                  <a:lnTo>
                    <a:pt x="258" y="140"/>
                  </a:lnTo>
                  <a:lnTo>
                    <a:pt x="258" y="140"/>
                  </a:lnTo>
                  <a:lnTo>
                    <a:pt x="258" y="138"/>
                  </a:lnTo>
                  <a:lnTo>
                    <a:pt x="258" y="138"/>
                  </a:lnTo>
                  <a:lnTo>
                    <a:pt x="258" y="138"/>
                  </a:lnTo>
                  <a:lnTo>
                    <a:pt x="258" y="138"/>
                  </a:lnTo>
                  <a:lnTo>
                    <a:pt x="258" y="135"/>
                  </a:lnTo>
                  <a:lnTo>
                    <a:pt x="260" y="135"/>
                  </a:lnTo>
                  <a:lnTo>
                    <a:pt x="260" y="135"/>
                  </a:lnTo>
                  <a:lnTo>
                    <a:pt x="260" y="133"/>
                  </a:lnTo>
                  <a:lnTo>
                    <a:pt x="260" y="133"/>
                  </a:lnTo>
                  <a:lnTo>
                    <a:pt x="260" y="133"/>
                  </a:lnTo>
                  <a:lnTo>
                    <a:pt x="260" y="131"/>
                  </a:lnTo>
                  <a:lnTo>
                    <a:pt x="262" y="131"/>
                  </a:lnTo>
                  <a:lnTo>
                    <a:pt x="262" y="131"/>
                  </a:lnTo>
                  <a:lnTo>
                    <a:pt x="262" y="131"/>
                  </a:lnTo>
                  <a:lnTo>
                    <a:pt x="262" y="131"/>
                  </a:lnTo>
                  <a:lnTo>
                    <a:pt x="265" y="131"/>
                  </a:lnTo>
                  <a:lnTo>
                    <a:pt x="265" y="131"/>
                  </a:lnTo>
                  <a:lnTo>
                    <a:pt x="265" y="131"/>
                  </a:lnTo>
                  <a:lnTo>
                    <a:pt x="265" y="128"/>
                  </a:lnTo>
                  <a:lnTo>
                    <a:pt x="267" y="128"/>
                  </a:lnTo>
                  <a:lnTo>
                    <a:pt x="267" y="128"/>
                  </a:lnTo>
                  <a:lnTo>
                    <a:pt x="270" y="128"/>
                  </a:lnTo>
                  <a:lnTo>
                    <a:pt x="270" y="128"/>
                  </a:lnTo>
                  <a:lnTo>
                    <a:pt x="270" y="128"/>
                  </a:lnTo>
                  <a:lnTo>
                    <a:pt x="270" y="131"/>
                  </a:lnTo>
                  <a:lnTo>
                    <a:pt x="272" y="131"/>
                  </a:lnTo>
                  <a:lnTo>
                    <a:pt x="272" y="128"/>
                  </a:lnTo>
                  <a:lnTo>
                    <a:pt x="272" y="128"/>
                  </a:lnTo>
                  <a:lnTo>
                    <a:pt x="272" y="128"/>
                  </a:lnTo>
                  <a:lnTo>
                    <a:pt x="272" y="128"/>
                  </a:lnTo>
                  <a:lnTo>
                    <a:pt x="274" y="128"/>
                  </a:lnTo>
                  <a:lnTo>
                    <a:pt x="274" y="128"/>
                  </a:lnTo>
                  <a:lnTo>
                    <a:pt x="277" y="128"/>
                  </a:lnTo>
                  <a:lnTo>
                    <a:pt x="277" y="128"/>
                  </a:lnTo>
                  <a:lnTo>
                    <a:pt x="277" y="128"/>
                  </a:lnTo>
                  <a:lnTo>
                    <a:pt x="277" y="128"/>
                  </a:lnTo>
                  <a:lnTo>
                    <a:pt x="279" y="128"/>
                  </a:lnTo>
                  <a:lnTo>
                    <a:pt x="279" y="128"/>
                  </a:lnTo>
                  <a:lnTo>
                    <a:pt x="279" y="126"/>
                  </a:lnTo>
                  <a:lnTo>
                    <a:pt x="279" y="126"/>
                  </a:lnTo>
                  <a:lnTo>
                    <a:pt x="279" y="126"/>
                  </a:lnTo>
                  <a:lnTo>
                    <a:pt x="281" y="126"/>
                  </a:lnTo>
                  <a:lnTo>
                    <a:pt x="281" y="123"/>
                  </a:lnTo>
                  <a:lnTo>
                    <a:pt x="281" y="123"/>
                  </a:lnTo>
                  <a:lnTo>
                    <a:pt x="284" y="123"/>
                  </a:lnTo>
                  <a:lnTo>
                    <a:pt x="284" y="123"/>
                  </a:lnTo>
                  <a:lnTo>
                    <a:pt x="284" y="121"/>
                  </a:lnTo>
                  <a:lnTo>
                    <a:pt x="284" y="121"/>
                  </a:lnTo>
                  <a:lnTo>
                    <a:pt x="284" y="121"/>
                  </a:lnTo>
                  <a:lnTo>
                    <a:pt x="284" y="119"/>
                  </a:lnTo>
                  <a:lnTo>
                    <a:pt x="284" y="119"/>
                  </a:lnTo>
                  <a:lnTo>
                    <a:pt x="284" y="119"/>
                  </a:lnTo>
                  <a:lnTo>
                    <a:pt x="284" y="119"/>
                  </a:lnTo>
                  <a:lnTo>
                    <a:pt x="281" y="119"/>
                  </a:lnTo>
                  <a:lnTo>
                    <a:pt x="281" y="116"/>
                  </a:lnTo>
                  <a:lnTo>
                    <a:pt x="281" y="116"/>
                  </a:lnTo>
                  <a:lnTo>
                    <a:pt x="284" y="116"/>
                  </a:lnTo>
                  <a:lnTo>
                    <a:pt x="284" y="114"/>
                  </a:lnTo>
                  <a:lnTo>
                    <a:pt x="284" y="114"/>
                  </a:lnTo>
                  <a:lnTo>
                    <a:pt x="284" y="114"/>
                  </a:lnTo>
                  <a:lnTo>
                    <a:pt x="284" y="114"/>
                  </a:lnTo>
                  <a:lnTo>
                    <a:pt x="286" y="114"/>
                  </a:lnTo>
                  <a:lnTo>
                    <a:pt x="286" y="112"/>
                  </a:lnTo>
                  <a:lnTo>
                    <a:pt x="286" y="112"/>
                  </a:lnTo>
                  <a:lnTo>
                    <a:pt x="286" y="114"/>
                  </a:lnTo>
                  <a:lnTo>
                    <a:pt x="288" y="114"/>
                  </a:lnTo>
                  <a:lnTo>
                    <a:pt x="288" y="114"/>
                  </a:lnTo>
                  <a:lnTo>
                    <a:pt x="288" y="112"/>
                  </a:lnTo>
                  <a:lnTo>
                    <a:pt x="288" y="112"/>
                  </a:lnTo>
                  <a:lnTo>
                    <a:pt x="291" y="112"/>
                  </a:lnTo>
                  <a:lnTo>
                    <a:pt x="291" y="112"/>
                  </a:lnTo>
                  <a:lnTo>
                    <a:pt x="291" y="112"/>
                  </a:lnTo>
                  <a:lnTo>
                    <a:pt x="291" y="112"/>
                  </a:lnTo>
                  <a:lnTo>
                    <a:pt x="291" y="112"/>
                  </a:lnTo>
                  <a:lnTo>
                    <a:pt x="293" y="112"/>
                  </a:lnTo>
                  <a:lnTo>
                    <a:pt x="293" y="112"/>
                  </a:lnTo>
                  <a:lnTo>
                    <a:pt x="296" y="112"/>
                  </a:lnTo>
                  <a:lnTo>
                    <a:pt x="296" y="112"/>
                  </a:lnTo>
                  <a:lnTo>
                    <a:pt x="296" y="112"/>
                  </a:lnTo>
                  <a:lnTo>
                    <a:pt x="296" y="114"/>
                  </a:lnTo>
                  <a:lnTo>
                    <a:pt x="298" y="114"/>
                  </a:lnTo>
                  <a:lnTo>
                    <a:pt x="298" y="114"/>
                  </a:lnTo>
                  <a:lnTo>
                    <a:pt x="298" y="114"/>
                  </a:lnTo>
                  <a:lnTo>
                    <a:pt x="298" y="112"/>
                  </a:lnTo>
                  <a:lnTo>
                    <a:pt x="300" y="112"/>
                  </a:lnTo>
                  <a:lnTo>
                    <a:pt x="300" y="112"/>
                  </a:lnTo>
                  <a:lnTo>
                    <a:pt x="303" y="112"/>
                  </a:lnTo>
                  <a:lnTo>
                    <a:pt x="303" y="112"/>
                  </a:lnTo>
                  <a:lnTo>
                    <a:pt x="303" y="112"/>
                  </a:lnTo>
                  <a:lnTo>
                    <a:pt x="303" y="112"/>
                  </a:lnTo>
                  <a:lnTo>
                    <a:pt x="305" y="112"/>
                  </a:lnTo>
                  <a:lnTo>
                    <a:pt x="305" y="112"/>
                  </a:lnTo>
                  <a:lnTo>
                    <a:pt x="305" y="112"/>
                  </a:lnTo>
                  <a:lnTo>
                    <a:pt x="307" y="112"/>
                  </a:lnTo>
                  <a:lnTo>
                    <a:pt x="307" y="112"/>
                  </a:lnTo>
                  <a:lnTo>
                    <a:pt x="307" y="114"/>
                  </a:lnTo>
                  <a:lnTo>
                    <a:pt x="307" y="114"/>
                  </a:lnTo>
                  <a:lnTo>
                    <a:pt x="307" y="116"/>
                  </a:lnTo>
                  <a:lnTo>
                    <a:pt x="307" y="116"/>
                  </a:lnTo>
                  <a:lnTo>
                    <a:pt x="307" y="116"/>
                  </a:lnTo>
                  <a:lnTo>
                    <a:pt x="307" y="116"/>
                  </a:lnTo>
                  <a:lnTo>
                    <a:pt x="305" y="116"/>
                  </a:lnTo>
                  <a:lnTo>
                    <a:pt x="305" y="116"/>
                  </a:lnTo>
                  <a:lnTo>
                    <a:pt x="305" y="119"/>
                  </a:lnTo>
                  <a:lnTo>
                    <a:pt x="305" y="119"/>
                  </a:lnTo>
                  <a:lnTo>
                    <a:pt x="305" y="119"/>
                  </a:lnTo>
                  <a:lnTo>
                    <a:pt x="305" y="119"/>
                  </a:lnTo>
                  <a:lnTo>
                    <a:pt x="305" y="119"/>
                  </a:lnTo>
                  <a:lnTo>
                    <a:pt x="305" y="119"/>
                  </a:lnTo>
                  <a:lnTo>
                    <a:pt x="305" y="121"/>
                  </a:lnTo>
                  <a:lnTo>
                    <a:pt x="307" y="121"/>
                  </a:lnTo>
                  <a:lnTo>
                    <a:pt x="307" y="121"/>
                  </a:lnTo>
                  <a:lnTo>
                    <a:pt x="307" y="121"/>
                  </a:lnTo>
                  <a:lnTo>
                    <a:pt x="310" y="121"/>
                  </a:lnTo>
                  <a:lnTo>
                    <a:pt x="310" y="121"/>
                  </a:lnTo>
                  <a:lnTo>
                    <a:pt x="310" y="121"/>
                  </a:lnTo>
                  <a:lnTo>
                    <a:pt x="310" y="123"/>
                  </a:lnTo>
                  <a:lnTo>
                    <a:pt x="312" y="123"/>
                  </a:lnTo>
                  <a:lnTo>
                    <a:pt x="312" y="123"/>
                  </a:lnTo>
                  <a:lnTo>
                    <a:pt x="310" y="123"/>
                  </a:lnTo>
                  <a:lnTo>
                    <a:pt x="310" y="123"/>
                  </a:lnTo>
                  <a:lnTo>
                    <a:pt x="310" y="126"/>
                  </a:lnTo>
                  <a:lnTo>
                    <a:pt x="310" y="126"/>
                  </a:lnTo>
                  <a:lnTo>
                    <a:pt x="310" y="126"/>
                  </a:lnTo>
                  <a:lnTo>
                    <a:pt x="310" y="128"/>
                  </a:lnTo>
                  <a:lnTo>
                    <a:pt x="310" y="128"/>
                  </a:lnTo>
                  <a:lnTo>
                    <a:pt x="310" y="128"/>
                  </a:lnTo>
                  <a:lnTo>
                    <a:pt x="312" y="128"/>
                  </a:lnTo>
                  <a:lnTo>
                    <a:pt x="312" y="128"/>
                  </a:lnTo>
                  <a:lnTo>
                    <a:pt x="312" y="128"/>
                  </a:lnTo>
                  <a:lnTo>
                    <a:pt x="312" y="128"/>
                  </a:lnTo>
                  <a:lnTo>
                    <a:pt x="314" y="128"/>
                  </a:lnTo>
                  <a:lnTo>
                    <a:pt x="314" y="128"/>
                  </a:lnTo>
                  <a:lnTo>
                    <a:pt x="317" y="128"/>
                  </a:lnTo>
                  <a:lnTo>
                    <a:pt x="317" y="128"/>
                  </a:lnTo>
                  <a:lnTo>
                    <a:pt x="317" y="128"/>
                  </a:lnTo>
                  <a:lnTo>
                    <a:pt x="317" y="128"/>
                  </a:lnTo>
                  <a:lnTo>
                    <a:pt x="317" y="131"/>
                  </a:lnTo>
                  <a:lnTo>
                    <a:pt x="319" y="131"/>
                  </a:lnTo>
                  <a:lnTo>
                    <a:pt x="319" y="131"/>
                  </a:lnTo>
                  <a:lnTo>
                    <a:pt x="319" y="131"/>
                  </a:lnTo>
                  <a:lnTo>
                    <a:pt x="319" y="131"/>
                  </a:lnTo>
                  <a:lnTo>
                    <a:pt x="322" y="131"/>
                  </a:lnTo>
                  <a:lnTo>
                    <a:pt x="322" y="131"/>
                  </a:lnTo>
                  <a:lnTo>
                    <a:pt x="322" y="131"/>
                  </a:lnTo>
                  <a:lnTo>
                    <a:pt x="322" y="131"/>
                  </a:lnTo>
                  <a:lnTo>
                    <a:pt x="322" y="133"/>
                  </a:lnTo>
                  <a:lnTo>
                    <a:pt x="322" y="133"/>
                  </a:lnTo>
                  <a:lnTo>
                    <a:pt x="322" y="135"/>
                  </a:lnTo>
                  <a:lnTo>
                    <a:pt x="324" y="135"/>
                  </a:lnTo>
                  <a:lnTo>
                    <a:pt x="324" y="135"/>
                  </a:lnTo>
                  <a:lnTo>
                    <a:pt x="324" y="135"/>
                  </a:lnTo>
                  <a:lnTo>
                    <a:pt x="324" y="138"/>
                  </a:lnTo>
                  <a:lnTo>
                    <a:pt x="324" y="138"/>
                  </a:lnTo>
                  <a:lnTo>
                    <a:pt x="326" y="138"/>
                  </a:lnTo>
                  <a:lnTo>
                    <a:pt x="326" y="138"/>
                  </a:lnTo>
                  <a:lnTo>
                    <a:pt x="326" y="138"/>
                  </a:lnTo>
                  <a:lnTo>
                    <a:pt x="329" y="138"/>
                  </a:lnTo>
                  <a:lnTo>
                    <a:pt x="329" y="138"/>
                  </a:lnTo>
                  <a:lnTo>
                    <a:pt x="329" y="138"/>
                  </a:lnTo>
                  <a:lnTo>
                    <a:pt x="329" y="138"/>
                  </a:lnTo>
                  <a:lnTo>
                    <a:pt x="331" y="138"/>
                  </a:lnTo>
                  <a:lnTo>
                    <a:pt x="331" y="138"/>
                  </a:lnTo>
                  <a:lnTo>
                    <a:pt x="331" y="140"/>
                  </a:lnTo>
                  <a:lnTo>
                    <a:pt x="331" y="140"/>
                  </a:lnTo>
                  <a:lnTo>
                    <a:pt x="331" y="140"/>
                  </a:lnTo>
                  <a:lnTo>
                    <a:pt x="331" y="142"/>
                  </a:lnTo>
                  <a:lnTo>
                    <a:pt x="333" y="142"/>
                  </a:lnTo>
                  <a:lnTo>
                    <a:pt x="333" y="142"/>
                  </a:lnTo>
                  <a:lnTo>
                    <a:pt x="336" y="142"/>
                  </a:lnTo>
                  <a:lnTo>
                    <a:pt x="336" y="142"/>
                  </a:lnTo>
                  <a:lnTo>
                    <a:pt x="336" y="142"/>
                  </a:lnTo>
                  <a:lnTo>
                    <a:pt x="336" y="140"/>
                  </a:lnTo>
                  <a:lnTo>
                    <a:pt x="338" y="140"/>
                  </a:lnTo>
                  <a:lnTo>
                    <a:pt x="338" y="140"/>
                  </a:lnTo>
                  <a:lnTo>
                    <a:pt x="338" y="140"/>
                  </a:lnTo>
                  <a:lnTo>
                    <a:pt x="338" y="140"/>
                  </a:lnTo>
                  <a:lnTo>
                    <a:pt x="341" y="140"/>
                  </a:lnTo>
                  <a:lnTo>
                    <a:pt x="341" y="140"/>
                  </a:lnTo>
                  <a:lnTo>
                    <a:pt x="343" y="140"/>
                  </a:lnTo>
                  <a:lnTo>
                    <a:pt x="343" y="140"/>
                  </a:lnTo>
                  <a:lnTo>
                    <a:pt x="343" y="140"/>
                  </a:lnTo>
                  <a:lnTo>
                    <a:pt x="343" y="140"/>
                  </a:lnTo>
                  <a:lnTo>
                    <a:pt x="343" y="142"/>
                  </a:lnTo>
                  <a:lnTo>
                    <a:pt x="345" y="142"/>
                  </a:lnTo>
                  <a:lnTo>
                    <a:pt x="345" y="142"/>
                  </a:lnTo>
                  <a:lnTo>
                    <a:pt x="345" y="142"/>
                  </a:lnTo>
                  <a:lnTo>
                    <a:pt x="345" y="142"/>
                  </a:lnTo>
                  <a:lnTo>
                    <a:pt x="345" y="145"/>
                  </a:lnTo>
                  <a:lnTo>
                    <a:pt x="348" y="145"/>
                  </a:lnTo>
                  <a:lnTo>
                    <a:pt x="348" y="145"/>
                  </a:lnTo>
                  <a:lnTo>
                    <a:pt x="348" y="145"/>
                  </a:lnTo>
                  <a:lnTo>
                    <a:pt x="350" y="145"/>
                  </a:lnTo>
                  <a:lnTo>
                    <a:pt x="350" y="145"/>
                  </a:lnTo>
                  <a:lnTo>
                    <a:pt x="350" y="145"/>
                  </a:lnTo>
                  <a:lnTo>
                    <a:pt x="352" y="145"/>
                  </a:lnTo>
                  <a:lnTo>
                    <a:pt x="352" y="145"/>
                  </a:lnTo>
                  <a:lnTo>
                    <a:pt x="352" y="145"/>
                  </a:lnTo>
                  <a:lnTo>
                    <a:pt x="352" y="145"/>
                  </a:lnTo>
                  <a:lnTo>
                    <a:pt x="355" y="145"/>
                  </a:lnTo>
                  <a:lnTo>
                    <a:pt x="355" y="145"/>
                  </a:lnTo>
                  <a:lnTo>
                    <a:pt x="355" y="147"/>
                  </a:lnTo>
                  <a:lnTo>
                    <a:pt x="355" y="147"/>
                  </a:lnTo>
                  <a:lnTo>
                    <a:pt x="355" y="147"/>
                  </a:lnTo>
                  <a:lnTo>
                    <a:pt x="355" y="147"/>
                  </a:lnTo>
                  <a:lnTo>
                    <a:pt x="357" y="147"/>
                  </a:lnTo>
                  <a:lnTo>
                    <a:pt x="357" y="147"/>
                  </a:lnTo>
                  <a:lnTo>
                    <a:pt x="357" y="147"/>
                  </a:lnTo>
                  <a:lnTo>
                    <a:pt x="357" y="150"/>
                  </a:lnTo>
                  <a:lnTo>
                    <a:pt x="359" y="150"/>
                  </a:lnTo>
                  <a:lnTo>
                    <a:pt x="359" y="150"/>
                  </a:lnTo>
                  <a:lnTo>
                    <a:pt x="359" y="150"/>
                  </a:lnTo>
                  <a:lnTo>
                    <a:pt x="359" y="152"/>
                  </a:lnTo>
                  <a:lnTo>
                    <a:pt x="362" y="152"/>
                  </a:lnTo>
                  <a:lnTo>
                    <a:pt x="362" y="152"/>
                  </a:lnTo>
                  <a:lnTo>
                    <a:pt x="362" y="152"/>
                  </a:lnTo>
                  <a:lnTo>
                    <a:pt x="362" y="154"/>
                  </a:lnTo>
                  <a:lnTo>
                    <a:pt x="362" y="154"/>
                  </a:lnTo>
                  <a:lnTo>
                    <a:pt x="362" y="154"/>
                  </a:lnTo>
                  <a:lnTo>
                    <a:pt x="362" y="157"/>
                  </a:lnTo>
                  <a:lnTo>
                    <a:pt x="364" y="157"/>
                  </a:lnTo>
                  <a:lnTo>
                    <a:pt x="364" y="157"/>
                  </a:lnTo>
                  <a:lnTo>
                    <a:pt x="364" y="157"/>
                  </a:lnTo>
                  <a:lnTo>
                    <a:pt x="364" y="159"/>
                  </a:lnTo>
                  <a:lnTo>
                    <a:pt x="364" y="159"/>
                  </a:lnTo>
                  <a:lnTo>
                    <a:pt x="364" y="159"/>
                  </a:lnTo>
                  <a:lnTo>
                    <a:pt x="364" y="161"/>
                  </a:lnTo>
                  <a:lnTo>
                    <a:pt x="364" y="161"/>
                  </a:lnTo>
                  <a:lnTo>
                    <a:pt x="364" y="161"/>
                  </a:lnTo>
                  <a:lnTo>
                    <a:pt x="367" y="161"/>
                  </a:lnTo>
                  <a:lnTo>
                    <a:pt x="367" y="164"/>
                  </a:lnTo>
                  <a:lnTo>
                    <a:pt x="367" y="164"/>
                  </a:lnTo>
                  <a:lnTo>
                    <a:pt x="367" y="164"/>
                  </a:lnTo>
                  <a:lnTo>
                    <a:pt x="369" y="164"/>
                  </a:lnTo>
                  <a:lnTo>
                    <a:pt x="369" y="166"/>
                  </a:lnTo>
                  <a:lnTo>
                    <a:pt x="369" y="166"/>
                  </a:lnTo>
                  <a:lnTo>
                    <a:pt x="369" y="166"/>
                  </a:lnTo>
                  <a:lnTo>
                    <a:pt x="369" y="166"/>
                  </a:lnTo>
                  <a:lnTo>
                    <a:pt x="371" y="166"/>
                  </a:lnTo>
                  <a:lnTo>
                    <a:pt x="371" y="166"/>
                  </a:lnTo>
                  <a:lnTo>
                    <a:pt x="371" y="168"/>
                  </a:lnTo>
                  <a:lnTo>
                    <a:pt x="371" y="168"/>
                  </a:lnTo>
                  <a:lnTo>
                    <a:pt x="371" y="168"/>
                  </a:lnTo>
                  <a:lnTo>
                    <a:pt x="374" y="168"/>
                  </a:lnTo>
                  <a:lnTo>
                    <a:pt x="374" y="168"/>
                  </a:lnTo>
                  <a:lnTo>
                    <a:pt x="374" y="171"/>
                  </a:lnTo>
                  <a:lnTo>
                    <a:pt x="374" y="171"/>
                  </a:lnTo>
                  <a:lnTo>
                    <a:pt x="374" y="171"/>
                  </a:lnTo>
                  <a:lnTo>
                    <a:pt x="374" y="173"/>
                  </a:lnTo>
                  <a:lnTo>
                    <a:pt x="376" y="173"/>
                  </a:lnTo>
                  <a:lnTo>
                    <a:pt x="376" y="173"/>
                  </a:lnTo>
                  <a:lnTo>
                    <a:pt x="376" y="176"/>
                  </a:lnTo>
                  <a:lnTo>
                    <a:pt x="376" y="176"/>
                  </a:lnTo>
                  <a:lnTo>
                    <a:pt x="376" y="178"/>
                  </a:lnTo>
                  <a:lnTo>
                    <a:pt x="376" y="178"/>
                  </a:lnTo>
                  <a:lnTo>
                    <a:pt x="376" y="178"/>
                  </a:lnTo>
                  <a:lnTo>
                    <a:pt x="376" y="178"/>
                  </a:lnTo>
                  <a:lnTo>
                    <a:pt x="376" y="178"/>
                  </a:lnTo>
                  <a:lnTo>
                    <a:pt x="376" y="180"/>
                  </a:lnTo>
                  <a:lnTo>
                    <a:pt x="374" y="180"/>
                  </a:lnTo>
                  <a:lnTo>
                    <a:pt x="374" y="180"/>
                  </a:lnTo>
                  <a:lnTo>
                    <a:pt x="374" y="183"/>
                  </a:lnTo>
                  <a:lnTo>
                    <a:pt x="374" y="183"/>
                  </a:lnTo>
                  <a:lnTo>
                    <a:pt x="374" y="183"/>
                  </a:lnTo>
                  <a:lnTo>
                    <a:pt x="371" y="183"/>
                  </a:lnTo>
                  <a:lnTo>
                    <a:pt x="371" y="185"/>
                  </a:lnTo>
                  <a:lnTo>
                    <a:pt x="371" y="185"/>
                  </a:lnTo>
                  <a:lnTo>
                    <a:pt x="374" y="185"/>
                  </a:lnTo>
                  <a:lnTo>
                    <a:pt x="374" y="187"/>
                  </a:lnTo>
                  <a:lnTo>
                    <a:pt x="374" y="187"/>
                  </a:lnTo>
                  <a:lnTo>
                    <a:pt x="374" y="187"/>
                  </a:lnTo>
                  <a:lnTo>
                    <a:pt x="374" y="187"/>
                  </a:lnTo>
                  <a:lnTo>
                    <a:pt x="374" y="190"/>
                  </a:lnTo>
                  <a:lnTo>
                    <a:pt x="374" y="190"/>
                  </a:lnTo>
                  <a:lnTo>
                    <a:pt x="374" y="192"/>
                  </a:lnTo>
                  <a:lnTo>
                    <a:pt x="374" y="192"/>
                  </a:lnTo>
                  <a:lnTo>
                    <a:pt x="374" y="192"/>
                  </a:lnTo>
                  <a:lnTo>
                    <a:pt x="371" y="192"/>
                  </a:lnTo>
                  <a:lnTo>
                    <a:pt x="371" y="195"/>
                  </a:lnTo>
                  <a:lnTo>
                    <a:pt x="371" y="195"/>
                  </a:lnTo>
                  <a:lnTo>
                    <a:pt x="371" y="195"/>
                  </a:lnTo>
                  <a:lnTo>
                    <a:pt x="371" y="195"/>
                  </a:lnTo>
                  <a:lnTo>
                    <a:pt x="371" y="197"/>
                  </a:lnTo>
                  <a:lnTo>
                    <a:pt x="369" y="197"/>
                  </a:lnTo>
                  <a:lnTo>
                    <a:pt x="369" y="197"/>
                  </a:lnTo>
                  <a:lnTo>
                    <a:pt x="369" y="197"/>
                  </a:lnTo>
                  <a:lnTo>
                    <a:pt x="369" y="197"/>
                  </a:lnTo>
                  <a:lnTo>
                    <a:pt x="369" y="197"/>
                  </a:lnTo>
                  <a:lnTo>
                    <a:pt x="369" y="199"/>
                  </a:lnTo>
                  <a:lnTo>
                    <a:pt x="369" y="199"/>
                  </a:lnTo>
                  <a:lnTo>
                    <a:pt x="369" y="202"/>
                  </a:lnTo>
                  <a:lnTo>
                    <a:pt x="369" y="202"/>
                  </a:lnTo>
                  <a:lnTo>
                    <a:pt x="367" y="202"/>
                  </a:lnTo>
                  <a:lnTo>
                    <a:pt x="367" y="204"/>
                  </a:lnTo>
                  <a:lnTo>
                    <a:pt x="367" y="204"/>
                  </a:lnTo>
                  <a:lnTo>
                    <a:pt x="369" y="204"/>
                  </a:lnTo>
                  <a:lnTo>
                    <a:pt x="369" y="206"/>
                  </a:lnTo>
                  <a:lnTo>
                    <a:pt x="369" y="206"/>
                  </a:lnTo>
                  <a:lnTo>
                    <a:pt x="369" y="206"/>
                  </a:lnTo>
                  <a:lnTo>
                    <a:pt x="369" y="206"/>
                  </a:lnTo>
                  <a:lnTo>
                    <a:pt x="369" y="206"/>
                  </a:lnTo>
                  <a:lnTo>
                    <a:pt x="369" y="209"/>
                  </a:lnTo>
                  <a:lnTo>
                    <a:pt x="369" y="209"/>
                  </a:lnTo>
                  <a:lnTo>
                    <a:pt x="371" y="209"/>
                  </a:lnTo>
                  <a:lnTo>
                    <a:pt x="371" y="209"/>
                  </a:lnTo>
                  <a:lnTo>
                    <a:pt x="371" y="211"/>
                  </a:lnTo>
                  <a:lnTo>
                    <a:pt x="371" y="211"/>
                  </a:lnTo>
                  <a:lnTo>
                    <a:pt x="371" y="211"/>
                  </a:lnTo>
                  <a:lnTo>
                    <a:pt x="371" y="214"/>
                  </a:lnTo>
                  <a:lnTo>
                    <a:pt x="374" y="214"/>
                  </a:lnTo>
                  <a:lnTo>
                    <a:pt x="374" y="211"/>
                  </a:lnTo>
                  <a:lnTo>
                    <a:pt x="374" y="211"/>
                  </a:lnTo>
                  <a:lnTo>
                    <a:pt x="376" y="211"/>
                  </a:lnTo>
                  <a:lnTo>
                    <a:pt x="376" y="211"/>
                  </a:lnTo>
                  <a:lnTo>
                    <a:pt x="376" y="211"/>
                  </a:lnTo>
                  <a:lnTo>
                    <a:pt x="378" y="211"/>
                  </a:lnTo>
                  <a:lnTo>
                    <a:pt x="378" y="214"/>
                  </a:lnTo>
                  <a:lnTo>
                    <a:pt x="378" y="214"/>
                  </a:lnTo>
                  <a:lnTo>
                    <a:pt x="378" y="214"/>
                  </a:lnTo>
                  <a:lnTo>
                    <a:pt x="378" y="214"/>
                  </a:lnTo>
                  <a:lnTo>
                    <a:pt x="381" y="214"/>
                  </a:lnTo>
                  <a:lnTo>
                    <a:pt x="381" y="214"/>
                  </a:lnTo>
                  <a:lnTo>
                    <a:pt x="383" y="214"/>
                  </a:lnTo>
                  <a:lnTo>
                    <a:pt x="383" y="214"/>
                  </a:lnTo>
                  <a:lnTo>
                    <a:pt x="383" y="214"/>
                  </a:lnTo>
                  <a:lnTo>
                    <a:pt x="386" y="214"/>
                  </a:lnTo>
                  <a:lnTo>
                    <a:pt x="386" y="216"/>
                  </a:lnTo>
                  <a:lnTo>
                    <a:pt x="386" y="216"/>
                  </a:lnTo>
                  <a:lnTo>
                    <a:pt x="386" y="216"/>
                  </a:lnTo>
                  <a:lnTo>
                    <a:pt x="386" y="216"/>
                  </a:lnTo>
                  <a:lnTo>
                    <a:pt x="388" y="216"/>
                  </a:lnTo>
                  <a:lnTo>
                    <a:pt x="388" y="216"/>
                  </a:lnTo>
                  <a:lnTo>
                    <a:pt x="390" y="216"/>
                  </a:lnTo>
                  <a:lnTo>
                    <a:pt x="390" y="216"/>
                  </a:lnTo>
                  <a:lnTo>
                    <a:pt x="390" y="216"/>
                  </a:lnTo>
                  <a:lnTo>
                    <a:pt x="390" y="216"/>
                  </a:lnTo>
                  <a:lnTo>
                    <a:pt x="393" y="216"/>
                  </a:lnTo>
                  <a:lnTo>
                    <a:pt x="393" y="216"/>
                  </a:lnTo>
                  <a:lnTo>
                    <a:pt x="395" y="216"/>
                  </a:lnTo>
                  <a:lnTo>
                    <a:pt x="395" y="216"/>
                  </a:lnTo>
                  <a:lnTo>
                    <a:pt x="395" y="216"/>
                  </a:lnTo>
                  <a:lnTo>
                    <a:pt x="397" y="216"/>
                  </a:lnTo>
                  <a:lnTo>
                    <a:pt x="397" y="216"/>
                  </a:lnTo>
                  <a:lnTo>
                    <a:pt x="397" y="216"/>
                  </a:lnTo>
                  <a:lnTo>
                    <a:pt x="397" y="216"/>
                  </a:lnTo>
                  <a:lnTo>
                    <a:pt x="400" y="216"/>
                  </a:lnTo>
                  <a:lnTo>
                    <a:pt x="400" y="216"/>
                  </a:lnTo>
                  <a:lnTo>
                    <a:pt x="402" y="216"/>
                  </a:lnTo>
                  <a:lnTo>
                    <a:pt x="402" y="216"/>
                  </a:lnTo>
                  <a:lnTo>
                    <a:pt x="402" y="216"/>
                  </a:lnTo>
                  <a:lnTo>
                    <a:pt x="404" y="216"/>
                  </a:lnTo>
                  <a:lnTo>
                    <a:pt x="404" y="216"/>
                  </a:lnTo>
                  <a:lnTo>
                    <a:pt x="404" y="216"/>
                  </a:lnTo>
                  <a:lnTo>
                    <a:pt x="404" y="216"/>
                  </a:lnTo>
                  <a:lnTo>
                    <a:pt x="407" y="216"/>
                  </a:lnTo>
                  <a:lnTo>
                    <a:pt x="407" y="216"/>
                  </a:lnTo>
                  <a:lnTo>
                    <a:pt x="409" y="216"/>
                  </a:lnTo>
                  <a:lnTo>
                    <a:pt x="409" y="216"/>
                  </a:lnTo>
                  <a:lnTo>
                    <a:pt x="409" y="216"/>
                  </a:lnTo>
                  <a:lnTo>
                    <a:pt x="412" y="216"/>
                  </a:lnTo>
                  <a:lnTo>
                    <a:pt x="412" y="216"/>
                  </a:lnTo>
                  <a:lnTo>
                    <a:pt x="412" y="216"/>
                  </a:lnTo>
                  <a:lnTo>
                    <a:pt x="414" y="216"/>
                  </a:lnTo>
                  <a:lnTo>
                    <a:pt x="414" y="216"/>
                  </a:lnTo>
                  <a:lnTo>
                    <a:pt x="416" y="216"/>
                  </a:lnTo>
                  <a:lnTo>
                    <a:pt x="416" y="216"/>
                  </a:lnTo>
                  <a:lnTo>
                    <a:pt x="416" y="216"/>
                  </a:lnTo>
                  <a:lnTo>
                    <a:pt x="419" y="216"/>
                  </a:lnTo>
                  <a:lnTo>
                    <a:pt x="419" y="216"/>
                  </a:lnTo>
                  <a:lnTo>
                    <a:pt x="419" y="216"/>
                  </a:lnTo>
                  <a:lnTo>
                    <a:pt x="421" y="216"/>
                  </a:lnTo>
                  <a:lnTo>
                    <a:pt x="421" y="216"/>
                  </a:lnTo>
                  <a:lnTo>
                    <a:pt x="423" y="216"/>
                  </a:lnTo>
                  <a:lnTo>
                    <a:pt x="423" y="216"/>
                  </a:lnTo>
                  <a:lnTo>
                    <a:pt x="423" y="216"/>
                  </a:lnTo>
                  <a:lnTo>
                    <a:pt x="426" y="216"/>
                  </a:lnTo>
                  <a:lnTo>
                    <a:pt x="426" y="218"/>
                  </a:lnTo>
                  <a:lnTo>
                    <a:pt x="426" y="218"/>
                  </a:lnTo>
                  <a:lnTo>
                    <a:pt x="428" y="218"/>
                  </a:lnTo>
                  <a:lnTo>
                    <a:pt x="428" y="218"/>
                  </a:lnTo>
                  <a:lnTo>
                    <a:pt x="428" y="218"/>
                  </a:lnTo>
                  <a:lnTo>
                    <a:pt x="430" y="218"/>
                  </a:lnTo>
                  <a:lnTo>
                    <a:pt x="430" y="218"/>
                  </a:lnTo>
                  <a:lnTo>
                    <a:pt x="430" y="218"/>
                  </a:lnTo>
                  <a:lnTo>
                    <a:pt x="430" y="218"/>
                  </a:lnTo>
                  <a:lnTo>
                    <a:pt x="433" y="218"/>
                  </a:lnTo>
                  <a:lnTo>
                    <a:pt x="433" y="221"/>
                  </a:lnTo>
                  <a:lnTo>
                    <a:pt x="433" y="221"/>
                  </a:lnTo>
                  <a:lnTo>
                    <a:pt x="433" y="221"/>
                  </a:lnTo>
                  <a:lnTo>
                    <a:pt x="435" y="221"/>
                  </a:lnTo>
                  <a:lnTo>
                    <a:pt x="435" y="221"/>
                  </a:lnTo>
                  <a:lnTo>
                    <a:pt x="435" y="223"/>
                  </a:lnTo>
                  <a:lnTo>
                    <a:pt x="435" y="223"/>
                  </a:lnTo>
                  <a:lnTo>
                    <a:pt x="438" y="223"/>
                  </a:lnTo>
                  <a:lnTo>
                    <a:pt x="438" y="223"/>
                  </a:lnTo>
                  <a:lnTo>
                    <a:pt x="438" y="223"/>
                  </a:lnTo>
                  <a:lnTo>
                    <a:pt x="438" y="223"/>
                  </a:lnTo>
                  <a:lnTo>
                    <a:pt x="440" y="223"/>
                  </a:lnTo>
                  <a:lnTo>
                    <a:pt x="440" y="225"/>
                  </a:lnTo>
                  <a:lnTo>
                    <a:pt x="440" y="225"/>
                  </a:lnTo>
                  <a:lnTo>
                    <a:pt x="442" y="225"/>
                  </a:lnTo>
                  <a:lnTo>
                    <a:pt x="442" y="225"/>
                  </a:lnTo>
                  <a:lnTo>
                    <a:pt x="442" y="225"/>
                  </a:lnTo>
                  <a:lnTo>
                    <a:pt x="442" y="225"/>
                  </a:lnTo>
                  <a:lnTo>
                    <a:pt x="442" y="228"/>
                  </a:lnTo>
                  <a:lnTo>
                    <a:pt x="445" y="228"/>
                  </a:lnTo>
                  <a:lnTo>
                    <a:pt x="445" y="228"/>
                  </a:lnTo>
                  <a:lnTo>
                    <a:pt x="445" y="228"/>
                  </a:lnTo>
                  <a:lnTo>
                    <a:pt x="445" y="228"/>
                  </a:lnTo>
                  <a:lnTo>
                    <a:pt x="445" y="228"/>
                  </a:lnTo>
                  <a:lnTo>
                    <a:pt x="445" y="230"/>
                  </a:lnTo>
                  <a:lnTo>
                    <a:pt x="447" y="230"/>
                  </a:lnTo>
                  <a:lnTo>
                    <a:pt x="447" y="230"/>
                  </a:lnTo>
                  <a:lnTo>
                    <a:pt x="449" y="230"/>
                  </a:lnTo>
                  <a:lnTo>
                    <a:pt x="449" y="230"/>
                  </a:lnTo>
                  <a:lnTo>
                    <a:pt x="449" y="230"/>
                  </a:lnTo>
                  <a:lnTo>
                    <a:pt x="449" y="230"/>
                  </a:lnTo>
                  <a:lnTo>
                    <a:pt x="452" y="230"/>
                  </a:lnTo>
                  <a:lnTo>
                    <a:pt x="452" y="232"/>
                  </a:lnTo>
                  <a:lnTo>
                    <a:pt x="452" y="232"/>
                  </a:lnTo>
                  <a:lnTo>
                    <a:pt x="452" y="232"/>
                  </a:lnTo>
                  <a:lnTo>
                    <a:pt x="452" y="232"/>
                  </a:lnTo>
                  <a:lnTo>
                    <a:pt x="454" y="232"/>
                  </a:lnTo>
                  <a:lnTo>
                    <a:pt x="454" y="235"/>
                  </a:lnTo>
                  <a:lnTo>
                    <a:pt x="454" y="235"/>
                  </a:lnTo>
                  <a:lnTo>
                    <a:pt x="457" y="235"/>
                  </a:lnTo>
                  <a:lnTo>
                    <a:pt x="457" y="235"/>
                  </a:lnTo>
                  <a:lnTo>
                    <a:pt x="457" y="235"/>
                  </a:lnTo>
                  <a:lnTo>
                    <a:pt x="457" y="235"/>
                  </a:lnTo>
                  <a:lnTo>
                    <a:pt x="459" y="235"/>
                  </a:lnTo>
                  <a:lnTo>
                    <a:pt x="459" y="235"/>
                  </a:lnTo>
                  <a:lnTo>
                    <a:pt x="459" y="237"/>
                  </a:lnTo>
                  <a:lnTo>
                    <a:pt x="459" y="237"/>
                  </a:lnTo>
                  <a:lnTo>
                    <a:pt x="461" y="237"/>
                  </a:lnTo>
                  <a:lnTo>
                    <a:pt x="461" y="237"/>
                  </a:lnTo>
                  <a:lnTo>
                    <a:pt x="464" y="237"/>
                  </a:lnTo>
                  <a:lnTo>
                    <a:pt x="464" y="237"/>
                  </a:lnTo>
                  <a:lnTo>
                    <a:pt x="464" y="237"/>
                  </a:lnTo>
                  <a:lnTo>
                    <a:pt x="466" y="237"/>
                  </a:lnTo>
                  <a:lnTo>
                    <a:pt x="466" y="235"/>
                  </a:lnTo>
                  <a:lnTo>
                    <a:pt x="466" y="235"/>
                  </a:lnTo>
                  <a:lnTo>
                    <a:pt x="468" y="235"/>
                  </a:lnTo>
                  <a:lnTo>
                    <a:pt x="468" y="235"/>
                  </a:lnTo>
                  <a:lnTo>
                    <a:pt x="468" y="235"/>
                  </a:lnTo>
                  <a:lnTo>
                    <a:pt x="468" y="237"/>
                  </a:lnTo>
                  <a:lnTo>
                    <a:pt x="468" y="237"/>
                  </a:lnTo>
                  <a:lnTo>
                    <a:pt x="468" y="237"/>
                  </a:lnTo>
                  <a:lnTo>
                    <a:pt x="468" y="237"/>
                  </a:lnTo>
                  <a:lnTo>
                    <a:pt x="468" y="240"/>
                  </a:lnTo>
                  <a:lnTo>
                    <a:pt x="468" y="240"/>
                  </a:lnTo>
                  <a:lnTo>
                    <a:pt x="468" y="240"/>
                  </a:lnTo>
                  <a:lnTo>
                    <a:pt x="468" y="242"/>
                  </a:lnTo>
                  <a:lnTo>
                    <a:pt x="468" y="242"/>
                  </a:lnTo>
                  <a:lnTo>
                    <a:pt x="468" y="242"/>
                  </a:lnTo>
                  <a:lnTo>
                    <a:pt x="468" y="242"/>
                  </a:lnTo>
                  <a:lnTo>
                    <a:pt x="471" y="242"/>
                  </a:lnTo>
                  <a:lnTo>
                    <a:pt x="471" y="242"/>
                  </a:lnTo>
                  <a:lnTo>
                    <a:pt x="471" y="242"/>
                  </a:lnTo>
                  <a:lnTo>
                    <a:pt x="471" y="244"/>
                  </a:lnTo>
                  <a:lnTo>
                    <a:pt x="473" y="244"/>
                  </a:lnTo>
                  <a:lnTo>
                    <a:pt x="473" y="244"/>
                  </a:lnTo>
                  <a:lnTo>
                    <a:pt x="473" y="247"/>
                  </a:lnTo>
                  <a:lnTo>
                    <a:pt x="473" y="247"/>
                  </a:lnTo>
                  <a:lnTo>
                    <a:pt x="473" y="247"/>
                  </a:lnTo>
                  <a:lnTo>
                    <a:pt x="475" y="247"/>
                  </a:lnTo>
                  <a:lnTo>
                    <a:pt x="475" y="247"/>
                  </a:lnTo>
                  <a:lnTo>
                    <a:pt x="475" y="249"/>
                  </a:lnTo>
                  <a:lnTo>
                    <a:pt x="475" y="249"/>
                  </a:lnTo>
                  <a:lnTo>
                    <a:pt x="475" y="251"/>
                  </a:lnTo>
                  <a:lnTo>
                    <a:pt x="475" y="251"/>
                  </a:lnTo>
                  <a:lnTo>
                    <a:pt x="475" y="251"/>
                  </a:lnTo>
                  <a:lnTo>
                    <a:pt x="475" y="251"/>
                  </a:lnTo>
                  <a:lnTo>
                    <a:pt x="475" y="254"/>
                  </a:lnTo>
                  <a:lnTo>
                    <a:pt x="475" y="254"/>
                  </a:lnTo>
                  <a:lnTo>
                    <a:pt x="478" y="254"/>
                  </a:lnTo>
                  <a:lnTo>
                    <a:pt x="478" y="256"/>
                  </a:lnTo>
                  <a:lnTo>
                    <a:pt x="478" y="256"/>
                  </a:lnTo>
                  <a:lnTo>
                    <a:pt x="478" y="256"/>
                  </a:lnTo>
                  <a:lnTo>
                    <a:pt x="478" y="256"/>
                  </a:lnTo>
                  <a:lnTo>
                    <a:pt x="478" y="256"/>
                  </a:lnTo>
                  <a:lnTo>
                    <a:pt x="478" y="259"/>
                  </a:lnTo>
                  <a:lnTo>
                    <a:pt x="478" y="259"/>
                  </a:lnTo>
                  <a:lnTo>
                    <a:pt x="478" y="261"/>
                  </a:lnTo>
                  <a:lnTo>
                    <a:pt x="478" y="261"/>
                  </a:lnTo>
                  <a:lnTo>
                    <a:pt x="480" y="261"/>
                  </a:lnTo>
                  <a:lnTo>
                    <a:pt x="480" y="263"/>
                  </a:lnTo>
                  <a:lnTo>
                    <a:pt x="480" y="263"/>
                  </a:lnTo>
                  <a:lnTo>
                    <a:pt x="483" y="263"/>
                  </a:lnTo>
                  <a:lnTo>
                    <a:pt x="483" y="263"/>
                  </a:lnTo>
                  <a:lnTo>
                    <a:pt x="483" y="263"/>
                  </a:lnTo>
                  <a:lnTo>
                    <a:pt x="483" y="266"/>
                  </a:lnTo>
                  <a:lnTo>
                    <a:pt x="483" y="266"/>
                  </a:lnTo>
                  <a:lnTo>
                    <a:pt x="483" y="266"/>
                  </a:lnTo>
                  <a:lnTo>
                    <a:pt x="485" y="266"/>
                  </a:lnTo>
                  <a:lnTo>
                    <a:pt x="485" y="266"/>
                  </a:lnTo>
                  <a:lnTo>
                    <a:pt x="485" y="268"/>
                  </a:lnTo>
                  <a:lnTo>
                    <a:pt x="485" y="268"/>
                  </a:lnTo>
                  <a:lnTo>
                    <a:pt x="485" y="268"/>
                  </a:lnTo>
                  <a:lnTo>
                    <a:pt x="485" y="268"/>
                  </a:lnTo>
                  <a:lnTo>
                    <a:pt x="487" y="268"/>
                  </a:lnTo>
                  <a:lnTo>
                    <a:pt x="487" y="270"/>
                  </a:lnTo>
                  <a:lnTo>
                    <a:pt x="487" y="270"/>
                  </a:lnTo>
                  <a:lnTo>
                    <a:pt x="487" y="270"/>
                  </a:lnTo>
                  <a:lnTo>
                    <a:pt x="490" y="270"/>
                  </a:lnTo>
                  <a:lnTo>
                    <a:pt x="490" y="273"/>
                  </a:lnTo>
                  <a:lnTo>
                    <a:pt x="490" y="273"/>
                  </a:lnTo>
                  <a:lnTo>
                    <a:pt x="490" y="275"/>
                  </a:lnTo>
                  <a:lnTo>
                    <a:pt x="490" y="275"/>
                  </a:lnTo>
                  <a:lnTo>
                    <a:pt x="490" y="275"/>
                  </a:lnTo>
                  <a:lnTo>
                    <a:pt x="490" y="275"/>
                  </a:lnTo>
                  <a:lnTo>
                    <a:pt x="492" y="275"/>
                  </a:lnTo>
                  <a:lnTo>
                    <a:pt x="492" y="275"/>
                  </a:lnTo>
                  <a:lnTo>
                    <a:pt x="492" y="275"/>
                  </a:lnTo>
                  <a:lnTo>
                    <a:pt x="494" y="275"/>
                  </a:lnTo>
                  <a:lnTo>
                    <a:pt x="494" y="275"/>
                  </a:lnTo>
                  <a:lnTo>
                    <a:pt x="494" y="275"/>
                  </a:lnTo>
                  <a:lnTo>
                    <a:pt x="497" y="275"/>
                  </a:lnTo>
                  <a:lnTo>
                    <a:pt x="497" y="275"/>
                  </a:lnTo>
                  <a:lnTo>
                    <a:pt x="497" y="275"/>
                  </a:lnTo>
                  <a:lnTo>
                    <a:pt x="499" y="275"/>
                  </a:lnTo>
                  <a:lnTo>
                    <a:pt x="499" y="275"/>
                  </a:lnTo>
                  <a:lnTo>
                    <a:pt x="499" y="275"/>
                  </a:lnTo>
                  <a:lnTo>
                    <a:pt x="501" y="275"/>
                  </a:lnTo>
                  <a:lnTo>
                    <a:pt x="501" y="275"/>
                  </a:lnTo>
                  <a:lnTo>
                    <a:pt x="501" y="275"/>
                  </a:lnTo>
                  <a:lnTo>
                    <a:pt x="504" y="275"/>
                  </a:lnTo>
                  <a:lnTo>
                    <a:pt x="504" y="275"/>
                  </a:lnTo>
                  <a:lnTo>
                    <a:pt x="504" y="275"/>
                  </a:lnTo>
                  <a:lnTo>
                    <a:pt x="504" y="275"/>
                  </a:lnTo>
                  <a:lnTo>
                    <a:pt x="506" y="275"/>
                  </a:lnTo>
                  <a:lnTo>
                    <a:pt x="506" y="273"/>
                  </a:lnTo>
                  <a:lnTo>
                    <a:pt x="506" y="273"/>
                  </a:lnTo>
                  <a:lnTo>
                    <a:pt x="509" y="273"/>
                  </a:lnTo>
                  <a:lnTo>
                    <a:pt x="509" y="275"/>
                  </a:lnTo>
                  <a:lnTo>
                    <a:pt x="509" y="275"/>
                  </a:lnTo>
                  <a:lnTo>
                    <a:pt x="509" y="275"/>
                  </a:lnTo>
                  <a:lnTo>
                    <a:pt x="511" y="275"/>
                  </a:lnTo>
                  <a:lnTo>
                    <a:pt x="511" y="275"/>
                  </a:lnTo>
                  <a:lnTo>
                    <a:pt x="511" y="275"/>
                  </a:lnTo>
                  <a:lnTo>
                    <a:pt x="513" y="275"/>
                  </a:lnTo>
                  <a:lnTo>
                    <a:pt x="513" y="275"/>
                  </a:lnTo>
                  <a:lnTo>
                    <a:pt x="513" y="275"/>
                  </a:lnTo>
                  <a:lnTo>
                    <a:pt x="516" y="275"/>
                  </a:lnTo>
                  <a:lnTo>
                    <a:pt x="516" y="275"/>
                  </a:lnTo>
                  <a:lnTo>
                    <a:pt x="516" y="275"/>
                  </a:lnTo>
                  <a:lnTo>
                    <a:pt x="518" y="275"/>
                  </a:lnTo>
                  <a:lnTo>
                    <a:pt x="518" y="275"/>
                  </a:lnTo>
                  <a:lnTo>
                    <a:pt x="518" y="275"/>
                  </a:lnTo>
                  <a:lnTo>
                    <a:pt x="520" y="275"/>
                  </a:lnTo>
                  <a:lnTo>
                    <a:pt x="520" y="275"/>
                  </a:lnTo>
                  <a:lnTo>
                    <a:pt x="523" y="275"/>
                  </a:lnTo>
                  <a:lnTo>
                    <a:pt x="523" y="275"/>
                  </a:lnTo>
                  <a:lnTo>
                    <a:pt x="523" y="275"/>
                  </a:lnTo>
                  <a:lnTo>
                    <a:pt x="523" y="278"/>
                  </a:lnTo>
                  <a:lnTo>
                    <a:pt x="525" y="278"/>
                  </a:lnTo>
                  <a:lnTo>
                    <a:pt x="525" y="278"/>
                  </a:lnTo>
                  <a:lnTo>
                    <a:pt x="525" y="278"/>
                  </a:lnTo>
                  <a:lnTo>
                    <a:pt x="528" y="278"/>
                  </a:lnTo>
                  <a:lnTo>
                    <a:pt x="528" y="278"/>
                  </a:lnTo>
                  <a:lnTo>
                    <a:pt x="530" y="278"/>
                  </a:lnTo>
                  <a:lnTo>
                    <a:pt x="530" y="278"/>
                  </a:lnTo>
                  <a:lnTo>
                    <a:pt x="530" y="278"/>
                  </a:lnTo>
                  <a:lnTo>
                    <a:pt x="530" y="278"/>
                  </a:lnTo>
                  <a:lnTo>
                    <a:pt x="532" y="278"/>
                  </a:lnTo>
                  <a:lnTo>
                    <a:pt x="532" y="278"/>
                  </a:lnTo>
                  <a:lnTo>
                    <a:pt x="532" y="278"/>
                  </a:lnTo>
                  <a:lnTo>
                    <a:pt x="535" y="278"/>
                  </a:lnTo>
                  <a:lnTo>
                    <a:pt x="535" y="278"/>
                  </a:lnTo>
                  <a:lnTo>
                    <a:pt x="537" y="278"/>
                  </a:lnTo>
                  <a:lnTo>
                    <a:pt x="537" y="278"/>
                  </a:lnTo>
                  <a:lnTo>
                    <a:pt x="537" y="278"/>
                  </a:lnTo>
                  <a:lnTo>
                    <a:pt x="539" y="278"/>
                  </a:lnTo>
                  <a:lnTo>
                    <a:pt x="539" y="278"/>
                  </a:lnTo>
                  <a:lnTo>
                    <a:pt x="542" y="278"/>
                  </a:lnTo>
                  <a:lnTo>
                    <a:pt x="542" y="278"/>
                  </a:lnTo>
                  <a:lnTo>
                    <a:pt x="542" y="278"/>
                  </a:lnTo>
                  <a:lnTo>
                    <a:pt x="544" y="278"/>
                  </a:lnTo>
                  <a:lnTo>
                    <a:pt x="544" y="278"/>
                  </a:lnTo>
                  <a:lnTo>
                    <a:pt x="544" y="278"/>
                  </a:lnTo>
                  <a:lnTo>
                    <a:pt x="546" y="278"/>
                  </a:lnTo>
                  <a:lnTo>
                    <a:pt x="546" y="278"/>
                  </a:lnTo>
                  <a:lnTo>
                    <a:pt x="546" y="278"/>
                  </a:lnTo>
                  <a:lnTo>
                    <a:pt x="549" y="278"/>
                  </a:lnTo>
                  <a:lnTo>
                    <a:pt x="549" y="278"/>
                  </a:lnTo>
                  <a:lnTo>
                    <a:pt x="549" y="278"/>
                  </a:lnTo>
                  <a:lnTo>
                    <a:pt x="551" y="278"/>
                  </a:lnTo>
                  <a:lnTo>
                    <a:pt x="551" y="278"/>
                  </a:lnTo>
                  <a:lnTo>
                    <a:pt x="551" y="278"/>
                  </a:lnTo>
                  <a:lnTo>
                    <a:pt x="554" y="278"/>
                  </a:lnTo>
                  <a:lnTo>
                    <a:pt x="554" y="278"/>
                  </a:lnTo>
                  <a:lnTo>
                    <a:pt x="556" y="278"/>
                  </a:lnTo>
                  <a:lnTo>
                    <a:pt x="556" y="278"/>
                  </a:lnTo>
                  <a:lnTo>
                    <a:pt x="556" y="278"/>
                  </a:lnTo>
                  <a:lnTo>
                    <a:pt x="558" y="278"/>
                  </a:lnTo>
                  <a:lnTo>
                    <a:pt x="558" y="278"/>
                  </a:lnTo>
                  <a:lnTo>
                    <a:pt x="558" y="278"/>
                  </a:lnTo>
                  <a:lnTo>
                    <a:pt x="561" y="278"/>
                  </a:lnTo>
                  <a:lnTo>
                    <a:pt x="561" y="278"/>
                  </a:lnTo>
                  <a:lnTo>
                    <a:pt x="561" y="278"/>
                  </a:lnTo>
                  <a:lnTo>
                    <a:pt x="563" y="278"/>
                  </a:lnTo>
                  <a:lnTo>
                    <a:pt x="563" y="278"/>
                  </a:lnTo>
                  <a:lnTo>
                    <a:pt x="563" y="278"/>
                  </a:lnTo>
                  <a:lnTo>
                    <a:pt x="565" y="278"/>
                  </a:lnTo>
                  <a:lnTo>
                    <a:pt x="565" y="278"/>
                  </a:lnTo>
                  <a:lnTo>
                    <a:pt x="565" y="278"/>
                  </a:lnTo>
                  <a:lnTo>
                    <a:pt x="568" y="278"/>
                  </a:lnTo>
                  <a:lnTo>
                    <a:pt x="568" y="278"/>
                  </a:lnTo>
                  <a:lnTo>
                    <a:pt x="568" y="278"/>
                  </a:lnTo>
                  <a:lnTo>
                    <a:pt x="568" y="278"/>
                  </a:lnTo>
                  <a:lnTo>
                    <a:pt x="570" y="278"/>
                  </a:lnTo>
                  <a:lnTo>
                    <a:pt x="570" y="278"/>
                  </a:lnTo>
                  <a:lnTo>
                    <a:pt x="570" y="278"/>
                  </a:lnTo>
                  <a:lnTo>
                    <a:pt x="572" y="278"/>
                  </a:lnTo>
                  <a:lnTo>
                    <a:pt x="572" y="278"/>
                  </a:lnTo>
                  <a:lnTo>
                    <a:pt x="575" y="278"/>
                  </a:lnTo>
                  <a:lnTo>
                    <a:pt x="575" y="278"/>
                  </a:lnTo>
                  <a:lnTo>
                    <a:pt x="575" y="278"/>
                  </a:lnTo>
                  <a:lnTo>
                    <a:pt x="575" y="278"/>
                  </a:lnTo>
                  <a:lnTo>
                    <a:pt x="577" y="278"/>
                  </a:lnTo>
                  <a:lnTo>
                    <a:pt x="577" y="278"/>
                  </a:lnTo>
                  <a:lnTo>
                    <a:pt x="577" y="278"/>
                  </a:lnTo>
                  <a:lnTo>
                    <a:pt x="580" y="278"/>
                  </a:lnTo>
                  <a:lnTo>
                    <a:pt x="580" y="278"/>
                  </a:lnTo>
                  <a:lnTo>
                    <a:pt x="582" y="278"/>
                  </a:lnTo>
                  <a:lnTo>
                    <a:pt x="582" y="278"/>
                  </a:lnTo>
                  <a:lnTo>
                    <a:pt x="582" y="278"/>
                  </a:lnTo>
                  <a:lnTo>
                    <a:pt x="584" y="278"/>
                  </a:lnTo>
                  <a:lnTo>
                    <a:pt x="584" y="278"/>
                  </a:lnTo>
                  <a:lnTo>
                    <a:pt x="584" y="278"/>
                  </a:lnTo>
                  <a:lnTo>
                    <a:pt x="587" y="278"/>
                  </a:lnTo>
                  <a:lnTo>
                    <a:pt x="587" y="278"/>
                  </a:lnTo>
                  <a:lnTo>
                    <a:pt x="587" y="278"/>
                  </a:lnTo>
                  <a:lnTo>
                    <a:pt x="589" y="278"/>
                  </a:lnTo>
                  <a:lnTo>
                    <a:pt x="589" y="278"/>
                  </a:lnTo>
                  <a:lnTo>
                    <a:pt x="589" y="278"/>
                  </a:lnTo>
                  <a:lnTo>
                    <a:pt x="591" y="278"/>
                  </a:lnTo>
                  <a:lnTo>
                    <a:pt x="591" y="278"/>
                  </a:lnTo>
                  <a:lnTo>
                    <a:pt x="591" y="278"/>
                  </a:lnTo>
                  <a:lnTo>
                    <a:pt x="591" y="278"/>
                  </a:lnTo>
                  <a:lnTo>
                    <a:pt x="594" y="278"/>
                  </a:lnTo>
                  <a:lnTo>
                    <a:pt x="594" y="278"/>
                  </a:lnTo>
                  <a:lnTo>
                    <a:pt x="596" y="278"/>
                  </a:lnTo>
                  <a:lnTo>
                    <a:pt x="596" y="278"/>
                  </a:lnTo>
                  <a:lnTo>
                    <a:pt x="596" y="280"/>
                  </a:lnTo>
                  <a:lnTo>
                    <a:pt x="596" y="280"/>
                  </a:lnTo>
                  <a:lnTo>
                    <a:pt x="599" y="280"/>
                  </a:lnTo>
                  <a:lnTo>
                    <a:pt x="599" y="280"/>
                  </a:lnTo>
                  <a:lnTo>
                    <a:pt x="599" y="280"/>
                  </a:lnTo>
                  <a:lnTo>
                    <a:pt x="601" y="280"/>
                  </a:lnTo>
                  <a:lnTo>
                    <a:pt x="601" y="280"/>
                  </a:lnTo>
                  <a:lnTo>
                    <a:pt x="601" y="280"/>
                  </a:lnTo>
                  <a:lnTo>
                    <a:pt x="603" y="280"/>
                  </a:lnTo>
                  <a:lnTo>
                    <a:pt x="603" y="280"/>
                  </a:lnTo>
                  <a:lnTo>
                    <a:pt x="603" y="280"/>
                  </a:lnTo>
                  <a:lnTo>
                    <a:pt x="606" y="280"/>
                  </a:lnTo>
                  <a:lnTo>
                    <a:pt x="606" y="280"/>
                  </a:lnTo>
                  <a:lnTo>
                    <a:pt x="606" y="282"/>
                  </a:lnTo>
                  <a:lnTo>
                    <a:pt x="608" y="282"/>
                  </a:lnTo>
                  <a:lnTo>
                    <a:pt x="608" y="282"/>
                  </a:lnTo>
                  <a:lnTo>
                    <a:pt x="608" y="282"/>
                  </a:lnTo>
                  <a:lnTo>
                    <a:pt x="608" y="285"/>
                  </a:lnTo>
                  <a:lnTo>
                    <a:pt x="608" y="285"/>
                  </a:lnTo>
                  <a:lnTo>
                    <a:pt x="608" y="285"/>
                  </a:lnTo>
                  <a:lnTo>
                    <a:pt x="610" y="285"/>
                  </a:lnTo>
                  <a:lnTo>
                    <a:pt x="610" y="287"/>
                  </a:lnTo>
                  <a:lnTo>
                    <a:pt x="610" y="287"/>
                  </a:lnTo>
                  <a:lnTo>
                    <a:pt x="610" y="287"/>
                  </a:lnTo>
                  <a:lnTo>
                    <a:pt x="610" y="287"/>
                  </a:lnTo>
                  <a:lnTo>
                    <a:pt x="610" y="287"/>
                  </a:lnTo>
                  <a:lnTo>
                    <a:pt x="613" y="287"/>
                  </a:lnTo>
                  <a:lnTo>
                    <a:pt x="613" y="287"/>
                  </a:lnTo>
                  <a:lnTo>
                    <a:pt x="615" y="287"/>
                  </a:lnTo>
                  <a:lnTo>
                    <a:pt x="615" y="287"/>
                  </a:lnTo>
                  <a:lnTo>
                    <a:pt x="615" y="289"/>
                  </a:lnTo>
                  <a:lnTo>
                    <a:pt x="615" y="289"/>
                  </a:lnTo>
                  <a:lnTo>
                    <a:pt x="617" y="289"/>
                  </a:lnTo>
                  <a:lnTo>
                    <a:pt x="617" y="289"/>
                  </a:lnTo>
                  <a:lnTo>
                    <a:pt x="617" y="289"/>
                  </a:lnTo>
                  <a:lnTo>
                    <a:pt x="617" y="289"/>
                  </a:lnTo>
                  <a:lnTo>
                    <a:pt x="620" y="289"/>
                  </a:lnTo>
                  <a:lnTo>
                    <a:pt x="620" y="289"/>
                  </a:lnTo>
                  <a:lnTo>
                    <a:pt x="622" y="289"/>
                  </a:lnTo>
                  <a:lnTo>
                    <a:pt x="622" y="289"/>
                  </a:lnTo>
                  <a:lnTo>
                    <a:pt x="622" y="289"/>
                  </a:lnTo>
                  <a:lnTo>
                    <a:pt x="625" y="289"/>
                  </a:lnTo>
                  <a:lnTo>
                    <a:pt x="625" y="289"/>
                  </a:lnTo>
                  <a:lnTo>
                    <a:pt x="625" y="289"/>
                  </a:lnTo>
                  <a:lnTo>
                    <a:pt x="627" y="289"/>
                  </a:lnTo>
                  <a:lnTo>
                    <a:pt x="627" y="289"/>
                  </a:lnTo>
                  <a:lnTo>
                    <a:pt x="627" y="292"/>
                  </a:lnTo>
                  <a:lnTo>
                    <a:pt x="629" y="292"/>
                  </a:lnTo>
                  <a:lnTo>
                    <a:pt x="629" y="292"/>
                  </a:lnTo>
                  <a:lnTo>
                    <a:pt x="629" y="292"/>
                  </a:lnTo>
                  <a:lnTo>
                    <a:pt x="629" y="292"/>
                  </a:lnTo>
                  <a:lnTo>
                    <a:pt x="632" y="292"/>
                  </a:lnTo>
                  <a:lnTo>
                    <a:pt x="632" y="292"/>
                  </a:lnTo>
                  <a:lnTo>
                    <a:pt x="632" y="294"/>
                  </a:lnTo>
                  <a:lnTo>
                    <a:pt x="632" y="294"/>
                  </a:lnTo>
                  <a:lnTo>
                    <a:pt x="634" y="294"/>
                  </a:lnTo>
                  <a:lnTo>
                    <a:pt x="634" y="294"/>
                  </a:lnTo>
                  <a:lnTo>
                    <a:pt x="634" y="294"/>
                  </a:lnTo>
                  <a:lnTo>
                    <a:pt x="636" y="294"/>
                  </a:lnTo>
                  <a:lnTo>
                    <a:pt x="636" y="294"/>
                  </a:lnTo>
                  <a:lnTo>
                    <a:pt x="636" y="294"/>
                  </a:lnTo>
                  <a:lnTo>
                    <a:pt x="636" y="296"/>
                  </a:lnTo>
                  <a:lnTo>
                    <a:pt x="639" y="296"/>
                  </a:lnTo>
                  <a:lnTo>
                    <a:pt x="639" y="296"/>
                  </a:lnTo>
                  <a:lnTo>
                    <a:pt x="639" y="296"/>
                  </a:lnTo>
                  <a:lnTo>
                    <a:pt x="639" y="296"/>
                  </a:lnTo>
                  <a:lnTo>
                    <a:pt x="641" y="296"/>
                  </a:lnTo>
                  <a:lnTo>
                    <a:pt x="641" y="296"/>
                  </a:lnTo>
                  <a:lnTo>
                    <a:pt x="644" y="296"/>
                  </a:lnTo>
                  <a:lnTo>
                    <a:pt x="644" y="296"/>
                  </a:lnTo>
                  <a:lnTo>
                    <a:pt x="644" y="296"/>
                  </a:lnTo>
                  <a:lnTo>
                    <a:pt x="646" y="296"/>
                  </a:lnTo>
                  <a:lnTo>
                    <a:pt x="646" y="296"/>
                  </a:lnTo>
                  <a:lnTo>
                    <a:pt x="646" y="296"/>
                  </a:lnTo>
                  <a:lnTo>
                    <a:pt x="648" y="296"/>
                  </a:lnTo>
                  <a:lnTo>
                    <a:pt x="648" y="296"/>
                  </a:lnTo>
                  <a:lnTo>
                    <a:pt x="648" y="296"/>
                  </a:lnTo>
                  <a:lnTo>
                    <a:pt x="651" y="296"/>
                  </a:lnTo>
                  <a:lnTo>
                    <a:pt x="651" y="299"/>
                  </a:lnTo>
                  <a:lnTo>
                    <a:pt x="651" y="299"/>
                  </a:lnTo>
                  <a:lnTo>
                    <a:pt x="651" y="299"/>
                  </a:lnTo>
                  <a:lnTo>
                    <a:pt x="653" y="299"/>
                  </a:lnTo>
                  <a:lnTo>
                    <a:pt x="653" y="299"/>
                  </a:lnTo>
                  <a:lnTo>
                    <a:pt x="655" y="299"/>
                  </a:lnTo>
                  <a:lnTo>
                    <a:pt x="655" y="296"/>
                  </a:lnTo>
                  <a:lnTo>
                    <a:pt x="655" y="296"/>
                  </a:lnTo>
                  <a:lnTo>
                    <a:pt x="655" y="296"/>
                  </a:lnTo>
                  <a:lnTo>
                    <a:pt x="658" y="296"/>
                  </a:lnTo>
                  <a:lnTo>
                    <a:pt x="658" y="296"/>
                  </a:lnTo>
                  <a:lnTo>
                    <a:pt x="658" y="296"/>
                  </a:lnTo>
                  <a:lnTo>
                    <a:pt x="660" y="296"/>
                  </a:lnTo>
                  <a:lnTo>
                    <a:pt x="660" y="296"/>
                  </a:lnTo>
                  <a:lnTo>
                    <a:pt x="660" y="296"/>
                  </a:lnTo>
                  <a:lnTo>
                    <a:pt x="662" y="296"/>
                  </a:lnTo>
                  <a:lnTo>
                    <a:pt x="662" y="296"/>
                  </a:lnTo>
                  <a:lnTo>
                    <a:pt x="662" y="296"/>
                  </a:lnTo>
                  <a:lnTo>
                    <a:pt x="665" y="296"/>
                  </a:lnTo>
                  <a:lnTo>
                    <a:pt x="665" y="296"/>
                  </a:lnTo>
                  <a:lnTo>
                    <a:pt x="665" y="296"/>
                  </a:lnTo>
                  <a:lnTo>
                    <a:pt x="665" y="299"/>
                  </a:lnTo>
                  <a:lnTo>
                    <a:pt x="665" y="299"/>
                  </a:lnTo>
                  <a:lnTo>
                    <a:pt x="665" y="301"/>
                  </a:lnTo>
                  <a:lnTo>
                    <a:pt x="665" y="301"/>
                  </a:lnTo>
                  <a:lnTo>
                    <a:pt x="665" y="301"/>
                  </a:lnTo>
                  <a:lnTo>
                    <a:pt x="667" y="301"/>
                  </a:lnTo>
                  <a:lnTo>
                    <a:pt x="667" y="301"/>
                  </a:lnTo>
                  <a:lnTo>
                    <a:pt x="670" y="301"/>
                  </a:lnTo>
                  <a:lnTo>
                    <a:pt x="670" y="304"/>
                  </a:lnTo>
                  <a:lnTo>
                    <a:pt x="670" y="304"/>
                  </a:lnTo>
                  <a:lnTo>
                    <a:pt x="670" y="304"/>
                  </a:lnTo>
                  <a:lnTo>
                    <a:pt x="672" y="304"/>
                  </a:lnTo>
                  <a:lnTo>
                    <a:pt x="672" y="304"/>
                  </a:lnTo>
                  <a:lnTo>
                    <a:pt x="672" y="304"/>
                  </a:lnTo>
                  <a:lnTo>
                    <a:pt x="674" y="304"/>
                  </a:lnTo>
                  <a:lnTo>
                    <a:pt x="674" y="304"/>
                  </a:lnTo>
                  <a:lnTo>
                    <a:pt x="674" y="304"/>
                  </a:lnTo>
                  <a:lnTo>
                    <a:pt x="677" y="304"/>
                  </a:lnTo>
                  <a:lnTo>
                    <a:pt x="677" y="304"/>
                  </a:lnTo>
                  <a:lnTo>
                    <a:pt x="677" y="304"/>
                  </a:lnTo>
                  <a:lnTo>
                    <a:pt x="677" y="304"/>
                  </a:lnTo>
                  <a:lnTo>
                    <a:pt x="677" y="301"/>
                  </a:lnTo>
                  <a:lnTo>
                    <a:pt x="679" y="301"/>
                  </a:lnTo>
                  <a:lnTo>
                    <a:pt x="679" y="301"/>
                  </a:lnTo>
                  <a:lnTo>
                    <a:pt x="679" y="301"/>
                  </a:lnTo>
                  <a:lnTo>
                    <a:pt x="681" y="301"/>
                  </a:lnTo>
                  <a:lnTo>
                    <a:pt x="681" y="299"/>
                  </a:lnTo>
                  <a:lnTo>
                    <a:pt x="681" y="299"/>
                  </a:lnTo>
                  <a:lnTo>
                    <a:pt x="681" y="299"/>
                  </a:lnTo>
                  <a:lnTo>
                    <a:pt x="684" y="299"/>
                  </a:lnTo>
                  <a:lnTo>
                    <a:pt x="684" y="299"/>
                  </a:lnTo>
                  <a:lnTo>
                    <a:pt x="684" y="299"/>
                  </a:lnTo>
                  <a:lnTo>
                    <a:pt x="684" y="299"/>
                  </a:lnTo>
                  <a:lnTo>
                    <a:pt x="684" y="296"/>
                  </a:lnTo>
                  <a:lnTo>
                    <a:pt x="686" y="296"/>
                  </a:lnTo>
                  <a:lnTo>
                    <a:pt x="686" y="296"/>
                  </a:lnTo>
                  <a:lnTo>
                    <a:pt x="686" y="296"/>
                  </a:lnTo>
                  <a:lnTo>
                    <a:pt x="688" y="296"/>
                  </a:lnTo>
                  <a:lnTo>
                    <a:pt x="688" y="296"/>
                  </a:lnTo>
                  <a:lnTo>
                    <a:pt x="688" y="296"/>
                  </a:lnTo>
                  <a:lnTo>
                    <a:pt x="688" y="296"/>
                  </a:lnTo>
                  <a:lnTo>
                    <a:pt x="691" y="296"/>
                  </a:lnTo>
                  <a:lnTo>
                    <a:pt x="691" y="296"/>
                  </a:lnTo>
                  <a:lnTo>
                    <a:pt x="691" y="294"/>
                  </a:lnTo>
                  <a:lnTo>
                    <a:pt x="691" y="294"/>
                  </a:lnTo>
                  <a:lnTo>
                    <a:pt x="693" y="294"/>
                  </a:lnTo>
                  <a:lnTo>
                    <a:pt x="693" y="294"/>
                  </a:lnTo>
                  <a:lnTo>
                    <a:pt x="693" y="294"/>
                  </a:lnTo>
                  <a:lnTo>
                    <a:pt x="696" y="294"/>
                  </a:lnTo>
                  <a:lnTo>
                    <a:pt x="696" y="294"/>
                  </a:lnTo>
                  <a:lnTo>
                    <a:pt x="696" y="294"/>
                  </a:lnTo>
                  <a:lnTo>
                    <a:pt x="696" y="292"/>
                  </a:lnTo>
                  <a:lnTo>
                    <a:pt x="698" y="292"/>
                  </a:lnTo>
                  <a:lnTo>
                    <a:pt x="698" y="292"/>
                  </a:lnTo>
                  <a:lnTo>
                    <a:pt x="698" y="292"/>
                  </a:lnTo>
                  <a:lnTo>
                    <a:pt x="698" y="292"/>
                  </a:lnTo>
                  <a:lnTo>
                    <a:pt x="700" y="292"/>
                  </a:lnTo>
                  <a:lnTo>
                    <a:pt x="700" y="292"/>
                  </a:lnTo>
                  <a:lnTo>
                    <a:pt x="703" y="292"/>
                  </a:lnTo>
                  <a:lnTo>
                    <a:pt x="703" y="289"/>
                  </a:lnTo>
                  <a:lnTo>
                    <a:pt x="703" y="289"/>
                  </a:lnTo>
                  <a:lnTo>
                    <a:pt x="703" y="289"/>
                  </a:lnTo>
                  <a:lnTo>
                    <a:pt x="705" y="289"/>
                  </a:lnTo>
                  <a:lnTo>
                    <a:pt x="705" y="289"/>
                  </a:lnTo>
                  <a:lnTo>
                    <a:pt x="705" y="289"/>
                  </a:lnTo>
                  <a:lnTo>
                    <a:pt x="705" y="289"/>
                  </a:lnTo>
                  <a:lnTo>
                    <a:pt x="707" y="289"/>
                  </a:lnTo>
                  <a:lnTo>
                    <a:pt x="707" y="287"/>
                  </a:lnTo>
                  <a:lnTo>
                    <a:pt x="707" y="287"/>
                  </a:lnTo>
                  <a:lnTo>
                    <a:pt x="710" y="287"/>
                  </a:lnTo>
                  <a:lnTo>
                    <a:pt x="710" y="287"/>
                  </a:lnTo>
                  <a:lnTo>
                    <a:pt x="710" y="287"/>
                  </a:lnTo>
                  <a:lnTo>
                    <a:pt x="710" y="287"/>
                  </a:lnTo>
                  <a:lnTo>
                    <a:pt x="712" y="287"/>
                  </a:lnTo>
                  <a:lnTo>
                    <a:pt x="712" y="287"/>
                  </a:lnTo>
                  <a:lnTo>
                    <a:pt x="712" y="287"/>
                  </a:lnTo>
                  <a:lnTo>
                    <a:pt x="715" y="287"/>
                  </a:lnTo>
                  <a:lnTo>
                    <a:pt x="715" y="287"/>
                  </a:lnTo>
                  <a:lnTo>
                    <a:pt x="715" y="287"/>
                  </a:lnTo>
                  <a:lnTo>
                    <a:pt x="717" y="287"/>
                  </a:lnTo>
                  <a:lnTo>
                    <a:pt x="717" y="287"/>
                  </a:lnTo>
                  <a:lnTo>
                    <a:pt x="717" y="287"/>
                  </a:lnTo>
                  <a:lnTo>
                    <a:pt x="717" y="285"/>
                  </a:lnTo>
                  <a:lnTo>
                    <a:pt x="719" y="285"/>
                  </a:lnTo>
                  <a:lnTo>
                    <a:pt x="719" y="285"/>
                  </a:lnTo>
                  <a:lnTo>
                    <a:pt x="722" y="285"/>
                  </a:lnTo>
                  <a:lnTo>
                    <a:pt x="722" y="285"/>
                  </a:lnTo>
                  <a:lnTo>
                    <a:pt x="722" y="285"/>
                  </a:lnTo>
                  <a:lnTo>
                    <a:pt x="724" y="285"/>
                  </a:lnTo>
                  <a:lnTo>
                    <a:pt x="724" y="285"/>
                  </a:lnTo>
                  <a:lnTo>
                    <a:pt x="724" y="285"/>
                  </a:lnTo>
                  <a:lnTo>
                    <a:pt x="724" y="282"/>
                  </a:lnTo>
                  <a:lnTo>
                    <a:pt x="724" y="282"/>
                  </a:lnTo>
                  <a:lnTo>
                    <a:pt x="726" y="282"/>
                  </a:lnTo>
                  <a:lnTo>
                    <a:pt x="726" y="282"/>
                  </a:lnTo>
                  <a:lnTo>
                    <a:pt x="726" y="282"/>
                  </a:lnTo>
                  <a:lnTo>
                    <a:pt x="729" y="282"/>
                  </a:lnTo>
                  <a:lnTo>
                    <a:pt x="729" y="282"/>
                  </a:lnTo>
                  <a:lnTo>
                    <a:pt x="729" y="282"/>
                  </a:lnTo>
                  <a:lnTo>
                    <a:pt x="729" y="282"/>
                  </a:lnTo>
                  <a:lnTo>
                    <a:pt x="731" y="282"/>
                  </a:lnTo>
                  <a:lnTo>
                    <a:pt x="731" y="282"/>
                  </a:lnTo>
                  <a:lnTo>
                    <a:pt x="731" y="282"/>
                  </a:lnTo>
                  <a:lnTo>
                    <a:pt x="733" y="282"/>
                  </a:lnTo>
                  <a:lnTo>
                    <a:pt x="733" y="282"/>
                  </a:lnTo>
                  <a:lnTo>
                    <a:pt x="736" y="282"/>
                  </a:lnTo>
                  <a:lnTo>
                    <a:pt x="736" y="282"/>
                  </a:lnTo>
                  <a:lnTo>
                    <a:pt x="736" y="282"/>
                  </a:lnTo>
                  <a:lnTo>
                    <a:pt x="738" y="282"/>
                  </a:lnTo>
                  <a:lnTo>
                    <a:pt x="738" y="282"/>
                  </a:lnTo>
                  <a:lnTo>
                    <a:pt x="738" y="282"/>
                  </a:lnTo>
                  <a:lnTo>
                    <a:pt x="738" y="282"/>
                  </a:lnTo>
                  <a:lnTo>
                    <a:pt x="741" y="282"/>
                  </a:lnTo>
                  <a:lnTo>
                    <a:pt x="741" y="282"/>
                  </a:lnTo>
                  <a:lnTo>
                    <a:pt x="743" y="282"/>
                  </a:lnTo>
                  <a:lnTo>
                    <a:pt x="743" y="282"/>
                  </a:lnTo>
                  <a:lnTo>
                    <a:pt x="743" y="282"/>
                  </a:lnTo>
                  <a:lnTo>
                    <a:pt x="745" y="282"/>
                  </a:lnTo>
                  <a:lnTo>
                    <a:pt x="745" y="282"/>
                  </a:lnTo>
                  <a:lnTo>
                    <a:pt x="745" y="282"/>
                  </a:lnTo>
                  <a:lnTo>
                    <a:pt x="748" y="282"/>
                  </a:lnTo>
                  <a:lnTo>
                    <a:pt x="748" y="282"/>
                  </a:lnTo>
                  <a:lnTo>
                    <a:pt x="750" y="282"/>
                  </a:lnTo>
                  <a:lnTo>
                    <a:pt x="750" y="282"/>
                  </a:lnTo>
                  <a:lnTo>
                    <a:pt x="750" y="282"/>
                  </a:lnTo>
                  <a:lnTo>
                    <a:pt x="752" y="282"/>
                  </a:lnTo>
                  <a:lnTo>
                    <a:pt x="752" y="282"/>
                  </a:lnTo>
                  <a:lnTo>
                    <a:pt x="752" y="282"/>
                  </a:lnTo>
                  <a:lnTo>
                    <a:pt x="755" y="282"/>
                  </a:lnTo>
                  <a:lnTo>
                    <a:pt x="755" y="282"/>
                  </a:lnTo>
                  <a:lnTo>
                    <a:pt x="755" y="282"/>
                  </a:lnTo>
                  <a:lnTo>
                    <a:pt x="757" y="282"/>
                  </a:lnTo>
                  <a:lnTo>
                    <a:pt x="757" y="285"/>
                  </a:lnTo>
                  <a:lnTo>
                    <a:pt x="757" y="285"/>
                  </a:lnTo>
                  <a:lnTo>
                    <a:pt x="757" y="282"/>
                  </a:lnTo>
                  <a:lnTo>
                    <a:pt x="757" y="282"/>
                  </a:lnTo>
                  <a:lnTo>
                    <a:pt x="759" y="282"/>
                  </a:lnTo>
                  <a:lnTo>
                    <a:pt x="759" y="282"/>
                  </a:lnTo>
                  <a:lnTo>
                    <a:pt x="759" y="282"/>
                  </a:lnTo>
                  <a:lnTo>
                    <a:pt x="762" y="282"/>
                  </a:lnTo>
                  <a:lnTo>
                    <a:pt x="762" y="282"/>
                  </a:lnTo>
                  <a:lnTo>
                    <a:pt x="762" y="282"/>
                  </a:lnTo>
                  <a:lnTo>
                    <a:pt x="764" y="282"/>
                  </a:lnTo>
                  <a:lnTo>
                    <a:pt x="764" y="282"/>
                  </a:lnTo>
                  <a:lnTo>
                    <a:pt x="764" y="282"/>
                  </a:lnTo>
                  <a:lnTo>
                    <a:pt x="764" y="282"/>
                  </a:lnTo>
                  <a:lnTo>
                    <a:pt x="767" y="282"/>
                  </a:lnTo>
                  <a:lnTo>
                    <a:pt x="767" y="282"/>
                  </a:lnTo>
                  <a:lnTo>
                    <a:pt x="769" y="282"/>
                  </a:lnTo>
                  <a:lnTo>
                    <a:pt x="769" y="282"/>
                  </a:lnTo>
                  <a:lnTo>
                    <a:pt x="769" y="282"/>
                  </a:lnTo>
                  <a:lnTo>
                    <a:pt x="769" y="282"/>
                  </a:lnTo>
                  <a:lnTo>
                    <a:pt x="771" y="282"/>
                  </a:lnTo>
                  <a:lnTo>
                    <a:pt x="771" y="282"/>
                  </a:lnTo>
                  <a:lnTo>
                    <a:pt x="771" y="282"/>
                  </a:lnTo>
                  <a:lnTo>
                    <a:pt x="771" y="280"/>
                  </a:lnTo>
                  <a:lnTo>
                    <a:pt x="774" y="280"/>
                  </a:lnTo>
                  <a:lnTo>
                    <a:pt x="774" y="280"/>
                  </a:lnTo>
                  <a:lnTo>
                    <a:pt x="774" y="280"/>
                  </a:lnTo>
                  <a:lnTo>
                    <a:pt x="776" y="280"/>
                  </a:lnTo>
                  <a:lnTo>
                    <a:pt x="776" y="280"/>
                  </a:lnTo>
                  <a:lnTo>
                    <a:pt x="776" y="278"/>
                  </a:lnTo>
                  <a:lnTo>
                    <a:pt x="776" y="278"/>
                  </a:lnTo>
                  <a:lnTo>
                    <a:pt x="778" y="278"/>
                  </a:lnTo>
                  <a:lnTo>
                    <a:pt x="778" y="278"/>
                  </a:lnTo>
                  <a:lnTo>
                    <a:pt x="778" y="278"/>
                  </a:lnTo>
                  <a:lnTo>
                    <a:pt x="778" y="278"/>
                  </a:lnTo>
                  <a:lnTo>
                    <a:pt x="781" y="278"/>
                  </a:lnTo>
                  <a:lnTo>
                    <a:pt x="781" y="278"/>
                  </a:lnTo>
                  <a:lnTo>
                    <a:pt x="783" y="278"/>
                  </a:lnTo>
                  <a:lnTo>
                    <a:pt x="783" y="278"/>
                  </a:lnTo>
                  <a:lnTo>
                    <a:pt x="783" y="278"/>
                  </a:lnTo>
                  <a:lnTo>
                    <a:pt x="786" y="278"/>
                  </a:lnTo>
                  <a:lnTo>
                    <a:pt x="786" y="278"/>
                  </a:lnTo>
                  <a:lnTo>
                    <a:pt x="786" y="278"/>
                  </a:lnTo>
                  <a:lnTo>
                    <a:pt x="788" y="278"/>
                  </a:lnTo>
                  <a:lnTo>
                    <a:pt x="788" y="278"/>
                  </a:lnTo>
                  <a:lnTo>
                    <a:pt x="788" y="275"/>
                  </a:lnTo>
                  <a:lnTo>
                    <a:pt x="788" y="275"/>
                  </a:lnTo>
                  <a:lnTo>
                    <a:pt x="790" y="275"/>
                  </a:lnTo>
                  <a:lnTo>
                    <a:pt x="790" y="275"/>
                  </a:lnTo>
                  <a:lnTo>
                    <a:pt x="790" y="275"/>
                  </a:lnTo>
                  <a:lnTo>
                    <a:pt x="790" y="275"/>
                  </a:lnTo>
                  <a:lnTo>
                    <a:pt x="790" y="273"/>
                  </a:lnTo>
                  <a:lnTo>
                    <a:pt x="793" y="273"/>
                  </a:lnTo>
                  <a:lnTo>
                    <a:pt x="793" y="273"/>
                  </a:lnTo>
                  <a:lnTo>
                    <a:pt x="793" y="270"/>
                  </a:lnTo>
                  <a:lnTo>
                    <a:pt x="793" y="270"/>
                  </a:lnTo>
                  <a:lnTo>
                    <a:pt x="795" y="270"/>
                  </a:lnTo>
                  <a:lnTo>
                    <a:pt x="795" y="270"/>
                  </a:lnTo>
                  <a:lnTo>
                    <a:pt x="795" y="270"/>
                  </a:lnTo>
                  <a:lnTo>
                    <a:pt x="795" y="270"/>
                  </a:lnTo>
                  <a:lnTo>
                    <a:pt x="795" y="268"/>
                  </a:lnTo>
                  <a:lnTo>
                    <a:pt x="797" y="268"/>
                  </a:lnTo>
                  <a:lnTo>
                    <a:pt x="797" y="268"/>
                  </a:lnTo>
                  <a:lnTo>
                    <a:pt x="797" y="268"/>
                  </a:lnTo>
                  <a:lnTo>
                    <a:pt x="797" y="266"/>
                  </a:lnTo>
                  <a:lnTo>
                    <a:pt x="797" y="266"/>
                  </a:lnTo>
                  <a:lnTo>
                    <a:pt x="797" y="266"/>
                  </a:lnTo>
                  <a:lnTo>
                    <a:pt x="800" y="266"/>
                  </a:lnTo>
                  <a:lnTo>
                    <a:pt x="800" y="266"/>
                  </a:lnTo>
                  <a:lnTo>
                    <a:pt x="800" y="266"/>
                  </a:lnTo>
                  <a:lnTo>
                    <a:pt x="800" y="263"/>
                  </a:lnTo>
                  <a:lnTo>
                    <a:pt x="802" y="263"/>
                  </a:lnTo>
                  <a:lnTo>
                    <a:pt x="802" y="263"/>
                  </a:lnTo>
                  <a:lnTo>
                    <a:pt x="802" y="263"/>
                  </a:lnTo>
                  <a:lnTo>
                    <a:pt x="802" y="261"/>
                  </a:lnTo>
                  <a:lnTo>
                    <a:pt x="802" y="261"/>
                  </a:lnTo>
                  <a:lnTo>
                    <a:pt x="802" y="261"/>
                  </a:lnTo>
                  <a:lnTo>
                    <a:pt x="804" y="261"/>
                  </a:lnTo>
                  <a:lnTo>
                    <a:pt x="804" y="259"/>
                  </a:lnTo>
                  <a:lnTo>
                    <a:pt x="804" y="259"/>
                  </a:lnTo>
                  <a:lnTo>
                    <a:pt x="804" y="259"/>
                  </a:lnTo>
                  <a:lnTo>
                    <a:pt x="804" y="259"/>
                  </a:lnTo>
                  <a:lnTo>
                    <a:pt x="807" y="259"/>
                  </a:lnTo>
                  <a:lnTo>
                    <a:pt x="807" y="259"/>
                  </a:lnTo>
                  <a:lnTo>
                    <a:pt x="809" y="259"/>
                  </a:lnTo>
                  <a:lnTo>
                    <a:pt x="809" y="256"/>
                  </a:lnTo>
                  <a:lnTo>
                    <a:pt x="809" y="256"/>
                  </a:lnTo>
                  <a:lnTo>
                    <a:pt x="809" y="256"/>
                  </a:lnTo>
                  <a:lnTo>
                    <a:pt x="812" y="256"/>
                  </a:lnTo>
                  <a:lnTo>
                    <a:pt x="812" y="256"/>
                  </a:lnTo>
                  <a:lnTo>
                    <a:pt x="812" y="256"/>
                  </a:lnTo>
                  <a:lnTo>
                    <a:pt x="812" y="256"/>
                  </a:lnTo>
                  <a:lnTo>
                    <a:pt x="814" y="256"/>
                  </a:lnTo>
                  <a:lnTo>
                    <a:pt x="814" y="256"/>
                  </a:lnTo>
                  <a:lnTo>
                    <a:pt x="816" y="256"/>
                  </a:lnTo>
                  <a:lnTo>
                    <a:pt x="816" y="256"/>
                  </a:lnTo>
                  <a:lnTo>
                    <a:pt x="816" y="256"/>
                  </a:lnTo>
                  <a:lnTo>
                    <a:pt x="816" y="256"/>
                  </a:lnTo>
                  <a:lnTo>
                    <a:pt x="816" y="254"/>
                  </a:lnTo>
                  <a:lnTo>
                    <a:pt x="819" y="254"/>
                  </a:lnTo>
                  <a:lnTo>
                    <a:pt x="819" y="254"/>
                  </a:lnTo>
                  <a:lnTo>
                    <a:pt x="819" y="254"/>
                  </a:lnTo>
                  <a:lnTo>
                    <a:pt x="819" y="251"/>
                  </a:lnTo>
                  <a:lnTo>
                    <a:pt x="819" y="251"/>
                  </a:lnTo>
                  <a:lnTo>
                    <a:pt x="821" y="251"/>
                  </a:lnTo>
                  <a:lnTo>
                    <a:pt x="821" y="249"/>
                  </a:lnTo>
                  <a:lnTo>
                    <a:pt x="821" y="249"/>
                  </a:lnTo>
                  <a:lnTo>
                    <a:pt x="821" y="249"/>
                  </a:lnTo>
                  <a:lnTo>
                    <a:pt x="823" y="249"/>
                  </a:lnTo>
                  <a:lnTo>
                    <a:pt x="823" y="249"/>
                  </a:lnTo>
                  <a:lnTo>
                    <a:pt x="823" y="249"/>
                  </a:lnTo>
                  <a:lnTo>
                    <a:pt x="823" y="249"/>
                  </a:lnTo>
                  <a:lnTo>
                    <a:pt x="826" y="249"/>
                  </a:lnTo>
                  <a:lnTo>
                    <a:pt x="826" y="247"/>
                  </a:lnTo>
                  <a:lnTo>
                    <a:pt x="826" y="247"/>
                  </a:lnTo>
                  <a:lnTo>
                    <a:pt x="823" y="247"/>
                  </a:lnTo>
                  <a:lnTo>
                    <a:pt x="823" y="247"/>
                  </a:lnTo>
                  <a:lnTo>
                    <a:pt x="823" y="244"/>
                  </a:lnTo>
                  <a:lnTo>
                    <a:pt x="823" y="244"/>
                  </a:lnTo>
                  <a:lnTo>
                    <a:pt x="823" y="244"/>
                  </a:lnTo>
                  <a:lnTo>
                    <a:pt x="823" y="244"/>
                  </a:lnTo>
                  <a:lnTo>
                    <a:pt x="823" y="242"/>
                  </a:lnTo>
                  <a:lnTo>
                    <a:pt x="821" y="242"/>
                  </a:lnTo>
                  <a:lnTo>
                    <a:pt x="821" y="242"/>
                  </a:lnTo>
                  <a:lnTo>
                    <a:pt x="821" y="242"/>
                  </a:lnTo>
                  <a:lnTo>
                    <a:pt x="821" y="242"/>
                  </a:lnTo>
                  <a:lnTo>
                    <a:pt x="819" y="242"/>
                  </a:lnTo>
                  <a:lnTo>
                    <a:pt x="819" y="242"/>
                  </a:lnTo>
                  <a:lnTo>
                    <a:pt x="816" y="242"/>
                  </a:lnTo>
                  <a:lnTo>
                    <a:pt x="816" y="240"/>
                  </a:lnTo>
                  <a:lnTo>
                    <a:pt x="816" y="240"/>
                  </a:lnTo>
                  <a:lnTo>
                    <a:pt x="816" y="240"/>
                  </a:lnTo>
                  <a:lnTo>
                    <a:pt x="816" y="240"/>
                  </a:lnTo>
                  <a:lnTo>
                    <a:pt x="816" y="237"/>
                  </a:lnTo>
                  <a:lnTo>
                    <a:pt x="814" y="237"/>
                  </a:lnTo>
                  <a:lnTo>
                    <a:pt x="814" y="237"/>
                  </a:lnTo>
                  <a:lnTo>
                    <a:pt x="814" y="237"/>
                  </a:lnTo>
                  <a:lnTo>
                    <a:pt x="814" y="237"/>
                  </a:lnTo>
                  <a:lnTo>
                    <a:pt x="814" y="235"/>
                  </a:lnTo>
                  <a:lnTo>
                    <a:pt x="812" y="235"/>
                  </a:lnTo>
                  <a:lnTo>
                    <a:pt x="812" y="235"/>
                  </a:lnTo>
                  <a:lnTo>
                    <a:pt x="812" y="235"/>
                  </a:lnTo>
                  <a:lnTo>
                    <a:pt x="812" y="232"/>
                  </a:lnTo>
                  <a:lnTo>
                    <a:pt x="812" y="232"/>
                  </a:lnTo>
                  <a:lnTo>
                    <a:pt x="812" y="232"/>
                  </a:lnTo>
                  <a:lnTo>
                    <a:pt x="812" y="230"/>
                  </a:lnTo>
                  <a:lnTo>
                    <a:pt x="814" y="230"/>
                  </a:lnTo>
                  <a:lnTo>
                    <a:pt x="814" y="230"/>
                  </a:lnTo>
                  <a:lnTo>
                    <a:pt x="814" y="228"/>
                  </a:lnTo>
                  <a:lnTo>
                    <a:pt x="814" y="228"/>
                  </a:lnTo>
                  <a:lnTo>
                    <a:pt x="814" y="228"/>
                  </a:lnTo>
                  <a:lnTo>
                    <a:pt x="816" y="228"/>
                  </a:lnTo>
                  <a:lnTo>
                    <a:pt x="816" y="228"/>
                  </a:lnTo>
                  <a:lnTo>
                    <a:pt x="816" y="225"/>
                  </a:lnTo>
                  <a:lnTo>
                    <a:pt x="816" y="225"/>
                  </a:lnTo>
                  <a:lnTo>
                    <a:pt x="816" y="225"/>
                  </a:lnTo>
                  <a:lnTo>
                    <a:pt x="816" y="223"/>
                  </a:lnTo>
                  <a:lnTo>
                    <a:pt x="816" y="223"/>
                  </a:lnTo>
                  <a:lnTo>
                    <a:pt x="816" y="223"/>
                  </a:lnTo>
                  <a:lnTo>
                    <a:pt x="816" y="221"/>
                  </a:lnTo>
                  <a:lnTo>
                    <a:pt x="819" y="221"/>
                  </a:lnTo>
                  <a:lnTo>
                    <a:pt x="819" y="221"/>
                  </a:lnTo>
                  <a:lnTo>
                    <a:pt x="819" y="221"/>
                  </a:lnTo>
                  <a:lnTo>
                    <a:pt x="819" y="218"/>
                  </a:lnTo>
                  <a:lnTo>
                    <a:pt x="819" y="218"/>
                  </a:lnTo>
                  <a:lnTo>
                    <a:pt x="821" y="218"/>
                  </a:lnTo>
                  <a:lnTo>
                    <a:pt x="821" y="216"/>
                  </a:lnTo>
                  <a:lnTo>
                    <a:pt x="821" y="216"/>
                  </a:lnTo>
                  <a:lnTo>
                    <a:pt x="821" y="216"/>
                  </a:lnTo>
                  <a:lnTo>
                    <a:pt x="821" y="216"/>
                  </a:lnTo>
                  <a:lnTo>
                    <a:pt x="823" y="216"/>
                  </a:lnTo>
                  <a:lnTo>
                    <a:pt x="823" y="216"/>
                  </a:lnTo>
                  <a:lnTo>
                    <a:pt x="823" y="216"/>
                  </a:lnTo>
                  <a:lnTo>
                    <a:pt x="823" y="216"/>
                  </a:lnTo>
                  <a:lnTo>
                    <a:pt x="826" y="216"/>
                  </a:lnTo>
                  <a:lnTo>
                    <a:pt x="826" y="216"/>
                  </a:lnTo>
                  <a:lnTo>
                    <a:pt x="828" y="216"/>
                  </a:lnTo>
                  <a:lnTo>
                    <a:pt x="828" y="216"/>
                  </a:lnTo>
                  <a:lnTo>
                    <a:pt x="828" y="216"/>
                  </a:lnTo>
                  <a:lnTo>
                    <a:pt x="830" y="216"/>
                  </a:lnTo>
                  <a:lnTo>
                    <a:pt x="830" y="216"/>
                  </a:lnTo>
                  <a:lnTo>
                    <a:pt x="830" y="216"/>
                  </a:lnTo>
                  <a:lnTo>
                    <a:pt x="833" y="216"/>
                  </a:lnTo>
                  <a:lnTo>
                    <a:pt x="833" y="216"/>
                  </a:lnTo>
                  <a:lnTo>
                    <a:pt x="835" y="216"/>
                  </a:lnTo>
                  <a:lnTo>
                    <a:pt x="835" y="216"/>
                  </a:lnTo>
                  <a:lnTo>
                    <a:pt x="835" y="216"/>
                  </a:lnTo>
                  <a:lnTo>
                    <a:pt x="835" y="216"/>
                  </a:lnTo>
                  <a:lnTo>
                    <a:pt x="835" y="216"/>
                  </a:lnTo>
                  <a:lnTo>
                    <a:pt x="838" y="216"/>
                  </a:lnTo>
                  <a:lnTo>
                    <a:pt x="838" y="218"/>
                  </a:lnTo>
                  <a:lnTo>
                    <a:pt x="838" y="218"/>
                  </a:lnTo>
                  <a:lnTo>
                    <a:pt x="838" y="218"/>
                  </a:lnTo>
                  <a:lnTo>
                    <a:pt x="838" y="218"/>
                  </a:lnTo>
                  <a:lnTo>
                    <a:pt x="840" y="218"/>
                  </a:lnTo>
                  <a:lnTo>
                    <a:pt x="840" y="218"/>
                  </a:lnTo>
                  <a:lnTo>
                    <a:pt x="840" y="221"/>
                  </a:lnTo>
                  <a:lnTo>
                    <a:pt x="842" y="221"/>
                  </a:lnTo>
                  <a:lnTo>
                    <a:pt x="842" y="221"/>
                  </a:lnTo>
                  <a:lnTo>
                    <a:pt x="842" y="221"/>
                  </a:lnTo>
                  <a:lnTo>
                    <a:pt x="845" y="221"/>
                  </a:lnTo>
                  <a:lnTo>
                    <a:pt x="845" y="221"/>
                  </a:lnTo>
                  <a:lnTo>
                    <a:pt x="845" y="221"/>
                  </a:lnTo>
                  <a:lnTo>
                    <a:pt x="845" y="221"/>
                  </a:lnTo>
                  <a:lnTo>
                    <a:pt x="847" y="221"/>
                  </a:lnTo>
                  <a:lnTo>
                    <a:pt x="847" y="221"/>
                  </a:lnTo>
                  <a:lnTo>
                    <a:pt x="849" y="221"/>
                  </a:lnTo>
                  <a:lnTo>
                    <a:pt x="849" y="223"/>
                  </a:lnTo>
                  <a:lnTo>
                    <a:pt x="849" y="223"/>
                  </a:lnTo>
                  <a:lnTo>
                    <a:pt x="849" y="223"/>
                  </a:lnTo>
                  <a:lnTo>
                    <a:pt x="852" y="223"/>
                  </a:lnTo>
                  <a:lnTo>
                    <a:pt x="852" y="223"/>
                  </a:lnTo>
                  <a:lnTo>
                    <a:pt x="852" y="223"/>
                  </a:lnTo>
                  <a:lnTo>
                    <a:pt x="854" y="223"/>
                  </a:lnTo>
                  <a:lnTo>
                    <a:pt x="854" y="223"/>
                  </a:lnTo>
                  <a:lnTo>
                    <a:pt x="857" y="223"/>
                  </a:lnTo>
                  <a:lnTo>
                    <a:pt x="857" y="223"/>
                  </a:lnTo>
                  <a:lnTo>
                    <a:pt x="857" y="223"/>
                  </a:lnTo>
                  <a:lnTo>
                    <a:pt x="859" y="223"/>
                  </a:lnTo>
                  <a:lnTo>
                    <a:pt x="859" y="223"/>
                  </a:lnTo>
                  <a:lnTo>
                    <a:pt x="859" y="223"/>
                  </a:lnTo>
                  <a:lnTo>
                    <a:pt x="861" y="223"/>
                  </a:lnTo>
                  <a:lnTo>
                    <a:pt x="861" y="223"/>
                  </a:lnTo>
                  <a:lnTo>
                    <a:pt x="861" y="223"/>
                  </a:lnTo>
                  <a:lnTo>
                    <a:pt x="861" y="223"/>
                  </a:lnTo>
                  <a:lnTo>
                    <a:pt x="861" y="221"/>
                  </a:lnTo>
                  <a:lnTo>
                    <a:pt x="864" y="221"/>
                  </a:lnTo>
                  <a:lnTo>
                    <a:pt x="864" y="221"/>
                  </a:lnTo>
                  <a:lnTo>
                    <a:pt x="864" y="221"/>
                  </a:lnTo>
                  <a:lnTo>
                    <a:pt x="864" y="221"/>
                  </a:lnTo>
                  <a:lnTo>
                    <a:pt x="866" y="221"/>
                  </a:lnTo>
                  <a:lnTo>
                    <a:pt x="866" y="221"/>
                  </a:lnTo>
                  <a:lnTo>
                    <a:pt x="866" y="218"/>
                  </a:lnTo>
                  <a:lnTo>
                    <a:pt x="868" y="218"/>
                  </a:lnTo>
                  <a:lnTo>
                    <a:pt x="868" y="218"/>
                  </a:lnTo>
                  <a:lnTo>
                    <a:pt x="868" y="218"/>
                  </a:lnTo>
                  <a:lnTo>
                    <a:pt x="868" y="218"/>
                  </a:lnTo>
                  <a:lnTo>
                    <a:pt x="871" y="218"/>
                  </a:lnTo>
                  <a:lnTo>
                    <a:pt x="871" y="216"/>
                  </a:lnTo>
                  <a:lnTo>
                    <a:pt x="871" y="216"/>
                  </a:lnTo>
                  <a:lnTo>
                    <a:pt x="871" y="216"/>
                  </a:lnTo>
                  <a:lnTo>
                    <a:pt x="871" y="216"/>
                  </a:lnTo>
                  <a:lnTo>
                    <a:pt x="873" y="216"/>
                  </a:lnTo>
                  <a:lnTo>
                    <a:pt x="873" y="216"/>
                  </a:lnTo>
                  <a:lnTo>
                    <a:pt x="873" y="216"/>
                  </a:lnTo>
                  <a:lnTo>
                    <a:pt x="875" y="216"/>
                  </a:lnTo>
                  <a:lnTo>
                    <a:pt x="875" y="214"/>
                  </a:lnTo>
                  <a:lnTo>
                    <a:pt x="875" y="214"/>
                  </a:lnTo>
                  <a:lnTo>
                    <a:pt x="875" y="214"/>
                  </a:lnTo>
                  <a:lnTo>
                    <a:pt x="875" y="214"/>
                  </a:lnTo>
                  <a:lnTo>
                    <a:pt x="878" y="214"/>
                  </a:lnTo>
                  <a:lnTo>
                    <a:pt x="878" y="211"/>
                  </a:lnTo>
                  <a:lnTo>
                    <a:pt x="878" y="211"/>
                  </a:lnTo>
                  <a:lnTo>
                    <a:pt x="878" y="211"/>
                  </a:lnTo>
                  <a:lnTo>
                    <a:pt x="878" y="209"/>
                  </a:lnTo>
                  <a:lnTo>
                    <a:pt x="878" y="209"/>
                  </a:lnTo>
                  <a:lnTo>
                    <a:pt x="878" y="209"/>
                  </a:lnTo>
                  <a:lnTo>
                    <a:pt x="878" y="206"/>
                  </a:lnTo>
                  <a:lnTo>
                    <a:pt x="880" y="206"/>
                  </a:lnTo>
                  <a:lnTo>
                    <a:pt x="880" y="206"/>
                  </a:lnTo>
                  <a:lnTo>
                    <a:pt x="880" y="206"/>
                  </a:lnTo>
                  <a:lnTo>
                    <a:pt x="883" y="206"/>
                  </a:lnTo>
                  <a:lnTo>
                    <a:pt x="883" y="206"/>
                  </a:lnTo>
                  <a:lnTo>
                    <a:pt x="883" y="206"/>
                  </a:lnTo>
                  <a:lnTo>
                    <a:pt x="883" y="206"/>
                  </a:lnTo>
                  <a:lnTo>
                    <a:pt x="885" y="206"/>
                  </a:lnTo>
                  <a:lnTo>
                    <a:pt x="885" y="206"/>
                  </a:lnTo>
                  <a:lnTo>
                    <a:pt x="885" y="206"/>
                  </a:lnTo>
                  <a:lnTo>
                    <a:pt x="885" y="206"/>
                  </a:lnTo>
                  <a:lnTo>
                    <a:pt x="887" y="206"/>
                  </a:lnTo>
                  <a:lnTo>
                    <a:pt x="887" y="206"/>
                  </a:lnTo>
                  <a:lnTo>
                    <a:pt x="890" y="206"/>
                  </a:lnTo>
                  <a:lnTo>
                    <a:pt x="890" y="206"/>
                  </a:lnTo>
                  <a:lnTo>
                    <a:pt x="890" y="206"/>
                  </a:lnTo>
                  <a:lnTo>
                    <a:pt x="890" y="206"/>
                  </a:lnTo>
                  <a:lnTo>
                    <a:pt x="892" y="206"/>
                  </a:lnTo>
                  <a:lnTo>
                    <a:pt x="892" y="206"/>
                  </a:lnTo>
                  <a:lnTo>
                    <a:pt x="894" y="206"/>
                  </a:lnTo>
                  <a:lnTo>
                    <a:pt x="894" y="206"/>
                  </a:lnTo>
                  <a:lnTo>
                    <a:pt x="894" y="206"/>
                  </a:lnTo>
                  <a:lnTo>
                    <a:pt x="897" y="206"/>
                  </a:lnTo>
                  <a:lnTo>
                    <a:pt x="897" y="206"/>
                  </a:lnTo>
                  <a:lnTo>
                    <a:pt x="897" y="206"/>
                  </a:lnTo>
                  <a:lnTo>
                    <a:pt x="899" y="206"/>
                  </a:lnTo>
                  <a:lnTo>
                    <a:pt x="899" y="206"/>
                  </a:lnTo>
                  <a:lnTo>
                    <a:pt x="899" y="206"/>
                  </a:lnTo>
                  <a:lnTo>
                    <a:pt x="901" y="206"/>
                  </a:lnTo>
                  <a:lnTo>
                    <a:pt x="901" y="206"/>
                  </a:lnTo>
                  <a:lnTo>
                    <a:pt x="901" y="206"/>
                  </a:lnTo>
                  <a:lnTo>
                    <a:pt x="904" y="206"/>
                  </a:lnTo>
                  <a:lnTo>
                    <a:pt x="904" y="206"/>
                  </a:lnTo>
                  <a:lnTo>
                    <a:pt x="904" y="206"/>
                  </a:lnTo>
                  <a:lnTo>
                    <a:pt x="904" y="206"/>
                  </a:lnTo>
                  <a:lnTo>
                    <a:pt x="906" y="206"/>
                  </a:lnTo>
                  <a:lnTo>
                    <a:pt x="906" y="204"/>
                  </a:lnTo>
                  <a:lnTo>
                    <a:pt x="906" y="204"/>
                  </a:lnTo>
                  <a:lnTo>
                    <a:pt x="906" y="204"/>
                  </a:lnTo>
                  <a:lnTo>
                    <a:pt x="909" y="204"/>
                  </a:lnTo>
                  <a:lnTo>
                    <a:pt x="909" y="204"/>
                  </a:lnTo>
                  <a:lnTo>
                    <a:pt x="909" y="202"/>
                  </a:lnTo>
                  <a:lnTo>
                    <a:pt x="909" y="202"/>
                  </a:lnTo>
                  <a:lnTo>
                    <a:pt x="909" y="202"/>
                  </a:lnTo>
                  <a:lnTo>
                    <a:pt x="911" y="202"/>
                  </a:lnTo>
                  <a:lnTo>
                    <a:pt x="911" y="202"/>
                  </a:lnTo>
                  <a:lnTo>
                    <a:pt x="911" y="199"/>
                  </a:lnTo>
                  <a:lnTo>
                    <a:pt x="911" y="199"/>
                  </a:lnTo>
                  <a:lnTo>
                    <a:pt x="913" y="199"/>
                  </a:lnTo>
                  <a:lnTo>
                    <a:pt x="913" y="199"/>
                  </a:lnTo>
                  <a:lnTo>
                    <a:pt x="916" y="199"/>
                  </a:lnTo>
                  <a:lnTo>
                    <a:pt x="916" y="199"/>
                  </a:lnTo>
                  <a:lnTo>
                    <a:pt x="916" y="199"/>
                  </a:lnTo>
                  <a:lnTo>
                    <a:pt x="916" y="199"/>
                  </a:lnTo>
                  <a:lnTo>
                    <a:pt x="916" y="197"/>
                  </a:lnTo>
                  <a:lnTo>
                    <a:pt x="918" y="197"/>
                  </a:lnTo>
                  <a:lnTo>
                    <a:pt x="918" y="197"/>
                  </a:lnTo>
                  <a:lnTo>
                    <a:pt x="918" y="197"/>
                  </a:lnTo>
                  <a:lnTo>
                    <a:pt x="916" y="197"/>
                  </a:lnTo>
                  <a:lnTo>
                    <a:pt x="916" y="195"/>
                  </a:lnTo>
                  <a:lnTo>
                    <a:pt x="916" y="195"/>
                  </a:lnTo>
                  <a:lnTo>
                    <a:pt x="916" y="192"/>
                  </a:lnTo>
                  <a:lnTo>
                    <a:pt x="918" y="192"/>
                  </a:lnTo>
                  <a:lnTo>
                    <a:pt x="918" y="192"/>
                  </a:lnTo>
                  <a:lnTo>
                    <a:pt x="918" y="192"/>
                  </a:lnTo>
                  <a:lnTo>
                    <a:pt x="918" y="190"/>
                  </a:lnTo>
                  <a:lnTo>
                    <a:pt x="918" y="190"/>
                  </a:lnTo>
                  <a:lnTo>
                    <a:pt x="918" y="190"/>
                  </a:lnTo>
                  <a:lnTo>
                    <a:pt x="918" y="187"/>
                  </a:lnTo>
                  <a:lnTo>
                    <a:pt x="920" y="187"/>
                  </a:lnTo>
                  <a:lnTo>
                    <a:pt x="920" y="187"/>
                  </a:lnTo>
                  <a:lnTo>
                    <a:pt x="920" y="187"/>
                  </a:lnTo>
                  <a:lnTo>
                    <a:pt x="923" y="187"/>
                  </a:lnTo>
                  <a:lnTo>
                    <a:pt x="923" y="187"/>
                  </a:lnTo>
                  <a:lnTo>
                    <a:pt x="923" y="187"/>
                  </a:lnTo>
                  <a:lnTo>
                    <a:pt x="923" y="185"/>
                  </a:lnTo>
                  <a:lnTo>
                    <a:pt x="923" y="185"/>
                  </a:lnTo>
                  <a:lnTo>
                    <a:pt x="923" y="185"/>
                  </a:lnTo>
                  <a:lnTo>
                    <a:pt x="925" y="185"/>
                  </a:lnTo>
                  <a:lnTo>
                    <a:pt x="925" y="185"/>
                  </a:lnTo>
                  <a:lnTo>
                    <a:pt x="928" y="185"/>
                  </a:lnTo>
                  <a:lnTo>
                    <a:pt x="928" y="185"/>
                  </a:lnTo>
                  <a:lnTo>
                    <a:pt x="928" y="183"/>
                  </a:lnTo>
                  <a:lnTo>
                    <a:pt x="928" y="183"/>
                  </a:lnTo>
                  <a:lnTo>
                    <a:pt x="930" y="183"/>
                  </a:lnTo>
                  <a:lnTo>
                    <a:pt x="930" y="183"/>
                  </a:lnTo>
                  <a:lnTo>
                    <a:pt x="930" y="183"/>
                  </a:lnTo>
                  <a:lnTo>
                    <a:pt x="930" y="183"/>
                  </a:lnTo>
                  <a:lnTo>
                    <a:pt x="930" y="183"/>
                  </a:lnTo>
                  <a:lnTo>
                    <a:pt x="932" y="183"/>
                  </a:lnTo>
                  <a:lnTo>
                    <a:pt x="932" y="183"/>
                  </a:lnTo>
                  <a:lnTo>
                    <a:pt x="935" y="183"/>
                  </a:lnTo>
                  <a:lnTo>
                    <a:pt x="935" y="183"/>
                  </a:lnTo>
                  <a:lnTo>
                    <a:pt x="935" y="183"/>
                  </a:lnTo>
                  <a:lnTo>
                    <a:pt x="937" y="183"/>
                  </a:lnTo>
                  <a:lnTo>
                    <a:pt x="937" y="183"/>
                  </a:lnTo>
                  <a:lnTo>
                    <a:pt x="937" y="183"/>
                  </a:lnTo>
                  <a:lnTo>
                    <a:pt x="937" y="183"/>
                  </a:lnTo>
                  <a:lnTo>
                    <a:pt x="939" y="183"/>
                  </a:lnTo>
                  <a:lnTo>
                    <a:pt x="939" y="183"/>
                  </a:lnTo>
                  <a:lnTo>
                    <a:pt x="939" y="183"/>
                  </a:lnTo>
                  <a:lnTo>
                    <a:pt x="942" y="183"/>
                  </a:lnTo>
                  <a:lnTo>
                    <a:pt x="942" y="183"/>
                  </a:lnTo>
                  <a:lnTo>
                    <a:pt x="942" y="180"/>
                  </a:lnTo>
                  <a:lnTo>
                    <a:pt x="942" y="180"/>
                  </a:lnTo>
                  <a:lnTo>
                    <a:pt x="942" y="180"/>
                  </a:lnTo>
                  <a:lnTo>
                    <a:pt x="942" y="178"/>
                  </a:lnTo>
                  <a:lnTo>
                    <a:pt x="942" y="178"/>
                  </a:lnTo>
                  <a:lnTo>
                    <a:pt x="942" y="178"/>
                  </a:lnTo>
                  <a:lnTo>
                    <a:pt x="942" y="178"/>
                  </a:lnTo>
                  <a:lnTo>
                    <a:pt x="944" y="178"/>
                  </a:lnTo>
                  <a:lnTo>
                    <a:pt x="944" y="178"/>
                  </a:lnTo>
                  <a:lnTo>
                    <a:pt x="944" y="178"/>
                  </a:lnTo>
                  <a:lnTo>
                    <a:pt x="946" y="178"/>
                  </a:lnTo>
                  <a:lnTo>
                    <a:pt x="946" y="178"/>
                  </a:lnTo>
                  <a:lnTo>
                    <a:pt x="946" y="178"/>
                  </a:lnTo>
                  <a:lnTo>
                    <a:pt x="946" y="178"/>
                  </a:lnTo>
                  <a:lnTo>
                    <a:pt x="949" y="178"/>
                  </a:lnTo>
                  <a:lnTo>
                    <a:pt x="949" y="178"/>
                  </a:lnTo>
                  <a:lnTo>
                    <a:pt x="949" y="178"/>
                  </a:lnTo>
                  <a:lnTo>
                    <a:pt x="951" y="178"/>
                  </a:lnTo>
                  <a:lnTo>
                    <a:pt x="951" y="178"/>
                  </a:lnTo>
                  <a:lnTo>
                    <a:pt x="951" y="178"/>
                  </a:lnTo>
                  <a:lnTo>
                    <a:pt x="951" y="178"/>
                  </a:lnTo>
                  <a:lnTo>
                    <a:pt x="951" y="178"/>
                  </a:lnTo>
                  <a:lnTo>
                    <a:pt x="954" y="178"/>
                  </a:lnTo>
                  <a:lnTo>
                    <a:pt x="954" y="176"/>
                  </a:lnTo>
                  <a:lnTo>
                    <a:pt x="954" y="176"/>
                  </a:lnTo>
                  <a:lnTo>
                    <a:pt x="956" y="176"/>
                  </a:lnTo>
                  <a:lnTo>
                    <a:pt x="956" y="176"/>
                  </a:lnTo>
                  <a:lnTo>
                    <a:pt x="956" y="176"/>
                  </a:lnTo>
                  <a:lnTo>
                    <a:pt x="956" y="176"/>
                  </a:lnTo>
                  <a:lnTo>
                    <a:pt x="956" y="173"/>
                  </a:lnTo>
                  <a:lnTo>
                    <a:pt x="958" y="173"/>
                  </a:lnTo>
                  <a:lnTo>
                    <a:pt x="958" y="173"/>
                  </a:lnTo>
                  <a:lnTo>
                    <a:pt x="958" y="173"/>
                  </a:lnTo>
                  <a:lnTo>
                    <a:pt x="958" y="173"/>
                  </a:lnTo>
                  <a:lnTo>
                    <a:pt x="958" y="171"/>
                  </a:lnTo>
                  <a:lnTo>
                    <a:pt x="961" y="171"/>
                  </a:lnTo>
                  <a:lnTo>
                    <a:pt x="961" y="171"/>
                  </a:lnTo>
                  <a:lnTo>
                    <a:pt x="963" y="171"/>
                  </a:lnTo>
                  <a:lnTo>
                    <a:pt x="963" y="171"/>
                  </a:lnTo>
                  <a:lnTo>
                    <a:pt x="963" y="171"/>
                  </a:lnTo>
                  <a:lnTo>
                    <a:pt x="965" y="171"/>
                  </a:lnTo>
                  <a:lnTo>
                    <a:pt x="965" y="171"/>
                  </a:lnTo>
                  <a:lnTo>
                    <a:pt x="968" y="171"/>
                  </a:lnTo>
                  <a:lnTo>
                    <a:pt x="968" y="173"/>
                  </a:lnTo>
                  <a:lnTo>
                    <a:pt x="968" y="173"/>
                  </a:lnTo>
                  <a:lnTo>
                    <a:pt x="968" y="171"/>
                  </a:lnTo>
                  <a:lnTo>
                    <a:pt x="968" y="171"/>
                  </a:lnTo>
                  <a:lnTo>
                    <a:pt x="970" y="171"/>
                  </a:lnTo>
                  <a:lnTo>
                    <a:pt x="970" y="171"/>
                  </a:lnTo>
                  <a:lnTo>
                    <a:pt x="970" y="171"/>
                  </a:lnTo>
                  <a:lnTo>
                    <a:pt x="973" y="171"/>
                  </a:lnTo>
                  <a:lnTo>
                    <a:pt x="973" y="171"/>
                  </a:lnTo>
                  <a:lnTo>
                    <a:pt x="975" y="171"/>
                  </a:lnTo>
                  <a:lnTo>
                    <a:pt x="975" y="171"/>
                  </a:lnTo>
                  <a:lnTo>
                    <a:pt x="975" y="171"/>
                  </a:lnTo>
                  <a:lnTo>
                    <a:pt x="975" y="171"/>
                  </a:lnTo>
                  <a:lnTo>
                    <a:pt x="975" y="171"/>
                  </a:lnTo>
                  <a:lnTo>
                    <a:pt x="977" y="171"/>
                  </a:lnTo>
                  <a:lnTo>
                    <a:pt x="977" y="171"/>
                  </a:lnTo>
                  <a:lnTo>
                    <a:pt x="977" y="173"/>
                  </a:lnTo>
                  <a:lnTo>
                    <a:pt x="977" y="173"/>
                  </a:lnTo>
                  <a:lnTo>
                    <a:pt x="977" y="173"/>
                  </a:lnTo>
                  <a:lnTo>
                    <a:pt x="980" y="173"/>
                  </a:lnTo>
                  <a:lnTo>
                    <a:pt x="980" y="173"/>
                  </a:lnTo>
                  <a:lnTo>
                    <a:pt x="980" y="173"/>
                  </a:lnTo>
                  <a:lnTo>
                    <a:pt x="980" y="173"/>
                  </a:lnTo>
                  <a:lnTo>
                    <a:pt x="982" y="173"/>
                  </a:lnTo>
                  <a:lnTo>
                    <a:pt x="982" y="173"/>
                  </a:lnTo>
                  <a:lnTo>
                    <a:pt x="982" y="176"/>
                  </a:lnTo>
                  <a:lnTo>
                    <a:pt x="982" y="176"/>
                  </a:lnTo>
                  <a:lnTo>
                    <a:pt x="984" y="176"/>
                  </a:lnTo>
                  <a:lnTo>
                    <a:pt x="984" y="176"/>
                  </a:lnTo>
                  <a:lnTo>
                    <a:pt x="984" y="176"/>
                  </a:lnTo>
                  <a:lnTo>
                    <a:pt x="984" y="178"/>
                  </a:lnTo>
                  <a:lnTo>
                    <a:pt x="984" y="178"/>
                  </a:lnTo>
                  <a:lnTo>
                    <a:pt x="984" y="178"/>
                  </a:lnTo>
                  <a:lnTo>
                    <a:pt x="984" y="178"/>
                  </a:lnTo>
                  <a:lnTo>
                    <a:pt x="984" y="178"/>
                  </a:lnTo>
                  <a:lnTo>
                    <a:pt x="984" y="180"/>
                  </a:lnTo>
                  <a:lnTo>
                    <a:pt x="984" y="180"/>
                  </a:lnTo>
                  <a:lnTo>
                    <a:pt x="984" y="180"/>
                  </a:lnTo>
                  <a:lnTo>
                    <a:pt x="987" y="180"/>
                  </a:lnTo>
                  <a:lnTo>
                    <a:pt x="987" y="180"/>
                  </a:lnTo>
                  <a:lnTo>
                    <a:pt x="987" y="180"/>
                  </a:lnTo>
                  <a:lnTo>
                    <a:pt x="987" y="178"/>
                  </a:lnTo>
                  <a:lnTo>
                    <a:pt x="989" y="178"/>
                  </a:lnTo>
                  <a:lnTo>
                    <a:pt x="989" y="178"/>
                  </a:lnTo>
                  <a:lnTo>
                    <a:pt x="989" y="178"/>
                  </a:lnTo>
                  <a:lnTo>
                    <a:pt x="989" y="178"/>
                  </a:lnTo>
                  <a:lnTo>
                    <a:pt x="989" y="178"/>
                  </a:lnTo>
                  <a:lnTo>
                    <a:pt x="991" y="178"/>
                  </a:lnTo>
                  <a:lnTo>
                    <a:pt x="991" y="176"/>
                  </a:lnTo>
                  <a:lnTo>
                    <a:pt x="991" y="176"/>
                  </a:lnTo>
                  <a:lnTo>
                    <a:pt x="991" y="176"/>
                  </a:lnTo>
                  <a:lnTo>
                    <a:pt x="991" y="176"/>
                  </a:lnTo>
                  <a:lnTo>
                    <a:pt x="994" y="176"/>
                  </a:lnTo>
                  <a:lnTo>
                    <a:pt x="994" y="173"/>
                  </a:lnTo>
                  <a:lnTo>
                    <a:pt x="994" y="173"/>
                  </a:lnTo>
                  <a:lnTo>
                    <a:pt x="994" y="173"/>
                  </a:lnTo>
                  <a:lnTo>
                    <a:pt x="996" y="173"/>
                  </a:lnTo>
                  <a:lnTo>
                    <a:pt x="996" y="171"/>
                  </a:lnTo>
                  <a:lnTo>
                    <a:pt x="994" y="171"/>
                  </a:lnTo>
                  <a:lnTo>
                    <a:pt x="994" y="171"/>
                  </a:lnTo>
                  <a:lnTo>
                    <a:pt x="994" y="168"/>
                  </a:lnTo>
                  <a:lnTo>
                    <a:pt x="994" y="168"/>
                  </a:lnTo>
                  <a:lnTo>
                    <a:pt x="994" y="168"/>
                  </a:lnTo>
                  <a:lnTo>
                    <a:pt x="991" y="168"/>
                  </a:lnTo>
                  <a:lnTo>
                    <a:pt x="991" y="168"/>
                  </a:lnTo>
                  <a:lnTo>
                    <a:pt x="994" y="168"/>
                  </a:lnTo>
                  <a:lnTo>
                    <a:pt x="994" y="166"/>
                  </a:lnTo>
                  <a:lnTo>
                    <a:pt x="991" y="166"/>
                  </a:lnTo>
                  <a:lnTo>
                    <a:pt x="991" y="166"/>
                  </a:lnTo>
                  <a:lnTo>
                    <a:pt x="994" y="166"/>
                  </a:lnTo>
                  <a:lnTo>
                    <a:pt x="994" y="164"/>
                  </a:lnTo>
                  <a:lnTo>
                    <a:pt x="994" y="164"/>
                  </a:lnTo>
                  <a:lnTo>
                    <a:pt x="991" y="164"/>
                  </a:lnTo>
                  <a:lnTo>
                    <a:pt x="991" y="164"/>
                  </a:lnTo>
                  <a:lnTo>
                    <a:pt x="991" y="161"/>
                  </a:lnTo>
                  <a:lnTo>
                    <a:pt x="991" y="161"/>
                  </a:lnTo>
                  <a:lnTo>
                    <a:pt x="991" y="161"/>
                  </a:lnTo>
                  <a:lnTo>
                    <a:pt x="991" y="161"/>
                  </a:lnTo>
                  <a:lnTo>
                    <a:pt x="991" y="161"/>
                  </a:lnTo>
                  <a:lnTo>
                    <a:pt x="991" y="161"/>
                  </a:lnTo>
                  <a:lnTo>
                    <a:pt x="994" y="161"/>
                  </a:lnTo>
                  <a:lnTo>
                    <a:pt x="994" y="161"/>
                  </a:lnTo>
                  <a:lnTo>
                    <a:pt x="994" y="161"/>
                  </a:lnTo>
                  <a:lnTo>
                    <a:pt x="994" y="161"/>
                  </a:lnTo>
                  <a:lnTo>
                    <a:pt x="994" y="159"/>
                  </a:lnTo>
                  <a:lnTo>
                    <a:pt x="994" y="159"/>
                  </a:lnTo>
                  <a:lnTo>
                    <a:pt x="991" y="159"/>
                  </a:lnTo>
                  <a:lnTo>
                    <a:pt x="991" y="159"/>
                  </a:lnTo>
                  <a:lnTo>
                    <a:pt x="991" y="157"/>
                  </a:lnTo>
                  <a:lnTo>
                    <a:pt x="991" y="157"/>
                  </a:lnTo>
                  <a:lnTo>
                    <a:pt x="989" y="157"/>
                  </a:lnTo>
                  <a:lnTo>
                    <a:pt x="989" y="157"/>
                  </a:lnTo>
                  <a:lnTo>
                    <a:pt x="989" y="157"/>
                  </a:lnTo>
                  <a:lnTo>
                    <a:pt x="987" y="157"/>
                  </a:lnTo>
                  <a:lnTo>
                    <a:pt x="987" y="157"/>
                  </a:lnTo>
                  <a:lnTo>
                    <a:pt x="984" y="157"/>
                  </a:lnTo>
                  <a:lnTo>
                    <a:pt x="984" y="157"/>
                  </a:lnTo>
                  <a:lnTo>
                    <a:pt x="984" y="157"/>
                  </a:lnTo>
                  <a:lnTo>
                    <a:pt x="984" y="157"/>
                  </a:lnTo>
                  <a:lnTo>
                    <a:pt x="984" y="157"/>
                  </a:lnTo>
                  <a:lnTo>
                    <a:pt x="982" y="157"/>
                  </a:lnTo>
                  <a:lnTo>
                    <a:pt x="982" y="154"/>
                  </a:lnTo>
                  <a:lnTo>
                    <a:pt x="982" y="154"/>
                  </a:lnTo>
                  <a:lnTo>
                    <a:pt x="982" y="152"/>
                  </a:lnTo>
                  <a:lnTo>
                    <a:pt x="982" y="152"/>
                  </a:lnTo>
                  <a:lnTo>
                    <a:pt x="982" y="152"/>
                  </a:lnTo>
                  <a:lnTo>
                    <a:pt x="980" y="152"/>
                  </a:lnTo>
                  <a:lnTo>
                    <a:pt x="980" y="152"/>
                  </a:lnTo>
                  <a:lnTo>
                    <a:pt x="980" y="152"/>
                  </a:lnTo>
                  <a:lnTo>
                    <a:pt x="980" y="150"/>
                  </a:lnTo>
                  <a:lnTo>
                    <a:pt x="977" y="150"/>
                  </a:lnTo>
                  <a:lnTo>
                    <a:pt x="977" y="150"/>
                  </a:lnTo>
                  <a:lnTo>
                    <a:pt x="977" y="147"/>
                  </a:lnTo>
                  <a:lnTo>
                    <a:pt x="977" y="147"/>
                  </a:lnTo>
                  <a:lnTo>
                    <a:pt x="977" y="147"/>
                  </a:lnTo>
                  <a:lnTo>
                    <a:pt x="975" y="147"/>
                  </a:lnTo>
                  <a:lnTo>
                    <a:pt x="975" y="147"/>
                  </a:lnTo>
                  <a:lnTo>
                    <a:pt x="975" y="147"/>
                  </a:lnTo>
                  <a:lnTo>
                    <a:pt x="975" y="147"/>
                  </a:lnTo>
                  <a:lnTo>
                    <a:pt x="973" y="147"/>
                  </a:lnTo>
                  <a:lnTo>
                    <a:pt x="973" y="147"/>
                  </a:lnTo>
                  <a:lnTo>
                    <a:pt x="973" y="147"/>
                  </a:lnTo>
                  <a:lnTo>
                    <a:pt x="970" y="147"/>
                  </a:lnTo>
                  <a:lnTo>
                    <a:pt x="970" y="147"/>
                  </a:lnTo>
                  <a:lnTo>
                    <a:pt x="970" y="145"/>
                  </a:lnTo>
                  <a:lnTo>
                    <a:pt x="970" y="145"/>
                  </a:lnTo>
                  <a:lnTo>
                    <a:pt x="970" y="145"/>
                  </a:lnTo>
                  <a:lnTo>
                    <a:pt x="968" y="145"/>
                  </a:lnTo>
                  <a:lnTo>
                    <a:pt x="968" y="145"/>
                  </a:lnTo>
                  <a:lnTo>
                    <a:pt x="968" y="142"/>
                  </a:lnTo>
                  <a:lnTo>
                    <a:pt x="968" y="142"/>
                  </a:lnTo>
                  <a:lnTo>
                    <a:pt x="968" y="142"/>
                  </a:lnTo>
                  <a:lnTo>
                    <a:pt x="965" y="142"/>
                  </a:lnTo>
                  <a:lnTo>
                    <a:pt x="965" y="142"/>
                  </a:lnTo>
                  <a:lnTo>
                    <a:pt x="965" y="140"/>
                  </a:lnTo>
                  <a:lnTo>
                    <a:pt x="963" y="140"/>
                  </a:lnTo>
                  <a:lnTo>
                    <a:pt x="963" y="140"/>
                  </a:lnTo>
                  <a:lnTo>
                    <a:pt x="963" y="140"/>
                  </a:lnTo>
                  <a:lnTo>
                    <a:pt x="961" y="140"/>
                  </a:lnTo>
                  <a:lnTo>
                    <a:pt x="961" y="140"/>
                  </a:lnTo>
                  <a:lnTo>
                    <a:pt x="958" y="140"/>
                  </a:lnTo>
                  <a:lnTo>
                    <a:pt x="958" y="140"/>
                  </a:lnTo>
                  <a:lnTo>
                    <a:pt x="958" y="140"/>
                  </a:lnTo>
                  <a:lnTo>
                    <a:pt x="958" y="140"/>
                  </a:lnTo>
                  <a:lnTo>
                    <a:pt x="956" y="140"/>
                  </a:lnTo>
                  <a:lnTo>
                    <a:pt x="956" y="140"/>
                  </a:lnTo>
                  <a:lnTo>
                    <a:pt x="956" y="140"/>
                  </a:lnTo>
                  <a:lnTo>
                    <a:pt x="954" y="140"/>
                  </a:lnTo>
                  <a:lnTo>
                    <a:pt x="954" y="140"/>
                  </a:lnTo>
                  <a:lnTo>
                    <a:pt x="951" y="140"/>
                  </a:lnTo>
                  <a:lnTo>
                    <a:pt x="951" y="140"/>
                  </a:lnTo>
                  <a:lnTo>
                    <a:pt x="951" y="140"/>
                  </a:lnTo>
                  <a:lnTo>
                    <a:pt x="951" y="140"/>
                  </a:lnTo>
                  <a:lnTo>
                    <a:pt x="949" y="140"/>
                  </a:lnTo>
                  <a:lnTo>
                    <a:pt x="949" y="140"/>
                  </a:lnTo>
                  <a:lnTo>
                    <a:pt x="949" y="142"/>
                  </a:lnTo>
                  <a:lnTo>
                    <a:pt x="949" y="142"/>
                  </a:lnTo>
                  <a:lnTo>
                    <a:pt x="949" y="142"/>
                  </a:lnTo>
                  <a:lnTo>
                    <a:pt x="946" y="142"/>
                  </a:lnTo>
                  <a:lnTo>
                    <a:pt x="946" y="145"/>
                  </a:lnTo>
                  <a:lnTo>
                    <a:pt x="946" y="145"/>
                  </a:lnTo>
                  <a:lnTo>
                    <a:pt x="946" y="145"/>
                  </a:lnTo>
                  <a:lnTo>
                    <a:pt x="944" y="145"/>
                  </a:lnTo>
                  <a:lnTo>
                    <a:pt x="944" y="147"/>
                  </a:lnTo>
                  <a:lnTo>
                    <a:pt x="944" y="147"/>
                  </a:lnTo>
                  <a:lnTo>
                    <a:pt x="944" y="147"/>
                  </a:lnTo>
                  <a:lnTo>
                    <a:pt x="944" y="147"/>
                  </a:lnTo>
                  <a:lnTo>
                    <a:pt x="942" y="147"/>
                  </a:lnTo>
                  <a:lnTo>
                    <a:pt x="942" y="147"/>
                  </a:lnTo>
                  <a:lnTo>
                    <a:pt x="942" y="147"/>
                  </a:lnTo>
                  <a:lnTo>
                    <a:pt x="942" y="150"/>
                  </a:lnTo>
                  <a:lnTo>
                    <a:pt x="942" y="150"/>
                  </a:lnTo>
                  <a:lnTo>
                    <a:pt x="939" y="150"/>
                  </a:lnTo>
                  <a:lnTo>
                    <a:pt x="939" y="150"/>
                  </a:lnTo>
                  <a:lnTo>
                    <a:pt x="939" y="147"/>
                  </a:lnTo>
                  <a:lnTo>
                    <a:pt x="937" y="147"/>
                  </a:lnTo>
                  <a:lnTo>
                    <a:pt x="937" y="147"/>
                  </a:lnTo>
                  <a:lnTo>
                    <a:pt x="937" y="147"/>
                  </a:lnTo>
                  <a:lnTo>
                    <a:pt x="937" y="147"/>
                  </a:lnTo>
                  <a:lnTo>
                    <a:pt x="937" y="147"/>
                  </a:lnTo>
                  <a:lnTo>
                    <a:pt x="935" y="147"/>
                  </a:lnTo>
                  <a:lnTo>
                    <a:pt x="935" y="147"/>
                  </a:lnTo>
                  <a:lnTo>
                    <a:pt x="935" y="145"/>
                  </a:lnTo>
                  <a:lnTo>
                    <a:pt x="935" y="145"/>
                  </a:lnTo>
                  <a:lnTo>
                    <a:pt x="932" y="145"/>
                  </a:lnTo>
                  <a:lnTo>
                    <a:pt x="932" y="145"/>
                  </a:lnTo>
                  <a:lnTo>
                    <a:pt x="932" y="145"/>
                  </a:lnTo>
                  <a:lnTo>
                    <a:pt x="930" y="145"/>
                  </a:lnTo>
                  <a:lnTo>
                    <a:pt x="930" y="145"/>
                  </a:lnTo>
                  <a:lnTo>
                    <a:pt x="930" y="145"/>
                  </a:lnTo>
                  <a:lnTo>
                    <a:pt x="930" y="142"/>
                  </a:lnTo>
                  <a:lnTo>
                    <a:pt x="928" y="142"/>
                  </a:lnTo>
                  <a:lnTo>
                    <a:pt x="928" y="142"/>
                  </a:lnTo>
                  <a:lnTo>
                    <a:pt x="928" y="142"/>
                  </a:lnTo>
                  <a:lnTo>
                    <a:pt x="928" y="145"/>
                  </a:lnTo>
                  <a:lnTo>
                    <a:pt x="925" y="145"/>
                  </a:lnTo>
                  <a:lnTo>
                    <a:pt x="925" y="145"/>
                  </a:lnTo>
                  <a:lnTo>
                    <a:pt x="923" y="145"/>
                  </a:lnTo>
                  <a:lnTo>
                    <a:pt x="923" y="145"/>
                  </a:lnTo>
                  <a:lnTo>
                    <a:pt x="923" y="145"/>
                  </a:lnTo>
                  <a:lnTo>
                    <a:pt x="923" y="145"/>
                  </a:lnTo>
                  <a:lnTo>
                    <a:pt x="920" y="145"/>
                  </a:lnTo>
                  <a:lnTo>
                    <a:pt x="920" y="145"/>
                  </a:lnTo>
                  <a:lnTo>
                    <a:pt x="918" y="145"/>
                  </a:lnTo>
                  <a:lnTo>
                    <a:pt x="918" y="145"/>
                  </a:lnTo>
                  <a:lnTo>
                    <a:pt x="918" y="145"/>
                  </a:lnTo>
                  <a:lnTo>
                    <a:pt x="918" y="145"/>
                  </a:lnTo>
                  <a:lnTo>
                    <a:pt x="916" y="145"/>
                  </a:lnTo>
                  <a:lnTo>
                    <a:pt x="916" y="145"/>
                  </a:lnTo>
                  <a:lnTo>
                    <a:pt x="916" y="145"/>
                  </a:lnTo>
                  <a:lnTo>
                    <a:pt x="916" y="145"/>
                  </a:lnTo>
                  <a:lnTo>
                    <a:pt x="913" y="145"/>
                  </a:lnTo>
                  <a:lnTo>
                    <a:pt x="913" y="147"/>
                  </a:lnTo>
                  <a:lnTo>
                    <a:pt x="913" y="147"/>
                  </a:lnTo>
                  <a:lnTo>
                    <a:pt x="911" y="147"/>
                  </a:lnTo>
                  <a:lnTo>
                    <a:pt x="911" y="147"/>
                  </a:lnTo>
                  <a:lnTo>
                    <a:pt x="911" y="147"/>
                  </a:lnTo>
                  <a:lnTo>
                    <a:pt x="911" y="147"/>
                  </a:lnTo>
                  <a:lnTo>
                    <a:pt x="911" y="147"/>
                  </a:lnTo>
                  <a:lnTo>
                    <a:pt x="911" y="150"/>
                  </a:lnTo>
                  <a:lnTo>
                    <a:pt x="909" y="150"/>
                  </a:lnTo>
                  <a:lnTo>
                    <a:pt x="909" y="147"/>
                  </a:lnTo>
                  <a:lnTo>
                    <a:pt x="909" y="147"/>
                  </a:lnTo>
                  <a:lnTo>
                    <a:pt x="909" y="147"/>
                  </a:lnTo>
                  <a:lnTo>
                    <a:pt x="909" y="147"/>
                  </a:lnTo>
                  <a:lnTo>
                    <a:pt x="906" y="147"/>
                  </a:lnTo>
                  <a:lnTo>
                    <a:pt x="906" y="147"/>
                  </a:lnTo>
                  <a:lnTo>
                    <a:pt x="906" y="147"/>
                  </a:lnTo>
                  <a:lnTo>
                    <a:pt x="906" y="145"/>
                  </a:lnTo>
                  <a:lnTo>
                    <a:pt x="904" y="145"/>
                  </a:lnTo>
                  <a:lnTo>
                    <a:pt x="904" y="145"/>
                  </a:lnTo>
                  <a:lnTo>
                    <a:pt x="904" y="145"/>
                  </a:lnTo>
                  <a:lnTo>
                    <a:pt x="904" y="145"/>
                  </a:lnTo>
                  <a:lnTo>
                    <a:pt x="904" y="142"/>
                  </a:lnTo>
                  <a:lnTo>
                    <a:pt x="901" y="142"/>
                  </a:lnTo>
                  <a:lnTo>
                    <a:pt x="901" y="142"/>
                  </a:lnTo>
                  <a:lnTo>
                    <a:pt x="901" y="142"/>
                  </a:lnTo>
                  <a:lnTo>
                    <a:pt x="901" y="142"/>
                  </a:lnTo>
                  <a:lnTo>
                    <a:pt x="899" y="142"/>
                  </a:lnTo>
                  <a:lnTo>
                    <a:pt x="899" y="140"/>
                  </a:lnTo>
                  <a:lnTo>
                    <a:pt x="901" y="140"/>
                  </a:lnTo>
                  <a:lnTo>
                    <a:pt x="901" y="140"/>
                  </a:lnTo>
                  <a:lnTo>
                    <a:pt x="901" y="140"/>
                  </a:lnTo>
                  <a:lnTo>
                    <a:pt x="901" y="138"/>
                  </a:lnTo>
                  <a:lnTo>
                    <a:pt x="901" y="138"/>
                  </a:lnTo>
                  <a:lnTo>
                    <a:pt x="901" y="138"/>
                  </a:lnTo>
                  <a:lnTo>
                    <a:pt x="901" y="138"/>
                  </a:lnTo>
                  <a:lnTo>
                    <a:pt x="901" y="138"/>
                  </a:lnTo>
                  <a:lnTo>
                    <a:pt x="901" y="135"/>
                  </a:lnTo>
                  <a:lnTo>
                    <a:pt x="901" y="135"/>
                  </a:lnTo>
                  <a:lnTo>
                    <a:pt x="904" y="135"/>
                  </a:lnTo>
                  <a:lnTo>
                    <a:pt x="904" y="135"/>
                  </a:lnTo>
                  <a:lnTo>
                    <a:pt x="904" y="135"/>
                  </a:lnTo>
                  <a:lnTo>
                    <a:pt x="904" y="135"/>
                  </a:lnTo>
                  <a:lnTo>
                    <a:pt x="906" y="135"/>
                  </a:lnTo>
                  <a:lnTo>
                    <a:pt x="906" y="135"/>
                  </a:lnTo>
                  <a:lnTo>
                    <a:pt x="909" y="135"/>
                  </a:lnTo>
                  <a:lnTo>
                    <a:pt x="909" y="133"/>
                  </a:lnTo>
                  <a:lnTo>
                    <a:pt x="909" y="133"/>
                  </a:lnTo>
                  <a:lnTo>
                    <a:pt x="909" y="131"/>
                  </a:lnTo>
                  <a:lnTo>
                    <a:pt x="909" y="131"/>
                  </a:lnTo>
                  <a:lnTo>
                    <a:pt x="909" y="128"/>
                  </a:lnTo>
                  <a:lnTo>
                    <a:pt x="909" y="128"/>
                  </a:lnTo>
                  <a:lnTo>
                    <a:pt x="909" y="128"/>
                  </a:lnTo>
                  <a:lnTo>
                    <a:pt x="909" y="128"/>
                  </a:lnTo>
                  <a:lnTo>
                    <a:pt x="909" y="126"/>
                  </a:lnTo>
                  <a:lnTo>
                    <a:pt x="909" y="126"/>
                  </a:lnTo>
                  <a:lnTo>
                    <a:pt x="909" y="126"/>
                  </a:lnTo>
                  <a:lnTo>
                    <a:pt x="911" y="126"/>
                  </a:lnTo>
                  <a:lnTo>
                    <a:pt x="911" y="123"/>
                  </a:lnTo>
                  <a:lnTo>
                    <a:pt x="911" y="123"/>
                  </a:lnTo>
                  <a:lnTo>
                    <a:pt x="911" y="123"/>
                  </a:lnTo>
                  <a:lnTo>
                    <a:pt x="911" y="123"/>
                  </a:lnTo>
                  <a:lnTo>
                    <a:pt x="911" y="121"/>
                  </a:lnTo>
                  <a:lnTo>
                    <a:pt x="913" y="121"/>
                  </a:lnTo>
                  <a:lnTo>
                    <a:pt x="913" y="121"/>
                  </a:lnTo>
                  <a:lnTo>
                    <a:pt x="913" y="121"/>
                  </a:lnTo>
                  <a:lnTo>
                    <a:pt x="913" y="119"/>
                  </a:lnTo>
                  <a:lnTo>
                    <a:pt x="913" y="119"/>
                  </a:lnTo>
                  <a:lnTo>
                    <a:pt x="913" y="119"/>
                  </a:lnTo>
                  <a:lnTo>
                    <a:pt x="913" y="119"/>
                  </a:lnTo>
                  <a:lnTo>
                    <a:pt x="913" y="116"/>
                  </a:lnTo>
                  <a:lnTo>
                    <a:pt x="913" y="116"/>
                  </a:lnTo>
                  <a:lnTo>
                    <a:pt x="913" y="116"/>
                  </a:lnTo>
                  <a:lnTo>
                    <a:pt x="916" y="116"/>
                  </a:lnTo>
                  <a:lnTo>
                    <a:pt x="916" y="114"/>
                  </a:lnTo>
                  <a:lnTo>
                    <a:pt x="916" y="114"/>
                  </a:lnTo>
                  <a:lnTo>
                    <a:pt x="916" y="114"/>
                  </a:lnTo>
                  <a:lnTo>
                    <a:pt x="916" y="112"/>
                  </a:lnTo>
                  <a:lnTo>
                    <a:pt x="916" y="112"/>
                  </a:lnTo>
                  <a:lnTo>
                    <a:pt x="916" y="112"/>
                  </a:lnTo>
                  <a:lnTo>
                    <a:pt x="916" y="109"/>
                  </a:lnTo>
                  <a:lnTo>
                    <a:pt x="918" y="109"/>
                  </a:lnTo>
                  <a:lnTo>
                    <a:pt x="918" y="109"/>
                  </a:lnTo>
                  <a:lnTo>
                    <a:pt x="918" y="109"/>
                  </a:lnTo>
                  <a:lnTo>
                    <a:pt x="918" y="109"/>
                  </a:lnTo>
                  <a:lnTo>
                    <a:pt x="918" y="107"/>
                  </a:lnTo>
                  <a:lnTo>
                    <a:pt x="918" y="107"/>
                  </a:lnTo>
                  <a:lnTo>
                    <a:pt x="918" y="107"/>
                  </a:lnTo>
                  <a:lnTo>
                    <a:pt x="918" y="105"/>
                  </a:lnTo>
                  <a:lnTo>
                    <a:pt x="920" y="105"/>
                  </a:lnTo>
                  <a:lnTo>
                    <a:pt x="920" y="105"/>
                  </a:lnTo>
                  <a:lnTo>
                    <a:pt x="920" y="105"/>
                  </a:lnTo>
                  <a:lnTo>
                    <a:pt x="920" y="102"/>
                  </a:lnTo>
                  <a:lnTo>
                    <a:pt x="923" y="102"/>
                  </a:lnTo>
                  <a:lnTo>
                    <a:pt x="923" y="102"/>
                  </a:lnTo>
                  <a:lnTo>
                    <a:pt x="923" y="100"/>
                  </a:lnTo>
                  <a:lnTo>
                    <a:pt x="923" y="100"/>
                  </a:lnTo>
                  <a:lnTo>
                    <a:pt x="923" y="100"/>
                  </a:lnTo>
                  <a:lnTo>
                    <a:pt x="923" y="100"/>
                  </a:lnTo>
                  <a:lnTo>
                    <a:pt x="923" y="97"/>
                  </a:lnTo>
                  <a:lnTo>
                    <a:pt x="923" y="97"/>
                  </a:lnTo>
                  <a:lnTo>
                    <a:pt x="925" y="97"/>
                  </a:lnTo>
                  <a:lnTo>
                    <a:pt x="925" y="97"/>
                  </a:lnTo>
                  <a:lnTo>
                    <a:pt x="925" y="97"/>
                  </a:lnTo>
                  <a:lnTo>
                    <a:pt x="925" y="95"/>
                  </a:lnTo>
                  <a:lnTo>
                    <a:pt x="925" y="95"/>
                  </a:lnTo>
                  <a:lnTo>
                    <a:pt x="928" y="95"/>
                  </a:lnTo>
                  <a:lnTo>
                    <a:pt x="928" y="95"/>
                  </a:lnTo>
                  <a:lnTo>
                    <a:pt x="928" y="95"/>
                  </a:lnTo>
                  <a:lnTo>
                    <a:pt x="928" y="95"/>
                  </a:lnTo>
                  <a:lnTo>
                    <a:pt x="930" y="95"/>
                  </a:lnTo>
                  <a:lnTo>
                    <a:pt x="930" y="97"/>
                  </a:lnTo>
                  <a:lnTo>
                    <a:pt x="930" y="97"/>
                  </a:lnTo>
                  <a:lnTo>
                    <a:pt x="930" y="97"/>
                  </a:lnTo>
                  <a:lnTo>
                    <a:pt x="930" y="97"/>
                  </a:lnTo>
                  <a:lnTo>
                    <a:pt x="932" y="97"/>
                  </a:lnTo>
                  <a:lnTo>
                    <a:pt x="932" y="97"/>
                  </a:lnTo>
                  <a:lnTo>
                    <a:pt x="935" y="97"/>
                  </a:lnTo>
                  <a:lnTo>
                    <a:pt x="935" y="97"/>
                  </a:lnTo>
                  <a:lnTo>
                    <a:pt x="935" y="97"/>
                  </a:lnTo>
                  <a:lnTo>
                    <a:pt x="935" y="97"/>
                  </a:lnTo>
                  <a:lnTo>
                    <a:pt x="937" y="97"/>
                  </a:lnTo>
                  <a:lnTo>
                    <a:pt x="937" y="97"/>
                  </a:lnTo>
                  <a:lnTo>
                    <a:pt x="937" y="100"/>
                  </a:lnTo>
                  <a:lnTo>
                    <a:pt x="937" y="100"/>
                  </a:lnTo>
                  <a:lnTo>
                    <a:pt x="939" y="100"/>
                  </a:lnTo>
                  <a:lnTo>
                    <a:pt x="939" y="100"/>
                  </a:lnTo>
                  <a:lnTo>
                    <a:pt x="942" y="100"/>
                  </a:lnTo>
                  <a:lnTo>
                    <a:pt x="942" y="100"/>
                  </a:lnTo>
                  <a:lnTo>
                    <a:pt x="942" y="100"/>
                  </a:lnTo>
                  <a:lnTo>
                    <a:pt x="944" y="100"/>
                  </a:lnTo>
                  <a:lnTo>
                    <a:pt x="944" y="100"/>
                  </a:lnTo>
                  <a:lnTo>
                    <a:pt x="944" y="100"/>
                  </a:lnTo>
                  <a:lnTo>
                    <a:pt x="944" y="100"/>
                  </a:lnTo>
                  <a:lnTo>
                    <a:pt x="946" y="100"/>
                  </a:lnTo>
                  <a:lnTo>
                    <a:pt x="946" y="100"/>
                  </a:lnTo>
                  <a:lnTo>
                    <a:pt x="946" y="102"/>
                  </a:lnTo>
                  <a:lnTo>
                    <a:pt x="949" y="102"/>
                  </a:lnTo>
                  <a:lnTo>
                    <a:pt x="949" y="102"/>
                  </a:lnTo>
                  <a:lnTo>
                    <a:pt x="949" y="102"/>
                  </a:lnTo>
                  <a:lnTo>
                    <a:pt x="949" y="102"/>
                  </a:lnTo>
                  <a:lnTo>
                    <a:pt x="951" y="102"/>
                  </a:lnTo>
                  <a:lnTo>
                    <a:pt x="951" y="102"/>
                  </a:lnTo>
                  <a:lnTo>
                    <a:pt x="951" y="102"/>
                  </a:lnTo>
                  <a:lnTo>
                    <a:pt x="951" y="102"/>
                  </a:lnTo>
                  <a:lnTo>
                    <a:pt x="954" y="102"/>
                  </a:lnTo>
                  <a:lnTo>
                    <a:pt x="954" y="100"/>
                  </a:lnTo>
                  <a:lnTo>
                    <a:pt x="954" y="100"/>
                  </a:lnTo>
                  <a:lnTo>
                    <a:pt x="954" y="100"/>
                  </a:lnTo>
                  <a:lnTo>
                    <a:pt x="956" y="100"/>
                  </a:lnTo>
                  <a:lnTo>
                    <a:pt x="956" y="100"/>
                  </a:lnTo>
                  <a:lnTo>
                    <a:pt x="956" y="97"/>
                  </a:lnTo>
                  <a:lnTo>
                    <a:pt x="956" y="97"/>
                  </a:lnTo>
                  <a:lnTo>
                    <a:pt x="958" y="97"/>
                  </a:lnTo>
                  <a:lnTo>
                    <a:pt x="958" y="97"/>
                  </a:lnTo>
                  <a:lnTo>
                    <a:pt x="958" y="97"/>
                  </a:lnTo>
                  <a:lnTo>
                    <a:pt x="958" y="97"/>
                  </a:lnTo>
                  <a:lnTo>
                    <a:pt x="958" y="97"/>
                  </a:lnTo>
                  <a:lnTo>
                    <a:pt x="961" y="97"/>
                  </a:lnTo>
                  <a:lnTo>
                    <a:pt x="961" y="97"/>
                  </a:lnTo>
                  <a:lnTo>
                    <a:pt x="961" y="95"/>
                  </a:lnTo>
                  <a:lnTo>
                    <a:pt x="963" y="95"/>
                  </a:lnTo>
                  <a:lnTo>
                    <a:pt x="963" y="95"/>
                  </a:lnTo>
                  <a:lnTo>
                    <a:pt x="963" y="95"/>
                  </a:lnTo>
                  <a:lnTo>
                    <a:pt x="963" y="95"/>
                  </a:lnTo>
                  <a:lnTo>
                    <a:pt x="965" y="95"/>
                  </a:lnTo>
                  <a:lnTo>
                    <a:pt x="965" y="93"/>
                  </a:lnTo>
                  <a:lnTo>
                    <a:pt x="965" y="93"/>
                  </a:lnTo>
                  <a:lnTo>
                    <a:pt x="965" y="93"/>
                  </a:lnTo>
                  <a:lnTo>
                    <a:pt x="968" y="93"/>
                  </a:lnTo>
                  <a:lnTo>
                    <a:pt x="968" y="93"/>
                  </a:lnTo>
                  <a:lnTo>
                    <a:pt x="968" y="90"/>
                  </a:lnTo>
                  <a:lnTo>
                    <a:pt x="968" y="90"/>
                  </a:lnTo>
                  <a:lnTo>
                    <a:pt x="970" y="90"/>
                  </a:lnTo>
                  <a:lnTo>
                    <a:pt x="970" y="90"/>
                  </a:lnTo>
                  <a:lnTo>
                    <a:pt x="970" y="90"/>
                  </a:lnTo>
                  <a:lnTo>
                    <a:pt x="973" y="90"/>
                  </a:lnTo>
                  <a:lnTo>
                    <a:pt x="973" y="90"/>
                  </a:lnTo>
                  <a:lnTo>
                    <a:pt x="975" y="90"/>
                  </a:lnTo>
                  <a:lnTo>
                    <a:pt x="975" y="90"/>
                  </a:lnTo>
                  <a:lnTo>
                    <a:pt x="975" y="90"/>
                  </a:lnTo>
                  <a:lnTo>
                    <a:pt x="975" y="90"/>
                  </a:lnTo>
                  <a:lnTo>
                    <a:pt x="975" y="90"/>
                  </a:lnTo>
                  <a:lnTo>
                    <a:pt x="977" y="90"/>
                  </a:lnTo>
                  <a:lnTo>
                    <a:pt x="977" y="90"/>
                  </a:lnTo>
                  <a:lnTo>
                    <a:pt x="977" y="90"/>
                  </a:lnTo>
                  <a:lnTo>
                    <a:pt x="977" y="90"/>
                  </a:lnTo>
                  <a:lnTo>
                    <a:pt x="980" y="90"/>
                  </a:lnTo>
                  <a:lnTo>
                    <a:pt x="980" y="90"/>
                  </a:lnTo>
                  <a:lnTo>
                    <a:pt x="980" y="88"/>
                  </a:lnTo>
                  <a:lnTo>
                    <a:pt x="982" y="88"/>
                  </a:lnTo>
                  <a:lnTo>
                    <a:pt x="982" y="88"/>
                  </a:lnTo>
                  <a:lnTo>
                    <a:pt x="982" y="88"/>
                  </a:lnTo>
                  <a:lnTo>
                    <a:pt x="982" y="88"/>
                  </a:lnTo>
                  <a:lnTo>
                    <a:pt x="982" y="88"/>
                  </a:lnTo>
                  <a:lnTo>
                    <a:pt x="982" y="86"/>
                  </a:lnTo>
                  <a:lnTo>
                    <a:pt x="984" y="86"/>
                  </a:lnTo>
                  <a:lnTo>
                    <a:pt x="984" y="86"/>
                  </a:lnTo>
                  <a:lnTo>
                    <a:pt x="982" y="86"/>
                  </a:lnTo>
                  <a:lnTo>
                    <a:pt x="982" y="83"/>
                  </a:lnTo>
                  <a:lnTo>
                    <a:pt x="982" y="83"/>
                  </a:lnTo>
                  <a:lnTo>
                    <a:pt x="982" y="81"/>
                  </a:lnTo>
                  <a:lnTo>
                    <a:pt x="982" y="81"/>
                  </a:lnTo>
                  <a:lnTo>
                    <a:pt x="982" y="81"/>
                  </a:lnTo>
                  <a:lnTo>
                    <a:pt x="980" y="81"/>
                  </a:lnTo>
                  <a:lnTo>
                    <a:pt x="980" y="81"/>
                  </a:lnTo>
                  <a:lnTo>
                    <a:pt x="980" y="81"/>
                  </a:lnTo>
                  <a:lnTo>
                    <a:pt x="977" y="81"/>
                  </a:lnTo>
                  <a:lnTo>
                    <a:pt x="977" y="78"/>
                  </a:lnTo>
                  <a:lnTo>
                    <a:pt x="980" y="78"/>
                  </a:lnTo>
                  <a:lnTo>
                    <a:pt x="980" y="78"/>
                  </a:lnTo>
                  <a:lnTo>
                    <a:pt x="980" y="78"/>
                  </a:lnTo>
                  <a:lnTo>
                    <a:pt x="982" y="78"/>
                  </a:lnTo>
                  <a:lnTo>
                    <a:pt x="982" y="78"/>
                  </a:lnTo>
                  <a:lnTo>
                    <a:pt x="982" y="76"/>
                  </a:lnTo>
                  <a:lnTo>
                    <a:pt x="982" y="76"/>
                  </a:lnTo>
                  <a:lnTo>
                    <a:pt x="982" y="76"/>
                  </a:lnTo>
                  <a:lnTo>
                    <a:pt x="982" y="74"/>
                  </a:lnTo>
                  <a:lnTo>
                    <a:pt x="982" y="74"/>
                  </a:lnTo>
                  <a:lnTo>
                    <a:pt x="984" y="74"/>
                  </a:lnTo>
                  <a:lnTo>
                    <a:pt x="984" y="74"/>
                  </a:lnTo>
                  <a:lnTo>
                    <a:pt x="984" y="74"/>
                  </a:lnTo>
                  <a:lnTo>
                    <a:pt x="984" y="71"/>
                  </a:lnTo>
                  <a:lnTo>
                    <a:pt x="984" y="71"/>
                  </a:lnTo>
                  <a:lnTo>
                    <a:pt x="984" y="71"/>
                  </a:lnTo>
                  <a:lnTo>
                    <a:pt x="987" y="71"/>
                  </a:lnTo>
                  <a:lnTo>
                    <a:pt x="987" y="69"/>
                  </a:lnTo>
                  <a:lnTo>
                    <a:pt x="987" y="69"/>
                  </a:lnTo>
                  <a:lnTo>
                    <a:pt x="987" y="69"/>
                  </a:lnTo>
                  <a:lnTo>
                    <a:pt x="987" y="67"/>
                  </a:lnTo>
                  <a:lnTo>
                    <a:pt x="987" y="67"/>
                  </a:lnTo>
                  <a:lnTo>
                    <a:pt x="987" y="67"/>
                  </a:lnTo>
                  <a:lnTo>
                    <a:pt x="989" y="67"/>
                  </a:lnTo>
                  <a:lnTo>
                    <a:pt x="989" y="64"/>
                  </a:lnTo>
                  <a:lnTo>
                    <a:pt x="989" y="64"/>
                  </a:lnTo>
                  <a:lnTo>
                    <a:pt x="989" y="64"/>
                  </a:lnTo>
                  <a:lnTo>
                    <a:pt x="989" y="64"/>
                  </a:lnTo>
                  <a:lnTo>
                    <a:pt x="991" y="64"/>
                  </a:lnTo>
                  <a:lnTo>
                    <a:pt x="991" y="62"/>
                  </a:lnTo>
                  <a:lnTo>
                    <a:pt x="991" y="62"/>
                  </a:lnTo>
                  <a:lnTo>
                    <a:pt x="991" y="62"/>
                  </a:lnTo>
                  <a:lnTo>
                    <a:pt x="991" y="59"/>
                  </a:lnTo>
                  <a:lnTo>
                    <a:pt x="991" y="59"/>
                  </a:lnTo>
                  <a:lnTo>
                    <a:pt x="991" y="59"/>
                  </a:lnTo>
                  <a:lnTo>
                    <a:pt x="991" y="59"/>
                  </a:lnTo>
                  <a:lnTo>
                    <a:pt x="991" y="57"/>
                  </a:lnTo>
                  <a:lnTo>
                    <a:pt x="994" y="57"/>
                  </a:lnTo>
                  <a:lnTo>
                    <a:pt x="994" y="57"/>
                  </a:lnTo>
                  <a:lnTo>
                    <a:pt x="994" y="57"/>
                  </a:lnTo>
                  <a:lnTo>
                    <a:pt x="996" y="57"/>
                  </a:lnTo>
                  <a:lnTo>
                    <a:pt x="996" y="55"/>
                  </a:lnTo>
                  <a:lnTo>
                    <a:pt x="996" y="55"/>
                  </a:lnTo>
                  <a:lnTo>
                    <a:pt x="996" y="55"/>
                  </a:lnTo>
                  <a:lnTo>
                    <a:pt x="996" y="52"/>
                  </a:lnTo>
                  <a:lnTo>
                    <a:pt x="996" y="52"/>
                  </a:lnTo>
                  <a:lnTo>
                    <a:pt x="996" y="52"/>
                  </a:lnTo>
                  <a:lnTo>
                    <a:pt x="996" y="50"/>
                  </a:lnTo>
                  <a:lnTo>
                    <a:pt x="999" y="50"/>
                  </a:lnTo>
                  <a:lnTo>
                    <a:pt x="999" y="50"/>
                  </a:lnTo>
                  <a:lnTo>
                    <a:pt x="999" y="50"/>
                  </a:lnTo>
                  <a:lnTo>
                    <a:pt x="999" y="50"/>
                  </a:lnTo>
                  <a:lnTo>
                    <a:pt x="999" y="48"/>
                  </a:lnTo>
                  <a:lnTo>
                    <a:pt x="1001" y="48"/>
                  </a:lnTo>
                  <a:lnTo>
                    <a:pt x="1001" y="48"/>
                  </a:lnTo>
                  <a:lnTo>
                    <a:pt x="1001" y="48"/>
                  </a:lnTo>
                  <a:lnTo>
                    <a:pt x="1001" y="48"/>
                  </a:lnTo>
                  <a:lnTo>
                    <a:pt x="1003" y="48"/>
                  </a:lnTo>
                  <a:lnTo>
                    <a:pt x="1003" y="45"/>
                  </a:lnTo>
                  <a:lnTo>
                    <a:pt x="1003" y="45"/>
                  </a:lnTo>
                  <a:lnTo>
                    <a:pt x="1003" y="45"/>
                  </a:lnTo>
                  <a:lnTo>
                    <a:pt x="1003" y="45"/>
                  </a:lnTo>
                  <a:lnTo>
                    <a:pt x="1006" y="45"/>
                  </a:lnTo>
                  <a:lnTo>
                    <a:pt x="1006" y="43"/>
                  </a:lnTo>
                  <a:lnTo>
                    <a:pt x="1006" y="43"/>
                  </a:lnTo>
                  <a:lnTo>
                    <a:pt x="1008" y="43"/>
                  </a:lnTo>
                  <a:lnTo>
                    <a:pt x="1008" y="43"/>
                  </a:lnTo>
                  <a:lnTo>
                    <a:pt x="1008" y="43"/>
                  </a:lnTo>
                  <a:lnTo>
                    <a:pt x="1008" y="43"/>
                  </a:lnTo>
                  <a:lnTo>
                    <a:pt x="1008" y="41"/>
                  </a:lnTo>
                  <a:lnTo>
                    <a:pt x="1010" y="41"/>
                  </a:lnTo>
                  <a:lnTo>
                    <a:pt x="1010" y="41"/>
                  </a:lnTo>
                  <a:lnTo>
                    <a:pt x="1010" y="41"/>
                  </a:lnTo>
                  <a:lnTo>
                    <a:pt x="1010" y="41"/>
                  </a:lnTo>
                  <a:lnTo>
                    <a:pt x="1010" y="38"/>
                  </a:lnTo>
                  <a:lnTo>
                    <a:pt x="1013" y="38"/>
                  </a:lnTo>
                  <a:lnTo>
                    <a:pt x="1013" y="38"/>
                  </a:lnTo>
                  <a:lnTo>
                    <a:pt x="1013" y="38"/>
                  </a:lnTo>
                  <a:lnTo>
                    <a:pt x="1013" y="38"/>
                  </a:lnTo>
                  <a:lnTo>
                    <a:pt x="1013" y="36"/>
                  </a:lnTo>
                  <a:lnTo>
                    <a:pt x="1013" y="36"/>
                  </a:lnTo>
                  <a:lnTo>
                    <a:pt x="1013" y="33"/>
                  </a:lnTo>
                  <a:lnTo>
                    <a:pt x="1013" y="33"/>
                  </a:lnTo>
                  <a:lnTo>
                    <a:pt x="1013" y="33"/>
                  </a:lnTo>
                  <a:lnTo>
                    <a:pt x="1013" y="31"/>
                  </a:lnTo>
                  <a:lnTo>
                    <a:pt x="1010" y="31"/>
                  </a:lnTo>
                  <a:lnTo>
                    <a:pt x="1010" y="31"/>
                  </a:lnTo>
                  <a:lnTo>
                    <a:pt x="1010" y="31"/>
                  </a:lnTo>
                  <a:lnTo>
                    <a:pt x="1010" y="29"/>
                  </a:lnTo>
                  <a:lnTo>
                    <a:pt x="1010" y="29"/>
                  </a:lnTo>
                  <a:lnTo>
                    <a:pt x="1010" y="29"/>
                  </a:lnTo>
                  <a:lnTo>
                    <a:pt x="1010" y="29"/>
                  </a:lnTo>
                  <a:lnTo>
                    <a:pt x="1010" y="26"/>
                  </a:lnTo>
                  <a:lnTo>
                    <a:pt x="1013" y="26"/>
                  </a:lnTo>
                  <a:lnTo>
                    <a:pt x="1013" y="26"/>
                  </a:lnTo>
                  <a:lnTo>
                    <a:pt x="1010" y="26"/>
                  </a:lnTo>
                  <a:lnTo>
                    <a:pt x="1010" y="26"/>
                  </a:lnTo>
                  <a:lnTo>
                    <a:pt x="1010" y="24"/>
                  </a:lnTo>
                  <a:lnTo>
                    <a:pt x="1010" y="24"/>
                  </a:lnTo>
                  <a:lnTo>
                    <a:pt x="1008" y="24"/>
                  </a:lnTo>
                  <a:lnTo>
                    <a:pt x="1008" y="24"/>
                  </a:lnTo>
                  <a:lnTo>
                    <a:pt x="1008" y="24"/>
                  </a:lnTo>
                  <a:lnTo>
                    <a:pt x="1008" y="24"/>
                  </a:lnTo>
                  <a:lnTo>
                    <a:pt x="1006" y="24"/>
                  </a:lnTo>
                  <a:lnTo>
                    <a:pt x="1006" y="24"/>
                  </a:lnTo>
                  <a:lnTo>
                    <a:pt x="1003" y="24"/>
                  </a:lnTo>
                  <a:lnTo>
                    <a:pt x="1003" y="24"/>
                  </a:lnTo>
                  <a:lnTo>
                    <a:pt x="1003" y="24"/>
                  </a:lnTo>
                  <a:lnTo>
                    <a:pt x="1003" y="24"/>
                  </a:lnTo>
                  <a:lnTo>
                    <a:pt x="1001" y="24"/>
                  </a:lnTo>
                  <a:lnTo>
                    <a:pt x="1001" y="24"/>
                  </a:lnTo>
                  <a:lnTo>
                    <a:pt x="1001" y="24"/>
                  </a:lnTo>
                  <a:lnTo>
                    <a:pt x="999" y="24"/>
                  </a:lnTo>
                  <a:lnTo>
                    <a:pt x="999" y="24"/>
                  </a:lnTo>
                  <a:lnTo>
                    <a:pt x="999" y="24"/>
                  </a:lnTo>
                  <a:lnTo>
                    <a:pt x="999" y="22"/>
                  </a:lnTo>
                  <a:lnTo>
                    <a:pt x="999" y="22"/>
                  </a:lnTo>
                  <a:lnTo>
                    <a:pt x="999" y="19"/>
                  </a:lnTo>
                  <a:lnTo>
                    <a:pt x="999" y="19"/>
                  </a:lnTo>
                  <a:lnTo>
                    <a:pt x="999" y="19"/>
                  </a:lnTo>
                  <a:lnTo>
                    <a:pt x="1001" y="19"/>
                  </a:lnTo>
                  <a:lnTo>
                    <a:pt x="1001" y="19"/>
                  </a:lnTo>
                  <a:lnTo>
                    <a:pt x="1001" y="19"/>
                  </a:lnTo>
                  <a:lnTo>
                    <a:pt x="1001" y="19"/>
                  </a:lnTo>
                  <a:lnTo>
                    <a:pt x="1003" y="19"/>
                  </a:lnTo>
                  <a:lnTo>
                    <a:pt x="1003" y="17"/>
                  </a:lnTo>
                  <a:lnTo>
                    <a:pt x="1003" y="17"/>
                  </a:lnTo>
                  <a:lnTo>
                    <a:pt x="1003" y="17"/>
                  </a:lnTo>
                  <a:lnTo>
                    <a:pt x="1003" y="17"/>
                  </a:lnTo>
                  <a:lnTo>
                    <a:pt x="1003" y="14"/>
                  </a:lnTo>
                  <a:lnTo>
                    <a:pt x="1006" y="14"/>
                  </a:lnTo>
                  <a:lnTo>
                    <a:pt x="1006" y="14"/>
                  </a:lnTo>
                  <a:lnTo>
                    <a:pt x="1006" y="14"/>
                  </a:lnTo>
                  <a:lnTo>
                    <a:pt x="1008" y="14"/>
                  </a:lnTo>
                  <a:lnTo>
                    <a:pt x="1008" y="12"/>
                  </a:lnTo>
                  <a:lnTo>
                    <a:pt x="1008" y="12"/>
                  </a:lnTo>
                  <a:lnTo>
                    <a:pt x="1008" y="12"/>
                  </a:lnTo>
                  <a:lnTo>
                    <a:pt x="1008" y="12"/>
                  </a:lnTo>
                  <a:lnTo>
                    <a:pt x="1010" y="12"/>
                  </a:lnTo>
                  <a:lnTo>
                    <a:pt x="1010" y="12"/>
                  </a:lnTo>
                  <a:lnTo>
                    <a:pt x="1010" y="10"/>
                  </a:lnTo>
                  <a:lnTo>
                    <a:pt x="1010" y="10"/>
                  </a:lnTo>
                  <a:lnTo>
                    <a:pt x="1010" y="10"/>
                  </a:lnTo>
                  <a:lnTo>
                    <a:pt x="1013" y="10"/>
                  </a:lnTo>
                  <a:lnTo>
                    <a:pt x="1013" y="10"/>
                  </a:lnTo>
                  <a:lnTo>
                    <a:pt x="1013" y="10"/>
                  </a:lnTo>
                  <a:lnTo>
                    <a:pt x="1015" y="10"/>
                  </a:lnTo>
                  <a:lnTo>
                    <a:pt x="1015" y="7"/>
                  </a:lnTo>
                  <a:lnTo>
                    <a:pt x="1015" y="7"/>
                  </a:lnTo>
                  <a:lnTo>
                    <a:pt x="1015" y="7"/>
                  </a:lnTo>
                  <a:lnTo>
                    <a:pt x="1015" y="7"/>
                  </a:lnTo>
                  <a:lnTo>
                    <a:pt x="1017" y="7"/>
                  </a:lnTo>
                  <a:lnTo>
                    <a:pt x="1017" y="7"/>
                  </a:lnTo>
                  <a:lnTo>
                    <a:pt x="1017" y="7"/>
                  </a:lnTo>
                  <a:lnTo>
                    <a:pt x="1020" y="7"/>
                  </a:lnTo>
                  <a:lnTo>
                    <a:pt x="1020" y="7"/>
                  </a:lnTo>
                  <a:lnTo>
                    <a:pt x="1022" y="7"/>
                  </a:lnTo>
                  <a:lnTo>
                    <a:pt x="1022" y="7"/>
                  </a:lnTo>
                  <a:lnTo>
                    <a:pt x="1022" y="7"/>
                  </a:lnTo>
                  <a:lnTo>
                    <a:pt x="1025" y="7"/>
                  </a:lnTo>
                  <a:lnTo>
                    <a:pt x="1025" y="7"/>
                  </a:lnTo>
                  <a:lnTo>
                    <a:pt x="1025" y="5"/>
                  </a:lnTo>
                  <a:lnTo>
                    <a:pt x="1025" y="5"/>
                  </a:lnTo>
                  <a:lnTo>
                    <a:pt x="1027" y="5"/>
                  </a:lnTo>
                  <a:lnTo>
                    <a:pt x="1027" y="5"/>
                  </a:lnTo>
                  <a:lnTo>
                    <a:pt x="1029" y="5"/>
                  </a:lnTo>
                  <a:lnTo>
                    <a:pt x="1029" y="5"/>
                  </a:lnTo>
                  <a:lnTo>
                    <a:pt x="1029" y="5"/>
                  </a:lnTo>
                  <a:lnTo>
                    <a:pt x="1032" y="5"/>
                  </a:lnTo>
                  <a:lnTo>
                    <a:pt x="1032" y="5"/>
                  </a:lnTo>
                  <a:lnTo>
                    <a:pt x="1032" y="5"/>
                  </a:lnTo>
                  <a:lnTo>
                    <a:pt x="1034" y="5"/>
                  </a:lnTo>
                  <a:lnTo>
                    <a:pt x="1034" y="5"/>
                  </a:lnTo>
                  <a:lnTo>
                    <a:pt x="1034" y="5"/>
                  </a:lnTo>
                  <a:lnTo>
                    <a:pt x="1034" y="3"/>
                  </a:lnTo>
                  <a:lnTo>
                    <a:pt x="1036" y="3"/>
                  </a:lnTo>
                  <a:lnTo>
                    <a:pt x="1036" y="3"/>
                  </a:lnTo>
                  <a:lnTo>
                    <a:pt x="1036" y="3"/>
                  </a:lnTo>
                  <a:lnTo>
                    <a:pt x="1039" y="3"/>
                  </a:lnTo>
                  <a:lnTo>
                    <a:pt x="1039" y="3"/>
                  </a:lnTo>
                  <a:lnTo>
                    <a:pt x="1041" y="3"/>
                  </a:lnTo>
                  <a:lnTo>
                    <a:pt x="1041" y="3"/>
                  </a:lnTo>
                  <a:lnTo>
                    <a:pt x="1041" y="3"/>
                  </a:lnTo>
                  <a:lnTo>
                    <a:pt x="1041" y="3"/>
                  </a:lnTo>
                  <a:lnTo>
                    <a:pt x="1044" y="3"/>
                  </a:lnTo>
                  <a:lnTo>
                    <a:pt x="1044" y="3"/>
                  </a:lnTo>
                  <a:lnTo>
                    <a:pt x="1044" y="3"/>
                  </a:lnTo>
                  <a:lnTo>
                    <a:pt x="1046" y="3"/>
                  </a:lnTo>
                  <a:lnTo>
                    <a:pt x="1046" y="3"/>
                  </a:lnTo>
                  <a:lnTo>
                    <a:pt x="1046" y="0"/>
                  </a:lnTo>
                  <a:lnTo>
                    <a:pt x="1048" y="0"/>
                  </a:lnTo>
                  <a:lnTo>
                    <a:pt x="1048" y="0"/>
                  </a:lnTo>
                  <a:lnTo>
                    <a:pt x="1048" y="3"/>
                  </a:lnTo>
                  <a:lnTo>
                    <a:pt x="1048" y="3"/>
                  </a:lnTo>
                  <a:lnTo>
                    <a:pt x="1051" y="3"/>
                  </a:lnTo>
                  <a:lnTo>
                    <a:pt x="1051" y="3"/>
                  </a:lnTo>
                  <a:lnTo>
                    <a:pt x="1051" y="3"/>
                  </a:lnTo>
                  <a:lnTo>
                    <a:pt x="1053" y="3"/>
                  </a:lnTo>
                  <a:lnTo>
                    <a:pt x="1053" y="3"/>
                  </a:lnTo>
                  <a:lnTo>
                    <a:pt x="1055" y="3"/>
                  </a:lnTo>
                  <a:lnTo>
                    <a:pt x="1055" y="3"/>
                  </a:lnTo>
                  <a:lnTo>
                    <a:pt x="1055" y="3"/>
                  </a:lnTo>
                  <a:lnTo>
                    <a:pt x="1058" y="3"/>
                  </a:lnTo>
                  <a:lnTo>
                    <a:pt x="1058" y="3"/>
                  </a:lnTo>
                  <a:lnTo>
                    <a:pt x="1058" y="3"/>
                  </a:lnTo>
                  <a:lnTo>
                    <a:pt x="1060" y="3"/>
                  </a:lnTo>
                  <a:lnTo>
                    <a:pt x="1060" y="0"/>
                  </a:lnTo>
                  <a:lnTo>
                    <a:pt x="1060" y="0"/>
                  </a:lnTo>
                  <a:lnTo>
                    <a:pt x="1062" y="0"/>
                  </a:lnTo>
                  <a:lnTo>
                    <a:pt x="1062" y="0"/>
                  </a:lnTo>
                  <a:lnTo>
                    <a:pt x="1062" y="0"/>
                  </a:lnTo>
                  <a:lnTo>
                    <a:pt x="1065" y="0"/>
                  </a:lnTo>
                  <a:lnTo>
                    <a:pt x="1065" y="0"/>
                  </a:lnTo>
                  <a:lnTo>
                    <a:pt x="1065" y="0"/>
                  </a:lnTo>
                  <a:lnTo>
                    <a:pt x="1065" y="0"/>
                  </a:lnTo>
                  <a:lnTo>
                    <a:pt x="1067" y="0"/>
                  </a:lnTo>
                  <a:lnTo>
                    <a:pt x="1067" y="0"/>
                  </a:lnTo>
                  <a:lnTo>
                    <a:pt x="1070" y="0"/>
                  </a:lnTo>
                  <a:lnTo>
                    <a:pt x="1070" y="0"/>
                  </a:lnTo>
                  <a:lnTo>
                    <a:pt x="1070" y="0"/>
                  </a:lnTo>
                  <a:lnTo>
                    <a:pt x="1072" y="0"/>
                  </a:lnTo>
                  <a:lnTo>
                    <a:pt x="1072" y="0"/>
                  </a:lnTo>
                  <a:lnTo>
                    <a:pt x="1072" y="0"/>
                  </a:lnTo>
                  <a:lnTo>
                    <a:pt x="1072" y="0"/>
                  </a:lnTo>
                  <a:lnTo>
                    <a:pt x="1074" y="0"/>
                  </a:lnTo>
                  <a:lnTo>
                    <a:pt x="1074" y="0"/>
                  </a:lnTo>
                  <a:lnTo>
                    <a:pt x="1074" y="0"/>
                  </a:lnTo>
                  <a:lnTo>
                    <a:pt x="1074" y="0"/>
                  </a:lnTo>
                  <a:lnTo>
                    <a:pt x="1074" y="0"/>
                  </a:lnTo>
                  <a:lnTo>
                    <a:pt x="1077" y="0"/>
                  </a:lnTo>
                  <a:lnTo>
                    <a:pt x="1077" y="0"/>
                  </a:lnTo>
                  <a:lnTo>
                    <a:pt x="1077" y="0"/>
                  </a:lnTo>
                  <a:lnTo>
                    <a:pt x="1077" y="0"/>
                  </a:lnTo>
                  <a:lnTo>
                    <a:pt x="1079" y="0"/>
                  </a:lnTo>
                  <a:lnTo>
                    <a:pt x="1079" y="0"/>
                  </a:lnTo>
                  <a:lnTo>
                    <a:pt x="1081" y="0"/>
                  </a:lnTo>
                  <a:lnTo>
                    <a:pt x="1081" y="3"/>
                  </a:lnTo>
                  <a:lnTo>
                    <a:pt x="1081" y="3"/>
                  </a:lnTo>
                  <a:lnTo>
                    <a:pt x="1081" y="3"/>
                  </a:lnTo>
                  <a:lnTo>
                    <a:pt x="1081" y="3"/>
                  </a:lnTo>
                  <a:lnTo>
                    <a:pt x="1084" y="3"/>
                  </a:lnTo>
                  <a:lnTo>
                    <a:pt x="1084" y="3"/>
                  </a:lnTo>
                  <a:lnTo>
                    <a:pt x="1084" y="5"/>
                  </a:lnTo>
                  <a:lnTo>
                    <a:pt x="1084" y="5"/>
                  </a:lnTo>
                  <a:lnTo>
                    <a:pt x="1086" y="5"/>
                  </a:lnTo>
                  <a:lnTo>
                    <a:pt x="1086" y="5"/>
                  </a:lnTo>
                  <a:lnTo>
                    <a:pt x="1086" y="5"/>
                  </a:lnTo>
                  <a:lnTo>
                    <a:pt x="1086" y="5"/>
                  </a:lnTo>
                  <a:lnTo>
                    <a:pt x="1088" y="5"/>
                  </a:lnTo>
                  <a:lnTo>
                    <a:pt x="1088" y="5"/>
                  </a:lnTo>
                  <a:lnTo>
                    <a:pt x="1088" y="5"/>
                  </a:lnTo>
                  <a:lnTo>
                    <a:pt x="1088" y="5"/>
                  </a:lnTo>
                  <a:lnTo>
                    <a:pt x="1091" y="5"/>
                  </a:lnTo>
                  <a:lnTo>
                    <a:pt x="1091" y="7"/>
                  </a:lnTo>
                  <a:lnTo>
                    <a:pt x="1091" y="7"/>
                  </a:lnTo>
                  <a:lnTo>
                    <a:pt x="1091" y="7"/>
                  </a:lnTo>
                  <a:lnTo>
                    <a:pt x="1091" y="7"/>
                  </a:lnTo>
                  <a:lnTo>
                    <a:pt x="1091" y="10"/>
                  </a:lnTo>
                  <a:lnTo>
                    <a:pt x="1093" y="10"/>
                  </a:lnTo>
                  <a:lnTo>
                    <a:pt x="1093" y="10"/>
                  </a:lnTo>
                  <a:lnTo>
                    <a:pt x="1096" y="10"/>
                  </a:lnTo>
                  <a:lnTo>
                    <a:pt x="1096" y="10"/>
                  </a:lnTo>
                  <a:lnTo>
                    <a:pt x="1096" y="10"/>
                  </a:lnTo>
                  <a:lnTo>
                    <a:pt x="1098" y="10"/>
                  </a:lnTo>
                  <a:lnTo>
                    <a:pt x="1098" y="10"/>
                  </a:lnTo>
                  <a:lnTo>
                    <a:pt x="1098" y="10"/>
                  </a:lnTo>
                  <a:lnTo>
                    <a:pt x="1098" y="10"/>
                  </a:lnTo>
                  <a:lnTo>
                    <a:pt x="1098" y="10"/>
                  </a:lnTo>
                  <a:lnTo>
                    <a:pt x="1100" y="10"/>
                  </a:lnTo>
                  <a:lnTo>
                    <a:pt x="1100" y="10"/>
                  </a:lnTo>
                  <a:lnTo>
                    <a:pt x="1103" y="10"/>
                  </a:lnTo>
                  <a:lnTo>
                    <a:pt x="1103" y="10"/>
                  </a:lnTo>
                  <a:lnTo>
                    <a:pt x="1103" y="10"/>
                  </a:lnTo>
                  <a:lnTo>
                    <a:pt x="1103" y="10"/>
                  </a:lnTo>
                  <a:lnTo>
                    <a:pt x="1103" y="10"/>
                  </a:lnTo>
                  <a:lnTo>
                    <a:pt x="1105" y="10"/>
                  </a:lnTo>
                  <a:lnTo>
                    <a:pt x="1105" y="10"/>
                  </a:lnTo>
                  <a:lnTo>
                    <a:pt x="1107" y="10"/>
                  </a:lnTo>
                  <a:lnTo>
                    <a:pt x="1107" y="10"/>
                  </a:lnTo>
                  <a:lnTo>
                    <a:pt x="1107" y="10"/>
                  </a:lnTo>
                  <a:lnTo>
                    <a:pt x="1110" y="10"/>
                  </a:lnTo>
                  <a:lnTo>
                    <a:pt x="1110" y="10"/>
                  </a:lnTo>
                  <a:lnTo>
                    <a:pt x="1110" y="10"/>
                  </a:lnTo>
                  <a:lnTo>
                    <a:pt x="1110" y="10"/>
                  </a:lnTo>
                  <a:lnTo>
                    <a:pt x="1110" y="10"/>
                  </a:lnTo>
                  <a:lnTo>
                    <a:pt x="1112" y="10"/>
                  </a:lnTo>
                  <a:lnTo>
                    <a:pt x="1112" y="10"/>
                  </a:lnTo>
                  <a:lnTo>
                    <a:pt x="1115" y="10"/>
                  </a:lnTo>
                  <a:lnTo>
                    <a:pt x="1115" y="10"/>
                  </a:lnTo>
                  <a:lnTo>
                    <a:pt x="1115" y="12"/>
                  </a:lnTo>
                  <a:lnTo>
                    <a:pt x="1115" y="12"/>
                  </a:lnTo>
                  <a:lnTo>
                    <a:pt x="1115" y="12"/>
                  </a:lnTo>
                  <a:lnTo>
                    <a:pt x="1117" y="12"/>
                  </a:lnTo>
                  <a:lnTo>
                    <a:pt x="1117" y="12"/>
                  </a:lnTo>
                  <a:lnTo>
                    <a:pt x="1117" y="12"/>
                  </a:lnTo>
                  <a:lnTo>
                    <a:pt x="1117" y="12"/>
                  </a:lnTo>
                  <a:lnTo>
                    <a:pt x="1117" y="12"/>
                  </a:lnTo>
                  <a:lnTo>
                    <a:pt x="1119" y="12"/>
                  </a:lnTo>
                  <a:lnTo>
                    <a:pt x="1119" y="14"/>
                  </a:lnTo>
                  <a:lnTo>
                    <a:pt x="1119" y="14"/>
                  </a:lnTo>
                  <a:lnTo>
                    <a:pt x="1119" y="14"/>
                  </a:lnTo>
                  <a:lnTo>
                    <a:pt x="1119" y="17"/>
                  </a:lnTo>
                  <a:lnTo>
                    <a:pt x="1119" y="17"/>
                  </a:lnTo>
                  <a:lnTo>
                    <a:pt x="1119" y="17"/>
                  </a:lnTo>
                  <a:lnTo>
                    <a:pt x="1119" y="17"/>
                  </a:lnTo>
                  <a:lnTo>
                    <a:pt x="1122" y="17"/>
                  </a:lnTo>
                  <a:lnTo>
                    <a:pt x="1122" y="17"/>
                  </a:lnTo>
                  <a:lnTo>
                    <a:pt x="1122" y="17"/>
                  </a:lnTo>
                  <a:lnTo>
                    <a:pt x="1122" y="17"/>
                  </a:lnTo>
                  <a:lnTo>
                    <a:pt x="1122" y="17"/>
                  </a:lnTo>
                  <a:lnTo>
                    <a:pt x="1124" y="17"/>
                  </a:lnTo>
                  <a:lnTo>
                    <a:pt x="1124" y="19"/>
                  </a:lnTo>
                  <a:lnTo>
                    <a:pt x="1124" y="19"/>
                  </a:lnTo>
                  <a:lnTo>
                    <a:pt x="1124" y="19"/>
                  </a:lnTo>
                  <a:lnTo>
                    <a:pt x="1124" y="19"/>
                  </a:lnTo>
                  <a:lnTo>
                    <a:pt x="1124" y="19"/>
                  </a:lnTo>
                  <a:lnTo>
                    <a:pt x="1126" y="19"/>
                  </a:lnTo>
                  <a:lnTo>
                    <a:pt x="1126" y="19"/>
                  </a:lnTo>
                  <a:lnTo>
                    <a:pt x="1126" y="19"/>
                  </a:lnTo>
                  <a:lnTo>
                    <a:pt x="1129" y="19"/>
                  </a:lnTo>
                  <a:lnTo>
                    <a:pt x="1129" y="19"/>
                  </a:lnTo>
                  <a:lnTo>
                    <a:pt x="1126" y="19"/>
                  </a:lnTo>
                  <a:lnTo>
                    <a:pt x="1126" y="22"/>
                  </a:lnTo>
                  <a:lnTo>
                    <a:pt x="1126" y="22"/>
                  </a:lnTo>
                  <a:lnTo>
                    <a:pt x="1126" y="22"/>
                  </a:lnTo>
                  <a:lnTo>
                    <a:pt x="1124" y="22"/>
                  </a:lnTo>
                  <a:lnTo>
                    <a:pt x="1124" y="24"/>
                  </a:lnTo>
                  <a:lnTo>
                    <a:pt x="1126" y="24"/>
                  </a:lnTo>
                  <a:lnTo>
                    <a:pt x="1126" y="24"/>
                  </a:lnTo>
                  <a:lnTo>
                    <a:pt x="1126" y="24"/>
                  </a:lnTo>
                  <a:lnTo>
                    <a:pt x="1129" y="24"/>
                  </a:lnTo>
                  <a:lnTo>
                    <a:pt x="1129" y="24"/>
                  </a:lnTo>
                  <a:lnTo>
                    <a:pt x="1129" y="24"/>
                  </a:lnTo>
                  <a:lnTo>
                    <a:pt x="1129" y="26"/>
                  </a:lnTo>
                  <a:lnTo>
                    <a:pt x="1131" y="26"/>
                  </a:lnTo>
                  <a:lnTo>
                    <a:pt x="1131" y="26"/>
                  </a:lnTo>
                  <a:lnTo>
                    <a:pt x="1131" y="29"/>
                  </a:lnTo>
                  <a:lnTo>
                    <a:pt x="1131" y="29"/>
                  </a:lnTo>
                  <a:lnTo>
                    <a:pt x="1131" y="29"/>
                  </a:lnTo>
                  <a:lnTo>
                    <a:pt x="1131" y="29"/>
                  </a:lnTo>
                  <a:lnTo>
                    <a:pt x="1133" y="29"/>
                  </a:lnTo>
                  <a:lnTo>
                    <a:pt x="1133" y="29"/>
                  </a:lnTo>
                  <a:lnTo>
                    <a:pt x="1133" y="31"/>
                  </a:lnTo>
                  <a:lnTo>
                    <a:pt x="1133" y="31"/>
                  </a:lnTo>
                  <a:lnTo>
                    <a:pt x="1133" y="31"/>
                  </a:lnTo>
                  <a:lnTo>
                    <a:pt x="1136" y="31"/>
                  </a:lnTo>
                  <a:lnTo>
                    <a:pt x="1136" y="33"/>
                  </a:lnTo>
                  <a:lnTo>
                    <a:pt x="1133" y="33"/>
                  </a:lnTo>
                  <a:lnTo>
                    <a:pt x="1133" y="33"/>
                  </a:lnTo>
                  <a:lnTo>
                    <a:pt x="1131" y="33"/>
                  </a:lnTo>
                  <a:lnTo>
                    <a:pt x="1131" y="33"/>
                  </a:lnTo>
                  <a:lnTo>
                    <a:pt x="1133" y="33"/>
                  </a:lnTo>
                  <a:lnTo>
                    <a:pt x="1133" y="36"/>
                  </a:lnTo>
                  <a:lnTo>
                    <a:pt x="1133" y="36"/>
                  </a:lnTo>
                  <a:lnTo>
                    <a:pt x="1136" y="36"/>
                  </a:lnTo>
                  <a:lnTo>
                    <a:pt x="1136" y="36"/>
                  </a:lnTo>
                  <a:lnTo>
                    <a:pt x="1136" y="36"/>
                  </a:lnTo>
                  <a:lnTo>
                    <a:pt x="1136" y="36"/>
                  </a:lnTo>
                  <a:lnTo>
                    <a:pt x="1138" y="36"/>
                  </a:lnTo>
                  <a:lnTo>
                    <a:pt x="1138" y="38"/>
                  </a:lnTo>
                  <a:lnTo>
                    <a:pt x="1138" y="38"/>
                  </a:lnTo>
                  <a:lnTo>
                    <a:pt x="1136" y="38"/>
                  </a:lnTo>
                  <a:lnTo>
                    <a:pt x="1136" y="38"/>
                  </a:lnTo>
                  <a:lnTo>
                    <a:pt x="1136" y="38"/>
                  </a:lnTo>
                  <a:lnTo>
                    <a:pt x="1136" y="41"/>
                  </a:lnTo>
                  <a:lnTo>
                    <a:pt x="1136" y="41"/>
                  </a:lnTo>
                  <a:lnTo>
                    <a:pt x="1136" y="41"/>
                  </a:lnTo>
                  <a:lnTo>
                    <a:pt x="1138" y="41"/>
                  </a:lnTo>
                  <a:lnTo>
                    <a:pt x="1138" y="43"/>
                  </a:lnTo>
                  <a:lnTo>
                    <a:pt x="1138" y="43"/>
                  </a:lnTo>
                  <a:lnTo>
                    <a:pt x="1138" y="43"/>
                  </a:lnTo>
                  <a:lnTo>
                    <a:pt x="1138" y="45"/>
                  </a:lnTo>
                  <a:lnTo>
                    <a:pt x="1141" y="45"/>
                  </a:lnTo>
                  <a:lnTo>
                    <a:pt x="1141" y="45"/>
                  </a:lnTo>
                  <a:lnTo>
                    <a:pt x="1141" y="45"/>
                  </a:lnTo>
                  <a:lnTo>
                    <a:pt x="1141" y="48"/>
                  </a:lnTo>
                  <a:lnTo>
                    <a:pt x="1141" y="48"/>
                  </a:lnTo>
                  <a:lnTo>
                    <a:pt x="1141" y="48"/>
                  </a:lnTo>
                  <a:lnTo>
                    <a:pt x="1143" y="48"/>
                  </a:lnTo>
                  <a:lnTo>
                    <a:pt x="1143" y="50"/>
                  </a:lnTo>
                  <a:lnTo>
                    <a:pt x="1141" y="50"/>
                  </a:lnTo>
                  <a:lnTo>
                    <a:pt x="1141" y="50"/>
                  </a:lnTo>
                  <a:lnTo>
                    <a:pt x="1143" y="50"/>
                  </a:lnTo>
                  <a:lnTo>
                    <a:pt x="1143" y="50"/>
                  </a:lnTo>
                  <a:lnTo>
                    <a:pt x="1143" y="50"/>
                  </a:lnTo>
                  <a:lnTo>
                    <a:pt x="1143" y="50"/>
                  </a:lnTo>
                  <a:lnTo>
                    <a:pt x="1143" y="52"/>
                  </a:lnTo>
                  <a:lnTo>
                    <a:pt x="1143" y="52"/>
                  </a:lnTo>
                  <a:lnTo>
                    <a:pt x="1143" y="52"/>
                  </a:lnTo>
                  <a:lnTo>
                    <a:pt x="1143" y="55"/>
                  </a:lnTo>
                  <a:lnTo>
                    <a:pt x="1143" y="55"/>
                  </a:lnTo>
                  <a:lnTo>
                    <a:pt x="1145" y="55"/>
                  </a:lnTo>
                  <a:lnTo>
                    <a:pt x="1145" y="55"/>
                  </a:lnTo>
                  <a:lnTo>
                    <a:pt x="1145" y="55"/>
                  </a:lnTo>
                  <a:lnTo>
                    <a:pt x="1145" y="57"/>
                  </a:lnTo>
                  <a:lnTo>
                    <a:pt x="1148" y="57"/>
                  </a:lnTo>
                  <a:lnTo>
                    <a:pt x="1148" y="57"/>
                  </a:lnTo>
                  <a:lnTo>
                    <a:pt x="1148" y="59"/>
                  </a:lnTo>
                  <a:lnTo>
                    <a:pt x="1145" y="59"/>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233"/>
            <p:cNvSpPr>
              <a:spLocks/>
            </p:cNvSpPr>
            <p:nvPr/>
          </p:nvSpPr>
          <p:spPr bwMode="auto">
            <a:xfrm>
              <a:off x="3825875" y="2214563"/>
              <a:ext cx="2084388" cy="1343025"/>
            </a:xfrm>
            <a:custGeom>
              <a:avLst/>
              <a:gdLst/>
              <a:ahLst/>
              <a:cxnLst>
                <a:cxn ang="0">
                  <a:pos x="1200" y="105"/>
                </a:cxn>
                <a:cxn ang="0">
                  <a:pos x="1254" y="147"/>
                </a:cxn>
                <a:cxn ang="0">
                  <a:pos x="1306" y="157"/>
                </a:cxn>
                <a:cxn ang="0">
                  <a:pos x="1259" y="209"/>
                </a:cxn>
                <a:cxn ang="0">
                  <a:pos x="1223" y="273"/>
                </a:cxn>
                <a:cxn ang="0">
                  <a:pos x="1176" y="292"/>
                </a:cxn>
                <a:cxn ang="0">
                  <a:pos x="1117" y="325"/>
                </a:cxn>
                <a:cxn ang="0">
                  <a:pos x="1055" y="356"/>
                </a:cxn>
                <a:cxn ang="0">
                  <a:pos x="1025" y="353"/>
                </a:cxn>
                <a:cxn ang="0">
                  <a:pos x="1001" y="341"/>
                </a:cxn>
                <a:cxn ang="0">
                  <a:pos x="951" y="387"/>
                </a:cxn>
                <a:cxn ang="0">
                  <a:pos x="1013" y="396"/>
                </a:cxn>
                <a:cxn ang="0">
                  <a:pos x="1044" y="422"/>
                </a:cxn>
                <a:cxn ang="0">
                  <a:pos x="982" y="469"/>
                </a:cxn>
                <a:cxn ang="0">
                  <a:pos x="1029" y="543"/>
                </a:cxn>
                <a:cxn ang="0">
                  <a:pos x="1008" y="590"/>
                </a:cxn>
                <a:cxn ang="0">
                  <a:pos x="1036" y="607"/>
                </a:cxn>
                <a:cxn ang="0">
                  <a:pos x="1015" y="652"/>
                </a:cxn>
                <a:cxn ang="0">
                  <a:pos x="991" y="709"/>
                </a:cxn>
                <a:cxn ang="0">
                  <a:pos x="965" y="740"/>
                </a:cxn>
                <a:cxn ang="0">
                  <a:pos x="913" y="780"/>
                </a:cxn>
                <a:cxn ang="0">
                  <a:pos x="861" y="792"/>
                </a:cxn>
                <a:cxn ang="0">
                  <a:pos x="809" y="815"/>
                </a:cxn>
                <a:cxn ang="0">
                  <a:pos x="776" y="827"/>
                </a:cxn>
                <a:cxn ang="0">
                  <a:pos x="719" y="804"/>
                </a:cxn>
                <a:cxn ang="0">
                  <a:pos x="665" y="780"/>
                </a:cxn>
                <a:cxn ang="0">
                  <a:pos x="603" y="789"/>
                </a:cxn>
                <a:cxn ang="0">
                  <a:pos x="570" y="811"/>
                </a:cxn>
                <a:cxn ang="0">
                  <a:pos x="544" y="749"/>
                </a:cxn>
                <a:cxn ang="0">
                  <a:pos x="532" y="706"/>
                </a:cxn>
                <a:cxn ang="0">
                  <a:pos x="516" y="635"/>
                </a:cxn>
                <a:cxn ang="0">
                  <a:pos x="475" y="619"/>
                </a:cxn>
                <a:cxn ang="0">
                  <a:pos x="404" y="650"/>
                </a:cxn>
                <a:cxn ang="0">
                  <a:pos x="338" y="652"/>
                </a:cxn>
                <a:cxn ang="0">
                  <a:pos x="279" y="650"/>
                </a:cxn>
                <a:cxn ang="0">
                  <a:pos x="225" y="616"/>
                </a:cxn>
                <a:cxn ang="0">
                  <a:pos x="156" y="590"/>
                </a:cxn>
                <a:cxn ang="0">
                  <a:pos x="104" y="538"/>
                </a:cxn>
                <a:cxn ang="0">
                  <a:pos x="125" y="496"/>
                </a:cxn>
                <a:cxn ang="0">
                  <a:pos x="111" y="448"/>
                </a:cxn>
                <a:cxn ang="0">
                  <a:pos x="49" y="429"/>
                </a:cxn>
                <a:cxn ang="0">
                  <a:pos x="21" y="379"/>
                </a:cxn>
                <a:cxn ang="0">
                  <a:pos x="30" y="332"/>
                </a:cxn>
                <a:cxn ang="0">
                  <a:pos x="99" y="315"/>
                </a:cxn>
                <a:cxn ang="0">
                  <a:pos x="151" y="266"/>
                </a:cxn>
                <a:cxn ang="0">
                  <a:pos x="168" y="211"/>
                </a:cxn>
                <a:cxn ang="0">
                  <a:pos x="210" y="164"/>
                </a:cxn>
                <a:cxn ang="0">
                  <a:pos x="272" y="128"/>
                </a:cxn>
                <a:cxn ang="0">
                  <a:pos x="329" y="138"/>
                </a:cxn>
                <a:cxn ang="0">
                  <a:pos x="369" y="199"/>
                </a:cxn>
                <a:cxn ang="0">
                  <a:pos x="452" y="232"/>
                </a:cxn>
                <a:cxn ang="0">
                  <a:pos x="520" y="275"/>
                </a:cxn>
                <a:cxn ang="0">
                  <a:pos x="620" y="289"/>
                </a:cxn>
                <a:cxn ang="0">
                  <a:pos x="707" y="287"/>
                </a:cxn>
                <a:cxn ang="0">
                  <a:pos x="797" y="266"/>
                </a:cxn>
                <a:cxn ang="0">
                  <a:pos x="840" y="218"/>
                </a:cxn>
                <a:cxn ang="0">
                  <a:pos x="918" y="190"/>
                </a:cxn>
                <a:cxn ang="0">
                  <a:pos x="991" y="176"/>
                </a:cxn>
                <a:cxn ang="0">
                  <a:pos x="935" y="147"/>
                </a:cxn>
                <a:cxn ang="0">
                  <a:pos x="923" y="97"/>
                </a:cxn>
                <a:cxn ang="0">
                  <a:pos x="987" y="67"/>
                </a:cxn>
                <a:cxn ang="0">
                  <a:pos x="1017" y="7"/>
                </a:cxn>
                <a:cxn ang="0">
                  <a:pos x="1110" y="10"/>
                </a:cxn>
              </a:cxnLst>
              <a:rect l="0" t="0" r="r" b="b"/>
              <a:pathLst>
                <a:path w="1313" h="846">
                  <a:moveTo>
                    <a:pt x="1145" y="59"/>
                  </a:moveTo>
                  <a:lnTo>
                    <a:pt x="1145" y="59"/>
                  </a:lnTo>
                  <a:lnTo>
                    <a:pt x="1145" y="59"/>
                  </a:lnTo>
                  <a:lnTo>
                    <a:pt x="1145" y="62"/>
                  </a:lnTo>
                  <a:lnTo>
                    <a:pt x="1145" y="62"/>
                  </a:lnTo>
                  <a:lnTo>
                    <a:pt x="1145" y="64"/>
                  </a:lnTo>
                  <a:lnTo>
                    <a:pt x="1148" y="64"/>
                  </a:lnTo>
                  <a:lnTo>
                    <a:pt x="1148" y="64"/>
                  </a:lnTo>
                  <a:lnTo>
                    <a:pt x="1148" y="64"/>
                  </a:lnTo>
                  <a:lnTo>
                    <a:pt x="1148" y="64"/>
                  </a:lnTo>
                  <a:lnTo>
                    <a:pt x="1148" y="67"/>
                  </a:lnTo>
                  <a:lnTo>
                    <a:pt x="1150" y="67"/>
                  </a:lnTo>
                  <a:lnTo>
                    <a:pt x="1150" y="67"/>
                  </a:lnTo>
                  <a:lnTo>
                    <a:pt x="1150" y="67"/>
                  </a:lnTo>
                  <a:lnTo>
                    <a:pt x="1150" y="67"/>
                  </a:lnTo>
                  <a:lnTo>
                    <a:pt x="1150" y="69"/>
                  </a:lnTo>
                  <a:lnTo>
                    <a:pt x="1150" y="69"/>
                  </a:lnTo>
                  <a:lnTo>
                    <a:pt x="1152" y="69"/>
                  </a:lnTo>
                  <a:lnTo>
                    <a:pt x="1152" y="69"/>
                  </a:lnTo>
                  <a:lnTo>
                    <a:pt x="1152" y="69"/>
                  </a:lnTo>
                  <a:lnTo>
                    <a:pt x="1152" y="71"/>
                  </a:lnTo>
                  <a:lnTo>
                    <a:pt x="1155" y="71"/>
                  </a:lnTo>
                  <a:lnTo>
                    <a:pt x="1155" y="71"/>
                  </a:lnTo>
                  <a:lnTo>
                    <a:pt x="1155" y="74"/>
                  </a:lnTo>
                  <a:lnTo>
                    <a:pt x="1155" y="74"/>
                  </a:lnTo>
                  <a:lnTo>
                    <a:pt x="1155" y="74"/>
                  </a:lnTo>
                  <a:lnTo>
                    <a:pt x="1155" y="76"/>
                  </a:lnTo>
                  <a:lnTo>
                    <a:pt x="1155" y="76"/>
                  </a:lnTo>
                  <a:lnTo>
                    <a:pt x="1155" y="76"/>
                  </a:lnTo>
                  <a:lnTo>
                    <a:pt x="1155" y="76"/>
                  </a:lnTo>
                  <a:lnTo>
                    <a:pt x="1155" y="78"/>
                  </a:lnTo>
                  <a:lnTo>
                    <a:pt x="1155" y="78"/>
                  </a:lnTo>
                  <a:lnTo>
                    <a:pt x="1155" y="78"/>
                  </a:lnTo>
                  <a:lnTo>
                    <a:pt x="1155" y="78"/>
                  </a:lnTo>
                  <a:lnTo>
                    <a:pt x="1155" y="78"/>
                  </a:lnTo>
                  <a:lnTo>
                    <a:pt x="1155" y="78"/>
                  </a:lnTo>
                  <a:lnTo>
                    <a:pt x="1155" y="81"/>
                  </a:lnTo>
                  <a:lnTo>
                    <a:pt x="1155" y="81"/>
                  </a:lnTo>
                  <a:lnTo>
                    <a:pt x="1155" y="81"/>
                  </a:lnTo>
                  <a:lnTo>
                    <a:pt x="1155" y="83"/>
                  </a:lnTo>
                  <a:lnTo>
                    <a:pt x="1155" y="83"/>
                  </a:lnTo>
                  <a:lnTo>
                    <a:pt x="1157" y="83"/>
                  </a:lnTo>
                  <a:lnTo>
                    <a:pt x="1157" y="83"/>
                  </a:lnTo>
                  <a:lnTo>
                    <a:pt x="1157" y="83"/>
                  </a:lnTo>
                  <a:lnTo>
                    <a:pt x="1157" y="83"/>
                  </a:lnTo>
                  <a:lnTo>
                    <a:pt x="1159" y="83"/>
                  </a:lnTo>
                  <a:lnTo>
                    <a:pt x="1159" y="83"/>
                  </a:lnTo>
                  <a:lnTo>
                    <a:pt x="1159" y="86"/>
                  </a:lnTo>
                  <a:lnTo>
                    <a:pt x="1159" y="86"/>
                  </a:lnTo>
                  <a:lnTo>
                    <a:pt x="1159" y="88"/>
                  </a:lnTo>
                  <a:lnTo>
                    <a:pt x="1159" y="88"/>
                  </a:lnTo>
                  <a:lnTo>
                    <a:pt x="1159" y="88"/>
                  </a:lnTo>
                  <a:lnTo>
                    <a:pt x="1157" y="88"/>
                  </a:lnTo>
                  <a:lnTo>
                    <a:pt x="1157" y="88"/>
                  </a:lnTo>
                  <a:lnTo>
                    <a:pt x="1157" y="90"/>
                  </a:lnTo>
                  <a:lnTo>
                    <a:pt x="1157" y="90"/>
                  </a:lnTo>
                  <a:lnTo>
                    <a:pt x="1159" y="90"/>
                  </a:lnTo>
                  <a:lnTo>
                    <a:pt x="1159" y="93"/>
                  </a:lnTo>
                  <a:lnTo>
                    <a:pt x="1159" y="93"/>
                  </a:lnTo>
                  <a:lnTo>
                    <a:pt x="1159" y="95"/>
                  </a:lnTo>
                  <a:lnTo>
                    <a:pt x="1159" y="95"/>
                  </a:lnTo>
                  <a:lnTo>
                    <a:pt x="1159" y="95"/>
                  </a:lnTo>
                  <a:lnTo>
                    <a:pt x="1162" y="95"/>
                  </a:lnTo>
                  <a:lnTo>
                    <a:pt x="1162" y="95"/>
                  </a:lnTo>
                  <a:lnTo>
                    <a:pt x="1162" y="97"/>
                  </a:lnTo>
                  <a:lnTo>
                    <a:pt x="1162" y="97"/>
                  </a:lnTo>
                  <a:lnTo>
                    <a:pt x="1162" y="97"/>
                  </a:lnTo>
                  <a:lnTo>
                    <a:pt x="1162" y="97"/>
                  </a:lnTo>
                  <a:lnTo>
                    <a:pt x="1164" y="97"/>
                  </a:lnTo>
                  <a:lnTo>
                    <a:pt x="1164" y="100"/>
                  </a:lnTo>
                  <a:lnTo>
                    <a:pt x="1164" y="100"/>
                  </a:lnTo>
                  <a:lnTo>
                    <a:pt x="1164" y="100"/>
                  </a:lnTo>
                  <a:lnTo>
                    <a:pt x="1164" y="100"/>
                  </a:lnTo>
                  <a:lnTo>
                    <a:pt x="1167" y="100"/>
                  </a:lnTo>
                  <a:lnTo>
                    <a:pt x="1167" y="100"/>
                  </a:lnTo>
                  <a:lnTo>
                    <a:pt x="1169" y="100"/>
                  </a:lnTo>
                  <a:lnTo>
                    <a:pt x="1169" y="100"/>
                  </a:lnTo>
                  <a:lnTo>
                    <a:pt x="1169" y="100"/>
                  </a:lnTo>
                  <a:lnTo>
                    <a:pt x="1169" y="102"/>
                  </a:lnTo>
                  <a:lnTo>
                    <a:pt x="1171" y="102"/>
                  </a:lnTo>
                  <a:lnTo>
                    <a:pt x="1171" y="102"/>
                  </a:lnTo>
                  <a:lnTo>
                    <a:pt x="1171" y="102"/>
                  </a:lnTo>
                  <a:lnTo>
                    <a:pt x="1174" y="102"/>
                  </a:lnTo>
                  <a:lnTo>
                    <a:pt x="1174" y="102"/>
                  </a:lnTo>
                  <a:lnTo>
                    <a:pt x="1174" y="102"/>
                  </a:lnTo>
                  <a:lnTo>
                    <a:pt x="1176" y="102"/>
                  </a:lnTo>
                  <a:lnTo>
                    <a:pt x="1176" y="102"/>
                  </a:lnTo>
                  <a:lnTo>
                    <a:pt x="1176" y="102"/>
                  </a:lnTo>
                  <a:lnTo>
                    <a:pt x="1176" y="100"/>
                  </a:lnTo>
                  <a:lnTo>
                    <a:pt x="1176" y="100"/>
                  </a:lnTo>
                  <a:lnTo>
                    <a:pt x="1178" y="100"/>
                  </a:lnTo>
                  <a:lnTo>
                    <a:pt x="1178" y="100"/>
                  </a:lnTo>
                  <a:lnTo>
                    <a:pt x="1181" y="100"/>
                  </a:lnTo>
                  <a:lnTo>
                    <a:pt x="1181" y="100"/>
                  </a:lnTo>
                  <a:lnTo>
                    <a:pt x="1181" y="100"/>
                  </a:lnTo>
                  <a:lnTo>
                    <a:pt x="1183" y="100"/>
                  </a:lnTo>
                  <a:lnTo>
                    <a:pt x="1183" y="100"/>
                  </a:lnTo>
                  <a:lnTo>
                    <a:pt x="1183" y="100"/>
                  </a:lnTo>
                  <a:lnTo>
                    <a:pt x="1186" y="100"/>
                  </a:lnTo>
                  <a:lnTo>
                    <a:pt x="1186" y="100"/>
                  </a:lnTo>
                  <a:lnTo>
                    <a:pt x="1186" y="102"/>
                  </a:lnTo>
                  <a:lnTo>
                    <a:pt x="1186" y="102"/>
                  </a:lnTo>
                  <a:lnTo>
                    <a:pt x="1186" y="102"/>
                  </a:lnTo>
                  <a:lnTo>
                    <a:pt x="1186" y="105"/>
                  </a:lnTo>
                  <a:lnTo>
                    <a:pt x="1186" y="105"/>
                  </a:lnTo>
                  <a:lnTo>
                    <a:pt x="1188" y="105"/>
                  </a:lnTo>
                  <a:lnTo>
                    <a:pt x="1188" y="102"/>
                  </a:lnTo>
                  <a:lnTo>
                    <a:pt x="1188" y="102"/>
                  </a:lnTo>
                  <a:lnTo>
                    <a:pt x="1188" y="105"/>
                  </a:lnTo>
                  <a:lnTo>
                    <a:pt x="1188" y="105"/>
                  </a:lnTo>
                  <a:lnTo>
                    <a:pt x="1190" y="105"/>
                  </a:lnTo>
                  <a:lnTo>
                    <a:pt x="1190" y="105"/>
                  </a:lnTo>
                  <a:lnTo>
                    <a:pt x="1190" y="105"/>
                  </a:lnTo>
                  <a:lnTo>
                    <a:pt x="1190" y="105"/>
                  </a:lnTo>
                  <a:lnTo>
                    <a:pt x="1190" y="107"/>
                  </a:lnTo>
                  <a:lnTo>
                    <a:pt x="1193" y="107"/>
                  </a:lnTo>
                  <a:lnTo>
                    <a:pt x="1193" y="107"/>
                  </a:lnTo>
                  <a:lnTo>
                    <a:pt x="1193" y="107"/>
                  </a:lnTo>
                  <a:lnTo>
                    <a:pt x="1193" y="107"/>
                  </a:lnTo>
                  <a:lnTo>
                    <a:pt x="1195" y="107"/>
                  </a:lnTo>
                  <a:lnTo>
                    <a:pt x="1195" y="107"/>
                  </a:lnTo>
                  <a:lnTo>
                    <a:pt x="1195" y="105"/>
                  </a:lnTo>
                  <a:lnTo>
                    <a:pt x="1195" y="105"/>
                  </a:lnTo>
                  <a:lnTo>
                    <a:pt x="1195" y="107"/>
                  </a:lnTo>
                  <a:lnTo>
                    <a:pt x="1197" y="107"/>
                  </a:lnTo>
                  <a:lnTo>
                    <a:pt x="1197" y="107"/>
                  </a:lnTo>
                  <a:lnTo>
                    <a:pt x="1197" y="107"/>
                  </a:lnTo>
                  <a:lnTo>
                    <a:pt x="1197" y="105"/>
                  </a:lnTo>
                  <a:lnTo>
                    <a:pt x="1200" y="105"/>
                  </a:lnTo>
                  <a:lnTo>
                    <a:pt x="1200" y="105"/>
                  </a:lnTo>
                  <a:lnTo>
                    <a:pt x="1202" y="105"/>
                  </a:lnTo>
                  <a:lnTo>
                    <a:pt x="1202" y="105"/>
                  </a:lnTo>
                  <a:lnTo>
                    <a:pt x="1202" y="107"/>
                  </a:lnTo>
                  <a:lnTo>
                    <a:pt x="1202" y="107"/>
                  </a:lnTo>
                  <a:lnTo>
                    <a:pt x="1202" y="109"/>
                  </a:lnTo>
                  <a:lnTo>
                    <a:pt x="1202" y="109"/>
                  </a:lnTo>
                  <a:lnTo>
                    <a:pt x="1204" y="109"/>
                  </a:lnTo>
                  <a:lnTo>
                    <a:pt x="1204" y="109"/>
                  </a:lnTo>
                  <a:lnTo>
                    <a:pt x="1204" y="109"/>
                  </a:lnTo>
                  <a:lnTo>
                    <a:pt x="1204" y="109"/>
                  </a:lnTo>
                  <a:lnTo>
                    <a:pt x="1207" y="109"/>
                  </a:lnTo>
                  <a:lnTo>
                    <a:pt x="1207" y="109"/>
                  </a:lnTo>
                  <a:lnTo>
                    <a:pt x="1207" y="112"/>
                  </a:lnTo>
                  <a:lnTo>
                    <a:pt x="1207" y="112"/>
                  </a:lnTo>
                  <a:lnTo>
                    <a:pt x="1209" y="112"/>
                  </a:lnTo>
                  <a:lnTo>
                    <a:pt x="1209" y="112"/>
                  </a:lnTo>
                  <a:lnTo>
                    <a:pt x="1209" y="112"/>
                  </a:lnTo>
                  <a:lnTo>
                    <a:pt x="1209" y="114"/>
                  </a:lnTo>
                  <a:lnTo>
                    <a:pt x="1209" y="114"/>
                  </a:lnTo>
                  <a:lnTo>
                    <a:pt x="1209" y="114"/>
                  </a:lnTo>
                  <a:lnTo>
                    <a:pt x="1212" y="114"/>
                  </a:lnTo>
                  <a:lnTo>
                    <a:pt x="1212" y="116"/>
                  </a:lnTo>
                  <a:lnTo>
                    <a:pt x="1212" y="116"/>
                  </a:lnTo>
                  <a:lnTo>
                    <a:pt x="1214" y="116"/>
                  </a:lnTo>
                  <a:lnTo>
                    <a:pt x="1214" y="116"/>
                  </a:lnTo>
                  <a:lnTo>
                    <a:pt x="1214" y="116"/>
                  </a:lnTo>
                  <a:lnTo>
                    <a:pt x="1214" y="116"/>
                  </a:lnTo>
                  <a:lnTo>
                    <a:pt x="1214" y="119"/>
                  </a:lnTo>
                  <a:lnTo>
                    <a:pt x="1216" y="119"/>
                  </a:lnTo>
                  <a:lnTo>
                    <a:pt x="1216" y="119"/>
                  </a:lnTo>
                  <a:lnTo>
                    <a:pt x="1216" y="119"/>
                  </a:lnTo>
                  <a:lnTo>
                    <a:pt x="1216" y="119"/>
                  </a:lnTo>
                  <a:lnTo>
                    <a:pt x="1219" y="119"/>
                  </a:lnTo>
                  <a:lnTo>
                    <a:pt x="1219" y="119"/>
                  </a:lnTo>
                  <a:lnTo>
                    <a:pt x="1221" y="119"/>
                  </a:lnTo>
                  <a:lnTo>
                    <a:pt x="1221" y="119"/>
                  </a:lnTo>
                  <a:lnTo>
                    <a:pt x="1221" y="119"/>
                  </a:lnTo>
                  <a:lnTo>
                    <a:pt x="1221" y="119"/>
                  </a:lnTo>
                  <a:lnTo>
                    <a:pt x="1221" y="119"/>
                  </a:lnTo>
                  <a:lnTo>
                    <a:pt x="1223" y="119"/>
                  </a:lnTo>
                  <a:lnTo>
                    <a:pt x="1223" y="119"/>
                  </a:lnTo>
                  <a:lnTo>
                    <a:pt x="1223" y="119"/>
                  </a:lnTo>
                  <a:lnTo>
                    <a:pt x="1223" y="119"/>
                  </a:lnTo>
                  <a:lnTo>
                    <a:pt x="1223" y="119"/>
                  </a:lnTo>
                  <a:lnTo>
                    <a:pt x="1226" y="119"/>
                  </a:lnTo>
                  <a:lnTo>
                    <a:pt x="1226" y="119"/>
                  </a:lnTo>
                  <a:lnTo>
                    <a:pt x="1226" y="119"/>
                  </a:lnTo>
                  <a:lnTo>
                    <a:pt x="1226" y="119"/>
                  </a:lnTo>
                  <a:lnTo>
                    <a:pt x="1226" y="121"/>
                  </a:lnTo>
                  <a:lnTo>
                    <a:pt x="1226" y="121"/>
                  </a:lnTo>
                  <a:lnTo>
                    <a:pt x="1223" y="121"/>
                  </a:lnTo>
                  <a:lnTo>
                    <a:pt x="1223" y="123"/>
                  </a:lnTo>
                  <a:lnTo>
                    <a:pt x="1223" y="123"/>
                  </a:lnTo>
                  <a:lnTo>
                    <a:pt x="1223" y="123"/>
                  </a:lnTo>
                  <a:lnTo>
                    <a:pt x="1223" y="126"/>
                  </a:lnTo>
                  <a:lnTo>
                    <a:pt x="1223" y="126"/>
                  </a:lnTo>
                  <a:lnTo>
                    <a:pt x="1223" y="126"/>
                  </a:lnTo>
                  <a:lnTo>
                    <a:pt x="1223" y="128"/>
                  </a:lnTo>
                  <a:lnTo>
                    <a:pt x="1223" y="128"/>
                  </a:lnTo>
                  <a:lnTo>
                    <a:pt x="1226" y="128"/>
                  </a:lnTo>
                  <a:lnTo>
                    <a:pt x="1226" y="128"/>
                  </a:lnTo>
                  <a:lnTo>
                    <a:pt x="1228" y="128"/>
                  </a:lnTo>
                  <a:lnTo>
                    <a:pt x="1228" y="128"/>
                  </a:lnTo>
                  <a:lnTo>
                    <a:pt x="1228" y="128"/>
                  </a:lnTo>
                  <a:lnTo>
                    <a:pt x="1228" y="131"/>
                  </a:lnTo>
                  <a:lnTo>
                    <a:pt x="1228" y="131"/>
                  </a:lnTo>
                  <a:lnTo>
                    <a:pt x="1228" y="131"/>
                  </a:lnTo>
                  <a:lnTo>
                    <a:pt x="1228" y="133"/>
                  </a:lnTo>
                  <a:lnTo>
                    <a:pt x="1231" y="133"/>
                  </a:lnTo>
                  <a:lnTo>
                    <a:pt x="1231" y="133"/>
                  </a:lnTo>
                  <a:lnTo>
                    <a:pt x="1228" y="133"/>
                  </a:lnTo>
                  <a:lnTo>
                    <a:pt x="1228" y="135"/>
                  </a:lnTo>
                  <a:lnTo>
                    <a:pt x="1228" y="135"/>
                  </a:lnTo>
                  <a:lnTo>
                    <a:pt x="1228" y="135"/>
                  </a:lnTo>
                  <a:lnTo>
                    <a:pt x="1228" y="138"/>
                  </a:lnTo>
                  <a:lnTo>
                    <a:pt x="1228" y="138"/>
                  </a:lnTo>
                  <a:lnTo>
                    <a:pt x="1228" y="138"/>
                  </a:lnTo>
                  <a:lnTo>
                    <a:pt x="1226" y="138"/>
                  </a:lnTo>
                  <a:lnTo>
                    <a:pt x="1226" y="138"/>
                  </a:lnTo>
                  <a:lnTo>
                    <a:pt x="1226" y="140"/>
                  </a:lnTo>
                  <a:lnTo>
                    <a:pt x="1228" y="140"/>
                  </a:lnTo>
                  <a:lnTo>
                    <a:pt x="1228" y="140"/>
                  </a:lnTo>
                  <a:lnTo>
                    <a:pt x="1228" y="140"/>
                  </a:lnTo>
                  <a:lnTo>
                    <a:pt x="1228" y="140"/>
                  </a:lnTo>
                  <a:lnTo>
                    <a:pt x="1228" y="142"/>
                  </a:lnTo>
                  <a:lnTo>
                    <a:pt x="1231" y="142"/>
                  </a:lnTo>
                  <a:lnTo>
                    <a:pt x="1231" y="142"/>
                  </a:lnTo>
                  <a:lnTo>
                    <a:pt x="1231" y="142"/>
                  </a:lnTo>
                  <a:lnTo>
                    <a:pt x="1231" y="145"/>
                  </a:lnTo>
                  <a:lnTo>
                    <a:pt x="1231" y="145"/>
                  </a:lnTo>
                  <a:lnTo>
                    <a:pt x="1231" y="145"/>
                  </a:lnTo>
                  <a:lnTo>
                    <a:pt x="1233" y="145"/>
                  </a:lnTo>
                  <a:lnTo>
                    <a:pt x="1233" y="147"/>
                  </a:lnTo>
                  <a:lnTo>
                    <a:pt x="1233" y="147"/>
                  </a:lnTo>
                  <a:lnTo>
                    <a:pt x="1233" y="147"/>
                  </a:lnTo>
                  <a:lnTo>
                    <a:pt x="1233" y="147"/>
                  </a:lnTo>
                  <a:lnTo>
                    <a:pt x="1233" y="150"/>
                  </a:lnTo>
                  <a:lnTo>
                    <a:pt x="1235" y="150"/>
                  </a:lnTo>
                  <a:lnTo>
                    <a:pt x="1235" y="150"/>
                  </a:lnTo>
                  <a:lnTo>
                    <a:pt x="1235" y="150"/>
                  </a:lnTo>
                  <a:lnTo>
                    <a:pt x="1235" y="147"/>
                  </a:lnTo>
                  <a:lnTo>
                    <a:pt x="1238" y="147"/>
                  </a:lnTo>
                  <a:lnTo>
                    <a:pt x="1238" y="147"/>
                  </a:lnTo>
                  <a:lnTo>
                    <a:pt x="1238" y="147"/>
                  </a:lnTo>
                  <a:lnTo>
                    <a:pt x="1238" y="147"/>
                  </a:lnTo>
                  <a:lnTo>
                    <a:pt x="1240" y="147"/>
                  </a:lnTo>
                  <a:lnTo>
                    <a:pt x="1240" y="147"/>
                  </a:lnTo>
                  <a:lnTo>
                    <a:pt x="1240" y="147"/>
                  </a:lnTo>
                  <a:lnTo>
                    <a:pt x="1242" y="147"/>
                  </a:lnTo>
                  <a:lnTo>
                    <a:pt x="1242" y="147"/>
                  </a:lnTo>
                  <a:lnTo>
                    <a:pt x="1242" y="147"/>
                  </a:lnTo>
                  <a:lnTo>
                    <a:pt x="1242" y="147"/>
                  </a:lnTo>
                  <a:lnTo>
                    <a:pt x="1245" y="147"/>
                  </a:lnTo>
                  <a:lnTo>
                    <a:pt x="1245" y="147"/>
                  </a:lnTo>
                  <a:lnTo>
                    <a:pt x="1245" y="147"/>
                  </a:lnTo>
                  <a:lnTo>
                    <a:pt x="1245" y="150"/>
                  </a:lnTo>
                  <a:lnTo>
                    <a:pt x="1247" y="150"/>
                  </a:lnTo>
                  <a:lnTo>
                    <a:pt x="1247" y="150"/>
                  </a:lnTo>
                  <a:lnTo>
                    <a:pt x="1247" y="150"/>
                  </a:lnTo>
                  <a:lnTo>
                    <a:pt x="1247" y="147"/>
                  </a:lnTo>
                  <a:lnTo>
                    <a:pt x="1249" y="147"/>
                  </a:lnTo>
                  <a:lnTo>
                    <a:pt x="1249" y="147"/>
                  </a:lnTo>
                  <a:lnTo>
                    <a:pt x="1249" y="150"/>
                  </a:lnTo>
                  <a:lnTo>
                    <a:pt x="1249" y="150"/>
                  </a:lnTo>
                  <a:lnTo>
                    <a:pt x="1252" y="150"/>
                  </a:lnTo>
                  <a:lnTo>
                    <a:pt x="1252" y="150"/>
                  </a:lnTo>
                  <a:lnTo>
                    <a:pt x="1254" y="150"/>
                  </a:lnTo>
                  <a:lnTo>
                    <a:pt x="1254" y="150"/>
                  </a:lnTo>
                  <a:lnTo>
                    <a:pt x="1254" y="150"/>
                  </a:lnTo>
                  <a:lnTo>
                    <a:pt x="1254" y="147"/>
                  </a:lnTo>
                  <a:lnTo>
                    <a:pt x="1257" y="147"/>
                  </a:lnTo>
                  <a:lnTo>
                    <a:pt x="1257" y="147"/>
                  </a:lnTo>
                  <a:lnTo>
                    <a:pt x="1257" y="147"/>
                  </a:lnTo>
                  <a:lnTo>
                    <a:pt x="1259" y="147"/>
                  </a:lnTo>
                  <a:lnTo>
                    <a:pt x="1259" y="147"/>
                  </a:lnTo>
                  <a:lnTo>
                    <a:pt x="1261" y="147"/>
                  </a:lnTo>
                  <a:lnTo>
                    <a:pt x="1261" y="147"/>
                  </a:lnTo>
                  <a:lnTo>
                    <a:pt x="1261" y="147"/>
                  </a:lnTo>
                  <a:lnTo>
                    <a:pt x="1261" y="147"/>
                  </a:lnTo>
                  <a:lnTo>
                    <a:pt x="1264" y="147"/>
                  </a:lnTo>
                  <a:lnTo>
                    <a:pt x="1264" y="147"/>
                  </a:lnTo>
                  <a:lnTo>
                    <a:pt x="1264" y="147"/>
                  </a:lnTo>
                  <a:lnTo>
                    <a:pt x="1264" y="147"/>
                  </a:lnTo>
                  <a:lnTo>
                    <a:pt x="1266" y="147"/>
                  </a:lnTo>
                  <a:lnTo>
                    <a:pt x="1266" y="147"/>
                  </a:lnTo>
                  <a:lnTo>
                    <a:pt x="1268" y="147"/>
                  </a:lnTo>
                  <a:lnTo>
                    <a:pt x="1268" y="147"/>
                  </a:lnTo>
                  <a:lnTo>
                    <a:pt x="1268" y="147"/>
                  </a:lnTo>
                  <a:lnTo>
                    <a:pt x="1268" y="147"/>
                  </a:lnTo>
                  <a:lnTo>
                    <a:pt x="1268" y="145"/>
                  </a:lnTo>
                  <a:lnTo>
                    <a:pt x="1268" y="145"/>
                  </a:lnTo>
                  <a:lnTo>
                    <a:pt x="1268" y="145"/>
                  </a:lnTo>
                  <a:lnTo>
                    <a:pt x="1268" y="142"/>
                  </a:lnTo>
                  <a:lnTo>
                    <a:pt x="1268" y="142"/>
                  </a:lnTo>
                  <a:lnTo>
                    <a:pt x="1271" y="142"/>
                  </a:lnTo>
                  <a:lnTo>
                    <a:pt x="1271" y="142"/>
                  </a:lnTo>
                  <a:lnTo>
                    <a:pt x="1271" y="142"/>
                  </a:lnTo>
                  <a:lnTo>
                    <a:pt x="1271" y="142"/>
                  </a:lnTo>
                  <a:lnTo>
                    <a:pt x="1273" y="142"/>
                  </a:lnTo>
                  <a:lnTo>
                    <a:pt x="1273" y="142"/>
                  </a:lnTo>
                  <a:lnTo>
                    <a:pt x="1273" y="140"/>
                  </a:lnTo>
                  <a:lnTo>
                    <a:pt x="1273" y="140"/>
                  </a:lnTo>
                  <a:lnTo>
                    <a:pt x="1275" y="140"/>
                  </a:lnTo>
                  <a:lnTo>
                    <a:pt x="1275" y="140"/>
                  </a:lnTo>
                  <a:lnTo>
                    <a:pt x="1275" y="140"/>
                  </a:lnTo>
                  <a:lnTo>
                    <a:pt x="1275" y="140"/>
                  </a:lnTo>
                  <a:lnTo>
                    <a:pt x="1278" y="140"/>
                  </a:lnTo>
                  <a:lnTo>
                    <a:pt x="1278" y="138"/>
                  </a:lnTo>
                  <a:lnTo>
                    <a:pt x="1278" y="138"/>
                  </a:lnTo>
                  <a:lnTo>
                    <a:pt x="1280" y="138"/>
                  </a:lnTo>
                  <a:lnTo>
                    <a:pt x="1280" y="138"/>
                  </a:lnTo>
                  <a:lnTo>
                    <a:pt x="1280" y="138"/>
                  </a:lnTo>
                  <a:lnTo>
                    <a:pt x="1283" y="138"/>
                  </a:lnTo>
                  <a:lnTo>
                    <a:pt x="1283" y="138"/>
                  </a:lnTo>
                  <a:lnTo>
                    <a:pt x="1283" y="138"/>
                  </a:lnTo>
                  <a:lnTo>
                    <a:pt x="1285" y="138"/>
                  </a:lnTo>
                  <a:lnTo>
                    <a:pt x="1285" y="138"/>
                  </a:lnTo>
                  <a:lnTo>
                    <a:pt x="1287" y="138"/>
                  </a:lnTo>
                  <a:lnTo>
                    <a:pt x="1287" y="138"/>
                  </a:lnTo>
                  <a:lnTo>
                    <a:pt x="1287" y="138"/>
                  </a:lnTo>
                  <a:lnTo>
                    <a:pt x="1287" y="138"/>
                  </a:lnTo>
                  <a:lnTo>
                    <a:pt x="1290" y="138"/>
                  </a:lnTo>
                  <a:lnTo>
                    <a:pt x="1290" y="138"/>
                  </a:lnTo>
                  <a:lnTo>
                    <a:pt x="1290" y="138"/>
                  </a:lnTo>
                  <a:lnTo>
                    <a:pt x="1290" y="138"/>
                  </a:lnTo>
                  <a:lnTo>
                    <a:pt x="1292" y="138"/>
                  </a:lnTo>
                  <a:lnTo>
                    <a:pt x="1292" y="138"/>
                  </a:lnTo>
                  <a:lnTo>
                    <a:pt x="1292" y="135"/>
                  </a:lnTo>
                  <a:lnTo>
                    <a:pt x="1294" y="135"/>
                  </a:lnTo>
                  <a:lnTo>
                    <a:pt x="1294" y="135"/>
                  </a:lnTo>
                  <a:lnTo>
                    <a:pt x="1294" y="138"/>
                  </a:lnTo>
                  <a:lnTo>
                    <a:pt x="1294" y="138"/>
                  </a:lnTo>
                  <a:lnTo>
                    <a:pt x="1294" y="135"/>
                  </a:lnTo>
                  <a:lnTo>
                    <a:pt x="1294" y="135"/>
                  </a:lnTo>
                  <a:lnTo>
                    <a:pt x="1297" y="135"/>
                  </a:lnTo>
                  <a:lnTo>
                    <a:pt x="1297" y="135"/>
                  </a:lnTo>
                  <a:lnTo>
                    <a:pt x="1297" y="133"/>
                  </a:lnTo>
                  <a:lnTo>
                    <a:pt x="1297" y="133"/>
                  </a:lnTo>
                  <a:lnTo>
                    <a:pt x="1297" y="133"/>
                  </a:lnTo>
                  <a:lnTo>
                    <a:pt x="1299" y="133"/>
                  </a:lnTo>
                  <a:lnTo>
                    <a:pt x="1299" y="133"/>
                  </a:lnTo>
                  <a:lnTo>
                    <a:pt x="1302" y="133"/>
                  </a:lnTo>
                  <a:lnTo>
                    <a:pt x="1302" y="133"/>
                  </a:lnTo>
                  <a:lnTo>
                    <a:pt x="1302" y="133"/>
                  </a:lnTo>
                  <a:lnTo>
                    <a:pt x="1302" y="131"/>
                  </a:lnTo>
                  <a:lnTo>
                    <a:pt x="1304" y="131"/>
                  </a:lnTo>
                  <a:lnTo>
                    <a:pt x="1304" y="131"/>
                  </a:lnTo>
                  <a:lnTo>
                    <a:pt x="1304" y="131"/>
                  </a:lnTo>
                  <a:lnTo>
                    <a:pt x="1306" y="131"/>
                  </a:lnTo>
                  <a:lnTo>
                    <a:pt x="1306" y="131"/>
                  </a:lnTo>
                  <a:lnTo>
                    <a:pt x="1309" y="131"/>
                  </a:lnTo>
                  <a:lnTo>
                    <a:pt x="1309" y="133"/>
                  </a:lnTo>
                  <a:lnTo>
                    <a:pt x="1309" y="133"/>
                  </a:lnTo>
                  <a:lnTo>
                    <a:pt x="1309" y="133"/>
                  </a:lnTo>
                  <a:lnTo>
                    <a:pt x="1309" y="131"/>
                  </a:lnTo>
                  <a:lnTo>
                    <a:pt x="1311" y="131"/>
                  </a:lnTo>
                  <a:lnTo>
                    <a:pt x="1311" y="133"/>
                  </a:lnTo>
                  <a:lnTo>
                    <a:pt x="1311" y="133"/>
                  </a:lnTo>
                  <a:lnTo>
                    <a:pt x="1311" y="133"/>
                  </a:lnTo>
                  <a:lnTo>
                    <a:pt x="1311" y="133"/>
                  </a:lnTo>
                  <a:lnTo>
                    <a:pt x="1313" y="133"/>
                  </a:lnTo>
                  <a:lnTo>
                    <a:pt x="1313" y="135"/>
                  </a:lnTo>
                  <a:lnTo>
                    <a:pt x="1311" y="135"/>
                  </a:lnTo>
                  <a:lnTo>
                    <a:pt x="1311" y="135"/>
                  </a:lnTo>
                  <a:lnTo>
                    <a:pt x="1311" y="138"/>
                  </a:lnTo>
                  <a:lnTo>
                    <a:pt x="1311" y="138"/>
                  </a:lnTo>
                  <a:lnTo>
                    <a:pt x="1311" y="138"/>
                  </a:lnTo>
                  <a:lnTo>
                    <a:pt x="1311" y="138"/>
                  </a:lnTo>
                  <a:lnTo>
                    <a:pt x="1311" y="138"/>
                  </a:lnTo>
                  <a:lnTo>
                    <a:pt x="1311" y="140"/>
                  </a:lnTo>
                  <a:lnTo>
                    <a:pt x="1309" y="140"/>
                  </a:lnTo>
                  <a:lnTo>
                    <a:pt x="1309" y="140"/>
                  </a:lnTo>
                  <a:lnTo>
                    <a:pt x="1309" y="142"/>
                  </a:lnTo>
                  <a:lnTo>
                    <a:pt x="1311" y="142"/>
                  </a:lnTo>
                  <a:lnTo>
                    <a:pt x="1311" y="142"/>
                  </a:lnTo>
                  <a:lnTo>
                    <a:pt x="1311" y="142"/>
                  </a:lnTo>
                  <a:lnTo>
                    <a:pt x="1311" y="145"/>
                  </a:lnTo>
                  <a:lnTo>
                    <a:pt x="1311" y="145"/>
                  </a:lnTo>
                  <a:lnTo>
                    <a:pt x="1311" y="145"/>
                  </a:lnTo>
                  <a:lnTo>
                    <a:pt x="1313" y="145"/>
                  </a:lnTo>
                  <a:lnTo>
                    <a:pt x="1313" y="147"/>
                  </a:lnTo>
                  <a:lnTo>
                    <a:pt x="1313" y="147"/>
                  </a:lnTo>
                  <a:lnTo>
                    <a:pt x="1313" y="147"/>
                  </a:lnTo>
                  <a:lnTo>
                    <a:pt x="1313" y="147"/>
                  </a:lnTo>
                  <a:lnTo>
                    <a:pt x="1313" y="150"/>
                  </a:lnTo>
                  <a:lnTo>
                    <a:pt x="1313" y="150"/>
                  </a:lnTo>
                  <a:lnTo>
                    <a:pt x="1313" y="150"/>
                  </a:lnTo>
                  <a:lnTo>
                    <a:pt x="1311" y="150"/>
                  </a:lnTo>
                  <a:lnTo>
                    <a:pt x="1311" y="152"/>
                  </a:lnTo>
                  <a:lnTo>
                    <a:pt x="1311" y="152"/>
                  </a:lnTo>
                  <a:lnTo>
                    <a:pt x="1311" y="152"/>
                  </a:lnTo>
                  <a:lnTo>
                    <a:pt x="1311" y="152"/>
                  </a:lnTo>
                  <a:lnTo>
                    <a:pt x="1311" y="154"/>
                  </a:lnTo>
                  <a:lnTo>
                    <a:pt x="1309" y="154"/>
                  </a:lnTo>
                  <a:lnTo>
                    <a:pt x="1309" y="154"/>
                  </a:lnTo>
                  <a:lnTo>
                    <a:pt x="1309" y="154"/>
                  </a:lnTo>
                  <a:lnTo>
                    <a:pt x="1309" y="154"/>
                  </a:lnTo>
                  <a:lnTo>
                    <a:pt x="1306" y="154"/>
                  </a:lnTo>
                  <a:lnTo>
                    <a:pt x="1306" y="157"/>
                  </a:lnTo>
                  <a:lnTo>
                    <a:pt x="1306" y="157"/>
                  </a:lnTo>
                  <a:lnTo>
                    <a:pt x="1306" y="154"/>
                  </a:lnTo>
                  <a:lnTo>
                    <a:pt x="1304" y="154"/>
                  </a:lnTo>
                  <a:lnTo>
                    <a:pt x="1304" y="157"/>
                  </a:lnTo>
                  <a:lnTo>
                    <a:pt x="1304" y="157"/>
                  </a:lnTo>
                  <a:lnTo>
                    <a:pt x="1304" y="157"/>
                  </a:lnTo>
                  <a:lnTo>
                    <a:pt x="1304" y="157"/>
                  </a:lnTo>
                  <a:lnTo>
                    <a:pt x="1304" y="157"/>
                  </a:lnTo>
                  <a:lnTo>
                    <a:pt x="1302" y="157"/>
                  </a:lnTo>
                  <a:lnTo>
                    <a:pt x="1302" y="157"/>
                  </a:lnTo>
                  <a:lnTo>
                    <a:pt x="1302" y="159"/>
                  </a:lnTo>
                  <a:lnTo>
                    <a:pt x="1302" y="159"/>
                  </a:lnTo>
                  <a:lnTo>
                    <a:pt x="1302" y="161"/>
                  </a:lnTo>
                  <a:lnTo>
                    <a:pt x="1302" y="161"/>
                  </a:lnTo>
                  <a:lnTo>
                    <a:pt x="1302" y="161"/>
                  </a:lnTo>
                  <a:lnTo>
                    <a:pt x="1302" y="164"/>
                  </a:lnTo>
                  <a:lnTo>
                    <a:pt x="1302" y="164"/>
                  </a:lnTo>
                  <a:lnTo>
                    <a:pt x="1302" y="164"/>
                  </a:lnTo>
                  <a:lnTo>
                    <a:pt x="1302" y="164"/>
                  </a:lnTo>
                  <a:lnTo>
                    <a:pt x="1302" y="166"/>
                  </a:lnTo>
                  <a:lnTo>
                    <a:pt x="1302" y="166"/>
                  </a:lnTo>
                  <a:lnTo>
                    <a:pt x="1299" y="166"/>
                  </a:lnTo>
                  <a:lnTo>
                    <a:pt x="1299" y="168"/>
                  </a:lnTo>
                  <a:lnTo>
                    <a:pt x="1299" y="168"/>
                  </a:lnTo>
                  <a:lnTo>
                    <a:pt x="1299" y="168"/>
                  </a:lnTo>
                  <a:lnTo>
                    <a:pt x="1299" y="168"/>
                  </a:lnTo>
                  <a:lnTo>
                    <a:pt x="1299" y="171"/>
                  </a:lnTo>
                  <a:lnTo>
                    <a:pt x="1299" y="171"/>
                  </a:lnTo>
                  <a:lnTo>
                    <a:pt x="1299" y="173"/>
                  </a:lnTo>
                  <a:lnTo>
                    <a:pt x="1299" y="173"/>
                  </a:lnTo>
                  <a:lnTo>
                    <a:pt x="1299" y="176"/>
                  </a:lnTo>
                  <a:lnTo>
                    <a:pt x="1297" y="176"/>
                  </a:lnTo>
                  <a:lnTo>
                    <a:pt x="1297" y="176"/>
                  </a:lnTo>
                  <a:lnTo>
                    <a:pt x="1297" y="176"/>
                  </a:lnTo>
                  <a:lnTo>
                    <a:pt x="1297" y="178"/>
                  </a:lnTo>
                  <a:lnTo>
                    <a:pt x="1297" y="178"/>
                  </a:lnTo>
                  <a:lnTo>
                    <a:pt x="1297" y="178"/>
                  </a:lnTo>
                  <a:lnTo>
                    <a:pt x="1294" y="178"/>
                  </a:lnTo>
                  <a:lnTo>
                    <a:pt x="1294" y="178"/>
                  </a:lnTo>
                  <a:lnTo>
                    <a:pt x="1294" y="180"/>
                  </a:lnTo>
                  <a:lnTo>
                    <a:pt x="1297" y="180"/>
                  </a:lnTo>
                  <a:lnTo>
                    <a:pt x="1297" y="180"/>
                  </a:lnTo>
                  <a:lnTo>
                    <a:pt x="1297" y="180"/>
                  </a:lnTo>
                  <a:lnTo>
                    <a:pt x="1297" y="183"/>
                  </a:lnTo>
                  <a:lnTo>
                    <a:pt x="1297" y="183"/>
                  </a:lnTo>
                  <a:lnTo>
                    <a:pt x="1294" y="183"/>
                  </a:lnTo>
                  <a:lnTo>
                    <a:pt x="1294" y="183"/>
                  </a:lnTo>
                  <a:lnTo>
                    <a:pt x="1297" y="183"/>
                  </a:lnTo>
                  <a:lnTo>
                    <a:pt x="1297" y="185"/>
                  </a:lnTo>
                  <a:lnTo>
                    <a:pt x="1297" y="185"/>
                  </a:lnTo>
                  <a:lnTo>
                    <a:pt x="1294" y="185"/>
                  </a:lnTo>
                  <a:lnTo>
                    <a:pt x="1294" y="187"/>
                  </a:lnTo>
                  <a:lnTo>
                    <a:pt x="1294" y="187"/>
                  </a:lnTo>
                  <a:lnTo>
                    <a:pt x="1294" y="187"/>
                  </a:lnTo>
                  <a:lnTo>
                    <a:pt x="1294" y="187"/>
                  </a:lnTo>
                  <a:lnTo>
                    <a:pt x="1292" y="187"/>
                  </a:lnTo>
                  <a:lnTo>
                    <a:pt x="1292" y="187"/>
                  </a:lnTo>
                  <a:lnTo>
                    <a:pt x="1292" y="187"/>
                  </a:lnTo>
                  <a:lnTo>
                    <a:pt x="1292" y="190"/>
                  </a:lnTo>
                  <a:lnTo>
                    <a:pt x="1292" y="190"/>
                  </a:lnTo>
                  <a:lnTo>
                    <a:pt x="1292" y="190"/>
                  </a:lnTo>
                  <a:lnTo>
                    <a:pt x="1292" y="190"/>
                  </a:lnTo>
                  <a:lnTo>
                    <a:pt x="1292" y="192"/>
                  </a:lnTo>
                  <a:lnTo>
                    <a:pt x="1290" y="192"/>
                  </a:lnTo>
                  <a:lnTo>
                    <a:pt x="1290" y="192"/>
                  </a:lnTo>
                  <a:lnTo>
                    <a:pt x="1290" y="192"/>
                  </a:lnTo>
                  <a:lnTo>
                    <a:pt x="1290" y="195"/>
                  </a:lnTo>
                  <a:lnTo>
                    <a:pt x="1290" y="195"/>
                  </a:lnTo>
                  <a:lnTo>
                    <a:pt x="1290" y="195"/>
                  </a:lnTo>
                  <a:lnTo>
                    <a:pt x="1287" y="195"/>
                  </a:lnTo>
                  <a:lnTo>
                    <a:pt x="1287" y="195"/>
                  </a:lnTo>
                  <a:lnTo>
                    <a:pt x="1287" y="197"/>
                  </a:lnTo>
                  <a:lnTo>
                    <a:pt x="1287" y="197"/>
                  </a:lnTo>
                  <a:lnTo>
                    <a:pt x="1287" y="197"/>
                  </a:lnTo>
                  <a:lnTo>
                    <a:pt x="1287" y="197"/>
                  </a:lnTo>
                  <a:lnTo>
                    <a:pt x="1287" y="199"/>
                  </a:lnTo>
                  <a:lnTo>
                    <a:pt x="1287" y="199"/>
                  </a:lnTo>
                  <a:lnTo>
                    <a:pt x="1287" y="202"/>
                  </a:lnTo>
                  <a:lnTo>
                    <a:pt x="1285" y="202"/>
                  </a:lnTo>
                  <a:lnTo>
                    <a:pt x="1285" y="202"/>
                  </a:lnTo>
                  <a:lnTo>
                    <a:pt x="1285" y="202"/>
                  </a:lnTo>
                  <a:lnTo>
                    <a:pt x="1285" y="204"/>
                  </a:lnTo>
                  <a:lnTo>
                    <a:pt x="1283" y="204"/>
                  </a:lnTo>
                  <a:lnTo>
                    <a:pt x="1283" y="204"/>
                  </a:lnTo>
                  <a:lnTo>
                    <a:pt x="1283" y="204"/>
                  </a:lnTo>
                  <a:lnTo>
                    <a:pt x="1283" y="204"/>
                  </a:lnTo>
                  <a:lnTo>
                    <a:pt x="1280" y="204"/>
                  </a:lnTo>
                  <a:lnTo>
                    <a:pt x="1280" y="204"/>
                  </a:lnTo>
                  <a:lnTo>
                    <a:pt x="1280" y="206"/>
                  </a:lnTo>
                  <a:lnTo>
                    <a:pt x="1280" y="206"/>
                  </a:lnTo>
                  <a:lnTo>
                    <a:pt x="1280" y="206"/>
                  </a:lnTo>
                  <a:lnTo>
                    <a:pt x="1280" y="206"/>
                  </a:lnTo>
                  <a:lnTo>
                    <a:pt x="1280" y="209"/>
                  </a:lnTo>
                  <a:lnTo>
                    <a:pt x="1280" y="209"/>
                  </a:lnTo>
                  <a:lnTo>
                    <a:pt x="1278" y="209"/>
                  </a:lnTo>
                  <a:lnTo>
                    <a:pt x="1278" y="211"/>
                  </a:lnTo>
                  <a:lnTo>
                    <a:pt x="1278" y="211"/>
                  </a:lnTo>
                  <a:lnTo>
                    <a:pt x="1280" y="211"/>
                  </a:lnTo>
                  <a:lnTo>
                    <a:pt x="1280" y="214"/>
                  </a:lnTo>
                  <a:lnTo>
                    <a:pt x="1280" y="214"/>
                  </a:lnTo>
                  <a:lnTo>
                    <a:pt x="1278" y="214"/>
                  </a:lnTo>
                  <a:lnTo>
                    <a:pt x="1278" y="216"/>
                  </a:lnTo>
                  <a:lnTo>
                    <a:pt x="1278" y="216"/>
                  </a:lnTo>
                  <a:lnTo>
                    <a:pt x="1278" y="216"/>
                  </a:lnTo>
                  <a:lnTo>
                    <a:pt x="1275" y="216"/>
                  </a:lnTo>
                  <a:lnTo>
                    <a:pt x="1275" y="216"/>
                  </a:lnTo>
                  <a:lnTo>
                    <a:pt x="1275" y="216"/>
                  </a:lnTo>
                  <a:lnTo>
                    <a:pt x="1273" y="216"/>
                  </a:lnTo>
                  <a:lnTo>
                    <a:pt x="1273" y="216"/>
                  </a:lnTo>
                  <a:lnTo>
                    <a:pt x="1273" y="216"/>
                  </a:lnTo>
                  <a:lnTo>
                    <a:pt x="1273" y="214"/>
                  </a:lnTo>
                  <a:lnTo>
                    <a:pt x="1271" y="214"/>
                  </a:lnTo>
                  <a:lnTo>
                    <a:pt x="1271" y="214"/>
                  </a:lnTo>
                  <a:lnTo>
                    <a:pt x="1271" y="214"/>
                  </a:lnTo>
                  <a:lnTo>
                    <a:pt x="1271" y="211"/>
                  </a:lnTo>
                  <a:lnTo>
                    <a:pt x="1271" y="211"/>
                  </a:lnTo>
                  <a:lnTo>
                    <a:pt x="1271" y="211"/>
                  </a:lnTo>
                  <a:lnTo>
                    <a:pt x="1268" y="211"/>
                  </a:lnTo>
                  <a:lnTo>
                    <a:pt x="1268" y="211"/>
                  </a:lnTo>
                  <a:lnTo>
                    <a:pt x="1268" y="209"/>
                  </a:lnTo>
                  <a:lnTo>
                    <a:pt x="1268" y="209"/>
                  </a:lnTo>
                  <a:lnTo>
                    <a:pt x="1266" y="209"/>
                  </a:lnTo>
                  <a:lnTo>
                    <a:pt x="1266" y="209"/>
                  </a:lnTo>
                  <a:lnTo>
                    <a:pt x="1264" y="209"/>
                  </a:lnTo>
                  <a:lnTo>
                    <a:pt x="1264" y="209"/>
                  </a:lnTo>
                  <a:lnTo>
                    <a:pt x="1264" y="209"/>
                  </a:lnTo>
                  <a:lnTo>
                    <a:pt x="1264" y="209"/>
                  </a:lnTo>
                  <a:lnTo>
                    <a:pt x="1261" y="209"/>
                  </a:lnTo>
                  <a:lnTo>
                    <a:pt x="1261" y="209"/>
                  </a:lnTo>
                  <a:lnTo>
                    <a:pt x="1261" y="209"/>
                  </a:lnTo>
                  <a:lnTo>
                    <a:pt x="1259" y="209"/>
                  </a:lnTo>
                  <a:lnTo>
                    <a:pt x="1259" y="209"/>
                  </a:lnTo>
                  <a:lnTo>
                    <a:pt x="1259" y="209"/>
                  </a:lnTo>
                  <a:lnTo>
                    <a:pt x="1257" y="209"/>
                  </a:lnTo>
                  <a:lnTo>
                    <a:pt x="1257" y="209"/>
                  </a:lnTo>
                  <a:lnTo>
                    <a:pt x="1257" y="211"/>
                  </a:lnTo>
                  <a:lnTo>
                    <a:pt x="1257" y="211"/>
                  </a:lnTo>
                  <a:lnTo>
                    <a:pt x="1257" y="211"/>
                  </a:lnTo>
                  <a:lnTo>
                    <a:pt x="1254" y="211"/>
                  </a:lnTo>
                  <a:lnTo>
                    <a:pt x="1254" y="211"/>
                  </a:lnTo>
                  <a:lnTo>
                    <a:pt x="1254" y="211"/>
                  </a:lnTo>
                  <a:lnTo>
                    <a:pt x="1254" y="209"/>
                  </a:lnTo>
                  <a:lnTo>
                    <a:pt x="1254" y="209"/>
                  </a:lnTo>
                  <a:lnTo>
                    <a:pt x="1254" y="209"/>
                  </a:lnTo>
                  <a:lnTo>
                    <a:pt x="1252" y="209"/>
                  </a:lnTo>
                  <a:lnTo>
                    <a:pt x="1252" y="209"/>
                  </a:lnTo>
                  <a:lnTo>
                    <a:pt x="1252" y="209"/>
                  </a:lnTo>
                  <a:lnTo>
                    <a:pt x="1249" y="209"/>
                  </a:lnTo>
                  <a:lnTo>
                    <a:pt x="1249" y="211"/>
                  </a:lnTo>
                  <a:lnTo>
                    <a:pt x="1249" y="211"/>
                  </a:lnTo>
                  <a:lnTo>
                    <a:pt x="1249" y="211"/>
                  </a:lnTo>
                  <a:lnTo>
                    <a:pt x="1249" y="211"/>
                  </a:lnTo>
                  <a:lnTo>
                    <a:pt x="1247" y="211"/>
                  </a:lnTo>
                  <a:lnTo>
                    <a:pt x="1247" y="214"/>
                  </a:lnTo>
                  <a:lnTo>
                    <a:pt x="1247" y="214"/>
                  </a:lnTo>
                  <a:lnTo>
                    <a:pt x="1247" y="216"/>
                  </a:lnTo>
                  <a:lnTo>
                    <a:pt x="1247" y="216"/>
                  </a:lnTo>
                  <a:lnTo>
                    <a:pt x="1247" y="216"/>
                  </a:lnTo>
                  <a:lnTo>
                    <a:pt x="1247" y="216"/>
                  </a:lnTo>
                  <a:lnTo>
                    <a:pt x="1245" y="216"/>
                  </a:lnTo>
                  <a:lnTo>
                    <a:pt x="1245" y="216"/>
                  </a:lnTo>
                  <a:lnTo>
                    <a:pt x="1245" y="216"/>
                  </a:lnTo>
                  <a:lnTo>
                    <a:pt x="1245" y="218"/>
                  </a:lnTo>
                  <a:lnTo>
                    <a:pt x="1242" y="218"/>
                  </a:lnTo>
                  <a:lnTo>
                    <a:pt x="1242" y="218"/>
                  </a:lnTo>
                  <a:lnTo>
                    <a:pt x="1242" y="218"/>
                  </a:lnTo>
                  <a:lnTo>
                    <a:pt x="1242" y="216"/>
                  </a:lnTo>
                  <a:lnTo>
                    <a:pt x="1240" y="216"/>
                  </a:lnTo>
                  <a:lnTo>
                    <a:pt x="1240" y="218"/>
                  </a:lnTo>
                  <a:lnTo>
                    <a:pt x="1240" y="218"/>
                  </a:lnTo>
                  <a:lnTo>
                    <a:pt x="1240" y="218"/>
                  </a:lnTo>
                  <a:lnTo>
                    <a:pt x="1238" y="218"/>
                  </a:lnTo>
                  <a:lnTo>
                    <a:pt x="1238" y="218"/>
                  </a:lnTo>
                  <a:lnTo>
                    <a:pt x="1238" y="218"/>
                  </a:lnTo>
                  <a:lnTo>
                    <a:pt x="1235" y="218"/>
                  </a:lnTo>
                  <a:lnTo>
                    <a:pt x="1235" y="218"/>
                  </a:lnTo>
                  <a:lnTo>
                    <a:pt x="1235" y="221"/>
                  </a:lnTo>
                  <a:lnTo>
                    <a:pt x="1235" y="221"/>
                  </a:lnTo>
                  <a:lnTo>
                    <a:pt x="1233" y="221"/>
                  </a:lnTo>
                  <a:lnTo>
                    <a:pt x="1233" y="221"/>
                  </a:lnTo>
                  <a:lnTo>
                    <a:pt x="1233" y="221"/>
                  </a:lnTo>
                  <a:lnTo>
                    <a:pt x="1233" y="221"/>
                  </a:lnTo>
                  <a:lnTo>
                    <a:pt x="1233" y="223"/>
                  </a:lnTo>
                  <a:lnTo>
                    <a:pt x="1235" y="223"/>
                  </a:lnTo>
                  <a:lnTo>
                    <a:pt x="1235" y="223"/>
                  </a:lnTo>
                  <a:lnTo>
                    <a:pt x="1235" y="223"/>
                  </a:lnTo>
                  <a:lnTo>
                    <a:pt x="1235" y="225"/>
                  </a:lnTo>
                  <a:lnTo>
                    <a:pt x="1235" y="225"/>
                  </a:lnTo>
                  <a:lnTo>
                    <a:pt x="1235" y="225"/>
                  </a:lnTo>
                  <a:lnTo>
                    <a:pt x="1235" y="228"/>
                  </a:lnTo>
                  <a:lnTo>
                    <a:pt x="1235" y="228"/>
                  </a:lnTo>
                  <a:lnTo>
                    <a:pt x="1235" y="228"/>
                  </a:lnTo>
                  <a:lnTo>
                    <a:pt x="1238" y="228"/>
                  </a:lnTo>
                  <a:lnTo>
                    <a:pt x="1238" y="230"/>
                  </a:lnTo>
                  <a:lnTo>
                    <a:pt x="1238" y="230"/>
                  </a:lnTo>
                  <a:lnTo>
                    <a:pt x="1238" y="232"/>
                  </a:lnTo>
                  <a:lnTo>
                    <a:pt x="1238" y="232"/>
                  </a:lnTo>
                  <a:lnTo>
                    <a:pt x="1238" y="232"/>
                  </a:lnTo>
                  <a:lnTo>
                    <a:pt x="1238" y="235"/>
                  </a:lnTo>
                  <a:lnTo>
                    <a:pt x="1238" y="235"/>
                  </a:lnTo>
                  <a:lnTo>
                    <a:pt x="1238" y="235"/>
                  </a:lnTo>
                  <a:lnTo>
                    <a:pt x="1238" y="237"/>
                  </a:lnTo>
                  <a:lnTo>
                    <a:pt x="1238" y="237"/>
                  </a:lnTo>
                  <a:lnTo>
                    <a:pt x="1238" y="237"/>
                  </a:lnTo>
                  <a:lnTo>
                    <a:pt x="1240" y="237"/>
                  </a:lnTo>
                  <a:lnTo>
                    <a:pt x="1240" y="240"/>
                  </a:lnTo>
                  <a:lnTo>
                    <a:pt x="1240" y="240"/>
                  </a:lnTo>
                  <a:lnTo>
                    <a:pt x="1240" y="242"/>
                  </a:lnTo>
                  <a:lnTo>
                    <a:pt x="1238" y="242"/>
                  </a:lnTo>
                  <a:lnTo>
                    <a:pt x="1238" y="242"/>
                  </a:lnTo>
                  <a:lnTo>
                    <a:pt x="1238" y="244"/>
                  </a:lnTo>
                  <a:lnTo>
                    <a:pt x="1238" y="244"/>
                  </a:lnTo>
                  <a:lnTo>
                    <a:pt x="1238" y="247"/>
                  </a:lnTo>
                  <a:lnTo>
                    <a:pt x="1238" y="247"/>
                  </a:lnTo>
                  <a:lnTo>
                    <a:pt x="1238" y="247"/>
                  </a:lnTo>
                  <a:lnTo>
                    <a:pt x="1238" y="247"/>
                  </a:lnTo>
                  <a:lnTo>
                    <a:pt x="1238" y="249"/>
                  </a:lnTo>
                  <a:lnTo>
                    <a:pt x="1238" y="249"/>
                  </a:lnTo>
                  <a:lnTo>
                    <a:pt x="1238" y="251"/>
                  </a:lnTo>
                  <a:lnTo>
                    <a:pt x="1238" y="251"/>
                  </a:lnTo>
                  <a:lnTo>
                    <a:pt x="1238" y="254"/>
                  </a:lnTo>
                  <a:lnTo>
                    <a:pt x="1238" y="254"/>
                  </a:lnTo>
                  <a:lnTo>
                    <a:pt x="1238" y="256"/>
                  </a:lnTo>
                  <a:lnTo>
                    <a:pt x="1238" y="256"/>
                  </a:lnTo>
                  <a:lnTo>
                    <a:pt x="1240" y="256"/>
                  </a:lnTo>
                  <a:lnTo>
                    <a:pt x="1240" y="256"/>
                  </a:lnTo>
                  <a:lnTo>
                    <a:pt x="1240" y="256"/>
                  </a:lnTo>
                  <a:lnTo>
                    <a:pt x="1240" y="259"/>
                  </a:lnTo>
                  <a:lnTo>
                    <a:pt x="1238" y="259"/>
                  </a:lnTo>
                  <a:lnTo>
                    <a:pt x="1238" y="259"/>
                  </a:lnTo>
                  <a:lnTo>
                    <a:pt x="1238" y="261"/>
                  </a:lnTo>
                  <a:lnTo>
                    <a:pt x="1238" y="261"/>
                  </a:lnTo>
                  <a:lnTo>
                    <a:pt x="1238" y="261"/>
                  </a:lnTo>
                  <a:lnTo>
                    <a:pt x="1238" y="263"/>
                  </a:lnTo>
                  <a:lnTo>
                    <a:pt x="1238" y="263"/>
                  </a:lnTo>
                  <a:lnTo>
                    <a:pt x="1238" y="266"/>
                  </a:lnTo>
                  <a:lnTo>
                    <a:pt x="1238" y="266"/>
                  </a:lnTo>
                  <a:lnTo>
                    <a:pt x="1238" y="266"/>
                  </a:lnTo>
                  <a:lnTo>
                    <a:pt x="1235" y="266"/>
                  </a:lnTo>
                  <a:lnTo>
                    <a:pt x="1235" y="266"/>
                  </a:lnTo>
                  <a:lnTo>
                    <a:pt x="1235" y="266"/>
                  </a:lnTo>
                  <a:lnTo>
                    <a:pt x="1235" y="268"/>
                  </a:lnTo>
                  <a:lnTo>
                    <a:pt x="1235" y="268"/>
                  </a:lnTo>
                  <a:lnTo>
                    <a:pt x="1235" y="268"/>
                  </a:lnTo>
                  <a:lnTo>
                    <a:pt x="1235" y="270"/>
                  </a:lnTo>
                  <a:lnTo>
                    <a:pt x="1235" y="270"/>
                  </a:lnTo>
                  <a:lnTo>
                    <a:pt x="1235" y="270"/>
                  </a:lnTo>
                  <a:lnTo>
                    <a:pt x="1233" y="270"/>
                  </a:lnTo>
                  <a:lnTo>
                    <a:pt x="1233" y="270"/>
                  </a:lnTo>
                  <a:lnTo>
                    <a:pt x="1233" y="270"/>
                  </a:lnTo>
                  <a:lnTo>
                    <a:pt x="1231" y="270"/>
                  </a:lnTo>
                  <a:lnTo>
                    <a:pt x="1231" y="270"/>
                  </a:lnTo>
                  <a:lnTo>
                    <a:pt x="1231" y="270"/>
                  </a:lnTo>
                  <a:lnTo>
                    <a:pt x="1228" y="270"/>
                  </a:lnTo>
                  <a:lnTo>
                    <a:pt x="1228" y="273"/>
                  </a:lnTo>
                  <a:lnTo>
                    <a:pt x="1228" y="273"/>
                  </a:lnTo>
                  <a:lnTo>
                    <a:pt x="1228" y="273"/>
                  </a:lnTo>
                  <a:lnTo>
                    <a:pt x="1226" y="273"/>
                  </a:lnTo>
                  <a:lnTo>
                    <a:pt x="1226" y="273"/>
                  </a:lnTo>
                  <a:lnTo>
                    <a:pt x="1223" y="273"/>
                  </a:lnTo>
                  <a:lnTo>
                    <a:pt x="1223" y="273"/>
                  </a:lnTo>
                  <a:lnTo>
                    <a:pt x="1223" y="273"/>
                  </a:lnTo>
                  <a:lnTo>
                    <a:pt x="1223" y="273"/>
                  </a:lnTo>
                  <a:lnTo>
                    <a:pt x="1223" y="275"/>
                  </a:lnTo>
                  <a:lnTo>
                    <a:pt x="1221" y="275"/>
                  </a:lnTo>
                  <a:lnTo>
                    <a:pt x="1221" y="275"/>
                  </a:lnTo>
                  <a:lnTo>
                    <a:pt x="1221" y="275"/>
                  </a:lnTo>
                  <a:lnTo>
                    <a:pt x="1221" y="275"/>
                  </a:lnTo>
                  <a:lnTo>
                    <a:pt x="1221" y="278"/>
                  </a:lnTo>
                  <a:lnTo>
                    <a:pt x="1223" y="278"/>
                  </a:lnTo>
                  <a:lnTo>
                    <a:pt x="1223" y="275"/>
                  </a:lnTo>
                  <a:lnTo>
                    <a:pt x="1223" y="275"/>
                  </a:lnTo>
                  <a:lnTo>
                    <a:pt x="1223" y="278"/>
                  </a:lnTo>
                  <a:lnTo>
                    <a:pt x="1223" y="278"/>
                  </a:lnTo>
                  <a:lnTo>
                    <a:pt x="1223" y="278"/>
                  </a:lnTo>
                  <a:lnTo>
                    <a:pt x="1226" y="278"/>
                  </a:lnTo>
                  <a:lnTo>
                    <a:pt x="1226" y="278"/>
                  </a:lnTo>
                  <a:lnTo>
                    <a:pt x="1226" y="280"/>
                  </a:lnTo>
                  <a:lnTo>
                    <a:pt x="1223" y="280"/>
                  </a:lnTo>
                  <a:lnTo>
                    <a:pt x="1223" y="280"/>
                  </a:lnTo>
                  <a:lnTo>
                    <a:pt x="1223" y="282"/>
                  </a:lnTo>
                  <a:lnTo>
                    <a:pt x="1223" y="282"/>
                  </a:lnTo>
                  <a:lnTo>
                    <a:pt x="1223" y="280"/>
                  </a:lnTo>
                  <a:lnTo>
                    <a:pt x="1223" y="280"/>
                  </a:lnTo>
                  <a:lnTo>
                    <a:pt x="1223" y="280"/>
                  </a:lnTo>
                  <a:lnTo>
                    <a:pt x="1223" y="278"/>
                  </a:lnTo>
                  <a:lnTo>
                    <a:pt x="1223" y="278"/>
                  </a:lnTo>
                  <a:lnTo>
                    <a:pt x="1221" y="278"/>
                  </a:lnTo>
                  <a:lnTo>
                    <a:pt x="1221" y="278"/>
                  </a:lnTo>
                  <a:lnTo>
                    <a:pt x="1221" y="280"/>
                  </a:lnTo>
                  <a:lnTo>
                    <a:pt x="1221" y="280"/>
                  </a:lnTo>
                  <a:lnTo>
                    <a:pt x="1221" y="278"/>
                  </a:lnTo>
                  <a:lnTo>
                    <a:pt x="1221" y="278"/>
                  </a:lnTo>
                  <a:lnTo>
                    <a:pt x="1221" y="278"/>
                  </a:lnTo>
                  <a:lnTo>
                    <a:pt x="1219" y="278"/>
                  </a:lnTo>
                  <a:lnTo>
                    <a:pt x="1219" y="278"/>
                  </a:lnTo>
                  <a:lnTo>
                    <a:pt x="1219" y="278"/>
                  </a:lnTo>
                  <a:lnTo>
                    <a:pt x="1219" y="275"/>
                  </a:lnTo>
                  <a:lnTo>
                    <a:pt x="1216" y="275"/>
                  </a:lnTo>
                  <a:lnTo>
                    <a:pt x="1216" y="275"/>
                  </a:lnTo>
                  <a:lnTo>
                    <a:pt x="1216" y="273"/>
                  </a:lnTo>
                  <a:lnTo>
                    <a:pt x="1216" y="273"/>
                  </a:lnTo>
                  <a:lnTo>
                    <a:pt x="1216" y="270"/>
                  </a:lnTo>
                  <a:lnTo>
                    <a:pt x="1216" y="270"/>
                  </a:lnTo>
                  <a:lnTo>
                    <a:pt x="1216" y="270"/>
                  </a:lnTo>
                  <a:lnTo>
                    <a:pt x="1216" y="270"/>
                  </a:lnTo>
                  <a:lnTo>
                    <a:pt x="1214" y="270"/>
                  </a:lnTo>
                  <a:lnTo>
                    <a:pt x="1214" y="268"/>
                  </a:lnTo>
                  <a:lnTo>
                    <a:pt x="1214" y="268"/>
                  </a:lnTo>
                  <a:lnTo>
                    <a:pt x="1214" y="268"/>
                  </a:lnTo>
                  <a:lnTo>
                    <a:pt x="1214" y="268"/>
                  </a:lnTo>
                  <a:lnTo>
                    <a:pt x="1214" y="268"/>
                  </a:lnTo>
                  <a:lnTo>
                    <a:pt x="1212" y="268"/>
                  </a:lnTo>
                  <a:lnTo>
                    <a:pt x="1212" y="268"/>
                  </a:lnTo>
                  <a:lnTo>
                    <a:pt x="1212" y="268"/>
                  </a:lnTo>
                  <a:lnTo>
                    <a:pt x="1209" y="268"/>
                  </a:lnTo>
                  <a:lnTo>
                    <a:pt x="1209" y="268"/>
                  </a:lnTo>
                  <a:lnTo>
                    <a:pt x="1209" y="268"/>
                  </a:lnTo>
                  <a:lnTo>
                    <a:pt x="1209" y="268"/>
                  </a:lnTo>
                  <a:lnTo>
                    <a:pt x="1209" y="270"/>
                  </a:lnTo>
                  <a:lnTo>
                    <a:pt x="1209" y="270"/>
                  </a:lnTo>
                  <a:lnTo>
                    <a:pt x="1209" y="273"/>
                  </a:lnTo>
                  <a:lnTo>
                    <a:pt x="1207" y="273"/>
                  </a:lnTo>
                  <a:lnTo>
                    <a:pt x="1207" y="273"/>
                  </a:lnTo>
                  <a:lnTo>
                    <a:pt x="1207" y="275"/>
                  </a:lnTo>
                  <a:lnTo>
                    <a:pt x="1207" y="275"/>
                  </a:lnTo>
                  <a:lnTo>
                    <a:pt x="1207" y="275"/>
                  </a:lnTo>
                  <a:lnTo>
                    <a:pt x="1207" y="275"/>
                  </a:lnTo>
                  <a:lnTo>
                    <a:pt x="1207" y="278"/>
                  </a:lnTo>
                  <a:lnTo>
                    <a:pt x="1207" y="278"/>
                  </a:lnTo>
                  <a:lnTo>
                    <a:pt x="1207" y="278"/>
                  </a:lnTo>
                  <a:lnTo>
                    <a:pt x="1207" y="278"/>
                  </a:lnTo>
                  <a:lnTo>
                    <a:pt x="1207" y="280"/>
                  </a:lnTo>
                  <a:lnTo>
                    <a:pt x="1207" y="280"/>
                  </a:lnTo>
                  <a:lnTo>
                    <a:pt x="1207" y="282"/>
                  </a:lnTo>
                  <a:lnTo>
                    <a:pt x="1204" y="282"/>
                  </a:lnTo>
                  <a:lnTo>
                    <a:pt x="1204" y="282"/>
                  </a:lnTo>
                  <a:lnTo>
                    <a:pt x="1204" y="282"/>
                  </a:lnTo>
                  <a:lnTo>
                    <a:pt x="1204" y="282"/>
                  </a:lnTo>
                  <a:lnTo>
                    <a:pt x="1204" y="282"/>
                  </a:lnTo>
                  <a:lnTo>
                    <a:pt x="1202" y="282"/>
                  </a:lnTo>
                  <a:lnTo>
                    <a:pt x="1202" y="282"/>
                  </a:lnTo>
                  <a:lnTo>
                    <a:pt x="1202" y="285"/>
                  </a:lnTo>
                  <a:lnTo>
                    <a:pt x="1202" y="285"/>
                  </a:lnTo>
                  <a:lnTo>
                    <a:pt x="1202" y="285"/>
                  </a:lnTo>
                  <a:lnTo>
                    <a:pt x="1202" y="282"/>
                  </a:lnTo>
                  <a:lnTo>
                    <a:pt x="1200" y="282"/>
                  </a:lnTo>
                  <a:lnTo>
                    <a:pt x="1200" y="282"/>
                  </a:lnTo>
                  <a:lnTo>
                    <a:pt x="1200" y="282"/>
                  </a:lnTo>
                  <a:lnTo>
                    <a:pt x="1197" y="282"/>
                  </a:lnTo>
                  <a:lnTo>
                    <a:pt x="1197" y="282"/>
                  </a:lnTo>
                  <a:lnTo>
                    <a:pt x="1197" y="282"/>
                  </a:lnTo>
                  <a:lnTo>
                    <a:pt x="1197" y="282"/>
                  </a:lnTo>
                  <a:lnTo>
                    <a:pt x="1197" y="285"/>
                  </a:lnTo>
                  <a:lnTo>
                    <a:pt x="1195" y="285"/>
                  </a:lnTo>
                  <a:lnTo>
                    <a:pt x="1195" y="285"/>
                  </a:lnTo>
                  <a:lnTo>
                    <a:pt x="1195" y="287"/>
                  </a:lnTo>
                  <a:lnTo>
                    <a:pt x="1195" y="287"/>
                  </a:lnTo>
                  <a:lnTo>
                    <a:pt x="1195" y="287"/>
                  </a:lnTo>
                  <a:lnTo>
                    <a:pt x="1195" y="287"/>
                  </a:lnTo>
                  <a:lnTo>
                    <a:pt x="1195" y="287"/>
                  </a:lnTo>
                  <a:lnTo>
                    <a:pt x="1195" y="289"/>
                  </a:lnTo>
                  <a:lnTo>
                    <a:pt x="1193" y="289"/>
                  </a:lnTo>
                  <a:lnTo>
                    <a:pt x="1193" y="289"/>
                  </a:lnTo>
                  <a:lnTo>
                    <a:pt x="1193" y="289"/>
                  </a:lnTo>
                  <a:lnTo>
                    <a:pt x="1190" y="289"/>
                  </a:lnTo>
                  <a:lnTo>
                    <a:pt x="1190" y="292"/>
                  </a:lnTo>
                  <a:lnTo>
                    <a:pt x="1190" y="292"/>
                  </a:lnTo>
                  <a:lnTo>
                    <a:pt x="1190" y="292"/>
                  </a:lnTo>
                  <a:lnTo>
                    <a:pt x="1190" y="292"/>
                  </a:lnTo>
                  <a:lnTo>
                    <a:pt x="1190" y="294"/>
                  </a:lnTo>
                  <a:lnTo>
                    <a:pt x="1188" y="294"/>
                  </a:lnTo>
                  <a:lnTo>
                    <a:pt x="1188" y="294"/>
                  </a:lnTo>
                  <a:lnTo>
                    <a:pt x="1188" y="294"/>
                  </a:lnTo>
                  <a:lnTo>
                    <a:pt x="1188" y="292"/>
                  </a:lnTo>
                  <a:lnTo>
                    <a:pt x="1186" y="292"/>
                  </a:lnTo>
                  <a:lnTo>
                    <a:pt x="1186" y="292"/>
                  </a:lnTo>
                  <a:lnTo>
                    <a:pt x="1183" y="292"/>
                  </a:lnTo>
                  <a:lnTo>
                    <a:pt x="1183" y="294"/>
                  </a:lnTo>
                  <a:lnTo>
                    <a:pt x="1183" y="294"/>
                  </a:lnTo>
                  <a:lnTo>
                    <a:pt x="1183" y="292"/>
                  </a:lnTo>
                  <a:lnTo>
                    <a:pt x="1183" y="292"/>
                  </a:lnTo>
                  <a:lnTo>
                    <a:pt x="1181" y="292"/>
                  </a:lnTo>
                  <a:lnTo>
                    <a:pt x="1181" y="294"/>
                  </a:lnTo>
                  <a:lnTo>
                    <a:pt x="1181" y="294"/>
                  </a:lnTo>
                  <a:lnTo>
                    <a:pt x="1181" y="294"/>
                  </a:lnTo>
                  <a:lnTo>
                    <a:pt x="1178" y="294"/>
                  </a:lnTo>
                  <a:lnTo>
                    <a:pt x="1178" y="292"/>
                  </a:lnTo>
                  <a:lnTo>
                    <a:pt x="1178" y="292"/>
                  </a:lnTo>
                  <a:lnTo>
                    <a:pt x="1176" y="292"/>
                  </a:lnTo>
                  <a:lnTo>
                    <a:pt x="1176" y="292"/>
                  </a:lnTo>
                  <a:lnTo>
                    <a:pt x="1176" y="292"/>
                  </a:lnTo>
                  <a:lnTo>
                    <a:pt x="1174" y="292"/>
                  </a:lnTo>
                  <a:lnTo>
                    <a:pt x="1174" y="294"/>
                  </a:lnTo>
                  <a:lnTo>
                    <a:pt x="1174" y="294"/>
                  </a:lnTo>
                  <a:lnTo>
                    <a:pt x="1171" y="294"/>
                  </a:lnTo>
                  <a:lnTo>
                    <a:pt x="1171" y="294"/>
                  </a:lnTo>
                  <a:lnTo>
                    <a:pt x="1171" y="294"/>
                  </a:lnTo>
                  <a:lnTo>
                    <a:pt x="1171" y="294"/>
                  </a:lnTo>
                  <a:lnTo>
                    <a:pt x="1171" y="296"/>
                  </a:lnTo>
                  <a:lnTo>
                    <a:pt x="1171" y="296"/>
                  </a:lnTo>
                  <a:lnTo>
                    <a:pt x="1171" y="296"/>
                  </a:lnTo>
                  <a:lnTo>
                    <a:pt x="1171" y="299"/>
                  </a:lnTo>
                  <a:lnTo>
                    <a:pt x="1171" y="299"/>
                  </a:lnTo>
                  <a:lnTo>
                    <a:pt x="1171" y="299"/>
                  </a:lnTo>
                  <a:lnTo>
                    <a:pt x="1171" y="301"/>
                  </a:lnTo>
                  <a:lnTo>
                    <a:pt x="1171" y="301"/>
                  </a:lnTo>
                  <a:lnTo>
                    <a:pt x="1174" y="301"/>
                  </a:lnTo>
                  <a:lnTo>
                    <a:pt x="1174" y="301"/>
                  </a:lnTo>
                  <a:lnTo>
                    <a:pt x="1174" y="301"/>
                  </a:lnTo>
                  <a:lnTo>
                    <a:pt x="1176" y="301"/>
                  </a:lnTo>
                  <a:lnTo>
                    <a:pt x="1176" y="304"/>
                  </a:lnTo>
                  <a:lnTo>
                    <a:pt x="1176" y="304"/>
                  </a:lnTo>
                  <a:lnTo>
                    <a:pt x="1176" y="306"/>
                  </a:lnTo>
                  <a:lnTo>
                    <a:pt x="1176" y="306"/>
                  </a:lnTo>
                  <a:lnTo>
                    <a:pt x="1174" y="306"/>
                  </a:lnTo>
                  <a:lnTo>
                    <a:pt x="1174" y="306"/>
                  </a:lnTo>
                  <a:lnTo>
                    <a:pt x="1174" y="306"/>
                  </a:lnTo>
                  <a:lnTo>
                    <a:pt x="1174" y="308"/>
                  </a:lnTo>
                  <a:lnTo>
                    <a:pt x="1171" y="308"/>
                  </a:lnTo>
                  <a:lnTo>
                    <a:pt x="1171" y="308"/>
                  </a:lnTo>
                  <a:lnTo>
                    <a:pt x="1171" y="308"/>
                  </a:lnTo>
                  <a:lnTo>
                    <a:pt x="1171" y="308"/>
                  </a:lnTo>
                  <a:lnTo>
                    <a:pt x="1169" y="308"/>
                  </a:lnTo>
                  <a:lnTo>
                    <a:pt x="1169" y="308"/>
                  </a:lnTo>
                  <a:lnTo>
                    <a:pt x="1169" y="308"/>
                  </a:lnTo>
                  <a:lnTo>
                    <a:pt x="1169" y="308"/>
                  </a:lnTo>
                  <a:lnTo>
                    <a:pt x="1169" y="306"/>
                  </a:lnTo>
                  <a:lnTo>
                    <a:pt x="1167" y="306"/>
                  </a:lnTo>
                  <a:lnTo>
                    <a:pt x="1167" y="308"/>
                  </a:lnTo>
                  <a:lnTo>
                    <a:pt x="1167" y="308"/>
                  </a:lnTo>
                  <a:lnTo>
                    <a:pt x="1164" y="308"/>
                  </a:lnTo>
                  <a:lnTo>
                    <a:pt x="1164" y="308"/>
                  </a:lnTo>
                  <a:lnTo>
                    <a:pt x="1164" y="308"/>
                  </a:lnTo>
                  <a:lnTo>
                    <a:pt x="1162" y="308"/>
                  </a:lnTo>
                  <a:lnTo>
                    <a:pt x="1162" y="308"/>
                  </a:lnTo>
                  <a:lnTo>
                    <a:pt x="1162" y="308"/>
                  </a:lnTo>
                  <a:lnTo>
                    <a:pt x="1159" y="308"/>
                  </a:lnTo>
                  <a:lnTo>
                    <a:pt x="1159" y="306"/>
                  </a:lnTo>
                  <a:lnTo>
                    <a:pt x="1159" y="306"/>
                  </a:lnTo>
                  <a:lnTo>
                    <a:pt x="1157" y="306"/>
                  </a:lnTo>
                  <a:lnTo>
                    <a:pt x="1157" y="306"/>
                  </a:lnTo>
                  <a:lnTo>
                    <a:pt x="1157" y="306"/>
                  </a:lnTo>
                  <a:lnTo>
                    <a:pt x="1155" y="306"/>
                  </a:lnTo>
                  <a:lnTo>
                    <a:pt x="1155" y="306"/>
                  </a:lnTo>
                  <a:lnTo>
                    <a:pt x="1155" y="306"/>
                  </a:lnTo>
                  <a:lnTo>
                    <a:pt x="1155" y="306"/>
                  </a:lnTo>
                  <a:lnTo>
                    <a:pt x="1152" y="306"/>
                  </a:lnTo>
                  <a:lnTo>
                    <a:pt x="1152" y="306"/>
                  </a:lnTo>
                  <a:lnTo>
                    <a:pt x="1152" y="306"/>
                  </a:lnTo>
                  <a:lnTo>
                    <a:pt x="1150" y="306"/>
                  </a:lnTo>
                  <a:lnTo>
                    <a:pt x="1150" y="306"/>
                  </a:lnTo>
                  <a:lnTo>
                    <a:pt x="1150" y="304"/>
                  </a:lnTo>
                  <a:lnTo>
                    <a:pt x="1150" y="304"/>
                  </a:lnTo>
                  <a:lnTo>
                    <a:pt x="1150" y="304"/>
                  </a:lnTo>
                  <a:lnTo>
                    <a:pt x="1150" y="301"/>
                  </a:lnTo>
                  <a:lnTo>
                    <a:pt x="1148" y="301"/>
                  </a:lnTo>
                  <a:lnTo>
                    <a:pt x="1148" y="301"/>
                  </a:lnTo>
                  <a:lnTo>
                    <a:pt x="1148" y="299"/>
                  </a:lnTo>
                  <a:lnTo>
                    <a:pt x="1148" y="299"/>
                  </a:lnTo>
                  <a:lnTo>
                    <a:pt x="1148" y="299"/>
                  </a:lnTo>
                  <a:lnTo>
                    <a:pt x="1148" y="299"/>
                  </a:lnTo>
                  <a:lnTo>
                    <a:pt x="1145" y="299"/>
                  </a:lnTo>
                  <a:lnTo>
                    <a:pt x="1145" y="299"/>
                  </a:lnTo>
                  <a:lnTo>
                    <a:pt x="1145" y="299"/>
                  </a:lnTo>
                  <a:lnTo>
                    <a:pt x="1143" y="299"/>
                  </a:lnTo>
                  <a:lnTo>
                    <a:pt x="1143" y="299"/>
                  </a:lnTo>
                  <a:lnTo>
                    <a:pt x="1143" y="301"/>
                  </a:lnTo>
                  <a:lnTo>
                    <a:pt x="1143" y="301"/>
                  </a:lnTo>
                  <a:lnTo>
                    <a:pt x="1143" y="299"/>
                  </a:lnTo>
                  <a:lnTo>
                    <a:pt x="1141" y="299"/>
                  </a:lnTo>
                  <a:lnTo>
                    <a:pt x="1141" y="301"/>
                  </a:lnTo>
                  <a:lnTo>
                    <a:pt x="1141" y="301"/>
                  </a:lnTo>
                  <a:lnTo>
                    <a:pt x="1141" y="301"/>
                  </a:lnTo>
                  <a:lnTo>
                    <a:pt x="1141" y="301"/>
                  </a:lnTo>
                  <a:lnTo>
                    <a:pt x="1141" y="304"/>
                  </a:lnTo>
                  <a:lnTo>
                    <a:pt x="1138" y="304"/>
                  </a:lnTo>
                  <a:lnTo>
                    <a:pt x="1138" y="304"/>
                  </a:lnTo>
                  <a:lnTo>
                    <a:pt x="1138" y="306"/>
                  </a:lnTo>
                  <a:lnTo>
                    <a:pt x="1138" y="306"/>
                  </a:lnTo>
                  <a:lnTo>
                    <a:pt x="1138" y="306"/>
                  </a:lnTo>
                  <a:lnTo>
                    <a:pt x="1138" y="306"/>
                  </a:lnTo>
                  <a:lnTo>
                    <a:pt x="1136" y="306"/>
                  </a:lnTo>
                  <a:lnTo>
                    <a:pt x="1136" y="308"/>
                  </a:lnTo>
                  <a:lnTo>
                    <a:pt x="1136" y="308"/>
                  </a:lnTo>
                  <a:lnTo>
                    <a:pt x="1136" y="308"/>
                  </a:lnTo>
                  <a:lnTo>
                    <a:pt x="1136" y="311"/>
                  </a:lnTo>
                  <a:lnTo>
                    <a:pt x="1136" y="311"/>
                  </a:lnTo>
                  <a:lnTo>
                    <a:pt x="1136" y="311"/>
                  </a:lnTo>
                  <a:lnTo>
                    <a:pt x="1133" y="311"/>
                  </a:lnTo>
                  <a:lnTo>
                    <a:pt x="1133" y="313"/>
                  </a:lnTo>
                  <a:lnTo>
                    <a:pt x="1133" y="313"/>
                  </a:lnTo>
                  <a:lnTo>
                    <a:pt x="1133" y="313"/>
                  </a:lnTo>
                  <a:lnTo>
                    <a:pt x="1131" y="313"/>
                  </a:lnTo>
                  <a:lnTo>
                    <a:pt x="1131" y="315"/>
                  </a:lnTo>
                  <a:lnTo>
                    <a:pt x="1131" y="315"/>
                  </a:lnTo>
                  <a:lnTo>
                    <a:pt x="1131" y="315"/>
                  </a:lnTo>
                  <a:lnTo>
                    <a:pt x="1131" y="315"/>
                  </a:lnTo>
                  <a:lnTo>
                    <a:pt x="1129" y="315"/>
                  </a:lnTo>
                  <a:lnTo>
                    <a:pt x="1129" y="315"/>
                  </a:lnTo>
                  <a:lnTo>
                    <a:pt x="1129" y="315"/>
                  </a:lnTo>
                  <a:lnTo>
                    <a:pt x="1129" y="318"/>
                  </a:lnTo>
                  <a:lnTo>
                    <a:pt x="1129" y="318"/>
                  </a:lnTo>
                  <a:lnTo>
                    <a:pt x="1129" y="318"/>
                  </a:lnTo>
                  <a:lnTo>
                    <a:pt x="1129" y="320"/>
                  </a:lnTo>
                  <a:lnTo>
                    <a:pt x="1126" y="320"/>
                  </a:lnTo>
                  <a:lnTo>
                    <a:pt x="1126" y="320"/>
                  </a:lnTo>
                  <a:lnTo>
                    <a:pt x="1126" y="320"/>
                  </a:lnTo>
                  <a:lnTo>
                    <a:pt x="1126" y="323"/>
                  </a:lnTo>
                  <a:lnTo>
                    <a:pt x="1124" y="323"/>
                  </a:lnTo>
                  <a:lnTo>
                    <a:pt x="1124" y="323"/>
                  </a:lnTo>
                  <a:lnTo>
                    <a:pt x="1124" y="323"/>
                  </a:lnTo>
                  <a:lnTo>
                    <a:pt x="1122" y="323"/>
                  </a:lnTo>
                  <a:lnTo>
                    <a:pt x="1122" y="323"/>
                  </a:lnTo>
                  <a:lnTo>
                    <a:pt x="1122" y="323"/>
                  </a:lnTo>
                  <a:lnTo>
                    <a:pt x="1119" y="323"/>
                  </a:lnTo>
                  <a:lnTo>
                    <a:pt x="1119" y="323"/>
                  </a:lnTo>
                  <a:lnTo>
                    <a:pt x="1119" y="323"/>
                  </a:lnTo>
                  <a:lnTo>
                    <a:pt x="1119" y="325"/>
                  </a:lnTo>
                  <a:lnTo>
                    <a:pt x="1119" y="325"/>
                  </a:lnTo>
                  <a:lnTo>
                    <a:pt x="1117" y="325"/>
                  </a:lnTo>
                  <a:lnTo>
                    <a:pt x="1117" y="325"/>
                  </a:lnTo>
                  <a:lnTo>
                    <a:pt x="1117" y="325"/>
                  </a:lnTo>
                  <a:lnTo>
                    <a:pt x="1117" y="325"/>
                  </a:lnTo>
                  <a:lnTo>
                    <a:pt x="1115" y="325"/>
                  </a:lnTo>
                  <a:lnTo>
                    <a:pt x="1115" y="325"/>
                  </a:lnTo>
                  <a:lnTo>
                    <a:pt x="1115" y="327"/>
                  </a:lnTo>
                  <a:lnTo>
                    <a:pt x="1115" y="327"/>
                  </a:lnTo>
                  <a:lnTo>
                    <a:pt x="1115" y="327"/>
                  </a:lnTo>
                  <a:lnTo>
                    <a:pt x="1112" y="327"/>
                  </a:lnTo>
                  <a:lnTo>
                    <a:pt x="1112" y="327"/>
                  </a:lnTo>
                  <a:lnTo>
                    <a:pt x="1110" y="327"/>
                  </a:lnTo>
                  <a:lnTo>
                    <a:pt x="1110" y="327"/>
                  </a:lnTo>
                  <a:lnTo>
                    <a:pt x="1110" y="327"/>
                  </a:lnTo>
                  <a:lnTo>
                    <a:pt x="1107" y="327"/>
                  </a:lnTo>
                  <a:lnTo>
                    <a:pt x="1107" y="330"/>
                  </a:lnTo>
                  <a:lnTo>
                    <a:pt x="1107" y="330"/>
                  </a:lnTo>
                  <a:lnTo>
                    <a:pt x="1107" y="330"/>
                  </a:lnTo>
                  <a:lnTo>
                    <a:pt x="1107" y="330"/>
                  </a:lnTo>
                  <a:lnTo>
                    <a:pt x="1105" y="330"/>
                  </a:lnTo>
                  <a:lnTo>
                    <a:pt x="1105" y="330"/>
                  </a:lnTo>
                  <a:lnTo>
                    <a:pt x="1105" y="332"/>
                  </a:lnTo>
                  <a:lnTo>
                    <a:pt x="1105" y="332"/>
                  </a:lnTo>
                  <a:lnTo>
                    <a:pt x="1105" y="332"/>
                  </a:lnTo>
                  <a:lnTo>
                    <a:pt x="1105" y="332"/>
                  </a:lnTo>
                  <a:lnTo>
                    <a:pt x="1103" y="332"/>
                  </a:lnTo>
                  <a:lnTo>
                    <a:pt x="1103" y="332"/>
                  </a:lnTo>
                  <a:lnTo>
                    <a:pt x="1103" y="332"/>
                  </a:lnTo>
                  <a:lnTo>
                    <a:pt x="1103" y="334"/>
                  </a:lnTo>
                  <a:lnTo>
                    <a:pt x="1100" y="334"/>
                  </a:lnTo>
                  <a:lnTo>
                    <a:pt x="1100" y="334"/>
                  </a:lnTo>
                  <a:lnTo>
                    <a:pt x="1100" y="334"/>
                  </a:lnTo>
                  <a:lnTo>
                    <a:pt x="1098" y="334"/>
                  </a:lnTo>
                  <a:lnTo>
                    <a:pt x="1098" y="337"/>
                  </a:lnTo>
                  <a:lnTo>
                    <a:pt x="1098" y="337"/>
                  </a:lnTo>
                  <a:lnTo>
                    <a:pt x="1098" y="337"/>
                  </a:lnTo>
                  <a:lnTo>
                    <a:pt x="1098" y="337"/>
                  </a:lnTo>
                  <a:lnTo>
                    <a:pt x="1096" y="337"/>
                  </a:lnTo>
                  <a:lnTo>
                    <a:pt x="1096" y="337"/>
                  </a:lnTo>
                  <a:lnTo>
                    <a:pt x="1096" y="337"/>
                  </a:lnTo>
                  <a:lnTo>
                    <a:pt x="1096" y="337"/>
                  </a:lnTo>
                  <a:lnTo>
                    <a:pt x="1096" y="339"/>
                  </a:lnTo>
                  <a:lnTo>
                    <a:pt x="1093" y="339"/>
                  </a:lnTo>
                  <a:lnTo>
                    <a:pt x="1093" y="339"/>
                  </a:lnTo>
                  <a:lnTo>
                    <a:pt x="1093" y="339"/>
                  </a:lnTo>
                  <a:lnTo>
                    <a:pt x="1091" y="339"/>
                  </a:lnTo>
                  <a:lnTo>
                    <a:pt x="1091" y="341"/>
                  </a:lnTo>
                  <a:lnTo>
                    <a:pt x="1091" y="341"/>
                  </a:lnTo>
                  <a:lnTo>
                    <a:pt x="1091" y="341"/>
                  </a:lnTo>
                  <a:lnTo>
                    <a:pt x="1091" y="341"/>
                  </a:lnTo>
                  <a:lnTo>
                    <a:pt x="1091" y="344"/>
                  </a:lnTo>
                  <a:lnTo>
                    <a:pt x="1091" y="344"/>
                  </a:lnTo>
                  <a:lnTo>
                    <a:pt x="1091" y="344"/>
                  </a:lnTo>
                  <a:lnTo>
                    <a:pt x="1091" y="344"/>
                  </a:lnTo>
                  <a:lnTo>
                    <a:pt x="1091" y="346"/>
                  </a:lnTo>
                  <a:lnTo>
                    <a:pt x="1088" y="346"/>
                  </a:lnTo>
                  <a:lnTo>
                    <a:pt x="1088" y="346"/>
                  </a:lnTo>
                  <a:lnTo>
                    <a:pt x="1088" y="346"/>
                  </a:lnTo>
                  <a:lnTo>
                    <a:pt x="1088" y="346"/>
                  </a:lnTo>
                  <a:lnTo>
                    <a:pt x="1088" y="346"/>
                  </a:lnTo>
                  <a:lnTo>
                    <a:pt x="1088" y="349"/>
                  </a:lnTo>
                  <a:lnTo>
                    <a:pt x="1086" y="349"/>
                  </a:lnTo>
                  <a:lnTo>
                    <a:pt x="1086" y="349"/>
                  </a:lnTo>
                  <a:lnTo>
                    <a:pt x="1086" y="349"/>
                  </a:lnTo>
                  <a:lnTo>
                    <a:pt x="1084" y="349"/>
                  </a:lnTo>
                  <a:lnTo>
                    <a:pt x="1084" y="349"/>
                  </a:lnTo>
                  <a:lnTo>
                    <a:pt x="1084" y="349"/>
                  </a:lnTo>
                  <a:lnTo>
                    <a:pt x="1081" y="349"/>
                  </a:lnTo>
                  <a:lnTo>
                    <a:pt x="1081" y="349"/>
                  </a:lnTo>
                  <a:lnTo>
                    <a:pt x="1081" y="349"/>
                  </a:lnTo>
                  <a:lnTo>
                    <a:pt x="1079" y="349"/>
                  </a:lnTo>
                  <a:lnTo>
                    <a:pt x="1079" y="351"/>
                  </a:lnTo>
                  <a:lnTo>
                    <a:pt x="1079" y="351"/>
                  </a:lnTo>
                  <a:lnTo>
                    <a:pt x="1079" y="351"/>
                  </a:lnTo>
                  <a:lnTo>
                    <a:pt x="1077" y="351"/>
                  </a:lnTo>
                  <a:lnTo>
                    <a:pt x="1077" y="351"/>
                  </a:lnTo>
                  <a:lnTo>
                    <a:pt x="1077" y="351"/>
                  </a:lnTo>
                  <a:lnTo>
                    <a:pt x="1077" y="349"/>
                  </a:lnTo>
                  <a:lnTo>
                    <a:pt x="1077" y="349"/>
                  </a:lnTo>
                  <a:lnTo>
                    <a:pt x="1074" y="349"/>
                  </a:lnTo>
                  <a:lnTo>
                    <a:pt x="1074" y="351"/>
                  </a:lnTo>
                  <a:lnTo>
                    <a:pt x="1074" y="351"/>
                  </a:lnTo>
                  <a:lnTo>
                    <a:pt x="1074" y="351"/>
                  </a:lnTo>
                  <a:lnTo>
                    <a:pt x="1074" y="351"/>
                  </a:lnTo>
                  <a:lnTo>
                    <a:pt x="1074" y="351"/>
                  </a:lnTo>
                  <a:lnTo>
                    <a:pt x="1072" y="351"/>
                  </a:lnTo>
                  <a:lnTo>
                    <a:pt x="1072" y="351"/>
                  </a:lnTo>
                  <a:lnTo>
                    <a:pt x="1072" y="351"/>
                  </a:lnTo>
                  <a:lnTo>
                    <a:pt x="1070" y="351"/>
                  </a:lnTo>
                  <a:lnTo>
                    <a:pt x="1070" y="351"/>
                  </a:lnTo>
                  <a:lnTo>
                    <a:pt x="1070" y="351"/>
                  </a:lnTo>
                  <a:lnTo>
                    <a:pt x="1070" y="351"/>
                  </a:lnTo>
                  <a:lnTo>
                    <a:pt x="1067" y="351"/>
                  </a:lnTo>
                  <a:lnTo>
                    <a:pt x="1067" y="351"/>
                  </a:lnTo>
                  <a:lnTo>
                    <a:pt x="1067" y="353"/>
                  </a:lnTo>
                  <a:lnTo>
                    <a:pt x="1067" y="353"/>
                  </a:lnTo>
                  <a:lnTo>
                    <a:pt x="1065" y="353"/>
                  </a:lnTo>
                  <a:lnTo>
                    <a:pt x="1065" y="353"/>
                  </a:lnTo>
                  <a:lnTo>
                    <a:pt x="1065" y="353"/>
                  </a:lnTo>
                  <a:lnTo>
                    <a:pt x="1065" y="353"/>
                  </a:lnTo>
                  <a:lnTo>
                    <a:pt x="1065" y="353"/>
                  </a:lnTo>
                  <a:lnTo>
                    <a:pt x="1062" y="353"/>
                  </a:lnTo>
                  <a:lnTo>
                    <a:pt x="1062" y="353"/>
                  </a:lnTo>
                  <a:lnTo>
                    <a:pt x="1062" y="353"/>
                  </a:lnTo>
                  <a:lnTo>
                    <a:pt x="1062" y="353"/>
                  </a:lnTo>
                  <a:lnTo>
                    <a:pt x="1062" y="356"/>
                  </a:lnTo>
                  <a:lnTo>
                    <a:pt x="1062" y="356"/>
                  </a:lnTo>
                  <a:lnTo>
                    <a:pt x="1062" y="356"/>
                  </a:lnTo>
                  <a:lnTo>
                    <a:pt x="1062" y="356"/>
                  </a:lnTo>
                  <a:lnTo>
                    <a:pt x="1062" y="356"/>
                  </a:lnTo>
                  <a:lnTo>
                    <a:pt x="1062" y="358"/>
                  </a:lnTo>
                  <a:lnTo>
                    <a:pt x="1065" y="358"/>
                  </a:lnTo>
                  <a:lnTo>
                    <a:pt x="1065" y="358"/>
                  </a:lnTo>
                  <a:lnTo>
                    <a:pt x="1062" y="358"/>
                  </a:lnTo>
                  <a:lnTo>
                    <a:pt x="1062" y="358"/>
                  </a:lnTo>
                  <a:lnTo>
                    <a:pt x="1062" y="358"/>
                  </a:lnTo>
                  <a:lnTo>
                    <a:pt x="1062" y="358"/>
                  </a:lnTo>
                  <a:lnTo>
                    <a:pt x="1060" y="358"/>
                  </a:lnTo>
                  <a:lnTo>
                    <a:pt x="1060" y="356"/>
                  </a:lnTo>
                  <a:lnTo>
                    <a:pt x="1060" y="356"/>
                  </a:lnTo>
                  <a:lnTo>
                    <a:pt x="1060" y="356"/>
                  </a:lnTo>
                  <a:lnTo>
                    <a:pt x="1060" y="356"/>
                  </a:lnTo>
                  <a:lnTo>
                    <a:pt x="1060" y="356"/>
                  </a:lnTo>
                  <a:lnTo>
                    <a:pt x="1060" y="356"/>
                  </a:lnTo>
                  <a:lnTo>
                    <a:pt x="1058" y="356"/>
                  </a:lnTo>
                  <a:lnTo>
                    <a:pt x="1058" y="356"/>
                  </a:lnTo>
                  <a:lnTo>
                    <a:pt x="1058" y="356"/>
                  </a:lnTo>
                  <a:lnTo>
                    <a:pt x="1058" y="356"/>
                  </a:lnTo>
                  <a:lnTo>
                    <a:pt x="1055" y="356"/>
                  </a:lnTo>
                  <a:lnTo>
                    <a:pt x="1055" y="356"/>
                  </a:lnTo>
                  <a:lnTo>
                    <a:pt x="1055" y="356"/>
                  </a:lnTo>
                  <a:lnTo>
                    <a:pt x="1055" y="356"/>
                  </a:lnTo>
                  <a:lnTo>
                    <a:pt x="1055" y="358"/>
                  </a:lnTo>
                  <a:lnTo>
                    <a:pt x="1053" y="358"/>
                  </a:lnTo>
                  <a:lnTo>
                    <a:pt x="1053" y="358"/>
                  </a:lnTo>
                  <a:lnTo>
                    <a:pt x="1053" y="358"/>
                  </a:lnTo>
                  <a:lnTo>
                    <a:pt x="1051" y="358"/>
                  </a:lnTo>
                  <a:lnTo>
                    <a:pt x="1051" y="358"/>
                  </a:lnTo>
                  <a:lnTo>
                    <a:pt x="1051" y="360"/>
                  </a:lnTo>
                  <a:lnTo>
                    <a:pt x="1051" y="360"/>
                  </a:lnTo>
                  <a:lnTo>
                    <a:pt x="1048" y="360"/>
                  </a:lnTo>
                  <a:lnTo>
                    <a:pt x="1048" y="360"/>
                  </a:lnTo>
                  <a:lnTo>
                    <a:pt x="1048" y="360"/>
                  </a:lnTo>
                  <a:lnTo>
                    <a:pt x="1048" y="363"/>
                  </a:lnTo>
                  <a:lnTo>
                    <a:pt x="1048" y="363"/>
                  </a:lnTo>
                  <a:lnTo>
                    <a:pt x="1048" y="363"/>
                  </a:lnTo>
                  <a:lnTo>
                    <a:pt x="1046" y="363"/>
                  </a:lnTo>
                  <a:lnTo>
                    <a:pt x="1046" y="363"/>
                  </a:lnTo>
                  <a:lnTo>
                    <a:pt x="1044" y="363"/>
                  </a:lnTo>
                  <a:lnTo>
                    <a:pt x="1044" y="365"/>
                  </a:lnTo>
                  <a:lnTo>
                    <a:pt x="1044" y="365"/>
                  </a:lnTo>
                  <a:lnTo>
                    <a:pt x="1044" y="365"/>
                  </a:lnTo>
                  <a:lnTo>
                    <a:pt x="1044" y="365"/>
                  </a:lnTo>
                  <a:lnTo>
                    <a:pt x="1044" y="365"/>
                  </a:lnTo>
                  <a:lnTo>
                    <a:pt x="1044" y="365"/>
                  </a:lnTo>
                  <a:lnTo>
                    <a:pt x="1044" y="365"/>
                  </a:lnTo>
                  <a:lnTo>
                    <a:pt x="1044" y="365"/>
                  </a:lnTo>
                  <a:lnTo>
                    <a:pt x="1044" y="365"/>
                  </a:lnTo>
                  <a:lnTo>
                    <a:pt x="1044" y="368"/>
                  </a:lnTo>
                  <a:lnTo>
                    <a:pt x="1041" y="368"/>
                  </a:lnTo>
                  <a:lnTo>
                    <a:pt x="1041" y="368"/>
                  </a:lnTo>
                  <a:lnTo>
                    <a:pt x="1041" y="368"/>
                  </a:lnTo>
                  <a:lnTo>
                    <a:pt x="1041" y="368"/>
                  </a:lnTo>
                  <a:lnTo>
                    <a:pt x="1041" y="370"/>
                  </a:lnTo>
                  <a:lnTo>
                    <a:pt x="1039" y="370"/>
                  </a:lnTo>
                  <a:lnTo>
                    <a:pt x="1039" y="370"/>
                  </a:lnTo>
                  <a:lnTo>
                    <a:pt x="1039" y="370"/>
                  </a:lnTo>
                  <a:lnTo>
                    <a:pt x="1039" y="372"/>
                  </a:lnTo>
                  <a:lnTo>
                    <a:pt x="1036" y="372"/>
                  </a:lnTo>
                  <a:lnTo>
                    <a:pt x="1036" y="372"/>
                  </a:lnTo>
                  <a:lnTo>
                    <a:pt x="1036" y="375"/>
                  </a:lnTo>
                  <a:lnTo>
                    <a:pt x="1036" y="375"/>
                  </a:lnTo>
                  <a:lnTo>
                    <a:pt x="1036" y="375"/>
                  </a:lnTo>
                  <a:lnTo>
                    <a:pt x="1036" y="372"/>
                  </a:lnTo>
                  <a:lnTo>
                    <a:pt x="1036" y="372"/>
                  </a:lnTo>
                  <a:lnTo>
                    <a:pt x="1036" y="370"/>
                  </a:lnTo>
                  <a:lnTo>
                    <a:pt x="1036" y="370"/>
                  </a:lnTo>
                  <a:lnTo>
                    <a:pt x="1034" y="370"/>
                  </a:lnTo>
                  <a:lnTo>
                    <a:pt x="1034" y="370"/>
                  </a:lnTo>
                  <a:lnTo>
                    <a:pt x="1034" y="370"/>
                  </a:lnTo>
                  <a:lnTo>
                    <a:pt x="1034" y="372"/>
                  </a:lnTo>
                  <a:lnTo>
                    <a:pt x="1034" y="372"/>
                  </a:lnTo>
                  <a:lnTo>
                    <a:pt x="1034" y="372"/>
                  </a:lnTo>
                  <a:lnTo>
                    <a:pt x="1034" y="375"/>
                  </a:lnTo>
                  <a:lnTo>
                    <a:pt x="1034" y="375"/>
                  </a:lnTo>
                  <a:lnTo>
                    <a:pt x="1034" y="375"/>
                  </a:lnTo>
                  <a:lnTo>
                    <a:pt x="1032" y="375"/>
                  </a:lnTo>
                  <a:lnTo>
                    <a:pt x="1032" y="375"/>
                  </a:lnTo>
                  <a:lnTo>
                    <a:pt x="1029" y="375"/>
                  </a:lnTo>
                  <a:lnTo>
                    <a:pt x="1029" y="375"/>
                  </a:lnTo>
                  <a:lnTo>
                    <a:pt x="1029" y="375"/>
                  </a:lnTo>
                  <a:lnTo>
                    <a:pt x="1029" y="375"/>
                  </a:lnTo>
                  <a:lnTo>
                    <a:pt x="1027" y="375"/>
                  </a:lnTo>
                  <a:lnTo>
                    <a:pt x="1027" y="375"/>
                  </a:lnTo>
                  <a:lnTo>
                    <a:pt x="1025" y="375"/>
                  </a:lnTo>
                  <a:lnTo>
                    <a:pt x="1025" y="375"/>
                  </a:lnTo>
                  <a:lnTo>
                    <a:pt x="1025" y="375"/>
                  </a:lnTo>
                  <a:lnTo>
                    <a:pt x="1025" y="375"/>
                  </a:lnTo>
                  <a:lnTo>
                    <a:pt x="1025" y="377"/>
                  </a:lnTo>
                  <a:lnTo>
                    <a:pt x="1022" y="377"/>
                  </a:lnTo>
                  <a:lnTo>
                    <a:pt x="1022" y="377"/>
                  </a:lnTo>
                  <a:lnTo>
                    <a:pt x="1022" y="377"/>
                  </a:lnTo>
                  <a:lnTo>
                    <a:pt x="1022" y="375"/>
                  </a:lnTo>
                  <a:lnTo>
                    <a:pt x="1020" y="375"/>
                  </a:lnTo>
                  <a:lnTo>
                    <a:pt x="1020" y="375"/>
                  </a:lnTo>
                  <a:lnTo>
                    <a:pt x="1020" y="375"/>
                  </a:lnTo>
                  <a:lnTo>
                    <a:pt x="1020" y="372"/>
                  </a:lnTo>
                  <a:lnTo>
                    <a:pt x="1020" y="372"/>
                  </a:lnTo>
                  <a:lnTo>
                    <a:pt x="1020" y="370"/>
                  </a:lnTo>
                  <a:lnTo>
                    <a:pt x="1022" y="370"/>
                  </a:lnTo>
                  <a:lnTo>
                    <a:pt x="1022" y="370"/>
                  </a:lnTo>
                  <a:lnTo>
                    <a:pt x="1022" y="370"/>
                  </a:lnTo>
                  <a:lnTo>
                    <a:pt x="1025" y="370"/>
                  </a:lnTo>
                  <a:lnTo>
                    <a:pt x="1025" y="370"/>
                  </a:lnTo>
                  <a:lnTo>
                    <a:pt x="1025" y="370"/>
                  </a:lnTo>
                  <a:lnTo>
                    <a:pt x="1025" y="368"/>
                  </a:lnTo>
                  <a:lnTo>
                    <a:pt x="1025" y="368"/>
                  </a:lnTo>
                  <a:lnTo>
                    <a:pt x="1025" y="368"/>
                  </a:lnTo>
                  <a:lnTo>
                    <a:pt x="1027" y="368"/>
                  </a:lnTo>
                  <a:lnTo>
                    <a:pt x="1027" y="368"/>
                  </a:lnTo>
                  <a:lnTo>
                    <a:pt x="1027" y="368"/>
                  </a:lnTo>
                  <a:lnTo>
                    <a:pt x="1029" y="368"/>
                  </a:lnTo>
                  <a:lnTo>
                    <a:pt x="1029" y="368"/>
                  </a:lnTo>
                  <a:lnTo>
                    <a:pt x="1029" y="368"/>
                  </a:lnTo>
                  <a:lnTo>
                    <a:pt x="1029" y="368"/>
                  </a:lnTo>
                  <a:lnTo>
                    <a:pt x="1032" y="368"/>
                  </a:lnTo>
                  <a:lnTo>
                    <a:pt x="1032" y="368"/>
                  </a:lnTo>
                  <a:lnTo>
                    <a:pt x="1032" y="365"/>
                  </a:lnTo>
                  <a:lnTo>
                    <a:pt x="1032" y="365"/>
                  </a:lnTo>
                  <a:lnTo>
                    <a:pt x="1032" y="365"/>
                  </a:lnTo>
                  <a:lnTo>
                    <a:pt x="1029" y="365"/>
                  </a:lnTo>
                  <a:lnTo>
                    <a:pt x="1029" y="365"/>
                  </a:lnTo>
                  <a:lnTo>
                    <a:pt x="1032" y="365"/>
                  </a:lnTo>
                  <a:lnTo>
                    <a:pt x="1032" y="363"/>
                  </a:lnTo>
                  <a:lnTo>
                    <a:pt x="1032" y="363"/>
                  </a:lnTo>
                  <a:lnTo>
                    <a:pt x="1029" y="363"/>
                  </a:lnTo>
                  <a:lnTo>
                    <a:pt x="1029" y="360"/>
                  </a:lnTo>
                  <a:lnTo>
                    <a:pt x="1029" y="360"/>
                  </a:lnTo>
                  <a:lnTo>
                    <a:pt x="1029" y="360"/>
                  </a:lnTo>
                  <a:lnTo>
                    <a:pt x="1029" y="360"/>
                  </a:lnTo>
                  <a:lnTo>
                    <a:pt x="1029" y="360"/>
                  </a:lnTo>
                  <a:lnTo>
                    <a:pt x="1027" y="360"/>
                  </a:lnTo>
                  <a:lnTo>
                    <a:pt x="1027" y="360"/>
                  </a:lnTo>
                  <a:lnTo>
                    <a:pt x="1025" y="360"/>
                  </a:lnTo>
                  <a:lnTo>
                    <a:pt x="1025" y="360"/>
                  </a:lnTo>
                  <a:lnTo>
                    <a:pt x="1025" y="360"/>
                  </a:lnTo>
                  <a:lnTo>
                    <a:pt x="1025" y="360"/>
                  </a:lnTo>
                  <a:lnTo>
                    <a:pt x="1022" y="360"/>
                  </a:lnTo>
                  <a:lnTo>
                    <a:pt x="1022" y="358"/>
                  </a:lnTo>
                  <a:lnTo>
                    <a:pt x="1025" y="358"/>
                  </a:lnTo>
                  <a:lnTo>
                    <a:pt x="1025" y="358"/>
                  </a:lnTo>
                  <a:lnTo>
                    <a:pt x="1025" y="358"/>
                  </a:lnTo>
                  <a:lnTo>
                    <a:pt x="1025" y="356"/>
                  </a:lnTo>
                  <a:lnTo>
                    <a:pt x="1025" y="356"/>
                  </a:lnTo>
                  <a:lnTo>
                    <a:pt x="1022" y="356"/>
                  </a:lnTo>
                  <a:lnTo>
                    <a:pt x="1022" y="356"/>
                  </a:lnTo>
                  <a:lnTo>
                    <a:pt x="1025" y="356"/>
                  </a:lnTo>
                  <a:lnTo>
                    <a:pt x="1025" y="356"/>
                  </a:lnTo>
                  <a:lnTo>
                    <a:pt x="1025" y="356"/>
                  </a:lnTo>
                  <a:lnTo>
                    <a:pt x="1025" y="353"/>
                  </a:lnTo>
                  <a:lnTo>
                    <a:pt x="1025" y="353"/>
                  </a:lnTo>
                  <a:lnTo>
                    <a:pt x="1027" y="353"/>
                  </a:lnTo>
                  <a:lnTo>
                    <a:pt x="1027" y="353"/>
                  </a:lnTo>
                  <a:lnTo>
                    <a:pt x="1027" y="353"/>
                  </a:lnTo>
                  <a:lnTo>
                    <a:pt x="1029" y="353"/>
                  </a:lnTo>
                  <a:lnTo>
                    <a:pt x="1029" y="351"/>
                  </a:lnTo>
                  <a:lnTo>
                    <a:pt x="1029" y="351"/>
                  </a:lnTo>
                  <a:lnTo>
                    <a:pt x="1029" y="349"/>
                  </a:lnTo>
                  <a:lnTo>
                    <a:pt x="1029" y="349"/>
                  </a:lnTo>
                  <a:lnTo>
                    <a:pt x="1029" y="349"/>
                  </a:lnTo>
                  <a:lnTo>
                    <a:pt x="1029" y="346"/>
                  </a:lnTo>
                  <a:lnTo>
                    <a:pt x="1029" y="346"/>
                  </a:lnTo>
                  <a:lnTo>
                    <a:pt x="1032" y="346"/>
                  </a:lnTo>
                  <a:lnTo>
                    <a:pt x="1032" y="346"/>
                  </a:lnTo>
                  <a:lnTo>
                    <a:pt x="1032" y="346"/>
                  </a:lnTo>
                  <a:lnTo>
                    <a:pt x="1034" y="346"/>
                  </a:lnTo>
                  <a:lnTo>
                    <a:pt x="1034" y="346"/>
                  </a:lnTo>
                  <a:lnTo>
                    <a:pt x="1034" y="346"/>
                  </a:lnTo>
                  <a:lnTo>
                    <a:pt x="1034" y="346"/>
                  </a:lnTo>
                  <a:lnTo>
                    <a:pt x="1036" y="346"/>
                  </a:lnTo>
                  <a:lnTo>
                    <a:pt x="1036" y="344"/>
                  </a:lnTo>
                  <a:lnTo>
                    <a:pt x="1036" y="344"/>
                  </a:lnTo>
                  <a:lnTo>
                    <a:pt x="1036" y="344"/>
                  </a:lnTo>
                  <a:lnTo>
                    <a:pt x="1036" y="344"/>
                  </a:lnTo>
                  <a:lnTo>
                    <a:pt x="1036" y="341"/>
                  </a:lnTo>
                  <a:lnTo>
                    <a:pt x="1039" y="341"/>
                  </a:lnTo>
                  <a:lnTo>
                    <a:pt x="1039" y="341"/>
                  </a:lnTo>
                  <a:lnTo>
                    <a:pt x="1039" y="341"/>
                  </a:lnTo>
                  <a:lnTo>
                    <a:pt x="1041" y="341"/>
                  </a:lnTo>
                  <a:lnTo>
                    <a:pt x="1041" y="339"/>
                  </a:lnTo>
                  <a:lnTo>
                    <a:pt x="1039" y="339"/>
                  </a:lnTo>
                  <a:lnTo>
                    <a:pt x="1039" y="339"/>
                  </a:lnTo>
                  <a:lnTo>
                    <a:pt x="1041" y="339"/>
                  </a:lnTo>
                  <a:lnTo>
                    <a:pt x="1041" y="339"/>
                  </a:lnTo>
                  <a:lnTo>
                    <a:pt x="1041" y="337"/>
                  </a:lnTo>
                  <a:lnTo>
                    <a:pt x="1041" y="337"/>
                  </a:lnTo>
                  <a:lnTo>
                    <a:pt x="1041" y="337"/>
                  </a:lnTo>
                  <a:lnTo>
                    <a:pt x="1041" y="337"/>
                  </a:lnTo>
                  <a:lnTo>
                    <a:pt x="1044" y="337"/>
                  </a:lnTo>
                  <a:lnTo>
                    <a:pt x="1044" y="334"/>
                  </a:lnTo>
                  <a:lnTo>
                    <a:pt x="1044" y="334"/>
                  </a:lnTo>
                  <a:lnTo>
                    <a:pt x="1044" y="334"/>
                  </a:lnTo>
                  <a:lnTo>
                    <a:pt x="1044" y="334"/>
                  </a:lnTo>
                  <a:lnTo>
                    <a:pt x="1044" y="332"/>
                  </a:lnTo>
                  <a:lnTo>
                    <a:pt x="1046" y="332"/>
                  </a:lnTo>
                  <a:lnTo>
                    <a:pt x="1046" y="332"/>
                  </a:lnTo>
                  <a:lnTo>
                    <a:pt x="1044" y="332"/>
                  </a:lnTo>
                  <a:lnTo>
                    <a:pt x="1044" y="330"/>
                  </a:lnTo>
                  <a:lnTo>
                    <a:pt x="1044" y="330"/>
                  </a:lnTo>
                  <a:lnTo>
                    <a:pt x="1044" y="330"/>
                  </a:lnTo>
                  <a:lnTo>
                    <a:pt x="1044" y="330"/>
                  </a:lnTo>
                  <a:lnTo>
                    <a:pt x="1044" y="327"/>
                  </a:lnTo>
                  <a:lnTo>
                    <a:pt x="1044" y="327"/>
                  </a:lnTo>
                  <a:lnTo>
                    <a:pt x="1041" y="327"/>
                  </a:lnTo>
                  <a:lnTo>
                    <a:pt x="1041" y="327"/>
                  </a:lnTo>
                  <a:lnTo>
                    <a:pt x="1041" y="325"/>
                  </a:lnTo>
                  <a:lnTo>
                    <a:pt x="1041" y="325"/>
                  </a:lnTo>
                  <a:lnTo>
                    <a:pt x="1041" y="325"/>
                  </a:lnTo>
                  <a:lnTo>
                    <a:pt x="1039" y="325"/>
                  </a:lnTo>
                  <a:lnTo>
                    <a:pt x="1039" y="325"/>
                  </a:lnTo>
                  <a:lnTo>
                    <a:pt x="1036" y="325"/>
                  </a:lnTo>
                  <a:lnTo>
                    <a:pt x="1036" y="325"/>
                  </a:lnTo>
                  <a:lnTo>
                    <a:pt x="1036" y="325"/>
                  </a:lnTo>
                  <a:lnTo>
                    <a:pt x="1036" y="323"/>
                  </a:lnTo>
                  <a:lnTo>
                    <a:pt x="1036" y="323"/>
                  </a:lnTo>
                  <a:lnTo>
                    <a:pt x="1034" y="323"/>
                  </a:lnTo>
                  <a:lnTo>
                    <a:pt x="1034" y="323"/>
                  </a:lnTo>
                  <a:lnTo>
                    <a:pt x="1034" y="325"/>
                  </a:lnTo>
                  <a:lnTo>
                    <a:pt x="1034" y="325"/>
                  </a:lnTo>
                  <a:lnTo>
                    <a:pt x="1032" y="325"/>
                  </a:lnTo>
                  <a:lnTo>
                    <a:pt x="1032" y="325"/>
                  </a:lnTo>
                  <a:lnTo>
                    <a:pt x="1029" y="325"/>
                  </a:lnTo>
                  <a:lnTo>
                    <a:pt x="1029" y="323"/>
                  </a:lnTo>
                  <a:lnTo>
                    <a:pt x="1029" y="323"/>
                  </a:lnTo>
                  <a:lnTo>
                    <a:pt x="1029" y="323"/>
                  </a:lnTo>
                  <a:lnTo>
                    <a:pt x="1029" y="323"/>
                  </a:lnTo>
                  <a:lnTo>
                    <a:pt x="1027" y="323"/>
                  </a:lnTo>
                  <a:lnTo>
                    <a:pt x="1027" y="323"/>
                  </a:lnTo>
                  <a:lnTo>
                    <a:pt x="1025" y="323"/>
                  </a:lnTo>
                  <a:lnTo>
                    <a:pt x="1025" y="323"/>
                  </a:lnTo>
                  <a:lnTo>
                    <a:pt x="1025" y="323"/>
                  </a:lnTo>
                  <a:lnTo>
                    <a:pt x="1022" y="323"/>
                  </a:lnTo>
                  <a:lnTo>
                    <a:pt x="1022" y="323"/>
                  </a:lnTo>
                  <a:lnTo>
                    <a:pt x="1022" y="323"/>
                  </a:lnTo>
                  <a:lnTo>
                    <a:pt x="1022" y="323"/>
                  </a:lnTo>
                  <a:lnTo>
                    <a:pt x="1020" y="323"/>
                  </a:lnTo>
                  <a:lnTo>
                    <a:pt x="1020" y="325"/>
                  </a:lnTo>
                  <a:lnTo>
                    <a:pt x="1020" y="325"/>
                  </a:lnTo>
                  <a:lnTo>
                    <a:pt x="1017" y="325"/>
                  </a:lnTo>
                  <a:lnTo>
                    <a:pt x="1017" y="325"/>
                  </a:lnTo>
                  <a:lnTo>
                    <a:pt x="1020" y="325"/>
                  </a:lnTo>
                  <a:lnTo>
                    <a:pt x="1020" y="325"/>
                  </a:lnTo>
                  <a:lnTo>
                    <a:pt x="1020" y="327"/>
                  </a:lnTo>
                  <a:lnTo>
                    <a:pt x="1017" y="327"/>
                  </a:lnTo>
                  <a:lnTo>
                    <a:pt x="1017" y="327"/>
                  </a:lnTo>
                  <a:lnTo>
                    <a:pt x="1017" y="327"/>
                  </a:lnTo>
                  <a:lnTo>
                    <a:pt x="1015" y="327"/>
                  </a:lnTo>
                  <a:lnTo>
                    <a:pt x="1015" y="327"/>
                  </a:lnTo>
                  <a:lnTo>
                    <a:pt x="1015" y="327"/>
                  </a:lnTo>
                  <a:lnTo>
                    <a:pt x="1015" y="330"/>
                  </a:lnTo>
                  <a:lnTo>
                    <a:pt x="1015" y="330"/>
                  </a:lnTo>
                  <a:lnTo>
                    <a:pt x="1015" y="330"/>
                  </a:lnTo>
                  <a:lnTo>
                    <a:pt x="1015" y="330"/>
                  </a:lnTo>
                  <a:lnTo>
                    <a:pt x="1015" y="332"/>
                  </a:lnTo>
                  <a:lnTo>
                    <a:pt x="1015" y="332"/>
                  </a:lnTo>
                  <a:lnTo>
                    <a:pt x="1015" y="332"/>
                  </a:lnTo>
                  <a:lnTo>
                    <a:pt x="1013" y="332"/>
                  </a:lnTo>
                  <a:lnTo>
                    <a:pt x="1013" y="332"/>
                  </a:lnTo>
                  <a:lnTo>
                    <a:pt x="1013" y="332"/>
                  </a:lnTo>
                  <a:lnTo>
                    <a:pt x="1013" y="332"/>
                  </a:lnTo>
                  <a:lnTo>
                    <a:pt x="1010" y="332"/>
                  </a:lnTo>
                  <a:lnTo>
                    <a:pt x="1010" y="332"/>
                  </a:lnTo>
                  <a:lnTo>
                    <a:pt x="1010" y="334"/>
                  </a:lnTo>
                  <a:lnTo>
                    <a:pt x="1010" y="334"/>
                  </a:lnTo>
                  <a:lnTo>
                    <a:pt x="1010" y="337"/>
                  </a:lnTo>
                  <a:lnTo>
                    <a:pt x="1010" y="337"/>
                  </a:lnTo>
                  <a:lnTo>
                    <a:pt x="1008" y="337"/>
                  </a:lnTo>
                  <a:lnTo>
                    <a:pt x="1008" y="337"/>
                  </a:lnTo>
                  <a:lnTo>
                    <a:pt x="1008" y="337"/>
                  </a:lnTo>
                  <a:lnTo>
                    <a:pt x="1008" y="337"/>
                  </a:lnTo>
                  <a:lnTo>
                    <a:pt x="1008" y="339"/>
                  </a:lnTo>
                  <a:lnTo>
                    <a:pt x="1008" y="339"/>
                  </a:lnTo>
                  <a:lnTo>
                    <a:pt x="1008" y="339"/>
                  </a:lnTo>
                  <a:lnTo>
                    <a:pt x="1006" y="339"/>
                  </a:lnTo>
                  <a:lnTo>
                    <a:pt x="1006" y="339"/>
                  </a:lnTo>
                  <a:lnTo>
                    <a:pt x="1003" y="339"/>
                  </a:lnTo>
                  <a:lnTo>
                    <a:pt x="1003" y="341"/>
                  </a:lnTo>
                  <a:lnTo>
                    <a:pt x="1003" y="341"/>
                  </a:lnTo>
                  <a:lnTo>
                    <a:pt x="1003" y="341"/>
                  </a:lnTo>
                  <a:lnTo>
                    <a:pt x="1003" y="341"/>
                  </a:lnTo>
                  <a:lnTo>
                    <a:pt x="1001" y="341"/>
                  </a:lnTo>
                  <a:lnTo>
                    <a:pt x="1001" y="341"/>
                  </a:lnTo>
                  <a:lnTo>
                    <a:pt x="1001" y="341"/>
                  </a:lnTo>
                  <a:lnTo>
                    <a:pt x="1001" y="344"/>
                  </a:lnTo>
                  <a:lnTo>
                    <a:pt x="999" y="344"/>
                  </a:lnTo>
                  <a:lnTo>
                    <a:pt x="999" y="344"/>
                  </a:lnTo>
                  <a:lnTo>
                    <a:pt x="996" y="344"/>
                  </a:lnTo>
                  <a:lnTo>
                    <a:pt x="996" y="344"/>
                  </a:lnTo>
                  <a:lnTo>
                    <a:pt x="996" y="344"/>
                  </a:lnTo>
                  <a:lnTo>
                    <a:pt x="996" y="344"/>
                  </a:lnTo>
                  <a:lnTo>
                    <a:pt x="996" y="346"/>
                  </a:lnTo>
                  <a:lnTo>
                    <a:pt x="994" y="346"/>
                  </a:lnTo>
                  <a:lnTo>
                    <a:pt x="994" y="346"/>
                  </a:lnTo>
                  <a:lnTo>
                    <a:pt x="991" y="346"/>
                  </a:lnTo>
                  <a:lnTo>
                    <a:pt x="991" y="346"/>
                  </a:lnTo>
                  <a:lnTo>
                    <a:pt x="991" y="346"/>
                  </a:lnTo>
                  <a:lnTo>
                    <a:pt x="991" y="346"/>
                  </a:lnTo>
                  <a:lnTo>
                    <a:pt x="989" y="346"/>
                  </a:lnTo>
                  <a:lnTo>
                    <a:pt x="989" y="346"/>
                  </a:lnTo>
                  <a:lnTo>
                    <a:pt x="989" y="346"/>
                  </a:lnTo>
                  <a:lnTo>
                    <a:pt x="989" y="346"/>
                  </a:lnTo>
                  <a:lnTo>
                    <a:pt x="987" y="346"/>
                  </a:lnTo>
                  <a:lnTo>
                    <a:pt x="987" y="349"/>
                  </a:lnTo>
                  <a:lnTo>
                    <a:pt x="987" y="349"/>
                  </a:lnTo>
                  <a:lnTo>
                    <a:pt x="987" y="349"/>
                  </a:lnTo>
                  <a:lnTo>
                    <a:pt x="984" y="349"/>
                  </a:lnTo>
                  <a:lnTo>
                    <a:pt x="984" y="351"/>
                  </a:lnTo>
                  <a:lnTo>
                    <a:pt x="984" y="351"/>
                  </a:lnTo>
                  <a:lnTo>
                    <a:pt x="984" y="351"/>
                  </a:lnTo>
                  <a:lnTo>
                    <a:pt x="984" y="351"/>
                  </a:lnTo>
                  <a:lnTo>
                    <a:pt x="984" y="353"/>
                  </a:lnTo>
                  <a:lnTo>
                    <a:pt x="982" y="353"/>
                  </a:lnTo>
                  <a:lnTo>
                    <a:pt x="982" y="353"/>
                  </a:lnTo>
                  <a:lnTo>
                    <a:pt x="982" y="356"/>
                  </a:lnTo>
                  <a:lnTo>
                    <a:pt x="982" y="356"/>
                  </a:lnTo>
                  <a:lnTo>
                    <a:pt x="982" y="356"/>
                  </a:lnTo>
                  <a:lnTo>
                    <a:pt x="982" y="356"/>
                  </a:lnTo>
                  <a:lnTo>
                    <a:pt x="982" y="358"/>
                  </a:lnTo>
                  <a:lnTo>
                    <a:pt x="982" y="358"/>
                  </a:lnTo>
                  <a:lnTo>
                    <a:pt x="982" y="358"/>
                  </a:lnTo>
                  <a:lnTo>
                    <a:pt x="982" y="360"/>
                  </a:lnTo>
                  <a:lnTo>
                    <a:pt x="982" y="360"/>
                  </a:lnTo>
                  <a:lnTo>
                    <a:pt x="982" y="360"/>
                  </a:lnTo>
                  <a:lnTo>
                    <a:pt x="982" y="360"/>
                  </a:lnTo>
                  <a:lnTo>
                    <a:pt x="980" y="360"/>
                  </a:lnTo>
                  <a:lnTo>
                    <a:pt x="980" y="363"/>
                  </a:lnTo>
                  <a:lnTo>
                    <a:pt x="980" y="363"/>
                  </a:lnTo>
                  <a:lnTo>
                    <a:pt x="977" y="363"/>
                  </a:lnTo>
                  <a:lnTo>
                    <a:pt x="977" y="363"/>
                  </a:lnTo>
                  <a:lnTo>
                    <a:pt x="977" y="365"/>
                  </a:lnTo>
                  <a:lnTo>
                    <a:pt x="977" y="365"/>
                  </a:lnTo>
                  <a:lnTo>
                    <a:pt x="977" y="365"/>
                  </a:lnTo>
                  <a:lnTo>
                    <a:pt x="977" y="365"/>
                  </a:lnTo>
                  <a:lnTo>
                    <a:pt x="975" y="365"/>
                  </a:lnTo>
                  <a:lnTo>
                    <a:pt x="975" y="365"/>
                  </a:lnTo>
                  <a:lnTo>
                    <a:pt x="975" y="365"/>
                  </a:lnTo>
                  <a:lnTo>
                    <a:pt x="975" y="365"/>
                  </a:lnTo>
                  <a:lnTo>
                    <a:pt x="975" y="368"/>
                  </a:lnTo>
                  <a:lnTo>
                    <a:pt x="973" y="368"/>
                  </a:lnTo>
                  <a:lnTo>
                    <a:pt x="973" y="368"/>
                  </a:lnTo>
                  <a:lnTo>
                    <a:pt x="970" y="368"/>
                  </a:lnTo>
                  <a:lnTo>
                    <a:pt x="970" y="365"/>
                  </a:lnTo>
                  <a:lnTo>
                    <a:pt x="970" y="365"/>
                  </a:lnTo>
                  <a:lnTo>
                    <a:pt x="970" y="365"/>
                  </a:lnTo>
                  <a:lnTo>
                    <a:pt x="968" y="365"/>
                  </a:lnTo>
                  <a:lnTo>
                    <a:pt x="968" y="365"/>
                  </a:lnTo>
                  <a:lnTo>
                    <a:pt x="968" y="365"/>
                  </a:lnTo>
                  <a:lnTo>
                    <a:pt x="968" y="365"/>
                  </a:lnTo>
                  <a:lnTo>
                    <a:pt x="968" y="365"/>
                  </a:lnTo>
                  <a:lnTo>
                    <a:pt x="965" y="365"/>
                  </a:lnTo>
                  <a:lnTo>
                    <a:pt x="965" y="365"/>
                  </a:lnTo>
                  <a:lnTo>
                    <a:pt x="965" y="368"/>
                  </a:lnTo>
                  <a:lnTo>
                    <a:pt x="963" y="368"/>
                  </a:lnTo>
                  <a:lnTo>
                    <a:pt x="963" y="368"/>
                  </a:lnTo>
                  <a:lnTo>
                    <a:pt x="963" y="368"/>
                  </a:lnTo>
                  <a:lnTo>
                    <a:pt x="963" y="368"/>
                  </a:lnTo>
                  <a:lnTo>
                    <a:pt x="963" y="370"/>
                  </a:lnTo>
                  <a:lnTo>
                    <a:pt x="961" y="370"/>
                  </a:lnTo>
                  <a:lnTo>
                    <a:pt x="961" y="370"/>
                  </a:lnTo>
                  <a:lnTo>
                    <a:pt x="961" y="368"/>
                  </a:lnTo>
                  <a:lnTo>
                    <a:pt x="958" y="368"/>
                  </a:lnTo>
                  <a:lnTo>
                    <a:pt x="958" y="368"/>
                  </a:lnTo>
                  <a:lnTo>
                    <a:pt x="958" y="368"/>
                  </a:lnTo>
                  <a:lnTo>
                    <a:pt x="958" y="368"/>
                  </a:lnTo>
                  <a:lnTo>
                    <a:pt x="958" y="365"/>
                  </a:lnTo>
                  <a:lnTo>
                    <a:pt x="958" y="365"/>
                  </a:lnTo>
                  <a:lnTo>
                    <a:pt x="956" y="365"/>
                  </a:lnTo>
                  <a:lnTo>
                    <a:pt x="956" y="365"/>
                  </a:lnTo>
                  <a:lnTo>
                    <a:pt x="956" y="365"/>
                  </a:lnTo>
                  <a:lnTo>
                    <a:pt x="956" y="365"/>
                  </a:lnTo>
                  <a:lnTo>
                    <a:pt x="954" y="365"/>
                  </a:lnTo>
                  <a:lnTo>
                    <a:pt x="954" y="365"/>
                  </a:lnTo>
                  <a:lnTo>
                    <a:pt x="951" y="365"/>
                  </a:lnTo>
                  <a:lnTo>
                    <a:pt x="951" y="365"/>
                  </a:lnTo>
                  <a:lnTo>
                    <a:pt x="951" y="365"/>
                  </a:lnTo>
                  <a:lnTo>
                    <a:pt x="951" y="365"/>
                  </a:lnTo>
                  <a:lnTo>
                    <a:pt x="951" y="365"/>
                  </a:lnTo>
                  <a:lnTo>
                    <a:pt x="949" y="365"/>
                  </a:lnTo>
                  <a:lnTo>
                    <a:pt x="949" y="368"/>
                  </a:lnTo>
                  <a:lnTo>
                    <a:pt x="949" y="368"/>
                  </a:lnTo>
                  <a:lnTo>
                    <a:pt x="949" y="370"/>
                  </a:lnTo>
                  <a:lnTo>
                    <a:pt x="949" y="370"/>
                  </a:lnTo>
                  <a:lnTo>
                    <a:pt x="949" y="370"/>
                  </a:lnTo>
                  <a:lnTo>
                    <a:pt x="949" y="372"/>
                  </a:lnTo>
                  <a:lnTo>
                    <a:pt x="949" y="372"/>
                  </a:lnTo>
                  <a:lnTo>
                    <a:pt x="949" y="372"/>
                  </a:lnTo>
                  <a:lnTo>
                    <a:pt x="946" y="372"/>
                  </a:lnTo>
                  <a:lnTo>
                    <a:pt x="946" y="375"/>
                  </a:lnTo>
                  <a:lnTo>
                    <a:pt x="946" y="375"/>
                  </a:lnTo>
                  <a:lnTo>
                    <a:pt x="946" y="375"/>
                  </a:lnTo>
                  <a:lnTo>
                    <a:pt x="944" y="375"/>
                  </a:lnTo>
                  <a:lnTo>
                    <a:pt x="944" y="375"/>
                  </a:lnTo>
                  <a:lnTo>
                    <a:pt x="944" y="377"/>
                  </a:lnTo>
                  <a:lnTo>
                    <a:pt x="944" y="377"/>
                  </a:lnTo>
                  <a:lnTo>
                    <a:pt x="944" y="379"/>
                  </a:lnTo>
                  <a:lnTo>
                    <a:pt x="944" y="379"/>
                  </a:lnTo>
                  <a:lnTo>
                    <a:pt x="946" y="379"/>
                  </a:lnTo>
                  <a:lnTo>
                    <a:pt x="946" y="382"/>
                  </a:lnTo>
                  <a:lnTo>
                    <a:pt x="946" y="382"/>
                  </a:lnTo>
                  <a:lnTo>
                    <a:pt x="946" y="382"/>
                  </a:lnTo>
                  <a:lnTo>
                    <a:pt x="946" y="384"/>
                  </a:lnTo>
                  <a:lnTo>
                    <a:pt x="946" y="384"/>
                  </a:lnTo>
                  <a:lnTo>
                    <a:pt x="949" y="384"/>
                  </a:lnTo>
                  <a:lnTo>
                    <a:pt x="949" y="384"/>
                  </a:lnTo>
                  <a:lnTo>
                    <a:pt x="949" y="384"/>
                  </a:lnTo>
                  <a:lnTo>
                    <a:pt x="949" y="387"/>
                  </a:lnTo>
                  <a:lnTo>
                    <a:pt x="949" y="387"/>
                  </a:lnTo>
                  <a:lnTo>
                    <a:pt x="951" y="387"/>
                  </a:lnTo>
                  <a:lnTo>
                    <a:pt x="951" y="387"/>
                  </a:lnTo>
                  <a:lnTo>
                    <a:pt x="951" y="387"/>
                  </a:lnTo>
                  <a:lnTo>
                    <a:pt x="951" y="387"/>
                  </a:lnTo>
                  <a:lnTo>
                    <a:pt x="951" y="389"/>
                  </a:lnTo>
                  <a:lnTo>
                    <a:pt x="954" y="389"/>
                  </a:lnTo>
                  <a:lnTo>
                    <a:pt x="954" y="389"/>
                  </a:lnTo>
                  <a:lnTo>
                    <a:pt x="954" y="389"/>
                  </a:lnTo>
                  <a:lnTo>
                    <a:pt x="956" y="389"/>
                  </a:lnTo>
                  <a:lnTo>
                    <a:pt x="956" y="391"/>
                  </a:lnTo>
                  <a:lnTo>
                    <a:pt x="956" y="391"/>
                  </a:lnTo>
                  <a:lnTo>
                    <a:pt x="956" y="391"/>
                  </a:lnTo>
                  <a:lnTo>
                    <a:pt x="958" y="391"/>
                  </a:lnTo>
                  <a:lnTo>
                    <a:pt x="958" y="391"/>
                  </a:lnTo>
                  <a:lnTo>
                    <a:pt x="958" y="391"/>
                  </a:lnTo>
                  <a:lnTo>
                    <a:pt x="961" y="391"/>
                  </a:lnTo>
                  <a:lnTo>
                    <a:pt x="961" y="391"/>
                  </a:lnTo>
                  <a:lnTo>
                    <a:pt x="963" y="391"/>
                  </a:lnTo>
                  <a:lnTo>
                    <a:pt x="963" y="391"/>
                  </a:lnTo>
                  <a:lnTo>
                    <a:pt x="963" y="391"/>
                  </a:lnTo>
                  <a:lnTo>
                    <a:pt x="963" y="391"/>
                  </a:lnTo>
                  <a:lnTo>
                    <a:pt x="965" y="391"/>
                  </a:lnTo>
                  <a:lnTo>
                    <a:pt x="965" y="391"/>
                  </a:lnTo>
                  <a:lnTo>
                    <a:pt x="965" y="391"/>
                  </a:lnTo>
                  <a:lnTo>
                    <a:pt x="968" y="391"/>
                  </a:lnTo>
                  <a:lnTo>
                    <a:pt x="968" y="391"/>
                  </a:lnTo>
                  <a:lnTo>
                    <a:pt x="968" y="391"/>
                  </a:lnTo>
                  <a:lnTo>
                    <a:pt x="968" y="389"/>
                  </a:lnTo>
                  <a:lnTo>
                    <a:pt x="970" y="389"/>
                  </a:lnTo>
                  <a:lnTo>
                    <a:pt x="970" y="389"/>
                  </a:lnTo>
                  <a:lnTo>
                    <a:pt x="970" y="389"/>
                  </a:lnTo>
                  <a:lnTo>
                    <a:pt x="970" y="389"/>
                  </a:lnTo>
                  <a:lnTo>
                    <a:pt x="973" y="389"/>
                  </a:lnTo>
                  <a:lnTo>
                    <a:pt x="973" y="389"/>
                  </a:lnTo>
                  <a:lnTo>
                    <a:pt x="973" y="389"/>
                  </a:lnTo>
                  <a:lnTo>
                    <a:pt x="973" y="391"/>
                  </a:lnTo>
                  <a:lnTo>
                    <a:pt x="973" y="391"/>
                  </a:lnTo>
                  <a:lnTo>
                    <a:pt x="973" y="394"/>
                  </a:lnTo>
                  <a:lnTo>
                    <a:pt x="975" y="394"/>
                  </a:lnTo>
                  <a:lnTo>
                    <a:pt x="975" y="394"/>
                  </a:lnTo>
                  <a:lnTo>
                    <a:pt x="975" y="394"/>
                  </a:lnTo>
                  <a:lnTo>
                    <a:pt x="975" y="394"/>
                  </a:lnTo>
                  <a:lnTo>
                    <a:pt x="975" y="396"/>
                  </a:lnTo>
                  <a:lnTo>
                    <a:pt x="975" y="396"/>
                  </a:lnTo>
                  <a:lnTo>
                    <a:pt x="977" y="396"/>
                  </a:lnTo>
                  <a:lnTo>
                    <a:pt x="977" y="396"/>
                  </a:lnTo>
                  <a:lnTo>
                    <a:pt x="977" y="398"/>
                  </a:lnTo>
                  <a:lnTo>
                    <a:pt x="977" y="398"/>
                  </a:lnTo>
                  <a:lnTo>
                    <a:pt x="977" y="401"/>
                  </a:lnTo>
                  <a:lnTo>
                    <a:pt x="977" y="401"/>
                  </a:lnTo>
                  <a:lnTo>
                    <a:pt x="977" y="401"/>
                  </a:lnTo>
                  <a:lnTo>
                    <a:pt x="977" y="403"/>
                  </a:lnTo>
                  <a:lnTo>
                    <a:pt x="977" y="403"/>
                  </a:lnTo>
                  <a:lnTo>
                    <a:pt x="977" y="403"/>
                  </a:lnTo>
                  <a:lnTo>
                    <a:pt x="977" y="405"/>
                  </a:lnTo>
                  <a:lnTo>
                    <a:pt x="975" y="405"/>
                  </a:lnTo>
                  <a:lnTo>
                    <a:pt x="975" y="405"/>
                  </a:lnTo>
                  <a:lnTo>
                    <a:pt x="975" y="405"/>
                  </a:lnTo>
                  <a:lnTo>
                    <a:pt x="975" y="405"/>
                  </a:lnTo>
                  <a:lnTo>
                    <a:pt x="975" y="408"/>
                  </a:lnTo>
                  <a:lnTo>
                    <a:pt x="975" y="408"/>
                  </a:lnTo>
                  <a:lnTo>
                    <a:pt x="975" y="410"/>
                  </a:lnTo>
                  <a:lnTo>
                    <a:pt x="975" y="410"/>
                  </a:lnTo>
                  <a:lnTo>
                    <a:pt x="975" y="410"/>
                  </a:lnTo>
                  <a:lnTo>
                    <a:pt x="975" y="413"/>
                  </a:lnTo>
                  <a:lnTo>
                    <a:pt x="975" y="413"/>
                  </a:lnTo>
                  <a:lnTo>
                    <a:pt x="977" y="413"/>
                  </a:lnTo>
                  <a:lnTo>
                    <a:pt x="977" y="413"/>
                  </a:lnTo>
                  <a:lnTo>
                    <a:pt x="977" y="415"/>
                  </a:lnTo>
                  <a:lnTo>
                    <a:pt x="977" y="415"/>
                  </a:lnTo>
                  <a:lnTo>
                    <a:pt x="980" y="415"/>
                  </a:lnTo>
                  <a:lnTo>
                    <a:pt x="980" y="415"/>
                  </a:lnTo>
                  <a:lnTo>
                    <a:pt x="980" y="415"/>
                  </a:lnTo>
                  <a:lnTo>
                    <a:pt x="982" y="415"/>
                  </a:lnTo>
                  <a:lnTo>
                    <a:pt x="982" y="415"/>
                  </a:lnTo>
                  <a:lnTo>
                    <a:pt x="982" y="415"/>
                  </a:lnTo>
                  <a:lnTo>
                    <a:pt x="982" y="415"/>
                  </a:lnTo>
                  <a:lnTo>
                    <a:pt x="984" y="415"/>
                  </a:lnTo>
                  <a:lnTo>
                    <a:pt x="984" y="415"/>
                  </a:lnTo>
                  <a:lnTo>
                    <a:pt x="984" y="415"/>
                  </a:lnTo>
                  <a:lnTo>
                    <a:pt x="987" y="415"/>
                  </a:lnTo>
                  <a:lnTo>
                    <a:pt x="987" y="415"/>
                  </a:lnTo>
                  <a:lnTo>
                    <a:pt x="989" y="415"/>
                  </a:lnTo>
                  <a:lnTo>
                    <a:pt x="989" y="415"/>
                  </a:lnTo>
                  <a:lnTo>
                    <a:pt x="989" y="415"/>
                  </a:lnTo>
                  <a:lnTo>
                    <a:pt x="991" y="415"/>
                  </a:lnTo>
                  <a:lnTo>
                    <a:pt x="991" y="415"/>
                  </a:lnTo>
                  <a:lnTo>
                    <a:pt x="991" y="415"/>
                  </a:lnTo>
                  <a:lnTo>
                    <a:pt x="991" y="415"/>
                  </a:lnTo>
                  <a:lnTo>
                    <a:pt x="994" y="415"/>
                  </a:lnTo>
                  <a:lnTo>
                    <a:pt x="994" y="415"/>
                  </a:lnTo>
                  <a:lnTo>
                    <a:pt x="994" y="415"/>
                  </a:lnTo>
                  <a:lnTo>
                    <a:pt x="994" y="413"/>
                  </a:lnTo>
                  <a:lnTo>
                    <a:pt x="994" y="413"/>
                  </a:lnTo>
                  <a:lnTo>
                    <a:pt x="994" y="413"/>
                  </a:lnTo>
                  <a:lnTo>
                    <a:pt x="994" y="410"/>
                  </a:lnTo>
                  <a:lnTo>
                    <a:pt x="994" y="410"/>
                  </a:lnTo>
                  <a:lnTo>
                    <a:pt x="994" y="410"/>
                  </a:lnTo>
                  <a:lnTo>
                    <a:pt x="996" y="410"/>
                  </a:lnTo>
                  <a:lnTo>
                    <a:pt x="996" y="410"/>
                  </a:lnTo>
                  <a:lnTo>
                    <a:pt x="996" y="408"/>
                  </a:lnTo>
                  <a:lnTo>
                    <a:pt x="996" y="408"/>
                  </a:lnTo>
                  <a:lnTo>
                    <a:pt x="999" y="408"/>
                  </a:lnTo>
                  <a:lnTo>
                    <a:pt x="999" y="408"/>
                  </a:lnTo>
                  <a:lnTo>
                    <a:pt x="999" y="408"/>
                  </a:lnTo>
                  <a:lnTo>
                    <a:pt x="1001" y="408"/>
                  </a:lnTo>
                  <a:lnTo>
                    <a:pt x="1001" y="408"/>
                  </a:lnTo>
                  <a:lnTo>
                    <a:pt x="1001" y="405"/>
                  </a:lnTo>
                  <a:lnTo>
                    <a:pt x="1001" y="405"/>
                  </a:lnTo>
                  <a:lnTo>
                    <a:pt x="1001" y="405"/>
                  </a:lnTo>
                  <a:lnTo>
                    <a:pt x="1003" y="405"/>
                  </a:lnTo>
                  <a:lnTo>
                    <a:pt x="1003" y="405"/>
                  </a:lnTo>
                  <a:lnTo>
                    <a:pt x="1003" y="405"/>
                  </a:lnTo>
                  <a:lnTo>
                    <a:pt x="1003" y="403"/>
                  </a:lnTo>
                  <a:lnTo>
                    <a:pt x="1003" y="403"/>
                  </a:lnTo>
                  <a:lnTo>
                    <a:pt x="1001" y="403"/>
                  </a:lnTo>
                  <a:lnTo>
                    <a:pt x="1001" y="403"/>
                  </a:lnTo>
                  <a:lnTo>
                    <a:pt x="1003" y="403"/>
                  </a:lnTo>
                  <a:lnTo>
                    <a:pt x="1003" y="403"/>
                  </a:lnTo>
                  <a:lnTo>
                    <a:pt x="1003" y="403"/>
                  </a:lnTo>
                  <a:lnTo>
                    <a:pt x="1006" y="403"/>
                  </a:lnTo>
                  <a:lnTo>
                    <a:pt x="1006" y="401"/>
                  </a:lnTo>
                  <a:lnTo>
                    <a:pt x="1006" y="401"/>
                  </a:lnTo>
                  <a:lnTo>
                    <a:pt x="1006" y="401"/>
                  </a:lnTo>
                  <a:lnTo>
                    <a:pt x="1008" y="401"/>
                  </a:lnTo>
                  <a:lnTo>
                    <a:pt x="1008" y="401"/>
                  </a:lnTo>
                  <a:lnTo>
                    <a:pt x="1008" y="401"/>
                  </a:lnTo>
                  <a:lnTo>
                    <a:pt x="1010" y="401"/>
                  </a:lnTo>
                  <a:lnTo>
                    <a:pt x="1010" y="401"/>
                  </a:lnTo>
                  <a:lnTo>
                    <a:pt x="1010" y="401"/>
                  </a:lnTo>
                  <a:lnTo>
                    <a:pt x="1010" y="398"/>
                  </a:lnTo>
                  <a:lnTo>
                    <a:pt x="1013" y="398"/>
                  </a:lnTo>
                  <a:lnTo>
                    <a:pt x="1013" y="398"/>
                  </a:lnTo>
                  <a:lnTo>
                    <a:pt x="1013" y="396"/>
                  </a:lnTo>
                  <a:lnTo>
                    <a:pt x="1010" y="396"/>
                  </a:lnTo>
                  <a:lnTo>
                    <a:pt x="1010" y="396"/>
                  </a:lnTo>
                  <a:lnTo>
                    <a:pt x="1010" y="396"/>
                  </a:lnTo>
                  <a:lnTo>
                    <a:pt x="1010" y="396"/>
                  </a:lnTo>
                  <a:lnTo>
                    <a:pt x="1010" y="396"/>
                  </a:lnTo>
                  <a:lnTo>
                    <a:pt x="1010" y="396"/>
                  </a:lnTo>
                  <a:lnTo>
                    <a:pt x="1010" y="396"/>
                  </a:lnTo>
                  <a:lnTo>
                    <a:pt x="1013" y="396"/>
                  </a:lnTo>
                  <a:lnTo>
                    <a:pt x="1013" y="396"/>
                  </a:lnTo>
                  <a:lnTo>
                    <a:pt x="1013" y="396"/>
                  </a:lnTo>
                  <a:lnTo>
                    <a:pt x="1015" y="396"/>
                  </a:lnTo>
                  <a:lnTo>
                    <a:pt x="1015" y="396"/>
                  </a:lnTo>
                  <a:lnTo>
                    <a:pt x="1015" y="398"/>
                  </a:lnTo>
                  <a:lnTo>
                    <a:pt x="1013" y="398"/>
                  </a:lnTo>
                  <a:lnTo>
                    <a:pt x="1013" y="398"/>
                  </a:lnTo>
                  <a:lnTo>
                    <a:pt x="1015" y="398"/>
                  </a:lnTo>
                  <a:lnTo>
                    <a:pt x="1015" y="398"/>
                  </a:lnTo>
                  <a:lnTo>
                    <a:pt x="1015" y="398"/>
                  </a:lnTo>
                  <a:lnTo>
                    <a:pt x="1017" y="398"/>
                  </a:lnTo>
                  <a:lnTo>
                    <a:pt x="1017" y="398"/>
                  </a:lnTo>
                  <a:lnTo>
                    <a:pt x="1017" y="401"/>
                  </a:lnTo>
                  <a:lnTo>
                    <a:pt x="1017" y="401"/>
                  </a:lnTo>
                  <a:lnTo>
                    <a:pt x="1017" y="401"/>
                  </a:lnTo>
                  <a:lnTo>
                    <a:pt x="1020" y="401"/>
                  </a:lnTo>
                  <a:lnTo>
                    <a:pt x="1020" y="403"/>
                  </a:lnTo>
                  <a:lnTo>
                    <a:pt x="1020" y="403"/>
                  </a:lnTo>
                  <a:lnTo>
                    <a:pt x="1020" y="401"/>
                  </a:lnTo>
                  <a:lnTo>
                    <a:pt x="1022" y="401"/>
                  </a:lnTo>
                  <a:lnTo>
                    <a:pt x="1022" y="403"/>
                  </a:lnTo>
                  <a:lnTo>
                    <a:pt x="1022" y="403"/>
                  </a:lnTo>
                  <a:lnTo>
                    <a:pt x="1022" y="403"/>
                  </a:lnTo>
                  <a:lnTo>
                    <a:pt x="1022" y="405"/>
                  </a:lnTo>
                  <a:lnTo>
                    <a:pt x="1022" y="405"/>
                  </a:lnTo>
                  <a:lnTo>
                    <a:pt x="1022" y="405"/>
                  </a:lnTo>
                  <a:lnTo>
                    <a:pt x="1025" y="405"/>
                  </a:lnTo>
                  <a:lnTo>
                    <a:pt x="1025" y="405"/>
                  </a:lnTo>
                  <a:lnTo>
                    <a:pt x="1025" y="405"/>
                  </a:lnTo>
                  <a:lnTo>
                    <a:pt x="1025" y="405"/>
                  </a:lnTo>
                  <a:lnTo>
                    <a:pt x="1027" y="405"/>
                  </a:lnTo>
                  <a:lnTo>
                    <a:pt x="1027" y="405"/>
                  </a:lnTo>
                  <a:lnTo>
                    <a:pt x="1029" y="405"/>
                  </a:lnTo>
                  <a:lnTo>
                    <a:pt x="1029" y="405"/>
                  </a:lnTo>
                  <a:lnTo>
                    <a:pt x="1027" y="405"/>
                  </a:lnTo>
                  <a:lnTo>
                    <a:pt x="1027" y="405"/>
                  </a:lnTo>
                  <a:lnTo>
                    <a:pt x="1029" y="405"/>
                  </a:lnTo>
                  <a:lnTo>
                    <a:pt x="1029" y="408"/>
                  </a:lnTo>
                  <a:lnTo>
                    <a:pt x="1029" y="408"/>
                  </a:lnTo>
                  <a:lnTo>
                    <a:pt x="1029" y="408"/>
                  </a:lnTo>
                  <a:lnTo>
                    <a:pt x="1029" y="408"/>
                  </a:lnTo>
                  <a:lnTo>
                    <a:pt x="1032" y="408"/>
                  </a:lnTo>
                  <a:lnTo>
                    <a:pt x="1032" y="408"/>
                  </a:lnTo>
                  <a:lnTo>
                    <a:pt x="1032" y="408"/>
                  </a:lnTo>
                  <a:lnTo>
                    <a:pt x="1034" y="408"/>
                  </a:lnTo>
                  <a:lnTo>
                    <a:pt x="1034" y="408"/>
                  </a:lnTo>
                  <a:lnTo>
                    <a:pt x="1034" y="408"/>
                  </a:lnTo>
                  <a:lnTo>
                    <a:pt x="1034" y="408"/>
                  </a:lnTo>
                  <a:lnTo>
                    <a:pt x="1036" y="408"/>
                  </a:lnTo>
                  <a:lnTo>
                    <a:pt x="1036" y="408"/>
                  </a:lnTo>
                  <a:lnTo>
                    <a:pt x="1036" y="408"/>
                  </a:lnTo>
                  <a:lnTo>
                    <a:pt x="1036" y="408"/>
                  </a:lnTo>
                  <a:lnTo>
                    <a:pt x="1039" y="408"/>
                  </a:lnTo>
                  <a:lnTo>
                    <a:pt x="1039" y="408"/>
                  </a:lnTo>
                  <a:lnTo>
                    <a:pt x="1041" y="408"/>
                  </a:lnTo>
                  <a:lnTo>
                    <a:pt x="1041" y="405"/>
                  </a:lnTo>
                  <a:lnTo>
                    <a:pt x="1041" y="405"/>
                  </a:lnTo>
                  <a:lnTo>
                    <a:pt x="1041" y="405"/>
                  </a:lnTo>
                  <a:lnTo>
                    <a:pt x="1041" y="405"/>
                  </a:lnTo>
                  <a:lnTo>
                    <a:pt x="1044" y="405"/>
                  </a:lnTo>
                  <a:lnTo>
                    <a:pt x="1044" y="405"/>
                  </a:lnTo>
                  <a:lnTo>
                    <a:pt x="1044" y="405"/>
                  </a:lnTo>
                  <a:lnTo>
                    <a:pt x="1044" y="405"/>
                  </a:lnTo>
                  <a:lnTo>
                    <a:pt x="1044" y="408"/>
                  </a:lnTo>
                  <a:lnTo>
                    <a:pt x="1044" y="408"/>
                  </a:lnTo>
                  <a:lnTo>
                    <a:pt x="1046" y="408"/>
                  </a:lnTo>
                  <a:lnTo>
                    <a:pt x="1046" y="408"/>
                  </a:lnTo>
                  <a:lnTo>
                    <a:pt x="1046" y="410"/>
                  </a:lnTo>
                  <a:lnTo>
                    <a:pt x="1048" y="410"/>
                  </a:lnTo>
                  <a:lnTo>
                    <a:pt x="1048" y="410"/>
                  </a:lnTo>
                  <a:lnTo>
                    <a:pt x="1048" y="410"/>
                  </a:lnTo>
                  <a:lnTo>
                    <a:pt x="1051" y="410"/>
                  </a:lnTo>
                  <a:lnTo>
                    <a:pt x="1051" y="408"/>
                  </a:lnTo>
                  <a:lnTo>
                    <a:pt x="1051" y="408"/>
                  </a:lnTo>
                  <a:lnTo>
                    <a:pt x="1051" y="410"/>
                  </a:lnTo>
                  <a:lnTo>
                    <a:pt x="1051" y="410"/>
                  </a:lnTo>
                  <a:lnTo>
                    <a:pt x="1053" y="410"/>
                  </a:lnTo>
                  <a:lnTo>
                    <a:pt x="1053" y="410"/>
                  </a:lnTo>
                  <a:lnTo>
                    <a:pt x="1053" y="408"/>
                  </a:lnTo>
                  <a:lnTo>
                    <a:pt x="1055" y="408"/>
                  </a:lnTo>
                  <a:lnTo>
                    <a:pt x="1055" y="410"/>
                  </a:lnTo>
                  <a:lnTo>
                    <a:pt x="1055" y="410"/>
                  </a:lnTo>
                  <a:lnTo>
                    <a:pt x="1055" y="410"/>
                  </a:lnTo>
                  <a:lnTo>
                    <a:pt x="1055" y="413"/>
                  </a:lnTo>
                  <a:lnTo>
                    <a:pt x="1055" y="413"/>
                  </a:lnTo>
                  <a:lnTo>
                    <a:pt x="1053" y="413"/>
                  </a:lnTo>
                  <a:lnTo>
                    <a:pt x="1053" y="413"/>
                  </a:lnTo>
                  <a:lnTo>
                    <a:pt x="1053" y="413"/>
                  </a:lnTo>
                  <a:lnTo>
                    <a:pt x="1053" y="415"/>
                  </a:lnTo>
                  <a:lnTo>
                    <a:pt x="1053" y="415"/>
                  </a:lnTo>
                  <a:lnTo>
                    <a:pt x="1053" y="415"/>
                  </a:lnTo>
                  <a:lnTo>
                    <a:pt x="1053" y="415"/>
                  </a:lnTo>
                  <a:lnTo>
                    <a:pt x="1053" y="415"/>
                  </a:lnTo>
                  <a:lnTo>
                    <a:pt x="1053" y="417"/>
                  </a:lnTo>
                  <a:lnTo>
                    <a:pt x="1051" y="417"/>
                  </a:lnTo>
                  <a:lnTo>
                    <a:pt x="1051" y="417"/>
                  </a:lnTo>
                  <a:lnTo>
                    <a:pt x="1051" y="417"/>
                  </a:lnTo>
                  <a:lnTo>
                    <a:pt x="1051" y="420"/>
                  </a:lnTo>
                  <a:lnTo>
                    <a:pt x="1051" y="420"/>
                  </a:lnTo>
                  <a:lnTo>
                    <a:pt x="1051" y="417"/>
                  </a:lnTo>
                  <a:lnTo>
                    <a:pt x="1053" y="417"/>
                  </a:lnTo>
                  <a:lnTo>
                    <a:pt x="1053" y="420"/>
                  </a:lnTo>
                  <a:lnTo>
                    <a:pt x="1053" y="420"/>
                  </a:lnTo>
                  <a:lnTo>
                    <a:pt x="1051" y="420"/>
                  </a:lnTo>
                  <a:lnTo>
                    <a:pt x="1051" y="422"/>
                  </a:lnTo>
                  <a:lnTo>
                    <a:pt x="1051" y="422"/>
                  </a:lnTo>
                  <a:lnTo>
                    <a:pt x="1051" y="424"/>
                  </a:lnTo>
                  <a:lnTo>
                    <a:pt x="1051" y="424"/>
                  </a:lnTo>
                  <a:lnTo>
                    <a:pt x="1051" y="424"/>
                  </a:lnTo>
                  <a:lnTo>
                    <a:pt x="1051" y="424"/>
                  </a:lnTo>
                  <a:lnTo>
                    <a:pt x="1048" y="424"/>
                  </a:lnTo>
                  <a:lnTo>
                    <a:pt x="1048" y="424"/>
                  </a:lnTo>
                  <a:lnTo>
                    <a:pt x="1048" y="424"/>
                  </a:lnTo>
                  <a:lnTo>
                    <a:pt x="1048" y="424"/>
                  </a:lnTo>
                  <a:lnTo>
                    <a:pt x="1046" y="424"/>
                  </a:lnTo>
                  <a:lnTo>
                    <a:pt x="1046" y="424"/>
                  </a:lnTo>
                  <a:lnTo>
                    <a:pt x="1046" y="424"/>
                  </a:lnTo>
                  <a:lnTo>
                    <a:pt x="1044" y="424"/>
                  </a:lnTo>
                  <a:lnTo>
                    <a:pt x="1044" y="424"/>
                  </a:lnTo>
                  <a:lnTo>
                    <a:pt x="1044" y="424"/>
                  </a:lnTo>
                  <a:lnTo>
                    <a:pt x="1044" y="422"/>
                  </a:lnTo>
                  <a:lnTo>
                    <a:pt x="1044" y="422"/>
                  </a:lnTo>
                  <a:lnTo>
                    <a:pt x="1041" y="422"/>
                  </a:lnTo>
                  <a:lnTo>
                    <a:pt x="1041" y="424"/>
                  </a:lnTo>
                  <a:lnTo>
                    <a:pt x="1041" y="424"/>
                  </a:lnTo>
                  <a:lnTo>
                    <a:pt x="1041" y="424"/>
                  </a:lnTo>
                  <a:lnTo>
                    <a:pt x="1041" y="422"/>
                  </a:lnTo>
                  <a:lnTo>
                    <a:pt x="1041" y="422"/>
                  </a:lnTo>
                  <a:lnTo>
                    <a:pt x="1039" y="422"/>
                  </a:lnTo>
                  <a:lnTo>
                    <a:pt x="1039" y="422"/>
                  </a:lnTo>
                  <a:lnTo>
                    <a:pt x="1039" y="422"/>
                  </a:lnTo>
                  <a:lnTo>
                    <a:pt x="1036" y="422"/>
                  </a:lnTo>
                  <a:lnTo>
                    <a:pt x="1036" y="424"/>
                  </a:lnTo>
                  <a:lnTo>
                    <a:pt x="1036" y="424"/>
                  </a:lnTo>
                  <a:lnTo>
                    <a:pt x="1036" y="424"/>
                  </a:lnTo>
                  <a:lnTo>
                    <a:pt x="1036" y="424"/>
                  </a:lnTo>
                  <a:lnTo>
                    <a:pt x="1034" y="424"/>
                  </a:lnTo>
                  <a:lnTo>
                    <a:pt x="1034" y="424"/>
                  </a:lnTo>
                  <a:lnTo>
                    <a:pt x="1034" y="424"/>
                  </a:lnTo>
                  <a:lnTo>
                    <a:pt x="1034" y="424"/>
                  </a:lnTo>
                  <a:lnTo>
                    <a:pt x="1034" y="427"/>
                  </a:lnTo>
                  <a:lnTo>
                    <a:pt x="1034" y="427"/>
                  </a:lnTo>
                  <a:lnTo>
                    <a:pt x="1032" y="427"/>
                  </a:lnTo>
                  <a:lnTo>
                    <a:pt x="1032" y="427"/>
                  </a:lnTo>
                  <a:lnTo>
                    <a:pt x="1029" y="427"/>
                  </a:lnTo>
                  <a:lnTo>
                    <a:pt x="1029" y="427"/>
                  </a:lnTo>
                  <a:lnTo>
                    <a:pt x="1029" y="427"/>
                  </a:lnTo>
                  <a:lnTo>
                    <a:pt x="1029" y="427"/>
                  </a:lnTo>
                  <a:lnTo>
                    <a:pt x="1027" y="427"/>
                  </a:lnTo>
                  <a:lnTo>
                    <a:pt x="1027" y="427"/>
                  </a:lnTo>
                  <a:lnTo>
                    <a:pt x="1027" y="429"/>
                  </a:lnTo>
                  <a:lnTo>
                    <a:pt x="1027" y="429"/>
                  </a:lnTo>
                  <a:lnTo>
                    <a:pt x="1025" y="429"/>
                  </a:lnTo>
                  <a:lnTo>
                    <a:pt x="1025" y="427"/>
                  </a:lnTo>
                  <a:lnTo>
                    <a:pt x="1025" y="427"/>
                  </a:lnTo>
                  <a:lnTo>
                    <a:pt x="1025" y="429"/>
                  </a:lnTo>
                  <a:lnTo>
                    <a:pt x="1025" y="429"/>
                  </a:lnTo>
                  <a:lnTo>
                    <a:pt x="1022" y="429"/>
                  </a:lnTo>
                  <a:lnTo>
                    <a:pt x="1022" y="429"/>
                  </a:lnTo>
                  <a:lnTo>
                    <a:pt x="1022" y="429"/>
                  </a:lnTo>
                  <a:lnTo>
                    <a:pt x="1022" y="429"/>
                  </a:lnTo>
                  <a:lnTo>
                    <a:pt x="1022" y="432"/>
                  </a:lnTo>
                  <a:lnTo>
                    <a:pt x="1020" y="432"/>
                  </a:lnTo>
                  <a:lnTo>
                    <a:pt x="1020" y="432"/>
                  </a:lnTo>
                  <a:lnTo>
                    <a:pt x="1017" y="432"/>
                  </a:lnTo>
                  <a:lnTo>
                    <a:pt x="1017" y="432"/>
                  </a:lnTo>
                  <a:lnTo>
                    <a:pt x="1017" y="434"/>
                  </a:lnTo>
                  <a:lnTo>
                    <a:pt x="1017" y="434"/>
                  </a:lnTo>
                  <a:lnTo>
                    <a:pt x="1017" y="434"/>
                  </a:lnTo>
                  <a:lnTo>
                    <a:pt x="1017" y="434"/>
                  </a:lnTo>
                  <a:lnTo>
                    <a:pt x="1017" y="436"/>
                  </a:lnTo>
                  <a:lnTo>
                    <a:pt x="1017" y="436"/>
                  </a:lnTo>
                  <a:lnTo>
                    <a:pt x="1017" y="436"/>
                  </a:lnTo>
                  <a:lnTo>
                    <a:pt x="1015" y="436"/>
                  </a:lnTo>
                  <a:lnTo>
                    <a:pt x="1015" y="436"/>
                  </a:lnTo>
                  <a:lnTo>
                    <a:pt x="1015" y="436"/>
                  </a:lnTo>
                  <a:lnTo>
                    <a:pt x="1015" y="434"/>
                  </a:lnTo>
                  <a:lnTo>
                    <a:pt x="1015" y="434"/>
                  </a:lnTo>
                  <a:lnTo>
                    <a:pt x="1015" y="434"/>
                  </a:lnTo>
                  <a:lnTo>
                    <a:pt x="1013" y="434"/>
                  </a:lnTo>
                  <a:lnTo>
                    <a:pt x="1013" y="434"/>
                  </a:lnTo>
                  <a:lnTo>
                    <a:pt x="1013" y="434"/>
                  </a:lnTo>
                  <a:lnTo>
                    <a:pt x="1013" y="436"/>
                  </a:lnTo>
                  <a:lnTo>
                    <a:pt x="1013" y="436"/>
                  </a:lnTo>
                  <a:lnTo>
                    <a:pt x="1013" y="436"/>
                  </a:lnTo>
                  <a:lnTo>
                    <a:pt x="1013" y="439"/>
                  </a:lnTo>
                  <a:lnTo>
                    <a:pt x="1013" y="439"/>
                  </a:lnTo>
                  <a:lnTo>
                    <a:pt x="1013" y="439"/>
                  </a:lnTo>
                  <a:lnTo>
                    <a:pt x="1013" y="441"/>
                  </a:lnTo>
                  <a:lnTo>
                    <a:pt x="1013" y="441"/>
                  </a:lnTo>
                  <a:lnTo>
                    <a:pt x="1013" y="441"/>
                  </a:lnTo>
                  <a:lnTo>
                    <a:pt x="1013" y="443"/>
                  </a:lnTo>
                  <a:lnTo>
                    <a:pt x="1013" y="443"/>
                  </a:lnTo>
                  <a:lnTo>
                    <a:pt x="1010" y="443"/>
                  </a:lnTo>
                  <a:lnTo>
                    <a:pt x="1010" y="443"/>
                  </a:lnTo>
                  <a:lnTo>
                    <a:pt x="1010" y="443"/>
                  </a:lnTo>
                  <a:lnTo>
                    <a:pt x="1010" y="443"/>
                  </a:lnTo>
                  <a:lnTo>
                    <a:pt x="1008" y="443"/>
                  </a:lnTo>
                  <a:lnTo>
                    <a:pt x="1008" y="443"/>
                  </a:lnTo>
                  <a:lnTo>
                    <a:pt x="1008" y="443"/>
                  </a:lnTo>
                  <a:lnTo>
                    <a:pt x="1008" y="443"/>
                  </a:lnTo>
                  <a:lnTo>
                    <a:pt x="1006" y="443"/>
                  </a:lnTo>
                  <a:lnTo>
                    <a:pt x="1006" y="443"/>
                  </a:lnTo>
                  <a:lnTo>
                    <a:pt x="1003" y="443"/>
                  </a:lnTo>
                  <a:lnTo>
                    <a:pt x="1003" y="446"/>
                  </a:lnTo>
                  <a:lnTo>
                    <a:pt x="1003" y="446"/>
                  </a:lnTo>
                  <a:lnTo>
                    <a:pt x="1003" y="446"/>
                  </a:lnTo>
                  <a:lnTo>
                    <a:pt x="1003" y="446"/>
                  </a:lnTo>
                  <a:lnTo>
                    <a:pt x="1003" y="448"/>
                  </a:lnTo>
                  <a:lnTo>
                    <a:pt x="1001" y="448"/>
                  </a:lnTo>
                  <a:lnTo>
                    <a:pt x="1001" y="448"/>
                  </a:lnTo>
                  <a:lnTo>
                    <a:pt x="1001" y="448"/>
                  </a:lnTo>
                  <a:lnTo>
                    <a:pt x="1001" y="448"/>
                  </a:lnTo>
                  <a:lnTo>
                    <a:pt x="999" y="448"/>
                  </a:lnTo>
                  <a:lnTo>
                    <a:pt x="999" y="451"/>
                  </a:lnTo>
                  <a:lnTo>
                    <a:pt x="999" y="451"/>
                  </a:lnTo>
                  <a:lnTo>
                    <a:pt x="999" y="451"/>
                  </a:lnTo>
                  <a:lnTo>
                    <a:pt x="999" y="453"/>
                  </a:lnTo>
                  <a:lnTo>
                    <a:pt x="999" y="453"/>
                  </a:lnTo>
                  <a:lnTo>
                    <a:pt x="996" y="453"/>
                  </a:lnTo>
                  <a:lnTo>
                    <a:pt x="996" y="453"/>
                  </a:lnTo>
                  <a:lnTo>
                    <a:pt x="996" y="455"/>
                  </a:lnTo>
                  <a:lnTo>
                    <a:pt x="996" y="455"/>
                  </a:lnTo>
                  <a:lnTo>
                    <a:pt x="996" y="455"/>
                  </a:lnTo>
                  <a:lnTo>
                    <a:pt x="994" y="455"/>
                  </a:lnTo>
                  <a:lnTo>
                    <a:pt x="994" y="455"/>
                  </a:lnTo>
                  <a:lnTo>
                    <a:pt x="994" y="455"/>
                  </a:lnTo>
                  <a:lnTo>
                    <a:pt x="991" y="455"/>
                  </a:lnTo>
                  <a:lnTo>
                    <a:pt x="991" y="455"/>
                  </a:lnTo>
                  <a:lnTo>
                    <a:pt x="991" y="455"/>
                  </a:lnTo>
                  <a:lnTo>
                    <a:pt x="989" y="455"/>
                  </a:lnTo>
                  <a:lnTo>
                    <a:pt x="989" y="458"/>
                  </a:lnTo>
                  <a:lnTo>
                    <a:pt x="989" y="458"/>
                  </a:lnTo>
                  <a:lnTo>
                    <a:pt x="989" y="458"/>
                  </a:lnTo>
                  <a:lnTo>
                    <a:pt x="989" y="460"/>
                  </a:lnTo>
                  <a:lnTo>
                    <a:pt x="989" y="460"/>
                  </a:lnTo>
                  <a:lnTo>
                    <a:pt x="989" y="460"/>
                  </a:lnTo>
                  <a:lnTo>
                    <a:pt x="989" y="462"/>
                  </a:lnTo>
                  <a:lnTo>
                    <a:pt x="987" y="462"/>
                  </a:lnTo>
                  <a:lnTo>
                    <a:pt x="987" y="462"/>
                  </a:lnTo>
                  <a:lnTo>
                    <a:pt x="987" y="462"/>
                  </a:lnTo>
                  <a:lnTo>
                    <a:pt x="987" y="465"/>
                  </a:lnTo>
                  <a:lnTo>
                    <a:pt x="984" y="465"/>
                  </a:lnTo>
                  <a:lnTo>
                    <a:pt x="984" y="465"/>
                  </a:lnTo>
                  <a:lnTo>
                    <a:pt x="984" y="465"/>
                  </a:lnTo>
                  <a:lnTo>
                    <a:pt x="984" y="465"/>
                  </a:lnTo>
                  <a:lnTo>
                    <a:pt x="984" y="467"/>
                  </a:lnTo>
                  <a:lnTo>
                    <a:pt x="984" y="467"/>
                  </a:lnTo>
                  <a:lnTo>
                    <a:pt x="984" y="467"/>
                  </a:lnTo>
                  <a:lnTo>
                    <a:pt x="984" y="469"/>
                  </a:lnTo>
                  <a:lnTo>
                    <a:pt x="982" y="469"/>
                  </a:lnTo>
                  <a:lnTo>
                    <a:pt x="982" y="469"/>
                  </a:lnTo>
                  <a:lnTo>
                    <a:pt x="982" y="469"/>
                  </a:lnTo>
                  <a:lnTo>
                    <a:pt x="982" y="469"/>
                  </a:lnTo>
                  <a:lnTo>
                    <a:pt x="980" y="469"/>
                  </a:lnTo>
                  <a:lnTo>
                    <a:pt x="980" y="472"/>
                  </a:lnTo>
                  <a:lnTo>
                    <a:pt x="980" y="472"/>
                  </a:lnTo>
                  <a:lnTo>
                    <a:pt x="980" y="474"/>
                  </a:lnTo>
                  <a:lnTo>
                    <a:pt x="980" y="474"/>
                  </a:lnTo>
                  <a:lnTo>
                    <a:pt x="980" y="474"/>
                  </a:lnTo>
                  <a:lnTo>
                    <a:pt x="980" y="477"/>
                  </a:lnTo>
                  <a:lnTo>
                    <a:pt x="982" y="477"/>
                  </a:lnTo>
                  <a:lnTo>
                    <a:pt x="982" y="477"/>
                  </a:lnTo>
                  <a:lnTo>
                    <a:pt x="982" y="477"/>
                  </a:lnTo>
                  <a:lnTo>
                    <a:pt x="984" y="477"/>
                  </a:lnTo>
                  <a:lnTo>
                    <a:pt x="984" y="477"/>
                  </a:lnTo>
                  <a:lnTo>
                    <a:pt x="984" y="477"/>
                  </a:lnTo>
                  <a:lnTo>
                    <a:pt x="984" y="477"/>
                  </a:lnTo>
                  <a:lnTo>
                    <a:pt x="984" y="477"/>
                  </a:lnTo>
                  <a:lnTo>
                    <a:pt x="987" y="477"/>
                  </a:lnTo>
                  <a:lnTo>
                    <a:pt x="987" y="477"/>
                  </a:lnTo>
                  <a:lnTo>
                    <a:pt x="987" y="479"/>
                  </a:lnTo>
                  <a:lnTo>
                    <a:pt x="987" y="479"/>
                  </a:lnTo>
                  <a:lnTo>
                    <a:pt x="987" y="479"/>
                  </a:lnTo>
                  <a:lnTo>
                    <a:pt x="987" y="481"/>
                  </a:lnTo>
                  <a:lnTo>
                    <a:pt x="989" y="481"/>
                  </a:lnTo>
                  <a:lnTo>
                    <a:pt x="989" y="481"/>
                  </a:lnTo>
                  <a:lnTo>
                    <a:pt x="989" y="481"/>
                  </a:lnTo>
                  <a:lnTo>
                    <a:pt x="989" y="481"/>
                  </a:lnTo>
                  <a:lnTo>
                    <a:pt x="989" y="484"/>
                  </a:lnTo>
                  <a:lnTo>
                    <a:pt x="991" y="484"/>
                  </a:lnTo>
                  <a:lnTo>
                    <a:pt x="991" y="484"/>
                  </a:lnTo>
                  <a:lnTo>
                    <a:pt x="991" y="484"/>
                  </a:lnTo>
                  <a:lnTo>
                    <a:pt x="991" y="484"/>
                  </a:lnTo>
                  <a:lnTo>
                    <a:pt x="994" y="484"/>
                  </a:lnTo>
                  <a:lnTo>
                    <a:pt x="994" y="484"/>
                  </a:lnTo>
                  <a:lnTo>
                    <a:pt x="996" y="484"/>
                  </a:lnTo>
                  <a:lnTo>
                    <a:pt x="996" y="484"/>
                  </a:lnTo>
                  <a:lnTo>
                    <a:pt x="996" y="484"/>
                  </a:lnTo>
                  <a:lnTo>
                    <a:pt x="996" y="484"/>
                  </a:lnTo>
                  <a:lnTo>
                    <a:pt x="999" y="484"/>
                  </a:lnTo>
                  <a:lnTo>
                    <a:pt x="999" y="486"/>
                  </a:lnTo>
                  <a:lnTo>
                    <a:pt x="999" y="486"/>
                  </a:lnTo>
                  <a:lnTo>
                    <a:pt x="1001" y="486"/>
                  </a:lnTo>
                  <a:lnTo>
                    <a:pt x="1001" y="486"/>
                  </a:lnTo>
                  <a:lnTo>
                    <a:pt x="1001" y="486"/>
                  </a:lnTo>
                  <a:lnTo>
                    <a:pt x="1001" y="486"/>
                  </a:lnTo>
                  <a:lnTo>
                    <a:pt x="1003" y="486"/>
                  </a:lnTo>
                  <a:lnTo>
                    <a:pt x="1003" y="488"/>
                  </a:lnTo>
                  <a:lnTo>
                    <a:pt x="1003" y="488"/>
                  </a:lnTo>
                  <a:lnTo>
                    <a:pt x="1003" y="488"/>
                  </a:lnTo>
                  <a:lnTo>
                    <a:pt x="1003" y="488"/>
                  </a:lnTo>
                  <a:lnTo>
                    <a:pt x="1003" y="491"/>
                  </a:lnTo>
                  <a:lnTo>
                    <a:pt x="1003" y="491"/>
                  </a:lnTo>
                  <a:lnTo>
                    <a:pt x="1003" y="493"/>
                  </a:lnTo>
                  <a:lnTo>
                    <a:pt x="1006" y="493"/>
                  </a:lnTo>
                  <a:lnTo>
                    <a:pt x="1006" y="493"/>
                  </a:lnTo>
                  <a:lnTo>
                    <a:pt x="1006" y="493"/>
                  </a:lnTo>
                  <a:lnTo>
                    <a:pt x="1006" y="496"/>
                  </a:lnTo>
                  <a:lnTo>
                    <a:pt x="1006" y="496"/>
                  </a:lnTo>
                  <a:lnTo>
                    <a:pt x="1006" y="496"/>
                  </a:lnTo>
                  <a:lnTo>
                    <a:pt x="1006" y="498"/>
                  </a:lnTo>
                  <a:lnTo>
                    <a:pt x="1008" y="498"/>
                  </a:lnTo>
                  <a:lnTo>
                    <a:pt x="1008" y="498"/>
                  </a:lnTo>
                  <a:lnTo>
                    <a:pt x="1008" y="500"/>
                  </a:lnTo>
                  <a:lnTo>
                    <a:pt x="1008" y="500"/>
                  </a:lnTo>
                  <a:lnTo>
                    <a:pt x="1008" y="500"/>
                  </a:lnTo>
                  <a:lnTo>
                    <a:pt x="1008" y="503"/>
                  </a:lnTo>
                  <a:lnTo>
                    <a:pt x="1008" y="503"/>
                  </a:lnTo>
                  <a:lnTo>
                    <a:pt x="1008" y="503"/>
                  </a:lnTo>
                  <a:lnTo>
                    <a:pt x="1008" y="503"/>
                  </a:lnTo>
                  <a:lnTo>
                    <a:pt x="1008" y="505"/>
                  </a:lnTo>
                  <a:lnTo>
                    <a:pt x="1010" y="505"/>
                  </a:lnTo>
                  <a:lnTo>
                    <a:pt x="1010" y="505"/>
                  </a:lnTo>
                  <a:lnTo>
                    <a:pt x="1010" y="507"/>
                  </a:lnTo>
                  <a:lnTo>
                    <a:pt x="1010" y="507"/>
                  </a:lnTo>
                  <a:lnTo>
                    <a:pt x="1010" y="507"/>
                  </a:lnTo>
                  <a:lnTo>
                    <a:pt x="1010" y="510"/>
                  </a:lnTo>
                  <a:lnTo>
                    <a:pt x="1010" y="510"/>
                  </a:lnTo>
                  <a:lnTo>
                    <a:pt x="1010" y="512"/>
                  </a:lnTo>
                  <a:lnTo>
                    <a:pt x="1010" y="512"/>
                  </a:lnTo>
                  <a:lnTo>
                    <a:pt x="1010" y="512"/>
                  </a:lnTo>
                  <a:lnTo>
                    <a:pt x="1010" y="514"/>
                  </a:lnTo>
                  <a:lnTo>
                    <a:pt x="1013" y="514"/>
                  </a:lnTo>
                  <a:lnTo>
                    <a:pt x="1013" y="514"/>
                  </a:lnTo>
                  <a:lnTo>
                    <a:pt x="1013" y="514"/>
                  </a:lnTo>
                  <a:lnTo>
                    <a:pt x="1013" y="514"/>
                  </a:lnTo>
                  <a:lnTo>
                    <a:pt x="1013" y="517"/>
                  </a:lnTo>
                  <a:lnTo>
                    <a:pt x="1013" y="517"/>
                  </a:lnTo>
                  <a:lnTo>
                    <a:pt x="1013" y="519"/>
                  </a:lnTo>
                  <a:lnTo>
                    <a:pt x="1013" y="519"/>
                  </a:lnTo>
                  <a:lnTo>
                    <a:pt x="1015" y="519"/>
                  </a:lnTo>
                  <a:lnTo>
                    <a:pt x="1015" y="522"/>
                  </a:lnTo>
                  <a:lnTo>
                    <a:pt x="1015" y="522"/>
                  </a:lnTo>
                  <a:lnTo>
                    <a:pt x="1015" y="522"/>
                  </a:lnTo>
                  <a:lnTo>
                    <a:pt x="1015" y="522"/>
                  </a:lnTo>
                  <a:lnTo>
                    <a:pt x="1015" y="524"/>
                  </a:lnTo>
                  <a:lnTo>
                    <a:pt x="1015" y="524"/>
                  </a:lnTo>
                  <a:lnTo>
                    <a:pt x="1015" y="524"/>
                  </a:lnTo>
                  <a:lnTo>
                    <a:pt x="1015" y="526"/>
                  </a:lnTo>
                  <a:lnTo>
                    <a:pt x="1015" y="526"/>
                  </a:lnTo>
                  <a:lnTo>
                    <a:pt x="1015" y="529"/>
                  </a:lnTo>
                  <a:lnTo>
                    <a:pt x="1017" y="529"/>
                  </a:lnTo>
                  <a:lnTo>
                    <a:pt x="1017" y="529"/>
                  </a:lnTo>
                  <a:lnTo>
                    <a:pt x="1017" y="531"/>
                  </a:lnTo>
                  <a:lnTo>
                    <a:pt x="1017" y="531"/>
                  </a:lnTo>
                  <a:lnTo>
                    <a:pt x="1017" y="531"/>
                  </a:lnTo>
                  <a:lnTo>
                    <a:pt x="1017" y="533"/>
                  </a:lnTo>
                  <a:lnTo>
                    <a:pt x="1017" y="533"/>
                  </a:lnTo>
                  <a:lnTo>
                    <a:pt x="1017" y="533"/>
                  </a:lnTo>
                  <a:lnTo>
                    <a:pt x="1020" y="533"/>
                  </a:lnTo>
                  <a:lnTo>
                    <a:pt x="1020" y="533"/>
                  </a:lnTo>
                  <a:lnTo>
                    <a:pt x="1022" y="533"/>
                  </a:lnTo>
                  <a:lnTo>
                    <a:pt x="1022" y="533"/>
                  </a:lnTo>
                  <a:lnTo>
                    <a:pt x="1022" y="533"/>
                  </a:lnTo>
                  <a:lnTo>
                    <a:pt x="1022" y="533"/>
                  </a:lnTo>
                  <a:lnTo>
                    <a:pt x="1025" y="533"/>
                  </a:lnTo>
                  <a:lnTo>
                    <a:pt x="1025" y="536"/>
                  </a:lnTo>
                  <a:lnTo>
                    <a:pt x="1025" y="536"/>
                  </a:lnTo>
                  <a:lnTo>
                    <a:pt x="1025" y="536"/>
                  </a:lnTo>
                  <a:lnTo>
                    <a:pt x="1025" y="536"/>
                  </a:lnTo>
                  <a:lnTo>
                    <a:pt x="1027" y="536"/>
                  </a:lnTo>
                  <a:lnTo>
                    <a:pt x="1027" y="538"/>
                  </a:lnTo>
                  <a:lnTo>
                    <a:pt x="1027" y="538"/>
                  </a:lnTo>
                  <a:lnTo>
                    <a:pt x="1027" y="541"/>
                  </a:lnTo>
                  <a:lnTo>
                    <a:pt x="1027" y="541"/>
                  </a:lnTo>
                  <a:lnTo>
                    <a:pt x="1027" y="541"/>
                  </a:lnTo>
                  <a:lnTo>
                    <a:pt x="1027" y="541"/>
                  </a:lnTo>
                  <a:lnTo>
                    <a:pt x="1027" y="543"/>
                  </a:lnTo>
                  <a:lnTo>
                    <a:pt x="1027" y="543"/>
                  </a:lnTo>
                  <a:lnTo>
                    <a:pt x="1027" y="543"/>
                  </a:lnTo>
                  <a:lnTo>
                    <a:pt x="1029" y="543"/>
                  </a:lnTo>
                  <a:lnTo>
                    <a:pt x="1029" y="543"/>
                  </a:lnTo>
                  <a:lnTo>
                    <a:pt x="1029" y="543"/>
                  </a:lnTo>
                  <a:lnTo>
                    <a:pt x="1029" y="543"/>
                  </a:lnTo>
                  <a:lnTo>
                    <a:pt x="1032" y="543"/>
                  </a:lnTo>
                  <a:lnTo>
                    <a:pt x="1032" y="543"/>
                  </a:lnTo>
                  <a:lnTo>
                    <a:pt x="1032" y="545"/>
                  </a:lnTo>
                  <a:lnTo>
                    <a:pt x="1034" y="545"/>
                  </a:lnTo>
                  <a:lnTo>
                    <a:pt x="1034" y="545"/>
                  </a:lnTo>
                  <a:lnTo>
                    <a:pt x="1034" y="545"/>
                  </a:lnTo>
                  <a:lnTo>
                    <a:pt x="1034" y="545"/>
                  </a:lnTo>
                  <a:lnTo>
                    <a:pt x="1034" y="548"/>
                  </a:lnTo>
                  <a:lnTo>
                    <a:pt x="1036" y="548"/>
                  </a:lnTo>
                  <a:lnTo>
                    <a:pt x="1036" y="548"/>
                  </a:lnTo>
                  <a:lnTo>
                    <a:pt x="1036" y="548"/>
                  </a:lnTo>
                  <a:lnTo>
                    <a:pt x="1036" y="548"/>
                  </a:lnTo>
                  <a:lnTo>
                    <a:pt x="1036" y="550"/>
                  </a:lnTo>
                  <a:lnTo>
                    <a:pt x="1036" y="550"/>
                  </a:lnTo>
                  <a:lnTo>
                    <a:pt x="1036" y="552"/>
                  </a:lnTo>
                  <a:lnTo>
                    <a:pt x="1039" y="552"/>
                  </a:lnTo>
                  <a:lnTo>
                    <a:pt x="1039" y="552"/>
                  </a:lnTo>
                  <a:lnTo>
                    <a:pt x="1039" y="552"/>
                  </a:lnTo>
                  <a:lnTo>
                    <a:pt x="1039" y="555"/>
                  </a:lnTo>
                  <a:lnTo>
                    <a:pt x="1039" y="555"/>
                  </a:lnTo>
                  <a:lnTo>
                    <a:pt x="1036" y="555"/>
                  </a:lnTo>
                  <a:lnTo>
                    <a:pt x="1036" y="555"/>
                  </a:lnTo>
                  <a:lnTo>
                    <a:pt x="1036" y="555"/>
                  </a:lnTo>
                  <a:lnTo>
                    <a:pt x="1034" y="555"/>
                  </a:lnTo>
                  <a:lnTo>
                    <a:pt x="1034" y="555"/>
                  </a:lnTo>
                  <a:lnTo>
                    <a:pt x="1034" y="555"/>
                  </a:lnTo>
                  <a:lnTo>
                    <a:pt x="1034" y="555"/>
                  </a:lnTo>
                  <a:lnTo>
                    <a:pt x="1032" y="555"/>
                  </a:lnTo>
                  <a:lnTo>
                    <a:pt x="1032" y="555"/>
                  </a:lnTo>
                  <a:lnTo>
                    <a:pt x="1034" y="555"/>
                  </a:lnTo>
                  <a:lnTo>
                    <a:pt x="1034" y="555"/>
                  </a:lnTo>
                  <a:lnTo>
                    <a:pt x="1034" y="557"/>
                  </a:lnTo>
                  <a:lnTo>
                    <a:pt x="1034" y="557"/>
                  </a:lnTo>
                  <a:lnTo>
                    <a:pt x="1036" y="557"/>
                  </a:lnTo>
                  <a:lnTo>
                    <a:pt x="1036" y="557"/>
                  </a:lnTo>
                  <a:lnTo>
                    <a:pt x="1036" y="557"/>
                  </a:lnTo>
                  <a:lnTo>
                    <a:pt x="1036" y="557"/>
                  </a:lnTo>
                  <a:lnTo>
                    <a:pt x="1039" y="557"/>
                  </a:lnTo>
                  <a:lnTo>
                    <a:pt x="1039" y="560"/>
                  </a:lnTo>
                  <a:lnTo>
                    <a:pt x="1039" y="560"/>
                  </a:lnTo>
                  <a:lnTo>
                    <a:pt x="1036" y="560"/>
                  </a:lnTo>
                  <a:lnTo>
                    <a:pt x="1036" y="562"/>
                  </a:lnTo>
                  <a:lnTo>
                    <a:pt x="1036" y="562"/>
                  </a:lnTo>
                  <a:lnTo>
                    <a:pt x="1036" y="562"/>
                  </a:lnTo>
                  <a:lnTo>
                    <a:pt x="1034" y="562"/>
                  </a:lnTo>
                  <a:lnTo>
                    <a:pt x="1034" y="562"/>
                  </a:lnTo>
                  <a:lnTo>
                    <a:pt x="1036" y="562"/>
                  </a:lnTo>
                  <a:lnTo>
                    <a:pt x="1036" y="562"/>
                  </a:lnTo>
                  <a:lnTo>
                    <a:pt x="1036" y="562"/>
                  </a:lnTo>
                  <a:lnTo>
                    <a:pt x="1036" y="562"/>
                  </a:lnTo>
                  <a:lnTo>
                    <a:pt x="1039" y="562"/>
                  </a:lnTo>
                  <a:lnTo>
                    <a:pt x="1039" y="564"/>
                  </a:lnTo>
                  <a:lnTo>
                    <a:pt x="1039" y="564"/>
                  </a:lnTo>
                  <a:lnTo>
                    <a:pt x="1036" y="564"/>
                  </a:lnTo>
                  <a:lnTo>
                    <a:pt x="1036" y="564"/>
                  </a:lnTo>
                  <a:lnTo>
                    <a:pt x="1036" y="564"/>
                  </a:lnTo>
                  <a:lnTo>
                    <a:pt x="1034" y="564"/>
                  </a:lnTo>
                  <a:lnTo>
                    <a:pt x="1034" y="567"/>
                  </a:lnTo>
                  <a:lnTo>
                    <a:pt x="1036" y="567"/>
                  </a:lnTo>
                  <a:lnTo>
                    <a:pt x="1036" y="567"/>
                  </a:lnTo>
                  <a:lnTo>
                    <a:pt x="1036" y="567"/>
                  </a:lnTo>
                  <a:lnTo>
                    <a:pt x="1036" y="569"/>
                  </a:lnTo>
                  <a:lnTo>
                    <a:pt x="1036" y="569"/>
                  </a:lnTo>
                  <a:lnTo>
                    <a:pt x="1036" y="569"/>
                  </a:lnTo>
                  <a:lnTo>
                    <a:pt x="1036" y="571"/>
                  </a:lnTo>
                  <a:lnTo>
                    <a:pt x="1036" y="571"/>
                  </a:lnTo>
                  <a:lnTo>
                    <a:pt x="1039" y="571"/>
                  </a:lnTo>
                  <a:lnTo>
                    <a:pt x="1039" y="574"/>
                  </a:lnTo>
                  <a:lnTo>
                    <a:pt x="1039" y="574"/>
                  </a:lnTo>
                  <a:lnTo>
                    <a:pt x="1039" y="574"/>
                  </a:lnTo>
                  <a:lnTo>
                    <a:pt x="1039" y="576"/>
                  </a:lnTo>
                  <a:lnTo>
                    <a:pt x="1036" y="576"/>
                  </a:lnTo>
                  <a:lnTo>
                    <a:pt x="1036" y="576"/>
                  </a:lnTo>
                  <a:lnTo>
                    <a:pt x="1036" y="576"/>
                  </a:lnTo>
                  <a:lnTo>
                    <a:pt x="1036" y="576"/>
                  </a:lnTo>
                  <a:lnTo>
                    <a:pt x="1034" y="576"/>
                  </a:lnTo>
                  <a:lnTo>
                    <a:pt x="1034" y="576"/>
                  </a:lnTo>
                  <a:lnTo>
                    <a:pt x="1034" y="576"/>
                  </a:lnTo>
                  <a:lnTo>
                    <a:pt x="1032" y="576"/>
                  </a:lnTo>
                  <a:lnTo>
                    <a:pt x="1032" y="576"/>
                  </a:lnTo>
                  <a:lnTo>
                    <a:pt x="1029" y="576"/>
                  </a:lnTo>
                  <a:lnTo>
                    <a:pt x="1029" y="578"/>
                  </a:lnTo>
                  <a:lnTo>
                    <a:pt x="1029" y="578"/>
                  </a:lnTo>
                  <a:lnTo>
                    <a:pt x="1029" y="578"/>
                  </a:lnTo>
                  <a:lnTo>
                    <a:pt x="1029" y="578"/>
                  </a:lnTo>
                  <a:lnTo>
                    <a:pt x="1027" y="578"/>
                  </a:lnTo>
                  <a:lnTo>
                    <a:pt x="1027" y="581"/>
                  </a:lnTo>
                  <a:lnTo>
                    <a:pt x="1027" y="581"/>
                  </a:lnTo>
                  <a:lnTo>
                    <a:pt x="1025" y="581"/>
                  </a:lnTo>
                  <a:lnTo>
                    <a:pt x="1025" y="581"/>
                  </a:lnTo>
                  <a:lnTo>
                    <a:pt x="1025" y="581"/>
                  </a:lnTo>
                  <a:lnTo>
                    <a:pt x="1025" y="581"/>
                  </a:lnTo>
                  <a:lnTo>
                    <a:pt x="1025" y="583"/>
                  </a:lnTo>
                  <a:lnTo>
                    <a:pt x="1022" y="583"/>
                  </a:lnTo>
                  <a:lnTo>
                    <a:pt x="1022" y="583"/>
                  </a:lnTo>
                  <a:lnTo>
                    <a:pt x="1022" y="583"/>
                  </a:lnTo>
                  <a:lnTo>
                    <a:pt x="1022" y="583"/>
                  </a:lnTo>
                  <a:lnTo>
                    <a:pt x="1020" y="583"/>
                  </a:lnTo>
                  <a:lnTo>
                    <a:pt x="1020" y="583"/>
                  </a:lnTo>
                  <a:lnTo>
                    <a:pt x="1020" y="583"/>
                  </a:lnTo>
                  <a:lnTo>
                    <a:pt x="1017" y="583"/>
                  </a:lnTo>
                  <a:lnTo>
                    <a:pt x="1017" y="586"/>
                  </a:lnTo>
                  <a:lnTo>
                    <a:pt x="1017" y="586"/>
                  </a:lnTo>
                  <a:lnTo>
                    <a:pt x="1017" y="586"/>
                  </a:lnTo>
                  <a:lnTo>
                    <a:pt x="1017" y="588"/>
                  </a:lnTo>
                  <a:lnTo>
                    <a:pt x="1017" y="588"/>
                  </a:lnTo>
                  <a:lnTo>
                    <a:pt x="1017" y="588"/>
                  </a:lnTo>
                  <a:lnTo>
                    <a:pt x="1017" y="590"/>
                  </a:lnTo>
                  <a:lnTo>
                    <a:pt x="1015" y="590"/>
                  </a:lnTo>
                  <a:lnTo>
                    <a:pt x="1015" y="590"/>
                  </a:lnTo>
                  <a:lnTo>
                    <a:pt x="1015" y="590"/>
                  </a:lnTo>
                  <a:lnTo>
                    <a:pt x="1015" y="590"/>
                  </a:lnTo>
                  <a:lnTo>
                    <a:pt x="1013" y="590"/>
                  </a:lnTo>
                  <a:lnTo>
                    <a:pt x="1013" y="590"/>
                  </a:lnTo>
                  <a:lnTo>
                    <a:pt x="1013" y="590"/>
                  </a:lnTo>
                  <a:lnTo>
                    <a:pt x="1013" y="588"/>
                  </a:lnTo>
                  <a:lnTo>
                    <a:pt x="1010" y="588"/>
                  </a:lnTo>
                  <a:lnTo>
                    <a:pt x="1010" y="588"/>
                  </a:lnTo>
                  <a:lnTo>
                    <a:pt x="1010" y="588"/>
                  </a:lnTo>
                  <a:lnTo>
                    <a:pt x="1008" y="588"/>
                  </a:lnTo>
                  <a:lnTo>
                    <a:pt x="1008" y="588"/>
                  </a:lnTo>
                  <a:lnTo>
                    <a:pt x="1008" y="588"/>
                  </a:lnTo>
                  <a:lnTo>
                    <a:pt x="1006" y="588"/>
                  </a:lnTo>
                  <a:lnTo>
                    <a:pt x="1006" y="590"/>
                  </a:lnTo>
                  <a:lnTo>
                    <a:pt x="1008" y="590"/>
                  </a:lnTo>
                  <a:lnTo>
                    <a:pt x="1008" y="590"/>
                  </a:lnTo>
                  <a:lnTo>
                    <a:pt x="1008" y="590"/>
                  </a:lnTo>
                  <a:lnTo>
                    <a:pt x="1008" y="590"/>
                  </a:lnTo>
                  <a:lnTo>
                    <a:pt x="1010" y="590"/>
                  </a:lnTo>
                  <a:lnTo>
                    <a:pt x="1010" y="593"/>
                  </a:lnTo>
                  <a:lnTo>
                    <a:pt x="1010" y="593"/>
                  </a:lnTo>
                  <a:lnTo>
                    <a:pt x="1010" y="593"/>
                  </a:lnTo>
                  <a:lnTo>
                    <a:pt x="1010" y="593"/>
                  </a:lnTo>
                  <a:lnTo>
                    <a:pt x="1010" y="593"/>
                  </a:lnTo>
                  <a:lnTo>
                    <a:pt x="1010" y="595"/>
                  </a:lnTo>
                  <a:lnTo>
                    <a:pt x="1013" y="595"/>
                  </a:lnTo>
                  <a:lnTo>
                    <a:pt x="1013" y="595"/>
                  </a:lnTo>
                  <a:lnTo>
                    <a:pt x="1015" y="595"/>
                  </a:lnTo>
                  <a:lnTo>
                    <a:pt x="1015" y="593"/>
                  </a:lnTo>
                  <a:lnTo>
                    <a:pt x="1015" y="593"/>
                  </a:lnTo>
                  <a:lnTo>
                    <a:pt x="1015" y="593"/>
                  </a:lnTo>
                  <a:lnTo>
                    <a:pt x="1015" y="593"/>
                  </a:lnTo>
                  <a:lnTo>
                    <a:pt x="1017" y="593"/>
                  </a:lnTo>
                  <a:lnTo>
                    <a:pt x="1017" y="593"/>
                  </a:lnTo>
                  <a:lnTo>
                    <a:pt x="1017" y="593"/>
                  </a:lnTo>
                  <a:lnTo>
                    <a:pt x="1017" y="593"/>
                  </a:lnTo>
                  <a:lnTo>
                    <a:pt x="1020" y="593"/>
                  </a:lnTo>
                  <a:lnTo>
                    <a:pt x="1020" y="590"/>
                  </a:lnTo>
                  <a:lnTo>
                    <a:pt x="1020" y="590"/>
                  </a:lnTo>
                  <a:lnTo>
                    <a:pt x="1022" y="590"/>
                  </a:lnTo>
                  <a:lnTo>
                    <a:pt x="1022" y="590"/>
                  </a:lnTo>
                  <a:lnTo>
                    <a:pt x="1022" y="590"/>
                  </a:lnTo>
                  <a:lnTo>
                    <a:pt x="1022" y="590"/>
                  </a:lnTo>
                  <a:lnTo>
                    <a:pt x="1025" y="590"/>
                  </a:lnTo>
                  <a:lnTo>
                    <a:pt x="1025" y="590"/>
                  </a:lnTo>
                  <a:lnTo>
                    <a:pt x="1025" y="590"/>
                  </a:lnTo>
                  <a:lnTo>
                    <a:pt x="1027" y="590"/>
                  </a:lnTo>
                  <a:lnTo>
                    <a:pt x="1027" y="590"/>
                  </a:lnTo>
                  <a:lnTo>
                    <a:pt x="1027" y="590"/>
                  </a:lnTo>
                  <a:lnTo>
                    <a:pt x="1029" y="590"/>
                  </a:lnTo>
                  <a:lnTo>
                    <a:pt x="1029" y="593"/>
                  </a:lnTo>
                  <a:lnTo>
                    <a:pt x="1029" y="593"/>
                  </a:lnTo>
                  <a:lnTo>
                    <a:pt x="1029" y="593"/>
                  </a:lnTo>
                  <a:lnTo>
                    <a:pt x="1029" y="593"/>
                  </a:lnTo>
                  <a:lnTo>
                    <a:pt x="1029" y="593"/>
                  </a:lnTo>
                  <a:lnTo>
                    <a:pt x="1032" y="593"/>
                  </a:lnTo>
                  <a:lnTo>
                    <a:pt x="1032" y="595"/>
                  </a:lnTo>
                  <a:lnTo>
                    <a:pt x="1032" y="595"/>
                  </a:lnTo>
                  <a:lnTo>
                    <a:pt x="1032" y="595"/>
                  </a:lnTo>
                  <a:lnTo>
                    <a:pt x="1032" y="597"/>
                  </a:lnTo>
                  <a:lnTo>
                    <a:pt x="1034" y="597"/>
                  </a:lnTo>
                  <a:lnTo>
                    <a:pt x="1034" y="597"/>
                  </a:lnTo>
                  <a:lnTo>
                    <a:pt x="1034" y="597"/>
                  </a:lnTo>
                  <a:lnTo>
                    <a:pt x="1034" y="597"/>
                  </a:lnTo>
                  <a:lnTo>
                    <a:pt x="1036" y="597"/>
                  </a:lnTo>
                  <a:lnTo>
                    <a:pt x="1036" y="597"/>
                  </a:lnTo>
                  <a:lnTo>
                    <a:pt x="1036" y="597"/>
                  </a:lnTo>
                  <a:lnTo>
                    <a:pt x="1036" y="597"/>
                  </a:lnTo>
                  <a:lnTo>
                    <a:pt x="1036" y="595"/>
                  </a:lnTo>
                  <a:lnTo>
                    <a:pt x="1036" y="595"/>
                  </a:lnTo>
                  <a:lnTo>
                    <a:pt x="1036" y="595"/>
                  </a:lnTo>
                  <a:lnTo>
                    <a:pt x="1036" y="595"/>
                  </a:lnTo>
                  <a:lnTo>
                    <a:pt x="1039" y="595"/>
                  </a:lnTo>
                  <a:lnTo>
                    <a:pt x="1039" y="593"/>
                  </a:lnTo>
                  <a:lnTo>
                    <a:pt x="1039" y="593"/>
                  </a:lnTo>
                  <a:lnTo>
                    <a:pt x="1039" y="593"/>
                  </a:lnTo>
                  <a:lnTo>
                    <a:pt x="1041" y="593"/>
                  </a:lnTo>
                  <a:lnTo>
                    <a:pt x="1041" y="593"/>
                  </a:lnTo>
                  <a:lnTo>
                    <a:pt x="1041" y="593"/>
                  </a:lnTo>
                  <a:lnTo>
                    <a:pt x="1041" y="593"/>
                  </a:lnTo>
                  <a:lnTo>
                    <a:pt x="1041" y="593"/>
                  </a:lnTo>
                  <a:lnTo>
                    <a:pt x="1041" y="590"/>
                  </a:lnTo>
                  <a:lnTo>
                    <a:pt x="1041" y="590"/>
                  </a:lnTo>
                  <a:lnTo>
                    <a:pt x="1041" y="590"/>
                  </a:lnTo>
                  <a:lnTo>
                    <a:pt x="1044" y="590"/>
                  </a:lnTo>
                  <a:lnTo>
                    <a:pt x="1044" y="590"/>
                  </a:lnTo>
                  <a:lnTo>
                    <a:pt x="1044" y="588"/>
                  </a:lnTo>
                  <a:lnTo>
                    <a:pt x="1044" y="588"/>
                  </a:lnTo>
                  <a:lnTo>
                    <a:pt x="1044" y="590"/>
                  </a:lnTo>
                  <a:lnTo>
                    <a:pt x="1046" y="590"/>
                  </a:lnTo>
                  <a:lnTo>
                    <a:pt x="1046" y="590"/>
                  </a:lnTo>
                  <a:lnTo>
                    <a:pt x="1046" y="590"/>
                  </a:lnTo>
                  <a:lnTo>
                    <a:pt x="1048" y="590"/>
                  </a:lnTo>
                  <a:lnTo>
                    <a:pt x="1048" y="590"/>
                  </a:lnTo>
                  <a:lnTo>
                    <a:pt x="1048" y="590"/>
                  </a:lnTo>
                  <a:lnTo>
                    <a:pt x="1048" y="593"/>
                  </a:lnTo>
                  <a:lnTo>
                    <a:pt x="1048" y="593"/>
                  </a:lnTo>
                  <a:lnTo>
                    <a:pt x="1048" y="593"/>
                  </a:lnTo>
                  <a:lnTo>
                    <a:pt x="1048" y="593"/>
                  </a:lnTo>
                  <a:lnTo>
                    <a:pt x="1046" y="593"/>
                  </a:lnTo>
                  <a:lnTo>
                    <a:pt x="1046" y="593"/>
                  </a:lnTo>
                  <a:lnTo>
                    <a:pt x="1044" y="593"/>
                  </a:lnTo>
                  <a:lnTo>
                    <a:pt x="1044" y="593"/>
                  </a:lnTo>
                  <a:lnTo>
                    <a:pt x="1044" y="595"/>
                  </a:lnTo>
                  <a:lnTo>
                    <a:pt x="1046" y="595"/>
                  </a:lnTo>
                  <a:lnTo>
                    <a:pt x="1046" y="595"/>
                  </a:lnTo>
                  <a:lnTo>
                    <a:pt x="1048" y="595"/>
                  </a:lnTo>
                  <a:lnTo>
                    <a:pt x="1048" y="595"/>
                  </a:lnTo>
                  <a:lnTo>
                    <a:pt x="1048" y="597"/>
                  </a:lnTo>
                  <a:lnTo>
                    <a:pt x="1048" y="597"/>
                  </a:lnTo>
                  <a:lnTo>
                    <a:pt x="1048" y="597"/>
                  </a:lnTo>
                  <a:lnTo>
                    <a:pt x="1051" y="597"/>
                  </a:lnTo>
                  <a:lnTo>
                    <a:pt x="1051" y="597"/>
                  </a:lnTo>
                  <a:lnTo>
                    <a:pt x="1048" y="597"/>
                  </a:lnTo>
                  <a:lnTo>
                    <a:pt x="1048" y="600"/>
                  </a:lnTo>
                  <a:lnTo>
                    <a:pt x="1051" y="600"/>
                  </a:lnTo>
                  <a:lnTo>
                    <a:pt x="1051" y="600"/>
                  </a:lnTo>
                  <a:lnTo>
                    <a:pt x="1051" y="600"/>
                  </a:lnTo>
                  <a:lnTo>
                    <a:pt x="1051" y="600"/>
                  </a:lnTo>
                  <a:lnTo>
                    <a:pt x="1051" y="602"/>
                  </a:lnTo>
                  <a:lnTo>
                    <a:pt x="1048" y="602"/>
                  </a:lnTo>
                  <a:lnTo>
                    <a:pt x="1048" y="602"/>
                  </a:lnTo>
                  <a:lnTo>
                    <a:pt x="1048" y="602"/>
                  </a:lnTo>
                  <a:lnTo>
                    <a:pt x="1048" y="602"/>
                  </a:lnTo>
                  <a:lnTo>
                    <a:pt x="1048" y="602"/>
                  </a:lnTo>
                  <a:lnTo>
                    <a:pt x="1048" y="605"/>
                  </a:lnTo>
                  <a:lnTo>
                    <a:pt x="1048" y="605"/>
                  </a:lnTo>
                  <a:lnTo>
                    <a:pt x="1046" y="605"/>
                  </a:lnTo>
                  <a:lnTo>
                    <a:pt x="1046" y="607"/>
                  </a:lnTo>
                  <a:lnTo>
                    <a:pt x="1046" y="607"/>
                  </a:lnTo>
                  <a:lnTo>
                    <a:pt x="1046" y="607"/>
                  </a:lnTo>
                  <a:lnTo>
                    <a:pt x="1044" y="607"/>
                  </a:lnTo>
                  <a:lnTo>
                    <a:pt x="1044" y="607"/>
                  </a:lnTo>
                  <a:lnTo>
                    <a:pt x="1044" y="609"/>
                  </a:lnTo>
                  <a:lnTo>
                    <a:pt x="1044" y="609"/>
                  </a:lnTo>
                  <a:lnTo>
                    <a:pt x="1044" y="607"/>
                  </a:lnTo>
                  <a:lnTo>
                    <a:pt x="1044" y="607"/>
                  </a:lnTo>
                  <a:lnTo>
                    <a:pt x="1041" y="607"/>
                  </a:lnTo>
                  <a:lnTo>
                    <a:pt x="1041" y="605"/>
                  </a:lnTo>
                  <a:lnTo>
                    <a:pt x="1041" y="605"/>
                  </a:lnTo>
                  <a:lnTo>
                    <a:pt x="1041" y="605"/>
                  </a:lnTo>
                  <a:lnTo>
                    <a:pt x="1041" y="605"/>
                  </a:lnTo>
                  <a:lnTo>
                    <a:pt x="1039" y="605"/>
                  </a:lnTo>
                  <a:lnTo>
                    <a:pt x="1039" y="605"/>
                  </a:lnTo>
                  <a:lnTo>
                    <a:pt x="1039" y="605"/>
                  </a:lnTo>
                  <a:lnTo>
                    <a:pt x="1036" y="605"/>
                  </a:lnTo>
                  <a:lnTo>
                    <a:pt x="1036" y="607"/>
                  </a:lnTo>
                  <a:lnTo>
                    <a:pt x="1039" y="607"/>
                  </a:lnTo>
                  <a:lnTo>
                    <a:pt x="1039" y="607"/>
                  </a:lnTo>
                  <a:lnTo>
                    <a:pt x="1039" y="607"/>
                  </a:lnTo>
                  <a:lnTo>
                    <a:pt x="1041" y="607"/>
                  </a:lnTo>
                  <a:lnTo>
                    <a:pt x="1041" y="607"/>
                  </a:lnTo>
                  <a:lnTo>
                    <a:pt x="1041" y="607"/>
                  </a:lnTo>
                  <a:lnTo>
                    <a:pt x="1041" y="607"/>
                  </a:lnTo>
                  <a:lnTo>
                    <a:pt x="1041" y="609"/>
                  </a:lnTo>
                  <a:lnTo>
                    <a:pt x="1041" y="609"/>
                  </a:lnTo>
                  <a:lnTo>
                    <a:pt x="1041" y="609"/>
                  </a:lnTo>
                  <a:lnTo>
                    <a:pt x="1041" y="612"/>
                  </a:lnTo>
                  <a:lnTo>
                    <a:pt x="1041" y="612"/>
                  </a:lnTo>
                  <a:lnTo>
                    <a:pt x="1041" y="612"/>
                  </a:lnTo>
                  <a:lnTo>
                    <a:pt x="1041" y="612"/>
                  </a:lnTo>
                  <a:lnTo>
                    <a:pt x="1041" y="614"/>
                  </a:lnTo>
                  <a:lnTo>
                    <a:pt x="1041" y="614"/>
                  </a:lnTo>
                  <a:lnTo>
                    <a:pt x="1041" y="614"/>
                  </a:lnTo>
                  <a:lnTo>
                    <a:pt x="1039" y="614"/>
                  </a:lnTo>
                  <a:lnTo>
                    <a:pt x="1039" y="616"/>
                  </a:lnTo>
                  <a:lnTo>
                    <a:pt x="1041" y="616"/>
                  </a:lnTo>
                  <a:lnTo>
                    <a:pt x="1041" y="616"/>
                  </a:lnTo>
                  <a:lnTo>
                    <a:pt x="1041" y="616"/>
                  </a:lnTo>
                  <a:lnTo>
                    <a:pt x="1041" y="619"/>
                  </a:lnTo>
                  <a:lnTo>
                    <a:pt x="1041" y="619"/>
                  </a:lnTo>
                  <a:lnTo>
                    <a:pt x="1041" y="619"/>
                  </a:lnTo>
                  <a:lnTo>
                    <a:pt x="1041" y="621"/>
                  </a:lnTo>
                  <a:lnTo>
                    <a:pt x="1041" y="621"/>
                  </a:lnTo>
                  <a:lnTo>
                    <a:pt x="1041" y="621"/>
                  </a:lnTo>
                  <a:lnTo>
                    <a:pt x="1041" y="621"/>
                  </a:lnTo>
                  <a:lnTo>
                    <a:pt x="1041" y="621"/>
                  </a:lnTo>
                  <a:lnTo>
                    <a:pt x="1039" y="621"/>
                  </a:lnTo>
                  <a:lnTo>
                    <a:pt x="1039" y="621"/>
                  </a:lnTo>
                  <a:lnTo>
                    <a:pt x="1036" y="621"/>
                  </a:lnTo>
                  <a:lnTo>
                    <a:pt x="1036" y="621"/>
                  </a:lnTo>
                  <a:lnTo>
                    <a:pt x="1036" y="621"/>
                  </a:lnTo>
                  <a:lnTo>
                    <a:pt x="1034" y="621"/>
                  </a:lnTo>
                  <a:lnTo>
                    <a:pt x="1034" y="621"/>
                  </a:lnTo>
                  <a:lnTo>
                    <a:pt x="1034" y="621"/>
                  </a:lnTo>
                  <a:lnTo>
                    <a:pt x="1034" y="619"/>
                  </a:lnTo>
                  <a:lnTo>
                    <a:pt x="1034" y="619"/>
                  </a:lnTo>
                  <a:lnTo>
                    <a:pt x="1034" y="619"/>
                  </a:lnTo>
                  <a:lnTo>
                    <a:pt x="1032" y="619"/>
                  </a:lnTo>
                  <a:lnTo>
                    <a:pt x="1032" y="621"/>
                  </a:lnTo>
                  <a:lnTo>
                    <a:pt x="1034" y="621"/>
                  </a:lnTo>
                  <a:lnTo>
                    <a:pt x="1034" y="621"/>
                  </a:lnTo>
                  <a:lnTo>
                    <a:pt x="1034" y="621"/>
                  </a:lnTo>
                  <a:lnTo>
                    <a:pt x="1034" y="621"/>
                  </a:lnTo>
                  <a:lnTo>
                    <a:pt x="1034" y="624"/>
                  </a:lnTo>
                  <a:lnTo>
                    <a:pt x="1034" y="624"/>
                  </a:lnTo>
                  <a:lnTo>
                    <a:pt x="1034" y="624"/>
                  </a:lnTo>
                  <a:lnTo>
                    <a:pt x="1034" y="626"/>
                  </a:lnTo>
                  <a:lnTo>
                    <a:pt x="1034" y="626"/>
                  </a:lnTo>
                  <a:lnTo>
                    <a:pt x="1034" y="626"/>
                  </a:lnTo>
                  <a:lnTo>
                    <a:pt x="1034" y="628"/>
                  </a:lnTo>
                  <a:lnTo>
                    <a:pt x="1034" y="628"/>
                  </a:lnTo>
                  <a:lnTo>
                    <a:pt x="1034" y="631"/>
                  </a:lnTo>
                  <a:lnTo>
                    <a:pt x="1034" y="631"/>
                  </a:lnTo>
                  <a:lnTo>
                    <a:pt x="1034" y="631"/>
                  </a:lnTo>
                  <a:lnTo>
                    <a:pt x="1032" y="631"/>
                  </a:lnTo>
                  <a:lnTo>
                    <a:pt x="1032" y="631"/>
                  </a:lnTo>
                  <a:lnTo>
                    <a:pt x="1032" y="633"/>
                  </a:lnTo>
                  <a:lnTo>
                    <a:pt x="1029" y="633"/>
                  </a:lnTo>
                  <a:lnTo>
                    <a:pt x="1029" y="633"/>
                  </a:lnTo>
                  <a:lnTo>
                    <a:pt x="1029" y="633"/>
                  </a:lnTo>
                  <a:lnTo>
                    <a:pt x="1029" y="635"/>
                  </a:lnTo>
                  <a:lnTo>
                    <a:pt x="1032" y="635"/>
                  </a:lnTo>
                  <a:lnTo>
                    <a:pt x="1032" y="635"/>
                  </a:lnTo>
                  <a:lnTo>
                    <a:pt x="1034" y="635"/>
                  </a:lnTo>
                  <a:lnTo>
                    <a:pt x="1034" y="635"/>
                  </a:lnTo>
                  <a:lnTo>
                    <a:pt x="1034" y="638"/>
                  </a:lnTo>
                  <a:lnTo>
                    <a:pt x="1034" y="638"/>
                  </a:lnTo>
                  <a:lnTo>
                    <a:pt x="1034" y="638"/>
                  </a:lnTo>
                  <a:lnTo>
                    <a:pt x="1034" y="640"/>
                  </a:lnTo>
                  <a:lnTo>
                    <a:pt x="1034" y="640"/>
                  </a:lnTo>
                  <a:lnTo>
                    <a:pt x="1034" y="640"/>
                  </a:lnTo>
                  <a:lnTo>
                    <a:pt x="1034" y="642"/>
                  </a:lnTo>
                  <a:lnTo>
                    <a:pt x="1034" y="642"/>
                  </a:lnTo>
                  <a:lnTo>
                    <a:pt x="1034" y="642"/>
                  </a:lnTo>
                  <a:lnTo>
                    <a:pt x="1034" y="642"/>
                  </a:lnTo>
                  <a:lnTo>
                    <a:pt x="1034" y="642"/>
                  </a:lnTo>
                  <a:lnTo>
                    <a:pt x="1032" y="642"/>
                  </a:lnTo>
                  <a:lnTo>
                    <a:pt x="1032" y="642"/>
                  </a:lnTo>
                  <a:lnTo>
                    <a:pt x="1032" y="642"/>
                  </a:lnTo>
                  <a:lnTo>
                    <a:pt x="1029" y="642"/>
                  </a:lnTo>
                  <a:lnTo>
                    <a:pt x="1029" y="642"/>
                  </a:lnTo>
                  <a:lnTo>
                    <a:pt x="1029" y="642"/>
                  </a:lnTo>
                  <a:lnTo>
                    <a:pt x="1029" y="642"/>
                  </a:lnTo>
                  <a:lnTo>
                    <a:pt x="1029" y="642"/>
                  </a:lnTo>
                  <a:lnTo>
                    <a:pt x="1029" y="642"/>
                  </a:lnTo>
                  <a:lnTo>
                    <a:pt x="1027" y="642"/>
                  </a:lnTo>
                  <a:lnTo>
                    <a:pt x="1027" y="645"/>
                  </a:lnTo>
                  <a:lnTo>
                    <a:pt x="1027" y="645"/>
                  </a:lnTo>
                  <a:lnTo>
                    <a:pt x="1027" y="647"/>
                  </a:lnTo>
                  <a:lnTo>
                    <a:pt x="1027" y="647"/>
                  </a:lnTo>
                  <a:lnTo>
                    <a:pt x="1027" y="650"/>
                  </a:lnTo>
                  <a:lnTo>
                    <a:pt x="1027" y="650"/>
                  </a:lnTo>
                  <a:lnTo>
                    <a:pt x="1027" y="647"/>
                  </a:lnTo>
                  <a:lnTo>
                    <a:pt x="1027" y="647"/>
                  </a:lnTo>
                  <a:lnTo>
                    <a:pt x="1025" y="647"/>
                  </a:lnTo>
                  <a:lnTo>
                    <a:pt x="1025" y="647"/>
                  </a:lnTo>
                  <a:lnTo>
                    <a:pt x="1025" y="647"/>
                  </a:lnTo>
                  <a:lnTo>
                    <a:pt x="1025" y="647"/>
                  </a:lnTo>
                  <a:lnTo>
                    <a:pt x="1022" y="647"/>
                  </a:lnTo>
                  <a:lnTo>
                    <a:pt x="1022" y="650"/>
                  </a:lnTo>
                  <a:lnTo>
                    <a:pt x="1025" y="650"/>
                  </a:lnTo>
                  <a:lnTo>
                    <a:pt x="1025" y="650"/>
                  </a:lnTo>
                  <a:lnTo>
                    <a:pt x="1022" y="650"/>
                  </a:lnTo>
                  <a:lnTo>
                    <a:pt x="1022" y="650"/>
                  </a:lnTo>
                  <a:lnTo>
                    <a:pt x="1022" y="652"/>
                  </a:lnTo>
                  <a:lnTo>
                    <a:pt x="1022" y="652"/>
                  </a:lnTo>
                  <a:lnTo>
                    <a:pt x="1022" y="652"/>
                  </a:lnTo>
                  <a:lnTo>
                    <a:pt x="1025" y="652"/>
                  </a:lnTo>
                  <a:lnTo>
                    <a:pt x="1025" y="652"/>
                  </a:lnTo>
                  <a:lnTo>
                    <a:pt x="1022" y="652"/>
                  </a:lnTo>
                  <a:lnTo>
                    <a:pt x="1022" y="654"/>
                  </a:lnTo>
                  <a:lnTo>
                    <a:pt x="1022" y="654"/>
                  </a:lnTo>
                  <a:lnTo>
                    <a:pt x="1022" y="654"/>
                  </a:lnTo>
                  <a:lnTo>
                    <a:pt x="1022" y="654"/>
                  </a:lnTo>
                  <a:lnTo>
                    <a:pt x="1020" y="654"/>
                  </a:lnTo>
                  <a:lnTo>
                    <a:pt x="1020" y="654"/>
                  </a:lnTo>
                  <a:lnTo>
                    <a:pt x="1020" y="654"/>
                  </a:lnTo>
                  <a:lnTo>
                    <a:pt x="1020" y="652"/>
                  </a:lnTo>
                  <a:lnTo>
                    <a:pt x="1017" y="652"/>
                  </a:lnTo>
                  <a:lnTo>
                    <a:pt x="1017" y="652"/>
                  </a:lnTo>
                  <a:lnTo>
                    <a:pt x="1017" y="652"/>
                  </a:lnTo>
                  <a:lnTo>
                    <a:pt x="1017" y="650"/>
                  </a:lnTo>
                  <a:lnTo>
                    <a:pt x="1017" y="650"/>
                  </a:lnTo>
                  <a:lnTo>
                    <a:pt x="1017" y="650"/>
                  </a:lnTo>
                  <a:lnTo>
                    <a:pt x="1017" y="652"/>
                  </a:lnTo>
                  <a:lnTo>
                    <a:pt x="1015" y="652"/>
                  </a:lnTo>
                  <a:lnTo>
                    <a:pt x="1015" y="652"/>
                  </a:lnTo>
                  <a:lnTo>
                    <a:pt x="1017" y="652"/>
                  </a:lnTo>
                  <a:lnTo>
                    <a:pt x="1017" y="652"/>
                  </a:lnTo>
                  <a:lnTo>
                    <a:pt x="1015" y="652"/>
                  </a:lnTo>
                  <a:lnTo>
                    <a:pt x="1015" y="652"/>
                  </a:lnTo>
                  <a:lnTo>
                    <a:pt x="1015" y="654"/>
                  </a:lnTo>
                  <a:lnTo>
                    <a:pt x="1015" y="654"/>
                  </a:lnTo>
                  <a:lnTo>
                    <a:pt x="1015" y="654"/>
                  </a:lnTo>
                  <a:lnTo>
                    <a:pt x="1013" y="654"/>
                  </a:lnTo>
                  <a:lnTo>
                    <a:pt x="1013" y="657"/>
                  </a:lnTo>
                  <a:lnTo>
                    <a:pt x="1013" y="657"/>
                  </a:lnTo>
                  <a:lnTo>
                    <a:pt x="1013" y="657"/>
                  </a:lnTo>
                  <a:lnTo>
                    <a:pt x="1013" y="659"/>
                  </a:lnTo>
                  <a:lnTo>
                    <a:pt x="1010" y="659"/>
                  </a:lnTo>
                  <a:lnTo>
                    <a:pt x="1010" y="659"/>
                  </a:lnTo>
                  <a:lnTo>
                    <a:pt x="1010" y="659"/>
                  </a:lnTo>
                  <a:lnTo>
                    <a:pt x="1010" y="661"/>
                  </a:lnTo>
                  <a:lnTo>
                    <a:pt x="1010" y="661"/>
                  </a:lnTo>
                  <a:lnTo>
                    <a:pt x="1010" y="661"/>
                  </a:lnTo>
                  <a:lnTo>
                    <a:pt x="1013" y="661"/>
                  </a:lnTo>
                  <a:lnTo>
                    <a:pt x="1013" y="661"/>
                  </a:lnTo>
                  <a:lnTo>
                    <a:pt x="1013" y="664"/>
                  </a:lnTo>
                  <a:lnTo>
                    <a:pt x="1010" y="664"/>
                  </a:lnTo>
                  <a:lnTo>
                    <a:pt x="1010" y="664"/>
                  </a:lnTo>
                  <a:lnTo>
                    <a:pt x="1010" y="666"/>
                  </a:lnTo>
                  <a:lnTo>
                    <a:pt x="1010" y="666"/>
                  </a:lnTo>
                  <a:lnTo>
                    <a:pt x="1010" y="666"/>
                  </a:lnTo>
                  <a:lnTo>
                    <a:pt x="1010" y="666"/>
                  </a:lnTo>
                  <a:lnTo>
                    <a:pt x="1010" y="669"/>
                  </a:lnTo>
                  <a:lnTo>
                    <a:pt x="1010" y="669"/>
                  </a:lnTo>
                  <a:lnTo>
                    <a:pt x="1008" y="669"/>
                  </a:lnTo>
                  <a:lnTo>
                    <a:pt x="1008" y="671"/>
                  </a:lnTo>
                  <a:lnTo>
                    <a:pt x="1008" y="671"/>
                  </a:lnTo>
                  <a:lnTo>
                    <a:pt x="1008" y="671"/>
                  </a:lnTo>
                  <a:lnTo>
                    <a:pt x="1008" y="671"/>
                  </a:lnTo>
                  <a:lnTo>
                    <a:pt x="1008" y="671"/>
                  </a:lnTo>
                  <a:lnTo>
                    <a:pt x="1006" y="671"/>
                  </a:lnTo>
                  <a:lnTo>
                    <a:pt x="1006" y="673"/>
                  </a:lnTo>
                  <a:lnTo>
                    <a:pt x="1008" y="673"/>
                  </a:lnTo>
                  <a:lnTo>
                    <a:pt x="1008" y="673"/>
                  </a:lnTo>
                  <a:lnTo>
                    <a:pt x="1008" y="673"/>
                  </a:lnTo>
                  <a:lnTo>
                    <a:pt x="1008" y="676"/>
                  </a:lnTo>
                  <a:lnTo>
                    <a:pt x="1008" y="676"/>
                  </a:lnTo>
                  <a:lnTo>
                    <a:pt x="1006" y="676"/>
                  </a:lnTo>
                  <a:lnTo>
                    <a:pt x="1006" y="676"/>
                  </a:lnTo>
                  <a:lnTo>
                    <a:pt x="1006" y="676"/>
                  </a:lnTo>
                  <a:lnTo>
                    <a:pt x="1003" y="676"/>
                  </a:lnTo>
                  <a:lnTo>
                    <a:pt x="1003" y="676"/>
                  </a:lnTo>
                  <a:lnTo>
                    <a:pt x="1003" y="676"/>
                  </a:lnTo>
                  <a:lnTo>
                    <a:pt x="1003" y="678"/>
                  </a:lnTo>
                  <a:lnTo>
                    <a:pt x="1001" y="678"/>
                  </a:lnTo>
                  <a:lnTo>
                    <a:pt x="1001" y="676"/>
                  </a:lnTo>
                  <a:lnTo>
                    <a:pt x="1001" y="676"/>
                  </a:lnTo>
                  <a:lnTo>
                    <a:pt x="1001" y="676"/>
                  </a:lnTo>
                  <a:lnTo>
                    <a:pt x="1001" y="678"/>
                  </a:lnTo>
                  <a:lnTo>
                    <a:pt x="999" y="678"/>
                  </a:lnTo>
                  <a:lnTo>
                    <a:pt x="999" y="678"/>
                  </a:lnTo>
                  <a:lnTo>
                    <a:pt x="1001" y="678"/>
                  </a:lnTo>
                  <a:lnTo>
                    <a:pt x="1001" y="678"/>
                  </a:lnTo>
                  <a:lnTo>
                    <a:pt x="1001" y="680"/>
                  </a:lnTo>
                  <a:lnTo>
                    <a:pt x="1001" y="680"/>
                  </a:lnTo>
                  <a:lnTo>
                    <a:pt x="1001" y="680"/>
                  </a:lnTo>
                  <a:lnTo>
                    <a:pt x="1001" y="683"/>
                  </a:lnTo>
                  <a:lnTo>
                    <a:pt x="1001" y="683"/>
                  </a:lnTo>
                  <a:lnTo>
                    <a:pt x="1001" y="683"/>
                  </a:lnTo>
                  <a:lnTo>
                    <a:pt x="1001" y="685"/>
                  </a:lnTo>
                  <a:lnTo>
                    <a:pt x="1001" y="685"/>
                  </a:lnTo>
                  <a:lnTo>
                    <a:pt x="1001" y="685"/>
                  </a:lnTo>
                  <a:lnTo>
                    <a:pt x="1001" y="687"/>
                  </a:lnTo>
                  <a:lnTo>
                    <a:pt x="1001" y="687"/>
                  </a:lnTo>
                  <a:lnTo>
                    <a:pt x="1001" y="685"/>
                  </a:lnTo>
                  <a:lnTo>
                    <a:pt x="999" y="685"/>
                  </a:lnTo>
                  <a:lnTo>
                    <a:pt x="999" y="687"/>
                  </a:lnTo>
                  <a:lnTo>
                    <a:pt x="999" y="687"/>
                  </a:lnTo>
                  <a:lnTo>
                    <a:pt x="999" y="687"/>
                  </a:lnTo>
                  <a:lnTo>
                    <a:pt x="996" y="687"/>
                  </a:lnTo>
                  <a:lnTo>
                    <a:pt x="996" y="687"/>
                  </a:lnTo>
                  <a:lnTo>
                    <a:pt x="996" y="687"/>
                  </a:lnTo>
                  <a:lnTo>
                    <a:pt x="996" y="685"/>
                  </a:lnTo>
                  <a:lnTo>
                    <a:pt x="996" y="685"/>
                  </a:lnTo>
                  <a:lnTo>
                    <a:pt x="996" y="687"/>
                  </a:lnTo>
                  <a:lnTo>
                    <a:pt x="994" y="687"/>
                  </a:lnTo>
                  <a:lnTo>
                    <a:pt x="994" y="687"/>
                  </a:lnTo>
                  <a:lnTo>
                    <a:pt x="994" y="687"/>
                  </a:lnTo>
                  <a:lnTo>
                    <a:pt x="994" y="687"/>
                  </a:lnTo>
                  <a:lnTo>
                    <a:pt x="996" y="687"/>
                  </a:lnTo>
                  <a:lnTo>
                    <a:pt x="996" y="690"/>
                  </a:lnTo>
                  <a:lnTo>
                    <a:pt x="996" y="690"/>
                  </a:lnTo>
                  <a:lnTo>
                    <a:pt x="996" y="690"/>
                  </a:lnTo>
                  <a:lnTo>
                    <a:pt x="996" y="692"/>
                  </a:lnTo>
                  <a:lnTo>
                    <a:pt x="996" y="692"/>
                  </a:lnTo>
                  <a:lnTo>
                    <a:pt x="996" y="692"/>
                  </a:lnTo>
                  <a:lnTo>
                    <a:pt x="994" y="692"/>
                  </a:lnTo>
                  <a:lnTo>
                    <a:pt x="994" y="692"/>
                  </a:lnTo>
                  <a:lnTo>
                    <a:pt x="994" y="692"/>
                  </a:lnTo>
                  <a:lnTo>
                    <a:pt x="991" y="692"/>
                  </a:lnTo>
                  <a:lnTo>
                    <a:pt x="991" y="692"/>
                  </a:lnTo>
                  <a:lnTo>
                    <a:pt x="991" y="692"/>
                  </a:lnTo>
                  <a:lnTo>
                    <a:pt x="991" y="695"/>
                  </a:lnTo>
                  <a:lnTo>
                    <a:pt x="989" y="695"/>
                  </a:lnTo>
                  <a:lnTo>
                    <a:pt x="989" y="695"/>
                  </a:lnTo>
                  <a:lnTo>
                    <a:pt x="991" y="695"/>
                  </a:lnTo>
                  <a:lnTo>
                    <a:pt x="991" y="697"/>
                  </a:lnTo>
                  <a:lnTo>
                    <a:pt x="991" y="697"/>
                  </a:lnTo>
                  <a:lnTo>
                    <a:pt x="989" y="697"/>
                  </a:lnTo>
                  <a:lnTo>
                    <a:pt x="989" y="699"/>
                  </a:lnTo>
                  <a:lnTo>
                    <a:pt x="991" y="699"/>
                  </a:lnTo>
                  <a:lnTo>
                    <a:pt x="991" y="699"/>
                  </a:lnTo>
                  <a:lnTo>
                    <a:pt x="991" y="699"/>
                  </a:lnTo>
                  <a:lnTo>
                    <a:pt x="991" y="702"/>
                  </a:lnTo>
                  <a:lnTo>
                    <a:pt x="991" y="702"/>
                  </a:lnTo>
                  <a:lnTo>
                    <a:pt x="991" y="702"/>
                  </a:lnTo>
                  <a:lnTo>
                    <a:pt x="991" y="702"/>
                  </a:lnTo>
                  <a:lnTo>
                    <a:pt x="989" y="702"/>
                  </a:lnTo>
                  <a:lnTo>
                    <a:pt x="989" y="702"/>
                  </a:lnTo>
                  <a:lnTo>
                    <a:pt x="989" y="704"/>
                  </a:lnTo>
                  <a:lnTo>
                    <a:pt x="989" y="704"/>
                  </a:lnTo>
                  <a:lnTo>
                    <a:pt x="989" y="704"/>
                  </a:lnTo>
                  <a:lnTo>
                    <a:pt x="991" y="704"/>
                  </a:lnTo>
                  <a:lnTo>
                    <a:pt x="991" y="706"/>
                  </a:lnTo>
                  <a:lnTo>
                    <a:pt x="989" y="706"/>
                  </a:lnTo>
                  <a:lnTo>
                    <a:pt x="989" y="706"/>
                  </a:lnTo>
                  <a:lnTo>
                    <a:pt x="989" y="706"/>
                  </a:lnTo>
                  <a:lnTo>
                    <a:pt x="989" y="706"/>
                  </a:lnTo>
                  <a:lnTo>
                    <a:pt x="989" y="709"/>
                  </a:lnTo>
                  <a:lnTo>
                    <a:pt x="991" y="709"/>
                  </a:lnTo>
                  <a:lnTo>
                    <a:pt x="991" y="709"/>
                  </a:lnTo>
                  <a:lnTo>
                    <a:pt x="991" y="706"/>
                  </a:lnTo>
                  <a:lnTo>
                    <a:pt x="991" y="706"/>
                  </a:lnTo>
                  <a:lnTo>
                    <a:pt x="991" y="709"/>
                  </a:lnTo>
                  <a:lnTo>
                    <a:pt x="991" y="709"/>
                  </a:lnTo>
                  <a:lnTo>
                    <a:pt x="994" y="709"/>
                  </a:lnTo>
                  <a:lnTo>
                    <a:pt x="994" y="709"/>
                  </a:lnTo>
                  <a:lnTo>
                    <a:pt x="996" y="709"/>
                  </a:lnTo>
                  <a:lnTo>
                    <a:pt x="996" y="711"/>
                  </a:lnTo>
                  <a:lnTo>
                    <a:pt x="996" y="711"/>
                  </a:lnTo>
                  <a:lnTo>
                    <a:pt x="994" y="711"/>
                  </a:lnTo>
                  <a:lnTo>
                    <a:pt x="994" y="711"/>
                  </a:lnTo>
                  <a:lnTo>
                    <a:pt x="994" y="714"/>
                  </a:lnTo>
                  <a:lnTo>
                    <a:pt x="994" y="714"/>
                  </a:lnTo>
                  <a:lnTo>
                    <a:pt x="994" y="714"/>
                  </a:lnTo>
                  <a:lnTo>
                    <a:pt x="991" y="714"/>
                  </a:lnTo>
                  <a:lnTo>
                    <a:pt x="991" y="716"/>
                  </a:lnTo>
                  <a:lnTo>
                    <a:pt x="991" y="716"/>
                  </a:lnTo>
                  <a:lnTo>
                    <a:pt x="991" y="716"/>
                  </a:lnTo>
                  <a:lnTo>
                    <a:pt x="991" y="716"/>
                  </a:lnTo>
                  <a:lnTo>
                    <a:pt x="991" y="718"/>
                  </a:lnTo>
                  <a:lnTo>
                    <a:pt x="991" y="718"/>
                  </a:lnTo>
                  <a:lnTo>
                    <a:pt x="991" y="718"/>
                  </a:lnTo>
                  <a:lnTo>
                    <a:pt x="991" y="718"/>
                  </a:lnTo>
                  <a:lnTo>
                    <a:pt x="991" y="718"/>
                  </a:lnTo>
                  <a:lnTo>
                    <a:pt x="989" y="718"/>
                  </a:lnTo>
                  <a:lnTo>
                    <a:pt x="989" y="716"/>
                  </a:lnTo>
                  <a:lnTo>
                    <a:pt x="989" y="716"/>
                  </a:lnTo>
                  <a:lnTo>
                    <a:pt x="989" y="716"/>
                  </a:lnTo>
                  <a:lnTo>
                    <a:pt x="987" y="716"/>
                  </a:lnTo>
                  <a:lnTo>
                    <a:pt x="987" y="716"/>
                  </a:lnTo>
                  <a:lnTo>
                    <a:pt x="987" y="718"/>
                  </a:lnTo>
                  <a:lnTo>
                    <a:pt x="987" y="718"/>
                  </a:lnTo>
                  <a:lnTo>
                    <a:pt x="987" y="718"/>
                  </a:lnTo>
                  <a:lnTo>
                    <a:pt x="989" y="718"/>
                  </a:lnTo>
                  <a:lnTo>
                    <a:pt x="989" y="721"/>
                  </a:lnTo>
                  <a:lnTo>
                    <a:pt x="989" y="721"/>
                  </a:lnTo>
                  <a:lnTo>
                    <a:pt x="989" y="721"/>
                  </a:lnTo>
                  <a:lnTo>
                    <a:pt x="987" y="721"/>
                  </a:lnTo>
                  <a:lnTo>
                    <a:pt x="987" y="721"/>
                  </a:lnTo>
                  <a:lnTo>
                    <a:pt x="987" y="721"/>
                  </a:lnTo>
                  <a:lnTo>
                    <a:pt x="984" y="721"/>
                  </a:lnTo>
                  <a:lnTo>
                    <a:pt x="984" y="721"/>
                  </a:lnTo>
                  <a:lnTo>
                    <a:pt x="984" y="721"/>
                  </a:lnTo>
                  <a:lnTo>
                    <a:pt x="984" y="718"/>
                  </a:lnTo>
                  <a:lnTo>
                    <a:pt x="984" y="718"/>
                  </a:lnTo>
                  <a:lnTo>
                    <a:pt x="984" y="718"/>
                  </a:lnTo>
                  <a:lnTo>
                    <a:pt x="984" y="716"/>
                  </a:lnTo>
                  <a:lnTo>
                    <a:pt x="984" y="716"/>
                  </a:lnTo>
                  <a:lnTo>
                    <a:pt x="984" y="714"/>
                  </a:lnTo>
                  <a:lnTo>
                    <a:pt x="984" y="714"/>
                  </a:lnTo>
                  <a:lnTo>
                    <a:pt x="984" y="714"/>
                  </a:lnTo>
                  <a:lnTo>
                    <a:pt x="984" y="711"/>
                  </a:lnTo>
                  <a:lnTo>
                    <a:pt x="984" y="711"/>
                  </a:lnTo>
                  <a:lnTo>
                    <a:pt x="984" y="714"/>
                  </a:lnTo>
                  <a:lnTo>
                    <a:pt x="984" y="714"/>
                  </a:lnTo>
                  <a:lnTo>
                    <a:pt x="982" y="714"/>
                  </a:lnTo>
                  <a:lnTo>
                    <a:pt x="982" y="716"/>
                  </a:lnTo>
                  <a:lnTo>
                    <a:pt x="982" y="716"/>
                  </a:lnTo>
                  <a:lnTo>
                    <a:pt x="982" y="714"/>
                  </a:lnTo>
                  <a:lnTo>
                    <a:pt x="982" y="714"/>
                  </a:lnTo>
                  <a:lnTo>
                    <a:pt x="982" y="714"/>
                  </a:lnTo>
                  <a:lnTo>
                    <a:pt x="980" y="714"/>
                  </a:lnTo>
                  <a:lnTo>
                    <a:pt x="980" y="714"/>
                  </a:lnTo>
                  <a:lnTo>
                    <a:pt x="980" y="716"/>
                  </a:lnTo>
                  <a:lnTo>
                    <a:pt x="982" y="716"/>
                  </a:lnTo>
                  <a:lnTo>
                    <a:pt x="982" y="716"/>
                  </a:lnTo>
                  <a:lnTo>
                    <a:pt x="982" y="716"/>
                  </a:lnTo>
                  <a:lnTo>
                    <a:pt x="982" y="716"/>
                  </a:lnTo>
                  <a:lnTo>
                    <a:pt x="984" y="716"/>
                  </a:lnTo>
                  <a:lnTo>
                    <a:pt x="984" y="718"/>
                  </a:lnTo>
                  <a:lnTo>
                    <a:pt x="984" y="718"/>
                  </a:lnTo>
                  <a:lnTo>
                    <a:pt x="984" y="721"/>
                  </a:lnTo>
                  <a:lnTo>
                    <a:pt x="982" y="721"/>
                  </a:lnTo>
                  <a:lnTo>
                    <a:pt x="982" y="721"/>
                  </a:lnTo>
                  <a:lnTo>
                    <a:pt x="982" y="721"/>
                  </a:lnTo>
                  <a:lnTo>
                    <a:pt x="982" y="721"/>
                  </a:lnTo>
                  <a:lnTo>
                    <a:pt x="982" y="721"/>
                  </a:lnTo>
                  <a:lnTo>
                    <a:pt x="982" y="721"/>
                  </a:lnTo>
                  <a:lnTo>
                    <a:pt x="980" y="721"/>
                  </a:lnTo>
                  <a:lnTo>
                    <a:pt x="980" y="721"/>
                  </a:lnTo>
                  <a:lnTo>
                    <a:pt x="980" y="721"/>
                  </a:lnTo>
                  <a:lnTo>
                    <a:pt x="980" y="723"/>
                  </a:lnTo>
                  <a:lnTo>
                    <a:pt x="980" y="723"/>
                  </a:lnTo>
                  <a:lnTo>
                    <a:pt x="980" y="725"/>
                  </a:lnTo>
                  <a:lnTo>
                    <a:pt x="977" y="725"/>
                  </a:lnTo>
                  <a:lnTo>
                    <a:pt x="977" y="725"/>
                  </a:lnTo>
                  <a:lnTo>
                    <a:pt x="977" y="723"/>
                  </a:lnTo>
                  <a:lnTo>
                    <a:pt x="977" y="723"/>
                  </a:lnTo>
                  <a:lnTo>
                    <a:pt x="977" y="723"/>
                  </a:lnTo>
                  <a:lnTo>
                    <a:pt x="977" y="723"/>
                  </a:lnTo>
                  <a:lnTo>
                    <a:pt x="977" y="725"/>
                  </a:lnTo>
                  <a:lnTo>
                    <a:pt x="977" y="725"/>
                  </a:lnTo>
                  <a:lnTo>
                    <a:pt x="977" y="728"/>
                  </a:lnTo>
                  <a:lnTo>
                    <a:pt x="975" y="728"/>
                  </a:lnTo>
                  <a:lnTo>
                    <a:pt x="975" y="728"/>
                  </a:lnTo>
                  <a:lnTo>
                    <a:pt x="975" y="730"/>
                  </a:lnTo>
                  <a:lnTo>
                    <a:pt x="975" y="730"/>
                  </a:lnTo>
                  <a:lnTo>
                    <a:pt x="975" y="730"/>
                  </a:lnTo>
                  <a:lnTo>
                    <a:pt x="975" y="728"/>
                  </a:lnTo>
                  <a:lnTo>
                    <a:pt x="973" y="728"/>
                  </a:lnTo>
                  <a:lnTo>
                    <a:pt x="973" y="730"/>
                  </a:lnTo>
                  <a:lnTo>
                    <a:pt x="973" y="730"/>
                  </a:lnTo>
                  <a:lnTo>
                    <a:pt x="970" y="730"/>
                  </a:lnTo>
                  <a:lnTo>
                    <a:pt x="970" y="730"/>
                  </a:lnTo>
                  <a:lnTo>
                    <a:pt x="970" y="730"/>
                  </a:lnTo>
                  <a:lnTo>
                    <a:pt x="970" y="733"/>
                  </a:lnTo>
                  <a:lnTo>
                    <a:pt x="970" y="733"/>
                  </a:lnTo>
                  <a:lnTo>
                    <a:pt x="970" y="733"/>
                  </a:lnTo>
                  <a:lnTo>
                    <a:pt x="970" y="733"/>
                  </a:lnTo>
                  <a:lnTo>
                    <a:pt x="970" y="735"/>
                  </a:lnTo>
                  <a:lnTo>
                    <a:pt x="970" y="735"/>
                  </a:lnTo>
                  <a:lnTo>
                    <a:pt x="970" y="737"/>
                  </a:lnTo>
                  <a:lnTo>
                    <a:pt x="968" y="737"/>
                  </a:lnTo>
                  <a:lnTo>
                    <a:pt x="968" y="737"/>
                  </a:lnTo>
                  <a:lnTo>
                    <a:pt x="968" y="737"/>
                  </a:lnTo>
                  <a:lnTo>
                    <a:pt x="968" y="737"/>
                  </a:lnTo>
                  <a:lnTo>
                    <a:pt x="965" y="737"/>
                  </a:lnTo>
                  <a:lnTo>
                    <a:pt x="965" y="737"/>
                  </a:lnTo>
                  <a:lnTo>
                    <a:pt x="965" y="735"/>
                  </a:lnTo>
                  <a:lnTo>
                    <a:pt x="965" y="735"/>
                  </a:lnTo>
                  <a:lnTo>
                    <a:pt x="963" y="735"/>
                  </a:lnTo>
                  <a:lnTo>
                    <a:pt x="963" y="735"/>
                  </a:lnTo>
                  <a:lnTo>
                    <a:pt x="963" y="735"/>
                  </a:lnTo>
                  <a:lnTo>
                    <a:pt x="961" y="735"/>
                  </a:lnTo>
                  <a:lnTo>
                    <a:pt x="961" y="735"/>
                  </a:lnTo>
                  <a:lnTo>
                    <a:pt x="961" y="737"/>
                  </a:lnTo>
                  <a:lnTo>
                    <a:pt x="961" y="737"/>
                  </a:lnTo>
                  <a:lnTo>
                    <a:pt x="963" y="737"/>
                  </a:lnTo>
                  <a:lnTo>
                    <a:pt x="963" y="737"/>
                  </a:lnTo>
                  <a:lnTo>
                    <a:pt x="963" y="737"/>
                  </a:lnTo>
                  <a:lnTo>
                    <a:pt x="963" y="737"/>
                  </a:lnTo>
                  <a:lnTo>
                    <a:pt x="965" y="737"/>
                  </a:lnTo>
                  <a:lnTo>
                    <a:pt x="965" y="740"/>
                  </a:lnTo>
                  <a:lnTo>
                    <a:pt x="965" y="740"/>
                  </a:lnTo>
                  <a:lnTo>
                    <a:pt x="963" y="740"/>
                  </a:lnTo>
                  <a:lnTo>
                    <a:pt x="963" y="740"/>
                  </a:lnTo>
                  <a:lnTo>
                    <a:pt x="963" y="740"/>
                  </a:lnTo>
                  <a:lnTo>
                    <a:pt x="963" y="740"/>
                  </a:lnTo>
                  <a:lnTo>
                    <a:pt x="963" y="740"/>
                  </a:lnTo>
                  <a:lnTo>
                    <a:pt x="963" y="740"/>
                  </a:lnTo>
                  <a:lnTo>
                    <a:pt x="961" y="740"/>
                  </a:lnTo>
                  <a:lnTo>
                    <a:pt x="961" y="740"/>
                  </a:lnTo>
                  <a:lnTo>
                    <a:pt x="958" y="740"/>
                  </a:lnTo>
                  <a:lnTo>
                    <a:pt x="958" y="740"/>
                  </a:lnTo>
                  <a:lnTo>
                    <a:pt x="958" y="740"/>
                  </a:lnTo>
                  <a:lnTo>
                    <a:pt x="958" y="742"/>
                  </a:lnTo>
                  <a:lnTo>
                    <a:pt x="958" y="742"/>
                  </a:lnTo>
                  <a:lnTo>
                    <a:pt x="958" y="744"/>
                  </a:lnTo>
                  <a:lnTo>
                    <a:pt x="956" y="744"/>
                  </a:lnTo>
                  <a:lnTo>
                    <a:pt x="956" y="744"/>
                  </a:lnTo>
                  <a:lnTo>
                    <a:pt x="956" y="744"/>
                  </a:lnTo>
                  <a:lnTo>
                    <a:pt x="956" y="744"/>
                  </a:lnTo>
                  <a:lnTo>
                    <a:pt x="956" y="747"/>
                  </a:lnTo>
                  <a:lnTo>
                    <a:pt x="954" y="747"/>
                  </a:lnTo>
                  <a:lnTo>
                    <a:pt x="954" y="747"/>
                  </a:lnTo>
                  <a:lnTo>
                    <a:pt x="954" y="747"/>
                  </a:lnTo>
                  <a:lnTo>
                    <a:pt x="954" y="749"/>
                  </a:lnTo>
                  <a:lnTo>
                    <a:pt x="951" y="749"/>
                  </a:lnTo>
                  <a:lnTo>
                    <a:pt x="951" y="749"/>
                  </a:lnTo>
                  <a:lnTo>
                    <a:pt x="951" y="751"/>
                  </a:lnTo>
                  <a:lnTo>
                    <a:pt x="951" y="751"/>
                  </a:lnTo>
                  <a:lnTo>
                    <a:pt x="951" y="751"/>
                  </a:lnTo>
                  <a:lnTo>
                    <a:pt x="951" y="751"/>
                  </a:lnTo>
                  <a:lnTo>
                    <a:pt x="949" y="751"/>
                  </a:lnTo>
                  <a:lnTo>
                    <a:pt x="949" y="751"/>
                  </a:lnTo>
                  <a:lnTo>
                    <a:pt x="949" y="751"/>
                  </a:lnTo>
                  <a:lnTo>
                    <a:pt x="949" y="754"/>
                  </a:lnTo>
                  <a:lnTo>
                    <a:pt x="949" y="754"/>
                  </a:lnTo>
                  <a:lnTo>
                    <a:pt x="949" y="751"/>
                  </a:lnTo>
                  <a:lnTo>
                    <a:pt x="946" y="751"/>
                  </a:lnTo>
                  <a:lnTo>
                    <a:pt x="946" y="754"/>
                  </a:lnTo>
                  <a:lnTo>
                    <a:pt x="946" y="754"/>
                  </a:lnTo>
                  <a:lnTo>
                    <a:pt x="946" y="754"/>
                  </a:lnTo>
                  <a:lnTo>
                    <a:pt x="946" y="754"/>
                  </a:lnTo>
                  <a:lnTo>
                    <a:pt x="949" y="754"/>
                  </a:lnTo>
                  <a:lnTo>
                    <a:pt x="949" y="756"/>
                  </a:lnTo>
                  <a:lnTo>
                    <a:pt x="949" y="756"/>
                  </a:lnTo>
                  <a:lnTo>
                    <a:pt x="949" y="756"/>
                  </a:lnTo>
                  <a:lnTo>
                    <a:pt x="949" y="756"/>
                  </a:lnTo>
                  <a:lnTo>
                    <a:pt x="946" y="756"/>
                  </a:lnTo>
                  <a:lnTo>
                    <a:pt x="946" y="756"/>
                  </a:lnTo>
                  <a:lnTo>
                    <a:pt x="946" y="759"/>
                  </a:lnTo>
                  <a:lnTo>
                    <a:pt x="944" y="759"/>
                  </a:lnTo>
                  <a:lnTo>
                    <a:pt x="944" y="759"/>
                  </a:lnTo>
                  <a:lnTo>
                    <a:pt x="944" y="759"/>
                  </a:lnTo>
                  <a:lnTo>
                    <a:pt x="944" y="759"/>
                  </a:lnTo>
                  <a:lnTo>
                    <a:pt x="944" y="761"/>
                  </a:lnTo>
                  <a:lnTo>
                    <a:pt x="942" y="761"/>
                  </a:lnTo>
                  <a:lnTo>
                    <a:pt x="942" y="761"/>
                  </a:lnTo>
                  <a:lnTo>
                    <a:pt x="942" y="761"/>
                  </a:lnTo>
                  <a:lnTo>
                    <a:pt x="942" y="761"/>
                  </a:lnTo>
                  <a:lnTo>
                    <a:pt x="942" y="761"/>
                  </a:lnTo>
                  <a:lnTo>
                    <a:pt x="939" y="761"/>
                  </a:lnTo>
                  <a:lnTo>
                    <a:pt x="939" y="761"/>
                  </a:lnTo>
                  <a:lnTo>
                    <a:pt x="939" y="761"/>
                  </a:lnTo>
                  <a:lnTo>
                    <a:pt x="937" y="761"/>
                  </a:lnTo>
                  <a:lnTo>
                    <a:pt x="937" y="761"/>
                  </a:lnTo>
                  <a:lnTo>
                    <a:pt x="937" y="761"/>
                  </a:lnTo>
                  <a:lnTo>
                    <a:pt x="937" y="761"/>
                  </a:lnTo>
                  <a:lnTo>
                    <a:pt x="935" y="761"/>
                  </a:lnTo>
                  <a:lnTo>
                    <a:pt x="935" y="761"/>
                  </a:lnTo>
                  <a:lnTo>
                    <a:pt x="935" y="761"/>
                  </a:lnTo>
                  <a:lnTo>
                    <a:pt x="932" y="761"/>
                  </a:lnTo>
                  <a:lnTo>
                    <a:pt x="932" y="763"/>
                  </a:lnTo>
                  <a:lnTo>
                    <a:pt x="935" y="763"/>
                  </a:lnTo>
                  <a:lnTo>
                    <a:pt x="935" y="763"/>
                  </a:lnTo>
                  <a:lnTo>
                    <a:pt x="935" y="763"/>
                  </a:lnTo>
                  <a:lnTo>
                    <a:pt x="937" y="763"/>
                  </a:lnTo>
                  <a:lnTo>
                    <a:pt x="937" y="763"/>
                  </a:lnTo>
                  <a:lnTo>
                    <a:pt x="937" y="766"/>
                  </a:lnTo>
                  <a:lnTo>
                    <a:pt x="937" y="766"/>
                  </a:lnTo>
                  <a:lnTo>
                    <a:pt x="935" y="766"/>
                  </a:lnTo>
                  <a:lnTo>
                    <a:pt x="935" y="766"/>
                  </a:lnTo>
                  <a:lnTo>
                    <a:pt x="935" y="766"/>
                  </a:lnTo>
                  <a:lnTo>
                    <a:pt x="932" y="766"/>
                  </a:lnTo>
                  <a:lnTo>
                    <a:pt x="932" y="766"/>
                  </a:lnTo>
                  <a:lnTo>
                    <a:pt x="932" y="766"/>
                  </a:lnTo>
                  <a:lnTo>
                    <a:pt x="930" y="766"/>
                  </a:lnTo>
                  <a:lnTo>
                    <a:pt x="930" y="763"/>
                  </a:lnTo>
                  <a:lnTo>
                    <a:pt x="932" y="763"/>
                  </a:lnTo>
                  <a:lnTo>
                    <a:pt x="932" y="763"/>
                  </a:lnTo>
                  <a:lnTo>
                    <a:pt x="930" y="763"/>
                  </a:lnTo>
                  <a:lnTo>
                    <a:pt x="930" y="763"/>
                  </a:lnTo>
                  <a:lnTo>
                    <a:pt x="930" y="763"/>
                  </a:lnTo>
                  <a:lnTo>
                    <a:pt x="930" y="766"/>
                  </a:lnTo>
                  <a:lnTo>
                    <a:pt x="930" y="766"/>
                  </a:lnTo>
                  <a:lnTo>
                    <a:pt x="930" y="766"/>
                  </a:lnTo>
                  <a:lnTo>
                    <a:pt x="928" y="766"/>
                  </a:lnTo>
                  <a:lnTo>
                    <a:pt x="928" y="768"/>
                  </a:lnTo>
                  <a:lnTo>
                    <a:pt x="928" y="768"/>
                  </a:lnTo>
                  <a:lnTo>
                    <a:pt x="928" y="770"/>
                  </a:lnTo>
                  <a:lnTo>
                    <a:pt x="930" y="770"/>
                  </a:lnTo>
                  <a:lnTo>
                    <a:pt x="930" y="770"/>
                  </a:lnTo>
                  <a:lnTo>
                    <a:pt x="928" y="770"/>
                  </a:lnTo>
                  <a:lnTo>
                    <a:pt x="928" y="770"/>
                  </a:lnTo>
                  <a:lnTo>
                    <a:pt x="928" y="770"/>
                  </a:lnTo>
                  <a:lnTo>
                    <a:pt x="925" y="770"/>
                  </a:lnTo>
                  <a:lnTo>
                    <a:pt x="925" y="770"/>
                  </a:lnTo>
                  <a:lnTo>
                    <a:pt x="925" y="773"/>
                  </a:lnTo>
                  <a:lnTo>
                    <a:pt x="925" y="773"/>
                  </a:lnTo>
                  <a:lnTo>
                    <a:pt x="925" y="770"/>
                  </a:lnTo>
                  <a:lnTo>
                    <a:pt x="923" y="770"/>
                  </a:lnTo>
                  <a:lnTo>
                    <a:pt x="923" y="773"/>
                  </a:lnTo>
                  <a:lnTo>
                    <a:pt x="923" y="773"/>
                  </a:lnTo>
                  <a:lnTo>
                    <a:pt x="923" y="775"/>
                  </a:lnTo>
                  <a:lnTo>
                    <a:pt x="923" y="775"/>
                  </a:lnTo>
                  <a:lnTo>
                    <a:pt x="923" y="775"/>
                  </a:lnTo>
                  <a:lnTo>
                    <a:pt x="923" y="778"/>
                  </a:lnTo>
                  <a:lnTo>
                    <a:pt x="923" y="778"/>
                  </a:lnTo>
                  <a:lnTo>
                    <a:pt x="923" y="778"/>
                  </a:lnTo>
                  <a:lnTo>
                    <a:pt x="920" y="778"/>
                  </a:lnTo>
                  <a:lnTo>
                    <a:pt x="920" y="778"/>
                  </a:lnTo>
                  <a:lnTo>
                    <a:pt x="918" y="778"/>
                  </a:lnTo>
                  <a:lnTo>
                    <a:pt x="918" y="778"/>
                  </a:lnTo>
                  <a:lnTo>
                    <a:pt x="918" y="778"/>
                  </a:lnTo>
                  <a:lnTo>
                    <a:pt x="916" y="778"/>
                  </a:lnTo>
                  <a:lnTo>
                    <a:pt x="916" y="780"/>
                  </a:lnTo>
                  <a:lnTo>
                    <a:pt x="916" y="780"/>
                  </a:lnTo>
                  <a:lnTo>
                    <a:pt x="916" y="780"/>
                  </a:lnTo>
                  <a:lnTo>
                    <a:pt x="916" y="780"/>
                  </a:lnTo>
                  <a:lnTo>
                    <a:pt x="913" y="780"/>
                  </a:lnTo>
                  <a:lnTo>
                    <a:pt x="913" y="780"/>
                  </a:lnTo>
                  <a:lnTo>
                    <a:pt x="913" y="780"/>
                  </a:lnTo>
                  <a:lnTo>
                    <a:pt x="911" y="780"/>
                  </a:lnTo>
                  <a:lnTo>
                    <a:pt x="911" y="780"/>
                  </a:lnTo>
                  <a:lnTo>
                    <a:pt x="911" y="780"/>
                  </a:lnTo>
                  <a:lnTo>
                    <a:pt x="911" y="780"/>
                  </a:lnTo>
                  <a:lnTo>
                    <a:pt x="911" y="780"/>
                  </a:lnTo>
                  <a:lnTo>
                    <a:pt x="909" y="780"/>
                  </a:lnTo>
                  <a:lnTo>
                    <a:pt x="909" y="782"/>
                  </a:lnTo>
                  <a:lnTo>
                    <a:pt x="909" y="782"/>
                  </a:lnTo>
                  <a:lnTo>
                    <a:pt x="909" y="782"/>
                  </a:lnTo>
                  <a:lnTo>
                    <a:pt x="909" y="782"/>
                  </a:lnTo>
                  <a:lnTo>
                    <a:pt x="906" y="782"/>
                  </a:lnTo>
                  <a:lnTo>
                    <a:pt x="906" y="782"/>
                  </a:lnTo>
                  <a:lnTo>
                    <a:pt x="906" y="780"/>
                  </a:lnTo>
                  <a:lnTo>
                    <a:pt x="906" y="780"/>
                  </a:lnTo>
                  <a:lnTo>
                    <a:pt x="906" y="780"/>
                  </a:lnTo>
                  <a:lnTo>
                    <a:pt x="904" y="780"/>
                  </a:lnTo>
                  <a:lnTo>
                    <a:pt x="904" y="780"/>
                  </a:lnTo>
                  <a:lnTo>
                    <a:pt x="904" y="780"/>
                  </a:lnTo>
                  <a:lnTo>
                    <a:pt x="901" y="780"/>
                  </a:lnTo>
                  <a:lnTo>
                    <a:pt x="901" y="780"/>
                  </a:lnTo>
                  <a:lnTo>
                    <a:pt x="904" y="780"/>
                  </a:lnTo>
                  <a:lnTo>
                    <a:pt x="904" y="782"/>
                  </a:lnTo>
                  <a:lnTo>
                    <a:pt x="904" y="782"/>
                  </a:lnTo>
                  <a:lnTo>
                    <a:pt x="901" y="782"/>
                  </a:lnTo>
                  <a:lnTo>
                    <a:pt x="901" y="785"/>
                  </a:lnTo>
                  <a:lnTo>
                    <a:pt x="901" y="785"/>
                  </a:lnTo>
                  <a:lnTo>
                    <a:pt x="901" y="785"/>
                  </a:lnTo>
                  <a:lnTo>
                    <a:pt x="901" y="785"/>
                  </a:lnTo>
                  <a:lnTo>
                    <a:pt x="901" y="785"/>
                  </a:lnTo>
                  <a:lnTo>
                    <a:pt x="899" y="785"/>
                  </a:lnTo>
                  <a:lnTo>
                    <a:pt x="899" y="785"/>
                  </a:lnTo>
                  <a:lnTo>
                    <a:pt x="897" y="785"/>
                  </a:lnTo>
                  <a:lnTo>
                    <a:pt x="897" y="785"/>
                  </a:lnTo>
                  <a:lnTo>
                    <a:pt x="897" y="782"/>
                  </a:lnTo>
                  <a:lnTo>
                    <a:pt x="897" y="782"/>
                  </a:lnTo>
                  <a:lnTo>
                    <a:pt x="897" y="782"/>
                  </a:lnTo>
                  <a:lnTo>
                    <a:pt x="894" y="782"/>
                  </a:lnTo>
                  <a:lnTo>
                    <a:pt x="894" y="782"/>
                  </a:lnTo>
                  <a:lnTo>
                    <a:pt x="894" y="782"/>
                  </a:lnTo>
                  <a:lnTo>
                    <a:pt x="892" y="782"/>
                  </a:lnTo>
                  <a:lnTo>
                    <a:pt x="892" y="782"/>
                  </a:lnTo>
                  <a:lnTo>
                    <a:pt x="890" y="782"/>
                  </a:lnTo>
                  <a:lnTo>
                    <a:pt x="890" y="782"/>
                  </a:lnTo>
                  <a:lnTo>
                    <a:pt x="890" y="785"/>
                  </a:lnTo>
                  <a:lnTo>
                    <a:pt x="890" y="785"/>
                  </a:lnTo>
                  <a:lnTo>
                    <a:pt x="890" y="785"/>
                  </a:lnTo>
                  <a:lnTo>
                    <a:pt x="890" y="785"/>
                  </a:lnTo>
                  <a:lnTo>
                    <a:pt x="890" y="787"/>
                  </a:lnTo>
                  <a:lnTo>
                    <a:pt x="887" y="787"/>
                  </a:lnTo>
                  <a:lnTo>
                    <a:pt x="887" y="787"/>
                  </a:lnTo>
                  <a:lnTo>
                    <a:pt x="887" y="787"/>
                  </a:lnTo>
                  <a:lnTo>
                    <a:pt x="887" y="789"/>
                  </a:lnTo>
                  <a:lnTo>
                    <a:pt x="885" y="789"/>
                  </a:lnTo>
                  <a:lnTo>
                    <a:pt x="885" y="789"/>
                  </a:lnTo>
                  <a:lnTo>
                    <a:pt x="885" y="787"/>
                  </a:lnTo>
                  <a:lnTo>
                    <a:pt x="885" y="787"/>
                  </a:lnTo>
                  <a:lnTo>
                    <a:pt x="883" y="787"/>
                  </a:lnTo>
                  <a:lnTo>
                    <a:pt x="883" y="787"/>
                  </a:lnTo>
                  <a:lnTo>
                    <a:pt x="883" y="785"/>
                  </a:lnTo>
                  <a:lnTo>
                    <a:pt x="883" y="785"/>
                  </a:lnTo>
                  <a:lnTo>
                    <a:pt x="883" y="782"/>
                  </a:lnTo>
                  <a:lnTo>
                    <a:pt x="883" y="782"/>
                  </a:lnTo>
                  <a:lnTo>
                    <a:pt x="883" y="782"/>
                  </a:lnTo>
                  <a:lnTo>
                    <a:pt x="883" y="782"/>
                  </a:lnTo>
                  <a:lnTo>
                    <a:pt x="883" y="782"/>
                  </a:lnTo>
                  <a:lnTo>
                    <a:pt x="883" y="785"/>
                  </a:lnTo>
                  <a:lnTo>
                    <a:pt x="883" y="785"/>
                  </a:lnTo>
                  <a:lnTo>
                    <a:pt x="883" y="785"/>
                  </a:lnTo>
                  <a:lnTo>
                    <a:pt x="883" y="787"/>
                  </a:lnTo>
                  <a:lnTo>
                    <a:pt x="883" y="787"/>
                  </a:lnTo>
                  <a:lnTo>
                    <a:pt x="883" y="787"/>
                  </a:lnTo>
                  <a:lnTo>
                    <a:pt x="883" y="789"/>
                  </a:lnTo>
                  <a:lnTo>
                    <a:pt x="883" y="789"/>
                  </a:lnTo>
                  <a:lnTo>
                    <a:pt x="883" y="789"/>
                  </a:lnTo>
                  <a:lnTo>
                    <a:pt x="883" y="789"/>
                  </a:lnTo>
                  <a:lnTo>
                    <a:pt x="883" y="789"/>
                  </a:lnTo>
                  <a:lnTo>
                    <a:pt x="880" y="789"/>
                  </a:lnTo>
                  <a:lnTo>
                    <a:pt x="880" y="789"/>
                  </a:lnTo>
                  <a:lnTo>
                    <a:pt x="880" y="789"/>
                  </a:lnTo>
                  <a:lnTo>
                    <a:pt x="880" y="789"/>
                  </a:lnTo>
                  <a:lnTo>
                    <a:pt x="878" y="789"/>
                  </a:lnTo>
                  <a:lnTo>
                    <a:pt x="878" y="789"/>
                  </a:lnTo>
                  <a:lnTo>
                    <a:pt x="878" y="789"/>
                  </a:lnTo>
                  <a:lnTo>
                    <a:pt x="878" y="789"/>
                  </a:lnTo>
                  <a:lnTo>
                    <a:pt x="878" y="787"/>
                  </a:lnTo>
                  <a:lnTo>
                    <a:pt x="878" y="787"/>
                  </a:lnTo>
                  <a:lnTo>
                    <a:pt x="878" y="787"/>
                  </a:lnTo>
                  <a:lnTo>
                    <a:pt x="875" y="787"/>
                  </a:lnTo>
                  <a:lnTo>
                    <a:pt x="875" y="787"/>
                  </a:lnTo>
                  <a:lnTo>
                    <a:pt x="875" y="787"/>
                  </a:lnTo>
                  <a:lnTo>
                    <a:pt x="875" y="787"/>
                  </a:lnTo>
                  <a:lnTo>
                    <a:pt x="873" y="787"/>
                  </a:lnTo>
                  <a:lnTo>
                    <a:pt x="873" y="787"/>
                  </a:lnTo>
                  <a:lnTo>
                    <a:pt x="871" y="787"/>
                  </a:lnTo>
                  <a:lnTo>
                    <a:pt x="871" y="787"/>
                  </a:lnTo>
                  <a:lnTo>
                    <a:pt x="871" y="787"/>
                  </a:lnTo>
                  <a:lnTo>
                    <a:pt x="871" y="789"/>
                  </a:lnTo>
                  <a:lnTo>
                    <a:pt x="868" y="789"/>
                  </a:lnTo>
                  <a:lnTo>
                    <a:pt x="868" y="789"/>
                  </a:lnTo>
                  <a:lnTo>
                    <a:pt x="868" y="789"/>
                  </a:lnTo>
                  <a:lnTo>
                    <a:pt x="868" y="789"/>
                  </a:lnTo>
                  <a:lnTo>
                    <a:pt x="866" y="789"/>
                  </a:lnTo>
                  <a:lnTo>
                    <a:pt x="866" y="789"/>
                  </a:lnTo>
                  <a:lnTo>
                    <a:pt x="864" y="789"/>
                  </a:lnTo>
                  <a:lnTo>
                    <a:pt x="864" y="789"/>
                  </a:lnTo>
                  <a:lnTo>
                    <a:pt x="864" y="787"/>
                  </a:lnTo>
                  <a:lnTo>
                    <a:pt x="864" y="787"/>
                  </a:lnTo>
                  <a:lnTo>
                    <a:pt x="864" y="787"/>
                  </a:lnTo>
                  <a:lnTo>
                    <a:pt x="864" y="785"/>
                  </a:lnTo>
                  <a:lnTo>
                    <a:pt x="864" y="785"/>
                  </a:lnTo>
                  <a:lnTo>
                    <a:pt x="864" y="785"/>
                  </a:lnTo>
                  <a:lnTo>
                    <a:pt x="864" y="782"/>
                  </a:lnTo>
                  <a:lnTo>
                    <a:pt x="864" y="782"/>
                  </a:lnTo>
                  <a:lnTo>
                    <a:pt x="861" y="782"/>
                  </a:lnTo>
                  <a:lnTo>
                    <a:pt x="861" y="782"/>
                  </a:lnTo>
                  <a:lnTo>
                    <a:pt x="861" y="782"/>
                  </a:lnTo>
                  <a:lnTo>
                    <a:pt x="861" y="782"/>
                  </a:lnTo>
                  <a:lnTo>
                    <a:pt x="861" y="785"/>
                  </a:lnTo>
                  <a:lnTo>
                    <a:pt x="861" y="785"/>
                  </a:lnTo>
                  <a:lnTo>
                    <a:pt x="861" y="787"/>
                  </a:lnTo>
                  <a:lnTo>
                    <a:pt x="859" y="787"/>
                  </a:lnTo>
                  <a:lnTo>
                    <a:pt x="859" y="787"/>
                  </a:lnTo>
                  <a:lnTo>
                    <a:pt x="859" y="789"/>
                  </a:lnTo>
                  <a:lnTo>
                    <a:pt x="859" y="789"/>
                  </a:lnTo>
                  <a:lnTo>
                    <a:pt x="861" y="789"/>
                  </a:lnTo>
                  <a:lnTo>
                    <a:pt x="861" y="789"/>
                  </a:lnTo>
                  <a:lnTo>
                    <a:pt x="861" y="789"/>
                  </a:lnTo>
                  <a:lnTo>
                    <a:pt x="861" y="792"/>
                  </a:lnTo>
                  <a:lnTo>
                    <a:pt x="861" y="792"/>
                  </a:lnTo>
                  <a:lnTo>
                    <a:pt x="861" y="792"/>
                  </a:lnTo>
                  <a:lnTo>
                    <a:pt x="861" y="794"/>
                  </a:lnTo>
                  <a:lnTo>
                    <a:pt x="861" y="794"/>
                  </a:lnTo>
                  <a:lnTo>
                    <a:pt x="861" y="797"/>
                  </a:lnTo>
                  <a:lnTo>
                    <a:pt x="859" y="797"/>
                  </a:lnTo>
                  <a:lnTo>
                    <a:pt x="859" y="797"/>
                  </a:lnTo>
                  <a:lnTo>
                    <a:pt x="859" y="797"/>
                  </a:lnTo>
                  <a:lnTo>
                    <a:pt x="859" y="799"/>
                  </a:lnTo>
                  <a:lnTo>
                    <a:pt x="859" y="799"/>
                  </a:lnTo>
                  <a:lnTo>
                    <a:pt x="859" y="799"/>
                  </a:lnTo>
                  <a:lnTo>
                    <a:pt x="859" y="799"/>
                  </a:lnTo>
                  <a:lnTo>
                    <a:pt x="859" y="799"/>
                  </a:lnTo>
                  <a:lnTo>
                    <a:pt x="857" y="799"/>
                  </a:lnTo>
                  <a:lnTo>
                    <a:pt x="857" y="799"/>
                  </a:lnTo>
                  <a:lnTo>
                    <a:pt x="857" y="799"/>
                  </a:lnTo>
                  <a:lnTo>
                    <a:pt x="857" y="801"/>
                  </a:lnTo>
                  <a:lnTo>
                    <a:pt x="854" y="801"/>
                  </a:lnTo>
                  <a:lnTo>
                    <a:pt x="854" y="801"/>
                  </a:lnTo>
                  <a:lnTo>
                    <a:pt x="854" y="801"/>
                  </a:lnTo>
                  <a:lnTo>
                    <a:pt x="854" y="804"/>
                  </a:lnTo>
                  <a:lnTo>
                    <a:pt x="852" y="804"/>
                  </a:lnTo>
                  <a:lnTo>
                    <a:pt x="852" y="804"/>
                  </a:lnTo>
                  <a:lnTo>
                    <a:pt x="852" y="804"/>
                  </a:lnTo>
                  <a:lnTo>
                    <a:pt x="852" y="804"/>
                  </a:lnTo>
                  <a:lnTo>
                    <a:pt x="852" y="806"/>
                  </a:lnTo>
                  <a:lnTo>
                    <a:pt x="849" y="806"/>
                  </a:lnTo>
                  <a:lnTo>
                    <a:pt x="849" y="806"/>
                  </a:lnTo>
                  <a:lnTo>
                    <a:pt x="849" y="804"/>
                  </a:lnTo>
                  <a:lnTo>
                    <a:pt x="849" y="804"/>
                  </a:lnTo>
                  <a:lnTo>
                    <a:pt x="849" y="806"/>
                  </a:lnTo>
                  <a:lnTo>
                    <a:pt x="847" y="806"/>
                  </a:lnTo>
                  <a:lnTo>
                    <a:pt x="847" y="806"/>
                  </a:lnTo>
                  <a:lnTo>
                    <a:pt x="845" y="806"/>
                  </a:lnTo>
                  <a:lnTo>
                    <a:pt x="845" y="806"/>
                  </a:lnTo>
                  <a:lnTo>
                    <a:pt x="845" y="806"/>
                  </a:lnTo>
                  <a:lnTo>
                    <a:pt x="845" y="804"/>
                  </a:lnTo>
                  <a:lnTo>
                    <a:pt x="842" y="804"/>
                  </a:lnTo>
                  <a:lnTo>
                    <a:pt x="842" y="804"/>
                  </a:lnTo>
                  <a:lnTo>
                    <a:pt x="842" y="804"/>
                  </a:lnTo>
                  <a:lnTo>
                    <a:pt x="842" y="804"/>
                  </a:lnTo>
                  <a:lnTo>
                    <a:pt x="842" y="804"/>
                  </a:lnTo>
                  <a:lnTo>
                    <a:pt x="840" y="804"/>
                  </a:lnTo>
                  <a:lnTo>
                    <a:pt x="840" y="806"/>
                  </a:lnTo>
                  <a:lnTo>
                    <a:pt x="840" y="806"/>
                  </a:lnTo>
                  <a:lnTo>
                    <a:pt x="840" y="806"/>
                  </a:lnTo>
                  <a:lnTo>
                    <a:pt x="840" y="808"/>
                  </a:lnTo>
                  <a:lnTo>
                    <a:pt x="840" y="808"/>
                  </a:lnTo>
                  <a:lnTo>
                    <a:pt x="842" y="808"/>
                  </a:lnTo>
                  <a:lnTo>
                    <a:pt x="842" y="806"/>
                  </a:lnTo>
                  <a:lnTo>
                    <a:pt x="842" y="806"/>
                  </a:lnTo>
                  <a:lnTo>
                    <a:pt x="842" y="806"/>
                  </a:lnTo>
                  <a:lnTo>
                    <a:pt x="845" y="806"/>
                  </a:lnTo>
                  <a:lnTo>
                    <a:pt x="845" y="806"/>
                  </a:lnTo>
                  <a:lnTo>
                    <a:pt x="845" y="808"/>
                  </a:lnTo>
                  <a:lnTo>
                    <a:pt x="845" y="808"/>
                  </a:lnTo>
                  <a:lnTo>
                    <a:pt x="845" y="808"/>
                  </a:lnTo>
                  <a:lnTo>
                    <a:pt x="842" y="808"/>
                  </a:lnTo>
                  <a:lnTo>
                    <a:pt x="842" y="811"/>
                  </a:lnTo>
                  <a:lnTo>
                    <a:pt x="842" y="811"/>
                  </a:lnTo>
                  <a:lnTo>
                    <a:pt x="845" y="811"/>
                  </a:lnTo>
                  <a:lnTo>
                    <a:pt x="845" y="811"/>
                  </a:lnTo>
                  <a:lnTo>
                    <a:pt x="845" y="811"/>
                  </a:lnTo>
                  <a:lnTo>
                    <a:pt x="845" y="811"/>
                  </a:lnTo>
                  <a:lnTo>
                    <a:pt x="842" y="811"/>
                  </a:lnTo>
                  <a:lnTo>
                    <a:pt x="842" y="813"/>
                  </a:lnTo>
                  <a:lnTo>
                    <a:pt x="842" y="813"/>
                  </a:lnTo>
                  <a:lnTo>
                    <a:pt x="842" y="813"/>
                  </a:lnTo>
                  <a:lnTo>
                    <a:pt x="842" y="811"/>
                  </a:lnTo>
                  <a:lnTo>
                    <a:pt x="840" y="811"/>
                  </a:lnTo>
                  <a:lnTo>
                    <a:pt x="840" y="811"/>
                  </a:lnTo>
                  <a:lnTo>
                    <a:pt x="838" y="811"/>
                  </a:lnTo>
                  <a:lnTo>
                    <a:pt x="838" y="811"/>
                  </a:lnTo>
                  <a:lnTo>
                    <a:pt x="838" y="811"/>
                  </a:lnTo>
                  <a:lnTo>
                    <a:pt x="835" y="811"/>
                  </a:lnTo>
                  <a:lnTo>
                    <a:pt x="835" y="811"/>
                  </a:lnTo>
                  <a:lnTo>
                    <a:pt x="835" y="811"/>
                  </a:lnTo>
                  <a:lnTo>
                    <a:pt x="835" y="811"/>
                  </a:lnTo>
                  <a:lnTo>
                    <a:pt x="835" y="811"/>
                  </a:lnTo>
                  <a:lnTo>
                    <a:pt x="835" y="811"/>
                  </a:lnTo>
                  <a:lnTo>
                    <a:pt x="835" y="811"/>
                  </a:lnTo>
                  <a:lnTo>
                    <a:pt x="835" y="808"/>
                  </a:lnTo>
                  <a:lnTo>
                    <a:pt x="833" y="808"/>
                  </a:lnTo>
                  <a:lnTo>
                    <a:pt x="833" y="808"/>
                  </a:lnTo>
                  <a:lnTo>
                    <a:pt x="833" y="811"/>
                  </a:lnTo>
                  <a:lnTo>
                    <a:pt x="830" y="811"/>
                  </a:lnTo>
                  <a:lnTo>
                    <a:pt x="830" y="811"/>
                  </a:lnTo>
                  <a:lnTo>
                    <a:pt x="830" y="811"/>
                  </a:lnTo>
                  <a:lnTo>
                    <a:pt x="830" y="808"/>
                  </a:lnTo>
                  <a:lnTo>
                    <a:pt x="828" y="808"/>
                  </a:lnTo>
                  <a:lnTo>
                    <a:pt x="828" y="808"/>
                  </a:lnTo>
                  <a:lnTo>
                    <a:pt x="828" y="806"/>
                  </a:lnTo>
                  <a:lnTo>
                    <a:pt x="828" y="806"/>
                  </a:lnTo>
                  <a:lnTo>
                    <a:pt x="828" y="808"/>
                  </a:lnTo>
                  <a:lnTo>
                    <a:pt x="828" y="808"/>
                  </a:lnTo>
                  <a:lnTo>
                    <a:pt x="826" y="808"/>
                  </a:lnTo>
                  <a:lnTo>
                    <a:pt x="826" y="808"/>
                  </a:lnTo>
                  <a:lnTo>
                    <a:pt x="826" y="808"/>
                  </a:lnTo>
                  <a:lnTo>
                    <a:pt x="823" y="808"/>
                  </a:lnTo>
                  <a:lnTo>
                    <a:pt x="823" y="811"/>
                  </a:lnTo>
                  <a:lnTo>
                    <a:pt x="826" y="811"/>
                  </a:lnTo>
                  <a:lnTo>
                    <a:pt x="826" y="811"/>
                  </a:lnTo>
                  <a:lnTo>
                    <a:pt x="826" y="811"/>
                  </a:lnTo>
                  <a:lnTo>
                    <a:pt x="826" y="811"/>
                  </a:lnTo>
                  <a:lnTo>
                    <a:pt x="826" y="811"/>
                  </a:lnTo>
                  <a:lnTo>
                    <a:pt x="823" y="811"/>
                  </a:lnTo>
                  <a:lnTo>
                    <a:pt x="823" y="811"/>
                  </a:lnTo>
                  <a:lnTo>
                    <a:pt x="823" y="811"/>
                  </a:lnTo>
                  <a:lnTo>
                    <a:pt x="823" y="813"/>
                  </a:lnTo>
                  <a:lnTo>
                    <a:pt x="821" y="813"/>
                  </a:lnTo>
                  <a:lnTo>
                    <a:pt x="821" y="813"/>
                  </a:lnTo>
                  <a:lnTo>
                    <a:pt x="821" y="811"/>
                  </a:lnTo>
                  <a:lnTo>
                    <a:pt x="821" y="811"/>
                  </a:lnTo>
                  <a:lnTo>
                    <a:pt x="819" y="811"/>
                  </a:lnTo>
                  <a:lnTo>
                    <a:pt x="819" y="813"/>
                  </a:lnTo>
                  <a:lnTo>
                    <a:pt x="819" y="813"/>
                  </a:lnTo>
                  <a:lnTo>
                    <a:pt x="819" y="813"/>
                  </a:lnTo>
                  <a:lnTo>
                    <a:pt x="816" y="813"/>
                  </a:lnTo>
                  <a:lnTo>
                    <a:pt x="816" y="813"/>
                  </a:lnTo>
                  <a:lnTo>
                    <a:pt x="816" y="813"/>
                  </a:lnTo>
                  <a:lnTo>
                    <a:pt x="814" y="813"/>
                  </a:lnTo>
                  <a:lnTo>
                    <a:pt x="814" y="813"/>
                  </a:lnTo>
                  <a:lnTo>
                    <a:pt x="812" y="813"/>
                  </a:lnTo>
                  <a:lnTo>
                    <a:pt x="812" y="813"/>
                  </a:lnTo>
                  <a:lnTo>
                    <a:pt x="812" y="815"/>
                  </a:lnTo>
                  <a:lnTo>
                    <a:pt x="812" y="815"/>
                  </a:lnTo>
                  <a:lnTo>
                    <a:pt x="812" y="815"/>
                  </a:lnTo>
                  <a:lnTo>
                    <a:pt x="809" y="815"/>
                  </a:lnTo>
                  <a:lnTo>
                    <a:pt x="809" y="818"/>
                  </a:lnTo>
                  <a:lnTo>
                    <a:pt x="809" y="818"/>
                  </a:lnTo>
                  <a:lnTo>
                    <a:pt x="809" y="815"/>
                  </a:lnTo>
                  <a:lnTo>
                    <a:pt x="809" y="815"/>
                  </a:lnTo>
                  <a:lnTo>
                    <a:pt x="809" y="815"/>
                  </a:lnTo>
                  <a:lnTo>
                    <a:pt x="807" y="815"/>
                  </a:lnTo>
                  <a:lnTo>
                    <a:pt x="807" y="815"/>
                  </a:lnTo>
                  <a:lnTo>
                    <a:pt x="804" y="815"/>
                  </a:lnTo>
                  <a:lnTo>
                    <a:pt x="804" y="815"/>
                  </a:lnTo>
                  <a:lnTo>
                    <a:pt x="804" y="815"/>
                  </a:lnTo>
                  <a:lnTo>
                    <a:pt x="804" y="815"/>
                  </a:lnTo>
                  <a:lnTo>
                    <a:pt x="802" y="815"/>
                  </a:lnTo>
                  <a:lnTo>
                    <a:pt x="802" y="818"/>
                  </a:lnTo>
                  <a:lnTo>
                    <a:pt x="802" y="818"/>
                  </a:lnTo>
                  <a:lnTo>
                    <a:pt x="802" y="818"/>
                  </a:lnTo>
                  <a:lnTo>
                    <a:pt x="800" y="818"/>
                  </a:lnTo>
                  <a:lnTo>
                    <a:pt x="800" y="818"/>
                  </a:lnTo>
                  <a:lnTo>
                    <a:pt x="797" y="818"/>
                  </a:lnTo>
                  <a:lnTo>
                    <a:pt x="797" y="818"/>
                  </a:lnTo>
                  <a:lnTo>
                    <a:pt x="797" y="818"/>
                  </a:lnTo>
                  <a:lnTo>
                    <a:pt x="797" y="820"/>
                  </a:lnTo>
                  <a:lnTo>
                    <a:pt x="797" y="820"/>
                  </a:lnTo>
                  <a:lnTo>
                    <a:pt x="797" y="820"/>
                  </a:lnTo>
                  <a:lnTo>
                    <a:pt x="797" y="820"/>
                  </a:lnTo>
                  <a:lnTo>
                    <a:pt x="795" y="820"/>
                  </a:lnTo>
                  <a:lnTo>
                    <a:pt x="795" y="823"/>
                  </a:lnTo>
                  <a:lnTo>
                    <a:pt x="795" y="823"/>
                  </a:lnTo>
                  <a:lnTo>
                    <a:pt x="795" y="823"/>
                  </a:lnTo>
                  <a:lnTo>
                    <a:pt x="795" y="825"/>
                  </a:lnTo>
                  <a:lnTo>
                    <a:pt x="795" y="825"/>
                  </a:lnTo>
                  <a:lnTo>
                    <a:pt x="795" y="827"/>
                  </a:lnTo>
                  <a:lnTo>
                    <a:pt x="795" y="827"/>
                  </a:lnTo>
                  <a:lnTo>
                    <a:pt x="795" y="827"/>
                  </a:lnTo>
                  <a:lnTo>
                    <a:pt x="797" y="827"/>
                  </a:lnTo>
                  <a:lnTo>
                    <a:pt x="797" y="830"/>
                  </a:lnTo>
                  <a:lnTo>
                    <a:pt x="795" y="830"/>
                  </a:lnTo>
                  <a:lnTo>
                    <a:pt x="795" y="830"/>
                  </a:lnTo>
                  <a:lnTo>
                    <a:pt x="795" y="830"/>
                  </a:lnTo>
                  <a:lnTo>
                    <a:pt x="795" y="830"/>
                  </a:lnTo>
                  <a:lnTo>
                    <a:pt x="795" y="830"/>
                  </a:lnTo>
                  <a:lnTo>
                    <a:pt x="795" y="830"/>
                  </a:lnTo>
                  <a:lnTo>
                    <a:pt x="793" y="830"/>
                  </a:lnTo>
                  <a:lnTo>
                    <a:pt x="793" y="830"/>
                  </a:lnTo>
                  <a:lnTo>
                    <a:pt x="793" y="830"/>
                  </a:lnTo>
                  <a:lnTo>
                    <a:pt x="793" y="827"/>
                  </a:lnTo>
                  <a:lnTo>
                    <a:pt x="790" y="827"/>
                  </a:lnTo>
                  <a:lnTo>
                    <a:pt x="790" y="827"/>
                  </a:lnTo>
                  <a:lnTo>
                    <a:pt x="790" y="827"/>
                  </a:lnTo>
                  <a:lnTo>
                    <a:pt x="790" y="827"/>
                  </a:lnTo>
                  <a:lnTo>
                    <a:pt x="790" y="827"/>
                  </a:lnTo>
                  <a:lnTo>
                    <a:pt x="788" y="827"/>
                  </a:lnTo>
                  <a:lnTo>
                    <a:pt x="788" y="827"/>
                  </a:lnTo>
                  <a:lnTo>
                    <a:pt x="788" y="830"/>
                  </a:lnTo>
                  <a:lnTo>
                    <a:pt x="788" y="830"/>
                  </a:lnTo>
                  <a:lnTo>
                    <a:pt x="788" y="830"/>
                  </a:lnTo>
                  <a:lnTo>
                    <a:pt x="788" y="830"/>
                  </a:lnTo>
                  <a:lnTo>
                    <a:pt x="788" y="830"/>
                  </a:lnTo>
                  <a:lnTo>
                    <a:pt x="790" y="830"/>
                  </a:lnTo>
                  <a:lnTo>
                    <a:pt x="790" y="830"/>
                  </a:lnTo>
                  <a:lnTo>
                    <a:pt x="790" y="830"/>
                  </a:lnTo>
                  <a:lnTo>
                    <a:pt x="790" y="830"/>
                  </a:lnTo>
                  <a:lnTo>
                    <a:pt x="790" y="832"/>
                  </a:lnTo>
                  <a:lnTo>
                    <a:pt x="790" y="832"/>
                  </a:lnTo>
                  <a:lnTo>
                    <a:pt x="793" y="832"/>
                  </a:lnTo>
                  <a:lnTo>
                    <a:pt x="793" y="834"/>
                  </a:lnTo>
                  <a:lnTo>
                    <a:pt x="793" y="834"/>
                  </a:lnTo>
                  <a:lnTo>
                    <a:pt x="793" y="834"/>
                  </a:lnTo>
                  <a:lnTo>
                    <a:pt x="793" y="837"/>
                  </a:lnTo>
                  <a:lnTo>
                    <a:pt x="793" y="837"/>
                  </a:lnTo>
                  <a:lnTo>
                    <a:pt x="795" y="837"/>
                  </a:lnTo>
                  <a:lnTo>
                    <a:pt x="795" y="839"/>
                  </a:lnTo>
                  <a:lnTo>
                    <a:pt x="795" y="839"/>
                  </a:lnTo>
                  <a:lnTo>
                    <a:pt x="795" y="839"/>
                  </a:lnTo>
                  <a:lnTo>
                    <a:pt x="795" y="842"/>
                  </a:lnTo>
                  <a:lnTo>
                    <a:pt x="795" y="842"/>
                  </a:lnTo>
                  <a:lnTo>
                    <a:pt x="795" y="842"/>
                  </a:lnTo>
                  <a:lnTo>
                    <a:pt x="795" y="842"/>
                  </a:lnTo>
                  <a:lnTo>
                    <a:pt x="795" y="844"/>
                  </a:lnTo>
                  <a:lnTo>
                    <a:pt x="795" y="844"/>
                  </a:lnTo>
                  <a:lnTo>
                    <a:pt x="795" y="844"/>
                  </a:lnTo>
                  <a:lnTo>
                    <a:pt x="795" y="844"/>
                  </a:lnTo>
                  <a:lnTo>
                    <a:pt x="795" y="844"/>
                  </a:lnTo>
                  <a:lnTo>
                    <a:pt x="795" y="842"/>
                  </a:lnTo>
                  <a:lnTo>
                    <a:pt x="793" y="842"/>
                  </a:lnTo>
                  <a:lnTo>
                    <a:pt x="793" y="844"/>
                  </a:lnTo>
                  <a:lnTo>
                    <a:pt x="793" y="844"/>
                  </a:lnTo>
                  <a:lnTo>
                    <a:pt x="793" y="844"/>
                  </a:lnTo>
                  <a:lnTo>
                    <a:pt x="790" y="844"/>
                  </a:lnTo>
                  <a:lnTo>
                    <a:pt x="790" y="844"/>
                  </a:lnTo>
                  <a:lnTo>
                    <a:pt x="790" y="846"/>
                  </a:lnTo>
                  <a:lnTo>
                    <a:pt x="790" y="846"/>
                  </a:lnTo>
                  <a:lnTo>
                    <a:pt x="788" y="846"/>
                  </a:lnTo>
                  <a:lnTo>
                    <a:pt x="788" y="846"/>
                  </a:lnTo>
                  <a:lnTo>
                    <a:pt x="788" y="846"/>
                  </a:lnTo>
                  <a:lnTo>
                    <a:pt x="788" y="846"/>
                  </a:lnTo>
                  <a:lnTo>
                    <a:pt x="788" y="846"/>
                  </a:lnTo>
                  <a:lnTo>
                    <a:pt x="788" y="846"/>
                  </a:lnTo>
                  <a:lnTo>
                    <a:pt x="786" y="846"/>
                  </a:lnTo>
                  <a:lnTo>
                    <a:pt x="786" y="846"/>
                  </a:lnTo>
                  <a:lnTo>
                    <a:pt x="783" y="846"/>
                  </a:lnTo>
                  <a:lnTo>
                    <a:pt x="783" y="846"/>
                  </a:lnTo>
                  <a:lnTo>
                    <a:pt x="783" y="846"/>
                  </a:lnTo>
                  <a:lnTo>
                    <a:pt x="783" y="846"/>
                  </a:lnTo>
                  <a:lnTo>
                    <a:pt x="781" y="846"/>
                  </a:lnTo>
                  <a:lnTo>
                    <a:pt x="781" y="846"/>
                  </a:lnTo>
                  <a:lnTo>
                    <a:pt x="781" y="846"/>
                  </a:lnTo>
                  <a:lnTo>
                    <a:pt x="781" y="846"/>
                  </a:lnTo>
                  <a:lnTo>
                    <a:pt x="781" y="844"/>
                  </a:lnTo>
                  <a:lnTo>
                    <a:pt x="781" y="844"/>
                  </a:lnTo>
                  <a:lnTo>
                    <a:pt x="778" y="844"/>
                  </a:lnTo>
                  <a:lnTo>
                    <a:pt x="778" y="842"/>
                  </a:lnTo>
                  <a:lnTo>
                    <a:pt x="778" y="842"/>
                  </a:lnTo>
                  <a:lnTo>
                    <a:pt x="778" y="842"/>
                  </a:lnTo>
                  <a:lnTo>
                    <a:pt x="778" y="842"/>
                  </a:lnTo>
                  <a:lnTo>
                    <a:pt x="778" y="839"/>
                  </a:lnTo>
                  <a:lnTo>
                    <a:pt x="778" y="839"/>
                  </a:lnTo>
                  <a:lnTo>
                    <a:pt x="778" y="839"/>
                  </a:lnTo>
                  <a:lnTo>
                    <a:pt x="778" y="839"/>
                  </a:lnTo>
                  <a:lnTo>
                    <a:pt x="778" y="839"/>
                  </a:lnTo>
                  <a:lnTo>
                    <a:pt x="778" y="837"/>
                  </a:lnTo>
                  <a:lnTo>
                    <a:pt x="778" y="837"/>
                  </a:lnTo>
                  <a:lnTo>
                    <a:pt x="776" y="837"/>
                  </a:lnTo>
                  <a:lnTo>
                    <a:pt x="776" y="837"/>
                  </a:lnTo>
                  <a:lnTo>
                    <a:pt x="776" y="834"/>
                  </a:lnTo>
                  <a:lnTo>
                    <a:pt x="776" y="834"/>
                  </a:lnTo>
                  <a:lnTo>
                    <a:pt x="776" y="832"/>
                  </a:lnTo>
                  <a:lnTo>
                    <a:pt x="776" y="832"/>
                  </a:lnTo>
                  <a:lnTo>
                    <a:pt x="776" y="832"/>
                  </a:lnTo>
                  <a:lnTo>
                    <a:pt x="776" y="830"/>
                  </a:lnTo>
                  <a:lnTo>
                    <a:pt x="776" y="830"/>
                  </a:lnTo>
                  <a:lnTo>
                    <a:pt x="774" y="830"/>
                  </a:lnTo>
                  <a:lnTo>
                    <a:pt x="774" y="830"/>
                  </a:lnTo>
                  <a:lnTo>
                    <a:pt x="774" y="827"/>
                  </a:lnTo>
                  <a:lnTo>
                    <a:pt x="776" y="827"/>
                  </a:lnTo>
                  <a:lnTo>
                    <a:pt x="776" y="827"/>
                  </a:lnTo>
                  <a:lnTo>
                    <a:pt x="776" y="825"/>
                  </a:lnTo>
                  <a:lnTo>
                    <a:pt x="776" y="825"/>
                  </a:lnTo>
                  <a:lnTo>
                    <a:pt x="776" y="823"/>
                  </a:lnTo>
                  <a:lnTo>
                    <a:pt x="776" y="823"/>
                  </a:lnTo>
                  <a:lnTo>
                    <a:pt x="776" y="823"/>
                  </a:lnTo>
                  <a:lnTo>
                    <a:pt x="776" y="820"/>
                  </a:lnTo>
                  <a:lnTo>
                    <a:pt x="776" y="820"/>
                  </a:lnTo>
                  <a:lnTo>
                    <a:pt x="776" y="820"/>
                  </a:lnTo>
                  <a:lnTo>
                    <a:pt x="776" y="820"/>
                  </a:lnTo>
                  <a:lnTo>
                    <a:pt x="776" y="818"/>
                  </a:lnTo>
                  <a:lnTo>
                    <a:pt x="776" y="818"/>
                  </a:lnTo>
                  <a:lnTo>
                    <a:pt x="778" y="818"/>
                  </a:lnTo>
                  <a:lnTo>
                    <a:pt x="778" y="818"/>
                  </a:lnTo>
                  <a:lnTo>
                    <a:pt x="778" y="818"/>
                  </a:lnTo>
                  <a:lnTo>
                    <a:pt x="778" y="815"/>
                  </a:lnTo>
                  <a:lnTo>
                    <a:pt x="778" y="815"/>
                  </a:lnTo>
                  <a:lnTo>
                    <a:pt x="778" y="815"/>
                  </a:lnTo>
                  <a:lnTo>
                    <a:pt x="778" y="815"/>
                  </a:lnTo>
                  <a:lnTo>
                    <a:pt x="776" y="815"/>
                  </a:lnTo>
                  <a:lnTo>
                    <a:pt x="776" y="815"/>
                  </a:lnTo>
                  <a:lnTo>
                    <a:pt x="776" y="815"/>
                  </a:lnTo>
                  <a:lnTo>
                    <a:pt x="776" y="813"/>
                  </a:lnTo>
                  <a:lnTo>
                    <a:pt x="774" y="813"/>
                  </a:lnTo>
                  <a:lnTo>
                    <a:pt x="774" y="815"/>
                  </a:lnTo>
                  <a:lnTo>
                    <a:pt x="774" y="815"/>
                  </a:lnTo>
                  <a:lnTo>
                    <a:pt x="774" y="815"/>
                  </a:lnTo>
                  <a:lnTo>
                    <a:pt x="774" y="815"/>
                  </a:lnTo>
                  <a:lnTo>
                    <a:pt x="774" y="813"/>
                  </a:lnTo>
                  <a:lnTo>
                    <a:pt x="771" y="813"/>
                  </a:lnTo>
                  <a:lnTo>
                    <a:pt x="771" y="815"/>
                  </a:lnTo>
                  <a:lnTo>
                    <a:pt x="771" y="815"/>
                  </a:lnTo>
                  <a:lnTo>
                    <a:pt x="771" y="815"/>
                  </a:lnTo>
                  <a:lnTo>
                    <a:pt x="771" y="815"/>
                  </a:lnTo>
                  <a:lnTo>
                    <a:pt x="769" y="815"/>
                  </a:lnTo>
                  <a:lnTo>
                    <a:pt x="769" y="815"/>
                  </a:lnTo>
                  <a:lnTo>
                    <a:pt x="769" y="815"/>
                  </a:lnTo>
                  <a:lnTo>
                    <a:pt x="767" y="815"/>
                  </a:lnTo>
                  <a:lnTo>
                    <a:pt x="767" y="815"/>
                  </a:lnTo>
                  <a:lnTo>
                    <a:pt x="764" y="815"/>
                  </a:lnTo>
                  <a:lnTo>
                    <a:pt x="764" y="818"/>
                  </a:lnTo>
                  <a:lnTo>
                    <a:pt x="764" y="818"/>
                  </a:lnTo>
                  <a:lnTo>
                    <a:pt x="764" y="818"/>
                  </a:lnTo>
                  <a:lnTo>
                    <a:pt x="762" y="818"/>
                  </a:lnTo>
                  <a:lnTo>
                    <a:pt x="762" y="815"/>
                  </a:lnTo>
                  <a:lnTo>
                    <a:pt x="762" y="815"/>
                  </a:lnTo>
                  <a:lnTo>
                    <a:pt x="762" y="815"/>
                  </a:lnTo>
                  <a:lnTo>
                    <a:pt x="762" y="813"/>
                  </a:lnTo>
                  <a:lnTo>
                    <a:pt x="762" y="813"/>
                  </a:lnTo>
                  <a:lnTo>
                    <a:pt x="764" y="813"/>
                  </a:lnTo>
                  <a:lnTo>
                    <a:pt x="764" y="813"/>
                  </a:lnTo>
                  <a:lnTo>
                    <a:pt x="764" y="811"/>
                  </a:lnTo>
                  <a:lnTo>
                    <a:pt x="762" y="811"/>
                  </a:lnTo>
                  <a:lnTo>
                    <a:pt x="762" y="811"/>
                  </a:lnTo>
                  <a:lnTo>
                    <a:pt x="762" y="811"/>
                  </a:lnTo>
                  <a:lnTo>
                    <a:pt x="759" y="811"/>
                  </a:lnTo>
                  <a:lnTo>
                    <a:pt x="759" y="811"/>
                  </a:lnTo>
                  <a:lnTo>
                    <a:pt x="757" y="811"/>
                  </a:lnTo>
                  <a:lnTo>
                    <a:pt x="757" y="811"/>
                  </a:lnTo>
                  <a:lnTo>
                    <a:pt x="757" y="811"/>
                  </a:lnTo>
                  <a:lnTo>
                    <a:pt x="755" y="811"/>
                  </a:lnTo>
                  <a:lnTo>
                    <a:pt x="755" y="811"/>
                  </a:lnTo>
                  <a:lnTo>
                    <a:pt x="755" y="811"/>
                  </a:lnTo>
                  <a:lnTo>
                    <a:pt x="755" y="811"/>
                  </a:lnTo>
                  <a:lnTo>
                    <a:pt x="755" y="811"/>
                  </a:lnTo>
                  <a:lnTo>
                    <a:pt x="755" y="808"/>
                  </a:lnTo>
                  <a:lnTo>
                    <a:pt x="752" y="808"/>
                  </a:lnTo>
                  <a:lnTo>
                    <a:pt x="752" y="808"/>
                  </a:lnTo>
                  <a:lnTo>
                    <a:pt x="752" y="811"/>
                  </a:lnTo>
                  <a:lnTo>
                    <a:pt x="752" y="811"/>
                  </a:lnTo>
                  <a:lnTo>
                    <a:pt x="750" y="811"/>
                  </a:lnTo>
                  <a:lnTo>
                    <a:pt x="750" y="811"/>
                  </a:lnTo>
                  <a:lnTo>
                    <a:pt x="750" y="811"/>
                  </a:lnTo>
                  <a:lnTo>
                    <a:pt x="750" y="813"/>
                  </a:lnTo>
                  <a:lnTo>
                    <a:pt x="750" y="813"/>
                  </a:lnTo>
                  <a:lnTo>
                    <a:pt x="748" y="813"/>
                  </a:lnTo>
                  <a:lnTo>
                    <a:pt x="748" y="813"/>
                  </a:lnTo>
                  <a:lnTo>
                    <a:pt x="748" y="811"/>
                  </a:lnTo>
                  <a:lnTo>
                    <a:pt x="745" y="811"/>
                  </a:lnTo>
                  <a:lnTo>
                    <a:pt x="745" y="813"/>
                  </a:lnTo>
                  <a:lnTo>
                    <a:pt x="745" y="813"/>
                  </a:lnTo>
                  <a:lnTo>
                    <a:pt x="745" y="813"/>
                  </a:lnTo>
                  <a:lnTo>
                    <a:pt x="745" y="813"/>
                  </a:lnTo>
                  <a:lnTo>
                    <a:pt x="743" y="813"/>
                  </a:lnTo>
                  <a:lnTo>
                    <a:pt x="743" y="813"/>
                  </a:lnTo>
                  <a:lnTo>
                    <a:pt x="743" y="813"/>
                  </a:lnTo>
                  <a:lnTo>
                    <a:pt x="743" y="813"/>
                  </a:lnTo>
                  <a:lnTo>
                    <a:pt x="743" y="813"/>
                  </a:lnTo>
                  <a:lnTo>
                    <a:pt x="741" y="813"/>
                  </a:lnTo>
                  <a:lnTo>
                    <a:pt x="741" y="813"/>
                  </a:lnTo>
                  <a:lnTo>
                    <a:pt x="741" y="813"/>
                  </a:lnTo>
                  <a:lnTo>
                    <a:pt x="738" y="813"/>
                  </a:lnTo>
                  <a:lnTo>
                    <a:pt x="738" y="813"/>
                  </a:lnTo>
                  <a:lnTo>
                    <a:pt x="738" y="811"/>
                  </a:lnTo>
                  <a:lnTo>
                    <a:pt x="738" y="811"/>
                  </a:lnTo>
                  <a:lnTo>
                    <a:pt x="738" y="811"/>
                  </a:lnTo>
                  <a:lnTo>
                    <a:pt x="736" y="811"/>
                  </a:lnTo>
                  <a:lnTo>
                    <a:pt x="736" y="811"/>
                  </a:lnTo>
                  <a:lnTo>
                    <a:pt x="736" y="811"/>
                  </a:lnTo>
                  <a:lnTo>
                    <a:pt x="736" y="811"/>
                  </a:lnTo>
                  <a:lnTo>
                    <a:pt x="733" y="811"/>
                  </a:lnTo>
                  <a:lnTo>
                    <a:pt x="733" y="811"/>
                  </a:lnTo>
                  <a:lnTo>
                    <a:pt x="733" y="811"/>
                  </a:lnTo>
                  <a:lnTo>
                    <a:pt x="731" y="811"/>
                  </a:lnTo>
                  <a:lnTo>
                    <a:pt x="731" y="811"/>
                  </a:lnTo>
                  <a:lnTo>
                    <a:pt x="731" y="811"/>
                  </a:lnTo>
                  <a:lnTo>
                    <a:pt x="729" y="811"/>
                  </a:lnTo>
                  <a:lnTo>
                    <a:pt x="729" y="811"/>
                  </a:lnTo>
                  <a:lnTo>
                    <a:pt x="729" y="811"/>
                  </a:lnTo>
                  <a:lnTo>
                    <a:pt x="729" y="811"/>
                  </a:lnTo>
                  <a:lnTo>
                    <a:pt x="726" y="811"/>
                  </a:lnTo>
                  <a:lnTo>
                    <a:pt x="726" y="811"/>
                  </a:lnTo>
                  <a:lnTo>
                    <a:pt x="726" y="811"/>
                  </a:lnTo>
                  <a:lnTo>
                    <a:pt x="726" y="811"/>
                  </a:lnTo>
                  <a:lnTo>
                    <a:pt x="724" y="811"/>
                  </a:lnTo>
                  <a:lnTo>
                    <a:pt x="724" y="808"/>
                  </a:lnTo>
                  <a:lnTo>
                    <a:pt x="724" y="808"/>
                  </a:lnTo>
                  <a:lnTo>
                    <a:pt x="724" y="808"/>
                  </a:lnTo>
                  <a:lnTo>
                    <a:pt x="724" y="808"/>
                  </a:lnTo>
                  <a:lnTo>
                    <a:pt x="724" y="808"/>
                  </a:lnTo>
                  <a:lnTo>
                    <a:pt x="722" y="808"/>
                  </a:lnTo>
                  <a:lnTo>
                    <a:pt x="722" y="808"/>
                  </a:lnTo>
                  <a:lnTo>
                    <a:pt x="722" y="808"/>
                  </a:lnTo>
                  <a:lnTo>
                    <a:pt x="722" y="808"/>
                  </a:lnTo>
                  <a:lnTo>
                    <a:pt x="722" y="806"/>
                  </a:lnTo>
                  <a:lnTo>
                    <a:pt x="719" y="806"/>
                  </a:lnTo>
                  <a:lnTo>
                    <a:pt x="719" y="806"/>
                  </a:lnTo>
                  <a:lnTo>
                    <a:pt x="719" y="806"/>
                  </a:lnTo>
                  <a:lnTo>
                    <a:pt x="719" y="804"/>
                  </a:lnTo>
                  <a:lnTo>
                    <a:pt x="719" y="804"/>
                  </a:lnTo>
                  <a:lnTo>
                    <a:pt x="719" y="801"/>
                  </a:lnTo>
                  <a:lnTo>
                    <a:pt x="717" y="801"/>
                  </a:lnTo>
                  <a:lnTo>
                    <a:pt x="717" y="804"/>
                  </a:lnTo>
                  <a:lnTo>
                    <a:pt x="717" y="804"/>
                  </a:lnTo>
                  <a:lnTo>
                    <a:pt x="717" y="801"/>
                  </a:lnTo>
                  <a:lnTo>
                    <a:pt x="717" y="801"/>
                  </a:lnTo>
                  <a:lnTo>
                    <a:pt x="717" y="801"/>
                  </a:lnTo>
                  <a:lnTo>
                    <a:pt x="715" y="801"/>
                  </a:lnTo>
                  <a:lnTo>
                    <a:pt x="715" y="801"/>
                  </a:lnTo>
                  <a:lnTo>
                    <a:pt x="715" y="801"/>
                  </a:lnTo>
                  <a:lnTo>
                    <a:pt x="712" y="801"/>
                  </a:lnTo>
                  <a:lnTo>
                    <a:pt x="712" y="801"/>
                  </a:lnTo>
                  <a:lnTo>
                    <a:pt x="712" y="799"/>
                  </a:lnTo>
                  <a:lnTo>
                    <a:pt x="712" y="799"/>
                  </a:lnTo>
                  <a:lnTo>
                    <a:pt x="712" y="799"/>
                  </a:lnTo>
                  <a:lnTo>
                    <a:pt x="712" y="797"/>
                  </a:lnTo>
                  <a:lnTo>
                    <a:pt x="710" y="797"/>
                  </a:lnTo>
                  <a:lnTo>
                    <a:pt x="710" y="797"/>
                  </a:lnTo>
                  <a:lnTo>
                    <a:pt x="710" y="794"/>
                  </a:lnTo>
                  <a:lnTo>
                    <a:pt x="712" y="794"/>
                  </a:lnTo>
                  <a:lnTo>
                    <a:pt x="712" y="794"/>
                  </a:lnTo>
                  <a:lnTo>
                    <a:pt x="710" y="794"/>
                  </a:lnTo>
                  <a:lnTo>
                    <a:pt x="710" y="792"/>
                  </a:lnTo>
                  <a:lnTo>
                    <a:pt x="710" y="792"/>
                  </a:lnTo>
                  <a:lnTo>
                    <a:pt x="710" y="792"/>
                  </a:lnTo>
                  <a:lnTo>
                    <a:pt x="710" y="792"/>
                  </a:lnTo>
                  <a:lnTo>
                    <a:pt x="710" y="789"/>
                  </a:lnTo>
                  <a:lnTo>
                    <a:pt x="710" y="789"/>
                  </a:lnTo>
                  <a:lnTo>
                    <a:pt x="710" y="789"/>
                  </a:lnTo>
                  <a:lnTo>
                    <a:pt x="710" y="787"/>
                  </a:lnTo>
                  <a:lnTo>
                    <a:pt x="710" y="787"/>
                  </a:lnTo>
                  <a:lnTo>
                    <a:pt x="710" y="787"/>
                  </a:lnTo>
                  <a:lnTo>
                    <a:pt x="710" y="787"/>
                  </a:lnTo>
                  <a:lnTo>
                    <a:pt x="712" y="787"/>
                  </a:lnTo>
                  <a:lnTo>
                    <a:pt x="712" y="785"/>
                  </a:lnTo>
                  <a:lnTo>
                    <a:pt x="712" y="785"/>
                  </a:lnTo>
                  <a:lnTo>
                    <a:pt x="712" y="785"/>
                  </a:lnTo>
                  <a:lnTo>
                    <a:pt x="712" y="782"/>
                  </a:lnTo>
                  <a:lnTo>
                    <a:pt x="715" y="782"/>
                  </a:lnTo>
                  <a:lnTo>
                    <a:pt x="715" y="782"/>
                  </a:lnTo>
                  <a:lnTo>
                    <a:pt x="715" y="780"/>
                  </a:lnTo>
                  <a:lnTo>
                    <a:pt x="715" y="780"/>
                  </a:lnTo>
                  <a:lnTo>
                    <a:pt x="712" y="780"/>
                  </a:lnTo>
                  <a:lnTo>
                    <a:pt x="712" y="780"/>
                  </a:lnTo>
                  <a:lnTo>
                    <a:pt x="712" y="780"/>
                  </a:lnTo>
                  <a:lnTo>
                    <a:pt x="710" y="780"/>
                  </a:lnTo>
                  <a:lnTo>
                    <a:pt x="710" y="780"/>
                  </a:lnTo>
                  <a:lnTo>
                    <a:pt x="710" y="778"/>
                  </a:lnTo>
                  <a:lnTo>
                    <a:pt x="710" y="778"/>
                  </a:lnTo>
                  <a:lnTo>
                    <a:pt x="707" y="778"/>
                  </a:lnTo>
                  <a:lnTo>
                    <a:pt x="707" y="778"/>
                  </a:lnTo>
                  <a:lnTo>
                    <a:pt x="707" y="778"/>
                  </a:lnTo>
                  <a:lnTo>
                    <a:pt x="707" y="778"/>
                  </a:lnTo>
                  <a:lnTo>
                    <a:pt x="705" y="778"/>
                  </a:lnTo>
                  <a:lnTo>
                    <a:pt x="705" y="780"/>
                  </a:lnTo>
                  <a:lnTo>
                    <a:pt x="705" y="780"/>
                  </a:lnTo>
                  <a:lnTo>
                    <a:pt x="705" y="780"/>
                  </a:lnTo>
                  <a:lnTo>
                    <a:pt x="703" y="780"/>
                  </a:lnTo>
                  <a:lnTo>
                    <a:pt x="703" y="780"/>
                  </a:lnTo>
                  <a:lnTo>
                    <a:pt x="703" y="780"/>
                  </a:lnTo>
                  <a:lnTo>
                    <a:pt x="703" y="778"/>
                  </a:lnTo>
                  <a:lnTo>
                    <a:pt x="703" y="778"/>
                  </a:lnTo>
                  <a:lnTo>
                    <a:pt x="700" y="778"/>
                  </a:lnTo>
                  <a:lnTo>
                    <a:pt x="700" y="775"/>
                  </a:lnTo>
                  <a:lnTo>
                    <a:pt x="700" y="775"/>
                  </a:lnTo>
                  <a:lnTo>
                    <a:pt x="698" y="775"/>
                  </a:lnTo>
                  <a:lnTo>
                    <a:pt x="698" y="775"/>
                  </a:lnTo>
                  <a:lnTo>
                    <a:pt x="698" y="775"/>
                  </a:lnTo>
                  <a:lnTo>
                    <a:pt x="696" y="775"/>
                  </a:lnTo>
                  <a:lnTo>
                    <a:pt x="696" y="778"/>
                  </a:lnTo>
                  <a:lnTo>
                    <a:pt x="696" y="778"/>
                  </a:lnTo>
                  <a:lnTo>
                    <a:pt x="696" y="778"/>
                  </a:lnTo>
                  <a:lnTo>
                    <a:pt x="696" y="778"/>
                  </a:lnTo>
                  <a:lnTo>
                    <a:pt x="693" y="778"/>
                  </a:lnTo>
                  <a:lnTo>
                    <a:pt x="693" y="778"/>
                  </a:lnTo>
                  <a:lnTo>
                    <a:pt x="693" y="778"/>
                  </a:lnTo>
                  <a:lnTo>
                    <a:pt x="693" y="775"/>
                  </a:lnTo>
                  <a:lnTo>
                    <a:pt x="691" y="775"/>
                  </a:lnTo>
                  <a:lnTo>
                    <a:pt x="691" y="775"/>
                  </a:lnTo>
                  <a:lnTo>
                    <a:pt x="691" y="775"/>
                  </a:lnTo>
                  <a:lnTo>
                    <a:pt x="691" y="775"/>
                  </a:lnTo>
                  <a:lnTo>
                    <a:pt x="691" y="773"/>
                  </a:lnTo>
                  <a:lnTo>
                    <a:pt x="688" y="773"/>
                  </a:lnTo>
                  <a:lnTo>
                    <a:pt x="688" y="773"/>
                  </a:lnTo>
                  <a:lnTo>
                    <a:pt x="688" y="773"/>
                  </a:lnTo>
                  <a:lnTo>
                    <a:pt x="688" y="773"/>
                  </a:lnTo>
                  <a:lnTo>
                    <a:pt x="688" y="770"/>
                  </a:lnTo>
                  <a:lnTo>
                    <a:pt x="686" y="770"/>
                  </a:lnTo>
                  <a:lnTo>
                    <a:pt x="686" y="770"/>
                  </a:lnTo>
                  <a:lnTo>
                    <a:pt x="686" y="770"/>
                  </a:lnTo>
                  <a:lnTo>
                    <a:pt x="686" y="770"/>
                  </a:lnTo>
                  <a:lnTo>
                    <a:pt x="684" y="770"/>
                  </a:lnTo>
                  <a:lnTo>
                    <a:pt x="684" y="768"/>
                  </a:lnTo>
                  <a:lnTo>
                    <a:pt x="684" y="768"/>
                  </a:lnTo>
                  <a:lnTo>
                    <a:pt x="684" y="768"/>
                  </a:lnTo>
                  <a:lnTo>
                    <a:pt x="684" y="768"/>
                  </a:lnTo>
                  <a:lnTo>
                    <a:pt x="684" y="766"/>
                  </a:lnTo>
                  <a:lnTo>
                    <a:pt x="681" y="766"/>
                  </a:lnTo>
                  <a:lnTo>
                    <a:pt x="681" y="766"/>
                  </a:lnTo>
                  <a:lnTo>
                    <a:pt x="681" y="768"/>
                  </a:lnTo>
                  <a:lnTo>
                    <a:pt x="681" y="768"/>
                  </a:lnTo>
                  <a:lnTo>
                    <a:pt x="681" y="768"/>
                  </a:lnTo>
                  <a:lnTo>
                    <a:pt x="679" y="768"/>
                  </a:lnTo>
                  <a:lnTo>
                    <a:pt x="679" y="768"/>
                  </a:lnTo>
                  <a:lnTo>
                    <a:pt x="679" y="770"/>
                  </a:lnTo>
                  <a:lnTo>
                    <a:pt x="677" y="770"/>
                  </a:lnTo>
                  <a:lnTo>
                    <a:pt x="677" y="770"/>
                  </a:lnTo>
                  <a:lnTo>
                    <a:pt x="677" y="770"/>
                  </a:lnTo>
                  <a:lnTo>
                    <a:pt x="677" y="770"/>
                  </a:lnTo>
                  <a:lnTo>
                    <a:pt x="674" y="770"/>
                  </a:lnTo>
                  <a:lnTo>
                    <a:pt x="674" y="770"/>
                  </a:lnTo>
                  <a:lnTo>
                    <a:pt x="674" y="770"/>
                  </a:lnTo>
                  <a:lnTo>
                    <a:pt x="672" y="770"/>
                  </a:lnTo>
                  <a:lnTo>
                    <a:pt x="672" y="770"/>
                  </a:lnTo>
                  <a:lnTo>
                    <a:pt x="672" y="773"/>
                  </a:lnTo>
                  <a:lnTo>
                    <a:pt x="672" y="773"/>
                  </a:lnTo>
                  <a:lnTo>
                    <a:pt x="672" y="773"/>
                  </a:lnTo>
                  <a:lnTo>
                    <a:pt x="672" y="775"/>
                  </a:lnTo>
                  <a:lnTo>
                    <a:pt x="672" y="775"/>
                  </a:lnTo>
                  <a:lnTo>
                    <a:pt x="672" y="778"/>
                  </a:lnTo>
                  <a:lnTo>
                    <a:pt x="672" y="778"/>
                  </a:lnTo>
                  <a:lnTo>
                    <a:pt x="670" y="778"/>
                  </a:lnTo>
                  <a:lnTo>
                    <a:pt x="670" y="780"/>
                  </a:lnTo>
                  <a:lnTo>
                    <a:pt x="670" y="780"/>
                  </a:lnTo>
                  <a:lnTo>
                    <a:pt x="670" y="780"/>
                  </a:lnTo>
                  <a:lnTo>
                    <a:pt x="670" y="780"/>
                  </a:lnTo>
                  <a:lnTo>
                    <a:pt x="667" y="780"/>
                  </a:lnTo>
                  <a:lnTo>
                    <a:pt x="667" y="780"/>
                  </a:lnTo>
                  <a:lnTo>
                    <a:pt x="665" y="780"/>
                  </a:lnTo>
                  <a:lnTo>
                    <a:pt x="665" y="780"/>
                  </a:lnTo>
                  <a:lnTo>
                    <a:pt x="665" y="780"/>
                  </a:lnTo>
                  <a:lnTo>
                    <a:pt x="665" y="780"/>
                  </a:lnTo>
                  <a:lnTo>
                    <a:pt x="665" y="782"/>
                  </a:lnTo>
                  <a:lnTo>
                    <a:pt x="662" y="782"/>
                  </a:lnTo>
                  <a:lnTo>
                    <a:pt x="662" y="782"/>
                  </a:lnTo>
                  <a:lnTo>
                    <a:pt x="662" y="782"/>
                  </a:lnTo>
                  <a:lnTo>
                    <a:pt x="662" y="782"/>
                  </a:lnTo>
                  <a:lnTo>
                    <a:pt x="660" y="782"/>
                  </a:lnTo>
                  <a:lnTo>
                    <a:pt x="660" y="782"/>
                  </a:lnTo>
                  <a:lnTo>
                    <a:pt x="660" y="782"/>
                  </a:lnTo>
                  <a:lnTo>
                    <a:pt x="658" y="782"/>
                  </a:lnTo>
                  <a:lnTo>
                    <a:pt x="658" y="780"/>
                  </a:lnTo>
                  <a:lnTo>
                    <a:pt x="658" y="780"/>
                  </a:lnTo>
                  <a:lnTo>
                    <a:pt x="658" y="780"/>
                  </a:lnTo>
                  <a:lnTo>
                    <a:pt x="658" y="780"/>
                  </a:lnTo>
                  <a:lnTo>
                    <a:pt x="658" y="780"/>
                  </a:lnTo>
                  <a:lnTo>
                    <a:pt x="655" y="780"/>
                  </a:lnTo>
                  <a:lnTo>
                    <a:pt x="655" y="780"/>
                  </a:lnTo>
                  <a:lnTo>
                    <a:pt x="655" y="782"/>
                  </a:lnTo>
                  <a:lnTo>
                    <a:pt x="655" y="782"/>
                  </a:lnTo>
                  <a:lnTo>
                    <a:pt x="655" y="782"/>
                  </a:lnTo>
                  <a:lnTo>
                    <a:pt x="655" y="785"/>
                  </a:lnTo>
                  <a:lnTo>
                    <a:pt x="655" y="785"/>
                  </a:lnTo>
                  <a:lnTo>
                    <a:pt x="655" y="787"/>
                  </a:lnTo>
                  <a:lnTo>
                    <a:pt x="653" y="787"/>
                  </a:lnTo>
                  <a:lnTo>
                    <a:pt x="653" y="787"/>
                  </a:lnTo>
                  <a:lnTo>
                    <a:pt x="653" y="789"/>
                  </a:lnTo>
                  <a:lnTo>
                    <a:pt x="653" y="789"/>
                  </a:lnTo>
                  <a:lnTo>
                    <a:pt x="653" y="787"/>
                  </a:lnTo>
                  <a:lnTo>
                    <a:pt x="651" y="787"/>
                  </a:lnTo>
                  <a:lnTo>
                    <a:pt x="651" y="787"/>
                  </a:lnTo>
                  <a:lnTo>
                    <a:pt x="651" y="787"/>
                  </a:lnTo>
                  <a:lnTo>
                    <a:pt x="651" y="787"/>
                  </a:lnTo>
                  <a:lnTo>
                    <a:pt x="651" y="785"/>
                  </a:lnTo>
                  <a:lnTo>
                    <a:pt x="648" y="785"/>
                  </a:lnTo>
                  <a:lnTo>
                    <a:pt x="648" y="785"/>
                  </a:lnTo>
                  <a:lnTo>
                    <a:pt x="648" y="785"/>
                  </a:lnTo>
                  <a:lnTo>
                    <a:pt x="648" y="782"/>
                  </a:lnTo>
                  <a:lnTo>
                    <a:pt x="648" y="782"/>
                  </a:lnTo>
                  <a:lnTo>
                    <a:pt x="648" y="782"/>
                  </a:lnTo>
                  <a:lnTo>
                    <a:pt x="646" y="782"/>
                  </a:lnTo>
                  <a:lnTo>
                    <a:pt x="646" y="780"/>
                  </a:lnTo>
                  <a:lnTo>
                    <a:pt x="646" y="780"/>
                  </a:lnTo>
                  <a:lnTo>
                    <a:pt x="646" y="782"/>
                  </a:lnTo>
                  <a:lnTo>
                    <a:pt x="644" y="782"/>
                  </a:lnTo>
                  <a:lnTo>
                    <a:pt x="644" y="782"/>
                  </a:lnTo>
                  <a:lnTo>
                    <a:pt x="644" y="785"/>
                  </a:lnTo>
                  <a:lnTo>
                    <a:pt x="644" y="785"/>
                  </a:lnTo>
                  <a:lnTo>
                    <a:pt x="644" y="785"/>
                  </a:lnTo>
                  <a:lnTo>
                    <a:pt x="644" y="785"/>
                  </a:lnTo>
                  <a:lnTo>
                    <a:pt x="644" y="785"/>
                  </a:lnTo>
                  <a:lnTo>
                    <a:pt x="641" y="785"/>
                  </a:lnTo>
                  <a:lnTo>
                    <a:pt x="641" y="782"/>
                  </a:lnTo>
                  <a:lnTo>
                    <a:pt x="641" y="782"/>
                  </a:lnTo>
                  <a:lnTo>
                    <a:pt x="641" y="782"/>
                  </a:lnTo>
                  <a:lnTo>
                    <a:pt x="641" y="780"/>
                  </a:lnTo>
                  <a:lnTo>
                    <a:pt x="639" y="780"/>
                  </a:lnTo>
                  <a:lnTo>
                    <a:pt x="639" y="780"/>
                  </a:lnTo>
                  <a:lnTo>
                    <a:pt x="639" y="780"/>
                  </a:lnTo>
                  <a:lnTo>
                    <a:pt x="639" y="780"/>
                  </a:lnTo>
                  <a:lnTo>
                    <a:pt x="639" y="782"/>
                  </a:lnTo>
                  <a:lnTo>
                    <a:pt x="639" y="782"/>
                  </a:lnTo>
                  <a:lnTo>
                    <a:pt x="639" y="782"/>
                  </a:lnTo>
                  <a:lnTo>
                    <a:pt x="639" y="785"/>
                  </a:lnTo>
                  <a:lnTo>
                    <a:pt x="636" y="785"/>
                  </a:lnTo>
                  <a:lnTo>
                    <a:pt x="636" y="785"/>
                  </a:lnTo>
                  <a:lnTo>
                    <a:pt x="636" y="785"/>
                  </a:lnTo>
                  <a:lnTo>
                    <a:pt x="636" y="785"/>
                  </a:lnTo>
                  <a:lnTo>
                    <a:pt x="636" y="787"/>
                  </a:lnTo>
                  <a:lnTo>
                    <a:pt x="636" y="787"/>
                  </a:lnTo>
                  <a:lnTo>
                    <a:pt x="634" y="787"/>
                  </a:lnTo>
                  <a:lnTo>
                    <a:pt x="634" y="789"/>
                  </a:lnTo>
                  <a:lnTo>
                    <a:pt x="634" y="789"/>
                  </a:lnTo>
                  <a:lnTo>
                    <a:pt x="634" y="789"/>
                  </a:lnTo>
                  <a:lnTo>
                    <a:pt x="632" y="789"/>
                  </a:lnTo>
                  <a:lnTo>
                    <a:pt x="632" y="789"/>
                  </a:lnTo>
                  <a:lnTo>
                    <a:pt x="632" y="789"/>
                  </a:lnTo>
                  <a:lnTo>
                    <a:pt x="632" y="789"/>
                  </a:lnTo>
                  <a:lnTo>
                    <a:pt x="629" y="789"/>
                  </a:lnTo>
                  <a:lnTo>
                    <a:pt x="629" y="787"/>
                  </a:lnTo>
                  <a:lnTo>
                    <a:pt x="629" y="787"/>
                  </a:lnTo>
                  <a:lnTo>
                    <a:pt x="629" y="787"/>
                  </a:lnTo>
                  <a:lnTo>
                    <a:pt x="629" y="785"/>
                  </a:lnTo>
                  <a:lnTo>
                    <a:pt x="629" y="785"/>
                  </a:lnTo>
                  <a:lnTo>
                    <a:pt x="627" y="785"/>
                  </a:lnTo>
                  <a:lnTo>
                    <a:pt x="627" y="785"/>
                  </a:lnTo>
                  <a:lnTo>
                    <a:pt x="627" y="785"/>
                  </a:lnTo>
                  <a:lnTo>
                    <a:pt x="625" y="785"/>
                  </a:lnTo>
                  <a:lnTo>
                    <a:pt x="625" y="782"/>
                  </a:lnTo>
                  <a:lnTo>
                    <a:pt x="625" y="782"/>
                  </a:lnTo>
                  <a:lnTo>
                    <a:pt x="625" y="782"/>
                  </a:lnTo>
                  <a:lnTo>
                    <a:pt x="622" y="782"/>
                  </a:lnTo>
                  <a:lnTo>
                    <a:pt x="622" y="782"/>
                  </a:lnTo>
                  <a:lnTo>
                    <a:pt x="622" y="782"/>
                  </a:lnTo>
                  <a:lnTo>
                    <a:pt x="622" y="780"/>
                  </a:lnTo>
                  <a:lnTo>
                    <a:pt x="622" y="780"/>
                  </a:lnTo>
                  <a:lnTo>
                    <a:pt x="620" y="780"/>
                  </a:lnTo>
                  <a:lnTo>
                    <a:pt x="620" y="782"/>
                  </a:lnTo>
                  <a:lnTo>
                    <a:pt x="620" y="782"/>
                  </a:lnTo>
                  <a:lnTo>
                    <a:pt x="620" y="782"/>
                  </a:lnTo>
                  <a:lnTo>
                    <a:pt x="620" y="785"/>
                  </a:lnTo>
                  <a:lnTo>
                    <a:pt x="620" y="785"/>
                  </a:lnTo>
                  <a:lnTo>
                    <a:pt x="617" y="785"/>
                  </a:lnTo>
                  <a:lnTo>
                    <a:pt x="617" y="787"/>
                  </a:lnTo>
                  <a:lnTo>
                    <a:pt x="617" y="787"/>
                  </a:lnTo>
                  <a:lnTo>
                    <a:pt x="617" y="787"/>
                  </a:lnTo>
                  <a:lnTo>
                    <a:pt x="617" y="787"/>
                  </a:lnTo>
                  <a:lnTo>
                    <a:pt x="617" y="789"/>
                  </a:lnTo>
                  <a:lnTo>
                    <a:pt x="617" y="789"/>
                  </a:lnTo>
                  <a:lnTo>
                    <a:pt x="615" y="789"/>
                  </a:lnTo>
                  <a:lnTo>
                    <a:pt x="615" y="789"/>
                  </a:lnTo>
                  <a:lnTo>
                    <a:pt x="615" y="789"/>
                  </a:lnTo>
                  <a:lnTo>
                    <a:pt x="615" y="789"/>
                  </a:lnTo>
                  <a:lnTo>
                    <a:pt x="613" y="789"/>
                  </a:lnTo>
                  <a:lnTo>
                    <a:pt x="613" y="789"/>
                  </a:lnTo>
                  <a:lnTo>
                    <a:pt x="613" y="789"/>
                  </a:lnTo>
                  <a:lnTo>
                    <a:pt x="610" y="789"/>
                  </a:lnTo>
                  <a:lnTo>
                    <a:pt x="610" y="789"/>
                  </a:lnTo>
                  <a:lnTo>
                    <a:pt x="610" y="789"/>
                  </a:lnTo>
                  <a:lnTo>
                    <a:pt x="610" y="789"/>
                  </a:lnTo>
                  <a:lnTo>
                    <a:pt x="608" y="789"/>
                  </a:lnTo>
                  <a:lnTo>
                    <a:pt x="608" y="792"/>
                  </a:lnTo>
                  <a:lnTo>
                    <a:pt x="608" y="792"/>
                  </a:lnTo>
                  <a:lnTo>
                    <a:pt x="608" y="789"/>
                  </a:lnTo>
                  <a:lnTo>
                    <a:pt x="608" y="789"/>
                  </a:lnTo>
                  <a:lnTo>
                    <a:pt x="608" y="789"/>
                  </a:lnTo>
                  <a:lnTo>
                    <a:pt x="606" y="789"/>
                  </a:lnTo>
                  <a:lnTo>
                    <a:pt x="606" y="789"/>
                  </a:lnTo>
                  <a:lnTo>
                    <a:pt x="606" y="789"/>
                  </a:lnTo>
                  <a:lnTo>
                    <a:pt x="603" y="789"/>
                  </a:lnTo>
                  <a:lnTo>
                    <a:pt x="603" y="789"/>
                  </a:lnTo>
                  <a:lnTo>
                    <a:pt x="603" y="789"/>
                  </a:lnTo>
                  <a:lnTo>
                    <a:pt x="603" y="789"/>
                  </a:lnTo>
                  <a:lnTo>
                    <a:pt x="603" y="792"/>
                  </a:lnTo>
                  <a:lnTo>
                    <a:pt x="603" y="792"/>
                  </a:lnTo>
                  <a:lnTo>
                    <a:pt x="603" y="792"/>
                  </a:lnTo>
                  <a:lnTo>
                    <a:pt x="603" y="794"/>
                  </a:lnTo>
                  <a:lnTo>
                    <a:pt x="601" y="794"/>
                  </a:lnTo>
                  <a:lnTo>
                    <a:pt x="601" y="794"/>
                  </a:lnTo>
                  <a:lnTo>
                    <a:pt x="601" y="794"/>
                  </a:lnTo>
                  <a:lnTo>
                    <a:pt x="601" y="797"/>
                  </a:lnTo>
                  <a:lnTo>
                    <a:pt x="601" y="797"/>
                  </a:lnTo>
                  <a:lnTo>
                    <a:pt x="601" y="797"/>
                  </a:lnTo>
                  <a:lnTo>
                    <a:pt x="601" y="799"/>
                  </a:lnTo>
                  <a:lnTo>
                    <a:pt x="601" y="799"/>
                  </a:lnTo>
                  <a:lnTo>
                    <a:pt x="603" y="799"/>
                  </a:lnTo>
                  <a:lnTo>
                    <a:pt x="603" y="799"/>
                  </a:lnTo>
                  <a:lnTo>
                    <a:pt x="603" y="801"/>
                  </a:lnTo>
                  <a:lnTo>
                    <a:pt x="603" y="801"/>
                  </a:lnTo>
                  <a:lnTo>
                    <a:pt x="603" y="801"/>
                  </a:lnTo>
                  <a:lnTo>
                    <a:pt x="603" y="801"/>
                  </a:lnTo>
                  <a:lnTo>
                    <a:pt x="603" y="804"/>
                  </a:lnTo>
                  <a:lnTo>
                    <a:pt x="603" y="804"/>
                  </a:lnTo>
                  <a:lnTo>
                    <a:pt x="606" y="804"/>
                  </a:lnTo>
                  <a:lnTo>
                    <a:pt x="606" y="806"/>
                  </a:lnTo>
                  <a:lnTo>
                    <a:pt x="606" y="806"/>
                  </a:lnTo>
                  <a:lnTo>
                    <a:pt x="606" y="806"/>
                  </a:lnTo>
                  <a:lnTo>
                    <a:pt x="606" y="806"/>
                  </a:lnTo>
                  <a:lnTo>
                    <a:pt x="606" y="808"/>
                  </a:lnTo>
                  <a:lnTo>
                    <a:pt x="606" y="808"/>
                  </a:lnTo>
                  <a:lnTo>
                    <a:pt x="606" y="811"/>
                  </a:lnTo>
                  <a:lnTo>
                    <a:pt x="606" y="811"/>
                  </a:lnTo>
                  <a:lnTo>
                    <a:pt x="606" y="811"/>
                  </a:lnTo>
                  <a:lnTo>
                    <a:pt x="608" y="811"/>
                  </a:lnTo>
                  <a:lnTo>
                    <a:pt x="608" y="811"/>
                  </a:lnTo>
                  <a:lnTo>
                    <a:pt x="606" y="811"/>
                  </a:lnTo>
                  <a:lnTo>
                    <a:pt x="606" y="811"/>
                  </a:lnTo>
                  <a:lnTo>
                    <a:pt x="606" y="813"/>
                  </a:lnTo>
                  <a:lnTo>
                    <a:pt x="606" y="813"/>
                  </a:lnTo>
                  <a:lnTo>
                    <a:pt x="606" y="813"/>
                  </a:lnTo>
                  <a:lnTo>
                    <a:pt x="606" y="813"/>
                  </a:lnTo>
                  <a:lnTo>
                    <a:pt x="606" y="815"/>
                  </a:lnTo>
                  <a:lnTo>
                    <a:pt x="606" y="815"/>
                  </a:lnTo>
                  <a:lnTo>
                    <a:pt x="606" y="818"/>
                  </a:lnTo>
                  <a:lnTo>
                    <a:pt x="606" y="818"/>
                  </a:lnTo>
                  <a:lnTo>
                    <a:pt x="606" y="820"/>
                  </a:lnTo>
                  <a:lnTo>
                    <a:pt x="606" y="820"/>
                  </a:lnTo>
                  <a:lnTo>
                    <a:pt x="608" y="820"/>
                  </a:lnTo>
                  <a:lnTo>
                    <a:pt x="608" y="820"/>
                  </a:lnTo>
                  <a:lnTo>
                    <a:pt x="608" y="820"/>
                  </a:lnTo>
                  <a:lnTo>
                    <a:pt x="606" y="820"/>
                  </a:lnTo>
                  <a:lnTo>
                    <a:pt x="606" y="823"/>
                  </a:lnTo>
                  <a:lnTo>
                    <a:pt x="606" y="823"/>
                  </a:lnTo>
                  <a:lnTo>
                    <a:pt x="606" y="823"/>
                  </a:lnTo>
                  <a:lnTo>
                    <a:pt x="603" y="823"/>
                  </a:lnTo>
                  <a:lnTo>
                    <a:pt x="603" y="823"/>
                  </a:lnTo>
                  <a:lnTo>
                    <a:pt x="603" y="823"/>
                  </a:lnTo>
                  <a:lnTo>
                    <a:pt x="603" y="820"/>
                  </a:lnTo>
                  <a:lnTo>
                    <a:pt x="603" y="820"/>
                  </a:lnTo>
                  <a:lnTo>
                    <a:pt x="601" y="820"/>
                  </a:lnTo>
                  <a:lnTo>
                    <a:pt x="601" y="820"/>
                  </a:lnTo>
                  <a:lnTo>
                    <a:pt x="601" y="820"/>
                  </a:lnTo>
                  <a:lnTo>
                    <a:pt x="599" y="820"/>
                  </a:lnTo>
                  <a:lnTo>
                    <a:pt x="599" y="820"/>
                  </a:lnTo>
                  <a:lnTo>
                    <a:pt x="599" y="820"/>
                  </a:lnTo>
                  <a:lnTo>
                    <a:pt x="599" y="820"/>
                  </a:lnTo>
                  <a:lnTo>
                    <a:pt x="596" y="820"/>
                  </a:lnTo>
                  <a:lnTo>
                    <a:pt x="596" y="820"/>
                  </a:lnTo>
                  <a:lnTo>
                    <a:pt x="596" y="823"/>
                  </a:lnTo>
                  <a:lnTo>
                    <a:pt x="596" y="823"/>
                  </a:lnTo>
                  <a:lnTo>
                    <a:pt x="596" y="820"/>
                  </a:lnTo>
                  <a:lnTo>
                    <a:pt x="594" y="820"/>
                  </a:lnTo>
                  <a:lnTo>
                    <a:pt x="594" y="820"/>
                  </a:lnTo>
                  <a:lnTo>
                    <a:pt x="594" y="820"/>
                  </a:lnTo>
                  <a:lnTo>
                    <a:pt x="594" y="818"/>
                  </a:lnTo>
                  <a:lnTo>
                    <a:pt x="594" y="818"/>
                  </a:lnTo>
                  <a:lnTo>
                    <a:pt x="594" y="815"/>
                  </a:lnTo>
                  <a:lnTo>
                    <a:pt x="594" y="815"/>
                  </a:lnTo>
                  <a:lnTo>
                    <a:pt x="594" y="815"/>
                  </a:lnTo>
                  <a:lnTo>
                    <a:pt x="594" y="813"/>
                  </a:lnTo>
                  <a:lnTo>
                    <a:pt x="594" y="813"/>
                  </a:lnTo>
                  <a:lnTo>
                    <a:pt x="591" y="813"/>
                  </a:lnTo>
                  <a:lnTo>
                    <a:pt x="591" y="811"/>
                  </a:lnTo>
                  <a:lnTo>
                    <a:pt x="591" y="811"/>
                  </a:lnTo>
                  <a:lnTo>
                    <a:pt x="591" y="811"/>
                  </a:lnTo>
                  <a:lnTo>
                    <a:pt x="591" y="811"/>
                  </a:lnTo>
                  <a:lnTo>
                    <a:pt x="591" y="808"/>
                  </a:lnTo>
                  <a:lnTo>
                    <a:pt x="591" y="808"/>
                  </a:lnTo>
                  <a:lnTo>
                    <a:pt x="591" y="806"/>
                  </a:lnTo>
                  <a:lnTo>
                    <a:pt x="591" y="806"/>
                  </a:lnTo>
                  <a:lnTo>
                    <a:pt x="591" y="808"/>
                  </a:lnTo>
                  <a:lnTo>
                    <a:pt x="589" y="808"/>
                  </a:lnTo>
                  <a:lnTo>
                    <a:pt x="589" y="808"/>
                  </a:lnTo>
                  <a:lnTo>
                    <a:pt x="589" y="808"/>
                  </a:lnTo>
                  <a:lnTo>
                    <a:pt x="589" y="808"/>
                  </a:lnTo>
                  <a:lnTo>
                    <a:pt x="587" y="808"/>
                  </a:lnTo>
                  <a:lnTo>
                    <a:pt x="587" y="811"/>
                  </a:lnTo>
                  <a:lnTo>
                    <a:pt x="587" y="811"/>
                  </a:lnTo>
                  <a:lnTo>
                    <a:pt x="584" y="811"/>
                  </a:lnTo>
                  <a:lnTo>
                    <a:pt x="584" y="811"/>
                  </a:lnTo>
                  <a:lnTo>
                    <a:pt x="584" y="811"/>
                  </a:lnTo>
                  <a:lnTo>
                    <a:pt x="584" y="811"/>
                  </a:lnTo>
                  <a:lnTo>
                    <a:pt x="584" y="813"/>
                  </a:lnTo>
                  <a:lnTo>
                    <a:pt x="584" y="813"/>
                  </a:lnTo>
                  <a:lnTo>
                    <a:pt x="584" y="813"/>
                  </a:lnTo>
                  <a:lnTo>
                    <a:pt x="582" y="813"/>
                  </a:lnTo>
                  <a:lnTo>
                    <a:pt x="582" y="813"/>
                  </a:lnTo>
                  <a:lnTo>
                    <a:pt x="582" y="813"/>
                  </a:lnTo>
                  <a:lnTo>
                    <a:pt x="582" y="815"/>
                  </a:lnTo>
                  <a:lnTo>
                    <a:pt x="580" y="815"/>
                  </a:lnTo>
                  <a:lnTo>
                    <a:pt x="580" y="815"/>
                  </a:lnTo>
                  <a:lnTo>
                    <a:pt x="577" y="815"/>
                  </a:lnTo>
                  <a:lnTo>
                    <a:pt x="577" y="815"/>
                  </a:lnTo>
                  <a:lnTo>
                    <a:pt x="577" y="813"/>
                  </a:lnTo>
                  <a:lnTo>
                    <a:pt x="577" y="813"/>
                  </a:lnTo>
                  <a:lnTo>
                    <a:pt x="577" y="813"/>
                  </a:lnTo>
                  <a:lnTo>
                    <a:pt x="575" y="813"/>
                  </a:lnTo>
                  <a:lnTo>
                    <a:pt x="575" y="813"/>
                  </a:lnTo>
                  <a:lnTo>
                    <a:pt x="575" y="813"/>
                  </a:lnTo>
                  <a:lnTo>
                    <a:pt x="575" y="813"/>
                  </a:lnTo>
                  <a:lnTo>
                    <a:pt x="575" y="815"/>
                  </a:lnTo>
                  <a:lnTo>
                    <a:pt x="572" y="815"/>
                  </a:lnTo>
                  <a:lnTo>
                    <a:pt x="572" y="815"/>
                  </a:lnTo>
                  <a:lnTo>
                    <a:pt x="570" y="815"/>
                  </a:lnTo>
                  <a:lnTo>
                    <a:pt x="570" y="813"/>
                  </a:lnTo>
                  <a:lnTo>
                    <a:pt x="570" y="813"/>
                  </a:lnTo>
                  <a:lnTo>
                    <a:pt x="570" y="813"/>
                  </a:lnTo>
                  <a:lnTo>
                    <a:pt x="570" y="811"/>
                  </a:lnTo>
                  <a:lnTo>
                    <a:pt x="570" y="811"/>
                  </a:lnTo>
                  <a:lnTo>
                    <a:pt x="570" y="811"/>
                  </a:lnTo>
                  <a:lnTo>
                    <a:pt x="570" y="811"/>
                  </a:lnTo>
                  <a:lnTo>
                    <a:pt x="570" y="811"/>
                  </a:lnTo>
                  <a:lnTo>
                    <a:pt x="570" y="808"/>
                  </a:lnTo>
                  <a:lnTo>
                    <a:pt x="570" y="808"/>
                  </a:lnTo>
                  <a:lnTo>
                    <a:pt x="568" y="808"/>
                  </a:lnTo>
                  <a:lnTo>
                    <a:pt x="568" y="808"/>
                  </a:lnTo>
                  <a:lnTo>
                    <a:pt x="568" y="808"/>
                  </a:lnTo>
                  <a:lnTo>
                    <a:pt x="565" y="808"/>
                  </a:lnTo>
                  <a:lnTo>
                    <a:pt x="565" y="806"/>
                  </a:lnTo>
                  <a:lnTo>
                    <a:pt x="565" y="806"/>
                  </a:lnTo>
                  <a:lnTo>
                    <a:pt x="565" y="804"/>
                  </a:lnTo>
                  <a:lnTo>
                    <a:pt x="565" y="804"/>
                  </a:lnTo>
                  <a:lnTo>
                    <a:pt x="568" y="804"/>
                  </a:lnTo>
                  <a:lnTo>
                    <a:pt x="568" y="801"/>
                  </a:lnTo>
                  <a:lnTo>
                    <a:pt x="568" y="801"/>
                  </a:lnTo>
                  <a:lnTo>
                    <a:pt x="565" y="801"/>
                  </a:lnTo>
                  <a:lnTo>
                    <a:pt x="565" y="799"/>
                  </a:lnTo>
                  <a:lnTo>
                    <a:pt x="565" y="799"/>
                  </a:lnTo>
                  <a:lnTo>
                    <a:pt x="565" y="799"/>
                  </a:lnTo>
                  <a:lnTo>
                    <a:pt x="565" y="799"/>
                  </a:lnTo>
                  <a:lnTo>
                    <a:pt x="565" y="799"/>
                  </a:lnTo>
                  <a:lnTo>
                    <a:pt x="563" y="799"/>
                  </a:lnTo>
                  <a:lnTo>
                    <a:pt x="563" y="799"/>
                  </a:lnTo>
                  <a:lnTo>
                    <a:pt x="563" y="799"/>
                  </a:lnTo>
                  <a:lnTo>
                    <a:pt x="563" y="799"/>
                  </a:lnTo>
                  <a:lnTo>
                    <a:pt x="563" y="799"/>
                  </a:lnTo>
                  <a:lnTo>
                    <a:pt x="561" y="799"/>
                  </a:lnTo>
                  <a:lnTo>
                    <a:pt x="561" y="799"/>
                  </a:lnTo>
                  <a:lnTo>
                    <a:pt x="561" y="799"/>
                  </a:lnTo>
                  <a:lnTo>
                    <a:pt x="558" y="799"/>
                  </a:lnTo>
                  <a:lnTo>
                    <a:pt x="558" y="799"/>
                  </a:lnTo>
                  <a:lnTo>
                    <a:pt x="558" y="799"/>
                  </a:lnTo>
                  <a:lnTo>
                    <a:pt x="558" y="799"/>
                  </a:lnTo>
                  <a:lnTo>
                    <a:pt x="556" y="799"/>
                  </a:lnTo>
                  <a:lnTo>
                    <a:pt x="556" y="799"/>
                  </a:lnTo>
                  <a:lnTo>
                    <a:pt x="556" y="799"/>
                  </a:lnTo>
                  <a:lnTo>
                    <a:pt x="554" y="799"/>
                  </a:lnTo>
                  <a:lnTo>
                    <a:pt x="554" y="799"/>
                  </a:lnTo>
                  <a:lnTo>
                    <a:pt x="554" y="799"/>
                  </a:lnTo>
                  <a:lnTo>
                    <a:pt x="554" y="799"/>
                  </a:lnTo>
                  <a:lnTo>
                    <a:pt x="551" y="799"/>
                  </a:lnTo>
                  <a:lnTo>
                    <a:pt x="551" y="799"/>
                  </a:lnTo>
                  <a:lnTo>
                    <a:pt x="551" y="799"/>
                  </a:lnTo>
                  <a:lnTo>
                    <a:pt x="551" y="797"/>
                  </a:lnTo>
                  <a:lnTo>
                    <a:pt x="551" y="797"/>
                  </a:lnTo>
                  <a:lnTo>
                    <a:pt x="551" y="794"/>
                  </a:lnTo>
                  <a:lnTo>
                    <a:pt x="551" y="794"/>
                  </a:lnTo>
                  <a:lnTo>
                    <a:pt x="551" y="794"/>
                  </a:lnTo>
                  <a:lnTo>
                    <a:pt x="551" y="792"/>
                  </a:lnTo>
                  <a:lnTo>
                    <a:pt x="551" y="792"/>
                  </a:lnTo>
                  <a:lnTo>
                    <a:pt x="551" y="792"/>
                  </a:lnTo>
                  <a:lnTo>
                    <a:pt x="551" y="789"/>
                  </a:lnTo>
                  <a:lnTo>
                    <a:pt x="554" y="789"/>
                  </a:lnTo>
                  <a:lnTo>
                    <a:pt x="554" y="789"/>
                  </a:lnTo>
                  <a:lnTo>
                    <a:pt x="554" y="789"/>
                  </a:lnTo>
                  <a:lnTo>
                    <a:pt x="554" y="789"/>
                  </a:lnTo>
                  <a:lnTo>
                    <a:pt x="554" y="787"/>
                  </a:lnTo>
                  <a:lnTo>
                    <a:pt x="554" y="787"/>
                  </a:lnTo>
                  <a:lnTo>
                    <a:pt x="554" y="785"/>
                  </a:lnTo>
                  <a:lnTo>
                    <a:pt x="554" y="785"/>
                  </a:lnTo>
                  <a:lnTo>
                    <a:pt x="554" y="785"/>
                  </a:lnTo>
                  <a:lnTo>
                    <a:pt x="554" y="782"/>
                  </a:lnTo>
                  <a:lnTo>
                    <a:pt x="554" y="782"/>
                  </a:lnTo>
                  <a:lnTo>
                    <a:pt x="554" y="782"/>
                  </a:lnTo>
                  <a:lnTo>
                    <a:pt x="554" y="780"/>
                  </a:lnTo>
                  <a:lnTo>
                    <a:pt x="556" y="780"/>
                  </a:lnTo>
                  <a:lnTo>
                    <a:pt x="556" y="780"/>
                  </a:lnTo>
                  <a:lnTo>
                    <a:pt x="556" y="780"/>
                  </a:lnTo>
                  <a:lnTo>
                    <a:pt x="556" y="780"/>
                  </a:lnTo>
                  <a:lnTo>
                    <a:pt x="556" y="778"/>
                  </a:lnTo>
                  <a:lnTo>
                    <a:pt x="556" y="778"/>
                  </a:lnTo>
                  <a:lnTo>
                    <a:pt x="558" y="778"/>
                  </a:lnTo>
                  <a:lnTo>
                    <a:pt x="558" y="778"/>
                  </a:lnTo>
                  <a:lnTo>
                    <a:pt x="558" y="775"/>
                  </a:lnTo>
                  <a:lnTo>
                    <a:pt x="556" y="775"/>
                  </a:lnTo>
                  <a:lnTo>
                    <a:pt x="556" y="775"/>
                  </a:lnTo>
                  <a:lnTo>
                    <a:pt x="556" y="773"/>
                  </a:lnTo>
                  <a:lnTo>
                    <a:pt x="556" y="773"/>
                  </a:lnTo>
                  <a:lnTo>
                    <a:pt x="556" y="773"/>
                  </a:lnTo>
                  <a:lnTo>
                    <a:pt x="556" y="773"/>
                  </a:lnTo>
                  <a:lnTo>
                    <a:pt x="554" y="773"/>
                  </a:lnTo>
                  <a:lnTo>
                    <a:pt x="554" y="773"/>
                  </a:lnTo>
                  <a:lnTo>
                    <a:pt x="551" y="773"/>
                  </a:lnTo>
                  <a:lnTo>
                    <a:pt x="551" y="773"/>
                  </a:lnTo>
                  <a:lnTo>
                    <a:pt x="551" y="773"/>
                  </a:lnTo>
                  <a:lnTo>
                    <a:pt x="551" y="773"/>
                  </a:lnTo>
                  <a:lnTo>
                    <a:pt x="549" y="773"/>
                  </a:lnTo>
                  <a:lnTo>
                    <a:pt x="549" y="773"/>
                  </a:lnTo>
                  <a:lnTo>
                    <a:pt x="549" y="773"/>
                  </a:lnTo>
                  <a:lnTo>
                    <a:pt x="549" y="773"/>
                  </a:lnTo>
                  <a:lnTo>
                    <a:pt x="549" y="773"/>
                  </a:lnTo>
                  <a:lnTo>
                    <a:pt x="549" y="773"/>
                  </a:lnTo>
                  <a:lnTo>
                    <a:pt x="546" y="773"/>
                  </a:lnTo>
                  <a:lnTo>
                    <a:pt x="546" y="770"/>
                  </a:lnTo>
                  <a:lnTo>
                    <a:pt x="546" y="770"/>
                  </a:lnTo>
                  <a:lnTo>
                    <a:pt x="544" y="770"/>
                  </a:lnTo>
                  <a:lnTo>
                    <a:pt x="544" y="770"/>
                  </a:lnTo>
                  <a:lnTo>
                    <a:pt x="544" y="770"/>
                  </a:lnTo>
                  <a:lnTo>
                    <a:pt x="544" y="770"/>
                  </a:lnTo>
                  <a:lnTo>
                    <a:pt x="544" y="768"/>
                  </a:lnTo>
                  <a:lnTo>
                    <a:pt x="544" y="768"/>
                  </a:lnTo>
                  <a:lnTo>
                    <a:pt x="544" y="766"/>
                  </a:lnTo>
                  <a:lnTo>
                    <a:pt x="544" y="766"/>
                  </a:lnTo>
                  <a:lnTo>
                    <a:pt x="544" y="763"/>
                  </a:lnTo>
                  <a:lnTo>
                    <a:pt x="544" y="763"/>
                  </a:lnTo>
                  <a:lnTo>
                    <a:pt x="544" y="763"/>
                  </a:lnTo>
                  <a:lnTo>
                    <a:pt x="542" y="763"/>
                  </a:lnTo>
                  <a:lnTo>
                    <a:pt x="542" y="761"/>
                  </a:lnTo>
                  <a:lnTo>
                    <a:pt x="542" y="761"/>
                  </a:lnTo>
                  <a:lnTo>
                    <a:pt x="544" y="761"/>
                  </a:lnTo>
                  <a:lnTo>
                    <a:pt x="544" y="761"/>
                  </a:lnTo>
                  <a:lnTo>
                    <a:pt x="544" y="759"/>
                  </a:lnTo>
                  <a:lnTo>
                    <a:pt x="542" y="759"/>
                  </a:lnTo>
                  <a:lnTo>
                    <a:pt x="542" y="759"/>
                  </a:lnTo>
                  <a:lnTo>
                    <a:pt x="542" y="756"/>
                  </a:lnTo>
                  <a:lnTo>
                    <a:pt x="542" y="756"/>
                  </a:lnTo>
                  <a:lnTo>
                    <a:pt x="542" y="756"/>
                  </a:lnTo>
                  <a:lnTo>
                    <a:pt x="542" y="756"/>
                  </a:lnTo>
                  <a:lnTo>
                    <a:pt x="539" y="756"/>
                  </a:lnTo>
                  <a:lnTo>
                    <a:pt x="539" y="754"/>
                  </a:lnTo>
                  <a:lnTo>
                    <a:pt x="539" y="754"/>
                  </a:lnTo>
                  <a:lnTo>
                    <a:pt x="539" y="751"/>
                  </a:lnTo>
                  <a:lnTo>
                    <a:pt x="539" y="751"/>
                  </a:lnTo>
                  <a:lnTo>
                    <a:pt x="542" y="751"/>
                  </a:lnTo>
                  <a:lnTo>
                    <a:pt x="542" y="751"/>
                  </a:lnTo>
                  <a:lnTo>
                    <a:pt x="542" y="751"/>
                  </a:lnTo>
                  <a:lnTo>
                    <a:pt x="542" y="749"/>
                  </a:lnTo>
                  <a:lnTo>
                    <a:pt x="542" y="749"/>
                  </a:lnTo>
                  <a:lnTo>
                    <a:pt x="542" y="749"/>
                  </a:lnTo>
                  <a:lnTo>
                    <a:pt x="544" y="749"/>
                  </a:lnTo>
                  <a:lnTo>
                    <a:pt x="544" y="747"/>
                  </a:lnTo>
                  <a:lnTo>
                    <a:pt x="542" y="747"/>
                  </a:lnTo>
                  <a:lnTo>
                    <a:pt x="542" y="747"/>
                  </a:lnTo>
                  <a:lnTo>
                    <a:pt x="542" y="747"/>
                  </a:lnTo>
                  <a:lnTo>
                    <a:pt x="539" y="747"/>
                  </a:lnTo>
                  <a:lnTo>
                    <a:pt x="539" y="747"/>
                  </a:lnTo>
                  <a:lnTo>
                    <a:pt x="537" y="747"/>
                  </a:lnTo>
                  <a:lnTo>
                    <a:pt x="537" y="749"/>
                  </a:lnTo>
                  <a:lnTo>
                    <a:pt x="537" y="749"/>
                  </a:lnTo>
                  <a:lnTo>
                    <a:pt x="537" y="747"/>
                  </a:lnTo>
                  <a:lnTo>
                    <a:pt x="537" y="747"/>
                  </a:lnTo>
                  <a:lnTo>
                    <a:pt x="535" y="747"/>
                  </a:lnTo>
                  <a:lnTo>
                    <a:pt x="535" y="747"/>
                  </a:lnTo>
                  <a:lnTo>
                    <a:pt x="532" y="747"/>
                  </a:lnTo>
                  <a:lnTo>
                    <a:pt x="532" y="747"/>
                  </a:lnTo>
                  <a:lnTo>
                    <a:pt x="532" y="747"/>
                  </a:lnTo>
                  <a:lnTo>
                    <a:pt x="530" y="747"/>
                  </a:lnTo>
                  <a:lnTo>
                    <a:pt x="530" y="747"/>
                  </a:lnTo>
                  <a:lnTo>
                    <a:pt x="530" y="747"/>
                  </a:lnTo>
                  <a:lnTo>
                    <a:pt x="530" y="749"/>
                  </a:lnTo>
                  <a:lnTo>
                    <a:pt x="528" y="749"/>
                  </a:lnTo>
                  <a:lnTo>
                    <a:pt x="528" y="749"/>
                  </a:lnTo>
                  <a:lnTo>
                    <a:pt x="525" y="749"/>
                  </a:lnTo>
                  <a:lnTo>
                    <a:pt x="525" y="749"/>
                  </a:lnTo>
                  <a:lnTo>
                    <a:pt x="525" y="749"/>
                  </a:lnTo>
                  <a:lnTo>
                    <a:pt x="525" y="749"/>
                  </a:lnTo>
                  <a:lnTo>
                    <a:pt x="523" y="749"/>
                  </a:lnTo>
                  <a:lnTo>
                    <a:pt x="523" y="749"/>
                  </a:lnTo>
                  <a:lnTo>
                    <a:pt x="523" y="751"/>
                  </a:lnTo>
                  <a:lnTo>
                    <a:pt x="523" y="751"/>
                  </a:lnTo>
                  <a:lnTo>
                    <a:pt x="523" y="751"/>
                  </a:lnTo>
                  <a:lnTo>
                    <a:pt x="520" y="751"/>
                  </a:lnTo>
                  <a:lnTo>
                    <a:pt x="520" y="751"/>
                  </a:lnTo>
                  <a:lnTo>
                    <a:pt x="520" y="751"/>
                  </a:lnTo>
                  <a:lnTo>
                    <a:pt x="518" y="751"/>
                  </a:lnTo>
                  <a:lnTo>
                    <a:pt x="518" y="754"/>
                  </a:lnTo>
                  <a:lnTo>
                    <a:pt x="518" y="754"/>
                  </a:lnTo>
                  <a:lnTo>
                    <a:pt x="518" y="754"/>
                  </a:lnTo>
                  <a:lnTo>
                    <a:pt x="516" y="754"/>
                  </a:lnTo>
                  <a:lnTo>
                    <a:pt x="516" y="751"/>
                  </a:lnTo>
                  <a:lnTo>
                    <a:pt x="516" y="751"/>
                  </a:lnTo>
                  <a:lnTo>
                    <a:pt x="516" y="751"/>
                  </a:lnTo>
                  <a:lnTo>
                    <a:pt x="516" y="751"/>
                  </a:lnTo>
                  <a:lnTo>
                    <a:pt x="516" y="751"/>
                  </a:lnTo>
                  <a:lnTo>
                    <a:pt x="516" y="751"/>
                  </a:lnTo>
                  <a:lnTo>
                    <a:pt x="516" y="751"/>
                  </a:lnTo>
                  <a:lnTo>
                    <a:pt x="516" y="749"/>
                  </a:lnTo>
                  <a:lnTo>
                    <a:pt x="518" y="749"/>
                  </a:lnTo>
                  <a:lnTo>
                    <a:pt x="518" y="749"/>
                  </a:lnTo>
                  <a:lnTo>
                    <a:pt x="518" y="749"/>
                  </a:lnTo>
                  <a:lnTo>
                    <a:pt x="518" y="747"/>
                  </a:lnTo>
                  <a:lnTo>
                    <a:pt x="518" y="747"/>
                  </a:lnTo>
                  <a:lnTo>
                    <a:pt x="518" y="747"/>
                  </a:lnTo>
                  <a:lnTo>
                    <a:pt x="518" y="744"/>
                  </a:lnTo>
                  <a:lnTo>
                    <a:pt x="518" y="744"/>
                  </a:lnTo>
                  <a:lnTo>
                    <a:pt x="518" y="742"/>
                  </a:lnTo>
                  <a:lnTo>
                    <a:pt x="518" y="742"/>
                  </a:lnTo>
                  <a:lnTo>
                    <a:pt x="518" y="742"/>
                  </a:lnTo>
                  <a:lnTo>
                    <a:pt x="518" y="742"/>
                  </a:lnTo>
                  <a:lnTo>
                    <a:pt x="518" y="742"/>
                  </a:lnTo>
                  <a:lnTo>
                    <a:pt x="518" y="740"/>
                  </a:lnTo>
                  <a:lnTo>
                    <a:pt x="518" y="740"/>
                  </a:lnTo>
                  <a:lnTo>
                    <a:pt x="518" y="740"/>
                  </a:lnTo>
                  <a:lnTo>
                    <a:pt x="518" y="740"/>
                  </a:lnTo>
                  <a:lnTo>
                    <a:pt x="516" y="740"/>
                  </a:lnTo>
                  <a:lnTo>
                    <a:pt x="516" y="740"/>
                  </a:lnTo>
                  <a:lnTo>
                    <a:pt x="516" y="740"/>
                  </a:lnTo>
                  <a:lnTo>
                    <a:pt x="516" y="740"/>
                  </a:lnTo>
                  <a:lnTo>
                    <a:pt x="516" y="740"/>
                  </a:lnTo>
                  <a:lnTo>
                    <a:pt x="516" y="737"/>
                  </a:lnTo>
                  <a:lnTo>
                    <a:pt x="516" y="737"/>
                  </a:lnTo>
                  <a:lnTo>
                    <a:pt x="516" y="737"/>
                  </a:lnTo>
                  <a:lnTo>
                    <a:pt x="516" y="735"/>
                  </a:lnTo>
                  <a:lnTo>
                    <a:pt x="516" y="735"/>
                  </a:lnTo>
                  <a:lnTo>
                    <a:pt x="516" y="733"/>
                  </a:lnTo>
                  <a:lnTo>
                    <a:pt x="516" y="733"/>
                  </a:lnTo>
                  <a:lnTo>
                    <a:pt x="516" y="730"/>
                  </a:lnTo>
                  <a:lnTo>
                    <a:pt x="516" y="730"/>
                  </a:lnTo>
                  <a:lnTo>
                    <a:pt x="516" y="730"/>
                  </a:lnTo>
                  <a:lnTo>
                    <a:pt x="518" y="730"/>
                  </a:lnTo>
                  <a:lnTo>
                    <a:pt x="518" y="730"/>
                  </a:lnTo>
                  <a:lnTo>
                    <a:pt x="518" y="730"/>
                  </a:lnTo>
                  <a:lnTo>
                    <a:pt x="518" y="730"/>
                  </a:lnTo>
                  <a:lnTo>
                    <a:pt x="520" y="730"/>
                  </a:lnTo>
                  <a:lnTo>
                    <a:pt x="520" y="728"/>
                  </a:lnTo>
                  <a:lnTo>
                    <a:pt x="518" y="728"/>
                  </a:lnTo>
                  <a:lnTo>
                    <a:pt x="518" y="728"/>
                  </a:lnTo>
                  <a:lnTo>
                    <a:pt x="518" y="725"/>
                  </a:lnTo>
                  <a:lnTo>
                    <a:pt x="518" y="725"/>
                  </a:lnTo>
                  <a:lnTo>
                    <a:pt x="518" y="725"/>
                  </a:lnTo>
                  <a:lnTo>
                    <a:pt x="518" y="723"/>
                  </a:lnTo>
                  <a:lnTo>
                    <a:pt x="518" y="723"/>
                  </a:lnTo>
                  <a:lnTo>
                    <a:pt x="518" y="723"/>
                  </a:lnTo>
                  <a:lnTo>
                    <a:pt x="518" y="721"/>
                  </a:lnTo>
                  <a:lnTo>
                    <a:pt x="520" y="721"/>
                  </a:lnTo>
                  <a:lnTo>
                    <a:pt x="520" y="721"/>
                  </a:lnTo>
                  <a:lnTo>
                    <a:pt x="520" y="721"/>
                  </a:lnTo>
                  <a:lnTo>
                    <a:pt x="520" y="721"/>
                  </a:lnTo>
                  <a:lnTo>
                    <a:pt x="520" y="718"/>
                  </a:lnTo>
                  <a:lnTo>
                    <a:pt x="523" y="718"/>
                  </a:lnTo>
                  <a:lnTo>
                    <a:pt x="523" y="718"/>
                  </a:lnTo>
                  <a:lnTo>
                    <a:pt x="523" y="721"/>
                  </a:lnTo>
                  <a:lnTo>
                    <a:pt x="523" y="721"/>
                  </a:lnTo>
                  <a:lnTo>
                    <a:pt x="523" y="718"/>
                  </a:lnTo>
                  <a:lnTo>
                    <a:pt x="525" y="718"/>
                  </a:lnTo>
                  <a:lnTo>
                    <a:pt x="525" y="718"/>
                  </a:lnTo>
                  <a:lnTo>
                    <a:pt x="525" y="718"/>
                  </a:lnTo>
                  <a:lnTo>
                    <a:pt x="525" y="716"/>
                  </a:lnTo>
                  <a:lnTo>
                    <a:pt x="525" y="716"/>
                  </a:lnTo>
                  <a:lnTo>
                    <a:pt x="525" y="716"/>
                  </a:lnTo>
                  <a:lnTo>
                    <a:pt x="528" y="716"/>
                  </a:lnTo>
                  <a:lnTo>
                    <a:pt x="528" y="714"/>
                  </a:lnTo>
                  <a:lnTo>
                    <a:pt x="528" y="714"/>
                  </a:lnTo>
                  <a:lnTo>
                    <a:pt x="528" y="711"/>
                  </a:lnTo>
                  <a:lnTo>
                    <a:pt x="528" y="711"/>
                  </a:lnTo>
                  <a:lnTo>
                    <a:pt x="528" y="711"/>
                  </a:lnTo>
                  <a:lnTo>
                    <a:pt x="528" y="711"/>
                  </a:lnTo>
                  <a:lnTo>
                    <a:pt x="528" y="709"/>
                  </a:lnTo>
                  <a:lnTo>
                    <a:pt x="530" y="709"/>
                  </a:lnTo>
                  <a:lnTo>
                    <a:pt x="530" y="711"/>
                  </a:lnTo>
                  <a:lnTo>
                    <a:pt x="530" y="711"/>
                  </a:lnTo>
                  <a:lnTo>
                    <a:pt x="530" y="711"/>
                  </a:lnTo>
                  <a:lnTo>
                    <a:pt x="530" y="711"/>
                  </a:lnTo>
                  <a:lnTo>
                    <a:pt x="532" y="711"/>
                  </a:lnTo>
                  <a:lnTo>
                    <a:pt x="532" y="711"/>
                  </a:lnTo>
                  <a:lnTo>
                    <a:pt x="532" y="711"/>
                  </a:lnTo>
                  <a:lnTo>
                    <a:pt x="532" y="709"/>
                  </a:lnTo>
                  <a:lnTo>
                    <a:pt x="532" y="709"/>
                  </a:lnTo>
                  <a:lnTo>
                    <a:pt x="532" y="709"/>
                  </a:lnTo>
                  <a:lnTo>
                    <a:pt x="532" y="706"/>
                  </a:lnTo>
                  <a:lnTo>
                    <a:pt x="535" y="706"/>
                  </a:lnTo>
                  <a:lnTo>
                    <a:pt x="535" y="706"/>
                  </a:lnTo>
                  <a:lnTo>
                    <a:pt x="535" y="704"/>
                  </a:lnTo>
                  <a:lnTo>
                    <a:pt x="535" y="704"/>
                  </a:lnTo>
                  <a:lnTo>
                    <a:pt x="535" y="704"/>
                  </a:lnTo>
                  <a:lnTo>
                    <a:pt x="537" y="704"/>
                  </a:lnTo>
                  <a:lnTo>
                    <a:pt x="537" y="704"/>
                  </a:lnTo>
                  <a:lnTo>
                    <a:pt x="537" y="704"/>
                  </a:lnTo>
                  <a:lnTo>
                    <a:pt x="539" y="704"/>
                  </a:lnTo>
                  <a:lnTo>
                    <a:pt x="539" y="704"/>
                  </a:lnTo>
                  <a:lnTo>
                    <a:pt x="539" y="702"/>
                  </a:lnTo>
                  <a:lnTo>
                    <a:pt x="539" y="702"/>
                  </a:lnTo>
                  <a:lnTo>
                    <a:pt x="539" y="702"/>
                  </a:lnTo>
                  <a:lnTo>
                    <a:pt x="539" y="702"/>
                  </a:lnTo>
                  <a:lnTo>
                    <a:pt x="537" y="702"/>
                  </a:lnTo>
                  <a:lnTo>
                    <a:pt x="537" y="699"/>
                  </a:lnTo>
                  <a:lnTo>
                    <a:pt x="537" y="699"/>
                  </a:lnTo>
                  <a:lnTo>
                    <a:pt x="537" y="699"/>
                  </a:lnTo>
                  <a:lnTo>
                    <a:pt x="537" y="697"/>
                  </a:lnTo>
                  <a:lnTo>
                    <a:pt x="537" y="697"/>
                  </a:lnTo>
                  <a:lnTo>
                    <a:pt x="537" y="697"/>
                  </a:lnTo>
                  <a:lnTo>
                    <a:pt x="539" y="697"/>
                  </a:lnTo>
                  <a:lnTo>
                    <a:pt x="539" y="697"/>
                  </a:lnTo>
                  <a:lnTo>
                    <a:pt x="539" y="695"/>
                  </a:lnTo>
                  <a:lnTo>
                    <a:pt x="539" y="695"/>
                  </a:lnTo>
                  <a:lnTo>
                    <a:pt x="539" y="692"/>
                  </a:lnTo>
                  <a:lnTo>
                    <a:pt x="539" y="692"/>
                  </a:lnTo>
                  <a:lnTo>
                    <a:pt x="539" y="692"/>
                  </a:lnTo>
                  <a:lnTo>
                    <a:pt x="539" y="692"/>
                  </a:lnTo>
                  <a:lnTo>
                    <a:pt x="539" y="692"/>
                  </a:lnTo>
                  <a:lnTo>
                    <a:pt x="539" y="690"/>
                  </a:lnTo>
                  <a:lnTo>
                    <a:pt x="542" y="690"/>
                  </a:lnTo>
                  <a:lnTo>
                    <a:pt x="542" y="690"/>
                  </a:lnTo>
                  <a:lnTo>
                    <a:pt x="542" y="687"/>
                  </a:lnTo>
                  <a:lnTo>
                    <a:pt x="542" y="687"/>
                  </a:lnTo>
                  <a:lnTo>
                    <a:pt x="542" y="685"/>
                  </a:lnTo>
                  <a:lnTo>
                    <a:pt x="542" y="685"/>
                  </a:lnTo>
                  <a:lnTo>
                    <a:pt x="542" y="685"/>
                  </a:lnTo>
                  <a:lnTo>
                    <a:pt x="542" y="683"/>
                  </a:lnTo>
                  <a:lnTo>
                    <a:pt x="542" y="683"/>
                  </a:lnTo>
                  <a:lnTo>
                    <a:pt x="542" y="680"/>
                  </a:lnTo>
                  <a:lnTo>
                    <a:pt x="542" y="680"/>
                  </a:lnTo>
                  <a:lnTo>
                    <a:pt x="542" y="680"/>
                  </a:lnTo>
                  <a:lnTo>
                    <a:pt x="542" y="680"/>
                  </a:lnTo>
                  <a:lnTo>
                    <a:pt x="542" y="678"/>
                  </a:lnTo>
                  <a:lnTo>
                    <a:pt x="542" y="678"/>
                  </a:lnTo>
                  <a:lnTo>
                    <a:pt x="542" y="676"/>
                  </a:lnTo>
                  <a:lnTo>
                    <a:pt x="542" y="676"/>
                  </a:lnTo>
                  <a:lnTo>
                    <a:pt x="542" y="673"/>
                  </a:lnTo>
                  <a:lnTo>
                    <a:pt x="542" y="673"/>
                  </a:lnTo>
                  <a:lnTo>
                    <a:pt x="542" y="671"/>
                  </a:lnTo>
                  <a:lnTo>
                    <a:pt x="539" y="671"/>
                  </a:lnTo>
                  <a:lnTo>
                    <a:pt x="539" y="671"/>
                  </a:lnTo>
                  <a:lnTo>
                    <a:pt x="539" y="671"/>
                  </a:lnTo>
                  <a:lnTo>
                    <a:pt x="539" y="669"/>
                  </a:lnTo>
                  <a:lnTo>
                    <a:pt x="539" y="669"/>
                  </a:lnTo>
                  <a:lnTo>
                    <a:pt x="539" y="666"/>
                  </a:lnTo>
                  <a:lnTo>
                    <a:pt x="539" y="666"/>
                  </a:lnTo>
                  <a:lnTo>
                    <a:pt x="539" y="664"/>
                  </a:lnTo>
                  <a:lnTo>
                    <a:pt x="539" y="664"/>
                  </a:lnTo>
                  <a:lnTo>
                    <a:pt x="539" y="661"/>
                  </a:lnTo>
                  <a:lnTo>
                    <a:pt x="539" y="661"/>
                  </a:lnTo>
                  <a:lnTo>
                    <a:pt x="539" y="661"/>
                  </a:lnTo>
                  <a:lnTo>
                    <a:pt x="539" y="659"/>
                  </a:lnTo>
                  <a:lnTo>
                    <a:pt x="539" y="659"/>
                  </a:lnTo>
                  <a:lnTo>
                    <a:pt x="539" y="659"/>
                  </a:lnTo>
                  <a:lnTo>
                    <a:pt x="537" y="659"/>
                  </a:lnTo>
                  <a:lnTo>
                    <a:pt x="537" y="659"/>
                  </a:lnTo>
                  <a:lnTo>
                    <a:pt x="537" y="659"/>
                  </a:lnTo>
                  <a:lnTo>
                    <a:pt x="537" y="659"/>
                  </a:lnTo>
                  <a:lnTo>
                    <a:pt x="537" y="659"/>
                  </a:lnTo>
                  <a:lnTo>
                    <a:pt x="535" y="659"/>
                  </a:lnTo>
                  <a:lnTo>
                    <a:pt x="535" y="657"/>
                  </a:lnTo>
                  <a:lnTo>
                    <a:pt x="535" y="657"/>
                  </a:lnTo>
                  <a:lnTo>
                    <a:pt x="532" y="657"/>
                  </a:lnTo>
                  <a:lnTo>
                    <a:pt x="532" y="659"/>
                  </a:lnTo>
                  <a:lnTo>
                    <a:pt x="532" y="659"/>
                  </a:lnTo>
                  <a:lnTo>
                    <a:pt x="532" y="661"/>
                  </a:lnTo>
                  <a:lnTo>
                    <a:pt x="532" y="661"/>
                  </a:lnTo>
                  <a:lnTo>
                    <a:pt x="532" y="661"/>
                  </a:lnTo>
                  <a:lnTo>
                    <a:pt x="530" y="661"/>
                  </a:lnTo>
                  <a:lnTo>
                    <a:pt x="530" y="659"/>
                  </a:lnTo>
                  <a:lnTo>
                    <a:pt x="530" y="659"/>
                  </a:lnTo>
                  <a:lnTo>
                    <a:pt x="530" y="657"/>
                  </a:lnTo>
                  <a:lnTo>
                    <a:pt x="530" y="657"/>
                  </a:lnTo>
                  <a:lnTo>
                    <a:pt x="530" y="657"/>
                  </a:lnTo>
                  <a:lnTo>
                    <a:pt x="530" y="657"/>
                  </a:lnTo>
                  <a:lnTo>
                    <a:pt x="530" y="654"/>
                  </a:lnTo>
                  <a:lnTo>
                    <a:pt x="530" y="654"/>
                  </a:lnTo>
                  <a:lnTo>
                    <a:pt x="530" y="652"/>
                  </a:lnTo>
                  <a:lnTo>
                    <a:pt x="528" y="652"/>
                  </a:lnTo>
                  <a:lnTo>
                    <a:pt x="528" y="652"/>
                  </a:lnTo>
                  <a:lnTo>
                    <a:pt x="528" y="652"/>
                  </a:lnTo>
                  <a:lnTo>
                    <a:pt x="528" y="650"/>
                  </a:lnTo>
                  <a:lnTo>
                    <a:pt x="528" y="650"/>
                  </a:lnTo>
                  <a:lnTo>
                    <a:pt x="528" y="650"/>
                  </a:lnTo>
                  <a:lnTo>
                    <a:pt x="528" y="647"/>
                  </a:lnTo>
                  <a:lnTo>
                    <a:pt x="528" y="647"/>
                  </a:lnTo>
                  <a:lnTo>
                    <a:pt x="528" y="647"/>
                  </a:lnTo>
                  <a:lnTo>
                    <a:pt x="528" y="645"/>
                  </a:lnTo>
                  <a:lnTo>
                    <a:pt x="528" y="645"/>
                  </a:lnTo>
                  <a:lnTo>
                    <a:pt x="528" y="645"/>
                  </a:lnTo>
                  <a:lnTo>
                    <a:pt x="525" y="645"/>
                  </a:lnTo>
                  <a:lnTo>
                    <a:pt x="525" y="642"/>
                  </a:lnTo>
                  <a:lnTo>
                    <a:pt x="525" y="642"/>
                  </a:lnTo>
                  <a:lnTo>
                    <a:pt x="525" y="642"/>
                  </a:lnTo>
                  <a:lnTo>
                    <a:pt x="525" y="642"/>
                  </a:lnTo>
                  <a:lnTo>
                    <a:pt x="525" y="642"/>
                  </a:lnTo>
                  <a:lnTo>
                    <a:pt x="523" y="642"/>
                  </a:lnTo>
                  <a:lnTo>
                    <a:pt x="523" y="640"/>
                  </a:lnTo>
                  <a:lnTo>
                    <a:pt x="523" y="640"/>
                  </a:lnTo>
                  <a:lnTo>
                    <a:pt x="523" y="640"/>
                  </a:lnTo>
                  <a:lnTo>
                    <a:pt x="523" y="640"/>
                  </a:lnTo>
                  <a:lnTo>
                    <a:pt x="520" y="640"/>
                  </a:lnTo>
                  <a:lnTo>
                    <a:pt x="520" y="640"/>
                  </a:lnTo>
                  <a:lnTo>
                    <a:pt x="520" y="640"/>
                  </a:lnTo>
                  <a:lnTo>
                    <a:pt x="520" y="640"/>
                  </a:lnTo>
                  <a:lnTo>
                    <a:pt x="518" y="640"/>
                  </a:lnTo>
                  <a:lnTo>
                    <a:pt x="518" y="638"/>
                  </a:lnTo>
                  <a:lnTo>
                    <a:pt x="518" y="638"/>
                  </a:lnTo>
                  <a:lnTo>
                    <a:pt x="518" y="638"/>
                  </a:lnTo>
                  <a:lnTo>
                    <a:pt x="518" y="635"/>
                  </a:lnTo>
                  <a:lnTo>
                    <a:pt x="518" y="635"/>
                  </a:lnTo>
                  <a:lnTo>
                    <a:pt x="518" y="638"/>
                  </a:lnTo>
                  <a:lnTo>
                    <a:pt x="516" y="638"/>
                  </a:lnTo>
                  <a:lnTo>
                    <a:pt x="516" y="635"/>
                  </a:lnTo>
                  <a:lnTo>
                    <a:pt x="516" y="635"/>
                  </a:lnTo>
                  <a:lnTo>
                    <a:pt x="516" y="635"/>
                  </a:lnTo>
                  <a:lnTo>
                    <a:pt x="516" y="635"/>
                  </a:lnTo>
                  <a:lnTo>
                    <a:pt x="516" y="635"/>
                  </a:lnTo>
                  <a:lnTo>
                    <a:pt x="516" y="638"/>
                  </a:lnTo>
                  <a:lnTo>
                    <a:pt x="513" y="638"/>
                  </a:lnTo>
                  <a:lnTo>
                    <a:pt x="513" y="638"/>
                  </a:lnTo>
                  <a:lnTo>
                    <a:pt x="513" y="640"/>
                  </a:lnTo>
                  <a:lnTo>
                    <a:pt x="513" y="640"/>
                  </a:lnTo>
                  <a:lnTo>
                    <a:pt x="513" y="642"/>
                  </a:lnTo>
                  <a:lnTo>
                    <a:pt x="513" y="642"/>
                  </a:lnTo>
                  <a:lnTo>
                    <a:pt x="511" y="642"/>
                  </a:lnTo>
                  <a:lnTo>
                    <a:pt x="511" y="642"/>
                  </a:lnTo>
                  <a:lnTo>
                    <a:pt x="511" y="642"/>
                  </a:lnTo>
                  <a:lnTo>
                    <a:pt x="511" y="642"/>
                  </a:lnTo>
                  <a:lnTo>
                    <a:pt x="511" y="642"/>
                  </a:lnTo>
                  <a:lnTo>
                    <a:pt x="509" y="642"/>
                  </a:lnTo>
                  <a:lnTo>
                    <a:pt x="509" y="642"/>
                  </a:lnTo>
                  <a:lnTo>
                    <a:pt x="509" y="642"/>
                  </a:lnTo>
                  <a:lnTo>
                    <a:pt x="509" y="642"/>
                  </a:lnTo>
                  <a:lnTo>
                    <a:pt x="509" y="642"/>
                  </a:lnTo>
                  <a:lnTo>
                    <a:pt x="509" y="640"/>
                  </a:lnTo>
                  <a:lnTo>
                    <a:pt x="506" y="640"/>
                  </a:lnTo>
                  <a:lnTo>
                    <a:pt x="506" y="640"/>
                  </a:lnTo>
                  <a:lnTo>
                    <a:pt x="506" y="640"/>
                  </a:lnTo>
                  <a:lnTo>
                    <a:pt x="504" y="640"/>
                  </a:lnTo>
                  <a:lnTo>
                    <a:pt x="504" y="640"/>
                  </a:lnTo>
                  <a:lnTo>
                    <a:pt x="504" y="640"/>
                  </a:lnTo>
                  <a:lnTo>
                    <a:pt x="504" y="640"/>
                  </a:lnTo>
                  <a:lnTo>
                    <a:pt x="501" y="640"/>
                  </a:lnTo>
                  <a:lnTo>
                    <a:pt x="501" y="640"/>
                  </a:lnTo>
                  <a:lnTo>
                    <a:pt x="501" y="640"/>
                  </a:lnTo>
                  <a:lnTo>
                    <a:pt x="501" y="640"/>
                  </a:lnTo>
                  <a:lnTo>
                    <a:pt x="499" y="640"/>
                  </a:lnTo>
                  <a:lnTo>
                    <a:pt x="499" y="640"/>
                  </a:lnTo>
                  <a:lnTo>
                    <a:pt x="497" y="640"/>
                  </a:lnTo>
                  <a:lnTo>
                    <a:pt x="497" y="638"/>
                  </a:lnTo>
                  <a:lnTo>
                    <a:pt x="497" y="638"/>
                  </a:lnTo>
                  <a:lnTo>
                    <a:pt x="497" y="638"/>
                  </a:lnTo>
                  <a:lnTo>
                    <a:pt x="497" y="638"/>
                  </a:lnTo>
                  <a:lnTo>
                    <a:pt x="494" y="638"/>
                  </a:lnTo>
                  <a:lnTo>
                    <a:pt x="494" y="638"/>
                  </a:lnTo>
                  <a:lnTo>
                    <a:pt x="492" y="638"/>
                  </a:lnTo>
                  <a:lnTo>
                    <a:pt x="492" y="638"/>
                  </a:lnTo>
                  <a:lnTo>
                    <a:pt x="492" y="638"/>
                  </a:lnTo>
                  <a:lnTo>
                    <a:pt x="492" y="638"/>
                  </a:lnTo>
                  <a:lnTo>
                    <a:pt x="492" y="640"/>
                  </a:lnTo>
                  <a:lnTo>
                    <a:pt x="490" y="640"/>
                  </a:lnTo>
                  <a:lnTo>
                    <a:pt x="490" y="640"/>
                  </a:lnTo>
                  <a:lnTo>
                    <a:pt x="490" y="640"/>
                  </a:lnTo>
                  <a:lnTo>
                    <a:pt x="490" y="640"/>
                  </a:lnTo>
                  <a:lnTo>
                    <a:pt x="490" y="640"/>
                  </a:lnTo>
                  <a:lnTo>
                    <a:pt x="487" y="640"/>
                  </a:lnTo>
                  <a:lnTo>
                    <a:pt x="487" y="638"/>
                  </a:lnTo>
                  <a:lnTo>
                    <a:pt x="487" y="638"/>
                  </a:lnTo>
                  <a:lnTo>
                    <a:pt x="490" y="638"/>
                  </a:lnTo>
                  <a:lnTo>
                    <a:pt x="490" y="638"/>
                  </a:lnTo>
                  <a:lnTo>
                    <a:pt x="490" y="635"/>
                  </a:lnTo>
                  <a:lnTo>
                    <a:pt x="490" y="635"/>
                  </a:lnTo>
                  <a:lnTo>
                    <a:pt x="490" y="635"/>
                  </a:lnTo>
                  <a:lnTo>
                    <a:pt x="490" y="635"/>
                  </a:lnTo>
                  <a:lnTo>
                    <a:pt x="490" y="635"/>
                  </a:lnTo>
                  <a:lnTo>
                    <a:pt x="490" y="633"/>
                  </a:lnTo>
                  <a:lnTo>
                    <a:pt x="492" y="633"/>
                  </a:lnTo>
                  <a:lnTo>
                    <a:pt x="492" y="633"/>
                  </a:lnTo>
                  <a:lnTo>
                    <a:pt x="492" y="633"/>
                  </a:lnTo>
                  <a:lnTo>
                    <a:pt x="492" y="633"/>
                  </a:lnTo>
                  <a:lnTo>
                    <a:pt x="492" y="631"/>
                  </a:lnTo>
                  <a:lnTo>
                    <a:pt x="492" y="631"/>
                  </a:lnTo>
                  <a:lnTo>
                    <a:pt x="494" y="631"/>
                  </a:lnTo>
                  <a:lnTo>
                    <a:pt x="494" y="631"/>
                  </a:lnTo>
                  <a:lnTo>
                    <a:pt x="494" y="631"/>
                  </a:lnTo>
                  <a:lnTo>
                    <a:pt x="494" y="628"/>
                  </a:lnTo>
                  <a:lnTo>
                    <a:pt x="494" y="628"/>
                  </a:lnTo>
                  <a:lnTo>
                    <a:pt x="494" y="628"/>
                  </a:lnTo>
                  <a:lnTo>
                    <a:pt x="492" y="628"/>
                  </a:lnTo>
                  <a:lnTo>
                    <a:pt x="492" y="626"/>
                  </a:lnTo>
                  <a:lnTo>
                    <a:pt x="492" y="626"/>
                  </a:lnTo>
                  <a:lnTo>
                    <a:pt x="492" y="624"/>
                  </a:lnTo>
                  <a:lnTo>
                    <a:pt x="492" y="624"/>
                  </a:lnTo>
                  <a:lnTo>
                    <a:pt x="492" y="624"/>
                  </a:lnTo>
                  <a:lnTo>
                    <a:pt x="492" y="621"/>
                  </a:lnTo>
                  <a:lnTo>
                    <a:pt x="492" y="621"/>
                  </a:lnTo>
                  <a:lnTo>
                    <a:pt x="490" y="621"/>
                  </a:lnTo>
                  <a:lnTo>
                    <a:pt x="490" y="621"/>
                  </a:lnTo>
                  <a:lnTo>
                    <a:pt x="490" y="621"/>
                  </a:lnTo>
                  <a:lnTo>
                    <a:pt x="490" y="624"/>
                  </a:lnTo>
                  <a:lnTo>
                    <a:pt x="487" y="624"/>
                  </a:lnTo>
                  <a:lnTo>
                    <a:pt x="487" y="624"/>
                  </a:lnTo>
                  <a:lnTo>
                    <a:pt x="487" y="624"/>
                  </a:lnTo>
                  <a:lnTo>
                    <a:pt x="487" y="626"/>
                  </a:lnTo>
                  <a:lnTo>
                    <a:pt x="485" y="626"/>
                  </a:lnTo>
                  <a:lnTo>
                    <a:pt x="485" y="626"/>
                  </a:lnTo>
                  <a:lnTo>
                    <a:pt x="485" y="624"/>
                  </a:lnTo>
                  <a:lnTo>
                    <a:pt x="485" y="624"/>
                  </a:lnTo>
                  <a:lnTo>
                    <a:pt x="485" y="621"/>
                  </a:lnTo>
                  <a:lnTo>
                    <a:pt x="485" y="621"/>
                  </a:lnTo>
                  <a:lnTo>
                    <a:pt x="485" y="621"/>
                  </a:lnTo>
                  <a:lnTo>
                    <a:pt x="485" y="621"/>
                  </a:lnTo>
                  <a:lnTo>
                    <a:pt x="487" y="621"/>
                  </a:lnTo>
                  <a:lnTo>
                    <a:pt x="487" y="619"/>
                  </a:lnTo>
                  <a:lnTo>
                    <a:pt x="487" y="619"/>
                  </a:lnTo>
                  <a:lnTo>
                    <a:pt x="490" y="619"/>
                  </a:lnTo>
                  <a:lnTo>
                    <a:pt x="490" y="619"/>
                  </a:lnTo>
                  <a:lnTo>
                    <a:pt x="490" y="619"/>
                  </a:lnTo>
                  <a:lnTo>
                    <a:pt x="490" y="616"/>
                  </a:lnTo>
                  <a:lnTo>
                    <a:pt x="490" y="616"/>
                  </a:lnTo>
                  <a:lnTo>
                    <a:pt x="490" y="616"/>
                  </a:lnTo>
                  <a:lnTo>
                    <a:pt x="490" y="616"/>
                  </a:lnTo>
                  <a:lnTo>
                    <a:pt x="487" y="616"/>
                  </a:lnTo>
                  <a:lnTo>
                    <a:pt x="487" y="616"/>
                  </a:lnTo>
                  <a:lnTo>
                    <a:pt x="485" y="616"/>
                  </a:lnTo>
                  <a:lnTo>
                    <a:pt x="485" y="616"/>
                  </a:lnTo>
                  <a:lnTo>
                    <a:pt x="485" y="614"/>
                  </a:lnTo>
                  <a:lnTo>
                    <a:pt x="485" y="614"/>
                  </a:lnTo>
                  <a:lnTo>
                    <a:pt x="485" y="614"/>
                  </a:lnTo>
                  <a:lnTo>
                    <a:pt x="485" y="612"/>
                  </a:lnTo>
                  <a:lnTo>
                    <a:pt x="485" y="612"/>
                  </a:lnTo>
                  <a:lnTo>
                    <a:pt x="485" y="612"/>
                  </a:lnTo>
                  <a:lnTo>
                    <a:pt x="483" y="612"/>
                  </a:lnTo>
                  <a:lnTo>
                    <a:pt x="483" y="612"/>
                  </a:lnTo>
                  <a:lnTo>
                    <a:pt x="483" y="612"/>
                  </a:lnTo>
                  <a:lnTo>
                    <a:pt x="483" y="612"/>
                  </a:lnTo>
                  <a:lnTo>
                    <a:pt x="483" y="614"/>
                  </a:lnTo>
                  <a:lnTo>
                    <a:pt x="480" y="614"/>
                  </a:lnTo>
                  <a:lnTo>
                    <a:pt x="480" y="614"/>
                  </a:lnTo>
                  <a:lnTo>
                    <a:pt x="480" y="614"/>
                  </a:lnTo>
                  <a:lnTo>
                    <a:pt x="478" y="614"/>
                  </a:lnTo>
                  <a:lnTo>
                    <a:pt x="478" y="614"/>
                  </a:lnTo>
                  <a:lnTo>
                    <a:pt x="478" y="614"/>
                  </a:lnTo>
                  <a:lnTo>
                    <a:pt x="475" y="614"/>
                  </a:lnTo>
                  <a:lnTo>
                    <a:pt x="475" y="616"/>
                  </a:lnTo>
                  <a:lnTo>
                    <a:pt x="475" y="616"/>
                  </a:lnTo>
                  <a:lnTo>
                    <a:pt x="475" y="619"/>
                  </a:lnTo>
                  <a:lnTo>
                    <a:pt x="475" y="619"/>
                  </a:lnTo>
                  <a:lnTo>
                    <a:pt x="475" y="619"/>
                  </a:lnTo>
                  <a:lnTo>
                    <a:pt x="473" y="619"/>
                  </a:lnTo>
                  <a:lnTo>
                    <a:pt x="473" y="619"/>
                  </a:lnTo>
                  <a:lnTo>
                    <a:pt x="473" y="619"/>
                  </a:lnTo>
                  <a:lnTo>
                    <a:pt x="471" y="619"/>
                  </a:lnTo>
                  <a:lnTo>
                    <a:pt x="471" y="619"/>
                  </a:lnTo>
                  <a:lnTo>
                    <a:pt x="471" y="621"/>
                  </a:lnTo>
                  <a:lnTo>
                    <a:pt x="471" y="621"/>
                  </a:lnTo>
                  <a:lnTo>
                    <a:pt x="471" y="619"/>
                  </a:lnTo>
                  <a:lnTo>
                    <a:pt x="468" y="619"/>
                  </a:lnTo>
                  <a:lnTo>
                    <a:pt x="468" y="621"/>
                  </a:lnTo>
                  <a:lnTo>
                    <a:pt x="468" y="621"/>
                  </a:lnTo>
                  <a:lnTo>
                    <a:pt x="468" y="621"/>
                  </a:lnTo>
                  <a:lnTo>
                    <a:pt x="466" y="621"/>
                  </a:lnTo>
                  <a:lnTo>
                    <a:pt x="466" y="621"/>
                  </a:lnTo>
                  <a:lnTo>
                    <a:pt x="466" y="621"/>
                  </a:lnTo>
                  <a:lnTo>
                    <a:pt x="464" y="621"/>
                  </a:lnTo>
                  <a:lnTo>
                    <a:pt x="464" y="621"/>
                  </a:lnTo>
                  <a:lnTo>
                    <a:pt x="464" y="621"/>
                  </a:lnTo>
                  <a:lnTo>
                    <a:pt x="464" y="621"/>
                  </a:lnTo>
                  <a:lnTo>
                    <a:pt x="464" y="621"/>
                  </a:lnTo>
                  <a:lnTo>
                    <a:pt x="464" y="621"/>
                  </a:lnTo>
                  <a:lnTo>
                    <a:pt x="461" y="621"/>
                  </a:lnTo>
                  <a:lnTo>
                    <a:pt x="461" y="619"/>
                  </a:lnTo>
                  <a:lnTo>
                    <a:pt x="461" y="619"/>
                  </a:lnTo>
                  <a:lnTo>
                    <a:pt x="459" y="619"/>
                  </a:lnTo>
                  <a:lnTo>
                    <a:pt x="459" y="619"/>
                  </a:lnTo>
                  <a:lnTo>
                    <a:pt x="459" y="619"/>
                  </a:lnTo>
                  <a:lnTo>
                    <a:pt x="457" y="619"/>
                  </a:lnTo>
                  <a:lnTo>
                    <a:pt x="457" y="619"/>
                  </a:lnTo>
                  <a:lnTo>
                    <a:pt x="457" y="619"/>
                  </a:lnTo>
                  <a:lnTo>
                    <a:pt x="457" y="619"/>
                  </a:lnTo>
                  <a:lnTo>
                    <a:pt x="454" y="619"/>
                  </a:lnTo>
                  <a:lnTo>
                    <a:pt x="454" y="616"/>
                  </a:lnTo>
                  <a:lnTo>
                    <a:pt x="454" y="616"/>
                  </a:lnTo>
                  <a:lnTo>
                    <a:pt x="454" y="616"/>
                  </a:lnTo>
                  <a:lnTo>
                    <a:pt x="452" y="616"/>
                  </a:lnTo>
                  <a:lnTo>
                    <a:pt x="452" y="616"/>
                  </a:lnTo>
                  <a:lnTo>
                    <a:pt x="452" y="616"/>
                  </a:lnTo>
                  <a:lnTo>
                    <a:pt x="452" y="616"/>
                  </a:lnTo>
                  <a:lnTo>
                    <a:pt x="449" y="616"/>
                  </a:lnTo>
                  <a:lnTo>
                    <a:pt x="449" y="619"/>
                  </a:lnTo>
                  <a:lnTo>
                    <a:pt x="449" y="619"/>
                  </a:lnTo>
                  <a:lnTo>
                    <a:pt x="449" y="619"/>
                  </a:lnTo>
                  <a:lnTo>
                    <a:pt x="447" y="619"/>
                  </a:lnTo>
                  <a:lnTo>
                    <a:pt x="447" y="619"/>
                  </a:lnTo>
                  <a:lnTo>
                    <a:pt x="447" y="619"/>
                  </a:lnTo>
                  <a:lnTo>
                    <a:pt x="445" y="619"/>
                  </a:lnTo>
                  <a:lnTo>
                    <a:pt x="445" y="621"/>
                  </a:lnTo>
                  <a:lnTo>
                    <a:pt x="445" y="621"/>
                  </a:lnTo>
                  <a:lnTo>
                    <a:pt x="445" y="621"/>
                  </a:lnTo>
                  <a:lnTo>
                    <a:pt x="445" y="621"/>
                  </a:lnTo>
                  <a:lnTo>
                    <a:pt x="442" y="621"/>
                  </a:lnTo>
                  <a:lnTo>
                    <a:pt x="442" y="621"/>
                  </a:lnTo>
                  <a:lnTo>
                    <a:pt x="442" y="621"/>
                  </a:lnTo>
                  <a:lnTo>
                    <a:pt x="442" y="624"/>
                  </a:lnTo>
                  <a:lnTo>
                    <a:pt x="442" y="624"/>
                  </a:lnTo>
                  <a:lnTo>
                    <a:pt x="442" y="624"/>
                  </a:lnTo>
                  <a:lnTo>
                    <a:pt x="440" y="624"/>
                  </a:lnTo>
                  <a:lnTo>
                    <a:pt x="440" y="624"/>
                  </a:lnTo>
                  <a:lnTo>
                    <a:pt x="440" y="624"/>
                  </a:lnTo>
                  <a:lnTo>
                    <a:pt x="440" y="624"/>
                  </a:lnTo>
                  <a:lnTo>
                    <a:pt x="440" y="626"/>
                  </a:lnTo>
                  <a:lnTo>
                    <a:pt x="440" y="626"/>
                  </a:lnTo>
                  <a:lnTo>
                    <a:pt x="440" y="628"/>
                  </a:lnTo>
                  <a:lnTo>
                    <a:pt x="438" y="628"/>
                  </a:lnTo>
                  <a:lnTo>
                    <a:pt x="438" y="628"/>
                  </a:lnTo>
                  <a:lnTo>
                    <a:pt x="438" y="628"/>
                  </a:lnTo>
                  <a:lnTo>
                    <a:pt x="438" y="628"/>
                  </a:lnTo>
                  <a:lnTo>
                    <a:pt x="438" y="631"/>
                  </a:lnTo>
                  <a:lnTo>
                    <a:pt x="435" y="631"/>
                  </a:lnTo>
                  <a:lnTo>
                    <a:pt x="435" y="631"/>
                  </a:lnTo>
                  <a:lnTo>
                    <a:pt x="435" y="631"/>
                  </a:lnTo>
                  <a:lnTo>
                    <a:pt x="435" y="631"/>
                  </a:lnTo>
                  <a:lnTo>
                    <a:pt x="433" y="631"/>
                  </a:lnTo>
                  <a:lnTo>
                    <a:pt x="433" y="631"/>
                  </a:lnTo>
                  <a:lnTo>
                    <a:pt x="430" y="631"/>
                  </a:lnTo>
                  <a:lnTo>
                    <a:pt x="430" y="633"/>
                  </a:lnTo>
                  <a:lnTo>
                    <a:pt x="430" y="633"/>
                  </a:lnTo>
                  <a:lnTo>
                    <a:pt x="430" y="633"/>
                  </a:lnTo>
                  <a:lnTo>
                    <a:pt x="428" y="633"/>
                  </a:lnTo>
                  <a:lnTo>
                    <a:pt x="428" y="633"/>
                  </a:lnTo>
                  <a:lnTo>
                    <a:pt x="428" y="633"/>
                  </a:lnTo>
                  <a:lnTo>
                    <a:pt x="426" y="633"/>
                  </a:lnTo>
                  <a:lnTo>
                    <a:pt x="426" y="633"/>
                  </a:lnTo>
                  <a:lnTo>
                    <a:pt x="423" y="633"/>
                  </a:lnTo>
                  <a:lnTo>
                    <a:pt x="423" y="633"/>
                  </a:lnTo>
                  <a:lnTo>
                    <a:pt x="423" y="633"/>
                  </a:lnTo>
                  <a:lnTo>
                    <a:pt x="423" y="633"/>
                  </a:lnTo>
                  <a:lnTo>
                    <a:pt x="423" y="633"/>
                  </a:lnTo>
                  <a:lnTo>
                    <a:pt x="423" y="635"/>
                  </a:lnTo>
                  <a:lnTo>
                    <a:pt x="421" y="635"/>
                  </a:lnTo>
                  <a:lnTo>
                    <a:pt x="421" y="635"/>
                  </a:lnTo>
                  <a:lnTo>
                    <a:pt x="423" y="635"/>
                  </a:lnTo>
                  <a:lnTo>
                    <a:pt x="423" y="638"/>
                  </a:lnTo>
                  <a:lnTo>
                    <a:pt x="423" y="638"/>
                  </a:lnTo>
                  <a:lnTo>
                    <a:pt x="423" y="640"/>
                  </a:lnTo>
                  <a:lnTo>
                    <a:pt x="421" y="640"/>
                  </a:lnTo>
                  <a:lnTo>
                    <a:pt x="421" y="640"/>
                  </a:lnTo>
                  <a:lnTo>
                    <a:pt x="421" y="640"/>
                  </a:lnTo>
                  <a:lnTo>
                    <a:pt x="419" y="640"/>
                  </a:lnTo>
                  <a:lnTo>
                    <a:pt x="419" y="640"/>
                  </a:lnTo>
                  <a:lnTo>
                    <a:pt x="419" y="640"/>
                  </a:lnTo>
                  <a:lnTo>
                    <a:pt x="419" y="642"/>
                  </a:lnTo>
                  <a:lnTo>
                    <a:pt x="416" y="642"/>
                  </a:lnTo>
                  <a:lnTo>
                    <a:pt x="416" y="642"/>
                  </a:lnTo>
                  <a:lnTo>
                    <a:pt x="416" y="642"/>
                  </a:lnTo>
                  <a:lnTo>
                    <a:pt x="416" y="642"/>
                  </a:lnTo>
                  <a:lnTo>
                    <a:pt x="416" y="642"/>
                  </a:lnTo>
                  <a:lnTo>
                    <a:pt x="414" y="642"/>
                  </a:lnTo>
                  <a:lnTo>
                    <a:pt x="414" y="645"/>
                  </a:lnTo>
                  <a:lnTo>
                    <a:pt x="414" y="645"/>
                  </a:lnTo>
                  <a:lnTo>
                    <a:pt x="412" y="645"/>
                  </a:lnTo>
                  <a:lnTo>
                    <a:pt x="412" y="645"/>
                  </a:lnTo>
                  <a:lnTo>
                    <a:pt x="412" y="645"/>
                  </a:lnTo>
                  <a:lnTo>
                    <a:pt x="412" y="645"/>
                  </a:lnTo>
                  <a:lnTo>
                    <a:pt x="409" y="645"/>
                  </a:lnTo>
                  <a:lnTo>
                    <a:pt x="409" y="647"/>
                  </a:lnTo>
                  <a:lnTo>
                    <a:pt x="409" y="647"/>
                  </a:lnTo>
                  <a:lnTo>
                    <a:pt x="412" y="647"/>
                  </a:lnTo>
                  <a:lnTo>
                    <a:pt x="412" y="650"/>
                  </a:lnTo>
                  <a:lnTo>
                    <a:pt x="412" y="650"/>
                  </a:lnTo>
                  <a:lnTo>
                    <a:pt x="409" y="650"/>
                  </a:lnTo>
                  <a:lnTo>
                    <a:pt x="409" y="650"/>
                  </a:lnTo>
                  <a:lnTo>
                    <a:pt x="409" y="650"/>
                  </a:lnTo>
                  <a:lnTo>
                    <a:pt x="407" y="650"/>
                  </a:lnTo>
                  <a:lnTo>
                    <a:pt x="407" y="650"/>
                  </a:lnTo>
                  <a:lnTo>
                    <a:pt x="404" y="650"/>
                  </a:lnTo>
                  <a:lnTo>
                    <a:pt x="404" y="650"/>
                  </a:lnTo>
                  <a:lnTo>
                    <a:pt x="404" y="650"/>
                  </a:lnTo>
                  <a:lnTo>
                    <a:pt x="402" y="650"/>
                  </a:lnTo>
                  <a:lnTo>
                    <a:pt x="402" y="650"/>
                  </a:lnTo>
                  <a:lnTo>
                    <a:pt x="402" y="652"/>
                  </a:lnTo>
                  <a:lnTo>
                    <a:pt x="402" y="652"/>
                  </a:lnTo>
                  <a:lnTo>
                    <a:pt x="402" y="652"/>
                  </a:lnTo>
                  <a:lnTo>
                    <a:pt x="402" y="652"/>
                  </a:lnTo>
                  <a:lnTo>
                    <a:pt x="400" y="652"/>
                  </a:lnTo>
                  <a:lnTo>
                    <a:pt x="400" y="652"/>
                  </a:lnTo>
                  <a:lnTo>
                    <a:pt x="397" y="652"/>
                  </a:lnTo>
                  <a:lnTo>
                    <a:pt x="397" y="654"/>
                  </a:lnTo>
                  <a:lnTo>
                    <a:pt x="397" y="654"/>
                  </a:lnTo>
                  <a:lnTo>
                    <a:pt x="397" y="654"/>
                  </a:lnTo>
                  <a:lnTo>
                    <a:pt x="397" y="654"/>
                  </a:lnTo>
                  <a:lnTo>
                    <a:pt x="395" y="654"/>
                  </a:lnTo>
                  <a:lnTo>
                    <a:pt x="395" y="657"/>
                  </a:lnTo>
                  <a:lnTo>
                    <a:pt x="395" y="657"/>
                  </a:lnTo>
                  <a:lnTo>
                    <a:pt x="395" y="654"/>
                  </a:lnTo>
                  <a:lnTo>
                    <a:pt x="395" y="654"/>
                  </a:lnTo>
                  <a:lnTo>
                    <a:pt x="395" y="657"/>
                  </a:lnTo>
                  <a:lnTo>
                    <a:pt x="393" y="657"/>
                  </a:lnTo>
                  <a:lnTo>
                    <a:pt x="393" y="654"/>
                  </a:lnTo>
                  <a:lnTo>
                    <a:pt x="393" y="654"/>
                  </a:lnTo>
                  <a:lnTo>
                    <a:pt x="390" y="654"/>
                  </a:lnTo>
                  <a:lnTo>
                    <a:pt x="390" y="654"/>
                  </a:lnTo>
                  <a:lnTo>
                    <a:pt x="390" y="654"/>
                  </a:lnTo>
                  <a:lnTo>
                    <a:pt x="388" y="654"/>
                  </a:lnTo>
                  <a:lnTo>
                    <a:pt x="388" y="654"/>
                  </a:lnTo>
                  <a:lnTo>
                    <a:pt x="388" y="652"/>
                  </a:lnTo>
                  <a:lnTo>
                    <a:pt x="388" y="652"/>
                  </a:lnTo>
                  <a:lnTo>
                    <a:pt x="390" y="652"/>
                  </a:lnTo>
                  <a:lnTo>
                    <a:pt x="390" y="652"/>
                  </a:lnTo>
                  <a:lnTo>
                    <a:pt x="388" y="652"/>
                  </a:lnTo>
                  <a:lnTo>
                    <a:pt x="388" y="652"/>
                  </a:lnTo>
                  <a:lnTo>
                    <a:pt x="386" y="652"/>
                  </a:lnTo>
                  <a:lnTo>
                    <a:pt x="386" y="652"/>
                  </a:lnTo>
                  <a:lnTo>
                    <a:pt x="386" y="650"/>
                  </a:lnTo>
                  <a:lnTo>
                    <a:pt x="386" y="650"/>
                  </a:lnTo>
                  <a:lnTo>
                    <a:pt x="383" y="650"/>
                  </a:lnTo>
                  <a:lnTo>
                    <a:pt x="383" y="650"/>
                  </a:lnTo>
                  <a:lnTo>
                    <a:pt x="383" y="650"/>
                  </a:lnTo>
                  <a:lnTo>
                    <a:pt x="383" y="647"/>
                  </a:lnTo>
                  <a:lnTo>
                    <a:pt x="383" y="647"/>
                  </a:lnTo>
                  <a:lnTo>
                    <a:pt x="381" y="647"/>
                  </a:lnTo>
                  <a:lnTo>
                    <a:pt x="381" y="647"/>
                  </a:lnTo>
                  <a:lnTo>
                    <a:pt x="381" y="647"/>
                  </a:lnTo>
                  <a:lnTo>
                    <a:pt x="378" y="647"/>
                  </a:lnTo>
                  <a:lnTo>
                    <a:pt x="378" y="647"/>
                  </a:lnTo>
                  <a:lnTo>
                    <a:pt x="378" y="647"/>
                  </a:lnTo>
                  <a:lnTo>
                    <a:pt x="378" y="647"/>
                  </a:lnTo>
                  <a:lnTo>
                    <a:pt x="378" y="650"/>
                  </a:lnTo>
                  <a:lnTo>
                    <a:pt x="376" y="650"/>
                  </a:lnTo>
                  <a:lnTo>
                    <a:pt x="376" y="650"/>
                  </a:lnTo>
                  <a:lnTo>
                    <a:pt x="376" y="650"/>
                  </a:lnTo>
                  <a:lnTo>
                    <a:pt x="376" y="650"/>
                  </a:lnTo>
                  <a:lnTo>
                    <a:pt x="376" y="650"/>
                  </a:lnTo>
                  <a:lnTo>
                    <a:pt x="374" y="650"/>
                  </a:lnTo>
                  <a:lnTo>
                    <a:pt x="374" y="650"/>
                  </a:lnTo>
                  <a:lnTo>
                    <a:pt x="374" y="647"/>
                  </a:lnTo>
                  <a:lnTo>
                    <a:pt x="371" y="647"/>
                  </a:lnTo>
                  <a:lnTo>
                    <a:pt x="371" y="647"/>
                  </a:lnTo>
                  <a:lnTo>
                    <a:pt x="371" y="647"/>
                  </a:lnTo>
                  <a:lnTo>
                    <a:pt x="369" y="647"/>
                  </a:lnTo>
                  <a:lnTo>
                    <a:pt x="369" y="647"/>
                  </a:lnTo>
                  <a:lnTo>
                    <a:pt x="369" y="647"/>
                  </a:lnTo>
                  <a:lnTo>
                    <a:pt x="369" y="647"/>
                  </a:lnTo>
                  <a:lnTo>
                    <a:pt x="367" y="647"/>
                  </a:lnTo>
                  <a:lnTo>
                    <a:pt x="367" y="647"/>
                  </a:lnTo>
                  <a:lnTo>
                    <a:pt x="367" y="647"/>
                  </a:lnTo>
                  <a:lnTo>
                    <a:pt x="364" y="647"/>
                  </a:lnTo>
                  <a:lnTo>
                    <a:pt x="364" y="647"/>
                  </a:lnTo>
                  <a:lnTo>
                    <a:pt x="364" y="647"/>
                  </a:lnTo>
                  <a:lnTo>
                    <a:pt x="362" y="647"/>
                  </a:lnTo>
                  <a:lnTo>
                    <a:pt x="362" y="647"/>
                  </a:lnTo>
                  <a:lnTo>
                    <a:pt x="362" y="647"/>
                  </a:lnTo>
                  <a:lnTo>
                    <a:pt x="362" y="647"/>
                  </a:lnTo>
                  <a:lnTo>
                    <a:pt x="362" y="645"/>
                  </a:lnTo>
                  <a:lnTo>
                    <a:pt x="362" y="645"/>
                  </a:lnTo>
                  <a:lnTo>
                    <a:pt x="359" y="645"/>
                  </a:lnTo>
                  <a:lnTo>
                    <a:pt x="359" y="645"/>
                  </a:lnTo>
                  <a:lnTo>
                    <a:pt x="359" y="645"/>
                  </a:lnTo>
                  <a:lnTo>
                    <a:pt x="359" y="645"/>
                  </a:lnTo>
                  <a:lnTo>
                    <a:pt x="357" y="645"/>
                  </a:lnTo>
                  <a:lnTo>
                    <a:pt x="357" y="645"/>
                  </a:lnTo>
                  <a:lnTo>
                    <a:pt x="357" y="645"/>
                  </a:lnTo>
                  <a:lnTo>
                    <a:pt x="357" y="645"/>
                  </a:lnTo>
                  <a:lnTo>
                    <a:pt x="357" y="642"/>
                  </a:lnTo>
                  <a:lnTo>
                    <a:pt x="357" y="642"/>
                  </a:lnTo>
                  <a:lnTo>
                    <a:pt x="359" y="642"/>
                  </a:lnTo>
                  <a:lnTo>
                    <a:pt x="359" y="642"/>
                  </a:lnTo>
                  <a:lnTo>
                    <a:pt x="359" y="642"/>
                  </a:lnTo>
                  <a:lnTo>
                    <a:pt x="357" y="642"/>
                  </a:lnTo>
                  <a:lnTo>
                    <a:pt x="357" y="642"/>
                  </a:lnTo>
                  <a:lnTo>
                    <a:pt x="357" y="642"/>
                  </a:lnTo>
                  <a:lnTo>
                    <a:pt x="355" y="642"/>
                  </a:lnTo>
                  <a:lnTo>
                    <a:pt x="355" y="642"/>
                  </a:lnTo>
                  <a:lnTo>
                    <a:pt x="352" y="642"/>
                  </a:lnTo>
                  <a:lnTo>
                    <a:pt x="352" y="640"/>
                  </a:lnTo>
                  <a:lnTo>
                    <a:pt x="352" y="640"/>
                  </a:lnTo>
                  <a:lnTo>
                    <a:pt x="352" y="642"/>
                  </a:lnTo>
                  <a:lnTo>
                    <a:pt x="352" y="642"/>
                  </a:lnTo>
                  <a:lnTo>
                    <a:pt x="350" y="642"/>
                  </a:lnTo>
                  <a:lnTo>
                    <a:pt x="350" y="642"/>
                  </a:lnTo>
                  <a:lnTo>
                    <a:pt x="350" y="642"/>
                  </a:lnTo>
                  <a:lnTo>
                    <a:pt x="350" y="642"/>
                  </a:lnTo>
                  <a:lnTo>
                    <a:pt x="350" y="642"/>
                  </a:lnTo>
                  <a:lnTo>
                    <a:pt x="348" y="642"/>
                  </a:lnTo>
                  <a:lnTo>
                    <a:pt x="348" y="645"/>
                  </a:lnTo>
                  <a:lnTo>
                    <a:pt x="348" y="645"/>
                  </a:lnTo>
                  <a:lnTo>
                    <a:pt x="345" y="645"/>
                  </a:lnTo>
                  <a:lnTo>
                    <a:pt x="345" y="645"/>
                  </a:lnTo>
                  <a:lnTo>
                    <a:pt x="345" y="645"/>
                  </a:lnTo>
                  <a:lnTo>
                    <a:pt x="343" y="645"/>
                  </a:lnTo>
                  <a:lnTo>
                    <a:pt x="343" y="645"/>
                  </a:lnTo>
                  <a:lnTo>
                    <a:pt x="343" y="645"/>
                  </a:lnTo>
                  <a:lnTo>
                    <a:pt x="343" y="647"/>
                  </a:lnTo>
                  <a:lnTo>
                    <a:pt x="343" y="647"/>
                  </a:lnTo>
                  <a:lnTo>
                    <a:pt x="343" y="647"/>
                  </a:lnTo>
                  <a:lnTo>
                    <a:pt x="341" y="647"/>
                  </a:lnTo>
                  <a:lnTo>
                    <a:pt x="341" y="650"/>
                  </a:lnTo>
                  <a:lnTo>
                    <a:pt x="341" y="650"/>
                  </a:lnTo>
                  <a:lnTo>
                    <a:pt x="338" y="650"/>
                  </a:lnTo>
                  <a:lnTo>
                    <a:pt x="338" y="650"/>
                  </a:lnTo>
                  <a:lnTo>
                    <a:pt x="338" y="650"/>
                  </a:lnTo>
                  <a:lnTo>
                    <a:pt x="338" y="652"/>
                  </a:lnTo>
                  <a:lnTo>
                    <a:pt x="338" y="652"/>
                  </a:lnTo>
                  <a:lnTo>
                    <a:pt x="338" y="652"/>
                  </a:lnTo>
                  <a:lnTo>
                    <a:pt x="338" y="652"/>
                  </a:lnTo>
                  <a:lnTo>
                    <a:pt x="338" y="652"/>
                  </a:lnTo>
                  <a:lnTo>
                    <a:pt x="338" y="652"/>
                  </a:lnTo>
                  <a:lnTo>
                    <a:pt x="336" y="652"/>
                  </a:lnTo>
                  <a:lnTo>
                    <a:pt x="336" y="654"/>
                  </a:lnTo>
                  <a:lnTo>
                    <a:pt x="336" y="654"/>
                  </a:lnTo>
                  <a:lnTo>
                    <a:pt x="336" y="654"/>
                  </a:lnTo>
                  <a:lnTo>
                    <a:pt x="336" y="657"/>
                  </a:lnTo>
                  <a:lnTo>
                    <a:pt x="336" y="657"/>
                  </a:lnTo>
                  <a:lnTo>
                    <a:pt x="336" y="657"/>
                  </a:lnTo>
                  <a:lnTo>
                    <a:pt x="336" y="659"/>
                  </a:lnTo>
                  <a:lnTo>
                    <a:pt x="333" y="659"/>
                  </a:lnTo>
                  <a:lnTo>
                    <a:pt x="333" y="659"/>
                  </a:lnTo>
                  <a:lnTo>
                    <a:pt x="331" y="659"/>
                  </a:lnTo>
                  <a:lnTo>
                    <a:pt x="331" y="659"/>
                  </a:lnTo>
                  <a:lnTo>
                    <a:pt x="331" y="661"/>
                  </a:lnTo>
                  <a:lnTo>
                    <a:pt x="331" y="661"/>
                  </a:lnTo>
                  <a:lnTo>
                    <a:pt x="331" y="661"/>
                  </a:lnTo>
                  <a:lnTo>
                    <a:pt x="331" y="661"/>
                  </a:lnTo>
                  <a:lnTo>
                    <a:pt x="331" y="661"/>
                  </a:lnTo>
                  <a:lnTo>
                    <a:pt x="331" y="664"/>
                  </a:lnTo>
                  <a:lnTo>
                    <a:pt x="331" y="664"/>
                  </a:lnTo>
                  <a:lnTo>
                    <a:pt x="331" y="666"/>
                  </a:lnTo>
                  <a:lnTo>
                    <a:pt x="331" y="666"/>
                  </a:lnTo>
                  <a:lnTo>
                    <a:pt x="331" y="666"/>
                  </a:lnTo>
                  <a:lnTo>
                    <a:pt x="331" y="666"/>
                  </a:lnTo>
                  <a:lnTo>
                    <a:pt x="329" y="666"/>
                  </a:lnTo>
                  <a:lnTo>
                    <a:pt x="329" y="666"/>
                  </a:lnTo>
                  <a:lnTo>
                    <a:pt x="329" y="666"/>
                  </a:lnTo>
                  <a:lnTo>
                    <a:pt x="329" y="666"/>
                  </a:lnTo>
                  <a:lnTo>
                    <a:pt x="329" y="664"/>
                  </a:lnTo>
                  <a:lnTo>
                    <a:pt x="326" y="664"/>
                  </a:lnTo>
                  <a:lnTo>
                    <a:pt x="326" y="664"/>
                  </a:lnTo>
                  <a:lnTo>
                    <a:pt x="326" y="661"/>
                  </a:lnTo>
                  <a:lnTo>
                    <a:pt x="326" y="661"/>
                  </a:lnTo>
                  <a:lnTo>
                    <a:pt x="326" y="661"/>
                  </a:lnTo>
                  <a:lnTo>
                    <a:pt x="326" y="659"/>
                  </a:lnTo>
                  <a:lnTo>
                    <a:pt x="326" y="659"/>
                  </a:lnTo>
                  <a:lnTo>
                    <a:pt x="329" y="659"/>
                  </a:lnTo>
                  <a:lnTo>
                    <a:pt x="329" y="657"/>
                  </a:lnTo>
                  <a:lnTo>
                    <a:pt x="329" y="657"/>
                  </a:lnTo>
                  <a:lnTo>
                    <a:pt x="329" y="654"/>
                  </a:lnTo>
                  <a:lnTo>
                    <a:pt x="329" y="654"/>
                  </a:lnTo>
                  <a:lnTo>
                    <a:pt x="329" y="654"/>
                  </a:lnTo>
                  <a:lnTo>
                    <a:pt x="329" y="654"/>
                  </a:lnTo>
                  <a:lnTo>
                    <a:pt x="329" y="652"/>
                  </a:lnTo>
                  <a:lnTo>
                    <a:pt x="331" y="652"/>
                  </a:lnTo>
                  <a:lnTo>
                    <a:pt x="331" y="652"/>
                  </a:lnTo>
                  <a:lnTo>
                    <a:pt x="329" y="652"/>
                  </a:lnTo>
                  <a:lnTo>
                    <a:pt x="329" y="652"/>
                  </a:lnTo>
                  <a:lnTo>
                    <a:pt x="329" y="652"/>
                  </a:lnTo>
                  <a:lnTo>
                    <a:pt x="329" y="650"/>
                  </a:lnTo>
                  <a:lnTo>
                    <a:pt x="329" y="650"/>
                  </a:lnTo>
                  <a:lnTo>
                    <a:pt x="329" y="650"/>
                  </a:lnTo>
                  <a:lnTo>
                    <a:pt x="329" y="647"/>
                  </a:lnTo>
                  <a:lnTo>
                    <a:pt x="326" y="647"/>
                  </a:lnTo>
                  <a:lnTo>
                    <a:pt x="326" y="647"/>
                  </a:lnTo>
                  <a:lnTo>
                    <a:pt x="326" y="647"/>
                  </a:lnTo>
                  <a:lnTo>
                    <a:pt x="324" y="647"/>
                  </a:lnTo>
                  <a:lnTo>
                    <a:pt x="324" y="647"/>
                  </a:lnTo>
                  <a:lnTo>
                    <a:pt x="324" y="645"/>
                  </a:lnTo>
                  <a:lnTo>
                    <a:pt x="324" y="645"/>
                  </a:lnTo>
                  <a:lnTo>
                    <a:pt x="324" y="647"/>
                  </a:lnTo>
                  <a:lnTo>
                    <a:pt x="322" y="647"/>
                  </a:lnTo>
                  <a:lnTo>
                    <a:pt x="322" y="647"/>
                  </a:lnTo>
                  <a:lnTo>
                    <a:pt x="322" y="647"/>
                  </a:lnTo>
                  <a:lnTo>
                    <a:pt x="322" y="647"/>
                  </a:lnTo>
                  <a:lnTo>
                    <a:pt x="319" y="647"/>
                  </a:lnTo>
                  <a:lnTo>
                    <a:pt x="319" y="650"/>
                  </a:lnTo>
                  <a:lnTo>
                    <a:pt x="319" y="650"/>
                  </a:lnTo>
                  <a:lnTo>
                    <a:pt x="317" y="650"/>
                  </a:lnTo>
                  <a:lnTo>
                    <a:pt x="317" y="650"/>
                  </a:lnTo>
                  <a:lnTo>
                    <a:pt x="317" y="650"/>
                  </a:lnTo>
                  <a:lnTo>
                    <a:pt x="314" y="650"/>
                  </a:lnTo>
                  <a:lnTo>
                    <a:pt x="314" y="650"/>
                  </a:lnTo>
                  <a:lnTo>
                    <a:pt x="314" y="650"/>
                  </a:lnTo>
                  <a:lnTo>
                    <a:pt x="312" y="650"/>
                  </a:lnTo>
                  <a:lnTo>
                    <a:pt x="312" y="650"/>
                  </a:lnTo>
                  <a:lnTo>
                    <a:pt x="312" y="650"/>
                  </a:lnTo>
                  <a:lnTo>
                    <a:pt x="312" y="650"/>
                  </a:lnTo>
                  <a:lnTo>
                    <a:pt x="310" y="650"/>
                  </a:lnTo>
                  <a:lnTo>
                    <a:pt x="310" y="650"/>
                  </a:lnTo>
                  <a:lnTo>
                    <a:pt x="310" y="650"/>
                  </a:lnTo>
                  <a:lnTo>
                    <a:pt x="310" y="650"/>
                  </a:lnTo>
                  <a:lnTo>
                    <a:pt x="307" y="650"/>
                  </a:lnTo>
                  <a:lnTo>
                    <a:pt x="307" y="650"/>
                  </a:lnTo>
                  <a:lnTo>
                    <a:pt x="307" y="650"/>
                  </a:lnTo>
                  <a:lnTo>
                    <a:pt x="305" y="650"/>
                  </a:lnTo>
                  <a:lnTo>
                    <a:pt x="305" y="647"/>
                  </a:lnTo>
                  <a:lnTo>
                    <a:pt x="305" y="647"/>
                  </a:lnTo>
                  <a:lnTo>
                    <a:pt x="305" y="650"/>
                  </a:lnTo>
                  <a:lnTo>
                    <a:pt x="305" y="650"/>
                  </a:lnTo>
                  <a:lnTo>
                    <a:pt x="305" y="650"/>
                  </a:lnTo>
                  <a:lnTo>
                    <a:pt x="305" y="652"/>
                  </a:lnTo>
                  <a:lnTo>
                    <a:pt x="305" y="652"/>
                  </a:lnTo>
                  <a:lnTo>
                    <a:pt x="303" y="652"/>
                  </a:lnTo>
                  <a:lnTo>
                    <a:pt x="303" y="652"/>
                  </a:lnTo>
                  <a:lnTo>
                    <a:pt x="303" y="652"/>
                  </a:lnTo>
                  <a:lnTo>
                    <a:pt x="300" y="652"/>
                  </a:lnTo>
                  <a:lnTo>
                    <a:pt x="300" y="652"/>
                  </a:lnTo>
                  <a:lnTo>
                    <a:pt x="300" y="652"/>
                  </a:lnTo>
                  <a:lnTo>
                    <a:pt x="298" y="652"/>
                  </a:lnTo>
                  <a:lnTo>
                    <a:pt x="298" y="652"/>
                  </a:lnTo>
                  <a:lnTo>
                    <a:pt x="298" y="652"/>
                  </a:lnTo>
                  <a:lnTo>
                    <a:pt x="296" y="652"/>
                  </a:lnTo>
                  <a:lnTo>
                    <a:pt x="296" y="652"/>
                  </a:lnTo>
                  <a:lnTo>
                    <a:pt x="296" y="652"/>
                  </a:lnTo>
                  <a:lnTo>
                    <a:pt x="293" y="652"/>
                  </a:lnTo>
                  <a:lnTo>
                    <a:pt x="293" y="652"/>
                  </a:lnTo>
                  <a:lnTo>
                    <a:pt x="291" y="652"/>
                  </a:lnTo>
                  <a:lnTo>
                    <a:pt x="291" y="652"/>
                  </a:lnTo>
                  <a:lnTo>
                    <a:pt x="291" y="652"/>
                  </a:lnTo>
                  <a:lnTo>
                    <a:pt x="291" y="652"/>
                  </a:lnTo>
                  <a:lnTo>
                    <a:pt x="291" y="652"/>
                  </a:lnTo>
                  <a:lnTo>
                    <a:pt x="291" y="650"/>
                  </a:lnTo>
                  <a:lnTo>
                    <a:pt x="288" y="650"/>
                  </a:lnTo>
                  <a:lnTo>
                    <a:pt x="288" y="650"/>
                  </a:lnTo>
                  <a:lnTo>
                    <a:pt x="288" y="652"/>
                  </a:lnTo>
                  <a:lnTo>
                    <a:pt x="288" y="652"/>
                  </a:lnTo>
                  <a:lnTo>
                    <a:pt x="288" y="652"/>
                  </a:lnTo>
                  <a:lnTo>
                    <a:pt x="288" y="652"/>
                  </a:lnTo>
                  <a:lnTo>
                    <a:pt x="288" y="650"/>
                  </a:lnTo>
                  <a:lnTo>
                    <a:pt x="286" y="650"/>
                  </a:lnTo>
                  <a:lnTo>
                    <a:pt x="286" y="650"/>
                  </a:lnTo>
                  <a:lnTo>
                    <a:pt x="286" y="650"/>
                  </a:lnTo>
                  <a:lnTo>
                    <a:pt x="284" y="650"/>
                  </a:lnTo>
                  <a:lnTo>
                    <a:pt x="284" y="647"/>
                  </a:lnTo>
                  <a:lnTo>
                    <a:pt x="284" y="647"/>
                  </a:lnTo>
                  <a:lnTo>
                    <a:pt x="284" y="647"/>
                  </a:lnTo>
                  <a:lnTo>
                    <a:pt x="281" y="647"/>
                  </a:lnTo>
                  <a:lnTo>
                    <a:pt x="281" y="647"/>
                  </a:lnTo>
                  <a:lnTo>
                    <a:pt x="281" y="650"/>
                  </a:lnTo>
                  <a:lnTo>
                    <a:pt x="279" y="650"/>
                  </a:lnTo>
                  <a:lnTo>
                    <a:pt x="279" y="647"/>
                  </a:lnTo>
                  <a:lnTo>
                    <a:pt x="279" y="647"/>
                  </a:lnTo>
                  <a:lnTo>
                    <a:pt x="279" y="650"/>
                  </a:lnTo>
                  <a:lnTo>
                    <a:pt x="279" y="650"/>
                  </a:lnTo>
                  <a:lnTo>
                    <a:pt x="277" y="650"/>
                  </a:lnTo>
                  <a:lnTo>
                    <a:pt x="277" y="650"/>
                  </a:lnTo>
                  <a:lnTo>
                    <a:pt x="279" y="650"/>
                  </a:lnTo>
                  <a:lnTo>
                    <a:pt x="279" y="652"/>
                  </a:lnTo>
                  <a:lnTo>
                    <a:pt x="279" y="652"/>
                  </a:lnTo>
                  <a:lnTo>
                    <a:pt x="277" y="652"/>
                  </a:lnTo>
                  <a:lnTo>
                    <a:pt x="277" y="652"/>
                  </a:lnTo>
                  <a:lnTo>
                    <a:pt x="277" y="652"/>
                  </a:lnTo>
                  <a:lnTo>
                    <a:pt x="277" y="652"/>
                  </a:lnTo>
                  <a:lnTo>
                    <a:pt x="277" y="650"/>
                  </a:lnTo>
                  <a:lnTo>
                    <a:pt x="274" y="650"/>
                  </a:lnTo>
                  <a:lnTo>
                    <a:pt x="274" y="650"/>
                  </a:lnTo>
                  <a:lnTo>
                    <a:pt x="272" y="650"/>
                  </a:lnTo>
                  <a:lnTo>
                    <a:pt x="272" y="650"/>
                  </a:lnTo>
                  <a:lnTo>
                    <a:pt x="272" y="650"/>
                  </a:lnTo>
                  <a:lnTo>
                    <a:pt x="272" y="650"/>
                  </a:lnTo>
                  <a:lnTo>
                    <a:pt x="272" y="647"/>
                  </a:lnTo>
                  <a:lnTo>
                    <a:pt x="272" y="647"/>
                  </a:lnTo>
                  <a:lnTo>
                    <a:pt x="272" y="645"/>
                  </a:lnTo>
                  <a:lnTo>
                    <a:pt x="270" y="645"/>
                  </a:lnTo>
                  <a:lnTo>
                    <a:pt x="270" y="645"/>
                  </a:lnTo>
                  <a:lnTo>
                    <a:pt x="270" y="645"/>
                  </a:lnTo>
                  <a:lnTo>
                    <a:pt x="270" y="645"/>
                  </a:lnTo>
                  <a:lnTo>
                    <a:pt x="270" y="645"/>
                  </a:lnTo>
                  <a:lnTo>
                    <a:pt x="270" y="647"/>
                  </a:lnTo>
                  <a:lnTo>
                    <a:pt x="270" y="647"/>
                  </a:lnTo>
                  <a:lnTo>
                    <a:pt x="270" y="650"/>
                  </a:lnTo>
                  <a:lnTo>
                    <a:pt x="270" y="650"/>
                  </a:lnTo>
                  <a:lnTo>
                    <a:pt x="270" y="650"/>
                  </a:lnTo>
                  <a:lnTo>
                    <a:pt x="270" y="652"/>
                  </a:lnTo>
                  <a:lnTo>
                    <a:pt x="270" y="652"/>
                  </a:lnTo>
                  <a:lnTo>
                    <a:pt x="267" y="652"/>
                  </a:lnTo>
                  <a:lnTo>
                    <a:pt x="267" y="652"/>
                  </a:lnTo>
                  <a:lnTo>
                    <a:pt x="265" y="652"/>
                  </a:lnTo>
                  <a:lnTo>
                    <a:pt x="265" y="650"/>
                  </a:lnTo>
                  <a:lnTo>
                    <a:pt x="265" y="650"/>
                  </a:lnTo>
                  <a:lnTo>
                    <a:pt x="265" y="650"/>
                  </a:lnTo>
                  <a:lnTo>
                    <a:pt x="265" y="647"/>
                  </a:lnTo>
                  <a:lnTo>
                    <a:pt x="265" y="647"/>
                  </a:lnTo>
                  <a:lnTo>
                    <a:pt x="265" y="647"/>
                  </a:lnTo>
                  <a:lnTo>
                    <a:pt x="265" y="645"/>
                  </a:lnTo>
                  <a:lnTo>
                    <a:pt x="265" y="645"/>
                  </a:lnTo>
                  <a:lnTo>
                    <a:pt x="262" y="645"/>
                  </a:lnTo>
                  <a:lnTo>
                    <a:pt x="262" y="645"/>
                  </a:lnTo>
                  <a:lnTo>
                    <a:pt x="262" y="642"/>
                  </a:lnTo>
                  <a:lnTo>
                    <a:pt x="262" y="642"/>
                  </a:lnTo>
                  <a:lnTo>
                    <a:pt x="260" y="642"/>
                  </a:lnTo>
                  <a:lnTo>
                    <a:pt x="260" y="642"/>
                  </a:lnTo>
                  <a:lnTo>
                    <a:pt x="260" y="642"/>
                  </a:lnTo>
                  <a:lnTo>
                    <a:pt x="258" y="642"/>
                  </a:lnTo>
                  <a:lnTo>
                    <a:pt x="258" y="642"/>
                  </a:lnTo>
                  <a:lnTo>
                    <a:pt x="258" y="642"/>
                  </a:lnTo>
                  <a:lnTo>
                    <a:pt x="258" y="640"/>
                  </a:lnTo>
                  <a:lnTo>
                    <a:pt x="258" y="640"/>
                  </a:lnTo>
                  <a:lnTo>
                    <a:pt x="255" y="640"/>
                  </a:lnTo>
                  <a:lnTo>
                    <a:pt x="255" y="640"/>
                  </a:lnTo>
                  <a:lnTo>
                    <a:pt x="255" y="640"/>
                  </a:lnTo>
                  <a:lnTo>
                    <a:pt x="255" y="642"/>
                  </a:lnTo>
                  <a:lnTo>
                    <a:pt x="253" y="642"/>
                  </a:lnTo>
                  <a:lnTo>
                    <a:pt x="253" y="642"/>
                  </a:lnTo>
                  <a:lnTo>
                    <a:pt x="251" y="642"/>
                  </a:lnTo>
                  <a:lnTo>
                    <a:pt x="251" y="642"/>
                  </a:lnTo>
                  <a:lnTo>
                    <a:pt x="251" y="640"/>
                  </a:lnTo>
                  <a:lnTo>
                    <a:pt x="251" y="640"/>
                  </a:lnTo>
                  <a:lnTo>
                    <a:pt x="248" y="640"/>
                  </a:lnTo>
                  <a:lnTo>
                    <a:pt x="248" y="640"/>
                  </a:lnTo>
                  <a:lnTo>
                    <a:pt x="248" y="640"/>
                  </a:lnTo>
                  <a:lnTo>
                    <a:pt x="248" y="638"/>
                  </a:lnTo>
                  <a:lnTo>
                    <a:pt x="248" y="638"/>
                  </a:lnTo>
                  <a:lnTo>
                    <a:pt x="248" y="638"/>
                  </a:lnTo>
                  <a:lnTo>
                    <a:pt x="248" y="635"/>
                  </a:lnTo>
                  <a:lnTo>
                    <a:pt x="248" y="635"/>
                  </a:lnTo>
                  <a:lnTo>
                    <a:pt x="248" y="633"/>
                  </a:lnTo>
                  <a:lnTo>
                    <a:pt x="248" y="633"/>
                  </a:lnTo>
                  <a:lnTo>
                    <a:pt x="248" y="633"/>
                  </a:lnTo>
                  <a:lnTo>
                    <a:pt x="248" y="633"/>
                  </a:lnTo>
                  <a:lnTo>
                    <a:pt x="246" y="633"/>
                  </a:lnTo>
                  <a:lnTo>
                    <a:pt x="246" y="633"/>
                  </a:lnTo>
                  <a:lnTo>
                    <a:pt x="246" y="633"/>
                  </a:lnTo>
                  <a:lnTo>
                    <a:pt x="246" y="633"/>
                  </a:lnTo>
                  <a:lnTo>
                    <a:pt x="246" y="633"/>
                  </a:lnTo>
                  <a:lnTo>
                    <a:pt x="243" y="633"/>
                  </a:lnTo>
                  <a:lnTo>
                    <a:pt x="243" y="633"/>
                  </a:lnTo>
                  <a:lnTo>
                    <a:pt x="243" y="633"/>
                  </a:lnTo>
                  <a:lnTo>
                    <a:pt x="243" y="633"/>
                  </a:lnTo>
                  <a:lnTo>
                    <a:pt x="243" y="633"/>
                  </a:lnTo>
                  <a:lnTo>
                    <a:pt x="241" y="633"/>
                  </a:lnTo>
                  <a:lnTo>
                    <a:pt x="241" y="633"/>
                  </a:lnTo>
                  <a:lnTo>
                    <a:pt x="239" y="633"/>
                  </a:lnTo>
                  <a:lnTo>
                    <a:pt x="239" y="633"/>
                  </a:lnTo>
                  <a:lnTo>
                    <a:pt x="239" y="633"/>
                  </a:lnTo>
                  <a:lnTo>
                    <a:pt x="239" y="633"/>
                  </a:lnTo>
                  <a:lnTo>
                    <a:pt x="239" y="633"/>
                  </a:lnTo>
                  <a:lnTo>
                    <a:pt x="239" y="631"/>
                  </a:lnTo>
                  <a:lnTo>
                    <a:pt x="239" y="631"/>
                  </a:lnTo>
                  <a:lnTo>
                    <a:pt x="236" y="631"/>
                  </a:lnTo>
                  <a:lnTo>
                    <a:pt x="236" y="631"/>
                  </a:lnTo>
                  <a:lnTo>
                    <a:pt x="236" y="631"/>
                  </a:lnTo>
                  <a:lnTo>
                    <a:pt x="236" y="631"/>
                  </a:lnTo>
                  <a:lnTo>
                    <a:pt x="234" y="631"/>
                  </a:lnTo>
                  <a:lnTo>
                    <a:pt x="234" y="631"/>
                  </a:lnTo>
                  <a:lnTo>
                    <a:pt x="232" y="631"/>
                  </a:lnTo>
                  <a:lnTo>
                    <a:pt x="232" y="631"/>
                  </a:lnTo>
                  <a:lnTo>
                    <a:pt x="232" y="628"/>
                  </a:lnTo>
                  <a:lnTo>
                    <a:pt x="232" y="628"/>
                  </a:lnTo>
                  <a:lnTo>
                    <a:pt x="232" y="628"/>
                  </a:lnTo>
                  <a:lnTo>
                    <a:pt x="232" y="626"/>
                  </a:lnTo>
                  <a:lnTo>
                    <a:pt x="232" y="626"/>
                  </a:lnTo>
                  <a:lnTo>
                    <a:pt x="229" y="626"/>
                  </a:lnTo>
                  <a:lnTo>
                    <a:pt x="229" y="626"/>
                  </a:lnTo>
                  <a:lnTo>
                    <a:pt x="229" y="626"/>
                  </a:lnTo>
                  <a:lnTo>
                    <a:pt x="229" y="626"/>
                  </a:lnTo>
                  <a:lnTo>
                    <a:pt x="227" y="626"/>
                  </a:lnTo>
                  <a:lnTo>
                    <a:pt x="227" y="624"/>
                  </a:lnTo>
                  <a:lnTo>
                    <a:pt x="227" y="624"/>
                  </a:lnTo>
                  <a:lnTo>
                    <a:pt x="227" y="624"/>
                  </a:lnTo>
                  <a:lnTo>
                    <a:pt x="227" y="621"/>
                  </a:lnTo>
                  <a:lnTo>
                    <a:pt x="227" y="621"/>
                  </a:lnTo>
                  <a:lnTo>
                    <a:pt x="227" y="621"/>
                  </a:lnTo>
                  <a:lnTo>
                    <a:pt x="227" y="621"/>
                  </a:lnTo>
                  <a:lnTo>
                    <a:pt x="227" y="619"/>
                  </a:lnTo>
                  <a:lnTo>
                    <a:pt x="227" y="619"/>
                  </a:lnTo>
                  <a:lnTo>
                    <a:pt x="227" y="616"/>
                  </a:lnTo>
                  <a:lnTo>
                    <a:pt x="227" y="616"/>
                  </a:lnTo>
                  <a:lnTo>
                    <a:pt x="225" y="616"/>
                  </a:lnTo>
                  <a:lnTo>
                    <a:pt x="225" y="616"/>
                  </a:lnTo>
                  <a:lnTo>
                    <a:pt x="225" y="616"/>
                  </a:lnTo>
                  <a:lnTo>
                    <a:pt x="225" y="616"/>
                  </a:lnTo>
                  <a:lnTo>
                    <a:pt x="222" y="616"/>
                  </a:lnTo>
                  <a:lnTo>
                    <a:pt x="222" y="616"/>
                  </a:lnTo>
                  <a:lnTo>
                    <a:pt x="222" y="616"/>
                  </a:lnTo>
                  <a:lnTo>
                    <a:pt x="220" y="616"/>
                  </a:lnTo>
                  <a:lnTo>
                    <a:pt x="220" y="616"/>
                  </a:lnTo>
                  <a:lnTo>
                    <a:pt x="220" y="616"/>
                  </a:lnTo>
                  <a:lnTo>
                    <a:pt x="217" y="616"/>
                  </a:lnTo>
                  <a:lnTo>
                    <a:pt x="217" y="616"/>
                  </a:lnTo>
                  <a:lnTo>
                    <a:pt x="217" y="619"/>
                  </a:lnTo>
                  <a:lnTo>
                    <a:pt x="217" y="619"/>
                  </a:lnTo>
                  <a:lnTo>
                    <a:pt x="215" y="619"/>
                  </a:lnTo>
                  <a:lnTo>
                    <a:pt x="215" y="619"/>
                  </a:lnTo>
                  <a:lnTo>
                    <a:pt x="215" y="619"/>
                  </a:lnTo>
                  <a:lnTo>
                    <a:pt x="215" y="619"/>
                  </a:lnTo>
                  <a:lnTo>
                    <a:pt x="215" y="619"/>
                  </a:lnTo>
                  <a:lnTo>
                    <a:pt x="213" y="619"/>
                  </a:lnTo>
                  <a:lnTo>
                    <a:pt x="213" y="616"/>
                  </a:lnTo>
                  <a:lnTo>
                    <a:pt x="213" y="616"/>
                  </a:lnTo>
                  <a:lnTo>
                    <a:pt x="213" y="616"/>
                  </a:lnTo>
                  <a:lnTo>
                    <a:pt x="210" y="616"/>
                  </a:lnTo>
                  <a:lnTo>
                    <a:pt x="210" y="614"/>
                  </a:lnTo>
                  <a:lnTo>
                    <a:pt x="210" y="614"/>
                  </a:lnTo>
                  <a:lnTo>
                    <a:pt x="210" y="614"/>
                  </a:lnTo>
                  <a:lnTo>
                    <a:pt x="210" y="612"/>
                  </a:lnTo>
                  <a:lnTo>
                    <a:pt x="210" y="612"/>
                  </a:lnTo>
                  <a:lnTo>
                    <a:pt x="210" y="612"/>
                  </a:lnTo>
                  <a:lnTo>
                    <a:pt x="210" y="612"/>
                  </a:lnTo>
                  <a:lnTo>
                    <a:pt x="208" y="612"/>
                  </a:lnTo>
                  <a:lnTo>
                    <a:pt x="208" y="612"/>
                  </a:lnTo>
                  <a:lnTo>
                    <a:pt x="208" y="609"/>
                  </a:lnTo>
                  <a:lnTo>
                    <a:pt x="208" y="609"/>
                  </a:lnTo>
                  <a:lnTo>
                    <a:pt x="206" y="609"/>
                  </a:lnTo>
                  <a:lnTo>
                    <a:pt x="206" y="609"/>
                  </a:lnTo>
                  <a:lnTo>
                    <a:pt x="206" y="607"/>
                  </a:lnTo>
                  <a:lnTo>
                    <a:pt x="206" y="607"/>
                  </a:lnTo>
                  <a:lnTo>
                    <a:pt x="203" y="607"/>
                  </a:lnTo>
                  <a:lnTo>
                    <a:pt x="203" y="607"/>
                  </a:lnTo>
                  <a:lnTo>
                    <a:pt x="203" y="607"/>
                  </a:lnTo>
                  <a:lnTo>
                    <a:pt x="203" y="607"/>
                  </a:lnTo>
                  <a:lnTo>
                    <a:pt x="201" y="607"/>
                  </a:lnTo>
                  <a:lnTo>
                    <a:pt x="201" y="605"/>
                  </a:lnTo>
                  <a:lnTo>
                    <a:pt x="201" y="605"/>
                  </a:lnTo>
                  <a:lnTo>
                    <a:pt x="199" y="605"/>
                  </a:lnTo>
                  <a:lnTo>
                    <a:pt x="199" y="605"/>
                  </a:lnTo>
                  <a:lnTo>
                    <a:pt x="199" y="605"/>
                  </a:lnTo>
                  <a:lnTo>
                    <a:pt x="199" y="605"/>
                  </a:lnTo>
                  <a:lnTo>
                    <a:pt x="196" y="605"/>
                  </a:lnTo>
                  <a:lnTo>
                    <a:pt x="196" y="605"/>
                  </a:lnTo>
                  <a:lnTo>
                    <a:pt x="196" y="602"/>
                  </a:lnTo>
                  <a:lnTo>
                    <a:pt x="196" y="602"/>
                  </a:lnTo>
                  <a:lnTo>
                    <a:pt x="196" y="602"/>
                  </a:lnTo>
                  <a:lnTo>
                    <a:pt x="196" y="602"/>
                  </a:lnTo>
                  <a:lnTo>
                    <a:pt x="194" y="602"/>
                  </a:lnTo>
                  <a:lnTo>
                    <a:pt x="194" y="600"/>
                  </a:lnTo>
                  <a:lnTo>
                    <a:pt x="194" y="600"/>
                  </a:lnTo>
                  <a:lnTo>
                    <a:pt x="194" y="600"/>
                  </a:lnTo>
                  <a:lnTo>
                    <a:pt x="191" y="600"/>
                  </a:lnTo>
                  <a:lnTo>
                    <a:pt x="191" y="597"/>
                  </a:lnTo>
                  <a:lnTo>
                    <a:pt x="191" y="597"/>
                  </a:lnTo>
                  <a:lnTo>
                    <a:pt x="191" y="597"/>
                  </a:lnTo>
                  <a:lnTo>
                    <a:pt x="189" y="597"/>
                  </a:lnTo>
                  <a:lnTo>
                    <a:pt x="189" y="597"/>
                  </a:lnTo>
                  <a:lnTo>
                    <a:pt x="189" y="597"/>
                  </a:lnTo>
                  <a:lnTo>
                    <a:pt x="189" y="597"/>
                  </a:lnTo>
                  <a:lnTo>
                    <a:pt x="187" y="597"/>
                  </a:lnTo>
                  <a:lnTo>
                    <a:pt x="187" y="597"/>
                  </a:lnTo>
                  <a:lnTo>
                    <a:pt x="184" y="597"/>
                  </a:lnTo>
                  <a:lnTo>
                    <a:pt x="184" y="597"/>
                  </a:lnTo>
                  <a:lnTo>
                    <a:pt x="184" y="595"/>
                  </a:lnTo>
                  <a:lnTo>
                    <a:pt x="184" y="595"/>
                  </a:lnTo>
                  <a:lnTo>
                    <a:pt x="184" y="593"/>
                  </a:lnTo>
                  <a:lnTo>
                    <a:pt x="184" y="593"/>
                  </a:lnTo>
                  <a:lnTo>
                    <a:pt x="184" y="593"/>
                  </a:lnTo>
                  <a:lnTo>
                    <a:pt x="184" y="593"/>
                  </a:lnTo>
                  <a:lnTo>
                    <a:pt x="184" y="590"/>
                  </a:lnTo>
                  <a:lnTo>
                    <a:pt x="184" y="590"/>
                  </a:lnTo>
                  <a:lnTo>
                    <a:pt x="182" y="590"/>
                  </a:lnTo>
                  <a:lnTo>
                    <a:pt x="182" y="590"/>
                  </a:lnTo>
                  <a:lnTo>
                    <a:pt x="182" y="590"/>
                  </a:lnTo>
                  <a:lnTo>
                    <a:pt x="180" y="590"/>
                  </a:lnTo>
                  <a:lnTo>
                    <a:pt x="180" y="588"/>
                  </a:lnTo>
                  <a:lnTo>
                    <a:pt x="180" y="588"/>
                  </a:lnTo>
                  <a:lnTo>
                    <a:pt x="177" y="588"/>
                  </a:lnTo>
                  <a:lnTo>
                    <a:pt x="177" y="588"/>
                  </a:lnTo>
                  <a:lnTo>
                    <a:pt x="177" y="588"/>
                  </a:lnTo>
                  <a:lnTo>
                    <a:pt x="175" y="588"/>
                  </a:lnTo>
                  <a:lnTo>
                    <a:pt x="175" y="588"/>
                  </a:lnTo>
                  <a:lnTo>
                    <a:pt x="175" y="588"/>
                  </a:lnTo>
                  <a:lnTo>
                    <a:pt x="172" y="588"/>
                  </a:lnTo>
                  <a:lnTo>
                    <a:pt x="172" y="588"/>
                  </a:lnTo>
                  <a:lnTo>
                    <a:pt x="172" y="588"/>
                  </a:lnTo>
                  <a:lnTo>
                    <a:pt x="172" y="588"/>
                  </a:lnTo>
                  <a:lnTo>
                    <a:pt x="170" y="588"/>
                  </a:lnTo>
                  <a:lnTo>
                    <a:pt x="170" y="588"/>
                  </a:lnTo>
                  <a:lnTo>
                    <a:pt x="170" y="588"/>
                  </a:lnTo>
                  <a:lnTo>
                    <a:pt x="170" y="588"/>
                  </a:lnTo>
                  <a:lnTo>
                    <a:pt x="168" y="588"/>
                  </a:lnTo>
                  <a:lnTo>
                    <a:pt x="168" y="588"/>
                  </a:lnTo>
                  <a:lnTo>
                    <a:pt x="168" y="588"/>
                  </a:lnTo>
                  <a:lnTo>
                    <a:pt x="168" y="590"/>
                  </a:lnTo>
                  <a:lnTo>
                    <a:pt x="168" y="590"/>
                  </a:lnTo>
                  <a:lnTo>
                    <a:pt x="168" y="590"/>
                  </a:lnTo>
                  <a:lnTo>
                    <a:pt x="168" y="593"/>
                  </a:lnTo>
                  <a:lnTo>
                    <a:pt x="168" y="593"/>
                  </a:lnTo>
                  <a:lnTo>
                    <a:pt x="168" y="593"/>
                  </a:lnTo>
                  <a:lnTo>
                    <a:pt x="168" y="593"/>
                  </a:lnTo>
                  <a:lnTo>
                    <a:pt x="165" y="593"/>
                  </a:lnTo>
                  <a:lnTo>
                    <a:pt x="165" y="593"/>
                  </a:lnTo>
                  <a:lnTo>
                    <a:pt x="165" y="595"/>
                  </a:lnTo>
                  <a:lnTo>
                    <a:pt x="165" y="595"/>
                  </a:lnTo>
                  <a:lnTo>
                    <a:pt x="165" y="595"/>
                  </a:lnTo>
                  <a:lnTo>
                    <a:pt x="165" y="597"/>
                  </a:lnTo>
                  <a:lnTo>
                    <a:pt x="163" y="597"/>
                  </a:lnTo>
                  <a:lnTo>
                    <a:pt x="163" y="597"/>
                  </a:lnTo>
                  <a:lnTo>
                    <a:pt x="163" y="597"/>
                  </a:lnTo>
                  <a:lnTo>
                    <a:pt x="161" y="597"/>
                  </a:lnTo>
                  <a:lnTo>
                    <a:pt x="161" y="595"/>
                  </a:lnTo>
                  <a:lnTo>
                    <a:pt x="161" y="595"/>
                  </a:lnTo>
                  <a:lnTo>
                    <a:pt x="161" y="593"/>
                  </a:lnTo>
                  <a:lnTo>
                    <a:pt x="161" y="593"/>
                  </a:lnTo>
                  <a:lnTo>
                    <a:pt x="161" y="593"/>
                  </a:lnTo>
                  <a:lnTo>
                    <a:pt x="161" y="593"/>
                  </a:lnTo>
                  <a:lnTo>
                    <a:pt x="158" y="593"/>
                  </a:lnTo>
                  <a:lnTo>
                    <a:pt x="158" y="593"/>
                  </a:lnTo>
                  <a:lnTo>
                    <a:pt x="158" y="590"/>
                  </a:lnTo>
                  <a:lnTo>
                    <a:pt x="158" y="590"/>
                  </a:lnTo>
                  <a:lnTo>
                    <a:pt x="156" y="590"/>
                  </a:lnTo>
                  <a:lnTo>
                    <a:pt x="156" y="590"/>
                  </a:lnTo>
                  <a:lnTo>
                    <a:pt x="156" y="590"/>
                  </a:lnTo>
                  <a:lnTo>
                    <a:pt x="156" y="590"/>
                  </a:lnTo>
                  <a:lnTo>
                    <a:pt x="156" y="588"/>
                  </a:lnTo>
                  <a:lnTo>
                    <a:pt x="154" y="588"/>
                  </a:lnTo>
                  <a:lnTo>
                    <a:pt x="154" y="588"/>
                  </a:lnTo>
                  <a:lnTo>
                    <a:pt x="154" y="588"/>
                  </a:lnTo>
                  <a:lnTo>
                    <a:pt x="151" y="588"/>
                  </a:lnTo>
                  <a:lnTo>
                    <a:pt x="151" y="586"/>
                  </a:lnTo>
                  <a:lnTo>
                    <a:pt x="151" y="586"/>
                  </a:lnTo>
                  <a:lnTo>
                    <a:pt x="151" y="586"/>
                  </a:lnTo>
                  <a:lnTo>
                    <a:pt x="149" y="586"/>
                  </a:lnTo>
                  <a:lnTo>
                    <a:pt x="149" y="586"/>
                  </a:lnTo>
                  <a:lnTo>
                    <a:pt x="149" y="586"/>
                  </a:lnTo>
                  <a:lnTo>
                    <a:pt x="149" y="586"/>
                  </a:lnTo>
                  <a:lnTo>
                    <a:pt x="146" y="586"/>
                  </a:lnTo>
                  <a:lnTo>
                    <a:pt x="146" y="583"/>
                  </a:lnTo>
                  <a:lnTo>
                    <a:pt x="146" y="583"/>
                  </a:lnTo>
                  <a:lnTo>
                    <a:pt x="144" y="583"/>
                  </a:lnTo>
                  <a:lnTo>
                    <a:pt x="144" y="583"/>
                  </a:lnTo>
                  <a:lnTo>
                    <a:pt x="144" y="583"/>
                  </a:lnTo>
                  <a:lnTo>
                    <a:pt x="144" y="583"/>
                  </a:lnTo>
                  <a:lnTo>
                    <a:pt x="142" y="583"/>
                  </a:lnTo>
                  <a:lnTo>
                    <a:pt x="142" y="583"/>
                  </a:lnTo>
                  <a:lnTo>
                    <a:pt x="142" y="581"/>
                  </a:lnTo>
                  <a:lnTo>
                    <a:pt x="142" y="581"/>
                  </a:lnTo>
                  <a:lnTo>
                    <a:pt x="144" y="581"/>
                  </a:lnTo>
                  <a:lnTo>
                    <a:pt x="144" y="578"/>
                  </a:lnTo>
                  <a:lnTo>
                    <a:pt x="142" y="578"/>
                  </a:lnTo>
                  <a:lnTo>
                    <a:pt x="142" y="578"/>
                  </a:lnTo>
                  <a:lnTo>
                    <a:pt x="142" y="578"/>
                  </a:lnTo>
                  <a:lnTo>
                    <a:pt x="139" y="578"/>
                  </a:lnTo>
                  <a:lnTo>
                    <a:pt x="139" y="578"/>
                  </a:lnTo>
                  <a:lnTo>
                    <a:pt x="139" y="578"/>
                  </a:lnTo>
                  <a:lnTo>
                    <a:pt x="139" y="576"/>
                  </a:lnTo>
                  <a:lnTo>
                    <a:pt x="137" y="576"/>
                  </a:lnTo>
                  <a:lnTo>
                    <a:pt x="137" y="576"/>
                  </a:lnTo>
                  <a:lnTo>
                    <a:pt x="137" y="576"/>
                  </a:lnTo>
                  <a:lnTo>
                    <a:pt x="137" y="576"/>
                  </a:lnTo>
                  <a:lnTo>
                    <a:pt x="137" y="574"/>
                  </a:lnTo>
                  <a:lnTo>
                    <a:pt x="135" y="574"/>
                  </a:lnTo>
                  <a:lnTo>
                    <a:pt x="135" y="574"/>
                  </a:lnTo>
                  <a:lnTo>
                    <a:pt x="135" y="574"/>
                  </a:lnTo>
                  <a:lnTo>
                    <a:pt x="135" y="574"/>
                  </a:lnTo>
                  <a:lnTo>
                    <a:pt x="132" y="574"/>
                  </a:lnTo>
                  <a:lnTo>
                    <a:pt x="132" y="574"/>
                  </a:lnTo>
                  <a:lnTo>
                    <a:pt x="132" y="574"/>
                  </a:lnTo>
                  <a:lnTo>
                    <a:pt x="132" y="574"/>
                  </a:lnTo>
                  <a:lnTo>
                    <a:pt x="132" y="574"/>
                  </a:lnTo>
                  <a:lnTo>
                    <a:pt x="130" y="574"/>
                  </a:lnTo>
                  <a:lnTo>
                    <a:pt x="130" y="574"/>
                  </a:lnTo>
                  <a:lnTo>
                    <a:pt x="130" y="574"/>
                  </a:lnTo>
                  <a:lnTo>
                    <a:pt x="130" y="574"/>
                  </a:lnTo>
                  <a:lnTo>
                    <a:pt x="128" y="574"/>
                  </a:lnTo>
                  <a:lnTo>
                    <a:pt x="128" y="574"/>
                  </a:lnTo>
                  <a:lnTo>
                    <a:pt x="128" y="571"/>
                  </a:lnTo>
                  <a:lnTo>
                    <a:pt x="128" y="571"/>
                  </a:lnTo>
                  <a:lnTo>
                    <a:pt x="125" y="571"/>
                  </a:lnTo>
                  <a:lnTo>
                    <a:pt x="125" y="571"/>
                  </a:lnTo>
                  <a:lnTo>
                    <a:pt x="125" y="571"/>
                  </a:lnTo>
                  <a:lnTo>
                    <a:pt x="125" y="569"/>
                  </a:lnTo>
                  <a:lnTo>
                    <a:pt x="125" y="569"/>
                  </a:lnTo>
                  <a:lnTo>
                    <a:pt x="123" y="569"/>
                  </a:lnTo>
                  <a:lnTo>
                    <a:pt x="123" y="569"/>
                  </a:lnTo>
                  <a:lnTo>
                    <a:pt x="123" y="569"/>
                  </a:lnTo>
                  <a:lnTo>
                    <a:pt x="123" y="567"/>
                  </a:lnTo>
                  <a:lnTo>
                    <a:pt x="123" y="567"/>
                  </a:lnTo>
                  <a:lnTo>
                    <a:pt x="123" y="567"/>
                  </a:lnTo>
                  <a:lnTo>
                    <a:pt x="123" y="564"/>
                  </a:lnTo>
                  <a:lnTo>
                    <a:pt x="120" y="564"/>
                  </a:lnTo>
                  <a:lnTo>
                    <a:pt x="120" y="564"/>
                  </a:lnTo>
                  <a:lnTo>
                    <a:pt x="120" y="564"/>
                  </a:lnTo>
                  <a:lnTo>
                    <a:pt x="120" y="562"/>
                  </a:lnTo>
                  <a:lnTo>
                    <a:pt x="120" y="562"/>
                  </a:lnTo>
                  <a:lnTo>
                    <a:pt x="118" y="562"/>
                  </a:lnTo>
                  <a:lnTo>
                    <a:pt x="118" y="562"/>
                  </a:lnTo>
                  <a:lnTo>
                    <a:pt x="118" y="562"/>
                  </a:lnTo>
                  <a:lnTo>
                    <a:pt x="118" y="562"/>
                  </a:lnTo>
                  <a:lnTo>
                    <a:pt x="118" y="562"/>
                  </a:lnTo>
                  <a:lnTo>
                    <a:pt x="116" y="562"/>
                  </a:lnTo>
                  <a:lnTo>
                    <a:pt x="116" y="562"/>
                  </a:lnTo>
                  <a:lnTo>
                    <a:pt x="116" y="564"/>
                  </a:lnTo>
                  <a:lnTo>
                    <a:pt x="116" y="564"/>
                  </a:lnTo>
                  <a:lnTo>
                    <a:pt x="116" y="564"/>
                  </a:lnTo>
                  <a:lnTo>
                    <a:pt x="116" y="564"/>
                  </a:lnTo>
                  <a:lnTo>
                    <a:pt x="113" y="564"/>
                  </a:lnTo>
                  <a:lnTo>
                    <a:pt x="113" y="564"/>
                  </a:lnTo>
                  <a:lnTo>
                    <a:pt x="111" y="564"/>
                  </a:lnTo>
                  <a:lnTo>
                    <a:pt x="111" y="564"/>
                  </a:lnTo>
                  <a:lnTo>
                    <a:pt x="111" y="564"/>
                  </a:lnTo>
                  <a:lnTo>
                    <a:pt x="111" y="562"/>
                  </a:lnTo>
                  <a:lnTo>
                    <a:pt x="111" y="562"/>
                  </a:lnTo>
                  <a:lnTo>
                    <a:pt x="111" y="562"/>
                  </a:lnTo>
                  <a:lnTo>
                    <a:pt x="111" y="562"/>
                  </a:lnTo>
                  <a:lnTo>
                    <a:pt x="111" y="562"/>
                  </a:lnTo>
                  <a:lnTo>
                    <a:pt x="111" y="560"/>
                  </a:lnTo>
                  <a:lnTo>
                    <a:pt x="111" y="560"/>
                  </a:lnTo>
                  <a:lnTo>
                    <a:pt x="111" y="560"/>
                  </a:lnTo>
                  <a:lnTo>
                    <a:pt x="111" y="560"/>
                  </a:lnTo>
                  <a:lnTo>
                    <a:pt x="111" y="560"/>
                  </a:lnTo>
                  <a:lnTo>
                    <a:pt x="111" y="557"/>
                  </a:lnTo>
                  <a:lnTo>
                    <a:pt x="113" y="557"/>
                  </a:lnTo>
                  <a:lnTo>
                    <a:pt x="113" y="557"/>
                  </a:lnTo>
                  <a:lnTo>
                    <a:pt x="111" y="557"/>
                  </a:lnTo>
                  <a:lnTo>
                    <a:pt x="111" y="555"/>
                  </a:lnTo>
                  <a:lnTo>
                    <a:pt x="111" y="555"/>
                  </a:lnTo>
                  <a:lnTo>
                    <a:pt x="111" y="555"/>
                  </a:lnTo>
                  <a:lnTo>
                    <a:pt x="111" y="555"/>
                  </a:lnTo>
                  <a:lnTo>
                    <a:pt x="111" y="552"/>
                  </a:lnTo>
                  <a:lnTo>
                    <a:pt x="111" y="552"/>
                  </a:lnTo>
                  <a:lnTo>
                    <a:pt x="111" y="552"/>
                  </a:lnTo>
                  <a:lnTo>
                    <a:pt x="111" y="552"/>
                  </a:lnTo>
                  <a:lnTo>
                    <a:pt x="111" y="550"/>
                  </a:lnTo>
                  <a:lnTo>
                    <a:pt x="111" y="550"/>
                  </a:lnTo>
                  <a:lnTo>
                    <a:pt x="111" y="548"/>
                  </a:lnTo>
                  <a:lnTo>
                    <a:pt x="111" y="548"/>
                  </a:lnTo>
                  <a:lnTo>
                    <a:pt x="111" y="548"/>
                  </a:lnTo>
                  <a:lnTo>
                    <a:pt x="111" y="545"/>
                  </a:lnTo>
                  <a:lnTo>
                    <a:pt x="111" y="545"/>
                  </a:lnTo>
                  <a:lnTo>
                    <a:pt x="109" y="545"/>
                  </a:lnTo>
                  <a:lnTo>
                    <a:pt x="109" y="543"/>
                  </a:lnTo>
                  <a:lnTo>
                    <a:pt x="109" y="543"/>
                  </a:lnTo>
                  <a:lnTo>
                    <a:pt x="109" y="543"/>
                  </a:lnTo>
                  <a:lnTo>
                    <a:pt x="109" y="543"/>
                  </a:lnTo>
                  <a:lnTo>
                    <a:pt x="109" y="543"/>
                  </a:lnTo>
                  <a:lnTo>
                    <a:pt x="106" y="543"/>
                  </a:lnTo>
                  <a:lnTo>
                    <a:pt x="106" y="543"/>
                  </a:lnTo>
                  <a:lnTo>
                    <a:pt x="106" y="541"/>
                  </a:lnTo>
                  <a:lnTo>
                    <a:pt x="106" y="541"/>
                  </a:lnTo>
                  <a:lnTo>
                    <a:pt x="106" y="538"/>
                  </a:lnTo>
                  <a:lnTo>
                    <a:pt x="104" y="538"/>
                  </a:lnTo>
                  <a:lnTo>
                    <a:pt x="104" y="538"/>
                  </a:lnTo>
                  <a:lnTo>
                    <a:pt x="104" y="536"/>
                  </a:lnTo>
                  <a:lnTo>
                    <a:pt x="104" y="536"/>
                  </a:lnTo>
                  <a:lnTo>
                    <a:pt x="104" y="533"/>
                  </a:lnTo>
                  <a:lnTo>
                    <a:pt x="104" y="533"/>
                  </a:lnTo>
                  <a:lnTo>
                    <a:pt x="104" y="533"/>
                  </a:lnTo>
                  <a:lnTo>
                    <a:pt x="104" y="533"/>
                  </a:lnTo>
                  <a:lnTo>
                    <a:pt x="104" y="533"/>
                  </a:lnTo>
                  <a:lnTo>
                    <a:pt x="106" y="533"/>
                  </a:lnTo>
                  <a:lnTo>
                    <a:pt x="106" y="533"/>
                  </a:lnTo>
                  <a:lnTo>
                    <a:pt x="106" y="531"/>
                  </a:lnTo>
                  <a:lnTo>
                    <a:pt x="109" y="531"/>
                  </a:lnTo>
                  <a:lnTo>
                    <a:pt x="109" y="531"/>
                  </a:lnTo>
                  <a:lnTo>
                    <a:pt x="109" y="531"/>
                  </a:lnTo>
                  <a:lnTo>
                    <a:pt x="109" y="531"/>
                  </a:lnTo>
                  <a:lnTo>
                    <a:pt x="111" y="531"/>
                  </a:lnTo>
                  <a:lnTo>
                    <a:pt x="111" y="529"/>
                  </a:lnTo>
                  <a:lnTo>
                    <a:pt x="111" y="529"/>
                  </a:lnTo>
                  <a:lnTo>
                    <a:pt x="111" y="531"/>
                  </a:lnTo>
                  <a:lnTo>
                    <a:pt x="111" y="531"/>
                  </a:lnTo>
                  <a:lnTo>
                    <a:pt x="111" y="531"/>
                  </a:lnTo>
                  <a:lnTo>
                    <a:pt x="111" y="533"/>
                  </a:lnTo>
                  <a:lnTo>
                    <a:pt x="111" y="533"/>
                  </a:lnTo>
                  <a:lnTo>
                    <a:pt x="111" y="533"/>
                  </a:lnTo>
                  <a:lnTo>
                    <a:pt x="111" y="533"/>
                  </a:lnTo>
                  <a:lnTo>
                    <a:pt x="111" y="533"/>
                  </a:lnTo>
                  <a:lnTo>
                    <a:pt x="111" y="536"/>
                  </a:lnTo>
                  <a:lnTo>
                    <a:pt x="113" y="536"/>
                  </a:lnTo>
                  <a:lnTo>
                    <a:pt x="113" y="536"/>
                  </a:lnTo>
                  <a:lnTo>
                    <a:pt x="113" y="536"/>
                  </a:lnTo>
                  <a:lnTo>
                    <a:pt x="113" y="538"/>
                  </a:lnTo>
                  <a:lnTo>
                    <a:pt x="116" y="538"/>
                  </a:lnTo>
                  <a:lnTo>
                    <a:pt x="116" y="538"/>
                  </a:lnTo>
                  <a:lnTo>
                    <a:pt x="116" y="538"/>
                  </a:lnTo>
                  <a:lnTo>
                    <a:pt x="116" y="538"/>
                  </a:lnTo>
                  <a:lnTo>
                    <a:pt x="116" y="538"/>
                  </a:lnTo>
                  <a:lnTo>
                    <a:pt x="118" y="538"/>
                  </a:lnTo>
                  <a:lnTo>
                    <a:pt x="118" y="538"/>
                  </a:lnTo>
                  <a:lnTo>
                    <a:pt x="118" y="538"/>
                  </a:lnTo>
                  <a:lnTo>
                    <a:pt x="118" y="536"/>
                  </a:lnTo>
                  <a:lnTo>
                    <a:pt x="118" y="536"/>
                  </a:lnTo>
                  <a:lnTo>
                    <a:pt x="118" y="533"/>
                  </a:lnTo>
                  <a:lnTo>
                    <a:pt x="120" y="533"/>
                  </a:lnTo>
                  <a:lnTo>
                    <a:pt x="120" y="533"/>
                  </a:lnTo>
                  <a:lnTo>
                    <a:pt x="123" y="533"/>
                  </a:lnTo>
                  <a:lnTo>
                    <a:pt x="123" y="533"/>
                  </a:lnTo>
                  <a:lnTo>
                    <a:pt x="123" y="533"/>
                  </a:lnTo>
                  <a:lnTo>
                    <a:pt x="123" y="533"/>
                  </a:lnTo>
                  <a:lnTo>
                    <a:pt x="125" y="533"/>
                  </a:lnTo>
                  <a:lnTo>
                    <a:pt x="125" y="533"/>
                  </a:lnTo>
                  <a:lnTo>
                    <a:pt x="125" y="533"/>
                  </a:lnTo>
                  <a:lnTo>
                    <a:pt x="125" y="533"/>
                  </a:lnTo>
                  <a:lnTo>
                    <a:pt x="128" y="533"/>
                  </a:lnTo>
                  <a:lnTo>
                    <a:pt x="128" y="533"/>
                  </a:lnTo>
                  <a:lnTo>
                    <a:pt x="128" y="531"/>
                  </a:lnTo>
                  <a:lnTo>
                    <a:pt x="128" y="531"/>
                  </a:lnTo>
                  <a:lnTo>
                    <a:pt x="128" y="529"/>
                  </a:lnTo>
                  <a:lnTo>
                    <a:pt x="128" y="529"/>
                  </a:lnTo>
                  <a:lnTo>
                    <a:pt x="128" y="529"/>
                  </a:lnTo>
                  <a:lnTo>
                    <a:pt x="128" y="526"/>
                  </a:lnTo>
                  <a:lnTo>
                    <a:pt x="125" y="526"/>
                  </a:lnTo>
                  <a:lnTo>
                    <a:pt x="125" y="526"/>
                  </a:lnTo>
                  <a:lnTo>
                    <a:pt x="125" y="524"/>
                  </a:lnTo>
                  <a:lnTo>
                    <a:pt x="125" y="524"/>
                  </a:lnTo>
                  <a:lnTo>
                    <a:pt x="125" y="524"/>
                  </a:lnTo>
                  <a:lnTo>
                    <a:pt x="125" y="524"/>
                  </a:lnTo>
                  <a:lnTo>
                    <a:pt x="125" y="524"/>
                  </a:lnTo>
                  <a:lnTo>
                    <a:pt x="125" y="522"/>
                  </a:lnTo>
                  <a:lnTo>
                    <a:pt x="123" y="522"/>
                  </a:lnTo>
                  <a:lnTo>
                    <a:pt x="123" y="522"/>
                  </a:lnTo>
                  <a:lnTo>
                    <a:pt x="125" y="522"/>
                  </a:lnTo>
                  <a:lnTo>
                    <a:pt x="125" y="519"/>
                  </a:lnTo>
                  <a:lnTo>
                    <a:pt x="125" y="519"/>
                  </a:lnTo>
                  <a:lnTo>
                    <a:pt x="125" y="519"/>
                  </a:lnTo>
                  <a:lnTo>
                    <a:pt x="125" y="517"/>
                  </a:lnTo>
                  <a:lnTo>
                    <a:pt x="125" y="517"/>
                  </a:lnTo>
                  <a:lnTo>
                    <a:pt x="125" y="517"/>
                  </a:lnTo>
                  <a:lnTo>
                    <a:pt x="123" y="517"/>
                  </a:lnTo>
                  <a:lnTo>
                    <a:pt x="123" y="517"/>
                  </a:lnTo>
                  <a:lnTo>
                    <a:pt x="123" y="517"/>
                  </a:lnTo>
                  <a:lnTo>
                    <a:pt x="120" y="517"/>
                  </a:lnTo>
                  <a:lnTo>
                    <a:pt x="120" y="517"/>
                  </a:lnTo>
                  <a:lnTo>
                    <a:pt x="118" y="517"/>
                  </a:lnTo>
                  <a:lnTo>
                    <a:pt x="118" y="517"/>
                  </a:lnTo>
                  <a:lnTo>
                    <a:pt x="118" y="514"/>
                  </a:lnTo>
                  <a:lnTo>
                    <a:pt x="118" y="514"/>
                  </a:lnTo>
                  <a:lnTo>
                    <a:pt x="118" y="514"/>
                  </a:lnTo>
                  <a:lnTo>
                    <a:pt x="118" y="514"/>
                  </a:lnTo>
                  <a:lnTo>
                    <a:pt x="116" y="514"/>
                  </a:lnTo>
                  <a:lnTo>
                    <a:pt x="116" y="512"/>
                  </a:lnTo>
                  <a:lnTo>
                    <a:pt x="116" y="512"/>
                  </a:lnTo>
                  <a:lnTo>
                    <a:pt x="116" y="512"/>
                  </a:lnTo>
                  <a:lnTo>
                    <a:pt x="116" y="512"/>
                  </a:lnTo>
                  <a:lnTo>
                    <a:pt x="116" y="510"/>
                  </a:lnTo>
                  <a:lnTo>
                    <a:pt x="116" y="510"/>
                  </a:lnTo>
                  <a:lnTo>
                    <a:pt x="116" y="510"/>
                  </a:lnTo>
                  <a:lnTo>
                    <a:pt x="116" y="507"/>
                  </a:lnTo>
                  <a:lnTo>
                    <a:pt x="116" y="507"/>
                  </a:lnTo>
                  <a:lnTo>
                    <a:pt x="116" y="507"/>
                  </a:lnTo>
                  <a:lnTo>
                    <a:pt x="116" y="507"/>
                  </a:lnTo>
                  <a:lnTo>
                    <a:pt x="116" y="505"/>
                  </a:lnTo>
                  <a:lnTo>
                    <a:pt x="116" y="505"/>
                  </a:lnTo>
                  <a:lnTo>
                    <a:pt x="118" y="505"/>
                  </a:lnTo>
                  <a:lnTo>
                    <a:pt x="118" y="505"/>
                  </a:lnTo>
                  <a:lnTo>
                    <a:pt x="118" y="505"/>
                  </a:lnTo>
                  <a:lnTo>
                    <a:pt x="118" y="505"/>
                  </a:lnTo>
                  <a:lnTo>
                    <a:pt x="118" y="503"/>
                  </a:lnTo>
                  <a:lnTo>
                    <a:pt x="118" y="503"/>
                  </a:lnTo>
                  <a:lnTo>
                    <a:pt x="116" y="503"/>
                  </a:lnTo>
                  <a:lnTo>
                    <a:pt x="116" y="503"/>
                  </a:lnTo>
                  <a:lnTo>
                    <a:pt x="116" y="500"/>
                  </a:lnTo>
                  <a:lnTo>
                    <a:pt x="116" y="500"/>
                  </a:lnTo>
                  <a:lnTo>
                    <a:pt x="116" y="500"/>
                  </a:lnTo>
                  <a:lnTo>
                    <a:pt x="116" y="498"/>
                  </a:lnTo>
                  <a:lnTo>
                    <a:pt x="116" y="498"/>
                  </a:lnTo>
                  <a:lnTo>
                    <a:pt x="116" y="498"/>
                  </a:lnTo>
                  <a:lnTo>
                    <a:pt x="116" y="496"/>
                  </a:lnTo>
                  <a:lnTo>
                    <a:pt x="116" y="496"/>
                  </a:lnTo>
                  <a:lnTo>
                    <a:pt x="116" y="496"/>
                  </a:lnTo>
                  <a:lnTo>
                    <a:pt x="116" y="496"/>
                  </a:lnTo>
                  <a:lnTo>
                    <a:pt x="116" y="496"/>
                  </a:lnTo>
                  <a:lnTo>
                    <a:pt x="118" y="496"/>
                  </a:lnTo>
                  <a:lnTo>
                    <a:pt x="118" y="496"/>
                  </a:lnTo>
                  <a:lnTo>
                    <a:pt x="118" y="496"/>
                  </a:lnTo>
                  <a:lnTo>
                    <a:pt x="120" y="496"/>
                  </a:lnTo>
                  <a:lnTo>
                    <a:pt x="120" y="496"/>
                  </a:lnTo>
                  <a:lnTo>
                    <a:pt x="123" y="496"/>
                  </a:lnTo>
                  <a:lnTo>
                    <a:pt x="123" y="496"/>
                  </a:lnTo>
                  <a:lnTo>
                    <a:pt x="123" y="496"/>
                  </a:lnTo>
                  <a:lnTo>
                    <a:pt x="125" y="496"/>
                  </a:lnTo>
                  <a:lnTo>
                    <a:pt x="125" y="496"/>
                  </a:lnTo>
                  <a:lnTo>
                    <a:pt x="125" y="496"/>
                  </a:lnTo>
                  <a:lnTo>
                    <a:pt x="125" y="493"/>
                  </a:lnTo>
                  <a:lnTo>
                    <a:pt x="125" y="493"/>
                  </a:lnTo>
                  <a:lnTo>
                    <a:pt x="125" y="493"/>
                  </a:lnTo>
                  <a:lnTo>
                    <a:pt x="128" y="493"/>
                  </a:lnTo>
                  <a:lnTo>
                    <a:pt x="128" y="493"/>
                  </a:lnTo>
                  <a:lnTo>
                    <a:pt x="128" y="491"/>
                  </a:lnTo>
                  <a:lnTo>
                    <a:pt x="128" y="491"/>
                  </a:lnTo>
                  <a:lnTo>
                    <a:pt x="128" y="491"/>
                  </a:lnTo>
                  <a:lnTo>
                    <a:pt x="130" y="491"/>
                  </a:lnTo>
                  <a:lnTo>
                    <a:pt x="130" y="488"/>
                  </a:lnTo>
                  <a:lnTo>
                    <a:pt x="128" y="488"/>
                  </a:lnTo>
                  <a:lnTo>
                    <a:pt x="128" y="488"/>
                  </a:lnTo>
                  <a:lnTo>
                    <a:pt x="128" y="486"/>
                  </a:lnTo>
                  <a:lnTo>
                    <a:pt x="128" y="486"/>
                  </a:lnTo>
                  <a:lnTo>
                    <a:pt x="128" y="484"/>
                  </a:lnTo>
                  <a:lnTo>
                    <a:pt x="130" y="484"/>
                  </a:lnTo>
                  <a:lnTo>
                    <a:pt x="130" y="484"/>
                  </a:lnTo>
                  <a:lnTo>
                    <a:pt x="130" y="486"/>
                  </a:lnTo>
                  <a:lnTo>
                    <a:pt x="130" y="486"/>
                  </a:lnTo>
                  <a:lnTo>
                    <a:pt x="132" y="486"/>
                  </a:lnTo>
                  <a:lnTo>
                    <a:pt x="132" y="484"/>
                  </a:lnTo>
                  <a:lnTo>
                    <a:pt x="132" y="484"/>
                  </a:lnTo>
                  <a:lnTo>
                    <a:pt x="132" y="484"/>
                  </a:lnTo>
                  <a:lnTo>
                    <a:pt x="132" y="484"/>
                  </a:lnTo>
                  <a:lnTo>
                    <a:pt x="132" y="484"/>
                  </a:lnTo>
                  <a:lnTo>
                    <a:pt x="135" y="484"/>
                  </a:lnTo>
                  <a:lnTo>
                    <a:pt x="135" y="481"/>
                  </a:lnTo>
                  <a:lnTo>
                    <a:pt x="135" y="481"/>
                  </a:lnTo>
                  <a:lnTo>
                    <a:pt x="135" y="481"/>
                  </a:lnTo>
                  <a:lnTo>
                    <a:pt x="135" y="479"/>
                  </a:lnTo>
                  <a:lnTo>
                    <a:pt x="137" y="479"/>
                  </a:lnTo>
                  <a:lnTo>
                    <a:pt x="137" y="479"/>
                  </a:lnTo>
                  <a:lnTo>
                    <a:pt x="137" y="479"/>
                  </a:lnTo>
                  <a:lnTo>
                    <a:pt x="139" y="479"/>
                  </a:lnTo>
                  <a:lnTo>
                    <a:pt x="139" y="479"/>
                  </a:lnTo>
                  <a:lnTo>
                    <a:pt x="139" y="479"/>
                  </a:lnTo>
                  <a:lnTo>
                    <a:pt x="139" y="477"/>
                  </a:lnTo>
                  <a:lnTo>
                    <a:pt x="139" y="477"/>
                  </a:lnTo>
                  <a:lnTo>
                    <a:pt x="139" y="477"/>
                  </a:lnTo>
                  <a:lnTo>
                    <a:pt x="139" y="474"/>
                  </a:lnTo>
                  <a:lnTo>
                    <a:pt x="142" y="474"/>
                  </a:lnTo>
                  <a:lnTo>
                    <a:pt x="142" y="474"/>
                  </a:lnTo>
                  <a:lnTo>
                    <a:pt x="142" y="474"/>
                  </a:lnTo>
                  <a:lnTo>
                    <a:pt x="142" y="472"/>
                  </a:lnTo>
                  <a:lnTo>
                    <a:pt x="142" y="472"/>
                  </a:lnTo>
                  <a:lnTo>
                    <a:pt x="142" y="469"/>
                  </a:lnTo>
                  <a:lnTo>
                    <a:pt x="142" y="469"/>
                  </a:lnTo>
                  <a:lnTo>
                    <a:pt x="142" y="469"/>
                  </a:lnTo>
                  <a:lnTo>
                    <a:pt x="142" y="467"/>
                  </a:lnTo>
                  <a:lnTo>
                    <a:pt x="144" y="467"/>
                  </a:lnTo>
                  <a:lnTo>
                    <a:pt x="144" y="467"/>
                  </a:lnTo>
                  <a:lnTo>
                    <a:pt x="144" y="465"/>
                  </a:lnTo>
                  <a:lnTo>
                    <a:pt x="144" y="465"/>
                  </a:lnTo>
                  <a:lnTo>
                    <a:pt x="144" y="465"/>
                  </a:lnTo>
                  <a:lnTo>
                    <a:pt x="144" y="465"/>
                  </a:lnTo>
                  <a:lnTo>
                    <a:pt x="144" y="462"/>
                  </a:lnTo>
                  <a:lnTo>
                    <a:pt x="144" y="462"/>
                  </a:lnTo>
                  <a:lnTo>
                    <a:pt x="144" y="462"/>
                  </a:lnTo>
                  <a:lnTo>
                    <a:pt x="144" y="460"/>
                  </a:lnTo>
                  <a:lnTo>
                    <a:pt x="144" y="460"/>
                  </a:lnTo>
                  <a:lnTo>
                    <a:pt x="146" y="460"/>
                  </a:lnTo>
                  <a:lnTo>
                    <a:pt x="146" y="458"/>
                  </a:lnTo>
                  <a:lnTo>
                    <a:pt x="144" y="458"/>
                  </a:lnTo>
                  <a:lnTo>
                    <a:pt x="144" y="458"/>
                  </a:lnTo>
                  <a:lnTo>
                    <a:pt x="144" y="458"/>
                  </a:lnTo>
                  <a:lnTo>
                    <a:pt x="144" y="458"/>
                  </a:lnTo>
                  <a:lnTo>
                    <a:pt x="142" y="458"/>
                  </a:lnTo>
                  <a:lnTo>
                    <a:pt x="142" y="458"/>
                  </a:lnTo>
                  <a:lnTo>
                    <a:pt x="142" y="458"/>
                  </a:lnTo>
                  <a:lnTo>
                    <a:pt x="139" y="458"/>
                  </a:lnTo>
                  <a:lnTo>
                    <a:pt x="139" y="460"/>
                  </a:lnTo>
                  <a:lnTo>
                    <a:pt x="139" y="460"/>
                  </a:lnTo>
                  <a:lnTo>
                    <a:pt x="139" y="460"/>
                  </a:lnTo>
                  <a:lnTo>
                    <a:pt x="139" y="460"/>
                  </a:lnTo>
                  <a:lnTo>
                    <a:pt x="137" y="460"/>
                  </a:lnTo>
                  <a:lnTo>
                    <a:pt x="137" y="460"/>
                  </a:lnTo>
                  <a:lnTo>
                    <a:pt x="137" y="458"/>
                  </a:lnTo>
                  <a:lnTo>
                    <a:pt x="137" y="458"/>
                  </a:lnTo>
                  <a:lnTo>
                    <a:pt x="137" y="458"/>
                  </a:lnTo>
                  <a:lnTo>
                    <a:pt x="137" y="455"/>
                  </a:lnTo>
                  <a:lnTo>
                    <a:pt x="137" y="455"/>
                  </a:lnTo>
                  <a:lnTo>
                    <a:pt x="137" y="455"/>
                  </a:lnTo>
                  <a:lnTo>
                    <a:pt x="137" y="455"/>
                  </a:lnTo>
                  <a:lnTo>
                    <a:pt x="135" y="455"/>
                  </a:lnTo>
                  <a:lnTo>
                    <a:pt x="135" y="455"/>
                  </a:lnTo>
                  <a:lnTo>
                    <a:pt x="135" y="455"/>
                  </a:lnTo>
                  <a:lnTo>
                    <a:pt x="132" y="455"/>
                  </a:lnTo>
                  <a:lnTo>
                    <a:pt x="132" y="455"/>
                  </a:lnTo>
                  <a:lnTo>
                    <a:pt x="132" y="455"/>
                  </a:lnTo>
                  <a:lnTo>
                    <a:pt x="132" y="455"/>
                  </a:lnTo>
                  <a:lnTo>
                    <a:pt x="132" y="453"/>
                  </a:lnTo>
                  <a:lnTo>
                    <a:pt x="130" y="453"/>
                  </a:lnTo>
                  <a:lnTo>
                    <a:pt x="130" y="453"/>
                  </a:lnTo>
                  <a:lnTo>
                    <a:pt x="130" y="453"/>
                  </a:lnTo>
                  <a:lnTo>
                    <a:pt x="130" y="451"/>
                  </a:lnTo>
                  <a:lnTo>
                    <a:pt x="130" y="451"/>
                  </a:lnTo>
                  <a:lnTo>
                    <a:pt x="130" y="451"/>
                  </a:lnTo>
                  <a:lnTo>
                    <a:pt x="130" y="448"/>
                  </a:lnTo>
                  <a:lnTo>
                    <a:pt x="128" y="448"/>
                  </a:lnTo>
                  <a:lnTo>
                    <a:pt x="128" y="448"/>
                  </a:lnTo>
                  <a:lnTo>
                    <a:pt x="125" y="448"/>
                  </a:lnTo>
                  <a:lnTo>
                    <a:pt x="125" y="448"/>
                  </a:lnTo>
                  <a:lnTo>
                    <a:pt x="125" y="446"/>
                  </a:lnTo>
                  <a:lnTo>
                    <a:pt x="125" y="446"/>
                  </a:lnTo>
                  <a:lnTo>
                    <a:pt x="125" y="446"/>
                  </a:lnTo>
                  <a:lnTo>
                    <a:pt x="125" y="446"/>
                  </a:lnTo>
                  <a:lnTo>
                    <a:pt x="123" y="446"/>
                  </a:lnTo>
                  <a:lnTo>
                    <a:pt x="123" y="446"/>
                  </a:lnTo>
                  <a:lnTo>
                    <a:pt x="123" y="446"/>
                  </a:lnTo>
                  <a:lnTo>
                    <a:pt x="123" y="446"/>
                  </a:lnTo>
                  <a:lnTo>
                    <a:pt x="123" y="448"/>
                  </a:lnTo>
                  <a:lnTo>
                    <a:pt x="120" y="448"/>
                  </a:lnTo>
                  <a:lnTo>
                    <a:pt x="120" y="446"/>
                  </a:lnTo>
                  <a:lnTo>
                    <a:pt x="120" y="446"/>
                  </a:lnTo>
                  <a:lnTo>
                    <a:pt x="118" y="446"/>
                  </a:lnTo>
                  <a:lnTo>
                    <a:pt x="118" y="446"/>
                  </a:lnTo>
                  <a:lnTo>
                    <a:pt x="118" y="446"/>
                  </a:lnTo>
                  <a:lnTo>
                    <a:pt x="116" y="446"/>
                  </a:lnTo>
                  <a:lnTo>
                    <a:pt x="116" y="448"/>
                  </a:lnTo>
                  <a:lnTo>
                    <a:pt x="116" y="448"/>
                  </a:lnTo>
                  <a:lnTo>
                    <a:pt x="116" y="448"/>
                  </a:lnTo>
                  <a:lnTo>
                    <a:pt x="113" y="448"/>
                  </a:lnTo>
                  <a:lnTo>
                    <a:pt x="113" y="446"/>
                  </a:lnTo>
                  <a:lnTo>
                    <a:pt x="113" y="446"/>
                  </a:lnTo>
                  <a:lnTo>
                    <a:pt x="111" y="446"/>
                  </a:lnTo>
                  <a:lnTo>
                    <a:pt x="111" y="448"/>
                  </a:lnTo>
                  <a:lnTo>
                    <a:pt x="111" y="448"/>
                  </a:lnTo>
                  <a:lnTo>
                    <a:pt x="111" y="448"/>
                  </a:lnTo>
                  <a:lnTo>
                    <a:pt x="109" y="448"/>
                  </a:lnTo>
                  <a:lnTo>
                    <a:pt x="109" y="448"/>
                  </a:lnTo>
                  <a:lnTo>
                    <a:pt x="109" y="448"/>
                  </a:lnTo>
                  <a:lnTo>
                    <a:pt x="109" y="451"/>
                  </a:lnTo>
                  <a:lnTo>
                    <a:pt x="109" y="451"/>
                  </a:lnTo>
                  <a:lnTo>
                    <a:pt x="106" y="451"/>
                  </a:lnTo>
                  <a:lnTo>
                    <a:pt x="106" y="451"/>
                  </a:lnTo>
                  <a:lnTo>
                    <a:pt x="106" y="451"/>
                  </a:lnTo>
                  <a:lnTo>
                    <a:pt x="104" y="451"/>
                  </a:lnTo>
                  <a:lnTo>
                    <a:pt x="104" y="451"/>
                  </a:lnTo>
                  <a:lnTo>
                    <a:pt x="104" y="453"/>
                  </a:lnTo>
                  <a:lnTo>
                    <a:pt x="104" y="453"/>
                  </a:lnTo>
                  <a:lnTo>
                    <a:pt x="104" y="453"/>
                  </a:lnTo>
                  <a:lnTo>
                    <a:pt x="101" y="453"/>
                  </a:lnTo>
                  <a:lnTo>
                    <a:pt x="101" y="453"/>
                  </a:lnTo>
                  <a:lnTo>
                    <a:pt x="99" y="453"/>
                  </a:lnTo>
                  <a:lnTo>
                    <a:pt x="99" y="455"/>
                  </a:lnTo>
                  <a:lnTo>
                    <a:pt x="99" y="455"/>
                  </a:lnTo>
                  <a:lnTo>
                    <a:pt x="99" y="455"/>
                  </a:lnTo>
                  <a:lnTo>
                    <a:pt x="99" y="455"/>
                  </a:lnTo>
                  <a:lnTo>
                    <a:pt x="99" y="455"/>
                  </a:lnTo>
                  <a:lnTo>
                    <a:pt x="97" y="455"/>
                  </a:lnTo>
                  <a:lnTo>
                    <a:pt x="97" y="458"/>
                  </a:lnTo>
                  <a:lnTo>
                    <a:pt x="97" y="458"/>
                  </a:lnTo>
                  <a:lnTo>
                    <a:pt x="97" y="455"/>
                  </a:lnTo>
                  <a:lnTo>
                    <a:pt x="97" y="455"/>
                  </a:lnTo>
                  <a:lnTo>
                    <a:pt x="94" y="455"/>
                  </a:lnTo>
                  <a:lnTo>
                    <a:pt x="94" y="455"/>
                  </a:lnTo>
                  <a:lnTo>
                    <a:pt x="94" y="458"/>
                  </a:lnTo>
                  <a:lnTo>
                    <a:pt x="94" y="458"/>
                  </a:lnTo>
                  <a:lnTo>
                    <a:pt x="92" y="458"/>
                  </a:lnTo>
                  <a:lnTo>
                    <a:pt x="92" y="458"/>
                  </a:lnTo>
                  <a:lnTo>
                    <a:pt x="92" y="458"/>
                  </a:lnTo>
                  <a:lnTo>
                    <a:pt x="90" y="458"/>
                  </a:lnTo>
                  <a:lnTo>
                    <a:pt x="90" y="458"/>
                  </a:lnTo>
                  <a:lnTo>
                    <a:pt x="90" y="458"/>
                  </a:lnTo>
                  <a:lnTo>
                    <a:pt x="87" y="458"/>
                  </a:lnTo>
                  <a:lnTo>
                    <a:pt x="87" y="458"/>
                  </a:lnTo>
                  <a:lnTo>
                    <a:pt x="87" y="460"/>
                  </a:lnTo>
                  <a:lnTo>
                    <a:pt x="85" y="460"/>
                  </a:lnTo>
                  <a:lnTo>
                    <a:pt x="85" y="458"/>
                  </a:lnTo>
                  <a:lnTo>
                    <a:pt x="85" y="458"/>
                  </a:lnTo>
                  <a:lnTo>
                    <a:pt x="85" y="458"/>
                  </a:lnTo>
                  <a:lnTo>
                    <a:pt x="85" y="460"/>
                  </a:lnTo>
                  <a:lnTo>
                    <a:pt x="83" y="460"/>
                  </a:lnTo>
                  <a:lnTo>
                    <a:pt x="83" y="458"/>
                  </a:lnTo>
                  <a:lnTo>
                    <a:pt x="83" y="458"/>
                  </a:lnTo>
                  <a:lnTo>
                    <a:pt x="83" y="458"/>
                  </a:lnTo>
                  <a:lnTo>
                    <a:pt x="83" y="458"/>
                  </a:lnTo>
                  <a:lnTo>
                    <a:pt x="80" y="458"/>
                  </a:lnTo>
                  <a:lnTo>
                    <a:pt x="80" y="458"/>
                  </a:lnTo>
                  <a:lnTo>
                    <a:pt x="78" y="458"/>
                  </a:lnTo>
                  <a:lnTo>
                    <a:pt x="78" y="455"/>
                  </a:lnTo>
                  <a:lnTo>
                    <a:pt x="78" y="455"/>
                  </a:lnTo>
                  <a:lnTo>
                    <a:pt x="78" y="458"/>
                  </a:lnTo>
                  <a:lnTo>
                    <a:pt x="78" y="458"/>
                  </a:lnTo>
                  <a:lnTo>
                    <a:pt x="78" y="458"/>
                  </a:lnTo>
                  <a:lnTo>
                    <a:pt x="78" y="458"/>
                  </a:lnTo>
                  <a:lnTo>
                    <a:pt x="75" y="458"/>
                  </a:lnTo>
                  <a:lnTo>
                    <a:pt x="75" y="455"/>
                  </a:lnTo>
                  <a:lnTo>
                    <a:pt x="75" y="455"/>
                  </a:lnTo>
                  <a:lnTo>
                    <a:pt x="75" y="455"/>
                  </a:lnTo>
                  <a:lnTo>
                    <a:pt x="75" y="455"/>
                  </a:lnTo>
                  <a:lnTo>
                    <a:pt x="75" y="455"/>
                  </a:lnTo>
                  <a:lnTo>
                    <a:pt x="73" y="455"/>
                  </a:lnTo>
                  <a:lnTo>
                    <a:pt x="73" y="455"/>
                  </a:lnTo>
                  <a:lnTo>
                    <a:pt x="71" y="455"/>
                  </a:lnTo>
                  <a:lnTo>
                    <a:pt x="71" y="455"/>
                  </a:lnTo>
                  <a:lnTo>
                    <a:pt x="71" y="453"/>
                  </a:lnTo>
                  <a:lnTo>
                    <a:pt x="71" y="453"/>
                  </a:lnTo>
                  <a:lnTo>
                    <a:pt x="68" y="453"/>
                  </a:lnTo>
                  <a:lnTo>
                    <a:pt x="68" y="453"/>
                  </a:lnTo>
                  <a:lnTo>
                    <a:pt x="66" y="453"/>
                  </a:lnTo>
                  <a:lnTo>
                    <a:pt x="66" y="453"/>
                  </a:lnTo>
                  <a:lnTo>
                    <a:pt x="66" y="453"/>
                  </a:lnTo>
                  <a:lnTo>
                    <a:pt x="66" y="453"/>
                  </a:lnTo>
                  <a:lnTo>
                    <a:pt x="64" y="453"/>
                  </a:lnTo>
                  <a:lnTo>
                    <a:pt x="64" y="451"/>
                  </a:lnTo>
                  <a:lnTo>
                    <a:pt x="64" y="451"/>
                  </a:lnTo>
                  <a:lnTo>
                    <a:pt x="64" y="448"/>
                  </a:lnTo>
                  <a:lnTo>
                    <a:pt x="64" y="448"/>
                  </a:lnTo>
                  <a:lnTo>
                    <a:pt x="64" y="448"/>
                  </a:lnTo>
                  <a:lnTo>
                    <a:pt x="64" y="448"/>
                  </a:lnTo>
                  <a:lnTo>
                    <a:pt x="64" y="448"/>
                  </a:lnTo>
                  <a:lnTo>
                    <a:pt x="61" y="448"/>
                  </a:lnTo>
                  <a:lnTo>
                    <a:pt x="61" y="448"/>
                  </a:lnTo>
                  <a:lnTo>
                    <a:pt x="59" y="448"/>
                  </a:lnTo>
                  <a:lnTo>
                    <a:pt x="59" y="451"/>
                  </a:lnTo>
                  <a:lnTo>
                    <a:pt x="59" y="451"/>
                  </a:lnTo>
                  <a:lnTo>
                    <a:pt x="59" y="451"/>
                  </a:lnTo>
                  <a:lnTo>
                    <a:pt x="57" y="451"/>
                  </a:lnTo>
                  <a:lnTo>
                    <a:pt x="57" y="451"/>
                  </a:lnTo>
                  <a:lnTo>
                    <a:pt x="57" y="451"/>
                  </a:lnTo>
                  <a:lnTo>
                    <a:pt x="54" y="451"/>
                  </a:lnTo>
                  <a:lnTo>
                    <a:pt x="54" y="448"/>
                  </a:lnTo>
                  <a:lnTo>
                    <a:pt x="54" y="448"/>
                  </a:lnTo>
                  <a:lnTo>
                    <a:pt x="54" y="446"/>
                  </a:lnTo>
                  <a:lnTo>
                    <a:pt x="54" y="446"/>
                  </a:lnTo>
                  <a:lnTo>
                    <a:pt x="54" y="446"/>
                  </a:lnTo>
                  <a:lnTo>
                    <a:pt x="52" y="446"/>
                  </a:lnTo>
                  <a:lnTo>
                    <a:pt x="52" y="446"/>
                  </a:lnTo>
                  <a:lnTo>
                    <a:pt x="52" y="443"/>
                  </a:lnTo>
                  <a:lnTo>
                    <a:pt x="52" y="443"/>
                  </a:lnTo>
                  <a:lnTo>
                    <a:pt x="54" y="443"/>
                  </a:lnTo>
                  <a:lnTo>
                    <a:pt x="54" y="443"/>
                  </a:lnTo>
                  <a:lnTo>
                    <a:pt x="54" y="443"/>
                  </a:lnTo>
                  <a:lnTo>
                    <a:pt x="54" y="443"/>
                  </a:lnTo>
                  <a:lnTo>
                    <a:pt x="54" y="443"/>
                  </a:lnTo>
                  <a:lnTo>
                    <a:pt x="54" y="441"/>
                  </a:lnTo>
                  <a:lnTo>
                    <a:pt x="52" y="441"/>
                  </a:lnTo>
                  <a:lnTo>
                    <a:pt x="52" y="441"/>
                  </a:lnTo>
                  <a:lnTo>
                    <a:pt x="54" y="441"/>
                  </a:lnTo>
                  <a:lnTo>
                    <a:pt x="54" y="441"/>
                  </a:lnTo>
                  <a:lnTo>
                    <a:pt x="54" y="439"/>
                  </a:lnTo>
                  <a:lnTo>
                    <a:pt x="54" y="439"/>
                  </a:lnTo>
                  <a:lnTo>
                    <a:pt x="52" y="439"/>
                  </a:lnTo>
                  <a:lnTo>
                    <a:pt x="52" y="439"/>
                  </a:lnTo>
                  <a:lnTo>
                    <a:pt x="52" y="436"/>
                  </a:lnTo>
                  <a:lnTo>
                    <a:pt x="52" y="436"/>
                  </a:lnTo>
                  <a:lnTo>
                    <a:pt x="52" y="436"/>
                  </a:lnTo>
                  <a:lnTo>
                    <a:pt x="52" y="436"/>
                  </a:lnTo>
                  <a:lnTo>
                    <a:pt x="52" y="434"/>
                  </a:lnTo>
                  <a:lnTo>
                    <a:pt x="52" y="434"/>
                  </a:lnTo>
                  <a:lnTo>
                    <a:pt x="52" y="434"/>
                  </a:lnTo>
                  <a:lnTo>
                    <a:pt x="52" y="434"/>
                  </a:lnTo>
                  <a:lnTo>
                    <a:pt x="52" y="434"/>
                  </a:lnTo>
                  <a:lnTo>
                    <a:pt x="52" y="432"/>
                  </a:lnTo>
                  <a:lnTo>
                    <a:pt x="49" y="432"/>
                  </a:lnTo>
                  <a:lnTo>
                    <a:pt x="49" y="432"/>
                  </a:lnTo>
                  <a:lnTo>
                    <a:pt x="49" y="429"/>
                  </a:lnTo>
                  <a:lnTo>
                    <a:pt x="49" y="429"/>
                  </a:lnTo>
                  <a:lnTo>
                    <a:pt x="49" y="429"/>
                  </a:lnTo>
                  <a:lnTo>
                    <a:pt x="49" y="429"/>
                  </a:lnTo>
                  <a:lnTo>
                    <a:pt x="49" y="427"/>
                  </a:lnTo>
                  <a:lnTo>
                    <a:pt x="47" y="427"/>
                  </a:lnTo>
                  <a:lnTo>
                    <a:pt x="47" y="427"/>
                  </a:lnTo>
                  <a:lnTo>
                    <a:pt x="47" y="427"/>
                  </a:lnTo>
                  <a:lnTo>
                    <a:pt x="45" y="427"/>
                  </a:lnTo>
                  <a:lnTo>
                    <a:pt x="45" y="427"/>
                  </a:lnTo>
                  <a:lnTo>
                    <a:pt x="45" y="424"/>
                  </a:lnTo>
                  <a:lnTo>
                    <a:pt x="45" y="424"/>
                  </a:lnTo>
                  <a:lnTo>
                    <a:pt x="42" y="424"/>
                  </a:lnTo>
                  <a:lnTo>
                    <a:pt x="42" y="424"/>
                  </a:lnTo>
                  <a:lnTo>
                    <a:pt x="42" y="427"/>
                  </a:lnTo>
                  <a:lnTo>
                    <a:pt x="42" y="427"/>
                  </a:lnTo>
                  <a:lnTo>
                    <a:pt x="40" y="427"/>
                  </a:lnTo>
                  <a:lnTo>
                    <a:pt x="40" y="427"/>
                  </a:lnTo>
                  <a:lnTo>
                    <a:pt x="40" y="424"/>
                  </a:lnTo>
                  <a:lnTo>
                    <a:pt x="40" y="424"/>
                  </a:lnTo>
                  <a:lnTo>
                    <a:pt x="40" y="424"/>
                  </a:lnTo>
                  <a:lnTo>
                    <a:pt x="40" y="422"/>
                  </a:lnTo>
                  <a:lnTo>
                    <a:pt x="40" y="422"/>
                  </a:lnTo>
                  <a:lnTo>
                    <a:pt x="38" y="422"/>
                  </a:lnTo>
                  <a:lnTo>
                    <a:pt x="38" y="422"/>
                  </a:lnTo>
                  <a:lnTo>
                    <a:pt x="38" y="422"/>
                  </a:lnTo>
                  <a:lnTo>
                    <a:pt x="35" y="422"/>
                  </a:lnTo>
                  <a:lnTo>
                    <a:pt x="35" y="422"/>
                  </a:lnTo>
                  <a:lnTo>
                    <a:pt x="35" y="420"/>
                  </a:lnTo>
                  <a:lnTo>
                    <a:pt x="33" y="420"/>
                  </a:lnTo>
                  <a:lnTo>
                    <a:pt x="33" y="420"/>
                  </a:lnTo>
                  <a:lnTo>
                    <a:pt x="33" y="420"/>
                  </a:lnTo>
                  <a:lnTo>
                    <a:pt x="30" y="420"/>
                  </a:lnTo>
                  <a:lnTo>
                    <a:pt x="30" y="420"/>
                  </a:lnTo>
                  <a:lnTo>
                    <a:pt x="30" y="422"/>
                  </a:lnTo>
                  <a:lnTo>
                    <a:pt x="30" y="422"/>
                  </a:lnTo>
                  <a:lnTo>
                    <a:pt x="28" y="422"/>
                  </a:lnTo>
                  <a:lnTo>
                    <a:pt x="28" y="422"/>
                  </a:lnTo>
                  <a:lnTo>
                    <a:pt x="26" y="422"/>
                  </a:lnTo>
                  <a:lnTo>
                    <a:pt x="26" y="420"/>
                  </a:lnTo>
                  <a:lnTo>
                    <a:pt x="26" y="420"/>
                  </a:lnTo>
                  <a:lnTo>
                    <a:pt x="26" y="420"/>
                  </a:lnTo>
                  <a:lnTo>
                    <a:pt x="26" y="420"/>
                  </a:lnTo>
                  <a:lnTo>
                    <a:pt x="23" y="420"/>
                  </a:lnTo>
                  <a:lnTo>
                    <a:pt x="23" y="417"/>
                  </a:lnTo>
                  <a:lnTo>
                    <a:pt x="23" y="417"/>
                  </a:lnTo>
                  <a:lnTo>
                    <a:pt x="23" y="417"/>
                  </a:lnTo>
                  <a:lnTo>
                    <a:pt x="23" y="420"/>
                  </a:lnTo>
                  <a:lnTo>
                    <a:pt x="21" y="420"/>
                  </a:lnTo>
                  <a:lnTo>
                    <a:pt x="21" y="420"/>
                  </a:lnTo>
                  <a:lnTo>
                    <a:pt x="21" y="417"/>
                  </a:lnTo>
                  <a:lnTo>
                    <a:pt x="19" y="417"/>
                  </a:lnTo>
                  <a:lnTo>
                    <a:pt x="19" y="417"/>
                  </a:lnTo>
                  <a:lnTo>
                    <a:pt x="19" y="417"/>
                  </a:lnTo>
                  <a:lnTo>
                    <a:pt x="19" y="415"/>
                  </a:lnTo>
                  <a:lnTo>
                    <a:pt x="19" y="415"/>
                  </a:lnTo>
                  <a:lnTo>
                    <a:pt x="19" y="415"/>
                  </a:lnTo>
                  <a:lnTo>
                    <a:pt x="19" y="415"/>
                  </a:lnTo>
                  <a:lnTo>
                    <a:pt x="21" y="415"/>
                  </a:lnTo>
                  <a:lnTo>
                    <a:pt x="21" y="415"/>
                  </a:lnTo>
                  <a:lnTo>
                    <a:pt x="23" y="415"/>
                  </a:lnTo>
                  <a:lnTo>
                    <a:pt x="23" y="415"/>
                  </a:lnTo>
                  <a:lnTo>
                    <a:pt x="23" y="415"/>
                  </a:lnTo>
                  <a:lnTo>
                    <a:pt x="23" y="413"/>
                  </a:lnTo>
                  <a:lnTo>
                    <a:pt x="26" y="413"/>
                  </a:lnTo>
                  <a:lnTo>
                    <a:pt x="26" y="415"/>
                  </a:lnTo>
                  <a:lnTo>
                    <a:pt x="26" y="415"/>
                  </a:lnTo>
                  <a:lnTo>
                    <a:pt x="26" y="415"/>
                  </a:lnTo>
                  <a:lnTo>
                    <a:pt x="26" y="415"/>
                  </a:lnTo>
                  <a:lnTo>
                    <a:pt x="28" y="415"/>
                  </a:lnTo>
                  <a:lnTo>
                    <a:pt x="28" y="415"/>
                  </a:lnTo>
                  <a:lnTo>
                    <a:pt x="28" y="415"/>
                  </a:lnTo>
                  <a:lnTo>
                    <a:pt x="28" y="413"/>
                  </a:lnTo>
                  <a:lnTo>
                    <a:pt x="30" y="413"/>
                  </a:lnTo>
                  <a:lnTo>
                    <a:pt x="30" y="413"/>
                  </a:lnTo>
                  <a:lnTo>
                    <a:pt x="30" y="413"/>
                  </a:lnTo>
                  <a:lnTo>
                    <a:pt x="30" y="413"/>
                  </a:lnTo>
                  <a:lnTo>
                    <a:pt x="33" y="413"/>
                  </a:lnTo>
                  <a:lnTo>
                    <a:pt x="33" y="413"/>
                  </a:lnTo>
                  <a:lnTo>
                    <a:pt x="33" y="410"/>
                  </a:lnTo>
                  <a:lnTo>
                    <a:pt x="33" y="410"/>
                  </a:lnTo>
                  <a:lnTo>
                    <a:pt x="33" y="408"/>
                  </a:lnTo>
                  <a:lnTo>
                    <a:pt x="33" y="408"/>
                  </a:lnTo>
                  <a:lnTo>
                    <a:pt x="33" y="408"/>
                  </a:lnTo>
                  <a:lnTo>
                    <a:pt x="30" y="408"/>
                  </a:lnTo>
                  <a:lnTo>
                    <a:pt x="30" y="405"/>
                  </a:lnTo>
                  <a:lnTo>
                    <a:pt x="30" y="405"/>
                  </a:lnTo>
                  <a:lnTo>
                    <a:pt x="30" y="405"/>
                  </a:lnTo>
                  <a:lnTo>
                    <a:pt x="28" y="405"/>
                  </a:lnTo>
                  <a:lnTo>
                    <a:pt x="28" y="405"/>
                  </a:lnTo>
                  <a:lnTo>
                    <a:pt x="28" y="405"/>
                  </a:lnTo>
                  <a:lnTo>
                    <a:pt x="28" y="403"/>
                  </a:lnTo>
                  <a:lnTo>
                    <a:pt x="28" y="403"/>
                  </a:lnTo>
                  <a:lnTo>
                    <a:pt x="30" y="403"/>
                  </a:lnTo>
                  <a:lnTo>
                    <a:pt x="30" y="401"/>
                  </a:lnTo>
                  <a:lnTo>
                    <a:pt x="30" y="401"/>
                  </a:lnTo>
                  <a:lnTo>
                    <a:pt x="30" y="401"/>
                  </a:lnTo>
                  <a:lnTo>
                    <a:pt x="30" y="401"/>
                  </a:lnTo>
                  <a:lnTo>
                    <a:pt x="30" y="398"/>
                  </a:lnTo>
                  <a:lnTo>
                    <a:pt x="28" y="398"/>
                  </a:lnTo>
                  <a:lnTo>
                    <a:pt x="28" y="398"/>
                  </a:lnTo>
                  <a:lnTo>
                    <a:pt x="28" y="396"/>
                  </a:lnTo>
                  <a:lnTo>
                    <a:pt x="28" y="396"/>
                  </a:lnTo>
                  <a:lnTo>
                    <a:pt x="28" y="396"/>
                  </a:lnTo>
                  <a:lnTo>
                    <a:pt x="28" y="394"/>
                  </a:lnTo>
                  <a:lnTo>
                    <a:pt x="28" y="394"/>
                  </a:lnTo>
                  <a:lnTo>
                    <a:pt x="26" y="394"/>
                  </a:lnTo>
                  <a:lnTo>
                    <a:pt x="26" y="394"/>
                  </a:lnTo>
                  <a:lnTo>
                    <a:pt x="26" y="391"/>
                  </a:lnTo>
                  <a:lnTo>
                    <a:pt x="26" y="391"/>
                  </a:lnTo>
                  <a:lnTo>
                    <a:pt x="26" y="391"/>
                  </a:lnTo>
                  <a:lnTo>
                    <a:pt x="26" y="389"/>
                  </a:lnTo>
                  <a:lnTo>
                    <a:pt x="26" y="389"/>
                  </a:lnTo>
                  <a:lnTo>
                    <a:pt x="26" y="387"/>
                  </a:lnTo>
                  <a:lnTo>
                    <a:pt x="26" y="387"/>
                  </a:lnTo>
                  <a:lnTo>
                    <a:pt x="26" y="384"/>
                  </a:lnTo>
                  <a:lnTo>
                    <a:pt x="26" y="384"/>
                  </a:lnTo>
                  <a:lnTo>
                    <a:pt x="28" y="384"/>
                  </a:lnTo>
                  <a:lnTo>
                    <a:pt x="28" y="384"/>
                  </a:lnTo>
                  <a:lnTo>
                    <a:pt x="28" y="384"/>
                  </a:lnTo>
                  <a:lnTo>
                    <a:pt x="28" y="382"/>
                  </a:lnTo>
                  <a:lnTo>
                    <a:pt x="26" y="382"/>
                  </a:lnTo>
                  <a:lnTo>
                    <a:pt x="26" y="382"/>
                  </a:lnTo>
                  <a:lnTo>
                    <a:pt x="26" y="382"/>
                  </a:lnTo>
                  <a:lnTo>
                    <a:pt x="26" y="382"/>
                  </a:lnTo>
                  <a:lnTo>
                    <a:pt x="23" y="382"/>
                  </a:lnTo>
                  <a:lnTo>
                    <a:pt x="23" y="382"/>
                  </a:lnTo>
                  <a:lnTo>
                    <a:pt x="23" y="379"/>
                  </a:lnTo>
                  <a:lnTo>
                    <a:pt x="23" y="379"/>
                  </a:lnTo>
                  <a:lnTo>
                    <a:pt x="21" y="379"/>
                  </a:lnTo>
                  <a:lnTo>
                    <a:pt x="21" y="379"/>
                  </a:lnTo>
                  <a:lnTo>
                    <a:pt x="21" y="379"/>
                  </a:lnTo>
                  <a:lnTo>
                    <a:pt x="19" y="379"/>
                  </a:lnTo>
                  <a:lnTo>
                    <a:pt x="19" y="379"/>
                  </a:lnTo>
                  <a:lnTo>
                    <a:pt x="19" y="379"/>
                  </a:lnTo>
                  <a:lnTo>
                    <a:pt x="19" y="377"/>
                  </a:lnTo>
                  <a:lnTo>
                    <a:pt x="16" y="377"/>
                  </a:lnTo>
                  <a:lnTo>
                    <a:pt x="16" y="377"/>
                  </a:lnTo>
                  <a:lnTo>
                    <a:pt x="16" y="377"/>
                  </a:lnTo>
                  <a:lnTo>
                    <a:pt x="14" y="377"/>
                  </a:lnTo>
                  <a:lnTo>
                    <a:pt x="14" y="377"/>
                  </a:lnTo>
                  <a:lnTo>
                    <a:pt x="12" y="377"/>
                  </a:lnTo>
                  <a:lnTo>
                    <a:pt x="12" y="377"/>
                  </a:lnTo>
                  <a:lnTo>
                    <a:pt x="12" y="379"/>
                  </a:lnTo>
                  <a:lnTo>
                    <a:pt x="12" y="379"/>
                  </a:lnTo>
                  <a:lnTo>
                    <a:pt x="12" y="379"/>
                  </a:lnTo>
                  <a:lnTo>
                    <a:pt x="12" y="382"/>
                  </a:lnTo>
                  <a:lnTo>
                    <a:pt x="9" y="382"/>
                  </a:lnTo>
                  <a:lnTo>
                    <a:pt x="9" y="382"/>
                  </a:lnTo>
                  <a:lnTo>
                    <a:pt x="9" y="382"/>
                  </a:lnTo>
                  <a:lnTo>
                    <a:pt x="7" y="382"/>
                  </a:lnTo>
                  <a:lnTo>
                    <a:pt x="7" y="379"/>
                  </a:lnTo>
                  <a:lnTo>
                    <a:pt x="7" y="379"/>
                  </a:lnTo>
                  <a:lnTo>
                    <a:pt x="4" y="379"/>
                  </a:lnTo>
                  <a:lnTo>
                    <a:pt x="4" y="379"/>
                  </a:lnTo>
                  <a:lnTo>
                    <a:pt x="4" y="379"/>
                  </a:lnTo>
                  <a:lnTo>
                    <a:pt x="4" y="377"/>
                  </a:lnTo>
                  <a:lnTo>
                    <a:pt x="4" y="377"/>
                  </a:lnTo>
                  <a:lnTo>
                    <a:pt x="4" y="377"/>
                  </a:lnTo>
                  <a:lnTo>
                    <a:pt x="4" y="375"/>
                  </a:lnTo>
                  <a:lnTo>
                    <a:pt x="4" y="375"/>
                  </a:lnTo>
                  <a:lnTo>
                    <a:pt x="4" y="375"/>
                  </a:lnTo>
                  <a:lnTo>
                    <a:pt x="2" y="375"/>
                  </a:lnTo>
                  <a:lnTo>
                    <a:pt x="2" y="372"/>
                  </a:lnTo>
                  <a:lnTo>
                    <a:pt x="2" y="372"/>
                  </a:lnTo>
                  <a:lnTo>
                    <a:pt x="4" y="372"/>
                  </a:lnTo>
                  <a:lnTo>
                    <a:pt x="4" y="372"/>
                  </a:lnTo>
                  <a:lnTo>
                    <a:pt x="4" y="372"/>
                  </a:lnTo>
                  <a:lnTo>
                    <a:pt x="4" y="370"/>
                  </a:lnTo>
                  <a:lnTo>
                    <a:pt x="4" y="370"/>
                  </a:lnTo>
                  <a:lnTo>
                    <a:pt x="4" y="368"/>
                  </a:lnTo>
                  <a:lnTo>
                    <a:pt x="4" y="368"/>
                  </a:lnTo>
                  <a:lnTo>
                    <a:pt x="4" y="368"/>
                  </a:lnTo>
                  <a:lnTo>
                    <a:pt x="2" y="368"/>
                  </a:lnTo>
                  <a:lnTo>
                    <a:pt x="2" y="368"/>
                  </a:lnTo>
                  <a:lnTo>
                    <a:pt x="2" y="365"/>
                  </a:lnTo>
                  <a:lnTo>
                    <a:pt x="2" y="365"/>
                  </a:lnTo>
                  <a:lnTo>
                    <a:pt x="2" y="365"/>
                  </a:lnTo>
                  <a:lnTo>
                    <a:pt x="2" y="365"/>
                  </a:lnTo>
                  <a:lnTo>
                    <a:pt x="2" y="365"/>
                  </a:lnTo>
                  <a:lnTo>
                    <a:pt x="2" y="363"/>
                  </a:lnTo>
                  <a:lnTo>
                    <a:pt x="0" y="363"/>
                  </a:lnTo>
                  <a:lnTo>
                    <a:pt x="0" y="363"/>
                  </a:lnTo>
                  <a:lnTo>
                    <a:pt x="2" y="363"/>
                  </a:lnTo>
                  <a:lnTo>
                    <a:pt x="2" y="360"/>
                  </a:lnTo>
                  <a:lnTo>
                    <a:pt x="2" y="360"/>
                  </a:lnTo>
                  <a:lnTo>
                    <a:pt x="2" y="360"/>
                  </a:lnTo>
                  <a:lnTo>
                    <a:pt x="2" y="358"/>
                  </a:lnTo>
                  <a:lnTo>
                    <a:pt x="2" y="358"/>
                  </a:lnTo>
                  <a:lnTo>
                    <a:pt x="2" y="358"/>
                  </a:lnTo>
                  <a:lnTo>
                    <a:pt x="4" y="358"/>
                  </a:lnTo>
                  <a:lnTo>
                    <a:pt x="4" y="358"/>
                  </a:lnTo>
                  <a:lnTo>
                    <a:pt x="4" y="358"/>
                  </a:lnTo>
                  <a:lnTo>
                    <a:pt x="7" y="358"/>
                  </a:lnTo>
                  <a:lnTo>
                    <a:pt x="7" y="356"/>
                  </a:lnTo>
                  <a:lnTo>
                    <a:pt x="7" y="356"/>
                  </a:lnTo>
                  <a:lnTo>
                    <a:pt x="7" y="356"/>
                  </a:lnTo>
                  <a:lnTo>
                    <a:pt x="7" y="356"/>
                  </a:lnTo>
                  <a:lnTo>
                    <a:pt x="9" y="356"/>
                  </a:lnTo>
                  <a:lnTo>
                    <a:pt x="9" y="353"/>
                  </a:lnTo>
                  <a:lnTo>
                    <a:pt x="7" y="353"/>
                  </a:lnTo>
                  <a:lnTo>
                    <a:pt x="7" y="353"/>
                  </a:lnTo>
                  <a:lnTo>
                    <a:pt x="7" y="351"/>
                  </a:lnTo>
                  <a:lnTo>
                    <a:pt x="7" y="351"/>
                  </a:lnTo>
                  <a:lnTo>
                    <a:pt x="7" y="351"/>
                  </a:lnTo>
                  <a:lnTo>
                    <a:pt x="4" y="351"/>
                  </a:lnTo>
                  <a:lnTo>
                    <a:pt x="4" y="349"/>
                  </a:lnTo>
                  <a:lnTo>
                    <a:pt x="4" y="349"/>
                  </a:lnTo>
                  <a:lnTo>
                    <a:pt x="7" y="349"/>
                  </a:lnTo>
                  <a:lnTo>
                    <a:pt x="7" y="346"/>
                  </a:lnTo>
                  <a:lnTo>
                    <a:pt x="7" y="346"/>
                  </a:lnTo>
                  <a:lnTo>
                    <a:pt x="7" y="346"/>
                  </a:lnTo>
                  <a:lnTo>
                    <a:pt x="7" y="346"/>
                  </a:lnTo>
                  <a:lnTo>
                    <a:pt x="9" y="346"/>
                  </a:lnTo>
                  <a:lnTo>
                    <a:pt x="9" y="344"/>
                  </a:lnTo>
                  <a:lnTo>
                    <a:pt x="9" y="344"/>
                  </a:lnTo>
                  <a:lnTo>
                    <a:pt x="9" y="344"/>
                  </a:lnTo>
                  <a:lnTo>
                    <a:pt x="9" y="341"/>
                  </a:lnTo>
                  <a:lnTo>
                    <a:pt x="9" y="341"/>
                  </a:lnTo>
                  <a:lnTo>
                    <a:pt x="12" y="341"/>
                  </a:lnTo>
                  <a:lnTo>
                    <a:pt x="12" y="341"/>
                  </a:lnTo>
                  <a:lnTo>
                    <a:pt x="12" y="341"/>
                  </a:lnTo>
                  <a:lnTo>
                    <a:pt x="12" y="341"/>
                  </a:lnTo>
                  <a:lnTo>
                    <a:pt x="14" y="341"/>
                  </a:lnTo>
                  <a:lnTo>
                    <a:pt x="14" y="341"/>
                  </a:lnTo>
                  <a:lnTo>
                    <a:pt x="16" y="341"/>
                  </a:lnTo>
                  <a:lnTo>
                    <a:pt x="16" y="341"/>
                  </a:lnTo>
                  <a:lnTo>
                    <a:pt x="16" y="341"/>
                  </a:lnTo>
                  <a:lnTo>
                    <a:pt x="16" y="341"/>
                  </a:lnTo>
                  <a:lnTo>
                    <a:pt x="16" y="341"/>
                  </a:lnTo>
                  <a:lnTo>
                    <a:pt x="19" y="341"/>
                  </a:lnTo>
                  <a:lnTo>
                    <a:pt x="19" y="341"/>
                  </a:lnTo>
                  <a:lnTo>
                    <a:pt x="19" y="339"/>
                  </a:lnTo>
                  <a:lnTo>
                    <a:pt x="19" y="339"/>
                  </a:lnTo>
                  <a:lnTo>
                    <a:pt x="19" y="339"/>
                  </a:lnTo>
                  <a:lnTo>
                    <a:pt x="21" y="339"/>
                  </a:lnTo>
                  <a:lnTo>
                    <a:pt x="21" y="337"/>
                  </a:lnTo>
                  <a:lnTo>
                    <a:pt x="21" y="337"/>
                  </a:lnTo>
                  <a:lnTo>
                    <a:pt x="21" y="337"/>
                  </a:lnTo>
                  <a:lnTo>
                    <a:pt x="23" y="337"/>
                  </a:lnTo>
                  <a:lnTo>
                    <a:pt x="23" y="337"/>
                  </a:lnTo>
                  <a:lnTo>
                    <a:pt x="23" y="337"/>
                  </a:lnTo>
                  <a:lnTo>
                    <a:pt x="23" y="337"/>
                  </a:lnTo>
                  <a:lnTo>
                    <a:pt x="26" y="337"/>
                  </a:lnTo>
                  <a:lnTo>
                    <a:pt x="26" y="337"/>
                  </a:lnTo>
                  <a:lnTo>
                    <a:pt x="26" y="337"/>
                  </a:lnTo>
                  <a:lnTo>
                    <a:pt x="28" y="337"/>
                  </a:lnTo>
                  <a:lnTo>
                    <a:pt x="28" y="334"/>
                  </a:lnTo>
                  <a:lnTo>
                    <a:pt x="26" y="334"/>
                  </a:lnTo>
                  <a:lnTo>
                    <a:pt x="26" y="334"/>
                  </a:lnTo>
                  <a:lnTo>
                    <a:pt x="26" y="334"/>
                  </a:lnTo>
                  <a:lnTo>
                    <a:pt x="26" y="332"/>
                  </a:lnTo>
                  <a:lnTo>
                    <a:pt x="26" y="332"/>
                  </a:lnTo>
                  <a:lnTo>
                    <a:pt x="26" y="332"/>
                  </a:lnTo>
                  <a:lnTo>
                    <a:pt x="26" y="330"/>
                  </a:lnTo>
                  <a:lnTo>
                    <a:pt x="28" y="330"/>
                  </a:lnTo>
                  <a:lnTo>
                    <a:pt x="28" y="332"/>
                  </a:lnTo>
                  <a:lnTo>
                    <a:pt x="28" y="332"/>
                  </a:lnTo>
                  <a:lnTo>
                    <a:pt x="30" y="332"/>
                  </a:lnTo>
                  <a:lnTo>
                    <a:pt x="30" y="332"/>
                  </a:lnTo>
                  <a:lnTo>
                    <a:pt x="30" y="332"/>
                  </a:lnTo>
                  <a:lnTo>
                    <a:pt x="30" y="332"/>
                  </a:lnTo>
                  <a:lnTo>
                    <a:pt x="33" y="332"/>
                  </a:lnTo>
                  <a:lnTo>
                    <a:pt x="33" y="332"/>
                  </a:lnTo>
                  <a:lnTo>
                    <a:pt x="33" y="332"/>
                  </a:lnTo>
                  <a:lnTo>
                    <a:pt x="35" y="332"/>
                  </a:lnTo>
                  <a:lnTo>
                    <a:pt x="35" y="332"/>
                  </a:lnTo>
                  <a:lnTo>
                    <a:pt x="38" y="332"/>
                  </a:lnTo>
                  <a:lnTo>
                    <a:pt x="38" y="332"/>
                  </a:lnTo>
                  <a:lnTo>
                    <a:pt x="38" y="332"/>
                  </a:lnTo>
                  <a:lnTo>
                    <a:pt x="38" y="330"/>
                  </a:lnTo>
                  <a:lnTo>
                    <a:pt x="38" y="330"/>
                  </a:lnTo>
                  <a:lnTo>
                    <a:pt x="40" y="330"/>
                  </a:lnTo>
                  <a:lnTo>
                    <a:pt x="40" y="330"/>
                  </a:lnTo>
                  <a:lnTo>
                    <a:pt x="40" y="330"/>
                  </a:lnTo>
                  <a:lnTo>
                    <a:pt x="40" y="327"/>
                  </a:lnTo>
                  <a:lnTo>
                    <a:pt x="42" y="327"/>
                  </a:lnTo>
                  <a:lnTo>
                    <a:pt x="42" y="327"/>
                  </a:lnTo>
                  <a:lnTo>
                    <a:pt x="42" y="327"/>
                  </a:lnTo>
                  <a:lnTo>
                    <a:pt x="42" y="327"/>
                  </a:lnTo>
                  <a:lnTo>
                    <a:pt x="42" y="327"/>
                  </a:lnTo>
                  <a:lnTo>
                    <a:pt x="45" y="327"/>
                  </a:lnTo>
                  <a:lnTo>
                    <a:pt x="45" y="330"/>
                  </a:lnTo>
                  <a:lnTo>
                    <a:pt x="45" y="330"/>
                  </a:lnTo>
                  <a:lnTo>
                    <a:pt x="45" y="332"/>
                  </a:lnTo>
                  <a:lnTo>
                    <a:pt x="45" y="332"/>
                  </a:lnTo>
                  <a:lnTo>
                    <a:pt x="45" y="332"/>
                  </a:lnTo>
                  <a:lnTo>
                    <a:pt x="45" y="332"/>
                  </a:lnTo>
                  <a:lnTo>
                    <a:pt x="45" y="334"/>
                  </a:lnTo>
                  <a:lnTo>
                    <a:pt x="45" y="334"/>
                  </a:lnTo>
                  <a:lnTo>
                    <a:pt x="45" y="334"/>
                  </a:lnTo>
                  <a:lnTo>
                    <a:pt x="45" y="337"/>
                  </a:lnTo>
                  <a:lnTo>
                    <a:pt x="45" y="337"/>
                  </a:lnTo>
                  <a:lnTo>
                    <a:pt x="45" y="337"/>
                  </a:lnTo>
                  <a:lnTo>
                    <a:pt x="47" y="337"/>
                  </a:lnTo>
                  <a:lnTo>
                    <a:pt x="47" y="337"/>
                  </a:lnTo>
                  <a:lnTo>
                    <a:pt x="47" y="337"/>
                  </a:lnTo>
                  <a:lnTo>
                    <a:pt x="49" y="337"/>
                  </a:lnTo>
                  <a:lnTo>
                    <a:pt x="49" y="337"/>
                  </a:lnTo>
                  <a:lnTo>
                    <a:pt x="49" y="337"/>
                  </a:lnTo>
                  <a:lnTo>
                    <a:pt x="49" y="337"/>
                  </a:lnTo>
                  <a:lnTo>
                    <a:pt x="49" y="337"/>
                  </a:lnTo>
                  <a:lnTo>
                    <a:pt x="52" y="337"/>
                  </a:lnTo>
                  <a:lnTo>
                    <a:pt x="52" y="334"/>
                  </a:lnTo>
                  <a:lnTo>
                    <a:pt x="52" y="334"/>
                  </a:lnTo>
                  <a:lnTo>
                    <a:pt x="52" y="334"/>
                  </a:lnTo>
                  <a:lnTo>
                    <a:pt x="52" y="334"/>
                  </a:lnTo>
                  <a:lnTo>
                    <a:pt x="54" y="334"/>
                  </a:lnTo>
                  <a:lnTo>
                    <a:pt x="54" y="334"/>
                  </a:lnTo>
                  <a:lnTo>
                    <a:pt x="54" y="334"/>
                  </a:lnTo>
                  <a:lnTo>
                    <a:pt x="57" y="334"/>
                  </a:lnTo>
                  <a:lnTo>
                    <a:pt x="57" y="334"/>
                  </a:lnTo>
                  <a:lnTo>
                    <a:pt x="57" y="334"/>
                  </a:lnTo>
                  <a:lnTo>
                    <a:pt x="57" y="334"/>
                  </a:lnTo>
                  <a:lnTo>
                    <a:pt x="57" y="332"/>
                  </a:lnTo>
                  <a:lnTo>
                    <a:pt x="59" y="332"/>
                  </a:lnTo>
                  <a:lnTo>
                    <a:pt x="59" y="332"/>
                  </a:lnTo>
                  <a:lnTo>
                    <a:pt x="59" y="334"/>
                  </a:lnTo>
                  <a:lnTo>
                    <a:pt x="59" y="334"/>
                  </a:lnTo>
                  <a:lnTo>
                    <a:pt x="59" y="334"/>
                  </a:lnTo>
                  <a:lnTo>
                    <a:pt x="61" y="334"/>
                  </a:lnTo>
                  <a:lnTo>
                    <a:pt x="61" y="334"/>
                  </a:lnTo>
                  <a:lnTo>
                    <a:pt x="61" y="334"/>
                  </a:lnTo>
                  <a:lnTo>
                    <a:pt x="64" y="334"/>
                  </a:lnTo>
                  <a:lnTo>
                    <a:pt x="64" y="332"/>
                  </a:lnTo>
                  <a:lnTo>
                    <a:pt x="64" y="332"/>
                  </a:lnTo>
                  <a:lnTo>
                    <a:pt x="64" y="332"/>
                  </a:lnTo>
                  <a:lnTo>
                    <a:pt x="64" y="330"/>
                  </a:lnTo>
                  <a:lnTo>
                    <a:pt x="64" y="330"/>
                  </a:lnTo>
                  <a:lnTo>
                    <a:pt x="64" y="330"/>
                  </a:lnTo>
                  <a:lnTo>
                    <a:pt x="66" y="330"/>
                  </a:lnTo>
                  <a:lnTo>
                    <a:pt x="66" y="327"/>
                  </a:lnTo>
                  <a:lnTo>
                    <a:pt x="66" y="327"/>
                  </a:lnTo>
                  <a:lnTo>
                    <a:pt x="66" y="325"/>
                  </a:lnTo>
                  <a:lnTo>
                    <a:pt x="66" y="325"/>
                  </a:lnTo>
                  <a:lnTo>
                    <a:pt x="66" y="325"/>
                  </a:lnTo>
                  <a:lnTo>
                    <a:pt x="66" y="325"/>
                  </a:lnTo>
                  <a:lnTo>
                    <a:pt x="66" y="325"/>
                  </a:lnTo>
                  <a:lnTo>
                    <a:pt x="66" y="323"/>
                  </a:lnTo>
                  <a:lnTo>
                    <a:pt x="68" y="323"/>
                  </a:lnTo>
                  <a:lnTo>
                    <a:pt x="68" y="323"/>
                  </a:lnTo>
                  <a:lnTo>
                    <a:pt x="68" y="323"/>
                  </a:lnTo>
                  <a:lnTo>
                    <a:pt x="68" y="320"/>
                  </a:lnTo>
                  <a:lnTo>
                    <a:pt x="68" y="320"/>
                  </a:lnTo>
                  <a:lnTo>
                    <a:pt x="71" y="320"/>
                  </a:lnTo>
                  <a:lnTo>
                    <a:pt x="71" y="318"/>
                  </a:lnTo>
                  <a:lnTo>
                    <a:pt x="71" y="318"/>
                  </a:lnTo>
                  <a:lnTo>
                    <a:pt x="71" y="318"/>
                  </a:lnTo>
                  <a:lnTo>
                    <a:pt x="71" y="318"/>
                  </a:lnTo>
                  <a:lnTo>
                    <a:pt x="71" y="318"/>
                  </a:lnTo>
                  <a:lnTo>
                    <a:pt x="71" y="318"/>
                  </a:lnTo>
                  <a:lnTo>
                    <a:pt x="73" y="318"/>
                  </a:lnTo>
                  <a:lnTo>
                    <a:pt x="73" y="318"/>
                  </a:lnTo>
                  <a:lnTo>
                    <a:pt x="75" y="318"/>
                  </a:lnTo>
                  <a:lnTo>
                    <a:pt x="75" y="318"/>
                  </a:lnTo>
                  <a:lnTo>
                    <a:pt x="75" y="318"/>
                  </a:lnTo>
                  <a:lnTo>
                    <a:pt x="75" y="318"/>
                  </a:lnTo>
                  <a:lnTo>
                    <a:pt x="78" y="318"/>
                  </a:lnTo>
                  <a:lnTo>
                    <a:pt x="78" y="318"/>
                  </a:lnTo>
                  <a:lnTo>
                    <a:pt x="78" y="318"/>
                  </a:lnTo>
                  <a:lnTo>
                    <a:pt x="80" y="318"/>
                  </a:lnTo>
                  <a:lnTo>
                    <a:pt x="80" y="318"/>
                  </a:lnTo>
                  <a:lnTo>
                    <a:pt x="83" y="318"/>
                  </a:lnTo>
                  <a:lnTo>
                    <a:pt x="83" y="318"/>
                  </a:lnTo>
                  <a:lnTo>
                    <a:pt x="83" y="320"/>
                  </a:lnTo>
                  <a:lnTo>
                    <a:pt x="83" y="320"/>
                  </a:lnTo>
                  <a:lnTo>
                    <a:pt x="83" y="318"/>
                  </a:lnTo>
                  <a:lnTo>
                    <a:pt x="85" y="318"/>
                  </a:lnTo>
                  <a:lnTo>
                    <a:pt x="85" y="318"/>
                  </a:lnTo>
                  <a:lnTo>
                    <a:pt x="85" y="318"/>
                  </a:lnTo>
                  <a:lnTo>
                    <a:pt x="85" y="318"/>
                  </a:lnTo>
                  <a:lnTo>
                    <a:pt x="87" y="318"/>
                  </a:lnTo>
                  <a:lnTo>
                    <a:pt x="87" y="318"/>
                  </a:lnTo>
                  <a:lnTo>
                    <a:pt x="90" y="318"/>
                  </a:lnTo>
                  <a:lnTo>
                    <a:pt x="90" y="318"/>
                  </a:lnTo>
                  <a:lnTo>
                    <a:pt x="90" y="318"/>
                  </a:lnTo>
                  <a:lnTo>
                    <a:pt x="92" y="318"/>
                  </a:lnTo>
                  <a:lnTo>
                    <a:pt x="92" y="315"/>
                  </a:lnTo>
                  <a:lnTo>
                    <a:pt x="92" y="315"/>
                  </a:lnTo>
                  <a:lnTo>
                    <a:pt x="92" y="315"/>
                  </a:lnTo>
                  <a:lnTo>
                    <a:pt x="94" y="315"/>
                  </a:lnTo>
                  <a:lnTo>
                    <a:pt x="94" y="315"/>
                  </a:lnTo>
                  <a:lnTo>
                    <a:pt x="94" y="318"/>
                  </a:lnTo>
                  <a:lnTo>
                    <a:pt x="97" y="318"/>
                  </a:lnTo>
                  <a:lnTo>
                    <a:pt x="97" y="318"/>
                  </a:lnTo>
                  <a:lnTo>
                    <a:pt x="97" y="318"/>
                  </a:lnTo>
                  <a:lnTo>
                    <a:pt x="97" y="315"/>
                  </a:lnTo>
                  <a:lnTo>
                    <a:pt x="99" y="315"/>
                  </a:lnTo>
                  <a:lnTo>
                    <a:pt x="99" y="315"/>
                  </a:lnTo>
                  <a:lnTo>
                    <a:pt x="99" y="315"/>
                  </a:lnTo>
                  <a:lnTo>
                    <a:pt x="99" y="315"/>
                  </a:lnTo>
                  <a:lnTo>
                    <a:pt x="99" y="315"/>
                  </a:lnTo>
                  <a:lnTo>
                    <a:pt x="99" y="313"/>
                  </a:lnTo>
                  <a:lnTo>
                    <a:pt x="101" y="313"/>
                  </a:lnTo>
                  <a:lnTo>
                    <a:pt x="101" y="313"/>
                  </a:lnTo>
                  <a:lnTo>
                    <a:pt x="101" y="313"/>
                  </a:lnTo>
                  <a:lnTo>
                    <a:pt x="104" y="313"/>
                  </a:lnTo>
                  <a:lnTo>
                    <a:pt x="104" y="311"/>
                  </a:lnTo>
                  <a:lnTo>
                    <a:pt x="104" y="311"/>
                  </a:lnTo>
                  <a:lnTo>
                    <a:pt x="104" y="311"/>
                  </a:lnTo>
                  <a:lnTo>
                    <a:pt x="104" y="311"/>
                  </a:lnTo>
                  <a:lnTo>
                    <a:pt x="104" y="308"/>
                  </a:lnTo>
                  <a:lnTo>
                    <a:pt x="104" y="308"/>
                  </a:lnTo>
                  <a:lnTo>
                    <a:pt x="104" y="308"/>
                  </a:lnTo>
                  <a:lnTo>
                    <a:pt x="104" y="308"/>
                  </a:lnTo>
                  <a:lnTo>
                    <a:pt x="106" y="308"/>
                  </a:lnTo>
                  <a:lnTo>
                    <a:pt x="106" y="306"/>
                  </a:lnTo>
                  <a:lnTo>
                    <a:pt x="106" y="306"/>
                  </a:lnTo>
                  <a:lnTo>
                    <a:pt x="109" y="306"/>
                  </a:lnTo>
                  <a:lnTo>
                    <a:pt x="109" y="306"/>
                  </a:lnTo>
                  <a:lnTo>
                    <a:pt x="109" y="306"/>
                  </a:lnTo>
                  <a:lnTo>
                    <a:pt x="109" y="306"/>
                  </a:lnTo>
                  <a:lnTo>
                    <a:pt x="109" y="306"/>
                  </a:lnTo>
                  <a:lnTo>
                    <a:pt x="111" y="306"/>
                  </a:lnTo>
                  <a:lnTo>
                    <a:pt x="111" y="306"/>
                  </a:lnTo>
                  <a:lnTo>
                    <a:pt x="111" y="306"/>
                  </a:lnTo>
                  <a:lnTo>
                    <a:pt x="111" y="304"/>
                  </a:lnTo>
                  <a:lnTo>
                    <a:pt x="113" y="304"/>
                  </a:lnTo>
                  <a:lnTo>
                    <a:pt x="113" y="304"/>
                  </a:lnTo>
                  <a:lnTo>
                    <a:pt x="113" y="304"/>
                  </a:lnTo>
                  <a:lnTo>
                    <a:pt x="116" y="304"/>
                  </a:lnTo>
                  <a:lnTo>
                    <a:pt x="116" y="301"/>
                  </a:lnTo>
                  <a:lnTo>
                    <a:pt x="116" y="301"/>
                  </a:lnTo>
                  <a:lnTo>
                    <a:pt x="116" y="301"/>
                  </a:lnTo>
                  <a:lnTo>
                    <a:pt x="118" y="301"/>
                  </a:lnTo>
                  <a:lnTo>
                    <a:pt x="118" y="301"/>
                  </a:lnTo>
                  <a:lnTo>
                    <a:pt x="118" y="301"/>
                  </a:lnTo>
                  <a:lnTo>
                    <a:pt x="118" y="301"/>
                  </a:lnTo>
                  <a:lnTo>
                    <a:pt x="118" y="299"/>
                  </a:lnTo>
                  <a:lnTo>
                    <a:pt x="120" y="299"/>
                  </a:lnTo>
                  <a:lnTo>
                    <a:pt x="120" y="299"/>
                  </a:lnTo>
                  <a:lnTo>
                    <a:pt x="123" y="299"/>
                  </a:lnTo>
                  <a:lnTo>
                    <a:pt x="123" y="299"/>
                  </a:lnTo>
                  <a:lnTo>
                    <a:pt x="123" y="299"/>
                  </a:lnTo>
                  <a:lnTo>
                    <a:pt x="123" y="299"/>
                  </a:lnTo>
                  <a:lnTo>
                    <a:pt x="125" y="299"/>
                  </a:lnTo>
                  <a:lnTo>
                    <a:pt x="125" y="296"/>
                  </a:lnTo>
                  <a:lnTo>
                    <a:pt x="125" y="296"/>
                  </a:lnTo>
                  <a:lnTo>
                    <a:pt x="125" y="296"/>
                  </a:lnTo>
                  <a:lnTo>
                    <a:pt x="128" y="296"/>
                  </a:lnTo>
                  <a:lnTo>
                    <a:pt x="128" y="299"/>
                  </a:lnTo>
                  <a:lnTo>
                    <a:pt x="128" y="299"/>
                  </a:lnTo>
                  <a:lnTo>
                    <a:pt x="130" y="299"/>
                  </a:lnTo>
                  <a:lnTo>
                    <a:pt x="130" y="299"/>
                  </a:lnTo>
                  <a:lnTo>
                    <a:pt x="130" y="299"/>
                  </a:lnTo>
                  <a:lnTo>
                    <a:pt x="132" y="299"/>
                  </a:lnTo>
                  <a:lnTo>
                    <a:pt x="132" y="296"/>
                  </a:lnTo>
                  <a:lnTo>
                    <a:pt x="132" y="296"/>
                  </a:lnTo>
                  <a:lnTo>
                    <a:pt x="132" y="296"/>
                  </a:lnTo>
                  <a:lnTo>
                    <a:pt x="132" y="296"/>
                  </a:lnTo>
                  <a:lnTo>
                    <a:pt x="132" y="296"/>
                  </a:lnTo>
                  <a:lnTo>
                    <a:pt x="132" y="294"/>
                  </a:lnTo>
                  <a:lnTo>
                    <a:pt x="135" y="294"/>
                  </a:lnTo>
                  <a:lnTo>
                    <a:pt x="135" y="296"/>
                  </a:lnTo>
                  <a:lnTo>
                    <a:pt x="135" y="296"/>
                  </a:lnTo>
                  <a:lnTo>
                    <a:pt x="137" y="296"/>
                  </a:lnTo>
                  <a:lnTo>
                    <a:pt x="137" y="294"/>
                  </a:lnTo>
                  <a:lnTo>
                    <a:pt x="137" y="294"/>
                  </a:lnTo>
                  <a:lnTo>
                    <a:pt x="137" y="292"/>
                  </a:lnTo>
                  <a:lnTo>
                    <a:pt x="137" y="292"/>
                  </a:lnTo>
                  <a:lnTo>
                    <a:pt x="137" y="292"/>
                  </a:lnTo>
                  <a:lnTo>
                    <a:pt x="139" y="292"/>
                  </a:lnTo>
                  <a:lnTo>
                    <a:pt x="139" y="292"/>
                  </a:lnTo>
                  <a:lnTo>
                    <a:pt x="139" y="292"/>
                  </a:lnTo>
                  <a:lnTo>
                    <a:pt x="142" y="292"/>
                  </a:lnTo>
                  <a:lnTo>
                    <a:pt x="142" y="292"/>
                  </a:lnTo>
                  <a:lnTo>
                    <a:pt x="144" y="292"/>
                  </a:lnTo>
                  <a:lnTo>
                    <a:pt x="144" y="292"/>
                  </a:lnTo>
                  <a:lnTo>
                    <a:pt x="144" y="289"/>
                  </a:lnTo>
                  <a:lnTo>
                    <a:pt x="144" y="289"/>
                  </a:lnTo>
                  <a:lnTo>
                    <a:pt x="144" y="287"/>
                  </a:lnTo>
                  <a:lnTo>
                    <a:pt x="144" y="287"/>
                  </a:lnTo>
                  <a:lnTo>
                    <a:pt x="144" y="287"/>
                  </a:lnTo>
                  <a:lnTo>
                    <a:pt x="144" y="287"/>
                  </a:lnTo>
                  <a:lnTo>
                    <a:pt x="144" y="287"/>
                  </a:lnTo>
                  <a:lnTo>
                    <a:pt x="144" y="285"/>
                  </a:lnTo>
                  <a:lnTo>
                    <a:pt x="144" y="285"/>
                  </a:lnTo>
                  <a:lnTo>
                    <a:pt x="142" y="285"/>
                  </a:lnTo>
                  <a:lnTo>
                    <a:pt x="142" y="282"/>
                  </a:lnTo>
                  <a:lnTo>
                    <a:pt x="142" y="282"/>
                  </a:lnTo>
                  <a:lnTo>
                    <a:pt x="142" y="280"/>
                  </a:lnTo>
                  <a:lnTo>
                    <a:pt x="144" y="280"/>
                  </a:lnTo>
                  <a:lnTo>
                    <a:pt x="144" y="280"/>
                  </a:lnTo>
                  <a:lnTo>
                    <a:pt x="142" y="280"/>
                  </a:lnTo>
                  <a:lnTo>
                    <a:pt x="142" y="278"/>
                  </a:lnTo>
                  <a:lnTo>
                    <a:pt x="142" y="278"/>
                  </a:lnTo>
                  <a:lnTo>
                    <a:pt x="142" y="278"/>
                  </a:lnTo>
                  <a:lnTo>
                    <a:pt x="142" y="278"/>
                  </a:lnTo>
                  <a:lnTo>
                    <a:pt x="142" y="278"/>
                  </a:lnTo>
                  <a:lnTo>
                    <a:pt x="142" y="275"/>
                  </a:lnTo>
                  <a:lnTo>
                    <a:pt x="142" y="275"/>
                  </a:lnTo>
                  <a:lnTo>
                    <a:pt x="144" y="275"/>
                  </a:lnTo>
                  <a:lnTo>
                    <a:pt x="144" y="273"/>
                  </a:lnTo>
                  <a:lnTo>
                    <a:pt x="144" y="273"/>
                  </a:lnTo>
                  <a:lnTo>
                    <a:pt x="144" y="273"/>
                  </a:lnTo>
                  <a:lnTo>
                    <a:pt x="144" y="273"/>
                  </a:lnTo>
                  <a:lnTo>
                    <a:pt x="146" y="273"/>
                  </a:lnTo>
                  <a:lnTo>
                    <a:pt x="146" y="273"/>
                  </a:lnTo>
                  <a:lnTo>
                    <a:pt x="149" y="273"/>
                  </a:lnTo>
                  <a:lnTo>
                    <a:pt x="149" y="270"/>
                  </a:lnTo>
                  <a:lnTo>
                    <a:pt x="149" y="270"/>
                  </a:lnTo>
                  <a:lnTo>
                    <a:pt x="149" y="270"/>
                  </a:lnTo>
                  <a:lnTo>
                    <a:pt x="151" y="270"/>
                  </a:lnTo>
                  <a:lnTo>
                    <a:pt x="151" y="270"/>
                  </a:lnTo>
                  <a:lnTo>
                    <a:pt x="149" y="270"/>
                  </a:lnTo>
                  <a:lnTo>
                    <a:pt x="149" y="270"/>
                  </a:lnTo>
                  <a:lnTo>
                    <a:pt x="149" y="268"/>
                  </a:lnTo>
                  <a:lnTo>
                    <a:pt x="149" y="268"/>
                  </a:lnTo>
                  <a:lnTo>
                    <a:pt x="146" y="268"/>
                  </a:lnTo>
                  <a:lnTo>
                    <a:pt x="146" y="268"/>
                  </a:lnTo>
                  <a:lnTo>
                    <a:pt x="146" y="268"/>
                  </a:lnTo>
                  <a:lnTo>
                    <a:pt x="146" y="266"/>
                  </a:lnTo>
                  <a:lnTo>
                    <a:pt x="146" y="266"/>
                  </a:lnTo>
                  <a:lnTo>
                    <a:pt x="146" y="266"/>
                  </a:lnTo>
                  <a:lnTo>
                    <a:pt x="149" y="266"/>
                  </a:lnTo>
                  <a:lnTo>
                    <a:pt x="149" y="266"/>
                  </a:lnTo>
                  <a:lnTo>
                    <a:pt x="149" y="266"/>
                  </a:lnTo>
                  <a:lnTo>
                    <a:pt x="149" y="266"/>
                  </a:lnTo>
                  <a:lnTo>
                    <a:pt x="151" y="266"/>
                  </a:lnTo>
                  <a:lnTo>
                    <a:pt x="151" y="266"/>
                  </a:lnTo>
                  <a:lnTo>
                    <a:pt x="151" y="266"/>
                  </a:lnTo>
                  <a:lnTo>
                    <a:pt x="154" y="266"/>
                  </a:lnTo>
                  <a:lnTo>
                    <a:pt x="154" y="266"/>
                  </a:lnTo>
                  <a:lnTo>
                    <a:pt x="154" y="263"/>
                  </a:lnTo>
                  <a:lnTo>
                    <a:pt x="156" y="263"/>
                  </a:lnTo>
                  <a:lnTo>
                    <a:pt x="156" y="263"/>
                  </a:lnTo>
                  <a:lnTo>
                    <a:pt x="156" y="261"/>
                  </a:lnTo>
                  <a:lnTo>
                    <a:pt x="154" y="261"/>
                  </a:lnTo>
                  <a:lnTo>
                    <a:pt x="154" y="261"/>
                  </a:lnTo>
                  <a:lnTo>
                    <a:pt x="154" y="261"/>
                  </a:lnTo>
                  <a:lnTo>
                    <a:pt x="151" y="261"/>
                  </a:lnTo>
                  <a:lnTo>
                    <a:pt x="151" y="259"/>
                  </a:lnTo>
                  <a:lnTo>
                    <a:pt x="154" y="259"/>
                  </a:lnTo>
                  <a:lnTo>
                    <a:pt x="154" y="259"/>
                  </a:lnTo>
                  <a:lnTo>
                    <a:pt x="154" y="256"/>
                  </a:lnTo>
                  <a:lnTo>
                    <a:pt x="154" y="256"/>
                  </a:lnTo>
                  <a:lnTo>
                    <a:pt x="154" y="256"/>
                  </a:lnTo>
                  <a:lnTo>
                    <a:pt x="154" y="256"/>
                  </a:lnTo>
                  <a:lnTo>
                    <a:pt x="154" y="256"/>
                  </a:lnTo>
                  <a:lnTo>
                    <a:pt x="154" y="254"/>
                  </a:lnTo>
                  <a:lnTo>
                    <a:pt x="154" y="254"/>
                  </a:lnTo>
                  <a:lnTo>
                    <a:pt x="151" y="254"/>
                  </a:lnTo>
                  <a:lnTo>
                    <a:pt x="151" y="251"/>
                  </a:lnTo>
                  <a:lnTo>
                    <a:pt x="151" y="251"/>
                  </a:lnTo>
                  <a:lnTo>
                    <a:pt x="151" y="251"/>
                  </a:lnTo>
                  <a:lnTo>
                    <a:pt x="151" y="249"/>
                  </a:lnTo>
                  <a:lnTo>
                    <a:pt x="151" y="249"/>
                  </a:lnTo>
                  <a:lnTo>
                    <a:pt x="151" y="249"/>
                  </a:lnTo>
                  <a:lnTo>
                    <a:pt x="151" y="247"/>
                  </a:lnTo>
                  <a:lnTo>
                    <a:pt x="149" y="247"/>
                  </a:lnTo>
                  <a:lnTo>
                    <a:pt x="149" y="247"/>
                  </a:lnTo>
                  <a:lnTo>
                    <a:pt x="149" y="247"/>
                  </a:lnTo>
                  <a:lnTo>
                    <a:pt x="149" y="247"/>
                  </a:lnTo>
                  <a:lnTo>
                    <a:pt x="149" y="244"/>
                  </a:lnTo>
                  <a:lnTo>
                    <a:pt x="149" y="244"/>
                  </a:lnTo>
                  <a:lnTo>
                    <a:pt x="149" y="244"/>
                  </a:lnTo>
                  <a:lnTo>
                    <a:pt x="149" y="242"/>
                  </a:lnTo>
                  <a:lnTo>
                    <a:pt x="149" y="242"/>
                  </a:lnTo>
                  <a:lnTo>
                    <a:pt x="149" y="240"/>
                  </a:lnTo>
                  <a:lnTo>
                    <a:pt x="146" y="240"/>
                  </a:lnTo>
                  <a:lnTo>
                    <a:pt x="146" y="240"/>
                  </a:lnTo>
                  <a:lnTo>
                    <a:pt x="146" y="237"/>
                  </a:lnTo>
                  <a:lnTo>
                    <a:pt x="146" y="237"/>
                  </a:lnTo>
                  <a:lnTo>
                    <a:pt x="146" y="237"/>
                  </a:lnTo>
                  <a:lnTo>
                    <a:pt x="146" y="235"/>
                  </a:lnTo>
                  <a:lnTo>
                    <a:pt x="146" y="235"/>
                  </a:lnTo>
                  <a:lnTo>
                    <a:pt x="146" y="235"/>
                  </a:lnTo>
                  <a:lnTo>
                    <a:pt x="146" y="232"/>
                  </a:lnTo>
                  <a:lnTo>
                    <a:pt x="146" y="232"/>
                  </a:lnTo>
                  <a:lnTo>
                    <a:pt x="146" y="230"/>
                  </a:lnTo>
                  <a:lnTo>
                    <a:pt x="144" y="230"/>
                  </a:lnTo>
                  <a:lnTo>
                    <a:pt x="144" y="230"/>
                  </a:lnTo>
                  <a:lnTo>
                    <a:pt x="146" y="230"/>
                  </a:lnTo>
                  <a:lnTo>
                    <a:pt x="146" y="228"/>
                  </a:lnTo>
                  <a:lnTo>
                    <a:pt x="146" y="228"/>
                  </a:lnTo>
                  <a:lnTo>
                    <a:pt x="146" y="228"/>
                  </a:lnTo>
                  <a:lnTo>
                    <a:pt x="146" y="228"/>
                  </a:lnTo>
                  <a:lnTo>
                    <a:pt x="146" y="228"/>
                  </a:lnTo>
                  <a:lnTo>
                    <a:pt x="146" y="225"/>
                  </a:lnTo>
                  <a:lnTo>
                    <a:pt x="146" y="225"/>
                  </a:lnTo>
                  <a:lnTo>
                    <a:pt x="146" y="225"/>
                  </a:lnTo>
                  <a:lnTo>
                    <a:pt x="149" y="225"/>
                  </a:lnTo>
                  <a:lnTo>
                    <a:pt x="149" y="225"/>
                  </a:lnTo>
                  <a:lnTo>
                    <a:pt x="149" y="223"/>
                  </a:lnTo>
                  <a:lnTo>
                    <a:pt x="149" y="223"/>
                  </a:lnTo>
                  <a:lnTo>
                    <a:pt x="146" y="223"/>
                  </a:lnTo>
                  <a:lnTo>
                    <a:pt x="146" y="223"/>
                  </a:lnTo>
                  <a:lnTo>
                    <a:pt x="146" y="223"/>
                  </a:lnTo>
                  <a:lnTo>
                    <a:pt x="144" y="223"/>
                  </a:lnTo>
                  <a:lnTo>
                    <a:pt x="144" y="221"/>
                  </a:lnTo>
                  <a:lnTo>
                    <a:pt x="144" y="221"/>
                  </a:lnTo>
                  <a:lnTo>
                    <a:pt x="144" y="221"/>
                  </a:lnTo>
                  <a:lnTo>
                    <a:pt x="142" y="221"/>
                  </a:lnTo>
                  <a:lnTo>
                    <a:pt x="142" y="221"/>
                  </a:lnTo>
                  <a:lnTo>
                    <a:pt x="139" y="221"/>
                  </a:lnTo>
                  <a:lnTo>
                    <a:pt x="139" y="223"/>
                  </a:lnTo>
                  <a:lnTo>
                    <a:pt x="139" y="223"/>
                  </a:lnTo>
                  <a:lnTo>
                    <a:pt x="139" y="223"/>
                  </a:lnTo>
                  <a:lnTo>
                    <a:pt x="137" y="223"/>
                  </a:lnTo>
                  <a:lnTo>
                    <a:pt x="137" y="221"/>
                  </a:lnTo>
                  <a:lnTo>
                    <a:pt x="137" y="221"/>
                  </a:lnTo>
                  <a:lnTo>
                    <a:pt x="137" y="221"/>
                  </a:lnTo>
                  <a:lnTo>
                    <a:pt x="137" y="221"/>
                  </a:lnTo>
                  <a:lnTo>
                    <a:pt x="137" y="218"/>
                  </a:lnTo>
                  <a:lnTo>
                    <a:pt x="137" y="218"/>
                  </a:lnTo>
                  <a:lnTo>
                    <a:pt x="137" y="218"/>
                  </a:lnTo>
                  <a:lnTo>
                    <a:pt x="137" y="218"/>
                  </a:lnTo>
                  <a:lnTo>
                    <a:pt x="137" y="216"/>
                  </a:lnTo>
                  <a:lnTo>
                    <a:pt x="139" y="216"/>
                  </a:lnTo>
                  <a:lnTo>
                    <a:pt x="139" y="216"/>
                  </a:lnTo>
                  <a:lnTo>
                    <a:pt x="139" y="216"/>
                  </a:lnTo>
                  <a:lnTo>
                    <a:pt x="139" y="216"/>
                  </a:lnTo>
                  <a:lnTo>
                    <a:pt x="142" y="216"/>
                  </a:lnTo>
                  <a:lnTo>
                    <a:pt x="142" y="216"/>
                  </a:lnTo>
                  <a:lnTo>
                    <a:pt x="144" y="216"/>
                  </a:lnTo>
                  <a:lnTo>
                    <a:pt x="144" y="216"/>
                  </a:lnTo>
                  <a:lnTo>
                    <a:pt x="144" y="216"/>
                  </a:lnTo>
                  <a:lnTo>
                    <a:pt x="144" y="216"/>
                  </a:lnTo>
                  <a:lnTo>
                    <a:pt x="144" y="216"/>
                  </a:lnTo>
                  <a:lnTo>
                    <a:pt x="146" y="216"/>
                  </a:lnTo>
                  <a:lnTo>
                    <a:pt x="146" y="216"/>
                  </a:lnTo>
                  <a:lnTo>
                    <a:pt x="146" y="216"/>
                  </a:lnTo>
                  <a:lnTo>
                    <a:pt x="149" y="216"/>
                  </a:lnTo>
                  <a:lnTo>
                    <a:pt x="149" y="214"/>
                  </a:lnTo>
                  <a:lnTo>
                    <a:pt x="149" y="214"/>
                  </a:lnTo>
                  <a:lnTo>
                    <a:pt x="149" y="214"/>
                  </a:lnTo>
                  <a:lnTo>
                    <a:pt x="151" y="214"/>
                  </a:lnTo>
                  <a:lnTo>
                    <a:pt x="151" y="214"/>
                  </a:lnTo>
                  <a:lnTo>
                    <a:pt x="151" y="214"/>
                  </a:lnTo>
                  <a:lnTo>
                    <a:pt x="154" y="214"/>
                  </a:lnTo>
                  <a:lnTo>
                    <a:pt x="154" y="214"/>
                  </a:lnTo>
                  <a:lnTo>
                    <a:pt x="154" y="214"/>
                  </a:lnTo>
                  <a:lnTo>
                    <a:pt x="156" y="214"/>
                  </a:lnTo>
                  <a:lnTo>
                    <a:pt x="156" y="214"/>
                  </a:lnTo>
                  <a:lnTo>
                    <a:pt x="156" y="214"/>
                  </a:lnTo>
                  <a:lnTo>
                    <a:pt x="156" y="214"/>
                  </a:lnTo>
                  <a:lnTo>
                    <a:pt x="158" y="214"/>
                  </a:lnTo>
                  <a:lnTo>
                    <a:pt x="158" y="214"/>
                  </a:lnTo>
                  <a:lnTo>
                    <a:pt x="158" y="214"/>
                  </a:lnTo>
                  <a:lnTo>
                    <a:pt x="158" y="214"/>
                  </a:lnTo>
                  <a:lnTo>
                    <a:pt x="161" y="214"/>
                  </a:lnTo>
                  <a:lnTo>
                    <a:pt x="161" y="214"/>
                  </a:lnTo>
                  <a:lnTo>
                    <a:pt x="161" y="211"/>
                  </a:lnTo>
                  <a:lnTo>
                    <a:pt x="163" y="211"/>
                  </a:lnTo>
                  <a:lnTo>
                    <a:pt x="163" y="211"/>
                  </a:lnTo>
                  <a:lnTo>
                    <a:pt x="163" y="211"/>
                  </a:lnTo>
                  <a:lnTo>
                    <a:pt x="163" y="211"/>
                  </a:lnTo>
                  <a:lnTo>
                    <a:pt x="165" y="211"/>
                  </a:lnTo>
                  <a:lnTo>
                    <a:pt x="165" y="211"/>
                  </a:lnTo>
                  <a:lnTo>
                    <a:pt x="165" y="211"/>
                  </a:lnTo>
                  <a:lnTo>
                    <a:pt x="168" y="211"/>
                  </a:lnTo>
                  <a:lnTo>
                    <a:pt x="168" y="209"/>
                  </a:lnTo>
                  <a:lnTo>
                    <a:pt x="168" y="209"/>
                  </a:lnTo>
                  <a:lnTo>
                    <a:pt x="170" y="209"/>
                  </a:lnTo>
                  <a:lnTo>
                    <a:pt x="170" y="209"/>
                  </a:lnTo>
                  <a:lnTo>
                    <a:pt x="170" y="209"/>
                  </a:lnTo>
                  <a:lnTo>
                    <a:pt x="172" y="209"/>
                  </a:lnTo>
                  <a:lnTo>
                    <a:pt x="172" y="209"/>
                  </a:lnTo>
                  <a:lnTo>
                    <a:pt x="172" y="209"/>
                  </a:lnTo>
                  <a:lnTo>
                    <a:pt x="172" y="209"/>
                  </a:lnTo>
                  <a:lnTo>
                    <a:pt x="172" y="206"/>
                  </a:lnTo>
                  <a:lnTo>
                    <a:pt x="175" y="206"/>
                  </a:lnTo>
                  <a:lnTo>
                    <a:pt x="175" y="209"/>
                  </a:lnTo>
                  <a:lnTo>
                    <a:pt x="175" y="209"/>
                  </a:lnTo>
                  <a:lnTo>
                    <a:pt x="177" y="209"/>
                  </a:lnTo>
                  <a:lnTo>
                    <a:pt x="177" y="209"/>
                  </a:lnTo>
                  <a:lnTo>
                    <a:pt x="177" y="211"/>
                  </a:lnTo>
                  <a:lnTo>
                    <a:pt x="177" y="211"/>
                  </a:lnTo>
                  <a:lnTo>
                    <a:pt x="177" y="211"/>
                  </a:lnTo>
                  <a:lnTo>
                    <a:pt x="177" y="211"/>
                  </a:lnTo>
                  <a:lnTo>
                    <a:pt x="180" y="211"/>
                  </a:lnTo>
                  <a:lnTo>
                    <a:pt x="180" y="214"/>
                  </a:lnTo>
                  <a:lnTo>
                    <a:pt x="180" y="214"/>
                  </a:lnTo>
                  <a:lnTo>
                    <a:pt x="182" y="214"/>
                  </a:lnTo>
                  <a:lnTo>
                    <a:pt x="182" y="214"/>
                  </a:lnTo>
                  <a:lnTo>
                    <a:pt x="182" y="214"/>
                  </a:lnTo>
                  <a:lnTo>
                    <a:pt x="182" y="211"/>
                  </a:lnTo>
                  <a:lnTo>
                    <a:pt x="184" y="211"/>
                  </a:lnTo>
                  <a:lnTo>
                    <a:pt x="184" y="211"/>
                  </a:lnTo>
                  <a:lnTo>
                    <a:pt x="184" y="211"/>
                  </a:lnTo>
                  <a:lnTo>
                    <a:pt x="184" y="211"/>
                  </a:lnTo>
                  <a:lnTo>
                    <a:pt x="187" y="211"/>
                  </a:lnTo>
                  <a:lnTo>
                    <a:pt x="187" y="211"/>
                  </a:lnTo>
                  <a:lnTo>
                    <a:pt x="187" y="211"/>
                  </a:lnTo>
                  <a:lnTo>
                    <a:pt x="189" y="211"/>
                  </a:lnTo>
                  <a:lnTo>
                    <a:pt x="189" y="211"/>
                  </a:lnTo>
                  <a:lnTo>
                    <a:pt x="189" y="214"/>
                  </a:lnTo>
                  <a:lnTo>
                    <a:pt x="189" y="214"/>
                  </a:lnTo>
                  <a:lnTo>
                    <a:pt x="189" y="214"/>
                  </a:lnTo>
                  <a:lnTo>
                    <a:pt x="191" y="214"/>
                  </a:lnTo>
                  <a:lnTo>
                    <a:pt x="191" y="214"/>
                  </a:lnTo>
                  <a:lnTo>
                    <a:pt x="191" y="214"/>
                  </a:lnTo>
                  <a:lnTo>
                    <a:pt x="191" y="214"/>
                  </a:lnTo>
                  <a:lnTo>
                    <a:pt x="191" y="211"/>
                  </a:lnTo>
                  <a:lnTo>
                    <a:pt x="194" y="211"/>
                  </a:lnTo>
                  <a:lnTo>
                    <a:pt x="194" y="211"/>
                  </a:lnTo>
                  <a:lnTo>
                    <a:pt x="194" y="209"/>
                  </a:lnTo>
                  <a:lnTo>
                    <a:pt x="194" y="209"/>
                  </a:lnTo>
                  <a:lnTo>
                    <a:pt x="194" y="209"/>
                  </a:lnTo>
                  <a:lnTo>
                    <a:pt x="194" y="206"/>
                  </a:lnTo>
                  <a:lnTo>
                    <a:pt x="194" y="206"/>
                  </a:lnTo>
                  <a:lnTo>
                    <a:pt x="194" y="206"/>
                  </a:lnTo>
                  <a:lnTo>
                    <a:pt x="194" y="206"/>
                  </a:lnTo>
                  <a:lnTo>
                    <a:pt x="191" y="206"/>
                  </a:lnTo>
                  <a:lnTo>
                    <a:pt x="191" y="206"/>
                  </a:lnTo>
                  <a:lnTo>
                    <a:pt x="191" y="206"/>
                  </a:lnTo>
                  <a:lnTo>
                    <a:pt x="189" y="206"/>
                  </a:lnTo>
                  <a:lnTo>
                    <a:pt x="189" y="204"/>
                  </a:lnTo>
                  <a:lnTo>
                    <a:pt x="189" y="204"/>
                  </a:lnTo>
                  <a:lnTo>
                    <a:pt x="189" y="204"/>
                  </a:lnTo>
                  <a:lnTo>
                    <a:pt x="189" y="204"/>
                  </a:lnTo>
                  <a:lnTo>
                    <a:pt x="187" y="204"/>
                  </a:lnTo>
                  <a:lnTo>
                    <a:pt x="187" y="202"/>
                  </a:lnTo>
                  <a:lnTo>
                    <a:pt x="187" y="202"/>
                  </a:lnTo>
                  <a:lnTo>
                    <a:pt x="187" y="199"/>
                  </a:lnTo>
                  <a:lnTo>
                    <a:pt x="189" y="199"/>
                  </a:lnTo>
                  <a:lnTo>
                    <a:pt x="189" y="199"/>
                  </a:lnTo>
                  <a:lnTo>
                    <a:pt x="189" y="197"/>
                  </a:lnTo>
                  <a:lnTo>
                    <a:pt x="189" y="197"/>
                  </a:lnTo>
                  <a:lnTo>
                    <a:pt x="189" y="197"/>
                  </a:lnTo>
                  <a:lnTo>
                    <a:pt x="189" y="197"/>
                  </a:lnTo>
                  <a:lnTo>
                    <a:pt x="189" y="197"/>
                  </a:lnTo>
                  <a:lnTo>
                    <a:pt x="189" y="195"/>
                  </a:lnTo>
                  <a:lnTo>
                    <a:pt x="191" y="195"/>
                  </a:lnTo>
                  <a:lnTo>
                    <a:pt x="191" y="195"/>
                  </a:lnTo>
                  <a:lnTo>
                    <a:pt x="191" y="192"/>
                  </a:lnTo>
                  <a:lnTo>
                    <a:pt x="191" y="192"/>
                  </a:lnTo>
                  <a:lnTo>
                    <a:pt x="191" y="192"/>
                  </a:lnTo>
                  <a:lnTo>
                    <a:pt x="191" y="190"/>
                  </a:lnTo>
                  <a:lnTo>
                    <a:pt x="191" y="190"/>
                  </a:lnTo>
                  <a:lnTo>
                    <a:pt x="191" y="187"/>
                  </a:lnTo>
                  <a:lnTo>
                    <a:pt x="191" y="187"/>
                  </a:lnTo>
                  <a:lnTo>
                    <a:pt x="191" y="187"/>
                  </a:lnTo>
                  <a:lnTo>
                    <a:pt x="191" y="187"/>
                  </a:lnTo>
                  <a:lnTo>
                    <a:pt x="191" y="185"/>
                  </a:lnTo>
                  <a:lnTo>
                    <a:pt x="194" y="185"/>
                  </a:lnTo>
                  <a:lnTo>
                    <a:pt x="194" y="185"/>
                  </a:lnTo>
                  <a:lnTo>
                    <a:pt x="194" y="183"/>
                  </a:lnTo>
                  <a:lnTo>
                    <a:pt x="194" y="183"/>
                  </a:lnTo>
                  <a:lnTo>
                    <a:pt x="194" y="183"/>
                  </a:lnTo>
                  <a:lnTo>
                    <a:pt x="196" y="183"/>
                  </a:lnTo>
                  <a:lnTo>
                    <a:pt x="196" y="180"/>
                  </a:lnTo>
                  <a:lnTo>
                    <a:pt x="196" y="180"/>
                  </a:lnTo>
                  <a:lnTo>
                    <a:pt x="196" y="180"/>
                  </a:lnTo>
                  <a:lnTo>
                    <a:pt x="196" y="178"/>
                  </a:lnTo>
                  <a:lnTo>
                    <a:pt x="196" y="178"/>
                  </a:lnTo>
                  <a:lnTo>
                    <a:pt x="196" y="178"/>
                  </a:lnTo>
                  <a:lnTo>
                    <a:pt x="196" y="178"/>
                  </a:lnTo>
                  <a:lnTo>
                    <a:pt x="196" y="176"/>
                  </a:lnTo>
                  <a:lnTo>
                    <a:pt x="199" y="176"/>
                  </a:lnTo>
                  <a:lnTo>
                    <a:pt x="199" y="176"/>
                  </a:lnTo>
                  <a:lnTo>
                    <a:pt x="199" y="173"/>
                  </a:lnTo>
                  <a:lnTo>
                    <a:pt x="199" y="173"/>
                  </a:lnTo>
                  <a:lnTo>
                    <a:pt x="199" y="173"/>
                  </a:lnTo>
                  <a:lnTo>
                    <a:pt x="199" y="171"/>
                  </a:lnTo>
                  <a:lnTo>
                    <a:pt x="199" y="171"/>
                  </a:lnTo>
                  <a:lnTo>
                    <a:pt x="199" y="171"/>
                  </a:lnTo>
                  <a:lnTo>
                    <a:pt x="199" y="168"/>
                  </a:lnTo>
                  <a:lnTo>
                    <a:pt x="201" y="168"/>
                  </a:lnTo>
                  <a:lnTo>
                    <a:pt x="201" y="168"/>
                  </a:lnTo>
                  <a:lnTo>
                    <a:pt x="201" y="168"/>
                  </a:lnTo>
                  <a:lnTo>
                    <a:pt x="201" y="166"/>
                  </a:lnTo>
                  <a:lnTo>
                    <a:pt x="201" y="166"/>
                  </a:lnTo>
                  <a:lnTo>
                    <a:pt x="201" y="166"/>
                  </a:lnTo>
                  <a:lnTo>
                    <a:pt x="203" y="166"/>
                  </a:lnTo>
                  <a:lnTo>
                    <a:pt x="203" y="164"/>
                  </a:lnTo>
                  <a:lnTo>
                    <a:pt x="203" y="164"/>
                  </a:lnTo>
                  <a:lnTo>
                    <a:pt x="203" y="161"/>
                  </a:lnTo>
                  <a:lnTo>
                    <a:pt x="203" y="161"/>
                  </a:lnTo>
                  <a:lnTo>
                    <a:pt x="203" y="161"/>
                  </a:lnTo>
                  <a:lnTo>
                    <a:pt x="203" y="161"/>
                  </a:lnTo>
                  <a:lnTo>
                    <a:pt x="206" y="161"/>
                  </a:lnTo>
                  <a:lnTo>
                    <a:pt x="206" y="161"/>
                  </a:lnTo>
                  <a:lnTo>
                    <a:pt x="206" y="161"/>
                  </a:lnTo>
                  <a:lnTo>
                    <a:pt x="206" y="161"/>
                  </a:lnTo>
                  <a:lnTo>
                    <a:pt x="208" y="161"/>
                  </a:lnTo>
                  <a:lnTo>
                    <a:pt x="208" y="161"/>
                  </a:lnTo>
                  <a:lnTo>
                    <a:pt x="210" y="161"/>
                  </a:lnTo>
                  <a:lnTo>
                    <a:pt x="210" y="161"/>
                  </a:lnTo>
                  <a:lnTo>
                    <a:pt x="210" y="164"/>
                  </a:lnTo>
                  <a:lnTo>
                    <a:pt x="210" y="164"/>
                  </a:lnTo>
                  <a:lnTo>
                    <a:pt x="213" y="164"/>
                  </a:lnTo>
                  <a:lnTo>
                    <a:pt x="213" y="164"/>
                  </a:lnTo>
                  <a:lnTo>
                    <a:pt x="213" y="164"/>
                  </a:lnTo>
                  <a:lnTo>
                    <a:pt x="215" y="164"/>
                  </a:lnTo>
                  <a:lnTo>
                    <a:pt x="215" y="164"/>
                  </a:lnTo>
                  <a:lnTo>
                    <a:pt x="215" y="166"/>
                  </a:lnTo>
                  <a:lnTo>
                    <a:pt x="215" y="166"/>
                  </a:lnTo>
                  <a:lnTo>
                    <a:pt x="217" y="166"/>
                  </a:lnTo>
                  <a:lnTo>
                    <a:pt x="217" y="166"/>
                  </a:lnTo>
                  <a:lnTo>
                    <a:pt x="217" y="166"/>
                  </a:lnTo>
                  <a:lnTo>
                    <a:pt x="220" y="166"/>
                  </a:lnTo>
                  <a:lnTo>
                    <a:pt x="220" y="166"/>
                  </a:lnTo>
                  <a:lnTo>
                    <a:pt x="220" y="166"/>
                  </a:lnTo>
                  <a:lnTo>
                    <a:pt x="222" y="166"/>
                  </a:lnTo>
                  <a:lnTo>
                    <a:pt x="222" y="166"/>
                  </a:lnTo>
                  <a:lnTo>
                    <a:pt x="222" y="166"/>
                  </a:lnTo>
                  <a:lnTo>
                    <a:pt x="225" y="166"/>
                  </a:lnTo>
                  <a:lnTo>
                    <a:pt x="225" y="168"/>
                  </a:lnTo>
                  <a:lnTo>
                    <a:pt x="225" y="168"/>
                  </a:lnTo>
                  <a:lnTo>
                    <a:pt x="225" y="168"/>
                  </a:lnTo>
                  <a:lnTo>
                    <a:pt x="227" y="168"/>
                  </a:lnTo>
                  <a:lnTo>
                    <a:pt x="227" y="166"/>
                  </a:lnTo>
                  <a:lnTo>
                    <a:pt x="227" y="166"/>
                  </a:lnTo>
                  <a:lnTo>
                    <a:pt x="229" y="166"/>
                  </a:lnTo>
                  <a:lnTo>
                    <a:pt x="229" y="166"/>
                  </a:lnTo>
                  <a:lnTo>
                    <a:pt x="229" y="166"/>
                  </a:lnTo>
                  <a:lnTo>
                    <a:pt x="232" y="166"/>
                  </a:lnTo>
                  <a:lnTo>
                    <a:pt x="232" y="166"/>
                  </a:lnTo>
                  <a:lnTo>
                    <a:pt x="232" y="166"/>
                  </a:lnTo>
                  <a:lnTo>
                    <a:pt x="234" y="166"/>
                  </a:lnTo>
                  <a:lnTo>
                    <a:pt x="234" y="166"/>
                  </a:lnTo>
                  <a:lnTo>
                    <a:pt x="236" y="166"/>
                  </a:lnTo>
                  <a:lnTo>
                    <a:pt x="236" y="166"/>
                  </a:lnTo>
                  <a:lnTo>
                    <a:pt x="236" y="166"/>
                  </a:lnTo>
                  <a:lnTo>
                    <a:pt x="239" y="166"/>
                  </a:lnTo>
                  <a:lnTo>
                    <a:pt x="239" y="166"/>
                  </a:lnTo>
                  <a:lnTo>
                    <a:pt x="239" y="168"/>
                  </a:lnTo>
                  <a:lnTo>
                    <a:pt x="239" y="168"/>
                  </a:lnTo>
                  <a:lnTo>
                    <a:pt x="239" y="168"/>
                  </a:lnTo>
                  <a:lnTo>
                    <a:pt x="239" y="168"/>
                  </a:lnTo>
                  <a:lnTo>
                    <a:pt x="239" y="168"/>
                  </a:lnTo>
                  <a:lnTo>
                    <a:pt x="239" y="171"/>
                  </a:lnTo>
                  <a:lnTo>
                    <a:pt x="239" y="171"/>
                  </a:lnTo>
                  <a:lnTo>
                    <a:pt x="241" y="171"/>
                  </a:lnTo>
                  <a:lnTo>
                    <a:pt x="241" y="171"/>
                  </a:lnTo>
                  <a:lnTo>
                    <a:pt x="243" y="171"/>
                  </a:lnTo>
                  <a:lnTo>
                    <a:pt x="243" y="168"/>
                  </a:lnTo>
                  <a:lnTo>
                    <a:pt x="243" y="168"/>
                  </a:lnTo>
                  <a:lnTo>
                    <a:pt x="243" y="168"/>
                  </a:lnTo>
                  <a:lnTo>
                    <a:pt x="243" y="168"/>
                  </a:lnTo>
                  <a:lnTo>
                    <a:pt x="246" y="168"/>
                  </a:lnTo>
                  <a:lnTo>
                    <a:pt x="246" y="168"/>
                  </a:lnTo>
                  <a:lnTo>
                    <a:pt x="246" y="168"/>
                  </a:lnTo>
                  <a:lnTo>
                    <a:pt x="246" y="168"/>
                  </a:lnTo>
                  <a:lnTo>
                    <a:pt x="248" y="168"/>
                  </a:lnTo>
                  <a:lnTo>
                    <a:pt x="248" y="166"/>
                  </a:lnTo>
                  <a:lnTo>
                    <a:pt x="248" y="166"/>
                  </a:lnTo>
                  <a:lnTo>
                    <a:pt x="251" y="166"/>
                  </a:lnTo>
                  <a:lnTo>
                    <a:pt x="251" y="166"/>
                  </a:lnTo>
                  <a:lnTo>
                    <a:pt x="251" y="166"/>
                  </a:lnTo>
                  <a:lnTo>
                    <a:pt x="251" y="166"/>
                  </a:lnTo>
                  <a:lnTo>
                    <a:pt x="253" y="166"/>
                  </a:lnTo>
                  <a:lnTo>
                    <a:pt x="253" y="166"/>
                  </a:lnTo>
                  <a:lnTo>
                    <a:pt x="255" y="166"/>
                  </a:lnTo>
                  <a:lnTo>
                    <a:pt x="255" y="164"/>
                  </a:lnTo>
                  <a:lnTo>
                    <a:pt x="255" y="164"/>
                  </a:lnTo>
                  <a:lnTo>
                    <a:pt x="255" y="164"/>
                  </a:lnTo>
                  <a:lnTo>
                    <a:pt x="258" y="164"/>
                  </a:lnTo>
                  <a:lnTo>
                    <a:pt x="258" y="164"/>
                  </a:lnTo>
                  <a:lnTo>
                    <a:pt x="258" y="164"/>
                  </a:lnTo>
                  <a:lnTo>
                    <a:pt x="258" y="161"/>
                  </a:lnTo>
                  <a:lnTo>
                    <a:pt x="258" y="161"/>
                  </a:lnTo>
                  <a:lnTo>
                    <a:pt x="258" y="161"/>
                  </a:lnTo>
                  <a:lnTo>
                    <a:pt x="260" y="161"/>
                  </a:lnTo>
                  <a:lnTo>
                    <a:pt x="260" y="161"/>
                  </a:lnTo>
                  <a:lnTo>
                    <a:pt x="260" y="159"/>
                  </a:lnTo>
                  <a:lnTo>
                    <a:pt x="260" y="159"/>
                  </a:lnTo>
                  <a:lnTo>
                    <a:pt x="260" y="157"/>
                  </a:lnTo>
                  <a:lnTo>
                    <a:pt x="260" y="157"/>
                  </a:lnTo>
                  <a:lnTo>
                    <a:pt x="260" y="157"/>
                  </a:lnTo>
                  <a:lnTo>
                    <a:pt x="260" y="157"/>
                  </a:lnTo>
                  <a:lnTo>
                    <a:pt x="260" y="154"/>
                  </a:lnTo>
                  <a:lnTo>
                    <a:pt x="258" y="154"/>
                  </a:lnTo>
                  <a:lnTo>
                    <a:pt x="258" y="154"/>
                  </a:lnTo>
                  <a:lnTo>
                    <a:pt x="258" y="152"/>
                  </a:lnTo>
                  <a:lnTo>
                    <a:pt x="258" y="152"/>
                  </a:lnTo>
                  <a:lnTo>
                    <a:pt x="258" y="150"/>
                  </a:lnTo>
                  <a:lnTo>
                    <a:pt x="258" y="150"/>
                  </a:lnTo>
                  <a:lnTo>
                    <a:pt x="258" y="150"/>
                  </a:lnTo>
                  <a:lnTo>
                    <a:pt x="258" y="147"/>
                  </a:lnTo>
                  <a:lnTo>
                    <a:pt x="258" y="147"/>
                  </a:lnTo>
                  <a:lnTo>
                    <a:pt x="258" y="147"/>
                  </a:lnTo>
                  <a:lnTo>
                    <a:pt x="258" y="145"/>
                  </a:lnTo>
                  <a:lnTo>
                    <a:pt x="258" y="145"/>
                  </a:lnTo>
                  <a:lnTo>
                    <a:pt x="258" y="145"/>
                  </a:lnTo>
                  <a:lnTo>
                    <a:pt x="258" y="142"/>
                  </a:lnTo>
                  <a:lnTo>
                    <a:pt x="258" y="142"/>
                  </a:lnTo>
                  <a:lnTo>
                    <a:pt x="258" y="140"/>
                  </a:lnTo>
                  <a:lnTo>
                    <a:pt x="258" y="140"/>
                  </a:lnTo>
                  <a:lnTo>
                    <a:pt x="258" y="140"/>
                  </a:lnTo>
                  <a:lnTo>
                    <a:pt x="258" y="138"/>
                  </a:lnTo>
                  <a:lnTo>
                    <a:pt x="258" y="138"/>
                  </a:lnTo>
                  <a:lnTo>
                    <a:pt x="258" y="138"/>
                  </a:lnTo>
                  <a:lnTo>
                    <a:pt x="258" y="138"/>
                  </a:lnTo>
                  <a:lnTo>
                    <a:pt x="258" y="135"/>
                  </a:lnTo>
                  <a:lnTo>
                    <a:pt x="260" y="135"/>
                  </a:lnTo>
                  <a:lnTo>
                    <a:pt x="260" y="135"/>
                  </a:lnTo>
                  <a:lnTo>
                    <a:pt x="260" y="133"/>
                  </a:lnTo>
                  <a:lnTo>
                    <a:pt x="260" y="133"/>
                  </a:lnTo>
                  <a:lnTo>
                    <a:pt x="260" y="133"/>
                  </a:lnTo>
                  <a:lnTo>
                    <a:pt x="260" y="131"/>
                  </a:lnTo>
                  <a:lnTo>
                    <a:pt x="262" y="131"/>
                  </a:lnTo>
                  <a:lnTo>
                    <a:pt x="262" y="131"/>
                  </a:lnTo>
                  <a:lnTo>
                    <a:pt x="262" y="131"/>
                  </a:lnTo>
                  <a:lnTo>
                    <a:pt x="262" y="131"/>
                  </a:lnTo>
                  <a:lnTo>
                    <a:pt x="265" y="131"/>
                  </a:lnTo>
                  <a:lnTo>
                    <a:pt x="265" y="131"/>
                  </a:lnTo>
                  <a:lnTo>
                    <a:pt x="265" y="131"/>
                  </a:lnTo>
                  <a:lnTo>
                    <a:pt x="265" y="128"/>
                  </a:lnTo>
                  <a:lnTo>
                    <a:pt x="267" y="128"/>
                  </a:lnTo>
                  <a:lnTo>
                    <a:pt x="267" y="128"/>
                  </a:lnTo>
                  <a:lnTo>
                    <a:pt x="270" y="128"/>
                  </a:lnTo>
                  <a:lnTo>
                    <a:pt x="270" y="128"/>
                  </a:lnTo>
                  <a:lnTo>
                    <a:pt x="270" y="128"/>
                  </a:lnTo>
                  <a:lnTo>
                    <a:pt x="270" y="131"/>
                  </a:lnTo>
                  <a:lnTo>
                    <a:pt x="272" y="131"/>
                  </a:lnTo>
                  <a:lnTo>
                    <a:pt x="272" y="128"/>
                  </a:lnTo>
                  <a:lnTo>
                    <a:pt x="272" y="128"/>
                  </a:lnTo>
                  <a:lnTo>
                    <a:pt x="272" y="128"/>
                  </a:lnTo>
                  <a:lnTo>
                    <a:pt x="272" y="128"/>
                  </a:lnTo>
                  <a:lnTo>
                    <a:pt x="274" y="128"/>
                  </a:lnTo>
                  <a:lnTo>
                    <a:pt x="274" y="128"/>
                  </a:lnTo>
                  <a:lnTo>
                    <a:pt x="277" y="128"/>
                  </a:lnTo>
                  <a:lnTo>
                    <a:pt x="277" y="128"/>
                  </a:lnTo>
                  <a:lnTo>
                    <a:pt x="277" y="128"/>
                  </a:lnTo>
                  <a:lnTo>
                    <a:pt x="277" y="128"/>
                  </a:lnTo>
                  <a:lnTo>
                    <a:pt x="279" y="128"/>
                  </a:lnTo>
                  <a:lnTo>
                    <a:pt x="279" y="128"/>
                  </a:lnTo>
                  <a:lnTo>
                    <a:pt x="279" y="126"/>
                  </a:lnTo>
                  <a:lnTo>
                    <a:pt x="279" y="126"/>
                  </a:lnTo>
                  <a:lnTo>
                    <a:pt x="279" y="126"/>
                  </a:lnTo>
                  <a:lnTo>
                    <a:pt x="281" y="126"/>
                  </a:lnTo>
                  <a:lnTo>
                    <a:pt x="281" y="123"/>
                  </a:lnTo>
                  <a:lnTo>
                    <a:pt x="281" y="123"/>
                  </a:lnTo>
                  <a:lnTo>
                    <a:pt x="284" y="123"/>
                  </a:lnTo>
                  <a:lnTo>
                    <a:pt x="284" y="123"/>
                  </a:lnTo>
                  <a:lnTo>
                    <a:pt x="284" y="121"/>
                  </a:lnTo>
                  <a:lnTo>
                    <a:pt x="284" y="121"/>
                  </a:lnTo>
                  <a:lnTo>
                    <a:pt x="284" y="121"/>
                  </a:lnTo>
                  <a:lnTo>
                    <a:pt x="284" y="119"/>
                  </a:lnTo>
                  <a:lnTo>
                    <a:pt x="284" y="119"/>
                  </a:lnTo>
                  <a:lnTo>
                    <a:pt x="284" y="119"/>
                  </a:lnTo>
                  <a:lnTo>
                    <a:pt x="284" y="119"/>
                  </a:lnTo>
                  <a:lnTo>
                    <a:pt x="281" y="119"/>
                  </a:lnTo>
                  <a:lnTo>
                    <a:pt x="281" y="116"/>
                  </a:lnTo>
                  <a:lnTo>
                    <a:pt x="281" y="116"/>
                  </a:lnTo>
                  <a:lnTo>
                    <a:pt x="284" y="116"/>
                  </a:lnTo>
                  <a:lnTo>
                    <a:pt x="284" y="114"/>
                  </a:lnTo>
                  <a:lnTo>
                    <a:pt x="284" y="114"/>
                  </a:lnTo>
                  <a:lnTo>
                    <a:pt x="284" y="114"/>
                  </a:lnTo>
                  <a:lnTo>
                    <a:pt x="284" y="114"/>
                  </a:lnTo>
                  <a:lnTo>
                    <a:pt x="286" y="114"/>
                  </a:lnTo>
                  <a:lnTo>
                    <a:pt x="286" y="112"/>
                  </a:lnTo>
                  <a:lnTo>
                    <a:pt x="286" y="112"/>
                  </a:lnTo>
                  <a:lnTo>
                    <a:pt x="286" y="114"/>
                  </a:lnTo>
                  <a:lnTo>
                    <a:pt x="288" y="114"/>
                  </a:lnTo>
                  <a:lnTo>
                    <a:pt x="288" y="114"/>
                  </a:lnTo>
                  <a:lnTo>
                    <a:pt x="288" y="112"/>
                  </a:lnTo>
                  <a:lnTo>
                    <a:pt x="288" y="112"/>
                  </a:lnTo>
                  <a:lnTo>
                    <a:pt x="291" y="112"/>
                  </a:lnTo>
                  <a:lnTo>
                    <a:pt x="291" y="112"/>
                  </a:lnTo>
                  <a:lnTo>
                    <a:pt x="291" y="112"/>
                  </a:lnTo>
                  <a:lnTo>
                    <a:pt x="291" y="112"/>
                  </a:lnTo>
                  <a:lnTo>
                    <a:pt x="291" y="112"/>
                  </a:lnTo>
                  <a:lnTo>
                    <a:pt x="293" y="112"/>
                  </a:lnTo>
                  <a:lnTo>
                    <a:pt x="293" y="112"/>
                  </a:lnTo>
                  <a:lnTo>
                    <a:pt x="296" y="112"/>
                  </a:lnTo>
                  <a:lnTo>
                    <a:pt x="296" y="112"/>
                  </a:lnTo>
                  <a:lnTo>
                    <a:pt x="296" y="112"/>
                  </a:lnTo>
                  <a:lnTo>
                    <a:pt x="296" y="114"/>
                  </a:lnTo>
                  <a:lnTo>
                    <a:pt x="298" y="114"/>
                  </a:lnTo>
                  <a:lnTo>
                    <a:pt x="298" y="114"/>
                  </a:lnTo>
                  <a:lnTo>
                    <a:pt x="298" y="114"/>
                  </a:lnTo>
                  <a:lnTo>
                    <a:pt x="298" y="112"/>
                  </a:lnTo>
                  <a:lnTo>
                    <a:pt x="300" y="112"/>
                  </a:lnTo>
                  <a:lnTo>
                    <a:pt x="300" y="112"/>
                  </a:lnTo>
                  <a:lnTo>
                    <a:pt x="303" y="112"/>
                  </a:lnTo>
                  <a:lnTo>
                    <a:pt x="303" y="112"/>
                  </a:lnTo>
                  <a:lnTo>
                    <a:pt x="303" y="112"/>
                  </a:lnTo>
                  <a:lnTo>
                    <a:pt x="303" y="112"/>
                  </a:lnTo>
                  <a:lnTo>
                    <a:pt x="305" y="112"/>
                  </a:lnTo>
                  <a:lnTo>
                    <a:pt x="305" y="112"/>
                  </a:lnTo>
                  <a:lnTo>
                    <a:pt x="305" y="112"/>
                  </a:lnTo>
                  <a:lnTo>
                    <a:pt x="307" y="112"/>
                  </a:lnTo>
                  <a:lnTo>
                    <a:pt x="307" y="112"/>
                  </a:lnTo>
                  <a:lnTo>
                    <a:pt x="307" y="114"/>
                  </a:lnTo>
                  <a:lnTo>
                    <a:pt x="307" y="114"/>
                  </a:lnTo>
                  <a:lnTo>
                    <a:pt x="307" y="116"/>
                  </a:lnTo>
                  <a:lnTo>
                    <a:pt x="307" y="116"/>
                  </a:lnTo>
                  <a:lnTo>
                    <a:pt x="307" y="116"/>
                  </a:lnTo>
                  <a:lnTo>
                    <a:pt x="307" y="116"/>
                  </a:lnTo>
                  <a:lnTo>
                    <a:pt x="305" y="116"/>
                  </a:lnTo>
                  <a:lnTo>
                    <a:pt x="305" y="116"/>
                  </a:lnTo>
                  <a:lnTo>
                    <a:pt x="305" y="119"/>
                  </a:lnTo>
                  <a:lnTo>
                    <a:pt x="305" y="119"/>
                  </a:lnTo>
                  <a:lnTo>
                    <a:pt x="305" y="119"/>
                  </a:lnTo>
                  <a:lnTo>
                    <a:pt x="305" y="119"/>
                  </a:lnTo>
                  <a:lnTo>
                    <a:pt x="305" y="119"/>
                  </a:lnTo>
                  <a:lnTo>
                    <a:pt x="305" y="119"/>
                  </a:lnTo>
                  <a:lnTo>
                    <a:pt x="305" y="121"/>
                  </a:lnTo>
                  <a:lnTo>
                    <a:pt x="307" y="121"/>
                  </a:lnTo>
                  <a:lnTo>
                    <a:pt x="307" y="121"/>
                  </a:lnTo>
                  <a:lnTo>
                    <a:pt x="307" y="121"/>
                  </a:lnTo>
                  <a:lnTo>
                    <a:pt x="310" y="121"/>
                  </a:lnTo>
                  <a:lnTo>
                    <a:pt x="310" y="121"/>
                  </a:lnTo>
                  <a:lnTo>
                    <a:pt x="310" y="121"/>
                  </a:lnTo>
                  <a:lnTo>
                    <a:pt x="310" y="123"/>
                  </a:lnTo>
                  <a:lnTo>
                    <a:pt x="312" y="123"/>
                  </a:lnTo>
                  <a:lnTo>
                    <a:pt x="312" y="123"/>
                  </a:lnTo>
                  <a:lnTo>
                    <a:pt x="310" y="123"/>
                  </a:lnTo>
                  <a:lnTo>
                    <a:pt x="310" y="123"/>
                  </a:lnTo>
                  <a:lnTo>
                    <a:pt x="310" y="126"/>
                  </a:lnTo>
                  <a:lnTo>
                    <a:pt x="310" y="126"/>
                  </a:lnTo>
                  <a:lnTo>
                    <a:pt x="310" y="126"/>
                  </a:lnTo>
                  <a:lnTo>
                    <a:pt x="310" y="128"/>
                  </a:lnTo>
                  <a:lnTo>
                    <a:pt x="310" y="128"/>
                  </a:lnTo>
                  <a:lnTo>
                    <a:pt x="310" y="128"/>
                  </a:lnTo>
                  <a:lnTo>
                    <a:pt x="312" y="128"/>
                  </a:lnTo>
                  <a:lnTo>
                    <a:pt x="312" y="128"/>
                  </a:lnTo>
                  <a:lnTo>
                    <a:pt x="312" y="128"/>
                  </a:lnTo>
                  <a:lnTo>
                    <a:pt x="312" y="128"/>
                  </a:lnTo>
                  <a:lnTo>
                    <a:pt x="314" y="128"/>
                  </a:lnTo>
                  <a:lnTo>
                    <a:pt x="314" y="128"/>
                  </a:lnTo>
                  <a:lnTo>
                    <a:pt x="317" y="128"/>
                  </a:lnTo>
                  <a:lnTo>
                    <a:pt x="317" y="128"/>
                  </a:lnTo>
                  <a:lnTo>
                    <a:pt x="317" y="128"/>
                  </a:lnTo>
                  <a:lnTo>
                    <a:pt x="317" y="128"/>
                  </a:lnTo>
                  <a:lnTo>
                    <a:pt x="317" y="131"/>
                  </a:lnTo>
                  <a:lnTo>
                    <a:pt x="319" y="131"/>
                  </a:lnTo>
                  <a:lnTo>
                    <a:pt x="319" y="131"/>
                  </a:lnTo>
                  <a:lnTo>
                    <a:pt x="319" y="131"/>
                  </a:lnTo>
                  <a:lnTo>
                    <a:pt x="319" y="131"/>
                  </a:lnTo>
                  <a:lnTo>
                    <a:pt x="322" y="131"/>
                  </a:lnTo>
                  <a:lnTo>
                    <a:pt x="322" y="131"/>
                  </a:lnTo>
                  <a:lnTo>
                    <a:pt x="322" y="131"/>
                  </a:lnTo>
                  <a:lnTo>
                    <a:pt x="322" y="131"/>
                  </a:lnTo>
                  <a:lnTo>
                    <a:pt x="322" y="133"/>
                  </a:lnTo>
                  <a:lnTo>
                    <a:pt x="322" y="133"/>
                  </a:lnTo>
                  <a:lnTo>
                    <a:pt x="322" y="135"/>
                  </a:lnTo>
                  <a:lnTo>
                    <a:pt x="324" y="135"/>
                  </a:lnTo>
                  <a:lnTo>
                    <a:pt x="324" y="135"/>
                  </a:lnTo>
                  <a:lnTo>
                    <a:pt x="324" y="135"/>
                  </a:lnTo>
                  <a:lnTo>
                    <a:pt x="324" y="138"/>
                  </a:lnTo>
                  <a:lnTo>
                    <a:pt x="324" y="138"/>
                  </a:lnTo>
                  <a:lnTo>
                    <a:pt x="326" y="138"/>
                  </a:lnTo>
                  <a:lnTo>
                    <a:pt x="326" y="138"/>
                  </a:lnTo>
                  <a:lnTo>
                    <a:pt x="326" y="138"/>
                  </a:lnTo>
                  <a:lnTo>
                    <a:pt x="329" y="138"/>
                  </a:lnTo>
                  <a:lnTo>
                    <a:pt x="329" y="138"/>
                  </a:lnTo>
                  <a:lnTo>
                    <a:pt x="329" y="138"/>
                  </a:lnTo>
                  <a:lnTo>
                    <a:pt x="329" y="138"/>
                  </a:lnTo>
                  <a:lnTo>
                    <a:pt x="331" y="138"/>
                  </a:lnTo>
                  <a:lnTo>
                    <a:pt x="331" y="138"/>
                  </a:lnTo>
                  <a:lnTo>
                    <a:pt x="331" y="140"/>
                  </a:lnTo>
                  <a:lnTo>
                    <a:pt x="331" y="140"/>
                  </a:lnTo>
                  <a:lnTo>
                    <a:pt x="331" y="140"/>
                  </a:lnTo>
                  <a:lnTo>
                    <a:pt x="331" y="142"/>
                  </a:lnTo>
                  <a:lnTo>
                    <a:pt x="333" y="142"/>
                  </a:lnTo>
                  <a:lnTo>
                    <a:pt x="333" y="142"/>
                  </a:lnTo>
                  <a:lnTo>
                    <a:pt x="336" y="142"/>
                  </a:lnTo>
                  <a:lnTo>
                    <a:pt x="336" y="142"/>
                  </a:lnTo>
                  <a:lnTo>
                    <a:pt x="336" y="142"/>
                  </a:lnTo>
                  <a:lnTo>
                    <a:pt x="336" y="140"/>
                  </a:lnTo>
                  <a:lnTo>
                    <a:pt x="338" y="140"/>
                  </a:lnTo>
                  <a:lnTo>
                    <a:pt x="338" y="140"/>
                  </a:lnTo>
                  <a:lnTo>
                    <a:pt x="338" y="140"/>
                  </a:lnTo>
                  <a:lnTo>
                    <a:pt x="338" y="140"/>
                  </a:lnTo>
                  <a:lnTo>
                    <a:pt x="341" y="140"/>
                  </a:lnTo>
                  <a:lnTo>
                    <a:pt x="341" y="140"/>
                  </a:lnTo>
                  <a:lnTo>
                    <a:pt x="343" y="140"/>
                  </a:lnTo>
                  <a:lnTo>
                    <a:pt x="343" y="140"/>
                  </a:lnTo>
                  <a:lnTo>
                    <a:pt x="343" y="140"/>
                  </a:lnTo>
                  <a:lnTo>
                    <a:pt x="343" y="140"/>
                  </a:lnTo>
                  <a:lnTo>
                    <a:pt x="343" y="142"/>
                  </a:lnTo>
                  <a:lnTo>
                    <a:pt x="345" y="142"/>
                  </a:lnTo>
                  <a:lnTo>
                    <a:pt x="345" y="142"/>
                  </a:lnTo>
                  <a:lnTo>
                    <a:pt x="345" y="142"/>
                  </a:lnTo>
                  <a:lnTo>
                    <a:pt x="345" y="142"/>
                  </a:lnTo>
                  <a:lnTo>
                    <a:pt x="345" y="145"/>
                  </a:lnTo>
                  <a:lnTo>
                    <a:pt x="348" y="145"/>
                  </a:lnTo>
                  <a:lnTo>
                    <a:pt x="348" y="145"/>
                  </a:lnTo>
                  <a:lnTo>
                    <a:pt x="348" y="145"/>
                  </a:lnTo>
                  <a:lnTo>
                    <a:pt x="350" y="145"/>
                  </a:lnTo>
                  <a:lnTo>
                    <a:pt x="350" y="145"/>
                  </a:lnTo>
                  <a:lnTo>
                    <a:pt x="350" y="145"/>
                  </a:lnTo>
                  <a:lnTo>
                    <a:pt x="352" y="145"/>
                  </a:lnTo>
                  <a:lnTo>
                    <a:pt x="352" y="145"/>
                  </a:lnTo>
                  <a:lnTo>
                    <a:pt x="352" y="145"/>
                  </a:lnTo>
                  <a:lnTo>
                    <a:pt x="352" y="145"/>
                  </a:lnTo>
                  <a:lnTo>
                    <a:pt x="355" y="145"/>
                  </a:lnTo>
                  <a:lnTo>
                    <a:pt x="355" y="145"/>
                  </a:lnTo>
                  <a:lnTo>
                    <a:pt x="355" y="147"/>
                  </a:lnTo>
                  <a:lnTo>
                    <a:pt x="355" y="147"/>
                  </a:lnTo>
                  <a:lnTo>
                    <a:pt x="355" y="147"/>
                  </a:lnTo>
                  <a:lnTo>
                    <a:pt x="355" y="147"/>
                  </a:lnTo>
                  <a:lnTo>
                    <a:pt x="357" y="147"/>
                  </a:lnTo>
                  <a:lnTo>
                    <a:pt x="357" y="147"/>
                  </a:lnTo>
                  <a:lnTo>
                    <a:pt x="357" y="147"/>
                  </a:lnTo>
                  <a:lnTo>
                    <a:pt x="357" y="150"/>
                  </a:lnTo>
                  <a:lnTo>
                    <a:pt x="359" y="150"/>
                  </a:lnTo>
                  <a:lnTo>
                    <a:pt x="359" y="150"/>
                  </a:lnTo>
                  <a:lnTo>
                    <a:pt x="359" y="150"/>
                  </a:lnTo>
                  <a:lnTo>
                    <a:pt x="359" y="152"/>
                  </a:lnTo>
                  <a:lnTo>
                    <a:pt x="362" y="152"/>
                  </a:lnTo>
                  <a:lnTo>
                    <a:pt x="362" y="152"/>
                  </a:lnTo>
                  <a:lnTo>
                    <a:pt x="362" y="152"/>
                  </a:lnTo>
                  <a:lnTo>
                    <a:pt x="362" y="154"/>
                  </a:lnTo>
                  <a:lnTo>
                    <a:pt x="362" y="154"/>
                  </a:lnTo>
                  <a:lnTo>
                    <a:pt x="362" y="154"/>
                  </a:lnTo>
                  <a:lnTo>
                    <a:pt x="362" y="157"/>
                  </a:lnTo>
                  <a:lnTo>
                    <a:pt x="364" y="157"/>
                  </a:lnTo>
                  <a:lnTo>
                    <a:pt x="364" y="157"/>
                  </a:lnTo>
                  <a:lnTo>
                    <a:pt x="364" y="157"/>
                  </a:lnTo>
                  <a:lnTo>
                    <a:pt x="364" y="159"/>
                  </a:lnTo>
                  <a:lnTo>
                    <a:pt x="364" y="159"/>
                  </a:lnTo>
                  <a:lnTo>
                    <a:pt x="364" y="159"/>
                  </a:lnTo>
                  <a:lnTo>
                    <a:pt x="364" y="161"/>
                  </a:lnTo>
                  <a:lnTo>
                    <a:pt x="364" y="161"/>
                  </a:lnTo>
                  <a:lnTo>
                    <a:pt x="364" y="161"/>
                  </a:lnTo>
                  <a:lnTo>
                    <a:pt x="367" y="161"/>
                  </a:lnTo>
                  <a:lnTo>
                    <a:pt x="367" y="164"/>
                  </a:lnTo>
                  <a:lnTo>
                    <a:pt x="367" y="164"/>
                  </a:lnTo>
                  <a:lnTo>
                    <a:pt x="367" y="164"/>
                  </a:lnTo>
                  <a:lnTo>
                    <a:pt x="369" y="164"/>
                  </a:lnTo>
                  <a:lnTo>
                    <a:pt x="369" y="166"/>
                  </a:lnTo>
                  <a:lnTo>
                    <a:pt x="369" y="166"/>
                  </a:lnTo>
                  <a:lnTo>
                    <a:pt x="369" y="166"/>
                  </a:lnTo>
                  <a:lnTo>
                    <a:pt x="369" y="166"/>
                  </a:lnTo>
                  <a:lnTo>
                    <a:pt x="371" y="166"/>
                  </a:lnTo>
                  <a:lnTo>
                    <a:pt x="371" y="166"/>
                  </a:lnTo>
                  <a:lnTo>
                    <a:pt x="371" y="168"/>
                  </a:lnTo>
                  <a:lnTo>
                    <a:pt x="371" y="168"/>
                  </a:lnTo>
                  <a:lnTo>
                    <a:pt x="371" y="168"/>
                  </a:lnTo>
                  <a:lnTo>
                    <a:pt x="374" y="168"/>
                  </a:lnTo>
                  <a:lnTo>
                    <a:pt x="374" y="168"/>
                  </a:lnTo>
                  <a:lnTo>
                    <a:pt x="374" y="171"/>
                  </a:lnTo>
                  <a:lnTo>
                    <a:pt x="374" y="171"/>
                  </a:lnTo>
                  <a:lnTo>
                    <a:pt x="374" y="171"/>
                  </a:lnTo>
                  <a:lnTo>
                    <a:pt x="374" y="173"/>
                  </a:lnTo>
                  <a:lnTo>
                    <a:pt x="376" y="173"/>
                  </a:lnTo>
                  <a:lnTo>
                    <a:pt x="376" y="173"/>
                  </a:lnTo>
                  <a:lnTo>
                    <a:pt x="376" y="176"/>
                  </a:lnTo>
                  <a:lnTo>
                    <a:pt x="376" y="176"/>
                  </a:lnTo>
                  <a:lnTo>
                    <a:pt x="376" y="178"/>
                  </a:lnTo>
                  <a:lnTo>
                    <a:pt x="376" y="178"/>
                  </a:lnTo>
                  <a:lnTo>
                    <a:pt x="376" y="178"/>
                  </a:lnTo>
                  <a:lnTo>
                    <a:pt x="376" y="178"/>
                  </a:lnTo>
                  <a:lnTo>
                    <a:pt x="376" y="178"/>
                  </a:lnTo>
                  <a:lnTo>
                    <a:pt x="376" y="180"/>
                  </a:lnTo>
                  <a:lnTo>
                    <a:pt x="374" y="180"/>
                  </a:lnTo>
                  <a:lnTo>
                    <a:pt x="374" y="180"/>
                  </a:lnTo>
                  <a:lnTo>
                    <a:pt x="374" y="183"/>
                  </a:lnTo>
                  <a:lnTo>
                    <a:pt x="374" y="183"/>
                  </a:lnTo>
                  <a:lnTo>
                    <a:pt x="374" y="183"/>
                  </a:lnTo>
                  <a:lnTo>
                    <a:pt x="371" y="183"/>
                  </a:lnTo>
                  <a:lnTo>
                    <a:pt x="371" y="185"/>
                  </a:lnTo>
                  <a:lnTo>
                    <a:pt x="371" y="185"/>
                  </a:lnTo>
                  <a:lnTo>
                    <a:pt x="374" y="185"/>
                  </a:lnTo>
                  <a:lnTo>
                    <a:pt x="374" y="187"/>
                  </a:lnTo>
                  <a:lnTo>
                    <a:pt x="374" y="187"/>
                  </a:lnTo>
                  <a:lnTo>
                    <a:pt x="374" y="187"/>
                  </a:lnTo>
                  <a:lnTo>
                    <a:pt x="374" y="187"/>
                  </a:lnTo>
                  <a:lnTo>
                    <a:pt x="374" y="190"/>
                  </a:lnTo>
                  <a:lnTo>
                    <a:pt x="374" y="190"/>
                  </a:lnTo>
                  <a:lnTo>
                    <a:pt x="374" y="192"/>
                  </a:lnTo>
                  <a:lnTo>
                    <a:pt x="374" y="192"/>
                  </a:lnTo>
                  <a:lnTo>
                    <a:pt x="374" y="192"/>
                  </a:lnTo>
                  <a:lnTo>
                    <a:pt x="371" y="192"/>
                  </a:lnTo>
                  <a:lnTo>
                    <a:pt x="371" y="195"/>
                  </a:lnTo>
                  <a:lnTo>
                    <a:pt x="371" y="195"/>
                  </a:lnTo>
                  <a:lnTo>
                    <a:pt x="371" y="195"/>
                  </a:lnTo>
                  <a:lnTo>
                    <a:pt x="371" y="195"/>
                  </a:lnTo>
                  <a:lnTo>
                    <a:pt x="371" y="197"/>
                  </a:lnTo>
                  <a:lnTo>
                    <a:pt x="369" y="197"/>
                  </a:lnTo>
                  <a:lnTo>
                    <a:pt x="369" y="197"/>
                  </a:lnTo>
                  <a:lnTo>
                    <a:pt x="369" y="197"/>
                  </a:lnTo>
                  <a:lnTo>
                    <a:pt x="369" y="197"/>
                  </a:lnTo>
                  <a:lnTo>
                    <a:pt x="369" y="197"/>
                  </a:lnTo>
                  <a:lnTo>
                    <a:pt x="369" y="199"/>
                  </a:lnTo>
                  <a:lnTo>
                    <a:pt x="369" y="199"/>
                  </a:lnTo>
                  <a:lnTo>
                    <a:pt x="369" y="202"/>
                  </a:lnTo>
                  <a:lnTo>
                    <a:pt x="369" y="202"/>
                  </a:lnTo>
                  <a:lnTo>
                    <a:pt x="367" y="202"/>
                  </a:lnTo>
                  <a:lnTo>
                    <a:pt x="367" y="204"/>
                  </a:lnTo>
                  <a:lnTo>
                    <a:pt x="367" y="204"/>
                  </a:lnTo>
                  <a:lnTo>
                    <a:pt x="369" y="204"/>
                  </a:lnTo>
                  <a:lnTo>
                    <a:pt x="369" y="206"/>
                  </a:lnTo>
                  <a:lnTo>
                    <a:pt x="369" y="206"/>
                  </a:lnTo>
                  <a:lnTo>
                    <a:pt x="369" y="206"/>
                  </a:lnTo>
                  <a:lnTo>
                    <a:pt x="369" y="206"/>
                  </a:lnTo>
                  <a:lnTo>
                    <a:pt x="369" y="206"/>
                  </a:lnTo>
                  <a:lnTo>
                    <a:pt x="369" y="209"/>
                  </a:lnTo>
                  <a:lnTo>
                    <a:pt x="369" y="209"/>
                  </a:lnTo>
                  <a:lnTo>
                    <a:pt x="371" y="209"/>
                  </a:lnTo>
                  <a:lnTo>
                    <a:pt x="371" y="209"/>
                  </a:lnTo>
                  <a:lnTo>
                    <a:pt x="371" y="211"/>
                  </a:lnTo>
                  <a:lnTo>
                    <a:pt x="371" y="211"/>
                  </a:lnTo>
                  <a:lnTo>
                    <a:pt x="371" y="211"/>
                  </a:lnTo>
                  <a:lnTo>
                    <a:pt x="371" y="214"/>
                  </a:lnTo>
                  <a:lnTo>
                    <a:pt x="374" y="214"/>
                  </a:lnTo>
                  <a:lnTo>
                    <a:pt x="374" y="211"/>
                  </a:lnTo>
                  <a:lnTo>
                    <a:pt x="374" y="211"/>
                  </a:lnTo>
                  <a:lnTo>
                    <a:pt x="376" y="211"/>
                  </a:lnTo>
                  <a:lnTo>
                    <a:pt x="376" y="211"/>
                  </a:lnTo>
                  <a:lnTo>
                    <a:pt x="376" y="211"/>
                  </a:lnTo>
                  <a:lnTo>
                    <a:pt x="378" y="211"/>
                  </a:lnTo>
                  <a:lnTo>
                    <a:pt x="378" y="214"/>
                  </a:lnTo>
                  <a:lnTo>
                    <a:pt x="378" y="214"/>
                  </a:lnTo>
                  <a:lnTo>
                    <a:pt x="378" y="214"/>
                  </a:lnTo>
                  <a:lnTo>
                    <a:pt x="378" y="214"/>
                  </a:lnTo>
                  <a:lnTo>
                    <a:pt x="381" y="214"/>
                  </a:lnTo>
                  <a:lnTo>
                    <a:pt x="381" y="214"/>
                  </a:lnTo>
                  <a:lnTo>
                    <a:pt x="383" y="214"/>
                  </a:lnTo>
                  <a:lnTo>
                    <a:pt x="383" y="214"/>
                  </a:lnTo>
                  <a:lnTo>
                    <a:pt x="383" y="214"/>
                  </a:lnTo>
                  <a:lnTo>
                    <a:pt x="386" y="214"/>
                  </a:lnTo>
                  <a:lnTo>
                    <a:pt x="386" y="216"/>
                  </a:lnTo>
                  <a:lnTo>
                    <a:pt x="386" y="216"/>
                  </a:lnTo>
                  <a:lnTo>
                    <a:pt x="386" y="216"/>
                  </a:lnTo>
                  <a:lnTo>
                    <a:pt x="386" y="216"/>
                  </a:lnTo>
                  <a:lnTo>
                    <a:pt x="388" y="216"/>
                  </a:lnTo>
                  <a:lnTo>
                    <a:pt x="388" y="216"/>
                  </a:lnTo>
                  <a:lnTo>
                    <a:pt x="390" y="216"/>
                  </a:lnTo>
                  <a:lnTo>
                    <a:pt x="390" y="216"/>
                  </a:lnTo>
                  <a:lnTo>
                    <a:pt x="390" y="216"/>
                  </a:lnTo>
                  <a:lnTo>
                    <a:pt x="390" y="216"/>
                  </a:lnTo>
                  <a:lnTo>
                    <a:pt x="393" y="216"/>
                  </a:lnTo>
                  <a:lnTo>
                    <a:pt x="393" y="216"/>
                  </a:lnTo>
                  <a:lnTo>
                    <a:pt x="395" y="216"/>
                  </a:lnTo>
                  <a:lnTo>
                    <a:pt x="395" y="216"/>
                  </a:lnTo>
                  <a:lnTo>
                    <a:pt x="395" y="216"/>
                  </a:lnTo>
                  <a:lnTo>
                    <a:pt x="397" y="216"/>
                  </a:lnTo>
                  <a:lnTo>
                    <a:pt x="397" y="216"/>
                  </a:lnTo>
                  <a:lnTo>
                    <a:pt x="397" y="216"/>
                  </a:lnTo>
                  <a:lnTo>
                    <a:pt x="397" y="216"/>
                  </a:lnTo>
                  <a:lnTo>
                    <a:pt x="400" y="216"/>
                  </a:lnTo>
                  <a:lnTo>
                    <a:pt x="400" y="216"/>
                  </a:lnTo>
                  <a:lnTo>
                    <a:pt x="402" y="216"/>
                  </a:lnTo>
                  <a:lnTo>
                    <a:pt x="402" y="216"/>
                  </a:lnTo>
                  <a:lnTo>
                    <a:pt x="402" y="216"/>
                  </a:lnTo>
                  <a:lnTo>
                    <a:pt x="404" y="216"/>
                  </a:lnTo>
                  <a:lnTo>
                    <a:pt x="404" y="216"/>
                  </a:lnTo>
                  <a:lnTo>
                    <a:pt x="404" y="216"/>
                  </a:lnTo>
                  <a:lnTo>
                    <a:pt x="404" y="216"/>
                  </a:lnTo>
                  <a:lnTo>
                    <a:pt x="407" y="216"/>
                  </a:lnTo>
                  <a:lnTo>
                    <a:pt x="407" y="216"/>
                  </a:lnTo>
                  <a:lnTo>
                    <a:pt x="409" y="216"/>
                  </a:lnTo>
                  <a:lnTo>
                    <a:pt x="409" y="216"/>
                  </a:lnTo>
                  <a:lnTo>
                    <a:pt x="409" y="216"/>
                  </a:lnTo>
                  <a:lnTo>
                    <a:pt x="412" y="216"/>
                  </a:lnTo>
                  <a:lnTo>
                    <a:pt x="412" y="216"/>
                  </a:lnTo>
                  <a:lnTo>
                    <a:pt x="412" y="216"/>
                  </a:lnTo>
                  <a:lnTo>
                    <a:pt x="414" y="216"/>
                  </a:lnTo>
                  <a:lnTo>
                    <a:pt x="414" y="216"/>
                  </a:lnTo>
                  <a:lnTo>
                    <a:pt x="416" y="216"/>
                  </a:lnTo>
                  <a:lnTo>
                    <a:pt x="416" y="216"/>
                  </a:lnTo>
                  <a:lnTo>
                    <a:pt x="416" y="216"/>
                  </a:lnTo>
                  <a:lnTo>
                    <a:pt x="419" y="216"/>
                  </a:lnTo>
                  <a:lnTo>
                    <a:pt x="419" y="216"/>
                  </a:lnTo>
                  <a:lnTo>
                    <a:pt x="419" y="216"/>
                  </a:lnTo>
                  <a:lnTo>
                    <a:pt x="421" y="216"/>
                  </a:lnTo>
                  <a:lnTo>
                    <a:pt x="421" y="216"/>
                  </a:lnTo>
                  <a:lnTo>
                    <a:pt x="423" y="216"/>
                  </a:lnTo>
                  <a:lnTo>
                    <a:pt x="423" y="216"/>
                  </a:lnTo>
                  <a:lnTo>
                    <a:pt x="423" y="216"/>
                  </a:lnTo>
                  <a:lnTo>
                    <a:pt x="426" y="216"/>
                  </a:lnTo>
                  <a:lnTo>
                    <a:pt x="426" y="218"/>
                  </a:lnTo>
                  <a:lnTo>
                    <a:pt x="426" y="218"/>
                  </a:lnTo>
                  <a:lnTo>
                    <a:pt x="428" y="218"/>
                  </a:lnTo>
                  <a:lnTo>
                    <a:pt x="428" y="218"/>
                  </a:lnTo>
                  <a:lnTo>
                    <a:pt x="428" y="218"/>
                  </a:lnTo>
                  <a:lnTo>
                    <a:pt x="430" y="218"/>
                  </a:lnTo>
                  <a:lnTo>
                    <a:pt x="430" y="218"/>
                  </a:lnTo>
                  <a:lnTo>
                    <a:pt x="430" y="218"/>
                  </a:lnTo>
                  <a:lnTo>
                    <a:pt x="430" y="218"/>
                  </a:lnTo>
                  <a:lnTo>
                    <a:pt x="433" y="218"/>
                  </a:lnTo>
                  <a:lnTo>
                    <a:pt x="433" y="221"/>
                  </a:lnTo>
                  <a:lnTo>
                    <a:pt x="433" y="221"/>
                  </a:lnTo>
                  <a:lnTo>
                    <a:pt x="433" y="221"/>
                  </a:lnTo>
                  <a:lnTo>
                    <a:pt x="435" y="221"/>
                  </a:lnTo>
                  <a:lnTo>
                    <a:pt x="435" y="221"/>
                  </a:lnTo>
                  <a:lnTo>
                    <a:pt x="435" y="223"/>
                  </a:lnTo>
                  <a:lnTo>
                    <a:pt x="435" y="223"/>
                  </a:lnTo>
                  <a:lnTo>
                    <a:pt x="438" y="223"/>
                  </a:lnTo>
                  <a:lnTo>
                    <a:pt x="438" y="223"/>
                  </a:lnTo>
                  <a:lnTo>
                    <a:pt x="438" y="223"/>
                  </a:lnTo>
                  <a:lnTo>
                    <a:pt x="438" y="223"/>
                  </a:lnTo>
                  <a:lnTo>
                    <a:pt x="440" y="223"/>
                  </a:lnTo>
                  <a:lnTo>
                    <a:pt x="440" y="225"/>
                  </a:lnTo>
                  <a:lnTo>
                    <a:pt x="440" y="225"/>
                  </a:lnTo>
                  <a:lnTo>
                    <a:pt x="442" y="225"/>
                  </a:lnTo>
                  <a:lnTo>
                    <a:pt x="442" y="225"/>
                  </a:lnTo>
                  <a:lnTo>
                    <a:pt x="442" y="225"/>
                  </a:lnTo>
                  <a:lnTo>
                    <a:pt x="442" y="225"/>
                  </a:lnTo>
                  <a:lnTo>
                    <a:pt x="442" y="228"/>
                  </a:lnTo>
                  <a:lnTo>
                    <a:pt x="445" y="228"/>
                  </a:lnTo>
                  <a:lnTo>
                    <a:pt x="445" y="228"/>
                  </a:lnTo>
                  <a:lnTo>
                    <a:pt x="445" y="228"/>
                  </a:lnTo>
                  <a:lnTo>
                    <a:pt x="445" y="228"/>
                  </a:lnTo>
                  <a:lnTo>
                    <a:pt x="445" y="228"/>
                  </a:lnTo>
                  <a:lnTo>
                    <a:pt x="445" y="230"/>
                  </a:lnTo>
                  <a:lnTo>
                    <a:pt x="447" y="230"/>
                  </a:lnTo>
                  <a:lnTo>
                    <a:pt x="447" y="230"/>
                  </a:lnTo>
                  <a:lnTo>
                    <a:pt x="449" y="230"/>
                  </a:lnTo>
                  <a:lnTo>
                    <a:pt x="449" y="230"/>
                  </a:lnTo>
                  <a:lnTo>
                    <a:pt x="449" y="230"/>
                  </a:lnTo>
                  <a:lnTo>
                    <a:pt x="449" y="230"/>
                  </a:lnTo>
                  <a:lnTo>
                    <a:pt x="452" y="230"/>
                  </a:lnTo>
                  <a:lnTo>
                    <a:pt x="452" y="232"/>
                  </a:lnTo>
                  <a:lnTo>
                    <a:pt x="452" y="232"/>
                  </a:lnTo>
                  <a:lnTo>
                    <a:pt x="452" y="232"/>
                  </a:lnTo>
                  <a:lnTo>
                    <a:pt x="452" y="232"/>
                  </a:lnTo>
                  <a:lnTo>
                    <a:pt x="454" y="232"/>
                  </a:lnTo>
                  <a:lnTo>
                    <a:pt x="454" y="235"/>
                  </a:lnTo>
                  <a:lnTo>
                    <a:pt x="454" y="235"/>
                  </a:lnTo>
                  <a:lnTo>
                    <a:pt x="457" y="235"/>
                  </a:lnTo>
                  <a:lnTo>
                    <a:pt x="457" y="235"/>
                  </a:lnTo>
                  <a:lnTo>
                    <a:pt x="457" y="235"/>
                  </a:lnTo>
                  <a:lnTo>
                    <a:pt x="457" y="235"/>
                  </a:lnTo>
                  <a:lnTo>
                    <a:pt x="459" y="235"/>
                  </a:lnTo>
                  <a:lnTo>
                    <a:pt x="459" y="235"/>
                  </a:lnTo>
                  <a:lnTo>
                    <a:pt x="459" y="237"/>
                  </a:lnTo>
                  <a:lnTo>
                    <a:pt x="459" y="237"/>
                  </a:lnTo>
                  <a:lnTo>
                    <a:pt x="461" y="237"/>
                  </a:lnTo>
                  <a:lnTo>
                    <a:pt x="461" y="237"/>
                  </a:lnTo>
                  <a:lnTo>
                    <a:pt x="464" y="237"/>
                  </a:lnTo>
                  <a:lnTo>
                    <a:pt x="464" y="237"/>
                  </a:lnTo>
                  <a:lnTo>
                    <a:pt x="464" y="237"/>
                  </a:lnTo>
                  <a:lnTo>
                    <a:pt x="466" y="237"/>
                  </a:lnTo>
                  <a:lnTo>
                    <a:pt x="466" y="235"/>
                  </a:lnTo>
                  <a:lnTo>
                    <a:pt x="466" y="235"/>
                  </a:lnTo>
                  <a:lnTo>
                    <a:pt x="468" y="235"/>
                  </a:lnTo>
                  <a:lnTo>
                    <a:pt x="468" y="235"/>
                  </a:lnTo>
                  <a:lnTo>
                    <a:pt x="468" y="235"/>
                  </a:lnTo>
                  <a:lnTo>
                    <a:pt x="468" y="237"/>
                  </a:lnTo>
                  <a:lnTo>
                    <a:pt x="468" y="237"/>
                  </a:lnTo>
                  <a:lnTo>
                    <a:pt x="468" y="237"/>
                  </a:lnTo>
                  <a:lnTo>
                    <a:pt x="468" y="237"/>
                  </a:lnTo>
                  <a:lnTo>
                    <a:pt x="468" y="240"/>
                  </a:lnTo>
                  <a:lnTo>
                    <a:pt x="468" y="240"/>
                  </a:lnTo>
                  <a:lnTo>
                    <a:pt x="468" y="240"/>
                  </a:lnTo>
                  <a:lnTo>
                    <a:pt x="468" y="242"/>
                  </a:lnTo>
                  <a:lnTo>
                    <a:pt x="468" y="242"/>
                  </a:lnTo>
                  <a:lnTo>
                    <a:pt x="468" y="242"/>
                  </a:lnTo>
                  <a:lnTo>
                    <a:pt x="468" y="242"/>
                  </a:lnTo>
                  <a:lnTo>
                    <a:pt x="471" y="242"/>
                  </a:lnTo>
                  <a:lnTo>
                    <a:pt x="471" y="242"/>
                  </a:lnTo>
                  <a:lnTo>
                    <a:pt x="471" y="242"/>
                  </a:lnTo>
                  <a:lnTo>
                    <a:pt x="471" y="244"/>
                  </a:lnTo>
                  <a:lnTo>
                    <a:pt x="473" y="244"/>
                  </a:lnTo>
                  <a:lnTo>
                    <a:pt x="473" y="244"/>
                  </a:lnTo>
                  <a:lnTo>
                    <a:pt x="473" y="247"/>
                  </a:lnTo>
                  <a:lnTo>
                    <a:pt x="473" y="247"/>
                  </a:lnTo>
                  <a:lnTo>
                    <a:pt x="473" y="247"/>
                  </a:lnTo>
                  <a:lnTo>
                    <a:pt x="475" y="247"/>
                  </a:lnTo>
                  <a:lnTo>
                    <a:pt x="475" y="247"/>
                  </a:lnTo>
                  <a:lnTo>
                    <a:pt x="475" y="249"/>
                  </a:lnTo>
                  <a:lnTo>
                    <a:pt x="475" y="249"/>
                  </a:lnTo>
                  <a:lnTo>
                    <a:pt x="475" y="251"/>
                  </a:lnTo>
                  <a:lnTo>
                    <a:pt x="475" y="251"/>
                  </a:lnTo>
                  <a:lnTo>
                    <a:pt x="475" y="251"/>
                  </a:lnTo>
                  <a:lnTo>
                    <a:pt x="475" y="251"/>
                  </a:lnTo>
                  <a:lnTo>
                    <a:pt x="475" y="254"/>
                  </a:lnTo>
                  <a:lnTo>
                    <a:pt x="475" y="254"/>
                  </a:lnTo>
                  <a:lnTo>
                    <a:pt x="478" y="254"/>
                  </a:lnTo>
                  <a:lnTo>
                    <a:pt x="478" y="256"/>
                  </a:lnTo>
                  <a:lnTo>
                    <a:pt x="478" y="256"/>
                  </a:lnTo>
                  <a:lnTo>
                    <a:pt x="478" y="256"/>
                  </a:lnTo>
                  <a:lnTo>
                    <a:pt x="478" y="256"/>
                  </a:lnTo>
                  <a:lnTo>
                    <a:pt x="478" y="256"/>
                  </a:lnTo>
                  <a:lnTo>
                    <a:pt x="478" y="259"/>
                  </a:lnTo>
                  <a:lnTo>
                    <a:pt x="478" y="259"/>
                  </a:lnTo>
                  <a:lnTo>
                    <a:pt x="478" y="261"/>
                  </a:lnTo>
                  <a:lnTo>
                    <a:pt x="478" y="261"/>
                  </a:lnTo>
                  <a:lnTo>
                    <a:pt x="480" y="261"/>
                  </a:lnTo>
                  <a:lnTo>
                    <a:pt x="480" y="263"/>
                  </a:lnTo>
                  <a:lnTo>
                    <a:pt x="480" y="263"/>
                  </a:lnTo>
                  <a:lnTo>
                    <a:pt x="483" y="263"/>
                  </a:lnTo>
                  <a:lnTo>
                    <a:pt x="483" y="263"/>
                  </a:lnTo>
                  <a:lnTo>
                    <a:pt x="483" y="263"/>
                  </a:lnTo>
                  <a:lnTo>
                    <a:pt x="483" y="266"/>
                  </a:lnTo>
                  <a:lnTo>
                    <a:pt x="483" y="266"/>
                  </a:lnTo>
                  <a:lnTo>
                    <a:pt x="483" y="266"/>
                  </a:lnTo>
                  <a:lnTo>
                    <a:pt x="485" y="266"/>
                  </a:lnTo>
                  <a:lnTo>
                    <a:pt x="485" y="266"/>
                  </a:lnTo>
                  <a:lnTo>
                    <a:pt x="485" y="268"/>
                  </a:lnTo>
                  <a:lnTo>
                    <a:pt x="485" y="268"/>
                  </a:lnTo>
                  <a:lnTo>
                    <a:pt x="485" y="268"/>
                  </a:lnTo>
                  <a:lnTo>
                    <a:pt x="485" y="268"/>
                  </a:lnTo>
                  <a:lnTo>
                    <a:pt x="487" y="268"/>
                  </a:lnTo>
                  <a:lnTo>
                    <a:pt x="487" y="270"/>
                  </a:lnTo>
                  <a:lnTo>
                    <a:pt x="487" y="270"/>
                  </a:lnTo>
                  <a:lnTo>
                    <a:pt x="487" y="270"/>
                  </a:lnTo>
                  <a:lnTo>
                    <a:pt x="490" y="270"/>
                  </a:lnTo>
                  <a:lnTo>
                    <a:pt x="490" y="273"/>
                  </a:lnTo>
                  <a:lnTo>
                    <a:pt x="490" y="273"/>
                  </a:lnTo>
                  <a:lnTo>
                    <a:pt x="490" y="275"/>
                  </a:lnTo>
                  <a:lnTo>
                    <a:pt x="490" y="275"/>
                  </a:lnTo>
                  <a:lnTo>
                    <a:pt x="490" y="275"/>
                  </a:lnTo>
                  <a:lnTo>
                    <a:pt x="490" y="275"/>
                  </a:lnTo>
                  <a:lnTo>
                    <a:pt x="492" y="275"/>
                  </a:lnTo>
                  <a:lnTo>
                    <a:pt x="492" y="275"/>
                  </a:lnTo>
                  <a:lnTo>
                    <a:pt x="492" y="275"/>
                  </a:lnTo>
                  <a:lnTo>
                    <a:pt x="494" y="275"/>
                  </a:lnTo>
                  <a:lnTo>
                    <a:pt x="494" y="275"/>
                  </a:lnTo>
                  <a:lnTo>
                    <a:pt x="494" y="275"/>
                  </a:lnTo>
                  <a:lnTo>
                    <a:pt x="497" y="275"/>
                  </a:lnTo>
                  <a:lnTo>
                    <a:pt x="497" y="275"/>
                  </a:lnTo>
                  <a:lnTo>
                    <a:pt x="497" y="275"/>
                  </a:lnTo>
                  <a:lnTo>
                    <a:pt x="499" y="275"/>
                  </a:lnTo>
                  <a:lnTo>
                    <a:pt x="499" y="275"/>
                  </a:lnTo>
                  <a:lnTo>
                    <a:pt x="499" y="275"/>
                  </a:lnTo>
                  <a:lnTo>
                    <a:pt x="501" y="275"/>
                  </a:lnTo>
                  <a:lnTo>
                    <a:pt x="501" y="275"/>
                  </a:lnTo>
                  <a:lnTo>
                    <a:pt x="501" y="275"/>
                  </a:lnTo>
                  <a:lnTo>
                    <a:pt x="504" y="275"/>
                  </a:lnTo>
                  <a:lnTo>
                    <a:pt x="504" y="275"/>
                  </a:lnTo>
                  <a:lnTo>
                    <a:pt x="504" y="275"/>
                  </a:lnTo>
                  <a:lnTo>
                    <a:pt x="504" y="275"/>
                  </a:lnTo>
                  <a:lnTo>
                    <a:pt x="506" y="275"/>
                  </a:lnTo>
                  <a:lnTo>
                    <a:pt x="506" y="273"/>
                  </a:lnTo>
                  <a:lnTo>
                    <a:pt x="506" y="273"/>
                  </a:lnTo>
                  <a:lnTo>
                    <a:pt x="509" y="273"/>
                  </a:lnTo>
                  <a:lnTo>
                    <a:pt x="509" y="275"/>
                  </a:lnTo>
                  <a:lnTo>
                    <a:pt x="509" y="275"/>
                  </a:lnTo>
                  <a:lnTo>
                    <a:pt x="509" y="275"/>
                  </a:lnTo>
                  <a:lnTo>
                    <a:pt x="511" y="275"/>
                  </a:lnTo>
                  <a:lnTo>
                    <a:pt x="511" y="275"/>
                  </a:lnTo>
                  <a:lnTo>
                    <a:pt x="511" y="275"/>
                  </a:lnTo>
                  <a:lnTo>
                    <a:pt x="513" y="275"/>
                  </a:lnTo>
                  <a:lnTo>
                    <a:pt x="513" y="275"/>
                  </a:lnTo>
                  <a:lnTo>
                    <a:pt x="513" y="275"/>
                  </a:lnTo>
                  <a:lnTo>
                    <a:pt x="516" y="275"/>
                  </a:lnTo>
                  <a:lnTo>
                    <a:pt x="516" y="275"/>
                  </a:lnTo>
                  <a:lnTo>
                    <a:pt x="516" y="275"/>
                  </a:lnTo>
                  <a:lnTo>
                    <a:pt x="518" y="275"/>
                  </a:lnTo>
                  <a:lnTo>
                    <a:pt x="518" y="275"/>
                  </a:lnTo>
                  <a:lnTo>
                    <a:pt x="518" y="275"/>
                  </a:lnTo>
                  <a:lnTo>
                    <a:pt x="520" y="275"/>
                  </a:lnTo>
                  <a:lnTo>
                    <a:pt x="520" y="275"/>
                  </a:lnTo>
                  <a:lnTo>
                    <a:pt x="523" y="275"/>
                  </a:lnTo>
                  <a:lnTo>
                    <a:pt x="523" y="275"/>
                  </a:lnTo>
                  <a:lnTo>
                    <a:pt x="523" y="275"/>
                  </a:lnTo>
                  <a:lnTo>
                    <a:pt x="523" y="278"/>
                  </a:lnTo>
                  <a:lnTo>
                    <a:pt x="525" y="278"/>
                  </a:lnTo>
                  <a:lnTo>
                    <a:pt x="525" y="278"/>
                  </a:lnTo>
                  <a:lnTo>
                    <a:pt x="525" y="278"/>
                  </a:lnTo>
                  <a:lnTo>
                    <a:pt x="528" y="278"/>
                  </a:lnTo>
                  <a:lnTo>
                    <a:pt x="528" y="278"/>
                  </a:lnTo>
                  <a:lnTo>
                    <a:pt x="530" y="278"/>
                  </a:lnTo>
                  <a:lnTo>
                    <a:pt x="530" y="278"/>
                  </a:lnTo>
                  <a:lnTo>
                    <a:pt x="530" y="278"/>
                  </a:lnTo>
                  <a:lnTo>
                    <a:pt x="530" y="278"/>
                  </a:lnTo>
                  <a:lnTo>
                    <a:pt x="532" y="278"/>
                  </a:lnTo>
                  <a:lnTo>
                    <a:pt x="532" y="278"/>
                  </a:lnTo>
                  <a:lnTo>
                    <a:pt x="532" y="278"/>
                  </a:lnTo>
                  <a:lnTo>
                    <a:pt x="535" y="278"/>
                  </a:lnTo>
                  <a:lnTo>
                    <a:pt x="535" y="278"/>
                  </a:lnTo>
                  <a:lnTo>
                    <a:pt x="537" y="278"/>
                  </a:lnTo>
                  <a:lnTo>
                    <a:pt x="537" y="278"/>
                  </a:lnTo>
                  <a:lnTo>
                    <a:pt x="537" y="278"/>
                  </a:lnTo>
                  <a:lnTo>
                    <a:pt x="539" y="278"/>
                  </a:lnTo>
                  <a:lnTo>
                    <a:pt x="539" y="278"/>
                  </a:lnTo>
                  <a:lnTo>
                    <a:pt x="542" y="278"/>
                  </a:lnTo>
                  <a:lnTo>
                    <a:pt x="542" y="278"/>
                  </a:lnTo>
                  <a:lnTo>
                    <a:pt x="542" y="278"/>
                  </a:lnTo>
                  <a:lnTo>
                    <a:pt x="544" y="278"/>
                  </a:lnTo>
                  <a:lnTo>
                    <a:pt x="544" y="278"/>
                  </a:lnTo>
                  <a:lnTo>
                    <a:pt x="544" y="278"/>
                  </a:lnTo>
                  <a:lnTo>
                    <a:pt x="546" y="278"/>
                  </a:lnTo>
                  <a:lnTo>
                    <a:pt x="546" y="278"/>
                  </a:lnTo>
                  <a:lnTo>
                    <a:pt x="546" y="278"/>
                  </a:lnTo>
                  <a:lnTo>
                    <a:pt x="549" y="278"/>
                  </a:lnTo>
                  <a:lnTo>
                    <a:pt x="549" y="278"/>
                  </a:lnTo>
                  <a:lnTo>
                    <a:pt x="549" y="278"/>
                  </a:lnTo>
                  <a:lnTo>
                    <a:pt x="551" y="278"/>
                  </a:lnTo>
                  <a:lnTo>
                    <a:pt x="551" y="278"/>
                  </a:lnTo>
                  <a:lnTo>
                    <a:pt x="551" y="278"/>
                  </a:lnTo>
                  <a:lnTo>
                    <a:pt x="554" y="278"/>
                  </a:lnTo>
                  <a:lnTo>
                    <a:pt x="554" y="278"/>
                  </a:lnTo>
                  <a:lnTo>
                    <a:pt x="556" y="278"/>
                  </a:lnTo>
                  <a:lnTo>
                    <a:pt x="556" y="278"/>
                  </a:lnTo>
                  <a:lnTo>
                    <a:pt x="556" y="278"/>
                  </a:lnTo>
                  <a:lnTo>
                    <a:pt x="558" y="278"/>
                  </a:lnTo>
                  <a:lnTo>
                    <a:pt x="558" y="278"/>
                  </a:lnTo>
                  <a:lnTo>
                    <a:pt x="558" y="278"/>
                  </a:lnTo>
                  <a:lnTo>
                    <a:pt x="561" y="278"/>
                  </a:lnTo>
                  <a:lnTo>
                    <a:pt x="561" y="278"/>
                  </a:lnTo>
                  <a:lnTo>
                    <a:pt x="561" y="278"/>
                  </a:lnTo>
                  <a:lnTo>
                    <a:pt x="563" y="278"/>
                  </a:lnTo>
                  <a:lnTo>
                    <a:pt x="563" y="278"/>
                  </a:lnTo>
                  <a:lnTo>
                    <a:pt x="563" y="278"/>
                  </a:lnTo>
                  <a:lnTo>
                    <a:pt x="565" y="278"/>
                  </a:lnTo>
                  <a:lnTo>
                    <a:pt x="565" y="278"/>
                  </a:lnTo>
                  <a:lnTo>
                    <a:pt x="565" y="278"/>
                  </a:lnTo>
                  <a:lnTo>
                    <a:pt x="568" y="278"/>
                  </a:lnTo>
                  <a:lnTo>
                    <a:pt x="568" y="278"/>
                  </a:lnTo>
                  <a:lnTo>
                    <a:pt x="568" y="278"/>
                  </a:lnTo>
                  <a:lnTo>
                    <a:pt x="568" y="278"/>
                  </a:lnTo>
                  <a:lnTo>
                    <a:pt x="570" y="278"/>
                  </a:lnTo>
                  <a:lnTo>
                    <a:pt x="570" y="278"/>
                  </a:lnTo>
                  <a:lnTo>
                    <a:pt x="570" y="278"/>
                  </a:lnTo>
                  <a:lnTo>
                    <a:pt x="572" y="278"/>
                  </a:lnTo>
                  <a:lnTo>
                    <a:pt x="572" y="278"/>
                  </a:lnTo>
                  <a:lnTo>
                    <a:pt x="575" y="278"/>
                  </a:lnTo>
                  <a:lnTo>
                    <a:pt x="575" y="278"/>
                  </a:lnTo>
                  <a:lnTo>
                    <a:pt x="575" y="278"/>
                  </a:lnTo>
                  <a:lnTo>
                    <a:pt x="575" y="278"/>
                  </a:lnTo>
                  <a:lnTo>
                    <a:pt x="577" y="278"/>
                  </a:lnTo>
                  <a:lnTo>
                    <a:pt x="577" y="278"/>
                  </a:lnTo>
                  <a:lnTo>
                    <a:pt x="577" y="278"/>
                  </a:lnTo>
                  <a:lnTo>
                    <a:pt x="580" y="278"/>
                  </a:lnTo>
                  <a:lnTo>
                    <a:pt x="580" y="278"/>
                  </a:lnTo>
                  <a:lnTo>
                    <a:pt x="582" y="278"/>
                  </a:lnTo>
                  <a:lnTo>
                    <a:pt x="582" y="278"/>
                  </a:lnTo>
                  <a:lnTo>
                    <a:pt x="582" y="278"/>
                  </a:lnTo>
                  <a:lnTo>
                    <a:pt x="584" y="278"/>
                  </a:lnTo>
                  <a:lnTo>
                    <a:pt x="584" y="278"/>
                  </a:lnTo>
                  <a:lnTo>
                    <a:pt x="584" y="278"/>
                  </a:lnTo>
                  <a:lnTo>
                    <a:pt x="587" y="278"/>
                  </a:lnTo>
                  <a:lnTo>
                    <a:pt x="587" y="278"/>
                  </a:lnTo>
                  <a:lnTo>
                    <a:pt x="587" y="278"/>
                  </a:lnTo>
                  <a:lnTo>
                    <a:pt x="589" y="278"/>
                  </a:lnTo>
                  <a:lnTo>
                    <a:pt x="589" y="278"/>
                  </a:lnTo>
                  <a:lnTo>
                    <a:pt x="589" y="278"/>
                  </a:lnTo>
                  <a:lnTo>
                    <a:pt x="591" y="278"/>
                  </a:lnTo>
                  <a:lnTo>
                    <a:pt x="591" y="278"/>
                  </a:lnTo>
                  <a:lnTo>
                    <a:pt x="591" y="278"/>
                  </a:lnTo>
                  <a:lnTo>
                    <a:pt x="591" y="278"/>
                  </a:lnTo>
                  <a:lnTo>
                    <a:pt x="594" y="278"/>
                  </a:lnTo>
                  <a:lnTo>
                    <a:pt x="594" y="278"/>
                  </a:lnTo>
                  <a:lnTo>
                    <a:pt x="596" y="278"/>
                  </a:lnTo>
                  <a:lnTo>
                    <a:pt x="596" y="278"/>
                  </a:lnTo>
                  <a:lnTo>
                    <a:pt x="596" y="280"/>
                  </a:lnTo>
                  <a:lnTo>
                    <a:pt x="596" y="280"/>
                  </a:lnTo>
                  <a:lnTo>
                    <a:pt x="599" y="280"/>
                  </a:lnTo>
                  <a:lnTo>
                    <a:pt x="599" y="280"/>
                  </a:lnTo>
                  <a:lnTo>
                    <a:pt x="599" y="280"/>
                  </a:lnTo>
                  <a:lnTo>
                    <a:pt x="601" y="280"/>
                  </a:lnTo>
                  <a:lnTo>
                    <a:pt x="601" y="280"/>
                  </a:lnTo>
                  <a:lnTo>
                    <a:pt x="601" y="280"/>
                  </a:lnTo>
                  <a:lnTo>
                    <a:pt x="603" y="280"/>
                  </a:lnTo>
                  <a:lnTo>
                    <a:pt x="603" y="280"/>
                  </a:lnTo>
                  <a:lnTo>
                    <a:pt x="603" y="280"/>
                  </a:lnTo>
                  <a:lnTo>
                    <a:pt x="606" y="280"/>
                  </a:lnTo>
                  <a:lnTo>
                    <a:pt x="606" y="280"/>
                  </a:lnTo>
                  <a:lnTo>
                    <a:pt x="606" y="282"/>
                  </a:lnTo>
                  <a:lnTo>
                    <a:pt x="608" y="282"/>
                  </a:lnTo>
                  <a:lnTo>
                    <a:pt x="608" y="282"/>
                  </a:lnTo>
                  <a:lnTo>
                    <a:pt x="608" y="282"/>
                  </a:lnTo>
                  <a:lnTo>
                    <a:pt x="608" y="285"/>
                  </a:lnTo>
                  <a:lnTo>
                    <a:pt x="608" y="285"/>
                  </a:lnTo>
                  <a:lnTo>
                    <a:pt x="608" y="285"/>
                  </a:lnTo>
                  <a:lnTo>
                    <a:pt x="610" y="285"/>
                  </a:lnTo>
                  <a:lnTo>
                    <a:pt x="610" y="287"/>
                  </a:lnTo>
                  <a:lnTo>
                    <a:pt x="610" y="287"/>
                  </a:lnTo>
                  <a:lnTo>
                    <a:pt x="610" y="287"/>
                  </a:lnTo>
                  <a:lnTo>
                    <a:pt x="610" y="287"/>
                  </a:lnTo>
                  <a:lnTo>
                    <a:pt x="610" y="287"/>
                  </a:lnTo>
                  <a:lnTo>
                    <a:pt x="613" y="287"/>
                  </a:lnTo>
                  <a:lnTo>
                    <a:pt x="613" y="287"/>
                  </a:lnTo>
                  <a:lnTo>
                    <a:pt x="615" y="287"/>
                  </a:lnTo>
                  <a:lnTo>
                    <a:pt x="615" y="287"/>
                  </a:lnTo>
                  <a:lnTo>
                    <a:pt x="615" y="289"/>
                  </a:lnTo>
                  <a:lnTo>
                    <a:pt x="615" y="289"/>
                  </a:lnTo>
                  <a:lnTo>
                    <a:pt x="617" y="289"/>
                  </a:lnTo>
                  <a:lnTo>
                    <a:pt x="617" y="289"/>
                  </a:lnTo>
                  <a:lnTo>
                    <a:pt x="617" y="289"/>
                  </a:lnTo>
                  <a:lnTo>
                    <a:pt x="617" y="289"/>
                  </a:lnTo>
                  <a:lnTo>
                    <a:pt x="620" y="289"/>
                  </a:lnTo>
                  <a:lnTo>
                    <a:pt x="620" y="289"/>
                  </a:lnTo>
                  <a:lnTo>
                    <a:pt x="622" y="289"/>
                  </a:lnTo>
                  <a:lnTo>
                    <a:pt x="622" y="289"/>
                  </a:lnTo>
                  <a:lnTo>
                    <a:pt x="622" y="289"/>
                  </a:lnTo>
                  <a:lnTo>
                    <a:pt x="625" y="289"/>
                  </a:lnTo>
                  <a:lnTo>
                    <a:pt x="625" y="289"/>
                  </a:lnTo>
                  <a:lnTo>
                    <a:pt x="625" y="289"/>
                  </a:lnTo>
                  <a:lnTo>
                    <a:pt x="627" y="289"/>
                  </a:lnTo>
                  <a:lnTo>
                    <a:pt x="627" y="289"/>
                  </a:lnTo>
                  <a:lnTo>
                    <a:pt x="627" y="292"/>
                  </a:lnTo>
                  <a:lnTo>
                    <a:pt x="629" y="292"/>
                  </a:lnTo>
                  <a:lnTo>
                    <a:pt x="629" y="292"/>
                  </a:lnTo>
                  <a:lnTo>
                    <a:pt x="629" y="292"/>
                  </a:lnTo>
                  <a:lnTo>
                    <a:pt x="629" y="292"/>
                  </a:lnTo>
                  <a:lnTo>
                    <a:pt x="632" y="292"/>
                  </a:lnTo>
                  <a:lnTo>
                    <a:pt x="632" y="292"/>
                  </a:lnTo>
                  <a:lnTo>
                    <a:pt x="632" y="294"/>
                  </a:lnTo>
                  <a:lnTo>
                    <a:pt x="632" y="294"/>
                  </a:lnTo>
                  <a:lnTo>
                    <a:pt x="634" y="294"/>
                  </a:lnTo>
                  <a:lnTo>
                    <a:pt x="634" y="294"/>
                  </a:lnTo>
                  <a:lnTo>
                    <a:pt x="634" y="294"/>
                  </a:lnTo>
                  <a:lnTo>
                    <a:pt x="636" y="294"/>
                  </a:lnTo>
                  <a:lnTo>
                    <a:pt x="636" y="294"/>
                  </a:lnTo>
                  <a:lnTo>
                    <a:pt x="636" y="294"/>
                  </a:lnTo>
                  <a:lnTo>
                    <a:pt x="636" y="296"/>
                  </a:lnTo>
                  <a:lnTo>
                    <a:pt x="639" y="296"/>
                  </a:lnTo>
                  <a:lnTo>
                    <a:pt x="639" y="296"/>
                  </a:lnTo>
                  <a:lnTo>
                    <a:pt x="639" y="296"/>
                  </a:lnTo>
                  <a:lnTo>
                    <a:pt x="639" y="296"/>
                  </a:lnTo>
                  <a:lnTo>
                    <a:pt x="641" y="296"/>
                  </a:lnTo>
                  <a:lnTo>
                    <a:pt x="641" y="296"/>
                  </a:lnTo>
                  <a:lnTo>
                    <a:pt x="644" y="296"/>
                  </a:lnTo>
                  <a:lnTo>
                    <a:pt x="644" y="296"/>
                  </a:lnTo>
                  <a:lnTo>
                    <a:pt x="644" y="296"/>
                  </a:lnTo>
                  <a:lnTo>
                    <a:pt x="646" y="296"/>
                  </a:lnTo>
                  <a:lnTo>
                    <a:pt x="646" y="296"/>
                  </a:lnTo>
                  <a:lnTo>
                    <a:pt x="646" y="296"/>
                  </a:lnTo>
                  <a:lnTo>
                    <a:pt x="648" y="296"/>
                  </a:lnTo>
                  <a:lnTo>
                    <a:pt x="648" y="296"/>
                  </a:lnTo>
                  <a:lnTo>
                    <a:pt x="648" y="296"/>
                  </a:lnTo>
                  <a:lnTo>
                    <a:pt x="651" y="296"/>
                  </a:lnTo>
                  <a:lnTo>
                    <a:pt x="651" y="299"/>
                  </a:lnTo>
                  <a:lnTo>
                    <a:pt x="651" y="299"/>
                  </a:lnTo>
                  <a:lnTo>
                    <a:pt x="651" y="299"/>
                  </a:lnTo>
                  <a:lnTo>
                    <a:pt x="653" y="299"/>
                  </a:lnTo>
                  <a:lnTo>
                    <a:pt x="653" y="299"/>
                  </a:lnTo>
                  <a:lnTo>
                    <a:pt x="655" y="299"/>
                  </a:lnTo>
                  <a:lnTo>
                    <a:pt x="655" y="296"/>
                  </a:lnTo>
                  <a:lnTo>
                    <a:pt x="655" y="296"/>
                  </a:lnTo>
                  <a:lnTo>
                    <a:pt x="655" y="296"/>
                  </a:lnTo>
                  <a:lnTo>
                    <a:pt x="658" y="296"/>
                  </a:lnTo>
                  <a:lnTo>
                    <a:pt x="658" y="296"/>
                  </a:lnTo>
                  <a:lnTo>
                    <a:pt x="658" y="296"/>
                  </a:lnTo>
                  <a:lnTo>
                    <a:pt x="660" y="296"/>
                  </a:lnTo>
                  <a:lnTo>
                    <a:pt x="660" y="296"/>
                  </a:lnTo>
                  <a:lnTo>
                    <a:pt x="660" y="296"/>
                  </a:lnTo>
                  <a:lnTo>
                    <a:pt x="662" y="296"/>
                  </a:lnTo>
                  <a:lnTo>
                    <a:pt x="662" y="296"/>
                  </a:lnTo>
                  <a:lnTo>
                    <a:pt x="662" y="296"/>
                  </a:lnTo>
                  <a:lnTo>
                    <a:pt x="665" y="296"/>
                  </a:lnTo>
                  <a:lnTo>
                    <a:pt x="665" y="296"/>
                  </a:lnTo>
                  <a:lnTo>
                    <a:pt x="665" y="296"/>
                  </a:lnTo>
                  <a:lnTo>
                    <a:pt x="665" y="299"/>
                  </a:lnTo>
                  <a:lnTo>
                    <a:pt x="665" y="299"/>
                  </a:lnTo>
                  <a:lnTo>
                    <a:pt x="665" y="301"/>
                  </a:lnTo>
                  <a:lnTo>
                    <a:pt x="665" y="301"/>
                  </a:lnTo>
                  <a:lnTo>
                    <a:pt x="665" y="301"/>
                  </a:lnTo>
                  <a:lnTo>
                    <a:pt x="667" y="301"/>
                  </a:lnTo>
                  <a:lnTo>
                    <a:pt x="667" y="301"/>
                  </a:lnTo>
                  <a:lnTo>
                    <a:pt x="670" y="301"/>
                  </a:lnTo>
                  <a:lnTo>
                    <a:pt x="670" y="304"/>
                  </a:lnTo>
                  <a:lnTo>
                    <a:pt x="670" y="304"/>
                  </a:lnTo>
                  <a:lnTo>
                    <a:pt x="670" y="304"/>
                  </a:lnTo>
                  <a:lnTo>
                    <a:pt x="672" y="304"/>
                  </a:lnTo>
                  <a:lnTo>
                    <a:pt x="672" y="304"/>
                  </a:lnTo>
                  <a:lnTo>
                    <a:pt x="672" y="304"/>
                  </a:lnTo>
                  <a:lnTo>
                    <a:pt x="674" y="304"/>
                  </a:lnTo>
                  <a:lnTo>
                    <a:pt x="674" y="304"/>
                  </a:lnTo>
                  <a:lnTo>
                    <a:pt x="674" y="304"/>
                  </a:lnTo>
                  <a:lnTo>
                    <a:pt x="677" y="304"/>
                  </a:lnTo>
                  <a:lnTo>
                    <a:pt x="677" y="304"/>
                  </a:lnTo>
                  <a:lnTo>
                    <a:pt x="677" y="304"/>
                  </a:lnTo>
                  <a:lnTo>
                    <a:pt x="677" y="304"/>
                  </a:lnTo>
                  <a:lnTo>
                    <a:pt x="677" y="301"/>
                  </a:lnTo>
                  <a:lnTo>
                    <a:pt x="679" y="301"/>
                  </a:lnTo>
                  <a:lnTo>
                    <a:pt x="679" y="301"/>
                  </a:lnTo>
                  <a:lnTo>
                    <a:pt x="679" y="301"/>
                  </a:lnTo>
                  <a:lnTo>
                    <a:pt x="681" y="301"/>
                  </a:lnTo>
                  <a:lnTo>
                    <a:pt x="681" y="299"/>
                  </a:lnTo>
                  <a:lnTo>
                    <a:pt x="681" y="299"/>
                  </a:lnTo>
                  <a:lnTo>
                    <a:pt x="681" y="299"/>
                  </a:lnTo>
                  <a:lnTo>
                    <a:pt x="684" y="299"/>
                  </a:lnTo>
                  <a:lnTo>
                    <a:pt x="684" y="299"/>
                  </a:lnTo>
                  <a:lnTo>
                    <a:pt x="684" y="299"/>
                  </a:lnTo>
                  <a:lnTo>
                    <a:pt x="684" y="299"/>
                  </a:lnTo>
                  <a:lnTo>
                    <a:pt x="684" y="296"/>
                  </a:lnTo>
                  <a:lnTo>
                    <a:pt x="686" y="296"/>
                  </a:lnTo>
                  <a:lnTo>
                    <a:pt x="686" y="296"/>
                  </a:lnTo>
                  <a:lnTo>
                    <a:pt x="686" y="296"/>
                  </a:lnTo>
                  <a:lnTo>
                    <a:pt x="688" y="296"/>
                  </a:lnTo>
                  <a:lnTo>
                    <a:pt x="688" y="296"/>
                  </a:lnTo>
                  <a:lnTo>
                    <a:pt x="688" y="296"/>
                  </a:lnTo>
                  <a:lnTo>
                    <a:pt x="688" y="296"/>
                  </a:lnTo>
                  <a:lnTo>
                    <a:pt x="691" y="296"/>
                  </a:lnTo>
                  <a:lnTo>
                    <a:pt x="691" y="296"/>
                  </a:lnTo>
                  <a:lnTo>
                    <a:pt x="691" y="294"/>
                  </a:lnTo>
                  <a:lnTo>
                    <a:pt x="691" y="294"/>
                  </a:lnTo>
                  <a:lnTo>
                    <a:pt x="693" y="294"/>
                  </a:lnTo>
                  <a:lnTo>
                    <a:pt x="693" y="294"/>
                  </a:lnTo>
                  <a:lnTo>
                    <a:pt x="693" y="294"/>
                  </a:lnTo>
                  <a:lnTo>
                    <a:pt x="696" y="294"/>
                  </a:lnTo>
                  <a:lnTo>
                    <a:pt x="696" y="294"/>
                  </a:lnTo>
                  <a:lnTo>
                    <a:pt x="696" y="294"/>
                  </a:lnTo>
                  <a:lnTo>
                    <a:pt x="696" y="292"/>
                  </a:lnTo>
                  <a:lnTo>
                    <a:pt x="698" y="292"/>
                  </a:lnTo>
                  <a:lnTo>
                    <a:pt x="698" y="292"/>
                  </a:lnTo>
                  <a:lnTo>
                    <a:pt x="698" y="292"/>
                  </a:lnTo>
                  <a:lnTo>
                    <a:pt x="698" y="292"/>
                  </a:lnTo>
                  <a:lnTo>
                    <a:pt x="700" y="292"/>
                  </a:lnTo>
                  <a:lnTo>
                    <a:pt x="700" y="292"/>
                  </a:lnTo>
                  <a:lnTo>
                    <a:pt x="703" y="292"/>
                  </a:lnTo>
                  <a:lnTo>
                    <a:pt x="703" y="289"/>
                  </a:lnTo>
                  <a:lnTo>
                    <a:pt x="703" y="289"/>
                  </a:lnTo>
                  <a:lnTo>
                    <a:pt x="703" y="289"/>
                  </a:lnTo>
                  <a:lnTo>
                    <a:pt x="705" y="289"/>
                  </a:lnTo>
                  <a:lnTo>
                    <a:pt x="705" y="289"/>
                  </a:lnTo>
                  <a:lnTo>
                    <a:pt x="705" y="289"/>
                  </a:lnTo>
                  <a:lnTo>
                    <a:pt x="705" y="289"/>
                  </a:lnTo>
                  <a:lnTo>
                    <a:pt x="707" y="289"/>
                  </a:lnTo>
                  <a:lnTo>
                    <a:pt x="707" y="287"/>
                  </a:lnTo>
                  <a:lnTo>
                    <a:pt x="707" y="287"/>
                  </a:lnTo>
                  <a:lnTo>
                    <a:pt x="710" y="287"/>
                  </a:lnTo>
                  <a:lnTo>
                    <a:pt x="710" y="287"/>
                  </a:lnTo>
                  <a:lnTo>
                    <a:pt x="710" y="287"/>
                  </a:lnTo>
                  <a:lnTo>
                    <a:pt x="710" y="287"/>
                  </a:lnTo>
                  <a:lnTo>
                    <a:pt x="712" y="287"/>
                  </a:lnTo>
                  <a:lnTo>
                    <a:pt x="712" y="287"/>
                  </a:lnTo>
                  <a:lnTo>
                    <a:pt x="712" y="287"/>
                  </a:lnTo>
                  <a:lnTo>
                    <a:pt x="715" y="287"/>
                  </a:lnTo>
                  <a:lnTo>
                    <a:pt x="715" y="287"/>
                  </a:lnTo>
                  <a:lnTo>
                    <a:pt x="715" y="287"/>
                  </a:lnTo>
                  <a:lnTo>
                    <a:pt x="717" y="287"/>
                  </a:lnTo>
                  <a:lnTo>
                    <a:pt x="717" y="287"/>
                  </a:lnTo>
                  <a:lnTo>
                    <a:pt x="717" y="287"/>
                  </a:lnTo>
                  <a:lnTo>
                    <a:pt x="717" y="285"/>
                  </a:lnTo>
                  <a:lnTo>
                    <a:pt x="719" y="285"/>
                  </a:lnTo>
                  <a:lnTo>
                    <a:pt x="719" y="285"/>
                  </a:lnTo>
                  <a:lnTo>
                    <a:pt x="722" y="285"/>
                  </a:lnTo>
                  <a:lnTo>
                    <a:pt x="722" y="285"/>
                  </a:lnTo>
                  <a:lnTo>
                    <a:pt x="722" y="285"/>
                  </a:lnTo>
                  <a:lnTo>
                    <a:pt x="724" y="285"/>
                  </a:lnTo>
                  <a:lnTo>
                    <a:pt x="724" y="285"/>
                  </a:lnTo>
                  <a:lnTo>
                    <a:pt x="724" y="285"/>
                  </a:lnTo>
                  <a:lnTo>
                    <a:pt x="724" y="282"/>
                  </a:lnTo>
                  <a:lnTo>
                    <a:pt x="724" y="282"/>
                  </a:lnTo>
                  <a:lnTo>
                    <a:pt x="726" y="282"/>
                  </a:lnTo>
                  <a:lnTo>
                    <a:pt x="726" y="282"/>
                  </a:lnTo>
                  <a:lnTo>
                    <a:pt x="726" y="282"/>
                  </a:lnTo>
                  <a:lnTo>
                    <a:pt x="729" y="282"/>
                  </a:lnTo>
                  <a:lnTo>
                    <a:pt x="729" y="282"/>
                  </a:lnTo>
                  <a:lnTo>
                    <a:pt x="729" y="282"/>
                  </a:lnTo>
                  <a:lnTo>
                    <a:pt x="729" y="282"/>
                  </a:lnTo>
                  <a:lnTo>
                    <a:pt x="731" y="282"/>
                  </a:lnTo>
                  <a:lnTo>
                    <a:pt x="731" y="282"/>
                  </a:lnTo>
                  <a:lnTo>
                    <a:pt x="731" y="282"/>
                  </a:lnTo>
                  <a:lnTo>
                    <a:pt x="733" y="282"/>
                  </a:lnTo>
                  <a:lnTo>
                    <a:pt x="733" y="282"/>
                  </a:lnTo>
                  <a:lnTo>
                    <a:pt x="736" y="282"/>
                  </a:lnTo>
                  <a:lnTo>
                    <a:pt x="736" y="282"/>
                  </a:lnTo>
                  <a:lnTo>
                    <a:pt x="736" y="282"/>
                  </a:lnTo>
                  <a:lnTo>
                    <a:pt x="738" y="282"/>
                  </a:lnTo>
                  <a:lnTo>
                    <a:pt x="738" y="282"/>
                  </a:lnTo>
                  <a:lnTo>
                    <a:pt x="738" y="282"/>
                  </a:lnTo>
                  <a:lnTo>
                    <a:pt x="738" y="282"/>
                  </a:lnTo>
                  <a:lnTo>
                    <a:pt x="741" y="282"/>
                  </a:lnTo>
                  <a:lnTo>
                    <a:pt x="741" y="282"/>
                  </a:lnTo>
                  <a:lnTo>
                    <a:pt x="743" y="282"/>
                  </a:lnTo>
                  <a:lnTo>
                    <a:pt x="743" y="282"/>
                  </a:lnTo>
                  <a:lnTo>
                    <a:pt x="743" y="282"/>
                  </a:lnTo>
                  <a:lnTo>
                    <a:pt x="745" y="282"/>
                  </a:lnTo>
                  <a:lnTo>
                    <a:pt x="745" y="282"/>
                  </a:lnTo>
                  <a:lnTo>
                    <a:pt x="745" y="282"/>
                  </a:lnTo>
                  <a:lnTo>
                    <a:pt x="748" y="282"/>
                  </a:lnTo>
                  <a:lnTo>
                    <a:pt x="748" y="282"/>
                  </a:lnTo>
                  <a:lnTo>
                    <a:pt x="750" y="282"/>
                  </a:lnTo>
                  <a:lnTo>
                    <a:pt x="750" y="282"/>
                  </a:lnTo>
                  <a:lnTo>
                    <a:pt x="750" y="282"/>
                  </a:lnTo>
                  <a:lnTo>
                    <a:pt x="752" y="282"/>
                  </a:lnTo>
                  <a:lnTo>
                    <a:pt x="752" y="282"/>
                  </a:lnTo>
                  <a:lnTo>
                    <a:pt x="752" y="282"/>
                  </a:lnTo>
                  <a:lnTo>
                    <a:pt x="755" y="282"/>
                  </a:lnTo>
                  <a:lnTo>
                    <a:pt x="755" y="282"/>
                  </a:lnTo>
                  <a:lnTo>
                    <a:pt x="755" y="282"/>
                  </a:lnTo>
                  <a:lnTo>
                    <a:pt x="757" y="282"/>
                  </a:lnTo>
                  <a:lnTo>
                    <a:pt x="757" y="285"/>
                  </a:lnTo>
                  <a:lnTo>
                    <a:pt x="757" y="285"/>
                  </a:lnTo>
                  <a:lnTo>
                    <a:pt x="757" y="282"/>
                  </a:lnTo>
                  <a:lnTo>
                    <a:pt x="757" y="282"/>
                  </a:lnTo>
                  <a:lnTo>
                    <a:pt x="759" y="282"/>
                  </a:lnTo>
                  <a:lnTo>
                    <a:pt x="759" y="282"/>
                  </a:lnTo>
                  <a:lnTo>
                    <a:pt x="759" y="282"/>
                  </a:lnTo>
                  <a:lnTo>
                    <a:pt x="762" y="282"/>
                  </a:lnTo>
                  <a:lnTo>
                    <a:pt x="762" y="282"/>
                  </a:lnTo>
                  <a:lnTo>
                    <a:pt x="762" y="282"/>
                  </a:lnTo>
                  <a:lnTo>
                    <a:pt x="764" y="282"/>
                  </a:lnTo>
                  <a:lnTo>
                    <a:pt x="764" y="282"/>
                  </a:lnTo>
                  <a:lnTo>
                    <a:pt x="764" y="282"/>
                  </a:lnTo>
                  <a:lnTo>
                    <a:pt x="764" y="282"/>
                  </a:lnTo>
                  <a:lnTo>
                    <a:pt x="767" y="282"/>
                  </a:lnTo>
                  <a:lnTo>
                    <a:pt x="767" y="282"/>
                  </a:lnTo>
                  <a:lnTo>
                    <a:pt x="769" y="282"/>
                  </a:lnTo>
                  <a:lnTo>
                    <a:pt x="769" y="282"/>
                  </a:lnTo>
                  <a:lnTo>
                    <a:pt x="769" y="282"/>
                  </a:lnTo>
                  <a:lnTo>
                    <a:pt x="769" y="282"/>
                  </a:lnTo>
                  <a:lnTo>
                    <a:pt x="771" y="282"/>
                  </a:lnTo>
                  <a:lnTo>
                    <a:pt x="771" y="282"/>
                  </a:lnTo>
                  <a:lnTo>
                    <a:pt x="771" y="282"/>
                  </a:lnTo>
                  <a:lnTo>
                    <a:pt x="771" y="280"/>
                  </a:lnTo>
                  <a:lnTo>
                    <a:pt x="774" y="280"/>
                  </a:lnTo>
                  <a:lnTo>
                    <a:pt x="774" y="280"/>
                  </a:lnTo>
                  <a:lnTo>
                    <a:pt x="774" y="280"/>
                  </a:lnTo>
                  <a:lnTo>
                    <a:pt x="776" y="280"/>
                  </a:lnTo>
                  <a:lnTo>
                    <a:pt x="776" y="280"/>
                  </a:lnTo>
                  <a:lnTo>
                    <a:pt x="776" y="278"/>
                  </a:lnTo>
                  <a:lnTo>
                    <a:pt x="776" y="278"/>
                  </a:lnTo>
                  <a:lnTo>
                    <a:pt x="778" y="278"/>
                  </a:lnTo>
                  <a:lnTo>
                    <a:pt x="778" y="278"/>
                  </a:lnTo>
                  <a:lnTo>
                    <a:pt x="778" y="278"/>
                  </a:lnTo>
                  <a:lnTo>
                    <a:pt x="778" y="278"/>
                  </a:lnTo>
                  <a:lnTo>
                    <a:pt x="781" y="278"/>
                  </a:lnTo>
                  <a:lnTo>
                    <a:pt x="781" y="278"/>
                  </a:lnTo>
                  <a:lnTo>
                    <a:pt x="783" y="278"/>
                  </a:lnTo>
                  <a:lnTo>
                    <a:pt x="783" y="278"/>
                  </a:lnTo>
                  <a:lnTo>
                    <a:pt x="783" y="278"/>
                  </a:lnTo>
                  <a:lnTo>
                    <a:pt x="786" y="278"/>
                  </a:lnTo>
                  <a:lnTo>
                    <a:pt x="786" y="278"/>
                  </a:lnTo>
                  <a:lnTo>
                    <a:pt x="786" y="278"/>
                  </a:lnTo>
                  <a:lnTo>
                    <a:pt x="788" y="278"/>
                  </a:lnTo>
                  <a:lnTo>
                    <a:pt x="788" y="278"/>
                  </a:lnTo>
                  <a:lnTo>
                    <a:pt x="788" y="275"/>
                  </a:lnTo>
                  <a:lnTo>
                    <a:pt x="788" y="275"/>
                  </a:lnTo>
                  <a:lnTo>
                    <a:pt x="790" y="275"/>
                  </a:lnTo>
                  <a:lnTo>
                    <a:pt x="790" y="275"/>
                  </a:lnTo>
                  <a:lnTo>
                    <a:pt x="790" y="275"/>
                  </a:lnTo>
                  <a:lnTo>
                    <a:pt x="790" y="275"/>
                  </a:lnTo>
                  <a:lnTo>
                    <a:pt x="790" y="273"/>
                  </a:lnTo>
                  <a:lnTo>
                    <a:pt x="793" y="273"/>
                  </a:lnTo>
                  <a:lnTo>
                    <a:pt x="793" y="273"/>
                  </a:lnTo>
                  <a:lnTo>
                    <a:pt x="793" y="270"/>
                  </a:lnTo>
                  <a:lnTo>
                    <a:pt x="793" y="270"/>
                  </a:lnTo>
                  <a:lnTo>
                    <a:pt x="795" y="270"/>
                  </a:lnTo>
                  <a:lnTo>
                    <a:pt x="795" y="270"/>
                  </a:lnTo>
                  <a:lnTo>
                    <a:pt x="795" y="270"/>
                  </a:lnTo>
                  <a:lnTo>
                    <a:pt x="795" y="270"/>
                  </a:lnTo>
                  <a:lnTo>
                    <a:pt x="795" y="268"/>
                  </a:lnTo>
                  <a:lnTo>
                    <a:pt x="797" y="268"/>
                  </a:lnTo>
                  <a:lnTo>
                    <a:pt x="797" y="268"/>
                  </a:lnTo>
                  <a:lnTo>
                    <a:pt x="797" y="268"/>
                  </a:lnTo>
                  <a:lnTo>
                    <a:pt x="797" y="266"/>
                  </a:lnTo>
                  <a:lnTo>
                    <a:pt x="797" y="266"/>
                  </a:lnTo>
                  <a:lnTo>
                    <a:pt x="797" y="266"/>
                  </a:lnTo>
                  <a:lnTo>
                    <a:pt x="800" y="266"/>
                  </a:lnTo>
                  <a:lnTo>
                    <a:pt x="800" y="266"/>
                  </a:lnTo>
                  <a:lnTo>
                    <a:pt x="800" y="266"/>
                  </a:lnTo>
                  <a:lnTo>
                    <a:pt x="800" y="263"/>
                  </a:lnTo>
                  <a:lnTo>
                    <a:pt x="802" y="263"/>
                  </a:lnTo>
                  <a:lnTo>
                    <a:pt x="802" y="263"/>
                  </a:lnTo>
                  <a:lnTo>
                    <a:pt x="802" y="263"/>
                  </a:lnTo>
                  <a:lnTo>
                    <a:pt x="802" y="261"/>
                  </a:lnTo>
                  <a:lnTo>
                    <a:pt x="802" y="261"/>
                  </a:lnTo>
                  <a:lnTo>
                    <a:pt x="802" y="261"/>
                  </a:lnTo>
                  <a:lnTo>
                    <a:pt x="804" y="261"/>
                  </a:lnTo>
                  <a:lnTo>
                    <a:pt x="804" y="259"/>
                  </a:lnTo>
                  <a:lnTo>
                    <a:pt x="804" y="259"/>
                  </a:lnTo>
                  <a:lnTo>
                    <a:pt x="804" y="259"/>
                  </a:lnTo>
                  <a:lnTo>
                    <a:pt x="804" y="259"/>
                  </a:lnTo>
                  <a:lnTo>
                    <a:pt x="807" y="259"/>
                  </a:lnTo>
                  <a:lnTo>
                    <a:pt x="807" y="259"/>
                  </a:lnTo>
                  <a:lnTo>
                    <a:pt x="809" y="259"/>
                  </a:lnTo>
                  <a:lnTo>
                    <a:pt x="809" y="256"/>
                  </a:lnTo>
                  <a:lnTo>
                    <a:pt x="809" y="256"/>
                  </a:lnTo>
                  <a:lnTo>
                    <a:pt x="809" y="256"/>
                  </a:lnTo>
                  <a:lnTo>
                    <a:pt x="812" y="256"/>
                  </a:lnTo>
                  <a:lnTo>
                    <a:pt x="812" y="256"/>
                  </a:lnTo>
                  <a:lnTo>
                    <a:pt x="812" y="256"/>
                  </a:lnTo>
                  <a:lnTo>
                    <a:pt x="812" y="256"/>
                  </a:lnTo>
                  <a:lnTo>
                    <a:pt x="814" y="256"/>
                  </a:lnTo>
                  <a:lnTo>
                    <a:pt x="814" y="256"/>
                  </a:lnTo>
                  <a:lnTo>
                    <a:pt x="816" y="256"/>
                  </a:lnTo>
                  <a:lnTo>
                    <a:pt x="816" y="256"/>
                  </a:lnTo>
                  <a:lnTo>
                    <a:pt x="816" y="256"/>
                  </a:lnTo>
                  <a:lnTo>
                    <a:pt x="816" y="256"/>
                  </a:lnTo>
                  <a:lnTo>
                    <a:pt x="816" y="254"/>
                  </a:lnTo>
                  <a:lnTo>
                    <a:pt x="819" y="254"/>
                  </a:lnTo>
                  <a:lnTo>
                    <a:pt x="819" y="254"/>
                  </a:lnTo>
                  <a:lnTo>
                    <a:pt x="819" y="254"/>
                  </a:lnTo>
                  <a:lnTo>
                    <a:pt x="819" y="251"/>
                  </a:lnTo>
                  <a:lnTo>
                    <a:pt x="819" y="251"/>
                  </a:lnTo>
                  <a:lnTo>
                    <a:pt x="821" y="251"/>
                  </a:lnTo>
                  <a:lnTo>
                    <a:pt x="821" y="249"/>
                  </a:lnTo>
                  <a:lnTo>
                    <a:pt x="821" y="249"/>
                  </a:lnTo>
                  <a:lnTo>
                    <a:pt x="821" y="249"/>
                  </a:lnTo>
                  <a:lnTo>
                    <a:pt x="823" y="249"/>
                  </a:lnTo>
                  <a:lnTo>
                    <a:pt x="823" y="249"/>
                  </a:lnTo>
                  <a:lnTo>
                    <a:pt x="823" y="249"/>
                  </a:lnTo>
                  <a:lnTo>
                    <a:pt x="823" y="249"/>
                  </a:lnTo>
                  <a:lnTo>
                    <a:pt x="826" y="249"/>
                  </a:lnTo>
                  <a:lnTo>
                    <a:pt x="826" y="247"/>
                  </a:lnTo>
                  <a:lnTo>
                    <a:pt x="826" y="247"/>
                  </a:lnTo>
                  <a:lnTo>
                    <a:pt x="823" y="247"/>
                  </a:lnTo>
                  <a:lnTo>
                    <a:pt x="823" y="247"/>
                  </a:lnTo>
                  <a:lnTo>
                    <a:pt x="823" y="244"/>
                  </a:lnTo>
                  <a:lnTo>
                    <a:pt x="823" y="244"/>
                  </a:lnTo>
                  <a:lnTo>
                    <a:pt x="823" y="244"/>
                  </a:lnTo>
                  <a:lnTo>
                    <a:pt x="823" y="244"/>
                  </a:lnTo>
                  <a:lnTo>
                    <a:pt x="823" y="242"/>
                  </a:lnTo>
                  <a:lnTo>
                    <a:pt x="821" y="242"/>
                  </a:lnTo>
                  <a:lnTo>
                    <a:pt x="821" y="242"/>
                  </a:lnTo>
                  <a:lnTo>
                    <a:pt x="821" y="242"/>
                  </a:lnTo>
                  <a:lnTo>
                    <a:pt x="821" y="242"/>
                  </a:lnTo>
                  <a:lnTo>
                    <a:pt x="819" y="242"/>
                  </a:lnTo>
                  <a:lnTo>
                    <a:pt x="819" y="242"/>
                  </a:lnTo>
                  <a:lnTo>
                    <a:pt x="816" y="242"/>
                  </a:lnTo>
                  <a:lnTo>
                    <a:pt x="816" y="240"/>
                  </a:lnTo>
                  <a:lnTo>
                    <a:pt x="816" y="240"/>
                  </a:lnTo>
                  <a:lnTo>
                    <a:pt x="816" y="240"/>
                  </a:lnTo>
                  <a:lnTo>
                    <a:pt x="816" y="240"/>
                  </a:lnTo>
                  <a:lnTo>
                    <a:pt x="816" y="237"/>
                  </a:lnTo>
                  <a:lnTo>
                    <a:pt x="814" y="237"/>
                  </a:lnTo>
                  <a:lnTo>
                    <a:pt x="814" y="237"/>
                  </a:lnTo>
                  <a:lnTo>
                    <a:pt x="814" y="237"/>
                  </a:lnTo>
                  <a:lnTo>
                    <a:pt x="814" y="237"/>
                  </a:lnTo>
                  <a:lnTo>
                    <a:pt x="814" y="235"/>
                  </a:lnTo>
                  <a:lnTo>
                    <a:pt x="812" y="235"/>
                  </a:lnTo>
                  <a:lnTo>
                    <a:pt x="812" y="235"/>
                  </a:lnTo>
                  <a:lnTo>
                    <a:pt x="812" y="235"/>
                  </a:lnTo>
                  <a:lnTo>
                    <a:pt x="812" y="232"/>
                  </a:lnTo>
                  <a:lnTo>
                    <a:pt x="812" y="232"/>
                  </a:lnTo>
                  <a:lnTo>
                    <a:pt x="812" y="232"/>
                  </a:lnTo>
                  <a:lnTo>
                    <a:pt x="812" y="230"/>
                  </a:lnTo>
                  <a:lnTo>
                    <a:pt x="814" y="230"/>
                  </a:lnTo>
                  <a:lnTo>
                    <a:pt x="814" y="230"/>
                  </a:lnTo>
                  <a:lnTo>
                    <a:pt x="814" y="228"/>
                  </a:lnTo>
                  <a:lnTo>
                    <a:pt x="814" y="228"/>
                  </a:lnTo>
                  <a:lnTo>
                    <a:pt x="814" y="228"/>
                  </a:lnTo>
                  <a:lnTo>
                    <a:pt x="816" y="228"/>
                  </a:lnTo>
                  <a:lnTo>
                    <a:pt x="816" y="228"/>
                  </a:lnTo>
                  <a:lnTo>
                    <a:pt x="816" y="225"/>
                  </a:lnTo>
                  <a:lnTo>
                    <a:pt x="816" y="225"/>
                  </a:lnTo>
                  <a:lnTo>
                    <a:pt x="816" y="225"/>
                  </a:lnTo>
                  <a:lnTo>
                    <a:pt x="816" y="223"/>
                  </a:lnTo>
                  <a:lnTo>
                    <a:pt x="816" y="223"/>
                  </a:lnTo>
                  <a:lnTo>
                    <a:pt x="816" y="223"/>
                  </a:lnTo>
                  <a:lnTo>
                    <a:pt x="816" y="221"/>
                  </a:lnTo>
                  <a:lnTo>
                    <a:pt x="819" y="221"/>
                  </a:lnTo>
                  <a:lnTo>
                    <a:pt x="819" y="221"/>
                  </a:lnTo>
                  <a:lnTo>
                    <a:pt x="819" y="221"/>
                  </a:lnTo>
                  <a:lnTo>
                    <a:pt x="819" y="218"/>
                  </a:lnTo>
                  <a:lnTo>
                    <a:pt x="819" y="218"/>
                  </a:lnTo>
                  <a:lnTo>
                    <a:pt x="821" y="218"/>
                  </a:lnTo>
                  <a:lnTo>
                    <a:pt x="821" y="216"/>
                  </a:lnTo>
                  <a:lnTo>
                    <a:pt x="821" y="216"/>
                  </a:lnTo>
                  <a:lnTo>
                    <a:pt x="821" y="216"/>
                  </a:lnTo>
                  <a:lnTo>
                    <a:pt x="821" y="216"/>
                  </a:lnTo>
                  <a:lnTo>
                    <a:pt x="823" y="216"/>
                  </a:lnTo>
                  <a:lnTo>
                    <a:pt x="823" y="216"/>
                  </a:lnTo>
                  <a:lnTo>
                    <a:pt x="823" y="216"/>
                  </a:lnTo>
                  <a:lnTo>
                    <a:pt x="823" y="216"/>
                  </a:lnTo>
                  <a:lnTo>
                    <a:pt x="826" y="216"/>
                  </a:lnTo>
                  <a:lnTo>
                    <a:pt x="826" y="216"/>
                  </a:lnTo>
                  <a:lnTo>
                    <a:pt x="828" y="216"/>
                  </a:lnTo>
                  <a:lnTo>
                    <a:pt x="828" y="216"/>
                  </a:lnTo>
                  <a:lnTo>
                    <a:pt x="828" y="216"/>
                  </a:lnTo>
                  <a:lnTo>
                    <a:pt x="830" y="216"/>
                  </a:lnTo>
                  <a:lnTo>
                    <a:pt x="830" y="216"/>
                  </a:lnTo>
                  <a:lnTo>
                    <a:pt x="830" y="216"/>
                  </a:lnTo>
                  <a:lnTo>
                    <a:pt x="833" y="216"/>
                  </a:lnTo>
                  <a:lnTo>
                    <a:pt x="833" y="216"/>
                  </a:lnTo>
                  <a:lnTo>
                    <a:pt x="835" y="216"/>
                  </a:lnTo>
                  <a:lnTo>
                    <a:pt x="835" y="216"/>
                  </a:lnTo>
                  <a:lnTo>
                    <a:pt x="835" y="216"/>
                  </a:lnTo>
                  <a:lnTo>
                    <a:pt x="835" y="216"/>
                  </a:lnTo>
                  <a:lnTo>
                    <a:pt x="835" y="216"/>
                  </a:lnTo>
                  <a:lnTo>
                    <a:pt x="838" y="216"/>
                  </a:lnTo>
                  <a:lnTo>
                    <a:pt x="838" y="218"/>
                  </a:lnTo>
                  <a:lnTo>
                    <a:pt x="838" y="218"/>
                  </a:lnTo>
                  <a:lnTo>
                    <a:pt x="838" y="218"/>
                  </a:lnTo>
                  <a:lnTo>
                    <a:pt x="838" y="218"/>
                  </a:lnTo>
                  <a:lnTo>
                    <a:pt x="840" y="218"/>
                  </a:lnTo>
                  <a:lnTo>
                    <a:pt x="840" y="218"/>
                  </a:lnTo>
                  <a:lnTo>
                    <a:pt x="840" y="221"/>
                  </a:lnTo>
                  <a:lnTo>
                    <a:pt x="842" y="221"/>
                  </a:lnTo>
                  <a:lnTo>
                    <a:pt x="842" y="221"/>
                  </a:lnTo>
                  <a:lnTo>
                    <a:pt x="842" y="221"/>
                  </a:lnTo>
                  <a:lnTo>
                    <a:pt x="845" y="221"/>
                  </a:lnTo>
                  <a:lnTo>
                    <a:pt x="845" y="221"/>
                  </a:lnTo>
                  <a:lnTo>
                    <a:pt x="845" y="221"/>
                  </a:lnTo>
                  <a:lnTo>
                    <a:pt x="845" y="221"/>
                  </a:lnTo>
                  <a:lnTo>
                    <a:pt x="847" y="221"/>
                  </a:lnTo>
                  <a:lnTo>
                    <a:pt x="847" y="221"/>
                  </a:lnTo>
                  <a:lnTo>
                    <a:pt x="849" y="221"/>
                  </a:lnTo>
                  <a:lnTo>
                    <a:pt x="849" y="223"/>
                  </a:lnTo>
                  <a:lnTo>
                    <a:pt x="849" y="223"/>
                  </a:lnTo>
                  <a:lnTo>
                    <a:pt x="849" y="223"/>
                  </a:lnTo>
                  <a:lnTo>
                    <a:pt x="852" y="223"/>
                  </a:lnTo>
                  <a:lnTo>
                    <a:pt x="852" y="223"/>
                  </a:lnTo>
                  <a:lnTo>
                    <a:pt x="852" y="223"/>
                  </a:lnTo>
                  <a:lnTo>
                    <a:pt x="854" y="223"/>
                  </a:lnTo>
                  <a:lnTo>
                    <a:pt x="854" y="223"/>
                  </a:lnTo>
                  <a:lnTo>
                    <a:pt x="857" y="223"/>
                  </a:lnTo>
                  <a:lnTo>
                    <a:pt x="857" y="223"/>
                  </a:lnTo>
                  <a:lnTo>
                    <a:pt x="857" y="223"/>
                  </a:lnTo>
                  <a:lnTo>
                    <a:pt x="859" y="223"/>
                  </a:lnTo>
                  <a:lnTo>
                    <a:pt x="859" y="223"/>
                  </a:lnTo>
                  <a:lnTo>
                    <a:pt x="859" y="223"/>
                  </a:lnTo>
                  <a:lnTo>
                    <a:pt x="861" y="223"/>
                  </a:lnTo>
                  <a:lnTo>
                    <a:pt x="861" y="223"/>
                  </a:lnTo>
                  <a:lnTo>
                    <a:pt x="861" y="223"/>
                  </a:lnTo>
                  <a:lnTo>
                    <a:pt x="861" y="223"/>
                  </a:lnTo>
                  <a:lnTo>
                    <a:pt x="861" y="221"/>
                  </a:lnTo>
                  <a:lnTo>
                    <a:pt x="864" y="221"/>
                  </a:lnTo>
                  <a:lnTo>
                    <a:pt x="864" y="221"/>
                  </a:lnTo>
                  <a:lnTo>
                    <a:pt x="864" y="221"/>
                  </a:lnTo>
                  <a:lnTo>
                    <a:pt x="864" y="221"/>
                  </a:lnTo>
                  <a:lnTo>
                    <a:pt x="866" y="221"/>
                  </a:lnTo>
                  <a:lnTo>
                    <a:pt x="866" y="221"/>
                  </a:lnTo>
                  <a:lnTo>
                    <a:pt x="866" y="218"/>
                  </a:lnTo>
                  <a:lnTo>
                    <a:pt x="868" y="218"/>
                  </a:lnTo>
                  <a:lnTo>
                    <a:pt x="868" y="218"/>
                  </a:lnTo>
                  <a:lnTo>
                    <a:pt x="868" y="218"/>
                  </a:lnTo>
                  <a:lnTo>
                    <a:pt x="868" y="218"/>
                  </a:lnTo>
                  <a:lnTo>
                    <a:pt x="871" y="218"/>
                  </a:lnTo>
                  <a:lnTo>
                    <a:pt x="871" y="216"/>
                  </a:lnTo>
                  <a:lnTo>
                    <a:pt x="871" y="216"/>
                  </a:lnTo>
                  <a:lnTo>
                    <a:pt x="871" y="216"/>
                  </a:lnTo>
                  <a:lnTo>
                    <a:pt x="871" y="216"/>
                  </a:lnTo>
                  <a:lnTo>
                    <a:pt x="873" y="216"/>
                  </a:lnTo>
                  <a:lnTo>
                    <a:pt x="873" y="216"/>
                  </a:lnTo>
                  <a:lnTo>
                    <a:pt x="873" y="216"/>
                  </a:lnTo>
                  <a:lnTo>
                    <a:pt x="875" y="216"/>
                  </a:lnTo>
                  <a:lnTo>
                    <a:pt x="875" y="214"/>
                  </a:lnTo>
                  <a:lnTo>
                    <a:pt x="875" y="214"/>
                  </a:lnTo>
                  <a:lnTo>
                    <a:pt x="875" y="214"/>
                  </a:lnTo>
                  <a:lnTo>
                    <a:pt x="875" y="214"/>
                  </a:lnTo>
                  <a:lnTo>
                    <a:pt x="878" y="214"/>
                  </a:lnTo>
                  <a:lnTo>
                    <a:pt x="878" y="211"/>
                  </a:lnTo>
                  <a:lnTo>
                    <a:pt x="878" y="211"/>
                  </a:lnTo>
                  <a:lnTo>
                    <a:pt x="878" y="211"/>
                  </a:lnTo>
                  <a:lnTo>
                    <a:pt x="878" y="209"/>
                  </a:lnTo>
                  <a:lnTo>
                    <a:pt x="878" y="209"/>
                  </a:lnTo>
                  <a:lnTo>
                    <a:pt x="878" y="209"/>
                  </a:lnTo>
                  <a:lnTo>
                    <a:pt x="878" y="206"/>
                  </a:lnTo>
                  <a:lnTo>
                    <a:pt x="880" y="206"/>
                  </a:lnTo>
                  <a:lnTo>
                    <a:pt x="880" y="206"/>
                  </a:lnTo>
                  <a:lnTo>
                    <a:pt x="880" y="206"/>
                  </a:lnTo>
                  <a:lnTo>
                    <a:pt x="883" y="206"/>
                  </a:lnTo>
                  <a:lnTo>
                    <a:pt x="883" y="206"/>
                  </a:lnTo>
                  <a:lnTo>
                    <a:pt x="883" y="206"/>
                  </a:lnTo>
                  <a:lnTo>
                    <a:pt x="883" y="206"/>
                  </a:lnTo>
                  <a:lnTo>
                    <a:pt x="885" y="206"/>
                  </a:lnTo>
                  <a:lnTo>
                    <a:pt x="885" y="206"/>
                  </a:lnTo>
                  <a:lnTo>
                    <a:pt x="885" y="206"/>
                  </a:lnTo>
                  <a:lnTo>
                    <a:pt x="885" y="206"/>
                  </a:lnTo>
                  <a:lnTo>
                    <a:pt x="887" y="206"/>
                  </a:lnTo>
                  <a:lnTo>
                    <a:pt x="887" y="206"/>
                  </a:lnTo>
                  <a:lnTo>
                    <a:pt x="890" y="206"/>
                  </a:lnTo>
                  <a:lnTo>
                    <a:pt x="890" y="206"/>
                  </a:lnTo>
                  <a:lnTo>
                    <a:pt x="890" y="206"/>
                  </a:lnTo>
                  <a:lnTo>
                    <a:pt x="890" y="206"/>
                  </a:lnTo>
                  <a:lnTo>
                    <a:pt x="892" y="206"/>
                  </a:lnTo>
                  <a:lnTo>
                    <a:pt x="892" y="206"/>
                  </a:lnTo>
                  <a:lnTo>
                    <a:pt x="894" y="206"/>
                  </a:lnTo>
                  <a:lnTo>
                    <a:pt x="894" y="206"/>
                  </a:lnTo>
                  <a:lnTo>
                    <a:pt x="894" y="206"/>
                  </a:lnTo>
                  <a:lnTo>
                    <a:pt x="897" y="206"/>
                  </a:lnTo>
                  <a:lnTo>
                    <a:pt x="897" y="206"/>
                  </a:lnTo>
                  <a:lnTo>
                    <a:pt x="897" y="206"/>
                  </a:lnTo>
                  <a:lnTo>
                    <a:pt x="899" y="206"/>
                  </a:lnTo>
                  <a:lnTo>
                    <a:pt x="899" y="206"/>
                  </a:lnTo>
                  <a:lnTo>
                    <a:pt x="899" y="206"/>
                  </a:lnTo>
                  <a:lnTo>
                    <a:pt x="901" y="206"/>
                  </a:lnTo>
                  <a:lnTo>
                    <a:pt x="901" y="206"/>
                  </a:lnTo>
                  <a:lnTo>
                    <a:pt x="901" y="206"/>
                  </a:lnTo>
                  <a:lnTo>
                    <a:pt x="904" y="206"/>
                  </a:lnTo>
                  <a:lnTo>
                    <a:pt x="904" y="206"/>
                  </a:lnTo>
                  <a:lnTo>
                    <a:pt x="904" y="206"/>
                  </a:lnTo>
                  <a:lnTo>
                    <a:pt x="904" y="206"/>
                  </a:lnTo>
                  <a:lnTo>
                    <a:pt x="906" y="206"/>
                  </a:lnTo>
                  <a:lnTo>
                    <a:pt x="906" y="204"/>
                  </a:lnTo>
                  <a:lnTo>
                    <a:pt x="906" y="204"/>
                  </a:lnTo>
                  <a:lnTo>
                    <a:pt x="906" y="204"/>
                  </a:lnTo>
                  <a:lnTo>
                    <a:pt x="909" y="204"/>
                  </a:lnTo>
                  <a:lnTo>
                    <a:pt x="909" y="204"/>
                  </a:lnTo>
                  <a:lnTo>
                    <a:pt x="909" y="202"/>
                  </a:lnTo>
                  <a:lnTo>
                    <a:pt x="909" y="202"/>
                  </a:lnTo>
                  <a:lnTo>
                    <a:pt x="909" y="202"/>
                  </a:lnTo>
                  <a:lnTo>
                    <a:pt x="911" y="202"/>
                  </a:lnTo>
                  <a:lnTo>
                    <a:pt x="911" y="202"/>
                  </a:lnTo>
                  <a:lnTo>
                    <a:pt x="911" y="199"/>
                  </a:lnTo>
                  <a:lnTo>
                    <a:pt x="911" y="199"/>
                  </a:lnTo>
                  <a:lnTo>
                    <a:pt x="913" y="199"/>
                  </a:lnTo>
                  <a:lnTo>
                    <a:pt x="913" y="199"/>
                  </a:lnTo>
                  <a:lnTo>
                    <a:pt x="916" y="199"/>
                  </a:lnTo>
                  <a:lnTo>
                    <a:pt x="916" y="199"/>
                  </a:lnTo>
                  <a:lnTo>
                    <a:pt x="916" y="199"/>
                  </a:lnTo>
                  <a:lnTo>
                    <a:pt x="916" y="199"/>
                  </a:lnTo>
                  <a:lnTo>
                    <a:pt x="916" y="197"/>
                  </a:lnTo>
                  <a:lnTo>
                    <a:pt x="918" y="197"/>
                  </a:lnTo>
                  <a:lnTo>
                    <a:pt x="918" y="197"/>
                  </a:lnTo>
                  <a:lnTo>
                    <a:pt x="918" y="197"/>
                  </a:lnTo>
                  <a:lnTo>
                    <a:pt x="916" y="197"/>
                  </a:lnTo>
                  <a:lnTo>
                    <a:pt x="916" y="195"/>
                  </a:lnTo>
                  <a:lnTo>
                    <a:pt x="916" y="195"/>
                  </a:lnTo>
                  <a:lnTo>
                    <a:pt x="916" y="192"/>
                  </a:lnTo>
                  <a:lnTo>
                    <a:pt x="918" y="192"/>
                  </a:lnTo>
                  <a:lnTo>
                    <a:pt x="918" y="192"/>
                  </a:lnTo>
                  <a:lnTo>
                    <a:pt x="918" y="192"/>
                  </a:lnTo>
                  <a:lnTo>
                    <a:pt x="918" y="190"/>
                  </a:lnTo>
                  <a:lnTo>
                    <a:pt x="918" y="190"/>
                  </a:lnTo>
                  <a:lnTo>
                    <a:pt x="918" y="190"/>
                  </a:lnTo>
                  <a:lnTo>
                    <a:pt x="918" y="187"/>
                  </a:lnTo>
                  <a:lnTo>
                    <a:pt x="920" y="187"/>
                  </a:lnTo>
                  <a:lnTo>
                    <a:pt x="920" y="187"/>
                  </a:lnTo>
                  <a:lnTo>
                    <a:pt x="920" y="187"/>
                  </a:lnTo>
                  <a:lnTo>
                    <a:pt x="923" y="187"/>
                  </a:lnTo>
                  <a:lnTo>
                    <a:pt x="923" y="187"/>
                  </a:lnTo>
                  <a:lnTo>
                    <a:pt x="923" y="187"/>
                  </a:lnTo>
                  <a:lnTo>
                    <a:pt x="923" y="185"/>
                  </a:lnTo>
                  <a:lnTo>
                    <a:pt x="923" y="185"/>
                  </a:lnTo>
                  <a:lnTo>
                    <a:pt x="923" y="185"/>
                  </a:lnTo>
                  <a:lnTo>
                    <a:pt x="925" y="185"/>
                  </a:lnTo>
                  <a:lnTo>
                    <a:pt x="925" y="185"/>
                  </a:lnTo>
                  <a:lnTo>
                    <a:pt x="928" y="185"/>
                  </a:lnTo>
                  <a:lnTo>
                    <a:pt x="928" y="185"/>
                  </a:lnTo>
                  <a:lnTo>
                    <a:pt x="928" y="183"/>
                  </a:lnTo>
                  <a:lnTo>
                    <a:pt x="928" y="183"/>
                  </a:lnTo>
                  <a:lnTo>
                    <a:pt x="930" y="183"/>
                  </a:lnTo>
                  <a:lnTo>
                    <a:pt x="930" y="183"/>
                  </a:lnTo>
                  <a:lnTo>
                    <a:pt x="930" y="183"/>
                  </a:lnTo>
                  <a:lnTo>
                    <a:pt x="930" y="183"/>
                  </a:lnTo>
                  <a:lnTo>
                    <a:pt x="930" y="183"/>
                  </a:lnTo>
                  <a:lnTo>
                    <a:pt x="932" y="183"/>
                  </a:lnTo>
                  <a:lnTo>
                    <a:pt x="932" y="183"/>
                  </a:lnTo>
                  <a:lnTo>
                    <a:pt x="935" y="183"/>
                  </a:lnTo>
                  <a:lnTo>
                    <a:pt x="935" y="183"/>
                  </a:lnTo>
                  <a:lnTo>
                    <a:pt x="935" y="183"/>
                  </a:lnTo>
                  <a:lnTo>
                    <a:pt x="937" y="183"/>
                  </a:lnTo>
                  <a:lnTo>
                    <a:pt x="937" y="183"/>
                  </a:lnTo>
                  <a:lnTo>
                    <a:pt x="937" y="183"/>
                  </a:lnTo>
                  <a:lnTo>
                    <a:pt x="937" y="183"/>
                  </a:lnTo>
                  <a:lnTo>
                    <a:pt x="939" y="183"/>
                  </a:lnTo>
                  <a:lnTo>
                    <a:pt x="939" y="183"/>
                  </a:lnTo>
                  <a:lnTo>
                    <a:pt x="939" y="183"/>
                  </a:lnTo>
                  <a:lnTo>
                    <a:pt x="942" y="183"/>
                  </a:lnTo>
                  <a:lnTo>
                    <a:pt x="942" y="183"/>
                  </a:lnTo>
                  <a:lnTo>
                    <a:pt x="942" y="180"/>
                  </a:lnTo>
                  <a:lnTo>
                    <a:pt x="942" y="180"/>
                  </a:lnTo>
                  <a:lnTo>
                    <a:pt x="942" y="180"/>
                  </a:lnTo>
                  <a:lnTo>
                    <a:pt x="942" y="178"/>
                  </a:lnTo>
                  <a:lnTo>
                    <a:pt x="942" y="178"/>
                  </a:lnTo>
                  <a:lnTo>
                    <a:pt x="942" y="178"/>
                  </a:lnTo>
                  <a:lnTo>
                    <a:pt x="942" y="178"/>
                  </a:lnTo>
                  <a:lnTo>
                    <a:pt x="944" y="178"/>
                  </a:lnTo>
                  <a:lnTo>
                    <a:pt x="944" y="178"/>
                  </a:lnTo>
                  <a:lnTo>
                    <a:pt x="944" y="178"/>
                  </a:lnTo>
                  <a:lnTo>
                    <a:pt x="946" y="178"/>
                  </a:lnTo>
                  <a:lnTo>
                    <a:pt x="946" y="178"/>
                  </a:lnTo>
                  <a:lnTo>
                    <a:pt x="946" y="178"/>
                  </a:lnTo>
                  <a:lnTo>
                    <a:pt x="946" y="178"/>
                  </a:lnTo>
                  <a:lnTo>
                    <a:pt x="949" y="178"/>
                  </a:lnTo>
                  <a:lnTo>
                    <a:pt x="949" y="178"/>
                  </a:lnTo>
                  <a:lnTo>
                    <a:pt x="949" y="178"/>
                  </a:lnTo>
                  <a:lnTo>
                    <a:pt x="951" y="178"/>
                  </a:lnTo>
                  <a:lnTo>
                    <a:pt x="951" y="178"/>
                  </a:lnTo>
                  <a:lnTo>
                    <a:pt x="951" y="178"/>
                  </a:lnTo>
                  <a:lnTo>
                    <a:pt x="951" y="178"/>
                  </a:lnTo>
                  <a:lnTo>
                    <a:pt x="951" y="178"/>
                  </a:lnTo>
                  <a:lnTo>
                    <a:pt x="954" y="178"/>
                  </a:lnTo>
                  <a:lnTo>
                    <a:pt x="954" y="176"/>
                  </a:lnTo>
                  <a:lnTo>
                    <a:pt x="954" y="176"/>
                  </a:lnTo>
                  <a:lnTo>
                    <a:pt x="956" y="176"/>
                  </a:lnTo>
                  <a:lnTo>
                    <a:pt x="956" y="176"/>
                  </a:lnTo>
                  <a:lnTo>
                    <a:pt x="956" y="176"/>
                  </a:lnTo>
                  <a:lnTo>
                    <a:pt x="956" y="176"/>
                  </a:lnTo>
                  <a:lnTo>
                    <a:pt x="956" y="173"/>
                  </a:lnTo>
                  <a:lnTo>
                    <a:pt x="958" y="173"/>
                  </a:lnTo>
                  <a:lnTo>
                    <a:pt x="958" y="173"/>
                  </a:lnTo>
                  <a:lnTo>
                    <a:pt x="958" y="173"/>
                  </a:lnTo>
                  <a:lnTo>
                    <a:pt x="958" y="173"/>
                  </a:lnTo>
                  <a:lnTo>
                    <a:pt x="958" y="171"/>
                  </a:lnTo>
                  <a:lnTo>
                    <a:pt x="961" y="171"/>
                  </a:lnTo>
                  <a:lnTo>
                    <a:pt x="961" y="171"/>
                  </a:lnTo>
                  <a:lnTo>
                    <a:pt x="963" y="171"/>
                  </a:lnTo>
                  <a:lnTo>
                    <a:pt x="963" y="171"/>
                  </a:lnTo>
                  <a:lnTo>
                    <a:pt x="963" y="171"/>
                  </a:lnTo>
                  <a:lnTo>
                    <a:pt x="965" y="171"/>
                  </a:lnTo>
                  <a:lnTo>
                    <a:pt x="965" y="171"/>
                  </a:lnTo>
                  <a:lnTo>
                    <a:pt x="968" y="171"/>
                  </a:lnTo>
                  <a:lnTo>
                    <a:pt x="968" y="173"/>
                  </a:lnTo>
                  <a:lnTo>
                    <a:pt x="968" y="173"/>
                  </a:lnTo>
                  <a:lnTo>
                    <a:pt x="968" y="171"/>
                  </a:lnTo>
                  <a:lnTo>
                    <a:pt x="968" y="171"/>
                  </a:lnTo>
                  <a:lnTo>
                    <a:pt x="970" y="171"/>
                  </a:lnTo>
                  <a:lnTo>
                    <a:pt x="970" y="171"/>
                  </a:lnTo>
                  <a:lnTo>
                    <a:pt x="970" y="171"/>
                  </a:lnTo>
                  <a:lnTo>
                    <a:pt x="973" y="171"/>
                  </a:lnTo>
                  <a:lnTo>
                    <a:pt x="973" y="171"/>
                  </a:lnTo>
                  <a:lnTo>
                    <a:pt x="975" y="171"/>
                  </a:lnTo>
                  <a:lnTo>
                    <a:pt x="975" y="171"/>
                  </a:lnTo>
                  <a:lnTo>
                    <a:pt x="975" y="171"/>
                  </a:lnTo>
                  <a:lnTo>
                    <a:pt x="975" y="171"/>
                  </a:lnTo>
                  <a:lnTo>
                    <a:pt x="975" y="171"/>
                  </a:lnTo>
                  <a:lnTo>
                    <a:pt x="977" y="171"/>
                  </a:lnTo>
                  <a:lnTo>
                    <a:pt x="977" y="171"/>
                  </a:lnTo>
                  <a:lnTo>
                    <a:pt x="977" y="173"/>
                  </a:lnTo>
                  <a:lnTo>
                    <a:pt x="977" y="173"/>
                  </a:lnTo>
                  <a:lnTo>
                    <a:pt x="977" y="173"/>
                  </a:lnTo>
                  <a:lnTo>
                    <a:pt x="980" y="173"/>
                  </a:lnTo>
                  <a:lnTo>
                    <a:pt x="980" y="173"/>
                  </a:lnTo>
                  <a:lnTo>
                    <a:pt x="980" y="173"/>
                  </a:lnTo>
                  <a:lnTo>
                    <a:pt x="980" y="173"/>
                  </a:lnTo>
                  <a:lnTo>
                    <a:pt x="982" y="173"/>
                  </a:lnTo>
                  <a:lnTo>
                    <a:pt x="982" y="173"/>
                  </a:lnTo>
                  <a:lnTo>
                    <a:pt x="982" y="176"/>
                  </a:lnTo>
                  <a:lnTo>
                    <a:pt x="982" y="176"/>
                  </a:lnTo>
                  <a:lnTo>
                    <a:pt x="984" y="176"/>
                  </a:lnTo>
                  <a:lnTo>
                    <a:pt x="984" y="176"/>
                  </a:lnTo>
                  <a:lnTo>
                    <a:pt x="984" y="176"/>
                  </a:lnTo>
                  <a:lnTo>
                    <a:pt x="984" y="178"/>
                  </a:lnTo>
                  <a:lnTo>
                    <a:pt x="984" y="178"/>
                  </a:lnTo>
                  <a:lnTo>
                    <a:pt x="984" y="178"/>
                  </a:lnTo>
                  <a:lnTo>
                    <a:pt x="984" y="178"/>
                  </a:lnTo>
                  <a:lnTo>
                    <a:pt x="984" y="178"/>
                  </a:lnTo>
                  <a:lnTo>
                    <a:pt x="984" y="180"/>
                  </a:lnTo>
                  <a:lnTo>
                    <a:pt x="984" y="180"/>
                  </a:lnTo>
                  <a:lnTo>
                    <a:pt x="984" y="180"/>
                  </a:lnTo>
                  <a:lnTo>
                    <a:pt x="987" y="180"/>
                  </a:lnTo>
                  <a:lnTo>
                    <a:pt x="987" y="180"/>
                  </a:lnTo>
                  <a:lnTo>
                    <a:pt x="987" y="180"/>
                  </a:lnTo>
                  <a:lnTo>
                    <a:pt x="987" y="178"/>
                  </a:lnTo>
                  <a:lnTo>
                    <a:pt x="989" y="178"/>
                  </a:lnTo>
                  <a:lnTo>
                    <a:pt x="989" y="178"/>
                  </a:lnTo>
                  <a:lnTo>
                    <a:pt x="989" y="178"/>
                  </a:lnTo>
                  <a:lnTo>
                    <a:pt x="989" y="178"/>
                  </a:lnTo>
                  <a:lnTo>
                    <a:pt x="989" y="178"/>
                  </a:lnTo>
                  <a:lnTo>
                    <a:pt x="991" y="178"/>
                  </a:lnTo>
                  <a:lnTo>
                    <a:pt x="991" y="176"/>
                  </a:lnTo>
                  <a:lnTo>
                    <a:pt x="991" y="176"/>
                  </a:lnTo>
                  <a:lnTo>
                    <a:pt x="991" y="176"/>
                  </a:lnTo>
                  <a:lnTo>
                    <a:pt x="991" y="176"/>
                  </a:lnTo>
                  <a:lnTo>
                    <a:pt x="994" y="176"/>
                  </a:lnTo>
                  <a:lnTo>
                    <a:pt x="994" y="173"/>
                  </a:lnTo>
                  <a:lnTo>
                    <a:pt x="994" y="173"/>
                  </a:lnTo>
                  <a:lnTo>
                    <a:pt x="994" y="173"/>
                  </a:lnTo>
                  <a:lnTo>
                    <a:pt x="996" y="173"/>
                  </a:lnTo>
                  <a:lnTo>
                    <a:pt x="996" y="171"/>
                  </a:lnTo>
                  <a:lnTo>
                    <a:pt x="994" y="171"/>
                  </a:lnTo>
                  <a:lnTo>
                    <a:pt x="994" y="171"/>
                  </a:lnTo>
                  <a:lnTo>
                    <a:pt x="994" y="168"/>
                  </a:lnTo>
                  <a:lnTo>
                    <a:pt x="994" y="168"/>
                  </a:lnTo>
                  <a:lnTo>
                    <a:pt x="994" y="168"/>
                  </a:lnTo>
                  <a:lnTo>
                    <a:pt x="991" y="168"/>
                  </a:lnTo>
                  <a:lnTo>
                    <a:pt x="991" y="168"/>
                  </a:lnTo>
                  <a:lnTo>
                    <a:pt x="994" y="168"/>
                  </a:lnTo>
                  <a:lnTo>
                    <a:pt x="994" y="166"/>
                  </a:lnTo>
                  <a:lnTo>
                    <a:pt x="991" y="166"/>
                  </a:lnTo>
                  <a:lnTo>
                    <a:pt x="991" y="166"/>
                  </a:lnTo>
                  <a:lnTo>
                    <a:pt x="994" y="166"/>
                  </a:lnTo>
                  <a:lnTo>
                    <a:pt x="994" y="164"/>
                  </a:lnTo>
                  <a:lnTo>
                    <a:pt x="994" y="164"/>
                  </a:lnTo>
                  <a:lnTo>
                    <a:pt x="991" y="164"/>
                  </a:lnTo>
                  <a:lnTo>
                    <a:pt x="991" y="164"/>
                  </a:lnTo>
                  <a:lnTo>
                    <a:pt x="991" y="161"/>
                  </a:lnTo>
                  <a:lnTo>
                    <a:pt x="991" y="161"/>
                  </a:lnTo>
                  <a:lnTo>
                    <a:pt x="991" y="161"/>
                  </a:lnTo>
                  <a:lnTo>
                    <a:pt x="991" y="161"/>
                  </a:lnTo>
                  <a:lnTo>
                    <a:pt x="991" y="161"/>
                  </a:lnTo>
                  <a:lnTo>
                    <a:pt x="991" y="161"/>
                  </a:lnTo>
                  <a:lnTo>
                    <a:pt x="994" y="161"/>
                  </a:lnTo>
                  <a:lnTo>
                    <a:pt x="994" y="161"/>
                  </a:lnTo>
                  <a:lnTo>
                    <a:pt x="994" y="161"/>
                  </a:lnTo>
                  <a:lnTo>
                    <a:pt x="994" y="161"/>
                  </a:lnTo>
                  <a:lnTo>
                    <a:pt x="994" y="159"/>
                  </a:lnTo>
                  <a:lnTo>
                    <a:pt x="994" y="159"/>
                  </a:lnTo>
                  <a:lnTo>
                    <a:pt x="991" y="159"/>
                  </a:lnTo>
                  <a:lnTo>
                    <a:pt x="991" y="159"/>
                  </a:lnTo>
                  <a:lnTo>
                    <a:pt x="991" y="157"/>
                  </a:lnTo>
                  <a:lnTo>
                    <a:pt x="991" y="157"/>
                  </a:lnTo>
                  <a:lnTo>
                    <a:pt x="989" y="157"/>
                  </a:lnTo>
                  <a:lnTo>
                    <a:pt x="989" y="157"/>
                  </a:lnTo>
                  <a:lnTo>
                    <a:pt x="989" y="157"/>
                  </a:lnTo>
                  <a:lnTo>
                    <a:pt x="987" y="157"/>
                  </a:lnTo>
                  <a:lnTo>
                    <a:pt x="987" y="157"/>
                  </a:lnTo>
                  <a:lnTo>
                    <a:pt x="984" y="157"/>
                  </a:lnTo>
                  <a:lnTo>
                    <a:pt x="984" y="157"/>
                  </a:lnTo>
                  <a:lnTo>
                    <a:pt x="984" y="157"/>
                  </a:lnTo>
                  <a:lnTo>
                    <a:pt x="984" y="157"/>
                  </a:lnTo>
                  <a:lnTo>
                    <a:pt x="984" y="157"/>
                  </a:lnTo>
                  <a:lnTo>
                    <a:pt x="982" y="157"/>
                  </a:lnTo>
                  <a:lnTo>
                    <a:pt x="982" y="154"/>
                  </a:lnTo>
                  <a:lnTo>
                    <a:pt x="982" y="154"/>
                  </a:lnTo>
                  <a:lnTo>
                    <a:pt x="982" y="152"/>
                  </a:lnTo>
                  <a:lnTo>
                    <a:pt x="982" y="152"/>
                  </a:lnTo>
                  <a:lnTo>
                    <a:pt x="982" y="152"/>
                  </a:lnTo>
                  <a:lnTo>
                    <a:pt x="980" y="152"/>
                  </a:lnTo>
                  <a:lnTo>
                    <a:pt x="980" y="152"/>
                  </a:lnTo>
                  <a:lnTo>
                    <a:pt x="980" y="152"/>
                  </a:lnTo>
                  <a:lnTo>
                    <a:pt x="980" y="150"/>
                  </a:lnTo>
                  <a:lnTo>
                    <a:pt x="977" y="150"/>
                  </a:lnTo>
                  <a:lnTo>
                    <a:pt x="977" y="150"/>
                  </a:lnTo>
                  <a:lnTo>
                    <a:pt x="977" y="147"/>
                  </a:lnTo>
                  <a:lnTo>
                    <a:pt x="977" y="147"/>
                  </a:lnTo>
                  <a:lnTo>
                    <a:pt x="977" y="147"/>
                  </a:lnTo>
                  <a:lnTo>
                    <a:pt x="975" y="147"/>
                  </a:lnTo>
                  <a:lnTo>
                    <a:pt x="975" y="147"/>
                  </a:lnTo>
                  <a:lnTo>
                    <a:pt x="975" y="147"/>
                  </a:lnTo>
                  <a:lnTo>
                    <a:pt x="975" y="147"/>
                  </a:lnTo>
                  <a:lnTo>
                    <a:pt x="973" y="147"/>
                  </a:lnTo>
                  <a:lnTo>
                    <a:pt x="973" y="147"/>
                  </a:lnTo>
                  <a:lnTo>
                    <a:pt x="973" y="147"/>
                  </a:lnTo>
                  <a:lnTo>
                    <a:pt x="970" y="147"/>
                  </a:lnTo>
                  <a:lnTo>
                    <a:pt x="970" y="147"/>
                  </a:lnTo>
                  <a:lnTo>
                    <a:pt x="970" y="145"/>
                  </a:lnTo>
                  <a:lnTo>
                    <a:pt x="970" y="145"/>
                  </a:lnTo>
                  <a:lnTo>
                    <a:pt x="970" y="145"/>
                  </a:lnTo>
                  <a:lnTo>
                    <a:pt x="968" y="145"/>
                  </a:lnTo>
                  <a:lnTo>
                    <a:pt x="968" y="145"/>
                  </a:lnTo>
                  <a:lnTo>
                    <a:pt x="968" y="142"/>
                  </a:lnTo>
                  <a:lnTo>
                    <a:pt x="968" y="142"/>
                  </a:lnTo>
                  <a:lnTo>
                    <a:pt x="968" y="142"/>
                  </a:lnTo>
                  <a:lnTo>
                    <a:pt x="965" y="142"/>
                  </a:lnTo>
                  <a:lnTo>
                    <a:pt x="965" y="142"/>
                  </a:lnTo>
                  <a:lnTo>
                    <a:pt x="965" y="140"/>
                  </a:lnTo>
                  <a:lnTo>
                    <a:pt x="963" y="140"/>
                  </a:lnTo>
                  <a:lnTo>
                    <a:pt x="963" y="140"/>
                  </a:lnTo>
                  <a:lnTo>
                    <a:pt x="963" y="140"/>
                  </a:lnTo>
                  <a:lnTo>
                    <a:pt x="961" y="140"/>
                  </a:lnTo>
                  <a:lnTo>
                    <a:pt x="961" y="140"/>
                  </a:lnTo>
                  <a:lnTo>
                    <a:pt x="958" y="140"/>
                  </a:lnTo>
                  <a:lnTo>
                    <a:pt x="958" y="140"/>
                  </a:lnTo>
                  <a:lnTo>
                    <a:pt x="958" y="140"/>
                  </a:lnTo>
                  <a:lnTo>
                    <a:pt x="958" y="140"/>
                  </a:lnTo>
                  <a:lnTo>
                    <a:pt x="956" y="140"/>
                  </a:lnTo>
                  <a:lnTo>
                    <a:pt x="956" y="140"/>
                  </a:lnTo>
                  <a:lnTo>
                    <a:pt x="956" y="140"/>
                  </a:lnTo>
                  <a:lnTo>
                    <a:pt x="954" y="140"/>
                  </a:lnTo>
                  <a:lnTo>
                    <a:pt x="954" y="140"/>
                  </a:lnTo>
                  <a:lnTo>
                    <a:pt x="951" y="140"/>
                  </a:lnTo>
                  <a:lnTo>
                    <a:pt x="951" y="140"/>
                  </a:lnTo>
                  <a:lnTo>
                    <a:pt x="951" y="140"/>
                  </a:lnTo>
                  <a:lnTo>
                    <a:pt x="951" y="140"/>
                  </a:lnTo>
                  <a:lnTo>
                    <a:pt x="949" y="140"/>
                  </a:lnTo>
                  <a:lnTo>
                    <a:pt x="949" y="140"/>
                  </a:lnTo>
                  <a:lnTo>
                    <a:pt x="949" y="142"/>
                  </a:lnTo>
                  <a:lnTo>
                    <a:pt x="949" y="142"/>
                  </a:lnTo>
                  <a:lnTo>
                    <a:pt x="949" y="142"/>
                  </a:lnTo>
                  <a:lnTo>
                    <a:pt x="946" y="142"/>
                  </a:lnTo>
                  <a:lnTo>
                    <a:pt x="946" y="145"/>
                  </a:lnTo>
                  <a:lnTo>
                    <a:pt x="946" y="145"/>
                  </a:lnTo>
                  <a:lnTo>
                    <a:pt x="946" y="145"/>
                  </a:lnTo>
                  <a:lnTo>
                    <a:pt x="944" y="145"/>
                  </a:lnTo>
                  <a:lnTo>
                    <a:pt x="944" y="147"/>
                  </a:lnTo>
                  <a:lnTo>
                    <a:pt x="944" y="147"/>
                  </a:lnTo>
                  <a:lnTo>
                    <a:pt x="944" y="147"/>
                  </a:lnTo>
                  <a:lnTo>
                    <a:pt x="944" y="147"/>
                  </a:lnTo>
                  <a:lnTo>
                    <a:pt x="942" y="147"/>
                  </a:lnTo>
                  <a:lnTo>
                    <a:pt x="942" y="147"/>
                  </a:lnTo>
                  <a:lnTo>
                    <a:pt x="942" y="147"/>
                  </a:lnTo>
                  <a:lnTo>
                    <a:pt x="942" y="150"/>
                  </a:lnTo>
                  <a:lnTo>
                    <a:pt x="942" y="150"/>
                  </a:lnTo>
                  <a:lnTo>
                    <a:pt x="939" y="150"/>
                  </a:lnTo>
                  <a:lnTo>
                    <a:pt x="939" y="150"/>
                  </a:lnTo>
                  <a:lnTo>
                    <a:pt x="939" y="147"/>
                  </a:lnTo>
                  <a:lnTo>
                    <a:pt x="937" y="147"/>
                  </a:lnTo>
                  <a:lnTo>
                    <a:pt x="937" y="147"/>
                  </a:lnTo>
                  <a:lnTo>
                    <a:pt x="937" y="147"/>
                  </a:lnTo>
                  <a:lnTo>
                    <a:pt x="937" y="147"/>
                  </a:lnTo>
                  <a:lnTo>
                    <a:pt x="937" y="147"/>
                  </a:lnTo>
                  <a:lnTo>
                    <a:pt x="935" y="147"/>
                  </a:lnTo>
                  <a:lnTo>
                    <a:pt x="935" y="147"/>
                  </a:lnTo>
                  <a:lnTo>
                    <a:pt x="935" y="145"/>
                  </a:lnTo>
                  <a:lnTo>
                    <a:pt x="935" y="145"/>
                  </a:lnTo>
                  <a:lnTo>
                    <a:pt x="932" y="145"/>
                  </a:lnTo>
                  <a:lnTo>
                    <a:pt x="932" y="145"/>
                  </a:lnTo>
                  <a:lnTo>
                    <a:pt x="932" y="145"/>
                  </a:lnTo>
                  <a:lnTo>
                    <a:pt x="930" y="145"/>
                  </a:lnTo>
                  <a:lnTo>
                    <a:pt x="930" y="145"/>
                  </a:lnTo>
                  <a:lnTo>
                    <a:pt x="930" y="145"/>
                  </a:lnTo>
                  <a:lnTo>
                    <a:pt x="930" y="142"/>
                  </a:lnTo>
                  <a:lnTo>
                    <a:pt x="928" y="142"/>
                  </a:lnTo>
                  <a:lnTo>
                    <a:pt x="928" y="142"/>
                  </a:lnTo>
                  <a:lnTo>
                    <a:pt x="928" y="142"/>
                  </a:lnTo>
                  <a:lnTo>
                    <a:pt x="928" y="145"/>
                  </a:lnTo>
                  <a:lnTo>
                    <a:pt x="925" y="145"/>
                  </a:lnTo>
                  <a:lnTo>
                    <a:pt x="925" y="145"/>
                  </a:lnTo>
                  <a:lnTo>
                    <a:pt x="923" y="145"/>
                  </a:lnTo>
                  <a:lnTo>
                    <a:pt x="923" y="145"/>
                  </a:lnTo>
                  <a:lnTo>
                    <a:pt x="923" y="145"/>
                  </a:lnTo>
                  <a:lnTo>
                    <a:pt x="923" y="145"/>
                  </a:lnTo>
                  <a:lnTo>
                    <a:pt x="920" y="145"/>
                  </a:lnTo>
                  <a:lnTo>
                    <a:pt x="920" y="145"/>
                  </a:lnTo>
                  <a:lnTo>
                    <a:pt x="918" y="145"/>
                  </a:lnTo>
                  <a:lnTo>
                    <a:pt x="918" y="145"/>
                  </a:lnTo>
                  <a:lnTo>
                    <a:pt x="918" y="145"/>
                  </a:lnTo>
                  <a:lnTo>
                    <a:pt x="918" y="145"/>
                  </a:lnTo>
                  <a:lnTo>
                    <a:pt x="916" y="145"/>
                  </a:lnTo>
                  <a:lnTo>
                    <a:pt x="916" y="145"/>
                  </a:lnTo>
                  <a:lnTo>
                    <a:pt x="916" y="145"/>
                  </a:lnTo>
                  <a:lnTo>
                    <a:pt x="916" y="145"/>
                  </a:lnTo>
                  <a:lnTo>
                    <a:pt x="913" y="145"/>
                  </a:lnTo>
                  <a:lnTo>
                    <a:pt x="913" y="147"/>
                  </a:lnTo>
                  <a:lnTo>
                    <a:pt x="913" y="147"/>
                  </a:lnTo>
                  <a:lnTo>
                    <a:pt x="911" y="147"/>
                  </a:lnTo>
                  <a:lnTo>
                    <a:pt x="911" y="147"/>
                  </a:lnTo>
                  <a:lnTo>
                    <a:pt x="911" y="147"/>
                  </a:lnTo>
                  <a:lnTo>
                    <a:pt x="911" y="147"/>
                  </a:lnTo>
                  <a:lnTo>
                    <a:pt x="911" y="147"/>
                  </a:lnTo>
                  <a:lnTo>
                    <a:pt x="911" y="150"/>
                  </a:lnTo>
                  <a:lnTo>
                    <a:pt x="909" y="150"/>
                  </a:lnTo>
                  <a:lnTo>
                    <a:pt x="909" y="147"/>
                  </a:lnTo>
                  <a:lnTo>
                    <a:pt x="909" y="147"/>
                  </a:lnTo>
                  <a:lnTo>
                    <a:pt x="909" y="147"/>
                  </a:lnTo>
                  <a:lnTo>
                    <a:pt x="909" y="147"/>
                  </a:lnTo>
                  <a:lnTo>
                    <a:pt x="906" y="147"/>
                  </a:lnTo>
                  <a:lnTo>
                    <a:pt x="906" y="147"/>
                  </a:lnTo>
                  <a:lnTo>
                    <a:pt x="906" y="147"/>
                  </a:lnTo>
                  <a:lnTo>
                    <a:pt x="906" y="145"/>
                  </a:lnTo>
                  <a:lnTo>
                    <a:pt x="904" y="145"/>
                  </a:lnTo>
                  <a:lnTo>
                    <a:pt x="904" y="145"/>
                  </a:lnTo>
                  <a:lnTo>
                    <a:pt x="904" y="145"/>
                  </a:lnTo>
                  <a:lnTo>
                    <a:pt x="904" y="145"/>
                  </a:lnTo>
                  <a:lnTo>
                    <a:pt x="904" y="142"/>
                  </a:lnTo>
                  <a:lnTo>
                    <a:pt x="901" y="142"/>
                  </a:lnTo>
                  <a:lnTo>
                    <a:pt x="901" y="142"/>
                  </a:lnTo>
                  <a:lnTo>
                    <a:pt x="901" y="142"/>
                  </a:lnTo>
                  <a:lnTo>
                    <a:pt x="901" y="142"/>
                  </a:lnTo>
                  <a:lnTo>
                    <a:pt x="899" y="142"/>
                  </a:lnTo>
                  <a:lnTo>
                    <a:pt x="899" y="140"/>
                  </a:lnTo>
                  <a:lnTo>
                    <a:pt x="901" y="140"/>
                  </a:lnTo>
                  <a:lnTo>
                    <a:pt x="901" y="140"/>
                  </a:lnTo>
                  <a:lnTo>
                    <a:pt x="901" y="140"/>
                  </a:lnTo>
                  <a:lnTo>
                    <a:pt x="901" y="138"/>
                  </a:lnTo>
                  <a:lnTo>
                    <a:pt x="901" y="138"/>
                  </a:lnTo>
                  <a:lnTo>
                    <a:pt x="901" y="138"/>
                  </a:lnTo>
                  <a:lnTo>
                    <a:pt x="901" y="138"/>
                  </a:lnTo>
                  <a:lnTo>
                    <a:pt x="901" y="138"/>
                  </a:lnTo>
                  <a:lnTo>
                    <a:pt x="901" y="135"/>
                  </a:lnTo>
                  <a:lnTo>
                    <a:pt x="901" y="135"/>
                  </a:lnTo>
                  <a:lnTo>
                    <a:pt x="904" y="135"/>
                  </a:lnTo>
                  <a:lnTo>
                    <a:pt x="904" y="135"/>
                  </a:lnTo>
                  <a:lnTo>
                    <a:pt x="904" y="135"/>
                  </a:lnTo>
                  <a:lnTo>
                    <a:pt x="904" y="135"/>
                  </a:lnTo>
                  <a:lnTo>
                    <a:pt x="906" y="135"/>
                  </a:lnTo>
                  <a:lnTo>
                    <a:pt x="906" y="135"/>
                  </a:lnTo>
                  <a:lnTo>
                    <a:pt x="909" y="135"/>
                  </a:lnTo>
                  <a:lnTo>
                    <a:pt x="909" y="133"/>
                  </a:lnTo>
                  <a:lnTo>
                    <a:pt x="909" y="133"/>
                  </a:lnTo>
                  <a:lnTo>
                    <a:pt x="909" y="131"/>
                  </a:lnTo>
                  <a:lnTo>
                    <a:pt x="909" y="131"/>
                  </a:lnTo>
                  <a:lnTo>
                    <a:pt x="909" y="128"/>
                  </a:lnTo>
                  <a:lnTo>
                    <a:pt x="909" y="128"/>
                  </a:lnTo>
                  <a:lnTo>
                    <a:pt x="909" y="128"/>
                  </a:lnTo>
                  <a:lnTo>
                    <a:pt x="909" y="128"/>
                  </a:lnTo>
                  <a:lnTo>
                    <a:pt x="909" y="126"/>
                  </a:lnTo>
                  <a:lnTo>
                    <a:pt x="909" y="126"/>
                  </a:lnTo>
                  <a:lnTo>
                    <a:pt x="909" y="126"/>
                  </a:lnTo>
                  <a:lnTo>
                    <a:pt x="911" y="126"/>
                  </a:lnTo>
                  <a:lnTo>
                    <a:pt x="911" y="123"/>
                  </a:lnTo>
                  <a:lnTo>
                    <a:pt x="911" y="123"/>
                  </a:lnTo>
                  <a:lnTo>
                    <a:pt x="911" y="123"/>
                  </a:lnTo>
                  <a:lnTo>
                    <a:pt x="911" y="123"/>
                  </a:lnTo>
                  <a:lnTo>
                    <a:pt x="911" y="121"/>
                  </a:lnTo>
                  <a:lnTo>
                    <a:pt x="913" y="121"/>
                  </a:lnTo>
                  <a:lnTo>
                    <a:pt x="913" y="121"/>
                  </a:lnTo>
                  <a:lnTo>
                    <a:pt x="913" y="121"/>
                  </a:lnTo>
                  <a:lnTo>
                    <a:pt x="913" y="119"/>
                  </a:lnTo>
                  <a:lnTo>
                    <a:pt x="913" y="119"/>
                  </a:lnTo>
                  <a:lnTo>
                    <a:pt x="913" y="119"/>
                  </a:lnTo>
                  <a:lnTo>
                    <a:pt x="913" y="119"/>
                  </a:lnTo>
                  <a:lnTo>
                    <a:pt x="913" y="116"/>
                  </a:lnTo>
                  <a:lnTo>
                    <a:pt x="913" y="116"/>
                  </a:lnTo>
                  <a:lnTo>
                    <a:pt x="913" y="116"/>
                  </a:lnTo>
                  <a:lnTo>
                    <a:pt x="916" y="116"/>
                  </a:lnTo>
                  <a:lnTo>
                    <a:pt x="916" y="114"/>
                  </a:lnTo>
                  <a:lnTo>
                    <a:pt x="916" y="114"/>
                  </a:lnTo>
                  <a:lnTo>
                    <a:pt x="916" y="114"/>
                  </a:lnTo>
                  <a:lnTo>
                    <a:pt x="916" y="112"/>
                  </a:lnTo>
                  <a:lnTo>
                    <a:pt x="916" y="112"/>
                  </a:lnTo>
                  <a:lnTo>
                    <a:pt x="916" y="112"/>
                  </a:lnTo>
                  <a:lnTo>
                    <a:pt x="916" y="109"/>
                  </a:lnTo>
                  <a:lnTo>
                    <a:pt x="918" y="109"/>
                  </a:lnTo>
                  <a:lnTo>
                    <a:pt x="918" y="109"/>
                  </a:lnTo>
                  <a:lnTo>
                    <a:pt x="918" y="109"/>
                  </a:lnTo>
                  <a:lnTo>
                    <a:pt x="918" y="109"/>
                  </a:lnTo>
                  <a:lnTo>
                    <a:pt x="918" y="107"/>
                  </a:lnTo>
                  <a:lnTo>
                    <a:pt x="918" y="107"/>
                  </a:lnTo>
                  <a:lnTo>
                    <a:pt x="918" y="107"/>
                  </a:lnTo>
                  <a:lnTo>
                    <a:pt x="918" y="105"/>
                  </a:lnTo>
                  <a:lnTo>
                    <a:pt x="920" y="105"/>
                  </a:lnTo>
                  <a:lnTo>
                    <a:pt x="920" y="105"/>
                  </a:lnTo>
                  <a:lnTo>
                    <a:pt x="920" y="105"/>
                  </a:lnTo>
                  <a:lnTo>
                    <a:pt x="920" y="102"/>
                  </a:lnTo>
                  <a:lnTo>
                    <a:pt x="923" y="102"/>
                  </a:lnTo>
                  <a:lnTo>
                    <a:pt x="923" y="102"/>
                  </a:lnTo>
                  <a:lnTo>
                    <a:pt x="923" y="100"/>
                  </a:lnTo>
                  <a:lnTo>
                    <a:pt x="923" y="100"/>
                  </a:lnTo>
                  <a:lnTo>
                    <a:pt x="923" y="100"/>
                  </a:lnTo>
                  <a:lnTo>
                    <a:pt x="923" y="100"/>
                  </a:lnTo>
                  <a:lnTo>
                    <a:pt x="923" y="97"/>
                  </a:lnTo>
                  <a:lnTo>
                    <a:pt x="923" y="97"/>
                  </a:lnTo>
                  <a:lnTo>
                    <a:pt x="925" y="97"/>
                  </a:lnTo>
                  <a:lnTo>
                    <a:pt x="925" y="97"/>
                  </a:lnTo>
                  <a:lnTo>
                    <a:pt x="925" y="97"/>
                  </a:lnTo>
                  <a:lnTo>
                    <a:pt x="925" y="95"/>
                  </a:lnTo>
                  <a:lnTo>
                    <a:pt x="925" y="95"/>
                  </a:lnTo>
                  <a:lnTo>
                    <a:pt x="928" y="95"/>
                  </a:lnTo>
                  <a:lnTo>
                    <a:pt x="928" y="95"/>
                  </a:lnTo>
                  <a:lnTo>
                    <a:pt x="928" y="95"/>
                  </a:lnTo>
                  <a:lnTo>
                    <a:pt x="928" y="95"/>
                  </a:lnTo>
                  <a:lnTo>
                    <a:pt x="930" y="95"/>
                  </a:lnTo>
                  <a:lnTo>
                    <a:pt x="930" y="97"/>
                  </a:lnTo>
                  <a:lnTo>
                    <a:pt x="930" y="97"/>
                  </a:lnTo>
                  <a:lnTo>
                    <a:pt x="930" y="97"/>
                  </a:lnTo>
                  <a:lnTo>
                    <a:pt x="930" y="97"/>
                  </a:lnTo>
                  <a:lnTo>
                    <a:pt x="932" y="97"/>
                  </a:lnTo>
                  <a:lnTo>
                    <a:pt x="932" y="97"/>
                  </a:lnTo>
                  <a:lnTo>
                    <a:pt x="935" y="97"/>
                  </a:lnTo>
                  <a:lnTo>
                    <a:pt x="935" y="97"/>
                  </a:lnTo>
                  <a:lnTo>
                    <a:pt x="935" y="97"/>
                  </a:lnTo>
                  <a:lnTo>
                    <a:pt x="935" y="97"/>
                  </a:lnTo>
                  <a:lnTo>
                    <a:pt x="937" y="97"/>
                  </a:lnTo>
                  <a:lnTo>
                    <a:pt x="937" y="97"/>
                  </a:lnTo>
                  <a:lnTo>
                    <a:pt x="937" y="100"/>
                  </a:lnTo>
                  <a:lnTo>
                    <a:pt x="937" y="100"/>
                  </a:lnTo>
                  <a:lnTo>
                    <a:pt x="939" y="100"/>
                  </a:lnTo>
                  <a:lnTo>
                    <a:pt x="939" y="100"/>
                  </a:lnTo>
                  <a:lnTo>
                    <a:pt x="942" y="100"/>
                  </a:lnTo>
                  <a:lnTo>
                    <a:pt x="942" y="100"/>
                  </a:lnTo>
                  <a:lnTo>
                    <a:pt x="942" y="100"/>
                  </a:lnTo>
                  <a:lnTo>
                    <a:pt x="944" y="100"/>
                  </a:lnTo>
                  <a:lnTo>
                    <a:pt x="944" y="100"/>
                  </a:lnTo>
                  <a:lnTo>
                    <a:pt x="944" y="100"/>
                  </a:lnTo>
                  <a:lnTo>
                    <a:pt x="944" y="100"/>
                  </a:lnTo>
                  <a:lnTo>
                    <a:pt x="946" y="100"/>
                  </a:lnTo>
                  <a:lnTo>
                    <a:pt x="946" y="100"/>
                  </a:lnTo>
                  <a:lnTo>
                    <a:pt x="946" y="102"/>
                  </a:lnTo>
                  <a:lnTo>
                    <a:pt x="949" y="102"/>
                  </a:lnTo>
                  <a:lnTo>
                    <a:pt x="949" y="102"/>
                  </a:lnTo>
                  <a:lnTo>
                    <a:pt x="949" y="102"/>
                  </a:lnTo>
                  <a:lnTo>
                    <a:pt x="949" y="102"/>
                  </a:lnTo>
                  <a:lnTo>
                    <a:pt x="951" y="102"/>
                  </a:lnTo>
                  <a:lnTo>
                    <a:pt x="951" y="102"/>
                  </a:lnTo>
                  <a:lnTo>
                    <a:pt x="951" y="102"/>
                  </a:lnTo>
                  <a:lnTo>
                    <a:pt x="951" y="102"/>
                  </a:lnTo>
                  <a:lnTo>
                    <a:pt x="954" y="102"/>
                  </a:lnTo>
                  <a:lnTo>
                    <a:pt x="954" y="100"/>
                  </a:lnTo>
                  <a:lnTo>
                    <a:pt x="954" y="100"/>
                  </a:lnTo>
                  <a:lnTo>
                    <a:pt x="954" y="100"/>
                  </a:lnTo>
                  <a:lnTo>
                    <a:pt x="956" y="100"/>
                  </a:lnTo>
                  <a:lnTo>
                    <a:pt x="956" y="100"/>
                  </a:lnTo>
                  <a:lnTo>
                    <a:pt x="956" y="97"/>
                  </a:lnTo>
                  <a:lnTo>
                    <a:pt x="956" y="97"/>
                  </a:lnTo>
                  <a:lnTo>
                    <a:pt x="958" y="97"/>
                  </a:lnTo>
                  <a:lnTo>
                    <a:pt x="958" y="97"/>
                  </a:lnTo>
                  <a:lnTo>
                    <a:pt x="958" y="97"/>
                  </a:lnTo>
                  <a:lnTo>
                    <a:pt x="958" y="97"/>
                  </a:lnTo>
                  <a:lnTo>
                    <a:pt x="958" y="97"/>
                  </a:lnTo>
                  <a:lnTo>
                    <a:pt x="961" y="97"/>
                  </a:lnTo>
                  <a:lnTo>
                    <a:pt x="961" y="97"/>
                  </a:lnTo>
                  <a:lnTo>
                    <a:pt x="961" y="95"/>
                  </a:lnTo>
                  <a:lnTo>
                    <a:pt x="963" y="95"/>
                  </a:lnTo>
                  <a:lnTo>
                    <a:pt x="963" y="95"/>
                  </a:lnTo>
                  <a:lnTo>
                    <a:pt x="963" y="95"/>
                  </a:lnTo>
                  <a:lnTo>
                    <a:pt x="963" y="95"/>
                  </a:lnTo>
                  <a:lnTo>
                    <a:pt x="965" y="95"/>
                  </a:lnTo>
                  <a:lnTo>
                    <a:pt x="965" y="93"/>
                  </a:lnTo>
                  <a:lnTo>
                    <a:pt x="965" y="93"/>
                  </a:lnTo>
                  <a:lnTo>
                    <a:pt x="965" y="93"/>
                  </a:lnTo>
                  <a:lnTo>
                    <a:pt x="968" y="93"/>
                  </a:lnTo>
                  <a:lnTo>
                    <a:pt x="968" y="93"/>
                  </a:lnTo>
                  <a:lnTo>
                    <a:pt x="968" y="90"/>
                  </a:lnTo>
                  <a:lnTo>
                    <a:pt x="968" y="90"/>
                  </a:lnTo>
                  <a:lnTo>
                    <a:pt x="970" y="90"/>
                  </a:lnTo>
                  <a:lnTo>
                    <a:pt x="970" y="90"/>
                  </a:lnTo>
                  <a:lnTo>
                    <a:pt x="970" y="90"/>
                  </a:lnTo>
                  <a:lnTo>
                    <a:pt x="973" y="90"/>
                  </a:lnTo>
                  <a:lnTo>
                    <a:pt x="973" y="90"/>
                  </a:lnTo>
                  <a:lnTo>
                    <a:pt x="975" y="90"/>
                  </a:lnTo>
                  <a:lnTo>
                    <a:pt x="975" y="90"/>
                  </a:lnTo>
                  <a:lnTo>
                    <a:pt x="975" y="90"/>
                  </a:lnTo>
                  <a:lnTo>
                    <a:pt x="975" y="90"/>
                  </a:lnTo>
                  <a:lnTo>
                    <a:pt x="975" y="90"/>
                  </a:lnTo>
                  <a:lnTo>
                    <a:pt x="977" y="90"/>
                  </a:lnTo>
                  <a:lnTo>
                    <a:pt x="977" y="90"/>
                  </a:lnTo>
                  <a:lnTo>
                    <a:pt x="977" y="90"/>
                  </a:lnTo>
                  <a:lnTo>
                    <a:pt x="977" y="90"/>
                  </a:lnTo>
                  <a:lnTo>
                    <a:pt x="980" y="90"/>
                  </a:lnTo>
                  <a:lnTo>
                    <a:pt x="980" y="90"/>
                  </a:lnTo>
                  <a:lnTo>
                    <a:pt x="980" y="88"/>
                  </a:lnTo>
                  <a:lnTo>
                    <a:pt x="982" y="88"/>
                  </a:lnTo>
                  <a:lnTo>
                    <a:pt x="982" y="88"/>
                  </a:lnTo>
                  <a:lnTo>
                    <a:pt x="982" y="88"/>
                  </a:lnTo>
                  <a:lnTo>
                    <a:pt x="982" y="88"/>
                  </a:lnTo>
                  <a:lnTo>
                    <a:pt x="982" y="88"/>
                  </a:lnTo>
                  <a:lnTo>
                    <a:pt x="982" y="86"/>
                  </a:lnTo>
                  <a:lnTo>
                    <a:pt x="984" y="86"/>
                  </a:lnTo>
                  <a:lnTo>
                    <a:pt x="984" y="86"/>
                  </a:lnTo>
                  <a:lnTo>
                    <a:pt x="982" y="86"/>
                  </a:lnTo>
                  <a:lnTo>
                    <a:pt x="982" y="83"/>
                  </a:lnTo>
                  <a:lnTo>
                    <a:pt x="982" y="83"/>
                  </a:lnTo>
                  <a:lnTo>
                    <a:pt x="982" y="81"/>
                  </a:lnTo>
                  <a:lnTo>
                    <a:pt x="982" y="81"/>
                  </a:lnTo>
                  <a:lnTo>
                    <a:pt x="982" y="81"/>
                  </a:lnTo>
                  <a:lnTo>
                    <a:pt x="980" y="81"/>
                  </a:lnTo>
                  <a:lnTo>
                    <a:pt x="980" y="81"/>
                  </a:lnTo>
                  <a:lnTo>
                    <a:pt x="980" y="81"/>
                  </a:lnTo>
                  <a:lnTo>
                    <a:pt x="977" y="81"/>
                  </a:lnTo>
                  <a:lnTo>
                    <a:pt x="977" y="78"/>
                  </a:lnTo>
                  <a:lnTo>
                    <a:pt x="980" y="78"/>
                  </a:lnTo>
                  <a:lnTo>
                    <a:pt x="980" y="78"/>
                  </a:lnTo>
                  <a:lnTo>
                    <a:pt x="980" y="78"/>
                  </a:lnTo>
                  <a:lnTo>
                    <a:pt x="982" y="78"/>
                  </a:lnTo>
                  <a:lnTo>
                    <a:pt x="982" y="78"/>
                  </a:lnTo>
                  <a:lnTo>
                    <a:pt x="982" y="76"/>
                  </a:lnTo>
                  <a:lnTo>
                    <a:pt x="982" y="76"/>
                  </a:lnTo>
                  <a:lnTo>
                    <a:pt x="982" y="76"/>
                  </a:lnTo>
                  <a:lnTo>
                    <a:pt x="982" y="74"/>
                  </a:lnTo>
                  <a:lnTo>
                    <a:pt x="982" y="74"/>
                  </a:lnTo>
                  <a:lnTo>
                    <a:pt x="984" y="74"/>
                  </a:lnTo>
                  <a:lnTo>
                    <a:pt x="984" y="74"/>
                  </a:lnTo>
                  <a:lnTo>
                    <a:pt x="984" y="74"/>
                  </a:lnTo>
                  <a:lnTo>
                    <a:pt x="984" y="71"/>
                  </a:lnTo>
                  <a:lnTo>
                    <a:pt x="984" y="71"/>
                  </a:lnTo>
                  <a:lnTo>
                    <a:pt x="984" y="71"/>
                  </a:lnTo>
                  <a:lnTo>
                    <a:pt x="987" y="71"/>
                  </a:lnTo>
                  <a:lnTo>
                    <a:pt x="987" y="69"/>
                  </a:lnTo>
                  <a:lnTo>
                    <a:pt x="987" y="69"/>
                  </a:lnTo>
                  <a:lnTo>
                    <a:pt x="987" y="69"/>
                  </a:lnTo>
                  <a:lnTo>
                    <a:pt x="987" y="67"/>
                  </a:lnTo>
                  <a:lnTo>
                    <a:pt x="987" y="67"/>
                  </a:lnTo>
                  <a:lnTo>
                    <a:pt x="987" y="67"/>
                  </a:lnTo>
                  <a:lnTo>
                    <a:pt x="989" y="67"/>
                  </a:lnTo>
                  <a:lnTo>
                    <a:pt x="989" y="64"/>
                  </a:lnTo>
                  <a:lnTo>
                    <a:pt x="989" y="64"/>
                  </a:lnTo>
                  <a:lnTo>
                    <a:pt x="989" y="64"/>
                  </a:lnTo>
                  <a:lnTo>
                    <a:pt x="989" y="64"/>
                  </a:lnTo>
                  <a:lnTo>
                    <a:pt x="991" y="64"/>
                  </a:lnTo>
                  <a:lnTo>
                    <a:pt x="991" y="62"/>
                  </a:lnTo>
                  <a:lnTo>
                    <a:pt x="991" y="62"/>
                  </a:lnTo>
                  <a:lnTo>
                    <a:pt x="991" y="62"/>
                  </a:lnTo>
                  <a:lnTo>
                    <a:pt x="991" y="59"/>
                  </a:lnTo>
                  <a:lnTo>
                    <a:pt x="991" y="59"/>
                  </a:lnTo>
                  <a:lnTo>
                    <a:pt x="991" y="59"/>
                  </a:lnTo>
                  <a:lnTo>
                    <a:pt x="991" y="59"/>
                  </a:lnTo>
                  <a:lnTo>
                    <a:pt x="991" y="57"/>
                  </a:lnTo>
                  <a:lnTo>
                    <a:pt x="994" y="57"/>
                  </a:lnTo>
                  <a:lnTo>
                    <a:pt x="994" y="57"/>
                  </a:lnTo>
                  <a:lnTo>
                    <a:pt x="994" y="57"/>
                  </a:lnTo>
                  <a:lnTo>
                    <a:pt x="996" y="57"/>
                  </a:lnTo>
                  <a:lnTo>
                    <a:pt x="996" y="55"/>
                  </a:lnTo>
                  <a:lnTo>
                    <a:pt x="996" y="55"/>
                  </a:lnTo>
                  <a:lnTo>
                    <a:pt x="996" y="55"/>
                  </a:lnTo>
                  <a:lnTo>
                    <a:pt x="996" y="52"/>
                  </a:lnTo>
                  <a:lnTo>
                    <a:pt x="996" y="52"/>
                  </a:lnTo>
                  <a:lnTo>
                    <a:pt x="996" y="52"/>
                  </a:lnTo>
                  <a:lnTo>
                    <a:pt x="996" y="50"/>
                  </a:lnTo>
                  <a:lnTo>
                    <a:pt x="999" y="50"/>
                  </a:lnTo>
                  <a:lnTo>
                    <a:pt x="999" y="50"/>
                  </a:lnTo>
                  <a:lnTo>
                    <a:pt x="999" y="50"/>
                  </a:lnTo>
                  <a:lnTo>
                    <a:pt x="999" y="50"/>
                  </a:lnTo>
                  <a:lnTo>
                    <a:pt x="999" y="48"/>
                  </a:lnTo>
                  <a:lnTo>
                    <a:pt x="1001" y="48"/>
                  </a:lnTo>
                  <a:lnTo>
                    <a:pt x="1001" y="48"/>
                  </a:lnTo>
                  <a:lnTo>
                    <a:pt x="1001" y="48"/>
                  </a:lnTo>
                  <a:lnTo>
                    <a:pt x="1001" y="48"/>
                  </a:lnTo>
                  <a:lnTo>
                    <a:pt x="1003" y="48"/>
                  </a:lnTo>
                  <a:lnTo>
                    <a:pt x="1003" y="45"/>
                  </a:lnTo>
                  <a:lnTo>
                    <a:pt x="1003" y="45"/>
                  </a:lnTo>
                  <a:lnTo>
                    <a:pt x="1003" y="45"/>
                  </a:lnTo>
                  <a:lnTo>
                    <a:pt x="1003" y="45"/>
                  </a:lnTo>
                  <a:lnTo>
                    <a:pt x="1006" y="45"/>
                  </a:lnTo>
                  <a:lnTo>
                    <a:pt x="1006" y="43"/>
                  </a:lnTo>
                  <a:lnTo>
                    <a:pt x="1006" y="43"/>
                  </a:lnTo>
                  <a:lnTo>
                    <a:pt x="1008" y="43"/>
                  </a:lnTo>
                  <a:lnTo>
                    <a:pt x="1008" y="43"/>
                  </a:lnTo>
                  <a:lnTo>
                    <a:pt x="1008" y="43"/>
                  </a:lnTo>
                  <a:lnTo>
                    <a:pt x="1008" y="43"/>
                  </a:lnTo>
                  <a:lnTo>
                    <a:pt x="1008" y="41"/>
                  </a:lnTo>
                  <a:lnTo>
                    <a:pt x="1010" y="41"/>
                  </a:lnTo>
                  <a:lnTo>
                    <a:pt x="1010" y="41"/>
                  </a:lnTo>
                  <a:lnTo>
                    <a:pt x="1010" y="41"/>
                  </a:lnTo>
                  <a:lnTo>
                    <a:pt x="1010" y="41"/>
                  </a:lnTo>
                  <a:lnTo>
                    <a:pt x="1010" y="38"/>
                  </a:lnTo>
                  <a:lnTo>
                    <a:pt x="1013" y="38"/>
                  </a:lnTo>
                  <a:lnTo>
                    <a:pt x="1013" y="38"/>
                  </a:lnTo>
                  <a:lnTo>
                    <a:pt x="1013" y="38"/>
                  </a:lnTo>
                  <a:lnTo>
                    <a:pt x="1013" y="38"/>
                  </a:lnTo>
                  <a:lnTo>
                    <a:pt x="1013" y="36"/>
                  </a:lnTo>
                  <a:lnTo>
                    <a:pt x="1013" y="36"/>
                  </a:lnTo>
                  <a:lnTo>
                    <a:pt x="1013" y="33"/>
                  </a:lnTo>
                  <a:lnTo>
                    <a:pt x="1013" y="33"/>
                  </a:lnTo>
                  <a:lnTo>
                    <a:pt x="1013" y="33"/>
                  </a:lnTo>
                  <a:lnTo>
                    <a:pt x="1013" y="31"/>
                  </a:lnTo>
                  <a:lnTo>
                    <a:pt x="1010" y="31"/>
                  </a:lnTo>
                  <a:lnTo>
                    <a:pt x="1010" y="31"/>
                  </a:lnTo>
                  <a:lnTo>
                    <a:pt x="1010" y="31"/>
                  </a:lnTo>
                  <a:lnTo>
                    <a:pt x="1010" y="29"/>
                  </a:lnTo>
                  <a:lnTo>
                    <a:pt x="1010" y="29"/>
                  </a:lnTo>
                  <a:lnTo>
                    <a:pt x="1010" y="29"/>
                  </a:lnTo>
                  <a:lnTo>
                    <a:pt x="1010" y="29"/>
                  </a:lnTo>
                  <a:lnTo>
                    <a:pt x="1010" y="26"/>
                  </a:lnTo>
                  <a:lnTo>
                    <a:pt x="1013" y="26"/>
                  </a:lnTo>
                  <a:lnTo>
                    <a:pt x="1013" y="26"/>
                  </a:lnTo>
                  <a:lnTo>
                    <a:pt x="1010" y="26"/>
                  </a:lnTo>
                  <a:lnTo>
                    <a:pt x="1010" y="26"/>
                  </a:lnTo>
                  <a:lnTo>
                    <a:pt x="1010" y="24"/>
                  </a:lnTo>
                  <a:lnTo>
                    <a:pt x="1010" y="24"/>
                  </a:lnTo>
                  <a:lnTo>
                    <a:pt x="1008" y="24"/>
                  </a:lnTo>
                  <a:lnTo>
                    <a:pt x="1008" y="24"/>
                  </a:lnTo>
                  <a:lnTo>
                    <a:pt x="1008" y="24"/>
                  </a:lnTo>
                  <a:lnTo>
                    <a:pt x="1008" y="24"/>
                  </a:lnTo>
                  <a:lnTo>
                    <a:pt x="1006" y="24"/>
                  </a:lnTo>
                  <a:lnTo>
                    <a:pt x="1006" y="24"/>
                  </a:lnTo>
                  <a:lnTo>
                    <a:pt x="1003" y="24"/>
                  </a:lnTo>
                  <a:lnTo>
                    <a:pt x="1003" y="24"/>
                  </a:lnTo>
                  <a:lnTo>
                    <a:pt x="1003" y="24"/>
                  </a:lnTo>
                  <a:lnTo>
                    <a:pt x="1003" y="24"/>
                  </a:lnTo>
                  <a:lnTo>
                    <a:pt x="1001" y="24"/>
                  </a:lnTo>
                  <a:lnTo>
                    <a:pt x="1001" y="24"/>
                  </a:lnTo>
                  <a:lnTo>
                    <a:pt x="1001" y="24"/>
                  </a:lnTo>
                  <a:lnTo>
                    <a:pt x="999" y="24"/>
                  </a:lnTo>
                  <a:lnTo>
                    <a:pt x="999" y="24"/>
                  </a:lnTo>
                  <a:lnTo>
                    <a:pt x="999" y="24"/>
                  </a:lnTo>
                  <a:lnTo>
                    <a:pt x="999" y="22"/>
                  </a:lnTo>
                  <a:lnTo>
                    <a:pt x="999" y="22"/>
                  </a:lnTo>
                  <a:lnTo>
                    <a:pt x="999" y="19"/>
                  </a:lnTo>
                  <a:lnTo>
                    <a:pt x="999" y="19"/>
                  </a:lnTo>
                  <a:lnTo>
                    <a:pt x="999" y="19"/>
                  </a:lnTo>
                  <a:lnTo>
                    <a:pt x="1001" y="19"/>
                  </a:lnTo>
                  <a:lnTo>
                    <a:pt x="1001" y="19"/>
                  </a:lnTo>
                  <a:lnTo>
                    <a:pt x="1001" y="19"/>
                  </a:lnTo>
                  <a:lnTo>
                    <a:pt x="1001" y="19"/>
                  </a:lnTo>
                  <a:lnTo>
                    <a:pt x="1003" y="19"/>
                  </a:lnTo>
                  <a:lnTo>
                    <a:pt x="1003" y="17"/>
                  </a:lnTo>
                  <a:lnTo>
                    <a:pt x="1003" y="17"/>
                  </a:lnTo>
                  <a:lnTo>
                    <a:pt x="1003" y="17"/>
                  </a:lnTo>
                  <a:lnTo>
                    <a:pt x="1003" y="17"/>
                  </a:lnTo>
                  <a:lnTo>
                    <a:pt x="1003" y="14"/>
                  </a:lnTo>
                  <a:lnTo>
                    <a:pt x="1006" y="14"/>
                  </a:lnTo>
                  <a:lnTo>
                    <a:pt x="1006" y="14"/>
                  </a:lnTo>
                  <a:lnTo>
                    <a:pt x="1006" y="14"/>
                  </a:lnTo>
                  <a:lnTo>
                    <a:pt x="1008" y="14"/>
                  </a:lnTo>
                  <a:lnTo>
                    <a:pt x="1008" y="12"/>
                  </a:lnTo>
                  <a:lnTo>
                    <a:pt x="1008" y="12"/>
                  </a:lnTo>
                  <a:lnTo>
                    <a:pt x="1008" y="12"/>
                  </a:lnTo>
                  <a:lnTo>
                    <a:pt x="1008" y="12"/>
                  </a:lnTo>
                  <a:lnTo>
                    <a:pt x="1010" y="12"/>
                  </a:lnTo>
                  <a:lnTo>
                    <a:pt x="1010" y="12"/>
                  </a:lnTo>
                  <a:lnTo>
                    <a:pt x="1010" y="10"/>
                  </a:lnTo>
                  <a:lnTo>
                    <a:pt x="1010" y="10"/>
                  </a:lnTo>
                  <a:lnTo>
                    <a:pt x="1010" y="10"/>
                  </a:lnTo>
                  <a:lnTo>
                    <a:pt x="1013" y="10"/>
                  </a:lnTo>
                  <a:lnTo>
                    <a:pt x="1013" y="10"/>
                  </a:lnTo>
                  <a:lnTo>
                    <a:pt x="1013" y="10"/>
                  </a:lnTo>
                  <a:lnTo>
                    <a:pt x="1015" y="10"/>
                  </a:lnTo>
                  <a:lnTo>
                    <a:pt x="1015" y="7"/>
                  </a:lnTo>
                  <a:lnTo>
                    <a:pt x="1015" y="7"/>
                  </a:lnTo>
                  <a:lnTo>
                    <a:pt x="1015" y="7"/>
                  </a:lnTo>
                  <a:lnTo>
                    <a:pt x="1015" y="7"/>
                  </a:lnTo>
                  <a:lnTo>
                    <a:pt x="1017" y="7"/>
                  </a:lnTo>
                  <a:lnTo>
                    <a:pt x="1017" y="7"/>
                  </a:lnTo>
                  <a:lnTo>
                    <a:pt x="1017" y="7"/>
                  </a:lnTo>
                  <a:lnTo>
                    <a:pt x="1020" y="7"/>
                  </a:lnTo>
                  <a:lnTo>
                    <a:pt x="1020" y="7"/>
                  </a:lnTo>
                  <a:lnTo>
                    <a:pt x="1022" y="7"/>
                  </a:lnTo>
                  <a:lnTo>
                    <a:pt x="1022" y="7"/>
                  </a:lnTo>
                  <a:lnTo>
                    <a:pt x="1022" y="7"/>
                  </a:lnTo>
                  <a:lnTo>
                    <a:pt x="1025" y="7"/>
                  </a:lnTo>
                  <a:lnTo>
                    <a:pt x="1025" y="7"/>
                  </a:lnTo>
                  <a:lnTo>
                    <a:pt x="1025" y="5"/>
                  </a:lnTo>
                  <a:lnTo>
                    <a:pt x="1025" y="5"/>
                  </a:lnTo>
                  <a:lnTo>
                    <a:pt x="1027" y="5"/>
                  </a:lnTo>
                  <a:lnTo>
                    <a:pt x="1027" y="5"/>
                  </a:lnTo>
                  <a:lnTo>
                    <a:pt x="1029" y="5"/>
                  </a:lnTo>
                  <a:lnTo>
                    <a:pt x="1029" y="5"/>
                  </a:lnTo>
                  <a:lnTo>
                    <a:pt x="1029" y="5"/>
                  </a:lnTo>
                  <a:lnTo>
                    <a:pt x="1032" y="5"/>
                  </a:lnTo>
                  <a:lnTo>
                    <a:pt x="1032" y="5"/>
                  </a:lnTo>
                  <a:lnTo>
                    <a:pt x="1032" y="5"/>
                  </a:lnTo>
                  <a:lnTo>
                    <a:pt x="1034" y="5"/>
                  </a:lnTo>
                  <a:lnTo>
                    <a:pt x="1034" y="5"/>
                  </a:lnTo>
                  <a:lnTo>
                    <a:pt x="1034" y="5"/>
                  </a:lnTo>
                  <a:lnTo>
                    <a:pt x="1034" y="3"/>
                  </a:lnTo>
                  <a:lnTo>
                    <a:pt x="1036" y="3"/>
                  </a:lnTo>
                  <a:lnTo>
                    <a:pt x="1036" y="3"/>
                  </a:lnTo>
                  <a:lnTo>
                    <a:pt x="1036" y="3"/>
                  </a:lnTo>
                  <a:lnTo>
                    <a:pt x="1039" y="3"/>
                  </a:lnTo>
                  <a:lnTo>
                    <a:pt x="1039" y="3"/>
                  </a:lnTo>
                  <a:lnTo>
                    <a:pt x="1041" y="3"/>
                  </a:lnTo>
                  <a:lnTo>
                    <a:pt x="1041" y="3"/>
                  </a:lnTo>
                  <a:lnTo>
                    <a:pt x="1041" y="3"/>
                  </a:lnTo>
                  <a:lnTo>
                    <a:pt x="1041" y="3"/>
                  </a:lnTo>
                  <a:lnTo>
                    <a:pt x="1044" y="3"/>
                  </a:lnTo>
                  <a:lnTo>
                    <a:pt x="1044" y="3"/>
                  </a:lnTo>
                  <a:lnTo>
                    <a:pt x="1044" y="3"/>
                  </a:lnTo>
                  <a:lnTo>
                    <a:pt x="1046" y="3"/>
                  </a:lnTo>
                  <a:lnTo>
                    <a:pt x="1046" y="3"/>
                  </a:lnTo>
                  <a:lnTo>
                    <a:pt x="1046" y="0"/>
                  </a:lnTo>
                  <a:lnTo>
                    <a:pt x="1048" y="0"/>
                  </a:lnTo>
                  <a:lnTo>
                    <a:pt x="1048" y="0"/>
                  </a:lnTo>
                  <a:lnTo>
                    <a:pt x="1048" y="3"/>
                  </a:lnTo>
                  <a:lnTo>
                    <a:pt x="1048" y="3"/>
                  </a:lnTo>
                  <a:lnTo>
                    <a:pt x="1051" y="3"/>
                  </a:lnTo>
                  <a:lnTo>
                    <a:pt x="1051" y="3"/>
                  </a:lnTo>
                  <a:lnTo>
                    <a:pt x="1051" y="3"/>
                  </a:lnTo>
                  <a:lnTo>
                    <a:pt x="1053" y="3"/>
                  </a:lnTo>
                  <a:lnTo>
                    <a:pt x="1053" y="3"/>
                  </a:lnTo>
                  <a:lnTo>
                    <a:pt x="1055" y="3"/>
                  </a:lnTo>
                  <a:lnTo>
                    <a:pt x="1055" y="3"/>
                  </a:lnTo>
                  <a:lnTo>
                    <a:pt x="1055" y="3"/>
                  </a:lnTo>
                  <a:lnTo>
                    <a:pt x="1058" y="3"/>
                  </a:lnTo>
                  <a:lnTo>
                    <a:pt x="1058" y="3"/>
                  </a:lnTo>
                  <a:lnTo>
                    <a:pt x="1058" y="3"/>
                  </a:lnTo>
                  <a:lnTo>
                    <a:pt x="1060" y="3"/>
                  </a:lnTo>
                  <a:lnTo>
                    <a:pt x="1060" y="0"/>
                  </a:lnTo>
                  <a:lnTo>
                    <a:pt x="1060" y="0"/>
                  </a:lnTo>
                  <a:lnTo>
                    <a:pt x="1062" y="0"/>
                  </a:lnTo>
                  <a:lnTo>
                    <a:pt x="1062" y="0"/>
                  </a:lnTo>
                  <a:lnTo>
                    <a:pt x="1062" y="0"/>
                  </a:lnTo>
                  <a:lnTo>
                    <a:pt x="1065" y="0"/>
                  </a:lnTo>
                  <a:lnTo>
                    <a:pt x="1065" y="0"/>
                  </a:lnTo>
                  <a:lnTo>
                    <a:pt x="1065" y="0"/>
                  </a:lnTo>
                  <a:lnTo>
                    <a:pt x="1065" y="0"/>
                  </a:lnTo>
                  <a:lnTo>
                    <a:pt x="1067" y="0"/>
                  </a:lnTo>
                  <a:lnTo>
                    <a:pt x="1067" y="0"/>
                  </a:lnTo>
                  <a:lnTo>
                    <a:pt x="1070" y="0"/>
                  </a:lnTo>
                  <a:lnTo>
                    <a:pt x="1070" y="0"/>
                  </a:lnTo>
                  <a:lnTo>
                    <a:pt x="1070" y="0"/>
                  </a:lnTo>
                  <a:lnTo>
                    <a:pt x="1072" y="0"/>
                  </a:lnTo>
                  <a:lnTo>
                    <a:pt x="1072" y="0"/>
                  </a:lnTo>
                  <a:lnTo>
                    <a:pt x="1072" y="0"/>
                  </a:lnTo>
                  <a:lnTo>
                    <a:pt x="1072" y="0"/>
                  </a:lnTo>
                  <a:lnTo>
                    <a:pt x="1074" y="0"/>
                  </a:lnTo>
                  <a:lnTo>
                    <a:pt x="1074" y="0"/>
                  </a:lnTo>
                  <a:lnTo>
                    <a:pt x="1074" y="0"/>
                  </a:lnTo>
                  <a:lnTo>
                    <a:pt x="1074" y="0"/>
                  </a:lnTo>
                  <a:lnTo>
                    <a:pt x="1074" y="0"/>
                  </a:lnTo>
                  <a:lnTo>
                    <a:pt x="1077" y="0"/>
                  </a:lnTo>
                  <a:lnTo>
                    <a:pt x="1077" y="0"/>
                  </a:lnTo>
                  <a:lnTo>
                    <a:pt x="1077" y="0"/>
                  </a:lnTo>
                  <a:lnTo>
                    <a:pt x="1077" y="0"/>
                  </a:lnTo>
                  <a:lnTo>
                    <a:pt x="1079" y="0"/>
                  </a:lnTo>
                  <a:lnTo>
                    <a:pt x="1079" y="0"/>
                  </a:lnTo>
                  <a:lnTo>
                    <a:pt x="1081" y="0"/>
                  </a:lnTo>
                  <a:lnTo>
                    <a:pt x="1081" y="3"/>
                  </a:lnTo>
                  <a:lnTo>
                    <a:pt x="1081" y="3"/>
                  </a:lnTo>
                  <a:lnTo>
                    <a:pt x="1081" y="3"/>
                  </a:lnTo>
                  <a:lnTo>
                    <a:pt x="1081" y="3"/>
                  </a:lnTo>
                  <a:lnTo>
                    <a:pt x="1084" y="3"/>
                  </a:lnTo>
                  <a:lnTo>
                    <a:pt x="1084" y="3"/>
                  </a:lnTo>
                  <a:lnTo>
                    <a:pt x="1084" y="5"/>
                  </a:lnTo>
                  <a:lnTo>
                    <a:pt x="1084" y="5"/>
                  </a:lnTo>
                  <a:lnTo>
                    <a:pt x="1086" y="5"/>
                  </a:lnTo>
                  <a:lnTo>
                    <a:pt x="1086" y="5"/>
                  </a:lnTo>
                  <a:lnTo>
                    <a:pt x="1086" y="5"/>
                  </a:lnTo>
                  <a:lnTo>
                    <a:pt x="1086" y="5"/>
                  </a:lnTo>
                  <a:lnTo>
                    <a:pt x="1088" y="5"/>
                  </a:lnTo>
                  <a:lnTo>
                    <a:pt x="1088" y="5"/>
                  </a:lnTo>
                  <a:lnTo>
                    <a:pt x="1088" y="5"/>
                  </a:lnTo>
                  <a:lnTo>
                    <a:pt x="1088" y="5"/>
                  </a:lnTo>
                  <a:lnTo>
                    <a:pt x="1091" y="5"/>
                  </a:lnTo>
                  <a:lnTo>
                    <a:pt x="1091" y="7"/>
                  </a:lnTo>
                  <a:lnTo>
                    <a:pt x="1091" y="7"/>
                  </a:lnTo>
                  <a:lnTo>
                    <a:pt x="1091" y="7"/>
                  </a:lnTo>
                  <a:lnTo>
                    <a:pt x="1091" y="7"/>
                  </a:lnTo>
                  <a:lnTo>
                    <a:pt x="1091" y="10"/>
                  </a:lnTo>
                  <a:lnTo>
                    <a:pt x="1093" y="10"/>
                  </a:lnTo>
                  <a:lnTo>
                    <a:pt x="1093" y="10"/>
                  </a:lnTo>
                  <a:lnTo>
                    <a:pt x="1096" y="10"/>
                  </a:lnTo>
                  <a:lnTo>
                    <a:pt x="1096" y="10"/>
                  </a:lnTo>
                  <a:lnTo>
                    <a:pt x="1096" y="10"/>
                  </a:lnTo>
                  <a:lnTo>
                    <a:pt x="1098" y="10"/>
                  </a:lnTo>
                  <a:lnTo>
                    <a:pt x="1098" y="10"/>
                  </a:lnTo>
                  <a:lnTo>
                    <a:pt x="1098" y="10"/>
                  </a:lnTo>
                  <a:lnTo>
                    <a:pt x="1098" y="10"/>
                  </a:lnTo>
                  <a:lnTo>
                    <a:pt x="1098" y="10"/>
                  </a:lnTo>
                  <a:lnTo>
                    <a:pt x="1100" y="10"/>
                  </a:lnTo>
                  <a:lnTo>
                    <a:pt x="1100" y="10"/>
                  </a:lnTo>
                  <a:lnTo>
                    <a:pt x="1103" y="10"/>
                  </a:lnTo>
                  <a:lnTo>
                    <a:pt x="1103" y="10"/>
                  </a:lnTo>
                  <a:lnTo>
                    <a:pt x="1103" y="10"/>
                  </a:lnTo>
                  <a:lnTo>
                    <a:pt x="1103" y="10"/>
                  </a:lnTo>
                  <a:lnTo>
                    <a:pt x="1103" y="10"/>
                  </a:lnTo>
                  <a:lnTo>
                    <a:pt x="1105" y="10"/>
                  </a:lnTo>
                  <a:lnTo>
                    <a:pt x="1105" y="10"/>
                  </a:lnTo>
                  <a:lnTo>
                    <a:pt x="1107" y="10"/>
                  </a:lnTo>
                  <a:lnTo>
                    <a:pt x="1107" y="10"/>
                  </a:lnTo>
                  <a:lnTo>
                    <a:pt x="1107" y="10"/>
                  </a:lnTo>
                  <a:lnTo>
                    <a:pt x="1110" y="10"/>
                  </a:lnTo>
                  <a:lnTo>
                    <a:pt x="1110" y="10"/>
                  </a:lnTo>
                  <a:lnTo>
                    <a:pt x="1110" y="10"/>
                  </a:lnTo>
                  <a:lnTo>
                    <a:pt x="1110" y="10"/>
                  </a:lnTo>
                  <a:lnTo>
                    <a:pt x="1110" y="10"/>
                  </a:lnTo>
                  <a:lnTo>
                    <a:pt x="1112" y="10"/>
                  </a:lnTo>
                  <a:lnTo>
                    <a:pt x="1112" y="10"/>
                  </a:lnTo>
                  <a:lnTo>
                    <a:pt x="1115" y="10"/>
                  </a:lnTo>
                  <a:lnTo>
                    <a:pt x="1115" y="10"/>
                  </a:lnTo>
                  <a:lnTo>
                    <a:pt x="1115" y="12"/>
                  </a:lnTo>
                  <a:lnTo>
                    <a:pt x="1115" y="12"/>
                  </a:lnTo>
                  <a:lnTo>
                    <a:pt x="1115" y="12"/>
                  </a:lnTo>
                  <a:lnTo>
                    <a:pt x="1117" y="12"/>
                  </a:lnTo>
                  <a:lnTo>
                    <a:pt x="1117" y="12"/>
                  </a:lnTo>
                  <a:lnTo>
                    <a:pt x="1117" y="12"/>
                  </a:lnTo>
                  <a:lnTo>
                    <a:pt x="1117" y="12"/>
                  </a:lnTo>
                  <a:lnTo>
                    <a:pt x="1117" y="12"/>
                  </a:lnTo>
                  <a:lnTo>
                    <a:pt x="1119" y="12"/>
                  </a:lnTo>
                  <a:lnTo>
                    <a:pt x="1119" y="14"/>
                  </a:lnTo>
                  <a:lnTo>
                    <a:pt x="1119" y="14"/>
                  </a:lnTo>
                  <a:lnTo>
                    <a:pt x="1119" y="14"/>
                  </a:lnTo>
                  <a:lnTo>
                    <a:pt x="1119" y="17"/>
                  </a:lnTo>
                  <a:lnTo>
                    <a:pt x="1119" y="17"/>
                  </a:lnTo>
                  <a:lnTo>
                    <a:pt x="1119" y="17"/>
                  </a:lnTo>
                  <a:lnTo>
                    <a:pt x="1119" y="17"/>
                  </a:lnTo>
                  <a:lnTo>
                    <a:pt x="1122" y="17"/>
                  </a:lnTo>
                  <a:lnTo>
                    <a:pt x="1122" y="17"/>
                  </a:lnTo>
                  <a:lnTo>
                    <a:pt x="1122" y="17"/>
                  </a:lnTo>
                  <a:lnTo>
                    <a:pt x="1122" y="17"/>
                  </a:lnTo>
                  <a:lnTo>
                    <a:pt x="1122" y="17"/>
                  </a:lnTo>
                  <a:lnTo>
                    <a:pt x="1124" y="17"/>
                  </a:lnTo>
                  <a:lnTo>
                    <a:pt x="1124" y="19"/>
                  </a:lnTo>
                  <a:lnTo>
                    <a:pt x="1124" y="19"/>
                  </a:lnTo>
                  <a:lnTo>
                    <a:pt x="1124" y="19"/>
                  </a:lnTo>
                  <a:lnTo>
                    <a:pt x="1124" y="19"/>
                  </a:lnTo>
                  <a:lnTo>
                    <a:pt x="1124" y="19"/>
                  </a:lnTo>
                  <a:lnTo>
                    <a:pt x="1126" y="19"/>
                  </a:lnTo>
                  <a:lnTo>
                    <a:pt x="1126" y="19"/>
                  </a:lnTo>
                  <a:lnTo>
                    <a:pt x="1126" y="19"/>
                  </a:lnTo>
                  <a:lnTo>
                    <a:pt x="1129" y="19"/>
                  </a:lnTo>
                  <a:lnTo>
                    <a:pt x="1129" y="19"/>
                  </a:lnTo>
                  <a:lnTo>
                    <a:pt x="1126" y="19"/>
                  </a:lnTo>
                  <a:lnTo>
                    <a:pt x="1126" y="22"/>
                  </a:lnTo>
                  <a:lnTo>
                    <a:pt x="1126" y="22"/>
                  </a:lnTo>
                  <a:lnTo>
                    <a:pt x="1126" y="22"/>
                  </a:lnTo>
                  <a:lnTo>
                    <a:pt x="1124" y="22"/>
                  </a:lnTo>
                  <a:lnTo>
                    <a:pt x="1124" y="24"/>
                  </a:lnTo>
                  <a:lnTo>
                    <a:pt x="1126" y="24"/>
                  </a:lnTo>
                  <a:lnTo>
                    <a:pt x="1126" y="24"/>
                  </a:lnTo>
                  <a:lnTo>
                    <a:pt x="1126" y="24"/>
                  </a:lnTo>
                  <a:lnTo>
                    <a:pt x="1129" y="24"/>
                  </a:lnTo>
                  <a:lnTo>
                    <a:pt x="1129" y="24"/>
                  </a:lnTo>
                  <a:lnTo>
                    <a:pt x="1129" y="24"/>
                  </a:lnTo>
                  <a:lnTo>
                    <a:pt x="1129" y="26"/>
                  </a:lnTo>
                  <a:lnTo>
                    <a:pt x="1131" y="26"/>
                  </a:lnTo>
                  <a:lnTo>
                    <a:pt x="1131" y="26"/>
                  </a:lnTo>
                  <a:lnTo>
                    <a:pt x="1131" y="29"/>
                  </a:lnTo>
                  <a:lnTo>
                    <a:pt x="1131" y="29"/>
                  </a:lnTo>
                  <a:lnTo>
                    <a:pt x="1131" y="29"/>
                  </a:lnTo>
                  <a:lnTo>
                    <a:pt x="1131" y="29"/>
                  </a:lnTo>
                  <a:lnTo>
                    <a:pt x="1133" y="29"/>
                  </a:lnTo>
                  <a:lnTo>
                    <a:pt x="1133" y="29"/>
                  </a:lnTo>
                  <a:lnTo>
                    <a:pt x="1133" y="31"/>
                  </a:lnTo>
                  <a:lnTo>
                    <a:pt x="1133" y="31"/>
                  </a:lnTo>
                  <a:lnTo>
                    <a:pt x="1133" y="31"/>
                  </a:lnTo>
                  <a:lnTo>
                    <a:pt x="1136" y="31"/>
                  </a:lnTo>
                  <a:lnTo>
                    <a:pt x="1136" y="33"/>
                  </a:lnTo>
                  <a:lnTo>
                    <a:pt x="1133" y="33"/>
                  </a:lnTo>
                  <a:lnTo>
                    <a:pt x="1133" y="33"/>
                  </a:lnTo>
                  <a:lnTo>
                    <a:pt x="1131" y="33"/>
                  </a:lnTo>
                  <a:lnTo>
                    <a:pt x="1131" y="33"/>
                  </a:lnTo>
                  <a:lnTo>
                    <a:pt x="1133" y="33"/>
                  </a:lnTo>
                  <a:lnTo>
                    <a:pt x="1133" y="36"/>
                  </a:lnTo>
                  <a:lnTo>
                    <a:pt x="1133" y="36"/>
                  </a:lnTo>
                  <a:lnTo>
                    <a:pt x="1136" y="36"/>
                  </a:lnTo>
                  <a:lnTo>
                    <a:pt x="1136" y="36"/>
                  </a:lnTo>
                  <a:lnTo>
                    <a:pt x="1136" y="36"/>
                  </a:lnTo>
                  <a:lnTo>
                    <a:pt x="1136" y="36"/>
                  </a:lnTo>
                  <a:lnTo>
                    <a:pt x="1138" y="36"/>
                  </a:lnTo>
                  <a:lnTo>
                    <a:pt x="1138" y="38"/>
                  </a:lnTo>
                  <a:lnTo>
                    <a:pt x="1138" y="38"/>
                  </a:lnTo>
                  <a:lnTo>
                    <a:pt x="1136" y="38"/>
                  </a:lnTo>
                  <a:lnTo>
                    <a:pt x="1136" y="38"/>
                  </a:lnTo>
                  <a:lnTo>
                    <a:pt x="1136" y="38"/>
                  </a:lnTo>
                  <a:lnTo>
                    <a:pt x="1136" y="41"/>
                  </a:lnTo>
                  <a:lnTo>
                    <a:pt x="1136" y="41"/>
                  </a:lnTo>
                  <a:lnTo>
                    <a:pt x="1136" y="41"/>
                  </a:lnTo>
                  <a:lnTo>
                    <a:pt x="1138" y="41"/>
                  </a:lnTo>
                  <a:lnTo>
                    <a:pt x="1138" y="43"/>
                  </a:lnTo>
                  <a:lnTo>
                    <a:pt x="1138" y="43"/>
                  </a:lnTo>
                  <a:lnTo>
                    <a:pt x="1138" y="43"/>
                  </a:lnTo>
                  <a:lnTo>
                    <a:pt x="1138" y="45"/>
                  </a:lnTo>
                  <a:lnTo>
                    <a:pt x="1141" y="45"/>
                  </a:lnTo>
                  <a:lnTo>
                    <a:pt x="1141" y="45"/>
                  </a:lnTo>
                  <a:lnTo>
                    <a:pt x="1141" y="45"/>
                  </a:lnTo>
                  <a:lnTo>
                    <a:pt x="1141" y="48"/>
                  </a:lnTo>
                  <a:lnTo>
                    <a:pt x="1141" y="48"/>
                  </a:lnTo>
                  <a:lnTo>
                    <a:pt x="1141" y="48"/>
                  </a:lnTo>
                  <a:lnTo>
                    <a:pt x="1143" y="48"/>
                  </a:lnTo>
                  <a:lnTo>
                    <a:pt x="1143" y="50"/>
                  </a:lnTo>
                  <a:lnTo>
                    <a:pt x="1141" y="50"/>
                  </a:lnTo>
                  <a:lnTo>
                    <a:pt x="1141" y="50"/>
                  </a:lnTo>
                  <a:lnTo>
                    <a:pt x="1143" y="50"/>
                  </a:lnTo>
                  <a:lnTo>
                    <a:pt x="1143" y="50"/>
                  </a:lnTo>
                  <a:lnTo>
                    <a:pt x="1143" y="50"/>
                  </a:lnTo>
                  <a:lnTo>
                    <a:pt x="1143" y="50"/>
                  </a:lnTo>
                  <a:lnTo>
                    <a:pt x="1143" y="52"/>
                  </a:lnTo>
                  <a:lnTo>
                    <a:pt x="1143" y="52"/>
                  </a:lnTo>
                  <a:lnTo>
                    <a:pt x="1143" y="52"/>
                  </a:lnTo>
                  <a:lnTo>
                    <a:pt x="1143" y="55"/>
                  </a:lnTo>
                  <a:lnTo>
                    <a:pt x="1143" y="55"/>
                  </a:lnTo>
                  <a:lnTo>
                    <a:pt x="1145" y="55"/>
                  </a:lnTo>
                  <a:lnTo>
                    <a:pt x="1145" y="55"/>
                  </a:lnTo>
                  <a:lnTo>
                    <a:pt x="1145" y="55"/>
                  </a:lnTo>
                  <a:lnTo>
                    <a:pt x="1145" y="57"/>
                  </a:lnTo>
                  <a:lnTo>
                    <a:pt x="1148" y="57"/>
                  </a:lnTo>
                  <a:lnTo>
                    <a:pt x="1148" y="57"/>
                  </a:lnTo>
                  <a:lnTo>
                    <a:pt x="1148" y="59"/>
                  </a:lnTo>
                  <a:lnTo>
                    <a:pt x="1145" y="59"/>
                  </a:lnTo>
                </a:path>
              </a:pathLst>
            </a:custGeom>
            <a:solidFill>
              <a:schemeClr val="accent1"/>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234"/>
            <p:cNvSpPr>
              <a:spLocks/>
            </p:cNvSpPr>
            <p:nvPr/>
          </p:nvSpPr>
          <p:spPr bwMode="auto">
            <a:xfrm>
              <a:off x="4343400" y="3230563"/>
              <a:ext cx="112713" cy="63500"/>
            </a:xfrm>
            <a:custGeom>
              <a:avLst/>
              <a:gdLst/>
              <a:ahLst/>
              <a:cxnLst>
                <a:cxn ang="0">
                  <a:pos x="36" y="7"/>
                </a:cxn>
                <a:cxn ang="0">
                  <a:pos x="41" y="7"/>
                </a:cxn>
                <a:cxn ang="0">
                  <a:pos x="43" y="7"/>
                </a:cxn>
                <a:cxn ang="0">
                  <a:pos x="48" y="7"/>
                </a:cxn>
                <a:cxn ang="0">
                  <a:pos x="50" y="10"/>
                </a:cxn>
                <a:cxn ang="0">
                  <a:pos x="52" y="7"/>
                </a:cxn>
                <a:cxn ang="0">
                  <a:pos x="55" y="7"/>
                </a:cxn>
                <a:cxn ang="0">
                  <a:pos x="57" y="10"/>
                </a:cxn>
                <a:cxn ang="0">
                  <a:pos x="62" y="12"/>
                </a:cxn>
                <a:cxn ang="0">
                  <a:pos x="62" y="12"/>
                </a:cxn>
                <a:cxn ang="0">
                  <a:pos x="62" y="17"/>
                </a:cxn>
                <a:cxn ang="0">
                  <a:pos x="62" y="21"/>
                </a:cxn>
                <a:cxn ang="0">
                  <a:pos x="64" y="24"/>
                </a:cxn>
                <a:cxn ang="0">
                  <a:pos x="69" y="21"/>
                </a:cxn>
                <a:cxn ang="0">
                  <a:pos x="71" y="24"/>
                </a:cxn>
                <a:cxn ang="0">
                  <a:pos x="71" y="29"/>
                </a:cxn>
                <a:cxn ang="0">
                  <a:pos x="71" y="31"/>
                </a:cxn>
                <a:cxn ang="0">
                  <a:pos x="71" y="36"/>
                </a:cxn>
                <a:cxn ang="0">
                  <a:pos x="71" y="38"/>
                </a:cxn>
                <a:cxn ang="0">
                  <a:pos x="67" y="38"/>
                </a:cxn>
                <a:cxn ang="0">
                  <a:pos x="64" y="40"/>
                </a:cxn>
                <a:cxn ang="0">
                  <a:pos x="60" y="40"/>
                </a:cxn>
                <a:cxn ang="0">
                  <a:pos x="57" y="40"/>
                </a:cxn>
                <a:cxn ang="0">
                  <a:pos x="52" y="38"/>
                </a:cxn>
                <a:cxn ang="0">
                  <a:pos x="50" y="38"/>
                </a:cxn>
                <a:cxn ang="0">
                  <a:pos x="48" y="40"/>
                </a:cxn>
                <a:cxn ang="0">
                  <a:pos x="43" y="40"/>
                </a:cxn>
                <a:cxn ang="0">
                  <a:pos x="38" y="40"/>
                </a:cxn>
                <a:cxn ang="0">
                  <a:pos x="36" y="38"/>
                </a:cxn>
                <a:cxn ang="0">
                  <a:pos x="33" y="38"/>
                </a:cxn>
                <a:cxn ang="0">
                  <a:pos x="31" y="40"/>
                </a:cxn>
                <a:cxn ang="0">
                  <a:pos x="26" y="40"/>
                </a:cxn>
                <a:cxn ang="0">
                  <a:pos x="24" y="40"/>
                </a:cxn>
                <a:cxn ang="0">
                  <a:pos x="19" y="40"/>
                </a:cxn>
                <a:cxn ang="0">
                  <a:pos x="17" y="40"/>
                </a:cxn>
                <a:cxn ang="0">
                  <a:pos x="15" y="40"/>
                </a:cxn>
                <a:cxn ang="0">
                  <a:pos x="12" y="38"/>
                </a:cxn>
                <a:cxn ang="0">
                  <a:pos x="7" y="40"/>
                </a:cxn>
                <a:cxn ang="0">
                  <a:pos x="5" y="36"/>
                </a:cxn>
                <a:cxn ang="0">
                  <a:pos x="3" y="33"/>
                </a:cxn>
                <a:cxn ang="0">
                  <a:pos x="3" y="31"/>
                </a:cxn>
                <a:cxn ang="0">
                  <a:pos x="3" y="29"/>
                </a:cxn>
                <a:cxn ang="0">
                  <a:pos x="5" y="26"/>
                </a:cxn>
                <a:cxn ang="0">
                  <a:pos x="5" y="21"/>
                </a:cxn>
                <a:cxn ang="0">
                  <a:pos x="5" y="19"/>
                </a:cxn>
                <a:cxn ang="0">
                  <a:pos x="10" y="17"/>
                </a:cxn>
                <a:cxn ang="0">
                  <a:pos x="10" y="14"/>
                </a:cxn>
                <a:cxn ang="0">
                  <a:pos x="12" y="12"/>
                </a:cxn>
                <a:cxn ang="0">
                  <a:pos x="12" y="10"/>
                </a:cxn>
                <a:cxn ang="0">
                  <a:pos x="17" y="7"/>
                </a:cxn>
                <a:cxn ang="0">
                  <a:pos x="19" y="5"/>
                </a:cxn>
                <a:cxn ang="0">
                  <a:pos x="22" y="2"/>
                </a:cxn>
                <a:cxn ang="0">
                  <a:pos x="24" y="2"/>
                </a:cxn>
                <a:cxn ang="0">
                  <a:pos x="26" y="2"/>
                </a:cxn>
                <a:cxn ang="0">
                  <a:pos x="31" y="2"/>
                </a:cxn>
                <a:cxn ang="0">
                  <a:pos x="31" y="2"/>
                </a:cxn>
                <a:cxn ang="0">
                  <a:pos x="33" y="5"/>
                </a:cxn>
              </a:cxnLst>
              <a:rect l="0" t="0" r="r" b="b"/>
              <a:pathLst>
                <a:path w="71" h="40">
                  <a:moveTo>
                    <a:pt x="36" y="5"/>
                  </a:moveTo>
                  <a:lnTo>
                    <a:pt x="36" y="5"/>
                  </a:lnTo>
                  <a:lnTo>
                    <a:pt x="36" y="7"/>
                  </a:lnTo>
                  <a:lnTo>
                    <a:pt x="36" y="7"/>
                  </a:lnTo>
                  <a:lnTo>
                    <a:pt x="36" y="7"/>
                  </a:lnTo>
                  <a:lnTo>
                    <a:pt x="36" y="7"/>
                  </a:lnTo>
                  <a:lnTo>
                    <a:pt x="38" y="7"/>
                  </a:lnTo>
                  <a:lnTo>
                    <a:pt x="38" y="7"/>
                  </a:lnTo>
                  <a:lnTo>
                    <a:pt x="38" y="7"/>
                  </a:lnTo>
                  <a:lnTo>
                    <a:pt x="41" y="7"/>
                  </a:lnTo>
                  <a:lnTo>
                    <a:pt x="41" y="7"/>
                  </a:lnTo>
                  <a:lnTo>
                    <a:pt x="41" y="7"/>
                  </a:lnTo>
                  <a:lnTo>
                    <a:pt x="43" y="7"/>
                  </a:lnTo>
                  <a:lnTo>
                    <a:pt x="43" y="7"/>
                  </a:lnTo>
                  <a:lnTo>
                    <a:pt x="43" y="7"/>
                  </a:lnTo>
                  <a:lnTo>
                    <a:pt x="43" y="7"/>
                  </a:lnTo>
                  <a:lnTo>
                    <a:pt x="45" y="7"/>
                  </a:lnTo>
                  <a:lnTo>
                    <a:pt x="45" y="7"/>
                  </a:lnTo>
                  <a:lnTo>
                    <a:pt x="45" y="7"/>
                  </a:lnTo>
                  <a:lnTo>
                    <a:pt x="48" y="7"/>
                  </a:lnTo>
                  <a:lnTo>
                    <a:pt x="48" y="10"/>
                  </a:lnTo>
                  <a:lnTo>
                    <a:pt x="48" y="10"/>
                  </a:lnTo>
                  <a:lnTo>
                    <a:pt x="50" y="10"/>
                  </a:lnTo>
                  <a:lnTo>
                    <a:pt x="50" y="10"/>
                  </a:lnTo>
                  <a:lnTo>
                    <a:pt x="50" y="10"/>
                  </a:lnTo>
                  <a:lnTo>
                    <a:pt x="50" y="10"/>
                  </a:lnTo>
                  <a:lnTo>
                    <a:pt x="50" y="10"/>
                  </a:lnTo>
                  <a:lnTo>
                    <a:pt x="52" y="10"/>
                  </a:lnTo>
                  <a:lnTo>
                    <a:pt x="52" y="7"/>
                  </a:lnTo>
                  <a:lnTo>
                    <a:pt x="52" y="7"/>
                  </a:lnTo>
                  <a:lnTo>
                    <a:pt x="52" y="7"/>
                  </a:lnTo>
                  <a:lnTo>
                    <a:pt x="52" y="7"/>
                  </a:lnTo>
                  <a:lnTo>
                    <a:pt x="55" y="7"/>
                  </a:lnTo>
                  <a:lnTo>
                    <a:pt x="55" y="7"/>
                  </a:lnTo>
                  <a:lnTo>
                    <a:pt x="55" y="7"/>
                  </a:lnTo>
                  <a:lnTo>
                    <a:pt x="57" y="7"/>
                  </a:lnTo>
                  <a:lnTo>
                    <a:pt x="57" y="7"/>
                  </a:lnTo>
                  <a:lnTo>
                    <a:pt x="57" y="10"/>
                  </a:lnTo>
                  <a:lnTo>
                    <a:pt x="57" y="10"/>
                  </a:lnTo>
                  <a:lnTo>
                    <a:pt x="57" y="10"/>
                  </a:lnTo>
                  <a:lnTo>
                    <a:pt x="60" y="10"/>
                  </a:lnTo>
                  <a:lnTo>
                    <a:pt x="60" y="10"/>
                  </a:lnTo>
                  <a:lnTo>
                    <a:pt x="60" y="12"/>
                  </a:lnTo>
                  <a:lnTo>
                    <a:pt x="60" y="12"/>
                  </a:lnTo>
                  <a:lnTo>
                    <a:pt x="62" y="12"/>
                  </a:lnTo>
                  <a:lnTo>
                    <a:pt x="62" y="12"/>
                  </a:lnTo>
                  <a:lnTo>
                    <a:pt x="64" y="12"/>
                  </a:lnTo>
                  <a:lnTo>
                    <a:pt x="64" y="12"/>
                  </a:lnTo>
                  <a:lnTo>
                    <a:pt x="62" y="12"/>
                  </a:lnTo>
                  <a:lnTo>
                    <a:pt x="62" y="12"/>
                  </a:lnTo>
                  <a:lnTo>
                    <a:pt x="62" y="14"/>
                  </a:lnTo>
                  <a:lnTo>
                    <a:pt x="62" y="14"/>
                  </a:lnTo>
                  <a:lnTo>
                    <a:pt x="62" y="17"/>
                  </a:lnTo>
                  <a:lnTo>
                    <a:pt x="62" y="17"/>
                  </a:lnTo>
                  <a:lnTo>
                    <a:pt x="62" y="17"/>
                  </a:lnTo>
                  <a:lnTo>
                    <a:pt x="62" y="19"/>
                  </a:lnTo>
                  <a:lnTo>
                    <a:pt x="62" y="19"/>
                  </a:lnTo>
                  <a:lnTo>
                    <a:pt x="62" y="21"/>
                  </a:lnTo>
                  <a:lnTo>
                    <a:pt x="62" y="21"/>
                  </a:lnTo>
                  <a:lnTo>
                    <a:pt x="62" y="21"/>
                  </a:lnTo>
                  <a:lnTo>
                    <a:pt x="64" y="21"/>
                  </a:lnTo>
                  <a:lnTo>
                    <a:pt x="64" y="21"/>
                  </a:lnTo>
                  <a:lnTo>
                    <a:pt x="64" y="21"/>
                  </a:lnTo>
                  <a:lnTo>
                    <a:pt x="64" y="21"/>
                  </a:lnTo>
                  <a:lnTo>
                    <a:pt x="64" y="24"/>
                  </a:lnTo>
                  <a:lnTo>
                    <a:pt x="67" y="24"/>
                  </a:lnTo>
                  <a:lnTo>
                    <a:pt x="67" y="24"/>
                  </a:lnTo>
                  <a:lnTo>
                    <a:pt x="67" y="21"/>
                  </a:lnTo>
                  <a:lnTo>
                    <a:pt x="69" y="21"/>
                  </a:lnTo>
                  <a:lnTo>
                    <a:pt x="69" y="21"/>
                  </a:lnTo>
                  <a:lnTo>
                    <a:pt x="69" y="21"/>
                  </a:lnTo>
                  <a:lnTo>
                    <a:pt x="71" y="21"/>
                  </a:lnTo>
                  <a:lnTo>
                    <a:pt x="71" y="24"/>
                  </a:lnTo>
                  <a:lnTo>
                    <a:pt x="71" y="24"/>
                  </a:lnTo>
                  <a:lnTo>
                    <a:pt x="71" y="24"/>
                  </a:lnTo>
                  <a:lnTo>
                    <a:pt x="71" y="26"/>
                  </a:lnTo>
                  <a:lnTo>
                    <a:pt x="71" y="26"/>
                  </a:lnTo>
                  <a:lnTo>
                    <a:pt x="71" y="26"/>
                  </a:lnTo>
                  <a:lnTo>
                    <a:pt x="71" y="29"/>
                  </a:lnTo>
                  <a:lnTo>
                    <a:pt x="71" y="29"/>
                  </a:lnTo>
                  <a:lnTo>
                    <a:pt x="71" y="29"/>
                  </a:lnTo>
                  <a:lnTo>
                    <a:pt x="71" y="29"/>
                  </a:lnTo>
                  <a:lnTo>
                    <a:pt x="71" y="31"/>
                  </a:lnTo>
                  <a:lnTo>
                    <a:pt x="71" y="31"/>
                  </a:lnTo>
                  <a:lnTo>
                    <a:pt x="71" y="31"/>
                  </a:lnTo>
                  <a:lnTo>
                    <a:pt x="71" y="33"/>
                  </a:lnTo>
                  <a:lnTo>
                    <a:pt x="71" y="33"/>
                  </a:lnTo>
                  <a:lnTo>
                    <a:pt x="71" y="33"/>
                  </a:lnTo>
                  <a:lnTo>
                    <a:pt x="71" y="33"/>
                  </a:lnTo>
                  <a:lnTo>
                    <a:pt x="71" y="36"/>
                  </a:lnTo>
                  <a:lnTo>
                    <a:pt x="71" y="36"/>
                  </a:lnTo>
                  <a:lnTo>
                    <a:pt x="71" y="36"/>
                  </a:lnTo>
                  <a:lnTo>
                    <a:pt x="71" y="38"/>
                  </a:lnTo>
                  <a:lnTo>
                    <a:pt x="71" y="38"/>
                  </a:lnTo>
                  <a:lnTo>
                    <a:pt x="71" y="38"/>
                  </a:lnTo>
                  <a:lnTo>
                    <a:pt x="69" y="38"/>
                  </a:lnTo>
                  <a:lnTo>
                    <a:pt x="69" y="38"/>
                  </a:lnTo>
                  <a:lnTo>
                    <a:pt x="69" y="38"/>
                  </a:lnTo>
                  <a:lnTo>
                    <a:pt x="69" y="38"/>
                  </a:lnTo>
                  <a:lnTo>
                    <a:pt x="67" y="38"/>
                  </a:lnTo>
                  <a:lnTo>
                    <a:pt x="67" y="38"/>
                  </a:lnTo>
                  <a:lnTo>
                    <a:pt x="67" y="38"/>
                  </a:lnTo>
                  <a:lnTo>
                    <a:pt x="64" y="38"/>
                  </a:lnTo>
                  <a:lnTo>
                    <a:pt x="64" y="38"/>
                  </a:lnTo>
                  <a:lnTo>
                    <a:pt x="64" y="40"/>
                  </a:lnTo>
                  <a:lnTo>
                    <a:pt x="64" y="40"/>
                  </a:lnTo>
                  <a:lnTo>
                    <a:pt x="62" y="40"/>
                  </a:lnTo>
                  <a:lnTo>
                    <a:pt x="62" y="40"/>
                  </a:lnTo>
                  <a:lnTo>
                    <a:pt x="60" y="40"/>
                  </a:lnTo>
                  <a:lnTo>
                    <a:pt x="60" y="40"/>
                  </a:lnTo>
                  <a:lnTo>
                    <a:pt x="60" y="40"/>
                  </a:lnTo>
                  <a:lnTo>
                    <a:pt x="60" y="38"/>
                  </a:lnTo>
                  <a:lnTo>
                    <a:pt x="57" y="38"/>
                  </a:lnTo>
                  <a:lnTo>
                    <a:pt x="57" y="38"/>
                  </a:lnTo>
                  <a:lnTo>
                    <a:pt x="57" y="40"/>
                  </a:lnTo>
                  <a:lnTo>
                    <a:pt x="57" y="40"/>
                  </a:lnTo>
                  <a:lnTo>
                    <a:pt x="55" y="40"/>
                  </a:lnTo>
                  <a:lnTo>
                    <a:pt x="55" y="40"/>
                  </a:lnTo>
                  <a:lnTo>
                    <a:pt x="55" y="38"/>
                  </a:lnTo>
                  <a:lnTo>
                    <a:pt x="52" y="38"/>
                  </a:lnTo>
                  <a:lnTo>
                    <a:pt x="52" y="38"/>
                  </a:lnTo>
                  <a:lnTo>
                    <a:pt x="52" y="38"/>
                  </a:lnTo>
                  <a:lnTo>
                    <a:pt x="52" y="40"/>
                  </a:lnTo>
                  <a:lnTo>
                    <a:pt x="50" y="40"/>
                  </a:lnTo>
                  <a:lnTo>
                    <a:pt x="50" y="38"/>
                  </a:lnTo>
                  <a:lnTo>
                    <a:pt x="50" y="38"/>
                  </a:lnTo>
                  <a:lnTo>
                    <a:pt x="50" y="40"/>
                  </a:lnTo>
                  <a:lnTo>
                    <a:pt x="50" y="40"/>
                  </a:lnTo>
                  <a:lnTo>
                    <a:pt x="48" y="40"/>
                  </a:lnTo>
                  <a:lnTo>
                    <a:pt x="48" y="40"/>
                  </a:lnTo>
                  <a:lnTo>
                    <a:pt x="45" y="40"/>
                  </a:lnTo>
                  <a:lnTo>
                    <a:pt x="45" y="40"/>
                  </a:lnTo>
                  <a:lnTo>
                    <a:pt x="45" y="40"/>
                  </a:lnTo>
                  <a:lnTo>
                    <a:pt x="43" y="40"/>
                  </a:lnTo>
                  <a:lnTo>
                    <a:pt x="43" y="40"/>
                  </a:lnTo>
                  <a:lnTo>
                    <a:pt x="43" y="40"/>
                  </a:lnTo>
                  <a:lnTo>
                    <a:pt x="41" y="40"/>
                  </a:lnTo>
                  <a:lnTo>
                    <a:pt x="41" y="40"/>
                  </a:lnTo>
                  <a:lnTo>
                    <a:pt x="38" y="40"/>
                  </a:lnTo>
                  <a:lnTo>
                    <a:pt x="38" y="40"/>
                  </a:lnTo>
                  <a:lnTo>
                    <a:pt x="38" y="38"/>
                  </a:lnTo>
                  <a:lnTo>
                    <a:pt x="38" y="38"/>
                  </a:lnTo>
                  <a:lnTo>
                    <a:pt x="38" y="38"/>
                  </a:lnTo>
                  <a:lnTo>
                    <a:pt x="36" y="38"/>
                  </a:lnTo>
                  <a:lnTo>
                    <a:pt x="36" y="38"/>
                  </a:lnTo>
                  <a:lnTo>
                    <a:pt x="36" y="36"/>
                  </a:lnTo>
                  <a:lnTo>
                    <a:pt x="36" y="36"/>
                  </a:lnTo>
                  <a:lnTo>
                    <a:pt x="33" y="36"/>
                  </a:lnTo>
                  <a:lnTo>
                    <a:pt x="33" y="38"/>
                  </a:lnTo>
                  <a:lnTo>
                    <a:pt x="33" y="38"/>
                  </a:lnTo>
                  <a:lnTo>
                    <a:pt x="31" y="38"/>
                  </a:lnTo>
                  <a:lnTo>
                    <a:pt x="31" y="38"/>
                  </a:lnTo>
                  <a:lnTo>
                    <a:pt x="31" y="38"/>
                  </a:lnTo>
                  <a:lnTo>
                    <a:pt x="31" y="40"/>
                  </a:lnTo>
                  <a:lnTo>
                    <a:pt x="31" y="40"/>
                  </a:lnTo>
                  <a:lnTo>
                    <a:pt x="31" y="40"/>
                  </a:lnTo>
                  <a:lnTo>
                    <a:pt x="29" y="40"/>
                  </a:lnTo>
                  <a:lnTo>
                    <a:pt x="29" y="40"/>
                  </a:lnTo>
                  <a:lnTo>
                    <a:pt x="26" y="40"/>
                  </a:lnTo>
                  <a:lnTo>
                    <a:pt x="26" y="40"/>
                  </a:lnTo>
                  <a:lnTo>
                    <a:pt x="26" y="40"/>
                  </a:lnTo>
                  <a:lnTo>
                    <a:pt x="24" y="40"/>
                  </a:lnTo>
                  <a:lnTo>
                    <a:pt x="24" y="40"/>
                  </a:lnTo>
                  <a:lnTo>
                    <a:pt x="24" y="40"/>
                  </a:lnTo>
                  <a:lnTo>
                    <a:pt x="24" y="40"/>
                  </a:lnTo>
                  <a:lnTo>
                    <a:pt x="22" y="40"/>
                  </a:lnTo>
                  <a:lnTo>
                    <a:pt x="22" y="40"/>
                  </a:lnTo>
                  <a:lnTo>
                    <a:pt x="22" y="40"/>
                  </a:lnTo>
                  <a:lnTo>
                    <a:pt x="19" y="40"/>
                  </a:lnTo>
                  <a:lnTo>
                    <a:pt x="19" y="40"/>
                  </a:lnTo>
                  <a:lnTo>
                    <a:pt x="19" y="40"/>
                  </a:lnTo>
                  <a:lnTo>
                    <a:pt x="19" y="40"/>
                  </a:lnTo>
                  <a:lnTo>
                    <a:pt x="19" y="40"/>
                  </a:lnTo>
                  <a:lnTo>
                    <a:pt x="19" y="40"/>
                  </a:lnTo>
                  <a:lnTo>
                    <a:pt x="17" y="40"/>
                  </a:lnTo>
                  <a:lnTo>
                    <a:pt x="17" y="40"/>
                  </a:lnTo>
                  <a:lnTo>
                    <a:pt x="17" y="38"/>
                  </a:lnTo>
                  <a:lnTo>
                    <a:pt x="17" y="38"/>
                  </a:lnTo>
                  <a:lnTo>
                    <a:pt x="17" y="40"/>
                  </a:lnTo>
                  <a:lnTo>
                    <a:pt x="15" y="40"/>
                  </a:lnTo>
                  <a:lnTo>
                    <a:pt x="15" y="38"/>
                  </a:lnTo>
                  <a:lnTo>
                    <a:pt x="15" y="38"/>
                  </a:lnTo>
                  <a:lnTo>
                    <a:pt x="12" y="38"/>
                  </a:lnTo>
                  <a:lnTo>
                    <a:pt x="12" y="38"/>
                  </a:lnTo>
                  <a:lnTo>
                    <a:pt x="12" y="38"/>
                  </a:lnTo>
                  <a:lnTo>
                    <a:pt x="10" y="38"/>
                  </a:lnTo>
                  <a:lnTo>
                    <a:pt x="10" y="38"/>
                  </a:lnTo>
                  <a:lnTo>
                    <a:pt x="10" y="38"/>
                  </a:lnTo>
                  <a:lnTo>
                    <a:pt x="10" y="40"/>
                  </a:lnTo>
                  <a:lnTo>
                    <a:pt x="7" y="40"/>
                  </a:lnTo>
                  <a:lnTo>
                    <a:pt x="7" y="38"/>
                  </a:lnTo>
                  <a:lnTo>
                    <a:pt x="7" y="38"/>
                  </a:lnTo>
                  <a:lnTo>
                    <a:pt x="7" y="38"/>
                  </a:lnTo>
                  <a:lnTo>
                    <a:pt x="5" y="38"/>
                  </a:lnTo>
                  <a:lnTo>
                    <a:pt x="5" y="36"/>
                  </a:lnTo>
                  <a:lnTo>
                    <a:pt x="5" y="36"/>
                  </a:lnTo>
                  <a:lnTo>
                    <a:pt x="5" y="36"/>
                  </a:lnTo>
                  <a:lnTo>
                    <a:pt x="5" y="36"/>
                  </a:lnTo>
                  <a:lnTo>
                    <a:pt x="3" y="36"/>
                  </a:lnTo>
                  <a:lnTo>
                    <a:pt x="3" y="33"/>
                  </a:lnTo>
                  <a:lnTo>
                    <a:pt x="3" y="33"/>
                  </a:lnTo>
                  <a:lnTo>
                    <a:pt x="3" y="33"/>
                  </a:lnTo>
                  <a:lnTo>
                    <a:pt x="3" y="31"/>
                  </a:lnTo>
                  <a:lnTo>
                    <a:pt x="3" y="31"/>
                  </a:lnTo>
                  <a:lnTo>
                    <a:pt x="3" y="31"/>
                  </a:lnTo>
                  <a:lnTo>
                    <a:pt x="0" y="31"/>
                  </a:lnTo>
                  <a:lnTo>
                    <a:pt x="0" y="31"/>
                  </a:lnTo>
                  <a:lnTo>
                    <a:pt x="0" y="29"/>
                  </a:lnTo>
                  <a:lnTo>
                    <a:pt x="3" y="29"/>
                  </a:lnTo>
                  <a:lnTo>
                    <a:pt x="3" y="29"/>
                  </a:lnTo>
                  <a:lnTo>
                    <a:pt x="3" y="29"/>
                  </a:lnTo>
                  <a:lnTo>
                    <a:pt x="3" y="29"/>
                  </a:lnTo>
                  <a:lnTo>
                    <a:pt x="3" y="26"/>
                  </a:lnTo>
                  <a:lnTo>
                    <a:pt x="5" y="26"/>
                  </a:lnTo>
                  <a:lnTo>
                    <a:pt x="5" y="26"/>
                  </a:lnTo>
                  <a:lnTo>
                    <a:pt x="5" y="26"/>
                  </a:lnTo>
                  <a:lnTo>
                    <a:pt x="5" y="26"/>
                  </a:lnTo>
                  <a:lnTo>
                    <a:pt x="5" y="24"/>
                  </a:lnTo>
                  <a:lnTo>
                    <a:pt x="5" y="24"/>
                  </a:lnTo>
                  <a:lnTo>
                    <a:pt x="5" y="21"/>
                  </a:lnTo>
                  <a:lnTo>
                    <a:pt x="5" y="21"/>
                  </a:lnTo>
                  <a:lnTo>
                    <a:pt x="5" y="21"/>
                  </a:lnTo>
                  <a:lnTo>
                    <a:pt x="5" y="21"/>
                  </a:lnTo>
                  <a:lnTo>
                    <a:pt x="5" y="21"/>
                  </a:lnTo>
                  <a:lnTo>
                    <a:pt x="5" y="19"/>
                  </a:lnTo>
                  <a:lnTo>
                    <a:pt x="5" y="19"/>
                  </a:lnTo>
                  <a:lnTo>
                    <a:pt x="7" y="19"/>
                  </a:lnTo>
                  <a:lnTo>
                    <a:pt x="7" y="19"/>
                  </a:lnTo>
                  <a:lnTo>
                    <a:pt x="10" y="19"/>
                  </a:lnTo>
                  <a:lnTo>
                    <a:pt x="10" y="17"/>
                  </a:lnTo>
                  <a:lnTo>
                    <a:pt x="10" y="17"/>
                  </a:lnTo>
                  <a:lnTo>
                    <a:pt x="10" y="17"/>
                  </a:lnTo>
                  <a:lnTo>
                    <a:pt x="10" y="14"/>
                  </a:lnTo>
                  <a:lnTo>
                    <a:pt x="10" y="14"/>
                  </a:lnTo>
                  <a:lnTo>
                    <a:pt x="10" y="14"/>
                  </a:lnTo>
                  <a:lnTo>
                    <a:pt x="10" y="12"/>
                  </a:lnTo>
                  <a:lnTo>
                    <a:pt x="12" y="12"/>
                  </a:lnTo>
                  <a:lnTo>
                    <a:pt x="12" y="12"/>
                  </a:lnTo>
                  <a:lnTo>
                    <a:pt x="12" y="12"/>
                  </a:lnTo>
                  <a:lnTo>
                    <a:pt x="12" y="12"/>
                  </a:lnTo>
                  <a:lnTo>
                    <a:pt x="12" y="12"/>
                  </a:lnTo>
                  <a:lnTo>
                    <a:pt x="12" y="12"/>
                  </a:lnTo>
                  <a:lnTo>
                    <a:pt x="12" y="10"/>
                  </a:lnTo>
                  <a:lnTo>
                    <a:pt x="12" y="10"/>
                  </a:lnTo>
                  <a:lnTo>
                    <a:pt x="12" y="10"/>
                  </a:lnTo>
                  <a:lnTo>
                    <a:pt x="15" y="10"/>
                  </a:lnTo>
                  <a:lnTo>
                    <a:pt x="15" y="10"/>
                  </a:lnTo>
                  <a:lnTo>
                    <a:pt x="15" y="7"/>
                  </a:lnTo>
                  <a:lnTo>
                    <a:pt x="17" y="7"/>
                  </a:lnTo>
                  <a:lnTo>
                    <a:pt x="17" y="7"/>
                  </a:lnTo>
                  <a:lnTo>
                    <a:pt x="17" y="7"/>
                  </a:lnTo>
                  <a:lnTo>
                    <a:pt x="17" y="5"/>
                  </a:lnTo>
                  <a:lnTo>
                    <a:pt x="17" y="5"/>
                  </a:lnTo>
                  <a:lnTo>
                    <a:pt x="17" y="5"/>
                  </a:lnTo>
                  <a:lnTo>
                    <a:pt x="19" y="5"/>
                  </a:lnTo>
                  <a:lnTo>
                    <a:pt x="19" y="5"/>
                  </a:lnTo>
                  <a:lnTo>
                    <a:pt x="19" y="5"/>
                  </a:lnTo>
                  <a:lnTo>
                    <a:pt x="22" y="5"/>
                  </a:lnTo>
                  <a:lnTo>
                    <a:pt x="22" y="5"/>
                  </a:lnTo>
                  <a:lnTo>
                    <a:pt x="22" y="2"/>
                  </a:lnTo>
                  <a:lnTo>
                    <a:pt x="24" y="2"/>
                  </a:lnTo>
                  <a:lnTo>
                    <a:pt x="24" y="2"/>
                  </a:lnTo>
                  <a:lnTo>
                    <a:pt x="24" y="2"/>
                  </a:lnTo>
                  <a:lnTo>
                    <a:pt x="24" y="2"/>
                  </a:lnTo>
                  <a:lnTo>
                    <a:pt x="24" y="2"/>
                  </a:lnTo>
                  <a:lnTo>
                    <a:pt x="26" y="2"/>
                  </a:lnTo>
                  <a:lnTo>
                    <a:pt x="26" y="2"/>
                  </a:lnTo>
                  <a:lnTo>
                    <a:pt x="26" y="0"/>
                  </a:lnTo>
                  <a:lnTo>
                    <a:pt x="26" y="0"/>
                  </a:lnTo>
                  <a:lnTo>
                    <a:pt x="26" y="2"/>
                  </a:lnTo>
                  <a:lnTo>
                    <a:pt x="29" y="2"/>
                  </a:lnTo>
                  <a:lnTo>
                    <a:pt x="29" y="2"/>
                  </a:lnTo>
                  <a:lnTo>
                    <a:pt x="31" y="2"/>
                  </a:lnTo>
                  <a:lnTo>
                    <a:pt x="31" y="2"/>
                  </a:lnTo>
                  <a:lnTo>
                    <a:pt x="31" y="2"/>
                  </a:lnTo>
                  <a:lnTo>
                    <a:pt x="33" y="2"/>
                  </a:lnTo>
                  <a:lnTo>
                    <a:pt x="33" y="2"/>
                  </a:lnTo>
                  <a:lnTo>
                    <a:pt x="33" y="2"/>
                  </a:lnTo>
                  <a:lnTo>
                    <a:pt x="31" y="2"/>
                  </a:lnTo>
                  <a:lnTo>
                    <a:pt x="31" y="2"/>
                  </a:lnTo>
                  <a:lnTo>
                    <a:pt x="31" y="5"/>
                  </a:lnTo>
                  <a:lnTo>
                    <a:pt x="31" y="5"/>
                  </a:lnTo>
                  <a:lnTo>
                    <a:pt x="31" y="5"/>
                  </a:lnTo>
                  <a:lnTo>
                    <a:pt x="31" y="5"/>
                  </a:lnTo>
                  <a:lnTo>
                    <a:pt x="33" y="5"/>
                  </a:lnTo>
                  <a:lnTo>
                    <a:pt x="33" y="5"/>
                  </a:lnTo>
                  <a:lnTo>
                    <a:pt x="33" y="5"/>
                  </a:lnTo>
                  <a:lnTo>
                    <a:pt x="33" y="5"/>
                  </a:lnTo>
                  <a:lnTo>
                    <a:pt x="36" y="5"/>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235"/>
            <p:cNvSpPr>
              <a:spLocks/>
            </p:cNvSpPr>
            <p:nvPr/>
          </p:nvSpPr>
          <p:spPr bwMode="auto">
            <a:xfrm>
              <a:off x="4343400" y="3230563"/>
              <a:ext cx="112713" cy="63500"/>
            </a:xfrm>
            <a:custGeom>
              <a:avLst/>
              <a:gdLst/>
              <a:ahLst/>
              <a:cxnLst>
                <a:cxn ang="0">
                  <a:pos x="36" y="7"/>
                </a:cxn>
                <a:cxn ang="0">
                  <a:pos x="41" y="7"/>
                </a:cxn>
                <a:cxn ang="0">
                  <a:pos x="43" y="7"/>
                </a:cxn>
                <a:cxn ang="0">
                  <a:pos x="48" y="7"/>
                </a:cxn>
                <a:cxn ang="0">
                  <a:pos x="50" y="10"/>
                </a:cxn>
                <a:cxn ang="0">
                  <a:pos x="52" y="7"/>
                </a:cxn>
                <a:cxn ang="0">
                  <a:pos x="55" y="7"/>
                </a:cxn>
                <a:cxn ang="0">
                  <a:pos x="57" y="10"/>
                </a:cxn>
                <a:cxn ang="0">
                  <a:pos x="62" y="12"/>
                </a:cxn>
                <a:cxn ang="0">
                  <a:pos x="62" y="12"/>
                </a:cxn>
                <a:cxn ang="0">
                  <a:pos x="62" y="17"/>
                </a:cxn>
                <a:cxn ang="0">
                  <a:pos x="62" y="21"/>
                </a:cxn>
                <a:cxn ang="0">
                  <a:pos x="64" y="24"/>
                </a:cxn>
                <a:cxn ang="0">
                  <a:pos x="69" y="21"/>
                </a:cxn>
                <a:cxn ang="0">
                  <a:pos x="71" y="24"/>
                </a:cxn>
                <a:cxn ang="0">
                  <a:pos x="71" y="29"/>
                </a:cxn>
                <a:cxn ang="0">
                  <a:pos x="71" y="31"/>
                </a:cxn>
                <a:cxn ang="0">
                  <a:pos x="71" y="36"/>
                </a:cxn>
                <a:cxn ang="0">
                  <a:pos x="71" y="38"/>
                </a:cxn>
                <a:cxn ang="0">
                  <a:pos x="67" y="38"/>
                </a:cxn>
                <a:cxn ang="0">
                  <a:pos x="64" y="40"/>
                </a:cxn>
                <a:cxn ang="0">
                  <a:pos x="60" y="40"/>
                </a:cxn>
                <a:cxn ang="0">
                  <a:pos x="57" y="40"/>
                </a:cxn>
                <a:cxn ang="0">
                  <a:pos x="52" y="38"/>
                </a:cxn>
                <a:cxn ang="0">
                  <a:pos x="50" y="38"/>
                </a:cxn>
                <a:cxn ang="0">
                  <a:pos x="48" y="40"/>
                </a:cxn>
                <a:cxn ang="0">
                  <a:pos x="43" y="40"/>
                </a:cxn>
                <a:cxn ang="0">
                  <a:pos x="38" y="40"/>
                </a:cxn>
                <a:cxn ang="0">
                  <a:pos x="36" y="38"/>
                </a:cxn>
                <a:cxn ang="0">
                  <a:pos x="33" y="38"/>
                </a:cxn>
                <a:cxn ang="0">
                  <a:pos x="31" y="40"/>
                </a:cxn>
                <a:cxn ang="0">
                  <a:pos x="26" y="40"/>
                </a:cxn>
                <a:cxn ang="0">
                  <a:pos x="24" y="40"/>
                </a:cxn>
                <a:cxn ang="0">
                  <a:pos x="19" y="40"/>
                </a:cxn>
                <a:cxn ang="0">
                  <a:pos x="17" y="40"/>
                </a:cxn>
                <a:cxn ang="0">
                  <a:pos x="15" y="40"/>
                </a:cxn>
                <a:cxn ang="0">
                  <a:pos x="12" y="38"/>
                </a:cxn>
                <a:cxn ang="0">
                  <a:pos x="7" y="40"/>
                </a:cxn>
                <a:cxn ang="0">
                  <a:pos x="5" y="36"/>
                </a:cxn>
                <a:cxn ang="0">
                  <a:pos x="3" y="33"/>
                </a:cxn>
                <a:cxn ang="0">
                  <a:pos x="3" y="31"/>
                </a:cxn>
                <a:cxn ang="0">
                  <a:pos x="3" y="29"/>
                </a:cxn>
                <a:cxn ang="0">
                  <a:pos x="5" y="26"/>
                </a:cxn>
                <a:cxn ang="0">
                  <a:pos x="5" y="21"/>
                </a:cxn>
                <a:cxn ang="0">
                  <a:pos x="5" y="19"/>
                </a:cxn>
                <a:cxn ang="0">
                  <a:pos x="10" y="17"/>
                </a:cxn>
                <a:cxn ang="0">
                  <a:pos x="10" y="14"/>
                </a:cxn>
                <a:cxn ang="0">
                  <a:pos x="12" y="12"/>
                </a:cxn>
                <a:cxn ang="0">
                  <a:pos x="12" y="10"/>
                </a:cxn>
                <a:cxn ang="0">
                  <a:pos x="17" y="7"/>
                </a:cxn>
                <a:cxn ang="0">
                  <a:pos x="19" y="5"/>
                </a:cxn>
                <a:cxn ang="0">
                  <a:pos x="22" y="2"/>
                </a:cxn>
                <a:cxn ang="0">
                  <a:pos x="24" y="2"/>
                </a:cxn>
                <a:cxn ang="0">
                  <a:pos x="26" y="2"/>
                </a:cxn>
                <a:cxn ang="0">
                  <a:pos x="31" y="2"/>
                </a:cxn>
                <a:cxn ang="0">
                  <a:pos x="31" y="2"/>
                </a:cxn>
                <a:cxn ang="0">
                  <a:pos x="33" y="5"/>
                </a:cxn>
              </a:cxnLst>
              <a:rect l="0" t="0" r="r" b="b"/>
              <a:pathLst>
                <a:path w="71" h="40">
                  <a:moveTo>
                    <a:pt x="36" y="5"/>
                  </a:moveTo>
                  <a:lnTo>
                    <a:pt x="36" y="5"/>
                  </a:lnTo>
                  <a:lnTo>
                    <a:pt x="36" y="7"/>
                  </a:lnTo>
                  <a:lnTo>
                    <a:pt x="36" y="7"/>
                  </a:lnTo>
                  <a:lnTo>
                    <a:pt x="36" y="7"/>
                  </a:lnTo>
                  <a:lnTo>
                    <a:pt x="36" y="7"/>
                  </a:lnTo>
                  <a:lnTo>
                    <a:pt x="38" y="7"/>
                  </a:lnTo>
                  <a:lnTo>
                    <a:pt x="38" y="7"/>
                  </a:lnTo>
                  <a:lnTo>
                    <a:pt x="38" y="7"/>
                  </a:lnTo>
                  <a:lnTo>
                    <a:pt x="41" y="7"/>
                  </a:lnTo>
                  <a:lnTo>
                    <a:pt x="41" y="7"/>
                  </a:lnTo>
                  <a:lnTo>
                    <a:pt x="41" y="7"/>
                  </a:lnTo>
                  <a:lnTo>
                    <a:pt x="43" y="7"/>
                  </a:lnTo>
                  <a:lnTo>
                    <a:pt x="43" y="7"/>
                  </a:lnTo>
                  <a:lnTo>
                    <a:pt x="43" y="7"/>
                  </a:lnTo>
                  <a:lnTo>
                    <a:pt x="43" y="7"/>
                  </a:lnTo>
                  <a:lnTo>
                    <a:pt x="45" y="7"/>
                  </a:lnTo>
                  <a:lnTo>
                    <a:pt x="45" y="7"/>
                  </a:lnTo>
                  <a:lnTo>
                    <a:pt x="45" y="7"/>
                  </a:lnTo>
                  <a:lnTo>
                    <a:pt x="48" y="7"/>
                  </a:lnTo>
                  <a:lnTo>
                    <a:pt x="48" y="10"/>
                  </a:lnTo>
                  <a:lnTo>
                    <a:pt x="48" y="10"/>
                  </a:lnTo>
                  <a:lnTo>
                    <a:pt x="50" y="10"/>
                  </a:lnTo>
                  <a:lnTo>
                    <a:pt x="50" y="10"/>
                  </a:lnTo>
                  <a:lnTo>
                    <a:pt x="50" y="10"/>
                  </a:lnTo>
                  <a:lnTo>
                    <a:pt x="50" y="10"/>
                  </a:lnTo>
                  <a:lnTo>
                    <a:pt x="50" y="10"/>
                  </a:lnTo>
                  <a:lnTo>
                    <a:pt x="52" y="10"/>
                  </a:lnTo>
                  <a:lnTo>
                    <a:pt x="52" y="7"/>
                  </a:lnTo>
                  <a:lnTo>
                    <a:pt x="52" y="7"/>
                  </a:lnTo>
                  <a:lnTo>
                    <a:pt x="52" y="7"/>
                  </a:lnTo>
                  <a:lnTo>
                    <a:pt x="52" y="7"/>
                  </a:lnTo>
                  <a:lnTo>
                    <a:pt x="55" y="7"/>
                  </a:lnTo>
                  <a:lnTo>
                    <a:pt x="55" y="7"/>
                  </a:lnTo>
                  <a:lnTo>
                    <a:pt x="55" y="7"/>
                  </a:lnTo>
                  <a:lnTo>
                    <a:pt x="57" y="7"/>
                  </a:lnTo>
                  <a:lnTo>
                    <a:pt x="57" y="7"/>
                  </a:lnTo>
                  <a:lnTo>
                    <a:pt x="57" y="10"/>
                  </a:lnTo>
                  <a:lnTo>
                    <a:pt x="57" y="10"/>
                  </a:lnTo>
                  <a:lnTo>
                    <a:pt x="57" y="10"/>
                  </a:lnTo>
                  <a:lnTo>
                    <a:pt x="60" y="10"/>
                  </a:lnTo>
                  <a:lnTo>
                    <a:pt x="60" y="10"/>
                  </a:lnTo>
                  <a:lnTo>
                    <a:pt x="60" y="12"/>
                  </a:lnTo>
                  <a:lnTo>
                    <a:pt x="60" y="12"/>
                  </a:lnTo>
                  <a:lnTo>
                    <a:pt x="62" y="12"/>
                  </a:lnTo>
                  <a:lnTo>
                    <a:pt x="62" y="12"/>
                  </a:lnTo>
                  <a:lnTo>
                    <a:pt x="64" y="12"/>
                  </a:lnTo>
                  <a:lnTo>
                    <a:pt x="64" y="12"/>
                  </a:lnTo>
                  <a:lnTo>
                    <a:pt x="62" y="12"/>
                  </a:lnTo>
                  <a:lnTo>
                    <a:pt x="62" y="12"/>
                  </a:lnTo>
                  <a:lnTo>
                    <a:pt x="62" y="14"/>
                  </a:lnTo>
                  <a:lnTo>
                    <a:pt x="62" y="14"/>
                  </a:lnTo>
                  <a:lnTo>
                    <a:pt x="62" y="17"/>
                  </a:lnTo>
                  <a:lnTo>
                    <a:pt x="62" y="17"/>
                  </a:lnTo>
                  <a:lnTo>
                    <a:pt x="62" y="17"/>
                  </a:lnTo>
                  <a:lnTo>
                    <a:pt x="62" y="19"/>
                  </a:lnTo>
                  <a:lnTo>
                    <a:pt x="62" y="19"/>
                  </a:lnTo>
                  <a:lnTo>
                    <a:pt x="62" y="21"/>
                  </a:lnTo>
                  <a:lnTo>
                    <a:pt x="62" y="21"/>
                  </a:lnTo>
                  <a:lnTo>
                    <a:pt x="62" y="21"/>
                  </a:lnTo>
                  <a:lnTo>
                    <a:pt x="64" y="21"/>
                  </a:lnTo>
                  <a:lnTo>
                    <a:pt x="64" y="21"/>
                  </a:lnTo>
                  <a:lnTo>
                    <a:pt x="64" y="21"/>
                  </a:lnTo>
                  <a:lnTo>
                    <a:pt x="64" y="21"/>
                  </a:lnTo>
                  <a:lnTo>
                    <a:pt x="64" y="24"/>
                  </a:lnTo>
                  <a:lnTo>
                    <a:pt x="67" y="24"/>
                  </a:lnTo>
                  <a:lnTo>
                    <a:pt x="67" y="24"/>
                  </a:lnTo>
                  <a:lnTo>
                    <a:pt x="67" y="21"/>
                  </a:lnTo>
                  <a:lnTo>
                    <a:pt x="69" y="21"/>
                  </a:lnTo>
                  <a:lnTo>
                    <a:pt x="69" y="21"/>
                  </a:lnTo>
                  <a:lnTo>
                    <a:pt x="69" y="21"/>
                  </a:lnTo>
                  <a:lnTo>
                    <a:pt x="71" y="21"/>
                  </a:lnTo>
                  <a:lnTo>
                    <a:pt x="71" y="24"/>
                  </a:lnTo>
                  <a:lnTo>
                    <a:pt x="71" y="24"/>
                  </a:lnTo>
                  <a:lnTo>
                    <a:pt x="71" y="24"/>
                  </a:lnTo>
                  <a:lnTo>
                    <a:pt x="71" y="26"/>
                  </a:lnTo>
                  <a:lnTo>
                    <a:pt x="71" y="26"/>
                  </a:lnTo>
                  <a:lnTo>
                    <a:pt x="71" y="26"/>
                  </a:lnTo>
                  <a:lnTo>
                    <a:pt x="71" y="29"/>
                  </a:lnTo>
                  <a:lnTo>
                    <a:pt x="71" y="29"/>
                  </a:lnTo>
                  <a:lnTo>
                    <a:pt x="71" y="29"/>
                  </a:lnTo>
                  <a:lnTo>
                    <a:pt x="71" y="29"/>
                  </a:lnTo>
                  <a:lnTo>
                    <a:pt x="71" y="31"/>
                  </a:lnTo>
                  <a:lnTo>
                    <a:pt x="71" y="31"/>
                  </a:lnTo>
                  <a:lnTo>
                    <a:pt x="71" y="31"/>
                  </a:lnTo>
                  <a:lnTo>
                    <a:pt x="71" y="33"/>
                  </a:lnTo>
                  <a:lnTo>
                    <a:pt x="71" y="33"/>
                  </a:lnTo>
                  <a:lnTo>
                    <a:pt x="71" y="33"/>
                  </a:lnTo>
                  <a:lnTo>
                    <a:pt x="71" y="33"/>
                  </a:lnTo>
                  <a:lnTo>
                    <a:pt x="71" y="36"/>
                  </a:lnTo>
                  <a:lnTo>
                    <a:pt x="71" y="36"/>
                  </a:lnTo>
                  <a:lnTo>
                    <a:pt x="71" y="36"/>
                  </a:lnTo>
                  <a:lnTo>
                    <a:pt x="71" y="38"/>
                  </a:lnTo>
                  <a:lnTo>
                    <a:pt x="71" y="38"/>
                  </a:lnTo>
                  <a:lnTo>
                    <a:pt x="71" y="38"/>
                  </a:lnTo>
                  <a:lnTo>
                    <a:pt x="69" y="38"/>
                  </a:lnTo>
                  <a:lnTo>
                    <a:pt x="69" y="38"/>
                  </a:lnTo>
                  <a:lnTo>
                    <a:pt x="69" y="38"/>
                  </a:lnTo>
                  <a:lnTo>
                    <a:pt x="69" y="38"/>
                  </a:lnTo>
                  <a:lnTo>
                    <a:pt x="67" y="38"/>
                  </a:lnTo>
                  <a:lnTo>
                    <a:pt x="67" y="38"/>
                  </a:lnTo>
                  <a:lnTo>
                    <a:pt x="67" y="38"/>
                  </a:lnTo>
                  <a:lnTo>
                    <a:pt x="64" y="38"/>
                  </a:lnTo>
                  <a:lnTo>
                    <a:pt x="64" y="38"/>
                  </a:lnTo>
                  <a:lnTo>
                    <a:pt x="64" y="40"/>
                  </a:lnTo>
                  <a:lnTo>
                    <a:pt x="64" y="40"/>
                  </a:lnTo>
                  <a:lnTo>
                    <a:pt x="62" y="40"/>
                  </a:lnTo>
                  <a:lnTo>
                    <a:pt x="62" y="40"/>
                  </a:lnTo>
                  <a:lnTo>
                    <a:pt x="60" y="40"/>
                  </a:lnTo>
                  <a:lnTo>
                    <a:pt x="60" y="40"/>
                  </a:lnTo>
                  <a:lnTo>
                    <a:pt x="60" y="40"/>
                  </a:lnTo>
                  <a:lnTo>
                    <a:pt x="60" y="38"/>
                  </a:lnTo>
                  <a:lnTo>
                    <a:pt x="57" y="38"/>
                  </a:lnTo>
                  <a:lnTo>
                    <a:pt x="57" y="38"/>
                  </a:lnTo>
                  <a:lnTo>
                    <a:pt x="57" y="40"/>
                  </a:lnTo>
                  <a:lnTo>
                    <a:pt x="57" y="40"/>
                  </a:lnTo>
                  <a:lnTo>
                    <a:pt x="55" y="40"/>
                  </a:lnTo>
                  <a:lnTo>
                    <a:pt x="55" y="40"/>
                  </a:lnTo>
                  <a:lnTo>
                    <a:pt x="55" y="38"/>
                  </a:lnTo>
                  <a:lnTo>
                    <a:pt x="52" y="38"/>
                  </a:lnTo>
                  <a:lnTo>
                    <a:pt x="52" y="38"/>
                  </a:lnTo>
                  <a:lnTo>
                    <a:pt x="52" y="38"/>
                  </a:lnTo>
                  <a:lnTo>
                    <a:pt x="52" y="40"/>
                  </a:lnTo>
                  <a:lnTo>
                    <a:pt x="50" y="40"/>
                  </a:lnTo>
                  <a:lnTo>
                    <a:pt x="50" y="38"/>
                  </a:lnTo>
                  <a:lnTo>
                    <a:pt x="50" y="38"/>
                  </a:lnTo>
                  <a:lnTo>
                    <a:pt x="50" y="40"/>
                  </a:lnTo>
                  <a:lnTo>
                    <a:pt x="50" y="40"/>
                  </a:lnTo>
                  <a:lnTo>
                    <a:pt x="48" y="40"/>
                  </a:lnTo>
                  <a:lnTo>
                    <a:pt x="48" y="40"/>
                  </a:lnTo>
                  <a:lnTo>
                    <a:pt x="45" y="40"/>
                  </a:lnTo>
                  <a:lnTo>
                    <a:pt x="45" y="40"/>
                  </a:lnTo>
                  <a:lnTo>
                    <a:pt x="45" y="40"/>
                  </a:lnTo>
                  <a:lnTo>
                    <a:pt x="43" y="40"/>
                  </a:lnTo>
                  <a:lnTo>
                    <a:pt x="43" y="40"/>
                  </a:lnTo>
                  <a:lnTo>
                    <a:pt x="43" y="40"/>
                  </a:lnTo>
                  <a:lnTo>
                    <a:pt x="41" y="40"/>
                  </a:lnTo>
                  <a:lnTo>
                    <a:pt x="41" y="40"/>
                  </a:lnTo>
                  <a:lnTo>
                    <a:pt x="38" y="40"/>
                  </a:lnTo>
                  <a:lnTo>
                    <a:pt x="38" y="40"/>
                  </a:lnTo>
                  <a:lnTo>
                    <a:pt x="38" y="38"/>
                  </a:lnTo>
                  <a:lnTo>
                    <a:pt x="38" y="38"/>
                  </a:lnTo>
                  <a:lnTo>
                    <a:pt x="38" y="38"/>
                  </a:lnTo>
                  <a:lnTo>
                    <a:pt x="36" y="38"/>
                  </a:lnTo>
                  <a:lnTo>
                    <a:pt x="36" y="38"/>
                  </a:lnTo>
                  <a:lnTo>
                    <a:pt x="36" y="36"/>
                  </a:lnTo>
                  <a:lnTo>
                    <a:pt x="36" y="36"/>
                  </a:lnTo>
                  <a:lnTo>
                    <a:pt x="33" y="36"/>
                  </a:lnTo>
                  <a:lnTo>
                    <a:pt x="33" y="38"/>
                  </a:lnTo>
                  <a:lnTo>
                    <a:pt x="33" y="38"/>
                  </a:lnTo>
                  <a:lnTo>
                    <a:pt x="31" y="38"/>
                  </a:lnTo>
                  <a:lnTo>
                    <a:pt x="31" y="38"/>
                  </a:lnTo>
                  <a:lnTo>
                    <a:pt x="31" y="38"/>
                  </a:lnTo>
                  <a:lnTo>
                    <a:pt x="31" y="40"/>
                  </a:lnTo>
                  <a:lnTo>
                    <a:pt x="31" y="40"/>
                  </a:lnTo>
                  <a:lnTo>
                    <a:pt x="31" y="40"/>
                  </a:lnTo>
                  <a:lnTo>
                    <a:pt x="29" y="40"/>
                  </a:lnTo>
                  <a:lnTo>
                    <a:pt x="29" y="40"/>
                  </a:lnTo>
                  <a:lnTo>
                    <a:pt x="26" y="40"/>
                  </a:lnTo>
                  <a:lnTo>
                    <a:pt x="26" y="40"/>
                  </a:lnTo>
                  <a:lnTo>
                    <a:pt x="26" y="40"/>
                  </a:lnTo>
                  <a:lnTo>
                    <a:pt x="24" y="40"/>
                  </a:lnTo>
                  <a:lnTo>
                    <a:pt x="24" y="40"/>
                  </a:lnTo>
                  <a:lnTo>
                    <a:pt x="24" y="40"/>
                  </a:lnTo>
                  <a:lnTo>
                    <a:pt x="24" y="40"/>
                  </a:lnTo>
                  <a:lnTo>
                    <a:pt x="22" y="40"/>
                  </a:lnTo>
                  <a:lnTo>
                    <a:pt x="22" y="40"/>
                  </a:lnTo>
                  <a:lnTo>
                    <a:pt x="22" y="40"/>
                  </a:lnTo>
                  <a:lnTo>
                    <a:pt x="19" y="40"/>
                  </a:lnTo>
                  <a:lnTo>
                    <a:pt x="19" y="40"/>
                  </a:lnTo>
                  <a:lnTo>
                    <a:pt x="19" y="40"/>
                  </a:lnTo>
                  <a:lnTo>
                    <a:pt x="19" y="40"/>
                  </a:lnTo>
                  <a:lnTo>
                    <a:pt x="19" y="40"/>
                  </a:lnTo>
                  <a:lnTo>
                    <a:pt x="19" y="40"/>
                  </a:lnTo>
                  <a:lnTo>
                    <a:pt x="17" y="40"/>
                  </a:lnTo>
                  <a:lnTo>
                    <a:pt x="17" y="40"/>
                  </a:lnTo>
                  <a:lnTo>
                    <a:pt x="17" y="38"/>
                  </a:lnTo>
                  <a:lnTo>
                    <a:pt x="17" y="38"/>
                  </a:lnTo>
                  <a:lnTo>
                    <a:pt x="17" y="40"/>
                  </a:lnTo>
                  <a:lnTo>
                    <a:pt x="15" y="40"/>
                  </a:lnTo>
                  <a:lnTo>
                    <a:pt x="15" y="38"/>
                  </a:lnTo>
                  <a:lnTo>
                    <a:pt x="15" y="38"/>
                  </a:lnTo>
                  <a:lnTo>
                    <a:pt x="12" y="38"/>
                  </a:lnTo>
                  <a:lnTo>
                    <a:pt x="12" y="38"/>
                  </a:lnTo>
                  <a:lnTo>
                    <a:pt x="12" y="38"/>
                  </a:lnTo>
                  <a:lnTo>
                    <a:pt x="10" y="38"/>
                  </a:lnTo>
                  <a:lnTo>
                    <a:pt x="10" y="38"/>
                  </a:lnTo>
                  <a:lnTo>
                    <a:pt x="10" y="38"/>
                  </a:lnTo>
                  <a:lnTo>
                    <a:pt x="10" y="40"/>
                  </a:lnTo>
                  <a:lnTo>
                    <a:pt x="7" y="40"/>
                  </a:lnTo>
                  <a:lnTo>
                    <a:pt x="7" y="38"/>
                  </a:lnTo>
                  <a:lnTo>
                    <a:pt x="7" y="38"/>
                  </a:lnTo>
                  <a:lnTo>
                    <a:pt x="7" y="38"/>
                  </a:lnTo>
                  <a:lnTo>
                    <a:pt x="5" y="38"/>
                  </a:lnTo>
                  <a:lnTo>
                    <a:pt x="5" y="36"/>
                  </a:lnTo>
                  <a:lnTo>
                    <a:pt x="5" y="36"/>
                  </a:lnTo>
                  <a:lnTo>
                    <a:pt x="5" y="36"/>
                  </a:lnTo>
                  <a:lnTo>
                    <a:pt x="5" y="36"/>
                  </a:lnTo>
                  <a:lnTo>
                    <a:pt x="3" y="36"/>
                  </a:lnTo>
                  <a:lnTo>
                    <a:pt x="3" y="33"/>
                  </a:lnTo>
                  <a:lnTo>
                    <a:pt x="3" y="33"/>
                  </a:lnTo>
                  <a:lnTo>
                    <a:pt x="3" y="33"/>
                  </a:lnTo>
                  <a:lnTo>
                    <a:pt x="3" y="31"/>
                  </a:lnTo>
                  <a:lnTo>
                    <a:pt x="3" y="31"/>
                  </a:lnTo>
                  <a:lnTo>
                    <a:pt x="3" y="31"/>
                  </a:lnTo>
                  <a:lnTo>
                    <a:pt x="0" y="31"/>
                  </a:lnTo>
                  <a:lnTo>
                    <a:pt x="0" y="31"/>
                  </a:lnTo>
                  <a:lnTo>
                    <a:pt x="0" y="29"/>
                  </a:lnTo>
                  <a:lnTo>
                    <a:pt x="3" y="29"/>
                  </a:lnTo>
                  <a:lnTo>
                    <a:pt x="3" y="29"/>
                  </a:lnTo>
                  <a:lnTo>
                    <a:pt x="3" y="29"/>
                  </a:lnTo>
                  <a:lnTo>
                    <a:pt x="3" y="29"/>
                  </a:lnTo>
                  <a:lnTo>
                    <a:pt x="3" y="26"/>
                  </a:lnTo>
                  <a:lnTo>
                    <a:pt x="5" y="26"/>
                  </a:lnTo>
                  <a:lnTo>
                    <a:pt x="5" y="26"/>
                  </a:lnTo>
                  <a:lnTo>
                    <a:pt x="5" y="26"/>
                  </a:lnTo>
                  <a:lnTo>
                    <a:pt x="5" y="26"/>
                  </a:lnTo>
                  <a:lnTo>
                    <a:pt x="5" y="24"/>
                  </a:lnTo>
                  <a:lnTo>
                    <a:pt x="5" y="24"/>
                  </a:lnTo>
                  <a:lnTo>
                    <a:pt x="5" y="21"/>
                  </a:lnTo>
                  <a:lnTo>
                    <a:pt x="5" y="21"/>
                  </a:lnTo>
                  <a:lnTo>
                    <a:pt x="5" y="21"/>
                  </a:lnTo>
                  <a:lnTo>
                    <a:pt x="5" y="21"/>
                  </a:lnTo>
                  <a:lnTo>
                    <a:pt x="5" y="21"/>
                  </a:lnTo>
                  <a:lnTo>
                    <a:pt x="5" y="19"/>
                  </a:lnTo>
                  <a:lnTo>
                    <a:pt x="5" y="19"/>
                  </a:lnTo>
                  <a:lnTo>
                    <a:pt x="7" y="19"/>
                  </a:lnTo>
                  <a:lnTo>
                    <a:pt x="7" y="19"/>
                  </a:lnTo>
                  <a:lnTo>
                    <a:pt x="10" y="19"/>
                  </a:lnTo>
                  <a:lnTo>
                    <a:pt x="10" y="17"/>
                  </a:lnTo>
                  <a:lnTo>
                    <a:pt x="10" y="17"/>
                  </a:lnTo>
                  <a:lnTo>
                    <a:pt x="10" y="17"/>
                  </a:lnTo>
                  <a:lnTo>
                    <a:pt x="10" y="14"/>
                  </a:lnTo>
                  <a:lnTo>
                    <a:pt x="10" y="14"/>
                  </a:lnTo>
                  <a:lnTo>
                    <a:pt x="10" y="14"/>
                  </a:lnTo>
                  <a:lnTo>
                    <a:pt x="10" y="12"/>
                  </a:lnTo>
                  <a:lnTo>
                    <a:pt x="12" y="12"/>
                  </a:lnTo>
                  <a:lnTo>
                    <a:pt x="12" y="12"/>
                  </a:lnTo>
                  <a:lnTo>
                    <a:pt x="12" y="12"/>
                  </a:lnTo>
                  <a:lnTo>
                    <a:pt x="12" y="12"/>
                  </a:lnTo>
                  <a:lnTo>
                    <a:pt x="12" y="12"/>
                  </a:lnTo>
                  <a:lnTo>
                    <a:pt x="12" y="12"/>
                  </a:lnTo>
                  <a:lnTo>
                    <a:pt x="12" y="10"/>
                  </a:lnTo>
                  <a:lnTo>
                    <a:pt x="12" y="10"/>
                  </a:lnTo>
                  <a:lnTo>
                    <a:pt x="12" y="10"/>
                  </a:lnTo>
                  <a:lnTo>
                    <a:pt x="15" y="10"/>
                  </a:lnTo>
                  <a:lnTo>
                    <a:pt x="15" y="10"/>
                  </a:lnTo>
                  <a:lnTo>
                    <a:pt x="15" y="7"/>
                  </a:lnTo>
                  <a:lnTo>
                    <a:pt x="17" y="7"/>
                  </a:lnTo>
                  <a:lnTo>
                    <a:pt x="17" y="7"/>
                  </a:lnTo>
                  <a:lnTo>
                    <a:pt x="17" y="7"/>
                  </a:lnTo>
                  <a:lnTo>
                    <a:pt x="17" y="5"/>
                  </a:lnTo>
                  <a:lnTo>
                    <a:pt x="17" y="5"/>
                  </a:lnTo>
                  <a:lnTo>
                    <a:pt x="17" y="5"/>
                  </a:lnTo>
                  <a:lnTo>
                    <a:pt x="19" y="5"/>
                  </a:lnTo>
                  <a:lnTo>
                    <a:pt x="19" y="5"/>
                  </a:lnTo>
                  <a:lnTo>
                    <a:pt x="19" y="5"/>
                  </a:lnTo>
                  <a:lnTo>
                    <a:pt x="22" y="5"/>
                  </a:lnTo>
                  <a:lnTo>
                    <a:pt x="22" y="5"/>
                  </a:lnTo>
                  <a:lnTo>
                    <a:pt x="22" y="2"/>
                  </a:lnTo>
                  <a:lnTo>
                    <a:pt x="24" y="2"/>
                  </a:lnTo>
                  <a:lnTo>
                    <a:pt x="24" y="2"/>
                  </a:lnTo>
                  <a:lnTo>
                    <a:pt x="24" y="2"/>
                  </a:lnTo>
                  <a:lnTo>
                    <a:pt x="24" y="2"/>
                  </a:lnTo>
                  <a:lnTo>
                    <a:pt x="24" y="2"/>
                  </a:lnTo>
                  <a:lnTo>
                    <a:pt x="26" y="2"/>
                  </a:lnTo>
                  <a:lnTo>
                    <a:pt x="26" y="2"/>
                  </a:lnTo>
                  <a:lnTo>
                    <a:pt x="26" y="0"/>
                  </a:lnTo>
                  <a:lnTo>
                    <a:pt x="26" y="0"/>
                  </a:lnTo>
                  <a:lnTo>
                    <a:pt x="26" y="2"/>
                  </a:lnTo>
                  <a:lnTo>
                    <a:pt x="29" y="2"/>
                  </a:lnTo>
                  <a:lnTo>
                    <a:pt x="29" y="2"/>
                  </a:lnTo>
                  <a:lnTo>
                    <a:pt x="31" y="2"/>
                  </a:lnTo>
                  <a:lnTo>
                    <a:pt x="31" y="2"/>
                  </a:lnTo>
                  <a:lnTo>
                    <a:pt x="31" y="2"/>
                  </a:lnTo>
                  <a:lnTo>
                    <a:pt x="33" y="2"/>
                  </a:lnTo>
                  <a:lnTo>
                    <a:pt x="33" y="2"/>
                  </a:lnTo>
                  <a:lnTo>
                    <a:pt x="33" y="2"/>
                  </a:lnTo>
                  <a:lnTo>
                    <a:pt x="31" y="2"/>
                  </a:lnTo>
                  <a:lnTo>
                    <a:pt x="31" y="2"/>
                  </a:lnTo>
                  <a:lnTo>
                    <a:pt x="31" y="5"/>
                  </a:lnTo>
                  <a:lnTo>
                    <a:pt x="31" y="5"/>
                  </a:lnTo>
                  <a:lnTo>
                    <a:pt x="31" y="5"/>
                  </a:lnTo>
                  <a:lnTo>
                    <a:pt x="31" y="5"/>
                  </a:lnTo>
                  <a:lnTo>
                    <a:pt x="33" y="5"/>
                  </a:lnTo>
                  <a:lnTo>
                    <a:pt x="33" y="5"/>
                  </a:lnTo>
                  <a:lnTo>
                    <a:pt x="33" y="5"/>
                  </a:lnTo>
                  <a:lnTo>
                    <a:pt x="33" y="5"/>
                  </a:lnTo>
                  <a:lnTo>
                    <a:pt x="36" y="5"/>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236"/>
            <p:cNvSpPr>
              <a:spLocks/>
            </p:cNvSpPr>
            <p:nvPr/>
          </p:nvSpPr>
          <p:spPr bwMode="auto">
            <a:xfrm>
              <a:off x="5211763" y="4167188"/>
              <a:ext cx="38100" cy="46037"/>
            </a:xfrm>
            <a:custGeom>
              <a:avLst/>
              <a:gdLst/>
              <a:ahLst/>
              <a:cxnLst>
                <a:cxn ang="0">
                  <a:pos x="21" y="3"/>
                </a:cxn>
                <a:cxn ang="0">
                  <a:pos x="21" y="5"/>
                </a:cxn>
                <a:cxn ang="0">
                  <a:pos x="21" y="7"/>
                </a:cxn>
                <a:cxn ang="0">
                  <a:pos x="21" y="10"/>
                </a:cxn>
                <a:cxn ang="0">
                  <a:pos x="21" y="12"/>
                </a:cxn>
                <a:cxn ang="0">
                  <a:pos x="24" y="14"/>
                </a:cxn>
                <a:cxn ang="0">
                  <a:pos x="24" y="14"/>
                </a:cxn>
                <a:cxn ang="0">
                  <a:pos x="24" y="17"/>
                </a:cxn>
                <a:cxn ang="0">
                  <a:pos x="24" y="22"/>
                </a:cxn>
                <a:cxn ang="0">
                  <a:pos x="21" y="19"/>
                </a:cxn>
                <a:cxn ang="0">
                  <a:pos x="21" y="19"/>
                </a:cxn>
                <a:cxn ang="0">
                  <a:pos x="19" y="17"/>
                </a:cxn>
                <a:cxn ang="0">
                  <a:pos x="19" y="14"/>
                </a:cxn>
                <a:cxn ang="0">
                  <a:pos x="17" y="12"/>
                </a:cxn>
                <a:cxn ang="0">
                  <a:pos x="17" y="10"/>
                </a:cxn>
                <a:cxn ang="0">
                  <a:pos x="19" y="7"/>
                </a:cxn>
                <a:cxn ang="0">
                  <a:pos x="17" y="5"/>
                </a:cxn>
                <a:cxn ang="0">
                  <a:pos x="17" y="7"/>
                </a:cxn>
                <a:cxn ang="0">
                  <a:pos x="14" y="7"/>
                </a:cxn>
                <a:cxn ang="0">
                  <a:pos x="12" y="10"/>
                </a:cxn>
                <a:cxn ang="0">
                  <a:pos x="12" y="12"/>
                </a:cxn>
                <a:cxn ang="0">
                  <a:pos x="12" y="14"/>
                </a:cxn>
                <a:cxn ang="0">
                  <a:pos x="12" y="17"/>
                </a:cxn>
                <a:cxn ang="0">
                  <a:pos x="14" y="19"/>
                </a:cxn>
                <a:cxn ang="0">
                  <a:pos x="12" y="22"/>
                </a:cxn>
                <a:cxn ang="0">
                  <a:pos x="12" y="24"/>
                </a:cxn>
                <a:cxn ang="0">
                  <a:pos x="12" y="24"/>
                </a:cxn>
                <a:cxn ang="0">
                  <a:pos x="10" y="26"/>
                </a:cxn>
                <a:cxn ang="0">
                  <a:pos x="10" y="29"/>
                </a:cxn>
                <a:cxn ang="0">
                  <a:pos x="7" y="26"/>
                </a:cxn>
                <a:cxn ang="0">
                  <a:pos x="5" y="24"/>
                </a:cxn>
                <a:cxn ang="0">
                  <a:pos x="5" y="24"/>
                </a:cxn>
                <a:cxn ang="0">
                  <a:pos x="2" y="22"/>
                </a:cxn>
                <a:cxn ang="0">
                  <a:pos x="2" y="19"/>
                </a:cxn>
                <a:cxn ang="0">
                  <a:pos x="2" y="17"/>
                </a:cxn>
                <a:cxn ang="0">
                  <a:pos x="2" y="14"/>
                </a:cxn>
                <a:cxn ang="0">
                  <a:pos x="0" y="12"/>
                </a:cxn>
                <a:cxn ang="0">
                  <a:pos x="2" y="12"/>
                </a:cxn>
                <a:cxn ang="0">
                  <a:pos x="5" y="10"/>
                </a:cxn>
                <a:cxn ang="0">
                  <a:pos x="5" y="10"/>
                </a:cxn>
                <a:cxn ang="0">
                  <a:pos x="7" y="7"/>
                </a:cxn>
                <a:cxn ang="0">
                  <a:pos x="10" y="5"/>
                </a:cxn>
                <a:cxn ang="0">
                  <a:pos x="10" y="5"/>
                </a:cxn>
                <a:cxn ang="0">
                  <a:pos x="12" y="5"/>
                </a:cxn>
                <a:cxn ang="0">
                  <a:pos x="14" y="3"/>
                </a:cxn>
                <a:cxn ang="0">
                  <a:pos x="17" y="3"/>
                </a:cxn>
                <a:cxn ang="0">
                  <a:pos x="17" y="0"/>
                </a:cxn>
              </a:cxnLst>
              <a:rect l="0" t="0" r="r" b="b"/>
              <a:pathLst>
                <a:path w="24" h="29">
                  <a:moveTo>
                    <a:pt x="19" y="0"/>
                  </a:moveTo>
                  <a:lnTo>
                    <a:pt x="19" y="3"/>
                  </a:lnTo>
                  <a:lnTo>
                    <a:pt x="21" y="3"/>
                  </a:lnTo>
                  <a:lnTo>
                    <a:pt x="21" y="3"/>
                  </a:lnTo>
                  <a:lnTo>
                    <a:pt x="21" y="5"/>
                  </a:lnTo>
                  <a:lnTo>
                    <a:pt x="21" y="5"/>
                  </a:lnTo>
                  <a:lnTo>
                    <a:pt x="21" y="5"/>
                  </a:lnTo>
                  <a:lnTo>
                    <a:pt x="21" y="7"/>
                  </a:lnTo>
                  <a:lnTo>
                    <a:pt x="21" y="7"/>
                  </a:lnTo>
                  <a:lnTo>
                    <a:pt x="21" y="7"/>
                  </a:lnTo>
                  <a:lnTo>
                    <a:pt x="21" y="7"/>
                  </a:lnTo>
                  <a:lnTo>
                    <a:pt x="21" y="10"/>
                  </a:lnTo>
                  <a:lnTo>
                    <a:pt x="21" y="10"/>
                  </a:lnTo>
                  <a:lnTo>
                    <a:pt x="21" y="12"/>
                  </a:lnTo>
                  <a:lnTo>
                    <a:pt x="21" y="12"/>
                  </a:lnTo>
                  <a:lnTo>
                    <a:pt x="24" y="12"/>
                  </a:lnTo>
                  <a:lnTo>
                    <a:pt x="24" y="14"/>
                  </a:lnTo>
                  <a:lnTo>
                    <a:pt x="24" y="14"/>
                  </a:lnTo>
                  <a:lnTo>
                    <a:pt x="21" y="14"/>
                  </a:lnTo>
                  <a:lnTo>
                    <a:pt x="21" y="14"/>
                  </a:lnTo>
                  <a:lnTo>
                    <a:pt x="24" y="14"/>
                  </a:lnTo>
                  <a:lnTo>
                    <a:pt x="24" y="17"/>
                  </a:lnTo>
                  <a:lnTo>
                    <a:pt x="24" y="17"/>
                  </a:lnTo>
                  <a:lnTo>
                    <a:pt x="24" y="17"/>
                  </a:lnTo>
                  <a:lnTo>
                    <a:pt x="24" y="19"/>
                  </a:lnTo>
                  <a:lnTo>
                    <a:pt x="24" y="19"/>
                  </a:lnTo>
                  <a:lnTo>
                    <a:pt x="24" y="22"/>
                  </a:lnTo>
                  <a:lnTo>
                    <a:pt x="24" y="22"/>
                  </a:lnTo>
                  <a:lnTo>
                    <a:pt x="24" y="19"/>
                  </a:lnTo>
                  <a:lnTo>
                    <a:pt x="21" y="19"/>
                  </a:lnTo>
                  <a:lnTo>
                    <a:pt x="21" y="19"/>
                  </a:lnTo>
                  <a:lnTo>
                    <a:pt x="21" y="19"/>
                  </a:lnTo>
                  <a:lnTo>
                    <a:pt x="21" y="19"/>
                  </a:lnTo>
                  <a:lnTo>
                    <a:pt x="19" y="19"/>
                  </a:lnTo>
                  <a:lnTo>
                    <a:pt x="19" y="19"/>
                  </a:lnTo>
                  <a:lnTo>
                    <a:pt x="19" y="17"/>
                  </a:lnTo>
                  <a:lnTo>
                    <a:pt x="19" y="17"/>
                  </a:lnTo>
                  <a:lnTo>
                    <a:pt x="19" y="14"/>
                  </a:lnTo>
                  <a:lnTo>
                    <a:pt x="19" y="14"/>
                  </a:lnTo>
                  <a:lnTo>
                    <a:pt x="19" y="14"/>
                  </a:lnTo>
                  <a:lnTo>
                    <a:pt x="17" y="14"/>
                  </a:lnTo>
                  <a:lnTo>
                    <a:pt x="17" y="12"/>
                  </a:lnTo>
                  <a:lnTo>
                    <a:pt x="17" y="12"/>
                  </a:lnTo>
                  <a:lnTo>
                    <a:pt x="17" y="10"/>
                  </a:lnTo>
                  <a:lnTo>
                    <a:pt x="17" y="10"/>
                  </a:lnTo>
                  <a:lnTo>
                    <a:pt x="17" y="7"/>
                  </a:lnTo>
                  <a:lnTo>
                    <a:pt x="17" y="7"/>
                  </a:lnTo>
                  <a:lnTo>
                    <a:pt x="19" y="7"/>
                  </a:lnTo>
                  <a:lnTo>
                    <a:pt x="19" y="5"/>
                  </a:lnTo>
                  <a:lnTo>
                    <a:pt x="19" y="5"/>
                  </a:lnTo>
                  <a:lnTo>
                    <a:pt x="17" y="5"/>
                  </a:lnTo>
                  <a:lnTo>
                    <a:pt x="17" y="5"/>
                  </a:lnTo>
                  <a:lnTo>
                    <a:pt x="17" y="5"/>
                  </a:lnTo>
                  <a:lnTo>
                    <a:pt x="17" y="7"/>
                  </a:lnTo>
                  <a:lnTo>
                    <a:pt x="17" y="7"/>
                  </a:lnTo>
                  <a:lnTo>
                    <a:pt x="14" y="7"/>
                  </a:lnTo>
                  <a:lnTo>
                    <a:pt x="14" y="7"/>
                  </a:lnTo>
                  <a:lnTo>
                    <a:pt x="14" y="7"/>
                  </a:lnTo>
                  <a:lnTo>
                    <a:pt x="12" y="7"/>
                  </a:lnTo>
                  <a:lnTo>
                    <a:pt x="12" y="10"/>
                  </a:lnTo>
                  <a:lnTo>
                    <a:pt x="12" y="10"/>
                  </a:lnTo>
                  <a:lnTo>
                    <a:pt x="12" y="10"/>
                  </a:lnTo>
                  <a:lnTo>
                    <a:pt x="12" y="12"/>
                  </a:lnTo>
                  <a:lnTo>
                    <a:pt x="12" y="12"/>
                  </a:lnTo>
                  <a:lnTo>
                    <a:pt x="12" y="14"/>
                  </a:lnTo>
                  <a:lnTo>
                    <a:pt x="12" y="14"/>
                  </a:lnTo>
                  <a:lnTo>
                    <a:pt x="12" y="14"/>
                  </a:lnTo>
                  <a:lnTo>
                    <a:pt x="12" y="14"/>
                  </a:lnTo>
                  <a:lnTo>
                    <a:pt x="12" y="17"/>
                  </a:lnTo>
                  <a:lnTo>
                    <a:pt x="12" y="17"/>
                  </a:lnTo>
                  <a:lnTo>
                    <a:pt x="14" y="17"/>
                  </a:lnTo>
                  <a:lnTo>
                    <a:pt x="14" y="19"/>
                  </a:lnTo>
                  <a:lnTo>
                    <a:pt x="14" y="19"/>
                  </a:lnTo>
                  <a:lnTo>
                    <a:pt x="12" y="19"/>
                  </a:lnTo>
                  <a:lnTo>
                    <a:pt x="12" y="22"/>
                  </a:lnTo>
                  <a:lnTo>
                    <a:pt x="12" y="22"/>
                  </a:lnTo>
                  <a:lnTo>
                    <a:pt x="12" y="24"/>
                  </a:lnTo>
                  <a:lnTo>
                    <a:pt x="12" y="24"/>
                  </a:lnTo>
                  <a:lnTo>
                    <a:pt x="12" y="24"/>
                  </a:lnTo>
                  <a:lnTo>
                    <a:pt x="12" y="24"/>
                  </a:lnTo>
                  <a:lnTo>
                    <a:pt x="12" y="24"/>
                  </a:lnTo>
                  <a:lnTo>
                    <a:pt x="12" y="26"/>
                  </a:lnTo>
                  <a:lnTo>
                    <a:pt x="10" y="26"/>
                  </a:lnTo>
                  <a:lnTo>
                    <a:pt x="10" y="26"/>
                  </a:lnTo>
                  <a:lnTo>
                    <a:pt x="10" y="26"/>
                  </a:lnTo>
                  <a:lnTo>
                    <a:pt x="10" y="29"/>
                  </a:lnTo>
                  <a:lnTo>
                    <a:pt x="10" y="29"/>
                  </a:lnTo>
                  <a:lnTo>
                    <a:pt x="10" y="26"/>
                  </a:lnTo>
                  <a:lnTo>
                    <a:pt x="7" y="26"/>
                  </a:lnTo>
                  <a:lnTo>
                    <a:pt x="7" y="26"/>
                  </a:lnTo>
                  <a:lnTo>
                    <a:pt x="7" y="26"/>
                  </a:lnTo>
                  <a:lnTo>
                    <a:pt x="7" y="24"/>
                  </a:lnTo>
                  <a:lnTo>
                    <a:pt x="5" y="24"/>
                  </a:lnTo>
                  <a:lnTo>
                    <a:pt x="5" y="24"/>
                  </a:lnTo>
                  <a:lnTo>
                    <a:pt x="5" y="24"/>
                  </a:lnTo>
                  <a:lnTo>
                    <a:pt x="5" y="24"/>
                  </a:lnTo>
                  <a:lnTo>
                    <a:pt x="5" y="22"/>
                  </a:lnTo>
                  <a:lnTo>
                    <a:pt x="5" y="22"/>
                  </a:lnTo>
                  <a:lnTo>
                    <a:pt x="2" y="22"/>
                  </a:lnTo>
                  <a:lnTo>
                    <a:pt x="2" y="22"/>
                  </a:lnTo>
                  <a:lnTo>
                    <a:pt x="2" y="22"/>
                  </a:lnTo>
                  <a:lnTo>
                    <a:pt x="2" y="19"/>
                  </a:lnTo>
                  <a:lnTo>
                    <a:pt x="2" y="19"/>
                  </a:lnTo>
                  <a:lnTo>
                    <a:pt x="2" y="19"/>
                  </a:lnTo>
                  <a:lnTo>
                    <a:pt x="2" y="17"/>
                  </a:lnTo>
                  <a:lnTo>
                    <a:pt x="2" y="17"/>
                  </a:lnTo>
                  <a:lnTo>
                    <a:pt x="2" y="14"/>
                  </a:lnTo>
                  <a:lnTo>
                    <a:pt x="2" y="14"/>
                  </a:lnTo>
                  <a:lnTo>
                    <a:pt x="0" y="14"/>
                  </a:lnTo>
                  <a:lnTo>
                    <a:pt x="0" y="14"/>
                  </a:lnTo>
                  <a:lnTo>
                    <a:pt x="0" y="12"/>
                  </a:lnTo>
                  <a:lnTo>
                    <a:pt x="2" y="12"/>
                  </a:lnTo>
                  <a:lnTo>
                    <a:pt x="2" y="12"/>
                  </a:lnTo>
                  <a:lnTo>
                    <a:pt x="2" y="12"/>
                  </a:lnTo>
                  <a:lnTo>
                    <a:pt x="2" y="12"/>
                  </a:lnTo>
                  <a:lnTo>
                    <a:pt x="5" y="12"/>
                  </a:lnTo>
                  <a:lnTo>
                    <a:pt x="5" y="10"/>
                  </a:lnTo>
                  <a:lnTo>
                    <a:pt x="5" y="10"/>
                  </a:lnTo>
                  <a:lnTo>
                    <a:pt x="5" y="10"/>
                  </a:lnTo>
                  <a:lnTo>
                    <a:pt x="5" y="10"/>
                  </a:lnTo>
                  <a:lnTo>
                    <a:pt x="7" y="10"/>
                  </a:lnTo>
                  <a:lnTo>
                    <a:pt x="7" y="7"/>
                  </a:lnTo>
                  <a:lnTo>
                    <a:pt x="7" y="7"/>
                  </a:lnTo>
                  <a:lnTo>
                    <a:pt x="7" y="7"/>
                  </a:lnTo>
                  <a:lnTo>
                    <a:pt x="10" y="7"/>
                  </a:lnTo>
                  <a:lnTo>
                    <a:pt x="10" y="5"/>
                  </a:lnTo>
                  <a:lnTo>
                    <a:pt x="10" y="5"/>
                  </a:lnTo>
                  <a:lnTo>
                    <a:pt x="10" y="5"/>
                  </a:lnTo>
                  <a:lnTo>
                    <a:pt x="10" y="5"/>
                  </a:lnTo>
                  <a:lnTo>
                    <a:pt x="12" y="5"/>
                  </a:lnTo>
                  <a:lnTo>
                    <a:pt x="12" y="5"/>
                  </a:lnTo>
                  <a:lnTo>
                    <a:pt x="12" y="5"/>
                  </a:lnTo>
                  <a:lnTo>
                    <a:pt x="12" y="5"/>
                  </a:lnTo>
                  <a:lnTo>
                    <a:pt x="12" y="3"/>
                  </a:lnTo>
                  <a:lnTo>
                    <a:pt x="14" y="3"/>
                  </a:lnTo>
                  <a:lnTo>
                    <a:pt x="14" y="3"/>
                  </a:lnTo>
                  <a:lnTo>
                    <a:pt x="14" y="3"/>
                  </a:lnTo>
                  <a:lnTo>
                    <a:pt x="17" y="3"/>
                  </a:lnTo>
                  <a:lnTo>
                    <a:pt x="17" y="3"/>
                  </a:lnTo>
                  <a:lnTo>
                    <a:pt x="17" y="0"/>
                  </a:lnTo>
                  <a:lnTo>
                    <a:pt x="17" y="0"/>
                  </a:lnTo>
                  <a:lnTo>
                    <a:pt x="19" y="0"/>
                  </a:lnTo>
                  <a:lnTo>
                    <a:pt x="19"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237"/>
            <p:cNvSpPr>
              <a:spLocks/>
            </p:cNvSpPr>
            <p:nvPr/>
          </p:nvSpPr>
          <p:spPr bwMode="auto">
            <a:xfrm>
              <a:off x="5211763" y="4167188"/>
              <a:ext cx="38100" cy="46037"/>
            </a:xfrm>
            <a:custGeom>
              <a:avLst/>
              <a:gdLst/>
              <a:ahLst/>
              <a:cxnLst>
                <a:cxn ang="0">
                  <a:pos x="21" y="3"/>
                </a:cxn>
                <a:cxn ang="0">
                  <a:pos x="21" y="5"/>
                </a:cxn>
                <a:cxn ang="0">
                  <a:pos x="21" y="7"/>
                </a:cxn>
                <a:cxn ang="0">
                  <a:pos x="21" y="10"/>
                </a:cxn>
                <a:cxn ang="0">
                  <a:pos x="21" y="12"/>
                </a:cxn>
                <a:cxn ang="0">
                  <a:pos x="24" y="14"/>
                </a:cxn>
                <a:cxn ang="0">
                  <a:pos x="24" y="14"/>
                </a:cxn>
                <a:cxn ang="0">
                  <a:pos x="24" y="17"/>
                </a:cxn>
                <a:cxn ang="0">
                  <a:pos x="24" y="22"/>
                </a:cxn>
                <a:cxn ang="0">
                  <a:pos x="21" y="19"/>
                </a:cxn>
                <a:cxn ang="0">
                  <a:pos x="21" y="19"/>
                </a:cxn>
                <a:cxn ang="0">
                  <a:pos x="19" y="17"/>
                </a:cxn>
                <a:cxn ang="0">
                  <a:pos x="19" y="14"/>
                </a:cxn>
                <a:cxn ang="0">
                  <a:pos x="17" y="12"/>
                </a:cxn>
                <a:cxn ang="0">
                  <a:pos x="17" y="10"/>
                </a:cxn>
                <a:cxn ang="0">
                  <a:pos x="19" y="7"/>
                </a:cxn>
                <a:cxn ang="0">
                  <a:pos x="17" y="5"/>
                </a:cxn>
                <a:cxn ang="0">
                  <a:pos x="17" y="7"/>
                </a:cxn>
                <a:cxn ang="0">
                  <a:pos x="14" y="7"/>
                </a:cxn>
                <a:cxn ang="0">
                  <a:pos x="12" y="10"/>
                </a:cxn>
                <a:cxn ang="0">
                  <a:pos x="12" y="12"/>
                </a:cxn>
                <a:cxn ang="0">
                  <a:pos x="12" y="14"/>
                </a:cxn>
                <a:cxn ang="0">
                  <a:pos x="12" y="17"/>
                </a:cxn>
                <a:cxn ang="0">
                  <a:pos x="14" y="19"/>
                </a:cxn>
                <a:cxn ang="0">
                  <a:pos x="12" y="22"/>
                </a:cxn>
                <a:cxn ang="0">
                  <a:pos x="12" y="24"/>
                </a:cxn>
                <a:cxn ang="0">
                  <a:pos x="12" y="24"/>
                </a:cxn>
                <a:cxn ang="0">
                  <a:pos x="10" y="26"/>
                </a:cxn>
                <a:cxn ang="0">
                  <a:pos x="10" y="29"/>
                </a:cxn>
                <a:cxn ang="0">
                  <a:pos x="7" y="26"/>
                </a:cxn>
                <a:cxn ang="0">
                  <a:pos x="5" y="24"/>
                </a:cxn>
                <a:cxn ang="0">
                  <a:pos x="5" y="24"/>
                </a:cxn>
                <a:cxn ang="0">
                  <a:pos x="2" y="22"/>
                </a:cxn>
                <a:cxn ang="0">
                  <a:pos x="2" y="19"/>
                </a:cxn>
                <a:cxn ang="0">
                  <a:pos x="2" y="17"/>
                </a:cxn>
                <a:cxn ang="0">
                  <a:pos x="2" y="14"/>
                </a:cxn>
                <a:cxn ang="0">
                  <a:pos x="0" y="12"/>
                </a:cxn>
                <a:cxn ang="0">
                  <a:pos x="2" y="12"/>
                </a:cxn>
                <a:cxn ang="0">
                  <a:pos x="5" y="10"/>
                </a:cxn>
                <a:cxn ang="0">
                  <a:pos x="5" y="10"/>
                </a:cxn>
                <a:cxn ang="0">
                  <a:pos x="7" y="7"/>
                </a:cxn>
                <a:cxn ang="0">
                  <a:pos x="10" y="5"/>
                </a:cxn>
                <a:cxn ang="0">
                  <a:pos x="10" y="5"/>
                </a:cxn>
                <a:cxn ang="0">
                  <a:pos x="12" y="5"/>
                </a:cxn>
                <a:cxn ang="0">
                  <a:pos x="14" y="3"/>
                </a:cxn>
                <a:cxn ang="0">
                  <a:pos x="17" y="3"/>
                </a:cxn>
                <a:cxn ang="0">
                  <a:pos x="17" y="0"/>
                </a:cxn>
              </a:cxnLst>
              <a:rect l="0" t="0" r="r" b="b"/>
              <a:pathLst>
                <a:path w="24" h="29">
                  <a:moveTo>
                    <a:pt x="19" y="0"/>
                  </a:moveTo>
                  <a:lnTo>
                    <a:pt x="19" y="3"/>
                  </a:lnTo>
                  <a:lnTo>
                    <a:pt x="21" y="3"/>
                  </a:lnTo>
                  <a:lnTo>
                    <a:pt x="21" y="3"/>
                  </a:lnTo>
                  <a:lnTo>
                    <a:pt x="21" y="5"/>
                  </a:lnTo>
                  <a:lnTo>
                    <a:pt x="21" y="5"/>
                  </a:lnTo>
                  <a:lnTo>
                    <a:pt x="21" y="5"/>
                  </a:lnTo>
                  <a:lnTo>
                    <a:pt x="21" y="7"/>
                  </a:lnTo>
                  <a:lnTo>
                    <a:pt x="21" y="7"/>
                  </a:lnTo>
                  <a:lnTo>
                    <a:pt x="21" y="7"/>
                  </a:lnTo>
                  <a:lnTo>
                    <a:pt x="21" y="7"/>
                  </a:lnTo>
                  <a:lnTo>
                    <a:pt x="21" y="10"/>
                  </a:lnTo>
                  <a:lnTo>
                    <a:pt x="21" y="10"/>
                  </a:lnTo>
                  <a:lnTo>
                    <a:pt x="21" y="12"/>
                  </a:lnTo>
                  <a:lnTo>
                    <a:pt x="21" y="12"/>
                  </a:lnTo>
                  <a:lnTo>
                    <a:pt x="24" y="12"/>
                  </a:lnTo>
                  <a:lnTo>
                    <a:pt x="24" y="14"/>
                  </a:lnTo>
                  <a:lnTo>
                    <a:pt x="24" y="14"/>
                  </a:lnTo>
                  <a:lnTo>
                    <a:pt x="21" y="14"/>
                  </a:lnTo>
                  <a:lnTo>
                    <a:pt x="21" y="14"/>
                  </a:lnTo>
                  <a:lnTo>
                    <a:pt x="24" y="14"/>
                  </a:lnTo>
                  <a:lnTo>
                    <a:pt x="24" y="17"/>
                  </a:lnTo>
                  <a:lnTo>
                    <a:pt x="24" y="17"/>
                  </a:lnTo>
                  <a:lnTo>
                    <a:pt x="24" y="17"/>
                  </a:lnTo>
                  <a:lnTo>
                    <a:pt x="24" y="19"/>
                  </a:lnTo>
                  <a:lnTo>
                    <a:pt x="24" y="19"/>
                  </a:lnTo>
                  <a:lnTo>
                    <a:pt x="24" y="22"/>
                  </a:lnTo>
                  <a:lnTo>
                    <a:pt x="24" y="22"/>
                  </a:lnTo>
                  <a:lnTo>
                    <a:pt x="24" y="19"/>
                  </a:lnTo>
                  <a:lnTo>
                    <a:pt x="21" y="19"/>
                  </a:lnTo>
                  <a:lnTo>
                    <a:pt x="21" y="19"/>
                  </a:lnTo>
                  <a:lnTo>
                    <a:pt x="21" y="19"/>
                  </a:lnTo>
                  <a:lnTo>
                    <a:pt x="21" y="19"/>
                  </a:lnTo>
                  <a:lnTo>
                    <a:pt x="19" y="19"/>
                  </a:lnTo>
                  <a:lnTo>
                    <a:pt x="19" y="19"/>
                  </a:lnTo>
                  <a:lnTo>
                    <a:pt x="19" y="17"/>
                  </a:lnTo>
                  <a:lnTo>
                    <a:pt x="19" y="17"/>
                  </a:lnTo>
                  <a:lnTo>
                    <a:pt x="19" y="14"/>
                  </a:lnTo>
                  <a:lnTo>
                    <a:pt x="19" y="14"/>
                  </a:lnTo>
                  <a:lnTo>
                    <a:pt x="19" y="14"/>
                  </a:lnTo>
                  <a:lnTo>
                    <a:pt x="17" y="14"/>
                  </a:lnTo>
                  <a:lnTo>
                    <a:pt x="17" y="12"/>
                  </a:lnTo>
                  <a:lnTo>
                    <a:pt x="17" y="12"/>
                  </a:lnTo>
                  <a:lnTo>
                    <a:pt x="17" y="10"/>
                  </a:lnTo>
                  <a:lnTo>
                    <a:pt x="17" y="10"/>
                  </a:lnTo>
                  <a:lnTo>
                    <a:pt x="17" y="7"/>
                  </a:lnTo>
                  <a:lnTo>
                    <a:pt x="17" y="7"/>
                  </a:lnTo>
                  <a:lnTo>
                    <a:pt x="19" y="7"/>
                  </a:lnTo>
                  <a:lnTo>
                    <a:pt x="19" y="5"/>
                  </a:lnTo>
                  <a:lnTo>
                    <a:pt x="19" y="5"/>
                  </a:lnTo>
                  <a:lnTo>
                    <a:pt x="17" y="5"/>
                  </a:lnTo>
                  <a:lnTo>
                    <a:pt x="17" y="5"/>
                  </a:lnTo>
                  <a:lnTo>
                    <a:pt x="17" y="5"/>
                  </a:lnTo>
                  <a:lnTo>
                    <a:pt x="17" y="7"/>
                  </a:lnTo>
                  <a:lnTo>
                    <a:pt x="17" y="7"/>
                  </a:lnTo>
                  <a:lnTo>
                    <a:pt x="14" y="7"/>
                  </a:lnTo>
                  <a:lnTo>
                    <a:pt x="14" y="7"/>
                  </a:lnTo>
                  <a:lnTo>
                    <a:pt x="14" y="7"/>
                  </a:lnTo>
                  <a:lnTo>
                    <a:pt x="12" y="7"/>
                  </a:lnTo>
                  <a:lnTo>
                    <a:pt x="12" y="10"/>
                  </a:lnTo>
                  <a:lnTo>
                    <a:pt x="12" y="10"/>
                  </a:lnTo>
                  <a:lnTo>
                    <a:pt x="12" y="10"/>
                  </a:lnTo>
                  <a:lnTo>
                    <a:pt x="12" y="12"/>
                  </a:lnTo>
                  <a:lnTo>
                    <a:pt x="12" y="12"/>
                  </a:lnTo>
                  <a:lnTo>
                    <a:pt x="12" y="14"/>
                  </a:lnTo>
                  <a:lnTo>
                    <a:pt x="12" y="14"/>
                  </a:lnTo>
                  <a:lnTo>
                    <a:pt x="12" y="14"/>
                  </a:lnTo>
                  <a:lnTo>
                    <a:pt x="12" y="14"/>
                  </a:lnTo>
                  <a:lnTo>
                    <a:pt x="12" y="17"/>
                  </a:lnTo>
                  <a:lnTo>
                    <a:pt x="12" y="17"/>
                  </a:lnTo>
                  <a:lnTo>
                    <a:pt x="14" y="17"/>
                  </a:lnTo>
                  <a:lnTo>
                    <a:pt x="14" y="19"/>
                  </a:lnTo>
                  <a:lnTo>
                    <a:pt x="14" y="19"/>
                  </a:lnTo>
                  <a:lnTo>
                    <a:pt x="12" y="19"/>
                  </a:lnTo>
                  <a:lnTo>
                    <a:pt x="12" y="22"/>
                  </a:lnTo>
                  <a:lnTo>
                    <a:pt x="12" y="22"/>
                  </a:lnTo>
                  <a:lnTo>
                    <a:pt x="12" y="24"/>
                  </a:lnTo>
                  <a:lnTo>
                    <a:pt x="12" y="24"/>
                  </a:lnTo>
                  <a:lnTo>
                    <a:pt x="12" y="24"/>
                  </a:lnTo>
                  <a:lnTo>
                    <a:pt x="12" y="24"/>
                  </a:lnTo>
                  <a:lnTo>
                    <a:pt x="12" y="24"/>
                  </a:lnTo>
                  <a:lnTo>
                    <a:pt x="12" y="26"/>
                  </a:lnTo>
                  <a:lnTo>
                    <a:pt x="10" y="26"/>
                  </a:lnTo>
                  <a:lnTo>
                    <a:pt x="10" y="26"/>
                  </a:lnTo>
                  <a:lnTo>
                    <a:pt x="10" y="26"/>
                  </a:lnTo>
                  <a:lnTo>
                    <a:pt x="10" y="29"/>
                  </a:lnTo>
                  <a:lnTo>
                    <a:pt x="10" y="29"/>
                  </a:lnTo>
                  <a:lnTo>
                    <a:pt x="10" y="26"/>
                  </a:lnTo>
                  <a:lnTo>
                    <a:pt x="7" y="26"/>
                  </a:lnTo>
                  <a:lnTo>
                    <a:pt x="7" y="26"/>
                  </a:lnTo>
                  <a:lnTo>
                    <a:pt x="7" y="26"/>
                  </a:lnTo>
                  <a:lnTo>
                    <a:pt x="7" y="24"/>
                  </a:lnTo>
                  <a:lnTo>
                    <a:pt x="5" y="24"/>
                  </a:lnTo>
                  <a:lnTo>
                    <a:pt x="5" y="24"/>
                  </a:lnTo>
                  <a:lnTo>
                    <a:pt x="5" y="24"/>
                  </a:lnTo>
                  <a:lnTo>
                    <a:pt x="5" y="24"/>
                  </a:lnTo>
                  <a:lnTo>
                    <a:pt x="5" y="22"/>
                  </a:lnTo>
                  <a:lnTo>
                    <a:pt x="5" y="22"/>
                  </a:lnTo>
                  <a:lnTo>
                    <a:pt x="2" y="22"/>
                  </a:lnTo>
                  <a:lnTo>
                    <a:pt x="2" y="22"/>
                  </a:lnTo>
                  <a:lnTo>
                    <a:pt x="2" y="22"/>
                  </a:lnTo>
                  <a:lnTo>
                    <a:pt x="2" y="19"/>
                  </a:lnTo>
                  <a:lnTo>
                    <a:pt x="2" y="19"/>
                  </a:lnTo>
                  <a:lnTo>
                    <a:pt x="2" y="19"/>
                  </a:lnTo>
                  <a:lnTo>
                    <a:pt x="2" y="17"/>
                  </a:lnTo>
                  <a:lnTo>
                    <a:pt x="2" y="17"/>
                  </a:lnTo>
                  <a:lnTo>
                    <a:pt x="2" y="14"/>
                  </a:lnTo>
                  <a:lnTo>
                    <a:pt x="2" y="14"/>
                  </a:lnTo>
                  <a:lnTo>
                    <a:pt x="0" y="14"/>
                  </a:lnTo>
                  <a:lnTo>
                    <a:pt x="0" y="14"/>
                  </a:lnTo>
                  <a:lnTo>
                    <a:pt x="0" y="12"/>
                  </a:lnTo>
                  <a:lnTo>
                    <a:pt x="2" y="12"/>
                  </a:lnTo>
                  <a:lnTo>
                    <a:pt x="2" y="12"/>
                  </a:lnTo>
                  <a:lnTo>
                    <a:pt x="2" y="12"/>
                  </a:lnTo>
                  <a:lnTo>
                    <a:pt x="2" y="12"/>
                  </a:lnTo>
                  <a:lnTo>
                    <a:pt x="5" y="12"/>
                  </a:lnTo>
                  <a:lnTo>
                    <a:pt x="5" y="10"/>
                  </a:lnTo>
                  <a:lnTo>
                    <a:pt x="5" y="10"/>
                  </a:lnTo>
                  <a:lnTo>
                    <a:pt x="5" y="10"/>
                  </a:lnTo>
                  <a:lnTo>
                    <a:pt x="5" y="10"/>
                  </a:lnTo>
                  <a:lnTo>
                    <a:pt x="7" y="10"/>
                  </a:lnTo>
                  <a:lnTo>
                    <a:pt x="7" y="7"/>
                  </a:lnTo>
                  <a:lnTo>
                    <a:pt x="7" y="7"/>
                  </a:lnTo>
                  <a:lnTo>
                    <a:pt x="7" y="7"/>
                  </a:lnTo>
                  <a:lnTo>
                    <a:pt x="10" y="7"/>
                  </a:lnTo>
                  <a:lnTo>
                    <a:pt x="10" y="5"/>
                  </a:lnTo>
                  <a:lnTo>
                    <a:pt x="10" y="5"/>
                  </a:lnTo>
                  <a:lnTo>
                    <a:pt x="10" y="5"/>
                  </a:lnTo>
                  <a:lnTo>
                    <a:pt x="10" y="5"/>
                  </a:lnTo>
                  <a:lnTo>
                    <a:pt x="12" y="5"/>
                  </a:lnTo>
                  <a:lnTo>
                    <a:pt x="12" y="5"/>
                  </a:lnTo>
                  <a:lnTo>
                    <a:pt x="12" y="5"/>
                  </a:lnTo>
                  <a:lnTo>
                    <a:pt x="12" y="5"/>
                  </a:lnTo>
                  <a:lnTo>
                    <a:pt x="12" y="3"/>
                  </a:lnTo>
                  <a:lnTo>
                    <a:pt x="14" y="3"/>
                  </a:lnTo>
                  <a:lnTo>
                    <a:pt x="14" y="3"/>
                  </a:lnTo>
                  <a:lnTo>
                    <a:pt x="14" y="3"/>
                  </a:lnTo>
                  <a:lnTo>
                    <a:pt x="17" y="3"/>
                  </a:lnTo>
                  <a:lnTo>
                    <a:pt x="17" y="3"/>
                  </a:lnTo>
                  <a:lnTo>
                    <a:pt x="17" y="0"/>
                  </a:lnTo>
                  <a:lnTo>
                    <a:pt x="17" y="0"/>
                  </a:lnTo>
                  <a:lnTo>
                    <a:pt x="19" y="0"/>
                  </a:lnTo>
                  <a:lnTo>
                    <a:pt x="19"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238"/>
            <p:cNvSpPr>
              <a:spLocks/>
            </p:cNvSpPr>
            <p:nvPr/>
          </p:nvSpPr>
          <p:spPr bwMode="auto">
            <a:xfrm>
              <a:off x="3032125" y="3313113"/>
              <a:ext cx="15875" cy="19050"/>
            </a:xfrm>
            <a:custGeom>
              <a:avLst/>
              <a:gdLst/>
              <a:ahLst/>
              <a:cxnLst>
                <a:cxn ang="0">
                  <a:pos x="7" y="12"/>
                </a:cxn>
                <a:cxn ang="0">
                  <a:pos x="5" y="12"/>
                </a:cxn>
                <a:cxn ang="0">
                  <a:pos x="5" y="12"/>
                </a:cxn>
                <a:cxn ang="0">
                  <a:pos x="5" y="12"/>
                </a:cxn>
                <a:cxn ang="0">
                  <a:pos x="5" y="12"/>
                </a:cxn>
                <a:cxn ang="0">
                  <a:pos x="5" y="10"/>
                </a:cxn>
                <a:cxn ang="0">
                  <a:pos x="5" y="10"/>
                </a:cxn>
                <a:cxn ang="0">
                  <a:pos x="3" y="10"/>
                </a:cxn>
                <a:cxn ang="0">
                  <a:pos x="3" y="10"/>
                </a:cxn>
                <a:cxn ang="0">
                  <a:pos x="3" y="7"/>
                </a:cxn>
                <a:cxn ang="0">
                  <a:pos x="3" y="7"/>
                </a:cxn>
                <a:cxn ang="0">
                  <a:pos x="3" y="5"/>
                </a:cxn>
                <a:cxn ang="0">
                  <a:pos x="3" y="5"/>
                </a:cxn>
                <a:cxn ang="0">
                  <a:pos x="0" y="5"/>
                </a:cxn>
                <a:cxn ang="0">
                  <a:pos x="0" y="5"/>
                </a:cxn>
                <a:cxn ang="0">
                  <a:pos x="0" y="3"/>
                </a:cxn>
                <a:cxn ang="0">
                  <a:pos x="0" y="3"/>
                </a:cxn>
                <a:cxn ang="0">
                  <a:pos x="3" y="3"/>
                </a:cxn>
                <a:cxn ang="0">
                  <a:pos x="3" y="0"/>
                </a:cxn>
                <a:cxn ang="0">
                  <a:pos x="3" y="0"/>
                </a:cxn>
                <a:cxn ang="0">
                  <a:pos x="5" y="0"/>
                </a:cxn>
                <a:cxn ang="0">
                  <a:pos x="5" y="0"/>
                </a:cxn>
                <a:cxn ang="0">
                  <a:pos x="5" y="0"/>
                </a:cxn>
                <a:cxn ang="0">
                  <a:pos x="5" y="0"/>
                </a:cxn>
                <a:cxn ang="0">
                  <a:pos x="7" y="0"/>
                </a:cxn>
                <a:cxn ang="0">
                  <a:pos x="7" y="0"/>
                </a:cxn>
                <a:cxn ang="0">
                  <a:pos x="7" y="0"/>
                </a:cxn>
                <a:cxn ang="0">
                  <a:pos x="10" y="0"/>
                </a:cxn>
                <a:cxn ang="0">
                  <a:pos x="10" y="3"/>
                </a:cxn>
                <a:cxn ang="0">
                  <a:pos x="10" y="3"/>
                </a:cxn>
                <a:cxn ang="0">
                  <a:pos x="10" y="5"/>
                </a:cxn>
                <a:cxn ang="0">
                  <a:pos x="7" y="5"/>
                </a:cxn>
                <a:cxn ang="0">
                  <a:pos x="7" y="5"/>
                </a:cxn>
                <a:cxn ang="0">
                  <a:pos x="7" y="7"/>
                </a:cxn>
                <a:cxn ang="0">
                  <a:pos x="7" y="7"/>
                </a:cxn>
                <a:cxn ang="0">
                  <a:pos x="7" y="10"/>
                </a:cxn>
                <a:cxn ang="0">
                  <a:pos x="7" y="10"/>
                </a:cxn>
                <a:cxn ang="0">
                  <a:pos x="7" y="10"/>
                </a:cxn>
                <a:cxn ang="0">
                  <a:pos x="7" y="10"/>
                </a:cxn>
                <a:cxn ang="0">
                  <a:pos x="7" y="12"/>
                </a:cxn>
                <a:cxn ang="0">
                  <a:pos x="7" y="12"/>
                </a:cxn>
              </a:cxnLst>
              <a:rect l="0" t="0" r="r" b="b"/>
              <a:pathLst>
                <a:path w="10" h="12">
                  <a:moveTo>
                    <a:pt x="7" y="12"/>
                  </a:moveTo>
                  <a:lnTo>
                    <a:pt x="5" y="12"/>
                  </a:lnTo>
                  <a:lnTo>
                    <a:pt x="5" y="12"/>
                  </a:lnTo>
                  <a:lnTo>
                    <a:pt x="5" y="12"/>
                  </a:lnTo>
                  <a:lnTo>
                    <a:pt x="5" y="12"/>
                  </a:lnTo>
                  <a:lnTo>
                    <a:pt x="5" y="10"/>
                  </a:lnTo>
                  <a:lnTo>
                    <a:pt x="5" y="10"/>
                  </a:lnTo>
                  <a:lnTo>
                    <a:pt x="3" y="10"/>
                  </a:lnTo>
                  <a:lnTo>
                    <a:pt x="3" y="10"/>
                  </a:lnTo>
                  <a:lnTo>
                    <a:pt x="3" y="7"/>
                  </a:lnTo>
                  <a:lnTo>
                    <a:pt x="3" y="7"/>
                  </a:lnTo>
                  <a:lnTo>
                    <a:pt x="3" y="5"/>
                  </a:lnTo>
                  <a:lnTo>
                    <a:pt x="3" y="5"/>
                  </a:lnTo>
                  <a:lnTo>
                    <a:pt x="0" y="5"/>
                  </a:lnTo>
                  <a:lnTo>
                    <a:pt x="0" y="5"/>
                  </a:lnTo>
                  <a:lnTo>
                    <a:pt x="0" y="3"/>
                  </a:lnTo>
                  <a:lnTo>
                    <a:pt x="0" y="3"/>
                  </a:lnTo>
                  <a:lnTo>
                    <a:pt x="3" y="3"/>
                  </a:lnTo>
                  <a:lnTo>
                    <a:pt x="3" y="0"/>
                  </a:lnTo>
                  <a:lnTo>
                    <a:pt x="3" y="0"/>
                  </a:lnTo>
                  <a:lnTo>
                    <a:pt x="5" y="0"/>
                  </a:lnTo>
                  <a:lnTo>
                    <a:pt x="5" y="0"/>
                  </a:lnTo>
                  <a:lnTo>
                    <a:pt x="5" y="0"/>
                  </a:lnTo>
                  <a:lnTo>
                    <a:pt x="5" y="0"/>
                  </a:lnTo>
                  <a:lnTo>
                    <a:pt x="7" y="0"/>
                  </a:lnTo>
                  <a:lnTo>
                    <a:pt x="7" y="0"/>
                  </a:lnTo>
                  <a:lnTo>
                    <a:pt x="7" y="0"/>
                  </a:lnTo>
                  <a:lnTo>
                    <a:pt x="10" y="0"/>
                  </a:lnTo>
                  <a:lnTo>
                    <a:pt x="10" y="3"/>
                  </a:lnTo>
                  <a:lnTo>
                    <a:pt x="10" y="3"/>
                  </a:lnTo>
                  <a:lnTo>
                    <a:pt x="10" y="5"/>
                  </a:lnTo>
                  <a:lnTo>
                    <a:pt x="7" y="5"/>
                  </a:lnTo>
                  <a:lnTo>
                    <a:pt x="7" y="5"/>
                  </a:lnTo>
                  <a:lnTo>
                    <a:pt x="7" y="7"/>
                  </a:lnTo>
                  <a:lnTo>
                    <a:pt x="7" y="7"/>
                  </a:lnTo>
                  <a:lnTo>
                    <a:pt x="7" y="10"/>
                  </a:lnTo>
                  <a:lnTo>
                    <a:pt x="7" y="10"/>
                  </a:lnTo>
                  <a:lnTo>
                    <a:pt x="7" y="10"/>
                  </a:lnTo>
                  <a:lnTo>
                    <a:pt x="7" y="10"/>
                  </a:lnTo>
                  <a:lnTo>
                    <a:pt x="7" y="12"/>
                  </a:lnTo>
                  <a:lnTo>
                    <a:pt x="7" y="1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239"/>
            <p:cNvSpPr>
              <a:spLocks/>
            </p:cNvSpPr>
            <p:nvPr/>
          </p:nvSpPr>
          <p:spPr bwMode="auto">
            <a:xfrm>
              <a:off x="3032125" y="3313113"/>
              <a:ext cx="15875" cy="19050"/>
            </a:xfrm>
            <a:custGeom>
              <a:avLst/>
              <a:gdLst/>
              <a:ahLst/>
              <a:cxnLst>
                <a:cxn ang="0">
                  <a:pos x="7" y="12"/>
                </a:cxn>
                <a:cxn ang="0">
                  <a:pos x="5" y="12"/>
                </a:cxn>
                <a:cxn ang="0">
                  <a:pos x="5" y="12"/>
                </a:cxn>
                <a:cxn ang="0">
                  <a:pos x="5" y="12"/>
                </a:cxn>
                <a:cxn ang="0">
                  <a:pos x="5" y="12"/>
                </a:cxn>
                <a:cxn ang="0">
                  <a:pos x="5" y="10"/>
                </a:cxn>
                <a:cxn ang="0">
                  <a:pos x="5" y="10"/>
                </a:cxn>
                <a:cxn ang="0">
                  <a:pos x="3" y="10"/>
                </a:cxn>
                <a:cxn ang="0">
                  <a:pos x="3" y="10"/>
                </a:cxn>
                <a:cxn ang="0">
                  <a:pos x="3" y="7"/>
                </a:cxn>
                <a:cxn ang="0">
                  <a:pos x="3" y="7"/>
                </a:cxn>
                <a:cxn ang="0">
                  <a:pos x="3" y="5"/>
                </a:cxn>
                <a:cxn ang="0">
                  <a:pos x="3" y="5"/>
                </a:cxn>
                <a:cxn ang="0">
                  <a:pos x="0" y="5"/>
                </a:cxn>
                <a:cxn ang="0">
                  <a:pos x="0" y="5"/>
                </a:cxn>
                <a:cxn ang="0">
                  <a:pos x="0" y="3"/>
                </a:cxn>
                <a:cxn ang="0">
                  <a:pos x="0" y="3"/>
                </a:cxn>
                <a:cxn ang="0">
                  <a:pos x="3" y="3"/>
                </a:cxn>
                <a:cxn ang="0">
                  <a:pos x="3" y="0"/>
                </a:cxn>
                <a:cxn ang="0">
                  <a:pos x="3" y="0"/>
                </a:cxn>
                <a:cxn ang="0">
                  <a:pos x="5" y="0"/>
                </a:cxn>
                <a:cxn ang="0">
                  <a:pos x="5" y="0"/>
                </a:cxn>
                <a:cxn ang="0">
                  <a:pos x="5" y="0"/>
                </a:cxn>
                <a:cxn ang="0">
                  <a:pos x="5" y="0"/>
                </a:cxn>
                <a:cxn ang="0">
                  <a:pos x="7" y="0"/>
                </a:cxn>
                <a:cxn ang="0">
                  <a:pos x="7" y="0"/>
                </a:cxn>
                <a:cxn ang="0">
                  <a:pos x="7" y="0"/>
                </a:cxn>
                <a:cxn ang="0">
                  <a:pos x="10" y="0"/>
                </a:cxn>
                <a:cxn ang="0">
                  <a:pos x="10" y="3"/>
                </a:cxn>
                <a:cxn ang="0">
                  <a:pos x="10" y="3"/>
                </a:cxn>
                <a:cxn ang="0">
                  <a:pos x="10" y="5"/>
                </a:cxn>
                <a:cxn ang="0">
                  <a:pos x="7" y="5"/>
                </a:cxn>
                <a:cxn ang="0">
                  <a:pos x="7" y="5"/>
                </a:cxn>
                <a:cxn ang="0">
                  <a:pos x="7" y="7"/>
                </a:cxn>
                <a:cxn ang="0">
                  <a:pos x="7" y="7"/>
                </a:cxn>
                <a:cxn ang="0">
                  <a:pos x="7" y="10"/>
                </a:cxn>
                <a:cxn ang="0">
                  <a:pos x="7" y="10"/>
                </a:cxn>
                <a:cxn ang="0">
                  <a:pos x="7" y="10"/>
                </a:cxn>
                <a:cxn ang="0">
                  <a:pos x="7" y="10"/>
                </a:cxn>
                <a:cxn ang="0">
                  <a:pos x="7" y="12"/>
                </a:cxn>
                <a:cxn ang="0">
                  <a:pos x="7" y="12"/>
                </a:cxn>
              </a:cxnLst>
              <a:rect l="0" t="0" r="r" b="b"/>
              <a:pathLst>
                <a:path w="10" h="12">
                  <a:moveTo>
                    <a:pt x="7" y="12"/>
                  </a:moveTo>
                  <a:lnTo>
                    <a:pt x="5" y="12"/>
                  </a:lnTo>
                  <a:lnTo>
                    <a:pt x="5" y="12"/>
                  </a:lnTo>
                  <a:lnTo>
                    <a:pt x="5" y="12"/>
                  </a:lnTo>
                  <a:lnTo>
                    <a:pt x="5" y="12"/>
                  </a:lnTo>
                  <a:lnTo>
                    <a:pt x="5" y="10"/>
                  </a:lnTo>
                  <a:lnTo>
                    <a:pt x="5" y="10"/>
                  </a:lnTo>
                  <a:lnTo>
                    <a:pt x="3" y="10"/>
                  </a:lnTo>
                  <a:lnTo>
                    <a:pt x="3" y="10"/>
                  </a:lnTo>
                  <a:lnTo>
                    <a:pt x="3" y="7"/>
                  </a:lnTo>
                  <a:lnTo>
                    <a:pt x="3" y="7"/>
                  </a:lnTo>
                  <a:lnTo>
                    <a:pt x="3" y="5"/>
                  </a:lnTo>
                  <a:lnTo>
                    <a:pt x="3" y="5"/>
                  </a:lnTo>
                  <a:lnTo>
                    <a:pt x="0" y="5"/>
                  </a:lnTo>
                  <a:lnTo>
                    <a:pt x="0" y="5"/>
                  </a:lnTo>
                  <a:lnTo>
                    <a:pt x="0" y="3"/>
                  </a:lnTo>
                  <a:lnTo>
                    <a:pt x="0" y="3"/>
                  </a:lnTo>
                  <a:lnTo>
                    <a:pt x="3" y="3"/>
                  </a:lnTo>
                  <a:lnTo>
                    <a:pt x="3" y="0"/>
                  </a:lnTo>
                  <a:lnTo>
                    <a:pt x="3" y="0"/>
                  </a:lnTo>
                  <a:lnTo>
                    <a:pt x="5" y="0"/>
                  </a:lnTo>
                  <a:lnTo>
                    <a:pt x="5" y="0"/>
                  </a:lnTo>
                  <a:lnTo>
                    <a:pt x="5" y="0"/>
                  </a:lnTo>
                  <a:lnTo>
                    <a:pt x="5" y="0"/>
                  </a:lnTo>
                  <a:lnTo>
                    <a:pt x="7" y="0"/>
                  </a:lnTo>
                  <a:lnTo>
                    <a:pt x="7" y="0"/>
                  </a:lnTo>
                  <a:lnTo>
                    <a:pt x="7" y="0"/>
                  </a:lnTo>
                  <a:lnTo>
                    <a:pt x="10" y="0"/>
                  </a:lnTo>
                  <a:lnTo>
                    <a:pt x="10" y="3"/>
                  </a:lnTo>
                  <a:lnTo>
                    <a:pt x="10" y="3"/>
                  </a:lnTo>
                  <a:lnTo>
                    <a:pt x="10" y="5"/>
                  </a:lnTo>
                  <a:lnTo>
                    <a:pt x="7" y="5"/>
                  </a:lnTo>
                  <a:lnTo>
                    <a:pt x="7" y="5"/>
                  </a:lnTo>
                  <a:lnTo>
                    <a:pt x="7" y="7"/>
                  </a:lnTo>
                  <a:lnTo>
                    <a:pt x="7" y="7"/>
                  </a:lnTo>
                  <a:lnTo>
                    <a:pt x="7" y="10"/>
                  </a:lnTo>
                  <a:lnTo>
                    <a:pt x="7" y="10"/>
                  </a:lnTo>
                  <a:lnTo>
                    <a:pt x="7" y="10"/>
                  </a:lnTo>
                  <a:lnTo>
                    <a:pt x="7" y="10"/>
                  </a:lnTo>
                  <a:lnTo>
                    <a:pt x="7" y="12"/>
                  </a:lnTo>
                  <a:lnTo>
                    <a:pt x="7" y="1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240"/>
            <p:cNvSpPr>
              <a:spLocks/>
            </p:cNvSpPr>
            <p:nvPr/>
          </p:nvSpPr>
          <p:spPr bwMode="auto">
            <a:xfrm>
              <a:off x="4318000" y="3298825"/>
              <a:ext cx="157163" cy="239712"/>
            </a:xfrm>
            <a:custGeom>
              <a:avLst/>
              <a:gdLst/>
              <a:ahLst/>
              <a:cxnLst>
                <a:cxn ang="0">
                  <a:pos x="92" y="87"/>
                </a:cxn>
                <a:cxn ang="0">
                  <a:pos x="94" y="99"/>
                </a:cxn>
                <a:cxn ang="0">
                  <a:pos x="99" y="111"/>
                </a:cxn>
                <a:cxn ang="0">
                  <a:pos x="99" y="125"/>
                </a:cxn>
                <a:cxn ang="0">
                  <a:pos x="99" y="137"/>
                </a:cxn>
                <a:cxn ang="0">
                  <a:pos x="92" y="132"/>
                </a:cxn>
                <a:cxn ang="0">
                  <a:pos x="92" y="144"/>
                </a:cxn>
                <a:cxn ang="0">
                  <a:pos x="90" y="147"/>
                </a:cxn>
                <a:cxn ang="0">
                  <a:pos x="87" y="137"/>
                </a:cxn>
                <a:cxn ang="0">
                  <a:pos x="83" y="128"/>
                </a:cxn>
                <a:cxn ang="0">
                  <a:pos x="83" y="116"/>
                </a:cxn>
                <a:cxn ang="0">
                  <a:pos x="78" y="106"/>
                </a:cxn>
                <a:cxn ang="0">
                  <a:pos x="71" y="102"/>
                </a:cxn>
                <a:cxn ang="0">
                  <a:pos x="76" y="109"/>
                </a:cxn>
                <a:cxn ang="0">
                  <a:pos x="68" y="106"/>
                </a:cxn>
                <a:cxn ang="0">
                  <a:pos x="66" y="116"/>
                </a:cxn>
                <a:cxn ang="0">
                  <a:pos x="61" y="109"/>
                </a:cxn>
                <a:cxn ang="0">
                  <a:pos x="59" y="118"/>
                </a:cxn>
                <a:cxn ang="0">
                  <a:pos x="52" y="125"/>
                </a:cxn>
                <a:cxn ang="0">
                  <a:pos x="42" y="123"/>
                </a:cxn>
                <a:cxn ang="0">
                  <a:pos x="35" y="125"/>
                </a:cxn>
                <a:cxn ang="0">
                  <a:pos x="26" y="128"/>
                </a:cxn>
                <a:cxn ang="0">
                  <a:pos x="23" y="121"/>
                </a:cxn>
                <a:cxn ang="0">
                  <a:pos x="21" y="109"/>
                </a:cxn>
                <a:cxn ang="0">
                  <a:pos x="21" y="97"/>
                </a:cxn>
                <a:cxn ang="0">
                  <a:pos x="19" y="87"/>
                </a:cxn>
                <a:cxn ang="0">
                  <a:pos x="16" y="80"/>
                </a:cxn>
                <a:cxn ang="0">
                  <a:pos x="12" y="71"/>
                </a:cxn>
                <a:cxn ang="0">
                  <a:pos x="16" y="61"/>
                </a:cxn>
                <a:cxn ang="0">
                  <a:pos x="7" y="57"/>
                </a:cxn>
                <a:cxn ang="0">
                  <a:pos x="0" y="50"/>
                </a:cxn>
                <a:cxn ang="0">
                  <a:pos x="7" y="45"/>
                </a:cxn>
                <a:cxn ang="0">
                  <a:pos x="12" y="38"/>
                </a:cxn>
                <a:cxn ang="0">
                  <a:pos x="21" y="35"/>
                </a:cxn>
                <a:cxn ang="0">
                  <a:pos x="14" y="28"/>
                </a:cxn>
                <a:cxn ang="0">
                  <a:pos x="7" y="23"/>
                </a:cxn>
                <a:cxn ang="0">
                  <a:pos x="2" y="14"/>
                </a:cxn>
                <a:cxn ang="0">
                  <a:pos x="12" y="7"/>
                </a:cxn>
                <a:cxn ang="0">
                  <a:pos x="9" y="2"/>
                </a:cxn>
                <a:cxn ang="0">
                  <a:pos x="16" y="9"/>
                </a:cxn>
                <a:cxn ang="0">
                  <a:pos x="21" y="7"/>
                </a:cxn>
                <a:cxn ang="0">
                  <a:pos x="23" y="12"/>
                </a:cxn>
                <a:cxn ang="0">
                  <a:pos x="33" y="16"/>
                </a:cxn>
                <a:cxn ang="0">
                  <a:pos x="38" y="14"/>
                </a:cxn>
                <a:cxn ang="0">
                  <a:pos x="40" y="26"/>
                </a:cxn>
                <a:cxn ang="0">
                  <a:pos x="42" y="35"/>
                </a:cxn>
                <a:cxn ang="0">
                  <a:pos x="54" y="38"/>
                </a:cxn>
                <a:cxn ang="0">
                  <a:pos x="68" y="38"/>
                </a:cxn>
                <a:cxn ang="0">
                  <a:pos x="78" y="38"/>
                </a:cxn>
                <a:cxn ang="0">
                  <a:pos x="90" y="38"/>
                </a:cxn>
                <a:cxn ang="0">
                  <a:pos x="94" y="45"/>
                </a:cxn>
                <a:cxn ang="0">
                  <a:pos x="90" y="54"/>
                </a:cxn>
                <a:cxn ang="0">
                  <a:pos x="85" y="61"/>
                </a:cxn>
                <a:cxn ang="0">
                  <a:pos x="78" y="66"/>
                </a:cxn>
                <a:cxn ang="0">
                  <a:pos x="68" y="68"/>
                </a:cxn>
                <a:cxn ang="0">
                  <a:pos x="68" y="80"/>
                </a:cxn>
                <a:cxn ang="0">
                  <a:pos x="73" y="90"/>
                </a:cxn>
                <a:cxn ang="0">
                  <a:pos x="76" y="92"/>
                </a:cxn>
                <a:cxn ang="0">
                  <a:pos x="80" y="87"/>
                </a:cxn>
                <a:cxn ang="0">
                  <a:pos x="85" y="76"/>
                </a:cxn>
              </a:cxnLst>
              <a:rect l="0" t="0" r="r" b="b"/>
              <a:pathLst>
                <a:path w="99" h="151">
                  <a:moveTo>
                    <a:pt x="92" y="76"/>
                  </a:moveTo>
                  <a:lnTo>
                    <a:pt x="92" y="78"/>
                  </a:lnTo>
                  <a:lnTo>
                    <a:pt x="92" y="78"/>
                  </a:lnTo>
                  <a:lnTo>
                    <a:pt x="92" y="78"/>
                  </a:lnTo>
                  <a:lnTo>
                    <a:pt x="92" y="78"/>
                  </a:lnTo>
                  <a:lnTo>
                    <a:pt x="92" y="78"/>
                  </a:lnTo>
                  <a:lnTo>
                    <a:pt x="92" y="80"/>
                  </a:lnTo>
                  <a:lnTo>
                    <a:pt x="92" y="80"/>
                  </a:lnTo>
                  <a:lnTo>
                    <a:pt x="92" y="83"/>
                  </a:lnTo>
                  <a:lnTo>
                    <a:pt x="92" y="83"/>
                  </a:lnTo>
                  <a:lnTo>
                    <a:pt x="94" y="83"/>
                  </a:lnTo>
                  <a:lnTo>
                    <a:pt x="94" y="85"/>
                  </a:lnTo>
                  <a:lnTo>
                    <a:pt x="94" y="85"/>
                  </a:lnTo>
                  <a:lnTo>
                    <a:pt x="94" y="87"/>
                  </a:lnTo>
                  <a:lnTo>
                    <a:pt x="92" y="87"/>
                  </a:lnTo>
                  <a:lnTo>
                    <a:pt x="92" y="87"/>
                  </a:lnTo>
                  <a:lnTo>
                    <a:pt x="92" y="87"/>
                  </a:lnTo>
                  <a:lnTo>
                    <a:pt x="92" y="90"/>
                  </a:lnTo>
                  <a:lnTo>
                    <a:pt x="94" y="90"/>
                  </a:lnTo>
                  <a:lnTo>
                    <a:pt x="94" y="90"/>
                  </a:lnTo>
                  <a:lnTo>
                    <a:pt x="94" y="92"/>
                  </a:lnTo>
                  <a:lnTo>
                    <a:pt x="94" y="92"/>
                  </a:lnTo>
                  <a:lnTo>
                    <a:pt x="94" y="95"/>
                  </a:lnTo>
                  <a:lnTo>
                    <a:pt x="94" y="95"/>
                  </a:lnTo>
                  <a:lnTo>
                    <a:pt x="94" y="95"/>
                  </a:lnTo>
                  <a:lnTo>
                    <a:pt x="94" y="97"/>
                  </a:lnTo>
                  <a:lnTo>
                    <a:pt x="94" y="97"/>
                  </a:lnTo>
                  <a:lnTo>
                    <a:pt x="94" y="97"/>
                  </a:lnTo>
                  <a:lnTo>
                    <a:pt x="94" y="97"/>
                  </a:lnTo>
                  <a:lnTo>
                    <a:pt x="94" y="99"/>
                  </a:lnTo>
                  <a:lnTo>
                    <a:pt x="97" y="99"/>
                  </a:lnTo>
                  <a:lnTo>
                    <a:pt x="97" y="99"/>
                  </a:lnTo>
                  <a:lnTo>
                    <a:pt x="97" y="102"/>
                  </a:lnTo>
                  <a:lnTo>
                    <a:pt x="97" y="102"/>
                  </a:lnTo>
                  <a:lnTo>
                    <a:pt x="97" y="104"/>
                  </a:lnTo>
                  <a:lnTo>
                    <a:pt x="97" y="104"/>
                  </a:lnTo>
                  <a:lnTo>
                    <a:pt x="97" y="104"/>
                  </a:lnTo>
                  <a:lnTo>
                    <a:pt x="97" y="106"/>
                  </a:lnTo>
                  <a:lnTo>
                    <a:pt x="97" y="106"/>
                  </a:lnTo>
                  <a:lnTo>
                    <a:pt x="97" y="106"/>
                  </a:lnTo>
                  <a:lnTo>
                    <a:pt x="97" y="109"/>
                  </a:lnTo>
                  <a:lnTo>
                    <a:pt x="97" y="109"/>
                  </a:lnTo>
                  <a:lnTo>
                    <a:pt x="99" y="109"/>
                  </a:lnTo>
                  <a:lnTo>
                    <a:pt x="99" y="111"/>
                  </a:lnTo>
                  <a:lnTo>
                    <a:pt x="99" y="111"/>
                  </a:lnTo>
                  <a:lnTo>
                    <a:pt x="99" y="114"/>
                  </a:lnTo>
                  <a:lnTo>
                    <a:pt x="99" y="114"/>
                  </a:lnTo>
                  <a:lnTo>
                    <a:pt x="99" y="116"/>
                  </a:lnTo>
                  <a:lnTo>
                    <a:pt x="99" y="116"/>
                  </a:lnTo>
                  <a:lnTo>
                    <a:pt x="99" y="116"/>
                  </a:lnTo>
                  <a:lnTo>
                    <a:pt x="99" y="118"/>
                  </a:lnTo>
                  <a:lnTo>
                    <a:pt x="99" y="118"/>
                  </a:lnTo>
                  <a:lnTo>
                    <a:pt x="99" y="118"/>
                  </a:lnTo>
                  <a:lnTo>
                    <a:pt x="99" y="121"/>
                  </a:lnTo>
                  <a:lnTo>
                    <a:pt x="99" y="121"/>
                  </a:lnTo>
                  <a:lnTo>
                    <a:pt x="99" y="123"/>
                  </a:lnTo>
                  <a:lnTo>
                    <a:pt x="99" y="123"/>
                  </a:lnTo>
                  <a:lnTo>
                    <a:pt x="99" y="125"/>
                  </a:lnTo>
                  <a:lnTo>
                    <a:pt x="99" y="125"/>
                  </a:lnTo>
                  <a:lnTo>
                    <a:pt x="99" y="125"/>
                  </a:lnTo>
                  <a:lnTo>
                    <a:pt x="99" y="128"/>
                  </a:lnTo>
                  <a:lnTo>
                    <a:pt x="99" y="128"/>
                  </a:lnTo>
                  <a:lnTo>
                    <a:pt x="99" y="128"/>
                  </a:lnTo>
                  <a:lnTo>
                    <a:pt x="99" y="128"/>
                  </a:lnTo>
                  <a:lnTo>
                    <a:pt x="99" y="130"/>
                  </a:lnTo>
                  <a:lnTo>
                    <a:pt x="99" y="130"/>
                  </a:lnTo>
                  <a:lnTo>
                    <a:pt x="99" y="132"/>
                  </a:lnTo>
                  <a:lnTo>
                    <a:pt x="99" y="132"/>
                  </a:lnTo>
                  <a:lnTo>
                    <a:pt x="99" y="135"/>
                  </a:lnTo>
                  <a:lnTo>
                    <a:pt x="99" y="135"/>
                  </a:lnTo>
                  <a:lnTo>
                    <a:pt x="99" y="135"/>
                  </a:lnTo>
                  <a:lnTo>
                    <a:pt x="99" y="137"/>
                  </a:lnTo>
                  <a:lnTo>
                    <a:pt x="99" y="137"/>
                  </a:lnTo>
                  <a:lnTo>
                    <a:pt x="99" y="137"/>
                  </a:lnTo>
                  <a:lnTo>
                    <a:pt x="99" y="137"/>
                  </a:lnTo>
                  <a:lnTo>
                    <a:pt x="99" y="137"/>
                  </a:lnTo>
                  <a:lnTo>
                    <a:pt x="99" y="135"/>
                  </a:lnTo>
                  <a:lnTo>
                    <a:pt x="99" y="135"/>
                  </a:lnTo>
                  <a:lnTo>
                    <a:pt x="97" y="135"/>
                  </a:lnTo>
                  <a:lnTo>
                    <a:pt x="97" y="135"/>
                  </a:lnTo>
                  <a:lnTo>
                    <a:pt x="97" y="135"/>
                  </a:lnTo>
                  <a:lnTo>
                    <a:pt x="94" y="135"/>
                  </a:lnTo>
                  <a:lnTo>
                    <a:pt x="94" y="135"/>
                  </a:lnTo>
                  <a:lnTo>
                    <a:pt x="94" y="135"/>
                  </a:lnTo>
                  <a:lnTo>
                    <a:pt x="94" y="132"/>
                  </a:lnTo>
                  <a:lnTo>
                    <a:pt x="94" y="132"/>
                  </a:lnTo>
                  <a:lnTo>
                    <a:pt x="94" y="132"/>
                  </a:lnTo>
                  <a:lnTo>
                    <a:pt x="92" y="132"/>
                  </a:lnTo>
                  <a:lnTo>
                    <a:pt x="92" y="132"/>
                  </a:lnTo>
                  <a:lnTo>
                    <a:pt x="92" y="132"/>
                  </a:lnTo>
                  <a:lnTo>
                    <a:pt x="92" y="132"/>
                  </a:lnTo>
                  <a:lnTo>
                    <a:pt x="92" y="135"/>
                  </a:lnTo>
                  <a:lnTo>
                    <a:pt x="92" y="135"/>
                  </a:lnTo>
                  <a:lnTo>
                    <a:pt x="90" y="135"/>
                  </a:lnTo>
                  <a:lnTo>
                    <a:pt x="90" y="137"/>
                  </a:lnTo>
                  <a:lnTo>
                    <a:pt x="90" y="137"/>
                  </a:lnTo>
                  <a:lnTo>
                    <a:pt x="90" y="137"/>
                  </a:lnTo>
                  <a:lnTo>
                    <a:pt x="90" y="140"/>
                  </a:lnTo>
                  <a:lnTo>
                    <a:pt x="90" y="140"/>
                  </a:lnTo>
                  <a:lnTo>
                    <a:pt x="90" y="142"/>
                  </a:lnTo>
                  <a:lnTo>
                    <a:pt x="92" y="142"/>
                  </a:lnTo>
                  <a:lnTo>
                    <a:pt x="92" y="142"/>
                  </a:lnTo>
                  <a:lnTo>
                    <a:pt x="92" y="144"/>
                  </a:lnTo>
                  <a:lnTo>
                    <a:pt x="92" y="144"/>
                  </a:lnTo>
                  <a:lnTo>
                    <a:pt x="92" y="144"/>
                  </a:lnTo>
                  <a:lnTo>
                    <a:pt x="92" y="147"/>
                  </a:lnTo>
                  <a:lnTo>
                    <a:pt x="92" y="147"/>
                  </a:lnTo>
                  <a:lnTo>
                    <a:pt x="92" y="147"/>
                  </a:lnTo>
                  <a:lnTo>
                    <a:pt x="92" y="147"/>
                  </a:lnTo>
                  <a:lnTo>
                    <a:pt x="92" y="149"/>
                  </a:lnTo>
                  <a:lnTo>
                    <a:pt x="92" y="149"/>
                  </a:lnTo>
                  <a:lnTo>
                    <a:pt x="94" y="149"/>
                  </a:lnTo>
                  <a:lnTo>
                    <a:pt x="94" y="151"/>
                  </a:lnTo>
                  <a:lnTo>
                    <a:pt x="92" y="151"/>
                  </a:lnTo>
                  <a:lnTo>
                    <a:pt x="92" y="151"/>
                  </a:lnTo>
                  <a:lnTo>
                    <a:pt x="92" y="149"/>
                  </a:lnTo>
                  <a:lnTo>
                    <a:pt x="92" y="149"/>
                  </a:lnTo>
                  <a:lnTo>
                    <a:pt x="92" y="149"/>
                  </a:lnTo>
                  <a:lnTo>
                    <a:pt x="92" y="147"/>
                  </a:lnTo>
                  <a:lnTo>
                    <a:pt x="90" y="147"/>
                  </a:lnTo>
                  <a:lnTo>
                    <a:pt x="90" y="147"/>
                  </a:lnTo>
                  <a:lnTo>
                    <a:pt x="90" y="147"/>
                  </a:lnTo>
                  <a:lnTo>
                    <a:pt x="90" y="147"/>
                  </a:lnTo>
                  <a:lnTo>
                    <a:pt x="90" y="144"/>
                  </a:lnTo>
                  <a:lnTo>
                    <a:pt x="90" y="144"/>
                  </a:lnTo>
                  <a:lnTo>
                    <a:pt x="87" y="144"/>
                  </a:lnTo>
                  <a:lnTo>
                    <a:pt x="87" y="142"/>
                  </a:lnTo>
                  <a:lnTo>
                    <a:pt x="87" y="142"/>
                  </a:lnTo>
                  <a:lnTo>
                    <a:pt x="87" y="142"/>
                  </a:lnTo>
                  <a:lnTo>
                    <a:pt x="87" y="140"/>
                  </a:lnTo>
                  <a:lnTo>
                    <a:pt x="87" y="140"/>
                  </a:lnTo>
                  <a:lnTo>
                    <a:pt x="87" y="140"/>
                  </a:lnTo>
                  <a:lnTo>
                    <a:pt x="87" y="137"/>
                  </a:lnTo>
                  <a:lnTo>
                    <a:pt x="87" y="137"/>
                  </a:lnTo>
                  <a:lnTo>
                    <a:pt x="87" y="137"/>
                  </a:lnTo>
                  <a:lnTo>
                    <a:pt x="85" y="137"/>
                  </a:lnTo>
                  <a:lnTo>
                    <a:pt x="85" y="135"/>
                  </a:lnTo>
                  <a:lnTo>
                    <a:pt x="85" y="135"/>
                  </a:lnTo>
                  <a:lnTo>
                    <a:pt x="85" y="135"/>
                  </a:lnTo>
                  <a:lnTo>
                    <a:pt x="85" y="132"/>
                  </a:lnTo>
                  <a:lnTo>
                    <a:pt x="85" y="132"/>
                  </a:lnTo>
                  <a:lnTo>
                    <a:pt x="85" y="132"/>
                  </a:lnTo>
                  <a:lnTo>
                    <a:pt x="83" y="132"/>
                  </a:lnTo>
                  <a:lnTo>
                    <a:pt x="83" y="132"/>
                  </a:lnTo>
                  <a:lnTo>
                    <a:pt x="83" y="130"/>
                  </a:lnTo>
                  <a:lnTo>
                    <a:pt x="83" y="130"/>
                  </a:lnTo>
                  <a:lnTo>
                    <a:pt x="83" y="130"/>
                  </a:lnTo>
                  <a:lnTo>
                    <a:pt x="83" y="128"/>
                  </a:lnTo>
                  <a:lnTo>
                    <a:pt x="83" y="128"/>
                  </a:lnTo>
                  <a:lnTo>
                    <a:pt x="83" y="128"/>
                  </a:lnTo>
                  <a:lnTo>
                    <a:pt x="83" y="128"/>
                  </a:lnTo>
                  <a:lnTo>
                    <a:pt x="83" y="125"/>
                  </a:lnTo>
                  <a:lnTo>
                    <a:pt x="80" y="125"/>
                  </a:lnTo>
                  <a:lnTo>
                    <a:pt x="80" y="125"/>
                  </a:lnTo>
                  <a:lnTo>
                    <a:pt x="80" y="123"/>
                  </a:lnTo>
                  <a:lnTo>
                    <a:pt x="83" y="123"/>
                  </a:lnTo>
                  <a:lnTo>
                    <a:pt x="83" y="123"/>
                  </a:lnTo>
                  <a:lnTo>
                    <a:pt x="83" y="121"/>
                  </a:lnTo>
                  <a:lnTo>
                    <a:pt x="83" y="121"/>
                  </a:lnTo>
                  <a:lnTo>
                    <a:pt x="83" y="118"/>
                  </a:lnTo>
                  <a:lnTo>
                    <a:pt x="83" y="118"/>
                  </a:lnTo>
                  <a:lnTo>
                    <a:pt x="83" y="118"/>
                  </a:lnTo>
                  <a:lnTo>
                    <a:pt x="83" y="116"/>
                  </a:lnTo>
                  <a:lnTo>
                    <a:pt x="83" y="116"/>
                  </a:lnTo>
                  <a:lnTo>
                    <a:pt x="83" y="116"/>
                  </a:lnTo>
                  <a:lnTo>
                    <a:pt x="80" y="116"/>
                  </a:lnTo>
                  <a:lnTo>
                    <a:pt x="80" y="116"/>
                  </a:lnTo>
                  <a:lnTo>
                    <a:pt x="80" y="114"/>
                  </a:lnTo>
                  <a:lnTo>
                    <a:pt x="80" y="114"/>
                  </a:lnTo>
                  <a:lnTo>
                    <a:pt x="80" y="114"/>
                  </a:lnTo>
                  <a:lnTo>
                    <a:pt x="80" y="111"/>
                  </a:lnTo>
                  <a:lnTo>
                    <a:pt x="80" y="111"/>
                  </a:lnTo>
                  <a:lnTo>
                    <a:pt x="80" y="109"/>
                  </a:lnTo>
                  <a:lnTo>
                    <a:pt x="80" y="109"/>
                  </a:lnTo>
                  <a:lnTo>
                    <a:pt x="80" y="109"/>
                  </a:lnTo>
                  <a:lnTo>
                    <a:pt x="80" y="106"/>
                  </a:lnTo>
                  <a:lnTo>
                    <a:pt x="80" y="106"/>
                  </a:lnTo>
                  <a:lnTo>
                    <a:pt x="78" y="106"/>
                  </a:lnTo>
                  <a:lnTo>
                    <a:pt x="78" y="106"/>
                  </a:lnTo>
                  <a:lnTo>
                    <a:pt x="78" y="106"/>
                  </a:lnTo>
                  <a:lnTo>
                    <a:pt x="78" y="104"/>
                  </a:lnTo>
                  <a:lnTo>
                    <a:pt x="76" y="104"/>
                  </a:lnTo>
                  <a:lnTo>
                    <a:pt x="76" y="104"/>
                  </a:lnTo>
                  <a:lnTo>
                    <a:pt x="76" y="102"/>
                  </a:lnTo>
                  <a:lnTo>
                    <a:pt x="76" y="102"/>
                  </a:lnTo>
                  <a:lnTo>
                    <a:pt x="76" y="102"/>
                  </a:lnTo>
                  <a:lnTo>
                    <a:pt x="76" y="102"/>
                  </a:lnTo>
                  <a:lnTo>
                    <a:pt x="76" y="99"/>
                  </a:lnTo>
                  <a:lnTo>
                    <a:pt x="73" y="99"/>
                  </a:lnTo>
                  <a:lnTo>
                    <a:pt x="73" y="99"/>
                  </a:lnTo>
                  <a:lnTo>
                    <a:pt x="73" y="99"/>
                  </a:lnTo>
                  <a:lnTo>
                    <a:pt x="73" y="99"/>
                  </a:lnTo>
                  <a:lnTo>
                    <a:pt x="73" y="99"/>
                  </a:lnTo>
                  <a:lnTo>
                    <a:pt x="71" y="99"/>
                  </a:lnTo>
                  <a:lnTo>
                    <a:pt x="71" y="102"/>
                  </a:lnTo>
                  <a:lnTo>
                    <a:pt x="73" y="102"/>
                  </a:lnTo>
                  <a:lnTo>
                    <a:pt x="73" y="102"/>
                  </a:lnTo>
                  <a:lnTo>
                    <a:pt x="73" y="102"/>
                  </a:lnTo>
                  <a:lnTo>
                    <a:pt x="73" y="102"/>
                  </a:lnTo>
                  <a:lnTo>
                    <a:pt x="76" y="102"/>
                  </a:lnTo>
                  <a:lnTo>
                    <a:pt x="76" y="104"/>
                  </a:lnTo>
                  <a:lnTo>
                    <a:pt x="76" y="104"/>
                  </a:lnTo>
                  <a:lnTo>
                    <a:pt x="76" y="104"/>
                  </a:lnTo>
                  <a:lnTo>
                    <a:pt x="76" y="106"/>
                  </a:lnTo>
                  <a:lnTo>
                    <a:pt x="76" y="106"/>
                  </a:lnTo>
                  <a:lnTo>
                    <a:pt x="76" y="106"/>
                  </a:lnTo>
                  <a:lnTo>
                    <a:pt x="76" y="106"/>
                  </a:lnTo>
                  <a:lnTo>
                    <a:pt x="76" y="109"/>
                  </a:lnTo>
                  <a:lnTo>
                    <a:pt x="76" y="109"/>
                  </a:lnTo>
                  <a:lnTo>
                    <a:pt x="76" y="109"/>
                  </a:lnTo>
                  <a:lnTo>
                    <a:pt x="76" y="109"/>
                  </a:lnTo>
                  <a:lnTo>
                    <a:pt x="73" y="109"/>
                  </a:lnTo>
                  <a:lnTo>
                    <a:pt x="73" y="109"/>
                  </a:lnTo>
                  <a:lnTo>
                    <a:pt x="73" y="109"/>
                  </a:lnTo>
                  <a:lnTo>
                    <a:pt x="73" y="106"/>
                  </a:lnTo>
                  <a:lnTo>
                    <a:pt x="73" y="106"/>
                  </a:lnTo>
                  <a:lnTo>
                    <a:pt x="73" y="106"/>
                  </a:lnTo>
                  <a:lnTo>
                    <a:pt x="73" y="106"/>
                  </a:lnTo>
                  <a:lnTo>
                    <a:pt x="73" y="104"/>
                  </a:lnTo>
                  <a:lnTo>
                    <a:pt x="73" y="104"/>
                  </a:lnTo>
                  <a:lnTo>
                    <a:pt x="71" y="104"/>
                  </a:lnTo>
                  <a:lnTo>
                    <a:pt x="71" y="104"/>
                  </a:lnTo>
                  <a:lnTo>
                    <a:pt x="71" y="106"/>
                  </a:lnTo>
                  <a:lnTo>
                    <a:pt x="71" y="106"/>
                  </a:lnTo>
                  <a:lnTo>
                    <a:pt x="68" y="106"/>
                  </a:lnTo>
                  <a:lnTo>
                    <a:pt x="68" y="106"/>
                  </a:lnTo>
                  <a:lnTo>
                    <a:pt x="68" y="106"/>
                  </a:lnTo>
                  <a:lnTo>
                    <a:pt x="68" y="106"/>
                  </a:lnTo>
                  <a:lnTo>
                    <a:pt x="68" y="109"/>
                  </a:lnTo>
                  <a:lnTo>
                    <a:pt x="68" y="109"/>
                  </a:lnTo>
                  <a:lnTo>
                    <a:pt x="68" y="111"/>
                  </a:lnTo>
                  <a:lnTo>
                    <a:pt x="68" y="111"/>
                  </a:lnTo>
                  <a:lnTo>
                    <a:pt x="68" y="114"/>
                  </a:lnTo>
                  <a:lnTo>
                    <a:pt x="68" y="114"/>
                  </a:lnTo>
                  <a:lnTo>
                    <a:pt x="68" y="114"/>
                  </a:lnTo>
                  <a:lnTo>
                    <a:pt x="68" y="116"/>
                  </a:lnTo>
                  <a:lnTo>
                    <a:pt x="66" y="116"/>
                  </a:lnTo>
                  <a:lnTo>
                    <a:pt x="66" y="116"/>
                  </a:lnTo>
                  <a:lnTo>
                    <a:pt x="66" y="116"/>
                  </a:lnTo>
                  <a:lnTo>
                    <a:pt x="66" y="116"/>
                  </a:lnTo>
                  <a:lnTo>
                    <a:pt x="66" y="116"/>
                  </a:lnTo>
                  <a:lnTo>
                    <a:pt x="64" y="116"/>
                  </a:lnTo>
                  <a:lnTo>
                    <a:pt x="64" y="116"/>
                  </a:lnTo>
                  <a:lnTo>
                    <a:pt x="64" y="116"/>
                  </a:lnTo>
                  <a:lnTo>
                    <a:pt x="64" y="114"/>
                  </a:lnTo>
                  <a:lnTo>
                    <a:pt x="64" y="114"/>
                  </a:lnTo>
                  <a:lnTo>
                    <a:pt x="64" y="116"/>
                  </a:lnTo>
                  <a:lnTo>
                    <a:pt x="64" y="116"/>
                  </a:lnTo>
                  <a:lnTo>
                    <a:pt x="61" y="116"/>
                  </a:lnTo>
                  <a:lnTo>
                    <a:pt x="61" y="116"/>
                  </a:lnTo>
                  <a:lnTo>
                    <a:pt x="61" y="114"/>
                  </a:lnTo>
                  <a:lnTo>
                    <a:pt x="61" y="114"/>
                  </a:lnTo>
                  <a:lnTo>
                    <a:pt x="61" y="111"/>
                  </a:lnTo>
                  <a:lnTo>
                    <a:pt x="61" y="111"/>
                  </a:lnTo>
                  <a:lnTo>
                    <a:pt x="61" y="109"/>
                  </a:lnTo>
                  <a:lnTo>
                    <a:pt x="61" y="109"/>
                  </a:lnTo>
                  <a:lnTo>
                    <a:pt x="61" y="109"/>
                  </a:lnTo>
                  <a:lnTo>
                    <a:pt x="61" y="109"/>
                  </a:lnTo>
                  <a:lnTo>
                    <a:pt x="61" y="111"/>
                  </a:lnTo>
                  <a:lnTo>
                    <a:pt x="61" y="111"/>
                  </a:lnTo>
                  <a:lnTo>
                    <a:pt x="61" y="114"/>
                  </a:lnTo>
                  <a:lnTo>
                    <a:pt x="61" y="114"/>
                  </a:lnTo>
                  <a:lnTo>
                    <a:pt x="61" y="114"/>
                  </a:lnTo>
                  <a:lnTo>
                    <a:pt x="61" y="116"/>
                  </a:lnTo>
                  <a:lnTo>
                    <a:pt x="61" y="116"/>
                  </a:lnTo>
                  <a:lnTo>
                    <a:pt x="59" y="116"/>
                  </a:lnTo>
                  <a:lnTo>
                    <a:pt x="59" y="116"/>
                  </a:lnTo>
                  <a:lnTo>
                    <a:pt x="59" y="116"/>
                  </a:lnTo>
                  <a:lnTo>
                    <a:pt x="59" y="116"/>
                  </a:lnTo>
                  <a:lnTo>
                    <a:pt x="59" y="118"/>
                  </a:lnTo>
                  <a:lnTo>
                    <a:pt x="59" y="118"/>
                  </a:lnTo>
                  <a:lnTo>
                    <a:pt x="59" y="118"/>
                  </a:lnTo>
                  <a:lnTo>
                    <a:pt x="59" y="121"/>
                  </a:lnTo>
                  <a:lnTo>
                    <a:pt x="59" y="121"/>
                  </a:lnTo>
                  <a:lnTo>
                    <a:pt x="57" y="121"/>
                  </a:lnTo>
                  <a:lnTo>
                    <a:pt x="57" y="121"/>
                  </a:lnTo>
                  <a:lnTo>
                    <a:pt x="57" y="121"/>
                  </a:lnTo>
                  <a:lnTo>
                    <a:pt x="54" y="121"/>
                  </a:lnTo>
                  <a:lnTo>
                    <a:pt x="54" y="121"/>
                  </a:lnTo>
                  <a:lnTo>
                    <a:pt x="54" y="123"/>
                  </a:lnTo>
                  <a:lnTo>
                    <a:pt x="54" y="123"/>
                  </a:lnTo>
                  <a:lnTo>
                    <a:pt x="52" y="123"/>
                  </a:lnTo>
                  <a:lnTo>
                    <a:pt x="52" y="123"/>
                  </a:lnTo>
                  <a:lnTo>
                    <a:pt x="52" y="125"/>
                  </a:lnTo>
                  <a:lnTo>
                    <a:pt x="52" y="125"/>
                  </a:lnTo>
                  <a:lnTo>
                    <a:pt x="52" y="123"/>
                  </a:lnTo>
                  <a:lnTo>
                    <a:pt x="52" y="123"/>
                  </a:lnTo>
                  <a:lnTo>
                    <a:pt x="52" y="123"/>
                  </a:lnTo>
                  <a:lnTo>
                    <a:pt x="49" y="123"/>
                  </a:lnTo>
                  <a:lnTo>
                    <a:pt x="49" y="123"/>
                  </a:lnTo>
                  <a:lnTo>
                    <a:pt x="49" y="123"/>
                  </a:lnTo>
                  <a:lnTo>
                    <a:pt x="47" y="123"/>
                  </a:lnTo>
                  <a:lnTo>
                    <a:pt x="47" y="123"/>
                  </a:lnTo>
                  <a:lnTo>
                    <a:pt x="47" y="125"/>
                  </a:lnTo>
                  <a:lnTo>
                    <a:pt x="47" y="125"/>
                  </a:lnTo>
                  <a:lnTo>
                    <a:pt x="45" y="125"/>
                  </a:lnTo>
                  <a:lnTo>
                    <a:pt x="45" y="123"/>
                  </a:lnTo>
                  <a:lnTo>
                    <a:pt x="45" y="123"/>
                  </a:lnTo>
                  <a:lnTo>
                    <a:pt x="42" y="123"/>
                  </a:lnTo>
                  <a:lnTo>
                    <a:pt x="42" y="123"/>
                  </a:lnTo>
                  <a:lnTo>
                    <a:pt x="42" y="123"/>
                  </a:lnTo>
                  <a:lnTo>
                    <a:pt x="42" y="121"/>
                  </a:lnTo>
                  <a:lnTo>
                    <a:pt x="42" y="121"/>
                  </a:lnTo>
                  <a:lnTo>
                    <a:pt x="40" y="121"/>
                  </a:lnTo>
                  <a:lnTo>
                    <a:pt x="40" y="121"/>
                  </a:lnTo>
                  <a:lnTo>
                    <a:pt x="40" y="123"/>
                  </a:lnTo>
                  <a:lnTo>
                    <a:pt x="40" y="123"/>
                  </a:lnTo>
                  <a:lnTo>
                    <a:pt x="38" y="123"/>
                  </a:lnTo>
                  <a:lnTo>
                    <a:pt x="38" y="123"/>
                  </a:lnTo>
                  <a:lnTo>
                    <a:pt x="38" y="123"/>
                  </a:lnTo>
                  <a:lnTo>
                    <a:pt x="38" y="125"/>
                  </a:lnTo>
                  <a:lnTo>
                    <a:pt x="35" y="125"/>
                  </a:lnTo>
                  <a:lnTo>
                    <a:pt x="35" y="125"/>
                  </a:lnTo>
                  <a:lnTo>
                    <a:pt x="35" y="125"/>
                  </a:lnTo>
                  <a:lnTo>
                    <a:pt x="35" y="125"/>
                  </a:lnTo>
                  <a:lnTo>
                    <a:pt x="35" y="128"/>
                  </a:lnTo>
                  <a:lnTo>
                    <a:pt x="33" y="128"/>
                  </a:lnTo>
                  <a:lnTo>
                    <a:pt x="33" y="128"/>
                  </a:lnTo>
                  <a:lnTo>
                    <a:pt x="33" y="125"/>
                  </a:lnTo>
                  <a:lnTo>
                    <a:pt x="33" y="125"/>
                  </a:lnTo>
                  <a:lnTo>
                    <a:pt x="33" y="125"/>
                  </a:lnTo>
                  <a:lnTo>
                    <a:pt x="31" y="125"/>
                  </a:lnTo>
                  <a:lnTo>
                    <a:pt x="31" y="125"/>
                  </a:lnTo>
                  <a:lnTo>
                    <a:pt x="31" y="125"/>
                  </a:lnTo>
                  <a:lnTo>
                    <a:pt x="28" y="125"/>
                  </a:lnTo>
                  <a:lnTo>
                    <a:pt x="28" y="128"/>
                  </a:lnTo>
                  <a:lnTo>
                    <a:pt x="28" y="128"/>
                  </a:lnTo>
                  <a:lnTo>
                    <a:pt x="28" y="128"/>
                  </a:lnTo>
                  <a:lnTo>
                    <a:pt x="28" y="128"/>
                  </a:lnTo>
                  <a:lnTo>
                    <a:pt x="26" y="128"/>
                  </a:lnTo>
                  <a:lnTo>
                    <a:pt x="26" y="128"/>
                  </a:lnTo>
                  <a:lnTo>
                    <a:pt x="26" y="128"/>
                  </a:lnTo>
                  <a:lnTo>
                    <a:pt x="26" y="128"/>
                  </a:lnTo>
                  <a:lnTo>
                    <a:pt x="26" y="125"/>
                  </a:lnTo>
                  <a:lnTo>
                    <a:pt x="23" y="125"/>
                  </a:lnTo>
                  <a:lnTo>
                    <a:pt x="23" y="125"/>
                  </a:lnTo>
                  <a:lnTo>
                    <a:pt x="23" y="125"/>
                  </a:lnTo>
                  <a:lnTo>
                    <a:pt x="21" y="125"/>
                  </a:lnTo>
                  <a:lnTo>
                    <a:pt x="21" y="123"/>
                  </a:lnTo>
                  <a:lnTo>
                    <a:pt x="23" y="123"/>
                  </a:lnTo>
                  <a:lnTo>
                    <a:pt x="23" y="123"/>
                  </a:lnTo>
                  <a:lnTo>
                    <a:pt x="23" y="121"/>
                  </a:lnTo>
                  <a:lnTo>
                    <a:pt x="21" y="121"/>
                  </a:lnTo>
                  <a:lnTo>
                    <a:pt x="21" y="121"/>
                  </a:lnTo>
                  <a:lnTo>
                    <a:pt x="23" y="121"/>
                  </a:lnTo>
                  <a:lnTo>
                    <a:pt x="23" y="118"/>
                  </a:lnTo>
                  <a:lnTo>
                    <a:pt x="23" y="118"/>
                  </a:lnTo>
                  <a:lnTo>
                    <a:pt x="23" y="116"/>
                  </a:lnTo>
                  <a:lnTo>
                    <a:pt x="21" y="116"/>
                  </a:lnTo>
                  <a:lnTo>
                    <a:pt x="21" y="116"/>
                  </a:lnTo>
                  <a:lnTo>
                    <a:pt x="21" y="116"/>
                  </a:lnTo>
                  <a:lnTo>
                    <a:pt x="23" y="116"/>
                  </a:lnTo>
                  <a:lnTo>
                    <a:pt x="23" y="114"/>
                  </a:lnTo>
                  <a:lnTo>
                    <a:pt x="23" y="114"/>
                  </a:lnTo>
                  <a:lnTo>
                    <a:pt x="21" y="114"/>
                  </a:lnTo>
                  <a:lnTo>
                    <a:pt x="21" y="111"/>
                  </a:lnTo>
                  <a:lnTo>
                    <a:pt x="21" y="111"/>
                  </a:lnTo>
                  <a:lnTo>
                    <a:pt x="21" y="111"/>
                  </a:lnTo>
                  <a:lnTo>
                    <a:pt x="21" y="111"/>
                  </a:lnTo>
                  <a:lnTo>
                    <a:pt x="21" y="109"/>
                  </a:lnTo>
                  <a:lnTo>
                    <a:pt x="21" y="109"/>
                  </a:lnTo>
                  <a:lnTo>
                    <a:pt x="21" y="109"/>
                  </a:lnTo>
                  <a:lnTo>
                    <a:pt x="21" y="106"/>
                  </a:lnTo>
                  <a:lnTo>
                    <a:pt x="21" y="106"/>
                  </a:lnTo>
                  <a:lnTo>
                    <a:pt x="21" y="106"/>
                  </a:lnTo>
                  <a:lnTo>
                    <a:pt x="21" y="104"/>
                  </a:lnTo>
                  <a:lnTo>
                    <a:pt x="21" y="104"/>
                  </a:lnTo>
                  <a:lnTo>
                    <a:pt x="21" y="104"/>
                  </a:lnTo>
                  <a:lnTo>
                    <a:pt x="21" y="102"/>
                  </a:lnTo>
                  <a:lnTo>
                    <a:pt x="21" y="102"/>
                  </a:lnTo>
                  <a:lnTo>
                    <a:pt x="21" y="99"/>
                  </a:lnTo>
                  <a:lnTo>
                    <a:pt x="19" y="99"/>
                  </a:lnTo>
                  <a:lnTo>
                    <a:pt x="19" y="99"/>
                  </a:lnTo>
                  <a:lnTo>
                    <a:pt x="21" y="99"/>
                  </a:lnTo>
                  <a:lnTo>
                    <a:pt x="21" y="97"/>
                  </a:lnTo>
                  <a:lnTo>
                    <a:pt x="21" y="97"/>
                  </a:lnTo>
                  <a:lnTo>
                    <a:pt x="21" y="97"/>
                  </a:lnTo>
                  <a:lnTo>
                    <a:pt x="19" y="97"/>
                  </a:lnTo>
                  <a:lnTo>
                    <a:pt x="19" y="95"/>
                  </a:lnTo>
                  <a:lnTo>
                    <a:pt x="19" y="95"/>
                  </a:lnTo>
                  <a:lnTo>
                    <a:pt x="19" y="95"/>
                  </a:lnTo>
                  <a:lnTo>
                    <a:pt x="19" y="92"/>
                  </a:lnTo>
                  <a:lnTo>
                    <a:pt x="19" y="92"/>
                  </a:lnTo>
                  <a:lnTo>
                    <a:pt x="19" y="90"/>
                  </a:lnTo>
                  <a:lnTo>
                    <a:pt x="19" y="90"/>
                  </a:lnTo>
                  <a:lnTo>
                    <a:pt x="19" y="90"/>
                  </a:lnTo>
                  <a:lnTo>
                    <a:pt x="19" y="87"/>
                  </a:lnTo>
                  <a:lnTo>
                    <a:pt x="21" y="87"/>
                  </a:lnTo>
                  <a:lnTo>
                    <a:pt x="21" y="87"/>
                  </a:lnTo>
                  <a:lnTo>
                    <a:pt x="19" y="87"/>
                  </a:lnTo>
                  <a:lnTo>
                    <a:pt x="19" y="87"/>
                  </a:lnTo>
                  <a:lnTo>
                    <a:pt x="19" y="87"/>
                  </a:lnTo>
                  <a:lnTo>
                    <a:pt x="19" y="87"/>
                  </a:lnTo>
                  <a:lnTo>
                    <a:pt x="16" y="87"/>
                  </a:lnTo>
                  <a:lnTo>
                    <a:pt x="16" y="87"/>
                  </a:lnTo>
                  <a:lnTo>
                    <a:pt x="14" y="87"/>
                  </a:lnTo>
                  <a:lnTo>
                    <a:pt x="14" y="85"/>
                  </a:lnTo>
                  <a:lnTo>
                    <a:pt x="14" y="85"/>
                  </a:lnTo>
                  <a:lnTo>
                    <a:pt x="16" y="85"/>
                  </a:lnTo>
                  <a:lnTo>
                    <a:pt x="16" y="83"/>
                  </a:lnTo>
                  <a:lnTo>
                    <a:pt x="16" y="83"/>
                  </a:lnTo>
                  <a:lnTo>
                    <a:pt x="16" y="83"/>
                  </a:lnTo>
                  <a:lnTo>
                    <a:pt x="16" y="80"/>
                  </a:lnTo>
                  <a:lnTo>
                    <a:pt x="16" y="80"/>
                  </a:lnTo>
                  <a:lnTo>
                    <a:pt x="16" y="80"/>
                  </a:lnTo>
                  <a:lnTo>
                    <a:pt x="14" y="80"/>
                  </a:lnTo>
                  <a:lnTo>
                    <a:pt x="14" y="78"/>
                  </a:lnTo>
                  <a:lnTo>
                    <a:pt x="14" y="78"/>
                  </a:lnTo>
                  <a:lnTo>
                    <a:pt x="14" y="78"/>
                  </a:lnTo>
                  <a:lnTo>
                    <a:pt x="14" y="78"/>
                  </a:lnTo>
                  <a:lnTo>
                    <a:pt x="14" y="78"/>
                  </a:lnTo>
                  <a:lnTo>
                    <a:pt x="12" y="78"/>
                  </a:lnTo>
                  <a:lnTo>
                    <a:pt x="12" y="76"/>
                  </a:lnTo>
                  <a:lnTo>
                    <a:pt x="12" y="76"/>
                  </a:lnTo>
                  <a:lnTo>
                    <a:pt x="12" y="73"/>
                  </a:lnTo>
                  <a:lnTo>
                    <a:pt x="12" y="73"/>
                  </a:lnTo>
                  <a:lnTo>
                    <a:pt x="14" y="73"/>
                  </a:lnTo>
                  <a:lnTo>
                    <a:pt x="14" y="71"/>
                  </a:lnTo>
                  <a:lnTo>
                    <a:pt x="12" y="71"/>
                  </a:lnTo>
                  <a:lnTo>
                    <a:pt x="12" y="71"/>
                  </a:lnTo>
                  <a:lnTo>
                    <a:pt x="14" y="71"/>
                  </a:lnTo>
                  <a:lnTo>
                    <a:pt x="14" y="71"/>
                  </a:lnTo>
                  <a:lnTo>
                    <a:pt x="14" y="71"/>
                  </a:lnTo>
                  <a:lnTo>
                    <a:pt x="14" y="68"/>
                  </a:lnTo>
                  <a:lnTo>
                    <a:pt x="16" y="68"/>
                  </a:lnTo>
                  <a:lnTo>
                    <a:pt x="16" y="68"/>
                  </a:lnTo>
                  <a:lnTo>
                    <a:pt x="16" y="68"/>
                  </a:lnTo>
                  <a:lnTo>
                    <a:pt x="16" y="66"/>
                  </a:lnTo>
                  <a:lnTo>
                    <a:pt x="16" y="66"/>
                  </a:lnTo>
                  <a:lnTo>
                    <a:pt x="14" y="66"/>
                  </a:lnTo>
                  <a:lnTo>
                    <a:pt x="14" y="64"/>
                  </a:lnTo>
                  <a:lnTo>
                    <a:pt x="14" y="64"/>
                  </a:lnTo>
                  <a:lnTo>
                    <a:pt x="14" y="61"/>
                  </a:lnTo>
                  <a:lnTo>
                    <a:pt x="16" y="61"/>
                  </a:lnTo>
                  <a:lnTo>
                    <a:pt x="16" y="61"/>
                  </a:lnTo>
                  <a:lnTo>
                    <a:pt x="16" y="59"/>
                  </a:lnTo>
                  <a:lnTo>
                    <a:pt x="14" y="59"/>
                  </a:lnTo>
                  <a:lnTo>
                    <a:pt x="14" y="59"/>
                  </a:lnTo>
                  <a:lnTo>
                    <a:pt x="14" y="59"/>
                  </a:lnTo>
                  <a:lnTo>
                    <a:pt x="14" y="59"/>
                  </a:lnTo>
                  <a:lnTo>
                    <a:pt x="14" y="59"/>
                  </a:lnTo>
                  <a:lnTo>
                    <a:pt x="14" y="59"/>
                  </a:lnTo>
                  <a:lnTo>
                    <a:pt x="12" y="59"/>
                  </a:lnTo>
                  <a:lnTo>
                    <a:pt x="12" y="59"/>
                  </a:lnTo>
                  <a:lnTo>
                    <a:pt x="12" y="59"/>
                  </a:lnTo>
                  <a:lnTo>
                    <a:pt x="9" y="59"/>
                  </a:lnTo>
                  <a:lnTo>
                    <a:pt x="9" y="57"/>
                  </a:lnTo>
                  <a:lnTo>
                    <a:pt x="9" y="57"/>
                  </a:lnTo>
                  <a:lnTo>
                    <a:pt x="7" y="57"/>
                  </a:lnTo>
                  <a:lnTo>
                    <a:pt x="7" y="57"/>
                  </a:lnTo>
                  <a:lnTo>
                    <a:pt x="7" y="57"/>
                  </a:lnTo>
                  <a:lnTo>
                    <a:pt x="7" y="57"/>
                  </a:lnTo>
                  <a:lnTo>
                    <a:pt x="7" y="57"/>
                  </a:lnTo>
                  <a:lnTo>
                    <a:pt x="4" y="57"/>
                  </a:lnTo>
                  <a:lnTo>
                    <a:pt x="4" y="57"/>
                  </a:lnTo>
                  <a:lnTo>
                    <a:pt x="4" y="54"/>
                  </a:lnTo>
                  <a:lnTo>
                    <a:pt x="2" y="54"/>
                  </a:lnTo>
                  <a:lnTo>
                    <a:pt x="2" y="54"/>
                  </a:lnTo>
                  <a:lnTo>
                    <a:pt x="2" y="54"/>
                  </a:lnTo>
                  <a:lnTo>
                    <a:pt x="2" y="52"/>
                  </a:lnTo>
                  <a:lnTo>
                    <a:pt x="2" y="52"/>
                  </a:lnTo>
                  <a:lnTo>
                    <a:pt x="2" y="52"/>
                  </a:lnTo>
                  <a:lnTo>
                    <a:pt x="2" y="50"/>
                  </a:lnTo>
                  <a:lnTo>
                    <a:pt x="0" y="50"/>
                  </a:lnTo>
                  <a:lnTo>
                    <a:pt x="0" y="50"/>
                  </a:lnTo>
                  <a:lnTo>
                    <a:pt x="0" y="47"/>
                  </a:lnTo>
                  <a:lnTo>
                    <a:pt x="2" y="47"/>
                  </a:lnTo>
                  <a:lnTo>
                    <a:pt x="2" y="47"/>
                  </a:lnTo>
                  <a:lnTo>
                    <a:pt x="2" y="47"/>
                  </a:lnTo>
                  <a:lnTo>
                    <a:pt x="2" y="47"/>
                  </a:lnTo>
                  <a:lnTo>
                    <a:pt x="2" y="47"/>
                  </a:lnTo>
                  <a:lnTo>
                    <a:pt x="2" y="45"/>
                  </a:lnTo>
                  <a:lnTo>
                    <a:pt x="2" y="45"/>
                  </a:lnTo>
                  <a:lnTo>
                    <a:pt x="2" y="42"/>
                  </a:lnTo>
                  <a:lnTo>
                    <a:pt x="4" y="42"/>
                  </a:lnTo>
                  <a:lnTo>
                    <a:pt x="4" y="42"/>
                  </a:lnTo>
                  <a:lnTo>
                    <a:pt x="4" y="45"/>
                  </a:lnTo>
                  <a:lnTo>
                    <a:pt x="7" y="45"/>
                  </a:lnTo>
                  <a:lnTo>
                    <a:pt x="7" y="45"/>
                  </a:lnTo>
                  <a:lnTo>
                    <a:pt x="7" y="45"/>
                  </a:lnTo>
                  <a:lnTo>
                    <a:pt x="7" y="45"/>
                  </a:lnTo>
                  <a:lnTo>
                    <a:pt x="7" y="42"/>
                  </a:lnTo>
                  <a:lnTo>
                    <a:pt x="7" y="42"/>
                  </a:lnTo>
                  <a:lnTo>
                    <a:pt x="9" y="42"/>
                  </a:lnTo>
                  <a:lnTo>
                    <a:pt x="9" y="42"/>
                  </a:lnTo>
                  <a:lnTo>
                    <a:pt x="9" y="40"/>
                  </a:lnTo>
                  <a:lnTo>
                    <a:pt x="9" y="40"/>
                  </a:lnTo>
                  <a:lnTo>
                    <a:pt x="9" y="40"/>
                  </a:lnTo>
                  <a:lnTo>
                    <a:pt x="9" y="38"/>
                  </a:lnTo>
                  <a:lnTo>
                    <a:pt x="9" y="38"/>
                  </a:lnTo>
                  <a:lnTo>
                    <a:pt x="9" y="38"/>
                  </a:lnTo>
                  <a:lnTo>
                    <a:pt x="12" y="38"/>
                  </a:lnTo>
                  <a:lnTo>
                    <a:pt x="12" y="38"/>
                  </a:lnTo>
                  <a:lnTo>
                    <a:pt x="12" y="38"/>
                  </a:lnTo>
                  <a:lnTo>
                    <a:pt x="12" y="38"/>
                  </a:lnTo>
                  <a:lnTo>
                    <a:pt x="12" y="38"/>
                  </a:lnTo>
                  <a:lnTo>
                    <a:pt x="14" y="38"/>
                  </a:lnTo>
                  <a:lnTo>
                    <a:pt x="14" y="38"/>
                  </a:lnTo>
                  <a:lnTo>
                    <a:pt x="14" y="38"/>
                  </a:lnTo>
                  <a:lnTo>
                    <a:pt x="16" y="38"/>
                  </a:lnTo>
                  <a:lnTo>
                    <a:pt x="16" y="38"/>
                  </a:lnTo>
                  <a:lnTo>
                    <a:pt x="16" y="38"/>
                  </a:lnTo>
                  <a:lnTo>
                    <a:pt x="16" y="38"/>
                  </a:lnTo>
                  <a:lnTo>
                    <a:pt x="19" y="38"/>
                  </a:lnTo>
                  <a:lnTo>
                    <a:pt x="19" y="38"/>
                  </a:lnTo>
                  <a:lnTo>
                    <a:pt x="19" y="38"/>
                  </a:lnTo>
                  <a:lnTo>
                    <a:pt x="19" y="38"/>
                  </a:lnTo>
                  <a:lnTo>
                    <a:pt x="19" y="38"/>
                  </a:lnTo>
                  <a:lnTo>
                    <a:pt x="21" y="38"/>
                  </a:lnTo>
                  <a:lnTo>
                    <a:pt x="21" y="35"/>
                  </a:lnTo>
                  <a:lnTo>
                    <a:pt x="21" y="35"/>
                  </a:lnTo>
                  <a:lnTo>
                    <a:pt x="21" y="35"/>
                  </a:lnTo>
                  <a:lnTo>
                    <a:pt x="21" y="33"/>
                  </a:lnTo>
                  <a:lnTo>
                    <a:pt x="21" y="33"/>
                  </a:lnTo>
                  <a:lnTo>
                    <a:pt x="19" y="33"/>
                  </a:lnTo>
                  <a:lnTo>
                    <a:pt x="19" y="33"/>
                  </a:lnTo>
                  <a:lnTo>
                    <a:pt x="19" y="33"/>
                  </a:lnTo>
                  <a:lnTo>
                    <a:pt x="19" y="33"/>
                  </a:lnTo>
                  <a:lnTo>
                    <a:pt x="19" y="31"/>
                  </a:lnTo>
                  <a:lnTo>
                    <a:pt x="19" y="31"/>
                  </a:lnTo>
                  <a:lnTo>
                    <a:pt x="19" y="28"/>
                  </a:lnTo>
                  <a:lnTo>
                    <a:pt x="16" y="28"/>
                  </a:lnTo>
                  <a:lnTo>
                    <a:pt x="16" y="28"/>
                  </a:lnTo>
                  <a:lnTo>
                    <a:pt x="14" y="28"/>
                  </a:lnTo>
                  <a:lnTo>
                    <a:pt x="14" y="28"/>
                  </a:lnTo>
                  <a:lnTo>
                    <a:pt x="14" y="28"/>
                  </a:lnTo>
                  <a:lnTo>
                    <a:pt x="12" y="28"/>
                  </a:lnTo>
                  <a:lnTo>
                    <a:pt x="12" y="28"/>
                  </a:lnTo>
                  <a:lnTo>
                    <a:pt x="12" y="28"/>
                  </a:lnTo>
                  <a:lnTo>
                    <a:pt x="12" y="28"/>
                  </a:lnTo>
                  <a:lnTo>
                    <a:pt x="12" y="28"/>
                  </a:lnTo>
                  <a:lnTo>
                    <a:pt x="9" y="28"/>
                  </a:lnTo>
                  <a:lnTo>
                    <a:pt x="9" y="26"/>
                  </a:lnTo>
                  <a:lnTo>
                    <a:pt x="9" y="26"/>
                  </a:lnTo>
                  <a:lnTo>
                    <a:pt x="9" y="26"/>
                  </a:lnTo>
                  <a:lnTo>
                    <a:pt x="7" y="26"/>
                  </a:lnTo>
                  <a:lnTo>
                    <a:pt x="7" y="23"/>
                  </a:lnTo>
                  <a:lnTo>
                    <a:pt x="7" y="23"/>
                  </a:lnTo>
                  <a:lnTo>
                    <a:pt x="7" y="23"/>
                  </a:lnTo>
                  <a:lnTo>
                    <a:pt x="7" y="23"/>
                  </a:lnTo>
                  <a:lnTo>
                    <a:pt x="7" y="21"/>
                  </a:lnTo>
                  <a:lnTo>
                    <a:pt x="4" y="21"/>
                  </a:lnTo>
                  <a:lnTo>
                    <a:pt x="4" y="21"/>
                  </a:lnTo>
                  <a:lnTo>
                    <a:pt x="2" y="21"/>
                  </a:lnTo>
                  <a:lnTo>
                    <a:pt x="2" y="21"/>
                  </a:lnTo>
                  <a:lnTo>
                    <a:pt x="2" y="21"/>
                  </a:lnTo>
                  <a:lnTo>
                    <a:pt x="2" y="19"/>
                  </a:lnTo>
                  <a:lnTo>
                    <a:pt x="2" y="19"/>
                  </a:lnTo>
                  <a:lnTo>
                    <a:pt x="2" y="19"/>
                  </a:lnTo>
                  <a:lnTo>
                    <a:pt x="2" y="19"/>
                  </a:lnTo>
                  <a:lnTo>
                    <a:pt x="2" y="19"/>
                  </a:lnTo>
                  <a:lnTo>
                    <a:pt x="2" y="16"/>
                  </a:lnTo>
                  <a:lnTo>
                    <a:pt x="2" y="16"/>
                  </a:lnTo>
                  <a:lnTo>
                    <a:pt x="2" y="16"/>
                  </a:lnTo>
                  <a:lnTo>
                    <a:pt x="2" y="14"/>
                  </a:lnTo>
                  <a:lnTo>
                    <a:pt x="2" y="14"/>
                  </a:lnTo>
                  <a:lnTo>
                    <a:pt x="4" y="14"/>
                  </a:lnTo>
                  <a:lnTo>
                    <a:pt x="4" y="12"/>
                  </a:lnTo>
                  <a:lnTo>
                    <a:pt x="4" y="12"/>
                  </a:lnTo>
                  <a:lnTo>
                    <a:pt x="4" y="12"/>
                  </a:lnTo>
                  <a:lnTo>
                    <a:pt x="7" y="12"/>
                  </a:lnTo>
                  <a:lnTo>
                    <a:pt x="7" y="12"/>
                  </a:lnTo>
                  <a:lnTo>
                    <a:pt x="7" y="9"/>
                  </a:lnTo>
                  <a:lnTo>
                    <a:pt x="7" y="9"/>
                  </a:lnTo>
                  <a:lnTo>
                    <a:pt x="7" y="9"/>
                  </a:lnTo>
                  <a:lnTo>
                    <a:pt x="7" y="9"/>
                  </a:lnTo>
                  <a:lnTo>
                    <a:pt x="9" y="9"/>
                  </a:lnTo>
                  <a:lnTo>
                    <a:pt x="9" y="9"/>
                  </a:lnTo>
                  <a:lnTo>
                    <a:pt x="9" y="7"/>
                  </a:lnTo>
                  <a:lnTo>
                    <a:pt x="12" y="7"/>
                  </a:lnTo>
                  <a:lnTo>
                    <a:pt x="12" y="7"/>
                  </a:lnTo>
                  <a:lnTo>
                    <a:pt x="12" y="4"/>
                  </a:lnTo>
                  <a:lnTo>
                    <a:pt x="9" y="4"/>
                  </a:lnTo>
                  <a:lnTo>
                    <a:pt x="9" y="4"/>
                  </a:lnTo>
                  <a:lnTo>
                    <a:pt x="9" y="4"/>
                  </a:lnTo>
                  <a:lnTo>
                    <a:pt x="7" y="4"/>
                  </a:lnTo>
                  <a:lnTo>
                    <a:pt x="7" y="4"/>
                  </a:lnTo>
                  <a:lnTo>
                    <a:pt x="7" y="4"/>
                  </a:lnTo>
                  <a:lnTo>
                    <a:pt x="7" y="4"/>
                  </a:lnTo>
                  <a:lnTo>
                    <a:pt x="7" y="2"/>
                  </a:lnTo>
                  <a:lnTo>
                    <a:pt x="7" y="2"/>
                  </a:lnTo>
                  <a:lnTo>
                    <a:pt x="7" y="2"/>
                  </a:lnTo>
                  <a:lnTo>
                    <a:pt x="7" y="0"/>
                  </a:lnTo>
                  <a:lnTo>
                    <a:pt x="9" y="0"/>
                  </a:lnTo>
                  <a:lnTo>
                    <a:pt x="9" y="2"/>
                  </a:lnTo>
                  <a:lnTo>
                    <a:pt x="9" y="2"/>
                  </a:lnTo>
                  <a:lnTo>
                    <a:pt x="9" y="2"/>
                  </a:lnTo>
                  <a:lnTo>
                    <a:pt x="12" y="2"/>
                  </a:lnTo>
                  <a:lnTo>
                    <a:pt x="12" y="4"/>
                  </a:lnTo>
                  <a:lnTo>
                    <a:pt x="12" y="4"/>
                  </a:lnTo>
                  <a:lnTo>
                    <a:pt x="12" y="4"/>
                  </a:lnTo>
                  <a:lnTo>
                    <a:pt x="12" y="4"/>
                  </a:lnTo>
                  <a:lnTo>
                    <a:pt x="14" y="4"/>
                  </a:lnTo>
                  <a:lnTo>
                    <a:pt x="14" y="7"/>
                  </a:lnTo>
                  <a:lnTo>
                    <a:pt x="14" y="7"/>
                  </a:lnTo>
                  <a:lnTo>
                    <a:pt x="14" y="7"/>
                  </a:lnTo>
                  <a:lnTo>
                    <a:pt x="14" y="7"/>
                  </a:lnTo>
                  <a:lnTo>
                    <a:pt x="14" y="9"/>
                  </a:lnTo>
                  <a:lnTo>
                    <a:pt x="14" y="9"/>
                  </a:lnTo>
                  <a:lnTo>
                    <a:pt x="16" y="9"/>
                  </a:lnTo>
                  <a:lnTo>
                    <a:pt x="16" y="9"/>
                  </a:lnTo>
                  <a:lnTo>
                    <a:pt x="16" y="9"/>
                  </a:lnTo>
                  <a:lnTo>
                    <a:pt x="19" y="9"/>
                  </a:lnTo>
                  <a:lnTo>
                    <a:pt x="19" y="9"/>
                  </a:lnTo>
                  <a:lnTo>
                    <a:pt x="19" y="9"/>
                  </a:lnTo>
                  <a:lnTo>
                    <a:pt x="19" y="9"/>
                  </a:lnTo>
                  <a:lnTo>
                    <a:pt x="19" y="9"/>
                  </a:lnTo>
                  <a:lnTo>
                    <a:pt x="21" y="9"/>
                  </a:lnTo>
                  <a:lnTo>
                    <a:pt x="21" y="9"/>
                  </a:lnTo>
                  <a:lnTo>
                    <a:pt x="21" y="9"/>
                  </a:lnTo>
                  <a:lnTo>
                    <a:pt x="21" y="9"/>
                  </a:lnTo>
                  <a:lnTo>
                    <a:pt x="21" y="9"/>
                  </a:lnTo>
                  <a:lnTo>
                    <a:pt x="21" y="9"/>
                  </a:lnTo>
                  <a:lnTo>
                    <a:pt x="21" y="9"/>
                  </a:lnTo>
                  <a:lnTo>
                    <a:pt x="21" y="7"/>
                  </a:lnTo>
                  <a:lnTo>
                    <a:pt x="19" y="7"/>
                  </a:lnTo>
                  <a:lnTo>
                    <a:pt x="19" y="7"/>
                  </a:lnTo>
                  <a:lnTo>
                    <a:pt x="21" y="7"/>
                  </a:lnTo>
                  <a:lnTo>
                    <a:pt x="21" y="4"/>
                  </a:lnTo>
                  <a:lnTo>
                    <a:pt x="21" y="4"/>
                  </a:lnTo>
                  <a:lnTo>
                    <a:pt x="21" y="7"/>
                  </a:lnTo>
                  <a:lnTo>
                    <a:pt x="21" y="7"/>
                  </a:lnTo>
                  <a:lnTo>
                    <a:pt x="23" y="7"/>
                  </a:lnTo>
                  <a:lnTo>
                    <a:pt x="23" y="7"/>
                  </a:lnTo>
                  <a:lnTo>
                    <a:pt x="23" y="9"/>
                  </a:lnTo>
                  <a:lnTo>
                    <a:pt x="23" y="9"/>
                  </a:lnTo>
                  <a:lnTo>
                    <a:pt x="23" y="9"/>
                  </a:lnTo>
                  <a:lnTo>
                    <a:pt x="23" y="9"/>
                  </a:lnTo>
                  <a:lnTo>
                    <a:pt x="23" y="12"/>
                  </a:lnTo>
                  <a:lnTo>
                    <a:pt x="23" y="12"/>
                  </a:lnTo>
                  <a:lnTo>
                    <a:pt x="26" y="12"/>
                  </a:lnTo>
                  <a:lnTo>
                    <a:pt x="26" y="14"/>
                  </a:lnTo>
                  <a:lnTo>
                    <a:pt x="26" y="14"/>
                  </a:lnTo>
                  <a:lnTo>
                    <a:pt x="26" y="14"/>
                  </a:lnTo>
                  <a:lnTo>
                    <a:pt x="26" y="14"/>
                  </a:lnTo>
                  <a:lnTo>
                    <a:pt x="26" y="16"/>
                  </a:lnTo>
                  <a:lnTo>
                    <a:pt x="28" y="16"/>
                  </a:lnTo>
                  <a:lnTo>
                    <a:pt x="28" y="16"/>
                  </a:lnTo>
                  <a:lnTo>
                    <a:pt x="28" y="16"/>
                  </a:lnTo>
                  <a:lnTo>
                    <a:pt x="28" y="16"/>
                  </a:lnTo>
                  <a:lnTo>
                    <a:pt x="31" y="16"/>
                  </a:lnTo>
                  <a:lnTo>
                    <a:pt x="31" y="16"/>
                  </a:lnTo>
                  <a:lnTo>
                    <a:pt x="31" y="16"/>
                  </a:lnTo>
                  <a:lnTo>
                    <a:pt x="31" y="16"/>
                  </a:lnTo>
                  <a:lnTo>
                    <a:pt x="33" y="16"/>
                  </a:lnTo>
                  <a:lnTo>
                    <a:pt x="33" y="16"/>
                  </a:lnTo>
                  <a:lnTo>
                    <a:pt x="33" y="16"/>
                  </a:lnTo>
                  <a:lnTo>
                    <a:pt x="33" y="16"/>
                  </a:lnTo>
                  <a:lnTo>
                    <a:pt x="33" y="14"/>
                  </a:lnTo>
                  <a:lnTo>
                    <a:pt x="33" y="14"/>
                  </a:lnTo>
                  <a:lnTo>
                    <a:pt x="33" y="12"/>
                  </a:lnTo>
                  <a:lnTo>
                    <a:pt x="35" y="12"/>
                  </a:lnTo>
                  <a:lnTo>
                    <a:pt x="35" y="12"/>
                  </a:lnTo>
                  <a:lnTo>
                    <a:pt x="35" y="12"/>
                  </a:lnTo>
                  <a:lnTo>
                    <a:pt x="35" y="12"/>
                  </a:lnTo>
                  <a:lnTo>
                    <a:pt x="35" y="12"/>
                  </a:lnTo>
                  <a:lnTo>
                    <a:pt x="38" y="12"/>
                  </a:lnTo>
                  <a:lnTo>
                    <a:pt x="38" y="14"/>
                  </a:lnTo>
                  <a:lnTo>
                    <a:pt x="38" y="14"/>
                  </a:lnTo>
                  <a:lnTo>
                    <a:pt x="38" y="14"/>
                  </a:lnTo>
                  <a:lnTo>
                    <a:pt x="38" y="16"/>
                  </a:lnTo>
                  <a:lnTo>
                    <a:pt x="38" y="16"/>
                  </a:lnTo>
                  <a:lnTo>
                    <a:pt x="40" y="16"/>
                  </a:lnTo>
                  <a:lnTo>
                    <a:pt x="40" y="19"/>
                  </a:lnTo>
                  <a:lnTo>
                    <a:pt x="40" y="19"/>
                  </a:lnTo>
                  <a:lnTo>
                    <a:pt x="40" y="19"/>
                  </a:lnTo>
                  <a:lnTo>
                    <a:pt x="40" y="19"/>
                  </a:lnTo>
                  <a:lnTo>
                    <a:pt x="40" y="19"/>
                  </a:lnTo>
                  <a:lnTo>
                    <a:pt x="40" y="21"/>
                  </a:lnTo>
                  <a:lnTo>
                    <a:pt x="40" y="21"/>
                  </a:lnTo>
                  <a:lnTo>
                    <a:pt x="40" y="23"/>
                  </a:lnTo>
                  <a:lnTo>
                    <a:pt x="40" y="23"/>
                  </a:lnTo>
                  <a:lnTo>
                    <a:pt x="40" y="26"/>
                  </a:lnTo>
                  <a:lnTo>
                    <a:pt x="40" y="26"/>
                  </a:lnTo>
                  <a:lnTo>
                    <a:pt x="40" y="26"/>
                  </a:lnTo>
                  <a:lnTo>
                    <a:pt x="40" y="28"/>
                  </a:lnTo>
                  <a:lnTo>
                    <a:pt x="40" y="28"/>
                  </a:lnTo>
                  <a:lnTo>
                    <a:pt x="40" y="28"/>
                  </a:lnTo>
                  <a:lnTo>
                    <a:pt x="40" y="28"/>
                  </a:lnTo>
                  <a:lnTo>
                    <a:pt x="40" y="31"/>
                  </a:lnTo>
                  <a:lnTo>
                    <a:pt x="40" y="31"/>
                  </a:lnTo>
                  <a:lnTo>
                    <a:pt x="40" y="33"/>
                  </a:lnTo>
                  <a:lnTo>
                    <a:pt x="40" y="33"/>
                  </a:lnTo>
                  <a:lnTo>
                    <a:pt x="40" y="35"/>
                  </a:lnTo>
                  <a:lnTo>
                    <a:pt x="40" y="35"/>
                  </a:lnTo>
                  <a:lnTo>
                    <a:pt x="40" y="35"/>
                  </a:lnTo>
                  <a:lnTo>
                    <a:pt x="42" y="35"/>
                  </a:lnTo>
                  <a:lnTo>
                    <a:pt x="42" y="35"/>
                  </a:lnTo>
                  <a:lnTo>
                    <a:pt x="42" y="35"/>
                  </a:lnTo>
                  <a:lnTo>
                    <a:pt x="42" y="35"/>
                  </a:lnTo>
                  <a:lnTo>
                    <a:pt x="45" y="35"/>
                  </a:lnTo>
                  <a:lnTo>
                    <a:pt x="45" y="35"/>
                  </a:lnTo>
                  <a:lnTo>
                    <a:pt x="45" y="38"/>
                  </a:lnTo>
                  <a:lnTo>
                    <a:pt x="47" y="38"/>
                  </a:lnTo>
                  <a:lnTo>
                    <a:pt x="47" y="38"/>
                  </a:lnTo>
                  <a:lnTo>
                    <a:pt x="47" y="38"/>
                  </a:lnTo>
                  <a:lnTo>
                    <a:pt x="49" y="38"/>
                  </a:lnTo>
                  <a:lnTo>
                    <a:pt x="49" y="38"/>
                  </a:lnTo>
                  <a:lnTo>
                    <a:pt x="49" y="38"/>
                  </a:lnTo>
                  <a:lnTo>
                    <a:pt x="52" y="38"/>
                  </a:lnTo>
                  <a:lnTo>
                    <a:pt x="52" y="38"/>
                  </a:lnTo>
                  <a:lnTo>
                    <a:pt x="52" y="38"/>
                  </a:lnTo>
                  <a:lnTo>
                    <a:pt x="54" y="38"/>
                  </a:lnTo>
                  <a:lnTo>
                    <a:pt x="54" y="38"/>
                  </a:lnTo>
                  <a:lnTo>
                    <a:pt x="54" y="38"/>
                  </a:lnTo>
                  <a:lnTo>
                    <a:pt x="57" y="38"/>
                  </a:lnTo>
                  <a:lnTo>
                    <a:pt x="57" y="38"/>
                  </a:lnTo>
                  <a:lnTo>
                    <a:pt x="59" y="38"/>
                  </a:lnTo>
                  <a:lnTo>
                    <a:pt x="59" y="38"/>
                  </a:lnTo>
                  <a:lnTo>
                    <a:pt x="59" y="38"/>
                  </a:lnTo>
                  <a:lnTo>
                    <a:pt x="61" y="38"/>
                  </a:lnTo>
                  <a:lnTo>
                    <a:pt x="61" y="38"/>
                  </a:lnTo>
                  <a:lnTo>
                    <a:pt x="61" y="38"/>
                  </a:lnTo>
                  <a:lnTo>
                    <a:pt x="64" y="38"/>
                  </a:lnTo>
                  <a:lnTo>
                    <a:pt x="64" y="38"/>
                  </a:lnTo>
                  <a:lnTo>
                    <a:pt x="66"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3" y="38"/>
                  </a:lnTo>
                  <a:lnTo>
                    <a:pt x="73" y="38"/>
                  </a:lnTo>
                  <a:lnTo>
                    <a:pt x="76" y="38"/>
                  </a:lnTo>
                  <a:lnTo>
                    <a:pt x="76" y="38"/>
                  </a:lnTo>
                  <a:lnTo>
                    <a:pt x="76" y="38"/>
                  </a:lnTo>
                  <a:lnTo>
                    <a:pt x="76" y="38"/>
                  </a:lnTo>
                  <a:lnTo>
                    <a:pt x="78" y="38"/>
                  </a:lnTo>
                  <a:lnTo>
                    <a:pt x="78" y="38"/>
                  </a:lnTo>
                  <a:lnTo>
                    <a:pt x="78" y="38"/>
                  </a:lnTo>
                  <a:lnTo>
                    <a:pt x="80" y="38"/>
                  </a:lnTo>
                  <a:lnTo>
                    <a:pt x="80" y="38"/>
                  </a:lnTo>
                  <a:lnTo>
                    <a:pt x="80" y="38"/>
                  </a:lnTo>
                  <a:lnTo>
                    <a:pt x="80" y="38"/>
                  </a:lnTo>
                  <a:lnTo>
                    <a:pt x="83" y="38"/>
                  </a:lnTo>
                  <a:lnTo>
                    <a:pt x="83" y="38"/>
                  </a:lnTo>
                  <a:lnTo>
                    <a:pt x="85" y="38"/>
                  </a:lnTo>
                  <a:lnTo>
                    <a:pt x="85" y="38"/>
                  </a:lnTo>
                  <a:lnTo>
                    <a:pt x="85" y="38"/>
                  </a:lnTo>
                  <a:lnTo>
                    <a:pt x="87" y="38"/>
                  </a:lnTo>
                  <a:lnTo>
                    <a:pt x="87" y="38"/>
                  </a:lnTo>
                  <a:lnTo>
                    <a:pt x="87" y="38"/>
                  </a:lnTo>
                  <a:lnTo>
                    <a:pt x="87" y="38"/>
                  </a:lnTo>
                  <a:lnTo>
                    <a:pt x="90" y="38"/>
                  </a:lnTo>
                  <a:lnTo>
                    <a:pt x="90" y="38"/>
                  </a:lnTo>
                  <a:lnTo>
                    <a:pt x="90" y="40"/>
                  </a:lnTo>
                  <a:lnTo>
                    <a:pt x="92" y="40"/>
                  </a:lnTo>
                  <a:lnTo>
                    <a:pt x="92" y="40"/>
                  </a:lnTo>
                  <a:lnTo>
                    <a:pt x="92" y="40"/>
                  </a:lnTo>
                  <a:lnTo>
                    <a:pt x="92" y="40"/>
                  </a:lnTo>
                  <a:lnTo>
                    <a:pt x="94" y="40"/>
                  </a:lnTo>
                  <a:lnTo>
                    <a:pt x="94" y="40"/>
                  </a:lnTo>
                  <a:lnTo>
                    <a:pt x="94" y="42"/>
                  </a:lnTo>
                  <a:lnTo>
                    <a:pt x="94" y="42"/>
                  </a:lnTo>
                  <a:lnTo>
                    <a:pt x="94" y="42"/>
                  </a:lnTo>
                  <a:lnTo>
                    <a:pt x="94" y="45"/>
                  </a:lnTo>
                  <a:lnTo>
                    <a:pt x="97" y="45"/>
                  </a:lnTo>
                  <a:lnTo>
                    <a:pt x="97" y="45"/>
                  </a:lnTo>
                  <a:lnTo>
                    <a:pt x="94" y="45"/>
                  </a:lnTo>
                  <a:lnTo>
                    <a:pt x="94" y="45"/>
                  </a:lnTo>
                  <a:lnTo>
                    <a:pt x="94" y="45"/>
                  </a:lnTo>
                  <a:lnTo>
                    <a:pt x="92" y="45"/>
                  </a:lnTo>
                  <a:lnTo>
                    <a:pt x="92" y="47"/>
                  </a:lnTo>
                  <a:lnTo>
                    <a:pt x="92" y="47"/>
                  </a:lnTo>
                  <a:lnTo>
                    <a:pt x="92" y="47"/>
                  </a:lnTo>
                  <a:lnTo>
                    <a:pt x="92" y="47"/>
                  </a:lnTo>
                  <a:lnTo>
                    <a:pt x="92" y="47"/>
                  </a:lnTo>
                  <a:lnTo>
                    <a:pt x="92" y="50"/>
                  </a:lnTo>
                  <a:lnTo>
                    <a:pt x="92" y="50"/>
                  </a:lnTo>
                  <a:lnTo>
                    <a:pt x="90" y="50"/>
                  </a:lnTo>
                  <a:lnTo>
                    <a:pt x="90" y="52"/>
                  </a:lnTo>
                  <a:lnTo>
                    <a:pt x="90" y="52"/>
                  </a:lnTo>
                  <a:lnTo>
                    <a:pt x="90" y="52"/>
                  </a:lnTo>
                  <a:lnTo>
                    <a:pt x="90" y="54"/>
                  </a:lnTo>
                  <a:lnTo>
                    <a:pt x="87" y="54"/>
                  </a:lnTo>
                  <a:lnTo>
                    <a:pt x="87" y="54"/>
                  </a:lnTo>
                  <a:lnTo>
                    <a:pt x="87" y="57"/>
                  </a:lnTo>
                  <a:lnTo>
                    <a:pt x="87" y="57"/>
                  </a:lnTo>
                  <a:lnTo>
                    <a:pt x="87" y="57"/>
                  </a:lnTo>
                  <a:lnTo>
                    <a:pt x="87" y="57"/>
                  </a:lnTo>
                  <a:lnTo>
                    <a:pt x="87" y="57"/>
                  </a:lnTo>
                  <a:lnTo>
                    <a:pt x="85" y="57"/>
                  </a:lnTo>
                  <a:lnTo>
                    <a:pt x="85" y="59"/>
                  </a:lnTo>
                  <a:lnTo>
                    <a:pt x="85" y="59"/>
                  </a:lnTo>
                  <a:lnTo>
                    <a:pt x="85" y="59"/>
                  </a:lnTo>
                  <a:lnTo>
                    <a:pt x="85" y="59"/>
                  </a:lnTo>
                  <a:lnTo>
                    <a:pt x="85" y="59"/>
                  </a:lnTo>
                  <a:lnTo>
                    <a:pt x="85" y="61"/>
                  </a:lnTo>
                  <a:lnTo>
                    <a:pt x="85" y="61"/>
                  </a:lnTo>
                  <a:lnTo>
                    <a:pt x="85" y="61"/>
                  </a:lnTo>
                  <a:lnTo>
                    <a:pt x="85" y="64"/>
                  </a:lnTo>
                  <a:lnTo>
                    <a:pt x="83" y="64"/>
                  </a:lnTo>
                  <a:lnTo>
                    <a:pt x="83" y="61"/>
                  </a:lnTo>
                  <a:lnTo>
                    <a:pt x="83" y="61"/>
                  </a:lnTo>
                  <a:lnTo>
                    <a:pt x="80" y="61"/>
                  </a:lnTo>
                  <a:lnTo>
                    <a:pt x="80" y="61"/>
                  </a:lnTo>
                  <a:lnTo>
                    <a:pt x="80" y="61"/>
                  </a:lnTo>
                  <a:lnTo>
                    <a:pt x="80" y="61"/>
                  </a:lnTo>
                  <a:lnTo>
                    <a:pt x="80" y="64"/>
                  </a:lnTo>
                  <a:lnTo>
                    <a:pt x="80" y="64"/>
                  </a:lnTo>
                  <a:lnTo>
                    <a:pt x="78" y="64"/>
                  </a:lnTo>
                  <a:lnTo>
                    <a:pt x="78" y="64"/>
                  </a:lnTo>
                  <a:lnTo>
                    <a:pt x="78" y="64"/>
                  </a:lnTo>
                  <a:lnTo>
                    <a:pt x="78" y="66"/>
                  </a:lnTo>
                  <a:lnTo>
                    <a:pt x="76" y="66"/>
                  </a:lnTo>
                  <a:lnTo>
                    <a:pt x="76" y="66"/>
                  </a:lnTo>
                  <a:lnTo>
                    <a:pt x="76" y="66"/>
                  </a:lnTo>
                  <a:lnTo>
                    <a:pt x="76" y="64"/>
                  </a:lnTo>
                  <a:lnTo>
                    <a:pt x="73" y="64"/>
                  </a:lnTo>
                  <a:lnTo>
                    <a:pt x="73" y="64"/>
                  </a:lnTo>
                  <a:lnTo>
                    <a:pt x="73" y="66"/>
                  </a:lnTo>
                  <a:lnTo>
                    <a:pt x="73" y="66"/>
                  </a:lnTo>
                  <a:lnTo>
                    <a:pt x="73" y="66"/>
                  </a:lnTo>
                  <a:lnTo>
                    <a:pt x="73" y="68"/>
                  </a:lnTo>
                  <a:lnTo>
                    <a:pt x="71" y="68"/>
                  </a:lnTo>
                  <a:lnTo>
                    <a:pt x="71" y="68"/>
                  </a:lnTo>
                  <a:lnTo>
                    <a:pt x="71" y="68"/>
                  </a:lnTo>
                  <a:lnTo>
                    <a:pt x="68" y="68"/>
                  </a:lnTo>
                  <a:lnTo>
                    <a:pt x="68" y="68"/>
                  </a:lnTo>
                  <a:lnTo>
                    <a:pt x="68" y="71"/>
                  </a:lnTo>
                  <a:lnTo>
                    <a:pt x="68" y="71"/>
                  </a:lnTo>
                  <a:lnTo>
                    <a:pt x="68" y="73"/>
                  </a:lnTo>
                  <a:lnTo>
                    <a:pt x="68" y="73"/>
                  </a:lnTo>
                  <a:lnTo>
                    <a:pt x="68" y="73"/>
                  </a:lnTo>
                  <a:lnTo>
                    <a:pt x="68" y="73"/>
                  </a:lnTo>
                  <a:lnTo>
                    <a:pt x="68" y="76"/>
                  </a:lnTo>
                  <a:lnTo>
                    <a:pt x="68" y="76"/>
                  </a:lnTo>
                  <a:lnTo>
                    <a:pt x="68" y="76"/>
                  </a:lnTo>
                  <a:lnTo>
                    <a:pt x="68" y="76"/>
                  </a:lnTo>
                  <a:lnTo>
                    <a:pt x="68" y="78"/>
                  </a:lnTo>
                  <a:lnTo>
                    <a:pt x="68" y="78"/>
                  </a:lnTo>
                  <a:lnTo>
                    <a:pt x="68" y="78"/>
                  </a:lnTo>
                  <a:lnTo>
                    <a:pt x="68" y="78"/>
                  </a:lnTo>
                  <a:lnTo>
                    <a:pt x="68" y="80"/>
                  </a:lnTo>
                  <a:lnTo>
                    <a:pt x="68" y="80"/>
                  </a:lnTo>
                  <a:lnTo>
                    <a:pt x="68" y="80"/>
                  </a:lnTo>
                  <a:lnTo>
                    <a:pt x="68" y="83"/>
                  </a:lnTo>
                  <a:lnTo>
                    <a:pt x="71" y="83"/>
                  </a:lnTo>
                  <a:lnTo>
                    <a:pt x="71" y="83"/>
                  </a:lnTo>
                  <a:lnTo>
                    <a:pt x="71" y="85"/>
                  </a:lnTo>
                  <a:lnTo>
                    <a:pt x="71" y="85"/>
                  </a:lnTo>
                  <a:lnTo>
                    <a:pt x="71" y="87"/>
                  </a:lnTo>
                  <a:lnTo>
                    <a:pt x="71" y="87"/>
                  </a:lnTo>
                  <a:lnTo>
                    <a:pt x="71" y="87"/>
                  </a:lnTo>
                  <a:lnTo>
                    <a:pt x="71" y="87"/>
                  </a:lnTo>
                  <a:lnTo>
                    <a:pt x="71" y="90"/>
                  </a:lnTo>
                  <a:lnTo>
                    <a:pt x="71" y="90"/>
                  </a:lnTo>
                  <a:lnTo>
                    <a:pt x="73" y="90"/>
                  </a:lnTo>
                  <a:lnTo>
                    <a:pt x="73" y="90"/>
                  </a:lnTo>
                  <a:lnTo>
                    <a:pt x="73" y="90"/>
                  </a:lnTo>
                  <a:lnTo>
                    <a:pt x="73" y="90"/>
                  </a:lnTo>
                  <a:lnTo>
                    <a:pt x="73" y="87"/>
                  </a:lnTo>
                  <a:lnTo>
                    <a:pt x="73" y="87"/>
                  </a:lnTo>
                  <a:lnTo>
                    <a:pt x="73" y="87"/>
                  </a:lnTo>
                  <a:lnTo>
                    <a:pt x="73" y="87"/>
                  </a:lnTo>
                  <a:lnTo>
                    <a:pt x="73" y="87"/>
                  </a:lnTo>
                  <a:lnTo>
                    <a:pt x="73" y="87"/>
                  </a:lnTo>
                  <a:lnTo>
                    <a:pt x="76" y="87"/>
                  </a:lnTo>
                  <a:lnTo>
                    <a:pt x="76" y="87"/>
                  </a:lnTo>
                  <a:lnTo>
                    <a:pt x="76" y="90"/>
                  </a:lnTo>
                  <a:lnTo>
                    <a:pt x="76" y="90"/>
                  </a:lnTo>
                  <a:lnTo>
                    <a:pt x="76" y="90"/>
                  </a:lnTo>
                  <a:lnTo>
                    <a:pt x="76" y="92"/>
                  </a:lnTo>
                  <a:lnTo>
                    <a:pt x="76" y="92"/>
                  </a:lnTo>
                  <a:lnTo>
                    <a:pt x="76" y="95"/>
                  </a:lnTo>
                  <a:lnTo>
                    <a:pt x="76" y="95"/>
                  </a:lnTo>
                  <a:lnTo>
                    <a:pt x="78" y="95"/>
                  </a:lnTo>
                  <a:lnTo>
                    <a:pt x="78" y="95"/>
                  </a:lnTo>
                  <a:lnTo>
                    <a:pt x="80" y="95"/>
                  </a:lnTo>
                  <a:lnTo>
                    <a:pt x="80" y="92"/>
                  </a:lnTo>
                  <a:lnTo>
                    <a:pt x="80" y="92"/>
                  </a:lnTo>
                  <a:lnTo>
                    <a:pt x="80" y="92"/>
                  </a:lnTo>
                  <a:lnTo>
                    <a:pt x="80" y="92"/>
                  </a:lnTo>
                  <a:lnTo>
                    <a:pt x="80" y="90"/>
                  </a:lnTo>
                  <a:lnTo>
                    <a:pt x="83" y="90"/>
                  </a:lnTo>
                  <a:lnTo>
                    <a:pt x="83" y="90"/>
                  </a:lnTo>
                  <a:lnTo>
                    <a:pt x="80" y="90"/>
                  </a:lnTo>
                  <a:lnTo>
                    <a:pt x="80" y="87"/>
                  </a:lnTo>
                  <a:lnTo>
                    <a:pt x="80" y="87"/>
                  </a:lnTo>
                  <a:lnTo>
                    <a:pt x="80" y="87"/>
                  </a:lnTo>
                  <a:lnTo>
                    <a:pt x="80" y="85"/>
                  </a:lnTo>
                  <a:lnTo>
                    <a:pt x="80" y="85"/>
                  </a:lnTo>
                  <a:lnTo>
                    <a:pt x="83" y="85"/>
                  </a:lnTo>
                  <a:lnTo>
                    <a:pt x="83" y="83"/>
                  </a:lnTo>
                  <a:lnTo>
                    <a:pt x="83" y="83"/>
                  </a:lnTo>
                  <a:lnTo>
                    <a:pt x="83" y="83"/>
                  </a:lnTo>
                  <a:lnTo>
                    <a:pt x="85" y="83"/>
                  </a:lnTo>
                  <a:lnTo>
                    <a:pt x="85" y="80"/>
                  </a:lnTo>
                  <a:lnTo>
                    <a:pt x="85" y="80"/>
                  </a:lnTo>
                  <a:lnTo>
                    <a:pt x="85" y="80"/>
                  </a:lnTo>
                  <a:lnTo>
                    <a:pt x="85" y="78"/>
                  </a:lnTo>
                  <a:lnTo>
                    <a:pt x="85" y="78"/>
                  </a:lnTo>
                  <a:lnTo>
                    <a:pt x="85" y="78"/>
                  </a:lnTo>
                  <a:lnTo>
                    <a:pt x="85" y="76"/>
                  </a:lnTo>
                  <a:lnTo>
                    <a:pt x="85" y="76"/>
                  </a:lnTo>
                  <a:lnTo>
                    <a:pt x="85" y="76"/>
                  </a:lnTo>
                  <a:lnTo>
                    <a:pt x="85" y="76"/>
                  </a:lnTo>
                  <a:lnTo>
                    <a:pt x="87" y="76"/>
                  </a:lnTo>
                  <a:lnTo>
                    <a:pt x="87" y="78"/>
                  </a:lnTo>
                  <a:lnTo>
                    <a:pt x="87" y="78"/>
                  </a:lnTo>
                  <a:lnTo>
                    <a:pt x="87" y="76"/>
                  </a:lnTo>
                  <a:lnTo>
                    <a:pt x="87" y="76"/>
                  </a:lnTo>
                  <a:lnTo>
                    <a:pt x="87" y="76"/>
                  </a:lnTo>
                  <a:lnTo>
                    <a:pt x="90" y="76"/>
                  </a:lnTo>
                  <a:lnTo>
                    <a:pt x="90" y="76"/>
                  </a:lnTo>
                  <a:lnTo>
                    <a:pt x="90" y="76"/>
                  </a:lnTo>
                  <a:lnTo>
                    <a:pt x="92" y="76"/>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241"/>
            <p:cNvSpPr>
              <a:spLocks/>
            </p:cNvSpPr>
            <p:nvPr/>
          </p:nvSpPr>
          <p:spPr bwMode="auto">
            <a:xfrm>
              <a:off x="4318000" y="3298825"/>
              <a:ext cx="157163" cy="239712"/>
            </a:xfrm>
            <a:custGeom>
              <a:avLst/>
              <a:gdLst/>
              <a:ahLst/>
              <a:cxnLst>
                <a:cxn ang="0">
                  <a:pos x="92" y="87"/>
                </a:cxn>
                <a:cxn ang="0">
                  <a:pos x="94" y="99"/>
                </a:cxn>
                <a:cxn ang="0">
                  <a:pos x="99" y="111"/>
                </a:cxn>
                <a:cxn ang="0">
                  <a:pos x="99" y="125"/>
                </a:cxn>
                <a:cxn ang="0">
                  <a:pos x="99" y="137"/>
                </a:cxn>
                <a:cxn ang="0">
                  <a:pos x="92" y="132"/>
                </a:cxn>
                <a:cxn ang="0">
                  <a:pos x="92" y="144"/>
                </a:cxn>
                <a:cxn ang="0">
                  <a:pos x="90" y="147"/>
                </a:cxn>
                <a:cxn ang="0">
                  <a:pos x="87" y="137"/>
                </a:cxn>
                <a:cxn ang="0">
                  <a:pos x="83" y="128"/>
                </a:cxn>
                <a:cxn ang="0">
                  <a:pos x="83" y="116"/>
                </a:cxn>
                <a:cxn ang="0">
                  <a:pos x="78" y="106"/>
                </a:cxn>
                <a:cxn ang="0">
                  <a:pos x="71" y="102"/>
                </a:cxn>
                <a:cxn ang="0">
                  <a:pos x="76" y="109"/>
                </a:cxn>
                <a:cxn ang="0">
                  <a:pos x="68" y="106"/>
                </a:cxn>
                <a:cxn ang="0">
                  <a:pos x="66" y="116"/>
                </a:cxn>
                <a:cxn ang="0">
                  <a:pos x="61" y="109"/>
                </a:cxn>
                <a:cxn ang="0">
                  <a:pos x="59" y="118"/>
                </a:cxn>
                <a:cxn ang="0">
                  <a:pos x="52" y="125"/>
                </a:cxn>
                <a:cxn ang="0">
                  <a:pos x="42" y="123"/>
                </a:cxn>
                <a:cxn ang="0">
                  <a:pos x="35" y="125"/>
                </a:cxn>
                <a:cxn ang="0">
                  <a:pos x="26" y="128"/>
                </a:cxn>
                <a:cxn ang="0">
                  <a:pos x="23" y="121"/>
                </a:cxn>
                <a:cxn ang="0">
                  <a:pos x="21" y="109"/>
                </a:cxn>
                <a:cxn ang="0">
                  <a:pos x="21" y="97"/>
                </a:cxn>
                <a:cxn ang="0">
                  <a:pos x="19" y="87"/>
                </a:cxn>
                <a:cxn ang="0">
                  <a:pos x="16" y="80"/>
                </a:cxn>
                <a:cxn ang="0">
                  <a:pos x="12" y="71"/>
                </a:cxn>
                <a:cxn ang="0">
                  <a:pos x="16" y="61"/>
                </a:cxn>
                <a:cxn ang="0">
                  <a:pos x="7" y="57"/>
                </a:cxn>
                <a:cxn ang="0">
                  <a:pos x="0" y="50"/>
                </a:cxn>
                <a:cxn ang="0">
                  <a:pos x="7" y="45"/>
                </a:cxn>
                <a:cxn ang="0">
                  <a:pos x="12" y="38"/>
                </a:cxn>
                <a:cxn ang="0">
                  <a:pos x="21" y="35"/>
                </a:cxn>
                <a:cxn ang="0">
                  <a:pos x="14" y="28"/>
                </a:cxn>
                <a:cxn ang="0">
                  <a:pos x="7" y="23"/>
                </a:cxn>
                <a:cxn ang="0">
                  <a:pos x="2" y="14"/>
                </a:cxn>
                <a:cxn ang="0">
                  <a:pos x="12" y="7"/>
                </a:cxn>
                <a:cxn ang="0">
                  <a:pos x="9" y="2"/>
                </a:cxn>
                <a:cxn ang="0">
                  <a:pos x="16" y="9"/>
                </a:cxn>
                <a:cxn ang="0">
                  <a:pos x="21" y="7"/>
                </a:cxn>
                <a:cxn ang="0">
                  <a:pos x="23" y="12"/>
                </a:cxn>
                <a:cxn ang="0">
                  <a:pos x="33" y="16"/>
                </a:cxn>
                <a:cxn ang="0">
                  <a:pos x="38" y="14"/>
                </a:cxn>
                <a:cxn ang="0">
                  <a:pos x="40" y="26"/>
                </a:cxn>
                <a:cxn ang="0">
                  <a:pos x="42" y="35"/>
                </a:cxn>
                <a:cxn ang="0">
                  <a:pos x="54" y="38"/>
                </a:cxn>
                <a:cxn ang="0">
                  <a:pos x="68" y="38"/>
                </a:cxn>
                <a:cxn ang="0">
                  <a:pos x="78" y="38"/>
                </a:cxn>
                <a:cxn ang="0">
                  <a:pos x="90" y="38"/>
                </a:cxn>
                <a:cxn ang="0">
                  <a:pos x="94" y="45"/>
                </a:cxn>
                <a:cxn ang="0">
                  <a:pos x="90" y="54"/>
                </a:cxn>
                <a:cxn ang="0">
                  <a:pos x="85" y="61"/>
                </a:cxn>
                <a:cxn ang="0">
                  <a:pos x="78" y="66"/>
                </a:cxn>
                <a:cxn ang="0">
                  <a:pos x="68" y="68"/>
                </a:cxn>
                <a:cxn ang="0">
                  <a:pos x="68" y="80"/>
                </a:cxn>
                <a:cxn ang="0">
                  <a:pos x="73" y="90"/>
                </a:cxn>
                <a:cxn ang="0">
                  <a:pos x="76" y="92"/>
                </a:cxn>
                <a:cxn ang="0">
                  <a:pos x="80" y="87"/>
                </a:cxn>
                <a:cxn ang="0">
                  <a:pos x="85" y="76"/>
                </a:cxn>
              </a:cxnLst>
              <a:rect l="0" t="0" r="r" b="b"/>
              <a:pathLst>
                <a:path w="99" h="151">
                  <a:moveTo>
                    <a:pt x="92" y="76"/>
                  </a:moveTo>
                  <a:lnTo>
                    <a:pt x="92" y="78"/>
                  </a:lnTo>
                  <a:lnTo>
                    <a:pt x="92" y="78"/>
                  </a:lnTo>
                  <a:lnTo>
                    <a:pt x="92" y="78"/>
                  </a:lnTo>
                  <a:lnTo>
                    <a:pt x="92" y="78"/>
                  </a:lnTo>
                  <a:lnTo>
                    <a:pt x="92" y="78"/>
                  </a:lnTo>
                  <a:lnTo>
                    <a:pt x="92" y="80"/>
                  </a:lnTo>
                  <a:lnTo>
                    <a:pt x="92" y="80"/>
                  </a:lnTo>
                  <a:lnTo>
                    <a:pt x="92" y="83"/>
                  </a:lnTo>
                  <a:lnTo>
                    <a:pt x="92" y="83"/>
                  </a:lnTo>
                  <a:lnTo>
                    <a:pt x="94" y="83"/>
                  </a:lnTo>
                  <a:lnTo>
                    <a:pt x="94" y="85"/>
                  </a:lnTo>
                  <a:lnTo>
                    <a:pt x="94" y="85"/>
                  </a:lnTo>
                  <a:lnTo>
                    <a:pt x="94" y="87"/>
                  </a:lnTo>
                  <a:lnTo>
                    <a:pt x="92" y="87"/>
                  </a:lnTo>
                  <a:lnTo>
                    <a:pt x="92" y="87"/>
                  </a:lnTo>
                  <a:lnTo>
                    <a:pt x="92" y="87"/>
                  </a:lnTo>
                  <a:lnTo>
                    <a:pt x="92" y="90"/>
                  </a:lnTo>
                  <a:lnTo>
                    <a:pt x="94" y="90"/>
                  </a:lnTo>
                  <a:lnTo>
                    <a:pt x="94" y="90"/>
                  </a:lnTo>
                  <a:lnTo>
                    <a:pt x="94" y="92"/>
                  </a:lnTo>
                  <a:lnTo>
                    <a:pt x="94" y="92"/>
                  </a:lnTo>
                  <a:lnTo>
                    <a:pt x="94" y="95"/>
                  </a:lnTo>
                  <a:lnTo>
                    <a:pt x="94" y="95"/>
                  </a:lnTo>
                  <a:lnTo>
                    <a:pt x="94" y="95"/>
                  </a:lnTo>
                  <a:lnTo>
                    <a:pt x="94" y="97"/>
                  </a:lnTo>
                  <a:lnTo>
                    <a:pt x="94" y="97"/>
                  </a:lnTo>
                  <a:lnTo>
                    <a:pt x="94" y="97"/>
                  </a:lnTo>
                  <a:lnTo>
                    <a:pt x="94" y="97"/>
                  </a:lnTo>
                  <a:lnTo>
                    <a:pt x="94" y="99"/>
                  </a:lnTo>
                  <a:lnTo>
                    <a:pt x="97" y="99"/>
                  </a:lnTo>
                  <a:lnTo>
                    <a:pt x="97" y="99"/>
                  </a:lnTo>
                  <a:lnTo>
                    <a:pt x="97" y="102"/>
                  </a:lnTo>
                  <a:lnTo>
                    <a:pt x="97" y="102"/>
                  </a:lnTo>
                  <a:lnTo>
                    <a:pt x="97" y="104"/>
                  </a:lnTo>
                  <a:lnTo>
                    <a:pt x="97" y="104"/>
                  </a:lnTo>
                  <a:lnTo>
                    <a:pt x="97" y="104"/>
                  </a:lnTo>
                  <a:lnTo>
                    <a:pt x="97" y="106"/>
                  </a:lnTo>
                  <a:lnTo>
                    <a:pt x="97" y="106"/>
                  </a:lnTo>
                  <a:lnTo>
                    <a:pt x="97" y="106"/>
                  </a:lnTo>
                  <a:lnTo>
                    <a:pt x="97" y="109"/>
                  </a:lnTo>
                  <a:lnTo>
                    <a:pt x="97" y="109"/>
                  </a:lnTo>
                  <a:lnTo>
                    <a:pt x="99" y="109"/>
                  </a:lnTo>
                  <a:lnTo>
                    <a:pt x="99" y="111"/>
                  </a:lnTo>
                  <a:lnTo>
                    <a:pt x="99" y="111"/>
                  </a:lnTo>
                  <a:lnTo>
                    <a:pt x="99" y="114"/>
                  </a:lnTo>
                  <a:lnTo>
                    <a:pt x="99" y="114"/>
                  </a:lnTo>
                  <a:lnTo>
                    <a:pt x="99" y="116"/>
                  </a:lnTo>
                  <a:lnTo>
                    <a:pt x="99" y="116"/>
                  </a:lnTo>
                  <a:lnTo>
                    <a:pt x="99" y="116"/>
                  </a:lnTo>
                  <a:lnTo>
                    <a:pt x="99" y="118"/>
                  </a:lnTo>
                  <a:lnTo>
                    <a:pt x="99" y="118"/>
                  </a:lnTo>
                  <a:lnTo>
                    <a:pt x="99" y="118"/>
                  </a:lnTo>
                  <a:lnTo>
                    <a:pt x="99" y="121"/>
                  </a:lnTo>
                  <a:lnTo>
                    <a:pt x="99" y="121"/>
                  </a:lnTo>
                  <a:lnTo>
                    <a:pt x="99" y="123"/>
                  </a:lnTo>
                  <a:lnTo>
                    <a:pt x="99" y="123"/>
                  </a:lnTo>
                  <a:lnTo>
                    <a:pt x="99" y="125"/>
                  </a:lnTo>
                  <a:lnTo>
                    <a:pt x="99" y="125"/>
                  </a:lnTo>
                  <a:lnTo>
                    <a:pt x="99" y="125"/>
                  </a:lnTo>
                  <a:lnTo>
                    <a:pt x="99" y="128"/>
                  </a:lnTo>
                  <a:lnTo>
                    <a:pt x="99" y="128"/>
                  </a:lnTo>
                  <a:lnTo>
                    <a:pt x="99" y="128"/>
                  </a:lnTo>
                  <a:lnTo>
                    <a:pt x="99" y="128"/>
                  </a:lnTo>
                  <a:lnTo>
                    <a:pt x="99" y="130"/>
                  </a:lnTo>
                  <a:lnTo>
                    <a:pt x="99" y="130"/>
                  </a:lnTo>
                  <a:lnTo>
                    <a:pt x="99" y="132"/>
                  </a:lnTo>
                  <a:lnTo>
                    <a:pt x="99" y="132"/>
                  </a:lnTo>
                  <a:lnTo>
                    <a:pt x="99" y="135"/>
                  </a:lnTo>
                  <a:lnTo>
                    <a:pt x="99" y="135"/>
                  </a:lnTo>
                  <a:lnTo>
                    <a:pt x="99" y="135"/>
                  </a:lnTo>
                  <a:lnTo>
                    <a:pt x="99" y="137"/>
                  </a:lnTo>
                  <a:lnTo>
                    <a:pt x="99" y="137"/>
                  </a:lnTo>
                  <a:lnTo>
                    <a:pt x="99" y="137"/>
                  </a:lnTo>
                  <a:lnTo>
                    <a:pt x="99" y="137"/>
                  </a:lnTo>
                  <a:lnTo>
                    <a:pt x="99" y="137"/>
                  </a:lnTo>
                  <a:lnTo>
                    <a:pt x="99" y="135"/>
                  </a:lnTo>
                  <a:lnTo>
                    <a:pt x="99" y="135"/>
                  </a:lnTo>
                  <a:lnTo>
                    <a:pt x="97" y="135"/>
                  </a:lnTo>
                  <a:lnTo>
                    <a:pt x="97" y="135"/>
                  </a:lnTo>
                  <a:lnTo>
                    <a:pt x="97" y="135"/>
                  </a:lnTo>
                  <a:lnTo>
                    <a:pt x="94" y="135"/>
                  </a:lnTo>
                  <a:lnTo>
                    <a:pt x="94" y="135"/>
                  </a:lnTo>
                  <a:lnTo>
                    <a:pt x="94" y="135"/>
                  </a:lnTo>
                  <a:lnTo>
                    <a:pt x="94" y="132"/>
                  </a:lnTo>
                  <a:lnTo>
                    <a:pt x="94" y="132"/>
                  </a:lnTo>
                  <a:lnTo>
                    <a:pt x="94" y="132"/>
                  </a:lnTo>
                  <a:lnTo>
                    <a:pt x="92" y="132"/>
                  </a:lnTo>
                  <a:lnTo>
                    <a:pt x="92" y="132"/>
                  </a:lnTo>
                  <a:lnTo>
                    <a:pt x="92" y="132"/>
                  </a:lnTo>
                  <a:lnTo>
                    <a:pt x="92" y="132"/>
                  </a:lnTo>
                  <a:lnTo>
                    <a:pt x="92" y="135"/>
                  </a:lnTo>
                  <a:lnTo>
                    <a:pt x="92" y="135"/>
                  </a:lnTo>
                  <a:lnTo>
                    <a:pt x="90" y="135"/>
                  </a:lnTo>
                  <a:lnTo>
                    <a:pt x="90" y="137"/>
                  </a:lnTo>
                  <a:lnTo>
                    <a:pt x="90" y="137"/>
                  </a:lnTo>
                  <a:lnTo>
                    <a:pt x="90" y="137"/>
                  </a:lnTo>
                  <a:lnTo>
                    <a:pt x="90" y="140"/>
                  </a:lnTo>
                  <a:lnTo>
                    <a:pt x="90" y="140"/>
                  </a:lnTo>
                  <a:lnTo>
                    <a:pt x="90" y="142"/>
                  </a:lnTo>
                  <a:lnTo>
                    <a:pt x="92" y="142"/>
                  </a:lnTo>
                  <a:lnTo>
                    <a:pt x="92" y="142"/>
                  </a:lnTo>
                  <a:lnTo>
                    <a:pt x="92" y="144"/>
                  </a:lnTo>
                  <a:lnTo>
                    <a:pt x="92" y="144"/>
                  </a:lnTo>
                  <a:lnTo>
                    <a:pt x="92" y="144"/>
                  </a:lnTo>
                  <a:lnTo>
                    <a:pt x="92" y="147"/>
                  </a:lnTo>
                  <a:lnTo>
                    <a:pt x="92" y="147"/>
                  </a:lnTo>
                  <a:lnTo>
                    <a:pt x="92" y="147"/>
                  </a:lnTo>
                  <a:lnTo>
                    <a:pt x="92" y="147"/>
                  </a:lnTo>
                  <a:lnTo>
                    <a:pt x="92" y="149"/>
                  </a:lnTo>
                  <a:lnTo>
                    <a:pt x="92" y="149"/>
                  </a:lnTo>
                  <a:lnTo>
                    <a:pt x="94" y="149"/>
                  </a:lnTo>
                  <a:lnTo>
                    <a:pt x="94" y="151"/>
                  </a:lnTo>
                  <a:lnTo>
                    <a:pt x="92" y="151"/>
                  </a:lnTo>
                  <a:lnTo>
                    <a:pt x="92" y="151"/>
                  </a:lnTo>
                  <a:lnTo>
                    <a:pt x="92" y="149"/>
                  </a:lnTo>
                  <a:lnTo>
                    <a:pt x="92" y="149"/>
                  </a:lnTo>
                  <a:lnTo>
                    <a:pt x="92" y="149"/>
                  </a:lnTo>
                  <a:lnTo>
                    <a:pt x="92" y="147"/>
                  </a:lnTo>
                  <a:lnTo>
                    <a:pt x="90" y="147"/>
                  </a:lnTo>
                  <a:lnTo>
                    <a:pt x="90" y="147"/>
                  </a:lnTo>
                  <a:lnTo>
                    <a:pt x="90" y="147"/>
                  </a:lnTo>
                  <a:lnTo>
                    <a:pt x="90" y="147"/>
                  </a:lnTo>
                  <a:lnTo>
                    <a:pt x="90" y="144"/>
                  </a:lnTo>
                  <a:lnTo>
                    <a:pt x="90" y="144"/>
                  </a:lnTo>
                  <a:lnTo>
                    <a:pt x="87" y="144"/>
                  </a:lnTo>
                  <a:lnTo>
                    <a:pt x="87" y="142"/>
                  </a:lnTo>
                  <a:lnTo>
                    <a:pt x="87" y="142"/>
                  </a:lnTo>
                  <a:lnTo>
                    <a:pt x="87" y="142"/>
                  </a:lnTo>
                  <a:lnTo>
                    <a:pt x="87" y="140"/>
                  </a:lnTo>
                  <a:lnTo>
                    <a:pt x="87" y="140"/>
                  </a:lnTo>
                  <a:lnTo>
                    <a:pt x="87" y="140"/>
                  </a:lnTo>
                  <a:lnTo>
                    <a:pt x="87" y="137"/>
                  </a:lnTo>
                  <a:lnTo>
                    <a:pt x="87" y="137"/>
                  </a:lnTo>
                  <a:lnTo>
                    <a:pt x="87" y="137"/>
                  </a:lnTo>
                  <a:lnTo>
                    <a:pt x="85" y="137"/>
                  </a:lnTo>
                  <a:lnTo>
                    <a:pt x="85" y="135"/>
                  </a:lnTo>
                  <a:lnTo>
                    <a:pt x="85" y="135"/>
                  </a:lnTo>
                  <a:lnTo>
                    <a:pt x="85" y="135"/>
                  </a:lnTo>
                  <a:lnTo>
                    <a:pt x="85" y="132"/>
                  </a:lnTo>
                  <a:lnTo>
                    <a:pt x="85" y="132"/>
                  </a:lnTo>
                  <a:lnTo>
                    <a:pt x="85" y="132"/>
                  </a:lnTo>
                  <a:lnTo>
                    <a:pt x="83" y="132"/>
                  </a:lnTo>
                  <a:lnTo>
                    <a:pt x="83" y="132"/>
                  </a:lnTo>
                  <a:lnTo>
                    <a:pt x="83" y="130"/>
                  </a:lnTo>
                  <a:lnTo>
                    <a:pt x="83" y="130"/>
                  </a:lnTo>
                  <a:lnTo>
                    <a:pt x="83" y="130"/>
                  </a:lnTo>
                  <a:lnTo>
                    <a:pt x="83" y="128"/>
                  </a:lnTo>
                  <a:lnTo>
                    <a:pt x="83" y="128"/>
                  </a:lnTo>
                  <a:lnTo>
                    <a:pt x="83" y="128"/>
                  </a:lnTo>
                  <a:lnTo>
                    <a:pt x="83" y="128"/>
                  </a:lnTo>
                  <a:lnTo>
                    <a:pt x="83" y="125"/>
                  </a:lnTo>
                  <a:lnTo>
                    <a:pt x="80" y="125"/>
                  </a:lnTo>
                  <a:lnTo>
                    <a:pt x="80" y="125"/>
                  </a:lnTo>
                  <a:lnTo>
                    <a:pt x="80" y="123"/>
                  </a:lnTo>
                  <a:lnTo>
                    <a:pt x="83" y="123"/>
                  </a:lnTo>
                  <a:lnTo>
                    <a:pt x="83" y="123"/>
                  </a:lnTo>
                  <a:lnTo>
                    <a:pt x="83" y="121"/>
                  </a:lnTo>
                  <a:lnTo>
                    <a:pt x="83" y="121"/>
                  </a:lnTo>
                  <a:lnTo>
                    <a:pt x="83" y="118"/>
                  </a:lnTo>
                  <a:lnTo>
                    <a:pt x="83" y="118"/>
                  </a:lnTo>
                  <a:lnTo>
                    <a:pt x="83" y="118"/>
                  </a:lnTo>
                  <a:lnTo>
                    <a:pt x="83" y="116"/>
                  </a:lnTo>
                  <a:lnTo>
                    <a:pt x="83" y="116"/>
                  </a:lnTo>
                  <a:lnTo>
                    <a:pt x="83" y="116"/>
                  </a:lnTo>
                  <a:lnTo>
                    <a:pt x="80" y="116"/>
                  </a:lnTo>
                  <a:lnTo>
                    <a:pt x="80" y="116"/>
                  </a:lnTo>
                  <a:lnTo>
                    <a:pt x="80" y="114"/>
                  </a:lnTo>
                  <a:lnTo>
                    <a:pt x="80" y="114"/>
                  </a:lnTo>
                  <a:lnTo>
                    <a:pt x="80" y="114"/>
                  </a:lnTo>
                  <a:lnTo>
                    <a:pt x="80" y="111"/>
                  </a:lnTo>
                  <a:lnTo>
                    <a:pt x="80" y="111"/>
                  </a:lnTo>
                  <a:lnTo>
                    <a:pt x="80" y="109"/>
                  </a:lnTo>
                  <a:lnTo>
                    <a:pt x="80" y="109"/>
                  </a:lnTo>
                  <a:lnTo>
                    <a:pt x="80" y="109"/>
                  </a:lnTo>
                  <a:lnTo>
                    <a:pt x="80" y="106"/>
                  </a:lnTo>
                  <a:lnTo>
                    <a:pt x="80" y="106"/>
                  </a:lnTo>
                  <a:lnTo>
                    <a:pt x="78" y="106"/>
                  </a:lnTo>
                  <a:lnTo>
                    <a:pt x="78" y="106"/>
                  </a:lnTo>
                  <a:lnTo>
                    <a:pt x="78" y="106"/>
                  </a:lnTo>
                  <a:lnTo>
                    <a:pt x="78" y="104"/>
                  </a:lnTo>
                  <a:lnTo>
                    <a:pt x="76" y="104"/>
                  </a:lnTo>
                  <a:lnTo>
                    <a:pt x="76" y="104"/>
                  </a:lnTo>
                  <a:lnTo>
                    <a:pt x="76" y="102"/>
                  </a:lnTo>
                  <a:lnTo>
                    <a:pt x="76" y="102"/>
                  </a:lnTo>
                  <a:lnTo>
                    <a:pt x="76" y="102"/>
                  </a:lnTo>
                  <a:lnTo>
                    <a:pt x="76" y="102"/>
                  </a:lnTo>
                  <a:lnTo>
                    <a:pt x="76" y="99"/>
                  </a:lnTo>
                  <a:lnTo>
                    <a:pt x="73" y="99"/>
                  </a:lnTo>
                  <a:lnTo>
                    <a:pt x="73" y="99"/>
                  </a:lnTo>
                  <a:lnTo>
                    <a:pt x="73" y="99"/>
                  </a:lnTo>
                  <a:lnTo>
                    <a:pt x="73" y="99"/>
                  </a:lnTo>
                  <a:lnTo>
                    <a:pt x="73" y="99"/>
                  </a:lnTo>
                  <a:lnTo>
                    <a:pt x="71" y="99"/>
                  </a:lnTo>
                  <a:lnTo>
                    <a:pt x="71" y="102"/>
                  </a:lnTo>
                  <a:lnTo>
                    <a:pt x="73" y="102"/>
                  </a:lnTo>
                  <a:lnTo>
                    <a:pt x="73" y="102"/>
                  </a:lnTo>
                  <a:lnTo>
                    <a:pt x="73" y="102"/>
                  </a:lnTo>
                  <a:lnTo>
                    <a:pt x="73" y="102"/>
                  </a:lnTo>
                  <a:lnTo>
                    <a:pt x="76" y="102"/>
                  </a:lnTo>
                  <a:lnTo>
                    <a:pt x="76" y="104"/>
                  </a:lnTo>
                  <a:lnTo>
                    <a:pt x="76" y="104"/>
                  </a:lnTo>
                  <a:lnTo>
                    <a:pt x="76" y="104"/>
                  </a:lnTo>
                  <a:lnTo>
                    <a:pt x="76" y="106"/>
                  </a:lnTo>
                  <a:lnTo>
                    <a:pt x="76" y="106"/>
                  </a:lnTo>
                  <a:lnTo>
                    <a:pt x="76" y="106"/>
                  </a:lnTo>
                  <a:lnTo>
                    <a:pt x="76" y="106"/>
                  </a:lnTo>
                  <a:lnTo>
                    <a:pt x="76" y="109"/>
                  </a:lnTo>
                  <a:lnTo>
                    <a:pt x="76" y="109"/>
                  </a:lnTo>
                  <a:lnTo>
                    <a:pt x="76" y="109"/>
                  </a:lnTo>
                  <a:lnTo>
                    <a:pt x="76" y="109"/>
                  </a:lnTo>
                  <a:lnTo>
                    <a:pt x="73" y="109"/>
                  </a:lnTo>
                  <a:lnTo>
                    <a:pt x="73" y="109"/>
                  </a:lnTo>
                  <a:lnTo>
                    <a:pt x="73" y="109"/>
                  </a:lnTo>
                  <a:lnTo>
                    <a:pt x="73" y="106"/>
                  </a:lnTo>
                  <a:lnTo>
                    <a:pt x="73" y="106"/>
                  </a:lnTo>
                  <a:lnTo>
                    <a:pt x="73" y="106"/>
                  </a:lnTo>
                  <a:lnTo>
                    <a:pt x="73" y="106"/>
                  </a:lnTo>
                  <a:lnTo>
                    <a:pt x="73" y="104"/>
                  </a:lnTo>
                  <a:lnTo>
                    <a:pt x="73" y="104"/>
                  </a:lnTo>
                  <a:lnTo>
                    <a:pt x="71" y="104"/>
                  </a:lnTo>
                  <a:lnTo>
                    <a:pt x="71" y="104"/>
                  </a:lnTo>
                  <a:lnTo>
                    <a:pt x="71" y="106"/>
                  </a:lnTo>
                  <a:lnTo>
                    <a:pt x="71" y="106"/>
                  </a:lnTo>
                  <a:lnTo>
                    <a:pt x="68" y="106"/>
                  </a:lnTo>
                  <a:lnTo>
                    <a:pt x="68" y="106"/>
                  </a:lnTo>
                  <a:lnTo>
                    <a:pt x="68" y="106"/>
                  </a:lnTo>
                  <a:lnTo>
                    <a:pt x="68" y="106"/>
                  </a:lnTo>
                  <a:lnTo>
                    <a:pt x="68" y="109"/>
                  </a:lnTo>
                  <a:lnTo>
                    <a:pt x="68" y="109"/>
                  </a:lnTo>
                  <a:lnTo>
                    <a:pt x="68" y="111"/>
                  </a:lnTo>
                  <a:lnTo>
                    <a:pt x="68" y="111"/>
                  </a:lnTo>
                  <a:lnTo>
                    <a:pt x="68" y="114"/>
                  </a:lnTo>
                  <a:lnTo>
                    <a:pt x="68" y="114"/>
                  </a:lnTo>
                  <a:lnTo>
                    <a:pt x="68" y="114"/>
                  </a:lnTo>
                  <a:lnTo>
                    <a:pt x="68" y="116"/>
                  </a:lnTo>
                  <a:lnTo>
                    <a:pt x="66" y="116"/>
                  </a:lnTo>
                  <a:lnTo>
                    <a:pt x="66" y="116"/>
                  </a:lnTo>
                  <a:lnTo>
                    <a:pt x="66" y="116"/>
                  </a:lnTo>
                  <a:lnTo>
                    <a:pt x="66" y="116"/>
                  </a:lnTo>
                  <a:lnTo>
                    <a:pt x="66" y="116"/>
                  </a:lnTo>
                  <a:lnTo>
                    <a:pt x="64" y="116"/>
                  </a:lnTo>
                  <a:lnTo>
                    <a:pt x="64" y="116"/>
                  </a:lnTo>
                  <a:lnTo>
                    <a:pt x="64" y="116"/>
                  </a:lnTo>
                  <a:lnTo>
                    <a:pt x="64" y="114"/>
                  </a:lnTo>
                  <a:lnTo>
                    <a:pt x="64" y="114"/>
                  </a:lnTo>
                  <a:lnTo>
                    <a:pt x="64" y="116"/>
                  </a:lnTo>
                  <a:lnTo>
                    <a:pt x="64" y="116"/>
                  </a:lnTo>
                  <a:lnTo>
                    <a:pt x="61" y="116"/>
                  </a:lnTo>
                  <a:lnTo>
                    <a:pt x="61" y="116"/>
                  </a:lnTo>
                  <a:lnTo>
                    <a:pt x="61" y="114"/>
                  </a:lnTo>
                  <a:lnTo>
                    <a:pt x="61" y="114"/>
                  </a:lnTo>
                  <a:lnTo>
                    <a:pt x="61" y="111"/>
                  </a:lnTo>
                  <a:lnTo>
                    <a:pt x="61" y="111"/>
                  </a:lnTo>
                  <a:lnTo>
                    <a:pt x="61" y="109"/>
                  </a:lnTo>
                  <a:lnTo>
                    <a:pt x="61" y="109"/>
                  </a:lnTo>
                  <a:lnTo>
                    <a:pt x="61" y="109"/>
                  </a:lnTo>
                  <a:lnTo>
                    <a:pt x="61" y="109"/>
                  </a:lnTo>
                  <a:lnTo>
                    <a:pt x="61" y="111"/>
                  </a:lnTo>
                  <a:lnTo>
                    <a:pt x="61" y="111"/>
                  </a:lnTo>
                  <a:lnTo>
                    <a:pt x="61" y="114"/>
                  </a:lnTo>
                  <a:lnTo>
                    <a:pt x="61" y="114"/>
                  </a:lnTo>
                  <a:lnTo>
                    <a:pt x="61" y="114"/>
                  </a:lnTo>
                  <a:lnTo>
                    <a:pt x="61" y="116"/>
                  </a:lnTo>
                  <a:lnTo>
                    <a:pt x="61" y="116"/>
                  </a:lnTo>
                  <a:lnTo>
                    <a:pt x="59" y="116"/>
                  </a:lnTo>
                  <a:lnTo>
                    <a:pt x="59" y="116"/>
                  </a:lnTo>
                  <a:lnTo>
                    <a:pt x="59" y="116"/>
                  </a:lnTo>
                  <a:lnTo>
                    <a:pt x="59" y="116"/>
                  </a:lnTo>
                  <a:lnTo>
                    <a:pt x="59" y="118"/>
                  </a:lnTo>
                  <a:lnTo>
                    <a:pt x="59" y="118"/>
                  </a:lnTo>
                  <a:lnTo>
                    <a:pt x="59" y="118"/>
                  </a:lnTo>
                  <a:lnTo>
                    <a:pt x="59" y="121"/>
                  </a:lnTo>
                  <a:lnTo>
                    <a:pt x="59" y="121"/>
                  </a:lnTo>
                  <a:lnTo>
                    <a:pt x="57" y="121"/>
                  </a:lnTo>
                  <a:lnTo>
                    <a:pt x="57" y="121"/>
                  </a:lnTo>
                  <a:lnTo>
                    <a:pt x="57" y="121"/>
                  </a:lnTo>
                  <a:lnTo>
                    <a:pt x="54" y="121"/>
                  </a:lnTo>
                  <a:lnTo>
                    <a:pt x="54" y="121"/>
                  </a:lnTo>
                  <a:lnTo>
                    <a:pt x="54" y="123"/>
                  </a:lnTo>
                  <a:lnTo>
                    <a:pt x="54" y="123"/>
                  </a:lnTo>
                  <a:lnTo>
                    <a:pt x="52" y="123"/>
                  </a:lnTo>
                  <a:lnTo>
                    <a:pt x="52" y="123"/>
                  </a:lnTo>
                  <a:lnTo>
                    <a:pt x="52" y="125"/>
                  </a:lnTo>
                  <a:lnTo>
                    <a:pt x="52" y="125"/>
                  </a:lnTo>
                  <a:lnTo>
                    <a:pt x="52" y="123"/>
                  </a:lnTo>
                  <a:lnTo>
                    <a:pt x="52" y="123"/>
                  </a:lnTo>
                  <a:lnTo>
                    <a:pt x="52" y="123"/>
                  </a:lnTo>
                  <a:lnTo>
                    <a:pt x="49" y="123"/>
                  </a:lnTo>
                  <a:lnTo>
                    <a:pt x="49" y="123"/>
                  </a:lnTo>
                  <a:lnTo>
                    <a:pt x="49" y="123"/>
                  </a:lnTo>
                  <a:lnTo>
                    <a:pt x="47" y="123"/>
                  </a:lnTo>
                  <a:lnTo>
                    <a:pt x="47" y="123"/>
                  </a:lnTo>
                  <a:lnTo>
                    <a:pt x="47" y="125"/>
                  </a:lnTo>
                  <a:lnTo>
                    <a:pt x="47" y="125"/>
                  </a:lnTo>
                  <a:lnTo>
                    <a:pt x="45" y="125"/>
                  </a:lnTo>
                  <a:lnTo>
                    <a:pt x="45" y="123"/>
                  </a:lnTo>
                  <a:lnTo>
                    <a:pt x="45" y="123"/>
                  </a:lnTo>
                  <a:lnTo>
                    <a:pt x="42" y="123"/>
                  </a:lnTo>
                  <a:lnTo>
                    <a:pt x="42" y="123"/>
                  </a:lnTo>
                  <a:lnTo>
                    <a:pt x="42" y="123"/>
                  </a:lnTo>
                  <a:lnTo>
                    <a:pt x="42" y="121"/>
                  </a:lnTo>
                  <a:lnTo>
                    <a:pt x="42" y="121"/>
                  </a:lnTo>
                  <a:lnTo>
                    <a:pt x="40" y="121"/>
                  </a:lnTo>
                  <a:lnTo>
                    <a:pt x="40" y="121"/>
                  </a:lnTo>
                  <a:lnTo>
                    <a:pt x="40" y="123"/>
                  </a:lnTo>
                  <a:lnTo>
                    <a:pt x="40" y="123"/>
                  </a:lnTo>
                  <a:lnTo>
                    <a:pt x="38" y="123"/>
                  </a:lnTo>
                  <a:lnTo>
                    <a:pt x="38" y="123"/>
                  </a:lnTo>
                  <a:lnTo>
                    <a:pt x="38" y="123"/>
                  </a:lnTo>
                  <a:lnTo>
                    <a:pt x="38" y="125"/>
                  </a:lnTo>
                  <a:lnTo>
                    <a:pt x="35" y="125"/>
                  </a:lnTo>
                  <a:lnTo>
                    <a:pt x="35" y="125"/>
                  </a:lnTo>
                  <a:lnTo>
                    <a:pt x="35" y="125"/>
                  </a:lnTo>
                  <a:lnTo>
                    <a:pt x="35" y="125"/>
                  </a:lnTo>
                  <a:lnTo>
                    <a:pt x="35" y="128"/>
                  </a:lnTo>
                  <a:lnTo>
                    <a:pt x="33" y="128"/>
                  </a:lnTo>
                  <a:lnTo>
                    <a:pt x="33" y="128"/>
                  </a:lnTo>
                  <a:lnTo>
                    <a:pt x="33" y="125"/>
                  </a:lnTo>
                  <a:lnTo>
                    <a:pt x="33" y="125"/>
                  </a:lnTo>
                  <a:lnTo>
                    <a:pt x="33" y="125"/>
                  </a:lnTo>
                  <a:lnTo>
                    <a:pt x="31" y="125"/>
                  </a:lnTo>
                  <a:lnTo>
                    <a:pt x="31" y="125"/>
                  </a:lnTo>
                  <a:lnTo>
                    <a:pt x="31" y="125"/>
                  </a:lnTo>
                  <a:lnTo>
                    <a:pt x="28" y="125"/>
                  </a:lnTo>
                  <a:lnTo>
                    <a:pt x="28" y="128"/>
                  </a:lnTo>
                  <a:lnTo>
                    <a:pt x="28" y="128"/>
                  </a:lnTo>
                  <a:lnTo>
                    <a:pt x="28" y="128"/>
                  </a:lnTo>
                  <a:lnTo>
                    <a:pt x="28" y="128"/>
                  </a:lnTo>
                  <a:lnTo>
                    <a:pt x="26" y="128"/>
                  </a:lnTo>
                  <a:lnTo>
                    <a:pt x="26" y="128"/>
                  </a:lnTo>
                  <a:lnTo>
                    <a:pt x="26" y="128"/>
                  </a:lnTo>
                  <a:lnTo>
                    <a:pt x="26" y="128"/>
                  </a:lnTo>
                  <a:lnTo>
                    <a:pt x="26" y="125"/>
                  </a:lnTo>
                  <a:lnTo>
                    <a:pt x="23" y="125"/>
                  </a:lnTo>
                  <a:lnTo>
                    <a:pt x="23" y="125"/>
                  </a:lnTo>
                  <a:lnTo>
                    <a:pt x="23" y="125"/>
                  </a:lnTo>
                  <a:lnTo>
                    <a:pt x="21" y="125"/>
                  </a:lnTo>
                  <a:lnTo>
                    <a:pt x="21" y="123"/>
                  </a:lnTo>
                  <a:lnTo>
                    <a:pt x="23" y="123"/>
                  </a:lnTo>
                  <a:lnTo>
                    <a:pt x="23" y="123"/>
                  </a:lnTo>
                  <a:lnTo>
                    <a:pt x="23" y="121"/>
                  </a:lnTo>
                  <a:lnTo>
                    <a:pt x="21" y="121"/>
                  </a:lnTo>
                  <a:lnTo>
                    <a:pt x="21" y="121"/>
                  </a:lnTo>
                  <a:lnTo>
                    <a:pt x="23" y="121"/>
                  </a:lnTo>
                  <a:lnTo>
                    <a:pt x="23" y="118"/>
                  </a:lnTo>
                  <a:lnTo>
                    <a:pt x="23" y="118"/>
                  </a:lnTo>
                  <a:lnTo>
                    <a:pt x="23" y="116"/>
                  </a:lnTo>
                  <a:lnTo>
                    <a:pt x="21" y="116"/>
                  </a:lnTo>
                  <a:lnTo>
                    <a:pt x="21" y="116"/>
                  </a:lnTo>
                  <a:lnTo>
                    <a:pt x="21" y="116"/>
                  </a:lnTo>
                  <a:lnTo>
                    <a:pt x="23" y="116"/>
                  </a:lnTo>
                  <a:lnTo>
                    <a:pt x="23" y="114"/>
                  </a:lnTo>
                  <a:lnTo>
                    <a:pt x="23" y="114"/>
                  </a:lnTo>
                  <a:lnTo>
                    <a:pt x="21" y="114"/>
                  </a:lnTo>
                  <a:lnTo>
                    <a:pt x="21" y="111"/>
                  </a:lnTo>
                  <a:lnTo>
                    <a:pt x="21" y="111"/>
                  </a:lnTo>
                  <a:lnTo>
                    <a:pt x="21" y="111"/>
                  </a:lnTo>
                  <a:lnTo>
                    <a:pt x="21" y="111"/>
                  </a:lnTo>
                  <a:lnTo>
                    <a:pt x="21" y="109"/>
                  </a:lnTo>
                  <a:lnTo>
                    <a:pt x="21" y="109"/>
                  </a:lnTo>
                  <a:lnTo>
                    <a:pt x="21" y="109"/>
                  </a:lnTo>
                  <a:lnTo>
                    <a:pt x="21" y="106"/>
                  </a:lnTo>
                  <a:lnTo>
                    <a:pt x="21" y="106"/>
                  </a:lnTo>
                  <a:lnTo>
                    <a:pt x="21" y="106"/>
                  </a:lnTo>
                  <a:lnTo>
                    <a:pt x="21" y="104"/>
                  </a:lnTo>
                  <a:lnTo>
                    <a:pt x="21" y="104"/>
                  </a:lnTo>
                  <a:lnTo>
                    <a:pt x="21" y="104"/>
                  </a:lnTo>
                  <a:lnTo>
                    <a:pt x="21" y="102"/>
                  </a:lnTo>
                  <a:lnTo>
                    <a:pt x="21" y="102"/>
                  </a:lnTo>
                  <a:lnTo>
                    <a:pt x="21" y="99"/>
                  </a:lnTo>
                  <a:lnTo>
                    <a:pt x="19" y="99"/>
                  </a:lnTo>
                  <a:lnTo>
                    <a:pt x="19" y="99"/>
                  </a:lnTo>
                  <a:lnTo>
                    <a:pt x="21" y="99"/>
                  </a:lnTo>
                  <a:lnTo>
                    <a:pt x="21" y="97"/>
                  </a:lnTo>
                  <a:lnTo>
                    <a:pt x="21" y="97"/>
                  </a:lnTo>
                  <a:lnTo>
                    <a:pt x="21" y="97"/>
                  </a:lnTo>
                  <a:lnTo>
                    <a:pt x="19" y="97"/>
                  </a:lnTo>
                  <a:lnTo>
                    <a:pt x="19" y="95"/>
                  </a:lnTo>
                  <a:lnTo>
                    <a:pt x="19" y="95"/>
                  </a:lnTo>
                  <a:lnTo>
                    <a:pt x="19" y="95"/>
                  </a:lnTo>
                  <a:lnTo>
                    <a:pt x="19" y="92"/>
                  </a:lnTo>
                  <a:lnTo>
                    <a:pt x="19" y="92"/>
                  </a:lnTo>
                  <a:lnTo>
                    <a:pt x="19" y="90"/>
                  </a:lnTo>
                  <a:lnTo>
                    <a:pt x="19" y="90"/>
                  </a:lnTo>
                  <a:lnTo>
                    <a:pt x="19" y="90"/>
                  </a:lnTo>
                  <a:lnTo>
                    <a:pt x="19" y="87"/>
                  </a:lnTo>
                  <a:lnTo>
                    <a:pt x="21" y="87"/>
                  </a:lnTo>
                  <a:lnTo>
                    <a:pt x="21" y="87"/>
                  </a:lnTo>
                  <a:lnTo>
                    <a:pt x="19" y="87"/>
                  </a:lnTo>
                  <a:lnTo>
                    <a:pt x="19" y="87"/>
                  </a:lnTo>
                  <a:lnTo>
                    <a:pt x="19" y="87"/>
                  </a:lnTo>
                  <a:lnTo>
                    <a:pt x="19" y="87"/>
                  </a:lnTo>
                  <a:lnTo>
                    <a:pt x="16" y="87"/>
                  </a:lnTo>
                  <a:lnTo>
                    <a:pt x="16" y="87"/>
                  </a:lnTo>
                  <a:lnTo>
                    <a:pt x="14" y="87"/>
                  </a:lnTo>
                  <a:lnTo>
                    <a:pt x="14" y="85"/>
                  </a:lnTo>
                  <a:lnTo>
                    <a:pt x="14" y="85"/>
                  </a:lnTo>
                  <a:lnTo>
                    <a:pt x="16" y="85"/>
                  </a:lnTo>
                  <a:lnTo>
                    <a:pt x="16" y="83"/>
                  </a:lnTo>
                  <a:lnTo>
                    <a:pt x="16" y="83"/>
                  </a:lnTo>
                  <a:lnTo>
                    <a:pt x="16" y="83"/>
                  </a:lnTo>
                  <a:lnTo>
                    <a:pt x="16" y="80"/>
                  </a:lnTo>
                  <a:lnTo>
                    <a:pt x="16" y="80"/>
                  </a:lnTo>
                  <a:lnTo>
                    <a:pt x="16" y="80"/>
                  </a:lnTo>
                  <a:lnTo>
                    <a:pt x="14" y="80"/>
                  </a:lnTo>
                  <a:lnTo>
                    <a:pt x="14" y="78"/>
                  </a:lnTo>
                  <a:lnTo>
                    <a:pt x="14" y="78"/>
                  </a:lnTo>
                  <a:lnTo>
                    <a:pt x="14" y="78"/>
                  </a:lnTo>
                  <a:lnTo>
                    <a:pt x="14" y="78"/>
                  </a:lnTo>
                  <a:lnTo>
                    <a:pt x="14" y="78"/>
                  </a:lnTo>
                  <a:lnTo>
                    <a:pt x="12" y="78"/>
                  </a:lnTo>
                  <a:lnTo>
                    <a:pt x="12" y="76"/>
                  </a:lnTo>
                  <a:lnTo>
                    <a:pt x="12" y="76"/>
                  </a:lnTo>
                  <a:lnTo>
                    <a:pt x="12" y="73"/>
                  </a:lnTo>
                  <a:lnTo>
                    <a:pt x="12" y="73"/>
                  </a:lnTo>
                  <a:lnTo>
                    <a:pt x="14" y="73"/>
                  </a:lnTo>
                  <a:lnTo>
                    <a:pt x="14" y="71"/>
                  </a:lnTo>
                  <a:lnTo>
                    <a:pt x="12" y="71"/>
                  </a:lnTo>
                  <a:lnTo>
                    <a:pt x="12" y="71"/>
                  </a:lnTo>
                  <a:lnTo>
                    <a:pt x="14" y="71"/>
                  </a:lnTo>
                  <a:lnTo>
                    <a:pt x="14" y="71"/>
                  </a:lnTo>
                  <a:lnTo>
                    <a:pt x="14" y="71"/>
                  </a:lnTo>
                  <a:lnTo>
                    <a:pt x="14" y="68"/>
                  </a:lnTo>
                  <a:lnTo>
                    <a:pt x="16" y="68"/>
                  </a:lnTo>
                  <a:lnTo>
                    <a:pt x="16" y="68"/>
                  </a:lnTo>
                  <a:lnTo>
                    <a:pt x="16" y="68"/>
                  </a:lnTo>
                  <a:lnTo>
                    <a:pt x="16" y="66"/>
                  </a:lnTo>
                  <a:lnTo>
                    <a:pt x="16" y="66"/>
                  </a:lnTo>
                  <a:lnTo>
                    <a:pt x="14" y="66"/>
                  </a:lnTo>
                  <a:lnTo>
                    <a:pt x="14" y="64"/>
                  </a:lnTo>
                  <a:lnTo>
                    <a:pt x="14" y="64"/>
                  </a:lnTo>
                  <a:lnTo>
                    <a:pt x="14" y="61"/>
                  </a:lnTo>
                  <a:lnTo>
                    <a:pt x="16" y="61"/>
                  </a:lnTo>
                  <a:lnTo>
                    <a:pt x="16" y="61"/>
                  </a:lnTo>
                  <a:lnTo>
                    <a:pt x="16" y="59"/>
                  </a:lnTo>
                  <a:lnTo>
                    <a:pt x="14" y="59"/>
                  </a:lnTo>
                  <a:lnTo>
                    <a:pt x="14" y="59"/>
                  </a:lnTo>
                  <a:lnTo>
                    <a:pt x="14" y="59"/>
                  </a:lnTo>
                  <a:lnTo>
                    <a:pt x="14" y="59"/>
                  </a:lnTo>
                  <a:lnTo>
                    <a:pt x="14" y="59"/>
                  </a:lnTo>
                  <a:lnTo>
                    <a:pt x="14" y="59"/>
                  </a:lnTo>
                  <a:lnTo>
                    <a:pt x="12" y="59"/>
                  </a:lnTo>
                  <a:lnTo>
                    <a:pt x="12" y="59"/>
                  </a:lnTo>
                  <a:lnTo>
                    <a:pt x="12" y="59"/>
                  </a:lnTo>
                  <a:lnTo>
                    <a:pt x="9" y="59"/>
                  </a:lnTo>
                  <a:lnTo>
                    <a:pt x="9" y="57"/>
                  </a:lnTo>
                  <a:lnTo>
                    <a:pt x="9" y="57"/>
                  </a:lnTo>
                  <a:lnTo>
                    <a:pt x="7" y="57"/>
                  </a:lnTo>
                  <a:lnTo>
                    <a:pt x="7" y="57"/>
                  </a:lnTo>
                  <a:lnTo>
                    <a:pt x="7" y="57"/>
                  </a:lnTo>
                  <a:lnTo>
                    <a:pt x="7" y="57"/>
                  </a:lnTo>
                  <a:lnTo>
                    <a:pt x="7" y="57"/>
                  </a:lnTo>
                  <a:lnTo>
                    <a:pt x="4" y="57"/>
                  </a:lnTo>
                  <a:lnTo>
                    <a:pt x="4" y="57"/>
                  </a:lnTo>
                  <a:lnTo>
                    <a:pt x="4" y="54"/>
                  </a:lnTo>
                  <a:lnTo>
                    <a:pt x="2" y="54"/>
                  </a:lnTo>
                  <a:lnTo>
                    <a:pt x="2" y="54"/>
                  </a:lnTo>
                  <a:lnTo>
                    <a:pt x="2" y="54"/>
                  </a:lnTo>
                  <a:lnTo>
                    <a:pt x="2" y="52"/>
                  </a:lnTo>
                  <a:lnTo>
                    <a:pt x="2" y="52"/>
                  </a:lnTo>
                  <a:lnTo>
                    <a:pt x="2" y="52"/>
                  </a:lnTo>
                  <a:lnTo>
                    <a:pt x="2" y="50"/>
                  </a:lnTo>
                  <a:lnTo>
                    <a:pt x="0" y="50"/>
                  </a:lnTo>
                  <a:lnTo>
                    <a:pt x="0" y="50"/>
                  </a:lnTo>
                  <a:lnTo>
                    <a:pt x="0" y="47"/>
                  </a:lnTo>
                  <a:lnTo>
                    <a:pt x="2" y="47"/>
                  </a:lnTo>
                  <a:lnTo>
                    <a:pt x="2" y="47"/>
                  </a:lnTo>
                  <a:lnTo>
                    <a:pt x="2" y="47"/>
                  </a:lnTo>
                  <a:lnTo>
                    <a:pt x="2" y="47"/>
                  </a:lnTo>
                  <a:lnTo>
                    <a:pt x="2" y="47"/>
                  </a:lnTo>
                  <a:lnTo>
                    <a:pt x="2" y="45"/>
                  </a:lnTo>
                  <a:lnTo>
                    <a:pt x="2" y="45"/>
                  </a:lnTo>
                  <a:lnTo>
                    <a:pt x="2" y="42"/>
                  </a:lnTo>
                  <a:lnTo>
                    <a:pt x="4" y="42"/>
                  </a:lnTo>
                  <a:lnTo>
                    <a:pt x="4" y="42"/>
                  </a:lnTo>
                  <a:lnTo>
                    <a:pt x="4" y="45"/>
                  </a:lnTo>
                  <a:lnTo>
                    <a:pt x="7" y="45"/>
                  </a:lnTo>
                  <a:lnTo>
                    <a:pt x="7" y="45"/>
                  </a:lnTo>
                  <a:lnTo>
                    <a:pt x="7" y="45"/>
                  </a:lnTo>
                  <a:lnTo>
                    <a:pt x="7" y="45"/>
                  </a:lnTo>
                  <a:lnTo>
                    <a:pt x="7" y="42"/>
                  </a:lnTo>
                  <a:lnTo>
                    <a:pt x="7" y="42"/>
                  </a:lnTo>
                  <a:lnTo>
                    <a:pt x="9" y="42"/>
                  </a:lnTo>
                  <a:lnTo>
                    <a:pt x="9" y="42"/>
                  </a:lnTo>
                  <a:lnTo>
                    <a:pt x="9" y="40"/>
                  </a:lnTo>
                  <a:lnTo>
                    <a:pt x="9" y="40"/>
                  </a:lnTo>
                  <a:lnTo>
                    <a:pt x="9" y="40"/>
                  </a:lnTo>
                  <a:lnTo>
                    <a:pt x="9" y="38"/>
                  </a:lnTo>
                  <a:lnTo>
                    <a:pt x="9" y="38"/>
                  </a:lnTo>
                  <a:lnTo>
                    <a:pt x="9" y="38"/>
                  </a:lnTo>
                  <a:lnTo>
                    <a:pt x="12" y="38"/>
                  </a:lnTo>
                  <a:lnTo>
                    <a:pt x="12" y="38"/>
                  </a:lnTo>
                  <a:lnTo>
                    <a:pt x="12" y="38"/>
                  </a:lnTo>
                  <a:lnTo>
                    <a:pt x="12" y="38"/>
                  </a:lnTo>
                  <a:lnTo>
                    <a:pt x="12" y="38"/>
                  </a:lnTo>
                  <a:lnTo>
                    <a:pt x="14" y="38"/>
                  </a:lnTo>
                  <a:lnTo>
                    <a:pt x="14" y="38"/>
                  </a:lnTo>
                  <a:lnTo>
                    <a:pt x="14" y="38"/>
                  </a:lnTo>
                  <a:lnTo>
                    <a:pt x="16" y="38"/>
                  </a:lnTo>
                  <a:lnTo>
                    <a:pt x="16" y="38"/>
                  </a:lnTo>
                  <a:lnTo>
                    <a:pt x="16" y="38"/>
                  </a:lnTo>
                  <a:lnTo>
                    <a:pt x="16" y="38"/>
                  </a:lnTo>
                  <a:lnTo>
                    <a:pt x="19" y="38"/>
                  </a:lnTo>
                  <a:lnTo>
                    <a:pt x="19" y="38"/>
                  </a:lnTo>
                  <a:lnTo>
                    <a:pt x="19" y="38"/>
                  </a:lnTo>
                  <a:lnTo>
                    <a:pt x="19" y="38"/>
                  </a:lnTo>
                  <a:lnTo>
                    <a:pt x="19" y="38"/>
                  </a:lnTo>
                  <a:lnTo>
                    <a:pt x="21" y="38"/>
                  </a:lnTo>
                  <a:lnTo>
                    <a:pt x="21" y="35"/>
                  </a:lnTo>
                  <a:lnTo>
                    <a:pt x="21" y="35"/>
                  </a:lnTo>
                  <a:lnTo>
                    <a:pt x="21" y="35"/>
                  </a:lnTo>
                  <a:lnTo>
                    <a:pt x="21" y="33"/>
                  </a:lnTo>
                  <a:lnTo>
                    <a:pt x="21" y="33"/>
                  </a:lnTo>
                  <a:lnTo>
                    <a:pt x="19" y="33"/>
                  </a:lnTo>
                  <a:lnTo>
                    <a:pt x="19" y="33"/>
                  </a:lnTo>
                  <a:lnTo>
                    <a:pt x="19" y="33"/>
                  </a:lnTo>
                  <a:lnTo>
                    <a:pt x="19" y="33"/>
                  </a:lnTo>
                  <a:lnTo>
                    <a:pt x="19" y="31"/>
                  </a:lnTo>
                  <a:lnTo>
                    <a:pt x="19" y="31"/>
                  </a:lnTo>
                  <a:lnTo>
                    <a:pt x="19" y="28"/>
                  </a:lnTo>
                  <a:lnTo>
                    <a:pt x="16" y="28"/>
                  </a:lnTo>
                  <a:lnTo>
                    <a:pt x="16" y="28"/>
                  </a:lnTo>
                  <a:lnTo>
                    <a:pt x="14" y="28"/>
                  </a:lnTo>
                  <a:lnTo>
                    <a:pt x="14" y="28"/>
                  </a:lnTo>
                  <a:lnTo>
                    <a:pt x="14" y="28"/>
                  </a:lnTo>
                  <a:lnTo>
                    <a:pt x="12" y="28"/>
                  </a:lnTo>
                  <a:lnTo>
                    <a:pt x="12" y="28"/>
                  </a:lnTo>
                  <a:lnTo>
                    <a:pt x="12" y="28"/>
                  </a:lnTo>
                  <a:lnTo>
                    <a:pt x="12" y="28"/>
                  </a:lnTo>
                  <a:lnTo>
                    <a:pt x="12" y="28"/>
                  </a:lnTo>
                  <a:lnTo>
                    <a:pt x="9" y="28"/>
                  </a:lnTo>
                  <a:lnTo>
                    <a:pt x="9" y="26"/>
                  </a:lnTo>
                  <a:lnTo>
                    <a:pt x="9" y="26"/>
                  </a:lnTo>
                  <a:lnTo>
                    <a:pt x="9" y="26"/>
                  </a:lnTo>
                  <a:lnTo>
                    <a:pt x="7" y="26"/>
                  </a:lnTo>
                  <a:lnTo>
                    <a:pt x="7" y="23"/>
                  </a:lnTo>
                  <a:lnTo>
                    <a:pt x="7" y="23"/>
                  </a:lnTo>
                  <a:lnTo>
                    <a:pt x="7" y="23"/>
                  </a:lnTo>
                  <a:lnTo>
                    <a:pt x="7" y="23"/>
                  </a:lnTo>
                  <a:lnTo>
                    <a:pt x="7" y="21"/>
                  </a:lnTo>
                  <a:lnTo>
                    <a:pt x="4" y="21"/>
                  </a:lnTo>
                  <a:lnTo>
                    <a:pt x="4" y="21"/>
                  </a:lnTo>
                  <a:lnTo>
                    <a:pt x="2" y="21"/>
                  </a:lnTo>
                  <a:lnTo>
                    <a:pt x="2" y="21"/>
                  </a:lnTo>
                  <a:lnTo>
                    <a:pt x="2" y="21"/>
                  </a:lnTo>
                  <a:lnTo>
                    <a:pt x="2" y="19"/>
                  </a:lnTo>
                  <a:lnTo>
                    <a:pt x="2" y="19"/>
                  </a:lnTo>
                  <a:lnTo>
                    <a:pt x="2" y="19"/>
                  </a:lnTo>
                  <a:lnTo>
                    <a:pt x="2" y="19"/>
                  </a:lnTo>
                  <a:lnTo>
                    <a:pt x="2" y="19"/>
                  </a:lnTo>
                  <a:lnTo>
                    <a:pt x="2" y="16"/>
                  </a:lnTo>
                  <a:lnTo>
                    <a:pt x="2" y="16"/>
                  </a:lnTo>
                  <a:lnTo>
                    <a:pt x="2" y="16"/>
                  </a:lnTo>
                  <a:lnTo>
                    <a:pt x="2" y="14"/>
                  </a:lnTo>
                  <a:lnTo>
                    <a:pt x="2" y="14"/>
                  </a:lnTo>
                  <a:lnTo>
                    <a:pt x="4" y="14"/>
                  </a:lnTo>
                  <a:lnTo>
                    <a:pt x="4" y="12"/>
                  </a:lnTo>
                  <a:lnTo>
                    <a:pt x="4" y="12"/>
                  </a:lnTo>
                  <a:lnTo>
                    <a:pt x="4" y="12"/>
                  </a:lnTo>
                  <a:lnTo>
                    <a:pt x="7" y="12"/>
                  </a:lnTo>
                  <a:lnTo>
                    <a:pt x="7" y="12"/>
                  </a:lnTo>
                  <a:lnTo>
                    <a:pt x="7" y="9"/>
                  </a:lnTo>
                  <a:lnTo>
                    <a:pt x="7" y="9"/>
                  </a:lnTo>
                  <a:lnTo>
                    <a:pt x="7" y="9"/>
                  </a:lnTo>
                  <a:lnTo>
                    <a:pt x="7" y="9"/>
                  </a:lnTo>
                  <a:lnTo>
                    <a:pt x="9" y="9"/>
                  </a:lnTo>
                  <a:lnTo>
                    <a:pt x="9" y="9"/>
                  </a:lnTo>
                  <a:lnTo>
                    <a:pt x="9" y="7"/>
                  </a:lnTo>
                  <a:lnTo>
                    <a:pt x="12" y="7"/>
                  </a:lnTo>
                  <a:lnTo>
                    <a:pt x="12" y="7"/>
                  </a:lnTo>
                  <a:lnTo>
                    <a:pt x="12" y="4"/>
                  </a:lnTo>
                  <a:lnTo>
                    <a:pt x="9" y="4"/>
                  </a:lnTo>
                  <a:lnTo>
                    <a:pt x="9" y="4"/>
                  </a:lnTo>
                  <a:lnTo>
                    <a:pt x="9" y="4"/>
                  </a:lnTo>
                  <a:lnTo>
                    <a:pt x="7" y="4"/>
                  </a:lnTo>
                  <a:lnTo>
                    <a:pt x="7" y="4"/>
                  </a:lnTo>
                  <a:lnTo>
                    <a:pt x="7" y="4"/>
                  </a:lnTo>
                  <a:lnTo>
                    <a:pt x="7" y="4"/>
                  </a:lnTo>
                  <a:lnTo>
                    <a:pt x="7" y="2"/>
                  </a:lnTo>
                  <a:lnTo>
                    <a:pt x="7" y="2"/>
                  </a:lnTo>
                  <a:lnTo>
                    <a:pt x="7" y="2"/>
                  </a:lnTo>
                  <a:lnTo>
                    <a:pt x="7" y="0"/>
                  </a:lnTo>
                  <a:lnTo>
                    <a:pt x="9" y="0"/>
                  </a:lnTo>
                  <a:lnTo>
                    <a:pt x="9" y="2"/>
                  </a:lnTo>
                  <a:lnTo>
                    <a:pt x="9" y="2"/>
                  </a:lnTo>
                  <a:lnTo>
                    <a:pt x="9" y="2"/>
                  </a:lnTo>
                  <a:lnTo>
                    <a:pt x="12" y="2"/>
                  </a:lnTo>
                  <a:lnTo>
                    <a:pt x="12" y="4"/>
                  </a:lnTo>
                  <a:lnTo>
                    <a:pt x="12" y="4"/>
                  </a:lnTo>
                  <a:lnTo>
                    <a:pt x="12" y="4"/>
                  </a:lnTo>
                  <a:lnTo>
                    <a:pt x="12" y="4"/>
                  </a:lnTo>
                  <a:lnTo>
                    <a:pt x="14" y="4"/>
                  </a:lnTo>
                  <a:lnTo>
                    <a:pt x="14" y="7"/>
                  </a:lnTo>
                  <a:lnTo>
                    <a:pt x="14" y="7"/>
                  </a:lnTo>
                  <a:lnTo>
                    <a:pt x="14" y="7"/>
                  </a:lnTo>
                  <a:lnTo>
                    <a:pt x="14" y="7"/>
                  </a:lnTo>
                  <a:lnTo>
                    <a:pt x="14" y="9"/>
                  </a:lnTo>
                  <a:lnTo>
                    <a:pt x="14" y="9"/>
                  </a:lnTo>
                  <a:lnTo>
                    <a:pt x="16" y="9"/>
                  </a:lnTo>
                  <a:lnTo>
                    <a:pt x="16" y="9"/>
                  </a:lnTo>
                  <a:lnTo>
                    <a:pt x="16" y="9"/>
                  </a:lnTo>
                  <a:lnTo>
                    <a:pt x="19" y="9"/>
                  </a:lnTo>
                  <a:lnTo>
                    <a:pt x="19" y="9"/>
                  </a:lnTo>
                  <a:lnTo>
                    <a:pt x="19" y="9"/>
                  </a:lnTo>
                  <a:lnTo>
                    <a:pt x="19" y="9"/>
                  </a:lnTo>
                  <a:lnTo>
                    <a:pt x="19" y="9"/>
                  </a:lnTo>
                  <a:lnTo>
                    <a:pt x="21" y="9"/>
                  </a:lnTo>
                  <a:lnTo>
                    <a:pt x="21" y="9"/>
                  </a:lnTo>
                  <a:lnTo>
                    <a:pt x="21" y="9"/>
                  </a:lnTo>
                  <a:lnTo>
                    <a:pt x="21" y="9"/>
                  </a:lnTo>
                  <a:lnTo>
                    <a:pt x="21" y="9"/>
                  </a:lnTo>
                  <a:lnTo>
                    <a:pt x="21" y="9"/>
                  </a:lnTo>
                  <a:lnTo>
                    <a:pt x="21" y="9"/>
                  </a:lnTo>
                  <a:lnTo>
                    <a:pt x="21" y="7"/>
                  </a:lnTo>
                  <a:lnTo>
                    <a:pt x="19" y="7"/>
                  </a:lnTo>
                  <a:lnTo>
                    <a:pt x="19" y="7"/>
                  </a:lnTo>
                  <a:lnTo>
                    <a:pt x="21" y="7"/>
                  </a:lnTo>
                  <a:lnTo>
                    <a:pt x="21" y="4"/>
                  </a:lnTo>
                  <a:lnTo>
                    <a:pt x="21" y="4"/>
                  </a:lnTo>
                  <a:lnTo>
                    <a:pt x="21" y="7"/>
                  </a:lnTo>
                  <a:lnTo>
                    <a:pt x="21" y="7"/>
                  </a:lnTo>
                  <a:lnTo>
                    <a:pt x="23" y="7"/>
                  </a:lnTo>
                  <a:lnTo>
                    <a:pt x="23" y="7"/>
                  </a:lnTo>
                  <a:lnTo>
                    <a:pt x="23" y="9"/>
                  </a:lnTo>
                  <a:lnTo>
                    <a:pt x="23" y="9"/>
                  </a:lnTo>
                  <a:lnTo>
                    <a:pt x="23" y="9"/>
                  </a:lnTo>
                  <a:lnTo>
                    <a:pt x="23" y="9"/>
                  </a:lnTo>
                  <a:lnTo>
                    <a:pt x="23" y="12"/>
                  </a:lnTo>
                  <a:lnTo>
                    <a:pt x="23" y="12"/>
                  </a:lnTo>
                  <a:lnTo>
                    <a:pt x="26" y="12"/>
                  </a:lnTo>
                  <a:lnTo>
                    <a:pt x="26" y="14"/>
                  </a:lnTo>
                  <a:lnTo>
                    <a:pt x="26" y="14"/>
                  </a:lnTo>
                  <a:lnTo>
                    <a:pt x="26" y="14"/>
                  </a:lnTo>
                  <a:lnTo>
                    <a:pt x="26" y="14"/>
                  </a:lnTo>
                  <a:lnTo>
                    <a:pt x="26" y="16"/>
                  </a:lnTo>
                  <a:lnTo>
                    <a:pt x="28" y="16"/>
                  </a:lnTo>
                  <a:lnTo>
                    <a:pt x="28" y="16"/>
                  </a:lnTo>
                  <a:lnTo>
                    <a:pt x="28" y="16"/>
                  </a:lnTo>
                  <a:lnTo>
                    <a:pt x="28" y="16"/>
                  </a:lnTo>
                  <a:lnTo>
                    <a:pt x="31" y="16"/>
                  </a:lnTo>
                  <a:lnTo>
                    <a:pt x="31" y="16"/>
                  </a:lnTo>
                  <a:lnTo>
                    <a:pt x="31" y="16"/>
                  </a:lnTo>
                  <a:lnTo>
                    <a:pt x="31" y="16"/>
                  </a:lnTo>
                  <a:lnTo>
                    <a:pt x="33" y="16"/>
                  </a:lnTo>
                  <a:lnTo>
                    <a:pt x="33" y="16"/>
                  </a:lnTo>
                  <a:lnTo>
                    <a:pt x="33" y="16"/>
                  </a:lnTo>
                  <a:lnTo>
                    <a:pt x="33" y="16"/>
                  </a:lnTo>
                  <a:lnTo>
                    <a:pt x="33" y="14"/>
                  </a:lnTo>
                  <a:lnTo>
                    <a:pt x="33" y="14"/>
                  </a:lnTo>
                  <a:lnTo>
                    <a:pt x="33" y="12"/>
                  </a:lnTo>
                  <a:lnTo>
                    <a:pt x="35" y="12"/>
                  </a:lnTo>
                  <a:lnTo>
                    <a:pt x="35" y="12"/>
                  </a:lnTo>
                  <a:lnTo>
                    <a:pt x="35" y="12"/>
                  </a:lnTo>
                  <a:lnTo>
                    <a:pt x="35" y="12"/>
                  </a:lnTo>
                  <a:lnTo>
                    <a:pt x="35" y="12"/>
                  </a:lnTo>
                  <a:lnTo>
                    <a:pt x="38" y="12"/>
                  </a:lnTo>
                  <a:lnTo>
                    <a:pt x="38" y="14"/>
                  </a:lnTo>
                  <a:lnTo>
                    <a:pt x="38" y="14"/>
                  </a:lnTo>
                  <a:lnTo>
                    <a:pt x="38" y="14"/>
                  </a:lnTo>
                  <a:lnTo>
                    <a:pt x="38" y="16"/>
                  </a:lnTo>
                  <a:lnTo>
                    <a:pt x="38" y="16"/>
                  </a:lnTo>
                  <a:lnTo>
                    <a:pt x="40" y="16"/>
                  </a:lnTo>
                  <a:lnTo>
                    <a:pt x="40" y="19"/>
                  </a:lnTo>
                  <a:lnTo>
                    <a:pt x="40" y="19"/>
                  </a:lnTo>
                  <a:lnTo>
                    <a:pt x="40" y="19"/>
                  </a:lnTo>
                  <a:lnTo>
                    <a:pt x="40" y="19"/>
                  </a:lnTo>
                  <a:lnTo>
                    <a:pt x="40" y="19"/>
                  </a:lnTo>
                  <a:lnTo>
                    <a:pt x="40" y="21"/>
                  </a:lnTo>
                  <a:lnTo>
                    <a:pt x="40" y="21"/>
                  </a:lnTo>
                  <a:lnTo>
                    <a:pt x="40" y="23"/>
                  </a:lnTo>
                  <a:lnTo>
                    <a:pt x="40" y="23"/>
                  </a:lnTo>
                  <a:lnTo>
                    <a:pt x="40" y="26"/>
                  </a:lnTo>
                  <a:lnTo>
                    <a:pt x="40" y="26"/>
                  </a:lnTo>
                  <a:lnTo>
                    <a:pt x="40" y="26"/>
                  </a:lnTo>
                  <a:lnTo>
                    <a:pt x="40" y="28"/>
                  </a:lnTo>
                  <a:lnTo>
                    <a:pt x="40" y="28"/>
                  </a:lnTo>
                  <a:lnTo>
                    <a:pt x="40" y="28"/>
                  </a:lnTo>
                  <a:lnTo>
                    <a:pt x="40" y="28"/>
                  </a:lnTo>
                  <a:lnTo>
                    <a:pt x="40" y="31"/>
                  </a:lnTo>
                  <a:lnTo>
                    <a:pt x="40" y="31"/>
                  </a:lnTo>
                  <a:lnTo>
                    <a:pt x="40" y="33"/>
                  </a:lnTo>
                  <a:lnTo>
                    <a:pt x="40" y="33"/>
                  </a:lnTo>
                  <a:lnTo>
                    <a:pt x="40" y="35"/>
                  </a:lnTo>
                  <a:lnTo>
                    <a:pt x="40" y="35"/>
                  </a:lnTo>
                  <a:lnTo>
                    <a:pt x="40" y="35"/>
                  </a:lnTo>
                  <a:lnTo>
                    <a:pt x="42" y="35"/>
                  </a:lnTo>
                  <a:lnTo>
                    <a:pt x="42" y="35"/>
                  </a:lnTo>
                  <a:lnTo>
                    <a:pt x="42" y="35"/>
                  </a:lnTo>
                  <a:lnTo>
                    <a:pt x="42" y="35"/>
                  </a:lnTo>
                  <a:lnTo>
                    <a:pt x="45" y="35"/>
                  </a:lnTo>
                  <a:lnTo>
                    <a:pt x="45" y="35"/>
                  </a:lnTo>
                  <a:lnTo>
                    <a:pt x="45" y="38"/>
                  </a:lnTo>
                  <a:lnTo>
                    <a:pt x="47" y="38"/>
                  </a:lnTo>
                  <a:lnTo>
                    <a:pt x="47" y="38"/>
                  </a:lnTo>
                  <a:lnTo>
                    <a:pt x="47" y="38"/>
                  </a:lnTo>
                  <a:lnTo>
                    <a:pt x="49" y="38"/>
                  </a:lnTo>
                  <a:lnTo>
                    <a:pt x="49" y="38"/>
                  </a:lnTo>
                  <a:lnTo>
                    <a:pt x="49" y="38"/>
                  </a:lnTo>
                  <a:lnTo>
                    <a:pt x="52" y="38"/>
                  </a:lnTo>
                  <a:lnTo>
                    <a:pt x="52" y="38"/>
                  </a:lnTo>
                  <a:lnTo>
                    <a:pt x="52" y="38"/>
                  </a:lnTo>
                  <a:lnTo>
                    <a:pt x="54" y="38"/>
                  </a:lnTo>
                  <a:lnTo>
                    <a:pt x="54" y="38"/>
                  </a:lnTo>
                  <a:lnTo>
                    <a:pt x="54" y="38"/>
                  </a:lnTo>
                  <a:lnTo>
                    <a:pt x="57" y="38"/>
                  </a:lnTo>
                  <a:lnTo>
                    <a:pt x="57" y="38"/>
                  </a:lnTo>
                  <a:lnTo>
                    <a:pt x="59" y="38"/>
                  </a:lnTo>
                  <a:lnTo>
                    <a:pt x="59" y="38"/>
                  </a:lnTo>
                  <a:lnTo>
                    <a:pt x="59" y="38"/>
                  </a:lnTo>
                  <a:lnTo>
                    <a:pt x="61" y="38"/>
                  </a:lnTo>
                  <a:lnTo>
                    <a:pt x="61" y="38"/>
                  </a:lnTo>
                  <a:lnTo>
                    <a:pt x="61" y="38"/>
                  </a:lnTo>
                  <a:lnTo>
                    <a:pt x="64" y="38"/>
                  </a:lnTo>
                  <a:lnTo>
                    <a:pt x="64" y="38"/>
                  </a:lnTo>
                  <a:lnTo>
                    <a:pt x="66" y="38"/>
                  </a:lnTo>
                  <a:lnTo>
                    <a:pt x="66" y="38"/>
                  </a:lnTo>
                  <a:lnTo>
                    <a:pt x="66" y="38"/>
                  </a:lnTo>
                  <a:lnTo>
                    <a:pt x="66" y="38"/>
                  </a:lnTo>
                  <a:lnTo>
                    <a:pt x="68" y="38"/>
                  </a:lnTo>
                  <a:lnTo>
                    <a:pt x="68" y="38"/>
                  </a:lnTo>
                  <a:lnTo>
                    <a:pt x="68" y="38"/>
                  </a:lnTo>
                  <a:lnTo>
                    <a:pt x="71" y="38"/>
                  </a:lnTo>
                  <a:lnTo>
                    <a:pt x="71" y="38"/>
                  </a:lnTo>
                  <a:lnTo>
                    <a:pt x="71" y="38"/>
                  </a:lnTo>
                  <a:lnTo>
                    <a:pt x="73" y="38"/>
                  </a:lnTo>
                  <a:lnTo>
                    <a:pt x="73" y="38"/>
                  </a:lnTo>
                  <a:lnTo>
                    <a:pt x="73" y="38"/>
                  </a:lnTo>
                  <a:lnTo>
                    <a:pt x="73" y="38"/>
                  </a:lnTo>
                  <a:lnTo>
                    <a:pt x="76" y="38"/>
                  </a:lnTo>
                  <a:lnTo>
                    <a:pt x="76" y="38"/>
                  </a:lnTo>
                  <a:lnTo>
                    <a:pt x="76" y="38"/>
                  </a:lnTo>
                  <a:lnTo>
                    <a:pt x="76" y="38"/>
                  </a:lnTo>
                  <a:lnTo>
                    <a:pt x="78" y="38"/>
                  </a:lnTo>
                  <a:lnTo>
                    <a:pt x="78" y="38"/>
                  </a:lnTo>
                  <a:lnTo>
                    <a:pt x="78" y="38"/>
                  </a:lnTo>
                  <a:lnTo>
                    <a:pt x="80" y="38"/>
                  </a:lnTo>
                  <a:lnTo>
                    <a:pt x="80" y="38"/>
                  </a:lnTo>
                  <a:lnTo>
                    <a:pt x="80" y="38"/>
                  </a:lnTo>
                  <a:lnTo>
                    <a:pt x="80" y="38"/>
                  </a:lnTo>
                  <a:lnTo>
                    <a:pt x="83" y="38"/>
                  </a:lnTo>
                  <a:lnTo>
                    <a:pt x="83" y="38"/>
                  </a:lnTo>
                  <a:lnTo>
                    <a:pt x="85" y="38"/>
                  </a:lnTo>
                  <a:lnTo>
                    <a:pt x="85" y="38"/>
                  </a:lnTo>
                  <a:lnTo>
                    <a:pt x="85" y="38"/>
                  </a:lnTo>
                  <a:lnTo>
                    <a:pt x="87" y="38"/>
                  </a:lnTo>
                  <a:lnTo>
                    <a:pt x="87" y="38"/>
                  </a:lnTo>
                  <a:lnTo>
                    <a:pt x="87" y="38"/>
                  </a:lnTo>
                  <a:lnTo>
                    <a:pt x="87" y="38"/>
                  </a:lnTo>
                  <a:lnTo>
                    <a:pt x="90" y="38"/>
                  </a:lnTo>
                  <a:lnTo>
                    <a:pt x="90" y="38"/>
                  </a:lnTo>
                  <a:lnTo>
                    <a:pt x="90" y="40"/>
                  </a:lnTo>
                  <a:lnTo>
                    <a:pt x="92" y="40"/>
                  </a:lnTo>
                  <a:lnTo>
                    <a:pt x="92" y="40"/>
                  </a:lnTo>
                  <a:lnTo>
                    <a:pt x="92" y="40"/>
                  </a:lnTo>
                  <a:lnTo>
                    <a:pt x="92" y="40"/>
                  </a:lnTo>
                  <a:lnTo>
                    <a:pt x="94" y="40"/>
                  </a:lnTo>
                  <a:lnTo>
                    <a:pt x="94" y="40"/>
                  </a:lnTo>
                  <a:lnTo>
                    <a:pt x="94" y="42"/>
                  </a:lnTo>
                  <a:lnTo>
                    <a:pt x="94" y="42"/>
                  </a:lnTo>
                  <a:lnTo>
                    <a:pt x="94" y="42"/>
                  </a:lnTo>
                  <a:lnTo>
                    <a:pt x="94" y="45"/>
                  </a:lnTo>
                  <a:lnTo>
                    <a:pt x="97" y="45"/>
                  </a:lnTo>
                  <a:lnTo>
                    <a:pt x="97" y="45"/>
                  </a:lnTo>
                  <a:lnTo>
                    <a:pt x="94" y="45"/>
                  </a:lnTo>
                  <a:lnTo>
                    <a:pt x="94" y="45"/>
                  </a:lnTo>
                  <a:lnTo>
                    <a:pt x="94" y="45"/>
                  </a:lnTo>
                  <a:lnTo>
                    <a:pt x="92" y="45"/>
                  </a:lnTo>
                  <a:lnTo>
                    <a:pt x="92" y="47"/>
                  </a:lnTo>
                  <a:lnTo>
                    <a:pt x="92" y="47"/>
                  </a:lnTo>
                  <a:lnTo>
                    <a:pt x="92" y="47"/>
                  </a:lnTo>
                  <a:lnTo>
                    <a:pt x="92" y="47"/>
                  </a:lnTo>
                  <a:lnTo>
                    <a:pt x="92" y="47"/>
                  </a:lnTo>
                  <a:lnTo>
                    <a:pt x="92" y="50"/>
                  </a:lnTo>
                  <a:lnTo>
                    <a:pt x="92" y="50"/>
                  </a:lnTo>
                  <a:lnTo>
                    <a:pt x="90" y="50"/>
                  </a:lnTo>
                  <a:lnTo>
                    <a:pt x="90" y="52"/>
                  </a:lnTo>
                  <a:lnTo>
                    <a:pt x="90" y="52"/>
                  </a:lnTo>
                  <a:lnTo>
                    <a:pt x="90" y="52"/>
                  </a:lnTo>
                  <a:lnTo>
                    <a:pt x="90" y="54"/>
                  </a:lnTo>
                  <a:lnTo>
                    <a:pt x="87" y="54"/>
                  </a:lnTo>
                  <a:lnTo>
                    <a:pt x="87" y="54"/>
                  </a:lnTo>
                  <a:lnTo>
                    <a:pt x="87" y="57"/>
                  </a:lnTo>
                  <a:lnTo>
                    <a:pt x="87" y="57"/>
                  </a:lnTo>
                  <a:lnTo>
                    <a:pt x="87" y="57"/>
                  </a:lnTo>
                  <a:lnTo>
                    <a:pt x="87" y="57"/>
                  </a:lnTo>
                  <a:lnTo>
                    <a:pt x="87" y="57"/>
                  </a:lnTo>
                  <a:lnTo>
                    <a:pt x="85" y="57"/>
                  </a:lnTo>
                  <a:lnTo>
                    <a:pt x="85" y="59"/>
                  </a:lnTo>
                  <a:lnTo>
                    <a:pt x="85" y="59"/>
                  </a:lnTo>
                  <a:lnTo>
                    <a:pt x="85" y="59"/>
                  </a:lnTo>
                  <a:lnTo>
                    <a:pt x="85" y="59"/>
                  </a:lnTo>
                  <a:lnTo>
                    <a:pt x="85" y="59"/>
                  </a:lnTo>
                  <a:lnTo>
                    <a:pt x="85" y="61"/>
                  </a:lnTo>
                  <a:lnTo>
                    <a:pt x="85" y="61"/>
                  </a:lnTo>
                  <a:lnTo>
                    <a:pt x="85" y="61"/>
                  </a:lnTo>
                  <a:lnTo>
                    <a:pt x="85" y="64"/>
                  </a:lnTo>
                  <a:lnTo>
                    <a:pt x="83" y="64"/>
                  </a:lnTo>
                  <a:lnTo>
                    <a:pt x="83" y="61"/>
                  </a:lnTo>
                  <a:lnTo>
                    <a:pt x="83" y="61"/>
                  </a:lnTo>
                  <a:lnTo>
                    <a:pt x="80" y="61"/>
                  </a:lnTo>
                  <a:lnTo>
                    <a:pt x="80" y="61"/>
                  </a:lnTo>
                  <a:lnTo>
                    <a:pt x="80" y="61"/>
                  </a:lnTo>
                  <a:lnTo>
                    <a:pt x="80" y="61"/>
                  </a:lnTo>
                  <a:lnTo>
                    <a:pt x="80" y="64"/>
                  </a:lnTo>
                  <a:lnTo>
                    <a:pt x="80" y="64"/>
                  </a:lnTo>
                  <a:lnTo>
                    <a:pt x="78" y="64"/>
                  </a:lnTo>
                  <a:lnTo>
                    <a:pt x="78" y="64"/>
                  </a:lnTo>
                  <a:lnTo>
                    <a:pt x="78" y="64"/>
                  </a:lnTo>
                  <a:lnTo>
                    <a:pt x="78" y="66"/>
                  </a:lnTo>
                  <a:lnTo>
                    <a:pt x="76" y="66"/>
                  </a:lnTo>
                  <a:lnTo>
                    <a:pt x="76" y="66"/>
                  </a:lnTo>
                  <a:lnTo>
                    <a:pt x="76" y="66"/>
                  </a:lnTo>
                  <a:lnTo>
                    <a:pt x="76" y="64"/>
                  </a:lnTo>
                  <a:lnTo>
                    <a:pt x="73" y="64"/>
                  </a:lnTo>
                  <a:lnTo>
                    <a:pt x="73" y="64"/>
                  </a:lnTo>
                  <a:lnTo>
                    <a:pt x="73" y="66"/>
                  </a:lnTo>
                  <a:lnTo>
                    <a:pt x="73" y="66"/>
                  </a:lnTo>
                  <a:lnTo>
                    <a:pt x="73" y="66"/>
                  </a:lnTo>
                  <a:lnTo>
                    <a:pt x="73" y="68"/>
                  </a:lnTo>
                  <a:lnTo>
                    <a:pt x="71" y="68"/>
                  </a:lnTo>
                  <a:lnTo>
                    <a:pt x="71" y="68"/>
                  </a:lnTo>
                  <a:lnTo>
                    <a:pt x="71" y="68"/>
                  </a:lnTo>
                  <a:lnTo>
                    <a:pt x="68" y="68"/>
                  </a:lnTo>
                  <a:lnTo>
                    <a:pt x="68" y="68"/>
                  </a:lnTo>
                  <a:lnTo>
                    <a:pt x="68" y="71"/>
                  </a:lnTo>
                  <a:lnTo>
                    <a:pt x="68" y="71"/>
                  </a:lnTo>
                  <a:lnTo>
                    <a:pt x="68" y="73"/>
                  </a:lnTo>
                  <a:lnTo>
                    <a:pt x="68" y="73"/>
                  </a:lnTo>
                  <a:lnTo>
                    <a:pt x="68" y="73"/>
                  </a:lnTo>
                  <a:lnTo>
                    <a:pt x="68" y="73"/>
                  </a:lnTo>
                  <a:lnTo>
                    <a:pt x="68" y="76"/>
                  </a:lnTo>
                  <a:lnTo>
                    <a:pt x="68" y="76"/>
                  </a:lnTo>
                  <a:lnTo>
                    <a:pt x="68" y="76"/>
                  </a:lnTo>
                  <a:lnTo>
                    <a:pt x="68" y="76"/>
                  </a:lnTo>
                  <a:lnTo>
                    <a:pt x="68" y="78"/>
                  </a:lnTo>
                  <a:lnTo>
                    <a:pt x="68" y="78"/>
                  </a:lnTo>
                  <a:lnTo>
                    <a:pt x="68" y="78"/>
                  </a:lnTo>
                  <a:lnTo>
                    <a:pt x="68" y="78"/>
                  </a:lnTo>
                  <a:lnTo>
                    <a:pt x="68" y="80"/>
                  </a:lnTo>
                  <a:lnTo>
                    <a:pt x="68" y="80"/>
                  </a:lnTo>
                  <a:lnTo>
                    <a:pt x="68" y="80"/>
                  </a:lnTo>
                  <a:lnTo>
                    <a:pt x="68" y="83"/>
                  </a:lnTo>
                  <a:lnTo>
                    <a:pt x="71" y="83"/>
                  </a:lnTo>
                  <a:lnTo>
                    <a:pt x="71" y="83"/>
                  </a:lnTo>
                  <a:lnTo>
                    <a:pt x="71" y="85"/>
                  </a:lnTo>
                  <a:lnTo>
                    <a:pt x="71" y="85"/>
                  </a:lnTo>
                  <a:lnTo>
                    <a:pt x="71" y="87"/>
                  </a:lnTo>
                  <a:lnTo>
                    <a:pt x="71" y="87"/>
                  </a:lnTo>
                  <a:lnTo>
                    <a:pt x="71" y="87"/>
                  </a:lnTo>
                  <a:lnTo>
                    <a:pt x="71" y="87"/>
                  </a:lnTo>
                  <a:lnTo>
                    <a:pt x="71" y="90"/>
                  </a:lnTo>
                  <a:lnTo>
                    <a:pt x="71" y="90"/>
                  </a:lnTo>
                  <a:lnTo>
                    <a:pt x="73" y="90"/>
                  </a:lnTo>
                  <a:lnTo>
                    <a:pt x="73" y="90"/>
                  </a:lnTo>
                  <a:lnTo>
                    <a:pt x="73" y="90"/>
                  </a:lnTo>
                  <a:lnTo>
                    <a:pt x="73" y="90"/>
                  </a:lnTo>
                  <a:lnTo>
                    <a:pt x="73" y="87"/>
                  </a:lnTo>
                  <a:lnTo>
                    <a:pt x="73" y="87"/>
                  </a:lnTo>
                  <a:lnTo>
                    <a:pt x="73" y="87"/>
                  </a:lnTo>
                  <a:lnTo>
                    <a:pt x="73" y="87"/>
                  </a:lnTo>
                  <a:lnTo>
                    <a:pt x="73" y="87"/>
                  </a:lnTo>
                  <a:lnTo>
                    <a:pt x="73" y="87"/>
                  </a:lnTo>
                  <a:lnTo>
                    <a:pt x="76" y="87"/>
                  </a:lnTo>
                  <a:lnTo>
                    <a:pt x="76" y="87"/>
                  </a:lnTo>
                  <a:lnTo>
                    <a:pt x="76" y="90"/>
                  </a:lnTo>
                  <a:lnTo>
                    <a:pt x="76" y="90"/>
                  </a:lnTo>
                  <a:lnTo>
                    <a:pt x="76" y="90"/>
                  </a:lnTo>
                  <a:lnTo>
                    <a:pt x="76" y="92"/>
                  </a:lnTo>
                  <a:lnTo>
                    <a:pt x="76" y="92"/>
                  </a:lnTo>
                  <a:lnTo>
                    <a:pt x="76" y="95"/>
                  </a:lnTo>
                  <a:lnTo>
                    <a:pt x="76" y="95"/>
                  </a:lnTo>
                  <a:lnTo>
                    <a:pt x="78" y="95"/>
                  </a:lnTo>
                  <a:lnTo>
                    <a:pt x="78" y="95"/>
                  </a:lnTo>
                  <a:lnTo>
                    <a:pt x="80" y="95"/>
                  </a:lnTo>
                  <a:lnTo>
                    <a:pt x="80" y="92"/>
                  </a:lnTo>
                  <a:lnTo>
                    <a:pt x="80" y="92"/>
                  </a:lnTo>
                  <a:lnTo>
                    <a:pt x="80" y="92"/>
                  </a:lnTo>
                  <a:lnTo>
                    <a:pt x="80" y="92"/>
                  </a:lnTo>
                  <a:lnTo>
                    <a:pt x="80" y="90"/>
                  </a:lnTo>
                  <a:lnTo>
                    <a:pt x="83" y="90"/>
                  </a:lnTo>
                  <a:lnTo>
                    <a:pt x="83" y="90"/>
                  </a:lnTo>
                  <a:lnTo>
                    <a:pt x="80" y="90"/>
                  </a:lnTo>
                  <a:lnTo>
                    <a:pt x="80" y="87"/>
                  </a:lnTo>
                  <a:lnTo>
                    <a:pt x="80" y="87"/>
                  </a:lnTo>
                  <a:lnTo>
                    <a:pt x="80" y="87"/>
                  </a:lnTo>
                  <a:lnTo>
                    <a:pt x="80" y="85"/>
                  </a:lnTo>
                  <a:lnTo>
                    <a:pt x="80" y="85"/>
                  </a:lnTo>
                  <a:lnTo>
                    <a:pt x="83" y="85"/>
                  </a:lnTo>
                  <a:lnTo>
                    <a:pt x="83" y="83"/>
                  </a:lnTo>
                  <a:lnTo>
                    <a:pt x="83" y="83"/>
                  </a:lnTo>
                  <a:lnTo>
                    <a:pt x="83" y="83"/>
                  </a:lnTo>
                  <a:lnTo>
                    <a:pt x="85" y="83"/>
                  </a:lnTo>
                  <a:lnTo>
                    <a:pt x="85" y="80"/>
                  </a:lnTo>
                  <a:lnTo>
                    <a:pt x="85" y="80"/>
                  </a:lnTo>
                  <a:lnTo>
                    <a:pt x="85" y="80"/>
                  </a:lnTo>
                  <a:lnTo>
                    <a:pt x="85" y="78"/>
                  </a:lnTo>
                  <a:lnTo>
                    <a:pt x="85" y="78"/>
                  </a:lnTo>
                  <a:lnTo>
                    <a:pt x="85" y="78"/>
                  </a:lnTo>
                  <a:lnTo>
                    <a:pt x="85" y="76"/>
                  </a:lnTo>
                  <a:lnTo>
                    <a:pt x="85" y="76"/>
                  </a:lnTo>
                  <a:lnTo>
                    <a:pt x="85" y="76"/>
                  </a:lnTo>
                  <a:lnTo>
                    <a:pt x="85" y="76"/>
                  </a:lnTo>
                  <a:lnTo>
                    <a:pt x="87" y="76"/>
                  </a:lnTo>
                  <a:lnTo>
                    <a:pt x="87" y="78"/>
                  </a:lnTo>
                  <a:lnTo>
                    <a:pt x="87" y="78"/>
                  </a:lnTo>
                  <a:lnTo>
                    <a:pt x="87" y="76"/>
                  </a:lnTo>
                  <a:lnTo>
                    <a:pt x="87" y="76"/>
                  </a:lnTo>
                  <a:lnTo>
                    <a:pt x="87" y="76"/>
                  </a:lnTo>
                  <a:lnTo>
                    <a:pt x="90" y="76"/>
                  </a:lnTo>
                  <a:lnTo>
                    <a:pt x="90" y="76"/>
                  </a:lnTo>
                  <a:lnTo>
                    <a:pt x="90" y="76"/>
                  </a:lnTo>
                  <a:lnTo>
                    <a:pt x="92" y="76"/>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242"/>
            <p:cNvSpPr>
              <a:spLocks/>
            </p:cNvSpPr>
            <p:nvPr/>
          </p:nvSpPr>
          <p:spPr bwMode="auto">
            <a:xfrm>
              <a:off x="3036888" y="2744788"/>
              <a:ext cx="3175" cy="1587"/>
            </a:xfrm>
            <a:custGeom>
              <a:avLst/>
              <a:gdLst/>
              <a:ahLst/>
              <a:cxnLst>
                <a:cxn ang="0">
                  <a:pos x="2" y="0"/>
                </a:cxn>
                <a:cxn ang="0">
                  <a:pos x="0" y="0"/>
                </a:cxn>
                <a:cxn ang="0">
                  <a:pos x="0" y="0"/>
                </a:cxn>
                <a:cxn ang="0">
                  <a:pos x="0" y="0"/>
                </a:cxn>
                <a:cxn ang="0">
                  <a:pos x="0" y="0"/>
                </a:cxn>
                <a:cxn ang="0">
                  <a:pos x="2" y="0"/>
                </a:cxn>
                <a:cxn ang="0">
                  <a:pos x="2" y="0"/>
                </a:cxn>
              </a:cxnLst>
              <a:rect l="0" t="0" r="r" b="b"/>
              <a:pathLst>
                <a:path w="2">
                  <a:moveTo>
                    <a:pt x="2" y="0"/>
                  </a:moveTo>
                  <a:lnTo>
                    <a:pt x="0" y="0"/>
                  </a:lnTo>
                  <a:lnTo>
                    <a:pt x="0" y="0"/>
                  </a:lnTo>
                  <a:lnTo>
                    <a:pt x="0" y="0"/>
                  </a:lnTo>
                  <a:lnTo>
                    <a:pt x="0" y="0"/>
                  </a:lnTo>
                  <a:lnTo>
                    <a:pt x="2" y="0"/>
                  </a:lnTo>
                  <a:lnTo>
                    <a:pt x="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243"/>
            <p:cNvSpPr>
              <a:spLocks/>
            </p:cNvSpPr>
            <p:nvPr/>
          </p:nvSpPr>
          <p:spPr bwMode="auto">
            <a:xfrm>
              <a:off x="3036888" y="2744788"/>
              <a:ext cx="3175" cy="1587"/>
            </a:xfrm>
            <a:custGeom>
              <a:avLst/>
              <a:gdLst/>
              <a:ahLst/>
              <a:cxnLst>
                <a:cxn ang="0">
                  <a:pos x="2" y="0"/>
                </a:cxn>
                <a:cxn ang="0">
                  <a:pos x="0" y="0"/>
                </a:cxn>
                <a:cxn ang="0">
                  <a:pos x="0" y="0"/>
                </a:cxn>
                <a:cxn ang="0">
                  <a:pos x="0" y="0"/>
                </a:cxn>
                <a:cxn ang="0">
                  <a:pos x="0" y="0"/>
                </a:cxn>
                <a:cxn ang="0">
                  <a:pos x="2" y="0"/>
                </a:cxn>
                <a:cxn ang="0">
                  <a:pos x="2" y="0"/>
                </a:cxn>
              </a:cxnLst>
              <a:rect l="0" t="0" r="r" b="b"/>
              <a:pathLst>
                <a:path w="2">
                  <a:moveTo>
                    <a:pt x="2" y="0"/>
                  </a:moveTo>
                  <a:lnTo>
                    <a:pt x="0" y="0"/>
                  </a:lnTo>
                  <a:lnTo>
                    <a:pt x="0" y="0"/>
                  </a:lnTo>
                  <a:lnTo>
                    <a:pt x="0" y="0"/>
                  </a:lnTo>
                  <a:lnTo>
                    <a:pt x="0" y="0"/>
                  </a:lnTo>
                  <a:lnTo>
                    <a:pt x="2" y="0"/>
                  </a:lnTo>
                  <a:lnTo>
                    <a:pt x="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244"/>
            <p:cNvSpPr>
              <a:spLocks/>
            </p:cNvSpPr>
            <p:nvPr/>
          </p:nvSpPr>
          <p:spPr bwMode="auto">
            <a:xfrm>
              <a:off x="3006725" y="2755900"/>
              <a:ext cx="3175" cy="7937"/>
            </a:xfrm>
            <a:custGeom>
              <a:avLst/>
              <a:gdLst/>
              <a:ahLst/>
              <a:cxnLst>
                <a:cxn ang="0">
                  <a:pos x="2" y="3"/>
                </a:cxn>
                <a:cxn ang="0">
                  <a:pos x="2" y="3"/>
                </a:cxn>
                <a:cxn ang="0">
                  <a:pos x="2" y="3"/>
                </a:cxn>
                <a:cxn ang="0">
                  <a:pos x="2" y="5"/>
                </a:cxn>
                <a:cxn ang="0">
                  <a:pos x="2" y="5"/>
                </a:cxn>
                <a:cxn ang="0">
                  <a:pos x="0" y="5"/>
                </a:cxn>
                <a:cxn ang="0">
                  <a:pos x="0" y="3"/>
                </a:cxn>
                <a:cxn ang="0">
                  <a:pos x="0" y="3"/>
                </a:cxn>
                <a:cxn ang="0">
                  <a:pos x="0" y="3"/>
                </a:cxn>
                <a:cxn ang="0">
                  <a:pos x="0" y="0"/>
                </a:cxn>
                <a:cxn ang="0">
                  <a:pos x="0" y="0"/>
                </a:cxn>
                <a:cxn ang="0">
                  <a:pos x="2" y="0"/>
                </a:cxn>
                <a:cxn ang="0">
                  <a:pos x="2" y="3"/>
                </a:cxn>
              </a:cxnLst>
              <a:rect l="0" t="0" r="r" b="b"/>
              <a:pathLst>
                <a:path w="2" h="5">
                  <a:moveTo>
                    <a:pt x="2" y="3"/>
                  </a:moveTo>
                  <a:lnTo>
                    <a:pt x="2" y="3"/>
                  </a:lnTo>
                  <a:lnTo>
                    <a:pt x="2" y="3"/>
                  </a:lnTo>
                  <a:lnTo>
                    <a:pt x="2" y="5"/>
                  </a:lnTo>
                  <a:lnTo>
                    <a:pt x="2" y="5"/>
                  </a:lnTo>
                  <a:lnTo>
                    <a:pt x="0" y="5"/>
                  </a:lnTo>
                  <a:lnTo>
                    <a:pt x="0" y="3"/>
                  </a:lnTo>
                  <a:lnTo>
                    <a:pt x="0" y="3"/>
                  </a:lnTo>
                  <a:lnTo>
                    <a:pt x="0" y="3"/>
                  </a:lnTo>
                  <a:lnTo>
                    <a:pt x="0" y="0"/>
                  </a:lnTo>
                  <a:lnTo>
                    <a:pt x="0" y="0"/>
                  </a:lnTo>
                  <a:lnTo>
                    <a:pt x="2" y="0"/>
                  </a:lnTo>
                  <a:lnTo>
                    <a:pt x="2"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245"/>
            <p:cNvSpPr>
              <a:spLocks/>
            </p:cNvSpPr>
            <p:nvPr/>
          </p:nvSpPr>
          <p:spPr bwMode="auto">
            <a:xfrm>
              <a:off x="3006725" y="2755900"/>
              <a:ext cx="3175" cy="7937"/>
            </a:xfrm>
            <a:custGeom>
              <a:avLst/>
              <a:gdLst/>
              <a:ahLst/>
              <a:cxnLst>
                <a:cxn ang="0">
                  <a:pos x="2" y="3"/>
                </a:cxn>
                <a:cxn ang="0">
                  <a:pos x="2" y="3"/>
                </a:cxn>
                <a:cxn ang="0">
                  <a:pos x="2" y="3"/>
                </a:cxn>
                <a:cxn ang="0">
                  <a:pos x="2" y="5"/>
                </a:cxn>
                <a:cxn ang="0">
                  <a:pos x="2" y="5"/>
                </a:cxn>
                <a:cxn ang="0">
                  <a:pos x="0" y="5"/>
                </a:cxn>
                <a:cxn ang="0">
                  <a:pos x="0" y="3"/>
                </a:cxn>
                <a:cxn ang="0">
                  <a:pos x="0" y="3"/>
                </a:cxn>
                <a:cxn ang="0">
                  <a:pos x="0" y="3"/>
                </a:cxn>
                <a:cxn ang="0">
                  <a:pos x="0" y="0"/>
                </a:cxn>
                <a:cxn ang="0">
                  <a:pos x="0" y="0"/>
                </a:cxn>
                <a:cxn ang="0">
                  <a:pos x="2" y="0"/>
                </a:cxn>
                <a:cxn ang="0">
                  <a:pos x="2" y="3"/>
                </a:cxn>
              </a:cxnLst>
              <a:rect l="0" t="0" r="r" b="b"/>
              <a:pathLst>
                <a:path w="2" h="5">
                  <a:moveTo>
                    <a:pt x="2" y="3"/>
                  </a:moveTo>
                  <a:lnTo>
                    <a:pt x="2" y="3"/>
                  </a:lnTo>
                  <a:lnTo>
                    <a:pt x="2" y="3"/>
                  </a:lnTo>
                  <a:lnTo>
                    <a:pt x="2" y="5"/>
                  </a:lnTo>
                  <a:lnTo>
                    <a:pt x="2" y="5"/>
                  </a:lnTo>
                  <a:lnTo>
                    <a:pt x="0" y="5"/>
                  </a:lnTo>
                  <a:lnTo>
                    <a:pt x="0" y="3"/>
                  </a:lnTo>
                  <a:lnTo>
                    <a:pt x="0" y="3"/>
                  </a:lnTo>
                  <a:lnTo>
                    <a:pt x="0" y="3"/>
                  </a:lnTo>
                  <a:lnTo>
                    <a:pt x="0" y="0"/>
                  </a:lnTo>
                  <a:lnTo>
                    <a:pt x="0" y="0"/>
                  </a:lnTo>
                  <a:lnTo>
                    <a:pt x="2" y="0"/>
                  </a:lnTo>
                  <a:lnTo>
                    <a:pt x="2"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246"/>
            <p:cNvSpPr>
              <a:spLocks/>
            </p:cNvSpPr>
            <p:nvPr/>
          </p:nvSpPr>
          <p:spPr bwMode="auto">
            <a:xfrm>
              <a:off x="3040063" y="2744788"/>
              <a:ext cx="3175" cy="4762"/>
            </a:xfrm>
            <a:custGeom>
              <a:avLst/>
              <a:gdLst/>
              <a:ahLst/>
              <a:cxnLst>
                <a:cxn ang="0">
                  <a:pos x="0" y="0"/>
                </a:cxn>
                <a:cxn ang="0">
                  <a:pos x="0" y="0"/>
                </a:cxn>
                <a:cxn ang="0">
                  <a:pos x="0" y="0"/>
                </a:cxn>
                <a:cxn ang="0">
                  <a:pos x="2" y="0"/>
                </a:cxn>
                <a:cxn ang="0">
                  <a:pos x="2" y="3"/>
                </a:cxn>
                <a:cxn ang="0">
                  <a:pos x="2" y="3"/>
                </a:cxn>
                <a:cxn ang="0">
                  <a:pos x="0" y="3"/>
                </a:cxn>
                <a:cxn ang="0">
                  <a:pos x="0" y="3"/>
                </a:cxn>
                <a:cxn ang="0">
                  <a:pos x="0" y="3"/>
                </a:cxn>
                <a:cxn ang="0">
                  <a:pos x="0" y="3"/>
                </a:cxn>
                <a:cxn ang="0">
                  <a:pos x="0" y="3"/>
                </a:cxn>
                <a:cxn ang="0">
                  <a:pos x="0" y="3"/>
                </a:cxn>
                <a:cxn ang="0">
                  <a:pos x="0" y="0"/>
                </a:cxn>
              </a:cxnLst>
              <a:rect l="0" t="0" r="r" b="b"/>
              <a:pathLst>
                <a:path w="2" h="3">
                  <a:moveTo>
                    <a:pt x="0" y="0"/>
                  </a:moveTo>
                  <a:lnTo>
                    <a:pt x="0" y="0"/>
                  </a:lnTo>
                  <a:lnTo>
                    <a:pt x="0" y="0"/>
                  </a:lnTo>
                  <a:lnTo>
                    <a:pt x="2" y="0"/>
                  </a:lnTo>
                  <a:lnTo>
                    <a:pt x="2" y="3"/>
                  </a:lnTo>
                  <a:lnTo>
                    <a:pt x="2" y="3"/>
                  </a:lnTo>
                  <a:lnTo>
                    <a:pt x="0" y="3"/>
                  </a:lnTo>
                  <a:lnTo>
                    <a:pt x="0" y="3"/>
                  </a:lnTo>
                  <a:lnTo>
                    <a:pt x="0" y="3"/>
                  </a:lnTo>
                  <a:lnTo>
                    <a:pt x="0" y="3"/>
                  </a:lnTo>
                  <a:lnTo>
                    <a:pt x="0" y="3"/>
                  </a:lnTo>
                  <a:lnTo>
                    <a:pt x="0" y="3"/>
                  </a:lnTo>
                  <a:lnTo>
                    <a:pt x="0"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247"/>
            <p:cNvSpPr>
              <a:spLocks/>
            </p:cNvSpPr>
            <p:nvPr/>
          </p:nvSpPr>
          <p:spPr bwMode="auto">
            <a:xfrm>
              <a:off x="3040063" y="2744788"/>
              <a:ext cx="3175" cy="4762"/>
            </a:xfrm>
            <a:custGeom>
              <a:avLst/>
              <a:gdLst/>
              <a:ahLst/>
              <a:cxnLst>
                <a:cxn ang="0">
                  <a:pos x="0" y="0"/>
                </a:cxn>
                <a:cxn ang="0">
                  <a:pos x="0" y="0"/>
                </a:cxn>
                <a:cxn ang="0">
                  <a:pos x="0" y="0"/>
                </a:cxn>
                <a:cxn ang="0">
                  <a:pos x="2" y="0"/>
                </a:cxn>
                <a:cxn ang="0">
                  <a:pos x="2" y="3"/>
                </a:cxn>
                <a:cxn ang="0">
                  <a:pos x="2" y="3"/>
                </a:cxn>
                <a:cxn ang="0">
                  <a:pos x="0" y="3"/>
                </a:cxn>
                <a:cxn ang="0">
                  <a:pos x="0" y="3"/>
                </a:cxn>
                <a:cxn ang="0">
                  <a:pos x="0" y="3"/>
                </a:cxn>
                <a:cxn ang="0">
                  <a:pos x="0" y="3"/>
                </a:cxn>
                <a:cxn ang="0">
                  <a:pos x="0" y="3"/>
                </a:cxn>
                <a:cxn ang="0">
                  <a:pos x="0" y="3"/>
                </a:cxn>
                <a:cxn ang="0">
                  <a:pos x="0" y="0"/>
                </a:cxn>
              </a:cxnLst>
              <a:rect l="0" t="0" r="r" b="b"/>
              <a:pathLst>
                <a:path w="2" h="3">
                  <a:moveTo>
                    <a:pt x="0" y="0"/>
                  </a:moveTo>
                  <a:lnTo>
                    <a:pt x="0" y="0"/>
                  </a:lnTo>
                  <a:lnTo>
                    <a:pt x="0" y="0"/>
                  </a:lnTo>
                  <a:lnTo>
                    <a:pt x="2" y="0"/>
                  </a:lnTo>
                  <a:lnTo>
                    <a:pt x="2" y="3"/>
                  </a:lnTo>
                  <a:lnTo>
                    <a:pt x="2" y="3"/>
                  </a:lnTo>
                  <a:lnTo>
                    <a:pt x="0" y="3"/>
                  </a:lnTo>
                  <a:lnTo>
                    <a:pt x="0" y="3"/>
                  </a:lnTo>
                  <a:lnTo>
                    <a:pt x="0" y="3"/>
                  </a:lnTo>
                  <a:lnTo>
                    <a:pt x="0" y="3"/>
                  </a:lnTo>
                  <a:lnTo>
                    <a:pt x="0" y="3"/>
                  </a:lnTo>
                  <a:lnTo>
                    <a:pt x="0" y="3"/>
                  </a:lnTo>
                  <a:lnTo>
                    <a:pt x="0"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248"/>
            <p:cNvSpPr>
              <a:spLocks/>
            </p:cNvSpPr>
            <p:nvPr/>
          </p:nvSpPr>
          <p:spPr bwMode="auto">
            <a:xfrm>
              <a:off x="2844800" y="2768600"/>
              <a:ext cx="44450" cy="41275"/>
            </a:xfrm>
            <a:custGeom>
              <a:avLst/>
              <a:gdLst/>
              <a:ahLst/>
              <a:cxnLst>
                <a:cxn ang="0">
                  <a:pos x="7" y="2"/>
                </a:cxn>
                <a:cxn ang="0">
                  <a:pos x="7" y="2"/>
                </a:cxn>
                <a:cxn ang="0">
                  <a:pos x="9" y="4"/>
                </a:cxn>
                <a:cxn ang="0">
                  <a:pos x="9" y="7"/>
                </a:cxn>
                <a:cxn ang="0">
                  <a:pos x="9" y="4"/>
                </a:cxn>
                <a:cxn ang="0">
                  <a:pos x="9" y="7"/>
                </a:cxn>
                <a:cxn ang="0">
                  <a:pos x="12" y="7"/>
                </a:cxn>
                <a:cxn ang="0">
                  <a:pos x="12" y="7"/>
                </a:cxn>
                <a:cxn ang="0">
                  <a:pos x="14" y="7"/>
                </a:cxn>
                <a:cxn ang="0">
                  <a:pos x="14" y="7"/>
                </a:cxn>
                <a:cxn ang="0">
                  <a:pos x="16" y="7"/>
                </a:cxn>
                <a:cxn ang="0">
                  <a:pos x="16" y="7"/>
                </a:cxn>
                <a:cxn ang="0">
                  <a:pos x="19" y="7"/>
                </a:cxn>
                <a:cxn ang="0">
                  <a:pos x="21" y="7"/>
                </a:cxn>
                <a:cxn ang="0">
                  <a:pos x="21" y="7"/>
                </a:cxn>
                <a:cxn ang="0">
                  <a:pos x="21" y="9"/>
                </a:cxn>
                <a:cxn ang="0">
                  <a:pos x="21" y="9"/>
                </a:cxn>
                <a:cxn ang="0">
                  <a:pos x="21" y="11"/>
                </a:cxn>
                <a:cxn ang="0">
                  <a:pos x="24" y="11"/>
                </a:cxn>
                <a:cxn ang="0">
                  <a:pos x="24" y="11"/>
                </a:cxn>
                <a:cxn ang="0">
                  <a:pos x="26" y="14"/>
                </a:cxn>
                <a:cxn ang="0">
                  <a:pos x="26" y="16"/>
                </a:cxn>
                <a:cxn ang="0">
                  <a:pos x="26" y="16"/>
                </a:cxn>
                <a:cxn ang="0">
                  <a:pos x="26" y="19"/>
                </a:cxn>
                <a:cxn ang="0">
                  <a:pos x="28" y="19"/>
                </a:cxn>
                <a:cxn ang="0">
                  <a:pos x="28" y="21"/>
                </a:cxn>
                <a:cxn ang="0">
                  <a:pos x="28" y="23"/>
                </a:cxn>
                <a:cxn ang="0">
                  <a:pos x="28" y="23"/>
                </a:cxn>
                <a:cxn ang="0">
                  <a:pos x="26" y="26"/>
                </a:cxn>
                <a:cxn ang="0">
                  <a:pos x="26" y="23"/>
                </a:cxn>
                <a:cxn ang="0">
                  <a:pos x="24" y="23"/>
                </a:cxn>
                <a:cxn ang="0">
                  <a:pos x="21" y="23"/>
                </a:cxn>
                <a:cxn ang="0">
                  <a:pos x="21" y="23"/>
                </a:cxn>
                <a:cxn ang="0">
                  <a:pos x="19" y="23"/>
                </a:cxn>
                <a:cxn ang="0">
                  <a:pos x="19" y="21"/>
                </a:cxn>
                <a:cxn ang="0">
                  <a:pos x="16" y="21"/>
                </a:cxn>
                <a:cxn ang="0">
                  <a:pos x="14" y="21"/>
                </a:cxn>
                <a:cxn ang="0">
                  <a:pos x="14" y="21"/>
                </a:cxn>
                <a:cxn ang="0">
                  <a:pos x="12" y="19"/>
                </a:cxn>
                <a:cxn ang="0">
                  <a:pos x="12" y="19"/>
                </a:cxn>
                <a:cxn ang="0">
                  <a:pos x="12" y="16"/>
                </a:cxn>
                <a:cxn ang="0">
                  <a:pos x="12" y="16"/>
                </a:cxn>
                <a:cxn ang="0">
                  <a:pos x="9" y="16"/>
                </a:cxn>
                <a:cxn ang="0">
                  <a:pos x="7" y="16"/>
                </a:cxn>
                <a:cxn ang="0">
                  <a:pos x="7" y="14"/>
                </a:cxn>
                <a:cxn ang="0">
                  <a:pos x="7" y="11"/>
                </a:cxn>
                <a:cxn ang="0">
                  <a:pos x="5" y="11"/>
                </a:cxn>
                <a:cxn ang="0">
                  <a:pos x="5" y="9"/>
                </a:cxn>
                <a:cxn ang="0">
                  <a:pos x="2" y="9"/>
                </a:cxn>
                <a:cxn ang="0">
                  <a:pos x="2" y="7"/>
                </a:cxn>
                <a:cxn ang="0">
                  <a:pos x="2" y="7"/>
                </a:cxn>
                <a:cxn ang="0">
                  <a:pos x="2" y="7"/>
                </a:cxn>
                <a:cxn ang="0">
                  <a:pos x="0" y="4"/>
                </a:cxn>
                <a:cxn ang="0">
                  <a:pos x="0" y="4"/>
                </a:cxn>
                <a:cxn ang="0">
                  <a:pos x="0" y="2"/>
                </a:cxn>
                <a:cxn ang="0">
                  <a:pos x="2" y="2"/>
                </a:cxn>
                <a:cxn ang="0">
                  <a:pos x="2" y="2"/>
                </a:cxn>
                <a:cxn ang="0">
                  <a:pos x="2" y="2"/>
                </a:cxn>
                <a:cxn ang="0">
                  <a:pos x="5" y="2"/>
                </a:cxn>
                <a:cxn ang="0">
                  <a:pos x="5" y="0"/>
                </a:cxn>
              </a:cxnLst>
              <a:rect l="0" t="0" r="r" b="b"/>
              <a:pathLst>
                <a:path w="28" h="26">
                  <a:moveTo>
                    <a:pt x="7" y="0"/>
                  </a:moveTo>
                  <a:lnTo>
                    <a:pt x="7" y="2"/>
                  </a:lnTo>
                  <a:lnTo>
                    <a:pt x="7" y="2"/>
                  </a:lnTo>
                  <a:lnTo>
                    <a:pt x="7" y="2"/>
                  </a:lnTo>
                  <a:lnTo>
                    <a:pt x="7" y="4"/>
                  </a:lnTo>
                  <a:lnTo>
                    <a:pt x="9" y="4"/>
                  </a:lnTo>
                  <a:lnTo>
                    <a:pt x="9" y="4"/>
                  </a:lnTo>
                  <a:lnTo>
                    <a:pt x="9" y="7"/>
                  </a:lnTo>
                  <a:lnTo>
                    <a:pt x="9" y="7"/>
                  </a:lnTo>
                  <a:lnTo>
                    <a:pt x="9" y="4"/>
                  </a:lnTo>
                  <a:lnTo>
                    <a:pt x="9" y="4"/>
                  </a:lnTo>
                  <a:lnTo>
                    <a:pt x="9" y="7"/>
                  </a:lnTo>
                  <a:lnTo>
                    <a:pt x="12" y="7"/>
                  </a:lnTo>
                  <a:lnTo>
                    <a:pt x="12" y="7"/>
                  </a:lnTo>
                  <a:lnTo>
                    <a:pt x="12" y="7"/>
                  </a:lnTo>
                  <a:lnTo>
                    <a:pt x="12" y="7"/>
                  </a:lnTo>
                  <a:lnTo>
                    <a:pt x="14" y="7"/>
                  </a:lnTo>
                  <a:lnTo>
                    <a:pt x="14" y="7"/>
                  </a:lnTo>
                  <a:lnTo>
                    <a:pt x="14" y="7"/>
                  </a:lnTo>
                  <a:lnTo>
                    <a:pt x="14" y="7"/>
                  </a:lnTo>
                  <a:lnTo>
                    <a:pt x="16" y="7"/>
                  </a:lnTo>
                  <a:lnTo>
                    <a:pt x="16" y="7"/>
                  </a:lnTo>
                  <a:lnTo>
                    <a:pt x="16" y="7"/>
                  </a:lnTo>
                  <a:lnTo>
                    <a:pt x="16" y="7"/>
                  </a:lnTo>
                  <a:lnTo>
                    <a:pt x="19" y="7"/>
                  </a:lnTo>
                  <a:lnTo>
                    <a:pt x="19" y="7"/>
                  </a:lnTo>
                  <a:lnTo>
                    <a:pt x="21" y="7"/>
                  </a:lnTo>
                  <a:lnTo>
                    <a:pt x="21" y="7"/>
                  </a:lnTo>
                  <a:lnTo>
                    <a:pt x="21" y="7"/>
                  </a:lnTo>
                  <a:lnTo>
                    <a:pt x="21" y="7"/>
                  </a:lnTo>
                  <a:lnTo>
                    <a:pt x="21" y="7"/>
                  </a:lnTo>
                  <a:lnTo>
                    <a:pt x="21" y="9"/>
                  </a:lnTo>
                  <a:lnTo>
                    <a:pt x="21" y="9"/>
                  </a:lnTo>
                  <a:lnTo>
                    <a:pt x="21" y="9"/>
                  </a:lnTo>
                  <a:lnTo>
                    <a:pt x="21" y="11"/>
                  </a:lnTo>
                  <a:lnTo>
                    <a:pt x="21" y="11"/>
                  </a:lnTo>
                  <a:lnTo>
                    <a:pt x="24" y="11"/>
                  </a:lnTo>
                  <a:lnTo>
                    <a:pt x="24" y="11"/>
                  </a:lnTo>
                  <a:lnTo>
                    <a:pt x="24" y="11"/>
                  </a:lnTo>
                  <a:lnTo>
                    <a:pt x="24" y="11"/>
                  </a:lnTo>
                  <a:lnTo>
                    <a:pt x="24" y="14"/>
                  </a:lnTo>
                  <a:lnTo>
                    <a:pt x="26" y="14"/>
                  </a:lnTo>
                  <a:lnTo>
                    <a:pt x="26" y="14"/>
                  </a:lnTo>
                  <a:lnTo>
                    <a:pt x="26" y="16"/>
                  </a:lnTo>
                  <a:lnTo>
                    <a:pt x="26" y="16"/>
                  </a:lnTo>
                  <a:lnTo>
                    <a:pt x="26" y="16"/>
                  </a:lnTo>
                  <a:lnTo>
                    <a:pt x="26" y="16"/>
                  </a:lnTo>
                  <a:lnTo>
                    <a:pt x="26" y="19"/>
                  </a:lnTo>
                  <a:lnTo>
                    <a:pt x="28" y="19"/>
                  </a:lnTo>
                  <a:lnTo>
                    <a:pt x="28" y="19"/>
                  </a:lnTo>
                  <a:lnTo>
                    <a:pt x="28" y="21"/>
                  </a:lnTo>
                  <a:lnTo>
                    <a:pt x="28" y="21"/>
                  </a:lnTo>
                  <a:lnTo>
                    <a:pt x="28" y="21"/>
                  </a:lnTo>
                  <a:lnTo>
                    <a:pt x="28" y="23"/>
                  </a:lnTo>
                  <a:lnTo>
                    <a:pt x="28" y="23"/>
                  </a:lnTo>
                  <a:lnTo>
                    <a:pt x="28" y="23"/>
                  </a:lnTo>
                  <a:lnTo>
                    <a:pt x="26" y="23"/>
                  </a:lnTo>
                  <a:lnTo>
                    <a:pt x="26" y="26"/>
                  </a:lnTo>
                  <a:lnTo>
                    <a:pt x="26" y="26"/>
                  </a:lnTo>
                  <a:lnTo>
                    <a:pt x="26" y="23"/>
                  </a:lnTo>
                  <a:lnTo>
                    <a:pt x="24" y="23"/>
                  </a:lnTo>
                  <a:lnTo>
                    <a:pt x="24" y="23"/>
                  </a:lnTo>
                  <a:lnTo>
                    <a:pt x="24" y="23"/>
                  </a:lnTo>
                  <a:lnTo>
                    <a:pt x="21" y="23"/>
                  </a:lnTo>
                  <a:lnTo>
                    <a:pt x="21" y="23"/>
                  </a:lnTo>
                  <a:lnTo>
                    <a:pt x="21" y="23"/>
                  </a:lnTo>
                  <a:lnTo>
                    <a:pt x="21" y="23"/>
                  </a:lnTo>
                  <a:lnTo>
                    <a:pt x="19" y="23"/>
                  </a:lnTo>
                  <a:lnTo>
                    <a:pt x="19" y="21"/>
                  </a:lnTo>
                  <a:lnTo>
                    <a:pt x="19" y="21"/>
                  </a:lnTo>
                  <a:lnTo>
                    <a:pt x="16" y="21"/>
                  </a:lnTo>
                  <a:lnTo>
                    <a:pt x="16" y="21"/>
                  </a:lnTo>
                  <a:lnTo>
                    <a:pt x="16" y="21"/>
                  </a:lnTo>
                  <a:lnTo>
                    <a:pt x="14" y="21"/>
                  </a:lnTo>
                  <a:lnTo>
                    <a:pt x="14" y="21"/>
                  </a:lnTo>
                  <a:lnTo>
                    <a:pt x="14" y="21"/>
                  </a:lnTo>
                  <a:lnTo>
                    <a:pt x="14" y="19"/>
                  </a:lnTo>
                  <a:lnTo>
                    <a:pt x="12" y="19"/>
                  </a:lnTo>
                  <a:lnTo>
                    <a:pt x="12" y="19"/>
                  </a:lnTo>
                  <a:lnTo>
                    <a:pt x="12" y="19"/>
                  </a:lnTo>
                  <a:lnTo>
                    <a:pt x="12" y="16"/>
                  </a:lnTo>
                  <a:lnTo>
                    <a:pt x="12" y="16"/>
                  </a:lnTo>
                  <a:lnTo>
                    <a:pt x="12" y="16"/>
                  </a:lnTo>
                  <a:lnTo>
                    <a:pt x="12" y="16"/>
                  </a:lnTo>
                  <a:lnTo>
                    <a:pt x="9" y="16"/>
                  </a:lnTo>
                  <a:lnTo>
                    <a:pt x="9" y="16"/>
                  </a:lnTo>
                  <a:lnTo>
                    <a:pt x="9" y="16"/>
                  </a:lnTo>
                  <a:lnTo>
                    <a:pt x="7" y="16"/>
                  </a:lnTo>
                  <a:lnTo>
                    <a:pt x="7" y="14"/>
                  </a:lnTo>
                  <a:lnTo>
                    <a:pt x="7" y="14"/>
                  </a:lnTo>
                  <a:lnTo>
                    <a:pt x="7" y="14"/>
                  </a:lnTo>
                  <a:lnTo>
                    <a:pt x="7" y="11"/>
                  </a:lnTo>
                  <a:lnTo>
                    <a:pt x="5" y="11"/>
                  </a:lnTo>
                  <a:lnTo>
                    <a:pt x="5" y="11"/>
                  </a:lnTo>
                  <a:lnTo>
                    <a:pt x="5" y="11"/>
                  </a:lnTo>
                  <a:lnTo>
                    <a:pt x="5" y="9"/>
                  </a:lnTo>
                  <a:lnTo>
                    <a:pt x="5" y="9"/>
                  </a:lnTo>
                  <a:lnTo>
                    <a:pt x="2" y="9"/>
                  </a:lnTo>
                  <a:lnTo>
                    <a:pt x="2" y="9"/>
                  </a:lnTo>
                  <a:lnTo>
                    <a:pt x="2" y="7"/>
                  </a:lnTo>
                  <a:lnTo>
                    <a:pt x="2" y="7"/>
                  </a:lnTo>
                  <a:lnTo>
                    <a:pt x="2" y="7"/>
                  </a:lnTo>
                  <a:lnTo>
                    <a:pt x="2" y="7"/>
                  </a:lnTo>
                  <a:lnTo>
                    <a:pt x="2" y="7"/>
                  </a:lnTo>
                  <a:lnTo>
                    <a:pt x="2" y="4"/>
                  </a:lnTo>
                  <a:lnTo>
                    <a:pt x="0" y="4"/>
                  </a:lnTo>
                  <a:lnTo>
                    <a:pt x="0" y="4"/>
                  </a:lnTo>
                  <a:lnTo>
                    <a:pt x="0" y="4"/>
                  </a:lnTo>
                  <a:lnTo>
                    <a:pt x="0" y="2"/>
                  </a:lnTo>
                  <a:lnTo>
                    <a:pt x="0" y="2"/>
                  </a:lnTo>
                  <a:lnTo>
                    <a:pt x="0" y="2"/>
                  </a:lnTo>
                  <a:lnTo>
                    <a:pt x="2" y="2"/>
                  </a:lnTo>
                  <a:lnTo>
                    <a:pt x="2" y="2"/>
                  </a:lnTo>
                  <a:lnTo>
                    <a:pt x="2" y="2"/>
                  </a:lnTo>
                  <a:lnTo>
                    <a:pt x="2" y="2"/>
                  </a:lnTo>
                  <a:lnTo>
                    <a:pt x="2" y="2"/>
                  </a:lnTo>
                  <a:lnTo>
                    <a:pt x="5" y="2"/>
                  </a:lnTo>
                  <a:lnTo>
                    <a:pt x="5" y="2"/>
                  </a:lnTo>
                  <a:lnTo>
                    <a:pt x="5" y="0"/>
                  </a:lnTo>
                  <a:lnTo>
                    <a:pt x="5" y="0"/>
                  </a:lnTo>
                  <a:lnTo>
                    <a:pt x="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249"/>
            <p:cNvSpPr>
              <a:spLocks/>
            </p:cNvSpPr>
            <p:nvPr/>
          </p:nvSpPr>
          <p:spPr bwMode="auto">
            <a:xfrm>
              <a:off x="2844800" y="2768600"/>
              <a:ext cx="44450" cy="41275"/>
            </a:xfrm>
            <a:custGeom>
              <a:avLst/>
              <a:gdLst/>
              <a:ahLst/>
              <a:cxnLst>
                <a:cxn ang="0">
                  <a:pos x="7" y="2"/>
                </a:cxn>
                <a:cxn ang="0">
                  <a:pos x="7" y="2"/>
                </a:cxn>
                <a:cxn ang="0">
                  <a:pos x="9" y="4"/>
                </a:cxn>
                <a:cxn ang="0">
                  <a:pos x="9" y="7"/>
                </a:cxn>
                <a:cxn ang="0">
                  <a:pos x="9" y="4"/>
                </a:cxn>
                <a:cxn ang="0">
                  <a:pos x="9" y="7"/>
                </a:cxn>
                <a:cxn ang="0">
                  <a:pos x="12" y="7"/>
                </a:cxn>
                <a:cxn ang="0">
                  <a:pos x="12" y="7"/>
                </a:cxn>
                <a:cxn ang="0">
                  <a:pos x="14" y="7"/>
                </a:cxn>
                <a:cxn ang="0">
                  <a:pos x="14" y="7"/>
                </a:cxn>
                <a:cxn ang="0">
                  <a:pos x="16" y="7"/>
                </a:cxn>
                <a:cxn ang="0">
                  <a:pos x="16" y="7"/>
                </a:cxn>
                <a:cxn ang="0">
                  <a:pos x="19" y="7"/>
                </a:cxn>
                <a:cxn ang="0">
                  <a:pos x="21" y="7"/>
                </a:cxn>
                <a:cxn ang="0">
                  <a:pos x="21" y="7"/>
                </a:cxn>
                <a:cxn ang="0">
                  <a:pos x="21" y="9"/>
                </a:cxn>
                <a:cxn ang="0">
                  <a:pos x="21" y="9"/>
                </a:cxn>
                <a:cxn ang="0">
                  <a:pos x="21" y="11"/>
                </a:cxn>
                <a:cxn ang="0">
                  <a:pos x="24" y="11"/>
                </a:cxn>
                <a:cxn ang="0">
                  <a:pos x="24" y="11"/>
                </a:cxn>
                <a:cxn ang="0">
                  <a:pos x="26" y="14"/>
                </a:cxn>
                <a:cxn ang="0">
                  <a:pos x="26" y="16"/>
                </a:cxn>
                <a:cxn ang="0">
                  <a:pos x="26" y="16"/>
                </a:cxn>
                <a:cxn ang="0">
                  <a:pos x="26" y="19"/>
                </a:cxn>
                <a:cxn ang="0">
                  <a:pos x="28" y="19"/>
                </a:cxn>
                <a:cxn ang="0">
                  <a:pos x="28" y="21"/>
                </a:cxn>
                <a:cxn ang="0">
                  <a:pos x="28" y="23"/>
                </a:cxn>
                <a:cxn ang="0">
                  <a:pos x="28" y="23"/>
                </a:cxn>
                <a:cxn ang="0">
                  <a:pos x="26" y="26"/>
                </a:cxn>
                <a:cxn ang="0">
                  <a:pos x="26" y="23"/>
                </a:cxn>
                <a:cxn ang="0">
                  <a:pos x="24" y="23"/>
                </a:cxn>
                <a:cxn ang="0">
                  <a:pos x="21" y="23"/>
                </a:cxn>
                <a:cxn ang="0">
                  <a:pos x="21" y="23"/>
                </a:cxn>
                <a:cxn ang="0">
                  <a:pos x="19" y="23"/>
                </a:cxn>
                <a:cxn ang="0">
                  <a:pos x="19" y="21"/>
                </a:cxn>
                <a:cxn ang="0">
                  <a:pos x="16" y="21"/>
                </a:cxn>
                <a:cxn ang="0">
                  <a:pos x="14" y="21"/>
                </a:cxn>
                <a:cxn ang="0">
                  <a:pos x="14" y="21"/>
                </a:cxn>
                <a:cxn ang="0">
                  <a:pos x="12" y="19"/>
                </a:cxn>
                <a:cxn ang="0">
                  <a:pos x="12" y="19"/>
                </a:cxn>
                <a:cxn ang="0">
                  <a:pos x="12" y="16"/>
                </a:cxn>
                <a:cxn ang="0">
                  <a:pos x="12" y="16"/>
                </a:cxn>
                <a:cxn ang="0">
                  <a:pos x="9" y="16"/>
                </a:cxn>
                <a:cxn ang="0">
                  <a:pos x="7" y="16"/>
                </a:cxn>
                <a:cxn ang="0">
                  <a:pos x="7" y="14"/>
                </a:cxn>
                <a:cxn ang="0">
                  <a:pos x="7" y="11"/>
                </a:cxn>
                <a:cxn ang="0">
                  <a:pos x="5" y="11"/>
                </a:cxn>
                <a:cxn ang="0">
                  <a:pos x="5" y="9"/>
                </a:cxn>
                <a:cxn ang="0">
                  <a:pos x="2" y="9"/>
                </a:cxn>
                <a:cxn ang="0">
                  <a:pos x="2" y="7"/>
                </a:cxn>
                <a:cxn ang="0">
                  <a:pos x="2" y="7"/>
                </a:cxn>
                <a:cxn ang="0">
                  <a:pos x="2" y="7"/>
                </a:cxn>
                <a:cxn ang="0">
                  <a:pos x="0" y="4"/>
                </a:cxn>
                <a:cxn ang="0">
                  <a:pos x="0" y="4"/>
                </a:cxn>
                <a:cxn ang="0">
                  <a:pos x="0" y="2"/>
                </a:cxn>
                <a:cxn ang="0">
                  <a:pos x="2" y="2"/>
                </a:cxn>
                <a:cxn ang="0">
                  <a:pos x="2" y="2"/>
                </a:cxn>
                <a:cxn ang="0">
                  <a:pos x="2" y="2"/>
                </a:cxn>
                <a:cxn ang="0">
                  <a:pos x="5" y="2"/>
                </a:cxn>
                <a:cxn ang="0">
                  <a:pos x="5" y="0"/>
                </a:cxn>
              </a:cxnLst>
              <a:rect l="0" t="0" r="r" b="b"/>
              <a:pathLst>
                <a:path w="28" h="26">
                  <a:moveTo>
                    <a:pt x="7" y="0"/>
                  </a:moveTo>
                  <a:lnTo>
                    <a:pt x="7" y="2"/>
                  </a:lnTo>
                  <a:lnTo>
                    <a:pt x="7" y="2"/>
                  </a:lnTo>
                  <a:lnTo>
                    <a:pt x="7" y="2"/>
                  </a:lnTo>
                  <a:lnTo>
                    <a:pt x="7" y="4"/>
                  </a:lnTo>
                  <a:lnTo>
                    <a:pt x="9" y="4"/>
                  </a:lnTo>
                  <a:lnTo>
                    <a:pt x="9" y="4"/>
                  </a:lnTo>
                  <a:lnTo>
                    <a:pt x="9" y="7"/>
                  </a:lnTo>
                  <a:lnTo>
                    <a:pt x="9" y="7"/>
                  </a:lnTo>
                  <a:lnTo>
                    <a:pt x="9" y="4"/>
                  </a:lnTo>
                  <a:lnTo>
                    <a:pt x="9" y="4"/>
                  </a:lnTo>
                  <a:lnTo>
                    <a:pt x="9" y="7"/>
                  </a:lnTo>
                  <a:lnTo>
                    <a:pt x="12" y="7"/>
                  </a:lnTo>
                  <a:lnTo>
                    <a:pt x="12" y="7"/>
                  </a:lnTo>
                  <a:lnTo>
                    <a:pt x="12" y="7"/>
                  </a:lnTo>
                  <a:lnTo>
                    <a:pt x="12" y="7"/>
                  </a:lnTo>
                  <a:lnTo>
                    <a:pt x="14" y="7"/>
                  </a:lnTo>
                  <a:lnTo>
                    <a:pt x="14" y="7"/>
                  </a:lnTo>
                  <a:lnTo>
                    <a:pt x="14" y="7"/>
                  </a:lnTo>
                  <a:lnTo>
                    <a:pt x="14" y="7"/>
                  </a:lnTo>
                  <a:lnTo>
                    <a:pt x="16" y="7"/>
                  </a:lnTo>
                  <a:lnTo>
                    <a:pt x="16" y="7"/>
                  </a:lnTo>
                  <a:lnTo>
                    <a:pt x="16" y="7"/>
                  </a:lnTo>
                  <a:lnTo>
                    <a:pt x="16" y="7"/>
                  </a:lnTo>
                  <a:lnTo>
                    <a:pt x="19" y="7"/>
                  </a:lnTo>
                  <a:lnTo>
                    <a:pt x="19" y="7"/>
                  </a:lnTo>
                  <a:lnTo>
                    <a:pt x="21" y="7"/>
                  </a:lnTo>
                  <a:lnTo>
                    <a:pt x="21" y="7"/>
                  </a:lnTo>
                  <a:lnTo>
                    <a:pt x="21" y="7"/>
                  </a:lnTo>
                  <a:lnTo>
                    <a:pt x="21" y="7"/>
                  </a:lnTo>
                  <a:lnTo>
                    <a:pt x="21" y="7"/>
                  </a:lnTo>
                  <a:lnTo>
                    <a:pt x="21" y="9"/>
                  </a:lnTo>
                  <a:lnTo>
                    <a:pt x="21" y="9"/>
                  </a:lnTo>
                  <a:lnTo>
                    <a:pt x="21" y="9"/>
                  </a:lnTo>
                  <a:lnTo>
                    <a:pt x="21" y="11"/>
                  </a:lnTo>
                  <a:lnTo>
                    <a:pt x="21" y="11"/>
                  </a:lnTo>
                  <a:lnTo>
                    <a:pt x="24" y="11"/>
                  </a:lnTo>
                  <a:lnTo>
                    <a:pt x="24" y="11"/>
                  </a:lnTo>
                  <a:lnTo>
                    <a:pt x="24" y="11"/>
                  </a:lnTo>
                  <a:lnTo>
                    <a:pt x="24" y="11"/>
                  </a:lnTo>
                  <a:lnTo>
                    <a:pt x="24" y="14"/>
                  </a:lnTo>
                  <a:lnTo>
                    <a:pt x="26" y="14"/>
                  </a:lnTo>
                  <a:lnTo>
                    <a:pt x="26" y="14"/>
                  </a:lnTo>
                  <a:lnTo>
                    <a:pt x="26" y="16"/>
                  </a:lnTo>
                  <a:lnTo>
                    <a:pt x="26" y="16"/>
                  </a:lnTo>
                  <a:lnTo>
                    <a:pt x="26" y="16"/>
                  </a:lnTo>
                  <a:lnTo>
                    <a:pt x="26" y="16"/>
                  </a:lnTo>
                  <a:lnTo>
                    <a:pt x="26" y="19"/>
                  </a:lnTo>
                  <a:lnTo>
                    <a:pt x="28" y="19"/>
                  </a:lnTo>
                  <a:lnTo>
                    <a:pt x="28" y="19"/>
                  </a:lnTo>
                  <a:lnTo>
                    <a:pt x="28" y="21"/>
                  </a:lnTo>
                  <a:lnTo>
                    <a:pt x="28" y="21"/>
                  </a:lnTo>
                  <a:lnTo>
                    <a:pt x="28" y="21"/>
                  </a:lnTo>
                  <a:lnTo>
                    <a:pt x="28" y="23"/>
                  </a:lnTo>
                  <a:lnTo>
                    <a:pt x="28" y="23"/>
                  </a:lnTo>
                  <a:lnTo>
                    <a:pt x="28" y="23"/>
                  </a:lnTo>
                  <a:lnTo>
                    <a:pt x="26" y="23"/>
                  </a:lnTo>
                  <a:lnTo>
                    <a:pt x="26" y="26"/>
                  </a:lnTo>
                  <a:lnTo>
                    <a:pt x="26" y="26"/>
                  </a:lnTo>
                  <a:lnTo>
                    <a:pt x="26" y="23"/>
                  </a:lnTo>
                  <a:lnTo>
                    <a:pt x="24" y="23"/>
                  </a:lnTo>
                  <a:lnTo>
                    <a:pt x="24" y="23"/>
                  </a:lnTo>
                  <a:lnTo>
                    <a:pt x="24" y="23"/>
                  </a:lnTo>
                  <a:lnTo>
                    <a:pt x="21" y="23"/>
                  </a:lnTo>
                  <a:lnTo>
                    <a:pt x="21" y="23"/>
                  </a:lnTo>
                  <a:lnTo>
                    <a:pt x="21" y="23"/>
                  </a:lnTo>
                  <a:lnTo>
                    <a:pt x="21" y="23"/>
                  </a:lnTo>
                  <a:lnTo>
                    <a:pt x="19" y="23"/>
                  </a:lnTo>
                  <a:lnTo>
                    <a:pt x="19" y="21"/>
                  </a:lnTo>
                  <a:lnTo>
                    <a:pt x="19" y="21"/>
                  </a:lnTo>
                  <a:lnTo>
                    <a:pt x="16" y="21"/>
                  </a:lnTo>
                  <a:lnTo>
                    <a:pt x="16" y="21"/>
                  </a:lnTo>
                  <a:lnTo>
                    <a:pt x="16" y="21"/>
                  </a:lnTo>
                  <a:lnTo>
                    <a:pt x="14" y="21"/>
                  </a:lnTo>
                  <a:lnTo>
                    <a:pt x="14" y="21"/>
                  </a:lnTo>
                  <a:lnTo>
                    <a:pt x="14" y="21"/>
                  </a:lnTo>
                  <a:lnTo>
                    <a:pt x="14" y="19"/>
                  </a:lnTo>
                  <a:lnTo>
                    <a:pt x="12" y="19"/>
                  </a:lnTo>
                  <a:lnTo>
                    <a:pt x="12" y="19"/>
                  </a:lnTo>
                  <a:lnTo>
                    <a:pt x="12" y="19"/>
                  </a:lnTo>
                  <a:lnTo>
                    <a:pt x="12" y="16"/>
                  </a:lnTo>
                  <a:lnTo>
                    <a:pt x="12" y="16"/>
                  </a:lnTo>
                  <a:lnTo>
                    <a:pt x="12" y="16"/>
                  </a:lnTo>
                  <a:lnTo>
                    <a:pt x="12" y="16"/>
                  </a:lnTo>
                  <a:lnTo>
                    <a:pt x="9" y="16"/>
                  </a:lnTo>
                  <a:lnTo>
                    <a:pt x="9" y="16"/>
                  </a:lnTo>
                  <a:lnTo>
                    <a:pt x="9" y="16"/>
                  </a:lnTo>
                  <a:lnTo>
                    <a:pt x="7" y="16"/>
                  </a:lnTo>
                  <a:lnTo>
                    <a:pt x="7" y="14"/>
                  </a:lnTo>
                  <a:lnTo>
                    <a:pt x="7" y="14"/>
                  </a:lnTo>
                  <a:lnTo>
                    <a:pt x="7" y="14"/>
                  </a:lnTo>
                  <a:lnTo>
                    <a:pt x="7" y="11"/>
                  </a:lnTo>
                  <a:lnTo>
                    <a:pt x="5" y="11"/>
                  </a:lnTo>
                  <a:lnTo>
                    <a:pt x="5" y="11"/>
                  </a:lnTo>
                  <a:lnTo>
                    <a:pt x="5" y="11"/>
                  </a:lnTo>
                  <a:lnTo>
                    <a:pt x="5" y="9"/>
                  </a:lnTo>
                  <a:lnTo>
                    <a:pt x="5" y="9"/>
                  </a:lnTo>
                  <a:lnTo>
                    <a:pt x="2" y="9"/>
                  </a:lnTo>
                  <a:lnTo>
                    <a:pt x="2" y="9"/>
                  </a:lnTo>
                  <a:lnTo>
                    <a:pt x="2" y="7"/>
                  </a:lnTo>
                  <a:lnTo>
                    <a:pt x="2" y="7"/>
                  </a:lnTo>
                  <a:lnTo>
                    <a:pt x="2" y="7"/>
                  </a:lnTo>
                  <a:lnTo>
                    <a:pt x="2" y="7"/>
                  </a:lnTo>
                  <a:lnTo>
                    <a:pt x="2" y="7"/>
                  </a:lnTo>
                  <a:lnTo>
                    <a:pt x="2" y="4"/>
                  </a:lnTo>
                  <a:lnTo>
                    <a:pt x="0" y="4"/>
                  </a:lnTo>
                  <a:lnTo>
                    <a:pt x="0" y="4"/>
                  </a:lnTo>
                  <a:lnTo>
                    <a:pt x="0" y="4"/>
                  </a:lnTo>
                  <a:lnTo>
                    <a:pt x="0" y="2"/>
                  </a:lnTo>
                  <a:lnTo>
                    <a:pt x="0" y="2"/>
                  </a:lnTo>
                  <a:lnTo>
                    <a:pt x="0" y="2"/>
                  </a:lnTo>
                  <a:lnTo>
                    <a:pt x="2" y="2"/>
                  </a:lnTo>
                  <a:lnTo>
                    <a:pt x="2" y="2"/>
                  </a:lnTo>
                  <a:lnTo>
                    <a:pt x="2" y="2"/>
                  </a:lnTo>
                  <a:lnTo>
                    <a:pt x="2" y="2"/>
                  </a:lnTo>
                  <a:lnTo>
                    <a:pt x="2" y="2"/>
                  </a:lnTo>
                  <a:lnTo>
                    <a:pt x="5" y="2"/>
                  </a:lnTo>
                  <a:lnTo>
                    <a:pt x="5" y="2"/>
                  </a:lnTo>
                  <a:lnTo>
                    <a:pt x="5" y="0"/>
                  </a:lnTo>
                  <a:lnTo>
                    <a:pt x="5" y="0"/>
                  </a:lnTo>
                  <a:lnTo>
                    <a:pt x="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250"/>
            <p:cNvSpPr>
              <a:spLocks/>
            </p:cNvSpPr>
            <p:nvPr/>
          </p:nvSpPr>
          <p:spPr bwMode="auto">
            <a:xfrm>
              <a:off x="2852738" y="2684463"/>
              <a:ext cx="179388" cy="139700"/>
            </a:xfrm>
            <a:custGeom>
              <a:avLst/>
              <a:gdLst/>
              <a:ahLst/>
              <a:cxnLst>
                <a:cxn ang="0">
                  <a:pos x="80" y="5"/>
                </a:cxn>
                <a:cxn ang="0">
                  <a:pos x="85" y="10"/>
                </a:cxn>
                <a:cxn ang="0">
                  <a:pos x="90" y="19"/>
                </a:cxn>
                <a:cxn ang="0">
                  <a:pos x="92" y="24"/>
                </a:cxn>
                <a:cxn ang="0">
                  <a:pos x="97" y="31"/>
                </a:cxn>
                <a:cxn ang="0">
                  <a:pos x="104" y="31"/>
                </a:cxn>
                <a:cxn ang="0">
                  <a:pos x="111" y="36"/>
                </a:cxn>
                <a:cxn ang="0">
                  <a:pos x="113" y="43"/>
                </a:cxn>
                <a:cxn ang="0">
                  <a:pos x="109" y="41"/>
                </a:cxn>
                <a:cxn ang="0">
                  <a:pos x="101" y="41"/>
                </a:cxn>
                <a:cxn ang="0">
                  <a:pos x="97" y="45"/>
                </a:cxn>
                <a:cxn ang="0">
                  <a:pos x="94" y="53"/>
                </a:cxn>
                <a:cxn ang="0">
                  <a:pos x="92" y="60"/>
                </a:cxn>
                <a:cxn ang="0">
                  <a:pos x="92" y="67"/>
                </a:cxn>
                <a:cxn ang="0">
                  <a:pos x="90" y="72"/>
                </a:cxn>
                <a:cxn ang="0">
                  <a:pos x="87" y="74"/>
                </a:cxn>
                <a:cxn ang="0">
                  <a:pos x="85" y="69"/>
                </a:cxn>
                <a:cxn ang="0">
                  <a:pos x="83" y="79"/>
                </a:cxn>
                <a:cxn ang="0">
                  <a:pos x="80" y="88"/>
                </a:cxn>
                <a:cxn ang="0">
                  <a:pos x="73" y="86"/>
                </a:cxn>
                <a:cxn ang="0">
                  <a:pos x="68" y="81"/>
                </a:cxn>
                <a:cxn ang="0">
                  <a:pos x="64" y="76"/>
                </a:cxn>
                <a:cxn ang="0">
                  <a:pos x="71" y="74"/>
                </a:cxn>
                <a:cxn ang="0">
                  <a:pos x="66" y="69"/>
                </a:cxn>
                <a:cxn ang="0">
                  <a:pos x="71" y="62"/>
                </a:cxn>
                <a:cxn ang="0">
                  <a:pos x="66" y="57"/>
                </a:cxn>
                <a:cxn ang="0">
                  <a:pos x="59" y="60"/>
                </a:cxn>
                <a:cxn ang="0">
                  <a:pos x="52" y="62"/>
                </a:cxn>
                <a:cxn ang="0">
                  <a:pos x="45" y="67"/>
                </a:cxn>
                <a:cxn ang="0">
                  <a:pos x="40" y="69"/>
                </a:cxn>
                <a:cxn ang="0">
                  <a:pos x="33" y="74"/>
                </a:cxn>
                <a:cxn ang="0">
                  <a:pos x="33" y="72"/>
                </a:cxn>
                <a:cxn ang="0">
                  <a:pos x="33" y="67"/>
                </a:cxn>
                <a:cxn ang="0">
                  <a:pos x="30" y="62"/>
                </a:cxn>
                <a:cxn ang="0">
                  <a:pos x="26" y="57"/>
                </a:cxn>
                <a:cxn ang="0">
                  <a:pos x="21" y="55"/>
                </a:cxn>
                <a:cxn ang="0">
                  <a:pos x="16" y="50"/>
                </a:cxn>
                <a:cxn ang="0">
                  <a:pos x="16" y="48"/>
                </a:cxn>
                <a:cxn ang="0">
                  <a:pos x="19" y="43"/>
                </a:cxn>
                <a:cxn ang="0">
                  <a:pos x="14" y="38"/>
                </a:cxn>
                <a:cxn ang="0">
                  <a:pos x="7" y="34"/>
                </a:cxn>
                <a:cxn ang="0">
                  <a:pos x="11" y="27"/>
                </a:cxn>
                <a:cxn ang="0">
                  <a:pos x="7" y="22"/>
                </a:cxn>
                <a:cxn ang="0">
                  <a:pos x="2" y="19"/>
                </a:cxn>
                <a:cxn ang="0">
                  <a:pos x="2" y="19"/>
                </a:cxn>
                <a:cxn ang="0">
                  <a:pos x="2" y="12"/>
                </a:cxn>
                <a:cxn ang="0">
                  <a:pos x="9" y="10"/>
                </a:cxn>
                <a:cxn ang="0">
                  <a:pos x="14" y="15"/>
                </a:cxn>
                <a:cxn ang="0">
                  <a:pos x="21" y="19"/>
                </a:cxn>
                <a:cxn ang="0">
                  <a:pos x="28" y="19"/>
                </a:cxn>
                <a:cxn ang="0">
                  <a:pos x="33" y="19"/>
                </a:cxn>
                <a:cxn ang="0">
                  <a:pos x="33" y="12"/>
                </a:cxn>
                <a:cxn ang="0">
                  <a:pos x="26" y="10"/>
                </a:cxn>
                <a:cxn ang="0">
                  <a:pos x="28" y="0"/>
                </a:cxn>
                <a:cxn ang="0">
                  <a:pos x="35" y="0"/>
                </a:cxn>
                <a:cxn ang="0">
                  <a:pos x="40" y="5"/>
                </a:cxn>
                <a:cxn ang="0">
                  <a:pos x="45" y="10"/>
                </a:cxn>
                <a:cxn ang="0">
                  <a:pos x="49" y="15"/>
                </a:cxn>
                <a:cxn ang="0">
                  <a:pos x="56" y="17"/>
                </a:cxn>
                <a:cxn ang="0">
                  <a:pos x="64" y="12"/>
                </a:cxn>
                <a:cxn ang="0">
                  <a:pos x="71" y="10"/>
                </a:cxn>
                <a:cxn ang="0">
                  <a:pos x="73" y="3"/>
                </a:cxn>
              </a:cxnLst>
              <a:rect l="0" t="0" r="r" b="b"/>
              <a:pathLst>
                <a:path w="113" h="88">
                  <a:moveTo>
                    <a:pt x="75" y="0"/>
                  </a:moveTo>
                  <a:lnTo>
                    <a:pt x="75" y="0"/>
                  </a:lnTo>
                  <a:lnTo>
                    <a:pt x="78" y="0"/>
                  </a:lnTo>
                  <a:lnTo>
                    <a:pt x="78" y="0"/>
                  </a:lnTo>
                  <a:lnTo>
                    <a:pt x="78" y="0"/>
                  </a:lnTo>
                  <a:lnTo>
                    <a:pt x="78" y="3"/>
                  </a:lnTo>
                  <a:lnTo>
                    <a:pt x="78" y="3"/>
                  </a:lnTo>
                  <a:lnTo>
                    <a:pt x="80" y="3"/>
                  </a:lnTo>
                  <a:lnTo>
                    <a:pt x="80" y="3"/>
                  </a:lnTo>
                  <a:lnTo>
                    <a:pt x="80" y="5"/>
                  </a:lnTo>
                  <a:lnTo>
                    <a:pt x="80" y="5"/>
                  </a:lnTo>
                  <a:lnTo>
                    <a:pt x="80" y="5"/>
                  </a:lnTo>
                  <a:lnTo>
                    <a:pt x="83" y="5"/>
                  </a:lnTo>
                  <a:lnTo>
                    <a:pt x="83" y="8"/>
                  </a:lnTo>
                  <a:lnTo>
                    <a:pt x="83" y="8"/>
                  </a:lnTo>
                  <a:lnTo>
                    <a:pt x="83" y="8"/>
                  </a:lnTo>
                  <a:lnTo>
                    <a:pt x="83" y="8"/>
                  </a:lnTo>
                  <a:lnTo>
                    <a:pt x="83" y="10"/>
                  </a:lnTo>
                  <a:lnTo>
                    <a:pt x="85" y="10"/>
                  </a:lnTo>
                  <a:lnTo>
                    <a:pt x="85" y="10"/>
                  </a:lnTo>
                  <a:lnTo>
                    <a:pt x="85" y="10"/>
                  </a:lnTo>
                  <a:lnTo>
                    <a:pt x="85" y="10"/>
                  </a:lnTo>
                  <a:lnTo>
                    <a:pt x="85" y="10"/>
                  </a:lnTo>
                  <a:lnTo>
                    <a:pt x="85" y="12"/>
                  </a:lnTo>
                  <a:lnTo>
                    <a:pt x="87" y="12"/>
                  </a:lnTo>
                  <a:lnTo>
                    <a:pt x="87" y="12"/>
                  </a:lnTo>
                  <a:lnTo>
                    <a:pt x="87" y="12"/>
                  </a:lnTo>
                  <a:lnTo>
                    <a:pt x="87" y="15"/>
                  </a:lnTo>
                  <a:lnTo>
                    <a:pt x="87" y="15"/>
                  </a:lnTo>
                  <a:lnTo>
                    <a:pt x="90" y="15"/>
                  </a:lnTo>
                  <a:lnTo>
                    <a:pt x="90" y="17"/>
                  </a:lnTo>
                  <a:lnTo>
                    <a:pt x="90" y="17"/>
                  </a:lnTo>
                  <a:lnTo>
                    <a:pt x="90" y="19"/>
                  </a:lnTo>
                  <a:lnTo>
                    <a:pt x="90" y="19"/>
                  </a:lnTo>
                  <a:lnTo>
                    <a:pt x="90" y="19"/>
                  </a:lnTo>
                  <a:lnTo>
                    <a:pt x="90" y="19"/>
                  </a:lnTo>
                  <a:lnTo>
                    <a:pt x="90" y="22"/>
                  </a:lnTo>
                  <a:lnTo>
                    <a:pt x="90" y="22"/>
                  </a:lnTo>
                  <a:lnTo>
                    <a:pt x="90" y="22"/>
                  </a:lnTo>
                  <a:lnTo>
                    <a:pt x="92" y="22"/>
                  </a:lnTo>
                  <a:lnTo>
                    <a:pt x="92" y="24"/>
                  </a:lnTo>
                  <a:lnTo>
                    <a:pt x="92" y="24"/>
                  </a:lnTo>
                  <a:lnTo>
                    <a:pt x="92" y="24"/>
                  </a:lnTo>
                  <a:lnTo>
                    <a:pt x="92" y="24"/>
                  </a:lnTo>
                  <a:lnTo>
                    <a:pt x="94" y="24"/>
                  </a:lnTo>
                  <a:lnTo>
                    <a:pt x="94" y="27"/>
                  </a:lnTo>
                  <a:lnTo>
                    <a:pt x="94" y="27"/>
                  </a:lnTo>
                  <a:lnTo>
                    <a:pt x="97" y="27"/>
                  </a:lnTo>
                  <a:lnTo>
                    <a:pt x="97" y="27"/>
                  </a:lnTo>
                  <a:lnTo>
                    <a:pt x="97" y="27"/>
                  </a:lnTo>
                  <a:lnTo>
                    <a:pt x="97" y="29"/>
                  </a:lnTo>
                  <a:lnTo>
                    <a:pt x="97" y="29"/>
                  </a:lnTo>
                  <a:lnTo>
                    <a:pt x="97" y="29"/>
                  </a:lnTo>
                  <a:lnTo>
                    <a:pt x="97" y="31"/>
                  </a:lnTo>
                  <a:lnTo>
                    <a:pt x="97" y="31"/>
                  </a:lnTo>
                  <a:lnTo>
                    <a:pt x="97" y="31"/>
                  </a:lnTo>
                  <a:lnTo>
                    <a:pt x="99" y="31"/>
                  </a:lnTo>
                  <a:lnTo>
                    <a:pt x="99" y="31"/>
                  </a:lnTo>
                  <a:lnTo>
                    <a:pt x="99" y="31"/>
                  </a:lnTo>
                  <a:lnTo>
                    <a:pt x="99" y="34"/>
                  </a:lnTo>
                  <a:lnTo>
                    <a:pt x="101" y="34"/>
                  </a:lnTo>
                  <a:lnTo>
                    <a:pt x="101" y="34"/>
                  </a:lnTo>
                  <a:lnTo>
                    <a:pt x="104" y="34"/>
                  </a:lnTo>
                  <a:lnTo>
                    <a:pt x="104" y="34"/>
                  </a:lnTo>
                  <a:lnTo>
                    <a:pt x="104" y="34"/>
                  </a:lnTo>
                  <a:lnTo>
                    <a:pt x="104" y="31"/>
                  </a:lnTo>
                  <a:lnTo>
                    <a:pt x="106" y="31"/>
                  </a:lnTo>
                  <a:lnTo>
                    <a:pt x="106" y="31"/>
                  </a:lnTo>
                  <a:lnTo>
                    <a:pt x="106" y="31"/>
                  </a:lnTo>
                  <a:lnTo>
                    <a:pt x="109" y="31"/>
                  </a:lnTo>
                  <a:lnTo>
                    <a:pt x="109" y="34"/>
                  </a:lnTo>
                  <a:lnTo>
                    <a:pt x="109" y="34"/>
                  </a:lnTo>
                  <a:lnTo>
                    <a:pt x="109" y="34"/>
                  </a:lnTo>
                  <a:lnTo>
                    <a:pt x="111" y="34"/>
                  </a:lnTo>
                  <a:lnTo>
                    <a:pt x="111" y="34"/>
                  </a:lnTo>
                  <a:lnTo>
                    <a:pt x="111" y="34"/>
                  </a:lnTo>
                  <a:lnTo>
                    <a:pt x="111" y="36"/>
                  </a:lnTo>
                  <a:lnTo>
                    <a:pt x="113" y="36"/>
                  </a:lnTo>
                  <a:lnTo>
                    <a:pt x="113" y="36"/>
                  </a:lnTo>
                  <a:lnTo>
                    <a:pt x="113" y="36"/>
                  </a:lnTo>
                  <a:lnTo>
                    <a:pt x="113" y="36"/>
                  </a:lnTo>
                  <a:lnTo>
                    <a:pt x="113" y="38"/>
                  </a:lnTo>
                  <a:lnTo>
                    <a:pt x="113" y="38"/>
                  </a:lnTo>
                  <a:lnTo>
                    <a:pt x="113" y="41"/>
                  </a:lnTo>
                  <a:lnTo>
                    <a:pt x="113" y="41"/>
                  </a:lnTo>
                  <a:lnTo>
                    <a:pt x="113" y="41"/>
                  </a:lnTo>
                  <a:lnTo>
                    <a:pt x="113" y="43"/>
                  </a:lnTo>
                  <a:lnTo>
                    <a:pt x="113" y="43"/>
                  </a:lnTo>
                  <a:lnTo>
                    <a:pt x="113" y="43"/>
                  </a:lnTo>
                  <a:lnTo>
                    <a:pt x="113" y="43"/>
                  </a:lnTo>
                  <a:lnTo>
                    <a:pt x="113" y="41"/>
                  </a:lnTo>
                  <a:lnTo>
                    <a:pt x="113" y="41"/>
                  </a:lnTo>
                  <a:lnTo>
                    <a:pt x="113" y="41"/>
                  </a:lnTo>
                  <a:lnTo>
                    <a:pt x="111" y="41"/>
                  </a:lnTo>
                  <a:lnTo>
                    <a:pt x="111" y="41"/>
                  </a:lnTo>
                  <a:lnTo>
                    <a:pt x="111" y="41"/>
                  </a:lnTo>
                  <a:lnTo>
                    <a:pt x="111" y="41"/>
                  </a:lnTo>
                  <a:lnTo>
                    <a:pt x="109" y="41"/>
                  </a:lnTo>
                  <a:lnTo>
                    <a:pt x="109" y="41"/>
                  </a:lnTo>
                  <a:lnTo>
                    <a:pt x="109" y="41"/>
                  </a:lnTo>
                  <a:lnTo>
                    <a:pt x="106" y="41"/>
                  </a:lnTo>
                  <a:lnTo>
                    <a:pt x="106" y="41"/>
                  </a:lnTo>
                  <a:lnTo>
                    <a:pt x="106" y="41"/>
                  </a:lnTo>
                  <a:lnTo>
                    <a:pt x="106" y="41"/>
                  </a:lnTo>
                  <a:lnTo>
                    <a:pt x="104" y="41"/>
                  </a:lnTo>
                  <a:lnTo>
                    <a:pt x="104" y="41"/>
                  </a:lnTo>
                  <a:lnTo>
                    <a:pt x="104" y="41"/>
                  </a:lnTo>
                  <a:lnTo>
                    <a:pt x="104" y="41"/>
                  </a:lnTo>
                  <a:lnTo>
                    <a:pt x="101" y="41"/>
                  </a:lnTo>
                  <a:lnTo>
                    <a:pt x="101" y="41"/>
                  </a:lnTo>
                  <a:lnTo>
                    <a:pt x="101" y="41"/>
                  </a:lnTo>
                  <a:lnTo>
                    <a:pt x="99" y="41"/>
                  </a:lnTo>
                  <a:lnTo>
                    <a:pt x="99" y="41"/>
                  </a:lnTo>
                  <a:lnTo>
                    <a:pt x="99" y="43"/>
                  </a:lnTo>
                  <a:lnTo>
                    <a:pt x="99" y="43"/>
                  </a:lnTo>
                  <a:lnTo>
                    <a:pt x="97" y="43"/>
                  </a:lnTo>
                  <a:lnTo>
                    <a:pt x="97" y="43"/>
                  </a:lnTo>
                  <a:lnTo>
                    <a:pt x="97" y="43"/>
                  </a:lnTo>
                  <a:lnTo>
                    <a:pt x="97" y="43"/>
                  </a:lnTo>
                  <a:lnTo>
                    <a:pt x="97" y="45"/>
                  </a:lnTo>
                  <a:lnTo>
                    <a:pt x="97" y="45"/>
                  </a:lnTo>
                  <a:lnTo>
                    <a:pt x="94" y="45"/>
                  </a:lnTo>
                  <a:lnTo>
                    <a:pt x="94" y="48"/>
                  </a:lnTo>
                  <a:lnTo>
                    <a:pt x="97" y="48"/>
                  </a:lnTo>
                  <a:lnTo>
                    <a:pt x="97" y="48"/>
                  </a:lnTo>
                  <a:lnTo>
                    <a:pt x="97" y="50"/>
                  </a:lnTo>
                  <a:lnTo>
                    <a:pt x="97" y="50"/>
                  </a:lnTo>
                  <a:lnTo>
                    <a:pt x="94" y="50"/>
                  </a:lnTo>
                  <a:lnTo>
                    <a:pt x="94" y="50"/>
                  </a:lnTo>
                  <a:lnTo>
                    <a:pt x="94" y="53"/>
                  </a:lnTo>
                  <a:lnTo>
                    <a:pt x="94" y="53"/>
                  </a:lnTo>
                  <a:lnTo>
                    <a:pt x="94" y="53"/>
                  </a:lnTo>
                  <a:lnTo>
                    <a:pt x="94" y="55"/>
                  </a:lnTo>
                  <a:lnTo>
                    <a:pt x="94" y="55"/>
                  </a:lnTo>
                  <a:lnTo>
                    <a:pt x="94" y="55"/>
                  </a:lnTo>
                  <a:lnTo>
                    <a:pt x="94" y="57"/>
                  </a:lnTo>
                  <a:lnTo>
                    <a:pt x="94" y="57"/>
                  </a:lnTo>
                  <a:lnTo>
                    <a:pt x="92" y="57"/>
                  </a:lnTo>
                  <a:lnTo>
                    <a:pt x="92" y="57"/>
                  </a:lnTo>
                  <a:lnTo>
                    <a:pt x="92" y="57"/>
                  </a:lnTo>
                  <a:lnTo>
                    <a:pt x="92" y="60"/>
                  </a:lnTo>
                  <a:lnTo>
                    <a:pt x="92" y="60"/>
                  </a:lnTo>
                  <a:lnTo>
                    <a:pt x="92" y="60"/>
                  </a:lnTo>
                  <a:lnTo>
                    <a:pt x="92" y="62"/>
                  </a:lnTo>
                  <a:lnTo>
                    <a:pt x="92" y="62"/>
                  </a:lnTo>
                  <a:lnTo>
                    <a:pt x="92" y="62"/>
                  </a:lnTo>
                  <a:lnTo>
                    <a:pt x="94" y="62"/>
                  </a:lnTo>
                  <a:lnTo>
                    <a:pt x="94" y="64"/>
                  </a:lnTo>
                  <a:lnTo>
                    <a:pt x="94" y="64"/>
                  </a:lnTo>
                  <a:lnTo>
                    <a:pt x="94" y="64"/>
                  </a:lnTo>
                  <a:lnTo>
                    <a:pt x="94" y="67"/>
                  </a:lnTo>
                  <a:lnTo>
                    <a:pt x="94" y="67"/>
                  </a:lnTo>
                  <a:lnTo>
                    <a:pt x="94" y="67"/>
                  </a:lnTo>
                  <a:lnTo>
                    <a:pt x="92" y="67"/>
                  </a:lnTo>
                  <a:lnTo>
                    <a:pt x="92" y="67"/>
                  </a:lnTo>
                  <a:lnTo>
                    <a:pt x="92" y="67"/>
                  </a:lnTo>
                  <a:lnTo>
                    <a:pt x="92" y="67"/>
                  </a:lnTo>
                  <a:lnTo>
                    <a:pt x="90" y="67"/>
                  </a:lnTo>
                  <a:lnTo>
                    <a:pt x="90" y="67"/>
                  </a:lnTo>
                  <a:lnTo>
                    <a:pt x="90" y="69"/>
                  </a:lnTo>
                  <a:lnTo>
                    <a:pt x="90" y="69"/>
                  </a:lnTo>
                  <a:lnTo>
                    <a:pt x="90" y="69"/>
                  </a:lnTo>
                  <a:lnTo>
                    <a:pt x="90" y="72"/>
                  </a:lnTo>
                  <a:lnTo>
                    <a:pt x="90" y="72"/>
                  </a:lnTo>
                  <a:lnTo>
                    <a:pt x="90" y="72"/>
                  </a:lnTo>
                  <a:lnTo>
                    <a:pt x="90" y="74"/>
                  </a:lnTo>
                  <a:lnTo>
                    <a:pt x="90" y="74"/>
                  </a:lnTo>
                  <a:lnTo>
                    <a:pt x="90" y="74"/>
                  </a:lnTo>
                  <a:lnTo>
                    <a:pt x="90" y="76"/>
                  </a:lnTo>
                  <a:lnTo>
                    <a:pt x="87" y="76"/>
                  </a:lnTo>
                  <a:lnTo>
                    <a:pt x="87" y="76"/>
                  </a:lnTo>
                  <a:lnTo>
                    <a:pt x="85" y="76"/>
                  </a:lnTo>
                  <a:lnTo>
                    <a:pt x="85" y="74"/>
                  </a:lnTo>
                  <a:lnTo>
                    <a:pt x="85" y="74"/>
                  </a:lnTo>
                  <a:lnTo>
                    <a:pt x="87" y="74"/>
                  </a:lnTo>
                  <a:lnTo>
                    <a:pt x="87" y="74"/>
                  </a:lnTo>
                  <a:lnTo>
                    <a:pt x="87" y="72"/>
                  </a:lnTo>
                  <a:lnTo>
                    <a:pt x="90" y="72"/>
                  </a:lnTo>
                  <a:lnTo>
                    <a:pt x="90" y="72"/>
                  </a:lnTo>
                  <a:lnTo>
                    <a:pt x="87" y="72"/>
                  </a:lnTo>
                  <a:lnTo>
                    <a:pt x="87" y="72"/>
                  </a:lnTo>
                  <a:lnTo>
                    <a:pt x="87" y="69"/>
                  </a:lnTo>
                  <a:lnTo>
                    <a:pt x="85" y="69"/>
                  </a:lnTo>
                  <a:lnTo>
                    <a:pt x="85" y="69"/>
                  </a:lnTo>
                  <a:lnTo>
                    <a:pt x="85" y="69"/>
                  </a:lnTo>
                  <a:lnTo>
                    <a:pt x="85" y="69"/>
                  </a:lnTo>
                  <a:lnTo>
                    <a:pt x="85" y="69"/>
                  </a:lnTo>
                  <a:lnTo>
                    <a:pt x="85" y="72"/>
                  </a:lnTo>
                  <a:lnTo>
                    <a:pt x="85" y="72"/>
                  </a:lnTo>
                  <a:lnTo>
                    <a:pt x="85" y="74"/>
                  </a:lnTo>
                  <a:lnTo>
                    <a:pt x="85" y="74"/>
                  </a:lnTo>
                  <a:lnTo>
                    <a:pt x="85" y="76"/>
                  </a:lnTo>
                  <a:lnTo>
                    <a:pt x="85" y="76"/>
                  </a:lnTo>
                  <a:lnTo>
                    <a:pt x="83" y="76"/>
                  </a:lnTo>
                  <a:lnTo>
                    <a:pt x="83" y="79"/>
                  </a:lnTo>
                  <a:lnTo>
                    <a:pt x="83" y="79"/>
                  </a:lnTo>
                  <a:lnTo>
                    <a:pt x="83" y="79"/>
                  </a:lnTo>
                  <a:lnTo>
                    <a:pt x="83" y="79"/>
                  </a:lnTo>
                  <a:lnTo>
                    <a:pt x="83" y="81"/>
                  </a:lnTo>
                  <a:lnTo>
                    <a:pt x="83" y="81"/>
                  </a:lnTo>
                  <a:lnTo>
                    <a:pt x="83" y="81"/>
                  </a:lnTo>
                  <a:lnTo>
                    <a:pt x="83" y="83"/>
                  </a:lnTo>
                  <a:lnTo>
                    <a:pt x="83" y="83"/>
                  </a:lnTo>
                  <a:lnTo>
                    <a:pt x="83" y="86"/>
                  </a:lnTo>
                  <a:lnTo>
                    <a:pt x="83" y="86"/>
                  </a:lnTo>
                  <a:lnTo>
                    <a:pt x="83" y="88"/>
                  </a:lnTo>
                  <a:lnTo>
                    <a:pt x="83" y="88"/>
                  </a:lnTo>
                  <a:lnTo>
                    <a:pt x="83" y="88"/>
                  </a:lnTo>
                  <a:lnTo>
                    <a:pt x="80" y="88"/>
                  </a:lnTo>
                  <a:lnTo>
                    <a:pt x="80" y="88"/>
                  </a:lnTo>
                  <a:lnTo>
                    <a:pt x="80" y="88"/>
                  </a:lnTo>
                  <a:lnTo>
                    <a:pt x="78" y="88"/>
                  </a:lnTo>
                  <a:lnTo>
                    <a:pt x="78" y="88"/>
                  </a:lnTo>
                  <a:lnTo>
                    <a:pt x="78" y="88"/>
                  </a:lnTo>
                  <a:lnTo>
                    <a:pt x="75" y="88"/>
                  </a:lnTo>
                  <a:lnTo>
                    <a:pt x="75" y="88"/>
                  </a:lnTo>
                  <a:lnTo>
                    <a:pt x="75" y="86"/>
                  </a:lnTo>
                  <a:lnTo>
                    <a:pt x="75" y="86"/>
                  </a:lnTo>
                  <a:lnTo>
                    <a:pt x="73" y="86"/>
                  </a:lnTo>
                  <a:lnTo>
                    <a:pt x="73" y="86"/>
                  </a:lnTo>
                  <a:lnTo>
                    <a:pt x="73" y="86"/>
                  </a:lnTo>
                  <a:lnTo>
                    <a:pt x="73" y="83"/>
                  </a:lnTo>
                  <a:lnTo>
                    <a:pt x="73" y="83"/>
                  </a:lnTo>
                  <a:lnTo>
                    <a:pt x="73" y="83"/>
                  </a:lnTo>
                  <a:lnTo>
                    <a:pt x="73" y="83"/>
                  </a:lnTo>
                  <a:lnTo>
                    <a:pt x="71" y="83"/>
                  </a:lnTo>
                  <a:lnTo>
                    <a:pt x="71" y="83"/>
                  </a:lnTo>
                  <a:lnTo>
                    <a:pt x="71" y="83"/>
                  </a:lnTo>
                  <a:lnTo>
                    <a:pt x="71" y="83"/>
                  </a:lnTo>
                  <a:lnTo>
                    <a:pt x="71" y="81"/>
                  </a:lnTo>
                  <a:lnTo>
                    <a:pt x="68" y="81"/>
                  </a:lnTo>
                  <a:lnTo>
                    <a:pt x="68" y="81"/>
                  </a:lnTo>
                  <a:lnTo>
                    <a:pt x="68" y="79"/>
                  </a:lnTo>
                  <a:lnTo>
                    <a:pt x="68" y="79"/>
                  </a:lnTo>
                  <a:lnTo>
                    <a:pt x="66" y="79"/>
                  </a:lnTo>
                  <a:lnTo>
                    <a:pt x="66" y="79"/>
                  </a:lnTo>
                  <a:lnTo>
                    <a:pt x="66" y="79"/>
                  </a:lnTo>
                  <a:lnTo>
                    <a:pt x="66" y="79"/>
                  </a:lnTo>
                  <a:lnTo>
                    <a:pt x="64" y="79"/>
                  </a:lnTo>
                  <a:lnTo>
                    <a:pt x="64" y="79"/>
                  </a:lnTo>
                  <a:lnTo>
                    <a:pt x="64" y="79"/>
                  </a:lnTo>
                  <a:lnTo>
                    <a:pt x="64" y="76"/>
                  </a:lnTo>
                  <a:lnTo>
                    <a:pt x="64" y="76"/>
                  </a:lnTo>
                  <a:lnTo>
                    <a:pt x="64" y="76"/>
                  </a:lnTo>
                  <a:lnTo>
                    <a:pt x="66" y="76"/>
                  </a:lnTo>
                  <a:lnTo>
                    <a:pt x="66" y="74"/>
                  </a:lnTo>
                  <a:lnTo>
                    <a:pt x="66" y="74"/>
                  </a:lnTo>
                  <a:lnTo>
                    <a:pt x="66" y="74"/>
                  </a:lnTo>
                  <a:lnTo>
                    <a:pt x="68" y="74"/>
                  </a:lnTo>
                  <a:lnTo>
                    <a:pt x="68" y="74"/>
                  </a:lnTo>
                  <a:lnTo>
                    <a:pt x="71" y="74"/>
                  </a:lnTo>
                  <a:lnTo>
                    <a:pt x="71" y="74"/>
                  </a:lnTo>
                  <a:lnTo>
                    <a:pt x="71" y="74"/>
                  </a:lnTo>
                  <a:lnTo>
                    <a:pt x="71" y="74"/>
                  </a:lnTo>
                  <a:lnTo>
                    <a:pt x="71" y="72"/>
                  </a:lnTo>
                  <a:lnTo>
                    <a:pt x="71" y="72"/>
                  </a:lnTo>
                  <a:lnTo>
                    <a:pt x="71" y="72"/>
                  </a:lnTo>
                  <a:lnTo>
                    <a:pt x="71" y="72"/>
                  </a:lnTo>
                  <a:lnTo>
                    <a:pt x="71" y="69"/>
                  </a:lnTo>
                  <a:lnTo>
                    <a:pt x="68" y="69"/>
                  </a:lnTo>
                  <a:lnTo>
                    <a:pt x="68" y="69"/>
                  </a:lnTo>
                  <a:lnTo>
                    <a:pt x="68" y="69"/>
                  </a:lnTo>
                  <a:lnTo>
                    <a:pt x="66" y="69"/>
                  </a:lnTo>
                  <a:lnTo>
                    <a:pt x="66" y="69"/>
                  </a:lnTo>
                  <a:lnTo>
                    <a:pt x="66" y="69"/>
                  </a:lnTo>
                  <a:lnTo>
                    <a:pt x="66" y="67"/>
                  </a:lnTo>
                  <a:lnTo>
                    <a:pt x="66" y="67"/>
                  </a:lnTo>
                  <a:lnTo>
                    <a:pt x="66" y="67"/>
                  </a:lnTo>
                  <a:lnTo>
                    <a:pt x="68" y="67"/>
                  </a:lnTo>
                  <a:lnTo>
                    <a:pt x="68" y="64"/>
                  </a:lnTo>
                  <a:lnTo>
                    <a:pt x="68" y="64"/>
                  </a:lnTo>
                  <a:lnTo>
                    <a:pt x="71" y="64"/>
                  </a:lnTo>
                  <a:lnTo>
                    <a:pt x="71" y="64"/>
                  </a:lnTo>
                  <a:lnTo>
                    <a:pt x="71" y="64"/>
                  </a:lnTo>
                  <a:lnTo>
                    <a:pt x="71" y="62"/>
                  </a:lnTo>
                  <a:lnTo>
                    <a:pt x="71" y="62"/>
                  </a:lnTo>
                  <a:lnTo>
                    <a:pt x="71" y="62"/>
                  </a:lnTo>
                  <a:lnTo>
                    <a:pt x="68" y="62"/>
                  </a:lnTo>
                  <a:lnTo>
                    <a:pt x="68" y="62"/>
                  </a:lnTo>
                  <a:lnTo>
                    <a:pt x="68" y="60"/>
                  </a:lnTo>
                  <a:lnTo>
                    <a:pt x="66" y="60"/>
                  </a:lnTo>
                  <a:lnTo>
                    <a:pt x="66" y="60"/>
                  </a:lnTo>
                  <a:lnTo>
                    <a:pt x="66" y="60"/>
                  </a:lnTo>
                  <a:lnTo>
                    <a:pt x="66" y="60"/>
                  </a:lnTo>
                  <a:lnTo>
                    <a:pt x="66" y="60"/>
                  </a:lnTo>
                  <a:lnTo>
                    <a:pt x="66" y="57"/>
                  </a:lnTo>
                  <a:lnTo>
                    <a:pt x="64" y="57"/>
                  </a:lnTo>
                  <a:lnTo>
                    <a:pt x="64" y="57"/>
                  </a:lnTo>
                  <a:lnTo>
                    <a:pt x="64" y="57"/>
                  </a:lnTo>
                  <a:lnTo>
                    <a:pt x="64" y="57"/>
                  </a:lnTo>
                  <a:lnTo>
                    <a:pt x="61" y="57"/>
                  </a:lnTo>
                  <a:lnTo>
                    <a:pt x="61" y="57"/>
                  </a:lnTo>
                  <a:lnTo>
                    <a:pt x="59" y="57"/>
                  </a:lnTo>
                  <a:lnTo>
                    <a:pt x="59" y="57"/>
                  </a:lnTo>
                  <a:lnTo>
                    <a:pt x="59" y="57"/>
                  </a:lnTo>
                  <a:lnTo>
                    <a:pt x="59" y="57"/>
                  </a:lnTo>
                  <a:lnTo>
                    <a:pt x="59" y="60"/>
                  </a:lnTo>
                  <a:lnTo>
                    <a:pt x="56" y="60"/>
                  </a:lnTo>
                  <a:lnTo>
                    <a:pt x="56" y="60"/>
                  </a:lnTo>
                  <a:lnTo>
                    <a:pt x="56" y="60"/>
                  </a:lnTo>
                  <a:lnTo>
                    <a:pt x="56" y="60"/>
                  </a:lnTo>
                  <a:lnTo>
                    <a:pt x="54" y="60"/>
                  </a:lnTo>
                  <a:lnTo>
                    <a:pt x="54" y="60"/>
                  </a:lnTo>
                  <a:lnTo>
                    <a:pt x="54" y="60"/>
                  </a:lnTo>
                  <a:lnTo>
                    <a:pt x="52" y="60"/>
                  </a:lnTo>
                  <a:lnTo>
                    <a:pt x="52" y="60"/>
                  </a:lnTo>
                  <a:lnTo>
                    <a:pt x="52" y="62"/>
                  </a:lnTo>
                  <a:lnTo>
                    <a:pt x="52" y="62"/>
                  </a:lnTo>
                  <a:lnTo>
                    <a:pt x="49" y="62"/>
                  </a:lnTo>
                  <a:lnTo>
                    <a:pt x="49" y="62"/>
                  </a:lnTo>
                  <a:lnTo>
                    <a:pt x="49" y="62"/>
                  </a:lnTo>
                  <a:lnTo>
                    <a:pt x="49" y="64"/>
                  </a:lnTo>
                  <a:lnTo>
                    <a:pt x="49" y="64"/>
                  </a:lnTo>
                  <a:lnTo>
                    <a:pt x="49" y="64"/>
                  </a:lnTo>
                  <a:lnTo>
                    <a:pt x="47" y="64"/>
                  </a:lnTo>
                  <a:lnTo>
                    <a:pt x="47" y="64"/>
                  </a:lnTo>
                  <a:lnTo>
                    <a:pt x="47" y="67"/>
                  </a:lnTo>
                  <a:lnTo>
                    <a:pt x="45" y="67"/>
                  </a:lnTo>
                  <a:lnTo>
                    <a:pt x="45" y="67"/>
                  </a:lnTo>
                  <a:lnTo>
                    <a:pt x="45" y="67"/>
                  </a:lnTo>
                  <a:lnTo>
                    <a:pt x="45" y="67"/>
                  </a:lnTo>
                  <a:lnTo>
                    <a:pt x="42" y="67"/>
                  </a:lnTo>
                  <a:lnTo>
                    <a:pt x="42" y="69"/>
                  </a:lnTo>
                  <a:lnTo>
                    <a:pt x="42" y="69"/>
                  </a:lnTo>
                  <a:lnTo>
                    <a:pt x="42" y="69"/>
                  </a:lnTo>
                  <a:lnTo>
                    <a:pt x="42" y="69"/>
                  </a:lnTo>
                  <a:lnTo>
                    <a:pt x="40" y="69"/>
                  </a:lnTo>
                  <a:lnTo>
                    <a:pt x="40" y="69"/>
                  </a:lnTo>
                  <a:lnTo>
                    <a:pt x="40" y="69"/>
                  </a:lnTo>
                  <a:lnTo>
                    <a:pt x="40" y="69"/>
                  </a:lnTo>
                  <a:lnTo>
                    <a:pt x="40" y="69"/>
                  </a:lnTo>
                  <a:lnTo>
                    <a:pt x="38" y="69"/>
                  </a:lnTo>
                  <a:lnTo>
                    <a:pt x="38" y="72"/>
                  </a:lnTo>
                  <a:lnTo>
                    <a:pt x="38" y="72"/>
                  </a:lnTo>
                  <a:lnTo>
                    <a:pt x="38" y="72"/>
                  </a:lnTo>
                  <a:lnTo>
                    <a:pt x="38" y="72"/>
                  </a:lnTo>
                  <a:lnTo>
                    <a:pt x="38" y="74"/>
                  </a:lnTo>
                  <a:lnTo>
                    <a:pt x="35" y="74"/>
                  </a:lnTo>
                  <a:lnTo>
                    <a:pt x="35" y="74"/>
                  </a:lnTo>
                  <a:lnTo>
                    <a:pt x="35" y="74"/>
                  </a:lnTo>
                  <a:lnTo>
                    <a:pt x="33" y="74"/>
                  </a:lnTo>
                  <a:lnTo>
                    <a:pt x="33" y="76"/>
                  </a:lnTo>
                  <a:lnTo>
                    <a:pt x="33" y="76"/>
                  </a:lnTo>
                  <a:lnTo>
                    <a:pt x="33" y="76"/>
                  </a:lnTo>
                  <a:lnTo>
                    <a:pt x="33" y="76"/>
                  </a:lnTo>
                  <a:lnTo>
                    <a:pt x="33" y="76"/>
                  </a:lnTo>
                  <a:lnTo>
                    <a:pt x="30" y="76"/>
                  </a:lnTo>
                  <a:lnTo>
                    <a:pt x="30" y="74"/>
                  </a:lnTo>
                  <a:lnTo>
                    <a:pt x="33" y="74"/>
                  </a:lnTo>
                  <a:lnTo>
                    <a:pt x="33" y="74"/>
                  </a:lnTo>
                  <a:lnTo>
                    <a:pt x="33" y="72"/>
                  </a:lnTo>
                  <a:lnTo>
                    <a:pt x="33" y="72"/>
                  </a:lnTo>
                  <a:lnTo>
                    <a:pt x="30" y="72"/>
                  </a:lnTo>
                  <a:lnTo>
                    <a:pt x="30" y="69"/>
                  </a:lnTo>
                  <a:lnTo>
                    <a:pt x="30" y="69"/>
                  </a:lnTo>
                  <a:lnTo>
                    <a:pt x="30" y="69"/>
                  </a:lnTo>
                  <a:lnTo>
                    <a:pt x="30" y="69"/>
                  </a:lnTo>
                  <a:lnTo>
                    <a:pt x="30" y="69"/>
                  </a:lnTo>
                  <a:lnTo>
                    <a:pt x="33" y="69"/>
                  </a:lnTo>
                  <a:lnTo>
                    <a:pt x="33" y="69"/>
                  </a:lnTo>
                  <a:lnTo>
                    <a:pt x="33" y="69"/>
                  </a:lnTo>
                  <a:lnTo>
                    <a:pt x="33" y="69"/>
                  </a:lnTo>
                  <a:lnTo>
                    <a:pt x="33" y="67"/>
                  </a:lnTo>
                  <a:lnTo>
                    <a:pt x="33" y="67"/>
                  </a:lnTo>
                  <a:lnTo>
                    <a:pt x="33" y="67"/>
                  </a:lnTo>
                  <a:lnTo>
                    <a:pt x="33" y="64"/>
                  </a:lnTo>
                  <a:lnTo>
                    <a:pt x="30" y="64"/>
                  </a:lnTo>
                  <a:lnTo>
                    <a:pt x="30" y="64"/>
                  </a:lnTo>
                  <a:lnTo>
                    <a:pt x="30" y="64"/>
                  </a:lnTo>
                  <a:lnTo>
                    <a:pt x="30" y="64"/>
                  </a:lnTo>
                  <a:lnTo>
                    <a:pt x="30" y="62"/>
                  </a:lnTo>
                  <a:lnTo>
                    <a:pt x="30" y="62"/>
                  </a:lnTo>
                  <a:lnTo>
                    <a:pt x="30" y="62"/>
                  </a:lnTo>
                  <a:lnTo>
                    <a:pt x="30" y="62"/>
                  </a:lnTo>
                  <a:lnTo>
                    <a:pt x="30" y="60"/>
                  </a:lnTo>
                  <a:lnTo>
                    <a:pt x="30" y="60"/>
                  </a:lnTo>
                  <a:lnTo>
                    <a:pt x="33" y="60"/>
                  </a:lnTo>
                  <a:lnTo>
                    <a:pt x="33" y="60"/>
                  </a:lnTo>
                  <a:lnTo>
                    <a:pt x="30" y="60"/>
                  </a:lnTo>
                  <a:lnTo>
                    <a:pt x="30" y="60"/>
                  </a:lnTo>
                  <a:lnTo>
                    <a:pt x="30" y="60"/>
                  </a:lnTo>
                  <a:lnTo>
                    <a:pt x="30" y="57"/>
                  </a:lnTo>
                  <a:lnTo>
                    <a:pt x="28" y="57"/>
                  </a:lnTo>
                  <a:lnTo>
                    <a:pt x="28" y="57"/>
                  </a:lnTo>
                  <a:lnTo>
                    <a:pt x="26" y="57"/>
                  </a:lnTo>
                  <a:lnTo>
                    <a:pt x="26" y="57"/>
                  </a:lnTo>
                  <a:lnTo>
                    <a:pt x="26" y="57"/>
                  </a:lnTo>
                  <a:lnTo>
                    <a:pt x="26" y="60"/>
                  </a:lnTo>
                  <a:lnTo>
                    <a:pt x="23" y="60"/>
                  </a:lnTo>
                  <a:lnTo>
                    <a:pt x="23" y="57"/>
                  </a:lnTo>
                  <a:lnTo>
                    <a:pt x="23" y="57"/>
                  </a:lnTo>
                  <a:lnTo>
                    <a:pt x="23" y="57"/>
                  </a:lnTo>
                  <a:lnTo>
                    <a:pt x="23" y="57"/>
                  </a:lnTo>
                  <a:lnTo>
                    <a:pt x="23" y="55"/>
                  </a:lnTo>
                  <a:lnTo>
                    <a:pt x="21" y="55"/>
                  </a:lnTo>
                  <a:lnTo>
                    <a:pt x="21" y="55"/>
                  </a:lnTo>
                  <a:lnTo>
                    <a:pt x="21" y="55"/>
                  </a:lnTo>
                  <a:lnTo>
                    <a:pt x="21" y="53"/>
                  </a:lnTo>
                  <a:lnTo>
                    <a:pt x="19" y="53"/>
                  </a:lnTo>
                  <a:lnTo>
                    <a:pt x="19" y="53"/>
                  </a:lnTo>
                  <a:lnTo>
                    <a:pt x="19" y="53"/>
                  </a:lnTo>
                  <a:lnTo>
                    <a:pt x="19" y="53"/>
                  </a:lnTo>
                  <a:lnTo>
                    <a:pt x="16" y="53"/>
                  </a:lnTo>
                  <a:lnTo>
                    <a:pt x="16" y="50"/>
                  </a:lnTo>
                  <a:lnTo>
                    <a:pt x="16" y="50"/>
                  </a:lnTo>
                  <a:lnTo>
                    <a:pt x="16" y="50"/>
                  </a:lnTo>
                  <a:lnTo>
                    <a:pt x="16" y="50"/>
                  </a:lnTo>
                  <a:lnTo>
                    <a:pt x="16" y="50"/>
                  </a:lnTo>
                  <a:lnTo>
                    <a:pt x="14" y="50"/>
                  </a:lnTo>
                  <a:lnTo>
                    <a:pt x="14" y="50"/>
                  </a:lnTo>
                  <a:lnTo>
                    <a:pt x="11" y="50"/>
                  </a:lnTo>
                  <a:lnTo>
                    <a:pt x="11" y="48"/>
                  </a:lnTo>
                  <a:lnTo>
                    <a:pt x="11" y="48"/>
                  </a:lnTo>
                  <a:lnTo>
                    <a:pt x="11" y="48"/>
                  </a:lnTo>
                  <a:lnTo>
                    <a:pt x="11" y="48"/>
                  </a:lnTo>
                  <a:lnTo>
                    <a:pt x="14" y="48"/>
                  </a:lnTo>
                  <a:lnTo>
                    <a:pt x="14" y="48"/>
                  </a:lnTo>
                  <a:lnTo>
                    <a:pt x="16" y="48"/>
                  </a:lnTo>
                  <a:lnTo>
                    <a:pt x="16" y="48"/>
                  </a:lnTo>
                  <a:lnTo>
                    <a:pt x="16" y="48"/>
                  </a:lnTo>
                  <a:lnTo>
                    <a:pt x="16" y="48"/>
                  </a:lnTo>
                  <a:lnTo>
                    <a:pt x="16" y="48"/>
                  </a:lnTo>
                  <a:lnTo>
                    <a:pt x="19" y="48"/>
                  </a:lnTo>
                  <a:lnTo>
                    <a:pt x="19" y="45"/>
                  </a:lnTo>
                  <a:lnTo>
                    <a:pt x="19" y="45"/>
                  </a:lnTo>
                  <a:lnTo>
                    <a:pt x="19" y="45"/>
                  </a:lnTo>
                  <a:lnTo>
                    <a:pt x="19" y="45"/>
                  </a:lnTo>
                  <a:lnTo>
                    <a:pt x="19" y="43"/>
                  </a:lnTo>
                  <a:lnTo>
                    <a:pt x="19" y="43"/>
                  </a:lnTo>
                  <a:lnTo>
                    <a:pt x="19" y="41"/>
                  </a:lnTo>
                  <a:lnTo>
                    <a:pt x="19" y="41"/>
                  </a:lnTo>
                  <a:lnTo>
                    <a:pt x="19" y="41"/>
                  </a:lnTo>
                  <a:lnTo>
                    <a:pt x="19" y="41"/>
                  </a:lnTo>
                  <a:lnTo>
                    <a:pt x="16" y="41"/>
                  </a:lnTo>
                  <a:lnTo>
                    <a:pt x="16" y="41"/>
                  </a:lnTo>
                  <a:lnTo>
                    <a:pt x="16" y="41"/>
                  </a:lnTo>
                  <a:lnTo>
                    <a:pt x="16" y="41"/>
                  </a:lnTo>
                  <a:lnTo>
                    <a:pt x="16" y="38"/>
                  </a:lnTo>
                  <a:lnTo>
                    <a:pt x="14" y="38"/>
                  </a:lnTo>
                  <a:lnTo>
                    <a:pt x="14" y="38"/>
                  </a:lnTo>
                  <a:lnTo>
                    <a:pt x="11" y="38"/>
                  </a:lnTo>
                  <a:lnTo>
                    <a:pt x="11" y="38"/>
                  </a:lnTo>
                  <a:lnTo>
                    <a:pt x="11" y="38"/>
                  </a:lnTo>
                  <a:lnTo>
                    <a:pt x="11" y="36"/>
                  </a:lnTo>
                  <a:lnTo>
                    <a:pt x="11" y="36"/>
                  </a:lnTo>
                  <a:lnTo>
                    <a:pt x="9" y="36"/>
                  </a:lnTo>
                  <a:lnTo>
                    <a:pt x="9" y="36"/>
                  </a:lnTo>
                  <a:lnTo>
                    <a:pt x="9" y="36"/>
                  </a:lnTo>
                  <a:lnTo>
                    <a:pt x="9" y="34"/>
                  </a:lnTo>
                  <a:lnTo>
                    <a:pt x="9" y="34"/>
                  </a:lnTo>
                  <a:lnTo>
                    <a:pt x="7" y="34"/>
                  </a:lnTo>
                  <a:lnTo>
                    <a:pt x="7" y="31"/>
                  </a:lnTo>
                  <a:lnTo>
                    <a:pt x="7" y="31"/>
                  </a:lnTo>
                  <a:lnTo>
                    <a:pt x="7" y="31"/>
                  </a:lnTo>
                  <a:lnTo>
                    <a:pt x="7" y="29"/>
                  </a:lnTo>
                  <a:lnTo>
                    <a:pt x="7" y="29"/>
                  </a:lnTo>
                  <a:lnTo>
                    <a:pt x="7" y="29"/>
                  </a:lnTo>
                  <a:lnTo>
                    <a:pt x="9" y="29"/>
                  </a:lnTo>
                  <a:lnTo>
                    <a:pt x="9" y="29"/>
                  </a:lnTo>
                  <a:lnTo>
                    <a:pt x="9" y="29"/>
                  </a:lnTo>
                  <a:lnTo>
                    <a:pt x="11" y="29"/>
                  </a:lnTo>
                  <a:lnTo>
                    <a:pt x="11" y="27"/>
                  </a:lnTo>
                  <a:lnTo>
                    <a:pt x="11" y="27"/>
                  </a:lnTo>
                  <a:lnTo>
                    <a:pt x="11" y="27"/>
                  </a:lnTo>
                  <a:lnTo>
                    <a:pt x="11" y="24"/>
                  </a:lnTo>
                  <a:lnTo>
                    <a:pt x="11" y="24"/>
                  </a:lnTo>
                  <a:lnTo>
                    <a:pt x="9" y="24"/>
                  </a:lnTo>
                  <a:lnTo>
                    <a:pt x="9" y="24"/>
                  </a:lnTo>
                  <a:lnTo>
                    <a:pt x="9" y="24"/>
                  </a:lnTo>
                  <a:lnTo>
                    <a:pt x="7" y="24"/>
                  </a:lnTo>
                  <a:lnTo>
                    <a:pt x="7" y="22"/>
                  </a:lnTo>
                  <a:lnTo>
                    <a:pt x="7" y="22"/>
                  </a:lnTo>
                  <a:lnTo>
                    <a:pt x="7" y="22"/>
                  </a:lnTo>
                  <a:lnTo>
                    <a:pt x="7" y="22"/>
                  </a:lnTo>
                  <a:lnTo>
                    <a:pt x="7" y="22"/>
                  </a:lnTo>
                  <a:lnTo>
                    <a:pt x="4" y="22"/>
                  </a:lnTo>
                  <a:lnTo>
                    <a:pt x="4" y="22"/>
                  </a:lnTo>
                  <a:lnTo>
                    <a:pt x="4" y="22"/>
                  </a:lnTo>
                  <a:lnTo>
                    <a:pt x="4" y="22"/>
                  </a:lnTo>
                  <a:lnTo>
                    <a:pt x="4" y="22"/>
                  </a:lnTo>
                  <a:lnTo>
                    <a:pt x="4" y="22"/>
                  </a:lnTo>
                  <a:lnTo>
                    <a:pt x="2" y="22"/>
                  </a:lnTo>
                  <a:lnTo>
                    <a:pt x="2" y="19"/>
                  </a:lnTo>
                  <a:lnTo>
                    <a:pt x="2" y="19"/>
                  </a:lnTo>
                  <a:lnTo>
                    <a:pt x="2" y="22"/>
                  </a:lnTo>
                  <a:lnTo>
                    <a:pt x="0" y="22"/>
                  </a:lnTo>
                  <a:lnTo>
                    <a:pt x="0" y="22"/>
                  </a:lnTo>
                  <a:lnTo>
                    <a:pt x="0" y="22"/>
                  </a:lnTo>
                  <a:lnTo>
                    <a:pt x="0" y="19"/>
                  </a:lnTo>
                  <a:lnTo>
                    <a:pt x="0" y="19"/>
                  </a:lnTo>
                  <a:lnTo>
                    <a:pt x="0" y="19"/>
                  </a:lnTo>
                  <a:lnTo>
                    <a:pt x="0" y="19"/>
                  </a:lnTo>
                  <a:lnTo>
                    <a:pt x="2" y="19"/>
                  </a:lnTo>
                  <a:lnTo>
                    <a:pt x="2" y="19"/>
                  </a:lnTo>
                  <a:lnTo>
                    <a:pt x="2" y="19"/>
                  </a:lnTo>
                  <a:lnTo>
                    <a:pt x="2" y="17"/>
                  </a:lnTo>
                  <a:lnTo>
                    <a:pt x="2" y="17"/>
                  </a:lnTo>
                  <a:lnTo>
                    <a:pt x="0" y="17"/>
                  </a:lnTo>
                  <a:lnTo>
                    <a:pt x="0" y="17"/>
                  </a:lnTo>
                  <a:lnTo>
                    <a:pt x="0" y="17"/>
                  </a:lnTo>
                  <a:lnTo>
                    <a:pt x="0" y="15"/>
                  </a:lnTo>
                  <a:lnTo>
                    <a:pt x="0" y="15"/>
                  </a:lnTo>
                  <a:lnTo>
                    <a:pt x="0" y="15"/>
                  </a:lnTo>
                  <a:lnTo>
                    <a:pt x="2" y="15"/>
                  </a:lnTo>
                  <a:lnTo>
                    <a:pt x="2" y="12"/>
                  </a:lnTo>
                  <a:lnTo>
                    <a:pt x="2" y="12"/>
                  </a:lnTo>
                  <a:lnTo>
                    <a:pt x="2" y="12"/>
                  </a:lnTo>
                  <a:lnTo>
                    <a:pt x="4" y="12"/>
                  </a:lnTo>
                  <a:lnTo>
                    <a:pt x="4" y="12"/>
                  </a:lnTo>
                  <a:lnTo>
                    <a:pt x="4" y="10"/>
                  </a:lnTo>
                  <a:lnTo>
                    <a:pt x="4" y="10"/>
                  </a:lnTo>
                  <a:lnTo>
                    <a:pt x="7" y="10"/>
                  </a:lnTo>
                  <a:lnTo>
                    <a:pt x="7" y="10"/>
                  </a:lnTo>
                  <a:lnTo>
                    <a:pt x="7" y="12"/>
                  </a:lnTo>
                  <a:lnTo>
                    <a:pt x="7" y="12"/>
                  </a:lnTo>
                  <a:lnTo>
                    <a:pt x="7" y="10"/>
                  </a:lnTo>
                  <a:lnTo>
                    <a:pt x="9" y="10"/>
                  </a:lnTo>
                  <a:lnTo>
                    <a:pt x="9" y="12"/>
                  </a:lnTo>
                  <a:lnTo>
                    <a:pt x="9" y="12"/>
                  </a:lnTo>
                  <a:lnTo>
                    <a:pt x="11" y="12"/>
                  </a:lnTo>
                  <a:lnTo>
                    <a:pt x="11" y="12"/>
                  </a:lnTo>
                  <a:lnTo>
                    <a:pt x="11" y="12"/>
                  </a:lnTo>
                  <a:lnTo>
                    <a:pt x="11" y="12"/>
                  </a:lnTo>
                  <a:lnTo>
                    <a:pt x="14" y="12"/>
                  </a:lnTo>
                  <a:lnTo>
                    <a:pt x="14" y="12"/>
                  </a:lnTo>
                  <a:lnTo>
                    <a:pt x="14" y="15"/>
                  </a:lnTo>
                  <a:lnTo>
                    <a:pt x="14" y="15"/>
                  </a:lnTo>
                  <a:lnTo>
                    <a:pt x="14" y="15"/>
                  </a:lnTo>
                  <a:lnTo>
                    <a:pt x="14" y="15"/>
                  </a:lnTo>
                  <a:lnTo>
                    <a:pt x="14" y="17"/>
                  </a:lnTo>
                  <a:lnTo>
                    <a:pt x="16" y="17"/>
                  </a:lnTo>
                  <a:lnTo>
                    <a:pt x="16" y="17"/>
                  </a:lnTo>
                  <a:lnTo>
                    <a:pt x="16" y="17"/>
                  </a:lnTo>
                  <a:lnTo>
                    <a:pt x="16" y="17"/>
                  </a:lnTo>
                  <a:lnTo>
                    <a:pt x="19" y="17"/>
                  </a:lnTo>
                  <a:lnTo>
                    <a:pt x="19" y="17"/>
                  </a:lnTo>
                  <a:lnTo>
                    <a:pt x="19" y="19"/>
                  </a:lnTo>
                  <a:lnTo>
                    <a:pt x="19" y="19"/>
                  </a:lnTo>
                  <a:lnTo>
                    <a:pt x="21" y="19"/>
                  </a:lnTo>
                  <a:lnTo>
                    <a:pt x="21" y="19"/>
                  </a:lnTo>
                  <a:lnTo>
                    <a:pt x="23" y="19"/>
                  </a:lnTo>
                  <a:lnTo>
                    <a:pt x="23" y="17"/>
                  </a:lnTo>
                  <a:lnTo>
                    <a:pt x="23" y="17"/>
                  </a:lnTo>
                  <a:lnTo>
                    <a:pt x="23" y="17"/>
                  </a:lnTo>
                  <a:lnTo>
                    <a:pt x="23" y="19"/>
                  </a:lnTo>
                  <a:lnTo>
                    <a:pt x="26" y="19"/>
                  </a:lnTo>
                  <a:lnTo>
                    <a:pt x="26" y="19"/>
                  </a:lnTo>
                  <a:lnTo>
                    <a:pt x="26" y="19"/>
                  </a:lnTo>
                  <a:lnTo>
                    <a:pt x="26" y="19"/>
                  </a:lnTo>
                  <a:lnTo>
                    <a:pt x="28" y="19"/>
                  </a:lnTo>
                  <a:lnTo>
                    <a:pt x="28" y="19"/>
                  </a:lnTo>
                  <a:lnTo>
                    <a:pt x="28" y="19"/>
                  </a:lnTo>
                  <a:lnTo>
                    <a:pt x="30" y="19"/>
                  </a:lnTo>
                  <a:lnTo>
                    <a:pt x="30" y="22"/>
                  </a:lnTo>
                  <a:lnTo>
                    <a:pt x="30" y="22"/>
                  </a:lnTo>
                  <a:lnTo>
                    <a:pt x="30" y="22"/>
                  </a:lnTo>
                  <a:lnTo>
                    <a:pt x="33" y="22"/>
                  </a:lnTo>
                  <a:lnTo>
                    <a:pt x="33" y="22"/>
                  </a:lnTo>
                  <a:lnTo>
                    <a:pt x="33" y="22"/>
                  </a:lnTo>
                  <a:lnTo>
                    <a:pt x="33" y="19"/>
                  </a:lnTo>
                  <a:lnTo>
                    <a:pt x="33" y="19"/>
                  </a:lnTo>
                  <a:lnTo>
                    <a:pt x="35" y="19"/>
                  </a:lnTo>
                  <a:lnTo>
                    <a:pt x="35" y="19"/>
                  </a:lnTo>
                  <a:lnTo>
                    <a:pt x="35" y="17"/>
                  </a:lnTo>
                  <a:lnTo>
                    <a:pt x="35" y="17"/>
                  </a:lnTo>
                  <a:lnTo>
                    <a:pt x="35" y="17"/>
                  </a:lnTo>
                  <a:lnTo>
                    <a:pt x="35" y="15"/>
                  </a:lnTo>
                  <a:lnTo>
                    <a:pt x="35" y="15"/>
                  </a:lnTo>
                  <a:lnTo>
                    <a:pt x="35" y="15"/>
                  </a:lnTo>
                  <a:lnTo>
                    <a:pt x="35" y="12"/>
                  </a:lnTo>
                  <a:lnTo>
                    <a:pt x="33" y="12"/>
                  </a:lnTo>
                  <a:lnTo>
                    <a:pt x="33" y="12"/>
                  </a:lnTo>
                  <a:lnTo>
                    <a:pt x="33" y="12"/>
                  </a:lnTo>
                  <a:lnTo>
                    <a:pt x="33" y="12"/>
                  </a:lnTo>
                  <a:lnTo>
                    <a:pt x="30" y="12"/>
                  </a:lnTo>
                  <a:lnTo>
                    <a:pt x="30" y="12"/>
                  </a:lnTo>
                  <a:lnTo>
                    <a:pt x="30" y="10"/>
                  </a:lnTo>
                  <a:lnTo>
                    <a:pt x="30" y="10"/>
                  </a:lnTo>
                  <a:lnTo>
                    <a:pt x="28" y="10"/>
                  </a:lnTo>
                  <a:lnTo>
                    <a:pt x="28" y="10"/>
                  </a:lnTo>
                  <a:lnTo>
                    <a:pt x="28" y="10"/>
                  </a:lnTo>
                  <a:lnTo>
                    <a:pt x="28" y="10"/>
                  </a:lnTo>
                  <a:lnTo>
                    <a:pt x="26" y="10"/>
                  </a:lnTo>
                  <a:lnTo>
                    <a:pt x="26" y="8"/>
                  </a:lnTo>
                  <a:lnTo>
                    <a:pt x="26" y="8"/>
                  </a:lnTo>
                  <a:lnTo>
                    <a:pt x="26" y="8"/>
                  </a:lnTo>
                  <a:lnTo>
                    <a:pt x="26" y="5"/>
                  </a:lnTo>
                  <a:lnTo>
                    <a:pt x="26" y="5"/>
                  </a:lnTo>
                  <a:lnTo>
                    <a:pt x="26" y="5"/>
                  </a:lnTo>
                  <a:lnTo>
                    <a:pt x="26" y="3"/>
                  </a:lnTo>
                  <a:lnTo>
                    <a:pt x="26" y="3"/>
                  </a:lnTo>
                  <a:lnTo>
                    <a:pt x="28" y="3"/>
                  </a:lnTo>
                  <a:lnTo>
                    <a:pt x="28" y="0"/>
                  </a:lnTo>
                  <a:lnTo>
                    <a:pt x="28" y="0"/>
                  </a:lnTo>
                  <a:lnTo>
                    <a:pt x="30" y="0"/>
                  </a:lnTo>
                  <a:lnTo>
                    <a:pt x="30" y="0"/>
                  </a:lnTo>
                  <a:lnTo>
                    <a:pt x="30" y="0"/>
                  </a:lnTo>
                  <a:lnTo>
                    <a:pt x="30" y="0"/>
                  </a:lnTo>
                  <a:lnTo>
                    <a:pt x="33" y="0"/>
                  </a:lnTo>
                  <a:lnTo>
                    <a:pt x="33" y="0"/>
                  </a:lnTo>
                  <a:lnTo>
                    <a:pt x="33" y="3"/>
                  </a:lnTo>
                  <a:lnTo>
                    <a:pt x="33" y="3"/>
                  </a:lnTo>
                  <a:lnTo>
                    <a:pt x="33" y="0"/>
                  </a:lnTo>
                  <a:lnTo>
                    <a:pt x="33" y="0"/>
                  </a:lnTo>
                  <a:lnTo>
                    <a:pt x="35" y="0"/>
                  </a:lnTo>
                  <a:lnTo>
                    <a:pt x="35" y="0"/>
                  </a:lnTo>
                  <a:lnTo>
                    <a:pt x="35" y="0"/>
                  </a:lnTo>
                  <a:lnTo>
                    <a:pt x="38" y="0"/>
                  </a:lnTo>
                  <a:lnTo>
                    <a:pt x="38" y="0"/>
                  </a:lnTo>
                  <a:lnTo>
                    <a:pt x="38" y="0"/>
                  </a:lnTo>
                  <a:lnTo>
                    <a:pt x="38" y="3"/>
                  </a:lnTo>
                  <a:lnTo>
                    <a:pt x="38" y="3"/>
                  </a:lnTo>
                  <a:lnTo>
                    <a:pt x="38" y="3"/>
                  </a:lnTo>
                  <a:lnTo>
                    <a:pt x="40" y="3"/>
                  </a:lnTo>
                  <a:lnTo>
                    <a:pt x="40" y="5"/>
                  </a:lnTo>
                  <a:lnTo>
                    <a:pt x="40" y="5"/>
                  </a:lnTo>
                  <a:lnTo>
                    <a:pt x="40" y="5"/>
                  </a:lnTo>
                  <a:lnTo>
                    <a:pt x="40" y="5"/>
                  </a:lnTo>
                  <a:lnTo>
                    <a:pt x="40" y="8"/>
                  </a:lnTo>
                  <a:lnTo>
                    <a:pt x="42" y="8"/>
                  </a:lnTo>
                  <a:lnTo>
                    <a:pt x="42" y="8"/>
                  </a:lnTo>
                  <a:lnTo>
                    <a:pt x="42" y="10"/>
                  </a:lnTo>
                  <a:lnTo>
                    <a:pt x="42" y="10"/>
                  </a:lnTo>
                  <a:lnTo>
                    <a:pt x="42" y="8"/>
                  </a:lnTo>
                  <a:lnTo>
                    <a:pt x="45" y="8"/>
                  </a:lnTo>
                  <a:lnTo>
                    <a:pt x="45" y="8"/>
                  </a:lnTo>
                  <a:lnTo>
                    <a:pt x="45" y="10"/>
                  </a:lnTo>
                  <a:lnTo>
                    <a:pt x="45" y="10"/>
                  </a:lnTo>
                  <a:lnTo>
                    <a:pt x="45" y="10"/>
                  </a:lnTo>
                  <a:lnTo>
                    <a:pt x="45" y="10"/>
                  </a:lnTo>
                  <a:lnTo>
                    <a:pt x="47" y="10"/>
                  </a:lnTo>
                  <a:lnTo>
                    <a:pt x="47" y="12"/>
                  </a:lnTo>
                  <a:lnTo>
                    <a:pt x="47" y="12"/>
                  </a:lnTo>
                  <a:lnTo>
                    <a:pt x="47" y="12"/>
                  </a:lnTo>
                  <a:lnTo>
                    <a:pt x="47" y="15"/>
                  </a:lnTo>
                  <a:lnTo>
                    <a:pt x="49" y="15"/>
                  </a:lnTo>
                  <a:lnTo>
                    <a:pt x="49" y="15"/>
                  </a:lnTo>
                  <a:lnTo>
                    <a:pt x="49" y="15"/>
                  </a:lnTo>
                  <a:lnTo>
                    <a:pt x="49" y="15"/>
                  </a:lnTo>
                  <a:lnTo>
                    <a:pt x="49" y="17"/>
                  </a:lnTo>
                  <a:lnTo>
                    <a:pt x="52" y="17"/>
                  </a:lnTo>
                  <a:lnTo>
                    <a:pt x="52" y="17"/>
                  </a:lnTo>
                  <a:lnTo>
                    <a:pt x="52" y="17"/>
                  </a:lnTo>
                  <a:lnTo>
                    <a:pt x="52" y="17"/>
                  </a:lnTo>
                  <a:lnTo>
                    <a:pt x="54" y="17"/>
                  </a:lnTo>
                  <a:lnTo>
                    <a:pt x="54" y="17"/>
                  </a:lnTo>
                  <a:lnTo>
                    <a:pt x="56" y="17"/>
                  </a:lnTo>
                  <a:lnTo>
                    <a:pt x="56" y="17"/>
                  </a:lnTo>
                  <a:lnTo>
                    <a:pt x="56" y="17"/>
                  </a:lnTo>
                  <a:lnTo>
                    <a:pt x="59" y="17"/>
                  </a:lnTo>
                  <a:lnTo>
                    <a:pt x="59" y="17"/>
                  </a:lnTo>
                  <a:lnTo>
                    <a:pt x="59" y="17"/>
                  </a:lnTo>
                  <a:lnTo>
                    <a:pt x="61" y="17"/>
                  </a:lnTo>
                  <a:lnTo>
                    <a:pt x="61" y="17"/>
                  </a:lnTo>
                  <a:lnTo>
                    <a:pt x="61" y="17"/>
                  </a:lnTo>
                  <a:lnTo>
                    <a:pt x="61" y="15"/>
                  </a:lnTo>
                  <a:lnTo>
                    <a:pt x="61" y="15"/>
                  </a:lnTo>
                  <a:lnTo>
                    <a:pt x="64" y="15"/>
                  </a:lnTo>
                  <a:lnTo>
                    <a:pt x="64" y="12"/>
                  </a:lnTo>
                  <a:lnTo>
                    <a:pt x="64" y="12"/>
                  </a:lnTo>
                  <a:lnTo>
                    <a:pt x="64" y="12"/>
                  </a:lnTo>
                  <a:lnTo>
                    <a:pt x="64" y="12"/>
                  </a:lnTo>
                  <a:lnTo>
                    <a:pt x="64" y="10"/>
                  </a:lnTo>
                  <a:lnTo>
                    <a:pt x="64" y="10"/>
                  </a:lnTo>
                  <a:lnTo>
                    <a:pt x="66" y="10"/>
                  </a:lnTo>
                  <a:lnTo>
                    <a:pt x="66" y="10"/>
                  </a:lnTo>
                  <a:lnTo>
                    <a:pt x="66" y="10"/>
                  </a:lnTo>
                  <a:lnTo>
                    <a:pt x="68" y="10"/>
                  </a:lnTo>
                  <a:lnTo>
                    <a:pt x="68" y="10"/>
                  </a:lnTo>
                  <a:lnTo>
                    <a:pt x="68" y="10"/>
                  </a:lnTo>
                  <a:lnTo>
                    <a:pt x="71" y="10"/>
                  </a:lnTo>
                  <a:lnTo>
                    <a:pt x="71" y="8"/>
                  </a:lnTo>
                  <a:lnTo>
                    <a:pt x="71" y="8"/>
                  </a:lnTo>
                  <a:lnTo>
                    <a:pt x="71" y="8"/>
                  </a:lnTo>
                  <a:lnTo>
                    <a:pt x="71" y="8"/>
                  </a:lnTo>
                  <a:lnTo>
                    <a:pt x="73" y="8"/>
                  </a:lnTo>
                  <a:lnTo>
                    <a:pt x="73" y="5"/>
                  </a:lnTo>
                  <a:lnTo>
                    <a:pt x="73" y="5"/>
                  </a:lnTo>
                  <a:lnTo>
                    <a:pt x="73" y="5"/>
                  </a:lnTo>
                  <a:lnTo>
                    <a:pt x="73" y="3"/>
                  </a:lnTo>
                  <a:lnTo>
                    <a:pt x="73" y="3"/>
                  </a:lnTo>
                  <a:lnTo>
                    <a:pt x="73" y="3"/>
                  </a:lnTo>
                  <a:lnTo>
                    <a:pt x="73" y="0"/>
                  </a:lnTo>
                  <a:lnTo>
                    <a:pt x="73" y="0"/>
                  </a:lnTo>
                  <a:lnTo>
                    <a:pt x="75" y="0"/>
                  </a:lnTo>
                  <a:lnTo>
                    <a:pt x="75" y="0"/>
                  </a:lnTo>
                  <a:lnTo>
                    <a:pt x="75"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251"/>
            <p:cNvSpPr>
              <a:spLocks/>
            </p:cNvSpPr>
            <p:nvPr/>
          </p:nvSpPr>
          <p:spPr bwMode="auto">
            <a:xfrm>
              <a:off x="2852738" y="2684463"/>
              <a:ext cx="179388" cy="139700"/>
            </a:xfrm>
            <a:custGeom>
              <a:avLst/>
              <a:gdLst/>
              <a:ahLst/>
              <a:cxnLst>
                <a:cxn ang="0">
                  <a:pos x="80" y="5"/>
                </a:cxn>
                <a:cxn ang="0">
                  <a:pos x="85" y="10"/>
                </a:cxn>
                <a:cxn ang="0">
                  <a:pos x="90" y="19"/>
                </a:cxn>
                <a:cxn ang="0">
                  <a:pos x="92" y="24"/>
                </a:cxn>
                <a:cxn ang="0">
                  <a:pos x="97" y="31"/>
                </a:cxn>
                <a:cxn ang="0">
                  <a:pos x="104" y="31"/>
                </a:cxn>
                <a:cxn ang="0">
                  <a:pos x="111" y="36"/>
                </a:cxn>
                <a:cxn ang="0">
                  <a:pos x="113" y="43"/>
                </a:cxn>
                <a:cxn ang="0">
                  <a:pos x="109" y="41"/>
                </a:cxn>
                <a:cxn ang="0">
                  <a:pos x="101" y="41"/>
                </a:cxn>
                <a:cxn ang="0">
                  <a:pos x="97" y="45"/>
                </a:cxn>
                <a:cxn ang="0">
                  <a:pos x="94" y="53"/>
                </a:cxn>
                <a:cxn ang="0">
                  <a:pos x="92" y="60"/>
                </a:cxn>
                <a:cxn ang="0">
                  <a:pos x="92" y="67"/>
                </a:cxn>
                <a:cxn ang="0">
                  <a:pos x="90" y="72"/>
                </a:cxn>
                <a:cxn ang="0">
                  <a:pos x="87" y="74"/>
                </a:cxn>
                <a:cxn ang="0">
                  <a:pos x="85" y="69"/>
                </a:cxn>
                <a:cxn ang="0">
                  <a:pos x="83" y="79"/>
                </a:cxn>
                <a:cxn ang="0">
                  <a:pos x="80" y="88"/>
                </a:cxn>
                <a:cxn ang="0">
                  <a:pos x="73" y="86"/>
                </a:cxn>
                <a:cxn ang="0">
                  <a:pos x="68" y="81"/>
                </a:cxn>
                <a:cxn ang="0">
                  <a:pos x="64" y="76"/>
                </a:cxn>
                <a:cxn ang="0">
                  <a:pos x="71" y="74"/>
                </a:cxn>
                <a:cxn ang="0">
                  <a:pos x="66" y="69"/>
                </a:cxn>
                <a:cxn ang="0">
                  <a:pos x="71" y="62"/>
                </a:cxn>
                <a:cxn ang="0">
                  <a:pos x="66" y="57"/>
                </a:cxn>
                <a:cxn ang="0">
                  <a:pos x="59" y="60"/>
                </a:cxn>
                <a:cxn ang="0">
                  <a:pos x="52" y="62"/>
                </a:cxn>
                <a:cxn ang="0">
                  <a:pos x="45" y="67"/>
                </a:cxn>
                <a:cxn ang="0">
                  <a:pos x="40" y="69"/>
                </a:cxn>
                <a:cxn ang="0">
                  <a:pos x="33" y="74"/>
                </a:cxn>
                <a:cxn ang="0">
                  <a:pos x="33" y="72"/>
                </a:cxn>
                <a:cxn ang="0">
                  <a:pos x="33" y="67"/>
                </a:cxn>
                <a:cxn ang="0">
                  <a:pos x="30" y="62"/>
                </a:cxn>
                <a:cxn ang="0">
                  <a:pos x="26" y="57"/>
                </a:cxn>
                <a:cxn ang="0">
                  <a:pos x="21" y="55"/>
                </a:cxn>
                <a:cxn ang="0">
                  <a:pos x="16" y="50"/>
                </a:cxn>
                <a:cxn ang="0">
                  <a:pos x="16" y="48"/>
                </a:cxn>
                <a:cxn ang="0">
                  <a:pos x="19" y="43"/>
                </a:cxn>
                <a:cxn ang="0">
                  <a:pos x="14" y="38"/>
                </a:cxn>
                <a:cxn ang="0">
                  <a:pos x="7" y="34"/>
                </a:cxn>
                <a:cxn ang="0">
                  <a:pos x="11" y="27"/>
                </a:cxn>
                <a:cxn ang="0">
                  <a:pos x="7" y="22"/>
                </a:cxn>
                <a:cxn ang="0">
                  <a:pos x="2" y="19"/>
                </a:cxn>
                <a:cxn ang="0">
                  <a:pos x="2" y="19"/>
                </a:cxn>
                <a:cxn ang="0">
                  <a:pos x="2" y="12"/>
                </a:cxn>
                <a:cxn ang="0">
                  <a:pos x="9" y="10"/>
                </a:cxn>
                <a:cxn ang="0">
                  <a:pos x="14" y="15"/>
                </a:cxn>
                <a:cxn ang="0">
                  <a:pos x="21" y="19"/>
                </a:cxn>
                <a:cxn ang="0">
                  <a:pos x="28" y="19"/>
                </a:cxn>
                <a:cxn ang="0">
                  <a:pos x="33" y="19"/>
                </a:cxn>
                <a:cxn ang="0">
                  <a:pos x="33" y="12"/>
                </a:cxn>
                <a:cxn ang="0">
                  <a:pos x="26" y="10"/>
                </a:cxn>
                <a:cxn ang="0">
                  <a:pos x="28" y="0"/>
                </a:cxn>
                <a:cxn ang="0">
                  <a:pos x="35" y="0"/>
                </a:cxn>
                <a:cxn ang="0">
                  <a:pos x="40" y="5"/>
                </a:cxn>
                <a:cxn ang="0">
                  <a:pos x="45" y="10"/>
                </a:cxn>
                <a:cxn ang="0">
                  <a:pos x="49" y="15"/>
                </a:cxn>
                <a:cxn ang="0">
                  <a:pos x="56" y="17"/>
                </a:cxn>
                <a:cxn ang="0">
                  <a:pos x="64" y="12"/>
                </a:cxn>
                <a:cxn ang="0">
                  <a:pos x="71" y="10"/>
                </a:cxn>
                <a:cxn ang="0">
                  <a:pos x="73" y="3"/>
                </a:cxn>
              </a:cxnLst>
              <a:rect l="0" t="0" r="r" b="b"/>
              <a:pathLst>
                <a:path w="113" h="88">
                  <a:moveTo>
                    <a:pt x="75" y="0"/>
                  </a:moveTo>
                  <a:lnTo>
                    <a:pt x="75" y="0"/>
                  </a:lnTo>
                  <a:lnTo>
                    <a:pt x="78" y="0"/>
                  </a:lnTo>
                  <a:lnTo>
                    <a:pt x="78" y="0"/>
                  </a:lnTo>
                  <a:lnTo>
                    <a:pt x="78" y="0"/>
                  </a:lnTo>
                  <a:lnTo>
                    <a:pt x="78" y="3"/>
                  </a:lnTo>
                  <a:lnTo>
                    <a:pt x="78" y="3"/>
                  </a:lnTo>
                  <a:lnTo>
                    <a:pt x="80" y="3"/>
                  </a:lnTo>
                  <a:lnTo>
                    <a:pt x="80" y="3"/>
                  </a:lnTo>
                  <a:lnTo>
                    <a:pt x="80" y="5"/>
                  </a:lnTo>
                  <a:lnTo>
                    <a:pt x="80" y="5"/>
                  </a:lnTo>
                  <a:lnTo>
                    <a:pt x="80" y="5"/>
                  </a:lnTo>
                  <a:lnTo>
                    <a:pt x="83" y="5"/>
                  </a:lnTo>
                  <a:lnTo>
                    <a:pt x="83" y="8"/>
                  </a:lnTo>
                  <a:lnTo>
                    <a:pt x="83" y="8"/>
                  </a:lnTo>
                  <a:lnTo>
                    <a:pt x="83" y="8"/>
                  </a:lnTo>
                  <a:lnTo>
                    <a:pt x="83" y="8"/>
                  </a:lnTo>
                  <a:lnTo>
                    <a:pt x="83" y="10"/>
                  </a:lnTo>
                  <a:lnTo>
                    <a:pt x="85" y="10"/>
                  </a:lnTo>
                  <a:lnTo>
                    <a:pt x="85" y="10"/>
                  </a:lnTo>
                  <a:lnTo>
                    <a:pt x="85" y="10"/>
                  </a:lnTo>
                  <a:lnTo>
                    <a:pt x="85" y="10"/>
                  </a:lnTo>
                  <a:lnTo>
                    <a:pt x="85" y="10"/>
                  </a:lnTo>
                  <a:lnTo>
                    <a:pt x="85" y="12"/>
                  </a:lnTo>
                  <a:lnTo>
                    <a:pt x="87" y="12"/>
                  </a:lnTo>
                  <a:lnTo>
                    <a:pt x="87" y="12"/>
                  </a:lnTo>
                  <a:lnTo>
                    <a:pt x="87" y="12"/>
                  </a:lnTo>
                  <a:lnTo>
                    <a:pt x="87" y="15"/>
                  </a:lnTo>
                  <a:lnTo>
                    <a:pt x="87" y="15"/>
                  </a:lnTo>
                  <a:lnTo>
                    <a:pt x="90" y="15"/>
                  </a:lnTo>
                  <a:lnTo>
                    <a:pt x="90" y="17"/>
                  </a:lnTo>
                  <a:lnTo>
                    <a:pt x="90" y="17"/>
                  </a:lnTo>
                  <a:lnTo>
                    <a:pt x="90" y="19"/>
                  </a:lnTo>
                  <a:lnTo>
                    <a:pt x="90" y="19"/>
                  </a:lnTo>
                  <a:lnTo>
                    <a:pt x="90" y="19"/>
                  </a:lnTo>
                  <a:lnTo>
                    <a:pt x="90" y="19"/>
                  </a:lnTo>
                  <a:lnTo>
                    <a:pt x="90" y="22"/>
                  </a:lnTo>
                  <a:lnTo>
                    <a:pt x="90" y="22"/>
                  </a:lnTo>
                  <a:lnTo>
                    <a:pt x="90" y="22"/>
                  </a:lnTo>
                  <a:lnTo>
                    <a:pt x="92" y="22"/>
                  </a:lnTo>
                  <a:lnTo>
                    <a:pt x="92" y="24"/>
                  </a:lnTo>
                  <a:lnTo>
                    <a:pt x="92" y="24"/>
                  </a:lnTo>
                  <a:lnTo>
                    <a:pt x="92" y="24"/>
                  </a:lnTo>
                  <a:lnTo>
                    <a:pt x="92" y="24"/>
                  </a:lnTo>
                  <a:lnTo>
                    <a:pt x="94" y="24"/>
                  </a:lnTo>
                  <a:lnTo>
                    <a:pt x="94" y="27"/>
                  </a:lnTo>
                  <a:lnTo>
                    <a:pt x="94" y="27"/>
                  </a:lnTo>
                  <a:lnTo>
                    <a:pt x="97" y="27"/>
                  </a:lnTo>
                  <a:lnTo>
                    <a:pt x="97" y="27"/>
                  </a:lnTo>
                  <a:lnTo>
                    <a:pt x="97" y="27"/>
                  </a:lnTo>
                  <a:lnTo>
                    <a:pt x="97" y="29"/>
                  </a:lnTo>
                  <a:lnTo>
                    <a:pt x="97" y="29"/>
                  </a:lnTo>
                  <a:lnTo>
                    <a:pt x="97" y="29"/>
                  </a:lnTo>
                  <a:lnTo>
                    <a:pt x="97" y="31"/>
                  </a:lnTo>
                  <a:lnTo>
                    <a:pt x="97" y="31"/>
                  </a:lnTo>
                  <a:lnTo>
                    <a:pt x="97" y="31"/>
                  </a:lnTo>
                  <a:lnTo>
                    <a:pt x="99" y="31"/>
                  </a:lnTo>
                  <a:lnTo>
                    <a:pt x="99" y="31"/>
                  </a:lnTo>
                  <a:lnTo>
                    <a:pt x="99" y="31"/>
                  </a:lnTo>
                  <a:lnTo>
                    <a:pt x="99" y="34"/>
                  </a:lnTo>
                  <a:lnTo>
                    <a:pt x="101" y="34"/>
                  </a:lnTo>
                  <a:lnTo>
                    <a:pt x="101" y="34"/>
                  </a:lnTo>
                  <a:lnTo>
                    <a:pt x="104" y="34"/>
                  </a:lnTo>
                  <a:lnTo>
                    <a:pt x="104" y="34"/>
                  </a:lnTo>
                  <a:lnTo>
                    <a:pt x="104" y="34"/>
                  </a:lnTo>
                  <a:lnTo>
                    <a:pt x="104" y="31"/>
                  </a:lnTo>
                  <a:lnTo>
                    <a:pt x="106" y="31"/>
                  </a:lnTo>
                  <a:lnTo>
                    <a:pt x="106" y="31"/>
                  </a:lnTo>
                  <a:lnTo>
                    <a:pt x="106" y="31"/>
                  </a:lnTo>
                  <a:lnTo>
                    <a:pt x="109" y="31"/>
                  </a:lnTo>
                  <a:lnTo>
                    <a:pt x="109" y="34"/>
                  </a:lnTo>
                  <a:lnTo>
                    <a:pt x="109" y="34"/>
                  </a:lnTo>
                  <a:lnTo>
                    <a:pt x="109" y="34"/>
                  </a:lnTo>
                  <a:lnTo>
                    <a:pt x="111" y="34"/>
                  </a:lnTo>
                  <a:lnTo>
                    <a:pt x="111" y="34"/>
                  </a:lnTo>
                  <a:lnTo>
                    <a:pt x="111" y="34"/>
                  </a:lnTo>
                  <a:lnTo>
                    <a:pt x="111" y="36"/>
                  </a:lnTo>
                  <a:lnTo>
                    <a:pt x="113" y="36"/>
                  </a:lnTo>
                  <a:lnTo>
                    <a:pt x="113" y="36"/>
                  </a:lnTo>
                  <a:lnTo>
                    <a:pt x="113" y="36"/>
                  </a:lnTo>
                  <a:lnTo>
                    <a:pt x="113" y="36"/>
                  </a:lnTo>
                  <a:lnTo>
                    <a:pt x="113" y="38"/>
                  </a:lnTo>
                  <a:lnTo>
                    <a:pt x="113" y="38"/>
                  </a:lnTo>
                  <a:lnTo>
                    <a:pt x="113" y="41"/>
                  </a:lnTo>
                  <a:lnTo>
                    <a:pt x="113" y="41"/>
                  </a:lnTo>
                  <a:lnTo>
                    <a:pt x="113" y="41"/>
                  </a:lnTo>
                  <a:lnTo>
                    <a:pt x="113" y="43"/>
                  </a:lnTo>
                  <a:lnTo>
                    <a:pt x="113" y="43"/>
                  </a:lnTo>
                  <a:lnTo>
                    <a:pt x="113" y="43"/>
                  </a:lnTo>
                  <a:lnTo>
                    <a:pt x="113" y="43"/>
                  </a:lnTo>
                  <a:lnTo>
                    <a:pt x="113" y="41"/>
                  </a:lnTo>
                  <a:lnTo>
                    <a:pt x="113" y="41"/>
                  </a:lnTo>
                  <a:lnTo>
                    <a:pt x="113" y="41"/>
                  </a:lnTo>
                  <a:lnTo>
                    <a:pt x="111" y="41"/>
                  </a:lnTo>
                  <a:lnTo>
                    <a:pt x="111" y="41"/>
                  </a:lnTo>
                  <a:lnTo>
                    <a:pt x="111" y="41"/>
                  </a:lnTo>
                  <a:lnTo>
                    <a:pt x="111" y="41"/>
                  </a:lnTo>
                  <a:lnTo>
                    <a:pt x="109" y="41"/>
                  </a:lnTo>
                  <a:lnTo>
                    <a:pt x="109" y="41"/>
                  </a:lnTo>
                  <a:lnTo>
                    <a:pt x="109" y="41"/>
                  </a:lnTo>
                  <a:lnTo>
                    <a:pt x="106" y="41"/>
                  </a:lnTo>
                  <a:lnTo>
                    <a:pt x="106" y="41"/>
                  </a:lnTo>
                  <a:lnTo>
                    <a:pt x="106" y="41"/>
                  </a:lnTo>
                  <a:lnTo>
                    <a:pt x="106" y="41"/>
                  </a:lnTo>
                  <a:lnTo>
                    <a:pt x="104" y="41"/>
                  </a:lnTo>
                  <a:lnTo>
                    <a:pt x="104" y="41"/>
                  </a:lnTo>
                  <a:lnTo>
                    <a:pt x="104" y="41"/>
                  </a:lnTo>
                  <a:lnTo>
                    <a:pt x="104" y="41"/>
                  </a:lnTo>
                  <a:lnTo>
                    <a:pt x="101" y="41"/>
                  </a:lnTo>
                  <a:lnTo>
                    <a:pt x="101" y="41"/>
                  </a:lnTo>
                  <a:lnTo>
                    <a:pt x="101" y="41"/>
                  </a:lnTo>
                  <a:lnTo>
                    <a:pt x="99" y="41"/>
                  </a:lnTo>
                  <a:lnTo>
                    <a:pt x="99" y="41"/>
                  </a:lnTo>
                  <a:lnTo>
                    <a:pt x="99" y="43"/>
                  </a:lnTo>
                  <a:lnTo>
                    <a:pt x="99" y="43"/>
                  </a:lnTo>
                  <a:lnTo>
                    <a:pt x="97" y="43"/>
                  </a:lnTo>
                  <a:lnTo>
                    <a:pt x="97" y="43"/>
                  </a:lnTo>
                  <a:lnTo>
                    <a:pt x="97" y="43"/>
                  </a:lnTo>
                  <a:lnTo>
                    <a:pt x="97" y="43"/>
                  </a:lnTo>
                  <a:lnTo>
                    <a:pt x="97" y="45"/>
                  </a:lnTo>
                  <a:lnTo>
                    <a:pt x="97" y="45"/>
                  </a:lnTo>
                  <a:lnTo>
                    <a:pt x="94" y="45"/>
                  </a:lnTo>
                  <a:lnTo>
                    <a:pt x="94" y="48"/>
                  </a:lnTo>
                  <a:lnTo>
                    <a:pt x="97" y="48"/>
                  </a:lnTo>
                  <a:lnTo>
                    <a:pt x="97" y="48"/>
                  </a:lnTo>
                  <a:lnTo>
                    <a:pt x="97" y="50"/>
                  </a:lnTo>
                  <a:lnTo>
                    <a:pt x="97" y="50"/>
                  </a:lnTo>
                  <a:lnTo>
                    <a:pt x="94" y="50"/>
                  </a:lnTo>
                  <a:lnTo>
                    <a:pt x="94" y="50"/>
                  </a:lnTo>
                  <a:lnTo>
                    <a:pt x="94" y="53"/>
                  </a:lnTo>
                  <a:lnTo>
                    <a:pt x="94" y="53"/>
                  </a:lnTo>
                  <a:lnTo>
                    <a:pt x="94" y="53"/>
                  </a:lnTo>
                  <a:lnTo>
                    <a:pt x="94" y="55"/>
                  </a:lnTo>
                  <a:lnTo>
                    <a:pt x="94" y="55"/>
                  </a:lnTo>
                  <a:lnTo>
                    <a:pt x="94" y="55"/>
                  </a:lnTo>
                  <a:lnTo>
                    <a:pt x="94" y="57"/>
                  </a:lnTo>
                  <a:lnTo>
                    <a:pt x="94" y="57"/>
                  </a:lnTo>
                  <a:lnTo>
                    <a:pt x="92" y="57"/>
                  </a:lnTo>
                  <a:lnTo>
                    <a:pt x="92" y="57"/>
                  </a:lnTo>
                  <a:lnTo>
                    <a:pt x="92" y="57"/>
                  </a:lnTo>
                  <a:lnTo>
                    <a:pt x="92" y="60"/>
                  </a:lnTo>
                  <a:lnTo>
                    <a:pt x="92" y="60"/>
                  </a:lnTo>
                  <a:lnTo>
                    <a:pt x="92" y="60"/>
                  </a:lnTo>
                  <a:lnTo>
                    <a:pt x="92" y="62"/>
                  </a:lnTo>
                  <a:lnTo>
                    <a:pt x="92" y="62"/>
                  </a:lnTo>
                  <a:lnTo>
                    <a:pt x="92" y="62"/>
                  </a:lnTo>
                  <a:lnTo>
                    <a:pt x="94" y="62"/>
                  </a:lnTo>
                  <a:lnTo>
                    <a:pt x="94" y="64"/>
                  </a:lnTo>
                  <a:lnTo>
                    <a:pt x="94" y="64"/>
                  </a:lnTo>
                  <a:lnTo>
                    <a:pt x="94" y="64"/>
                  </a:lnTo>
                  <a:lnTo>
                    <a:pt x="94" y="67"/>
                  </a:lnTo>
                  <a:lnTo>
                    <a:pt x="94" y="67"/>
                  </a:lnTo>
                  <a:lnTo>
                    <a:pt x="94" y="67"/>
                  </a:lnTo>
                  <a:lnTo>
                    <a:pt x="92" y="67"/>
                  </a:lnTo>
                  <a:lnTo>
                    <a:pt x="92" y="67"/>
                  </a:lnTo>
                  <a:lnTo>
                    <a:pt x="92" y="67"/>
                  </a:lnTo>
                  <a:lnTo>
                    <a:pt x="92" y="67"/>
                  </a:lnTo>
                  <a:lnTo>
                    <a:pt x="90" y="67"/>
                  </a:lnTo>
                  <a:lnTo>
                    <a:pt x="90" y="67"/>
                  </a:lnTo>
                  <a:lnTo>
                    <a:pt x="90" y="69"/>
                  </a:lnTo>
                  <a:lnTo>
                    <a:pt x="90" y="69"/>
                  </a:lnTo>
                  <a:lnTo>
                    <a:pt x="90" y="69"/>
                  </a:lnTo>
                  <a:lnTo>
                    <a:pt x="90" y="72"/>
                  </a:lnTo>
                  <a:lnTo>
                    <a:pt x="90" y="72"/>
                  </a:lnTo>
                  <a:lnTo>
                    <a:pt x="90" y="72"/>
                  </a:lnTo>
                  <a:lnTo>
                    <a:pt x="90" y="74"/>
                  </a:lnTo>
                  <a:lnTo>
                    <a:pt x="90" y="74"/>
                  </a:lnTo>
                  <a:lnTo>
                    <a:pt x="90" y="74"/>
                  </a:lnTo>
                  <a:lnTo>
                    <a:pt x="90" y="76"/>
                  </a:lnTo>
                  <a:lnTo>
                    <a:pt x="87" y="76"/>
                  </a:lnTo>
                  <a:lnTo>
                    <a:pt x="87" y="76"/>
                  </a:lnTo>
                  <a:lnTo>
                    <a:pt x="85" y="76"/>
                  </a:lnTo>
                  <a:lnTo>
                    <a:pt x="85" y="74"/>
                  </a:lnTo>
                  <a:lnTo>
                    <a:pt x="85" y="74"/>
                  </a:lnTo>
                  <a:lnTo>
                    <a:pt x="87" y="74"/>
                  </a:lnTo>
                  <a:lnTo>
                    <a:pt x="87" y="74"/>
                  </a:lnTo>
                  <a:lnTo>
                    <a:pt x="87" y="72"/>
                  </a:lnTo>
                  <a:lnTo>
                    <a:pt x="90" y="72"/>
                  </a:lnTo>
                  <a:lnTo>
                    <a:pt x="90" y="72"/>
                  </a:lnTo>
                  <a:lnTo>
                    <a:pt x="87" y="72"/>
                  </a:lnTo>
                  <a:lnTo>
                    <a:pt x="87" y="72"/>
                  </a:lnTo>
                  <a:lnTo>
                    <a:pt x="87" y="69"/>
                  </a:lnTo>
                  <a:lnTo>
                    <a:pt x="85" y="69"/>
                  </a:lnTo>
                  <a:lnTo>
                    <a:pt x="85" y="69"/>
                  </a:lnTo>
                  <a:lnTo>
                    <a:pt x="85" y="69"/>
                  </a:lnTo>
                  <a:lnTo>
                    <a:pt x="85" y="69"/>
                  </a:lnTo>
                  <a:lnTo>
                    <a:pt x="85" y="69"/>
                  </a:lnTo>
                  <a:lnTo>
                    <a:pt x="85" y="72"/>
                  </a:lnTo>
                  <a:lnTo>
                    <a:pt x="85" y="72"/>
                  </a:lnTo>
                  <a:lnTo>
                    <a:pt x="85" y="74"/>
                  </a:lnTo>
                  <a:lnTo>
                    <a:pt x="85" y="74"/>
                  </a:lnTo>
                  <a:lnTo>
                    <a:pt x="85" y="76"/>
                  </a:lnTo>
                  <a:lnTo>
                    <a:pt x="85" y="76"/>
                  </a:lnTo>
                  <a:lnTo>
                    <a:pt x="83" y="76"/>
                  </a:lnTo>
                  <a:lnTo>
                    <a:pt x="83" y="79"/>
                  </a:lnTo>
                  <a:lnTo>
                    <a:pt x="83" y="79"/>
                  </a:lnTo>
                  <a:lnTo>
                    <a:pt x="83" y="79"/>
                  </a:lnTo>
                  <a:lnTo>
                    <a:pt x="83" y="79"/>
                  </a:lnTo>
                  <a:lnTo>
                    <a:pt x="83" y="81"/>
                  </a:lnTo>
                  <a:lnTo>
                    <a:pt x="83" y="81"/>
                  </a:lnTo>
                  <a:lnTo>
                    <a:pt x="83" y="81"/>
                  </a:lnTo>
                  <a:lnTo>
                    <a:pt x="83" y="83"/>
                  </a:lnTo>
                  <a:lnTo>
                    <a:pt x="83" y="83"/>
                  </a:lnTo>
                  <a:lnTo>
                    <a:pt x="83" y="86"/>
                  </a:lnTo>
                  <a:lnTo>
                    <a:pt x="83" y="86"/>
                  </a:lnTo>
                  <a:lnTo>
                    <a:pt x="83" y="88"/>
                  </a:lnTo>
                  <a:lnTo>
                    <a:pt x="83" y="88"/>
                  </a:lnTo>
                  <a:lnTo>
                    <a:pt x="83" y="88"/>
                  </a:lnTo>
                  <a:lnTo>
                    <a:pt x="80" y="88"/>
                  </a:lnTo>
                  <a:lnTo>
                    <a:pt x="80" y="88"/>
                  </a:lnTo>
                  <a:lnTo>
                    <a:pt x="80" y="88"/>
                  </a:lnTo>
                  <a:lnTo>
                    <a:pt x="78" y="88"/>
                  </a:lnTo>
                  <a:lnTo>
                    <a:pt x="78" y="88"/>
                  </a:lnTo>
                  <a:lnTo>
                    <a:pt x="78" y="88"/>
                  </a:lnTo>
                  <a:lnTo>
                    <a:pt x="75" y="88"/>
                  </a:lnTo>
                  <a:lnTo>
                    <a:pt x="75" y="88"/>
                  </a:lnTo>
                  <a:lnTo>
                    <a:pt x="75" y="86"/>
                  </a:lnTo>
                  <a:lnTo>
                    <a:pt x="75" y="86"/>
                  </a:lnTo>
                  <a:lnTo>
                    <a:pt x="73" y="86"/>
                  </a:lnTo>
                  <a:lnTo>
                    <a:pt x="73" y="86"/>
                  </a:lnTo>
                  <a:lnTo>
                    <a:pt x="73" y="86"/>
                  </a:lnTo>
                  <a:lnTo>
                    <a:pt x="73" y="83"/>
                  </a:lnTo>
                  <a:lnTo>
                    <a:pt x="73" y="83"/>
                  </a:lnTo>
                  <a:lnTo>
                    <a:pt x="73" y="83"/>
                  </a:lnTo>
                  <a:lnTo>
                    <a:pt x="73" y="83"/>
                  </a:lnTo>
                  <a:lnTo>
                    <a:pt x="71" y="83"/>
                  </a:lnTo>
                  <a:lnTo>
                    <a:pt x="71" y="83"/>
                  </a:lnTo>
                  <a:lnTo>
                    <a:pt x="71" y="83"/>
                  </a:lnTo>
                  <a:lnTo>
                    <a:pt x="71" y="83"/>
                  </a:lnTo>
                  <a:lnTo>
                    <a:pt x="71" y="81"/>
                  </a:lnTo>
                  <a:lnTo>
                    <a:pt x="68" y="81"/>
                  </a:lnTo>
                  <a:lnTo>
                    <a:pt x="68" y="81"/>
                  </a:lnTo>
                  <a:lnTo>
                    <a:pt x="68" y="79"/>
                  </a:lnTo>
                  <a:lnTo>
                    <a:pt x="68" y="79"/>
                  </a:lnTo>
                  <a:lnTo>
                    <a:pt x="66" y="79"/>
                  </a:lnTo>
                  <a:lnTo>
                    <a:pt x="66" y="79"/>
                  </a:lnTo>
                  <a:lnTo>
                    <a:pt x="66" y="79"/>
                  </a:lnTo>
                  <a:lnTo>
                    <a:pt x="66" y="79"/>
                  </a:lnTo>
                  <a:lnTo>
                    <a:pt x="64" y="79"/>
                  </a:lnTo>
                  <a:lnTo>
                    <a:pt x="64" y="79"/>
                  </a:lnTo>
                  <a:lnTo>
                    <a:pt x="64" y="79"/>
                  </a:lnTo>
                  <a:lnTo>
                    <a:pt x="64" y="76"/>
                  </a:lnTo>
                  <a:lnTo>
                    <a:pt x="64" y="76"/>
                  </a:lnTo>
                  <a:lnTo>
                    <a:pt x="64" y="76"/>
                  </a:lnTo>
                  <a:lnTo>
                    <a:pt x="66" y="76"/>
                  </a:lnTo>
                  <a:lnTo>
                    <a:pt x="66" y="74"/>
                  </a:lnTo>
                  <a:lnTo>
                    <a:pt x="66" y="74"/>
                  </a:lnTo>
                  <a:lnTo>
                    <a:pt x="66" y="74"/>
                  </a:lnTo>
                  <a:lnTo>
                    <a:pt x="68" y="74"/>
                  </a:lnTo>
                  <a:lnTo>
                    <a:pt x="68" y="74"/>
                  </a:lnTo>
                  <a:lnTo>
                    <a:pt x="71" y="74"/>
                  </a:lnTo>
                  <a:lnTo>
                    <a:pt x="71" y="74"/>
                  </a:lnTo>
                  <a:lnTo>
                    <a:pt x="71" y="74"/>
                  </a:lnTo>
                  <a:lnTo>
                    <a:pt x="71" y="74"/>
                  </a:lnTo>
                  <a:lnTo>
                    <a:pt x="71" y="72"/>
                  </a:lnTo>
                  <a:lnTo>
                    <a:pt x="71" y="72"/>
                  </a:lnTo>
                  <a:lnTo>
                    <a:pt x="71" y="72"/>
                  </a:lnTo>
                  <a:lnTo>
                    <a:pt x="71" y="72"/>
                  </a:lnTo>
                  <a:lnTo>
                    <a:pt x="71" y="69"/>
                  </a:lnTo>
                  <a:lnTo>
                    <a:pt x="68" y="69"/>
                  </a:lnTo>
                  <a:lnTo>
                    <a:pt x="68" y="69"/>
                  </a:lnTo>
                  <a:lnTo>
                    <a:pt x="68" y="69"/>
                  </a:lnTo>
                  <a:lnTo>
                    <a:pt x="66" y="69"/>
                  </a:lnTo>
                  <a:lnTo>
                    <a:pt x="66" y="69"/>
                  </a:lnTo>
                  <a:lnTo>
                    <a:pt x="66" y="69"/>
                  </a:lnTo>
                  <a:lnTo>
                    <a:pt x="66" y="67"/>
                  </a:lnTo>
                  <a:lnTo>
                    <a:pt x="66" y="67"/>
                  </a:lnTo>
                  <a:lnTo>
                    <a:pt x="66" y="67"/>
                  </a:lnTo>
                  <a:lnTo>
                    <a:pt x="68" y="67"/>
                  </a:lnTo>
                  <a:lnTo>
                    <a:pt x="68" y="64"/>
                  </a:lnTo>
                  <a:lnTo>
                    <a:pt x="68" y="64"/>
                  </a:lnTo>
                  <a:lnTo>
                    <a:pt x="71" y="64"/>
                  </a:lnTo>
                  <a:lnTo>
                    <a:pt x="71" y="64"/>
                  </a:lnTo>
                  <a:lnTo>
                    <a:pt x="71" y="64"/>
                  </a:lnTo>
                  <a:lnTo>
                    <a:pt x="71" y="62"/>
                  </a:lnTo>
                  <a:lnTo>
                    <a:pt x="71" y="62"/>
                  </a:lnTo>
                  <a:lnTo>
                    <a:pt x="71" y="62"/>
                  </a:lnTo>
                  <a:lnTo>
                    <a:pt x="68" y="62"/>
                  </a:lnTo>
                  <a:lnTo>
                    <a:pt x="68" y="62"/>
                  </a:lnTo>
                  <a:lnTo>
                    <a:pt x="68" y="60"/>
                  </a:lnTo>
                  <a:lnTo>
                    <a:pt x="66" y="60"/>
                  </a:lnTo>
                  <a:lnTo>
                    <a:pt x="66" y="60"/>
                  </a:lnTo>
                  <a:lnTo>
                    <a:pt x="66" y="60"/>
                  </a:lnTo>
                  <a:lnTo>
                    <a:pt x="66" y="60"/>
                  </a:lnTo>
                  <a:lnTo>
                    <a:pt x="66" y="60"/>
                  </a:lnTo>
                  <a:lnTo>
                    <a:pt x="66" y="57"/>
                  </a:lnTo>
                  <a:lnTo>
                    <a:pt x="64" y="57"/>
                  </a:lnTo>
                  <a:lnTo>
                    <a:pt x="64" y="57"/>
                  </a:lnTo>
                  <a:lnTo>
                    <a:pt x="64" y="57"/>
                  </a:lnTo>
                  <a:lnTo>
                    <a:pt x="64" y="57"/>
                  </a:lnTo>
                  <a:lnTo>
                    <a:pt x="61" y="57"/>
                  </a:lnTo>
                  <a:lnTo>
                    <a:pt x="61" y="57"/>
                  </a:lnTo>
                  <a:lnTo>
                    <a:pt x="59" y="57"/>
                  </a:lnTo>
                  <a:lnTo>
                    <a:pt x="59" y="57"/>
                  </a:lnTo>
                  <a:lnTo>
                    <a:pt x="59" y="57"/>
                  </a:lnTo>
                  <a:lnTo>
                    <a:pt x="59" y="57"/>
                  </a:lnTo>
                  <a:lnTo>
                    <a:pt x="59" y="60"/>
                  </a:lnTo>
                  <a:lnTo>
                    <a:pt x="56" y="60"/>
                  </a:lnTo>
                  <a:lnTo>
                    <a:pt x="56" y="60"/>
                  </a:lnTo>
                  <a:lnTo>
                    <a:pt x="56" y="60"/>
                  </a:lnTo>
                  <a:lnTo>
                    <a:pt x="56" y="60"/>
                  </a:lnTo>
                  <a:lnTo>
                    <a:pt x="54" y="60"/>
                  </a:lnTo>
                  <a:lnTo>
                    <a:pt x="54" y="60"/>
                  </a:lnTo>
                  <a:lnTo>
                    <a:pt x="54" y="60"/>
                  </a:lnTo>
                  <a:lnTo>
                    <a:pt x="52" y="60"/>
                  </a:lnTo>
                  <a:lnTo>
                    <a:pt x="52" y="60"/>
                  </a:lnTo>
                  <a:lnTo>
                    <a:pt x="52" y="62"/>
                  </a:lnTo>
                  <a:lnTo>
                    <a:pt x="52" y="62"/>
                  </a:lnTo>
                  <a:lnTo>
                    <a:pt x="49" y="62"/>
                  </a:lnTo>
                  <a:lnTo>
                    <a:pt x="49" y="62"/>
                  </a:lnTo>
                  <a:lnTo>
                    <a:pt x="49" y="62"/>
                  </a:lnTo>
                  <a:lnTo>
                    <a:pt x="49" y="64"/>
                  </a:lnTo>
                  <a:lnTo>
                    <a:pt x="49" y="64"/>
                  </a:lnTo>
                  <a:lnTo>
                    <a:pt x="49" y="64"/>
                  </a:lnTo>
                  <a:lnTo>
                    <a:pt x="47" y="64"/>
                  </a:lnTo>
                  <a:lnTo>
                    <a:pt x="47" y="64"/>
                  </a:lnTo>
                  <a:lnTo>
                    <a:pt x="47" y="67"/>
                  </a:lnTo>
                  <a:lnTo>
                    <a:pt x="45" y="67"/>
                  </a:lnTo>
                  <a:lnTo>
                    <a:pt x="45" y="67"/>
                  </a:lnTo>
                  <a:lnTo>
                    <a:pt x="45" y="67"/>
                  </a:lnTo>
                  <a:lnTo>
                    <a:pt x="45" y="67"/>
                  </a:lnTo>
                  <a:lnTo>
                    <a:pt x="42" y="67"/>
                  </a:lnTo>
                  <a:lnTo>
                    <a:pt x="42" y="69"/>
                  </a:lnTo>
                  <a:lnTo>
                    <a:pt x="42" y="69"/>
                  </a:lnTo>
                  <a:lnTo>
                    <a:pt x="42" y="69"/>
                  </a:lnTo>
                  <a:lnTo>
                    <a:pt x="42" y="69"/>
                  </a:lnTo>
                  <a:lnTo>
                    <a:pt x="40" y="69"/>
                  </a:lnTo>
                  <a:lnTo>
                    <a:pt x="40" y="69"/>
                  </a:lnTo>
                  <a:lnTo>
                    <a:pt x="40" y="69"/>
                  </a:lnTo>
                  <a:lnTo>
                    <a:pt x="40" y="69"/>
                  </a:lnTo>
                  <a:lnTo>
                    <a:pt x="40" y="69"/>
                  </a:lnTo>
                  <a:lnTo>
                    <a:pt x="38" y="69"/>
                  </a:lnTo>
                  <a:lnTo>
                    <a:pt x="38" y="72"/>
                  </a:lnTo>
                  <a:lnTo>
                    <a:pt x="38" y="72"/>
                  </a:lnTo>
                  <a:lnTo>
                    <a:pt x="38" y="72"/>
                  </a:lnTo>
                  <a:lnTo>
                    <a:pt x="38" y="72"/>
                  </a:lnTo>
                  <a:lnTo>
                    <a:pt x="38" y="74"/>
                  </a:lnTo>
                  <a:lnTo>
                    <a:pt x="35" y="74"/>
                  </a:lnTo>
                  <a:lnTo>
                    <a:pt x="35" y="74"/>
                  </a:lnTo>
                  <a:lnTo>
                    <a:pt x="35" y="74"/>
                  </a:lnTo>
                  <a:lnTo>
                    <a:pt x="33" y="74"/>
                  </a:lnTo>
                  <a:lnTo>
                    <a:pt x="33" y="76"/>
                  </a:lnTo>
                  <a:lnTo>
                    <a:pt x="33" y="76"/>
                  </a:lnTo>
                  <a:lnTo>
                    <a:pt x="33" y="76"/>
                  </a:lnTo>
                  <a:lnTo>
                    <a:pt x="33" y="76"/>
                  </a:lnTo>
                  <a:lnTo>
                    <a:pt x="33" y="76"/>
                  </a:lnTo>
                  <a:lnTo>
                    <a:pt x="30" y="76"/>
                  </a:lnTo>
                  <a:lnTo>
                    <a:pt x="30" y="74"/>
                  </a:lnTo>
                  <a:lnTo>
                    <a:pt x="33" y="74"/>
                  </a:lnTo>
                  <a:lnTo>
                    <a:pt x="33" y="74"/>
                  </a:lnTo>
                  <a:lnTo>
                    <a:pt x="33" y="72"/>
                  </a:lnTo>
                  <a:lnTo>
                    <a:pt x="33" y="72"/>
                  </a:lnTo>
                  <a:lnTo>
                    <a:pt x="30" y="72"/>
                  </a:lnTo>
                  <a:lnTo>
                    <a:pt x="30" y="69"/>
                  </a:lnTo>
                  <a:lnTo>
                    <a:pt x="30" y="69"/>
                  </a:lnTo>
                  <a:lnTo>
                    <a:pt x="30" y="69"/>
                  </a:lnTo>
                  <a:lnTo>
                    <a:pt x="30" y="69"/>
                  </a:lnTo>
                  <a:lnTo>
                    <a:pt x="30" y="69"/>
                  </a:lnTo>
                  <a:lnTo>
                    <a:pt x="33" y="69"/>
                  </a:lnTo>
                  <a:lnTo>
                    <a:pt x="33" y="69"/>
                  </a:lnTo>
                  <a:lnTo>
                    <a:pt x="33" y="69"/>
                  </a:lnTo>
                  <a:lnTo>
                    <a:pt x="33" y="69"/>
                  </a:lnTo>
                  <a:lnTo>
                    <a:pt x="33" y="67"/>
                  </a:lnTo>
                  <a:lnTo>
                    <a:pt x="33" y="67"/>
                  </a:lnTo>
                  <a:lnTo>
                    <a:pt x="33" y="67"/>
                  </a:lnTo>
                  <a:lnTo>
                    <a:pt x="33" y="64"/>
                  </a:lnTo>
                  <a:lnTo>
                    <a:pt x="30" y="64"/>
                  </a:lnTo>
                  <a:lnTo>
                    <a:pt x="30" y="64"/>
                  </a:lnTo>
                  <a:lnTo>
                    <a:pt x="30" y="64"/>
                  </a:lnTo>
                  <a:lnTo>
                    <a:pt x="30" y="64"/>
                  </a:lnTo>
                  <a:lnTo>
                    <a:pt x="30" y="62"/>
                  </a:lnTo>
                  <a:lnTo>
                    <a:pt x="30" y="62"/>
                  </a:lnTo>
                  <a:lnTo>
                    <a:pt x="30" y="62"/>
                  </a:lnTo>
                  <a:lnTo>
                    <a:pt x="30" y="62"/>
                  </a:lnTo>
                  <a:lnTo>
                    <a:pt x="30" y="60"/>
                  </a:lnTo>
                  <a:lnTo>
                    <a:pt x="30" y="60"/>
                  </a:lnTo>
                  <a:lnTo>
                    <a:pt x="33" y="60"/>
                  </a:lnTo>
                  <a:lnTo>
                    <a:pt x="33" y="60"/>
                  </a:lnTo>
                  <a:lnTo>
                    <a:pt x="30" y="60"/>
                  </a:lnTo>
                  <a:lnTo>
                    <a:pt x="30" y="60"/>
                  </a:lnTo>
                  <a:lnTo>
                    <a:pt x="30" y="60"/>
                  </a:lnTo>
                  <a:lnTo>
                    <a:pt x="30" y="57"/>
                  </a:lnTo>
                  <a:lnTo>
                    <a:pt x="28" y="57"/>
                  </a:lnTo>
                  <a:lnTo>
                    <a:pt x="28" y="57"/>
                  </a:lnTo>
                  <a:lnTo>
                    <a:pt x="26" y="57"/>
                  </a:lnTo>
                  <a:lnTo>
                    <a:pt x="26" y="57"/>
                  </a:lnTo>
                  <a:lnTo>
                    <a:pt x="26" y="57"/>
                  </a:lnTo>
                  <a:lnTo>
                    <a:pt x="26" y="60"/>
                  </a:lnTo>
                  <a:lnTo>
                    <a:pt x="23" y="60"/>
                  </a:lnTo>
                  <a:lnTo>
                    <a:pt x="23" y="57"/>
                  </a:lnTo>
                  <a:lnTo>
                    <a:pt x="23" y="57"/>
                  </a:lnTo>
                  <a:lnTo>
                    <a:pt x="23" y="57"/>
                  </a:lnTo>
                  <a:lnTo>
                    <a:pt x="23" y="57"/>
                  </a:lnTo>
                  <a:lnTo>
                    <a:pt x="23" y="55"/>
                  </a:lnTo>
                  <a:lnTo>
                    <a:pt x="21" y="55"/>
                  </a:lnTo>
                  <a:lnTo>
                    <a:pt x="21" y="55"/>
                  </a:lnTo>
                  <a:lnTo>
                    <a:pt x="21" y="55"/>
                  </a:lnTo>
                  <a:lnTo>
                    <a:pt x="21" y="53"/>
                  </a:lnTo>
                  <a:lnTo>
                    <a:pt x="19" y="53"/>
                  </a:lnTo>
                  <a:lnTo>
                    <a:pt x="19" y="53"/>
                  </a:lnTo>
                  <a:lnTo>
                    <a:pt x="19" y="53"/>
                  </a:lnTo>
                  <a:lnTo>
                    <a:pt x="19" y="53"/>
                  </a:lnTo>
                  <a:lnTo>
                    <a:pt x="16" y="53"/>
                  </a:lnTo>
                  <a:lnTo>
                    <a:pt x="16" y="50"/>
                  </a:lnTo>
                  <a:lnTo>
                    <a:pt x="16" y="50"/>
                  </a:lnTo>
                  <a:lnTo>
                    <a:pt x="16" y="50"/>
                  </a:lnTo>
                  <a:lnTo>
                    <a:pt x="16" y="50"/>
                  </a:lnTo>
                  <a:lnTo>
                    <a:pt x="16" y="50"/>
                  </a:lnTo>
                  <a:lnTo>
                    <a:pt x="14" y="50"/>
                  </a:lnTo>
                  <a:lnTo>
                    <a:pt x="14" y="50"/>
                  </a:lnTo>
                  <a:lnTo>
                    <a:pt x="11" y="50"/>
                  </a:lnTo>
                  <a:lnTo>
                    <a:pt x="11" y="48"/>
                  </a:lnTo>
                  <a:lnTo>
                    <a:pt x="11" y="48"/>
                  </a:lnTo>
                  <a:lnTo>
                    <a:pt x="11" y="48"/>
                  </a:lnTo>
                  <a:lnTo>
                    <a:pt x="11" y="48"/>
                  </a:lnTo>
                  <a:lnTo>
                    <a:pt x="14" y="48"/>
                  </a:lnTo>
                  <a:lnTo>
                    <a:pt x="14" y="48"/>
                  </a:lnTo>
                  <a:lnTo>
                    <a:pt x="16" y="48"/>
                  </a:lnTo>
                  <a:lnTo>
                    <a:pt x="16" y="48"/>
                  </a:lnTo>
                  <a:lnTo>
                    <a:pt x="16" y="48"/>
                  </a:lnTo>
                  <a:lnTo>
                    <a:pt x="16" y="48"/>
                  </a:lnTo>
                  <a:lnTo>
                    <a:pt x="16" y="48"/>
                  </a:lnTo>
                  <a:lnTo>
                    <a:pt x="19" y="48"/>
                  </a:lnTo>
                  <a:lnTo>
                    <a:pt x="19" y="45"/>
                  </a:lnTo>
                  <a:lnTo>
                    <a:pt x="19" y="45"/>
                  </a:lnTo>
                  <a:lnTo>
                    <a:pt x="19" y="45"/>
                  </a:lnTo>
                  <a:lnTo>
                    <a:pt x="19" y="45"/>
                  </a:lnTo>
                  <a:lnTo>
                    <a:pt x="19" y="43"/>
                  </a:lnTo>
                  <a:lnTo>
                    <a:pt x="19" y="43"/>
                  </a:lnTo>
                  <a:lnTo>
                    <a:pt x="19" y="41"/>
                  </a:lnTo>
                  <a:lnTo>
                    <a:pt x="19" y="41"/>
                  </a:lnTo>
                  <a:lnTo>
                    <a:pt x="19" y="41"/>
                  </a:lnTo>
                  <a:lnTo>
                    <a:pt x="19" y="41"/>
                  </a:lnTo>
                  <a:lnTo>
                    <a:pt x="16" y="41"/>
                  </a:lnTo>
                  <a:lnTo>
                    <a:pt x="16" y="41"/>
                  </a:lnTo>
                  <a:lnTo>
                    <a:pt x="16" y="41"/>
                  </a:lnTo>
                  <a:lnTo>
                    <a:pt x="16" y="41"/>
                  </a:lnTo>
                  <a:lnTo>
                    <a:pt x="16" y="38"/>
                  </a:lnTo>
                  <a:lnTo>
                    <a:pt x="14" y="38"/>
                  </a:lnTo>
                  <a:lnTo>
                    <a:pt x="14" y="38"/>
                  </a:lnTo>
                  <a:lnTo>
                    <a:pt x="11" y="38"/>
                  </a:lnTo>
                  <a:lnTo>
                    <a:pt x="11" y="38"/>
                  </a:lnTo>
                  <a:lnTo>
                    <a:pt x="11" y="38"/>
                  </a:lnTo>
                  <a:lnTo>
                    <a:pt x="11" y="36"/>
                  </a:lnTo>
                  <a:lnTo>
                    <a:pt x="11" y="36"/>
                  </a:lnTo>
                  <a:lnTo>
                    <a:pt x="9" y="36"/>
                  </a:lnTo>
                  <a:lnTo>
                    <a:pt x="9" y="36"/>
                  </a:lnTo>
                  <a:lnTo>
                    <a:pt x="9" y="36"/>
                  </a:lnTo>
                  <a:lnTo>
                    <a:pt x="9" y="34"/>
                  </a:lnTo>
                  <a:lnTo>
                    <a:pt x="9" y="34"/>
                  </a:lnTo>
                  <a:lnTo>
                    <a:pt x="7" y="34"/>
                  </a:lnTo>
                  <a:lnTo>
                    <a:pt x="7" y="31"/>
                  </a:lnTo>
                  <a:lnTo>
                    <a:pt x="7" y="31"/>
                  </a:lnTo>
                  <a:lnTo>
                    <a:pt x="7" y="31"/>
                  </a:lnTo>
                  <a:lnTo>
                    <a:pt x="7" y="29"/>
                  </a:lnTo>
                  <a:lnTo>
                    <a:pt x="7" y="29"/>
                  </a:lnTo>
                  <a:lnTo>
                    <a:pt x="7" y="29"/>
                  </a:lnTo>
                  <a:lnTo>
                    <a:pt x="9" y="29"/>
                  </a:lnTo>
                  <a:lnTo>
                    <a:pt x="9" y="29"/>
                  </a:lnTo>
                  <a:lnTo>
                    <a:pt x="9" y="29"/>
                  </a:lnTo>
                  <a:lnTo>
                    <a:pt x="11" y="29"/>
                  </a:lnTo>
                  <a:lnTo>
                    <a:pt x="11" y="27"/>
                  </a:lnTo>
                  <a:lnTo>
                    <a:pt x="11" y="27"/>
                  </a:lnTo>
                  <a:lnTo>
                    <a:pt x="11" y="27"/>
                  </a:lnTo>
                  <a:lnTo>
                    <a:pt x="11" y="24"/>
                  </a:lnTo>
                  <a:lnTo>
                    <a:pt x="11" y="24"/>
                  </a:lnTo>
                  <a:lnTo>
                    <a:pt x="9" y="24"/>
                  </a:lnTo>
                  <a:lnTo>
                    <a:pt x="9" y="24"/>
                  </a:lnTo>
                  <a:lnTo>
                    <a:pt x="9" y="24"/>
                  </a:lnTo>
                  <a:lnTo>
                    <a:pt x="7" y="24"/>
                  </a:lnTo>
                  <a:lnTo>
                    <a:pt x="7" y="22"/>
                  </a:lnTo>
                  <a:lnTo>
                    <a:pt x="7" y="22"/>
                  </a:lnTo>
                  <a:lnTo>
                    <a:pt x="7" y="22"/>
                  </a:lnTo>
                  <a:lnTo>
                    <a:pt x="7" y="22"/>
                  </a:lnTo>
                  <a:lnTo>
                    <a:pt x="7" y="22"/>
                  </a:lnTo>
                  <a:lnTo>
                    <a:pt x="4" y="22"/>
                  </a:lnTo>
                  <a:lnTo>
                    <a:pt x="4" y="22"/>
                  </a:lnTo>
                  <a:lnTo>
                    <a:pt x="4" y="22"/>
                  </a:lnTo>
                  <a:lnTo>
                    <a:pt x="4" y="22"/>
                  </a:lnTo>
                  <a:lnTo>
                    <a:pt x="4" y="22"/>
                  </a:lnTo>
                  <a:lnTo>
                    <a:pt x="4" y="22"/>
                  </a:lnTo>
                  <a:lnTo>
                    <a:pt x="2" y="22"/>
                  </a:lnTo>
                  <a:lnTo>
                    <a:pt x="2" y="19"/>
                  </a:lnTo>
                  <a:lnTo>
                    <a:pt x="2" y="19"/>
                  </a:lnTo>
                  <a:lnTo>
                    <a:pt x="2" y="22"/>
                  </a:lnTo>
                  <a:lnTo>
                    <a:pt x="0" y="22"/>
                  </a:lnTo>
                  <a:lnTo>
                    <a:pt x="0" y="22"/>
                  </a:lnTo>
                  <a:lnTo>
                    <a:pt x="0" y="22"/>
                  </a:lnTo>
                  <a:lnTo>
                    <a:pt x="0" y="19"/>
                  </a:lnTo>
                  <a:lnTo>
                    <a:pt x="0" y="19"/>
                  </a:lnTo>
                  <a:lnTo>
                    <a:pt x="0" y="19"/>
                  </a:lnTo>
                  <a:lnTo>
                    <a:pt x="0" y="19"/>
                  </a:lnTo>
                  <a:lnTo>
                    <a:pt x="2" y="19"/>
                  </a:lnTo>
                  <a:lnTo>
                    <a:pt x="2" y="19"/>
                  </a:lnTo>
                  <a:lnTo>
                    <a:pt x="2" y="19"/>
                  </a:lnTo>
                  <a:lnTo>
                    <a:pt x="2" y="17"/>
                  </a:lnTo>
                  <a:lnTo>
                    <a:pt x="2" y="17"/>
                  </a:lnTo>
                  <a:lnTo>
                    <a:pt x="0" y="17"/>
                  </a:lnTo>
                  <a:lnTo>
                    <a:pt x="0" y="17"/>
                  </a:lnTo>
                  <a:lnTo>
                    <a:pt x="0" y="17"/>
                  </a:lnTo>
                  <a:lnTo>
                    <a:pt x="0" y="15"/>
                  </a:lnTo>
                  <a:lnTo>
                    <a:pt x="0" y="15"/>
                  </a:lnTo>
                  <a:lnTo>
                    <a:pt x="0" y="15"/>
                  </a:lnTo>
                  <a:lnTo>
                    <a:pt x="2" y="15"/>
                  </a:lnTo>
                  <a:lnTo>
                    <a:pt x="2" y="12"/>
                  </a:lnTo>
                  <a:lnTo>
                    <a:pt x="2" y="12"/>
                  </a:lnTo>
                  <a:lnTo>
                    <a:pt x="2" y="12"/>
                  </a:lnTo>
                  <a:lnTo>
                    <a:pt x="4" y="12"/>
                  </a:lnTo>
                  <a:lnTo>
                    <a:pt x="4" y="12"/>
                  </a:lnTo>
                  <a:lnTo>
                    <a:pt x="4" y="10"/>
                  </a:lnTo>
                  <a:lnTo>
                    <a:pt x="4" y="10"/>
                  </a:lnTo>
                  <a:lnTo>
                    <a:pt x="7" y="10"/>
                  </a:lnTo>
                  <a:lnTo>
                    <a:pt x="7" y="10"/>
                  </a:lnTo>
                  <a:lnTo>
                    <a:pt x="7" y="12"/>
                  </a:lnTo>
                  <a:lnTo>
                    <a:pt x="7" y="12"/>
                  </a:lnTo>
                  <a:lnTo>
                    <a:pt x="7" y="10"/>
                  </a:lnTo>
                  <a:lnTo>
                    <a:pt x="9" y="10"/>
                  </a:lnTo>
                  <a:lnTo>
                    <a:pt x="9" y="12"/>
                  </a:lnTo>
                  <a:lnTo>
                    <a:pt x="9" y="12"/>
                  </a:lnTo>
                  <a:lnTo>
                    <a:pt x="11" y="12"/>
                  </a:lnTo>
                  <a:lnTo>
                    <a:pt x="11" y="12"/>
                  </a:lnTo>
                  <a:lnTo>
                    <a:pt x="11" y="12"/>
                  </a:lnTo>
                  <a:lnTo>
                    <a:pt x="11" y="12"/>
                  </a:lnTo>
                  <a:lnTo>
                    <a:pt x="14" y="12"/>
                  </a:lnTo>
                  <a:lnTo>
                    <a:pt x="14" y="12"/>
                  </a:lnTo>
                  <a:lnTo>
                    <a:pt x="14" y="15"/>
                  </a:lnTo>
                  <a:lnTo>
                    <a:pt x="14" y="15"/>
                  </a:lnTo>
                  <a:lnTo>
                    <a:pt x="14" y="15"/>
                  </a:lnTo>
                  <a:lnTo>
                    <a:pt x="14" y="15"/>
                  </a:lnTo>
                  <a:lnTo>
                    <a:pt x="14" y="17"/>
                  </a:lnTo>
                  <a:lnTo>
                    <a:pt x="16" y="17"/>
                  </a:lnTo>
                  <a:lnTo>
                    <a:pt x="16" y="17"/>
                  </a:lnTo>
                  <a:lnTo>
                    <a:pt x="16" y="17"/>
                  </a:lnTo>
                  <a:lnTo>
                    <a:pt x="16" y="17"/>
                  </a:lnTo>
                  <a:lnTo>
                    <a:pt x="19" y="17"/>
                  </a:lnTo>
                  <a:lnTo>
                    <a:pt x="19" y="17"/>
                  </a:lnTo>
                  <a:lnTo>
                    <a:pt x="19" y="19"/>
                  </a:lnTo>
                  <a:lnTo>
                    <a:pt x="19" y="19"/>
                  </a:lnTo>
                  <a:lnTo>
                    <a:pt x="21" y="19"/>
                  </a:lnTo>
                  <a:lnTo>
                    <a:pt x="21" y="19"/>
                  </a:lnTo>
                  <a:lnTo>
                    <a:pt x="23" y="19"/>
                  </a:lnTo>
                  <a:lnTo>
                    <a:pt x="23" y="17"/>
                  </a:lnTo>
                  <a:lnTo>
                    <a:pt x="23" y="17"/>
                  </a:lnTo>
                  <a:lnTo>
                    <a:pt x="23" y="17"/>
                  </a:lnTo>
                  <a:lnTo>
                    <a:pt x="23" y="19"/>
                  </a:lnTo>
                  <a:lnTo>
                    <a:pt x="26" y="19"/>
                  </a:lnTo>
                  <a:lnTo>
                    <a:pt x="26" y="19"/>
                  </a:lnTo>
                  <a:lnTo>
                    <a:pt x="26" y="19"/>
                  </a:lnTo>
                  <a:lnTo>
                    <a:pt x="26" y="19"/>
                  </a:lnTo>
                  <a:lnTo>
                    <a:pt x="28" y="19"/>
                  </a:lnTo>
                  <a:lnTo>
                    <a:pt x="28" y="19"/>
                  </a:lnTo>
                  <a:lnTo>
                    <a:pt x="28" y="19"/>
                  </a:lnTo>
                  <a:lnTo>
                    <a:pt x="30" y="19"/>
                  </a:lnTo>
                  <a:lnTo>
                    <a:pt x="30" y="22"/>
                  </a:lnTo>
                  <a:lnTo>
                    <a:pt x="30" y="22"/>
                  </a:lnTo>
                  <a:lnTo>
                    <a:pt x="30" y="22"/>
                  </a:lnTo>
                  <a:lnTo>
                    <a:pt x="33" y="22"/>
                  </a:lnTo>
                  <a:lnTo>
                    <a:pt x="33" y="22"/>
                  </a:lnTo>
                  <a:lnTo>
                    <a:pt x="33" y="22"/>
                  </a:lnTo>
                  <a:lnTo>
                    <a:pt x="33" y="19"/>
                  </a:lnTo>
                  <a:lnTo>
                    <a:pt x="33" y="19"/>
                  </a:lnTo>
                  <a:lnTo>
                    <a:pt x="35" y="19"/>
                  </a:lnTo>
                  <a:lnTo>
                    <a:pt x="35" y="19"/>
                  </a:lnTo>
                  <a:lnTo>
                    <a:pt x="35" y="17"/>
                  </a:lnTo>
                  <a:lnTo>
                    <a:pt x="35" y="17"/>
                  </a:lnTo>
                  <a:lnTo>
                    <a:pt x="35" y="17"/>
                  </a:lnTo>
                  <a:lnTo>
                    <a:pt x="35" y="15"/>
                  </a:lnTo>
                  <a:lnTo>
                    <a:pt x="35" y="15"/>
                  </a:lnTo>
                  <a:lnTo>
                    <a:pt x="35" y="15"/>
                  </a:lnTo>
                  <a:lnTo>
                    <a:pt x="35" y="12"/>
                  </a:lnTo>
                  <a:lnTo>
                    <a:pt x="33" y="12"/>
                  </a:lnTo>
                  <a:lnTo>
                    <a:pt x="33" y="12"/>
                  </a:lnTo>
                  <a:lnTo>
                    <a:pt x="33" y="12"/>
                  </a:lnTo>
                  <a:lnTo>
                    <a:pt x="33" y="12"/>
                  </a:lnTo>
                  <a:lnTo>
                    <a:pt x="30" y="12"/>
                  </a:lnTo>
                  <a:lnTo>
                    <a:pt x="30" y="12"/>
                  </a:lnTo>
                  <a:lnTo>
                    <a:pt x="30" y="10"/>
                  </a:lnTo>
                  <a:lnTo>
                    <a:pt x="30" y="10"/>
                  </a:lnTo>
                  <a:lnTo>
                    <a:pt x="28" y="10"/>
                  </a:lnTo>
                  <a:lnTo>
                    <a:pt x="28" y="10"/>
                  </a:lnTo>
                  <a:lnTo>
                    <a:pt x="28" y="10"/>
                  </a:lnTo>
                  <a:lnTo>
                    <a:pt x="28" y="10"/>
                  </a:lnTo>
                  <a:lnTo>
                    <a:pt x="26" y="10"/>
                  </a:lnTo>
                  <a:lnTo>
                    <a:pt x="26" y="8"/>
                  </a:lnTo>
                  <a:lnTo>
                    <a:pt x="26" y="8"/>
                  </a:lnTo>
                  <a:lnTo>
                    <a:pt x="26" y="8"/>
                  </a:lnTo>
                  <a:lnTo>
                    <a:pt x="26" y="5"/>
                  </a:lnTo>
                  <a:lnTo>
                    <a:pt x="26" y="5"/>
                  </a:lnTo>
                  <a:lnTo>
                    <a:pt x="26" y="5"/>
                  </a:lnTo>
                  <a:lnTo>
                    <a:pt x="26" y="3"/>
                  </a:lnTo>
                  <a:lnTo>
                    <a:pt x="26" y="3"/>
                  </a:lnTo>
                  <a:lnTo>
                    <a:pt x="28" y="3"/>
                  </a:lnTo>
                  <a:lnTo>
                    <a:pt x="28" y="0"/>
                  </a:lnTo>
                  <a:lnTo>
                    <a:pt x="28" y="0"/>
                  </a:lnTo>
                  <a:lnTo>
                    <a:pt x="30" y="0"/>
                  </a:lnTo>
                  <a:lnTo>
                    <a:pt x="30" y="0"/>
                  </a:lnTo>
                  <a:lnTo>
                    <a:pt x="30" y="0"/>
                  </a:lnTo>
                  <a:lnTo>
                    <a:pt x="30" y="0"/>
                  </a:lnTo>
                  <a:lnTo>
                    <a:pt x="33" y="0"/>
                  </a:lnTo>
                  <a:lnTo>
                    <a:pt x="33" y="0"/>
                  </a:lnTo>
                  <a:lnTo>
                    <a:pt x="33" y="3"/>
                  </a:lnTo>
                  <a:lnTo>
                    <a:pt x="33" y="3"/>
                  </a:lnTo>
                  <a:lnTo>
                    <a:pt x="33" y="0"/>
                  </a:lnTo>
                  <a:lnTo>
                    <a:pt x="33" y="0"/>
                  </a:lnTo>
                  <a:lnTo>
                    <a:pt x="35" y="0"/>
                  </a:lnTo>
                  <a:lnTo>
                    <a:pt x="35" y="0"/>
                  </a:lnTo>
                  <a:lnTo>
                    <a:pt x="35" y="0"/>
                  </a:lnTo>
                  <a:lnTo>
                    <a:pt x="38" y="0"/>
                  </a:lnTo>
                  <a:lnTo>
                    <a:pt x="38" y="0"/>
                  </a:lnTo>
                  <a:lnTo>
                    <a:pt x="38" y="0"/>
                  </a:lnTo>
                  <a:lnTo>
                    <a:pt x="38" y="3"/>
                  </a:lnTo>
                  <a:lnTo>
                    <a:pt x="38" y="3"/>
                  </a:lnTo>
                  <a:lnTo>
                    <a:pt x="38" y="3"/>
                  </a:lnTo>
                  <a:lnTo>
                    <a:pt x="40" y="3"/>
                  </a:lnTo>
                  <a:lnTo>
                    <a:pt x="40" y="5"/>
                  </a:lnTo>
                  <a:lnTo>
                    <a:pt x="40" y="5"/>
                  </a:lnTo>
                  <a:lnTo>
                    <a:pt x="40" y="5"/>
                  </a:lnTo>
                  <a:lnTo>
                    <a:pt x="40" y="5"/>
                  </a:lnTo>
                  <a:lnTo>
                    <a:pt x="40" y="8"/>
                  </a:lnTo>
                  <a:lnTo>
                    <a:pt x="42" y="8"/>
                  </a:lnTo>
                  <a:lnTo>
                    <a:pt x="42" y="8"/>
                  </a:lnTo>
                  <a:lnTo>
                    <a:pt x="42" y="10"/>
                  </a:lnTo>
                  <a:lnTo>
                    <a:pt x="42" y="10"/>
                  </a:lnTo>
                  <a:lnTo>
                    <a:pt x="42" y="8"/>
                  </a:lnTo>
                  <a:lnTo>
                    <a:pt x="45" y="8"/>
                  </a:lnTo>
                  <a:lnTo>
                    <a:pt x="45" y="8"/>
                  </a:lnTo>
                  <a:lnTo>
                    <a:pt x="45" y="10"/>
                  </a:lnTo>
                  <a:lnTo>
                    <a:pt x="45" y="10"/>
                  </a:lnTo>
                  <a:lnTo>
                    <a:pt x="45" y="10"/>
                  </a:lnTo>
                  <a:lnTo>
                    <a:pt x="45" y="10"/>
                  </a:lnTo>
                  <a:lnTo>
                    <a:pt x="47" y="10"/>
                  </a:lnTo>
                  <a:lnTo>
                    <a:pt x="47" y="12"/>
                  </a:lnTo>
                  <a:lnTo>
                    <a:pt x="47" y="12"/>
                  </a:lnTo>
                  <a:lnTo>
                    <a:pt x="47" y="12"/>
                  </a:lnTo>
                  <a:lnTo>
                    <a:pt x="47" y="15"/>
                  </a:lnTo>
                  <a:lnTo>
                    <a:pt x="49" y="15"/>
                  </a:lnTo>
                  <a:lnTo>
                    <a:pt x="49" y="15"/>
                  </a:lnTo>
                  <a:lnTo>
                    <a:pt x="49" y="15"/>
                  </a:lnTo>
                  <a:lnTo>
                    <a:pt x="49" y="15"/>
                  </a:lnTo>
                  <a:lnTo>
                    <a:pt x="49" y="17"/>
                  </a:lnTo>
                  <a:lnTo>
                    <a:pt x="52" y="17"/>
                  </a:lnTo>
                  <a:lnTo>
                    <a:pt x="52" y="17"/>
                  </a:lnTo>
                  <a:lnTo>
                    <a:pt x="52" y="17"/>
                  </a:lnTo>
                  <a:lnTo>
                    <a:pt x="52" y="17"/>
                  </a:lnTo>
                  <a:lnTo>
                    <a:pt x="54" y="17"/>
                  </a:lnTo>
                  <a:lnTo>
                    <a:pt x="54" y="17"/>
                  </a:lnTo>
                  <a:lnTo>
                    <a:pt x="56" y="17"/>
                  </a:lnTo>
                  <a:lnTo>
                    <a:pt x="56" y="17"/>
                  </a:lnTo>
                  <a:lnTo>
                    <a:pt x="56" y="17"/>
                  </a:lnTo>
                  <a:lnTo>
                    <a:pt x="59" y="17"/>
                  </a:lnTo>
                  <a:lnTo>
                    <a:pt x="59" y="17"/>
                  </a:lnTo>
                  <a:lnTo>
                    <a:pt x="59" y="17"/>
                  </a:lnTo>
                  <a:lnTo>
                    <a:pt x="61" y="17"/>
                  </a:lnTo>
                  <a:lnTo>
                    <a:pt x="61" y="17"/>
                  </a:lnTo>
                  <a:lnTo>
                    <a:pt x="61" y="17"/>
                  </a:lnTo>
                  <a:lnTo>
                    <a:pt x="61" y="15"/>
                  </a:lnTo>
                  <a:lnTo>
                    <a:pt x="61" y="15"/>
                  </a:lnTo>
                  <a:lnTo>
                    <a:pt x="64" y="15"/>
                  </a:lnTo>
                  <a:lnTo>
                    <a:pt x="64" y="12"/>
                  </a:lnTo>
                  <a:lnTo>
                    <a:pt x="64" y="12"/>
                  </a:lnTo>
                  <a:lnTo>
                    <a:pt x="64" y="12"/>
                  </a:lnTo>
                  <a:lnTo>
                    <a:pt x="64" y="12"/>
                  </a:lnTo>
                  <a:lnTo>
                    <a:pt x="64" y="10"/>
                  </a:lnTo>
                  <a:lnTo>
                    <a:pt x="64" y="10"/>
                  </a:lnTo>
                  <a:lnTo>
                    <a:pt x="66" y="10"/>
                  </a:lnTo>
                  <a:lnTo>
                    <a:pt x="66" y="10"/>
                  </a:lnTo>
                  <a:lnTo>
                    <a:pt x="66" y="10"/>
                  </a:lnTo>
                  <a:lnTo>
                    <a:pt x="68" y="10"/>
                  </a:lnTo>
                  <a:lnTo>
                    <a:pt x="68" y="10"/>
                  </a:lnTo>
                  <a:lnTo>
                    <a:pt x="68" y="10"/>
                  </a:lnTo>
                  <a:lnTo>
                    <a:pt x="71" y="10"/>
                  </a:lnTo>
                  <a:lnTo>
                    <a:pt x="71" y="8"/>
                  </a:lnTo>
                  <a:lnTo>
                    <a:pt x="71" y="8"/>
                  </a:lnTo>
                  <a:lnTo>
                    <a:pt x="71" y="8"/>
                  </a:lnTo>
                  <a:lnTo>
                    <a:pt x="71" y="8"/>
                  </a:lnTo>
                  <a:lnTo>
                    <a:pt x="73" y="8"/>
                  </a:lnTo>
                  <a:lnTo>
                    <a:pt x="73" y="5"/>
                  </a:lnTo>
                  <a:lnTo>
                    <a:pt x="73" y="5"/>
                  </a:lnTo>
                  <a:lnTo>
                    <a:pt x="73" y="5"/>
                  </a:lnTo>
                  <a:lnTo>
                    <a:pt x="73" y="3"/>
                  </a:lnTo>
                  <a:lnTo>
                    <a:pt x="73" y="3"/>
                  </a:lnTo>
                  <a:lnTo>
                    <a:pt x="73" y="3"/>
                  </a:lnTo>
                  <a:lnTo>
                    <a:pt x="73" y="0"/>
                  </a:lnTo>
                  <a:lnTo>
                    <a:pt x="73" y="0"/>
                  </a:lnTo>
                  <a:lnTo>
                    <a:pt x="75" y="0"/>
                  </a:lnTo>
                  <a:lnTo>
                    <a:pt x="75" y="0"/>
                  </a:lnTo>
                  <a:lnTo>
                    <a:pt x="75"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252"/>
            <p:cNvSpPr>
              <a:spLocks/>
            </p:cNvSpPr>
            <p:nvPr/>
          </p:nvSpPr>
          <p:spPr bwMode="auto">
            <a:xfrm>
              <a:off x="2800350" y="2708275"/>
              <a:ext cx="104775" cy="101600"/>
            </a:xfrm>
            <a:custGeom>
              <a:avLst/>
              <a:gdLst/>
              <a:ahLst/>
              <a:cxnLst>
                <a:cxn ang="0">
                  <a:pos x="35" y="2"/>
                </a:cxn>
                <a:cxn ang="0">
                  <a:pos x="33" y="4"/>
                </a:cxn>
                <a:cxn ang="0">
                  <a:pos x="35" y="4"/>
                </a:cxn>
                <a:cxn ang="0">
                  <a:pos x="37" y="7"/>
                </a:cxn>
                <a:cxn ang="0">
                  <a:pos x="40" y="7"/>
                </a:cxn>
                <a:cxn ang="0">
                  <a:pos x="44" y="9"/>
                </a:cxn>
                <a:cxn ang="0">
                  <a:pos x="42" y="14"/>
                </a:cxn>
                <a:cxn ang="0">
                  <a:pos x="40" y="16"/>
                </a:cxn>
                <a:cxn ang="0">
                  <a:pos x="42" y="21"/>
                </a:cxn>
                <a:cxn ang="0">
                  <a:pos x="44" y="23"/>
                </a:cxn>
                <a:cxn ang="0">
                  <a:pos x="49" y="26"/>
                </a:cxn>
                <a:cxn ang="0">
                  <a:pos x="52" y="26"/>
                </a:cxn>
                <a:cxn ang="0">
                  <a:pos x="52" y="30"/>
                </a:cxn>
                <a:cxn ang="0">
                  <a:pos x="49" y="33"/>
                </a:cxn>
                <a:cxn ang="0">
                  <a:pos x="44" y="33"/>
                </a:cxn>
                <a:cxn ang="0">
                  <a:pos x="49" y="35"/>
                </a:cxn>
                <a:cxn ang="0">
                  <a:pos x="52" y="38"/>
                </a:cxn>
                <a:cxn ang="0">
                  <a:pos x="56" y="40"/>
                </a:cxn>
                <a:cxn ang="0">
                  <a:pos x="59" y="45"/>
                </a:cxn>
                <a:cxn ang="0">
                  <a:pos x="63" y="42"/>
                </a:cxn>
                <a:cxn ang="0">
                  <a:pos x="63" y="45"/>
                </a:cxn>
                <a:cxn ang="0">
                  <a:pos x="63" y="49"/>
                </a:cxn>
                <a:cxn ang="0">
                  <a:pos x="66" y="52"/>
                </a:cxn>
                <a:cxn ang="0">
                  <a:pos x="63" y="54"/>
                </a:cxn>
                <a:cxn ang="0">
                  <a:pos x="66" y="57"/>
                </a:cxn>
                <a:cxn ang="0">
                  <a:pos x="66" y="61"/>
                </a:cxn>
                <a:cxn ang="0">
                  <a:pos x="61" y="61"/>
                </a:cxn>
                <a:cxn ang="0">
                  <a:pos x="59" y="64"/>
                </a:cxn>
                <a:cxn ang="0">
                  <a:pos x="56" y="59"/>
                </a:cxn>
                <a:cxn ang="0">
                  <a:pos x="54" y="54"/>
                </a:cxn>
                <a:cxn ang="0">
                  <a:pos x="52" y="49"/>
                </a:cxn>
                <a:cxn ang="0">
                  <a:pos x="49" y="47"/>
                </a:cxn>
                <a:cxn ang="0">
                  <a:pos x="49" y="45"/>
                </a:cxn>
                <a:cxn ang="0">
                  <a:pos x="44" y="45"/>
                </a:cxn>
                <a:cxn ang="0">
                  <a:pos x="40" y="45"/>
                </a:cxn>
                <a:cxn ang="0">
                  <a:pos x="37" y="42"/>
                </a:cxn>
                <a:cxn ang="0">
                  <a:pos x="35" y="40"/>
                </a:cxn>
                <a:cxn ang="0">
                  <a:pos x="33" y="40"/>
                </a:cxn>
                <a:cxn ang="0">
                  <a:pos x="30" y="40"/>
                </a:cxn>
                <a:cxn ang="0">
                  <a:pos x="26" y="40"/>
                </a:cxn>
                <a:cxn ang="0">
                  <a:pos x="23" y="35"/>
                </a:cxn>
                <a:cxn ang="0">
                  <a:pos x="21" y="33"/>
                </a:cxn>
                <a:cxn ang="0">
                  <a:pos x="16" y="33"/>
                </a:cxn>
                <a:cxn ang="0">
                  <a:pos x="11" y="33"/>
                </a:cxn>
                <a:cxn ang="0">
                  <a:pos x="7" y="33"/>
                </a:cxn>
                <a:cxn ang="0">
                  <a:pos x="4" y="30"/>
                </a:cxn>
                <a:cxn ang="0">
                  <a:pos x="4" y="26"/>
                </a:cxn>
                <a:cxn ang="0">
                  <a:pos x="2" y="23"/>
                </a:cxn>
                <a:cxn ang="0">
                  <a:pos x="2" y="21"/>
                </a:cxn>
                <a:cxn ang="0">
                  <a:pos x="4" y="16"/>
                </a:cxn>
                <a:cxn ang="0">
                  <a:pos x="4" y="12"/>
                </a:cxn>
                <a:cxn ang="0">
                  <a:pos x="2" y="7"/>
                </a:cxn>
                <a:cxn ang="0">
                  <a:pos x="0" y="4"/>
                </a:cxn>
                <a:cxn ang="0">
                  <a:pos x="2" y="4"/>
                </a:cxn>
                <a:cxn ang="0">
                  <a:pos x="7" y="4"/>
                </a:cxn>
                <a:cxn ang="0">
                  <a:pos x="11" y="4"/>
                </a:cxn>
                <a:cxn ang="0">
                  <a:pos x="16" y="2"/>
                </a:cxn>
                <a:cxn ang="0">
                  <a:pos x="18" y="2"/>
                </a:cxn>
                <a:cxn ang="0">
                  <a:pos x="23" y="2"/>
                </a:cxn>
                <a:cxn ang="0">
                  <a:pos x="26" y="2"/>
                </a:cxn>
                <a:cxn ang="0">
                  <a:pos x="28" y="0"/>
                </a:cxn>
                <a:cxn ang="0">
                  <a:pos x="33" y="0"/>
                </a:cxn>
              </a:cxnLst>
              <a:rect l="0" t="0" r="r" b="b"/>
              <a:pathLst>
                <a:path w="66" h="64">
                  <a:moveTo>
                    <a:pt x="33" y="0"/>
                  </a:moveTo>
                  <a:lnTo>
                    <a:pt x="33" y="2"/>
                  </a:lnTo>
                  <a:lnTo>
                    <a:pt x="33" y="2"/>
                  </a:lnTo>
                  <a:lnTo>
                    <a:pt x="33" y="2"/>
                  </a:lnTo>
                  <a:lnTo>
                    <a:pt x="35" y="2"/>
                  </a:lnTo>
                  <a:lnTo>
                    <a:pt x="35" y="2"/>
                  </a:lnTo>
                  <a:lnTo>
                    <a:pt x="35" y="4"/>
                  </a:lnTo>
                  <a:lnTo>
                    <a:pt x="35" y="4"/>
                  </a:lnTo>
                  <a:lnTo>
                    <a:pt x="35" y="4"/>
                  </a:lnTo>
                  <a:lnTo>
                    <a:pt x="33" y="4"/>
                  </a:lnTo>
                  <a:lnTo>
                    <a:pt x="33" y="4"/>
                  </a:lnTo>
                  <a:lnTo>
                    <a:pt x="33" y="4"/>
                  </a:lnTo>
                  <a:lnTo>
                    <a:pt x="33" y="4"/>
                  </a:lnTo>
                  <a:lnTo>
                    <a:pt x="33" y="7"/>
                  </a:lnTo>
                  <a:lnTo>
                    <a:pt x="33" y="7"/>
                  </a:lnTo>
                  <a:lnTo>
                    <a:pt x="33" y="7"/>
                  </a:lnTo>
                  <a:lnTo>
                    <a:pt x="35" y="7"/>
                  </a:lnTo>
                  <a:lnTo>
                    <a:pt x="35" y="4"/>
                  </a:lnTo>
                  <a:lnTo>
                    <a:pt x="35" y="4"/>
                  </a:lnTo>
                  <a:lnTo>
                    <a:pt x="35" y="7"/>
                  </a:lnTo>
                  <a:lnTo>
                    <a:pt x="37" y="7"/>
                  </a:lnTo>
                  <a:lnTo>
                    <a:pt x="37" y="7"/>
                  </a:lnTo>
                  <a:lnTo>
                    <a:pt x="37" y="7"/>
                  </a:lnTo>
                  <a:lnTo>
                    <a:pt x="37" y="7"/>
                  </a:lnTo>
                  <a:lnTo>
                    <a:pt x="37" y="7"/>
                  </a:lnTo>
                  <a:lnTo>
                    <a:pt x="37" y="7"/>
                  </a:lnTo>
                  <a:lnTo>
                    <a:pt x="40" y="7"/>
                  </a:lnTo>
                  <a:lnTo>
                    <a:pt x="40" y="7"/>
                  </a:lnTo>
                  <a:lnTo>
                    <a:pt x="40" y="7"/>
                  </a:lnTo>
                  <a:lnTo>
                    <a:pt x="40" y="7"/>
                  </a:lnTo>
                  <a:lnTo>
                    <a:pt x="40" y="7"/>
                  </a:lnTo>
                  <a:lnTo>
                    <a:pt x="40" y="9"/>
                  </a:lnTo>
                  <a:lnTo>
                    <a:pt x="42" y="9"/>
                  </a:lnTo>
                  <a:lnTo>
                    <a:pt x="42" y="9"/>
                  </a:lnTo>
                  <a:lnTo>
                    <a:pt x="42" y="9"/>
                  </a:lnTo>
                  <a:lnTo>
                    <a:pt x="44" y="9"/>
                  </a:lnTo>
                  <a:lnTo>
                    <a:pt x="44" y="9"/>
                  </a:lnTo>
                  <a:lnTo>
                    <a:pt x="44" y="12"/>
                  </a:lnTo>
                  <a:lnTo>
                    <a:pt x="44" y="12"/>
                  </a:lnTo>
                  <a:lnTo>
                    <a:pt x="44" y="12"/>
                  </a:lnTo>
                  <a:lnTo>
                    <a:pt x="44" y="14"/>
                  </a:lnTo>
                  <a:lnTo>
                    <a:pt x="42" y="14"/>
                  </a:lnTo>
                  <a:lnTo>
                    <a:pt x="42" y="14"/>
                  </a:lnTo>
                  <a:lnTo>
                    <a:pt x="42" y="14"/>
                  </a:lnTo>
                  <a:lnTo>
                    <a:pt x="40" y="14"/>
                  </a:lnTo>
                  <a:lnTo>
                    <a:pt x="40" y="14"/>
                  </a:lnTo>
                  <a:lnTo>
                    <a:pt x="40" y="14"/>
                  </a:lnTo>
                  <a:lnTo>
                    <a:pt x="40" y="16"/>
                  </a:lnTo>
                  <a:lnTo>
                    <a:pt x="40" y="16"/>
                  </a:lnTo>
                  <a:lnTo>
                    <a:pt x="40" y="16"/>
                  </a:lnTo>
                  <a:lnTo>
                    <a:pt x="40" y="19"/>
                  </a:lnTo>
                  <a:lnTo>
                    <a:pt x="42" y="19"/>
                  </a:lnTo>
                  <a:lnTo>
                    <a:pt x="42" y="19"/>
                  </a:lnTo>
                  <a:lnTo>
                    <a:pt x="42" y="21"/>
                  </a:lnTo>
                  <a:lnTo>
                    <a:pt x="42" y="21"/>
                  </a:lnTo>
                  <a:lnTo>
                    <a:pt x="42" y="21"/>
                  </a:lnTo>
                  <a:lnTo>
                    <a:pt x="44" y="21"/>
                  </a:lnTo>
                  <a:lnTo>
                    <a:pt x="44" y="21"/>
                  </a:lnTo>
                  <a:lnTo>
                    <a:pt x="44" y="23"/>
                  </a:lnTo>
                  <a:lnTo>
                    <a:pt x="44" y="23"/>
                  </a:lnTo>
                  <a:lnTo>
                    <a:pt x="44" y="23"/>
                  </a:lnTo>
                  <a:lnTo>
                    <a:pt x="47" y="23"/>
                  </a:lnTo>
                  <a:lnTo>
                    <a:pt x="47" y="23"/>
                  </a:lnTo>
                  <a:lnTo>
                    <a:pt x="49" y="23"/>
                  </a:lnTo>
                  <a:lnTo>
                    <a:pt x="49" y="26"/>
                  </a:lnTo>
                  <a:lnTo>
                    <a:pt x="49" y="26"/>
                  </a:lnTo>
                  <a:lnTo>
                    <a:pt x="49" y="26"/>
                  </a:lnTo>
                  <a:lnTo>
                    <a:pt x="49" y="26"/>
                  </a:lnTo>
                  <a:lnTo>
                    <a:pt x="52" y="26"/>
                  </a:lnTo>
                  <a:lnTo>
                    <a:pt x="52" y="26"/>
                  </a:lnTo>
                  <a:lnTo>
                    <a:pt x="52" y="26"/>
                  </a:lnTo>
                  <a:lnTo>
                    <a:pt x="52" y="26"/>
                  </a:lnTo>
                  <a:lnTo>
                    <a:pt x="52" y="28"/>
                  </a:lnTo>
                  <a:lnTo>
                    <a:pt x="52" y="28"/>
                  </a:lnTo>
                  <a:lnTo>
                    <a:pt x="52" y="30"/>
                  </a:lnTo>
                  <a:lnTo>
                    <a:pt x="52" y="30"/>
                  </a:lnTo>
                  <a:lnTo>
                    <a:pt x="52" y="30"/>
                  </a:lnTo>
                  <a:lnTo>
                    <a:pt x="52" y="30"/>
                  </a:lnTo>
                  <a:lnTo>
                    <a:pt x="52" y="33"/>
                  </a:lnTo>
                  <a:lnTo>
                    <a:pt x="49" y="33"/>
                  </a:lnTo>
                  <a:lnTo>
                    <a:pt x="49" y="33"/>
                  </a:lnTo>
                  <a:lnTo>
                    <a:pt x="49" y="33"/>
                  </a:lnTo>
                  <a:lnTo>
                    <a:pt x="49" y="33"/>
                  </a:lnTo>
                  <a:lnTo>
                    <a:pt x="49" y="33"/>
                  </a:lnTo>
                  <a:lnTo>
                    <a:pt x="47" y="33"/>
                  </a:lnTo>
                  <a:lnTo>
                    <a:pt x="47" y="33"/>
                  </a:lnTo>
                  <a:lnTo>
                    <a:pt x="44" y="33"/>
                  </a:lnTo>
                  <a:lnTo>
                    <a:pt x="44" y="33"/>
                  </a:lnTo>
                  <a:lnTo>
                    <a:pt x="44" y="33"/>
                  </a:lnTo>
                  <a:lnTo>
                    <a:pt x="44" y="33"/>
                  </a:lnTo>
                  <a:lnTo>
                    <a:pt x="44" y="35"/>
                  </a:lnTo>
                  <a:lnTo>
                    <a:pt x="47" y="35"/>
                  </a:lnTo>
                  <a:lnTo>
                    <a:pt x="47" y="35"/>
                  </a:lnTo>
                  <a:lnTo>
                    <a:pt x="49" y="35"/>
                  </a:lnTo>
                  <a:lnTo>
                    <a:pt x="49" y="35"/>
                  </a:lnTo>
                  <a:lnTo>
                    <a:pt x="49" y="35"/>
                  </a:lnTo>
                  <a:lnTo>
                    <a:pt x="49" y="35"/>
                  </a:lnTo>
                  <a:lnTo>
                    <a:pt x="49" y="35"/>
                  </a:lnTo>
                  <a:lnTo>
                    <a:pt x="49" y="38"/>
                  </a:lnTo>
                  <a:lnTo>
                    <a:pt x="52" y="38"/>
                  </a:lnTo>
                  <a:lnTo>
                    <a:pt x="52" y="38"/>
                  </a:lnTo>
                  <a:lnTo>
                    <a:pt x="52" y="38"/>
                  </a:lnTo>
                  <a:lnTo>
                    <a:pt x="52" y="38"/>
                  </a:lnTo>
                  <a:lnTo>
                    <a:pt x="54" y="38"/>
                  </a:lnTo>
                  <a:lnTo>
                    <a:pt x="54" y="40"/>
                  </a:lnTo>
                  <a:lnTo>
                    <a:pt x="54" y="40"/>
                  </a:lnTo>
                  <a:lnTo>
                    <a:pt x="54" y="40"/>
                  </a:lnTo>
                  <a:lnTo>
                    <a:pt x="56" y="40"/>
                  </a:lnTo>
                  <a:lnTo>
                    <a:pt x="56" y="42"/>
                  </a:lnTo>
                  <a:lnTo>
                    <a:pt x="56" y="42"/>
                  </a:lnTo>
                  <a:lnTo>
                    <a:pt x="56" y="42"/>
                  </a:lnTo>
                  <a:lnTo>
                    <a:pt x="56" y="42"/>
                  </a:lnTo>
                  <a:lnTo>
                    <a:pt x="56" y="45"/>
                  </a:lnTo>
                  <a:lnTo>
                    <a:pt x="59" y="45"/>
                  </a:lnTo>
                  <a:lnTo>
                    <a:pt x="59" y="42"/>
                  </a:lnTo>
                  <a:lnTo>
                    <a:pt x="59" y="42"/>
                  </a:lnTo>
                  <a:lnTo>
                    <a:pt x="59" y="42"/>
                  </a:lnTo>
                  <a:lnTo>
                    <a:pt x="61" y="42"/>
                  </a:lnTo>
                  <a:lnTo>
                    <a:pt x="61" y="42"/>
                  </a:lnTo>
                  <a:lnTo>
                    <a:pt x="63" y="42"/>
                  </a:lnTo>
                  <a:lnTo>
                    <a:pt x="63" y="45"/>
                  </a:lnTo>
                  <a:lnTo>
                    <a:pt x="63" y="45"/>
                  </a:lnTo>
                  <a:lnTo>
                    <a:pt x="63" y="45"/>
                  </a:lnTo>
                  <a:lnTo>
                    <a:pt x="66" y="45"/>
                  </a:lnTo>
                  <a:lnTo>
                    <a:pt x="66" y="45"/>
                  </a:lnTo>
                  <a:lnTo>
                    <a:pt x="63" y="45"/>
                  </a:lnTo>
                  <a:lnTo>
                    <a:pt x="63" y="45"/>
                  </a:lnTo>
                  <a:lnTo>
                    <a:pt x="63" y="47"/>
                  </a:lnTo>
                  <a:lnTo>
                    <a:pt x="63" y="47"/>
                  </a:lnTo>
                  <a:lnTo>
                    <a:pt x="63" y="47"/>
                  </a:lnTo>
                  <a:lnTo>
                    <a:pt x="63" y="47"/>
                  </a:lnTo>
                  <a:lnTo>
                    <a:pt x="63" y="49"/>
                  </a:lnTo>
                  <a:lnTo>
                    <a:pt x="63" y="49"/>
                  </a:lnTo>
                  <a:lnTo>
                    <a:pt x="63" y="49"/>
                  </a:lnTo>
                  <a:lnTo>
                    <a:pt x="63" y="49"/>
                  </a:lnTo>
                  <a:lnTo>
                    <a:pt x="66" y="49"/>
                  </a:lnTo>
                  <a:lnTo>
                    <a:pt x="66" y="52"/>
                  </a:lnTo>
                  <a:lnTo>
                    <a:pt x="66" y="52"/>
                  </a:lnTo>
                  <a:lnTo>
                    <a:pt x="66" y="52"/>
                  </a:lnTo>
                  <a:lnTo>
                    <a:pt x="66" y="54"/>
                  </a:lnTo>
                  <a:lnTo>
                    <a:pt x="66" y="54"/>
                  </a:lnTo>
                  <a:lnTo>
                    <a:pt x="66" y="54"/>
                  </a:lnTo>
                  <a:lnTo>
                    <a:pt x="66" y="54"/>
                  </a:lnTo>
                  <a:lnTo>
                    <a:pt x="63" y="54"/>
                  </a:lnTo>
                  <a:lnTo>
                    <a:pt x="63" y="54"/>
                  </a:lnTo>
                  <a:lnTo>
                    <a:pt x="63" y="54"/>
                  </a:lnTo>
                  <a:lnTo>
                    <a:pt x="63" y="54"/>
                  </a:lnTo>
                  <a:lnTo>
                    <a:pt x="63" y="54"/>
                  </a:lnTo>
                  <a:lnTo>
                    <a:pt x="63" y="57"/>
                  </a:lnTo>
                  <a:lnTo>
                    <a:pt x="66" y="57"/>
                  </a:lnTo>
                  <a:lnTo>
                    <a:pt x="66" y="57"/>
                  </a:lnTo>
                  <a:lnTo>
                    <a:pt x="66" y="59"/>
                  </a:lnTo>
                  <a:lnTo>
                    <a:pt x="66" y="59"/>
                  </a:lnTo>
                  <a:lnTo>
                    <a:pt x="63" y="59"/>
                  </a:lnTo>
                  <a:lnTo>
                    <a:pt x="63" y="61"/>
                  </a:lnTo>
                  <a:lnTo>
                    <a:pt x="66" y="61"/>
                  </a:lnTo>
                  <a:lnTo>
                    <a:pt x="66" y="61"/>
                  </a:lnTo>
                  <a:lnTo>
                    <a:pt x="63" y="61"/>
                  </a:lnTo>
                  <a:lnTo>
                    <a:pt x="63" y="61"/>
                  </a:lnTo>
                  <a:lnTo>
                    <a:pt x="63" y="61"/>
                  </a:lnTo>
                  <a:lnTo>
                    <a:pt x="61" y="61"/>
                  </a:lnTo>
                  <a:lnTo>
                    <a:pt x="61" y="61"/>
                  </a:lnTo>
                  <a:lnTo>
                    <a:pt x="61" y="61"/>
                  </a:lnTo>
                  <a:lnTo>
                    <a:pt x="61" y="61"/>
                  </a:lnTo>
                  <a:lnTo>
                    <a:pt x="59" y="61"/>
                  </a:lnTo>
                  <a:lnTo>
                    <a:pt x="59" y="61"/>
                  </a:lnTo>
                  <a:lnTo>
                    <a:pt x="59" y="61"/>
                  </a:lnTo>
                  <a:lnTo>
                    <a:pt x="59" y="64"/>
                  </a:lnTo>
                  <a:lnTo>
                    <a:pt x="56" y="64"/>
                  </a:lnTo>
                  <a:lnTo>
                    <a:pt x="56" y="64"/>
                  </a:lnTo>
                  <a:lnTo>
                    <a:pt x="56" y="61"/>
                  </a:lnTo>
                  <a:lnTo>
                    <a:pt x="56" y="61"/>
                  </a:lnTo>
                  <a:lnTo>
                    <a:pt x="56" y="59"/>
                  </a:lnTo>
                  <a:lnTo>
                    <a:pt x="56" y="59"/>
                  </a:lnTo>
                  <a:lnTo>
                    <a:pt x="56" y="59"/>
                  </a:lnTo>
                  <a:lnTo>
                    <a:pt x="56" y="57"/>
                  </a:lnTo>
                  <a:lnTo>
                    <a:pt x="56" y="57"/>
                  </a:lnTo>
                  <a:lnTo>
                    <a:pt x="54" y="57"/>
                  </a:lnTo>
                  <a:lnTo>
                    <a:pt x="54" y="54"/>
                  </a:lnTo>
                  <a:lnTo>
                    <a:pt x="54" y="54"/>
                  </a:lnTo>
                  <a:lnTo>
                    <a:pt x="54" y="54"/>
                  </a:lnTo>
                  <a:lnTo>
                    <a:pt x="54" y="54"/>
                  </a:lnTo>
                  <a:lnTo>
                    <a:pt x="54" y="52"/>
                  </a:lnTo>
                  <a:lnTo>
                    <a:pt x="54" y="52"/>
                  </a:lnTo>
                  <a:lnTo>
                    <a:pt x="52" y="52"/>
                  </a:lnTo>
                  <a:lnTo>
                    <a:pt x="52" y="49"/>
                  </a:lnTo>
                  <a:lnTo>
                    <a:pt x="52" y="49"/>
                  </a:lnTo>
                  <a:lnTo>
                    <a:pt x="52" y="49"/>
                  </a:lnTo>
                  <a:lnTo>
                    <a:pt x="52" y="49"/>
                  </a:lnTo>
                  <a:lnTo>
                    <a:pt x="49" y="49"/>
                  </a:lnTo>
                  <a:lnTo>
                    <a:pt x="49" y="49"/>
                  </a:lnTo>
                  <a:lnTo>
                    <a:pt x="49" y="47"/>
                  </a:lnTo>
                  <a:lnTo>
                    <a:pt x="49" y="47"/>
                  </a:lnTo>
                  <a:lnTo>
                    <a:pt x="49" y="47"/>
                  </a:lnTo>
                  <a:lnTo>
                    <a:pt x="49" y="45"/>
                  </a:lnTo>
                  <a:lnTo>
                    <a:pt x="49" y="45"/>
                  </a:lnTo>
                  <a:lnTo>
                    <a:pt x="49" y="45"/>
                  </a:lnTo>
                  <a:lnTo>
                    <a:pt x="49" y="45"/>
                  </a:lnTo>
                  <a:lnTo>
                    <a:pt x="49" y="45"/>
                  </a:lnTo>
                  <a:lnTo>
                    <a:pt x="47" y="45"/>
                  </a:lnTo>
                  <a:lnTo>
                    <a:pt x="47" y="45"/>
                  </a:lnTo>
                  <a:lnTo>
                    <a:pt x="44" y="45"/>
                  </a:lnTo>
                  <a:lnTo>
                    <a:pt x="44" y="45"/>
                  </a:lnTo>
                  <a:lnTo>
                    <a:pt x="44" y="45"/>
                  </a:lnTo>
                  <a:lnTo>
                    <a:pt x="44" y="45"/>
                  </a:lnTo>
                  <a:lnTo>
                    <a:pt x="42" y="45"/>
                  </a:lnTo>
                  <a:lnTo>
                    <a:pt x="42" y="45"/>
                  </a:lnTo>
                  <a:lnTo>
                    <a:pt x="42" y="45"/>
                  </a:lnTo>
                  <a:lnTo>
                    <a:pt x="42" y="45"/>
                  </a:lnTo>
                  <a:lnTo>
                    <a:pt x="40" y="45"/>
                  </a:lnTo>
                  <a:lnTo>
                    <a:pt x="40" y="45"/>
                  </a:lnTo>
                  <a:lnTo>
                    <a:pt x="40" y="45"/>
                  </a:lnTo>
                  <a:lnTo>
                    <a:pt x="40" y="45"/>
                  </a:lnTo>
                  <a:lnTo>
                    <a:pt x="37" y="45"/>
                  </a:lnTo>
                  <a:lnTo>
                    <a:pt x="37" y="42"/>
                  </a:lnTo>
                  <a:lnTo>
                    <a:pt x="37" y="42"/>
                  </a:lnTo>
                  <a:lnTo>
                    <a:pt x="37" y="45"/>
                  </a:lnTo>
                  <a:lnTo>
                    <a:pt x="37" y="45"/>
                  </a:lnTo>
                  <a:lnTo>
                    <a:pt x="37" y="42"/>
                  </a:lnTo>
                  <a:lnTo>
                    <a:pt x="37" y="42"/>
                  </a:lnTo>
                  <a:lnTo>
                    <a:pt x="35" y="42"/>
                  </a:lnTo>
                  <a:lnTo>
                    <a:pt x="35" y="40"/>
                  </a:lnTo>
                  <a:lnTo>
                    <a:pt x="35" y="40"/>
                  </a:lnTo>
                  <a:lnTo>
                    <a:pt x="35" y="40"/>
                  </a:lnTo>
                  <a:lnTo>
                    <a:pt x="35" y="38"/>
                  </a:lnTo>
                  <a:lnTo>
                    <a:pt x="33" y="38"/>
                  </a:lnTo>
                  <a:lnTo>
                    <a:pt x="33" y="38"/>
                  </a:lnTo>
                  <a:lnTo>
                    <a:pt x="33" y="40"/>
                  </a:lnTo>
                  <a:lnTo>
                    <a:pt x="33" y="40"/>
                  </a:lnTo>
                  <a:lnTo>
                    <a:pt x="30" y="40"/>
                  </a:lnTo>
                  <a:lnTo>
                    <a:pt x="30" y="40"/>
                  </a:lnTo>
                  <a:lnTo>
                    <a:pt x="30" y="40"/>
                  </a:lnTo>
                  <a:lnTo>
                    <a:pt x="30" y="40"/>
                  </a:lnTo>
                  <a:lnTo>
                    <a:pt x="30" y="40"/>
                  </a:lnTo>
                  <a:lnTo>
                    <a:pt x="28" y="40"/>
                  </a:lnTo>
                  <a:lnTo>
                    <a:pt x="28" y="40"/>
                  </a:lnTo>
                  <a:lnTo>
                    <a:pt x="28" y="40"/>
                  </a:lnTo>
                  <a:lnTo>
                    <a:pt x="26" y="40"/>
                  </a:lnTo>
                  <a:lnTo>
                    <a:pt x="26" y="40"/>
                  </a:lnTo>
                  <a:lnTo>
                    <a:pt x="26" y="40"/>
                  </a:lnTo>
                  <a:lnTo>
                    <a:pt x="26" y="38"/>
                  </a:lnTo>
                  <a:lnTo>
                    <a:pt x="26" y="38"/>
                  </a:lnTo>
                  <a:lnTo>
                    <a:pt x="23" y="38"/>
                  </a:lnTo>
                  <a:lnTo>
                    <a:pt x="23" y="38"/>
                  </a:lnTo>
                  <a:lnTo>
                    <a:pt x="23" y="38"/>
                  </a:lnTo>
                  <a:lnTo>
                    <a:pt x="23" y="35"/>
                  </a:lnTo>
                  <a:lnTo>
                    <a:pt x="23" y="35"/>
                  </a:lnTo>
                  <a:lnTo>
                    <a:pt x="23" y="35"/>
                  </a:lnTo>
                  <a:lnTo>
                    <a:pt x="21" y="35"/>
                  </a:lnTo>
                  <a:lnTo>
                    <a:pt x="21" y="35"/>
                  </a:lnTo>
                  <a:lnTo>
                    <a:pt x="21" y="35"/>
                  </a:lnTo>
                  <a:lnTo>
                    <a:pt x="21" y="33"/>
                  </a:lnTo>
                  <a:lnTo>
                    <a:pt x="18" y="33"/>
                  </a:lnTo>
                  <a:lnTo>
                    <a:pt x="18" y="33"/>
                  </a:lnTo>
                  <a:lnTo>
                    <a:pt x="18" y="33"/>
                  </a:lnTo>
                  <a:lnTo>
                    <a:pt x="18" y="33"/>
                  </a:lnTo>
                  <a:lnTo>
                    <a:pt x="16" y="33"/>
                  </a:lnTo>
                  <a:lnTo>
                    <a:pt x="16" y="33"/>
                  </a:lnTo>
                  <a:lnTo>
                    <a:pt x="16" y="33"/>
                  </a:lnTo>
                  <a:lnTo>
                    <a:pt x="14" y="33"/>
                  </a:lnTo>
                  <a:lnTo>
                    <a:pt x="14" y="33"/>
                  </a:lnTo>
                  <a:lnTo>
                    <a:pt x="11" y="33"/>
                  </a:lnTo>
                  <a:lnTo>
                    <a:pt x="11" y="33"/>
                  </a:lnTo>
                  <a:lnTo>
                    <a:pt x="11" y="33"/>
                  </a:lnTo>
                  <a:lnTo>
                    <a:pt x="9" y="33"/>
                  </a:lnTo>
                  <a:lnTo>
                    <a:pt x="9" y="33"/>
                  </a:lnTo>
                  <a:lnTo>
                    <a:pt x="9" y="33"/>
                  </a:lnTo>
                  <a:lnTo>
                    <a:pt x="9" y="33"/>
                  </a:lnTo>
                  <a:lnTo>
                    <a:pt x="9" y="33"/>
                  </a:lnTo>
                  <a:lnTo>
                    <a:pt x="7" y="33"/>
                  </a:lnTo>
                  <a:lnTo>
                    <a:pt x="7" y="33"/>
                  </a:lnTo>
                  <a:lnTo>
                    <a:pt x="7" y="30"/>
                  </a:lnTo>
                  <a:lnTo>
                    <a:pt x="4" y="30"/>
                  </a:lnTo>
                  <a:lnTo>
                    <a:pt x="4" y="30"/>
                  </a:lnTo>
                  <a:lnTo>
                    <a:pt x="4" y="30"/>
                  </a:lnTo>
                  <a:lnTo>
                    <a:pt x="4" y="30"/>
                  </a:lnTo>
                  <a:lnTo>
                    <a:pt x="4" y="28"/>
                  </a:lnTo>
                  <a:lnTo>
                    <a:pt x="4" y="28"/>
                  </a:lnTo>
                  <a:lnTo>
                    <a:pt x="4" y="28"/>
                  </a:lnTo>
                  <a:lnTo>
                    <a:pt x="4" y="28"/>
                  </a:lnTo>
                  <a:lnTo>
                    <a:pt x="4" y="26"/>
                  </a:lnTo>
                  <a:lnTo>
                    <a:pt x="4" y="26"/>
                  </a:lnTo>
                  <a:lnTo>
                    <a:pt x="2" y="26"/>
                  </a:lnTo>
                  <a:lnTo>
                    <a:pt x="2" y="26"/>
                  </a:lnTo>
                  <a:lnTo>
                    <a:pt x="2" y="26"/>
                  </a:lnTo>
                  <a:lnTo>
                    <a:pt x="2" y="23"/>
                  </a:lnTo>
                  <a:lnTo>
                    <a:pt x="2" y="23"/>
                  </a:lnTo>
                  <a:lnTo>
                    <a:pt x="2" y="23"/>
                  </a:lnTo>
                  <a:lnTo>
                    <a:pt x="2" y="23"/>
                  </a:lnTo>
                  <a:lnTo>
                    <a:pt x="2" y="21"/>
                  </a:lnTo>
                  <a:lnTo>
                    <a:pt x="0" y="21"/>
                  </a:lnTo>
                  <a:lnTo>
                    <a:pt x="0" y="21"/>
                  </a:lnTo>
                  <a:lnTo>
                    <a:pt x="2" y="21"/>
                  </a:lnTo>
                  <a:lnTo>
                    <a:pt x="2" y="21"/>
                  </a:lnTo>
                  <a:lnTo>
                    <a:pt x="2" y="19"/>
                  </a:lnTo>
                  <a:lnTo>
                    <a:pt x="4" y="19"/>
                  </a:lnTo>
                  <a:lnTo>
                    <a:pt x="4" y="19"/>
                  </a:lnTo>
                  <a:lnTo>
                    <a:pt x="4" y="19"/>
                  </a:lnTo>
                  <a:lnTo>
                    <a:pt x="4" y="16"/>
                  </a:lnTo>
                  <a:lnTo>
                    <a:pt x="4" y="16"/>
                  </a:lnTo>
                  <a:lnTo>
                    <a:pt x="4" y="16"/>
                  </a:lnTo>
                  <a:lnTo>
                    <a:pt x="4" y="14"/>
                  </a:lnTo>
                  <a:lnTo>
                    <a:pt x="4" y="14"/>
                  </a:lnTo>
                  <a:lnTo>
                    <a:pt x="4" y="14"/>
                  </a:lnTo>
                  <a:lnTo>
                    <a:pt x="4" y="14"/>
                  </a:lnTo>
                  <a:lnTo>
                    <a:pt x="4" y="12"/>
                  </a:lnTo>
                  <a:lnTo>
                    <a:pt x="4" y="12"/>
                  </a:lnTo>
                  <a:lnTo>
                    <a:pt x="4" y="12"/>
                  </a:lnTo>
                  <a:lnTo>
                    <a:pt x="4" y="9"/>
                  </a:lnTo>
                  <a:lnTo>
                    <a:pt x="4" y="9"/>
                  </a:lnTo>
                  <a:lnTo>
                    <a:pt x="2" y="9"/>
                  </a:lnTo>
                  <a:lnTo>
                    <a:pt x="2" y="7"/>
                  </a:lnTo>
                  <a:lnTo>
                    <a:pt x="2" y="7"/>
                  </a:lnTo>
                  <a:lnTo>
                    <a:pt x="0" y="7"/>
                  </a:lnTo>
                  <a:lnTo>
                    <a:pt x="0" y="7"/>
                  </a:lnTo>
                  <a:lnTo>
                    <a:pt x="0" y="7"/>
                  </a:lnTo>
                  <a:lnTo>
                    <a:pt x="0" y="7"/>
                  </a:lnTo>
                  <a:lnTo>
                    <a:pt x="0" y="4"/>
                  </a:lnTo>
                  <a:lnTo>
                    <a:pt x="0" y="4"/>
                  </a:lnTo>
                  <a:lnTo>
                    <a:pt x="0" y="4"/>
                  </a:lnTo>
                  <a:lnTo>
                    <a:pt x="0" y="4"/>
                  </a:lnTo>
                  <a:lnTo>
                    <a:pt x="0" y="4"/>
                  </a:lnTo>
                  <a:lnTo>
                    <a:pt x="2" y="4"/>
                  </a:lnTo>
                  <a:lnTo>
                    <a:pt x="2" y="4"/>
                  </a:lnTo>
                  <a:lnTo>
                    <a:pt x="2" y="4"/>
                  </a:lnTo>
                  <a:lnTo>
                    <a:pt x="4" y="4"/>
                  </a:lnTo>
                  <a:lnTo>
                    <a:pt x="4" y="4"/>
                  </a:lnTo>
                  <a:lnTo>
                    <a:pt x="4" y="4"/>
                  </a:lnTo>
                  <a:lnTo>
                    <a:pt x="7" y="4"/>
                  </a:lnTo>
                  <a:lnTo>
                    <a:pt x="7" y="4"/>
                  </a:lnTo>
                  <a:lnTo>
                    <a:pt x="7" y="4"/>
                  </a:lnTo>
                  <a:lnTo>
                    <a:pt x="9" y="4"/>
                  </a:lnTo>
                  <a:lnTo>
                    <a:pt x="9" y="4"/>
                  </a:lnTo>
                  <a:lnTo>
                    <a:pt x="9" y="4"/>
                  </a:lnTo>
                  <a:lnTo>
                    <a:pt x="11" y="4"/>
                  </a:lnTo>
                  <a:lnTo>
                    <a:pt x="11" y="4"/>
                  </a:lnTo>
                  <a:lnTo>
                    <a:pt x="11" y="2"/>
                  </a:lnTo>
                  <a:lnTo>
                    <a:pt x="11" y="2"/>
                  </a:lnTo>
                  <a:lnTo>
                    <a:pt x="14" y="2"/>
                  </a:lnTo>
                  <a:lnTo>
                    <a:pt x="14" y="2"/>
                  </a:lnTo>
                  <a:lnTo>
                    <a:pt x="14" y="2"/>
                  </a:lnTo>
                  <a:lnTo>
                    <a:pt x="16" y="2"/>
                  </a:lnTo>
                  <a:lnTo>
                    <a:pt x="16" y="2"/>
                  </a:lnTo>
                  <a:lnTo>
                    <a:pt x="16" y="2"/>
                  </a:lnTo>
                  <a:lnTo>
                    <a:pt x="16" y="2"/>
                  </a:lnTo>
                  <a:lnTo>
                    <a:pt x="18" y="2"/>
                  </a:lnTo>
                  <a:lnTo>
                    <a:pt x="18" y="2"/>
                  </a:lnTo>
                  <a:lnTo>
                    <a:pt x="18" y="2"/>
                  </a:lnTo>
                  <a:lnTo>
                    <a:pt x="18" y="2"/>
                  </a:lnTo>
                  <a:lnTo>
                    <a:pt x="18" y="2"/>
                  </a:lnTo>
                  <a:lnTo>
                    <a:pt x="21" y="2"/>
                  </a:lnTo>
                  <a:lnTo>
                    <a:pt x="21" y="2"/>
                  </a:lnTo>
                  <a:lnTo>
                    <a:pt x="23" y="2"/>
                  </a:lnTo>
                  <a:lnTo>
                    <a:pt x="23" y="2"/>
                  </a:lnTo>
                  <a:lnTo>
                    <a:pt x="23" y="2"/>
                  </a:lnTo>
                  <a:lnTo>
                    <a:pt x="23" y="2"/>
                  </a:lnTo>
                  <a:lnTo>
                    <a:pt x="26" y="2"/>
                  </a:lnTo>
                  <a:lnTo>
                    <a:pt x="26" y="2"/>
                  </a:lnTo>
                  <a:lnTo>
                    <a:pt x="26" y="2"/>
                  </a:lnTo>
                  <a:lnTo>
                    <a:pt x="26" y="2"/>
                  </a:lnTo>
                  <a:lnTo>
                    <a:pt x="28" y="2"/>
                  </a:lnTo>
                  <a:lnTo>
                    <a:pt x="28" y="2"/>
                  </a:lnTo>
                  <a:lnTo>
                    <a:pt x="28" y="2"/>
                  </a:lnTo>
                  <a:lnTo>
                    <a:pt x="28" y="2"/>
                  </a:lnTo>
                  <a:lnTo>
                    <a:pt x="28" y="0"/>
                  </a:lnTo>
                  <a:lnTo>
                    <a:pt x="28" y="0"/>
                  </a:lnTo>
                  <a:lnTo>
                    <a:pt x="30" y="0"/>
                  </a:lnTo>
                  <a:lnTo>
                    <a:pt x="30" y="2"/>
                  </a:lnTo>
                  <a:lnTo>
                    <a:pt x="30" y="2"/>
                  </a:lnTo>
                  <a:lnTo>
                    <a:pt x="30" y="2"/>
                  </a:lnTo>
                  <a:lnTo>
                    <a:pt x="30" y="0"/>
                  </a:lnTo>
                  <a:lnTo>
                    <a:pt x="33" y="0"/>
                  </a:lnTo>
                  <a:lnTo>
                    <a:pt x="33"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253"/>
            <p:cNvSpPr>
              <a:spLocks/>
            </p:cNvSpPr>
            <p:nvPr/>
          </p:nvSpPr>
          <p:spPr bwMode="auto">
            <a:xfrm>
              <a:off x="2800350" y="2708275"/>
              <a:ext cx="104775" cy="101600"/>
            </a:xfrm>
            <a:custGeom>
              <a:avLst/>
              <a:gdLst/>
              <a:ahLst/>
              <a:cxnLst>
                <a:cxn ang="0">
                  <a:pos x="35" y="2"/>
                </a:cxn>
                <a:cxn ang="0">
                  <a:pos x="33" y="4"/>
                </a:cxn>
                <a:cxn ang="0">
                  <a:pos x="35" y="4"/>
                </a:cxn>
                <a:cxn ang="0">
                  <a:pos x="37" y="7"/>
                </a:cxn>
                <a:cxn ang="0">
                  <a:pos x="40" y="7"/>
                </a:cxn>
                <a:cxn ang="0">
                  <a:pos x="44" y="9"/>
                </a:cxn>
                <a:cxn ang="0">
                  <a:pos x="42" y="14"/>
                </a:cxn>
                <a:cxn ang="0">
                  <a:pos x="40" y="16"/>
                </a:cxn>
                <a:cxn ang="0">
                  <a:pos x="42" y="21"/>
                </a:cxn>
                <a:cxn ang="0">
                  <a:pos x="44" y="23"/>
                </a:cxn>
                <a:cxn ang="0">
                  <a:pos x="49" y="26"/>
                </a:cxn>
                <a:cxn ang="0">
                  <a:pos x="52" y="26"/>
                </a:cxn>
                <a:cxn ang="0">
                  <a:pos x="52" y="30"/>
                </a:cxn>
                <a:cxn ang="0">
                  <a:pos x="49" y="33"/>
                </a:cxn>
                <a:cxn ang="0">
                  <a:pos x="44" y="33"/>
                </a:cxn>
                <a:cxn ang="0">
                  <a:pos x="49" y="35"/>
                </a:cxn>
                <a:cxn ang="0">
                  <a:pos x="52" y="38"/>
                </a:cxn>
                <a:cxn ang="0">
                  <a:pos x="56" y="40"/>
                </a:cxn>
                <a:cxn ang="0">
                  <a:pos x="59" y="45"/>
                </a:cxn>
                <a:cxn ang="0">
                  <a:pos x="63" y="42"/>
                </a:cxn>
                <a:cxn ang="0">
                  <a:pos x="63" y="45"/>
                </a:cxn>
                <a:cxn ang="0">
                  <a:pos x="63" y="49"/>
                </a:cxn>
                <a:cxn ang="0">
                  <a:pos x="66" y="52"/>
                </a:cxn>
                <a:cxn ang="0">
                  <a:pos x="63" y="54"/>
                </a:cxn>
                <a:cxn ang="0">
                  <a:pos x="66" y="57"/>
                </a:cxn>
                <a:cxn ang="0">
                  <a:pos x="66" y="61"/>
                </a:cxn>
                <a:cxn ang="0">
                  <a:pos x="61" y="61"/>
                </a:cxn>
                <a:cxn ang="0">
                  <a:pos x="59" y="64"/>
                </a:cxn>
                <a:cxn ang="0">
                  <a:pos x="56" y="59"/>
                </a:cxn>
                <a:cxn ang="0">
                  <a:pos x="54" y="54"/>
                </a:cxn>
                <a:cxn ang="0">
                  <a:pos x="52" y="49"/>
                </a:cxn>
                <a:cxn ang="0">
                  <a:pos x="49" y="47"/>
                </a:cxn>
                <a:cxn ang="0">
                  <a:pos x="49" y="45"/>
                </a:cxn>
                <a:cxn ang="0">
                  <a:pos x="44" y="45"/>
                </a:cxn>
                <a:cxn ang="0">
                  <a:pos x="40" y="45"/>
                </a:cxn>
                <a:cxn ang="0">
                  <a:pos x="37" y="42"/>
                </a:cxn>
                <a:cxn ang="0">
                  <a:pos x="35" y="40"/>
                </a:cxn>
                <a:cxn ang="0">
                  <a:pos x="33" y="40"/>
                </a:cxn>
                <a:cxn ang="0">
                  <a:pos x="30" y="40"/>
                </a:cxn>
                <a:cxn ang="0">
                  <a:pos x="26" y="40"/>
                </a:cxn>
                <a:cxn ang="0">
                  <a:pos x="23" y="35"/>
                </a:cxn>
                <a:cxn ang="0">
                  <a:pos x="21" y="33"/>
                </a:cxn>
                <a:cxn ang="0">
                  <a:pos x="16" y="33"/>
                </a:cxn>
                <a:cxn ang="0">
                  <a:pos x="11" y="33"/>
                </a:cxn>
                <a:cxn ang="0">
                  <a:pos x="7" y="33"/>
                </a:cxn>
                <a:cxn ang="0">
                  <a:pos x="4" y="30"/>
                </a:cxn>
                <a:cxn ang="0">
                  <a:pos x="4" y="26"/>
                </a:cxn>
                <a:cxn ang="0">
                  <a:pos x="2" y="23"/>
                </a:cxn>
                <a:cxn ang="0">
                  <a:pos x="2" y="21"/>
                </a:cxn>
                <a:cxn ang="0">
                  <a:pos x="4" y="16"/>
                </a:cxn>
                <a:cxn ang="0">
                  <a:pos x="4" y="12"/>
                </a:cxn>
                <a:cxn ang="0">
                  <a:pos x="2" y="7"/>
                </a:cxn>
                <a:cxn ang="0">
                  <a:pos x="0" y="4"/>
                </a:cxn>
                <a:cxn ang="0">
                  <a:pos x="2" y="4"/>
                </a:cxn>
                <a:cxn ang="0">
                  <a:pos x="7" y="4"/>
                </a:cxn>
                <a:cxn ang="0">
                  <a:pos x="11" y="4"/>
                </a:cxn>
                <a:cxn ang="0">
                  <a:pos x="16" y="2"/>
                </a:cxn>
                <a:cxn ang="0">
                  <a:pos x="18" y="2"/>
                </a:cxn>
                <a:cxn ang="0">
                  <a:pos x="23" y="2"/>
                </a:cxn>
                <a:cxn ang="0">
                  <a:pos x="26" y="2"/>
                </a:cxn>
                <a:cxn ang="0">
                  <a:pos x="28" y="0"/>
                </a:cxn>
                <a:cxn ang="0">
                  <a:pos x="33" y="0"/>
                </a:cxn>
              </a:cxnLst>
              <a:rect l="0" t="0" r="r" b="b"/>
              <a:pathLst>
                <a:path w="66" h="64">
                  <a:moveTo>
                    <a:pt x="33" y="0"/>
                  </a:moveTo>
                  <a:lnTo>
                    <a:pt x="33" y="2"/>
                  </a:lnTo>
                  <a:lnTo>
                    <a:pt x="33" y="2"/>
                  </a:lnTo>
                  <a:lnTo>
                    <a:pt x="33" y="2"/>
                  </a:lnTo>
                  <a:lnTo>
                    <a:pt x="35" y="2"/>
                  </a:lnTo>
                  <a:lnTo>
                    <a:pt x="35" y="2"/>
                  </a:lnTo>
                  <a:lnTo>
                    <a:pt x="35" y="4"/>
                  </a:lnTo>
                  <a:lnTo>
                    <a:pt x="35" y="4"/>
                  </a:lnTo>
                  <a:lnTo>
                    <a:pt x="35" y="4"/>
                  </a:lnTo>
                  <a:lnTo>
                    <a:pt x="33" y="4"/>
                  </a:lnTo>
                  <a:lnTo>
                    <a:pt x="33" y="4"/>
                  </a:lnTo>
                  <a:lnTo>
                    <a:pt x="33" y="4"/>
                  </a:lnTo>
                  <a:lnTo>
                    <a:pt x="33" y="4"/>
                  </a:lnTo>
                  <a:lnTo>
                    <a:pt x="33" y="7"/>
                  </a:lnTo>
                  <a:lnTo>
                    <a:pt x="33" y="7"/>
                  </a:lnTo>
                  <a:lnTo>
                    <a:pt x="33" y="7"/>
                  </a:lnTo>
                  <a:lnTo>
                    <a:pt x="35" y="7"/>
                  </a:lnTo>
                  <a:lnTo>
                    <a:pt x="35" y="4"/>
                  </a:lnTo>
                  <a:lnTo>
                    <a:pt x="35" y="4"/>
                  </a:lnTo>
                  <a:lnTo>
                    <a:pt x="35" y="7"/>
                  </a:lnTo>
                  <a:lnTo>
                    <a:pt x="37" y="7"/>
                  </a:lnTo>
                  <a:lnTo>
                    <a:pt x="37" y="7"/>
                  </a:lnTo>
                  <a:lnTo>
                    <a:pt x="37" y="7"/>
                  </a:lnTo>
                  <a:lnTo>
                    <a:pt x="37" y="7"/>
                  </a:lnTo>
                  <a:lnTo>
                    <a:pt x="37" y="7"/>
                  </a:lnTo>
                  <a:lnTo>
                    <a:pt x="37" y="7"/>
                  </a:lnTo>
                  <a:lnTo>
                    <a:pt x="40" y="7"/>
                  </a:lnTo>
                  <a:lnTo>
                    <a:pt x="40" y="7"/>
                  </a:lnTo>
                  <a:lnTo>
                    <a:pt x="40" y="7"/>
                  </a:lnTo>
                  <a:lnTo>
                    <a:pt x="40" y="7"/>
                  </a:lnTo>
                  <a:lnTo>
                    <a:pt x="40" y="7"/>
                  </a:lnTo>
                  <a:lnTo>
                    <a:pt x="40" y="9"/>
                  </a:lnTo>
                  <a:lnTo>
                    <a:pt x="42" y="9"/>
                  </a:lnTo>
                  <a:lnTo>
                    <a:pt x="42" y="9"/>
                  </a:lnTo>
                  <a:lnTo>
                    <a:pt x="42" y="9"/>
                  </a:lnTo>
                  <a:lnTo>
                    <a:pt x="44" y="9"/>
                  </a:lnTo>
                  <a:lnTo>
                    <a:pt x="44" y="9"/>
                  </a:lnTo>
                  <a:lnTo>
                    <a:pt x="44" y="12"/>
                  </a:lnTo>
                  <a:lnTo>
                    <a:pt x="44" y="12"/>
                  </a:lnTo>
                  <a:lnTo>
                    <a:pt x="44" y="12"/>
                  </a:lnTo>
                  <a:lnTo>
                    <a:pt x="44" y="14"/>
                  </a:lnTo>
                  <a:lnTo>
                    <a:pt x="42" y="14"/>
                  </a:lnTo>
                  <a:lnTo>
                    <a:pt x="42" y="14"/>
                  </a:lnTo>
                  <a:lnTo>
                    <a:pt x="42" y="14"/>
                  </a:lnTo>
                  <a:lnTo>
                    <a:pt x="40" y="14"/>
                  </a:lnTo>
                  <a:lnTo>
                    <a:pt x="40" y="14"/>
                  </a:lnTo>
                  <a:lnTo>
                    <a:pt x="40" y="14"/>
                  </a:lnTo>
                  <a:lnTo>
                    <a:pt x="40" y="16"/>
                  </a:lnTo>
                  <a:lnTo>
                    <a:pt x="40" y="16"/>
                  </a:lnTo>
                  <a:lnTo>
                    <a:pt x="40" y="16"/>
                  </a:lnTo>
                  <a:lnTo>
                    <a:pt x="40" y="19"/>
                  </a:lnTo>
                  <a:lnTo>
                    <a:pt x="42" y="19"/>
                  </a:lnTo>
                  <a:lnTo>
                    <a:pt x="42" y="19"/>
                  </a:lnTo>
                  <a:lnTo>
                    <a:pt x="42" y="21"/>
                  </a:lnTo>
                  <a:lnTo>
                    <a:pt x="42" y="21"/>
                  </a:lnTo>
                  <a:lnTo>
                    <a:pt x="42" y="21"/>
                  </a:lnTo>
                  <a:lnTo>
                    <a:pt x="44" y="21"/>
                  </a:lnTo>
                  <a:lnTo>
                    <a:pt x="44" y="21"/>
                  </a:lnTo>
                  <a:lnTo>
                    <a:pt x="44" y="23"/>
                  </a:lnTo>
                  <a:lnTo>
                    <a:pt x="44" y="23"/>
                  </a:lnTo>
                  <a:lnTo>
                    <a:pt x="44" y="23"/>
                  </a:lnTo>
                  <a:lnTo>
                    <a:pt x="47" y="23"/>
                  </a:lnTo>
                  <a:lnTo>
                    <a:pt x="47" y="23"/>
                  </a:lnTo>
                  <a:lnTo>
                    <a:pt x="49" y="23"/>
                  </a:lnTo>
                  <a:lnTo>
                    <a:pt x="49" y="26"/>
                  </a:lnTo>
                  <a:lnTo>
                    <a:pt x="49" y="26"/>
                  </a:lnTo>
                  <a:lnTo>
                    <a:pt x="49" y="26"/>
                  </a:lnTo>
                  <a:lnTo>
                    <a:pt x="49" y="26"/>
                  </a:lnTo>
                  <a:lnTo>
                    <a:pt x="52" y="26"/>
                  </a:lnTo>
                  <a:lnTo>
                    <a:pt x="52" y="26"/>
                  </a:lnTo>
                  <a:lnTo>
                    <a:pt x="52" y="26"/>
                  </a:lnTo>
                  <a:lnTo>
                    <a:pt x="52" y="26"/>
                  </a:lnTo>
                  <a:lnTo>
                    <a:pt x="52" y="28"/>
                  </a:lnTo>
                  <a:lnTo>
                    <a:pt x="52" y="28"/>
                  </a:lnTo>
                  <a:lnTo>
                    <a:pt x="52" y="30"/>
                  </a:lnTo>
                  <a:lnTo>
                    <a:pt x="52" y="30"/>
                  </a:lnTo>
                  <a:lnTo>
                    <a:pt x="52" y="30"/>
                  </a:lnTo>
                  <a:lnTo>
                    <a:pt x="52" y="30"/>
                  </a:lnTo>
                  <a:lnTo>
                    <a:pt x="52" y="33"/>
                  </a:lnTo>
                  <a:lnTo>
                    <a:pt x="49" y="33"/>
                  </a:lnTo>
                  <a:lnTo>
                    <a:pt x="49" y="33"/>
                  </a:lnTo>
                  <a:lnTo>
                    <a:pt x="49" y="33"/>
                  </a:lnTo>
                  <a:lnTo>
                    <a:pt x="49" y="33"/>
                  </a:lnTo>
                  <a:lnTo>
                    <a:pt x="49" y="33"/>
                  </a:lnTo>
                  <a:lnTo>
                    <a:pt x="47" y="33"/>
                  </a:lnTo>
                  <a:lnTo>
                    <a:pt x="47" y="33"/>
                  </a:lnTo>
                  <a:lnTo>
                    <a:pt x="44" y="33"/>
                  </a:lnTo>
                  <a:lnTo>
                    <a:pt x="44" y="33"/>
                  </a:lnTo>
                  <a:lnTo>
                    <a:pt x="44" y="33"/>
                  </a:lnTo>
                  <a:lnTo>
                    <a:pt x="44" y="33"/>
                  </a:lnTo>
                  <a:lnTo>
                    <a:pt x="44" y="35"/>
                  </a:lnTo>
                  <a:lnTo>
                    <a:pt x="47" y="35"/>
                  </a:lnTo>
                  <a:lnTo>
                    <a:pt x="47" y="35"/>
                  </a:lnTo>
                  <a:lnTo>
                    <a:pt x="49" y="35"/>
                  </a:lnTo>
                  <a:lnTo>
                    <a:pt x="49" y="35"/>
                  </a:lnTo>
                  <a:lnTo>
                    <a:pt x="49" y="35"/>
                  </a:lnTo>
                  <a:lnTo>
                    <a:pt x="49" y="35"/>
                  </a:lnTo>
                  <a:lnTo>
                    <a:pt x="49" y="35"/>
                  </a:lnTo>
                  <a:lnTo>
                    <a:pt x="49" y="38"/>
                  </a:lnTo>
                  <a:lnTo>
                    <a:pt x="52" y="38"/>
                  </a:lnTo>
                  <a:lnTo>
                    <a:pt x="52" y="38"/>
                  </a:lnTo>
                  <a:lnTo>
                    <a:pt x="52" y="38"/>
                  </a:lnTo>
                  <a:lnTo>
                    <a:pt x="52" y="38"/>
                  </a:lnTo>
                  <a:lnTo>
                    <a:pt x="54" y="38"/>
                  </a:lnTo>
                  <a:lnTo>
                    <a:pt x="54" y="40"/>
                  </a:lnTo>
                  <a:lnTo>
                    <a:pt x="54" y="40"/>
                  </a:lnTo>
                  <a:lnTo>
                    <a:pt x="54" y="40"/>
                  </a:lnTo>
                  <a:lnTo>
                    <a:pt x="56" y="40"/>
                  </a:lnTo>
                  <a:lnTo>
                    <a:pt x="56" y="42"/>
                  </a:lnTo>
                  <a:lnTo>
                    <a:pt x="56" y="42"/>
                  </a:lnTo>
                  <a:lnTo>
                    <a:pt x="56" y="42"/>
                  </a:lnTo>
                  <a:lnTo>
                    <a:pt x="56" y="42"/>
                  </a:lnTo>
                  <a:lnTo>
                    <a:pt x="56" y="45"/>
                  </a:lnTo>
                  <a:lnTo>
                    <a:pt x="59" y="45"/>
                  </a:lnTo>
                  <a:lnTo>
                    <a:pt x="59" y="42"/>
                  </a:lnTo>
                  <a:lnTo>
                    <a:pt x="59" y="42"/>
                  </a:lnTo>
                  <a:lnTo>
                    <a:pt x="59" y="42"/>
                  </a:lnTo>
                  <a:lnTo>
                    <a:pt x="61" y="42"/>
                  </a:lnTo>
                  <a:lnTo>
                    <a:pt x="61" y="42"/>
                  </a:lnTo>
                  <a:lnTo>
                    <a:pt x="63" y="42"/>
                  </a:lnTo>
                  <a:lnTo>
                    <a:pt x="63" y="45"/>
                  </a:lnTo>
                  <a:lnTo>
                    <a:pt x="63" y="45"/>
                  </a:lnTo>
                  <a:lnTo>
                    <a:pt x="63" y="45"/>
                  </a:lnTo>
                  <a:lnTo>
                    <a:pt x="66" y="45"/>
                  </a:lnTo>
                  <a:lnTo>
                    <a:pt x="66" y="45"/>
                  </a:lnTo>
                  <a:lnTo>
                    <a:pt x="63" y="45"/>
                  </a:lnTo>
                  <a:lnTo>
                    <a:pt x="63" y="45"/>
                  </a:lnTo>
                  <a:lnTo>
                    <a:pt x="63" y="47"/>
                  </a:lnTo>
                  <a:lnTo>
                    <a:pt x="63" y="47"/>
                  </a:lnTo>
                  <a:lnTo>
                    <a:pt x="63" y="47"/>
                  </a:lnTo>
                  <a:lnTo>
                    <a:pt x="63" y="47"/>
                  </a:lnTo>
                  <a:lnTo>
                    <a:pt x="63" y="49"/>
                  </a:lnTo>
                  <a:lnTo>
                    <a:pt x="63" y="49"/>
                  </a:lnTo>
                  <a:lnTo>
                    <a:pt x="63" y="49"/>
                  </a:lnTo>
                  <a:lnTo>
                    <a:pt x="63" y="49"/>
                  </a:lnTo>
                  <a:lnTo>
                    <a:pt x="66" y="49"/>
                  </a:lnTo>
                  <a:lnTo>
                    <a:pt x="66" y="52"/>
                  </a:lnTo>
                  <a:lnTo>
                    <a:pt x="66" y="52"/>
                  </a:lnTo>
                  <a:lnTo>
                    <a:pt x="66" y="52"/>
                  </a:lnTo>
                  <a:lnTo>
                    <a:pt x="66" y="54"/>
                  </a:lnTo>
                  <a:lnTo>
                    <a:pt x="66" y="54"/>
                  </a:lnTo>
                  <a:lnTo>
                    <a:pt x="66" y="54"/>
                  </a:lnTo>
                  <a:lnTo>
                    <a:pt x="66" y="54"/>
                  </a:lnTo>
                  <a:lnTo>
                    <a:pt x="63" y="54"/>
                  </a:lnTo>
                  <a:lnTo>
                    <a:pt x="63" y="54"/>
                  </a:lnTo>
                  <a:lnTo>
                    <a:pt x="63" y="54"/>
                  </a:lnTo>
                  <a:lnTo>
                    <a:pt x="63" y="54"/>
                  </a:lnTo>
                  <a:lnTo>
                    <a:pt x="63" y="54"/>
                  </a:lnTo>
                  <a:lnTo>
                    <a:pt x="63" y="57"/>
                  </a:lnTo>
                  <a:lnTo>
                    <a:pt x="66" y="57"/>
                  </a:lnTo>
                  <a:lnTo>
                    <a:pt x="66" y="57"/>
                  </a:lnTo>
                  <a:lnTo>
                    <a:pt x="66" y="59"/>
                  </a:lnTo>
                  <a:lnTo>
                    <a:pt x="66" y="59"/>
                  </a:lnTo>
                  <a:lnTo>
                    <a:pt x="63" y="59"/>
                  </a:lnTo>
                  <a:lnTo>
                    <a:pt x="63" y="61"/>
                  </a:lnTo>
                  <a:lnTo>
                    <a:pt x="66" y="61"/>
                  </a:lnTo>
                  <a:lnTo>
                    <a:pt x="66" y="61"/>
                  </a:lnTo>
                  <a:lnTo>
                    <a:pt x="63" y="61"/>
                  </a:lnTo>
                  <a:lnTo>
                    <a:pt x="63" y="61"/>
                  </a:lnTo>
                  <a:lnTo>
                    <a:pt x="63" y="61"/>
                  </a:lnTo>
                  <a:lnTo>
                    <a:pt x="61" y="61"/>
                  </a:lnTo>
                  <a:lnTo>
                    <a:pt x="61" y="61"/>
                  </a:lnTo>
                  <a:lnTo>
                    <a:pt x="61" y="61"/>
                  </a:lnTo>
                  <a:lnTo>
                    <a:pt x="61" y="61"/>
                  </a:lnTo>
                  <a:lnTo>
                    <a:pt x="59" y="61"/>
                  </a:lnTo>
                  <a:lnTo>
                    <a:pt x="59" y="61"/>
                  </a:lnTo>
                  <a:lnTo>
                    <a:pt x="59" y="61"/>
                  </a:lnTo>
                  <a:lnTo>
                    <a:pt x="59" y="64"/>
                  </a:lnTo>
                  <a:lnTo>
                    <a:pt x="56" y="64"/>
                  </a:lnTo>
                  <a:lnTo>
                    <a:pt x="56" y="64"/>
                  </a:lnTo>
                  <a:lnTo>
                    <a:pt x="56" y="61"/>
                  </a:lnTo>
                  <a:lnTo>
                    <a:pt x="56" y="61"/>
                  </a:lnTo>
                  <a:lnTo>
                    <a:pt x="56" y="59"/>
                  </a:lnTo>
                  <a:lnTo>
                    <a:pt x="56" y="59"/>
                  </a:lnTo>
                  <a:lnTo>
                    <a:pt x="56" y="59"/>
                  </a:lnTo>
                  <a:lnTo>
                    <a:pt x="56" y="57"/>
                  </a:lnTo>
                  <a:lnTo>
                    <a:pt x="56" y="57"/>
                  </a:lnTo>
                  <a:lnTo>
                    <a:pt x="54" y="57"/>
                  </a:lnTo>
                  <a:lnTo>
                    <a:pt x="54" y="54"/>
                  </a:lnTo>
                  <a:lnTo>
                    <a:pt x="54" y="54"/>
                  </a:lnTo>
                  <a:lnTo>
                    <a:pt x="54" y="54"/>
                  </a:lnTo>
                  <a:lnTo>
                    <a:pt x="54" y="54"/>
                  </a:lnTo>
                  <a:lnTo>
                    <a:pt x="54" y="52"/>
                  </a:lnTo>
                  <a:lnTo>
                    <a:pt x="54" y="52"/>
                  </a:lnTo>
                  <a:lnTo>
                    <a:pt x="52" y="52"/>
                  </a:lnTo>
                  <a:lnTo>
                    <a:pt x="52" y="49"/>
                  </a:lnTo>
                  <a:lnTo>
                    <a:pt x="52" y="49"/>
                  </a:lnTo>
                  <a:lnTo>
                    <a:pt x="52" y="49"/>
                  </a:lnTo>
                  <a:lnTo>
                    <a:pt x="52" y="49"/>
                  </a:lnTo>
                  <a:lnTo>
                    <a:pt x="49" y="49"/>
                  </a:lnTo>
                  <a:lnTo>
                    <a:pt x="49" y="49"/>
                  </a:lnTo>
                  <a:lnTo>
                    <a:pt x="49" y="47"/>
                  </a:lnTo>
                  <a:lnTo>
                    <a:pt x="49" y="47"/>
                  </a:lnTo>
                  <a:lnTo>
                    <a:pt x="49" y="47"/>
                  </a:lnTo>
                  <a:lnTo>
                    <a:pt x="49" y="45"/>
                  </a:lnTo>
                  <a:lnTo>
                    <a:pt x="49" y="45"/>
                  </a:lnTo>
                  <a:lnTo>
                    <a:pt x="49" y="45"/>
                  </a:lnTo>
                  <a:lnTo>
                    <a:pt x="49" y="45"/>
                  </a:lnTo>
                  <a:lnTo>
                    <a:pt x="49" y="45"/>
                  </a:lnTo>
                  <a:lnTo>
                    <a:pt x="47" y="45"/>
                  </a:lnTo>
                  <a:lnTo>
                    <a:pt x="47" y="45"/>
                  </a:lnTo>
                  <a:lnTo>
                    <a:pt x="44" y="45"/>
                  </a:lnTo>
                  <a:lnTo>
                    <a:pt x="44" y="45"/>
                  </a:lnTo>
                  <a:lnTo>
                    <a:pt x="44" y="45"/>
                  </a:lnTo>
                  <a:lnTo>
                    <a:pt x="44" y="45"/>
                  </a:lnTo>
                  <a:lnTo>
                    <a:pt x="42" y="45"/>
                  </a:lnTo>
                  <a:lnTo>
                    <a:pt x="42" y="45"/>
                  </a:lnTo>
                  <a:lnTo>
                    <a:pt x="42" y="45"/>
                  </a:lnTo>
                  <a:lnTo>
                    <a:pt x="42" y="45"/>
                  </a:lnTo>
                  <a:lnTo>
                    <a:pt x="40" y="45"/>
                  </a:lnTo>
                  <a:lnTo>
                    <a:pt x="40" y="45"/>
                  </a:lnTo>
                  <a:lnTo>
                    <a:pt x="40" y="45"/>
                  </a:lnTo>
                  <a:lnTo>
                    <a:pt x="40" y="45"/>
                  </a:lnTo>
                  <a:lnTo>
                    <a:pt x="37" y="45"/>
                  </a:lnTo>
                  <a:lnTo>
                    <a:pt x="37" y="42"/>
                  </a:lnTo>
                  <a:lnTo>
                    <a:pt x="37" y="42"/>
                  </a:lnTo>
                  <a:lnTo>
                    <a:pt x="37" y="45"/>
                  </a:lnTo>
                  <a:lnTo>
                    <a:pt x="37" y="45"/>
                  </a:lnTo>
                  <a:lnTo>
                    <a:pt x="37" y="42"/>
                  </a:lnTo>
                  <a:lnTo>
                    <a:pt x="37" y="42"/>
                  </a:lnTo>
                  <a:lnTo>
                    <a:pt x="35" y="42"/>
                  </a:lnTo>
                  <a:lnTo>
                    <a:pt x="35" y="40"/>
                  </a:lnTo>
                  <a:lnTo>
                    <a:pt x="35" y="40"/>
                  </a:lnTo>
                  <a:lnTo>
                    <a:pt x="35" y="40"/>
                  </a:lnTo>
                  <a:lnTo>
                    <a:pt x="35" y="38"/>
                  </a:lnTo>
                  <a:lnTo>
                    <a:pt x="33" y="38"/>
                  </a:lnTo>
                  <a:lnTo>
                    <a:pt x="33" y="38"/>
                  </a:lnTo>
                  <a:lnTo>
                    <a:pt x="33" y="40"/>
                  </a:lnTo>
                  <a:lnTo>
                    <a:pt x="33" y="40"/>
                  </a:lnTo>
                  <a:lnTo>
                    <a:pt x="30" y="40"/>
                  </a:lnTo>
                  <a:lnTo>
                    <a:pt x="30" y="40"/>
                  </a:lnTo>
                  <a:lnTo>
                    <a:pt x="30" y="40"/>
                  </a:lnTo>
                  <a:lnTo>
                    <a:pt x="30" y="40"/>
                  </a:lnTo>
                  <a:lnTo>
                    <a:pt x="30" y="40"/>
                  </a:lnTo>
                  <a:lnTo>
                    <a:pt x="28" y="40"/>
                  </a:lnTo>
                  <a:lnTo>
                    <a:pt x="28" y="40"/>
                  </a:lnTo>
                  <a:lnTo>
                    <a:pt x="28" y="40"/>
                  </a:lnTo>
                  <a:lnTo>
                    <a:pt x="26" y="40"/>
                  </a:lnTo>
                  <a:lnTo>
                    <a:pt x="26" y="40"/>
                  </a:lnTo>
                  <a:lnTo>
                    <a:pt x="26" y="40"/>
                  </a:lnTo>
                  <a:lnTo>
                    <a:pt x="26" y="38"/>
                  </a:lnTo>
                  <a:lnTo>
                    <a:pt x="26" y="38"/>
                  </a:lnTo>
                  <a:lnTo>
                    <a:pt x="23" y="38"/>
                  </a:lnTo>
                  <a:lnTo>
                    <a:pt x="23" y="38"/>
                  </a:lnTo>
                  <a:lnTo>
                    <a:pt x="23" y="38"/>
                  </a:lnTo>
                  <a:lnTo>
                    <a:pt x="23" y="35"/>
                  </a:lnTo>
                  <a:lnTo>
                    <a:pt x="23" y="35"/>
                  </a:lnTo>
                  <a:lnTo>
                    <a:pt x="23" y="35"/>
                  </a:lnTo>
                  <a:lnTo>
                    <a:pt x="21" y="35"/>
                  </a:lnTo>
                  <a:lnTo>
                    <a:pt x="21" y="35"/>
                  </a:lnTo>
                  <a:lnTo>
                    <a:pt x="21" y="35"/>
                  </a:lnTo>
                  <a:lnTo>
                    <a:pt x="21" y="33"/>
                  </a:lnTo>
                  <a:lnTo>
                    <a:pt x="18" y="33"/>
                  </a:lnTo>
                  <a:lnTo>
                    <a:pt x="18" y="33"/>
                  </a:lnTo>
                  <a:lnTo>
                    <a:pt x="18" y="33"/>
                  </a:lnTo>
                  <a:lnTo>
                    <a:pt x="18" y="33"/>
                  </a:lnTo>
                  <a:lnTo>
                    <a:pt x="16" y="33"/>
                  </a:lnTo>
                  <a:lnTo>
                    <a:pt x="16" y="33"/>
                  </a:lnTo>
                  <a:lnTo>
                    <a:pt x="16" y="33"/>
                  </a:lnTo>
                  <a:lnTo>
                    <a:pt x="14" y="33"/>
                  </a:lnTo>
                  <a:lnTo>
                    <a:pt x="14" y="33"/>
                  </a:lnTo>
                  <a:lnTo>
                    <a:pt x="11" y="33"/>
                  </a:lnTo>
                  <a:lnTo>
                    <a:pt x="11" y="33"/>
                  </a:lnTo>
                  <a:lnTo>
                    <a:pt x="11" y="33"/>
                  </a:lnTo>
                  <a:lnTo>
                    <a:pt x="9" y="33"/>
                  </a:lnTo>
                  <a:lnTo>
                    <a:pt x="9" y="33"/>
                  </a:lnTo>
                  <a:lnTo>
                    <a:pt x="9" y="33"/>
                  </a:lnTo>
                  <a:lnTo>
                    <a:pt x="9" y="33"/>
                  </a:lnTo>
                  <a:lnTo>
                    <a:pt x="9" y="33"/>
                  </a:lnTo>
                  <a:lnTo>
                    <a:pt x="7" y="33"/>
                  </a:lnTo>
                  <a:lnTo>
                    <a:pt x="7" y="33"/>
                  </a:lnTo>
                  <a:lnTo>
                    <a:pt x="7" y="30"/>
                  </a:lnTo>
                  <a:lnTo>
                    <a:pt x="4" y="30"/>
                  </a:lnTo>
                  <a:lnTo>
                    <a:pt x="4" y="30"/>
                  </a:lnTo>
                  <a:lnTo>
                    <a:pt x="4" y="30"/>
                  </a:lnTo>
                  <a:lnTo>
                    <a:pt x="4" y="30"/>
                  </a:lnTo>
                  <a:lnTo>
                    <a:pt x="4" y="28"/>
                  </a:lnTo>
                  <a:lnTo>
                    <a:pt x="4" y="28"/>
                  </a:lnTo>
                  <a:lnTo>
                    <a:pt x="4" y="28"/>
                  </a:lnTo>
                  <a:lnTo>
                    <a:pt x="4" y="28"/>
                  </a:lnTo>
                  <a:lnTo>
                    <a:pt x="4" y="26"/>
                  </a:lnTo>
                  <a:lnTo>
                    <a:pt x="4" y="26"/>
                  </a:lnTo>
                  <a:lnTo>
                    <a:pt x="2" y="26"/>
                  </a:lnTo>
                  <a:lnTo>
                    <a:pt x="2" y="26"/>
                  </a:lnTo>
                  <a:lnTo>
                    <a:pt x="2" y="26"/>
                  </a:lnTo>
                  <a:lnTo>
                    <a:pt x="2" y="23"/>
                  </a:lnTo>
                  <a:lnTo>
                    <a:pt x="2" y="23"/>
                  </a:lnTo>
                  <a:lnTo>
                    <a:pt x="2" y="23"/>
                  </a:lnTo>
                  <a:lnTo>
                    <a:pt x="2" y="23"/>
                  </a:lnTo>
                  <a:lnTo>
                    <a:pt x="2" y="21"/>
                  </a:lnTo>
                  <a:lnTo>
                    <a:pt x="0" y="21"/>
                  </a:lnTo>
                  <a:lnTo>
                    <a:pt x="0" y="21"/>
                  </a:lnTo>
                  <a:lnTo>
                    <a:pt x="2" y="21"/>
                  </a:lnTo>
                  <a:lnTo>
                    <a:pt x="2" y="21"/>
                  </a:lnTo>
                  <a:lnTo>
                    <a:pt x="2" y="19"/>
                  </a:lnTo>
                  <a:lnTo>
                    <a:pt x="4" y="19"/>
                  </a:lnTo>
                  <a:lnTo>
                    <a:pt x="4" y="19"/>
                  </a:lnTo>
                  <a:lnTo>
                    <a:pt x="4" y="19"/>
                  </a:lnTo>
                  <a:lnTo>
                    <a:pt x="4" y="16"/>
                  </a:lnTo>
                  <a:lnTo>
                    <a:pt x="4" y="16"/>
                  </a:lnTo>
                  <a:lnTo>
                    <a:pt x="4" y="16"/>
                  </a:lnTo>
                  <a:lnTo>
                    <a:pt x="4" y="14"/>
                  </a:lnTo>
                  <a:lnTo>
                    <a:pt x="4" y="14"/>
                  </a:lnTo>
                  <a:lnTo>
                    <a:pt x="4" y="14"/>
                  </a:lnTo>
                  <a:lnTo>
                    <a:pt x="4" y="14"/>
                  </a:lnTo>
                  <a:lnTo>
                    <a:pt x="4" y="12"/>
                  </a:lnTo>
                  <a:lnTo>
                    <a:pt x="4" y="12"/>
                  </a:lnTo>
                  <a:lnTo>
                    <a:pt x="4" y="12"/>
                  </a:lnTo>
                  <a:lnTo>
                    <a:pt x="4" y="9"/>
                  </a:lnTo>
                  <a:lnTo>
                    <a:pt x="4" y="9"/>
                  </a:lnTo>
                  <a:lnTo>
                    <a:pt x="2" y="9"/>
                  </a:lnTo>
                  <a:lnTo>
                    <a:pt x="2" y="7"/>
                  </a:lnTo>
                  <a:lnTo>
                    <a:pt x="2" y="7"/>
                  </a:lnTo>
                  <a:lnTo>
                    <a:pt x="0" y="7"/>
                  </a:lnTo>
                  <a:lnTo>
                    <a:pt x="0" y="7"/>
                  </a:lnTo>
                  <a:lnTo>
                    <a:pt x="0" y="7"/>
                  </a:lnTo>
                  <a:lnTo>
                    <a:pt x="0" y="7"/>
                  </a:lnTo>
                  <a:lnTo>
                    <a:pt x="0" y="4"/>
                  </a:lnTo>
                  <a:lnTo>
                    <a:pt x="0" y="4"/>
                  </a:lnTo>
                  <a:lnTo>
                    <a:pt x="0" y="4"/>
                  </a:lnTo>
                  <a:lnTo>
                    <a:pt x="0" y="4"/>
                  </a:lnTo>
                  <a:lnTo>
                    <a:pt x="0" y="4"/>
                  </a:lnTo>
                  <a:lnTo>
                    <a:pt x="2" y="4"/>
                  </a:lnTo>
                  <a:lnTo>
                    <a:pt x="2" y="4"/>
                  </a:lnTo>
                  <a:lnTo>
                    <a:pt x="2" y="4"/>
                  </a:lnTo>
                  <a:lnTo>
                    <a:pt x="4" y="4"/>
                  </a:lnTo>
                  <a:lnTo>
                    <a:pt x="4" y="4"/>
                  </a:lnTo>
                  <a:lnTo>
                    <a:pt x="4" y="4"/>
                  </a:lnTo>
                  <a:lnTo>
                    <a:pt x="7" y="4"/>
                  </a:lnTo>
                  <a:lnTo>
                    <a:pt x="7" y="4"/>
                  </a:lnTo>
                  <a:lnTo>
                    <a:pt x="7" y="4"/>
                  </a:lnTo>
                  <a:lnTo>
                    <a:pt x="9" y="4"/>
                  </a:lnTo>
                  <a:lnTo>
                    <a:pt x="9" y="4"/>
                  </a:lnTo>
                  <a:lnTo>
                    <a:pt x="9" y="4"/>
                  </a:lnTo>
                  <a:lnTo>
                    <a:pt x="11" y="4"/>
                  </a:lnTo>
                  <a:lnTo>
                    <a:pt x="11" y="4"/>
                  </a:lnTo>
                  <a:lnTo>
                    <a:pt x="11" y="2"/>
                  </a:lnTo>
                  <a:lnTo>
                    <a:pt x="11" y="2"/>
                  </a:lnTo>
                  <a:lnTo>
                    <a:pt x="14" y="2"/>
                  </a:lnTo>
                  <a:lnTo>
                    <a:pt x="14" y="2"/>
                  </a:lnTo>
                  <a:lnTo>
                    <a:pt x="14" y="2"/>
                  </a:lnTo>
                  <a:lnTo>
                    <a:pt x="16" y="2"/>
                  </a:lnTo>
                  <a:lnTo>
                    <a:pt x="16" y="2"/>
                  </a:lnTo>
                  <a:lnTo>
                    <a:pt x="16" y="2"/>
                  </a:lnTo>
                  <a:lnTo>
                    <a:pt x="16" y="2"/>
                  </a:lnTo>
                  <a:lnTo>
                    <a:pt x="18" y="2"/>
                  </a:lnTo>
                  <a:lnTo>
                    <a:pt x="18" y="2"/>
                  </a:lnTo>
                  <a:lnTo>
                    <a:pt x="18" y="2"/>
                  </a:lnTo>
                  <a:lnTo>
                    <a:pt x="18" y="2"/>
                  </a:lnTo>
                  <a:lnTo>
                    <a:pt x="18" y="2"/>
                  </a:lnTo>
                  <a:lnTo>
                    <a:pt x="21" y="2"/>
                  </a:lnTo>
                  <a:lnTo>
                    <a:pt x="21" y="2"/>
                  </a:lnTo>
                  <a:lnTo>
                    <a:pt x="23" y="2"/>
                  </a:lnTo>
                  <a:lnTo>
                    <a:pt x="23" y="2"/>
                  </a:lnTo>
                  <a:lnTo>
                    <a:pt x="23" y="2"/>
                  </a:lnTo>
                  <a:lnTo>
                    <a:pt x="23" y="2"/>
                  </a:lnTo>
                  <a:lnTo>
                    <a:pt x="26" y="2"/>
                  </a:lnTo>
                  <a:lnTo>
                    <a:pt x="26" y="2"/>
                  </a:lnTo>
                  <a:lnTo>
                    <a:pt x="26" y="2"/>
                  </a:lnTo>
                  <a:lnTo>
                    <a:pt x="26" y="2"/>
                  </a:lnTo>
                  <a:lnTo>
                    <a:pt x="28" y="2"/>
                  </a:lnTo>
                  <a:lnTo>
                    <a:pt x="28" y="2"/>
                  </a:lnTo>
                  <a:lnTo>
                    <a:pt x="28" y="2"/>
                  </a:lnTo>
                  <a:lnTo>
                    <a:pt x="28" y="2"/>
                  </a:lnTo>
                  <a:lnTo>
                    <a:pt x="28" y="0"/>
                  </a:lnTo>
                  <a:lnTo>
                    <a:pt x="28" y="0"/>
                  </a:lnTo>
                  <a:lnTo>
                    <a:pt x="30" y="0"/>
                  </a:lnTo>
                  <a:lnTo>
                    <a:pt x="30" y="2"/>
                  </a:lnTo>
                  <a:lnTo>
                    <a:pt x="30" y="2"/>
                  </a:lnTo>
                  <a:lnTo>
                    <a:pt x="30" y="2"/>
                  </a:lnTo>
                  <a:lnTo>
                    <a:pt x="30" y="0"/>
                  </a:lnTo>
                  <a:lnTo>
                    <a:pt x="33" y="0"/>
                  </a:lnTo>
                  <a:lnTo>
                    <a:pt x="33"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254"/>
            <p:cNvSpPr>
              <a:spLocks/>
            </p:cNvSpPr>
            <p:nvPr/>
          </p:nvSpPr>
          <p:spPr bwMode="auto">
            <a:xfrm>
              <a:off x="3235325" y="3351213"/>
              <a:ext cx="3175" cy="3175"/>
            </a:xfrm>
            <a:custGeom>
              <a:avLst/>
              <a:gdLst/>
              <a:ahLst/>
              <a:cxnLst>
                <a:cxn ang="0">
                  <a:pos x="2" y="2"/>
                </a:cxn>
                <a:cxn ang="0">
                  <a:pos x="2" y="0"/>
                </a:cxn>
                <a:cxn ang="0">
                  <a:pos x="0" y="0"/>
                </a:cxn>
                <a:cxn ang="0">
                  <a:pos x="0" y="0"/>
                </a:cxn>
                <a:cxn ang="0">
                  <a:pos x="0" y="2"/>
                </a:cxn>
                <a:cxn ang="0">
                  <a:pos x="0" y="2"/>
                </a:cxn>
                <a:cxn ang="0">
                  <a:pos x="0" y="2"/>
                </a:cxn>
                <a:cxn ang="0">
                  <a:pos x="2" y="2"/>
                </a:cxn>
                <a:cxn ang="0">
                  <a:pos x="2" y="2"/>
                </a:cxn>
              </a:cxnLst>
              <a:rect l="0" t="0" r="r" b="b"/>
              <a:pathLst>
                <a:path w="2" h="2">
                  <a:moveTo>
                    <a:pt x="2" y="2"/>
                  </a:moveTo>
                  <a:lnTo>
                    <a:pt x="2" y="0"/>
                  </a:lnTo>
                  <a:lnTo>
                    <a:pt x="0" y="0"/>
                  </a:lnTo>
                  <a:lnTo>
                    <a:pt x="0" y="0"/>
                  </a:lnTo>
                  <a:lnTo>
                    <a:pt x="0" y="2"/>
                  </a:lnTo>
                  <a:lnTo>
                    <a:pt x="0" y="2"/>
                  </a:lnTo>
                  <a:lnTo>
                    <a:pt x="0" y="2"/>
                  </a:lnTo>
                  <a:lnTo>
                    <a:pt x="2" y="2"/>
                  </a:lnTo>
                  <a:lnTo>
                    <a:pt x="2" y="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255"/>
            <p:cNvSpPr>
              <a:spLocks/>
            </p:cNvSpPr>
            <p:nvPr/>
          </p:nvSpPr>
          <p:spPr bwMode="auto">
            <a:xfrm>
              <a:off x="3235325" y="3351213"/>
              <a:ext cx="3175" cy="3175"/>
            </a:xfrm>
            <a:custGeom>
              <a:avLst/>
              <a:gdLst/>
              <a:ahLst/>
              <a:cxnLst>
                <a:cxn ang="0">
                  <a:pos x="2" y="2"/>
                </a:cxn>
                <a:cxn ang="0">
                  <a:pos x="2" y="0"/>
                </a:cxn>
                <a:cxn ang="0">
                  <a:pos x="0" y="0"/>
                </a:cxn>
                <a:cxn ang="0">
                  <a:pos x="0" y="0"/>
                </a:cxn>
                <a:cxn ang="0">
                  <a:pos x="0" y="2"/>
                </a:cxn>
                <a:cxn ang="0">
                  <a:pos x="0" y="2"/>
                </a:cxn>
                <a:cxn ang="0">
                  <a:pos x="0" y="2"/>
                </a:cxn>
                <a:cxn ang="0">
                  <a:pos x="2" y="2"/>
                </a:cxn>
                <a:cxn ang="0">
                  <a:pos x="2" y="2"/>
                </a:cxn>
              </a:cxnLst>
              <a:rect l="0" t="0" r="r" b="b"/>
              <a:pathLst>
                <a:path w="2" h="2">
                  <a:moveTo>
                    <a:pt x="2" y="2"/>
                  </a:moveTo>
                  <a:lnTo>
                    <a:pt x="2" y="0"/>
                  </a:lnTo>
                  <a:lnTo>
                    <a:pt x="0" y="0"/>
                  </a:lnTo>
                  <a:lnTo>
                    <a:pt x="0" y="0"/>
                  </a:lnTo>
                  <a:lnTo>
                    <a:pt x="0" y="2"/>
                  </a:lnTo>
                  <a:lnTo>
                    <a:pt x="0" y="2"/>
                  </a:lnTo>
                  <a:lnTo>
                    <a:pt x="0" y="2"/>
                  </a:lnTo>
                  <a:lnTo>
                    <a:pt x="2" y="2"/>
                  </a:lnTo>
                  <a:lnTo>
                    <a:pt x="2" y="2"/>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256"/>
            <p:cNvSpPr>
              <a:spLocks/>
            </p:cNvSpPr>
            <p:nvPr/>
          </p:nvSpPr>
          <p:spPr bwMode="auto">
            <a:xfrm>
              <a:off x="3652838" y="3090863"/>
              <a:ext cx="3175" cy="4762"/>
            </a:xfrm>
            <a:custGeom>
              <a:avLst/>
              <a:gdLst/>
              <a:ahLst/>
              <a:cxnLst>
                <a:cxn ang="0">
                  <a:pos x="0" y="3"/>
                </a:cxn>
                <a:cxn ang="0">
                  <a:pos x="0" y="3"/>
                </a:cxn>
                <a:cxn ang="0">
                  <a:pos x="0" y="0"/>
                </a:cxn>
                <a:cxn ang="0">
                  <a:pos x="0" y="0"/>
                </a:cxn>
                <a:cxn ang="0">
                  <a:pos x="2" y="0"/>
                </a:cxn>
                <a:cxn ang="0">
                  <a:pos x="2" y="3"/>
                </a:cxn>
                <a:cxn ang="0">
                  <a:pos x="0" y="3"/>
                </a:cxn>
              </a:cxnLst>
              <a:rect l="0" t="0" r="r" b="b"/>
              <a:pathLst>
                <a:path w="2" h="3">
                  <a:moveTo>
                    <a:pt x="0" y="3"/>
                  </a:moveTo>
                  <a:lnTo>
                    <a:pt x="0" y="3"/>
                  </a:lnTo>
                  <a:lnTo>
                    <a:pt x="0" y="0"/>
                  </a:lnTo>
                  <a:lnTo>
                    <a:pt x="0" y="0"/>
                  </a:lnTo>
                  <a:lnTo>
                    <a:pt x="2" y="0"/>
                  </a:lnTo>
                  <a:lnTo>
                    <a:pt x="2" y="3"/>
                  </a:lnTo>
                  <a:lnTo>
                    <a:pt x="0"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257"/>
            <p:cNvSpPr>
              <a:spLocks/>
            </p:cNvSpPr>
            <p:nvPr/>
          </p:nvSpPr>
          <p:spPr bwMode="auto">
            <a:xfrm>
              <a:off x="3652838" y="3090863"/>
              <a:ext cx="3175" cy="4762"/>
            </a:xfrm>
            <a:custGeom>
              <a:avLst/>
              <a:gdLst/>
              <a:ahLst/>
              <a:cxnLst>
                <a:cxn ang="0">
                  <a:pos x="0" y="3"/>
                </a:cxn>
                <a:cxn ang="0">
                  <a:pos x="0" y="3"/>
                </a:cxn>
                <a:cxn ang="0">
                  <a:pos x="0" y="0"/>
                </a:cxn>
                <a:cxn ang="0">
                  <a:pos x="0" y="0"/>
                </a:cxn>
                <a:cxn ang="0">
                  <a:pos x="2" y="0"/>
                </a:cxn>
                <a:cxn ang="0">
                  <a:pos x="2" y="3"/>
                </a:cxn>
                <a:cxn ang="0">
                  <a:pos x="0" y="3"/>
                </a:cxn>
              </a:cxnLst>
              <a:rect l="0" t="0" r="r" b="b"/>
              <a:pathLst>
                <a:path w="2" h="3">
                  <a:moveTo>
                    <a:pt x="0" y="3"/>
                  </a:moveTo>
                  <a:lnTo>
                    <a:pt x="0" y="3"/>
                  </a:lnTo>
                  <a:lnTo>
                    <a:pt x="0" y="0"/>
                  </a:lnTo>
                  <a:lnTo>
                    <a:pt x="0" y="0"/>
                  </a:lnTo>
                  <a:lnTo>
                    <a:pt x="2" y="0"/>
                  </a:lnTo>
                  <a:lnTo>
                    <a:pt x="2" y="3"/>
                  </a:lnTo>
                  <a:lnTo>
                    <a:pt x="0"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258"/>
            <p:cNvSpPr>
              <a:spLocks/>
            </p:cNvSpPr>
            <p:nvPr/>
          </p:nvSpPr>
          <p:spPr bwMode="auto">
            <a:xfrm>
              <a:off x="3378200" y="2824163"/>
              <a:ext cx="492125" cy="365125"/>
            </a:xfrm>
            <a:custGeom>
              <a:avLst/>
              <a:gdLst/>
              <a:ahLst/>
              <a:cxnLst>
                <a:cxn ang="0">
                  <a:pos x="232" y="12"/>
                </a:cxn>
                <a:cxn ang="0">
                  <a:pos x="237" y="21"/>
                </a:cxn>
                <a:cxn ang="0">
                  <a:pos x="239" y="43"/>
                </a:cxn>
                <a:cxn ang="0">
                  <a:pos x="253" y="38"/>
                </a:cxn>
                <a:cxn ang="0">
                  <a:pos x="267" y="31"/>
                </a:cxn>
                <a:cxn ang="0">
                  <a:pos x="284" y="26"/>
                </a:cxn>
                <a:cxn ang="0">
                  <a:pos x="294" y="29"/>
                </a:cxn>
                <a:cxn ang="0">
                  <a:pos x="308" y="29"/>
                </a:cxn>
                <a:cxn ang="0">
                  <a:pos x="303" y="36"/>
                </a:cxn>
                <a:cxn ang="0">
                  <a:pos x="289" y="40"/>
                </a:cxn>
                <a:cxn ang="0">
                  <a:pos x="272" y="40"/>
                </a:cxn>
                <a:cxn ang="0">
                  <a:pos x="256" y="43"/>
                </a:cxn>
                <a:cxn ang="0">
                  <a:pos x="244" y="52"/>
                </a:cxn>
                <a:cxn ang="0">
                  <a:pos x="232" y="59"/>
                </a:cxn>
                <a:cxn ang="0">
                  <a:pos x="239" y="71"/>
                </a:cxn>
                <a:cxn ang="0">
                  <a:pos x="239" y="83"/>
                </a:cxn>
                <a:cxn ang="0">
                  <a:pos x="227" y="97"/>
                </a:cxn>
                <a:cxn ang="0">
                  <a:pos x="227" y="112"/>
                </a:cxn>
                <a:cxn ang="0">
                  <a:pos x="208" y="112"/>
                </a:cxn>
                <a:cxn ang="0">
                  <a:pos x="208" y="121"/>
                </a:cxn>
                <a:cxn ang="0">
                  <a:pos x="206" y="133"/>
                </a:cxn>
                <a:cxn ang="0">
                  <a:pos x="194" y="142"/>
                </a:cxn>
                <a:cxn ang="0">
                  <a:pos x="189" y="159"/>
                </a:cxn>
                <a:cxn ang="0">
                  <a:pos x="182" y="173"/>
                </a:cxn>
                <a:cxn ang="0">
                  <a:pos x="168" y="168"/>
                </a:cxn>
                <a:cxn ang="0">
                  <a:pos x="156" y="176"/>
                </a:cxn>
                <a:cxn ang="0">
                  <a:pos x="152" y="183"/>
                </a:cxn>
                <a:cxn ang="0">
                  <a:pos x="135" y="185"/>
                </a:cxn>
                <a:cxn ang="0">
                  <a:pos x="125" y="199"/>
                </a:cxn>
                <a:cxn ang="0">
                  <a:pos x="125" y="218"/>
                </a:cxn>
                <a:cxn ang="0">
                  <a:pos x="109" y="223"/>
                </a:cxn>
                <a:cxn ang="0">
                  <a:pos x="90" y="225"/>
                </a:cxn>
                <a:cxn ang="0">
                  <a:pos x="73" y="228"/>
                </a:cxn>
                <a:cxn ang="0">
                  <a:pos x="54" y="228"/>
                </a:cxn>
                <a:cxn ang="0">
                  <a:pos x="38" y="228"/>
                </a:cxn>
                <a:cxn ang="0">
                  <a:pos x="21" y="221"/>
                </a:cxn>
                <a:cxn ang="0">
                  <a:pos x="12" y="213"/>
                </a:cxn>
                <a:cxn ang="0">
                  <a:pos x="21" y="199"/>
                </a:cxn>
                <a:cxn ang="0">
                  <a:pos x="28" y="185"/>
                </a:cxn>
                <a:cxn ang="0">
                  <a:pos x="14" y="178"/>
                </a:cxn>
                <a:cxn ang="0">
                  <a:pos x="7" y="159"/>
                </a:cxn>
                <a:cxn ang="0">
                  <a:pos x="5" y="140"/>
                </a:cxn>
                <a:cxn ang="0">
                  <a:pos x="9" y="126"/>
                </a:cxn>
                <a:cxn ang="0">
                  <a:pos x="0" y="114"/>
                </a:cxn>
                <a:cxn ang="0">
                  <a:pos x="7" y="100"/>
                </a:cxn>
                <a:cxn ang="0">
                  <a:pos x="14" y="88"/>
                </a:cxn>
                <a:cxn ang="0">
                  <a:pos x="19" y="71"/>
                </a:cxn>
                <a:cxn ang="0">
                  <a:pos x="36" y="78"/>
                </a:cxn>
                <a:cxn ang="0">
                  <a:pos x="47" y="81"/>
                </a:cxn>
                <a:cxn ang="0">
                  <a:pos x="59" y="71"/>
                </a:cxn>
                <a:cxn ang="0">
                  <a:pos x="69" y="62"/>
                </a:cxn>
                <a:cxn ang="0">
                  <a:pos x="83" y="57"/>
                </a:cxn>
                <a:cxn ang="0">
                  <a:pos x="92" y="40"/>
                </a:cxn>
                <a:cxn ang="0">
                  <a:pos x="102" y="31"/>
                </a:cxn>
                <a:cxn ang="0">
                  <a:pos x="116" y="24"/>
                </a:cxn>
                <a:cxn ang="0">
                  <a:pos x="133" y="29"/>
                </a:cxn>
                <a:cxn ang="0">
                  <a:pos x="147" y="31"/>
                </a:cxn>
                <a:cxn ang="0">
                  <a:pos x="161" y="38"/>
                </a:cxn>
                <a:cxn ang="0">
                  <a:pos x="178" y="31"/>
                </a:cxn>
                <a:cxn ang="0">
                  <a:pos x="189" y="33"/>
                </a:cxn>
                <a:cxn ang="0">
                  <a:pos x="199" y="21"/>
                </a:cxn>
                <a:cxn ang="0">
                  <a:pos x="211" y="14"/>
                </a:cxn>
                <a:cxn ang="0">
                  <a:pos x="218" y="3"/>
                </a:cxn>
              </a:cxnLst>
              <a:rect l="0" t="0" r="r" b="b"/>
              <a:pathLst>
                <a:path w="310" h="230">
                  <a:moveTo>
                    <a:pt x="227" y="0"/>
                  </a:moveTo>
                  <a:lnTo>
                    <a:pt x="227" y="0"/>
                  </a:lnTo>
                  <a:lnTo>
                    <a:pt x="227" y="0"/>
                  </a:lnTo>
                  <a:lnTo>
                    <a:pt x="230" y="0"/>
                  </a:lnTo>
                  <a:lnTo>
                    <a:pt x="230" y="0"/>
                  </a:lnTo>
                  <a:lnTo>
                    <a:pt x="230" y="0"/>
                  </a:lnTo>
                  <a:lnTo>
                    <a:pt x="230" y="3"/>
                  </a:lnTo>
                  <a:lnTo>
                    <a:pt x="232" y="3"/>
                  </a:lnTo>
                  <a:lnTo>
                    <a:pt x="232" y="3"/>
                  </a:lnTo>
                  <a:lnTo>
                    <a:pt x="232" y="3"/>
                  </a:lnTo>
                  <a:lnTo>
                    <a:pt x="232" y="3"/>
                  </a:lnTo>
                  <a:lnTo>
                    <a:pt x="234" y="3"/>
                  </a:lnTo>
                  <a:lnTo>
                    <a:pt x="234" y="5"/>
                  </a:lnTo>
                  <a:lnTo>
                    <a:pt x="234" y="5"/>
                  </a:lnTo>
                  <a:lnTo>
                    <a:pt x="234" y="5"/>
                  </a:lnTo>
                  <a:lnTo>
                    <a:pt x="234" y="7"/>
                  </a:lnTo>
                  <a:lnTo>
                    <a:pt x="234" y="7"/>
                  </a:lnTo>
                  <a:lnTo>
                    <a:pt x="234" y="7"/>
                  </a:lnTo>
                  <a:lnTo>
                    <a:pt x="234" y="10"/>
                  </a:lnTo>
                  <a:lnTo>
                    <a:pt x="232" y="10"/>
                  </a:lnTo>
                  <a:lnTo>
                    <a:pt x="232" y="10"/>
                  </a:lnTo>
                  <a:lnTo>
                    <a:pt x="232" y="12"/>
                  </a:lnTo>
                  <a:lnTo>
                    <a:pt x="232" y="12"/>
                  </a:lnTo>
                  <a:lnTo>
                    <a:pt x="232" y="12"/>
                  </a:lnTo>
                  <a:lnTo>
                    <a:pt x="232" y="12"/>
                  </a:lnTo>
                  <a:lnTo>
                    <a:pt x="232" y="12"/>
                  </a:lnTo>
                  <a:lnTo>
                    <a:pt x="234" y="12"/>
                  </a:lnTo>
                  <a:lnTo>
                    <a:pt x="234" y="14"/>
                  </a:lnTo>
                  <a:lnTo>
                    <a:pt x="234" y="14"/>
                  </a:lnTo>
                  <a:lnTo>
                    <a:pt x="234" y="12"/>
                  </a:lnTo>
                  <a:lnTo>
                    <a:pt x="234" y="12"/>
                  </a:lnTo>
                  <a:lnTo>
                    <a:pt x="237" y="12"/>
                  </a:lnTo>
                  <a:lnTo>
                    <a:pt x="237" y="12"/>
                  </a:lnTo>
                  <a:lnTo>
                    <a:pt x="237" y="12"/>
                  </a:lnTo>
                  <a:lnTo>
                    <a:pt x="239" y="12"/>
                  </a:lnTo>
                  <a:lnTo>
                    <a:pt x="239" y="12"/>
                  </a:lnTo>
                  <a:lnTo>
                    <a:pt x="239" y="12"/>
                  </a:lnTo>
                  <a:lnTo>
                    <a:pt x="239" y="14"/>
                  </a:lnTo>
                  <a:lnTo>
                    <a:pt x="239" y="14"/>
                  </a:lnTo>
                  <a:lnTo>
                    <a:pt x="239" y="17"/>
                  </a:lnTo>
                  <a:lnTo>
                    <a:pt x="239" y="17"/>
                  </a:lnTo>
                  <a:lnTo>
                    <a:pt x="239" y="17"/>
                  </a:lnTo>
                  <a:lnTo>
                    <a:pt x="239" y="19"/>
                  </a:lnTo>
                  <a:lnTo>
                    <a:pt x="239" y="19"/>
                  </a:lnTo>
                  <a:lnTo>
                    <a:pt x="239" y="21"/>
                  </a:lnTo>
                  <a:lnTo>
                    <a:pt x="237" y="21"/>
                  </a:lnTo>
                  <a:lnTo>
                    <a:pt x="237" y="21"/>
                  </a:lnTo>
                  <a:lnTo>
                    <a:pt x="237" y="21"/>
                  </a:lnTo>
                  <a:lnTo>
                    <a:pt x="237" y="24"/>
                  </a:lnTo>
                  <a:lnTo>
                    <a:pt x="237" y="24"/>
                  </a:lnTo>
                  <a:lnTo>
                    <a:pt x="237" y="26"/>
                  </a:lnTo>
                  <a:lnTo>
                    <a:pt x="237" y="26"/>
                  </a:lnTo>
                  <a:lnTo>
                    <a:pt x="237" y="29"/>
                  </a:lnTo>
                  <a:lnTo>
                    <a:pt x="237" y="29"/>
                  </a:lnTo>
                  <a:lnTo>
                    <a:pt x="237" y="31"/>
                  </a:lnTo>
                  <a:lnTo>
                    <a:pt x="237" y="31"/>
                  </a:lnTo>
                  <a:lnTo>
                    <a:pt x="237" y="31"/>
                  </a:lnTo>
                  <a:lnTo>
                    <a:pt x="237" y="31"/>
                  </a:lnTo>
                  <a:lnTo>
                    <a:pt x="237" y="33"/>
                  </a:lnTo>
                  <a:lnTo>
                    <a:pt x="237" y="33"/>
                  </a:lnTo>
                  <a:lnTo>
                    <a:pt x="234" y="33"/>
                  </a:lnTo>
                  <a:lnTo>
                    <a:pt x="234" y="36"/>
                  </a:lnTo>
                  <a:lnTo>
                    <a:pt x="237" y="36"/>
                  </a:lnTo>
                  <a:lnTo>
                    <a:pt x="237" y="36"/>
                  </a:lnTo>
                  <a:lnTo>
                    <a:pt x="237" y="38"/>
                  </a:lnTo>
                  <a:lnTo>
                    <a:pt x="237" y="38"/>
                  </a:lnTo>
                  <a:lnTo>
                    <a:pt x="237" y="38"/>
                  </a:lnTo>
                  <a:lnTo>
                    <a:pt x="237" y="40"/>
                  </a:lnTo>
                  <a:lnTo>
                    <a:pt x="239" y="40"/>
                  </a:lnTo>
                  <a:lnTo>
                    <a:pt x="239" y="40"/>
                  </a:lnTo>
                  <a:lnTo>
                    <a:pt x="239" y="40"/>
                  </a:lnTo>
                  <a:lnTo>
                    <a:pt x="239" y="43"/>
                  </a:lnTo>
                  <a:lnTo>
                    <a:pt x="239" y="43"/>
                  </a:lnTo>
                  <a:lnTo>
                    <a:pt x="239" y="43"/>
                  </a:lnTo>
                  <a:lnTo>
                    <a:pt x="239" y="43"/>
                  </a:lnTo>
                  <a:lnTo>
                    <a:pt x="241" y="43"/>
                  </a:lnTo>
                  <a:lnTo>
                    <a:pt x="241" y="45"/>
                  </a:lnTo>
                  <a:lnTo>
                    <a:pt x="241" y="45"/>
                  </a:lnTo>
                  <a:lnTo>
                    <a:pt x="241" y="45"/>
                  </a:lnTo>
                  <a:lnTo>
                    <a:pt x="244" y="45"/>
                  </a:lnTo>
                  <a:lnTo>
                    <a:pt x="244" y="45"/>
                  </a:lnTo>
                  <a:lnTo>
                    <a:pt x="244" y="43"/>
                  </a:lnTo>
                  <a:lnTo>
                    <a:pt x="246" y="43"/>
                  </a:lnTo>
                  <a:lnTo>
                    <a:pt x="246" y="43"/>
                  </a:lnTo>
                  <a:lnTo>
                    <a:pt x="246" y="43"/>
                  </a:lnTo>
                  <a:lnTo>
                    <a:pt x="246" y="43"/>
                  </a:lnTo>
                  <a:lnTo>
                    <a:pt x="246" y="40"/>
                  </a:lnTo>
                  <a:lnTo>
                    <a:pt x="249" y="40"/>
                  </a:lnTo>
                  <a:lnTo>
                    <a:pt x="249" y="40"/>
                  </a:lnTo>
                  <a:lnTo>
                    <a:pt x="249" y="40"/>
                  </a:lnTo>
                  <a:lnTo>
                    <a:pt x="251" y="40"/>
                  </a:lnTo>
                  <a:lnTo>
                    <a:pt x="251" y="40"/>
                  </a:lnTo>
                  <a:lnTo>
                    <a:pt x="251" y="40"/>
                  </a:lnTo>
                  <a:lnTo>
                    <a:pt x="251" y="40"/>
                  </a:lnTo>
                  <a:lnTo>
                    <a:pt x="251" y="38"/>
                  </a:lnTo>
                  <a:lnTo>
                    <a:pt x="253" y="38"/>
                  </a:lnTo>
                  <a:lnTo>
                    <a:pt x="253" y="38"/>
                  </a:lnTo>
                  <a:lnTo>
                    <a:pt x="253" y="38"/>
                  </a:lnTo>
                  <a:lnTo>
                    <a:pt x="253" y="38"/>
                  </a:lnTo>
                  <a:lnTo>
                    <a:pt x="256" y="38"/>
                  </a:lnTo>
                  <a:lnTo>
                    <a:pt x="256" y="36"/>
                  </a:lnTo>
                  <a:lnTo>
                    <a:pt x="256" y="36"/>
                  </a:lnTo>
                  <a:lnTo>
                    <a:pt x="258" y="36"/>
                  </a:lnTo>
                  <a:lnTo>
                    <a:pt x="258" y="36"/>
                  </a:lnTo>
                  <a:lnTo>
                    <a:pt x="258" y="36"/>
                  </a:lnTo>
                  <a:lnTo>
                    <a:pt x="260" y="36"/>
                  </a:lnTo>
                  <a:lnTo>
                    <a:pt x="260" y="36"/>
                  </a:lnTo>
                  <a:lnTo>
                    <a:pt x="260" y="36"/>
                  </a:lnTo>
                  <a:lnTo>
                    <a:pt x="260" y="36"/>
                  </a:lnTo>
                  <a:lnTo>
                    <a:pt x="263" y="36"/>
                  </a:lnTo>
                  <a:lnTo>
                    <a:pt x="263" y="36"/>
                  </a:lnTo>
                  <a:lnTo>
                    <a:pt x="263" y="33"/>
                  </a:lnTo>
                  <a:lnTo>
                    <a:pt x="263" y="33"/>
                  </a:lnTo>
                  <a:lnTo>
                    <a:pt x="265" y="33"/>
                  </a:lnTo>
                  <a:lnTo>
                    <a:pt x="265" y="31"/>
                  </a:lnTo>
                  <a:lnTo>
                    <a:pt x="265" y="31"/>
                  </a:lnTo>
                  <a:lnTo>
                    <a:pt x="265" y="31"/>
                  </a:lnTo>
                  <a:lnTo>
                    <a:pt x="265" y="31"/>
                  </a:lnTo>
                  <a:lnTo>
                    <a:pt x="265" y="31"/>
                  </a:lnTo>
                  <a:lnTo>
                    <a:pt x="267" y="31"/>
                  </a:lnTo>
                  <a:lnTo>
                    <a:pt x="267" y="31"/>
                  </a:lnTo>
                  <a:lnTo>
                    <a:pt x="267" y="29"/>
                  </a:lnTo>
                  <a:lnTo>
                    <a:pt x="267" y="29"/>
                  </a:lnTo>
                  <a:lnTo>
                    <a:pt x="270" y="29"/>
                  </a:lnTo>
                  <a:lnTo>
                    <a:pt x="270" y="29"/>
                  </a:lnTo>
                  <a:lnTo>
                    <a:pt x="270" y="29"/>
                  </a:lnTo>
                  <a:lnTo>
                    <a:pt x="272" y="29"/>
                  </a:lnTo>
                  <a:lnTo>
                    <a:pt x="272" y="29"/>
                  </a:lnTo>
                  <a:lnTo>
                    <a:pt x="272" y="26"/>
                  </a:lnTo>
                  <a:lnTo>
                    <a:pt x="272" y="26"/>
                  </a:lnTo>
                  <a:lnTo>
                    <a:pt x="272" y="26"/>
                  </a:lnTo>
                  <a:lnTo>
                    <a:pt x="275" y="26"/>
                  </a:lnTo>
                  <a:lnTo>
                    <a:pt x="275" y="26"/>
                  </a:lnTo>
                  <a:lnTo>
                    <a:pt x="275" y="24"/>
                  </a:lnTo>
                  <a:lnTo>
                    <a:pt x="275" y="24"/>
                  </a:lnTo>
                  <a:lnTo>
                    <a:pt x="277" y="24"/>
                  </a:lnTo>
                  <a:lnTo>
                    <a:pt x="277" y="24"/>
                  </a:lnTo>
                  <a:lnTo>
                    <a:pt x="279" y="24"/>
                  </a:lnTo>
                  <a:lnTo>
                    <a:pt x="279" y="24"/>
                  </a:lnTo>
                  <a:lnTo>
                    <a:pt x="279" y="24"/>
                  </a:lnTo>
                  <a:lnTo>
                    <a:pt x="282" y="24"/>
                  </a:lnTo>
                  <a:lnTo>
                    <a:pt x="282" y="24"/>
                  </a:lnTo>
                  <a:lnTo>
                    <a:pt x="284" y="24"/>
                  </a:lnTo>
                  <a:lnTo>
                    <a:pt x="284" y="26"/>
                  </a:lnTo>
                  <a:lnTo>
                    <a:pt x="284" y="26"/>
                  </a:lnTo>
                  <a:lnTo>
                    <a:pt x="284" y="26"/>
                  </a:lnTo>
                  <a:lnTo>
                    <a:pt x="286" y="26"/>
                  </a:lnTo>
                  <a:lnTo>
                    <a:pt x="286" y="26"/>
                  </a:lnTo>
                  <a:lnTo>
                    <a:pt x="286" y="29"/>
                  </a:lnTo>
                  <a:lnTo>
                    <a:pt x="284" y="29"/>
                  </a:lnTo>
                  <a:lnTo>
                    <a:pt x="284" y="29"/>
                  </a:lnTo>
                  <a:lnTo>
                    <a:pt x="284" y="29"/>
                  </a:lnTo>
                  <a:lnTo>
                    <a:pt x="284" y="29"/>
                  </a:lnTo>
                  <a:lnTo>
                    <a:pt x="284" y="31"/>
                  </a:lnTo>
                  <a:lnTo>
                    <a:pt x="284" y="31"/>
                  </a:lnTo>
                  <a:lnTo>
                    <a:pt x="284" y="31"/>
                  </a:lnTo>
                  <a:lnTo>
                    <a:pt x="286" y="31"/>
                  </a:lnTo>
                  <a:lnTo>
                    <a:pt x="286" y="31"/>
                  </a:lnTo>
                  <a:lnTo>
                    <a:pt x="286" y="31"/>
                  </a:lnTo>
                  <a:lnTo>
                    <a:pt x="289" y="31"/>
                  </a:lnTo>
                  <a:lnTo>
                    <a:pt x="289" y="31"/>
                  </a:lnTo>
                  <a:lnTo>
                    <a:pt x="289" y="29"/>
                  </a:lnTo>
                  <a:lnTo>
                    <a:pt x="291" y="29"/>
                  </a:lnTo>
                  <a:lnTo>
                    <a:pt x="291" y="29"/>
                  </a:lnTo>
                  <a:lnTo>
                    <a:pt x="291" y="29"/>
                  </a:lnTo>
                  <a:lnTo>
                    <a:pt x="294" y="29"/>
                  </a:lnTo>
                  <a:lnTo>
                    <a:pt x="294" y="29"/>
                  </a:lnTo>
                  <a:lnTo>
                    <a:pt x="294" y="29"/>
                  </a:lnTo>
                  <a:lnTo>
                    <a:pt x="294" y="29"/>
                  </a:lnTo>
                  <a:lnTo>
                    <a:pt x="296" y="29"/>
                  </a:lnTo>
                  <a:lnTo>
                    <a:pt x="296" y="26"/>
                  </a:lnTo>
                  <a:lnTo>
                    <a:pt x="296" y="26"/>
                  </a:lnTo>
                  <a:lnTo>
                    <a:pt x="296" y="26"/>
                  </a:lnTo>
                  <a:lnTo>
                    <a:pt x="298" y="26"/>
                  </a:lnTo>
                  <a:lnTo>
                    <a:pt x="298" y="26"/>
                  </a:lnTo>
                  <a:lnTo>
                    <a:pt x="298" y="26"/>
                  </a:lnTo>
                  <a:lnTo>
                    <a:pt x="298" y="26"/>
                  </a:lnTo>
                  <a:lnTo>
                    <a:pt x="301" y="26"/>
                  </a:lnTo>
                  <a:lnTo>
                    <a:pt x="301" y="26"/>
                  </a:lnTo>
                  <a:lnTo>
                    <a:pt x="301" y="26"/>
                  </a:lnTo>
                  <a:lnTo>
                    <a:pt x="301" y="26"/>
                  </a:lnTo>
                  <a:lnTo>
                    <a:pt x="303" y="26"/>
                  </a:lnTo>
                  <a:lnTo>
                    <a:pt x="303" y="26"/>
                  </a:lnTo>
                  <a:lnTo>
                    <a:pt x="303" y="26"/>
                  </a:lnTo>
                  <a:lnTo>
                    <a:pt x="305" y="26"/>
                  </a:lnTo>
                  <a:lnTo>
                    <a:pt x="305" y="26"/>
                  </a:lnTo>
                  <a:lnTo>
                    <a:pt x="305" y="26"/>
                  </a:lnTo>
                  <a:lnTo>
                    <a:pt x="308" y="26"/>
                  </a:lnTo>
                  <a:lnTo>
                    <a:pt x="308" y="26"/>
                  </a:lnTo>
                  <a:lnTo>
                    <a:pt x="308" y="29"/>
                  </a:lnTo>
                  <a:lnTo>
                    <a:pt x="308" y="29"/>
                  </a:lnTo>
                  <a:lnTo>
                    <a:pt x="308" y="29"/>
                  </a:lnTo>
                  <a:lnTo>
                    <a:pt x="310" y="29"/>
                  </a:lnTo>
                  <a:lnTo>
                    <a:pt x="310" y="31"/>
                  </a:lnTo>
                  <a:lnTo>
                    <a:pt x="310" y="31"/>
                  </a:lnTo>
                  <a:lnTo>
                    <a:pt x="308" y="31"/>
                  </a:lnTo>
                  <a:lnTo>
                    <a:pt x="308" y="31"/>
                  </a:lnTo>
                  <a:lnTo>
                    <a:pt x="308" y="31"/>
                  </a:lnTo>
                  <a:lnTo>
                    <a:pt x="308" y="31"/>
                  </a:lnTo>
                  <a:lnTo>
                    <a:pt x="308" y="29"/>
                  </a:lnTo>
                  <a:lnTo>
                    <a:pt x="305" y="29"/>
                  </a:lnTo>
                  <a:lnTo>
                    <a:pt x="305" y="31"/>
                  </a:lnTo>
                  <a:lnTo>
                    <a:pt x="305" y="31"/>
                  </a:lnTo>
                  <a:lnTo>
                    <a:pt x="305" y="31"/>
                  </a:lnTo>
                  <a:lnTo>
                    <a:pt x="303" y="31"/>
                  </a:lnTo>
                  <a:lnTo>
                    <a:pt x="303" y="31"/>
                  </a:lnTo>
                  <a:lnTo>
                    <a:pt x="301" y="31"/>
                  </a:lnTo>
                  <a:lnTo>
                    <a:pt x="301" y="31"/>
                  </a:lnTo>
                  <a:lnTo>
                    <a:pt x="301" y="31"/>
                  </a:lnTo>
                  <a:lnTo>
                    <a:pt x="301" y="31"/>
                  </a:lnTo>
                  <a:lnTo>
                    <a:pt x="301" y="33"/>
                  </a:lnTo>
                  <a:lnTo>
                    <a:pt x="301" y="33"/>
                  </a:lnTo>
                  <a:lnTo>
                    <a:pt x="301" y="33"/>
                  </a:lnTo>
                  <a:lnTo>
                    <a:pt x="303" y="33"/>
                  </a:lnTo>
                  <a:lnTo>
                    <a:pt x="303" y="36"/>
                  </a:lnTo>
                  <a:lnTo>
                    <a:pt x="303" y="36"/>
                  </a:lnTo>
                  <a:lnTo>
                    <a:pt x="303" y="36"/>
                  </a:lnTo>
                  <a:lnTo>
                    <a:pt x="303" y="38"/>
                  </a:lnTo>
                  <a:lnTo>
                    <a:pt x="303" y="38"/>
                  </a:lnTo>
                  <a:lnTo>
                    <a:pt x="303" y="36"/>
                  </a:lnTo>
                  <a:lnTo>
                    <a:pt x="301" y="36"/>
                  </a:lnTo>
                  <a:lnTo>
                    <a:pt x="301" y="36"/>
                  </a:lnTo>
                  <a:lnTo>
                    <a:pt x="301" y="36"/>
                  </a:lnTo>
                  <a:lnTo>
                    <a:pt x="298" y="36"/>
                  </a:lnTo>
                  <a:lnTo>
                    <a:pt x="298" y="38"/>
                  </a:lnTo>
                  <a:lnTo>
                    <a:pt x="298" y="38"/>
                  </a:lnTo>
                  <a:lnTo>
                    <a:pt x="298" y="38"/>
                  </a:lnTo>
                  <a:lnTo>
                    <a:pt x="298" y="38"/>
                  </a:lnTo>
                  <a:lnTo>
                    <a:pt x="296" y="38"/>
                  </a:lnTo>
                  <a:lnTo>
                    <a:pt x="296" y="38"/>
                  </a:lnTo>
                  <a:lnTo>
                    <a:pt x="294" y="38"/>
                  </a:lnTo>
                  <a:lnTo>
                    <a:pt x="294" y="38"/>
                  </a:lnTo>
                  <a:lnTo>
                    <a:pt x="294" y="40"/>
                  </a:lnTo>
                  <a:lnTo>
                    <a:pt x="294" y="40"/>
                  </a:lnTo>
                  <a:lnTo>
                    <a:pt x="294" y="40"/>
                  </a:lnTo>
                  <a:lnTo>
                    <a:pt x="291" y="40"/>
                  </a:lnTo>
                  <a:lnTo>
                    <a:pt x="291" y="40"/>
                  </a:lnTo>
                  <a:lnTo>
                    <a:pt x="291" y="40"/>
                  </a:lnTo>
                  <a:lnTo>
                    <a:pt x="291" y="40"/>
                  </a:lnTo>
                  <a:lnTo>
                    <a:pt x="289" y="40"/>
                  </a:lnTo>
                  <a:lnTo>
                    <a:pt x="289" y="40"/>
                  </a:lnTo>
                  <a:lnTo>
                    <a:pt x="286" y="40"/>
                  </a:lnTo>
                  <a:lnTo>
                    <a:pt x="286" y="40"/>
                  </a:lnTo>
                  <a:lnTo>
                    <a:pt x="286" y="38"/>
                  </a:lnTo>
                  <a:lnTo>
                    <a:pt x="286" y="38"/>
                  </a:lnTo>
                  <a:lnTo>
                    <a:pt x="284" y="38"/>
                  </a:lnTo>
                  <a:lnTo>
                    <a:pt x="284" y="38"/>
                  </a:lnTo>
                  <a:lnTo>
                    <a:pt x="284" y="38"/>
                  </a:lnTo>
                  <a:lnTo>
                    <a:pt x="282" y="38"/>
                  </a:lnTo>
                  <a:lnTo>
                    <a:pt x="282" y="40"/>
                  </a:lnTo>
                  <a:lnTo>
                    <a:pt x="282" y="40"/>
                  </a:lnTo>
                  <a:lnTo>
                    <a:pt x="279" y="40"/>
                  </a:lnTo>
                  <a:lnTo>
                    <a:pt x="279" y="38"/>
                  </a:lnTo>
                  <a:lnTo>
                    <a:pt x="279" y="38"/>
                  </a:lnTo>
                  <a:lnTo>
                    <a:pt x="279" y="40"/>
                  </a:lnTo>
                  <a:lnTo>
                    <a:pt x="279" y="40"/>
                  </a:lnTo>
                  <a:lnTo>
                    <a:pt x="277" y="40"/>
                  </a:lnTo>
                  <a:lnTo>
                    <a:pt x="277" y="40"/>
                  </a:lnTo>
                  <a:lnTo>
                    <a:pt x="275" y="40"/>
                  </a:lnTo>
                  <a:lnTo>
                    <a:pt x="275" y="40"/>
                  </a:lnTo>
                  <a:lnTo>
                    <a:pt x="275" y="40"/>
                  </a:lnTo>
                  <a:lnTo>
                    <a:pt x="272" y="40"/>
                  </a:lnTo>
                  <a:lnTo>
                    <a:pt x="272" y="40"/>
                  </a:lnTo>
                  <a:lnTo>
                    <a:pt x="272" y="40"/>
                  </a:lnTo>
                  <a:lnTo>
                    <a:pt x="270" y="40"/>
                  </a:lnTo>
                  <a:lnTo>
                    <a:pt x="270" y="40"/>
                  </a:lnTo>
                  <a:lnTo>
                    <a:pt x="267" y="40"/>
                  </a:lnTo>
                  <a:lnTo>
                    <a:pt x="267" y="40"/>
                  </a:lnTo>
                  <a:lnTo>
                    <a:pt x="267" y="40"/>
                  </a:lnTo>
                  <a:lnTo>
                    <a:pt x="267" y="40"/>
                  </a:lnTo>
                  <a:lnTo>
                    <a:pt x="267" y="40"/>
                  </a:lnTo>
                  <a:lnTo>
                    <a:pt x="265" y="40"/>
                  </a:lnTo>
                  <a:lnTo>
                    <a:pt x="265" y="40"/>
                  </a:lnTo>
                  <a:lnTo>
                    <a:pt x="265" y="40"/>
                  </a:lnTo>
                  <a:lnTo>
                    <a:pt x="265" y="40"/>
                  </a:lnTo>
                  <a:lnTo>
                    <a:pt x="263" y="40"/>
                  </a:lnTo>
                  <a:lnTo>
                    <a:pt x="263" y="40"/>
                  </a:lnTo>
                  <a:lnTo>
                    <a:pt x="263" y="40"/>
                  </a:lnTo>
                  <a:lnTo>
                    <a:pt x="263" y="40"/>
                  </a:lnTo>
                  <a:lnTo>
                    <a:pt x="260" y="40"/>
                  </a:lnTo>
                  <a:lnTo>
                    <a:pt x="260" y="40"/>
                  </a:lnTo>
                  <a:lnTo>
                    <a:pt x="260" y="40"/>
                  </a:lnTo>
                  <a:lnTo>
                    <a:pt x="258" y="40"/>
                  </a:lnTo>
                  <a:lnTo>
                    <a:pt x="258" y="40"/>
                  </a:lnTo>
                  <a:lnTo>
                    <a:pt x="258" y="40"/>
                  </a:lnTo>
                  <a:lnTo>
                    <a:pt x="258" y="40"/>
                  </a:lnTo>
                  <a:lnTo>
                    <a:pt x="258" y="43"/>
                  </a:lnTo>
                  <a:lnTo>
                    <a:pt x="256" y="43"/>
                  </a:lnTo>
                  <a:lnTo>
                    <a:pt x="256" y="40"/>
                  </a:lnTo>
                  <a:lnTo>
                    <a:pt x="256" y="40"/>
                  </a:lnTo>
                  <a:lnTo>
                    <a:pt x="256" y="43"/>
                  </a:lnTo>
                  <a:lnTo>
                    <a:pt x="253" y="43"/>
                  </a:lnTo>
                  <a:lnTo>
                    <a:pt x="253" y="43"/>
                  </a:lnTo>
                  <a:lnTo>
                    <a:pt x="253" y="43"/>
                  </a:lnTo>
                  <a:lnTo>
                    <a:pt x="253" y="43"/>
                  </a:lnTo>
                  <a:lnTo>
                    <a:pt x="251" y="43"/>
                  </a:lnTo>
                  <a:lnTo>
                    <a:pt x="251" y="43"/>
                  </a:lnTo>
                  <a:lnTo>
                    <a:pt x="251" y="45"/>
                  </a:lnTo>
                  <a:lnTo>
                    <a:pt x="251" y="45"/>
                  </a:lnTo>
                  <a:lnTo>
                    <a:pt x="251" y="48"/>
                  </a:lnTo>
                  <a:lnTo>
                    <a:pt x="251" y="48"/>
                  </a:lnTo>
                  <a:lnTo>
                    <a:pt x="249" y="48"/>
                  </a:lnTo>
                  <a:lnTo>
                    <a:pt x="249" y="48"/>
                  </a:lnTo>
                  <a:lnTo>
                    <a:pt x="249" y="48"/>
                  </a:lnTo>
                  <a:lnTo>
                    <a:pt x="246" y="48"/>
                  </a:lnTo>
                  <a:lnTo>
                    <a:pt x="246" y="48"/>
                  </a:lnTo>
                  <a:lnTo>
                    <a:pt x="246" y="50"/>
                  </a:lnTo>
                  <a:lnTo>
                    <a:pt x="246" y="50"/>
                  </a:lnTo>
                  <a:lnTo>
                    <a:pt x="244" y="50"/>
                  </a:lnTo>
                  <a:lnTo>
                    <a:pt x="244" y="50"/>
                  </a:lnTo>
                  <a:lnTo>
                    <a:pt x="244" y="50"/>
                  </a:lnTo>
                  <a:lnTo>
                    <a:pt x="244" y="52"/>
                  </a:lnTo>
                  <a:lnTo>
                    <a:pt x="244" y="52"/>
                  </a:lnTo>
                  <a:lnTo>
                    <a:pt x="244" y="50"/>
                  </a:lnTo>
                  <a:lnTo>
                    <a:pt x="241" y="50"/>
                  </a:lnTo>
                  <a:lnTo>
                    <a:pt x="241" y="50"/>
                  </a:lnTo>
                  <a:lnTo>
                    <a:pt x="241" y="50"/>
                  </a:lnTo>
                  <a:lnTo>
                    <a:pt x="241" y="50"/>
                  </a:lnTo>
                  <a:lnTo>
                    <a:pt x="239" y="50"/>
                  </a:lnTo>
                  <a:lnTo>
                    <a:pt x="239" y="50"/>
                  </a:lnTo>
                  <a:lnTo>
                    <a:pt x="239" y="50"/>
                  </a:lnTo>
                  <a:lnTo>
                    <a:pt x="239" y="52"/>
                  </a:lnTo>
                  <a:lnTo>
                    <a:pt x="239" y="52"/>
                  </a:lnTo>
                  <a:lnTo>
                    <a:pt x="239" y="52"/>
                  </a:lnTo>
                  <a:lnTo>
                    <a:pt x="239" y="55"/>
                  </a:lnTo>
                  <a:lnTo>
                    <a:pt x="237" y="55"/>
                  </a:lnTo>
                  <a:lnTo>
                    <a:pt x="237" y="55"/>
                  </a:lnTo>
                  <a:lnTo>
                    <a:pt x="237" y="55"/>
                  </a:lnTo>
                  <a:lnTo>
                    <a:pt x="234" y="55"/>
                  </a:lnTo>
                  <a:lnTo>
                    <a:pt x="234" y="57"/>
                  </a:lnTo>
                  <a:lnTo>
                    <a:pt x="234" y="57"/>
                  </a:lnTo>
                  <a:lnTo>
                    <a:pt x="234" y="57"/>
                  </a:lnTo>
                  <a:lnTo>
                    <a:pt x="234" y="57"/>
                  </a:lnTo>
                  <a:lnTo>
                    <a:pt x="232" y="57"/>
                  </a:lnTo>
                  <a:lnTo>
                    <a:pt x="232" y="59"/>
                  </a:lnTo>
                  <a:lnTo>
                    <a:pt x="232" y="59"/>
                  </a:lnTo>
                  <a:lnTo>
                    <a:pt x="232" y="59"/>
                  </a:lnTo>
                  <a:lnTo>
                    <a:pt x="232" y="59"/>
                  </a:lnTo>
                  <a:lnTo>
                    <a:pt x="232" y="59"/>
                  </a:lnTo>
                  <a:lnTo>
                    <a:pt x="232" y="62"/>
                  </a:lnTo>
                  <a:lnTo>
                    <a:pt x="232" y="62"/>
                  </a:lnTo>
                  <a:lnTo>
                    <a:pt x="232" y="62"/>
                  </a:lnTo>
                  <a:lnTo>
                    <a:pt x="232" y="62"/>
                  </a:lnTo>
                  <a:lnTo>
                    <a:pt x="234" y="62"/>
                  </a:lnTo>
                  <a:lnTo>
                    <a:pt x="234" y="62"/>
                  </a:lnTo>
                  <a:lnTo>
                    <a:pt x="234" y="64"/>
                  </a:lnTo>
                  <a:lnTo>
                    <a:pt x="234" y="64"/>
                  </a:lnTo>
                  <a:lnTo>
                    <a:pt x="234" y="64"/>
                  </a:lnTo>
                  <a:lnTo>
                    <a:pt x="237" y="64"/>
                  </a:lnTo>
                  <a:lnTo>
                    <a:pt x="237" y="67"/>
                  </a:lnTo>
                  <a:lnTo>
                    <a:pt x="237" y="67"/>
                  </a:lnTo>
                  <a:lnTo>
                    <a:pt x="237" y="67"/>
                  </a:lnTo>
                  <a:lnTo>
                    <a:pt x="237" y="69"/>
                  </a:lnTo>
                  <a:lnTo>
                    <a:pt x="239" y="69"/>
                  </a:lnTo>
                  <a:lnTo>
                    <a:pt x="239" y="69"/>
                  </a:lnTo>
                  <a:lnTo>
                    <a:pt x="239" y="71"/>
                  </a:lnTo>
                  <a:lnTo>
                    <a:pt x="237" y="71"/>
                  </a:lnTo>
                  <a:lnTo>
                    <a:pt x="237" y="71"/>
                  </a:lnTo>
                  <a:lnTo>
                    <a:pt x="239" y="71"/>
                  </a:lnTo>
                  <a:lnTo>
                    <a:pt x="239" y="71"/>
                  </a:lnTo>
                  <a:lnTo>
                    <a:pt x="239" y="71"/>
                  </a:lnTo>
                  <a:lnTo>
                    <a:pt x="239" y="71"/>
                  </a:lnTo>
                  <a:lnTo>
                    <a:pt x="239" y="74"/>
                  </a:lnTo>
                  <a:lnTo>
                    <a:pt x="239" y="74"/>
                  </a:lnTo>
                  <a:lnTo>
                    <a:pt x="239" y="74"/>
                  </a:lnTo>
                  <a:lnTo>
                    <a:pt x="239" y="74"/>
                  </a:lnTo>
                  <a:lnTo>
                    <a:pt x="239" y="76"/>
                  </a:lnTo>
                  <a:lnTo>
                    <a:pt x="241" y="76"/>
                  </a:lnTo>
                  <a:lnTo>
                    <a:pt x="241" y="76"/>
                  </a:lnTo>
                  <a:lnTo>
                    <a:pt x="239" y="76"/>
                  </a:lnTo>
                  <a:lnTo>
                    <a:pt x="239" y="78"/>
                  </a:lnTo>
                  <a:lnTo>
                    <a:pt x="239" y="78"/>
                  </a:lnTo>
                  <a:lnTo>
                    <a:pt x="239" y="78"/>
                  </a:lnTo>
                  <a:lnTo>
                    <a:pt x="239" y="78"/>
                  </a:lnTo>
                  <a:lnTo>
                    <a:pt x="239" y="81"/>
                  </a:lnTo>
                  <a:lnTo>
                    <a:pt x="239" y="81"/>
                  </a:lnTo>
                  <a:lnTo>
                    <a:pt x="239" y="81"/>
                  </a:lnTo>
                  <a:lnTo>
                    <a:pt x="239" y="81"/>
                  </a:lnTo>
                  <a:lnTo>
                    <a:pt x="239" y="81"/>
                  </a:lnTo>
                  <a:lnTo>
                    <a:pt x="241" y="81"/>
                  </a:lnTo>
                  <a:lnTo>
                    <a:pt x="241" y="83"/>
                  </a:lnTo>
                  <a:lnTo>
                    <a:pt x="239" y="83"/>
                  </a:lnTo>
                  <a:lnTo>
                    <a:pt x="239" y="83"/>
                  </a:lnTo>
                  <a:lnTo>
                    <a:pt x="239" y="83"/>
                  </a:lnTo>
                  <a:lnTo>
                    <a:pt x="239" y="83"/>
                  </a:lnTo>
                  <a:lnTo>
                    <a:pt x="239" y="85"/>
                  </a:lnTo>
                  <a:lnTo>
                    <a:pt x="239" y="85"/>
                  </a:lnTo>
                  <a:lnTo>
                    <a:pt x="239" y="88"/>
                  </a:lnTo>
                  <a:lnTo>
                    <a:pt x="237" y="88"/>
                  </a:lnTo>
                  <a:lnTo>
                    <a:pt x="237" y="88"/>
                  </a:lnTo>
                  <a:lnTo>
                    <a:pt x="237" y="88"/>
                  </a:lnTo>
                  <a:lnTo>
                    <a:pt x="234" y="88"/>
                  </a:lnTo>
                  <a:lnTo>
                    <a:pt x="234" y="90"/>
                  </a:lnTo>
                  <a:lnTo>
                    <a:pt x="234" y="90"/>
                  </a:lnTo>
                  <a:lnTo>
                    <a:pt x="234" y="90"/>
                  </a:lnTo>
                  <a:lnTo>
                    <a:pt x="234" y="90"/>
                  </a:lnTo>
                  <a:lnTo>
                    <a:pt x="232" y="90"/>
                  </a:lnTo>
                  <a:lnTo>
                    <a:pt x="232" y="90"/>
                  </a:lnTo>
                  <a:lnTo>
                    <a:pt x="232" y="93"/>
                  </a:lnTo>
                  <a:lnTo>
                    <a:pt x="232" y="93"/>
                  </a:lnTo>
                  <a:lnTo>
                    <a:pt x="232" y="93"/>
                  </a:lnTo>
                  <a:lnTo>
                    <a:pt x="232" y="93"/>
                  </a:lnTo>
                  <a:lnTo>
                    <a:pt x="230" y="93"/>
                  </a:lnTo>
                  <a:lnTo>
                    <a:pt x="230" y="95"/>
                  </a:lnTo>
                  <a:lnTo>
                    <a:pt x="230" y="95"/>
                  </a:lnTo>
                  <a:lnTo>
                    <a:pt x="227" y="95"/>
                  </a:lnTo>
                  <a:lnTo>
                    <a:pt x="227" y="95"/>
                  </a:lnTo>
                  <a:lnTo>
                    <a:pt x="227" y="97"/>
                  </a:lnTo>
                  <a:lnTo>
                    <a:pt x="227" y="97"/>
                  </a:lnTo>
                  <a:lnTo>
                    <a:pt x="227" y="97"/>
                  </a:lnTo>
                  <a:lnTo>
                    <a:pt x="227" y="97"/>
                  </a:lnTo>
                  <a:lnTo>
                    <a:pt x="227" y="100"/>
                  </a:lnTo>
                  <a:lnTo>
                    <a:pt x="227" y="100"/>
                  </a:lnTo>
                  <a:lnTo>
                    <a:pt x="227" y="100"/>
                  </a:lnTo>
                  <a:lnTo>
                    <a:pt x="227" y="100"/>
                  </a:lnTo>
                  <a:lnTo>
                    <a:pt x="227" y="102"/>
                  </a:lnTo>
                  <a:lnTo>
                    <a:pt x="227" y="102"/>
                  </a:lnTo>
                  <a:lnTo>
                    <a:pt x="227" y="102"/>
                  </a:lnTo>
                  <a:lnTo>
                    <a:pt x="230" y="102"/>
                  </a:lnTo>
                  <a:lnTo>
                    <a:pt x="230" y="102"/>
                  </a:lnTo>
                  <a:lnTo>
                    <a:pt x="230" y="104"/>
                  </a:lnTo>
                  <a:lnTo>
                    <a:pt x="230" y="104"/>
                  </a:lnTo>
                  <a:lnTo>
                    <a:pt x="230" y="104"/>
                  </a:lnTo>
                  <a:lnTo>
                    <a:pt x="230" y="107"/>
                  </a:lnTo>
                  <a:lnTo>
                    <a:pt x="230" y="107"/>
                  </a:lnTo>
                  <a:lnTo>
                    <a:pt x="230" y="109"/>
                  </a:lnTo>
                  <a:lnTo>
                    <a:pt x="230" y="109"/>
                  </a:lnTo>
                  <a:lnTo>
                    <a:pt x="227" y="109"/>
                  </a:lnTo>
                  <a:lnTo>
                    <a:pt x="227" y="109"/>
                  </a:lnTo>
                  <a:lnTo>
                    <a:pt x="227" y="112"/>
                  </a:lnTo>
                  <a:lnTo>
                    <a:pt x="227" y="112"/>
                  </a:lnTo>
                  <a:lnTo>
                    <a:pt x="227" y="112"/>
                  </a:lnTo>
                  <a:lnTo>
                    <a:pt x="225" y="112"/>
                  </a:lnTo>
                  <a:lnTo>
                    <a:pt x="225" y="112"/>
                  </a:lnTo>
                  <a:lnTo>
                    <a:pt x="225" y="112"/>
                  </a:lnTo>
                  <a:lnTo>
                    <a:pt x="225" y="112"/>
                  </a:lnTo>
                  <a:lnTo>
                    <a:pt x="223" y="112"/>
                  </a:lnTo>
                  <a:lnTo>
                    <a:pt x="223" y="114"/>
                  </a:lnTo>
                  <a:lnTo>
                    <a:pt x="223" y="114"/>
                  </a:lnTo>
                  <a:lnTo>
                    <a:pt x="220" y="114"/>
                  </a:lnTo>
                  <a:lnTo>
                    <a:pt x="220" y="114"/>
                  </a:lnTo>
                  <a:lnTo>
                    <a:pt x="220" y="114"/>
                  </a:lnTo>
                  <a:lnTo>
                    <a:pt x="218" y="114"/>
                  </a:lnTo>
                  <a:lnTo>
                    <a:pt x="218" y="114"/>
                  </a:lnTo>
                  <a:lnTo>
                    <a:pt x="218" y="114"/>
                  </a:lnTo>
                  <a:lnTo>
                    <a:pt x="215" y="114"/>
                  </a:lnTo>
                  <a:lnTo>
                    <a:pt x="215" y="114"/>
                  </a:lnTo>
                  <a:lnTo>
                    <a:pt x="213" y="114"/>
                  </a:lnTo>
                  <a:lnTo>
                    <a:pt x="213" y="114"/>
                  </a:lnTo>
                  <a:lnTo>
                    <a:pt x="213" y="114"/>
                  </a:lnTo>
                  <a:lnTo>
                    <a:pt x="211" y="114"/>
                  </a:lnTo>
                  <a:lnTo>
                    <a:pt x="211" y="114"/>
                  </a:lnTo>
                  <a:lnTo>
                    <a:pt x="208" y="114"/>
                  </a:lnTo>
                  <a:lnTo>
                    <a:pt x="208" y="112"/>
                  </a:lnTo>
                  <a:lnTo>
                    <a:pt x="208" y="112"/>
                  </a:lnTo>
                  <a:lnTo>
                    <a:pt x="208" y="112"/>
                  </a:lnTo>
                  <a:lnTo>
                    <a:pt x="206" y="112"/>
                  </a:lnTo>
                  <a:lnTo>
                    <a:pt x="206" y="112"/>
                  </a:lnTo>
                  <a:lnTo>
                    <a:pt x="206" y="112"/>
                  </a:lnTo>
                  <a:lnTo>
                    <a:pt x="206" y="112"/>
                  </a:lnTo>
                  <a:lnTo>
                    <a:pt x="204" y="112"/>
                  </a:lnTo>
                  <a:lnTo>
                    <a:pt x="204" y="112"/>
                  </a:lnTo>
                  <a:lnTo>
                    <a:pt x="204" y="112"/>
                  </a:lnTo>
                  <a:lnTo>
                    <a:pt x="201" y="112"/>
                  </a:lnTo>
                  <a:lnTo>
                    <a:pt x="201" y="114"/>
                  </a:lnTo>
                  <a:lnTo>
                    <a:pt x="201" y="114"/>
                  </a:lnTo>
                  <a:lnTo>
                    <a:pt x="204" y="114"/>
                  </a:lnTo>
                  <a:lnTo>
                    <a:pt x="204" y="116"/>
                  </a:lnTo>
                  <a:lnTo>
                    <a:pt x="204" y="116"/>
                  </a:lnTo>
                  <a:lnTo>
                    <a:pt x="204" y="116"/>
                  </a:lnTo>
                  <a:lnTo>
                    <a:pt x="204" y="119"/>
                  </a:lnTo>
                  <a:lnTo>
                    <a:pt x="204" y="119"/>
                  </a:lnTo>
                  <a:lnTo>
                    <a:pt x="206" y="119"/>
                  </a:lnTo>
                  <a:lnTo>
                    <a:pt x="206" y="119"/>
                  </a:lnTo>
                  <a:lnTo>
                    <a:pt x="206" y="119"/>
                  </a:lnTo>
                  <a:lnTo>
                    <a:pt x="206" y="119"/>
                  </a:lnTo>
                  <a:lnTo>
                    <a:pt x="208" y="119"/>
                  </a:lnTo>
                  <a:lnTo>
                    <a:pt x="208" y="119"/>
                  </a:lnTo>
                  <a:lnTo>
                    <a:pt x="208" y="121"/>
                  </a:lnTo>
                  <a:lnTo>
                    <a:pt x="208" y="121"/>
                  </a:lnTo>
                  <a:lnTo>
                    <a:pt x="208" y="121"/>
                  </a:lnTo>
                  <a:lnTo>
                    <a:pt x="208" y="123"/>
                  </a:lnTo>
                  <a:lnTo>
                    <a:pt x="208" y="123"/>
                  </a:lnTo>
                  <a:lnTo>
                    <a:pt x="208" y="123"/>
                  </a:lnTo>
                  <a:lnTo>
                    <a:pt x="208" y="126"/>
                  </a:lnTo>
                  <a:lnTo>
                    <a:pt x="208" y="126"/>
                  </a:lnTo>
                  <a:lnTo>
                    <a:pt x="208" y="126"/>
                  </a:lnTo>
                  <a:lnTo>
                    <a:pt x="211" y="126"/>
                  </a:lnTo>
                  <a:lnTo>
                    <a:pt x="211" y="128"/>
                  </a:lnTo>
                  <a:lnTo>
                    <a:pt x="211" y="128"/>
                  </a:lnTo>
                  <a:lnTo>
                    <a:pt x="211" y="128"/>
                  </a:lnTo>
                  <a:lnTo>
                    <a:pt x="213" y="128"/>
                  </a:lnTo>
                  <a:lnTo>
                    <a:pt x="213" y="130"/>
                  </a:lnTo>
                  <a:lnTo>
                    <a:pt x="211" y="130"/>
                  </a:lnTo>
                  <a:lnTo>
                    <a:pt x="211" y="130"/>
                  </a:lnTo>
                  <a:lnTo>
                    <a:pt x="211" y="130"/>
                  </a:lnTo>
                  <a:lnTo>
                    <a:pt x="211" y="130"/>
                  </a:lnTo>
                  <a:lnTo>
                    <a:pt x="208" y="130"/>
                  </a:lnTo>
                  <a:lnTo>
                    <a:pt x="208" y="130"/>
                  </a:lnTo>
                  <a:lnTo>
                    <a:pt x="208" y="133"/>
                  </a:lnTo>
                  <a:lnTo>
                    <a:pt x="208" y="133"/>
                  </a:lnTo>
                  <a:lnTo>
                    <a:pt x="206" y="133"/>
                  </a:lnTo>
                  <a:lnTo>
                    <a:pt x="206" y="133"/>
                  </a:lnTo>
                  <a:lnTo>
                    <a:pt x="206" y="133"/>
                  </a:lnTo>
                  <a:lnTo>
                    <a:pt x="206" y="133"/>
                  </a:lnTo>
                  <a:lnTo>
                    <a:pt x="206" y="135"/>
                  </a:lnTo>
                  <a:lnTo>
                    <a:pt x="204" y="135"/>
                  </a:lnTo>
                  <a:lnTo>
                    <a:pt x="204" y="135"/>
                  </a:lnTo>
                  <a:lnTo>
                    <a:pt x="204" y="135"/>
                  </a:lnTo>
                  <a:lnTo>
                    <a:pt x="201" y="135"/>
                  </a:lnTo>
                  <a:lnTo>
                    <a:pt x="201" y="135"/>
                  </a:lnTo>
                  <a:lnTo>
                    <a:pt x="201" y="135"/>
                  </a:lnTo>
                  <a:lnTo>
                    <a:pt x="201" y="135"/>
                  </a:lnTo>
                  <a:lnTo>
                    <a:pt x="199" y="135"/>
                  </a:lnTo>
                  <a:lnTo>
                    <a:pt x="199" y="135"/>
                  </a:lnTo>
                  <a:lnTo>
                    <a:pt x="199" y="135"/>
                  </a:lnTo>
                  <a:lnTo>
                    <a:pt x="199" y="135"/>
                  </a:lnTo>
                  <a:lnTo>
                    <a:pt x="196" y="135"/>
                  </a:lnTo>
                  <a:lnTo>
                    <a:pt x="196" y="135"/>
                  </a:lnTo>
                  <a:lnTo>
                    <a:pt x="194" y="135"/>
                  </a:lnTo>
                  <a:lnTo>
                    <a:pt x="194" y="138"/>
                  </a:lnTo>
                  <a:lnTo>
                    <a:pt x="194" y="138"/>
                  </a:lnTo>
                  <a:lnTo>
                    <a:pt x="194" y="138"/>
                  </a:lnTo>
                  <a:lnTo>
                    <a:pt x="194" y="140"/>
                  </a:lnTo>
                  <a:lnTo>
                    <a:pt x="194" y="140"/>
                  </a:lnTo>
                  <a:lnTo>
                    <a:pt x="194" y="140"/>
                  </a:lnTo>
                  <a:lnTo>
                    <a:pt x="194" y="142"/>
                  </a:lnTo>
                  <a:lnTo>
                    <a:pt x="194" y="142"/>
                  </a:lnTo>
                  <a:lnTo>
                    <a:pt x="192" y="142"/>
                  </a:lnTo>
                  <a:lnTo>
                    <a:pt x="192" y="142"/>
                  </a:lnTo>
                  <a:lnTo>
                    <a:pt x="192" y="145"/>
                  </a:lnTo>
                  <a:lnTo>
                    <a:pt x="192" y="145"/>
                  </a:lnTo>
                  <a:lnTo>
                    <a:pt x="194" y="145"/>
                  </a:lnTo>
                  <a:lnTo>
                    <a:pt x="194" y="147"/>
                  </a:lnTo>
                  <a:lnTo>
                    <a:pt x="194" y="147"/>
                  </a:lnTo>
                  <a:lnTo>
                    <a:pt x="192" y="147"/>
                  </a:lnTo>
                  <a:lnTo>
                    <a:pt x="192" y="149"/>
                  </a:lnTo>
                  <a:lnTo>
                    <a:pt x="192" y="149"/>
                  </a:lnTo>
                  <a:lnTo>
                    <a:pt x="192" y="149"/>
                  </a:lnTo>
                  <a:lnTo>
                    <a:pt x="192" y="149"/>
                  </a:lnTo>
                  <a:lnTo>
                    <a:pt x="189" y="149"/>
                  </a:lnTo>
                  <a:lnTo>
                    <a:pt x="189" y="149"/>
                  </a:lnTo>
                  <a:lnTo>
                    <a:pt x="189" y="149"/>
                  </a:lnTo>
                  <a:lnTo>
                    <a:pt x="189" y="152"/>
                  </a:lnTo>
                  <a:lnTo>
                    <a:pt x="189" y="152"/>
                  </a:lnTo>
                  <a:lnTo>
                    <a:pt x="189" y="154"/>
                  </a:lnTo>
                  <a:lnTo>
                    <a:pt x="189" y="154"/>
                  </a:lnTo>
                  <a:lnTo>
                    <a:pt x="189" y="154"/>
                  </a:lnTo>
                  <a:lnTo>
                    <a:pt x="189" y="157"/>
                  </a:lnTo>
                  <a:lnTo>
                    <a:pt x="189" y="157"/>
                  </a:lnTo>
                  <a:lnTo>
                    <a:pt x="189" y="159"/>
                  </a:lnTo>
                  <a:lnTo>
                    <a:pt x="189" y="159"/>
                  </a:lnTo>
                  <a:lnTo>
                    <a:pt x="189" y="159"/>
                  </a:lnTo>
                  <a:lnTo>
                    <a:pt x="189" y="161"/>
                  </a:lnTo>
                  <a:lnTo>
                    <a:pt x="189" y="161"/>
                  </a:lnTo>
                  <a:lnTo>
                    <a:pt x="189" y="164"/>
                  </a:lnTo>
                  <a:lnTo>
                    <a:pt x="189" y="164"/>
                  </a:lnTo>
                  <a:lnTo>
                    <a:pt x="192" y="164"/>
                  </a:lnTo>
                  <a:lnTo>
                    <a:pt x="192" y="166"/>
                  </a:lnTo>
                  <a:lnTo>
                    <a:pt x="189" y="166"/>
                  </a:lnTo>
                  <a:lnTo>
                    <a:pt x="189" y="166"/>
                  </a:lnTo>
                  <a:lnTo>
                    <a:pt x="189" y="166"/>
                  </a:lnTo>
                  <a:lnTo>
                    <a:pt x="187" y="166"/>
                  </a:lnTo>
                  <a:lnTo>
                    <a:pt x="187" y="168"/>
                  </a:lnTo>
                  <a:lnTo>
                    <a:pt x="187" y="168"/>
                  </a:lnTo>
                  <a:lnTo>
                    <a:pt x="187" y="168"/>
                  </a:lnTo>
                  <a:lnTo>
                    <a:pt x="187" y="168"/>
                  </a:lnTo>
                  <a:lnTo>
                    <a:pt x="187" y="168"/>
                  </a:lnTo>
                  <a:lnTo>
                    <a:pt x="187" y="171"/>
                  </a:lnTo>
                  <a:lnTo>
                    <a:pt x="185" y="171"/>
                  </a:lnTo>
                  <a:lnTo>
                    <a:pt x="185" y="171"/>
                  </a:lnTo>
                  <a:lnTo>
                    <a:pt x="185" y="171"/>
                  </a:lnTo>
                  <a:lnTo>
                    <a:pt x="185" y="173"/>
                  </a:lnTo>
                  <a:lnTo>
                    <a:pt x="185" y="173"/>
                  </a:lnTo>
                  <a:lnTo>
                    <a:pt x="182" y="173"/>
                  </a:lnTo>
                  <a:lnTo>
                    <a:pt x="182" y="173"/>
                  </a:lnTo>
                  <a:lnTo>
                    <a:pt x="182" y="173"/>
                  </a:lnTo>
                  <a:lnTo>
                    <a:pt x="180" y="173"/>
                  </a:lnTo>
                  <a:lnTo>
                    <a:pt x="180" y="173"/>
                  </a:lnTo>
                  <a:lnTo>
                    <a:pt x="180" y="173"/>
                  </a:lnTo>
                  <a:lnTo>
                    <a:pt x="180" y="173"/>
                  </a:lnTo>
                  <a:lnTo>
                    <a:pt x="180" y="171"/>
                  </a:lnTo>
                  <a:lnTo>
                    <a:pt x="178" y="171"/>
                  </a:lnTo>
                  <a:lnTo>
                    <a:pt x="178" y="171"/>
                  </a:lnTo>
                  <a:lnTo>
                    <a:pt x="178" y="171"/>
                  </a:lnTo>
                  <a:lnTo>
                    <a:pt x="178" y="168"/>
                  </a:lnTo>
                  <a:lnTo>
                    <a:pt x="178" y="168"/>
                  </a:lnTo>
                  <a:lnTo>
                    <a:pt x="178" y="168"/>
                  </a:lnTo>
                  <a:lnTo>
                    <a:pt x="175" y="168"/>
                  </a:lnTo>
                  <a:lnTo>
                    <a:pt x="175" y="168"/>
                  </a:lnTo>
                  <a:lnTo>
                    <a:pt x="175" y="168"/>
                  </a:lnTo>
                  <a:lnTo>
                    <a:pt x="173" y="168"/>
                  </a:lnTo>
                  <a:lnTo>
                    <a:pt x="173" y="168"/>
                  </a:lnTo>
                  <a:lnTo>
                    <a:pt x="173" y="168"/>
                  </a:lnTo>
                  <a:lnTo>
                    <a:pt x="173" y="168"/>
                  </a:lnTo>
                  <a:lnTo>
                    <a:pt x="173" y="168"/>
                  </a:lnTo>
                  <a:lnTo>
                    <a:pt x="170" y="168"/>
                  </a:lnTo>
                  <a:lnTo>
                    <a:pt x="170" y="168"/>
                  </a:lnTo>
                  <a:lnTo>
                    <a:pt x="168" y="168"/>
                  </a:lnTo>
                  <a:lnTo>
                    <a:pt x="168" y="168"/>
                  </a:lnTo>
                  <a:lnTo>
                    <a:pt x="168" y="168"/>
                  </a:lnTo>
                  <a:lnTo>
                    <a:pt x="168" y="168"/>
                  </a:lnTo>
                  <a:lnTo>
                    <a:pt x="166" y="168"/>
                  </a:lnTo>
                  <a:lnTo>
                    <a:pt x="166" y="168"/>
                  </a:lnTo>
                  <a:lnTo>
                    <a:pt x="166" y="168"/>
                  </a:lnTo>
                  <a:lnTo>
                    <a:pt x="166" y="168"/>
                  </a:lnTo>
                  <a:lnTo>
                    <a:pt x="166" y="168"/>
                  </a:lnTo>
                  <a:lnTo>
                    <a:pt x="166" y="168"/>
                  </a:lnTo>
                  <a:lnTo>
                    <a:pt x="163" y="168"/>
                  </a:lnTo>
                  <a:lnTo>
                    <a:pt x="163" y="171"/>
                  </a:lnTo>
                  <a:lnTo>
                    <a:pt x="163" y="171"/>
                  </a:lnTo>
                  <a:lnTo>
                    <a:pt x="163" y="171"/>
                  </a:lnTo>
                  <a:lnTo>
                    <a:pt x="161" y="171"/>
                  </a:lnTo>
                  <a:lnTo>
                    <a:pt x="161" y="173"/>
                  </a:lnTo>
                  <a:lnTo>
                    <a:pt x="161" y="173"/>
                  </a:lnTo>
                  <a:lnTo>
                    <a:pt x="161" y="173"/>
                  </a:lnTo>
                  <a:lnTo>
                    <a:pt x="159" y="173"/>
                  </a:lnTo>
                  <a:lnTo>
                    <a:pt x="159" y="173"/>
                  </a:lnTo>
                  <a:lnTo>
                    <a:pt x="159" y="173"/>
                  </a:lnTo>
                  <a:lnTo>
                    <a:pt x="159" y="173"/>
                  </a:lnTo>
                  <a:lnTo>
                    <a:pt x="159" y="176"/>
                  </a:lnTo>
                  <a:lnTo>
                    <a:pt x="156" y="176"/>
                  </a:lnTo>
                  <a:lnTo>
                    <a:pt x="156" y="176"/>
                  </a:lnTo>
                  <a:lnTo>
                    <a:pt x="156" y="176"/>
                  </a:lnTo>
                  <a:lnTo>
                    <a:pt x="154" y="176"/>
                  </a:lnTo>
                  <a:lnTo>
                    <a:pt x="154" y="176"/>
                  </a:lnTo>
                  <a:lnTo>
                    <a:pt x="154" y="176"/>
                  </a:lnTo>
                  <a:lnTo>
                    <a:pt x="154" y="176"/>
                  </a:lnTo>
                  <a:lnTo>
                    <a:pt x="154" y="176"/>
                  </a:lnTo>
                  <a:lnTo>
                    <a:pt x="154" y="178"/>
                  </a:lnTo>
                  <a:lnTo>
                    <a:pt x="154" y="178"/>
                  </a:lnTo>
                  <a:lnTo>
                    <a:pt x="154" y="178"/>
                  </a:lnTo>
                  <a:lnTo>
                    <a:pt x="154" y="178"/>
                  </a:lnTo>
                  <a:lnTo>
                    <a:pt x="156" y="178"/>
                  </a:lnTo>
                  <a:lnTo>
                    <a:pt x="156" y="178"/>
                  </a:lnTo>
                  <a:lnTo>
                    <a:pt x="159" y="178"/>
                  </a:lnTo>
                  <a:lnTo>
                    <a:pt x="159" y="178"/>
                  </a:lnTo>
                  <a:lnTo>
                    <a:pt x="159" y="180"/>
                  </a:lnTo>
                  <a:lnTo>
                    <a:pt x="156" y="180"/>
                  </a:lnTo>
                  <a:lnTo>
                    <a:pt x="156" y="180"/>
                  </a:lnTo>
                  <a:lnTo>
                    <a:pt x="156" y="180"/>
                  </a:lnTo>
                  <a:lnTo>
                    <a:pt x="154" y="180"/>
                  </a:lnTo>
                  <a:lnTo>
                    <a:pt x="154" y="180"/>
                  </a:lnTo>
                  <a:lnTo>
                    <a:pt x="154" y="180"/>
                  </a:lnTo>
                  <a:lnTo>
                    <a:pt x="154" y="183"/>
                  </a:lnTo>
                  <a:lnTo>
                    <a:pt x="152" y="183"/>
                  </a:lnTo>
                  <a:lnTo>
                    <a:pt x="152" y="183"/>
                  </a:lnTo>
                  <a:lnTo>
                    <a:pt x="152" y="183"/>
                  </a:lnTo>
                  <a:lnTo>
                    <a:pt x="149" y="183"/>
                  </a:lnTo>
                  <a:lnTo>
                    <a:pt x="149" y="183"/>
                  </a:lnTo>
                  <a:lnTo>
                    <a:pt x="149" y="183"/>
                  </a:lnTo>
                  <a:lnTo>
                    <a:pt x="147" y="183"/>
                  </a:lnTo>
                  <a:lnTo>
                    <a:pt x="147" y="183"/>
                  </a:lnTo>
                  <a:lnTo>
                    <a:pt x="147" y="183"/>
                  </a:lnTo>
                  <a:lnTo>
                    <a:pt x="144" y="183"/>
                  </a:lnTo>
                  <a:lnTo>
                    <a:pt x="144" y="183"/>
                  </a:lnTo>
                  <a:lnTo>
                    <a:pt x="144" y="183"/>
                  </a:lnTo>
                  <a:lnTo>
                    <a:pt x="144" y="183"/>
                  </a:lnTo>
                  <a:lnTo>
                    <a:pt x="142" y="183"/>
                  </a:lnTo>
                  <a:lnTo>
                    <a:pt x="142" y="183"/>
                  </a:lnTo>
                  <a:lnTo>
                    <a:pt x="142" y="180"/>
                  </a:lnTo>
                  <a:lnTo>
                    <a:pt x="140" y="180"/>
                  </a:lnTo>
                  <a:lnTo>
                    <a:pt x="140" y="180"/>
                  </a:lnTo>
                  <a:lnTo>
                    <a:pt x="140" y="180"/>
                  </a:lnTo>
                  <a:lnTo>
                    <a:pt x="137" y="180"/>
                  </a:lnTo>
                  <a:lnTo>
                    <a:pt x="137" y="180"/>
                  </a:lnTo>
                  <a:lnTo>
                    <a:pt x="137" y="183"/>
                  </a:lnTo>
                  <a:lnTo>
                    <a:pt x="135" y="183"/>
                  </a:lnTo>
                  <a:lnTo>
                    <a:pt x="135" y="183"/>
                  </a:lnTo>
                  <a:lnTo>
                    <a:pt x="135" y="183"/>
                  </a:lnTo>
                  <a:lnTo>
                    <a:pt x="135" y="183"/>
                  </a:lnTo>
                  <a:lnTo>
                    <a:pt x="135" y="185"/>
                  </a:lnTo>
                  <a:lnTo>
                    <a:pt x="135" y="185"/>
                  </a:lnTo>
                  <a:lnTo>
                    <a:pt x="133" y="185"/>
                  </a:lnTo>
                  <a:lnTo>
                    <a:pt x="133" y="187"/>
                  </a:lnTo>
                  <a:lnTo>
                    <a:pt x="133" y="187"/>
                  </a:lnTo>
                  <a:lnTo>
                    <a:pt x="133" y="187"/>
                  </a:lnTo>
                  <a:lnTo>
                    <a:pt x="133" y="190"/>
                  </a:lnTo>
                  <a:lnTo>
                    <a:pt x="133" y="190"/>
                  </a:lnTo>
                  <a:lnTo>
                    <a:pt x="130" y="190"/>
                  </a:lnTo>
                  <a:lnTo>
                    <a:pt x="130" y="190"/>
                  </a:lnTo>
                  <a:lnTo>
                    <a:pt x="130" y="190"/>
                  </a:lnTo>
                  <a:lnTo>
                    <a:pt x="128" y="190"/>
                  </a:lnTo>
                  <a:lnTo>
                    <a:pt x="128" y="190"/>
                  </a:lnTo>
                  <a:lnTo>
                    <a:pt x="128" y="190"/>
                  </a:lnTo>
                  <a:lnTo>
                    <a:pt x="128" y="190"/>
                  </a:lnTo>
                  <a:lnTo>
                    <a:pt x="128" y="192"/>
                  </a:lnTo>
                  <a:lnTo>
                    <a:pt x="128" y="192"/>
                  </a:lnTo>
                  <a:lnTo>
                    <a:pt x="125" y="192"/>
                  </a:lnTo>
                  <a:lnTo>
                    <a:pt x="125" y="194"/>
                  </a:lnTo>
                  <a:lnTo>
                    <a:pt x="125" y="194"/>
                  </a:lnTo>
                  <a:lnTo>
                    <a:pt x="125" y="197"/>
                  </a:lnTo>
                  <a:lnTo>
                    <a:pt x="125" y="197"/>
                  </a:lnTo>
                  <a:lnTo>
                    <a:pt x="125" y="197"/>
                  </a:lnTo>
                  <a:lnTo>
                    <a:pt x="125" y="199"/>
                  </a:lnTo>
                  <a:lnTo>
                    <a:pt x="125" y="199"/>
                  </a:lnTo>
                  <a:lnTo>
                    <a:pt x="125" y="199"/>
                  </a:lnTo>
                  <a:lnTo>
                    <a:pt x="125" y="202"/>
                  </a:lnTo>
                  <a:lnTo>
                    <a:pt x="125" y="202"/>
                  </a:lnTo>
                  <a:lnTo>
                    <a:pt x="125" y="202"/>
                  </a:lnTo>
                  <a:lnTo>
                    <a:pt x="125" y="204"/>
                  </a:lnTo>
                  <a:lnTo>
                    <a:pt x="125" y="204"/>
                  </a:lnTo>
                  <a:lnTo>
                    <a:pt x="125" y="206"/>
                  </a:lnTo>
                  <a:lnTo>
                    <a:pt x="125" y="206"/>
                  </a:lnTo>
                  <a:lnTo>
                    <a:pt x="125" y="209"/>
                  </a:lnTo>
                  <a:lnTo>
                    <a:pt x="125" y="209"/>
                  </a:lnTo>
                  <a:lnTo>
                    <a:pt x="125" y="209"/>
                  </a:lnTo>
                  <a:lnTo>
                    <a:pt x="125" y="209"/>
                  </a:lnTo>
                  <a:lnTo>
                    <a:pt x="125" y="211"/>
                  </a:lnTo>
                  <a:lnTo>
                    <a:pt x="125" y="211"/>
                  </a:lnTo>
                  <a:lnTo>
                    <a:pt x="125" y="211"/>
                  </a:lnTo>
                  <a:lnTo>
                    <a:pt x="125" y="213"/>
                  </a:lnTo>
                  <a:lnTo>
                    <a:pt x="125" y="213"/>
                  </a:lnTo>
                  <a:lnTo>
                    <a:pt x="125" y="213"/>
                  </a:lnTo>
                  <a:lnTo>
                    <a:pt x="125" y="213"/>
                  </a:lnTo>
                  <a:lnTo>
                    <a:pt x="125" y="216"/>
                  </a:lnTo>
                  <a:lnTo>
                    <a:pt x="125" y="216"/>
                  </a:lnTo>
                  <a:lnTo>
                    <a:pt x="125" y="216"/>
                  </a:lnTo>
                  <a:lnTo>
                    <a:pt x="125" y="218"/>
                  </a:lnTo>
                  <a:lnTo>
                    <a:pt x="125" y="218"/>
                  </a:lnTo>
                  <a:lnTo>
                    <a:pt x="125" y="218"/>
                  </a:lnTo>
                  <a:lnTo>
                    <a:pt x="123" y="218"/>
                  </a:lnTo>
                  <a:lnTo>
                    <a:pt x="123" y="218"/>
                  </a:lnTo>
                  <a:lnTo>
                    <a:pt x="121" y="218"/>
                  </a:lnTo>
                  <a:lnTo>
                    <a:pt x="121" y="218"/>
                  </a:lnTo>
                  <a:lnTo>
                    <a:pt x="121" y="218"/>
                  </a:lnTo>
                  <a:lnTo>
                    <a:pt x="121" y="218"/>
                  </a:lnTo>
                  <a:lnTo>
                    <a:pt x="118" y="218"/>
                  </a:lnTo>
                  <a:lnTo>
                    <a:pt x="118" y="218"/>
                  </a:lnTo>
                  <a:lnTo>
                    <a:pt x="118" y="221"/>
                  </a:lnTo>
                  <a:lnTo>
                    <a:pt x="118" y="221"/>
                  </a:lnTo>
                  <a:lnTo>
                    <a:pt x="116" y="221"/>
                  </a:lnTo>
                  <a:lnTo>
                    <a:pt x="116" y="221"/>
                  </a:lnTo>
                  <a:lnTo>
                    <a:pt x="114" y="221"/>
                  </a:lnTo>
                  <a:lnTo>
                    <a:pt x="114" y="221"/>
                  </a:lnTo>
                  <a:lnTo>
                    <a:pt x="114" y="221"/>
                  </a:lnTo>
                  <a:lnTo>
                    <a:pt x="114" y="221"/>
                  </a:lnTo>
                  <a:lnTo>
                    <a:pt x="111" y="221"/>
                  </a:lnTo>
                  <a:lnTo>
                    <a:pt x="111" y="221"/>
                  </a:lnTo>
                  <a:lnTo>
                    <a:pt x="111" y="223"/>
                  </a:lnTo>
                  <a:lnTo>
                    <a:pt x="111" y="223"/>
                  </a:lnTo>
                  <a:lnTo>
                    <a:pt x="109" y="223"/>
                  </a:lnTo>
                  <a:lnTo>
                    <a:pt x="109" y="223"/>
                  </a:lnTo>
                  <a:lnTo>
                    <a:pt x="109" y="223"/>
                  </a:lnTo>
                  <a:lnTo>
                    <a:pt x="107" y="223"/>
                  </a:lnTo>
                  <a:lnTo>
                    <a:pt x="107" y="223"/>
                  </a:lnTo>
                  <a:lnTo>
                    <a:pt x="107" y="223"/>
                  </a:lnTo>
                  <a:lnTo>
                    <a:pt x="104" y="223"/>
                  </a:lnTo>
                  <a:lnTo>
                    <a:pt x="104" y="225"/>
                  </a:lnTo>
                  <a:lnTo>
                    <a:pt x="104" y="225"/>
                  </a:lnTo>
                  <a:lnTo>
                    <a:pt x="102" y="225"/>
                  </a:lnTo>
                  <a:lnTo>
                    <a:pt x="102" y="225"/>
                  </a:lnTo>
                  <a:lnTo>
                    <a:pt x="102" y="225"/>
                  </a:lnTo>
                  <a:lnTo>
                    <a:pt x="102" y="225"/>
                  </a:lnTo>
                  <a:lnTo>
                    <a:pt x="99" y="225"/>
                  </a:lnTo>
                  <a:lnTo>
                    <a:pt x="99" y="225"/>
                  </a:lnTo>
                  <a:lnTo>
                    <a:pt x="99" y="225"/>
                  </a:lnTo>
                  <a:lnTo>
                    <a:pt x="97" y="225"/>
                  </a:lnTo>
                  <a:lnTo>
                    <a:pt x="97" y="225"/>
                  </a:lnTo>
                  <a:lnTo>
                    <a:pt x="95" y="225"/>
                  </a:lnTo>
                  <a:lnTo>
                    <a:pt x="95" y="225"/>
                  </a:lnTo>
                  <a:lnTo>
                    <a:pt x="95" y="225"/>
                  </a:lnTo>
                  <a:lnTo>
                    <a:pt x="95" y="225"/>
                  </a:lnTo>
                  <a:lnTo>
                    <a:pt x="92" y="225"/>
                  </a:lnTo>
                  <a:lnTo>
                    <a:pt x="92" y="225"/>
                  </a:lnTo>
                  <a:lnTo>
                    <a:pt x="92" y="225"/>
                  </a:lnTo>
                  <a:lnTo>
                    <a:pt x="90" y="225"/>
                  </a:lnTo>
                  <a:lnTo>
                    <a:pt x="90" y="225"/>
                  </a:lnTo>
                  <a:lnTo>
                    <a:pt x="88" y="225"/>
                  </a:lnTo>
                  <a:lnTo>
                    <a:pt x="88" y="225"/>
                  </a:lnTo>
                  <a:lnTo>
                    <a:pt x="88" y="225"/>
                  </a:lnTo>
                  <a:lnTo>
                    <a:pt x="85" y="225"/>
                  </a:lnTo>
                  <a:lnTo>
                    <a:pt x="85" y="225"/>
                  </a:lnTo>
                  <a:lnTo>
                    <a:pt x="85" y="225"/>
                  </a:lnTo>
                  <a:lnTo>
                    <a:pt x="85" y="225"/>
                  </a:lnTo>
                  <a:lnTo>
                    <a:pt x="83" y="225"/>
                  </a:lnTo>
                  <a:lnTo>
                    <a:pt x="83" y="225"/>
                  </a:lnTo>
                  <a:lnTo>
                    <a:pt x="81" y="225"/>
                  </a:lnTo>
                  <a:lnTo>
                    <a:pt x="81" y="228"/>
                  </a:lnTo>
                  <a:lnTo>
                    <a:pt x="81" y="228"/>
                  </a:lnTo>
                  <a:lnTo>
                    <a:pt x="81" y="228"/>
                  </a:lnTo>
                  <a:lnTo>
                    <a:pt x="81" y="228"/>
                  </a:lnTo>
                  <a:lnTo>
                    <a:pt x="81" y="228"/>
                  </a:lnTo>
                  <a:lnTo>
                    <a:pt x="78" y="228"/>
                  </a:lnTo>
                  <a:lnTo>
                    <a:pt x="78" y="230"/>
                  </a:lnTo>
                  <a:lnTo>
                    <a:pt x="78" y="230"/>
                  </a:lnTo>
                  <a:lnTo>
                    <a:pt x="78" y="228"/>
                  </a:lnTo>
                  <a:lnTo>
                    <a:pt x="78" y="228"/>
                  </a:lnTo>
                  <a:lnTo>
                    <a:pt x="76" y="228"/>
                  </a:lnTo>
                  <a:lnTo>
                    <a:pt x="76" y="228"/>
                  </a:lnTo>
                  <a:lnTo>
                    <a:pt x="73" y="228"/>
                  </a:lnTo>
                  <a:lnTo>
                    <a:pt x="73" y="228"/>
                  </a:lnTo>
                  <a:lnTo>
                    <a:pt x="73" y="228"/>
                  </a:lnTo>
                  <a:lnTo>
                    <a:pt x="73" y="228"/>
                  </a:lnTo>
                  <a:lnTo>
                    <a:pt x="71" y="228"/>
                  </a:lnTo>
                  <a:lnTo>
                    <a:pt x="71" y="228"/>
                  </a:lnTo>
                  <a:lnTo>
                    <a:pt x="71" y="228"/>
                  </a:lnTo>
                  <a:lnTo>
                    <a:pt x="69" y="228"/>
                  </a:lnTo>
                  <a:lnTo>
                    <a:pt x="69" y="228"/>
                  </a:lnTo>
                  <a:lnTo>
                    <a:pt x="69" y="228"/>
                  </a:lnTo>
                  <a:lnTo>
                    <a:pt x="66" y="228"/>
                  </a:lnTo>
                  <a:lnTo>
                    <a:pt x="66" y="228"/>
                  </a:lnTo>
                  <a:lnTo>
                    <a:pt x="66" y="228"/>
                  </a:lnTo>
                  <a:lnTo>
                    <a:pt x="64" y="228"/>
                  </a:lnTo>
                  <a:lnTo>
                    <a:pt x="64" y="228"/>
                  </a:lnTo>
                  <a:lnTo>
                    <a:pt x="64" y="228"/>
                  </a:lnTo>
                  <a:lnTo>
                    <a:pt x="62" y="228"/>
                  </a:lnTo>
                  <a:lnTo>
                    <a:pt x="62" y="228"/>
                  </a:lnTo>
                  <a:lnTo>
                    <a:pt x="62" y="228"/>
                  </a:lnTo>
                  <a:lnTo>
                    <a:pt x="59" y="228"/>
                  </a:lnTo>
                  <a:lnTo>
                    <a:pt x="59" y="228"/>
                  </a:lnTo>
                  <a:lnTo>
                    <a:pt x="59" y="228"/>
                  </a:lnTo>
                  <a:lnTo>
                    <a:pt x="57" y="228"/>
                  </a:lnTo>
                  <a:lnTo>
                    <a:pt x="57" y="228"/>
                  </a:lnTo>
                  <a:lnTo>
                    <a:pt x="54" y="228"/>
                  </a:lnTo>
                  <a:lnTo>
                    <a:pt x="54" y="228"/>
                  </a:lnTo>
                  <a:lnTo>
                    <a:pt x="54" y="228"/>
                  </a:lnTo>
                  <a:lnTo>
                    <a:pt x="54" y="228"/>
                  </a:lnTo>
                  <a:lnTo>
                    <a:pt x="52" y="228"/>
                  </a:lnTo>
                  <a:lnTo>
                    <a:pt x="52" y="228"/>
                  </a:lnTo>
                  <a:lnTo>
                    <a:pt x="52" y="228"/>
                  </a:lnTo>
                  <a:lnTo>
                    <a:pt x="50" y="228"/>
                  </a:lnTo>
                  <a:lnTo>
                    <a:pt x="50" y="228"/>
                  </a:lnTo>
                  <a:lnTo>
                    <a:pt x="47" y="228"/>
                  </a:lnTo>
                  <a:lnTo>
                    <a:pt x="47" y="228"/>
                  </a:lnTo>
                  <a:lnTo>
                    <a:pt x="47" y="228"/>
                  </a:lnTo>
                  <a:lnTo>
                    <a:pt x="45" y="228"/>
                  </a:lnTo>
                  <a:lnTo>
                    <a:pt x="45" y="228"/>
                  </a:lnTo>
                  <a:lnTo>
                    <a:pt x="45" y="230"/>
                  </a:lnTo>
                  <a:lnTo>
                    <a:pt x="45" y="230"/>
                  </a:lnTo>
                  <a:lnTo>
                    <a:pt x="43" y="230"/>
                  </a:lnTo>
                  <a:lnTo>
                    <a:pt x="43" y="230"/>
                  </a:lnTo>
                  <a:lnTo>
                    <a:pt x="43" y="228"/>
                  </a:lnTo>
                  <a:lnTo>
                    <a:pt x="40" y="228"/>
                  </a:lnTo>
                  <a:lnTo>
                    <a:pt x="40" y="228"/>
                  </a:lnTo>
                  <a:lnTo>
                    <a:pt x="40" y="228"/>
                  </a:lnTo>
                  <a:lnTo>
                    <a:pt x="40" y="228"/>
                  </a:lnTo>
                  <a:lnTo>
                    <a:pt x="38" y="228"/>
                  </a:lnTo>
                  <a:lnTo>
                    <a:pt x="38" y="228"/>
                  </a:lnTo>
                  <a:lnTo>
                    <a:pt x="38" y="228"/>
                  </a:lnTo>
                  <a:lnTo>
                    <a:pt x="38" y="228"/>
                  </a:lnTo>
                  <a:lnTo>
                    <a:pt x="36" y="228"/>
                  </a:lnTo>
                  <a:lnTo>
                    <a:pt x="36" y="228"/>
                  </a:lnTo>
                  <a:lnTo>
                    <a:pt x="33" y="228"/>
                  </a:lnTo>
                  <a:lnTo>
                    <a:pt x="33" y="228"/>
                  </a:lnTo>
                  <a:lnTo>
                    <a:pt x="33" y="225"/>
                  </a:lnTo>
                  <a:lnTo>
                    <a:pt x="33" y="225"/>
                  </a:lnTo>
                  <a:lnTo>
                    <a:pt x="31" y="225"/>
                  </a:lnTo>
                  <a:lnTo>
                    <a:pt x="31" y="225"/>
                  </a:lnTo>
                  <a:lnTo>
                    <a:pt x="31" y="225"/>
                  </a:lnTo>
                  <a:lnTo>
                    <a:pt x="28" y="225"/>
                  </a:lnTo>
                  <a:lnTo>
                    <a:pt x="28" y="225"/>
                  </a:lnTo>
                  <a:lnTo>
                    <a:pt x="28" y="225"/>
                  </a:lnTo>
                  <a:lnTo>
                    <a:pt x="26" y="225"/>
                  </a:lnTo>
                  <a:lnTo>
                    <a:pt x="26" y="223"/>
                  </a:lnTo>
                  <a:lnTo>
                    <a:pt x="26" y="223"/>
                  </a:lnTo>
                  <a:lnTo>
                    <a:pt x="26" y="223"/>
                  </a:lnTo>
                  <a:lnTo>
                    <a:pt x="24" y="223"/>
                  </a:lnTo>
                  <a:lnTo>
                    <a:pt x="24" y="223"/>
                  </a:lnTo>
                  <a:lnTo>
                    <a:pt x="24" y="223"/>
                  </a:lnTo>
                  <a:lnTo>
                    <a:pt x="21" y="223"/>
                  </a:lnTo>
                  <a:lnTo>
                    <a:pt x="21" y="223"/>
                  </a:lnTo>
                  <a:lnTo>
                    <a:pt x="21" y="221"/>
                  </a:lnTo>
                  <a:lnTo>
                    <a:pt x="21" y="221"/>
                  </a:lnTo>
                  <a:lnTo>
                    <a:pt x="19" y="221"/>
                  </a:lnTo>
                  <a:lnTo>
                    <a:pt x="19" y="221"/>
                  </a:lnTo>
                  <a:lnTo>
                    <a:pt x="19" y="221"/>
                  </a:lnTo>
                  <a:lnTo>
                    <a:pt x="19" y="221"/>
                  </a:lnTo>
                  <a:lnTo>
                    <a:pt x="17" y="221"/>
                  </a:lnTo>
                  <a:lnTo>
                    <a:pt x="17" y="221"/>
                  </a:lnTo>
                  <a:lnTo>
                    <a:pt x="14" y="221"/>
                  </a:lnTo>
                  <a:lnTo>
                    <a:pt x="14" y="218"/>
                  </a:lnTo>
                  <a:lnTo>
                    <a:pt x="14" y="218"/>
                  </a:lnTo>
                  <a:lnTo>
                    <a:pt x="14" y="218"/>
                  </a:lnTo>
                  <a:lnTo>
                    <a:pt x="12" y="218"/>
                  </a:lnTo>
                  <a:lnTo>
                    <a:pt x="12" y="218"/>
                  </a:lnTo>
                  <a:lnTo>
                    <a:pt x="12" y="218"/>
                  </a:lnTo>
                  <a:lnTo>
                    <a:pt x="12" y="218"/>
                  </a:lnTo>
                  <a:lnTo>
                    <a:pt x="9" y="218"/>
                  </a:lnTo>
                  <a:lnTo>
                    <a:pt x="9" y="218"/>
                  </a:lnTo>
                  <a:lnTo>
                    <a:pt x="9" y="218"/>
                  </a:lnTo>
                  <a:lnTo>
                    <a:pt x="9" y="218"/>
                  </a:lnTo>
                  <a:lnTo>
                    <a:pt x="9" y="216"/>
                  </a:lnTo>
                  <a:lnTo>
                    <a:pt x="12" y="216"/>
                  </a:lnTo>
                  <a:lnTo>
                    <a:pt x="12" y="216"/>
                  </a:lnTo>
                  <a:lnTo>
                    <a:pt x="12" y="216"/>
                  </a:lnTo>
                  <a:lnTo>
                    <a:pt x="12" y="213"/>
                  </a:lnTo>
                  <a:lnTo>
                    <a:pt x="12" y="213"/>
                  </a:lnTo>
                  <a:lnTo>
                    <a:pt x="12" y="213"/>
                  </a:lnTo>
                  <a:lnTo>
                    <a:pt x="14" y="213"/>
                  </a:lnTo>
                  <a:lnTo>
                    <a:pt x="14" y="211"/>
                  </a:lnTo>
                  <a:lnTo>
                    <a:pt x="14" y="211"/>
                  </a:lnTo>
                  <a:lnTo>
                    <a:pt x="14" y="211"/>
                  </a:lnTo>
                  <a:lnTo>
                    <a:pt x="14" y="209"/>
                  </a:lnTo>
                  <a:lnTo>
                    <a:pt x="14" y="209"/>
                  </a:lnTo>
                  <a:lnTo>
                    <a:pt x="14" y="209"/>
                  </a:lnTo>
                  <a:lnTo>
                    <a:pt x="17" y="209"/>
                  </a:lnTo>
                  <a:lnTo>
                    <a:pt x="17" y="209"/>
                  </a:lnTo>
                  <a:lnTo>
                    <a:pt x="17" y="209"/>
                  </a:lnTo>
                  <a:lnTo>
                    <a:pt x="17" y="206"/>
                  </a:lnTo>
                  <a:lnTo>
                    <a:pt x="19" y="206"/>
                  </a:lnTo>
                  <a:lnTo>
                    <a:pt x="19" y="206"/>
                  </a:lnTo>
                  <a:lnTo>
                    <a:pt x="19" y="206"/>
                  </a:lnTo>
                  <a:lnTo>
                    <a:pt x="19" y="204"/>
                  </a:lnTo>
                  <a:lnTo>
                    <a:pt x="19" y="204"/>
                  </a:lnTo>
                  <a:lnTo>
                    <a:pt x="19" y="204"/>
                  </a:lnTo>
                  <a:lnTo>
                    <a:pt x="21" y="204"/>
                  </a:lnTo>
                  <a:lnTo>
                    <a:pt x="21" y="202"/>
                  </a:lnTo>
                  <a:lnTo>
                    <a:pt x="21" y="202"/>
                  </a:lnTo>
                  <a:lnTo>
                    <a:pt x="21" y="202"/>
                  </a:lnTo>
                  <a:lnTo>
                    <a:pt x="21" y="202"/>
                  </a:lnTo>
                  <a:lnTo>
                    <a:pt x="21" y="199"/>
                  </a:lnTo>
                  <a:lnTo>
                    <a:pt x="24" y="199"/>
                  </a:lnTo>
                  <a:lnTo>
                    <a:pt x="24" y="199"/>
                  </a:lnTo>
                  <a:lnTo>
                    <a:pt x="24" y="199"/>
                  </a:lnTo>
                  <a:lnTo>
                    <a:pt x="24" y="199"/>
                  </a:lnTo>
                  <a:lnTo>
                    <a:pt x="26" y="199"/>
                  </a:lnTo>
                  <a:lnTo>
                    <a:pt x="26" y="197"/>
                  </a:lnTo>
                  <a:lnTo>
                    <a:pt x="26" y="197"/>
                  </a:lnTo>
                  <a:lnTo>
                    <a:pt x="26" y="197"/>
                  </a:lnTo>
                  <a:lnTo>
                    <a:pt x="26" y="197"/>
                  </a:lnTo>
                  <a:lnTo>
                    <a:pt x="26" y="194"/>
                  </a:lnTo>
                  <a:lnTo>
                    <a:pt x="28" y="194"/>
                  </a:lnTo>
                  <a:lnTo>
                    <a:pt x="28" y="194"/>
                  </a:lnTo>
                  <a:lnTo>
                    <a:pt x="28" y="194"/>
                  </a:lnTo>
                  <a:lnTo>
                    <a:pt x="28" y="192"/>
                  </a:lnTo>
                  <a:lnTo>
                    <a:pt x="28" y="192"/>
                  </a:lnTo>
                  <a:lnTo>
                    <a:pt x="28" y="190"/>
                  </a:lnTo>
                  <a:lnTo>
                    <a:pt x="28" y="190"/>
                  </a:lnTo>
                  <a:lnTo>
                    <a:pt x="28" y="190"/>
                  </a:lnTo>
                  <a:lnTo>
                    <a:pt x="28" y="190"/>
                  </a:lnTo>
                  <a:lnTo>
                    <a:pt x="28" y="187"/>
                  </a:lnTo>
                  <a:lnTo>
                    <a:pt x="28" y="187"/>
                  </a:lnTo>
                  <a:lnTo>
                    <a:pt x="28" y="185"/>
                  </a:lnTo>
                  <a:lnTo>
                    <a:pt x="28" y="185"/>
                  </a:lnTo>
                  <a:lnTo>
                    <a:pt x="28" y="185"/>
                  </a:lnTo>
                  <a:lnTo>
                    <a:pt x="28" y="183"/>
                  </a:lnTo>
                  <a:lnTo>
                    <a:pt x="28" y="183"/>
                  </a:lnTo>
                  <a:lnTo>
                    <a:pt x="28" y="180"/>
                  </a:lnTo>
                  <a:lnTo>
                    <a:pt x="28" y="180"/>
                  </a:lnTo>
                  <a:lnTo>
                    <a:pt x="28" y="180"/>
                  </a:lnTo>
                  <a:lnTo>
                    <a:pt x="28" y="178"/>
                  </a:lnTo>
                  <a:lnTo>
                    <a:pt x="26" y="178"/>
                  </a:lnTo>
                  <a:lnTo>
                    <a:pt x="26" y="178"/>
                  </a:lnTo>
                  <a:lnTo>
                    <a:pt x="26" y="178"/>
                  </a:lnTo>
                  <a:lnTo>
                    <a:pt x="26" y="178"/>
                  </a:lnTo>
                  <a:lnTo>
                    <a:pt x="26" y="178"/>
                  </a:lnTo>
                  <a:lnTo>
                    <a:pt x="24" y="178"/>
                  </a:lnTo>
                  <a:lnTo>
                    <a:pt x="24" y="178"/>
                  </a:lnTo>
                  <a:lnTo>
                    <a:pt x="24" y="178"/>
                  </a:lnTo>
                  <a:lnTo>
                    <a:pt x="21" y="178"/>
                  </a:lnTo>
                  <a:lnTo>
                    <a:pt x="21" y="178"/>
                  </a:lnTo>
                  <a:lnTo>
                    <a:pt x="21" y="178"/>
                  </a:lnTo>
                  <a:lnTo>
                    <a:pt x="19" y="178"/>
                  </a:lnTo>
                  <a:lnTo>
                    <a:pt x="19" y="178"/>
                  </a:lnTo>
                  <a:lnTo>
                    <a:pt x="19" y="178"/>
                  </a:lnTo>
                  <a:lnTo>
                    <a:pt x="19" y="178"/>
                  </a:lnTo>
                  <a:lnTo>
                    <a:pt x="17" y="178"/>
                  </a:lnTo>
                  <a:lnTo>
                    <a:pt x="17" y="178"/>
                  </a:lnTo>
                  <a:lnTo>
                    <a:pt x="14" y="178"/>
                  </a:lnTo>
                  <a:lnTo>
                    <a:pt x="14" y="178"/>
                  </a:lnTo>
                  <a:lnTo>
                    <a:pt x="14" y="178"/>
                  </a:lnTo>
                  <a:lnTo>
                    <a:pt x="12" y="178"/>
                  </a:lnTo>
                  <a:lnTo>
                    <a:pt x="12" y="178"/>
                  </a:lnTo>
                  <a:lnTo>
                    <a:pt x="12" y="178"/>
                  </a:lnTo>
                  <a:lnTo>
                    <a:pt x="12" y="176"/>
                  </a:lnTo>
                  <a:lnTo>
                    <a:pt x="9" y="176"/>
                  </a:lnTo>
                  <a:lnTo>
                    <a:pt x="9" y="176"/>
                  </a:lnTo>
                  <a:lnTo>
                    <a:pt x="7" y="176"/>
                  </a:lnTo>
                  <a:lnTo>
                    <a:pt x="7" y="176"/>
                  </a:lnTo>
                  <a:lnTo>
                    <a:pt x="7" y="173"/>
                  </a:lnTo>
                  <a:lnTo>
                    <a:pt x="7" y="173"/>
                  </a:lnTo>
                  <a:lnTo>
                    <a:pt x="7" y="171"/>
                  </a:lnTo>
                  <a:lnTo>
                    <a:pt x="7" y="171"/>
                  </a:lnTo>
                  <a:lnTo>
                    <a:pt x="7" y="168"/>
                  </a:lnTo>
                  <a:lnTo>
                    <a:pt x="7" y="168"/>
                  </a:lnTo>
                  <a:lnTo>
                    <a:pt x="7" y="168"/>
                  </a:lnTo>
                  <a:lnTo>
                    <a:pt x="7" y="166"/>
                  </a:lnTo>
                  <a:lnTo>
                    <a:pt x="7" y="166"/>
                  </a:lnTo>
                  <a:lnTo>
                    <a:pt x="7" y="164"/>
                  </a:lnTo>
                  <a:lnTo>
                    <a:pt x="7" y="164"/>
                  </a:lnTo>
                  <a:lnTo>
                    <a:pt x="7" y="161"/>
                  </a:lnTo>
                  <a:lnTo>
                    <a:pt x="7" y="161"/>
                  </a:lnTo>
                  <a:lnTo>
                    <a:pt x="7" y="159"/>
                  </a:lnTo>
                  <a:lnTo>
                    <a:pt x="9" y="159"/>
                  </a:lnTo>
                  <a:lnTo>
                    <a:pt x="9" y="159"/>
                  </a:lnTo>
                  <a:lnTo>
                    <a:pt x="9" y="159"/>
                  </a:lnTo>
                  <a:lnTo>
                    <a:pt x="9" y="157"/>
                  </a:lnTo>
                  <a:lnTo>
                    <a:pt x="9" y="157"/>
                  </a:lnTo>
                  <a:lnTo>
                    <a:pt x="7" y="157"/>
                  </a:lnTo>
                  <a:lnTo>
                    <a:pt x="7" y="154"/>
                  </a:lnTo>
                  <a:lnTo>
                    <a:pt x="7" y="154"/>
                  </a:lnTo>
                  <a:lnTo>
                    <a:pt x="7" y="152"/>
                  </a:lnTo>
                  <a:lnTo>
                    <a:pt x="7" y="152"/>
                  </a:lnTo>
                  <a:lnTo>
                    <a:pt x="7" y="149"/>
                  </a:lnTo>
                  <a:lnTo>
                    <a:pt x="7" y="149"/>
                  </a:lnTo>
                  <a:lnTo>
                    <a:pt x="7" y="149"/>
                  </a:lnTo>
                  <a:lnTo>
                    <a:pt x="7" y="149"/>
                  </a:lnTo>
                  <a:lnTo>
                    <a:pt x="7" y="149"/>
                  </a:lnTo>
                  <a:lnTo>
                    <a:pt x="7" y="147"/>
                  </a:lnTo>
                  <a:lnTo>
                    <a:pt x="7" y="147"/>
                  </a:lnTo>
                  <a:lnTo>
                    <a:pt x="5" y="147"/>
                  </a:lnTo>
                  <a:lnTo>
                    <a:pt x="5" y="145"/>
                  </a:lnTo>
                  <a:lnTo>
                    <a:pt x="5" y="145"/>
                  </a:lnTo>
                  <a:lnTo>
                    <a:pt x="5" y="142"/>
                  </a:lnTo>
                  <a:lnTo>
                    <a:pt x="5" y="142"/>
                  </a:lnTo>
                  <a:lnTo>
                    <a:pt x="5" y="142"/>
                  </a:lnTo>
                  <a:lnTo>
                    <a:pt x="5" y="140"/>
                  </a:lnTo>
                  <a:lnTo>
                    <a:pt x="5" y="140"/>
                  </a:lnTo>
                  <a:lnTo>
                    <a:pt x="5" y="140"/>
                  </a:lnTo>
                  <a:lnTo>
                    <a:pt x="5" y="140"/>
                  </a:lnTo>
                  <a:lnTo>
                    <a:pt x="5" y="138"/>
                  </a:lnTo>
                  <a:lnTo>
                    <a:pt x="5" y="138"/>
                  </a:lnTo>
                  <a:lnTo>
                    <a:pt x="5" y="135"/>
                  </a:lnTo>
                  <a:lnTo>
                    <a:pt x="2" y="135"/>
                  </a:lnTo>
                  <a:lnTo>
                    <a:pt x="2" y="135"/>
                  </a:lnTo>
                  <a:lnTo>
                    <a:pt x="2" y="133"/>
                  </a:lnTo>
                  <a:lnTo>
                    <a:pt x="5" y="133"/>
                  </a:lnTo>
                  <a:lnTo>
                    <a:pt x="5" y="133"/>
                  </a:lnTo>
                  <a:lnTo>
                    <a:pt x="5" y="130"/>
                  </a:lnTo>
                  <a:lnTo>
                    <a:pt x="5" y="130"/>
                  </a:lnTo>
                  <a:lnTo>
                    <a:pt x="5" y="130"/>
                  </a:lnTo>
                  <a:lnTo>
                    <a:pt x="5" y="130"/>
                  </a:lnTo>
                  <a:lnTo>
                    <a:pt x="7" y="130"/>
                  </a:lnTo>
                  <a:lnTo>
                    <a:pt x="7" y="130"/>
                  </a:lnTo>
                  <a:lnTo>
                    <a:pt x="7" y="130"/>
                  </a:lnTo>
                  <a:lnTo>
                    <a:pt x="7" y="128"/>
                  </a:lnTo>
                  <a:lnTo>
                    <a:pt x="7" y="128"/>
                  </a:lnTo>
                  <a:lnTo>
                    <a:pt x="7" y="128"/>
                  </a:lnTo>
                  <a:lnTo>
                    <a:pt x="9" y="128"/>
                  </a:lnTo>
                  <a:lnTo>
                    <a:pt x="9" y="126"/>
                  </a:lnTo>
                  <a:lnTo>
                    <a:pt x="9" y="126"/>
                  </a:lnTo>
                  <a:lnTo>
                    <a:pt x="9" y="126"/>
                  </a:lnTo>
                  <a:lnTo>
                    <a:pt x="9" y="123"/>
                  </a:lnTo>
                  <a:lnTo>
                    <a:pt x="9" y="123"/>
                  </a:lnTo>
                  <a:lnTo>
                    <a:pt x="7" y="123"/>
                  </a:lnTo>
                  <a:lnTo>
                    <a:pt x="7" y="123"/>
                  </a:lnTo>
                  <a:lnTo>
                    <a:pt x="7" y="123"/>
                  </a:lnTo>
                  <a:lnTo>
                    <a:pt x="5" y="123"/>
                  </a:lnTo>
                  <a:lnTo>
                    <a:pt x="5" y="123"/>
                  </a:lnTo>
                  <a:lnTo>
                    <a:pt x="5" y="123"/>
                  </a:lnTo>
                  <a:lnTo>
                    <a:pt x="5" y="123"/>
                  </a:lnTo>
                  <a:lnTo>
                    <a:pt x="5" y="121"/>
                  </a:lnTo>
                  <a:lnTo>
                    <a:pt x="2" y="121"/>
                  </a:lnTo>
                  <a:lnTo>
                    <a:pt x="2" y="121"/>
                  </a:lnTo>
                  <a:lnTo>
                    <a:pt x="2" y="119"/>
                  </a:lnTo>
                  <a:lnTo>
                    <a:pt x="2" y="119"/>
                  </a:lnTo>
                  <a:lnTo>
                    <a:pt x="2" y="119"/>
                  </a:lnTo>
                  <a:lnTo>
                    <a:pt x="2" y="119"/>
                  </a:lnTo>
                  <a:lnTo>
                    <a:pt x="2" y="119"/>
                  </a:lnTo>
                  <a:lnTo>
                    <a:pt x="2" y="116"/>
                  </a:lnTo>
                  <a:lnTo>
                    <a:pt x="2" y="116"/>
                  </a:lnTo>
                  <a:lnTo>
                    <a:pt x="2" y="114"/>
                  </a:lnTo>
                  <a:lnTo>
                    <a:pt x="2" y="114"/>
                  </a:lnTo>
                  <a:lnTo>
                    <a:pt x="2" y="114"/>
                  </a:lnTo>
                  <a:lnTo>
                    <a:pt x="0" y="114"/>
                  </a:lnTo>
                  <a:lnTo>
                    <a:pt x="0" y="112"/>
                  </a:lnTo>
                  <a:lnTo>
                    <a:pt x="0" y="112"/>
                  </a:lnTo>
                  <a:lnTo>
                    <a:pt x="0" y="109"/>
                  </a:lnTo>
                  <a:lnTo>
                    <a:pt x="0" y="109"/>
                  </a:lnTo>
                  <a:lnTo>
                    <a:pt x="2" y="109"/>
                  </a:lnTo>
                  <a:lnTo>
                    <a:pt x="2" y="109"/>
                  </a:lnTo>
                  <a:lnTo>
                    <a:pt x="2" y="109"/>
                  </a:lnTo>
                  <a:lnTo>
                    <a:pt x="2" y="107"/>
                  </a:lnTo>
                  <a:lnTo>
                    <a:pt x="5" y="107"/>
                  </a:lnTo>
                  <a:lnTo>
                    <a:pt x="5" y="107"/>
                  </a:lnTo>
                  <a:lnTo>
                    <a:pt x="5" y="107"/>
                  </a:lnTo>
                  <a:lnTo>
                    <a:pt x="5" y="104"/>
                  </a:lnTo>
                  <a:lnTo>
                    <a:pt x="5" y="104"/>
                  </a:lnTo>
                  <a:lnTo>
                    <a:pt x="7" y="104"/>
                  </a:lnTo>
                  <a:lnTo>
                    <a:pt x="7" y="104"/>
                  </a:lnTo>
                  <a:lnTo>
                    <a:pt x="7" y="104"/>
                  </a:lnTo>
                  <a:lnTo>
                    <a:pt x="9" y="104"/>
                  </a:lnTo>
                  <a:lnTo>
                    <a:pt x="9" y="104"/>
                  </a:lnTo>
                  <a:lnTo>
                    <a:pt x="9" y="104"/>
                  </a:lnTo>
                  <a:lnTo>
                    <a:pt x="9" y="104"/>
                  </a:lnTo>
                  <a:lnTo>
                    <a:pt x="9" y="102"/>
                  </a:lnTo>
                  <a:lnTo>
                    <a:pt x="7" y="102"/>
                  </a:lnTo>
                  <a:lnTo>
                    <a:pt x="7" y="102"/>
                  </a:lnTo>
                  <a:lnTo>
                    <a:pt x="7" y="100"/>
                  </a:lnTo>
                  <a:lnTo>
                    <a:pt x="7" y="100"/>
                  </a:lnTo>
                  <a:lnTo>
                    <a:pt x="7" y="100"/>
                  </a:lnTo>
                  <a:lnTo>
                    <a:pt x="7" y="100"/>
                  </a:lnTo>
                  <a:lnTo>
                    <a:pt x="7" y="100"/>
                  </a:lnTo>
                  <a:lnTo>
                    <a:pt x="7" y="100"/>
                  </a:lnTo>
                  <a:lnTo>
                    <a:pt x="7" y="100"/>
                  </a:lnTo>
                  <a:lnTo>
                    <a:pt x="9" y="100"/>
                  </a:lnTo>
                  <a:lnTo>
                    <a:pt x="9" y="97"/>
                  </a:lnTo>
                  <a:lnTo>
                    <a:pt x="9" y="97"/>
                  </a:lnTo>
                  <a:lnTo>
                    <a:pt x="9" y="97"/>
                  </a:lnTo>
                  <a:lnTo>
                    <a:pt x="12" y="97"/>
                  </a:lnTo>
                  <a:lnTo>
                    <a:pt x="12" y="97"/>
                  </a:lnTo>
                  <a:lnTo>
                    <a:pt x="12" y="95"/>
                  </a:lnTo>
                  <a:lnTo>
                    <a:pt x="12" y="95"/>
                  </a:lnTo>
                  <a:lnTo>
                    <a:pt x="12" y="93"/>
                  </a:lnTo>
                  <a:lnTo>
                    <a:pt x="12" y="93"/>
                  </a:lnTo>
                  <a:lnTo>
                    <a:pt x="12" y="93"/>
                  </a:lnTo>
                  <a:lnTo>
                    <a:pt x="14" y="93"/>
                  </a:lnTo>
                  <a:lnTo>
                    <a:pt x="14" y="90"/>
                  </a:lnTo>
                  <a:lnTo>
                    <a:pt x="14" y="90"/>
                  </a:lnTo>
                  <a:lnTo>
                    <a:pt x="14" y="90"/>
                  </a:lnTo>
                  <a:lnTo>
                    <a:pt x="14" y="88"/>
                  </a:lnTo>
                  <a:lnTo>
                    <a:pt x="14" y="88"/>
                  </a:lnTo>
                  <a:lnTo>
                    <a:pt x="14" y="88"/>
                  </a:lnTo>
                  <a:lnTo>
                    <a:pt x="14" y="85"/>
                  </a:lnTo>
                  <a:lnTo>
                    <a:pt x="14" y="85"/>
                  </a:lnTo>
                  <a:lnTo>
                    <a:pt x="14" y="83"/>
                  </a:lnTo>
                  <a:lnTo>
                    <a:pt x="14" y="83"/>
                  </a:lnTo>
                  <a:lnTo>
                    <a:pt x="14" y="83"/>
                  </a:lnTo>
                  <a:lnTo>
                    <a:pt x="14" y="81"/>
                  </a:lnTo>
                  <a:lnTo>
                    <a:pt x="14" y="81"/>
                  </a:lnTo>
                  <a:lnTo>
                    <a:pt x="14" y="81"/>
                  </a:lnTo>
                  <a:lnTo>
                    <a:pt x="14" y="81"/>
                  </a:lnTo>
                  <a:lnTo>
                    <a:pt x="14" y="81"/>
                  </a:lnTo>
                  <a:lnTo>
                    <a:pt x="14" y="78"/>
                  </a:lnTo>
                  <a:lnTo>
                    <a:pt x="14" y="78"/>
                  </a:lnTo>
                  <a:lnTo>
                    <a:pt x="17" y="78"/>
                  </a:lnTo>
                  <a:lnTo>
                    <a:pt x="17" y="76"/>
                  </a:lnTo>
                  <a:lnTo>
                    <a:pt x="17" y="76"/>
                  </a:lnTo>
                  <a:lnTo>
                    <a:pt x="17" y="76"/>
                  </a:lnTo>
                  <a:lnTo>
                    <a:pt x="17" y="74"/>
                  </a:lnTo>
                  <a:lnTo>
                    <a:pt x="17" y="74"/>
                  </a:lnTo>
                  <a:lnTo>
                    <a:pt x="19" y="74"/>
                  </a:lnTo>
                  <a:lnTo>
                    <a:pt x="19" y="71"/>
                  </a:lnTo>
                  <a:lnTo>
                    <a:pt x="19" y="71"/>
                  </a:lnTo>
                  <a:lnTo>
                    <a:pt x="19" y="71"/>
                  </a:lnTo>
                  <a:lnTo>
                    <a:pt x="19" y="71"/>
                  </a:lnTo>
                  <a:lnTo>
                    <a:pt x="19" y="71"/>
                  </a:lnTo>
                  <a:lnTo>
                    <a:pt x="21" y="71"/>
                  </a:lnTo>
                  <a:lnTo>
                    <a:pt x="21" y="74"/>
                  </a:lnTo>
                  <a:lnTo>
                    <a:pt x="21" y="74"/>
                  </a:lnTo>
                  <a:lnTo>
                    <a:pt x="21" y="74"/>
                  </a:lnTo>
                  <a:lnTo>
                    <a:pt x="21" y="74"/>
                  </a:lnTo>
                  <a:lnTo>
                    <a:pt x="24" y="74"/>
                  </a:lnTo>
                  <a:lnTo>
                    <a:pt x="24" y="76"/>
                  </a:lnTo>
                  <a:lnTo>
                    <a:pt x="24" y="76"/>
                  </a:lnTo>
                  <a:lnTo>
                    <a:pt x="24" y="76"/>
                  </a:lnTo>
                  <a:lnTo>
                    <a:pt x="26" y="76"/>
                  </a:lnTo>
                  <a:lnTo>
                    <a:pt x="26" y="76"/>
                  </a:lnTo>
                  <a:lnTo>
                    <a:pt x="26" y="76"/>
                  </a:lnTo>
                  <a:lnTo>
                    <a:pt x="28" y="76"/>
                  </a:lnTo>
                  <a:lnTo>
                    <a:pt x="28" y="76"/>
                  </a:lnTo>
                  <a:lnTo>
                    <a:pt x="28" y="76"/>
                  </a:lnTo>
                  <a:lnTo>
                    <a:pt x="31" y="76"/>
                  </a:lnTo>
                  <a:lnTo>
                    <a:pt x="31" y="76"/>
                  </a:lnTo>
                  <a:lnTo>
                    <a:pt x="31" y="76"/>
                  </a:lnTo>
                  <a:lnTo>
                    <a:pt x="33" y="76"/>
                  </a:lnTo>
                  <a:lnTo>
                    <a:pt x="33" y="76"/>
                  </a:lnTo>
                  <a:lnTo>
                    <a:pt x="33" y="76"/>
                  </a:lnTo>
                  <a:lnTo>
                    <a:pt x="33" y="76"/>
                  </a:lnTo>
                  <a:lnTo>
                    <a:pt x="36" y="76"/>
                  </a:lnTo>
                  <a:lnTo>
                    <a:pt x="36" y="78"/>
                  </a:lnTo>
                  <a:lnTo>
                    <a:pt x="36" y="78"/>
                  </a:lnTo>
                  <a:lnTo>
                    <a:pt x="36" y="78"/>
                  </a:lnTo>
                  <a:lnTo>
                    <a:pt x="38" y="78"/>
                  </a:lnTo>
                  <a:lnTo>
                    <a:pt x="38" y="78"/>
                  </a:lnTo>
                  <a:lnTo>
                    <a:pt x="38" y="78"/>
                  </a:lnTo>
                  <a:lnTo>
                    <a:pt x="38" y="81"/>
                  </a:lnTo>
                  <a:lnTo>
                    <a:pt x="40" y="81"/>
                  </a:lnTo>
                  <a:lnTo>
                    <a:pt x="40" y="81"/>
                  </a:lnTo>
                  <a:lnTo>
                    <a:pt x="40" y="81"/>
                  </a:lnTo>
                  <a:lnTo>
                    <a:pt x="40" y="83"/>
                  </a:lnTo>
                  <a:lnTo>
                    <a:pt x="40" y="83"/>
                  </a:lnTo>
                  <a:lnTo>
                    <a:pt x="40" y="83"/>
                  </a:lnTo>
                  <a:lnTo>
                    <a:pt x="40" y="81"/>
                  </a:lnTo>
                  <a:lnTo>
                    <a:pt x="43" y="81"/>
                  </a:lnTo>
                  <a:lnTo>
                    <a:pt x="43" y="81"/>
                  </a:lnTo>
                  <a:lnTo>
                    <a:pt x="43" y="81"/>
                  </a:lnTo>
                  <a:lnTo>
                    <a:pt x="43" y="81"/>
                  </a:lnTo>
                  <a:lnTo>
                    <a:pt x="45" y="81"/>
                  </a:lnTo>
                  <a:lnTo>
                    <a:pt x="45" y="81"/>
                  </a:lnTo>
                  <a:lnTo>
                    <a:pt x="45" y="81"/>
                  </a:lnTo>
                  <a:lnTo>
                    <a:pt x="45" y="81"/>
                  </a:lnTo>
                  <a:lnTo>
                    <a:pt x="47" y="81"/>
                  </a:lnTo>
                  <a:lnTo>
                    <a:pt x="47" y="81"/>
                  </a:lnTo>
                  <a:lnTo>
                    <a:pt x="47" y="81"/>
                  </a:lnTo>
                  <a:lnTo>
                    <a:pt x="50" y="81"/>
                  </a:lnTo>
                  <a:lnTo>
                    <a:pt x="50" y="81"/>
                  </a:lnTo>
                  <a:lnTo>
                    <a:pt x="50" y="81"/>
                  </a:lnTo>
                  <a:lnTo>
                    <a:pt x="52" y="81"/>
                  </a:lnTo>
                  <a:lnTo>
                    <a:pt x="52" y="78"/>
                  </a:lnTo>
                  <a:lnTo>
                    <a:pt x="52" y="78"/>
                  </a:lnTo>
                  <a:lnTo>
                    <a:pt x="52" y="78"/>
                  </a:lnTo>
                  <a:lnTo>
                    <a:pt x="52" y="78"/>
                  </a:lnTo>
                  <a:lnTo>
                    <a:pt x="54" y="78"/>
                  </a:lnTo>
                  <a:lnTo>
                    <a:pt x="54" y="76"/>
                  </a:lnTo>
                  <a:lnTo>
                    <a:pt x="54" y="76"/>
                  </a:lnTo>
                  <a:lnTo>
                    <a:pt x="54" y="76"/>
                  </a:lnTo>
                  <a:lnTo>
                    <a:pt x="57" y="76"/>
                  </a:lnTo>
                  <a:lnTo>
                    <a:pt x="57" y="76"/>
                  </a:lnTo>
                  <a:lnTo>
                    <a:pt x="57" y="76"/>
                  </a:lnTo>
                  <a:lnTo>
                    <a:pt x="57" y="74"/>
                  </a:lnTo>
                  <a:lnTo>
                    <a:pt x="57" y="74"/>
                  </a:lnTo>
                  <a:lnTo>
                    <a:pt x="57" y="71"/>
                  </a:lnTo>
                  <a:lnTo>
                    <a:pt x="57" y="71"/>
                  </a:lnTo>
                  <a:lnTo>
                    <a:pt x="57" y="71"/>
                  </a:lnTo>
                  <a:lnTo>
                    <a:pt x="57" y="71"/>
                  </a:lnTo>
                  <a:lnTo>
                    <a:pt x="57" y="71"/>
                  </a:lnTo>
                  <a:lnTo>
                    <a:pt x="59" y="71"/>
                  </a:lnTo>
                  <a:lnTo>
                    <a:pt x="59" y="71"/>
                  </a:lnTo>
                  <a:lnTo>
                    <a:pt x="59" y="71"/>
                  </a:lnTo>
                  <a:lnTo>
                    <a:pt x="59" y="69"/>
                  </a:lnTo>
                  <a:lnTo>
                    <a:pt x="59" y="69"/>
                  </a:lnTo>
                  <a:lnTo>
                    <a:pt x="59" y="69"/>
                  </a:lnTo>
                  <a:lnTo>
                    <a:pt x="59" y="69"/>
                  </a:lnTo>
                  <a:lnTo>
                    <a:pt x="59" y="67"/>
                  </a:lnTo>
                  <a:lnTo>
                    <a:pt x="57" y="67"/>
                  </a:lnTo>
                  <a:lnTo>
                    <a:pt x="57" y="67"/>
                  </a:lnTo>
                  <a:lnTo>
                    <a:pt x="57" y="64"/>
                  </a:lnTo>
                  <a:lnTo>
                    <a:pt x="59" y="64"/>
                  </a:lnTo>
                  <a:lnTo>
                    <a:pt x="59" y="64"/>
                  </a:lnTo>
                  <a:lnTo>
                    <a:pt x="59" y="64"/>
                  </a:lnTo>
                  <a:lnTo>
                    <a:pt x="62" y="64"/>
                  </a:lnTo>
                  <a:lnTo>
                    <a:pt x="62" y="64"/>
                  </a:lnTo>
                  <a:lnTo>
                    <a:pt x="62" y="64"/>
                  </a:lnTo>
                  <a:lnTo>
                    <a:pt x="64" y="64"/>
                  </a:lnTo>
                  <a:lnTo>
                    <a:pt x="64" y="64"/>
                  </a:lnTo>
                  <a:lnTo>
                    <a:pt x="64" y="64"/>
                  </a:lnTo>
                  <a:lnTo>
                    <a:pt x="66" y="64"/>
                  </a:lnTo>
                  <a:lnTo>
                    <a:pt x="66" y="64"/>
                  </a:lnTo>
                  <a:lnTo>
                    <a:pt x="66" y="62"/>
                  </a:lnTo>
                  <a:lnTo>
                    <a:pt x="66" y="62"/>
                  </a:lnTo>
                  <a:lnTo>
                    <a:pt x="69" y="62"/>
                  </a:lnTo>
                  <a:lnTo>
                    <a:pt x="69" y="62"/>
                  </a:lnTo>
                  <a:lnTo>
                    <a:pt x="71" y="62"/>
                  </a:lnTo>
                  <a:lnTo>
                    <a:pt x="71" y="62"/>
                  </a:lnTo>
                  <a:lnTo>
                    <a:pt x="71" y="62"/>
                  </a:lnTo>
                  <a:lnTo>
                    <a:pt x="71" y="62"/>
                  </a:lnTo>
                  <a:lnTo>
                    <a:pt x="73" y="62"/>
                  </a:lnTo>
                  <a:lnTo>
                    <a:pt x="73" y="59"/>
                  </a:lnTo>
                  <a:lnTo>
                    <a:pt x="73" y="59"/>
                  </a:lnTo>
                  <a:lnTo>
                    <a:pt x="73" y="59"/>
                  </a:lnTo>
                  <a:lnTo>
                    <a:pt x="76" y="59"/>
                  </a:lnTo>
                  <a:lnTo>
                    <a:pt x="76" y="59"/>
                  </a:lnTo>
                  <a:lnTo>
                    <a:pt x="78" y="59"/>
                  </a:lnTo>
                  <a:lnTo>
                    <a:pt x="78" y="62"/>
                  </a:lnTo>
                  <a:lnTo>
                    <a:pt x="78" y="62"/>
                  </a:lnTo>
                  <a:lnTo>
                    <a:pt x="78" y="59"/>
                  </a:lnTo>
                  <a:lnTo>
                    <a:pt x="78" y="59"/>
                  </a:lnTo>
                  <a:lnTo>
                    <a:pt x="78" y="59"/>
                  </a:lnTo>
                  <a:lnTo>
                    <a:pt x="78" y="59"/>
                  </a:lnTo>
                  <a:lnTo>
                    <a:pt x="81" y="59"/>
                  </a:lnTo>
                  <a:lnTo>
                    <a:pt x="81" y="57"/>
                  </a:lnTo>
                  <a:lnTo>
                    <a:pt x="81" y="57"/>
                  </a:lnTo>
                  <a:lnTo>
                    <a:pt x="81" y="57"/>
                  </a:lnTo>
                  <a:lnTo>
                    <a:pt x="83" y="57"/>
                  </a:lnTo>
                  <a:lnTo>
                    <a:pt x="83" y="57"/>
                  </a:lnTo>
                  <a:lnTo>
                    <a:pt x="83" y="57"/>
                  </a:lnTo>
                  <a:lnTo>
                    <a:pt x="85" y="57"/>
                  </a:lnTo>
                  <a:lnTo>
                    <a:pt x="85" y="55"/>
                  </a:lnTo>
                  <a:lnTo>
                    <a:pt x="85" y="55"/>
                  </a:lnTo>
                  <a:lnTo>
                    <a:pt x="85" y="55"/>
                  </a:lnTo>
                  <a:lnTo>
                    <a:pt x="85" y="55"/>
                  </a:lnTo>
                  <a:lnTo>
                    <a:pt x="88" y="55"/>
                  </a:lnTo>
                  <a:lnTo>
                    <a:pt x="88" y="55"/>
                  </a:lnTo>
                  <a:lnTo>
                    <a:pt x="88" y="52"/>
                  </a:lnTo>
                  <a:lnTo>
                    <a:pt x="88" y="52"/>
                  </a:lnTo>
                  <a:lnTo>
                    <a:pt x="88" y="52"/>
                  </a:lnTo>
                  <a:lnTo>
                    <a:pt x="88" y="50"/>
                  </a:lnTo>
                  <a:lnTo>
                    <a:pt x="90" y="50"/>
                  </a:lnTo>
                  <a:lnTo>
                    <a:pt x="90" y="50"/>
                  </a:lnTo>
                  <a:lnTo>
                    <a:pt x="90" y="50"/>
                  </a:lnTo>
                  <a:lnTo>
                    <a:pt x="90" y="48"/>
                  </a:lnTo>
                  <a:lnTo>
                    <a:pt x="90" y="48"/>
                  </a:lnTo>
                  <a:lnTo>
                    <a:pt x="90" y="45"/>
                  </a:lnTo>
                  <a:lnTo>
                    <a:pt x="90" y="45"/>
                  </a:lnTo>
                  <a:lnTo>
                    <a:pt x="90" y="43"/>
                  </a:lnTo>
                  <a:lnTo>
                    <a:pt x="90" y="43"/>
                  </a:lnTo>
                  <a:lnTo>
                    <a:pt x="90" y="43"/>
                  </a:lnTo>
                  <a:lnTo>
                    <a:pt x="90" y="40"/>
                  </a:lnTo>
                  <a:lnTo>
                    <a:pt x="92" y="40"/>
                  </a:lnTo>
                  <a:lnTo>
                    <a:pt x="92" y="40"/>
                  </a:lnTo>
                  <a:lnTo>
                    <a:pt x="92" y="40"/>
                  </a:lnTo>
                  <a:lnTo>
                    <a:pt x="92" y="40"/>
                  </a:lnTo>
                  <a:lnTo>
                    <a:pt x="92" y="38"/>
                  </a:lnTo>
                  <a:lnTo>
                    <a:pt x="92" y="38"/>
                  </a:lnTo>
                  <a:lnTo>
                    <a:pt x="92" y="38"/>
                  </a:lnTo>
                  <a:lnTo>
                    <a:pt x="92" y="36"/>
                  </a:lnTo>
                  <a:lnTo>
                    <a:pt x="92" y="36"/>
                  </a:lnTo>
                  <a:lnTo>
                    <a:pt x="92" y="36"/>
                  </a:lnTo>
                  <a:lnTo>
                    <a:pt x="92" y="33"/>
                  </a:lnTo>
                  <a:lnTo>
                    <a:pt x="92" y="33"/>
                  </a:lnTo>
                  <a:lnTo>
                    <a:pt x="92" y="33"/>
                  </a:lnTo>
                  <a:lnTo>
                    <a:pt x="95" y="33"/>
                  </a:lnTo>
                  <a:lnTo>
                    <a:pt x="95" y="31"/>
                  </a:lnTo>
                  <a:lnTo>
                    <a:pt x="95" y="31"/>
                  </a:lnTo>
                  <a:lnTo>
                    <a:pt x="95" y="31"/>
                  </a:lnTo>
                  <a:lnTo>
                    <a:pt x="95" y="31"/>
                  </a:lnTo>
                  <a:lnTo>
                    <a:pt x="97" y="31"/>
                  </a:lnTo>
                  <a:lnTo>
                    <a:pt x="97" y="31"/>
                  </a:lnTo>
                  <a:lnTo>
                    <a:pt x="99" y="31"/>
                  </a:lnTo>
                  <a:lnTo>
                    <a:pt x="99" y="31"/>
                  </a:lnTo>
                  <a:lnTo>
                    <a:pt x="99" y="31"/>
                  </a:lnTo>
                  <a:lnTo>
                    <a:pt x="99" y="31"/>
                  </a:lnTo>
                  <a:lnTo>
                    <a:pt x="102" y="31"/>
                  </a:lnTo>
                  <a:lnTo>
                    <a:pt x="102" y="31"/>
                  </a:lnTo>
                  <a:lnTo>
                    <a:pt x="102" y="31"/>
                  </a:lnTo>
                  <a:lnTo>
                    <a:pt x="104" y="31"/>
                  </a:lnTo>
                  <a:lnTo>
                    <a:pt x="104" y="31"/>
                  </a:lnTo>
                  <a:lnTo>
                    <a:pt x="107" y="31"/>
                  </a:lnTo>
                  <a:lnTo>
                    <a:pt x="107" y="31"/>
                  </a:lnTo>
                  <a:lnTo>
                    <a:pt x="107" y="31"/>
                  </a:lnTo>
                  <a:lnTo>
                    <a:pt x="109" y="31"/>
                  </a:lnTo>
                  <a:lnTo>
                    <a:pt x="109" y="31"/>
                  </a:lnTo>
                  <a:lnTo>
                    <a:pt x="111" y="31"/>
                  </a:lnTo>
                  <a:lnTo>
                    <a:pt x="111" y="29"/>
                  </a:lnTo>
                  <a:lnTo>
                    <a:pt x="111" y="29"/>
                  </a:lnTo>
                  <a:lnTo>
                    <a:pt x="111" y="29"/>
                  </a:lnTo>
                  <a:lnTo>
                    <a:pt x="111" y="26"/>
                  </a:lnTo>
                  <a:lnTo>
                    <a:pt x="111" y="26"/>
                  </a:lnTo>
                  <a:lnTo>
                    <a:pt x="111" y="26"/>
                  </a:lnTo>
                  <a:lnTo>
                    <a:pt x="111" y="24"/>
                  </a:lnTo>
                  <a:lnTo>
                    <a:pt x="111" y="24"/>
                  </a:lnTo>
                  <a:lnTo>
                    <a:pt x="114" y="24"/>
                  </a:lnTo>
                  <a:lnTo>
                    <a:pt x="114" y="21"/>
                  </a:lnTo>
                  <a:lnTo>
                    <a:pt x="114" y="21"/>
                  </a:lnTo>
                  <a:lnTo>
                    <a:pt x="114" y="21"/>
                  </a:lnTo>
                  <a:lnTo>
                    <a:pt x="114" y="24"/>
                  </a:lnTo>
                  <a:lnTo>
                    <a:pt x="116" y="24"/>
                  </a:lnTo>
                  <a:lnTo>
                    <a:pt x="116" y="24"/>
                  </a:lnTo>
                  <a:lnTo>
                    <a:pt x="116" y="24"/>
                  </a:lnTo>
                  <a:lnTo>
                    <a:pt x="118" y="24"/>
                  </a:lnTo>
                  <a:lnTo>
                    <a:pt x="118" y="24"/>
                  </a:lnTo>
                  <a:lnTo>
                    <a:pt x="118" y="24"/>
                  </a:lnTo>
                  <a:lnTo>
                    <a:pt x="121" y="24"/>
                  </a:lnTo>
                  <a:lnTo>
                    <a:pt x="121" y="24"/>
                  </a:lnTo>
                  <a:lnTo>
                    <a:pt x="121" y="26"/>
                  </a:lnTo>
                  <a:lnTo>
                    <a:pt x="121" y="26"/>
                  </a:lnTo>
                  <a:lnTo>
                    <a:pt x="121" y="26"/>
                  </a:lnTo>
                  <a:lnTo>
                    <a:pt x="123" y="26"/>
                  </a:lnTo>
                  <a:lnTo>
                    <a:pt x="123" y="26"/>
                  </a:lnTo>
                  <a:lnTo>
                    <a:pt x="125" y="26"/>
                  </a:lnTo>
                  <a:lnTo>
                    <a:pt x="125" y="29"/>
                  </a:lnTo>
                  <a:lnTo>
                    <a:pt x="125" y="29"/>
                  </a:lnTo>
                  <a:lnTo>
                    <a:pt x="125" y="29"/>
                  </a:lnTo>
                  <a:lnTo>
                    <a:pt x="128" y="29"/>
                  </a:lnTo>
                  <a:lnTo>
                    <a:pt x="128" y="29"/>
                  </a:lnTo>
                  <a:lnTo>
                    <a:pt x="128" y="29"/>
                  </a:lnTo>
                  <a:lnTo>
                    <a:pt x="130" y="29"/>
                  </a:lnTo>
                  <a:lnTo>
                    <a:pt x="130" y="29"/>
                  </a:lnTo>
                  <a:lnTo>
                    <a:pt x="130" y="26"/>
                  </a:lnTo>
                  <a:lnTo>
                    <a:pt x="133" y="26"/>
                  </a:lnTo>
                  <a:lnTo>
                    <a:pt x="133" y="26"/>
                  </a:lnTo>
                  <a:lnTo>
                    <a:pt x="133" y="29"/>
                  </a:lnTo>
                  <a:lnTo>
                    <a:pt x="133" y="29"/>
                  </a:lnTo>
                  <a:lnTo>
                    <a:pt x="135" y="29"/>
                  </a:lnTo>
                  <a:lnTo>
                    <a:pt x="135" y="29"/>
                  </a:lnTo>
                  <a:lnTo>
                    <a:pt x="135" y="26"/>
                  </a:lnTo>
                  <a:lnTo>
                    <a:pt x="135" y="26"/>
                  </a:lnTo>
                  <a:lnTo>
                    <a:pt x="135" y="29"/>
                  </a:lnTo>
                  <a:lnTo>
                    <a:pt x="137" y="29"/>
                  </a:lnTo>
                  <a:lnTo>
                    <a:pt x="137" y="26"/>
                  </a:lnTo>
                  <a:lnTo>
                    <a:pt x="137" y="26"/>
                  </a:lnTo>
                  <a:lnTo>
                    <a:pt x="140" y="26"/>
                  </a:lnTo>
                  <a:lnTo>
                    <a:pt x="140" y="26"/>
                  </a:lnTo>
                  <a:lnTo>
                    <a:pt x="140" y="26"/>
                  </a:lnTo>
                  <a:lnTo>
                    <a:pt x="142" y="26"/>
                  </a:lnTo>
                  <a:lnTo>
                    <a:pt x="142" y="26"/>
                  </a:lnTo>
                  <a:lnTo>
                    <a:pt x="142" y="29"/>
                  </a:lnTo>
                  <a:lnTo>
                    <a:pt x="142" y="29"/>
                  </a:lnTo>
                  <a:lnTo>
                    <a:pt x="144" y="29"/>
                  </a:lnTo>
                  <a:lnTo>
                    <a:pt x="144" y="31"/>
                  </a:lnTo>
                  <a:lnTo>
                    <a:pt x="144" y="31"/>
                  </a:lnTo>
                  <a:lnTo>
                    <a:pt x="144" y="31"/>
                  </a:lnTo>
                  <a:lnTo>
                    <a:pt x="144" y="31"/>
                  </a:lnTo>
                  <a:lnTo>
                    <a:pt x="147" y="31"/>
                  </a:lnTo>
                  <a:lnTo>
                    <a:pt x="147" y="31"/>
                  </a:lnTo>
                  <a:lnTo>
                    <a:pt x="147" y="31"/>
                  </a:lnTo>
                  <a:lnTo>
                    <a:pt x="149" y="31"/>
                  </a:lnTo>
                  <a:lnTo>
                    <a:pt x="149" y="31"/>
                  </a:lnTo>
                  <a:lnTo>
                    <a:pt x="149" y="31"/>
                  </a:lnTo>
                  <a:lnTo>
                    <a:pt x="152" y="31"/>
                  </a:lnTo>
                  <a:lnTo>
                    <a:pt x="152" y="31"/>
                  </a:lnTo>
                  <a:lnTo>
                    <a:pt x="152" y="31"/>
                  </a:lnTo>
                  <a:lnTo>
                    <a:pt x="154" y="31"/>
                  </a:lnTo>
                  <a:lnTo>
                    <a:pt x="154" y="31"/>
                  </a:lnTo>
                  <a:lnTo>
                    <a:pt x="154" y="31"/>
                  </a:lnTo>
                  <a:lnTo>
                    <a:pt x="156" y="31"/>
                  </a:lnTo>
                  <a:lnTo>
                    <a:pt x="156" y="31"/>
                  </a:lnTo>
                  <a:lnTo>
                    <a:pt x="156" y="31"/>
                  </a:lnTo>
                  <a:lnTo>
                    <a:pt x="159" y="31"/>
                  </a:lnTo>
                  <a:lnTo>
                    <a:pt x="159" y="31"/>
                  </a:lnTo>
                  <a:lnTo>
                    <a:pt x="159" y="33"/>
                  </a:lnTo>
                  <a:lnTo>
                    <a:pt x="159" y="33"/>
                  </a:lnTo>
                  <a:lnTo>
                    <a:pt x="159" y="33"/>
                  </a:lnTo>
                  <a:lnTo>
                    <a:pt x="159" y="33"/>
                  </a:lnTo>
                  <a:lnTo>
                    <a:pt x="159" y="36"/>
                  </a:lnTo>
                  <a:lnTo>
                    <a:pt x="161" y="36"/>
                  </a:lnTo>
                  <a:lnTo>
                    <a:pt x="161" y="36"/>
                  </a:lnTo>
                  <a:lnTo>
                    <a:pt x="161" y="36"/>
                  </a:lnTo>
                  <a:lnTo>
                    <a:pt x="161" y="38"/>
                  </a:lnTo>
                  <a:lnTo>
                    <a:pt x="161" y="38"/>
                  </a:lnTo>
                  <a:lnTo>
                    <a:pt x="161" y="38"/>
                  </a:lnTo>
                  <a:lnTo>
                    <a:pt x="163" y="38"/>
                  </a:lnTo>
                  <a:lnTo>
                    <a:pt x="163" y="38"/>
                  </a:lnTo>
                  <a:lnTo>
                    <a:pt x="163" y="38"/>
                  </a:lnTo>
                  <a:lnTo>
                    <a:pt x="166" y="38"/>
                  </a:lnTo>
                  <a:lnTo>
                    <a:pt x="166" y="36"/>
                  </a:lnTo>
                  <a:lnTo>
                    <a:pt x="166" y="36"/>
                  </a:lnTo>
                  <a:lnTo>
                    <a:pt x="166" y="36"/>
                  </a:lnTo>
                  <a:lnTo>
                    <a:pt x="168" y="36"/>
                  </a:lnTo>
                  <a:lnTo>
                    <a:pt x="168" y="36"/>
                  </a:lnTo>
                  <a:lnTo>
                    <a:pt x="168" y="36"/>
                  </a:lnTo>
                  <a:lnTo>
                    <a:pt x="168" y="33"/>
                  </a:lnTo>
                  <a:lnTo>
                    <a:pt x="168" y="33"/>
                  </a:lnTo>
                  <a:lnTo>
                    <a:pt x="168" y="33"/>
                  </a:lnTo>
                  <a:lnTo>
                    <a:pt x="170" y="33"/>
                  </a:lnTo>
                  <a:lnTo>
                    <a:pt x="170" y="33"/>
                  </a:lnTo>
                  <a:lnTo>
                    <a:pt x="173" y="33"/>
                  </a:lnTo>
                  <a:lnTo>
                    <a:pt x="173" y="31"/>
                  </a:lnTo>
                  <a:lnTo>
                    <a:pt x="173" y="31"/>
                  </a:lnTo>
                  <a:lnTo>
                    <a:pt x="173" y="31"/>
                  </a:lnTo>
                  <a:lnTo>
                    <a:pt x="175" y="31"/>
                  </a:lnTo>
                  <a:lnTo>
                    <a:pt x="175" y="31"/>
                  </a:lnTo>
                  <a:lnTo>
                    <a:pt x="175" y="31"/>
                  </a:lnTo>
                  <a:lnTo>
                    <a:pt x="178" y="31"/>
                  </a:lnTo>
                  <a:lnTo>
                    <a:pt x="178" y="31"/>
                  </a:lnTo>
                  <a:lnTo>
                    <a:pt x="178" y="29"/>
                  </a:lnTo>
                  <a:lnTo>
                    <a:pt x="178" y="29"/>
                  </a:lnTo>
                  <a:lnTo>
                    <a:pt x="178" y="29"/>
                  </a:lnTo>
                  <a:lnTo>
                    <a:pt x="180" y="29"/>
                  </a:lnTo>
                  <a:lnTo>
                    <a:pt x="180" y="31"/>
                  </a:lnTo>
                  <a:lnTo>
                    <a:pt x="180" y="31"/>
                  </a:lnTo>
                  <a:lnTo>
                    <a:pt x="180" y="29"/>
                  </a:lnTo>
                  <a:lnTo>
                    <a:pt x="180" y="29"/>
                  </a:lnTo>
                  <a:lnTo>
                    <a:pt x="182" y="29"/>
                  </a:lnTo>
                  <a:lnTo>
                    <a:pt x="182" y="29"/>
                  </a:lnTo>
                  <a:lnTo>
                    <a:pt x="182" y="29"/>
                  </a:lnTo>
                  <a:lnTo>
                    <a:pt x="185" y="29"/>
                  </a:lnTo>
                  <a:lnTo>
                    <a:pt x="185" y="29"/>
                  </a:lnTo>
                  <a:lnTo>
                    <a:pt x="185" y="29"/>
                  </a:lnTo>
                  <a:lnTo>
                    <a:pt x="185" y="31"/>
                  </a:lnTo>
                  <a:lnTo>
                    <a:pt x="185" y="31"/>
                  </a:lnTo>
                  <a:lnTo>
                    <a:pt x="185" y="31"/>
                  </a:lnTo>
                  <a:lnTo>
                    <a:pt x="187" y="31"/>
                  </a:lnTo>
                  <a:lnTo>
                    <a:pt x="187" y="31"/>
                  </a:lnTo>
                  <a:lnTo>
                    <a:pt x="187" y="31"/>
                  </a:lnTo>
                  <a:lnTo>
                    <a:pt x="187" y="33"/>
                  </a:lnTo>
                  <a:lnTo>
                    <a:pt x="187" y="33"/>
                  </a:lnTo>
                  <a:lnTo>
                    <a:pt x="189" y="33"/>
                  </a:lnTo>
                  <a:lnTo>
                    <a:pt x="189" y="33"/>
                  </a:lnTo>
                  <a:lnTo>
                    <a:pt x="192" y="33"/>
                  </a:lnTo>
                  <a:lnTo>
                    <a:pt x="192" y="31"/>
                  </a:lnTo>
                  <a:lnTo>
                    <a:pt x="192" y="31"/>
                  </a:lnTo>
                  <a:lnTo>
                    <a:pt x="192" y="31"/>
                  </a:lnTo>
                  <a:lnTo>
                    <a:pt x="192" y="31"/>
                  </a:lnTo>
                  <a:lnTo>
                    <a:pt x="192" y="31"/>
                  </a:lnTo>
                  <a:lnTo>
                    <a:pt x="192" y="29"/>
                  </a:lnTo>
                  <a:lnTo>
                    <a:pt x="192" y="29"/>
                  </a:lnTo>
                  <a:lnTo>
                    <a:pt x="192" y="29"/>
                  </a:lnTo>
                  <a:lnTo>
                    <a:pt x="192" y="26"/>
                  </a:lnTo>
                  <a:lnTo>
                    <a:pt x="192" y="26"/>
                  </a:lnTo>
                  <a:lnTo>
                    <a:pt x="192" y="24"/>
                  </a:lnTo>
                  <a:lnTo>
                    <a:pt x="192" y="24"/>
                  </a:lnTo>
                  <a:lnTo>
                    <a:pt x="192" y="24"/>
                  </a:lnTo>
                  <a:lnTo>
                    <a:pt x="194" y="24"/>
                  </a:lnTo>
                  <a:lnTo>
                    <a:pt x="194" y="21"/>
                  </a:lnTo>
                  <a:lnTo>
                    <a:pt x="194" y="21"/>
                  </a:lnTo>
                  <a:lnTo>
                    <a:pt x="194" y="21"/>
                  </a:lnTo>
                  <a:lnTo>
                    <a:pt x="194" y="21"/>
                  </a:lnTo>
                  <a:lnTo>
                    <a:pt x="196" y="21"/>
                  </a:lnTo>
                  <a:lnTo>
                    <a:pt x="196" y="21"/>
                  </a:lnTo>
                  <a:lnTo>
                    <a:pt x="199" y="21"/>
                  </a:lnTo>
                  <a:lnTo>
                    <a:pt x="199" y="21"/>
                  </a:lnTo>
                  <a:lnTo>
                    <a:pt x="199" y="21"/>
                  </a:lnTo>
                  <a:lnTo>
                    <a:pt x="201" y="21"/>
                  </a:lnTo>
                  <a:lnTo>
                    <a:pt x="201" y="21"/>
                  </a:lnTo>
                  <a:lnTo>
                    <a:pt x="201" y="21"/>
                  </a:lnTo>
                  <a:lnTo>
                    <a:pt x="201" y="21"/>
                  </a:lnTo>
                  <a:lnTo>
                    <a:pt x="204" y="21"/>
                  </a:lnTo>
                  <a:lnTo>
                    <a:pt x="204" y="21"/>
                  </a:lnTo>
                  <a:lnTo>
                    <a:pt x="204" y="21"/>
                  </a:lnTo>
                  <a:lnTo>
                    <a:pt x="206" y="21"/>
                  </a:lnTo>
                  <a:lnTo>
                    <a:pt x="206" y="21"/>
                  </a:lnTo>
                  <a:lnTo>
                    <a:pt x="206" y="21"/>
                  </a:lnTo>
                  <a:lnTo>
                    <a:pt x="206" y="21"/>
                  </a:lnTo>
                  <a:lnTo>
                    <a:pt x="208" y="21"/>
                  </a:lnTo>
                  <a:lnTo>
                    <a:pt x="208" y="21"/>
                  </a:lnTo>
                  <a:lnTo>
                    <a:pt x="208" y="21"/>
                  </a:lnTo>
                  <a:lnTo>
                    <a:pt x="208" y="21"/>
                  </a:lnTo>
                  <a:lnTo>
                    <a:pt x="211" y="21"/>
                  </a:lnTo>
                  <a:lnTo>
                    <a:pt x="211" y="21"/>
                  </a:lnTo>
                  <a:lnTo>
                    <a:pt x="211" y="21"/>
                  </a:lnTo>
                  <a:lnTo>
                    <a:pt x="211" y="19"/>
                  </a:lnTo>
                  <a:lnTo>
                    <a:pt x="211" y="19"/>
                  </a:lnTo>
                  <a:lnTo>
                    <a:pt x="211" y="17"/>
                  </a:lnTo>
                  <a:lnTo>
                    <a:pt x="211" y="17"/>
                  </a:lnTo>
                  <a:lnTo>
                    <a:pt x="211" y="14"/>
                  </a:lnTo>
                  <a:lnTo>
                    <a:pt x="211" y="14"/>
                  </a:lnTo>
                  <a:lnTo>
                    <a:pt x="208" y="14"/>
                  </a:lnTo>
                  <a:lnTo>
                    <a:pt x="208" y="14"/>
                  </a:lnTo>
                  <a:lnTo>
                    <a:pt x="208" y="14"/>
                  </a:lnTo>
                  <a:lnTo>
                    <a:pt x="208" y="12"/>
                  </a:lnTo>
                  <a:lnTo>
                    <a:pt x="208" y="12"/>
                  </a:lnTo>
                  <a:lnTo>
                    <a:pt x="211" y="12"/>
                  </a:lnTo>
                  <a:lnTo>
                    <a:pt x="211" y="12"/>
                  </a:lnTo>
                  <a:lnTo>
                    <a:pt x="211" y="12"/>
                  </a:lnTo>
                  <a:lnTo>
                    <a:pt x="211" y="12"/>
                  </a:lnTo>
                  <a:lnTo>
                    <a:pt x="213" y="12"/>
                  </a:lnTo>
                  <a:lnTo>
                    <a:pt x="213" y="10"/>
                  </a:lnTo>
                  <a:lnTo>
                    <a:pt x="213" y="10"/>
                  </a:lnTo>
                  <a:lnTo>
                    <a:pt x="213" y="10"/>
                  </a:lnTo>
                  <a:lnTo>
                    <a:pt x="213" y="10"/>
                  </a:lnTo>
                  <a:lnTo>
                    <a:pt x="215" y="10"/>
                  </a:lnTo>
                  <a:lnTo>
                    <a:pt x="215" y="7"/>
                  </a:lnTo>
                  <a:lnTo>
                    <a:pt x="215" y="7"/>
                  </a:lnTo>
                  <a:lnTo>
                    <a:pt x="215" y="7"/>
                  </a:lnTo>
                  <a:lnTo>
                    <a:pt x="215" y="5"/>
                  </a:lnTo>
                  <a:lnTo>
                    <a:pt x="218" y="5"/>
                  </a:lnTo>
                  <a:lnTo>
                    <a:pt x="218" y="5"/>
                  </a:lnTo>
                  <a:lnTo>
                    <a:pt x="218" y="5"/>
                  </a:lnTo>
                  <a:lnTo>
                    <a:pt x="218" y="3"/>
                  </a:lnTo>
                  <a:lnTo>
                    <a:pt x="218" y="3"/>
                  </a:lnTo>
                  <a:lnTo>
                    <a:pt x="218" y="3"/>
                  </a:lnTo>
                  <a:lnTo>
                    <a:pt x="220" y="3"/>
                  </a:lnTo>
                  <a:lnTo>
                    <a:pt x="220" y="0"/>
                  </a:lnTo>
                  <a:lnTo>
                    <a:pt x="220" y="0"/>
                  </a:lnTo>
                  <a:lnTo>
                    <a:pt x="220" y="0"/>
                  </a:lnTo>
                  <a:lnTo>
                    <a:pt x="220" y="0"/>
                  </a:lnTo>
                  <a:lnTo>
                    <a:pt x="220" y="0"/>
                  </a:lnTo>
                  <a:lnTo>
                    <a:pt x="223" y="0"/>
                  </a:lnTo>
                  <a:lnTo>
                    <a:pt x="223" y="0"/>
                  </a:lnTo>
                  <a:lnTo>
                    <a:pt x="225" y="0"/>
                  </a:lnTo>
                  <a:lnTo>
                    <a:pt x="225" y="0"/>
                  </a:lnTo>
                  <a:lnTo>
                    <a:pt x="225" y="0"/>
                  </a:lnTo>
                  <a:lnTo>
                    <a:pt x="225" y="0"/>
                  </a:lnTo>
                  <a:lnTo>
                    <a:pt x="225" y="0"/>
                  </a:lnTo>
                  <a:lnTo>
                    <a:pt x="227" y="0"/>
                  </a:lnTo>
                  <a:lnTo>
                    <a:pt x="227"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259"/>
            <p:cNvSpPr>
              <a:spLocks/>
            </p:cNvSpPr>
            <p:nvPr/>
          </p:nvSpPr>
          <p:spPr bwMode="auto">
            <a:xfrm>
              <a:off x="3378200" y="2824163"/>
              <a:ext cx="492125" cy="365125"/>
            </a:xfrm>
            <a:custGeom>
              <a:avLst/>
              <a:gdLst/>
              <a:ahLst/>
              <a:cxnLst>
                <a:cxn ang="0">
                  <a:pos x="232" y="12"/>
                </a:cxn>
                <a:cxn ang="0">
                  <a:pos x="237" y="21"/>
                </a:cxn>
                <a:cxn ang="0">
                  <a:pos x="239" y="43"/>
                </a:cxn>
                <a:cxn ang="0">
                  <a:pos x="253" y="38"/>
                </a:cxn>
                <a:cxn ang="0">
                  <a:pos x="267" y="31"/>
                </a:cxn>
                <a:cxn ang="0">
                  <a:pos x="284" y="26"/>
                </a:cxn>
                <a:cxn ang="0">
                  <a:pos x="294" y="29"/>
                </a:cxn>
                <a:cxn ang="0">
                  <a:pos x="308" y="29"/>
                </a:cxn>
                <a:cxn ang="0">
                  <a:pos x="303" y="36"/>
                </a:cxn>
                <a:cxn ang="0">
                  <a:pos x="289" y="40"/>
                </a:cxn>
                <a:cxn ang="0">
                  <a:pos x="272" y="40"/>
                </a:cxn>
                <a:cxn ang="0">
                  <a:pos x="256" y="43"/>
                </a:cxn>
                <a:cxn ang="0">
                  <a:pos x="244" y="52"/>
                </a:cxn>
                <a:cxn ang="0">
                  <a:pos x="232" y="59"/>
                </a:cxn>
                <a:cxn ang="0">
                  <a:pos x="239" y="71"/>
                </a:cxn>
                <a:cxn ang="0">
                  <a:pos x="239" y="83"/>
                </a:cxn>
                <a:cxn ang="0">
                  <a:pos x="227" y="97"/>
                </a:cxn>
                <a:cxn ang="0">
                  <a:pos x="227" y="112"/>
                </a:cxn>
                <a:cxn ang="0">
                  <a:pos x="208" y="112"/>
                </a:cxn>
                <a:cxn ang="0">
                  <a:pos x="208" y="121"/>
                </a:cxn>
                <a:cxn ang="0">
                  <a:pos x="206" y="133"/>
                </a:cxn>
                <a:cxn ang="0">
                  <a:pos x="194" y="142"/>
                </a:cxn>
                <a:cxn ang="0">
                  <a:pos x="189" y="159"/>
                </a:cxn>
                <a:cxn ang="0">
                  <a:pos x="182" y="173"/>
                </a:cxn>
                <a:cxn ang="0">
                  <a:pos x="168" y="168"/>
                </a:cxn>
                <a:cxn ang="0">
                  <a:pos x="156" y="176"/>
                </a:cxn>
                <a:cxn ang="0">
                  <a:pos x="152" y="183"/>
                </a:cxn>
                <a:cxn ang="0">
                  <a:pos x="135" y="185"/>
                </a:cxn>
                <a:cxn ang="0">
                  <a:pos x="125" y="199"/>
                </a:cxn>
                <a:cxn ang="0">
                  <a:pos x="125" y="218"/>
                </a:cxn>
                <a:cxn ang="0">
                  <a:pos x="109" y="223"/>
                </a:cxn>
                <a:cxn ang="0">
                  <a:pos x="90" y="225"/>
                </a:cxn>
                <a:cxn ang="0">
                  <a:pos x="73" y="228"/>
                </a:cxn>
                <a:cxn ang="0">
                  <a:pos x="54" y="228"/>
                </a:cxn>
                <a:cxn ang="0">
                  <a:pos x="38" y="228"/>
                </a:cxn>
                <a:cxn ang="0">
                  <a:pos x="21" y="221"/>
                </a:cxn>
                <a:cxn ang="0">
                  <a:pos x="12" y="213"/>
                </a:cxn>
                <a:cxn ang="0">
                  <a:pos x="21" y="199"/>
                </a:cxn>
                <a:cxn ang="0">
                  <a:pos x="28" y="185"/>
                </a:cxn>
                <a:cxn ang="0">
                  <a:pos x="14" y="178"/>
                </a:cxn>
                <a:cxn ang="0">
                  <a:pos x="7" y="159"/>
                </a:cxn>
                <a:cxn ang="0">
                  <a:pos x="5" y="140"/>
                </a:cxn>
                <a:cxn ang="0">
                  <a:pos x="9" y="126"/>
                </a:cxn>
                <a:cxn ang="0">
                  <a:pos x="0" y="114"/>
                </a:cxn>
                <a:cxn ang="0">
                  <a:pos x="7" y="100"/>
                </a:cxn>
                <a:cxn ang="0">
                  <a:pos x="14" y="88"/>
                </a:cxn>
                <a:cxn ang="0">
                  <a:pos x="19" y="71"/>
                </a:cxn>
                <a:cxn ang="0">
                  <a:pos x="36" y="78"/>
                </a:cxn>
                <a:cxn ang="0">
                  <a:pos x="47" y="81"/>
                </a:cxn>
                <a:cxn ang="0">
                  <a:pos x="59" y="71"/>
                </a:cxn>
                <a:cxn ang="0">
                  <a:pos x="69" y="62"/>
                </a:cxn>
                <a:cxn ang="0">
                  <a:pos x="83" y="57"/>
                </a:cxn>
                <a:cxn ang="0">
                  <a:pos x="92" y="40"/>
                </a:cxn>
                <a:cxn ang="0">
                  <a:pos x="102" y="31"/>
                </a:cxn>
                <a:cxn ang="0">
                  <a:pos x="116" y="24"/>
                </a:cxn>
                <a:cxn ang="0">
                  <a:pos x="133" y="29"/>
                </a:cxn>
                <a:cxn ang="0">
                  <a:pos x="147" y="31"/>
                </a:cxn>
                <a:cxn ang="0">
                  <a:pos x="161" y="38"/>
                </a:cxn>
                <a:cxn ang="0">
                  <a:pos x="178" y="31"/>
                </a:cxn>
                <a:cxn ang="0">
                  <a:pos x="189" y="33"/>
                </a:cxn>
                <a:cxn ang="0">
                  <a:pos x="199" y="21"/>
                </a:cxn>
                <a:cxn ang="0">
                  <a:pos x="211" y="14"/>
                </a:cxn>
                <a:cxn ang="0">
                  <a:pos x="218" y="3"/>
                </a:cxn>
              </a:cxnLst>
              <a:rect l="0" t="0" r="r" b="b"/>
              <a:pathLst>
                <a:path w="310" h="230">
                  <a:moveTo>
                    <a:pt x="227" y="0"/>
                  </a:moveTo>
                  <a:lnTo>
                    <a:pt x="227" y="0"/>
                  </a:lnTo>
                  <a:lnTo>
                    <a:pt x="227" y="0"/>
                  </a:lnTo>
                  <a:lnTo>
                    <a:pt x="230" y="0"/>
                  </a:lnTo>
                  <a:lnTo>
                    <a:pt x="230" y="0"/>
                  </a:lnTo>
                  <a:lnTo>
                    <a:pt x="230" y="0"/>
                  </a:lnTo>
                  <a:lnTo>
                    <a:pt x="230" y="3"/>
                  </a:lnTo>
                  <a:lnTo>
                    <a:pt x="232" y="3"/>
                  </a:lnTo>
                  <a:lnTo>
                    <a:pt x="232" y="3"/>
                  </a:lnTo>
                  <a:lnTo>
                    <a:pt x="232" y="3"/>
                  </a:lnTo>
                  <a:lnTo>
                    <a:pt x="232" y="3"/>
                  </a:lnTo>
                  <a:lnTo>
                    <a:pt x="234" y="3"/>
                  </a:lnTo>
                  <a:lnTo>
                    <a:pt x="234" y="5"/>
                  </a:lnTo>
                  <a:lnTo>
                    <a:pt x="234" y="5"/>
                  </a:lnTo>
                  <a:lnTo>
                    <a:pt x="234" y="5"/>
                  </a:lnTo>
                  <a:lnTo>
                    <a:pt x="234" y="7"/>
                  </a:lnTo>
                  <a:lnTo>
                    <a:pt x="234" y="7"/>
                  </a:lnTo>
                  <a:lnTo>
                    <a:pt x="234" y="7"/>
                  </a:lnTo>
                  <a:lnTo>
                    <a:pt x="234" y="10"/>
                  </a:lnTo>
                  <a:lnTo>
                    <a:pt x="232" y="10"/>
                  </a:lnTo>
                  <a:lnTo>
                    <a:pt x="232" y="10"/>
                  </a:lnTo>
                  <a:lnTo>
                    <a:pt x="232" y="12"/>
                  </a:lnTo>
                  <a:lnTo>
                    <a:pt x="232" y="12"/>
                  </a:lnTo>
                  <a:lnTo>
                    <a:pt x="232" y="12"/>
                  </a:lnTo>
                  <a:lnTo>
                    <a:pt x="232" y="12"/>
                  </a:lnTo>
                  <a:lnTo>
                    <a:pt x="232" y="12"/>
                  </a:lnTo>
                  <a:lnTo>
                    <a:pt x="234" y="12"/>
                  </a:lnTo>
                  <a:lnTo>
                    <a:pt x="234" y="14"/>
                  </a:lnTo>
                  <a:lnTo>
                    <a:pt x="234" y="14"/>
                  </a:lnTo>
                  <a:lnTo>
                    <a:pt x="234" y="12"/>
                  </a:lnTo>
                  <a:lnTo>
                    <a:pt x="234" y="12"/>
                  </a:lnTo>
                  <a:lnTo>
                    <a:pt x="237" y="12"/>
                  </a:lnTo>
                  <a:lnTo>
                    <a:pt x="237" y="12"/>
                  </a:lnTo>
                  <a:lnTo>
                    <a:pt x="237" y="12"/>
                  </a:lnTo>
                  <a:lnTo>
                    <a:pt x="239" y="12"/>
                  </a:lnTo>
                  <a:lnTo>
                    <a:pt x="239" y="12"/>
                  </a:lnTo>
                  <a:lnTo>
                    <a:pt x="239" y="12"/>
                  </a:lnTo>
                  <a:lnTo>
                    <a:pt x="239" y="14"/>
                  </a:lnTo>
                  <a:lnTo>
                    <a:pt x="239" y="14"/>
                  </a:lnTo>
                  <a:lnTo>
                    <a:pt x="239" y="17"/>
                  </a:lnTo>
                  <a:lnTo>
                    <a:pt x="239" y="17"/>
                  </a:lnTo>
                  <a:lnTo>
                    <a:pt x="239" y="17"/>
                  </a:lnTo>
                  <a:lnTo>
                    <a:pt x="239" y="19"/>
                  </a:lnTo>
                  <a:lnTo>
                    <a:pt x="239" y="19"/>
                  </a:lnTo>
                  <a:lnTo>
                    <a:pt x="239" y="21"/>
                  </a:lnTo>
                  <a:lnTo>
                    <a:pt x="237" y="21"/>
                  </a:lnTo>
                  <a:lnTo>
                    <a:pt x="237" y="21"/>
                  </a:lnTo>
                  <a:lnTo>
                    <a:pt x="237" y="21"/>
                  </a:lnTo>
                  <a:lnTo>
                    <a:pt x="237" y="24"/>
                  </a:lnTo>
                  <a:lnTo>
                    <a:pt x="237" y="24"/>
                  </a:lnTo>
                  <a:lnTo>
                    <a:pt x="237" y="26"/>
                  </a:lnTo>
                  <a:lnTo>
                    <a:pt x="237" y="26"/>
                  </a:lnTo>
                  <a:lnTo>
                    <a:pt x="237" y="29"/>
                  </a:lnTo>
                  <a:lnTo>
                    <a:pt x="237" y="29"/>
                  </a:lnTo>
                  <a:lnTo>
                    <a:pt x="237" y="31"/>
                  </a:lnTo>
                  <a:lnTo>
                    <a:pt x="237" y="31"/>
                  </a:lnTo>
                  <a:lnTo>
                    <a:pt x="237" y="31"/>
                  </a:lnTo>
                  <a:lnTo>
                    <a:pt x="237" y="31"/>
                  </a:lnTo>
                  <a:lnTo>
                    <a:pt x="237" y="33"/>
                  </a:lnTo>
                  <a:lnTo>
                    <a:pt x="237" y="33"/>
                  </a:lnTo>
                  <a:lnTo>
                    <a:pt x="234" y="33"/>
                  </a:lnTo>
                  <a:lnTo>
                    <a:pt x="234" y="36"/>
                  </a:lnTo>
                  <a:lnTo>
                    <a:pt x="237" y="36"/>
                  </a:lnTo>
                  <a:lnTo>
                    <a:pt x="237" y="36"/>
                  </a:lnTo>
                  <a:lnTo>
                    <a:pt x="237" y="38"/>
                  </a:lnTo>
                  <a:lnTo>
                    <a:pt x="237" y="38"/>
                  </a:lnTo>
                  <a:lnTo>
                    <a:pt x="237" y="38"/>
                  </a:lnTo>
                  <a:lnTo>
                    <a:pt x="237" y="40"/>
                  </a:lnTo>
                  <a:lnTo>
                    <a:pt x="239" y="40"/>
                  </a:lnTo>
                  <a:lnTo>
                    <a:pt x="239" y="40"/>
                  </a:lnTo>
                  <a:lnTo>
                    <a:pt x="239" y="40"/>
                  </a:lnTo>
                  <a:lnTo>
                    <a:pt x="239" y="43"/>
                  </a:lnTo>
                  <a:lnTo>
                    <a:pt x="239" y="43"/>
                  </a:lnTo>
                  <a:lnTo>
                    <a:pt x="239" y="43"/>
                  </a:lnTo>
                  <a:lnTo>
                    <a:pt x="239" y="43"/>
                  </a:lnTo>
                  <a:lnTo>
                    <a:pt x="241" y="43"/>
                  </a:lnTo>
                  <a:lnTo>
                    <a:pt x="241" y="45"/>
                  </a:lnTo>
                  <a:lnTo>
                    <a:pt x="241" y="45"/>
                  </a:lnTo>
                  <a:lnTo>
                    <a:pt x="241" y="45"/>
                  </a:lnTo>
                  <a:lnTo>
                    <a:pt x="244" y="45"/>
                  </a:lnTo>
                  <a:lnTo>
                    <a:pt x="244" y="45"/>
                  </a:lnTo>
                  <a:lnTo>
                    <a:pt x="244" y="43"/>
                  </a:lnTo>
                  <a:lnTo>
                    <a:pt x="246" y="43"/>
                  </a:lnTo>
                  <a:lnTo>
                    <a:pt x="246" y="43"/>
                  </a:lnTo>
                  <a:lnTo>
                    <a:pt x="246" y="43"/>
                  </a:lnTo>
                  <a:lnTo>
                    <a:pt x="246" y="43"/>
                  </a:lnTo>
                  <a:lnTo>
                    <a:pt x="246" y="40"/>
                  </a:lnTo>
                  <a:lnTo>
                    <a:pt x="249" y="40"/>
                  </a:lnTo>
                  <a:lnTo>
                    <a:pt x="249" y="40"/>
                  </a:lnTo>
                  <a:lnTo>
                    <a:pt x="249" y="40"/>
                  </a:lnTo>
                  <a:lnTo>
                    <a:pt x="251" y="40"/>
                  </a:lnTo>
                  <a:lnTo>
                    <a:pt x="251" y="40"/>
                  </a:lnTo>
                  <a:lnTo>
                    <a:pt x="251" y="40"/>
                  </a:lnTo>
                  <a:lnTo>
                    <a:pt x="251" y="40"/>
                  </a:lnTo>
                  <a:lnTo>
                    <a:pt x="251" y="38"/>
                  </a:lnTo>
                  <a:lnTo>
                    <a:pt x="253" y="38"/>
                  </a:lnTo>
                  <a:lnTo>
                    <a:pt x="253" y="38"/>
                  </a:lnTo>
                  <a:lnTo>
                    <a:pt x="253" y="38"/>
                  </a:lnTo>
                  <a:lnTo>
                    <a:pt x="253" y="38"/>
                  </a:lnTo>
                  <a:lnTo>
                    <a:pt x="256" y="38"/>
                  </a:lnTo>
                  <a:lnTo>
                    <a:pt x="256" y="36"/>
                  </a:lnTo>
                  <a:lnTo>
                    <a:pt x="256" y="36"/>
                  </a:lnTo>
                  <a:lnTo>
                    <a:pt x="258" y="36"/>
                  </a:lnTo>
                  <a:lnTo>
                    <a:pt x="258" y="36"/>
                  </a:lnTo>
                  <a:lnTo>
                    <a:pt x="258" y="36"/>
                  </a:lnTo>
                  <a:lnTo>
                    <a:pt x="260" y="36"/>
                  </a:lnTo>
                  <a:lnTo>
                    <a:pt x="260" y="36"/>
                  </a:lnTo>
                  <a:lnTo>
                    <a:pt x="260" y="36"/>
                  </a:lnTo>
                  <a:lnTo>
                    <a:pt x="260" y="36"/>
                  </a:lnTo>
                  <a:lnTo>
                    <a:pt x="263" y="36"/>
                  </a:lnTo>
                  <a:lnTo>
                    <a:pt x="263" y="36"/>
                  </a:lnTo>
                  <a:lnTo>
                    <a:pt x="263" y="33"/>
                  </a:lnTo>
                  <a:lnTo>
                    <a:pt x="263" y="33"/>
                  </a:lnTo>
                  <a:lnTo>
                    <a:pt x="265" y="33"/>
                  </a:lnTo>
                  <a:lnTo>
                    <a:pt x="265" y="31"/>
                  </a:lnTo>
                  <a:lnTo>
                    <a:pt x="265" y="31"/>
                  </a:lnTo>
                  <a:lnTo>
                    <a:pt x="265" y="31"/>
                  </a:lnTo>
                  <a:lnTo>
                    <a:pt x="265" y="31"/>
                  </a:lnTo>
                  <a:lnTo>
                    <a:pt x="265" y="31"/>
                  </a:lnTo>
                  <a:lnTo>
                    <a:pt x="267" y="31"/>
                  </a:lnTo>
                  <a:lnTo>
                    <a:pt x="267" y="31"/>
                  </a:lnTo>
                  <a:lnTo>
                    <a:pt x="267" y="29"/>
                  </a:lnTo>
                  <a:lnTo>
                    <a:pt x="267" y="29"/>
                  </a:lnTo>
                  <a:lnTo>
                    <a:pt x="270" y="29"/>
                  </a:lnTo>
                  <a:lnTo>
                    <a:pt x="270" y="29"/>
                  </a:lnTo>
                  <a:lnTo>
                    <a:pt x="270" y="29"/>
                  </a:lnTo>
                  <a:lnTo>
                    <a:pt x="272" y="29"/>
                  </a:lnTo>
                  <a:lnTo>
                    <a:pt x="272" y="29"/>
                  </a:lnTo>
                  <a:lnTo>
                    <a:pt x="272" y="26"/>
                  </a:lnTo>
                  <a:lnTo>
                    <a:pt x="272" y="26"/>
                  </a:lnTo>
                  <a:lnTo>
                    <a:pt x="272" y="26"/>
                  </a:lnTo>
                  <a:lnTo>
                    <a:pt x="275" y="26"/>
                  </a:lnTo>
                  <a:lnTo>
                    <a:pt x="275" y="26"/>
                  </a:lnTo>
                  <a:lnTo>
                    <a:pt x="275" y="24"/>
                  </a:lnTo>
                  <a:lnTo>
                    <a:pt x="275" y="24"/>
                  </a:lnTo>
                  <a:lnTo>
                    <a:pt x="277" y="24"/>
                  </a:lnTo>
                  <a:lnTo>
                    <a:pt x="277" y="24"/>
                  </a:lnTo>
                  <a:lnTo>
                    <a:pt x="279" y="24"/>
                  </a:lnTo>
                  <a:lnTo>
                    <a:pt x="279" y="24"/>
                  </a:lnTo>
                  <a:lnTo>
                    <a:pt x="279" y="24"/>
                  </a:lnTo>
                  <a:lnTo>
                    <a:pt x="282" y="24"/>
                  </a:lnTo>
                  <a:lnTo>
                    <a:pt x="282" y="24"/>
                  </a:lnTo>
                  <a:lnTo>
                    <a:pt x="284" y="24"/>
                  </a:lnTo>
                  <a:lnTo>
                    <a:pt x="284" y="26"/>
                  </a:lnTo>
                  <a:lnTo>
                    <a:pt x="284" y="26"/>
                  </a:lnTo>
                  <a:lnTo>
                    <a:pt x="284" y="26"/>
                  </a:lnTo>
                  <a:lnTo>
                    <a:pt x="286" y="26"/>
                  </a:lnTo>
                  <a:lnTo>
                    <a:pt x="286" y="26"/>
                  </a:lnTo>
                  <a:lnTo>
                    <a:pt x="286" y="29"/>
                  </a:lnTo>
                  <a:lnTo>
                    <a:pt x="284" y="29"/>
                  </a:lnTo>
                  <a:lnTo>
                    <a:pt x="284" y="29"/>
                  </a:lnTo>
                  <a:lnTo>
                    <a:pt x="284" y="29"/>
                  </a:lnTo>
                  <a:lnTo>
                    <a:pt x="284" y="29"/>
                  </a:lnTo>
                  <a:lnTo>
                    <a:pt x="284" y="31"/>
                  </a:lnTo>
                  <a:lnTo>
                    <a:pt x="284" y="31"/>
                  </a:lnTo>
                  <a:lnTo>
                    <a:pt x="284" y="31"/>
                  </a:lnTo>
                  <a:lnTo>
                    <a:pt x="286" y="31"/>
                  </a:lnTo>
                  <a:lnTo>
                    <a:pt x="286" y="31"/>
                  </a:lnTo>
                  <a:lnTo>
                    <a:pt x="286" y="31"/>
                  </a:lnTo>
                  <a:lnTo>
                    <a:pt x="289" y="31"/>
                  </a:lnTo>
                  <a:lnTo>
                    <a:pt x="289" y="31"/>
                  </a:lnTo>
                  <a:lnTo>
                    <a:pt x="289" y="29"/>
                  </a:lnTo>
                  <a:lnTo>
                    <a:pt x="291" y="29"/>
                  </a:lnTo>
                  <a:lnTo>
                    <a:pt x="291" y="29"/>
                  </a:lnTo>
                  <a:lnTo>
                    <a:pt x="291" y="29"/>
                  </a:lnTo>
                  <a:lnTo>
                    <a:pt x="294" y="29"/>
                  </a:lnTo>
                  <a:lnTo>
                    <a:pt x="294" y="29"/>
                  </a:lnTo>
                  <a:lnTo>
                    <a:pt x="294" y="29"/>
                  </a:lnTo>
                  <a:lnTo>
                    <a:pt x="294" y="29"/>
                  </a:lnTo>
                  <a:lnTo>
                    <a:pt x="296" y="29"/>
                  </a:lnTo>
                  <a:lnTo>
                    <a:pt x="296" y="26"/>
                  </a:lnTo>
                  <a:lnTo>
                    <a:pt x="296" y="26"/>
                  </a:lnTo>
                  <a:lnTo>
                    <a:pt x="296" y="26"/>
                  </a:lnTo>
                  <a:lnTo>
                    <a:pt x="298" y="26"/>
                  </a:lnTo>
                  <a:lnTo>
                    <a:pt x="298" y="26"/>
                  </a:lnTo>
                  <a:lnTo>
                    <a:pt x="298" y="26"/>
                  </a:lnTo>
                  <a:lnTo>
                    <a:pt x="298" y="26"/>
                  </a:lnTo>
                  <a:lnTo>
                    <a:pt x="301" y="26"/>
                  </a:lnTo>
                  <a:lnTo>
                    <a:pt x="301" y="26"/>
                  </a:lnTo>
                  <a:lnTo>
                    <a:pt x="301" y="26"/>
                  </a:lnTo>
                  <a:lnTo>
                    <a:pt x="301" y="26"/>
                  </a:lnTo>
                  <a:lnTo>
                    <a:pt x="303" y="26"/>
                  </a:lnTo>
                  <a:lnTo>
                    <a:pt x="303" y="26"/>
                  </a:lnTo>
                  <a:lnTo>
                    <a:pt x="303" y="26"/>
                  </a:lnTo>
                  <a:lnTo>
                    <a:pt x="305" y="26"/>
                  </a:lnTo>
                  <a:lnTo>
                    <a:pt x="305" y="26"/>
                  </a:lnTo>
                  <a:lnTo>
                    <a:pt x="305" y="26"/>
                  </a:lnTo>
                  <a:lnTo>
                    <a:pt x="308" y="26"/>
                  </a:lnTo>
                  <a:lnTo>
                    <a:pt x="308" y="26"/>
                  </a:lnTo>
                  <a:lnTo>
                    <a:pt x="308" y="29"/>
                  </a:lnTo>
                  <a:lnTo>
                    <a:pt x="308" y="29"/>
                  </a:lnTo>
                  <a:lnTo>
                    <a:pt x="308" y="29"/>
                  </a:lnTo>
                  <a:lnTo>
                    <a:pt x="310" y="29"/>
                  </a:lnTo>
                  <a:lnTo>
                    <a:pt x="310" y="31"/>
                  </a:lnTo>
                  <a:lnTo>
                    <a:pt x="310" y="31"/>
                  </a:lnTo>
                  <a:lnTo>
                    <a:pt x="308" y="31"/>
                  </a:lnTo>
                  <a:lnTo>
                    <a:pt x="308" y="31"/>
                  </a:lnTo>
                  <a:lnTo>
                    <a:pt x="308" y="31"/>
                  </a:lnTo>
                  <a:lnTo>
                    <a:pt x="308" y="31"/>
                  </a:lnTo>
                  <a:lnTo>
                    <a:pt x="308" y="29"/>
                  </a:lnTo>
                  <a:lnTo>
                    <a:pt x="305" y="29"/>
                  </a:lnTo>
                  <a:lnTo>
                    <a:pt x="305" y="31"/>
                  </a:lnTo>
                  <a:lnTo>
                    <a:pt x="305" y="31"/>
                  </a:lnTo>
                  <a:lnTo>
                    <a:pt x="305" y="31"/>
                  </a:lnTo>
                  <a:lnTo>
                    <a:pt x="303" y="31"/>
                  </a:lnTo>
                  <a:lnTo>
                    <a:pt x="303" y="31"/>
                  </a:lnTo>
                  <a:lnTo>
                    <a:pt x="301" y="31"/>
                  </a:lnTo>
                  <a:lnTo>
                    <a:pt x="301" y="31"/>
                  </a:lnTo>
                  <a:lnTo>
                    <a:pt x="301" y="31"/>
                  </a:lnTo>
                  <a:lnTo>
                    <a:pt x="301" y="31"/>
                  </a:lnTo>
                  <a:lnTo>
                    <a:pt x="301" y="33"/>
                  </a:lnTo>
                  <a:lnTo>
                    <a:pt x="301" y="33"/>
                  </a:lnTo>
                  <a:lnTo>
                    <a:pt x="301" y="33"/>
                  </a:lnTo>
                  <a:lnTo>
                    <a:pt x="303" y="33"/>
                  </a:lnTo>
                  <a:lnTo>
                    <a:pt x="303" y="36"/>
                  </a:lnTo>
                  <a:lnTo>
                    <a:pt x="303" y="36"/>
                  </a:lnTo>
                  <a:lnTo>
                    <a:pt x="303" y="36"/>
                  </a:lnTo>
                  <a:lnTo>
                    <a:pt x="303" y="38"/>
                  </a:lnTo>
                  <a:lnTo>
                    <a:pt x="303" y="38"/>
                  </a:lnTo>
                  <a:lnTo>
                    <a:pt x="303" y="36"/>
                  </a:lnTo>
                  <a:lnTo>
                    <a:pt x="301" y="36"/>
                  </a:lnTo>
                  <a:lnTo>
                    <a:pt x="301" y="36"/>
                  </a:lnTo>
                  <a:lnTo>
                    <a:pt x="301" y="36"/>
                  </a:lnTo>
                  <a:lnTo>
                    <a:pt x="298" y="36"/>
                  </a:lnTo>
                  <a:lnTo>
                    <a:pt x="298" y="38"/>
                  </a:lnTo>
                  <a:lnTo>
                    <a:pt x="298" y="38"/>
                  </a:lnTo>
                  <a:lnTo>
                    <a:pt x="298" y="38"/>
                  </a:lnTo>
                  <a:lnTo>
                    <a:pt x="298" y="38"/>
                  </a:lnTo>
                  <a:lnTo>
                    <a:pt x="296" y="38"/>
                  </a:lnTo>
                  <a:lnTo>
                    <a:pt x="296" y="38"/>
                  </a:lnTo>
                  <a:lnTo>
                    <a:pt x="294" y="38"/>
                  </a:lnTo>
                  <a:lnTo>
                    <a:pt x="294" y="38"/>
                  </a:lnTo>
                  <a:lnTo>
                    <a:pt x="294" y="40"/>
                  </a:lnTo>
                  <a:lnTo>
                    <a:pt x="294" y="40"/>
                  </a:lnTo>
                  <a:lnTo>
                    <a:pt x="294" y="40"/>
                  </a:lnTo>
                  <a:lnTo>
                    <a:pt x="291" y="40"/>
                  </a:lnTo>
                  <a:lnTo>
                    <a:pt x="291" y="40"/>
                  </a:lnTo>
                  <a:lnTo>
                    <a:pt x="291" y="40"/>
                  </a:lnTo>
                  <a:lnTo>
                    <a:pt x="291" y="40"/>
                  </a:lnTo>
                  <a:lnTo>
                    <a:pt x="289" y="40"/>
                  </a:lnTo>
                  <a:lnTo>
                    <a:pt x="289" y="40"/>
                  </a:lnTo>
                  <a:lnTo>
                    <a:pt x="286" y="40"/>
                  </a:lnTo>
                  <a:lnTo>
                    <a:pt x="286" y="40"/>
                  </a:lnTo>
                  <a:lnTo>
                    <a:pt x="286" y="38"/>
                  </a:lnTo>
                  <a:lnTo>
                    <a:pt x="286" y="38"/>
                  </a:lnTo>
                  <a:lnTo>
                    <a:pt x="284" y="38"/>
                  </a:lnTo>
                  <a:lnTo>
                    <a:pt x="284" y="38"/>
                  </a:lnTo>
                  <a:lnTo>
                    <a:pt x="284" y="38"/>
                  </a:lnTo>
                  <a:lnTo>
                    <a:pt x="282" y="38"/>
                  </a:lnTo>
                  <a:lnTo>
                    <a:pt x="282" y="40"/>
                  </a:lnTo>
                  <a:lnTo>
                    <a:pt x="282" y="40"/>
                  </a:lnTo>
                  <a:lnTo>
                    <a:pt x="279" y="40"/>
                  </a:lnTo>
                  <a:lnTo>
                    <a:pt x="279" y="38"/>
                  </a:lnTo>
                  <a:lnTo>
                    <a:pt x="279" y="38"/>
                  </a:lnTo>
                  <a:lnTo>
                    <a:pt x="279" y="40"/>
                  </a:lnTo>
                  <a:lnTo>
                    <a:pt x="279" y="40"/>
                  </a:lnTo>
                  <a:lnTo>
                    <a:pt x="277" y="40"/>
                  </a:lnTo>
                  <a:lnTo>
                    <a:pt x="277" y="40"/>
                  </a:lnTo>
                  <a:lnTo>
                    <a:pt x="275" y="40"/>
                  </a:lnTo>
                  <a:lnTo>
                    <a:pt x="275" y="40"/>
                  </a:lnTo>
                  <a:lnTo>
                    <a:pt x="275" y="40"/>
                  </a:lnTo>
                  <a:lnTo>
                    <a:pt x="272" y="40"/>
                  </a:lnTo>
                  <a:lnTo>
                    <a:pt x="272" y="40"/>
                  </a:lnTo>
                  <a:lnTo>
                    <a:pt x="272" y="40"/>
                  </a:lnTo>
                  <a:lnTo>
                    <a:pt x="270" y="40"/>
                  </a:lnTo>
                  <a:lnTo>
                    <a:pt x="270" y="40"/>
                  </a:lnTo>
                  <a:lnTo>
                    <a:pt x="267" y="40"/>
                  </a:lnTo>
                  <a:lnTo>
                    <a:pt x="267" y="40"/>
                  </a:lnTo>
                  <a:lnTo>
                    <a:pt x="267" y="40"/>
                  </a:lnTo>
                  <a:lnTo>
                    <a:pt x="267" y="40"/>
                  </a:lnTo>
                  <a:lnTo>
                    <a:pt x="267" y="40"/>
                  </a:lnTo>
                  <a:lnTo>
                    <a:pt x="265" y="40"/>
                  </a:lnTo>
                  <a:lnTo>
                    <a:pt x="265" y="40"/>
                  </a:lnTo>
                  <a:lnTo>
                    <a:pt x="265" y="40"/>
                  </a:lnTo>
                  <a:lnTo>
                    <a:pt x="265" y="40"/>
                  </a:lnTo>
                  <a:lnTo>
                    <a:pt x="263" y="40"/>
                  </a:lnTo>
                  <a:lnTo>
                    <a:pt x="263" y="40"/>
                  </a:lnTo>
                  <a:lnTo>
                    <a:pt x="263" y="40"/>
                  </a:lnTo>
                  <a:lnTo>
                    <a:pt x="263" y="40"/>
                  </a:lnTo>
                  <a:lnTo>
                    <a:pt x="260" y="40"/>
                  </a:lnTo>
                  <a:lnTo>
                    <a:pt x="260" y="40"/>
                  </a:lnTo>
                  <a:lnTo>
                    <a:pt x="260" y="40"/>
                  </a:lnTo>
                  <a:lnTo>
                    <a:pt x="258" y="40"/>
                  </a:lnTo>
                  <a:lnTo>
                    <a:pt x="258" y="40"/>
                  </a:lnTo>
                  <a:lnTo>
                    <a:pt x="258" y="40"/>
                  </a:lnTo>
                  <a:lnTo>
                    <a:pt x="258" y="40"/>
                  </a:lnTo>
                  <a:lnTo>
                    <a:pt x="258" y="43"/>
                  </a:lnTo>
                  <a:lnTo>
                    <a:pt x="256" y="43"/>
                  </a:lnTo>
                  <a:lnTo>
                    <a:pt x="256" y="40"/>
                  </a:lnTo>
                  <a:lnTo>
                    <a:pt x="256" y="40"/>
                  </a:lnTo>
                  <a:lnTo>
                    <a:pt x="256" y="43"/>
                  </a:lnTo>
                  <a:lnTo>
                    <a:pt x="253" y="43"/>
                  </a:lnTo>
                  <a:lnTo>
                    <a:pt x="253" y="43"/>
                  </a:lnTo>
                  <a:lnTo>
                    <a:pt x="253" y="43"/>
                  </a:lnTo>
                  <a:lnTo>
                    <a:pt x="253" y="43"/>
                  </a:lnTo>
                  <a:lnTo>
                    <a:pt x="251" y="43"/>
                  </a:lnTo>
                  <a:lnTo>
                    <a:pt x="251" y="43"/>
                  </a:lnTo>
                  <a:lnTo>
                    <a:pt x="251" y="45"/>
                  </a:lnTo>
                  <a:lnTo>
                    <a:pt x="251" y="45"/>
                  </a:lnTo>
                  <a:lnTo>
                    <a:pt x="251" y="48"/>
                  </a:lnTo>
                  <a:lnTo>
                    <a:pt x="251" y="48"/>
                  </a:lnTo>
                  <a:lnTo>
                    <a:pt x="249" y="48"/>
                  </a:lnTo>
                  <a:lnTo>
                    <a:pt x="249" y="48"/>
                  </a:lnTo>
                  <a:lnTo>
                    <a:pt x="249" y="48"/>
                  </a:lnTo>
                  <a:lnTo>
                    <a:pt x="246" y="48"/>
                  </a:lnTo>
                  <a:lnTo>
                    <a:pt x="246" y="48"/>
                  </a:lnTo>
                  <a:lnTo>
                    <a:pt x="246" y="50"/>
                  </a:lnTo>
                  <a:lnTo>
                    <a:pt x="246" y="50"/>
                  </a:lnTo>
                  <a:lnTo>
                    <a:pt x="244" y="50"/>
                  </a:lnTo>
                  <a:lnTo>
                    <a:pt x="244" y="50"/>
                  </a:lnTo>
                  <a:lnTo>
                    <a:pt x="244" y="50"/>
                  </a:lnTo>
                  <a:lnTo>
                    <a:pt x="244" y="52"/>
                  </a:lnTo>
                  <a:lnTo>
                    <a:pt x="244" y="52"/>
                  </a:lnTo>
                  <a:lnTo>
                    <a:pt x="244" y="50"/>
                  </a:lnTo>
                  <a:lnTo>
                    <a:pt x="241" y="50"/>
                  </a:lnTo>
                  <a:lnTo>
                    <a:pt x="241" y="50"/>
                  </a:lnTo>
                  <a:lnTo>
                    <a:pt x="241" y="50"/>
                  </a:lnTo>
                  <a:lnTo>
                    <a:pt x="241" y="50"/>
                  </a:lnTo>
                  <a:lnTo>
                    <a:pt x="239" y="50"/>
                  </a:lnTo>
                  <a:lnTo>
                    <a:pt x="239" y="50"/>
                  </a:lnTo>
                  <a:lnTo>
                    <a:pt x="239" y="50"/>
                  </a:lnTo>
                  <a:lnTo>
                    <a:pt x="239" y="52"/>
                  </a:lnTo>
                  <a:lnTo>
                    <a:pt x="239" y="52"/>
                  </a:lnTo>
                  <a:lnTo>
                    <a:pt x="239" y="52"/>
                  </a:lnTo>
                  <a:lnTo>
                    <a:pt x="239" y="55"/>
                  </a:lnTo>
                  <a:lnTo>
                    <a:pt x="237" y="55"/>
                  </a:lnTo>
                  <a:lnTo>
                    <a:pt x="237" y="55"/>
                  </a:lnTo>
                  <a:lnTo>
                    <a:pt x="237" y="55"/>
                  </a:lnTo>
                  <a:lnTo>
                    <a:pt x="234" y="55"/>
                  </a:lnTo>
                  <a:lnTo>
                    <a:pt x="234" y="57"/>
                  </a:lnTo>
                  <a:lnTo>
                    <a:pt x="234" y="57"/>
                  </a:lnTo>
                  <a:lnTo>
                    <a:pt x="234" y="57"/>
                  </a:lnTo>
                  <a:lnTo>
                    <a:pt x="234" y="57"/>
                  </a:lnTo>
                  <a:lnTo>
                    <a:pt x="232" y="57"/>
                  </a:lnTo>
                  <a:lnTo>
                    <a:pt x="232" y="59"/>
                  </a:lnTo>
                  <a:lnTo>
                    <a:pt x="232" y="59"/>
                  </a:lnTo>
                  <a:lnTo>
                    <a:pt x="232" y="59"/>
                  </a:lnTo>
                  <a:lnTo>
                    <a:pt x="232" y="59"/>
                  </a:lnTo>
                  <a:lnTo>
                    <a:pt x="232" y="59"/>
                  </a:lnTo>
                  <a:lnTo>
                    <a:pt x="232" y="62"/>
                  </a:lnTo>
                  <a:lnTo>
                    <a:pt x="232" y="62"/>
                  </a:lnTo>
                  <a:lnTo>
                    <a:pt x="232" y="62"/>
                  </a:lnTo>
                  <a:lnTo>
                    <a:pt x="232" y="62"/>
                  </a:lnTo>
                  <a:lnTo>
                    <a:pt x="234" y="62"/>
                  </a:lnTo>
                  <a:lnTo>
                    <a:pt x="234" y="62"/>
                  </a:lnTo>
                  <a:lnTo>
                    <a:pt x="234" y="64"/>
                  </a:lnTo>
                  <a:lnTo>
                    <a:pt x="234" y="64"/>
                  </a:lnTo>
                  <a:lnTo>
                    <a:pt x="234" y="64"/>
                  </a:lnTo>
                  <a:lnTo>
                    <a:pt x="237" y="64"/>
                  </a:lnTo>
                  <a:lnTo>
                    <a:pt x="237" y="67"/>
                  </a:lnTo>
                  <a:lnTo>
                    <a:pt x="237" y="67"/>
                  </a:lnTo>
                  <a:lnTo>
                    <a:pt x="237" y="67"/>
                  </a:lnTo>
                  <a:lnTo>
                    <a:pt x="237" y="69"/>
                  </a:lnTo>
                  <a:lnTo>
                    <a:pt x="239" y="69"/>
                  </a:lnTo>
                  <a:lnTo>
                    <a:pt x="239" y="69"/>
                  </a:lnTo>
                  <a:lnTo>
                    <a:pt x="239" y="71"/>
                  </a:lnTo>
                  <a:lnTo>
                    <a:pt x="237" y="71"/>
                  </a:lnTo>
                  <a:lnTo>
                    <a:pt x="237" y="71"/>
                  </a:lnTo>
                  <a:lnTo>
                    <a:pt x="239" y="71"/>
                  </a:lnTo>
                  <a:lnTo>
                    <a:pt x="239" y="71"/>
                  </a:lnTo>
                  <a:lnTo>
                    <a:pt x="239" y="71"/>
                  </a:lnTo>
                  <a:lnTo>
                    <a:pt x="239" y="71"/>
                  </a:lnTo>
                  <a:lnTo>
                    <a:pt x="239" y="74"/>
                  </a:lnTo>
                  <a:lnTo>
                    <a:pt x="239" y="74"/>
                  </a:lnTo>
                  <a:lnTo>
                    <a:pt x="239" y="74"/>
                  </a:lnTo>
                  <a:lnTo>
                    <a:pt x="239" y="74"/>
                  </a:lnTo>
                  <a:lnTo>
                    <a:pt x="239" y="76"/>
                  </a:lnTo>
                  <a:lnTo>
                    <a:pt x="241" y="76"/>
                  </a:lnTo>
                  <a:lnTo>
                    <a:pt x="241" y="76"/>
                  </a:lnTo>
                  <a:lnTo>
                    <a:pt x="239" y="76"/>
                  </a:lnTo>
                  <a:lnTo>
                    <a:pt x="239" y="78"/>
                  </a:lnTo>
                  <a:lnTo>
                    <a:pt x="239" y="78"/>
                  </a:lnTo>
                  <a:lnTo>
                    <a:pt x="239" y="78"/>
                  </a:lnTo>
                  <a:lnTo>
                    <a:pt x="239" y="78"/>
                  </a:lnTo>
                  <a:lnTo>
                    <a:pt x="239" y="81"/>
                  </a:lnTo>
                  <a:lnTo>
                    <a:pt x="239" y="81"/>
                  </a:lnTo>
                  <a:lnTo>
                    <a:pt x="239" y="81"/>
                  </a:lnTo>
                  <a:lnTo>
                    <a:pt x="239" y="81"/>
                  </a:lnTo>
                  <a:lnTo>
                    <a:pt x="239" y="81"/>
                  </a:lnTo>
                  <a:lnTo>
                    <a:pt x="241" y="81"/>
                  </a:lnTo>
                  <a:lnTo>
                    <a:pt x="241" y="83"/>
                  </a:lnTo>
                  <a:lnTo>
                    <a:pt x="239" y="83"/>
                  </a:lnTo>
                  <a:lnTo>
                    <a:pt x="239" y="83"/>
                  </a:lnTo>
                  <a:lnTo>
                    <a:pt x="239" y="83"/>
                  </a:lnTo>
                  <a:lnTo>
                    <a:pt x="239" y="83"/>
                  </a:lnTo>
                  <a:lnTo>
                    <a:pt x="239" y="85"/>
                  </a:lnTo>
                  <a:lnTo>
                    <a:pt x="239" y="85"/>
                  </a:lnTo>
                  <a:lnTo>
                    <a:pt x="239" y="88"/>
                  </a:lnTo>
                  <a:lnTo>
                    <a:pt x="237" y="88"/>
                  </a:lnTo>
                  <a:lnTo>
                    <a:pt x="237" y="88"/>
                  </a:lnTo>
                  <a:lnTo>
                    <a:pt x="237" y="88"/>
                  </a:lnTo>
                  <a:lnTo>
                    <a:pt x="234" y="88"/>
                  </a:lnTo>
                  <a:lnTo>
                    <a:pt x="234" y="90"/>
                  </a:lnTo>
                  <a:lnTo>
                    <a:pt x="234" y="90"/>
                  </a:lnTo>
                  <a:lnTo>
                    <a:pt x="234" y="90"/>
                  </a:lnTo>
                  <a:lnTo>
                    <a:pt x="234" y="90"/>
                  </a:lnTo>
                  <a:lnTo>
                    <a:pt x="232" y="90"/>
                  </a:lnTo>
                  <a:lnTo>
                    <a:pt x="232" y="90"/>
                  </a:lnTo>
                  <a:lnTo>
                    <a:pt x="232" y="93"/>
                  </a:lnTo>
                  <a:lnTo>
                    <a:pt x="232" y="93"/>
                  </a:lnTo>
                  <a:lnTo>
                    <a:pt x="232" y="93"/>
                  </a:lnTo>
                  <a:lnTo>
                    <a:pt x="232" y="93"/>
                  </a:lnTo>
                  <a:lnTo>
                    <a:pt x="230" y="93"/>
                  </a:lnTo>
                  <a:lnTo>
                    <a:pt x="230" y="95"/>
                  </a:lnTo>
                  <a:lnTo>
                    <a:pt x="230" y="95"/>
                  </a:lnTo>
                  <a:lnTo>
                    <a:pt x="227" y="95"/>
                  </a:lnTo>
                  <a:lnTo>
                    <a:pt x="227" y="95"/>
                  </a:lnTo>
                  <a:lnTo>
                    <a:pt x="227" y="97"/>
                  </a:lnTo>
                  <a:lnTo>
                    <a:pt x="227" y="97"/>
                  </a:lnTo>
                  <a:lnTo>
                    <a:pt x="227" y="97"/>
                  </a:lnTo>
                  <a:lnTo>
                    <a:pt x="227" y="97"/>
                  </a:lnTo>
                  <a:lnTo>
                    <a:pt x="227" y="100"/>
                  </a:lnTo>
                  <a:lnTo>
                    <a:pt x="227" y="100"/>
                  </a:lnTo>
                  <a:lnTo>
                    <a:pt x="227" y="100"/>
                  </a:lnTo>
                  <a:lnTo>
                    <a:pt x="227" y="100"/>
                  </a:lnTo>
                  <a:lnTo>
                    <a:pt x="227" y="102"/>
                  </a:lnTo>
                  <a:lnTo>
                    <a:pt x="227" y="102"/>
                  </a:lnTo>
                  <a:lnTo>
                    <a:pt x="227" y="102"/>
                  </a:lnTo>
                  <a:lnTo>
                    <a:pt x="230" y="102"/>
                  </a:lnTo>
                  <a:lnTo>
                    <a:pt x="230" y="102"/>
                  </a:lnTo>
                  <a:lnTo>
                    <a:pt x="230" y="104"/>
                  </a:lnTo>
                  <a:lnTo>
                    <a:pt x="230" y="104"/>
                  </a:lnTo>
                  <a:lnTo>
                    <a:pt x="230" y="104"/>
                  </a:lnTo>
                  <a:lnTo>
                    <a:pt x="230" y="107"/>
                  </a:lnTo>
                  <a:lnTo>
                    <a:pt x="230" y="107"/>
                  </a:lnTo>
                  <a:lnTo>
                    <a:pt x="230" y="109"/>
                  </a:lnTo>
                  <a:lnTo>
                    <a:pt x="230" y="109"/>
                  </a:lnTo>
                  <a:lnTo>
                    <a:pt x="227" y="109"/>
                  </a:lnTo>
                  <a:lnTo>
                    <a:pt x="227" y="109"/>
                  </a:lnTo>
                  <a:lnTo>
                    <a:pt x="227" y="112"/>
                  </a:lnTo>
                  <a:lnTo>
                    <a:pt x="227" y="112"/>
                  </a:lnTo>
                  <a:lnTo>
                    <a:pt x="227" y="112"/>
                  </a:lnTo>
                  <a:lnTo>
                    <a:pt x="225" y="112"/>
                  </a:lnTo>
                  <a:lnTo>
                    <a:pt x="225" y="112"/>
                  </a:lnTo>
                  <a:lnTo>
                    <a:pt x="225" y="112"/>
                  </a:lnTo>
                  <a:lnTo>
                    <a:pt x="225" y="112"/>
                  </a:lnTo>
                  <a:lnTo>
                    <a:pt x="223" y="112"/>
                  </a:lnTo>
                  <a:lnTo>
                    <a:pt x="223" y="114"/>
                  </a:lnTo>
                  <a:lnTo>
                    <a:pt x="223" y="114"/>
                  </a:lnTo>
                  <a:lnTo>
                    <a:pt x="220" y="114"/>
                  </a:lnTo>
                  <a:lnTo>
                    <a:pt x="220" y="114"/>
                  </a:lnTo>
                  <a:lnTo>
                    <a:pt x="220" y="114"/>
                  </a:lnTo>
                  <a:lnTo>
                    <a:pt x="218" y="114"/>
                  </a:lnTo>
                  <a:lnTo>
                    <a:pt x="218" y="114"/>
                  </a:lnTo>
                  <a:lnTo>
                    <a:pt x="218" y="114"/>
                  </a:lnTo>
                  <a:lnTo>
                    <a:pt x="215" y="114"/>
                  </a:lnTo>
                  <a:lnTo>
                    <a:pt x="215" y="114"/>
                  </a:lnTo>
                  <a:lnTo>
                    <a:pt x="213" y="114"/>
                  </a:lnTo>
                  <a:lnTo>
                    <a:pt x="213" y="114"/>
                  </a:lnTo>
                  <a:lnTo>
                    <a:pt x="213" y="114"/>
                  </a:lnTo>
                  <a:lnTo>
                    <a:pt x="211" y="114"/>
                  </a:lnTo>
                  <a:lnTo>
                    <a:pt x="211" y="114"/>
                  </a:lnTo>
                  <a:lnTo>
                    <a:pt x="208" y="114"/>
                  </a:lnTo>
                  <a:lnTo>
                    <a:pt x="208" y="112"/>
                  </a:lnTo>
                  <a:lnTo>
                    <a:pt x="208" y="112"/>
                  </a:lnTo>
                  <a:lnTo>
                    <a:pt x="208" y="112"/>
                  </a:lnTo>
                  <a:lnTo>
                    <a:pt x="206" y="112"/>
                  </a:lnTo>
                  <a:lnTo>
                    <a:pt x="206" y="112"/>
                  </a:lnTo>
                  <a:lnTo>
                    <a:pt x="206" y="112"/>
                  </a:lnTo>
                  <a:lnTo>
                    <a:pt x="206" y="112"/>
                  </a:lnTo>
                  <a:lnTo>
                    <a:pt x="204" y="112"/>
                  </a:lnTo>
                  <a:lnTo>
                    <a:pt x="204" y="112"/>
                  </a:lnTo>
                  <a:lnTo>
                    <a:pt x="204" y="112"/>
                  </a:lnTo>
                  <a:lnTo>
                    <a:pt x="201" y="112"/>
                  </a:lnTo>
                  <a:lnTo>
                    <a:pt x="201" y="114"/>
                  </a:lnTo>
                  <a:lnTo>
                    <a:pt x="201" y="114"/>
                  </a:lnTo>
                  <a:lnTo>
                    <a:pt x="204" y="114"/>
                  </a:lnTo>
                  <a:lnTo>
                    <a:pt x="204" y="116"/>
                  </a:lnTo>
                  <a:lnTo>
                    <a:pt x="204" y="116"/>
                  </a:lnTo>
                  <a:lnTo>
                    <a:pt x="204" y="116"/>
                  </a:lnTo>
                  <a:lnTo>
                    <a:pt x="204" y="119"/>
                  </a:lnTo>
                  <a:lnTo>
                    <a:pt x="204" y="119"/>
                  </a:lnTo>
                  <a:lnTo>
                    <a:pt x="206" y="119"/>
                  </a:lnTo>
                  <a:lnTo>
                    <a:pt x="206" y="119"/>
                  </a:lnTo>
                  <a:lnTo>
                    <a:pt x="206" y="119"/>
                  </a:lnTo>
                  <a:lnTo>
                    <a:pt x="206" y="119"/>
                  </a:lnTo>
                  <a:lnTo>
                    <a:pt x="208" y="119"/>
                  </a:lnTo>
                  <a:lnTo>
                    <a:pt x="208" y="119"/>
                  </a:lnTo>
                  <a:lnTo>
                    <a:pt x="208" y="121"/>
                  </a:lnTo>
                  <a:lnTo>
                    <a:pt x="208" y="121"/>
                  </a:lnTo>
                  <a:lnTo>
                    <a:pt x="208" y="121"/>
                  </a:lnTo>
                  <a:lnTo>
                    <a:pt x="208" y="123"/>
                  </a:lnTo>
                  <a:lnTo>
                    <a:pt x="208" y="123"/>
                  </a:lnTo>
                  <a:lnTo>
                    <a:pt x="208" y="123"/>
                  </a:lnTo>
                  <a:lnTo>
                    <a:pt x="208" y="126"/>
                  </a:lnTo>
                  <a:lnTo>
                    <a:pt x="208" y="126"/>
                  </a:lnTo>
                  <a:lnTo>
                    <a:pt x="208" y="126"/>
                  </a:lnTo>
                  <a:lnTo>
                    <a:pt x="211" y="126"/>
                  </a:lnTo>
                  <a:lnTo>
                    <a:pt x="211" y="128"/>
                  </a:lnTo>
                  <a:lnTo>
                    <a:pt x="211" y="128"/>
                  </a:lnTo>
                  <a:lnTo>
                    <a:pt x="211" y="128"/>
                  </a:lnTo>
                  <a:lnTo>
                    <a:pt x="213" y="128"/>
                  </a:lnTo>
                  <a:lnTo>
                    <a:pt x="213" y="130"/>
                  </a:lnTo>
                  <a:lnTo>
                    <a:pt x="211" y="130"/>
                  </a:lnTo>
                  <a:lnTo>
                    <a:pt x="211" y="130"/>
                  </a:lnTo>
                  <a:lnTo>
                    <a:pt x="211" y="130"/>
                  </a:lnTo>
                  <a:lnTo>
                    <a:pt x="211" y="130"/>
                  </a:lnTo>
                  <a:lnTo>
                    <a:pt x="208" y="130"/>
                  </a:lnTo>
                  <a:lnTo>
                    <a:pt x="208" y="130"/>
                  </a:lnTo>
                  <a:lnTo>
                    <a:pt x="208" y="133"/>
                  </a:lnTo>
                  <a:lnTo>
                    <a:pt x="208" y="133"/>
                  </a:lnTo>
                  <a:lnTo>
                    <a:pt x="206" y="133"/>
                  </a:lnTo>
                  <a:lnTo>
                    <a:pt x="206" y="133"/>
                  </a:lnTo>
                  <a:lnTo>
                    <a:pt x="206" y="133"/>
                  </a:lnTo>
                  <a:lnTo>
                    <a:pt x="206" y="133"/>
                  </a:lnTo>
                  <a:lnTo>
                    <a:pt x="206" y="135"/>
                  </a:lnTo>
                  <a:lnTo>
                    <a:pt x="204" y="135"/>
                  </a:lnTo>
                  <a:lnTo>
                    <a:pt x="204" y="135"/>
                  </a:lnTo>
                  <a:lnTo>
                    <a:pt x="204" y="135"/>
                  </a:lnTo>
                  <a:lnTo>
                    <a:pt x="201" y="135"/>
                  </a:lnTo>
                  <a:lnTo>
                    <a:pt x="201" y="135"/>
                  </a:lnTo>
                  <a:lnTo>
                    <a:pt x="201" y="135"/>
                  </a:lnTo>
                  <a:lnTo>
                    <a:pt x="201" y="135"/>
                  </a:lnTo>
                  <a:lnTo>
                    <a:pt x="199" y="135"/>
                  </a:lnTo>
                  <a:lnTo>
                    <a:pt x="199" y="135"/>
                  </a:lnTo>
                  <a:lnTo>
                    <a:pt x="199" y="135"/>
                  </a:lnTo>
                  <a:lnTo>
                    <a:pt x="199" y="135"/>
                  </a:lnTo>
                  <a:lnTo>
                    <a:pt x="196" y="135"/>
                  </a:lnTo>
                  <a:lnTo>
                    <a:pt x="196" y="135"/>
                  </a:lnTo>
                  <a:lnTo>
                    <a:pt x="194" y="135"/>
                  </a:lnTo>
                  <a:lnTo>
                    <a:pt x="194" y="138"/>
                  </a:lnTo>
                  <a:lnTo>
                    <a:pt x="194" y="138"/>
                  </a:lnTo>
                  <a:lnTo>
                    <a:pt x="194" y="138"/>
                  </a:lnTo>
                  <a:lnTo>
                    <a:pt x="194" y="140"/>
                  </a:lnTo>
                  <a:lnTo>
                    <a:pt x="194" y="140"/>
                  </a:lnTo>
                  <a:lnTo>
                    <a:pt x="194" y="140"/>
                  </a:lnTo>
                  <a:lnTo>
                    <a:pt x="194" y="142"/>
                  </a:lnTo>
                  <a:lnTo>
                    <a:pt x="194" y="142"/>
                  </a:lnTo>
                  <a:lnTo>
                    <a:pt x="192" y="142"/>
                  </a:lnTo>
                  <a:lnTo>
                    <a:pt x="192" y="142"/>
                  </a:lnTo>
                  <a:lnTo>
                    <a:pt x="192" y="145"/>
                  </a:lnTo>
                  <a:lnTo>
                    <a:pt x="192" y="145"/>
                  </a:lnTo>
                  <a:lnTo>
                    <a:pt x="194" y="145"/>
                  </a:lnTo>
                  <a:lnTo>
                    <a:pt x="194" y="147"/>
                  </a:lnTo>
                  <a:lnTo>
                    <a:pt x="194" y="147"/>
                  </a:lnTo>
                  <a:lnTo>
                    <a:pt x="192" y="147"/>
                  </a:lnTo>
                  <a:lnTo>
                    <a:pt x="192" y="149"/>
                  </a:lnTo>
                  <a:lnTo>
                    <a:pt x="192" y="149"/>
                  </a:lnTo>
                  <a:lnTo>
                    <a:pt x="192" y="149"/>
                  </a:lnTo>
                  <a:lnTo>
                    <a:pt x="192" y="149"/>
                  </a:lnTo>
                  <a:lnTo>
                    <a:pt x="189" y="149"/>
                  </a:lnTo>
                  <a:lnTo>
                    <a:pt x="189" y="149"/>
                  </a:lnTo>
                  <a:lnTo>
                    <a:pt x="189" y="149"/>
                  </a:lnTo>
                  <a:lnTo>
                    <a:pt x="189" y="152"/>
                  </a:lnTo>
                  <a:lnTo>
                    <a:pt x="189" y="152"/>
                  </a:lnTo>
                  <a:lnTo>
                    <a:pt x="189" y="154"/>
                  </a:lnTo>
                  <a:lnTo>
                    <a:pt x="189" y="154"/>
                  </a:lnTo>
                  <a:lnTo>
                    <a:pt x="189" y="154"/>
                  </a:lnTo>
                  <a:lnTo>
                    <a:pt x="189" y="157"/>
                  </a:lnTo>
                  <a:lnTo>
                    <a:pt x="189" y="157"/>
                  </a:lnTo>
                  <a:lnTo>
                    <a:pt x="189" y="159"/>
                  </a:lnTo>
                  <a:lnTo>
                    <a:pt x="189" y="159"/>
                  </a:lnTo>
                  <a:lnTo>
                    <a:pt x="189" y="159"/>
                  </a:lnTo>
                  <a:lnTo>
                    <a:pt x="189" y="161"/>
                  </a:lnTo>
                  <a:lnTo>
                    <a:pt x="189" y="161"/>
                  </a:lnTo>
                  <a:lnTo>
                    <a:pt x="189" y="164"/>
                  </a:lnTo>
                  <a:lnTo>
                    <a:pt x="189" y="164"/>
                  </a:lnTo>
                  <a:lnTo>
                    <a:pt x="192" y="164"/>
                  </a:lnTo>
                  <a:lnTo>
                    <a:pt x="192" y="166"/>
                  </a:lnTo>
                  <a:lnTo>
                    <a:pt x="189" y="166"/>
                  </a:lnTo>
                  <a:lnTo>
                    <a:pt x="189" y="166"/>
                  </a:lnTo>
                  <a:lnTo>
                    <a:pt x="189" y="166"/>
                  </a:lnTo>
                  <a:lnTo>
                    <a:pt x="187" y="166"/>
                  </a:lnTo>
                  <a:lnTo>
                    <a:pt x="187" y="168"/>
                  </a:lnTo>
                  <a:lnTo>
                    <a:pt x="187" y="168"/>
                  </a:lnTo>
                  <a:lnTo>
                    <a:pt x="187" y="168"/>
                  </a:lnTo>
                  <a:lnTo>
                    <a:pt x="187" y="168"/>
                  </a:lnTo>
                  <a:lnTo>
                    <a:pt x="187" y="168"/>
                  </a:lnTo>
                  <a:lnTo>
                    <a:pt x="187" y="171"/>
                  </a:lnTo>
                  <a:lnTo>
                    <a:pt x="185" y="171"/>
                  </a:lnTo>
                  <a:lnTo>
                    <a:pt x="185" y="171"/>
                  </a:lnTo>
                  <a:lnTo>
                    <a:pt x="185" y="171"/>
                  </a:lnTo>
                  <a:lnTo>
                    <a:pt x="185" y="173"/>
                  </a:lnTo>
                  <a:lnTo>
                    <a:pt x="185" y="173"/>
                  </a:lnTo>
                  <a:lnTo>
                    <a:pt x="182" y="173"/>
                  </a:lnTo>
                  <a:lnTo>
                    <a:pt x="182" y="173"/>
                  </a:lnTo>
                  <a:lnTo>
                    <a:pt x="182" y="173"/>
                  </a:lnTo>
                  <a:lnTo>
                    <a:pt x="180" y="173"/>
                  </a:lnTo>
                  <a:lnTo>
                    <a:pt x="180" y="173"/>
                  </a:lnTo>
                  <a:lnTo>
                    <a:pt x="180" y="173"/>
                  </a:lnTo>
                  <a:lnTo>
                    <a:pt x="180" y="173"/>
                  </a:lnTo>
                  <a:lnTo>
                    <a:pt x="180" y="171"/>
                  </a:lnTo>
                  <a:lnTo>
                    <a:pt x="178" y="171"/>
                  </a:lnTo>
                  <a:lnTo>
                    <a:pt x="178" y="171"/>
                  </a:lnTo>
                  <a:lnTo>
                    <a:pt x="178" y="171"/>
                  </a:lnTo>
                  <a:lnTo>
                    <a:pt x="178" y="168"/>
                  </a:lnTo>
                  <a:lnTo>
                    <a:pt x="178" y="168"/>
                  </a:lnTo>
                  <a:lnTo>
                    <a:pt x="178" y="168"/>
                  </a:lnTo>
                  <a:lnTo>
                    <a:pt x="175" y="168"/>
                  </a:lnTo>
                  <a:lnTo>
                    <a:pt x="175" y="168"/>
                  </a:lnTo>
                  <a:lnTo>
                    <a:pt x="175" y="168"/>
                  </a:lnTo>
                  <a:lnTo>
                    <a:pt x="173" y="168"/>
                  </a:lnTo>
                  <a:lnTo>
                    <a:pt x="173" y="168"/>
                  </a:lnTo>
                  <a:lnTo>
                    <a:pt x="173" y="168"/>
                  </a:lnTo>
                  <a:lnTo>
                    <a:pt x="173" y="168"/>
                  </a:lnTo>
                  <a:lnTo>
                    <a:pt x="173" y="168"/>
                  </a:lnTo>
                  <a:lnTo>
                    <a:pt x="170" y="168"/>
                  </a:lnTo>
                  <a:lnTo>
                    <a:pt x="170" y="168"/>
                  </a:lnTo>
                  <a:lnTo>
                    <a:pt x="168" y="168"/>
                  </a:lnTo>
                  <a:lnTo>
                    <a:pt x="168" y="168"/>
                  </a:lnTo>
                  <a:lnTo>
                    <a:pt x="168" y="168"/>
                  </a:lnTo>
                  <a:lnTo>
                    <a:pt x="168" y="168"/>
                  </a:lnTo>
                  <a:lnTo>
                    <a:pt x="166" y="168"/>
                  </a:lnTo>
                  <a:lnTo>
                    <a:pt x="166" y="168"/>
                  </a:lnTo>
                  <a:lnTo>
                    <a:pt x="166" y="168"/>
                  </a:lnTo>
                  <a:lnTo>
                    <a:pt x="166" y="168"/>
                  </a:lnTo>
                  <a:lnTo>
                    <a:pt x="166" y="168"/>
                  </a:lnTo>
                  <a:lnTo>
                    <a:pt x="166" y="168"/>
                  </a:lnTo>
                  <a:lnTo>
                    <a:pt x="163" y="168"/>
                  </a:lnTo>
                  <a:lnTo>
                    <a:pt x="163" y="171"/>
                  </a:lnTo>
                  <a:lnTo>
                    <a:pt x="163" y="171"/>
                  </a:lnTo>
                  <a:lnTo>
                    <a:pt x="163" y="171"/>
                  </a:lnTo>
                  <a:lnTo>
                    <a:pt x="161" y="171"/>
                  </a:lnTo>
                  <a:lnTo>
                    <a:pt x="161" y="173"/>
                  </a:lnTo>
                  <a:lnTo>
                    <a:pt x="161" y="173"/>
                  </a:lnTo>
                  <a:lnTo>
                    <a:pt x="161" y="173"/>
                  </a:lnTo>
                  <a:lnTo>
                    <a:pt x="159" y="173"/>
                  </a:lnTo>
                  <a:lnTo>
                    <a:pt x="159" y="173"/>
                  </a:lnTo>
                  <a:lnTo>
                    <a:pt x="159" y="173"/>
                  </a:lnTo>
                  <a:lnTo>
                    <a:pt x="159" y="173"/>
                  </a:lnTo>
                  <a:lnTo>
                    <a:pt x="159" y="176"/>
                  </a:lnTo>
                  <a:lnTo>
                    <a:pt x="156" y="176"/>
                  </a:lnTo>
                  <a:lnTo>
                    <a:pt x="156" y="176"/>
                  </a:lnTo>
                  <a:lnTo>
                    <a:pt x="156" y="176"/>
                  </a:lnTo>
                  <a:lnTo>
                    <a:pt x="154" y="176"/>
                  </a:lnTo>
                  <a:lnTo>
                    <a:pt x="154" y="176"/>
                  </a:lnTo>
                  <a:lnTo>
                    <a:pt x="154" y="176"/>
                  </a:lnTo>
                  <a:lnTo>
                    <a:pt x="154" y="176"/>
                  </a:lnTo>
                  <a:lnTo>
                    <a:pt x="154" y="176"/>
                  </a:lnTo>
                  <a:lnTo>
                    <a:pt x="154" y="178"/>
                  </a:lnTo>
                  <a:lnTo>
                    <a:pt x="154" y="178"/>
                  </a:lnTo>
                  <a:lnTo>
                    <a:pt x="154" y="178"/>
                  </a:lnTo>
                  <a:lnTo>
                    <a:pt x="154" y="178"/>
                  </a:lnTo>
                  <a:lnTo>
                    <a:pt x="156" y="178"/>
                  </a:lnTo>
                  <a:lnTo>
                    <a:pt x="156" y="178"/>
                  </a:lnTo>
                  <a:lnTo>
                    <a:pt x="159" y="178"/>
                  </a:lnTo>
                  <a:lnTo>
                    <a:pt x="159" y="178"/>
                  </a:lnTo>
                  <a:lnTo>
                    <a:pt x="159" y="180"/>
                  </a:lnTo>
                  <a:lnTo>
                    <a:pt x="156" y="180"/>
                  </a:lnTo>
                  <a:lnTo>
                    <a:pt x="156" y="180"/>
                  </a:lnTo>
                  <a:lnTo>
                    <a:pt x="156" y="180"/>
                  </a:lnTo>
                  <a:lnTo>
                    <a:pt x="154" y="180"/>
                  </a:lnTo>
                  <a:lnTo>
                    <a:pt x="154" y="180"/>
                  </a:lnTo>
                  <a:lnTo>
                    <a:pt x="154" y="180"/>
                  </a:lnTo>
                  <a:lnTo>
                    <a:pt x="154" y="183"/>
                  </a:lnTo>
                  <a:lnTo>
                    <a:pt x="152" y="183"/>
                  </a:lnTo>
                  <a:lnTo>
                    <a:pt x="152" y="183"/>
                  </a:lnTo>
                  <a:lnTo>
                    <a:pt x="152" y="183"/>
                  </a:lnTo>
                  <a:lnTo>
                    <a:pt x="149" y="183"/>
                  </a:lnTo>
                  <a:lnTo>
                    <a:pt x="149" y="183"/>
                  </a:lnTo>
                  <a:lnTo>
                    <a:pt x="149" y="183"/>
                  </a:lnTo>
                  <a:lnTo>
                    <a:pt x="147" y="183"/>
                  </a:lnTo>
                  <a:lnTo>
                    <a:pt x="147" y="183"/>
                  </a:lnTo>
                  <a:lnTo>
                    <a:pt x="147" y="183"/>
                  </a:lnTo>
                  <a:lnTo>
                    <a:pt x="144" y="183"/>
                  </a:lnTo>
                  <a:lnTo>
                    <a:pt x="144" y="183"/>
                  </a:lnTo>
                  <a:lnTo>
                    <a:pt x="144" y="183"/>
                  </a:lnTo>
                  <a:lnTo>
                    <a:pt x="144" y="183"/>
                  </a:lnTo>
                  <a:lnTo>
                    <a:pt x="142" y="183"/>
                  </a:lnTo>
                  <a:lnTo>
                    <a:pt x="142" y="183"/>
                  </a:lnTo>
                  <a:lnTo>
                    <a:pt x="142" y="180"/>
                  </a:lnTo>
                  <a:lnTo>
                    <a:pt x="140" y="180"/>
                  </a:lnTo>
                  <a:lnTo>
                    <a:pt x="140" y="180"/>
                  </a:lnTo>
                  <a:lnTo>
                    <a:pt x="140" y="180"/>
                  </a:lnTo>
                  <a:lnTo>
                    <a:pt x="137" y="180"/>
                  </a:lnTo>
                  <a:lnTo>
                    <a:pt x="137" y="180"/>
                  </a:lnTo>
                  <a:lnTo>
                    <a:pt x="137" y="183"/>
                  </a:lnTo>
                  <a:lnTo>
                    <a:pt x="135" y="183"/>
                  </a:lnTo>
                  <a:lnTo>
                    <a:pt x="135" y="183"/>
                  </a:lnTo>
                  <a:lnTo>
                    <a:pt x="135" y="183"/>
                  </a:lnTo>
                  <a:lnTo>
                    <a:pt x="135" y="183"/>
                  </a:lnTo>
                  <a:lnTo>
                    <a:pt x="135" y="185"/>
                  </a:lnTo>
                  <a:lnTo>
                    <a:pt x="135" y="185"/>
                  </a:lnTo>
                  <a:lnTo>
                    <a:pt x="133" y="185"/>
                  </a:lnTo>
                  <a:lnTo>
                    <a:pt x="133" y="187"/>
                  </a:lnTo>
                  <a:lnTo>
                    <a:pt x="133" y="187"/>
                  </a:lnTo>
                  <a:lnTo>
                    <a:pt x="133" y="187"/>
                  </a:lnTo>
                  <a:lnTo>
                    <a:pt x="133" y="190"/>
                  </a:lnTo>
                  <a:lnTo>
                    <a:pt x="133" y="190"/>
                  </a:lnTo>
                  <a:lnTo>
                    <a:pt x="130" y="190"/>
                  </a:lnTo>
                  <a:lnTo>
                    <a:pt x="130" y="190"/>
                  </a:lnTo>
                  <a:lnTo>
                    <a:pt x="130" y="190"/>
                  </a:lnTo>
                  <a:lnTo>
                    <a:pt x="128" y="190"/>
                  </a:lnTo>
                  <a:lnTo>
                    <a:pt x="128" y="190"/>
                  </a:lnTo>
                  <a:lnTo>
                    <a:pt x="128" y="190"/>
                  </a:lnTo>
                  <a:lnTo>
                    <a:pt x="128" y="190"/>
                  </a:lnTo>
                  <a:lnTo>
                    <a:pt x="128" y="192"/>
                  </a:lnTo>
                  <a:lnTo>
                    <a:pt x="128" y="192"/>
                  </a:lnTo>
                  <a:lnTo>
                    <a:pt x="125" y="192"/>
                  </a:lnTo>
                  <a:lnTo>
                    <a:pt x="125" y="194"/>
                  </a:lnTo>
                  <a:lnTo>
                    <a:pt x="125" y="194"/>
                  </a:lnTo>
                  <a:lnTo>
                    <a:pt x="125" y="197"/>
                  </a:lnTo>
                  <a:lnTo>
                    <a:pt x="125" y="197"/>
                  </a:lnTo>
                  <a:lnTo>
                    <a:pt x="125" y="197"/>
                  </a:lnTo>
                  <a:lnTo>
                    <a:pt x="125" y="199"/>
                  </a:lnTo>
                  <a:lnTo>
                    <a:pt x="125" y="199"/>
                  </a:lnTo>
                  <a:lnTo>
                    <a:pt x="125" y="199"/>
                  </a:lnTo>
                  <a:lnTo>
                    <a:pt x="125" y="202"/>
                  </a:lnTo>
                  <a:lnTo>
                    <a:pt x="125" y="202"/>
                  </a:lnTo>
                  <a:lnTo>
                    <a:pt x="125" y="202"/>
                  </a:lnTo>
                  <a:lnTo>
                    <a:pt x="125" y="204"/>
                  </a:lnTo>
                  <a:lnTo>
                    <a:pt x="125" y="204"/>
                  </a:lnTo>
                  <a:lnTo>
                    <a:pt x="125" y="206"/>
                  </a:lnTo>
                  <a:lnTo>
                    <a:pt x="125" y="206"/>
                  </a:lnTo>
                  <a:lnTo>
                    <a:pt x="125" y="209"/>
                  </a:lnTo>
                  <a:lnTo>
                    <a:pt x="125" y="209"/>
                  </a:lnTo>
                  <a:lnTo>
                    <a:pt x="125" y="209"/>
                  </a:lnTo>
                  <a:lnTo>
                    <a:pt x="125" y="209"/>
                  </a:lnTo>
                  <a:lnTo>
                    <a:pt x="125" y="211"/>
                  </a:lnTo>
                  <a:lnTo>
                    <a:pt x="125" y="211"/>
                  </a:lnTo>
                  <a:lnTo>
                    <a:pt x="125" y="211"/>
                  </a:lnTo>
                  <a:lnTo>
                    <a:pt x="125" y="213"/>
                  </a:lnTo>
                  <a:lnTo>
                    <a:pt x="125" y="213"/>
                  </a:lnTo>
                  <a:lnTo>
                    <a:pt x="125" y="213"/>
                  </a:lnTo>
                  <a:lnTo>
                    <a:pt x="125" y="213"/>
                  </a:lnTo>
                  <a:lnTo>
                    <a:pt x="125" y="216"/>
                  </a:lnTo>
                  <a:lnTo>
                    <a:pt x="125" y="216"/>
                  </a:lnTo>
                  <a:lnTo>
                    <a:pt x="125" y="216"/>
                  </a:lnTo>
                  <a:lnTo>
                    <a:pt x="125" y="218"/>
                  </a:lnTo>
                  <a:lnTo>
                    <a:pt x="125" y="218"/>
                  </a:lnTo>
                  <a:lnTo>
                    <a:pt x="125" y="218"/>
                  </a:lnTo>
                  <a:lnTo>
                    <a:pt x="123" y="218"/>
                  </a:lnTo>
                  <a:lnTo>
                    <a:pt x="123" y="218"/>
                  </a:lnTo>
                  <a:lnTo>
                    <a:pt x="121" y="218"/>
                  </a:lnTo>
                  <a:lnTo>
                    <a:pt x="121" y="218"/>
                  </a:lnTo>
                  <a:lnTo>
                    <a:pt x="121" y="218"/>
                  </a:lnTo>
                  <a:lnTo>
                    <a:pt x="121" y="218"/>
                  </a:lnTo>
                  <a:lnTo>
                    <a:pt x="118" y="218"/>
                  </a:lnTo>
                  <a:lnTo>
                    <a:pt x="118" y="218"/>
                  </a:lnTo>
                  <a:lnTo>
                    <a:pt x="118" y="221"/>
                  </a:lnTo>
                  <a:lnTo>
                    <a:pt x="118" y="221"/>
                  </a:lnTo>
                  <a:lnTo>
                    <a:pt x="116" y="221"/>
                  </a:lnTo>
                  <a:lnTo>
                    <a:pt x="116" y="221"/>
                  </a:lnTo>
                  <a:lnTo>
                    <a:pt x="114" y="221"/>
                  </a:lnTo>
                  <a:lnTo>
                    <a:pt x="114" y="221"/>
                  </a:lnTo>
                  <a:lnTo>
                    <a:pt x="114" y="221"/>
                  </a:lnTo>
                  <a:lnTo>
                    <a:pt x="114" y="221"/>
                  </a:lnTo>
                  <a:lnTo>
                    <a:pt x="111" y="221"/>
                  </a:lnTo>
                  <a:lnTo>
                    <a:pt x="111" y="221"/>
                  </a:lnTo>
                  <a:lnTo>
                    <a:pt x="111" y="223"/>
                  </a:lnTo>
                  <a:lnTo>
                    <a:pt x="111" y="223"/>
                  </a:lnTo>
                  <a:lnTo>
                    <a:pt x="109" y="223"/>
                  </a:lnTo>
                  <a:lnTo>
                    <a:pt x="109" y="223"/>
                  </a:lnTo>
                  <a:lnTo>
                    <a:pt x="109" y="223"/>
                  </a:lnTo>
                  <a:lnTo>
                    <a:pt x="107" y="223"/>
                  </a:lnTo>
                  <a:lnTo>
                    <a:pt x="107" y="223"/>
                  </a:lnTo>
                  <a:lnTo>
                    <a:pt x="107" y="223"/>
                  </a:lnTo>
                  <a:lnTo>
                    <a:pt x="104" y="223"/>
                  </a:lnTo>
                  <a:lnTo>
                    <a:pt x="104" y="225"/>
                  </a:lnTo>
                  <a:lnTo>
                    <a:pt x="104" y="225"/>
                  </a:lnTo>
                  <a:lnTo>
                    <a:pt x="102" y="225"/>
                  </a:lnTo>
                  <a:lnTo>
                    <a:pt x="102" y="225"/>
                  </a:lnTo>
                  <a:lnTo>
                    <a:pt x="102" y="225"/>
                  </a:lnTo>
                  <a:lnTo>
                    <a:pt x="102" y="225"/>
                  </a:lnTo>
                  <a:lnTo>
                    <a:pt x="99" y="225"/>
                  </a:lnTo>
                  <a:lnTo>
                    <a:pt x="99" y="225"/>
                  </a:lnTo>
                  <a:lnTo>
                    <a:pt x="99" y="225"/>
                  </a:lnTo>
                  <a:lnTo>
                    <a:pt x="97" y="225"/>
                  </a:lnTo>
                  <a:lnTo>
                    <a:pt x="97" y="225"/>
                  </a:lnTo>
                  <a:lnTo>
                    <a:pt x="95" y="225"/>
                  </a:lnTo>
                  <a:lnTo>
                    <a:pt x="95" y="225"/>
                  </a:lnTo>
                  <a:lnTo>
                    <a:pt x="95" y="225"/>
                  </a:lnTo>
                  <a:lnTo>
                    <a:pt x="95" y="225"/>
                  </a:lnTo>
                  <a:lnTo>
                    <a:pt x="92" y="225"/>
                  </a:lnTo>
                  <a:lnTo>
                    <a:pt x="92" y="225"/>
                  </a:lnTo>
                  <a:lnTo>
                    <a:pt x="92" y="225"/>
                  </a:lnTo>
                  <a:lnTo>
                    <a:pt x="90" y="225"/>
                  </a:lnTo>
                  <a:lnTo>
                    <a:pt x="90" y="225"/>
                  </a:lnTo>
                  <a:lnTo>
                    <a:pt x="88" y="225"/>
                  </a:lnTo>
                  <a:lnTo>
                    <a:pt x="88" y="225"/>
                  </a:lnTo>
                  <a:lnTo>
                    <a:pt x="88" y="225"/>
                  </a:lnTo>
                  <a:lnTo>
                    <a:pt x="85" y="225"/>
                  </a:lnTo>
                  <a:lnTo>
                    <a:pt x="85" y="225"/>
                  </a:lnTo>
                  <a:lnTo>
                    <a:pt x="85" y="225"/>
                  </a:lnTo>
                  <a:lnTo>
                    <a:pt x="85" y="225"/>
                  </a:lnTo>
                  <a:lnTo>
                    <a:pt x="83" y="225"/>
                  </a:lnTo>
                  <a:lnTo>
                    <a:pt x="83" y="225"/>
                  </a:lnTo>
                  <a:lnTo>
                    <a:pt x="81" y="225"/>
                  </a:lnTo>
                  <a:lnTo>
                    <a:pt x="81" y="228"/>
                  </a:lnTo>
                  <a:lnTo>
                    <a:pt x="81" y="228"/>
                  </a:lnTo>
                  <a:lnTo>
                    <a:pt x="81" y="228"/>
                  </a:lnTo>
                  <a:lnTo>
                    <a:pt x="81" y="228"/>
                  </a:lnTo>
                  <a:lnTo>
                    <a:pt x="81" y="228"/>
                  </a:lnTo>
                  <a:lnTo>
                    <a:pt x="78" y="228"/>
                  </a:lnTo>
                  <a:lnTo>
                    <a:pt x="78" y="230"/>
                  </a:lnTo>
                  <a:lnTo>
                    <a:pt x="78" y="230"/>
                  </a:lnTo>
                  <a:lnTo>
                    <a:pt x="78" y="228"/>
                  </a:lnTo>
                  <a:lnTo>
                    <a:pt x="78" y="228"/>
                  </a:lnTo>
                  <a:lnTo>
                    <a:pt x="76" y="228"/>
                  </a:lnTo>
                  <a:lnTo>
                    <a:pt x="76" y="228"/>
                  </a:lnTo>
                  <a:lnTo>
                    <a:pt x="73" y="228"/>
                  </a:lnTo>
                  <a:lnTo>
                    <a:pt x="73" y="228"/>
                  </a:lnTo>
                  <a:lnTo>
                    <a:pt x="73" y="228"/>
                  </a:lnTo>
                  <a:lnTo>
                    <a:pt x="73" y="228"/>
                  </a:lnTo>
                  <a:lnTo>
                    <a:pt x="71" y="228"/>
                  </a:lnTo>
                  <a:lnTo>
                    <a:pt x="71" y="228"/>
                  </a:lnTo>
                  <a:lnTo>
                    <a:pt x="71" y="228"/>
                  </a:lnTo>
                  <a:lnTo>
                    <a:pt x="69" y="228"/>
                  </a:lnTo>
                  <a:lnTo>
                    <a:pt x="69" y="228"/>
                  </a:lnTo>
                  <a:lnTo>
                    <a:pt x="69" y="228"/>
                  </a:lnTo>
                  <a:lnTo>
                    <a:pt x="66" y="228"/>
                  </a:lnTo>
                  <a:lnTo>
                    <a:pt x="66" y="228"/>
                  </a:lnTo>
                  <a:lnTo>
                    <a:pt x="66" y="228"/>
                  </a:lnTo>
                  <a:lnTo>
                    <a:pt x="64" y="228"/>
                  </a:lnTo>
                  <a:lnTo>
                    <a:pt x="64" y="228"/>
                  </a:lnTo>
                  <a:lnTo>
                    <a:pt x="64" y="228"/>
                  </a:lnTo>
                  <a:lnTo>
                    <a:pt x="62" y="228"/>
                  </a:lnTo>
                  <a:lnTo>
                    <a:pt x="62" y="228"/>
                  </a:lnTo>
                  <a:lnTo>
                    <a:pt x="62" y="228"/>
                  </a:lnTo>
                  <a:lnTo>
                    <a:pt x="59" y="228"/>
                  </a:lnTo>
                  <a:lnTo>
                    <a:pt x="59" y="228"/>
                  </a:lnTo>
                  <a:lnTo>
                    <a:pt x="59" y="228"/>
                  </a:lnTo>
                  <a:lnTo>
                    <a:pt x="57" y="228"/>
                  </a:lnTo>
                  <a:lnTo>
                    <a:pt x="57" y="228"/>
                  </a:lnTo>
                  <a:lnTo>
                    <a:pt x="54" y="228"/>
                  </a:lnTo>
                  <a:lnTo>
                    <a:pt x="54" y="228"/>
                  </a:lnTo>
                  <a:lnTo>
                    <a:pt x="54" y="228"/>
                  </a:lnTo>
                  <a:lnTo>
                    <a:pt x="54" y="228"/>
                  </a:lnTo>
                  <a:lnTo>
                    <a:pt x="52" y="228"/>
                  </a:lnTo>
                  <a:lnTo>
                    <a:pt x="52" y="228"/>
                  </a:lnTo>
                  <a:lnTo>
                    <a:pt x="52" y="228"/>
                  </a:lnTo>
                  <a:lnTo>
                    <a:pt x="50" y="228"/>
                  </a:lnTo>
                  <a:lnTo>
                    <a:pt x="50" y="228"/>
                  </a:lnTo>
                  <a:lnTo>
                    <a:pt x="47" y="228"/>
                  </a:lnTo>
                  <a:lnTo>
                    <a:pt x="47" y="228"/>
                  </a:lnTo>
                  <a:lnTo>
                    <a:pt x="47" y="228"/>
                  </a:lnTo>
                  <a:lnTo>
                    <a:pt x="45" y="228"/>
                  </a:lnTo>
                  <a:lnTo>
                    <a:pt x="45" y="228"/>
                  </a:lnTo>
                  <a:lnTo>
                    <a:pt x="45" y="230"/>
                  </a:lnTo>
                  <a:lnTo>
                    <a:pt x="45" y="230"/>
                  </a:lnTo>
                  <a:lnTo>
                    <a:pt x="43" y="230"/>
                  </a:lnTo>
                  <a:lnTo>
                    <a:pt x="43" y="230"/>
                  </a:lnTo>
                  <a:lnTo>
                    <a:pt x="43" y="228"/>
                  </a:lnTo>
                  <a:lnTo>
                    <a:pt x="40" y="228"/>
                  </a:lnTo>
                  <a:lnTo>
                    <a:pt x="40" y="228"/>
                  </a:lnTo>
                  <a:lnTo>
                    <a:pt x="40" y="228"/>
                  </a:lnTo>
                  <a:lnTo>
                    <a:pt x="40" y="228"/>
                  </a:lnTo>
                  <a:lnTo>
                    <a:pt x="38" y="228"/>
                  </a:lnTo>
                  <a:lnTo>
                    <a:pt x="38" y="228"/>
                  </a:lnTo>
                  <a:lnTo>
                    <a:pt x="38" y="228"/>
                  </a:lnTo>
                  <a:lnTo>
                    <a:pt x="38" y="228"/>
                  </a:lnTo>
                  <a:lnTo>
                    <a:pt x="36" y="228"/>
                  </a:lnTo>
                  <a:lnTo>
                    <a:pt x="36" y="228"/>
                  </a:lnTo>
                  <a:lnTo>
                    <a:pt x="33" y="228"/>
                  </a:lnTo>
                  <a:lnTo>
                    <a:pt x="33" y="228"/>
                  </a:lnTo>
                  <a:lnTo>
                    <a:pt x="33" y="225"/>
                  </a:lnTo>
                  <a:lnTo>
                    <a:pt x="33" y="225"/>
                  </a:lnTo>
                  <a:lnTo>
                    <a:pt x="31" y="225"/>
                  </a:lnTo>
                  <a:lnTo>
                    <a:pt x="31" y="225"/>
                  </a:lnTo>
                  <a:lnTo>
                    <a:pt x="31" y="225"/>
                  </a:lnTo>
                  <a:lnTo>
                    <a:pt x="28" y="225"/>
                  </a:lnTo>
                  <a:lnTo>
                    <a:pt x="28" y="225"/>
                  </a:lnTo>
                  <a:lnTo>
                    <a:pt x="28" y="225"/>
                  </a:lnTo>
                  <a:lnTo>
                    <a:pt x="26" y="225"/>
                  </a:lnTo>
                  <a:lnTo>
                    <a:pt x="26" y="223"/>
                  </a:lnTo>
                  <a:lnTo>
                    <a:pt x="26" y="223"/>
                  </a:lnTo>
                  <a:lnTo>
                    <a:pt x="26" y="223"/>
                  </a:lnTo>
                  <a:lnTo>
                    <a:pt x="24" y="223"/>
                  </a:lnTo>
                  <a:lnTo>
                    <a:pt x="24" y="223"/>
                  </a:lnTo>
                  <a:lnTo>
                    <a:pt x="24" y="223"/>
                  </a:lnTo>
                  <a:lnTo>
                    <a:pt x="21" y="223"/>
                  </a:lnTo>
                  <a:lnTo>
                    <a:pt x="21" y="223"/>
                  </a:lnTo>
                  <a:lnTo>
                    <a:pt x="21" y="221"/>
                  </a:lnTo>
                  <a:lnTo>
                    <a:pt x="21" y="221"/>
                  </a:lnTo>
                  <a:lnTo>
                    <a:pt x="19" y="221"/>
                  </a:lnTo>
                  <a:lnTo>
                    <a:pt x="19" y="221"/>
                  </a:lnTo>
                  <a:lnTo>
                    <a:pt x="19" y="221"/>
                  </a:lnTo>
                  <a:lnTo>
                    <a:pt x="19" y="221"/>
                  </a:lnTo>
                  <a:lnTo>
                    <a:pt x="17" y="221"/>
                  </a:lnTo>
                  <a:lnTo>
                    <a:pt x="17" y="221"/>
                  </a:lnTo>
                  <a:lnTo>
                    <a:pt x="14" y="221"/>
                  </a:lnTo>
                  <a:lnTo>
                    <a:pt x="14" y="218"/>
                  </a:lnTo>
                  <a:lnTo>
                    <a:pt x="14" y="218"/>
                  </a:lnTo>
                  <a:lnTo>
                    <a:pt x="14" y="218"/>
                  </a:lnTo>
                  <a:lnTo>
                    <a:pt x="12" y="218"/>
                  </a:lnTo>
                  <a:lnTo>
                    <a:pt x="12" y="218"/>
                  </a:lnTo>
                  <a:lnTo>
                    <a:pt x="12" y="218"/>
                  </a:lnTo>
                  <a:lnTo>
                    <a:pt x="12" y="218"/>
                  </a:lnTo>
                  <a:lnTo>
                    <a:pt x="9" y="218"/>
                  </a:lnTo>
                  <a:lnTo>
                    <a:pt x="9" y="218"/>
                  </a:lnTo>
                  <a:lnTo>
                    <a:pt x="9" y="218"/>
                  </a:lnTo>
                  <a:lnTo>
                    <a:pt x="9" y="218"/>
                  </a:lnTo>
                  <a:lnTo>
                    <a:pt x="9" y="216"/>
                  </a:lnTo>
                  <a:lnTo>
                    <a:pt x="12" y="216"/>
                  </a:lnTo>
                  <a:lnTo>
                    <a:pt x="12" y="216"/>
                  </a:lnTo>
                  <a:lnTo>
                    <a:pt x="12" y="216"/>
                  </a:lnTo>
                  <a:lnTo>
                    <a:pt x="12" y="213"/>
                  </a:lnTo>
                  <a:lnTo>
                    <a:pt x="12" y="213"/>
                  </a:lnTo>
                  <a:lnTo>
                    <a:pt x="12" y="213"/>
                  </a:lnTo>
                  <a:lnTo>
                    <a:pt x="14" y="213"/>
                  </a:lnTo>
                  <a:lnTo>
                    <a:pt x="14" y="211"/>
                  </a:lnTo>
                  <a:lnTo>
                    <a:pt x="14" y="211"/>
                  </a:lnTo>
                  <a:lnTo>
                    <a:pt x="14" y="211"/>
                  </a:lnTo>
                  <a:lnTo>
                    <a:pt x="14" y="209"/>
                  </a:lnTo>
                  <a:lnTo>
                    <a:pt x="14" y="209"/>
                  </a:lnTo>
                  <a:lnTo>
                    <a:pt x="14" y="209"/>
                  </a:lnTo>
                  <a:lnTo>
                    <a:pt x="17" y="209"/>
                  </a:lnTo>
                  <a:lnTo>
                    <a:pt x="17" y="209"/>
                  </a:lnTo>
                  <a:lnTo>
                    <a:pt x="17" y="209"/>
                  </a:lnTo>
                  <a:lnTo>
                    <a:pt x="17" y="206"/>
                  </a:lnTo>
                  <a:lnTo>
                    <a:pt x="19" y="206"/>
                  </a:lnTo>
                  <a:lnTo>
                    <a:pt x="19" y="206"/>
                  </a:lnTo>
                  <a:lnTo>
                    <a:pt x="19" y="206"/>
                  </a:lnTo>
                  <a:lnTo>
                    <a:pt x="19" y="204"/>
                  </a:lnTo>
                  <a:lnTo>
                    <a:pt x="19" y="204"/>
                  </a:lnTo>
                  <a:lnTo>
                    <a:pt x="19" y="204"/>
                  </a:lnTo>
                  <a:lnTo>
                    <a:pt x="21" y="204"/>
                  </a:lnTo>
                  <a:lnTo>
                    <a:pt x="21" y="202"/>
                  </a:lnTo>
                  <a:lnTo>
                    <a:pt x="21" y="202"/>
                  </a:lnTo>
                  <a:lnTo>
                    <a:pt x="21" y="202"/>
                  </a:lnTo>
                  <a:lnTo>
                    <a:pt x="21" y="202"/>
                  </a:lnTo>
                  <a:lnTo>
                    <a:pt x="21" y="199"/>
                  </a:lnTo>
                  <a:lnTo>
                    <a:pt x="24" y="199"/>
                  </a:lnTo>
                  <a:lnTo>
                    <a:pt x="24" y="199"/>
                  </a:lnTo>
                  <a:lnTo>
                    <a:pt x="24" y="199"/>
                  </a:lnTo>
                  <a:lnTo>
                    <a:pt x="24" y="199"/>
                  </a:lnTo>
                  <a:lnTo>
                    <a:pt x="26" y="199"/>
                  </a:lnTo>
                  <a:lnTo>
                    <a:pt x="26" y="197"/>
                  </a:lnTo>
                  <a:lnTo>
                    <a:pt x="26" y="197"/>
                  </a:lnTo>
                  <a:lnTo>
                    <a:pt x="26" y="197"/>
                  </a:lnTo>
                  <a:lnTo>
                    <a:pt x="26" y="197"/>
                  </a:lnTo>
                  <a:lnTo>
                    <a:pt x="26" y="194"/>
                  </a:lnTo>
                  <a:lnTo>
                    <a:pt x="28" y="194"/>
                  </a:lnTo>
                  <a:lnTo>
                    <a:pt x="28" y="194"/>
                  </a:lnTo>
                  <a:lnTo>
                    <a:pt x="28" y="194"/>
                  </a:lnTo>
                  <a:lnTo>
                    <a:pt x="28" y="192"/>
                  </a:lnTo>
                  <a:lnTo>
                    <a:pt x="28" y="192"/>
                  </a:lnTo>
                  <a:lnTo>
                    <a:pt x="28" y="190"/>
                  </a:lnTo>
                  <a:lnTo>
                    <a:pt x="28" y="190"/>
                  </a:lnTo>
                  <a:lnTo>
                    <a:pt x="28" y="190"/>
                  </a:lnTo>
                  <a:lnTo>
                    <a:pt x="28" y="190"/>
                  </a:lnTo>
                  <a:lnTo>
                    <a:pt x="28" y="187"/>
                  </a:lnTo>
                  <a:lnTo>
                    <a:pt x="28" y="187"/>
                  </a:lnTo>
                  <a:lnTo>
                    <a:pt x="28" y="185"/>
                  </a:lnTo>
                  <a:lnTo>
                    <a:pt x="28" y="185"/>
                  </a:lnTo>
                  <a:lnTo>
                    <a:pt x="28" y="185"/>
                  </a:lnTo>
                  <a:lnTo>
                    <a:pt x="28" y="183"/>
                  </a:lnTo>
                  <a:lnTo>
                    <a:pt x="28" y="183"/>
                  </a:lnTo>
                  <a:lnTo>
                    <a:pt x="28" y="180"/>
                  </a:lnTo>
                  <a:lnTo>
                    <a:pt x="28" y="180"/>
                  </a:lnTo>
                  <a:lnTo>
                    <a:pt x="28" y="180"/>
                  </a:lnTo>
                  <a:lnTo>
                    <a:pt x="28" y="178"/>
                  </a:lnTo>
                  <a:lnTo>
                    <a:pt x="26" y="178"/>
                  </a:lnTo>
                  <a:lnTo>
                    <a:pt x="26" y="178"/>
                  </a:lnTo>
                  <a:lnTo>
                    <a:pt x="26" y="178"/>
                  </a:lnTo>
                  <a:lnTo>
                    <a:pt x="26" y="178"/>
                  </a:lnTo>
                  <a:lnTo>
                    <a:pt x="26" y="178"/>
                  </a:lnTo>
                  <a:lnTo>
                    <a:pt x="24" y="178"/>
                  </a:lnTo>
                  <a:lnTo>
                    <a:pt x="24" y="178"/>
                  </a:lnTo>
                  <a:lnTo>
                    <a:pt x="24" y="178"/>
                  </a:lnTo>
                  <a:lnTo>
                    <a:pt x="21" y="178"/>
                  </a:lnTo>
                  <a:lnTo>
                    <a:pt x="21" y="178"/>
                  </a:lnTo>
                  <a:lnTo>
                    <a:pt x="21" y="178"/>
                  </a:lnTo>
                  <a:lnTo>
                    <a:pt x="19" y="178"/>
                  </a:lnTo>
                  <a:lnTo>
                    <a:pt x="19" y="178"/>
                  </a:lnTo>
                  <a:lnTo>
                    <a:pt x="19" y="178"/>
                  </a:lnTo>
                  <a:lnTo>
                    <a:pt x="19" y="178"/>
                  </a:lnTo>
                  <a:lnTo>
                    <a:pt x="17" y="178"/>
                  </a:lnTo>
                  <a:lnTo>
                    <a:pt x="17" y="178"/>
                  </a:lnTo>
                  <a:lnTo>
                    <a:pt x="14" y="178"/>
                  </a:lnTo>
                  <a:lnTo>
                    <a:pt x="14" y="178"/>
                  </a:lnTo>
                  <a:lnTo>
                    <a:pt x="14" y="178"/>
                  </a:lnTo>
                  <a:lnTo>
                    <a:pt x="12" y="178"/>
                  </a:lnTo>
                  <a:lnTo>
                    <a:pt x="12" y="178"/>
                  </a:lnTo>
                  <a:lnTo>
                    <a:pt x="12" y="178"/>
                  </a:lnTo>
                  <a:lnTo>
                    <a:pt x="12" y="176"/>
                  </a:lnTo>
                  <a:lnTo>
                    <a:pt x="9" y="176"/>
                  </a:lnTo>
                  <a:lnTo>
                    <a:pt x="9" y="176"/>
                  </a:lnTo>
                  <a:lnTo>
                    <a:pt x="7" y="176"/>
                  </a:lnTo>
                  <a:lnTo>
                    <a:pt x="7" y="176"/>
                  </a:lnTo>
                  <a:lnTo>
                    <a:pt x="7" y="173"/>
                  </a:lnTo>
                  <a:lnTo>
                    <a:pt x="7" y="173"/>
                  </a:lnTo>
                  <a:lnTo>
                    <a:pt x="7" y="171"/>
                  </a:lnTo>
                  <a:lnTo>
                    <a:pt x="7" y="171"/>
                  </a:lnTo>
                  <a:lnTo>
                    <a:pt x="7" y="168"/>
                  </a:lnTo>
                  <a:lnTo>
                    <a:pt x="7" y="168"/>
                  </a:lnTo>
                  <a:lnTo>
                    <a:pt x="7" y="168"/>
                  </a:lnTo>
                  <a:lnTo>
                    <a:pt x="7" y="166"/>
                  </a:lnTo>
                  <a:lnTo>
                    <a:pt x="7" y="166"/>
                  </a:lnTo>
                  <a:lnTo>
                    <a:pt x="7" y="164"/>
                  </a:lnTo>
                  <a:lnTo>
                    <a:pt x="7" y="164"/>
                  </a:lnTo>
                  <a:lnTo>
                    <a:pt x="7" y="161"/>
                  </a:lnTo>
                  <a:lnTo>
                    <a:pt x="7" y="161"/>
                  </a:lnTo>
                  <a:lnTo>
                    <a:pt x="7" y="159"/>
                  </a:lnTo>
                  <a:lnTo>
                    <a:pt x="9" y="159"/>
                  </a:lnTo>
                  <a:lnTo>
                    <a:pt x="9" y="159"/>
                  </a:lnTo>
                  <a:lnTo>
                    <a:pt x="9" y="159"/>
                  </a:lnTo>
                  <a:lnTo>
                    <a:pt x="9" y="157"/>
                  </a:lnTo>
                  <a:lnTo>
                    <a:pt x="9" y="157"/>
                  </a:lnTo>
                  <a:lnTo>
                    <a:pt x="7" y="157"/>
                  </a:lnTo>
                  <a:lnTo>
                    <a:pt x="7" y="154"/>
                  </a:lnTo>
                  <a:lnTo>
                    <a:pt x="7" y="154"/>
                  </a:lnTo>
                  <a:lnTo>
                    <a:pt x="7" y="152"/>
                  </a:lnTo>
                  <a:lnTo>
                    <a:pt x="7" y="152"/>
                  </a:lnTo>
                  <a:lnTo>
                    <a:pt x="7" y="149"/>
                  </a:lnTo>
                  <a:lnTo>
                    <a:pt x="7" y="149"/>
                  </a:lnTo>
                  <a:lnTo>
                    <a:pt x="7" y="149"/>
                  </a:lnTo>
                  <a:lnTo>
                    <a:pt x="7" y="149"/>
                  </a:lnTo>
                  <a:lnTo>
                    <a:pt x="7" y="149"/>
                  </a:lnTo>
                  <a:lnTo>
                    <a:pt x="7" y="147"/>
                  </a:lnTo>
                  <a:lnTo>
                    <a:pt x="7" y="147"/>
                  </a:lnTo>
                  <a:lnTo>
                    <a:pt x="5" y="147"/>
                  </a:lnTo>
                  <a:lnTo>
                    <a:pt x="5" y="145"/>
                  </a:lnTo>
                  <a:lnTo>
                    <a:pt x="5" y="145"/>
                  </a:lnTo>
                  <a:lnTo>
                    <a:pt x="5" y="142"/>
                  </a:lnTo>
                  <a:lnTo>
                    <a:pt x="5" y="142"/>
                  </a:lnTo>
                  <a:lnTo>
                    <a:pt x="5" y="142"/>
                  </a:lnTo>
                  <a:lnTo>
                    <a:pt x="5" y="140"/>
                  </a:lnTo>
                  <a:lnTo>
                    <a:pt x="5" y="140"/>
                  </a:lnTo>
                  <a:lnTo>
                    <a:pt x="5" y="140"/>
                  </a:lnTo>
                  <a:lnTo>
                    <a:pt x="5" y="140"/>
                  </a:lnTo>
                  <a:lnTo>
                    <a:pt x="5" y="138"/>
                  </a:lnTo>
                  <a:lnTo>
                    <a:pt x="5" y="138"/>
                  </a:lnTo>
                  <a:lnTo>
                    <a:pt x="5" y="135"/>
                  </a:lnTo>
                  <a:lnTo>
                    <a:pt x="2" y="135"/>
                  </a:lnTo>
                  <a:lnTo>
                    <a:pt x="2" y="135"/>
                  </a:lnTo>
                  <a:lnTo>
                    <a:pt x="2" y="133"/>
                  </a:lnTo>
                  <a:lnTo>
                    <a:pt x="5" y="133"/>
                  </a:lnTo>
                  <a:lnTo>
                    <a:pt x="5" y="133"/>
                  </a:lnTo>
                  <a:lnTo>
                    <a:pt x="5" y="130"/>
                  </a:lnTo>
                  <a:lnTo>
                    <a:pt x="5" y="130"/>
                  </a:lnTo>
                  <a:lnTo>
                    <a:pt x="5" y="130"/>
                  </a:lnTo>
                  <a:lnTo>
                    <a:pt x="5" y="130"/>
                  </a:lnTo>
                  <a:lnTo>
                    <a:pt x="7" y="130"/>
                  </a:lnTo>
                  <a:lnTo>
                    <a:pt x="7" y="130"/>
                  </a:lnTo>
                  <a:lnTo>
                    <a:pt x="7" y="130"/>
                  </a:lnTo>
                  <a:lnTo>
                    <a:pt x="7" y="128"/>
                  </a:lnTo>
                  <a:lnTo>
                    <a:pt x="7" y="128"/>
                  </a:lnTo>
                  <a:lnTo>
                    <a:pt x="7" y="128"/>
                  </a:lnTo>
                  <a:lnTo>
                    <a:pt x="9" y="128"/>
                  </a:lnTo>
                  <a:lnTo>
                    <a:pt x="9" y="126"/>
                  </a:lnTo>
                  <a:lnTo>
                    <a:pt x="9" y="126"/>
                  </a:lnTo>
                  <a:lnTo>
                    <a:pt x="9" y="126"/>
                  </a:lnTo>
                  <a:lnTo>
                    <a:pt x="9" y="123"/>
                  </a:lnTo>
                  <a:lnTo>
                    <a:pt x="9" y="123"/>
                  </a:lnTo>
                  <a:lnTo>
                    <a:pt x="7" y="123"/>
                  </a:lnTo>
                  <a:lnTo>
                    <a:pt x="7" y="123"/>
                  </a:lnTo>
                  <a:lnTo>
                    <a:pt x="7" y="123"/>
                  </a:lnTo>
                  <a:lnTo>
                    <a:pt x="5" y="123"/>
                  </a:lnTo>
                  <a:lnTo>
                    <a:pt x="5" y="123"/>
                  </a:lnTo>
                  <a:lnTo>
                    <a:pt x="5" y="123"/>
                  </a:lnTo>
                  <a:lnTo>
                    <a:pt x="5" y="123"/>
                  </a:lnTo>
                  <a:lnTo>
                    <a:pt x="5" y="121"/>
                  </a:lnTo>
                  <a:lnTo>
                    <a:pt x="2" y="121"/>
                  </a:lnTo>
                  <a:lnTo>
                    <a:pt x="2" y="121"/>
                  </a:lnTo>
                  <a:lnTo>
                    <a:pt x="2" y="119"/>
                  </a:lnTo>
                  <a:lnTo>
                    <a:pt x="2" y="119"/>
                  </a:lnTo>
                  <a:lnTo>
                    <a:pt x="2" y="119"/>
                  </a:lnTo>
                  <a:lnTo>
                    <a:pt x="2" y="119"/>
                  </a:lnTo>
                  <a:lnTo>
                    <a:pt x="2" y="119"/>
                  </a:lnTo>
                  <a:lnTo>
                    <a:pt x="2" y="116"/>
                  </a:lnTo>
                  <a:lnTo>
                    <a:pt x="2" y="116"/>
                  </a:lnTo>
                  <a:lnTo>
                    <a:pt x="2" y="114"/>
                  </a:lnTo>
                  <a:lnTo>
                    <a:pt x="2" y="114"/>
                  </a:lnTo>
                  <a:lnTo>
                    <a:pt x="2" y="114"/>
                  </a:lnTo>
                  <a:lnTo>
                    <a:pt x="0" y="114"/>
                  </a:lnTo>
                  <a:lnTo>
                    <a:pt x="0" y="112"/>
                  </a:lnTo>
                  <a:lnTo>
                    <a:pt x="0" y="112"/>
                  </a:lnTo>
                  <a:lnTo>
                    <a:pt x="0" y="109"/>
                  </a:lnTo>
                  <a:lnTo>
                    <a:pt x="0" y="109"/>
                  </a:lnTo>
                  <a:lnTo>
                    <a:pt x="2" y="109"/>
                  </a:lnTo>
                  <a:lnTo>
                    <a:pt x="2" y="109"/>
                  </a:lnTo>
                  <a:lnTo>
                    <a:pt x="2" y="109"/>
                  </a:lnTo>
                  <a:lnTo>
                    <a:pt x="2" y="107"/>
                  </a:lnTo>
                  <a:lnTo>
                    <a:pt x="5" y="107"/>
                  </a:lnTo>
                  <a:lnTo>
                    <a:pt x="5" y="107"/>
                  </a:lnTo>
                  <a:lnTo>
                    <a:pt x="5" y="107"/>
                  </a:lnTo>
                  <a:lnTo>
                    <a:pt x="5" y="104"/>
                  </a:lnTo>
                  <a:lnTo>
                    <a:pt x="5" y="104"/>
                  </a:lnTo>
                  <a:lnTo>
                    <a:pt x="7" y="104"/>
                  </a:lnTo>
                  <a:lnTo>
                    <a:pt x="7" y="104"/>
                  </a:lnTo>
                  <a:lnTo>
                    <a:pt x="7" y="104"/>
                  </a:lnTo>
                  <a:lnTo>
                    <a:pt x="9" y="104"/>
                  </a:lnTo>
                  <a:lnTo>
                    <a:pt x="9" y="104"/>
                  </a:lnTo>
                  <a:lnTo>
                    <a:pt x="9" y="104"/>
                  </a:lnTo>
                  <a:lnTo>
                    <a:pt x="9" y="104"/>
                  </a:lnTo>
                  <a:lnTo>
                    <a:pt x="9" y="102"/>
                  </a:lnTo>
                  <a:lnTo>
                    <a:pt x="7" y="102"/>
                  </a:lnTo>
                  <a:lnTo>
                    <a:pt x="7" y="102"/>
                  </a:lnTo>
                  <a:lnTo>
                    <a:pt x="7" y="100"/>
                  </a:lnTo>
                  <a:lnTo>
                    <a:pt x="7" y="100"/>
                  </a:lnTo>
                  <a:lnTo>
                    <a:pt x="7" y="100"/>
                  </a:lnTo>
                  <a:lnTo>
                    <a:pt x="7" y="100"/>
                  </a:lnTo>
                  <a:lnTo>
                    <a:pt x="7" y="100"/>
                  </a:lnTo>
                  <a:lnTo>
                    <a:pt x="7" y="100"/>
                  </a:lnTo>
                  <a:lnTo>
                    <a:pt x="7" y="100"/>
                  </a:lnTo>
                  <a:lnTo>
                    <a:pt x="9" y="100"/>
                  </a:lnTo>
                  <a:lnTo>
                    <a:pt x="9" y="97"/>
                  </a:lnTo>
                  <a:lnTo>
                    <a:pt x="9" y="97"/>
                  </a:lnTo>
                  <a:lnTo>
                    <a:pt x="9" y="97"/>
                  </a:lnTo>
                  <a:lnTo>
                    <a:pt x="12" y="97"/>
                  </a:lnTo>
                  <a:lnTo>
                    <a:pt x="12" y="97"/>
                  </a:lnTo>
                  <a:lnTo>
                    <a:pt x="12" y="95"/>
                  </a:lnTo>
                  <a:lnTo>
                    <a:pt x="12" y="95"/>
                  </a:lnTo>
                  <a:lnTo>
                    <a:pt x="12" y="93"/>
                  </a:lnTo>
                  <a:lnTo>
                    <a:pt x="12" y="93"/>
                  </a:lnTo>
                  <a:lnTo>
                    <a:pt x="12" y="93"/>
                  </a:lnTo>
                  <a:lnTo>
                    <a:pt x="14" y="93"/>
                  </a:lnTo>
                  <a:lnTo>
                    <a:pt x="14" y="90"/>
                  </a:lnTo>
                  <a:lnTo>
                    <a:pt x="14" y="90"/>
                  </a:lnTo>
                  <a:lnTo>
                    <a:pt x="14" y="90"/>
                  </a:lnTo>
                  <a:lnTo>
                    <a:pt x="14" y="88"/>
                  </a:lnTo>
                  <a:lnTo>
                    <a:pt x="14" y="88"/>
                  </a:lnTo>
                  <a:lnTo>
                    <a:pt x="14" y="88"/>
                  </a:lnTo>
                  <a:lnTo>
                    <a:pt x="14" y="85"/>
                  </a:lnTo>
                  <a:lnTo>
                    <a:pt x="14" y="85"/>
                  </a:lnTo>
                  <a:lnTo>
                    <a:pt x="14" y="83"/>
                  </a:lnTo>
                  <a:lnTo>
                    <a:pt x="14" y="83"/>
                  </a:lnTo>
                  <a:lnTo>
                    <a:pt x="14" y="83"/>
                  </a:lnTo>
                  <a:lnTo>
                    <a:pt x="14" y="81"/>
                  </a:lnTo>
                  <a:lnTo>
                    <a:pt x="14" y="81"/>
                  </a:lnTo>
                  <a:lnTo>
                    <a:pt x="14" y="81"/>
                  </a:lnTo>
                  <a:lnTo>
                    <a:pt x="14" y="81"/>
                  </a:lnTo>
                  <a:lnTo>
                    <a:pt x="14" y="81"/>
                  </a:lnTo>
                  <a:lnTo>
                    <a:pt x="14" y="78"/>
                  </a:lnTo>
                  <a:lnTo>
                    <a:pt x="14" y="78"/>
                  </a:lnTo>
                  <a:lnTo>
                    <a:pt x="17" y="78"/>
                  </a:lnTo>
                  <a:lnTo>
                    <a:pt x="17" y="76"/>
                  </a:lnTo>
                  <a:lnTo>
                    <a:pt x="17" y="76"/>
                  </a:lnTo>
                  <a:lnTo>
                    <a:pt x="17" y="76"/>
                  </a:lnTo>
                  <a:lnTo>
                    <a:pt x="17" y="74"/>
                  </a:lnTo>
                  <a:lnTo>
                    <a:pt x="17" y="74"/>
                  </a:lnTo>
                  <a:lnTo>
                    <a:pt x="19" y="74"/>
                  </a:lnTo>
                  <a:lnTo>
                    <a:pt x="19" y="71"/>
                  </a:lnTo>
                  <a:lnTo>
                    <a:pt x="19" y="71"/>
                  </a:lnTo>
                  <a:lnTo>
                    <a:pt x="19" y="71"/>
                  </a:lnTo>
                  <a:lnTo>
                    <a:pt x="19" y="71"/>
                  </a:lnTo>
                  <a:lnTo>
                    <a:pt x="19" y="71"/>
                  </a:lnTo>
                  <a:lnTo>
                    <a:pt x="21" y="71"/>
                  </a:lnTo>
                  <a:lnTo>
                    <a:pt x="21" y="74"/>
                  </a:lnTo>
                  <a:lnTo>
                    <a:pt x="21" y="74"/>
                  </a:lnTo>
                  <a:lnTo>
                    <a:pt x="21" y="74"/>
                  </a:lnTo>
                  <a:lnTo>
                    <a:pt x="21" y="74"/>
                  </a:lnTo>
                  <a:lnTo>
                    <a:pt x="24" y="74"/>
                  </a:lnTo>
                  <a:lnTo>
                    <a:pt x="24" y="76"/>
                  </a:lnTo>
                  <a:lnTo>
                    <a:pt x="24" y="76"/>
                  </a:lnTo>
                  <a:lnTo>
                    <a:pt x="24" y="76"/>
                  </a:lnTo>
                  <a:lnTo>
                    <a:pt x="26" y="76"/>
                  </a:lnTo>
                  <a:lnTo>
                    <a:pt x="26" y="76"/>
                  </a:lnTo>
                  <a:lnTo>
                    <a:pt x="26" y="76"/>
                  </a:lnTo>
                  <a:lnTo>
                    <a:pt x="28" y="76"/>
                  </a:lnTo>
                  <a:lnTo>
                    <a:pt x="28" y="76"/>
                  </a:lnTo>
                  <a:lnTo>
                    <a:pt x="28" y="76"/>
                  </a:lnTo>
                  <a:lnTo>
                    <a:pt x="31" y="76"/>
                  </a:lnTo>
                  <a:lnTo>
                    <a:pt x="31" y="76"/>
                  </a:lnTo>
                  <a:lnTo>
                    <a:pt x="31" y="76"/>
                  </a:lnTo>
                  <a:lnTo>
                    <a:pt x="33" y="76"/>
                  </a:lnTo>
                  <a:lnTo>
                    <a:pt x="33" y="76"/>
                  </a:lnTo>
                  <a:lnTo>
                    <a:pt x="33" y="76"/>
                  </a:lnTo>
                  <a:lnTo>
                    <a:pt x="33" y="76"/>
                  </a:lnTo>
                  <a:lnTo>
                    <a:pt x="36" y="76"/>
                  </a:lnTo>
                  <a:lnTo>
                    <a:pt x="36" y="78"/>
                  </a:lnTo>
                  <a:lnTo>
                    <a:pt x="36" y="78"/>
                  </a:lnTo>
                  <a:lnTo>
                    <a:pt x="36" y="78"/>
                  </a:lnTo>
                  <a:lnTo>
                    <a:pt x="38" y="78"/>
                  </a:lnTo>
                  <a:lnTo>
                    <a:pt x="38" y="78"/>
                  </a:lnTo>
                  <a:lnTo>
                    <a:pt x="38" y="78"/>
                  </a:lnTo>
                  <a:lnTo>
                    <a:pt x="38" y="81"/>
                  </a:lnTo>
                  <a:lnTo>
                    <a:pt x="40" y="81"/>
                  </a:lnTo>
                  <a:lnTo>
                    <a:pt x="40" y="81"/>
                  </a:lnTo>
                  <a:lnTo>
                    <a:pt x="40" y="81"/>
                  </a:lnTo>
                  <a:lnTo>
                    <a:pt x="40" y="83"/>
                  </a:lnTo>
                  <a:lnTo>
                    <a:pt x="40" y="83"/>
                  </a:lnTo>
                  <a:lnTo>
                    <a:pt x="40" y="83"/>
                  </a:lnTo>
                  <a:lnTo>
                    <a:pt x="40" y="81"/>
                  </a:lnTo>
                  <a:lnTo>
                    <a:pt x="43" y="81"/>
                  </a:lnTo>
                  <a:lnTo>
                    <a:pt x="43" y="81"/>
                  </a:lnTo>
                  <a:lnTo>
                    <a:pt x="43" y="81"/>
                  </a:lnTo>
                  <a:lnTo>
                    <a:pt x="43" y="81"/>
                  </a:lnTo>
                  <a:lnTo>
                    <a:pt x="45" y="81"/>
                  </a:lnTo>
                  <a:lnTo>
                    <a:pt x="45" y="81"/>
                  </a:lnTo>
                  <a:lnTo>
                    <a:pt x="45" y="81"/>
                  </a:lnTo>
                  <a:lnTo>
                    <a:pt x="45" y="81"/>
                  </a:lnTo>
                  <a:lnTo>
                    <a:pt x="47" y="81"/>
                  </a:lnTo>
                  <a:lnTo>
                    <a:pt x="47" y="81"/>
                  </a:lnTo>
                  <a:lnTo>
                    <a:pt x="47" y="81"/>
                  </a:lnTo>
                  <a:lnTo>
                    <a:pt x="50" y="81"/>
                  </a:lnTo>
                  <a:lnTo>
                    <a:pt x="50" y="81"/>
                  </a:lnTo>
                  <a:lnTo>
                    <a:pt x="50" y="81"/>
                  </a:lnTo>
                  <a:lnTo>
                    <a:pt x="52" y="81"/>
                  </a:lnTo>
                  <a:lnTo>
                    <a:pt x="52" y="78"/>
                  </a:lnTo>
                  <a:lnTo>
                    <a:pt x="52" y="78"/>
                  </a:lnTo>
                  <a:lnTo>
                    <a:pt x="52" y="78"/>
                  </a:lnTo>
                  <a:lnTo>
                    <a:pt x="52" y="78"/>
                  </a:lnTo>
                  <a:lnTo>
                    <a:pt x="54" y="78"/>
                  </a:lnTo>
                  <a:lnTo>
                    <a:pt x="54" y="76"/>
                  </a:lnTo>
                  <a:lnTo>
                    <a:pt x="54" y="76"/>
                  </a:lnTo>
                  <a:lnTo>
                    <a:pt x="54" y="76"/>
                  </a:lnTo>
                  <a:lnTo>
                    <a:pt x="57" y="76"/>
                  </a:lnTo>
                  <a:lnTo>
                    <a:pt x="57" y="76"/>
                  </a:lnTo>
                  <a:lnTo>
                    <a:pt x="57" y="76"/>
                  </a:lnTo>
                  <a:lnTo>
                    <a:pt x="57" y="74"/>
                  </a:lnTo>
                  <a:lnTo>
                    <a:pt x="57" y="74"/>
                  </a:lnTo>
                  <a:lnTo>
                    <a:pt x="57" y="71"/>
                  </a:lnTo>
                  <a:lnTo>
                    <a:pt x="57" y="71"/>
                  </a:lnTo>
                  <a:lnTo>
                    <a:pt x="57" y="71"/>
                  </a:lnTo>
                  <a:lnTo>
                    <a:pt x="57" y="71"/>
                  </a:lnTo>
                  <a:lnTo>
                    <a:pt x="57" y="71"/>
                  </a:lnTo>
                  <a:lnTo>
                    <a:pt x="59" y="71"/>
                  </a:lnTo>
                  <a:lnTo>
                    <a:pt x="59" y="71"/>
                  </a:lnTo>
                  <a:lnTo>
                    <a:pt x="59" y="71"/>
                  </a:lnTo>
                  <a:lnTo>
                    <a:pt x="59" y="69"/>
                  </a:lnTo>
                  <a:lnTo>
                    <a:pt x="59" y="69"/>
                  </a:lnTo>
                  <a:lnTo>
                    <a:pt x="59" y="69"/>
                  </a:lnTo>
                  <a:lnTo>
                    <a:pt x="59" y="69"/>
                  </a:lnTo>
                  <a:lnTo>
                    <a:pt x="59" y="67"/>
                  </a:lnTo>
                  <a:lnTo>
                    <a:pt x="57" y="67"/>
                  </a:lnTo>
                  <a:lnTo>
                    <a:pt x="57" y="67"/>
                  </a:lnTo>
                  <a:lnTo>
                    <a:pt x="57" y="64"/>
                  </a:lnTo>
                  <a:lnTo>
                    <a:pt x="59" y="64"/>
                  </a:lnTo>
                  <a:lnTo>
                    <a:pt x="59" y="64"/>
                  </a:lnTo>
                  <a:lnTo>
                    <a:pt x="59" y="64"/>
                  </a:lnTo>
                  <a:lnTo>
                    <a:pt x="62" y="64"/>
                  </a:lnTo>
                  <a:lnTo>
                    <a:pt x="62" y="64"/>
                  </a:lnTo>
                  <a:lnTo>
                    <a:pt x="62" y="64"/>
                  </a:lnTo>
                  <a:lnTo>
                    <a:pt x="64" y="64"/>
                  </a:lnTo>
                  <a:lnTo>
                    <a:pt x="64" y="64"/>
                  </a:lnTo>
                  <a:lnTo>
                    <a:pt x="64" y="64"/>
                  </a:lnTo>
                  <a:lnTo>
                    <a:pt x="66" y="64"/>
                  </a:lnTo>
                  <a:lnTo>
                    <a:pt x="66" y="64"/>
                  </a:lnTo>
                  <a:lnTo>
                    <a:pt x="66" y="62"/>
                  </a:lnTo>
                  <a:lnTo>
                    <a:pt x="66" y="62"/>
                  </a:lnTo>
                  <a:lnTo>
                    <a:pt x="69" y="62"/>
                  </a:lnTo>
                  <a:lnTo>
                    <a:pt x="69" y="62"/>
                  </a:lnTo>
                  <a:lnTo>
                    <a:pt x="71" y="62"/>
                  </a:lnTo>
                  <a:lnTo>
                    <a:pt x="71" y="62"/>
                  </a:lnTo>
                  <a:lnTo>
                    <a:pt x="71" y="62"/>
                  </a:lnTo>
                  <a:lnTo>
                    <a:pt x="71" y="62"/>
                  </a:lnTo>
                  <a:lnTo>
                    <a:pt x="73" y="62"/>
                  </a:lnTo>
                  <a:lnTo>
                    <a:pt x="73" y="59"/>
                  </a:lnTo>
                  <a:lnTo>
                    <a:pt x="73" y="59"/>
                  </a:lnTo>
                  <a:lnTo>
                    <a:pt x="73" y="59"/>
                  </a:lnTo>
                  <a:lnTo>
                    <a:pt x="76" y="59"/>
                  </a:lnTo>
                  <a:lnTo>
                    <a:pt x="76" y="59"/>
                  </a:lnTo>
                  <a:lnTo>
                    <a:pt x="78" y="59"/>
                  </a:lnTo>
                  <a:lnTo>
                    <a:pt x="78" y="62"/>
                  </a:lnTo>
                  <a:lnTo>
                    <a:pt x="78" y="62"/>
                  </a:lnTo>
                  <a:lnTo>
                    <a:pt x="78" y="59"/>
                  </a:lnTo>
                  <a:lnTo>
                    <a:pt x="78" y="59"/>
                  </a:lnTo>
                  <a:lnTo>
                    <a:pt x="78" y="59"/>
                  </a:lnTo>
                  <a:lnTo>
                    <a:pt x="78" y="59"/>
                  </a:lnTo>
                  <a:lnTo>
                    <a:pt x="81" y="59"/>
                  </a:lnTo>
                  <a:lnTo>
                    <a:pt x="81" y="57"/>
                  </a:lnTo>
                  <a:lnTo>
                    <a:pt x="81" y="57"/>
                  </a:lnTo>
                  <a:lnTo>
                    <a:pt x="81" y="57"/>
                  </a:lnTo>
                  <a:lnTo>
                    <a:pt x="83" y="57"/>
                  </a:lnTo>
                  <a:lnTo>
                    <a:pt x="83" y="57"/>
                  </a:lnTo>
                  <a:lnTo>
                    <a:pt x="83" y="57"/>
                  </a:lnTo>
                  <a:lnTo>
                    <a:pt x="85" y="57"/>
                  </a:lnTo>
                  <a:lnTo>
                    <a:pt x="85" y="55"/>
                  </a:lnTo>
                  <a:lnTo>
                    <a:pt x="85" y="55"/>
                  </a:lnTo>
                  <a:lnTo>
                    <a:pt x="85" y="55"/>
                  </a:lnTo>
                  <a:lnTo>
                    <a:pt x="85" y="55"/>
                  </a:lnTo>
                  <a:lnTo>
                    <a:pt x="88" y="55"/>
                  </a:lnTo>
                  <a:lnTo>
                    <a:pt x="88" y="55"/>
                  </a:lnTo>
                  <a:lnTo>
                    <a:pt x="88" y="52"/>
                  </a:lnTo>
                  <a:lnTo>
                    <a:pt x="88" y="52"/>
                  </a:lnTo>
                  <a:lnTo>
                    <a:pt x="88" y="52"/>
                  </a:lnTo>
                  <a:lnTo>
                    <a:pt x="88" y="50"/>
                  </a:lnTo>
                  <a:lnTo>
                    <a:pt x="90" y="50"/>
                  </a:lnTo>
                  <a:lnTo>
                    <a:pt x="90" y="50"/>
                  </a:lnTo>
                  <a:lnTo>
                    <a:pt x="90" y="50"/>
                  </a:lnTo>
                  <a:lnTo>
                    <a:pt x="90" y="48"/>
                  </a:lnTo>
                  <a:lnTo>
                    <a:pt x="90" y="48"/>
                  </a:lnTo>
                  <a:lnTo>
                    <a:pt x="90" y="45"/>
                  </a:lnTo>
                  <a:lnTo>
                    <a:pt x="90" y="45"/>
                  </a:lnTo>
                  <a:lnTo>
                    <a:pt x="90" y="43"/>
                  </a:lnTo>
                  <a:lnTo>
                    <a:pt x="90" y="43"/>
                  </a:lnTo>
                  <a:lnTo>
                    <a:pt x="90" y="43"/>
                  </a:lnTo>
                  <a:lnTo>
                    <a:pt x="90" y="40"/>
                  </a:lnTo>
                  <a:lnTo>
                    <a:pt x="92" y="40"/>
                  </a:lnTo>
                  <a:lnTo>
                    <a:pt x="92" y="40"/>
                  </a:lnTo>
                  <a:lnTo>
                    <a:pt x="92" y="40"/>
                  </a:lnTo>
                  <a:lnTo>
                    <a:pt x="92" y="40"/>
                  </a:lnTo>
                  <a:lnTo>
                    <a:pt x="92" y="38"/>
                  </a:lnTo>
                  <a:lnTo>
                    <a:pt x="92" y="38"/>
                  </a:lnTo>
                  <a:lnTo>
                    <a:pt x="92" y="38"/>
                  </a:lnTo>
                  <a:lnTo>
                    <a:pt x="92" y="36"/>
                  </a:lnTo>
                  <a:lnTo>
                    <a:pt x="92" y="36"/>
                  </a:lnTo>
                  <a:lnTo>
                    <a:pt x="92" y="36"/>
                  </a:lnTo>
                  <a:lnTo>
                    <a:pt x="92" y="33"/>
                  </a:lnTo>
                  <a:lnTo>
                    <a:pt x="92" y="33"/>
                  </a:lnTo>
                  <a:lnTo>
                    <a:pt x="92" y="33"/>
                  </a:lnTo>
                  <a:lnTo>
                    <a:pt x="95" y="33"/>
                  </a:lnTo>
                  <a:lnTo>
                    <a:pt x="95" y="31"/>
                  </a:lnTo>
                  <a:lnTo>
                    <a:pt x="95" y="31"/>
                  </a:lnTo>
                  <a:lnTo>
                    <a:pt x="95" y="31"/>
                  </a:lnTo>
                  <a:lnTo>
                    <a:pt x="95" y="31"/>
                  </a:lnTo>
                  <a:lnTo>
                    <a:pt x="97" y="31"/>
                  </a:lnTo>
                  <a:lnTo>
                    <a:pt x="97" y="31"/>
                  </a:lnTo>
                  <a:lnTo>
                    <a:pt x="99" y="31"/>
                  </a:lnTo>
                  <a:lnTo>
                    <a:pt x="99" y="31"/>
                  </a:lnTo>
                  <a:lnTo>
                    <a:pt x="99" y="31"/>
                  </a:lnTo>
                  <a:lnTo>
                    <a:pt x="99" y="31"/>
                  </a:lnTo>
                  <a:lnTo>
                    <a:pt x="102" y="31"/>
                  </a:lnTo>
                  <a:lnTo>
                    <a:pt x="102" y="31"/>
                  </a:lnTo>
                  <a:lnTo>
                    <a:pt x="102" y="31"/>
                  </a:lnTo>
                  <a:lnTo>
                    <a:pt x="104" y="31"/>
                  </a:lnTo>
                  <a:lnTo>
                    <a:pt x="104" y="31"/>
                  </a:lnTo>
                  <a:lnTo>
                    <a:pt x="107" y="31"/>
                  </a:lnTo>
                  <a:lnTo>
                    <a:pt x="107" y="31"/>
                  </a:lnTo>
                  <a:lnTo>
                    <a:pt x="107" y="31"/>
                  </a:lnTo>
                  <a:lnTo>
                    <a:pt x="109" y="31"/>
                  </a:lnTo>
                  <a:lnTo>
                    <a:pt x="109" y="31"/>
                  </a:lnTo>
                  <a:lnTo>
                    <a:pt x="111" y="31"/>
                  </a:lnTo>
                  <a:lnTo>
                    <a:pt x="111" y="29"/>
                  </a:lnTo>
                  <a:lnTo>
                    <a:pt x="111" y="29"/>
                  </a:lnTo>
                  <a:lnTo>
                    <a:pt x="111" y="29"/>
                  </a:lnTo>
                  <a:lnTo>
                    <a:pt x="111" y="26"/>
                  </a:lnTo>
                  <a:lnTo>
                    <a:pt x="111" y="26"/>
                  </a:lnTo>
                  <a:lnTo>
                    <a:pt x="111" y="26"/>
                  </a:lnTo>
                  <a:lnTo>
                    <a:pt x="111" y="24"/>
                  </a:lnTo>
                  <a:lnTo>
                    <a:pt x="111" y="24"/>
                  </a:lnTo>
                  <a:lnTo>
                    <a:pt x="114" y="24"/>
                  </a:lnTo>
                  <a:lnTo>
                    <a:pt x="114" y="21"/>
                  </a:lnTo>
                  <a:lnTo>
                    <a:pt x="114" y="21"/>
                  </a:lnTo>
                  <a:lnTo>
                    <a:pt x="114" y="21"/>
                  </a:lnTo>
                  <a:lnTo>
                    <a:pt x="114" y="24"/>
                  </a:lnTo>
                  <a:lnTo>
                    <a:pt x="116" y="24"/>
                  </a:lnTo>
                  <a:lnTo>
                    <a:pt x="116" y="24"/>
                  </a:lnTo>
                  <a:lnTo>
                    <a:pt x="116" y="24"/>
                  </a:lnTo>
                  <a:lnTo>
                    <a:pt x="118" y="24"/>
                  </a:lnTo>
                  <a:lnTo>
                    <a:pt x="118" y="24"/>
                  </a:lnTo>
                  <a:lnTo>
                    <a:pt x="118" y="24"/>
                  </a:lnTo>
                  <a:lnTo>
                    <a:pt x="121" y="24"/>
                  </a:lnTo>
                  <a:lnTo>
                    <a:pt x="121" y="24"/>
                  </a:lnTo>
                  <a:lnTo>
                    <a:pt x="121" y="26"/>
                  </a:lnTo>
                  <a:lnTo>
                    <a:pt x="121" y="26"/>
                  </a:lnTo>
                  <a:lnTo>
                    <a:pt x="121" y="26"/>
                  </a:lnTo>
                  <a:lnTo>
                    <a:pt x="123" y="26"/>
                  </a:lnTo>
                  <a:lnTo>
                    <a:pt x="123" y="26"/>
                  </a:lnTo>
                  <a:lnTo>
                    <a:pt x="125" y="26"/>
                  </a:lnTo>
                  <a:lnTo>
                    <a:pt x="125" y="29"/>
                  </a:lnTo>
                  <a:lnTo>
                    <a:pt x="125" y="29"/>
                  </a:lnTo>
                  <a:lnTo>
                    <a:pt x="125" y="29"/>
                  </a:lnTo>
                  <a:lnTo>
                    <a:pt x="128" y="29"/>
                  </a:lnTo>
                  <a:lnTo>
                    <a:pt x="128" y="29"/>
                  </a:lnTo>
                  <a:lnTo>
                    <a:pt x="128" y="29"/>
                  </a:lnTo>
                  <a:lnTo>
                    <a:pt x="130" y="29"/>
                  </a:lnTo>
                  <a:lnTo>
                    <a:pt x="130" y="29"/>
                  </a:lnTo>
                  <a:lnTo>
                    <a:pt x="130" y="26"/>
                  </a:lnTo>
                  <a:lnTo>
                    <a:pt x="133" y="26"/>
                  </a:lnTo>
                  <a:lnTo>
                    <a:pt x="133" y="26"/>
                  </a:lnTo>
                  <a:lnTo>
                    <a:pt x="133" y="29"/>
                  </a:lnTo>
                  <a:lnTo>
                    <a:pt x="133" y="29"/>
                  </a:lnTo>
                  <a:lnTo>
                    <a:pt x="135" y="29"/>
                  </a:lnTo>
                  <a:lnTo>
                    <a:pt x="135" y="29"/>
                  </a:lnTo>
                  <a:lnTo>
                    <a:pt x="135" y="26"/>
                  </a:lnTo>
                  <a:lnTo>
                    <a:pt x="135" y="26"/>
                  </a:lnTo>
                  <a:lnTo>
                    <a:pt x="135" y="29"/>
                  </a:lnTo>
                  <a:lnTo>
                    <a:pt x="137" y="29"/>
                  </a:lnTo>
                  <a:lnTo>
                    <a:pt x="137" y="26"/>
                  </a:lnTo>
                  <a:lnTo>
                    <a:pt x="137" y="26"/>
                  </a:lnTo>
                  <a:lnTo>
                    <a:pt x="140" y="26"/>
                  </a:lnTo>
                  <a:lnTo>
                    <a:pt x="140" y="26"/>
                  </a:lnTo>
                  <a:lnTo>
                    <a:pt x="140" y="26"/>
                  </a:lnTo>
                  <a:lnTo>
                    <a:pt x="142" y="26"/>
                  </a:lnTo>
                  <a:lnTo>
                    <a:pt x="142" y="26"/>
                  </a:lnTo>
                  <a:lnTo>
                    <a:pt x="142" y="29"/>
                  </a:lnTo>
                  <a:lnTo>
                    <a:pt x="142" y="29"/>
                  </a:lnTo>
                  <a:lnTo>
                    <a:pt x="144" y="29"/>
                  </a:lnTo>
                  <a:lnTo>
                    <a:pt x="144" y="31"/>
                  </a:lnTo>
                  <a:lnTo>
                    <a:pt x="144" y="31"/>
                  </a:lnTo>
                  <a:lnTo>
                    <a:pt x="144" y="31"/>
                  </a:lnTo>
                  <a:lnTo>
                    <a:pt x="144" y="31"/>
                  </a:lnTo>
                  <a:lnTo>
                    <a:pt x="147" y="31"/>
                  </a:lnTo>
                  <a:lnTo>
                    <a:pt x="147" y="31"/>
                  </a:lnTo>
                  <a:lnTo>
                    <a:pt x="147" y="31"/>
                  </a:lnTo>
                  <a:lnTo>
                    <a:pt x="149" y="31"/>
                  </a:lnTo>
                  <a:lnTo>
                    <a:pt x="149" y="31"/>
                  </a:lnTo>
                  <a:lnTo>
                    <a:pt x="149" y="31"/>
                  </a:lnTo>
                  <a:lnTo>
                    <a:pt x="152" y="31"/>
                  </a:lnTo>
                  <a:lnTo>
                    <a:pt x="152" y="31"/>
                  </a:lnTo>
                  <a:lnTo>
                    <a:pt x="152" y="31"/>
                  </a:lnTo>
                  <a:lnTo>
                    <a:pt x="154" y="31"/>
                  </a:lnTo>
                  <a:lnTo>
                    <a:pt x="154" y="31"/>
                  </a:lnTo>
                  <a:lnTo>
                    <a:pt x="154" y="31"/>
                  </a:lnTo>
                  <a:lnTo>
                    <a:pt x="156" y="31"/>
                  </a:lnTo>
                  <a:lnTo>
                    <a:pt x="156" y="31"/>
                  </a:lnTo>
                  <a:lnTo>
                    <a:pt x="156" y="31"/>
                  </a:lnTo>
                  <a:lnTo>
                    <a:pt x="159" y="31"/>
                  </a:lnTo>
                  <a:lnTo>
                    <a:pt x="159" y="31"/>
                  </a:lnTo>
                  <a:lnTo>
                    <a:pt x="159" y="33"/>
                  </a:lnTo>
                  <a:lnTo>
                    <a:pt x="159" y="33"/>
                  </a:lnTo>
                  <a:lnTo>
                    <a:pt x="159" y="33"/>
                  </a:lnTo>
                  <a:lnTo>
                    <a:pt x="159" y="33"/>
                  </a:lnTo>
                  <a:lnTo>
                    <a:pt x="159" y="36"/>
                  </a:lnTo>
                  <a:lnTo>
                    <a:pt x="161" y="36"/>
                  </a:lnTo>
                  <a:lnTo>
                    <a:pt x="161" y="36"/>
                  </a:lnTo>
                  <a:lnTo>
                    <a:pt x="161" y="36"/>
                  </a:lnTo>
                  <a:lnTo>
                    <a:pt x="161" y="38"/>
                  </a:lnTo>
                  <a:lnTo>
                    <a:pt x="161" y="38"/>
                  </a:lnTo>
                  <a:lnTo>
                    <a:pt x="161" y="38"/>
                  </a:lnTo>
                  <a:lnTo>
                    <a:pt x="163" y="38"/>
                  </a:lnTo>
                  <a:lnTo>
                    <a:pt x="163" y="38"/>
                  </a:lnTo>
                  <a:lnTo>
                    <a:pt x="163" y="38"/>
                  </a:lnTo>
                  <a:lnTo>
                    <a:pt x="166" y="38"/>
                  </a:lnTo>
                  <a:lnTo>
                    <a:pt x="166" y="36"/>
                  </a:lnTo>
                  <a:lnTo>
                    <a:pt x="166" y="36"/>
                  </a:lnTo>
                  <a:lnTo>
                    <a:pt x="166" y="36"/>
                  </a:lnTo>
                  <a:lnTo>
                    <a:pt x="168" y="36"/>
                  </a:lnTo>
                  <a:lnTo>
                    <a:pt x="168" y="36"/>
                  </a:lnTo>
                  <a:lnTo>
                    <a:pt x="168" y="36"/>
                  </a:lnTo>
                  <a:lnTo>
                    <a:pt x="168" y="33"/>
                  </a:lnTo>
                  <a:lnTo>
                    <a:pt x="168" y="33"/>
                  </a:lnTo>
                  <a:lnTo>
                    <a:pt x="168" y="33"/>
                  </a:lnTo>
                  <a:lnTo>
                    <a:pt x="170" y="33"/>
                  </a:lnTo>
                  <a:lnTo>
                    <a:pt x="170" y="33"/>
                  </a:lnTo>
                  <a:lnTo>
                    <a:pt x="173" y="33"/>
                  </a:lnTo>
                  <a:lnTo>
                    <a:pt x="173" y="31"/>
                  </a:lnTo>
                  <a:lnTo>
                    <a:pt x="173" y="31"/>
                  </a:lnTo>
                  <a:lnTo>
                    <a:pt x="173" y="31"/>
                  </a:lnTo>
                  <a:lnTo>
                    <a:pt x="175" y="31"/>
                  </a:lnTo>
                  <a:lnTo>
                    <a:pt x="175" y="31"/>
                  </a:lnTo>
                  <a:lnTo>
                    <a:pt x="175" y="31"/>
                  </a:lnTo>
                  <a:lnTo>
                    <a:pt x="178" y="31"/>
                  </a:lnTo>
                  <a:lnTo>
                    <a:pt x="178" y="31"/>
                  </a:lnTo>
                  <a:lnTo>
                    <a:pt x="178" y="29"/>
                  </a:lnTo>
                  <a:lnTo>
                    <a:pt x="178" y="29"/>
                  </a:lnTo>
                  <a:lnTo>
                    <a:pt x="178" y="29"/>
                  </a:lnTo>
                  <a:lnTo>
                    <a:pt x="180" y="29"/>
                  </a:lnTo>
                  <a:lnTo>
                    <a:pt x="180" y="31"/>
                  </a:lnTo>
                  <a:lnTo>
                    <a:pt x="180" y="31"/>
                  </a:lnTo>
                  <a:lnTo>
                    <a:pt x="180" y="29"/>
                  </a:lnTo>
                  <a:lnTo>
                    <a:pt x="180" y="29"/>
                  </a:lnTo>
                  <a:lnTo>
                    <a:pt x="182" y="29"/>
                  </a:lnTo>
                  <a:lnTo>
                    <a:pt x="182" y="29"/>
                  </a:lnTo>
                  <a:lnTo>
                    <a:pt x="182" y="29"/>
                  </a:lnTo>
                  <a:lnTo>
                    <a:pt x="185" y="29"/>
                  </a:lnTo>
                  <a:lnTo>
                    <a:pt x="185" y="29"/>
                  </a:lnTo>
                  <a:lnTo>
                    <a:pt x="185" y="29"/>
                  </a:lnTo>
                  <a:lnTo>
                    <a:pt x="185" y="31"/>
                  </a:lnTo>
                  <a:lnTo>
                    <a:pt x="185" y="31"/>
                  </a:lnTo>
                  <a:lnTo>
                    <a:pt x="185" y="31"/>
                  </a:lnTo>
                  <a:lnTo>
                    <a:pt x="187" y="31"/>
                  </a:lnTo>
                  <a:lnTo>
                    <a:pt x="187" y="31"/>
                  </a:lnTo>
                  <a:lnTo>
                    <a:pt x="187" y="31"/>
                  </a:lnTo>
                  <a:lnTo>
                    <a:pt x="187" y="33"/>
                  </a:lnTo>
                  <a:lnTo>
                    <a:pt x="187" y="33"/>
                  </a:lnTo>
                  <a:lnTo>
                    <a:pt x="189" y="33"/>
                  </a:lnTo>
                  <a:lnTo>
                    <a:pt x="189" y="33"/>
                  </a:lnTo>
                  <a:lnTo>
                    <a:pt x="192" y="33"/>
                  </a:lnTo>
                  <a:lnTo>
                    <a:pt x="192" y="31"/>
                  </a:lnTo>
                  <a:lnTo>
                    <a:pt x="192" y="31"/>
                  </a:lnTo>
                  <a:lnTo>
                    <a:pt x="192" y="31"/>
                  </a:lnTo>
                  <a:lnTo>
                    <a:pt x="192" y="31"/>
                  </a:lnTo>
                  <a:lnTo>
                    <a:pt x="192" y="31"/>
                  </a:lnTo>
                  <a:lnTo>
                    <a:pt x="192" y="29"/>
                  </a:lnTo>
                  <a:lnTo>
                    <a:pt x="192" y="29"/>
                  </a:lnTo>
                  <a:lnTo>
                    <a:pt x="192" y="29"/>
                  </a:lnTo>
                  <a:lnTo>
                    <a:pt x="192" y="26"/>
                  </a:lnTo>
                  <a:lnTo>
                    <a:pt x="192" y="26"/>
                  </a:lnTo>
                  <a:lnTo>
                    <a:pt x="192" y="24"/>
                  </a:lnTo>
                  <a:lnTo>
                    <a:pt x="192" y="24"/>
                  </a:lnTo>
                  <a:lnTo>
                    <a:pt x="192" y="24"/>
                  </a:lnTo>
                  <a:lnTo>
                    <a:pt x="194" y="24"/>
                  </a:lnTo>
                  <a:lnTo>
                    <a:pt x="194" y="21"/>
                  </a:lnTo>
                  <a:lnTo>
                    <a:pt x="194" y="21"/>
                  </a:lnTo>
                  <a:lnTo>
                    <a:pt x="194" y="21"/>
                  </a:lnTo>
                  <a:lnTo>
                    <a:pt x="194" y="21"/>
                  </a:lnTo>
                  <a:lnTo>
                    <a:pt x="196" y="21"/>
                  </a:lnTo>
                  <a:lnTo>
                    <a:pt x="196" y="21"/>
                  </a:lnTo>
                  <a:lnTo>
                    <a:pt x="199" y="21"/>
                  </a:lnTo>
                  <a:lnTo>
                    <a:pt x="199" y="21"/>
                  </a:lnTo>
                  <a:lnTo>
                    <a:pt x="199" y="21"/>
                  </a:lnTo>
                  <a:lnTo>
                    <a:pt x="201" y="21"/>
                  </a:lnTo>
                  <a:lnTo>
                    <a:pt x="201" y="21"/>
                  </a:lnTo>
                  <a:lnTo>
                    <a:pt x="201" y="21"/>
                  </a:lnTo>
                  <a:lnTo>
                    <a:pt x="201" y="21"/>
                  </a:lnTo>
                  <a:lnTo>
                    <a:pt x="204" y="21"/>
                  </a:lnTo>
                  <a:lnTo>
                    <a:pt x="204" y="21"/>
                  </a:lnTo>
                  <a:lnTo>
                    <a:pt x="204" y="21"/>
                  </a:lnTo>
                  <a:lnTo>
                    <a:pt x="206" y="21"/>
                  </a:lnTo>
                  <a:lnTo>
                    <a:pt x="206" y="21"/>
                  </a:lnTo>
                  <a:lnTo>
                    <a:pt x="206" y="21"/>
                  </a:lnTo>
                  <a:lnTo>
                    <a:pt x="206" y="21"/>
                  </a:lnTo>
                  <a:lnTo>
                    <a:pt x="208" y="21"/>
                  </a:lnTo>
                  <a:lnTo>
                    <a:pt x="208" y="21"/>
                  </a:lnTo>
                  <a:lnTo>
                    <a:pt x="208" y="21"/>
                  </a:lnTo>
                  <a:lnTo>
                    <a:pt x="208" y="21"/>
                  </a:lnTo>
                  <a:lnTo>
                    <a:pt x="211" y="21"/>
                  </a:lnTo>
                  <a:lnTo>
                    <a:pt x="211" y="21"/>
                  </a:lnTo>
                  <a:lnTo>
                    <a:pt x="211" y="21"/>
                  </a:lnTo>
                  <a:lnTo>
                    <a:pt x="211" y="19"/>
                  </a:lnTo>
                  <a:lnTo>
                    <a:pt x="211" y="19"/>
                  </a:lnTo>
                  <a:lnTo>
                    <a:pt x="211" y="17"/>
                  </a:lnTo>
                  <a:lnTo>
                    <a:pt x="211" y="17"/>
                  </a:lnTo>
                  <a:lnTo>
                    <a:pt x="211" y="14"/>
                  </a:lnTo>
                  <a:lnTo>
                    <a:pt x="211" y="14"/>
                  </a:lnTo>
                  <a:lnTo>
                    <a:pt x="208" y="14"/>
                  </a:lnTo>
                  <a:lnTo>
                    <a:pt x="208" y="14"/>
                  </a:lnTo>
                  <a:lnTo>
                    <a:pt x="208" y="14"/>
                  </a:lnTo>
                  <a:lnTo>
                    <a:pt x="208" y="12"/>
                  </a:lnTo>
                  <a:lnTo>
                    <a:pt x="208" y="12"/>
                  </a:lnTo>
                  <a:lnTo>
                    <a:pt x="211" y="12"/>
                  </a:lnTo>
                  <a:lnTo>
                    <a:pt x="211" y="12"/>
                  </a:lnTo>
                  <a:lnTo>
                    <a:pt x="211" y="12"/>
                  </a:lnTo>
                  <a:lnTo>
                    <a:pt x="211" y="12"/>
                  </a:lnTo>
                  <a:lnTo>
                    <a:pt x="213" y="12"/>
                  </a:lnTo>
                  <a:lnTo>
                    <a:pt x="213" y="10"/>
                  </a:lnTo>
                  <a:lnTo>
                    <a:pt x="213" y="10"/>
                  </a:lnTo>
                  <a:lnTo>
                    <a:pt x="213" y="10"/>
                  </a:lnTo>
                  <a:lnTo>
                    <a:pt x="213" y="10"/>
                  </a:lnTo>
                  <a:lnTo>
                    <a:pt x="215" y="10"/>
                  </a:lnTo>
                  <a:lnTo>
                    <a:pt x="215" y="7"/>
                  </a:lnTo>
                  <a:lnTo>
                    <a:pt x="215" y="7"/>
                  </a:lnTo>
                  <a:lnTo>
                    <a:pt x="215" y="7"/>
                  </a:lnTo>
                  <a:lnTo>
                    <a:pt x="215" y="5"/>
                  </a:lnTo>
                  <a:lnTo>
                    <a:pt x="218" y="5"/>
                  </a:lnTo>
                  <a:lnTo>
                    <a:pt x="218" y="5"/>
                  </a:lnTo>
                  <a:lnTo>
                    <a:pt x="218" y="5"/>
                  </a:lnTo>
                  <a:lnTo>
                    <a:pt x="218" y="3"/>
                  </a:lnTo>
                  <a:lnTo>
                    <a:pt x="218" y="3"/>
                  </a:lnTo>
                  <a:lnTo>
                    <a:pt x="218" y="3"/>
                  </a:lnTo>
                  <a:lnTo>
                    <a:pt x="220" y="3"/>
                  </a:lnTo>
                  <a:lnTo>
                    <a:pt x="220" y="0"/>
                  </a:lnTo>
                  <a:lnTo>
                    <a:pt x="220" y="0"/>
                  </a:lnTo>
                  <a:lnTo>
                    <a:pt x="220" y="0"/>
                  </a:lnTo>
                  <a:lnTo>
                    <a:pt x="220" y="0"/>
                  </a:lnTo>
                  <a:lnTo>
                    <a:pt x="220" y="0"/>
                  </a:lnTo>
                  <a:lnTo>
                    <a:pt x="223" y="0"/>
                  </a:lnTo>
                  <a:lnTo>
                    <a:pt x="223" y="0"/>
                  </a:lnTo>
                  <a:lnTo>
                    <a:pt x="225" y="0"/>
                  </a:lnTo>
                  <a:lnTo>
                    <a:pt x="225" y="0"/>
                  </a:lnTo>
                  <a:lnTo>
                    <a:pt x="225" y="0"/>
                  </a:lnTo>
                  <a:lnTo>
                    <a:pt x="225" y="0"/>
                  </a:lnTo>
                  <a:lnTo>
                    <a:pt x="225" y="0"/>
                  </a:lnTo>
                  <a:lnTo>
                    <a:pt x="227" y="0"/>
                  </a:lnTo>
                  <a:lnTo>
                    <a:pt x="227"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260"/>
            <p:cNvSpPr>
              <a:spLocks/>
            </p:cNvSpPr>
            <p:nvPr/>
          </p:nvSpPr>
          <p:spPr bwMode="auto">
            <a:xfrm>
              <a:off x="2206625" y="2673350"/>
              <a:ext cx="638175" cy="257175"/>
            </a:xfrm>
            <a:custGeom>
              <a:avLst/>
              <a:gdLst/>
              <a:ahLst/>
              <a:cxnLst>
                <a:cxn ang="0">
                  <a:pos x="385" y="69"/>
                </a:cxn>
                <a:cxn ang="0">
                  <a:pos x="390" y="90"/>
                </a:cxn>
                <a:cxn ang="0">
                  <a:pos x="390" y="109"/>
                </a:cxn>
                <a:cxn ang="0">
                  <a:pos x="402" y="124"/>
                </a:cxn>
                <a:cxn ang="0">
                  <a:pos x="390" y="126"/>
                </a:cxn>
                <a:cxn ang="0">
                  <a:pos x="374" y="126"/>
                </a:cxn>
                <a:cxn ang="0">
                  <a:pos x="357" y="126"/>
                </a:cxn>
                <a:cxn ang="0">
                  <a:pos x="338" y="128"/>
                </a:cxn>
                <a:cxn ang="0">
                  <a:pos x="314" y="128"/>
                </a:cxn>
                <a:cxn ang="0">
                  <a:pos x="295" y="138"/>
                </a:cxn>
                <a:cxn ang="0">
                  <a:pos x="272" y="138"/>
                </a:cxn>
                <a:cxn ang="0">
                  <a:pos x="253" y="138"/>
                </a:cxn>
                <a:cxn ang="0">
                  <a:pos x="234" y="135"/>
                </a:cxn>
                <a:cxn ang="0">
                  <a:pos x="227" y="150"/>
                </a:cxn>
                <a:cxn ang="0">
                  <a:pos x="213" y="159"/>
                </a:cxn>
                <a:cxn ang="0">
                  <a:pos x="213" y="143"/>
                </a:cxn>
                <a:cxn ang="0">
                  <a:pos x="205" y="140"/>
                </a:cxn>
                <a:cxn ang="0">
                  <a:pos x="187" y="138"/>
                </a:cxn>
                <a:cxn ang="0">
                  <a:pos x="172" y="150"/>
                </a:cxn>
                <a:cxn ang="0">
                  <a:pos x="153" y="154"/>
                </a:cxn>
                <a:cxn ang="0">
                  <a:pos x="134" y="154"/>
                </a:cxn>
                <a:cxn ang="0">
                  <a:pos x="118" y="140"/>
                </a:cxn>
                <a:cxn ang="0">
                  <a:pos x="99" y="135"/>
                </a:cxn>
                <a:cxn ang="0">
                  <a:pos x="92" y="150"/>
                </a:cxn>
                <a:cxn ang="0">
                  <a:pos x="73" y="152"/>
                </a:cxn>
                <a:cxn ang="0">
                  <a:pos x="61" y="138"/>
                </a:cxn>
                <a:cxn ang="0">
                  <a:pos x="47" y="138"/>
                </a:cxn>
                <a:cxn ang="0">
                  <a:pos x="35" y="140"/>
                </a:cxn>
                <a:cxn ang="0">
                  <a:pos x="37" y="135"/>
                </a:cxn>
                <a:cxn ang="0">
                  <a:pos x="30" y="133"/>
                </a:cxn>
                <a:cxn ang="0">
                  <a:pos x="26" y="124"/>
                </a:cxn>
                <a:cxn ang="0">
                  <a:pos x="26" y="107"/>
                </a:cxn>
                <a:cxn ang="0">
                  <a:pos x="9" y="102"/>
                </a:cxn>
                <a:cxn ang="0">
                  <a:pos x="9" y="88"/>
                </a:cxn>
                <a:cxn ang="0">
                  <a:pos x="16" y="83"/>
                </a:cxn>
                <a:cxn ang="0">
                  <a:pos x="14" y="71"/>
                </a:cxn>
                <a:cxn ang="0">
                  <a:pos x="2" y="69"/>
                </a:cxn>
                <a:cxn ang="0">
                  <a:pos x="2" y="48"/>
                </a:cxn>
                <a:cxn ang="0">
                  <a:pos x="9" y="41"/>
                </a:cxn>
                <a:cxn ang="0">
                  <a:pos x="7" y="29"/>
                </a:cxn>
                <a:cxn ang="0">
                  <a:pos x="7" y="12"/>
                </a:cxn>
                <a:cxn ang="0">
                  <a:pos x="23" y="3"/>
                </a:cxn>
                <a:cxn ang="0">
                  <a:pos x="40" y="5"/>
                </a:cxn>
                <a:cxn ang="0">
                  <a:pos x="52" y="19"/>
                </a:cxn>
                <a:cxn ang="0">
                  <a:pos x="73" y="24"/>
                </a:cxn>
                <a:cxn ang="0">
                  <a:pos x="97" y="26"/>
                </a:cxn>
                <a:cxn ang="0">
                  <a:pos x="116" y="19"/>
                </a:cxn>
                <a:cxn ang="0">
                  <a:pos x="134" y="10"/>
                </a:cxn>
                <a:cxn ang="0">
                  <a:pos x="153" y="3"/>
                </a:cxn>
                <a:cxn ang="0">
                  <a:pos x="179" y="5"/>
                </a:cxn>
                <a:cxn ang="0">
                  <a:pos x="194" y="5"/>
                </a:cxn>
                <a:cxn ang="0">
                  <a:pos x="210" y="10"/>
                </a:cxn>
                <a:cxn ang="0">
                  <a:pos x="224" y="22"/>
                </a:cxn>
                <a:cxn ang="0">
                  <a:pos x="246" y="26"/>
                </a:cxn>
                <a:cxn ang="0">
                  <a:pos x="262" y="31"/>
                </a:cxn>
                <a:cxn ang="0">
                  <a:pos x="284" y="26"/>
                </a:cxn>
                <a:cxn ang="0">
                  <a:pos x="303" y="31"/>
                </a:cxn>
                <a:cxn ang="0">
                  <a:pos x="321" y="24"/>
                </a:cxn>
                <a:cxn ang="0">
                  <a:pos x="340" y="17"/>
                </a:cxn>
                <a:cxn ang="0">
                  <a:pos x="359" y="17"/>
                </a:cxn>
                <a:cxn ang="0">
                  <a:pos x="374" y="29"/>
                </a:cxn>
                <a:cxn ang="0">
                  <a:pos x="376" y="48"/>
                </a:cxn>
                <a:cxn ang="0">
                  <a:pos x="392" y="55"/>
                </a:cxn>
              </a:cxnLst>
              <a:rect l="0" t="0" r="r" b="b"/>
              <a:pathLst>
                <a:path w="402" h="162">
                  <a:moveTo>
                    <a:pt x="400" y="62"/>
                  </a:moveTo>
                  <a:lnTo>
                    <a:pt x="400" y="62"/>
                  </a:lnTo>
                  <a:lnTo>
                    <a:pt x="400" y="62"/>
                  </a:lnTo>
                  <a:lnTo>
                    <a:pt x="400" y="62"/>
                  </a:lnTo>
                  <a:lnTo>
                    <a:pt x="397" y="62"/>
                  </a:lnTo>
                  <a:lnTo>
                    <a:pt x="397" y="62"/>
                  </a:lnTo>
                  <a:lnTo>
                    <a:pt x="397" y="62"/>
                  </a:lnTo>
                  <a:lnTo>
                    <a:pt x="397" y="62"/>
                  </a:lnTo>
                  <a:lnTo>
                    <a:pt x="395" y="62"/>
                  </a:lnTo>
                  <a:lnTo>
                    <a:pt x="395" y="64"/>
                  </a:lnTo>
                  <a:lnTo>
                    <a:pt x="395" y="64"/>
                  </a:lnTo>
                  <a:lnTo>
                    <a:pt x="395" y="64"/>
                  </a:lnTo>
                  <a:lnTo>
                    <a:pt x="395" y="67"/>
                  </a:lnTo>
                  <a:lnTo>
                    <a:pt x="395" y="67"/>
                  </a:lnTo>
                  <a:lnTo>
                    <a:pt x="395" y="67"/>
                  </a:lnTo>
                  <a:lnTo>
                    <a:pt x="395" y="69"/>
                  </a:lnTo>
                  <a:lnTo>
                    <a:pt x="395" y="69"/>
                  </a:lnTo>
                  <a:lnTo>
                    <a:pt x="392" y="69"/>
                  </a:lnTo>
                  <a:lnTo>
                    <a:pt x="392" y="69"/>
                  </a:lnTo>
                  <a:lnTo>
                    <a:pt x="392" y="71"/>
                  </a:lnTo>
                  <a:lnTo>
                    <a:pt x="392" y="71"/>
                  </a:lnTo>
                  <a:lnTo>
                    <a:pt x="390" y="71"/>
                  </a:lnTo>
                  <a:lnTo>
                    <a:pt x="390" y="71"/>
                  </a:lnTo>
                  <a:lnTo>
                    <a:pt x="390" y="69"/>
                  </a:lnTo>
                  <a:lnTo>
                    <a:pt x="390" y="69"/>
                  </a:lnTo>
                  <a:lnTo>
                    <a:pt x="388" y="69"/>
                  </a:lnTo>
                  <a:lnTo>
                    <a:pt x="388" y="71"/>
                  </a:lnTo>
                  <a:lnTo>
                    <a:pt x="388" y="71"/>
                  </a:lnTo>
                  <a:lnTo>
                    <a:pt x="388" y="69"/>
                  </a:lnTo>
                  <a:lnTo>
                    <a:pt x="385" y="69"/>
                  </a:lnTo>
                  <a:lnTo>
                    <a:pt x="385" y="71"/>
                  </a:lnTo>
                  <a:lnTo>
                    <a:pt x="385" y="71"/>
                  </a:lnTo>
                  <a:lnTo>
                    <a:pt x="385" y="71"/>
                  </a:lnTo>
                  <a:lnTo>
                    <a:pt x="385" y="71"/>
                  </a:lnTo>
                  <a:lnTo>
                    <a:pt x="385" y="74"/>
                  </a:lnTo>
                  <a:lnTo>
                    <a:pt x="388" y="74"/>
                  </a:lnTo>
                  <a:lnTo>
                    <a:pt x="388" y="74"/>
                  </a:lnTo>
                  <a:lnTo>
                    <a:pt x="388" y="76"/>
                  </a:lnTo>
                  <a:lnTo>
                    <a:pt x="388" y="76"/>
                  </a:lnTo>
                  <a:lnTo>
                    <a:pt x="388" y="76"/>
                  </a:lnTo>
                  <a:lnTo>
                    <a:pt x="390" y="76"/>
                  </a:lnTo>
                  <a:lnTo>
                    <a:pt x="390" y="76"/>
                  </a:lnTo>
                  <a:lnTo>
                    <a:pt x="388" y="76"/>
                  </a:lnTo>
                  <a:lnTo>
                    <a:pt x="388" y="79"/>
                  </a:lnTo>
                  <a:lnTo>
                    <a:pt x="390" y="79"/>
                  </a:lnTo>
                  <a:lnTo>
                    <a:pt x="390" y="79"/>
                  </a:lnTo>
                  <a:lnTo>
                    <a:pt x="390" y="81"/>
                  </a:lnTo>
                  <a:lnTo>
                    <a:pt x="390" y="81"/>
                  </a:lnTo>
                  <a:lnTo>
                    <a:pt x="390" y="83"/>
                  </a:lnTo>
                  <a:lnTo>
                    <a:pt x="390" y="83"/>
                  </a:lnTo>
                  <a:lnTo>
                    <a:pt x="390" y="83"/>
                  </a:lnTo>
                  <a:lnTo>
                    <a:pt x="390" y="83"/>
                  </a:lnTo>
                  <a:lnTo>
                    <a:pt x="390" y="86"/>
                  </a:lnTo>
                  <a:lnTo>
                    <a:pt x="392" y="86"/>
                  </a:lnTo>
                  <a:lnTo>
                    <a:pt x="392" y="86"/>
                  </a:lnTo>
                  <a:lnTo>
                    <a:pt x="390" y="86"/>
                  </a:lnTo>
                  <a:lnTo>
                    <a:pt x="390" y="86"/>
                  </a:lnTo>
                  <a:lnTo>
                    <a:pt x="390" y="88"/>
                  </a:lnTo>
                  <a:lnTo>
                    <a:pt x="390" y="88"/>
                  </a:lnTo>
                  <a:lnTo>
                    <a:pt x="390" y="90"/>
                  </a:lnTo>
                  <a:lnTo>
                    <a:pt x="392" y="90"/>
                  </a:lnTo>
                  <a:lnTo>
                    <a:pt x="392" y="90"/>
                  </a:lnTo>
                  <a:lnTo>
                    <a:pt x="392" y="93"/>
                  </a:lnTo>
                  <a:lnTo>
                    <a:pt x="392" y="93"/>
                  </a:lnTo>
                  <a:lnTo>
                    <a:pt x="392" y="95"/>
                  </a:lnTo>
                  <a:lnTo>
                    <a:pt x="392" y="95"/>
                  </a:lnTo>
                  <a:lnTo>
                    <a:pt x="392" y="95"/>
                  </a:lnTo>
                  <a:lnTo>
                    <a:pt x="392" y="95"/>
                  </a:lnTo>
                  <a:lnTo>
                    <a:pt x="392" y="95"/>
                  </a:lnTo>
                  <a:lnTo>
                    <a:pt x="395" y="95"/>
                  </a:lnTo>
                  <a:lnTo>
                    <a:pt x="395" y="95"/>
                  </a:lnTo>
                  <a:lnTo>
                    <a:pt x="395" y="98"/>
                  </a:lnTo>
                  <a:lnTo>
                    <a:pt x="395" y="98"/>
                  </a:lnTo>
                  <a:lnTo>
                    <a:pt x="395" y="98"/>
                  </a:lnTo>
                  <a:lnTo>
                    <a:pt x="392" y="98"/>
                  </a:lnTo>
                  <a:lnTo>
                    <a:pt x="392" y="100"/>
                  </a:lnTo>
                  <a:lnTo>
                    <a:pt x="392" y="100"/>
                  </a:lnTo>
                  <a:lnTo>
                    <a:pt x="392" y="102"/>
                  </a:lnTo>
                  <a:lnTo>
                    <a:pt x="392" y="102"/>
                  </a:lnTo>
                  <a:lnTo>
                    <a:pt x="392" y="102"/>
                  </a:lnTo>
                  <a:lnTo>
                    <a:pt x="392" y="105"/>
                  </a:lnTo>
                  <a:lnTo>
                    <a:pt x="392" y="105"/>
                  </a:lnTo>
                  <a:lnTo>
                    <a:pt x="392" y="105"/>
                  </a:lnTo>
                  <a:lnTo>
                    <a:pt x="390" y="105"/>
                  </a:lnTo>
                  <a:lnTo>
                    <a:pt x="390" y="107"/>
                  </a:lnTo>
                  <a:lnTo>
                    <a:pt x="390" y="107"/>
                  </a:lnTo>
                  <a:lnTo>
                    <a:pt x="390" y="107"/>
                  </a:lnTo>
                  <a:lnTo>
                    <a:pt x="390" y="107"/>
                  </a:lnTo>
                  <a:lnTo>
                    <a:pt x="390" y="109"/>
                  </a:lnTo>
                  <a:lnTo>
                    <a:pt x="390" y="109"/>
                  </a:lnTo>
                  <a:lnTo>
                    <a:pt x="392" y="109"/>
                  </a:lnTo>
                  <a:lnTo>
                    <a:pt x="392" y="109"/>
                  </a:lnTo>
                  <a:lnTo>
                    <a:pt x="392" y="109"/>
                  </a:lnTo>
                  <a:lnTo>
                    <a:pt x="392" y="109"/>
                  </a:lnTo>
                  <a:lnTo>
                    <a:pt x="392" y="112"/>
                  </a:lnTo>
                  <a:lnTo>
                    <a:pt x="395" y="112"/>
                  </a:lnTo>
                  <a:lnTo>
                    <a:pt x="395" y="112"/>
                  </a:lnTo>
                  <a:lnTo>
                    <a:pt x="395" y="112"/>
                  </a:lnTo>
                  <a:lnTo>
                    <a:pt x="395" y="112"/>
                  </a:lnTo>
                  <a:lnTo>
                    <a:pt x="397" y="112"/>
                  </a:lnTo>
                  <a:lnTo>
                    <a:pt x="397" y="112"/>
                  </a:lnTo>
                  <a:lnTo>
                    <a:pt x="397" y="112"/>
                  </a:lnTo>
                  <a:lnTo>
                    <a:pt x="397" y="112"/>
                  </a:lnTo>
                  <a:lnTo>
                    <a:pt x="397" y="114"/>
                  </a:lnTo>
                  <a:lnTo>
                    <a:pt x="397" y="114"/>
                  </a:lnTo>
                  <a:lnTo>
                    <a:pt x="397" y="114"/>
                  </a:lnTo>
                  <a:lnTo>
                    <a:pt x="397" y="116"/>
                  </a:lnTo>
                  <a:lnTo>
                    <a:pt x="397" y="116"/>
                  </a:lnTo>
                  <a:lnTo>
                    <a:pt x="397" y="116"/>
                  </a:lnTo>
                  <a:lnTo>
                    <a:pt x="397" y="116"/>
                  </a:lnTo>
                  <a:lnTo>
                    <a:pt x="397" y="119"/>
                  </a:lnTo>
                  <a:lnTo>
                    <a:pt x="397" y="119"/>
                  </a:lnTo>
                  <a:lnTo>
                    <a:pt x="397" y="121"/>
                  </a:lnTo>
                  <a:lnTo>
                    <a:pt x="400" y="121"/>
                  </a:lnTo>
                  <a:lnTo>
                    <a:pt x="400" y="121"/>
                  </a:lnTo>
                  <a:lnTo>
                    <a:pt x="400" y="121"/>
                  </a:lnTo>
                  <a:lnTo>
                    <a:pt x="400" y="121"/>
                  </a:lnTo>
                  <a:lnTo>
                    <a:pt x="400" y="124"/>
                  </a:lnTo>
                  <a:lnTo>
                    <a:pt x="402" y="124"/>
                  </a:lnTo>
                  <a:lnTo>
                    <a:pt x="402" y="124"/>
                  </a:lnTo>
                  <a:lnTo>
                    <a:pt x="402" y="124"/>
                  </a:lnTo>
                  <a:lnTo>
                    <a:pt x="402" y="126"/>
                  </a:lnTo>
                  <a:lnTo>
                    <a:pt x="402" y="126"/>
                  </a:lnTo>
                  <a:lnTo>
                    <a:pt x="402" y="126"/>
                  </a:lnTo>
                  <a:lnTo>
                    <a:pt x="402" y="126"/>
                  </a:lnTo>
                  <a:lnTo>
                    <a:pt x="400" y="126"/>
                  </a:lnTo>
                  <a:lnTo>
                    <a:pt x="400" y="126"/>
                  </a:lnTo>
                  <a:lnTo>
                    <a:pt x="400" y="126"/>
                  </a:lnTo>
                  <a:lnTo>
                    <a:pt x="397" y="126"/>
                  </a:lnTo>
                  <a:lnTo>
                    <a:pt x="397" y="126"/>
                  </a:lnTo>
                  <a:lnTo>
                    <a:pt x="397" y="128"/>
                  </a:lnTo>
                  <a:lnTo>
                    <a:pt x="397" y="128"/>
                  </a:lnTo>
                  <a:lnTo>
                    <a:pt x="395" y="128"/>
                  </a:lnTo>
                  <a:lnTo>
                    <a:pt x="395" y="128"/>
                  </a:lnTo>
                  <a:lnTo>
                    <a:pt x="395" y="128"/>
                  </a:lnTo>
                  <a:lnTo>
                    <a:pt x="392" y="128"/>
                  </a:lnTo>
                  <a:lnTo>
                    <a:pt x="392" y="131"/>
                  </a:lnTo>
                  <a:lnTo>
                    <a:pt x="392" y="131"/>
                  </a:lnTo>
                  <a:lnTo>
                    <a:pt x="392" y="131"/>
                  </a:lnTo>
                  <a:lnTo>
                    <a:pt x="392" y="131"/>
                  </a:lnTo>
                  <a:lnTo>
                    <a:pt x="392" y="133"/>
                  </a:lnTo>
                  <a:lnTo>
                    <a:pt x="390" y="133"/>
                  </a:lnTo>
                  <a:lnTo>
                    <a:pt x="390" y="131"/>
                  </a:lnTo>
                  <a:lnTo>
                    <a:pt x="390" y="131"/>
                  </a:lnTo>
                  <a:lnTo>
                    <a:pt x="390" y="131"/>
                  </a:lnTo>
                  <a:lnTo>
                    <a:pt x="390" y="128"/>
                  </a:lnTo>
                  <a:lnTo>
                    <a:pt x="390" y="128"/>
                  </a:lnTo>
                  <a:lnTo>
                    <a:pt x="390" y="128"/>
                  </a:lnTo>
                  <a:lnTo>
                    <a:pt x="390" y="128"/>
                  </a:lnTo>
                  <a:lnTo>
                    <a:pt x="390" y="126"/>
                  </a:lnTo>
                  <a:lnTo>
                    <a:pt x="390" y="126"/>
                  </a:lnTo>
                  <a:lnTo>
                    <a:pt x="390" y="126"/>
                  </a:lnTo>
                  <a:lnTo>
                    <a:pt x="390" y="126"/>
                  </a:lnTo>
                  <a:lnTo>
                    <a:pt x="390" y="126"/>
                  </a:lnTo>
                  <a:lnTo>
                    <a:pt x="390" y="124"/>
                  </a:lnTo>
                  <a:lnTo>
                    <a:pt x="390" y="124"/>
                  </a:lnTo>
                  <a:lnTo>
                    <a:pt x="388" y="124"/>
                  </a:lnTo>
                  <a:lnTo>
                    <a:pt x="388" y="124"/>
                  </a:lnTo>
                  <a:lnTo>
                    <a:pt x="388" y="124"/>
                  </a:lnTo>
                  <a:lnTo>
                    <a:pt x="385" y="124"/>
                  </a:lnTo>
                  <a:lnTo>
                    <a:pt x="385" y="124"/>
                  </a:lnTo>
                  <a:lnTo>
                    <a:pt x="385" y="124"/>
                  </a:lnTo>
                  <a:lnTo>
                    <a:pt x="385" y="124"/>
                  </a:lnTo>
                  <a:lnTo>
                    <a:pt x="383" y="124"/>
                  </a:lnTo>
                  <a:lnTo>
                    <a:pt x="383" y="126"/>
                  </a:lnTo>
                  <a:lnTo>
                    <a:pt x="383" y="126"/>
                  </a:lnTo>
                  <a:lnTo>
                    <a:pt x="383" y="126"/>
                  </a:lnTo>
                  <a:lnTo>
                    <a:pt x="383" y="126"/>
                  </a:lnTo>
                  <a:lnTo>
                    <a:pt x="381" y="126"/>
                  </a:lnTo>
                  <a:lnTo>
                    <a:pt x="381" y="126"/>
                  </a:lnTo>
                  <a:lnTo>
                    <a:pt x="381" y="126"/>
                  </a:lnTo>
                  <a:lnTo>
                    <a:pt x="378" y="126"/>
                  </a:lnTo>
                  <a:lnTo>
                    <a:pt x="378" y="126"/>
                  </a:lnTo>
                  <a:lnTo>
                    <a:pt x="378" y="126"/>
                  </a:lnTo>
                  <a:lnTo>
                    <a:pt x="378" y="126"/>
                  </a:lnTo>
                  <a:lnTo>
                    <a:pt x="376" y="126"/>
                  </a:lnTo>
                  <a:lnTo>
                    <a:pt x="376" y="126"/>
                  </a:lnTo>
                  <a:lnTo>
                    <a:pt x="376" y="126"/>
                  </a:lnTo>
                  <a:lnTo>
                    <a:pt x="374" y="126"/>
                  </a:lnTo>
                  <a:lnTo>
                    <a:pt x="374" y="126"/>
                  </a:lnTo>
                  <a:lnTo>
                    <a:pt x="374" y="126"/>
                  </a:lnTo>
                  <a:lnTo>
                    <a:pt x="374" y="124"/>
                  </a:lnTo>
                  <a:lnTo>
                    <a:pt x="371" y="124"/>
                  </a:lnTo>
                  <a:lnTo>
                    <a:pt x="371" y="124"/>
                  </a:lnTo>
                  <a:lnTo>
                    <a:pt x="371" y="124"/>
                  </a:lnTo>
                  <a:lnTo>
                    <a:pt x="371" y="124"/>
                  </a:lnTo>
                  <a:lnTo>
                    <a:pt x="371" y="124"/>
                  </a:lnTo>
                  <a:lnTo>
                    <a:pt x="369" y="124"/>
                  </a:lnTo>
                  <a:lnTo>
                    <a:pt x="369" y="124"/>
                  </a:lnTo>
                  <a:lnTo>
                    <a:pt x="369" y="124"/>
                  </a:lnTo>
                  <a:lnTo>
                    <a:pt x="366" y="124"/>
                  </a:lnTo>
                  <a:lnTo>
                    <a:pt x="366" y="121"/>
                  </a:lnTo>
                  <a:lnTo>
                    <a:pt x="366" y="121"/>
                  </a:lnTo>
                  <a:lnTo>
                    <a:pt x="366" y="121"/>
                  </a:lnTo>
                  <a:lnTo>
                    <a:pt x="364" y="121"/>
                  </a:lnTo>
                  <a:lnTo>
                    <a:pt x="364" y="121"/>
                  </a:lnTo>
                  <a:lnTo>
                    <a:pt x="364" y="124"/>
                  </a:lnTo>
                  <a:lnTo>
                    <a:pt x="364" y="124"/>
                  </a:lnTo>
                  <a:lnTo>
                    <a:pt x="362" y="124"/>
                  </a:lnTo>
                  <a:lnTo>
                    <a:pt x="362" y="124"/>
                  </a:lnTo>
                  <a:lnTo>
                    <a:pt x="359" y="124"/>
                  </a:lnTo>
                  <a:lnTo>
                    <a:pt x="359" y="124"/>
                  </a:lnTo>
                  <a:lnTo>
                    <a:pt x="359" y="121"/>
                  </a:lnTo>
                  <a:lnTo>
                    <a:pt x="359" y="121"/>
                  </a:lnTo>
                  <a:lnTo>
                    <a:pt x="357" y="121"/>
                  </a:lnTo>
                  <a:lnTo>
                    <a:pt x="357" y="124"/>
                  </a:lnTo>
                  <a:lnTo>
                    <a:pt x="357" y="124"/>
                  </a:lnTo>
                  <a:lnTo>
                    <a:pt x="357" y="124"/>
                  </a:lnTo>
                  <a:lnTo>
                    <a:pt x="357" y="124"/>
                  </a:lnTo>
                  <a:lnTo>
                    <a:pt x="357" y="126"/>
                  </a:lnTo>
                  <a:lnTo>
                    <a:pt x="357" y="126"/>
                  </a:lnTo>
                  <a:lnTo>
                    <a:pt x="355" y="126"/>
                  </a:lnTo>
                  <a:lnTo>
                    <a:pt x="355" y="126"/>
                  </a:lnTo>
                  <a:lnTo>
                    <a:pt x="355" y="126"/>
                  </a:lnTo>
                  <a:lnTo>
                    <a:pt x="352" y="126"/>
                  </a:lnTo>
                  <a:lnTo>
                    <a:pt x="352" y="128"/>
                  </a:lnTo>
                  <a:lnTo>
                    <a:pt x="352" y="128"/>
                  </a:lnTo>
                  <a:lnTo>
                    <a:pt x="352" y="128"/>
                  </a:lnTo>
                  <a:lnTo>
                    <a:pt x="350" y="128"/>
                  </a:lnTo>
                  <a:lnTo>
                    <a:pt x="350" y="128"/>
                  </a:lnTo>
                  <a:lnTo>
                    <a:pt x="350" y="128"/>
                  </a:lnTo>
                  <a:lnTo>
                    <a:pt x="350" y="126"/>
                  </a:lnTo>
                  <a:lnTo>
                    <a:pt x="350" y="126"/>
                  </a:lnTo>
                  <a:lnTo>
                    <a:pt x="350" y="126"/>
                  </a:lnTo>
                  <a:lnTo>
                    <a:pt x="347" y="126"/>
                  </a:lnTo>
                  <a:lnTo>
                    <a:pt x="347" y="124"/>
                  </a:lnTo>
                  <a:lnTo>
                    <a:pt x="347" y="124"/>
                  </a:lnTo>
                  <a:lnTo>
                    <a:pt x="345" y="124"/>
                  </a:lnTo>
                  <a:lnTo>
                    <a:pt x="345" y="124"/>
                  </a:lnTo>
                  <a:lnTo>
                    <a:pt x="345" y="126"/>
                  </a:lnTo>
                  <a:lnTo>
                    <a:pt x="345" y="126"/>
                  </a:lnTo>
                  <a:lnTo>
                    <a:pt x="345" y="126"/>
                  </a:lnTo>
                  <a:lnTo>
                    <a:pt x="343" y="126"/>
                  </a:lnTo>
                  <a:lnTo>
                    <a:pt x="343" y="126"/>
                  </a:lnTo>
                  <a:lnTo>
                    <a:pt x="343" y="126"/>
                  </a:lnTo>
                  <a:lnTo>
                    <a:pt x="340" y="126"/>
                  </a:lnTo>
                  <a:lnTo>
                    <a:pt x="340" y="126"/>
                  </a:lnTo>
                  <a:lnTo>
                    <a:pt x="340" y="126"/>
                  </a:lnTo>
                  <a:lnTo>
                    <a:pt x="340" y="128"/>
                  </a:lnTo>
                  <a:lnTo>
                    <a:pt x="338" y="128"/>
                  </a:lnTo>
                  <a:lnTo>
                    <a:pt x="338" y="128"/>
                  </a:lnTo>
                  <a:lnTo>
                    <a:pt x="338" y="128"/>
                  </a:lnTo>
                  <a:lnTo>
                    <a:pt x="336" y="128"/>
                  </a:lnTo>
                  <a:lnTo>
                    <a:pt x="336" y="128"/>
                  </a:lnTo>
                  <a:lnTo>
                    <a:pt x="333" y="128"/>
                  </a:lnTo>
                  <a:lnTo>
                    <a:pt x="333" y="128"/>
                  </a:lnTo>
                  <a:lnTo>
                    <a:pt x="333" y="128"/>
                  </a:lnTo>
                  <a:lnTo>
                    <a:pt x="333" y="128"/>
                  </a:lnTo>
                  <a:lnTo>
                    <a:pt x="331" y="128"/>
                  </a:lnTo>
                  <a:lnTo>
                    <a:pt x="331" y="128"/>
                  </a:lnTo>
                  <a:lnTo>
                    <a:pt x="331" y="128"/>
                  </a:lnTo>
                  <a:lnTo>
                    <a:pt x="329" y="128"/>
                  </a:lnTo>
                  <a:lnTo>
                    <a:pt x="329" y="128"/>
                  </a:lnTo>
                  <a:lnTo>
                    <a:pt x="326" y="128"/>
                  </a:lnTo>
                  <a:lnTo>
                    <a:pt x="326" y="128"/>
                  </a:lnTo>
                  <a:lnTo>
                    <a:pt x="326" y="128"/>
                  </a:lnTo>
                  <a:lnTo>
                    <a:pt x="324" y="128"/>
                  </a:lnTo>
                  <a:lnTo>
                    <a:pt x="324" y="128"/>
                  </a:lnTo>
                  <a:lnTo>
                    <a:pt x="324" y="128"/>
                  </a:lnTo>
                  <a:lnTo>
                    <a:pt x="321" y="128"/>
                  </a:lnTo>
                  <a:lnTo>
                    <a:pt x="321" y="128"/>
                  </a:lnTo>
                  <a:lnTo>
                    <a:pt x="321" y="128"/>
                  </a:lnTo>
                  <a:lnTo>
                    <a:pt x="319" y="128"/>
                  </a:lnTo>
                  <a:lnTo>
                    <a:pt x="319" y="128"/>
                  </a:lnTo>
                  <a:lnTo>
                    <a:pt x="319" y="128"/>
                  </a:lnTo>
                  <a:lnTo>
                    <a:pt x="317" y="128"/>
                  </a:lnTo>
                  <a:lnTo>
                    <a:pt x="317" y="128"/>
                  </a:lnTo>
                  <a:lnTo>
                    <a:pt x="317" y="128"/>
                  </a:lnTo>
                  <a:lnTo>
                    <a:pt x="314" y="128"/>
                  </a:lnTo>
                  <a:lnTo>
                    <a:pt x="314" y="128"/>
                  </a:lnTo>
                  <a:lnTo>
                    <a:pt x="314" y="128"/>
                  </a:lnTo>
                  <a:lnTo>
                    <a:pt x="312" y="128"/>
                  </a:lnTo>
                  <a:lnTo>
                    <a:pt x="312" y="128"/>
                  </a:lnTo>
                  <a:lnTo>
                    <a:pt x="312" y="131"/>
                  </a:lnTo>
                  <a:lnTo>
                    <a:pt x="312" y="131"/>
                  </a:lnTo>
                  <a:lnTo>
                    <a:pt x="310" y="131"/>
                  </a:lnTo>
                  <a:lnTo>
                    <a:pt x="310" y="131"/>
                  </a:lnTo>
                  <a:lnTo>
                    <a:pt x="310" y="131"/>
                  </a:lnTo>
                  <a:lnTo>
                    <a:pt x="307" y="131"/>
                  </a:lnTo>
                  <a:lnTo>
                    <a:pt x="307" y="131"/>
                  </a:lnTo>
                  <a:lnTo>
                    <a:pt x="307" y="131"/>
                  </a:lnTo>
                  <a:lnTo>
                    <a:pt x="307" y="133"/>
                  </a:lnTo>
                  <a:lnTo>
                    <a:pt x="305" y="133"/>
                  </a:lnTo>
                  <a:lnTo>
                    <a:pt x="305" y="133"/>
                  </a:lnTo>
                  <a:lnTo>
                    <a:pt x="305" y="133"/>
                  </a:lnTo>
                  <a:lnTo>
                    <a:pt x="305" y="133"/>
                  </a:lnTo>
                  <a:lnTo>
                    <a:pt x="303" y="133"/>
                  </a:lnTo>
                  <a:lnTo>
                    <a:pt x="303" y="135"/>
                  </a:lnTo>
                  <a:lnTo>
                    <a:pt x="303" y="135"/>
                  </a:lnTo>
                  <a:lnTo>
                    <a:pt x="300" y="135"/>
                  </a:lnTo>
                  <a:lnTo>
                    <a:pt x="300" y="135"/>
                  </a:lnTo>
                  <a:lnTo>
                    <a:pt x="300" y="135"/>
                  </a:lnTo>
                  <a:lnTo>
                    <a:pt x="300" y="135"/>
                  </a:lnTo>
                  <a:lnTo>
                    <a:pt x="298" y="135"/>
                  </a:lnTo>
                  <a:lnTo>
                    <a:pt x="298" y="135"/>
                  </a:lnTo>
                  <a:lnTo>
                    <a:pt x="298" y="135"/>
                  </a:lnTo>
                  <a:lnTo>
                    <a:pt x="298" y="135"/>
                  </a:lnTo>
                  <a:lnTo>
                    <a:pt x="295" y="135"/>
                  </a:lnTo>
                  <a:lnTo>
                    <a:pt x="295" y="138"/>
                  </a:lnTo>
                  <a:lnTo>
                    <a:pt x="295" y="138"/>
                  </a:lnTo>
                  <a:lnTo>
                    <a:pt x="293" y="138"/>
                  </a:lnTo>
                  <a:lnTo>
                    <a:pt x="293" y="138"/>
                  </a:lnTo>
                  <a:lnTo>
                    <a:pt x="293" y="138"/>
                  </a:lnTo>
                  <a:lnTo>
                    <a:pt x="291" y="138"/>
                  </a:lnTo>
                  <a:lnTo>
                    <a:pt x="291" y="138"/>
                  </a:lnTo>
                  <a:lnTo>
                    <a:pt x="291" y="138"/>
                  </a:lnTo>
                  <a:lnTo>
                    <a:pt x="291" y="138"/>
                  </a:lnTo>
                  <a:lnTo>
                    <a:pt x="288" y="138"/>
                  </a:lnTo>
                  <a:lnTo>
                    <a:pt x="288" y="138"/>
                  </a:lnTo>
                  <a:lnTo>
                    <a:pt x="286" y="138"/>
                  </a:lnTo>
                  <a:lnTo>
                    <a:pt x="286" y="138"/>
                  </a:lnTo>
                  <a:lnTo>
                    <a:pt x="286" y="138"/>
                  </a:lnTo>
                  <a:lnTo>
                    <a:pt x="284" y="138"/>
                  </a:lnTo>
                  <a:lnTo>
                    <a:pt x="284" y="140"/>
                  </a:lnTo>
                  <a:lnTo>
                    <a:pt x="284" y="140"/>
                  </a:lnTo>
                  <a:lnTo>
                    <a:pt x="284" y="140"/>
                  </a:lnTo>
                  <a:lnTo>
                    <a:pt x="281" y="140"/>
                  </a:lnTo>
                  <a:lnTo>
                    <a:pt x="281" y="140"/>
                  </a:lnTo>
                  <a:lnTo>
                    <a:pt x="279" y="140"/>
                  </a:lnTo>
                  <a:lnTo>
                    <a:pt x="279" y="138"/>
                  </a:lnTo>
                  <a:lnTo>
                    <a:pt x="279" y="138"/>
                  </a:lnTo>
                  <a:lnTo>
                    <a:pt x="279" y="138"/>
                  </a:lnTo>
                  <a:lnTo>
                    <a:pt x="276" y="138"/>
                  </a:lnTo>
                  <a:lnTo>
                    <a:pt x="276" y="138"/>
                  </a:lnTo>
                  <a:lnTo>
                    <a:pt x="276" y="138"/>
                  </a:lnTo>
                  <a:lnTo>
                    <a:pt x="274" y="138"/>
                  </a:lnTo>
                  <a:lnTo>
                    <a:pt x="274" y="138"/>
                  </a:lnTo>
                  <a:lnTo>
                    <a:pt x="272" y="138"/>
                  </a:lnTo>
                  <a:lnTo>
                    <a:pt x="272" y="138"/>
                  </a:lnTo>
                  <a:lnTo>
                    <a:pt x="272" y="138"/>
                  </a:lnTo>
                  <a:lnTo>
                    <a:pt x="272" y="138"/>
                  </a:lnTo>
                  <a:lnTo>
                    <a:pt x="269" y="138"/>
                  </a:lnTo>
                  <a:lnTo>
                    <a:pt x="269" y="138"/>
                  </a:lnTo>
                  <a:lnTo>
                    <a:pt x="269" y="135"/>
                  </a:lnTo>
                  <a:lnTo>
                    <a:pt x="267" y="135"/>
                  </a:lnTo>
                  <a:lnTo>
                    <a:pt x="267" y="135"/>
                  </a:lnTo>
                  <a:lnTo>
                    <a:pt x="267" y="135"/>
                  </a:lnTo>
                  <a:lnTo>
                    <a:pt x="267" y="135"/>
                  </a:lnTo>
                  <a:lnTo>
                    <a:pt x="267" y="135"/>
                  </a:lnTo>
                  <a:lnTo>
                    <a:pt x="265" y="135"/>
                  </a:lnTo>
                  <a:lnTo>
                    <a:pt x="265" y="135"/>
                  </a:lnTo>
                  <a:lnTo>
                    <a:pt x="265" y="133"/>
                  </a:lnTo>
                  <a:lnTo>
                    <a:pt x="265" y="133"/>
                  </a:lnTo>
                  <a:lnTo>
                    <a:pt x="262" y="133"/>
                  </a:lnTo>
                  <a:lnTo>
                    <a:pt x="262" y="133"/>
                  </a:lnTo>
                  <a:lnTo>
                    <a:pt x="260" y="133"/>
                  </a:lnTo>
                  <a:lnTo>
                    <a:pt x="260" y="133"/>
                  </a:lnTo>
                  <a:lnTo>
                    <a:pt x="260" y="133"/>
                  </a:lnTo>
                  <a:lnTo>
                    <a:pt x="260" y="135"/>
                  </a:lnTo>
                  <a:lnTo>
                    <a:pt x="258" y="135"/>
                  </a:lnTo>
                  <a:lnTo>
                    <a:pt x="258" y="135"/>
                  </a:lnTo>
                  <a:lnTo>
                    <a:pt x="258" y="135"/>
                  </a:lnTo>
                  <a:lnTo>
                    <a:pt x="258" y="135"/>
                  </a:lnTo>
                  <a:lnTo>
                    <a:pt x="255" y="135"/>
                  </a:lnTo>
                  <a:lnTo>
                    <a:pt x="255" y="135"/>
                  </a:lnTo>
                  <a:lnTo>
                    <a:pt x="255" y="135"/>
                  </a:lnTo>
                  <a:lnTo>
                    <a:pt x="253" y="135"/>
                  </a:lnTo>
                  <a:lnTo>
                    <a:pt x="253" y="135"/>
                  </a:lnTo>
                  <a:lnTo>
                    <a:pt x="253" y="135"/>
                  </a:lnTo>
                  <a:lnTo>
                    <a:pt x="253" y="138"/>
                  </a:lnTo>
                  <a:lnTo>
                    <a:pt x="250" y="138"/>
                  </a:lnTo>
                  <a:lnTo>
                    <a:pt x="250" y="138"/>
                  </a:lnTo>
                  <a:lnTo>
                    <a:pt x="250" y="138"/>
                  </a:lnTo>
                  <a:lnTo>
                    <a:pt x="248" y="138"/>
                  </a:lnTo>
                  <a:lnTo>
                    <a:pt x="248" y="138"/>
                  </a:lnTo>
                  <a:lnTo>
                    <a:pt x="248" y="138"/>
                  </a:lnTo>
                  <a:lnTo>
                    <a:pt x="246" y="138"/>
                  </a:lnTo>
                  <a:lnTo>
                    <a:pt x="246" y="138"/>
                  </a:lnTo>
                  <a:lnTo>
                    <a:pt x="246" y="140"/>
                  </a:lnTo>
                  <a:lnTo>
                    <a:pt x="246" y="140"/>
                  </a:lnTo>
                  <a:lnTo>
                    <a:pt x="246" y="140"/>
                  </a:lnTo>
                  <a:lnTo>
                    <a:pt x="243" y="140"/>
                  </a:lnTo>
                  <a:lnTo>
                    <a:pt x="243" y="140"/>
                  </a:lnTo>
                  <a:lnTo>
                    <a:pt x="243" y="140"/>
                  </a:lnTo>
                  <a:lnTo>
                    <a:pt x="243" y="140"/>
                  </a:lnTo>
                  <a:lnTo>
                    <a:pt x="241" y="140"/>
                  </a:lnTo>
                  <a:lnTo>
                    <a:pt x="241" y="140"/>
                  </a:lnTo>
                  <a:lnTo>
                    <a:pt x="239" y="140"/>
                  </a:lnTo>
                  <a:lnTo>
                    <a:pt x="239" y="140"/>
                  </a:lnTo>
                  <a:lnTo>
                    <a:pt x="239" y="140"/>
                  </a:lnTo>
                  <a:lnTo>
                    <a:pt x="236" y="140"/>
                  </a:lnTo>
                  <a:lnTo>
                    <a:pt x="236" y="140"/>
                  </a:lnTo>
                  <a:lnTo>
                    <a:pt x="236" y="140"/>
                  </a:lnTo>
                  <a:lnTo>
                    <a:pt x="234" y="140"/>
                  </a:lnTo>
                  <a:lnTo>
                    <a:pt x="234" y="140"/>
                  </a:lnTo>
                  <a:lnTo>
                    <a:pt x="234" y="138"/>
                  </a:lnTo>
                  <a:lnTo>
                    <a:pt x="234" y="138"/>
                  </a:lnTo>
                  <a:lnTo>
                    <a:pt x="234" y="138"/>
                  </a:lnTo>
                  <a:lnTo>
                    <a:pt x="234" y="138"/>
                  </a:lnTo>
                  <a:lnTo>
                    <a:pt x="234" y="135"/>
                  </a:lnTo>
                  <a:lnTo>
                    <a:pt x="232" y="135"/>
                  </a:lnTo>
                  <a:lnTo>
                    <a:pt x="232" y="135"/>
                  </a:lnTo>
                  <a:lnTo>
                    <a:pt x="232" y="135"/>
                  </a:lnTo>
                  <a:lnTo>
                    <a:pt x="229" y="135"/>
                  </a:lnTo>
                  <a:lnTo>
                    <a:pt x="229" y="135"/>
                  </a:lnTo>
                  <a:lnTo>
                    <a:pt x="229" y="135"/>
                  </a:lnTo>
                  <a:lnTo>
                    <a:pt x="227" y="135"/>
                  </a:lnTo>
                  <a:lnTo>
                    <a:pt x="227" y="135"/>
                  </a:lnTo>
                  <a:lnTo>
                    <a:pt x="227" y="135"/>
                  </a:lnTo>
                  <a:lnTo>
                    <a:pt x="227" y="135"/>
                  </a:lnTo>
                  <a:lnTo>
                    <a:pt x="227" y="138"/>
                  </a:lnTo>
                  <a:lnTo>
                    <a:pt x="227" y="138"/>
                  </a:lnTo>
                  <a:lnTo>
                    <a:pt x="227" y="140"/>
                  </a:lnTo>
                  <a:lnTo>
                    <a:pt x="224" y="140"/>
                  </a:lnTo>
                  <a:lnTo>
                    <a:pt x="224" y="140"/>
                  </a:lnTo>
                  <a:lnTo>
                    <a:pt x="224" y="143"/>
                  </a:lnTo>
                  <a:lnTo>
                    <a:pt x="224" y="143"/>
                  </a:lnTo>
                  <a:lnTo>
                    <a:pt x="224" y="145"/>
                  </a:lnTo>
                  <a:lnTo>
                    <a:pt x="224" y="145"/>
                  </a:lnTo>
                  <a:lnTo>
                    <a:pt x="224" y="145"/>
                  </a:lnTo>
                  <a:lnTo>
                    <a:pt x="224" y="145"/>
                  </a:lnTo>
                  <a:lnTo>
                    <a:pt x="224" y="145"/>
                  </a:lnTo>
                  <a:lnTo>
                    <a:pt x="224" y="147"/>
                  </a:lnTo>
                  <a:lnTo>
                    <a:pt x="227" y="147"/>
                  </a:lnTo>
                  <a:lnTo>
                    <a:pt x="227" y="147"/>
                  </a:lnTo>
                  <a:lnTo>
                    <a:pt x="227" y="147"/>
                  </a:lnTo>
                  <a:lnTo>
                    <a:pt x="227" y="150"/>
                  </a:lnTo>
                  <a:lnTo>
                    <a:pt x="227" y="150"/>
                  </a:lnTo>
                  <a:lnTo>
                    <a:pt x="227" y="150"/>
                  </a:lnTo>
                  <a:lnTo>
                    <a:pt x="227" y="150"/>
                  </a:lnTo>
                  <a:lnTo>
                    <a:pt x="227" y="152"/>
                  </a:lnTo>
                  <a:lnTo>
                    <a:pt x="227" y="152"/>
                  </a:lnTo>
                  <a:lnTo>
                    <a:pt x="224" y="152"/>
                  </a:lnTo>
                  <a:lnTo>
                    <a:pt x="224" y="150"/>
                  </a:lnTo>
                  <a:lnTo>
                    <a:pt x="224" y="150"/>
                  </a:lnTo>
                  <a:lnTo>
                    <a:pt x="224" y="150"/>
                  </a:lnTo>
                  <a:lnTo>
                    <a:pt x="224" y="152"/>
                  </a:lnTo>
                  <a:lnTo>
                    <a:pt x="222" y="152"/>
                  </a:lnTo>
                  <a:lnTo>
                    <a:pt x="222" y="152"/>
                  </a:lnTo>
                  <a:lnTo>
                    <a:pt x="220" y="152"/>
                  </a:lnTo>
                  <a:lnTo>
                    <a:pt x="220" y="152"/>
                  </a:lnTo>
                  <a:lnTo>
                    <a:pt x="220" y="154"/>
                  </a:lnTo>
                  <a:lnTo>
                    <a:pt x="220" y="154"/>
                  </a:lnTo>
                  <a:lnTo>
                    <a:pt x="220" y="154"/>
                  </a:lnTo>
                  <a:lnTo>
                    <a:pt x="220" y="157"/>
                  </a:lnTo>
                  <a:lnTo>
                    <a:pt x="220" y="157"/>
                  </a:lnTo>
                  <a:lnTo>
                    <a:pt x="220" y="157"/>
                  </a:lnTo>
                  <a:lnTo>
                    <a:pt x="220" y="157"/>
                  </a:lnTo>
                  <a:lnTo>
                    <a:pt x="217" y="157"/>
                  </a:lnTo>
                  <a:lnTo>
                    <a:pt x="217" y="157"/>
                  </a:lnTo>
                  <a:lnTo>
                    <a:pt x="217" y="159"/>
                  </a:lnTo>
                  <a:lnTo>
                    <a:pt x="217" y="159"/>
                  </a:lnTo>
                  <a:lnTo>
                    <a:pt x="217" y="159"/>
                  </a:lnTo>
                  <a:lnTo>
                    <a:pt x="217" y="162"/>
                  </a:lnTo>
                  <a:lnTo>
                    <a:pt x="215" y="162"/>
                  </a:lnTo>
                  <a:lnTo>
                    <a:pt x="215" y="159"/>
                  </a:lnTo>
                  <a:lnTo>
                    <a:pt x="215" y="159"/>
                  </a:lnTo>
                  <a:lnTo>
                    <a:pt x="213" y="159"/>
                  </a:lnTo>
                  <a:lnTo>
                    <a:pt x="213" y="159"/>
                  </a:lnTo>
                  <a:lnTo>
                    <a:pt x="213" y="159"/>
                  </a:lnTo>
                  <a:lnTo>
                    <a:pt x="213" y="159"/>
                  </a:lnTo>
                  <a:lnTo>
                    <a:pt x="210" y="159"/>
                  </a:lnTo>
                  <a:lnTo>
                    <a:pt x="210" y="157"/>
                  </a:lnTo>
                  <a:lnTo>
                    <a:pt x="210" y="157"/>
                  </a:lnTo>
                  <a:lnTo>
                    <a:pt x="213" y="157"/>
                  </a:lnTo>
                  <a:lnTo>
                    <a:pt x="213" y="154"/>
                  </a:lnTo>
                  <a:lnTo>
                    <a:pt x="210" y="154"/>
                  </a:lnTo>
                  <a:lnTo>
                    <a:pt x="210" y="154"/>
                  </a:lnTo>
                  <a:lnTo>
                    <a:pt x="210" y="154"/>
                  </a:lnTo>
                  <a:lnTo>
                    <a:pt x="210" y="154"/>
                  </a:lnTo>
                  <a:lnTo>
                    <a:pt x="210" y="152"/>
                  </a:lnTo>
                  <a:lnTo>
                    <a:pt x="210" y="152"/>
                  </a:lnTo>
                  <a:lnTo>
                    <a:pt x="210" y="152"/>
                  </a:lnTo>
                  <a:lnTo>
                    <a:pt x="208" y="152"/>
                  </a:lnTo>
                  <a:lnTo>
                    <a:pt x="208" y="150"/>
                  </a:lnTo>
                  <a:lnTo>
                    <a:pt x="208" y="150"/>
                  </a:lnTo>
                  <a:lnTo>
                    <a:pt x="208" y="150"/>
                  </a:lnTo>
                  <a:lnTo>
                    <a:pt x="208" y="147"/>
                  </a:lnTo>
                  <a:lnTo>
                    <a:pt x="208" y="147"/>
                  </a:lnTo>
                  <a:lnTo>
                    <a:pt x="208" y="147"/>
                  </a:lnTo>
                  <a:lnTo>
                    <a:pt x="210" y="147"/>
                  </a:lnTo>
                  <a:lnTo>
                    <a:pt x="210" y="145"/>
                  </a:lnTo>
                  <a:lnTo>
                    <a:pt x="210" y="145"/>
                  </a:lnTo>
                  <a:lnTo>
                    <a:pt x="210" y="145"/>
                  </a:lnTo>
                  <a:lnTo>
                    <a:pt x="210" y="145"/>
                  </a:lnTo>
                  <a:lnTo>
                    <a:pt x="210" y="145"/>
                  </a:lnTo>
                  <a:lnTo>
                    <a:pt x="213" y="145"/>
                  </a:lnTo>
                  <a:lnTo>
                    <a:pt x="213" y="145"/>
                  </a:lnTo>
                  <a:lnTo>
                    <a:pt x="213" y="143"/>
                  </a:lnTo>
                  <a:lnTo>
                    <a:pt x="213" y="143"/>
                  </a:lnTo>
                  <a:lnTo>
                    <a:pt x="213" y="143"/>
                  </a:lnTo>
                  <a:lnTo>
                    <a:pt x="215" y="143"/>
                  </a:lnTo>
                  <a:lnTo>
                    <a:pt x="215" y="143"/>
                  </a:lnTo>
                  <a:lnTo>
                    <a:pt x="215" y="140"/>
                  </a:lnTo>
                  <a:lnTo>
                    <a:pt x="217" y="140"/>
                  </a:lnTo>
                  <a:lnTo>
                    <a:pt x="217" y="140"/>
                  </a:lnTo>
                  <a:lnTo>
                    <a:pt x="217" y="138"/>
                  </a:lnTo>
                  <a:lnTo>
                    <a:pt x="217" y="138"/>
                  </a:lnTo>
                  <a:lnTo>
                    <a:pt x="217" y="135"/>
                  </a:lnTo>
                  <a:lnTo>
                    <a:pt x="217" y="135"/>
                  </a:lnTo>
                  <a:lnTo>
                    <a:pt x="215" y="135"/>
                  </a:lnTo>
                  <a:lnTo>
                    <a:pt x="215" y="135"/>
                  </a:lnTo>
                  <a:lnTo>
                    <a:pt x="215" y="135"/>
                  </a:lnTo>
                  <a:lnTo>
                    <a:pt x="213" y="135"/>
                  </a:lnTo>
                  <a:lnTo>
                    <a:pt x="213" y="133"/>
                  </a:lnTo>
                  <a:lnTo>
                    <a:pt x="213" y="133"/>
                  </a:lnTo>
                  <a:lnTo>
                    <a:pt x="213" y="135"/>
                  </a:lnTo>
                  <a:lnTo>
                    <a:pt x="213" y="135"/>
                  </a:lnTo>
                  <a:lnTo>
                    <a:pt x="213" y="135"/>
                  </a:lnTo>
                  <a:lnTo>
                    <a:pt x="210" y="135"/>
                  </a:lnTo>
                  <a:lnTo>
                    <a:pt x="210" y="135"/>
                  </a:lnTo>
                  <a:lnTo>
                    <a:pt x="210" y="135"/>
                  </a:lnTo>
                  <a:lnTo>
                    <a:pt x="210" y="135"/>
                  </a:lnTo>
                  <a:lnTo>
                    <a:pt x="210" y="138"/>
                  </a:lnTo>
                  <a:lnTo>
                    <a:pt x="208" y="138"/>
                  </a:lnTo>
                  <a:lnTo>
                    <a:pt x="208" y="138"/>
                  </a:lnTo>
                  <a:lnTo>
                    <a:pt x="208" y="138"/>
                  </a:lnTo>
                  <a:lnTo>
                    <a:pt x="208" y="140"/>
                  </a:lnTo>
                  <a:lnTo>
                    <a:pt x="205" y="140"/>
                  </a:lnTo>
                  <a:lnTo>
                    <a:pt x="205" y="140"/>
                  </a:lnTo>
                  <a:lnTo>
                    <a:pt x="205" y="140"/>
                  </a:lnTo>
                  <a:lnTo>
                    <a:pt x="205" y="143"/>
                  </a:lnTo>
                  <a:lnTo>
                    <a:pt x="205" y="143"/>
                  </a:lnTo>
                  <a:lnTo>
                    <a:pt x="205" y="143"/>
                  </a:lnTo>
                  <a:lnTo>
                    <a:pt x="203" y="143"/>
                  </a:lnTo>
                  <a:lnTo>
                    <a:pt x="203" y="143"/>
                  </a:lnTo>
                  <a:lnTo>
                    <a:pt x="201" y="143"/>
                  </a:lnTo>
                  <a:lnTo>
                    <a:pt x="201" y="143"/>
                  </a:lnTo>
                  <a:lnTo>
                    <a:pt x="201" y="143"/>
                  </a:lnTo>
                  <a:lnTo>
                    <a:pt x="201" y="143"/>
                  </a:lnTo>
                  <a:lnTo>
                    <a:pt x="201" y="143"/>
                  </a:lnTo>
                  <a:lnTo>
                    <a:pt x="198" y="143"/>
                  </a:lnTo>
                  <a:lnTo>
                    <a:pt x="198" y="143"/>
                  </a:lnTo>
                  <a:lnTo>
                    <a:pt x="198" y="143"/>
                  </a:lnTo>
                  <a:lnTo>
                    <a:pt x="196" y="143"/>
                  </a:lnTo>
                  <a:lnTo>
                    <a:pt x="196" y="143"/>
                  </a:lnTo>
                  <a:lnTo>
                    <a:pt x="196" y="143"/>
                  </a:lnTo>
                  <a:lnTo>
                    <a:pt x="194" y="143"/>
                  </a:lnTo>
                  <a:lnTo>
                    <a:pt x="194" y="140"/>
                  </a:lnTo>
                  <a:lnTo>
                    <a:pt x="194" y="140"/>
                  </a:lnTo>
                  <a:lnTo>
                    <a:pt x="194" y="140"/>
                  </a:lnTo>
                  <a:lnTo>
                    <a:pt x="194" y="140"/>
                  </a:lnTo>
                  <a:lnTo>
                    <a:pt x="191" y="140"/>
                  </a:lnTo>
                  <a:lnTo>
                    <a:pt x="191" y="140"/>
                  </a:lnTo>
                  <a:lnTo>
                    <a:pt x="191" y="138"/>
                  </a:lnTo>
                  <a:lnTo>
                    <a:pt x="191" y="138"/>
                  </a:lnTo>
                  <a:lnTo>
                    <a:pt x="189" y="138"/>
                  </a:lnTo>
                  <a:lnTo>
                    <a:pt x="189" y="138"/>
                  </a:lnTo>
                  <a:lnTo>
                    <a:pt x="189" y="138"/>
                  </a:lnTo>
                  <a:lnTo>
                    <a:pt x="187" y="138"/>
                  </a:lnTo>
                  <a:lnTo>
                    <a:pt x="187" y="135"/>
                  </a:lnTo>
                  <a:lnTo>
                    <a:pt x="187" y="135"/>
                  </a:lnTo>
                  <a:lnTo>
                    <a:pt x="187" y="135"/>
                  </a:lnTo>
                  <a:lnTo>
                    <a:pt x="184" y="135"/>
                  </a:lnTo>
                  <a:lnTo>
                    <a:pt x="184" y="135"/>
                  </a:lnTo>
                  <a:lnTo>
                    <a:pt x="184" y="138"/>
                  </a:lnTo>
                  <a:lnTo>
                    <a:pt x="184" y="138"/>
                  </a:lnTo>
                  <a:lnTo>
                    <a:pt x="182" y="138"/>
                  </a:lnTo>
                  <a:lnTo>
                    <a:pt x="182" y="138"/>
                  </a:lnTo>
                  <a:lnTo>
                    <a:pt x="182" y="138"/>
                  </a:lnTo>
                  <a:lnTo>
                    <a:pt x="179" y="138"/>
                  </a:lnTo>
                  <a:lnTo>
                    <a:pt x="179" y="140"/>
                  </a:lnTo>
                  <a:lnTo>
                    <a:pt x="179" y="140"/>
                  </a:lnTo>
                  <a:lnTo>
                    <a:pt x="179" y="140"/>
                  </a:lnTo>
                  <a:lnTo>
                    <a:pt x="179" y="140"/>
                  </a:lnTo>
                  <a:lnTo>
                    <a:pt x="177" y="140"/>
                  </a:lnTo>
                  <a:lnTo>
                    <a:pt x="177" y="143"/>
                  </a:lnTo>
                  <a:lnTo>
                    <a:pt x="177" y="143"/>
                  </a:lnTo>
                  <a:lnTo>
                    <a:pt x="177" y="143"/>
                  </a:lnTo>
                  <a:lnTo>
                    <a:pt x="177" y="143"/>
                  </a:lnTo>
                  <a:lnTo>
                    <a:pt x="175" y="143"/>
                  </a:lnTo>
                  <a:lnTo>
                    <a:pt x="175" y="145"/>
                  </a:lnTo>
                  <a:lnTo>
                    <a:pt x="175" y="145"/>
                  </a:lnTo>
                  <a:lnTo>
                    <a:pt x="175" y="145"/>
                  </a:lnTo>
                  <a:lnTo>
                    <a:pt x="172" y="145"/>
                  </a:lnTo>
                  <a:lnTo>
                    <a:pt x="172" y="145"/>
                  </a:lnTo>
                  <a:lnTo>
                    <a:pt x="172" y="145"/>
                  </a:lnTo>
                  <a:lnTo>
                    <a:pt x="172" y="147"/>
                  </a:lnTo>
                  <a:lnTo>
                    <a:pt x="172" y="147"/>
                  </a:lnTo>
                  <a:lnTo>
                    <a:pt x="172" y="150"/>
                  </a:lnTo>
                  <a:lnTo>
                    <a:pt x="172" y="150"/>
                  </a:lnTo>
                  <a:lnTo>
                    <a:pt x="170" y="150"/>
                  </a:lnTo>
                  <a:lnTo>
                    <a:pt x="170" y="150"/>
                  </a:lnTo>
                  <a:lnTo>
                    <a:pt x="170" y="150"/>
                  </a:lnTo>
                  <a:lnTo>
                    <a:pt x="170" y="152"/>
                  </a:lnTo>
                  <a:lnTo>
                    <a:pt x="170" y="152"/>
                  </a:lnTo>
                  <a:lnTo>
                    <a:pt x="168" y="152"/>
                  </a:lnTo>
                  <a:lnTo>
                    <a:pt x="168" y="150"/>
                  </a:lnTo>
                  <a:lnTo>
                    <a:pt x="168" y="150"/>
                  </a:lnTo>
                  <a:lnTo>
                    <a:pt x="168" y="150"/>
                  </a:lnTo>
                  <a:lnTo>
                    <a:pt x="168" y="150"/>
                  </a:lnTo>
                  <a:lnTo>
                    <a:pt x="165" y="150"/>
                  </a:lnTo>
                  <a:lnTo>
                    <a:pt x="165" y="152"/>
                  </a:lnTo>
                  <a:lnTo>
                    <a:pt x="165" y="152"/>
                  </a:lnTo>
                  <a:lnTo>
                    <a:pt x="165" y="152"/>
                  </a:lnTo>
                  <a:lnTo>
                    <a:pt x="165" y="152"/>
                  </a:lnTo>
                  <a:lnTo>
                    <a:pt x="165" y="154"/>
                  </a:lnTo>
                  <a:lnTo>
                    <a:pt x="163" y="154"/>
                  </a:lnTo>
                  <a:lnTo>
                    <a:pt x="163" y="154"/>
                  </a:lnTo>
                  <a:lnTo>
                    <a:pt x="160" y="154"/>
                  </a:lnTo>
                  <a:lnTo>
                    <a:pt x="160" y="154"/>
                  </a:lnTo>
                  <a:lnTo>
                    <a:pt x="160" y="154"/>
                  </a:lnTo>
                  <a:lnTo>
                    <a:pt x="160" y="154"/>
                  </a:lnTo>
                  <a:lnTo>
                    <a:pt x="160" y="154"/>
                  </a:lnTo>
                  <a:lnTo>
                    <a:pt x="158" y="154"/>
                  </a:lnTo>
                  <a:lnTo>
                    <a:pt x="158" y="154"/>
                  </a:lnTo>
                  <a:lnTo>
                    <a:pt x="158" y="154"/>
                  </a:lnTo>
                  <a:lnTo>
                    <a:pt x="156" y="154"/>
                  </a:lnTo>
                  <a:lnTo>
                    <a:pt x="156" y="154"/>
                  </a:lnTo>
                  <a:lnTo>
                    <a:pt x="153" y="154"/>
                  </a:lnTo>
                  <a:lnTo>
                    <a:pt x="153" y="154"/>
                  </a:lnTo>
                  <a:lnTo>
                    <a:pt x="153" y="154"/>
                  </a:lnTo>
                  <a:lnTo>
                    <a:pt x="151" y="154"/>
                  </a:lnTo>
                  <a:lnTo>
                    <a:pt x="151" y="154"/>
                  </a:lnTo>
                  <a:lnTo>
                    <a:pt x="151" y="154"/>
                  </a:lnTo>
                  <a:lnTo>
                    <a:pt x="151" y="154"/>
                  </a:lnTo>
                  <a:lnTo>
                    <a:pt x="151" y="154"/>
                  </a:lnTo>
                  <a:lnTo>
                    <a:pt x="149" y="154"/>
                  </a:lnTo>
                  <a:lnTo>
                    <a:pt x="149" y="154"/>
                  </a:lnTo>
                  <a:lnTo>
                    <a:pt x="149" y="154"/>
                  </a:lnTo>
                  <a:lnTo>
                    <a:pt x="146" y="154"/>
                  </a:lnTo>
                  <a:lnTo>
                    <a:pt x="146" y="154"/>
                  </a:lnTo>
                  <a:lnTo>
                    <a:pt x="146" y="154"/>
                  </a:lnTo>
                  <a:lnTo>
                    <a:pt x="146" y="154"/>
                  </a:lnTo>
                  <a:lnTo>
                    <a:pt x="146" y="157"/>
                  </a:lnTo>
                  <a:lnTo>
                    <a:pt x="144" y="157"/>
                  </a:lnTo>
                  <a:lnTo>
                    <a:pt x="144" y="157"/>
                  </a:lnTo>
                  <a:lnTo>
                    <a:pt x="144" y="157"/>
                  </a:lnTo>
                  <a:lnTo>
                    <a:pt x="142" y="157"/>
                  </a:lnTo>
                  <a:lnTo>
                    <a:pt x="142" y="157"/>
                  </a:lnTo>
                  <a:lnTo>
                    <a:pt x="142" y="154"/>
                  </a:lnTo>
                  <a:lnTo>
                    <a:pt x="139" y="154"/>
                  </a:lnTo>
                  <a:lnTo>
                    <a:pt x="139" y="154"/>
                  </a:lnTo>
                  <a:lnTo>
                    <a:pt x="139" y="154"/>
                  </a:lnTo>
                  <a:lnTo>
                    <a:pt x="139" y="154"/>
                  </a:lnTo>
                  <a:lnTo>
                    <a:pt x="137" y="154"/>
                  </a:lnTo>
                  <a:lnTo>
                    <a:pt x="137" y="154"/>
                  </a:lnTo>
                  <a:lnTo>
                    <a:pt x="137" y="154"/>
                  </a:lnTo>
                  <a:lnTo>
                    <a:pt x="137" y="154"/>
                  </a:lnTo>
                  <a:lnTo>
                    <a:pt x="134" y="154"/>
                  </a:lnTo>
                  <a:lnTo>
                    <a:pt x="134" y="152"/>
                  </a:lnTo>
                  <a:lnTo>
                    <a:pt x="134" y="152"/>
                  </a:lnTo>
                  <a:lnTo>
                    <a:pt x="134" y="152"/>
                  </a:lnTo>
                  <a:lnTo>
                    <a:pt x="132" y="152"/>
                  </a:lnTo>
                  <a:lnTo>
                    <a:pt x="132" y="152"/>
                  </a:lnTo>
                  <a:lnTo>
                    <a:pt x="132" y="150"/>
                  </a:lnTo>
                  <a:lnTo>
                    <a:pt x="132" y="150"/>
                  </a:lnTo>
                  <a:lnTo>
                    <a:pt x="132" y="150"/>
                  </a:lnTo>
                  <a:lnTo>
                    <a:pt x="132" y="147"/>
                  </a:lnTo>
                  <a:lnTo>
                    <a:pt x="130" y="147"/>
                  </a:lnTo>
                  <a:lnTo>
                    <a:pt x="130" y="147"/>
                  </a:lnTo>
                  <a:lnTo>
                    <a:pt x="130" y="145"/>
                  </a:lnTo>
                  <a:lnTo>
                    <a:pt x="130" y="145"/>
                  </a:lnTo>
                  <a:lnTo>
                    <a:pt x="130" y="145"/>
                  </a:lnTo>
                  <a:lnTo>
                    <a:pt x="127" y="145"/>
                  </a:lnTo>
                  <a:lnTo>
                    <a:pt x="127" y="145"/>
                  </a:lnTo>
                  <a:lnTo>
                    <a:pt x="127" y="145"/>
                  </a:lnTo>
                  <a:lnTo>
                    <a:pt x="127" y="145"/>
                  </a:lnTo>
                  <a:lnTo>
                    <a:pt x="125" y="145"/>
                  </a:lnTo>
                  <a:lnTo>
                    <a:pt x="125" y="143"/>
                  </a:lnTo>
                  <a:lnTo>
                    <a:pt x="125" y="143"/>
                  </a:lnTo>
                  <a:lnTo>
                    <a:pt x="125" y="143"/>
                  </a:lnTo>
                  <a:lnTo>
                    <a:pt x="125" y="143"/>
                  </a:lnTo>
                  <a:lnTo>
                    <a:pt x="123" y="143"/>
                  </a:lnTo>
                  <a:lnTo>
                    <a:pt x="123" y="143"/>
                  </a:lnTo>
                  <a:lnTo>
                    <a:pt x="120" y="143"/>
                  </a:lnTo>
                  <a:lnTo>
                    <a:pt x="120" y="140"/>
                  </a:lnTo>
                  <a:lnTo>
                    <a:pt x="120" y="140"/>
                  </a:lnTo>
                  <a:lnTo>
                    <a:pt x="120" y="140"/>
                  </a:lnTo>
                  <a:lnTo>
                    <a:pt x="118" y="140"/>
                  </a:lnTo>
                  <a:lnTo>
                    <a:pt x="118" y="140"/>
                  </a:lnTo>
                  <a:lnTo>
                    <a:pt x="118" y="140"/>
                  </a:lnTo>
                  <a:lnTo>
                    <a:pt x="118" y="140"/>
                  </a:lnTo>
                  <a:lnTo>
                    <a:pt x="118" y="138"/>
                  </a:lnTo>
                  <a:lnTo>
                    <a:pt x="116" y="138"/>
                  </a:lnTo>
                  <a:lnTo>
                    <a:pt x="116" y="138"/>
                  </a:lnTo>
                  <a:lnTo>
                    <a:pt x="116" y="138"/>
                  </a:lnTo>
                  <a:lnTo>
                    <a:pt x="113" y="138"/>
                  </a:lnTo>
                  <a:lnTo>
                    <a:pt x="113" y="138"/>
                  </a:lnTo>
                  <a:lnTo>
                    <a:pt x="113" y="135"/>
                  </a:lnTo>
                  <a:lnTo>
                    <a:pt x="113" y="135"/>
                  </a:lnTo>
                  <a:lnTo>
                    <a:pt x="111" y="135"/>
                  </a:lnTo>
                  <a:lnTo>
                    <a:pt x="111" y="135"/>
                  </a:lnTo>
                  <a:lnTo>
                    <a:pt x="111" y="135"/>
                  </a:lnTo>
                  <a:lnTo>
                    <a:pt x="108" y="135"/>
                  </a:lnTo>
                  <a:lnTo>
                    <a:pt x="108" y="135"/>
                  </a:lnTo>
                  <a:lnTo>
                    <a:pt x="108" y="135"/>
                  </a:lnTo>
                  <a:lnTo>
                    <a:pt x="106" y="135"/>
                  </a:lnTo>
                  <a:lnTo>
                    <a:pt x="106" y="135"/>
                  </a:lnTo>
                  <a:lnTo>
                    <a:pt x="106" y="135"/>
                  </a:lnTo>
                  <a:lnTo>
                    <a:pt x="104" y="135"/>
                  </a:lnTo>
                  <a:lnTo>
                    <a:pt x="104" y="135"/>
                  </a:lnTo>
                  <a:lnTo>
                    <a:pt x="104" y="135"/>
                  </a:lnTo>
                  <a:lnTo>
                    <a:pt x="101" y="135"/>
                  </a:lnTo>
                  <a:lnTo>
                    <a:pt x="101" y="135"/>
                  </a:lnTo>
                  <a:lnTo>
                    <a:pt x="99" y="135"/>
                  </a:lnTo>
                  <a:lnTo>
                    <a:pt x="99" y="135"/>
                  </a:lnTo>
                  <a:lnTo>
                    <a:pt x="99" y="135"/>
                  </a:lnTo>
                  <a:lnTo>
                    <a:pt x="99" y="135"/>
                  </a:lnTo>
                  <a:lnTo>
                    <a:pt x="99" y="135"/>
                  </a:lnTo>
                  <a:lnTo>
                    <a:pt x="97" y="135"/>
                  </a:lnTo>
                  <a:lnTo>
                    <a:pt x="97" y="135"/>
                  </a:lnTo>
                  <a:lnTo>
                    <a:pt x="97" y="135"/>
                  </a:lnTo>
                  <a:lnTo>
                    <a:pt x="97" y="138"/>
                  </a:lnTo>
                  <a:lnTo>
                    <a:pt x="97" y="138"/>
                  </a:lnTo>
                  <a:lnTo>
                    <a:pt x="97" y="140"/>
                  </a:lnTo>
                  <a:lnTo>
                    <a:pt x="97" y="140"/>
                  </a:lnTo>
                  <a:lnTo>
                    <a:pt x="97" y="140"/>
                  </a:lnTo>
                  <a:lnTo>
                    <a:pt x="97" y="143"/>
                  </a:lnTo>
                  <a:lnTo>
                    <a:pt x="97" y="143"/>
                  </a:lnTo>
                  <a:lnTo>
                    <a:pt x="97" y="143"/>
                  </a:lnTo>
                  <a:lnTo>
                    <a:pt x="97" y="145"/>
                  </a:lnTo>
                  <a:lnTo>
                    <a:pt x="94" y="145"/>
                  </a:lnTo>
                  <a:lnTo>
                    <a:pt x="94" y="145"/>
                  </a:lnTo>
                  <a:lnTo>
                    <a:pt x="94" y="145"/>
                  </a:lnTo>
                  <a:lnTo>
                    <a:pt x="94" y="147"/>
                  </a:lnTo>
                  <a:lnTo>
                    <a:pt x="94" y="147"/>
                  </a:lnTo>
                  <a:lnTo>
                    <a:pt x="94" y="150"/>
                  </a:lnTo>
                  <a:lnTo>
                    <a:pt x="94" y="150"/>
                  </a:lnTo>
                  <a:lnTo>
                    <a:pt x="94" y="150"/>
                  </a:lnTo>
                  <a:lnTo>
                    <a:pt x="94" y="152"/>
                  </a:lnTo>
                  <a:lnTo>
                    <a:pt x="94" y="152"/>
                  </a:lnTo>
                  <a:lnTo>
                    <a:pt x="94" y="152"/>
                  </a:lnTo>
                  <a:lnTo>
                    <a:pt x="92" y="152"/>
                  </a:lnTo>
                  <a:lnTo>
                    <a:pt x="92" y="154"/>
                  </a:lnTo>
                  <a:lnTo>
                    <a:pt x="92" y="154"/>
                  </a:lnTo>
                  <a:lnTo>
                    <a:pt x="92" y="152"/>
                  </a:lnTo>
                  <a:lnTo>
                    <a:pt x="92" y="152"/>
                  </a:lnTo>
                  <a:lnTo>
                    <a:pt x="92" y="150"/>
                  </a:lnTo>
                  <a:lnTo>
                    <a:pt x="92" y="150"/>
                  </a:lnTo>
                  <a:lnTo>
                    <a:pt x="89" y="150"/>
                  </a:lnTo>
                  <a:lnTo>
                    <a:pt x="89" y="150"/>
                  </a:lnTo>
                  <a:lnTo>
                    <a:pt x="89" y="150"/>
                  </a:lnTo>
                  <a:lnTo>
                    <a:pt x="87" y="150"/>
                  </a:lnTo>
                  <a:lnTo>
                    <a:pt x="87" y="150"/>
                  </a:lnTo>
                  <a:lnTo>
                    <a:pt x="87" y="150"/>
                  </a:lnTo>
                  <a:lnTo>
                    <a:pt x="87" y="152"/>
                  </a:lnTo>
                  <a:lnTo>
                    <a:pt x="87" y="152"/>
                  </a:lnTo>
                  <a:lnTo>
                    <a:pt x="85" y="152"/>
                  </a:lnTo>
                  <a:lnTo>
                    <a:pt x="85" y="152"/>
                  </a:lnTo>
                  <a:lnTo>
                    <a:pt x="85" y="152"/>
                  </a:lnTo>
                  <a:lnTo>
                    <a:pt x="85" y="152"/>
                  </a:lnTo>
                  <a:lnTo>
                    <a:pt x="82" y="152"/>
                  </a:lnTo>
                  <a:lnTo>
                    <a:pt x="82" y="152"/>
                  </a:lnTo>
                  <a:lnTo>
                    <a:pt x="82" y="152"/>
                  </a:lnTo>
                  <a:lnTo>
                    <a:pt x="82" y="152"/>
                  </a:lnTo>
                  <a:lnTo>
                    <a:pt x="82" y="154"/>
                  </a:lnTo>
                  <a:lnTo>
                    <a:pt x="80" y="154"/>
                  </a:lnTo>
                  <a:lnTo>
                    <a:pt x="80" y="154"/>
                  </a:lnTo>
                  <a:lnTo>
                    <a:pt x="80" y="154"/>
                  </a:lnTo>
                  <a:lnTo>
                    <a:pt x="80" y="154"/>
                  </a:lnTo>
                  <a:lnTo>
                    <a:pt x="78" y="154"/>
                  </a:lnTo>
                  <a:lnTo>
                    <a:pt x="78" y="154"/>
                  </a:lnTo>
                  <a:lnTo>
                    <a:pt x="78" y="154"/>
                  </a:lnTo>
                  <a:lnTo>
                    <a:pt x="75" y="154"/>
                  </a:lnTo>
                  <a:lnTo>
                    <a:pt x="75" y="154"/>
                  </a:lnTo>
                  <a:lnTo>
                    <a:pt x="75" y="152"/>
                  </a:lnTo>
                  <a:lnTo>
                    <a:pt x="75" y="152"/>
                  </a:lnTo>
                  <a:lnTo>
                    <a:pt x="73" y="152"/>
                  </a:lnTo>
                  <a:lnTo>
                    <a:pt x="73" y="152"/>
                  </a:lnTo>
                  <a:lnTo>
                    <a:pt x="73" y="152"/>
                  </a:lnTo>
                  <a:lnTo>
                    <a:pt x="73" y="152"/>
                  </a:lnTo>
                  <a:lnTo>
                    <a:pt x="71" y="152"/>
                  </a:lnTo>
                  <a:lnTo>
                    <a:pt x="71" y="152"/>
                  </a:lnTo>
                  <a:lnTo>
                    <a:pt x="71" y="152"/>
                  </a:lnTo>
                  <a:lnTo>
                    <a:pt x="71" y="152"/>
                  </a:lnTo>
                  <a:lnTo>
                    <a:pt x="71" y="152"/>
                  </a:lnTo>
                  <a:lnTo>
                    <a:pt x="68" y="152"/>
                  </a:lnTo>
                  <a:lnTo>
                    <a:pt x="68" y="150"/>
                  </a:lnTo>
                  <a:lnTo>
                    <a:pt x="68" y="150"/>
                  </a:lnTo>
                  <a:lnTo>
                    <a:pt x="68" y="150"/>
                  </a:lnTo>
                  <a:lnTo>
                    <a:pt x="66" y="150"/>
                  </a:lnTo>
                  <a:lnTo>
                    <a:pt x="66" y="147"/>
                  </a:lnTo>
                  <a:lnTo>
                    <a:pt x="66" y="147"/>
                  </a:lnTo>
                  <a:lnTo>
                    <a:pt x="66" y="147"/>
                  </a:lnTo>
                  <a:lnTo>
                    <a:pt x="63" y="147"/>
                  </a:lnTo>
                  <a:lnTo>
                    <a:pt x="63" y="147"/>
                  </a:lnTo>
                  <a:lnTo>
                    <a:pt x="63" y="145"/>
                  </a:lnTo>
                  <a:lnTo>
                    <a:pt x="63" y="145"/>
                  </a:lnTo>
                  <a:lnTo>
                    <a:pt x="63" y="145"/>
                  </a:lnTo>
                  <a:lnTo>
                    <a:pt x="63" y="145"/>
                  </a:lnTo>
                  <a:lnTo>
                    <a:pt x="63" y="145"/>
                  </a:lnTo>
                  <a:lnTo>
                    <a:pt x="63" y="143"/>
                  </a:lnTo>
                  <a:lnTo>
                    <a:pt x="63" y="143"/>
                  </a:lnTo>
                  <a:lnTo>
                    <a:pt x="63" y="140"/>
                  </a:lnTo>
                  <a:lnTo>
                    <a:pt x="63" y="140"/>
                  </a:lnTo>
                  <a:lnTo>
                    <a:pt x="63" y="140"/>
                  </a:lnTo>
                  <a:lnTo>
                    <a:pt x="63" y="140"/>
                  </a:lnTo>
                  <a:lnTo>
                    <a:pt x="63" y="138"/>
                  </a:lnTo>
                  <a:lnTo>
                    <a:pt x="61" y="138"/>
                  </a:lnTo>
                  <a:lnTo>
                    <a:pt x="61" y="140"/>
                  </a:lnTo>
                  <a:lnTo>
                    <a:pt x="61" y="140"/>
                  </a:lnTo>
                  <a:lnTo>
                    <a:pt x="61" y="140"/>
                  </a:lnTo>
                  <a:lnTo>
                    <a:pt x="61" y="143"/>
                  </a:lnTo>
                  <a:lnTo>
                    <a:pt x="59" y="143"/>
                  </a:lnTo>
                  <a:lnTo>
                    <a:pt x="59" y="143"/>
                  </a:lnTo>
                  <a:lnTo>
                    <a:pt x="59" y="143"/>
                  </a:lnTo>
                  <a:lnTo>
                    <a:pt x="59" y="140"/>
                  </a:lnTo>
                  <a:lnTo>
                    <a:pt x="59" y="140"/>
                  </a:lnTo>
                  <a:lnTo>
                    <a:pt x="56" y="140"/>
                  </a:lnTo>
                  <a:lnTo>
                    <a:pt x="56" y="140"/>
                  </a:lnTo>
                  <a:lnTo>
                    <a:pt x="54" y="140"/>
                  </a:lnTo>
                  <a:lnTo>
                    <a:pt x="54" y="140"/>
                  </a:lnTo>
                  <a:lnTo>
                    <a:pt x="54" y="140"/>
                  </a:lnTo>
                  <a:lnTo>
                    <a:pt x="54" y="138"/>
                  </a:lnTo>
                  <a:lnTo>
                    <a:pt x="54" y="138"/>
                  </a:lnTo>
                  <a:lnTo>
                    <a:pt x="54" y="135"/>
                  </a:lnTo>
                  <a:lnTo>
                    <a:pt x="52" y="135"/>
                  </a:lnTo>
                  <a:lnTo>
                    <a:pt x="52" y="138"/>
                  </a:lnTo>
                  <a:lnTo>
                    <a:pt x="52" y="138"/>
                  </a:lnTo>
                  <a:lnTo>
                    <a:pt x="52" y="135"/>
                  </a:lnTo>
                  <a:lnTo>
                    <a:pt x="52" y="135"/>
                  </a:lnTo>
                  <a:lnTo>
                    <a:pt x="52" y="138"/>
                  </a:lnTo>
                  <a:lnTo>
                    <a:pt x="49" y="138"/>
                  </a:lnTo>
                  <a:lnTo>
                    <a:pt x="49" y="138"/>
                  </a:lnTo>
                  <a:lnTo>
                    <a:pt x="49" y="135"/>
                  </a:lnTo>
                  <a:lnTo>
                    <a:pt x="47" y="135"/>
                  </a:lnTo>
                  <a:lnTo>
                    <a:pt x="47" y="138"/>
                  </a:lnTo>
                  <a:lnTo>
                    <a:pt x="47" y="138"/>
                  </a:lnTo>
                  <a:lnTo>
                    <a:pt x="47" y="138"/>
                  </a:lnTo>
                  <a:lnTo>
                    <a:pt x="47" y="138"/>
                  </a:lnTo>
                  <a:lnTo>
                    <a:pt x="47" y="140"/>
                  </a:lnTo>
                  <a:lnTo>
                    <a:pt x="45" y="140"/>
                  </a:lnTo>
                  <a:lnTo>
                    <a:pt x="45" y="140"/>
                  </a:lnTo>
                  <a:lnTo>
                    <a:pt x="45" y="140"/>
                  </a:lnTo>
                  <a:lnTo>
                    <a:pt x="45" y="143"/>
                  </a:lnTo>
                  <a:lnTo>
                    <a:pt x="45" y="143"/>
                  </a:lnTo>
                  <a:lnTo>
                    <a:pt x="42" y="143"/>
                  </a:lnTo>
                  <a:lnTo>
                    <a:pt x="42" y="143"/>
                  </a:lnTo>
                  <a:lnTo>
                    <a:pt x="42" y="143"/>
                  </a:lnTo>
                  <a:lnTo>
                    <a:pt x="40" y="143"/>
                  </a:lnTo>
                  <a:lnTo>
                    <a:pt x="40" y="143"/>
                  </a:lnTo>
                  <a:lnTo>
                    <a:pt x="40" y="143"/>
                  </a:lnTo>
                  <a:lnTo>
                    <a:pt x="40" y="140"/>
                  </a:lnTo>
                  <a:lnTo>
                    <a:pt x="40" y="140"/>
                  </a:lnTo>
                  <a:lnTo>
                    <a:pt x="42" y="140"/>
                  </a:lnTo>
                  <a:lnTo>
                    <a:pt x="42" y="140"/>
                  </a:lnTo>
                  <a:lnTo>
                    <a:pt x="40" y="140"/>
                  </a:lnTo>
                  <a:lnTo>
                    <a:pt x="40" y="140"/>
                  </a:lnTo>
                  <a:lnTo>
                    <a:pt x="40" y="138"/>
                  </a:lnTo>
                  <a:lnTo>
                    <a:pt x="40" y="138"/>
                  </a:lnTo>
                  <a:lnTo>
                    <a:pt x="37" y="138"/>
                  </a:lnTo>
                  <a:lnTo>
                    <a:pt x="37" y="138"/>
                  </a:lnTo>
                  <a:lnTo>
                    <a:pt x="37" y="138"/>
                  </a:lnTo>
                  <a:lnTo>
                    <a:pt x="37" y="138"/>
                  </a:lnTo>
                  <a:lnTo>
                    <a:pt x="35" y="138"/>
                  </a:lnTo>
                  <a:lnTo>
                    <a:pt x="35" y="138"/>
                  </a:lnTo>
                  <a:lnTo>
                    <a:pt x="35" y="138"/>
                  </a:lnTo>
                  <a:lnTo>
                    <a:pt x="35" y="140"/>
                  </a:lnTo>
                  <a:lnTo>
                    <a:pt x="35" y="140"/>
                  </a:lnTo>
                  <a:lnTo>
                    <a:pt x="33" y="140"/>
                  </a:lnTo>
                  <a:lnTo>
                    <a:pt x="33" y="140"/>
                  </a:lnTo>
                  <a:lnTo>
                    <a:pt x="33" y="140"/>
                  </a:lnTo>
                  <a:lnTo>
                    <a:pt x="33" y="140"/>
                  </a:lnTo>
                  <a:lnTo>
                    <a:pt x="30" y="140"/>
                  </a:lnTo>
                  <a:lnTo>
                    <a:pt x="30" y="140"/>
                  </a:lnTo>
                  <a:lnTo>
                    <a:pt x="30" y="140"/>
                  </a:lnTo>
                  <a:lnTo>
                    <a:pt x="30" y="140"/>
                  </a:lnTo>
                  <a:lnTo>
                    <a:pt x="28" y="140"/>
                  </a:lnTo>
                  <a:lnTo>
                    <a:pt x="28" y="140"/>
                  </a:lnTo>
                  <a:lnTo>
                    <a:pt x="28" y="140"/>
                  </a:lnTo>
                  <a:lnTo>
                    <a:pt x="26" y="140"/>
                  </a:lnTo>
                  <a:lnTo>
                    <a:pt x="26" y="138"/>
                  </a:lnTo>
                  <a:lnTo>
                    <a:pt x="26" y="138"/>
                  </a:lnTo>
                  <a:lnTo>
                    <a:pt x="28" y="138"/>
                  </a:lnTo>
                  <a:lnTo>
                    <a:pt x="28" y="138"/>
                  </a:lnTo>
                  <a:lnTo>
                    <a:pt x="28" y="135"/>
                  </a:lnTo>
                  <a:lnTo>
                    <a:pt x="30" y="135"/>
                  </a:lnTo>
                  <a:lnTo>
                    <a:pt x="30" y="135"/>
                  </a:lnTo>
                  <a:lnTo>
                    <a:pt x="30" y="135"/>
                  </a:lnTo>
                  <a:lnTo>
                    <a:pt x="33" y="135"/>
                  </a:lnTo>
                  <a:lnTo>
                    <a:pt x="33" y="135"/>
                  </a:lnTo>
                  <a:lnTo>
                    <a:pt x="33" y="135"/>
                  </a:lnTo>
                  <a:lnTo>
                    <a:pt x="33" y="135"/>
                  </a:lnTo>
                  <a:lnTo>
                    <a:pt x="35" y="135"/>
                  </a:lnTo>
                  <a:lnTo>
                    <a:pt x="35" y="135"/>
                  </a:lnTo>
                  <a:lnTo>
                    <a:pt x="35" y="135"/>
                  </a:lnTo>
                  <a:lnTo>
                    <a:pt x="35" y="135"/>
                  </a:lnTo>
                  <a:lnTo>
                    <a:pt x="37" y="135"/>
                  </a:lnTo>
                  <a:lnTo>
                    <a:pt x="37" y="135"/>
                  </a:lnTo>
                  <a:lnTo>
                    <a:pt x="37" y="135"/>
                  </a:lnTo>
                  <a:lnTo>
                    <a:pt x="40" y="135"/>
                  </a:lnTo>
                  <a:lnTo>
                    <a:pt x="40" y="135"/>
                  </a:lnTo>
                  <a:lnTo>
                    <a:pt x="40" y="135"/>
                  </a:lnTo>
                  <a:lnTo>
                    <a:pt x="40" y="135"/>
                  </a:lnTo>
                  <a:lnTo>
                    <a:pt x="40" y="133"/>
                  </a:lnTo>
                  <a:lnTo>
                    <a:pt x="40" y="133"/>
                  </a:lnTo>
                  <a:lnTo>
                    <a:pt x="42" y="133"/>
                  </a:lnTo>
                  <a:lnTo>
                    <a:pt x="42" y="133"/>
                  </a:lnTo>
                  <a:lnTo>
                    <a:pt x="45" y="133"/>
                  </a:lnTo>
                  <a:lnTo>
                    <a:pt x="45" y="133"/>
                  </a:lnTo>
                  <a:lnTo>
                    <a:pt x="45" y="131"/>
                  </a:lnTo>
                  <a:lnTo>
                    <a:pt x="45" y="131"/>
                  </a:lnTo>
                  <a:lnTo>
                    <a:pt x="42" y="131"/>
                  </a:lnTo>
                  <a:lnTo>
                    <a:pt x="42" y="131"/>
                  </a:lnTo>
                  <a:lnTo>
                    <a:pt x="40" y="131"/>
                  </a:lnTo>
                  <a:lnTo>
                    <a:pt x="40" y="131"/>
                  </a:lnTo>
                  <a:lnTo>
                    <a:pt x="40" y="131"/>
                  </a:lnTo>
                  <a:lnTo>
                    <a:pt x="37" y="131"/>
                  </a:lnTo>
                  <a:lnTo>
                    <a:pt x="37" y="131"/>
                  </a:lnTo>
                  <a:lnTo>
                    <a:pt x="37" y="133"/>
                  </a:lnTo>
                  <a:lnTo>
                    <a:pt x="37" y="133"/>
                  </a:lnTo>
                  <a:lnTo>
                    <a:pt x="35" y="133"/>
                  </a:lnTo>
                  <a:lnTo>
                    <a:pt x="35" y="133"/>
                  </a:lnTo>
                  <a:lnTo>
                    <a:pt x="33" y="133"/>
                  </a:lnTo>
                  <a:lnTo>
                    <a:pt x="33" y="133"/>
                  </a:lnTo>
                  <a:lnTo>
                    <a:pt x="33" y="133"/>
                  </a:lnTo>
                  <a:lnTo>
                    <a:pt x="30" y="133"/>
                  </a:lnTo>
                  <a:lnTo>
                    <a:pt x="30" y="133"/>
                  </a:lnTo>
                  <a:lnTo>
                    <a:pt x="30" y="133"/>
                  </a:lnTo>
                  <a:lnTo>
                    <a:pt x="28" y="133"/>
                  </a:lnTo>
                  <a:lnTo>
                    <a:pt x="28" y="133"/>
                  </a:lnTo>
                  <a:lnTo>
                    <a:pt x="26" y="133"/>
                  </a:lnTo>
                  <a:lnTo>
                    <a:pt x="26" y="133"/>
                  </a:lnTo>
                  <a:lnTo>
                    <a:pt x="26" y="133"/>
                  </a:lnTo>
                  <a:lnTo>
                    <a:pt x="26" y="131"/>
                  </a:lnTo>
                  <a:lnTo>
                    <a:pt x="23" y="131"/>
                  </a:lnTo>
                  <a:lnTo>
                    <a:pt x="23" y="131"/>
                  </a:lnTo>
                  <a:lnTo>
                    <a:pt x="23" y="128"/>
                  </a:lnTo>
                  <a:lnTo>
                    <a:pt x="23" y="128"/>
                  </a:lnTo>
                  <a:lnTo>
                    <a:pt x="26" y="128"/>
                  </a:lnTo>
                  <a:lnTo>
                    <a:pt x="26" y="126"/>
                  </a:lnTo>
                  <a:lnTo>
                    <a:pt x="26" y="126"/>
                  </a:lnTo>
                  <a:lnTo>
                    <a:pt x="26" y="126"/>
                  </a:lnTo>
                  <a:lnTo>
                    <a:pt x="26" y="126"/>
                  </a:lnTo>
                  <a:lnTo>
                    <a:pt x="28" y="126"/>
                  </a:lnTo>
                  <a:lnTo>
                    <a:pt x="28" y="126"/>
                  </a:lnTo>
                  <a:lnTo>
                    <a:pt x="28" y="126"/>
                  </a:lnTo>
                  <a:lnTo>
                    <a:pt x="30" y="126"/>
                  </a:lnTo>
                  <a:lnTo>
                    <a:pt x="30" y="126"/>
                  </a:lnTo>
                  <a:lnTo>
                    <a:pt x="30" y="126"/>
                  </a:lnTo>
                  <a:lnTo>
                    <a:pt x="30" y="126"/>
                  </a:lnTo>
                  <a:lnTo>
                    <a:pt x="30" y="126"/>
                  </a:lnTo>
                  <a:lnTo>
                    <a:pt x="28" y="126"/>
                  </a:lnTo>
                  <a:lnTo>
                    <a:pt x="28" y="124"/>
                  </a:lnTo>
                  <a:lnTo>
                    <a:pt x="28" y="124"/>
                  </a:lnTo>
                  <a:lnTo>
                    <a:pt x="28" y="124"/>
                  </a:lnTo>
                  <a:lnTo>
                    <a:pt x="26" y="124"/>
                  </a:lnTo>
                  <a:lnTo>
                    <a:pt x="26" y="124"/>
                  </a:lnTo>
                  <a:lnTo>
                    <a:pt x="26" y="124"/>
                  </a:lnTo>
                  <a:lnTo>
                    <a:pt x="23" y="124"/>
                  </a:lnTo>
                  <a:lnTo>
                    <a:pt x="23" y="124"/>
                  </a:lnTo>
                  <a:lnTo>
                    <a:pt x="23" y="121"/>
                  </a:lnTo>
                  <a:lnTo>
                    <a:pt x="23" y="121"/>
                  </a:lnTo>
                  <a:lnTo>
                    <a:pt x="23" y="121"/>
                  </a:lnTo>
                  <a:lnTo>
                    <a:pt x="23" y="119"/>
                  </a:lnTo>
                  <a:lnTo>
                    <a:pt x="23" y="119"/>
                  </a:lnTo>
                  <a:lnTo>
                    <a:pt x="23" y="119"/>
                  </a:lnTo>
                  <a:lnTo>
                    <a:pt x="23" y="116"/>
                  </a:lnTo>
                  <a:lnTo>
                    <a:pt x="21" y="116"/>
                  </a:lnTo>
                  <a:lnTo>
                    <a:pt x="21" y="116"/>
                  </a:lnTo>
                  <a:lnTo>
                    <a:pt x="21" y="116"/>
                  </a:lnTo>
                  <a:lnTo>
                    <a:pt x="21" y="116"/>
                  </a:lnTo>
                  <a:lnTo>
                    <a:pt x="21" y="116"/>
                  </a:lnTo>
                  <a:lnTo>
                    <a:pt x="18" y="116"/>
                  </a:lnTo>
                  <a:lnTo>
                    <a:pt x="18" y="114"/>
                  </a:lnTo>
                  <a:lnTo>
                    <a:pt x="18" y="114"/>
                  </a:lnTo>
                  <a:lnTo>
                    <a:pt x="21" y="114"/>
                  </a:lnTo>
                  <a:lnTo>
                    <a:pt x="21" y="114"/>
                  </a:lnTo>
                  <a:lnTo>
                    <a:pt x="21" y="114"/>
                  </a:lnTo>
                  <a:lnTo>
                    <a:pt x="23" y="114"/>
                  </a:lnTo>
                  <a:lnTo>
                    <a:pt x="23" y="112"/>
                  </a:lnTo>
                  <a:lnTo>
                    <a:pt x="23" y="112"/>
                  </a:lnTo>
                  <a:lnTo>
                    <a:pt x="26" y="112"/>
                  </a:lnTo>
                  <a:lnTo>
                    <a:pt x="26" y="112"/>
                  </a:lnTo>
                  <a:lnTo>
                    <a:pt x="23" y="112"/>
                  </a:lnTo>
                  <a:lnTo>
                    <a:pt x="23" y="109"/>
                  </a:lnTo>
                  <a:lnTo>
                    <a:pt x="23" y="109"/>
                  </a:lnTo>
                  <a:lnTo>
                    <a:pt x="26" y="109"/>
                  </a:lnTo>
                  <a:lnTo>
                    <a:pt x="26" y="107"/>
                  </a:lnTo>
                  <a:lnTo>
                    <a:pt x="26" y="107"/>
                  </a:lnTo>
                  <a:lnTo>
                    <a:pt x="23" y="107"/>
                  </a:lnTo>
                  <a:lnTo>
                    <a:pt x="23" y="107"/>
                  </a:lnTo>
                  <a:lnTo>
                    <a:pt x="21" y="107"/>
                  </a:lnTo>
                  <a:lnTo>
                    <a:pt x="21" y="107"/>
                  </a:lnTo>
                  <a:lnTo>
                    <a:pt x="21" y="107"/>
                  </a:lnTo>
                  <a:lnTo>
                    <a:pt x="21" y="107"/>
                  </a:lnTo>
                  <a:lnTo>
                    <a:pt x="21" y="105"/>
                  </a:lnTo>
                  <a:lnTo>
                    <a:pt x="18" y="105"/>
                  </a:lnTo>
                  <a:lnTo>
                    <a:pt x="18" y="105"/>
                  </a:lnTo>
                  <a:lnTo>
                    <a:pt x="18" y="105"/>
                  </a:lnTo>
                  <a:lnTo>
                    <a:pt x="18" y="107"/>
                  </a:lnTo>
                  <a:lnTo>
                    <a:pt x="16" y="107"/>
                  </a:lnTo>
                  <a:lnTo>
                    <a:pt x="16" y="107"/>
                  </a:lnTo>
                  <a:lnTo>
                    <a:pt x="16" y="105"/>
                  </a:lnTo>
                  <a:lnTo>
                    <a:pt x="16" y="105"/>
                  </a:lnTo>
                  <a:lnTo>
                    <a:pt x="16" y="102"/>
                  </a:lnTo>
                  <a:lnTo>
                    <a:pt x="14" y="102"/>
                  </a:lnTo>
                  <a:lnTo>
                    <a:pt x="14" y="102"/>
                  </a:lnTo>
                  <a:lnTo>
                    <a:pt x="14" y="102"/>
                  </a:lnTo>
                  <a:lnTo>
                    <a:pt x="14" y="100"/>
                  </a:lnTo>
                  <a:lnTo>
                    <a:pt x="14" y="100"/>
                  </a:lnTo>
                  <a:lnTo>
                    <a:pt x="14" y="102"/>
                  </a:lnTo>
                  <a:lnTo>
                    <a:pt x="11" y="102"/>
                  </a:lnTo>
                  <a:lnTo>
                    <a:pt x="11" y="102"/>
                  </a:lnTo>
                  <a:lnTo>
                    <a:pt x="11" y="102"/>
                  </a:lnTo>
                  <a:lnTo>
                    <a:pt x="11" y="105"/>
                  </a:lnTo>
                  <a:lnTo>
                    <a:pt x="11" y="105"/>
                  </a:lnTo>
                  <a:lnTo>
                    <a:pt x="9" y="105"/>
                  </a:lnTo>
                  <a:lnTo>
                    <a:pt x="9" y="102"/>
                  </a:lnTo>
                  <a:lnTo>
                    <a:pt x="9" y="102"/>
                  </a:lnTo>
                  <a:lnTo>
                    <a:pt x="9" y="102"/>
                  </a:lnTo>
                  <a:lnTo>
                    <a:pt x="7" y="102"/>
                  </a:lnTo>
                  <a:lnTo>
                    <a:pt x="7" y="102"/>
                  </a:lnTo>
                  <a:lnTo>
                    <a:pt x="7" y="100"/>
                  </a:lnTo>
                  <a:lnTo>
                    <a:pt x="7" y="100"/>
                  </a:lnTo>
                  <a:lnTo>
                    <a:pt x="4" y="100"/>
                  </a:lnTo>
                  <a:lnTo>
                    <a:pt x="4" y="100"/>
                  </a:lnTo>
                  <a:lnTo>
                    <a:pt x="4" y="100"/>
                  </a:lnTo>
                  <a:lnTo>
                    <a:pt x="4" y="100"/>
                  </a:lnTo>
                  <a:lnTo>
                    <a:pt x="2" y="100"/>
                  </a:lnTo>
                  <a:lnTo>
                    <a:pt x="2" y="98"/>
                  </a:lnTo>
                  <a:lnTo>
                    <a:pt x="2" y="98"/>
                  </a:lnTo>
                  <a:lnTo>
                    <a:pt x="4" y="98"/>
                  </a:lnTo>
                  <a:lnTo>
                    <a:pt x="4" y="95"/>
                  </a:lnTo>
                  <a:lnTo>
                    <a:pt x="4" y="95"/>
                  </a:lnTo>
                  <a:lnTo>
                    <a:pt x="4" y="95"/>
                  </a:lnTo>
                  <a:lnTo>
                    <a:pt x="4" y="95"/>
                  </a:lnTo>
                  <a:lnTo>
                    <a:pt x="4" y="95"/>
                  </a:lnTo>
                  <a:lnTo>
                    <a:pt x="4" y="93"/>
                  </a:lnTo>
                  <a:lnTo>
                    <a:pt x="4" y="93"/>
                  </a:lnTo>
                  <a:lnTo>
                    <a:pt x="4" y="90"/>
                  </a:lnTo>
                  <a:lnTo>
                    <a:pt x="4" y="90"/>
                  </a:lnTo>
                  <a:lnTo>
                    <a:pt x="4" y="88"/>
                  </a:lnTo>
                  <a:lnTo>
                    <a:pt x="7" y="88"/>
                  </a:lnTo>
                  <a:lnTo>
                    <a:pt x="7" y="88"/>
                  </a:lnTo>
                  <a:lnTo>
                    <a:pt x="7" y="88"/>
                  </a:lnTo>
                  <a:lnTo>
                    <a:pt x="7" y="88"/>
                  </a:lnTo>
                  <a:lnTo>
                    <a:pt x="9" y="88"/>
                  </a:lnTo>
                  <a:lnTo>
                    <a:pt x="9" y="88"/>
                  </a:lnTo>
                  <a:lnTo>
                    <a:pt x="9" y="88"/>
                  </a:lnTo>
                  <a:lnTo>
                    <a:pt x="9" y="90"/>
                  </a:lnTo>
                  <a:lnTo>
                    <a:pt x="11" y="90"/>
                  </a:lnTo>
                  <a:lnTo>
                    <a:pt x="11" y="90"/>
                  </a:lnTo>
                  <a:lnTo>
                    <a:pt x="11" y="90"/>
                  </a:lnTo>
                  <a:lnTo>
                    <a:pt x="11" y="93"/>
                  </a:lnTo>
                  <a:lnTo>
                    <a:pt x="11" y="93"/>
                  </a:lnTo>
                  <a:lnTo>
                    <a:pt x="11" y="90"/>
                  </a:lnTo>
                  <a:lnTo>
                    <a:pt x="14" y="90"/>
                  </a:lnTo>
                  <a:lnTo>
                    <a:pt x="14" y="90"/>
                  </a:lnTo>
                  <a:lnTo>
                    <a:pt x="14" y="90"/>
                  </a:lnTo>
                  <a:lnTo>
                    <a:pt x="14" y="90"/>
                  </a:lnTo>
                  <a:lnTo>
                    <a:pt x="14" y="88"/>
                  </a:lnTo>
                  <a:lnTo>
                    <a:pt x="11" y="88"/>
                  </a:lnTo>
                  <a:lnTo>
                    <a:pt x="11" y="88"/>
                  </a:lnTo>
                  <a:lnTo>
                    <a:pt x="14" y="88"/>
                  </a:lnTo>
                  <a:lnTo>
                    <a:pt x="14" y="86"/>
                  </a:lnTo>
                  <a:lnTo>
                    <a:pt x="14" y="86"/>
                  </a:lnTo>
                  <a:lnTo>
                    <a:pt x="14" y="86"/>
                  </a:lnTo>
                  <a:lnTo>
                    <a:pt x="14" y="86"/>
                  </a:lnTo>
                  <a:lnTo>
                    <a:pt x="16" y="86"/>
                  </a:lnTo>
                  <a:lnTo>
                    <a:pt x="16" y="86"/>
                  </a:lnTo>
                  <a:lnTo>
                    <a:pt x="16" y="86"/>
                  </a:lnTo>
                  <a:lnTo>
                    <a:pt x="18" y="86"/>
                  </a:lnTo>
                  <a:lnTo>
                    <a:pt x="18" y="83"/>
                  </a:lnTo>
                  <a:lnTo>
                    <a:pt x="18" y="83"/>
                  </a:lnTo>
                  <a:lnTo>
                    <a:pt x="18" y="83"/>
                  </a:lnTo>
                  <a:lnTo>
                    <a:pt x="18" y="83"/>
                  </a:lnTo>
                  <a:lnTo>
                    <a:pt x="16" y="83"/>
                  </a:lnTo>
                  <a:lnTo>
                    <a:pt x="16" y="83"/>
                  </a:lnTo>
                  <a:lnTo>
                    <a:pt x="16" y="83"/>
                  </a:lnTo>
                  <a:lnTo>
                    <a:pt x="14" y="83"/>
                  </a:lnTo>
                  <a:lnTo>
                    <a:pt x="14" y="83"/>
                  </a:lnTo>
                  <a:lnTo>
                    <a:pt x="14" y="81"/>
                  </a:lnTo>
                  <a:lnTo>
                    <a:pt x="14" y="81"/>
                  </a:lnTo>
                  <a:lnTo>
                    <a:pt x="14" y="79"/>
                  </a:lnTo>
                  <a:lnTo>
                    <a:pt x="14" y="79"/>
                  </a:lnTo>
                  <a:lnTo>
                    <a:pt x="16" y="79"/>
                  </a:lnTo>
                  <a:lnTo>
                    <a:pt x="16" y="76"/>
                  </a:lnTo>
                  <a:lnTo>
                    <a:pt x="14" y="76"/>
                  </a:lnTo>
                  <a:lnTo>
                    <a:pt x="14" y="76"/>
                  </a:lnTo>
                  <a:lnTo>
                    <a:pt x="14" y="76"/>
                  </a:lnTo>
                  <a:lnTo>
                    <a:pt x="14" y="76"/>
                  </a:lnTo>
                  <a:lnTo>
                    <a:pt x="14" y="76"/>
                  </a:lnTo>
                  <a:lnTo>
                    <a:pt x="14" y="74"/>
                  </a:lnTo>
                  <a:lnTo>
                    <a:pt x="11" y="74"/>
                  </a:lnTo>
                  <a:lnTo>
                    <a:pt x="11" y="74"/>
                  </a:lnTo>
                  <a:lnTo>
                    <a:pt x="11" y="74"/>
                  </a:lnTo>
                  <a:lnTo>
                    <a:pt x="9" y="74"/>
                  </a:lnTo>
                  <a:lnTo>
                    <a:pt x="9" y="74"/>
                  </a:lnTo>
                  <a:lnTo>
                    <a:pt x="11" y="74"/>
                  </a:lnTo>
                  <a:lnTo>
                    <a:pt x="11" y="71"/>
                  </a:lnTo>
                  <a:lnTo>
                    <a:pt x="11" y="71"/>
                  </a:lnTo>
                  <a:lnTo>
                    <a:pt x="9" y="71"/>
                  </a:lnTo>
                  <a:lnTo>
                    <a:pt x="9" y="69"/>
                  </a:lnTo>
                  <a:lnTo>
                    <a:pt x="11" y="69"/>
                  </a:lnTo>
                  <a:lnTo>
                    <a:pt x="11" y="69"/>
                  </a:lnTo>
                  <a:lnTo>
                    <a:pt x="11" y="69"/>
                  </a:lnTo>
                  <a:lnTo>
                    <a:pt x="14" y="69"/>
                  </a:lnTo>
                  <a:lnTo>
                    <a:pt x="14" y="71"/>
                  </a:lnTo>
                  <a:lnTo>
                    <a:pt x="14" y="71"/>
                  </a:lnTo>
                  <a:lnTo>
                    <a:pt x="14" y="69"/>
                  </a:lnTo>
                  <a:lnTo>
                    <a:pt x="14" y="69"/>
                  </a:lnTo>
                  <a:lnTo>
                    <a:pt x="14" y="69"/>
                  </a:lnTo>
                  <a:lnTo>
                    <a:pt x="16" y="69"/>
                  </a:lnTo>
                  <a:lnTo>
                    <a:pt x="16" y="67"/>
                  </a:lnTo>
                  <a:lnTo>
                    <a:pt x="16" y="67"/>
                  </a:lnTo>
                  <a:lnTo>
                    <a:pt x="18" y="67"/>
                  </a:lnTo>
                  <a:lnTo>
                    <a:pt x="18" y="67"/>
                  </a:lnTo>
                  <a:lnTo>
                    <a:pt x="16" y="67"/>
                  </a:lnTo>
                  <a:lnTo>
                    <a:pt x="16" y="67"/>
                  </a:lnTo>
                  <a:lnTo>
                    <a:pt x="14" y="67"/>
                  </a:lnTo>
                  <a:lnTo>
                    <a:pt x="14" y="67"/>
                  </a:lnTo>
                  <a:lnTo>
                    <a:pt x="14" y="67"/>
                  </a:lnTo>
                  <a:lnTo>
                    <a:pt x="11" y="67"/>
                  </a:lnTo>
                  <a:lnTo>
                    <a:pt x="11" y="67"/>
                  </a:lnTo>
                  <a:lnTo>
                    <a:pt x="11" y="67"/>
                  </a:lnTo>
                  <a:lnTo>
                    <a:pt x="11" y="67"/>
                  </a:lnTo>
                  <a:lnTo>
                    <a:pt x="9" y="67"/>
                  </a:lnTo>
                  <a:lnTo>
                    <a:pt x="9" y="67"/>
                  </a:lnTo>
                  <a:lnTo>
                    <a:pt x="7" y="67"/>
                  </a:lnTo>
                  <a:lnTo>
                    <a:pt x="7" y="67"/>
                  </a:lnTo>
                  <a:lnTo>
                    <a:pt x="7" y="69"/>
                  </a:lnTo>
                  <a:lnTo>
                    <a:pt x="7" y="69"/>
                  </a:lnTo>
                  <a:lnTo>
                    <a:pt x="4" y="69"/>
                  </a:lnTo>
                  <a:lnTo>
                    <a:pt x="4" y="69"/>
                  </a:lnTo>
                  <a:lnTo>
                    <a:pt x="4" y="69"/>
                  </a:lnTo>
                  <a:lnTo>
                    <a:pt x="2" y="69"/>
                  </a:lnTo>
                  <a:lnTo>
                    <a:pt x="2" y="69"/>
                  </a:lnTo>
                  <a:lnTo>
                    <a:pt x="2" y="69"/>
                  </a:lnTo>
                  <a:lnTo>
                    <a:pt x="0" y="69"/>
                  </a:lnTo>
                  <a:lnTo>
                    <a:pt x="0" y="69"/>
                  </a:lnTo>
                  <a:lnTo>
                    <a:pt x="0" y="69"/>
                  </a:lnTo>
                  <a:lnTo>
                    <a:pt x="0" y="69"/>
                  </a:lnTo>
                  <a:lnTo>
                    <a:pt x="0" y="67"/>
                  </a:lnTo>
                  <a:lnTo>
                    <a:pt x="0" y="67"/>
                  </a:lnTo>
                  <a:lnTo>
                    <a:pt x="0" y="67"/>
                  </a:lnTo>
                  <a:lnTo>
                    <a:pt x="0" y="67"/>
                  </a:lnTo>
                  <a:lnTo>
                    <a:pt x="0" y="64"/>
                  </a:lnTo>
                  <a:lnTo>
                    <a:pt x="0" y="64"/>
                  </a:lnTo>
                  <a:lnTo>
                    <a:pt x="0" y="64"/>
                  </a:lnTo>
                  <a:lnTo>
                    <a:pt x="0" y="62"/>
                  </a:lnTo>
                  <a:lnTo>
                    <a:pt x="0" y="62"/>
                  </a:lnTo>
                  <a:lnTo>
                    <a:pt x="0" y="60"/>
                  </a:lnTo>
                  <a:lnTo>
                    <a:pt x="0" y="60"/>
                  </a:lnTo>
                  <a:lnTo>
                    <a:pt x="0" y="57"/>
                  </a:lnTo>
                  <a:lnTo>
                    <a:pt x="0" y="57"/>
                  </a:lnTo>
                  <a:lnTo>
                    <a:pt x="0" y="57"/>
                  </a:lnTo>
                  <a:lnTo>
                    <a:pt x="0" y="55"/>
                  </a:lnTo>
                  <a:lnTo>
                    <a:pt x="2" y="55"/>
                  </a:lnTo>
                  <a:lnTo>
                    <a:pt x="2" y="55"/>
                  </a:lnTo>
                  <a:lnTo>
                    <a:pt x="2" y="52"/>
                  </a:lnTo>
                  <a:lnTo>
                    <a:pt x="2" y="52"/>
                  </a:lnTo>
                  <a:lnTo>
                    <a:pt x="2" y="52"/>
                  </a:lnTo>
                  <a:lnTo>
                    <a:pt x="2" y="50"/>
                  </a:lnTo>
                  <a:lnTo>
                    <a:pt x="2" y="50"/>
                  </a:lnTo>
                  <a:lnTo>
                    <a:pt x="4" y="50"/>
                  </a:lnTo>
                  <a:lnTo>
                    <a:pt x="4" y="48"/>
                  </a:lnTo>
                  <a:lnTo>
                    <a:pt x="2" y="48"/>
                  </a:lnTo>
                  <a:lnTo>
                    <a:pt x="2" y="48"/>
                  </a:lnTo>
                  <a:lnTo>
                    <a:pt x="2" y="48"/>
                  </a:lnTo>
                  <a:lnTo>
                    <a:pt x="2" y="45"/>
                  </a:lnTo>
                  <a:lnTo>
                    <a:pt x="4" y="45"/>
                  </a:lnTo>
                  <a:lnTo>
                    <a:pt x="4" y="45"/>
                  </a:lnTo>
                  <a:lnTo>
                    <a:pt x="4" y="45"/>
                  </a:lnTo>
                  <a:lnTo>
                    <a:pt x="4" y="45"/>
                  </a:lnTo>
                  <a:lnTo>
                    <a:pt x="7" y="45"/>
                  </a:lnTo>
                  <a:lnTo>
                    <a:pt x="7" y="43"/>
                  </a:lnTo>
                  <a:lnTo>
                    <a:pt x="7" y="43"/>
                  </a:lnTo>
                  <a:lnTo>
                    <a:pt x="7" y="43"/>
                  </a:lnTo>
                  <a:lnTo>
                    <a:pt x="9" y="43"/>
                  </a:lnTo>
                  <a:lnTo>
                    <a:pt x="9" y="43"/>
                  </a:lnTo>
                  <a:lnTo>
                    <a:pt x="9" y="43"/>
                  </a:lnTo>
                  <a:lnTo>
                    <a:pt x="11" y="43"/>
                  </a:lnTo>
                  <a:lnTo>
                    <a:pt x="11" y="41"/>
                  </a:lnTo>
                  <a:lnTo>
                    <a:pt x="11" y="41"/>
                  </a:lnTo>
                  <a:lnTo>
                    <a:pt x="11" y="41"/>
                  </a:lnTo>
                  <a:lnTo>
                    <a:pt x="14" y="41"/>
                  </a:lnTo>
                  <a:lnTo>
                    <a:pt x="14" y="41"/>
                  </a:lnTo>
                  <a:lnTo>
                    <a:pt x="14" y="41"/>
                  </a:lnTo>
                  <a:lnTo>
                    <a:pt x="14" y="41"/>
                  </a:lnTo>
                  <a:lnTo>
                    <a:pt x="14" y="38"/>
                  </a:lnTo>
                  <a:lnTo>
                    <a:pt x="14" y="38"/>
                  </a:lnTo>
                  <a:lnTo>
                    <a:pt x="14" y="38"/>
                  </a:lnTo>
                  <a:lnTo>
                    <a:pt x="11" y="38"/>
                  </a:lnTo>
                  <a:lnTo>
                    <a:pt x="11" y="38"/>
                  </a:lnTo>
                  <a:lnTo>
                    <a:pt x="11" y="38"/>
                  </a:lnTo>
                  <a:lnTo>
                    <a:pt x="11" y="41"/>
                  </a:lnTo>
                  <a:lnTo>
                    <a:pt x="9" y="41"/>
                  </a:lnTo>
                  <a:lnTo>
                    <a:pt x="9" y="41"/>
                  </a:lnTo>
                  <a:lnTo>
                    <a:pt x="7" y="41"/>
                  </a:lnTo>
                  <a:lnTo>
                    <a:pt x="7" y="41"/>
                  </a:lnTo>
                  <a:lnTo>
                    <a:pt x="7" y="41"/>
                  </a:lnTo>
                  <a:lnTo>
                    <a:pt x="4" y="41"/>
                  </a:lnTo>
                  <a:lnTo>
                    <a:pt x="4" y="41"/>
                  </a:lnTo>
                  <a:lnTo>
                    <a:pt x="4" y="41"/>
                  </a:lnTo>
                  <a:lnTo>
                    <a:pt x="2" y="41"/>
                  </a:lnTo>
                  <a:lnTo>
                    <a:pt x="2" y="41"/>
                  </a:lnTo>
                  <a:lnTo>
                    <a:pt x="0" y="41"/>
                  </a:lnTo>
                  <a:lnTo>
                    <a:pt x="0" y="41"/>
                  </a:lnTo>
                  <a:lnTo>
                    <a:pt x="0" y="41"/>
                  </a:lnTo>
                  <a:lnTo>
                    <a:pt x="0" y="38"/>
                  </a:lnTo>
                  <a:lnTo>
                    <a:pt x="0" y="38"/>
                  </a:lnTo>
                  <a:lnTo>
                    <a:pt x="0" y="36"/>
                  </a:lnTo>
                  <a:lnTo>
                    <a:pt x="0" y="36"/>
                  </a:lnTo>
                  <a:lnTo>
                    <a:pt x="0" y="36"/>
                  </a:lnTo>
                  <a:lnTo>
                    <a:pt x="0" y="36"/>
                  </a:lnTo>
                  <a:lnTo>
                    <a:pt x="0" y="36"/>
                  </a:lnTo>
                  <a:lnTo>
                    <a:pt x="2" y="36"/>
                  </a:lnTo>
                  <a:lnTo>
                    <a:pt x="2" y="34"/>
                  </a:lnTo>
                  <a:lnTo>
                    <a:pt x="2" y="34"/>
                  </a:lnTo>
                  <a:lnTo>
                    <a:pt x="2" y="34"/>
                  </a:lnTo>
                  <a:lnTo>
                    <a:pt x="4" y="34"/>
                  </a:lnTo>
                  <a:lnTo>
                    <a:pt x="4" y="31"/>
                  </a:lnTo>
                  <a:lnTo>
                    <a:pt x="4" y="31"/>
                  </a:lnTo>
                  <a:lnTo>
                    <a:pt x="4" y="31"/>
                  </a:lnTo>
                  <a:lnTo>
                    <a:pt x="4" y="31"/>
                  </a:lnTo>
                  <a:lnTo>
                    <a:pt x="4" y="29"/>
                  </a:lnTo>
                  <a:lnTo>
                    <a:pt x="7" y="29"/>
                  </a:lnTo>
                  <a:lnTo>
                    <a:pt x="7" y="29"/>
                  </a:lnTo>
                  <a:lnTo>
                    <a:pt x="4" y="29"/>
                  </a:lnTo>
                  <a:lnTo>
                    <a:pt x="4" y="26"/>
                  </a:lnTo>
                  <a:lnTo>
                    <a:pt x="4" y="26"/>
                  </a:lnTo>
                  <a:lnTo>
                    <a:pt x="4" y="26"/>
                  </a:lnTo>
                  <a:lnTo>
                    <a:pt x="4" y="24"/>
                  </a:lnTo>
                  <a:lnTo>
                    <a:pt x="4" y="24"/>
                  </a:lnTo>
                  <a:lnTo>
                    <a:pt x="7" y="24"/>
                  </a:lnTo>
                  <a:lnTo>
                    <a:pt x="7" y="24"/>
                  </a:lnTo>
                  <a:lnTo>
                    <a:pt x="7" y="22"/>
                  </a:lnTo>
                  <a:lnTo>
                    <a:pt x="7" y="22"/>
                  </a:lnTo>
                  <a:lnTo>
                    <a:pt x="9" y="22"/>
                  </a:lnTo>
                  <a:lnTo>
                    <a:pt x="9" y="22"/>
                  </a:lnTo>
                  <a:lnTo>
                    <a:pt x="9" y="22"/>
                  </a:lnTo>
                  <a:lnTo>
                    <a:pt x="11" y="22"/>
                  </a:lnTo>
                  <a:lnTo>
                    <a:pt x="11" y="22"/>
                  </a:lnTo>
                  <a:lnTo>
                    <a:pt x="11" y="19"/>
                  </a:lnTo>
                  <a:lnTo>
                    <a:pt x="11" y="19"/>
                  </a:lnTo>
                  <a:lnTo>
                    <a:pt x="11" y="17"/>
                  </a:lnTo>
                  <a:lnTo>
                    <a:pt x="11" y="17"/>
                  </a:lnTo>
                  <a:lnTo>
                    <a:pt x="11" y="17"/>
                  </a:lnTo>
                  <a:lnTo>
                    <a:pt x="11" y="17"/>
                  </a:lnTo>
                  <a:lnTo>
                    <a:pt x="11" y="15"/>
                  </a:lnTo>
                  <a:lnTo>
                    <a:pt x="11" y="15"/>
                  </a:lnTo>
                  <a:lnTo>
                    <a:pt x="9" y="15"/>
                  </a:lnTo>
                  <a:lnTo>
                    <a:pt x="9" y="15"/>
                  </a:lnTo>
                  <a:lnTo>
                    <a:pt x="9" y="12"/>
                  </a:lnTo>
                  <a:lnTo>
                    <a:pt x="7" y="12"/>
                  </a:lnTo>
                  <a:lnTo>
                    <a:pt x="7" y="12"/>
                  </a:lnTo>
                  <a:lnTo>
                    <a:pt x="7" y="12"/>
                  </a:lnTo>
                  <a:lnTo>
                    <a:pt x="7" y="12"/>
                  </a:lnTo>
                  <a:lnTo>
                    <a:pt x="4" y="12"/>
                  </a:lnTo>
                  <a:lnTo>
                    <a:pt x="4" y="10"/>
                  </a:lnTo>
                  <a:lnTo>
                    <a:pt x="4" y="10"/>
                  </a:lnTo>
                  <a:lnTo>
                    <a:pt x="7" y="10"/>
                  </a:lnTo>
                  <a:lnTo>
                    <a:pt x="7" y="7"/>
                  </a:lnTo>
                  <a:lnTo>
                    <a:pt x="7" y="7"/>
                  </a:lnTo>
                  <a:lnTo>
                    <a:pt x="7" y="7"/>
                  </a:lnTo>
                  <a:lnTo>
                    <a:pt x="9" y="7"/>
                  </a:lnTo>
                  <a:lnTo>
                    <a:pt x="9" y="7"/>
                  </a:lnTo>
                  <a:lnTo>
                    <a:pt x="9" y="7"/>
                  </a:lnTo>
                  <a:lnTo>
                    <a:pt x="11" y="7"/>
                  </a:lnTo>
                  <a:lnTo>
                    <a:pt x="11" y="7"/>
                  </a:lnTo>
                  <a:lnTo>
                    <a:pt x="11" y="5"/>
                  </a:lnTo>
                  <a:lnTo>
                    <a:pt x="11" y="5"/>
                  </a:lnTo>
                  <a:lnTo>
                    <a:pt x="11" y="5"/>
                  </a:lnTo>
                  <a:lnTo>
                    <a:pt x="14" y="5"/>
                  </a:lnTo>
                  <a:lnTo>
                    <a:pt x="14" y="5"/>
                  </a:lnTo>
                  <a:lnTo>
                    <a:pt x="14" y="5"/>
                  </a:lnTo>
                  <a:lnTo>
                    <a:pt x="14" y="5"/>
                  </a:lnTo>
                  <a:lnTo>
                    <a:pt x="16" y="5"/>
                  </a:lnTo>
                  <a:lnTo>
                    <a:pt x="16" y="5"/>
                  </a:lnTo>
                  <a:lnTo>
                    <a:pt x="18" y="5"/>
                  </a:lnTo>
                  <a:lnTo>
                    <a:pt x="18" y="5"/>
                  </a:lnTo>
                  <a:lnTo>
                    <a:pt x="18" y="5"/>
                  </a:lnTo>
                  <a:lnTo>
                    <a:pt x="18" y="3"/>
                  </a:lnTo>
                  <a:lnTo>
                    <a:pt x="21" y="3"/>
                  </a:lnTo>
                  <a:lnTo>
                    <a:pt x="21" y="3"/>
                  </a:lnTo>
                  <a:lnTo>
                    <a:pt x="21" y="3"/>
                  </a:lnTo>
                  <a:lnTo>
                    <a:pt x="21" y="3"/>
                  </a:lnTo>
                  <a:lnTo>
                    <a:pt x="23" y="3"/>
                  </a:lnTo>
                  <a:lnTo>
                    <a:pt x="23" y="3"/>
                  </a:lnTo>
                  <a:lnTo>
                    <a:pt x="26" y="3"/>
                  </a:lnTo>
                  <a:lnTo>
                    <a:pt x="26" y="0"/>
                  </a:lnTo>
                  <a:lnTo>
                    <a:pt x="26" y="0"/>
                  </a:lnTo>
                  <a:lnTo>
                    <a:pt x="26" y="3"/>
                  </a:lnTo>
                  <a:lnTo>
                    <a:pt x="26" y="3"/>
                  </a:lnTo>
                  <a:lnTo>
                    <a:pt x="28" y="3"/>
                  </a:lnTo>
                  <a:lnTo>
                    <a:pt x="28" y="3"/>
                  </a:lnTo>
                  <a:lnTo>
                    <a:pt x="28" y="3"/>
                  </a:lnTo>
                  <a:lnTo>
                    <a:pt x="28" y="5"/>
                  </a:lnTo>
                  <a:lnTo>
                    <a:pt x="30" y="5"/>
                  </a:lnTo>
                  <a:lnTo>
                    <a:pt x="30" y="5"/>
                  </a:lnTo>
                  <a:lnTo>
                    <a:pt x="30" y="5"/>
                  </a:lnTo>
                  <a:lnTo>
                    <a:pt x="30" y="5"/>
                  </a:lnTo>
                  <a:lnTo>
                    <a:pt x="30" y="7"/>
                  </a:lnTo>
                  <a:lnTo>
                    <a:pt x="33" y="7"/>
                  </a:lnTo>
                  <a:lnTo>
                    <a:pt x="33" y="5"/>
                  </a:lnTo>
                  <a:lnTo>
                    <a:pt x="33" y="5"/>
                  </a:lnTo>
                  <a:lnTo>
                    <a:pt x="33" y="5"/>
                  </a:lnTo>
                  <a:lnTo>
                    <a:pt x="35" y="5"/>
                  </a:lnTo>
                  <a:lnTo>
                    <a:pt x="35" y="5"/>
                  </a:lnTo>
                  <a:lnTo>
                    <a:pt x="35" y="5"/>
                  </a:lnTo>
                  <a:lnTo>
                    <a:pt x="35" y="5"/>
                  </a:lnTo>
                  <a:lnTo>
                    <a:pt x="37" y="5"/>
                  </a:lnTo>
                  <a:lnTo>
                    <a:pt x="37" y="5"/>
                  </a:lnTo>
                  <a:lnTo>
                    <a:pt x="37" y="5"/>
                  </a:lnTo>
                  <a:lnTo>
                    <a:pt x="37" y="5"/>
                  </a:lnTo>
                  <a:lnTo>
                    <a:pt x="40" y="5"/>
                  </a:lnTo>
                  <a:lnTo>
                    <a:pt x="40" y="5"/>
                  </a:lnTo>
                  <a:lnTo>
                    <a:pt x="40" y="5"/>
                  </a:lnTo>
                  <a:lnTo>
                    <a:pt x="42" y="5"/>
                  </a:lnTo>
                  <a:lnTo>
                    <a:pt x="42" y="5"/>
                  </a:lnTo>
                  <a:lnTo>
                    <a:pt x="42" y="5"/>
                  </a:lnTo>
                  <a:lnTo>
                    <a:pt x="42" y="7"/>
                  </a:lnTo>
                  <a:lnTo>
                    <a:pt x="42" y="7"/>
                  </a:lnTo>
                  <a:lnTo>
                    <a:pt x="42" y="7"/>
                  </a:lnTo>
                  <a:lnTo>
                    <a:pt x="40" y="7"/>
                  </a:lnTo>
                  <a:lnTo>
                    <a:pt x="40" y="7"/>
                  </a:lnTo>
                  <a:lnTo>
                    <a:pt x="42" y="7"/>
                  </a:lnTo>
                  <a:lnTo>
                    <a:pt x="42" y="10"/>
                  </a:lnTo>
                  <a:lnTo>
                    <a:pt x="42" y="10"/>
                  </a:lnTo>
                  <a:lnTo>
                    <a:pt x="42" y="10"/>
                  </a:lnTo>
                  <a:lnTo>
                    <a:pt x="42" y="12"/>
                  </a:lnTo>
                  <a:lnTo>
                    <a:pt x="45" y="12"/>
                  </a:lnTo>
                  <a:lnTo>
                    <a:pt x="45" y="12"/>
                  </a:lnTo>
                  <a:lnTo>
                    <a:pt x="45" y="15"/>
                  </a:lnTo>
                  <a:lnTo>
                    <a:pt x="45" y="15"/>
                  </a:lnTo>
                  <a:lnTo>
                    <a:pt x="45" y="15"/>
                  </a:lnTo>
                  <a:lnTo>
                    <a:pt x="45" y="15"/>
                  </a:lnTo>
                  <a:lnTo>
                    <a:pt x="47" y="15"/>
                  </a:lnTo>
                  <a:lnTo>
                    <a:pt x="47" y="17"/>
                  </a:lnTo>
                  <a:lnTo>
                    <a:pt x="47" y="17"/>
                  </a:lnTo>
                  <a:lnTo>
                    <a:pt x="47" y="17"/>
                  </a:lnTo>
                  <a:lnTo>
                    <a:pt x="47" y="17"/>
                  </a:lnTo>
                  <a:lnTo>
                    <a:pt x="49" y="17"/>
                  </a:lnTo>
                  <a:lnTo>
                    <a:pt x="49" y="17"/>
                  </a:lnTo>
                  <a:lnTo>
                    <a:pt x="49" y="17"/>
                  </a:lnTo>
                  <a:lnTo>
                    <a:pt x="52" y="17"/>
                  </a:lnTo>
                  <a:lnTo>
                    <a:pt x="52" y="17"/>
                  </a:lnTo>
                  <a:lnTo>
                    <a:pt x="52" y="19"/>
                  </a:lnTo>
                  <a:lnTo>
                    <a:pt x="52" y="19"/>
                  </a:lnTo>
                  <a:lnTo>
                    <a:pt x="54" y="19"/>
                  </a:lnTo>
                  <a:lnTo>
                    <a:pt x="54" y="19"/>
                  </a:lnTo>
                  <a:lnTo>
                    <a:pt x="54" y="19"/>
                  </a:lnTo>
                  <a:lnTo>
                    <a:pt x="54" y="19"/>
                  </a:lnTo>
                  <a:lnTo>
                    <a:pt x="56" y="19"/>
                  </a:lnTo>
                  <a:lnTo>
                    <a:pt x="56" y="19"/>
                  </a:lnTo>
                  <a:lnTo>
                    <a:pt x="56" y="22"/>
                  </a:lnTo>
                  <a:lnTo>
                    <a:pt x="59" y="22"/>
                  </a:lnTo>
                  <a:lnTo>
                    <a:pt x="59" y="22"/>
                  </a:lnTo>
                  <a:lnTo>
                    <a:pt x="59" y="22"/>
                  </a:lnTo>
                  <a:lnTo>
                    <a:pt x="59" y="22"/>
                  </a:lnTo>
                  <a:lnTo>
                    <a:pt x="61" y="22"/>
                  </a:lnTo>
                  <a:lnTo>
                    <a:pt x="61" y="22"/>
                  </a:lnTo>
                  <a:lnTo>
                    <a:pt x="63" y="22"/>
                  </a:lnTo>
                  <a:lnTo>
                    <a:pt x="63" y="22"/>
                  </a:lnTo>
                  <a:lnTo>
                    <a:pt x="63" y="22"/>
                  </a:lnTo>
                  <a:lnTo>
                    <a:pt x="66" y="22"/>
                  </a:lnTo>
                  <a:lnTo>
                    <a:pt x="66" y="24"/>
                  </a:lnTo>
                  <a:lnTo>
                    <a:pt x="66" y="24"/>
                  </a:lnTo>
                  <a:lnTo>
                    <a:pt x="66" y="24"/>
                  </a:lnTo>
                  <a:lnTo>
                    <a:pt x="68" y="24"/>
                  </a:lnTo>
                  <a:lnTo>
                    <a:pt x="68" y="24"/>
                  </a:lnTo>
                  <a:lnTo>
                    <a:pt x="71" y="24"/>
                  </a:lnTo>
                  <a:lnTo>
                    <a:pt x="71" y="24"/>
                  </a:lnTo>
                  <a:lnTo>
                    <a:pt x="71" y="24"/>
                  </a:lnTo>
                  <a:lnTo>
                    <a:pt x="73" y="24"/>
                  </a:lnTo>
                  <a:lnTo>
                    <a:pt x="73" y="24"/>
                  </a:lnTo>
                  <a:lnTo>
                    <a:pt x="73" y="24"/>
                  </a:lnTo>
                  <a:lnTo>
                    <a:pt x="73" y="24"/>
                  </a:lnTo>
                  <a:lnTo>
                    <a:pt x="75" y="24"/>
                  </a:lnTo>
                  <a:lnTo>
                    <a:pt x="75" y="24"/>
                  </a:lnTo>
                  <a:lnTo>
                    <a:pt x="78" y="24"/>
                  </a:lnTo>
                  <a:lnTo>
                    <a:pt x="78" y="24"/>
                  </a:lnTo>
                  <a:lnTo>
                    <a:pt x="78" y="24"/>
                  </a:lnTo>
                  <a:lnTo>
                    <a:pt x="78" y="26"/>
                  </a:lnTo>
                  <a:lnTo>
                    <a:pt x="80" y="26"/>
                  </a:lnTo>
                  <a:lnTo>
                    <a:pt x="80" y="26"/>
                  </a:lnTo>
                  <a:lnTo>
                    <a:pt x="80" y="26"/>
                  </a:lnTo>
                  <a:lnTo>
                    <a:pt x="82" y="26"/>
                  </a:lnTo>
                  <a:lnTo>
                    <a:pt x="82" y="26"/>
                  </a:lnTo>
                  <a:lnTo>
                    <a:pt x="85" y="26"/>
                  </a:lnTo>
                  <a:lnTo>
                    <a:pt x="85" y="26"/>
                  </a:lnTo>
                  <a:lnTo>
                    <a:pt x="85" y="26"/>
                  </a:lnTo>
                  <a:lnTo>
                    <a:pt x="87" y="26"/>
                  </a:lnTo>
                  <a:lnTo>
                    <a:pt x="87" y="26"/>
                  </a:lnTo>
                  <a:lnTo>
                    <a:pt x="87" y="24"/>
                  </a:lnTo>
                  <a:lnTo>
                    <a:pt x="87" y="24"/>
                  </a:lnTo>
                  <a:lnTo>
                    <a:pt x="89" y="24"/>
                  </a:lnTo>
                  <a:lnTo>
                    <a:pt x="89" y="24"/>
                  </a:lnTo>
                  <a:lnTo>
                    <a:pt x="89" y="24"/>
                  </a:lnTo>
                  <a:lnTo>
                    <a:pt x="92" y="24"/>
                  </a:lnTo>
                  <a:lnTo>
                    <a:pt x="92" y="24"/>
                  </a:lnTo>
                  <a:lnTo>
                    <a:pt x="92" y="24"/>
                  </a:lnTo>
                  <a:lnTo>
                    <a:pt x="92" y="24"/>
                  </a:lnTo>
                  <a:lnTo>
                    <a:pt x="94" y="24"/>
                  </a:lnTo>
                  <a:lnTo>
                    <a:pt x="94" y="26"/>
                  </a:lnTo>
                  <a:lnTo>
                    <a:pt x="94" y="26"/>
                  </a:lnTo>
                  <a:lnTo>
                    <a:pt x="94" y="26"/>
                  </a:lnTo>
                  <a:lnTo>
                    <a:pt x="97" y="26"/>
                  </a:lnTo>
                  <a:lnTo>
                    <a:pt x="97" y="26"/>
                  </a:lnTo>
                  <a:lnTo>
                    <a:pt x="99" y="26"/>
                  </a:lnTo>
                  <a:lnTo>
                    <a:pt x="99" y="26"/>
                  </a:lnTo>
                  <a:lnTo>
                    <a:pt x="99" y="26"/>
                  </a:lnTo>
                  <a:lnTo>
                    <a:pt x="99" y="26"/>
                  </a:lnTo>
                  <a:lnTo>
                    <a:pt x="101" y="26"/>
                  </a:lnTo>
                  <a:lnTo>
                    <a:pt x="101" y="26"/>
                  </a:lnTo>
                  <a:lnTo>
                    <a:pt x="104" y="26"/>
                  </a:lnTo>
                  <a:lnTo>
                    <a:pt x="104" y="26"/>
                  </a:lnTo>
                  <a:lnTo>
                    <a:pt x="104" y="26"/>
                  </a:lnTo>
                  <a:lnTo>
                    <a:pt x="104" y="26"/>
                  </a:lnTo>
                  <a:lnTo>
                    <a:pt x="106" y="26"/>
                  </a:lnTo>
                  <a:lnTo>
                    <a:pt x="106" y="26"/>
                  </a:lnTo>
                  <a:lnTo>
                    <a:pt x="106" y="26"/>
                  </a:lnTo>
                  <a:lnTo>
                    <a:pt x="106" y="26"/>
                  </a:lnTo>
                  <a:lnTo>
                    <a:pt x="108" y="26"/>
                  </a:lnTo>
                  <a:lnTo>
                    <a:pt x="108" y="26"/>
                  </a:lnTo>
                  <a:lnTo>
                    <a:pt x="111" y="26"/>
                  </a:lnTo>
                  <a:lnTo>
                    <a:pt x="111" y="26"/>
                  </a:lnTo>
                  <a:lnTo>
                    <a:pt x="111" y="26"/>
                  </a:lnTo>
                  <a:lnTo>
                    <a:pt x="111" y="26"/>
                  </a:lnTo>
                  <a:lnTo>
                    <a:pt x="113" y="26"/>
                  </a:lnTo>
                  <a:lnTo>
                    <a:pt x="113" y="24"/>
                  </a:lnTo>
                  <a:lnTo>
                    <a:pt x="113" y="24"/>
                  </a:lnTo>
                  <a:lnTo>
                    <a:pt x="113" y="24"/>
                  </a:lnTo>
                  <a:lnTo>
                    <a:pt x="113" y="22"/>
                  </a:lnTo>
                  <a:lnTo>
                    <a:pt x="113" y="22"/>
                  </a:lnTo>
                  <a:lnTo>
                    <a:pt x="113" y="22"/>
                  </a:lnTo>
                  <a:lnTo>
                    <a:pt x="113" y="19"/>
                  </a:lnTo>
                  <a:lnTo>
                    <a:pt x="116" y="19"/>
                  </a:lnTo>
                  <a:lnTo>
                    <a:pt x="116" y="19"/>
                  </a:lnTo>
                  <a:lnTo>
                    <a:pt x="118" y="19"/>
                  </a:lnTo>
                  <a:lnTo>
                    <a:pt x="118" y="19"/>
                  </a:lnTo>
                  <a:lnTo>
                    <a:pt x="118" y="19"/>
                  </a:lnTo>
                  <a:lnTo>
                    <a:pt x="118" y="19"/>
                  </a:lnTo>
                  <a:lnTo>
                    <a:pt x="120" y="19"/>
                  </a:lnTo>
                  <a:lnTo>
                    <a:pt x="120" y="17"/>
                  </a:lnTo>
                  <a:lnTo>
                    <a:pt x="120" y="17"/>
                  </a:lnTo>
                  <a:lnTo>
                    <a:pt x="120" y="17"/>
                  </a:lnTo>
                  <a:lnTo>
                    <a:pt x="120" y="17"/>
                  </a:lnTo>
                  <a:lnTo>
                    <a:pt x="123" y="17"/>
                  </a:lnTo>
                  <a:lnTo>
                    <a:pt x="123" y="17"/>
                  </a:lnTo>
                  <a:lnTo>
                    <a:pt x="123" y="17"/>
                  </a:lnTo>
                  <a:lnTo>
                    <a:pt x="125" y="17"/>
                  </a:lnTo>
                  <a:lnTo>
                    <a:pt x="125" y="17"/>
                  </a:lnTo>
                  <a:lnTo>
                    <a:pt x="125" y="15"/>
                  </a:lnTo>
                  <a:lnTo>
                    <a:pt x="125" y="15"/>
                  </a:lnTo>
                  <a:lnTo>
                    <a:pt x="127" y="15"/>
                  </a:lnTo>
                  <a:lnTo>
                    <a:pt x="127" y="15"/>
                  </a:lnTo>
                  <a:lnTo>
                    <a:pt x="127" y="15"/>
                  </a:lnTo>
                  <a:lnTo>
                    <a:pt x="127" y="15"/>
                  </a:lnTo>
                  <a:lnTo>
                    <a:pt x="130" y="15"/>
                  </a:lnTo>
                  <a:lnTo>
                    <a:pt x="130" y="15"/>
                  </a:lnTo>
                  <a:lnTo>
                    <a:pt x="130" y="12"/>
                  </a:lnTo>
                  <a:lnTo>
                    <a:pt x="132" y="12"/>
                  </a:lnTo>
                  <a:lnTo>
                    <a:pt x="132" y="12"/>
                  </a:lnTo>
                  <a:lnTo>
                    <a:pt x="132" y="12"/>
                  </a:lnTo>
                  <a:lnTo>
                    <a:pt x="132" y="10"/>
                  </a:lnTo>
                  <a:lnTo>
                    <a:pt x="132" y="10"/>
                  </a:lnTo>
                  <a:lnTo>
                    <a:pt x="134" y="10"/>
                  </a:lnTo>
                  <a:lnTo>
                    <a:pt x="134" y="10"/>
                  </a:lnTo>
                  <a:lnTo>
                    <a:pt x="134" y="10"/>
                  </a:lnTo>
                  <a:lnTo>
                    <a:pt x="137" y="10"/>
                  </a:lnTo>
                  <a:lnTo>
                    <a:pt x="137" y="10"/>
                  </a:lnTo>
                  <a:lnTo>
                    <a:pt x="137" y="7"/>
                  </a:lnTo>
                  <a:lnTo>
                    <a:pt x="137" y="7"/>
                  </a:lnTo>
                  <a:lnTo>
                    <a:pt x="139" y="7"/>
                  </a:lnTo>
                  <a:lnTo>
                    <a:pt x="139" y="7"/>
                  </a:lnTo>
                  <a:lnTo>
                    <a:pt x="139" y="7"/>
                  </a:lnTo>
                  <a:lnTo>
                    <a:pt x="139" y="7"/>
                  </a:lnTo>
                  <a:lnTo>
                    <a:pt x="142" y="7"/>
                  </a:lnTo>
                  <a:lnTo>
                    <a:pt x="142" y="7"/>
                  </a:lnTo>
                  <a:lnTo>
                    <a:pt x="144" y="7"/>
                  </a:lnTo>
                  <a:lnTo>
                    <a:pt x="144" y="7"/>
                  </a:lnTo>
                  <a:lnTo>
                    <a:pt x="144" y="7"/>
                  </a:lnTo>
                  <a:lnTo>
                    <a:pt x="146" y="7"/>
                  </a:lnTo>
                  <a:lnTo>
                    <a:pt x="146" y="7"/>
                  </a:lnTo>
                  <a:lnTo>
                    <a:pt x="146" y="7"/>
                  </a:lnTo>
                  <a:lnTo>
                    <a:pt x="146" y="7"/>
                  </a:lnTo>
                  <a:lnTo>
                    <a:pt x="149" y="7"/>
                  </a:lnTo>
                  <a:lnTo>
                    <a:pt x="149" y="5"/>
                  </a:lnTo>
                  <a:lnTo>
                    <a:pt x="149" y="5"/>
                  </a:lnTo>
                  <a:lnTo>
                    <a:pt x="151" y="5"/>
                  </a:lnTo>
                  <a:lnTo>
                    <a:pt x="151" y="5"/>
                  </a:lnTo>
                  <a:lnTo>
                    <a:pt x="151" y="5"/>
                  </a:lnTo>
                  <a:lnTo>
                    <a:pt x="151" y="5"/>
                  </a:lnTo>
                  <a:lnTo>
                    <a:pt x="153" y="5"/>
                  </a:lnTo>
                  <a:lnTo>
                    <a:pt x="153" y="5"/>
                  </a:lnTo>
                  <a:lnTo>
                    <a:pt x="153" y="3"/>
                  </a:lnTo>
                  <a:lnTo>
                    <a:pt x="153" y="3"/>
                  </a:lnTo>
                  <a:lnTo>
                    <a:pt x="156" y="3"/>
                  </a:lnTo>
                  <a:lnTo>
                    <a:pt x="156" y="3"/>
                  </a:lnTo>
                  <a:lnTo>
                    <a:pt x="158" y="3"/>
                  </a:lnTo>
                  <a:lnTo>
                    <a:pt x="158" y="3"/>
                  </a:lnTo>
                  <a:lnTo>
                    <a:pt x="158" y="3"/>
                  </a:lnTo>
                  <a:lnTo>
                    <a:pt x="160" y="3"/>
                  </a:lnTo>
                  <a:lnTo>
                    <a:pt x="160" y="3"/>
                  </a:lnTo>
                  <a:lnTo>
                    <a:pt x="160" y="5"/>
                  </a:lnTo>
                  <a:lnTo>
                    <a:pt x="160" y="5"/>
                  </a:lnTo>
                  <a:lnTo>
                    <a:pt x="163" y="5"/>
                  </a:lnTo>
                  <a:lnTo>
                    <a:pt x="163" y="5"/>
                  </a:lnTo>
                  <a:lnTo>
                    <a:pt x="165" y="5"/>
                  </a:lnTo>
                  <a:lnTo>
                    <a:pt x="165" y="5"/>
                  </a:lnTo>
                  <a:lnTo>
                    <a:pt x="165" y="5"/>
                  </a:lnTo>
                  <a:lnTo>
                    <a:pt x="168" y="5"/>
                  </a:lnTo>
                  <a:lnTo>
                    <a:pt x="168" y="5"/>
                  </a:lnTo>
                  <a:lnTo>
                    <a:pt x="170" y="5"/>
                  </a:lnTo>
                  <a:lnTo>
                    <a:pt x="170" y="5"/>
                  </a:lnTo>
                  <a:lnTo>
                    <a:pt x="170" y="5"/>
                  </a:lnTo>
                  <a:lnTo>
                    <a:pt x="172" y="5"/>
                  </a:lnTo>
                  <a:lnTo>
                    <a:pt x="172" y="5"/>
                  </a:lnTo>
                  <a:lnTo>
                    <a:pt x="172" y="5"/>
                  </a:lnTo>
                  <a:lnTo>
                    <a:pt x="175" y="5"/>
                  </a:lnTo>
                  <a:lnTo>
                    <a:pt x="175" y="5"/>
                  </a:lnTo>
                  <a:lnTo>
                    <a:pt x="175" y="5"/>
                  </a:lnTo>
                  <a:lnTo>
                    <a:pt x="177" y="5"/>
                  </a:lnTo>
                  <a:lnTo>
                    <a:pt x="177" y="5"/>
                  </a:lnTo>
                  <a:lnTo>
                    <a:pt x="177" y="5"/>
                  </a:lnTo>
                  <a:lnTo>
                    <a:pt x="177" y="5"/>
                  </a:lnTo>
                  <a:lnTo>
                    <a:pt x="179" y="5"/>
                  </a:lnTo>
                  <a:lnTo>
                    <a:pt x="179" y="5"/>
                  </a:lnTo>
                  <a:lnTo>
                    <a:pt x="179" y="5"/>
                  </a:lnTo>
                  <a:lnTo>
                    <a:pt x="182" y="5"/>
                  </a:lnTo>
                  <a:lnTo>
                    <a:pt x="182" y="5"/>
                  </a:lnTo>
                  <a:lnTo>
                    <a:pt x="182" y="5"/>
                  </a:lnTo>
                  <a:lnTo>
                    <a:pt x="184" y="5"/>
                  </a:lnTo>
                  <a:lnTo>
                    <a:pt x="184" y="5"/>
                  </a:lnTo>
                  <a:lnTo>
                    <a:pt x="184" y="5"/>
                  </a:lnTo>
                  <a:lnTo>
                    <a:pt x="187" y="5"/>
                  </a:lnTo>
                  <a:lnTo>
                    <a:pt x="187" y="5"/>
                  </a:lnTo>
                  <a:lnTo>
                    <a:pt x="187" y="5"/>
                  </a:lnTo>
                  <a:lnTo>
                    <a:pt x="187" y="5"/>
                  </a:lnTo>
                  <a:lnTo>
                    <a:pt x="187" y="3"/>
                  </a:lnTo>
                  <a:lnTo>
                    <a:pt x="189" y="3"/>
                  </a:lnTo>
                  <a:lnTo>
                    <a:pt x="189" y="3"/>
                  </a:lnTo>
                  <a:lnTo>
                    <a:pt x="189" y="3"/>
                  </a:lnTo>
                  <a:lnTo>
                    <a:pt x="189" y="0"/>
                  </a:lnTo>
                  <a:lnTo>
                    <a:pt x="191" y="0"/>
                  </a:lnTo>
                  <a:lnTo>
                    <a:pt x="191" y="0"/>
                  </a:lnTo>
                  <a:lnTo>
                    <a:pt x="191" y="0"/>
                  </a:lnTo>
                  <a:lnTo>
                    <a:pt x="191" y="3"/>
                  </a:lnTo>
                  <a:lnTo>
                    <a:pt x="194" y="3"/>
                  </a:lnTo>
                  <a:lnTo>
                    <a:pt x="194" y="3"/>
                  </a:lnTo>
                  <a:lnTo>
                    <a:pt x="194" y="3"/>
                  </a:lnTo>
                  <a:lnTo>
                    <a:pt x="194" y="3"/>
                  </a:lnTo>
                  <a:lnTo>
                    <a:pt x="196" y="3"/>
                  </a:lnTo>
                  <a:lnTo>
                    <a:pt x="196" y="3"/>
                  </a:lnTo>
                  <a:lnTo>
                    <a:pt x="196" y="5"/>
                  </a:lnTo>
                  <a:lnTo>
                    <a:pt x="196" y="5"/>
                  </a:lnTo>
                  <a:lnTo>
                    <a:pt x="194" y="5"/>
                  </a:lnTo>
                  <a:lnTo>
                    <a:pt x="194" y="5"/>
                  </a:lnTo>
                  <a:lnTo>
                    <a:pt x="194" y="5"/>
                  </a:lnTo>
                  <a:lnTo>
                    <a:pt x="194" y="7"/>
                  </a:lnTo>
                  <a:lnTo>
                    <a:pt x="194" y="7"/>
                  </a:lnTo>
                  <a:lnTo>
                    <a:pt x="194" y="7"/>
                  </a:lnTo>
                  <a:lnTo>
                    <a:pt x="194" y="7"/>
                  </a:lnTo>
                  <a:lnTo>
                    <a:pt x="196" y="7"/>
                  </a:lnTo>
                  <a:lnTo>
                    <a:pt x="196" y="7"/>
                  </a:lnTo>
                  <a:lnTo>
                    <a:pt x="196" y="10"/>
                  </a:lnTo>
                  <a:lnTo>
                    <a:pt x="196" y="10"/>
                  </a:lnTo>
                  <a:lnTo>
                    <a:pt x="198" y="10"/>
                  </a:lnTo>
                  <a:lnTo>
                    <a:pt x="198" y="10"/>
                  </a:lnTo>
                  <a:lnTo>
                    <a:pt x="198" y="12"/>
                  </a:lnTo>
                  <a:lnTo>
                    <a:pt x="198" y="12"/>
                  </a:lnTo>
                  <a:lnTo>
                    <a:pt x="201" y="12"/>
                  </a:lnTo>
                  <a:lnTo>
                    <a:pt x="201" y="12"/>
                  </a:lnTo>
                  <a:lnTo>
                    <a:pt x="201" y="12"/>
                  </a:lnTo>
                  <a:lnTo>
                    <a:pt x="201" y="12"/>
                  </a:lnTo>
                  <a:lnTo>
                    <a:pt x="203" y="12"/>
                  </a:lnTo>
                  <a:lnTo>
                    <a:pt x="203" y="12"/>
                  </a:lnTo>
                  <a:lnTo>
                    <a:pt x="205" y="12"/>
                  </a:lnTo>
                  <a:lnTo>
                    <a:pt x="205" y="12"/>
                  </a:lnTo>
                  <a:lnTo>
                    <a:pt x="205" y="12"/>
                  </a:lnTo>
                  <a:lnTo>
                    <a:pt x="208" y="12"/>
                  </a:lnTo>
                  <a:lnTo>
                    <a:pt x="208" y="12"/>
                  </a:lnTo>
                  <a:lnTo>
                    <a:pt x="208" y="12"/>
                  </a:lnTo>
                  <a:lnTo>
                    <a:pt x="210" y="12"/>
                  </a:lnTo>
                  <a:lnTo>
                    <a:pt x="210" y="12"/>
                  </a:lnTo>
                  <a:lnTo>
                    <a:pt x="210" y="10"/>
                  </a:lnTo>
                  <a:lnTo>
                    <a:pt x="210" y="10"/>
                  </a:lnTo>
                  <a:lnTo>
                    <a:pt x="213" y="10"/>
                  </a:lnTo>
                  <a:lnTo>
                    <a:pt x="213" y="10"/>
                  </a:lnTo>
                  <a:lnTo>
                    <a:pt x="213" y="10"/>
                  </a:lnTo>
                  <a:lnTo>
                    <a:pt x="213" y="12"/>
                  </a:lnTo>
                  <a:lnTo>
                    <a:pt x="215" y="12"/>
                  </a:lnTo>
                  <a:lnTo>
                    <a:pt x="215" y="12"/>
                  </a:lnTo>
                  <a:lnTo>
                    <a:pt x="215" y="12"/>
                  </a:lnTo>
                  <a:lnTo>
                    <a:pt x="215" y="15"/>
                  </a:lnTo>
                  <a:lnTo>
                    <a:pt x="217" y="15"/>
                  </a:lnTo>
                  <a:lnTo>
                    <a:pt x="217" y="15"/>
                  </a:lnTo>
                  <a:lnTo>
                    <a:pt x="217" y="17"/>
                  </a:lnTo>
                  <a:lnTo>
                    <a:pt x="217" y="17"/>
                  </a:lnTo>
                  <a:lnTo>
                    <a:pt x="217" y="17"/>
                  </a:lnTo>
                  <a:lnTo>
                    <a:pt x="217" y="17"/>
                  </a:lnTo>
                  <a:lnTo>
                    <a:pt x="217" y="19"/>
                  </a:lnTo>
                  <a:lnTo>
                    <a:pt x="217" y="19"/>
                  </a:lnTo>
                  <a:lnTo>
                    <a:pt x="217" y="19"/>
                  </a:lnTo>
                  <a:lnTo>
                    <a:pt x="220" y="19"/>
                  </a:lnTo>
                  <a:lnTo>
                    <a:pt x="220" y="22"/>
                  </a:lnTo>
                  <a:lnTo>
                    <a:pt x="220" y="22"/>
                  </a:lnTo>
                  <a:lnTo>
                    <a:pt x="220" y="22"/>
                  </a:lnTo>
                  <a:lnTo>
                    <a:pt x="220" y="22"/>
                  </a:lnTo>
                  <a:lnTo>
                    <a:pt x="222" y="22"/>
                  </a:lnTo>
                  <a:lnTo>
                    <a:pt x="222" y="24"/>
                  </a:lnTo>
                  <a:lnTo>
                    <a:pt x="222" y="24"/>
                  </a:lnTo>
                  <a:lnTo>
                    <a:pt x="222" y="22"/>
                  </a:lnTo>
                  <a:lnTo>
                    <a:pt x="224" y="22"/>
                  </a:lnTo>
                  <a:lnTo>
                    <a:pt x="224" y="22"/>
                  </a:lnTo>
                  <a:lnTo>
                    <a:pt x="224" y="22"/>
                  </a:lnTo>
                  <a:lnTo>
                    <a:pt x="224" y="22"/>
                  </a:lnTo>
                  <a:lnTo>
                    <a:pt x="224" y="19"/>
                  </a:lnTo>
                  <a:lnTo>
                    <a:pt x="227" y="19"/>
                  </a:lnTo>
                  <a:lnTo>
                    <a:pt x="227" y="19"/>
                  </a:lnTo>
                  <a:lnTo>
                    <a:pt x="227" y="19"/>
                  </a:lnTo>
                  <a:lnTo>
                    <a:pt x="229" y="19"/>
                  </a:lnTo>
                  <a:lnTo>
                    <a:pt x="229" y="19"/>
                  </a:lnTo>
                  <a:lnTo>
                    <a:pt x="232" y="19"/>
                  </a:lnTo>
                  <a:lnTo>
                    <a:pt x="232" y="19"/>
                  </a:lnTo>
                  <a:lnTo>
                    <a:pt x="232" y="19"/>
                  </a:lnTo>
                  <a:lnTo>
                    <a:pt x="232" y="22"/>
                  </a:lnTo>
                  <a:lnTo>
                    <a:pt x="234" y="22"/>
                  </a:lnTo>
                  <a:lnTo>
                    <a:pt x="234" y="22"/>
                  </a:lnTo>
                  <a:lnTo>
                    <a:pt x="234" y="22"/>
                  </a:lnTo>
                  <a:lnTo>
                    <a:pt x="234" y="22"/>
                  </a:lnTo>
                  <a:lnTo>
                    <a:pt x="234" y="24"/>
                  </a:lnTo>
                  <a:lnTo>
                    <a:pt x="234" y="24"/>
                  </a:lnTo>
                  <a:lnTo>
                    <a:pt x="236" y="24"/>
                  </a:lnTo>
                  <a:lnTo>
                    <a:pt x="236" y="26"/>
                  </a:lnTo>
                  <a:lnTo>
                    <a:pt x="236" y="26"/>
                  </a:lnTo>
                  <a:lnTo>
                    <a:pt x="239" y="26"/>
                  </a:lnTo>
                  <a:lnTo>
                    <a:pt x="239" y="26"/>
                  </a:lnTo>
                  <a:lnTo>
                    <a:pt x="239" y="26"/>
                  </a:lnTo>
                  <a:lnTo>
                    <a:pt x="241" y="26"/>
                  </a:lnTo>
                  <a:lnTo>
                    <a:pt x="241" y="26"/>
                  </a:lnTo>
                  <a:lnTo>
                    <a:pt x="241" y="26"/>
                  </a:lnTo>
                  <a:lnTo>
                    <a:pt x="243" y="26"/>
                  </a:lnTo>
                  <a:lnTo>
                    <a:pt x="243" y="26"/>
                  </a:lnTo>
                  <a:lnTo>
                    <a:pt x="243" y="26"/>
                  </a:lnTo>
                  <a:lnTo>
                    <a:pt x="243" y="26"/>
                  </a:lnTo>
                  <a:lnTo>
                    <a:pt x="246" y="26"/>
                  </a:lnTo>
                  <a:lnTo>
                    <a:pt x="246" y="29"/>
                  </a:lnTo>
                  <a:lnTo>
                    <a:pt x="246" y="29"/>
                  </a:lnTo>
                  <a:lnTo>
                    <a:pt x="246" y="29"/>
                  </a:lnTo>
                  <a:lnTo>
                    <a:pt x="246" y="26"/>
                  </a:lnTo>
                  <a:lnTo>
                    <a:pt x="248" y="26"/>
                  </a:lnTo>
                  <a:lnTo>
                    <a:pt x="248" y="26"/>
                  </a:lnTo>
                  <a:lnTo>
                    <a:pt x="248" y="26"/>
                  </a:lnTo>
                  <a:lnTo>
                    <a:pt x="248" y="26"/>
                  </a:lnTo>
                  <a:lnTo>
                    <a:pt x="250" y="26"/>
                  </a:lnTo>
                  <a:lnTo>
                    <a:pt x="250" y="26"/>
                  </a:lnTo>
                  <a:lnTo>
                    <a:pt x="250" y="26"/>
                  </a:lnTo>
                  <a:lnTo>
                    <a:pt x="250" y="26"/>
                  </a:lnTo>
                  <a:lnTo>
                    <a:pt x="250" y="26"/>
                  </a:lnTo>
                  <a:lnTo>
                    <a:pt x="253" y="26"/>
                  </a:lnTo>
                  <a:lnTo>
                    <a:pt x="253" y="29"/>
                  </a:lnTo>
                  <a:lnTo>
                    <a:pt x="253" y="29"/>
                  </a:lnTo>
                  <a:lnTo>
                    <a:pt x="253" y="29"/>
                  </a:lnTo>
                  <a:lnTo>
                    <a:pt x="253" y="29"/>
                  </a:lnTo>
                  <a:lnTo>
                    <a:pt x="255" y="29"/>
                  </a:lnTo>
                  <a:lnTo>
                    <a:pt x="255" y="29"/>
                  </a:lnTo>
                  <a:lnTo>
                    <a:pt x="258" y="29"/>
                  </a:lnTo>
                  <a:lnTo>
                    <a:pt x="258" y="29"/>
                  </a:lnTo>
                  <a:lnTo>
                    <a:pt x="258" y="29"/>
                  </a:lnTo>
                  <a:lnTo>
                    <a:pt x="258" y="31"/>
                  </a:lnTo>
                  <a:lnTo>
                    <a:pt x="260" y="31"/>
                  </a:lnTo>
                  <a:lnTo>
                    <a:pt x="260" y="31"/>
                  </a:lnTo>
                  <a:lnTo>
                    <a:pt x="260" y="31"/>
                  </a:lnTo>
                  <a:lnTo>
                    <a:pt x="262" y="31"/>
                  </a:lnTo>
                  <a:lnTo>
                    <a:pt x="262" y="31"/>
                  </a:lnTo>
                  <a:lnTo>
                    <a:pt x="262" y="31"/>
                  </a:lnTo>
                  <a:lnTo>
                    <a:pt x="265" y="31"/>
                  </a:lnTo>
                  <a:lnTo>
                    <a:pt x="265" y="31"/>
                  </a:lnTo>
                  <a:lnTo>
                    <a:pt x="265" y="31"/>
                  </a:lnTo>
                  <a:lnTo>
                    <a:pt x="265" y="31"/>
                  </a:lnTo>
                  <a:lnTo>
                    <a:pt x="265" y="31"/>
                  </a:lnTo>
                  <a:lnTo>
                    <a:pt x="265" y="31"/>
                  </a:lnTo>
                  <a:lnTo>
                    <a:pt x="267" y="31"/>
                  </a:lnTo>
                  <a:lnTo>
                    <a:pt x="267" y="31"/>
                  </a:lnTo>
                  <a:lnTo>
                    <a:pt x="267" y="31"/>
                  </a:lnTo>
                  <a:lnTo>
                    <a:pt x="267" y="29"/>
                  </a:lnTo>
                  <a:lnTo>
                    <a:pt x="269" y="29"/>
                  </a:lnTo>
                  <a:lnTo>
                    <a:pt x="269" y="29"/>
                  </a:lnTo>
                  <a:lnTo>
                    <a:pt x="269" y="31"/>
                  </a:lnTo>
                  <a:lnTo>
                    <a:pt x="272" y="31"/>
                  </a:lnTo>
                  <a:lnTo>
                    <a:pt x="272" y="29"/>
                  </a:lnTo>
                  <a:lnTo>
                    <a:pt x="272" y="29"/>
                  </a:lnTo>
                  <a:lnTo>
                    <a:pt x="272" y="29"/>
                  </a:lnTo>
                  <a:lnTo>
                    <a:pt x="272" y="29"/>
                  </a:lnTo>
                  <a:lnTo>
                    <a:pt x="274" y="29"/>
                  </a:lnTo>
                  <a:lnTo>
                    <a:pt x="274" y="29"/>
                  </a:lnTo>
                  <a:lnTo>
                    <a:pt x="276" y="29"/>
                  </a:lnTo>
                  <a:lnTo>
                    <a:pt x="276" y="29"/>
                  </a:lnTo>
                  <a:lnTo>
                    <a:pt x="276" y="29"/>
                  </a:lnTo>
                  <a:lnTo>
                    <a:pt x="279" y="29"/>
                  </a:lnTo>
                  <a:lnTo>
                    <a:pt x="279" y="26"/>
                  </a:lnTo>
                  <a:lnTo>
                    <a:pt x="279" y="26"/>
                  </a:lnTo>
                  <a:lnTo>
                    <a:pt x="279" y="26"/>
                  </a:lnTo>
                  <a:lnTo>
                    <a:pt x="281" y="26"/>
                  </a:lnTo>
                  <a:lnTo>
                    <a:pt x="281" y="26"/>
                  </a:lnTo>
                  <a:lnTo>
                    <a:pt x="284" y="26"/>
                  </a:lnTo>
                  <a:lnTo>
                    <a:pt x="284" y="26"/>
                  </a:lnTo>
                  <a:lnTo>
                    <a:pt x="284" y="26"/>
                  </a:lnTo>
                  <a:lnTo>
                    <a:pt x="286" y="26"/>
                  </a:lnTo>
                  <a:lnTo>
                    <a:pt x="286" y="26"/>
                  </a:lnTo>
                  <a:lnTo>
                    <a:pt x="286" y="26"/>
                  </a:lnTo>
                  <a:lnTo>
                    <a:pt x="286" y="26"/>
                  </a:lnTo>
                  <a:lnTo>
                    <a:pt x="288" y="26"/>
                  </a:lnTo>
                  <a:lnTo>
                    <a:pt x="288" y="26"/>
                  </a:lnTo>
                  <a:lnTo>
                    <a:pt x="288" y="26"/>
                  </a:lnTo>
                  <a:lnTo>
                    <a:pt x="291" y="26"/>
                  </a:lnTo>
                  <a:lnTo>
                    <a:pt x="291" y="29"/>
                  </a:lnTo>
                  <a:lnTo>
                    <a:pt x="291" y="29"/>
                  </a:lnTo>
                  <a:lnTo>
                    <a:pt x="291" y="29"/>
                  </a:lnTo>
                  <a:lnTo>
                    <a:pt x="293" y="29"/>
                  </a:lnTo>
                  <a:lnTo>
                    <a:pt x="293" y="29"/>
                  </a:lnTo>
                  <a:lnTo>
                    <a:pt x="293" y="29"/>
                  </a:lnTo>
                  <a:lnTo>
                    <a:pt x="293" y="29"/>
                  </a:lnTo>
                  <a:lnTo>
                    <a:pt x="295" y="29"/>
                  </a:lnTo>
                  <a:lnTo>
                    <a:pt x="295" y="29"/>
                  </a:lnTo>
                  <a:lnTo>
                    <a:pt x="295" y="31"/>
                  </a:lnTo>
                  <a:lnTo>
                    <a:pt x="298" y="31"/>
                  </a:lnTo>
                  <a:lnTo>
                    <a:pt x="298" y="29"/>
                  </a:lnTo>
                  <a:lnTo>
                    <a:pt x="298" y="29"/>
                  </a:lnTo>
                  <a:lnTo>
                    <a:pt x="298" y="29"/>
                  </a:lnTo>
                  <a:lnTo>
                    <a:pt x="300" y="29"/>
                  </a:lnTo>
                  <a:lnTo>
                    <a:pt x="300" y="31"/>
                  </a:lnTo>
                  <a:lnTo>
                    <a:pt x="300" y="31"/>
                  </a:lnTo>
                  <a:lnTo>
                    <a:pt x="300" y="31"/>
                  </a:lnTo>
                  <a:lnTo>
                    <a:pt x="300" y="31"/>
                  </a:lnTo>
                  <a:lnTo>
                    <a:pt x="303" y="31"/>
                  </a:lnTo>
                  <a:lnTo>
                    <a:pt x="303" y="31"/>
                  </a:lnTo>
                  <a:lnTo>
                    <a:pt x="303" y="31"/>
                  </a:lnTo>
                  <a:lnTo>
                    <a:pt x="305" y="31"/>
                  </a:lnTo>
                  <a:lnTo>
                    <a:pt x="305" y="29"/>
                  </a:lnTo>
                  <a:lnTo>
                    <a:pt x="305" y="29"/>
                  </a:lnTo>
                  <a:lnTo>
                    <a:pt x="305" y="29"/>
                  </a:lnTo>
                  <a:lnTo>
                    <a:pt x="305" y="29"/>
                  </a:lnTo>
                  <a:lnTo>
                    <a:pt x="307" y="29"/>
                  </a:lnTo>
                  <a:lnTo>
                    <a:pt x="307" y="29"/>
                  </a:lnTo>
                  <a:lnTo>
                    <a:pt x="307" y="29"/>
                  </a:lnTo>
                  <a:lnTo>
                    <a:pt x="310" y="29"/>
                  </a:lnTo>
                  <a:lnTo>
                    <a:pt x="310" y="29"/>
                  </a:lnTo>
                  <a:lnTo>
                    <a:pt x="310" y="26"/>
                  </a:lnTo>
                  <a:lnTo>
                    <a:pt x="312" y="26"/>
                  </a:lnTo>
                  <a:lnTo>
                    <a:pt x="312" y="26"/>
                  </a:lnTo>
                  <a:lnTo>
                    <a:pt x="312" y="26"/>
                  </a:lnTo>
                  <a:lnTo>
                    <a:pt x="312" y="26"/>
                  </a:lnTo>
                  <a:lnTo>
                    <a:pt x="314" y="26"/>
                  </a:lnTo>
                  <a:lnTo>
                    <a:pt x="314" y="26"/>
                  </a:lnTo>
                  <a:lnTo>
                    <a:pt x="314" y="26"/>
                  </a:lnTo>
                  <a:lnTo>
                    <a:pt x="317" y="26"/>
                  </a:lnTo>
                  <a:lnTo>
                    <a:pt x="317" y="24"/>
                  </a:lnTo>
                  <a:lnTo>
                    <a:pt x="317" y="24"/>
                  </a:lnTo>
                  <a:lnTo>
                    <a:pt x="317" y="24"/>
                  </a:lnTo>
                  <a:lnTo>
                    <a:pt x="319" y="24"/>
                  </a:lnTo>
                  <a:lnTo>
                    <a:pt x="319" y="24"/>
                  </a:lnTo>
                  <a:lnTo>
                    <a:pt x="319" y="24"/>
                  </a:lnTo>
                  <a:lnTo>
                    <a:pt x="319" y="24"/>
                  </a:lnTo>
                  <a:lnTo>
                    <a:pt x="321" y="24"/>
                  </a:lnTo>
                  <a:lnTo>
                    <a:pt x="321" y="24"/>
                  </a:lnTo>
                  <a:lnTo>
                    <a:pt x="321" y="22"/>
                  </a:lnTo>
                  <a:lnTo>
                    <a:pt x="324" y="22"/>
                  </a:lnTo>
                  <a:lnTo>
                    <a:pt x="324" y="22"/>
                  </a:lnTo>
                  <a:lnTo>
                    <a:pt x="324" y="22"/>
                  </a:lnTo>
                  <a:lnTo>
                    <a:pt x="324" y="22"/>
                  </a:lnTo>
                  <a:lnTo>
                    <a:pt x="326" y="22"/>
                  </a:lnTo>
                  <a:lnTo>
                    <a:pt x="326" y="19"/>
                  </a:lnTo>
                  <a:lnTo>
                    <a:pt x="326" y="19"/>
                  </a:lnTo>
                  <a:lnTo>
                    <a:pt x="326" y="19"/>
                  </a:lnTo>
                  <a:lnTo>
                    <a:pt x="326" y="19"/>
                  </a:lnTo>
                  <a:lnTo>
                    <a:pt x="329" y="19"/>
                  </a:lnTo>
                  <a:lnTo>
                    <a:pt x="329" y="19"/>
                  </a:lnTo>
                  <a:lnTo>
                    <a:pt x="329" y="17"/>
                  </a:lnTo>
                  <a:lnTo>
                    <a:pt x="331" y="17"/>
                  </a:lnTo>
                  <a:lnTo>
                    <a:pt x="331" y="17"/>
                  </a:lnTo>
                  <a:lnTo>
                    <a:pt x="331" y="17"/>
                  </a:lnTo>
                  <a:lnTo>
                    <a:pt x="331" y="17"/>
                  </a:lnTo>
                  <a:lnTo>
                    <a:pt x="331" y="17"/>
                  </a:lnTo>
                  <a:lnTo>
                    <a:pt x="333" y="17"/>
                  </a:lnTo>
                  <a:lnTo>
                    <a:pt x="333" y="17"/>
                  </a:lnTo>
                  <a:lnTo>
                    <a:pt x="333" y="17"/>
                  </a:lnTo>
                  <a:lnTo>
                    <a:pt x="333" y="17"/>
                  </a:lnTo>
                  <a:lnTo>
                    <a:pt x="336" y="17"/>
                  </a:lnTo>
                  <a:lnTo>
                    <a:pt x="336" y="17"/>
                  </a:lnTo>
                  <a:lnTo>
                    <a:pt x="336" y="17"/>
                  </a:lnTo>
                  <a:lnTo>
                    <a:pt x="338" y="17"/>
                  </a:lnTo>
                  <a:lnTo>
                    <a:pt x="338" y="17"/>
                  </a:lnTo>
                  <a:lnTo>
                    <a:pt x="338" y="17"/>
                  </a:lnTo>
                  <a:lnTo>
                    <a:pt x="338" y="17"/>
                  </a:lnTo>
                  <a:lnTo>
                    <a:pt x="340" y="17"/>
                  </a:lnTo>
                  <a:lnTo>
                    <a:pt x="340" y="17"/>
                  </a:lnTo>
                  <a:lnTo>
                    <a:pt x="340" y="17"/>
                  </a:lnTo>
                  <a:lnTo>
                    <a:pt x="343" y="17"/>
                  </a:lnTo>
                  <a:lnTo>
                    <a:pt x="343" y="17"/>
                  </a:lnTo>
                  <a:lnTo>
                    <a:pt x="345" y="17"/>
                  </a:lnTo>
                  <a:lnTo>
                    <a:pt x="345" y="17"/>
                  </a:lnTo>
                  <a:lnTo>
                    <a:pt x="345" y="17"/>
                  </a:lnTo>
                  <a:lnTo>
                    <a:pt x="347" y="17"/>
                  </a:lnTo>
                  <a:lnTo>
                    <a:pt x="347" y="17"/>
                  </a:lnTo>
                  <a:lnTo>
                    <a:pt x="350" y="17"/>
                  </a:lnTo>
                  <a:lnTo>
                    <a:pt x="350" y="17"/>
                  </a:lnTo>
                  <a:lnTo>
                    <a:pt x="350" y="17"/>
                  </a:lnTo>
                  <a:lnTo>
                    <a:pt x="350" y="17"/>
                  </a:lnTo>
                  <a:lnTo>
                    <a:pt x="352" y="17"/>
                  </a:lnTo>
                  <a:lnTo>
                    <a:pt x="352" y="17"/>
                  </a:lnTo>
                  <a:lnTo>
                    <a:pt x="352" y="17"/>
                  </a:lnTo>
                  <a:lnTo>
                    <a:pt x="352" y="17"/>
                  </a:lnTo>
                  <a:lnTo>
                    <a:pt x="355" y="17"/>
                  </a:lnTo>
                  <a:lnTo>
                    <a:pt x="355" y="17"/>
                  </a:lnTo>
                  <a:lnTo>
                    <a:pt x="355" y="15"/>
                  </a:lnTo>
                  <a:lnTo>
                    <a:pt x="355" y="15"/>
                  </a:lnTo>
                  <a:lnTo>
                    <a:pt x="357" y="15"/>
                  </a:lnTo>
                  <a:lnTo>
                    <a:pt x="357" y="15"/>
                  </a:lnTo>
                  <a:lnTo>
                    <a:pt x="357" y="15"/>
                  </a:lnTo>
                  <a:lnTo>
                    <a:pt x="359" y="15"/>
                  </a:lnTo>
                  <a:lnTo>
                    <a:pt x="359" y="15"/>
                  </a:lnTo>
                  <a:lnTo>
                    <a:pt x="359" y="17"/>
                  </a:lnTo>
                  <a:lnTo>
                    <a:pt x="359" y="17"/>
                  </a:lnTo>
                  <a:lnTo>
                    <a:pt x="359" y="17"/>
                  </a:lnTo>
                  <a:lnTo>
                    <a:pt x="359" y="17"/>
                  </a:lnTo>
                  <a:lnTo>
                    <a:pt x="359" y="17"/>
                  </a:lnTo>
                  <a:lnTo>
                    <a:pt x="362" y="17"/>
                  </a:lnTo>
                  <a:lnTo>
                    <a:pt x="362" y="17"/>
                  </a:lnTo>
                  <a:lnTo>
                    <a:pt x="362" y="17"/>
                  </a:lnTo>
                  <a:lnTo>
                    <a:pt x="362" y="19"/>
                  </a:lnTo>
                  <a:lnTo>
                    <a:pt x="364" y="19"/>
                  </a:lnTo>
                  <a:lnTo>
                    <a:pt x="364" y="19"/>
                  </a:lnTo>
                  <a:lnTo>
                    <a:pt x="364" y="19"/>
                  </a:lnTo>
                  <a:lnTo>
                    <a:pt x="364" y="19"/>
                  </a:lnTo>
                  <a:lnTo>
                    <a:pt x="364" y="22"/>
                  </a:lnTo>
                  <a:lnTo>
                    <a:pt x="366" y="22"/>
                  </a:lnTo>
                  <a:lnTo>
                    <a:pt x="366" y="22"/>
                  </a:lnTo>
                  <a:lnTo>
                    <a:pt x="366" y="22"/>
                  </a:lnTo>
                  <a:lnTo>
                    <a:pt x="366" y="24"/>
                  </a:lnTo>
                  <a:lnTo>
                    <a:pt x="366" y="24"/>
                  </a:lnTo>
                  <a:lnTo>
                    <a:pt x="366" y="24"/>
                  </a:lnTo>
                  <a:lnTo>
                    <a:pt x="369" y="24"/>
                  </a:lnTo>
                  <a:lnTo>
                    <a:pt x="369" y="26"/>
                  </a:lnTo>
                  <a:lnTo>
                    <a:pt x="369" y="26"/>
                  </a:lnTo>
                  <a:lnTo>
                    <a:pt x="369" y="24"/>
                  </a:lnTo>
                  <a:lnTo>
                    <a:pt x="371" y="24"/>
                  </a:lnTo>
                  <a:lnTo>
                    <a:pt x="371" y="24"/>
                  </a:lnTo>
                  <a:lnTo>
                    <a:pt x="371" y="24"/>
                  </a:lnTo>
                  <a:lnTo>
                    <a:pt x="371" y="26"/>
                  </a:lnTo>
                  <a:lnTo>
                    <a:pt x="374" y="26"/>
                  </a:lnTo>
                  <a:lnTo>
                    <a:pt x="374" y="26"/>
                  </a:lnTo>
                  <a:lnTo>
                    <a:pt x="374" y="26"/>
                  </a:lnTo>
                  <a:lnTo>
                    <a:pt x="374" y="29"/>
                  </a:lnTo>
                  <a:lnTo>
                    <a:pt x="374" y="29"/>
                  </a:lnTo>
                  <a:lnTo>
                    <a:pt x="374" y="29"/>
                  </a:lnTo>
                  <a:lnTo>
                    <a:pt x="374" y="29"/>
                  </a:lnTo>
                  <a:lnTo>
                    <a:pt x="376" y="29"/>
                  </a:lnTo>
                  <a:lnTo>
                    <a:pt x="376" y="29"/>
                  </a:lnTo>
                  <a:lnTo>
                    <a:pt x="376" y="31"/>
                  </a:lnTo>
                  <a:lnTo>
                    <a:pt x="378" y="31"/>
                  </a:lnTo>
                  <a:lnTo>
                    <a:pt x="378" y="31"/>
                  </a:lnTo>
                  <a:lnTo>
                    <a:pt x="378" y="34"/>
                  </a:lnTo>
                  <a:lnTo>
                    <a:pt x="378" y="34"/>
                  </a:lnTo>
                  <a:lnTo>
                    <a:pt x="378" y="34"/>
                  </a:lnTo>
                  <a:lnTo>
                    <a:pt x="378" y="36"/>
                  </a:lnTo>
                  <a:lnTo>
                    <a:pt x="378" y="36"/>
                  </a:lnTo>
                  <a:lnTo>
                    <a:pt x="378" y="36"/>
                  </a:lnTo>
                  <a:lnTo>
                    <a:pt x="378" y="36"/>
                  </a:lnTo>
                  <a:lnTo>
                    <a:pt x="378" y="38"/>
                  </a:lnTo>
                  <a:lnTo>
                    <a:pt x="378" y="38"/>
                  </a:lnTo>
                  <a:lnTo>
                    <a:pt x="378" y="38"/>
                  </a:lnTo>
                  <a:lnTo>
                    <a:pt x="378" y="41"/>
                  </a:lnTo>
                  <a:lnTo>
                    <a:pt x="378" y="41"/>
                  </a:lnTo>
                  <a:lnTo>
                    <a:pt x="378" y="41"/>
                  </a:lnTo>
                  <a:lnTo>
                    <a:pt x="376" y="41"/>
                  </a:lnTo>
                  <a:lnTo>
                    <a:pt x="376" y="43"/>
                  </a:lnTo>
                  <a:lnTo>
                    <a:pt x="376" y="43"/>
                  </a:lnTo>
                  <a:lnTo>
                    <a:pt x="374" y="43"/>
                  </a:lnTo>
                  <a:lnTo>
                    <a:pt x="374" y="43"/>
                  </a:lnTo>
                  <a:lnTo>
                    <a:pt x="376" y="43"/>
                  </a:lnTo>
                  <a:lnTo>
                    <a:pt x="376" y="45"/>
                  </a:lnTo>
                  <a:lnTo>
                    <a:pt x="376" y="45"/>
                  </a:lnTo>
                  <a:lnTo>
                    <a:pt x="376" y="45"/>
                  </a:lnTo>
                  <a:lnTo>
                    <a:pt x="376" y="45"/>
                  </a:lnTo>
                  <a:lnTo>
                    <a:pt x="376" y="48"/>
                  </a:lnTo>
                  <a:lnTo>
                    <a:pt x="376" y="48"/>
                  </a:lnTo>
                  <a:lnTo>
                    <a:pt x="376" y="48"/>
                  </a:lnTo>
                  <a:lnTo>
                    <a:pt x="378" y="48"/>
                  </a:lnTo>
                  <a:lnTo>
                    <a:pt x="378" y="48"/>
                  </a:lnTo>
                  <a:lnTo>
                    <a:pt x="378" y="50"/>
                  </a:lnTo>
                  <a:lnTo>
                    <a:pt x="378" y="50"/>
                  </a:lnTo>
                  <a:lnTo>
                    <a:pt x="378" y="50"/>
                  </a:lnTo>
                  <a:lnTo>
                    <a:pt x="378" y="50"/>
                  </a:lnTo>
                  <a:lnTo>
                    <a:pt x="378" y="52"/>
                  </a:lnTo>
                  <a:lnTo>
                    <a:pt x="378" y="52"/>
                  </a:lnTo>
                  <a:lnTo>
                    <a:pt x="378" y="52"/>
                  </a:lnTo>
                  <a:lnTo>
                    <a:pt x="378" y="52"/>
                  </a:lnTo>
                  <a:lnTo>
                    <a:pt x="381" y="52"/>
                  </a:lnTo>
                  <a:lnTo>
                    <a:pt x="381" y="55"/>
                  </a:lnTo>
                  <a:lnTo>
                    <a:pt x="381" y="55"/>
                  </a:lnTo>
                  <a:lnTo>
                    <a:pt x="383" y="55"/>
                  </a:lnTo>
                  <a:lnTo>
                    <a:pt x="383" y="55"/>
                  </a:lnTo>
                  <a:lnTo>
                    <a:pt x="383" y="55"/>
                  </a:lnTo>
                  <a:lnTo>
                    <a:pt x="383" y="55"/>
                  </a:lnTo>
                  <a:lnTo>
                    <a:pt x="383" y="55"/>
                  </a:lnTo>
                  <a:lnTo>
                    <a:pt x="385" y="55"/>
                  </a:lnTo>
                  <a:lnTo>
                    <a:pt x="385" y="55"/>
                  </a:lnTo>
                  <a:lnTo>
                    <a:pt x="385" y="55"/>
                  </a:lnTo>
                  <a:lnTo>
                    <a:pt x="388" y="55"/>
                  </a:lnTo>
                  <a:lnTo>
                    <a:pt x="388" y="55"/>
                  </a:lnTo>
                  <a:lnTo>
                    <a:pt x="390" y="55"/>
                  </a:lnTo>
                  <a:lnTo>
                    <a:pt x="390" y="55"/>
                  </a:lnTo>
                  <a:lnTo>
                    <a:pt x="390" y="55"/>
                  </a:lnTo>
                  <a:lnTo>
                    <a:pt x="392" y="55"/>
                  </a:lnTo>
                  <a:lnTo>
                    <a:pt x="392" y="55"/>
                  </a:lnTo>
                  <a:lnTo>
                    <a:pt x="392" y="55"/>
                  </a:lnTo>
                  <a:lnTo>
                    <a:pt x="392" y="55"/>
                  </a:lnTo>
                  <a:lnTo>
                    <a:pt x="395" y="55"/>
                  </a:lnTo>
                  <a:lnTo>
                    <a:pt x="395" y="57"/>
                  </a:lnTo>
                  <a:lnTo>
                    <a:pt x="395" y="57"/>
                  </a:lnTo>
                  <a:lnTo>
                    <a:pt x="395" y="57"/>
                  </a:lnTo>
                  <a:lnTo>
                    <a:pt x="397" y="57"/>
                  </a:lnTo>
                  <a:lnTo>
                    <a:pt x="397" y="57"/>
                  </a:lnTo>
                  <a:lnTo>
                    <a:pt x="397" y="57"/>
                  </a:lnTo>
                  <a:lnTo>
                    <a:pt x="397" y="60"/>
                  </a:lnTo>
                  <a:lnTo>
                    <a:pt x="397" y="60"/>
                  </a:lnTo>
                  <a:lnTo>
                    <a:pt x="397" y="60"/>
                  </a:lnTo>
                  <a:lnTo>
                    <a:pt x="400" y="60"/>
                  </a:lnTo>
                  <a:lnTo>
                    <a:pt x="400" y="60"/>
                  </a:lnTo>
                  <a:lnTo>
                    <a:pt x="400" y="62"/>
                  </a:lnTo>
                  <a:lnTo>
                    <a:pt x="400" y="62"/>
                  </a:lnTo>
                  <a:lnTo>
                    <a:pt x="400" y="62"/>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261"/>
            <p:cNvSpPr>
              <a:spLocks/>
            </p:cNvSpPr>
            <p:nvPr/>
          </p:nvSpPr>
          <p:spPr bwMode="auto">
            <a:xfrm>
              <a:off x="2206625" y="2673350"/>
              <a:ext cx="638175" cy="257175"/>
            </a:xfrm>
            <a:custGeom>
              <a:avLst/>
              <a:gdLst/>
              <a:ahLst/>
              <a:cxnLst>
                <a:cxn ang="0">
                  <a:pos x="385" y="69"/>
                </a:cxn>
                <a:cxn ang="0">
                  <a:pos x="390" y="90"/>
                </a:cxn>
                <a:cxn ang="0">
                  <a:pos x="390" y="109"/>
                </a:cxn>
                <a:cxn ang="0">
                  <a:pos x="402" y="124"/>
                </a:cxn>
                <a:cxn ang="0">
                  <a:pos x="390" y="126"/>
                </a:cxn>
                <a:cxn ang="0">
                  <a:pos x="374" y="126"/>
                </a:cxn>
                <a:cxn ang="0">
                  <a:pos x="357" y="126"/>
                </a:cxn>
                <a:cxn ang="0">
                  <a:pos x="338" y="128"/>
                </a:cxn>
                <a:cxn ang="0">
                  <a:pos x="314" y="128"/>
                </a:cxn>
                <a:cxn ang="0">
                  <a:pos x="295" y="138"/>
                </a:cxn>
                <a:cxn ang="0">
                  <a:pos x="272" y="138"/>
                </a:cxn>
                <a:cxn ang="0">
                  <a:pos x="253" y="138"/>
                </a:cxn>
                <a:cxn ang="0">
                  <a:pos x="234" y="135"/>
                </a:cxn>
                <a:cxn ang="0">
                  <a:pos x="227" y="150"/>
                </a:cxn>
                <a:cxn ang="0">
                  <a:pos x="213" y="159"/>
                </a:cxn>
                <a:cxn ang="0">
                  <a:pos x="213" y="143"/>
                </a:cxn>
                <a:cxn ang="0">
                  <a:pos x="205" y="140"/>
                </a:cxn>
                <a:cxn ang="0">
                  <a:pos x="187" y="138"/>
                </a:cxn>
                <a:cxn ang="0">
                  <a:pos x="172" y="150"/>
                </a:cxn>
                <a:cxn ang="0">
                  <a:pos x="153" y="154"/>
                </a:cxn>
                <a:cxn ang="0">
                  <a:pos x="134" y="154"/>
                </a:cxn>
                <a:cxn ang="0">
                  <a:pos x="118" y="140"/>
                </a:cxn>
                <a:cxn ang="0">
                  <a:pos x="99" y="135"/>
                </a:cxn>
                <a:cxn ang="0">
                  <a:pos x="92" y="150"/>
                </a:cxn>
                <a:cxn ang="0">
                  <a:pos x="73" y="152"/>
                </a:cxn>
                <a:cxn ang="0">
                  <a:pos x="61" y="138"/>
                </a:cxn>
                <a:cxn ang="0">
                  <a:pos x="47" y="138"/>
                </a:cxn>
                <a:cxn ang="0">
                  <a:pos x="35" y="140"/>
                </a:cxn>
                <a:cxn ang="0">
                  <a:pos x="37" y="135"/>
                </a:cxn>
                <a:cxn ang="0">
                  <a:pos x="30" y="133"/>
                </a:cxn>
                <a:cxn ang="0">
                  <a:pos x="26" y="124"/>
                </a:cxn>
                <a:cxn ang="0">
                  <a:pos x="26" y="107"/>
                </a:cxn>
                <a:cxn ang="0">
                  <a:pos x="9" y="102"/>
                </a:cxn>
                <a:cxn ang="0">
                  <a:pos x="9" y="88"/>
                </a:cxn>
                <a:cxn ang="0">
                  <a:pos x="16" y="83"/>
                </a:cxn>
                <a:cxn ang="0">
                  <a:pos x="14" y="71"/>
                </a:cxn>
                <a:cxn ang="0">
                  <a:pos x="2" y="69"/>
                </a:cxn>
                <a:cxn ang="0">
                  <a:pos x="2" y="48"/>
                </a:cxn>
                <a:cxn ang="0">
                  <a:pos x="9" y="41"/>
                </a:cxn>
                <a:cxn ang="0">
                  <a:pos x="7" y="29"/>
                </a:cxn>
                <a:cxn ang="0">
                  <a:pos x="7" y="12"/>
                </a:cxn>
                <a:cxn ang="0">
                  <a:pos x="23" y="3"/>
                </a:cxn>
                <a:cxn ang="0">
                  <a:pos x="40" y="5"/>
                </a:cxn>
                <a:cxn ang="0">
                  <a:pos x="52" y="19"/>
                </a:cxn>
                <a:cxn ang="0">
                  <a:pos x="73" y="24"/>
                </a:cxn>
                <a:cxn ang="0">
                  <a:pos x="97" y="26"/>
                </a:cxn>
                <a:cxn ang="0">
                  <a:pos x="116" y="19"/>
                </a:cxn>
                <a:cxn ang="0">
                  <a:pos x="134" y="10"/>
                </a:cxn>
                <a:cxn ang="0">
                  <a:pos x="153" y="3"/>
                </a:cxn>
                <a:cxn ang="0">
                  <a:pos x="179" y="5"/>
                </a:cxn>
                <a:cxn ang="0">
                  <a:pos x="194" y="5"/>
                </a:cxn>
                <a:cxn ang="0">
                  <a:pos x="210" y="10"/>
                </a:cxn>
                <a:cxn ang="0">
                  <a:pos x="224" y="22"/>
                </a:cxn>
                <a:cxn ang="0">
                  <a:pos x="246" y="26"/>
                </a:cxn>
                <a:cxn ang="0">
                  <a:pos x="262" y="31"/>
                </a:cxn>
                <a:cxn ang="0">
                  <a:pos x="284" y="26"/>
                </a:cxn>
                <a:cxn ang="0">
                  <a:pos x="303" y="31"/>
                </a:cxn>
                <a:cxn ang="0">
                  <a:pos x="321" y="24"/>
                </a:cxn>
                <a:cxn ang="0">
                  <a:pos x="340" y="17"/>
                </a:cxn>
                <a:cxn ang="0">
                  <a:pos x="359" y="17"/>
                </a:cxn>
                <a:cxn ang="0">
                  <a:pos x="374" y="29"/>
                </a:cxn>
                <a:cxn ang="0">
                  <a:pos x="376" y="48"/>
                </a:cxn>
                <a:cxn ang="0">
                  <a:pos x="392" y="55"/>
                </a:cxn>
              </a:cxnLst>
              <a:rect l="0" t="0" r="r" b="b"/>
              <a:pathLst>
                <a:path w="402" h="162">
                  <a:moveTo>
                    <a:pt x="400" y="62"/>
                  </a:moveTo>
                  <a:lnTo>
                    <a:pt x="400" y="62"/>
                  </a:lnTo>
                  <a:lnTo>
                    <a:pt x="400" y="62"/>
                  </a:lnTo>
                  <a:lnTo>
                    <a:pt x="400" y="62"/>
                  </a:lnTo>
                  <a:lnTo>
                    <a:pt x="397" y="62"/>
                  </a:lnTo>
                  <a:lnTo>
                    <a:pt x="397" y="62"/>
                  </a:lnTo>
                  <a:lnTo>
                    <a:pt x="397" y="62"/>
                  </a:lnTo>
                  <a:lnTo>
                    <a:pt x="397" y="62"/>
                  </a:lnTo>
                  <a:lnTo>
                    <a:pt x="395" y="62"/>
                  </a:lnTo>
                  <a:lnTo>
                    <a:pt x="395" y="64"/>
                  </a:lnTo>
                  <a:lnTo>
                    <a:pt x="395" y="64"/>
                  </a:lnTo>
                  <a:lnTo>
                    <a:pt x="395" y="64"/>
                  </a:lnTo>
                  <a:lnTo>
                    <a:pt x="395" y="67"/>
                  </a:lnTo>
                  <a:lnTo>
                    <a:pt x="395" y="67"/>
                  </a:lnTo>
                  <a:lnTo>
                    <a:pt x="395" y="67"/>
                  </a:lnTo>
                  <a:lnTo>
                    <a:pt x="395" y="69"/>
                  </a:lnTo>
                  <a:lnTo>
                    <a:pt x="395" y="69"/>
                  </a:lnTo>
                  <a:lnTo>
                    <a:pt x="392" y="69"/>
                  </a:lnTo>
                  <a:lnTo>
                    <a:pt x="392" y="69"/>
                  </a:lnTo>
                  <a:lnTo>
                    <a:pt x="392" y="71"/>
                  </a:lnTo>
                  <a:lnTo>
                    <a:pt x="392" y="71"/>
                  </a:lnTo>
                  <a:lnTo>
                    <a:pt x="390" y="71"/>
                  </a:lnTo>
                  <a:lnTo>
                    <a:pt x="390" y="71"/>
                  </a:lnTo>
                  <a:lnTo>
                    <a:pt x="390" y="69"/>
                  </a:lnTo>
                  <a:lnTo>
                    <a:pt x="390" y="69"/>
                  </a:lnTo>
                  <a:lnTo>
                    <a:pt x="388" y="69"/>
                  </a:lnTo>
                  <a:lnTo>
                    <a:pt x="388" y="71"/>
                  </a:lnTo>
                  <a:lnTo>
                    <a:pt x="388" y="71"/>
                  </a:lnTo>
                  <a:lnTo>
                    <a:pt x="388" y="69"/>
                  </a:lnTo>
                  <a:lnTo>
                    <a:pt x="385" y="69"/>
                  </a:lnTo>
                  <a:lnTo>
                    <a:pt x="385" y="71"/>
                  </a:lnTo>
                  <a:lnTo>
                    <a:pt x="385" y="71"/>
                  </a:lnTo>
                  <a:lnTo>
                    <a:pt x="385" y="71"/>
                  </a:lnTo>
                  <a:lnTo>
                    <a:pt x="385" y="71"/>
                  </a:lnTo>
                  <a:lnTo>
                    <a:pt x="385" y="74"/>
                  </a:lnTo>
                  <a:lnTo>
                    <a:pt x="388" y="74"/>
                  </a:lnTo>
                  <a:lnTo>
                    <a:pt x="388" y="74"/>
                  </a:lnTo>
                  <a:lnTo>
                    <a:pt x="388" y="76"/>
                  </a:lnTo>
                  <a:lnTo>
                    <a:pt x="388" y="76"/>
                  </a:lnTo>
                  <a:lnTo>
                    <a:pt x="388" y="76"/>
                  </a:lnTo>
                  <a:lnTo>
                    <a:pt x="390" y="76"/>
                  </a:lnTo>
                  <a:lnTo>
                    <a:pt x="390" y="76"/>
                  </a:lnTo>
                  <a:lnTo>
                    <a:pt x="388" y="76"/>
                  </a:lnTo>
                  <a:lnTo>
                    <a:pt x="388" y="79"/>
                  </a:lnTo>
                  <a:lnTo>
                    <a:pt x="390" y="79"/>
                  </a:lnTo>
                  <a:lnTo>
                    <a:pt x="390" y="79"/>
                  </a:lnTo>
                  <a:lnTo>
                    <a:pt x="390" y="81"/>
                  </a:lnTo>
                  <a:lnTo>
                    <a:pt x="390" y="81"/>
                  </a:lnTo>
                  <a:lnTo>
                    <a:pt x="390" y="83"/>
                  </a:lnTo>
                  <a:lnTo>
                    <a:pt x="390" y="83"/>
                  </a:lnTo>
                  <a:lnTo>
                    <a:pt x="390" y="83"/>
                  </a:lnTo>
                  <a:lnTo>
                    <a:pt x="390" y="83"/>
                  </a:lnTo>
                  <a:lnTo>
                    <a:pt x="390" y="86"/>
                  </a:lnTo>
                  <a:lnTo>
                    <a:pt x="392" y="86"/>
                  </a:lnTo>
                  <a:lnTo>
                    <a:pt x="392" y="86"/>
                  </a:lnTo>
                  <a:lnTo>
                    <a:pt x="390" y="86"/>
                  </a:lnTo>
                  <a:lnTo>
                    <a:pt x="390" y="86"/>
                  </a:lnTo>
                  <a:lnTo>
                    <a:pt x="390" y="88"/>
                  </a:lnTo>
                  <a:lnTo>
                    <a:pt x="390" y="88"/>
                  </a:lnTo>
                  <a:lnTo>
                    <a:pt x="390" y="90"/>
                  </a:lnTo>
                  <a:lnTo>
                    <a:pt x="392" y="90"/>
                  </a:lnTo>
                  <a:lnTo>
                    <a:pt x="392" y="90"/>
                  </a:lnTo>
                  <a:lnTo>
                    <a:pt x="392" y="93"/>
                  </a:lnTo>
                  <a:lnTo>
                    <a:pt x="392" y="93"/>
                  </a:lnTo>
                  <a:lnTo>
                    <a:pt x="392" y="95"/>
                  </a:lnTo>
                  <a:lnTo>
                    <a:pt x="392" y="95"/>
                  </a:lnTo>
                  <a:lnTo>
                    <a:pt x="392" y="95"/>
                  </a:lnTo>
                  <a:lnTo>
                    <a:pt x="392" y="95"/>
                  </a:lnTo>
                  <a:lnTo>
                    <a:pt x="392" y="95"/>
                  </a:lnTo>
                  <a:lnTo>
                    <a:pt x="395" y="95"/>
                  </a:lnTo>
                  <a:lnTo>
                    <a:pt x="395" y="95"/>
                  </a:lnTo>
                  <a:lnTo>
                    <a:pt x="395" y="98"/>
                  </a:lnTo>
                  <a:lnTo>
                    <a:pt x="395" y="98"/>
                  </a:lnTo>
                  <a:lnTo>
                    <a:pt x="395" y="98"/>
                  </a:lnTo>
                  <a:lnTo>
                    <a:pt x="392" y="98"/>
                  </a:lnTo>
                  <a:lnTo>
                    <a:pt x="392" y="100"/>
                  </a:lnTo>
                  <a:lnTo>
                    <a:pt x="392" y="100"/>
                  </a:lnTo>
                  <a:lnTo>
                    <a:pt x="392" y="102"/>
                  </a:lnTo>
                  <a:lnTo>
                    <a:pt x="392" y="102"/>
                  </a:lnTo>
                  <a:lnTo>
                    <a:pt x="392" y="102"/>
                  </a:lnTo>
                  <a:lnTo>
                    <a:pt x="392" y="105"/>
                  </a:lnTo>
                  <a:lnTo>
                    <a:pt x="392" y="105"/>
                  </a:lnTo>
                  <a:lnTo>
                    <a:pt x="392" y="105"/>
                  </a:lnTo>
                  <a:lnTo>
                    <a:pt x="390" y="105"/>
                  </a:lnTo>
                  <a:lnTo>
                    <a:pt x="390" y="107"/>
                  </a:lnTo>
                  <a:lnTo>
                    <a:pt x="390" y="107"/>
                  </a:lnTo>
                  <a:lnTo>
                    <a:pt x="390" y="107"/>
                  </a:lnTo>
                  <a:lnTo>
                    <a:pt x="390" y="107"/>
                  </a:lnTo>
                  <a:lnTo>
                    <a:pt x="390" y="109"/>
                  </a:lnTo>
                  <a:lnTo>
                    <a:pt x="390" y="109"/>
                  </a:lnTo>
                  <a:lnTo>
                    <a:pt x="392" y="109"/>
                  </a:lnTo>
                  <a:lnTo>
                    <a:pt x="392" y="109"/>
                  </a:lnTo>
                  <a:lnTo>
                    <a:pt x="392" y="109"/>
                  </a:lnTo>
                  <a:lnTo>
                    <a:pt x="392" y="109"/>
                  </a:lnTo>
                  <a:lnTo>
                    <a:pt x="392" y="112"/>
                  </a:lnTo>
                  <a:lnTo>
                    <a:pt x="395" y="112"/>
                  </a:lnTo>
                  <a:lnTo>
                    <a:pt x="395" y="112"/>
                  </a:lnTo>
                  <a:lnTo>
                    <a:pt x="395" y="112"/>
                  </a:lnTo>
                  <a:lnTo>
                    <a:pt x="395" y="112"/>
                  </a:lnTo>
                  <a:lnTo>
                    <a:pt x="397" y="112"/>
                  </a:lnTo>
                  <a:lnTo>
                    <a:pt x="397" y="112"/>
                  </a:lnTo>
                  <a:lnTo>
                    <a:pt x="397" y="112"/>
                  </a:lnTo>
                  <a:lnTo>
                    <a:pt x="397" y="112"/>
                  </a:lnTo>
                  <a:lnTo>
                    <a:pt x="397" y="114"/>
                  </a:lnTo>
                  <a:lnTo>
                    <a:pt x="397" y="114"/>
                  </a:lnTo>
                  <a:lnTo>
                    <a:pt x="397" y="114"/>
                  </a:lnTo>
                  <a:lnTo>
                    <a:pt x="397" y="116"/>
                  </a:lnTo>
                  <a:lnTo>
                    <a:pt x="397" y="116"/>
                  </a:lnTo>
                  <a:lnTo>
                    <a:pt x="397" y="116"/>
                  </a:lnTo>
                  <a:lnTo>
                    <a:pt x="397" y="116"/>
                  </a:lnTo>
                  <a:lnTo>
                    <a:pt x="397" y="119"/>
                  </a:lnTo>
                  <a:lnTo>
                    <a:pt x="397" y="119"/>
                  </a:lnTo>
                  <a:lnTo>
                    <a:pt x="397" y="121"/>
                  </a:lnTo>
                  <a:lnTo>
                    <a:pt x="400" y="121"/>
                  </a:lnTo>
                  <a:lnTo>
                    <a:pt x="400" y="121"/>
                  </a:lnTo>
                  <a:lnTo>
                    <a:pt x="400" y="121"/>
                  </a:lnTo>
                  <a:lnTo>
                    <a:pt x="400" y="121"/>
                  </a:lnTo>
                  <a:lnTo>
                    <a:pt x="400" y="124"/>
                  </a:lnTo>
                  <a:lnTo>
                    <a:pt x="402" y="124"/>
                  </a:lnTo>
                  <a:lnTo>
                    <a:pt x="402" y="124"/>
                  </a:lnTo>
                  <a:lnTo>
                    <a:pt x="402" y="124"/>
                  </a:lnTo>
                  <a:lnTo>
                    <a:pt x="402" y="126"/>
                  </a:lnTo>
                  <a:lnTo>
                    <a:pt x="402" y="126"/>
                  </a:lnTo>
                  <a:lnTo>
                    <a:pt x="402" y="126"/>
                  </a:lnTo>
                  <a:lnTo>
                    <a:pt x="402" y="126"/>
                  </a:lnTo>
                  <a:lnTo>
                    <a:pt x="400" y="126"/>
                  </a:lnTo>
                  <a:lnTo>
                    <a:pt x="400" y="126"/>
                  </a:lnTo>
                  <a:lnTo>
                    <a:pt x="400" y="126"/>
                  </a:lnTo>
                  <a:lnTo>
                    <a:pt x="397" y="126"/>
                  </a:lnTo>
                  <a:lnTo>
                    <a:pt x="397" y="126"/>
                  </a:lnTo>
                  <a:lnTo>
                    <a:pt x="397" y="128"/>
                  </a:lnTo>
                  <a:lnTo>
                    <a:pt x="397" y="128"/>
                  </a:lnTo>
                  <a:lnTo>
                    <a:pt x="395" y="128"/>
                  </a:lnTo>
                  <a:lnTo>
                    <a:pt x="395" y="128"/>
                  </a:lnTo>
                  <a:lnTo>
                    <a:pt x="395" y="128"/>
                  </a:lnTo>
                  <a:lnTo>
                    <a:pt x="392" y="128"/>
                  </a:lnTo>
                  <a:lnTo>
                    <a:pt x="392" y="131"/>
                  </a:lnTo>
                  <a:lnTo>
                    <a:pt x="392" y="131"/>
                  </a:lnTo>
                  <a:lnTo>
                    <a:pt x="392" y="131"/>
                  </a:lnTo>
                  <a:lnTo>
                    <a:pt x="392" y="131"/>
                  </a:lnTo>
                  <a:lnTo>
                    <a:pt x="392" y="133"/>
                  </a:lnTo>
                  <a:lnTo>
                    <a:pt x="390" y="133"/>
                  </a:lnTo>
                  <a:lnTo>
                    <a:pt x="390" y="131"/>
                  </a:lnTo>
                  <a:lnTo>
                    <a:pt x="390" y="131"/>
                  </a:lnTo>
                  <a:lnTo>
                    <a:pt x="390" y="131"/>
                  </a:lnTo>
                  <a:lnTo>
                    <a:pt x="390" y="128"/>
                  </a:lnTo>
                  <a:lnTo>
                    <a:pt x="390" y="128"/>
                  </a:lnTo>
                  <a:lnTo>
                    <a:pt x="390" y="128"/>
                  </a:lnTo>
                  <a:lnTo>
                    <a:pt x="390" y="128"/>
                  </a:lnTo>
                  <a:lnTo>
                    <a:pt x="390" y="126"/>
                  </a:lnTo>
                  <a:lnTo>
                    <a:pt x="390" y="126"/>
                  </a:lnTo>
                  <a:lnTo>
                    <a:pt x="390" y="126"/>
                  </a:lnTo>
                  <a:lnTo>
                    <a:pt x="390" y="126"/>
                  </a:lnTo>
                  <a:lnTo>
                    <a:pt x="390" y="126"/>
                  </a:lnTo>
                  <a:lnTo>
                    <a:pt x="390" y="124"/>
                  </a:lnTo>
                  <a:lnTo>
                    <a:pt x="390" y="124"/>
                  </a:lnTo>
                  <a:lnTo>
                    <a:pt x="388" y="124"/>
                  </a:lnTo>
                  <a:lnTo>
                    <a:pt x="388" y="124"/>
                  </a:lnTo>
                  <a:lnTo>
                    <a:pt x="388" y="124"/>
                  </a:lnTo>
                  <a:lnTo>
                    <a:pt x="385" y="124"/>
                  </a:lnTo>
                  <a:lnTo>
                    <a:pt x="385" y="124"/>
                  </a:lnTo>
                  <a:lnTo>
                    <a:pt x="385" y="124"/>
                  </a:lnTo>
                  <a:lnTo>
                    <a:pt x="385" y="124"/>
                  </a:lnTo>
                  <a:lnTo>
                    <a:pt x="383" y="124"/>
                  </a:lnTo>
                  <a:lnTo>
                    <a:pt x="383" y="126"/>
                  </a:lnTo>
                  <a:lnTo>
                    <a:pt x="383" y="126"/>
                  </a:lnTo>
                  <a:lnTo>
                    <a:pt x="383" y="126"/>
                  </a:lnTo>
                  <a:lnTo>
                    <a:pt x="383" y="126"/>
                  </a:lnTo>
                  <a:lnTo>
                    <a:pt x="381" y="126"/>
                  </a:lnTo>
                  <a:lnTo>
                    <a:pt x="381" y="126"/>
                  </a:lnTo>
                  <a:lnTo>
                    <a:pt x="381" y="126"/>
                  </a:lnTo>
                  <a:lnTo>
                    <a:pt x="378" y="126"/>
                  </a:lnTo>
                  <a:lnTo>
                    <a:pt x="378" y="126"/>
                  </a:lnTo>
                  <a:lnTo>
                    <a:pt x="378" y="126"/>
                  </a:lnTo>
                  <a:lnTo>
                    <a:pt x="378" y="126"/>
                  </a:lnTo>
                  <a:lnTo>
                    <a:pt x="376" y="126"/>
                  </a:lnTo>
                  <a:lnTo>
                    <a:pt x="376" y="126"/>
                  </a:lnTo>
                  <a:lnTo>
                    <a:pt x="376" y="126"/>
                  </a:lnTo>
                  <a:lnTo>
                    <a:pt x="374" y="126"/>
                  </a:lnTo>
                  <a:lnTo>
                    <a:pt x="374" y="126"/>
                  </a:lnTo>
                  <a:lnTo>
                    <a:pt x="374" y="126"/>
                  </a:lnTo>
                  <a:lnTo>
                    <a:pt x="374" y="124"/>
                  </a:lnTo>
                  <a:lnTo>
                    <a:pt x="371" y="124"/>
                  </a:lnTo>
                  <a:lnTo>
                    <a:pt x="371" y="124"/>
                  </a:lnTo>
                  <a:lnTo>
                    <a:pt x="371" y="124"/>
                  </a:lnTo>
                  <a:lnTo>
                    <a:pt x="371" y="124"/>
                  </a:lnTo>
                  <a:lnTo>
                    <a:pt x="371" y="124"/>
                  </a:lnTo>
                  <a:lnTo>
                    <a:pt x="369" y="124"/>
                  </a:lnTo>
                  <a:lnTo>
                    <a:pt x="369" y="124"/>
                  </a:lnTo>
                  <a:lnTo>
                    <a:pt x="369" y="124"/>
                  </a:lnTo>
                  <a:lnTo>
                    <a:pt x="366" y="124"/>
                  </a:lnTo>
                  <a:lnTo>
                    <a:pt x="366" y="121"/>
                  </a:lnTo>
                  <a:lnTo>
                    <a:pt x="366" y="121"/>
                  </a:lnTo>
                  <a:lnTo>
                    <a:pt x="366" y="121"/>
                  </a:lnTo>
                  <a:lnTo>
                    <a:pt x="364" y="121"/>
                  </a:lnTo>
                  <a:lnTo>
                    <a:pt x="364" y="121"/>
                  </a:lnTo>
                  <a:lnTo>
                    <a:pt x="364" y="124"/>
                  </a:lnTo>
                  <a:lnTo>
                    <a:pt x="364" y="124"/>
                  </a:lnTo>
                  <a:lnTo>
                    <a:pt x="362" y="124"/>
                  </a:lnTo>
                  <a:lnTo>
                    <a:pt x="362" y="124"/>
                  </a:lnTo>
                  <a:lnTo>
                    <a:pt x="359" y="124"/>
                  </a:lnTo>
                  <a:lnTo>
                    <a:pt x="359" y="124"/>
                  </a:lnTo>
                  <a:lnTo>
                    <a:pt x="359" y="121"/>
                  </a:lnTo>
                  <a:lnTo>
                    <a:pt x="359" y="121"/>
                  </a:lnTo>
                  <a:lnTo>
                    <a:pt x="357" y="121"/>
                  </a:lnTo>
                  <a:lnTo>
                    <a:pt x="357" y="124"/>
                  </a:lnTo>
                  <a:lnTo>
                    <a:pt x="357" y="124"/>
                  </a:lnTo>
                  <a:lnTo>
                    <a:pt x="357" y="124"/>
                  </a:lnTo>
                  <a:lnTo>
                    <a:pt x="357" y="124"/>
                  </a:lnTo>
                  <a:lnTo>
                    <a:pt x="357" y="126"/>
                  </a:lnTo>
                  <a:lnTo>
                    <a:pt x="357" y="126"/>
                  </a:lnTo>
                  <a:lnTo>
                    <a:pt x="355" y="126"/>
                  </a:lnTo>
                  <a:lnTo>
                    <a:pt x="355" y="126"/>
                  </a:lnTo>
                  <a:lnTo>
                    <a:pt x="355" y="126"/>
                  </a:lnTo>
                  <a:lnTo>
                    <a:pt x="352" y="126"/>
                  </a:lnTo>
                  <a:lnTo>
                    <a:pt x="352" y="128"/>
                  </a:lnTo>
                  <a:lnTo>
                    <a:pt x="352" y="128"/>
                  </a:lnTo>
                  <a:lnTo>
                    <a:pt x="352" y="128"/>
                  </a:lnTo>
                  <a:lnTo>
                    <a:pt x="350" y="128"/>
                  </a:lnTo>
                  <a:lnTo>
                    <a:pt x="350" y="128"/>
                  </a:lnTo>
                  <a:lnTo>
                    <a:pt x="350" y="128"/>
                  </a:lnTo>
                  <a:lnTo>
                    <a:pt x="350" y="126"/>
                  </a:lnTo>
                  <a:lnTo>
                    <a:pt x="350" y="126"/>
                  </a:lnTo>
                  <a:lnTo>
                    <a:pt x="350" y="126"/>
                  </a:lnTo>
                  <a:lnTo>
                    <a:pt x="347" y="126"/>
                  </a:lnTo>
                  <a:lnTo>
                    <a:pt x="347" y="124"/>
                  </a:lnTo>
                  <a:lnTo>
                    <a:pt x="347" y="124"/>
                  </a:lnTo>
                  <a:lnTo>
                    <a:pt x="345" y="124"/>
                  </a:lnTo>
                  <a:lnTo>
                    <a:pt x="345" y="124"/>
                  </a:lnTo>
                  <a:lnTo>
                    <a:pt x="345" y="126"/>
                  </a:lnTo>
                  <a:lnTo>
                    <a:pt x="345" y="126"/>
                  </a:lnTo>
                  <a:lnTo>
                    <a:pt x="345" y="126"/>
                  </a:lnTo>
                  <a:lnTo>
                    <a:pt x="343" y="126"/>
                  </a:lnTo>
                  <a:lnTo>
                    <a:pt x="343" y="126"/>
                  </a:lnTo>
                  <a:lnTo>
                    <a:pt x="343" y="126"/>
                  </a:lnTo>
                  <a:lnTo>
                    <a:pt x="340" y="126"/>
                  </a:lnTo>
                  <a:lnTo>
                    <a:pt x="340" y="126"/>
                  </a:lnTo>
                  <a:lnTo>
                    <a:pt x="340" y="126"/>
                  </a:lnTo>
                  <a:lnTo>
                    <a:pt x="340" y="128"/>
                  </a:lnTo>
                  <a:lnTo>
                    <a:pt x="338" y="128"/>
                  </a:lnTo>
                  <a:lnTo>
                    <a:pt x="338" y="128"/>
                  </a:lnTo>
                  <a:lnTo>
                    <a:pt x="338" y="128"/>
                  </a:lnTo>
                  <a:lnTo>
                    <a:pt x="336" y="128"/>
                  </a:lnTo>
                  <a:lnTo>
                    <a:pt x="336" y="128"/>
                  </a:lnTo>
                  <a:lnTo>
                    <a:pt x="333" y="128"/>
                  </a:lnTo>
                  <a:lnTo>
                    <a:pt x="333" y="128"/>
                  </a:lnTo>
                  <a:lnTo>
                    <a:pt x="333" y="128"/>
                  </a:lnTo>
                  <a:lnTo>
                    <a:pt x="333" y="128"/>
                  </a:lnTo>
                  <a:lnTo>
                    <a:pt x="331" y="128"/>
                  </a:lnTo>
                  <a:lnTo>
                    <a:pt x="331" y="128"/>
                  </a:lnTo>
                  <a:lnTo>
                    <a:pt x="331" y="128"/>
                  </a:lnTo>
                  <a:lnTo>
                    <a:pt x="329" y="128"/>
                  </a:lnTo>
                  <a:lnTo>
                    <a:pt x="329" y="128"/>
                  </a:lnTo>
                  <a:lnTo>
                    <a:pt x="326" y="128"/>
                  </a:lnTo>
                  <a:lnTo>
                    <a:pt x="326" y="128"/>
                  </a:lnTo>
                  <a:lnTo>
                    <a:pt x="326" y="128"/>
                  </a:lnTo>
                  <a:lnTo>
                    <a:pt x="324" y="128"/>
                  </a:lnTo>
                  <a:lnTo>
                    <a:pt x="324" y="128"/>
                  </a:lnTo>
                  <a:lnTo>
                    <a:pt x="324" y="128"/>
                  </a:lnTo>
                  <a:lnTo>
                    <a:pt x="321" y="128"/>
                  </a:lnTo>
                  <a:lnTo>
                    <a:pt x="321" y="128"/>
                  </a:lnTo>
                  <a:lnTo>
                    <a:pt x="321" y="128"/>
                  </a:lnTo>
                  <a:lnTo>
                    <a:pt x="319" y="128"/>
                  </a:lnTo>
                  <a:lnTo>
                    <a:pt x="319" y="128"/>
                  </a:lnTo>
                  <a:lnTo>
                    <a:pt x="319" y="128"/>
                  </a:lnTo>
                  <a:lnTo>
                    <a:pt x="317" y="128"/>
                  </a:lnTo>
                  <a:lnTo>
                    <a:pt x="317" y="128"/>
                  </a:lnTo>
                  <a:lnTo>
                    <a:pt x="317" y="128"/>
                  </a:lnTo>
                  <a:lnTo>
                    <a:pt x="314" y="128"/>
                  </a:lnTo>
                  <a:lnTo>
                    <a:pt x="314" y="128"/>
                  </a:lnTo>
                  <a:lnTo>
                    <a:pt x="314" y="128"/>
                  </a:lnTo>
                  <a:lnTo>
                    <a:pt x="312" y="128"/>
                  </a:lnTo>
                  <a:lnTo>
                    <a:pt x="312" y="128"/>
                  </a:lnTo>
                  <a:lnTo>
                    <a:pt x="312" y="131"/>
                  </a:lnTo>
                  <a:lnTo>
                    <a:pt x="312" y="131"/>
                  </a:lnTo>
                  <a:lnTo>
                    <a:pt x="310" y="131"/>
                  </a:lnTo>
                  <a:lnTo>
                    <a:pt x="310" y="131"/>
                  </a:lnTo>
                  <a:lnTo>
                    <a:pt x="310" y="131"/>
                  </a:lnTo>
                  <a:lnTo>
                    <a:pt x="307" y="131"/>
                  </a:lnTo>
                  <a:lnTo>
                    <a:pt x="307" y="131"/>
                  </a:lnTo>
                  <a:lnTo>
                    <a:pt x="307" y="131"/>
                  </a:lnTo>
                  <a:lnTo>
                    <a:pt x="307" y="133"/>
                  </a:lnTo>
                  <a:lnTo>
                    <a:pt x="305" y="133"/>
                  </a:lnTo>
                  <a:lnTo>
                    <a:pt x="305" y="133"/>
                  </a:lnTo>
                  <a:lnTo>
                    <a:pt x="305" y="133"/>
                  </a:lnTo>
                  <a:lnTo>
                    <a:pt x="305" y="133"/>
                  </a:lnTo>
                  <a:lnTo>
                    <a:pt x="303" y="133"/>
                  </a:lnTo>
                  <a:lnTo>
                    <a:pt x="303" y="135"/>
                  </a:lnTo>
                  <a:lnTo>
                    <a:pt x="303" y="135"/>
                  </a:lnTo>
                  <a:lnTo>
                    <a:pt x="300" y="135"/>
                  </a:lnTo>
                  <a:lnTo>
                    <a:pt x="300" y="135"/>
                  </a:lnTo>
                  <a:lnTo>
                    <a:pt x="300" y="135"/>
                  </a:lnTo>
                  <a:lnTo>
                    <a:pt x="300" y="135"/>
                  </a:lnTo>
                  <a:lnTo>
                    <a:pt x="298" y="135"/>
                  </a:lnTo>
                  <a:lnTo>
                    <a:pt x="298" y="135"/>
                  </a:lnTo>
                  <a:lnTo>
                    <a:pt x="298" y="135"/>
                  </a:lnTo>
                  <a:lnTo>
                    <a:pt x="298" y="135"/>
                  </a:lnTo>
                  <a:lnTo>
                    <a:pt x="295" y="135"/>
                  </a:lnTo>
                  <a:lnTo>
                    <a:pt x="295" y="138"/>
                  </a:lnTo>
                  <a:lnTo>
                    <a:pt x="295" y="138"/>
                  </a:lnTo>
                  <a:lnTo>
                    <a:pt x="293" y="138"/>
                  </a:lnTo>
                  <a:lnTo>
                    <a:pt x="293" y="138"/>
                  </a:lnTo>
                  <a:lnTo>
                    <a:pt x="293" y="138"/>
                  </a:lnTo>
                  <a:lnTo>
                    <a:pt x="291" y="138"/>
                  </a:lnTo>
                  <a:lnTo>
                    <a:pt x="291" y="138"/>
                  </a:lnTo>
                  <a:lnTo>
                    <a:pt x="291" y="138"/>
                  </a:lnTo>
                  <a:lnTo>
                    <a:pt x="291" y="138"/>
                  </a:lnTo>
                  <a:lnTo>
                    <a:pt x="288" y="138"/>
                  </a:lnTo>
                  <a:lnTo>
                    <a:pt x="288" y="138"/>
                  </a:lnTo>
                  <a:lnTo>
                    <a:pt x="286" y="138"/>
                  </a:lnTo>
                  <a:lnTo>
                    <a:pt x="286" y="138"/>
                  </a:lnTo>
                  <a:lnTo>
                    <a:pt x="286" y="138"/>
                  </a:lnTo>
                  <a:lnTo>
                    <a:pt x="284" y="138"/>
                  </a:lnTo>
                  <a:lnTo>
                    <a:pt x="284" y="140"/>
                  </a:lnTo>
                  <a:lnTo>
                    <a:pt x="284" y="140"/>
                  </a:lnTo>
                  <a:lnTo>
                    <a:pt x="284" y="140"/>
                  </a:lnTo>
                  <a:lnTo>
                    <a:pt x="281" y="140"/>
                  </a:lnTo>
                  <a:lnTo>
                    <a:pt x="281" y="140"/>
                  </a:lnTo>
                  <a:lnTo>
                    <a:pt x="279" y="140"/>
                  </a:lnTo>
                  <a:lnTo>
                    <a:pt x="279" y="138"/>
                  </a:lnTo>
                  <a:lnTo>
                    <a:pt x="279" y="138"/>
                  </a:lnTo>
                  <a:lnTo>
                    <a:pt x="279" y="138"/>
                  </a:lnTo>
                  <a:lnTo>
                    <a:pt x="276" y="138"/>
                  </a:lnTo>
                  <a:lnTo>
                    <a:pt x="276" y="138"/>
                  </a:lnTo>
                  <a:lnTo>
                    <a:pt x="276" y="138"/>
                  </a:lnTo>
                  <a:lnTo>
                    <a:pt x="274" y="138"/>
                  </a:lnTo>
                  <a:lnTo>
                    <a:pt x="274" y="138"/>
                  </a:lnTo>
                  <a:lnTo>
                    <a:pt x="272" y="138"/>
                  </a:lnTo>
                  <a:lnTo>
                    <a:pt x="272" y="138"/>
                  </a:lnTo>
                  <a:lnTo>
                    <a:pt x="272" y="138"/>
                  </a:lnTo>
                  <a:lnTo>
                    <a:pt x="272" y="138"/>
                  </a:lnTo>
                  <a:lnTo>
                    <a:pt x="269" y="138"/>
                  </a:lnTo>
                  <a:lnTo>
                    <a:pt x="269" y="138"/>
                  </a:lnTo>
                  <a:lnTo>
                    <a:pt x="269" y="135"/>
                  </a:lnTo>
                  <a:lnTo>
                    <a:pt x="267" y="135"/>
                  </a:lnTo>
                  <a:lnTo>
                    <a:pt x="267" y="135"/>
                  </a:lnTo>
                  <a:lnTo>
                    <a:pt x="267" y="135"/>
                  </a:lnTo>
                  <a:lnTo>
                    <a:pt x="267" y="135"/>
                  </a:lnTo>
                  <a:lnTo>
                    <a:pt x="267" y="135"/>
                  </a:lnTo>
                  <a:lnTo>
                    <a:pt x="265" y="135"/>
                  </a:lnTo>
                  <a:lnTo>
                    <a:pt x="265" y="135"/>
                  </a:lnTo>
                  <a:lnTo>
                    <a:pt x="265" y="133"/>
                  </a:lnTo>
                  <a:lnTo>
                    <a:pt x="265" y="133"/>
                  </a:lnTo>
                  <a:lnTo>
                    <a:pt x="262" y="133"/>
                  </a:lnTo>
                  <a:lnTo>
                    <a:pt x="262" y="133"/>
                  </a:lnTo>
                  <a:lnTo>
                    <a:pt x="260" y="133"/>
                  </a:lnTo>
                  <a:lnTo>
                    <a:pt x="260" y="133"/>
                  </a:lnTo>
                  <a:lnTo>
                    <a:pt x="260" y="133"/>
                  </a:lnTo>
                  <a:lnTo>
                    <a:pt x="260" y="135"/>
                  </a:lnTo>
                  <a:lnTo>
                    <a:pt x="258" y="135"/>
                  </a:lnTo>
                  <a:lnTo>
                    <a:pt x="258" y="135"/>
                  </a:lnTo>
                  <a:lnTo>
                    <a:pt x="258" y="135"/>
                  </a:lnTo>
                  <a:lnTo>
                    <a:pt x="258" y="135"/>
                  </a:lnTo>
                  <a:lnTo>
                    <a:pt x="255" y="135"/>
                  </a:lnTo>
                  <a:lnTo>
                    <a:pt x="255" y="135"/>
                  </a:lnTo>
                  <a:lnTo>
                    <a:pt x="255" y="135"/>
                  </a:lnTo>
                  <a:lnTo>
                    <a:pt x="253" y="135"/>
                  </a:lnTo>
                  <a:lnTo>
                    <a:pt x="253" y="135"/>
                  </a:lnTo>
                  <a:lnTo>
                    <a:pt x="253" y="135"/>
                  </a:lnTo>
                  <a:lnTo>
                    <a:pt x="253" y="138"/>
                  </a:lnTo>
                  <a:lnTo>
                    <a:pt x="250" y="138"/>
                  </a:lnTo>
                  <a:lnTo>
                    <a:pt x="250" y="138"/>
                  </a:lnTo>
                  <a:lnTo>
                    <a:pt x="250" y="138"/>
                  </a:lnTo>
                  <a:lnTo>
                    <a:pt x="248" y="138"/>
                  </a:lnTo>
                  <a:lnTo>
                    <a:pt x="248" y="138"/>
                  </a:lnTo>
                  <a:lnTo>
                    <a:pt x="248" y="138"/>
                  </a:lnTo>
                  <a:lnTo>
                    <a:pt x="246" y="138"/>
                  </a:lnTo>
                  <a:lnTo>
                    <a:pt x="246" y="138"/>
                  </a:lnTo>
                  <a:lnTo>
                    <a:pt x="246" y="140"/>
                  </a:lnTo>
                  <a:lnTo>
                    <a:pt x="246" y="140"/>
                  </a:lnTo>
                  <a:lnTo>
                    <a:pt x="246" y="140"/>
                  </a:lnTo>
                  <a:lnTo>
                    <a:pt x="243" y="140"/>
                  </a:lnTo>
                  <a:lnTo>
                    <a:pt x="243" y="140"/>
                  </a:lnTo>
                  <a:lnTo>
                    <a:pt x="243" y="140"/>
                  </a:lnTo>
                  <a:lnTo>
                    <a:pt x="243" y="140"/>
                  </a:lnTo>
                  <a:lnTo>
                    <a:pt x="241" y="140"/>
                  </a:lnTo>
                  <a:lnTo>
                    <a:pt x="241" y="140"/>
                  </a:lnTo>
                  <a:lnTo>
                    <a:pt x="239" y="140"/>
                  </a:lnTo>
                  <a:lnTo>
                    <a:pt x="239" y="140"/>
                  </a:lnTo>
                  <a:lnTo>
                    <a:pt x="239" y="140"/>
                  </a:lnTo>
                  <a:lnTo>
                    <a:pt x="236" y="140"/>
                  </a:lnTo>
                  <a:lnTo>
                    <a:pt x="236" y="140"/>
                  </a:lnTo>
                  <a:lnTo>
                    <a:pt x="236" y="140"/>
                  </a:lnTo>
                  <a:lnTo>
                    <a:pt x="234" y="140"/>
                  </a:lnTo>
                  <a:lnTo>
                    <a:pt x="234" y="140"/>
                  </a:lnTo>
                  <a:lnTo>
                    <a:pt x="234" y="138"/>
                  </a:lnTo>
                  <a:lnTo>
                    <a:pt x="234" y="138"/>
                  </a:lnTo>
                  <a:lnTo>
                    <a:pt x="234" y="138"/>
                  </a:lnTo>
                  <a:lnTo>
                    <a:pt x="234" y="138"/>
                  </a:lnTo>
                  <a:lnTo>
                    <a:pt x="234" y="135"/>
                  </a:lnTo>
                  <a:lnTo>
                    <a:pt x="232" y="135"/>
                  </a:lnTo>
                  <a:lnTo>
                    <a:pt x="232" y="135"/>
                  </a:lnTo>
                  <a:lnTo>
                    <a:pt x="232" y="135"/>
                  </a:lnTo>
                  <a:lnTo>
                    <a:pt x="229" y="135"/>
                  </a:lnTo>
                  <a:lnTo>
                    <a:pt x="229" y="135"/>
                  </a:lnTo>
                  <a:lnTo>
                    <a:pt x="229" y="135"/>
                  </a:lnTo>
                  <a:lnTo>
                    <a:pt x="227" y="135"/>
                  </a:lnTo>
                  <a:lnTo>
                    <a:pt x="227" y="135"/>
                  </a:lnTo>
                  <a:lnTo>
                    <a:pt x="227" y="135"/>
                  </a:lnTo>
                  <a:lnTo>
                    <a:pt x="227" y="135"/>
                  </a:lnTo>
                  <a:lnTo>
                    <a:pt x="227" y="138"/>
                  </a:lnTo>
                  <a:lnTo>
                    <a:pt x="227" y="138"/>
                  </a:lnTo>
                  <a:lnTo>
                    <a:pt x="227" y="140"/>
                  </a:lnTo>
                  <a:lnTo>
                    <a:pt x="224" y="140"/>
                  </a:lnTo>
                  <a:lnTo>
                    <a:pt x="224" y="140"/>
                  </a:lnTo>
                  <a:lnTo>
                    <a:pt x="224" y="143"/>
                  </a:lnTo>
                  <a:lnTo>
                    <a:pt x="224" y="143"/>
                  </a:lnTo>
                  <a:lnTo>
                    <a:pt x="224" y="145"/>
                  </a:lnTo>
                  <a:lnTo>
                    <a:pt x="224" y="145"/>
                  </a:lnTo>
                  <a:lnTo>
                    <a:pt x="224" y="145"/>
                  </a:lnTo>
                  <a:lnTo>
                    <a:pt x="224" y="145"/>
                  </a:lnTo>
                  <a:lnTo>
                    <a:pt x="224" y="145"/>
                  </a:lnTo>
                  <a:lnTo>
                    <a:pt x="224" y="147"/>
                  </a:lnTo>
                  <a:lnTo>
                    <a:pt x="227" y="147"/>
                  </a:lnTo>
                  <a:lnTo>
                    <a:pt x="227" y="147"/>
                  </a:lnTo>
                  <a:lnTo>
                    <a:pt x="227" y="147"/>
                  </a:lnTo>
                  <a:lnTo>
                    <a:pt x="227" y="150"/>
                  </a:lnTo>
                  <a:lnTo>
                    <a:pt x="227" y="150"/>
                  </a:lnTo>
                  <a:lnTo>
                    <a:pt x="227" y="150"/>
                  </a:lnTo>
                  <a:lnTo>
                    <a:pt x="227" y="150"/>
                  </a:lnTo>
                  <a:lnTo>
                    <a:pt x="227" y="152"/>
                  </a:lnTo>
                  <a:lnTo>
                    <a:pt x="227" y="152"/>
                  </a:lnTo>
                  <a:lnTo>
                    <a:pt x="224" y="152"/>
                  </a:lnTo>
                  <a:lnTo>
                    <a:pt x="224" y="150"/>
                  </a:lnTo>
                  <a:lnTo>
                    <a:pt x="224" y="150"/>
                  </a:lnTo>
                  <a:lnTo>
                    <a:pt x="224" y="150"/>
                  </a:lnTo>
                  <a:lnTo>
                    <a:pt x="224" y="152"/>
                  </a:lnTo>
                  <a:lnTo>
                    <a:pt x="222" y="152"/>
                  </a:lnTo>
                  <a:lnTo>
                    <a:pt x="222" y="152"/>
                  </a:lnTo>
                  <a:lnTo>
                    <a:pt x="220" y="152"/>
                  </a:lnTo>
                  <a:lnTo>
                    <a:pt x="220" y="152"/>
                  </a:lnTo>
                  <a:lnTo>
                    <a:pt x="220" y="154"/>
                  </a:lnTo>
                  <a:lnTo>
                    <a:pt x="220" y="154"/>
                  </a:lnTo>
                  <a:lnTo>
                    <a:pt x="220" y="154"/>
                  </a:lnTo>
                  <a:lnTo>
                    <a:pt x="220" y="157"/>
                  </a:lnTo>
                  <a:lnTo>
                    <a:pt x="220" y="157"/>
                  </a:lnTo>
                  <a:lnTo>
                    <a:pt x="220" y="157"/>
                  </a:lnTo>
                  <a:lnTo>
                    <a:pt x="220" y="157"/>
                  </a:lnTo>
                  <a:lnTo>
                    <a:pt x="217" y="157"/>
                  </a:lnTo>
                  <a:lnTo>
                    <a:pt x="217" y="157"/>
                  </a:lnTo>
                  <a:lnTo>
                    <a:pt x="217" y="159"/>
                  </a:lnTo>
                  <a:lnTo>
                    <a:pt x="217" y="159"/>
                  </a:lnTo>
                  <a:lnTo>
                    <a:pt x="217" y="159"/>
                  </a:lnTo>
                  <a:lnTo>
                    <a:pt x="217" y="162"/>
                  </a:lnTo>
                  <a:lnTo>
                    <a:pt x="215" y="162"/>
                  </a:lnTo>
                  <a:lnTo>
                    <a:pt x="215" y="159"/>
                  </a:lnTo>
                  <a:lnTo>
                    <a:pt x="215" y="159"/>
                  </a:lnTo>
                  <a:lnTo>
                    <a:pt x="213" y="159"/>
                  </a:lnTo>
                  <a:lnTo>
                    <a:pt x="213" y="159"/>
                  </a:lnTo>
                  <a:lnTo>
                    <a:pt x="213" y="159"/>
                  </a:lnTo>
                  <a:lnTo>
                    <a:pt x="213" y="159"/>
                  </a:lnTo>
                  <a:lnTo>
                    <a:pt x="210" y="159"/>
                  </a:lnTo>
                  <a:lnTo>
                    <a:pt x="210" y="157"/>
                  </a:lnTo>
                  <a:lnTo>
                    <a:pt x="210" y="157"/>
                  </a:lnTo>
                  <a:lnTo>
                    <a:pt x="213" y="157"/>
                  </a:lnTo>
                  <a:lnTo>
                    <a:pt x="213" y="154"/>
                  </a:lnTo>
                  <a:lnTo>
                    <a:pt x="210" y="154"/>
                  </a:lnTo>
                  <a:lnTo>
                    <a:pt x="210" y="154"/>
                  </a:lnTo>
                  <a:lnTo>
                    <a:pt x="210" y="154"/>
                  </a:lnTo>
                  <a:lnTo>
                    <a:pt x="210" y="154"/>
                  </a:lnTo>
                  <a:lnTo>
                    <a:pt x="210" y="152"/>
                  </a:lnTo>
                  <a:lnTo>
                    <a:pt x="210" y="152"/>
                  </a:lnTo>
                  <a:lnTo>
                    <a:pt x="210" y="152"/>
                  </a:lnTo>
                  <a:lnTo>
                    <a:pt x="208" y="152"/>
                  </a:lnTo>
                  <a:lnTo>
                    <a:pt x="208" y="150"/>
                  </a:lnTo>
                  <a:lnTo>
                    <a:pt x="208" y="150"/>
                  </a:lnTo>
                  <a:lnTo>
                    <a:pt x="208" y="150"/>
                  </a:lnTo>
                  <a:lnTo>
                    <a:pt x="208" y="147"/>
                  </a:lnTo>
                  <a:lnTo>
                    <a:pt x="208" y="147"/>
                  </a:lnTo>
                  <a:lnTo>
                    <a:pt x="208" y="147"/>
                  </a:lnTo>
                  <a:lnTo>
                    <a:pt x="210" y="147"/>
                  </a:lnTo>
                  <a:lnTo>
                    <a:pt x="210" y="145"/>
                  </a:lnTo>
                  <a:lnTo>
                    <a:pt x="210" y="145"/>
                  </a:lnTo>
                  <a:lnTo>
                    <a:pt x="210" y="145"/>
                  </a:lnTo>
                  <a:lnTo>
                    <a:pt x="210" y="145"/>
                  </a:lnTo>
                  <a:lnTo>
                    <a:pt x="210" y="145"/>
                  </a:lnTo>
                  <a:lnTo>
                    <a:pt x="213" y="145"/>
                  </a:lnTo>
                  <a:lnTo>
                    <a:pt x="213" y="145"/>
                  </a:lnTo>
                  <a:lnTo>
                    <a:pt x="213" y="143"/>
                  </a:lnTo>
                  <a:lnTo>
                    <a:pt x="213" y="143"/>
                  </a:lnTo>
                  <a:lnTo>
                    <a:pt x="213" y="143"/>
                  </a:lnTo>
                  <a:lnTo>
                    <a:pt x="215" y="143"/>
                  </a:lnTo>
                  <a:lnTo>
                    <a:pt x="215" y="143"/>
                  </a:lnTo>
                  <a:lnTo>
                    <a:pt x="215" y="140"/>
                  </a:lnTo>
                  <a:lnTo>
                    <a:pt x="217" y="140"/>
                  </a:lnTo>
                  <a:lnTo>
                    <a:pt x="217" y="140"/>
                  </a:lnTo>
                  <a:lnTo>
                    <a:pt x="217" y="138"/>
                  </a:lnTo>
                  <a:lnTo>
                    <a:pt x="217" y="138"/>
                  </a:lnTo>
                  <a:lnTo>
                    <a:pt x="217" y="135"/>
                  </a:lnTo>
                  <a:lnTo>
                    <a:pt x="217" y="135"/>
                  </a:lnTo>
                  <a:lnTo>
                    <a:pt x="215" y="135"/>
                  </a:lnTo>
                  <a:lnTo>
                    <a:pt x="215" y="135"/>
                  </a:lnTo>
                  <a:lnTo>
                    <a:pt x="215" y="135"/>
                  </a:lnTo>
                  <a:lnTo>
                    <a:pt x="213" y="135"/>
                  </a:lnTo>
                  <a:lnTo>
                    <a:pt x="213" y="133"/>
                  </a:lnTo>
                  <a:lnTo>
                    <a:pt x="213" y="133"/>
                  </a:lnTo>
                  <a:lnTo>
                    <a:pt x="213" y="135"/>
                  </a:lnTo>
                  <a:lnTo>
                    <a:pt x="213" y="135"/>
                  </a:lnTo>
                  <a:lnTo>
                    <a:pt x="213" y="135"/>
                  </a:lnTo>
                  <a:lnTo>
                    <a:pt x="210" y="135"/>
                  </a:lnTo>
                  <a:lnTo>
                    <a:pt x="210" y="135"/>
                  </a:lnTo>
                  <a:lnTo>
                    <a:pt x="210" y="135"/>
                  </a:lnTo>
                  <a:lnTo>
                    <a:pt x="210" y="135"/>
                  </a:lnTo>
                  <a:lnTo>
                    <a:pt x="210" y="138"/>
                  </a:lnTo>
                  <a:lnTo>
                    <a:pt x="208" y="138"/>
                  </a:lnTo>
                  <a:lnTo>
                    <a:pt x="208" y="138"/>
                  </a:lnTo>
                  <a:lnTo>
                    <a:pt x="208" y="138"/>
                  </a:lnTo>
                  <a:lnTo>
                    <a:pt x="208" y="140"/>
                  </a:lnTo>
                  <a:lnTo>
                    <a:pt x="205" y="140"/>
                  </a:lnTo>
                  <a:lnTo>
                    <a:pt x="205" y="140"/>
                  </a:lnTo>
                  <a:lnTo>
                    <a:pt x="205" y="140"/>
                  </a:lnTo>
                  <a:lnTo>
                    <a:pt x="205" y="143"/>
                  </a:lnTo>
                  <a:lnTo>
                    <a:pt x="205" y="143"/>
                  </a:lnTo>
                  <a:lnTo>
                    <a:pt x="205" y="143"/>
                  </a:lnTo>
                  <a:lnTo>
                    <a:pt x="203" y="143"/>
                  </a:lnTo>
                  <a:lnTo>
                    <a:pt x="203" y="143"/>
                  </a:lnTo>
                  <a:lnTo>
                    <a:pt x="201" y="143"/>
                  </a:lnTo>
                  <a:lnTo>
                    <a:pt x="201" y="143"/>
                  </a:lnTo>
                  <a:lnTo>
                    <a:pt x="201" y="143"/>
                  </a:lnTo>
                  <a:lnTo>
                    <a:pt x="201" y="143"/>
                  </a:lnTo>
                  <a:lnTo>
                    <a:pt x="201" y="143"/>
                  </a:lnTo>
                  <a:lnTo>
                    <a:pt x="198" y="143"/>
                  </a:lnTo>
                  <a:lnTo>
                    <a:pt x="198" y="143"/>
                  </a:lnTo>
                  <a:lnTo>
                    <a:pt x="198" y="143"/>
                  </a:lnTo>
                  <a:lnTo>
                    <a:pt x="196" y="143"/>
                  </a:lnTo>
                  <a:lnTo>
                    <a:pt x="196" y="143"/>
                  </a:lnTo>
                  <a:lnTo>
                    <a:pt x="196" y="143"/>
                  </a:lnTo>
                  <a:lnTo>
                    <a:pt x="194" y="143"/>
                  </a:lnTo>
                  <a:lnTo>
                    <a:pt x="194" y="140"/>
                  </a:lnTo>
                  <a:lnTo>
                    <a:pt x="194" y="140"/>
                  </a:lnTo>
                  <a:lnTo>
                    <a:pt x="194" y="140"/>
                  </a:lnTo>
                  <a:lnTo>
                    <a:pt x="194" y="140"/>
                  </a:lnTo>
                  <a:lnTo>
                    <a:pt x="191" y="140"/>
                  </a:lnTo>
                  <a:lnTo>
                    <a:pt x="191" y="140"/>
                  </a:lnTo>
                  <a:lnTo>
                    <a:pt x="191" y="138"/>
                  </a:lnTo>
                  <a:lnTo>
                    <a:pt x="191" y="138"/>
                  </a:lnTo>
                  <a:lnTo>
                    <a:pt x="189" y="138"/>
                  </a:lnTo>
                  <a:lnTo>
                    <a:pt x="189" y="138"/>
                  </a:lnTo>
                  <a:lnTo>
                    <a:pt x="189" y="138"/>
                  </a:lnTo>
                  <a:lnTo>
                    <a:pt x="187" y="138"/>
                  </a:lnTo>
                  <a:lnTo>
                    <a:pt x="187" y="135"/>
                  </a:lnTo>
                  <a:lnTo>
                    <a:pt x="187" y="135"/>
                  </a:lnTo>
                  <a:lnTo>
                    <a:pt x="187" y="135"/>
                  </a:lnTo>
                  <a:lnTo>
                    <a:pt x="184" y="135"/>
                  </a:lnTo>
                  <a:lnTo>
                    <a:pt x="184" y="135"/>
                  </a:lnTo>
                  <a:lnTo>
                    <a:pt x="184" y="138"/>
                  </a:lnTo>
                  <a:lnTo>
                    <a:pt x="184" y="138"/>
                  </a:lnTo>
                  <a:lnTo>
                    <a:pt x="182" y="138"/>
                  </a:lnTo>
                  <a:lnTo>
                    <a:pt x="182" y="138"/>
                  </a:lnTo>
                  <a:lnTo>
                    <a:pt x="182" y="138"/>
                  </a:lnTo>
                  <a:lnTo>
                    <a:pt x="179" y="138"/>
                  </a:lnTo>
                  <a:lnTo>
                    <a:pt x="179" y="140"/>
                  </a:lnTo>
                  <a:lnTo>
                    <a:pt x="179" y="140"/>
                  </a:lnTo>
                  <a:lnTo>
                    <a:pt x="179" y="140"/>
                  </a:lnTo>
                  <a:lnTo>
                    <a:pt x="179" y="140"/>
                  </a:lnTo>
                  <a:lnTo>
                    <a:pt x="177" y="140"/>
                  </a:lnTo>
                  <a:lnTo>
                    <a:pt x="177" y="143"/>
                  </a:lnTo>
                  <a:lnTo>
                    <a:pt x="177" y="143"/>
                  </a:lnTo>
                  <a:lnTo>
                    <a:pt x="177" y="143"/>
                  </a:lnTo>
                  <a:lnTo>
                    <a:pt x="177" y="143"/>
                  </a:lnTo>
                  <a:lnTo>
                    <a:pt x="175" y="143"/>
                  </a:lnTo>
                  <a:lnTo>
                    <a:pt x="175" y="145"/>
                  </a:lnTo>
                  <a:lnTo>
                    <a:pt x="175" y="145"/>
                  </a:lnTo>
                  <a:lnTo>
                    <a:pt x="175" y="145"/>
                  </a:lnTo>
                  <a:lnTo>
                    <a:pt x="172" y="145"/>
                  </a:lnTo>
                  <a:lnTo>
                    <a:pt x="172" y="145"/>
                  </a:lnTo>
                  <a:lnTo>
                    <a:pt x="172" y="145"/>
                  </a:lnTo>
                  <a:lnTo>
                    <a:pt x="172" y="147"/>
                  </a:lnTo>
                  <a:lnTo>
                    <a:pt x="172" y="147"/>
                  </a:lnTo>
                  <a:lnTo>
                    <a:pt x="172" y="150"/>
                  </a:lnTo>
                  <a:lnTo>
                    <a:pt x="172" y="150"/>
                  </a:lnTo>
                  <a:lnTo>
                    <a:pt x="170" y="150"/>
                  </a:lnTo>
                  <a:lnTo>
                    <a:pt x="170" y="150"/>
                  </a:lnTo>
                  <a:lnTo>
                    <a:pt x="170" y="150"/>
                  </a:lnTo>
                  <a:lnTo>
                    <a:pt x="170" y="152"/>
                  </a:lnTo>
                  <a:lnTo>
                    <a:pt x="170" y="152"/>
                  </a:lnTo>
                  <a:lnTo>
                    <a:pt x="168" y="152"/>
                  </a:lnTo>
                  <a:lnTo>
                    <a:pt x="168" y="150"/>
                  </a:lnTo>
                  <a:lnTo>
                    <a:pt x="168" y="150"/>
                  </a:lnTo>
                  <a:lnTo>
                    <a:pt x="168" y="150"/>
                  </a:lnTo>
                  <a:lnTo>
                    <a:pt x="168" y="150"/>
                  </a:lnTo>
                  <a:lnTo>
                    <a:pt x="165" y="150"/>
                  </a:lnTo>
                  <a:lnTo>
                    <a:pt x="165" y="152"/>
                  </a:lnTo>
                  <a:lnTo>
                    <a:pt x="165" y="152"/>
                  </a:lnTo>
                  <a:lnTo>
                    <a:pt x="165" y="152"/>
                  </a:lnTo>
                  <a:lnTo>
                    <a:pt x="165" y="152"/>
                  </a:lnTo>
                  <a:lnTo>
                    <a:pt x="165" y="154"/>
                  </a:lnTo>
                  <a:lnTo>
                    <a:pt x="163" y="154"/>
                  </a:lnTo>
                  <a:lnTo>
                    <a:pt x="163" y="154"/>
                  </a:lnTo>
                  <a:lnTo>
                    <a:pt x="160" y="154"/>
                  </a:lnTo>
                  <a:lnTo>
                    <a:pt x="160" y="154"/>
                  </a:lnTo>
                  <a:lnTo>
                    <a:pt x="160" y="154"/>
                  </a:lnTo>
                  <a:lnTo>
                    <a:pt x="160" y="154"/>
                  </a:lnTo>
                  <a:lnTo>
                    <a:pt x="160" y="154"/>
                  </a:lnTo>
                  <a:lnTo>
                    <a:pt x="158" y="154"/>
                  </a:lnTo>
                  <a:lnTo>
                    <a:pt x="158" y="154"/>
                  </a:lnTo>
                  <a:lnTo>
                    <a:pt x="158" y="154"/>
                  </a:lnTo>
                  <a:lnTo>
                    <a:pt x="156" y="154"/>
                  </a:lnTo>
                  <a:lnTo>
                    <a:pt x="156" y="154"/>
                  </a:lnTo>
                  <a:lnTo>
                    <a:pt x="153" y="154"/>
                  </a:lnTo>
                  <a:lnTo>
                    <a:pt x="153" y="154"/>
                  </a:lnTo>
                  <a:lnTo>
                    <a:pt x="153" y="154"/>
                  </a:lnTo>
                  <a:lnTo>
                    <a:pt x="151" y="154"/>
                  </a:lnTo>
                  <a:lnTo>
                    <a:pt x="151" y="154"/>
                  </a:lnTo>
                  <a:lnTo>
                    <a:pt x="151" y="154"/>
                  </a:lnTo>
                  <a:lnTo>
                    <a:pt x="151" y="154"/>
                  </a:lnTo>
                  <a:lnTo>
                    <a:pt x="151" y="154"/>
                  </a:lnTo>
                  <a:lnTo>
                    <a:pt x="149" y="154"/>
                  </a:lnTo>
                  <a:lnTo>
                    <a:pt x="149" y="154"/>
                  </a:lnTo>
                  <a:lnTo>
                    <a:pt x="149" y="154"/>
                  </a:lnTo>
                  <a:lnTo>
                    <a:pt x="146" y="154"/>
                  </a:lnTo>
                  <a:lnTo>
                    <a:pt x="146" y="154"/>
                  </a:lnTo>
                  <a:lnTo>
                    <a:pt x="146" y="154"/>
                  </a:lnTo>
                  <a:lnTo>
                    <a:pt x="146" y="154"/>
                  </a:lnTo>
                  <a:lnTo>
                    <a:pt x="146" y="157"/>
                  </a:lnTo>
                  <a:lnTo>
                    <a:pt x="144" y="157"/>
                  </a:lnTo>
                  <a:lnTo>
                    <a:pt x="144" y="157"/>
                  </a:lnTo>
                  <a:lnTo>
                    <a:pt x="144" y="157"/>
                  </a:lnTo>
                  <a:lnTo>
                    <a:pt x="142" y="157"/>
                  </a:lnTo>
                  <a:lnTo>
                    <a:pt x="142" y="157"/>
                  </a:lnTo>
                  <a:lnTo>
                    <a:pt x="142" y="154"/>
                  </a:lnTo>
                  <a:lnTo>
                    <a:pt x="139" y="154"/>
                  </a:lnTo>
                  <a:lnTo>
                    <a:pt x="139" y="154"/>
                  </a:lnTo>
                  <a:lnTo>
                    <a:pt x="139" y="154"/>
                  </a:lnTo>
                  <a:lnTo>
                    <a:pt x="139" y="154"/>
                  </a:lnTo>
                  <a:lnTo>
                    <a:pt x="137" y="154"/>
                  </a:lnTo>
                  <a:lnTo>
                    <a:pt x="137" y="154"/>
                  </a:lnTo>
                  <a:lnTo>
                    <a:pt x="137" y="154"/>
                  </a:lnTo>
                  <a:lnTo>
                    <a:pt x="137" y="154"/>
                  </a:lnTo>
                  <a:lnTo>
                    <a:pt x="134" y="154"/>
                  </a:lnTo>
                  <a:lnTo>
                    <a:pt x="134" y="152"/>
                  </a:lnTo>
                  <a:lnTo>
                    <a:pt x="134" y="152"/>
                  </a:lnTo>
                  <a:lnTo>
                    <a:pt x="134" y="152"/>
                  </a:lnTo>
                  <a:lnTo>
                    <a:pt x="132" y="152"/>
                  </a:lnTo>
                  <a:lnTo>
                    <a:pt x="132" y="152"/>
                  </a:lnTo>
                  <a:lnTo>
                    <a:pt x="132" y="150"/>
                  </a:lnTo>
                  <a:lnTo>
                    <a:pt x="132" y="150"/>
                  </a:lnTo>
                  <a:lnTo>
                    <a:pt x="132" y="150"/>
                  </a:lnTo>
                  <a:lnTo>
                    <a:pt x="132" y="147"/>
                  </a:lnTo>
                  <a:lnTo>
                    <a:pt x="130" y="147"/>
                  </a:lnTo>
                  <a:lnTo>
                    <a:pt x="130" y="147"/>
                  </a:lnTo>
                  <a:lnTo>
                    <a:pt x="130" y="145"/>
                  </a:lnTo>
                  <a:lnTo>
                    <a:pt x="130" y="145"/>
                  </a:lnTo>
                  <a:lnTo>
                    <a:pt x="130" y="145"/>
                  </a:lnTo>
                  <a:lnTo>
                    <a:pt x="127" y="145"/>
                  </a:lnTo>
                  <a:lnTo>
                    <a:pt x="127" y="145"/>
                  </a:lnTo>
                  <a:lnTo>
                    <a:pt x="127" y="145"/>
                  </a:lnTo>
                  <a:lnTo>
                    <a:pt x="127" y="145"/>
                  </a:lnTo>
                  <a:lnTo>
                    <a:pt x="125" y="145"/>
                  </a:lnTo>
                  <a:lnTo>
                    <a:pt x="125" y="143"/>
                  </a:lnTo>
                  <a:lnTo>
                    <a:pt x="125" y="143"/>
                  </a:lnTo>
                  <a:lnTo>
                    <a:pt x="125" y="143"/>
                  </a:lnTo>
                  <a:lnTo>
                    <a:pt x="125" y="143"/>
                  </a:lnTo>
                  <a:lnTo>
                    <a:pt x="123" y="143"/>
                  </a:lnTo>
                  <a:lnTo>
                    <a:pt x="123" y="143"/>
                  </a:lnTo>
                  <a:lnTo>
                    <a:pt x="120" y="143"/>
                  </a:lnTo>
                  <a:lnTo>
                    <a:pt x="120" y="140"/>
                  </a:lnTo>
                  <a:lnTo>
                    <a:pt x="120" y="140"/>
                  </a:lnTo>
                  <a:lnTo>
                    <a:pt x="120" y="140"/>
                  </a:lnTo>
                  <a:lnTo>
                    <a:pt x="118" y="140"/>
                  </a:lnTo>
                  <a:lnTo>
                    <a:pt x="118" y="140"/>
                  </a:lnTo>
                  <a:lnTo>
                    <a:pt x="118" y="140"/>
                  </a:lnTo>
                  <a:lnTo>
                    <a:pt x="118" y="140"/>
                  </a:lnTo>
                  <a:lnTo>
                    <a:pt x="118" y="138"/>
                  </a:lnTo>
                  <a:lnTo>
                    <a:pt x="116" y="138"/>
                  </a:lnTo>
                  <a:lnTo>
                    <a:pt x="116" y="138"/>
                  </a:lnTo>
                  <a:lnTo>
                    <a:pt x="116" y="138"/>
                  </a:lnTo>
                  <a:lnTo>
                    <a:pt x="113" y="138"/>
                  </a:lnTo>
                  <a:lnTo>
                    <a:pt x="113" y="138"/>
                  </a:lnTo>
                  <a:lnTo>
                    <a:pt x="113" y="135"/>
                  </a:lnTo>
                  <a:lnTo>
                    <a:pt x="113" y="135"/>
                  </a:lnTo>
                  <a:lnTo>
                    <a:pt x="111" y="135"/>
                  </a:lnTo>
                  <a:lnTo>
                    <a:pt x="111" y="135"/>
                  </a:lnTo>
                  <a:lnTo>
                    <a:pt x="111" y="135"/>
                  </a:lnTo>
                  <a:lnTo>
                    <a:pt x="108" y="135"/>
                  </a:lnTo>
                  <a:lnTo>
                    <a:pt x="108" y="135"/>
                  </a:lnTo>
                  <a:lnTo>
                    <a:pt x="108" y="135"/>
                  </a:lnTo>
                  <a:lnTo>
                    <a:pt x="106" y="135"/>
                  </a:lnTo>
                  <a:lnTo>
                    <a:pt x="106" y="135"/>
                  </a:lnTo>
                  <a:lnTo>
                    <a:pt x="106" y="135"/>
                  </a:lnTo>
                  <a:lnTo>
                    <a:pt x="104" y="135"/>
                  </a:lnTo>
                  <a:lnTo>
                    <a:pt x="104" y="135"/>
                  </a:lnTo>
                  <a:lnTo>
                    <a:pt x="104" y="135"/>
                  </a:lnTo>
                  <a:lnTo>
                    <a:pt x="101" y="135"/>
                  </a:lnTo>
                  <a:lnTo>
                    <a:pt x="101" y="135"/>
                  </a:lnTo>
                  <a:lnTo>
                    <a:pt x="99" y="135"/>
                  </a:lnTo>
                  <a:lnTo>
                    <a:pt x="99" y="135"/>
                  </a:lnTo>
                  <a:lnTo>
                    <a:pt x="99" y="135"/>
                  </a:lnTo>
                  <a:lnTo>
                    <a:pt x="99" y="135"/>
                  </a:lnTo>
                  <a:lnTo>
                    <a:pt x="99" y="135"/>
                  </a:lnTo>
                  <a:lnTo>
                    <a:pt x="97" y="135"/>
                  </a:lnTo>
                  <a:lnTo>
                    <a:pt x="97" y="135"/>
                  </a:lnTo>
                  <a:lnTo>
                    <a:pt x="97" y="135"/>
                  </a:lnTo>
                  <a:lnTo>
                    <a:pt x="97" y="138"/>
                  </a:lnTo>
                  <a:lnTo>
                    <a:pt x="97" y="138"/>
                  </a:lnTo>
                  <a:lnTo>
                    <a:pt x="97" y="140"/>
                  </a:lnTo>
                  <a:lnTo>
                    <a:pt x="97" y="140"/>
                  </a:lnTo>
                  <a:lnTo>
                    <a:pt x="97" y="140"/>
                  </a:lnTo>
                  <a:lnTo>
                    <a:pt x="97" y="143"/>
                  </a:lnTo>
                  <a:lnTo>
                    <a:pt x="97" y="143"/>
                  </a:lnTo>
                  <a:lnTo>
                    <a:pt x="97" y="143"/>
                  </a:lnTo>
                  <a:lnTo>
                    <a:pt x="97" y="145"/>
                  </a:lnTo>
                  <a:lnTo>
                    <a:pt x="94" y="145"/>
                  </a:lnTo>
                  <a:lnTo>
                    <a:pt x="94" y="145"/>
                  </a:lnTo>
                  <a:lnTo>
                    <a:pt x="94" y="145"/>
                  </a:lnTo>
                  <a:lnTo>
                    <a:pt x="94" y="147"/>
                  </a:lnTo>
                  <a:lnTo>
                    <a:pt x="94" y="147"/>
                  </a:lnTo>
                  <a:lnTo>
                    <a:pt x="94" y="150"/>
                  </a:lnTo>
                  <a:lnTo>
                    <a:pt x="94" y="150"/>
                  </a:lnTo>
                  <a:lnTo>
                    <a:pt x="94" y="150"/>
                  </a:lnTo>
                  <a:lnTo>
                    <a:pt x="94" y="152"/>
                  </a:lnTo>
                  <a:lnTo>
                    <a:pt x="94" y="152"/>
                  </a:lnTo>
                  <a:lnTo>
                    <a:pt x="94" y="152"/>
                  </a:lnTo>
                  <a:lnTo>
                    <a:pt x="92" y="152"/>
                  </a:lnTo>
                  <a:lnTo>
                    <a:pt x="92" y="154"/>
                  </a:lnTo>
                  <a:lnTo>
                    <a:pt x="92" y="154"/>
                  </a:lnTo>
                  <a:lnTo>
                    <a:pt x="92" y="152"/>
                  </a:lnTo>
                  <a:lnTo>
                    <a:pt x="92" y="152"/>
                  </a:lnTo>
                  <a:lnTo>
                    <a:pt x="92" y="150"/>
                  </a:lnTo>
                  <a:lnTo>
                    <a:pt x="92" y="150"/>
                  </a:lnTo>
                  <a:lnTo>
                    <a:pt x="89" y="150"/>
                  </a:lnTo>
                  <a:lnTo>
                    <a:pt x="89" y="150"/>
                  </a:lnTo>
                  <a:lnTo>
                    <a:pt x="89" y="150"/>
                  </a:lnTo>
                  <a:lnTo>
                    <a:pt x="87" y="150"/>
                  </a:lnTo>
                  <a:lnTo>
                    <a:pt x="87" y="150"/>
                  </a:lnTo>
                  <a:lnTo>
                    <a:pt x="87" y="150"/>
                  </a:lnTo>
                  <a:lnTo>
                    <a:pt x="87" y="152"/>
                  </a:lnTo>
                  <a:lnTo>
                    <a:pt x="87" y="152"/>
                  </a:lnTo>
                  <a:lnTo>
                    <a:pt x="85" y="152"/>
                  </a:lnTo>
                  <a:lnTo>
                    <a:pt x="85" y="152"/>
                  </a:lnTo>
                  <a:lnTo>
                    <a:pt x="85" y="152"/>
                  </a:lnTo>
                  <a:lnTo>
                    <a:pt x="85" y="152"/>
                  </a:lnTo>
                  <a:lnTo>
                    <a:pt x="82" y="152"/>
                  </a:lnTo>
                  <a:lnTo>
                    <a:pt x="82" y="152"/>
                  </a:lnTo>
                  <a:lnTo>
                    <a:pt x="82" y="152"/>
                  </a:lnTo>
                  <a:lnTo>
                    <a:pt x="82" y="152"/>
                  </a:lnTo>
                  <a:lnTo>
                    <a:pt x="82" y="154"/>
                  </a:lnTo>
                  <a:lnTo>
                    <a:pt x="80" y="154"/>
                  </a:lnTo>
                  <a:lnTo>
                    <a:pt x="80" y="154"/>
                  </a:lnTo>
                  <a:lnTo>
                    <a:pt x="80" y="154"/>
                  </a:lnTo>
                  <a:lnTo>
                    <a:pt x="80" y="154"/>
                  </a:lnTo>
                  <a:lnTo>
                    <a:pt x="78" y="154"/>
                  </a:lnTo>
                  <a:lnTo>
                    <a:pt x="78" y="154"/>
                  </a:lnTo>
                  <a:lnTo>
                    <a:pt x="78" y="154"/>
                  </a:lnTo>
                  <a:lnTo>
                    <a:pt x="75" y="154"/>
                  </a:lnTo>
                  <a:lnTo>
                    <a:pt x="75" y="154"/>
                  </a:lnTo>
                  <a:lnTo>
                    <a:pt x="75" y="152"/>
                  </a:lnTo>
                  <a:lnTo>
                    <a:pt x="75" y="152"/>
                  </a:lnTo>
                  <a:lnTo>
                    <a:pt x="73" y="152"/>
                  </a:lnTo>
                  <a:lnTo>
                    <a:pt x="73" y="152"/>
                  </a:lnTo>
                  <a:lnTo>
                    <a:pt x="73" y="152"/>
                  </a:lnTo>
                  <a:lnTo>
                    <a:pt x="73" y="152"/>
                  </a:lnTo>
                  <a:lnTo>
                    <a:pt x="71" y="152"/>
                  </a:lnTo>
                  <a:lnTo>
                    <a:pt x="71" y="152"/>
                  </a:lnTo>
                  <a:lnTo>
                    <a:pt x="71" y="152"/>
                  </a:lnTo>
                  <a:lnTo>
                    <a:pt x="71" y="152"/>
                  </a:lnTo>
                  <a:lnTo>
                    <a:pt x="71" y="152"/>
                  </a:lnTo>
                  <a:lnTo>
                    <a:pt x="68" y="152"/>
                  </a:lnTo>
                  <a:lnTo>
                    <a:pt x="68" y="150"/>
                  </a:lnTo>
                  <a:lnTo>
                    <a:pt x="68" y="150"/>
                  </a:lnTo>
                  <a:lnTo>
                    <a:pt x="68" y="150"/>
                  </a:lnTo>
                  <a:lnTo>
                    <a:pt x="66" y="150"/>
                  </a:lnTo>
                  <a:lnTo>
                    <a:pt x="66" y="147"/>
                  </a:lnTo>
                  <a:lnTo>
                    <a:pt x="66" y="147"/>
                  </a:lnTo>
                  <a:lnTo>
                    <a:pt x="66" y="147"/>
                  </a:lnTo>
                  <a:lnTo>
                    <a:pt x="63" y="147"/>
                  </a:lnTo>
                  <a:lnTo>
                    <a:pt x="63" y="147"/>
                  </a:lnTo>
                  <a:lnTo>
                    <a:pt x="63" y="145"/>
                  </a:lnTo>
                  <a:lnTo>
                    <a:pt x="63" y="145"/>
                  </a:lnTo>
                  <a:lnTo>
                    <a:pt x="63" y="145"/>
                  </a:lnTo>
                  <a:lnTo>
                    <a:pt x="63" y="145"/>
                  </a:lnTo>
                  <a:lnTo>
                    <a:pt x="63" y="145"/>
                  </a:lnTo>
                  <a:lnTo>
                    <a:pt x="63" y="143"/>
                  </a:lnTo>
                  <a:lnTo>
                    <a:pt x="63" y="143"/>
                  </a:lnTo>
                  <a:lnTo>
                    <a:pt x="63" y="140"/>
                  </a:lnTo>
                  <a:lnTo>
                    <a:pt x="63" y="140"/>
                  </a:lnTo>
                  <a:lnTo>
                    <a:pt x="63" y="140"/>
                  </a:lnTo>
                  <a:lnTo>
                    <a:pt x="63" y="140"/>
                  </a:lnTo>
                  <a:lnTo>
                    <a:pt x="63" y="138"/>
                  </a:lnTo>
                  <a:lnTo>
                    <a:pt x="61" y="138"/>
                  </a:lnTo>
                  <a:lnTo>
                    <a:pt x="61" y="140"/>
                  </a:lnTo>
                  <a:lnTo>
                    <a:pt x="61" y="140"/>
                  </a:lnTo>
                  <a:lnTo>
                    <a:pt x="61" y="140"/>
                  </a:lnTo>
                  <a:lnTo>
                    <a:pt x="61" y="143"/>
                  </a:lnTo>
                  <a:lnTo>
                    <a:pt x="59" y="143"/>
                  </a:lnTo>
                  <a:lnTo>
                    <a:pt x="59" y="143"/>
                  </a:lnTo>
                  <a:lnTo>
                    <a:pt x="59" y="143"/>
                  </a:lnTo>
                  <a:lnTo>
                    <a:pt x="59" y="140"/>
                  </a:lnTo>
                  <a:lnTo>
                    <a:pt x="59" y="140"/>
                  </a:lnTo>
                  <a:lnTo>
                    <a:pt x="56" y="140"/>
                  </a:lnTo>
                  <a:lnTo>
                    <a:pt x="56" y="140"/>
                  </a:lnTo>
                  <a:lnTo>
                    <a:pt x="54" y="140"/>
                  </a:lnTo>
                  <a:lnTo>
                    <a:pt x="54" y="140"/>
                  </a:lnTo>
                  <a:lnTo>
                    <a:pt x="54" y="140"/>
                  </a:lnTo>
                  <a:lnTo>
                    <a:pt x="54" y="138"/>
                  </a:lnTo>
                  <a:lnTo>
                    <a:pt x="54" y="138"/>
                  </a:lnTo>
                  <a:lnTo>
                    <a:pt x="54" y="135"/>
                  </a:lnTo>
                  <a:lnTo>
                    <a:pt x="52" y="135"/>
                  </a:lnTo>
                  <a:lnTo>
                    <a:pt x="52" y="138"/>
                  </a:lnTo>
                  <a:lnTo>
                    <a:pt x="52" y="138"/>
                  </a:lnTo>
                  <a:lnTo>
                    <a:pt x="52" y="135"/>
                  </a:lnTo>
                  <a:lnTo>
                    <a:pt x="52" y="135"/>
                  </a:lnTo>
                  <a:lnTo>
                    <a:pt x="52" y="138"/>
                  </a:lnTo>
                  <a:lnTo>
                    <a:pt x="49" y="138"/>
                  </a:lnTo>
                  <a:lnTo>
                    <a:pt x="49" y="138"/>
                  </a:lnTo>
                  <a:lnTo>
                    <a:pt x="49" y="135"/>
                  </a:lnTo>
                  <a:lnTo>
                    <a:pt x="47" y="135"/>
                  </a:lnTo>
                  <a:lnTo>
                    <a:pt x="47" y="138"/>
                  </a:lnTo>
                  <a:lnTo>
                    <a:pt x="47" y="138"/>
                  </a:lnTo>
                  <a:lnTo>
                    <a:pt x="47" y="138"/>
                  </a:lnTo>
                  <a:lnTo>
                    <a:pt x="47" y="138"/>
                  </a:lnTo>
                  <a:lnTo>
                    <a:pt x="47" y="140"/>
                  </a:lnTo>
                  <a:lnTo>
                    <a:pt x="45" y="140"/>
                  </a:lnTo>
                  <a:lnTo>
                    <a:pt x="45" y="140"/>
                  </a:lnTo>
                  <a:lnTo>
                    <a:pt x="45" y="140"/>
                  </a:lnTo>
                  <a:lnTo>
                    <a:pt x="45" y="143"/>
                  </a:lnTo>
                  <a:lnTo>
                    <a:pt x="45" y="143"/>
                  </a:lnTo>
                  <a:lnTo>
                    <a:pt x="42" y="143"/>
                  </a:lnTo>
                  <a:lnTo>
                    <a:pt x="42" y="143"/>
                  </a:lnTo>
                  <a:lnTo>
                    <a:pt x="42" y="143"/>
                  </a:lnTo>
                  <a:lnTo>
                    <a:pt x="40" y="143"/>
                  </a:lnTo>
                  <a:lnTo>
                    <a:pt x="40" y="143"/>
                  </a:lnTo>
                  <a:lnTo>
                    <a:pt x="40" y="143"/>
                  </a:lnTo>
                  <a:lnTo>
                    <a:pt x="40" y="140"/>
                  </a:lnTo>
                  <a:lnTo>
                    <a:pt x="40" y="140"/>
                  </a:lnTo>
                  <a:lnTo>
                    <a:pt x="42" y="140"/>
                  </a:lnTo>
                  <a:lnTo>
                    <a:pt x="42" y="140"/>
                  </a:lnTo>
                  <a:lnTo>
                    <a:pt x="40" y="140"/>
                  </a:lnTo>
                  <a:lnTo>
                    <a:pt x="40" y="140"/>
                  </a:lnTo>
                  <a:lnTo>
                    <a:pt x="40" y="138"/>
                  </a:lnTo>
                  <a:lnTo>
                    <a:pt x="40" y="138"/>
                  </a:lnTo>
                  <a:lnTo>
                    <a:pt x="37" y="138"/>
                  </a:lnTo>
                  <a:lnTo>
                    <a:pt x="37" y="138"/>
                  </a:lnTo>
                  <a:lnTo>
                    <a:pt x="37" y="138"/>
                  </a:lnTo>
                  <a:lnTo>
                    <a:pt x="37" y="138"/>
                  </a:lnTo>
                  <a:lnTo>
                    <a:pt x="35" y="138"/>
                  </a:lnTo>
                  <a:lnTo>
                    <a:pt x="35" y="138"/>
                  </a:lnTo>
                  <a:lnTo>
                    <a:pt x="35" y="138"/>
                  </a:lnTo>
                  <a:lnTo>
                    <a:pt x="35" y="140"/>
                  </a:lnTo>
                  <a:lnTo>
                    <a:pt x="35" y="140"/>
                  </a:lnTo>
                  <a:lnTo>
                    <a:pt x="33" y="140"/>
                  </a:lnTo>
                  <a:lnTo>
                    <a:pt x="33" y="140"/>
                  </a:lnTo>
                  <a:lnTo>
                    <a:pt x="33" y="140"/>
                  </a:lnTo>
                  <a:lnTo>
                    <a:pt x="33" y="140"/>
                  </a:lnTo>
                  <a:lnTo>
                    <a:pt x="30" y="140"/>
                  </a:lnTo>
                  <a:lnTo>
                    <a:pt x="30" y="140"/>
                  </a:lnTo>
                  <a:lnTo>
                    <a:pt x="30" y="140"/>
                  </a:lnTo>
                  <a:lnTo>
                    <a:pt x="30" y="140"/>
                  </a:lnTo>
                  <a:lnTo>
                    <a:pt x="28" y="140"/>
                  </a:lnTo>
                  <a:lnTo>
                    <a:pt x="28" y="140"/>
                  </a:lnTo>
                  <a:lnTo>
                    <a:pt x="28" y="140"/>
                  </a:lnTo>
                  <a:lnTo>
                    <a:pt x="26" y="140"/>
                  </a:lnTo>
                  <a:lnTo>
                    <a:pt x="26" y="138"/>
                  </a:lnTo>
                  <a:lnTo>
                    <a:pt x="26" y="138"/>
                  </a:lnTo>
                  <a:lnTo>
                    <a:pt x="28" y="138"/>
                  </a:lnTo>
                  <a:lnTo>
                    <a:pt x="28" y="138"/>
                  </a:lnTo>
                  <a:lnTo>
                    <a:pt x="28" y="135"/>
                  </a:lnTo>
                  <a:lnTo>
                    <a:pt x="30" y="135"/>
                  </a:lnTo>
                  <a:lnTo>
                    <a:pt x="30" y="135"/>
                  </a:lnTo>
                  <a:lnTo>
                    <a:pt x="30" y="135"/>
                  </a:lnTo>
                  <a:lnTo>
                    <a:pt x="33" y="135"/>
                  </a:lnTo>
                  <a:lnTo>
                    <a:pt x="33" y="135"/>
                  </a:lnTo>
                  <a:lnTo>
                    <a:pt x="33" y="135"/>
                  </a:lnTo>
                  <a:lnTo>
                    <a:pt x="33" y="135"/>
                  </a:lnTo>
                  <a:lnTo>
                    <a:pt x="35" y="135"/>
                  </a:lnTo>
                  <a:lnTo>
                    <a:pt x="35" y="135"/>
                  </a:lnTo>
                  <a:lnTo>
                    <a:pt x="35" y="135"/>
                  </a:lnTo>
                  <a:lnTo>
                    <a:pt x="35" y="135"/>
                  </a:lnTo>
                  <a:lnTo>
                    <a:pt x="37" y="135"/>
                  </a:lnTo>
                  <a:lnTo>
                    <a:pt x="37" y="135"/>
                  </a:lnTo>
                  <a:lnTo>
                    <a:pt x="37" y="135"/>
                  </a:lnTo>
                  <a:lnTo>
                    <a:pt x="40" y="135"/>
                  </a:lnTo>
                  <a:lnTo>
                    <a:pt x="40" y="135"/>
                  </a:lnTo>
                  <a:lnTo>
                    <a:pt x="40" y="135"/>
                  </a:lnTo>
                  <a:lnTo>
                    <a:pt x="40" y="135"/>
                  </a:lnTo>
                  <a:lnTo>
                    <a:pt x="40" y="133"/>
                  </a:lnTo>
                  <a:lnTo>
                    <a:pt x="40" y="133"/>
                  </a:lnTo>
                  <a:lnTo>
                    <a:pt x="42" y="133"/>
                  </a:lnTo>
                  <a:lnTo>
                    <a:pt x="42" y="133"/>
                  </a:lnTo>
                  <a:lnTo>
                    <a:pt x="45" y="133"/>
                  </a:lnTo>
                  <a:lnTo>
                    <a:pt x="45" y="133"/>
                  </a:lnTo>
                  <a:lnTo>
                    <a:pt x="45" y="131"/>
                  </a:lnTo>
                  <a:lnTo>
                    <a:pt x="45" y="131"/>
                  </a:lnTo>
                  <a:lnTo>
                    <a:pt x="42" y="131"/>
                  </a:lnTo>
                  <a:lnTo>
                    <a:pt x="42" y="131"/>
                  </a:lnTo>
                  <a:lnTo>
                    <a:pt x="40" y="131"/>
                  </a:lnTo>
                  <a:lnTo>
                    <a:pt x="40" y="131"/>
                  </a:lnTo>
                  <a:lnTo>
                    <a:pt x="40" y="131"/>
                  </a:lnTo>
                  <a:lnTo>
                    <a:pt x="37" y="131"/>
                  </a:lnTo>
                  <a:lnTo>
                    <a:pt x="37" y="131"/>
                  </a:lnTo>
                  <a:lnTo>
                    <a:pt x="37" y="133"/>
                  </a:lnTo>
                  <a:lnTo>
                    <a:pt x="37" y="133"/>
                  </a:lnTo>
                  <a:lnTo>
                    <a:pt x="35" y="133"/>
                  </a:lnTo>
                  <a:lnTo>
                    <a:pt x="35" y="133"/>
                  </a:lnTo>
                  <a:lnTo>
                    <a:pt x="33" y="133"/>
                  </a:lnTo>
                  <a:lnTo>
                    <a:pt x="33" y="133"/>
                  </a:lnTo>
                  <a:lnTo>
                    <a:pt x="33" y="133"/>
                  </a:lnTo>
                  <a:lnTo>
                    <a:pt x="30" y="133"/>
                  </a:lnTo>
                  <a:lnTo>
                    <a:pt x="30" y="133"/>
                  </a:lnTo>
                  <a:lnTo>
                    <a:pt x="30" y="133"/>
                  </a:lnTo>
                  <a:lnTo>
                    <a:pt x="28" y="133"/>
                  </a:lnTo>
                  <a:lnTo>
                    <a:pt x="28" y="133"/>
                  </a:lnTo>
                  <a:lnTo>
                    <a:pt x="26" y="133"/>
                  </a:lnTo>
                  <a:lnTo>
                    <a:pt x="26" y="133"/>
                  </a:lnTo>
                  <a:lnTo>
                    <a:pt x="26" y="133"/>
                  </a:lnTo>
                  <a:lnTo>
                    <a:pt x="26" y="131"/>
                  </a:lnTo>
                  <a:lnTo>
                    <a:pt x="23" y="131"/>
                  </a:lnTo>
                  <a:lnTo>
                    <a:pt x="23" y="131"/>
                  </a:lnTo>
                  <a:lnTo>
                    <a:pt x="23" y="128"/>
                  </a:lnTo>
                  <a:lnTo>
                    <a:pt x="23" y="128"/>
                  </a:lnTo>
                  <a:lnTo>
                    <a:pt x="26" y="128"/>
                  </a:lnTo>
                  <a:lnTo>
                    <a:pt x="26" y="126"/>
                  </a:lnTo>
                  <a:lnTo>
                    <a:pt x="26" y="126"/>
                  </a:lnTo>
                  <a:lnTo>
                    <a:pt x="26" y="126"/>
                  </a:lnTo>
                  <a:lnTo>
                    <a:pt x="26" y="126"/>
                  </a:lnTo>
                  <a:lnTo>
                    <a:pt x="28" y="126"/>
                  </a:lnTo>
                  <a:lnTo>
                    <a:pt x="28" y="126"/>
                  </a:lnTo>
                  <a:lnTo>
                    <a:pt x="28" y="126"/>
                  </a:lnTo>
                  <a:lnTo>
                    <a:pt x="30" y="126"/>
                  </a:lnTo>
                  <a:lnTo>
                    <a:pt x="30" y="126"/>
                  </a:lnTo>
                  <a:lnTo>
                    <a:pt x="30" y="126"/>
                  </a:lnTo>
                  <a:lnTo>
                    <a:pt x="30" y="126"/>
                  </a:lnTo>
                  <a:lnTo>
                    <a:pt x="30" y="126"/>
                  </a:lnTo>
                  <a:lnTo>
                    <a:pt x="28" y="126"/>
                  </a:lnTo>
                  <a:lnTo>
                    <a:pt x="28" y="124"/>
                  </a:lnTo>
                  <a:lnTo>
                    <a:pt x="28" y="124"/>
                  </a:lnTo>
                  <a:lnTo>
                    <a:pt x="28" y="124"/>
                  </a:lnTo>
                  <a:lnTo>
                    <a:pt x="26" y="124"/>
                  </a:lnTo>
                  <a:lnTo>
                    <a:pt x="26" y="124"/>
                  </a:lnTo>
                  <a:lnTo>
                    <a:pt x="26" y="124"/>
                  </a:lnTo>
                  <a:lnTo>
                    <a:pt x="23" y="124"/>
                  </a:lnTo>
                  <a:lnTo>
                    <a:pt x="23" y="124"/>
                  </a:lnTo>
                  <a:lnTo>
                    <a:pt x="23" y="121"/>
                  </a:lnTo>
                  <a:lnTo>
                    <a:pt x="23" y="121"/>
                  </a:lnTo>
                  <a:lnTo>
                    <a:pt x="23" y="121"/>
                  </a:lnTo>
                  <a:lnTo>
                    <a:pt x="23" y="119"/>
                  </a:lnTo>
                  <a:lnTo>
                    <a:pt x="23" y="119"/>
                  </a:lnTo>
                  <a:lnTo>
                    <a:pt x="23" y="119"/>
                  </a:lnTo>
                  <a:lnTo>
                    <a:pt x="23" y="116"/>
                  </a:lnTo>
                  <a:lnTo>
                    <a:pt x="21" y="116"/>
                  </a:lnTo>
                  <a:lnTo>
                    <a:pt x="21" y="116"/>
                  </a:lnTo>
                  <a:lnTo>
                    <a:pt x="21" y="116"/>
                  </a:lnTo>
                  <a:lnTo>
                    <a:pt x="21" y="116"/>
                  </a:lnTo>
                  <a:lnTo>
                    <a:pt x="21" y="116"/>
                  </a:lnTo>
                  <a:lnTo>
                    <a:pt x="18" y="116"/>
                  </a:lnTo>
                  <a:lnTo>
                    <a:pt x="18" y="114"/>
                  </a:lnTo>
                  <a:lnTo>
                    <a:pt x="18" y="114"/>
                  </a:lnTo>
                  <a:lnTo>
                    <a:pt x="21" y="114"/>
                  </a:lnTo>
                  <a:lnTo>
                    <a:pt x="21" y="114"/>
                  </a:lnTo>
                  <a:lnTo>
                    <a:pt x="21" y="114"/>
                  </a:lnTo>
                  <a:lnTo>
                    <a:pt x="23" y="114"/>
                  </a:lnTo>
                  <a:lnTo>
                    <a:pt x="23" y="112"/>
                  </a:lnTo>
                  <a:lnTo>
                    <a:pt x="23" y="112"/>
                  </a:lnTo>
                  <a:lnTo>
                    <a:pt x="26" y="112"/>
                  </a:lnTo>
                  <a:lnTo>
                    <a:pt x="26" y="112"/>
                  </a:lnTo>
                  <a:lnTo>
                    <a:pt x="23" y="112"/>
                  </a:lnTo>
                  <a:lnTo>
                    <a:pt x="23" y="109"/>
                  </a:lnTo>
                  <a:lnTo>
                    <a:pt x="23" y="109"/>
                  </a:lnTo>
                  <a:lnTo>
                    <a:pt x="26" y="109"/>
                  </a:lnTo>
                  <a:lnTo>
                    <a:pt x="26" y="107"/>
                  </a:lnTo>
                  <a:lnTo>
                    <a:pt x="26" y="107"/>
                  </a:lnTo>
                  <a:lnTo>
                    <a:pt x="23" y="107"/>
                  </a:lnTo>
                  <a:lnTo>
                    <a:pt x="23" y="107"/>
                  </a:lnTo>
                  <a:lnTo>
                    <a:pt x="21" y="107"/>
                  </a:lnTo>
                  <a:lnTo>
                    <a:pt x="21" y="107"/>
                  </a:lnTo>
                  <a:lnTo>
                    <a:pt x="21" y="107"/>
                  </a:lnTo>
                  <a:lnTo>
                    <a:pt x="21" y="107"/>
                  </a:lnTo>
                  <a:lnTo>
                    <a:pt x="21" y="105"/>
                  </a:lnTo>
                  <a:lnTo>
                    <a:pt x="18" y="105"/>
                  </a:lnTo>
                  <a:lnTo>
                    <a:pt x="18" y="105"/>
                  </a:lnTo>
                  <a:lnTo>
                    <a:pt x="18" y="105"/>
                  </a:lnTo>
                  <a:lnTo>
                    <a:pt x="18" y="107"/>
                  </a:lnTo>
                  <a:lnTo>
                    <a:pt x="16" y="107"/>
                  </a:lnTo>
                  <a:lnTo>
                    <a:pt x="16" y="107"/>
                  </a:lnTo>
                  <a:lnTo>
                    <a:pt x="16" y="105"/>
                  </a:lnTo>
                  <a:lnTo>
                    <a:pt x="16" y="105"/>
                  </a:lnTo>
                  <a:lnTo>
                    <a:pt x="16" y="102"/>
                  </a:lnTo>
                  <a:lnTo>
                    <a:pt x="14" y="102"/>
                  </a:lnTo>
                  <a:lnTo>
                    <a:pt x="14" y="102"/>
                  </a:lnTo>
                  <a:lnTo>
                    <a:pt x="14" y="102"/>
                  </a:lnTo>
                  <a:lnTo>
                    <a:pt x="14" y="100"/>
                  </a:lnTo>
                  <a:lnTo>
                    <a:pt x="14" y="100"/>
                  </a:lnTo>
                  <a:lnTo>
                    <a:pt x="14" y="102"/>
                  </a:lnTo>
                  <a:lnTo>
                    <a:pt x="11" y="102"/>
                  </a:lnTo>
                  <a:lnTo>
                    <a:pt x="11" y="102"/>
                  </a:lnTo>
                  <a:lnTo>
                    <a:pt x="11" y="102"/>
                  </a:lnTo>
                  <a:lnTo>
                    <a:pt x="11" y="105"/>
                  </a:lnTo>
                  <a:lnTo>
                    <a:pt x="11" y="105"/>
                  </a:lnTo>
                  <a:lnTo>
                    <a:pt x="9" y="105"/>
                  </a:lnTo>
                  <a:lnTo>
                    <a:pt x="9" y="102"/>
                  </a:lnTo>
                  <a:lnTo>
                    <a:pt x="9" y="102"/>
                  </a:lnTo>
                  <a:lnTo>
                    <a:pt x="9" y="102"/>
                  </a:lnTo>
                  <a:lnTo>
                    <a:pt x="7" y="102"/>
                  </a:lnTo>
                  <a:lnTo>
                    <a:pt x="7" y="102"/>
                  </a:lnTo>
                  <a:lnTo>
                    <a:pt x="7" y="100"/>
                  </a:lnTo>
                  <a:lnTo>
                    <a:pt x="7" y="100"/>
                  </a:lnTo>
                  <a:lnTo>
                    <a:pt x="4" y="100"/>
                  </a:lnTo>
                  <a:lnTo>
                    <a:pt x="4" y="100"/>
                  </a:lnTo>
                  <a:lnTo>
                    <a:pt x="4" y="100"/>
                  </a:lnTo>
                  <a:lnTo>
                    <a:pt x="4" y="100"/>
                  </a:lnTo>
                  <a:lnTo>
                    <a:pt x="2" y="100"/>
                  </a:lnTo>
                  <a:lnTo>
                    <a:pt x="2" y="98"/>
                  </a:lnTo>
                  <a:lnTo>
                    <a:pt x="2" y="98"/>
                  </a:lnTo>
                  <a:lnTo>
                    <a:pt x="4" y="98"/>
                  </a:lnTo>
                  <a:lnTo>
                    <a:pt x="4" y="95"/>
                  </a:lnTo>
                  <a:lnTo>
                    <a:pt x="4" y="95"/>
                  </a:lnTo>
                  <a:lnTo>
                    <a:pt x="4" y="95"/>
                  </a:lnTo>
                  <a:lnTo>
                    <a:pt x="4" y="95"/>
                  </a:lnTo>
                  <a:lnTo>
                    <a:pt x="4" y="95"/>
                  </a:lnTo>
                  <a:lnTo>
                    <a:pt x="4" y="93"/>
                  </a:lnTo>
                  <a:lnTo>
                    <a:pt x="4" y="93"/>
                  </a:lnTo>
                  <a:lnTo>
                    <a:pt x="4" y="90"/>
                  </a:lnTo>
                  <a:lnTo>
                    <a:pt x="4" y="90"/>
                  </a:lnTo>
                  <a:lnTo>
                    <a:pt x="4" y="88"/>
                  </a:lnTo>
                  <a:lnTo>
                    <a:pt x="7" y="88"/>
                  </a:lnTo>
                  <a:lnTo>
                    <a:pt x="7" y="88"/>
                  </a:lnTo>
                  <a:lnTo>
                    <a:pt x="7" y="88"/>
                  </a:lnTo>
                  <a:lnTo>
                    <a:pt x="7" y="88"/>
                  </a:lnTo>
                  <a:lnTo>
                    <a:pt x="9" y="88"/>
                  </a:lnTo>
                  <a:lnTo>
                    <a:pt x="9" y="88"/>
                  </a:lnTo>
                  <a:lnTo>
                    <a:pt x="9" y="88"/>
                  </a:lnTo>
                  <a:lnTo>
                    <a:pt x="9" y="90"/>
                  </a:lnTo>
                  <a:lnTo>
                    <a:pt x="11" y="90"/>
                  </a:lnTo>
                  <a:lnTo>
                    <a:pt x="11" y="90"/>
                  </a:lnTo>
                  <a:lnTo>
                    <a:pt x="11" y="90"/>
                  </a:lnTo>
                  <a:lnTo>
                    <a:pt x="11" y="93"/>
                  </a:lnTo>
                  <a:lnTo>
                    <a:pt x="11" y="93"/>
                  </a:lnTo>
                  <a:lnTo>
                    <a:pt x="11" y="90"/>
                  </a:lnTo>
                  <a:lnTo>
                    <a:pt x="14" y="90"/>
                  </a:lnTo>
                  <a:lnTo>
                    <a:pt x="14" y="90"/>
                  </a:lnTo>
                  <a:lnTo>
                    <a:pt x="14" y="90"/>
                  </a:lnTo>
                  <a:lnTo>
                    <a:pt x="14" y="90"/>
                  </a:lnTo>
                  <a:lnTo>
                    <a:pt x="14" y="88"/>
                  </a:lnTo>
                  <a:lnTo>
                    <a:pt x="11" y="88"/>
                  </a:lnTo>
                  <a:lnTo>
                    <a:pt x="11" y="88"/>
                  </a:lnTo>
                  <a:lnTo>
                    <a:pt x="14" y="88"/>
                  </a:lnTo>
                  <a:lnTo>
                    <a:pt x="14" y="86"/>
                  </a:lnTo>
                  <a:lnTo>
                    <a:pt x="14" y="86"/>
                  </a:lnTo>
                  <a:lnTo>
                    <a:pt x="14" y="86"/>
                  </a:lnTo>
                  <a:lnTo>
                    <a:pt x="14" y="86"/>
                  </a:lnTo>
                  <a:lnTo>
                    <a:pt x="16" y="86"/>
                  </a:lnTo>
                  <a:lnTo>
                    <a:pt x="16" y="86"/>
                  </a:lnTo>
                  <a:lnTo>
                    <a:pt x="16" y="86"/>
                  </a:lnTo>
                  <a:lnTo>
                    <a:pt x="18" y="86"/>
                  </a:lnTo>
                  <a:lnTo>
                    <a:pt x="18" y="83"/>
                  </a:lnTo>
                  <a:lnTo>
                    <a:pt x="18" y="83"/>
                  </a:lnTo>
                  <a:lnTo>
                    <a:pt x="18" y="83"/>
                  </a:lnTo>
                  <a:lnTo>
                    <a:pt x="18" y="83"/>
                  </a:lnTo>
                  <a:lnTo>
                    <a:pt x="16" y="83"/>
                  </a:lnTo>
                  <a:lnTo>
                    <a:pt x="16" y="83"/>
                  </a:lnTo>
                  <a:lnTo>
                    <a:pt x="16" y="83"/>
                  </a:lnTo>
                  <a:lnTo>
                    <a:pt x="14" y="83"/>
                  </a:lnTo>
                  <a:lnTo>
                    <a:pt x="14" y="83"/>
                  </a:lnTo>
                  <a:lnTo>
                    <a:pt x="14" y="81"/>
                  </a:lnTo>
                  <a:lnTo>
                    <a:pt x="14" y="81"/>
                  </a:lnTo>
                  <a:lnTo>
                    <a:pt x="14" y="79"/>
                  </a:lnTo>
                  <a:lnTo>
                    <a:pt x="14" y="79"/>
                  </a:lnTo>
                  <a:lnTo>
                    <a:pt x="16" y="79"/>
                  </a:lnTo>
                  <a:lnTo>
                    <a:pt x="16" y="76"/>
                  </a:lnTo>
                  <a:lnTo>
                    <a:pt x="14" y="76"/>
                  </a:lnTo>
                  <a:lnTo>
                    <a:pt x="14" y="76"/>
                  </a:lnTo>
                  <a:lnTo>
                    <a:pt x="14" y="76"/>
                  </a:lnTo>
                  <a:lnTo>
                    <a:pt x="14" y="76"/>
                  </a:lnTo>
                  <a:lnTo>
                    <a:pt x="14" y="76"/>
                  </a:lnTo>
                  <a:lnTo>
                    <a:pt x="14" y="74"/>
                  </a:lnTo>
                  <a:lnTo>
                    <a:pt x="11" y="74"/>
                  </a:lnTo>
                  <a:lnTo>
                    <a:pt x="11" y="74"/>
                  </a:lnTo>
                  <a:lnTo>
                    <a:pt x="11" y="74"/>
                  </a:lnTo>
                  <a:lnTo>
                    <a:pt x="9" y="74"/>
                  </a:lnTo>
                  <a:lnTo>
                    <a:pt x="9" y="74"/>
                  </a:lnTo>
                  <a:lnTo>
                    <a:pt x="11" y="74"/>
                  </a:lnTo>
                  <a:lnTo>
                    <a:pt x="11" y="71"/>
                  </a:lnTo>
                  <a:lnTo>
                    <a:pt x="11" y="71"/>
                  </a:lnTo>
                  <a:lnTo>
                    <a:pt x="9" y="71"/>
                  </a:lnTo>
                  <a:lnTo>
                    <a:pt x="9" y="69"/>
                  </a:lnTo>
                  <a:lnTo>
                    <a:pt x="11" y="69"/>
                  </a:lnTo>
                  <a:lnTo>
                    <a:pt x="11" y="69"/>
                  </a:lnTo>
                  <a:lnTo>
                    <a:pt x="11" y="69"/>
                  </a:lnTo>
                  <a:lnTo>
                    <a:pt x="14" y="69"/>
                  </a:lnTo>
                  <a:lnTo>
                    <a:pt x="14" y="71"/>
                  </a:lnTo>
                  <a:lnTo>
                    <a:pt x="14" y="71"/>
                  </a:lnTo>
                  <a:lnTo>
                    <a:pt x="14" y="69"/>
                  </a:lnTo>
                  <a:lnTo>
                    <a:pt x="14" y="69"/>
                  </a:lnTo>
                  <a:lnTo>
                    <a:pt x="14" y="69"/>
                  </a:lnTo>
                  <a:lnTo>
                    <a:pt x="16" y="69"/>
                  </a:lnTo>
                  <a:lnTo>
                    <a:pt x="16" y="67"/>
                  </a:lnTo>
                  <a:lnTo>
                    <a:pt x="16" y="67"/>
                  </a:lnTo>
                  <a:lnTo>
                    <a:pt x="18" y="67"/>
                  </a:lnTo>
                  <a:lnTo>
                    <a:pt x="18" y="67"/>
                  </a:lnTo>
                  <a:lnTo>
                    <a:pt x="16" y="67"/>
                  </a:lnTo>
                  <a:lnTo>
                    <a:pt x="16" y="67"/>
                  </a:lnTo>
                  <a:lnTo>
                    <a:pt x="14" y="67"/>
                  </a:lnTo>
                  <a:lnTo>
                    <a:pt x="14" y="67"/>
                  </a:lnTo>
                  <a:lnTo>
                    <a:pt x="14" y="67"/>
                  </a:lnTo>
                  <a:lnTo>
                    <a:pt x="11" y="67"/>
                  </a:lnTo>
                  <a:lnTo>
                    <a:pt x="11" y="67"/>
                  </a:lnTo>
                  <a:lnTo>
                    <a:pt x="11" y="67"/>
                  </a:lnTo>
                  <a:lnTo>
                    <a:pt x="11" y="67"/>
                  </a:lnTo>
                  <a:lnTo>
                    <a:pt x="9" y="67"/>
                  </a:lnTo>
                  <a:lnTo>
                    <a:pt x="9" y="67"/>
                  </a:lnTo>
                  <a:lnTo>
                    <a:pt x="7" y="67"/>
                  </a:lnTo>
                  <a:lnTo>
                    <a:pt x="7" y="67"/>
                  </a:lnTo>
                  <a:lnTo>
                    <a:pt x="7" y="69"/>
                  </a:lnTo>
                  <a:lnTo>
                    <a:pt x="7" y="69"/>
                  </a:lnTo>
                  <a:lnTo>
                    <a:pt x="4" y="69"/>
                  </a:lnTo>
                  <a:lnTo>
                    <a:pt x="4" y="69"/>
                  </a:lnTo>
                  <a:lnTo>
                    <a:pt x="4" y="69"/>
                  </a:lnTo>
                  <a:lnTo>
                    <a:pt x="2" y="69"/>
                  </a:lnTo>
                  <a:lnTo>
                    <a:pt x="2" y="69"/>
                  </a:lnTo>
                  <a:lnTo>
                    <a:pt x="2" y="69"/>
                  </a:lnTo>
                  <a:lnTo>
                    <a:pt x="0" y="69"/>
                  </a:lnTo>
                  <a:lnTo>
                    <a:pt x="0" y="69"/>
                  </a:lnTo>
                  <a:lnTo>
                    <a:pt x="0" y="69"/>
                  </a:lnTo>
                  <a:lnTo>
                    <a:pt x="0" y="69"/>
                  </a:lnTo>
                  <a:lnTo>
                    <a:pt x="0" y="67"/>
                  </a:lnTo>
                  <a:lnTo>
                    <a:pt x="0" y="67"/>
                  </a:lnTo>
                  <a:lnTo>
                    <a:pt x="0" y="67"/>
                  </a:lnTo>
                  <a:lnTo>
                    <a:pt x="0" y="67"/>
                  </a:lnTo>
                  <a:lnTo>
                    <a:pt x="0" y="64"/>
                  </a:lnTo>
                  <a:lnTo>
                    <a:pt x="0" y="64"/>
                  </a:lnTo>
                  <a:lnTo>
                    <a:pt x="0" y="64"/>
                  </a:lnTo>
                  <a:lnTo>
                    <a:pt x="0" y="62"/>
                  </a:lnTo>
                  <a:lnTo>
                    <a:pt x="0" y="62"/>
                  </a:lnTo>
                  <a:lnTo>
                    <a:pt x="0" y="60"/>
                  </a:lnTo>
                  <a:lnTo>
                    <a:pt x="0" y="60"/>
                  </a:lnTo>
                  <a:lnTo>
                    <a:pt x="0" y="57"/>
                  </a:lnTo>
                  <a:lnTo>
                    <a:pt x="0" y="57"/>
                  </a:lnTo>
                  <a:lnTo>
                    <a:pt x="0" y="57"/>
                  </a:lnTo>
                  <a:lnTo>
                    <a:pt x="0" y="55"/>
                  </a:lnTo>
                  <a:lnTo>
                    <a:pt x="2" y="55"/>
                  </a:lnTo>
                  <a:lnTo>
                    <a:pt x="2" y="55"/>
                  </a:lnTo>
                  <a:lnTo>
                    <a:pt x="2" y="52"/>
                  </a:lnTo>
                  <a:lnTo>
                    <a:pt x="2" y="52"/>
                  </a:lnTo>
                  <a:lnTo>
                    <a:pt x="2" y="52"/>
                  </a:lnTo>
                  <a:lnTo>
                    <a:pt x="2" y="50"/>
                  </a:lnTo>
                  <a:lnTo>
                    <a:pt x="2" y="50"/>
                  </a:lnTo>
                  <a:lnTo>
                    <a:pt x="4" y="50"/>
                  </a:lnTo>
                  <a:lnTo>
                    <a:pt x="4" y="48"/>
                  </a:lnTo>
                  <a:lnTo>
                    <a:pt x="2" y="48"/>
                  </a:lnTo>
                  <a:lnTo>
                    <a:pt x="2" y="48"/>
                  </a:lnTo>
                  <a:lnTo>
                    <a:pt x="2" y="48"/>
                  </a:lnTo>
                  <a:lnTo>
                    <a:pt x="2" y="45"/>
                  </a:lnTo>
                  <a:lnTo>
                    <a:pt x="4" y="45"/>
                  </a:lnTo>
                  <a:lnTo>
                    <a:pt x="4" y="45"/>
                  </a:lnTo>
                  <a:lnTo>
                    <a:pt x="4" y="45"/>
                  </a:lnTo>
                  <a:lnTo>
                    <a:pt x="4" y="45"/>
                  </a:lnTo>
                  <a:lnTo>
                    <a:pt x="7" y="45"/>
                  </a:lnTo>
                  <a:lnTo>
                    <a:pt x="7" y="43"/>
                  </a:lnTo>
                  <a:lnTo>
                    <a:pt x="7" y="43"/>
                  </a:lnTo>
                  <a:lnTo>
                    <a:pt x="7" y="43"/>
                  </a:lnTo>
                  <a:lnTo>
                    <a:pt x="9" y="43"/>
                  </a:lnTo>
                  <a:lnTo>
                    <a:pt x="9" y="43"/>
                  </a:lnTo>
                  <a:lnTo>
                    <a:pt x="9" y="43"/>
                  </a:lnTo>
                  <a:lnTo>
                    <a:pt x="11" y="43"/>
                  </a:lnTo>
                  <a:lnTo>
                    <a:pt x="11" y="41"/>
                  </a:lnTo>
                  <a:lnTo>
                    <a:pt x="11" y="41"/>
                  </a:lnTo>
                  <a:lnTo>
                    <a:pt x="11" y="41"/>
                  </a:lnTo>
                  <a:lnTo>
                    <a:pt x="14" y="41"/>
                  </a:lnTo>
                  <a:lnTo>
                    <a:pt x="14" y="41"/>
                  </a:lnTo>
                  <a:lnTo>
                    <a:pt x="14" y="41"/>
                  </a:lnTo>
                  <a:lnTo>
                    <a:pt x="14" y="41"/>
                  </a:lnTo>
                  <a:lnTo>
                    <a:pt x="14" y="38"/>
                  </a:lnTo>
                  <a:lnTo>
                    <a:pt x="14" y="38"/>
                  </a:lnTo>
                  <a:lnTo>
                    <a:pt x="14" y="38"/>
                  </a:lnTo>
                  <a:lnTo>
                    <a:pt x="11" y="38"/>
                  </a:lnTo>
                  <a:lnTo>
                    <a:pt x="11" y="38"/>
                  </a:lnTo>
                  <a:lnTo>
                    <a:pt x="11" y="38"/>
                  </a:lnTo>
                  <a:lnTo>
                    <a:pt x="11" y="41"/>
                  </a:lnTo>
                  <a:lnTo>
                    <a:pt x="9" y="41"/>
                  </a:lnTo>
                  <a:lnTo>
                    <a:pt x="9" y="41"/>
                  </a:lnTo>
                  <a:lnTo>
                    <a:pt x="7" y="41"/>
                  </a:lnTo>
                  <a:lnTo>
                    <a:pt x="7" y="41"/>
                  </a:lnTo>
                  <a:lnTo>
                    <a:pt x="7" y="41"/>
                  </a:lnTo>
                  <a:lnTo>
                    <a:pt x="4" y="41"/>
                  </a:lnTo>
                  <a:lnTo>
                    <a:pt x="4" y="41"/>
                  </a:lnTo>
                  <a:lnTo>
                    <a:pt x="4" y="41"/>
                  </a:lnTo>
                  <a:lnTo>
                    <a:pt x="2" y="41"/>
                  </a:lnTo>
                  <a:lnTo>
                    <a:pt x="2" y="41"/>
                  </a:lnTo>
                  <a:lnTo>
                    <a:pt x="0" y="41"/>
                  </a:lnTo>
                  <a:lnTo>
                    <a:pt x="0" y="41"/>
                  </a:lnTo>
                  <a:lnTo>
                    <a:pt x="0" y="41"/>
                  </a:lnTo>
                  <a:lnTo>
                    <a:pt x="0" y="38"/>
                  </a:lnTo>
                  <a:lnTo>
                    <a:pt x="0" y="38"/>
                  </a:lnTo>
                  <a:lnTo>
                    <a:pt x="0" y="36"/>
                  </a:lnTo>
                  <a:lnTo>
                    <a:pt x="0" y="36"/>
                  </a:lnTo>
                  <a:lnTo>
                    <a:pt x="0" y="36"/>
                  </a:lnTo>
                  <a:lnTo>
                    <a:pt x="0" y="36"/>
                  </a:lnTo>
                  <a:lnTo>
                    <a:pt x="0" y="36"/>
                  </a:lnTo>
                  <a:lnTo>
                    <a:pt x="2" y="36"/>
                  </a:lnTo>
                  <a:lnTo>
                    <a:pt x="2" y="34"/>
                  </a:lnTo>
                  <a:lnTo>
                    <a:pt x="2" y="34"/>
                  </a:lnTo>
                  <a:lnTo>
                    <a:pt x="2" y="34"/>
                  </a:lnTo>
                  <a:lnTo>
                    <a:pt x="4" y="34"/>
                  </a:lnTo>
                  <a:lnTo>
                    <a:pt x="4" y="31"/>
                  </a:lnTo>
                  <a:lnTo>
                    <a:pt x="4" y="31"/>
                  </a:lnTo>
                  <a:lnTo>
                    <a:pt x="4" y="31"/>
                  </a:lnTo>
                  <a:lnTo>
                    <a:pt x="4" y="31"/>
                  </a:lnTo>
                  <a:lnTo>
                    <a:pt x="4" y="29"/>
                  </a:lnTo>
                  <a:lnTo>
                    <a:pt x="7" y="29"/>
                  </a:lnTo>
                  <a:lnTo>
                    <a:pt x="7" y="29"/>
                  </a:lnTo>
                  <a:lnTo>
                    <a:pt x="4" y="29"/>
                  </a:lnTo>
                  <a:lnTo>
                    <a:pt x="4" y="26"/>
                  </a:lnTo>
                  <a:lnTo>
                    <a:pt x="4" y="26"/>
                  </a:lnTo>
                  <a:lnTo>
                    <a:pt x="4" y="26"/>
                  </a:lnTo>
                  <a:lnTo>
                    <a:pt x="4" y="24"/>
                  </a:lnTo>
                  <a:lnTo>
                    <a:pt x="4" y="24"/>
                  </a:lnTo>
                  <a:lnTo>
                    <a:pt x="7" y="24"/>
                  </a:lnTo>
                  <a:lnTo>
                    <a:pt x="7" y="24"/>
                  </a:lnTo>
                  <a:lnTo>
                    <a:pt x="7" y="22"/>
                  </a:lnTo>
                  <a:lnTo>
                    <a:pt x="7" y="22"/>
                  </a:lnTo>
                  <a:lnTo>
                    <a:pt x="9" y="22"/>
                  </a:lnTo>
                  <a:lnTo>
                    <a:pt x="9" y="22"/>
                  </a:lnTo>
                  <a:lnTo>
                    <a:pt x="9" y="22"/>
                  </a:lnTo>
                  <a:lnTo>
                    <a:pt x="11" y="22"/>
                  </a:lnTo>
                  <a:lnTo>
                    <a:pt x="11" y="22"/>
                  </a:lnTo>
                  <a:lnTo>
                    <a:pt x="11" y="19"/>
                  </a:lnTo>
                  <a:lnTo>
                    <a:pt x="11" y="19"/>
                  </a:lnTo>
                  <a:lnTo>
                    <a:pt x="11" y="17"/>
                  </a:lnTo>
                  <a:lnTo>
                    <a:pt x="11" y="17"/>
                  </a:lnTo>
                  <a:lnTo>
                    <a:pt x="11" y="17"/>
                  </a:lnTo>
                  <a:lnTo>
                    <a:pt x="11" y="17"/>
                  </a:lnTo>
                  <a:lnTo>
                    <a:pt x="11" y="15"/>
                  </a:lnTo>
                  <a:lnTo>
                    <a:pt x="11" y="15"/>
                  </a:lnTo>
                  <a:lnTo>
                    <a:pt x="9" y="15"/>
                  </a:lnTo>
                  <a:lnTo>
                    <a:pt x="9" y="15"/>
                  </a:lnTo>
                  <a:lnTo>
                    <a:pt x="9" y="12"/>
                  </a:lnTo>
                  <a:lnTo>
                    <a:pt x="7" y="12"/>
                  </a:lnTo>
                  <a:lnTo>
                    <a:pt x="7" y="12"/>
                  </a:lnTo>
                  <a:lnTo>
                    <a:pt x="7" y="12"/>
                  </a:lnTo>
                  <a:lnTo>
                    <a:pt x="7" y="12"/>
                  </a:lnTo>
                  <a:lnTo>
                    <a:pt x="4" y="12"/>
                  </a:lnTo>
                  <a:lnTo>
                    <a:pt x="4" y="10"/>
                  </a:lnTo>
                  <a:lnTo>
                    <a:pt x="4" y="10"/>
                  </a:lnTo>
                  <a:lnTo>
                    <a:pt x="7" y="10"/>
                  </a:lnTo>
                  <a:lnTo>
                    <a:pt x="7" y="7"/>
                  </a:lnTo>
                  <a:lnTo>
                    <a:pt x="7" y="7"/>
                  </a:lnTo>
                  <a:lnTo>
                    <a:pt x="7" y="7"/>
                  </a:lnTo>
                  <a:lnTo>
                    <a:pt x="9" y="7"/>
                  </a:lnTo>
                  <a:lnTo>
                    <a:pt x="9" y="7"/>
                  </a:lnTo>
                  <a:lnTo>
                    <a:pt x="9" y="7"/>
                  </a:lnTo>
                  <a:lnTo>
                    <a:pt x="11" y="7"/>
                  </a:lnTo>
                  <a:lnTo>
                    <a:pt x="11" y="7"/>
                  </a:lnTo>
                  <a:lnTo>
                    <a:pt x="11" y="5"/>
                  </a:lnTo>
                  <a:lnTo>
                    <a:pt x="11" y="5"/>
                  </a:lnTo>
                  <a:lnTo>
                    <a:pt x="11" y="5"/>
                  </a:lnTo>
                  <a:lnTo>
                    <a:pt x="14" y="5"/>
                  </a:lnTo>
                  <a:lnTo>
                    <a:pt x="14" y="5"/>
                  </a:lnTo>
                  <a:lnTo>
                    <a:pt x="14" y="5"/>
                  </a:lnTo>
                  <a:lnTo>
                    <a:pt x="14" y="5"/>
                  </a:lnTo>
                  <a:lnTo>
                    <a:pt x="16" y="5"/>
                  </a:lnTo>
                  <a:lnTo>
                    <a:pt x="16" y="5"/>
                  </a:lnTo>
                  <a:lnTo>
                    <a:pt x="18" y="5"/>
                  </a:lnTo>
                  <a:lnTo>
                    <a:pt x="18" y="5"/>
                  </a:lnTo>
                  <a:lnTo>
                    <a:pt x="18" y="5"/>
                  </a:lnTo>
                  <a:lnTo>
                    <a:pt x="18" y="3"/>
                  </a:lnTo>
                  <a:lnTo>
                    <a:pt x="21" y="3"/>
                  </a:lnTo>
                  <a:lnTo>
                    <a:pt x="21" y="3"/>
                  </a:lnTo>
                  <a:lnTo>
                    <a:pt x="21" y="3"/>
                  </a:lnTo>
                  <a:lnTo>
                    <a:pt x="21" y="3"/>
                  </a:lnTo>
                  <a:lnTo>
                    <a:pt x="23" y="3"/>
                  </a:lnTo>
                  <a:lnTo>
                    <a:pt x="23" y="3"/>
                  </a:lnTo>
                  <a:lnTo>
                    <a:pt x="26" y="3"/>
                  </a:lnTo>
                  <a:lnTo>
                    <a:pt x="26" y="0"/>
                  </a:lnTo>
                  <a:lnTo>
                    <a:pt x="26" y="0"/>
                  </a:lnTo>
                  <a:lnTo>
                    <a:pt x="26" y="3"/>
                  </a:lnTo>
                  <a:lnTo>
                    <a:pt x="26" y="3"/>
                  </a:lnTo>
                  <a:lnTo>
                    <a:pt x="28" y="3"/>
                  </a:lnTo>
                  <a:lnTo>
                    <a:pt x="28" y="3"/>
                  </a:lnTo>
                  <a:lnTo>
                    <a:pt x="28" y="3"/>
                  </a:lnTo>
                  <a:lnTo>
                    <a:pt x="28" y="5"/>
                  </a:lnTo>
                  <a:lnTo>
                    <a:pt x="30" y="5"/>
                  </a:lnTo>
                  <a:lnTo>
                    <a:pt x="30" y="5"/>
                  </a:lnTo>
                  <a:lnTo>
                    <a:pt x="30" y="5"/>
                  </a:lnTo>
                  <a:lnTo>
                    <a:pt x="30" y="5"/>
                  </a:lnTo>
                  <a:lnTo>
                    <a:pt x="30" y="7"/>
                  </a:lnTo>
                  <a:lnTo>
                    <a:pt x="33" y="7"/>
                  </a:lnTo>
                  <a:lnTo>
                    <a:pt x="33" y="5"/>
                  </a:lnTo>
                  <a:lnTo>
                    <a:pt x="33" y="5"/>
                  </a:lnTo>
                  <a:lnTo>
                    <a:pt x="33" y="5"/>
                  </a:lnTo>
                  <a:lnTo>
                    <a:pt x="35" y="5"/>
                  </a:lnTo>
                  <a:lnTo>
                    <a:pt x="35" y="5"/>
                  </a:lnTo>
                  <a:lnTo>
                    <a:pt x="35" y="5"/>
                  </a:lnTo>
                  <a:lnTo>
                    <a:pt x="35" y="5"/>
                  </a:lnTo>
                  <a:lnTo>
                    <a:pt x="37" y="5"/>
                  </a:lnTo>
                  <a:lnTo>
                    <a:pt x="37" y="5"/>
                  </a:lnTo>
                  <a:lnTo>
                    <a:pt x="37" y="5"/>
                  </a:lnTo>
                  <a:lnTo>
                    <a:pt x="37" y="5"/>
                  </a:lnTo>
                  <a:lnTo>
                    <a:pt x="40" y="5"/>
                  </a:lnTo>
                  <a:lnTo>
                    <a:pt x="40" y="5"/>
                  </a:lnTo>
                  <a:lnTo>
                    <a:pt x="40" y="5"/>
                  </a:lnTo>
                  <a:lnTo>
                    <a:pt x="42" y="5"/>
                  </a:lnTo>
                  <a:lnTo>
                    <a:pt x="42" y="5"/>
                  </a:lnTo>
                  <a:lnTo>
                    <a:pt x="42" y="5"/>
                  </a:lnTo>
                  <a:lnTo>
                    <a:pt x="42" y="7"/>
                  </a:lnTo>
                  <a:lnTo>
                    <a:pt x="42" y="7"/>
                  </a:lnTo>
                  <a:lnTo>
                    <a:pt x="42" y="7"/>
                  </a:lnTo>
                  <a:lnTo>
                    <a:pt x="40" y="7"/>
                  </a:lnTo>
                  <a:lnTo>
                    <a:pt x="40" y="7"/>
                  </a:lnTo>
                  <a:lnTo>
                    <a:pt x="42" y="7"/>
                  </a:lnTo>
                  <a:lnTo>
                    <a:pt x="42" y="10"/>
                  </a:lnTo>
                  <a:lnTo>
                    <a:pt x="42" y="10"/>
                  </a:lnTo>
                  <a:lnTo>
                    <a:pt x="42" y="10"/>
                  </a:lnTo>
                  <a:lnTo>
                    <a:pt x="42" y="12"/>
                  </a:lnTo>
                  <a:lnTo>
                    <a:pt x="45" y="12"/>
                  </a:lnTo>
                  <a:lnTo>
                    <a:pt x="45" y="12"/>
                  </a:lnTo>
                  <a:lnTo>
                    <a:pt x="45" y="15"/>
                  </a:lnTo>
                  <a:lnTo>
                    <a:pt x="45" y="15"/>
                  </a:lnTo>
                  <a:lnTo>
                    <a:pt x="45" y="15"/>
                  </a:lnTo>
                  <a:lnTo>
                    <a:pt x="45" y="15"/>
                  </a:lnTo>
                  <a:lnTo>
                    <a:pt x="47" y="15"/>
                  </a:lnTo>
                  <a:lnTo>
                    <a:pt x="47" y="17"/>
                  </a:lnTo>
                  <a:lnTo>
                    <a:pt x="47" y="17"/>
                  </a:lnTo>
                  <a:lnTo>
                    <a:pt x="47" y="17"/>
                  </a:lnTo>
                  <a:lnTo>
                    <a:pt x="47" y="17"/>
                  </a:lnTo>
                  <a:lnTo>
                    <a:pt x="49" y="17"/>
                  </a:lnTo>
                  <a:lnTo>
                    <a:pt x="49" y="17"/>
                  </a:lnTo>
                  <a:lnTo>
                    <a:pt x="49" y="17"/>
                  </a:lnTo>
                  <a:lnTo>
                    <a:pt x="52" y="17"/>
                  </a:lnTo>
                  <a:lnTo>
                    <a:pt x="52" y="17"/>
                  </a:lnTo>
                  <a:lnTo>
                    <a:pt x="52" y="19"/>
                  </a:lnTo>
                  <a:lnTo>
                    <a:pt x="52" y="19"/>
                  </a:lnTo>
                  <a:lnTo>
                    <a:pt x="54" y="19"/>
                  </a:lnTo>
                  <a:lnTo>
                    <a:pt x="54" y="19"/>
                  </a:lnTo>
                  <a:lnTo>
                    <a:pt x="54" y="19"/>
                  </a:lnTo>
                  <a:lnTo>
                    <a:pt x="54" y="19"/>
                  </a:lnTo>
                  <a:lnTo>
                    <a:pt x="56" y="19"/>
                  </a:lnTo>
                  <a:lnTo>
                    <a:pt x="56" y="19"/>
                  </a:lnTo>
                  <a:lnTo>
                    <a:pt x="56" y="22"/>
                  </a:lnTo>
                  <a:lnTo>
                    <a:pt x="59" y="22"/>
                  </a:lnTo>
                  <a:lnTo>
                    <a:pt x="59" y="22"/>
                  </a:lnTo>
                  <a:lnTo>
                    <a:pt x="59" y="22"/>
                  </a:lnTo>
                  <a:lnTo>
                    <a:pt x="59" y="22"/>
                  </a:lnTo>
                  <a:lnTo>
                    <a:pt x="61" y="22"/>
                  </a:lnTo>
                  <a:lnTo>
                    <a:pt x="61" y="22"/>
                  </a:lnTo>
                  <a:lnTo>
                    <a:pt x="63" y="22"/>
                  </a:lnTo>
                  <a:lnTo>
                    <a:pt x="63" y="22"/>
                  </a:lnTo>
                  <a:lnTo>
                    <a:pt x="63" y="22"/>
                  </a:lnTo>
                  <a:lnTo>
                    <a:pt x="66" y="22"/>
                  </a:lnTo>
                  <a:lnTo>
                    <a:pt x="66" y="24"/>
                  </a:lnTo>
                  <a:lnTo>
                    <a:pt x="66" y="24"/>
                  </a:lnTo>
                  <a:lnTo>
                    <a:pt x="66" y="24"/>
                  </a:lnTo>
                  <a:lnTo>
                    <a:pt x="68" y="24"/>
                  </a:lnTo>
                  <a:lnTo>
                    <a:pt x="68" y="24"/>
                  </a:lnTo>
                  <a:lnTo>
                    <a:pt x="71" y="24"/>
                  </a:lnTo>
                  <a:lnTo>
                    <a:pt x="71" y="24"/>
                  </a:lnTo>
                  <a:lnTo>
                    <a:pt x="71" y="24"/>
                  </a:lnTo>
                  <a:lnTo>
                    <a:pt x="73" y="24"/>
                  </a:lnTo>
                  <a:lnTo>
                    <a:pt x="73" y="24"/>
                  </a:lnTo>
                  <a:lnTo>
                    <a:pt x="73" y="24"/>
                  </a:lnTo>
                  <a:lnTo>
                    <a:pt x="73" y="24"/>
                  </a:lnTo>
                  <a:lnTo>
                    <a:pt x="75" y="24"/>
                  </a:lnTo>
                  <a:lnTo>
                    <a:pt x="75" y="24"/>
                  </a:lnTo>
                  <a:lnTo>
                    <a:pt x="78" y="24"/>
                  </a:lnTo>
                  <a:lnTo>
                    <a:pt x="78" y="24"/>
                  </a:lnTo>
                  <a:lnTo>
                    <a:pt x="78" y="24"/>
                  </a:lnTo>
                  <a:lnTo>
                    <a:pt x="78" y="26"/>
                  </a:lnTo>
                  <a:lnTo>
                    <a:pt x="80" y="26"/>
                  </a:lnTo>
                  <a:lnTo>
                    <a:pt x="80" y="26"/>
                  </a:lnTo>
                  <a:lnTo>
                    <a:pt x="80" y="26"/>
                  </a:lnTo>
                  <a:lnTo>
                    <a:pt x="82" y="26"/>
                  </a:lnTo>
                  <a:lnTo>
                    <a:pt x="82" y="26"/>
                  </a:lnTo>
                  <a:lnTo>
                    <a:pt x="85" y="26"/>
                  </a:lnTo>
                  <a:lnTo>
                    <a:pt x="85" y="26"/>
                  </a:lnTo>
                  <a:lnTo>
                    <a:pt x="85" y="26"/>
                  </a:lnTo>
                  <a:lnTo>
                    <a:pt x="87" y="26"/>
                  </a:lnTo>
                  <a:lnTo>
                    <a:pt x="87" y="26"/>
                  </a:lnTo>
                  <a:lnTo>
                    <a:pt x="87" y="24"/>
                  </a:lnTo>
                  <a:lnTo>
                    <a:pt x="87" y="24"/>
                  </a:lnTo>
                  <a:lnTo>
                    <a:pt x="89" y="24"/>
                  </a:lnTo>
                  <a:lnTo>
                    <a:pt x="89" y="24"/>
                  </a:lnTo>
                  <a:lnTo>
                    <a:pt x="89" y="24"/>
                  </a:lnTo>
                  <a:lnTo>
                    <a:pt x="92" y="24"/>
                  </a:lnTo>
                  <a:lnTo>
                    <a:pt x="92" y="24"/>
                  </a:lnTo>
                  <a:lnTo>
                    <a:pt x="92" y="24"/>
                  </a:lnTo>
                  <a:lnTo>
                    <a:pt x="92" y="24"/>
                  </a:lnTo>
                  <a:lnTo>
                    <a:pt x="94" y="24"/>
                  </a:lnTo>
                  <a:lnTo>
                    <a:pt x="94" y="26"/>
                  </a:lnTo>
                  <a:lnTo>
                    <a:pt x="94" y="26"/>
                  </a:lnTo>
                  <a:lnTo>
                    <a:pt x="94" y="26"/>
                  </a:lnTo>
                  <a:lnTo>
                    <a:pt x="97" y="26"/>
                  </a:lnTo>
                  <a:lnTo>
                    <a:pt x="97" y="26"/>
                  </a:lnTo>
                  <a:lnTo>
                    <a:pt x="99" y="26"/>
                  </a:lnTo>
                  <a:lnTo>
                    <a:pt x="99" y="26"/>
                  </a:lnTo>
                  <a:lnTo>
                    <a:pt x="99" y="26"/>
                  </a:lnTo>
                  <a:lnTo>
                    <a:pt x="99" y="26"/>
                  </a:lnTo>
                  <a:lnTo>
                    <a:pt x="101" y="26"/>
                  </a:lnTo>
                  <a:lnTo>
                    <a:pt x="101" y="26"/>
                  </a:lnTo>
                  <a:lnTo>
                    <a:pt x="104" y="26"/>
                  </a:lnTo>
                  <a:lnTo>
                    <a:pt x="104" y="26"/>
                  </a:lnTo>
                  <a:lnTo>
                    <a:pt x="104" y="26"/>
                  </a:lnTo>
                  <a:lnTo>
                    <a:pt x="104" y="26"/>
                  </a:lnTo>
                  <a:lnTo>
                    <a:pt x="106" y="26"/>
                  </a:lnTo>
                  <a:lnTo>
                    <a:pt x="106" y="26"/>
                  </a:lnTo>
                  <a:lnTo>
                    <a:pt x="106" y="26"/>
                  </a:lnTo>
                  <a:lnTo>
                    <a:pt x="106" y="26"/>
                  </a:lnTo>
                  <a:lnTo>
                    <a:pt x="108" y="26"/>
                  </a:lnTo>
                  <a:lnTo>
                    <a:pt x="108" y="26"/>
                  </a:lnTo>
                  <a:lnTo>
                    <a:pt x="111" y="26"/>
                  </a:lnTo>
                  <a:lnTo>
                    <a:pt x="111" y="26"/>
                  </a:lnTo>
                  <a:lnTo>
                    <a:pt x="111" y="26"/>
                  </a:lnTo>
                  <a:lnTo>
                    <a:pt x="111" y="26"/>
                  </a:lnTo>
                  <a:lnTo>
                    <a:pt x="113" y="26"/>
                  </a:lnTo>
                  <a:lnTo>
                    <a:pt x="113" y="24"/>
                  </a:lnTo>
                  <a:lnTo>
                    <a:pt x="113" y="24"/>
                  </a:lnTo>
                  <a:lnTo>
                    <a:pt x="113" y="24"/>
                  </a:lnTo>
                  <a:lnTo>
                    <a:pt x="113" y="22"/>
                  </a:lnTo>
                  <a:lnTo>
                    <a:pt x="113" y="22"/>
                  </a:lnTo>
                  <a:lnTo>
                    <a:pt x="113" y="22"/>
                  </a:lnTo>
                  <a:lnTo>
                    <a:pt x="113" y="19"/>
                  </a:lnTo>
                  <a:lnTo>
                    <a:pt x="116" y="19"/>
                  </a:lnTo>
                  <a:lnTo>
                    <a:pt x="116" y="19"/>
                  </a:lnTo>
                  <a:lnTo>
                    <a:pt x="118" y="19"/>
                  </a:lnTo>
                  <a:lnTo>
                    <a:pt x="118" y="19"/>
                  </a:lnTo>
                  <a:lnTo>
                    <a:pt x="118" y="19"/>
                  </a:lnTo>
                  <a:lnTo>
                    <a:pt x="118" y="19"/>
                  </a:lnTo>
                  <a:lnTo>
                    <a:pt x="120" y="19"/>
                  </a:lnTo>
                  <a:lnTo>
                    <a:pt x="120" y="17"/>
                  </a:lnTo>
                  <a:lnTo>
                    <a:pt x="120" y="17"/>
                  </a:lnTo>
                  <a:lnTo>
                    <a:pt x="120" y="17"/>
                  </a:lnTo>
                  <a:lnTo>
                    <a:pt x="120" y="17"/>
                  </a:lnTo>
                  <a:lnTo>
                    <a:pt x="123" y="17"/>
                  </a:lnTo>
                  <a:lnTo>
                    <a:pt x="123" y="17"/>
                  </a:lnTo>
                  <a:lnTo>
                    <a:pt x="123" y="17"/>
                  </a:lnTo>
                  <a:lnTo>
                    <a:pt x="125" y="17"/>
                  </a:lnTo>
                  <a:lnTo>
                    <a:pt x="125" y="17"/>
                  </a:lnTo>
                  <a:lnTo>
                    <a:pt x="125" y="15"/>
                  </a:lnTo>
                  <a:lnTo>
                    <a:pt x="125" y="15"/>
                  </a:lnTo>
                  <a:lnTo>
                    <a:pt x="127" y="15"/>
                  </a:lnTo>
                  <a:lnTo>
                    <a:pt x="127" y="15"/>
                  </a:lnTo>
                  <a:lnTo>
                    <a:pt x="127" y="15"/>
                  </a:lnTo>
                  <a:lnTo>
                    <a:pt x="127" y="15"/>
                  </a:lnTo>
                  <a:lnTo>
                    <a:pt x="130" y="15"/>
                  </a:lnTo>
                  <a:lnTo>
                    <a:pt x="130" y="15"/>
                  </a:lnTo>
                  <a:lnTo>
                    <a:pt x="130" y="12"/>
                  </a:lnTo>
                  <a:lnTo>
                    <a:pt x="132" y="12"/>
                  </a:lnTo>
                  <a:lnTo>
                    <a:pt x="132" y="12"/>
                  </a:lnTo>
                  <a:lnTo>
                    <a:pt x="132" y="12"/>
                  </a:lnTo>
                  <a:lnTo>
                    <a:pt x="132" y="10"/>
                  </a:lnTo>
                  <a:lnTo>
                    <a:pt x="132" y="10"/>
                  </a:lnTo>
                  <a:lnTo>
                    <a:pt x="134" y="10"/>
                  </a:lnTo>
                  <a:lnTo>
                    <a:pt x="134" y="10"/>
                  </a:lnTo>
                  <a:lnTo>
                    <a:pt x="134" y="10"/>
                  </a:lnTo>
                  <a:lnTo>
                    <a:pt x="137" y="10"/>
                  </a:lnTo>
                  <a:lnTo>
                    <a:pt x="137" y="10"/>
                  </a:lnTo>
                  <a:lnTo>
                    <a:pt x="137" y="7"/>
                  </a:lnTo>
                  <a:lnTo>
                    <a:pt x="137" y="7"/>
                  </a:lnTo>
                  <a:lnTo>
                    <a:pt x="139" y="7"/>
                  </a:lnTo>
                  <a:lnTo>
                    <a:pt x="139" y="7"/>
                  </a:lnTo>
                  <a:lnTo>
                    <a:pt x="139" y="7"/>
                  </a:lnTo>
                  <a:lnTo>
                    <a:pt x="139" y="7"/>
                  </a:lnTo>
                  <a:lnTo>
                    <a:pt x="142" y="7"/>
                  </a:lnTo>
                  <a:lnTo>
                    <a:pt x="142" y="7"/>
                  </a:lnTo>
                  <a:lnTo>
                    <a:pt x="144" y="7"/>
                  </a:lnTo>
                  <a:lnTo>
                    <a:pt x="144" y="7"/>
                  </a:lnTo>
                  <a:lnTo>
                    <a:pt x="144" y="7"/>
                  </a:lnTo>
                  <a:lnTo>
                    <a:pt x="146" y="7"/>
                  </a:lnTo>
                  <a:lnTo>
                    <a:pt x="146" y="7"/>
                  </a:lnTo>
                  <a:lnTo>
                    <a:pt x="146" y="7"/>
                  </a:lnTo>
                  <a:lnTo>
                    <a:pt x="146" y="7"/>
                  </a:lnTo>
                  <a:lnTo>
                    <a:pt x="149" y="7"/>
                  </a:lnTo>
                  <a:lnTo>
                    <a:pt x="149" y="5"/>
                  </a:lnTo>
                  <a:lnTo>
                    <a:pt x="149" y="5"/>
                  </a:lnTo>
                  <a:lnTo>
                    <a:pt x="151" y="5"/>
                  </a:lnTo>
                  <a:lnTo>
                    <a:pt x="151" y="5"/>
                  </a:lnTo>
                  <a:lnTo>
                    <a:pt x="151" y="5"/>
                  </a:lnTo>
                  <a:lnTo>
                    <a:pt x="151" y="5"/>
                  </a:lnTo>
                  <a:lnTo>
                    <a:pt x="153" y="5"/>
                  </a:lnTo>
                  <a:lnTo>
                    <a:pt x="153" y="5"/>
                  </a:lnTo>
                  <a:lnTo>
                    <a:pt x="153" y="3"/>
                  </a:lnTo>
                  <a:lnTo>
                    <a:pt x="153" y="3"/>
                  </a:lnTo>
                  <a:lnTo>
                    <a:pt x="156" y="3"/>
                  </a:lnTo>
                  <a:lnTo>
                    <a:pt x="156" y="3"/>
                  </a:lnTo>
                  <a:lnTo>
                    <a:pt x="158" y="3"/>
                  </a:lnTo>
                  <a:lnTo>
                    <a:pt x="158" y="3"/>
                  </a:lnTo>
                  <a:lnTo>
                    <a:pt x="158" y="3"/>
                  </a:lnTo>
                  <a:lnTo>
                    <a:pt x="160" y="3"/>
                  </a:lnTo>
                  <a:lnTo>
                    <a:pt x="160" y="3"/>
                  </a:lnTo>
                  <a:lnTo>
                    <a:pt x="160" y="5"/>
                  </a:lnTo>
                  <a:lnTo>
                    <a:pt x="160" y="5"/>
                  </a:lnTo>
                  <a:lnTo>
                    <a:pt x="163" y="5"/>
                  </a:lnTo>
                  <a:lnTo>
                    <a:pt x="163" y="5"/>
                  </a:lnTo>
                  <a:lnTo>
                    <a:pt x="165" y="5"/>
                  </a:lnTo>
                  <a:lnTo>
                    <a:pt x="165" y="5"/>
                  </a:lnTo>
                  <a:lnTo>
                    <a:pt x="165" y="5"/>
                  </a:lnTo>
                  <a:lnTo>
                    <a:pt x="168" y="5"/>
                  </a:lnTo>
                  <a:lnTo>
                    <a:pt x="168" y="5"/>
                  </a:lnTo>
                  <a:lnTo>
                    <a:pt x="170" y="5"/>
                  </a:lnTo>
                  <a:lnTo>
                    <a:pt x="170" y="5"/>
                  </a:lnTo>
                  <a:lnTo>
                    <a:pt x="170" y="5"/>
                  </a:lnTo>
                  <a:lnTo>
                    <a:pt x="172" y="5"/>
                  </a:lnTo>
                  <a:lnTo>
                    <a:pt x="172" y="5"/>
                  </a:lnTo>
                  <a:lnTo>
                    <a:pt x="172" y="5"/>
                  </a:lnTo>
                  <a:lnTo>
                    <a:pt x="175" y="5"/>
                  </a:lnTo>
                  <a:lnTo>
                    <a:pt x="175" y="5"/>
                  </a:lnTo>
                  <a:lnTo>
                    <a:pt x="175" y="5"/>
                  </a:lnTo>
                  <a:lnTo>
                    <a:pt x="177" y="5"/>
                  </a:lnTo>
                  <a:lnTo>
                    <a:pt x="177" y="5"/>
                  </a:lnTo>
                  <a:lnTo>
                    <a:pt x="177" y="5"/>
                  </a:lnTo>
                  <a:lnTo>
                    <a:pt x="177" y="5"/>
                  </a:lnTo>
                  <a:lnTo>
                    <a:pt x="179" y="5"/>
                  </a:lnTo>
                  <a:lnTo>
                    <a:pt x="179" y="5"/>
                  </a:lnTo>
                  <a:lnTo>
                    <a:pt x="179" y="5"/>
                  </a:lnTo>
                  <a:lnTo>
                    <a:pt x="182" y="5"/>
                  </a:lnTo>
                  <a:lnTo>
                    <a:pt x="182" y="5"/>
                  </a:lnTo>
                  <a:lnTo>
                    <a:pt x="182" y="5"/>
                  </a:lnTo>
                  <a:lnTo>
                    <a:pt x="184" y="5"/>
                  </a:lnTo>
                  <a:lnTo>
                    <a:pt x="184" y="5"/>
                  </a:lnTo>
                  <a:lnTo>
                    <a:pt x="184" y="5"/>
                  </a:lnTo>
                  <a:lnTo>
                    <a:pt x="187" y="5"/>
                  </a:lnTo>
                  <a:lnTo>
                    <a:pt x="187" y="5"/>
                  </a:lnTo>
                  <a:lnTo>
                    <a:pt x="187" y="5"/>
                  </a:lnTo>
                  <a:lnTo>
                    <a:pt x="187" y="5"/>
                  </a:lnTo>
                  <a:lnTo>
                    <a:pt x="187" y="3"/>
                  </a:lnTo>
                  <a:lnTo>
                    <a:pt x="189" y="3"/>
                  </a:lnTo>
                  <a:lnTo>
                    <a:pt x="189" y="3"/>
                  </a:lnTo>
                  <a:lnTo>
                    <a:pt x="189" y="3"/>
                  </a:lnTo>
                  <a:lnTo>
                    <a:pt x="189" y="0"/>
                  </a:lnTo>
                  <a:lnTo>
                    <a:pt x="191" y="0"/>
                  </a:lnTo>
                  <a:lnTo>
                    <a:pt x="191" y="0"/>
                  </a:lnTo>
                  <a:lnTo>
                    <a:pt x="191" y="0"/>
                  </a:lnTo>
                  <a:lnTo>
                    <a:pt x="191" y="3"/>
                  </a:lnTo>
                  <a:lnTo>
                    <a:pt x="194" y="3"/>
                  </a:lnTo>
                  <a:lnTo>
                    <a:pt x="194" y="3"/>
                  </a:lnTo>
                  <a:lnTo>
                    <a:pt x="194" y="3"/>
                  </a:lnTo>
                  <a:lnTo>
                    <a:pt x="194" y="3"/>
                  </a:lnTo>
                  <a:lnTo>
                    <a:pt x="196" y="3"/>
                  </a:lnTo>
                  <a:lnTo>
                    <a:pt x="196" y="3"/>
                  </a:lnTo>
                  <a:lnTo>
                    <a:pt x="196" y="5"/>
                  </a:lnTo>
                  <a:lnTo>
                    <a:pt x="196" y="5"/>
                  </a:lnTo>
                  <a:lnTo>
                    <a:pt x="194" y="5"/>
                  </a:lnTo>
                  <a:lnTo>
                    <a:pt x="194" y="5"/>
                  </a:lnTo>
                  <a:lnTo>
                    <a:pt x="194" y="5"/>
                  </a:lnTo>
                  <a:lnTo>
                    <a:pt x="194" y="7"/>
                  </a:lnTo>
                  <a:lnTo>
                    <a:pt x="194" y="7"/>
                  </a:lnTo>
                  <a:lnTo>
                    <a:pt x="194" y="7"/>
                  </a:lnTo>
                  <a:lnTo>
                    <a:pt x="194" y="7"/>
                  </a:lnTo>
                  <a:lnTo>
                    <a:pt x="196" y="7"/>
                  </a:lnTo>
                  <a:lnTo>
                    <a:pt x="196" y="7"/>
                  </a:lnTo>
                  <a:lnTo>
                    <a:pt x="196" y="10"/>
                  </a:lnTo>
                  <a:lnTo>
                    <a:pt x="196" y="10"/>
                  </a:lnTo>
                  <a:lnTo>
                    <a:pt x="198" y="10"/>
                  </a:lnTo>
                  <a:lnTo>
                    <a:pt x="198" y="10"/>
                  </a:lnTo>
                  <a:lnTo>
                    <a:pt x="198" y="12"/>
                  </a:lnTo>
                  <a:lnTo>
                    <a:pt x="198" y="12"/>
                  </a:lnTo>
                  <a:lnTo>
                    <a:pt x="201" y="12"/>
                  </a:lnTo>
                  <a:lnTo>
                    <a:pt x="201" y="12"/>
                  </a:lnTo>
                  <a:lnTo>
                    <a:pt x="201" y="12"/>
                  </a:lnTo>
                  <a:lnTo>
                    <a:pt x="201" y="12"/>
                  </a:lnTo>
                  <a:lnTo>
                    <a:pt x="203" y="12"/>
                  </a:lnTo>
                  <a:lnTo>
                    <a:pt x="203" y="12"/>
                  </a:lnTo>
                  <a:lnTo>
                    <a:pt x="205" y="12"/>
                  </a:lnTo>
                  <a:lnTo>
                    <a:pt x="205" y="12"/>
                  </a:lnTo>
                  <a:lnTo>
                    <a:pt x="205" y="12"/>
                  </a:lnTo>
                  <a:lnTo>
                    <a:pt x="208" y="12"/>
                  </a:lnTo>
                  <a:lnTo>
                    <a:pt x="208" y="12"/>
                  </a:lnTo>
                  <a:lnTo>
                    <a:pt x="208" y="12"/>
                  </a:lnTo>
                  <a:lnTo>
                    <a:pt x="210" y="12"/>
                  </a:lnTo>
                  <a:lnTo>
                    <a:pt x="210" y="12"/>
                  </a:lnTo>
                  <a:lnTo>
                    <a:pt x="210" y="10"/>
                  </a:lnTo>
                  <a:lnTo>
                    <a:pt x="210" y="10"/>
                  </a:lnTo>
                  <a:lnTo>
                    <a:pt x="213" y="10"/>
                  </a:lnTo>
                  <a:lnTo>
                    <a:pt x="213" y="10"/>
                  </a:lnTo>
                  <a:lnTo>
                    <a:pt x="213" y="10"/>
                  </a:lnTo>
                  <a:lnTo>
                    <a:pt x="213" y="12"/>
                  </a:lnTo>
                  <a:lnTo>
                    <a:pt x="215" y="12"/>
                  </a:lnTo>
                  <a:lnTo>
                    <a:pt x="215" y="12"/>
                  </a:lnTo>
                  <a:lnTo>
                    <a:pt x="215" y="12"/>
                  </a:lnTo>
                  <a:lnTo>
                    <a:pt x="215" y="15"/>
                  </a:lnTo>
                  <a:lnTo>
                    <a:pt x="217" y="15"/>
                  </a:lnTo>
                  <a:lnTo>
                    <a:pt x="217" y="15"/>
                  </a:lnTo>
                  <a:lnTo>
                    <a:pt x="217" y="17"/>
                  </a:lnTo>
                  <a:lnTo>
                    <a:pt x="217" y="17"/>
                  </a:lnTo>
                  <a:lnTo>
                    <a:pt x="217" y="17"/>
                  </a:lnTo>
                  <a:lnTo>
                    <a:pt x="217" y="17"/>
                  </a:lnTo>
                  <a:lnTo>
                    <a:pt x="217" y="19"/>
                  </a:lnTo>
                  <a:lnTo>
                    <a:pt x="217" y="19"/>
                  </a:lnTo>
                  <a:lnTo>
                    <a:pt x="217" y="19"/>
                  </a:lnTo>
                  <a:lnTo>
                    <a:pt x="220" y="19"/>
                  </a:lnTo>
                  <a:lnTo>
                    <a:pt x="220" y="22"/>
                  </a:lnTo>
                  <a:lnTo>
                    <a:pt x="220" y="22"/>
                  </a:lnTo>
                  <a:lnTo>
                    <a:pt x="220" y="22"/>
                  </a:lnTo>
                  <a:lnTo>
                    <a:pt x="220" y="22"/>
                  </a:lnTo>
                  <a:lnTo>
                    <a:pt x="222" y="22"/>
                  </a:lnTo>
                  <a:lnTo>
                    <a:pt x="222" y="24"/>
                  </a:lnTo>
                  <a:lnTo>
                    <a:pt x="222" y="24"/>
                  </a:lnTo>
                  <a:lnTo>
                    <a:pt x="222" y="22"/>
                  </a:lnTo>
                  <a:lnTo>
                    <a:pt x="224" y="22"/>
                  </a:lnTo>
                  <a:lnTo>
                    <a:pt x="224" y="22"/>
                  </a:lnTo>
                  <a:lnTo>
                    <a:pt x="224" y="22"/>
                  </a:lnTo>
                  <a:lnTo>
                    <a:pt x="224" y="22"/>
                  </a:lnTo>
                  <a:lnTo>
                    <a:pt x="224" y="19"/>
                  </a:lnTo>
                  <a:lnTo>
                    <a:pt x="227" y="19"/>
                  </a:lnTo>
                  <a:lnTo>
                    <a:pt x="227" y="19"/>
                  </a:lnTo>
                  <a:lnTo>
                    <a:pt x="227" y="19"/>
                  </a:lnTo>
                  <a:lnTo>
                    <a:pt x="229" y="19"/>
                  </a:lnTo>
                  <a:lnTo>
                    <a:pt x="229" y="19"/>
                  </a:lnTo>
                  <a:lnTo>
                    <a:pt x="232" y="19"/>
                  </a:lnTo>
                  <a:lnTo>
                    <a:pt x="232" y="19"/>
                  </a:lnTo>
                  <a:lnTo>
                    <a:pt x="232" y="19"/>
                  </a:lnTo>
                  <a:lnTo>
                    <a:pt x="232" y="22"/>
                  </a:lnTo>
                  <a:lnTo>
                    <a:pt x="234" y="22"/>
                  </a:lnTo>
                  <a:lnTo>
                    <a:pt x="234" y="22"/>
                  </a:lnTo>
                  <a:lnTo>
                    <a:pt x="234" y="22"/>
                  </a:lnTo>
                  <a:lnTo>
                    <a:pt x="234" y="22"/>
                  </a:lnTo>
                  <a:lnTo>
                    <a:pt x="234" y="24"/>
                  </a:lnTo>
                  <a:lnTo>
                    <a:pt x="234" y="24"/>
                  </a:lnTo>
                  <a:lnTo>
                    <a:pt x="236" y="24"/>
                  </a:lnTo>
                  <a:lnTo>
                    <a:pt x="236" y="26"/>
                  </a:lnTo>
                  <a:lnTo>
                    <a:pt x="236" y="26"/>
                  </a:lnTo>
                  <a:lnTo>
                    <a:pt x="239" y="26"/>
                  </a:lnTo>
                  <a:lnTo>
                    <a:pt x="239" y="26"/>
                  </a:lnTo>
                  <a:lnTo>
                    <a:pt x="239" y="26"/>
                  </a:lnTo>
                  <a:lnTo>
                    <a:pt x="241" y="26"/>
                  </a:lnTo>
                  <a:lnTo>
                    <a:pt x="241" y="26"/>
                  </a:lnTo>
                  <a:lnTo>
                    <a:pt x="241" y="26"/>
                  </a:lnTo>
                  <a:lnTo>
                    <a:pt x="243" y="26"/>
                  </a:lnTo>
                  <a:lnTo>
                    <a:pt x="243" y="26"/>
                  </a:lnTo>
                  <a:lnTo>
                    <a:pt x="243" y="26"/>
                  </a:lnTo>
                  <a:lnTo>
                    <a:pt x="243" y="26"/>
                  </a:lnTo>
                  <a:lnTo>
                    <a:pt x="246" y="26"/>
                  </a:lnTo>
                  <a:lnTo>
                    <a:pt x="246" y="29"/>
                  </a:lnTo>
                  <a:lnTo>
                    <a:pt x="246" y="29"/>
                  </a:lnTo>
                  <a:lnTo>
                    <a:pt x="246" y="29"/>
                  </a:lnTo>
                  <a:lnTo>
                    <a:pt x="246" y="26"/>
                  </a:lnTo>
                  <a:lnTo>
                    <a:pt x="248" y="26"/>
                  </a:lnTo>
                  <a:lnTo>
                    <a:pt x="248" y="26"/>
                  </a:lnTo>
                  <a:lnTo>
                    <a:pt x="248" y="26"/>
                  </a:lnTo>
                  <a:lnTo>
                    <a:pt x="248" y="26"/>
                  </a:lnTo>
                  <a:lnTo>
                    <a:pt x="250" y="26"/>
                  </a:lnTo>
                  <a:lnTo>
                    <a:pt x="250" y="26"/>
                  </a:lnTo>
                  <a:lnTo>
                    <a:pt x="250" y="26"/>
                  </a:lnTo>
                  <a:lnTo>
                    <a:pt x="250" y="26"/>
                  </a:lnTo>
                  <a:lnTo>
                    <a:pt x="250" y="26"/>
                  </a:lnTo>
                  <a:lnTo>
                    <a:pt x="253" y="26"/>
                  </a:lnTo>
                  <a:lnTo>
                    <a:pt x="253" y="29"/>
                  </a:lnTo>
                  <a:lnTo>
                    <a:pt x="253" y="29"/>
                  </a:lnTo>
                  <a:lnTo>
                    <a:pt x="253" y="29"/>
                  </a:lnTo>
                  <a:lnTo>
                    <a:pt x="253" y="29"/>
                  </a:lnTo>
                  <a:lnTo>
                    <a:pt x="255" y="29"/>
                  </a:lnTo>
                  <a:lnTo>
                    <a:pt x="255" y="29"/>
                  </a:lnTo>
                  <a:lnTo>
                    <a:pt x="258" y="29"/>
                  </a:lnTo>
                  <a:lnTo>
                    <a:pt x="258" y="29"/>
                  </a:lnTo>
                  <a:lnTo>
                    <a:pt x="258" y="29"/>
                  </a:lnTo>
                  <a:lnTo>
                    <a:pt x="258" y="31"/>
                  </a:lnTo>
                  <a:lnTo>
                    <a:pt x="260" y="31"/>
                  </a:lnTo>
                  <a:lnTo>
                    <a:pt x="260" y="31"/>
                  </a:lnTo>
                  <a:lnTo>
                    <a:pt x="260" y="31"/>
                  </a:lnTo>
                  <a:lnTo>
                    <a:pt x="262" y="31"/>
                  </a:lnTo>
                  <a:lnTo>
                    <a:pt x="262" y="31"/>
                  </a:lnTo>
                  <a:lnTo>
                    <a:pt x="262" y="31"/>
                  </a:lnTo>
                  <a:lnTo>
                    <a:pt x="265" y="31"/>
                  </a:lnTo>
                  <a:lnTo>
                    <a:pt x="265" y="31"/>
                  </a:lnTo>
                  <a:lnTo>
                    <a:pt x="265" y="31"/>
                  </a:lnTo>
                  <a:lnTo>
                    <a:pt x="265" y="31"/>
                  </a:lnTo>
                  <a:lnTo>
                    <a:pt x="265" y="31"/>
                  </a:lnTo>
                  <a:lnTo>
                    <a:pt x="265" y="31"/>
                  </a:lnTo>
                  <a:lnTo>
                    <a:pt x="267" y="31"/>
                  </a:lnTo>
                  <a:lnTo>
                    <a:pt x="267" y="31"/>
                  </a:lnTo>
                  <a:lnTo>
                    <a:pt x="267" y="31"/>
                  </a:lnTo>
                  <a:lnTo>
                    <a:pt x="267" y="29"/>
                  </a:lnTo>
                  <a:lnTo>
                    <a:pt x="269" y="29"/>
                  </a:lnTo>
                  <a:lnTo>
                    <a:pt x="269" y="29"/>
                  </a:lnTo>
                  <a:lnTo>
                    <a:pt x="269" y="31"/>
                  </a:lnTo>
                  <a:lnTo>
                    <a:pt x="272" y="31"/>
                  </a:lnTo>
                  <a:lnTo>
                    <a:pt x="272" y="29"/>
                  </a:lnTo>
                  <a:lnTo>
                    <a:pt x="272" y="29"/>
                  </a:lnTo>
                  <a:lnTo>
                    <a:pt x="272" y="29"/>
                  </a:lnTo>
                  <a:lnTo>
                    <a:pt x="272" y="29"/>
                  </a:lnTo>
                  <a:lnTo>
                    <a:pt x="274" y="29"/>
                  </a:lnTo>
                  <a:lnTo>
                    <a:pt x="274" y="29"/>
                  </a:lnTo>
                  <a:lnTo>
                    <a:pt x="276" y="29"/>
                  </a:lnTo>
                  <a:lnTo>
                    <a:pt x="276" y="29"/>
                  </a:lnTo>
                  <a:lnTo>
                    <a:pt x="276" y="29"/>
                  </a:lnTo>
                  <a:lnTo>
                    <a:pt x="279" y="29"/>
                  </a:lnTo>
                  <a:lnTo>
                    <a:pt x="279" y="26"/>
                  </a:lnTo>
                  <a:lnTo>
                    <a:pt x="279" y="26"/>
                  </a:lnTo>
                  <a:lnTo>
                    <a:pt x="279" y="26"/>
                  </a:lnTo>
                  <a:lnTo>
                    <a:pt x="281" y="26"/>
                  </a:lnTo>
                  <a:lnTo>
                    <a:pt x="281" y="26"/>
                  </a:lnTo>
                  <a:lnTo>
                    <a:pt x="284" y="26"/>
                  </a:lnTo>
                  <a:lnTo>
                    <a:pt x="284" y="26"/>
                  </a:lnTo>
                  <a:lnTo>
                    <a:pt x="284" y="26"/>
                  </a:lnTo>
                  <a:lnTo>
                    <a:pt x="286" y="26"/>
                  </a:lnTo>
                  <a:lnTo>
                    <a:pt x="286" y="26"/>
                  </a:lnTo>
                  <a:lnTo>
                    <a:pt x="286" y="26"/>
                  </a:lnTo>
                  <a:lnTo>
                    <a:pt x="286" y="26"/>
                  </a:lnTo>
                  <a:lnTo>
                    <a:pt x="288" y="26"/>
                  </a:lnTo>
                  <a:lnTo>
                    <a:pt x="288" y="26"/>
                  </a:lnTo>
                  <a:lnTo>
                    <a:pt x="288" y="26"/>
                  </a:lnTo>
                  <a:lnTo>
                    <a:pt x="291" y="26"/>
                  </a:lnTo>
                  <a:lnTo>
                    <a:pt x="291" y="29"/>
                  </a:lnTo>
                  <a:lnTo>
                    <a:pt x="291" y="29"/>
                  </a:lnTo>
                  <a:lnTo>
                    <a:pt x="291" y="29"/>
                  </a:lnTo>
                  <a:lnTo>
                    <a:pt x="293" y="29"/>
                  </a:lnTo>
                  <a:lnTo>
                    <a:pt x="293" y="29"/>
                  </a:lnTo>
                  <a:lnTo>
                    <a:pt x="293" y="29"/>
                  </a:lnTo>
                  <a:lnTo>
                    <a:pt x="293" y="29"/>
                  </a:lnTo>
                  <a:lnTo>
                    <a:pt x="295" y="29"/>
                  </a:lnTo>
                  <a:lnTo>
                    <a:pt x="295" y="29"/>
                  </a:lnTo>
                  <a:lnTo>
                    <a:pt x="295" y="31"/>
                  </a:lnTo>
                  <a:lnTo>
                    <a:pt x="298" y="31"/>
                  </a:lnTo>
                  <a:lnTo>
                    <a:pt x="298" y="29"/>
                  </a:lnTo>
                  <a:lnTo>
                    <a:pt x="298" y="29"/>
                  </a:lnTo>
                  <a:lnTo>
                    <a:pt x="298" y="29"/>
                  </a:lnTo>
                  <a:lnTo>
                    <a:pt x="300" y="29"/>
                  </a:lnTo>
                  <a:lnTo>
                    <a:pt x="300" y="31"/>
                  </a:lnTo>
                  <a:lnTo>
                    <a:pt x="300" y="31"/>
                  </a:lnTo>
                  <a:lnTo>
                    <a:pt x="300" y="31"/>
                  </a:lnTo>
                  <a:lnTo>
                    <a:pt x="300" y="31"/>
                  </a:lnTo>
                  <a:lnTo>
                    <a:pt x="303" y="31"/>
                  </a:lnTo>
                  <a:lnTo>
                    <a:pt x="303" y="31"/>
                  </a:lnTo>
                  <a:lnTo>
                    <a:pt x="303" y="31"/>
                  </a:lnTo>
                  <a:lnTo>
                    <a:pt x="305" y="31"/>
                  </a:lnTo>
                  <a:lnTo>
                    <a:pt x="305" y="29"/>
                  </a:lnTo>
                  <a:lnTo>
                    <a:pt x="305" y="29"/>
                  </a:lnTo>
                  <a:lnTo>
                    <a:pt x="305" y="29"/>
                  </a:lnTo>
                  <a:lnTo>
                    <a:pt x="305" y="29"/>
                  </a:lnTo>
                  <a:lnTo>
                    <a:pt x="307" y="29"/>
                  </a:lnTo>
                  <a:lnTo>
                    <a:pt x="307" y="29"/>
                  </a:lnTo>
                  <a:lnTo>
                    <a:pt x="307" y="29"/>
                  </a:lnTo>
                  <a:lnTo>
                    <a:pt x="310" y="29"/>
                  </a:lnTo>
                  <a:lnTo>
                    <a:pt x="310" y="29"/>
                  </a:lnTo>
                  <a:lnTo>
                    <a:pt x="310" y="26"/>
                  </a:lnTo>
                  <a:lnTo>
                    <a:pt x="312" y="26"/>
                  </a:lnTo>
                  <a:lnTo>
                    <a:pt x="312" y="26"/>
                  </a:lnTo>
                  <a:lnTo>
                    <a:pt x="312" y="26"/>
                  </a:lnTo>
                  <a:lnTo>
                    <a:pt x="312" y="26"/>
                  </a:lnTo>
                  <a:lnTo>
                    <a:pt x="314" y="26"/>
                  </a:lnTo>
                  <a:lnTo>
                    <a:pt x="314" y="26"/>
                  </a:lnTo>
                  <a:lnTo>
                    <a:pt x="314" y="26"/>
                  </a:lnTo>
                  <a:lnTo>
                    <a:pt x="317" y="26"/>
                  </a:lnTo>
                  <a:lnTo>
                    <a:pt x="317" y="24"/>
                  </a:lnTo>
                  <a:lnTo>
                    <a:pt x="317" y="24"/>
                  </a:lnTo>
                  <a:lnTo>
                    <a:pt x="317" y="24"/>
                  </a:lnTo>
                  <a:lnTo>
                    <a:pt x="319" y="24"/>
                  </a:lnTo>
                  <a:lnTo>
                    <a:pt x="319" y="24"/>
                  </a:lnTo>
                  <a:lnTo>
                    <a:pt x="319" y="24"/>
                  </a:lnTo>
                  <a:lnTo>
                    <a:pt x="319" y="24"/>
                  </a:lnTo>
                  <a:lnTo>
                    <a:pt x="321" y="24"/>
                  </a:lnTo>
                  <a:lnTo>
                    <a:pt x="321" y="24"/>
                  </a:lnTo>
                  <a:lnTo>
                    <a:pt x="321" y="22"/>
                  </a:lnTo>
                  <a:lnTo>
                    <a:pt x="324" y="22"/>
                  </a:lnTo>
                  <a:lnTo>
                    <a:pt x="324" y="22"/>
                  </a:lnTo>
                  <a:lnTo>
                    <a:pt x="324" y="22"/>
                  </a:lnTo>
                  <a:lnTo>
                    <a:pt x="324" y="22"/>
                  </a:lnTo>
                  <a:lnTo>
                    <a:pt x="326" y="22"/>
                  </a:lnTo>
                  <a:lnTo>
                    <a:pt x="326" y="19"/>
                  </a:lnTo>
                  <a:lnTo>
                    <a:pt x="326" y="19"/>
                  </a:lnTo>
                  <a:lnTo>
                    <a:pt x="326" y="19"/>
                  </a:lnTo>
                  <a:lnTo>
                    <a:pt x="326" y="19"/>
                  </a:lnTo>
                  <a:lnTo>
                    <a:pt x="329" y="19"/>
                  </a:lnTo>
                  <a:lnTo>
                    <a:pt x="329" y="19"/>
                  </a:lnTo>
                  <a:lnTo>
                    <a:pt x="329" y="17"/>
                  </a:lnTo>
                  <a:lnTo>
                    <a:pt x="331" y="17"/>
                  </a:lnTo>
                  <a:lnTo>
                    <a:pt x="331" y="17"/>
                  </a:lnTo>
                  <a:lnTo>
                    <a:pt x="331" y="17"/>
                  </a:lnTo>
                  <a:lnTo>
                    <a:pt x="331" y="17"/>
                  </a:lnTo>
                  <a:lnTo>
                    <a:pt x="331" y="17"/>
                  </a:lnTo>
                  <a:lnTo>
                    <a:pt x="333" y="17"/>
                  </a:lnTo>
                  <a:lnTo>
                    <a:pt x="333" y="17"/>
                  </a:lnTo>
                  <a:lnTo>
                    <a:pt x="333" y="17"/>
                  </a:lnTo>
                  <a:lnTo>
                    <a:pt x="333" y="17"/>
                  </a:lnTo>
                  <a:lnTo>
                    <a:pt x="336" y="17"/>
                  </a:lnTo>
                  <a:lnTo>
                    <a:pt x="336" y="17"/>
                  </a:lnTo>
                  <a:lnTo>
                    <a:pt x="336" y="17"/>
                  </a:lnTo>
                  <a:lnTo>
                    <a:pt x="338" y="17"/>
                  </a:lnTo>
                  <a:lnTo>
                    <a:pt x="338" y="17"/>
                  </a:lnTo>
                  <a:lnTo>
                    <a:pt x="338" y="17"/>
                  </a:lnTo>
                  <a:lnTo>
                    <a:pt x="338" y="17"/>
                  </a:lnTo>
                  <a:lnTo>
                    <a:pt x="340" y="17"/>
                  </a:lnTo>
                  <a:lnTo>
                    <a:pt x="340" y="17"/>
                  </a:lnTo>
                  <a:lnTo>
                    <a:pt x="340" y="17"/>
                  </a:lnTo>
                  <a:lnTo>
                    <a:pt x="343" y="17"/>
                  </a:lnTo>
                  <a:lnTo>
                    <a:pt x="343" y="17"/>
                  </a:lnTo>
                  <a:lnTo>
                    <a:pt x="345" y="17"/>
                  </a:lnTo>
                  <a:lnTo>
                    <a:pt x="345" y="17"/>
                  </a:lnTo>
                  <a:lnTo>
                    <a:pt x="345" y="17"/>
                  </a:lnTo>
                  <a:lnTo>
                    <a:pt x="347" y="17"/>
                  </a:lnTo>
                  <a:lnTo>
                    <a:pt x="347" y="17"/>
                  </a:lnTo>
                  <a:lnTo>
                    <a:pt x="350" y="17"/>
                  </a:lnTo>
                  <a:lnTo>
                    <a:pt x="350" y="17"/>
                  </a:lnTo>
                  <a:lnTo>
                    <a:pt x="350" y="17"/>
                  </a:lnTo>
                  <a:lnTo>
                    <a:pt x="350" y="17"/>
                  </a:lnTo>
                  <a:lnTo>
                    <a:pt x="352" y="17"/>
                  </a:lnTo>
                  <a:lnTo>
                    <a:pt x="352" y="17"/>
                  </a:lnTo>
                  <a:lnTo>
                    <a:pt x="352" y="17"/>
                  </a:lnTo>
                  <a:lnTo>
                    <a:pt x="352" y="17"/>
                  </a:lnTo>
                  <a:lnTo>
                    <a:pt x="355" y="17"/>
                  </a:lnTo>
                  <a:lnTo>
                    <a:pt x="355" y="17"/>
                  </a:lnTo>
                  <a:lnTo>
                    <a:pt x="355" y="15"/>
                  </a:lnTo>
                  <a:lnTo>
                    <a:pt x="355" y="15"/>
                  </a:lnTo>
                  <a:lnTo>
                    <a:pt x="357" y="15"/>
                  </a:lnTo>
                  <a:lnTo>
                    <a:pt x="357" y="15"/>
                  </a:lnTo>
                  <a:lnTo>
                    <a:pt x="357" y="15"/>
                  </a:lnTo>
                  <a:lnTo>
                    <a:pt x="359" y="15"/>
                  </a:lnTo>
                  <a:lnTo>
                    <a:pt x="359" y="15"/>
                  </a:lnTo>
                  <a:lnTo>
                    <a:pt x="359" y="17"/>
                  </a:lnTo>
                  <a:lnTo>
                    <a:pt x="359" y="17"/>
                  </a:lnTo>
                  <a:lnTo>
                    <a:pt x="359" y="17"/>
                  </a:lnTo>
                  <a:lnTo>
                    <a:pt x="359" y="17"/>
                  </a:lnTo>
                  <a:lnTo>
                    <a:pt x="359" y="17"/>
                  </a:lnTo>
                  <a:lnTo>
                    <a:pt x="362" y="17"/>
                  </a:lnTo>
                  <a:lnTo>
                    <a:pt x="362" y="17"/>
                  </a:lnTo>
                  <a:lnTo>
                    <a:pt x="362" y="17"/>
                  </a:lnTo>
                  <a:lnTo>
                    <a:pt x="362" y="19"/>
                  </a:lnTo>
                  <a:lnTo>
                    <a:pt x="364" y="19"/>
                  </a:lnTo>
                  <a:lnTo>
                    <a:pt x="364" y="19"/>
                  </a:lnTo>
                  <a:lnTo>
                    <a:pt x="364" y="19"/>
                  </a:lnTo>
                  <a:lnTo>
                    <a:pt x="364" y="19"/>
                  </a:lnTo>
                  <a:lnTo>
                    <a:pt x="364" y="22"/>
                  </a:lnTo>
                  <a:lnTo>
                    <a:pt x="366" y="22"/>
                  </a:lnTo>
                  <a:lnTo>
                    <a:pt x="366" y="22"/>
                  </a:lnTo>
                  <a:lnTo>
                    <a:pt x="366" y="22"/>
                  </a:lnTo>
                  <a:lnTo>
                    <a:pt x="366" y="24"/>
                  </a:lnTo>
                  <a:lnTo>
                    <a:pt x="366" y="24"/>
                  </a:lnTo>
                  <a:lnTo>
                    <a:pt x="366" y="24"/>
                  </a:lnTo>
                  <a:lnTo>
                    <a:pt x="369" y="24"/>
                  </a:lnTo>
                  <a:lnTo>
                    <a:pt x="369" y="26"/>
                  </a:lnTo>
                  <a:lnTo>
                    <a:pt x="369" y="26"/>
                  </a:lnTo>
                  <a:lnTo>
                    <a:pt x="369" y="24"/>
                  </a:lnTo>
                  <a:lnTo>
                    <a:pt x="371" y="24"/>
                  </a:lnTo>
                  <a:lnTo>
                    <a:pt x="371" y="24"/>
                  </a:lnTo>
                  <a:lnTo>
                    <a:pt x="371" y="24"/>
                  </a:lnTo>
                  <a:lnTo>
                    <a:pt x="371" y="26"/>
                  </a:lnTo>
                  <a:lnTo>
                    <a:pt x="374" y="26"/>
                  </a:lnTo>
                  <a:lnTo>
                    <a:pt x="374" y="26"/>
                  </a:lnTo>
                  <a:lnTo>
                    <a:pt x="374" y="26"/>
                  </a:lnTo>
                  <a:lnTo>
                    <a:pt x="374" y="29"/>
                  </a:lnTo>
                  <a:lnTo>
                    <a:pt x="374" y="29"/>
                  </a:lnTo>
                  <a:lnTo>
                    <a:pt x="374" y="29"/>
                  </a:lnTo>
                  <a:lnTo>
                    <a:pt x="374" y="29"/>
                  </a:lnTo>
                  <a:lnTo>
                    <a:pt x="376" y="29"/>
                  </a:lnTo>
                  <a:lnTo>
                    <a:pt x="376" y="29"/>
                  </a:lnTo>
                  <a:lnTo>
                    <a:pt x="376" y="31"/>
                  </a:lnTo>
                  <a:lnTo>
                    <a:pt x="378" y="31"/>
                  </a:lnTo>
                  <a:lnTo>
                    <a:pt x="378" y="31"/>
                  </a:lnTo>
                  <a:lnTo>
                    <a:pt x="378" y="34"/>
                  </a:lnTo>
                  <a:lnTo>
                    <a:pt x="378" y="34"/>
                  </a:lnTo>
                  <a:lnTo>
                    <a:pt x="378" y="34"/>
                  </a:lnTo>
                  <a:lnTo>
                    <a:pt x="378" y="36"/>
                  </a:lnTo>
                  <a:lnTo>
                    <a:pt x="378" y="36"/>
                  </a:lnTo>
                  <a:lnTo>
                    <a:pt x="378" y="36"/>
                  </a:lnTo>
                  <a:lnTo>
                    <a:pt x="378" y="36"/>
                  </a:lnTo>
                  <a:lnTo>
                    <a:pt x="378" y="38"/>
                  </a:lnTo>
                  <a:lnTo>
                    <a:pt x="378" y="38"/>
                  </a:lnTo>
                  <a:lnTo>
                    <a:pt x="378" y="38"/>
                  </a:lnTo>
                  <a:lnTo>
                    <a:pt x="378" y="41"/>
                  </a:lnTo>
                  <a:lnTo>
                    <a:pt x="378" y="41"/>
                  </a:lnTo>
                  <a:lnTo>
                    <a:pt x="378" y="41"/>
                  </a:lnTo>
                  <a:lnTo>
                    <a:pt x="376" y="41"/>
                  </a:lnTo>
                  <a:lnTo>
                    <a:pt x="376" y="43"/>
                  </a:lnTo>
                  <a:lnTo>
                    <a:pt x="376" y="43"/>
                  </a:lnTo>
                  <a:lnTo>
                    <a:pt x="374" y="43"/>
                  </a:lnTo>
                  <a:lnTo>
                    <a:pt x="374" y="43"/>
                  </a:lnTo>
                  <a:lnTo>
                    <a:pt x="376" y="43"/>
                  </a:lnTo>
                  <a:lnTo>
                    <a:pt x="376" y="45"/>
                  </a:lnTo>
                  <a:lnTo>
                    <a:pt x="376" y="45"/>
                  </a:lnTo>
                  <a:lnTo>
                    <a:pt x="376" y="45"/>
                  </a:lnTo>
                  <a:lnTo>
                    <a:pt x="376" y="45"/>
                  </a:lnTo>
                  <a:lnTo>
                    <a:pt x="376" y="48"/>
                  </a:lnTo>
                  <a:lnTo>
                    <a:pt x="376" y="48"/>
                  </a:lnTo>
                  <a:lnTo>
                    <a:pt x="376" y="48"/>
                  </a:lnTo>
                  <a:lnTo>
                    <a:pt x="378" y="48"/>
                  </a:lnTo>
                  <a:lnTo>
                    <a:pt x="378" y="48"/>
                  </a:lnTo>
                  <a:lnTo>
                    <a:pt x="378" y="50"/>
                  </a:lnTo>
                  <a:lnTo>
                    <a:pt x="378" y="50"/>
                  </a:lnTo>
                  <a:lnTo>
                    <a:pt x="378" y="50"/>
                  </a:lnTo>
                  <a:lnTo>
                    <a:pt x="378" y="50"/>
                  </a:lnTo>
                  <a:lnTo>
                    <a:pt x="378" y="52"/>
                  </a:lnTo>
                  <a:lnTo>
                    <a:pt x="378" y="52"/>
                  </a:lnTo>
                  <a:lnTo>
                    <a:pt x="378" y="52"/>
                  </a:lnTo>
                  <a:lnTo>
                    <a:pt x="378" y="52"/>
                  </a:lnTo>
                  <a:lnTo>
                    <a:pt x="381" y="52"/>
                  </a:lnTo>
                  <a:lnTo>
                    <a:pt x="381" y="55"/>
                  </a:lnTo>
                  <a:lnTo>
                    <a:pt x="381" y="55"/>
                  </a:lnTo>
                  <a:lnTo>
                    <a:pt x="383" y="55"/>
                  </a:lnTo>
                  <a:lnTo>
                    <a:pt x="383" y="55"/>
                  </a:lnTo>
                  <a:lnTo>
                    <a:pt x="383" y="55"/>
                  </a:lnTo>
                  <a:lnTo>
                    <a:pt x="383" y="55"/>
                  </a:lnTo>
                  <a:lnTo>
                    <a:pt x="383" y="55"/>
                  </a:lnTo>
                  <a:lnTo>
                    <a:pt x="385" y="55"/>
                  </a:lnTo>
                  <a:lnTo>
                    <a:pt x="385" y="55"/>
                  </a:lnTo>
                  <a:lnTo>
                    <a:pt x="385" y="55"/>
                  </a:lnTo>
                  <a:lnTo>
                    <a:pt x="388" y="55"/>
                  </a:lnTo>
                  <a:lnTo>
                    <a:pt x="388" y="55"/>
                  </a:lnTo>
                  <a:lnTo>
                    <a:pt x="390" y="55"/>
                  </a:lnTo>
                  <a:lnTo>
                    <a:pt x="390" y="55"/>
                  </a:lnTo>
                  <a:lnTo>
                    <a:pt x="390" y="55"/>
                  </a:lnTo>
                  <a:lnTo>
                    <a:pt x="392" y="55"/>
                  </a:lnTo>
                  <a:lnTo>
                    <a:pt x="392" y="55"/>
                  </a:lnTo>
                  <a:lnTo>
                    <a:pt x="392" y="55"/>
                  </a:lnTo>
                  <a:lnTo>
                    <a:pt x="392" y="55"/>
                  </a:lnTo>
                  <a:lnTo>
                    <a:pt x="395" y="55"/>
                  </a:lnTo>
                  <a:lnTo>
                    <a:pt x="395" y="57"/>
                  </a:lnTo>
                  <a:lnTo>
                    <a:pt x="395" y="57"/>
                  </a:lnTo>
                  <a:lnTo>
                    <a:pt x="395" y="57"/>
                  </a:lnTo>
                  <a:lnTo>
                    <a:pt x="397" y="57"/>
                  </a:lnTo>
                  <a:lnTo>
                    <a:pt x="397" y="57"/>
                  </a:lnTo>
                  <a:lnTo>
                    <a:pt x="397" y="57"/>
                  </a:lnTo>
                  <a:lnTo>
                    <a:pt x="397" y="60"/>
                  </a:lnTo>
                  <a:lnTo>
                    <a:pt x="397" y="60"/>
                  </a:lnTo>
                  <a:lnTo>
                    <a:pt x="397" y="60"/>
                  </a:lnTo>
                  <a:lnTo>
                    <a:pt x="400" y="60"/>
                  </a:lnTo>
                  <a:lnTo>
                    <a:pt x="400" y="60"/>
                  </a:lnTo>
                  <a:lnTo>
                    <a:pt x="400" y="62"/>
                  </a:lnTo>
                  <a:lnTo>
                    <a:pt x="400" y="62"/>
                  </a:lnTo>
                  <a:lnTo>
                    <a:pt x="400" y="62"/>
                  </a:lnTo>
                </a:path>
              </a:pathLst>
            </a:custGeom>
            <a:solidFill>
              <a:schemeClr val="accent6"/>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262"/>
            <p:cNvSpPr>
              <a:spLocks/>
            </p:cNvSpPr>
            <p:nvPr/>
          </p:nvSpPr>
          <p:spPr bwMode="auto">
            <a:xfrm>
              <a:off x="2247900" y="1239838"/>
              <a:ext cx="5556250" cy="1471612"/>
            </a:xfrm>
            <a:custGeom>
              <a:avLst/>
              <a:gdLst/>
              <a:ahLst/>
              <a:cxnLst>
                <a:cxn ang="0">
                  <a:pos x="3226" y="207"/>
                </a:cxn>
                <a:cxn ang="0">
                  <a:pos x="3017" y="200"/>
                </a:cxn>
                <a:cxn ang="0">
                  <a:pos x="2665" y="159"/>
                </a:cxn>
                <a:cxn ang="0">
                  <a:pos x="2383" y="154"/>
                </a:cxn>
                <a:cxn ang="0">
                  <a:pos x="2191" y="147"/>
                </a:cxn>
                <a:cxn ang="0">
                  <a:pos x="2064" y="119"/>
                </a:cxn>
                <a:cxn ang="0">
                  <a:pos x="1803" y="93"/>
                </a:cxn>
                <a:cxn ang="0">
                  <a:pos x="1846" y="67"/>
                </a:cxn>
                <a:cxn ang="0">
                  <a:pos x="1690" y="5"/>
                </a:cxn>
                <a:cxn ang="0">
                  <a:pos x="1446" y="38"/>
                </a:cxn>
                <a:cxn ang="0">
                  <a:pos x="1233" y="81"/>
                </a:cxn>
                <a:cxn ang="0">
                  <a:pos x="1209" y="159"/>
                </a:cxn>
                <a:cxn ang="0">
                  <a:pos x="1067" y="143"/>
                </a:cxn>
                <a:cxn ang="0">
                  <a:pos x="1020" y="143"/>
                </a:cxn>
                <a:cxn ang="0">
                  <a:pos x="1077" y="249"/>
                </a:cxn>
                <a:cxn ang="0">
                  <a:pos x="944" y="282"/>
                </a:cxn>
                <a:cxn ang="0">
                  <a:pos x="968" y="150"/>
                </a:cxn>
                <a:cxn ang="0">
                  <a:pos x="852" y="197"/>
                </a:cxn>
                <a:cxn ang="0">
                  <a:pos x="712" y="197"/>
                </a:cxn>
                <a:cxn ang="0">
                  <a:pos x="643" y="228"/>
                </a:cxn>
                <a:cxn ang="0">
                  <a:pos x="433" y="273"/>
                </a:cxn>
                <a:cxn ang="0">
                  <a:pos x="357" y="294"/>
                </a:cxn>
                <a:cxn ang="0">
                  <a:pos x="229" y="346"/>
                </a:cxn>
                <a:cxn ang="0">
                  <a:pos x="120" y="275"/>
                </a:cxn>
                <a:cxn ang="0">
                  <a:pos x="220" y="228"/>
                </a:cxn>
                <a:cxn ang="0">
                  <a:pos x="47" y="249"/>
                </a:cxn>
                <a:cxn ang="0">
                  <a:pos x="78" y="365"/>
                </a:cxn>
                <a:cxn ang="0">
                  <a:pos x="52" y="451"/>
                </a:cxn>
                <a:cxn ang="0">
                  <a:pos x="49" y="557"/>
                </a:cxn>
                <a:cxn ang="0">
                  <a:pos x="144" y="647"/>
                </a:cxn>
                <a:cxn ang="0">
                  <a:pos x="274" y="726"/>
                </a:cxn>
                <a:cxn ang="0">
                  <a:pos x="208" y="820"/>
                </a:cxn>
                <a:cxn ang="0">
                  <a:pos x="374" y="889"/>
                </a:cxn>
                <a:cxn ang="0">
                  <a:pos x="430" y="854"/>
                </a:cxn>
                <a:cxn ang="0">
                  <a:pos x="433" y="761"/>
                </a:cxn>
                <a:cxn ang="0">
                  <a:pos x="499" y="664"/>
                </a:cxn>
                <a:cxn ang="0">
                  <a:pos x="672" y="683"/>
                </a:cxn>
                <a:cxn ang="0">
                  <a:pos x="724" y="609"/>
                </a:cxn>
                <a:cxn ang="0">
                  <a:pos x="937" y="574"/>
                </a:cxn>
                <a:cxn ang="0">
                  <a:pos x="1060" y="600"/>
                </a:cxn>
                <a:cxn ang="0">
                  <a:pos x="1162" y="681"/>
                </a:cxn>
                <a:cxn ang="0">
                  <a:pos x="1361" y="692"/>
                </a:cxn>
                <a:cxn ang="0">
                  <a:pos x="1529" y="659"/>
                </a:cxn>
                <a:cxn ang="0">
                  <a:pos x="1753" y="721"/>
                </a:cxn>
                <a:cxn ang="0">
                  <a:pos x="1976" y="702"/>
                </a:cxn>
                <a:cxn ang="0">
                  <a:pos x="2113" y="631"/>
                </a:cxn>
                <a:cxn ang="0">
                  <a:pos x="2217" y="742"/>
                </a:cxn>
                <a:cxn ang="0">
                  <a:pos x="2277" y="818"/>
                </a:cxn>
                <a:cxn ang="0">
                  <a:pos x="2243" y="884"/>
                </a:cxn>
                <a:cxn ang="0">
                  <a:pos x="2378" y="801"/>
                </a:cxn>
                <a:cxn ang="0">
                  <a:pos x="2449" y="645"/>
                </a:cxn>
                <a:cxn ang="0">
                  <a:pos x="2376" y="593"/>
                </a:cxn>
                <a:cxn ang="0">
                  <a:pos x="2402" y="519"/>
                </a:cxn>
                <a:cxn ang="0">
                  <a:pos x="2625" y="455"/>
                </a:cxn>
                <a:cxn ang="0">
                  <a:pos x="2771" y="422"/>
                </a:cxn>
                <a:cxn ang="0">
                  <a:pos x="2909" y="410"/>
                </a:cxn>
                <a:cxn ang="0">
                  <a:pos x="2878" y="453"/>
                </a:cxn>
                <a:cxn ang="0">
                  <a:pos x="2759" y="600"/>
                </a:cxn>
                <a:cxn ang="0">
                  <a:pos x="2861" y="593"/>
                </a:cxn>
                <a:cxn ang="0">
                  <a:pos x="2904" y="484"/>
                </a:cxn>
                <a:cxn ang="0">
                  <a:pos x="3062" y="446"/>
                </a:cxn>
                <a:cxn ang="0">
                  <a:pos x="3261" y="368"/>
                </a:cxn>
                <a:cxn ang="0">
                  <a:pos x="3309" y="309"/>
                </a:cxn>
              </a:cxnLst>
              <a:rect l="0" t="0" r="r" b="b"/>
              <a:pathLst>
                <a:path w="3500" h="927">
                  <a:moveTo>
                    <a:pt x="3500" y="294"/>
                  </a:moveTo>
                  <a:lnTo>
                    <a:pt x="3500" y="294"/>
                  </a:lnTo>
                  <a:lnTo>
                    <a:pt x="3496" y="294"/>
                  </a:lnTo>
                  <a:lnTo>
                    <a:pt x="3496" y="292"/>
                  </a:lnTo>
                  <a:lnTo>
                    <a:pt x="3491" y="292"/>
                  </a:lnTo>
                  <a:lnTo>
                    <a:pt x="3491" y="292"/>
                  </a:lnTo>
                  <a:lnTo>
                    <a:pt x="3488" y="292"/>
                  </a:lnTo>
                  <a:lnTo>
                    <a:pt x="3488" y="290"/>
                  </a:lnTo>
                  <a:lnTo>
                    <a:pt x="3488" y="290"/>
                  </a:lnTo>
                  <a:lnTo>
                    <a:pt x="3488" y="290"/>
                  </a:lnTo>
                  <a:lnTo>
                    <a:pt x="3481" y="290"/>
                  </a:lnTo>
                  <a:lnTo>
                    <a:pt x="3481" y="287"/>
                  </a:lnTo>
                  <a:lnTo>
                    <a:pt x="3479" y="287"/>
                  </a:lnTo>
                  <a:lnTo>
                    <a:pt x="3479" y="287"/>
                  </a:lnTo>
                  <a:lnTo>
                    <a:pt x="3479" y="287"/>
                  </a:lnTo>
                  <a:lnTo>
                    <a:pt x="3479" y="287"/>
                  </a:lnTo>
                  <a:lnTo>
                    <a:pt x="3477" y="287"/>
                  </a:lnTo>
                  <a:lnTo>
                    <a:pt x="3477" y="285"/>
                  </a:lnTo>
                  <a:lnTo>
                    <a:pt x="3474" y="285"/>
                  </a:lnTo>
                  <a:lnTo>
                    <a:pt x="3474" y="285"/>
                  </a:lnTo>
                  <a:lnTo>
                    <a:pt x="3472" y="285"/>
                  </a:lnTo>
                  <a:lnTo>
                    <a:pt x="3472" y="282"/>
                  </a:lnTo>
                  <a:lnTo>
                    <a:pt x="3467" y="282"/>
                  </a:lnTo>
                  <a:lnTo>
                    <a:pt x="3467" y="282"/>
                  </a:lnTo>
                  <a:lnTo>
                    <a:pt x="3467" y="282"/>
                  </a:lnTo>
                  <a:lnTo>
                    <a:pt x="3467" y="280"/>
                  </a:lnTo>
                  <a:lnTo>
                    <a:pt x="3462" y="280"/>
                  </a:lnTo>
                  <a:lnTo>
                    <a:pt x="3462" y="280"/>
                  </a:lnTo>
                  <a:lnTo>
                    <a:pt x="3465" y="280"/>
                  </a:lnTo>
                  <a:lnTo>
                    <a:pt x="3465" y="278"/>
                  </a:lnTo>
                  <a:lnTo>
                    <a:pt x="3460" y="278"/>
                  </a:lnTo>
                  <a:lnTo>
                    <a:pt x="3460" y="278"/>
                  </a:lnTo>
                  <a:lnTo>
                    <a:pt x="3458" y="278"/>
                  </a:lnTo>
                  <a:lnTo>
                    <a:pt x="3458" y="275"/>
                  </a:lnTo>
                  <a:lnTo>
                    <a:pt x="3458" y="275"/>
                  </a:lnTo>
                  <a:lnTo>
                    <a:pt x="3458" y="273"/>
                  </a:lnTo>
                  <a:lnTo>
                    <a:pt x="3455" y="273"/>
                  </a:lnTo>
                  <a:lnTo>
                    <a:pt x="3455" y="273"/>
                  </a:lnTo>
                  <a:lnTo>
                    <a:pt x="3453" y="273"/>
                  </a:lnTo>
                  <a:lnTo>
                    <a:pt x="3453" y="273"/>
                  </a:lnTo>
                  <a:lnTo>
                    <a:pt x="3453" y="273"/>
                  </a:lnTo>
                  <a:lnTo>
                    <a:pt x="3453" y="273"/>
                  </a:lnTo>
                  <a:lnTo>
                    <a:pt x="3448" y="273"/>
                  </a:lnTo>
                  <a:lnTo>
                    <a:pt x="3448" y="273"/>
                  </a:lnTo>
                  <a:lnTo>
                    <a:pt x="3448" y="273"/>
                  </a:lnTo>
                  <a:lnTo>
                    <a:pt x="3448" y="273"/>
                  </a:lnTo>
                  <a:lnTo>
                    <a:pt x="3439" y="273"/>
                  </a:lnTo>
                  <a:lnTo>
                    <a:pt x="3439" y="271"/>
                  </a:lnTo>
                  <a:lnTo>
                    <a:pt x="3434" y="271"/>
                  </a:lnTo>
                  <a:lnTo>
                    <a:pt x="3434" y="271"/>
                  </a:lnTo>
                  <a:lnTo>
                    <a:pt x="3432" y="271"/>
                  </a:lnTo>
                  <a:lnTo>
                    <a:pt x="3432" y="271"/>
                  </a:lnTo>
                  <a:lnTo>
                    <a:pt x="3429" y="271"/>
                  </a:lnTo>
                  <a:lnTo>
                    <a:pt x="3429" y="271"/>
                  </a:lnTo>
                  <a:lnTo>
                    <a:pt x="3420" y="271"/>
                  </a:lnTo>
                  <a:lnTo>
                    <a:pt x="3420" y="268"/>
                  </a:lnTo>
                  <a:lnTo>
                    <a:pt x="3413" y="268"/>
                  </a:lnTo>
                  <a:lnTo>
                    <a:pt x="3413" y="271"/>
                  </a:lnTo>
                  <a:lnTo>
                    <a:pt x="3408" y="271"/>
                  </a:lnTo>
                  <a:lnTo>
                    <a:pt x="3408" y="268"/>
                  </a:lnTo>
                  <a:lnTo>
                    <a:pt x="3401" y="268"/>
                  </a:lnTo>
                  <a:lnTo>
                    <a:pt x="3401" y="271"/>
                  </a:lnTo>
                  <a:lnTo>
                    <a:pt x="3391" y="271"/>
                  </a:lnTo>
                  <a:lnTo>
                    <a:pt x="3391" y="266"/>
                  </a:lnTo>
                  <a:lnTo>
                    <a:pt x="3391" y="266"/>
                  </a:lnTo>
                  <a:lnTo>
                    <a:pt x="3391" y="263"/>
                  </a:lnTo>
                  <a:lnTo>
                    <a:pt x="3389" y="263"/>
                  </a:lnTo>
                  <a:lnTo>
                    <a:pt x="3389" y="263"/>
                  </a:lnTo>
                  <a:lnTo>
                    <a:pt x="3389" y="263"/>
                  </a:lnTo>
                  <a:lnTo>
                    <a:pt x="3389" y="261"/>
                  </a:lnTo>
                  <a:lnTo>
                    <a:pt x="3387" y="261"/>
                  </a:lnTo>
                  <a:lnTo>
                    <a:pt x="3387" y="261"/>
                  </a:lnTo>
                  <a:lnTo>
                    <a:pt x="3384" y="261"/>
                  </a:lnTo>
                  <a:lnTo>
                    <a:pt x="3384" y="259"/>
                  </a:lnTo>
                  <a:lnTo>
                    <a:pt x="3382" y="259"/>
                  </a:lnTo>
                  <a:lnTo>
                    <a:pt x="3382" y="259"/>
                  </a:lnTo>
                  <a:lnTo>
                    <a:pt x="3380" y="259"/>
                  </a:lnTo>
                  <a:lnTo>
                    <a:pt x="3380" y="259"/>
                  </a:lnTo>
                  <a:lnTo>
                    <a:pt x="3380" y="259"/>
                  </a:lnTo>
                  <a:lnTo>
                    <a:pt x="3380" y="256"/>
                  </a:lnTo>
                  <a:lnTo>
                    <a:pt x="3380" y="256"/>
                  </a:lnTo>
                  <a:lnTo>
                    <a:pt x="3380" y="254"/>
                  </a:lnTo>
                  <a:lnTo>
                    <a:pt x="3375" y="254"/>
                  </a:lnTo>
                  <a:lnTo>
                    <a:pt x="3375" y="254"/>
                  </a:lnTo>
                  <a:lnTo>
                    <a:pt x="3370" y="254"/>
                  </a:lnTo>
                  <a:lnTo>
                    <a:pt x="3370" y="252"/>
                  </a:lnTo>
                  <a:lnTo>
                    <a:pt x="3368" y="252"/>
                  </a:lnTo>
                  <a:lnTo>
                    <a:pt x="3368" y="252"/>
                  </a:lnTo>
                  <a:lnTo>
                    <a:pt x="3368" y="252"/>
                  </a:lnTo>
                  <a:lnTo>
                    <a:pt x="3368" y="249"/>
                  </a:lnTo>
                  <a:lnTo>
                    <a:pt x="3363" y="249"/>
                  </a:lnTo>
                  <a:lnTo>
                    <a:pt x="3363" y="249"/>
                  </a:lnTo>
                  <a:lnTo>
                    <a:pt x="3358" y="249"/>
                  </a:lnTo>
                  <a:lnTo>
                    <a:pt x="3358" y="249"/>
                  </a:lnTo>
                  <a:lnTo>
                    <a:pt x="3356" y="249"/>
                  </a:lnTo>
                  <a:lnTo>
                    <a:pt x="3356" y="247"/>
                  </a:lnTo>
                  <a:lnTo>
                    <a:pt x="3354" y="247"/>
                  </a:lnTo>
                  <a:lnTo>
                    <a:pt x="3354" y="247"/>
                  </a:lnTo>
                  <a:lnTo>
                    <a:pt x="3349" y="247"/>
                  </a:lnTo>
                  <a:lnTo>
                    <a:pt x="3349" y="245"/>
                  </a:lnTo>
                  <a:lnTo>
                    <a:pt x="3346" y="245"/>
                  </a:lnTo>
                  <a:lnTo>
                    <a:pt x="3346" y="245"/>
                  </a:lnTo>
                  <a:lnTo>
                    <a:pt x="3344" y="245"/>
                  </a:lnTo>
                  <a:lnTo>
                    <a:pt x="3344" y="242"/>
                  </a:lnTo>
                  <a:lnTo>
                    <a:pt x="3339" y="242"/>
                  </a:lnTo>
                  <a:lnTo>
                    <a:pt x="3339" y="242"/>
                  </a:lnTo>
                  <a:lnTo>
                    <a:pt x="3337" y="242"/>
                  </a:lnTo>
                  <a:lnTo>
                    <a:pt x="3337" y="240"/>
                  </a:lnTo>
                  <a:lnTo>
                    <a:pt x="3332" y="240"/>
                  </a:lnTo>
                  <a:lnTo>
                    <a:pt x="3332" y="240"/>
                  </a:lnTo>
                  <a:lnTo>
                    <a:pt x="3330" y="240"/>
                  </a:lnTo>
                  <a:lnTo>
                    <a:pt x="3330" y="237"/>
                  </a:lnTo>
                  <a:lnTo>
                    <a:pt x="3327" y="237"/>
                  </a:lnTo>
                  <a:lnTo>
                    <a:pt x="3327" y="237"/>
                  </a:lnTo>
                  <a:lnTo>
                    <a:pt x="3325" y="237"/>
                  </a:lnTo>
                  <a:lnTo>
                    <a:pt x="3325" y="237"/>
                  </a:lnTo>
                  <a:lnTo>
                    <a:pt x="3323" y="237"/>
                  </a:lnTo>
                  <a:lnTo>
                    <a:pt x="3323" y="235"/>
                  </a:lnTo>
                  <a:lnTo>
                    <a:pt x="3320" y="235"/>
                  </a:lnTo>
                  <a:lnTo>
                    <a:pt x="3320" y="235"/>
                  </a:lnTo>
                  <a:lnTo>
                    <a:pt x="3316" y="235"/>
                  </a:lnTo>
                  <a:lnTo>
                    <a:pt x="3316" y="233"/>
                  </a:lnTo>
                  <a:lnTo>
                    <a:pt x="3313" y="233"/>
                  </a:lnTo>
                  <a:lnTo>
                    <a:pt x="3313" y="233"/>
                  </a:lnTo>
                  <a:lnTo>
                    <a:pt x="3311" y="233"/>
                  </a:lnTo>
                  <a:lnTo>
                    <a:pt x="3311" y="230"/>
                  </a:lnTo>
                  <a:lnTo>
                    <a:pt x="3309" y="230"/>
                  </a:lnTo>
                  <a:lnTo>
                    <a:pt x="3309" y="230"/>
                  </a:lnTo>
                  <a:lnTo>
                    <a:pt x="3306" y="230"/>
                  </a:lnTo>
                  <a:lnTo>
                    <a:pt x="3306" y="228"/>
                  </a:lnTo>
                  <a:lnTo>
                    <a:pt x="3304" y="228"/>
                  </a:lnTo>
                  <a:lnTo>
                    <a:pt x="3304" y="228"/>
                  </a:lnTo>
                  <a:lnTo>
                    <a:pt x="3301" y="228"/>
                  </a:lnTo>
                  <a:lnTo>
                    <a:pt x="3301" y="228"/>
                  </a:lnTo>
                  <a:lnTo>
                    <a:pt x="3299" y="228"/>
                  </a:lnTo>
                  <a:lnTo>
                    <a:pt x="3299" y="226"/>
                  </a:lnTo>
                  <a:lnTo>
                    <a:pt x="3294" y="226"/>
                  </a:lnTo>
                  <a:lnTo>
                    <a:pt x="3294" y="226"/>
                  </a:lnTo>
                  <a:lnTo>
                    <a:pt x="3292" y="226"/>
                  </a:lnTo>
                  <a:lnTo>
                    <a:pt x="3292" y="223"/>
                  </a:lnTo>
                  <a:lnTo>
                    <a:pt x="3290" y="223"/>
                  </a:lnTo>
                  <a:lnTo>
                    <a:pt x="3290" y="223"/>
                  </a:lnTo>
                  <a:lnTo>
                    <a:pt x="3287" y="223"/>
                  </a:lnTo>
                  <a:lnTo>
                    <a:pt x="3287" y="223"/>
                  </a:lnTo>
                  <a:lnTo>
                    <a:pt x="3283" y="223"/>
                  </a:lnTo>
                  <a:lnTo>
                    <a:pt x="3283" y="223"/>
                  </a:lnTo>
                  <a:lnTo>
                    <a:pt x="3280" y="223"/>
                  </a:lnTo>
                  <a:lnTo>
                    <a:pt x="3280" y="221"/>
                  </a:lnTo>
                  <a:lnTo>
                    <a:pt x="3280" y="221"/>
                  </a:lnTo>
                  <a:lnTo>
                    <a:pt x="3280" y="221"/>
                  </a:lnTo>
                  <a:lnTo>
                    <a:pt x="3278" y="221"/>
                  </a:lnTo>
                  <a:lnTo>
                    <a:pt x="3278" y="218"/>
                  </a:lnTo>
                  <a:lnTo>
                    <a:pt x="3275" y="218"/>
                  </a:lnTo>
                  <a:lnTo>
                    <a:pt x="3275" y="218"/>
                  </a:lnTo>
                  <a:lnTo>
                    <a:pt x="3273" y="218"/>
                  </a:lnTo>
                  <a:lnTo>
                    <a:pt x="3273" y="218"/>
                  </a:lnTo>
                  <a:lnTo>
                    <a:pt x="3271" y="218"/>
                  </a:lnTo>
                  <a:lnTo>
                    <a:pt x="3271" y="216"/>
                  </a:lnTo>
                  <a:lnTo>
                    <a:pt x="3268" y="216"/>
                  </a:lnTo>
                  <a:lnTo>
                    <a:pt x="3268" y="216"/>
                  </a:lnTo>
                  <a:lnTo>
                    <a:pt x="3266" y="216"/>
                  </a:lnTo>
                  <a:lnTo>
                    <a:pt x="3266" y="214"/>
                  </a:lnTo>
                  <a:lnTo>
                    <a:pt x="3264" y="214"/>
                  </a:lnTo>
                  <a:lnTo>
                    <a:pt x="3264" y="214"/>
                  </a:lnTo>
                  <a:lnTo>
                    <a:pt x="3259" y="214"/>
                  </a:lnTo>
                  <a:lnTo>
                    <a:pt x="3259" y="211"/>
                  </a:lnTo>
                  <a:lnTo>
                    <a:pt x="3256" y="211"/>
                  </a:lnTo>
                  <a:lnTo>
                    <a:pt x="3256" y="211"/>
                  </a:lnTo>
                  <a:lnTo>
                    <a:pt x="3252" y="211"/>
                  </a:lnTo>
                  <a:lnTo>
                    <a:pt x="3252" y="209"/>
                  </a:lnTo>
                  <a:lnTo>
                    <a:pt x="3240" y="209"/>
                  </a:lnTo>
                  <a:lnTo>
                    <a:pt x="3240" y="209"/>
                  </a:lnTo>
                  <a:lnTo>
                    <a:pt x="3233" y="209"/>
                  </a:lnTo>
                  <a:lnTo>
                    <a:pt x="3233" y="209"/>
                  </a:lnTo>
                  <a:lnTo>
                    <a:pt x="3230" y="209"/>
                  </a:lnTo>
                  <a:lnTo>
                    <a:pt x="3230" y="207"/>
                  </a:lnTo>
                  <a:lnTo>
                    <a:pt x="3226" y="207"/>
                  </a:lnTo>
                  <a:lnTo>
                    <a:pt x="3226" y="207"/>
                  </a:lnTo>
                  <a:lnTo>
                    <a:pt x="3216" y="207"/>
                  </a:lnTo>
                  <a:lnTo>
                    <a:pt x="3216" y="204"/>
                  </a:lnTo>
                  <a:lnTo>
                    <a:pt x="3212" y="204"/>
                  </a:lnTo>
                  <a:lnTo>
                    <a:pt x="3212" y="204"/>
                  </a:lnTo>
                  <a:lnTo>
                    <a:pt x="3207" y="204"/>
                  </a:lnTo>
                  <a:lnTo>
                    <a:pt x="3207" y="202"/>
                  </a:lnTo>
                  <a:lnTo>
                    <a:pt x="3202" y="202"/>
                  </a:lnTo>
                  <a:lnTo>
                    <a:pt x="3202" y="202"/>
                  </a:lnTo>
                  <a:lnTo>
                    <a:pt x="3202" y="202"/>
                  </a:lnTo>
                  <a:lnTo>
                    <a:pt x="3202" y="200"/>
                  </a:lnTo>
                  <a:lnTo>
                    <a:pt x="3200" y="200"/>
                  </a:lnTo>
                  <a:lnTo>
                    <a:pt x="3200" y="200"/>
                  </a:lnTo>
                  <a:lnTo>
                    <a:pt x="3197" y="200"/>
                  </a:lnTo>
                  <a:lnTo>
                    <a:pt x="3197" y="200"/>
                  </a:lnTo>
                  <a:lnTo>
                    <a:pt x="3195" y="200"/>
                  </a:lnTo>
                  <a:lnTo>
                    <a:pt x="3195" y="200"/>
                  </a:lnTo>
                  <a:lnTo>
                    <a:pt x="3190" y="200"/>
                  </a:lnTo>
                  <a:lnTo>
                    <a:pt x="3190" y="200"/>
                  </a:lnTo>
                  <a:lnTo>
                    <a:pt x="3188" y="200"/>
                  </a:lnTo>
                  <a:lnTo>
                    <a:pt x="3188" y="200"/>
                  </a:lnTo>
                  <a:lnTo>
                    <a:pt x="3150" y="200"/>
                  </a:lnTo>
                  <a:lnTo>
                    <a:pt x="3150" y="200"/>
                  </a:lnTo>
                  <a:lnTo>
                    <a:pt x="3145" y="200"/>
                  </a:lnTo>
                  <a:lnTo>
                    <a:pt x="3145" y="200"/>
                  </a:lnTo>
                  <a:lnTo>
                    <a:pt x="3145" y="200"/>
                  </a:lnTo>
                  <a:lnTo>
                    <a:pt x="3145" y="200"/>
                  </a:lnTo>
                  <a:lnTo>
                    <a:pt x="3143" y="200"/>
                  </a:lnTo>
                  <a:lnTo>
                    <a:pt x="3143" y="197"/>
                  </a:lnTo>
                  <a:lnTo>
                    <a:pt x="3136" y="197"/>
                  </a:lnTo>
                  <a:lnTo>
                    <a:pt x="3136" y="200"/>
                  </a:lnTo>
                  <a:lnTo>
                    <a:pt x="3133" y="200"/>
                  </a:lnTo>
                  <a:lnTo>
                    <a:pt x="3133" y="200"/>
                  </a:lnTo>
                  <a:lnTo>
                    <a:pt x="3129" y="200"/>
                  </a:lnTo>
                  <a:lnTo>
                    <a:pt x="3129" y="200"/>
                  </a:lnTo>
                  <a:lnTo>
                    <a:pt x="3126" y="200"/>
                  </a:lnTo>
                  <a:lnTo>
                    <a:pt x="3126" y="197"/>
                  </a:lnTo>
                  <a:lnTo>
                    <a:pt x="3124" y="197"/>
                  </a:lnTo>
                  <a:lnTo>
                    <a:pt x="3124" y="197"/>
                  </a:lnTo>
                  <a:lnTo>
                    <a:pt x="3124" y="197"/>
                  </a:lnTo>
                  <a:lnTo>
                    <a:pt x="3124" y="197"/>
                  </a:lnTo>
                  <a:lnTo>
                    <a:pt x="3114" y="197"/>
                  </a:lnTo>
                  <a:lnTo>
                    <a:pt x="3114" y="197"/>
                  </a:lnTo>
                  <a:lnTo>
                    <a:pt x="3105" y="197"/>
                  </a:lnTo>
                  <a:lnTo>
                    <a:pt x="3105" y="195"/>
                  </a:lnTo>
                  <a:lnTo>
                    <a:pt x="3098" y="195"/>
                  </a:lnTo>
                  <a:lnTo>
                    <a:pt x="3098" y="195"/>
                  </a:lnTo>
                  <a:lnTo>
                    <a:pt x="3088" y="195"/>
                  </a:lnTo>
                  <a:lnTo>
                    <a:pt x="3088" y="192"/>
                  </a:lnTo>
                  <a:lnTo>
                    <a:pt x="3084" y="192"/>
                  </a:lnTo>
                  <a:lnTo>
                    <a:pt x="3084" y="195"/>
                  </a:lnTo>
                  <a:lnTo>
                    <a:pt x="3084" y="195"/>
                  </a:lnTo>
                  <a:lnTo>
                    <a:pt x="3084" y="192"/>
                  </a:lnTo>
                  <a:lnTo>
                    <a:pt x="3079" y="192"/>
                  </a:lnTo>
                  <a:lnTo>
                    <a:pt x="3079" y="192"/>
                  </a:lnTo>
                  <a:lnTo>
                    <a:pt x="3077" y="192"/>
                  </a:lnTo>
                  <a:lnTo>
                    <a:pt x="3077" y="192"/>
                  </a:lnTo>
                  <a:lnTo>
                    <a:pt x="3074" y="192"/>
                  </a:lnTo>
                  <a:lnTo>
                    <a:pt x="3074" y="195"/>
                  </a:lnTo>
                  <a:lnTo>
                    <a:pt x="3077" y="195"/>
                  </a:lnTo>
                  <a:lnTo>
                    <a:pt x="3077" y="195"/>
                  </a:lnTo>
                  <a:lnTo>
                    <a:pt x="3077" y="195"/>
                  </a:lnTo>
                  <a:lnTo>
                    <a:pt x="3077" y="200"/>
                  </a:lnTo>
                  <a:lnTo>
                    <a:pt x="3077" y="200"/>
                  </a:lnTo>
                  <a:lnTo>
                    <a:pt x="3077" y="202"/>
                  </a:lnTo>
                  <a:lnTo>
                    <a:pt x="3074" y="202"/>
                  </a:lnTo>
                  <a:lnTo>
                    <a:pt x="3074" y="204"/>
                  </a:lnTo>
                  <a:lnTo>
                    <a:pt x="3072" y="204"/>
                  </a:lnTo>
                  <a:lnTo>
                    <a:pt x="3072" y="202"/>
                  </a:lnTo>
                  <a:lnTo>
                    <a:pt x="3072" y="202"/>
                  </a:lnTo>
                  <a:lnTo>
                    <a:pt x="3072" y="202"/>
                  </a:lnTo>
                  <a:lnTo>
                    <a:pt x="3067" y="202"/>
                  </a:lnTo>
                  <a:lnTo>
                    <a:pt x="3067" y="204"/>
                  </a:lnTo>
                  <a:lnTo>
                    <a:pt x="3067" y="204"/>
                  </a:lnTo>
                  <a:lnTo>
                    <a:pt x="3067" y="204"/>
                  </a:lnTo>
                  <a:lnTo>
                    <a:pt x="3069" y="204"/>
                  </a:lnTo>
                  <a:lnTo>
                    <a:pt x="3069" y="207"/>
                  </a:lnTo>
                  <a:lnTo>
                    <a:pt x="3069" y="207"/>
                  </a:lnTo>
                  <a:lnTo>
                    <a:pt x="3069" y="207"/>
                  </a:lnTo>
                  <a:lnTo>
                    <a:pt x="3069" y="207"/>
                  </a:lnTo>
                  <a:lnTo>
                    <a:pt x="3069" y="209"/>
                  </a:lnTo>
                  <a:lnTo>
                    <a:pt x="3074" y="209"/>
                  </a:lnTo>
                  <a:lnTo>
                    <a:pt x="3074" y="207"/>
                  </a:lnTo>
                  <a:lnTo>
                    <a:pt x="3079" y="207"/>
                  </a:lnTo>
                  <a:lnTo>
                    <a:pt x="3079" y="209"/>
                  </a:lnTo>
                  <a:lnTo>
                    <a:pt x="3081" y="209"/>
                  </a:lnTo>
                  <a:lnTo>
                    <a:pt x="3081" y="209"/>
                  </a:lnTo>
                  <a:lnTo>
                    <a:pt x="3081" y="209"/>
                  </a:lnTo>
                  <a:lnTo>
                    <a:pt x="3081" y="211"/>
                  </a:lnTo>
                  <a:lnTo>
                    <a:pt x="3081" y="211"/>
                  </a:lnTo>
                  <a:lnTo>
                    <a:pt x="3081" y="214"/>
                  </a:lnTo>
                  <a:lnTo>
                    <a:pt x="3084" y="214"/>
                  </a:lnTo>
                  <a:lnTo>
                    <a:pt x="3084" y="214"/>
                  </a:lnTo>
                  <a:lnTo>
                    <a:pt x="3084" y="214"/>
                  </a:lnTo>
                  <a:lnTo>
                    <a:pt x="3084" y="216"/>
                  </a:lnTo>
                  <a:lnTo>
                    <a:pt x="3084" y="216"/>
                  </a:lnTo>
                  <a:lnTo>
                    <a:pt x="3084" y="218"/>
                  </a:lnTo>
                  <a:lnTo>
                    <a:pt x="3086" y="218"/>
                  </a:lnTo>
                  <a:lnTo>
                    <a:pt x="3086" y="221"/>
                  </a:lnTo>
                  <a:lnTo>
                    <a:pt x="3086" y="221"/>
                  </a:lnTo>
                  <a:lnTo>
                    <a:pt x="3086" y="221"/>
                  </a:lnTo>
                  <a:lnTo>
                    <a:pt x="3084" y="221"/>
                  </a:lnTo>
                  <a:lnTo>
                    <a:pt x="3084" y="223"/>
                  </a:lnTo>
                  <a:lnTo>
                    <a:pt x="3081" y="223"/>
                  </a:lnTo>
                  <a:lnTo>
                    <a:pt x="3081" y="223"/>
                  </a:lnTo>
                  <a:lnTo>
                    <a:pt x="3077" y="223"/>
                  </a:lnTo>
                  <a:lnTo>
                    <a:pt x="3077" y="226"/>
                  </a:lnTo>
                  <a:lnTo>
                    <a:pt x="3074" y="226"/>
                  </a:lnTo>
                  <a:lnTo>
                    <a:pt x="3074" y="226"/>
                  </a:lnTo>
                  <a:lnTo>
                    <a:pt x="3069" y="226"/>
                  </a:lnTo>
                  <a:lnTo>
                    <a:pt x="3069" y="228"/>
                  </a:lnTo>
                  <a:lnTo>
                    <a:pt x="3055" y="228"/>
                  </a:lnTo>
                  <a:lnTo>
                    <a:pt x="3055" y="226"/>
                  </a:lnTo>
                  <a:lnTo>
                    <a:pt x="3055" y="226"/>
                  </a:lnTo>
                  <a:lnTo>
                    <a:pt x="3055" y="221"/>
                  </a:lnTo>
                  <a:lnTo>
                    <a:pt x="3053" y="221"/>
                  </a:lnTo>
                  <a:lnTo>
                    <a:pt x="3053" y="218"/>
                  </a:lnTo>
                  <a:lnTo>
                    <a:pt x="3051" y="218"/>
                  </a:lnTo>
                  <a:lnTo>
                    <a:pt x="3051" y="218"/>
                  </a:lnTo>
                  <a:lnTo>
                    <a:pt x="3051" y="218"/>
                  </a:lnTo>
                  <a:lnTo>
                    <a:pt x="3051" y="218"/>
                  </a:lnTo>
                  <a:lnTo>
                    <a:pt x="3048" y="218"/>
                  </a:lnTo>
                  <a:lnTo>
                    <a:pt x="3048" y="218"/>
                  </a:lnTo>
                  <a:lnTo>
                    <a:pt x="3043" y="218"/>
                  </a:lnTo>
                  <a:lnTo>
                    <a:pt x="3043" y="218"/>
                  </a:lnTo>
                  <a:lnTo>
                    <a:pt x="3041" y="218"/>
                  </a:lnTo>
                  <a:lnTo>
                    <a:pt x="3041" y="216"/>
                  </a:lnTo>
                  <a:lnTo>
                    <a:pt x="3029" y="216"/>
                  </a:lnTo>
                  <a:lnTo>
                    <a:pt x="3029" y="216"/>
                  </a:lnTo>
                  <a:lnTo>
                    <a:pt x="3029" y="216"/>
                  </a:lnTo>
                  <a:lnTo>
                    <a:pt x="3029" y="214"/>
                  </a:lnTo>
                  <a:lnTo>
                    <a:pt x="3027" y="214"/>
                  </a:lnTo>
                  <a:lnTo>
                    <a:pt x="3027" y="211"/>
                  </a:lnTo>
                  <a:lnTo>
                    <a:pt x="3029" y="211"/>
                  </a:lnTo>
                  <a:lnTo>
                    <a:pt x="3029" y="207"/>
                  </a:lnTo>
                  <a:lnTo>
                    <a:pt x="3025" y="207"/>
                  </a:lnTo>
                  <a:lnTo>
                    <a:pt x="3025" y="204"/>
                  </a:lnTo>
                  <a:lnTo>
                    <a:pt x="3027" y="204"/>
                  </a:lnTo>
                  <a:lnTo>
                    <a:pt x="3027" y="207"/>
                  </a:lnTo>
                  <a:lnTo>
                    <a:pt x="3032" y="207"/>
                  </a:lnTo>
                  <a:lnTo>
                    <a:pt x="3032" y="207"/>
                  </a:lnTo>
                  <a:lnTo>
                    <a:pt x="3036" y="207"/>
                  </a:lnTo>
                  <a:lnTo>
                    <a:pt x="3036" y="209"/>
                  </a:lnTo>
                  <a:lnTo>
                    <a:pt x="3051" y="209"/>
                  </a:lnTo>
                  <a:lnTo>
                    <a:pt x="3051" y="207"/>
                  </a:lnTo>
                  <a:lnTo>
                    <a:pt x="3051" y="207"/>
                  </a:lnTo>
                  <a:lnTo>
                    <a:pt x="3051" y="202"/>
                  </a:lnTo>
                  <a:lnTo>
                    <a:pt x="3053" y="202"/>
                  </a:lnTo>
                  <a:lnTo>
                    <a:pt x="3053" y="202"/>
                  </a:lnTo>
                  <a:lnTo>
                    <a:pt x="3055" y="202"/>
                  </a:lnTo>
                  <a:lnTo>
                    <a:pt x="3055" y="200"/>
                  </a:lnTo>
                  <a:lnTo>
                    <a:pt x="3053" y="200"/>
                  </a:lnTo>
                  <a:lnTo>
                    <a:pt x="3053" y="200"/>
                  </a:lnTo>
                  <a:lnTo>
                    <a:pt x="3051" y="200"/>
                  </a:lnTo>
                  <a:lnTo>
                    <a:pt x="3051" y="200"/>
                  </a:lnTo>
                  <a:lnTo>
                    <a:pt x="3051" y="200"/>
                  </a:lnTo>
                  <a:lnTo>
                    <a:pt x="3051" y="197"/>
                  </a:lnTo>
                  <a:lnTo>
                    <a:pt x="3046" y="197"/>
                  </a:lnTo>
                  <a:lnTo>
                    <a:pt x="3046" y="200"/>
                  </a:lnTo>
                  <a:lnTo>
                    <a:pt x="3041" y="200"/>
                  </a:lnTo>
                  <a:lnTo>
                    <a:pt x="3041" y="197"/>
                  </a:lnTo>
                  <a:lnTo>
                    <a:pt x="3041" y="197"/>
                  </a:lnTo>
                  <a:lnTo>
                    <a:pt x="3041" y="197"/>
                  </a:lnTo>
                  <a:lnTo>
                    <a:pt x="3039" y="197"/>
                  </a:lnTo>
                  <a:lnTo>
                    <a:pt x="3039" y="197"/>
                  </a:lnTo>
                  <a:lnTo>
                    <a:pt x="3036" y="197"/>
                  </a:lnTo>
                  <a:lnTo>
                    <a:pt x="3036" y="197"/>
                  </a:lnTo>
                  <a:lnTo>
                    <a:pt x="3034" y="197"/>
                  </a:lnTo>
                  <a:lnTo>
                    <a:pt x="3034" y="195"/>
                  </a:lnTo>
                  <a:lnTo>
                    <a:pt x="3027" y="195"/>
                  </a:lnTo>
                  <a:lnTo>
                    <a:pt x="3027" y="197"/>
                  </a:lnTo>
                  <a:lnTo>
                    <a:pt x="3025" y="197"/>
                  </a:lnTo>
                  <a:lnTo>
                    <a:pt x="3025" y="197"/>
                  </a:lnTo>
                  <a:lnTo>
                    <a:pt x="3020" y="197"/>
                  </a:lnTo>
                  <a:lnTo>
                    <a:pt x="3020" y="200"/>
                  </a:lnTo>
                  <a:lnTo>
                    <a:pt x="3017" y="200"/>
                  </a:lnTo>
                  <a:lnTo>
                    <a:pt x="3017" y="200"/>
                  </a:lnTo>
                  <a:lnTo>
                    <a:pt x="3017" y="200"/>
                  </a:lnTo>
                  <a:lnTo>
                    <a:pt x="3017" y="200"/>
                  </a:lnTo>
                  <a:lnTo>
                    <a:pt x="3017" y="200"/>
                  </a:lnTo>
                  <a:lnTo>
                    <a:pt x="3017" y="202"/>
                  </a:lnTo>
                  <a:lnTo>
                    <a:pt x="3015" y="202"/>
                  </a:lnTo>
                  <a:lnTo>
                    <a:pt x="3015" y="202"/>
                  </a:lnTo>
                  <a:lnTo>
                    <a:pt x="3013" y="202"/>
                  </a:lnTo>
                  <a:lnTo>
                    <a:pt x="3013" y="204"/>
                  </a:lnTo>
                  <a:lnTo>
                    <a:pt x="3010" y="204"/>
                  </a:lnTo>
                  <a:lnTo>
                    <a:pt x="3010" y="204"/>
                  </a:lnTo>
                  <a:lnTo>
                    <a:pt x="3008" y="204"/>
                  </a:lnTo>
                  <a:lnTo>
                    <a:pt x="3008" y="207"/>
                  </a:lnTo>
                  <a:lnTo>
                    <a:pt x="3008" y="207"/>
                  </a:lnTo>
                  <a:lnTo>
                    <a:pt x="3008" y="207"/>
                  </a:lnTo>
                  <a:lnTo>
                    <a:pt x="3003" y="207"/>
                  </a:lnTo>
                  <a:lnTo>
                    <a:pt x="3003" y="209"/>
                  </a:lnTo>
                  <a:lnTo>
                    <a:pt x="3001" y="209"/>
                  </a:lnTo>
                  <a:lnTo>
                    <a:pt x="3001" y="209"/>
                  </a:lnTo>
                  <a:lnTo>
                    <a:pt x="2996" y="209"/>
                  </a:lnTo>
                  <a:lnTo>
                    <a:pt x="2996" y="209"/>
                  </a:lnTo>
                  <a:lnTo>
                    <a:pt x="2991" y="209"/>
                  </a:lnTo>
                  <a:lnTo>
                    <a:pt x="2991" y="209"/>
                  </a:lnTo>
                  <a:lnTo>
                    <a:pt x="2987" y="209"/>
                  </a:lnTo>
                  <a:lnTo>
                    <a:pt x="2987" y="209"/>
                  </a:lnTo>
                  <a:lnTo>
                    <a:pt x="2980" y="209"/>
                  </a:lnTo>
                  <a:lnTo>
                    <a:pt x="2980" y="207"/>
                  </a:lnTo>
                  <a:lnTo>
                    <a:pt x="2963" y="207"/>
                  </a:lnTo>
                  <a:lnTo>
                    <a:pt x="2963" y="207"/>
                  </a:lnTo>
                  <a:lnTo>
                    <a:pt x="2961" y="207"/>
                  </a:lnTo>
                  <a:lnTo>
                    <a:pt x="2961" y="207"/>
                  </a:lnTo>
                  <a:lnTo>
                    <a:pt x="2949" y="207"/>
                  </a:lnTo>
                  <a:lnTo>
                    <a:pt x="2949" y="207"/>
                  </a:lnTo>
                  <a:lnTo>
                    <a:pt x="2944" y="207"/>
                  </a:lnTo>
                  <a:lnTo>
                    <a:pt x="2944" y="204"/>
                  </a:lnTo>
                  <a:lnTo>
                    <a:pt x="2942" y="204"/>
                  </a:lnTo>
                  <a:lnTo>
                    <a:pt x="2942" y="204"/>
                  </a:lnTo>
                  <a:lnTo>
                    <a:pt x="2942" y="204"/>
                  </a:lnTo>
                  <a:lnTo>
                    <a:pt x="2942" y="202"/>
                  </a:lnTo>
                  <a:lnTo>
                    <a:pt x="2935" y="202"/>
                  </a:lnTo>
                  <a:lnTo>
                    <a:pt x="2935" y="204"/>
                  </a:lnTo>
                  <a:lnTo>
                    <a:pt x="2930" y="204"/>
                  </a:lnTo>
                  <a:lnTo>
                    <a:pt x="2930" y="204"/>
                  </a:lnTo>
                  <a:lnTo>
                    <a:pt x="2927" y="204"/>
                  </a:lnTo>
                  <a:lnTo>
                    <a:pt x="2927" y="204"/>
                  </a:lnTo>
                  <a:lnTo>
                    <a:pt x="2916" y="204"/>
                  </a:lnTo>
                  <a:lnTo>
                    <a:pt x="2916" y="204"/>
                  </a:lnTo>
                  <a:lnTo>
                    <a:pt x="2901" y="204"/>
                  </a:lnTo>
                  <a:lnTo>
                    <a:pt x="2901" y="204"/>
                  </a:lnTo>
                  <a:lnTo>
                    <a:pt x="2901" y="204"/>
                  </a:lnTo>
                  <a:lnTo>
                    <a:pt x="2901" y="204"/>
                  </a:lnTo>
                  <a:lnTo>
                    <a:pt x="2897" y="204"/>
                  </a:lnTo>
                  <a:lnTo>
                    <a:pt x="2897" y="207"/>
                  </a:lnTo>
                  <a:lnTo>
                    <a:pt x="2894" y="207"/>
                  </a:lnTo>
                  <a:lnTo>
                    <a:pt x="2894" y="207"/>
                  </a:lnTo>
                  <a:lnTo>
                    <a:pt x="2892" y="207"/>
                  </a:lnTo>
                  <a:lnTo>
                    <a:pt x="2892" y="204"/>
                  </a:lnTo>
                  <a:lnTo>
                    <a:pt x="2887" y="204"/>
                  </a:lnTo>
                  <a:lnTo>
                    <a:pt x="2887" y="207"/>
                  </a:lnTo>
                  <a:lnTo>
                    <a:pt x="2880" y="207"/>
                  </a:lnTo>
                  <a:lnTo>
                    <a:pt x="2880" y="209"/>
                  </a:lnTo>
                  <a:lnTo>
                    <a:pt x="2880" y="209"/>
                  </a:lnTo>
                  <a:lnTo>
                    <a:pt x="2880" y="207"/>
                  </a:lnTo>
                  <a:lnTo>
                    <a:pt x="2880" y="207"/>
                  </a:lnTo>
                  <a:lnTo>
                    <a:pt x="2880" y="207"/>
                  </a:lnTo>
                  <a:lnTo>
                    <a:pt x="2878" y="207"/>
                  </a:lnTo>
                  <a:lnTo>
                    <a:pt x="2878" y="209"/>
                  </a:lnTo>
                  <a:lnTo>
                    <a:pt x="2878" y="209"/>
                  </a:lnTo>
                  <a:lnTo>
                    <a:pt x="2878" y="209"/>
                  </a:lnTo>
                  <a:lnTo>
                    <a:pt x="2875" y="209"/>
                  </a:lnTo>
                  <a:lnTo>
                    <a:pt x="2875" y="207"/>
                  </a:lnTo>
                  <a:lnTo>
                    <a:pt x="2875" y="207"/>
                  </a:lnTo>
                  <a:lnTo>
                    <a:pt x="2875" y="204"/>
                  </a:lnTo>
                  <a:lnTo>
                    <a:pt x="2873" y="204"/>
                  </a:lnTo>
                  <a:lnTo>
                    <a:pt x="2873" y="204"/>
                  </a:lnTo>
                  <a:lnTo>
                    <a:pt x="2871" y="204"/>
                  </a:lnTo>
                  <a:lnTo>
                    <a:pt x="2871" y="204"/>
                  </a:lnTo>
                  <a:lnTo>
                    <a:pt x="2864" y="204"/>
                  </a:lnTo>
                  <a:lnTo>
                    <a:pt x="2864" y="204"/>
                  </a:lnTo>
                  <a:lnTo>
                    <a:pt x="2856" y="204"/>
                  </a:lnTo>
                  <a:lnTo>
                    <a:pt x="2856" y="202"/>
                  </a:lnTo>
                  <a:lnTo>
                    <a:pt x="2849" y="202"/>
                  </a:lnTo>
                  <a:lnTo>
                    <a:pt x="2849" y="202"/>
                  </a:lnTo>
                  <a:lnTo>
                    <a:pt x="2847" y="202"/>
                  </a:lnTo>
                  <a:lnTo>
                    <a:pt x="2847" y="200"/>
                  </a:lnTo>
                  <a:lnTo>
                    <a:pt x="2847" y="200"/>
                  </a:lnTo>
                  <a:lnTo>
                    <a:pt x="2847" y="200"/>
                  </a:lnTo>
                  <a:lnTo>
                    <a:pt x="2847" y="200"/>
                  </a:lnTo>
                  <a:lnTo>
                    <a:pt x="2847" y="197"/>
                  </a:lnTo>
                  <a:lnTo>
                    <a:pt x="2849" y="197"/>
                  </a:lnTo>
                  <a:lnTo>
                    <a:pt x="2849" y="197"/>
                  </a:lnTo>
                  <a:lnTo>
                    <a:pt x="2849" y="197"/>
                  </a:lnTo>
                  <a:lnTo>
                    <a:pt x="2849" y="195"/>
                  </a:lnTo>
                  <a:lnTo>
                    <a:pt x="2849" y="195"/>
                  </a:lnTo>
                  <a:lnTo>
                    <a:pt x="2849" y="192"/>
                  </a:lnTo>
                  <a:lnTo>
                    <a:pt x="2852" y="192"/>
                  </a:lnTo>
                  <a:lnTo>
                    <a:pt x="2852" y="192"/>
                  </a:lnTo>
                  <a:lnTo>
                    <a:pt x="2852" y="192"/>
                  </a:lnTo>
                  <a:lnTo>
                    <a:pt x="2852" y="190"/>
                  </a:lnTo>
                  <a:lnTo>
                    <a:pt x="2854" y="190"/>
                  </a:lnTo>
                  <a:lnTo>
                    <a:pt x="2854" y="188"/>
                  </a:lnTo>
                  <a:lnTo>
                    <a:pt x="2852" y="188"/>
                  </a:lnTo>
                  <a:lnTo>
                    <a:pt x="2852" y="185"/>
                  </a:lnTo>
                  <a:lnTo>
                    <a:pt x="2852" y="185"/>
                  </a:lnTo>
                  <a:lnTo>
                    <a:pt x="2852" y="185"/>
                  </a:lnTo>
                  <a:lnTo>
                    <a:pt x="2849" y="185"/>
                  </a:lnTo>
                  <a:lnTo>
                    <a:pt x="2849" y="183"/>
                  </a:lnTo>
                  <a:lnTo>
                    <a:pt x="2849" y="183"/>
                  </a:lnTo>
                  <a:lnTo>
                    <a:pt x="2849" y="183"/>
                  </a:lnTo>
                  <a:lnTo>
                    <a:pt x="2849" y="183"/>
                  </a:lnTo>
                  <a:lnTo>
                    <a:pt x="2849" y="181"/>
                  </a:lnTo>
                  <a:lnTo>
                    <a:pt x="2847" y="181"/>
                  </a:lnTo>
                  <a:lnTo>
                    <a:pt x="2847" y="181"/>
                  </a:lnTo>
                  <a:lnTo>
                    <a:pt x="2845" y="181"/>
                  </a:lnTo>
                  <a:lnTo>
                    <a:pt x="2845" y="178"/>
                  </a:lnTo>
                  <a:lnTo>
                    <a:pt x="2842" y="178"/>
                  </a:lnTo>
                  <a:lnTo>
                    <a:pt x="2842" y="178"/>
                  </a:lnTo>
                  <a:lnTo>
                    <a:pt x="2842" y="178"/>
                  </a:lnTo>
                  <a:lnTo>
                    <a:pt x="2842" y="178"/>
                  </a:lnTo>
                  <a:lnTo>
                    <a:pt x="2838" y="178"/>
                  </a:lnTo>
                  <a:lnTo>
                    <a:pt x="2838" y="176"/>
                  </a:lnTo>
                  <a:lnTo>
                    <a:pt x="2835" y="176"/>
                  </a:lnTo>
                  <a:lnTo>
                    <a:pt x="2835" y="176"/>
                  </a:lnTo>
                  <a:lnTo>
                    <a:pt x="2833" y="176"/>
                  </a:lnTo>
                  <a:lnTo>
                    <a:pt x="2833" y="173"/>
                  </a:lnTo>
                  <a:lnTo>
                    <a:pt x="2828" y="173"/>
                  </a:lnTo>
                  <a:lnTo>
                    <a:pt x="2828" y="173"/>
                  </a:lnTo>
                  <a:lnTo>
                    <a:pt x="2823" y="173"/>
                  </a:lnTo>
                  <a:lnTo>
                    <a:pt x="2823" y="171"/>
                  </a:lnTo>
                  <a:lnTo>
                    <a:pt x="2819" y="171"/>
                  </a:lnTo>
                  <a:lnTo>
                    <a:pt x="2819" y="171"/>
                  </a:lnTo>
                  <a:lnTo>
                    <a:pt x="2812" y="171"/>
                  </a:lnTo>
                  <a:lnTo>
                    <a:pt x="2812" y="169"/>
                  </a:lnTo>
                  <a:lnTo>
                    <a:pt x="2802" y="169"/>
                  </a:lnTo>
                  <a:lnTo>
                    <a:pt x="2802" y="169"/>
                  </a:lnTo>
                  <a:lnTo>
                    <a:pt x="2785" y="169"/>
                  </a:lnTo>
                  <a:lnTo>
                    <a:pt x="2785" y="169"/>
                  </a:lnTo>
                  <a:lnTo>
                    <a:pt x="2781" y="169"/>
                  </a:lnTo>
                  <a:lnTo>
                    <a:pt x="2781" y="169"/>
                  </a:lnTo>
                  <a:lnTo>
                    <a:pt x="2781" y="169"/>
                  </a:lnTo>
                  <a:lnTo>
                    <a:pt x="2781" y="169"/>
                  </a:lnTo>
                  <a:lnTo>
                    <a:pt x="2778" y="169"/>
                  </a:lnTo>
                  <a:lnTo>
                    <a:pt x="2778" y="169"/>
                  </a:lnTo>
                  <a:lnTo>
                    <a:pt x="2769" y="169"/>
                  </a:lnTo>
                  <a:lnTo>
                    <a:pt x="2769" y="169"/>
                  </a:lnTo>
                  <a:lnTo>
                    <a:pt x="2767" y="169"/>
                  </a:lnTo>
                  <a:lnTo>
                    <a:pt x="2767" y="169"/>
                  </a:lnTo>
                  <a:lnTo>
                    <a:pt x="2752" y="169"/>
                  </a:lnTo>
                  <a:lnTo>
                    <a:pt x="2752" y="169"/>
                  </a:lnTo>
                  <a:lnTo>
                    <a:pt x="2740" y="169"/>
                  </a:lnTo>
                  <a:lnTo>
                    <a:pt x="2740" y="171"/>
                  </a:lnTo>
                  <a:lnTo>
                    <a:pt x="2731" y="171"/>
                  </a:lnTo>
                  <a:lnTo>
                    <a:pt x="2731" y="171"/>
                  </a:lnTo>
                  <a:lnTo>
                    <a:pt x="2724" y="171"/>
                  </a:lnTo>
                  <a:lnTo>
                    <a:pt x="2724" y="173"/>
                  </a:lnTo>
                  <a:lnTo>
                    <a:pt x="2719" y="173"/>
                  </a:lnTo>
                  <a:lnTo>
                    <a:pt x="2719" y="173"/>
                  </a:lnTo>
                  <a:lnTo>
                    <a:pt x="2703" y="173"/>
                  </a:lnTo>
                  <a:lnTo>
                    <a:pt x="2703" y="176"/>
                  </a:lnTo>
                  <a:lnTo>
                    <a:pt x="2688" y="176"/>
                  </a:lnTo>
                  <a:lnTo>
                    <a:pt x="2688" y="173"/>
                  </a:lnTo>
                  <a:lnTo>
                    <a:pt x="2686" y="173"/>
                  </a:lnTo>
                  <a:lnTo>
                    <a:pt x="2686" y="171"/>
                  </a:lnTo>
                  <a:lnTo>
                    <a:pt x="2681" y="171"/>
                  </a:lnTo>
                  <a:lnTo>
                    <a:pt x="2681" y="169"/>
                  </a:lnTo>
                  <a:lnTo>
                    <a:pt x="2681" y="169"/>
                  </a:lnTo>
                  <a:lnTo>
                    <a:pt x="2681" y="169"/>
                  </a:lnTo>
                  <a:lnTo>
                    <a:pt x="2679" y="169"/>
                  </a:lnTo>
                  <a:lnTo>
                    <a:pt x="2679" y="169"/>
                  </a:lnTo>
                  <a:lnTo>
                    <a:pt x="2677" y="169"/>
                  </a:lnTo>
                  <a:lnTo>
                    <a:pt x="2677" y="166"/>
                  </a:lnTo>
                  <a:lnTo>
                    <a:pt x="2674" y="166"/>
                  </a:lnTo>
                  <a:lnTo>
                    <a:pt x="2674" y="164"/>
                  </a:lnTo>
                  <a:lnTo>
                    <a:pt x="2674" y="164"/>
                  </a:lnTo>
                  <a:lnTo>
                    <a:pt x="2674" y="164"/>
                  </a:lnTo>
                  <a:lnTo>
                    <a:pt x="2672" y="164"/>
                  </a:lnTo>
                  <a:lnTo>
                    <a:pt x="2672" y="162"/>
                  </a:lnTo>
                  <a:lnTo>
                    <a:pt x="2667" y="162"/>
                  </a:lnTo>
                  <a:lnTo>
                    <a:pt x="2667" y="162"/>
                  </a:lnTo>
                  <a:lnTo>
                    <a:pt x="2665" y="162"/>
                  </a:lnTo>
                  <a:lnTo>
                    <a:pt x="2665" y="159"/>
                  </a:lnTo>
                  <a:lnTo>
                    <a:pt x="2662" y="159"/>
                  </a:lnTo>
                  <a:lnTo>
                    <a:pt x="2662" y="159"/>
                  </a:lnTo>
                  <a:lnTo>
                    <a:pt x="2665" y="159"/>
                  </a:lnTo>
                  <a:lnTo>
                    <a:pt x="2665" y="159"/>
                  </a:lnTo>
                  <a:lnTo>
                    <a:pt x="2662" y="159"/>
                  </a:lnTo>
                  <a:lnTo>
                    <a:pt x="2662" y="159"/>
                  </a:lnTo>
                  <a:lnTo>
                    <a:pt x="2660" y="159"/>
                  </a:lnTo>
                  <a:lnTo>
                    <a:pt x="2660" y="159"/>
                  </a:lnTo>
                  <a:lnTo>
                    <a:pt x="2660" y="159"/>
                  </a:lnTo>
                  <a:lnTo>
                    <a:pt x="2660" y="159"/>
                  </a:lnTo>
                  <a:lnTo>
                    <a:pt x="2658" y="159"/>
                  </a:lnTo>
                  <a:lnTo>
                    <a:pt x="2658" y="159"/>
                  </a:lnTo>
                  <a:lnTo>
                    <a:pt x="2653" y="159"/>
                  </a:lnTo>
                  <a:lnTo>
                    <a:pt x="2653" y="157"/>
                  </a:lnTo>
                  <a:lnTo>
                    <a:pt x="2648" y="157"/>
                  </a:lnTo>
                  <a:lnTo>
                    <a:pt x="2648" y="157"/>
                  </a:lnTo>
                  <a:lnTo>
                    <a:pt x="2643" y="157"/>
                  </a:lnTo>
                  <a:lnTo>
                    <a:pt x="2643" y="154"/>
                  </a:lnTo>
                  <a:lnTo>
                    <a:pt x="2639" y="154"/>
                  </a:lnTo>
                  <a:lnTo>
                    <a:pt x="2639" y="154"/>
                  </a:lnTo>
                  <a:lnTo>
                    <a:pt x="2634" y="154"/>
                  </a:lnTo>
                  <a:lnTo>
                    <a:pt x="2634" y="152"/>
                  </a:lnTo>
                  <a:lnTo>
                    <a:pt x="2634" y="152"/>
                  </a:lnTo>
                  <a:lnTo>
                    <a:pt x="2634" y="154"/>
                  </a:lnTo>
                  <a:lnTo>
                    <a:pt x="2622" y="154"/>
                  </a:lnTo>
                  <a:lnTo>
                    <a:pt x="2622" y="152"/>
                  </a:lnTo>
                  <a:lnTo>
                    <a:pt x="2615" y="152"/>
                  </a:lnTo>
                  <a:lnTo>
                    <a:pt x="2615" y="152"/>
                  </a:lnTo>
                  <a:lnTo>
                    <a:pt x="2617" y="152"/>
                  </a:lnTo>
                  <a:lnTo>
                    <a:pt x="2617" y="150"/>
                  </a:lnTo>
                  <a:lnTo>
                    <a:pt x="2622" y="150"/>
                  </a:lnTo>
                  <a:lnTo>
                    <a:pt x="2622" y="150"/>
                  </a:lnTo>
                  <a:lnTo>
                    <a:pt x="2622" y="150"/>
                  </a:lnTo>
                  <a:lnTo>
                    <a:pt x="2622" y="150"/>
                  </a:lnTo>
                  <a:lnTo>
                    <a:pt x="2627" y="150"/>
                  </a:lnTo>
                  <a:lnTo>
                    <a:pt x="2627" y="152"/>
                  </a:lnTo>
                  <a:lnTo>
                    <a:pt x="2629" y="152"/>
                  </a:lnTo>
                  <a:lnTo>
                    <a:pt x="2629" y="152"/>
                  </a:lnTo>
                  <a:lnTo>
                    <a:pt x="2634" y="152"/>
                  </a:lnTo>
                  <a:lnTo>
                    <a:pt x="2634" y="150"/>
                  </a:lnTo>
                  <a:lnTo>
                    <a:pt x="2636" y="150"/>
                  </a:lnTo>
                  <a:lnTo>
                    <a:pt x="2636" y="150"/>
                  </a:lnTo>
                  <a:lnTo>
                    <a:pt x="2639" y="150"/>
                  </a:lnTo>
                  <a:lnTo>
                    <a:pt x="2639" y="147"/>
                  </a:lnTo>
                  <a:lnTo>
                    <a:pt x="2636" y="147"/>
                  </a:lnTo>
                  <a:lnTo>
                    <a:pt x="2636" y="145"/>
                  </a:lnTo>
                  <a:lnTo>
                    <a:pt x="2636" y="145"/>
                  </a:lnTo>
                  <a:lnTo>
                    <a:pt x="2636" y="145"/>
                  </a:lnTo>
                  <a:lnTo>
                    <a:pt x="2634" y="145"/>
                  </a:lnTo>
                  <a:lnTo>
                    <a:pt x="2634" y="143"/>
                  </a:lnTo>
                  <a:lnTo>
                    <a:pt x="2632" y="143"/>
                  </a:lnTo>
                  <a:lnTo>
                    <a:pt x="2632" y="143"/>
                  </a:lnTo>
                  <a:lnTo>
                    <a:pt x="2629" y="143"/>
                  </a:lnTo>
                  <a:lnTo>
                    <a:pt x="2629" y="140"/>
                  </a:lnTo>
                  <a:lnTo>
                    <a:pt x="2625" y="140"/>
                  </a:lnTo>
                  <a:lnTo>
                    <a:pt x="2625" y="140"/>
                  </a:lnTo>
                  <a:lnTo>
                    <a:pt x="2622" y="140"/>
                  </a:lnTo>
                  <a:lnTo>
                    <a:pt x="2622" y="140"/>
                  </a:lnTo>
                  <a:lnTo>
                    <a:pt x="2615" y="140"/>
                  </a:lnTo>
                  <a:lnTo>
                    <a:pt x="2615" y="138"/>
                  </a:lnTo>
                  <a:lnTo>
                    <a:pt x="2608" y="138"/>
                  </a:lnTo>
                  <a:lnTo>
                    <a:pt x="2608" y="138"/>
                  </a:lnTo>
                  <a:lnTo>
                    <a:pt x="2570" y="138"/>
                  </a:lnTo>
                  <a:lnTo>
                    <a:pt x="2570" y="136"/>
                  </a:lnTo>
                  <a:lnTo>
                    <a:pt x="2568" y="136"/>
                  </a:lnTo>
                  <a:lnTo>
                    <a:pt x="2568" y="136"/>
                  </a:lnTo>
                  <a:lnTo>
                    <a:pt x="2561" y="136"/>
                  </a:lnTo>
                  <a:lnTo>
                    <a:pt x="2561" y="133"/>
                  </a:lnTo>
                  <a:lnTo>
                    <a:pt x="2556" y="133"/>
                  </a:lnTo>
                  <a:lnTo>
                    <a:pt x="2556" y="133"/>
                  </a:lnTo>
                  <a:lnTo>
                    <a:pt x="2549" y="133"/>
                  </a:lnTo>
                  <a:lnTo>
                    <a:pt x="2549" y="131"/>
                  </a:lnTo>
                  <a:lnTo>
                    <a:pt x="2542" y="131"/>
                  </a:lnTo>
                  <a:lnTo>
                    <a:pt x="2542" y="131"/>
                  </a:lnTo>
                  <a:lnTo>
                    <a:pt x="2530" y="131"/>
                  </a:lnTo>
                  <a:lnTo>
                    <a:pt x="2530" y="128"/>
                  </a:lnTo>
                  <a:lnTo>
                    <a:pt x="2518" y="128"/>
                  </a:lnTo>
                  <a:lnTo>
                    <a:pt x="2518" y="128"/>
                  </a:lnTo>
                  <a:lnTo>
                    <a:pt x="2501" y="128"/>
                  </a:lnTo>
                  <a:lnTo>
                    <a:pt x="2501" y="128"/>
                  </a:lnTo>
                  <a:lnTo>
                    <a:pt x="2473" y="128"/>
                  </a:lnTo>
                  <a:lnTo>
                    <a:pt x="2473" y="126"/>
                  </a:lnTo>
                  <a:lnTo>
                    <a:pt x="2459" y="126"/>
                  </a:lnTo>
                  <a:lnTo>
                    <a:pt x="2459" y="126"/>
                  </a:lnTo>
                  <a:lnTo>
                    <a:pt x="2454" y="126"/>
                  </a:lnTo>
                  <a:lnTo>
                    <a:pt x="2454" y="124"/>
                  </a:lnTo>
                  <a:lnTo>
                    <a:pt x="2452" y="124"/>
                  </a:lnTo>
                  <a:lnTo>
                    <a:pt x="2452" y="124"/>
                  </a:lnTo>
                  <a:lnTo>
                    <a:pt x="2442" y="124"/>
                  </a:lnTo>
                  <a:lnTo>
                    <a:pt x="2442" y="121"/>
                  </a:lnTo>
                  <a:lnTo>
                    <a:pt x="2435" y="121"/>
                  </a:lnTo>
                  <a:lnTo>
                    <a:pt x="2435" y="124"/>
                  </a:lnTo>
                  <a:lnTo>
                    <a:pt x="2438" y="124"/>
                  </a:lnTo>
                  <a:lnTo>
                    <a:pt x="2438" y="126"/>
                  </a:lnTo>
                  <a:lnTo>
                    <a:pt x="2438" y="126"/>
                  </a:lnTo>
                  <a:lnTo>
                    <a:pt x="2438" y="126"/>
                  </a:lnTo>
                  <a:lnTo>
                    <a:pt x="2440" y="126"/>
                  </a:lnTo>
                  <a:lnTo>
                    <a:pt x="2440" y="128"/>
                  </a:lnTo>
                  <a:lnTo>
                    <a:pt x="2442" y="128"/>
                  </a:lnTo>
                  <a:lnTo>
                    <a:pt x="2442" y="128"/>
                  </a:lnTo>
                  <a:lnTo>
                    <a:pt x="2445" y="128"/>
                  </a:lnTo>
                  <a:lnTo>
                    <a:pt x="2445" y="128"/>
                  </a:lnTo>
                  <a:lnTo>
                    <a:pt x="2445" y="128"/>
                  </a:lnTo>
                  <a:lnTo>
                    <a:pt x="2445" y="131"/>
                  </a:lnTo>
                  <a:lnTo>
                    <a:pt x="2442" y="131"/>
                  </a:lnTo>
                  <a:lnTo>
                    <a:pt x="2442" y="131"/>
                  </a:lnTo>
                  <a:lnTo>
                    <a:pt x="2438" y="131"/>
                  </a:lnTo>
                  <a:lnTo>
                    <a:pt x="2438" y="133"/>
                  </a:lnTo>
                  <a:lnTo>
                    <a:pt x="2409" y="133"/>
                  </a:lnTo>
                  <a:lnTo>
                    <a:pt x="2409" y="133"/>
                  </a:lnTo>
                  <a:lnTo>
                    <a:pt x="2409" y="133"/>
                  </a:lnTo>
                  <a:lnTo>
                    <a:pt x="2409" y="136"/>
                  </a:lnTo>
                  <a:lnTo>
                    <a:pt x="2404" y="136"/>
                  </a:lnTo>
                  <a:lnTo>
                    <a:pt x="2404" y="136"/>
                  </a:lnTo>
                  <a:lnTo>
                    <a:pt x="2404" y="136"/>
                  </a:lnTo>
                  <a:lnTo>
                    <a:pt x="2404" y="138"/>
                  </a:lnTo>
                  <a:lnTo>
                    <a:pt x="2402" y="138"/>
                  </a:lnTo>
                  <a:lnTo>
                    <a:pt x="2402" y="140"/>
                  </a:lnTo>
                  <a:lnTo>
                    <a:pt x="2404" y="140"/>
                  </a:lnTo>
                  <a:lnTo>
                    <a:pt x="2404" y="143"/>
                  </a:lnTo>
                  <a:lnTo>
                    <a:pt x="2409" y="143"/>
                  </a:lnTo>
                  <a:lnTo>
                    <a:pt x="2409" y="140"/>
                  </a:lnTo>
                  <a:lnTo>
                    <a:pt x="2411" y="140"/>
                  </a:lnTo>
                  <a:lnTo>
                    <a:pt x="2411" y="140"/>
                  </a:lnTo>
                  <a:lnTo>
                    <a:pt x="2421" y="140"/>
                  </a:lnTo>
                  <a:lnTo>
                    <a:pt x="2421" y="140"/>
                  </a:lnTo>
                  <a:lnTo>
                    <a:pt x="2419" y="140"/>
                  </a:lnTo>
                  <a:lnTo>
                    <a:pt x="2419" y="143"/>
                  </a:lnTo>
                  <a:lnTo>
                    <a:pt x="2416" y="143"/>
                  </a:lnTo>
                  <a:lnTo>
                    <a:pt x="2416" y="143"/>
                  </a:lnTo>
                  <a:lnTo>
                    <a:pt x="2416" y="143"/>
                  </a:lnTo>
                  <a:lnTo>
                    <a:pt x="2416" y="145"/>
                  </a:lnTo>
                  <a:lnTo>
                    <a:pt x="2414" y="145"/>
                  </a:lnTo>
                  <a:lnTo>
                    <a:pt x="2414" y="147"/>
                  </a:lnTo>
                  <a:lnTo>
                    <a:pt x="2407" y="147"/>
                  </a:lnTo>
                  <a:lnTo>
                    <a:pt x="2407" y="147"/>
                  </a:lnTo>
                  <a:lnTo>
                    <a:pt x="2414" y="147"/>
                  </a:lnTo>
                  <a:lnTo>
                    <a:pt x="2414" y="150"/>
                  </a:lnTo>
                  <a:lnTo>
                    <a:pt x="2416" y="150"/>
                  </a:lnTo>
                  <a:lnTo>
                    <a:pt x="2416" y="154"/>
                  </a:lnTo>
                  <a:lnTo>
                    <a:pt x="2416" y="154"/>
                  </a:lnTo>
                  <a:lnTo>
                    <a:pt x="2416" y="154"/>
                  </a:lnTo>
                  <a:lnTo>
                    <a:pt x="2416" y="154"/>
                  </a:lnTo>
                  <a:lnTo>
                    <a:pt x="2416" y="157"/>
                  </a:lnTo>
                  <a:lnTo>
                    <a:pt x="2419" y="157"/>
                  </a:lnTo>
                  <a:lnTo>
                    <a:pt x="2419" y="157"/>
                  </a:lnTo>
                  <a:lnTo>
                    <a:pt x="2419" y="157"/>
                  </a:lnTo>
                  <a:lnTo>
                    <a:pt x="2419" y="159"/>
                  </a:lnTo>
                  <a:lnTo>
                    <a:pt x="2419" y="159"/>
                  </a:lnTo>
                  <a:lnTo>
                    <a:pt x="2419" y="159"/>
                  </a:lnTo>
                  <a:lnTo>
                    <a:pt x="2416" y="159"/>
                  </a:lnTo>
                  <a:lnTo>
                    <a:pt x="2416" y="159"/>
                  </a:lnTo>
                  <a:lnTo>
                    <a:pt x="2409" y="159"/>
                  </a:lnTo>
                  <a:lnTo>
                    <a:pt x="2409" y="159"/>
                  </a:lnTo>
                  <a:lnTo>
                    <a:pt x="2404" y="159"/>
                  </a:lnTo>
                  <a:lnTo>
                    <a:pt x="2404" y="159"/>
                  </a:lnTo>
                  <a:lnTo>
                    <a:pt x="2402" y="159"/>
                  </a:lnTo>
                  <a:lnTo>
                    <a:pt x="2402" y="157"/>
                  </a:lnTo>
                  <a:lnTo>
                    <a:pt x="2402" y="157"/>
                  </a:lnTo>
                  <a:lnTo>
                    <a:pt x="2402" y="154"/>
                  </a:lnTo>
                  <a:lnTo>
                    <a:pt x="2397" y="154"/>
                  </a:lnTo>
                  <a:lnTo>
                    <a:pt x="2397" y="154"/>
                  </a:lnTo>
                  <a:lnTo>
                    <a:pt x="2397" y="154"/>
                  </a:lnTo>
                  <a:lnTo>
                    <a:pt x="2397" y="152"/>
                  </a:lnTo>
                  <a:lnTo>
                    <a:pt x="2388" y="152"/>
                  </a:lnTo>
                  <a:lnTo>
                    <a:pt x="2388" y="154"/>
                  </a:lnTo>
                  <a:lnTo>
                    <a:pt x="2390" y="154"/>
                  </a:lnTo>
                  <a:lnTo>
                    <a:pt x="2390" y="157"/>
                  </a:lnTo>
                  <a:lnTo>
                    <a:pt x="2390" y="157"/>
                  </a:lnTo>
                  <a:lnTo>
                    <a:pt x="2390" y="157"/>
                  </a:lnTo>
                  <a:lnTo>
                    <a:pt x="2388" y="157"/>
                  </a:lnTo>
                  <a:lnTo>
                    <a:pt x="2388" y="157"/>
                  </a:lnTo>
                  <a:lnTo>
                    <a:pt x="2388" y="157"/>
                  </a:lnTo>
                  <a:lnTo>
                    <a:pt x="2388" y="154"/>
                  </a:lnTo>
                  <a:lnTo>
                    <a:pt x="2383" y="154"/>
                  </a:lnTo>
                  <a:lnTo>
                    <a:pt x="2383" y="157"/>
                  </a:lnTo>
                  <a:lnTo>
                    <a:pt x="2383" y="157"/>
                  </a:lnTo>
                  <a:lnTo>
                    <a:pt x="2383" y="154"/>
                  </a:lnTo>
                  <a:lnTo>
                    <a:pt x="2381" y="154"/>
                  </a:lnTo>
                  <a:lnTo>
                    <a:pt x="2381" y="157"/>
                  </a:lnTo>
                  <a:lnTo>
                    <a:pt x="2378" y="157"/>
                  </a:lnTo>
                  <a:lnTo>
                    <a:pt x="2378" y="159"/>
                  </a:lnTo>
                  <a:lnTo>
                    <a:pt x="2378" y="159"/>
                  </a:lnTo>
                  <a:lnTo>
                    <a:pt x="2378" y="157"/>
                  </a:lnTo>
                  <a:lnTo>
                    <a:pt x="2369" y="157"/>
                  </a:lnTo>
                  <a:lnTo>
                    <a:pt x="2369" y="154"/>
                  </a:lnTo>
                  <a:lnTo>
                    <a:pt x="2364" y="154"/>
                  </a:lnTo>
                  <a:lnTo>
                    <a:pt x="2364" y="157"/>
                  </a:lnTo>
                  <a:lnTo>
                    <a:pt x="2357" y="157"/>
                  </a:lnTo>
                  <a:lnTo>
                    <a:pt x="2357" y="159"/>
                  </a:lnTo>
                  <a:lnTo>
                    <a:pt x="2355" y="159"/>
                  </a:lnTo>
                  <a:lnTo>
                    <a:pt x="2355" y="157"/>
                  </a:lnTo>
                  <a:lnTo>
                    <a:pt x="2348" y="157"/>
                  </a:lnTo>
                  <a:lnTo>
                    <a:pt x="2348" y="157"/>
                  </a:lnTo>
                  <a:lnTo>
                    <a:pt x="2343" y="157"/>
                  </a:lnTo>
                  <a:lnTo>
                    <a:pt x="2343" y="154"/>
                  </a:lnTo>
                  <a:lnTo>
                    <a:pt x="2336" y="154"/>
                  </a:lnTo>
                  <a:lnTo>
                    <a:pt x="2336" y="154"/>
                  </a:lnTo>
                  <a:lnTo>
                    <a:pt x="2331" y="154"/>
                  </a:lnTo>
                  <a:lnTo>
                    <a:pt x="2331" y="154"/>
                  </a:lnTo>
                  <a:lnTo>
                    <a:pt x="2329" y="154"/>
                  </a:lnTo>
                  <a:lnTo>
                    <a:pt x="2329" y="154"/>
                  </a:lnTo>
                  <a:lnTo>
                    <a:pt x="2329" y="154"/>
                  </a:lnTo>
                  <a:lnTo>
                    <a:pt x="2329" y="154"/>
                  </a:lnTo>
                  <a:lnTo>
                    <a:pt x="2317" y="154"/>
                  </a:lnTo>
                  <a:lnTo>
                    <a:pt x="2317" y="157"/>
                  </a:lnTo>
                  <a:lnTo>
                    <a:pt x="2312" y="157"/>
                  </a:lnTo>
                  <a:lnTo>
                    <a:pt x="2312" y="159"/>
                  </a:lnTo>
                  <a:lnTo>
                    <a:pt x="2310" y="159"/>
                  </a:lnTo>
                  <a:lnTo>
                    <a:pt x="2310" y="159"/>
                  </a:lnTo>
                  <a:lnTo>
                    <a:pt x="2307" y="159"/>
                  </a:lnTo>
                  <a:lnTo>
                    <a:pt x="2307" y="159"/>
                  </a:lnTo>
                  <a:lnTo>
                    <a:pt x="2303" y="159"/>
                  </a:lnTo>
                  <a:lnTo>
                    <a:pt x="2303" y="162"/>
                  </a:lnTo>
                  <a:lnTo>
                    <a:pt x="2296" y="162"/>
                  </a:lnTo>
                  <a:lnTo>
                    <a:pt x="2296" y="159"/>
                  </a:lnTo>
                  <a:lnTo>
                    <a:pt x="2288" y="159"/>
                  </a:lnTo>
                  <a:lnTo>
                    <a:pt x="2288" y="159"/>
                  </a:lnTo>
                  <a:lnTo>
                    <a:pt x="2284" y="159"/>
                  </a:lnTo>
                  <a:lnTo>
                    <a:pt x="2284" y="159"/>
                  </a:lnTo>
                  <a:lnTo>
                    <a:pt x="2281" y="159"/>
                  </a:lnTo>
                  <a:lnTo>
                    <a:pt x="2281" y="157"/>
                  </a:lnTo>
                  <a:lnTo>
                    <a:pt x="2277" y="157"/>
                  </a:lnTo>
                  <a:lnTo>
                    <a:pt x="2277" y="157"/>
                  </a:lnTo>
                  <a:lnTo>
                    <a:pt x="2274" y="157"/>
                  </a:lnTo>
                  <a:lnTo>
                    <a:pt x="2274" y="154"/>
                  </a:lnTo>
                  <a:lnTo>
                    <a:pt x="2274" y="154"/>
                  </a:lnTo>
                  <a:lnTo>
                    <a:pt x="2274" y="154"/>
                  </a:lnTo>
                  <a:lnTo>
                    <a:pt x="2272" y="154"/>
                  </a:lnTo>
                  <a:lnTo>
                    <a:pt x="2272" y="152"/>
                  </a:lnTo>
                  <a:lnTo>
                    <a:pt x="2269" y="152"/>
                  </a:lnTo>
                  <a:lnTo>
                    <a:pt x="2269" y="152"/>
                  </a:lnTo>
                  <a:lnTo>
                    <a:pt x="2267" y="152"/>
                  </a:lnTo>
                  <a:lnTo>
                    <a:pt x="2267" y="150"/>
                  </a:lnTo>
                  <a:lnTo>
                    <a:pt x="2269" y="150"/>
                  </a:lnTo>
                  <a:lnTo>
                    <a:pt x="2269" y="147"/>
                  </a:lnTo>
                  <a:lnTo>
                    <a:pt x="2274" y="147"/>
                  </a:lnTo>
                  <a:lnTo>
                    <a:pt x="2274" y="150"/>
                  </a:lnTo>
                  <a:lnTo>
                    <a:pt x="2277" y="150"/>
                  </a:lnTo>
                  <a:lnTo>
                    <a:pt x="2277" y="150"/>
                  </a:lnTo>
                  <a:lnTo>
                    <a:pt x="2279" y="150"/>
                  </a:lnTo>
                  <a:lnTo>
                    <a:pt x="2279" y="147"/>
                  </a:lnTo>
                  <a:lnTo>
                    <a:pt x="2277" y="147"/>
                  </a:lnTo>
                  <a:lnTo>
                    <a:pt x="2277" y="147"/>
                  </a:lnTo>
                  <a:lnTo>
                    <a:pt x="2274" y="147"/>
                  </a:lnTo>
                  <a:lnTo>
                    <a:pt x="2274" y="145"/>
                  </a:lnTo>
                  <a:lnTo>
                    <a:pt x="2269" y="145"/>
                  </a:lnTo>
                  <a:lnTo>
                    <a:pt x="2269" y="147"/>
                  </a:lnTo>
                  <a:lnTo>
                    <a:pt x="2262" y="147"/>
                  </a:lnTo>
                  <a:lnTo>
                    <a:pt x="2262" y="147"/>
                  </a:lnTo>
                  <a:lnTo>
                    <a:pt x="2260" y="147"/>
                  </a:lnTo>
                  <a:lnTo>
                    <a:pt x="2260" y="150"/>
                  </a:lnTo>
                  <a:lnTo>
                    <a:pt x="2260" y="150"/>
                  </a:lnTo>
                  <a:lnTo>
                    <a:pt x="2260" y="150"/>
                  </a:lnTo>
                  <a:lnTo>
                    <a:pt x="2258" y="150"/>
                  </a:lnTo>
                  <a:lnTo>
                    <a:pt x="2258" y="150"/>
                  </a:lnTo>
                  <a:lnTo>
                    <a:pt x="2258" y="150"/>
                  </a:lnTo>
                  <a:lnTo>
                    <a:pt x="2258" y="152"/>
                  </a:lnTo>
                  <a:lnTo>
                    <a:pt x="2255" y="152"/>
                  </a:lnTo>
                  <a:lnTo>
                    <a:pt x="2255" y="152"/>
                  </a:lnTo>
                  <a:lnTo>
                    <a:pt x="2255" y="152"/>
                  </a:lnTo>
                  <a:lnTo>
                    <a:pt x="2255" y="154"/>
                  </a:lnTo>
                  <a:lnTo>
                    <a:pt x="2253" y="154"/>
                  </a:lnTo>
                  <a:lnTo>
                    <a:pt x="2253" y="154"/>
                  </a:lnTo>
                  <a:lnTo>
                    <a:pt x="2253" y="154"/>
                  </a:lnTo>
                  <a:lnTo>
                    <a:pt x="2253" y="157"/>
                  </a:lnTo>
                  <a:lnTo>
                    <a:pt x="2251" y="157"/>
                  </a:lnTo>
                  <a:lnTo>
                    <a:pt x="2251" y="159"/>
                  </a:lnTo>
                  <a:lnTo>
                    <a:pt x="2251" y="159"/>
                  </a:lnTo>
                  <a:lnTo>
                    <a:pt x="2251" y="159"/>
                  </a:lnTo>
                  <a:lnTo>
                    <a:pt x="2251" y="159"/>
                  </a:lnTo>
                  <a:lnTo>
                    <a:pt x="2251" y="162"/>
                  </a:lnTo>
                  <a:lnTo>
                    <a:pt x="2248" y="162"/>
                  </a:lnTo>
                  <a:lnTo>
                    <a:pt x="2248" y="164"/>
                  </a:lnTo>
                  <a:lnTo>
                    <a:pt x="2248" y="164"/>
                  </a:lnTo>
                  <a:lnTo>
                    <a:pt x="2248" y="164"/>
                  </a:lnTo>
                  <a:lnTo>
                    <a:pt x="2248" y="164"/>
                  </a:lnTo>
                  <a:lnTo>
                    <a:pt x="2248" y="166"/>
                  </a:lnTo>
                  <a:lnTo>
                    <a:pt x="2246" y="166"/>
                  </a:lnTo>
                  <a:lnTo>
                    <a:pt x="2246" y="166"/>
                  </a:lnTo>
                  <a:lnTo>
                    <a:pt x="2243" y="166"/>
                  </a:lnTo>
                  <a:lnTo>
                    <a:pt x="2243" y="171"/>
                  </a:lnTo>
                  <a:lnTo>
                    <a:pt x="2243" y="171"/>
                  </a:lnTo>
                  <a:lnTo>
                    <a:pt x="2243" y="171"/>
                  </a:lnTo>
                  <a:lnTo>
                    <a:pt x="2241" y="171"/>
                  </a:lnTo>
                  <a:lnTo>
                    <a:pt x="2241" y="173"/>
                  </a:lnTo>
                  <a:lnTo>
                    <a:pt x="2241" y="173"/>
                  </a:lnTo>
                  <a:lnTo>
                    <a:pt x="2241" y="173"/>
                  </a:lnTo>
                  <a:lnTo>
                    <a:pt x="2239" y="173"/>
                  </a:lnTo>
                  <a:lnTo>
                    <a:pt x="2239" y="176"/>
                  </a:lnTo>
                  <a:lnTo>
                    <a:pt x="2236" y="176"/>
                  </a:lnTo>
                  <a:lnTo>
                    <a:pt x="2236" y="176"/>
                  </a:lnTo>
                  <a:lnTo>
                    <a:pt x="2234" y="176"/>
                  </a:lnTo>
                  <a:lnTo>
                    <a:pt x="2234" y="178"/>
                  </a:lnTo>
                  <a:lnTo>
                    <a:pt x="2229" y="178"/>
                  </a:lnTo>
                  <a:lnTo>
                    <a:pt x="2229" y="178"/>
                  </a:lnTo>
                  <a:lnTo>
                    <a:pt x="2229" y="178"/>
                  </a:lnTo>
                  <a:lnTo>
                    <a:pt x="2229" y="178"/>
                  </a:lnTo>
                  <a:lnTo>
                    <a:pt x="2227" y="178"/>
                  </a:lnTo>
                  <a:lnTo>
                    <a:pt x="2227" y="176"/>
                  </a:lnTo>
                  <a:lnTo>
                    <a:pt x="2227" y="176"/>
                  </a:lnTo>
                  <a:lnTo>
                    <a:pt x="2227" y="173"/>
                  </a:lnTo>
                  <a:lnTo>
                    <a:pt x="2225" y="173"/>
                  </a:lnTo>
                  <a:lnTo>
                    <a:pt x="2225" y="173"/>
                  </a:lnTo>
                  <a:lnTo>
                    <a:pt x="2225" y="173"/>
                  </a:lnTo>
                  <a:lnTo>
                    <a:pt x="2225" y="171"/>
                  </a:lnTo>
                  <a:lnTo>
                    <a:pt x="2225" y="171"/>
                  </a:lnTo>
                  <a:lnTo>
                    <a:pt x="2225" y="171"/>
                  </a:lnTo>
                  <a:lnTo>
                    <a:pt x="2222" y="171"/>
                  </a:lnTo>
                  <a:lnTo>
                    <a:pt x="2222" y="173"/>
                  </a:lnTo>
                  <a:lnTo>
                    <a:pt x="2217" y="173"/>
                  </a:lnTo>
                  <a:lnTo>
                    <a:pt x="2217" y="173"/>
                  </a:lnTo>
                  <a:lnTo>
                    <a:pt x="2213" y="173"/>
                  </a:lnTo>
                  <a:lnTo>
                    <a:pt x="2213" y="171"/>
                  </a:lnTo>
                  <a:lnTo>
                    <a:pt x="2210" y="171"/>
                  </a:lnTo>
                  <a:lnTo>
                    <a:pt x="2210" y="169"/>
                  </a:lnTo>
                  <a:lnTo>
                    <a:pt x="2210" y="169"/>
                  </a:lnTo>
                  <a:lnTo>
                    <a:pt x="2210" y="169"/>
                  </a:lnTo>
                  <a:lnTo>
                    <a:pt x="2208" y="169"/>
                  </a:lnTo>
                  <a:lnTo>
                    <a:pt x="2208" y="169"/>
                  </a:lnTo>
                  <a:lnTo>
                    <a:pt x="2203" y="169"/>
                  </a:lnTo>
                  <a:lnTo>
                    <a:pt x="2203" y="166"/>
                  </a:lnTo>
                  <a:lnTo>
                    <a:pt x="2201" y="166"/>
                  </a:lnTo>
                  <a:lnTo>
                    <a:pt x="2201" y="164"/>
                  </a:lnTo>
                  <a:lnTo>
                    <a:pt x="2198" y="164"/>
                  </a:lnTo>
                  <a:lnTo>
                    <a:pt x="2198" y="164"/>
                  </a:lnTo>
                  <a:lnTo>
                    <a:pt x="2196" y="164"/>
                  </a:lnTo>
                  <a:lnTo>
                    <a:pt x="2196" y="162"/>
                  </a:lnTo>
                  <a:lnTo>
                    <a:pt x="2194" y="162"/>
                  </a:lnTo>
                  <a:lnTo>
                    <a:pt x="2194" y="159"/>
                  </a:lnTo>
                  <a:lnTo>
                    <a:pt x="2194" y="159"/>
                  </a:lnTo>
                  <a:lnTo>
                    <a:pt x="2194" y="159"/>
                  </a:lnTo>
                  <a:lnTo>
                    <a:pt x="2191" y="159"/>
                  </a:lnTo>
                  <a:lnTo>
                    <a:pt x="2191" y="157"/>
                  </a:lnTo>
                  <a:lnTo>
                    <a:pt x="2191" y="157"/>
                  </a:lnTo>
                  <a:lnTo>
                    <a:pt x="2191" y="157"/>
                  </a:lnTo>
                  <a:lnTo>
                    <a:pt x="2189" y="157"/>
                  </a:lnTo>
                  <a:lnTo>
                    <a:pt x="2189" y="154"/>
                  </a:lnTo>
                  <a:lnTo>
                    <a:pt x="2184" y="154"/>
                  </a:lnTo>
                  <a:lnTo>
                    <a:pt x="2184" y="157"/>
                  </a:lnTo>
                  <a:lnTo>
                    <a:pt x="2184" y="157"/>
                  </a:lnTo>
                  <a:lnTo>
                    <a:pt x="2184" y="154"/>
                  </a:lnTo>
                  <a:lnTo>
                    <a:pt x="2182" y="154"/>
                  </a:lnTo>
                  <a:lnTo>
                    <a:pt x="2182" y="154"/>
                  </a:lnTo>
                  <a:lnTo>
                    <a:pt x="2189" y="154"/>
                  </a:lnTo>
                  <a:lnTo>
                    <a:pt x="2189" y="152"/>
                  </a:lnTo>
                  <a:lnTo>
                    <a:pt x="2196" y="152"/>
                  </a:lnTo>
                  <a:lnTo>
                    <a:pt x="2196" y="154"/>
                  </a:lnTo>
                  <a:lnTo>
                    <a:pt x="2198" y="154"/>
                  </a:lnTo>
                  <a:lnTo>
                    <a:pt x="2198" y="152"/>
                  </a:lnTo>
                  <a:lnTo>
                    <a:pt x="2196" y="152"/>
                  </a:lnTo>
                  <a:lnTo>
                    <a:pt x="2196" y="150"/>
                  </a:lnTo>
                  <a:lnTo>
                    <a:pt x="2191" y="150"/>
                  </a:lnTo>
                  <a:lnTo>
                    <a:pt x="2191" y="150"/>
                  </a:lnTo>
                  <a:lnTo>
                    <a:pt x="2191" y="150"/>
                  </a:lnTo>
                  <a:lnTo>
                    <a:pt x="2191" y="147"/>
                  </a:lnTo>
                  <a:lnTo>
                    <a:pt x="2191" y="147"/>
                  </a:lnTo>
                  <a:lnTo>
                    <a:pt x="2191" y="147"/>
                  </a:lnTo>
                  <a:lnTo>
                    <a:pt x="2189" y="147"/>
                  </a:lnTo>
                  <a:lnTo>
                    <a:pt x="2189" y="145"/>
                  </a:lnTo>
                  <a:lnTo>
                    <a:pt x="2189" y="145"/>
                  </a:lnTo>
                  <a:lnTo>
                    <a:pt x="2189" y="145"/>
                  </a:lnTo>
                  <a:lnTo>
                    <a:pt x="2194" y="145"/>
                  </a:lnTo>
                  <a:lnTo>
                    <a:pt x="2194" y="143"/>
                  </a:lnTo>
                  <a:lnTo>
                    <a:pt x="2196" y="143"/>
                  </a:lnTo>
                  <a:lnTo>
                    <a:pt x="2196" y="140"/>
                  </a:lnTo>
                  <a:lnTo>
                    <a:pt x="2198" y="140"/>
                  </a:lnTo>
                  <a:lnTo>
                    <a:pt x="2198" y="140"/>
                  </a:lnTo>
                  <a:lnTo>
                    <a:pt x="2196" y="140"/>
                  </a:lnTo>
                  <a:lnTo>
                    <a:pt x="2196" y="138"/>
                  </a:lnTo>
                  <a:lnTo>
                    <a:pt x="2196" y="138"/>
                  </a:lnTo>
                  <a:lnTo>
                    <a:pt x="2196" y="136"/>
                  </a:lnTo>
                  <a:lnTo>
                    <a:pt x="2196" y="136"/>
                  </a:lnTo>
                  <a:lnTo>
                    <a:pt x="2196" y="136"/>
                  </a:lnTo>
                  <a:lnTo>
                    <a:pt x="2196" y="136"/>
                  </a:lnTo>
                  <a:lnTo>
                    <a:pt x="2196" y="133"/>
                  </a:lnTo>
                  <a:lnTo>
                    <a:pt x="2196" y="133"/>
                  </a:lnTo>
                  <a:lnTo>
                    <a:pt x="2196" y="133"/>
                  </a:lnTo>
                  <a:lnTo>
                    <a:pt x="2196" y="133"/>
                  </a:lnTo>
                  <a:lnTo>
                    <a:pt x="2196" y="131"/>
                  </a:lnTo>
                  <a:lnTo>
                    <a:pt x="2198" y="131"/>
                  </a:lnTo>
                  <a:lnTo>
                    <a:pt x="2198" y="131"/>
                  </a:lnTo>
                  <a:lnTo>
                    <a:pt x="2196" y="131"/>
                  </a:lnTo>
                  <a:lnTo>
                    <a:pt x="2196" y="131"/>
                  </a:lnTo>
                  <a:lnTo>
                    <a:pt x="2191" y="131"/>
                  </a:lnTo>
                  <a:lnTo>
                    <a:pt x="2191" y="131"/>
                  </a:lnTo>
                  <a:lnTo>
                    <a:pt x="2196" y="131"/>
                  </a:lnTo>
                  <a:lnTo>
                    <a:pt x="2196" y="128"/>
                  </a:lnTo>
                  <a:lnTo>
                    <a:pt x="2196" y="128"/>
                  </a:lnTo>
                  <a:lnTo>
                    <a:pt x="2196" y="128"/>
                  </a:lnTo>
                  <a:lnTo>
                    <a:pt x="2196" y="128"/>
                  </a:lnTo>
                  <a:lnTo>
                    <a:pt x="2196" y="126"/>
                  </a:lnTo>
                  <a:lnTo>
                    <a:pt x="2196" y="126"/>
                  </a:lnTo>
                  <a:lnTo>
                    <a:pt x="2196" y="124"/>
                  </a:lnTo>
                  <a:lnTo>
                    <a:pt x="2194" y="124"/>
                  </a:lnTo>
                  <a:lnTo>
                    <a:pt x="2194" y="121"/>
                  </a:lnTo>
                  <a:lnTo>
                    <a:pt x="2198" y="121"/>
                  </a:lnTo>
                  <a:lnTo>
                    <a:pt x="2198" y="119"/>
                  </a:lnTo>
                  <a:lnTo>
                    <a:pt x="2196" y="119"/>
                  </a:lnTo>
                  <a:lnTo>
                    <a:pt x="2196" y="119"/>
                  </a:lnTo>
                  <a:lnTo>
                    <a:pt x="2191" y="119"/>
                  </a:lnTo>
                  <a:lnTo>
                    <a:pt x="2191" y="119"/>
                  </a:lnTo>
                  <a:lnTo>
                    <a:pt x="2191" y="119"/>
                  </a:lnTo>
                  <a:lnTo>
                    <a:pt x="2191" y="117"/>
                  </a:lnTo>
                  <a:lnTo>
                    <a:pt x="2182" y="117"/>
                  </a:lnTo>
                  <a:lnTo>
                    <a:pt x="2182" y="114"/>
                  </a:lnTo>
                  <a:lnTo>
                    <a:pt x="2177" y="114"/>
                  </a:lnTo>
                  <a:lnTo>
                    <a:pt x="2177" y="112"/>
                  </a:lnTo>
                  <a:lnTo>
                    <a:pt x="2177" y="112"/>
                  </a:lnTo>
                  <a:lnTo>
                    <a:pt x="2177" y="114"/>
                  </a:lnTo>
                  <a:lnTo>
                    <a:pt x="2175" y="114"/>
                  </a:lnTo>
                  <a:lnTo>
                    <a:pt x="2175" y="112"/>
                  </a:lnTo>
                  <a:lnTo>
                    <a:pt x="2175" y="112"/>
                  </a:lnTo>
                  <a:lnTo>
                    <a:pt x="2175" y="109"/>
                  </a:lnTo>
                  <a:lnTo>
                    <a:pt x="2170" y="109"/>
                  </a:lnTo>
                  <a:lnTo>
                    <a:pt x="2170" y="109"/>
                  </a:lnTo>
                  <a:lnTo>
                    <a:pt x="2168" y="109"/>
                  </a:lnTo>
                  <a:lnTo>
                    <a:pt x="2168" y="109"/>
                  </a:lnTo>
                  <a:lnTo>
                    <a:pt x="2165" y="109"/>
                  </a:lnTo>
                  <a:lnTo>
                    <a:pt x="2165" y="109"/>
                  </a:lnTo>
                  <a:lnTo>
                    <a:pt x="2165" y="109"/>
                  </a:lnTo>
                  <a:lnTo>
                    <a:pt x="2165" y="109"/>
                  </a:lnTo>
                  <a:lnTo>
                    <a:pt x="2163" y="109"/>
                  </a:lnTo>
                  <a:lnTo>
                    <a:pt x="2163" y="107"/>
                  </a:lnTo>
                  <a:lnTo>
                    <a:pt x="2153" y="107"/>
                  </a:lnTo>
                  <a:lnTo>
                    <a:pt x="2153" y="107"/>
                  </a:lnTo>
                  <a:lnTo>
                    <a:pt x="2151" y="107"/>
                  </a:lnTo>
                  <a:lnTo>
                    <a:pt x="2151" y="107"/>
                  </a:lnTo>
                  <a:lnTo>
                    <a:pt x="2142" y="107"/>
                  </a:lnTo>
                  <a:lnTo>
                    <a:pt x="2142" y="109"/>
                  </a:lnTo>
                  <a:lnTo>
                    <a:pt x="2142" y="109"/>
                  </a:lnTo>
                  <a:lnTo>
                    <a:pt x="2142" y="107"/>
                  </a:lnTo>
                  <a:lnTo>
                    <a:pt x="2139" y="107"/>
                  </a:lnTo>
                  <a:lnTo>
                    <a:pt x="2139" y="109"/>
                  </a:lnTo>
                  <a:lnTo>
                    <a:pt x="2137" y="109"/>
                  </a:lnTo>
                  <a:lnTo>
                    <a:pt x="2137" y="107"/>
                  </a:lnTo>
                  <a:lnTo>
                    <a:pt x="2135" y="107"/>
                  </a:lnTo>
                  <a:lnTo>
                    <a:pt x="2135" y="109"/>
                  </a:lnTo>
                  <a:lnTo>
                    <a:pt x="2130" y="109"/>
                  </a:lnTo>
                  <a:lnTo>
                    <a:pt x="2130" y="107"/>
                  </a:lnTo>
                  <a:lnTo>
                    <a:pt x="2130" y="107"/>
                  </a:lnTo>
                  <a:lnTo>
                    <a:pt x="2130" y="107"/>
                  </a:lnTo>
                  <a:lnTo>
                    <a:pt x="2127" y="107"/>
                  </a:lnTo>
                  <a:lnTo>
                    <a:pt x="2127" y="105"/>
                  </a:lnTo>
                  <a:lnTo>
                    <a:pt x="2125" y="105"/>
                  </a:lnTo>
                  <a:lnTo>
                    <a:pt x="2125" y="107"/>
                  </a:lnTo>
                  <a:lnTo>
                    <a:pt x="2116" y="107"/>
                  </a:lnTo>
                  <a:lnTo>
                    <a:pt x="2116" y="105"/>
                  </a:lnTo>
                  <a:lnTo>
                    <a:pt x="2118" y="105"/>
                  </a:lnTo>
                  <a:lnTo>
                    <a:pt x="2118" y="105"/>
                  </a:lnTo>
                  <a:lnTo>
                    <a:pt x="2118" y="105"/>
                  </a:lnTo>
                  <a:lnTo>
                    <a:pt x="2118" y="102"/>
                  </a:lnTo>
                  <a:lnTo>
                    <a:pt x="2116" y="102"/>
                  </a:lnTo>
                  <a:lnTo>
                    <a:pt x="2116" y="105"/>
                  </a:lnTo>
                  <a:lnTo>
                    <a:pt x="2116" y="105"/>
                  </a:lnTo>
                  <a:lnTo>
                    <a:pt x="2116" y="102"/>
                  </a:lnTo>
                  <a:lnTo>
                    <a:pt x="2113" y="102"/>
                  </a:lnTo>
                  <a:lnTo>
                    <a:pt x="2113" y="105"/>
                  </a:lnTo>
                  <a:lnTo>
                    <a:pt x="2111" y="105"/>
                  </a:lnTo>
                  <a:lnTo>
                    <a:pt x="2111" y="107"/>
                  </a:lnTo>
                  <a:lnTo>
                    <a:pt x="2111" y="107"/>
                  </a:lnTo>
                  <a:lnTo>
                    <a:pt x="2111" y="105"/>
                  </a:lnTo>
                  <a:lnTo>
                    <a:pt x="2109" y="105"/>
                  </a:lnTo>
                  <a:lnTo>
                    <a:pt x="2109" y="105"/>
                  </a:lnTo>
                  <a:lnTo>
                    <a:pt x="2109" y="105"/>
                  </a:lnTo>
                  <a:lnTo>
                    <a:pt x="2109" y="102"/>
                  </a:lnTo>
                  <a:lnTo>
                    <a:pt x="2104" y="102"/>
                  </a:lnTo>
                  <a:lnTo>
                    <a:pt x="2104" y="105"/>
                  </a:lnTo>
                  <a:lnTo>
                    <a:pt x="2104" y="105"/>
                  </a:lnTo>
                  <a:lnTo>
                    <a:pt x="2104" y="102"/>
                  </a:lnTo>
                  <a:lnTo>
                    <a:pt x="2104" y="102"/>
                  </a:lnTo>
                  <a:lnTo>
                    <a:pt x="2104" y="102"/>
                  </a:lnTo>
                  <a:lnTo>
                    <a:pt x="2097" y="102"/>
                  </a:lnTo>
                  <a:lnTo>
                    <a:pt x="2097" y="100"/>
                  </a:lnTo>
                  <a:lnTo>
                    <a:pt x="2090" y="100"/>
                  </a:lnTo>
                  <a:lnTo>
                    <a:pt x="2090" y="100"/>
                  </a:lnTo>
                  <a:lnTo>
                    <a:pt x="2094" y="100"/>
                  </a:lnTo>
                  <a:lnTo>
                    <a:pt x="2094" y="98"/>
                  </a:lnTo>
                  <a:lnTo>
                    <a:pt x="2099" y="98"/>
                  </a:lnTo>
                  <a:lnTo>
                    <a:pt x="2099" y="98"/>
                  </a:lnTo>
                  <a:lnTo>
                    <a:pt x="2097" y="98"/>
                  </a:lnTo>
                  <a:lnTo>
                    <a:pt x="2097" y="95"/>
                  </a:lnTo>
                  <a:lnTo>
                    <a:pt x="2092" y="95"/>
                  </a:lnTo>
                  <a:lnTo>
                    <a:pt x="2092" y="98"/>
                  </a:lnTo>
                  <a:lnTo>
                    <a:pt x="2090" y="98"/>
                  </a:lnTo>
                  <a:lnTo>
                    <a:pt x="2090" y="95"/>
                  </a:lnTo>
                  <a:lnTo>
                    <a:pt x="2085" y="95"/>
                  </a:lnTo>
                  <a:lnTo>
                    <a:pt x="2085" y="98"/>
                  </a:lnTo>
                  <a:lnTo>
                    <a:pt x="2082" y="98"/>
                  </a:lnTo>
                  <a:lnTo>
                    <a:pt x="2082" y="100"/>
                  </a:lnTo>
                  <a:lnTo>
                    <a:pt x="2085" y="100"/>
                  </a:lnTo>
                  <a:lnTo>
                    <a:pt x="2085" y="100"/>
                  </a:lnTo>
                  <a:lnTo>
                    <a:pt x="2080" y="100"/>
                  </a:lnTo>
                  <a:lnTo>
                    <a:pt x="2080" y="100"/>
                  </a:lnTo>
                  <a:lnTo>
                    <a:pt x="2075" y="100"/>
                  </a:lnTo>
                  <a:lnTo>
                    <a:pt x="2075" y="100"/>
                  </a:lnTo>
                  <a:lnTo>
                    <a:pt x="2073" y="100"/>
                  </a:lnTo>
                  <a:lnTo>
                    <a:pt x="2073" y="98"/>
                  </a:lnTo>
                  <a:lnTo>
                    <a:pt x="2071" y="98"/>
                  </a:lnTo>
                  <a:lnTo>
                    <a:pt x="2071" y="100"/>
                  </a:lnTo>
                  <a:lnTo>
                    <a:pt x="2071" y="100"/>
                  </a:lnTo>
                  <a:lnTo>
                    <a:pt x="2071" y="100"/>
                  </a:lnTo>
                  <a:lnTo>
                    <a:pt x="2068" y="100"/>
                  </a:lnTo>
                  <a:lnTo>
                    <a:pt x="2068" y="102"/>
                  </a:lnTo>
                  <a:lnTo>
                    <a:pt x="2068" y="102"/>
                  </a:lnTo>
                  <a:lnTo>
                    <a:pt x="2068" y="102"/>
                  </a:lnTo>
                  <a:lnTo>
                    <a:pt x="2068" y="102"/>
                  </a:lnTo>
                  <a:lnTo>
                    <a:pt x="2068" y="102"/>
                  </a:lnTo>
                  <a:lnTo>
                    <a:pt x="2064" y="102"/>
                  </a:lnTo>
                  <a:lnTo>
                    <a:pt x="2064" y="105"/>
                  </a:lnTo>
                  <a:lnTo>
                    <a:pt x="2061" y="105"/>
                  </a:lnTo>
                  <a:lnTo>
                    <a:pt x="2061" y="105"/>
                  </a:lnTo>
                  <a:lnTo>
                    <a:pt x="2059" y="105"/>
                  </a:lnTo>
                  <a:lnTo>
                    <a:pt x="2059" y="109"/>
                  </a:lnTo>
                  <a:lnTo>
                    <a:pt x="2059" y="109"/>
                  </a:lnTo>
                  <a:lnTo>
                    <a:pt x="2059" y="109"/>
                  </a:lnTo>
                  <a:lnTo>
                    <a:pt x="2061" y="109"/>
                  </a:lnTo>
                  <a:lnTo>
                    <a:pt x="2061" y="112"/>
                  </a:lnTo>
                  <a:lnTo>
                    <a:pt x="2061" y="112"/>
                  </a:lnTo>
                  <a:lnTo>
                    <a:pt x="2061" y="114"/>
                  </a:lnTo>
                  <a:lnTo>
                    <a:pt x="2064" y="114"/>
                  </a:lnTo>
                  <a:lnTo>
                    <a:pt x="2064" y="117"/>
                  </a:lnTo>
                  <a:lnTo>
                    <a:pt x="2064" y="117"/>
                  </a:lnTo>
                  <a:lnTo>
                    <a:pt x="2064" y="112"/>
                  </a:lnTo>
                  <a:lnTo>
                    <a:pt x="2064" y="112"/>
                  </a:lnTo>
                  <a:lnTo>
                    <a:pt x="2064" y="114"/>
                  </a:lnTo>
                  <a:lnTo>
                    <a:pt x="2066" y="114"/>
                  </a:lnTo>
                  <a:lnTo>
                    <a:pt x="2066" y="114"/>
                  </a:lnTo>
                  <a:lnTo>
                    <a:pt x="2066" y="114"/>
                  </a:lnTo>
                  <a:lnTo>
                    <a:pt x="2066" y="117"/>
                  </a:lnTo>
                  <a:lnTo>
                    <a:pt x="2064" y="117"/>
                  </a:lnTo>
                  <a:lnTo>
                    <a:pt x="2064" y="119"/>
                  </a:lnTo>
                  <a:lnTo>
                    <a:pt x="2064" y="119"/>
                  </a:lnTo>
                  <a:lnTo>
                    <a:pt x="2064" y="119"/>
                  </a:lnTo>
                  <a:lnTo>
                    <a:pt x="2064" y="119"/>
                  </a:lnTo>
                  <a:lnTo>
                    <a:pt x="2064" y="121"/>
                  </a:lnTo>
                  <a:lnTo>
                    <a:pt x="2061" y="121"/>
                  </a:lnTo>
                  <a:lnTo>
                    <a:pt x="2061" y="121"/>
                  </a:lnTo>
                  <a:lnTo>
                    <a:pt x="2059" y="121"/>
                  </a:lnTo>
                  <a:lnTo>
                    <a:pt x="2059" y="121"/>
                  </a:lnTo>
                  <a:lnTo>
                    <a:pt x="2054" y="121"/>
                  </a:lnTo>
                  <a:lnTo>
                    <a:pt x="2054" y="119"/>
                  </a:lnTo>
                  <a:lnTo>
                    <a:pt x="2049" y="119"/>
                  </a:lnTo>
                  <a:lnTo>
                    <a:pt x="2049" y="119"/>
                  </a:lnTo>
                  <a:lnTo>
                    <a:pt x="2054" y="119"/>
                  </a:lnTo>
                  <a:lnTo>
                    <a:pt x="2054" y="119"/>
                  </a:lnTo>
                  <a:lnTo>
                    <a:pt x="2052" y="119"/>
                  </a:lnTo>
                  <a:lnTo>
                    <a:pt x="2052" y="117"/>
                  </a:lnTo>
                  <a:lnTo>
                    <a:pt x="2045" y="117"/>
                  </a:lnTo>
                  <a:lnTo>
                    <a:pt x="2045" y="119"/>
                  </a:lnTo>
                  <a:lnTo>
                    <a:pt x="2042" y="119"/>
                  </a:lnTo>
                  <a:lnTo>
                    <a:pt x="2042" y="117"/>
                  </a:lnTo>
                  <a:lnTo>
                    <a:pt x="2040" y="117"/>
                  </a:lnTo>
                  <a:lnTo>
                    <a:pt x="2040" y="119"/>
                  </a:lnTo>
                  <a:lnTo>
                    <a:pt x="2038" y="119"/>
                  </a:lnTo>
                  <a:lnTo>
                    <a:pt x="2038" y="119"/>
                  </a:lnTo>
                  <a:lnTo>
                    <a:pt x="2035" y="119"/>
                  </a:lnTo>
                  <a:lnTo>
                    <a:pt x="2035" y="119"/>
                  </a:lnTo>
                  <a:lnTo>
                    <a:pt x="2035" y="119"/>
                  </a:lnTo>
                  <a:lnTo>
                    <a:pt x="2035" y="119"/>
                  </a:lnTo>
                  <a:lnTo>
                    <a:pt x="2035" y="119"/>
                  </a:lnTo>
                  <a:lnTo>
                    <a:pt x="2035" y="121"/>
                  </a:lnTo>
                  <a:lnTo>
                    <a:pt x="2030" y="121"/>
                  </a:lnTo>
                  <a:lnTo>
                    <a:pt x="2030" y="119"/>
                  </a:lnTo>
                  <a:lnTo>
                    <a:pt x="2021" y="119"/>
                  </a:lnTo>
                  <a:lnTo>
                    <a:pt x="2021" y="121"/>
                  </a:lnTo>
                  <a:lnTo>
                    <a:pt x="2009" y="121"/>
                  </a:lnTo>
                  <a:lnTo>
                    <a:pt x="2009" y="119"/>
                  </a:lnTo>
                  <a:lnTo>
                    <a:pt x="2002" y="119"/>
                  </a:lnTo>
                  <a:lnTo>
                    <a:pt x="2002" y="119"/>
                  </a:lnTo>
                  <a:lnTo>
                    <a:pt x="2002" y="119"/>
                  </a:lnTo>
                  <a:lnTo>
                    <a:pt x="2002" y="119"/>
                  </a:lnTo>
                  <a:lnTo>
                    <a:pt x="2000" y="119"/>
                  </a:lnTo>
                  <a:lnTo>
                    <a:pt x="2000" y="117"/>
                  </a:lnTo>
                  <a:lnTo>
                    <a:pt x="1997" y="117"/>
                  </a:lnTo>
                  <a:lnTo>
                    <a:pt x="1997" y="114"/>
                  </a:lnTo>
                  <a:lnTo>
                    <a:pt x="1995" y="114"/>
                  </a:lnTo>
                  <a:lnTo>
                    <a:pt x="1995" y="117"/>
                  </a:lnTo>
                  <a:lnTo>
                    <a:pt x="1995" y="117"/>
                  </a:lnTo>
                  <a:lnTo>
                    <a:pt x="1995" y="114"/>
                  </a:lnTo>
                  <a:lnTo>
                    <a:pt x="1993" y="114"/>
                  </a:lnTo>
                  <a:lnTo>
                    <a:pt x="1993" y="117"/>
                  </a:lnTo>
                  <a:lnTo>
                    <a:pt x="1990" y="117"/>
                  </a:lnTo>
                  <a:lnTo>
                    <a:pt x="1990" y="114"/>
                  </a:lnTo>
                  <a:lnTo>
                    <a:pt x="1990" y="114"/>
                  </a:lnTo>
                  <a:lnTo>
                    <a:pt x="1990" y="117"/>
                  </a:lnTo>
                  <a:lnTo>
                    <a:pt x="1988" y="117"/>
                  </a:lnTo>
                  <a:lnTo>
                    <a:pt x="1988" y="114"/>
                  </a:lnTo>
                  <a:lnTo>
                    <a:pt x="1985" y="114"/>
                  </a:lnTo>
                  <a:lnTo>
                    <a:pt x="1985" y="117"/>
                  </a:lnTo>
                  <a:lnTo>
                    <a:pt x="1985" y="117"/>
                  </a:lnTo>
                  <a:lnTo>
                    <a:pt x="1985" y="114"/>
                  </a:lnTo>
                  <a:lnTo>
                    <a:pt x="1983" y="114"/>
                  </a:lnTo>
                  <a:lnTo>
                    <a:pt x="1983" y="117"/>
                  </a:lnTo>
                  <a:lnTo>
                    <a:pt x="1981" y="117"/>
                  </a:lnTo>
                  <a:lnTo>
                    <a:pt x="1981" y="117"/>
                  </a:lnTo>
                  <a:lnTo>
                    <a:pt x="1978" y="117"/>
                  </a:lnTo>
                  <a:lnTo>
                    <a:pt x="1978" y="117"/>
                  </a:lnTo>
                  <a:lnTo>
                    <a:pt x="1976" y="117"/>
                  </a:lnTo>
                  <a:lnTo>
                    <a:pt x="1976" y="117"/>
                  </a:lnTo>
                  <a:lnTo>
                    <a:pt x="1976" y="117"/>
                  </a:lnTo>
                  <a:lnTo>
                    <a:pt x="1976" y="119"/>
                  </a:lnTo>
                  <a:lnTo>
                    <a:pt x="1974" y="119"/>
                  </a:lnTo>
                  <a:lnTo>
                    <a:pt x="1974" y="117"/>
                  </a:lnTo>
                  <a:lnTo>
                    <a:pt x="1969" y="117"/>
                  </a:lnTo>
                  <a:lnTo>
                    <a:pt x="1969" y="117"/>
                  </a:lnTo>
                  <a:lnTo>
                    <a:pt x="1962" y="117"/>
                  </a:lnTo>
                  <a:lnTo>
                    <a:pt x="1962" y="114"/>
                  </a:lnTo>
                  <a:lnTo>
                    <a:pt x="1959" y="114"/>
                  </a:lnTo>
                  <a:lnTo>
                    <a:pt x="1959" y="114"/>
                  </a:lnTo>
                  <a:lnTo>
                    <a:pt x="1957" y="114"/>
                  </a:lnTo>
                  <a:lnTo>
                    <a:pt x="1957" y="112"/>
                  </a:lnTo>
                  <a:lnTo>
                    <a:pt x="1959" y="112"/>
                  </a:lnTo>
                  <a:lnTo>
                    <a:pt x="1959" y="109"/>
                  </a:lnTo>
                  <a:lnTo>
                    <a:pt x="1957" y="109"/>
                  </a:lnTo>
                  <a:lnTo>
                    <a:pt x="1957" y="109"/>
                  </a:lnTo>
                  <a:lnTo>
                    <a:pt x="1962" y="109"/>
                  </a:lnTo>
                  <a:lnTo>
                    <a:pt x="1962" y="109"/>
                  </a:lnTo>
                  <a:lnTo>
                    <a:pt x="1962" y="109"/>
                  </a:lnTo>
                  <a:lnTo>
                    <a:pt x="1962" y="112"/>
                  </a:lnTo>
                  <a:lnTo>
                    <a:pt x="1967" y="112"/>
                  </a:lnTo>
                  <a:lnTo>
                    <a:pt x="1967" y="109"/>
                  </a:lnTo>
                  <a:lnTo>
                    <a:pt x="1969" y="109"/>
                  </a:lnTo>
                  <a:lnTo>
                    <a:pt x="1969" y="107"/>
                  </a:lnTo>
                  <a:lnTo>
                    <a:pt x="1967" y="107"/>
                  </a:lnTo>
                  <a:lnTo>
                    <a:pt x="1967" y="105"/>
                  </a:lnTo>
                  <a:lnTo>
                    <a:pt x="1933" y="105"/>
                  </a:lnTo>
                  <a:lnTo>
                    <a:pt x="1933" y="105"/>
                  </a:lnTo>
                  <a:lnTo>
                    <a:pt x="1926" y="105"/>
                  </a:lnTo>
                  <a:lnTo>
                    <a:pt x="1926" y="102"/>
                  </a:lnTo>
                  <a:lnTo>
                    <a:pt x="1917" y="102"/>
                  </a:lnTo>
                  <a:lnTo>
                    <a:pt x="1917" y="102"/>
                  </a:lnTo>
                  <a:lnTo>
                    <a:pt x="1914" y="102"/>
                  </a:lnTo>
                  <a:lnTo>
                    <a:pt x="1914" y="102"/>
                  </a:lnTo>
                  <a:lnTo>
                    <a:pt x="1910" y="102"/>
                  </a:lnTo>
                  <a:lnTo>
                    <a:pt x="1910" y="102"/>
                  </a:lnTo>
                  <a:lnTo>
                    <a:pt x="1895" y="102"/>
                  </a:lnTo>
                  <a:lnTo>
                    <a:pt x="1895" y="100"/>
                  </a:lnTo>
                  <a:lnTo>
                    <a:pt x="1893" y="100"/>
                  </a:lnTo>
                  <a:lnTo>
                    <a:pt x="1893" y="102"/>
                  </a:lnTo>
                  <a:lnTo>
                    <a:pt x="1886" y="102"/>
                  </a:lnTo>
                  <a:lnTo>
                    <a:pt x="1886" y="102"/>
                  </a:lnTo>
                  <a:lnTo>
                    <a:pt x="1884" y="102"/>
                  </a:lnTo>
                  <a:lnTo>
                    <a:pt x="1884" y="105"/>
                  </a:lnTo>
                  <a:lnTo>
                    <a:pt x="1862" y="105"/>
                  </a:lnTo>
                  <a:lnTo>
                    <a:pt x="1862" y="105"/>
                  </a:lnTo>
                  <a:lnTo>
                    <a:pt x="1858" y="105"/>
                  </a:lnTo>
                  <a:lnTo>
                    <a:pt x="1858" y="107"/>
                  </a:lnTo>
                  <a:lnTo>
                    <a:pt x="1851" y="107"/>
                  </a:lnTo>
                  <a:lnTo>
                    <a:pt x="1851" y="109"/>
                  </a:lnTo>
                  <a:lnTo>
                    <a:pt x="1855" y="109"/>
                  </a:lnTo>
                  <a:lnTo>
                    <a:pt x="1855" y="112"/>
                  </a:lnTo>
                  <a:lnTo>
                    <a:pt x="1853" y="112"/>
                  </a:lnTo>
                  <a:lnTo>
                    <a:pt x="1853" y="109"/>
                  </a:lnTo>
                  <a:lnTo>
                    <a:pt x="1848" y="109"/>
                  </a:lnTo>
                  <a:lnTo>
                    <a:pt x="1848" y="109"/>
                  </a:lnTo>
                  <a:lnTo>
                    <a:pt x="1846" y="109"/>
                  </a:lnTo>
                  <a:lnTo>
                    <a:pt x="1846" y="107"/>
                  </a:lnTo>
                  <a:lnTo>
                    <a:pt x="1848" y="107"/>
                  </a:lnTo>
                  <a:lnTo>
                    <a:pt x="1848" y="107"/>
                  </a:lnTo>
                  <a:lnTo>
                    <a:pt x="1851" y="107"/>
                  </a:lnTo>
                  <a:lnTo>
                    <a:pt x="1851" y="105"/>
                  </a:lnTo>
                  <a:lnTo>
                    <a:pt x="1851" y="105"/>
                  </a:lnTo>
                  <a:lnTo>
                    <a:pt x="1851" y="105"/>
                  </a:lnTo>
                  <a:lnTo>
                    <a:pt x="1851" y="105"/>
                  </a:lnTo>
                  <a:lnTo>
                    <a:pt x="1851" y="102"/>
                  </a:lnTo>
                  <a:lnTo>
                    <a:pt x="1851" y="102"/>
                  </a:lnTo>
                  <a:lnTo>
                    <a:pt x="1851" y="102"/>
                  </a:lnTo>
                  <a:lnTo>
                    <a:pt x="1848" y="102"/>
                  </a:lnTo>
                  <a:lnTo>
                    <a:pt x="1848" y="100"/>
                  </a:lnTo>
                  <a:lnTo>
                    <a:pt x="1846" y="100"/>
                  </a:lnTo>
                  <a:lnTo>
                    <a:pt x="1846" y="100"/>
                  </a:lnTo>
                  <a:lnTo>
                    <a:pt x="1846" y="100"/>
                  </a:lnTo>
                  <a:lnTo>
                    <a:pt x="1846" y="100"/>
                  </a:lnTo>
                  <a:lnTo>
                    <a:pt x="1846" y="100"/>
                  </a:lnTo>
                  <a:lnTo>
                    <a:pt x="1846" y="98"/>
                  </a:lnTo>
                  <a:lnTo>
                    <a:pt x="1843" y="98"/>
                  </a:lnTo>
                  <a:lnTo>
                    <a:pt x="1843" y="98"/>
                  </a:lnTo>
                  <a:lnTo>
                    <a:pt x="1841" y="98"/>
                  </a:lnTo>
                  <a:lnTo>
                    <a:pt x="1841" y="95"/>
                  </a:lnTo>
                  <a:lnTo>
                    <a:pt x="1839" y="95"/>
                  </a:lnTo>
                  <a:lnTo>
                    <a:pt x="1839" y="95"/>
                  </a:lnTo>
                  <a:lnTo>
                    <a:pt x="1836" y="95"/>
                  </a:lnTo>
                  <a:lnTo>
                    <a:pt x="1836" y="98"/>
                  </a:lnTo>
                  <a:lnTo>
                    <a:pt x="1836" y="98"/>
                  </a:lnTo>
                  <a:lnTo>
                    <a:pt x="1836" y="98"/>
                  </a:lnTo>
                  <a:lnTo>
                    <a:pt x="1839" y="98"/>
                  </a:lnTo>
                  <a:lnTo>
                    <a:pt x="1839" y="100"/>
                  </a:lnTo>
                  <a:lnTo>
                    <a:pt x="1839" y="100"/>
                  </a:lnTo>
                  <a:lnTo>
                    <a:pt x="1839" y="100"/>
                  </a:lnTo>
                  <a:lnTo>
                    <a:pt x="1834" y="100"/>
                  </a:lnTo>
                  <a:lnTo>
                    <a:pt x="1834" y="102"/>
                  </a:lnTo>
                  <a:lnTo>
                    <a:pt x="1822" y="102"/>
                  </a:lnTo>
                  <a:lnTo>
                    <a:pt x="1822" y="100"/>
                  </a:lnTo>
                  <a:lnTo>
                    <a:pt x="1813" y="100"/>
                  </a:lnTo>
                  <a:lnTo>
                    <a:pt x="1813" y="100"/>
                  </a:lnTo>
                  <a:lnTo>
                    <a:pt x="1808" y="100"/>
                  </a:lnTo>
                  <a:lnTo>
                    <a:pt x="1808" y="100"/>
                  </a:lnTo>
                  <a:lnTo>
                    <a:pt x="1806" y="100"/>
                  </a:lnTo>
                  <a:lnTo>
                    <a:pt x="1806" y="98"/>
                  </a:lnTo>
                  <a:lnTo>
                    <a:pt x="1803" y="98"/>
                  </a:lnTo>
                  <a:lnTo>
                    <a:pt x="1803" y="98"/>
                  </a:lnTo>
                  <a:lnTo>
                    <a:pt x="1803" y="98"/>
                  </a:lnTo>
                  <a:lnTo>
                    <a:pt x="1803" y="95"/>
                  </a:lnTo>
                  <a:lnTo>
                    <a:pt x="1810" y="95"/>
                  </a:lnTo>
                  <a:lnTo>
                    <a:pt x="1810" y="95"/>
                  </a:lnTo>
                  <a:lnTo>
                    <a:pt x="1810" y="95"/>
                  </a:lnTo>
                  <a:lnTo>
                    <a:pt x="1810" y="93"/>
                  </a:lnTo>
                  <a:lnTo>
                    <a:pt x="1810" y="93"/>
                  </a:lnTo>
                  <a:lnTo>
                    <a:pt x="1810" y="93"/>
                  </a:lnTo>
                  <a:lnTo>
                    <a:pt x="1803" y="93"/>
                  </a:lnTo>
                  <a:lnTo>
                    <a:pt x="1803" y="93"/>
                  </a:lnTo>
                  <a:lnTo>
                    <a:pt x="1798" y="93"/>
                  </a:lnTo>
                  <a:lnTo>
                    <a:pt x="1798" y="95"/>
                  </a:lnTo>
                  <a:lnTo>
                    <a:pt x="1798" y="95"/>
                  </a:lnTo>
                  <a:lnTo>
                    <a:pt x="1798" y="98"/>
                  </a:lnTo>
                  <a:lnTo>
                    <a:pt x="1796" y="98"/>
                  </a:lnTo>
                  <a:lnTo>
                    <a:pt x="1796" y="95"/>
                  </a:lnTo>
                  <a:lnTo>
                    <a:pt x="1791" y="95"/>
                  </a:lnTo>
                  <a:lnTo>
                    <a:pt x="1791" y="95"/>
                  </a:lnTo>
                  <a:lnTo>
                    <a:pt x="1787" y="95"/>
                  </a:lnTo>
                  <a:lnTo>
                    <a:pt x="1787" y="93"/>
                  </a:lnTo>
                  <a:lnTo>
                    <a:pt x="1775" y="93"/>
                  </a:lnTo>
                  <a:lnTo>
                    <a:pt x="1775" y="95"/>
                  </a:lnTo>
                  <a:lnTo>
                    <a:pt x="1772" y="95"/>
                  </a:lnTo>
                  <a:lnTo>
                    <a:pt x="1772" y="95"/>
                  </a:lnTo>
                  <a:lnTo>
                    <a:pt x="1772" y="95"/>
                  </a:lnTo>
                  <a:lnTo>
                    <a:pt x="1772" y="98"/>
                  </a:lnTo>
                  <a:lnTo>
                    <a:pt x="1772" y="98"/>
                  </a:lnTo>
                  <a:lnTo>
                    <a:pt x="1772" y="98"/>
                  </a:lnTo>
                  <a:lnTo>
                    <a:pt x="1768" y="98"/>
                  </a:lnTo>
                  <a:lnTo>
                    <a:pt x="1768" y="100"/>
                  </a:lnTo>
                  <a:lnTo>
                    <a:pt x="1765" y="100"/>
                  </a:lnTo>
                  <a:lnTo>
                    <a:pt x="1765" y="100"/>
                  </a:lnTo>
                  <a:lnTo>
                    <a:pt x="1765" y="100"/>
                  </a:lnTo>
                  <a:lnTo>
                    <a:pt x="1765" y="102"/>
                  </a:lnTo>
                  <a:lnTo>
                    <a:pt x="1768" y="102"/>
                  </a:lnTo>
                  <a:lnTo>
                    <a:pt x="1768" y="102"/>
                  </a:lnTo>
                  <a:lnTo>
                    <a:pt x="1770" y="102"/>
                  </a:lnTo>
                  <a:lnTo>
                    <a:pt x="1770" y="105"/>
                  </a:lnTo>
                  <a:lnTo>
                    <a:pt x="1772" y="105"/>
                  </a:lnTo>
                  <a:lnTo>
                    <a:pt x="1772" y="102"/>
                  </a:lnTo>
                  <a:lnTo>
                    <a:pt x="1784" y="102"/>
                  </a:lnTo>
                  <a:lnTo>
                    <a:pt x="1784" y="105"/>
                  </a:lnTo>
                  <a:lnTo>
                    <a:pt x="1784" y="105"/>
                  </a:lnTo>
                  <a:lnTo>
                    <a:pt x="1784" y="105"/>
                  </a:lnTo>
                  <a:lnTo>
                    <a:pt x="1777" y="105"/>
                  </a:lnTo>
                  <a:lnTo>
                    <a:pt x="1777" y="107"/>
                  </a:lnTo>
                  <a:lnTo>
                    <a:pt x="1775" y="107"/>
                  </a:lnTo>
                  <a:lnTo>
                    <a:pt x="1775" y="109"/>
                  </a:lnTo>
                  <a:lnTo>
                    <a:pt x="1765" y="109"/>
                  </a:lnTo>
                  <a:lnTo>
                    <a:pt x="1765" y="109"/>
                  </a:lnTo>
                  <a:lnTo>
                    <a:pt x="1763" y="109"/>
                  </a:lnTo>
                  <a:lnTo>
                    <a:pt x="1763" y="109"/>
                  </a:lnTo>
                  <a:lnTo>
                    <a:pt x="1763" y="109"/>
                  </a:lnTo>
                  <a:lnTo>
                    <a:pt x="1763" y="107"/>
                  </a:lnTo>
                  <a:lnTo>
                    <a:pt x="1761" y="107"/>
                  </a:lnTo>
                  <a:lnTo>
                    <a:pt x="1761" y="105"/>
                  </a:lnTo>
                  <a:lnTo>
                    <a:pt x="1758" y="105"/>
                  </a:lnTo>
                  <a:lnTo>
                    <a:pt x="1758" y="107"/>
                  </a:lnTo>
                  <a:lnTo>
                    <a:pt x="1758" y="107"/>
                  </a:lnTo>
                  <a:lnTo>
                    <a:pt x="1758" y="109"/>
                  </a:lnTo>
                  <a:lnTo>
                    <a:pt x="1758" y="109"/>
                  </a:lnTo>
                  <a:lnTo>
                    <a:pt x="1758" y="109"/>
                  </a:lnTo>
                  <a:lnTo>
                    <a:pt x="1751" y="109"/>
                  </a:lnTo>
                  <a:lnTo>
                    <a:pt x="1751" y="112"/>
                  </a:lnTo>
                  <a:lnTo>
                    <a:pt x="1739" y="112"/>
                  </a:lnTo>
                  <a:lnTo>
                    <a:pt x="1739" y="112"/>
                  </a:lnTo>
                  <a:lnTo>
                    <a:pt x="1737" y="112"/>
                  </a:lnTo>
                  <a:lnTo>
                    <a:pt x="1737" y="114"/>
                  </a:lnTo>
                  <a:lnTo>
                    <a:pt x="1732" y="114"/>
                  </a:lnTo>
                  <a:lnTo>
                    <a:pt x="1732" y="114"/>
                  </a:lnTo>
                  <a:lnTo>
                    <a:pt x="1730" y="114"/>
                  </a:lnTo>
                  <a:lnTo>
                    <a:pt x="1730" y="117"/>
                  </a:lnTo>
                  <a:lnTo>
                    <a:pt x="1709" y="117"/>
                  </a:lnTo>
                  <a:lnTo>
                    <a:pt x="1709" y="117"/>
                  </a:lnTo>
                  <a:lnTo>
                    <a:pt x="1709" y="117"/>
                  </a:lnTo>
                  <a:lnTo>
                    <a:pt x="1709" y="117"/>
                  </a:lnTo>
                  <a:lnTo>
                    <a:pt x="1701" y="117"/>
                  </a:lnTo>
                  <a:lnTo>
                    <a:pt x="1701" y="114"/>
                  </a:lnTo>
                  <a:lnTo>
                    <a:pt x="1697" y="114"/>
                  </a:lnTo>
                  <a:lnTo>
                    <a:pt x="1697" y="117"/>
                  </a:lnTo>
                  <a:lnTo>
                    <a:pt x="1697" y="117"/>
                  </a:lnTo>
                  <a:lnTo>
                    <a:pt x="1697" y="117"/>
                  </a:lnTo>
                  <a:lnTo>
                    <a:pt x="1694" y="117"/>
                  </a:lnTo>
                  <a:lnTo>
                    <a:pt x="1694" y="119"/>
                  </a:lnTo>
                  <a:lnTo>
                    <a:pt x="1694" y="119"/>
                  </a:lnTo>
                  <a:lnTo>
                    <a:pt x="1694" y="119"/>
                  </a:lnTo>
                  <a:lnTo>
                    <a:pt x="1694" y="119"/>
                  </a:lnTo>
                  <a:lnTo>
                    <a:pt x="1694" y="121"/>
                  </a:lnTo>
                  <a:lnTo>
                    <a:pt x="1692" y="121"/>
                  </a:lnTo>
                  <a:lnTo>
                    <a:pt x="1692" y="119"/>
                  </a:lnTo>
                  <a:lnTo>
                    <a:pt x="1690" y="119"/>
                  </a:lnTo>
                  <a:lnTo>
                    <a:pt x="1690" y="119"/>
                  </a:lnTo>
                  <a:lnTo>
                    <a:pt x="1690" y="119"/>
                  </a:lnTo>
                  <a:lnTo>
                    <a:pt x="1690" y="117"/>
                  </a:lnTo>
                  <a:lnTo>
                    <a:pt x="1692" y="117"/>
                  </a:lnTo>
                  <a:lnTo>
                    <a:pt x="1692" y="114"/>
                  </a:lnTo>
                  <a:lnTo>
                    <a:pt x="1692" y="114"/>
                  </a:lnTo>
                  <a:lnTo>
                    <a:pt x="1692" y="114"/>
                  </a:lnTo>
                  <a:lnTo>
                    <a:pt x="1697" y="114"/>
                  </a:lnTo>
                  <a:lnTo>
                    <a:pt x="1697" y="112"/>
                  </a:lnTo>
                  <a:lnTo>
                    <a:pt x="1709" y="112"/>
                  </a:lnTo>
                  <a:lnTo>
                    <a:pt x="1709" y="109"/>
                  </a:lnTo>
                  <a:lnTo>
                    <a:pt x="1711" y="109"/>
                  </a:lnTo>
                  <a:lnTo>
                    <a:pt x="1711" y="109"/>
                  </a:lnTo>
                  <a:lnTo>
                    <a:pt x="1713" y="109"/>
                  </a:lnTo>
                  <a:lnTo>
                    <a:pt x="1713" y="105"/>
                  </a:lnTo>
                  <a:lnTo>
                    <a:pt x="1718" y="105"/>
                  </a:lnTo>
                  <a:lnTo>
                    <a:pt x="1718" y="105"/>
                  </a:lnTo>
                  <a:lnTo>
                    <a:pt x="1720" y="105"/>
                  </a:lnTo>
                  <a:lnTo>
                    <a:pt x="1720" y="105"/>
                  </a:lnTo>
                  <a:lnTo>
                    <a:pt x="1730" y="105"/>
                  </a:lnTo>
                  <a:lnTo>
                    <a:pt x="1730" y="105"/>
                  </a:lnTo>
                  <a:lnTo>
                    <a:pt x="1739" y="105"/>
                  </a:lnTo>
                  <a:lnTo>
                    <a:pt x="1739" y="102"/>
                  </a:lnTo>
                  <a:lnTo>
                    <a:pt x="1739" y="102"/>
                  </a:lnTo>
                  <a:lnTo>
                    <a:pt x="1739" y="102"/>
                  </a:lnTo>
                  <a:lnTo>
                    <a:pt x="1742" y="102"/>
                  </a:lnTo>
                  <a:lnTo>
                    <a:pt x="1742" y="100"/>
                  </a:lnTo>
                  <a:lnTo>
                    <a:pt x="1744" y="100"/>
                  </a:lnTo>
                  <a:lnTo>
                    <a:pt x="1744" y="100"/>
                  </a:lnTo>
                  <a:lnTo>
                    <a:pt x="1746" y="100"/>
                  </a:lnTo>
                  <a:lnTo>
                    <a:pt x="1746" y="100"/>
                  </a:lnTo>
                  <a:lnTo>
                    <a:pt x="1749" y="100"/>
                  </a:lnTo>
                  <a:lnTo>
                    <a:pt x="1749" y="98"/>
                  </a:lnTo>
                  <a:lnTo>
                    <a:pt x="1751" y="98"/>
                  </a:lnTo>
                  <a:lnTo>
                    <a:pt x="1751" y="98"/>
                  </a:lnTo>
                  <a:lnTo>
                    <a:pt x="1753" y="98"/>
                  </a:lnTo>
                  <a:lnTo>
                    <a:pt x="1753" y="95"/>
                  </a:lnTo>
                  <a:lnTo>
                    <a:pt x="1756" y="95"/>
                  </a:lnTo>
                  <a:lnTo>
                    <a:pt x="1756" y="95"/>
                  </a:lnTo>
                  <a:lnTo>
                    <a:pt x="1756" y="95"/>
                  </a:lnTo>
                  <a:lnTo>
                    <a:pt x="1756" y="93"/>
                  </a:lnTo>
                  <a:lnTo>
                    <a:pt x="1765" y="93"/>
                  </a:lnTo>
                  <a:lnTo>
                    <a:pt x="1765" y="93"/>
                  </a:lnTo>
                  <a:lnTo>
                    <a:pt x="1770" y="93"/>
                  </a:lnTo>
                  <a:lnTo>
                    <a:pt x="1770" y="90"/>
                  </a:lnTo>
                  <a:lnTo>
                    <a:pt x="1772" y="90"/>
                  </a:lnTo>
                  <a:lnTo>
                    <a:pt x="1772" y="90"/>
                  </a:lnTo>
                  <a:lnTo>
                    <a:pt x="1775" y="90"/>
                  </a:lnTo>
                  <a:lnTo>
                    <a:pt x="1775" y="90"/>
                  </a:lnTo>
                  <a:lnTo>
                    <a:pt x="1775" y="90"/>
                  </a:lnTo>
                  <a:lnTo>
                    <a:pt x="1775" y="86"/>
                  </a:lnTo>
                  <a:lnTo>
                    <a:pt x="1782" y="86"/>
                  </a:lnTo>
                  <a:lnTo>
                    <a:pt x="1782" y="86"/>
                  </a:lnTo>
                  <a:lnTo>
                    <a:pt x="1784" y="86"/>
                  </a:lnTo>
                  <a:lnTo>
                    <a:pt x="1784" y="83"/>
                  </a:lnTo>
                  <a:lnTo>
                    <a:pt x="1787" y="83"/>
                  </a:lnTo>
                  <a:lnTo>
                    <a:pt x="1787" y="83"/>
                  </a:lnTo>
                  <a:lnTo>
                    <a:pt x="1791" y="83"/>
                  </a:lnTo>
                  <a:lnTo>
                    <a:pt x="1791" y="81"/>
                  </a:lnTo>
                  <a:lnTo>
                    <a:pt x="1796" y="81"/>
                  </a:lnTo>
                  <a:lnTo>
                    <a:pt x="1796" y="81"/>
                  </a:lnTo>
                  <a:lnTo>
                    <a:pt x="1796" y="81"/>
                  </a:lnTo>
                  <a:lnTo>
                    <a:pt x="1796" y="81"/>
                  </a:lnTo>
                  <a:lnTo>
                    <a:pt x="1798" y="81"/>
                  </a:lnTo>
                  <a:lnTo>
                    <a:pt x="1798" y="81"/>
                  </a:lnTo>
                  <a:lnTo>
                    <a:pt x="1801" y="81"/>
                  </a:lnTo>
                  <a:lnTo>
                    <a:pt x="1801" y="81"/>
                  </a:lnTo>
                  <a:lnTo>
                    <a:pt x="1803" y="81"/>
                  </a:lnTo>
                  <a:lnTo>
                    <a:pt x="1803" y="79"/>
                  </a:lnTo>
                  <a:lnTo>
                    <a:pt x="1806" y="79"/>
                  </a:lnTo>
                  <a:lnTo>
                    <a:pt x="1806" y="79"/>
                  </a:lnTo>
                  <a:lnTo>
                    <a:pt x="1813" y="79"/>
                  </a:lnTo>
                  <a:lnTo>
                    <a:pt x="1813" y="79"/>
                  </a:lnTo>
                  <a:lnTo>
                    <a:pt x="1815" y="79"/>
                  </a:lnTo>
                  <a:lnTo>
                    <a:pt x="1815" y="79"/>
                  </a:lnTo>
                  <a:lnTo>
                    <a:pt x="1817" y="79"/>
                  </a:lnTo>
                  <a:lnTo>
                    <a:pt x="1817" y="76"/>
                  </a:lnTo>
                  <a:lnTo>
                    <a:pt x="1820" y="76"/>
                  </a:lnTo>
                  <a:lnTo>
                    <a:pt x="1820" y="76"/>
                  </a:lnTo>
                  <a:lnTo>
                    <a:pt x="1820" y="76"/>
                  </a:lnTo>
                  <a:lnTo>
                    <a:pt x="1820" y="74"/>
                  </a:lnTo>
                  <a:lnTo>
                    <a:pt x="1822" y="74"/>
                  </a:lnTo>
                  <a:lnTo>
                    <a:pt x="1822" y="74"/>
                  </a:lnTo>
                  <a:lnTo>
                    <a:pt x="1822" y="74"/>
                  </a:lnTo>
                  <a:lnTo>
                    <a:pt x="1822" y="72"/>
                  </a:lnTo>
                  <a:lnTo>
                    <a:pt x="1832" y="72"/>
                  </a:lnTo>
                  <a:lnTo>
                    <a:pt x="1832" y="72"/>
                  </a:lnTo>
                  <a:lnTo>
                    <a:pt x="1836" y="72"/>
                  </a:lnTo>
                  <a:lnTo>
                    <a:pt x="1836" y="69"/>
                  </a:lnTo>
                  <a:lnTo>
                    <a:pt x="1839" y="69"/>
                  </a:lnTo>
                  <a:lnTo>
                    <a:pt x="1839" y="69"/>
                  </a:lnTo>
                  <a:lnTo>
                    <a:pt x="1841" y="69"/>
                  </a:lnTo>
                  <a:lnTo>
                    <a:pt x="1841" y="69"/>
                  </a:lnTo>
                  <a:lnTo>
                    <a:pt x="1843" y="69"/>
                  </a:lnTo>
                  <a:lnTo>
                    <a:pt x="1843" y="67"/>
                  </a:lnTo>
                  <a:lnTo>
                    <a:pt x="1846" y="67"/>
                  </a:lnTo>
                  <a:lnTo>
                    <a:pt x="1846" y="67"/>
                  </a:lnTo>
                  <a:lnTo>
                    <a:pt x="1848" y="67"/>
                  </a:lnTo>
                  <a:lnTo>
                    <a:pt x="1848" y="64"/>
                  </a:lnTo>
                  <a:lnTo>
                    <a:pt x="1853" y="64"/>
                  </a:lnTo>
                  <a:lnTo>
                    <a:pt x="1853" y="64"/>
                  </a:lnTo>
                  <a:lnTo>
                    <a:pt x="1853" y="64"/>
                  </a:lnTo>
                  <a:lnTo>
                    <a:pt x="1853" y="62"/>
                  </a:lnTo>
                  <a:lnTo>
                    <a:pt x="1855" y="62"/>
                  </a:lnTo>
                  <a:lnTo>
                    <a:pt x="1855" y="62"/>
                  </a:lnTo>
                  <a:lnTo>
                    <a:pt x="1855" y="62"/>
                  </a:lnTo>
                  <a:lnTo>
                    <a:pt x="1855" y="60"/>
                  </a:lnTo>
                  <a:lnTo>
                    <a:pt x="1858" y="60"/>
                  </a:lnTo>
                  <a:lnTo>
                    <a:pt x="1858" y="57"/>
                  </a:lnTo>
                  <a:lnTo>
                    <a:pt x="1855" y="57"/>
                  </a:lnTo>
                  <a:lnTo>
                    <a:pt x="1855" y="55"/>
                  </a:lnTo>
                  <a:lnTo>
                    <a:pt x="1855" y="55"/>
                  </a:lnTo>
                  <a:lnTo>
                    <a:pt x="1855" y="55"/>
                  </a:lnTo>
                  <a:lnTo>
                    <a:pt x="1858" y="55"/>
                  </a:lnTo>
                  <a:lnTo>
                    <a:pt x="1858" y="53"/>
                  </a:lnTo>
                  <a:lnTo>
                    <a:pt x="1858" y="53"/>
                  </a:lnTo>
                  <a:lnTo>
                    <a:pt x="1858" y="50"/>
                  </a:lnTo>
                  <a:lnTo>
                    <a:pt x="1860" y="50"/>
                  </a:lnTo>
                  <a:lnTo>
                    <a:pt x="1860" y="50"/>
                  </a:lnTo>
                  <a:lnTo>
                    <a:pt x="1860" y="50"/>
                  </a:lnTo>
                  <a:lnTo>
                    <a:pt x="1860" y="48"/>
                  </a:lnTo>
                  <a:lnTo>
                    <a:pt x="1862" y="48"/>
                  </a:lnTo>
                  <a:lnTo>
                    <a:pt x="1862" y="45"/>
                  </a:lnTo>
                  <a:lnTo>
                    <a:pt x="1860" y="45"/>
                  </a:lnTo>
                  <a:lnTo>
                    <a:pt x="1860" y="45"/>
                  </a:lnTo>
                  <a:lnTo>
                    <a:pt x="1858" y="45"/>
                  </a:lnTo>
                  <a:lnTo>
                    <a:pt x="1858" y="43"/>
                  </a:lnTo>
                  <a:lnTo>
                    <a:pt x="1855" y="43"/>
                  </a:lnTo>
                  <a:lnTo>
                    <a:pt x="1855" y="45"/>
                  </a:lnTo>
                  <a:lnTo>
                    <a:pt x="1853" y="45"/>
                  </a:lnTo>
                  <a:lnTo>
                    <a:pt x="1853" y="41"/>
                  </a:lnTo>
                  <a:lnTo>
                    <a:pt x="1851" y="41"/>
                  </a:lnTo>
                  <a:lnTo>
                    <a:pt x="1851" y="38"/>
                  </a:lnTo>
                  <a:lnTo>
                    <a:pt x="1848" y="38"/>
                  </a:lnTo>
                  <a:lnTo>
                    <a:pt x="1848" y="38"/>
                  </a:lnTo>
                  <a:lnTo>
                    <a:pt x="1848" y="38"/>
                  </a:lnTo>
                  <a:lnTo>
                    <a:pt x="1848" y="36"/>
                  </a:lnTo>
                  <a:lnTo>
                    <a:pt x="1843" y="36"/>
                  </a:lnTo>
                  <a:lnTo>
                    <a:pt x="1843" y="38"/>
                  </a:lnTo>
                  <a:lnTo>
                    <a:pt x="1839" y="38"/>
                  </a:lnTo>
                  <a:lnTo>
                    <a:pt x="1839" y="38"/>
                  </a:lnTo>
                  <a:lnTo>
                    <a:pt x="1841" y="38"/>
                  </a:lnTo>
                  <a:lnTo>
                    <a:pt x="1841" y="41"/>
                  </a:lnTo>
                  <a:lnTo>
                    <a:pt x="1839" y="41"/>
                  </a:lnTo>
                  <a:lnTo>
                    <a:pt x="1839" y="41"/>
                  </a:lnTo>
                  <a:lnTo>
                    <a:pt x="1839" y="41"/>
                  </a:lnTo>
                  <a:lnTo>
                    <a:pt x="1839" y="41"/>
                  </a:lnTo>
                  <a:lnTo>
                    <a:pt x="1836" y="41"/>
                  </a:lnTo>
                  <a:lnTo>
                    <a:pt x="1836" y="38"/>
                  </a:lnTo>
                  <a:lnTo>
                    <a:pt x="1836" y="38"/>
                  </a:lnTo>
                  <a:lnTo>
                    <a:pt x="1836" y="36"/>
                  </a:lnTo>
                  <a:lnTo>
                    <a:pt x="1836" y="36"/>
                  </a:lnTo>
                  <a:lnTo>
                    <a:pt x="1836" y="36"/>
                  </a:lnTo>
                  <a:lnTo>
                    <a:pt x="1836" y="36"/>
                  </a:lnTo>
                  <a:lnTo>
                    <a:pt x="1836" y="31"/>
                  </a:lnTo>
                  <a:lnTo>
                    <a:pt x="1836" y="31"/>
                  </a:lnTo>
                  <a:lnTo>
                    <a:pt x="1836" y="29"/>
                  </a:lnTo>
                  <a:lnTo>
                    <a:pt x="1834" y="29"/>
                  </a:lnTo>
                  <a:lnTo>
                    <a:pt x="1834" y="29"/>
                  </a:lnTo>
                  <a:lnTo>
                    <a:pt x="1832" y="29"/>
                  </a:lnTo>
                  <a:lnTo>
                    <a:pt x="1832" y="27"/>
                  </a:lnTo>
                  <a:lnTo>
                    <a:pt x="1822" y="27"/>
                  </a:lnTo>
                  <a:lnTo>
                    <a:pt x="1822" y="29"/>
                  </a:lnTo>
                  <a:lnTo>
                    <a:pt x="1820" y="29"/>
                  </a:lnTo>
                  <a:lnTo>
                    <a:pt x="1820" y="29"/>
                  </a:lnTo>
                  <a:lnTo>
                    <a:pt x="1817" y="29"/>
                  </a:lnTo>
                  <a:lnTo>
                    <a:pt x="1817" y="27"/>
                  </a:lnTo>
                  <a:lnTo>
                    <a:pt x="1817" y="27"/>
                  </a:lnTo>
                  <a:lnTo>
                    <a:pt x="1817" y="27"/>
                  </a:lnTo>
                  <a:lnTo>
                    <a:pt x="1808" y="27"/>
                  </a:lnTo>
                  <a:lnTo>
                    <a:pt x="1808" y="24"/>
                  </a:lnTo>
                  <a:lnTo>
                    <a:pt x="1806" y="24"/>
                  </a:lnTo>
                  <a:lnTo>
                    <a:pt x="1806" y="24"/>
                  </a:lnTo>
                  <a:lnTo>
                    <a:pt x="1803" y="24"/>
                  </a:lnTo>
                  <a:lnTo>
                    <a:pt x="1803" y="22"/>
                  </a:lnTo>
                  <a:lnTo>
                    <a:pt x="1801" y="22"/>
                  </a:lnTo>
                  <a:lnTo>
                    <a:pt x="1801" y="24"/>
                  </a:lnTo>
                  <a:lnTo>
                    <a:pt x="1798" y="24"/>
                  </a:lnTo>
                  <a:lnTo>
                    <a:pt x="1798" y="24"/>
                  </a:lnTo>
                  <a:lnTo>
                    <a:pt x="1796" y="24"/>
                  </a:lnTo>
                  <a:lnTo>
                    <a:pt x="1796" y="24"/>
                  </a:lnTo>
                  <a:lnTo>
                    <a:pt x="1796" y="24"/>
                  </a:lnTo>
                  <a:lnTo>
                    <a:pt x="1796" y="22"/>
                  </a:lnTo>
                  <a:lnTo>
                    <a:pt x="1791" y="22"/>
                  </a:lnTo>
                  <a:lnTo>
                    <a:pt x="1791" y="24"/>
                  </a:lnTo>
                  <a:lnTo>
                    <a:pt x="1784" y="24"/>
                  </a:lnTo>
                  <a:lnTo>
                    <a:pt x="1784" y="24"/>
                  </a:lnTo>
                  <a:lnTo>
                    <a:pt x="1770" y="24"/>
                  </a:lnTo>
                  <a:lnTo>
                    <a:pt x="1770" y="24"/>
                  </a:lnTo>
                  <a:lnTo>
                    <a:pt x="1761" y="24"/>
                  </a:lnTo>
                  <a:lnTo>
                    <a:pt x="1761" y="24"/>
                  </a:lnTo>
                  <a:lnTo>
                    <a:pt x="1758" y="24"/>
                  </a:lnTo>
                  <a:lnTo>
                    <a:pt x="1758" y="24"/>
                  </a:lnTo>
                  <a:lnTo>
                    <a:pt x="1756" y="24"/>
                  </a:lnTo>
                  <a:lnTo>
                    <a:pt x="1756" y="24"/>
                  </a:lnTo>
                  <a:lnTo>
                    <a:pt x="1749" y="24"/>
                  </a:lnTo>
                  <a:lnTo>
                    <a:pt x="1749" y="27"/>
                  </a:lnTo>
                  <a:lnTo>
                    <a:pt x="1746" y="27"/>
                  </a:lnTo>
                  <a:lnTo>
                    <a:pt x="1746" y="24"/>
                  </a:lnTo>
                  <a:lnTo>
                    <a:pt x="1739" y="24"/>
                  </a:lnTo>
                  <a:lnTo>
                    <a:pt x="1739" y="24"/>
                  </a:lnTo>
                  <a:lnTo>
                    <a:pt x="1739" y="24"/>
                  </a:lnTo>
                  <a:lnTo>
                    <a:pt x="1739" y="24"/>
                  </a:lnTo>
                  <a:lnTo>
                    <a:pt x="1732" y="24"/>
                  </a:lnTo>
                  <a:lnTo>
                    <a:pt x="1732" y="29"/>
                  </a:lnTo>
                  <a:lnTo>
                    <a:pt x="1732" y="29"/>
                  </a:lnTo>
                  <a:lnTo>
                    <a:pt x="1732" y="29"/>
                  </a:lnTo>
                  <a:lnTo>
                    <a:pt x="1732" y="29"/>
                  </a:lnTo>
                  <a:lnTo>
                    <a:pt x="1732" y="31"/>
                  </a:lnTo>
                  <a:lnTo>
                    <a:pt x="1727" y="31"/>
                  </a:lnTo>
                  <a:lnTo>
                    <a:pt x="1727" y="31"/>
                  </a:lnTo>
                  <a:lnTo>
                    <a:pt x="1725" y="31"/>
                  </a:lnTo>
                  <a:lnTo>
                    <a:pt x="1725" y="31"/>
                  </a:lnTo>
                  <a:lnTo>
                    <a:pt x="1713" y="31"/>
                  </a:lnTo>
                  <a:lnTo>
                    <a:pt x="1713" y="31"/>
                  </a:lnTo>
                  <a:lnTo>
                    <a:pt x="1706" y="31"/>
                  </a:lnTo>
                  <a:lnTo>
                    <a:pt x="1706" y="31"/>
                  </a:lnTo>
                  <a:lnTo>
                    <a:pt x="1709" y="31"/>
                  </a:lnTo>
                  <a:lnTo>
                    <a:pt x="1709" y="29"/>
                  </a:lnTo>
                  <a:lnTo>
                    <a:pt x="1709" y="29"/>
                  </a:lnTo>
                  <a:lnTo>
                    <a:pt x="1709" y="29"/>
                  </a:lnTo>
                  <a:lnTo>
                    <a:pt x="1709" y="29"/>
                  </a:lnTo>
                  <a:lnTo>
                    <a:pt x="1709" y="27"/>
                  </a:lnTo>
                  <a:lnTo>
                    <a:pt x="1711" y="27"/>
                  </a:lnTo>
                  <a:lnTo>
                    <a:pt x="1711" y="27"/>
                  </a:lnTo>
                  <a:lnTo>
                    <a:pt x="1713" y="27"/>
                  </a:lnTo>
                  <a:lnTo>
                    <a:pt x="1713" y="24"/>
                  </a:lnTo>
                  <a:lnTo>
                    <a:pt x="1718" y="24"/>
                  </a:lnTo>
                  <a:lnTo>
                    <a:pt x="1718" y="22"/>
                  </a:lnTo>
                  <a:lnTo>
                    <a:pt x="1720" y="22"/>
                  </a:lnTo>
                  <a:lnTo>
                    <a:pt x="1720" y="22"/>
                  </a:lnTo>
                  <a:lnTo>
                    <a:pt x="1723" y="22"/>
                  </a:lnTo>
                  <a:lnTo>
                    <a:pt x="1723" y="19"/>
                  </a:lnTo>
                  <a:lnTo>
                    <a:pt x="1720" y="19"/>
                  </a:lnTo>
                  <a:lnTo>
                    <a:pt x="1720" y="17"/>
                  </a:lnTo>
                  <a:lnTo>
                    <a:pt x="1716" y="17"/>
                  </a:lnTo>
                  <a:lnTo>
                    <a:pt x="1716" y="19"/>
                  </a:lnTo>
                  <a:lnTo>
                    <a:pt x="1716" y="19"/>
                  </a:lnTo>
                  <a:lnTo>
                    <a:pt x="1716" y="17"/>
                  </a:lnTo>
                  <a:lnTo>
                    <a:pt x="1716" y="17"/>
                  </a:lnTo>
                  <a:lnTo>
                    <a:pt x="1716" y="19"/>
                  </a:lnTo>
                  <a:lnTo>
                    <a:pt x="1713" y="19"/>
                  </a:lnTo>
                  <a:lnTo>
                    <a:pt x="1713" y="17"/>
                  </a:lnTo>
                  <a:lnTo>
                    <a:pt x="1711" y="17"/>
                  </a:lnTo>
                  <a:lnTo>
                    <a:pt x="1711" y="17"/>
                  </a:lnTo>
                  <a:lnTo>
                    <a:pt x="1706" y="17"/>
                  </a:lnTo>
                  <a:lnTo>
                    <a:pt x="1706" y="17"/>
                  </a:lnTo>
                  <a:lnTo>
                    <a:pt x="1699" y="17"/>
                  </a:lnTo>
                  <a:lnTo>
                    <a:pt x="1699" y="17"/>
                  </a:lnTo>
                  <a:lnTo>
                    <a:pt x="1692" y="17"/>
                  </a:lnTo>
                  <a:lnTo>
                    <a:pt x="1692" y="17"/>
                  </a:lnTo>
                  <a:lnTo>
                    <a:pt x="1690" y="17"/>
                  </a:lnTo>
                  <a:lnTo>
                    <a:pt x="1690" y="19"/>
                  </a:lnTo>
                  <a:lnTo>
                    <a:pt x="1687" y="19"/>
                  </a:lnTo>
                  <a:lnTo>
                    <a:pt x="1687" y="17"/>
                  </a:lnTo>
                  <a:lnTo>
                    <a:pt x="1690" y="17"/>
                  </a:lnTo>
                  <a:lnTo>
                    <a:pt x="1690" y="17"/>
                  </a:lnTo>
                  <a:lnTo>
                    <a:pt x="1690" y="17"/>
                  </a:lnTo>
                  <a:lnTo>
                    <a:pt x="1690" y="12"/>
                  </a:lnTo>
                  <a:lnTo>
                    <a:pt x="1690" y="12"/>
                  </a:lnTo>
                  <a:lnTo>
                    <a:pt x="1690" y="10"/>
                  </a:lnTo>
                  <a:lnTo>
                    <a:pt x="1692" y="10"/>
                  </a:lnTo>
                  <a:lnTo>
                    <a:pt x="1692" y="10"/>
                  </a:lnTo>
                  <a:lnTo>
                    <a:pt x="1697" y="10"/>
                  </a:lnTo>
                  <a:lnTo>
                    <a:pt x="1697" y="10"/>
                  </a:lnTo>
                  <a:lnTo>
                    <a:pt x="1701" y="10"/>
                  </a:lnTo>
                  <a:lnTo>
                    <a:pt x="1701" y="10"/>
                  </a:lnTo>
                  <a:lnTo>
                    <a:pt x="1699" y="10"/>
                  </a:lnTo>
                  <a:lnTo>
                    <a:pt x="1699" y="10"/>
                  </a:lnTo>
                  <a:lnTo>
                    <a:pt x="1697" y="10"/>
                  </a:lnTo>
                  <a:lnTo>
                    <a:pt x="1697" y="8"/>
                  </a:lnTo>
                  <a:lnTo>
                    <a:pt x="1692" y="8"/>
                  </a:lnTo>
                  <a:lnTo>
                    <a:pt x="1692" y="8"/>
                  </a:lnTo>
                  <a:lnTo>
                    <a:pt x="1690" y="8"/>
                  </a:lnTo>
                  <a:lnTo>
                    <a:pt x="1690" y="5"/>
                  </a:lnTo>
                  <a:lnTo>
                    <a:pt x="1690" y="5"/>
                  </a:lnTo>
                  <a:lnTo>
                    <a:pt x="1690" y="3"/>
                  </a:lnTo>
                  <a:lnTo>
                    <a:pt x="1673" y="3"/>
                  </a:lnTo>
                  <a:lnTo>
                    <a:pt x="1673" y="3"/>
                  </a:lnTo>
                  <a:lnTo>
                    <a:pt x="1666" y="3"/>
                  </a:lnTo>
                  <a:lnTo>
                    <a:pt x="1666" y="0"/>
                  </a:lnTo>
                  <a:lnTo>
                    <a:pt x="1666" y="0"/>
                  </a:lnTo>
                  <a:lnTo>
                    <a:pt x="1666" y="0"/>
                  </a:lnTo>
                  <a:lnTo>
                    <a:pt x="1656" y="0"/>
                  </a:lnTo>
                  <a:lnTo>
                    <a:pt x="1656" y="0"/>
                  </a:lnTo>
                  <a:lnTo>
                    <a:pt x="1647" y="0"/>
                  </a:lnTo>
                  <a:lnTo>
                    <a:pt x="1647" y="0"/>
                  </a:lnTo>
                  <a:lnTo>
                    <a:pt x="1645" y="0"/>
                  </a:lnTo>
                  <a:lnTo>
                    <a:pt x="1645" y="0"/>
                  </a:lnTo>
                  <a:lnTo>
                    <a:pt x="1640" y="0"/>
                  </a:lnTo>
                  <a:lnTo>
                    <a:pt x="1640" y="3"/>
                  </a:lnTo>
                  <a:lnTo>
                    <a:pt x="1635" y="3"/>
                  </a:lnTo>
                  <a:lnTo>
                    <a:pt x="1635" y="0"/>
                  </a:lnTo>
                  <a:lnTo>
                    <a:pt x="1630" y="0"/>
                  </a:lnTo>
                  <a:lnTo>
                    <a:pt x="1630" y="3"/>
                  </a:lnTo>
                  <a:lnTo>
                    <a:pt x="1628" y="3"/>
                  </a:lnTo>
                  <a:lnTo>
                    <a:pt x="1628" y="3"/>
                  </a:lnTo>
                  <a:lnTo>
                    <a:pt x="1626" y="3"/>
                  </a:lnTo>
                  <a:lnTo>
                    <a:pt x="1626" y="5"/>
                  </a:lnTo>
                  <a:lnTo>
                    <a:pt x="1619" y="5"/>
                  </a:lnTo>
                  <a:lnTo>
                    <a:pt x="1619" y="5"/>
                  </a:lnTo>
                  <a:lnTo>
                    <a:pt x="1619" y="5"/>
                  </a:lnTo>
                  <a:lnTo>
                    <a:pt x="1619" y="5"/>
                  </a:lnTo>
                  <a:lnTo>
                    <a:pt x="1616" y="5"/>
                  </a:lnTo>
                  <a:lnTo>
                    <a:pt x="1616" y="5"/>
                  </a:lnTo>
                  <a:lnTo>
                    <a:pt x="1616" y="5"/>
                  </a:lnTo>
                  <a:lnTo>
                    <a:pt x="1616" y="8"/>
                  </a:lnTo>
                  <a:lnTo>
                    <a:pt x="1616" y="8"/>
                  </a:lnTo>
                  <a:lnTo>
                    <a:pt x="1616" y="8"/>
                  </a:lnTo>
                  <a:lnTo>
                    <a:pt x="1607" y="8"/>
                  </a:lnTo>
                  <a:lnTo>
                    <a:pt x="1607" y="10"/>
                  </a:lnTo>
                  <a:lnTo>
                    <a:pt x="1607" y="10"/>
                  </a:lnTo>
                  <a:lnTo>
                    <a:pt x="1607" y="10"/>
                  </a:lnTo>
                  <a:lnTo>
                    <a:pt x="1604" y="10"/>
                  </a:lnTo>
                  <a:lnTo>
                    <a:pt x="1604" y="10"/>
                  </a:lnTo>
                  <a:lnTo>
                    <a:pt x="1600" y="10"/>
                  </a:lnTo>
                  <a:lnTo>
                    <a:pt x="1600" y="12"/>
                  </a:lnTo>
                  <a:lnTo>
                    <a:pt x="1597" y="12"/>
                  </a:lnTo>
                  <a:lnTo>
                    <a:pt x="1597" y="12"/>
                  </a:lnTo>
                  <a:lnTo>
                    <a:pt x="1595" y="12"/>
                  </a:lnTo>
                  <a:lnTo>
                    <a:pt x="1595" y="15"/>
                  </a:lnTo>
                  <a:lnTo>
                    <a:pt x="1593" y="15"/>
                  </a:lnTo>
                  <a:lnTo>
                    <a:pt x="1593" y="15"/>
                  </a:lnTo>
                  <a:lnTo>
                    <a:pt x="1590" y="15"/>
                  </a:lnTo>
                  <a:lnTo>
                    <a:pt x="1590" y="17"/>
                  </a:lnTo>
                  <a:lnTo>
                    <a:pt x="1588" y="17"/>
                  </a:lnTo>
                  <a:lnTo>
                    <a:pt x="1588" y="19"/>
                  </a:lnTo>
                  <a:lnTo>
                    <a:pt x="1583" y="19"/>
                  </a:lnTo>
                  <a:lnTo>
                    <a:pt x="1583" y="22"/>
                  </a:lnTo>
                  <a:lnTo>
                    <a:pt x="1583" y="22"/>
                  </a:lnTo>
                  <a:lnTo>
                    <a:pt x="1583" y="22"/>
                  </a:lnTo>
                  <a:lnTo>
                    <a:pt x="1581" y="22"/>
                  </a:lnTo>
                  <a:lnTo>
                    <a:pt x="1581" y="24"/>
                  </a:lnTo>
                  <a:lnTo>
                    <a:pt x="1583" y="24"/>
                  </a:lnTo>
                  <a:lnTo>
                    <a:pt x="1583" y="24"/>
                  </a:lnTo>
                  <a:lnTo>
                    <a:pt x="1585" y="24"/>
                  </a:lnTo>
                  <a:lnTo>
                    <a:pt x="1585" y="29"/>
                  </a:lnTo>
                  <a:lnTo>
                    <a:pt x="1585" y="29"/>
                  </a:lnTo>
                  <a:lnTo>
                    <a:pt x="1585" y="29"/>
                  </a:lnTo>
                  <a:lnTo>
                    <a:pt x="1585" y="29"/>
                  </a:lnTo>
                  <a:lnTo>
                    <a:pt x="1585" y="31"/>
                  </a:lnTo>
                  <a:lnTo>
                    <a:pt x="1581" y="31"/>
                  </a:lnTo>
                  <a:lnTo>
                    <a:pt x="1581" y="31"/>
                  </a:lnTo>
                  <a:lnTo>
                    <a:pt x="1571" y="31"/>
                  </a:lnTo>
                  <a:lnTo>
                    <a:pt x="1571" y="31"/>
                  </a:lnTo>
                  <a:lnTo>
                    <a:pt x="1548" y="31"/>
                  </a:lnTo>
                  <a:lnTo>
                    <a:pt x="1548" y="31"/>
                  </a:lnTo>
                  <a:lnTo>
                    <a:pt x="1538" y="31"/>
                  </a:lnTo>
                  <a:lnTo>
                    <a:pt x="1538" y="34"/>
                  </a:lnTo>
                  <a:lnTo>
                    <a:pt x="1538" y="34"/>
                  </a:lnTo>
                  <a:lnTo>
                    <a:pt x="1538" y="34"/>
                  </a:lnTo>
                  <a:lnTo>
                    <a:pt x="1540" y="34"/>
                  </a:lnTo>
                  <a:lnTo>
                    <a:pt x="1540" y="36"/>
                  </a:lnTo>
                  <a:lnTo>
                    <a:pt x="1543" y="36"/>
                  </a:lnTo>
                  <a:lnTo>
                    <a:pt x="1543" y="36"/>
                  </a:lnTo>
                  <a:lnTo>
                    <a:pt x="1548" y="36"/>
                  </a:lnTo>
                  <a:lnTo>
                    <a:pt x="1548" y="38"/>
                  </a:lnTo>
                  <a:lnTo>
                    <a:pt x="1548" y="38"/>
                  </a:lnTo>
                  <a:lnTo>
                    <a:pt x="1548" y="38"/>
                  </a:lnTo>
                  <a:lnTo>
                    <a:pt x="1543" y="38"/>
                  </a:lnTo>
                  <a:lnTo>
                    <a:pt x="1543" y="38"/>
                  </a:lnTo>
                  <a:lnTo>
                    <a:pt x="1538" y="38"/>
                  </a:lnTo>
                  <a:lnTo>
                    <a:pt x="1538" y="36"/>
                  </a:lnTo>
                  <a:lnTo>
                    <a:pt x="1536" y="36"/>
                  </a:lnTo>
                  <a:lnTo>
                    <a:pt x="1536" y="38"/>
                  </a:lnTo>
                  <a:lnTo>
                    <a:pt x="1531" y="38"/>
                  </a:lnTo>
                  <a:lnTo>
                    <a:pt x="1531" y="38"/>
                  </a:lnTo>
                  <a:lnTo>
                    <a:pt x="1526" y="38"/>
                  </a:lnTo>
                  <a:lnTo>
                    <a:pt x="1526" y="41"/>
                  </a:lnTo>
                  <a:lnTo>
                    <a:pt x="1519" y="41"/>
                  </a:lnTo>
                  <a:lnTo>
                    <a:pt x="1519" y="41"/>
                  </a:lnTo>
                  <a:lnTo>
                    <a:pt x="1517" y="41"/>
                  </a:lnTo>
                  <a:lnTo>
                    <a:pt x="1517" y="41"/>
                  </a:lnTo>
                  <a:lnTo>
                    <a:pt x="1517" y="41"/>
                  </a:lnTo>
                  <a:lnTo>
                    <a:pt x="1517" y="41"/>
                  </a:lnTo>
                  <a:lnTo>
                    <a:pt x="1514" y="41"/>
                  </a:lnTo>
                  <a:lnTo>
                    <a:pt x="1514" y="41"/>
                  </a:lnTo>
                  <a:lnTo>
                    <a:pt x="1510" y="41"/>
                  </a:lnTo>
                  <a:lnTo>
                    <a:pt x="1510" y="43"/>
                  </a:lnTo>
                  <a:lnTo>
                    <a:pt x="1510" y="43"/>
                  </a:lnTo>
                  <a:lnTo>
                    <a:pt x="1510" y="43"/>
                  </a:lnTo>
                  <a:lnTo>
                    <a:pt x="1505" y="43"/>
                  </a:lnTo>
                  <a:lnTo>
                    <a:pt x="1505" y="43"/>
                  </a:lnTo>
                  <a:lnTo>
                    <a:pt x="1505" y="43"/>
                  </a:lnTo>
                  <a:lnTo>
                    <a:pt x="1505" y="41"/>
                  </a:lnTo>
                  <a:lnTo>
                    <a:pt x="1500" y="41"/>
                  </a:lnTo>
                  <a:lnTo>
                    <a:pt x="1500" y="41"/>
                  </a:lnTo>
                  <a:lnTo>
                    <a:pt x="1495" y="41"/>
                  </a:lnTo>
                  <a:lnTo>
                    <a:pt x="1495" y="43"/>
                  </a:lnTo>
                  <a:lnTo>
                    <a:pt x="1491" y="43"/>
                  </a:lnTo>
                  <a:lnTo>
                    <a:pt x="1491" y="43"/>
                  </a:lnTo>
                  <a:lnTo>
                    <a:pt x="1488" y="43"/>
                  </a:lnTo>
                  <a:lnTo>
                    <a:pt x="1488" y="43"/>
                  </a:lnTo>
                  <a:lnTo>
                    <a:pt x="1486" y="43"/>
                  </a:lnTo>
                  <a:lnTo>
                    <a:pt x="1486" y="41"/>
                  </a:lnTo>
                  <a:lnTo>
                    <a:pt x="1486" y="41"/>
                  </a:lnTo>
                  <a:lnTo>
                    <a:pt x="1486" y="41"/>
                  </a:lnTo>
                  <a:lnTo>
                    <a:pt x="1488" y="41"/>
                  </a:lnTo>
                  <a:lnTo>
                    <a:pt x="1488" y="41"/>
                  </a:lnTo>
                  <a:lnTo>
                    <a:pt x="1491" y="41"/>
                  </a:lnTo>
                  <a:lnTo>
                    <a:pt x="1491" y="41"/>
                  </a:lnTo>
                  <a:lnTo>
                    <a:pt x="1493" y="41"/>
                  </a:lnTo>
                  <a:lnTo>
                    <a:pt x="1493" y="41"/>
                  </a:lnTo>
                  <a:lnTo>
                    <a:pt x="1498" y="41"/>
                  </a:lnTo>
                  <a:lnTo>
                    <a:pt x="1498" y="38"/>
                  </a:lnTo>
                  <a:lnTo>
                    <a:pt x="1500" y="38"/>
                  </a:lnTo>
                  <a:lnTo>
                    <a:pt x="1500" y="36"/>
                  </a:lnTo>
                  <a:lnTo>
                    <a:pt x="1495" y="36"/>
                  </a:lnTo>
                  <a:lnTo>
                    <a:pt x="1495" y="34"/>
                  </a:lnTo>
                  <a:lnTo>
                    <a:pt x="1495" y="34"/>
                  </a:lnTo>
                  <a:lnTo>
                    <a:pt x="1495" y="34"/>
                  </a:lnTo>
                  <a:lnTo>
                    <a:pt x="1493" y="34"/>
                  </a:lnTo>
                  <a:lnTo>
                    <a:pt x="1493" y="36"/>
                  </a:lnTo>
                  <a:lnTo>
                    <a:pt x="1491" y="36"/>
                  </a:lnTo>
                  <a:lnTo>
                    <a:pt x="1491" y="34"/>
                  </a:lnTo>
                  <a:lnTo>
                    <a:pt x="1484" y="34"/>
                  </a:lnTo>
                  <a:lnTo>
                    <a:pt x="1484" y="36"/>
                  </a:lnTo>
                  <a:lnTo>
                    <a:pt x="1481" y="36"/>
                  </a:lnTo>
                  <a:lnTo>
                    <a:pt x="1481" y="36"/>
                  </a:lnTo>
                  <a:lnTo>
                    <a:pt x="1481" y="36"/>
                  </a:lnTo>
                  <a:lnTo>
                    <a:pt x="1481" y="34"/>
                  </a:lnTo>
                  <a:lnTo>
                    <a:pt x="1479" y="34"/>
                  </a:lnTo>
                  <a:lnTo>
                    <a:pt x="1479" y="36"/>
                  </a:lnTo>
                  <a:lnTo>
                    <a:pt x="1477" y="36"/>
                  </a:lnTo>
                  <a:lnTo>
                    <a:pt x="1477" y="36"/>
                  </a:lnTo>
                  <a:lnTo>
                    <a:pt x="1474" y="36"/>
                  </a:lnTo>
                  <a:lnTo>
                    <a:pt x="1474" y="36"/>
                  </a:lnTo>
                  <a:lnTo>
                    <a:pt x="1469" y="36"/>
                  </a:lnTo>
                  <a:lnTo>
                    <a:pt x="1469" y="36"/>
                  </a:lnTo>
                  <a:lnTo>
                    <a:pt x="1467" y="36"/>
                  </a:lnTo>
                  <a:lnTo>
                    <a:pt x="1467" y="38"/>
                  </a:lnTo>
                  <a:lnTo>
                    <a:pt x="1467" y="38"/>
                  </a:lnTo>
                  <a:lnTo>
                    <a:pt x="1467" y="36"/>
                  </a:lnTo>
                  <a:lnTo>
                    <a:pt x="1462" y="36"/>
                  </a:lnTo>
                  <a:lnTo>
                    <a:pt x="1462" y="36"/>
                  </a:lnTo>
                  <a:lnTo>
                    <a:pt x="1462" y="36"/>
                  </a:lnTo>
                  <a:lnTo>
                    <a:pt x="1462" y="38"/>
                  </a:lnTo>
                  <a:lnTo>
                    <a:pt x="1460" y="38"/>
                  </a:lnTo>
                  <a:lnTo>
                    <a:pt x="1460" y="38"/>
                  </a:lnTo>
                  <a:lnTo>
                    <a:pt x="1462" y="38"/>
                  </a:lnTo>
                  <a:lnTo>
                    <a:pt x="1462" y="41"/>
                  </a:lnTo>
                  <a:lnTo>
                    <a:pt x="1462" y="41"/>
                  </a:lnTo>
                  <a:lnTo>
                    <a:pt x="1462" y="41"/>
                  </a:lnTo>
                  <a:lnTo>
                    <a:pt x="1460" y="41"/>
                  </a:lnTo>
                  <a:lnTo>
                    <a:pt x="1460" y="41"/>
                  </a:lnTo>
                  <a:lnTo>
                    <a:pt x="1460" y="41"/>
                  </a:lnTo>
                  <a:lnTo>
                    <a:pt x="1460" y="38"/>
                  </a:lnTo>
                  <a:lnTo>
                    <a:pt x="1458" y="38"/>
                  </a:lnTo>
                  <a:lnTo>
                    <a:pt x="1458" y="38"/>
                  </a:lnTo>
                  <a:lnTo>
                    <a:pt x="1455" y="38"/>
                  </a:lnTo>
                  <a:lnTo>
                    <a:pt x="1455" y="36"/>
                  </a:lnTo>
                  <a:lnTo>
                    <a:pt x="1446" y="36"/>
                  </a:lnTo>
                  <a:lnTo>
                    <a:pt x="1446" y="38"/>
                  </a:lnTo>
                  <a:lnTo>
                    <a:pt x="1443" y="38"/>
                  </a:lnTo>
                  <a:lnTo>
                    <a:pt x="1443" y="38"/>
                  </a:lnTo>
                  <a:lnTo>
                    <a:pt x="1441" y="38"/>
                  </a:lnTo>
                  <a:lnTo>
                    <a:pt x="1441" y="41"/>
                  </a:lnTo>
                  <a:lnTo>
                    <a:pt x="1439" y="41"/>
                  </a:lnTo>
                  <a:lnTo>
                    <a:pt x="1439" y="41"/>
                  </a:lnTo>
                  <a:lnTo>
                    <a:pt x="1436" y="41"/>
                  </a:lnTo>
                  <a:lnTo>
                    <a:pt x="1436" y="41"/>
                  </a:lnTo>
                  <a:lnTo>
                    <a:pt x="1434" y="41"/>
                  </a:lnTo>
                  <a:lnTo>
                    <a:pt x="1434" y="41"/>
                  </a:lnTo>
                  <a:lnTo>
                    <a:pt x="1432" y="41"/>
                  </a:lnTo>
                  <a:lnTo>
                    <a:pt x="1432" y="41"/>
                  </a:lnTo>
                  <a:lnTo>
                    <a:pt x="1432" y="41"/>
                  </a:lnTo>
                  <a:lnTo>
                    <a:pt x="1432" y="38"/>
                  </a:lnTo>
                  <a:lnTo>
                    <a:pt x="1429" y="38"/>
                  </a:lnTo>
                  <a:lnTo>
                    <a:pt x="1429" y="41"/>
                  </a:lnTo>
                  <a:lnTo>
                    <a:pt x="1424" y="41"/>
                  </a:lnTo>
                  <a:lnTo>
                    <a:pt x="1424" y="41"/>
                  </a:lnTo>
                  <a:lnTo>
                    <a:pt x="1422" y="41"/>
                  </a:lnTo>
                  <a:lnTo>
                    <a:pt x="1422" y="43"/>
                  </a:lnTo>
                  <a:lnTo>
                    <a:pt x="1422" y="43"/>
                  </a:lnTo>
                  <a:lnTo>
                    <a:pt x="1422" y="41"/>
                  </a:lnTo>
                  <a:lnTo>
                    <a:pt x="1413" y="41"/>
                  </a:lnTo>
                  <a:lnTo>
                    <a:pt x="1413" y="41"/>
                  </a:lnTo>
                  <a:lnTo>
                    <a:pt x="1410" y="41"/>
                  </a:lnTo>
                  <a:lnTo>
                    <a:pt x="1410" y="43"/>
                  </a:lnTo>
                  <a:lnTo>
                    <a:pt x="1406" y="43"/>
                  </a:lnTo>
                  <a:lnTo>
                    <a:pt x="1406" y="45"/>
                  </a:lnTo>
                  <a:lnTo>
                    <a:pt x="1408" y="45"/>
                  </a:lnTo>
                  <a:lnTo>
                    <a:pt x="1408" y="48"/>
                  </a:lnTo>
                  <a:lnTo>
                    <a:pt x="1403" y="48"/>
                  </a:lnTo>
                  <a:lnTo>
                    <a:pt x="1403" y="48"/>
                  </a:lnTo>
                  <a:lnTo>
                    <a:pt x="1403" y="48"/>
                  </a:lnTo>
                  <a:lnTo>
                    <a:pt x="1403" y="50"/>
                  </a:lnTo>
                  <a:lnTo>
                    <a:pt x="1398" y="50"/>
                  </a:lnTo>
                  <a:lnTo>
                    <a:pt x="1398" y="50"/>
                  </a:lnTo>
                  <a:lnTo>
                    <a:pt x="1391" y="50"/>
                  </a:lnTo>
                  <a:lnTo>
                    <a:pt x="1391" y="50"/>
                  </a:lnTo>
                  <a:lnTo>
                    <a:pt x="1391" y="50"/>
                  </a:lnTo>
                  <a:lnTo>
                    <a:pt x="1391" y="50"/>
                  </a:lnTo>
                  <a:lnTo>
                    <a:pt x="1387" y="50"/>
                  </a:lnTo>
                  <a:lnTo>
                    <a:pt x="1387" y="50"/>
                  </a:lnTo>
                  <a:lnTo>
                    <a:pt x="1384" y="50"/>
                  </a:lnTo>
                  <a:lnTo>
                    <a:pt x="1384" y="50"/>
                  </a:lnTo>
                  <a:lnTo>
                    <a:pt x="1382" y="50"/>
                  </a:lnTo>
                  <a:lnTo>
                    <a:pt x="1382" y="50"/>
                  </a:lnTo>
                  <a:lnTo>
                    <a:pt x="1382" y="50"/>
                  </a:lnTo>
                  <a:lnTo>
                    <a:pt x="1382" y="53"/>
                  </a:lnTo>
                  <a:lnTo>
                    <a:pt x="1375" y="53"/>
                  </a:lnTo>
                  <a:lnTo>
                    <a:pt x="1375" y="50"/>
                  </a:lnTo>
                  <a:lnTo>
                    <a:pt x="1372" y="50"/>
                  </a:lnTo>
                  <a:lnTo>
                    <a:pt x="1372" y="53"/>
                  </a:lnTo>
                  <a:lnTo>
                    <a:pt x="1370" y="53"/>
                  </a:lnTo>
                  <a:lnTo>
                    <a:pt x="1370" y="53"/>
                  </a:lnTo>
                  <a:lnTo>
                    <a:pt x="1368" y="53"/>
                  </a:lnTo>
                  <a:lnTo>
                    <a:pt x="1368" y="53"/>
                  </a:lnTo>
                  <a:lnTo>
                    <a:pt x="1361" y="53"/>
                  </a:lnTo>
                  <a:lnTo>
                    <a:pt x="1361" y="53"/>
                  </a:lnTo>
                  <a:lnTo>
                    <a:pt x="1351" y="53"/>
                  </a:lnTo>
                  <a:lnTo>
                    <a:pt x="1351" y="55"/>
                  </a:lnTo>
                  <a:lnTo>
                    <a:pt x="1346" y="55"/>
                  </a:lnTo>
                  <a:lnTo>
                    <a:pt x="1346" y="55"/>
                  </a:lnTo>
                  <a:lnTo>
                    <a:pt x="1344" y="55"/>
                  </a:lnTo>
                  <a:lnTo>
                    <a:pt x="1344" y="57"/>
                  </a:lnTo>
                  <a:lnTo>
                    <a:pt x="1339" y="57"/>
                  </a:lnTo>
                  <a:lnTo>
                    <a:pt x="1339" y="55"/>
                  </a:lnTo>
                  <a:lnTo>
                    <a:pt x="1337" y="55"/>
                  </a:lnTo>
                  <a:lnTo>
                    <a:pt x="1337" y="55"/>
                  </a:lnTo>
                  <a:lnTo>
                    <a:pt x="1335" y="55"/>
                  </a:lnTo>
                  <a:lnTo>
                    <a:pt x="1335" y="55"/>
                  </a:lnTo>
                  <a:lnTo>
                    <a:pt x="1332" y="55"/>
                  </a:lnTo>
                  <a:lnTo>
                    <a:pt x="1332" y="55"/>
                  </a:lnTo>
                  <a:lnTo>
                    <a:pt x="1330" y="55"/>
                  </a:lnTo>
                  <a:lnTo>
                    <a:pt x="1330" y="57"/>
                  </a:lnTo>
                  <a:lnTo>
                    <a:pt x="1330" y="57"/>
                  </a:lnTo>
                  <a:lnTo>
                    <a:pt x="1330" y="57"/>
                  </a:lnTo>
                  <a:lnTo>
                    <a:pt x="1323" y="57"/>
                  </a:lnTo>
                  <a:lnTo>
                    <a:pt x="1323" y="60"/>
                  </a:lnTo>
                  <a:lnTo>
                    <a:pt x="1318" y="60"/>
                  </a:lnTo>
                  <a:lnTo>
                    <a:pt x="1318" y="60"/>
                  </a:lnTo>
                  <a:lnTo>
                    <a:pt x="1318" y="60"/>
                  </a:lnTo>
                  <a:lnTo>
                    <a:pt x="1318" y="60"/>
                  </a:lnTo>
                  <a:lnTo>
                    <a:pt x="1316" y="60"/>
                  </a:lnTo>
                  <a:lnTo>
                    <a:pt x="1316" y="62"/>
                  </a:lnTo>
                  <a:lnTo>
                    <a:pt x="1313" y="62"/>
                  </a:lnTo>
                  <a:lnTo>
                    <a:pt x="1313" y="62"/>
                  </a:lnTo>
                  <a:lnTo>
                    <a:pt x="1311" y="62"/>
                  </a:lnTo>
                  <a:lnTo>
                    <a:pt x="1311" y="64"/>
                  </a:lnTo>
                  <a:lnTo>
                    <a:pt x="1306" y="64"/>
                  </a:lnTo>
                  <a:lnTo>
                    <a:pt x="1306" y="64"/>
                  </a:lnTo>
                  <a:lnTo>
                    <a:pt x="1306" y="64"/>
                  </a:lnTo>
                  <a:lnTo>
                    <a:pt x="1306" y="67"/>
                  </a:lnTo>
                  <a:lnTo>
                    <a:pt x="1294" y="67"/>
                  </a:lnTo>
                  <a:lnTo>
                    <a:pt x="1294" y="64"/>
                  </a:lnTo>
                  <a:lnTo>
                    <a:pt x="1280" y="64"/>
                  </a:lnTo>
                  <a:lnTo>
                    <a:pt x="1280" y="67"/>
                  </a:lnTo>
                  <a:lnTo>
                    <a:pt x="1278" y="67"/>
                  </a:lnTo>
                  <a:lnTo>
                    <a:pt x="1278" y="67"/>
                  </a:lnTo>
                  <a:lnTo>
                    <a:pt x="1280" y="67"/>
                  </a:lnTo>
                  <a:lnTo>
                    <a:pt x="1280" y="69"/>
                  </a:lnTo>
                  <a:lnTo>
                    <a:pt x="1282" y="69"/>
                  </a:lnTo>
                  <a:lnTo>
                    <a:pt x="1282" y="67"/>
                  </a:lnTo>
                  <a:lnTo>
                    <a:pt x="1282" y="67"/>
                  </a:lnTo>
                  <a:lnTo>
                    <a:pt x="1282" y="69"/>
                  </a:lnTo>
                  <a:lnTo>
                    <a:pt x="1290" y="69"/>
                  </a:lnTo>
                  <a:lnTo>
                    <a:pt x="1290" y="69"/>
                  </a:lnTo>
                  <a:lnTo>
                    <a:pt x="1285" y="69"/>
                  </a:lnTo>
                  <a:lnTo>
                    <a:pt x="1285" y="69"/>
                  </a:lnTo>
                  <a:lnTo>
                    <a:pt x="1285" y="69"/>
                  </a:lnTo>
                  <a:lnTo>
                    <a:pt x="1285" y="69"/>
                  </a:lnTo>
                  <a:lnTo>
                    <a:pt x="1278" y="69"/>
                  </a:lnTo>
                  <a:lnTo>
                    <a:pt x="1278" y="69"/>
                  </a:lnTo>
                  <a:lnTo>
                    <a:pt x="1278" y="69"/>
                  </a:lnTo>
                  <a:lnTo>
                    <a:pt x="1278" y="69"/>
                  </a:lnTo>
                  <a:lnTo>
                    <a:pt x="1271" y="69"/>
                  </a:lnTo>
                  <a:lnTo>
                    <a:pt x="1271" y="72"/>
                  </a:lnTo>
                  <a:lnTo>
                    <a:pt x="1271" y="72"/>
                  </a:lnTo>
                  <a:lnTo>
                    <a:pt x="1271" y="69"/>
                  </a:lnTo>
                  <a:lnTo>
                    <a:pt x="1268" y="69"/>
                  </a:lnTo>
                  <a:lnTo>
                    <a:pt x="1268" y="69"/>
                  </a:lnTo>
                  <a:lnTo>
                    <a:pt x="1266" y="69"/>
                  </a:lnTo>
                  <a:lnTo>
                    <a:pt x="1266" y="69"/>
                  </a:lnTo>
                  <a:lnTo>
                    <a:pt x="1266" y="69"/>
                  </a:lnTo>
                  <a:lnTo>
                    <a:pt x="1266" y="72"/>
                  </a:lnTo>
                  <a:lnTo>
                    <a:pt x="1266" y="72"/>
                  </a:lnTo>
                  <a:lnTo>
                    <a:pt x="1266" y="72"/>
                  </a:lnTo>
                  <a:lnTo>
                    <a:pt x="1266" y="72"/>
                  </a:lnTo>
                  <a:lnTo>
                    <a:pt x="1266" y="74"/>
                  </a:lnTo>
                  <a:lnTo>
                    <a:pt x="1264" y="74"/>
                  </a:lnTo>
                  <a:lnTo>
                    <a:pt x="1264" y="72"/>
                  </a:lnTo>
                  <a:lnTo>
                    <a:pt x="1261" y="72"/>
                  </a:lnTo>
                  <a:lnTo>
                    <a:pt x="1261" y="74"/>
                  </a:lnTo>
                  <a:lnTo>
                    <a:pt x="1261" y="74"/>
                  </a:lnTo>
                  <a:lnTo>
                    <a:pt x="1261" y="72"/>
                  </a:lnTo>
                  <a:lnTo>
                    <a:pt x="1259" y="72"/>
                  </a:lnTo>
                  <a:lnTo>
                    <a:pt x="1259" y="72"/>
                  </a:lnTo>
                  <a:lnTo>
                    <a:pt x="1256" y="72"/>
                  </a:lnTo>
                  <a:lnTo>
                    <a:pt x="1256" y="72"/>
                  </a:lnTo>
                  <a:lnTo>
                    <a:pt x="1256" y="72"/>
                  </a:lnTo>
                  <a:lnTo>
                    <a:pt x="1256" y="74"/>
                  </a:lnTo>
                  <a:lnTo>
                    <a:pt x="1254" y="74"/>
                  </a:lnTo>
                  <a:lnTo>
                    <a:pt x="1254" y="72"/>
                  </a:lnTo>
                  <a:lnTo>
                    <a:pt x="1249" y="72"/>
                  </a:lnTo>
                  <a:lnTo>
                    <a:pt x="1249" y="74"/>
                  </a:lnTo>
                  <a:lnTo>
                    <a:pt x="1249" y="74"/>
                  </a:lnTo>
                  <a:lnTo>
                    <a:pt x="1249" y="74"/>
                  </a:lnTo>
                  <a:lnTo>
                    <a:pt x="1247" y="74"/>
                  </a:lnTo>
                  <a:lnTo>
                    <a:pt x="1247" y="74"/>
                  </a:lnTo>
                  <a:lnTo>
                    <a:pt x="1245" y="74"/>
                  </a:lnTo>
                  <a:lnTo>
                    <a:pt x="1245" y="72"/>
                  </a:lnTo>
                  <a:lnTo>
                    <a:pt x="1242" y="72"/>
                  </a:lnTo>
                  <a:lnTo>
                    <a:pt x="1242" y="72"/>
                  </a:lnTo>
                  <a:lnTo>
                    <a:pt x="1240" y="72"/>
                  </a:lnTo>
                  <a:lnTo>
                    <a:pt x="1240" y="74"/>
                  </a:lnTo>
                  <a:lnTo>
                    <a:pt x="1245" y="74"/>
                  </a:lnTo>
                  <a:lnTo>
                    <a:pt x="1245" y="74"/>
                  </a:lnTo>
                  <a:lnTo>
                    <a:pt x="1240" y="74"/>
                  </a:lnTo>
                  <a:lnTo>
                    <a:pt x="1240" y="76"/>
                  </a:lnTo>
                  <a:lnTo>
                    <a:pt x="1242" y="76"/>
                  </a:lnTo>
                  <a:lnTo>
                    <a:pt x="1242" y="76"/>
                  </a:lnTo>
                  <a:lnTo>
                    <a:pt x="1249" y="76"/>
                  </a:lnTo>
                  <a:lnTo>
                    <a:pt x="1249" y="79"/>
                  </a:lnTo>
                  <a:lnTo>
                    <a:pt x="1252" y="79"/>
                  </a:lnTo>
                  <a:lnTo>
                    <a:pt x="1252" y="76"/>
                  </a:lnTo>
                  <a:lnTo>
                    <a:pt x="1252" y="76"/>
                  </a:lnTo>
                  <a:lnTo>
                    <a:pt x="1252" y="81"/>
                  </a:lnTo>
                  <a:lnTo>
                    <a:pt x="1242" y="81"/>
                  </a:lnTo>
                  <a:lnTo>
                    <a:pt x="1242" y="79"/>
                  </a:lnTo>
                  <a:lnTo>
                    <a:pt x="1240" y="79"/>
                  </a:lnTo>
                  <a:lnTo>
                    <a:pt x="1240" y="81"/>
                  </a:lnTo>
                  <a:lnTo>
                    <a:pt x="1240" y="81"/>
                  </a:lnTo>
                  <a:lnTo>
                    <a:pt x="1240" y="79"/>
                  </a:lnTo>
                  <a:lnTo>
                    <a:pt x="1237" y="79"/>
                  </a:lnTo>
                  <a:lnTo>
                    <a:pt x="1237" y="81"/>
                  </a:lnTo>
                  <a:lnTo>
                    <a:pt x="1235" y="81"/>
                  </a:lnTo>
                  <a:lnTo>
                    <a:pt x="1235" y="81"/>
                  </a:lnTo>
                  <a:lnTo>
                    <a:pt x="1233" y="81"/>
                  </a:lnTo>
                  <a:lnTo>
                    <a:pt x="1233" y="81"/>
                  </a:lnTo>
                  <a:lnTo>
                    <a:pt x="1228" y="81"/>
                  </a:lnTo>
                  <a:lnTo>
                    <a:pt x="1228" y="83"/>
                  </a:lnTo>
                  <a:lnTo>
                    <a:pt x="1226" y="83"/>
                  </a:lnTo>
                  <a:lnTo>
                    <a:pt x="1226" y="83"/>
                  </a:lnTo>
                  <a:lnTo>
                    <a:pt x="1233" y="83"/>
                  </a:lnTo>
                  <a:lnTo>
                    <a:pt x="1233" y="86"/>
                  </a:lnTo>
                  <a:lnTo>
                    <a:pt x="1237" y="86"/>
                  </a:lnTo>
                  <a:lnTo>
                    <a:pt x="1237" y="83"/>
                  </a:lnTo>
                  <a:lnTo>
                    <a:pt x="1235" y="83"/>
                  </a:lnTo>
                  <a:lnTo>
                    <a:pt x="1235" y="83"/>
                  </a:lnTo>
                  <a:lnTo>
                    <a:pt x="1237" y="83"/>
                  </a:lnTo>
                  <a:lnTo>
                    <a:pt x="1237" y="83"/>
                  </a:lnTo>
                  <a:lnTo>
                    <a:pt x="1240" y="83"/>
                  </a:lnTo>
                  <a:lnTo>
                    <a:pt x="1240" y="81"/>
                  </a:lnTo>
                  <a:lnTo>
                    <a:pt x="1240" y="81"/>
                  </a:lnTo>
                  <a:lnTo>
                    <a:pt x="1240" y="81"/>
                  </a:lnTo>
                  <a:lnTo>
                    <a:pt x="1242" y="81"/>
                  </a:lnTo>
                  <a:lnTo>
                    <a:pt x="1242" y="83"/>
                  </a:lnTo>
                  <a:lnTo>
                    <a:pt x="1242" y="83"/>
                  </a:lnTo>
                  <a:lnTo>
                    <a:pt x="1242" y="83"/>
                  </a:lnTo>
                  <a:lnTo>
                    <a:pt x="1242" y="83"/>
                  </a:lnTo>
                  <a:lnTo>
                    <a:pt x="1242" y="86"/>
                  </a:lnTo>
                  <a:lnTo>
                    <a:pt x="1240" y="86"/>
                  </a:lnTo>
                  <a:lnTo>
                    <a:pt x="1240" y="86"/>
                  </a:lnTo>
                  <a:lnTo>
                    <a:pt x="1237" y="86"/>
                  </a:lnTo>
                  <a:lnTo>
                    <a:pt x="1237" y="86"/>
                  </a:lnTo>
                  <a:lnTo>
                    <a:pt x="1237" y="86"/>
                  </a:lnTo>
                  <a:lnTo>
                    <a:pt x="1237" y="88"/>
                  </a:lnTo>
                  <a:lnTo>
                    <a:pt x="1237" y="88"/>
                  </a:lnTo>
                  <a:lnTo>
                    <a:pt x="1237" y="88"/>
                  </a:lnTo>
                  <a:lnTo>
                    <a:pt x="1242" y="88"/>
                  </a:lnTo>
                  <a:lnTo>
                    <a:pt x="1242" y="88"/>
                  </a:lnTo>
                  <a:lnTo>
                    <a:pt x="1247" y="88"/>
                  </a:lnTo>
                  <a:lnTo>
                    <a:pt x="1247" y="86"/>
                  </a:lnTo>
                  <a:lnTo>
                    <a:pt x="1245" y="86"/>
                  </a:lnTo>
                  <a:lnTo>
                    <a:pt x="1245" y="86"/>
                  </a:lnTo>
                  <a:lnTo>
                    <a:pt x="1252" y="86"/>
                  </a:lnTo>
                  <a:lnTo>
                    <a:pt x="1252" y="83"/>
                  </a:lnTo>
                  <a:lnTo>
                    <a:pt x="1254" y="83"/>
                  </a:lnTo>
                  <a:lnTo>
                    <a:pt x="1254" y="83"/>
                  </a:lnTo>
                  <a:lnTo>
                    <a:pt x="1256" y="83"/>
                  </a:lnTo>
                  <a:lnTo>
                    <a:pt x="1256" y="83"/>
                  </a:lnTo>
                  <a:lnTo>
                    <a:pt x="1261" y="83"/>
                  </a:lnTo>
                  <a:lnTo>
                    <a:pt x="1261" y="83"/>
                  </a:lnTo>
                  <a:lnTo>
                    <a:pt x="1259" y="83"/>
                  </a:lnTo>
                  <a:lnTo>
                    <a:pt x="1259" y="86"/>
                  </a:lnTo>
                  <a:lnTo>
                    <a:pt x="1259" y="86"/>
                  </a:lnTo>
                  <a:lnTo>
                    <a:pt x="1259" y="88"/>
                  </a:lnTo>
                  <a:lnTo>
                    <a:pt x="1259" y="88"/>
                  </a:lnTo>
                  <a:lnTo>
                    <a:pt x="1259" y="88"/>
                  </a:lnTo>
                  <a:lnTo>
                    <a:pt x="1268" y="88"/>
                  </a:lnTo>
                  <a:lnTo>
                    <a:pt x="1268" y="90"/>
                  </a:lnTo>
                  <a:lnTo>
                    <a:pt x="1275" y="90"/>
                  </a:lnTo>
                  <a:lnTo>
                    <a:pt x="1275" y="90"/>
                  </a:lnTo>
                  <a:lnTo>
                    <a:pt x="1275" y="90"/>
                  </a:lnTo>
                  <a:lnTo>
                    <a:pt x="1275" y="90"/>
                  </a:lnTo>
                  <a:lnTo>
                    <a:pt x="1271" y="90"/>
                  </a:lnTo>
                  <a:lnTo>
                    <a:pt x="1271" y="93"/>
                  </a:lnTo>
                  <a:lnTo>
                    <a:pt x="1273" y="93"/>
                  </a:lnTo>
                  <a:lnTo>
                    <a:pt x="1273" y="93"/>
                  </a:lnTo>
                  <a:lnTo>
                    <a:pt x="1271" y="93"/>
                  </a:lnTo>
                  <a:lnTo>
                    <a:pt x="1271" y="95"/>
                  </a:lnTo>
                  <a:lnTo>
                    <a:pt x="1273" y="95"/>
                  </a:lnTo>
                  <a:lnTo>
                    <a:pt x="1273" y="95"/>
                  </a:lnTo>
                  <a:lnTo>
                    <a:pt x="1271" y="95"/>
                  </a:lnTo>
                  <a:lnTo>
                    <a:pt x="1271" y="95"/>
                  </a:lnTo>
                  <a:lnTo>
                    <a:pt x="1266" y="95"/>
                  </a:lnTo>
                  <a:lnTo>
                    <a:pt x="1266" y="98"/>
                  </a:lnTo>
                  <a:lnTo>
                    <a:pt x="1268" y="98"/>
                  </a:lnTo>
                  <a:lnTo>
                    <a:pt x="1268" y="98"/>
                  </a:lnTo>
                  <a:lnTo>
                    <a:pt x="1261" y="98"/>
                  </a:lnTo>
                  <a:lnTo>
                    <a:pt x="1261" y="100"/>
                  </a:lnTo>
                  <a:lnTo>
                    <a:pt x="1252" y="100"/>
                  </a:lnTo>
                  <a:lnTo>
                    <a:pt x="1252" y="100"/>
                  </a:lnTo>
                  <a:lnTo>
                    <a:pt x="1249" y="100"/>
                  </a:lnTo>
                  <a:lnTo>
                    <a:pt x="1249" y="102"/>
                  </a:lnTo>
                  <a:lnTo>
                    <a:pt x="1240" y="102"/>
                  </a:lnTo>
                  <a:lnTo>
                    <a:pt x="1240" y="100"/>
                  </a:lnTo>
                  <a:lnTo>
                    <a:pt x="1226" y="100"/>
                  </a:lnTo>
                  <a:lnTo>
                    <a:pt x="1226" y="102"/>
                  </a:lnTo>
                  <a:lnTo>
                    <a:pt x="1216" y="102"/>
                  </a:lnTo>
                  <a:lnTo>
                    <a:pt x="1216" y="102"/>
                  </a:lnTo>
                  <a:lnTo>
                    <a:pt x="1176" y="102"/>
                  </a:lnTo>
                  <a:lnTo>
                    <a:pt x="1176" y="105"/>
                  </a:lnTo>
                  <a:lnTo>
                    <a:pt x="1174" y="105"/>
                  </a:lnTo>
                  <a:lnTo>
                    <a:pt x="1174" y="102"/>
                  </a:lnTo>
                  <a:lnTo>
                    <a:pt x="1171" y="102"/>
                  </a:lnTo>
                  <a:lnTo>
                    <a:pt x="1171" y="105"/>
                  </a:lnTo>
                  <a:lnTo>
                    <a:pt x="1162" y="105"/>
                  </a:lnTo>
                  <a:lnTo>
                    <a:pt x="1162" y="105"/>
                  </a:lnTo>
                  <a:lnTo>
                    <a:pt x="1152" y="105"/>
                  </a:lnTo>
                  <a:lnTo>
                    <a:pt x="1152" y="107"/>
                  </a:lnTo>
                  <a:lnTo>
                    <a:pt x="1150" y="107"/>
                  </a:lnTo>
                  <a:lnTo>
                    <a:pt x="1150" y="105"/>
                  </a:lnTo>
                  <a:lnTo>
                    <a:pt x="1140" y="105"/>
                  </a:lnTo>
                  <a:lnTo>
                    <a:pt x="1140" y="107"/>
                  </a:lnTo>
                  <a:lnTo>
                    <a:pt x="1133" y="107"/>
                  </a:lnTo>
                  <a:lnTo>
                    <a:pt x="1133" y="109"/>
                  </a:lnTo>
                  <a:lnTo>
                    <a:pt x="1138" y="109"/>
                  </a:lnTo>
                  <a:lnTo>
                    <a:pt x="1138" y="109"/>
                  </a:lnTo>
                  <a:lnTo>
                    <a:pt x="1138" y="109"/>
                  </a:lnTo>
                  <a:lnTo>
                    <a:pt x="1138" y="109"/>
                  </a:lnTo>
                  <a:lnTo>
                    <a:pt x="1140" y="109"/>
                  </a:lnTo>
                  <a:lnTo>
                    <a:pt x="1140" y="112"/>
                  </a:lnTo>
                  <a:lnTo>
                    <a:pt x="1138" y="112"/>
                  </a:lnTo>
                  <a:lnTo>
                    <a:pt x="1138" y="114"/>
                  </a:lnTo>
                  <a:lnTo>
                    <a:pt x="1143" y="114"/>
                  </a:lnTo>
                  <a:lnTo>
                    <a:pt x="1143" y="114"/>
                  </a:lnTo>
                  <a:lnTo>
                    <a:pt x="1138" y="114"/>
                  </a:lnTo>
                  <a:lnTo>
                    <a:pt x="1138" y="117"/>
                  </a:lnTo>
                  <a:lnTo>
                    <a:pt x="1143" y="117"/>
                  </a:lnTo>
                  <a:lnTo>
                    <a:pt x="1143" y="119"/>
                  </a:lnTo>
                  <a:lnTo>
                    <a:pt x="1148" y="119"/>
                  </a:lnTo>
                  <a:lnTo>
                    <a:pt x="1148" y="119"/>
                  </a:lnTo>
                  <a:lnTo>
                    <a:pt x="1150" y="119"/>
                  </a:lnTo>
                  <a:lnTo>
                    <a:pt x="1150" y="121"/>
                  </a:lnTo>
                  <a:lnTo>
                    <a:pt x="1150" y="121"/>
                  </a:lnTo>
                  <a:lnTo>
                    <a:pt x="1150" y="124"/>
                  </a:lnTo>
                  <a:lnTo>
                    <a:pt x="1150" y="124"/>
                  </a:lnTo>
                  <a:lnTo>
                    <a:pt x="1150" y="126"/>
                  </a:lnTo>
                  <a:lnTo>
                    <a:pt x="1148" y="126"/>
                  </a:lnTo>
                  <a:lnTo>
                    <a:pt x="1148" y="126"/>
                  </a:lnTo>
                  <a:lnTo>
                    <a:pt x="1145" y="126"/>
                  </a:lnTo>
                  <a:lnTo>
                    <a:pt x="1145" y="131"/>
                  </a:lnTo>
                  <a:lnTo>
                    <a:pt x="1150" y="131"/>
                  </a:lnTo>
                  <a:lnTo>
                    <a:pt x="1150" y="131"/>
                  </a:lnTo>
                  <a:lnTo>
                    <a:pt x="1148" y="131"/>
                  </a:lnTo>
                  <a:lnTo>
                    <a:pt x="1148" y="133"/>
                  </a:lnTo>
                  <a:lnTo>
                    <a:pt x="1148" y="133"/>
                  </a:lnTo>
                  <a:lnTo>
                    <a:pt x="1148" y="136"/>
                  </a:lnTo>
                  <a:lnTo>
                    <a:pt x="1148" y="136"/>
                  </a:lnTo>
                  <a:lnTo>
                    <a:pt x="1148" y="136"/>
                  </a:lnTo>
                  <a:lnTo>
                    <a:pt x="1155" y="136"/>
                  </a:lnTo>
                  <a:lnTo>
                    <a:pt x="1155" y="138"/>
                  </a:lnTo>
                  <a:lnTo>
                    <a:pt x="1164" y="138"/>
                  </a:lnTo>
                  <a:lnTo>
                    <a:pt x="1164" y="138"/>
                  </a:lnTo>
                  <a:lnTo>
                    <a:pt x="1166" y="138"/>
                  </a:lnTo>
                  <a:lnTo>
                    <a:pt x="1166" y="138"/>
                  </a:lnTo>
                  <a:lnTo>
                    <a:pt x="1166" y="138"/>
                  </a:lnTo>
                  <a:lnTo>
                    <a:pt x="1166" y="138"/>
                  </a:lnTo>
                  <a:lnTo>
                    <a:pt x="1174" y="138"/>
                  </a:lnTo>
                  <a:lnTo>
                    <a:pt x="1174" y="140"/>
                  </a:lnTo>
                  <a:lnTo>
                    <a:pt x="1181" y="140"/>
                  </a:lnTo>
                  <a:lnTo>
                    <a:pt x="1181" y="140"/>
                  </a:lnTo>
                  <a:lnTo>
                    <a:pt x="1183" y="140"/>
                  </a:lnTo>
                  <a:lnTo>
                    <a:pt x="1183" y="140"/>
                  </a:lnTo>
                  <a:lnTo>
                    <a:pt x="1183" y="140"/>
                  </a:lnTo>
                  <a:lnTo>
                    <a:pt x="1183" y="143"/>
                  </a:lnTo>
                  <a:lnTo>
                    <a:pt x="1181" y="143"/>
                  </a:lnTo>
                  <a:lnTo>
                    <a:pt x="1181" y="145"/>
                  </a:lnTo>
                  <a:lnTo>
                    <a:pt x="1185" y="145"/>
                  </a:lnTo>
                  <a:lnTo>
                    <a:pt x="1185" y="145"/>
                  </a:lnTo>
                  <a:lnTo>
                    <a:pt x="1185" y="145"/>
                  </a:lnTo>
                  <a:lnTo>
                    <a:pt x="1185" y="147"/>
                  </a:lnTo>
                  <a:lnTo>
                    <a:pt x="1188" y="147"/>
                  </a:lnTo>
                  <a:lnTo>
                    <a:pt x="1188" y="147"/>
                  </a:lnTo>
                  <a:lnTo>
                    <a:pt x="1188" y="147"/>
                  </a:lnTo>
                  <a:lnTo>
                    <a:pt x="1188" y="150"/>
                  </a:lnTo>
                  <a:lnTo>
                    <a:pt x="1190" y="150"/>
                  </a:lnTo>
                  <a:lnTo>
                    <a:pt x="1190" y="150"/>
                  </a:lnTo>
                  <a:lnTo>
                    <a:pt x="1190" y="150"/>
                  </a:lnTo>
                  <a:lnTo>
                    <a:pt x="1190" y="150"/>
                  </a:lnTo>
                  <a:lnTo>
                    <a:pt x="1195" y="150"/>
                  </a:lnTo>
                  <a:lnTo>
                    <a:pt x="1195" y="150"/>
                  </a:lnTo>
                  <a:lnTo>
                    <a:pt x="1202" y="150"/>
                  </a:lnTo>
                  <a:lnTo>
                    <a:pt x="1202" y="150"/>
                  </a:lnTo>
                  <a:lnTo>
                    <a:pt x="1204" y="150"/>
                  </a:lnTo>
                  <a:lnTo>
                    <a:pt x="1204" y="152"/>
                  </a:lnTo>
                  <a:lnTo>
                    <a:pt x="1204" y="152"/>
                  </a:lnTo>
                  <a:lnTo>
                    <a:pt x="1204" y="152"/>
                  </a:lnTo>
                  <a:lnTo>
                    <a:pt x="1204" y="152"/>
                  </a:lnTo>
                  <a:lnTo>
                    <a:pt x="1204" y="154"/>
                  </a:lnTo>
                  <a:lnTo>
                    <a:pt x="1209" y="154"/>
                  </a:lnTo>
                  <a:lnTo>
                    <a:pt x="1209" y="154"/>
                  </a:lnTo>
                  <a:lnTo>
                    <a:pt x="1209" y="154"/>
                  </a:lnTo>
                  <a:lnTo>
                    <a:pt x="1209" y="157"/>
                  </a:lnTo>
                  <a:lnTo>
                    <a:pt x="1209" y="157"/>
                  </a:lnTo>
                  <a:lnTo>
                    <a:pt x="1209" y="159"/>
                  </a:lnTo>
                  <a:lnTo>
                    <a:pt x="1204" y="159"/>
                  </a:lnTo>
                  <a:lnTo>
                    <a:pt x="1204" y="159"/>
                  </a:lnTo>
                  <a:lnTo>
                    <a:pt x="1204" y="159"/>
                  </a:lnTo>
                  <a:lnTo>
                    <a:pt x="1204" y="162"/>
                  </a:lnTo>
                  <a:lnTo>
                    <a:pt x="1204" y="162"/>
                  </a:lnTo>
                  <a:lnTo>
                    <a:pt x="1204" y="162"/>
                  </a:lnTo>
                  <a:lnTo>
                    <a:pt x="1202" y="162"/>
                  </a:lnTo>
                  <a:lnTo>
                    <a:pt x="1202" y="164"/>
                  </a:lnTo>
                  <a:lnTo>
                    <a:pt x="1200" y="164"/>
                  </a:lnTo>
                  <a:lnTo>
                    <a:pt x="1200" y="164"/>
                  </a:lnTo>
                  <a:lnTo>
                    <a:pt x="1200" y="164"/>
                  </a:lnTo>
                  <a:lnTo>
                    <a:pt x="1200" y="166"/>
                  </a:lnTo>
                  <a:lnTo>
                    <a:pt x="1200" y="166"/>
                  </a:lnTo>
                  <a:lnTo>
                    <a:pt x="1200" y="166"/>
                  </a:lnTo>
                  <a:lnTo>
                    <a:pt x="1200" y="166"/>
                  </a:lnTo>
                  <a:lnTo>
                    <a:pt x="1200" y="169"/>
                  </a:lnTo>
                  <a:lnTo>
                    <a:pt x="1200" y="169"/>
                  </a:lnTo>
                  <a:lnTo>
                    <a:pt x="1200" y="169"/>
                  </a:lnTo>
                  <a:lnTo>
                    <a:pt x="1200" y="169"/>
                  </a:lnTo>
                  <a:lnTo>
                    <a:pt x="1200" y="169"/>
                  </a:lnTo>
                  <a:lnTo>
                    <a:pt x="1202" y="169"/>
                  </a:lnTo>
                  <a:lnTo>
                    <a:pt x="1202" y="171"/>
                  </a:lnTo>
                  <a:lnTo>
                    <a:pt x="1204" y="171"/>
                  </a:lnTo>
                  <a:lnTo>
                    <a:pt x="1204" y="171"/>
                  </a:lnTo>
                  <a:lnTo>
                    <a:pt x="1204" y="171"/>
                  </a:lnTo>
                  <a:lnTo>
                    <a:pt x="1204" y="173"/>
                  </a:lnTo>
                  <a:lnTo>
                    <a:pt x="1207" y="173"/>
                  </a:lnTo>
                  <a:lnTo>
                    <a:pt x="1207" y="173"/>
                  </a:lnTo>
                  <a:lnTo>
                    <a:pt x="1207" y="173"/>
                  </a:lnTo>
                  <a:lnTo>
                    <a:pt x="1207" y="176"/>
                  </a:lnTo>
                  <a:lnTo>
                    <a:pt x="1209" y="176"/>
                  </a:lnTo>
                  <a:lnTo>
                    <a:pt x="1209" y="178"/>
                  </a:lnTo>
                  <a:lnTo>
                    <a:pt x="1209" y="178"/>
                  </a:lnTo>
                  <a:lnTo>
                    <a:pt x="1209" y="178"/>
                  </a:lnTo>
                  <a:lnTo>
                    <a:pt x="1207" y="178"/>
                  </a:lnTo>
                  <a:lnTo>
                    <a:pt x="1207" y="176"/>
                  </a:lnTo>
                  <a:lnTo>
                    <a:pt x="1204" y="176"/>
                  </a:lnTo>
                  <a:lnTo>
                    <a:pt x="1204" y="176"/>
                  </a:lnTo>
                  <a:lnTo>
                    <a:pt x="1204" y="176"/>
                  </a:lnTo>
                  <a:lnTo>
                    <a:pt x="1204" y="173"/>
                  </a:lnTo>
                  <a:lnTo>
                    <a:pt x="1202" y="173"/>
                  </a:lnTo>
                  <a:lnTo>
                    <a:pt x="1202" y="176"/>
                  </a:lnTo>
                  <a:lnTo>
                    <a:pt x="1202" y="176"/>
                  </a:lnTo>
                  <a:lnTo>
                    <a:pt x="1202" y="171"/>
                  </a:lnTo>
                  <a:lnTo>
                    <a:pt x="1200" y="171"/>
                  </a:lnTo>
                  <a:lnTo>
                    <a:pt x="1200" y="171"/>
                  </a:lnTo>
                  <a:lnTo>
                    <a:pt x="1193" y="171"/>
                  </a:lnTo>
                  <a:lnTo>
                    <a:pt x="1193" y="171"/>
                  </a:lnTo>
                  <a:lnTo>
                    <a:pt x="1190" y="171"/>
                  </a:lnTo>
                  <a:lnTo>
                    <a:pt x="1190" y="171"/>
                  </a:lnTo>
                  <a:lnTo>
                    <a:pt x="1183" y="171"/>
                  </a:lnTo>
                  <a:lnTo>
                    <a:pt x="1183" y="166"/>
                  </a:lnTo>
                  <a:lnTo>
                    <a:pt x="1181" y="166"/>
                  </a:lnTo>
                  <a:lnTo>
                    <a:pt x="1181" y="164"/>
                  </a:lnTo>
                  <a:lnTo>
                    <a:pt x="1183" y="164"/>
                  </a:lnTo>
                  <a:lnTo>
                    <a:pt x="1183" y="164"/>
                  </a:lnTo>
                  <a:lnTo>
                    <a:pt x="1188" y="164"/>
                  </a:lnTo>
                  <a:lnTo>
                    <a:pt x="1188" y="162"/>
                  </a:lnTo>
                  <a:lnTo>
                    <a:pt x="1193" y="162"/>
                  </a:lnTo>
                  <a:lnTo>
                    <a:pt x="1193" y="162"/>
                  </a:lnTo>
                  <a:lnTo>
                    <a:pt x="1197" y="162"/>
                  </a:lnTo>
                  <a:lnTo>
                    <a:pt x="1197" y="159"/>
                  </a:lnTo>
                  <a:lnTo>
                    <a:pt x="1197" y="159"/>
                  </a:lnTo>
                  <a:lnTo>
                    <a:pt x="1197" y="159"/>
                  </a:lnTo>
                  <a:lnTo>
                    <a:pt x="1197" y="159"/>
                  </a:lnTo>
                  <a:lnTo>
                    <a:pt x="1197" y="157"/>
                  </a:lnTo>
                  <a:lnTo>
                    <a:pt x="1200" y="157"/>
                  </a:lnTo>
                  <a:lnTo>
                    <a:pt x="1200" y="157"/>
                  </a:lnTo>
                  <a:lnTo>
                    <a:pt x="1202" y="157"/>
                  </a:lnTo>
                  <a:lnTo>
                    <a:pt x="1202" y="154"/>
                  </a:lnTo>
                  <a:lnTo>
                    <a:pt x="1204" y="154"/>
                  </a:lnTo>
                  <a:lnTo>
                    <a:pt x="1204" y="152"/>
                  </a:lnTo>
                  <a:lnTo>
                    <a:pt x="1202" y="152"/>
                  </a:lnTo>
                  <a:lnTo>
                    <a:pt x="1202" y="152"/>
                  </a:lnTo>
                  <a:lnTo>
                    <a:pt x="1195" y="152"/>
                  </a:lnTo>
                  <a:lnTo>
                    <a:pt x="1195" y="150"/>
                  </a:lnTo>
                  <a:lnTo>
                    <a:pt x="1190" y="150"/>
                  </a:lnTo>
                  <a:lnTo>
                    <a:pt x="1190" y="152"/>
                  </a:lnTo>
                  <a:lnTo>
                    <a:pt x="1183" y="152"/>
                  </a:lnTo>
                  <a:lnTo>
                    <a:pt x="1183" y="152"/>
                  </a:lnTo>
                  <a:lnTo>
                    <a:pt x="1166" y="152"/>
                  </a:lnTo>
                  <a:lnTo>
                    <a:pt x="1166" y="152"/>
                  </a:lnTo>
                  <a:lnTo>
                    <a:pt x="1159" y="152"/>
                  </a:lnTo>
                  <a:lnTo>
                    <a:pt x="1159" y="150"/>
                  </a:lnTo>
                  <a:lnTo>
                    <a:pt x="1159" y="150"/>
                  </a:lnTo>
                  <a:lnTo>
                    <a:pt x="1159" y="150"/>
                  </a:lnTo>
                  <a:lnTo>
                    <a:pt x="1157" y="150"/>
                  </a:lnTo>
                  <a:lnTo>
                    <a:pt x="1157" y="147"/>
                  </a:lnTo>
                  <a:lnTo>
                    <a:pt x="1155" y="147"/>
                  </a:lnTo>
                  <a:lnTo>
                    <a:pt x="1155" y="147"/>
                  </a:lnTo>
                  <a:lnTo>
                    <a:pt x="1152" y="147"/>
                  </a:lnTo>
                  <a:lnTo>
                    <a:pt x="1152" y="145"/>
                  </a:lnTo>
                  <a:lnTo>
                    <a:pt x="1148" y="145"/>
                  </a:lnTo>
                  <a:lnTo>
                    <a:pt x="1148" y="145"/>
                  </a:lnTo>
                  <a:lnTo>
                    <a:pt x="1148" y="145"/>
                  </a:lnTo>
                  <a:lnTo>
                    <a:pt x="1148" y="143"/>
                  </a:lnTo>
                  <a:lnTo>
                    <a:pt x="1145" y="143"/>
                  </a:lnTo>
                  <a:lnTo>
                    <a:pt x="1145" y="143"/>
                  </a:lnTo>
                  <a:lnTo>
                    <a:pt x="1140" y="143"/>
                  </a:lnTo>
                  <a:lnTo>
                    <a:pt x="1140" y="140"/>
                  </a:lnTo>
                  <a:lnTo>
                    <a:pt x="1136" y="140"/>
                  </a:lnTo>
                  <a:lnTo>
                    <a:pt x="1136" y="140"/>
                  </a:lnTo>
                  <a:lnTo>
                    <a:pt x="1131" y="140"/>
                  </a:lnTo>
                  <a:lnTo>
                    <a:pt x="1131" y="140"/>
                  </a:lnTo>
                  <a:lnTo>
                    <a:pt x="1126" y="140"/>
                  </a:lnTo>
                  <a:lnTo>
                    <a:pt x="1126" y="138"/>
                  </a:lnTo>
                  <a:lnTo>
                    <a:pt x="1124" y="138"/>
                  </a:lnTo>
                  <a:lnTo>
                    <a:pt x="1124" y="138"/>
                  </a:lnTo>
                  <a:lnTo>
                    <a:pt x="1122" y="138"/>
                  </a:lnTo>
                  <a:lnTo>
                    <a:pt x="1122" y="136"/>
                  </a:lnTo>
                  <a:lnTo>
                    <a:pt x="1103" y="136"/>
                  </a:lnTo>
                  <a:lnTo>
                    <a:pt x="1103" y="136"/>
                  </a:lnTo>
                  <a:lnTo>
                    <a:pt x="1098" y="136"/>
                  </a:lnTo>
                  <a:lnTo>
                    <a:pt x="1098" y="133"/>
                  </a:lnTo>
                  <a:lnTo>
                    <a:pt x="1095" y="133"/>
                  </a:lnTo>
                  <a:lnTo>
                    <a:pt x="1095" y="131"/>
                  </a:lnTo>
                  <a:lnTo>
                    <a:pt x="1093" y="131"/>
                  </a:lnTo>
                  <a:lnTo>
                    <a:pt x="1093" y="131"/>
                  </a:lnTo>
                  <a:lnTo>
                    <a:pt x="1088" y="131"/>
                  </a:lnTo>
                  <a:lnTo>
                    <a:pt x="1088" y="128"/>
                  </a:lnTo>
                  <a:lnTo>
                    <a:pt x="1079" y="128"/>
                  </a:lnTo>
                  <a:lnTo>
                    <a:pt x="1079" y="131"/>
                  </a:lnTo>
                  <a:lnTo>
                    <a:pt x="1077" y="131"/>
                  </a:lnTo>
                  <a:lnTo>
                    <a:pt x="1077" y="131"/>
                  </a:lnTo>
                  <a:lnTo>
                    <a:pt x="1074" y="131"/>
                  </a:lnTo>
                  <a:lnTo>
                    <a:pt x="1074" y="133"/>
                  </a:lnTo>
                  <a:lnTo>
                    <a:pt x="1072" y="133"/>
                  </a:lnTo>
                  <a:lnTo>
                    <a:pt x="1072" y="133"/>
                  </a:lnTo>
                  <a:lnTo>
                    <a:pt x="1072" y="133"/>
                  </a:lnTo>
                  <a:lnTo>
                    <a:pt x="1072" y="136"/>
                  </a:lnTo>
                  <a:lnTo>
                    <a:pt x="1067" y="136"/>
                  </a:lnTo>
                  <a:lnTo>
                    <a:pt x="1067" y="136"/>
                  </a:lnTo>
                  <a:lnTo>
                    <a:pt x="1065" y="136"/>
                  </a:lnTo>
                  <a:lnTo>
                    <a:pt x="1065" y="138"/>
                  </a:lnTo>
                  <a:lnTo>
                    <a:pt x="1065" y="138"/>
                  </a:lnTo>
                  <a:lnTo>
                    <a:pt x="1065" y="138"/>
                  </a:lnTo>
                  <a:lnTo>
                    <a:pt x="1065" y="138"/>
                  </a:lnTo>
                  <a:lnTo>
                    <a:pt x="1065" y="140"/>
                  </a:lnTo>
                  <a:lnTo>
                    <a:pt x="1065" y="140"/>
                  </a:lnTo>
                  <a:lnTo>
                    <a:pt x="1065" y="140"/>
                  </a:lnTo>
                  <a:lnTo>
                    <a:pt x="1065" y="140"/>
                  </a:lnTo>
                  <a:lnTo>
                    <a:pt x="1065" y="143"/>
                  </a:lnTo>
                  <a:lnTo>
                    <a:pt x="1067" y="143"/>
                  </a:lnTo>
                  <a:lnTo>
                    <a:pt x="1067" y="140"/>
                  </a:lnTo>
                  <a:lnTo>
                    <a:pt x="1069" y="140"/>
                  </a:lnTo>
                  <a:lnTo>
                    <a:pt x="1069" y="140"/>
                  </a:lnTo>
                  <a:lnTo>
                    <a:pt x="1072" y="140"/>
                  </a:lnTo>
                  <a:lnTo>
                    <a:pt x="1072" y="140"/>
                  </a:lnTo>
                  <a:lnTo>
                    <a:pt x="1074" y="140"/>
                  </a:lnTo>
                  <a:lnTo>
                    <a:pt x="1074" y="140"/>
                  </a:lnTo>
                  <a:lnTo>
                    <a:pt x="1077" y="140"/>
                  </a:lnTo>
                  <a:lnTo>
                    <a:pt x="1077" y="143"/>
                  </a:lnTo>
                  <a:lnTo>
                    <a:pt x="1077" y="143"/>
                  </a:lnTo>
                  <a:lnTo>
                    <a:pt x="1077" y="145"/>
                  </a:lnTo>
                  <a:lnTo>
                    <a:pt x="1084" y="145"/>
                  </a:lnTo>
                  <a:lnTo>
                    <a:pt x="1084" y="143"/>
                  </a:lnTo>
                  <a:lnTo>
                    <a:pt x="1091" y="143"/>
                  </a:lnTo>
                  <a:lnTo>
                    <a:pt x="1091" y="145"/>
                  </a:lnTo>
                  <a:lnTo>
                    <a:pt x="1091" y="145"/>
                  </a:lnTo>
                  <a:lnTo>
                    <a:pt x="1091" y="145"/>
                  </a:lnTo>
                  <a:lnTo>
                    <a:pt x="1093" y="145"/>
                  </a:lnTo>
                  <a:lnTo>
                    <a:pt x="1093" y="147"/>
                  </a:lnTo>
                  <a:lnTo>
                    <a:pt x="1091" y="147"/>
                  </a:lnTo>
                  <a:lnTo>
                    <a:pt x="1091" y="150"/>
                  </a:lnTo>
                  <a:lnTo>
                    <a:pt x="1086" y="150"/>
                  </a:lnTo>
                  <a:lnTo>
                    <a:pt x="1086" y="150"/>
                  </a:lnTo>
                  <a:lnTo>
                    <a:pt x="1079" y="150"/>
                  </a:lnTo>
                  <a:lnTo>
                    <a:pt x="1079" y="150"/>
                  </a:lnTo>
                  <a:lnTo>
                    <a:pt x="1077" y="150"/>
                  </a:lnTo>
                  <a:lnTo>
                    <a:pt x="1077" y="147"/>
                  </a:lnTo>
                  <a:lnTo>
                    <a:pt x="1074" y="147"/>
                  </a:lnTo>
                  <a:lnTo>
                    <a:pt x="1074" y="147"/>
                  </a:lnTo>
                  <a:lnTo>
                    <a:pt x="1072" y="147"/>
                  </a:lnTo>
                  <a:lnTo>
                    <a:pt x="1072" y="145"/>
                  </a:lnTo>
                  <a:lnTo>
                    <a:pt x="1067" y="145"/>
                  </a:lnTo>
                  <a:lnTo>
                    <a:pt x="1067" y="145"/>
                  </a:lnTo>
                  <a:lnTo>
                    <a:pt x="1067" y="145"/>
                  </a:lnTo>
                  <a:lnTo>
                    <a:pt x="1067" y="143"/>
                  </a:lnTo>
                  <a:lnTo>
                    <a:pt x="1060" y="143"/>
                  </a:lnTo>
                  <a:lnTo>
                    <a:pt x="1060" y="145"/>
                  </a:lnTo>
                  <a:lnTo>
                    <a:pt x="1053" y="145"/>
                  </a:lnTo>
                  <a:lnTo>
                    <a:pt x="1053" y="145"/>
                  </a:lnTo>
                  <a:lnTo>
                    <a:pt x="1051" y="145"/>
                  </a:lnTo>
                  <a:lnTo>
                    <a:pt x="1051" y="147"/>
                  </a:lnTo>
                  <a:lnTo>
                    <a:pt x="1051" y="147"/>
                  </a:lnTo>
                  <a:lnTo>
                    <a:pt x="1051" y="147"/>
                  </a:lnTo>
                  <a:lnTo>
                    <a:pt x="1046" y="147"/>
                  </a:lnTo>
                  <a:lnTo>
                    <a:pt x="1046" y="150"/>
                  </a:lnTo>
                  <a:lnTo>
                    <a:pt x="1046" y="150"/>
                  </a:lnTo>
                  <a:lnTo>
                    <a:pt x="1046" y="150"/>
                  </a:lnTo>
                  <a:lnTo>
                    <a:pt x="1048" y="150"/>
                  </a:lnTo>
                  <a:lnTo>
                    <a:pt x="1048" y="150"/>
                  </a:lnTo>
                  <a:lnTo>
                    <a:pt x="1048" y="150"/>
                  </a:lnTo>
                  <a:lnTo>
                    <a:pt x="1048" y="152"/>
                  </a:lnTo>
                  <a:lnTo>
                    <a:pt x="1051" y="152"/>
                  </a:lnTo>
                  <a:lnTo>
                    <a:pt x="1051" y="154"/>
                  </a:lnTo>
                  <a:lnTo>
                    <a:pt x="1051" y="154"/>
                  </a:lnTo>
                  <a:lnTo>
                    <a:pt x="1051" y="154"/>
                  </a:lnTo>
                  <a:lnTo>
                    <a:pt x="1053" y="154"/>
                  </a:lnTo>
                  <a:lnTo>
                    <a:pt x="1053" y="157"/>
                  </a:lnTo>
                  <a:lnTo>
                    <a:pt x="1055" y="157"/>
                  </a:lnTo>
                  <a:lnTo>
                    <a:pt x="1055" y="159"/>
                  </a:lnTo>
                  <a:lnTo>
                    <a:pt x="1058" y="159"/>
                  </a:lnTo>
                  <a:lnTo>
                    <a:pt x="1058" y="159"/>
                  </a:lnTo>
                  <a:lnTo>
                    <a:pt x="1060" y="159"/>
                  </a:lnTo>
                  <a:lnTo>
                    <a:pt x="1060" y="159"/>
                  </a:lnTo>
                  <a:lnTo>
                    <a:pt x="1065" y="159"/>
                  </a:lnTo>
                  <a:lnTo>
                    <a:pt x="1065" y="162"/>
                  </a:lnTo>
                  <a:lnTo>
                    <a:pt x="1072" y="162"/>
                  </a:lnTo>
                  <a:lnTo>
                    <a:pt x="1072" y="162"/>
                  </a:lnTo>
                  <a:lnTo>
                    <a:pt x="1072" y="162"/>
                  </a:lnTo>
                  <a:lnTo>
                    <a:pt x="1072" y="164"/>
                  </a:lnTo>
                  <a:lnTo>
                    <a:pt x="1077" y="164"/>
                  </a:lnTo>
                  <a:lnTo>
                    <a:pt x="1077" y="164"/>
                  </a:lnTo>
                  <a:lnTo>
                    <a:pt x="1084" y="164"/>
                  </a:lnTo>
                  <a:lnTo>
                    <a:pt x="1084" y="164"/>
                  </a:lnTo>
                  <a:lnTo>
                    <a:pt x="1086" y="164"/>
                  </a:lnTo>
                  <a:lnTo>
                    <a:pt x="1086" y="166"/>
                  </a:lnTo>
                  <a:lnTo>
                    <a:pt x="1088" y="166"/>
                  </a:lnTo>
                  <a:lnTo>
                    <a:pt x="1088" y="164"/>
                  </a:lnTo>
                  <a:lnTo>
                    <a:pt x="1091" y="164"/>
                  </a:lnTo>
                  <a:lnTo>
                    <a:pt x="1091" y="166"/>
                  </a:lnTo>
                  <a:lnTo>
                    <a:pt x="1093" y="166"/>
                  </a:lnTo>
                  <a:lnTo>
                    <a:pt x="1093" y="166"/>
                  </a:lnTo>
                  <a:lnTo>
                    <a:pt x="1093" y="166"/>
                  </a:lnTo>
                  <a:lnTo>
                    <a:pt x="1093" y="169"/>
                  </a:lnTo>
                  <a:lnTo>
                    <a:pt x="1095" y="169"/>
                  </a:lnTo>
                  <a:lnTo>
                    <a:pt x="1095" y="171"/>
                  </a:lnTo>
                  <a:lnTo>
                    <a:pt x="1098" y="171"/>
                  </a:lnTo>
                  <a:lnTo>
                    <a:pt x="1098" y="171"/>
                  </a:lnTo>
                  <a:lnTo>
                    <a:pt x="1098" y="171"/>
                  </a:lnTo>
                  <a:lnTo>
                    <a:pt x="1098" y="173"/>
                  </a:lnTo>
                  <a:lnTo>
                    <a:pt x="1093" y="173"/>
                  </a:lnTo>
                  <a:lnTo>
                    <a:pt x="1093" y="171"/>
                  </a:lnTo>
                  <a:lnTo>
                    <a:pt x="1088" y="171"/>
                  </a:lnTo>
                  <a:lnTo>
                    <a:pt x="1088" y="171"/>
                  </a:lnTo>
                  <a:lnTo>
                    <a:pt x="1086" y="171"/>
                  </a:lnTo>
                  <a:lnTo>
                    <a:pt x="1086" y="169"/>
                  </a:lnTo>
                  <a:lnTo>
                    <a:pt x="1086" y="169"/>
                  </a:lnTo>
                  <a:lnTo>
                    <a:pt x="1086" y="169"/>
                  </a:lnTo>
                  <a:lnTo>
                    <a:pt x="1081" y="169"/>
                  </a:lnTo>
                  <a:lnTo>
                    <a:pt x="1081" y="166"/>
                  </a:lnTo>
                  <a:lnTo>
                    <a:pt x="1060" y="166"/>
                  </a:lnTo>
                  <a:lnTo>
                    <a:pt x="1060" y="166"/>
                  </a:lnTo>
                  <a:lnTo>
                    <a:pt x="1058" y="166"/>
                  </a:lnTo>
                  <a:lnTo>
                    <a:pt x="1058" y="166"/>
                  </a:lnTo>
                  <a:lnTo>
                    <a:pt x="1058" y="166"/>
                  </a:lnTo>
                  <a:lnTo>
                    <a:pt x="1058" y="166"/>
                  </a:lnTo>
                  <a:lnTo>
                    <a:pt x="1043" y="166"/>
                  </a:lnTo>
                  <a:lnTo>
                    <a:pt x="1043" y="164"/>
                  </a:lnTo>
                  <a:lnTo>
                    <a:pt x="1039" y="164"/>
                  </a:lnTo>
                  <a:lnTo>
                    <a:pt x="1039" y="164"/>
                  </a:lnTo>
                  <a:lnTo>
                    <a:pt x="1034" y="164"/>
                  </a:lnTo>
                  <a:lnTo>
                    <a:pt x="1034" y="162"/>
                  </a:lnTo>
                  <a:lnTo>
                    <a:pt x="1032" y="162"/>
                  </a:lnTo>
                  <a:lnTo>
                    <a:pt x="1032" y="162"/>
                  </a:lnTo>
                  <a:lnTo>
                    <a:pt x="1029" y="162"/>
                  </a:lnTo>
                  <a:lnTo>
                    <a:pt x="1029" y="159"/>
                  </a:lnTo>
                  <a:lnTo>
                    <a:pt x="1034" y="159"/>
                  </a:lnTo>
                  <a:lnTo>
                    <a:pt x="1034" y="159"/>
                  </a:lnTo>
                  <a:lnTo>
                    <a:pt x="1034" y="159"/>
                  </a:lnTo>
                  <a:lnTo>
                    <a:pt x="1034" y="159"/>
                  </a:lnTo>
                  <a:lnTo>
                    <a:pt x="1036" y="159"/>
                  </a:lnTo>
                  <a:lnTo>
                    <a:pt x="1036" y="154"/>
                  </a:lnTo>
                  <a:lnTo>
                    <a:pt x="1034" y="154"/>
                  </a:lnTo>
                  <a:lnTo>
                    <a:pt x="1034" y="152"/>
                  </a:lnTo>
                  <a:lnTo>
                    <a:pt x="1032" y="152"/>
                  </a:lnTo>
                  <a:lnTo>
                    <a:pt x="1032" y="152"/>
                  </a:lnTo>
                  <a:lnTo>
                    <a:pt x="1029" y="152"/>
                  </a:lnTo>
                  <a:lnTo>
                    <a:pt x="1029" y="150"/>
                  </a:lnTo>
                  <a:lnTo>
                    <a:pt x="1032" y="150"/>
                  </a:lnTo>
                  <a:lnTo>
                    <a:pt x="1032" y="147"/>
                  </a:lnTo>
                  <a:lnTo>
                    <a:pt x="1034" y="147"/>
                  </a:lnTo>
                  <a:lnTo>
                    <a:pt x="1034" y="147"/>
                  </a:lnTo>
                  <a:lnTo>
                    <a:pt x="1034" y="147"/>
                  </a:lnTo>
                  <a:lnTo>
                    <a:pt x="1034" y="145"/>
                  </a:lnTo>
                  <a:lnTo>
                    <a:pt x="1034" y="145"/>
                  </a:lnTo>
                  <a:lnTo>
                    <a:pt x="1034" y="145"/>
                  </a:lnTo>
                  <a:lnTo>
                    <a:pt x="1034" y="145"/>
                  </a:lnTo>
                  <a:lnTo>
                    <a:pt x="1034" y="143"/>
                  </a:lnTo>
                  <a:lnTo>
                    <a:pt x="1036" y="143"/>
                  </a:lnTo>
                  <a:lnTo>
                    <a:pt x="1036" y="140"/>
                  </a:lnTo>
                  <a:lnTo>
                    <a:pt x="1036" y="140"/>
                  </a:lnTo>
                  <a:lnTo>
                    <a:pt x="1036" y="140"/>
                  </a:lnTo>
                  <a:lnTo>
                    <a:pt x="1039" y="140"/>
                  </a:lnTo>
                  <a:lnTo>
                    <a:pt x="1039" y="140"/>
                  </a:lnTo>
                  <a:lnTo>
                    <a:pt x="1039" y="140"/>
                  </a:lnTo>
                  <a:lnTo>
                    <a:pt x="1039" y="138"/>
                  </a:lnTo>
                  <a:lnTo>
                    <a:pt x="1039" y="138"/>
                  </a:lnTo>
                  <a:lnTo>
                    <a:pt x="1039" y="136"/>
                  </a:lnTo>
                  <a:lnTo>
                    <a:pt x="1036" y="136"/>
                  </a:lnTo>
                  <a:lnTo>
                    <a:pt x="1036" y="133"/>
                  </a:lnTo>
                  <a:lnTo>
                    <a:pt x="1039" y="133"/>
                  </a:lnTo>
                  <a:lnTo>
                    <a:pt x="1039" y="131"/>
                  </a:lnTo>
                  <a:lnTo>
                    <a:pt x="1039" y="131"/>
                  </a:lnTo>
                  <a:lnTo>
                    <a:pt x="1039" y="131"/>
                  </a:lnTo>
                  <a:lnTo>
                    <a:pt x="1036" y="131"/>
                  </a:lnTo>
                  <a:lnTo>
                    <a:pt x="1036" y="128"/>
                  </a:lnTo>
                  <a:lnTo>
                    <a:pt x="1034" y="128"/>
                  </a:lnTo>
                  <a:lnTo>
                    <a:pt x="1034" y="128"/>
                  </a:lnTo>
                  <a:lnTo>
                    <a:pt x="1032" y="128"/>
                  </a:lnTo>
                  <a:lnTo>
                    <a:pt x="1032" y="128"/>
                  </a:lnTo>
                  <a:lnTo>
                    <a:pt x="1036" y="128"/>
                  </a:lnTo>
                  <a:lnTo>
                    <a:pt x="1036" y="126"/>
                  </a:lnTo>
                  <a:lnTo>
                    <a:pt x="1034" y="126"/>
                  </a:lnTo>
                  <a:lnTo>
                    <a:pt x="1034" y="126"/>
                  </a:lnTo>
                  <a:lnTo>
                    <a:pt x="1032" y="126"/>
                  </a:lnTo>
                  <a:lnTo>
                    <a:pt x="1032" y="124"/>
                  </a:lnTo>
                  <a:lnTo>
                    <a:pt x="1027" y="124"/>
                  </a:lnTo>
                  <a:lnTo>
                    <a:pt x="1027" y="124"/>
                  </a:lnTo>
                  <a:lnTo>
                    <a:pt x="1020" y="124"/>
                  </a:lnTo>
                  <a:lnTo>
                    <a:pt x="1020" y="121"/>
                  </a:lnTo>
                  <a:lnTo>
                    <a:pt x="1017" y="121"/>
                  </a:lnTo>
                  <a:lnTo>
                    <a:pt x="1017" y="119"/>
                  </a:lnTo>
                  <a:lnTo>
                    <a:pt x="1022" y="119"/>
                  </a:lnTo>
                  <a:lnTo>
                    <a:pt x="1022" y="119"/>
                  </a:lnTo>
                  <a:lnTo>
                    <a:pt x="1022" y="119"/>
                  </a:lnTo>
                  <a:lnTo>
                    <a:pt x="1022" y="119"/>
                  </a:lnTo>
                  <a:lnTo>
                    <a:pt x="1020" y="119"/>
                  </a:lnTo>
                  <a:lnTo>
                    <a:pt x="1020" y="117"/>
                  </a:lnTo>
                  <a:lnTo>
                    <a:pt x="1006" y="117"/>
                  </a:lnTo>
                  <a:lnTo>
                    <a:pt x="1006" y="119"/>
                  </a:lnTo>
                  <a:lnTo>
                    <a:pt x="1006" y="119"/>
                  </a:lnTo>
                  <a:lnTo>
                    <a:pt x="1006" y="119"/>
                  </a:lnTo>
                  <a:lnTo>
                    <a:pt x="1006" y="119"/>
                  </a:lnTo>
                  <a:lnTo>
                    <a:pt x="1006" y="119"/>
                  </a:lnTo>
                  <a:lnTo>
                    <a:pt x="1003" y="119"/>
                  </a:lnTo>
                  <a:lnTo>
                    <a:pt x="1003" y="121"/>
                  </a:lnTo>
                  <a:lnTo>
                    <a:pt x="1006" y="121"/>
                  </a:lnTo>
                  <a:lnTo>
                    <a:pt x="1006" y="121"/>
                  </a:lnTo>
                  <a:lnTo>
                    <a:pt x="1008" y="121"/>
                  </a:lnTo>
                  <a:lnTo>
                    <a:pt x="1008" y="124"/>
                  </a:lnTo>
                  <a:lnTo>
                    <a:pt x="1013" y="124"/>
                  </a:lnTo>
                  <a:lnTo>
                    <a:pt x="1013" y="124"/>
                  </a:lnTo>
                  <a:lnTo>
                    <a:pt x="1020" y="124"/>
                  </a:lnTo>
                  <a:lnTo>
                    <a:pt x="1020" y="126"/>
                  </a:lnTo>
                  <a:lnTo>
                    <a:pt x="1020" y="126"/>
                  </a:lnTo>
                  <a:lnTo>
                    <a:pt x="1020" y="128"/>
                  </a:lnTo>
                  <a:lnTo>
                    <a:pt x="1022" y="128"/>
                  </a:lnTo>
                  <a:lnTo>
                    <a:pt x="1022" y="128"/>
                  </a:lnTo>
                  <a:lnTo>
                    <a:pt x="1022" y="128"/>
                  </a:lnTo>
                  <a:lnTo>
                    <a:pt x="1022" y="128"/>
                  </a:lnTo>
                  <a:lnTo>
                    <a:pt x="1024" y="128"/>
                  </a:lnTo>
                  <a:lnTo>
                    <a:pt x="1024" y="131"/>
                  </a:lnTo>
                  <a:lnTo>
                    <a:pt x="1024" y="131"/>
                  </a:lnTo>
                  <a:lnTo>
                    <a:pt x="1024" y="133"/>
                  </a:lnTo>
                  <a:lnTo>
                    <a:pt x="1024" y="133"/>
                  </a:lnTo>
                  <a:lnTo>
                    <a:pt x="1024" y="140"/>
                  </a:lnTo>
                  <a:lnTo>
                    <a:pt x="1024" y="140"/>
                  </a:lnTo>
                  <a:lnTo>
                    <a:pt x="1024" y="140"/>
                  </a:lnTo>
                  <a:lnTo>
                    <a:pt x="1024" y="140"/>
                  </a:lnTo>
                  <a:lnTo>
                    <a:pt x="1024" y="140"/>
                  </a:lnTo>
                  <a:lnTo>
                    <a:pt x="1022" y="140"/>
                  </a:lnTo>
                  <a:lnTo>
                    <a:pt x="1022" y="143"/>
                  </a:lnTo>
                  <a:lnTo>
                    <a:pt x="1020" y="143"/>
                  </a:lnTo>
                  <a:lnTo>
                    <a:pt x="1020" y="143"/>
                  </a:lnTo>
                  <a:lnTo>
                    <a:pt x="1017" y="143"/>
                  </a:lnTo>
                  <a:lnTo>
                    <a:pt x="1017" y="145"/>
                  </a:lnTo>
                  <a:lnTo>
                    <a:pt x="1015" y="145"/>
                  </a:lnTo>
                  <a:lnTo>
                    <a:pt x="1015" y="145"/>
                  </a:lnTo>
                  <a:lnTo>
                    <a:pt x="1010" y="145"/>
                  </a:lnTo>
                  <a:lnTo>
                    <a:pt x="1010" y="147"/>
                  </a:lnTo>
                  <a:lnTo>
                    <a:pt x="1006" y="147"/>
                  </a:lnTo>
                  <a:lnTo>
                    <a:pt x="1006" y="147"/>
                  </a:lnTo>
                  <a:lnTo>
                    <a:pt x="1001" y="147"/>
                  </a:lnTo>
                  <a:lnTo>
                    <a:pt x="1001" y="150"/>
                  </a:lnTo>
                  <a:lnTo>
                    <a:pt x="996" y="150"/>
                  </a:lnTo>
                  <a:lnTo>
                    <a:pt x="996" y="150"/>
                  </a:lnTo>
                  <a:lnTo>
                    <a:pt x="991" y="150"/>
                  </a:lnTo>
                  <a:lnTo>
                    <a:pt x="991" y="150"/>
                  </a:lnTo>
                  <a:lnTo>
                    <a:pt x="991" y="150"/>
                  </a:lnTo>
                  <a:lnTo>
                    <a:pt x="991" y="152"/>
                  </a:lnTo>
                  <a:lnTo>
                    <a:pt x="991" y="152"/>
                  </a:lnTo>
                  <a:lnTo>
                    <a:pt x="991" y="154"/>
                  </a:lnTo>
                  <a:lnTo>
                    <a:pt x="991" y="154"/>
                  </a:lnTo>
                  <a:lnTo>
                    <a:pt x="991" y="154"/>
                  </a:lnTo>
                  <a:lnTo>
                    <a:pt x="989" y="154"/>
                  </a:lnTo>
                  <a:lnTo>
                    <a:pt x="989" y="157"/>
                  </a:lnTo>
                  <a:lnTo>
                    <a:pt x="987" y="157"/>
                  </a:lnTo>
                  <a:lnTo>
                    <a:pt x="987" y="157"/>
                  </a:lnTo>
                  <a:lnTo>
                    <a:pt x="984" y="157"/>
                  </a:lnTo>
                  <a:lnTo>
                    <a:pt x="984" y="159"/>
                  </a:lnTo>
                  <a:lnTo>
                    <a:pt x="982" y="159"/>
                  </a:lnTo>
                  <a:lnTo>
                    <a:pt x="982" y="159"/>
                  </a:lnTo>
                  <a:lnTo>
                    <a:pt x="982" y="159"/>
                  </a:lnTo>
                  <a:lnTo>
                    <a:pt x="982" y="159"/>
                  </a:lnTo>
                  <a:lnTo>
                    <a:pt x="979" y="159"/>
                  </a:lnTo>
                  <a:lnTo>
                    <a:pt x="979" y="162"/>
                  </a:lnTo>
                  <a:lnTo>
                    <a:pt x="982" y="162"/>
                  </a:lnTo>
                  <a:lnTo>
                    <a:pt x="982" y="162"/>
                  </a:lnTo>
                  <a:lnTo>
                    <a:pt x="987" y="162"/>
                  </a:lnTo>
                  <a:lnTo>
                    <a:pt x="987" y="164"/>
                  </a:lnTo>
                  <a:lnTo>
                    <a:pt x="989" y="164"/>
                  </a:lnTo>
                  <a:lnTo>
                    <a:pt x="989" y="164"/>
                  </a:lnTo>
                  <a:lnTo>
                    <a:pt x="991" y="164"/>
                  </a:lnTo>
                  <a:lnTo>
                    <a:pt x="991" y="166"/>
                  </a:lnTo>
                  <a:lnTo>
                    <a:pt x="994" y="166"/>
                  </a:lnTo>
                  <a:lnTo>
                    <a:pt x="994" y="166"/>
                  </a:lnTo>
                  <a:lnTo>
                    <a:pt x="994" y="166"/>
                  </a:lnTo>
                  <a:lnTo>
                    <a:pt x="994" y="169"/>
                  </a:lnTo>
                  <a:lnTo>
                    <a:pt x="996" y="169"/>
                  </a:lnTo>
                  <a:lnTo>
                    <a:pt x="996" y="169"/>
                  </a:lnTo>
                  <a:lnTo>
                    <a:pt x="996" y="169"/>
                  </a:lnTo>
                  <a:lnTo>
                    <a:pt x="996" y="169"/>
                  </a:lnTo>
                  <a:lnTo>
                    <a:pt x="996" y="169"/>
                  </a:lnTo>
                  <a:lnTo>
                    <a:pt x="996" y="171"/>
                  </a:lnTo>
                  <a:lnTo>
                    <a:pt x="998" y="171"/>
                  </a:lnTo>
                  <a:lnTo>
                    <a:pt x="998" y="171"/>
                  </a:lnTo>
                  <a:lnTo>
                    <a:pt x="1001" y="171"/>
                  </a:lnTo>
                  <a:lnTo>
                    <a:pt x="1001" y="176"/>
                  </a:lnTo>
                  <a:lnTo>
                    <a:pt x="1001" y="176"/>
                  </a:lnTo>
                  <a:lnTo>
                    <a:pt x="1001" y="176"/>
                  </a:lnTo>
                  <a:lnTo>
                    <a:pt x="1003" y="176"/>
                  </a:lnTo>
                  <a:lnTo>
                    <a:pt x="1003" y="178"/>
                  </a:lnTo>
                  <a:lnTo>
                    <a:pt x="1006" y="178"/>
                  </a:lnTo>
                  <a:lnTo>
                    <a:pt x="1006" y="178"/>
                  </a:lnTo>
                  <a:lnTo>
                    <a:pt x="1006" y="178"/>
                  </a:lnTo>
                  <a:lnTo>
                    <a:pt x="1006" y="178"/>
                  </a:lnTo>
                  <a:lnTo>
                    <a:pt x="1008" y="178"/>
                  </a:lnTo>
                  <a:lnTo>
                    <a:pt x="1008" y="181"/>
                  </a:lnTo>
                  <a:lnTo>
                    <a:pt x="1010" y="181"/>
                  </a:lnTo>
                  <a:lnTo>
                    <a:pt x="1010" y="183"/>
                  </a:lnTo>
                  <a:lnTo>
                    <a:pt x="1008" y="183"/>
                  </a:lnTo>
                  <a:lnTo>
                    <a:pt x="1008" y="185"/>
                  </a:lnTo>
                  <a:lnTo>
                    <a:pt x="1008" y="185"/>
                  </a:lnTo>
                  <a:lnTo>
                    <a:pt x="1008" y="185"/>
                  </a:lnTo>
                  <a:lnTo>
                    <a:pt x="1006" y="185"/>
                  </a:lnTo>
                  <a:lnTo>
                    <a:pt x="1006" y="188"/>
                  </a:lnTo>
                  <a:lnTo>
                    <a:pt x="1006" y="188"/>
                  </a:lnTo>
                  <a:lnTo>
                    <a:pt x="1006" y="188"/>
                  </a:lnTo>
                  <a:lnTo>
                    <a:pt x="1003" y="188"/>
                  </a:lnTo>
                  <a:lnTo>
                    <a:pt x="1003" y="188"/>
                  </a:lnTo>
                  <a:lnTo>
                    <a:pt x="1001" y="188"/>
                  </a:lnTo>
                  <a:lnTo>
                    <a:pt x="1001" y="190"/>
                  </a:lnTo>
                  <a:lnTo>
                    <a:pt x="998" y="190"/>
                  </a:lnTo>
                  <a:lnTo>
                    <a:pt x="998" y="190"/>
                  </a:lnTo>
                  <a:lnTo>
                    <a:pt x="998" y="190"/>
                  </a:lnTo>
                  <a:lnTo>
                    <a:pt x="998" y="192"/>
                  </a:lnTo>
                  <a:lnTo>
                    <a:pt x="996" y="192"/>
                  </a:lnTo>
                  <a:lnTo>
                    <a:pt x="996" y="192"/>
                  </a:lnTo>
                  <a:lnTo>
                    <a:pt x="996" y="192"/>
                  </a:lnTo>
                  <a:lnTo>
                    <a:pt x="996" y="195"/>
                  </a:lnTo>
                  <a:lnTo>
                    <a:pt x="998" y="195"/>
                  </a:lnTo>
                  <a:lnTo>
                    <a:pt x="998" y="197"/>
                  </a:lnTo>
                  <a:lnTo>
                    <a:pt x="996" y="197"/>
                  </a:lnTo>
                  <a:lnTo>
                    <a:pt x="996" y="200"/>
                  </a:lnTo>
                  <a:lnTo>
                    <a:pt x="996" y="200"/>
                  </a:lnTo>
                  <a:lnTo>
                    <a:pt x="996" y="200"/>
                  </a:lnTo>
                  <a:lnTo>
                    <a:pt x="996" y="200"/>
                  </a:lnTo>
                  <a:lnTo>
                    <a:pt x="996" y="200"/>
                  </a:lnTo>
                  <a:lnTo>
                    <a:pt x="994" y="200"/>
                  </a:lnTo>
                  <a:lnTo>
                    <a:pt x="994" y="202"/>
                  </a:lnTo>
                  <a:lnTo>
                    <a:pt x="991" y="202"/>
                  </a:lnTo>
                  <a:lnTo>
                    <a:pt x="991" y="204"/>
                  </a:lnTo>
                  <a:lnTo>
                    <a:pt x="994" y="204"/>
                  </a:lnTo>
                  <a:lnTo>
                    <a:pt x="994" y="207"/>
                  </a:lnTo>
                  <a:lnTo>
                    <a:pt x="994" y="207"/>
                  </a:lnTo>
                  <a:lnTo>
                    <a:pt x="994" y="207"/>
                  </a:lnTo>
                  <a:lnTo>
                    <a:pt x="996" y="207"/>
                  </a:lnTo>
                  <a:lnTo>
                    <a:pt x="996" y="209"/>
                  </a:lnTo>
                  <a:lnTo>
                    <a:pt x="998" y="209"/>
                  </a:lnTo>
                  <a:lnTo>
                    <a:pt x="998" y="209"/>
                  </a:lnTo>
                  <a:lnTo>
                    <a:pt x="998" y="209"/>
                  </a:lnTo>
                  <a:lnTo>
                    <a:pt x="998" y="209"/>
                  </a:lnTo>
                  <a:lnTo>
                    <a:pt x="1001" y="209"/>
                  </a:lnTo>
                  <a:lnTo>
                    <a:pt x="1001" y="214"/>
                  </a:lnTo>
                  <a:lnTo>
                    <a:pt x="998" y="214"/>
                  </a:lnTo>
                  <a:lnTo>
                    <a:pt x="998" y="214"/>
                  </a:lnTo>
                  <a:lnTo>
                    <a:pt x="998" y="214"/>
                  </a:lnTo>
                  <a:lnTo>
                    <a:pt x="998" y="216"/>
                  </a:lnTo>
                  <a:lnTo>
                    <a:pt x="998" y="216"/>
                  </a:lnTo>
                  <a:lnTo>
                    <a:pt x="998" y="218"/>
                  </a:lnTo>
                  <a:lnTo>
                    <a:pt x="998" y="218"/>
                  </a:lnTo>
                  <a:lnTo>
                    <a:pt x="998" y="218"/>
                  </a:lnTo>
                  <a:lnTo>
                    <a:pt x="998" y="218"/>
                  </a:lnTo>
                  <a:lnTo>
                    <a:pt x="998" y="218"/>
                  </a:lnTo>
                  <a:lnTo>
                    <a:pt x="1003" y="218"/>
                  </a:lnTo>
                  <a:lnTo>
                    <a:pt x="1003" y="221"/>
                  </a:lnTo>
                  <a:lnTo>
                    <a:pt x="1003" y="221"/>
                  </a:lnTo>
                  <a:lnTo>
                    <a:pt x="1003" y="218"/>
                  </a:lnTo>
                  <a:lnTo>
                    <a:pt x="1008" y="218"/>
                  </a:lnTo>
                  <a:lnTo>
                    <a:pt x="1008" y="218"/>
                  </a:lnTo>
                  <a:lnTo>
                    <a:pt x="1017" y="218"/>
                  </a:lnTo>
                  <a:lnTo>
                    <a:pt x="1017" y="218"/>
                  </a:lnTo>
                  <a:lnTo>
                    <a:pt x="1029" y="218"/>
                  </a:lnTo>
                  <a:lnTo>
                    <a:pt x="1029" y="218"/>
                  </a:lnTo>
                  <a:lnTo>
                    <a:pt x="1032" y="218"/>
                  </a:lnTo>
                  <a:lnTo>
                    <a:pt x="1032" y="216"/>
                  </a:lnTo>
                  <a:lnTo>
                    <a:pt x="1034" y="216"/>
                  </a:lnTo>
                  <a:lnTo>
                    <a:pt x="1034" y="216"/>
                  </a:lnTo>
                  <a:lnTo>
                    <a:pt x="1046" y="216"/>
                  </a:lnTo>
                  <a:lnTo>
                    <a:pt x="1046" y="216"/>
                  </a:lnTo>
                  <a:lnTo>
                    <a:pt x="1051" y="216"/>
                  </a:lnTo>
                  <a:lnTo>
                    <a:pt x="1051" y="218"/>
                  </a:lnTo>
                  <a:lnTo>
                    <a:pt x="1053" y="218"/>
                  </a:lnTo>
                  <a:lnTo>
                    <a:pt x="1053" y="218"/>
                  </a:lnTo>
                  <a:lnTo>
                    <a:pt x="1060" y="218"/>
                  </a:lnTo>
                  <a:lnTo>
                    <a:pt x="1060" y="218"/>
                  </a:lnTo>
                  <a:lnTo>
                    <a:pt x="1062" y="218"/>
                  </a:lnTo>
                  <a:lnTo>
                    <a:pt x="1062" y="221"/>
                  </a:lnTo>
                  <a:lnTo>
                    <a:pt x="1065" y="221"/>
                  </a:lnTo>
                  <a:lnTo>
                    <a:pt x="1065" y="221"/>
                  </a:lnTo>
                  <a:lnTo>
                    <a:pt x="1069" y="221"/>
                  </a:lnTo>
                  <a:lnTo>
                    <a:pt x="1069" y="223"/>
                  </a:lnTo>
                  <a:lnTo>
                    <a:pt x="1072" y="223"/>
                  </a:lnTo>
                  <a:lnTo>
                    <a:pt x="1072" y="223"/>
                  </a:lnTo>
                  <a:lnTo>
                    <a:pt x="1079" y="223"/>
                  </a:lnTo>
                  <a:lnTo>
                    <a:pt x="1079" y="226"/>
                  </a:lnTo>
                  <a:lnTo>
                    <a:pt x="1081" y="226"/>
                  </a:lnTo>
                  <a:lnTo>
                    <a:pt x="1081" y="228"/>
                  </a:lnTo>
                  <a:lnTo>
                    <a:pt x="1081" y="228"/>
                  </a:lnTo>
                  <a:lnTo>
                    <a:pt x="1081" y="228"/>
                  </a:lnTo>
                  <a:lnTo>
                    <a:pt x="1084" y="228"/>
                  </a:lnTo>
                  <a:lnTo>
                    <a:pt x="1084" y="233"/>
                  </a:lnTo>
                  <a:lnTo>
                    <a:pt x="1084" y="233"/>
                  </a:lnTo>
                  <a:lnTo>
                    <a:pt x="1084" y="235"/>
                  </a:lnTo>
                  <a:lnTo>
                    <a:pt x="1086" y="235"/>
                  </a:lnTo>
                  <a:lnTo>
                    <a:pt x="1086" y="237"/>
                  </a:lnTo>
                  <a:lnTo>
                    <a:pt x="1086" y="237"/>
                  </a:lnTo>
                  <a:lnTo>
                    <a:pt x="1086" y="237"/>
                  </a:lnTo>
                  <a:lnTo>
                    <a:pt x="1088" y="237"/>
                  </a:lnTo>
                  <a:lnTo>
                    <a:pt x="1088" y="237"/>
                  </a:lnTo>
                  <a:lnTo>
                    <a:pt x="1091" y="237"/>
                  </a:lnTo>
                  <a:lnTo>
                    <a:pt x="1091" y="240"/>
                  </a:lnTo>
                  <a:lnTo>
                    <a:pt x="1091" y="240"/>
                  </a:lnTo>
                  <a:lnTo>
                    <a:pt x="1091" y="240"/>
                  </a:lnTo>
                  <a:lnTo>
                    <a:pt x="1081" y="240"/>
                  </a:lnTo>
                  <a:lnTo>
                    <a:pt x="1081" y="242"/>
                  </a:lnTo>
                  <a:lnTo>
                    <a:pt x="1079" y="242"/>
                  </a:lnTo>
                  <a:lnTo>
                    <a:pt x="1079" y="242"/>
                  </a:lnTo>
                  <a:lnTo>
                    <a:pt x="1079" y="242"/>
                  </a:lnTo>
                  <a:lnTo>
                    <a:pt x="1079" y="245"/>
                  </a:lnTo>
                  <a:lnTo>
                    <a:pt x="1077" y="245"/>
                  </a:lnTo>
                  <a:lnTo>
                    <a:pt x="1077" y="249"/>
                  </a:lnTo>
                  <a:lnTo>
                    <a:pt x="1077" y="249"/>
                  </a:lnTo>
                  <a:lnTo>
                    <a:pt x="1077" y="254"/>
                  </a:lnTo>
                  <a:lnTo>
                    <a:pt x="1072" y="254"/>
                  </a:lnTo>
                  <a:lnTo>
                    <a:pt x="1072" y="254"/>
                  </a:lnTo>
                  <a:lnTo>
                    <a:pt x="1069" y="254"/>
                  </a:lnTo>
                  <a:lnTo>
                    <a:pt x="1069" y="252"/>
                  </a:lnTo>
                  <a:lnTo>
                    <a:pt x="1072" y="252"/>
                  </a:lnTo>
                  <a:lnTo>
                    <a:pt x="1072" y="252"/>
                  </a:lnTo>
                  <a:lnTo>
                    <a:pt x="1074" y="252"/>
                  </a:lnTo>
                  <a:lnTo>
                    <a:pt x="1074" y="249"/>
                  </a:lnTo>
                  <a:lnTo>
                    <a:pt x="1072" y="249"/>
                  </a:lnTo>
                  <a:lnTo>
                    <a:pt x="1072" y="249"/>
                  </a:lnTo>
                  <a:lnTo>
                    <a:pt x="1072" y="249"/>
                  </a:lnTo>
                  <a:lnTo>
                    <a:pt x="1072" y="245"/>
                  </a:lnTo>
                  <a:lnTo>
                    <a:pt x="1074" y="245"/>
                  </a:lnTo>
                  <a:lnTo>
                    <a:pt x="1074" y="242"/>
                  </a:lnTo>
                  <a:lnTo>
                    <a:pt x="1074" y="242"/>
                  </a:lnTo>
                  <a:lnTo>
                    <a:pt x="1074" y="240"/>
                  </a:lnTo>
                  <a:lnTo>
                    <a:pt x="1072" y="240"/>
                  </a:lnTo>
                  <a:lnTo>
                    <a:pt x="1072" y="237"/>
                  </a:lnTo>
                  <a:lnTo>
                    <a:pt x="1072" y="237"/>
                  </a:lnTo>
                  <a:lnTo>
                    <a:pt x="1072" y="237"/>
                  </a:lnTo>
                  <a:lnTo>
                    <a:pt x="1074" y="237"/>
                  </a:lnTo>
                  <a:lnTo>
                    <a:pt x="1074" y="237"/>
                  </a:lnTo>
                  <a:lnTo>
                    <a:pt x="1072" y="237"/>
                  </a:lnTo>
                  <a:lnTo>
                    <a:pt x="1072" y="235"/>
                  </a:lnTo>
                  <a:lnTo>
                    <a:pt x="1074" y="235"/>
                  </a:lnTo>
                  <a:lnTo>
                    <a:pt x="1074" y="233"/>
                  </a:lnTo>
                  <a:lnTo>
                    <a:pt x="1072" y="233"/>
                  </a:lnTo>
                  <a:lnTo>
                    <a:pt x="1072" y="233"/>
                  </a:lnTo>
                  <a:lnTo>
                    <a:pt x="1069" y="233"/>
                  </a:lnTo>
                  <a:lnTo>
                    <a:pt x="1069" y="230"/>
                  </a:lnTo>
                  <a:lnTo>
                    <a:pt x="1067" y="230"/>
                  </a:lnTo>
                  <a:lnTo>
                    <a:pt x="1067" y="230"/>
                  </a:lnTo>
                  <a:lnTo>
                    <a:pt x="1065" y="230"/>
                  </a:lnTo>
                  <a:lnTo>
                    <a:pt x="1065" y="228"/>
                  </a:lnTo>
                  <a:lnTo>
                    <a:pt x="1062" y="228"/>
                  </a:lnTo>
                  <a:lnTo>
                    <a:pt x="1062" y="228"/>
                  </a:lnTo>
                  <a:lnTo>
                    <a:pt x="1060" y="228"/>
                  </a:lnTo>
                  <a:lnTo>
                    <a:pt x="1060" y="228"/>
                  </a:lnTo>
                  <a:lnTo>
                    <a:pt x="1060" y="228"/>
                  </a:lnTo>
                  <a:lnTo>
                    <a:pt x="1060" y="223"/>
                  </a:lnTo>
                  <a:lnTo>
                    <a:pt x="1060" y="223"/>
                  </a:lnTo>
                  <a:lnTo>
                    <a:pt x="1060" y="221"/>
                  </a:lnTo>
                  <a:lnTo>
                    <a:pt x="1058" y="221"/>
                  </a:lnTo>
                  <a:lnTo>
                    <a:pt x="1058" y="221"/>
                  </a:lnTo>
                  <a:lnTo>
                    <a:pt x="1055" y="221"/>
                  </a:lnTo>
                  <a:lnTo>
                    <a:pt x="1055" y="221"/>
                  </a:lnTo>
                  <a:lnTo>
                    <a:pt x="1046" y="221"/>
                  </a:lnTo>
                  <a:lnTo>
                    <a:pt x="1046" y="223"/>
                  </a:lnTo>
                  <a:lnTo>
                    <a:pt x="1039" y="223"/>
                  </a:lnTo>
                  <a:lnTo>
                    <a:pt x="1039" y="223"/>
                  </a:lnTo>
                  <a:lnTo>
                    <a:pt x="1029" y="223"/>
                  </a:lnTo>
                  <a:lnTo>
                    <a:pt x="1029" y="226"/>
                  </a:lnTo>
                  <a:lnTo>
                    <a:pt x="1024" y="226"/>
                  </a:lnTo>
                  <a:lnTo>
                    <a:pt x="1024" y="226"/>
                  </a:lnTo>
                  <a:lnTo>
                    <a:pt x="1017" y="226"/>
                  </a:lnTo>
                  <a:lnTo>
                    <a:pt x="1017" y="228"/>
                  </a:lnTo>
                  <a:lnTo>
                    <a:pt x="1015" y="228"/>
                  </a:lnTo>
                  <a:lnTo>
                    <a:pt x="1015" y="228"/>
                  </a:lnTo>
                  <a:lnTo>
                    <a:pt x="1013" y="228"/>
                  </a:lnTo>
                  <a:lnTo>
                    <a:pt x="1013" y="228"/>
                  </a:lnTo>
                  <a:lnTo>
                    <a:pt x="1013" y="228"/>
                  </a:lnTo>
                  <a:lnTo>
                    <a:pt x="1013" y="233"/>
                  </a:lnTo>
                  <a:lnTo>
                    <a:pt x="1013" y="233"/>
                  </a:lnTo>
                  <a:lnTo>
                    <a:pt x="1013" y="235"/>
                  </a:lnTo>
                  <a:lnTo>
                    <a:pt x="1013" y="235"/>
                  </a:lnTo>
                  <a:lnTo>
                    <a:pt x="1013" y="235"/>
                  </a:lnTo>
                  <a:lnTo>
                    <a:pt x="1010" y="235"/>
                  </a:lnTo>
                  <a:lnTo>
                    <a:pt x="1010" y="237"/>
                  </a:lnTo>
                  <a:lnTo>
                    <a:pt x="1010" y="237"/>
                  </a:lnTo>
                  <a:lnTo>
                    <a:pt x="1010" y="237"/>
                  </a:lnTo>
                  <a:lnTo>
                    <a:pt x="1010" y="237"/>
                  </a:lnTo>
                  <a:lnTo>
                    <a:pt x="1010" y="240"/>
                  </a:lnTo>
                  <a:lnTo>
                    <a:pt x="1013" y="240"/>
                  </a:lnTo>
                  <a:lnTo>
                    <a:pt x="1013" y="240"/>
                  </a:lnTo>
                  <a:lnTo>
                    <a:pt x="1015" y="240"/>
                  </a:lnTo>
                  <a:lnTo>
                    <a:pt x="1015" y="242"/>
                  </a:lnTo>
                  <a:lnTo>
                    <a:pt x="1017" y="242"/>
                  </a:lnTo>
                  <a:lnTo>
                    <a:pt x="1017" y="242"/>
                  </a:lnTo>
                  <a:lnTo>
                    <a:pt x="1017" y="242"/>
                  </a:lnTo>
                  <a:lnTo>
                    <a:pt x="1017" y="245"/>
                  </a:lnTo>
                  <a:lnTo>
                    <a:pt x="1017" y="245"/>
                  </a:lnTo>
                  <a:lnTo>
                    <a:pt x="1017" y="245"/>
                  </a:lnTo>
                  <a:lnTo>
                    <a:pt x="1020" y="245"/>
                  </a:lnTo>
                  <a:lnTo>
                    <a:pt x="1020" y="254"/>
                  </a:lnTo>
                  <a:lnTo>
                    <a:pt x="1017" y="254"/>
                  </a:lnTo>
                  <a:lnTo>
                    <a:pt x="1017" y="256"/>
                  </a:lnTo>
                  <a:lnTo>
                    <a:pt x="1017" y="256"/>
                  </a:lnTo>
                  <a:lnTo>
                    <a:pt x="1017" y="256"/>
                  </a:lnTo>
                  <a:lnTo>
                    <a:pt x="1015" y="256"/>
                  </a:lnTo>
                  <a:lnTo>
                    <a:pt x="1015" y="259"/>
                  </a:lnTo>
                  <a:lnTo>
                    <a:pt x="1013" y="259"/>
                  </a:lnTo>
                  <a:lnTo>
                    <a:pt x="1013" y="259"/>
                  </a:lnTo>
                  <a:lnTo>
                    <a:pt x="1008" y="259"/>
                  </a:lnTo>
                  <a:lnTo>
                    <a:pt x="1008" y="259"/>
                  </a:lnTo>
                  <a:lnTo>
                    <a:pt x="1006" y="259"/>
                  </a:lnTo>
                  <a:lnTo>
                    <a:pt x="1006" y="261"/>
                  </a:lnTo>
                  <a:lnTo>
                    <a:pt x="1006" y="261"/>
                  </a:lnTo>
                  <a:lnTo>
                    <a:pt x="1006" y="261"/>
                  </a:lnTo>
                  <a:lnTo>
                    <a:pt x="1003" y="261"/>
                  </a:lnTo>
                  <a:lnTo>
                    <a:pt x="1003" y="263"/>
                  </a:lnTo>
                  <a:lnTo>
                    <a:pt x="1003" y="263"/>
                  </a:lnTo>
                  <a:lnTo>
                    <a:pt x="1003" y="263"/>
                  </a:lnTo>
                  <a:lnTo>
                    <a:pt x="1001" y="263"/>
                  </a:lnTo>
                  <a:lnTo>
                    <a:pt x="1001" y="268"/>
                  </a:lnTo>
                  <a:lnTo>
                    <a:pt x="1001" y="268"/>
                  </a:lnTo>
                  <a:lnTo>
                    <a:pt x="1001" y="273"/>
                  </a:lnTo>
                  <a:lnTo>
                    <a:pt x="998" y="273"/>
                  </a:lnTo>
                  <a:lnTo>
                    <a:pt x="998" y="273"/>
                  </a:lnTo>
                  <a:lnTo>
                    <a:pt x="994" y="273"/>
                  </a:lnTo>
                  <a:lnTo>
                    <a:pt x="994" y="275"/>
                  </a:lnTo>
                  <a:lnTo>
                    <a:pt x="991" y="275"/>
                  </a:lnTo>
                  <a:lnTo>
                    <a:pt x="991" y="278"/>
                  </a:lnTo>
                  <a:lnTo>
                    <a:pt x="989" y="278"/>
                  </a:lnTo>
                  <a:lnTo>
                    <a:pt x="989" y="278"/>
                  </a:lnTo>
                  <a:lnTo>
                    <a:pt x="984" y="278"/>
                  </a:lnTo>
                  <a:lnTo>
                    <a:pt x="984" y="278"/>
                  </a:lnTo>
                  <a:lnTo>
                    <a:pt x="982" y="278"/>
                  </a:lnTo>
                  <a:lnTo>
                    <a:pt x="982" y="280"/>
                  </a:lnTo>
                  <a:lnTo>
                    <a:pt x="979" y="280"/>
                  </a:lnTo>
                  <a:lnTo>
                    <a:pt x="979" y="280"/>
                  </a:lnTo>
                  <a:lnTo>
                    <a:pt x="977" y="280"/>
                  </a:lnTo>
                  <a:lnTo>
                    <a:pt x="977" y="282"/>
                  </a:lnTo>
                  <a:lnTo>
                    <a:pt x="970" y="282"/>
                  </a:lnTo>
                  <a:lnTo>
                    <a:pt x="970" y="282"/>
                  </a:lnTo>
                  <a:lnTo>
                    <a:pt x="970" y="282"/>
                  </a:lnTo>
                  <a:lnTo>
                    <a:pt x="970" y="285"/>
                  </a:lnTo>
                  <a:lnTo>
                    <a:pt x="968" y="285"/>
                  </a:lnTo>
                  <a:lnTo>
                    <a:pt x="968" y="285"/>
                  </a:lnTo>
                  <a:lnTo>
                    <a:pt x="965" y="285"/>
                  </a:lnTo>
                  <a:lnTo>
                    <a:pt x="965" y="287"/>
                  </a:lnTo>
                  <a:lnTo>
                    <a:pt x="968" y="287"/>
                  </a:lnTo>
                  <a:lnTo>
                    <a:pt x="968" y="287"/>
                  </a:lnTo>
                  <a:lnTo>
                    <a:pt x="968" y="287"/>
                  </a:lnTo>
                  <a:lnTo>
                    <a:pt x="968" y="287"/>
                  </a:lnTo>
                  <a:lnTo>
                    <a:pt x="963" y="287"/>
                  </a:lnTo>
                  <a:lnTo>
                    <a:pt x="963" y="290"/>
                  </a:lnTo>
                  <a:lnTo>
                    <a:pt x="965" y="290"/>
                  </a:lnTo>
                  <a:lnTo>
                    <a:pt x="965" y="290"/>
                  </a:lnTo>
                  <a:lnTo>
                    <a:pt x="963" y="290"/>
                  </a:lnTo>
                  <a:lnTo>
                    <a:pt x="963" y="292"/>
                  </a:lnTo>
                  <a:lnTo>
                    <a:pt x="956" y="292"/>
                  </a:lnTo>
                  <a:lnTo>
                    <a:pt x="956" y="290"/>
                  </a:lnTo>
                  <a:lnTo>
                    <a:pt x="953" y="290"/>
                  </a:lnTo>
                  <a:lnTo>
                    <a:pt x="953" y="290"/>
                  </a:lnTo>
                  <a:lnTo>
                    <a:pt x="949" y="290"/>
                  </a:lnTo>
                  <a:lnTo>
                    <a:pt x="949" y="287"/>
                  </a:lnTo>
                  <a:lnTo>
                    <a:pt x="939" y="287"/>
                  </a:lnTo>
                  <a:lnTo>
                    <a:pt x="939" y="287"/>
                  </a:lnTo>
                  <a:lnTo>
                    <a:pt x="939" y="287"/>
                  </a:lnTo>
                  <a:lnTo>
                    <a:pt x="939" y="287"/>
                  </a:lnTo>
                  <a:lnTo>
                    <a:pt x="932" y="287"/>
                  </a:lnTo>
                  <a:lnTo>
                    <a:pt x="932" y="290"/>
                  </a:lnTo>
                  <a:lnTo>
                    <a:pt x="925" y="290"/>
                  </a:lnTo>
                  <a:lnTo>
                    <a:pt x="925" y="287"/>
                  </a:lnTo>
                  <a:lnTo>
                    <a:pt x="920" y="287"/>
                  </a:lnTo>
                  <a:lnTo>
                    <a:pt x="920" y="285"/>
                  </a:lnTo>
                  <a:lnTo>
                    <a:pt x="920" y="285"/>
                  </a:lnTo>
                  <a:lnTo>
                    <a:pt x="920" y="282"/>
                  </a:lnTo>
                  <a:lnTo>
                    <a:pt x="920" y="282"/>
                  </a:lnTo>
                  <a:lnTo>
                    <a:pt x="920" y="280"/>
                  </a:lnTo>
                  <a:lnTo>
                    <a:pt x="923" y="280"/>
                  </a:lnTo>
                  <a:lnTo>
                    <a:pt x="923" y="282"/>
                  </a:lnTo>
                  <a:lnTo>
                    <a:pt x="923" y="282"/>
                  </a:lnTo>
                  <a:lnTo>
                    <a:pt x="923" y="285"/>
                  </a:lnTo>
                  <a:lnTo>
                    <a:pt x="927" y="285"/>
                  </a:lnTo>
                  <a:lnTo>
                    <a:pt x="927" y="285"/>
                  </a:lnTo>
                  <a:lnTo>
                    <a:pt x="930" y="285"/>
                  </a:lnTo>
                  <a:lnTo>
                    <a:pt x="930" y="287"/>
                  </a:lnTo>
                  <a:lnTo>
                    <a:pt x="935" y="287"/>
                  </a:lnTo>
                  <a:lnTo>
                    <a:pt x="935" y="285"/>
                  </a:lnTo>
                  <a:lnTo>
                    <a:pt x="944" y="285"/>
                  </a:lnTo>
                  <a:lnTo>
                    <a:pt x="944" y="285"/>
                  </a:lnTo>
                  <a:lnTo>
                    <a:pt x="944" y="285"/>
                  </a:lnTo>
                  <a:lnTo>
                    <a:pt x="944" y="282"/>
                  </a:lnTo>
                  <a:lnTo>
                    <a:pt x="944" y="282"/>
                  </a:lnTo>
                  <a:lnTo>
                    <a:pt x="944" y="282"/>
                  </a:lnTo>
                  <a:lnTo>
                    <a:pt x="944" y="282"/>
                  </a:lnTo>
                  <a:lnTo>
                    <a:pt x="944" y="285"/>
                  </a:lnTo>
                  <a:lnTo>
                    <a:pt x="946" y="285"/>
                  </a:lnTo>
                  <a:lnTo>
                    <a:pt x="946" y="282"/>
                  </a:lnTo>
                  <a:lnTo>
                    <a:pt x="951" y="282"/>
                  </a:lnTo>
                  <a:lnTo>
                    <a:pt x="951" y="282"/>
                  </a:lnTo>
                  <a:lnTo>
                    <a:pt x="951" y="282"/>
                  </a:lnTo>
                  <a:lnTo>
                    <a:pt x="951" y="280"/>
                  </a:lnTo>
                  <a:lnTo>
                    <a:pt x="953" y="280"/>
                  </a:lnTo>
                  <a:lnTo>
                    <a:pt x="953" y="278"/>
                  </a:lnTo>
                  <a:lnTo>
                    <a:pt x="951" y="278"/>
                  </a:lnTo>
                  <a:lnTo>
                    <a:pt x="951" y="278"/>
                  </a:lnTo>
                  <a:lnTo>
                    <a:pt x="951" y="278"/>
                  </a:lnTo>
                  <a:lnTo>
                    <a:pt x="951" y="278"/>
                  </a:lnTo>
                  <a:lnTo>
                    <a:pt x="951" y="278"/>
                  </a:lnTo>
                  <a:lnTo>
                    <a:pt x="951" y="275"/>
                  </a:lnTo>
                  <a:lnTo>
                    <a:pt x="953" y="275"/>
                  </a:lnTo>
                  <a:lnTo>
                    <a:pt x="953" y="278"/>
                  </a:lnTo>
                  <a:lnTo>
                    <a:pt x="953" y="278"/>
                  </a:lnTo>
                  <a:lnTo>
                    <a:pt x="953" y="275"/>
                  </a:lnTo>
                  <a:lnTo>
                    <a:pt x="958" y="275"/>
                  </a:lnTo>
                  <a:lnTo>
                    <a:pt x="958" y="273"/>
                  </a:lnTo>
                  <a:lnTo>
                    <a:pt x="958" y="273"/>
                  </a:lnTo>
                  <a:lnTo>
                    <a:pt x="958" y="273"/>
                  </a:lnTo>
                  <a:lnTo>
                    <a:pt x="963" y="273"/>
                  </a:lnTo>
                  <a:lnTo>
                    <a:pt x="963" y="268"/>
                  </a:lnTo>
                  <a:lnTo>
                    <a:pt x="963" y="268"/>
                  </a:lnTo>
                  <a:lnTo>
                    <a:pt x="963" y="271"/>
                  </a:lnTo>
                  <a:lnTo>
                    <a:pt x="965" y="271"/>
                  </a:lnTo>
                  <a:lnTo>
                    <a:pt x="965" y="266"/>
                  </a:lnTo>
                  <a:lnTo>
                    <a:pt x="965" y="266"/>
                  </a:lnTo>
                  <a:lnTo>
                    <a:pt x="965" y="266"/>
                  </a:lnTo>
                  <a:lnTo>
                    <a:pt x="970" y="266"/>
                  </a:lnTo>
                  <a:lnTo>
                    <a:pt x="970" y="263"/>
                  </a:lnTo>
                  <a:lnTo>
                    <a:pt x="970" y="263"/>
                  </a:lnTo>
                  <a:lnTo>
                    <a:pt x="970" y="261"/>
                  </a:lnTo>
                  <a:lnTo>
                    <a:pt x="970" y="261"/>
                  </a:lnTo>
                  <a:lnTo>
                    <a:pt x="970" y="261"/>
                  </a:lnTo>
                  <a:lnTo>
                    <a:pt x="972" y="261"/>
                  </a:lnTo>
                  <a:lnTo>
                    <a:pt x="972" y="259"/>
                  </a:lnTo>
                  <a:lnTo>
                    <a:pt x="975" y="259"/>
                  </a:lnTo>
                  <a:lnTo>
                    <a:pt x="975" y="259"/>
                  </a:lnTo>
                  <a:lnTo>
                    <a:pt x="979" y="259"/>
                  </a:lnTo>
                  <a:lnTo>
                    <a:pt x="979" y="256"/>
                  </a:lnTo>
                  <a:lnTo>
                    <a:pt x="984" y="256"/>
                  </a:lnTo>
                  <a:lnTo>
                    <a:pt x="984" y="254"/>
                  </a:lnTo>
                  <a:lnTo>
                    <a:pt x="984" y="254"/>
                  </a:lnTo>
                  <a:lnTo>
                    <a:pt x="984" y="252"/>
                  </a:lnTo>
                  <a:lnTo>
                    <a:pt x="987" y="252"/>
                  </a:lnTo>
                  <a:lnTo>
                    <a:pt x="987" y="252"/>
                  </a:lnTo>
                  <a:lnTo>
                    <a:pt x="987" y="252"/>
                  </a:lnTo>
                  <a:lnTo>
                    <a:pt x="987" y="249"/>
                  </a:lnTo>
                  <a:lnTo>
                    <a:pt x="987" y="249"/>
                  </a:lnTo>
                  <a:lnTo>
                    <a:pt x="987" y="247"/>
                  </a:lnTo>
                  <a:lnTo>
                    <a:pt x="984" y="247"/>
                  </a:lnTo>
                  <a:lnTo>
                    <a:pt x="984" y="247"/>
                  </a:lnTo>
                  <a:lnTo>
                    <a:pt x="984" y="247"/>
                  </a:lnTo>
                  <a:lnTo>
                    <a:pt x="984" y="245"/>
                  </a:lnTo>
                  <a:lnTo>
                    <a:pt x="984" y="245"/>
                  </a:lnTo>
                  <a:lnTo>
                    <a:pt x="984" y="242"/>
                  </a:lnTo>
                  <a:lnTo>
                    <a:pt x="984" y="242"/>
                  </a:lnTo>
                  <a:lnTo>
                    <a:pt x="984" y="240"/>
                  </a:lnTo>
                  <a:lnTo>
                    <a:pt x="987" y="240"/>
                  </a:lnTo>
                  <a:lnTo>
                    <a:pt x="987" y="240"/>
                  </a:lnTo>
                  <a:lnTo>
                    <a:pt x="989" y="240"/>
                  </a:lnTo>
                  <a:lnTo>
                    <a:pt x="989" y="237"/>
                  </a:lnTo>
                  <a:lnTo>
                    <a:pt x="991" y="237"/>
                  </a:lnTo>
                  <a:lnTo>
                    <a:pt x="991" y="237"/>
                  </a:lnTo>
                  <a:lnTo>
                    <a:pt x="991" y="237"/>
                  </a:lnTo>
                  <a:lnTo>
                    <a:pt x="991" y="235"/>
                  </a:lnTo>
                  <a:lnTo>
                    <a:pt x="994" y="235"/>
                  </a:lnTo>
                  <a:lnTo>
                    <a:pt x="994" y="237"/>
                  </a:lnTo>
                  <a:lnTo>
                    <a:pt x="996" y="237"/>
                  </a:lnTo>
                  <a:lnTo>
                    <a:pt x="996" y="235"/>
                  </a:lnTo>
                  <a:lnTo>
                    <a:pt x="994" y="235"/>
                  </a:lnTo>
                  <a:lnTo>
                    <a:pt x="994" y="233"/>
                  </a:lnTo>
                  <a:lnTo>
                    <a:pt x="994" y="233"/>
                  </a:lnTo>
                  <a:lnTo>
                    <a:pt x="994" y="233"/>
                  </a:lnTo>
                  <a:lnTo>
                    <a:pt x="991" y="233"/>
                  </a:lnTo>
                  <a:lnTo>
                    <a:pt x="991" y="230"/>
                  </a:lnTo>
                  <a:lnTo>
                    <a:pt x="989" y="230"/>
                  </a:lnTo>
                  <a:lnTo>
                    <a:pt x="989" y="230"/>
                  </a:lnTo>
                  <a:lnTo>
                    <a:pt x="987" y="230"/>
                  </a:lnTo>
                  <a:lnTo>
                    <a:pt x="987" y="228"/>
                  </a:lnTo>
                  <a:lnTo>
                    <a:pt x="984" y="228"/>
                  </a:lnTo>
                  <a:lnTo>
                    <a:pt x="984" y="228"/>
                  </a:lnTo>
                  <a:lnTo>
                    <a:pt x="982" y="228"/>
                  </a:lnTo>
                  <a:lnTo>
                    <a:pt x="982" y="228"/>
                  </a:lnTo>
                  <a:lnTo>
                    <a:pt x="977" y="228"/>
                  </a:lnTo>
                  <a:lnTo>
                    <a:pt x="977" y="226"/>
                  </a:lnTo>
                  <a:lnTo>
                    <a:pt x="977" y="226"/>
                  </a:lnTo>
                  <a:lnTo>
                    <a:pt x="977" y="226"/>
                  </a:lnTo>
                  <a:lnTo>
                    <a:pt x="975" y="226"/>
                  </a:lnTo>
                  <a:lnTo>
                    <a:pt x="975" y="223"/>
                  </a:lnTo>
                  <a:lnTo>
                    <a:pt x="972" y="223"/>
                  </a:lnTo>
                  <a:lnTo>
                    <a:pt x="972" y="223"/>
                  </a:lnTo>
                  <a:lnTo>
                    <a:pt x="972" y="223"/>
                  </a:lnTo>
                  <a:lnTo>
                    <a:pt x="972" y="221"/>
                  </a:lnTo>
                  <a:lnTo>
                    <a:pt x="972" y="221"/>
                  </a:lnTo>
                  <a:lnTo>
                    <a:pt x="972" y="218"/>
                  </a:lnTo>
                  <a:lnTo>
                    <a:pt x="970" y="218"/>
                  </a:lnTo>
                  <a:lnTo>
                    <a:pt x="970" y="218"/>
                  </a:lnTo>
                  <a:lnTo>
                    <a:pt x="972" y="218"/>
                  </a:lnTo>
                  <a:lnTo>
                    <a:pt x="972" y="216"/>
                  </a:lnTo>
                  <a:lnTo>
                    <a:pt x="972" y="216"/>
                  </a:lnTo>
                  <a:lnTo>
                    <a:pt x="972" y="216"/>
                  </a:lnTo>
                  <a:lnTo>
                    <a:pt x="975" y="216"/>
                  </a:lnTo>
                  <a:lnTo>
                    <a:pt x="975" y="214"/>
                  </a:lnTo>
                  <a:lnTo>
                    <a:pt x="972" y="214"/>
                  </a:lnTo>
                  <a:lnTo>
                    <a:pt x="972" y="211"/>
                  </a:lnTo>
                  <a:lnTo>
                    <a:pt x="975" y="211"/>
                  </a:lnTo>
                  <a:lnTo>
                    <a:pt x="975" y="211"/>
                  </a:lnTo>
                  <a:lnTo>
                    <a:pt x="975" y="211"/>
                  </a:lnTo>
                  <a:lnTo>
                    <a:pt x="975" y="209"/>
                  </a:lnTo>
                  <a:lnTo>
                    <a:pt x="972" y="209"/>
                  </a:lnTo>
                  <a:lnTo>
                    <a:pt x="972" y="207"/>
                  </a:lnTo>
                  <a:lnTo>
                    <a:pt x="972" y="207"/>
                  </a:lnTo>
                  <a:lnTo>
                    <a:pt x="972" y="204"/>
                  </a:lnTo>
                  <a:lnTo>
                    <a:pt x="972" y="204"/>
                  </a:lnTo>
                  <a:lnTo>
                    <a:pt x="972" y="204"/>
                  </a:lnTo>
                  <a:lnTo>
                    <a:pt x="975" y="204"/>
                  </a:lnTo>
                  <a:lnTo>
                    <a:pt x="975" y="200"/>
                  </a:lnTo>
                  <a:lnTo>
                    <a:pt x="975" y="200"/>
                  </a:lnTo>
                  <a:lnTo>
                    <a:pt x="975" y="200"/>
                  </a:lnTo>
                  <a:lnTo>
                    <a:pt x="972" y="200"/>
                  </a:lnTo>
                  <a:lnTo>
                    <a:pt x="972" y="197"/>
                  </a:lnTo>
                  <a:lnTo>
                    <a:pt x="972" y="197"/>
                  </a:lnTo>
                  <a:lnTo>
                    <a:pt x="972" y="195"/>
                  </a:lnTo>
                  <a:lnTo>
                    <a:pt x="972" y="195"/>
                  </a:lnTo>
                  <a:lnTo>
                    <a:pt x="972" y="190"/>
                  </a:lnTo>
                  <a:lnTo>
                    <a:pt x="970" y="190"/>
                  </a:lnTo>
                  <a:lnTo>
                    <a:pt x="970" y="190"/>
                  </a:lnTo>
                  <a:lnTo>
                    <a:pt x="970" y="190"/>
                  </a:lnTo>
                  <a:lnTo>
                    <a:pt x="970" y="188"/>
                  </a:lnTo>
                  <a:lnTo>
                    <a:pt x="972" y="188"/>
                  </a:lnTo>
                  <a:lnTo>
                    <a:pt x="972" y="188"/>
                  </a:lnTo>
                  <a:lnTo>
                    <a:pt x="975" y="188"/>
                  </a:lnTo>
                  <a:lnTo>
                    <a:pt x="975" y="188"/>
                  </a:lnTo>
                  <a:lnTo>
                    <a:pt x="977" y="188"/>
                  </a:lnTo>
                  <a:lnTo>
                    <a:pt x="977" y="183"/>
                  </a:lnTo>
                  <a:lnTo>
                    <a:pt x="977" y="183"/>
                  </a:lnTo>
                  <a:lnTo>
                    <a:pt x="977" y="181"/>
                  </a:lnTo>
                  <a:lnTo>
                    <a:pt x="977" y="181"/>
                  </a:lnTo>
                  <a:lnTo>
                    <a:pt x="977" y="178"/>
                  </a:lnTo>
                  <a:lnTo>
                    <a:pt x="977" y="178"/>
                  </a:lnTo>
                  <a:lnTo>
                    <a:pt x="977" y="173"/>
                  </a:lnTo>
                  <a:lnTo>
                    <a:pt x="977" y="173"/>
                  </a:lnTo>
                  <a:lnTo>
                    <a:pt x="977" y="171"/>
                  </a:lnTo>
                  <a:lnTo>
                    <a:pt x="975" y="171"/>
                  </a:lnTo>
                  <a:lnTo>
                    <a:pt x="975" y="171"/>
                  </a:lnTo>
                  <a:lnTo>
                    <a:pt x="972" y="171"/>
                  </a:lnTo>
                  <a:lnTo>
                    <a:pt x="972" y="169"/>
                  </a:lnTo>
                  <a:lnTo>
                    <a:pt x="975" y="169"/>
                  </a:lnTo>
                  <a:lnTo>
                    <a:pt x="975" y="169"/>
                  </a:lnTo>
                  <a:lnTo>
                    <a:pt x="972" y="169"/>
                  </a:lnTo>
                  <a:lnTo>
                    <a:pt x="972" y="166"/>
                  </a:lnTo>
                  <a:lnTo>
                    <a:pt x="970" y="166"/>
                  </a:lnTo>
                  <a:lnTo>
                    <a:pt x="970" y="166"/>
                  </a:lnTo>
                  <a:lnTo>
                    <a:pt x="965" y="166"/>
                  </a:lnTo>
                  <a:lnTo>
                    <a:pt x="965" y="164"/>
                  </a:lnTo>
                  <a:lnTo>
                    <a:pt x="963" y="164"/>
                  </a:lnTo>
                  <a:lnTo>
                    <a:pt x="963" y="164"/>
                  </a:lnTo>
                  <a:lnTo>
                    <a:pt x="961" y="164"/>
                  </a:lnTo>
                  <a:lnTo>
                    <a:pt x="961" y="162"/>
                  </a:lnTo>
                  <a:lnTo>
                    <a:pt x="958" y="162"/>
                  </a:lnTo>
                  <a:lnTo>
                    <a:pt x="958" y="159"/>
                  </a:lnTo>
                  <a:lnTo>
                    <a:pt x="958" y="159"/>
                  </a:lnTo>
                  <a:lnTo>
                    <a:pt x="958" y="159"/>
                  </a:lnTo>
                  <a:lnTo>
                    <a:pt x="961" y="159"/>
                  </a:lnTo>
                  <a:lnTo>
                    <a:pt x="961" y="157"/>
                  </a:lnTo>
                  <a:lnTo>
                    <a:pt x="963" y="157"/>
                  </a:lnTo>
                  <a:lnTo>
                    <a:pt x="963" y="157"/>
                  </a:lnTo>
                  <a:lnTo>
                    <a:pt x="965" y="157"/>
                  </a:lnTo>
                  <a:lnTo>
                    <a:pt x="965" y="154"/>
                  </a:lnTo>
                  <a:lnTo>
                    <a:pt x="965" y="154"/>
                  </a:lnTo>
                  <a:lnTo>
                    <a:pt x="965" y="154"/>
                  </a:lnTo>
                  <a:lnTo>
                    <a:pt x="968" y="154"/>
                  </a:lnTo>
                  <a:lnTo>
                    <a:pt x="968" y="150"/>
                  </a:lnTo>
                  <a:lnTo>
                    <a:pt x="968" y="150"/>
                  </a:lnTo>
                  <a:lnTo>
                    <a:pt x="968" y="150"/>
                  </a:lnTo>
                  <a:lnTo>
                    <a:pt x="970" y="150"/>
                  </a:lnTo>
                  <a:lnTo>
                    <a:pt x="970" y="150"/>
                  </a:lnTo>
                  <a:lnTo>
                    <a:pt x="972" y="150"/>
                  </a:lnTo>
                  <a:lnTo>
                    <a:pt x="972" y="147"/>
                  </a:lnTo>
                  <a:lnTo>
                    <a:pt x="972" y="147"/>
                  </a:lnTo>
                  <a:lnTo>
                    <a:pt x="972" y="147"/>
                  </a:lnTo>
                  <a:lnTo>
                    <a:pt x="972" y="147"/>
                  </a:lnTo>
                  <a:lnTo>
                    <a:pt x="972" y="145"/>
                  </a:lnTo>
                  <a:lnTo>
                    <a:pt x="972" y="145"/>
                  </a:lnTo>
                  <a:lnTo>
                    <a:pt x="972" y="145"/>
                  </a:lnTo>
                  <a:lnTo>
                    <a:pt x="972" y="145"/>
                  </a:lnTo>
                  <a:lnTo>
                    <a:pt x="972" y="143"/>
                  </a:lnTo>
                  <a:lnTo>
                    <a:pt x="975" y="143"/>
                  </a:lnTo>
                  <a:lnTo>
                    <a:pt x="975" y="140"/>
                  </a:lnTo>
                  <a:lnTo>
                    <a:pt x="977" y="140"/>
                  </a:lnTo>
                  <a:lnTo>
                    <a:pt x="977" y="140"/>
                  </a:lnTo>
                  <a:lnTo>
                    <a:pt x="977" y="140"/>
                  </a:lnTo>
                  <a:lnTo>
                    <a:pt x="977" y="138"/>
                  </a:lnTo>
                  <a:lnTo>
                    <a:pt x="977" y="138"/>
                  </a:lnTo>
                  <a:lnTo>
                    <a:pt x="977" y="131"/>
                  </a:lnTo>
                  <a:lnTo>
                    <a:pt x="975" y="131"/>
                  </a:lnTo>
                  <a:lnTo>
                    <a:pt x="975" y="131"/>
                  </a:lnTo>
                  <a:lnTo>
                    <a:pt x="977" y="131"/>
                  </a:lnTo>
                  <a:lnTo>
                    <a:pt x="977" y="131"/>
                  </a:lnTo>
                  <a:lnTo>
                    <a:pt x="979" y="131"/>
                  </a:lnTo>
                  <a:lnTo>
                    <a:pt x="979" y="128"/>
                  </a:lnTo>
                  <a:lnTo>
                    <a:pt x="979" y="128"/>
                  </a:lnTo>
                  <a:lnTo>
                    <a:pt x="979" y="128"/>
                  </a:lnTo>
                  <a:lnTo>
                    <a:pt x="979" y="128"/>
                  </a:lnTo>
                  <a:lnTo>
                    <a:pt x="979" y="128"/>
                  </a:lnTo>
                  <a:lnTo>
                    <a:pt x="977" y="128"/>
                  </a:lnTo>
                  <a:lnTo>
                    <a:pt x="977" y="126"/>
                  </a:lnTo>
                  <a:lnTo>
                    <a:pt x="970" y="126"/>
                  </a:lnTo>
                  <a:lnTo>
                    <a:pt x="970" y="126"/>
                  </a:lnTo>
                  <a:lnTo>
                    <a:pt x="965" y="126"/>
                  </a:lnTo>
                  <a:lnTo>
                    <a:pt x="965" y="124"/>
                  </a:lnTo>
                  <a:lnTo>
                    <a:pt x="958" y="124"/>
                  </a:lnTo>
                  <a:lnTo>
                    <a:pt x="958" y="124"/>
                  </a:lnTo>
                  <a:lnTo>
                    <a:pt x="951" y="124"/>
                  </a:lnTo>
                  <a:lnTo>
                    <a:pt x="951" y="121"/>
                  </a:lnTo>
                  <a:lnTo>
                    <a:pt x="935" y="121"/>
                  </a:lnTo>
                  <a:lnTo>
                    <a:pt x="935" y="124"/>
                  </a:lnTo>
                  <a:lnTo>
                    <a:pt x="930" y="124"/>
                  </a:lnTo>
                  <a:lnTo>
                    <a:pt x="930" y="121"/>
                  </a:lnTo>
                  <a:lnTo>
                    <a:pt x="920" y="121"/>
                  </a:lnTo>
                  <a:lnTo>
                    <a:pt x="920" y="124"/>
                  </a:lnTo>
                  <a:lnTo>
                    <a:pt x="916" y="124"/>
                  </a:lnTo>
                  <a:lnTo>
                    <a:pt x="916" y="121"/>
                  </a:lnTo>
                  <a:lnTo>
                    <a:pt x="913" y="121"/>
                  </a:lnTo>
                  <a:lnTo>
                    <a:pt x="913" y="121"/>
                  </a:lnTo>
                  <a:lnTo>
                    <a:pt x="901" y="121"/>
                  </a:lnTo>
                  <a:lnTo>
                    <a:pt x="901" y="121"/>
                  </a:lnTo>
                  <a:lnTo>
                    <a:pt x="901" y="121"/>
                  </a:lnTo>
                  <a:lnTo>
                    <a:pt x="901" y="124"/>
                  </a:lnTo>
                  <a:lnTo>
                    <a:pt x="899" y="124"/>
                  </a:lnTo>
                  <a:lnTo>
                    <a:pt x="899" y="124"/>
                  </a:lnTo>
                  <a:lnTo>
                    <a:pt x="899" y="124"/>
                  </a:lnTo>
                  <a:lnTo>
                    <a:pt x="899" y="126"/>
                  </a:lnTo>
                  <a:lnTo>
                    <a:pt x="899" y="126"/>
                  </a:lnTo>
                  <a:lnTo>
                    <a:pt x="899" y="126"/>
                  </a:lnTo>
                  <a:lnTo>
                    <a:pt x="897" y="126"/>
                  </a:lnTo>
                  <a:lnTo>
                    <a:pt x="897" y="128"/>
                  </a:lnTo>
                  <a:lnTo>
                    <a:pt x="894" y="128"/>
                  </a:lnTo>
                  <a:lnTo>
                    <a:pt x="894" y="131"/>
                  </a:lnTo>
                  <a:lnTo>
                    <a:pt x="892" y="131"/>
                  </a:lnTo>
                  <a:lnTo>
                    <a:pt x="892" y="131"/>
                  </a:lnTo>
                  <a:lnTo>
                    <a:pt x="892" y="131"/>
                  </a:lnTo>
                  <a:lnTo>
                    <a:pt x="892" y="133"/>
                  </a:lnTo>
                  <a:lnTo>
                    <a:pt x="892" y="133"/>
                  </a:lnTo>
                  <a:lnTo>
                    <a:pt x="892" y="136"/>
                  </a:lnTo>
                  <a:lnTo>
                    <a:pt x="890" y="136"/>
                  </a:lnTo>
                  <a:lnTo>
                    <a:pt x="890" y="140"/>
                  </a:lnTo>
                  <a:lnTo>
                    <a:pt x="890" y="140"/>
                  </a:lnTo>
                  <a:lnTo>
                    <a:pt x="890" y="140"/>
                  </a:lnTo>
                  <a:lnTo>
                    <a:pt x="890" y="140"/>
                  </a:lnTo>
                  <a:lnTo>
                    <a:pt x="890" y="143"/>
                  </a:lnTo>
                  <a:lnTo>
                    <a:pt x="887" y="143"/>
                  </a:lnTo>
                  <a:lnTo>
                    <a:pt x="887" y="145"/>
                  </a:lnTo>
                  <a:lnTo>
                    <a:pt x="887" y="145"/>
                  </a:lnTo>
                  <a:lnTo>
                    <a:pt x="887" y="145"/>
                  </a:lnTo>
                  <a:lnTo>
                    <a:pt x="885" y="145"/>
                  </a:lnTo>
                  <a:lnTo>
                    <a:pt x="885" y="147"/>
                  </a:lnTo>
                  <a:lnTo>
                    <a:pt x="885" y="147"/>
                  </a:lnTo>
                  <a:lnTo>
                    <a:pt x="885" y="150"/>
                  </a:lnTo>
                  <a:lnTo>
                    <a:pt x="885" y="150"/>
                  </a:lnTo>
                  <a:lnTo>
                    <a:pt x="885" y="150"/>
                  </a:lnTo>
                  <a:lnTo>
                    <a:pt x="882" y="150"/>
                  </a:lnTo>
                  <a:lnTo>
                    <a:pt x="882" y="152"/>
                  </a:lnTo>
                  <a:lnTo>
                    <a:pt x="880" y="152"/>
                  </a:lnTo>
                  <a:lnTo>
                    <a:pt x="880" y="152"/>
                  </a:lnTo>
                  <a:lnTo>
                    <a:pt x="880" y="152"/>
                  </a:lnTo>
                  <a:lnTo>
                    <a:pt x="880" y="154"/>
                  </a:lnTo>
                  <a:lnTo>
                    <a:pt x="878" y="154"/>
                  </a:lnTo>
                  <a:lnTo>
                    <a:pt x="878" y="154"/>
                  </a:lnTo>
                  <a:lnTo>
                    <a:pt x="878" y="154"/>
                  </a:lnTo>
                  <a:lnTo>
                    <a:pt x="878" y="157"/>
                  </a:lnTo>
                  <a:lnTo>
                    <a:pt x="875" y="157"/>
                  </a:lnTo>
                  <a:lnTo>
                    <a:pt x="875" y="157"/>
                  </a:lnTo>
                  <a:lnTo>
                    <a:pt x="873" y="157"/>
                  </a:lnTo>
                  <a:lnTo>
                    <a:pt x="873" y="159"/>
                  </a:lnTo>
                  <a:lnTo>
                    <a:pt x="868" y="159"/>
                  </a:lnTo>
                  <a:lnTo>
                    <a:pt x="868" y="159"/>
                  </a:lnTo>
                  <a:lnTo>
                    <a:pt x="864" y="159"/>
                  </a:lnTo>
                  <a:lnTo>
                    <a:pt x="864" y="159"/>
                  </a:lnTo>
                  <a:lnTo>
                    <a:pt x="864" y="159"/>
                  </a:lnTo>
                  <a:lnTo>
                    <a:pt x="864" y="162"/>
                  </a:lnTo>
                  <a:lnTo>
                    <a:pt x="859" y="162"/>
                  </a:lnTo>
                  <a:lnTo>
                    <a:pt x="859" y="162"/>
                  </a:lnTo>
                  <a:lnTo>
                    <a:pt x="854" y="162"/>
                  </a:lnTo>
                  <a:lnTo>
                    <a:pt x="854" y="164"/>
                  </a:lnTo>
                  <a:lnTo>
                    <a:pt x="852" y="164"/>
                  </a:lnTo>
                  <a:lnTo>
                    <a:pt x="852" y="164"/>
                  </a:lnTo>
                  <a:lnTo>
                    <a:pt x="849" y="164"/>
                  </a:lnTo>
                  <a:lnTo>
                    <a:pt x="849" y="166"/>
                  </a:lnTo>
                  <a:lnTo>
                    <a:pt x="849" y="166"/>
                  </a:lnTo>
                  <a:lnTo>
                    <a:pt x="849" y="166"/>
                  </a:lnTo>
                  <a:lnTo>
                    <a:pt x="847" y="166"/>
                  </a:lnTo>
                  <a:lnTo>
                    <a:pt x="847" y="169"/>
                  </a:lnTo>
                  <a:lnTo>
                    <a:pt x="847" y="169"/>
                  </a:lnTo>
                  <a:lnTo>
                    <a:pt x="847" y="169"/>
                  </a:lnTo>
                  <a:lnTo>
                    <a:pt x="845" y="169"/>
                  </a:lnTo>
                  <a:lnTo>
                    <a:pt x="845" y="171"/>
                  </a:lnTo>
                  <a:lnTo>
                    <a:pt x="845" y="171"/>
                  </a:lnTo>
                  <a:lnTo>
                    <a:pt x="845" y="171"/>
                  </a:lnTo>
                  <a:lnTo>
                    <a:pt x="842" y="171"/>
                  </a:lnTo>
                  <a:lnTo>
                    <a:pt x="842" y="173"/>
                  </a:lnTo>
                  <a:lnTo>
                    <a:pt x="842" y="173"/>
                  </a:lnTo>
                  <a:lnTo>
                    <a:pt x="842" y="173"/>
                  </a:lnTo>
                  <a:lnTo>
                    <a:pt x="840" y="173"/>
                  </a:lnTo>
                  <a:lnTo>
                    <a:pt x="840" y="176"/>
                  </a:lnTo>
                  <a:lnTo>
                    <a:pt x="845" y="176"/>
                  </a:lnTo>
                  <a:lnTo>
                    <a:pt x="845" y="176"/>
                  </a:lnTo>
                  <a:lnTo>
                    <a:pt x="845" y="176"/>
                  </a:lnTo>
                  <a:lnTo>
                    <a:pt x="845" y="178"/>
                  </a:lnTo>
                  <a:lnTo>
                    <a:pt x="847" y="178"/>
                  </a:lnTo>
                  <a:lnTo>
                    <a:pt x="847" y="178"/>
                  </a:lnTo>
                  <a:lnTo>
                    <a:pt x="852" y="178"/>
                  </a:lnTo>
                  <a:lnTo>
                    <a:pt x="852" y="176"/>
                  </a:lnTo>
                  <a:lnTo>
                    <a:pt x="859" y="176"/>
                  </a:lnTo>
                  <a:lnTo>
                    <a:pt x="859" y="178"/>
                  </a:lnTo>
                  <a:lnTo>
                    <a:pt x="859" y="178"/>
                  </a:lnTo>
                  <a:lnTo>
                    <a:pt x="859" y="178"/>
                  </a:lnTo>
                  <a:lnTo>
                    <a:pt x="859" y="178"/>
                  </a:lnTo>
                  <a:lnTo>
                    <a:pt x="859" y="181"/>
                  </a:lnTo>
                  <a:lnTo>
                    <a:pt x="856" y="181"/>
                  </a:lnTo>
                  <a:lnTo>
                    <a:pt x="856" y="183"/>
                  </a:lnTo>
                  <a:lnTo>
                    <a:pt x="859" y="183"/>
                  </a:lnTo>
                  <a:lnTo>
                    <a:pt x="859" y="185"/>
                  </a:lnTo>
                  <a:lnTo>
                    <a:pt x="859" y="185"/>
                  </a:lnTo>
                  <a:lnTo>
                    <a:pt x="859" y="185"/>
                  </a:lnTo>
                  <a:lnTo>
                    <a:pt x="856" y="185"/>
                  </a:lnTo>
                  <a:lnTo>
                    <a:pt x="856" y="188"/>
                  </a:lnTo>
                  <a:lnTo>
                    <a:pt x="856" y="188"/>
                  </a:lnTo>
                  <a:lnTo>
                    <a:pt x="856" y="188"/>
                  </a:lnTo>
                  <a:lnTo>
                    <a:pt x="856" y="188"/>
                  </a:lnTo>
                  <a:lnTo>
                    <a:pt x="856" y="192"/>
                  </a:lnTo>
                  <a:lnTo>
                    <a:pt x="856" y="192"/>
                  </a:lnTo>
                  <a:lnTo>
                    <a:pt x="856" y="190"/>
                  </a:lnTo>
                  <a:lnTo>
                    <a:pt x="856" y="190"/>
                  </a:lnTo>
                  <a:lnTo>
                    <a:pt x="856" y="192"/>
                  </a:lnTo>
                  <a:lnTo>
                    <a:pt x="859" y="192"/>
                  </a:lnTo>
                  <a:lnTo>
                    <a:pt x="859" y="192"/>
                  </a:lnTo>
                  <a:lnTo>
                    <a:pt x="859" y="192"/>
                  </a:lnTo>
                  <a:lnTo>
                    <a:pt x="859" y="195"/>
                  </a:lnTo>
                  <a:lnTo>
                    <a:pt x="861" y="195"/>
                  </a:lnTo>
                  <a:lnTo>
                    <a:pt x="861" y="195"/>
                  </a:lnTo>
                  <a:lnTo>
                    <a:pt x="859" y="195"/>
                  </a:lnTo>
                  <a:lnTo>
                    <a:pt x="859" y="197"/>
                  </a:lnTo>
                  <a:lnTo>
                    <a:pt x="859" y="197"/>
                  </a:lnTo>
                  <a:lnTo>
                    <a:pt x="859" y="197"/>
                  </a:lnTo>
                  <a:lnTo>
                    <a:pt x="852" y="197"/>
                  </a:lnTo>
                  <a:lnTo>
                    <a:pt x="852" y="197"/>
                  </a:lnTo>
                  <a:lnTo>
                    <a:pt x="854" y="197"/>
                  </a:lnTo>
                  <a:lnTo>
                    <a:pt x="854" y="195"/>
                  </a:lnTo>
                  <a:lnTo>
                    <a:pt x="852" y="195"/>
                  </a:lnTo>
                  <a:lnTo>
                    <a:pt x="852" y="197"/>
                  </a:lnTo>
                  <a:lnTo>
                    <a:pt x="849" y="197"/>
                  </a:lnTo>
                  <a:lnTo>
                    <a:pt x="849" y="197"/>
                  </a:lnTo>
                  <a:lnTo>
                    <a:pt x="849" y="197"/>
                  </a:lnTo>
                  <a:lnTo>
                    <a:pt x="849" y="200"/>
                  </a:lnTo>
                  <a:lnTo>
                    <a:pt x="847" y="200"/>
                  </a:lnTo>
                  <a:lnTo>
                    <a:pt x="847" y="209"/>
                  </a:lnTo>
                  <a:lnTo>
                    <a:pt x="849" y="209"/>
                  </a:lnTo>
                  <a:lnTo>
                    <a:pt x="849" y="209"/>
                  </a:lnTo>
                  <a:lnTo>
                    <a:pt x="852" y="209"/>
                  </a:lnTo>
                  <a:lnTo>
                    <a:pt x="852" y="211"/>
                  </a:lnTo>
                  <a:lnTo>
                    <a:pt x="852" y="211"/>
                  </a:lnTo>
                  <a:lnTo>
                    <a:pt x="852" y="211"/>
                  </a:lnTo>
                  <a:lnTo>
                    <a:pt x="852" y="211"/>
                  </a:lnTo>
                  <a:lnTo>
                    <a:pt x="852" y="214"/>
                  </a:lnTo>
                  <a:lnTo>
                    <a:pt x="859" y="214"/>
                  </a:lnTo>
                  <a:lnTo>
                    <a:pt x="859" y="211"/>
                  </a:lnTo>
                  <a:lnTo>
                    <a:pt x="859" y="211"/>
                  </a:lnTo>
                  <a:lnTo>
                    <a:pt x="859" y="209"/>
                  </a:lnTo>
                  <a:lnTo>
                    <a:pt x="861" y="209"/>
                  </a:lnTo>
                  <a:lnTo>
                    <a:pt x="861" y="207"/>
                  </a:lnTo>
                  <a:lnTo>
                    <a:pt x="866" y="207"/>
                  </a:lnTo>
                  <a:lnTo>
                    <a:pt x="866" y="209"/>
                  </a:lnTo>
                  <a:lnTo>
                    <a:pt x="866" y="209"/>
                  </a:lnTo>
                  <a:lnTo>
                    <a:pt x="866" y="209"/>
                  </a:lnTo>
                  <a:lnTo>
                    <a:pt x="871" y="209"/>
                  </a:lnTo>
                  <a:lnTo>
                    <a:pt x="871" y="209"/>
                  </a:lnTo>
                  <a:lnTo>
                    <a:pt x="875" y="209"/>
                  </a:lnTo>
                  <a:lnTo>
                    <a:pt x="875" y="209"/>
                  </a:lnTo>
                  <a:lnTo>
                    <a:pt x="878" y="209"/>
                  </a:lnTo>
                  <a:lnTo>
                    <a:pt x="878" y="211"/>
                  </a:lnTo>
                  <a:lnTo>
                    <a:pt x="875" y="211"/>
                  </a:lnTo>
                  <a:lnTo>
                    <a:pt x="875" y="211"/>
                  </a:lnTo>
                  <a:lnTo>
                    <a:pt x="873" y="211"/>
                  </a:lnTo>
                  <a:lnTo>
                    <a:pt x="873" y="214"/>
                  </a:lnTo>
                  <a:lnTo>
                    <a:pt x="875" y="214"/>
                  </a:lnTo>
                  <a:lnTo>
                    <a:pt x="875" y="216"/>
                  </a:lnTo>
                  <a:lnTo>
                    <a:pt x="875" y="216"/>
                  </a:lnTo>
                  <a:lnTo>
                    <a:pt x="875" y="216"/>
                  </a:lnTo>
                  <a:lnTo>
                    <a:pt x="878" y="216"/>
                  </a:lnTo>
                  <a:lnTo>
                    <a:pt x="878" y="218"/>
                  </a:lnTo>
                  <a:lnTo>
                    <a:pt x="878" y="218"/>
                  </a:lnTo>
                  <a:lnTo>
                    <a:pt x="878" y="218"/>
                  </a:lnTo>
                  <a:lnTo>
                    <a:pt x="880" y="218"/>
                  </a:lnTo>
                  <a:lnTo>
                    <a:pt x="880" y="218"/>
                  </a:lnTo>
                  <a:lnTo>
                    <a:pt x="880" y="218"/>
                  </a:lnTo>
                  <a:lnTo>
                    <a:pt x="880" y="221"/>
                  </a:lnTo>
                  <a:lnTo>
                    <a:pt x="882" y="221"/>
                  </a:lnTo>
                  <a:lnTo>
                    <a:pt x="882" y="221"/>
                  </a:lnTo>
                  <a:lnTo>
                    <a:pt x="882" y="221"/>
                  </a:lnTo>
                  <a:lnTo>
                    <a:pt x="882" y="223"/>
                  </a:lnTo>
                  <a:lnTo>
                    <a:pt x="885" y="223"/>
                  </a:lnTo>
                  <a:lnTo>
                    <a:pt x="885" y="223"/>
                  </a:lnTo>
                  <a:lnTo>
                    <a:pt x="887" y="223"/>
                  </a:lnTo>
                  <a:lnTo>
                    <a:pt x="887" y="226"/>
                  </a:lnTo>
                  <a:lnTo>
                    <a:pt x="894" y="226"/>
                  </a:lnTo>
                  <a:lnTo>
                    <a:pt x="894" y="223"/>
                  </a:lnTo>
                  <a:lnTo>
                    <a:pt x="894" y="223"/>
                  </a:lnTo>
                  <a:lnTo>
                    <a:pt x="894" y="226"/>
                  </a:lnTo>
                  <a:lnTo>
                    <a:pt x="897" y="226"/>
                  </a:lnTo>
                  <a:lnTo>
                    <a:pt x="897" y="228"/>
                  </a:lnTo>
                  <a:lnTo>
                    <a:pt x="897" y="228"/>
                  </a:lnTo>
                  <a:lnTo>
                    <a:pt x="897" y="228"/>
                  </a:lnTo>
                  <a:lnTo>
                    <a:pt x="894" y="228"/>
                  </a:lnTo>
                  <a:lnTo>
                    <a:pt x="894" y="230"/>
                  </a:lnTo>
                  <a:lnTo>
                    <a:pt x="894" y="230"/>
                  </a:lnTo>
                  <a:lnTo>
                    <a:pt x="894" y="230"/>
                  </a:lnTo>
                  <a:lnTo>
                    <a:pt x="892" y="230"/>
                  </a:lnTo>
                  <a:lnTo>
                    <a:pt x="892" y="233"/>
                  </a:lnTo>
                  <a:lnTo>
                    <a:pt x="892" y="233"/>
                  </a:lnTo>
                  <a:lnTo>
                    <a:pt x="892" y="233"/>
                  </a:lnTo>
                  <a:lnTo>
                    <a:pt x="892" y="233"/>
                  </a:lnTo>
                  <a:lnTo>
                    <a:pt x="892" y="235"/>
                  </a:lnTo>
                  <a:lnTo>
                    <a:pt x="890" y="235"/>
                  </a:lnTo>
                  <a:lnTo>
                    <a:pt x="890" y="235"/>
                  </a:lnTo>
                  <a:lnTo>
                    <a:pt x="890" y="235"/>
                  </a:lnTo>
                  <a:lnTo>
                    <a:pt x="890" y="237"/>
                  </a:lnTo>
                  <a:lnTo>
                    <a:pt x="887" y="237"/>
                  </a:lnTo>
                  <a:lnTo>
                    <a:pt x="887" y="237"/>
                  </a:lnTo>
                  <a:lnTo>
                    <a:pt x="885" y="237"/>
                  </a:lnTo>
                  <a:lnTo>
                    <a:pt x="885" y="240"/>
                  </a:lnTo>
                  <a:lnTo>
                    <a:pt x="885" y="240"/>
                  </a:lnTo>
                  <a:lnTo>
                    <a:pt x="885" y="240"/>
                  </a:lnTo>
                  <a:lnTo>
                    <a:pt x="882" y="240"/>
                  </a:lnTo>
                  <a:lnTo>
                    <a:pt x="882" y="242"/>
                  </a:lnTo>
                  <a:lnTo>
                    <a:pt x="880" y="242"/>
                  </a:lnTo>
                  <a:lnTo>
                    <a:pt x="880" y="240"/>
                  </a:lnTo>
                  <a:lnTo>
                    <a:pt x="880" y="240"/>
                  </a:lnTo>
                  <a:lnTo>
                    <a:pt x="880" y="240"/>
                  </a:lnTo>
                  <a:lnTo>
                    <a:pt x="880" y="240"/>
                  </a:lnTo>
                  <a:lnTo>
                    <a:pt x="880" y="237"/>
                  </a:lnTo>
                  <a:lnTo>
                    <a:pt x="878" y="237"/>
                  </a:lnTo>
                  <a:lnTo>
                    <a:pt x="878" y="237"/>
                  </a:lnTo>
                  <a:lnTo>
                    <a:pt x="875" y="237"/>
                  </a:lnTo>
                  <a:lnTo>
                    <a:pt x="875" y="235"/>
                  </a:lnTo>
                  <a:lnTo>
                    <a:pt x="871" y="235"/>
                  </a:lnTo>
                  <a:lnTo>
                    <a:pt x="871" y="235"/>
                  </a:lnTo>
                  <a:lnTo>
                    <a:pt x="871" y="235"/>
                  </a:lnTo>
                  <a:lnTo>
                    <a:pt x="871" y="233"/>
                  </a:lnTo>
                  <a:lnTo>
                    <a:pt x="868" y="233"/>
                  </a:lnTo>
                  <a:lnTo>
                    <a:pt x="868" y="233"/>
                  </a:lnTo>
                  <a:lnTo>
                    <a:pt x="866" y="233"/>
                  </a:lnTo>
                  <a:lnTo>
                    <a:pt x="866" y="230"/>
                  </a:lnTo>
                  <a:lnTo>
                    <a:pt x="864" y="230"/>
                  </a:lnTo>
                  <a:lnTo>
                    <a:pt x="864" y="230"/>
                  </a:lnTo>
                  <a:lnTo>
                    <a:pt x="859" y="230"/>
                  </a:lnTo>
                  <a:lnTo>
                    <a:pt x="859" y="228"/>
                  </a:lnTo>
                  <a:lnTo>
                    <a:pt x="856" y="228"/>
                  </a:lnTo>
                  <a:lnTo>
                    <a:pt x="856" y="228"/>
                  </a:lnTo>
                  <a:lnTo>
                    <a:pt x="861" y="228"/>
                  </a:lnTo>
                  <a:lnTo>
                    <a:pt x="861" y="226"/>
                  </a:lnTo>
                  <a:lnTo>
                    <a:pt x="854" y="226"/>
                  </a:lnTo>
                  <a:lnTo>
                    <a:pt x="854" y="226"/>
                  </a:lnTo>
                  <a:lnTo>
                    <a:pt x="847" y="226"/>
                  </a:lnTo>
                  <a:lnTo>
                    <a:pt x="847" y="223"/>
                  </a:lnTo>
                  <a:lnTo>
                    <a:pt x="845" y="223"/>
                  </a:lnTo>
                  <a:lnTo>
                    <a:pt x="845" y="223"/>
                  </a:lnTo>
                  <a:lnTo>
                    <a:pt x="842" y="223"/>
                  </a:lnTo>
                  <a:lnTo>
                    <a:pt x="842" y="221"/>
                  </a:lnTo>
                  <a:lnTo>
                    <a:pt x="840" y="221"/>
                  </a:lnTo>
                  <a:lnTo>
                    <a:pt x="840" y="221"/>
                  </a:lnTo>
                  <a:lnTo>
                    <a:pt x="837" y="221"/>
                  </a:lnTo>
                  <a:lnTo>
                    <a:pt x="837" y="218"/>
                  </a:lnTo>
                  <a:lnTo>
                    <a:pt x="835" y="218"/>
                  </a:lnTo>
                  <a:lnTo>
                    <a:pt x="835" y="218"/>
                  </a:lnTo>
                  <a:lnTo>
                    <a:pt x="826" y="218"/>
                  </a:lnTo>
                  <a:lnTo>
                    <a:pt x="826" y="218"/>
                  </a:lnTo>
                  <a:lnTo>
                    <a:pt x="819" y="218"/>
                  </a:lnTo>
                  <a:lnTo>
                    <a:pt x="819" y="216"/>
                  </a:lnTo>
                  <a:lnTo>
                    <a:pt x="814" y="216"/>
                  </a:lnTo>
                  <a:lnTo>
                    <a:pt x="814" y="216"/>
                  </a:lnTo>
                  <a:lnTo>
                    <a:pt x="814" y="216"/>
                  </a:lnTo>
                  <a:lnTo>
                    <a:pt x="814" y="214"/>
                  </a:lnTo>
                  <a:lnTo>
                    <a:pt x="807" y="214"/>
                  </a:lnTo>
                  <a:lnTo>
                    <a:pt x="807" y="214"/>
                  </a:lnTo>
                  <a:lnTo>
                    <a:pt x="807" y="214"/>
                  </a:lnTo>
                  <a:lnTo>
                    <a:pt x="807" y="211"/>
                  </a:lnTo>
                  <a:lnTo>
                    <a:pt x="804" y="211"/>
                  </a:lnTo>
                  <a:lnTo>
                    <a:pt x="804" y="211"/>
                  </a:lnTo>
                  <a:lnTo>
                    <a:pt x="800" y="211"/>
                  </a:lnTo>
                  <a:lnTo>
                    <a:pt x="800" y="209"/>
                  </a:lnTo>
                  <a:lnTo>
                    <a:pt x="797" y="209"/>
                  </a:lnTo>
                  <a:lnTo>
                    <a:pt x="797" y="209"/>
                  </a:lnTo>
                  <a:lnTo>
                    <a:pt x="795" y="209"/>
                  </a:lnTo>
                  <a:lnTo>
                    <a:pt x="795" y="209"/>
                  </a:lnTo>
                  <a:lnTo>
                    <a:pt x="790" y="209"/>
                  </a:lnTo>
                  <a:lnTo>
                    <a:pt x="790" y="207"/>
                  </a:lnTo>
                  <a:lnTo>
                    <a:pt x="785" y="207"/>
                  </a:lnTo>
                  <a:lnTo>
                    <a:pt x="785" y="207"/>
                  </a:lnTo>
                  <a:lnTo>
                    <a:pt x="778" y="207"/>
                  </a:lnTo>
                  <a:lnTo>
                    <a:pt x="778" y="204"/>
                  </a:lnTo>
                  <a:lnTo>
                    <a:pt x="771" y="204"/>
                  </a:lnTo>
                  <a:lnTo>
                    <a:pt x="771" y="204"/>
                  </a:lnTo>
                  <a:lnTo>
                    <a:pt x="764" y="204"/>
                  </a:lnTo>
                  <a:lnTo>
                    <a:pt x="764" y="202"/>
                  </a:lnTo>
                  <a:lnTo>
                    <a:pt x="740" y="202"/>
                  </a:lnTo>
                  <a:lnTo>
                    <a:pt x="740" y="202"/>
                  </a:lnTo>
                  <a:lnTo>
                    <a:pt x="731" y="202"/>
                  </a:lnTo>
                  <a:lnTo>
                    <a:pt x="731" y="200"/>
                  </a:lnTo>
                  <a:lnTo>
                    <a:pt x="731" y="200"/>
                  </a:lnTo>
                  <a:lnTo>
                    <a:pt x="731" y="200"/>
                  </a:lnTo>
                  <a:lnTo>
                    <a:pt x="719" y="200"/>
                  </a:lnTo>
                  <a:lnTo>
                    <a:pt x="719" y="200"/>
                  </a:lnTo>
                  <a:lnTo>
                    <a:pt x="717" y="200"/>
                  </a:lnTo>
                  <a:lnTo>
                    <a:pt x="717" y="202"/>
                  </a:lnTo>
                  <a:lnTo>
                    <a:pt x="717" y="202"/>
                  </a:lnTo>
                  <a:lnTo>
                    <a:pt x="717" y="204"/>
                  </a:lnTo>
                  <a:lnTo>
                    <a:pt x="712" y="204"/>
                  </a:lnTo>
                  <a:lnTo>
                    <a:pt x="712" y="204"/>
                  </a:lnTo>
                  <a:lnTo>
                    <a:pt x="712" y="204"/>
                  </a:lnTo>
                  <a:lnTo>
                    <a:pt x="712" y="202"/>
                  </a:lnTo>
                  <a:lnTo>
                    <a:pt x="714" y="202"/>
                  </a:lnTo>
                  <a:lnTo>
                    <a:pt x="714" y="200"/>
                  </a:lnTo>
                  <a:lnTo>
                    <a:pt x="714" y="200"/>
                  </a:lnTo>
                  <a:lnTo>
                    <a:pt x="714" y="200"/>
                  </a:lnTo>
                  <a:lnTo>
                    <a:pt x="712" y="200"/>
                  </a:lnTo>
                  <a:lnTo>
                    <a:pt x="712" y="200"/>
                  </a:lnTo>
                  <a:lnTo>
                    <a:pt x="712" y="200"/>
                  </a:lnTo>
                  <a:lnTo>
                    <a:pt x="712" y="197"/>
                  </a:lnTo>
                  <a:lnTo>
                    <a:pt x="710" y="197"/>
                  </a:lnTo>
                  <a:lnTo>
                    <a:pt x="710" y="197"/>
                  </a:lnTo>
                  <a:lnTo>
                    <a:pt x="707" y="197"/>
                  </a:lnTo>
                  <a:lnTo>
                    <a:pt x="707" y="195"/>
                  </a:lnTo>
                  <a:lnTo>
                    <a:pt x="705" y="195"/>
                  </a:lnTo>
                  <a:lnTo>
                    <a:pt x="705" y="195"/>
                  </a:lnTo>
                  <a:lnTo>
                    <a:pt x="705" y="195"/>
                  </a:lnTo>
                  <a:lnTo>
                    <a:pt x="705" y="192"/>
                  </a:lnTo>
                  <a:lnTo>
                    <a:pt x="698" y="192"/>
                  </a:lnTo>
                  <a:lnTo>
                    <a:pt x="698" y="192"/>
                  </a:lnTo>
                  <a:lnTo>
                    <a:pt x="698" y="192"/>
                  </a:lnTo>
                  <a:lnTo>
                    <a:pt x="698" y="190"/>
                  </a:lnTo>
                  <a:lnTo>
                    <a:pt x="693" y="190"/>
                  </a:lnTo>
                  <a:lnTo>
                    <a:pt x="693" y="190"/>
                  </a:lnTo>
                  <a:lnTo>
                    <a:pt x="693" y="190"/>
                  </a:lnTo>
                  <a:lnTo>
                    <a:pt x="693" y="188"/>
                  </a:lnTo>
                  <a:lnTo>
                    <a:pt x="691" y="188"/>
                  </a:lnTo>
                  <a:lnTo>
                    <a:pt x="691" y="188"/>
                  </a:lnTo>
                  <a:lnTo>
                    <a:pt x="691" y="188"/>
                  </a:lnTo>
                  <a:lnTo>
                    <a:pt x="691" y="188"/>
                  </a:lnTo>
                  <a:lnTo>
                    <a:pt x="686" y="188"/>
                  </a:lnTo>
                  <a:lnTo>
                    <a:pt x="686" y="185"/>
                  </a:lnTo>
                  <a:lnTo>
                    <a:pt x="684" y="185"/>
                  </a:lnTo>
                  <a:lnTo>
                    <a:pt x="684" y="185"/>
                  </a:lnTo>
                  <a:lnTo>
                    <a:pt x="684" y="185"/>
                  </a:lnTo>
                  <a:lnTo>
                    <a:pt x="684" y="183"/>
                  </a:lnTo>
                  <a:lnTo>
                    <a:pt x="681" y="183"/>
                  </a:lnTo>
                  <a:lnTo>
                    <a:pt x="681" y="185"/>
                  </a:lnTo>
                  <a:lnTo>
                    <a:pt x="677" y="185"/>
                  </a:lnTo>
                  <a:lnTo>
                    <a:pt x="677" y="185"/>
                  </a:lnTo>
                  <a:lnTo>
                    <a:pt x="677" y="185"/>
                  </a:lnTo>
                  <a:lnTo>
                    <a:pt x="677" y="188"/>
                  </a:lnTo>
                  <a:lnTo>
                    <a:pt x="672" y="188"/>
                  </a:lnTo>
                  <a:lnTo>
                    <a:pt x="672" y="188"/>
                  </a:lnTo>
                  <a:lnTo>
                    <a:pt x="672" y="188"/>
                  </a:lnTo>
                  <a:lnTo>
                    <a:pt x="672" y="188"/>
                  </a:lnTo>
                  <a:lnTo>
                    <a:pt x="669" y="188"/>
                  </a:lnTo>
                  <a:lnTo>
                    <a:pt x="669" y="188"/>
                  </a:lnTo>
                  <a:lnTo>
                    <a:pt x="667" y="188"/>
                  </a:lnTo>
                  <a:lnTo>
                    <a:pt x="667" y="190"/>
                  </a:lnTo>
                  <a:lnTo>
                    <a:pt x="667" y="190"/>
                  </a:lnTo>
                  <a:lnTo>
                    <a:pt x="667" y="190"/>
                  </a:lnTo>
                  <a:lnTo>
                    <a:pt x="667" y="190"/>
                  </a:lnTo>
                  <a:lnTo>
                    <a:pt x="667" y="192"/>
                  </a:lnTo>
                  <a:lnTo>
                    <a:pt x="669" y="192"/>
                  </a:lnTo>
                  <a:lnTo>
                    <a:pt x="669" y="192"/>
                  </a:lnTo>
                  <a:lnTo>
                    <a:pt x="672" y="192"/>
                  </a:lnTo>
                  <a:lnTo>
                    <a:pt x="672" y="195"/>
                  </a:lnTo>
                  <a:lnTo>
                    <a:pt x="672" y="195"/>
                  </a:lnTo>
                  <a:lnTo>
                    <a:pt x="672" y="195"/>
                  </a:lnTo>
                  <a:lnTo>
                    <a:pt x="672" y="195"/>
                  </a:lnTo>
                  <a:lnTo>
                    <a:pt x="672" y="197"/>
                  </a:lnTo>
                  <a:lnTo>
                    <a:pt x="674" y="197"/>
                  </a:lnTo>
                  <a:lnTo>
                    <a:pt x="674" y="197"/>
                  </a:lnTo>
                  <a:lnTo>
                    <a:pt x="677" y="197"/>
                  </a:lnTo>
                  <a:lnTo>
                    <a:pt x="677" y="200"/>
                  </a:lnTo>
                  <a:lnTo>
                    <a:pt x="679" y="200"/>
                  </a:lnTo>
                  <a:lnTo>
                    <a:pt x="679" y="200"/>
                  </a:lnTo>
                  <a:lnTo>
                    <a:pt x="681" y="200"/>
                  </a:lnTo>
                  <a:lnTo>
                    <a:pt x="681" y="200"/>
                  </a:lnTo>
                  <a:lnTo>
                    <a:pt x="686" y="200"/>
                  </a:lnTo>
                  <a:lnTo>
                    <a:pt x="686" y="200"/>
                  </a:lnTo>
                  <a:lnTo>
                    <a:pt x="688" y="200"/>
                  </a:lnTo>
                  <a:lnTo>
                    <a:pt x="688" y="202"/>
                  </a:lnTo>
                  <a:lnTo>
                    <a:pt x="691" y="202"/>
                  </a:lnTo>
                  <a:lnTo>
                    <a:pt x="691" y="200"/>
                  </a:lnTo>
                  <a:lnTo>
                    <a:pt x="693" y="200"/>
                  </a:lnTo>
                  <a:lnTo>
                    <a:pt x="693" y="202"/>
                  </a:lnTo>
                  <a:lnTo>
                    <a:pt x="693" y="202"/>
                  </a:lnTo>
                  <a:lnTo>
                    <a:pt x="693" y="202"/>
                  </a:lnTo>
                  <a:lnTo>
                    <a:pt x="693" y="202"/>
                  </a:lnTo>
                  <a:lnTo>
                    <a:pt x="693" y="204"/>
                  </a:lnTo>
                  <a:lnTo>
                    <a:pt x="693" y="204"/>
                  </a:lnTo>
                  <a:lnTo>
                    <a:pt x="693" y="204"/>
                  </a:lnTo>
                  <a:lnTo>
                    <a:pt x="700" y="204"/>
                  </a:lnTo>
                  <a:lnTo>
                    <a:pt x="700" y="207"/>
                  </a:lnTo>
                  <a:lnTo>
                    <a:pt x="703" y="207"/>
                  </a:lnTo>
                  <a:lnTo>
                    <a:pt x="703" y="204"/>
                  </a:lnTo>
                  <a:lnTo>
                    <a:pt x="707" y="204"/>
                  </a:lnTo>
                  <a:lnTo>
                    <a:pt x="707" y="207"/>
                  </a:lnTo>
                  <a:lnTo>
                    <a:pt x="705" y="207"/>
                  </a:lnTo>
                  <a:lnTo>
                    <a:pt x="705" y="209"/>
                  </a:lnTo>
                  <a:lnTo>
                    <a:pt x="707" y="209"/>
                  </a:lnTo>
                  <a:lnTo>
                    <a:pt x="707" y="209"/>
                  </a:lnTo>
                  <a:lnTo>
                    <a:pt x="707" y="209"/>
                  </a:lnTo>
                  <a:lnTo>
                    <a:pt x="707" y="211"/>
                  </a:lnTo>
                  <a:lnTo>
                    <a:pt x="710" y="211"/>
                  </a:lnTo>
                  <a:lnTo>
                    <a:pt x="710" y="211"/>
                  </a:lnTo>
                  <a:lnTo>
                    <a:pt x="712" y="211"/>
                  </a:lnTo>
                  <a:lnTo>
                    <a:pt x="712" y="214"/>
                  </a:lnTo>
                  <a:lnTo>
                    <a:pt x="712" y="214"/>
                  </a:lnTo>
                  <a:lnTo>
                    <a:pt x="712" y="214"/>
                  </a:lnTo>
                  <a:lnTo>
                    <a:pt x="714" y="214"/>
                  </a:lnTo>
                  <a:lnTo>
                    <a:pt x="714" y="216"/>
                  </a:lnTo>
                  <a:lnTo>
                    <a:pt x="717" y="216"/>
                  </a:lnTo>
                  <a:lnTo>
                    <a:pt x="717" y="218"/>
                  </a:lnTo>
                  <a:lnTo>
                    <a:pt x="719" y="218"/>
                  </a:lnTo>
                  <a:lnTo>
                    <a:pt x="719" y="218"/>
                  </a:lnTo>
                  <a:lnTo>
                    <a:pt x="721" y="218"/>
                  </a:lnTo>
                  <a:lnTo>
                    <a:pt x="721" y="218"/>
                  </a:lnTo>
                  <a:lnTo>
                    <a:pt x="721" y="218"/>
                  </a:lnTo>
                  <a:lnTo>
                    <a:pt x="721" y="221"/>
                  </a:lnTo>
                  <a:lnTo>
                    <a:pt x="724" y="221"/>
                  </a:lnTo>
                  <a:lnTo>
                    <a:pt x="724" y="223"/>
                  </a:lnTo>
                  <a:lnTo>
                    <a:pt x="721" y="223"/>
                  </a:lnTo>
                  <a:lnTo>
                    <a:pt x="721" y="223"/>
                  </a:lnTo>
                  <a:lnTo>
                    <a:pt x="719" y="223"/>
                  </a:lnTo>
                  <a:lnTo>
                    <a:pt x="719" y="226"/>
                  </a:lnTo>
                  <a:lnTo>
                    <a:pt x="719" y="226"/>
                  </a:lnTo>
                  <a:lnTo>
                    <a:pt x="719" y="226"/>
                  </a:lnTo>
                  <a:lnTo>
                    <a:pt x="717" y="226"/>
                  </a:lnTo>
                  <a:lnTo>
                    <a:pt x="717" y="228"/>
                  </a:lnTo>
                  <a:lnTo>
                    <a:pt x="717" y="228"/>
                  </a:lnTo>
                  <a:lnTo>
                    <a:pt x="717" y="228"/>
                  </a:lnTo>
                  <a:lnTo>
                    <a:pt x="712" y="228"/>
                  </a:lnTo>
                  <a:lnTo>
                    <a:pt x="712" y="228"/>
                  </a:lnTo>
                  <a:lnTo>
                    <a:pt x="698" y="228"/>
                  </a:lnTo>
                  <a:lnTo>
                    <a:pt x="698" y="230"/>
                  </a:lnTo>
                  <a:lnTo>
                    <a:pt x="698" y="230"/>
                  </a:lnTo>
                  <a:lnTo>
                    <a:pt x="698" y="233"/>
                  </a:lnTo>
                  <a:lnTo>
                    <a:pt x="698" y="233"/>
                  </a:lnTo>
                  <a:lnTo>
                    <a:pt x="698" y="235"/>
                  </a:lnTo>
                  <a:lnTo>
                    <a:pt x="700" y="235"/>
                  </a:lnTo>
                  <a:lnTo>
                    <a:pt x="700" y="237"/>
                  </a:lnTo>
                  <a:lnTo>
                    <a:pt x="698" y="237"/>
                  </a:lnTo>
                  <a:lnTo>
                    <a:pt x="698" y="237"/>
                  </a:lnTo>
                  <a:lnTo>
                    <a:pt x="693" y="237"/>
                  </a:lnTo>
                  <a:lnTo>
                    <a:pt x="693" y="237"/>
                  </a:lnTo>
                  <a:lnTo>
                    <a:pt x="693" y="237"/>
                  </a:lnTo>
                  <a:lnTo>
                    <a:pt x="693" y="237"/>
                  </a:lnTo>
                  <a:lnTo>
                    <a:pt x="686" y="237"/>
                  </a:lnTo>
                  <a:lnTo>
                    <a:pt x="686" y="237"/>
                  </a:lnTo>
                  <a:lnTo>
                    <a:pt x="684" y="237"/>
                  </a:lnTo>
                  <a:lnTo>
                    <a:pt x="684" y="235"/>
                  </a:lnTo>
                  <a:lnTo>
                    <a:pt x="684" y="235"/>
                  </a:lnTo>
                  <a:lnTo>
                    <a:pt x="684" y="233"/>
                  </a:lnTo>
                  <a:lnTo>
                    <a:pt x="684" y="233"/>
                  </a:lnTo>
                  <a:lnTo>
                    <a:pt x="684" y="233"/>
                  </a:lnTo>
                  <a:lnTo>
                    <a:pt x="686" y="233"/>
                  </a:lnTo>
                  <a:lnTo>
                    <a:pt x="686" y="230"/>
                  </a:lnTo>
                  <a:lnTo>
                    <a:pt x="686" y="230"/>
                  </a:lnTo>
                  <a:lnTo>
                    <a:pt x="686" y="230"/>
                  </a:lnTo>
                  <a:lnTo>
                    <a:pt x="686" y="230"/>
                  </a:lnTo>
                  <a:lnTo>
                    <a:pt x="686" y="230"/>
                  </a:lnTo>
                  <a:lnTo>
                    <a:pt x="691" y="230"/>
                  </a:lnTo>
                  <a:lnTo>
                    <a:pt x="691" y="230"/>
                  </a:lnTo>
                  <a:lnTo>
                    <a:pt x="693" y="230"/>
                  </a:lnTo>
                  <a:lnTo>
                    <a:pt x="693" y="228"/>
                  </a:lnTo>
                  <a:lnTo>
                    <a:pt x="691" y="228"/>
                  </a:lnTo>
                  <a:lnTo>
                    <a:pt x="691" y="226"/>
                  </a:lnTo>
                  <a:lnTo>
                    <a:pt x="688" y="226"/>
                  </a:lnTo>
                  <a:lnTo>
                    <a:pt x="688" y="226"/>
                  </a:lnTo>
                  <a:lnTo>
                    <a:pt x="686" y="226"/>
                  </a:lnTo>
                  <a:lnTo>
                    <a:pt x="686" y="223"/>
                  </a:lnTo>
                  <a:lnTo>
                    <a:pt x="686" y="223"/>
                  </a:lnTo>
                  <a:lnTo>
                    <a:pt x="686" y="223"/>
                  </a:lnTo>
                  <a:lnTo>
                    <a:pt x="688" y="223"/>
                  </a:lnTo>
                  <a:lnTo>
                    <a:pt x="688" y="221"/>
                  </a:lnTo>
                  <a:lnTo>
                    <a:pt x="674" y="221"/>
                  </a:lnTo>
                  <a:lnTo>
                    <a:pt x="674" y="223"/>
                  </a:lnTo>
                  <a:lnTo>
                    <a:pt x="669" y="223"/>
                  </a:lnTo>
                  <a:lnTo>
                    <a:pt x="669" y="223"/>
                  </a:lnTo>
                  <a:lnTo>
                    <a:pt x="667" y="223"/>
                  </a:lnTo>
                  <a:lnTo>
                    <a:pt x="667" y="226"/>
                  </a:lnTo>
                  <a:lnTo>
                    <a:pt x="660" y="226"/>
                  </a:lnTo>
                  <a:lnTo>
                    <a:pt x="660" y="226"/>
                  </a:lnTo>
                  <a:lnTo>
                    <a:pt x="658" y="226"/>
                  </a:lnTo>
                  <a:lnTo>
                    <a:pt x="658" y="228"/>
                  </a:lnTo>
                  <a:lnTo>
                    <a:pt x="648" y="228"/>
                  </a:lnTo>
                  <a:lnTo>
                    <a:pt x="648" y="228"/>
                  </a:lnTo>
                  <a:lnTo>
                    <a:pt x="641" y="228"/>
                  </a:lnTo>
                  <a:lnTo>
                    <a:pt x="641" y="228"/>
                  </a:lnTo>
                  <a:lnTo>
                    <a:pt x="641" y="228"/>
                  </a:lnTo>
                  <a:lnTo>
                    <a:pt x="641" y="230"/>
                  </a:lnTo>
                  <a:lnTo>
                    <a:pt x="641" y="230"/>
                  </a:lnTo>
                  <a:lnTo>
                    <a:pt x="641" y="230"/>
                  </a:lnTo>
                  <a:lnTo>
                    <a:pt x="643" y="230"/>
                  </a:lnTo>
                  <a:lnTo>
                    <a:pt x="643" y="228"/>
                  </a:lnTo>
                  <a:lnTo>
                    <a:pt x="646" y="228"/>
                  </a:lnTo>
                  <a:lnTo>
                    <a:pt x="646" y="230"/>
                  </a:lnTo>
                  <a:lnTo>
                    <a:pt x="646" y="230"/>
                  </a:lnTo>
                  <a:lnTo>
                    <a:pt x="646" y="228"/>
                  </a:lnTo>
                  <a:lnTo>
                    <a:pt x="648" y="228"/>
                  </a:lnTo>
                  <a:lnTo>
                    <a:pt x="648" y="230"/>
                  </a:lnTo>
                  <a:lnTo>
                    <a:pt x="648" y="230"/>
                  </a:lnTo>
                  <a:lnTo>
                    <a:pt x="648" y="233"/>
                  </a:lnTo>
                  <a:lnTo>
                    <a:pt x="646" y="233"/>
                  </a:lnTo>
                  <a:lnTo>
                    <a:pt x="646" y="233"/>
                  </a:lnTo>
                  <a:lnTo>
                    <a:pt x="639" y="233"/>
                  </a:lnTo>
                  <a:lnTo>
                    <a:pt x="639" y="233"/>
                  </a:lnTo>
                  <a:lnTo>
                    <a:pt x="634" y="233"/>
                  </a:lnTo>
                  <a:lnTo>
                    <a:pt x="634" y="230"/>
                  </a:lnTo>
                  <a:lnTo>
                    <a:pt x="620" y="230"/>
                  </a:lnTo>
                  <a:lnTo>
                    <a:pt x="620" y="230"/>
                  </a:lnTo>
                  <a:lnTo>
                    <a:pt x="615" y="230"/>
                  </a:lnTo>
                  <a:lnTo>
                    <a:pt x="615" y="230"/>
                  </a:lnTo>
                  <a:lnTo>
                    <a:pt x="613" y="230"/>
                  </a:lnTo>
                  <a:lnTo>
                    <a:pt x="613" y="233"/>
                  </a:lnTo>
                  <a:lnTo>
                    <a:pt x="601" y="233"/>
                  </a:lnTo>
                  <a:lnTo>
                    <a:pt x="601" y="233"/>
                  </a:lnTo>
                  <a:lnTo>
                    <a:pt x="601" y="233"/>
                  </a:lnTo>
                  <a:lnTo>
                    <a:pt x="601" y="235"/>
                  </a:lnTo>
                  <a:lnTo>
                    <a:pt x="598" y="235"/>
                  </a:lnTo>
                  <a:lnTo>
                    <a:pt x="598" y="235"/>
                  </a:lnTo>
                  <a:lnTo>
                    <a:pt x="594" y="235"/>
                  </a:lnTo>
                  <a:lnTo>
                    <a:pt x="594" y="237"/>
                  </a:lnTo>
                  <a:lnTo>
                    <a:pt x="594" y="237"/>
                  </a:lnTo>
                  <a:lnTo>
                    <a:pt x="594" y="237"/>
                  </a:lnTo>
                  <a:lnTo>
                    <a:pt x="591" y="237"/>
                  </a:lnTo>
                  <a:lnTo>
                    <a:pt x="591" y="237"/>
                  </a:lnTo>
                  <a:lnTo>
                    <a:pt x="591" y="237"/>
                  </a:lnTo>
                  <a:lnTo>
                    <a:pt x="591" y="240"/>
                  </a:lnTo>
                  <a:lnTo>
                    <a:pt x="591" y="240"/>
                  </a:lnTo>
                  <a:lnTo>
                    <a:pt x="591" y="242"/>
                  </a:lnTo>
                  <a:lnTo>
                    <a:pt x="589" y="242"/>
                  </a:lnTo>
                  <a:lnTo>
                    <a:pt x="589" y="242"/>
                  </a:lnTo>
                  <a:lnTo>
                    <a:pt x="587" y="242"/>
                  </a:lnTo>
                  <a:lnTo>
                    <a:pt x="587" y="240"/>
                  </a:lnTo>
                  <a:lnTo>
                    <a:pt x="587" y="240"/>
                  </a:lnTo>
                  <a:lnTo>
                    <a:pt x="587" y="240"/>
                  </a:lnTo>
                  <a:lnTo>
                    <a:pt x="584" y="240"/>
                  </a:lnTo>
                  <a:lnTo>
                    <a:pt x="584" y="237"/>
                  </a:lnTo>
                  <a:lnTo>
                    <a:pt x="584" y="237"/>
                  </a:lnTo>
                  <a:lnTo>
                    <a:pt x="584" y="240"/>
                  </a:lnTo>
                  <a:lnTo>
                    <a:pt x="582" y="240"/>
                  </a:lnTo>
                  <a:lnTo>
                    <a:pt x="582" y="237"/>
                  </a:lnTo>
                  <a:lnTo>
                    <a:pt x="579" y="237"/>
                  </a:lnTo>
                  <a:lnTo>
                    <a:pt x="579" y="237"/>
                  </a:lnTo>
                  <a:lnTo>
                    <a:pt x="577" y="237"/>
                  </a:lnTo>
                  <a:lnTo>
                    <a:pt x="577" y="240"/>
                  </a:lnTo>
                  <a:lnTo>
                    <a:pt x="575" y="240"/>
                  </a:lnTo>
                  <a:lnTo>
                    <a:pt x="575" y="240"/>
                  </a:lnTo>
                  <a:lnTo>
                    <a:pt x="572" y="240"/>
                  </a:lnTo>
                  <a:lnTo>
                    <a:pt x="572" y="240"/>
                  </a:lnTo>
                  <a:lnTo>
                    <a:pt x="575" y="240"/>
                  </a:lnTo>
                  <a:lnTo>
                    <a:pt x="575" y="237"/>
                  </a:lnTo>
                  <a:lnTo>
                    <a:pt x="572" y="237"/>
                  </a:lnTo>
                  <a:lnTo>
                    <a:pt x="572" y="233"/>
                  </a:lnTo>
                  <a:lnTo>
                    <a:pt x="570" y="233"/>
                  </a:lnTo>
                  <a:lnTo>
                    <a:pt x="570" y="233"/>
                  </a:lnTo>
                  <a:lnTo>
                    <a:pt x="570" y="233"/>
                  </a:lnTo>
                  <a:lnTo>
                    <a:pt x="570" y="230"/>
                  </a:lnTo>
                  <a:lnTo>
                    <a:pt x="570" y="230"/>
                  </a:lnTo>
                  <a:lnTo>
                    <a:pt x="570" y="230"/>
                  </a:lnTo>
                  <a:lnTo>
                    <a:pt x="570" y="230"/>
                  </a:lnTo>
                  <a:lnTo>
                    <a:pt x="570" y="228"/>
                  </a:lnTo>
                  <a:lnTo>
                    <a:pt x="572" y="228"/>
                  </a:lnTo>
                  <a:lnTo>
                    <a:pt x="572" y="228"/>
                  </a:lnTo>
                  <a:lnTo>
                    <a:pt x="575" y="228"/>
                  </a:lnTo>
                  <a:lnTo>
                    <a:pt x="575" y="226"/>
                  </a:lnTo>
                  <a:lnTo>
                    <a:pt x="572" y="226"/>
                  </a:lnTo>
                  <a:lnTo>
                    <a:pt x="572" y="226"/>
                  </a:lnTo>
                  <a:lnTo>
                    <a:pt x="572" y="226"/>
                  </a:lnTo>
                  <a:lnTo>
                    <a:pt x="572" y="223"/>
                  </a:lnTo>
                  <a:lnTo>
                    <a:pt x="582" y="223"/>
                  </a:lnTo>
                  <a:lnTo>
                    <a:pt x="582" y="223"/>
                  </a:lnTo>
                  <a:lnTo>
                    <a:pt x="584" y="223"/>
                  </a:lnTo>
                  <a:lnTo>
                    <a:pt x="584" y="223"/>
                  </a:lnTo>
                  <a:lnTo>
                    <a:pt x="589" y="223"/>
                  </a:lnTo>
                  <a:lnTo>
                    <a:pt x="589" y="223"/>
                  </a:lnTo>
                  <a:lnTo>
                    <a:pt x="589" y="223"/>
                  </a:lnTo>
                  <a:lnTo>
                    <a:pt x="589" y="221"/>
                  </a:lnTo>
                  <a:lnTo>
                    <a:pt x="570" y="221"/>
                  </a:lnTo>
                  <a:lnTo>
                    <a:pt x="570" y="223"/>
                  </a:lnTo>
                  <a:lnTo>
                    <a:pt x="563" y="223"/>
                  </a:lnTo>
                  <a:lnTo>
                    <a:pt x="563" y="223"/>
                  </a:lnTo>
                  <a:lnTo>
                    <a:pt x="558" y="223"/>
                  </a:lnTo>
                  <a:lnTo>
                    <a:pt x="558" y="226"/>
                  </a:lnTo>
                  <a:lnTo>
                    <a:pt x="556" y="226"/>
                  </a:lnTo>
                  <a:lnTo>
                    <a:pt x="556" y="226"/>
                  </a:lnTo>
                  <a:lnTo>
                    <a:pt x="551" y="226"/>
                  </a:lnTo>
                  <a:lnTo>
                    <a:pt x="551" y="228"/>
                  </a:lnTo>
                  <a:lnTo>
                    <a:pt x="549" y="228"/>
                  </a:lnTo>
                  <a:lnTo>
                    <a:pt x="549" y="228"/>
                  </a:lnTo>
                  <a:lnTo>
                    <a:pt x="544" y="228"/>
                  </a:lnTo>
                  <a:lnTo>
                    <a:pt x="544" y="228"/>
                  </a:lnTo>
                  <a:lnTo>
                    <a:pt x="542" y="228"/>
                  </a:lnTo>
                  <a:lnTo>
                    <a:pt x="542" y="230"/>
                  </a:lnTo>
                  <a:lnTo>
                    <a:pt x="539" y="230"/>
                  </a:lnTo>
                  <a:lnTo>
                    <a:pt x="539" y="230"/>
                  </a:lnTo>
                  <a:lnTo>
                    <a:pt x="537" y="230"/>
                  </a:lnTo>
                  <a:lnTo>
                    <a:pt x="537" y="233"/>
                  </a:lnTo>
                  <a:lnTo>
                    <a:pt x="532" y="233"/>
                  </a:lnTo>
                  <a:lnTo>
                    <a:pt x="532" y="233"/>
                  </a:lnTo>
                  <a:lnTo>
                    <a:pt x="525" y="233"/>
                  </a:lnTo>
                  <a:lnTo>
                    <a:pt x="525" y="235"/>
                  </a:lnTo>
                  <a:lnTo>
                    <a:pt x="508" y="235"/>
                  </a:lnTo>
                  <a:lnTo>
                    <a:pt x="508" y="235"/>
                  </a:lnTo>
                  <a:lnTo>
                    <a:pt x="506" y="235"/>
                  </a:lnTo>
                  <a:lnTo>
                    <a:pt x="506" y="237"/>
                  </a:lnTo>
                  <a:lnTo>
                    <a:pt x="504" y="237"/>
                  </a:lnTo>
                  <a:lnTo>
                    <a:pt x="504" y="237"/>
                  </a:lnTo>
                  <a:lnTo>
                    <a:pt x="504" y="237"/>
                  </a:lnTo>
                  <a:lnTo>
                    <a:pt x="504" y="237"/>
                  </a:lnTo>
                  <a:lnTo>
                    <a:pt x="499" y="237"/>
                  </a:lnTo>
                  <a:lnTo>
                    <a:pt x="499" y="240"/>
                  </a:lnTo>
                  <a:lnTo>
                    <a:pt x="497" y="240"/>
                  </a:lnTo>
                  <a:lnTo>
                    <a:pt x="497" y="240"/>
                  </a:lnTo>
                  <a:lnTo>
                    <a:pt x="494" y="240"/>
                  </a:lnTo>
                  <a:lnTo>
                    <a:pt x="494" y="242"/>
                  </a:lnTo>
                  <a:lnTo>
                    <a:pt x="492" y="242"/>
                  </a:lnTo>
                  <a:lnTo>
                    <a:pt x="492" y="242"/>
                  </a:lnTo>
                  <a:lnTo>
                    <a:pt x="490" y="242"/>
                  </a:lnTo>
                  <a:lnTo>
                    <a:pt x="490" y="245"/>
                  </a:lnTo>
                  <a:lnTo>
                    <a:pt x="487" y="245"/>
                  </a:lnTo>
                  <a:lnTo>
                    <a:pt x="487" y="245"/>
                  </a:lnTo>
                  <a:lnTo>
                    <a:pt x="485" y="245"/>
                  </a:lnTo>
                  <a:lnTo>
                    <a:pt x="485" y="247"/>
                  </a:lnTo>
                  <a:lnTo>
                    <a:pt x="480" y="247"/>
                  </a:lnTo>
                  <a:lnTo>
                    <a:pt x="480" y="247"/>
                  </a:lnTo>
                  <a:lnTo>
                    <a:pt x="478" y="247"/>
                  </a:lnTo>
                  <a:lnTo>
                    <a:pt x="478" y="249"/>
                  </a:lnTo>
                  <a:lnTo>
                    <a:pt x="475" y="249"/>
                  </a:lnTo>
                  <a:lnTo>
                    <a:pt x="475" y="249"/>
                  </a:lnTo>
                  <a:lnTo>
                    <a:pt x="471" y="249"/>
                  </a:lnTo>
                  <a:lnTo>
                    <a:pt x="471" y="249"/>
                  </a:lnTo>
                  <a:lnTo>
                    <a:pt x="461" y="249"/>
                  </a:lnTo>
                  <a:lnTo>
                    <a:pt x="461" y="249"/>
                  </a:lnTo>
                  <a:lnTo>
                    <a:pt x="456" y="249"/>
                  </a:lnTo>
                  <a:lnTo>
                    <a:pt x="456" y="249"/>
                  </a:lnTo>
                  <a:lnTo>
                    <a:pt x="459" y="249"/>
                  </a:lnTo>
                  <a:lnTo>
                    <a:pt x="459" y="252"/>
                  </a:lnTo>
                  <a:lnTo>
                    <a:pt x="461" y="252"/>
                  </a:lnTo>
                  <a:lnTo>
                    <a:pt x="461" y="254"/>
                  </a:lnTo>
                  <a:lnTo>
                    <a:pt x="459" y="254"/>
                  </a:lnTo>
                  <a:lnTo>
                    <a:pt x="459" y="254"/>
                  </a:lnTo>
                  <a:lnTo>
                    <a:pt x="456" y="254"/>
                  </a:lnTo>
                  <a:lnTo>
                    <a:pt x="456" y="256"/>
                  </a:lnTo>
                  <a:lnTo>
                    <a:pt x="447" y="256"/>
                  </a:lnTo>
                  <a:lnTo>
                    <a:pt x="447" y="256"/>
                  </a:lnTo>
                  <a:lnTo>
                    <a:pt x="447" y="256"/>
                  </a:lnTo>
                  <a:lnTo>
                    <a:pt x="447" y="256"/>
                  </a:lnTo>
                  <a:lnTo>
                    <a:pt x="445" y="256"/>
                  </a:lnTo>
                  <a:lnTo>
                    <a:pt x="445" y="256"/>
                  </a:lnTo>
                  <a:lnTo>
                    <a:pt x="440" y="256"/>
                  </a:lnTo>
                  <a:lnTo>
                    <a:pt x="440" y="259"/>
                  </a:lnTo>
                  <a:lnTo>
                    <a:pt x="442" y="259"/>
                  </a:lnTo>
                  <a:lnTo>
                    <a:pt x="442" y="261"/>
                  </a:lnTo>
                  <a:lnTo>
                    <a:pt x="440" y="261"/>
                  </a:lnTo>
                  <a:lnTo>
                    <a:pt x="440" y="263"/>
                  </a:lnTo>
                  <a:lnTo>
                    <a:pt x="440" y="263"/>
                  </a:lnTo>
                  <a:lnTo>
                    <a:pt x="440" y="266"/>
                  </a:lnTo>
                  <a:lnTo>
                    <a:pt x="437" y="266"/>
                  </a:lnTo>
                  <a:lnTo>
                    <a:pt x="437" y="268"/>
                  </a:lnTo>
                  <a:lnTo>
                    <a:pt x="437" y="268"/>
                  </a:lnTo>
                  <a:lnTo>
                    <a:pt x="437" y="268"/>
                  </a:lnTo>
                  <a:lnTo>
                    <a:pt x="440" y="268"/>
                  </a:lnTo>
                  <a:lnTo>
                    <a:pt x="440" y="271"/>
                  </a:lnTo>
                  <a:lnTo>
                    <a:pt x="437" y="271"/>
                  </a:lnTo>
                  <a:lnTo>
                    <a:pt x="437" y="273"/>
                  </a:lnTo>
                  <a:lnTo>
                    <a:pt x="437" y="273"/>
                  </a:lnTo>
                  <a:lnTo>
                    <a:pt x="437" y="273"/>
                  </a:lnTo>
                  <a:lnTo>
                    <a:pt x="435" y="273"/>
                  </a:lnTo>
                  <a:lnTo>
                    <a:pt x="435" y="275"/>
                  </a:lnTo>
                  <a:lnTo>
                    <a:pt x="433" y="275"/>
                  </a:lnTo>
                  <a:lnTo>
                    <a:pt x="433" y="273"/>
                  </a:lnTo>
                  <a:lnTo>
                    <a:pt x="430" y="273"/>
                  </a:lnTo>
                  <a:lnTo>
                    <a:pt x="430" y="275"/>
                  </a:lnTo>
                  <a:lnTo>
                    <a:pt x="426" y="275"/>
                  </a:lnTo>
                  <a:lnTo>
                    <a:pt x="426" y="275"/>
                  </a:lnTo>
                  <a:lnTo>
                    <a:pt x="419" y="275"/>
                  </a:lnTo>
                  <a:lnTo>
                    <a:pt x="419" y="278"/>
                  </a:lnTo>
                  <a:lnTo>
                    <a:pt x="414" y="278"/>
                  </a:lnTo>
                  <a:lnTo>
                    <a:pt x="414" y="275"/>
                  </a:lnTo>
                  <a:lnTo>
                    <a:pt x="407" y="275"/>
                  </a:lnTo>
                  <a:lnTo>
                    <a:pt x="407" y="278"/>
                  </a:lnTo>
                  <a:lnTo>
                    <a:pt x="402" y="278"/>
                  </a:lnTo>
                  <a:lnTo>
                    <a:pt x="402" y="275"/>
                  </a:lnTo>
                  <a:lnTo>
                    <a:pt x="400" y="275"/>
                  </a:lnTo>
                  <a:lnTo>
                    <a:pt x="400" y="275"/>
                  </a:lnTo>
                  <a:lnTo>
                    <a:pt x="397" y="275"/>
                  </a:lnTo>
                  <a:lnTo>
                    <a:pt x="397" y="273"/>
                  </a:lnTo>
                  <a:lnTo>
                    <a:pt x="397" y="273"/>
                  </a:lnTo>
                  <a:lnTo>
                    <a:pt x="397" y="273"/>
                  </a:lnTo>
                  <a:lnTo>
                    <a:pt x="395" y="273"/>
                  </a:lnTo>
                  <a:lnTo>
                    <a:pt x="395" y="271"/>
                  </a:lnTo>
                  <a:lnTo>
                    <a:pt x="395" y="271"/>
                  </a:lnTo>
                  <a:lnTo>
                    <a:pt x="395" y="271"/>
                  </a:lnTo>
                  <a:lnTo>
                    <a:pt x="392" y="271"/>
                  </a:lnTo>
                  <a:lnTo>
                    <a:pt x="392" y="268"/>
                  </a:lnTo>
                  <a:lnTo>
                    <a:pt x="392" y="268"/>
                  </a:lnTo>
                  <a:lnTo>
                    <a:pt x="392" y="268"/>
                  </a:lnTo>
                  <a:lnTo>
                    <a:pt x="388" y="268"/>
                  </a:lnTo>
                  <a:lnTo>
                    <a:pt x="388" y="266"/>
                  </a:lnTo>
                  <a:lnTo>
                    <a:pt x="383" y="266"/>
                  </a:lnTo>
                  <a:lnTo>
                    <a:pt x="383" y="266"/>
                  </a:lnTo>
                  <a:lnTo>
                    <a:pt x="381" y="266"/>
                  </a:lnTo>
                  <a:lnTo>
                    <a:pt x="381" y="263"/>
                  </a:lnTo>
                  <a:lnTo>
                    <a:pt x="378" y="263"/>
                  </a:lnTo>
                  <a:lnTo>
                    <a:pt x="378" y="263"/>
                  </a:lnTo>
                  <a:lnTo>
                    <a:pt x="378" y="263"/>
                  </a:lnTo>
                  <a:lnTo>
                    <a:pt x="378" y="261"/>
                  </a:lnTo>
                  <a:lnTo>
                    <a:pt x="381" y="261"/>
                  </a:lnTo>
                  <a:lnTo>
                    <a:pt x="381" y="259"/>
                  </a:lnTo>
                  <a:lnTo>
                    <a:pt x="383" y="259"/>
                  </a:lnTo>
                  <a:lnTo>
                    <a:pt x="383" y="259"/>
                  </a:lnTo>
                  <a:lnTo>
                    <a:pt x="388" y="259"/>
                  </a:lnTo>
                  <a:lnTo>
                    <a:pt x="388" y="256"/>
                  </a:lnTo>
                  <a:lnTo>
                    <a:pt x="388" y="256"/>
                  </a:lnTo>
                  <a:lnTo>
                    <a:pt x="388" y="254"/>
                  </a:lnTo>
                  <a:lnTo>
                    <a:pt x="397" y="254"/>
                  </a:lnTo>
                  <a:lnTo>
                    <a:pt x="397" y="254"/>
                  </a:lnTo>
                  <a:lnTo>
                    <a:pt x="404" y="254"/>
                  </a:lnTo>
                  <a:lnTo>
                    <a:pt x="404" y="252"/>
                  </a:lnTo>
                  <a:lnTo>
                    <a:pt x="416" y="252"/>
                  </a:lnTo>
                  <a:lnTo>
                    <a:pt x="416" y="249"/>
                  </a:lnTo>
                  <a:lnTo>
                    <a:pt x="416" y="249"/>
                  </a:lnTo>
                  <a:lnTo>
                    <a:pt x="416" y="249"/>
                  </a:lnTo>
                  <a:lnTo>
                    <a:pt x="414" y="249"/>
                  </a:lnTo>
                  <a:lnTo>
                    <a:pt x="414" y="247"/>
                  </a:lnTo>
                  <a:lnTo>
                    <a:pt x="414" y="247"/>
                  </a:lnTo>
                  <a:lnTo>
                    <a:pt x="414" y="247"/>
                  </a:lnTo>
                  <a:lnTo>
                    <a:pt x="414" y="247"/>
                  </a:lnTo>
                  <a:lnTo>
                    <a:pt x="414" y="245"/>
                  </a:lnTo>
                  <a:lnTo>
                    <a:pt x="414" y="245"/>
                  </a:lnTo>
                  <a:lnTo>
                    <a:pt x="414" y="245"/>
                  </a:lnTo>
                  <a:lnTo>
                    <a:pt x="414" y="245"/>
                  </a:lnTo>
                  <a:lnTo>
                    <a:pt x="414" y="242"/>
                  </a:lnTo>
                  <a:lnTo>
                    <a:pt x="409" y="242"/>
                  </a:lnTo>
                  <a:lnTo>
                    <a:pt x="409" y="242"/>
                  </a:lnTo>
                  <a:lnTo>
                    <a:pt x="407" y="242"/>
                  </a:lnTo>
                  <a:lnTo>
                    <a:pt x="407" y="240"/>
                  </a:lnTo>
                  <a:lnTo>
                    <a:pt x="407" y="240"/>
                  </a:lnTo>
                  <a:lnTo>
                    <a:pt x="407" y="240"/>
                  </a:lnTo>
                  <a:lnTo>
                    <a:pt x="407" y="240"/>
                  </a:lnTo>
                  <a:lnTo>
                    <a:pt x="407" y="237"/>
                  </a:lnTo>
                  <a:lnTo>
                    <a:pt x="409" y="237"/>
                  </a:lnTo>
                  <a:lnTo>
                    <a:pt x="409" y="237"/>
                  </a:lnTo>
                  <a:lnTo>
                    <a:pt x="404" y="237"/>
                  </a:lnTo>
                  <a:lnTo>
                    <a:pt x="404" y="237"/>
                  </a:lnTo>
                  <a:lnTo>
                    <a:pt x="402" y="237"/>
                  </a:lnTo>
                  <a:lnTo>
                    <a:pt x="402" y="235"/>
                  </a:lnTo>
                  <a:lnTo>
                    <a:pt x="397" y="235"/>
                  </a:lnTo>
                  <a:lnTo>
                    <a:pt x="397" y="235"/>
                  </a:lnTo>
                  <a:lnTo>
                    <a:pt x="392" y="235"/>
                  </a:lnTo>
                  <a:lnTo>
                    <a:pt x="392" y="233"/>
                  </a:lnTo>
                  <a:lnTo>
                    <a:pt x="359" y="233"/>
                  </a:lnTo>
                  <a:lnTo>
                    <a:pt x="359" y="233"/>
                  </a:lnTo>
                  <a:lnTo>
                    <a:pt x="355" y="233"/>
                  </a:lnTo>
                  <a:lnTo>
                    <a:pt x="355" y="230"/>
                  </a:lnTo>
                  <a:lnTo>
                    <a:pt x="352" y="230"/>
                  </a:lnTo>
                  <a:lnTo>
                    <a:pt x="352" y="230"/>
                  </a:lnTo>
                  <a:lnTo>
                    <a:pt x="348" y="230"/>
                  </a:lnTo>
                  <a:lnTo>
                    <a:pt x="348" y="228"/>
                  </a:lnTo>
                  <a:lnTo>
                    <a:pt x="340" y="228"/>
                  </a:lnTo>
                  <a:lnTo>
                    <a:pt x="340" y="230"/>
                  </a:lnTo>
                  <a:lnTo>
                    <a:pt x="343" y="230"/>
                  </a:lnTo>
                  <a:lnTo>
                    <a:pt x="343" y="233"/>
                  </a:lnTo>
                  <a:lnTo>
                    <a:pt x="345" y="233"/>
                  </a:lnTo>
                  <a:lnTo>
                    <a:pt x="345" y="233"/>
                  </a:lnTo>
                  <a:lnTo>
                    <a:pt x="348" y="233"/>
                  </a:lnTo>
                  <a:lnTo>
                    <a:pt x="348" y="235"/>
                  </a:lnTo>
                  <a:lnTo>
                    <a:pt x="350" y="235"/>
                  </a:lnTo>
                  <a:lnTo>
                    <a:pt x="350" y="235"/>
                  </a:lnTo>
                  <a:lnTo>
                    <a:pt x="352" y="235"/>
                  </a:lnTo>
                  <a:lnTo>
                    <a:pt x="352" y="237"/>
                  </a:lnTo>
                  <a:lnTo>
                    <a:pt x="357" y="237"/>
                  </a:lnTo>
                  <a:lnTo>
                    <a:pt x="357" y="237"/>
                  </a:lnTo>
                  <a:lnTo>
                    <a:pt x="359" y="237"/>
                  </a:lnTo>
                  <a:lnTo>
                    <a:pt x="359" y="237"/>
                  </a:lnTo>
                  <a:lnTo>
                    <a:pt x="362" y="237"/>
                  </a:lnTo>
                  <a:lnTo>
                    <a:pt x="362" y="240"/>
                  </a:lnTo>
                  <a:lnTo>
                    <a:pt x="362" y="240"/>
                  </a:lnTo>
                  <a:lnTo>
                    <a:pt x="362" y="240"/>
                  </a:lnTo>
                  <a:lnTo>
                    <a:pt x="364" y="240"/>
                  </a:lnTo>
                  <a:lnTo>
                    <a:pt x="364" y="242"/>
                  </a:lnTo>
                  <a:lnTo>
                    <a:pt x="362" y="242"/>
                  </a:lnTo>
                  <a:lnTo>
                    <a:pt x="362" y="247"/>
                  </a:lnTo>
                  <a:lnTo>
                    <a:pt x="364" y="247"/>
                  </a:lnTo>
                  <a:lnTo>
                    <a:pt x="364" y="247"/>
                  </a:lnTo>
                  <a:lnTo>
                    <a:pt x="362" y="247"/>
                  </a:lnTo>
                  <a:lnTo>
                    <a:pt x="362" y="249"/>
                  </a:lnTo>
                  <a:lnTo>
                    <a:pt x="362" y="249"/>
                  </a:lnTo>
                  <a:lnTo>
                    <a:pt x="362" y="249"/>
                  </a:lnTo>
                  <a:lnTo>
                    <a:pt x="359" y="249"/>
                  </a:lnTo>
                  <a:lnTo>
                    <a:pt x="359" y="252"/>
                  </a:lnTo>
                  <a:lnTo>
                    <a:pt x="362" y="252"/>
                  </a:lnTo>
                  <a:lnTo>
                    <a:pt x="362" y="254"/>
                  </a:lnTo>
                  <a:lnTo>
                    <a:pt x="359" y="254"/>
                  </a:lnTo>
                  <a:lnTo>
                    <a:pt x="359" y="256"/>
                  </a:lnTo>
                  <a:lnTo>
                    <a:pt x="359" y="256"/>
                  </a:lnTo>
                  <a:lnTo>
                    <a:pt x="359" y="256"/>
                  </a:lnTo>
                  <a:lnTo>
                    <a:pt x="359" y="256"/>
                  </a:lnTo>
                  <a:lnTo>
                    <a:pt x="359" y="259"/>
                  </a:lnTo>
                  <a:lnTo>
                    <a:pt x="357" y="259"/>
                  </a:lnTo>
                  <a:lnTo>
                    <a:pt x="357" y="259"/>
                  </a:lnTo>
                  <a:lnTo>
                    <a:pt x="357" y="259"/>
                  </a:lnTo>
                  <a:lnTo>
                    <a:pt x="357" y="261"/>
                  </a:lnTo>
                  <a:lnTo>
                    <a:pt x="355" y="261"/>
                  </a:lnTo>
                  <a:lnTo>
                    <a:pt x="355" y="261"/>
                  </a:lnTo>
                  <a:lnTo>
                    <a:pt x="355" y="261"/>
                  </a:lnTo>
                  <a:lnTo>
                    <a:pt x="355" y="263"/>
                  </a:lnTo>
                  <a:lnTo>
                    <a:pt x="352" y="263"/>
                  </a:lnTo>
                  <a:lnTo>
                    <a:pt x="352" y="268"/>
                  </a:lnTo>
                  <a:lnTo>
                    <a:pt x="355" y="268"/>
                  </a:lnTo>
                  <a:lnTo>
                    <a:pt x="355" y="268"/>
                  </a:lnTo>
                  <a:lnTo>
                    <a:pt x="362" y="268"/>
                  </a:lnTo>
                  <a:lnTo>
                    <a:pt x="362" y="271"/>
                  </a:lnTo>
                  <a:lnTo>
                    <a:pt x="364" y="271"/>
                  </a:lnTo>
                  <a:lnTo>
                    <a:pt x="364" y="271"/>
                  </a:lnTo>
                  <a:lnTo>
                    <a:pt x="364" y="271"/>
                  </a:lnTo>
                  <a:lnTo>
                    <a:pt x="364" y="273"/>
                  </a:lnTo>
                  <a:lnTo>
                    <a:pt x="366" y="273"/>
                  </a:lnTo>
                  <a:lnTo>
                    <a:pt x="366" y="273"/>
                  </a:lnTo>
                  <a:lnTo>
                    <a:pt x="366" y="273"/>
                  </a:lnTo>
                  <a:lnTo>
                    <a:pt x="366" y="275"/>
                  </a:lnTo>
                  <a:lnTo>
                    <a:pt x="369" y="275"/>
                  </a:lnTo>
                  <a:lnTo>
                    <a:pt x="369" y="278"/>
                  </a:lnTo>
                  <a:lnTo>
                    <a:pt x="366" y="278"/>
                  </a:lnTo>
                  <a:lnTo>
                    <a:pt x="366" y="278"/>
                  </a:lnTo>
                  <a:lnTo>
                    <a:pt x="366" y="278"/>
                  </a:lnTo>
                  <a:lnTo>
                    <a:pt x="366" y="278"/>
                  </a:lnTo>
                  <a:lnTo>
                    <a:pt x="366" y="278"/>
                  </a:lnTo>
                  <a:lnTo>
                    <a:pt x="366" y="280"/>
                  </a:lnTo>
                  <a:lnTo>
                    <a:pt x="366" y="280"/>
                  </a:lnTo>
                  <a:lnTo>
                    <a:pt x="366" y="282"/>
                  </a:lnTo>
                  <a:lnTo>
                    <a:pt x="366" y="282"/>
                  </a:lnTo>
                  <a:lnTo>
                    <a:pt x="366" y="285"/>
                  </a:lnTo>
                  <a:lnTo>
                    <a:pt x="366" y="285"/>
                  </a:lnTo>
                  <a:lnTo>
                    <a:pt x="366" y="285"/>
                  </a:lnTo>
                  <a:lnTo>
                    <a:pt x="364" y="285"/>
                  </a:lnTo>
                  <a:lnTo>
                    <a:pt x="364" y="287"/>
                  </a:lnTo>
                  <a:lnTo>
                    <a:pt x="364" y="287"/>
                  </a:lnTo>
                  <a:lnTo>
                    <a:pt x="364" y="287"/>
                  </a:lnTo>
                  <a:lnTo>
                    <a:pt x="362" y="287"/>
                  </a:lnTo>
                  <a:lnTo>
                    <a:pt x="362" y="287"/>
                  </a:lnTo>
                  <a:lnTo>
                    <a:pt x="362" y="287"/>
                  </a:lnTo>
                  <a:lnTo>
                    <a:pt x="362" y="290"/>
                  </a:lnTo>
                  <a:lnTo>
                    <a:pt x="359" y="290"/>
                  </a:lnTo>
                  <a:lnTo>
                    <a:pt x="359" y="290"/>
                  </a:lnTo>
                  <a:lnTo>
                    <a:pt x="359" y="290"/>
                  </a:lnTo>
                  <a:lnTo>
                    <a:pt x="359" y="294"/>
                  </a:lnTo>
                  <a:lnTo>
                    <a:pt x="357" y="294"/>
                  </a:lnTo>
                  <a:lnTo>
                    <a:pt x="357" y="294"/>
                  </a:lnTo>
                  <a:lnTo>
                    <a:pt x="357" y="294"/>
                  </a:lnTo>
                  <a:lnTo>
                    <a:pt x="357" y="292"/>
                  </a:lnTo>
                  <a:lnTo>
                    <a:pt x="352" y="292"/>
                  </a:lnTo>
                  <a:lnTo>
                    <a:pt x="352" y="292"/>
                  </a:lnTo>
                  <a:lnTo>
                    <a:pt x="352" y="292"/>
                  </a:lnTo>
                  <a:lnTo>
                    <a:pt x="352" y="290"/>
                  </a:lnTo>
                  <a:lnTo>
                    <a:pt x="350" y="290"/>
                  </a:lnTo>
                  <a:lnTo>
                    <a:pt x="350" y="290"/>
                  </a:lnTo>
                  <a:lnTo>
                    <a:pt x="345" y="290"/>
                  </a:lnTo>
                  <a:lnTo>
                    <a:pt x="345" y="287"/>
                  </a:lnTo>
                  <a:lnTo>
                    <a:pt x="345" y="287"/>
                  </a:lnTo>
                  <a:lnTo>
                    <a:pt x="345" y="287"/>
                  </a:lnTo>
                  <a:lnTo>
                    <a:pt x="331" y="287"/>
                  </a:lnTo>
                  <a:lnTo>
                    <a:pt x="331" y="287"/>
                  </a:lnTo>
                  <a:lnTo>
                    <a:pt x="326" y="287"/>
                  </a:lnTo>
                  <a:lnTo>
                    <a:pt x="326" y="285"/>
                  </a:lnTo>
                  <a:lnTo>
                    <a:pt x="324" y="285"/>
                  </a:lnTo>
                  <a:lnTo>
                    <a:pt x="324" y="285"/>
                  </a:lnTo>
                  <a:lnTo>
                    <a:pt x="319" y="285"/>
                  </a:lnTo>
                  <a:lnTo>
                    <a:pt x="319" y="285"/>
                  </a:lnTo>
                  <a:lnTo>
                    <a:pt x="317" y="285"/>
                  </a:lnTo>
                  <a:lnTo>
                    <a:pt x="317" y="287"/>
                  </a:lnTo>
                  <a:lnTo>
                    <a:pt x="317" y="287"/>
                  </a:lnTo>
                  <a:lnTo>
                    <a:pt x="317" y="287"/>
                  </a:lnTo>
                  <a:lnTo>
                    <a:pt x="314" y="287"/>
                  </a:lnTo>
                  <a:lnTo>
                    <a:pt x="314" y="287"/>
                  </a:lnTo>
                  <a:lnTo>
                    <a:pt x="314" y="287"/>
                  </a:lnTo>
                  <a:lnTo>
                    <a:pt x="314" y="290"/>
                  </a:lnTo>
                  <a:lnTo>
                    <a:pt x="312" y="290"/>
                  </a:lnTo>
                  <a:lnTo>
                    <a:pt x="312" y="290"/>
                  </a:lnTo>
                  <a:lnTo>
                    <a:pt x="310" y="290"/>
                  </a:lnTo>
                  <a:lnTo>
                    <a:pt x="310" y="292"/>
                  </a:lnTo>
                  <a:lnTo>
                    <a:pt x="307" y="292"/>
                  </a:lnTo>
                  <a:lnTo>
                    <a:pt x="307" y="292"/>
                  </a:lnTo>
                  <a:lnTo>
                    <a:pt x="307" y="292"/>
                  </a:lnTo>
                  <a:lnTo>
                    <a:pt x="307" y="294"/>
                  </a:lnTo>
                  <a:lnTo>
                    <a:pt x="305" y="294"/>
                  </a:lnTo>
                  <a:lnTo>
                    <a:pt x="305" y="294"/>
                  </a:lnTo>
                  <a:lnTo>
                    <a:pt x="303" y="294"/>
                  </a:lnTo>
                  <a:lnTo>
                    <a:pt x="303" y="297"/>
                  </a:lnTo>
                  <a:lnTo>
                    <a:pt x="298" y="297"/>
                  </a:lnTo>
                  <a:lnTo>
                    <a:pt x="298" y="297"/>
                  </a:lnTo>
                  <a:lnTo>
                    <a:pt x="291" y="297"/>
                  </a:lnTo>
                  <a:lnTo>
                    <a:pt x="291" y="297"/>
                  </a:lnTo>
                  <a:lnTo>
                    <a:pt x="286" y="297"/>
                  </a:lnTo>
                  <a:lnTo>
                    <a:pt x="286" y="299"/>
                  </a:lnTo>
                  <a:lnTo>
                    <a:pt x="286" y="299"/>
                  </a:lnTo>
                  <a:lnTo>
                    <a:pt x="286" y="299"/>
                  </a:lnTo>
                  <a:lnTo>
                    <a:pt x="284" y="299"/>
                  </a:lnTo>
                  <a:lnTo>
                    <a:pt x="284" y="301"/>
                  </a:lnTo>
                  <a:lnTo>
                    <a:pt x="284" y="301"/>
                  </a:lnTo>
                  <a:lnTo>
                    <a:pt x="284" y="301"/>
                  </a:lnTo>
                  <a:lnTo>
                    <a:pt x="281" y="301"/>
                  </a:lnTo>
                  <a:lnTo>
                    <a:pt x="281" y="304"/>
                  </a:lnTo>
                  <a:lnTo>
                    <a:pt x="279" y="304"/>
                  </a:lnTo>
                  <a:lnTo>
                    <a:pt x="279" y="304"/>
                  </a:lnTo>
                  <a:lnTo>
                    <a:pt x="277" y="304"/>
                  </a:lnTo>
                  <a:lnTo>
                    <a:pt x="277" y="306"/>
                  </a:lnTo>
                  <a:lnTo>
                    <a:pt x="274" y="306"/>
                  </a:lnTo>
                  <a:lnTo>
                    <a:pt x="274" y="306"/>
                  </a:lnTo>
                  <a:lnTo>
                    <a:pt x="269" y="306"/>
                  </a:lnTo>
                  <a:lnTo>
                    <a:pt x="269" y="309"/>
                  </a:lnTo>
                  <a:lnTo>
                    <a:pt x="267" y="309"/>
                  </a:lnTo>
                  <a:lnTo>
                    <a:pt x="267" y="309"/>
                  </a:lnTo>
                  <a:lnTo>
                    <a:pt x="267" y="309"/>
                  </a:lnTo>
                  <a:lnTo>
                    <a:pt x="267" y="316"/>
                  </a:lnTo>
                  <a:lnTo>
                    <a:pt x="267" y="316"/>
                  </a:lnTo>
                  <a:lnTo>
                    <a:pt x="267" y="318"/>
                  </a:lnTo>
                  <a:lnTo>
                    <a:pt x="269" y="318"/>
                  </a:lnTo>
                  <a:lnTo>
                    <a:pt x="269" y="318"/>
                  </a:lnTo>
                  <a:lnTo>
                    <a:pt x="272" y="318"/>
                  </a:lnTo>
                  <a:lnTo>
                    <a:pt x="272" y="318"/>
                  </a:lnTo>
                  <a:lnTo>
                    <a:pt x="272" y="318"/>
                  </a:lnTo>
                  <a:lnTo>
                    <a:pt x="272" y="320"/>
                  </a:lnTo>
                  <a:lnTo>
                    <a:pt x="274" y="320"/>
                  </a:lnTo>
                  <a:lnTo>
                    <a:pt x="274" y="323"/>
                  </a:lnTo>
                  <a:lnTo>
                    <a:pt x="274" y="323"/>
                  </a:lnTo>
                  <a:lnTo>
                    <a:pt x="274" y="323"/>
                  </a:lnTo>
                  <a:lnTo>
                    <a:pt x="277" y="323"/>
                  </a:lnTo>
                  <a:lnTo>
                    <a:pt x="277" y="325"/>
                  </a:lnTo>
                  <a:lnTo>
                    <a:pt x="277" y="325"/>
                  </a:lnTo>
                  <a:lnTo>
                    <a:pt x="277" y="327"/>
                  </a:lnTo>
                  <a:lnTo>
                    <a:pt x="279" y="327"/>
                  </a:lnTo>
                  <a:lnTo>
                    <a:pt x="279" y="327"/>
                  </a:lnTo>
                  <a:lnTo>
                    <a:pt x="279" y="327"/>
                  </a:lnTo>
                  <a:lnTo>
                    <a:pt x="279" y="325"/>
                  </a:lnTo>
                  <a:lnTo>
                    <a:pt x="281" y="325"/>
                  </a:lnTo>
                  <a:lnTo>
                    <a:pt x="281" y="327"/>
                  </a:lnTo>
                  <a:lnTo>
                    <a:pt x="281" y="327"/>
                  </a:lnTo>
                  <a:lnTo>
                    <a:pt x="281" y="327"/>
                  </a:lnTo>
                  <a:lnTo>
                    <a:pt x="272" y="327"/>
                  </a:lnTo>
                  <a:lnTo>
                    <a:pt x="272" y="330"/>
                  </a:lnTo>
                  <a:lnTo>
                    <a:pt x="269" y="330"/>
                  </a:lnTo>
                  <a:lnTo>
                    <a:pt x="269" y="330"/>
                  </a:lnTo>
                  <a:lnTo>
                    <a:pt x="267" y="330"/>
                  </a:lnTo>
                  <a:lnTo>
                    <a:pt x="267" y="332"/>
                  </a:lnTo>
                  <a:lnTo>
                    <a:pt x="267" y="332"/>
                  </a:lnTo>
                  <a:lnTo>
                    <a:pt x="267" y="335"/>
                  </a:lnTo>
                  <a:lnTo>
                    <a:pt x="260" y="335"/>
                  </a:lnTo>
                  <a:lnTo>
                    <a:pt x="260" y="332"/>
                  </a:lnTo>
                  <a:lnTo>
                    <a:pt x="260" y="332"/>
                  </a:lnTo>
                  <a:lnTo>
                    <a:pt x="260" y="332"/>
                  </a:lnTo>
                  <a:lnTo>
                    <a:pt x="253" y="332"/>
                  </a:lnTo>
                  <a:lnTo>
                    <a:pt x="253" y="330"/>
                  </a:lnTo>
                  <a:lnTo>
                    <a:pt x="253" y="330"/>
                  </a:lnTo>
                  <a:lnTo>
                    <a:pt x="253" y="330"/>
                  </a:lnTo>
                  <a:lnTo>
                    <a:pt x="246" y="330"/>
                  </a:lnTo>
                  <a:lnTo>
                    <a:pt x="246" y="327"/>
                  </a:lnTo>
                  <a:lnTo>
                    <a:pt x="241" y="327"/>
                  </a:lnTo>
                  <a:lnTo>
                    <a:pt x="241" y="327"/>
                  </a:lnTo>
                  <a:lnTo>
                    <a:pt x="239" y="327"/>
                  </a:lnTo>
                  <a:lnTo>
                    <a:pt x="239" y="327"/>
                  </a:lnTo>
                  <a:lnTo>
                    <a:pt x="229" y="327"/>
                  </a:lnTo>
                  <a:lnTo>
                    <a:pt x="229" y="325"/>
                  </a:lnTo>
                  <a:lnTo>
                    <a:pt x="227" y="325"/>
                  </a:lnTo>
                  <a:lnTo>
                    <a:pt x="227" y="325"/>
                  </a:lnTo>
                  <a:lnTo>
                    <a:pt x="224" y="325"/>
                  </a:lnTo>
                  <a:lnTo>
                    <a:pt x="224" y="323"/>
                  </a:lnTo>
                  <a:lnTo>
                    <a:pt x="222" y="323"/>
                  </a:lnTo>
                  <a:lnTo>
                    <a:pt x="222" y="320"/>
                  </a:lnTo>
                  <a:lnTo>
                    <a:pt x="217" y="320"/>
                  </a:lnTo>
                  <a:lnTo>
                    <a:pt x="217" y="320"/>
                  </a:lnTo>
                  <a:lnTo>
                    <a:pt x="213" y="320"/>
                  </a:lnTo>
                  <a:lnTo>
                    <a:pt x="213" y="318"/>
                  </a:lnTo>
                  <a:lnTo>
                    <a:pt x="206" y="318"/>
                  </a:lnTo>
                  <a:lnTo>
                    <a:pt x="206" y="318"/>
                  </a:lnTo>
                  <a:lnTo>
                    <a:pt x="203" y="318"/>
                  </a:lnTo>
                  <a:lnTo>
                    <a:pt x="203" y="318"/>
                  </a:lnTo>
                  <a:lnTo>
                    <a:pt x="203" y="318"/>
                  </a:lnTo>
                  <a:lnTo>
                    <a:pt x="203" y="318"/>
                  </a:lnTo>
                  <a:lnTo>
                    <a:pt x="203" y="318"/>
                  </a:lnTo>
                  <a:lnTo>
                    <a:pt x="203" y="325"/>
                  </a:lnTo>
                  <a:lnTo>
                    <a:pt x="201" y="325"/>
                  </a:lnTo>
                  <a:lnTo>
                    <a:pt x="201" y="325"/>
                  </a:lnTo>
                  <a:lnTo>
                    <a:pt x="198" y="325"/>
                  </a:lnTo>
                  <a:lnTo>
                    <a:pt x="198" y="325"/>
                  </a:lnTo>
                  <a:lnTo>
                    <a:pt x="196" y="325"/>
                  </a:lnTo>
                  <a:lnTo>
                    <a:pt x="196" y="327"/>
                  </a:lnTo>
                  <a:lnTo>
                    <a:pt x="196" y="327"/>
                  </a:lnTo>
                  <a:lnTo>
                    <a:pt x="196" y="327"/>
                  </a:lnTo>
                  <a:lnTo>
                    <a:pt x="198" y="327"/>
                  </a:lnTo>
                  <a:lnTo>
                    <a:pt x="198" y="330"/>
                  </a:lnTo>
                  <a:lnTo>
                    <a:pt x="201" y="330"/>
                  </a:lnTo>
                  <a:lnTo>
                    <a:pt x="201" y="332"/>
                  </a:lnTo>
                  <a:lnTo>
                    <a:pt x="203" y="332"/>
                  </a:lnTo>
                  <a:lnTo>
                    <a:pt x="203" y="332"/>
                  </a:lnTo>
                  <a:lnTo>
                    <a:pt x="203" y="332"/>
                  </a:lnTo>
                  <a:lnTo>
                    <a:pt x="203" y="335"/>
                  </a:lnTo>
                  <a:lnTo>
                    <a:pt x="206" y="335"/>
                  </a:lnTo>
                  <a:lnTo>
                    <a:pt x="206" y="335"/>
                  </a:lnTo>
                  <a:lnTo>
                    <a:pt x="206" y="335"/>
                  </a:lnTo>
                  <a:lnTo>
                    <a:pt x="206" y="337"/>
                  </a:lnTo>
                  <a:lnTo>
                    <a:pt x="208" y="337"/>
                  </a:lnTo>
                  <a:lnTo>
                    <a:pt x="208" y="337"/>
                  </a:lnTo>
                  <a:lnTo>
                    <a:pt x="208" y="337"/>
                  </a:lnTo>
                  <a:lnTo>
                    <a:pt x="208" y="337"/>
                  </a:lnTo>
                  <a:lnTo>
                    <a:pt x="210" y="337"/>
                  </a:lnTo>
                  <a:lnTo>
                    <a:pt x="210" y="339"/>
                  </a:lnTo>
                  <a:lnTo>
                    <a:pt x="213" y="339"/>
                  </a:lnTo>
                  <a:lnTo>
                    <a:pt x="213" y="339"/>
                  </a:lnTo>
                  <a:lnTo>
                    <a:pt x="217" y="339"/>
                  </a:lnTo>
                  <a:lnTo>
                    <a:pt x="217" y="339"/>
                  </a:lnTo>
                  <a:lnTo>
                    <a:pt x="220" y="339"/>
                  </a:lnTo>
                  <a:lnTo>
                    <a:pt x="220" y="339"/>
                  </a:lnTo>
                  <a:lnTo>
                    <a:pt x="222" y="339"/>
                  </a:lnTo>
                  <a:lnTo>
                    <a:pt x="222" y="337"/>
                  </a:lnTo>
                  <a:lnTo>
                    <a:pt x="224" y="337"/>
                  </a:lnTo>
                  <a:lnTo>
                    <a:pt x="224" y="339"/>
                  </a:lnTo>
                  <a:lnTo>
                    <a:pt x="227" y="339"/>
                  </a:lnTo>
                  <a:lnTo>
                    <a:pt x="227" y="342"/>
                  </a:lnTo>
                  <a:lnTo>
                    <a:pt x="227" y="342"/>
                  </a:lnTo>
                  <a:lnTo>
                    <a:pt x="227" y="342"/>
                  </a:lnTo>
                  <a:lnTo>
                    <a:pt x="227" y="342"/>
                  </a:lnTo>
                  <a:lnTo>
                    <a:pt x="227" y="344"/>
                  </a:lnTo>
                  <a:lnTo>
                    <a:pt x="227" y="344"/>
                  </a:lnTo>
                  <a:lnTo>
                    <a:pt x="227" y="346"/>
                  </a:lnTo>
                  <a:lnTo>
                    <a:pt x="229" y="346"/>
                  </a:lnTo>
                  <a:lnTo>
                    <a:pt x="229" y="346"/>
                  </a:lnTo>
                  <a:lnTo>
                    <a:pt x="232" y="346"/>
                  </a:lnTo>
                  <a:lnTo>
                    <a:pt x="232" y="349"/>
                  </a:lnTo>
                  <a:lnTo>
                    <a:pt x="229" y="349"/>
                  </a:lnTo>
                  <a:lnTo>
                    <a:pt x="229" y="349"/>
                  </a:lnTo>
                  <a:lnTo>
                    <a:pt x="227" y="349"/>
                  </a:lnTo>
                  <a:lnTo>
                    <a:pt x="227" y="351"/>
                  </a:lnTo>
                  <a:lnTo>
                    <a:pt x="222" y="351"/>
                  </a:lnTo>
                  <a:lnTo>
                    <a:pt x="222" y="354"/>
                  </a:lnTo>
                  <a:lnTo>
                    <a:pt x="220" y="354"/>
                  </a:lnTo>
                  <a:lnTo>
                    <a:pt x="220" y="354"/>
                  </a:lnTo>
                  <a:lnTo>
                    <a:pt x="217" y="354"/>
                  </a:lnTo>
                  <a:lnTo>
                    <a:pt x="217" y="354"/>
                  </a:lnTo>
                  <a:lnTo>
                    <a:pt x="213" y="354"/>
                  </a:lnTo>
                  <a:lnTo>
                    <a:pt x="213" y="351"/>
                  </a:lnTo>
                  <a:lnTo>
                    <a:pt x="201" y="351"/>
                  </a:lnTo>
                  <a:lnTo>
                    <a:pt x="201" y="349"/>
                  </a:lnTo>
                  <a:lnTo>
                    <a:pt x="198" y="349"/>
                  </a:lnTo>
                  <a:lnTo>
                    <a:pt x="198" y="349"/>
                  </a:lnTo>
                  <a:lnTo>
                    <a:pt x="194" y="349"/>
                  </a:lnTo>
                  <a:lnTo>
                    <a:pt x="194" y="346"/>
                  </a:lnTo>
                  <a:lnTo>
                    <a:pt x="194" y="346"/>
                  </a:lnTo>
                  <a:lnTo>
                    <a:pt x="194" y="346"/>
                  </a:lnTo>
                  <a:lnTo>
                    <a:pt x="191" y="346"/>
                  </a:lnTo>
                  <a:lnTo>
                    <a:pt x="191" y="344"/>
                  </a:lnTo>
                  <a:lnTo>
                    <a:pt x="191" y="344"/>
                  </a:lnTo>
                  <a:lnTo>
                    <a:pt x="191" y="344"/>
                  </a:lnTo>
                  <a:lnTo>
                    <a:pt x="189" y="344"/>
                  </a:lnTo>
                  <a:lnTo>
                    <a:pt x="189" y="342"/>
                  </a:lnTo>
                  <a:lnTo>
                    <a:pt x="187" y="342"/>
                  </a:lnTo>
                  <a:lnTo>
                    <a:pt x="187" y="344"/>
                  </a:lnTo>
                  <a:lnTo>
                    <a:pt x="187" y="344"/>
                  </a:lnTo>
                  <a:lnTo>
                    <a:pt x="187" y="342"/>
                  </a:lnTo>
                  <a:lnTo>
                    <a:pt x="187" y="342"/>
                  </a:lnTo>
                  <a:lnTo>
                    <a:pt x="187" y="339"/>
                  </a:lnTo>
                  <a:lnTo>
                    <a:pt x="187" y="339"/>
                  </a:lnTo>
                  <a:lnTo>
                    <a:pt x="187" y="337"/>
                  </a:lnTo>
                  <a:lnTo>
                    <a:pt x="184" y="337"/>
                  </a:lnTo>
                  <a:lnTo>
                    <a:pt x="184" y="339"/>
                  </a:lnTo>
                  <a:lnTo>
                    <a:pt x="184" y="339"/>
                  </a:lnTo>
                  <a:lnTo>
                    <a:pt x="184" y="339"/>
                  </a:lnTo>
                  <a:lnTo>
                    <a:pt x="182" y="339"/>
                  </a:lnTo>
                  <a:lnTo>
                    <a:pt x="182" y="337"/>
                  </a:lnTo>
                  <a:lnTo>
                    <a:pt x="179" y="337"/>
                  </a:lnTo>
                  <a:lnTo>
                    <a:pt x="179" y="339"/>
                  </a:lnTo>
                  <a:lnTo>
                    <a:pt x="179" y="339"/>
                  </a:lnTo>
                  <a:lnTo>
                    <a:pt x="179" y="337"/>
                  </a:lnTo>
                  <a:lnTo>
                    <a:pt x="175" y="337"/>
                  </a:lnTo>
                  <a:lnTo>
                    <a:pt x="175" y="339"/>
                  </a:lnTo>
                  <a:lnTo>
                    <a:pt x="177" y="339"/>
                  </a:lnTo>
                  <a:lnTo>
                    <a:pt x="177" y="339"/>
                  </a:lnTo>
                  <a:lnTo>
                    <a:pt x="172" y="339"/>
                  </a:lnTo>
                  <a:lnTo>
                    <a:pt x="172" y="339"/>
                  </a:lnTo>
                  <a:lnTo>
                    <a:pt x="172" y="339"/>
                  </a:lnTo>
                  <a:lnTo>
                    <a:pt x="172" y="337"/>
                  </a:lnTo>
                  <a:lnTo>
                    <a:pt x="170" y="337"/>
                  </a:lnTo>
                  <a:lnTo>
                    <a:pt x="170" y="339"/>
                  </a:lnTo>
                  <a:lnTo>
                    <a:pt x="168" y="339"/>
                  </a:lnTo>
                  <a:lnTo>
                    <a:pt x="168" y="337"/>
                  </a:lnTo>
                  <a:lnTo>
                    <a:pt x="168" y="337"/>
                  </a:lnTo>
                  <a:lnTo>
                    <a:pt x="168" y="337"/>
                  </a:lnTo>
                  <a:lnTo>
                    <a:pt x="168" y="337"/>
                  </a:lnTo>
                  <a:lnTo>
                    <a:pt x="168" y="337"/>
                  </a:lnTo>
                  <a:lnTo>
                    <a:pt x="165" y="337"/>
                  </a:lnTo>
                  <a:lnTo>
                    <a:pt x="165" y="337"/>
                  </a:lnTo>
                  <a:lnTo>
                    <a:pt x="165" y="337"/>
                  </a:lnTo>
                  <a:lnTo>
                    <a:pt x="165" y="335"/>
                  </a:lnTo>
                  <a:lnTo>
                    <a:pt x="165" y="335"/>
                  </a:lnTo>
                  <a:lnTo>
                    <a:pt x="165" y="335"/>
                  </a:lnTo>
                  <a:lnTo>
                    <a:pt x="165" y="335"/>
                  </a:lnTo>
                  <a:lnTo>
                    <a:pt x="165" y="332"/>
                  </a:lnTo>
                  <a:lnTo>
                    <a:pt x="165" y="332"/>
                  </a:lnTo>
                  <a:lnTo>
                    <a:pt x="165" y="330"/>
                  </a:lnTo>
                  <a:lnTo>
                    <a:pt x="168" y="330"/>
                  </a:lnTo>
                  <a:lnTo>
                    <a:pt x="168" y="327"/>
                  </a:lnTo>
                  <a:lnTo>
                    <a:pt x="165" y="327"/>
                  </a:lnTo>
                  <a:lnTo>
                    <a:pt x="165" y="327"/>
                  </a:lnTo>
                  <a:lnTo>
                    <a:pt x="165" y="327"/>
                  </a:lnTo>
                  <a:lnTo>
                    <a:pt x="165" y="325"/>
                  </a:lnTo>
                  <a:lnTo>
                    <a:pt x="163" y="325"/>
                  </a:lnTo>
                  <a:lnTo>
                    <a:pt x="163" y="325"/>
                  </a:lnTo>
                  <a:lnTo>
                    <a:pt x="163" y="325"/>
                  </a:lnTo>
                  <a:lnTo>
                    <a:pt x="163" y="323"/>
                  </a:lnTo>
                  <a:lnTo>
                    <a:pt x="161" y="323"/>
                  </a:lnTo>
                  <a:lnTo>
                    <a:pt x="161" y="320"/>
                  </a:lnTo>
                  <a:lnTo>
                    <a:pt x="161" y="320"/>
                  </a:lnTo>
                  <a:lnTo>
                    <a:pt x="161" y="320"/>
                  </a:lnTo>
                  <a:lnTo>
                    <a:pt x="158" y="320"/>
                  </a:lnTo>
                  <a:lnTo>
                    <a:pt x="158" y="318"/>
                  </a:lnTo>
                  <a:lnTo>
                    <a:pt x="161" y="318"/>
                  </a:lnTo>
                  <a:lnTo>
                    <a:pt x="161" y="318"/>
                  </a:lnTo>
                  <a:lnTo>
                    <a:pt x="158" y="318"/>
                  </a:lnTo>
                  <a:lnTo>
                    <a:pt x="158" y="318"/>
                  </a:lnTo>
                  <a:lnTo>
                    <a:pt x="156" y="318"/>
                  </a:lnTo>
                  <a:lnTo>
                    <a:pt x="156" y="316"/>
                  </a:lnTo>
                  <a:lnTo>
                    <a:pt x="153" y="316"/>
                  </a:lnTo>
                  <a:lnTo>
                    <a:pt x="153" y="313"/>
                  </a:lnTo>
                  <a:lnTo>
                    <a:pt x="156" y="313"/>
                  </a:lnTo>
                  <a:lnTo>
                    <a:pt x="156" y="313"/>
                  </a:lnTo>
                  <a:lnTo>
                    <a:pt x="158" y="313"/>
                  </a:lnTo>
                  <a:lnTo>
                    <a:pt x="158" y="311"/>
                  </a:lnTo>
                  <a:lnTo>
                    <a:pt x="158" y="311"/>
                  </a:lnTo>
                  <a:lnTo>
                    <a:pt x="158" y="311"/>
                  </a:lnTo>
                  <a:lnTo>
                    <a:pt x="161" y="311"/>
                  </a:lnTo>
                  <a:lnTo>
                    <a:pt x="161" y="309"/>
                  </a:lnTo>
                  <a:lnTo>
                    <a:pt x="161" y="309"/>
                  </a:lnTo>
                  <a:lnTo>
                    <a:pt x="161" y="309"/>
                  </a:lnTo>
                  <a:lnTo>
                    <a:pt x="163" y="309"/>
                  </a:lnTo>
                  <a:lnTo>
                    <a:pt x="163" y="309"/>
                  </a:lnTo>
                  <a:lnTo>
                    <a:pt x="163" y="309"/>
                  </a:lnTo>
                  <a:lnTo>
                    <a:pt x="163" y="306"/>
                  </a:lnTo>
                  <a:lnTo>
                    <a:pt x="165" y="306"/>
                  </a:lnTo>
                  <a:lnTo>
                    <a:pt x="165" y="306"/>
                  </a:lnTo>
                  <a:lnTo>
                    <a:pt x="165" y="306"/>
                  </a:lnTo>
                  <a:lnTo>
                    <a:pt x="165" y="304"/>
                  </a:lnTo>
                  <a:lnTo>
                    <a:pt x="163" y="304"/>
                  </a:lnTo>
                  <a:lnTo>
                    <a:pt x="163" y="301"/>
                  </a:lnTo>
                  <a:lnTo>
                    <a:pt x="163" y="301"/>
                  </a:lnTo>
                  <a:lnTo>
                    <a:pt x="163" y="299"/>
                  </a:lnTo>
                  <a:lnTo>
                    <a:pt x="161" y="299"/>
                  </a:lnTo>
                  <a:lnTo>
                    <a:pt x="161" y="297"/>
                  </a:lnTo>
                  <a:lnTo>
                    <a:pt x="158" y="297"/>
                  </a:lnTo>
                  <a:lnTo>
                    <a:pt x="158" y="297"/>
                  </a:lnTo>
                  <a:lnTo>
                    <a:pt x="156" y="297"/>
                  </a:lnTo>
                  <a:lnTo>
                    <a:pt x="156" y="297"/>
                  </a:lnTo>
                  <a:lnTo>
                    <a:pt x="153" y="297"/>
                  </a:lnTo>
                  <a:lnTo>
                    <a:pt x="153" y="294"/>
                  </a:lnTo>
                  <a:lnTo>
                    <a:pt x="151" y="294"/>
                  </a:lnTo>
                  <a:lnTo>
                    <a:pt x="151" y="294"/>
                  </a:lnTo>
                  <a:lnTo>
                    <a:pt x="151" y="294"/>
                  </a:lnTo>
                  <a:lnTo>
                    <a:pt x="151" y="292"/>
                  </a:lnTo>
                  <a:lnTo>
                    <a:pt x="146" y="292"/>
                  </a:lnTo>
                  <a:lnTo>
                    <a:pt x="146" y="292"/>
                  </a:lnTo>
                  <a:lnTo>
                    <a:pt x="144" y="292"/>
                  </a:lnTo>
                  <a:lnTo>
                    <a:pt x="144" y="290"/>
                  </a:lnTo>
                  <a:lnTo>
                    <a:pt x="142" y="290"/>
                  </a:lnTo>
                  <a:lnTo>
                    <a:pt x="142" y="290"/>
                  </a:lnTo>
                  <a:lnTo>
                    <a:pt x="142" y="290"/>
                  </a:lnTo>
                  <a:lnTo>
                    <a:pt x="142" y="287"/>
                  </a:lnTo>
                  <a:lnTo>
                    <a:pt x="139" y="287"/>
                  </a:lnTo>
                  <a:lnTo>
                    <a:pt x="139" y="287"/>
                  </a:lnTo>
                  <a:lnTo>
                    <a:pt x="139" y="287"/>
                  </a:lnTo>
                  <a:lnTo>
                    <a:pt x="139" y="287"/>
                  </a:lnTo>
                  <a:lnTo>
                    <a:pt x="137" y="287"/>
                  </a:lnTo>
                  <a:lnTo>
                    <a:pt x="137" y="287"/>
                  </a:lnTo>
                  <a:lnTo>
                    <a:pt x="137" y="287"/>
                  </a:lnTo>
                  <a:lnTo>
                    <a:pt x="137" y="287"/>
                  </a:lnTo>
                  <a:lnTo>
                    <a:pt x="134" y="287"/>
                  </a:lnTo>
                  <a:lnTo>
                    <a:pt x="134" y="285"/>
                  </a:lnTo>
                  <a:lnTo>
                    <a:pt x="134" y="285"/>
                  </a:lnTo>
                  <a:lnTo>
                    <a:pt x="134" y="285"/>
                  </a:lnTo>
                  <a:lnTo>
                    <a:pt x="132" y="285"/>
                  </a:lnTo>
                  <a:lnTo>
                    <a:pt x="132" y="282"/>
                  </a:lnTo>
                  <a:lnTo>
                    <a:pt x="132" y="282"/>
                  </a:lnTo>
                  <a:lnTo>
                    <a:pt x="132" y="282"/>
                  </a:lnTo>
                  <a:lnTo>
                    <a:pt x="130" y="282"/>
                  </a:lnTo>
                  <a:lnTo>
                    <a:pt x="130" y="280"/>
                  </a:lnTo>
                  <a:lnTo>
                    <a:pt x="127" y="280"/>
                  </a:lnTo>
                  <a:lnTo>
                    <a:pt x="127" y="280"/>
                  </a:lnTo>
                  <a:lnTo>
                    <a:pt x="123" y="280"/>
                  </a:lnTo>
                  <a:lnTo>
                    <a:pt x="123" y="278"/>
                  </a:lnTo>
                  <a:lnTo>
                    <a:pt x="120" y="278"/>
                  </a:lnTo>
                  <a:lnTo>
                    <a:pt x="120" y="278"/>
                  </a:lnTo>
                  <a:lnTo>
                    <a:pt x="116" y="278"/>
                  </a:lnTo>
                  <a:lnTo>
                    <a:pt x="116" y="278"/>
                  </a:lnTo>
                  <a:lnTo>
                    <a:pt x="116" y="278"/>
                  </a:lnTo>
                  <a:lnTo>
                    <a:pt x="116" y="275"/>
                  </a:lnTo>
                  <a:lnTo>
                    <a:pt x="113" y="275"/>
                  </a:lnTo>
                  <a:lnTo>
                    <a:pt x="113" y="273"/>
                  </a:lnTo>
                  <a:lnTo>
                    <a:pt x="116" y="273"/>
                  </a:lnTo>
                  <a:lnTo>
                    <a:pt x="116" y="271"/>
                  </a:lnTo>
                  <a:lnTo>
                    <a:pt x="118" y="271"/>
                  </a:lnTo>
                  <a:lnTo>
                    <a:pt x="118" y="273"/>
                  </a:lnTo>
                  <a:lnTo>
                    <a:pt x="118" y="273"/>
                  </a:lnTo>
                  <a:lnTo>
                    <a:pt x="118" y="273"/>
                  </a:lnTo>
                  <a:lnTo>
                    <a:pt x="118" y="273"/>
                  </a:lnTo>
                  <a:lnTo>
                    <a:pt x="118" y="275"/>
                  </a:lnTo>
                  <a:lnTo>
                    <a:pt x="120" y="275"/>
                  </a:lnTo>
                  <a:lnTo>
                    <a:pt x="120" y="275"/>
                  </a:lnTo>
                  <a:lnTo>
                    <a:pt x="123" y="275"/>
                  </a:lnTo>
                  <a:lnTo>
                    <a:pt x="123" y="278"/>
                  </a:lnTo>
                  <a:lnTo>
                    <a:pt x="125" y="278"/>
                  </a:lnTo>
                  <a:lnTo>
                    <a:pt x="125" y="278"/>
                  </a:lnTo>
                  <a:lnTo>
                    <a:pt x="127" y="278"/>
                  </a:lnTo>
                  <a:lnTo>
                    <a:pt x="127" y="278"/>
                  </a:lnTo>
                  <a:lnTo>
                    <a:pt x="130" y="278"/>
                  </a:lnTo>
                  <a:lnTo>
                    <a:pt x="130" y="280"/>
                  </a:lnTo>
                  <a:lnTo>
                    <a:pt x="134" y="280"/>
                  </a:lnTo>
                  <a:lnTo>
                    <a:pt x="134" y="280"/>
                  </a:lnTo>
                  <a:lnTo>
                    <a:pt x="137" y="280"/>
                  </a:lnTo>
                  <a:lnTo>
                    <a:pt x="137" y="278"/>
                  </a:lnTo>
                  <a:lnTo>
                    <a:pt x="137" y="278"/>
                  </a:lnTo>
                  <a:lnTo>
                    <a:pt x="137" y="278"/>
                  </a:lnTo>
                  <a:lnTo>
                    <a:pt x="139" y="278"/>
                  </a:lnTo>
                  <a:lnTo>
                    <a:pt x="139" y="280"/>
                  </a:lnTo>
                  <a:lnTo>
                    <a:pt x="139" y="280"/>
                  </a:lnTo>
                  <a:lnTo>
                    <a:pt x="139" y="280"/>
                  </a:lnTo>
                  <a:lnTo>
                    <a:pt x="149" y="280"/>
                  </a:lnTo>
                  <a:lnTo>
                    <a:pt x="149" y="282"/>
                  </a:lnTo>
                  <a:lnTo>
                    <a:pt x="151" y="282"/>
                  </a:lnTo>
                  <a:lnTo>
                    <a:pt x="151" y="282"/>
                  </a:lnTo>
                  <a:lnTo>
                    <a:pt x="151" y="282"/>
                  </a:lnTo>
                  <a:lnTo>
                    <a:pt x="151" y="285"/>
                  </a:lnTo>
                  <a:lnTo>
                    <a:pt x="153" y="285"/>
                  </a:lnTo>
                  <a:lnTo>
                    <a:pt x="153" y="285"/>
                  </a:lnTo>
                  <a:lnTo>
                    <a:pt x="156" y="285"/>
                  </a:lnTo>
                  <a:lnTo>
                    <a:pt x="156" y="285"/>
                  </a:lnTo>
                  <a:lnTo>
                    <a:pt x="158" y="285"/>
                  </a:lnTo>
                  <a:lnTo>
                    <a:pt x="158" y="282"/>
                  </a:lnTo>
                  <a:lnTo>
                    <a:pt x="163" y="282"/>
                  </a:lnTo>
                  <a:lnTo>
                    <a:pt x="163" y="285"/>
                  </a:lnTo>
                  <a:lnTo>
                    <a:pt x="165" y="285"/>
                  </a:lnTo>
                  <a:lnTo>
                    <a:pt x="165" y="285"/>
                  </a:lnTo>
                  <a:lnTo>
                    <a:pt x="168" y="285"/>
                  </a:lnTo>
                  <a:lnTo>
                    <a:pt x="168" y="287"/>
                  </a:lnTo>
                  <a:lnTo>
                    <a:pt x="172" y="287"/>
                  </a:lnTo>
                  <a:lnTo>
                    <a:pt x="172" y="287"/>
                  </a:lnTo>
                  <a:lnTo>
                    <a:pt x="177" y="287"/>
                  </a:lnTo>
                  <a:lnTo>
                    <a:pt x="177" y="290"/>
                  </a:lnTo>
                  <a:lnTo>
                    <a:pt x="187" y="290"/>
                  </a:lnTo>
                  <a:lnTo>
                    <a:pt x="187" y="290"/>
                  </a:lnTo>
                  <a:lnTo>
                    <a:pt x="196" y="290"/>
                  </a:lnTo>
                  <a:lnTo>
                    <a:pt x="196" y="292"/>
                  </a:lnTo>
                  <a:lnTo>
                    <a:pt x="208" y="292"/>
                  </a:lnTo>
                  <a:lnTo>
                    <a:pt x="208" y="292"/>
                  </a:lnTo>
                  <a:lnTo>
                    <a:pt x="213" y="292"/>
                  </a:lnTo>
                  <a:lnTo>
                    <a:pt x="213" y="294"/>
                  </a:lnTo>
                  <a:lnTo>
                    <a:pt x="217" y="294"/>
                  </a:lnTo>
                  <a:lnTo>
                    <a:pt x="217" y="294"/>
                  </a:lnTo>
                  <a:lnTo>
                    <a:pt x="220" y="294"/>
                  </a:lnTo>
                  <a:lnTo>
                    <a:pt x="220" y="297"/>
                  </a:lnTo>
                  <a:lnTo>
                    <a:pt x="227" y="297"/>
                  </a:lnTo>
                  <a:lnTo>
                    <a:pt x="227" y="297"/>
                  </a:lnTo>
                  <a:lnTo>
                    <a:pt x="248" y="297"/>
                  </a:lnTo>
                  <a:lnTo>
                    <a:pt x="248" y="297"/>
                  </a:lnTo>
                  <a:lnTo>
                    <a:pt x="255" y="297"/>
                  </a:lnTo>
                  <a:lnTo>
                    <a:pt x="255" y="294"/>
                  </a:lnTo>
                  <a:lnTo>
                    <a:pt x="260" y="294"/>
                  </a:lnTo>
                  <a:lnTo>
                    <a:pt x="260" y="294"/>
                  </a:lnTo>
                  <a:lnTo>
                    <a:pt x="267" y="294"/>
                  </a:lnTo>
                  <a:lnTo>
                    <a:pt x="267" y="292"/>
                  </a:lnTo>
                  <a:lnTo>
                    <a:pt x="272" y="292"/>
                  </a:lnTo>
                  <a:lnTo>
                    <a:pt x="272" y="292"/>
                  </a:lnTo>
                  <a:lnTo>
                    <a:pt x="274" y="292"/>
                  </a:lnTo>
                  <a:lnTo>
                    <a:pt x="274" y="290"/>
                  </a:lnTo>
                  <a:lnTo>
                    <a:pt x="277" y="290"/>
                  </a:lnTo>
                  <a:lnTo>
                    <a:pt x="277" y="290"/>
                  </a:lnTo>
                  <a:lnTo>
                    <a:pt x="279" y="290"/>
                  </a:lnTo>
                  <a:lnTo>
                    <a:pt x="279" y="287"/>
                  </a:lnTo>
                  <a:lnTo>
                    <a:pt x="284" y="287"/>
                  </a:lnTo>
                  <a:lnTo>
                    <a:pt x="284" y="287"/>
                  </a:lnTo>
                  <a:lnTo>
                    <a:pt x="286" y="287"/>
                  </a:lnTo>
                  <a:lnTo>
                    <a:pt x="286" y="287"/>
                  </a:lnTo>
                  <a:lnTo>
                    <a:pt x="286" y="287"/>
                  </a:lnTo>
                  <a:lnTo>
                    <a:pt x="286" y="285"/>
                  </a:lnTo>
                  <a:lnTo>
                    <a:pt x="286" y="285"/>
                  </a:lnTo>
                  <a:lnTo>
                    <a:pt x="286" y="287"/>
                  </a:lnTo>
                  <a:lnTo>
                    <a:pt x="288" y="287"/>
                  </a:lnTo>
                  <a:lnTo>
                    <a:pt x="288" y="285"/>
                  </a:lnTo>
                  <a:lnTo>
                    <a:pt x="288" y="285"/>
                  </a:lnTo>
                  <a:lnTo>
                    <a:pt x="288" y="282"/>
                  </a:lnTo>
                  <a:lnTo>
                    <a:pt x="291" y="282"/>
                  </a:lnTo>
                  <a:lnTo>
                    <a:pt x="291" y="282"/>
                  </a:lnTo>
                  <a:lnTo>
                    <a:pt x="293" y="282"/>
                  </a:lnTo>
                  <a:lnTo>
                    <a:pt x="293" y="280"/>
                  </a:lnTo>
                  <a:lnTo>
                    <a:pt x="293" y="280"/>
                  </a:lnTo>
                  <a:lnTo>
                    <a:pt x="293" y="280"/>
                  </a:lnTo>
                  <a:lnTo>
                    <a:pt x="298" y="280"/>
                  </a:lnTo>
                  <a:lnTo>
                    <a:pt x="298" y="278"/>
                  </a:lnTo>
                  <a:lnTo>
                    <a:pt x="298" y="278"/>
                  </a:lnTo>
                  <a:lnTo>
                    <a:pt x="298" y="278"/>
                  </a:lnTo>
                  <a:lnTo>
                    <a:pt x="300" y="278"/>
                  </a:lnTo>
                  <a:lnTo>
                    <a:pt x="300" y="275"/>
                  </a:lnTo>
                  <a:lnTo>
                    <a:pt x="300" y="275"/>
                  </a:lnTo>
                  <a:lnTo>
                    <a:pt x="300" y="273"/>
                  </a:lnTo>
                  <a:lnTo>
                    <a:pt x="303" y="273"/>
                  </a:lnTo>
                  <a:lnTo>
                    <a:pt x="303" y="271"/>
                  </a:lnTo>
                  <a:lnTo>
                    <a:pt x="303" y="271"/>
                  </a:lnTo>
                  <a:lnTo>
                    <a:pt x="303" y="268"/>
                  </a:lnTo>
                  <a:lnTo>
                    <a:pt x="300" y="268"/>
                  </a:lnTo>
                  <a:lnTo>
                    <a:pt x="300" y="268"/>
                  </a:lnTo>
                  <a:lnTo>
                    <a:pt x="303" y="268"/>
                  </a:lnTo>
                  <a:lnTo>
                    <a:pt x="303" y="268"/>
                  </a:lnTo>
                  <a:lnTo>
                    <a:pt x="300" y="268"/>
                  </a:lnTo>
                  <a:lnTo>
                    <a:pt x="300" y="266"/>
                  </a:lnTo>
                  <a:lnTo>
                    <a:pt x="298" y="266"/>
                  </a:lnTo>
                  <a:lnTo>
                    <a:pt x="298" y="261"/>
                  </a:lnTo>
                  <a:lnTo>
                    <a:pt x="295" y="261"/>
                  </a:lnTo>
                  <a:lnTo>
                    <a:pt x="295" y="259"/>
                  </a:lnTo>
                  <a:lnTo>
                    <a:pt x="295" y="259"/>
                  </a:lnTo>
                  <a:lnTo>
                    <a:pt x="295" y="256"/>
                  </a:lnTo>
                  <a:lnTo>
                    <a:pt x="295" y="256"/>
                  </a:lnTo>
                  <a:lnTo>
                    <a:pt x="295" y="254"/>
                  </a:lnTo>
                  <a:lnTo>
                    <a:pt x="293" y="254"/>
                  </a:lnTo>
                  <a:lnTo>
                    <a:pt x="293" y="254"/>
                  </a:lnTo>
                  <a:lnTo>
                    <a:pt x="288" y="254"/>
                  </a:lnTo>
                  <a:lnTo>
                    <a:pt x="288" y="252"/>
                  </a:lnTo>
                  <a:lnTo>
                    <a:pt x="288" y="252"/>
                  </a:lnTo>
                  <a:lnTo>
                    <a:pt x="288" y="252"/>
                  </a:lnTo>
                  <a:lnTo>
                    <a:pt x="281" y="252"/>
                  </a:lnTo>
                  <a:lnTo>
                    <a:pt x="281" y="252"/>
                  </a:lnTo>
                  <a:lnTo>
                    <a:pt x="281" y="252"/>
                  </a:lnTo>
                  <a:lnTo>
                    <a:pt x="281" y="249"/>
                  </a:lnTo>
                  <a:lnTo>
                    <a:pt x="279" y="249"/>
                  </a:lnTo>
                  <a:lnTo>
                    <a:pt x="279" y="249"/>
                  </a:lnTo>
                  <a:lnTo>
                    <a:pt x="274" y="249"/>
                  </a:lnTo>
                  <a:lnTo>
                    <a:pt x="274" y="247"/>
                  </a:lnTo>
                  <a:lnTo>
                    <a:pt x="272" y="247"/>
                  </a:lnTo>
                  <a:lnTo>
                    <a:pt x="272" y="247"/>
                  </a:lnTo>
                  <a:lnTo>
                    <a:pt x="272" y="247"/>
                  </a:lnTo>
                  <a:lnTo>
                    <a:pt x="272" y="245"/>
                  </a:lnTo>
                  <a:lnTo>
                    <a:pt x="272" y="245"/>
                  </a:lnTo>
                  <a:lnTo>
                    <a:pt x="272" y="245"/>
                  </a:lnTo>
                  <a:lnTo>
                    <a:pt x="269" y="245"/>
                  </a:lnTo>
                  <a:lnTo>
                    <a:pt x="269" y="242"/>
                  </a:lnTo>
                  <a:lnTo>
                    <a:pt x="267" y="242"/>
                  </a:lnTo>
                  <a:lnTo>
                    <a:pt x="267" y="245"/>
                  </a:lnTo>
                  <a:lnTo>
                    <a:pt x="267" y="245"/>
                  </a:lnTo>
                  <a:lnTo>
                    <a:pt x="267" y="245"/>
                  </a:lnTo>
                  <a:lnTo>
                    <a:pt x="267" y="245"/>
                  </a:lnTo>
                  <a:lnTo>
                    <a:pt x="267" y="247"/>
                  </a:lnTo>
                  <a:lnTo>
                    <a:pt x="267" y="247"/>
                  </a:lnTo>
                  <a:lnTo>
                    <a:pt x="267" y="245"/>
                  </a:lnTo>
                  <a:lnTo>
                    <a:pt x="262" y="245"/>
                  </a:lnTo>
                  <a:lnTo>
                    <a:pt x="262" y="245"/>
                  </a:lnTo>
                  <a:lnTo>
                    <a:pt x="258" y="245"/>
                  </a:lnTo>
                  <a:lnTo>
                    <a:pt x="258" y="242"/>
                  </a:lnTo>
                  <a:lnTo>
                    <a:pt x="255" y="242"/>
                  </a:lnTo>
                  <a:lnTo>
                    <a:pt x="255" y="242"/>
                  </a:lnTo>
                  <a:lnTo>
                    <a:pt x="253" y="242"/>
                  </a:lnTo>
                  <a:lnTo>
                    <a:pt x="253" y="240"/>
                  </a:lnTo>
                  <a:lnTo>
                    <a:pt x="250" y="240"/>
                  </a:lnTo>
                  <a:lnTo>
                    <a:pt x="250" y="240"/>
                  </a:lnTo>
                  <a:lnTo>
                    <a:pt x="250" y="240"/>
                  </a:lnTo>
                  <a:lnTo>
                    <a:pt x="250" y="237"/>
                  </a:lnTo>
                  <a:lnTo>
                    <a:pt x="246" y="237"/>
                  </a:lnTo>
                  <a:lnTo>
                    <a:pt x="246" y="237"/>
                  </a:lnTo>
                  <a:lnTo>
                    <a:pt x="241" y="237"/>
                  </a:lnTo>
                  <a:lnTo>
                    <a:pt x="241" y="237"/>
                  </a:lnTo>
                  <a:lnTo>
                    <a:pt x="236" y="237"/>
                  </a:lnTo>
                  <a:lnTo>
                    <a:pt x="236" y="235"/>
                  </a:lnTo>
                  <a:lnTo>
                    <a:pt x="234" y="235"/>
                  </a:lnTo>
                  <a:lnTo>
                    <a:pt x="234" y="235"/>
                  </a:lnTo>
                  <a:lnTo>
                    <a:pt x="232" y="235"/>
                  </a:lnTo>
                  <a:lnTo>
                    <a:pt x="232" y="233"/>
                  </a:lnTo>
                  <a:lnTo>
                    <a:pt x="232" y="233"/>
                  </a:lnTo>
                  <a:lnTo>
                    <a:pt x="232" y="233"/>
                  </a:lnTo>
                  <a:lnTo>
                    <a:pt x="229" y="233"/>
                  </a:lnTo>
                  <a:lnTo>
                    <a:pt x="229" y="230"/>
                  </a:lnTo>
                  <a:lnTo>
                    <a:pt x="227" y="230"/>
                  </a:lnTo>
                  <a:lnTo>
                    <a:pt x="227" y="230"/>
                  </a:lnTo>
                  <a:lnTo>
                    <a:pt x="224" y="230"/>
                  </a:lnTo>
                  <a:lnTo>
                    <a:pt x="224" y="228"/>
                  </a:lnTo>
                  <a:lnTo>
                    <a:pt x="222" y="228"/>
                  </a:lnTo>
                  <a:lnTo>
                    <a:pt x="222" y="228"/>
                  </a:lnTo>
                  <a:lnTo>
                    <a:pt x="220" y="228"/>
                  </a:lnTo>
                  <a:lnTo>
                    <a:pt x="220" y="228"/>
                  </a:lnTo>
                  <a:lnTo>
                    <a:pt x="217" y="228"/>
                  </a:lnTo>
                  <a:lnTo>
                    <a:pt x="217" y="226"/>
                  </a:lnTo>
                  <a:lnTo>
                    <a:pt x="213" y="226"/>
                  </a:lnTo>
                  <a:lnTo>
                    <a:pt x="213" y="226"/>
                  </a:lnTo>
                  <a:lnTo>
                    <a:pt x="208" y="226"/>
                  </a:lnTo>
                  <a:lnTo>
                    <a:pt x="208" y="223"/>
                  </a:lnTo>
                  <a:lnTo>
                    <a:pt x="206" y="223"/>
                  </a:lnTo>
                  <a:lnTo>
                    <a:pt x="206" y="223"/>
                  </a:lnTo>
                  <a:lnTo>
                    <a:pt x="203" y="223"/>
                  </a:lnTo>
                  <a:lnTo>
                    <a:pt x="203" y="221"/>
                  </a:lnTo>
                  <a:lnTo>
                    <a:pt x="201" y="221"/>
                  </a:lnTo>
                  <a:lnTo>
                    <a:pt x="201" y="221"/>
                  </a:lnTo>
                  <a:lnTo>
                    <a:pt x="196" y="221"/>
                  </a:lnTo>
                  <a:lnTo>
                    <a:pt x="196" y="218"/>
                  </a:lnTo>
                  <a:lnTo>
                    <a:pt x="194" y="218"/>
                  </a:lnTo>
                  <a:lnTo>
                    <a:pt x="194" y="218"/>
                  </a:lnTo>
                  <a:lnTo>
                    <a:pt x="189" y="218"/>
                  </a:lnTo>
                  <a:lnTo>
                    <a:pt x="189" y="218"/>
                  </a:lnTo>
                  <a:lnTo>
                    <a:pt x="184" y="218"/>
                  </a:lnTo>
                  <a:lnTo>
                    <a:pt x="184" y="216"/>
                  </a:lnTo>
                  <a:lnTo>
                    <a:pt x="177" y="216"/>
                  </a:lnTo>
                  <a:lnTo>
                    <a:pt x="177" y="216"/>
                  </a:lnTo>
                  <a:lnTo>
                    <a:pt x="168" y="216"/>
                  </a:lnTo>
                  <a:lnTo>
                    <a:pt x="168" y="216"/>
                  </a:lnTo>
                  <a:lnTo>
                    <a:pt x="165" y="216"/>
                  </a:lnTo>
                  <a:lnTo>
                    <a:pt x="165" y="216"/>
                  </a:lnTo>
                  <a:lnTo>
                    <a:pt x="161" y="216"/>
                  </a:lnTo>
                  <a:lnTo>
                    <a:pt x="161" y="214"/>
                  </a:lnTo>
                  <a:lnTo>
                    <a:pt x="158" y="214"/>
                  </a:lnTo>
                  <a:lnTo>
                    <a:pt x="158" y="216"/>
                  </a:lnTo>
                  <a:lnTo>
                    <a:pt x="156" y="216"/>
                  </a:lnTo>
                  <a:lnTo>
                    <a:pt x="156" y="214"/>
                  </a:lnTo>
                  <a:lnTo>
                    <a:pt x="153" y="214"/>
                  </a:lnTo>
                  <a:lnTo>
                    <a:pt x="153" y="211"/>
                  </a:lnTo>
                  <a:lnTo>
                    <a:pt x="149" y="211"/>
                  </a:lnTo>
                  <a:lnTo>
                    <a:pt x="149" y="211"/>
                  </a:lnTo>
                  <a:lnTo>
                    <a:pt x="144" y="211"/>
                  </a:lnTo>
                  <a:lnTo>
                    <a:pt x="144" y="211"/>
                  </a:lnTo>
                  <a:lnTo>
                    <a:pt x="144" y="211"/>
                  </a:lnTo>
                  <a:lnTo>
                    <a:pt x="144" y="214"/>
                  </a:lnTo>
                  <a:lnTo>
                    <a:pt x="139" y="214"/>
                  </a:lnTo>
                  <a:lnTo>
                    <a:pt x="139" y="214"/>
                  </a:lnTo>
                  <a:lnTo>
                    <a:pt x="139" y="214"/>
                  </a:lnTo>
                  <a:lnTo>
                    <a:pt x="139" y="214"/>
                  </a:lnTo>
                  <a:lnTo>
                    <a:pt x="134" y="214"/>
                  </a:lnTo>
                  <a:lnTo>
                    <a:pt x="134" y="214"/>
                  </a:lnTo>
                  <a:lnTo>
                    <a:pt x="132" y="214"/>
                  </a:lnTo>
                  <a:lnTo>
                    <a:pt x="132" y="211"/>
                  </a:lnTo>
                  <a:lnTo>
                    <a:pt x="134" y="211"/>
                  </a:lnTo>
                  <a:lnTo>
                    <a:pt x="134" y="211"/>
                  </a:lnTo>
                  <a:lnTo>
                    <a:pt x="132" y="211"/>
                  </a:lnTo>
                  <a:lnTo>
                    <a:pt x="132" y="209"/>
                  </a:lnTo>
                  <a:lnTo>
                    <a:pt x="132" y="209"/>
                  </a:lnTo>
                  <a:lnTo>
                    <a:pt x="132" y="211"/>
                  </a:lnTo>
                  <a:lnTo>
                    <a:pt x="130" y="211"/>
                  </a:lnTo>
                  <a:lnTo>
                    <a:pt x="130" y="209"/>
                  </a:lnTo>
                  <a:lnTo>
                    <a:pt x="120" y="209"/>
                  </a:lnTo>
                  <a:lnTo>
                    <a:pt x="120" y="209"/>
                  </a:lnTo>
                  <a:lnTo>
                    <a:pt x="120" y="209"/>
                  </a:lnTo>
                  <a:lnTo>
                    <a:pt x="120" y="209"/>
                  </a:lnTo>
                  <a:lnTo>
                    <a:pt x="120" y="209"/>
                  </a:lnTo>
                  <a:lnTo>
                    <a:pt x="120" y="209"/>
                  </a:lnTo>
                  <a:lnTo>
                    <a:pt x="113" y="209"/>
                  </a:lnTo>
                  <a:lnTo>
                    <a:pt x="113" y="209"/>
                  </a:lnTo>
                  <a:lnTo>
                    <a:pt x="111" y="209"/>
                  </a:lnTo>
                  <a:lnTo>
                    <a:pt x="111" y="207"/>
                  </a:lnTo>
                  <a:lnTo>
                    <a:pt x="113" y="207"/>
                  </a:lnTo>
                  <a:lnTo>
                    <a:pt x="113" y="209"/>
                  </a:lnTo>
                  <a:lnTo>
                    <a:pt x="123" y="209"/>
                  </a:lnTo>
                  <a:lnTo>
                    <a:pt x="123" y="207"/>
                  </a:lnTo>
                  <a:lnTo>
                    <a:pt x="125" y="207"/>
                  </a:lnTo>
                  <a:lnTo>
                    <a:pt x="125" y="207"/>
                  </a:lnTo>
                  <a:lnTo>
                    <a:pt x="125" y="207"/>
                  </a:lnTo>
                  <a:lnTo>
                    <a:pt x="125" y="202"/>
                  </a:lnTo>
                  <a:lnTo>
                    <a:pt x="123" y="202"/>
                  </a:lnTo>
                  <a:lnTo>
                    <a:pt x="123" y="202"/>
                  </a:lnTo>
                  <a:lnTo>
                    <a:pt x="113" y="202"/>
                  </a:lnTo>
                  <a:lnTo>
                    <a:pt x="113" y="200"/>
                  </a:lnTo>
                  <a:lnTo>
                    <a:pt x="111" y="200"/>
                  </a:lnTo>
                  <a:lnTo>
                    <a:pt x="111" y="200"/>
                  </a:lnTo>
                  <a:lnTo>
                    <a:pt x="108" y="200"/>
                  </a:lnTo>
                  <a:lnTo>
                    <a:pt x="108" y="200"/>
                  </a:lnTo>
                  <a:lnTo>
                    <a:pt x="106" y="200"/>
                  </a:lnTo>
                  <a:lnTo>
                    <a:pt x="106" y="197"/>
                  </a:lnTo>
                  <a:lnTo>
                    <a:pt x="99" y="197"/>
                  </a:lnTo>
                  <a:lnTo>
                    <a:pt x="99" y="200"/>
                  </a:lnTo>
                  <a:lnTo>
                    <a:pt x="99" y="200"/>
                  </a:lnTo>
                  <a:lnTo>
                    <a:pt x="99" y="200"/>
                  </a:lnTo>
                  <a:lnTo>
                    <a:pt x="94" y="200"/>
                  </a:lnTo>
                  <a:lnTo>
                    <a:pt x="94" y="202"/>
                  </a:lnTo>
                  <a:lnTo>
                    <a:pt x="94" y="202"/>
                  </a:lnTo>
                  <a:lnTo>
                    <a:pt x="94" y="204"/>
                  </a:lnTo>
                  <a:lnTo>
                    <a:pt x="90" y="204"/>
                  </a:lnTo>
                  <a:lnTo>
                    <a:pt x="90" y="202"/>
                  </a:lnTo>
                  <a:lnTo>
                    <a:pt x="85" y="202"/>
                  </a:lnTo>
                  <a:lnTo>
                    <a:pt x="85" y="202"/>
                  </a:lnTo>
                  <a:lnTo>
                    <a:pt x="75" y="202"/>
                  </a:lnTo>
                  <a:lnTo>
                    <a:pt x="75" y="202"/>
                  </a:lnTo>
                  <a:lnTo>
                    <a:pt x="78" y="202"/>
                  </a:lnTo>
                  <a:lnTo>
                    <a:pt x="78" y="204"/>
                  </a:lnTo>
                  <a:lnTo>
                    <a:pt x="78" y="204"/>
                  </a:lnTo>
                  <a:lnTo>
                    <a:pt x="78" y="207"/>
                  </a:lnTo>
                  <a:lnTo>
                    <a:pt x="78" y="207"/>
                  </a:lnTo>
                  <a:lnTo>
                    <a:pt x="78" y="207"/>
                  </a:lnTo>
                  <a:lnTo>
                    <a:pt x="78" y="207"/>
                  </a:lnTo>
                  <a:lnTo>
                    <a:pt x="78" y="209"/>
                  </a:lnTo>
                  <a:lnTo>
                    <a:pt x="68" y="209"/>
                  </a:lnTo>
                  <a:lnTo>
                    <a:pt x="68" y="207"/>
                  </a:lnTo>
                  <a:lnTo>
                    <a:pt x="66" y="207"/>
                  </a:lnTo>
                  <a:lnTo>
                    <a:pt x="66" y="207"/>
                  </a:lnTo>
                  <a:lnTo>
                    <a:pt x="63" y="207"/>
                  </a:lnTo>
                  <a:lnTo>
                    <a:pt x="63" y="204"/>
                  </a:lnTo>
                  <a:lnTo>
                    <a:pt x="61" y="204"/>
                  </a:lnTo>
                  <a:lnTo>
                    <a:pt x="61" y="207"/>
                  </a:lnTo>
                  <a:lnTo>
                    <a:pt x="61" y="207"/>
                  </a:lnTo>
                  <a:lnTo>
                    <a:pt x="61" y="209"/>
                  </a:lnTo>
                  <a:lnTo>
                    <a:pt x="61" y="209"/>
                  </a:lnTo>
                  <a:lnTo>
                    <a:pt x="61" y="209"/>
                  </a:lnTo>
                  <a:lnTo>
                    <a:pt x="59" y="209"/>
                  </a:lnTo>
                  <a:lnTo>
                    <a:pt x="59" y="211"/>
                  </a:lnTo>
                  <a:lnTo>
                    <a:pt x="52" y="211"/>
                  </a:lnTo>
                  <a:lnTo>
                    <a:pt x="52" y="211"/>
                  </a:lnTo>
                  <a:lnTo>
                    <a:pt x="52" y="211"/>
                  </a:lnTo>
                  <a:lnTo>
                    <a:pt x="52" y="214"/>
                  </a:lnTo>
                  <a:lnTo>
                    <a:pt x="45" y="214"/>
                  </a:lnTo>
                  <a:lnTo>
                    <a:pt x="45" y="214"/>
                  </a:lnTo>
                  <a:lnTo>
                    <a:pt x="42" y="214"/>
                  </a:lnTo>
                  <a:lnTo>
                    <a:pt x="42" y="218"/>
                  </a:lnTo>
                  <a:lnTo>
                    <a:pt x="42" y="218"/>
                  </a:lnTo>
                  <a:lnTo>
                    <a:pt x="42" y="218"/>
                  </a:lnTo>
                  <a:lnTo>
                    <a:pt x="40" y="218"/>
                  </a:lnTo>
                  <a:lnTo>
                    <a:pt x="40" y="218"/>
                  </a:lnTo>
                  <a:lnTo>
                    <a:pt x="40" y="218"/>
                  </a:lnTo>
                  <a:lnTo>
                    <a:pt x="40" y="221"/>
                  </a:lnTo>
                  <a:lnTo>
                    <a:pt x="33" y="221"/>
                  </a:lnTo>
                  <a:lnTo>
                    <a:pt x="33" y="221"/>
                  </a:lnTo>
                  <a:lnTo>
                    <a:pt x="28" y="221"/>
                  </a:lnTo>
                  <a:lnTo>
                    <a:pt x="28" y="223"/>
                  </a:lnTo>
                  <a:lnTo>
                    <a:pt x="26" y="223"/>
                  </a:lnTo>
                  <a:lnTo>
                    <a:pt x="26" y="223"/>
                  </a:lnTo>
                  <a:lnTo>
                    <a:pt x="26" y="223"/>
                  </a:lnTo>
                  <a:lnTo>
                    <a:pt x="26" y="226"/>
                  </a:lnTo>
                  <a:lnTo>
                    <a:pt x="33" y="226"/>
                  </a:lnTo>
                  <a:lnTo>
                    <a:pt x="33" y="226"/>
                  </a:lnTo>
                  <a:lnTo>
                    <a:pt x="30" y="226"/>
                  </a:lnTo>
                  <a:lnTo>
                    <a:pt x="30" y="228"/>
                  </a:lnTo>
                  <a:lnTo>
                    <a:pt x="30" y="228"/>
                  </a:lnTo>
                  <a:lnTo>
                    <a:pt x="30" y="228"/>
                  </a:lnTo>
                  <a:lnTo>
                    <a:pt x="28" y="228"/>
                  </a:lnTo>
                  <a:lnTo>
                    <a:pt x="28" y="230"/>
                  </a:lnTo>
                  <a:lnTo>
                    <a:pt x="28" y="230"/>
                  </a:lnTo>
                  <a:lnTo>
                    <a:pt x="28" y="230"/>
                  </a:lnTo>
                  <a:lnTo>
                    <a:pt x="26" y="230"/>
                  </a:lnTo>
                  <a:lnTo>
                    <a:pt x="26" y="233"/>
                  </a:lnTo>
                  <a:lnTo>
                    <a:pt x="26" y="233"/>
                  </a:lnTo>
                  <a:lnTo>
                    <a:pt x="26" y="235"/>
                  </a:lnTo>
                  <a:lnTo>
                    <a:pt x="26" y="235"/>
                  </a:lnTo>
                  <a:lnTo>
                    <a:pt x="26" y="237"/>
                  </a:lnTo>
                  <a:lnTo>
                    <a:pt x="26" y="237"/>
                  </a:lnTo>
                  <a:lnTo>
                    <a:pt x="26" y="237"/>
                  </a:lnTo>
                  <a:lnTo>
                    <a:pt x="28" y="237"/>
                  </a:lnTo>
                  <a:lnTo>
                    <a:pt x="28" y="240"/>
                  </a:lnTo>
                  <a:lnTo>
                    <a:pt x="28" y="240"/>
                  </a:lnTo>
                  <a:lnTo>
                    <a:pt x="28" y="242"/>
                  </a:lnTo>
                  <a:lnTo>
                    <a:pt x="30" y="242"/>
                  </a:lnTo>
                  <a:lnTo>
                    <a:pt x="30" y="242"/>
                  </a:lnTo>
                  <a:lnTo>
                    <a:pt x="35" y="242"/>
                  </a:lnTo>
                  <a:lnTo>
                    <a:pt x="35" y="245"/>
                  </a:lnTo>
                  <a:lnTo>
                    <a:pt x="40" y="245"/>
                  </a:lnTo>
                  <a:lnTo>
                    <a:pt x="40" y="245"/>
                  </a:lnTo>
                  <a:lnTo>
                    <a:pt x="45" y="245"/>
                  </a:lnTo>
                  <a:lnTo>
                    <a:pt x="45" y="247"/>
                  </a:lnTo>
                  <a:lnTo>
                    <a:pt x="45" y="247"/>
                  </a:lnTo>
                  <a:lnTo>
                    <a:pt x="45" y="247"/>
                  </a:lnTo>
                  <a:lnTo>
                    <a:pt x="47" y="247"/>
                  </a:lnTo>
                  <a:lnTo>
                    <a:pt x="47" y="249"/>
                  </a:lnTo>
                  <a:lnTo>
                    <a:pt x="47" y="249"/>
                  </a:lnTo>
                  <a:lnTo>
                    <a:pt x="47" y="249"/>
                  </a:lnTo>
                  <a:lnTo>
                    <a:pt x="47" y="249"/>
                  </a:lnTo>
                  <a:lnTo>
                    <a:pt x="47" y="249"/>
                  </a:lnTo>
                  <a:lnTo>
                    <a:pt x="49" y="249"/>
                  </a:lnTo>
                  <a:lnTo>
                    <a:pt x="49" y="252"/>
                  </a:lnTo>
                  <a:lnTo>
                    <a:pt x="52" y="252"/>
                  </a:lnTo>
                  <a:lnTo>
                    <a:pt x="52" y="252"/>
                  </a:lnTo>
                  <a:lnTo>
                    <a:pt x="52" y="252"/>
                  </a:lnTo>
                  <a:lnTo>
                    <a:pt x="52" y="254"/>
                  </a:lnTo>
                  <a:lnTo>
                    <a:pt x="54" y="254"/>
                  </a:lnTo>
                  <a:lnTo>
                    <a:pt x="54" y="254"/>
                  </a:lnTo>
                  <a:lnTo>
                    <a:pt x="59" y="254"/>
                  </a:lnTo>
                  <a:lnTo>
                    <a:pt x="59" y="256"/>
                  </a:lnTo>
                  <a:lnTo>
                    <a:pt x="56" y="256"/>
                  </a:lnTo>
                  <a:lnTo>
                    <a:pt x="56" y="259"/>
                  </a:lnTo>
                  <a:lnTo>
                    <a:pt x="56" y="259"/>
                  </a:lnTo>
                  <a:lnTo>
                    <a:pt x="56" y="259"/>
                  </a:lnTo>
                  <a:lnTo>
                    <a:pt x="54" y="259"/>
                  </a:lnTo>
                  <a:lnTo>
                    <a:pt x="54" y="261"/>
                  </a:lnTo>
                  <a:lnTo>
                    <a:pt x="54" y="261"/>
                  </a:lnTo>
                  <a:lnTo>
                    <a:pt x="54" y="261"/>
                  </a:lnTo>
                  <a:lnTo>
                    <a:pt x="52" y="261"/>
                  </a:lnTo>
                  <a:lnTo>
                    <a:pt x="52" y="263"/>
                  </a:lnTo>
                  <a:lnTo>
                    <a:pt x="49" y="263"/>
                  </a:lnTo>
                  <a:lnTo>
                    <a:pt x="49" y="263"/>
                  </a:lnTo>
                  <a:lnTo>
                    <a:pt x="47" y="263"/>
                  </a:lnTo>
                  <a:lnTo>
                    <a:pt x="47" y="266"/>
                  </a:lnTo>
                  <a:lnTo>
                    <a:pt x="47" y="266"/>
                  </a:lnTo>
                  <a:lnTo>
                    <a:pt x="47" y="266"/>
                  </a:lnTo>
                  <a:lnTo>
                    <a:pt x="47" y="266"/>
                  </a:lnTo>
                  <a:lnTo>
                    <a:pt x="47" y="268"/>
                  </a:lnTo>
                  <a:lnTo>
                    <a:pt x="45" y="268"/>
                  </a:lnTo>
                  <a:lnTo>
                    <a:pt x="45" y="268"/>
                  </a:lnTo>
                  <a:lnTo>
                    <a:pt x="42" y="268"/>
                  </a:lnTo>
                  <a:lnTo>
                    <a:pt x="42" y="268"/>
                  </a:lnTo>
                  <a:lnTo>
                    <a:pt x="42" y="268"/>
                  </a:lnTo>
                  <a:lnTo>
                    <a:pt x="42" y="271"/>
                  </a:lnTo>
                  <a:lnTo>
                    <a:pt x="40" y="271"/>
                  </a:lnTo>
                  <a:lnTo>
                    <a:pt x="40" y="271"/>
                  </a:lnTo>
                  <a:lnTo>
                    <a:pt x="40" y="271"/>
                  </a:lnTo>
                  <a:lnTo>
                    <a:pt x="40" y="273"/>
                  </a:lnTo>
                  <a:lnTo>
                    <a:pt x="37" y="273"/>
                  </a:lnTo>
                  <a:lnTo>
                    <a:pt x="37" y="275"/>
                  </a:lnTo>
                  <a:lnTo>
                    <a:pt x="37" y="275"/>
                  </a:lnTo>
                  <a:lnTo>
                    <a:pt x="37" y="278"/>
                  </a:lnTo>
                  <a:lnTo>
                    <a:pt x="40" y="278"/>
                  </a:lnTo>
                  <a:lnTo>
                    <a:pt x="40" y="278"/>
                  </a:lnTo>
                  <a:lnTo>
                    <a:pt x="40" y="278"/>
                  </a:lnTo>
                  <a:lnTo>
                    <a:pt x="40" y="280"/>
                  </a:lnTo>
                  <a:lnTo>
                    <a:pt x="42" y="280"/>
                  </a:lnTo>
                  <a:lnTo>
                    <a:pt x="42" y="280"/>
                  </a:lnTo>
                  <a:lnTo>
                    <a:pt x="45" y="280"/>
                  </a:lnTo>
                  <a:lnTo>
                    <a:pt x="45" y="282"/>
                  </a:lnTo>
                  <a:lnTo>
                    <a:pt x="45" y="282"/>
                  </a:lnTo>
                  <a:lnTo>
                    <a:pt x="45" y="282"/>
                  </a:lnTo>
                  <a:lnTo>
                    <a:pt x="47" y="282"/>
                  </a:lnTo>
                  <a:lnTo>
                    <a:pt x="47" y="285"/>
                  </a:lnTo>
                  <a:lnTo>
                    <a:pt x="47" y="285"/>
                  </a:lnTo>
                  <a:lnTo>
                    <a:pt x="47" y="285"/>
                  </a:lnTo>
                  <a:lnTo>
                    <a:pt x="47" y="285"/>
                  </a:lnTo>
                  <a:lnTo>
                    <a:pt x="47" y="287"/>
                  </a:lnTo>
                  <a:lnTo>
                    <a:pt x="49" y="287"/>
                  </a:lnTo>
                  <a:lnTo>
                    <a:pt x="49" y="287"/>
                  </a:lnTo>
                  <a:lnTo>
                    <a:pt x="49" y="287"/>
                  </a:lnTo>
                  <a:lnTo>
                    <a:pt x="49" y="290"/>
                  </a:lnTo>
                  <a:lnTo>
                    <a:pt x="52" y="290"/>
                  </a:lnTo>
                  <a:lnTo>
                    <a:pt x="52" y="290"/>
                  </a:lnTo>
                  <a:lnTo>
                    <a:pt x="52" y="290"/>
                  </a:lnTo>
                  <a:lnTo>
                    <a:pt x="52" y="292"/>
                  </a:lnTo>
                  <a:lnTo>
                    <a:pt x="52" y="292"/>
                  </a:lnTo>
                  <a:lnTo>
                    <a:pt x="52" y="292"/>
                  </a:lnTo>
                  <a:lnTo>
                    <a:pt x="54" y="292"/>
                  </a:lnTo>
                  <a:lnTo>
                    <a:pt x="54" y="294"/>
                  </a:lnTo>
                  <a:lnTo>
                    <a:pt x="54" y="294"/>
                  </a:lnTo>
                  <a:lnTo>
                    <a:pt x="54" y="294"/>
                  </a:lnTo>
                  <a:lnTo>
                    <a:pt x="56" y="294"/>
                  </a:lnTo>
                  <a:lnTo>
                    <a:pt x="56" y="297"/>
                  </a:lnTo>
                  <a:lnTo>
                    <a:pt x="56" y="297"/>
                  </a:lnTo>
                  <a:lnTo>
                    <a:pt x="56" y="297"/>
                  </a:lnTo>
                  <a:lnTo>
                    <a:pt x="59" y="297"/>
                  </a:lnTo>
                  <a:lnTo>
                    <a:pt x="59" y="299"/>
                  </a:lnTo>
                  <a:lnTo>
                    <a:pt x="59" y="299"/>
                  </a:lnTo>
                  <a:lnTo>
                    <a:pt x="59" y="299"/>
                  </a:lnTo>
                  <a:lnTo>
                    <a:pt x="59" y="299"/>
                  </a:lnTo>
                  <a:lnTo>
                    <a:pt x="59" y="304"/>
                  </a:lnTo>
                  <a:lnTo>
                    <a:pt x="61" y="304"/>
                  </a:lnTo>
                  <a:lnTo>
                    <a:pt x="61" y="306"/>
                  </a:lnTo>
                  <a:lnTo>
                    <a:pt x="59" y="306"/>
                  </a:lnTo>
                  <a:lnTo>
                    <a:pt x="59" y="306"/>
                  </a:lnTo>
                  <a:lnTo>
                    <a:pt x="56" y="306"/>
                  </a:lnTo>
                  <a:lnTo>
                    <a:pt x="56" y="306"/>
                  </a:lnTo>
                  <a:lnTo>
                    <a:pt x="52" y="306"/>
                  </a:lnTo>
                  <a:lnTo>
                    <a:pt x="52" y="309"/>
                  </a:lnTo>
                  <a:lnTo>
                    <a:pt x="54" y="309"/>
                  </a:lnTo>
                  <a:lnTo>
                    <a:pt x="54" y="309"/>
                  </a:lnTo>
                  <a:lnTo>
                    <a:pt x="54" y="309"/>
                  </a:lnTo>
                  <a:lnTo>
                    <a:pt x="54" y="311"/>
                  </a:lnTo>
                  <a:lnTo>
                    <a:pt x="52" y="311"/>
                  </a:lnTo>
                  <a:lnTo>
                    <a:pt x="52" y="316"/>
                  </a:lnTo>
                  <a:lnTo>
                    <a:pt x="52" y="316"/>
                  </a:lnTo>
                  <a:lnTo>
                    <a:pt x="52" y="316"/>
                  </a:lnTo>
                  <a:lnTo>
                    <a:pt x="49" y="316"/>
                  </a:lnTo>
                  <a:lnTo>
                    <a:pt x="49" y="318"/>
                  </a:lnTo>
                  <a:lnTo>
                    <a:pt x="52" y="318"/>
                  </a:lnTo>
                  <a:lnTo>
                    <a:pt x="52" y="318"/>
                  </a:lnTo>
                  <a:lnTo>
                    <a:pt x="54" y="318"/>
                  </a:lnTo>
                  <a:lnTo>
                    <a:pt x="54" y="318"/>
                  </a:lnTo>
                  <a:lnTo>
                    <a:pt x="54" y="318"/>
                  </a:lnTo>
                  <a:lnTo>
                    <a:pt x="54" y="320"/>
                  </a:lnTo>
                  <a:lnTo>
                    <a:pt x="54" y="320"/>
                  </a:lnTo>
                  <a:lnTo>
                    <a:pt x="54" y="320"/>
                  </a:lnTo>
                  <a:lnTo>
                    <a:pt x="49" y="320"/>
                  </a:lnTo>
                  <a:lnTo>
                    <a:pt x="49" y="323"/>
                  </a:lnTo>
                  <a:lnTo>
                    <a:pt x="49" y="323"/>
                  </a:lnTo>
                  <a:lnTo>
                    <a:pt x="49" y="325"/>
                  </a:lnTo>
                  <a:lnTo>
                    <a:pt x="49" y="325"/>
                  </a:lnTo>
                  <a:lnTo>
                    <a:pt x="49" y="327"/>
                  </a:lnTo>
                  <a:lnTo>
                    <a:pt x="52" y="327"/>
                  </a:lnTo>
                  <a:lnTo>
                    <a:pt x="52" y="327"/>
                  </a:lnTo>
                  <a:lnTo>
                    <a:pt x="52" y="327"/>
                  </a:lnTo>
                  <a:lnTo>
                    <a:pt x="52" y="327"/>
                  </a:lnTo>
                  <a:lnTo>
                    <a:pt x="59" y="327"/>
                  </a:lnTo>
                  <a:lnTo>
                    <a:pt x="59" y="330"/>
                  </a:lnTo>
                  <a:lnTo>
                    <a:pt x="59" y="330"/>
                  </a:lnTo>
                  <a:lnTo>
                    <a:pt x="59" y="330"/>
                  </a:lnTo>
                  <a:lnTo>
                    <a:pt x="59" y="330"/>
                  </a:lnTo>
                  <a:lnTo>
                    <a:pt x="59" y="332"/>
                  </a:lnTo>
                  <a:lnTo>
                    <a:pt x="61" y="332"/>
                  </a:lnTo>
                  <a:lnTo>
                    <a:pt x="61" y="332"/>
                  </a:lnTo>
                  <a:lnTo>
                    <a:pt x="59" y="332"/>
                  </a:lnTo>
                  <a:lnTo>
                    <a:pt x="59" y="335"/>
                  </a:lnTo>
                  <a:lnTo>
                    <a:pt x="59" y="335"/>
                  </a:lnTo>
                  <a:lnTo>
                    <a:pt x="59" y="337"/>
                  </a:lnTo>
                  <a:lnTo>
                    <a:pt x="59" y="337"/>
                  </a:lnTo>
                  <a:lnTo>
                    <a:pt x="59" y="339"/>
                  </a:lnTo>
                  <a:lnTo>
                    <a:pt x="61" y="339"/>
                  </a:lnTo>
                  <a:lnTo>
                    <a:pt x="61" y="339"/>
                  </a:lnTo>
                  <a:lnTo>
                    <a:pt x="63" y="339"/>
                  </a:lnTo>
                  <a:lnTo>
                    <a:pt x="63" y="342"/>
                  </a:lnTo>
                  <a:lnTo>
                    <a:pt x="66" y="342"/>
                  </a:lnTo>
                  <a:lnTo>
                    <a:pt x="66" y="342"/>
                  </a:lnTo>
                  <a:lnTo>
                    <a:pt x="68" y="342"/>
                  </a:lnTo>
                  <a:lnTo>
                    <a:pt x="68" y="344"/>
                  </a:lnTo>
                  <a:lnTo>
                    <a:pt x="68" y="344"/>
                  </a:lnTo>
                  <a:lnTo>
                    <a:pt x="68" y="346"/>
                  </a:lnTo>
                  <a:lnTo>
                    <a:pt x="68" y="346"/>
                  </a:lnTo>
                  <a:lnTo>
                    <a:pt x="68" y="349"/>
                  </a:lnTo>
                  <a:lnTo>
                    <a:pt x="66" y="349"/>
                  </a:lnTo>
                  <a:lnTo>
                    <a:pt x="66" y="349"/>
                  </a:lnTo>
                  <a:lnTo>
                    <a:pt x="66" y="349"/>
                  </a:lnTo>
                  <a:lnTo>
                    <a:pt x="66" y="351"/>
                  </a:lnTo>
                  <a:lnTo>
                    <a:pt x="66" y="351"/>
                  </a:lnTo>
                  <a:lnTo>
                    <a:pt x="66" y="351"/>
                  </a:lnTo>
                  <a:lnTo>
                    <a:pt x="63" y="351"/>
                  </a:lnTo>
                  <a:lnTo>
                    <a:pt x="63" y="354"/>
                  </a:lnTo>
                  <a:lnTo>
                    <a:pt x="61" y="354"/>
                  </a:lnTo>
                  <a:lnTo>
                    <a:pt x="61" y="354"/>
                  </a:lnTo>
                  <a:lnTo>
                    <a:pt x="59" y="354"/>
                  </a:lnTo>
                  <a:lnTo>
                    <a:pt x="59" y="356"/>
                  </a:lnTo>
                  <a:lnTo>
                    <a:pt x="59" y="356"/>
                  </a:lnTo>
                  <a:lnTo>
                    <a:pt x="59" y="356"/>
                  </a:lnTo>
                  <a:lnTo>
                    <a:pt x="59" y="356"/>
                  </a:lnTo>
                  <a:lnTo>
                    <a:pt x="59" y="356"/>
                  </a:lnTo>
                  <a:lnTo>
                    <a:pt x="61" y="356"/>
                  </a:lnTo>
                  <a:lnTo>
                    <a:pt x="61" y="358"/>
                  </a:lnTo>
                  <a:lnTo>
                    <a:pt x="63" y="358"/>
                  </a:lnTo>
                  <a:lnTo>
                    <a:pt x="63" y="358"/>
                  </a:lnTo>
                  <a:lnTo>
                    <a:pt x="66" y="358"/>
                  </a:lnTo>
                  <a:lnTo>
                    <a:pt x="66" y="361"/>
                  </a:lnTo>
                  <a:lnTo>
                    <a:pt x="66" y="361"/>
                  </a:lnTo>
                  <a:lnTo>
                    <a:pt x="66" y="361"/>
                  </a:lnTo>
                  <a:lnTo>
                    <a:pt x="68" y="361"/>
                  </a:lnTo>
                  <a:lnTo>
                    <a:pt x="68" y="363"/>
                  </a:lnTo>
                  <a:lnTo>
                    <a:pt x="71" y="363"/>
                  </a:lnTo>
                  <a:lnTo>
                    <a:pt x="71" y="363"/>
                  </a:lnTo>
                  <a:lnTo>
                    <a:pt x="75" y="363"/>
                  </a:lnTo>
                  <a:lnTo>
                    <a:pt x="75" y="365"/>
                  </a:lnTo>
                  <a:lnTo>
                    <a:pt x="78" y="365"/>
                  </a:lnTo>
                  <a:lnTo>
                    <a:pt x="78" y="365"/>
                  </a:lnTo>
                  <a:lnTo>
                    <a:pt x="78" y="365"/>
                  </a:lnTo>
                  <a:lnTo>
                    <a:pt x="78" y="368"/>
                  </a:lnTo>
                  <a:lnTo>
                    <a:pt x="82" y="368"/>
                  </a:lnTo>
                  <a:lnTo>
                    <a:pt x="82" y="368"/>
                  </a:lnTo>
                  <a:lnTo>
                    <a:pt x="85" y="368"/>
                  </a:lnTo>
                  <a:lnTo>
                    <a:pt x="85" y="368"/>
                  </a:lnTo>
                  <a:lnTo>
                    <a:pt x="85" y="368"/>
                  </a:lnTo>
                  <a:lnTo>
                    <a:pt x="85" y="370"/>
                  </a:lnTo>
                  <a:lnTo>
                    <a:pt x="85" y="370"/>
                  </a:lnTo>
                  <a:lnTo>
                    <a:pt x="85" y="373"/>
                  </a:lnTo>
                  <a:lnTo>
                    <a:pt x="87" y="373"/>
                  </a:lnTo>
                  <a:lnTo>
                    <a:pt x="87" y="373"/>
                  </a:lnTo>
                  <a:lnTo>
                    <a:pt x="90" y="373"/>
                  </a:lnTo>
                  <a:lnTo>
                    <a:pt x="90" y="375"/>
                  </a:lnTo>
                  <a:lnTo>
                    <a:pt x="90" y="375"/>
                  </a:lnTo>
                  <a:lnTo>
                    <a:pt x="90" y="375"/>
                  </a:lnTo>
                  <a:lnTo>
                    <a:pt x="92" y="375"/>
                  </a:lnTo>
                  <a:lnTo>
                    <a:pt x="92" y="377"/>
                  </a:lnTo>
                  <a:lnTo>
                    <a:pt x="92" y="377"/>
                  </a:lnTo>
                  <a:lnTo>
                    <a:pt x="92" y="377"/>
                  </a:lnTo>
                  <a:lnTo>
                    <a:pt x="90" y="377"/>
                  </a:lnTo>
                  <a:lnTo>
                    <a:pt x="90" y="377"/>
                  </a:lnTo>
                  <a:lnTo>
                    <a:pt x="90" y="377"/>
                  </a:lnTo>
                  <a:lnTo>
                    <a:pt x="90" y="380"/>
                  </a:lnTo>
                  <a:lnTo>
                    <a:pt x="87" y="380"/>
                  </a:lnTo>
                  <a:lnTo>
                    <a:pt x="87" y="382"/>
                  </a:lnTo>
                  <a:lnTo>
                    <a:pt x="87" y="382"/>
                  </a:lnTo>
                  <a:lnTo>
                    <a:pt x="87" y="384"/>
                  </a:lnTo>
                  <a:lnTo>
                    <a:pt x="87" y="384"/>
                  </a:lnTo>
                  <a:lnTo>
                    <a:pt x="87" y="384"/>
                  </a:lnTo>
                  <a:lnTo>
                    <a:pt x="85" y="384"/>
                  </a:lnTo>
                  <a:lnTo>
                    <a:pt x="85" y="387"/>
                  </a:lnTo>
                  <a:lnTo>
                    <a:pt x="85" y="387"/>
                  </a:lnTo>
                  <a:lnTo>
                    <a:pt x="85" y="387"/>
                  </a:lnTo>
                  <a:lnTo>
                    <a:pt x="82" y="387"/>
                  </a:lnTo>
                  <a:lnTo>
                    <a:pt x="82" y="387"/>
                  </a:lnTo>
                  <a:lnTo>
                    <a:pt x="82" y="387"/>
                  </a:lnTo>
                  <a:lnTo>
                    <a:pt x="82" y="389"/>
                  </a:lnTo>
                  <a:lnTo>
                    <a:pt x="80" y="389"/>
                  </a:lnTo>
                  <a:lnTo>
                    <a:pt x="80" y="389"/>
                  </a:lnTo>
                  <a:lnTo>
                    <a:pt x="78" y="389"/>
                  </a:lnTo>
                  <a:lnTo>
                    <a:pt x="78" y="391"/>
                  </a:lnTo>
                  <a:lnTo>
                    <a:pt x="78" y="391"/>
                  </a:lnTo>
                  <a:lnTo>
                    <a:pt x="78" y="391"/>
                  </a:lnTo>
                  <a:lnTo>
                    <a:pt x="75" y="391"/>
                  </a:lnTo>
                  <a:lnTo>
                    <a:pt x="75" y="394"/>
                  </a:lnTo>
                  <a:lnTo>
                    <a:pt x="73" y="394"/>
                  </a:lnTo>
                  <a:lnTo>
                    <a:pt x="73" y="394"/>
                  </a:lnTo>
                  <a:lnTo>
                    <a:pt x="71" y="394"/>
                  </a:lnTo>
                  <a:lnTo>
                    <a:pt x="71" y="396"/>
                  </a:lnTo>
                  <a:lnTo>
                    <a:pt x="68" y="396"/>
                  </a:lnTo>
                  <a:lnTo>
                    <a:pt x="68" y="396"/>
                  </a:lnTo>
                  <a:lnTo>
                    <a:pt x="68" y="396"/>
                  </a:lnTo>
                  <a:lnTo>
                    <a:pt x="68" y="399"/>
                  </a:lnTo>
                  <a:lnTo>
                    <a:pt x="66" y="399"/>
                  </a:lnTo>
                  <a:lnTo>
                    <a:pt x="66" y="399"/>
                  </a:lnTo>
                  <a:lnTo>
                    <a:pt x="66" y="399"/>
                  </a:lnTo>
                  <a:lnTo>
                    <a:pt x="66" y="401"/>
                  </a:lnTo>
                  <a:lnTo>
                    <a:pt x="63" y="401"/>
                  </a:lnTo>
                  <a:lnTo>
                    <a:pt x="63" y="401"/>
                  </a:lnTo>
                  <a:lnTo>
                    <a:pt x="61" y="401"/>
                  </a:lnTo>
                  <a:lnTo>
                    <a:pt x="61" y="403"/>
                  </a:lnTo>
                  <a:lnTo>
                    <a:pt x="59" y="403"/>
                  </a:lnTo>
                  <a:lnTo>
                    <a:pt x="59" y="406"/>
                  </a:lnTo>
                  <a:lnTo>
                    <a:pt x="59" y="406"/>
                  </a:lnTo>
                  <a:lnTo>
                    <a:pt x="59" y="406"/>
                  </a:lnTo>
                  <a:lnTo>
                    <a:pt x="56" y="406"/>
                  </a:lnTo>
                  <a:lnTo>
                    <a:pt x="56" y="406"/>
                  </a:lnTo>
                  <a:lnTo>
                    <a:pt x="54" y="406"/>
                  </a:lnTo>
                  <a:lnTo>
                    <a:pt x="54" y="408"/>
                  </a:lnTo>
                  <a:lnTo>
                    <a:pt x="54" y="408"/>
                  </a:lnTo>
                  <a:lnTo>
                    <a:pt x="54" y="408"/>
                  </a:lnTo>
                  <a:lnTo>
                    <a:pt x="52" y="408"/>
                  </a:lnTo>
                  <a:lnTo>
                    <a:pt x="52" y="410"/>
                  </a:lnTo>
                  <a:lnTo>
                    <a:pt x="52" y="410"/>
                  </a:lnTo>
                  <a:lnTo>
                    <a:pt x="52" y="410"/>
                  </a:lnTo>
                  <a:lnTo>
                    <a:pt x="49" y="410"/>
                  </a:lnTo>
                  <a:lnTo>
                    <a:pt x="49" y="413"/>
                  </a:lnTo>
                  <a:lnTo>
                    <a:pt x="47" y="413"/>
                  </a:lnTo>
                  <a:lnTo>
                    <a:pt x="47" y="413"/>
                  </a:lnTo>
                  <a:lnTo>
                    <a:pt x="47" y="413"/>
                  </a:lnTo>
                  <a:lnTo>
                    <a:pt x="47" y="415"/>
                  </a:lnTo>
                  <a:lnTo>
                    <a:pt x="45" y="415"/>
                  </a:lnTo>
                  <a:lnTo>
                    <a:pt x="45" y="415"/>
                  </a:lnTo>
                  <a:lnTo>
                    <a:pt x="45" y="415"/>
                  </a:lnTo>
                  <a:lnTo>
                    <a:pt x="45" y="415"/>
                  </a:lnTo>
                  <a:lnTo>
                    <a:pt x="42" y="415"/>
                  </a:lnTo>
                  <a:lnTo>
                    <a:pt x="42" y="418"/>
                  </a:lnTo>
                  <a:lnTo>
                    <a:pt x="42" y="418"/>
                  </a:lnTo>
                  <a:lnTo>
                    <a:pt x="42" y="418"/>
                  </a:lnTo>
                  <a:lnTo>
                    <a:pt x="40" y="418"/>
                  </a:lnTo>
                  <a:lnTo>
                    <a:pt x="40" y="420"/>
                  </a:lnTo>
                  <a:lnTo>
                    <a:pt x="37" y="420"/>
                  </a:lnTo>
                  <a:lnTo>
                    <a:pt x="37" y="420"/>
                  </a:lnTo>
                  <a:lnTo>
                    <a:pt x="35" y="420"/>
                  </a:lnTo>
                  <a:lnTo>
                    <a:pt x="35" y="422"/>
                  </a:lnTo>
                  <a:lnTo>
                    <a:pt x="33" y="422"/>
                  </a:lnTo>
                  <a:lnTo>
                    <a:pt x="33" y="422"/>
                  </a:lnTo>
                  <a:lnTo>
                    <a:pt x="30" y="422"/>
                  </a:lnTo>
                  <a:lnTo>
                    <a:pt x="30" y="425"/>
                  </a:lnTo>
                  <a:lnTo>
                    <a:pt x="30" y="425"/>
                  </a:lnTo>
                  <a:lnTo>
                    <a:pt x="30" y="425"/>
                  </a:lnTo>
                  <a:lnTo>
                    <a:pt x="28" y="425"/>
                  </a:lnTo>
                  <a:lnTo>
                    <a:pt x="28" y="427"/>
                  </a:lnTo>
                  <a:lnTo>
                    <a:pt x="26" y="427"/>
                  </a:lnTo>
                  <a:lnTo>
                    <a:pt x="26" y="427"/>
                  </a:lnTo>
                  <a:lnTo>
                    <a:pt x="23" y="427"/>
                  </a:lnTo>
                  <a:lnTo>
                    <a:pt x="23" y="427"/>
                  </a:lnTo>
                  <a:lnTo>
                    <a:pt x="21" y="427"/>
                  </a:lnTo>
                  <a:lnTo>
                    <a:pt x="21" y="429"/>
                  </a:lnTo>
                  <a:lnTo>
                    <a:pt x="21" y="429"/>
                  </a:lnTo>
                  <a:lnTo>
                    <a:pt x="21" y="429"/>
                  </a:lnTo>
                  <a:lnTo>
                    <a:pt x="19" y="429"/>
                  </a:lnTo>
                  <a:lnTo>
                    <a:pt x="19" y="432"/>
                  </a:lnTo>
                  <a:lnTo>
                    <a:pt x="19" y="432"/>
                  </a:lnTo>
                  <a:lnTo>
                    <a:pt x="19" y="432"/>
                  </a:lnTo>
                  <a:lnTo>
                    <a:pt x="16" y="432"/>
                  </a:lnTo>
                  <a:lnTo>
                    <a:pt x="16" y="434"/>
                  </a:lnTo>
                  <a:lnTo>
                    <a:pt x="14" y="434"/>
                  </a:lnTo>
                  <a:lnTo>
                    <a:pt x="14" y="434"/>
                  </a:lnTo>
                  <a:lnTo>
                    <a:pt x="11" y="434"/>
                  </a:lnTo>
                  <a:lnTo>
                    <a:pt x="11" y="436"/>
                  </a:lnTo>
                  <a:lnTo>
                    <a:pt x="11" y="436"/>
                  </a:lnTo>
                  <a:lnTo>
                    <a:pt x="11" y="436"/>
                  </a:lnTo>
                  <a:lnTo>
                    <a:pt x="9" y="436"/>
                  </a:lnTo>
                  <a:lnTo>
                    <a:pt x="9" y="439"/>
                  </a:lnTo>
                  <a:lnTo>
                    <a:pt x="9" y="439"/>
                  </a:lnTo>
                  <a:lnTo>
                    <a:pt x="9" y="439"/>
                  </a:lnTo>
                  <a:lnTo>
                    <a:pt x="11" y="439"/>
                  </a:lnTo>
                  <a:lnTo>
                    <a:pt x="11" y="439"/>
                  </a:lnTo>
                  <a:lnTo>
                    <a:pt x="14" y="439"/>
                  </a:lnTo>
                  <a:lnTo>
                    <a:pt x="14" y="436"/>
                  </a:lnTo>
                  <a:lnTo>
                    <a:pt x="21" y="436"/>
                  </a:lnTo>
                  <a:lnTo>
                    <a:pt x="21" y="436"/>
                  </a:lnTo>
                  <a:lnTo>
                    <a:pt x="21" y="436"/>
                  </a:lnTo>
                  <a:lnTo>
                    <a:pt x="21" y="436"/>
                  </a:lnTo>
                  <a:lnTo>
                    <a:pt x="23" y="436"/>
                  </a:lnTo>
                  <a:lnTo>
                    <a:pt x="23" y="439"/>
                  </a:lnTo>
                  <a:lnTo>
                    <a:pt x="26" y="439"/>
                  </a:lnTo>
                  <a:lnTo>
                    <a:pt x="26" y="441"/>
                  </a:lnTo>
                  <a:lnTo>
                    <a:pt x="23" y="441"/>
                  </a:lnTo>
                  <a:lnTo>
                    <a:pt x="23" y="444"/>
                  </a:lnTo>
                  <a:lnTo>
                    <a:pt x="26" y="444"/>
                  </a:lnTo>
                  <a:lnTo>
                    <a:pt x="26" y="444"/>
                  </a:lnTo>
                  <a:lnTo>
                    <a:pt x="30" y="444"/>
                  </a:lnTo>
                  <a:lnTo>
                    <a:pt x="30" y="444"/>
                  </a:lnTo>
                  <a:lnTo>
                    <a:pt x="33" y="444"/>
                  </a:lnTo>
                  <a:lnTo>
                    <a:pt x="33" y="444"/>
                  </a:lnTo>
                  <a:lnTo>
                    <a:pt x="35" y="444"/>
                  </a:lnTo>
                  <a:lnTo>
                    <a:pt x="35" y="446"/>
                  </a:lnTo>
                  <a:lnTo>
                    <a:pt x="35" y="446"/>
                  </a:lnTo>
                  <a:lnTo>
                    <a:pt x="35" y="446"/>
                  </a:lnTo>
                  <a:lnTo>
                    <a:pt x="40" y="446"/>
                  </a:lnTo>
                  <a:lnTo>
                    <a:pt x="40" y="446"/>
                  </a:lnTo>
                  <a:lnTo>
                    <a:pt x="47" y="446"/>
                  </a:lnTo>
                  <a:lnTo>
                    <a:pt x="47" y="446"/>
                  </a:lnTo>
                  <a:lnTo>
                    <a:pt x="54" y="446"/>
                  </a:lnTo>
                  <a:lnTo>
                    <a:pt x="54" y="446"/>
                  </a:lnTo>
                  <a:lnTo>
                    <a:pt x="56" y="446"/>
                  </a:lnTo>
                  <a:lnTo>
                    <a:pt x="56" y="448"/>
                  </a:lnTo>
                  <a:lnTo>
                    <a:pt x="56" y="448"/>
                  </a:lnTo>
                  <a:lnTo>
                    <a:pt x="56" y="451"/>
                  </a:lnTo>
                  <a:lnTo>
                    <a:pt x="59" y="451"/>
                  </a:lnTo>
                  <a:lnTo>
                    <a:pt x="59" y="451"/>
                  </a:lnTo>
                  <a:lnTo>
                    <a:pt x="61" y="451"/>
                  </a:lnTo>
                  <a:lnTo>
                    <a:pt x="61" y="453"/>
                  </a:lnTo>
                  <a:lnTo>
                    <a:pt x="61" y="453"/>
                  </a:lnTo>
                  <a:lnTo>
                    <a:pt x="61" y="453"/>
                  </a:lnTo>
                  <a:lnTo>
                    <a:pt x="59" y="453"/>
                  </a:lnTo>
                  <a:lnTo>
                    <a:pt x="59" y="453"/>
                  </a:lnTo>
                  <a:lnTo>
                    <a:pt x="54" y="453"/>
                  </a:lnTo>
                  <a:lnTo>
                    <a:pt x="54" y="451"/>
                  </a:lnTo>
                  <a:lnTo>
                    <a:pt x="54" y="451"/>
                  </a:lnTo>
                  <a:lnTo>
                    <a:pt x="54" y="448"/>
                  </a:lnTo>
                  <a:lnTo>
                    <a:pt x="49" y="448"/>
                  </a:lnTo>
                  <a:lnTo>
                    <a:pt x="49" y="451"/>
                  </a:lnTo>
                  <a:lnTo>
                    <a:pt x="52" y="451"/>
                  </a:lnTo>
                  <a:lnTo>
                    <a:pt x="52" y="451"/>
                  </a:lnTo>
                  <a:lnTo>
                    <a:pt x="49" y="451"/>
                  </a:lnTo>
                  <a:lnTo>
                    <a:pt x="49" y="451"/>
                  </a:lnTo>
                  <a:lnTo>
                    <a:pt x="37" y="451"/>
                  </a:lnTo>
                  <a:lnTo>
                    <a:pt x="37" y="451"/>
                  </a:lnTo>
                  <a:lnTo>
                    <a:pt x="37" y="451"/>
                  </a:lnTo>
                  <a:lnTo>
                    <a:pt x="37" y="453"/>
                  </a:lnTo>
                  <a:lnTo>
                    <a:pt x="35" y="453"/>
                  </a:lnTo>
                  <a:lnTo>
                    <a:pt x="35" y="453"/>
                  </a:lnTo>
                  <a:lnTo>
                    <a:pt x="37" y="453"/>
                  </a:lnTo>
                  <a:lnTo>
                    <a:pt x="37" y="455"/>
                  </a:lnTo>
                  <a:lnTo>
                    <a:pt x="30" y="455"/>
                  </a:lnTo>
                  <a:lnTo>
                    <a:pt x="30" y="455"/>
                  </a:lnTo>
                  <a:lnTo>
                    <a:pt x="30" y="455"/>
                  </a:lnTo>
                  <a:lnTo>
                    <a:pt x="30" y="455"/>
                  </a:lnTo>
                  <a:lnTo>
                    <a:pt x="28" y="455"/>
                  </a:lnTo>
                  <a:lnTo>
                    <a:pt x="28" y="453"/>
                  </a:lnTo>
                  <a:lnTo>
                    <a:pt x="26" y="453"/>
                  </a:lnTo>
                  <a:lnTo>
                    <a:pt x="26" y="455"/>
                  </a:lnTo>
                  <a:lnTo>
                    <a:pt x="23" y="455"/>
                  </a:lnTo>
                  <a:lnTo>
                    <a:pt x="23" y="458"/>
                  </a:lnTo>
                  <a:lnTo>
                    <a:pt x="21" y="458"/>
                  </a:lnTo>
                  <a:lnTo>
                    <a:pt x="21" y="455"/>
                  </a:lnTo>
                  <a:lnTo>
                    <a:pt x="19" y="455"/>
                  </a:lnTo>
                  <a:lnTo>
                    <a:pt x="19" y="455"/>
                  </a:lnTo>
                  <a:lnTo>
                    <a:pt x="19" y="455"/>
                  </a:lnTo>
                  <a:lnTo>
                    <a:pt x="19" y="455"/>
                  </a:lnTo>
                  <a:lnTo>
                    <a:pt x="16" y="455"/>
                  </a:lnTo>
                  <a:lnTo>
                    <a:pt x="16" y="455"/>
                  </a:lnTo>
                  <a:lnTo>
                    <a:pt x="14" y="455"/>
                  </a:lnTo>
                  <a:lnTo>
                    <a:pt x="14" y="460"/>
                  </a:lnTo>
                  <a:lnTo>
                    <a:pt x="16" y="460"/>
                  </a:lnTo>
                  <a:lnTo>
                    <a:pt x="16" y="460"/>
                  </a:lnTo>
                  <a:lnTo>
                    <a:pt x="16" y="460"/>
                  </a:lnTo>
                  <a:lnTo>
                    <a:pt x="16" y="463"/>
                  </a:lnTo>
                  <a:lnTo>
                    <a:pt x="16" y="463"/>
                  </a:lnTo>
                  <a:lnTo>
                    <a:pt x="16" y="465"/>
                  </a:lnTo>
                  <a:lnTo>
                    <a:pt x="19" y="465"/>
                  </a:lnTo>
                  <a:lnTo>
                    <a:pt x="19" y="465"/>
                  </a:lnTo>
                  <a:lnTo>
                    <a:pt x="19" y="465"/>
                  </a:lnTo>
                  <a:lnTo>
                    <a:pt x="19" y="467"/>
                  </a:lnTo>
                  <a:lnTo>
                    <a:pt x="19" y="467"/>
                  </a:lnTo>
                  <a:lnTo>
                    <a:pt x="19" y="467"/>
                  </a:lnTo>
                  <a:lnTo>
                    <a:pt x="14" y="467"/>
                  </a:lnTo>
                  <a:lnTo>
                    <a:pt x="14" y="470"/>
                  </a:lnTo>
                  <a:lnTo>
                    <a:pt x="14" y="470"/>
                  </a:lnTo>
                  <a:lnTo>
                    <a:pt x="14" y="470"/>
                  </a:lnTo>
                  <a:lnTo>
                    <a:pt x="11" y="470"/>
                  </a:lnTo>
                  <a:lnTo>
                    <a:pt x="11" y="472"/>
                  </a:lnTo>
                  <a:lnTo>
                    <a:pt x="11" y="472"/>
                  </a:lnTo>
                  <a:lnTo>
                    <a:pt x="11" y="472"/>
                  </a:lnTo>
                  <a:lnTo>
                    <a:pt x="11" y="472"/>
                  </a:lnTo>
                  <a:lnTo>
                    <a:pt x="11" y="474"/>
                  </a:lnTo>
                  <a:lnTo>
                    <a:pt x="9" y="474"/>
                  </a:lnTo>
                  <a:lnTo>
                    <a:pt x="9" y="474"/>
                  </a:lnTo>
                  <a:lnTo>
                    <a:pt x="9" y="474"/>
                  </a:lnTo>
                  <a:lnTo>
                    <a:pt x="9" y="479"/>
                  </a:lnTo>
                  <a:lnTo>
                    <a:pt x="9" y="479"/>
                  </a:lnTo>
                  <a:lnTo>
                    <a:pt x="9" y="486"/>
                  </a:lnTo>
                  <a:lnTo>
                    <a:pt x="11" y="486"/>
                  </a:lnTo>
                  <a:lnTo>
                    <a:pt x="11" y="486"/>
                  </a:lnTo>
                  <a:lnTo>
                    <a:pt x="11" y="486"/>
                  </a:lnTo>
                  <a:lnTo>
                    <a:pt x="11" y="489"/>
                  </a:lnTo>
                  <a:lnTo>
                    <a:pt x="9" y="489"/>
                  </a:lnTo>
                  <a:lnTo>
                    <a:pt x="9" y="489"/>
                  </a:lnTo>
                  <a:lnTo>
                    <a:pt x="7" y="489"/>
                  </a:lnTo>
                  <a:lnTo>
                    <a:pt x="7" y="491"/>
                  </a:lnTo>
                  <a:lnTo>
                    <a:pt x="7" y="491"/>
                  </a:lnTo>
                  <a:lnTo>
                    <a:pt x="7" y="493"/>
                  </a:lnTo>
                  <a:lnTo>
                    <a:pt x="4" y="493"/>
                  </a:lnTo>
                  <a:lnTo>
                    <a:pt x="4" y="496"/>
                  </a:lnTo>
                  <a:lnTo>
                    <a:pt x="4" y="496"/>
                  </a:lnTo>
                  <a:lnTo>
                    <a:pt x="4" y="498"/>
                  </a:lnTo>
                  <a:lnTo>
                    <a:pt x="7" y="498"/>
                  </a:lnTo>
                  <a:lnTo>
                    <a:pt x="7" y="498"/>
                  </a:lnTo>
                  <a:lnTo>
                    <a:pt x="7" y="498"/>
                  </a:lnTo>
                  <a:lnTo>
                    <a:pt x="7" y="500"/>
                  </a:lnTo>
                  <a:lnTo>
                    <a:pt x="9" y="500"/>
                  </a:lnTo>
                  <a:lnTo>
                    <a:pt x="9" y="503"/>
                  </a:lnTo>
                  <a:lnTo>
                    <a:pt x="7" y="503"/>
                  </a:lnTo>
                  <a:lnTo>
                    <a:pt x="7" y="503"/>
                  </a:lnTo>
                  <a:lnTo>
                    <a:pt x="11" y="503"/>
                  </a:lnTo>
                  <a:lnTo>
                    <a:pt x="11" y="505"/>
                  </a:lnTo>
                  <a:lnTo>
                    <a:pt x="4" y="505"/>
                  </a:lnTo>
                  <a:lnTo>
                    <a:pt x="4" y="505"/>
                  </a:lnTo>
                  <a:lnTo>
                    <a:pt x="4" y="505"/>
                  </a:lnTo>
                  <a:lnTo>
                    <a:pt x="4" y="508"/>
                  </a:lnTo>
                  <a:lnTo>
                    <a:pt x="4" y="508"/>
                  </a:lnTo>
                  <a:lnTo>
                    <a:pt x="4" y="508"/>
                  </a:lnTo>
                  <a:lnTo>
                    <a:pt x="2" y="508"/>
                  </a:lnTo>
                  <a:lnTo>
                    <a:pt x="2" y="510"/>
                  </a:lnTo>
                  <a:lnTo>
                    <a:pt x="2" y="510"/>
                  </a:lnTo>
                  <a:lnTo>
                    <a:pt x="2" y="512"/>
                  </a:lnTo>
                  <a:lnTo>
                    <a:pt x="0" y="512"/>
                  </a:lnTo>
                  <a:lnTo>
                    <a:pt x="0" y="512"/>
                  </a:lnTo>
                  <a:lnTo>
                    <a:pt x="4" y="512"/>
                  </a:lnTo>
                  <a:lnTo>
                    <a:pt x="4" y="515"/>
                  </a:lnTo>
                  <a:lnTo>
                    <a:pt x="7" y="515"/>
                  </a:lnTo>
                  <a:lnTo>
                    <a:pt x="7" y="517"/>
                  </a:lnTo>
                  <a:lnTo>
                    <a:pt x="9" y="517"/>
                  </a:lnTo>
                  <a:lnTo>
                    <a:pt x="9" y="517"/>
                  </a:lnTo>
                  <a:lnTo>
                    <a:pt x="11" y="517"/>
                  </a:lnTo>
                  <a:lnTo>
                    <a:pt x="11" y="519"/>
                  </a:lnTo>
                  <a:lnTo>
                    <a:pt x="11" y="519"/>
                  </a:lnTo>
                  <a:lnTo>
                    <a:pt x="11" y="519"/>
                  </a:lnTo>
                  <a:lnTo>
                    <a:pt x="11" y="519"/>
                  </a:lnTo>
                  <a:lnTo>
                    <a:pt x="11" y="522"/>
                  </a:lnTo>
                  <a:lnTo>
                    <a:pt x="11" y="522"/>
                  </a:lnTo>
                  <a:lnTo>
                    <a:pt x="11" y="524"/>
                  </a:lnTo>
                  <a:lnTo>
                    <a:pt x="9" y="524"/>
                  </a:lnTo>
                  <a:lnTo>
                    <a:pt x="9" y="524"/>
                  </a:lnTo>
                  <a:lnTo>
                    <a:pt x="9" y="524"/>
                  </a:lnTo>
                  <a:lnTo>
                    <a:pt x="9" y="527"/>
                  </a:lnTo>
                  <a:lnTo>
                    <a:pt x="9" y="527"/>
                  </a:lnTo>
                  <a:lnTo>
                    <a:pt x="9" y="529"/>
                  </a:lnTo>
                  <a:lnTo>
                    <a:pt x="7" y="529"/>
                  </a:lnTo>
                  <a:lnTo>
                    <a:pt x="7" y="531"/>
                  </a:lnTo>
                  <a:lnTo>
                    <a:pt x="9" y="531"/>
                  </a:lnTo>
                  <a:lnTo>
                    <a:pt x="9" y="529"/>
                  </a:lnTo>
                  <a:lnTo>
                    <a:pt x="11" y="529"/>
                  </a:lnTo>
                  <a:lnTo>
                    <a:pt x="11" y="531"/>
                  </a:lnTo>
                  <a:lnTo>
                    <a:pt x="14" y="531"/>
                  </a:lnTo>
                  <a:lnTo>
                    <a:pt x="14" y="531"/>
                  </a:lnTo>
                  <a:lnTo>
                    <a:pt x="14" y="531"/>
                  </a:lnTo>
                  <a:lnTo>
                    <a:pt x="14" y="534"/>
                  </a:lnTo>
                  <a:lnTo>
                    <a:pt x="14" y="534"/>
                  </a:lnTo>
                  <a:lnTo>
                    <a:pt x="14" y="536"/>
                  </a:lnTo>
                  <a:lnTo>
                    <a:pt x="16" y="536"/>
                  </a:lnTo>
                  <a:lnTo>
                    <a:pt x="16" y="536"/>
                  </a:lnTo>
                  <a:lnTo>
                    <a:pt x="19" y="536"/>
                  </a:lnTo>
                  <a:lnTo>
                    <a:pt x="19" y="538"/>
                  </a:lnTo>
                  <a:lnTo>
                    <a:pt x="16" y="538"/>
                  </a:lnTo>
                  <a:lnTo>
                    <a:pt x="16" y="538"/>
                  </a:lnTo>
                  <a:lnTo>
                    <a:pt x="19" y="538"/>
                  </a:lnTo>
                  <a:lnTo>
                    <a:pt x="19" y="541"/>
                  </a:lnTo>
                  <a:lnTo>
                    <a:pt x="19" y="541"/>
                  </a:lnTo>
                  <a:lnTo>
                    <a:pt x="19" y="543"/>
                  </a:lnTo>
                  <a:lnTo>
                    <a:pt x="19" y="543"/>
                  </a:lnTo>
                  <a:lnTo>
                    <a:pt x="19" y="546"/>
                  </a:lnTo>
                  <a:lnTo>
                    <a:pt x="21" y="546"/>
                  </a:lnTo>
                  <a:lnTo>
                    <a:pt x="21" y="546"/>
                  </a:lnTo>
                  <a:lnTo>
                    <a:pt x="19" y="546"/>
                  </a:lnTo>
                  <a:lnTo>
                    <a:pt x="19" y="546"/>
                  </a:lnTo>
                  <a:lnTo>
                    <a:pt x="19" y="546"/>
                  </a:lnTo>
                  <a:lnTo>
                    <a:pt x="19" y="548"/>
                  </a:lnTo>
                  <a:lnTo>
                    <a:pt x="19" y="548"/>
                  </a:lnTo>
                  <a:lnTo>
                    <a:pt x="19" y="548"/>
                  </a:lnTo>
                  <a:lnTo>
                    <a:pt x="21" y="548"/>
                  </a:lnTo>
                  <a:lnTo>
                    <a:pt x="21" y="550"/>
                  </a:lnTo>
                  <a:lnTo>
                    <a:pt x="26" y="550"/>
                  </a:lnTo>
                  <a:lnTo>
                    <a:pt x="26" y="548"/>
                  </a:lnTo>
                  <a:lnTo>
                    <a:pt x="28" y="548"/>
                  </a:lnTo>
                  <a:lnTo>
                    <a:pt x="28" y="550"/>
                  </a:lnTo>
                  <a:lnTo>
                    <a:pt x="28" y="550"/>
                  </a:lnTo>
                  <a:lnTo>
                    <a:pt x="28" y="550"/>
                  </a:lnTo>
                  <a:lnTo>
                    <a:pt x="30" y="550"/>
                  </a:lnTo>
                  <a:lnTo>
                    <a:pt x="30" y="553"/>
                  </a:lnTo>
                  <a:lnTo>
                    <a:pt x="33" y="553"/>
                  </a:lnTo>
                  <a:lnTo>
                    <a:pt x="33" y="553"/>
                  </a:lnTo>
                  <a:lnTo>
                    <a:pt x="37" y="553"/>
                  </a:lnTo>
                  <a:lnTo>
                    <a:pt x="37" y="550"/>
                  </a:lnTo>
                  <a:lnTo>
                    <a:pt x="40" y="550"/>
                  </a:lnTo>
                  <a:lnTo>
                    <a:pt x="40" y="553"/>
                  </a:lnTo>
                  <a:lnTo>
                    <a:pt x="45" y="553"/>
                  </a:lnTo>
                  <a:lnTo>
                    <a:pt x="45" y="553"/>
                  </a:lnTo>
                  <a:lnTo>
                    <a:pt x="47" y="553"/>
                  </a:lnTo>
                  <a:lnTo>
                    <a:pt x="47" y="555"/>
                  </a:lnTo>
                  <a:lnTo>
                    <a:pt x="45" y="555"/>
                  </a:lnTo>
                  <a:lnTo>
                    <a:pt x="45" y="555"/>
                  </a:lnTo>
                  <a:lnTo>
                    <a:pt x="45" y="555"/>
                  </a:lnTo>
                  <a:lnTo>
                    <a:pt x="45" y="557"/>
                  </a:lnTo>
                  <a:lnTo>
                    <a:pt x="45" y="557"/>
                  </a:lnTo>
                  <a:lnTo>
                    <a:pt x="45" y="557"/>
                  </a:lnTo>
                  <a:lnTo>
                    <a:pt x="45" y="557"/>
                  </a:lnTo>
                  <a:lnTo>
                    <a:pt x="45" y="560"/>
                  </a:lnTo>
                  <a:lnTo>
                    <a:pt x="47" y="560"/>
                  </a:lnTo>
                  <a:lnTo>
                    <a:pt x="47" y="557"/>
                  </a:lnTo>
                  <a:lnTo>
                    <a:pt x="49" y="557"/>
                  </a:lnTo>
                  <a:lnTo>
                    <a:pt x="49" y="557"/>
                  </a:lnTo>
                  <a:lnTo>
                    <a:pt x="54" y="557"/>
                  </a:lnTo>
                  <a:lnTo>
                    <a:pt x="54" y="555"/>
                  </a:lnTo>
                  <a:lnTo>
                    <a:pt x="54" y="555"/>
                  </a:lnTo>
                  <a:lnTo>
                    <a:pt x="54" y="555"/>
                  </a:lnTo>
                  <a:lnTo>
                    <a:pt x="56" y="555"/>
                  </a:lnTo>
                  <a:lnTo>
                    <a:pt x="56" y="555"/>
                  </a:lnTo>
                  <a:lnTo>
                    <a:pt x="56" y="555"/>
                  </a:lnTo>
                  <a:lnTo>
                    <a:pt x="56" y="555"/>
                  </a:lnTo>
                  <a:lnTo>
                    <a:pt x="59" y="555"/>
                  </a:lnTo>
                  <a:lnTo>
                    <a:pt x="59" y="555"/>
                  </a:lnTo>
                  <a:lnTo>
                    <a:pt x="66" y="555"/>
                  </a:lnTo>
                  <a:lnTo>
                    <a:pt x="66" y="557"/>
                  </a:lnTo>
                  <a:lnTo>
                    <a:pt x="68" y="557"/>
                  </a:lnTo>
                  <a:lnTo>
                    <a:pt x="68" y="557"/>
                  </a:lnTo>
                  <a:lnTo>
                    <a:pt x="68" y="557"/>
                  </a:lnTo>
                  <a:lnTo>
                    <a:pt x="68" y="560"/>
                  </a:lnTo>
                  <a:lnTo>
                    <a:pt x="73" y="560"/>
                  </a:lnTo>
                  <a:lnTo>
                    <a:pt x="73" y="562"/>
                  </a:lnTo>
                  <a:lnTo>
                    <a:pt x="73" y="562"/>
                  </a:lnTo>
                  <a:lnTo>
                    <a:pt x="73" y="562"/>
                  </a:lnTo>
                  <a:lnTo>
                    <a:pt x="78" y="562"/>
                  </a:lnTo>
                  <a:lnTo>
                    <a:pt x="78" y="564"/>
                  </a:lnTo>
                  <a:lnTo>
                    <a:pt x="78" y="564"/>
                  </a:lnTo>
                  <a:lnTo>
                    <a:pt x="78" y="569"/>
                  </a:lnTo>
                  <a:lnTo>
                    <a:pt x="75" y="569"/>
                  </a:lnTo>
                  <a:lnTo>
                    <a:pt x="75" y="572"/>
                  </a:lnTo>
                  <a:lnTo>
                    <a:pt x="78" y="572"/>
                  </a:lnTo>
                  <a:lnTo>
                    <a:pt x="78" y="572"/>
                  </a:lnTo>
                  <a:lnTo>
                    <a:pt x="78" y="572"/>
                  </a:lnTo>
                  <a:lnTo>
                    <a:pt x="78" y="574"/>
                  </a:lnTo>
                  <a:lnTo>
                    <a:pt x="80" y="574"/>
                  </a:lnTo>
                  <a:lnTo>
                    <a:pt x="80" y="576"/>
                  </a:lnTo>
                  <a:lnTo>
                    <a:pt x="78" y="576"/>
                  </a:lnTo>
                  <a:lnTo>
                    <a:pt x="78" y="579"/>
                  </a:lnTo>
                  <a:lnTo>
                    <a:pt x="75" y="579"/>
                  </a:lnTo>
                  <a:lnTo>
                    <a:pt x="75" y="581"/>
                  </a:lnTo>
                  <a:lnTo>
                    <a:pt x="75" y="581"/>
                  </a:lnTo>
                  <a:lnTo>
                    <a:pt x="75" y="583"/>
                  </a:lnTo>
                  <a:lnTo>
                    <a:pt x="78" y="583"/>
                  </a:lnTo>
                  <a:lnTo>
                    <a:pt x="78" y="583"/>
                  </a:lnTo>
                  <a:lnTo>
                    <a:pt x="78" y="583"/>
                  </a:lnTo>
                  <a:lnTo>
                    <a:pt x="78" y="583"/>
                  </a:lnTo>
                  <a:lnTo>
                    <a:pt x="80" y="583"/>
                  </a:lnTo>
                  <a:lnTo>
                    <a:pt x="80" y="586"/>
                  </a:lnTo>
                  <a:lnTo>
                    <a:pt x="85" y="586"/>
                  </a:lnTo>
                  <a:lnTo>
                    <a:pt x="85" y="586"/>
                  </a:lnTo>
                  <a:lnTo>
                    <a:pt x="82" y="586"/>
                  </a:lnTo>
                  <a:lnTo>
                    <a:pt x="82" y="588"/>
                  </a:lnTo>
                  <a:lnTo>
                    <a:pt x="82" y="588"/>
                  </a:lnTo>
                  <a:lnTo>
                    <a:pt x="82" y="588"/>
                  </a:lnTo>
                  <a:lnTo>
                    <a:pt x="80" y="588"/>
                  </a:lnTo>
                  <a:lnTo>
                    <a:pt x="80" y="591"/>
                  </a:lnTo>
                  <a:lnTo>
                    <a:pt x="85" y="591"/>
                  </a:lnTo>
                  <a:lnTo>
                    <a:pt x="85" y="591"/>
                  </a:lnTo>
                  <a:lnTo>
                    <a:pt x="85" y="591"/>
                  </a:lnTo>
                  <a:lnTo>
                    <a:pt x="85" y="593"/>
                  </a:lnTo>
                  <a:lnTo>
                    <a:pt x="85" y="593"/>
                  </a:lnTo>
                  <a:lnTo>
                    <a:pt x="85" y="593"/>
                  </a:lnTo>
                  <a:lnTo>
                    <a:pt x="87" y="593"/>
                  </a:lnTo>
                  <a:lnTo>
                    <a:pt x="87" y="595"/>
                  </a:lnTo>
                  <a:lnTo>
                    <a:pt x="87" y="595"/>
                  </a:lnTo>
                  <a:lnTo>
                    <a:pt x="87" y="598"/>
                  </a:lnTo>
                  <a:lnTo>
                    <a:pt x="90" y="598"/>
                  </a:lnTo>
                  <a:lnTo>
                    <a:pt x="90" y="598"/>
                  </a:lnTo>
                  <a:lnTo>
                    <a:pt x="92" y="598"/>
                  </a:lnTo>
                  <a:lnTo>
                    <a:pt x="92" y="600"/>
                  </a:lnTo>
                  <a:lnTo>
                    <a:pt x="94" y="600"/>
                  </a:lnTo>
                  <a:lnTo>
                    <a:pt x="94" y="600"/>
                  </a:lnTo>
                  <a:lnTo>
                    <a:pt x="99" y="600"/>
                  </a:lnTo>
                  <a:lnTo>
                    <a:pt x="99" y="602"/>
                  </a:lnTo>
                  <a:lnTo>
                    <a:pt x="99" y="602"/>
                  </a:lnTo>
                  <a:lnTo>
                    <a:pt x="99" y="605"/>
                  </a:lnTo>
                  <a:lnTo>
                    <a:pt x="97" y="605"/>
                  </a:lnTo>
                  <a:lnTo>
                    <a:pt x="97" y="605"/>
                  </a:lnTo>
                  <a:lnTo>
                    <a:pt x="97" y="605"/>
                  </a:lnTo>
                  <a:lnTo>
                    <a:pt x="97" y="607"/>
                  </a:lnTo>
                  <a:lnTo>
                    <a:pt x="94" y="607"/>
                  </a:lnTo>
                  <a:lnTo>
                    <a:pt x="94" y="607"/>
                  </a:lnTo>
                  <a:lnTo>
                    <a:pt x="106" y="607"/>
                  </a:lnTo>
                  <a:lnTo>
                    <a:pt x="106" y="609"/>
                  </a:lnTo>
                  <a:lnTo>
                    <a:pt x="108" y="609"/>
                  </a:lnTo>
                  <a:lnTo>
                    <a:pt x="108" y="609"/>
                  </a:lnTo>
                  <a:lnTo>
                    <a:pt x="111" y="609"/>
                  </a:lnTo>
                  <a:lnTo>
                    <a:pt x="111" y="612"/>
                  </a:lnTo>
                  <a:lnTo>
                    <a:pt x="111" y="612"/>
                  </a:lnTo>
                  <a:lnTo>
                    <a:pt x="111" y="612"/>
                  </a:lnTo>
                  <a:lnTo>
                    <a:pt x="111" y="612"/>
                  </a:lnTo>
                  <a:lnTo>
                    <a:pt x="111" y="614"/>
                  </a:lnTo>
                  <a:lnTo>
                    <a:pt x="113" y="614"/>
                  </a:lnTo>
                  <a:lnTo>
                    <a:pt x="113" y="614"/>
                  </a:lnTo>
                  <a:lnTo>
                    <a:pt x="116" y="614"/>
                  </a:lnTo>
                  <a:lnTo>
                    <a:pt x="116" y="617"/>
                  </a:lnTo>
                  <a:lnTo>
                    <a:pt x="118" y="617"/>
                  </a:lnTo>
                  <a:lnTo>
                    <a:pt x="118" y="619"/>
                  </a:lnTo>
                  <a:lnTo>
                    <a:pt x="113" y="619"/>
                  </a:lnTo>
                  <a:lnTo>
                    <a:pt x="113" y="621"/>
                  </a:lnTo>
                  <a:lnTo>
                    <a:pt x="111" y="621"/>
                  </a:lnTo>
                  <a:lnTo>
                    <a:pt x="111" y="621"/>
                  </a:lnTo>
                  <a:lnTo>
                    <a:pt x="111" y="621"/>
                  </a:lnTo>
                  <a:lnTo>
                    <a:pt x="111" y="624"/>
                  </a:lnTo>
                  <a:lnTo>
                    <a:pt x="111" y="624"/>
                  </a:lnTo>
                  <a:lnTo>
                    <a:pt x="111" y="624"/>
                  </a:lnTo>
                  <a:lnTo>
                    <a:pt x="108" y="624"/>
                  </a:lnTo>
                  <a:lnTo>
                    <a:pt x="108" y="624"/>
                  </a:lnTo>
                  <a:lnTo>
                    <a:pt x="106" y="624"/>
                  </a:lnTo>
                  <a:lnTo>
                    <a:pt x="106" y="626"/>
                  </a:lnTo>
                  <a:lnTo>
                    <a:pt x="99" y="626"/>
                  </a:lnTo>
                  <a:lnTo>
                    <a:pt x="99" y="624"/>
                  </a:lnTo>
                  <a:lnTo>
                    <a:pt x="97" y="624"/>
                  </a:lnTo>
                  <a:lnTo>
                    <a:pt x="97" y="624"/>
                  </a:lnTo>
                  <a:lnTo>
                    <a:pt x="94" y="624"/>
                  </a:lnTo>
                  <a:lnTo>
                    <a:pt x="94" y="624"/>
                  </a:lnTo>
                  <a:lnTo>
                    <a:pt x="92" y="624"/>
                  </a:lnTo>
                  <a:lnTo>
                    <a:pt x="92" y="624"/>
                  </a:lnTo>
                  <a:lnTo>
                    <a:pt x="92" y="624"/>
                  </a:lnTo>
                  <a:lnTo>
                    <a:pt x="92" y="624"/>
                  </a:lnTo>
                  <a:lnTo>
                    <a:pt x="87" y="624"/>
                  </a:lnTo>
                  <a:lnTo>
                    <a:pt x="87" y="624"/>
                  </a:lnTo>
                  <a:lnTo>
                    <a:pt x="87" y="624"/>
                  </a:lnTo>
                  <a:lnTo>
                    <a:pt x="87" y="626"/>
                  </a:lnTo>
                  <a:lnTo>
                    <a:pt x="87" y="626"/>
                  </a:lnTo>
                  <a:lnTo>
                    <a:pt x="87" y="626"/>
                  </a:lnTo>
                  <a:lnTo>
                    <a:pt x="85" y="626"/>
                  </a:lnTo>
                  <a:lnTo>
                    <a:pt x="85" y="628"/>
                  </a:lnTo>
                  <a:lnTo>
                    <a:pt x="87" y="628"/>
                  </a:lnTo>
                  <a:lnTo>
                    <a:pt x="87" y="631"/>
                  </a:lnTo>
                  <a:lnTo>
                    <a:pt x="90" y="631"/>
                  </a:lnTo>
                  <a:lnTo>
                    <a:pt x="90" y="631"/>
                  </a:lnTo>
                  <a:lnTo>
                    <a:pt x="92" y="631"/>
                  </a:lnTo>
                  <a:lnTo>
                    <a:pt x="92" y="633"/>
                  </a:lnTo>
                  <a:lnTo>
                    <a:pt x="92" y="633"/>
                  </a:lnTo>
                  <a:lnTo>
                    <a:pt x="92" y="636"/>
                  </a:lnTo>
                  <a:lnTo>
                    <a:pt x="92" y="636"/>
                  </a:lnTo>
                  <a:lnTo>
                    <a:pt x="92" y="636"/>
                  </a:lnTo>
                  <a:lnTo>
                    <a:pt x="92" y="636"/>
                  </a:lnTo>
                  <a:lnTo>
                    <a:pt x="92" y="638"/>
                  </a:lnTo>
                  <a:lnTo>
                    <a:pt x="94" y="638"/>
                  </a:lnTo>
                  <a:lnTo>
                    <a:pt x="94" y="640"/>
                  </a:lnTo>
                  <a:lnTo>
                    <a:pt x="92" y="640"/>
                  </a:lnTo>
                  <a:lnTo>
                    <a:pt x="92" y="640"/>
                  </a:lnTo>
                  <a:lnTo>
                    <a:pt x="92" y="640"/>
                  </a:lnTo>
                  <a:lnTo>
                    <a:pt x="92" y="645"/>
                  </a:lnTo>
                  <a:lnTo>
                    <a:pt x="94" y="645"/>
                  </a:lnTo>
                  <a:lnTo>
                    <a:pt x="94" y="647"/>
                  </a:lnTo>
                  <a:lnTo>
                    <a:pt x="97" y="647"/>
                  </a:lnTo>
                  <a:lnTo>
                    <a:pt x="97" y="650"/>
                  </a:lnTo>
                  <a:lnTo>
                    <a:pt x="99" y="650"/>
                  </a:lnTo>
                  <a:lnTo>
                    <a:pt x="99" y="652"/>
                  </a:lnTo>
                  <a:lnTo>
                    <a:pt x="99" y="652"/>
                  </a:lnTo>
                  <a:lnTo>
                    <a:pt x="99" y="652"/>
                  </a:lnTo>
                  <a:lnTo>
                    <a:pt x="104" y="652"/>
                  </a:lnTo>
                  <a:lnTo>
                    <a:pt x="104" y="652"/>
                  </a:lnTo>
                  <a:lnTo>
                    <a:pt x="106" y="652"/>
                  </a:lnTo>
                  <a:lnTo>
                    <a:pt x="106" y="650"/>
                  </a:lnTo>
                  <a:lnTo>
                    <a:pt x="108" y="650"/>
                  </a:lnTo>
                  <a:lnTo>
                    <a:pt x="108" y="647"/>
                  </a:lnTo>
                  <a:lnTo>
                    <a:pt x="108" y="647"/>
                  </a:lnTo>
                  <a:lnTo>
                    <a:pt x="108" y="645"/>
                  </a:lnTo>
                  <a:lnTo>
                    <a:pt x="113" y="645"/>
                  </a:lnTo>
                  <a:lnTo>
                    <a:pt x="113" y="645"/>
                  </a:lnTo>
                  <a:lnTo>
                    <a:pt x="120" y="645"/>
                  </a:lnTo>
                  <a:lnTo>
                    <a:pt x="120" y="647"/>
                  </a:lnTo>
                  <a:lnTo>
                    <a:pt x="120" y="647"/>
                  </a:lnTo>
                  <a:lnTo>
                    <a:pt x="120" y="645"/>
                  </a:lnTo>
                  <a:lnTo>
                    <a:pt x="123" y="645"/>
                  </a:lnTo>
                  <a:lnTo>
                    <a:pt x="123" y="645"/>
                  </a:lnTo>
                  <a:lnTo>
                    <a:pt x="125" y="645"/>
                  </a:lnTo>
                  <a:lnTo>
                    <a:pt x="125" y="643"/>
                  </a:lnTo>
                  <a:lnTo>
                    <a:pt x="132" y="643"/>
                  </a:lnTo>
                  <a:lnTo>
                    <a:pt x="132" y="645"/>
                  </a:lnTo>
                  <a:lnTo>
                    <a:pt x="134" y="645"/>
                  </a:lnTo>
                  <a:lnTo>
                    <a:pt x="134" y="643"/>
                  </a:lnTo>
                  <a:lnTo>
                    <a:pt x="139" y="643"/>
                  </a:lnTo>
                  <a:lnTo>
                    <a:pt x="139" y="645"/>
                  </a:lnTo>
                  <a:lnTo>
                    <a:pt x="142" y="645"/>
                  </a:lnTo>
                  <a:lnTo>
                    <a:pt x="142" y="645"/>
                  </a:lnTo>
                  <a:lnTo>
                    <a:pt x="144" y="645"/>
                  </a:lnTo>
                  <a:lnTo>
                    <a:pt x="144" y="647"/>
                  </a:lnTo>
                  <a:lnTo>
                    <a:pt x="144" y="647"/>
                  </a:lnTo>
                  <a:lnTo>
                    <a:pt x="144" y="647"/>
                  </a:lnTo>
                  <a:lnTo>
                    <a:pt x="146" y="647"/>
                  </a:lnTo>
                  <a:lnTo>
                    <a:pt x="146" y="650"/>
                  </a:lnTo>
                  <a:lnTo>
                    <a:pt x="146" y="650"/>
                  </a:lnTo>
                  <a:lnTo>
                    <a:pt x="146" y="650"/>
                  </a:lnTo>
                  <a:lnTo>
                    <a:pt x="146" y="650"/>
                  </a:lnTo>
                  <a:lnTo>
                    <a:pt x="146" y="652"/>
                  </a:lnTo>
                  <a:lnTo>
                    <a:pt x="146" y="652"/>
                  </a:lnTo>
                  <a:lnTo>
                    <a:pt x="146" y="655"/>
                  </a:lnTo>
                  <a:lnTo>
                    <a:pt x="149" y="655"/>
                  </a:lnTo>
                  <a:lnTo>
                    <a:pt x="149" y="655"/>
                  </a:lnTo>
                  <a:lnTo>
                    <a:pt x="149" y="655"/>
                  </a:lnTo>
                  <a:lnTo>
                    <a:pt x="149" y="657"/>
                  </a:lnTo>
                  <a:lnTo>
                    <a:pt x="151" y="657"/>
                  </a:lnTo>
                  <a:lnTo>
                    <a:pt x="151" y="657"/>
                  </a:lnTo>
                  <a:lnTo>
                    <a:pt x="153" y="657"/>
                  </a:lnTo>
                  <a:lnTo>
                    <a:pt x="153" y="662"/>
                  </a:lnTo>
                  <a:lnTo>
                    <a:pt x="146" y="662"/>
                  </a:lnTo>
                  <a:lnTo>
                    <a:pt x="146" y="662"/>
                  </a:lnTo>
                  <a:lnTo>
                    <a:pt x="146" y="662"/>
                  </a:lnTo>
                  <a:lnTo>
                    <a:pt x="146" y="664"/>
                  </a:lnTo>
                  <a:lnTo>
                    <a:pt x="149" y="664"/>
                  </a:lnTo>
                  <a:lnTo>
                    <a:pt x="149" y="664"/>
                  </a:lnTo>
                  <a:lnTo>
                    <a:pt x="149" y="664"/>
                  </a:lnTo>
                  <a:lnTo>
                    <a:pt x="149" y="664"/>
                  </a:lnTo>
                  <a:lnTo>
                    <a:pt x="151" y="664"/>
                  </a:lnTo>
                  <a:lnTo>
                    <a:pt x="151" y="666"/>
                  </a:lnTo>
                  <a:lnTo>
                    <a:pt x="149" y="666"/>
                  </a:lnTo>
                  <a:lnTo>
                    <a:pt x="149" y="669"/>
                  </a:lnTo>
                  <a:lnTo>
                    <a:pt x="151" y="669"/>
                  </a:lnTo>
                  <a:lnTo>
                    <a:pt x="151" y="671"/>
                  </a:lnTo>
                  <a:lnTo>
                    <a:pt x="149" y="671"/>
                  </a:lnTo>
                  <a:lnTo>
                    <a:pt x="149" y="673"/>
                  </a:lnTo>
                  <a:lnTo>
                    <a:pt x="151" y="673"/>
                  </a:lnTo>
                  <a:lnTo>
                    <a:pt x="151" y="671"/>
                  </a:lnTo>
                  <a:lnTo>
                    <a:pt x="153" y="671"/>
                  </a:lnTo>
                  <a:lnTo>
                    <a:pt x="153" y="673"/>
                  </a:lnTo>
                  <a:lnTo>
                    <a:pt x="158" y="673"/>
                  </a:lnTo>
                  <a:lnTo>
                    <a:pt x="158" y="673"/>
                  </a:lnTo>
                  <a:lnTo>
                    <a:pt x="161" y="673"/>
                  </a:lnTo>
                  <a:lnTo>
                    <a:pt x="161" y="673"/>
                  </a:lnTo>
                  <a:lnTo>
                    <a:pt x="168" y="673"/>
                  </a:lnTo>
                  <a:lnTo>
                    <a:pt x="168" y="673"/>
                  </a:lnTo>
                  <a:lnTo>
                    <a:pt x="168" y="673"/>
                  </a:lnTo>
                  <a:lnTo>
                    <a:pt x="168" y="676"/>
                  </a:lnTo>
                  <a:lnTo>
                    <a:pt x="168" y="676"/>
                  </a:lnTo>
                  <a:lnTo>
                    <a:pt x="168" y="676"/>
                  </a:lnTo>
                  <a:lnTo>
                    <a:pt x="170" y="676"/>
                  </a:lnTo>
                  <a:lnTo>
                    <a:pt x="170" y="678"/>
                  </a:lnTo>
                  <a:lnTo>
                    <a:pt x="170" y="678"/>
                  </a:lnTo>
                  <a:lnTo>
                    <a:pt x="170" y="676"/>
                  </a:lnTo>
                  <a:lnTo>
                    <a:pt x="172" y="676"/>
                  </a:lnTo>
                  <a:lnTo>
                    <a:pt x="172" y="678"/>
                  </a:lnTo>
                  <a:lnTo>
                    <a:pt x="172" y="678"/>
                  </a:lnTo>
                  <a:lnTo>
                    <a:pt x="172" y="681"/>
                  </a:lnTo>
                  <a:lnTo>
                    <a:pt x="172" y="681"/>
                  </a:lnTo>
                  <a:lnTo>
                    <a:pt x="172" y="683"/>
                  </a:lnTo>
                  <a:lnTo>
                    <a:pt x="175" y="683"/>
                  </a:lnTo>
                  <a:lnTo>
                    <a:pt x="175" y="683"/>
                  </a:lnTo>
                  <a:lnTo>
                    <a:pt x="175" y="683"/>
                  </a:lnTo>
                  <a:lnTo>
                    <a:pt x="175" y="685"/>
                  </a:lnTo>
                  <a:lnTo>
                    <a:pt x="175" y="685"/>
                  </a:lnTo>
                  <a:lnTo>
                    <a:pt x="175" y="685"/>
                  </a:lnTo>
                  <a:lnTo>
                    <a:pt x="175" y="685"/>
                  </a:lnTo>
                  <a:lnTo>
                    <a:pt x="175" y="688"/>
                  </a:lnTo>
                  <a:lnTo>
                    <a:pt x="175" y="688"/>
                  </a:lnTo>
                  <a:lnTo>
                    <a:pt x="175" y="690"/>
                  </a:lnTo>
                  <a:lnTo>
                    <a:pt x="175" y="690"/>
                  </a:lnTo>
                  <a:lnTo>
                    <a:pt x="175" y="692"/>
                  </a:lnTo>
                  <a:lnTo>
                    <a:pt x="175" y="692"/>
                  </a:lnTo>
                  <a:lnTo>
                    <a:pt x="175" y="692"/>
                  </a:lnTo>
                  <a:lnTo>
                    <a:pt x="177" y="692"/>
                  </a:lnTo>
                  <a:lnTo>
                    <a:pt x="177" y="695"/>
                  </a:lnTo>
                  <a:lnTo>
                    <a:pt x="179" y="695"/>
                  </a:lnTo>
                  <a:lnTo>
                    <a:pt x="179" y="695"/>
                  </a:lnTo>
                  <a:lnTo>
                    <a:pt x="182" y="695"/>
                  </a:lnTo>
                  <a:lnTo>
                    <a:pt x="182" y="695"/>
                  </a:lnTo>
                  <a:lnTo>
                    <a:pt x="182" y="695"/>
                  </a:lnTo>
                  <a:lnTo>
                    <a:pt x="182" y="692"/>
                  </a:lnTo>
                  <a:lnTo>
                    <a:pt x="187" y="692"/>
                  </a:lnTo>
                  <a:lnTo>
                    <a:pt x="187" y="692"/>
                  </a:lnTo>
                  <a:lnTo>
                    <a:pt x="189" y="692"/>
                  </a:lnTo>
                  <a:lnTo>
                    <a:pt x="189" y="692"/>
                  </a:lnTo>
                  <a:lnTo>
                    <a:pt x="191" y="692"/>
                  </a:lnTo>
                  <a:lnTo>
                    <a:pt x="191" y="695"/>
                  </a:lnTo>
                  <a:lnTo>
                    <a:pt x="191" y="695"/>
                  </a:lnTo>
                  <a:lnTo>
                    <a:pt x="191" y="697"/>
                  </a:lnTo>
                  <a:lnTo>
                    <a:pt x="198" y="697"/>
                  </a:lnTo>
                  <a:lnTo>
                    <a:pt x="198" y="700"/>
                  </a:lnTo>
                  <a:lnTo>
                    <a:pt x="201" y="700"/>
                  </a:lnTo>
                  <a:lnTo>
                    <a:pt x="201" y="697"/>
                  </a:lnTo>
                  <a:lnTo>
                    <a:pt x="201" y="697"/>
                  </a:lnTo>
                  <a:lnTo>
                    <a:pt x="201" y="697"/>
                  </a:lnTo>
                  <a:lnTo>
                    <a:pt x="206" y="697"/>
                  </a:lnTo>
                  <a:lnTo>
                    <a:pt x="206" y="695"/>
                  </a:lnTo>
                  <a:lnTo>
                    <a:pt x="210" y="695"/>
                  </a:lnTo>
                  <a:lnTo>
                    <a:pt x="210" y="695"/>
                  </a:lnTo>
                  <a:lnTo>
                    <a:pt x="215" y="695"/>
                  </a:lnTo>
                  <a:lnTo>
                    <a:pt x="215" y="692"/>
                  </a:lnTo>
                  <a:lnTo>
                    <a:pt x="217" y="692"/>
                  </a:lnTo>
                  <a:lnTo>
                    <a:pt x="217" y="692"/>
                  </a:lnTo>
                  <a:lnTo>
                    <a:pt x="217" y="692"/>
                  </a:lnTo>
                  <a:lnTo>
                    <a:pt x="217" y="695"/>
                  </a:lnTo>
                  <a:lnTo>
                    <a:pt x="220" y="695"/>
                  </a:lnTo>
                  <a:lnTo>
                    <a:pt x="220" y="695"/>
                  </a:lnTo>
                  <a:lnTo>
                    <a:pt x="222" y="695"/>
                  </a:lnTo>
                  <a:lnTo>
                    <a:pt x="222" y="700"/>
                  </a:lnTo>
                  <a:lnTo>
                    <a:pt x="222" y="700"/>
                  </a:lnTo>
                  <a:lnTo>
                    <a:pt x="222" y="702"/>
                  </a:lnTo>
                  <a:lnTo>
                    <a:pt x="224" y="702"/>
                  </a:lnTo>
                  <a:lnTo>
                    <a:pt x="224" y="702"/>
                  </a:lnTo>
                  <a:lnTo>
                    <a:pt x="227" y="702"/>
                  </a:lnTo>
                  <a:lnTo>
                    <a:pt x="227" y="702"/>
                  </a:lnTo>
                  <a:lnTo>
                    <a:pt x="229" y="702"/>
                  </a:lnTo>
                  <a:lnTo>
                    <a:pt x="229" y="704"/>
                  </a:lnTo>
                  <a:lnTo>
                    <a:pt x="229" y="704"/>
                  </a:lnTo>
                  <a:lnTo>
                    <a:pt x="229" y="704"/>
                  </a:lnTo>
                  <a:lnTo>
                    <a:pt x="232" y="704"/>
                  </a:lnTo>
                  <a:lnTo>
                    <a:pt x="232" y="707"/>
                  </a:lnTo>
                  <a:lnTo>
                    <a:pt x="232" y="707"/>
                  </a:lnTo>
                  <a:lnTo>
                    <a:pt x="232" y="704"/>
                  </a:lnTo>
                  <a:lnTo>
                    <a:pt x="232" y="704"/>
                  </a:lnTo>
                  <a:lnTo>
                    <a:pt x="232" y="707"/>
                  </a:lnTo>
                  <a:lnTo>
                    <a:pt x="234" y="707"/>
                  </a:lnTo>
                  <a:lnTo>
                    <a:pt x="234" y="704"/>
                  </a:lnTo>
                  <a:lnTo>
                    <a:pt x="234" y="704"/>
                  </a:lnTo>
                  <a:lnTo>
                    <a:pt x="234" y="702"/>
                  </a:lnTo>
                  <a:lnTo>
                    <a:pt x="236" y="702"/>
                  </a:lnTo>
                  <a:lnTo>
                    <a:pt x="236" y="702"/>
                  </a:lnTo>
                  <a:lnTo>
                    <a:pt x="239" y="702"/>
                  </a:lnTo>
                  <a:lnTo>
                    <a:pt x="239" y="704"/>
                  </a:lnTo>
                  <a:lnTo>
                    <a:pt x="241" y="704"/>
                  </a:lnTo>
                  <a:lnTo>
                    <a:pt x="241" y="704"/>
                  </a:lnTo>
                  <a:lnTo>
                    <a:pt x="243" y="704"/>
                  </a:lnTo>
                  <a:lnTo>
                    <a:pt x="243" y="704"/>
                  </a:lnTo>
                  <a:lnTo>
                    <a:pt x="246" y="704"/>
                  </a:lnTo>
                  <a:lnTo>
                    <a:pt x="246" y="707"/>
                  </a:lnTo>
                  <a:lnTo>
                    <a:pt x="246" y="707"/>
                  </a:lnTo>
                  <a:lnTo>
                    <a:pt x="246" y="707"/>
                  </a:lnTo>
                  <a:lnTo>
                    <a:pt x="250" y="707"/>
                  </a:lnTo>
                  <a:lnTo>
                    <a:pt x="250" y="709"/>
                  </a:lnTo>
                  <a:lnTo>
                    <a:pt x="250" y="709"/>
                  </a:lnTo>
                  <a:lnTo>
                    <a:pt x="250" y="709"/>
                  </a:lnTo>
                  <a:lnTo>
                    <a:pt x="253" y="709"/>
                  </a:lnTo>
                  <a:lnTo>
                    <a:pt x="253" y="707"/>
                  </a:lnTo>
                  <a:lnTo>
                    <a:pt x="255" y="707"/>
                  </a:lnTo>
                  <a:lnTo>
                    <a:pt x="255" y="709"/>
                  </a:lnTo>
                  <a:lnTo>
                    <a:pt x="258" y="709"/>
                  </a:lnTo>
                  <a:lnTo>
                    <a:pt x="258" y="711"/>
                  </a:lnTo>
                  <a:lnTo>
                    <a:pt x="265" y="711"/>
                  </a:lnTo>
                  <a:lnTo>
                    <a:pt x="265" y="711"/>
                  </a:lnTo>
                  <a:lnTo>
                    <a:pt x="265" y="711"/>
                  </a:lnTo>
                  <a:lnTo>
                    <a:pt x="265" y="714"/>
                  </a:lnTo>
                  <a:lnTo>
                    <a:pt x="267" y="714"/>
                  </a:lnTo>
                  <a:lnTo>
                    <a:pt x="267" y="714"/>
                  </a:lnTo>
                  <a:lnTo>
                    <a:pt x="269" y="714"/>
                  </a:lnTo>
                  <a:lnTo>
                    <a:pt x="269" y="716"/>
                  </a:lnTo>
                  <a:lnTo>
                    <a:pt x="272" y="716"/>
                  </a:lnTo>
                  <a:lnTo>
                    <a:pt x="272" y="714"/>
                  </a:lnTo>
                  <a:lnTo>
                    <a:pt x="274" y="714"/>
                  </a:lnTo>
                  <a:lnTo>
                    <a:pt x="274" y="714"/>
                  </a:lnTo>
                  <a:lnTo>
                    <a:pt x="277" y="714"/>
                  </a:lnTo>
                  <a:lnTo>
                    <a:pt x="277" y="716"/>
                  </a:lnTo>
                  <a:lnTo>
                    <a:pt x="274" y="716"/>
                  </a:lnTo>
                  <a:lnTo>
                    <a:pt x="274" y="719"/>
                  </a:lnTo>
                  <a:lnTo>
                    <a:pt x="274" y="719"/>
                  </a:lnTo>
                  <a:lnTo>
                    <a:pt x="274" y="719"/>
                  </a:lnTo>
                  <a:lnTo>
                    <a:pt x="274" y="719"/>
                  </a:lnTo>
                  <a:lnTo>
                    <a:pt x="274" y="721"/>
                  </a:lnTo>
                  <a:lnTo>
                    <a:pt x="277" y="721"/>
                  </a:lnTo>
                  <a:lnTo>
                    <a:pt x="277" y="721"/>
                  </a:lnTo>
                  <a:lnTo>
                    <a:pt x="277" y="721"/>
                  </a:lnTo>
                  <a:lnTo>
                    <a:pt x="277" y="723"/>
                  </a:lnTo>
                  <a:lnTo>
                    <a:pt x="274" y="723"/>
                  </a:lnTo>
                  <a:lnTo>
                    <a:pt x="274" y="723"/>
                  </a:lnTo>
                  <a:lnTo>
                    <a:pt x="274" y="723"/>
                  </a:lnTo>
                  <a:lnTo>
                    <a:pt x="274" y="726"/>
                  </a:lnTo>
                  <a:lnTo>
                    <a:pt x="272" y="726"/>
                  </a:lnTo>
                  <a:lnTo>
                    <a:pt x="272" y="726"/>
                  </a:lnTo>
                  <a:lnTo>
                    <a:pt x="272" y="726"/>
                  </a:lnTo>
                  <a:lnTo>
                    <a:pt x="272" y="728"/>
                  </a:lnTo>
                  <a:lnTo>
                    <a:pt x="272" y="728"/>
                  </a:lnTo>
                  <a:lnTo>
                    <a:pt x="272" y="728"/>
                  </a:lnTo>
                  <a:lnTo>
                    <a:pt x="265" y="728"/>
                  </a:lnTo>
                  <a:lnTo>
                    <a:pt x="265" y="730"/>
                  </a:lnTo>
                  <a:lnTo>
                    <a:pt x="267" y="730"/>
                  </a:lnTo>
                  <a:lnTo>
                    <a:pt x="267" y="730"/>
                  </a:lnTo>
                  <a:lnTo>
                    <a:pt x="267" y="730"/>
                  </a:lnTo>
                  <a:lnTo>
                    <a:pt x="267" y="733"/>
                  </a:lnTo>
                  <a:lnTo>
                    <a:pt x="269" y="733"/>
                  </a:lnTo>
                  <a:lnTo>
                    <a:pt x="269" y="733"/>
                  </a:lnTo>
                  <a:lnTo>
                    <a:pt x="272" y="733"/>
                  </a:lnTo>
                  <a:lnTo>
                    <a:pt x="272" y="733"/>
                  </a:lnTo>
                  <a:lnTo>
                    <a:pt x="272" y="733"/>
                  </a:lnTo>
                  <a:lnTo>
                    <a:pt x="272" y="733"/>
                  </a:lnTo>
                  <a:lnTo>
                    <a:pt x="274" y="733"/>
                  </a:lnTo>
                  <a:lnTo>
                    <a:pt x="274" y="733"/>
                  </a:lnTo>
                  <a:lnTo>
                    <a:pt x="272" y="733"/>
                  </a:lnTo>
                  <a:lnTo>
                    <a:pt x="272" y="735"/>
                  </a:lnTo>
                  <a:lnTo>
                    <a:pt x="269" y="735"/>
                  </a:lnTo>
                  <a:lnTo>
                    <a:pt x="269" y="733"/>
                  </a:lnTo>
                  <a:lnTo>
                    <a:pt x="267" y="733"/>
                  </a:lnTo>
                  <a:lnTo>
                    <a:pt x="267" y="735"/>
                  </a:lnTo>
                  <a:lnTo>
                    <a:pt x="267" y="735"/>
                  </a:lnTo>
                  <a:lnTo>
                    <a:pt x="267" y="735"/>
                  </a:lnTo>
                  <a:lnTo>
                    <a:pt x="267" y="735"/>
                  </a:lnTo>
                  <a:lnTo>
                    <a:pt x="267" y="740"/>
                  </a:lnTo>
                  <a:lnTo>
                    <a:pt x="265" y="740"/>
                  </a:lnTo>
                  <a:lnTo>
                    <a:pt x="265" y="740"/>
                  </a:lnTo>
                  <a:lnTo>
                    <a:pt x="269" y="740"/>
                  </a:lnTo>
                  <a:lnTo>
                    <a:pt x="269" y="742"/>
                  </a:lnTo>
                  <a:lnTo>
                    <a:pt x="269" y="742"/>
                  </a:lnTo>
                  <a:lnTo>
                    <a:pt x="269" y="745"/>
                  </a:lnTo>
                  <a:lnTo>
                    <a:pt x="272" y="745"/>
                  </a:lnTo>
                  <a:lnTo>
                    <a:pt x="272" y="747"/>
                  </a:lnTo>
                  <a:lnTo>
                    <a:pt x="269" y="747"/>
                  </a:lnTo>
                  <a:lnTo>
                    <a:pt x="269" y="747"/>
                  </a:lnTo>
                  <a:lnTo>
                    <a:pt x="272" y="747"/>
                  </a:lnTo>
                  <a:lnTo>
                    <a:pt x="272" y="749"/>
                  </a:lnTo>
                  <a:lnTo>
                    <a:pt x="272" y="749"/>
                  </a:lnTo>
                  <a:lnTo>
                    <a:pt x="272" y="752"/>
                  </a:lnTo>
                  <a:lnTo>
                    <a:pt x="269" y="752"/>
                  </a:lnTo>
                  <a:lnTo>
                    <a:pt x="269" y="752"/>
                  </a:lnTo>
                  <a:lnTo>
                    <a:pt x="269" y="752"/>
                  </a:lnTo>
                  <a:lnTo>
                    <a:pt x="269" y="754"/>
                  </a:lnTo>
                  <a:lnTo>
                    <a:pt x="267" y="754"/>
                  </a:lnTo>
                  <a:lnTo>
                    <a:pt x="267" y="754"/>
                  </a:lnTo>
                  <a:lnTo>
                    <a:pt x="269" y="754"/>
                  </a:lnTo>
                  <a:lnTo>
                    <a:pt x="269" y="756"/>
                  </a:lnTo>
                  <a:lnTo>
                    <a:pt x="267" y="756"/>
                  </a:lnTo>
                  <a:lnTo>
                    <a:pt x="267" y="759"/>
                  </a:lnTo>
                  <a:lnTo>
                    <a:pt x="267" y="759"/>
                  </a:lnTo>
                  <a:lnTo>
                    <a:pt x="267" y="759"/>
                  </a:lnTo>
                  <a:lnTo>
                    <a:pt x="260" y="759"/>
                  </a:lnTo>
                  <a:lnTo>
                    <a:pt x="260" y="759"/>
                  </a:lnTo>
                  <a:lnTo>
                    <a:pt x="258" y="759"/>
                  </a:lnTo>
                  <a:lnTo>
                    <a:pt x="258" y="759"/>
                  </a:lnTo>
                  <a:lnTo>
                    <a:pt x="253" y="759"/>
                  </a:lnTo>
                  <a:lnTo>
                    <a:pt x="253" y="759"/>
                  </a:lnTo>
                  <a:lnTo>
                    <a:pt x="248" y="759"/>
                  </a:lnTo>
                  <a:lnTo>
                    <a:pt x="248" y="759"/>
                  </a:lnTo>
                  <a:lnTo>
                    <a:pt x="248" y="759"/>
                  </a:lnTo>
                  <a:lnTo>
                    <a:pt x="248" y="761"/>
                  </a:lnTo>
                  <a:lnTo>
                    <a:pt x="246" y="761"/>
                  </a:lnTo>
                  <a:lnTo>
                    <a:pt x="246" y="761"/>
                  </a:lnTo>
                  <a:lnTo>
                    <a:pt x="246" y="761"/>
                  </a:lnTo>
                  <a:lnTo>
                    <a:pt x="246" y="764"/>
                  </a:lnTo>
                  <a:lnTo>
                    <a:pt x="246" y="764"/>
                  </a:lnTo>
                  <a:lnTo>
                    <a:pt x="246" y="761"/>
                  </a:lnTo>
                  <a:lnTo>
                    <a:pt x="243" y="761"/>
                  </a:lnTo>
                  <a:lnTo>
                    <a:pt x="243" y="764"/>
                  </a:lnTo>
                  <a:lnTo>
                    <a:pt x="243" y="764"/>
                  </a:lnTo>
                  <a:lnTo>
                    <a:pt x="243" y="764"/>
                  </a:lnTo>
                  <a:lnTo>
                    <a:pt x="239" y="764"/>
                  </a:lnTo>
                  <a:lnTo>
                    <a:pt x="239" y="766"/>
                  </a:lnTo>
                  <a:lnTo>
                    <a:pt x="236" y="766"/>
                  </a:lnTo>
                  <a:lnTo>
                    <a:pt x="236" y="766"/>
                  </a:lnTo>
                  <a:lnTo>
                    <a:pt x="236" y="766"/>
                  </a:lnTo>
                  <a:lnTo>
                    <a:pt x="236" y="771"/>
                  </a:lnTo>
                  <a:lnTo>
                    <a:pt x="234" y="771"/>
                  </a:lnTo>
                  <a:lnTo>
                    <a:pt x="234" y="773"/>
                  </a:lnTo>
                  <a:lnTo>
                    <a:pt x="236" y="773"/>
                  </a:lnTo>
                  <a:lnTo>
                    <a:pt x="236" y="773"/>
                  </a:lnTo>
                  <a:lnTo>
                    <a:pt x="234" y="773"/>
                  </a:lnTo>
                  <a:lnTo>
                    <a:pt x="234" y="778"/>
                  </a:lnTo>
                  <a:lnTo>
                    <a:pt x="236" y="778"/>
                  </a:lnTo>
                  <a:lnTo>
                    <a:pt x="236" y="778"/>
                  </a:lnTo>
                  <a:lnTo>
                    <a:pt x="241" y="778"/>
                  </a:lnTo>
                  <a:lnTo>
                    <a:pt x="241" y="778"/>
                  </a:lnTo>
                  <a:lnTo>
                    <a:pt x="241" y="778"/>
                  </a:lnTo>
                  <a:lnTo>
                    <a:pt x="241" y="778"/>
                  </a:lnTo>
                  <a:lnTo>
                    <a:pt x="246" y="778"/>
                  </a:lnTo>
                  <a:lnTo>
                    <a:pt x="246" y="775"/>
                  </a:lnTo>
                  <a:lnTo>
                    <a:pt x="250" y="775"/>
                  </a:lnTo>
                  <a:lnTo>
                    <a:pt x="250" y="773"/>
                  </a:lnTo>
                  <a:lnTo>
                    <a:pt x="255" y="773"/>
                  </a:lnTo>
                  <a:lnTo>
                    <a:pt x="255" y="778"/>
                  </a:lnTo>
                  <a:lnTo>
                    <a:pt x="258" y="778"/>
                  </a:lnTo>
                  <a:lnTo>
                    <a:pt x="258" y="780"/>
                  </a:lnTo>
                  <a:lnTo>
                    <a:pt x="250" y="780"/>
                  </a:lnTo>
                  <a:lnTo>
                    <a:pt x="250" y="780"/>
                  </a:lnTo>
                  <a:lnTo>
                    <a:pt x="248" y="780"/>
                  </a:lnTo>
                  <a:lnTo>
                    <a:pt x="248" y="782"/>
                  </a:lnTo>
                  <a:lnTo>
                    <a:pt x="248" y="782"/>
                  </a:lnTo>
                  <a:lnTo>
                    <a:pt x="248" y="782"/>
                  </a:lnTo>
                  <a:lnTo>
                    <a:pt x="246" y="782"/>
                  </a:lnTo>
                  <a:lnTo>
                    <a:pt x="246" y="782"/>
                  </a:lnTo>
                  <a:lnTo>
                    <a:pt x="241" y="782"/>
                  </a:lnTo>
                  <a:lnTo>
                    <a:pt x="241" y="782"/>
                  </a:lnTo>
                  <a:lnTo>
                    <a:pt x="239" y="782"/>
                  </a:lnTo>
                  <a:lnTo>
                    <a:pt x="239" y="782"/>
                  </a:lnTo>
                  <a:lnTo>
                    <a:pt x="239" y="782"/>
                  </a:lnTo>
                  <a:lnTo>
                    <a:pt x="239" y="785"/>
                  </a:lnTo>
                  <a:lnTo>
                    <a:pt x="239" y="785"/>
                  </a:lnTo>
                  <a:lnTo>
                    <a:pt x="239" y="785"/>
                  </a:lnTo>
                  <a:lnTo>
                    <a:pt x="236" y="785"/>
                  </a:lnTo>
                  <a:lnTo>
                    <a:pt x="236" y="787"/>
                  </a:lnTo>
                  <a:lnTo>
                    <a:pt x="234" y="787"/>
                  </a:lnTo>
                  <a:lnTo>
                    <a:pt x="234" y="787"/>
                  </a:lnTo>
                  <a:lnTo>
                    <a:pt x="232" y="787"/>
                  </a:lnTo>
                  <a:lnTo>
                    <a:pt x="232" y="790"/>
                  </a:lnTo>
                  <a:lnTo>
                    <a:pt x="224" y="790"/>
                  </a:lnTo>
                  <a:lnTo>
                    <a:pt x="224" y="787"/>
                  </a:lnTo>
                  <a:lnTo>
                    <a:pt x="222" y="787"/>
                  </a:lnTo>
                  <a:lnTo>
                    <a:pt x="222" y="790"/>
                  </a:lnTo>
                  <a:lnTo>
                    <a:pt x="224" y="790"/>
                  </a:lnTo>
                  <a:lnTo>
                    <a:pt x="224" y="790"/>
                  </a:lnTo>
                  <a:lnTo>
                    <a:pt x="224" y="790"/>
                  </a:lnTo>
                  <a:lnTo>
                    <a:pt x="224" y="792"/>
                  </a:lnTo>
                  <a:lnTo>
                    <a:pt x="224" y="792"/>
                  </a:lnTo>
                  <a:lnTo>
                    <a:pt x="224" y="792"/>
                  </a:lnTo>
                  <a:lnTo>
                    <a:pt x="227" y="792"/>
                  </a:lnTo>
                  <a:lnTo>
                    <a:pt x="227" y="794"/>
                  </a:lnTo>
                  <a:lnTo>
                    <a:pt x="227" y="794"/>
                  </a:lnTo>
                  <a:lnTo>
                    <a:pt x="227" y="797"/>
                  </a:lnTo>
                  <a:lnTo>
                    <a:pt x="229" y="797"/>
                  </a:lnTo>
                  <a:lnTo>
                    <a:pt x="229" y="797"/>
                  </a:lnTo>
                  <a:lnTo>
                    <a:pt x="232" y="797"/>
                  </a:lnTo>
                  <a:lnTo>
                    <a:pt x="232" y="797"/>
                  </a:lnTo>
                  <a:lnTo>
                    <a:pt x="232" y="797"/>
                  </a:lnTo>
                  <a:lnTo>
                    <a:pt x="232" y="797"/>
                  </a:lnTo>
                  <a:lnTo>
                    <a:pt x="234" y="797"/>
                  </a:lnTo>
                  <a:lnTo>
                    <a:pt x="234" y="799"/>
                  </a:lnTo>
                  <a:lnTo>
                    <a:pt x="234" y="799"/>
                  </a:lnTo>
                  <a:lnTo>
                    <a:pt x="234" y="799"/>
                  </a:lnTo>
                  <a:lnTo>
                    <a:pt x="234" y="799"/>
                  </a:lnTo>
                  <a:lnTo>
                    <a:pt x="234" y="801"/>
                  </a:lnTo>
                  <a:lnTo>
                    <a:pt x="234" y="801"/>
                  </a:lnTo>
                  <a:lnTo>
                    <a:pt x="234" y="804"/>
                  </a:lnTo>
                  <a:lnTo>
                    <a:pt x="229" y="804"/>
                  </a:lnTo>
                  <a:lnTo>
                    <a:pt x="229" y="804"/>
                  </a:lnTo>
                  <a:lnTo>
                    <a:pt x="227" y="804"/>
                  </a:lnTo>
                  <a:lnTo>
                    <a:pt x="227" y="806"/>
                  </a:lnTo>
                  <a:lnTo>
                    <a:pt x="227" y="806"/>
                  </a:lnTo>
                  <a:lnTo>
                    <a:pt x="227" y="809"/>
                  </a:lnTo>
                  <a:lnTo>
                    <a:pt x="227" y="809"/>
                  </a:lnTo>
                  <a:lnTo>
                    <a:pt x="227" y="811"/>
                  </a:lnTo>
                  <a:lnTo>
                    <a:pt x="224" y="811"/>
                  </a:lnTo>
                  <a:lnTo>
                    <a:pt x="224" y="811"/>
                  </a:lnTo>
                  <a:lnTo>
                    <a:pt x="224" y="811"/>
                  </a:lnTo>
                  <a:lnTo>
                    <a:pt x="224" y="813"/>
                  </a:lnTo>
                  <a:lnTo>
                    <a:pt x="220" y="813"/>
                  </a:lnTo>
                  <a:lnTo>
                    <a:pt x="220" y="820"/>
                  </a:lnTo>
                  <a:lnTo>
                    <a:pt x="220" y="820"/>
                  </a:lnTo>
                  <a:lnTo>
                    <a:pt x="220" y="820"/>
                  </a:lnTo>
                  <a:lnTo>
                    <a:pt x="220" y="820"/>
                  </a:lnTo>
                  <a:lnTo>
                    <a:pt x="220" y="820"/>
                  </a:lnTo>
                  <a:lnTo>
                    <a:pt x="217" y="820"/>
                  </a:lnTo>
                  <a:lnTo>
                    <a:pt x="217" y="823"/>
                  </a:lnTo>
                  <a:lnTo>
                    <a:pt x="213" y="823"/>
                  </a:lnTo>
                  <a:lnTo>
                    <a:pt x="213" y="820"/>
                  </a:lnTo>
                  <a:lnTo>
                    <a:pt x="208" y="820"/>
                  </a:lnTo>
                  <a:lnTo>
                    <a:pt x="208" y="820"/>
                  </a:lnTo>
                  <a:lnTo>
                    <a:pt x="208" y="820"/>
                  </a:lnTo>
                  <a:lnTo>
                    <a:pt x="208" y="820"/>
                  </a:lnTo>
                  <a:lnTo>
                    <a:pt x="203" y="820"/>
                  </a:lnTo>
                  <a:lnTo>
                    <a:pt x="203" y="820"/>
                  </a:lnTo>
                  <a:lnTo>
                    <a:pt x="201" y="820"/>
                  </a:lnTo>
                  <a:lnTo>
                    <a:pt x="201" y="820"/>
                  </a:lnTo>
                  <a:lnTo>
                    <a:pt x="201" y="820"/>
                  </a:lnTo>
                  <a:lnTo>
                    <a:pt x="201" y="823"/>
                  </a:lnTo>
                  <a:lnTo>
                    <a:pt x="198" y="823"/>
                  </a:lnTo>
                  <a:lnTo>
                    <a:pt x="198" y="828"/>
                  </a:lnTo>
                  <a:lnTo>
                    <a:pt x="201" y="828"/>
                  </a:lnTo>
                  <a:lnTo>
                    <a:pt x="201" y="830"/>
                  </a:lnTo>
                  <a:lnTo>
                    <a:pt x="208" y="830"/>
                  </a:lnTo>
                  <a:lnTo>
                    <a:pt x="208" y="830"/>
                  </a:lnTo>
                  <a:lnTo>
                    <a:pt x="210" y="830"/>
                  </a:lnTo>
                  <a:lnTo>
                    <a:pt x="210" y="830"/>
                  </a:lnTo>
                  <a:lnTo>
                    <a:pt x="213" y="830"/>
                  </a:lnTo>
                  <a:lnTo>
                    <a:pt x="213" y="832"/>
                  </a:lnTo>
                  <a:lnTo>
                    <a:pt x="213" y="832"/>
                  </a:lnTo>
                  <a:lnTo>
                    <a:pt x="213" y="832"/>
                  </a:lnTo>
                  <a:lnTo>
                    <a:pt x="215" y="832"/>
                  </a:lnTo>
                  <a:lnTo>
                    <a:pt x="215" y="835"/>
                  </a:lnTo>
                  <a:lnTo>
                    <a:pt x="215" y="835"/>
                  </a:lnTo>
                  <a:lnTo>
                    <a:pt x="215" y="837"/>
                  </a:lnTo>
                  <a:lnTo>
                    <a:pt x="217" y="837"/>
                  </a:lnTo>
                  <a:lnTo>
                    <a:pt x="217" y="839"/>
                  </a:lnTo>
                  <a:lnTo>
                    <a:pt x="217" y="839"/>
                  </a:lnTo>
                  <a:lnTo>
                    <a:pt x="217" y="839"/>
                  </a:lnTo>
                  <a:lnTo>
                    <a:pt x="220" y="839"/>
                  </a:lnTo>
                  <a:lnTo>
                    <a:pt x="220" y="842"/>
                  </a:lnTo>
                  <a:lnTo>
                    <a:pt x="224" y="842"/>
                  </a:lnTo>
                  <a:lnTo>
                    <a:pt x="224" y="839"/>
                  </a:lnTo>
                  <a:lnTo>
                    <a:pt x="227" y="839"/>
                  </a:lnTo>
                  <a:lnTo>
                    <a:pt x="227" y="842"/>
                  </a:lnTo>
                  <a:lnTo>
                    <a:pt x="229" y="842"/>
                  </a:lnTo>
                  <a:lnTo>
                    <a:pt x="229" y="842"/>
                  </a:lnTo>
                  <a:lnTo>
                    <a:pt x="232" y="842"/>
                  </a:lnTo>
                  <a:lnTo>
                    <a:pt x="232" y="844"/>
                  </a:lnTo>
                  <a:lnTo>
                    <a:pt x="232" y="844"/>
                  </a:lnTo>
                  <a:lnTo>
                    <a:pt x="232" y="844"/>
                  </a:lnTo>
                  <a:lnTo>
                    <a:pt x="232" y="844"/>
                  </a:lnTo>
                  <a:lnTo>
                    <a:pt x="232" y="846"/>
                  </a:lnTo>
                  <a:lnTo>
                    <a:pt x="234" y="846"/>
                  </a:lnTo>
                  <a:lnTo>
                    <a:pt x="234" y="846"/>
                  </a:lnTo>
                  <a:lnTo>
                    <a:pt x="236" y="846"/>
                  </a:lnTo>
                  <a:lnTo>
                    <a:pt x="236" y="849"/>
                  </a:lnTo>
                  <a:lnTo>
                    <a:pt x="241" y="849"/>
                  </a:lnTo>
                  <a:lnTo>
                    <a:pt x="241" y="849"/>
                  </a:lnTo>
                  <a:lnTo>
                    <a:pt x="246" y="849"/>
                  </a:lnTo>
                  <a:lnTo>
                    <a:pt x="246" y="851"/>
                  </a:lnTo>
                  <a:lnTo>
                    <a:pt x="246" y="851"/>
                  </a:lnTo>
                  <a:lnTo>
                    <a:pt x="246" y="851"/>
                  </a:lnTo>
                  <a:lnTo>
                    <a:pt x="248" y="851"/>
                  </a:lnTo>
                  <a:lnTo>
                    <a:pt x="248" y="851"/>
                  </a:lnTo>
                  <a:lnTo>
                    <a:pt x="250" y="851"/>
                  </a:lnTo>
                  <a:lnTo>
                    <a:pt x="250" y="854"/>
                  </a:lnTo>
                  <a:lnTo>
                    <a:pt x="250" y="854"/>
                  </a:lnTo>
                  <a:lnTo>
                    <a:pt x="250" y="854"/>
                  </a:lnTo>
                  <a:lnTo>
                    <a:pt x="253" y="854"/>
                  </a:lnTo>
                  <a:lnTo>
                    <a:pt x="253" y="856"/>
                  </a:lnTo>
                  <a:lnTo>
                    <a:pt x="253" y="856"/>
                  </a:lnTo>
                  <a:lnTo>
                    <a:pt x="253" y="856"/>
                  </a:lnTo>
                  <a:lnTo>
                    <a:pt x="255" y="856"/>
                  </a:lnTo>
                  <a:lnTo>
                    <a:pt x="255" y="858"/>
                  </a:lnTo>
                  <a:lnTo>
                    <a:pt x="258" y="858"/>
                  </a:lnTo>
                  <a:lnTo>
                    <a:pt x="258" y="858"/>
                  </a:lnTo>
                  <a:lnTo>
                    <a:pt x="258" y="858"/>
                  </a:lnTo>
                  <a:lnTo>
                    <a:pt x="258" y="861"/>
                  </a:lnTo>
                  <a:lnTo>
                    <a:pt x="260" y="861"/>
                  </a:lnTo>
                  <a:lnTo>
                    <a:pt x="260" y="861"/>
                  </a:lnTo>
                  <a:lnTo>
                    <a:pt x="260" y="861"/>
                  </a:lnTo>
                  <a:lnTo>
                    <a:pt x="260" y="861"/>
                  </a:lnTo>
                  <a:lnTo>
                    <a:pt x="260" y="861"/>
                  </a:lnTo>
                  <a:lnTo>
                    <a:pt x="260" y="863"/>
                  </a:lnTo>
                  <a:lnTo>
                    <a:pt x="262" y="863"/>
                  </a:lnTo>
                  <a:lnTo>
                    <a:pt x="262" y="863"/>
                  </a:lnTo>
                  <a:lnTo>
                    <a:pt x="262" y="863"/>
                  </a:lnTo>
                  <a:lnTo>
                    <a:pt x="262" y="865"/>
                  </a:lnTo>
                  <a:lnTo>
                    <a:pt x="265" y="865"/>
                  </a:lnTo>
                  <a:lnTo>
                    <a:pt x="265" y="865"/>
                  </a:lnTo>
                  <a:lnTo>
                    <a:pt x="265" y="865"/>
                  </a:lnTo>
                  <a:lnTo>
                    <a:pt x="265" y="868"/>
                  </a:lnTo>
                  <a:lnTo>
                    <a:pt x="267" y="868"/>
                  </a:lnTo>
                  <a:lnTo>
                    <a:pt x="267" y="868"/>
                  </a:lnTo>
                  <a:lnTo>
                    <a:pt x="267" y="868"/>
                  </a:lnTo>
                  <a:lnTo>
                    <a:pt x="267" y="870"/>
                  </a:lnTo>
                  <a:lnTo>
                    <a:pt x="269" y="870"/>
                  </a:lnTo>
                  <a:lnTo>
                    <a:pt x="269" y="870"/>
                  </a:lnTo>
                  <a:lnTo>
                    <a:pt x="269" y="870"/>
                  </a:lnTo>
                  <a:lnTo>
                    <a:pt x="269" y="870"/>
                  </a:lnTo>
                  <a:lnTo>
                    <a:pt x="272" y="870"/>
                  </a:lnTo>
                  <a:lnTo>
                    <a:pt x="272" y="873"/>
                  </a:lnTo>
                  <a:lnTo>
                    <a:pt x="272" y="873"/>
                  </a:lnTo>
                  <a:lnTo>
                    <a:pt x="272" y="870"/>
                  </a:lnTo>
                  <a:lnTo>
                    <a:pt x="274" y="870"/>
                  </a:lnTo>
                  <a:lnTo>
                    <a:pt x="274" y="870"/>
                  </a:lnTo>
                  <a:lnTo>
                    <a:pt x="274" y="870"/>
                  </a:lnTo>
                  <a:lnTo>
                    <a:pt x="274" y="868"/>
                  </a:lnTo>
                  <a:lnTo>
                    <a:pt x="274" y="868"/>
                  </a:lnTo>
                  <a:lnTo>
                    <a:pt x="274" y="868"/>
                  </a:lnTo>
                  <a:lnTo>
                    <a:pt x="279" y="868"/>
                  </a:lnTo>
                  <a:lnTo>
                    <a:pt x="279" y="868"/>
                  </a:lnTo>
                  <a:lnTo>
                    <a:pt x="284" y="868"/>
                  </a:lnTo>
                  <a:lnTo>
                    <a:pt x="284" y="870"/>
                  </a:lnTo>
                  <a:lnTo>
                    <a:pt x="286" y="870"/>
                  </a:lnTo>
                  <a:lnTo>
                    <a:pt x="286" y="868"/>
                  </a:lnTo>
                  <a:lnTo>
                    <a:pt x="288" y="868"/>
                  </a:lnTo>
                  <a:lnTo>
                    <a:pt x="288" y="870"/>
                  </a:lnTo>
                  <a:lnTo>
                    <a:pt x="291" y="870"/>
                  </a:lnTo>
                  <a:lnTo>
                    <a:pt x="291" y="870"/>
                  </a:lnTo>
                  <a:lnTo>
                    <a:pt x="293" y="870"/>
                  </a:lnTo>
                  <a:lnTo>
                    <a:pt x="293" y="870"/>
                  </a:lnTo>
                  <a:lnTo>
                    <a:pt x="295" y="870"/>
                  </a:lnTo>
                  <a:lnTo>
                    <a:pt x="295" y="873"/>
                  </a:lnTo>
                  <a:lnTo>
                    <a:pt x="300" y="873"/>
                  </a:lnTo>
                  <a:lnTo>
                    <a:pt x="300" y="873"/>
                  </a:lnTo>
                  <a:lnTo>
                    <a:pt x="303" y="873"/>
                  </a:lnTo>
                  <a:lnTo>
                    <a:pt x="303" y="873"/>
                  </a:lnTo>
                  <a:lnTo>
                    <a:pt x="303" y="873"/>
                  </a:lnTo>
                  <a:lnTo>
                    <a:pt x="303" y="875"/>
                  </a:lnTo>
                  <a:lnTo>
                    <a:pt x="305" y="875"/>
                  </a:lnTo>
                  <a:lnTo>
                    <a:pt x="305" y="875"/>
                  </a:lnTo>
                  <a:lnTo>
                    <a:pt x="307" y="875"/>
                  </a:lnTo>
                  <a:lnTo>
                    <a:pt x="307" y="877"/>
                  </a:lnTo>
                  <a:lnTo>
                    <a:pt x="312" y="877"/>
                  </a:lnTo>
                  <a:lnTo>
                    <a:pt x="312" y="875"/>
                  </a:lnTo>
                  <a:lnTo>
                    <a:pt x="314" y="875"/>
                  </a:lnTo>
                  <a:lnTo>
                    <a:pt x="314" y="877"/>
                  </a:lnTo>
                  <a:lnTo>
                    <a:pt x="324" y="877"/>
                  </a:lnTo>
                  <a:lnTo>
                    <a:pt x="324" y="875"/>
                  </a:lnTo>
                  <a:lnTo>
                    <a:pt x="326" y="875"/>
                  </a:lnTo>
                  <a:lnTo>
                    <a:pt x="326" y="877"/>
                  </a:lnTo>
                  <a:lnTo>
                    <a:pt x="326" y="877"/>
                  </a:lnTo>
                  <a:lnTo>
                    <a:pt x="326" y="877"/>
                  </a:lnTo>
                  <a:lnTo>
                    <a:pt x="331" y="877"/>
                  </a:lnTo>
                  <a:lnTo>
                    <a:pt x="331" y="877"/>
                  </a:lnTo>
                  <a:lnTo>
                    <a:pt x="331" y="877"/>
                  </a:lnTo>
                  <a:lnTo>
                    <a:pt x="331" y="877"/>
                  </a:lnTo>
                  <a:lnTo>
                    <a:pt x="336" y="877"/>
                  </a:lnTo>
                  <a:lnTo>
                    <a:pt x="336" y="880"/>
                  </a:lnTo>
                  <a:lnTo>
                    <a:pt x="336" y="880"/>
                  </a:lnTo>
                  <a:lnTo>
                    <a:pt x="336" y="880"/>
                  </a:lnTo>
                  <a:lnTo>
                    <a:pt x="338" y="880"/>
                  </a:lnTo>
                  <a:lnTo>
                    <a:pt x="338" y="880"/>
                  </a:lnTo>
                  <a:lnTo>
                    <a:pt x="338" y="880"/>
                  </a:lnTo>
                  <a:lnTo>
                    <a:pt x="338" y="882"/>
                  </a:lnTo>
                  <a:lnTo>
                    <a:pt x="340" y="882"/>
                  </a:lnTo>
                  <a:lnTo>
                    <a:pt x="340" y="882"/>
                  </a:lnTo>
                  <a:lnTo>
                    <a:pt x="343" y="882"/>
                  </a:lnTo>
                  <a:lnTo>
                    <a:pt x="343" y="884"/>
                  </a:lnTo>
                  <a:lnTo>
                    <a:pt x="345" y="884"/>
                  </a:lnTo>
                  <a:lnTo>
                    <a:pt x="345" y="884"/>
                  </a:lnTo>
                  <a:lnTo>
                    <a:pt x="345" y="884"/>
                  </a:lnTo>
                  <a:lnTo>
                    <a:pt x="345" y="884"/>
                  </a:lnTo>
                  <a:lnTo>
                    <a:pt x="348" y="884"/>
                  </a:lnTo>
                  <a:lnTo>
                    <a:pt x="348" y="884"/>
                  </a:lnTo>
                  <a:lnTo>
                    <a:pt x="350" y="884"/>
                  </a:lnTo>
                  <a:lnTo>
                    <a:pt x="350" y="887"/>
                  </a:lnTo>
                  <a:lnTo>
                    <a:pt x="350" y="887"/>
                  </a:lnTo>
                  <a:lnTo>
                    <a:pt x="350" y="887"/>
                  </a:lnTo>
                  <a:lnTo>
                    <a:pt x="352" y="887"/>
                  </a:lnTo>
                  <a:lnTo>
                    <a:pt x="352" y="889"/>
                  </a:lnTo>
                  <a:lnTo>
                    <a:pt x="355" y="889"/>
                  </a:lnTo>
                  <a:lnTo>
                    <a:pt x="355" y="892"/>
                  </a:lnTo>
                  <a:lnTo>
                    <a:pt x="352" y="892"/>
                  </a:lnTo>
                  <a:lnTo>
                    <a:pt x="352" y="892"/>
                  </a:lnTo>
                  <a:lnTo>
                    <a:pt x="357" y="892"/>
                  </a:lnTo>
                  <a:lnTo>
                    <a:pt x="357" y="894"/>
                  </a:lnTo>
                  <a:lnTo>
                    <a:pt x="357" y="894"/>
                  </a:lnTo>
                  <a:lnTo>
                    <a:pt x="357" y="892"/>
                  </a:lnTo>
                  <a:lnTo>
                    <a:pt x="359" y="892"/>
                  </a:lnTo>
                  <a:lnTo>
                    <a:pt x="359" y="892"/>
                  </a:lnTo>
                  <a:lnTo>
                    <a:pt x="364" y="892"/>
                  </a:lnTo>
                  <a:lnTo>
                    <a:pt x="364" y="892"/>
                  </a:lnTo>
                  <a:lnTo>
                    <a:pt x="364" y="892"/>
                  </a:lnTo>
                  <a:lnTo>
                    <a:pt x="364" y="889"/>
                  </a:lnTo>
                  <a:lnTo>
                    <a:pt x="369" y="889"/>
                  </a:lnTo>
                  <a:lnTo>
                    <a:pt x="369" y="889"/>
                  </a:lnTo>
                  <a:lnTo>
                    <a:pt x="374" y="889"/>
                  </a:lnTo>
                  <a:lnTo>
                    <a:pt x="374" y="889"/>
                  </a:lnTo>
                  <a:lnTo>
                    <a:pt x="374" y="889"/>
                  </a:lnTo>
                  <a:lnTo>
                    <a:pt x="374" y="892"/>
                  </a:lnTo>
                  <a:lnTo>
                    <a:pt x="376" y="892"/>
                  </a:lnTo>
                  <a:lnTo>
                    <a:pt x="376" y="892"/>
                  </a:lnTo>
                  <a:lnTo>
                    <a:pt x="376" y="892"/>
                  </a:lnTo>
                  <a:lnTo>
                    <a:pt x="376" y="889"/>
                  </a:lnTo>
                  <a:lnTo>
                    <a:pt x="378" y="889"/>
                  </a:lnTo>
                  <a:lnTo>
                    <a:pt x="378" y="889"/>
                  </a:lnTo>
                  <a:lnTo>
                    <a:pt x="381" y="889"/>
                  </a:lnTo>
                  <a:lnTo>
                    <a:pt x="381" y="889"/>
                  </a:lnTo>
                  <a:lnTo>
                    <a:pt x="383" y="889"/>
                  </a:lnTo>
                  <a:lnTo>
                    <a:pt x="383" y="892"/>
                  </a:lnTo>
                  <a:lnTo>
                    <a:pt x="385" y="892"/>
                  </a:lnTo>
                  <a:lnTo>
                    <a:pt x="385" y="892"/>
                  </a:lnTo>
                  <a:lnTo>
                    <a:pt x="385" y="892"/>
                  </a:lnTo>
                  <a:lnTo>
                    <a:pt x="385" y="894"/>
                  </a:lnTo>
                  <a:lnTo>
                    <a:pt x="392" y="894"/>
                  </a:lnTo>
                  <a:lnTo>
                    <a:pt x="392" y="894"/>
                  </a:lnTo>
                  <a:lnTo>
                    <a:pt x="395" y="894"/>
                  </a:lnTo>
                  <a:lnTo>
                    <a:pt x="395" y="896"/>
                  </a:lnTo>
                  <a:lnTo>
                    <a:pt x="397" y="896"/>
                  </a:lnTo>
                  <a:lnTo>
                    <a:pt x="397" y="899"/>
                  </a:lnTo>
                  <a:lnTo>
                    <a:pt x="395" y="899"/>
                  </a:lnTo>
                  <a:lnTo>
                    <a:pt x="395" y="899"/>
                  </a:lnTo>
                  <a:lnTo>
                    <a:pt x="397" y="899"/>
                  </a:lnTo>
                  <a:lnTo>
                    <a:pt x="397" y="901"/>
                  </a:lnTo>
                  <a:lnTo>
                    <a:pt x="392" y="901"/>
                  </a:lnTo>
                  <a:lnTo>
                    <a:pt x="392" y="901"/>
                  </a:lnTo>
                  <a:lnTo>
                    <a:pt x="395" y="901"/>
                  </a:lnTo>
                  <a:lnTo>
                    <a:pt x="395" y="903"/>
                  </a:lnTo>
                  <a:lnTo>
                    <a:pt x="397" y="903"/>
                  </a:lnTo>
                  <a:lnTo>
                    <a:pt x="397" y="903"/>
                  </a:lnTo>
                  <a:lnTo>
                    <a:pt x="400" y="903"/>
                  </a:lnTo>
                  <a:lnTo>
                    <a:pt x="400" y="906"/>
                  </a:lnTo>
                  <a:lnTo>
                    <a:pt x="400" y="906"/>
                  </a:lnTo>
                  <a:lnTo>
                    <a:pt x="400" y="906"/>
                  </a:lnTo>
                  <a:lnTo>
                    <a:pt x="404" y="906"/>
                  </a:lnTo>
                  <a:lnTo>
                    <a:pt x="404" y="908"/>
                  </a:lnTo>
                  <a:lnTo>
                    <a:pt x="407" y="908"/>
                  </a:lnTo>
                  <a:lnTo>
                    <a:pt x="407" y="908"/>
                  </a:lnTo>
                  <a:lnTo>
                    <a:pt x="409" y="908"/>
                  </a:lnTo>
                  <a:lnTo>
                    <a:pt x="409" y="910"/>
                  </a:lnTo>
                  <a:lnTo>
                    <a:pt x="411" y="910"/>
                  </a:lnTo>
                  <a:lnTo>
                    <a:pt x="411" y="910"/>
                  </a:lnTo>
                  <a:lnTo>
                    <a:pt x="414" y="910"/>
                  </a:lnTo>
                  <a:lnTo>
                    <a:pt x="414" y="913"/>
                  </a:lnTo>
                  <a:lnTo>
                    <a:pt x="414" y="913"/>
                  </a:lnTo>
                  <a:lnTo>
                    <a:pt x="414" y="910"/>
                  </a:lnTo>
                  <a:lnTo>
                    <a:pt x="416" y="910"/>
                  </a:lnTo>
                  <a:lnTo>
                    <a:pt x="416" y="910"/>
                  </a:lnTo>
                  <a:lnTo>
                    <a:pt x="419" y="910"/>
                  </a:lnTo>
                  <a:lnTo>
                    <a:pt x="419" y="910"/>
                  </a:lnTo>
                  <a:lnTo>
                    <a:pt x="419" y="910"/>
                  </a:lnTo>
                  <a:lnTo>
                    <a:pt x="419" y="913"/>
                  </a:lnTo>
                  <a:lnTo>
                    <a:pt x="421" y="913"/>
                  </a:lnTo>
                  <a:lnTo>
                    <a:pt x="421" y="915"/>
                  </a:lnTo>
                  <a:lnTo>
                    <a:pt x="421" y="915"/>
                  </a:lnTo>
                  <a:lnTo>
                    <a:pt x="421" y="915"/>
                  </a:lnTo>
                  <a:lnTo>
                    <a:pt x="421" y="915"/>
                  </a:lnTo>
                  <a:lnTo>
                    <a:pt x="421" y="918"/>
                  </a:lnTo>
                  <a:lnTo>
                    <a:pt x="423" y="918"/>
                  </a:lnTo>
                  <a:lnTo>
                    <a:pt x="423" y="920"/>
                  </a:lnTo>
                  <a:lnTo>
                    <a:pt x="423" y="920"/>
                  </a:lnTo>
                  <a:lnTo>
                    <a:pt x="423" y="918"/>
                  </a:lnTo>
                  <a:lnTo>
                    <a:pt x="426" y="918"/>
                  </a:lnTo>
                  <a:lnTo>
                    <a:pt x="426" y="920"/>
                  </a:lnTo>
                  <a:lnTo>
                    <a:pt x="426" y="920"/>
                  </a:lnTo>
                  <a:lnTo>
                    <a:pt x="426" y="920"/>
                  </a:lnTo>
                  <a:lnTo>
                    <a:pt x="428" y="920"/>
                  </a:lnTo>
                  <a:lnTo>
                    <a:pt x="428" y="922"/>
                  </a:lnTo>
                  <a:lnTo>
                    <a:pt x="428" y="922"/>
                  </a:lnTo>
                  <a:lnTo>
                    <a:pt x="428" y="925"/>
                  </a:lnTo>
                  <a:lnTo>
                    <a:pt x="430" y="925"/>
                  </a:lnTo>
                  <a:lnTo>
                    <a:pt x="430" y="925"/>
                  </a:lnTo>
                  <a:lnTo>
                    <a:pt x="430" y="925"/>
                  </a:lnTo>
                  <a:lnTo>
                    <a:pt x="430" y="927"/>
                  </a:lnTo>
                  <a:lnTo>
                    <a:pt x="433" y="927"/>
                  </a:lnTo>
                  <a:lnTo>
                    <a:pt x="433" y="927"/>
                  </a:lnTo>
                  <a:lnTo>
                    <a:pt x="442" y="927"/>
                  </a:lnTo>
                  <a:lnTo>
                    <a:pt x="442" y="927"/>
                  </a:lnTo>
                  <a:lnTo>
                    <a:pt x="442" y="927"/>
                  </a:lnTo>
                  <a:lnTo>
                    <a:pt x="442" y="925"/>
                  </a:lnTo>
                  <a:lnTo>
                    <a:pt x="445" y="925"/>
                  </a:lnTo>
                  <a:lnTo>
                    <a:pt x="445" y="922"/>
                  </a:lnTo>
                  <a:lnTo>
                    <a:pt x="445" y="922"/>
                  </a:lnTo>
                  <a:lnTo>
                    <a:pt x="445" y="922"/>
                  </a:lnTo>
                  <a:lnTo>
                    <a:pt x="445" y="922"/>
                  </a:lnTo>
                  <a:lnTo>
                    <a:pt x="445" y="920"/>
                  </a:lnTo>
                  <a:lnTo>
                    <a:pt x="449" y="920"/>
                  </a:lnTo>
                  <a:lnTo>
                    <a:pt x="449" y="920"/>
                  </a:lnTo>
                  <a:lnTo>
                    <a:pt x="452" y="920"/>
                  </a:lnTo>
                  <a:lnTo>
                    <a:pt x="452" y="918"/>
                  </a:lnTo>
                  <a:lnTo>
                    <a:pt x="452" y="918"/>
                  </a:lnTo>
                  <a:lnTo>
                    <a:pt x="452" y="918"/>
                  </a:lnTo>
                  <a:lnTo>
                    <a:pt x="454" y="918"/>
                  </a:lnTo>
                  <a:lnTo>
                    <a:pt x="454" y="915"/>
                  </a:lnTo>
                  <a:lnTo>
                    <a:pt x="454" y="915"/>
                  </a:lnTo>
                  <a:lnTo>
                    <a:pt x="454" y="913"/>
                  </a:lnTo>
                  <a:lnTo>
                    <a:pt x="454" y="913"/>
                  </a:lnTo>
                  <a:lnTo>
                    <a:pt x="454" y="910"/>
                  </a:lnTo>
                  <a:lnTo>
                    <a:pt x="456" y="910"/>
                  </a:lnTo>
                  <a:lnTo>
                    <a:pt x="456" y="910"/>
                  </a:lnTo>
                  <a:lnTo>
                    <a:pt x="454" y="910"/>
                  </a:lnTo>
                  <a:lnTo>
                    <a:pt x="454" y="908"/>
                  </a:lnTo>
                  <a:lnTo>
                    <a:pt x="452" y="908"/>
                  </a:lnTo>
                  <a:lnTo>
                    <a:pt x="452" y="908"/>
                  </a:lnTo>
                  <a:lnTo>
                    <a:pt x="452" y="908"/>
                  </a:lnTo>
                  <a:lnTo>
                    <a:pt x="452" y="906"/>
                  </a:lnTo>
                  <a:lnTo>
                    <a:pt x="452" y="906"/>
                  </a:lnTo>
                  <a:lnTo>
                    <a:pt x="452" y="903"/>
                  </a:lnTo>
                  <a:lnTo>
                    <a:pt x="449" y="903"/>
                  </a:lnTo>
                  <a:lnTo>
                    <a:pt x="449" y="901"/>
                  </a:lnTo>
                  <a:lnTo>
                    <a:pt x="449" y="901"/>
                  </a:lnTo>
                  <a:lnTo>
                    <a:pt x="449" y="901"/>
                  </a:lnTo>
                  <a:lnTo>
                    <a:pt x="447" y="901"/>
                  </a:lnTo>
                  <a:lnTo>
                    <a:pt x="447" y="899"/>
                  </a:lnTo>
                  <a:lnTo>
                    <a:pt x="447" y="899"/>
                  </a:lnTo>
                  <a:lnTo>
                    <a:pt x="447" y="899"/>
                  </a:lnTo>
                  <a:lnTo>
                    <a:pt x="445" y="899"/>
                  </a:lnTo>
                  <a:lnTo>
                    <a:pt x="445" y="896"/>
                  </a:lnTo>
                  <a:lnTo>
                    <a:pt x="445" y="896"/>
                  </a:lnTo>
                  <a:lnTo>
                    <a:pt x="445" y="896"/>
                  </a:lnTo>
                  <a:lnTo>
                    <a:pt x="445" y="896"/>
                  </a:lnTo>
                  <a:lnTo>
                    <a:pt x="445" y="894"/>
                  </a:lnTo>
                  <a:lnTo>
                    <a:pt x="442" y="894"/>
                  </a:lnTo>
                  <a:lnTo>
                    <a:pt x="442" y="892"/>
                  </a:lnTo>
                  <a:lnTo>
                    <a:pt x="442" y="892"/>
                  </a:lnTo>
                  <a:lnTo>
                    <a:pt x="442" y="892"/>
                  </a:lnTo>
                  <a:lnTo>
                    <a:pt x="440" y="892"/>
                  </a:lnTo>
                  <a:lnTo>
                    <a:pt x="440" y="892"/>
                  </a:lnTo>
                  <a:lnTo>
                    <a:pt x="440" y="892"/>
                  </a:lnTo>
                  <a:lnTo>
                    <a:pt x="440" y="884"/>
                  </a:lnTo>
                  <a:lnTo>
                    <a:pt x="437" y="884"/>
                  </a:lnTo>
                  <a:lnTo>
                    <a:pt x="437" y="884"/>
                  </a:lnTo>
                  <a:lnTo>
                    <a:pt x="437" y="884"/>
                  </a:lnTo>
                  <a:lnTo>
                    <a:pt x="437" y="882"/>
                  </a:lnTo>
                  <a:lnTo>
                    <a:pt x="435" y="882"/>
                  </a:lnTo>
                  <a:lnTo>
                    <a:pt x="435" y="882"/>
                  </a:lnTo>
                  <a:lnTo>
                    <a:pt x="433" y="882"/>
                  </a:lnTo>
                  <a:lnTo>
                    <a:pt x="433" y="877"/>
                  </a:lnTo>
                  <a:lnTo>
                    <a:pt x="435" y="877"/>
                  </a:lnTo>
                  <a:lnTo>
                    <a:pt x="435" y="875"/>
                  </a:lnTo>
                  <a:lnTo>
                    <a:pt x="435" y="875"/>
                  </a:lnTo>
                  <a:lnTo>
                    <a:pt x="435" y="873"/>
                  </a:lnTo>
                  <a:lnTo>
                    <a:pt x="433" y="873"/>
                  </a:lnTo>
                  <a:lnTo>
                    <a:pt x="433" y="870"/>
                  </a:lnTo>
                  <a:lnTo>
                    <a:pt x="435" y="870"/>
                  </a:lnTo>
                  <a:lnTo>
                    <a:pt x="435" y="868"/>
                  </a:lnTo>
                  <a:lnTo>
                    <a:pt x="435" y="868"/>
                  </a:lnTo>
                  <a:lnTo>
                    <a:pt x="435" y="863"/>
                  </a:lnTo>
                  <a:lnTo>
                    <a:pt x="437" y="863"/>
                  </a:lnTo>
                  <a:lnTo>
                    <a:pt x="437" y="863"/>
                  </a:lnTo>
                  <a:lnTo>
                    <a:pt x="437" y="863"/>
                  </a:lnTo>
                  <a:lnTo>
                    <a:pt x="437" y="861"/>
                  </a:lnTo>
                  <a:lnTo>
                    <a:pt x="437" y="861"/>
                  </a:lnTo>
                  <a:lnTo>
                    <a:pt x="437" y="861"/>
                  </a:lnTo>
                  <a:lnTo>
                    <a:pt x="440" y="861"/>
                  </a:lnTo>
                  <a:lnTo>
                    <a:pt x="440" y="858"/>
                  </a:lnTo>
                  <a:lnTo>
                    <a:pt x="440" y="858"/>
                  </a:lnTo>
                  <a:lnTo>
                    <a:pt x="440" y="858"/>
                  </a:lnTo>
                  <a:lnTo>
                    <a:pt x="442" y="858"/>
                  </a:lnTo>
                  <a:lnTo>
                    <a:pt x="442" y="856"/>
                  </a:lnTo>
                  <a:lnTo>
                    <a:pt x="442" y="856"/>
                  </a:lnTo>
                  <a:lnTo>
                    <a:pt x="442" y="856"/>
                  </a:lnTo>
                  <a:lnTo>
                    <a:pt x="440" y="856"/>
                  </a:lnTo>
                  <a:lnTo>
                    <a:pt x="440" y="856"/>
                  </a:lnTo>
                  <a:lnTo>
                    <a:pt x="440" y="856"/>
                  </a:lnTo>
                  <a:lnTo>
                    <a:pt x="440" y="856"/>
                  </a:lnTo>
                  <a:lnTo>
                    <a:pt x="437" y="856"/>
                  </a:lnTo>
                  <a:lnTo>
                    <a:pt x="437" y="858"/>
                  </a:lnTo>
                  <a:lnTo>
                    <a:pt x="435" y="858"/>
                  </a:lnTo>
                  <a:lnTo>
                    <a:pt x="435" y="861"/>
                  </a:lnTo>
                  <a:lnTo>
                    <a:pt x="433" y="861"/>
                  </a:lnTo>
                  <a:lnTo>
                    <a:pt x="433" y="858"/>
                  </a:lnTo>
                  <a:lnTo>
                    <a:pt x="433" y="858"/>
                  </a:lnTo>
                  <a:lnTo>
                    <a:pt x="433" y="856"/>
                  </a:lnTo>
                  <a:lnTo>
                    <a:pt x="430" y="856"/>
                  </a:lnTo>
                  <a:lnTo>
                    <a:pt x="430" y="854"/>
                  </a:lnTo>
                  <a:lnTo>
                    <a:pt x="430" y="854"/>
                  </a:lnTo>
                  <a:lnTo>
                    <a:pt x="430" y="854"/>
                  </a:lnTo>
                  <a:lnTo>
                    <a:pt x="430" y="854"/>
                  </a:lnTo>
                  <a:lnTo>
                    <a:pt x="430" y="851"/>
                  </a:lnTo>
                  <a:lnTo>
                    <a:pt x="428" y="851"/>
                  </a:lnTo>
                  <a:lnTo>
                    <a:pt x="428" y="851"/>
                  </a:lnTo>
                  <a:lnTo>
                    <a:pt x="426" y="851"/>
                  </a:lnTo>
                  <a:lnTo>
                    <a:pt x="426" y="849"/>
                  </a:lnTo>
                  <a:lnTo>
                    <a:pt x="423" y="849"/>
                  </a:lnTo>
                  <a:lnTo>
                    <a:pt x="423" y="846"/>
                  </a:lnTo>
                  <a:lnTo>
                    <a:pt x="421" y="846"/>
                  </a:lnTo>
                  <a:lnTo>
                    <a:pt x="421" y="846"/>
                  </a:lnTo>
                  <a:lnTo>
                    <a:pt x="421" y="846"/>
                  </a:lnTo>
                  <a:lnTo>
                    <a:pt x="421" y="846"/>
                  </a:lnTo>
                  <a:lnTo>
                    <a:pt x="419" y="846"/>
                  </a:lnTo>
                  <a:lnTo>
                    <a:pt x="419" y="846"/>
                  </a:lnTo>
                  <a:lnTo>
                    <a:pt x="419" y="846"/>
                  </a:lnTo>
                  <a:lnTo>
                    <a:pt x="419" y="844"/>
                  </a:lnTo>
                  <a:lnTo>
                    <a:pt x="416" y="844"/>
                  </a:lnTo>
                  <a:lnTo>
                    <a:pt x="416" y="842"/>
                  </a:lnTo>
                  <a:lnTo>
                    <a:pt x="419" y="842"/>
                  </a:lnTo>
                  <a:lnTo>
                    <a:pt x="419" y="842"/>
                  </a:lnTo>
                  <a:lnTo>
                    <a:pt x="419" y="842"/>
                  </a:lnTo>
                  <a:lnTo>
                    <a:pt x="419" y="839"/>
                  </a:lnTo>
                  <a:lnTo>
                    <a:pt x="421" y="839"/>
                  </a:lnTo>
                  <a:lnTo>
                    <a:pt x="421" y="839"/>
                  </a:lnTo>
                  <a:lnTo>
                    <a:pt x="421" y="839"/>
                  </a:lnTo>
                  <a:lnTo>
                    <a:pt x="421" y="837"/>
                  </a:lnTo>
                  <a:lnTo>
                    <a:pt x="423" y="837"/>
                  </a:lnTo>
                  <a:lnTo>
                    <a:pt x="423" y="839"/>
                  </a:lnTo>
                  <a:lnTo>
                    <a:pt x="423" y="839"/>
                  </a:lnTo>
                  <a:lnTo>
                    <a:pt x="423" y="837"/>
                  </a:lnTo>
                  <a:lnTo>
                    <a:pt x="426" y="837"/>
                  </a:lnTo>
                  <a:lnTo>
                    <a:pt x="426" y="837"/>
                  </a:lnTo>
                  <a:lnTo>
                    <a:pt x="428" y="837"/>
                  </a:lnTo>
                  <a:lnTo>
                    <a:pt x="428" y="835"/>
                  </a:lnTo>
                  <a:lnTo>
                    <a:pt x="428" y="835"/>
                  </a:lnTo>
                  <a:lnTo>
                    <a:pt x="428" y="832"/>
                  </a:lnTo>
                  <a:lnTo>
                    <a:pt x="430" y="832"/>
                  </a:lnTo>
                  <a:lnTo>
                    <a:pt x="430" y="830"/>
                  </a:lnTo>
                  <a:lnTo>
                    <a:pt x="430" y="830"/>
                  </a:lnTo>
                  <a:lnTo>
                    <a:pt x="430" y="828"/>
                  </a:lnTo>
                  <a:lnTo>
                    <a:pt x="433" y="828"/>
                  </a:lnTo>
                  <a:lnTo>
                    <a:pt x="433" y="825"/>
                  </a:lnTo>
                  <a:lnTo>
                    <a:pt x="433" y="825"/>
                  </a:lnTo>
                  <a:lnTo>
                    <a:pt x="433" y="823"/>
                  </a:lnTo>
                  <a:lnTo>
                    <a:pt x="433" y="823"/>
                  </a:lnTo>
                  <a:lnTo>
                    <a:pt x="433" y="820"/>
                  </a:lnTo>
                  <a:lnTo>
                    <a:pt x="435" y="820"/>
                  </a:lnTo>
                  <a:lnTo>
                    <a:pt x="435" y="820"/>
                  </a:lnTo>
                  <a:lnTo>
                    <a:pt x="437" y="820"/>
                  </a:lnTo>
                  <a:lnTo>
                    <a:pt x="437" y="818"/>
                  </a:lnTo>
                  <a:lnTo>
                    <a:pt x="437" y="818"/>
                  </a:lnTo>
                  <a:lnTo>
                    <a:pt x="437" y="820"/>
                  </a:lnTo>
                  <a:lnTo>
                    <a:pt x="440" y="820"/>
                  </a:lnTo>
                  <a:lnTo>
                    <a:pt x="440" y="816"/>
                  </a:lnTo>
                  <a:lnTo>
                    <a:pt x="440" y="816"/>
                  </a:lnTo>
                  <a:lnTo>
                    <a:pt x="440" y="818"/>
                  </a:lnTo>
                  <a:lnTo>
                    <a:pt x="440" y="818"/>
                  </a:lnTo>
                  <a:lnTo>
                    <a:pt x="440" y="820"/>
                  </a:lnTo>
                  <a:lnTo>
                    <a:pt x="445" y="820"/>
                  </a:lnTo>
                  <a:lnTo>
                    <a:pt x="445" y="820"/>
                  </a:lnTo>
                  <a:lnTo>
                    <a:pt x="445" y="820"/>
                  </a:lnTo>
                  <a:lnTo>
                    <a:pt x="445" y="820"/>
                  </a:lnTo>
                  <a:lnTo>
                    <a:pt x="445" y="820"/>
                  </a:lnTo>
                  <a:lnTo>
                    <a:pt x="445" y="818"/>
                  </a:lnTo>
                  <a:lnTo>
                    <a:pt x="445" y="818"/>
                  </a:lnTo>
                  <a:lnTo>
                    <a:pt x="445" y="818"/>
                  </a:lnTo>
                  <a:lnTo>
                    <a:pt x="445" y="818"/>
                  </a:lnTo>
                  <a:lnTo>
                    <a:pt x="445" y="813"/>
                  </a:lnTo>
                  <a:lnTo>
                    <a:pt x="447" y="813"/>
                  </a:lnTo>
                  <a:lnTo>
                    <a:pt x="447" y="816"/>
                  </a:lnTo>
                  <a:lnTo>
                    <a:pt x="447" y="816"/>
                  </a:lnTo>
                  <a:lnTo>
                    <a:pt x="447" y="813"/>
                  </a:lnTo>
                  <a:lnTo>
                    <a:pt x="447" y="813"/>
                  </a:lnTo>
                  <a:lnTo>
                    <a:pt x="447" y="813"/>
                  </a:lnTo>
                  <a:lnTo>
                    <a:pt x="452" y="813"/>
                  </a:lnTo>
                  <a:lnTo>
                    <a:pt x="452" y="816"/>
                  </a:lnTo>
                  <a:lnTo>
                    <a:pt x="452" y="816"/>
                  </a:lnTo>
                  <a:lnTo>
                    <a:pt x="452" y="816"/>
                  </a:lnTo>
                  <a:lnTo>
                    <a:pt x="454" y="816"/>
                  </a:lnTo>
                  <a:lnTo>
                    <a:pt x="454" y="813"/>
                  </a:lnTo>
                  <a:lnTo>
                    <a:pt x="456" y="813"/>
                  </a:lnTo>
                  <a:lnTo>
                    <a:pt x="456" y="816"/>
                  </a:lnTo>
                  <a:lnTo>
                    <a:pt x="459" y="816"/>
                  </a:lnTo>
                  <a:lnTo>
                    <a:pt x="459" y="816"/>
                  </a:lnTo>
                  <a:lnTo>
                    <a:pt x="461" y="816"/>
                  </a:lnTo>
                  <a:lnTo>
                    <a:pt x="461" y="811"/>
                  </a:lnTo>
                  <a:lnTo>
                    <a:pt x="461" y="811"/>
                  </a:lnTo>
                  <a:lnTo>
                    <a:pt x="461" y="809"/>
                  </a:lnTo>
                  <a:lnTo>
                    <a:pt x="464" y="809"/>
                  </a:lnTo>
                  <a:lnTo>
                    <a:pt x="464" y="809"/>
                  </a:lnTo>
                  <a:lnTo>
                    <a:pt x="466" y="809"/>
                  </a:lnTo>
                  <a:lnTo>
                    <a:pt x="466" y="806"/>
                  </a:lnTo>
                  <a:lnTo>
                    <a:pt x="464" y="806"/>
                  </a:lnTo>
                  <a:lnTo>
                    <a:pt x="464" y="804"/>
                  </a:lnTo>
                  <a:lnTo>
                    <a:pt x="466" y="804"/>
                  </a:lnTo>
                  <a:lnTo>
                    <a:pt x="466" y="804"/>
                  </a:lnTo>
                  <a:lnTo>
                    <a:pt x="466" y="804"/>
                  </a:lnTo>
                  <a:lnTo>
                    <a:pt x="466" y="801"/>
                  </a:lnTo>
                  <a:lnTo>
                    <a:pt x="468" y="801"/>
                  </a:lnTo>
                  <a:lnTo>
                    <a:pt x="468" y="806"/>
                  </a:lnTo>
                  <a:lnTo>
                    <a:pt x="471" y="806"/>
                  </a:lnTo>
                  <a:lnTo>
                    <a:pt x="471" y="804"/>
                  </a:lnTo>
                  <a:lnTo>
                    <a:pt x="471" y="804"/>
                  </a:lnTo>
                  <a:lnTo>
                    <a:pt x="471" y="804"/>
                  </a:lnTo>
                  <a:lnTo>
                    <a:pt x="471" y="804"/>
                  </a:lnTo>
                  <a:lnTo>
                    <a:pt x="471" y="801"/>
                  </a:lnTo>
                  <a:lnTo>
                    <a:pt x="473" y="801"/>
                  </a:lnTo>
                  <a:lnTo>
                    <a:pt x="473" y="799"/>
                  </a:lnTo>
                  <a:lnTo>
                    <a:pt x="471" y="799"/>
                  </a:lnTo>
                  <a:lnTo>
                    <a:pt x="471" y="797"/>
                  </a:lnTo>
                  <a:lnTo>
                    <a:pt x="466" y="797"/>
                  </a:lnTo>
                  <a:lnTo>
                    <a:pt x="466" y="794"/>
                  </a:lnTo>
                  <a:lnTo>
                    <a:pt x="466" y="794"/>
                  </a:lnTo>
                  <a:lnTo>
                    <a:pt x="466" y="794"/>
                  </a:lnTo>
                  <a:lnTo>
                    <a:pt x="464" y="794"/>
                  </a:lnTo>
                  <a:lnTo>
                    <a:pt x="464" y="792"/>
                  </a:lnTo>
                  <a:lnTo>
                    <a:pt x="461" y="792"/>
                  </a:lnTo>
                  <a:lnTo>
                    <a:pt x="461" y="792"/>
                  </a:lnTo>
                  <a:lnTo>
                    <a:pt x="459" y="792"/>
                  </a:lnTo>
                  <a:lnTo>
                    <a:pt x="459" y="792"/>
                  </a:lnTo>
                  <a:lnTo>
                    <a:pt x="456" y="792"/>
                  </a:lnTo>
                  <a:lnTo>
                    <a:pt x="456" y="790"/>
                  </a:lnTo>
                  <a:lnTo>
                    <a:pt x="456" y="790"/>
                  </a:lnTo>
                  <a:lnTo>
                    <a:pt x="456" y="790"/>
                  </a:lnTo>
                  <a:lnTo>
                    <a:pt x="454" y="790"/>
                  </a:lnTo>
                  <a:lnTo>
                    <a:pt x="454" y="787"/>
                  </a:lnTo>
                  <a:lnTo>
                    <a:pt x="456" y="787"/>
                  </a:lnTo>
                  <a:lnTo>
                    <a:pt x="456" y="785"/>
                  </a:lnTo>
                  <a:lnTo>
                    <a:pt x="459" y="785"/>
                  </a:lnTo>
                  <a:lnTo>
                    <a:pt x="459" y="787"/>
                  </a:lnTo>
                  <a:lnTo>
                    <a:pt x="459" y="787"/>
                  </a:lnTo>
                  <a:lnTo>
                    <a:pt x="459" y="787"/>
                  </a:lnTo>
                  <a:lnTo>
                    <a:pt x="461" y="787"/>
                  </a:lnTo>
                  <a:lnTo>
                    <a:pt x="461" y="790"/>
                  </a:lnTo>
                  <a:lnTo>
                    <a:pt x="464" y="790"/>
                  </a:lnTo>
                  <a:lnTo>
                    <a:pt x="464" y="787"/>
                  </a:lnTo>
                  <a:lnTo>
                    <a:pt x="466" y="787"/>
                  </a:lnTo>
                  <a:lnTo>
                    <a:pt x="466" y="787"/>
                  </a:lnTo>
                  <a:lnTo>
                    <a:pt x="466" y="787"/>
                  </a:lnTo>
                  <a:lnTo>
                    <a:pt x="466" y="785"/>
                  </a:lnTo>
                  <a:lnTo>
                    <a:pt x="466" y="785"/>
                  </a:lnTo>
                  <a:lnTo>
                    <a:pt x="466" y="782"/>
                  </a:lnTo>
                  <a:lnTo>
                    <a:pt x="464" y="782"/>
                  </a:lnTo>
                  <a:lnTo>
                    <a:pt x="464" y="782"/>
                  </a:lnTo>
                  <a:lnTo>
                    <a:pt x="464" y="782"/>
                  </a:lnTo>
                  <a:lnTo>
                    <a:pt x="464" y="782"/>
                  </a:lnTo>
                  <a:lnTo>
                    <a:pt x="464" y="782"/>
                  </a:lnTo>
                  <a:lnTo>
                    <a:pt x="464" y="780"/>
                  </a:lnTo>
                  <a:lnTo>
                    <a:pt x="461" y="780"/>
                  </a:lnTo>
                  <a:lnTo>
                    <a:pt x="461" y="780"/>
                  </a:lnTo>
                  <a:lnTo>
                    <a:pt x="461" y="780"/>
                  </a:lnTo>
                  <a:lnTo>
                    <a:pt x="461" y="778"/>
                  </a:lnTo>
                  <a:lnTo>
                    <a:pt x="459" y="778"/>
                  </a:lnTo>
                  <a:lnTo>
                    <a:pt x="459" y="775"/>
                  </a:lnTo>
                  <a:lnTo>
                    <a:pt x="459" y="775"/>
                  </a:lnTo>
                  <a:lnTo>
                    <a:pt x="459" y="773"/>
                  </a:lnTo>
                  <a:lnTo>
                    <a:pt x="459" y="773"/>
                  </a:lnTo>
                  <a:lnTo>
                    <a:pt x="459" y="771"/>
                  </a:lnTo>
                  <a:lnTo>
                    <a:pt x="452" y="771"/>
                  </a:lnTo>
                  <a:lnTo>
                    <a:pt x="452" y="768"/>
                  </a:lnTo>
                  <a:lnTo>
                    <a:pt x="452" y="768"/>
                  </a:lnTo>
                  <a:lnTo>
                    <a:pt x="452" y="768"/>
                  </a:lnTo>
                  <a:lnTo>
                    <a:pt x="452" y="768"/>
                  </a:lnTo>
                  <a:lnTo>
                    <a:pt x="452" y="766"/>
                  </a:lnTo>
                  <a:lnTo>
                    <a:pt x="449" y="766"/>
                  </a:lnTo>
                  <a:lnTo>
                    <a:pt x="449" y="764"/>
                  </a:lnTo>
                  <a:lnTo>
                    <a:pt x="449" y="764"/>
                  </a:lnTo>
                  <a:lnTo>
                    <a:pt x="449" y="764"/>
                  </a:lnTo>
                  <a:lnTo>
                    <a:pt x="447" y="764"/>
                  </a:lnTo>
                  <a:lnTo>
                    <a:pt x="447" y="761"/>
                  </a:lnTo>
                  <a:lnTo>
                    <a:pt x="447" y="761"/>
                  </a:lnTo>
                  <a:lnTo>
                    <a:pt x="447" y="761"/>
                  </a:lnTo>
                  <a:lnTo>
                    <a:pt x="435" y="761"/>
                  </a:lnTo>
                  <a:lnTo>
                    <a:pt x="435" y="761"/>
                  </a:lnTo>
                  <a:lnTo>
                    <a:pt x="433" y="761"/>
                  </a:lnTo>
                  <a:lnTo>
                    <a:pt x="433" y="761"/>
                  </a:lnTo>
                  <a:lnTo>
                    <a:pt x="430" y="761"/>
                  </a:lnTo>
                  <a:lnTo>
                    <a:pt x="430" y="764"/>
                  </a:lnTo>
                  <a:lnTo>
                    <a:pt x="430" y="764"/>
                  </a:lnTo>
                  <a:lnTo>
                    <a:pt x="430" y="761"/>
                  </a:lnTo>
                  <a:lnTo>
                    <a:pt x="428" y="761"/>
                  </a:lnTo>
                  <a:lnTo>
                    <a:pt x="428" y="761"/>
                  </a:lnTo>
                  <a:lnTo>
                    <a:pt x="426" y="761"/>
                  </a:lnTo>
                  <a:lnTo>
                    <a:pt x="426" y="761"/>
                  </a:lnTo>
                  <a:lnTo>
                    <a:pt x="426" y="761"/>
                  </a:lnTo>
                  <a:lnTo>
                    <a:pt x="426" y="759"/>
                  </a:lnTo>
                  <a:lnTo>
                    <a:pt x="426" y="759"/>
                  </a:lnTo>
                  <a:lnTo>
                    <a:pt x="426" y="759"/>
                  </a:lnTo>
                  <a:lnTo>
                    <a:pt x="426" y="759"/>
                  </a:lnTo>
                  <a:lnTo>
                    <a:pt x="426" y="756"/>
                  </a:lnTo>
                  <a:lnTo>
                    <a:pt x="426" y="756"/>
                  </a:lnTo>
                  <a:lnTo>
                    <a:pt x="426" y="756"/>
                  </a:lnTo>
                  <a:lnTo>
                    <a:pt x="423" y="756"/>
                  </a:lnTo>
                  <a:lnTo>
                    <a:pt x="423" y="754"/>
                  </a:lnTo>
                  <a:lnTo>
                    <a:pt x="426" y="754"/>
                  </a:lnTo>
                  <a:lnTo>
                    <a:pt x="426" y="754"/>
                  </a:lnTo>
                  <a:lnTo>
                    <a:pt x="426" y="754"/>
                  </a:lnTo>
                  <a:lnTo>
                    <a:pt x="426" y="752"/>
                  </a:lnTo>
                  <a:lnTo>
                    <a:pt x="426" y="752"/>
                  </a:lnTo>
                  <a:lnTo>
                    <a:pt x="426" y="749"/>
                  </a:lnTo>
                  <a:lnTo>
                    <a:pt x="423" y="749"/>
                  </a:lnTo>
                  <a:lnTo>
                    <a:pt x="423" y="749"/>
                  </a:lnTo>
                  <a:lnTo>
                    <a:pt x="423" y="749"/>
                  </a:lnTo>
                  <a:lnTo>
                    <a:pt x="423" y="747"/>
                  </a:lnTo>
                  <a:lnTo>
                    <a:pt x="421" y="747"/>
                  </a:lnTo>
                  <a:lnTo>
                    <a:pt x="421" y="747"/>
                  </a:lnTo>
                  <a:lnTo>
                    <a:pt x="419" y="747"/>
                  </a:lnTo>
                  <a:lnTo>
                    <a:pt x="419" y="745"/>
                  </a:lnTo>
                  <a:lnTo>
                    <a:pt x="416" y="745"/>
                  </a:lnTo>
                  <a:lnTo>
                    <a:pt x="416" y="745"/>
                  </a:lnTo>
                  <a:lnTo>
                    <a:pt x="411" y="745"/>
                  </a:lnTo>
                  <a:lnTo>
                    <a:pt x="411" y="742"/>
                  </a:lnTo>
                  <a:lnTo>
                    <a:pt x="414" y="742"/>
                  </a:lnTo>
                  <a:lnTo>
                    <a:pt x="414" y="740"/>
                  </a:lnTo>
                  <a:lnTo>
                    <a:pt x="414" y="740"/>
                  </a:lnTo>
                  <a:lnTo>
                    <a:pt x="414" y="737"/>
                  </a:lnTo>
                  <a:lnTo>
                    <a:pt x="414" y="737"/>
                  </a:lnTo>
                  <a:lnTo>
                    <a:pt x="414" y="737"/>
                  </a:lnTo>
                  <a:lnTo>
                    <a:pt x="416" y="737"/>
                  </a:lnTo>
                  <a:lnTo>
                    <a:pt x="416" y="735"/>
                  </a:lnTo>
                  <a:lnTo>
                    <a:pt x="416" y="735"/>
                  </a:lnTo>
                  <a:lnTo>
                    <a:pt x="416" y="733"/>
                  </a:lnTo>
                  <a:lnTo>
                    <a:pt x="419" y="733"/>
                  </a:lnTo>
                  <a:lnTo>
                    <a:pt x="419" y="733"/>
                  </a:lnTo>
                  <a:lnTo>
                    <a:pt x="419" y="733"/>
                  </a:lnTo>
                  <a:lnTo>
                    <a:pt x="419" y="730"/>
                  </a:lnTo>
                  <a:lnTo>
                    <a:pt x="421" y="730"/>
                  </a:lnTo>
                  <a:lnTo>
                    <a:pt x="421" y="730"/>
                  </a:lnTo>
                  <a:lnTo>
                    <a:pt x="421" y="730"/>
                  </a:lnTo>
                  <a:lnTo>
                    <a:pt x="421" y="728"/>
                  </a:lnTo>
                  <a:lnTo>
                    <a:pt x="423" y="728"/>
                  </a:lnTo>
                  <a:lnTo>
                    <a:pt x="423" y="728"/>
                  </a:lnTo>
                  <a:lnTo>
                    <a:pt x="423" y="728"/>
                  </a:lnTo>
                  <a:lnTo>
                    <a:pt x="423" y="723"/>
                  </a:lnTo>
                  <a:lnTo>
                    <a:pt x="423" y="723"/>
                  </a:lnTo>
                  <a:lnTo>
                    <a:pt x="423" y="723"/>
                  </a:lnTo>
                  <a:lnTo>
                    <a:pt x="421" y="723"/>
                  </a:lnTo>
                  <a:lnTo>
                    <a:pt x="421" y="723"/>
                  </a:lnTo>
                  <a:lnTo>
                    <a:pt x="419" y="723"/>
                  </a:lnTo>
                  <a:lnTo>
                    <a:pt x="419" y="721"/>
                  </a:lnTo>
                  <a:lnTo>
                    <a:pt x="419" y="721"/>
                  </a:lnTo>
                  <a:lnTo>
                    <a:pt x="419" y="716"/>
                  </a:lnTo>
                  <a:lnTo>
                    <a:pt x="419" y="716"/>
                  </a:lnTo>
                  <a:lnTo>
                    <a:pt x="419" y="714"/>
                  </a:lnTo>
                  <a:lnTo>
                    <a:pt x="421" y="714"/>
                  </a:lnTo>
                  <a:lnTo>
                    <a:pt x="421" y="709"/>
                  </a:lnTo>
                  <a:lnTo>
                    <a:pt x="421" y="709"/>
                  </a:lnTo>
                  <a:lnTo>
                    <a:pt x="421" y="707"/>
                  </a:lnTo>
                  <a:lnTo>
                    <a:pt x="426" y="707"/>
                  </a:lnTo>
                  <a:lnTo>
                    <a:pt x="426" y="707"/>
                  </a:lnTo>
                  <a:lnTo>
                    <a:pt x="426" y="707"/>
                  </a:lnTo>
                  <a:lnTo>
                    <a:pt x="426" y="704"/>
                  </a:lnTo>
                  <a:lnTo>
                    <a:pt x="428" y="704"/>
                  </a:lnTo>
                  <a:lnTo>
                    <a:pt x="428" y="704"/>
                  </a:lnTo>
                  <a:lnTo>
                    <a:pt x="430" y="704"/>
                  </a:lnTo>
                  <a:lnTo>
                    <a:pt x="430" y="702"/>
                  </a:lnTo>
                  <a:lnTo>
                    <a:pt x="430" y="702"/>
                  </a:lnTo>
                  <a:lnTo>
                    <a:pt x="430" y="700"/>
                  </a:lnTo>
                  <a:lnTo>
                    <a:pt x="430" y="700"/>
                  </a:lnTo>
                  <a:lnTo>
                    <a:pt x="430" y="695"/>
                  </a:lnTo>
                  <a:lnTo>
                    <a:pt x="433" y="695"/>
                  </a:lnTo>
                  <a:lnTo>
                    <a:pt x="433" y="692"/>
                  </a:lnTo>
                  <a:lnTo>
                    <a:pt x="433" y="692"/>
                  </a:lnTo>
                  <a:lnTo>
                    <a:pt x="433" y="692"/>
                  </a:lnTo>
                  <a:lnTo>
                    <a:pt x="437" y="692"/>
                  </a:lnTo>
                  <a:lnTo>
                    <a:pt x="437" y="692"/>
                  </a:lnTo>
                  <a:lnTo>
                    <a:pt x="437" y="692"/>
                  </a:lnTo>
                  <a:lnTo>
                    <a:pt x="437" y="695"/>
                  </a:lnTo>
                  <a:lnTo>
                    <a:pt x="440" y="695"/>
                  </a:lnTo>
                  <a:lnTo>
                    <a:pt x="440" y="695"/>
                  </a:lnTo>
                  <a:lnTo>
                    <a:pt x="440" y="695"/>
                  </a:lnTo>
                  <a:lnTo>
                    <a:pt x="440" y="697"/>
                  </a:lnTo>
                  <a:lnTo>
                    <a:pt x="442" y="697"/>
                  </a:lnTo>
                  <a:lnTo>
                    <a:pt x="442" y="697"/>
                  </a:lnTo>
                  <a:lnTo>
                    <a:pt x="442" y="697"/>
                  </a:lnTo>
                  <a:lnTo>
                    <a:pt x="442" y="700"/>
                  </a:lnTo>
                  <a:lnTo>
                    <a:pt x="445" y="700"/>
                  </a:lnTo>
                  <a:lnTo>
                    <a:pt x="445" y="700"/>
                  </a:lnTo>
                  <a:lnTo>
                    <a:pt x="445" y="700"/>
                  </a:lnTo>
                  <a:lnTo>
                    <a:pt x="445" y="702"/>
                  </a:lnTo>
                  <a:lnTo>
                    <a:pt x="447" y="702"/>
                  </a:lnTo>
                  <a:lnTo>
                    <a:pt x="447" y="702"/>
                  </a:lnTo>
                  <a:lnTo>
                    <a:pt x="447" y="702"/>
                  </a:lnTo>
                  <a:lnTo>
                    <a:pt x="447" y="704"/>
                  </a:lnTo>
                  <a:lnTo>
                    <a:pt x="449" y="704"/>
                  </a:lnTo>
                  <a:lnTo>
                    <a:pt x="449" y="707"/>
                  </a:lnTo>
                  <a:lnTo>
                    <a:pt x="452" y="707"/>
                  </a:lnTo>
                  <a:lnTo>
                    <a:pt x="452" y="709"/>
                  </a:lnTo>
                  <a:lnTo>
                    <a:pt x="454" y="709"/>
                  </a:lnTo>
                  <a:lnTo>
                    <a:pt x="454" y="707"/>
                  </a:lnTo>
                  <a:lnTo>
                    <a:pt x="459" y="707"/>
                  </a:lnTo>
                  <a:lnTo>
                    <a:pt x="459" y="707"/>
                  </a:lnTo>
                  <a:lnTo>
                    <a:pt x="461" y="707"/>
                  </a:lnTo>
                  <a:lnTo>
                    <a:pt x="461" y="704"/>
                  </a:lnTo>
                  <a:lnTo>
                    <a:pt x="464" y="704"/>
                  </a:lnTo>
                  <a:lnTo>
                    <a:pt x="464" y="704"/>
                  </a:lnTo>
                  <a:lnTo>
                    <a:pt x="464" y="704"/>
                  </a:lnTo>
                  <a:lnTo>
                    <a:pt x="464" y="702"/>
                  </a:lnTo>
                  <a:lnTo>
                    <a:pt x="461" y="702"/>
                  </a:lnTo>
                  <a:lnTo>
                    <a:pt x="461" y="700"/>
                  </a:lnTo>
                  <a:lnTo>
                    <a:pt x="461" y="700"/>
                  </a:lnTo>
                  <a:lnTo>
                    <a:pt x="461" y="700"/>
                  </a:lnTo>
                  <a:lnTo>
                    <a:pt x="461" y="700"/>
                  </a:lnTo>
                  <a:lnTo>
                    <a:pt x="461" y="697"/>
                  </a:lnTo>
                  <a:lnTo>
                    <a:pt x="459" y="697"/>
                  </a:lnTo>
                  <a:lnTo>
                    <a:pt x="459" y="695"/>
                  </a:lnTo>
                  <a:lnTo>
                    <a:pt x="459" y="695"/>
                  </a:lnTo>
                  <a:lnTo>
                    <a:pt x="459" y="692"/>
                  </a:lnTo>
                  <a:lnTo>
                    <a:pt x="459" y="692"/>
                  </a:lnTo>
                  <a:lnTo>
                    <a:pt x="459" y="688"/>
                  </a:lnTo>
                  <a:lnTo>
                    <a:pt x="456" y="688"/>
                  </a:lnTo>
                  <a:lnTo>
                    <a:pt x="456" y="688"/>
                  </a:lnTo>
                  <a:lnTo>
                    <a:pt x="459" y="688"/>
                  </a:lnTo>
                  <a:lnTo>
                    <a:pt x="459" y="688"/>
                  </a:lnTo>
                  <a:lnTo>
                    <a:pt x="461" y="688"/>
                  </a:lnTo>
                  <a:lnTo>
                    <a:pt x="461" y="690"/>
                  </a:lnTo>
                  <a:lnTo>
                    <a:pt x="464" y="690"/>
                  </a:lnTo>
                  <a:lnTo>
                    <a:pt x="464" y="688"/>
                  </a:lnTo>
                  <a:lnTo>
                    <a:pt x="464" y="688"/>
                  </a:lnTo>
                  <a:lnTo>
                    <a:pt x="464" y="688"/>
                  </a:lnTo>
                  <a:lnTo>
                    <a:pt x="466" y="688"/>
                  </a:lnTo>
                  <a:lnTo>
                    <a:pt x="466" y="685"/>
                  </a:lnTo>
                  <a:lnTo>
                    <a:pt x="466" y="685"/>
                  </a:lnTo>
                  <a:lnTo>
                    <a:pt x="466" y="685"/>
                  </a:lnTo>
                  <a:lnTo>
                    <a:pt x="468" y="685"/>
                  </a:lnTo>
                  <a:lnTo>
                    <a:pt x="468" y="683"/>
                  </a:lnTo>
                  <a:lnTo>
                    <a:pt x="471" y="683"/>
                  </a:lnTo>
                  <a:lnTo>
                    <a:pt x="471" y="683"/>
                  </a:lnTo>
                  <a:lnTo>
                    <a:pt x="473" y="683"/>
                  </a:lnTo>
                  <a:lnTo>
                    <a:pt x="473" y="683"/>
                  </a:lnTo>
                  <a:lnTo>
                    <a:pt x="475" y="683"/>
                  </a:lnTo>
                  <a:lnTo>
                    <a:pt x="475" y="681"/>
                  </a:lnTo>
                  <a:lnTo>
                    <a:pt x="473" y="681"/>
                  </a:lnTo>
                  <a:lnTo>
                    <a:pt x="473" y="681"/>
                  </a:lnTo>
                  <a:lnTo>
                    <a:pt x="473" y="681"/>
                  </a:lnTo>
                  <a:lnTo>
                    <a:pt x="473" y="678"/>
                  </a:lnTo>
                  <a:lnTo>
                    <a:pt x="473" y="678"/>
                  </a:lnTo>
                  <a:lnTo>
                    <a:pt x="473" y="676"/>
                  </a:lnTo>
                  <a:lnTo>
                    <a:pt x="482" y="676"/>
                  </a:lnTo>
                  <a:lnTo>
                    <a:pt x="482" y="673"/>
                  </a:lnTo>
                  <a:lnTo>
                    <a:pt x="485" y="673"/>
                  </a:lnTo>
                  <a:lnTo>
                    <a:pt x="485" y="673"/>
                  </a:lnTo>
                  <a:lnTo>
                    <a:pt x="485" y="673"/>
                  </a:lnTo>
                  <a:lnTo>
                    <a:pt x="485" y="673"/>
                  </a:lnTo>
                  <a:lnTo>
                    <a:pt x="490" y="673"/>
                  </a:lnTo>
                  <a:lnTo>
                    <a:pt x="490" y="671"/>
                  </a:lnTo>
                  <a:lnTo>
                    <a:pt x="494" y="671"/>
                  </a:lnTo>
                  <a:lnTo>
                    <a:pt x="494" y="671"/>
                  </a:lnTo>
                  <a:lnTo>
                    <a:pt x="494" y="671"/>
                  </a:lnTo>
                  <a:lnTo>
                    <a:pt x="494" y="669"/>
                  </a:lnTo>
                  <a:lnTo>
                    <a:pt x="497" y="669"/>
                  </a:lnTo>
                  <a:lnTo>
                    <a:pt x="497" y="666"/>
                  </a:lnTo>
                  <a:lnTo>
                    <a:pt x="499" y="666"/>
                  </a:lnTo>
                  <a:lnTo>
                    <a:pt x="499" y="664"/>
                  </a:lnTo>
                  <a:lnTo>
                    <a:pt x="499" y="664"/>
                  </a:lnTo>
                  <a:lnTo>
                    <a:pt x="499" y="664"/>
                  </a:lnTo>
                  <a:lnTo>
                    <a:pt x="504" y="664"/>
                  </a:lnTo>
                  <a:lnTo>
                    <a:pt x="504" y="664"/>
                  </a:lnTo>
                  <a:lnTo>
                    <a:pt x="504" y="664"/>
                  </a:lnTo>
                  <a:lnTo>
                    <a:pt x="504" y="662"/>
                  </a:lnTo>
                  <a:lnTo>
                    <a:pt x="504" y="662"/>
                  </a:lnTo>
                  <a:lnTo>
                    <a:pt x="504" y="659"/>
                  </a:lnTo>
                  <a:lnTo>
                    <a:pt x="506" y="659"/>
                  </a:lnTo>
                  <a:lnTo>
                    <a:pt x="506" y="662"/>
                  </a:lnTo>
                  <a:lnTo>
                    <a:pt x="516" y="662"/>
                  </a:lnTo>
                  <a:lnTo>
                    <a:pt x="516" y="664"/>
                  </a:lnTo>
                  <a:lnTo>
                    <a:pt x="518" y="664"/>
                  </a:lnTo>
                  <a:lnTo>
                    <a:pt x="518" y="664"/>
                  </a:lnTo>
                  <a:lnTo>
                    <a:pt x="513" y="664"/>
                  </a:lnTo>
                  <a:lnTo>
                    <a:pt x="513" y="664"/>
                  </a:lnTo>
                  <a:lnTo>
                    <a:pt x="516" y="664"/>
                  </a:lnTo>
                  <a:lnTo>
                    <a:pt x="516" y="666"/>
                  </a:lnTo>
                  <a:lnTo>
                    <a:pt x="520" y="666"/>
                  </a:lnTo>
                  <a:lnTo>
                    <a:pt x="520" y="664"/>
                  </a:lnTo>
                  <a:lnTo>
                    <a:pt x="523" y="664"/>
                  </a:lnTo>
                  <a:lnTo>
                    <a:pt x="523" y="666"/>
                  </a:lnTo>
                  <a:lnTo>
                    <a:pt x="523" y="666"/>
                  </a:lnTo>
                  <a:lnTo>
                    <a:pt x="523" y="666"/>
                  </a:lnTo>
                  <a:lnTo>
                    <a:pt x="525" y="666"/>
                  </a:lnTo>
                  <a:lnTo>
                    <a:pt x="525" y="664"/>
                  </a:lnTo>
                  <a:lnTo>
                    <a:pt x="525" y="664"/>
                  </a:lnTo>
                  <a:lnTo>
                    <a:pt x="525" y="664"/>
                  </a:lnTo>
                  <a:lnTo>
                    <a:pt x="525" y="664"/>
                  </a:lnTo>
                  <a:lnTo>
                    <a:pt x="525" y="662"/>
                  </a:lnTo>
                  <a:lnTo>
                    <a:pt x="535" y="662"/>
                  </a:lnTo>
                  <a:lnTo>
                    <a:pt x="535" y="662"/>
                  </a:lnTo>
                  <a:lnTo>
                    <a:pt x="537" y="662"/>
                  </a:lnTo>
                  <a:lnTo>
                    <a:pt x="537" y="659"/>
                  </a:lnTo>
                  <a:lnTo>
                    <a:pt x="539" y="659"/>
                  </a:lnTo>
                  <a:lnTo>
                    <a:pt x="539" y="664"/>
                  </a:lnTo>
                  <a:lnTo>
                    <a:pt x="539" y="664"/>
                  </a:lnTo>
                  <a:lnTo>
                    <a:pt x="539" y="664"/>
                  </a:lnTo>
                  <a:lnTo>
                    <a:pt x="542" y="664"/>
                  </a:lnTo>
                  <a:lnTo>
                    <a:pt x="542" y="666"/>
                  </a:lnTo>
                  <a:lnTo>
                    <a:pt x="542" y="666"/>
                  </a:lnTo>
                  <a:lnTo>
                    <a:pt x="542" y="666"/>
                  </a:lnTo>
                  <a:lnTo>
                    <a:pt x="546" y="666"/>
                  </a:lnTo>
                  <a:lnTo>
                    <a:pt x="546" y="666"/>
                  </a:lnTo>
                  <a:lnTo>
                    <a:pt x="551" y="666"/>
                  </a:lnTo>
                  <a:lnTo>
                    <a:pt x="551" y="666"/>
                  </a:lnTo>
                  <a:lnTo>
                    <a:pt x="551" y="666"/>
                  </a:lnTo>
                  <a:lnTo>
                    <a:pt x="551" y="666"/>
                  </a:lnTo>
                  <a:lnTo>
                    <a:pt x="556" y="666"/>
                  </a:lnTo>
                  <a:lnTo>
                    <a:pt x="556" y="664"/>
                  </a:lnTo>
                  <a:lnTo>
                    <a:pt x="556" y="664"/>
                  </a:lnTo>
                  <a:lnTo>
                    <a:pt x="556" y="666"/>
                  </a:lnTo>
                  <a:lnTo>
                    <a:pt x="561" y="666"/>
                  </a:lnTo>
                  <a:lnTo>
                    <a:pt x="561" y="666"/>
                  </a:lnTo>
                  <a:lnTo>
                    <a:pt x="563" y="666"/>
                  </a:lnTo>
                  <a:lnTo>
                    <a:pt x="563" y="669"/>
                  </a:lnTo>
                  <a:lnTo>
                    <a:pt x="565" y="669"/>
                  </a:lnTo>
                  <a:lnTo>
                    <a:pt x="565" y="671"/>
                  </a:lnTo>
                  <a:lnTo>
                    <a:pt x="565" y="671"/>
                  </a:lnTo>
                  <a:lnTo>
                    <a:pt x="565" y="673"/>
                  </a:lnTo>
                  <a:lnTo>
                    <a:pt x="568" y="673"/>
                  </a:lnTo>
                  <a:lnTo>
                    <a:pt x="568" y="673"/>
                  </a:lnTo>
                  <a:lnTo>
                    <a:pt x="572" y="673"/>
                  </a:lnTo>
                  <a:lnTo>
                    <a:pt x="572" y="673"/>
                  </a:lnTo>
                  <a:lnTo>
                    <a:pt x="575" y="673"/>
                  </a:lnTo>
                  <a:lnTo>
                    <a:pt x="575" y="676"/>
                  </a:lnTo>
                  <a:lnTo>
                    <a:pt x="577" y="676"/>
                  </a:lnTo>
                  <a:lnTo>
                    <a:pt x="577" y="676"/>
                  </a:lnTo>
                  <a:lnTo>
                    <a:pt x="577" y="676"/>
                  </a:lnTo>
                  <a:lnTo>
                    <a:pt x="577" y="678"/>
                  </a:lnTo>
                  <a:lnTo>
                    <a:pt x="577" y="678"/>
                  </a:lnTo>
                  <a:lnTo>
                    <a:pt x="577" y="681"/>
                  </a:lnTo>
                  <a:lnTo>
                    <a:pt x="579" y="681"/>
                  </a:lnTo>
                  <a:lnTo>
                    <a:pt x="579" y="681"/>
                  </a:lnTo>
                  <a:lnTo>
                    <a:pt x="579" y="681"/>
                  </a:lnTo>
                  <a:lnTo>
                    <a:pt x="579" y="683"/>
                  </a:lnTo>
                  <a:lnTo>
                    <a:pt x="584" y="683"/>
                  </a:lnTo>
                  <a:lnTo>
                    <a:pt x="584" y="683"/>
                  </a:lnTo>
                  <a:lnTo>
                    <a:pt x="584" y="683"/>
                  </a:lnTo>
                  <a:lnTo>
                    <a:pt x="584" y="688"/>
                  </a:lnTo>
                  <a:lnTo>
                    <a:pt x="582" y="688"/>
                  </a:lnTo>
                  <a:lnTo>
                    <a:pt x="582" y="688"/>
                  </a:lnTo>
                  <a:lnTo>
                    <a:pt x="584" y="688"/>
                  </a:lnTo>
                  <a:lnTo>
                    <a:pt x="584" y="690"/>
                  </a:lnTo>
                  <a:lnTo>
                    <a:pt x="584" y="690"/>
                  </a:lnTo>
                  <a:lnTo>
                    <a:pt x="584" y="690"/>
                  </a:lnTo>
                  <a:lnTo>
                    <a:pt x="587" y="690"/>
                  </a:lnTo>
                  <a:lnTo>
                    <a:pt x="587" y="690"/>
                  </a:lnTo>
                  <a:lnTo>
                    <a:pt x="587" y="690"/>
                  </a:lnTo>
                  <a:lnTo>
                    <a:pt x="587" y="688"/>
                  </a:lnTo>
                  <a:lnTo>
                    <a:pt x="589" y="688"/>
                  </a:lnTo>
                  <a:lnTo>
                    <a:pt x="589" y="685"/>
                  </a:lnTo>
                  <a:lnTo>
                    <a:pt x="587" y="685"/>
                  </a:lnTo>
                  <a:lnTo>
                    <a:pt x="587" y="683"/>
                  </a:lnTo>
                  <a:lnTo>
                    <a:pt x="591" y="683"/>
                  </a:lnTo>
                  <a:lnTo>
                    <a:pt x="591" y="683"/>
                  </a:lnTo>
                  <a:lnTo>
                    <a:pt x="594" y="683"/>
                  </a:lnTo>
                  <a:lnTo>
                    <a:pt x="594" y="683"/>
                  </a:lnTo>
                  <a:lnTo>
                    <a:pt x="594" y="683"/>
                  </a:lnTo>
                  <a:lnTo>
                    <a:pt x="594" y="681"/>
                  </a:lnTo>
                  <a:lnTo>
                    <a:pt x="596" y="681"/>
                  </a:lnTo>
                  <a:lnTo>
                    <a:pt x="596" y="683"/>
                  </a:lnTo>
                  <a:lnTo>
                    <a:pt x="598" y="683"/>
                  </a:lnTo>
                  <a:lnTo>
                    <a:pt x="598" y="685"/>
                  </a:lnTo>
                  <a:lnTo>
                    <a:pt x="601" y="685"/>
                  </a:lnTo>
                  <a:lnTo>
                    <a:pt x="601" y="685"/>
                  </a:lnTo>
                  <a:lnTo>
                    <a:pt x="601" y="685"/>
                  </a:lnTo>
                  <a:lnTo>
                    <a:pt x="601" y="688"/>
                  </a:lnTo>
                  <a:lnTo>
                    <a:pt x="606" y="688"/>
                  </a:lnTo>
                  <a:lnTo>
                    <a:pt x="606" y="688"/>
                  </a:lnTo>
                  <a:lnTo>
                    <a:pt x="608" y="688"/>
                  </a:lnTo>
                  <a:lnTo>
                    <a:pt x="608" y="690"/>
                  </a:lnTo>
                  <a:lnTo>
                    <a:pt x="610" y="690"/>
                  </a:lnTo>
                  <a:lnTo>
                    <a:pt x="610" y="688"/>
                  </a:lnTo>
                  <a:lnTo>
                    <a:pt x="613" y="688"/>
                  </a:lnTo>
                  <a:lnTo>
                    <a:pt x="613" y="688"/>
                  </a:lnTo>
                  <a:lnTo>
                    <a:pt x="615" y="688"/>
                  </a:lnTo>
                  <a:lnTo>
                    <a:pt x="615" y="685"/>
                  </a:lnTo>
                  <a:lnTo>
                    <a:pt x="617" y="685"/>
                  </a:lnTo>
                  <a:lnTo>
                    <a:pt x="617" y="685"/>
                  </a:lnTo>
                  <a:lnTo>
                    <a:pt x="620" y="685"/>
                  </a:lnTo>
                  <a:lnTo>
                    <a:pt x="620" y="683"/>
                  </a:lnTo>
                  <a:lnTo>
                    <a:pt x="620" y="683"/>
                  </a:lnTo>
                  <a:lnTo>
                    <a:pt x="620" y="681"/>
                  </a:lnTo>
                  <a:lnTo>
                    <a:pt x="624" y="681"/>
                  </a:lnTo>
                  <a:lnTo>
                    <a:pt x="624" y="681"/>
                  </a:lnTo>
                  <a:lnTo>
                    <a:pt x="627" y="681"/>
                  </a:lnTo>
                  <a:lnTo>
                    <a:pt x="627" y="676"/>
                  </a:lnTo>
                  <a:lnTo>
                    <a:pt x="627" y="676"/>
                  </a:lnTo>
                  <a:lnTo>
                    <a:pt x="627" y="678"/>
                  </a:lnTo>
                  <a:lnTo>
                    <a:pt x="629" y="678"/>
                  </a:lnTo>
                  <a:lnTo>
                    <a:pt x="629" y="678"/>
                  </a:lnTo>
                  <a:lnTo>
                    <a:pt x="632" y="678"/>
                  </a:lnTo>
                  <a:lnTo>
                    <a:pt x="632" y="681"/>
                  </a:lnTo>
                  <a:lnTo>
                    <a:pt x="632" y="681"/>
                  </a:lnTo>
                  <a:lnTo>
                    <a:pt x="632" y="678"/>
                  </a:lnTo>
                  <a:lnTo>
                    <a:pt x="632" y="678"/>
                  </a:lnTo>
                  <a:lnTo>
                    <a:pt x="632" y="676"/>
                  </a:lnTo>
                  <a:lnTo>
                    <a:pt x="634" y="676"/>
                  </a:lnTo>
                  <a:lnTo>
                    <a:pt x="634" y="678"/>
                  </a:lnTo>
                  <a:lnTo>
                    <a:pt x="636" y="678"/>
                  </a:lnTo>
                  <a:lnTo>
                    <a:pt x="636" y="676"/>
                  </a:lnTo>
                  <a:lnTo>
                    <a:pt x="639" y="676"/>
                  </a:lnTo>
                  <a:lnTo>
                    <a:pt x="639" y="678"/>
                  </a:lnTo>
                  <a:lnTo>
                    <a:pt x="639" y="678"/>
                  </a:lnTo>
                  <a:lnTo>
                    <a:pt x="639" y="676"/>
                  </a:lnTo>
                  <a:lnTo>
                    <a:pt x="643" y="676"/>
                  </a:lnTo>
                  <a:lnTo>
                    <a:pt x="643" y="678"/>
                  </a:lnTo>
                  <a:lnTo>
                    <a:pt x="643" y="678"/>
                  </a:lnTo>
                  <a:lnTo>
                    <a:pt x="643" y="678"/>
                  </a:lnTo>
                  <a:lnTo>
                    <a:pt x="646" y="678"/>
                  </a:lnTo>
                  <a:lnTo>
                    <a:pt x="646" y="681"/>
                  </a:lnTo>
                  <a:lnTo>
                    <a:pt x="646" y="681"/>
                  </a:lnTo>
                  <a:lnTo>
                    <a:pt x="646" y="683"/>
                  </a:lnTo>
                  <a:lnTo>
                    <a:pt x="648" y="683"/>
                  </a:lnTo>
                  <a:lnTo>
                    <a:pt x="648" y="681"/>
                  </a:lnTo>
                  <a:lnTo>
                    <a:pt x="650" y="681"/>
                  </a:lnTo>
                  <a:lnTo>
                    <a:pt x="650" y="681"/>
                  </a:lnTo>
                  <a:lnTo>
                    <a:pt x="653" y="681"/>
                  </a:lnTo>
                  <a:lnTo>
                    <a:pt x="653" y="681"/>
                  </a:lnTo>
                  <a:lnTo>
                    <a:pt x="653" y="681"/>
                  </a:lnTo>
                  <a:lnTo>
                    <a:pt x="653" y="676"/>
                  </a:lnTo>
                  <a:lnTo>
                    <a:pt x="658" y="676"/>
                  </a:lnTo>
                  <a:lnTo>
                    <a:pt x="658" y="676"/>
                  </a:lnTo>
                  <a:lnTo>
                    <a:pt x="660" y="676"/>
                  </a:lnTo>
                  <a:lnTo>
                    <a:pt x="660" y="676"/>
                  </a:lnTo>
                  <a:lnTo>
                    <a:pt x="660" y="676"/>
                  </a:lnTo>
                  <a:lnTo>
                    <a:pt x="660" y="676"/>
                  </a:lnTo>
                  <a:lnTo>
                    <a:pt x="665" y="676"/>
                  </a:lnTo>
                  <a:lnTo>
                    <a:pt x="665" y="676"/>
                  </a:lnTo>
                  <a:lnTo>
                    <a:pt x="665" y="676"/>
                  </a:lnTo>
                  <a:lnTo>
                    <a:pt x="665" y="673"/>
                  </a:lnTo>
                  <a:lnTo>
                    <a:pt x="667" y="673"/>
                  </a:lnTo>
                  <a:lnTo>
                    <a:pt x="667" y="676"/>
                  </a:lnTo>
                  <a:lnTo>
                    <a:pt x="672" y="676"/>
                  </a:lnTo>
                  <a:lnTo>
                    <a:pt x="672" y="678"/>
                  </a:lnTo>
                  <a:lnTo>
                    <a:pt x="672" y="678"/>
                  </a:lnTo>
                  <a:lnTo>
                    <a:pt x="672" y="683"/>
                  </a:lnTo>
                  <a:lnTo>
                    <a:pt x="677" y="683"/>
                  </a:lnTo>
                  <a:lnTo>
                    <a:pt x="677" y="685"/>
                  </a:lnTo>
                  <a:lnTo>
                    <a:pt x="679" y="685"/>
                  </a:lnTo>
                  <a:lnTo>
                    <a:pt x="679" y="685"/>
                  </a:lnTo>
                  <a:lnTo>
                    <a:pt x="684" y="685"/>
                  </a:lnTo>
                  <a:lnTo>
                    <a:pt x="684" y="688"/>
                  </a:lnTo>
                  <a:lnTo>
                    <a:pt x="691" y="688"/>
                  </a:lnTo>
                  <a:lnTo>
                    <a:pt x="691" y="688"/>
                  </a:lnTo>
                  <a:lnTo>
                    <a:pt x="693" y="688"/>
                  </a:lnTo>
                  <a:lnTo>
                    <a:pt x="693" y="690"/>
                  </a:lnTo>
                  <a:lnTo>
                    <a:pt x="691" y="690"/>
                  </a:lnTo>
                  <a:lnTo>
                    <a:pt x="691" y="690"/>
                  </a:lnTo>
                  <a:lnTo>
                    <a:pt x="698" y="690"/>
                  </a:lnTo>
                  <a:lnTo>
                    <a:pt x="698" y="690"/>
                  </a:lnTo>
                  <a:lnTo>
                    <a:pt x="698" y="690"/>
                  </a:lnTo>
                  <a:lnTo>
                    <a:pt x="698" y="688"/>
                  </a:lnTo>
                  <a:lnTo>
                    <a:pt x="700" y="688"/>
                  </a:lnTo>
                  <a:lnTo>
                    <a:pt x="700" y="688"/>
                  </a:lnTo>
                  <a:lnTo>
                    <a:pt x="700" y="688"/>
                  </a:lnTo>
                  <a:lnTo>
                    <a:pt x="700" y="685"/>
                  </a:lnTo>
                  <a:lnTo>
                    <a:pt x="700" y="685"/>
                  </a:lnTo>
                  <a:lnTo>
                    <a:pt x="700" y="683"/>
                  </a:lnTo>
                  <a:lnTo>
                    <a:pt x="703" y="683"/>
                  </a:lnTo>
                  <a:lnTo>
                    <a:pt x="703" y="683"/>
                  </a:lnTo>
                  <a:lnTo>
                    <a:pt x="703" y="683"/>
                  </a:lnTo>
                  <a:lnTo>
                    <a:pt x="703" y="683"/>
                  </a:lnTo>
                  <a:lnTo>
                    <a:pt x="705" y="683"/>
                  </a:lnTo>
                  <a:lnTo>
                    <a:pt x="705" y="683"/>
                  </a:lnTo>
                  <a:lnTo>
                    <a:pt x="707" y="683"/>
                  </a:lnTo>
                  <a:lnTo>
                    <a:pt x="707" y="685"/>
                  </a:lnTo>
                  <a:lnTo>
                    <a:pt x="707" y="685"/>
                  </a:lnTo>
                  <a:lnTo>
                    <a:pt x="707" y="685"/>
                  </a:lnTo>
                  <a:lnTo>
                    <a:pt x="710" y="685"/>
                  </a:lnTo>
                  <a:lnTo>
                    <a:pt x="710" y="688"/>
                  </a:lnTo>
                  <a:lnTo>
                    <a:pt x="724" y="688"/>
                  </a:lnTo>
                  <a:lnTo>
                    <a:pt x="724" y="685"/>
                  </a:lnTo>
                  <a:lnTo>
                    <a:pt x="726" y="685"/>
                  </a:lnTo>
                  <a:lnTo>
                    <a:pt x="726" y="685"/>
                  </a:lnTo>
                  <a:lnTo>
                    <a:pt x="731" y="685"/>
                  </a:lnTo>
                  <a:lnTo>
                    <a:pt x="731" y="683"/>
                  </a:lnTo>
                  <a:lnTo>
                    <a:pt x="733" y="683"/>
                  </a:lnTo>
                  <a:lnTo>
                    <a:pt x="733" y="683"/>
                  </a:lnTo>
                  <a:lnTo>
                    <a:pt x="733" y="683"/>
                  </a:lnTo>
                  <a:lnTo>
                    <a:pt x="733" y="678"/>
                  </a:lnTo>
                  <a:lnTo>
                    <a:pt x="736" y="678"/>
                  </a:lnTo>
                  <a:lnTo>
                    <a:pt x="736" y="673"/>
                  </a:lnTo>
                  <a:lnTo>
                    <a:pt x="736" y="673"/>
                  </a:lnTo>
                  <a:lnTo>
                    <a:pt x="736" y="673"/>
                  </a:lnTo>
                  <a:lnTo>
                    <a:pt x="738" y="673"/>
                  </a:lnTo>
                  <a:lnTo>
                    <a:pt x="738" y="671"/>
                  </a:lnTo>
                  <a:lnTo>
                    <a:pt x="736" y="671"/>
                  </a:lnTo>
                  <a:lnTo>
                    <a:pt x="736" y="671"/>
                  </a:lnTo>
                  <a:lnTo>
                    <a:pt x="736" y="671"/>
                  </a:lnTo>
                  <a:lnTo>
                    <a:pt x="736" y="669"/>
                  </a:lnTo>
                  <a:lnTo>
                    <a:pt x="733" y="669"/>
                  </a:lnTo>
                  <a:lnTo>
                    <a:pt x="733" y="669"/>
                  </a:lnTo>
                  <a:lnTo>
                    <a:pt x="729" y="669"/>
                  </a:lnTo>
                  <a:lnTo>
                    <a:pt x="729" y="666"/>
                  </a:lnTo>
                  <a:lnTo>
                    <a:pt x="724" y="666"/>
                  </a:lnTo>
                  <a:lnTo>
                    <a:pt x="724" y="666"/>
                  </a:lnTo>
                  <a:lnTo>
                    <a:pt x="724" y="666"/>
                  </a:lnTo>
                  <a:lnTo>
                    <a:pt x="724" y="664"/>
                  </a:lnTo>
                  <a:lnTo>
                    <a:pt x="721" y="664"/>
                  </a:lnTo>
                  <a:lnTo>
                    <a:pt x="721" y="664"/>
                  </a:lnTo>
                  <a:lnTo>
                    <a:pt x="712" y="664"/>
                  </a:lnTo>
                  <a:lnTo>
                    <a:pt x="712" y="662"/>
                  </a:lnTo>
                  <a:lnTo>
                    <a:pt x="712" y="662"/>
                  </a:lnTo>
                  <a:lnTo>
                    <a:pt x="712" y="662"/>
                  </a:lnTo>
                  <a:lnTo>
                    <a:pt x="712" y="662"/>
                  </a:lnTo>
                  <a:lnTo>
                    <a:pt x="712" y="659"/>
                  </a:lnTo>
                  <a:lnTo>
                    <a:pt x="712" y="659"/>
                  </a:lnTo>
                  <a:lnTo>
                    <a:pt x="712" y="659"/>
                  </a:lnTo>
                  <a:lnTo>
                    <a:pt x="712" y="659"/>
                  </a:lnTo>
                  <a:lnTo>
                    <a:pt x="712" y="657"/>
                  </a:lnTo>
                  <a:lnTo>
                    <a:pt x="707" y="657"/>
                  </a:lnTo>
                  <a:lnTo>
                    <a:pt x="707" y="657"/>
                  </a:lnTo>
                  <a:lnTo>
                    <a:pt x="705" y="657"/>
                  </a:lnTo>
                  <a:lnTo>
                    <a:pt x="705" y="655"/>
                  </a:lnTo>
                  <a:lnTo>
                    <a:pt x="703" y="655"/>
                  </a:lnTo>
                  <a:lnTo>
                    <a:pt x="703" y="655"/>
                  </a:lnTo>
                  <a:lnTo>
                    <a:pt x="705" y="655"/>
                  </a:lnTo>
                  <a:lnTo>
                    <a:pt x="705" y="652"/>
                  </a:lnTo>
                  <a:lnTo>
                    <a:pt x="707" y="652"/>
                  </a:lnTo>
                  <a:lnTo>
                    <a:pt x="707" y="652"/>
                  </a:lnTo>
                  <a:lnTo>
                    <a:pt x="710" y="652"/>
                  </a:lnTo>
                  <a:lnTo>
                    <a:pt x="710" y="652"/>
                  </a:lnTo>
                  <a:lnTo>
                    <a:pt x="712" y="652"/>
                  </a:lnTo>
                  <a:lnTo>
                    <a:pt x="712" y="650"/>
                  </a:lnTo>
                  <a:lnTo>
                    <a:pt x="712" y="650"/>
                  </a:lnTo>
                  <a:lnTo>
                    <a:pt x="712" y="650"/>
                  </a:lnTo>
                  <a:lnTo>
                    <a:pt x="719" y="650"/>
                  </a:lnTo>
                  <a:lnTo>
                    <a:pt x="719" y="647"/>
                  </a:lnTo>
                  <a:lnTo>
                    <a:pt x="719" y="647"/>
                  </a:lnTo>
                  <a:lnTo>
                    <a:pt x="719" y="647"/>
                  </a:lnTo>
                  <a:lnTo>
                    <a:pt x="724" y="647"/>
                  </a:lnTo>
                  <a:lnTo>
                    <a:pt x="724" y="645"/>
                  </a:lnTo>
                  <a:lnTo>
                    <a:pt x="724" y="645"/>
                  </a:lnTo>
                  <a:lnTo>
                    <a:pt x="724" y="643"/>
                  </a:lnTo>
                  <a:lnTo>
                    <a:pt x="724" y="643"/>
                  </a:lnTo>
                  <a:lnTo>
                    <a:pt x="724" y="643"/>
                  </a:lnTo>
                  <a:lnTo>
                    <a:pt x="724" y="643"/>
                  </a:lnTo>
                  <a:lnTo>
                    <a:pt x="724" y="640"/>
                  </a:lnTo>
                  <a:lnTo>
                    <a:pt x="721" y="640"/>
                  </a:lnTo>
                  <a:lnTo>
                    <a:pt x="721" y="640"/>
                  </a:lnTo>
                  <a:lnTo>
                    <a:pt x="719" y="640"/>
                  </a:lnTo>
                  <a:lnTo>
                    <a:pt x="719" y="638"/>
                  </a:lnTo>
                  <a:lnTo>
                    <a:pt x="719" y="638"/>
                  </a:lnTo>
                  <a:lnTo>
                    <a:pt x="719" y="636"/>
                  </a:lnTo>
                  <a:lnTo>
                    <a:pt x="717" y="636"/>
                  </a:lnTo>
                  <a:lnTo>
                    <a:pt x="717" y="633"/>
                  </a:lnTo>
                  <a:lnTo>
                    <a:pt x="719" y="633"/>
                  </a:lnTo>
                  <a:lnTo>
                    <a:pt x="719" y="633"/>
                  </a:lnTo>
                  <a:lnTo>
                    <a:pt x="721" y="633"/>
                  </a:lnTo>
                  <a:lnTo>
                    <a:pt x="721" y="633"/>
                  </a:lnTo>
                  <a:lnTo>
                    <a:pt x="724" y="633"/>
                  </a:lnTo>
                  <a:lnTo>
                    <a:pt x="724" y="631"/>
                  </a:lnTo>
                  <a:lnTo>
                    <a:pt x="724" y="631"/>
                  </a:lnTo>
                  <a:lnTo>
                    <a:pt x="724" y="628"/>
                  </a:lnTo>
                  <a:lnTo>
                    <a:pt x="726" y="628"/>
                  </a:lnTo>
                  <a:lnTo>
                    <a:pt x="726" y="628"/>
                  </a:lnTo>
                  <a:lnTo>
                    <a:pt x="726" y="628"/>
                  </a:lnTo>
                  <a:lnTo>
                    <a:pt x="726" y="628"/>
                  </a:lnTo>
                  <a:lnTo>
                    <a:pt x="729" y="628"/>
                  </a:lnTo>
                  <a:lnTo>
                    <a:pt x="729" y="626"/>
                  </a:lnTo>
                  <a:lnTo>
                    <a:pt x="731" y="626"/>
                  </a:lnTo>
                  <a:lnTo>
                    <a:pt x="731" y="628"/>
                  </a:lnTo>
                  <a:lnTo>
                    <a:pt x="733" y="628"/>
                  </a:lnTo>
                  <a:lnTo>
                    <a:pt x="733" y="626"/>
                  </a:lnTo>
                  <a:lnTo>
                    <a:pt x="733" y="626"/>
                  </a:lnTo>
                  <a:lnTo>
                    <a:pt x="733" y="628"/>
                  </a:lnTo>
                  <a:lnTo>
                    <a:pt x="738" y="628"/>
                  </a:lnTo>
                  <a:lnTo>
                    <a:pt x="738" y="628"/>
                  </a:lnTo>
                  <a:lnTo>
                    <a:pt x="738" y="628"/>
                  </a:lnTo>
                  <a:lnTo>
                    <a:pt x="738" y="628"/>
                  </a:lnTo>
                  <a:lnTo>
                    <a:pt x="743" y="628"/>
                  </a:lnTo>
                  <a:lnTo>
                    <a:pt x="743" y="628"/>
                  </a:lnTo>
                  <a:lnTo>
                    <a:pt x="748" y="628"/>
                  </a:lnTo>
                  <a:lnTo>
                    <a:pt x="748" y="628"/>
                  </a:lnTo>
                  <a:lnTo>
                    <a:pt x="748" y="628"/>
                  </a:lnTo>
                  <a:lnTo>
                    <a:pt x="748" y="624"/>
                  </a:lnTo>
                  <a:lnTo>
                    <a:pt x="743" y="624"/>
                  </a:lnTo>
                  <a:lnTo>
                    <a:pt x="743" y="624"/>
                  </a:lnTo>
                  <a:lnTo>
                    <a:pt x="740" y="624"/>
                  </a:lnTo>
                  <a:lnTo>
                    <a:pt x="740" y="624"/>
                  </a:lnTo>
                  <a:lnTo>
                    <a:pt x="738" y="624"/>
                  </a:lnTo>
                  <a:lnTo>
                    <a:pt x="738" y="621"/>
                  </a:lnTo>
                  <a:lnTo>
                    <a:pt x="738" y="621"/>
                  </a:lnTo>
                  <a:lnTo>
                    <a:pt x="738" y="624"/>
                  </a:lnTo>
                  <a:lnTo>
                    <a:pt x="733" y="624"/>
                  </a:lnTo>
                  <a:lnTo>
                    <a:pt x="733" y="621"/>
                  </a:lnTo>
                  <a:lnTo>
                    <a:pt x="731" y="621"/>
                  </a:lnTo>
                  <a:lnTo>
                    <a:pt x="731" y="621"/>
                  </a:lnTo>
                  <a:lnTo>
                    <a:pt x="731" y="621"/>
                  </a:lnTo>
                  <a:lnTo>
                    <a:pt x="731" y="621"/>
                  </a:lnTo>
                  <a:lnTo>
                    <a:pt x="729" y="621"/>
                  </a:lnTo>
                  <a:lnTo>
                    <a:pt x="729" y="621"/>
                  </a:lnTo>
                  <a:lnTo>
                    <a:pt x="726" y="621"/>
                  </a:lnTo>
                  <a:lnTo>
                    <a:pt x="726" y="617"/>
                  </a:lnTo>
                  <a:lnTo>
                    <a:pt x="729" y="617"/>
                  </a:lnTo>
                  <a:lnTo>
                    <a:pt x="729" y="617"/>
                  </a:lnTo>
                  <a:lnTo>
                    <a:pt x="729" y="617"/>
                  </a:lnTo>
                  <a:lnTo>
                    <a:pt x="729" y="614"/>
                  </a:lnTo>
                  <a:lnTo>
                    <a:pt x="731" y="614"/>
                  </a:lnTo>
                  <a:lnTo>
                    <a:pt x="731" y="617"/>
                  </a:lnTo>
                  <a:lnTo>
                    <a:pt x="736" y="617"/>
                  </a:lnTo>
                  <a:lnTo>
                    <a:pt x="736" y="614"/>
                  </a:lnTo>
                  <a:lnTo>
                    <a:pt x="736" y="614"/>
                  </a:lnTo>
                  <a:lnTo>
                    <a:pt x="736" y="614"/>
                  </a:lnTo>
                  <a:lnTo>
                    <a:pt x="731" y="614"/>
                  </a:lnTo>
                  <a:lnTo>
                    <a:pt x="731" y="614"/>
                  </a:lnTo>
                  <a:lnTo>
                    <a:pt x="731" y="614"/>
                  </a:lnTo>
                  <a:lnTo>
                    <a:pt x="731" y="614"/>
                  </a:lnTo>
                  <a:lnTo>
                    <a:pt x="724" y="614"/>
                  </a:lnTo>
                  <a:lnTo>
                    <a:pt x="724" y="612"/>
                  </a:lnTo>
                  <a:lnTo>
                    <a:pt x="721" y="612"/>
                  </a:lnTo>
                  <a:lnTo>
                    <a:pt x="721" y="612"/>
                  </a:lnTo>
                  <a:lnTo>
                    <a:pt x="724" y="612"/>
                  </a:lnTo>
                  <a:lnTo>
                    <a:pt x="724" y="609"/>
                  </a:lnTo>
                  <a:lnTo>
                    <a:pt x="726" y="609"/>
                  </a:lnTo>
                  <a:lnTo>
                    <a:pt x="726" y="609"/>
                  </a:lnTo>
                  <a:lnTo>
                    <a:pt x="726" y="609"/>
                  </a:lnTo>
                  <a:lnTo>
                    <a:pt x="726" y="607"/>
                  </a:lnTo>
                  <a:lnTo>
                    <a:pt x="729" y="607"/>
                  </a:lnTo>
                  <a:lnTo>
                    <a:pt x="729" y="607"/>
                  </a:lnTo>
                  <a:lnTo>
                    <a:pt x="726" y="607"/>
                  </a:lnTo>
                  <a:lnTo>
                    <a:pt x="726" y="605"/>
                  </a:lnTo>
                  <a:lnTo>
                    <a:pt x="724" y="605"/>
                  </a:lnTo>
                  <a:lnTo>
                    <a:pt x="724" y="605"/>
                  </a:lnTo>
                  <a:lnTo>
                    <a:pt x="724" y="605"/>
                  </a:lnTo>
                  <a:lnTo>
                    <a:pt x="724" y="605"/>
                  </a:lnTo>
                  <a:lnTo>
                    <a:pt x="726" y="605"/>
                  </a:lnTo>
                  <a:lnTo>
                    <a:pt x="726" y="605"/>
                  </a:lnTo>
                  <a:lnTo>
                    <a:pt x="729" y="605"/>
                  </a:lnTo>
                  <a:lnTo>
                    <a:pt x="729" y="602"/>
                  </a:lnTo>
                  <a:lnTo>
                    <a:pt x="731" y="602"/>
                  </a:lnTo>
                  <a:lnTo>
                    <a:pt x="731" y="600"/>
                  </a:lnTo>
                  <a:lnTo>
                    <a:pt x="733" y="600"/>
                  </a:lnTo>
                  <a:lnTo>
                    <a:pt x="733" y="602"/>
                  </a:lnTo>
                  <a:lnTo>
                    <a:pt x="733" y="602"/>
                  </a:lnTo>
                  <a:lnTo>
                    <a:pt x="733" y="602"/>
                  </a:lnTo>
                  <a:lnTo>
                    <a:pt x="736" y="602"/>
                  </a:lnTo>
                  <a:lnTo>
                    <a:pt x="736" y="605"/>
                  </a:lnTo>
                  <a:lnTo>
                    <a:pt x="738" y="605"/>
                  </a:lnTo>
                  <a:lnTo>
                    <a:pt x="738" y="602"/>
                  </a:lnTo>
                  <a:lnTo>
                    <a:pt x="738" y="602"/>
                  </a:lnTo>
                  <a:lnTo>
                    <a:pt x="738" y="602"/>
                  </a:lnTo>
                  <a:lnTo>
                    <a:pt x="740" y="602"/>
                  </a:lnTo>
                  <a:lnTo>
                    <a:pt x="740" y="602"/>
                  </a:lnTo>
                  <a:lnTo>
                    <a:pt x="743" y="602"/>
                  </a:lnTo>
                  <a:lnTo>
                    <a:pt x="743" y="605"/>
                  </a:lnTo>
                  <a:lnTo>
                    <a:pt x="745" y="605"/>
                  </a:lnTo>
                  <a:lnTo>
                    <a:pt x="745" y="602"/>
                  </a:lnTo>
                  <a:lnTo>
                    <a:pt x="745" y="602"/>
                  </a:lnTo>
                  <a:lnTo>
                    <a:pt x="745" y="602"/>
                  </a:lnTo>
                  <a:lnTo>
                    <a:pt x="755" y="602"/>
                  </a:lnTo>
                  <a:lnTo>
                    <a:pt x="755" y="602"/>
                  </a:lnTo>
                  <a:lnTo>
                    <a:pt x="755" y="602"/>
                  </a:lnTo>
                  <a:lnTo>
                    <a:pt x="755" y="605"/>
                  </a:lnTo>
                  <a:lnTo>
                    <a:pt x="755" y="605"/>
                  </a:lnTo>
                  <a:lnTo>
                    <a:pt x="755" y="605"/>
                  </a:lnTo>
                  <a:lnTo>
                    <a:pt x="757" y="605"/>
                  </a:lnTo>
                  <a:lnTo>
                    <a:pt x="757" y="605"/>
                  </a:lnTo>
                  <a:lnTo>
                    <a:pt x="757" y="605"/>
                  </a:lnTo>
                  <a:lnTo>
                    <a:pt x="757" y="602"/>
                  </a:lnTo>
                  <a:lnTo>
                    <a:pt x="759" y="602"/>
                  </a:lnTo>
                  <a:lnTo>
                    <a:pt x="759" y="602"/>
                  </a:lnTo>
                  <a:lnTo>
                    <a:pt x="762" y="602"/>
                  </a:lnTo>
                  <a:lnTo>
                    <a:pt x="762" y="600"/>
                  </a:lnTo>
                  <a:lnTo>
                    <a:pt x="764" y="600"/>
                  </a:lnTo>
                  <a:lnTo>
                    <a:pt x="764" y="600"/>
                  </a:lnTo>
                  <a:lnTo>
                    <a:pt x="766" y="600"/>
                  </a:lnTo>
                  <a:lnTo>
                    <a:pt x="766" y="600"/>
                  </a:lnTo>
                  <a:lnTo>
                    <a:pt x="769" y="600"/>
                  </a:lnTo>
                  <a:lnTo>
                    <a:pt x="769" y="600"/>
                  </a:lnTo>
                  <a:lnTo>
                    <a:pt x="771" y="600"/>
                  </a:lnTo>
                  <a:lnTo>
                    <a:pt x="771" y="598"/>
                  </a:lnTo>
                  <a:lnTo>
                    <a:pt x="781" y="598"/>
                  </a:lnTo>
                  <a:lnTo>
                    <a:pt x="781" y="595"/>
                  </a:lnTo>
                  <a:lnTo>
                    <a:pt x="783" y="595"/>
                  </a:lnTo>
                  <a:lnTo>
                    <a:pt x="783" y="595"/>
                  </a:lnTo>
                  <a:lnTo>
                    <a:pt x="790" y="595"/>
                  </a:lnTo>
                  <a:lnTo>
                    <a:pt x="790" y="593"/>
                  </a:lnTo>
                  <a:lnTo>
                    <a:pt x="790" y="593"/>
                  </a:lnTo>
                  <a:lnTo>
                    <a:pt x="790" y="595"/>
                  </a:lnTo>
                  <a:lnTo>
                    <a:pt x="793" y="595"/>
                  </a:lnTo>
                  <a:lnTo>
                    <a:pt x="793" y="593"/>
                  </a:lnTo>
                  <a:lnTo>
                    <a:pt x="797" y="593"/>
                  </a:lnTo>
                  <a:lnTo>
                    <a:pt x="797" y="593"/>
                  </a:lnTo>
                  <a:lnTo>
                    <a:pt x="802" y="593"/>
                  </a:lnTo>
                  <a:lnTo>
                    <a:pt x="802" y="593"/>
                  </a:lnTo>
                  <a:lnTo>
                    <a:pt x="804" y="593"/>
                  </a:lnTo>
                  <a:lnTo>
                    <a:pt x="804" y="593"/>
                  </a:lnTo>
                  <a:lnTo>
                    <a:pt x="807" y="593"/>
                  </a:lnTo>
                  <a:lnTo>
                    <a:pt x="807" y="593"/>
                  </a:lnTo>
                  <a:lnTo>
                    <a:pt x="811" y="593"/>
                  </a:lnTo>
                  <a:lnTo>
                    <a:pt x="811" y="593"/>
                  </a:lnTo>
                  <a:lnTo>
                    <a:pt x="811" y="593"/>
                  </a:lnTo>
                  <a:lnTo>
                    <a:pt x="811" y="593"/>
                  </a:lnTo>
                  <a:lnTo>
                    <a:pt x="814" y="593"/>
                  </a:lnTo>
                  <a:lnTo>
                    <a:pt x="814" y="593"/>
                  </a:lnTo>
                  <a:lnTo>
                    <a:pt x="814" y="593"/>
                  </a:lnTo>
                  <a:lnTo>
                    <a:pt x="814" y="588"/>
                  </a:lnTo>
                  <a:lnTo>
                    <a:pt x="816" y="588"/>
                  </a:lnTo>
                  <a:lnTo>
                    <a:pt x="816" y="588"/>
                  </a:lnTo>
                  <a:lnTo>
                    <a:pt x="819" y="588"/>
                  </a:lnTo>
                  <a:lnTo>
                    <a:pt x="819" y="586"/>
                  </a:lnTo>
                  <a:lnTo>
                    <a:pt x="821" y="586"/>
                  </a:lnTo>
                  <a:lnTo>
                    <a:pt x="821" y="586"/>
                  </a:lnTo>
                  <a:lnTo>
                    <a:pt x="828" y="586"/>
                  </a:lnTo>
                  <a:lnTo>
                    <a:pt x="828" y="583"/>
                  </a:lnTo>
                  <a:lnTo>
                    <a:pt x="830" y="583"/>
                  </a:lnTo>
                  <a:lnTo>
                    <a:pt x="830" y="586"/>
                  </a:lnTo>
                  <a:lnTo>
                    <a:pt x="835" y="586"/>
                  </a:lnTo>
                  <a:lnTo>
                    <a:pt x="835" y="586"/>
                  </a:lnTo>
                  <a:lnTo>
                    <a:pt x="837" y="586"/>
                  </a:lnTo>
                  <a:lnTo>
                    <a:pt x="837" y="583"/>
                  </a:lnTo>
                  <a:lnTo>
                    <a:pt x="845" y="583"/>
                  </a:lnTo>
                  <a:lnTo>
                    <a:pt x="845" y="583"/>
                  </a:lnTo>
                  <a:lnTo>
                    <a:pt x="847" y="583"/>
                  </a:lnTo>
                  <a:lnTo>
                    <a:pt x="847" y="583"/>
                  </a:lnTo>
                  <a:lnTo>
                    <a:pt x="847" y="583"/>
                  </a:lnTo>
                  <a:lnTo>
                    <a:pt x="847" y="583"/>
                  </a:lnTo>
                  <a:lnTo>
                    <a:pt x="849" y="583"/>
                  </a:lnTo>
                  <a:lnTo>
                    <a:pt x="849" y="583"/>
                  </a:lnTo>
                  <a:lnTo>
                    <a:pt x="856" y="583"/>
                  </a:lnTo>
                  <a:lnTo>
                    <a:pt x="856" y="581"/>
                  </a:lnTo>
                  <a:lnTo>
                    <a:pt x="859" y="581"/>
                  </a:lnTo>
                  <a:lnTo>
                    <a:pt x="859" y="581"/>
                  </a:lnTo>
                  <a:lnTo>
                    <a:pt x="861" y="581"/>
                  </a:lnTo>
                  <a:lnTo>
                    <a:pt x="861" y="581"/>
                  </a:lnTo>
                  <a:lnTo>
                    <a:pt x="866" y="581"/>
                  </a:lnTo>
                  <a:lnTo>
                    <a:pt x="866" y="581"/>
                  </a:lnTo>
                  <a:lnTo>
                    <a:pt x="871" y="581"/>
                  </a:lnTo>
                  <a:lnTo>
                    <a:pt x="871" y="579"/>
                  </a:lnTo>
                  <a:lnTo>
                    <a:pt x="878" y="579"/>
                  </a:lnTo>
                  <a:lnTo>
                    <a:pt x="878" y="576"/>
                  </a:lnTo>
                  <a:lnTo>
                    <a:pt x="880" y="576"/>
                  </a:lnTo>
                  <a:lnTo>
                    <a:pt x="880" y="574"/>
                  </a:lnTo>
                  <a:lnTo>
                    <a:pt x="878" y="574"/>
                  </a:lnTo>
                  <a:lnTo>
                    <a:pt x="878" y="572"/>
                  </a:lnTo>
                  <a:lnTo>
                    <a:pt x="880" y="572"/>
                  </a:lnTo>
                  <a:lnTo>
                    <a:pt x="880" y="574"/>
                  </a:lnTo>
                  <a:lnTo>
                    <a:pt x="882" y="574"/>
                  </a:lnTo>
                  <a:lnTo>
                    <a:pt x="882" y="572"/>
                  </a:lnTo>
                  <a:lnTo>
                    <a:pt x="887" y="572"/>
                  </a:lnTo>
                  <a:lnTo>
                    <a:pt x="887" y="572"/>
                  </a:lnTo>
                  <a:lnTo>
                    <a:pt x="890" y="572"/>
                  </a:lnTo>
                  <a:lnTo>
                    <a:pt x="890" y="569"/>
                  </a:lnTo>
                  <a:lnTo>
                    <a:pt x="890" y="569"/>
                  </a:lnTo>
                  <a:lnTo>
                    <a:pt x="890" y="569"/>
                  </a:lnTo>
                  <a:lnTo>
                    <a:pt x="890" y="569"/>
                  </a:lnTo>
                  <a:lnTo>
                    <a:pt x="890" y="567"/>
                  </a:lnTo>
                  <a:lnTo>
                    <a:pt x="892" y="567"/>
                  </a:lnTo>
                  <a:lnTo>
                    <a:pt x="892" y="569"/>
                  </a:lnTo>
                  <a:lnTo>
                    <a:pt x="894" y="569"/>
                  </a:lnTo>
                  <a:lnTo>
                    <a:pt x="894" y="569"/>
                  </a:lnTo>
                  <a:lnTo>
                    <a:pt x="897" y="569"/>
                  </a:lnTo>
                  <a:lnTo>
                    <a:pt x="897" y="569"/>
                  </a:lnTo>
                  <a:lnTo>
                    <a:pt x="894" y="569"/>
                  </a:lnTo>
                  <a:lnTo>
                    <a:pt x="894" y="567"/>
                  </a:lnTo>
                  <a:lnTo>
                    <a:pt x="894" y="567"/>
                  </a:lnTo>
                  <a:lnTo>
                    <a:pt x="894" y="567"/>
                  </a:lnTo>
                  <a:lnTo>
                    <a:pt x="899" y="567"/>
                  </a:lnTo>
                  <a:lnTo>
                    <a:pt x="899" y="567"/>
                  </a:lnTo>
                  <a:lnTo>
                    <a:pt x="899" y="567"/>
                  </a:lnTo>
                  <a:lnTo>
                    <a:pt x="899" y="569"/>
                  </a:lnTo>
                  <a:lnTo>
                    <a:pt x="901" y="569"/>
                  </a:lnTo>
                  <a:lnTo>
                    <a:pt x="901" y="567"/>
                  </a:lnTo>
                  <a:lnTo>
                    <a:pt x="904" y="567"/>
                  </a:lnTo>
                  <a:lnTo>
                    <a:pt x="904" y="569"/>
                  </a:lnTo>
                  <a:lnTo>
                    <a:pt x="913" y="569"/>
                  </a:lnTo>
                  <a:lnTo>
                    <a:pt x="913" y="569"/>
                  </a:lnTo>
                  <a:lnTo>
                    <a:pt x="913" y="569"/>
                  </a:lnTo>
                  <a:lnTo>
                    <a:pt x="913" y="572"/>
                  </a:lnTo>
                  <a:lnTo>
                    <a:pt x="916" y="572"/>
                  </a:lnTo>
                  <a:lnTo>
                    <a:pt x="916" y="572"/>
                  </a:lnTo>
                  <a:lnTo>
                    <a:pt x="918" y="572"/>
                  </a:lnTo>
                  <a:lnTo>
                    <a:pt x="918" y="574"/>
                  </a:lnTo>
                  <a:lnTo>
                    <a:pt x="920" y="574"/>
                  </a:lnTo>
                  <a:lnTo>
                    <a:pt x="920" y="574"/>
                  </a:lnTo>
                  <a:lnTo>
                    <a:pt x="923" y="574"/>
                  </a:lnTo>
                  <a:lnTo>
                    <a:pt x="923" y="574"/>
                  </a:lnTo>
                  <a:lnTo>
                    <a:pt x="925" y="574"/>
                  </a:lnTo>
                  <a:lnTo>
                    <a:pt x="925" y="572"/>
                  </a:lnTo>
                  <a:lnTo>
                    <a:pt x="925" y="572"/>
                  </a:lnTo>
                  <a:lnTo>
                    <a:pt x="925" y="572"/>
                  </a:lnTo>
                  <a:lnTo>
                    <a:pt x="927" y="572"/>
                  </a:lnTo>
                  <a:lnTo>
                    <a:pt x="927" y="569"/>
                  </a:lnTo>
                  <a:lnTo>
                    <a:pt x="930" y="569"/>
                  </a:lnTo>
                  <a:lnTo>
                    <a:pt x="930" y="572"/>
                  </a:lnTo>
                  <a:lnTo>
                    <a:pt x="932" y="572"/>
                  </a:lnTo>
                  <a:lnTo>
                    <a:pt x="932" y="569"/>
                  </a:lnTo>
                  <a:lnTo>
                    <a:pt x="935" y="569"/>
                  </a:lnTo>
                  <a:lnTo>
                    <a:pt x="935" y="572"/>
                  </a:lnTo>
                  <a:lnTo>
                    <a:pt x="937" y="572"/>
                  </a:lnTo>
                  <a:lnTo>
                    <a:pt x="937" y="574"/>
                  </a:lnTo>
                  <a:lnTo>
                    <a:pt x="937" y="574"/>
                  </a:lnTo>
                  <a:lnTo>
                    <a:pt x="937" y="574"/>
                  </a:lnTo>
                  <a:lnTo>
                    <a:pt x="939" y="574"/>
                  </a:lnTo>
                  <a:lnTo>
                    <a:pt x="939" y="581"/>
                  </a:lnTo>
                  <a:lnTo>
                    <a:pt x="939" y="581"/>
                  </a:lnTo>
                  <a:lnTo>
                    <a:pt x="939" y="583"/>
                  </a:lnTo>
                  <a:lnTo>
                    <a:pt x="939" y="583"/>
                  </a:lnTo>
                  <a:lnTo>
                    <a:pt x="939" y="583"/>
                  </a:lnTo>
                  <a:lnTo>
                    <a:pt x="944" y="583"/>
                  </a:lnTo>
                  <a:lnTo>
                    <a:pt x="944" y="586"/>
                  </a:lnTo>
                  <a:lnTo>
                    <a:pt x="944" y="586"/>
                  </a:lnTo>
                  <a:lnTo>
                    <a:pt x="944" y="586"/>
                  </a:lnTo>
                  <a:lnTo>
                    <a:pt x="944" y="586"/>
                  </a:lnTo>
                  <a:lnTo>
                    <a:pt x="944" y="588"/>
                  </a:lnTo>
                  <a:lnTo>
                    <a:pt x="944" y="588"/>
                  </a:lnTo>
                  <a:lnTo>
                    <a:pt x="944" y="593"/>
                  </a:lnTo>
                  <a:lnTo>
                    <a:pt x="939" y="593"/>
                  </a:lnTo>
                  <a:lnTo>
                    <a:pt x="939" y="595"/>
                  </a:lnTo>
                  <a:lnTo>
                    <a:pt x="939" y="595"/>
                  </a:lnTo>
                  <a:lnTo>
                    <a:pt x="939" y="598"/>
                  </a:lnTo>
                  <a:lnTo>
                    <a:pt x="942" y="598"/>
                  </a:lnTo>
                  <a:lnTo>
                    <a:pt x="942" y="600"/>
                  </a:lnTo>
                  <a:lnTo>
                    <a:pt x="944" y="600"/>
                  </a:lnTo>
                  <a:lnTo>
                    <a:pt x="944" y="598"/>
                  </a:lnTo>
                  <a:lnTo>
                    <a:pt x="949" y="598"/>
                  </a:lnTo>
                  <a:lnTo>
                    <a:pt x="949" y="600"/>
                  </a:lnTo>
                  <a:lnTo>
                    <a:pt x="953" y="600"/>
                  </a:lnTo>
                  <a:lnTo>
                    <a:pt x="953" y="595"/>
                  </a:lnTo>
                  <a:lnTo>
                    <a:pt x="961" y="595"/>
                  </a:lnTo>
                  <a:lnTo>
                    <a:pt x="961" y="598"/>
                  </a:lnTo>
                  <a:lnTo>
                    <a:pt x="963" y="598"/>
                  </a:lnTo>
                  <a:lnTo>
                    <a:pt x="963" y="595"/>
                  </a:lnTo>
                  <a:lnTo>
                    <a:pt x="963" y="595"/>
                  </a:lnTo>
                  <a:lnTo>
                    <a:pt x="963" y="595"/>
                  </a:lnTo>
                  <a:lnTo>
                    <a:pt x="963" y="595"/>
                  </a:lnTo>
                  <a:lnTo>
                    <a:pt x="963" y="593"/>
                  </a:lnTo>
                  <a:lnTo>
                    <a:pt x="961" y="593"/>
                  </a:lnTo>
                  <a:lnTo>
                    <a:pt x="961" y="593"/>
                  </a:lnTo>
                  <a:lnTo>
                    <a:pt x="963" y="593"/>
                  </a:lnTo>
                  <a:lnTo>
                    <a:pt x="963" y="593"/>
                  </a:lnTo>
                  <a:lnTo>
                    <a:pt x="965" y="593"/>
                  </a:lnTo>
                  <a:lnTo>
                    <a:pt x="965" y="595"/>
                  </a:lnTo>
                  <a:lnTo>
                    <a:pt x="965" y="595"/>
                  </a:lnTo>
                  <a:lnTo>
                    <a:pt x="965" y="598"/>
                  </a:lnTo>
                  <a:lnTo>
                    <a:pt x="968" y="598"/>
                  </a:lnTo>
                  <a:lnTo>
                    <a:pt x="968" y="598"/>
                  </a:lnTo>
                  <a:lnTo>
                    <a:pt x="970" y="598"/>
                  </a:lnTo>
                  <a:lnTo>
                    <a:pt x="970" y="600"/>
                  </a:lnTo>
                  <a:lnTo>
                    <a:pt x="968" y="600"/>
                  </a:lnTo>
                  <a:lnTo>
                    <a:pt x="968" y="602"/>
                  </a:lnTo>
                  <a:lnTo>
                    <a:pt x="970" y="602"/>
                  </a:lnTo>
                  <a:lnTo>
                    <a:pt x="970" y="602"/>
                  </a:lnTo>
                  <a:lnTo>
                    <a:pt x="968" y="602"/>
                  </a:lnTo>
                  <a:lnTo>
                    <a:pt x="968" y="605"/>
                  </a:lnTo>
                  <a:lnTo>
                    <a:pt x="970" y="605"/>
                  </a:lnTo>
                  <a:lnTo>
                    <a:pt x="970" y="605"/>
                  </a:lnTo>
                  <a:lnTo>
                    <a:pt x="970" y="605"/>
                  </a:lnTo>
                  <a:lnTo>
                    <a:pt x="970" y="605"/>
                  </a:lnTo>
                  <a:lnTo>
                    <a:pt x="972" y="605"/>
                  </a:lnTo>
                  <a:lnTo>
                    <a:pt x="972" y="602"/>
                  </a:lnTo>
                  <a:lnTo>
                    <a:pt x="972" y="602"/>
                  </a:lnTo>
                  <a:lnTo>
                    <a:pt x="972" y="605"/>
                  </a:lnTo>
                  <a:lnTo>
                    <a:pt x="975" y="605"/>
                  </a:lnTo>
                  <a:lnTo>
                    <a:pt x="975" y="602"/>
                  </a:lnTo>
                  <a:lnTo>
                    <a:pt x="975" y="602"/>
                  </a:lnTo>
                  <a:lnTo>
                    <a:pt x="975" y="602"/>
                  </a:lnTo>
                  <a:lnTo>
                    <a:pt x="972" y="602"/>
                  </a:lnTo>
                  <a:lnTo>
                    <a:pt x="972" y="600"/>
                  </a:lnTo>
                  <a:lnTo>
                    <a:pt x="979" y="600"/>
                  </a:lnTo>
                  <a:lnTo>
                    <a:pt x="979" y="600"/>
                  </a:lnTo>
                  <a:lnTo>
                    <a:pt x="982" y="600"/>
                  </a:lnTo>
                  <a:lnTo>
                    <a:pt x="982" y="602"/>
                  </a:lnTo>
                  <a:lnTo>
                    <a:pt x="982" y="602"/>
                  </a:lnTo>
                  <a:lnTo>
                    <a:pt x="982" y="602"/>
                  </a:lnTo>
                  <a:lnTo>
                    <a:pt x="984" y="602"/>
                  </a:lnTo>
                  <a:lnTo>
                    <a:pt x="984" y="605"/>
                  </a:lnTo>
                  <a:lnTo>
                    <a:pt x="991" y="605"/>
                  </a:lnTo>
                  <a:lnTo>
                    <a:pt x="991" y="602"/>
                  </a:lnTo>
                  <a:lnTo>
                    <a:pt x="991" y="602"/>
                  </a:lnTo>
                  <a:lnTo>
                    <a:pt x="991" y="605"/>
                  </a:lnTo>
                  <a:lnTo>
                    <a:pt x="994" y="605"/>
                  </a:lnTo>
                  <a:lnTo>
                    <a:pt x="994" y="602"/>
                  </a:lnTo>
                  <a:lnTo>
                    <a:pt x="994" y="602"/>
                  </a:lnTo>
                  <a:lnTo>
                    <a:pt x="994" y="602"/>
                  </a:lnTo>
                  <a:lnTo>
                    <a:pt x="996" y="602"/>
                  </a:lnTo>
                  <a:lnTo>
                    <a:pt x="996" y="600"/>
                  </a:lnTo>
                  <a:lnTo>
                    <a:pt x="996" y="600"/>
                  </a:lnTo>
                  <a:lnTo>
                    <a:pt x="996" y="602"/>
                  </a:lnTo>
                  <a:lnTo>
                    <a:pt x="998" y="602"/>
                  </a:lnTo>
                  <a:lnTo>
                    <a:pt x="998" y="605"/>
                  </a:lnTo>
                  <a:lnTo>
                    <a:pt x="996" y="605"/>
                  </a:lnTo>
                  <a:lnTo>
                    <a:pt x="996" y="605"/>
                  </a:lnTo>
                  <a:lnTo>
                    <a:pt x="991" y="605"/>
                  </a:lnTo>
                  <a:lnTo>
                    <a:pt x="991" y="607"/>
                  </a:lnTo>
                  <a:lnTo>
                    <a:pt x="991" y="607"/>
                  </a:lnTo>
                  <a:lnTo>
                    <a:pt x="991" y="607"/>
                  </a:lnTo>
                  <a:lnTo>
                    <a:pt x="989" y="607"/>
                  </a:lnTo>
                  <a:lnTo>
                    <a:pt x="989" y="609"/>
                  </a:lnTo>
                  <a:lnTo>
                    <a:pt x="989" y="609"/>
                  </a:lnTo>
                  <a:lnTo>
                    <a:pt x="989" y="612"/>
                  </a:lnTo>
                  <a:lnTo>
                    <a:pt x="987" y="612"/>
                  </a:lnTo>
                  <a:lnTo>
                    <a:pt x="987" y="614"/>
                  </a:lnTo>
                  <a:lnTo>
                    <a:pt x="987" y="614"/>
                  </a:lnTo>
                  <a:lnTo>
                    <a:pt x="987" y="614"/>
                  </a:lnTo>
                  <a:lnTo>
                    <a:pt x="989" y="614"/>
                  </a:lnTo>
                  <a:lnTo>
                    <a:pt x="989" y="617"/>
                  </a:lnTo>
                  <a:lnTo>
                    <a:pt x="991" y="617"/>
                  </a:lnTo>
                  <a:lnTo>
                    <a:pt x="991" y="614"/>
                  </a:lnTo>
                  <a:lnTo>
                    <a:pt x="994" y="614"/>
                  </a:lnTo>
                  <a:lnTo>
                    <a:pt x="994" y="614"/>
                  </a:lnTo>
                  <a:lnTo>
                    <a:pt x="996" y="614"/>
                  </a:lnTo>
                  <a:lnTo>
                    <a:pt x="996" y="614"/>
                  </a:lnTo>
                  <a:lnTo>
                    <a:pt x="996" y="614"/>
                  </a:lnTo>
                  <a:lnTo>
                    <a:pt x="996" y="612"/>
                  </a:lnTo>
                  <a:lnTo>
                    <a:pt x="998" y="612"/>
                  </a:lnTo>
                  <a:lnTo>
                    <a:pt x="998" y="614"/>
                  </a:lnTo>
                  <a:lnTo>
                    <a:pt x="1001" y="614"/>
                  </a:lnTo>
                  <a:lnTo>
                    <a:pt x="1001" y="612"/>
                  </a:lnTo>
                  <a:lnTo>
                    <a:pt x="1006" y="612"/>
                  </a:lnTo>
                  <a:lnTo>
                    <a:pt x="1006" y="614"/>
                  </a:lnTo>
                  <a:lnTo>
                    <a:pt x="1006" y="614"/>
                  </a:lnTo>
                  <a:lnTo>
                    <a:pt x="1006" y="614"/>
                  </a:lnTo>
                  <a:lnTo>
                    <a:pt x="1008" y="614"/>
                  </a:lnTo>
                  <a:lnTo>
                    <a:pt x="1008" y="614"/>
                  </a:lnTo>
                  <a:lnTo>
                    <a:pt x="1010" y="614"/>
                  </a:lnTo>
                  <a:lnTo>
                    <a:pt x="1010" y="614"/>
                  </a:lnTo>
                  <a:lnTo>
                    <a:pt x="1010" y="614"/>
                  </a:lnTo>
                  <a:lnTo>
                    <a:pt x="1010" y="617"/>
                  </a:lnTo>
                  <a:lnTo>
                    <a:pt x="1013" y="617"/>
                  </a:lnTo>
                  <a:lnTo>
                    <a:pt x="1013" y="614"/>
                  </a:lnTo>
                  <a:lnTo>
                    <a:pt x="1013" y="614"/>
                  </a:lnTo>
                  <a:lnTo>
                    <a:pt x="1013" y="612"/>
                  </a:lnTo>
                  <a:lnTo>
                    <a:pt x="1017" y="612"/>
                  </a:lnTo>
                  <a:lnTo>
                    <a:pt x="1017" y="609"/>
                  </a:lnTo>
                  <a:lnTo>
                    <a:pt x="1020" y="609"/>
                  </a:lnTo>
                  <a:lnTo>
                    <a:pt x="1020" y="607"/>
                  </a:lnTo>
                  <a:lnTo>
                    <a:pt x="1024" y="607"/>
                  </a:lnTo>
                  <a:lnTo>
                    <a:pt x="1024" y="607"/>
                  </a:lnTo>
                  <a:lnTo>
                    <a:pt x="1027" y="607"/>
                  </a:lnTo>
                  <a:lnTo>
                    <a:pt x="1027" y="607"/>
                  </a:lnTo>
                  <a:lnTo>
                    <a:pt x="1027" y="607"/>
                  </a:lnTo>
                  <a:lnTo>
                    <a:pt x="1027" y="605"/>
                  </a:lnTo>
                  <a:lnTo>
                    <a:pt x="1029" y="605"/>
                  </a:lnTo>
                  <a:lnTo>
                    <a:pt x="1029" y="605"/>
                  </a:lnTo>
                  <a:lnTo>
                    <a:pt x="1032" y="605"/>
                  </a:lnTo>
                  <a:lnTo>
                    <a:pt x="1032" y="605"/>
                  </a:lnTo>
                  <a:lnTo>
                    <a:pt x="1034" y="605"/>
                  </a:lnTo>
                  <a:lnTo>
                    <a:pt x="1034" y="602"/>
                  </a:lnTo>
                  <a:lnTo>
                    <a:pt x="1034" y="602"/>
                  </a:lnTo>
                  <a:lnTo>
                    <a:pt x="1034" y="600"/>
                  </a:lnTo>
                  <a:lnTo>
                    <a:pt x="1034" y="600"/>
                  </a:lnTo>
                  <a:lnTo>
                    <a:pt x="1034" y="600"/>
                  </a:lnTo>
                  <a:lnTo>
                    <a:pt x="1041" y="600"/>
                  </a:lnTo>
                  <a:lnTo>
                    <a:pt x="1041" y="598"/>
                  </a:lnTo>
                  <a:lnTo>
                    <a:pt x="1043" y="598"/>
                  </a:lnTo>
                  <a:lnTo>
                    <a:pt x="1043" y="598"/>
                  </a:lnTo>
                  <a:lnTo>
                    <a:pt x="1048" y="598"/>
                  </a:lnTo>
                  <a:lnTo>
                    <a:pt x="1048" y="595"/>
                  </a:lnTo>
                  <a:lnTo>
                    <a:pt x="1051" y="595"/>
                  </a:lnTo>
                  <a:lnTo>
                    <a:pt x="1051" y="593"/>
                  </a:lnTo>
                  <a:lnTo>
                    <a:pt x="1060" y="593"/>
                  </a:lnTo>
                  <a:lnTo>
                    <a:pt x="1060" y="593"/>
                  </a:lnTo>
                  <a:lnTo>
                    <a:pt x="1060" y="593"/>
                  </a:lnTo>
                  <a:lnTo>
                    <a:pt x="1060" y="593"/>
                  </a:lnTo>
                  <a:lnTo>
                    <a:pt x="1065" y="593"/>
                  </a:lnTo>
                  <a:lnTo>
                    <a:pt x="1065" y="591"/>
                  </a:lnTo>
                  <a:lnTo>
                    <a:pt x="1065" y="591"/>
                  </a:lnTo>
                  <a:lnTo>
                    <a:pt x="1065" y="593"/>
                  </a:lnTo>
                  <a:lnTo>
                    <a:pt x="1065" y="593"/>
                  </a:lnTo>
                  <a:lnTo>
                    <a:pt x="1065" y="593"/>
                  </a:lnTo>
                  <a:lnTo>
                    <a:pt x="1065" y="593"/>
                  </a:lnTo>
                  <a:lnTo>
                    <a:pt x="1065" y="595"/>
                  </a:lnTo>
                  <a:lnTo>
                    <a:pt x="1065" y="595"/>
                  </a:lnTo>
                  <a:lnTo>
                    <a:pt x="1065" y="598"/>
                  </a:lnTo>
                  <a:lnTo>
                    <a:pt x="1062" y="598"/>
                  </a:lnTo>
                  <a:lnTo>
                    <a:pt x="1062" y="598"/>
                  </a:lnTo>
                  <a:lnTo>
                    <a:pt x="1060" y="598"/>
                  </a:lnTo>
                  <a:lnTo>
                    <a:pt x="1060" y="600"/>
                  </a:lnTo>
                  <a:lnTo>
                    <a:pt x="1060" y="600"/>
                  </a:lnTo>
                  <a:lnTo>
                    <a:pt x="1060" y="598"/>
                  </a:lnTo>
                  <a:lnTo>
                    <a:pt x="1055" y="598"/>
                  </a:lnTo>
                  <a:lnTo>
                    <a:pt x="1055" y="600"/>
                  </a:lnTo>
                  <a:lnTo>
                    <a:pt x="1055" y="600"/>
                  </a:lnTo>
                  <a:lnTo>
                    <a:pt x="1055" y="600"/>
                  </a:lnTo>
                  <a:lnTo>
                    <a:pt x="1058" y="600"/>
                  </a:lnTo>
                  <a:lnTo>
                    <a:pt x="1058" y="602"/>
                  </a:lnTo>
                  <a:lnTo>
                    <a:pt x="1058" y="602"/>
                  </a:lnTo>
                  <a:lnTo>
                    <a:pt x="1058" y="602"/>
                  </a:lnTo>
                  <a:lnTo>
                    <a:pt x="1058" y="602"/>
                  </a:lnTo>
                  <a:lnTo>
                    <a:pt x="1058" y="605"/>
                  </a:lnTo>
                  <a:lnTo>
                    <a:pt x="1060" y="605"/>
                  </a:lnTo>
                  <a:lnTo>
                    <a:pt x="1060" y="605"/>
                  </a:lnTo>
                  <a:lnTo>
                    <a:pt x="1060" y="605"/>
                  </a:lnTo>
                  <a:lnTo>
                    <a:pt x="1060" y="605"/>
                  </a:lnTo>
                  <a:lnTo>
                    <a:pt x="1062" y="605"/>
                  </a:lnTo>
                  <a:lnTo>
                    <a:pt x="1062" y="607"/>
                  </a:lnTo>
                  <a:lnTo>
                    <a:pt x="1065" y="607"/>
                  </a:lnTo>
                  <a:lnTo>
                    <a:pt x="1065" y="607"/>
                  </a:lnTo>
                  <a:lnTo>
                    <a:pt x="1067" y="607"/>
                  </a:lnTo>
                  <a:lnTo>
                    <a:pt x="1067" y="609"/>
                  </a:lnTo>
                  <a:lnTo>
                    <a:pt x="1069" y="609"/>
                  </a:lnTo>
                  <a:lnTo>
                    <a:pt x="1069" y="609"/>
                  </a:lnTo>
                  <a:lnTo>
                    <a:pt x="1069" y="609"/>
                  </a:lnTo>
                  <a:lnTo>
                    <a:pt x="1069" y="612"/>
                  </a:lnTo>
                  <a:lnTo>
                    <a:pt x="1072" y="612"/>
                  </a:lnTo>
                  <a:lnTo>
                    <a:pt x="1072" y="612"/>
                  </a:lnTo>
                  <a:lnTo>
                    <a:pt x="1074" y="612"/>
                  </a:lnTo>
                  <a:lnTo>
                    <a:pt x="1074" y="614"/>
                  </a:lnTo>
                  <a:lnTo>
                    <a:pt x="1077" y="614"/>
                  </a:lnTo>
                  <a:lnTo>
                    <a:pt x="1077" y="614"/>
                  </a:lnTo>
                  <a:lnTo>
                    <a:pt x="1079" y="614"/>
                  </a:lnTo>
                  <a:lnTo>
                    <a:pt x="1079" y="614"/>
                  </a:lnTo>
                  <a:lnTo>
                    <a:pt x="1079" y="614"/>
                  </a:lnTo>
                  <a:lnTo>
                    <a:pt x="1079" y="617"/>
                  </a:lnTo>
                  <a:lnTo>
                    <a:pt x="1081" y="617"/>
                  </a:lnTo>
                  <a:lnTo>
                    <a:pt x="1081" y="617"/>
                  </a:lnTo>
                  <a:lnTo>
                    <a:pt x="1084" y="617"/>
                  </a:lnTo>
                  <a:lnTo>
                    <a:pt x="1084" y="619"/>
                  </a:lnTo>
                  <a:lnTo>
                    <a:pt x="1084" y="619"/>
                  </a:lnTo>
                  <a:lnTo>
                    <a:pt x="1084" y="619"/>
                  </a:lnTo>
                  <a:lnTo>
                    <a:pt x="1086" y="619"/>
                  </a:lnTo>
                  <a:lnTo>
                    <a:pt x="1086" y="621"/>
                  </a:lnTo>
                  <a:lnTo>
                    <a:pt x="1086" y="621"/>
                  </a:lnTo>
                  <a:lnTo>
                    <a:pt x="1086" y="621"/>
                  </a:lnTo>
                  <a:lnTo>
                    <a:pt x="1088" y="621"/>
                  </a:lnTo>
                  <a:lnTo>
                    <a:pt x="1088" y="624"/>
                  </a:lnTo>
                  <a:lnTo>
                    <a:pt x="1088" y="624"/>
                  </a:lnTo>
                  <a:lnTo>
                    <a:pt x="1088" y="624"/>
                  </a:lnTo>
                  <a:lnTo>
                    <a:pt x="1091" y="624"/>
                  </a:lnTo>
                  <a:lnTo>
                    <a:pt x="1091" y="624"/>
                  </a:lnTo>
                  <a:lnTo>
                    <a:pt x="1091" y="624"/>
                  </a:lnTo>
                  <a:lnTo>
                    <a:pt x="1091" y="626"/>
                  </a:lnTo>
                  <a:lnTo>
                    <a:pt x="1091" y="626"/>
                  </a:lnTo>
                  <a:lnTo>
                    <a:pt x="1091" y="626"/>
                  </a:lnTo>
                  <a:lnTo>
                    <a:pt x="1093" y="626"/>
                  </a:lnTo>
                  <a:lnTo>
                    <a:pt x="1093" y="628"/>
                  </a:lnTo>
                  <a:lnTo>
                    <a:pt x="1093" y="628"/>
                  </a:lnTo>
                  <a:lnTo>
                    <a:pt x="1093" y="628"/>
                  </a:lnTo>
                  <a:lnTo>
                    <a:pt x="1093" y="628"/>
                  </a:lnTo>
                  <a:lnTo>
                    <a:pt x="1093" y="631"/>
                  </a:lnTo>
                  <a:lnTo>
                    <a:pt x="1095" y="631"/>
                  </a:lnTo>
                  <a:lnTo>
                    <a:pt x="1095" y="631"/>
                  </a:lnTo>
                  <a:lnTo>
                    <a:pt x="1095" y="631"/>
                  </a:lnTo>
                  <a:lnTo>
                    <a:pt x="1095" y="633"/>
                  </a:lnTo>
                  <a:lnTo>
                    <a:pt x="1098" y="633"/>
                  </a:lnTo>
                  <a:lnTo>
                    <a:pt x="1098" y="633"/>
                  </a:lnTo>
                  <a:lnTo>
                    <a:pt x="1098" y="633"/>
                  </a:lnTo>
                  <a:lnTo>
                    <a:pt x="1098" y="633"/>
                  </a:lnTo>
                  <a:lnTo>
                    <a:pt x="1098" y="633"/>
                  </a:lnTo>
                  <a:lnTo>
                    <a:pt x="1098" y="636"/>
                  </a:lnTo>
                  <a:lnTo>
                    <a:pt x="1100" y="636"/>
                  </a:lnTo>
                  <a:lnTo>
                    <a:pt x="1100" y="636"/>
                  </a:lnTo>
                  <a:lnTo>
                    <a:pt x="1100" y="636"/>
                  </a:lnTo>
                  <a:lnTo>
                    <a:pt x="1100" y="638"/>
                  </a:lnTo>
                  <a:lnTo>
                    <a:pt x="1103" y="638"/>
                  </a:lnTo>
                  <a:lnTo>
                    <a:pt x="1103" y="638"/>
                  </a:lnTo>
                  <a:lnTo>
                    <a:pt x="1103" y="638"/>
                  </a:lnTo>
                  <a:lnTo>
                    <a:pt x="1103" y="640"/>
                  </a:lnTo>
                  <a:lnTo>
                    <a:pt x="1103" y="640"/>
                  </a:lnTo>
                  <a:lnTo>
                    <a:pt x="1103" y="643"/>
                  </a:lnTo>
                  <a:lnTo>
                    <a:pt x="1105" y="643"/>
                  </a:lnTo>
                  <a:lnTo>
                    <a:pt x="1105" y="643"/>
                  </a:lnTo>
                  <a:lnTo>
                    <a:pt x="1105" y="643"/>
                  </a:lnTo>
                  <a:lnTo>
                    <a:pt x="1105" y="643"/>
                  </a:lnTo>
                  <a:lnTo>
                    <a:pt x="1105" y="643"/>
                  </a:lnTo>
                  <a:lnTo>
                    <a:pt x="1105" y="645"/>
                  </a:lnTo>
                  <a:lnTo>
                    <a:pt x="1107" y="645"/>
                  </a:lnTo>
                  <a:lnTo>
                    <a:pt x="1107" y="645"/>
                  </a:lnTo>
                  <a:lnTo>
                    <a:pt x="1107" y="645"/>
                  </a:lnTo>
                  <a:lnTo>
                    <a:pt x="1107" y="647"/>
                  </a:lnTo>
                  <a:lnTo>
                    <a:pt x="1110" y="647"/>
                  </a:lnTo>
                  <a:lnTo>
                    <a:pt x="1110" y="647"/>
                  </a:lnTo>
                  <a:lnTo>
                    <a:pt x="1110" y="647"/>
                  </a:lnTo>
                  <a:lnTo>
                    <a:pt x="1110" y="650"/>
                  </a:lnTo>
                  <a:lnTo>
                    <a:pt x="1112" y="650"/>
                  </a:lnTo>
                  <a:lnTo>
                    <a:pt x="1112" y="652"/>
                  </a:lnTo>
                  <a:lnTo>
                    <a:pt x="1112" y="652"/>
                  </a:lnTo>
                  <a:lnTo>
                    <a:pt x="1112" y="652"/>
                  </a:lnTo>
                  <a:lnTo>
                    <a:pt x="1112" y="652"/>
                  </a:lnTo>
                  <a:lnTo>
                    <a:pt x="1112" y="655"/>
                  </a:lnTo>
                  <a:lnTo>
                    <a:pt x="1114" y="655"/>
                  </a:lnTo>
                  <a:lnTo>
                    <a:pt x="1114" y="655"/>
                  </a:lnTo>
                  <a:lnTo>
                    <a:pt x="1114" y="655"/>
                  </a:lnTo>
                  <a:lnTo>
                    <a:pt x="1114" y="657"/>
                  </a:lnTo>
                  <a:lnTo>
                    <a:pt x="1117" y="657"/>
                  </a:lnTo>
                  <a:lnTo>
                    <a:pt x="1117" y="657"/>
                  </a:lnTo>
                  <a:lnTo>
                    <a:pt x="1117" y="657"/>
                  </a:lnTo>
                  <a:lnTo>
                    <a:pt x="1117" y="659"/>
                  </a:lnTo>
                  <a:lnTo>
                    <a:pt x="1117" y="659"/>
                  </a:lnTo>
                  <a:lnTo>
                    <a:pt x="1117" y="662"/>
                  </a:lnTo>
                  <a:lnTo>
                    <a:pt x="1119" y="662"/>
                  </a:lnTo>
                  <a:lnTo>
                    <a:pt x="1119" y="662"/>
                  </a:lnTo>
                  <a:lnTo>
                    <a:pt x="1119" y="662"/>
                  </a:lnTo>
                  <a:lnTo>
                    <a:pt x="1119" y="664"/>
                  </a:lnTo>
                  <a:lnTo>
                    <a:pt x="1119" y="664"/>
                  </a:lnTo>
                  <a:lnTo>
                    <a:pt x="1119" y="664"/>
                  </a:lnTo>
                  <a:lnTo>
                    <a:pt x="1122" y="664"/>
                  </a:lnTo>
                  <a:lnTo>
                    <a:pt x="1122" y="666"/>
                  </a:lnTo>
                  <a:lnTo>
                    <a:pt x="1122" y="666"/>
                  </a:lnTo>
                  <a:lnTo>
                    <a:pt x="1122" y="669"/>
                  </a:lnTo>
                  <a:lnTo>
                    <a:pt x="1124" y="669"/>
                  </a:lnTo>
                  <a:lnTo>
                    <a:pt x="1124" y="669"/>
                  </a:lnTo>
                  <a:lnTo>
                    <a:pt x="1124" y="669"/>
                  </a:lnTo>
                  <a:lnTo>
                    <a:pt x="1124" y="671"/>
                  </a:lnTo>
                  <a:lnTo>
                    <a:pt x="1124" y="671"/>
                  </a:lnTo>
                  <a:lnTo>
                    <a:pt x="1124" y="673"/>
                  </a:lnTo>
                  <a:lnTo>
                    <a:pt x="1126" y="673"/>
                  </a:lnTo>
                  <a:lnTo>
                    <a:pt x="1126" y="673"/>
                  </a:lnTo>
                  <a:lnTo>
                    <a:pt x="1126" y="673"/>
                  </a:lnTo>
                  <a:lnTo>
                    <a:pt x="1126" y="673"/>
                  </a:lnTo>
                  <a:lnTo>
                    <a:pt x="1126" y="673"/>
                  </a:lnTo>
                  <a:lnTo>
                    <a:pt x="1126" y="676"/>
                  </a:lnTo>
                  <a:lnTo>
                    <a:pt x="1129" y="676"/>
                  </a:lnTo>
                  <a:lnTo>
                    <a:pt x="1129" y="678"/>
                  </a:lnTo>
                  <a:lnTo>
                    <a:pt x="1129" y="678"/>
                  </a:lnTo>
                  <a:lnTo>
                    <a:pt x="1129" y="678"/>
                  </a:lnTo>
                  <a:lnTo>
                    <a:pt x="1131" y="678"/>
                  </a:lnTo>
                  <a:lnTo>
                    <a:pt x="1131" y="681"/>
                  </a:lnTo>
                  <a:lnTo>
                    <a:pt x="1131" y="681"/>
                  </a:lnTo>
                  <a:lnTo>
                    <a:pt x="1131" y="683"/>
                  </a:lnTo>
                  <a:lnTo>
                    <a:pt x="1131" y="683"/>
                  </a:lnTo>
                  <a:lnTo>
                    <a:pt x="1131" y="683"/>
                  </a:lnTo>
                  <a:lnTo>
                    <a:pt x="1133" y="683"/>
                  </a:lnTo>
                  <a:lnTo>
                    <a:pt x="1133" y="683"/>
                  </a:lnTo>
                  <a:lnTo>
                    <a:pt x="1133" y="683"/>
                  </a:lnTo>
                  <a:lnTo>
                    <a:pt x="1133" y="683"/>
                  </a:lnTo>
                  <a:lnTo>
                    <a:pt x="1136" y="683"/>
                  </a:lnTo>
                  <a:lnTo>
                    <a:pt x="1136" y="681"/>
                  </a:lnTo>
                  <a:lnTo>
                    <a:pt x="1140" y="681"/>
                  </a:lnTo>
                  <a:lnTo>
                    <a:pt x="1140" y="681"/>
                  </a:lnTo>
                  <a:lnTo>
                    <a:pt x="1143" y="681"/>
                  </a:lnTo>
                  <a:lnTo>
                    <a:pt x="1143" y="676"/>
                  </a:lnTo>
                  <a:lnTo>
                    <a:pt x="1140" y="676"/>
                  </a:lnTo>
                  <a:lnTo>
                    <a:pt x="1140" y="673"/>
                  </a:lnTo>
                  <a:lnTo>
                    <a:pt x="1143" y="673"/>
                  </a:lnTo>
                  <a:lnTo>
                    <a:pt x="1143" y="673"/>
                  </a:lnTo>
                  <a:lnTo>
                    <a:pt x="1145" y="673"/>
                  </a:lnTo>
                  <a:lnTo>
                    <a:pt x="1145" y="671"/>
                  </a:lnTo>
                  <a:lnTo>
                    <a:pt x="1150" y="671"/>
                  </a:lnTo>
                  <a:lnTo>
                    <a:pt x="1150" y="673"/>
                  </a:lnTo>
                  <a:lnTo>
                    <a:pt x="1152" y="673"/>
                  </a:lnTo>
                  <a:lnTo>
                    <a:pt x="1152" y="673"/>
                  </a:lnTo>
                  <a:lnTo>
                    <a:pt x="1155" y="673"/>
                  </a:lnTo>
                  <a:lnTo>
                    <a:pt x="1155" y="673"/>
                  </a:lnTo>
                  <a:lnTo>
                    <a:pt x="1155" y="673"/>
                  </a:lnTo>
                  <a:lnTo>
                    <a:pt x="1155" y="673"/>
                  </a:lnTo>
                  <a:lnTo>
                    <a:pt x="1157" y="673"/>
                  </a:lnTo>
                  <a:lnTo>
                    <a:pt x="1157" y="676"/>
                  </a:lnTo>
                  <a:lnTo>
                    <a:pt x="1157" y="676"/>
                  </a:lnTo>
                  <a:lnTo>
                    <a:pt x="1157" y="678"/>
                  </a:lnTo>
                  <a:lnTo>
                    <a:pt x="1155" y="678"/>
                  </a:lnTo>
                  <a:lnTo>
                    <a:pt x="1155" y="681"/>
                  </a:lnTo>
                  <a:lnTo>
                    <a:pt x="1159" y="681"/>
                  </a:lnTo>
                  <a:lnTo>
                    <a:pt x="1159" y="678"/>
                  </a:lnTo>
                  <a:lnTo>
                    <a:pt x="1162" y="678"/>
                  </a:lnTo>
                  <a:lnTo>
                    <a:pt x="1162" y="681"/>
                  </a:lnTo>
                  <a:lnTo>
                    <a:pt x="1162" y="681"/>
                  </a:lnTo>
                  <a:lnTo>
                    <a:pt x="1162" y="681"/>
                  </a:lnTo>
                  <a:lnTo>
                    <a:pt x="1164" y="681"/>
                  </a:lnTo>
                  <a:lnTo>
                    <a:pt x="1164" y="685"/>
                  </a:lnTo>
                  <a:lnTo>
                    <a:pt x="1169" y="685"/>
                  </a:lnTo>
                  <a:lnTo>
                    <a:pt x="1169" y="683"/>
                  </a:lnTo>
                  <a:lnTo>
                    <a:pt x="1176" y="683"/>
                  </a:lnTo>
                  <a:lnTo>
                    <a:pt x="1176" y="685"/>
                  </a:lnTo>
                  <a:lnTo>
                    <a:pt x="1181" y="685"/>
                  </a:lnTo>
                  <a:lnTo>
                    <a:pt x="1181" y="683"/>
                  </a:lnTo>
                  <a:lnTo>
                    <a:pt x="1183" y="683"/>
                  </a:lnTo>
                  <a:lnTo>
                    <a:pt x="1183" y="685"/>
                  </a:lnTo>
                  <a:lnTo>
                    <a:pt x="1188" y="685"/>
                  </a:lnTo>
                  <a:lnTo>
                    <a:pt x="1188" y="683"/>
                  </a:lnTo>
                  <a:lnTo>
                    <a:pt x="1190" y="683"/>
                  </a:lnTo>
                  <a:lnTo>
                    <a:pt x="1190" y="681"/>
                  </a:lnTo>
                  <a:lnTo>
                    <a:pt x="1197" y="681"/>
                  </a:lnTo>
                  <a:lnTo>
                    <a:pt x="1197" y="681"/>
                  </a:lnTo>
                  <a:lnTo>
                    <a:pt x="1200" y="681"/>
                  </a:lnTo>
                  <a:lnTo>
                    <a:pt x="1200" y="678"/>
                  </a:lnTo>
                  <a:lnTo>
                    <a:pt x="1204" y="678"/>
                  </a:lnTo>
                  <a:lnTo>
                    <a:pt x="1204" y="681"/>
                  </a:lnTo>
                  <a:lnTo>
                    <a:pt x="1209" y="681"/>
                  </a:lnTo>
                  <a:lnTo>
                    <a:pt x="1209" y="681"/>
                  </a:lnTo>
                  <a:lnTo>
                    <a:pt x="1211" y="681"/>
                  </a:lnTo>
                  <a:lnTo>
                    <a:pt x="1211" y="683"/>
                  </a:lnTo>
                  <a:lnTo>
                    <a:pt x="1216" y="683"/>
                  </a:lnTo>
                  <a:lnTo>
                    <a:pt x="1216" y="683"/>
                  </a:lnTo>
                  <a:lnTo>
                    <a:pt x="1216" y="683"/>
                  </a:lnTo>
                  <a:lnTo>
                    <a:pt x="1216" y="683"/>
                  </a:lnTo>
                  <a:lnTo>
                    <a:pt x="1216" y="683"/>
                  </a:lnTo>
                  <a:lnTo>
                    <a:pt x="1216" y="685"/>
                  </a:lnTo>
                  <a:lnTo>
                    <a:pt x="1219" y="685"/>
                  </a:lnTo>
                  <a:lnTo>
                    <a:pt x="1219" y="688"/>
                  </a:lnTo>
                  <a:lnTo>
                    <a:pt x="1219" y="688"/>
                  </a:lnTo>
                  <a:lnTo>
                    <a:pt x="1219" y="688"/>
                  </a:lnTo>
                  <a:lnTo>
                    <a:pt x="1221" y="688"/>
                  </a:lnTo>
                  <a:lnTo>
                    <a:pt x="1221" y="690"/>
                  </a:lnTo>
                  <a:lnTo>
                    <a:pt x="1221" y="690"/>
                  </a:lnTo>
                  <a:lnTo>
                    <a:pt x="1221" y="690"/>
                  </a:lnTo>
                  <a:lnTo>
                    <a:pt x="1223" y="690"/>
                  </a:lnTo>
                  <a:lnTo>
                    <a:pt x="1223" y="692"/>
                  </a:lnTo>
                  <a:lnTo>
                    <a:pt x="1223" y="692"/>
                  </a:lnTo>
                  <a:lnTo>
                    <a:pt x="1223" y="697"/>
                  </a:lnTo>
                  <a:lnTo>
                    <a:pt x="1226" y="697"/>
                  </a:lnTo>
                  <a:lnTo>
                    <a:pt x="1226" y="700"/>
                  </a:lnTo>
                  <a:lnTo>
                    <a:pt x="1226" y="700"/>
                  </a:lnTo>
                  <a:lnTo>
                    <a:pt x="1226" y="697"/>
                  </a:lnTo>
                  <a:lnTo>
                    <a:pt x="1228" y="697"/>
                  </a:lnTo>
                  <a:lnTo>
                    <a:pt x="1228" y="700"/>
                  </a:lnTo>
                  <a:lnTo>
                    <a:pt x="1230" y="700"/>
                  </a:lnTo>
                  <a:lnTo>
                    <a:pt x="1230" y="700"/>
                  </a:lnTo>
                  <a:lnTo>
                    <a:pt x="1233" y="700"/>
                  </a:lnTo>
                  <a:lnTo>
                    <a:pt x="1233" y="702"/>
                  </a:lnTo>
                  <a:lnTo>
                    <a:pt x="1235" y="702"/>
                  </a:lnTo>
                  <a:lnTo>
                    <a:pt x="1235" y="702"/>
                  </a:lnTo>
                  <a:lnTo>
                    <a:pt x="1240" y="702"/>
                  </a:lnTo>
                  <a:lnTo>
                    <a:pt x="1240" y="702"/>
                  </a:lnTo>
                  <a:lnTo>
                    <a:pt x="1240" y="702"/>
                  </a:lnTo>
                  <a:lnTo>
                    <a:pt x="1240" y="704"/>
                  </a:lnTo>
                  <a:lnTo>
                    <a:pt x="1240" y="704"/>
                  </a:lnTo>
                  <a:lnTo>
                    <a:pt x="1240" y="707"/>
                  </a:lnTo>
                  <a:lnTo>
                    <a:pt x="1242" y="707"/>
                  </a:lnTo>
                  <a:lnTo>
                    <a:pt x="1242" y="709"/>
                  </a:lnTo>
                  <a:lnTo>
                    <a:pt x="1242" y="709"/>
                  </a:lnTo>
                  <a:lnTo>
                    <a:pt x="1242" y="711"/>
                  </a:lnTo>
                  <a:lnTo>
                    <a:pt x="1245" y="711"/>
                  </a:lnTo>
                  <a:lnTo>
                    <a:pt x="1245" y="714"/>
                  </a:lnTo>
                  <a:lnTo>
                    <a:pt x="1245" y="714"/>
                  </a:lnTo>
                  <a:lnTo>
                    <a:pt x="1245" y="714"/>
                  </a:lnTo>
                  <a:lnTo>
                    <a:pt x="1254" y="714"/>
                  </a:lnTo>
                  <a:lnTo>
                    <a:pt x="1254" y="716"/>
                  </a:lnTo>
                  <a:lnTo>
                    <a:pt x="1254" y="716"/>
                  </a:lnTo>
                  <a:lnTo>
                    <a:pt x="1254" y="714"/>
                  </a:lnTo>
                  <a:lnTo>
                    <a:pt x="1256" y="714"/>
                  </a:lnTo>
                  <a:lnTo>
                    <a:pt x="1256" y="716"/>
                  </a:lnTo>
                  <a:lnTo>
                    <a:pt x="1259" y="716"/>
                  </a:lnTo>
                  <a:lnTo>
                    <a:pt x="1259" y="716"/>
                  </a:lnTo>
                  <a:lnTo>
                    <a:pt x="1264" y="716"/>
                  </a:lnTo>
                  <a:lnTo>
                    <a:pt x="1264" y="719"/>
                  </a:lnTo>
                  <a:lnTo>
                    <a:pt x="1266" y="719"/>
                  </a:lnTo>
                  <a:lnTo>
                    <a:pt x="1266" y="716"/>
                  </a:lnTo>
                  <a:lnTo>
                    <a:pt x="1266" y="716"/>
                  </a:lnTo>
                  <a:lnTo>
                    <a:pt x="1266" y="714"/>
                  </a:lnTo>
                  <a:lnTo>
                    <a:pt x="1268" y="714"/>
                  </a:lnTo>
                  <a:lnTo>
                    <a:pt x="1268" y="714"/>
                  </a:lnTo>
                  <a:lnTo>
                    <a:pt x="1271" y="714"/>
                  </a:lnTo>
                  <a:lnTo>
                    <a:pt x="1271" y="711"/>
                  </a:lnTo>
                  <a:lnTo>
                    <a:pt x="1271" y="711"/>
                  </a:lnTo>
                  <a:lnTo>
                    <a:pt x="1271" y="711"/>
                  </a:lnTo>
                  <a:lnTo>
                    <a:pt x="1273" y="711"/>
                  </a:lnTo>
                  <a:lnTo>
                    <a:pt x="1273" y="711"/>
                  </a:lnTo>
                  <a:lnTo>
                    <a:pt x="1273" y="711"/>
                  </a:lnTo>
                  <a:lnTo>
                    <a:pt x="1273" y="709"/>
                  </a:lnTo>
                  <a:lnTo>
                    <a:pt x="1278" y="709"/>
                  </a:lnTo>
                  <a:lnTo>
                    <a:pt x="1278" y="711"/>
                  </a:lnTo>
                  <a:lnTo>
                    <a:pt x="1278" y="711"/>
                  </a:lnTo>
                  <a:lnTo>
                    <a:pt x="1278" y="711"/>
                  </a:lnTo>
                  <a:lnTo>
                    <a:pt x="1273" y="711"/>
                  </a:lnTo>
                  <a:lnTo>
                    <a:pt x="1273" y="714"/>
                  </a:lnTo>
                  <a:lnTo>
                    <a:pt x="1278" y="714"/>
                  </a:lnTo>
                  <a:lnTo>
                    <a:pt x="1278" y="716"/>
                  </a:lnTo>
                  <a:lnTo>
                    <a:pt x="1278" y="716"/>
                  </a:lnTo>
                  <a:lnTo>
                    <a:pt x="1278" y="716"/>
                  </a:lnTo>
                  <a:lnTo>
                    <a:pt x="1278" y="716"/>
                  </a:lnTo>
                  <a:lnTo>
                    <a:pt x="1278" y="719"/>
                  </a:lnTo>
                  <a:lnTo>
                    <a:pt x="1280" y="719"/>
                  </a:lnTo>
                  <a:lnTo>
                    <a:pt x="1280" y="721"/>
                  </a:lnTo>
                  <a:lnTo>
                    <a:pt x="1282" y="721"/>
                  </a:lnTo>
                  <a:lnTo>
                    <a:pt x="1282" y="723"/>
                  </a:lnTo>
                  <a:lnTo>
                    <a:pt x="1282" y="723"/>
                  </a:lnTo>
                  <a:lnTo>
                    <a:pt x="1282" y="723"/>
                  </a:lnTo>
                  <a:lnTo>
                    <a:pt x="1287" y="723"/>
                  </a:lnTo>
                  <a:lnTo>
                    <a:pt x="1287" y="723"/>
                  </a:lnTo>
                  <a:lnTo>
                    <a:pt x="1290" y="723"/>
                  </a:lnTo>
                  <a:lnTo>
                    <a:pt x="1290" y="726"/>
                  </a:lnTo>
                  <a:lnTo>
                    <a:pt x="1290" y="726"/>
                  </a:lnTo>
                  <a:lnTo>
                    <a:pt x="1290" y="728"/>
                  </a:lnTo>
                  <a:lnTo>
                    <a:pt x="1292" y="728"/>
                  </a:lnTo>
                  <a:lnTo>
                    <a:pt x="1292" y="726"/>
                  </a:lnTo>
                  <a:lnTo>
                    <a:pt x="1297" y="726"/>
                  </a:lnTo>
                  <a:lnTo>
                    <a:pt x="1297" y="726"/>
                  </a:lnTo>
                  <a:lnTo>
                    <a:pt x="1304" y="726"/>
                  </a:lnTo>
                  <a:lnTo>
                    <a:pt x="1304" y="723"/>
                  </a:lnTo>
                  <a:lnTo>
                    <a:pt x="1306" y="723"/>
                  </a:lnTo>
                  <a:lnTo>
                    <a:pt x="1306" y="721"/>
                  </a:lnTo>
                  <a:lnTo>
                    <a:pt x="1306" y="721"/>
                  </a:lnTo>
                  <a:lnTo>
                    <a:pt x="1306" y="719"/>
                  </a:lnTo>
                  <a:lnTo>
                    <a:pt x="1306" y="719"/>
                  </a:lnTo>
                  <a:lnTo>
                    <a:pt x="1306" y="719"/>
                  </a:lnTo>
                  <a:lnTo>
                    <a:pt x="1308" y="719"/>
                  </a:lnTo>
                  <a:lnTo>
                    <a:pt x="1308" y="716"/>
                  </a:lnTo>
                  <a:lnTo>
                    <a:pt x="1316" y="716"/>
                  </a:lnTo>
                  <a:lnTo>
                    <a:pt x="1316" y="716"/>
                  </a:lnTo>
                  <a:lnTo>
                    <a:pt x="1318" y="716"/>
                  </a:lnTo>
                  <a:lnTo>
                    <a:pt x="1318" y="716"/>
                  </a:lnTo>
                  <a:lnTo>
                    <a:pt x="1318" y="716"/>
                  </a:lnTo>
                  <a:lnTo>
                    <a:pt x="1318" y="719"/>
                  </a:lnTo>
                  <a:lnTo>
                    <a:pt x="1323" y="719"/>
                  </a:lnTo>
                  <a:lnTo>
                    <a:pt x="1323" y="716"/>
                  </a:lnTo>
                  <a:lnTo>
                    <a:pt x="1323" y="716"/>
                  </a:lnTo>
                  <a:lnTo>
                    <a:pt x="1323" y="716"/>
                  </a:lnTo>
                  <a:lnTo>
                    <a:pt x="1325" y="716"/>
                  </a:lnTo>
                  <a:lnTo>
                    <a:pt x="1325" y="716"/>
                  </a:lnTo>
                  <a:lnTo>
                    <a:pt x="1330" y="716"/>
                  </a:lnTo>
                  <a:lnTo>
                    <a:pt x="1330" y="716"/>
                  </a:lnTo>
                  <a:lnTo>
                    <a:pt x="1330" y="716"/>
                  </a:lnTo>
                  <a:lnTo>
                    <a:pt x="1330" y="711"/>
                  </a:lnTo>
                  <a:lnTo>
                    <a:pt x="1332" y="711"/>
                  </a:lnTo>
                  <a:lnTo>
                    <a:pt x="1332" y="714"/>
                  </a:lnTo>
                  <a:lnTo>
                    <a:pt x="1335" y="714"/>
                  </a:lnTo>
                  <a:lnTo>
                    <a:pt x="1335" y="711"/>
                  </a:lnTo>
                  <a:lnTo>
                    <a:pt x="1337" y="711"/>
                  </a:lnTo>
                  <a:lnTo>
                    <a:pt x="1337" y="711"/>
                  </a:lnTo>
                  <a:lnTo>
                    <a:pt x="1339" y="711"/>
                  </a:lnTo>
                  <a:lnTo>
                    <a:pt x="1339" y="709"/>
                  </a:lnTo>
                  <a:lnTo>
                    <a:pt x="1339" y="709"/>
                  </a:lnTo>
                  <a:lnTo>
                    <a:pt x="1339" y="704"/>
                  </a:lnTo>
                  <a:lnTo>
                    <a:pt x="1339" y="704"/>
                  </a:lnTo>
                  <a:lnTo>
                    <a:pt x="1339" y="704"/>
                  </a:lnTo>
                  <a:lnTo>
                    <a:pt x="1346" y="704"/>
                  </a:lnTo>
                  <a:lnTo>
                    <a:pt x="1346" y="702"/>
                  </a:lnTo>
                  <a:lnTo>
                    <a:pt x="1353" y="702"/>
                  </a:lnTo>
                  <a:lnTo>
                    <a:pt x="1353" y="702"/>
                  </a:lnTo>
                  <a:lnTo>
                    <a:pt x="1353" y="702"/>
                  </a:lnTo>
                  <a:lnTo>
                    <a:pt x="1353" y="702"/>
                  </a:lnTo>
                  <a:lnTo>
                    <a:pt x="1356" y="702"/>
                  </a:lnTo>
                  <a:lnTo>
                    <a:pt x="1356" y="700"/>
                  </a:lnTo>
                  <a:lnTo>
                    <a:pt x="1361" y="700"/>
                  </a:lnTo>
                  <a:lnTo>
                    <a:pt x="1361" y="700"/>
                  </a:lnTo>
                  <a:lnTo>
                    <a:pt x="1363" y="700"/>
                  </a:lnTo>
                  <a:lnTo>
                    <a:pt x="1363" y="697"/>
                  </a:lnTo>
                  <a:lnTo>
                    <a:pt x="1363" y="697"/>
                  </a:lnTo>
                  <a:lnTo>
                    <a:pt x="1363" y="697"/>
                  </a:lnTo>
                  <a:lnTo>
                    <a:pt x="1363" y="697"/>
                  </a:lnTo>
                  <a:lnTo>
                    <a:pt x="1363" y="695"/>
                  </a:lnTo>
                  <a:lnTo>
                    <a:pt x="1361" y="695"/>
                  </a:lnTo>
                  <a:lnTo>
                    <a:pt x="1361" y="692"/>
                  </a:lnTo>
                  <a:lnTo>
                    <a:pt x="1363" y="692"/>
                  </a:lnTo>
                  <a:lnTo>
                    <a:pt x="1363" y="692"/>
                  </a:lnTo>
                  <a:lnTo>
                    <a:pt x="1372" y="692"/>
                  </a:lnTo>
                  <a:lnTo>
                    <a:pt x="1372" y="692"/>
                  </a:lnTo>
                  <a:lnTo>
                    <a:pt x="1375" y="692"/>
                  </a:lnTo>
                  <a:lnTo>
                    <a:pt x="1375" y="692"/>
                  </a:lnTo>
                  <a:lnTo>
                    <a:pt x="1377" y="692"/>
                  </a:lnTo>
                  <a:lnTo>
                    <a:pt x="1377" y="690"/>
                  </a:lnTo>
                  <a:lnTo>
                    <a:pt x="1380" y="690"/>
                  </a:lnTo>
                  <a:lnTo>
                    <a:pt x="1380" y="690"/>
                  </a:lnTo>
                  <a:lnTo>
                    <a:pt x="1380" y="690"/>
                  </a:lnTo>
                  <a:lnTo>
                    <a:pt x="1380" y="690"/>
                  </a:lnTo>
                  <a:lnTo>
                    <a:pt x="1380" y="690"/>
                  </a:lnTo>
                  <a:lnTo>
                    <a:pt x="1380" y="690"/>
                  </a:lnTo>
                  <a:lnTo>
                    <a:pt x="1382" y="690"/>
                  </a:lnTo>
                  <a:lnTo>
                    <a:pt x="1382" y="688"/>
                  </a:lnTo>
                  <a:lnTo>
                    <a:pt x="1384" y="688"/>
                  </a:lnTo>
                  <a:lnTo>
                    <a:pt x="1384" y="685"/>
                  </a:lnTo>
                  <a:lnTo>
                    <a:pt x="1387" y="685"/>
                  </a:lnTo>
                  <a:lnTo>
                    <a:pt x="1387" y="685"/>
                  </a:lnTo>
                  <a:lnTo>
                    <a:pt x="1387" y="685"/>
                  </a:lnTo>
                  <a:lnTo>
                    <a:pt x="1387" y="685"/>
                  </a:lnTo>
                  <a:lnTo>
                    <a:pt x="1389" y="685"/>
                  </a:lnTo>
                  <a:lnTo>
                    <a:pt x="1389" y="688"/>
                  </a:lnTo>
                  <a:lnTo>
                    <a:pt x="1394" y="688"/>
                  </a:lnTo>
                  <a:lnTo>
                    <a:pt x="1394" y="685"/>
                  </a:lnTo>
                  <a:lnTo>
                    <a:pt x="1396" y="685"/>
                  </a:lnTo>
                  <a:lnTo>
                    <a:pt x="1396" y="683"/>
                  </a:lnTo>
                  <a:lnTo>
                    <a:pt x="1398" y="683"/>
                  </a:lnTo>
                  <a:lnTo>
                    <a:pt x="1398" y="683"/>
                  </a:lnTo>
                  <a:lnTo>
                    <a:pt x="1401" y="683"/>
                  </a:lnTo>
                  <a:lnTo>
                    <a:pt x="1401" y="685"/>
                  </a:lnTo>
                  <a:lnTo>
                    <a:pt x="1401" y="685"/>
                  </a:lnTo>
                  <a:lnTo>
                    <a:pt x="1401" y="683"/>
                  </a:lnTo>
                  <a:lnTo>
                    <a:pt x="1403" y="683"/>
                  </a:lnTo>
                  <a:lnTo>
                    <a:pt x="1403" y="685"/>
                  </a:lnTo>
                  <a:lnTo>
                    <a:pt x="1403" y="685"/>
                  </a:lnTo>
                  <a:lnTo>
                    <a:pt x="1403" y="685"/>
                  </a:lnTo>
                  <a:lnTo>
                    <a:pt x="1406" y="685"/>
                  </a:lnTo>
                  <a:lnTo>
                    <a:pt x="1406" y="685"/>
                  </a:lnTo>
                  <a:lnTo>
                    <a:pt x="1406" y="685"/>
                  </a:lnTo>
                  <a:lnTo>
                    <a:pt x="1406" y="683"/>
                  </a:lnTo>
                  <a:lnTo>
                    <a:pt x="1413" y="683"/>
                  </a:lnTo>
                  <a:lnTo>
                    <a:pt x="1413" y="685"/>
                  </a:lnTo>
                  <a:lnTo>
                    <a:pt x="1410" y="685"/>
                  </a:lnTo>
                  <a:lnTo>
                    <a:pt x="1410" y="688"/>
                  </a:lnTo>
                  <a:lnTo>
                    <a:pt x="1410" y="688"/>
                  </a:lnTo>
                  <a:lnTo>
                    <a:pt x="1410" y="688"/>
                  </a:lnTo>
                  <a:lnTo>
                    <a:pt x="1410" y="688"/>
                  </a:lnTo>
                  <a:lnTo>
                    <a:pt x="1410" y="690"/>
                  </a:lnTo>
                  <a:lnTo>
                    <a:pt x="1413" y="690"/>
                  </a:lnTo>
                  <a:lnTo>
                    <a:pt x="1413" y="690"/>
                  </a:lnTo>
                  <a:lnTo>
                    <a:pt x="1415" y="690"/>
                  </a:lnTo>
                  <a:lnTo>
                    <a:pt x="1415" y="690"/>
                  </a:lnTo>
                  <a:lnTo>
                    <a:pt x="1439" y="690"/>
                  </a:lnTo>
                  <a:lnTo>
                    <a:pt x="1439" y="692"/>
                  </a:lnTo>
                  <a:lnTo>
                    <a:pt x="1439" y="692"/>
                  </a:lnTo>
                  <a:lnTo>
                    <a:pt x="1439" y="692"/>
                  </a:lnTo>
                  <a:lnTo>
                    <a:pt x="1441" y="692"/>
                  </a:lnTo>
                  <a:lnTo>
                    <a:pt x="1441" y="697"/>
                  </a:lnTo>
                  <a:lnTo>
                    <a:pt x="1441" y="697"/>
                  </a:lnTo>
                  <a:lnTo>
                    <a:pt x="1441" y="700"/>
                  </a:lnTo>
                  <a:lnTo>
                    <a:pt x="1443" y="700"/>
                  </a:lnTo>
                  <a:lnTo>
                    <a:pt x="1443" y="700"/>
                  </a:lnTo>
                  <a:lnTo>
                    <a:pt x="1443" y="700"/>
                  </a:lnTo>
                  <a:lnTo>
                    <a:pt x="1443" y="702"/>
                  </a:lnTo>
                  <a:lnTo>
                    <a:pt x="1446" y="702"/>
                  </a:lnTo>
                  <a:lnTo>
                    <a:pt x="1446" y="702"/>
                  </a:lnTo>
                  <a:lnTo>
                    <a:pt x="1451" y="702"/>
                  </a:lnTo>
                  <a:lnTo>
                    <a:pt x="1451" y="702"/>
                  </a:lnTo>
                  <a:lnTo>
                    <a:pt x="1453" y="702"/>
                  </a:lnTo>
                  <a:lnTo>
                    <a:pt x="1453" y="702"/>
                  </a:lnTo>
                  <a:lnTo>
                    <a:pt x="1453" y="702"/>
                  </a:lnTo>
                  <a:lnTo>
                    <a:pt x="1453" y="704"/>
                  </a:lnTo>
                  <a:lnTo>
                    <a:pt x="1455" y="704"/>
                  </a:lnTo>
                  <a:lnTo>
                    <a:pt x="1455" y="704"/>
                  </a:lnTo>
                  <a:lnTo>
                    <a:pt x="1462" y="704"/>
                  </a:lnTo>
                  <a:lnTo>
                    <a:pt x="1462" y="707"/>
                  </a:lnTo>
                  <a:lnTo>
                    <a:pt x="1467" y="707"/>
                  </a:lnTo>
                  <a:lnTo>
                    <a:pt x="1467" y="704"/>
                  </a:lnTo>
                  <a:lnTo>
                    <a:pt x="1469" y="704"/>
                  </a:lnTo>
                  <a:lnTo>
                    <a:pt x="1469" y="704"/>
                  </a:lnTo>
                  <a:lnTo>
                    <a:pt x="1472" y="704"/>
                  </a:lnTo>
                  <a:lnTo>
                    <a:pt x="1472" y="702"/>
                  </a:lnTo>
                  <a:lnTo>
                    <a:pt x="1474" y="702"/>
                  </a:lnTo>
                  <a:lnTo>
                    <a:pt x="1474" y="704"/>
                  </a:lnTo>
                  <a:lnTo>
                    <a:pt x="1481" y="704"/>
                  </a:lnTo>
                  <a:lnTo>
                    <a:pt x="1481" y="704"/>
                  </a:lnTo>
                  <a:lnTo>
                    <a:pt x="1484" y="704"/>
                  </a:lnTo>
                  <a:lnTo>
                    <a:pt x="1484" y="707"/>
                  </a:lnTo>
                  <a:lnTo>
                    <a:pt x="1486" y="707"/>
                  </a:lnTo>
                  <a:lnTo>
                    <a:pt x="1486" y="704"/>
                  </a:lnTo>
                  <a:lnTo>
                    <a:pt x="1491" y="704"/>
                  </a:lnTo>
                  <a:lnTo>
                    <a:pt x="1491" y="707"/>
                  </a:lnTo>
                  <a:lnTo>
                    <a:pt x="1491" y="707"/>
                  </a:lnTo>
                  <a:lnTo>
                    <a:pt x="1491" y="704"/>
                  </a:lnTo>
                  <a:lnTo>
                    <a:pt x="1495" y="704"/>
                  </a:lnTo>
                  <a:lnTo>
                    <a:pt x="1495" y="707"/>
                  </a:lnTo>
                  <a:lnTo>
                    <a:pt x="1498" y="707"/>
                  </a:lnTo>
                  <a:lnTo>
                    <a:pt x="1498" y="707"/>
                  </a:lnTo>
                  <a:lnTo>
                    <a:pt x="1498" y="707"/>
                  </a:lnTo>
                  <a:lnTo>
                    <a:pt x="1498" y="709"/>
                  </a:lnTo>
                  <a:lnTo>
                    <a:pt x="1500" y="709"/>
                  </a:lnTo>
                  <a:lnTo>
                    <a:pt x="1500" y="709"/>
                  </a:lnTo>
                  <a:lnTo>
                    <a:pt x="1503" y="709"/>
                  </a:lnTo>
                  <a:lnTo>
                    <a:pt x="1503" y="711"/>
                  </a:lnTo>
                  <a:lnTo>
                    <a:pt x="1505" y="711"/>
                  </a:lnTo>
                  <a:lnTo>
                    <a:pt x="1505" y="709"/>
                  </a:lnTo>
                  <a:lnTo>
                    <a:pt x="1507" y="709"/>
                  </a:lnTo>
                  <a:lnTo>
                    <a:pt x="1507" y="709"/>
                  </a:lnTo>
                  <a:lnTo>
                    <a:pt x="1510" y="709"/>
                  </a:lnTo>
                  <a:lnTo>
                    <a:pt x="1510" y="707"/>
                  </a:lnTo>
                  <a:lnTo>
                    <a:pt x="1510" y="707"/>
                  </a:lnTo>
                  <a:lnTo>
                    <a:pt x="1510" y="707"/>
                  </a:lnTo>
                  <a:lnTo>
                    <a:pt x="1510" y="707"/>
                  </a:lnTo>
                  <a:lnTo>
                    <a:pt x="1510" y="704"/>
                  </a:lnTo>
                  <a:lnTo>
                    <a:pt x="1512" y="704"/>
                  </a:lnTo>
                  <a:lnTo>
                    <a:pt x="1512" y="704"/>
                  </a:lnTo>
                  <a:lnTo>
                    <a:pt x="1514" y="704"/>
                  </a:lnTo>
                  <a:lnTo>
                    <a:pt x="1514" y="704"/>
                  </a:lnTo>
                  <a:lnTo>
                    <a:pt x="1517" y="704"/>
                  </a:lnTo>
                  <a:lnTo>
                    <a:pt x="1517" y="704"/>
                  </a:lnTo>
                  <a:lnTo>
                    <a:pt x="1517" y="704"/>
                  </a:lnTo>
                  <a:lnTo>
                    <a:pt x="1517" y="702"/>
                  </a:lnTo>
                  <a:lnTo>
                    <a:pt x="1519" y="702"/>
                  </a:lnTo>
                  <a:lnTo>
                    <a:pt x="1519" y="702"/>
                  </a:lnTo>
                  <a:lnTo>
                    <a:pt x="1522" y="702"/>
                  </a:lnTo>
                  <a:lnTo>
                    <a:pt x="1522" y="700"/>
                  </a:lnTo>
                  <a:lnTo>
                    <a:pt x="1522" y="700"/>
                  </a:lnTo>
                  <a:lnTo>
                    <a:pt x="1522" y="700"/>
                  </a:lnTo>
                  <a:lnTo>
                    <a:pt x="1524" y="700"/>
                  </a:lnTo>
                  <a:lnTo>
                    <a:pt x="1524" y="697"/>
                  </a:lnTo>
                  <a:lnTo>
                    <a:pt x="1524" y="697"/>
                  </a:lnTo>
                  <a:lnTo>
                    <a:pt x="1524" y="697"/>
                  </a:lnTo>
                  <a:lnTo>
                    <a:pt x="1524" y="697"/>
                  </a:lnTo>
                  <a:lnTo>
                    <a:pt x="1524" y="695"/>
                  </a:lnTo>
                  <a:lnTo>
                    <a:pt x="1524" y="695"/>
                  </a:lnTo>
                  <a:lnTo>
                    <a:pt x="1524" y="692"/>
                  </a:lnTo>
                  <a:lnTo>
                    <a:pt x="1524" y="692"/>
                  </a:lnTo>
                  <a:lnTo>
                    <a:pt x="1524" y="692"/>
                  </a:lnTo>
                  <a:lnTo>
                    <a:pt x="1526" y="692"/>
                  </a:lnTo>
                  <a:lnTo>
                    <a:pt x="1526" y="690"/>
                  </a:lnTo>
                  <a:lnTo>
                    <a:pt x="1524" y="690"/>
                  </a:lnTo>
                  <a:lnTo>
                    <a:pt x="1524" y="690"/>
                  </a:lnTo>
                  <a:lnTo>
                    <a:pt x="1522" y="690"/>
                  </a:lnTo>
                  <a:lnTo>
                    <a:pt x="1522" y="688"/>
                  </a:lnTo>
                  <a:lnTo>
                    <a:pt x="1519" y="688"/>
                  </a:lnTo>
                  <a:lnTo>
                    <a:pt x="1519" y="685"/>
                  </a:lnTo>
                  <a:lnTo>
                    <a:pt x="1519" y="685"/>
                  </a:lnTo>
                  <a:lnTo>
                    <a:pt x="1519" y="685"/>
                  </a:lnTo>
                  <a:lnTo>
                    <a:pt x="1517" y="685"/>
                  </a:lnTo>
                  <a:lnTo>
                    <a:pt x="1517" y="683"/>
                  </a:lnTo>
                  <a:lnTo>
                    <a:pt x="1519" y="683"/>
                  </a:lnTo>
                  <a:lnTo>
                    <a:pt x="1519" y="683"/>
                  </a:lnTo>
                  <a:lnTo>
                    <a:pt x="1517" y="683"/>
                  </a:lnTo>
                  <a:lnTo>
                    <a:pt x="1517" y="681"/>
                  </a:lnTo>
                  <a:lnTo>
                    <a:pt x="1517" y="681"/>
                  </a:lnTo>
                  <a:lnTo>
                    <a:pt x="1517" y="678"/>
                  </a:lnTo>
                  <a:lnTo>
                    <a:pt x="1514" y="678"/>
                  </a:lnTo>
                  <a:lnTo>
                    <a:pt x="1514" y="678"/>
                  </a:lnTo>
                  <a:lnTo>
                    <a:pt x="1517" y="678"/>
                  </a:lnTo>
                  <a:lnTo>
                    <a:pt x="1517" y="676"/>
                  </a:lnTo>
                  <a:lnTo>
                    <a:pt x="1517" y="676"/>
                  </a:lnTo>
                  <a:lnTo>
                    <a:pt x="1517" y="673"/>
                  </a:lnTo>
                  <a:lnTo>
                    <a:pt x="1517" y="673"/>
                  </a:lnTo>
                  <a:lnTo>
                    <a:pt x="1517" y="669"/>
                  </a:lnTo>
                  <a:lnTo>
                    <a:pt x="1519" y="669"/>
                  </a:lnTo>
                  <a:lnTo>
                    <a:pt x="1519" y="669"/>
                  </a:lnTo>
                  <a:lnTo>
                    <a:pt x="1519" y="669"/>
                  </a:lnTo>
                  <a:lnTo>
                    <a:pt x="1519" y="666"/>
                  </a:lnTo>
                  <a:lnTo>
                    <a:pt x="1524" y="666"/>
                  </a:lnTo>
                  <a:lnTo>
                    <a:pt x="1524" y="664"/>
                  </a:lnTo>
                  <a:lnTo>
                    <a:pt x="1524" y="664"/>
                  </a:lnTo>
                  <a:lnTo>
                    <a:pt x="1524" y="662"/>
                  </a:lnTo>
                  <a:lnTo>
                    <a:pt x="1526" y="662"/>
                  </a:lnTo>
                  <a:lnTo>
                    <a:pt x="1526" y="659"/>
                  </a:lnTo>
                  <a:lnTo>
                    <a:pt x="1529" y="659"/>
                  </a:lnTo>
                  <a:lnTo>
                    <a:pt x="1529" y="659"/>
                  </a:lnTo>
                  <a:lnTo>
                    <a:pt x="1533" y="659"/>
                  </a:lnTo>
                  <a:lnTo>
                    <a:pt x="1533" y="657"/>
                  </a:lnTo>
                  <a:lnTo>
                    <a:pt x="1536" y="657"/>
                  </a:lnTo>
                  <a:lnTo>
                    <a:pt x="1536" y="655"/>
                  </a:lnTo>
                  <a:lnTo>
                    <a:pt x="1536" y="655"/>
                  </a:lnTo>
                  <a:lnTo>
                    <a:pt x="1536" y="652"/>
                  </a:lnTo>
                  <a:lnTo>
                    <a:pt x="1536" y="652"/>
                  </a:lnTo>
                  <a:lnTo>
                    <a:pt x="1536" y="652"/>
                  </a:lnTo>
                  <a:lnTo>
                    <a:pt x="1538" y="652"/>
                  </a:lnTo>
                  <a:lnTo>
                    <a:pt x="1538" y="650"/>
                  </a:lnTo>
                  <a:lnTo>
                    <a:pt x="1538" y="650"/>
                  </a:lnTo>
                  <a:lnTo>
                    <a:pt x="1538" y="650"/>
                  </a:lnTo>
                  <a:lnTo>
                    <a:pt x="1540" y="650"/>
                  </a:lnTo>
                  <a:lnTo>
                    <a:pt x="1540" y="652"/>
                  </a:lnTo>
                  <a:lnTo>
                    <a:pt x="1543" y="652"/>
                  </a:lnTo>
                  <a:lnTo>
                    <a:pt x="1543" y="652"/>
                  </a:lnTo>
                  <a:lnTo>
                    <a:pt x="1545" y="652"/>
                  </a:lnTo>
                  <a:lnTo>
                    <a:pt x="1545" y="652"/>
                  </a:lnTo>
                  <a:lnTo>
                    <a:pt x="1545" y="652"/>
                  </a:lnTo>
                  <a:lnTo>
                    <a:pt x="1545" y="655"/>
                  </a:lnTo>
                  <a:lnTo>
                    <a:pt x="1550" y="655"/>
                  </a:lnTo>
                  <a:lnTo>
                    <a:pt x="1550" y="655"/>
                  </a:lnTo>
                  <a:lnTo>
                    <a:pt x="1557" y="655"/>
                  </a:lnTo>
                  <a:lnTo>
                    <a:pt x="1557" y="657"/>
                  </a:lnTo>
                  <a:lnTo>
                    <a:pt x="1557" y="657"/>
                  </a:lnTo>
                  <a:lnTo>
                    <a:pt x="1557" y="657"/>
                  </a:lnTo>
                  <a:lnTo>
                    <a:pt x="1557" y="657"/>
                  </a:lnTo>
                  <a:lnTo>
                    <a:pt x="1557" y="659"/>
                  </a:lnTo>
                  <a:lnTo>
                    <a:pt x="1559" y="659"/>
                  </a:lnTo>
                  <a:lnTo>
                    <a:pt x="1559" y="659"/>
                  </a:lnTo>
                  <a:lnTo>
                    <a:pt x="1574" y="659"/>
                  </a:lnTo>
                  <a:lnTo>
                    <a:pt x="1574" y="662"/>
                  </a:lnTo>
                  <a:lnTo>
                    <a:pt x="1576" y="662"/>
                  </a:lnTo>
                  <a:lnTo>
                    <a:pt x="1576" y="662"/>
                  </a:lnTo>
                  <a:lnTo>
                    <a:pt x="1578" y="662"/>
                  </a:lnTo>
                  <a:lnTo>
                    <a:pt x="1578" y="664"/>
                  </a:lnTo>
                  <a:lnTo>
                    <a:pt x="1583" y="664"/>
                  </a:lnTo>
                  <a:lnTo>
                    <a:pt x="1583" y="664"/>
                  </a:lnTo>
                  <a:lnTo>
                    <a:pt x="1585" y="664"/>
                  </a:lnTo>
                  <a:lnTo>
                    <a:pt x="1585" y="664"/>
                  </a:lnTo>
                  <a:lnTo>
                    <a:pt x="1590" y="664"/>
                  </a:lnTo>
                  <a:lnTo>
                    <a:pt x="1590" y="666"/>
                  </a:lnTo>
                  <a:lnTo>
                    <a:pt x="1590" y="666"/>
                  </a:lnTo>
                  <a:lnTo>
                    <a:pt x="1590" y="666"/>
                  </a:lnTo>
                  <a:lnTo>
                    <a:pt x="1593" y="666"/>
                  </a:lnTo>
                  <a:lnTo>
                    <a:pt x="1593" y="666"/>
                  </a:lnTo>
                  <a:lnTo>
                    <a:pt x="1597" y="666"/>
                  </a:lnTo>
                  <a:lnTo>
                    <a:pt x="1597" y="666"/>
                  </a:lnTo>
                  <a:lnTo>
                    <a:pt x="1600" y="666"/>
                  </a:lnTo>
                  <a:lnTo>
                    <a:pt x="1600" y="669"/>
                  </a:lnTo>
                  <a:lnTo>
                    <a:pt x="1604" y="669"/>
                  </a:lnTo>
                  <a:lnTo>
                    <a:pt x="1604" y="669"/>
                  </a:lnTo>
                  <a:lnTo>
                    <a:pt x="1604" y="669"/>
                  </a:lnTo>
                  <a:lnTo>
                    <a:pt x="1604" y="669"/>
                  </a:lnTo>
                  <a:lnTo>
                    <a:pt x="1607" y="669"/>
                  </a:lnTo>
                  <a:lnTo>
                    <a:pt x="1607" y="669"/>
                  </a:lnTo>
                  <a:lnTo>
                    <a:pt x="1609" y="669"/>
                  </a:lnTo>
                  <a:lnTo>
                    <a:pt x="1609" y="671"/>
                  </a:lnTo>
                  <a:lnTo>
                    <a:pt x="1609" y="671"/>
                  </a:lnTo>
                  <a:lnTo>
                    <a:pt x="1609" y="671"/>
                  </a:lnTo>
                  <a:lnTo>
                    <a:pt x="1609" y="671"/>
                  </a:lnTo>
                  <a:lnTo>
                    <a:pt x="1609" y="676"/>
                  </a:lnTo>
                  <a:lnTo>
                    <a:pt x="1609" y="676"/>
                  </a:lnTo>
                  <a:lnTo>
                    <a:pt x="1609" y="678"/>
                  </a:lnTo>
                  <a:lnTo>
                    <a:pt x="1609" y="678"/>
                  </a:lnTo>
                  <a:lnTo>
                    <a:pt x="1609" y="683"/>
                  </a:lnTo>
                  <a:lnTo>
                    <a:pt x="1609" y="683"/>
                  </a:lnTo>
                  <a:lnTo>
                    <a:pt x="1609" y="683"/>
                  </a:lnTo>
                  <a:lnTo>
                    <a:pt x="1609" y="683"/>
                  </a:lnTo>
                  <a:lnTo>
                    <a:pt x="1609" y="683"/>
                  </a:lnTo>
                  <a:lnTo>
                    <a:pt x="1611" y="683"/>
                  </a:lnTo>
                  <a:lnTo>
                    <a:pt x="1611" y="688"/>
                  </a:lnTo>
                  <a:lnTo>
                    <a:pt x="1611" y="688"/>
                  </a:lnTo>
                  <a:lnTo>
                    <a:pt x="1611" y="690"/>
                  </a:lnTo>
                  <a:lnTo>
                    <a:pt x="1611" y="690"/>
                  </a:lnTo>
                  <a:lnTo>
                    <a:pt x="1611" y="690"/>
                  </a:lnTo>
                  <a:lnTo>
                    <a:pt x="1616" y="690"/>
                  </a:lnTo>
                  <a:lnTo>
                    <a:pt x="1616" y="692"/>
                  </a:lnTo>
                  <a:lnTo>
                    <a:pt x="1616" y="692"/>
                  </a:lnTo>
                  <a:lnTo>
                    <a:pt x="1616" y="692"/>
                  </a:lnTo>
                  <a:lnTo>
                    <a:pt x="1619" y="692"/>
                  </a:lnTo>
                  <a:lnTo>
                    <a:pt x="1619" y="692"/>
                  </a:lnTo>
                  <a:lnTo>
                    <a:pt x="1621" y="692"/>
                  </a:lnTo>
                  <a:lnTo>
                    <a:pt x="1621" y="695"/>
                  </a:lnTo>
                  <a:lnTo>
                    <a:pt x="1623" y="695"/>
                  </a:lnTo>
                  <a:lnTo>
                    <a:pt x="1623" y="695"/>
                  </a:lnTo>
                  <a:lnTo>
                    <a:pt x="1623" y="695"/>
                  </a:lnTo>
                  <a:lnTo>
                    <a:pt x="1623" y="697"/>
                  </a:lnTo>
                  <a:lnTo>
                    <a:pt x="1628" y="697"/>
                  </a:lnTo>
                  <a:lnTo>
                    <a:pt x="1628" y="695"/>
                  </a:lnTo>
                  <a:lnTo>
                    <a:pt x="1630" y="695"/>
                  </a:lnTo>
                  <a:lnTo>
                    <a:pt x="1630" y="697"/>
                  </a:lnTo>
                  <a:lnTo>
                    <a:pt x="1630" y="697"/>
                  </a:lnTo>
                  <a:lnTo>
                    <a:pt x="1630" y="697"/>
                  </a:lnTo>
                  <a:lnTo>
                    <a:pt x="1633" y="697"/>
                  </a:lnTo>
                  <a:lnTo>
                    <a:pt x="1633" y="700"/>
                  </a:lnTo>
                  <a:lnTo>
                    <a:pt x="1638" y="700"/>
                  </a:lnTo>
                  <a:lnTo>
                    <a:pt x="1638" y="700"/>
                  </a:lnTo>
                  <a:lnTo>
                    <a:pt x="1640" y="700"/>
                  </a:lnTo>
                  <a:lnTo>
                    <a:pt x="1640" y="702"/>
                  </a:lnTo>
                  <a:lnTo>
                    <a:pt x="1642" y="702"/>
                  </a:lnTo>
                  <a:lnTo>
                    <a:pt x="1642" y="700"/>
                  </a:lnTo>
                  <a:lnTo>
                    <a:pt x="1642" y="700"/>
                  </a:lnTo>
                  <a:lnTo>
                    <a:pt x="1642" y="700"/>
                  </a:lnTo>
                  <a:lnTo>
                    <a:pt x="1645" y="700"/>
                  </a:lnTo>
                  <a:lnTo>
                    <a:pt x="1645" y="700"/>
                  </a:lnTo>
                  <a:lnTo>
                    <a:pt x="1652" y="700"/>
                  </a:lnTo>
                  <a:lnTo>
                    <a:pt x="1652" y="700"/>
                  </a:lnTo>
                  <a:lnTo>
                    <a:pt x="1652" y="700"/>
                  </a:lnTo>
                  <a:lnTo>
                    <a:pt x="1652" y="697"/>
                  </a:lnTo>
                  <a:lnTo>
                    <a:pt x="1654" y="697"/>
                  </a:lnTo>
                  <a:lnTo>
                    <a:pt x="1654" y="697"/>
                  </a:lnTo>
                  <a:lnTo>
                    <a:pt x="1656" y="697"/>
                  </a:lnTo>
                  <a:lnTo>
                    <a:pt x="1656" y="695"/>
                  </a:lnTo>
                  <a:lnTo>
                    <a:pt x="1664" y="695"/>
                  </a:lnTo>
                  <a:lnTo>
                    <a:pt x="1664" y="695"/>
                  </a:lnTo>
                  <a:lnTo>
                    <a:pt x="1668" y="695"/>
                  </a:lnTo>
                  <a:lnTo>
                    <a:pt x="1668" y="692"/>
                  </a:lnTo>
                  <a:lnTo>
                    <a:pt x="1671" y="692"/>
                  </a:lnTo>
                  <a:lnTo>
                    <a:pt x="1671" y="695"/>
                  </a:lnTo>
                  <a:lnTo>
                    <a:pt x="1671" y="695"/>
                  </a:lnTo>
                  <a:lnTo>
                    <a:pt x="1671" y="692"/>
                  </a:lnTo>
                  <a:lnTo>
                    <a:pt x="1673" y="692"/>
                  </a:lnTo>
                  <a:lnTo>
                    <a:pt x="1673" y="692"/>
                  </a:lnTo>
                  <a:lnTo>
                    <a:pt x="1675" y="692"/>
                  </a:lnTo>
                  <a:lnTo>
                    <a:pt x="1675" y="692"/>
                  </a:lnTo>
                  <a:lnTo>
                    <a:pt x="1678" y="692"/>
                  </a:lnTo>
                  <a:lnTo>
                    <a:pt x="1678" y="692"/>
                  </a:lnTo>
                  <a:lnTo>
                    <a:pt x="1682" y="692"/>
                  </a:lnTo>
                  <a:lnTo>
                    <a:pt x="1682" y="692"/>
                  </a:lnTo>
                  <a:lnTo>
                    <a:pt x="1692" y="692"/>
                  </a:lnTo>
                  <a:lnTo>
                    <a:pt x="1692" y="695"/>
                  </a:lnTo>
                  <a:lnTo>
                    <a:pt x="1694" y="695"/>
                  </a:lnTo>
                  <a:lnTo>
                    <a:pt x="1694" y="697"/>
                  </a:lnTo>
                  <a:lnTo>
                    <a:pt x="1697" y="697"/>
                  </a:lnTo>
                  <a:lnTo>
                    <a:pt x="1697" y="695"/>
                  </a:lnTo>
                  <a:lnTo>
                    <a:pt x="1709" y="695"/>
                  </a:lnTo>
                  <a:lnTo>
                    <a:pt x="1709" y="697"/>
                  </a:lnTo>
                  <a:lnTo>
                    <a:pt x="1709" y="697"/>
                  </a:lnTo>
                  <a:lnTo>
                    <a:pt x="1709" y="697"/>
                  </a:lnTo>
                  <a:lnTo>
                    <a:pt x="1711" y="697"/>
                  </a:lnTo>
                  <a:lnTo>
                    <a:pt x="1711" y="700"/>
                  </a:lnTo>
                  <a:lnTo>
                    <a:pt x="1711" y="700"/>
                  </a:lnTo>
                  <a:lnTo>
                    <a:pt x="1711" y="700"/>
                  </a:lnTo>
                  <a:lnTo>
                    <a:pt x="1713" y="700"/>
                  </a:lnTo>
                  <a:lnTo>
                    <a:pt x="1713" y="702"/>
                  </a:lnTo>
                  <a:lnTo>
                    <a:pt x="1713" y="702"/>
                  </a:lnTo>
                  <a:lnTo>
                    <a:pt x="1713" y="702"/>
                  </a:lnTo>
                  <a:lnTo>
                    <a:pt x="1716" y="702"/>
                  </a:lnTo>
                  <a:lnTo>
                    <a:pt x="1716" y="704"/>
                  </a:lnTo>
                  <a:lnTo>
                    <a:pt x="1720" y="704"/>
                  </a:lnTo>
                  <a:lnTo>
                    <a:pt x="1720" y="704"/>
                  </a:lnTo>
                  <a:lnTo>
                    <a:pt x="1723" y="704"/>
                  </a:lnTo>
                  <a:lnTo>
                    <a:pt x="1723" y="704"/>
                  </a:lnTo>
                  <a:lnTo>
                    <a:pt x="1723" y="704"/>
                  </a:lnTo>
                  <a:lnTo>
                    <a:pt x="1723" y="704"/>
                  </a:lnTo>
                  <a:lnTo>
                    <a:pt x="1730" y="704"/>
                  </a:lnTo>
                  <a:lnTo>
                    <a:pt x="1730" y="707"/>
                  </a:lnTo>
                  <a:lnTo>
                    <a:pt x="1732" y="707"/>
                  </a:lnTo>
                  <a:lnTo>
                    <a:pt x="1732" y="711"/>
                  </a:lnTo>
                  <a:lnTo>
                    <a:pt x="1732" y="711"/>
                  </a:lnTo>
                  <a:lnTo>
                    <a:pt x="1732" y="714"/>
                  </a:lnTo>
                  <a:lnTo>
                    <a:pt x="1735" y="714"/>
                  </a:lnTo>
                  <a:lnTo>
                    <a:pt x="1735" y="714"/>
                  </a:lnTo>
                  <a:lnTo>
                    <a:pt x="1737" y="714"/>
                  </a:lnTo>
                  <a:lnTo>
                    <a:pt x="1737" y="716"/>
                  </a:lnTo>
                  <a:lnTo>
                    <a:pt x="1739" y="716"/>
                  </a:lnTo>
                  <a:lnTo>
                    <a:pt x="1739" y="716"/>
                  </a:lnTo>
                  <a:lnTo>
                    <a:pt x="1739" y="716"/>
                  </a:lnTo>
                  <a:lnTo>
                    <a:pt x="1739" y="719"/>
                  </a:lnTo>
                  <a:lnTo>
                    <a:pt x="1742" y="719"/>
                  </a:lnTo>
                  <a:lnTo>
                    <a:pt x="1742" y="719"/>
                  </a:lnTo>
                  <a:lnTo>
                    <a:pt x="1744" y="719"/>
                  </a:lnTo>
                  <a:lnTo>
                    <a:pt x="1744" y="721"/>
                  </a:lnTo>
                  <a:lnTo>
                    <a:pt x="1744" y="721"/>
                  </a:lnTo>
                  <a:lnTo>
                    <a:pt x="1744" y="721"/>
                  </a:lnTo>
                  <a:lnTo>
                    <a:pt x="1753" y="721"/>
                  </a:lnTo>
                  <a:lnTo>
                    <a:pt x="1753" y="721"/>
                  </a:lnTo>
                  <a:lnTo>
                    <a:pt x="1756" y="721"/>
                  </a:lnTo>
                  <a:lnTo>
                    <a:pt x="1756" y="721"/>
                  </a:lnTo>
                  <a:lnTo>
                    <a:pt x="1758" y="721"/>
                  </a:lnTo>
                  <a:lnTo>
                    <a:pt x="1758" y="721"/>
                  </a:lnTo>
                  <a:lnTo>
                    <a:pt x="1761" y="721"/>
                  </a:lnTo>
                  <a:lnTo>
                    <a:pt x="1761" y="721"/>
                  </a:lnTo>
                  <a:lnTo>
                    <a:pt x="1763" y="721"/>
                  </a:lnTo>
                  <a:lnTo>
                    <a:pt x="1763" y="723"/>
                  </a:lnTo>
                  <a:lnTo>
                    <a:pt x="1765" y="723"/>
                  </a:lnTo>
                  <a:lnTo>
                    <a:pt x="1765" y="723"/>
                  </a:lnTo>
                  <a:lnTo>
                    <a:pt x="1765" y="723"/>
                  </a:lnTo>
                  <a:lnTo>
                    <a:pt x="1765" y="723"/>
                  </a:lnTo>
                  <a:lnTo>
                    <a:pt x="1770" y="723"/>
                  </a:lnTo>
                  <a:lnTo>
                    <a:pt x="1770" y="723"/>
                  </a:lnTo>
                  <a:lnTo>
                    <a:pt x="1770" y="723"/>
                  </a:lnTo>
                  <a:lnTo>
                    <a:pt x="1770" y="723"/>
                  </a:lnTo>
                  <a:lnTo>
                    <a:pt x="1777" y="723"/>
                  </a:lnTo>
                  <a:lnTo>
                    <a:pt x="1777" y="726"/>
                  </a:lnTo>
                  <a:lnTo>
                    <a:pt x="1784" y="726"/>
                  </a:lnTo>
                  <a:lnTo>
                    <a:pt x="1784" y="723"/>
                  </a:lnTo>
                  <a:lnTo>
                    <a:pt x="1784" y="723"/>
                  </a:lnTo>
                  <a:lnTo>
                    <a:pt x="1784" y="723"/>
                  </a:lnTo>
                  <a:lnTo>
                    <a:pt x="1787" y="723"/>
                  </a:lnTo>
                  <a:lnTo>
                    <a:pt x="1787" y="723"/>
                  </a:lnTo>
                  <a:lnTo>
                    <a:pt x="1789" y="723"/>
                  </a:lnTo>
                  <a:lnTo>
                    <a:pt x="1789" y="726"/>
                  </a:lnTo>
                  <a:lnTo>
                    <a:pt x="1791" y="726"/>
                  </a:lnTo>
                  <a:lnTo>
                    <a:pt x="1791" y="726"/>
                  </a:lnTo>
                  <a:lnTo>
                    <a:pt x="1791" y="726"/>
                  </a:lnTo>
                  <a:lnTo>
                    <a:pt x="1791" y="726"/>
                  </a:lnTo>
                  <a:lnTo>
                    <a:pt x="1796" y="726"/>
                  </a:lnTo>
                  <a:lnTo>
                    <a:pt x="1796" y="723"/>
                  </a:lnTo>
                  <a:lnTo>
                    <a:pt x="1798" y="723"/>
                  </a:lnTo>
                  <a:lnTo>
                    <a:pt x="1798" y="723"/>
                  </a:lnTo>
                  <a:lnTo>
                    <a:pt x="1801" y="723"/>
                  </a:lnTo>
                  <a:lnTo>
                    <a:pt x="1801" y="723"/>
                  </a:lnTo>
                  <a:lnTo>
                    <a:pt x="1803" y="723"/>
                  </a:lnTo>
                  <a:lnTo>
                    <a:pt x="1803" y="721"/>
                  </a:lnTo>
                  <a:lnTo>
                    <a:pt x="1806" y="721"/>
                  </a:lnTo>
                  <a:lnTo>
                    <a:pt x="1806" y="721"/>
                  </a:lnTo>
                  <a:lnTo>
                    <a:pt x="1808" y="721"/>
                  </a:lnTo>
                  <a:lnTo>
                    <a:pt x="1808" y="721"/>
                  </a:lnTo>
                  <a:lnTo>
                    <a:pt x="1810" y="721"/>
                  </a:lnTo>
                  <a:lnTo>
                    <a:pt x="1810" y="721"/>
                  </a:lnTo>
                  <a:lnTo>
                    <a:pt x="1813" y="721"/>
                  </a:lnTo>
                  <a:lnTo>
                    <a:pt x="1813" y="719"/>
                  </a:lnTo>
                  <a:lnTo>
                    <a:pt x="1815" y="719"/>
                  </a:lnTo>
                  <a:lnTo>
                    <a:pt x="1815" y="721"/>
                  </a:lnTo>
                  <a:lnTo>
                    <a:pt x="1817" y="721"/>
                  </a:lnTo>
                  <a:lnTo>
                    <a:pt x="1817" y="719"/>
                  </a:lnTo>
                  <a:lnTo>
                    <a:pt x="1822" y="719"/>
                  </a:lnTo>
                  <a:lnTo>
                    <a:pt x="1822" y="719"/>
                  </a:lnTo>
                  <a:lnTo>
                    <a:pt x="1824" y="719"/>
                  </a:lnTo>
                  <a:lnTo>
                    <a:pt x="1824" y="716"/>
                  </a:lnTo>
                  <a:lnTo>
                    <a:pt x="1829" y="716"/>
                  </a:lnTo>
                  <a:lnTo>
                    <a:pt x="1829" y="716"/>
                  </a:lnTo>
                  <a:lnTo>
                    <a:pt x="1834" y="716"/>
                  </a:lnTo>
                  <a:lnTo>
                    <a:pt x="1834" y="716"/>
                  </a:lnTo>
                  <a:lnTo>
                    <a:pt x="1836" y="716"/>
                  </a:lnTo>
                  <a:lnTo>
                    <a:pt x="1836" y="716"/>
                  </a:lnTo>
                  <a:lnTo>
                    <a:pt x="1839" y="716"/>
                  </a:lnTo>
                  <a:lnTo>
                    <a:pt x="1839" y="714"/>
                  </a:lnTo>
                  <a:lnTo>
                    <a:pt x="1843" y="714"/>
                  </a:lnTo>
                  <a:lnTo>
                    <a:pt x="1843" y="711"/>
                  </a:lnTo>
                  <a:lnTo>
                    <a:pt x="1843" y="711"/>
                  </a:lnTo>
                  <a:lnTo>
                    <a:pt x="1843" y="711"/>
                  </a:lnTo>
                  <a:lnTo>
                    <a:pt x="1843" y="711"/>
                  </a:lnTo>
                  <a:lnTo>
                    <a:pt x="1843" y="709"/>
                  </a:lnTo>
                  <a:lnTo>
                    <a:pt x="1846" y="709"/>
                  </a:lnTo>
                  <a:lnTo>
                    <a:pt x="1846" y="709"/>
                  </a:lnTo>
                  <a:lnTo>
                    <a:pt x="1846" y="709"/>
                  </a:lnTo>
                  <a:lnTo>
                    <a:pt x="1846" y="707"/>
                  </a:lnTo>
                  <a:lnTo>
                    <a:pt x="1848" y="707"/>
                  </a:lnTo>
                  <a:lnTo>
                    <a:pt x="1848" y="707"/>
                  </a:lnTo>
                  <a:lnTo>
                    <a:pt x="1851" y="707"/>
                  </a:lnTo>
                  <a:lnTo>
                    <a:pt x="1851" y="704"/>
                  </a:lnTo>
                  <a:lnTo>
                    <a:pt x="1853" y="704"/>
                  </a:lnTo>
                  <a:lnTo>
                    <a:pt x="1853" y="704"/>
                  </a:lnTo>
                  <a:lnTo>
                    <a:pt x="1853" y="704"/>
                  </a:lnTo>
                  <a:lnTo>
                    <a:pt x="1853" y="702"/>
                  </a:lnTo>
                  <a:lnTo>
                    <a:pt x="1855" y="702"/>
                  </a:lnTo>
                  <a:lnTo>
                    <a:pt x="1855" y="702"/>
                  </a:lnTo>
                  <a:lnTo>
                    <a:pt x="1860" y="702"/>
                  </a:lnTo>
                  <a:lnTo>
                    <a:pt x="1860" y="702"/>
                  </a:lnTo>
                  <a:lnTo>
                    <a:pt x="1862" y="702"/>
                  </a:lnTo>
                  <a:lnTo>
                    <a:pt x="1862" y="700"/>
                  </a:lnTo>
                  <a:lnTo>
                    <a:pt x="1865" y="700"/>
                  </a:lnTo>
                  <a:lnTo>
                    <a:pt x="1865" y="700"/>
                  </a:lnTo>
                  <a:lnTo>
                    <a:pt x="1865" y="700"/>
                  </a:lnTo>
                  <a:lnTo>
                    <a:pt x="1865" y="697"/>
                  </a:lnTo>
                  <a:lnTo>
                    <a:pt x="1869" y="697"/>
                  </a:lnTo>
                  <a:lnTo>
                    <a:pt x="1869" y="697"/>
                  </a:lnTo>
                  <a:lnTo>
                    <a:pt x="1869" y="697"/>
                  </a:lnTo>
                  <a:lnTo>
                    <a:pt x="1869" y="697"/>
                  </a:lnTo>
                  <a:lnTo>
                    <a:pt x="1879" y="697"/>
                  </a:lnTo>
                  <a:lnTo>
                    <a:pt x="1879" y="700"/>
                  </a:lnTo>
                  <a:lnTo>
                    <a:pt x="1884" y="700"/>
                  </a:lnTo>
                  <a:lnTo>
                    <a:pt x="1884" y="700"/>
                  </a:lnTo>
                  <a:lnTo>
                    <a:pt x="1884" y="700"/>
                  </a:lnTo>
                  <a:lnTo>
                    <a:pt x="1884" y="702"/>
                  </a:lnTo>
                  <a:lnTo>
                    <a:pt x="1886" y="702"/>
                  </a:lnTo>
                  <a:lnTo>
                    <a:pt x="1886" y="702"/>
                  </a:lnTo>
                  <a:lnTo>
                    <a:pt x="1886" y="702"/>
                  </a:lnTo>
                  <a:lnTo>
                    <a:pt x="1886" y="702"/>
                  </a:lnTo>
                  <a:lnTo>
                    <a:pt x="1888" y="702"/>
                  </a:lnTo>
                  <a:lnTo>
                    <a:pt x="1888" y="704"/>
                  </a:lnTo>
                  <a:lnTo>
                    <a:pt x="1888" y="704"/>
                  </a:lnTo>
                  <a:lnTo>
                    <a:pt x="1888" y="704"/>
                  </a:lnTo>
                  <a:lnTo>
                    <a:pt x="1891" y="704"/>
                  </a:lnTo>
                  <a:lnTo>
                    <a:pt x="1891" y="707"/>
                  </a:lnTo>
                  <a:lnTo>
                    <a:pt x="1898" y="707"/>
                  </a:lnTo>
                  <a:lnTo>
                    <a:pt x="1898" y="707"/>
                  </a:lnTo>
                  <a:lnTo>
                    <a:pt x="1900" y="707"/>
                  </a:lnTo>
                  <a:lnTo>
                    <a:pt x="1900" y="707"/>
                  </a:lnTo>
                  <a:lnTo>
                    <a:pt x="1903" y="707"/>
                  </a:lnTo>
                  <a:lnTo>
                    <a:pt x="1903" y="704"/>
                  </a:lnTo>
                  <a:lnTo>
                    <a:pt x="1905" y="704"/>
                  </a:lnTo>
                  <a:lnTo>
                    <a:pt x="1905" y="704"/>
                  </a:lnTo>
                  <a:lnTo>
                    <a:pt x="1907" y="704"/>
                  </a:lnTo>
                  <a:lnTo>
                    <a:pt x="1907" y="702"/>
                  </a:lnTo>
                  <a:lnTo>
                    <a:pt x="1912" y="702"/>
                  </a:lnTo>
                  <a:lnTo>
                    <a:pt x="1912" y="704"/>
                  </a:lnTo>
                  <a:lnTo>
                    <a:pt x="1914" y="704"/>
                  </a:lnTo>
                  <a:lnTo>
                    <a:pt x="1914" y="704"/>
                  </a:lnTo>
                  <a:lnTo>
                    <a:pt x="1919" y="704"/>
                  </a:lnTo>
                  <a:lnTo>
                    <a:pt x="1919" y="707"/>
                  </a:lnTo>
                  <a:lnTo>
                    <a:pt x="1919" y="707"/>
                  </a:lnTo>
                  <a:lnTo>
                    <a:pt x="1919" y="707"/>
                  </a:lnTo>
                  <a:lnTo>
                    <a:pt x="1922" y="707"/>
                  </a:lnTo>
                  <a:lnTo>
                    <a:pt x="1922" y="709"/>
                  </a:lnTo>
                  <a:lnTo>
                    <a:pt x="1922" y="709"/>
                  </a:lnTo>
                  <a:lnTo>
                    <a:pt x="1922" y="709"/>
                  </a:lnTo>
                  <a:lnTo>
                    <a:pt x="1924" y="709"/>
                  </a:lnTo>
                  <a:lnTo>
                    <a:pt x="1924" y="711"/>
                  </a:lnTo>
                  <a:lnTo>
                    <a:pt x="1924" y="711"/>
                  </a:lnTo>
                  <a:lnTo>
                    <a:pt x="1924" y="711"/>
                  </a:lnTo>
                  <a:lnTo>
                    <a:pt x="1929" y="711"/>
                  </a:lnTo>
                  <a:lnTo>
                    <a:pt x="1929" y="711"/>
                  </a:lnTo>
                  <a:lnTo>
                    <a:pt x="1931" y="711"/>
                  </a:lnTo>
                  <a:lnTo>
                    <a:pt x="1931" y="714"/>
                  </a:lnTo>
                  <a:lnTo>
                    <a:pt x="1938" y="714"/>
                  </a:lnTo>
                  <a:lnTo>
                    <a:pt x="1938" y="714"/>
                  </a:lnTo>
                  <a:lnTo>
                    <a:pt x="1940" y="714"/>
                  </a:lnTo>
                  <a:lnTo>
                    <a:pt x="1940" y="716"/>
                  </a:lnTo>
                  <a:lnTo>
                    <a:pt x="1943" y="716"/>
                  </a:lnTo>
                  <a:lnTo>
                    <a:pt x="1943" y="716"/>
                  </a:lnTo>
                  <a:lnTo>
                    <a:pt x="1945" y="716"/>
                  </a:lnTo>
                  <a:lnTo>
                    <a:pt x="1945" y="716"/>
                  </a:lnTo>
                  <a:lnTo>
                    <a:pt x="1948" y="716"/>
                  </a:lnTo>
                  <a:lnTo>
                    <a:pt x="1948" y="714"/>
                  </a:lnTo>
                  <a:lnTo>
                    <a:pt x="1948" y="714"/>
                  </a:lnTo>
                  <a:lnTo>
                    <a:pt x="1948" y="714"/>
                  </a:lnTo>
                  <a:lnTo>
                    <a:pt x="1950" y="714"/>
                  </a:lnTo>
                  <a:lnTo>
                    <a:pt x="1950" y="711"/>
                  </a:lnTo>
                  <a:lnTo>
                    <a:pt x="1952" y="711"/>
                  </a:lnTo>
                  <a:lnTo>
                    <a:pt x="1952" y="711"/>
                  </a:lnTo>
                  <a:lnTo>
                    <a:pt x="1952" y="711"/>
                  </a:lnTo>
                  <a:lnTo>
                    <a:pt x="1952" y="711"/>
                  </a:lnTo>
                  <a:lnTo>
                    <a:pt x="1955" y="711"/>
                  </a:lnTo>
                  <a:lnTo>
                    <a:pt x="1955" y="709"/>
                  </a:lnTo>
                  <a:lnTo>
                    <a:pt x="1957" y="709"/>
                  </a:lnTo>
                  <a:lnTo>
                    <a:pt x="1957" y="709"/>
                  </a:lnTo>
                  <a:lnTo>
                    <a:pt x="1959" y="709"/>
                  </a:lnTo>
                  <a:lnTo>
                    <a:pt x="1959" y="707"/>
                  </a:lnTo>
                  <a:lnTo>
                    <a:pt x="1959" y="707"/>
                  </a:lnTo>
                  <a:lnTo>
                    <a:pt x="1959" y="707"/>
                  </a:lnTo>
                  <a:lnTo>
                    <a:pt x="1962" y="707"/>
                  </a:lnTo>
                  <a:lnTo>
                    <a:pt x="1962" y="704"/>
                  </a:lnTo>
                  <a:lnTo>
                    <a:pt x="1969" y="704"/>
                  </a:lnTo>
                  <a:lnTo>
                    <a:pt x="1969" y="704"/>
                  </a:lnTo>
                  <a:lnTo>
                    <a:pt x="1969" y="704"/>
                  </a:lnTo>
                  <a:lnTo>
                    <a:pt x="1969" y="704"/>
                  </a:lnTo>
                  <a:lnTo>
                    <a:pt x="1971" y="704"/>
                  </a:lnTo>
                  <a:lnTo>
                    <a:pt x="1971" y="704"/>
                  </a:lnTo>
                  <a:lnTo>
                    <a:pt x="1974" y="704"/>
                  </a:lnTo>
                  <a:lnTo>
                    <a:pt x="1974" y="702"/>
                  </a:lnTo>
                  <a:lnTo>
                    <a:pt x="1976" y="702"/>
                  </a:lnTo>
                  <a:lnTo>
                    <a:pt x="1976" y="702"/>
                  </a:lnTo>
                  <a:lnTo>
                    <a:pt x="1976" y="702"/>
                  </a:lnTo>
                  <a:lnTo>
                    <a:pt x="1976" y="702"/>
                  </a:lnTo>
                  <a:lnTo>
                    <a:pt x="1976" y="702"/>
                  </a:lnTo>
                  <a:lnTo>
                    <a:pt x="1976" y="700"/>
                  </a:lnTo>
                  <a:lnTo>
                    <a:pt x="1978" y="700"/>
                  </a:lnTo>
                  <a:lnTo>
                    <a:pt x="1978" y="700"/>
                  </a:lnTo>
                  <a:lnTo>
                    <a:pt x="1976" y="700"/>
                  </a:lnTo>
                  <a:lnTo>
                    <a:pt x="1976" y="695"/>
                  </a:lnTo>
                  <a:lnTo>
                    <a:pt x="1974" y="695"/>
                  </a:lnTo>
                  <a:lnTo>
                    <a:pt x="1974" y="695"/>
                  </a:lnTo>
                  <a:lnTo>
                    <a:pt x="1971" y="695"/>
                  </a:lnTo>
                  <a:lnTo>
                    <a:pt x="1971" y="692"/>
                  </a:lnTo>
                  <a:lnTo>
                    <a:pt x="1974" y="692"/>
                  </a:lnTo>
                  <a:lnTo>
                    <a:pt x="1974" y="692"/>
                  </a:lnTo>
                  <a:lnTo>
                    <a:pt x="1976" y="692"/>
                  </a:lnTo>
                  <a:lnTo>
                    <a:pt x="1976" y="690"/>
                  </a:lnTo>
                  <a:lnTo>
                    <a:pt x="1976" y="690"/>
                  </a:lnTo>
                  <a:lnTo>
                    <a:pt x="1976" y="688"/>
                  </a:lnTo>
                  <a:lnTo>
                    <a:pt x="1978" y="688"/>
                  </a:lnTo>
                  <a:lnTo>
                    <a:pt x="1978" y="688"/>
                  </a:lnTo>
                  <a:lnTo>
                    <a:pt x="1978" y="688"/>
                  </a:lnTo>
                  <a:lnTo>
                    <a:pt x="1978" y="685"/>
                  </a:lnTo>
                  <a:lnTo>
                    <a:pt x="1978" y="685"/>
                  </a:lnTo>
                  <a:lnTo>
                    <a:pt x="1978" y="685"/>
                  </a:lnTo>
                  <a:lnTo>
                    <a:pt x="1981" y="685"/>
                  </a:lnTo>
                  <a:lnTo>
                    <a:pt x="1981" y="681"/>
                  </a:lnTo>
                  <a:lnTo>
                    <a:pt x="1981" y="681"/>
                  </a:lnTo>
                  <a:lnTo>
                    <a:pt x="1981" y="681"/>
                  </a:lnTo>
                  <a:lnTo>
                    <a:pt x="1983" y="681"/>
                  </a:lnTo>
                  <a:lnTo>
                    <a:pt x="1983" y="678"/>
                  </a:lnTo>
                  <a:lnTo>
                    <a:pt x="1983" y="678"/>
                  </a:lnTo>
                  <a:lnTo>
                    <a:pt x="1983" y="678"/>
                  </a:lnTo>
                  <a:lnTo>
                    <a:pt x="1985" y="678"/>
                  </a:lnTo>
                  <a:lnTo>
                    <a:pt x="1985" y="676"/>
                  </a:lnTo>
                  <a:lnTo>
                    <a:pt x="1985" y="676"/>
                  </a:lnTo>
                  <a:lnTo>
                    <a:pt x="1985" y="673"/>
                  </a:lnTo>
                  <a:lnTo>
                    <a:pt x="1985" y="673"/>
                  </a:lnTo>
                  <a:lnTo>
                    <a:pt x="1985" y="671"/>
                  </a:lnTo>
                  <a:lnTo>
                    <a:pt x="1988" y="671"/>
                  </a:lnTo>
                  <a:lnTo>
                    <a:pt x="1988" y="671"/>
                  </a:lnTo>
                  <a:lnTo>
                    <a:pt x="1990" y="671"/>
                  </a:lnTo>
                  <a:lnTo>
                    <a:pt x="1990" y="669"/>
                  </a:lnTo>
                  <a:lnTo>
                    <a:pt x="1990" y="669"/>
                  </a:lnTo>
                  <a:lnTo>
                    <a:pt x="1990" y="666"/>
                  </a:lnTo>
                  <a:lnTo>
                    <a:pt x="1990" y="666"/>
                  </a:lnTo>
                  <a:lnTo>
                    <a:pt x="1990" y="664"/>
                  </a:lnTo>
                  <a:lnTo>
                    <a:pt x="1993" y="664"/>
                  </a:lnTo>
                  <a:lnTo>
                    <a:pt x="1993" y="664"/>
                  </a:lnTo>
                  <a:lnTo>
                    <a:pt x="1993" y="664"/>
                  </a:lnTo>
                  <a:lnTo>
                    <a:pt x="1993" y="662"/>
                  </a:lnTo>
                  <a:lnTo>
                    <a:pt x="1995" y="662"/>
                  </a:lnTo>
                  <a:lnTo>
                    <a:pt x="1995" y="662"/>
                  </a:lnTo>
                  <a:lnTo>
                    <a:pt x="1997" y="662"/>
                  </a:lnTo>
                  <a:lnTo>
                    <a:pt x="1997" y="659"/>
                  </a:lnTo>
                  <a:lnTo>
                    <a:pt x="1997" y="659"/>
                  </a:lnTo>
                  <a:lnTo>
                    <a:pt x="1997" y="659"/>
                  </a:lnTo>
                  <a:lnTo>
                    <a:pt x="2000" y="659"/>
                  </a:lnTo>
                  <a:lnTo>
                    <a:pt x="2000" y="657"/>
                  </a:lnTo>
                  <a:lnTo>
                    <a:pt x="2002" y="657"/>
                  </a:lnTo>
                  <a:lnTo>
                    <a:pt x="2002" y="657"/>
                  </a:lnTo>
                  <a:lnTo>
                    <a:pt x="2002" y="657"/>
                  </a:lnTo>
                  <a:lnTo>
                    <a:pt x="2002" y="655"/>
                  </a:lnTo>
                  <a:lnTo>
                    <a:pt x="2004" y="655"/>
                  </a:lnTo>
                  <a:lnTo>
                    <a:pt x="2004" y="652"/>
                  </a:lnTo>
                  <a:lnTo>
                    <a:pt x="2007" y="652"/>
                  </a:lnTo>
                  <a:lnTo>
                    <a:pt x="2007" y="652"/>
                  </a:lnTo>
                  <a:lnTo>
                    <a:pt x="2007" y="652"/>
                  </a:lnTo>
                  <a:lnTo>
                    <a:pt x="2007" y="647"/>
                  </a:lnTo>
                  <a:lnTo>
                    <a:pt x="2007" y="647"/>
                  </a:lnTo>
                  <a:lnTo>
                    <a:pt x="2007" y="645"/>
                  </a:lnTo>
                  <a:lnTo>
                    <a:pt x="2004" y="645"/>
                  </a:lnTo>
                  <a:lnTo>
                    <a:pt x="2004" y="643"/>
                  </a:lnTo>
                  <a:lnTo>
                    <a:pt x="2004" y="643"/>
                  </a:lnTo>
                  <a:lnTo>
                    <a:pt x="2004" y="640"/>
                  </a:lnTo>
                  <a:lnTo>
                    <a:pt x="2007" y="640"/>
                  </a:lnTo>
                  <a:lnTo>
                    <a:pt x="2007" y="640"/>
                  </a:lnTo>
                  <a:lnTo>
                    <a:pt x="2004" y="640"/>
                  </a:lnTo>
                  <a:lnTo>
                    <a:pt x="2004" y="638"/>
                  </a:lnTo>
                  <a:lnTo>
                    <a:pt x="2002" y="638"/>
                  </a:lnTo>
                  <a:lnTo>
                    <a:pt x="2002" y="638"/>
                  </a:lnTo>
                  <a:lnTo>
                    <a:pt x="1997" y="638"/>
                  </a:lnTo>
                  <a:lnTo>
                    <a:pt x="1997" y="638"/>
                  </a:lnTo>
                  <a:lnTo>
                    <a:pt x="1993" y="638"/>
                  </a:lnTo>
                  <a:lnTo>
                    <a:pt x="1993" y="633"/>
                  </a:lnTo>
                  <a:lnTo>
                    <a:pt x="1995" y="633"/>
                  </a:lnTo>
                  <a:lnTo>
                    <a:pt x="1995" y="633"/>
                  </a:lnTo>
                  <a:lnTo>
                    <a:pt x="1997" y="633"/>
                  </a:lnTo>
                  <a:lnTo>
                    <a:pt x="1997" y="631"/>
                  </a:lnTo>
                  <a:lnTo>
                    <a:pt x="1997" y="631"/>
                  </a:lnTo>
                  <a:lnTo>
                    <a:pt x="1997" y="631"/>
                  </a:lnTo>
                  <a:lnTo>
                    <a:pt x="1997" y="631"/>
                  </a:lnTo>
                  <a:lnTo>
                    <a:pt x="1997" y="628"/>
                  </a:lnTo>
                  <a:lnTo>
                    <a:pt x="2000" y="628"/>
                  </a:lnTo>
                  <a:lnTo>
                    <a:pt x="2000" y="628"/>
                  </a:lnTo>
                  <a:lnTo>
                    <a:pt x="2002" y="628"/>
                  </a:lnTo>
                  <a:lnTo>
                    <a:pt x="2002" y="626"/>
                  </a:lnTo>
                  <a:lnTo>
                    <a:pt x="2002" y="626"/>
                  </a:lnTo>
                  <a:lnTo>
                    <a:pt x="2002" y="626"/>
                  </a:lnTo>
                  <a:lnTo>
                    <a:pt x="2004" y="626"/>
                  </a:lnTo>
                  <a:lnTo>
                    <a:pt x="2004" y="624"/>
                  </a:lnTo>
                  <a:lnTo>
                    <a:pt x="2004" y="624"/>
                  </a:lnTo>
                  <a:lnTo>
                    <a:pt x="2004" y="624"/>
                  </a:lnTo>
                  <a:lnTo>
                    <a:pt x="2007" y="624"/>
                  </a:lnTo>
                  <a:lnTo>
                    <a:pt x="2007" y="624"/>
                  </a:lnTo>
                  <a:lnTo>
                    <a:pt x="2009" y="624"/>
                  </a:lnTo>
                  <a:lnTo>
                    <a:pt x="2009" y="621"/>
                  </a:lnTo>
                  <a:lnTo>
                    <a:pt x="2009" y="621"/>
                  </a:lnTo>
                  <a:lnTo>
                    <a:pt x="2009" y="621"/>
                  </a:lnTo>
                  <a:lnTo>
                    <a:pt x="2019" y="621"/>
                  </a:lnTo>
                  <a:lnTo>
                    <a:pt x="2019" y="619"/>
                  </a:lnTo>
                  <a:lnTo>
                    <a:pt x="2026" y="619"/>
                  </a:lnTo>
                  <a:lnTo>
                    <a:pt x="2026" y="619"/>
                  </a:lnTo>
                  <a:lnTo>
                    <a:pt x="2028" y="619"/>
                  </a:lnTo>
                  <a:lnTo>
                    <a:pt x="2028" y="617"/>
                  </a:lnTo>
                  <a:lnTo>
                    <a:pt x="2035" y="617"/>
                  </a:lnTo>
                  <a:lnTo>
                    <a:pt x="2035" y="617"/>
                  </a:lnTo>
                  <a:lnTo>
                    <a:pt x="2040" y="617"/>
                  </a:lnTo>
                  <a:lnTo>
                    <a:pt x="2040" y="614"/>
                  </a:lnTo>
                  <a:lnTo>
                    <a:pt x="2042" y="614"/>
                  </a:lnTo>
                  <a:lnTo>
                    <a:pt x="2042" y="617"/>
                  </a:lnTo>
                  <a:lnTo>
                    <a:pt x="2054" y="617"/>
                  </a:lnTo>
                  <a:lnTo>
                    <a:pt x="2054" y="614"/>
                  </a:lnTo>
                  <a:lnTo>
                    <a:pt x="2059" y="614"/>
                  </a:lnTo>
                  <a:lnTo>
                    <a:pt x="2059" y="614"/>
                  </a:lnTo>
                  <a:lnTo>
                    <a:pt x="2066" y="614"/>
                  </a:lnTo>
                  <a:lnTo>
                    <a:pt x="2066" y="614"/>
                  </a:lnTo>
                  <a:lnTo>
                    <a:pt x="2066" y="614"/>
                  </a:lnTo>
                  <a:lnTo>
                    <a:pt x="2066" y="614"/>
                  </a:lnTo>
                  <a:lnTo>
                    <a:pt x="2068" y="614"/>
                  </a:lnTo>
                  <a:lnTo>
                    <a:pt x="2068" y="614"/>
                  </a:lnTo>
                  <a:lnTo>
                    <a:pt x="2068" y="614"/>
                  </a:lnTo>
                  <a:lnTo>
                    <a:pt x="2068" y="614"/>
                  </a:lnTo>
                  <a:lnTo>
                    <a:pt x="2071" y="614"/>
                  </a:lnTo>
                  <a:lnTo>
                    <a:pt x="2071" y="614"/>
                  </a:lnTo>
                  <a:lnTo>
                    <a:pt x="2075" y="614"/>
                  </a:lnTo>
                  <a:lnTo>
                    <a:pt x="2075" y="617"/>
                  </a:lnTo>
                  <a:lnTo>
                    <a:pt x="2075" y="617"/>
                  </a:lnTo>
                  <a:lnTo>
                    <a:pt x="2075" y="617"/>
                  </a:lnTo>
                  <a:lnTo>
                    <a:pt x="2078" y="617"/>
                  </a:lnTo>
                  <a:lnTo>
                    <a:pt x="2078" y="619"/>
                  </a:lnTo>
                  <a:lnTo>
                    <a:pt x="2080" y="619"/>
                  </a:lnTo>
                  <a:lnTo>
                    <a:pt x="2080" y="619"/>
                  </a:lnTo>
                  <a:lnTo>
                    <a:pt x="2080" y="619"/>
                  </a:lnTo>
                  <a:lnTo>
                    <a:pt x="2080" y="619"/>
                  </a:lnTo>
                  <a:lnTo>
                    <a:pt x="2082" y="619"/>
                  </a:lnTo>
                  <a:lnTo>
                    <a:pt x="2082" y="619"/>
                  </a:lnTo>
                  <a:lnTo>
                    <a:pt x="2085" y="619"/>
                  </a:lnTo>
                  <a:lnTo>
                    <a:pt x="2085" y="621"/>
                  </a:lnTo>
                  <a:lnTo>
                    <a:pt x="2085" y="621"/>
                  </a:lnTo>
                  <a:lnTo>
                    <a:pt x="2085" y="621"/>
                  </a:lnTo>
                  <a:lnTo>
                    <a:pt x="2085" y="621"/>
                  </a:lnTo>
                  <a:lnTo>
                    <a:pt x="2085" y="624"/>
                  </a:lnTo>
                  <a:lnTo>
                    <a:pt x="2092" y="624"/>
                  </a:lnTo>
                  <a:lnTo>
                    <a:pt x="2092" y="624"/>
                  </a:lnTo>
                  <a:lnTo>
                    <a:pt x="2092" y="624"/>
                  </a:lnTo>
                  <a:lnTo>
                    <a:pt x="2092" y="624"/>
                  </a:lnTo>
                  <a:lnTo>
                    <a:pt x="2097" y="624"/>
                  </a:lnTo>
                  <a:lnTo>
                    <a:pt x="2097" y="624"/>
                  </a:lnTo>
                  <a:lnTo>
                    <a:pt x="2097" y="624"/>
                  </a:lnTo>
                  <a:lnTo>
                    <a:pt x="2097" y="624"/>
                  </a:lnTo>
                  <a:lnTo>
                    <a:pt x="2104" y="624"/>
                  </a:lnTo>
                  <a:lnTo>
                    <a:pt x="2104" y="624"/>
                  </a:lnTo>
                  <a:lnTo>
                    <a:pt x="2104" y="624"/>
                  </a:lnTo>
                  <a:lnTo>
                    <a:pt x="2104" y="624"/>
                  </a:lnTo>
                  <a:lnTo>
                    <a:pt x="2109" y="624"/>
                  </a:lnTo>
                  <a:lnTo>
                    <a:pt x="2109" y="626"/>
                  </a:lnTo>
                  <a:lnTo>
                    <a:pt x="2109" y="626"/>
                  </a:lnTo>
                  <a:lnTo>
                    <a:pt x="2109" y="626"/>
                  </a:lnTo>
                  <a:lnTo>
                    <a:pt x="2111" y="626"/>
                  </a:lnTo>
                  <a:lnTo>
                    <a:pt x="2111" y="626"/>
                  </a:lnTo>
                  <a:lnTo>
                    <a:pt x="2111" y="626"/>
                  </a:lnTo>
                  <a:lnTo>
                    <a:pt x="2111" y="626"/>
                  </a:lnTo>
                  <a:lnTo>
                    <a:pt x="2113" y="626"/>
                  </a:lnTo>
                  <a:lnTo>
                    <a:pt x="2113" y="628"/>
                  </a:lnTo>
                  <a:lnTo>
                    <a:pt x="2113" y="628"/>
                  </a:lnTo>
                  <a:lnTo>
                    <a:pt x="2113" y="631"/>
                  </a:lnTo>
                  <a:lnTo>
                    <a:pt x="2113" y="631"/>
                  </a:lnTo>
                  <a:lnTo>
                    <a:pt x="2113" y="631"/>
                  </a:lnTo>
                  <a:lnTo>
                    <a:pt x="2116" y="631"/>
                  </a:lnTo>
                  <a:lnTo>
                    <a:pt x="2116" y="631"/>
                  </a:lnTo>
                  <a:lnTo>
                    <a:pt x="2116" y="631"/>
                  </a:lnTo>
                  <a:lnTo>
                    <a:pt x="2116" y="631"/>
                  </a:lnTo>
                  <a:lnTo>
                    <a:pt x="2118" y="631"/>
                  </a:lnTo>
                  <a:lnTo>
                    <a:pt x="2118" y="633"/>
                  </a:lnTo>
                  <a:lnTo>
                    <a:pt x="2118" y="633"/>
                  </a:lnTo>
                  <a:lnTo>
                    <a:pt x="2118" y="633"/>
                  </a:lnTo>
                  <a:lnTo>
                    <a:pt x="2118" y="633"/>
                  </a:lnTo>
                  <a:lnTo>
                    <a:pt x="2118" y="633"/>
                  </a:lnTo>
                  <a:lnTo>
                    <a:pt x="2120" y="633"/>
                  </a:lnTo>
                  <a:lnTo>
                    <a:pt x="2120" y="633"/>
                  </a:lnTo>
                  <a:lnTo>
                    <a:pt x="2123" y="633"/>
                  </a:lnTo>
                  <a:lnTo>
                    <a:pt x="2123" y="633"/>
                  </a:lnTo>
                  <a:lnTo>
                    <a:pt x="2120" y="633"/>
                  </a:lnTo>
                  <a:lnTo>
                    <a:pt x="2120" y="636"/>
                  </a:lnTo>
                  <a:lnTo>
                    <a:pt x="2118" y="636"/>
                  </a:lnTo>
                  <a:lnTo>
                    <a:pt x="2118" y="638"/>
                  </a:lnTo>
                  <a:lnTo>
                    <a:pt x="2120" y="638"/>
                  </a:lnTo>
                  <a:lnTo>
                    <a:pt x="2120" y="638"/>
                  </a:lnTo>
                  <a:lnTo>
                    <a:pt x="2123" y="638"/>
                  </a:lnTo>
                  <a:lnTo>
                    <a:pt x="2123" y="640"/>
                  </a:lnTo>
                  <a:lnTo>
                    <a:pt x="2125" y="640"/>
                  </a:lnTo>
                  <a:lnTo>
                    <a:pt x="2125" y="643"/>
                  </a:lnTo>
                  <a:lnTo>
                    <a:pt x="2125" y="643"/>
                  </a:lnTo>
                  <a:lnTo>
                    <a:pt x="2125" y="643"/>
                  </a:lnTo>
                  <a:lnTo>
                    <a:pt x="2127" y="643"/>
                  </a:lnTo>
                  <a:lnTo>
                    <a:pt x="2127" y="645"/>
                  </a:lnTo>
                  <a:lnTo>
                    <a:pt x="2130" y="645"/>
                  </a:lnTo>
                  <a:lnTo>
                    <a:pt x="2130" y="647"/>
                  </a:lnTo>
                  <a:lnTo>
                    <a:pt x="2125" y="647"/>
                  </a:lnTo>
                  <a:lnTo>
                    <a:pt x="2125" y="647"/>
                  </a:lnTo>
                  <a:lnTo>
                    <a:pt x="2127" y="647"/>
                  </a:lnTo>
                  <a:lnTo>
                    <a:pt x="2127" y="650"/>
                  </a:lnTo>
                  <a:lnTo>
                    <a:pt x="2130" y="650"/>
                  </a:lnTo>
                  <a:lnTo>
                    <a:pt x="2130" y="650"/>
                  </a:lnTo>
                  <a:lnTo>
                    <a:pt x="2132" y="650"/>
                  </a:lnTo>
                  <a:lnTo>
                    <a:pt x="2132" y="652"/>
                  </a:lnTo>
                  <a:lnTo>
                    <a:pt x="2130" y="652"/>
                  </a:lnTo>
                  <a:lnTo>
                    <a:pt x="2130" y="655"/>
                  </a:lnTo>
                  <a:lnTo>
                    <a:pt x="2132" y="655"/>
                  </a:lnTo>
                  <a:lnTo>
                    <a:pt x="2132" y="657"/>
                  </a:lnTo>
                  <a:lnTo>
                    <a:pt x="2132" y="657"/>
                  </a:lnTo>
                  <a:lnTo>
                    <a:pt x="2132" y="659"/>
                  </a:lnTo>
                  <a:lnTo>
                    <a:pt x="2135" y="659"/>
                  </a:lnTo>
                  <a:lnTo>
                    <a:pt x="2135" y="659"/>
                  </a:lnTo>
                  <a:lnTo>
                    <a:pt x="2135" y="659"/>
                  </a:lnTo>
                  <a:lnTo>
                    <a:pt x="2135" y="662"/>
                  </a:lnTo>
                  <a:lnTo>
                    <a:pt x="2135" y="662"/>
                  </a:lnTo>
                  <a:lnTo>
                    <a:pt x="2135" y="662"/>
                  </a:lnTo>
                  <a:lnTo>
                    <a:pt x="2137" y="662"/>
                  </a:lnTo>
                  <a:lnTo>
                    <a:pt x="2137" y="664"/>
                  </a:lnTo>
                  <a:lnTo>
                    <a:pt x="2135" y="664"/>
                  </a:lnTo>
                  <a:lnTo>
                    <a:pt x="2135" y="664"/>
                  </a:lnTo>
                  <a:lnTo>
                    <a:pt x="2137" y="664"/>
                  </a:lnTo>
                  <a:lnTo>
                    <a:pt x="2137" y="664"/>
                  </a:lnTo>
                  <a:lnTo>
                    <a:pt x="2137" y="664"/>
                  </a:lnTo>
                  <a:lnTo>
                    <a:pt x="2137" y="666"/>
                  </a:lnTo>
                  <a:lnTo>
                    <a:pt x="2137" y="666"/>
                  </a:lnTo>
                  <a:lnTo>
                    <a:pt x="2137" y="669"/>
                  </a:lnTo>
                  <a:lnTo>
                    <a:pt x="2139" y="669"/>
                  </a:lnTo>
                  <a:lnTo>
                    <a:pt x="2139" y="671"/>
                  </a:lnTo>
                  <a:lnTo>
                    <a:pt x="2142" y="671"/>
                  </a:lnTo>
                  <a:lnTo>
                    <a:pt x="2142" y="673"/>
                  </a:lnTo>
                  <a:lnTo>
                    <a:pt x="2139" y="673"/>
                  </a:lnTo>
                  <a:lnTo>
                    <a:pt x="2139" y="678"/>
                  </a:lnTo>
                  <a:lnTo>
                    <a:pt x="2142" y="678"/>
                  </a:lnTo>
                  <a:lnTo>
                    <a:pt x="2142" y="678"/>
                  </a:lnTo>
                  <a:lnTo>
                    <a:pt x="2142" y="678"/>
                  </a:lnTo>
                  <a:lnTo>
                    <a:pt x="2142" y="681"/>
                  </a:lnTo>
                  <a:lnTo>
                    <a:pt x="2144" y="681"/>
                  </a:lnTo>
                  <a:lnTo>
                    <a:pt x="2144" y="681"/>
                  </a:lnTo>
                  <a:lnTo>
                    <a:pt x="2144" y="681"/>
                  </a:lnTo>
                  <a:lnTo>
                    <a:pt x="2144" y="683"/>
                  </a:lnTo>
                  <a:lnTo>
                    <a:pt x="2146" y="683"/>
                  </a:lnTo>
                  <a:lnTo>
                    <a:pt x="2146" y="683"/>
                  </a:lnTo>
                  <a:lnTo>
                    <a:pt x="2146" y="683"/>
                  </a:lnTo>
                  <a:lnTo>
                    <a:pt x="2146" y="685"/>
                  </a:lnTo>
                  <a:lnTo>
                    <a:pt x="2149" y="685"/>
                  </a:lnTo>
                  <a:lnTo>
                    <a:pt x="2149" y="688"/>
                  </a:lnTo>
                  <a:lnTo>
                    <a:pt x="2149" y="688"/>
                  </a:lnTo>
                  <a:lnTo>
                    <a:pt x="2149" y="690"/>
                  </a:lnTo>
                  <a:lnTo>
                    <a:pt x="2149" y="690"/>
                  </a:lnTo>
                  <a:lnTo>
                    <a:pt x="2149" y="690"/>
                  </a:lnTo>
                  <a:lnTo>
                    <a:pt x="2149" y="690"/>
                  </a:lnTo>
                  <a:lnTo>
                    <a:pt x="2149" y="692"/>
                  </a:lnTo>
                  <a:lnTo>
                    <a:pt x="2149" y="692"/>
                  </a:lnTo>
                  <a:lnTo>
                    <a:pt x="2149" y="692"/>
                  </a:lnTo>
                  <a:lnTo>
                    <a:pt x="2149" y="692"/>
                  </a:lnTo>
                  <a:lnTo>
                    <a:pt x="2149" y="692"/>
                  </a:lnTo>
                  <a:lnTo>
                    <a:pt x="2149" y="692"/>
                  </a:lnTo>
                  <a:lnTo>
                    <a:pt x="2149" y="695"/>
                  </a:lnTo>
                  <a:lnTo>
                    <a:pt x="2149" y="695"/>
                  </a:lnTo>
                  <a:lnTo>
                    <a:pt x="2149" y="697"/>
                  </a:lnTo>
                  <a:lnTo>
                    <a:pt x="2151" y="697"/>
                  </a:lnTo>
                  <a:lnTo>
                    <a:pt x="2151" y="697"/>
                  </a:lnTo>
                  <a:lnTo>
                    <a:pt x="2153" y="697"/>
                  </a:lnTo>
                  <a:lnTo>
                    <a:pt x="2153" y="702"/>
                  </a:lnTo>
                  <a:lnTo>
                    <a:pt x="2153" y="702"/>
                  </a:lnTo>
                  <a:lnTo>
                    <a:pt x="2153" y="702"/>
                  </a:lnTo>
                  <a:lnTo>
                    <a:pt x="2151" y="702"/>
                  </a:lnTo>
                  <a:lnTo>
                    <a:pt x="2151" y="704"/>
                  </a:lnTo>
                  <a:lnTo>
                    <a:pt x="2153" y="704"/>
                  </a:lnTo>
                  <a:lnTo>
                    <a:pt x="2153" y="709"/>
                  </a:lnTo>
                  <a:lnTo>
                    <a:pt x="2156" y="709"/>
                  </a:lnTo>
                  <a:lnTo>
                    <a:pt x="2156" y="711"/>
                  </a:lnTo>
                  <a:lnTo>
                    <a:pt x="2158" y="711"/>
                  </a:lnTo>
                  <a:lnTo>
                    <a:pt x="2158" y="714"/>
                  </a:lnTo>
                  <a:lnTo>
                    <a:pt x="2158" y="714"/>
                  </a:lnTo>
                  <a:lnTo>
                    <a:pt x="2158" y="714"/>
                  </a:lnTo>
                  <a:lnTo>
                    <a:pt x="2163" y="714"/>
                  </a:lnTo>
                  <a:lnTo>
                    <a:pt x="2163" y="716"/>
                  </a:lnTo>
                  <a:lnTo>
                    <a:pt x="2168" y="716"/>
                  </a:lnTo>
                  <a:lnTo>
                    <a:pt x="2168" y="716"/>
                  </a:lnTo>
                  <a:lnTo>
                    <a:pt x="2170" y="716"/>
                  </a:lnTo>
                  <a:lnTo>
                    <a:pt x="2170" y="716"/>
                  </a:lnTo>
                  <a:lnTo>
                    <a:pt x="2170" y="716"/>
                  </a:lnTo>
                  <a:lnTo>
                    <a:pt x="2170" y="714"/>
                  </a:lnTo>
                  <a:lnTo>
                    <a:pt x="2180" y="714"/>
                  </a:lnTo>
                  <a:lnTo>
                    <a:pt x="2180" y="716"/>
                  </a:lnTo>
                  <a:lnTo>
                    <a:pt x="2180" y="716"/>
                  </a:lnTo>
                  <a:lnTo>
                    <a:pt x="2180" y="719"/>
                  </a:lnTo>
                  <a:lnTo>
                    <a:pt x="2182" y="719"/>
                  </a:lnTo>
                  <a:lnTo>
                    <a:pt x="2182" y="716"/>
                  </a:lnTo>
                  <a:lnTo>
                    <a:pt x="2182" y="716"/>
                  </a:lnTo>
                  <a:lnTo>
                    <a:pt x="2182" y="719"/>
                  </a:lnTo>
                  <a:lnTo>
                    <a:pt x="2184" y="719"/>
                  </a:lnTo>
                  <a:lnTo>
                    <a:pt x="2184" y="719"/>
                  </a:lnTo>
                  <a:lnTo>
                    <a:pt x="2184" y="719"/>
                  </a:lnTo>
                  <a:lnTo>
                    <a:pt x="2184" y="721"/>
                  </a:lnTo>
                  <a:lnTo>
                    <a:pt x="2187" y="721"/>
                  </a:lnTo>
                  <a:lnTo>
                    <a:pt x="2187" y="721"/>
                  </a:lnTo>
                  <a:lnTo>
                    <a:pt x="2187" y="721"/>
                  </a:lnTo>
                  <a:lnTo>
                    <a:pt x="2187" y="721"/>
                  </a:lnTo>
                  <a:lnTo>
                    <a:pt x="2189" y="721"/>
                  </a:lnTo>
                  <a:lnTo>
                    <a:pt x="2189" y="719"/>
                  </a:lnTo>
                  <a:lnTo>
                    <a:pt x="2189" y="719"/>
                  </a:lnTo>
                  <a:lnTo>
                    <a:pt x="2189" y="721"/>
                  </a:lnTo>
                  <a:lnTo>
                    <a:pt x="2191" y="721"/>
                  </a:lnTo>
                  <a:lnTo>
                    <a:pt x="2191" y="719"/>
                  </a:lnTo>
                  <a:lnTo>
                    <a:pt x="2196" y="719"/>
                  </a:lnTo>
                  <a:lnTo>
                    <a:pt x="2196" y="723"/>
                  </a:lnTo>
                  <a:lnTo>
                    <a:pt x="2198" y="723"/>
                  </a:lnTo>
                  <a:lnTo>
                    <a:pt x="2198" y="723"/>
                  </a:lnTo>
                  <a:lnTo>
                    <a:pt x="2201" y="723"/>
                  </a:lnTo>
                  <a:lnTo>
                    <a:pt x="2201" y="726"/>
                  </a:lnTo>
                  <a:lnTo>
                    <a:pt x="2203" y="726"/>
                  </a:lnTo>
                  <a:lnTo>
                    <a:pt x="2203" y="726"/>
                  </a:lnTo>
                  <a:lnTo>
                    <a:pt x="2203" y="726"/>
                  </a:lnTo>
                  <a:lnTo>
                    <a:pt x="2203" y="728"/>
                  </a:lnTo>
                  <a:lnTo>
                    <a:pt x="2203" y="728"/>
                  </a:lnTo>
                  <a:lnTo>
                    <a:pt x="2203" y="728"/>
                  </a:lnTo>
                  <a:lnTo>
                    <a:pt x="2206" y="728"/>
                  </a:lnTo>
                  <a:lnTo>
                    <a:pt x="2206" y="730"/>
                  </a:lnTo>
                  <a:lnTo>
                    <a:pt x="2208" y="730"/>
                  </a:lnTo>
                  <a:lnTo>
                    <a:pt x="2208" y="730"/>
                  </a:lnTo>
                  <a:lnTo>
                    <a:pt x="2208" y="730"/>
                  </a:lnTo>
                  <a:lnTo>
                    <a:pt x="2208" y="733"/>
                  </a:lnTo>
                  <a:lnTo>
                    <a:pt x="2210" y="733"/>
                  </a:lnTo>
                  <a:lnTo>
                    <a:pt x="2210" y="733"/>
                  </a:lnTo>
                  <a:lnTo>
                    <a:pt x="2215" y="733"/>
                  </a:lnTo>
                  <a:lnTo>
                    <a:pt x="2215" y="733"/>
                  </a:lnTo>
                  <a:lnTo>
                    <a:pt x="2215" y="733"/>
                  </a:lnTo>
                  <a:lnTo>
                    <a:pt x="2215" y="733"/>
                  </a:lnTo>
                  <a:lnTo>
                    <a:pt x="2217" y="733"/>
                  </a:lnTo>
                  <a:lnTo>
                    <a:pt x="2217" y="733"/>
                  </a:lnTo>
                  <a:lnTo>
                    <a:pt x="2217" y="733"/>
                  </a:lnTo>
                  <a:lnTo>
                    <a:pt x="2217" y="733"/>
                  </a:lnTo>
                  <a:lnTo>
                    <a:pt x="2220" y="733"/>
                  </a:lnTo>
                  <a:lnTo>
                    <a:pt x="2220" y="733"/>
                  </a:lnTo>
                  <a:lnTo>
                    <a:pt x="2220" y="733"/>
                  </a:lnTo>
                  <a:lnTo>
                    <a:pt x="2220" y="735"/>
                  </a:lnTo>
                  <a:lnTo>
                    <a:pt x="2217" y="735"/>
                  </a:lnTo>
                  <a:lnTo>
                    <a:pt x="2217" y="737"/>
                  </a:lnTo>
                  <a:lnTo>
                    <a:pt x="2217" y="737"/>
                  </a:lnTo>
                  <a:lnTo>
                    <a:pt x="2217" y="740"/>
                  </a:lnTo>
                  <a:lnTo>
                    <a:pt x="2217" y="740"/>
                  </a:lnTo>
                  <a:lnTo>
                    <a:pt x="2217" y="742"/>
                  </a:lnTo>
                  <a:lnTo>
                    <a:pt x="2222" y="742"/>
                  </a:lnTo>
                  <a:lnTo>
                    <a:pt x="2222" y="745"/>
                  </a:lnTo>
                  <a:lnTo>
                    <a:pt x="2222" y="745"/>
                  </a:lnTo>
                  <a:lnTo>
                    <a:pt x="2222" y="747"/>
                  </a:lnTo>
                  <a:lnTo>
                    <a:pt x="2225" y="747"/>
                  </a:lnTo>
                  <a:lnTo>
                    <a:pt x="2225" y="747"/>
                  </a:lnTo>
                  <a:lnTo>
                    <a:pt x="2222" y="747"/>
                  </a:lnTo>
                  <a:lnTo>
                    <a:pt x="2222" y="749"/>
                  </a:lnTo>
                  <a:lnTo>
                    <a:pt x="2222" y="749"/>
                  </a:lnTo>
                  <a:lnTo>
                    <a:pt x="2222" y="752"/>
                  </a:lnTo>
                  <a:lnTo>
                    <a:pt x="2222" y="752"/>
                  </a:lnTo>
                  <a:lnTo>
                    <a:pt x="2222" y="752"/>
                  </a:lnTo>
                  <a:lnTo>
                    <a:pt x="2220" y="752"/>
                  </a:lnTo>
                  <a:lnTo>
                    <a:pt x="2220" y="754"/>
                  </a:lnTo>
                  <a:lnTo>
                    <a:pt x="2222" y="754"/>
                  </a:lnTo>
                  <a:lnTo>
                    <a:pt x="2222" y="754"/>
                  </a:lnTo>
                  <a:lnTo>
                    <a:pt x="2222" y="754"/>
                  </a:lnTo>
                  <a:lnTo>
                    <a:pt x="2222" y="756"/>
                  </a:lnTo>
                  <a:lnTo>
                    <a:pt x="2225" y="756"/>
                  </a:lnTo>
                  <a:lnTo>
                    <a:pt x="2225" y="756"/>
                  </a:lnTo>
                  <a:lnTo>
                    <a:pt x="2225" y="756"/>
                  </a:lnTo>
                  <a:lnTo>
                    <a:pt x="2225" y="759"/>
                  </a:lnTo>
                  <a:lnTo>
                    <a:pt x="2225" y="759"/>
                  </a:lnTo>
                  <a:lnTo>
                    <a:pt x="2225" y="759"/>
                  </a:lnTo>
                  <a:lnTo>
                    <a:pt x="2227" y="759"/>
                  </a:lnTo>
                  <a:lnTo>
                    <a:pt x="2227" y="761"/>
                  </a:lnTo>
                  <a:lnTo>
                    <a:pt x="2227" y="761"/>
                  </a:lnTo>
                  <a:lnTo>
                    <a:pt x="2227" y="764"/>
                  </a:lnTo>
                  <a:lnTo>
                    <a:pt x="2229" y="764"/>
                  </a:lnTo>
                  <a:lnTo>
                    <a:pt x="2229" y="761"/>
                  </a:lnTo>
                  <a:lnTo>
                    <a:pt x="2232" y="761"/>
                  </a:lnTo>
                  <a:lnTo>
                    <a:pt x="2232" y="761"/>
                  </a:lnTo>
                  <a:lnTo>
                    <a:pt x="2234" y="761"/>
                  </a:lnTo>
                  <a:lnTo>
                    <a:pt x="2234" y="761"/>
                  </a:lnTo>
                  <a:lnTo>
                    <a:pt x="2236" y="761"/>
                  </a:lnTo>
                  <a:lnTo>
                    <a:pt x="2236" y="761"/>
                  </a:lnTo>
                  <a:lnTo>
                    <a:pt x="2239" y="761"/>
                  </a:lnTo>
                  <a:lnTo>
                    <a:pt x="2239" y="761"/>
                  </a:lnTo>
                  <a:lnTo>
                    <a:pt x="2239" y="761"/>
                  </a:lnTo>
                  <a:lnTo>
                    <a:pt x="2239" y="764"/>
                  </a:lnTo>
                  <a:lnTo>
                    <a:pt x="2241" y="764"/>
                  </a:lnTo>
                  <a:lnTo>
                    <a:pt x="2241" y="761"/>
                  </a:lnTo>
                  <a:lnTo>
                    <a:pt x="2243" y="761"/>
                  </a:lnTo>
                  <a:lnTo>
                    <a:pt x="2243" y="764"/>
                  </a:lnTo>
                  <a:lnTo>
                    <a:pt x="2248" y="764"/>
                  </a:lnTo>
                  <a:lnTo>
                    <a:pt x="2248" y="761"/>
                  </a:lnTo>
                  <a:lnTo>
                    <a:pt x="2255" y="761"/>
                  </a:lnTo>
                  <a:lnTo>
                    <a:pt x="2255" y="761"/>
                  </a:lnTo>
                  <a:lnTo>
                    <a:pt x="2258" y="761"/>
                  </a:lnTo>
                  <a:lnTo>
                    <a:pt x="2258" y="761"/>
                  </a:lnTo>
                  <a:lnTo>
                    <a:pt x="2262" y="761"/>
                  </a:lnTo>
                  <a:lnTo>
                    <a:pt x="2262" y="761"/>
                  </a:lnTo>
                  <a:lnTo>
                    <a:pt x="2262" y="761"/>
                  </a:lnTo>
                  <a:lnTo>
                    <a:pt x="2262" y="759"/>
                  </a:lnTo>
                  <a:lnTo>
                    <a:pt x="2262" y="759"/>
                  </a:lnTo>
                  <a:lnTo>
                    <a:pt x="2262" y="756"/>
                  </a:lnTo>
                  <a:lnTo>
                    <a:pt x="2265" y="756"/>
                  </a:lnTo>
                  <a:lnTo>
                    <a:pt x="2265" y="756"/>
                  </a:lnTo>
                  <a:lnTo>
                    <a:pt x="2267" y="756"/>
                  </a:lnTo>
                  <a:lnTo>
                    <a:pt x="2267" y="754"/>
                  </a:lnTo>
                  <a:lnTo>
                    <a:pt x="2269" y="754"/>
                  </a:lnTo>
                  <a:lnTo>
                    <a:pt x="2269" y="754"/>
                  </a:lnTo>
                  <a:lnTo>
                    <a:pt x="2272" y="754"/>
                  </a:lnTo>
                  <a:lnTo>
                    <a:pt x="2272" y="752"/>
                  </a:lnTo>
                  <a:lnTo>
                    <a:pt x="2281" y="752"/>
                  </a:lnTo>
                  <a:lnTo>
                    <a:pt x="2281" y="752"/>
                  </a:lnTo>
                  <a:lnTo>
                    <a:pt x="2284" y="752"/>
                  </a:lnTo>
                  <a:lnTo>
                    <a:pt x="2284" y="752"/>
                  </a:lnTo>
                  <a:lnTo>
                    <a:pt x="2286" y="752"/>
                  </a:lnTo>
                  <a:lnTo>
                    <a:pt x="2286" y="749"/>
                  </a:lnTo>
                  <a:lnTo>
                    <a:pt x="2288" y="749"/>
                  </a:lnTo>
                  <a:lnTo>
                    <a:pt x="2288" y="752"/>
                  </a:lnTo>
                  <a:lnTo>
                    <a:pt x="2288" y="752"/>
                  </a:lnTo>
                  <a:lnTo>
                    <a:pt x="2288" y="749"/>
                  </a:lnTo>
                  <a:lnTo>
                    <a:pt x="2291" y="749"/>
                  </a:lnTo>
                  <a:lnTo>
                    <a:pt x="2291" y="747"/>
                  </a:lnTo>
                  <a:lnTo>
                    <a:pt x="2291" y="747"/>
                  </a:lnTo>
                  <a:lnTo>
                    <a:pt x="2291" y="747"/>
                  </a:lnTo>
                  <a:lnTo>
                    <a:pt x="2296" y="747"/>
                  </a:lnTo>
                  <a:lnTo>
                    <a:pt x="2296" y="745"/>
                  </a:lnTo>
                  <a:lnTo>
                    <a:pt x="2303" y="745"/>
                  </a:lnTo>
                  <a:lnTo>
                    <a:pt x="2303" y="747"/>
                  </a:lnTo>
                  <a:lnTo>
                    <a:pt x="2303" y="747"/>
                  </a:lnTo>
                  <a:lnTo>
                    <a:pt x="2303" y="745"/>
                  </a:lnTo>
                  <a:lnTo>
                    <a:pt x="2305" y="745"/>
                  </a:lnTo>
                  <a:lnTo>
                    <a:pt x="2305" y="747"/>
                  </a:lnTo>
                  <a:lnTo>
                    <a:pt x="2305" y="747"/>
                  </a:lnTo>
                  <a:lnTo>
                    <a:pt x="2305" y="747"/>
                  </a:lnTo>
                  <a:lnTo>
                    <a:pt x="2307" y="747"/>
                  </a:lnTo>
                  <a:lnTo>
                    <a:pt x="2307" y="749"/>
                  </a:lnTo>
                  <a:lnTo>
                    <a:pt x="2305" y="749"/>
                  </a:lnTo>
                  <a:lnTo>
                    <a:pt x="2305" y="752"/>
                  </a:lnTo>
                  <a:lnTo>
                    <a:pt x="2305" y="752"/>
                  </a:lnTo>
                  <a:lnTo>
                    <a:pt x="2305" y="752"/>
                  </a:lnTo>
                  <a:lnTo>
                    <a:pt x="2305" y="752"/>
                  </a:lnTo>
                  <a:lnTo>
                    <a:pt x="2305" y="754"/>
                  </a:lnTo>
                  <a:lnTo>
                    <a:pt x="2303" y="754"/>
                  </a:lnTo>
                  <a:lnTo>
                    <a:pt x="2303" y="756"/>
                  </a:lnTo>
                  <a:lnTo>
                    <a:pt x="2305" y="756"/>
                  </a:lnTo>
                  <a:lnTo>
                    <a:pt x="2305" y="756"/>
                  </a:lnTo>
                  <a:lnTo>
                    <a:pt x="2305" y="756"/>
                  </a:lnTo>
                  <a:lnTo>
                    <a:pt x="2305" y="759"/>
                  </a:lnTo>
                  <a:lnTo>
                    <a:pt x="2305" y="759"/>
                  </a:lnTo>
                  <a:lnTo>
                    <a:pt x="2305" y="759"/>
                  </a:lnTo>
                  <a:lnTo>
                    <a:pt x="2307" y="759"/>
                  </a:lnTo>
                  <a:lnTo>
                    <a:pt x="2307" y="761"/>
                  </a:lnTo>
                  <a:lnTo>
                    <a:pt x="2307" y="761"/>
                  </a:lnTo>
                  <a:lnTo>
                    <a:pt x="2307" y="764"/>
                  </a:lnTo>
                  <a:lnTo>
                    <a:pt x="2307" y="764"/>
                  </a:lnTo>
                  <a:lnTo>
                    <a:pt x="2307" y="764"/>
                  </a:lnTo>
                  <a:lnTo>
                    <a:pt x="2305" y="764"/>
                  </a:lnTo>
                  <a:lnTo>
                    <a:pt x="2305" y="766"/>
                  </a:lnTo>
                  <a:lnTo>
                    <a:pt x="2305" y="766"/>
                  </a:lnTo>
                  <a:lnTo>
                    <a:pt x="2305" y="766"/>
                  </a:lnTo>
                  <a:lnTo>
                    <a:pt x="2305" y="766"/>
                  </a:lnTo>
                  <a:lnTo>
                    <a:pt x="2305" y="768"/>
                  </a:lnTo>
                  <a:lnTo>
                    <a:pt x="2303" y="768"/>
                  </a:lnTo>
                  <a:lnTo>
                    <a:pt x="2303" y="768"/>
                  </a:lnTo>
                  <a:lnTo>
                    <a:pt x="2300" y="768"/>
                  </a:lnTo>
                  <a:lnTo>
                    <a:pt x="2300" y="771"/>
                  </a:lnTo>
                  <a:lnTo>
                    <a:pt x="2300" y="771"/>
                  </a:lnTo>
                  <a:lnTo>
                    <a:pt x="2300" y="768"/>
                  </a:lnTo>
                  <a:lnTo>
                    <a:pt x="2298" y="768"/>
                  </a:lnTo>
                  <a:lnTo>
                    <a:pt x="2298" y="771"/>
                  </a:lnTo>
                  <a:lnTo>
                    <a:pt x="2298" y="771"/>
                  </a:lnTo>
                  <a:lnTo>
                    <a:pt x="2298" y="771"/>
                  </a:lnTo>
                  <a:lnTo>
                    <a:pt x="2296" y="771"/>
                  </a:lnTo>
                  <a:lnTo>
                    <a:pt x="2296" y="775"/>
                  </a:lnTo>
                  <a:lnTo>
                    <a:pt x="2296" y="775"/>
                  </a:lnTo>
                  <a:lnTo>
                    <a:pt x="2296" y="778"/>
                  </a:lnTo>
                  <a:lnTo>
                    <a:pt x="2296" y="778"/>
                  </a:lnTo>
                  <a:lnTo>
                    <a:pt x="2296" y="780"/>
                  </a:lnTo>
                  <a:lnTo>
                    <a:pt x="2293" y="780"/>
                  </a:lnTo>
                  <a:lnTo>
                    <a:pt x="2293" y="782"/>
                  </a:lnTo>
                  <a:lnTo>
                    <a:pt x="2293" y="782"/>
                  </a:lnTo>
                  <a:lnTo>
                    <a:pt x="2293" y="790"/>
                  </a:lnTo>
                  <a:lnTo>
                    <a:pt x="2291" y="790"/>
                  </a:lnTo>
                  <a:lnTo>
                    <a:pt x="2291" y="790"/>
                  </a:lnTo>
                  <a:lnTo>
                    <a:pt x="2291" y="790"/>
                  </a:lnTo>
                  <a:lnTo>
                    <a:pt x="2291" y="792"/>
                  </a:lnTo>
                  <a:lnTo>
                    <a:pt x="2291" y="792"/>
                  </a:lnTo>
                  <a:lnTo>
                    <a:pt x="2291" y="792"/>
                  </a:lnTo>
                  <a:lnTo>
                    <a:pt x="2288" y="792"/>
                  </a:lnTo>
                  <a:lnTo>
                    <a:pt x="2288" y="794"/>
                  </a:lnTo>
                  <a:lnTo>
                    <a:pt x="2291" y="794"/>
                  </a:lnTo>
                  <a:lnTo>
                    <a:pt x="2291" y="794"/>
                  </a:lnTo>
                  <a:lnTo>
                    <a:pt x="2291" y="794"/>
                  </a:lnTo>
                  <a:lnTo>
                    <a:pt x="2291" y="797"/>
                  </a:lnTo>
                  <a:lnTo>
                    <a:pt x="2288" y="797"/>
                  </a:lnTo>
                  <a:lnTo>
                    <a:pt x="2288" y="797"/>
                  </a:lnTo>
                  <a:lnTo>
                    <a:pt x="2291" y="797"/>
                  </a:lnTo>
                  <a:lnTo>
                    <a:pt x="2291" y="799"/>
                  </a:lnTo>
                  <a:lnTo>
                    <a:pt x="2288" y="799"/>
                  </a:lnTo>
                  <a:lnTo>
                    <a:pt x="2288" y="801"/>
                  </a:lnTo>
                  <a:lnTo>
                    <a:pt x="2288" y="801"/>
                  </a:lnTo>
                  <a:lnTo>
                    <a:pt x="2288" y="801"/>
                  </a:lnTo>
                  <a:lnTo>
                    <a:pt x="2286" y="801"/>
                  </a:lnTo>
                  <a:lnTo>
                    <a:pt x="2286" y="804"/>
                  </a:lnTo>
                  <a:lnTo>
                    <a:pt x="2286" y="804"/>
                  </a:lnTo>
                  <a:lnTo>
                    <a:pt x="2286" y="804"/>
                  </a:lnTo>
                  <a:lnTo>
                    <a:pt x="2286" y="804"/>
                  </a:lnTo>
                  <a:lnTo>
                    <a:pt x="2286" y="806"/>
                  </a:lnTo>
                  <a:lnTo>
                    <a:pt x="2284" y="806"/>
                  </a:lnTo>
                  <a:lnTo>
                    <a:pt x="2284" y="806"/>
                  </a:lnTo>
                  <a:lnTo>
                    <a:pt x="2284" y="806"/>
                  </a:lnTo>
                  <a:lnTo>
                    <a:pt x="2284" y="809"/>
                  </a:lnTo>
                  <a:lnTo>
                    <a:pt x="2284" y="809"/>
                  </a:lnTo>
                  <a:lnTo>
                    <a:pt x="2284" y="809"/>
                  </a:lnTo>
                  <a:lnTo>
                    <a:pt x="2281" y="809"/>
                  </a:lnTo>
                  <a:lnTo>
                    <a:pt x="2281" y="811"/>
                  </a:lnTo>
                  <a:lnTo>
                    <a:pt x="2281" y="811"/>
                  </a:lnTo>
                  <a:lnTo>
                    <a:pt x="2281" y="816"/>
                  </a:lnTo>
                  <a:lnTo>
                    <a:pt x="2279" y="816"/>
                  </a:lnTo>
                  <a:lnTo>
                    <a:pt x="2279" y="816"/>
                  </a:lnTo>
                  <a:lnTo>
                    <a:pt x="2279" y="816"/>
                  </a:lnTo>
                  <a:lnTo>
                    <a:pt x="2279" y="818"/>
                  </a:lnTo>
                  <a:lnTo>
                    <a:pt x="2277" y="818"/>
                  </a:lnTo>
                  <a:lnTo>
                    <a:pt x="2277" y="818"/>
                  </a:lnTo>
                  <a:lnTo>
                    <a:pt x="2274" y="818"/>
                  </a:lnTo>
                  <a:lnTo>
                    <a:pt x="2274" y="820"/>
                  </a:lnTo>
                  <a:lnTo>
                    <a:pt x="2274" y="820"/>
                  </a:lnTo>
                  <a:lnTo>
                    <a:pt x="2274" y="823"/>
                  </a:lnTo>
                  <a:lnTo>
                    <a:pt x="2272" y="823"/>
                  </a:lnTo>
                  <a:lnTo>
                    <a:pt x="2272" y="825"/>
                  </a:lnTo>
                  <a:lnTo>
                    <a:pt x="2274" y="825"/>
                  </a:lnTo>
                  <a:lnTo>
                    <a:pt x="2274" y="828"/>
                  </a:lnTo>
                  <a:lnTo>
                    <a:pt x="2272" y="828"/>
                  </a:lnTo>
                  <a:lnTo>
                    <a:pt x="2272" y="830"/>
                  </a:lnTo>
                  <a:lnTo>
                    <a:pt x="2272" y="830"/>
                  </a:lnTo>
                  <a:lnTo>
                    <a:pt x="2272" y="830"/>
                  </a:lnTo>
                  <a:lnTo>
                    <a:pt x="2267" y="830"/>
                  </a:lnTo>
                  <a:lnTo>
                    <a:pt x="2267" y="828"/>
                  </a:lnTo>
                  <a:lnTo>
                    <a:pt x="2265" y="828"/>
                  </a:lnTo>
                  <a:lnTo>
                    <a:pt x="2265" y="828"/>
                  </a:lnTo>
                  <a:lnTo>
                    <a:pt x="2265" y="828"/>
                  </a:lnTo>
                  <a:lnTo>
                    <a:pt x="2265" y="825"/>
                  </a:lnTo>
                  <a:lnTo>
                    <a:pt x="2265" y="825"/>
                  </a:lnTo>
                  <a:lnTo>
                    <a:pt x="2265" y="825"/>
                  </a:lnTo>
                  <a:lnTo>
                    <a:pt x="2262" y="825"/>
                  </a:lnTo>
                  <a:lnTo>
                    <a:pt x="2262" y="823"/>
                  </a:lnTo>
                  <a:lnTo>
                    <a:pt x="2258" y="823"/>
                  </a:lnTo>
                  <a:lnTo>
                    <a:pt x="2258" y="823"/>
                  </a:lnTo>
                  <a:lnTo>
                    <a:pt x="2253" y="823"/>
                  </a:lnTo>
                  <a:lnTo>
                    <a:pt x="2253" y="823"/>
                  </a:lnTo>
                  <a:lnTo>
                    <a:pt x="2251" y="823"/>
                  </a:lnTo>
                  <a:lnTo>
                    <a:pt x="2251" y="825"/>
                  </a:lnTo>
                  <a:lnTo>
                    <a:pt x="2251" y="825"/>
                  </a:lnTo>
                  <a:lnTo>
                    <a:pt x="2251" y="825"/>
                  </a:lnTo>
                  <a:lnTo>
                    <a:pt x="2248" y="825"/>
                  </a:lnTo>
                  <a:lnTo>
                    <a:pt x="2248" y="825"/>
                  </a:lnTo>
                  <a:lnTo>
                    <a:pt x="2248" y="825"/>
                  </a:lnTo>
                  <a:lnTo>
                    <a:pt x="2248" y="823"/>
                  </a:lnTo>
                  <a:lnTo>
                    <a:pt x="2248" y="823"/>
                  </a:lnTo>
                  <a:lnTo>
                    <a:pt x="2248" y="823"/>
                  </a:lnTo>
                  <a:lnTo>
                    <a:pt x="2246" y="823"/>
                  </a:lnTo>
                  <a:lnTo>
                    <a:pt x="2246" y="823"/>
                  </a:lnTo>
                  <a:lnTo>
                    <a:pt x="2243" y="823"/>
                  </a:lnTo>
                  <a:lnTo>
                    <a:pt x="2243" y="825"/>
                  </a:lnTo>
                  <a:lnTo>
                    <a:pt x="2241" y="825"/>
                  </a:lnTo>
                  <a:lnTo>
                    <a:pt x="2241" y="830"/>
                  </a:lnTo>
                  <a:lnTo>
                    <a:pt x="2241" y="830"/>
                  </a:lnTo>
                  <a:lnTo>
                    <a:pt x="2241" y="830"/>
                  </a:lnTo>
                  <a:lnTo>
                    <a:pt x="2239" y="830"/>
                  </a:lnTo>
                  <a:lnTo>
                    <a:pt x="2239" y="830"/>
                  </a:lnTo>
                  <a:lnTo>
                    <a:pt x="2239" y="830"/>
                  </a:lnTo>
                  <a:lnTo>
                    <a:pt x="2239" y="832"/>
                  </a:lnTo>
                  <a:lnTo>
                    <a:pt x="2236" y="832"/>
                  </a:lnTo>
                  <a:lnTo>
                    <a:pt x="2236" y="830"/>
                  </a:lnTo>
                  <a:lnTo>
                    <a:pt x="2234" y="830"/>
                  </a:lnTo>
                  <a:lnTo>
                    <a:pt x="2234" y="832"/>
                  </a:lnTo>
                  <a:lnTo>
                    <a:pt x="2234" y="832"/>
                  </a:lnTo>
                  <a:lnTo>
                    <a:pt x="2234" y="832"/>
                  </a:lnTo>
                  <a:lnTo>
                    <a:pt x="2229" y="832"/>
                  </a:lnTo>
                  <a:lnTo>
                    <a:pt x="2229" y="835"/>
                  </a:lnTo>
                  <a:lnTo>
                    <a:pt x="2227" y="835"/>
                  </a:lnTo>
                  <a:lnTo>
                    <a:pt x="2227" y="835"/>
                  </a:lnTo>
                  <a:lnTo>
                    <a:pt x="2227" y="835"/>
                  </a:lnTo>
                  <a:lnTo>
                    <a:pt x="2227" y="837"/>
                  </a:lnTo>
                  <a:lnTo>
                    <a:pt x="2229" y="837"/>
                  </a:lnTo>
                  <a:lnTo>
                    <a:pt x="2229" y="837"/>
                  </a:lnTo>
                  <a:lnTo>
                    <a:pt x="2229" y="837"/>
                  </a:lnTo>
                  <a:lnTo>
                    <a:pt x="2229" y="839"/>
                  </a:lnTo>
                  <a:lnTo>
                    <a:pt x="2229" y="839"/>
                  </a:lnTo>
                  <a:lnTo>
                    <a:pt x="2229" y="842"/>
                  </a:lnTo>
                  <a:lnTo>
                    <a:pt x="2232" y="842"/>
                  </a:lnTo>
                  <a:lnTo>
                    <a:pt x="2232" y="846"/>
                  </a:lnTo>
                  <a:lnTo>
                    <a:pt x="2232" y="846"/>
                  </a:lnTo>
                  <a:lnTo>
                    <a:pt x="2232" y="849"/>
                  </a:lnTo>
                  <a:lnTo>
                    <a:pt x="2232" y="849"/>
                  </a:lnTo>
                  <a:lnTo>
                    <a:pt x="2232" y="851"/>
                  </a:lnTo>
                  <a:lnTo>
                    <a:pt x="2234" y="851"/>
                  </a:lnTo>
                  <a:lnTo>
                    <a:pt x="2234" y="856"/>
                  </a:lnTo>
                  <a:lnTo>
                    <a:pt x="2232" y="856"/>
                  </a:lnTo>
                  <a:lnTo>
                    <a:pt x="2232" y="861"/>
                  </a:lnTo>
                  <a:lnTo>
                    <a:pt x="2232" y="861"/>
                  </a:lnTo>
                  <a:lnTo>
                    <a:pt x="2232" y="870"/>
                  </a:lnTo>
                  <a:lnTo>
                    <a:pt x="2234" y="870"/>
                  </a:lnTo>
                  <a:lnTo>
                    <a:pt x="2234" y="873"/>
                  </a:lnTo>
                  <a:lnTo>
                    <a:pt x="2232" y="873"/>
                  </a:lnTo>
                  <a:lnTo>
                    <a:pt x="2232" y="875"/>
                  </a:lnTo>
                  <a:lnTo>
                    <a:pt x="2232" y="875"/>
                  </a:lnTo>
                  <a:lnTo>
                    <a:pt x="2232" y="880"/>
                  </a:lnTo>
                  <a:lnTo>
                    <a:pt x="2232" y="880"/>
                  </a:lnTo>
                  <a:lnTo>
                    <a:pt x="2232" y="880"/>
                  </a:lnTo>
                  <a:lnTo>
                    <a:pt x="2229" y="880"/>
                  </a:lnTo>
                  <a:lnTo>
                    <a:pt x="2229" y="880"/>
                  </a:lnTo>
                  <a:lnTo>
                    <a:pt x="2229" y="880"/>
                  </a:lnTo>
                  <a:lnTo>
                    <a:pt x="2229" y="882"/>
                  </a:lnTo>
                  <a:lnTo>
                    <a:pt x="2229" y="882"/>
                  </a:lnTo>
                  <a:lnTo>
                    <a:pt x="2229" y="884"/>
                  </a:lnTo>
                  <a:lnTo>
                    <a:pt x="2227" y="884"/>
                  </a:lnTo>
                  <a:lnTo>
                    <a:pt x="2227" y="884"/>
                  </a:lnTo>
                  <a:lnTo>
                    <a:pt x="2222" y="884"/>
                  </a:lnTo>
                  <a:lnTo>
                    <a:pt x="2222" y="887"/>
                  </a:lnTo>
                  <a:lnTo>
                    <a:pt x="2217" y="887"/>
                  </a:lnTo>
                  <a:lnTo>
                    <a:pt x="2217" y="887"/>
                  </a:lnTo>
                  <a:lnTo>
                    <a:pt x="2217" y="887"/>
                  </a:lnTo>
                  <a:lnTo>
                    <a:pt x="2217" y="889"/>
                  </a:lnTo>
                  <a:lnTo>
                    <a:pt x="2215" y="889"/>
                  </a:lnTo>
                  <a:lnTo>
                    <a:pt x="2215" y="889"/>
                  </a:lnTo>
                  <a:lnTo>
                    <a:pt x="2215" y="889"/>
                  </a:lnTo>
                  <a:lnTo>
                    <a:pt x="2215" y="892"/>
                  </a:lnTo>
                  <a:lnTo>
                    <a:pt x="2217" y="892"/>
                  </a:lnTo>
                  <a:lnTo>
                    <a:pt x="2217" y="889"/>
                  </a:lnTo>
                  <a:lnTo>
                    <a:pt x="2217" y="889"/>
                  </a:lnTo>
                  <a:lnTo>
                    <a:pt x="2217" y="892"/>
                  </a:lnTo>
                  <a:lnTo>
                    <a:pt x="2217" y="892"/>
                  </a:lnTo>
                  <a:lnTo>
                    <a:pt x="2217" y="892"/>
                  </a:lnTo>
                  <a:lnTo>
                    <a:pt x="2220" y="892"/>
                  </a:lnTo>
                  <a:lnTo>
                    <a:pt x="2220" y="894"/>
                  </a:lnTo>
                  <a:lnTo>
                    <a:pt x="2217" y="894"/>
                  </a:lnTo>
                  <a:lnTo>
                    <a:pt x="2217" y="896"/>
                  </a:lnTo>
                  <a:lnTo>
                    <a:pt x="2220" y="896"/>
                  </a:lnTo>
                  <a:lnTo>
                    <a:pt x="2220" y="896"/>
                  </a:lnTo>
                  <a:lnTo>
                    <a:pt x="2220" y="896"/>
                  </a:lnTo>
                  <a:lnTo>
                    <a:pt x="2220" y="901"/>
                  </a:lnTo>
                  <a:lnTo>
                    <a:pt x="2222" y="901"/>
                  </a:lnTo>
                  <a:lnTo>
                    <a:pt x="2222" y="901"/>
                  </a:lnTo>
                  <a:lnTo>
                    <a:pt x="2222" y="901"/>
                  </a:lnTo>
                  <a:lnTo>
                    <a:pt x="2222" y="899"/>
                  </a:lnTo>
                  <a:lnTo>
                    <a:pt x="2222" y="899"/>
                  </a:lnTo>
                  <a:lnTo>
                    <a:pt x="2222" y="896"/>
                  </a:lnTo>
                  <a:lnTo>
                    <a:pt x="2225" y="896"/>
                  </a:lnTo>
                  <a:lnTo>
                    <a:pt x="2225" y="896"/>
                  </a:lnTo>
                  <a:lnTo>
                    <a:pt x="2227" y="896"/>
                  </a:lnTo>
                  <a:lnTo>
                    <a:pt x="2227" y="894"/>
                  </a:lnTo>
                  <a:lnTo>
                    <a:pt x="2225" y="894"/>
                  </a:lnTo>
                  <a:lnTo>
                    <a:pt x="2225" y="892"/>
                  </a:lnTo>
                  <a:lnTo>
                    <a:pt x="2227" y="892"/>
                  </a:lnTo>
                  <a:lnTo>
                    <a:pt x="2227" y="892"/>
                  </a:lnTo>
                  <a:lnTo>
                    <a:pt x="2229" y="892"/>
                  </a:lnTo>
                  <a:lnTo>
                    <a:pt x="2229" y="892"/>
                  </a:lnTo>
                  <a:lnTo>
                    <a:pt x="2229" y="892"/>
                  </a:lnTo>
                  <a:lnTo>
                    <a:pt x="2229" y="894"/>
                  </a:lnTo>
                  <a:lnTo>
                    <a:pt x="2232" y="894"/>
                  </a:lnTo>
                  <a:lnTo>
                    <a:pt x="2232" y="892"/>
                  </a:lnTo>
                  <a:lnTo>
                    <a:pt x="2234" y="892"/>
                  </a:lnTo>
                  <a:lnTo>
                    <a:pt x="2234" y="889"/>
                  </a:lnTo>
                  <a:lnTo>
                    <a:pt x="2236" y="889"/>
                  </a:lnTo>
                  <a:lnTo>
                    <a:pt x="2236" y="887"/>
                  </a:lnTo>
                  <a:lnTo>
                    <a:pt x="2236" y="887"/>
                  </a:lnTo>
                  <a:lnTo>
                    <a:pt x="2236" y="887"/>
                  </a:lnTo>
                  <a:lnTo>
                    <a:pt x="2239" y="887"/>
                  </a:lnTo>
                  <a:lnTo>
                    <a:pt x="2239" y="884"/>
                  </a:lnTo>
                  <a:lnTo>
                    <a:pt x="2239" y="884"/>
                  </a:lnTo>
                  <a:lnTo>
                    <a:pt x="2239" y="882"/>
                  </a:lnTo>
                  <a:lnTo>
                    <a:pt x="2241" y="882"/>
                  </a:lnTo>
                  <a:lnTo>
                    <a:pt x="2241" y="880"/>
                  </a:lnTo>
                  <a:lnTo>
                    <a:pt x="2241" y="880"/>
                  </a:lnTo>
                  <a:lnTo>
                    <a:pt x="2241" y="880"/>
                  </a:lnTo>
                  <a:lnTo>
                    <a:pt x="2243" y="880"/>
                  </a:lnTo>
                  <a:lnTo>
                    <a:pt x="2243" y="880"/>
                  </a:lnTo>
                  <a:lnTo>
                    <a:pt x="2243" y="880"/>
                  </a:lnTo>
                  <a:lnTo>
                    <a:pt x="2243" y="877"/>
                  </a:lnTo>
                  <a:lnTo>
                    <a:pt x="2243" y="877"/>
                  </a:lnTo>
                  <a:lnTo>
                    <a:pt x="2243" y="875"/>
                  </a:lnTo>
                  <a:lnTo>
                    <a:pt x="2246" y="875"/>
                  </a:lnTo>
                  <a:lnTo>
                    <a:pt x="2246" y="875"/>
                  </a:lnTo>
                  <a:lnTo>
                    <a:pt x="2248" y="875"/>
                  </a:lnTo>
                  <a:lnTo>
                    <a:pt x="2248" y="875"/>
                  </a:lnTo>
                  <a:lnTo>
                    <a:pt x="2248" y="875"/>
                  </a:lnTo>
                  <a:lnTo>
                    <a:pt x="2248" y="877"/>
                  </a:lnTo>
                  <a:lnTo>
                    <a:pt x="2246" y="877"/>
                  </a:lnTo>
                  <a:lnTo>
                    <a:pt x="2246" y="880"/>
                  </a:lnTo>
                  <a:lnTo>
                    <a:pt x="2246" y="880"/>
                  </a:lnTo>
                  <a:lnTo>
                    <a:pt x="2246" y="880"/>
                  </a:lnTo>
                  <a:lnTo>
                    <a:pt x="2243" y="880"/>
                  </a:lnTo>
                  <a:lnTo>
                    <a:pt x="2243" y="882"/>
                  </a:lnTo>
                  <a:lnTo>
                    <a:pt x="2243" y="882"/>
                  </a:lnTo>
                  <a:lnTo>
                    <a:pt x="2243" y="884"/>
                  </a:lnTo>
                  <a:lnTo>
                    <a:pt x="2241" y="884"/>
                  </a:lnTo>
                  <a:lnTo>
                    <a:pt x="2241" y="887"/>
                  </a:lnTo>
                  <a:lnTo>
                    <a:pt x="2243" y="887"/>
                  </a:lnTo>
                  <a:lnTo>
                    <a:pt x="2243" y="884"/>
                  </a:lnTo>
                  <a:lnTo>
                    <a:pt x="2243" y="884"/>
                  </a:lnTo>
                  <a:lnTo>
                    <a:pt x="2243" y="884"/>
                  </a:lnTo>
                  <a:lnTo>
                    <a:pt x="2248" y="884"/>
                  </a:lnTo>
                  <a:lnTo>
                    <a:pt x="2248" y="882"/>
                  </a:lnTo>
                  <a:lnTo>
                    <a:pt x="2248" y="882"/>
                  </a:lnTo>
                  <a:lnTo>
                    <a:pt x="2248" y="880"/>
                  </a:lnTo>
                  <a:lnTo>
                    <a:pt x="2248" y="880"/>
                  </a:lnTo>
                  <a:lnTo>
                    <a:pt x="2248" y="880"/>
                  </a:lnTo>
                  <a:lnTo>
                    <a:pt x="2251" y="880"/>
                  </a:lnTo>
                  <a:lnTo>
                    <a:pt x="2251" y="880"/>
                  </a:lnTo>
                  <a:lnTo>
                    <a:pt x="2251" y="880"/>
                  </a:lnTo>
                  <a:lnTo>
                    <a:pt x="2251" y="877"/>
                  </a:lnTo>
                  <a:lnTo>
                    <a:pt x="2253" y="877"/>
                  </a:lnTo>
                  <a:lnTo>
                    <a:pt x="2253" y="877"/>
                  </a:lnTo>
                  <a:lnTo>
                    <a:pt x="2255" y="877"/>
                  </a:lnTo>
                  <a:lnTo>
                    <a:pt x="2255" y="880"/>
                  </a:lnTo>
                  <a:lnTo>
                    <a:pt x="2255" y="880"/>
                  </a:lnTo>
                  <a:lnTo>
                    <a:pt x="2255" y="880"/>
                  </a:lnTo>
                  <a:lnTo>
                    <a:pt x="2255" y="880"/>
                  </a:lnTo>
                  <a:lnTo>
                    <a:pt x="2255" y="887"/>
                  </a:lnTo>
                  <a:lnTo>
                    <a:pt x="2258" y="887"/>
                  </a:lnTo>
                  <a:lnTo>
                    <a:pt x="2258" y="887"/>
                  </a:lnTo>
                  <a:lnTo>
                    <a:pt x="2258" y="887"/>
                  </a:lnTo>
                  <a:lnTo>
                    <a:pt x="2258" y="889"/>
                  </a:lnTo>
                  <a:lnTo>
                    <a:pt x="2260" y="889"/>
                  </a:lnTo>
                  <a:lnTo>
                    <a:pt x="2260" y="887"/>
                  </a:lnTo>
                  <a:lnTo>
                    <a:pt x="2265" y="887"/>
                  </a:lnTo>
                  <a:lnTo>
                    <a:pt x="2265" y="887"/>
                  </a:lnTo>
                  <a:lnTo>
                    <a:pt x="2265" y="887"/>
                  </a:lnTo>
                  <a:lnTo>
                    <a:pt x="2265" y="889"/>
                  </a:lnTo>
                  <a:lnTo>
                    <a:pt x="2269" y="889"/>
                  </a:lnTo>
                  <a:lnTo>
                    <a:pt x="2269" y="889"/>
                  </a:lnTo>
                  <a:lnTo>
                    <a:pt x="2269" y="889"/>
                  </a:lnTo>
                  <a:lnTo>
                    <a:pt x="2269" y="887"/>
                  </a:lnTo>
                  <a:lnTo>
                    <a:pt x="2269" y="887"/>
                  </a:lnTo>
                  <a:lnTo>
                    <a:pt x="2269" y="892"/>
                  </a:lnTo>
                  <a:lnTo>
                    <a:pt x="2274" y="892"/>
                  </a:lnTo>
                  <a:lnTo>
                    <a:pt x="2274" y="889"/>
                  </a:lnTo>
                  <a:lnTo>
                    <a:pt x="2277" y="889"/>
                  </a:lnTo>
                  <a:lnTo>
                    <a:pt x="2277" y="889"/>
                  </a:lnTo>
                  <a:lnTo>
                    <a:pt x="2281" y="889"/>
                  </a:lnTo>
                  <a:lnTo>
                    <a:pt x="2281" y="887"/>
                  </a:lnTo>
                  <a:lnTo>
                    <a:pt x="2284" y="887"/>
                  </a:lnTo>
                  <a:lnTo>
                    <a:pt x="2284" y="887"/>
                  </a:lnTo>
                  <a:lnTo>
                    <a:pt x="2284" y="887"/>
                  </a:lnTo>
                  <a:lnTo>
                    <a:pt x="2284" y="887"/>
                  </a:lnTo>
                  <a:lnTo>
                    <a:pt x="2286" y="887"/>
                  </a:lnTo>
                  <a:lnTo>
                    <a:pt x="2286" y="887"/>
                  </a:lnTo>
                  <a:lnTo>
                    <a:pt x="2288" y="887"/>
                  </a:lnTo>
                  <a:lnTo>
                    <a:pt x="2288" y="884"/>
                  </a:lnTo>
                  <a:lnTo>
                    <a:pt x="2288" y="884"/>
                  </a:lnTo>
                  <a:lnTo>
                    <a:pt x="2288" y="887"/>
                  </a:lnTo>
                  <a:lnTo>
                    <a:pt x="2291" y="887"/>
                  </a:lnTo>
                  <a:lnTo>
                    <a:pt x="2291" y="884"/>
                  </a:lnTo>
                  <a:lnTo>
                    <a:pt x="2291" y="884"/>
                  </a:lnTo>
                  <a:lnTo>
                    <a:pt x="2291" y="884"/>
                  </a:lnTo>
                  <a:lnTo>
                    <a:pt x="2293" y="884"/>
                  </a:lnTo>
                  <a:lnTo>
                    <a:pt x="2293" y="882"/>
                  </a:lnTo>
                  <a:lnTo>
                    <a:pt x="2296" y="882"/>
                  </a:lnTo>
                  <a:lnTo>
                    <a:pt x="2296" y="882"/>
                  </a:lnTo>
                  <a:lnTo>
                    <a:pt x="2296" y="882"/>
                  </a:lnTo>
                  <a:lnTo>
                    <a:pt x="2296" y="880"/>
                  </a:lnTo>
                  <a:lnTo>
                    <a:pt x="2298" y="880"/>
                  </a:lnTo>
                  <a:lnTo>
                    <a:pt x="2298" y="880"/>
                  </a:lnTo>
                  <a:lnTo>
                    <a:pt x="2300" y="880"/>
                  </a:lnTo>
                  <a:lnTo>
                    <a:pt x="2300" y="880"/>
                  </a:lnTo>
                  <a:lnTo>
                    <a:pt x="2303" y="880"/>
                  </a:lnTo>
                  <a:lnTo>
                    <a:pt x="2303" y="877"/>
                  </a:lnTo>
                  <a:lnTo>
                    <a:pt x="2303" y="877"/>
                  </a:lnTo>
                  <a:lnTo>
                    <a:pt x="2303" y="877"/>
                  </a:lnTo>
                  <a:lnTo>
                    <a:pt x="2305" y="877"/>
                  </a:lnTo>
                  <a:lnTo>
                    <a:pt x="2305" y="875"/>
                  </a:lnTo>
                  <a:lnTo>
                    <a:pt x="2307" y="875"/>
                  </a:lnTo>
                  <a:lnTo>
                    <a:pt x="2307" y="875"/>
                  </a:lnTo>
                  <a:lnTo>
                    <a:pt x="2310" y="875"/>
                  </a:lnTo>
                  <a:lnTo>
                    <a:pt x="2310" y="873"/>
                  </a:lnTo>
                  <a:lnTo>
                    <a:pt x="2310" y="873"/>
                  </a:lnTo>
                  <a:lnTo>
                    <a:pt x="2310" y="873"/>
                  </a:lnTo>
                  <a:lnTo>
                    <a:pt x="2312" y="873"/>
                  </a:lnTo>
                  <a:lnTo>
                    <a:pt x="2312" y="870"/>
                  </a:lnTo>
                  <a:lnTo>
                    <a:pt x="2314" y="870"/>
                  </a:lnTo>
                  <a:lnTo>
                    <a:pt x="2314" y="870"/>
                  </a:lnTo>
                  <a:lnTo>
                    <a:pt x="2317" y="870"/>
                  </a:lnTo>
                  <a:lnTo>
                    <a:pt x="2317" y="868"/>
                  </a:lnTo>
                  <a:lnTo>
                    <a:pt x="2317" y="868"/>
                  </a:lnTo>
                  <a:lnTo>
                    <a:pt x="2317" y="865"/>
                  </a:lnTo>
                  <a:lnTo>
                    <a:pt x="2319" y="865"/>
                  </a:lnTo>
                  <a:lnTo>
                    <a:pt x="2319" y="865"/>
                  </a:lnTo>
                  <a:lnTo>
                    <a:pt x="2322" y="865"/>
                  </a:lnTo>
                  <a:lnTo>
                    <a:pt x="2322" y="863"/>
                  </a:lnTo>
                  <a:lnTo>
                    <a:pt x="2322" y="863"/>
                  </a:lnTo>
                  <a:lnTo>
                    <a:pt x="2322" y="863"/>
                  </a:lnTo>
                  <a:lnTo>
                    <a:pt x="2324" y="863"/>
                  </a:lnTo>
                  <a:lnTo>
                    <a:pt x="2324" y="861"/>
                  </a:lnTo>
                  <a:lnTo>
                    <a:pt x="2324" y="861"/>
                  </a:lnTo>
                  <a:lnTo>
                    <a:pt x="2324" y="861"/>
                  </a:lnTo>
                  <a:lnTo>
                    <a:pt x="2324" y="861"/>
                  </a:lnTo>
                  <a:lnTo>
                    <a:pt x="2324" y="856"/>
                  </a:lnTo>
                  <a:lnTo>
                    <a:pt x="2329" y="856"/>
                  </a:lnTo>
                  <a:lnTo>
                    <a:pt x="2329" y="851"/>
                  </a:lnTo>
                  <a:lnTo>
                    <a:pt x="2329" y="851"/>
                  </a:lnTo>
                  <a:lnTo>
                    <a:pt x="2329" y="851"/>
                  </a:lnTo>
                  <a:lnTo>
                    <a:pt x="2331" y="851"/>
                  </a:lnTo>
                  <a:lnTo>
                    <a:pt x="2331" y="851"/>
                  </a:lnTo>
                  <a:lnTo>
                    <a:pt x="2331" y="851"/>
                  </a:lnTo>
                  <a:lnTo>
                    <a:pt x="2331" y="849"/>
                  </a:lnTo>
                  <a:lnTo>
                    <a:pt x="2331" y="849"/>
                  </a:lnTo>
                  <a:lnTo>
                    <a:pt x="2331" y="846"/>
                  </a:lnTo>
                  <a:lnTo>
                    <a:pt x="2333" y="846"/>
                  </a:lnTo>
                  <a:lnTo>
                    <a:pt x="2333" y="846"/>
                  </a:lnTo>
                  <a:lnTo>
                    <a:pt x="2336" y="846"/>
                  </a:lnTo>
                  <a:lnTo>
                    <a:pt x="2336" y="844"/>
                  </a:lnTo>
                  <a:lnTo>
                    <a:pt x="2338" y="844"/>
                  </a:lnTo>
                  <a:lnTo>
                    <a:pt x="2338" y="844"/>
                  </a:lnTo>
                  <a:lnTo>
                    <a:pt x="2338" y="844"/>
                  </a:lnTo>
                  <a:lnTo>
                    <a:pt x="2338" y="842"/>
                  </a:lnTo>
                  <a:lnTo>
                    <a:pt x="2340" y="842"/>
                  </a:lnTo>
                  <a:lnTo>
                    <a:pt x="2340" y="839"/>
                  </a:lnTo>
                  <a:lnTo>
                    <a:pt x="2343" y="839"/>
                  </a:lnTo>
                  <a:lnTo>
                    <a:pt x="2343" y="839"/>
                  </a:lnTo>
                  <a:lnTo>
                    <a:pt x="2343" y="839"/>
                  </a:lnTo>
                  <a:lnTo>
                    <a:pt x="2343" y="837"/>
                  </a:lnTo>
                  <a:lnTo>
                    <a:pt x="2345" y="837"/>
                  </a:lnTo>
                  <a:lnTo>
                    <a:pt x="2345" y="837"/>
                  </a:lnTo>
                  <a:lnTo>
                    <a:pt x="2345" y="837"/>
                  </a:lnTo>
                  <a:lnTo>
                    <a:pt x="2345" y="835"/>
                  </a:lnTo>
                  <a:lnTo>
                    <a:pt x="2348" y="835"/>
                  </a:lnTo>
                  <a:lnTo>
                    <a:pt x="2348" y="832"/>
                  </a:lnTo>
                  <a:lnTo>
                    <a:pt x="2348" y="832"/>
                  </a:lnTo>
                  <a:lnTo>
                    <a:pt x="2348" y="830"/>
                  </a:lnTo>
                  <a:lnTo>
                    <a:pt x="2350" y="830"/>
                  </a:lnTo>
                  <a:lnTo>
                    <a:pt x="2350" y="830"/>
                  </a:lnTo>
                  <a:lnTo>
                    <a:pt x="2352" y="830"/>
                  </a:lnTo>
                  <a:lnTo>
                    <a:pt x="2352" y="828"/>
                  </a:lnTo>
                  <a:lnTo>
                    <a:pt x="2352" y="828"/>
                  </a:lnTo>
                  <a:lnTo>
                    <a:pt x="2352" y="825"/>
                  </a:lnTo>
                  <a:lnTo>
                    <a:pt x="2355" y="825"/>
                  </a:lnTo>
                  <a:lnTo>
                    <a:pt x="2355" y="825"/>
                  </a:lnTo>
                  <a:lnTo>
                    <a:pt x="2357" y="825"/>
                  </a:lnTo>
                  <a:lnTo>
                    <a:pt x="2357" y="823"/>
                  </a:lnTo>
                  <a:lnTo>
                    <a:pt x="2357" y="823"/>
                  </a:lnTo>
                  <a:lnTo>
                    <a:pt x="2357" y="823"/>
                  </a:lnTo>
                  <a:lnTo>
                    <a:pt x="2359" y="823"/>
                  </a:lnTo>
                  <a:lnTo>
                    <a:pt x="2359" y="820"/>
                  </a:lnTo>
                  <a:lnTo>
                    <a:pt x="2362" y="820"/>
                  </a:lnTo>
                  <a:lnTo>
                    <a:pt x="2362" y="820"/>
                  </a:lnTo>
                  <a:lnTo>
                    <a:pt x="2362" y="820"/>
                  </a:lnTo>
                  <a:lnTo>
                    <a:pt x="2362" y="820"/>
                  </a:lnTo>
                  <a:lnTo>
                    <a:pt x="2362" y="820"/>
                  </a:lnTo>
                  <a:lnTo>
                    <a:pt x="2362" y="818"/>
                  </a:lnTo>
                  <a:lnTo>
                    <a:pt x="2364" y="818"/>
                  </a:lnTo>
                  <a:lnTo>
                    <a:pt x="2364" y="818"/>
                  </a:lnTo>
                  <a:lnTo>
                    <a:pt x="2364" y="818"/>
                  </a:lnTo>
                  <a:lnTo>
                    <a:pt x="2364" y="816"/>
                  </a:lnTo>
                  <a:lnTo>
                    <a:pt x="2364" y="816"/>
                  </a:lnTo>
                  <a:lnTo>
                    <a:pt x="2364" y="816"/>
                  </a:lnTo>
                  <a:lnTo>
                    <a:pt x="2367" y="816"/>
                  </a:lnTo>
                  <a:lnTo>
                    <a:pt x="2367" y="813"/>
                  </a:lnTo>
                  <a:lnTo>
                    <a:pt x="2369" y="813"/>
                  </a:lnTo>
                  <a:lnTo>
                    <a:pt x="2369" y="813"/>
                  </a:lnTo>
                  <a:lnTo>
                    <a:pt x="2369" y="813"/>
                  </a:lnTo>
                  <a:lnTo>
                    <a:pt x="2369" y="811"/>
                  </a:lnTo>
                  <a:lnTo>
                    <a:pt x="2371" y="811"/>
                  </a:lnTo>
                  <a:lnTo>
                    <a:pt x="2371" y="811"/>
                  </a:lnTo>
                  <a:lnTo>
                    <a:pt x="2371" y="811"/>
                  </a:lnTo>
                  <a:lnTo>
                    <a:pt x="2371" y="809"/>
                  </a:lnTo>
                  <a:lnTo>
                    <a:pt x="2374" y="809"/>
                  </a:lnTo>
                  <a:lnTo>
                    <a:pt x="2374" y="809"/>
                  </a:lnTo>
                  <a:lnTo>
                    <a:pt x="2374" y="809"/>
                  </a:lnTo>
                  <a:lnTo>
                    <a:pt x="2374" y="806"/>
                  </a:lnTo>
                  <a:lnTo>
                    <a:pt x="2376" y="806"/>
                  </a:lnTo>
                  <a:lnTo>
                    <a:pt x="2376" y="806"/>
                  </a:lnTo>
                  <a:lnTo>
                    <a:pt x="2376" y="806"/>
                  </a:lnTo>
                  <a:lnTo>
                    <a:pt x="2376" y="804"/>
                  </a:lnTo>
                  <a:lnTo>
                    <a:pt x="2376" y="804"/>
                  </a:lnTo>
                  <a:lnTo>
                    <a:pt x="2376" y="804"/>
                  </a:lnTo>
                  <a:lnTo>
                    <a:pt x="2378" y="804"/>
                  </a:lnTo>
                  <a:lnTo>
                    <a:pt x="2378" y="801"/>
                  </a:lnTo>
                  <a:lnTo>
                    <a:pt x="2378" y="801"/>
                  </a:lnTo>
                  <a:lnTo>
                    <a:pt x="2378" y="801"/>
                  </a:lnTo>
                  <a:lnTo>
                    <a:pt x="2378" y="801"/>
                  </a:lnTo>
                  <a:lnTo>
                    <a:pt x="2378" y="801"/>
                  </a:lnTo>
                  <a:lnTo>
                    <a:pt x="2381" y="801"/>
                  </a:lnTo>
                  <a:lnTo>
                    <a:pt x="2381" y="797"/>
                  </a:lnTo>
                  <a:lnTo>
                    <a:pt x="2381" y="797"/>
                  </a:lnTo>
                  <a:lnTo>
                    <a:pt x="2381" y="797"/>
                  </a:lnTo>
                  <a:lnTo>
                    <a:pt x="2383" y="797"/>
                  </a:lnTo>
                  <a:lnTo>
                    <a:pt x="2383" y="794"/>
                  </a:lnTo>
                  <a:lnTo>
                    <a:pt x="2383" y="794"/>
                  </a:lnTo>
                  <a:lnTo>
                    <a:pt x="2383" y="792"/>
                  </a:lnTo>
                  <a:lnTo>
                    <a:pt x="2385" y="792"/>
                  </a:lnTo>
                  <a:lnTo>
                    <a:pt x="2385" y="790"/>
                  </a:lnTo>
                  <a:lnTo>
                    <a:pt x="2388" y="790"/>
                  </a:lnTo>
                  <a:lnTo>
                    <a:pt x="2388" y="787"/>
                  </a:lnTo>
                  <a:lnTo>
                    <a:pt x="2388" y="787"/>
                  </a:lnTo>
                  <a:lnTo>
                    <a:pt x="2388" y="785"/>
                  </a:lnTo>
                  <a:lnTo>
                    <a:pt x="2388" y="785"/>
                  </a:lnTo>
                  <a:lnTo>
                    <a:pt x="2388" y="785"/>
                  </a:lnTo>
                  <a:lnTo>
                    <a:pt x="2390" y="785"/>
                  </a:lnTo>
                  <a:lnTo>
                    <a:pt x="2390" y="782"/>
                  </a:lnTo>
                  <a:lnTo>
                    <a:pt x="2390" y="782"/>
                  </a:lnTo>
                  <a:lnTo>
                    <a:pt x="2390" y="780"/>
                  </a:lnTo>
                  <a:lnTo>
                    <a:pt x="2393" y="780"/>
                  </a:lnTo>
                  <a:lnTo>
                    <a:pt x="2393" y="778"/>
                  </a:lnTo>
                  <a:lnTo>
                    <a:pt x="2393" y="778"/>
                  </a:lnTo>
                  <a:lnTo>
                    <a:pt x="2393" y="778"/>
                  </a:lnTo>
                  <a:lnTo>
                    <a:pt x="2395" y="778"/>
                  </a:lnTo>
                  <a:lnTo>
                    <a:pt x="2395" y="775"/>
                  </a:lnTo>
                  <a:lnTo>
                    <a:pt x="2395" y="775"/>
                  </a:lnTo>
                  <a:lnTo>
                    <a:pt x="2395" y="775"/>
                  </a:lnTo>
                  <a:lnTo>
                    <a:pt x="2395" y="775"/>
                  </a:lnTo>
                  <a:lnTo>
                    <a:pt x="2395" y="773"/>
                  </a:lnTo>
                  <a:lnTo>
                    <a:pt x="2397" y="773"/>
                  </a:lnTo>
                  <a:lnTo>
                    <a:pt x="2397" y="773"/>
                  </a:lnTo>
                  <a:lnTo>
                    <a:pt x="2400" y="773"/>
                  </a:lnTo>
                  <a:lnTo>
                    <a:pt x="2400" y="771"/>
                  </a:lnTo>
                  <a:lnTo>
                    <a:pt x="2402" y="771"/>
                  </a:lnTo>
                  <a:lnTo>
                    <a:pt x="2402" y="768"/>
                  </a:lnTo>
                  <a:lnTo>
                    <a:pt x="2402" y="768"/>
                  </a:lnTo>
                  <a:lnTo>
                    <a:pt x="2402" y="766"/>
                  </a:lnTo>
                  <a:lnTo>
                    <a:pt x="2402" y="766"/>
                  </a:lnTo>
                  <a:lnTo>
                    <a:pt x="2402" y="766"/>
                  </a:lnTo>
                  <a:lnTo>
                    <a:pt x="2404" y="766"/>
                  </a:lnTo>
                  <a:lnTo>
                    <a:pt x="2404" y="764"/>
                  </a:lnTo>
                  <a:lnTo>
                    <a:pt x="2404" y="764"/>
                  </a:lnTo>
                  <a:lnTo>
                    <a:pt x="2404" y="761"/>
                  </a:lnTo>
                  <a:lnTo>
                    <a:pt x="2404" y="761"/>
                  </a:lnTo>
                  <a:lnTo>
                    <a:pt x="2404" y="761"/>
                  </a:lnTo>
                  <a:lnTo>
                    <a:pt x="2407" y="761"/>
                  </a:lnTo>
                  <a:lnTo>
                    <a:pt x="2407" y="759"/>
                  </a:lnTo>
                  <a:lnTo>
                    <a:pt x="2407" y="759"/>
                  </a:lnTo>
                  <a:lnTo>
                    <a:pt x="2407" y="759"/>
                  </a:lnTo>
                  <a:lnTo>
                    <a:pt x="2409" y="759"/>
                  </a:lnTo>
                  <a:lnTo>
                    <a:pt x="2409" y="756"/>
                  </a:lnTo>
                  <a:lnTo>
                    <a:pt x="2411" y="756"/>
                  </a:lnTo>
                  <a:lnTo>
                    <a:pt x="2411" y="756"/>
                  </a:lnTo>
                  <a:lnTo>
                    <a:pt x="2411" y="756"/>
                  </a:lnTo>
                  <a:lnTo>
                    <a:pt x="2411" y="754"/>
                  </a:lnTo>
                  <a:lnTo>
                    <a:pt x="2411" y="754"/>
                  </a:lnTo>
                  <a:lnTo>
                    <a:pt x="2411" y="754"/>
                  </a:lnTo>
                  <a:lnTo>
                    <a:pt x="2414" y="754"/>
                  </a:lnTo>
                  <a:lnTo>
                    <a:pt x="2414" y="752"/>
                  </a:lnTo>
                  <a:lnTo>
                    <a:pt x="2414" y="752"/>
                  </a:lnTo>
                  <a:lnTo>
                    <a:pt x="2414" y="752"/>
                  </a:lnTo>
                  <a:lnTo>
                    <a:pt x="2416" y="752"/>
                  </a:lnTo>
                  <a:lnTo>
                    <a:pt x="2416" y="752"/>
                  </a:lnTo>
                  <a:lnTo>
                    <a:pt x="2416" y="752"/>
                  </a:lnTo>
                  <a:lnTo>
                    <a:pt x="2416" y="749"/>
                  </a:lnTo>
                  <a:lnTo>
                    <a:pt x="2419" y="749"/>
                  </a:lnTo>
                  <a:lnTo>
                    <a:pt x="2419" y="749"/>
                  </a:lnTo>
                  <a:lnTo>
                    <a:pt x="2419" y="749"/>
                  </a:lnTo>
                  <a:lnTo>
                    <a:pt x="2419" y="747"/>
                  </a:lnTo>
                  <a:lnTo>
                    <a:pt x="2421" y="747"/>
                  </a:lnTo>
                  <a:lnTo>
                    <a:pt x="2421" y="747"/>
                  </a:lnTo>
                  <a:lnTo>
                    <a:pt x="2423" y="747"/>
                  </a:lnTo>
                  <a:lnTo>
                    <a:pt x="2423" y="745"/>
                  </a:lnTo>
                  <a:lnTo>
                    <a:pt x="2423" y="745"/>
                  </a:lnTo>
                  <a:lnTo>
                    <a:pt x="2423" y="745"/>
                  </a:lnTo>
                  <a:lnTo>
                    <a:pt x="2426" y="745"/>
                  </a:lnTo>
                  <a:lnTo>
                    <a:pt x="2426" y="735"/>
                  </a:lnTo>
                  <a:lnTo>
                    <a:pt x="2426" y="735"/>
                  </a:lnTo>
                  <a:lnTo>
                    <a:pt x="2426" y="733"/>
                  </a:lnTo>
                  <a:lnTo>
                    <a:pt x="2428" y="733"/>
                  </a:lnTo>
                  <a:lnTo>
                    <a:pt x="2428" y="733"/>
                  </a:lnTo>
                  <a:lnTo>
                    <a:pt x="2428" y="733"/>
                  </a:lnTo>
                  <a:lnTo>
                    <a:pt x="2428" y="730"/>
                  </a:lnTo>
                  <a:lnTo>
                    <a:pt x="2430" y="730"/>
                  </a:lnTo>
                  <a:lnTo>
                    <a:pt x="2430" y="730"/>
                  </a:lnTo>
                  <a:lnTo>
                    <a:pt x="2428" y="730"/>
                  </a:lnTo>
                  <a:lnTo>
                    <a:pt x="2428" y="728"/>
                  </a:lnTo>
                  <a:lnTo>
                    <a:pt x="2428" y="728"/>
                  </a:lnTo>
                  <a:lnTo>
                    <a:pt x="2428" y="728"/>
                  </a:lnTo>
                  <a:lnTo>
                    <a:pt x="2428" y="728"/>
                  </a:lnTo>
                  <a:lnTo>
                    <a:pt x="2428" y="723"/>
                  </a:lnTo>
                  <a:lnTo>
                    <a:pt x="2430" y="723"/>
                  </a:lnTo>
                  <a:lnTo>
                    <a:pt x="2430" y="723"/>
                  </a:lnTo>
                  <a:lnTo>
                    <a:pt x="2430" y="723"/>
                  </a:lnTo>
                  <a:lnTo>
                    <a:pt x="2430" y="719"/>
                  </a:lnTo>
                  <a:lnTo>
                    <a:pt x="2430" y="719"/>
                  </a:lnTo>
                  <a:lnTo>
                    <a:pt x="2430" y="719"/>
                  </a:lnTo>
                  <a:lnTo>
                    <a:pt x="2433" y="719"/>
                  </a:lnTo>
                  <a:lnTo>
                    <a:pt x="2433" y="716"/>
                  </a:lnTo>
                  <a:lnTo>
                    <a:pt x="2433" y="716"/>
                  </a:lnTo>
                  <a:lnTo>
                    <a:pt x="2433" y="714"/>
                  </a:lnTo>
                  <a:lnTo>
                    <a:pt x="2433" y="714"/>
                  </a:lnTo>
                  <a:lnTo>
                    <a:pt x="2433" y="709"/>
                  </a:lnTo>
                  <a:lnTo>
                    <a:pt x="2430" y="709"/>
                  </a:lnTo>
                  <a:lnTo>
                    <a:pt x="2430" y="709"/>
                  </a:lnTo>
                  <a:lnTo>
                    <a:pt x="2430" y="709"/>
                  </a:lnTo>
                  <a:lnTo>
                    <a:pt x="2430" y="707"/>
                  </a:lnTo>
                  <a:lnTo>
                    <a:pt x="2430" y="707"/>
                  </a:lnTo>
                  <a:lnTo>
                    <a:pt x="2430" y="704"/>
                  </a:lnTo>
                  <a:lnTo>
                    <a:pt x="2433" y="704"/>
                  </a:lnTo>
                  <a:lnTo>
                    <a:pt x="2433" y="704"/>
                  </a:lnTo>
                  <a:lnTo>
                    <a:pt x="2435" y="704"/>
                  </a:lnTo>
                  <a:lnTo>
                    <a:pt x="2435" y="702"/>
                  </a:lnTo>
                  <a:lnTo>
                    <a:pt x="2435" y="702"/>
                  </a:lnTo>
                  <a:lnTo>
                    <a:pt x="2435" y="702"/>
                  </a:lnTo>
                  <a:lnTo>
                    <a:pt x="2433" y="702"/>
                  </a:lnTo>
                  <a:lnTo>
                    <a:pt x="2433" y="692"/>
                  </a:lnTo>
                  <a:lnTo>
                    <a:pt x="2430" y="692"/>
                  </a:lnTo>
                  <a:lnTo>
                    <a:pt x="2430" y="692"/>
                  </a:lnTo>
                  <a:lnTo>
                    <a:pt x="2430" y="692"/>
                  </a:lnTo>
                  <a:lnTo>
                    <a:pt x="2430" y="690"/>
                  </a:lnTo>
                  <a:lnTo>
                    <a:pt x="2430" y="690"/>
                  </a:lnTo>
                  <a:lnTo>
                    <a:pt x="2430" y="685"/>
                  </a:lnTo>
                  <a:lnTo>
                    <a:pt x="2430" y="685"/>
                  </a:lnTo>
                  <a:lnTo>
                    <a:pt x="2430" y="685"/>
                  </a:lnTo>
                  <a:lnTo>
                    <a:pt x="2430" y="685"/>
                  </a:lnTo>
                  <a:lnTo>
                    <a:pt x="2430" y="683"/>
                  </a:lnTo>
                  <a:lnTo>
                    <a:pt x="2433" y="683"/>
                  </a:lnTo>
                  <a:lnTo>
                    <a:pt x="2433" y="683"/>
                  </a:lnTo>
                  <a:lnTo>
                    <a:pt x="2433" y="683"/>
                  </a:lnTo>
                  <a:lnTo>
                    <a:pt x="2433" y="681"/>
                  </a:lnTo>
                  <a:lnTo>
                    <a:pt x="2435" y="681"/>
                  </a:lnTo>
                  <a:lnTo>
                    <a:pt x="2435" y="678"/>
                  </a:lnTo>
                  <a:lnTo>
                    <a:pt x="2435" y="678"/>
                  </a:lnTo>
                  <a:lnTo>
                    <a:pt x="2435" y="676"/>
                  </a:lnTo>
                  <a:lnTo>
                    <a:pt x="2435" y="676"/>
                  </a:lnTo>
                  <a:lnTo>
                    <a:pt x="2435" y="673"/>
                  </a:lnTo>
                  <a:lnTo>
                    <a:pt x="2435" y="673"/>
                  </a:lnTo>
                  <a:lnTo>
                    <a:pt x="2435" y="671"/>
                  </a:lnTo>
                  <a:lnTo>
                    <a:pt x="2438" y="671"/>
                  </a:lnTo>
                  <a:lnTo>
                    <a:pt x="2438" y="671"/>
                  </a:lnTo>
                  <a:lnTo>
                    <a:pt x="2438" y="671"/>
                  </a:lnTo>
                  <a:lnTo>
                    <a:pt x="2438" y="671"/>
                  </a:lnTo>
                  <a:lnTo>
                    <a:pt x="2440" y="671"/>
                  </a:lnTo>
                  <a:lnTo>
                    <a:pt x="2440" y="669"/>
                  </a:lnTo>
                  <a:lnTo>
                    <a:pt x="2440" y="669"/>
                  </a:lnTo>
                  <a:lnTo>
                    <a:pt x="2440" y="664"/>
                  </a:lnTo>
                  <a:lnTo>
                    <a:pt x="2442" y="664"/>
                  </a:lnTo>
                  <a:lnTo>
                    <a:pt x="2442" y="662"/>
                  </a:lnTo>
                  <a:lnTo>
                    <a:pt x="2445" y="662"/>
                  </a:lnTo>
                  <a:lnTo>
                    <a:pt x="2445" y="662"/>
                  </a:lnTo>
                  <a:lnTo>
                    <a:pt x="2445" y="662"/>
                  </a:lnTo>
                  <a:lnTo>
                    <a:pt x="2445" y="659"/>
                  </a:lnTo>
                  <a:lnTo>
                    <a:pt x="2447" y="659"/>
                  </a:lnTo>
                  <a:lnTo>
                    <a:pt x="2447" y="657"/>
                  </a:lnTo>
                  <a:lnTo>
                    <a:pt x="2447" y="657"/>
                  </a:lnTo>
                  <a:lnTo>
                    <a:pt x="2447" y="657"/>
                  </a:lnTo>
                  <a:lnTo>
                    <a:pt x="2449" y="657"/>
                  </a:lnTo>
                  <a:lnTo>
                    <a:pt x="2449" y="655"/>
                  </a:lnTo>
                  <a:lnTo>
                    <a:pt x="2452" y="655"/>
                  </a:lnTo>
                  <a:lnTo>
                    <a:pt x="2452" y="655"/>
                  </a:lnTo>
                  <a:lnTo>
                    <a:pt x="2452" y="655"/>
                  </a:lnTo>
                  <a:lnTo>
                    <a:pt x="2452" y="652"/>
                  </a:lnTo>
                  <a:lnTo>
                    <a:pt x="2449" y="652"/>
                  </a:lnTo>
                  <a:lnTo>
                    <a:pt x="2449" y="652"/>
                  </a:lnTo>
                  <a:lnTo>
                    <a:pt x="2452" y="652"/>
                  </a:lnTo>
                  <a:lnTo>
                    <a:pt x="2452" y="650"/>
                  </a:lnTo>
                  <a:lnTo>
                    <a:pt x="2454" y="650"/>
                  </a:lnTo>
                  <a:lnTo>
                    <a:pt x="2454" y="650"/>
                  </a:lnTo>
                  <a:lnTo>
                    <a:pt x="2454" y="650"/>
                  </a:lnTo>
                  <a:lnTo>
                    <a:pt x="2454" y="647"/>
                  </a:lnTo>
                  <a:lnTo>
                    <a:pt x="2449" y="647"/>
                  </a:lnTo>
                  <a:lnTo>
                    <a:pt x="2449" y="645"/>
                  </a:lnTo>
                  <a:lnTo>
                    <a:pt x="2449" y="645"/>
                  </a:lnTo>
                  <a:lnTo>
                    <a:pt x="2449" y="645"/>
                  </a:lnTo>
                  <a:lnTo>
                    <a:pt x="2447" y="645"/>
                  </a:lnTo>
                  <a:lnTo>
                    <a:pt x="2447" y="643"/>
                  </a:lnTo>
                  <a:lnTo>
                    <a:pt x="2445" y="643"/>
                  </a:lnTo>
                  <a:lnTo>
                    <a:pt x="2445" y="643"/>
                  </a:lnTo>
                  <a:lnTo>
                    <a:pt x="2445" y="643"/>
                  </a:lnTo>
                  <a:lnTo>
                    <a:pt x="2445" y="643"/>
                  </a:lnTo>
                  <a:lnTo>
                    <a:pt x="2445" y="643"/>
                  </a:lnTo>
                  <a:lnTo>
                    <a:pt x="2445" y="640"/>
                  </a:lnTo>
                  <a:lnTo>
                    <a:pt x="2447" y="640"/>
                  </a:lnTo>
                  <a:lnTo>
                    <a:pt x="2447" y="640"/>
                  </a:lnTo>
                  <a:lnTo>
                    <a:pt x="2449" y="640"/>
                  </a:lnTo>
                  <a:lnTo>
                    <a:pt x="2449" y="636"/>
                  </a:lnTo>
                  <a:lnTo>
                    <a:pt x="2447" y="636"/>
                  </a:lnTo>
                  <a:lnTo>
                    <a:pt x="2447" y="631"/>
                  </a:lnTo>
                  <a:lnTo>
                    <a:pt x="2445" y="631"/>
                  </a:lnTo>
                  <a:lnTo>
                    <a:pt x="2445" y="631"/>
                  </a:lnTo>
                  <a:lnTo>
                    <a:pt x="2442" y="631"/>
                  </a:lnTo>
                  <a:lnTo>
                    <a:pt x="2442" y="628"/>
                  </a:lnTo>
                  <a:lnTo>
                    <a:pt x="2447" y="628"/>
                  </a:lnTo>
                  <a:lnTo>
                    <a:pt x="2447" y="628"/>
                  </a:lnTo>
                  <a:lnTo>
                    <a:pt x="2447" y="628"/>
                  </a:lnTo>
                  <a:lnTo>
                    <a:pt x="2447" y="626"/>
                  </a:lnTo>
                  <a:lnTo>
                    <a:pt x="2449" y="626"/>
                  </a:lnTo>
                  <a:lnTo>
                    <a:pt x="2449" y="624"/>
                  </a:lnTo>
                  <a:lnTo>
                    <a:pt x="2452" y="624"/>
                  </a:lnTo>
                  <a:lnTo>
                    <a:pt x="2452" y="624"/>
                  </a:lnTo>
                  <a:lnTo>
                    <a:pt x="2452" y="624"/>
                  </a:lnTo>
                  <a:lnTo>
                    <a:pt x="2452" y="621"/>
                  </a:lnTo>
                  <a:lnTo>
                    <a:pt x="2454" y="621"/>
                  </a:lnTo>
                  <a:lnTo>
                    <a:pt x="2454" y="619"/>
                  </a:lnTo>
                  <a:lnTo>
                    <a:pt x="2452" y="619"/>
                  </a:lnTo>
                  <a:lnTo>
                    <a:pt x="2452" y="619"/>
                  </a:lnTo>
                  <a:lnTo>
                    <a:pt x="2449" y="619"/>
                  </a:lnTo>
                  <a:lnTo>
                    <a:pt x="2449" y="617"/>
                  </a:lnTo>
                  <a:lnTo>
                    <a:pt x="2447" y="617"/>
                  </a:lnTo>
                  <a:lnTo>
                    <a:pt x="2447" y="617"/>
                  </a:lnTo>
                  <a:lnTo>
                    <a:pt x="2445" y="617"/>
                  </a:lnTo>
                  <a:lnTo>
                    <a:pt x="2445" y="614"/>
                  </a:lnTo>
                  <a:lnTo>
                    <a:pt x="2442" y="614"/>
                  </a:lnTo>
                  <a:lnTo>
                    <a:pt x="2442" y="614"/>
                  </a:lnTo>
                  <a:lnTo>
                    <a:pt x="2438" y="614"/>
                  </a:lnTo>
                  <a:lnTo>
                    <a:pt x="2438" y="614"/>
                  </a:lnTo>
                  <a:lnTo>
                    <a:pt x="2435" y="614"/>
                  </a:lnTo>
                  <a:lnTo>
                    <a:pt x="2435" y="612"/>
                  </a:lnTo>
                  <a:lnTo>
                    <a:pt x="2433" y="612"/>
                  </a:lnTo>
                  <a:lnTo>
                    <a:pt x="2433" y="612"/>
                  </a:lnTo>
                  <a:lnTo>
                    <a:pt x="2433" y="612"/>
                  </a:lnTo>
                  <a:lnTo>
                    <a:pt x="2433" y="609"/>
                  </a:lnTo>
                  <a:lnTo>
                    <a:pt x="2430" y="609"/>
                  </a:lnTo>
                  <a:lnTo>
                    <a:pt x="2430" y="607"/>
                  </a:lnTo>
                  <a:lnTo>
                    <a:pt x="2428" y="607"/>
                  </a:lnTo>
                  <a:lnTo>
                    <a:pt x="2428" y="607"/>
                  </a:lnTo>
                  <a:lnTo>
                    <a:pt x="2428" y="607"/>
                  </a:lnTo>
                  <a:lnTo>
                    <a:pt x="2428" y="605"/>
                  </a:lnTo>
                  <a:lnTo>
                    <a:pt x="2428" y="605"/>
                  </a:lnTo>
                  <a:lnTo>
                    <a:pt x="2428" y="602"/>
                  </a:lnTo>
                  <a:lnTo>
                    <a:pt x="2426" y="602"/>
                  </a:lnTo>
                  <a:lnTo>
                    <a:pt x="2426" y="602"/>
                  </a:lnTo>
                  <a:lnTo>
                    <a:pt x="2426" y="602"/>
                  </a:lnTo>
                  <a:lnTo>
                    <a:pt x="2426" y="600"/>
                  </a:lnTo>
                  <a:lnTo>
                    <a:pt x="2423" y="600"/>
                  </a:lnTo>
                  <a:lnTo>
                    <a:pt x="2423" y="600"/>
                  </a:lnTo>
                  <a:lnTo>
                    <a:pt x="2421" y="600"/>
                  </a:lnTo>
                  <a:lnTo>
                    <a:pt x="2421" y="598"/>
                  </a:lnTo>
                  <a:lnTo>
                    <a:pt x="2419" y="598"/>
                  </a:lnTo>
                  <a:lnTo>
                    <a:pt x="2419" y="598"/>
                  </a:lnTo>
                  <a:lnTo>
                    <a:pt x="2416" y="598"/>
                  </a:lnTo>
                  <a:lnTo>
                    <a:pt x="2416" y="593"/>
                  </a:lnTo>
                  <a:lnTo>
                    <a:pt x="2416" y="593"/>
                  </a:lnTo>
                  <a:lnTo>
                    <a:pt x="2416" y="593"/>
                  </a:lnTo>
                  <a:lnTo>
                    <a:pt x="2416" y="593"/>
                  </a:lnTo>
                  <a:lnTo>
                    <a:pt x="2416" y="593"/>
                  </a:lnTo>
                  <a:lnTo>
                    <a:pt x="2414" y="593"/>
                  </a:lnTo>
                  <a:lnTo>
                    <a:pt x="2414" y="595"/>
                  </a:lnTo>
                  <a:lnTo>
                    <a:pt x="2411" y="595"/>
                  </a:lnTo>
                  <a:lnTo>
                    <a:pt x="2411" y="595"/>
                  </a:lnTo>
                  <a:lnTo>
                    <a:pt x="2409" y="595"/>
                  </a:lnTo>
                  <a:lnTo>
                    <a:pt x="2409" y="598"/>
                  </a:lnTo>
                  <a:lnTo>
                    <a:pt x="2402" y="598"/>
                  </a:lnTo>
                  <a:lnTo>
                    <a:pt x="2402" y="595"/>
                  </a:lnTo>
                  <a:lnTo>
                    <a:pt x="2397" y="595"/>
                  </a:lnTo>
                  <a:lnTo>
                    <a:pt x="2397" y="595"/>
                  </a:lnTo>
                  <a:lnTo>
                    <a:pt x="2395" y="595"/>
                  </a:lnTo>
                  <a:lnTo>
                    <a:pt x="2395" y="593"/>
                  </a:lnTo>
                  <a:lnTo>
                    <a:pt x="2393" y="593"/>
                  </a:lnTo>
                  <a:lnTo>
                    <a:pt x="2393" y="595"/>
                  </a:lnTo>
                  <a:lnTo>
                    <a:pt x="2390" y="595"/>
                  </a:lnTo>
                  <a:lnTo>
                    <a:pt x="2390" y="595"/>
                  </a:lnTo>
                  <a:lnTo>
                    <a:pt x="2393" y="595"/>
                  </a:lnTo>
                  <a:lnTo>
                    <a:pt x="2393" y="600"/>
                  </a:lnTo>
                  <a:lnTo>
                    <a:pt x="2393" y="600"/>
                  </a:lnTo>
                  <a:lnTo>
                    <a:pt x="2393" y="600"/>
                  </a:lnTo>
                  <a:lnTo>
                    <a:pt x="2390" y="600"/>
                  </a:lnTo>
                  <a:lnTo>
                    <a:pt x="2390" y="602"/>
                  </a:lnTo>
                  <a:lnTo>
                    <a:pt x="2395" y="602"/>
                  </a:lnTo>
                  <a:lnTo>
                    <a:pt x="2395" y="605"/>
                  </a:lnTo>
                  <a:lnTo>
                    <a:pt x="2393" y="605"/>
                  </a:lnTo>
                  <a:lnTo>
                    <a:pt x="2393" y="605"/>
                  </a:lnTo>
                  <a:lnTo>
                    <a:pt x="2393" y="605"/>
                  </a:lnTo>
                  <a:lnTo>
                    <a:pt x="2393" y="609"/>
                  </a:lnTo>
                  <a:lnTo>
                    <a:pt x="2390" y="609"/>
                  </a:lnTo>
                  <a:lnTo>
                    <a:pt x="2390" y="612"/>
                  </a:lnTo>
                  <a:lnTo>
                    <a:pt x="2390" y="612"/>
                  </a:lnTo>
                  <a:lnTo>
                    <a:pt x="2390" y="612"/>
                  </a:lnTo>
                  <a:lnTo>
                    <a:pt x="2390" y="612"/>
                  </a:lnTo>
                  <a:lnTo>
                    <a:pt x="2390" y="614"/>
                  </a:lnTo>
                  <a:lnTo>
                    <a:pt x="2388" y="614"/>
                  </a:lnTo>
                  <a:lnTo>
                    <a:pt x="2388" y="614"/>
                  </a:lnTo>
                  <a:lnTo>
                    <a:pt x="2385" y="614"/>
                  </a:lnTo>
                  <a:lnTo>
                    <a:pt x="2385" y="612"/>
                  </a:lnTo>
                  <a:lnTo>
                    <a:pt x="2388" y="612"/>
                  </a:lnTo>
                  <a:lnTo>
                    <a:pt x="2388" y="612"/>
                  </a:lnTo>
                  <a:lnTo>
                    <a:pt x="2388" y="612"/>
                  </a:lnTo>
                  <a:lnTo>
                    <a:pt x="2388" y="609"/>
                  </a:lnTo>
                  <a:lnTo>
                    <a:pt x="2390" y="609"/>
                  </a:lnTo>
                  <a:lnTo>
                    <a:pt x="2390" y="609"/>
                  </a:lnTo>
                  <a:lnTo>
                    <a:pt x="2390" y="609"/>
                  </a:lnTo>
                  <a:lnTo>
                    <a:pt x="2390" y="607"/>
                  </a:lnTo>
                  <a:lnTo>
                    <a:pt x="2390" y="607"/>
                  </a:lnTo>
                  <a:lnTo>
                    <a:pt x="2390" y="605"/>
                  </a:lnTo>
                  <a:lnTo>
                    <a:pt x="2390" y="605"/>
                  </a:lnTo>
                  <a:lnTo>
                    <a:pt x="2390" y="605"/>
                  </a:lnTo>
                  <a:lnTo>
                    <a:pt x="2390" y="605"/>
                  </a:lnTo>
                  <a:lnTo>
                    <a:pt x="2390" y="602"/>
                  </a:lnTo>
                  <a:lnTo>
                    <a:pt x="2388" y="602"/>
                  </a:lnTo>
                  <a:lnTo>
                    <a:pt x="2388" y="605"/>
                  </a:lnTo>
                  <a:lnTo>
                    <a:pt x="2385" y="605"/>
                  </a:lnTo>
                  <a:lnTo>
                    <a:pt x="2385" y="605"/>
                  </a:lnTo>
                  <a:lnTo>
                    <a:pt x="2385" y="605"/>
                  </a:lnTo>
                  <a:lnTo>
                    <a:pt x="2385" y="607"/>
                  </a:lnTo>
                  <a:lnTo>
                    <a:pt x="2383" y="607"/>
                  </a:lnTo>
                  <a:lnTo>
                    <a:pt x="2383" y="609"/>
                  </a:lnTo>
                  <a:lnTo>
                    <a:pt x="2383" y="609"/>
                  </a:lnTo>
                  <a:lnTo>
                    <a:pt x="2383" y="609"/>
                  </a:lnTo>
                  <a:lnTo>
                    <a:pt x="2381" y="609"/>
                  </a:lnTo>
                  <a:lnTo>
                    <a:pt x="2381" y="612"/>
                  </a:lnTo>
                  <a:lnTo>
                    <a:pt x="2378" y="612"/>
                  </a:lnTo>
                  <a:lnTo>
                    <a:pt x="2378" y="612"/>
                  </a:lnTo>
                  <a:lnTo>
                    <a:pt x="2376" y="612"/>
                  </a:lnTo>
                  <a:lnTo>
                    <a:pt x="2376" y="614"/>
                  </a:lnTo>
                  <a:lnTo>
                    <a:pt x="2367" y="614"/>
                  </a:lnTo>
                  <a:lnTo>
                    <a:pt x="2367" y="614"/>
                  </a:lnTo>
                  <a:lnTo>
                    <a:pt x="2362" y="614"/>
                  </a:lnTo>
                  <a:lnTo>
                    <a:pt x="2362" y="612"/>
                  </a:lnTo>
                  <a:lnTo>
                    <a:pt x="2364" y="612"/>
                  </a:lnTo>
                  <a:lnTo>
                    <a:pt x="2364" y="612"/>
                  </a:lnTo>
                  <a:lnTo>
                    <a:pt x="2367" y="612"/>
                  </a:lnTo>
                  <a:lnTo>
                    <a:pt x="2367" y="612"/>
                  </a:lnTo>
                  <a:lnTo>
                    <a:pt x="2369" y="612"/>
                  </a:lnTo>
                  <a:lnTo>
                    <a:pt x="2369" y="609"/>
                  </a:lnTo>
                  <a:lnTo>
                    <a:pt x="2369" y="609"/>
                  </a:lnTo>
                  <a:lnTo>
                    <a:pt x="2369" y="609"/>
                  </a:lnTo>
                  <a:lnTo>
                    <a:pt x="2369" y="609"/>
                  </a:lnTo>
                  <a:lnTo>
                    <a:pt x="2369" y="607"/>
                  </a:lnTo>
                  <a:lnTo>
                    <a:pt x="2371" y="607"/>
                  </a:lnTo>
                  <a:lnTo>
                    <a:pt x="2371" y="605"/>
                  </a:lnTo>
                  <a:lnTo>
                    <a:pt x="2374" y="605"/>
                  </a:lnTo>
                  <a:lnTo>
                    <a:pt x="2374" y="605"/>
                  </a:lnTo>
                  <a:lnTo>
                    <a:pt x="2376" y="605"/>
                  </a:lnTo>
                  <a:lnTo>
                    <a:pt x="2376" y="602"/>
                  </a:lnTo>
                  <a:lnTo>
                    <a:pt x="2374" y="602"/>
                  </a:lnTo>
                  <a:lnTo>
                    <a:pt x="2374" y="605"/>
                  </a:lnTo>
                  <a:lnTo>
                    <a:pt x="2371" y="605"/>
                  </a:lnTo>
                  <a:lnTo>
                    <a:pt x="2371" y="602"/>
                  </a:lnTo>
                  <a:lnTo>
                    <a:pt x="2367" y="602"/>
                  </a:lnTo>
                  <a:lnTo>
                    <a:pt x="2367" y="600"/>
                  </a:lnTo>
                  <a:lnTo>
                    <a:pt x="2369" y="600"/>
                  </a:lnTo>
                  <a:lnTo>
                    <a:pt x="2369" y="598"/>
                  </a:lnTo>
                  <a:lnTo>
                    <a:pt x="2369" y="598"/>
                  </a:lnTo>
                  <a:lnTo>
                    <a:pt x="2369" y="598"/>
                  </a:lnTo>
                  <a:lnTo>
                    <a:pt x="2371" y="598"/>
                  </a:lnTo>
                  <a:lnTo>
                    <a:pt x="2371" y="595"/>
                  </a:lnTo>
                  <a:lnTo>
                    <a:pt x="2371" y="595"/>
                  </a:lnTo>
                  <a:lnTo>
                    <a:pt x="2371" y="593"/>
                  </a:lnTo>
                  <a:lnTo>
                    <a:pt x="2374" y="593"/>
                  </a:lnTo>
                  <a:lnTo>
                    <a:pt x="2374" y="593"/>
                  </a:lnTo>
                  <a:lnTo>
                    <a:pt x="2376" y="593"/>
                  </a:lnTo>
                  <a:lnTo>
                    <a:pt x="2376" y="593"/>
                  </a:lnTo>
                  <a:lnTo>
                    <a:pt x="2376" y="593"/>
                  </a:lnTo>
                  <a:lnTo>
                    <a:pt x="2376" y="591"/>
                  </a:lnTo>
                  <a:lnTo>
                    <a:pt x="2374" y="591"/>
                  </a:lnTo>
                  <a:lnTo>
                    <a:pt x="2374" y="591"/>
                  </a:lnTo>
                  <a:lnTo>
                    <a:pt x="2374" y="591"/>
                  </a:lnTo>
                  <a:lnTo>
                    <a:pt x="2374" y="593"/>
                  </a:lnTo>
                  <a:lnTo>
                    <a:pt x="2371" y="593"/>
                  </a:lnTo>
                  <a:lnTo>
                    <a:pt x="2371" y="593"/>
                  </a:lnTo>
                  <a:lnTo>
                    <a:pt x="2364" y="593"/>
                  </a:lnTo>
                  <a:lnTo>
                    <a:pt x="2364" y="595"/>
                  </a:lnTo>
                  <a:lnTo>
                    <a:pt x="2362" y="595"/>
                  </a:lnTo>
                  <a:lnTo>
                    <a:pt x="2362" y="595"/>
                  </a:lnTo>
                  <a:lnTo>
                    <a:pt x="2359" y="595"/>
                  </a:lnTo>
                  <a:lnTo>
                    <a:pt x="2359" y="598"/>
                  </a:lnTo>
                  <a:lnTo>
                    <a:pt x="2359" y="598"/>
                  </a:lnTo>
                  <a:lnTo>
                    <a:pt x="2359" y="598"/>
                  </a:lnTo>
                  <a:lnTo>
                    <a:pt x="2357" y="598"/>
                  </a:lnTo>
                  <a:lnTo>
                    <a:pt x="2357" y="600"/>
                  </a:lnTo>
                  <a:lnTo>
                    <a:pt x="2359" y="600"/>
                  </a:lnTo>
                  <a:lnTo>
                    <a:pt x="2359" y="602"/>
                  </a:lnTo>
                  <a:lnTo>
                    <a:pt x="2362" y="602"/>
                  </a:lnTo>
                  <a:lnTo>
                    <a:pt x="2362" y="605"/>
                  </a:lnTo>
                  <a:lnTo>
                    <a:pt x="2362" y="605"/>
                  </a:lnTo>
                  <a:lnTo>
                    <a:pt x="2362" y="605"/>
                  </a:lnTo>
                  <a:lnTo>
                    <a:pt x="2359" y="605"/>
                  </a:lnTo>
                  <a:lnTo>
                    <a:pt x="2359" y="607"/>
                  </a:lnTo>
                  <a:lnTo>
                    <a:pt x="2357" y="607"/>
                  </a:lnTo>
                  <a:lnTo>
                    <a:pt x="2357" y="605"/>
                  </a:lnTo>
                  <a:lnTo>
                    <a:pt x="2355" y="605"/>
                  </a:lnTo>
                  <a:lnTo>
                    <a:pt x="2355" y="607"/>
                  </a:lnTo>
                  <a:lnTo>
                    <a:pt x="2352" y="607"/>
                  </a:lnTo>
                  <a:lnTo>
                    <a:pt x="2352" y="607"/>
                  </a:lnTo>
                  <a:lnTo>
                    <a:pt x="2350" y="607"/>
                  </a:lnTo>
                  <a:lnTo>
                    <a:pt x="2350" y="607"/>
                  </a:lnTo>
                  <a:lnTo>
                    <a:pt x="2350" y="607"/>
                  </a:lnTo>
                  <a:lnTo>
                    <a:pt x="2350" y="602"/>
                  </a:lnTo>
                  <a:lnTo>
                    <a:pt x="2352" y="602"/>
                  </a:lnTo>
                  <a:lnTo>
                    <a:pt x="2352" y="602"/>
                  </a:lnTo>
                  <a:lnTo>
                    <a:pt x="2352" y="602"/>
                  </a:lnTo>
                  <a:lnTo>
                    <a:pt x="2352" y="593"/>
                  </a:lnTo>
                  <a:lnTo>
                    <a:pt x="2352" y="593"/>
                  </a:lnTo>
                  <a:lnTo>
                    <a:pt x="2352" y="593"/>
                  </a:lnTo>
                  <a:lnTo>
                    <a:pt x="2352" y="593"/>
                  </a:lnTo>
                  <a:lnTo>
                    <a:pt x="2352" y="591"/>
                  </a:lnTo>
                  <a:lnTo>
                    <a:pt x="2355" y="591"/>
                  </a:lnTo>
                  <a:lnTo>
                    <a:pt x="2355" y="588"/>
                  </a:lnTo>
                  <a:lnTo>
                    <a:pt x="2355" y="588"/>
                  </a:lnTo>
                  <a:lnTo>
                    <a:pt x="2355" y="588"/>
                  </a:lnTo>
                  <a:lnTo>
                    <a:pt x="2355" y="588"/>
                  </a:lnTo>
                  <a:lnTo>
                    <a:pt x="2355" y="586"/>
                  </a:lnTo>
                  <a:lnTo>
                    <a:pt x="2350" y="586"/>
                  </a:lnTo>
                  <a:lnTo>
                    <a:pt x="2350" y="586"/>
                  </a:lnTo>
                  <a:lnTo>
                    <a:pt x="2350" y="586"/>
                  </a:lnTo>
                  <a:lnTo>
                    <a:pt x="2350" y="583"/>
                  </a:lnTo>
                  <a:lnTo>
                    <a:pt x="2348" y="583"/>
                  </a:lnTo>
                  <a:lnTo>
                    <a:pt x="2348" y="586"/>
                  </a:lnTo>
                  <a:lnTo>
                    <a:pt x="2348" y="586"/>
                  </a:lnTo>
                  <a:lnTo>
                    <a:pt x="2348" y="586"/>
                  </a:lnTo>
                  <a:lnTo>
                    <a:pt x="2345" y="586"/>
                  </a:lnTo>
                  <a:lnTo>
                    <a:pt x="2345" y="586"/>
                  </a:lnTo>
                  <a:lnTo>
                    <a:pt x="2343" y="586"/>
                  </a:lnTo>
                  <a:lnTo>
                    <a:pt x="2343" y="583"/>
                  </a:lnTo>
                  <a:lnTo>
                    <a:pt x="2340" y="583"/>
                  </a:lnTo>
                  <a:lnTo>
                    <a:pt x="2340" y="586"/>
                  </a:lnTo>
                  <a:lnTo>
                    <a:pt x="2336" y="586"/>
                  </a:lnTo>
                  <a:lnTo>
                    <a:pt x="2336" y="588"/>
                  </a:lnTo>
                  <a:lnTo>
                    <a:pt x="2329" y="588"/>
                  </a:lnTo>
                  <a:lnTo>
                    <a:pt x="2329" y="586"/>
                  </a:lnTo>
                  <a:lnTo>
                    <a:pt x="2329" y="586"/>
                  </a:lnTo>
                  <a:lnTo>
                    <a:pt x="2329" y="586"/>
                  </a:lnTo>
                  <a:lnTo>
                    <a:pt x="2324" y="586"/>
                  </a:lnTo>
                  <a:lnTo>
                    <a:pt x="2324" y="583"/>
                  </a:lnTo>
                  <a:lnTo>
                    <a:pt x="2322" y="583"/>
                  </a:lnTo>
                  <a:lnTo>
                    <a:pt x="2322" y="583"/>
                  </a:lnTo>
                  <a:lnTo>
                    <a:pt x="2319" y="583"/>
                  </a:lnTo>
                  <a:lnTo>
                    <a:pt x="2319" y="583"/>
                  </a:lnTo>
                  <a:lnTo>
                    <a:pt x="2317" y="583"/>
                  </a:lnTo>
                  <a:lnTo>
                    <a:pt x="2317" y="581"/>
                  </a:lnTo>
                  <a:lnTo>
                    <a:pt x="2319" y="581"/>
                  </a:lnTo>
                  <a:lnTo>
                    <a:pt x="2319" y="581"/>
                  </a:lnTo>
                  <a:lnTo>
                    <a:pt x="2319" y="581"/>
                  </a:lnTo>
                  <a:lnTo>
                    <a:pt x="2319" y="579"/>
                  </a:lnTo>
                  <a:lnTo>
                    <a:pt x="2322" y="579"/>
                  </a:lnTo>
                  <a:lnTo>
                    <a:pt x="2322" y="579"/>
                  </a:lnTo>
                  <a:lnTo>
                    <a:pt x="2322" y="579"/>
                  </a:lnTo>
                  <a:lnTo>
                    <a:pt x="2322" y="576"/>
                  </a:lnTo>
                  <a:lnTo>
                    <a:pt x="2324" y="576"/>
                  </a:lnTo>
                  <a:lnTo>
                    <a:pt x="2324" y="576"/>
                  </a:lnTo>
                  <a:lnTo>
                    <a:pt x="2326" y="576"/>
                  </a:lnTo>
                  <a:lnTo>
                    <a:pt x="2326" y="574"/>
                  </a:lnTo>
                  <a:lnTo>
                    <a:pt x="2329" y="574"/>
                  </a:lnTo>
                  <a:lnTo>
                    <a:pt x="2329" y="574"/>
                  </a:lnTo>
                  <a:lnTo>
                    <a:pt x="2331" y="574"/>
                  </a:lnTo>
                  <a:lnTo>
                    <a:pt x="2331" y="574"/>
                  </a:lnTo>
                  <a:lnTo>
                    <a:pt x="2333" y="574"/>
                  </a:lnTo>
                  <a:lnTo>
                    <a:pt x="2333" y="572"/>
                  </a:lnTo>
                  <a:lnTo>
                    <a:pt x="2336" y="572"/>
                  </a:lnTo>
                  <a:lnTo>
                    <a:pt x="2336" y="572"/>
                  </a:lnTo>
                  <a:lnTo>
                    <a:pt x="2338" y="572"/>
                  </a:lnTo>
                  <a:lnTo>
                    <a:pt x="2338" y="569"/>
                  </a:lnTo>
                  <a:lnTo>
                    <a:pt x="2338" y="569"/>
                  </a:lnTo>
                  <a:lnTo>
                    <a:pt x="2338" y="569"/>
                  </a:lnTo>
                  <a:lnTo>
                    <a:pt x="2340" y="569"/>
                  </a:lnTo>
                  <a:lnTo>
                    <a:pt x="2340" y="567"/>
                  </a:lnTo>
                  <a:lnTo>
                    <a:pt x="2340" y="567"/>
                  </a:lnTo>
                  <a:lnTo>
                    <a:pt x="2340" y="567"/>
                  </a:lnTo>
                  <a:lnTo>
                    <a:pt x="2343" y="567"/>
                  </a:lnTo>
                  <a:lnTo>
                    <a:pt x="2343" y="564"/>
                  </a:lnTo>
                  <a:lnTo>
                    <a:pt x="2343" y="564"/>
                  </a:lnTo>
                  <a:lnTo>
                    <a:pt x="2343" y="564"/>
                  </a:lnTo>
                  <a:lnTo>
                    <a:pt x="2343" y="564"/>
                  </a:lnTo>
                  <a:lnTo>
                    <a:pt x="2343" y="564"/>
                  </a:lnTo>
                  <a:lnTo>
                    <a:pt x="2348" y="564"/>
                  </a:lnTo>
                  <a:lnTo>
                    <a:pt x="2348" y="562"/>
                  </a:lnTo>
                  <a:lnTo>
                    <a:pt x="2350" y="562"/>
                  </a:lnTo>
                  <a:lnTo>
                    <a:pt x="2350" y="562"/>
                  </a:lnTo>
                  <a:lnTo>
                    <a:pt x="2352" y="562"/>
                  </a:lnTo>
                  <a:lnTo>
                    <a:pt x="2352" y="560"/>
                  </a:lnTo>
                  <a:lnTo>
                    <a:pt x="2355" y="560"/>
                  </a:lnTo>
                  <a:lnTo>
                    <a:pt x="2355" y="557"/>
                  </a:lnTo>
                  <a:lnTo>
                    <a:pt x="2357" y="557"/>
                  </a:lnTo>
                  <a:lnTo>
                    <a:pt x="2357" y="555"/>
                  </a:lnTo>
                  <a:lnTo>
                    <a:pt x="2359" y="555"/>
                  </a:lnTo>
                  <a:lnTo>
                    <a:pt x="2359" y="555"/>
                  </a:lnTo>
                  <a:lnTo>
                    <a:pt x="2362" y="555"/>
                  </a:lnTo>
                  <a:lnTo>
                    <a:pt x="2362" y="555"/>
                  </a:lnTo>
                  <a:lnTo>
                    <a:pt x="2364" y="555"/>
                  </a:lnTo>
                  <a:lnTo>
                    <a:pt x="2364" y="553"/>
                  </a:lnTo>
                  <a:lnTo>
                    <a:pt x="2367" y="553"/>
                  </a:lnTo>
                  <a:lnTo>
                    <a:pt x="2367" y="550"/>
                  </a:lnTo>
                  <a:lnTo>
                    <a:pt x="2369" y="550"/>
                  </a:lnTo>
                  <a:lnTo>
                    <a:pt x="2369" y="550"/>
                  </a:lnTo>
                  <a:lnTo>
                    <a:pt x="2371" y="550"/>
                  </a:lnTo>
                  <a:lnTo>
                    <a:pt x="2371" y="548"/>
                  </a:lnTo>
                  <a:lnTo>
                    <a:pt x="2371" y="548"/>
                  </a:lnTo>
                  <a:lnTo>
                    <a:pt x="2371" y="548"/>
                  </a:lnTo>
                  <a:lnTo>
                    <a:pt x="2374" y="548"/>
                  </a:lnTo>
                  <a:lnTo>
                    <a:pt x="2374" y="546"/>
                  </a:lnTo>
                  <a:lnTo>
                    <a:pt x="2376" y="546"/>
                  </a:lnTo>
                  <a:lnTo>
                    <a:pt x="2376" y="546"/>
                  </a:lnTo>
                  <a:lnTo>
                    <a:pt x="2376" y="546"/>
                  </a:lnTo>
                  <a:lnTo>
                    <a:pt x="2376" y="543"/>
                  </a:lnTo>
                  <a:lnTo>
                    <a:pt x="2376" y="543"/>
                  </a:lnTo>
                  <a:lnTo>
                    <a:pt x="2376" y="543"/>
                  </a:lnTo>
                  <a:lnTo>
                    <a:pt x="2378" y="543"/>
                  </a:lnTo>
                  <a:lnTo>
                    <a:pt x="2378" y="541"/>
                  </a:lnTo>
                  <a:lnTo>
                    <a:pt x="2383" y="541"/>
                  </a:lnTo>
                  <a:lnTo>
                    <a:pt x="2383" y="538"/>
                  </a:lnTo>
                  <a:lnTo>
                    <a:pt x="2381" y="538"/>
                  </a:lnTo>
                  <a:lnTo>
                    <a:pt x="2381" y="538"/>
                  </a:lnTo>
                  <a:lnTo>
                    <a:pt x="2381" y="538"/>
                  </a:lnTo>
                  <a:lnTo>
                    <a:pt x="2381" y="536"/>
                  </a:lnTo>
                  <a:lnTo>
                    <a:pt x="2383" y="536"/>
                  </a:lnTo>
                  <a:lnTo>
                    <a:pt x="2383" y="534"/>
                  </a:lnTo>
                  <a:lnTo>
                    <a:pt x="2385" y="534"/>
                  </a:lnTo>
                  <a:lnTo>
                    <a:pt x="2385" y="534"/>
                  </a:lnTo>
                  <a:lnTo>
                    <a:pt x="2388" y="534"/>
                  </a:lnTo>
                  <a:lnTo>
                    <a:pt x="2388" y="534"/>
                  </a:lnTo>
                  <a:lnTo>
                    <a:pt x="2388" y="534"/>
                  </a:lnTo>
                  <a:lnTo>
                    <a:pt x="2388" y="531"/>
                  </a:lnTo>
                  <a:lnTo>
                    <a:pt x="2390" y="531"/>
                  </a:lnTo>
                  <a:lnTo>
                    <a:pt x="2390" y="534"/>
                  </a:lnTo>
                  <a:lnTo>
                    <a:pt x="2390" y="534"/>
                  </a:lnTo>
                  <a:lnTo>
                    <a:pt x="2390" y="529"/>
                  </a:lnTo>
                  <a:lnTo>
                    <a:pt x="2390" y="529"/>
                  </a:lnTo>
                  <a:lnTo>
                    <a:pt x="2390" y="527"/>
                  </a:lnTo>
                  <a:lnTo>
                    <a:pt x="2395" y="527"/>
                  </a:lnTo>
                  <a:lnTo>
                    <a:pt x="2395" y="527"/>
                  </a:lnTo>
                  <a:lnTo>
                    <a:pt x="2397" y="527"/>
                  </a:lnTo>
                  <a:lnTo>
                    <a:pt x="2397" y="524"/>
                  </a:lnTo>
                  <a:lnTo>
                    <a:pt x="2397" y="524"/>
                  </a:lnTo>
                  <a:lnTo>
                    <a:pt x="2397" y="524"/>
                  </a:lnTo>
                  <a:lnTo>
                    <a:pt x="2400" y="524"/>
                  </a:lnTo>
                  <a:lnTo>
                    <a:pt x="2400" y="522"/>
                  </a:lnTo>
                  <a:lnTo>
                    <a:pt x="2402" y="522"/>
                  </a:lnTo>
                  <a:lnTo>
                    <a:pt x="2402" y="522"/>
                  </a:lnTo>
                  <a:lnTo>
                    <a:pt x="2402" y="522"/>
                  </a:lnTo>
                  <a:lnTo>
                    <a:pt x="2402" y="519"/>
                  </a:lnTo>
                  <a:lnTo>
                    <a:pt x="2407" y="519"/>
                  </a:lnTo>
                  <a:lnTo>
                    <a:pt x="2407" y="519"/>
                  </a:lnTo>
                  <a:lnTo>
                    <a:pt x="2409" y="519"/>
                  </a:lnTo>
                  <a:lnTo>
                    <a:pt x="2409" y="517"/>
                  </a:lnTo>
                  <a:lnTo>
                    <a:pt x="2411" y="517"/>
                  </a:lnTo>
                  <a:lnTo>
                    <a:pt x="2411" y="517"/>
                  </a:lnTo>
                  <a:lnTo>
                    <a:pt x="2411" y="517"/>
                  </a:lnTo>
                  <a:lnTo>
                    <a:pt x="2411" y="515"/>
                  </a:lnTo>
                  <a:lnTo>
                    <a:pt x="2411" y="515"/>
                  </a:lnTo>
                  <a:lnTo>
                    <a:pt x="2411" y="515"/>
                  </a:lnTo>
                  <a:lnTo>
                    <a:pt x="2416" y="515"/>
                  </a:lnTo>
                  <a:lnTo>
                    <a:pt x="2416" y="512"/>
                  </a:lnTo>
                  <a:lnTo>
                    <a:pt x="2419" y="512"/>
                  </a:lnTo>
                  <a:lnTo>
                    <a:pt x="2419" y="512"/>
                  </a:lnTo>
                  <a:lnTo>
                    <a:pt x="2419" y="512"/>
                  </a:lnTo>
                  <a:lnTo>
                    <a:pt x="2419" y="510"/>
                  </a:lnTo>
                  <a:lnTo>
                    <a:pt x="2421" y="510"/>
                  </a:lnTo>
                  <a:lnTo>
                    <a:pt x="2421" y="510"/>
                  </a:lnTo>
                  <a:lnTo>
                    <a:pt x="2421" y="510"/>
                  </a:lnTo>
                  <a:lnTo>
                    <a:pt x="2421" y="508"/>
                  </a:lnTo>
                  <a:lnTo>
                    <a:pt x="2426" y="508"/>
                  </a:lnTo>
                  <a:lnTo>
                    <a:pt x="2426" y="508"/>
                  </a:lnTo>
                  <a:lnTo>
                    <a:pt x="2428" y="508"/>
                  </a:lnTo>
                  <a:lnTo>
                    <a:pt x="2428" y="508"/>
                  </a:lnTo>
                  <a:lnTo>
                    <a:pt x="2428" y="508"/>
                  </a:lnTo>
                  <a:lnTo>
                    <a:pt x="2428" y="508"/>
                  </a:lnTo>
                  <a:lnTo>
                    <a:pt x="2428" y="508"/>
                  </a:lnTo>
                  <a:lnTo>
                    <a:pt x="2428" y="505"/>
                  </a:lnTo>
                  <a:lnTo>
                    <a:pt x="2430" y="505"/>
                  </a:lnTo>
                  <a:lnTo>
                    <a:pt x="2430" y="505"/>
                  </a:lnTo>
                  <a:lnTo>
                    <a:pt x="2430" y="505"/>
                  </a:lnTo>
                  <a:lnTo>
                    <a:pt x="2430" y="505"/>
                  </a:lnTo>
                  <a:lnTo>
                    <a:pt x="2433" y="505"/>
                  </a:lnTo>
                  <a:lnTo>
                    <a:pt x="2433" y="503"/>
                  </a:lnTo>
                  <a:lnTo>
                    <a:pt x="2433" y="503"/>
                  </a:lnTo>
                  <a:lnTo>
                    <a:pt x="2433" y="500"/>
                  </a:lnTo>
                  <a:lnTo>
                    <a:pt x="2435" y="500"/>
                  </a:lnTo>
                  <a:lnTo>
                    <a:pt x="2435" y="498"/>
                  </a:lnTo>
                  <a:lnTo>
                    <a:pt x="2435" y="498"/>
                  </a:lnTo>
                  <a:lnTo>
                    <a:pt x="2435" y="496"/>
                  </a:lnTo>
                  <a:lnTo>
                    <a:pt x="2435" y="496"/>
                  </a:lnTo>
                  <a:lnTo>
                    <a:pt x="2435" y="496"/>
                  </a:lnTo>
                  <a:lnTo>
                    <a:pt x="2438" y="496"/>
                  </a:lnTo>
                  <a:lnTo>
                    <a:pt x="2438" y="496"/>
                  </a:lnTo>
                  <a:lnTo>
                    <a:pt x="2438" y="496"/>
                  </a:lnTo>
                  <a:lnTo>
                    <a:pt x="2438" y="493"/>
                  </a:lnTo>
                  <a:lnTo>
                    <a:pt x="2440" y="493"/>
                  </a:lnTo>
                  <a:lnTo>
                    <a:pt x="2440" y="493"/>
                  </a:lnTo>
                  <a:lnTo>
                    <a:pt x="2440" y="493"/>
                  </a:lnTo>
                  <a:lnTo>
                    <a:pt x="2440" y="491"/>
                  </a:lnTo>
                  <a:lnTo>
                    <a:pt x="2442" y="491"/>
                  </a:lnTo>
                  <a:lnTo>
                    <a:pt x="2442" y="491"/>
                  </a:lnTo>
                  <a:lnTo>
                    <a:pt x="2445" y="491"/>
                  </a:lnTo>
                  <a:lnTo>
                    <a:pt x="2445" y="489"/>
                  </a:lnTo>
                  <a:lnTo>
                    <a:pt x="2449" y="489"/>
                  </a:lnTo>
                  <a:lnTo>
                    <a:pt x="2449" y="489"/>
                  </a:lnTo>
                  <a:lnTo>
                    <a:pt x="2452" y="489"/>
                  </a:lnTo>
                  <a:lnTo>
                    <a:pt x="2452" y="486"/>
                  </a:lnTo>
                  <a:lnTo>
                    <a:pt x="2454" y="486"/>
                  </a:lnTo>
                  <a:lnTo>
                    <a:pt x="2454" y="486"/>
                  </a:lnTo>
                  <a:lnTo>
                    <a:pt x="2456" y="486"/>
                  </a:lnTo>
                  <a:lnTo>
                    <a:pt x="2456" y="486"/>
                  </a:lnTo>
                  <a:lnTo>
                    <a:pt x="2456" y="486"/>
                  </a:lnTo>
                  <a:lnTo>
                    <a:pt x="2456" y="484"/>
                  </a:lnTo>
                  <a:lnTo>
                    <a:pt x="2459" y="484"/>
                  </a:lnTo>
                  <a:lnTo>
                    <a:pt x="2459" y="484"/>
                  </a:lnTo>
                  <a:lnTo>
                    <a:pt x="2459" y="484"/>
                  </a:lnTo>
                  <a:lnTo>
                    <a:pt x="2459" y="482"/>
                  </a:lnTo>
                  <a:lnTo>
                    <a:pt x="2461" y="482"/>
                  </a:lnTo>
                  <a:lnTo>
                    <a:pt x="2461" y="482"/>
                  </a:lnTo>
                  <a:lnTo>
                    <a:pt x="2461" y="482"/>
                  </a:lnTo>
                  <a:lnTo>
                    <a:pt x="2461" y="479"/>
                  </a:lnTo>
                  <a:lnTo>
                    <a:pt x="2461" y="479"/>
                  </a:lnTo>
                  <a:lnTo>
                    <a:pt x="2461" y="479"/>
                  </a:lnTo>
                  <a:lnTo>
                    <a:pt x="2464" y="479"/>
                  </a:lnTo>
                  <a:lnTo>
                    <a:pt x="2464" y="477"/>
                  </a:lnTo>
                  <a:lnTo>
                    <a:pt x="2464" y="477"/>
                  </a:lnTo>
                  <a:lnTo>
                    <a:pt x="2464" y="477"/>
                  </a:lnTo>
                  <a:lnTo>
                    <a:pt x="2464" y="477"/>
                  </a:lnTo>
                  <a:lnTo>
                    <a:pt x="2464" y="474"/>
                  </a:lnTo>
                  <a:lnTo>
                    <a:pt x="2466" y="474"/>
                  </a:lnTo>
                  <a:lnTo>
                    <a:pt x="2466" y="474"/>
                  </a:lnTo>
                  <a:lnTo>
                    <a:pt x="2468" y="474"/>
                  </a:lnTo>
                  <a:lnTo>
                    <a:pt x="2468" y="474"/>
                  </a:lnTo>
                  <a:lnTo>
                    <a:pt x="2471" y="474"/>
                  </a:lnTo>
                  <a:lnTo>
                    <a:pt x="2471" y="472"/>
                  </a:lnTo>
                  <a:lnTo>
                    <a:pt x="2473" y="472"/>
                  </a:lnTo>
                  <a:lnTo>
                    <a:pt x="2473" y="472"/>
                  </a:lnTo>
                  <a:lnTo>
                    <a:pt x="2475" y="472"/>
                  </a:lnTo>
                  <a:lnTo>
                    <a:pt x="2475" y="470"/>
                  </a:lnTo>
                  <a:lnTo>
                    <a:pt x="2478" y="470"/>
                  </a:lnTo>
                  <a:lnTo>
                    <a:pt x="2478" y="470"/>
                  </a:lnTo>
                  <a:lnTo>
                    <a:pt x="2482" y="470"/>
                  </a:lnTo>
                  <a:lnTo>
                    <a:pt x="2482" y="467"/>
                  </a:lnTo>
                  <a:lnTo>
                    <a:pt x="2487" y="467"/>
                  </a:lnTo>
                  <a:lnTo>
                    <a:pt x="2487" y="467"/>
                  </a:lnTo>
                  <a:lnTo>
                    <a:pt x="2492" y="467"/>
                  </a:lnTo>
                  <a:lnTo>
                    <a:pt x="2492" y="467"/>
                  </a:lnTo>
                  <a:lnTo>
                    <a:pt x="2497" y="467"/>
                  </a:lnTo>
                  <a:lnTo>
                    <a:pt x="2497" y="467"/>
                  </a:lnTo>
                  <a:lnTo>
                    <a:pt x="2501" y="467"/>
                  </a:lnTo>
                  <a:lnTo>
                    <a:pt x="2501" y="465"/>
                  </a:lnTo>
                  <a:lnTo>
                    <a:pt x="2511" y="465"/>
                  </a:lnTo>
                  <a:lnTo>
                    <a:pt x="2511" y="467"/>
                  </a:lnTo>
                  <a:lnTo>
                    <a:pt x="2530" y="467"/>
                  </a:lnTo>
                  <a:lnTo>
                    <a:pt x="2530" y="465"/>
                  </a:lnTo>
                  <a:lnTo>
                    <a:pt x="2544" y="465"/>
                  </a:lnTo>
                  <a:lnTo>
                    <a:pt x="2544" y="467"/>
                  </a:lnTo>
                  <a:lnTo>
                    <a:pt x="2546" y="467"/>
                  </a:lnTo>
                  <a:lnTo>
                    <a:pt x="2546" y="467"/>
                  </a:lnTo>
                  <a:lnTo>
                    <a:pt x="2544" y="467"/>
                  </a:lnTo>
                  <a:lnTo>
                    <a:pt x="2544" y="470"/>
                  </a:lnTo>
                  <a:lnTo>
                    <a:pt x="2549" y="470"/>
                  </a:lnTo>
                  <a:lnTo>
                    <a:pt x="2549" y="472"/>
                  </a:lnTo>
                  <a:lnTo>
                    <a:pt x="2549" y="472"/>
                  </a:lnTo>
                  <a:lnTo>
                    <a:pt x="2549" y="472"/>
                  </a:lnTo>
                  <a:lnTo>
                    <a:pt x="2551" y="472"/>
                  </a:lnTo>
                  <a:lnTo>
                    <a:pt x="2551" y="472"/>
                  </a:lnTo>
                  <a:lnTo>
                    <a:pt x="2558" y="472"/>
                  </a:lnTo>
                  <a:lnTo>
                    <a:pt x="2558" y="467"/>
                  </a:lnTo>
                  <a:lnTo>
                    <a:pt x="2556" y="467"/>
                  </a:lnTo>
                  <a:lnTo>
                    <a:pt x="2556" y="465"/>
                  </a:lnTo>
                  <a:lnTo>
                    <a:pt x="2558" y="465"/>
                  </a:lnTo>
                  <a:lnTo>
                    <a:pt x="2558" y="465"/>
                  </a:lnTo>
                  <a:lnTo>
                    <a:pt x="2561" y="465"/>
                  </a:lnTo>
                  <a:lnTo>
                    <a:pt x="2561" y="465"/>
                  </a:lnTo>
                  <a:lnTo>
                    <a:pt x="2561" y="465"/>
                  </a:lnTo>
                  <a:lnTo>
                    <a:pt x="2561" y="465"/>
                  </a:lnTo>
                  <a:lnTo>
                    <a:pt x="2563" y="465"/>
                  </a:lnTo>
                  <a:lnTo>
                    <a:pt x="2563" y="465"/>
                  </a:lnTo>
                  <a:lnTo>
                    <a:pt x="2565" y="465"/>
                  </a:lnTo>
                  <a:lnTo>
                    <a:pt x="2565" y="467"/>
                  </a:lnTo>
                  <a:lnTo>
                    <a:pt x="2575" y="467"/>
                  </a:lnTo>
                  <a:lnTo>
                    <a:pt x="2575" y="467"/>
                  </a:lnTo>
                  <a:lnTo>
                    <a:pt x="2580" y="467"/>
                  </a:lnTo>
                  <a:lnTo>
                    <a:pt x="2580" y="470"/>
                  </a:lnTo>
                  <a:lnTo>
                    <a:pt x="2582" y="470"/>
                  </a:lnTo>
                  <a:lnTo>
                    <a:pt x="2582" y="470"/>
                  </a:lnTo>
                  <a:lnTo>
                    <a:pt x="2584" y="470"/>
                  </a:lnTo>
                  <a:lnTo>
                    <a:pt x="2584" y="470"/>
                  </a:lnTo>
                  <a:lnTo>
                    <a:pt x="2584" y="470"/>
                  </a:lnTo>
                  <a:lnTo>
                    <a:pt x="2584" y="467"/>
                  </a:lnTo>
                  <a:lnTo>
                    <a:pt x="2587" y="467"/>
                  </a:lnTo>
                  <a:lnTo>
                    <a:pt x="2587" y="470"/>
                  </a:lnTo>
                  <a:lnTo>
                    <a:pt x="2589" y="470"/>
                  </a:lnTo>
                  <a:lnTo>
                    <a:pt x="2589" y="465"/>
                  </a:lnTo>
                  <a:lnTo>
                    <a:pt x="2601" y="465"/>
                  </a:lnTo>
                  <a:lnTo>
                    <a:pt x="2601" y="467"/>
                  </a:lnTo>
                  <a:lnTo>
                    <a:pt x="2601" y="467"/>
                  </a:lnTo>
                  <a:lnTo>
                    <a:pt x="2601" y="470"/>
                  </a:lnTo>
                  <a:lnTo>
                    <a:pt x="2606" y="470"/>
                  </a:lnTo>
                  <a:lnTo>
                    <a:pt x="2606" y="470"/>
                  </a:lnTo>
                  <a:lnTo>
                    <a:pt x="2608" y="470"/>
                  </a:lnTo>
                  <a:lnTo>
                    <a:pt x="2608" y="470"/>
                  </a:lnTo>
                  <a:lnTo>
                    <a:pt x="2610" y="470"/>
                  </a:lnTo>
                  <a:lnTo>
                    <a:pt x="2610" y="470"/>
                  </a:lnTo>
                  <a:lnTo>
                    <a:pt x="2610" y="470"/>
                  </a:lnTo>
                  <a:lnTo>
                    <a:pt x="2610" y="470"/>
                  </a:lnTo>
                  <a:lnTo>
                    <a:pt x="2615" y="470"/>
                  </a:lnTo>
                  <a:lnTo>
                    <a:pt x="2615" y="467"/>
                  </a:lnTo>
                  <a:lnTo>
                    <a:pt x="2613" y="467"/>
                  </a:lnTo>
                  <a:lnTo>
                    <a:pt x="2613" y="467"/>
                  </a:lnTo>
                  <a:lnTo>
                    <a:pt x="2615" y="467"/>
                  </a:lnTo>
                  <a:lnTo>
                    <a:pt x="2615" y="465"/>
                  </a:lnTo>
                  <a:lnTo>
                    <a:pt x="2615" y="465"/>
                  </a:lnTo>
                  <a:lnTo>
                    <a:pt x="2615" y="465"/>
                  </a:lnTo>
                  <a:lnTo>
                    <a:pt x="2615" y="465"/>
                  </a:lnTo>
                  <a:lnTo>
                    <a:pt x="2615" y="465"/>
                  </a:lnTo>
                  <a:lnTo>
                    <a:pt x="2620" y="465"/>
                  </a:lnTo>
                  <a:lnTo>
                    <a:pt x="2620" y="463"/>
                  </a:lnTo>
                  <a:lnTo>
                    <a:pt x="2617" y="463"/>
                  </a:lnTo>
                  <a:lnTo>
                    <a:pt x="2617" y="460"/>
                  </a:lnTo>
                  <a:lnTo>
                    <a:pt x="2617" y="460"/>
                  </a:lnTo>
                  <a:lnTo>
                    <a:pt x="2617" y="458"/>
                  </a:lnTo>
                  <a:lnTo>
                    <a:pt x="2622" y="458"/>
                  </a:lnTo>
                  <a:lnTo>
                    <a:pt x="2622" y="458"/>
                  </a:lnTo>
                  <a:lnTo>
                    <a:pt x="2625" y="458"/>
                  </a:lnTo>
                  <a:lnTo>
                    <a:pt x="2625" y="455"/>
                  </a:lnTo>
                  <a:lnTo>
                    <a:pt x="2629" y="455"/>
                  </a:lnTo>
                  <a:lnTo>
                    <a:pt x="2629" y="458"/>
                  </a:lnTo>
                  <a:lnTo>
                    <a:pt x="2634" y="458"/>
                  </a:lnTo>
                  <a:lnTo>
                    <a:pt x="2634" y="458"/>
                  </a:lnTo>
                  <a:lnTo>
                    <a:pt x="2636" y="458"/>
                  </a:lnTo>
                  <a:lnTo>
                    <a:pt x="2636" y="460"/>
                  </a:lnTo>
                  <a:lnTo>
                    <a:pt x="2643" y="460"/>
                  </a:lnTo>
                  <a:lnTo>
                    <a:pt x="2643" y="460"/>
                  </a:lnTo>
                  <a:lnTo>
                    <a:pt x="2643" y="460"/>
                  </a:lnTo>
                  <a:lnTo>
                    <a:pt x="2643" y="463"/>
                  </a:lnTo>
                  <a:lnTo>
                    <a:pt x="2646" y="463"/>
                  </a:lnTo>
                  <a:lnTo>
                    <a:pt x="2646" y="463"/>
                  </a:lnTo>
                  <a:lnTo>
                    <a:pt x="2646" y="463"/>
                  </a:lnTo>
                  <a:lnTo>
                    <a:pt x="2646" y="465"/>
                  </a:lnTo>
                  <a:lnTo>
                    <a:pt x="2651" y="465"/>
                  </a:lnTo>
                  <a:lnTo>
                    <a:pt x="2651" y="465"/>
                  </a:lnTo>
                  <a:lnTo>
                    <a:pt x="2655" y="465"/>
                  </a:lnTo>
                  <a:lnTo>
                    <a:pt x="2655" y="463"/>
                  </a:lnTo>
                  <a:lnTo>
                    <a:pt x="2665" y="463"/>
                  </a:lnTo>
                  <a:lnTo>
                    <a:pt x="2665" y="460"/>
                  </a:lnTo>
                  <a:lnTo>
                    <a:pt x="2667" y="460"/>
                  </a:lnTo>
                  <a:lnTo>
                    <a:pt x="2667" y="463"/>
                  </a:lnTo>
                  <a:lnTo>
                    <a:pt x="2667" y="463"/>
                  </a:lnTo>
                  <a:lnTo>
                    <a:pt x="2667" y="463"/>
                  </a:lnTo>
                  <a:lnTo>
                    <a:pt x="2669" y="463"/>
                  </a:lnTo>
                  <a:lnTo>
                    <a:pt x="2669" y="465"/>
                  </a:lnTo>
                  <a:lnTo>
                    <a:pt x="2669" y="465"/>
                  </a:lnTo>
                  <a:lnTo>
                    <a:pt x="2669" y="465"/>
                  </a:lnTo>
                  <a:lnTo>
                    <a:pt x="2672" y="465"/>
                  </a:lnTo>
                  <a:lnTo>
                    <a:pt x="2672" y="465"/>
                  </a:lnTo>
                  <a:lnTo>
                    <a:pt x="2672" y="465"/>
                  </a:lnTo>
                  <a:lnTo>
                    <a:pt x="2672" y="467"/>
                  </a:lnTo>
                  <a:lnTo>
                    <a:pt x="2677" y="467"/>
                  </a:lnTo>
                  <a:lnTo>
                    <a:pt x="2677" y="470"/>
                  </a:lnTo>
                  <a:lnTo>
                    <a:pt x="2684" y="470"/>
                  </a:lnTo>
                  <a:lnTo>
                    <a:pt x="2684" y="470"/>
                  </a:lnTo>
                  <a:lnTo>
                    <a:pt x="2681" y="470"/>
                  </a:lnTo>
                  <a:lnTo>
                    <a:pt x="2681" y="472"/>
                  </a:lnTo>
                  <a:lnTo>
                    <a:pt x="2665" y="472"/>
                  </a:lnTo>
                  <a:lnTo>
                    <a:pt x="2665" y="472"/>
                  </a:lnTo>
                  <a:lnTo>
                    <a:pt x="2658" y="472"/>
                  </a:lnTo>
                  <a:lnTo>
                    <a:pt x="2658" y="474"/>
                  </a:lnTo>
                  <a:lnTo>
                    <a:pt x="2660" y="474"/>
                  </a:lnTo>
                  <a:lnTo>
                    <a:pt x="2660" y="474"/>
                  </a:lnTo>
                  <a:lnTo>
                    <a:pt x="2662" y="474"/>
                  </a:lnTo>
                  <a:lnTo>
                    <a:pt x="2662" y="477"/>
                  </a:lnTo>
                  <a:lnTo>
                    <a:pt x="2662" y="477"/>
                  </a:lnTo>
                  <a:lnTo>
                    <a:pt x="2662" y="479"/>
                  </a:lnTo>
                  <a:lnTo>
                    <a:pt x="2665" y="479"/>
                  </a:lnTo>
                  <a:lnTo>
                    <a:pt x="2665" y="482"/>
                  </a:lnTo>
                  <a:lnTo>
                    <a:pt x="2665" y="482"/>
                  </a:lnTo>
                  <a:lnTo>
                    <a:pt x="2665" y="479"/>
                  </a:lnTo>
                  <a:lnTo>
                    <a:pt x="2677" y="479"/>
                  </a:lnTo>
                  <a:lnTo>
                    <a:pt x="2677" y="479"/>
                  </a:lnTo>
                  <a:lnTo>
                    <a:pt x="2681" y="479"/>
                  </a:lnTo>
                  <a:lnTo>
                    <a:pt x="2681" y="477"/>
                  </a:lnTo>
                  <a:lnTo>
                    <a:pt x="2684" y="477"/>
                  </a:lnTo>
                  <a:lnTo>
                    <a:pt x="2684" y="474"/>
                  </a:lnTo>
                  <a:lnTo>
                    <a:pt x="2688" y="474"/>
                  </a:lnTo>
                  <a:lnTo>
                    <a:pt x="2688" y="477"/>
                  </a:lnTo>
                  <a:lnTo>
                    <a:pt x="2691" y="477"/>
                  </a:lnTo>
                  <a:lnTo>
                    <a:pt x="2691" y="477"/>
                  </a:lnTo>
                  <a:lnTo>
                    <a:pt x="2693" y="477"/>
                  </a:lnTo>
                  <a:lnTo>
                    <a:pt x="2693" y="479"/>
                  </a:lnTo>
                  <a:lnTo>
                    <a:pt x="2696" y="479"/>
                  </a:lnTo>
                  <a:lnTo>
                    <a:pt x="2696" y="477"/>
                  </a:lnTo>
                  <a:lnTo>
                    <a:pt x="2698" y="477"/>
                  </a:lnTo>
                  <a:lnTo>
                    <a:pt x="2698" y="479"/>
                  </a:lnTo>
                  <a:lnTo>
                    <a:pt x="2698" y="479"/>
                  </a:lnTo>
                  <a:lnTo>
                    <a:pt x="2698" y="474"/>
                  </a:lnTo>
                  <a:lnTo>
                    <a:pt x="2700" y="474"/>
                  </a:lnTo>
                  <a:lnTo>
                    <a:pt x="2700" y="474"/>
                  </a:lnTo>
                  <a:lnTo>
                    <a:pt x="2705" y="474"/>
                  </a:lnTo>
                  <a:lnTo>
                    <a:pt x="2705" y="474"/>
                  </a:lnTo>
                  <a:lnTo>
                    <a:pt x="2705" y="474"/>
                  </a:lnTo>
                  <a:lnTo>
                    <a:pt x="2705" y="474"/>
                  </a:lnTo>
                  <a:lnTo>
                    <a:pt x="2707" y="474"/>
                  </a:lnTo>
                  <a:lnTo>
                    <a:pt x="2707" y="474"/>
                  </a:lnTo>
                  <a:lnTo>
                    <a:pt x="2707" y="474"/>
                  </a:lnTo>
                  <a:lnTo>
                    <a:pt x="2707" y="470"/>
                  </a:lnTo>
                  <a:lnTo>
                    <a:pt x="2712" y="470"/>
                  </a:lnTo>
                  <a:lnTo>
                    <a:pt x="2712" y="472"/>
                  </a:lnTo>
                  <a:lnTo>
                    <a:pt x="2717" y="472"/>
                  </a:lnTo>
                  <a:lnTo>
                    <a:pt x="2717" y="472"/>
                  </a:lnTo>
                  <a:lnTo>
                    <a:pt x="2719" y="472"/>
                  </a:lnTo>
                  <a:lnTo>
                    <a:pt x="2719" y="474"/>
                  </a:lnTo>
                  <a:lnTo>
                    <a:pt x="2724" y="474"/>
                  </a:lnTo>
                  <a:lnTo>
                    <a:pt x="2724" y="474"/>
                  </a:lnTo>
                  <a:lnTo>
                    <a:pt x="2729" y="474"/>
                  </a:lnTo>
                  <a:lnTo>
                    <a:pt x="2729" y="472"/>
                  </a:lnTo>
                  <a:lnTo>
                    <a:pt x="2731" y="472"/>
                  </a:lnTo>
                  <a:lnTo>
                    <a:pt x="2731" y="470"/>
                  </a:lnTo>
                  <a:lnTo>
                    <a:pt x="2733" y="470"/>
                  </a:lnTo>
                  <a:lnTo>
                    <a:pt x="2733" y="472"/>
                  </a:lnTo>
                  <a:lnTo>
                    <a:pt x="2733" y="472"/>
                  </a:lnTo>
                  <a:lnTo>
                    <a:pt x="2733" y="472"/>
                  </a:lnTo>
                  <a:lnTo>
                    <a:pt x="2740" y="472"/>
                  </a:lnTo>
                  <a:lnTo>
                    <a:pt x="2740" y="472"/>
                  </a:lnTo>
                  <a:lnTo>
                    <a:pt x="2748" y="472"/>
                  </a:lnTo>
                  <a:lnTo>
                    <a:pt x="2748" y="467"/>
                  </a:lnTo>
                  <a:lnTo>
                    <a:pt x="2748" y="467"/>
                  </a:lnTo>
                  <a:lnTo>
                    <a:pt x="2748" y="465"/>
                  </a:lnTo>
                  <a:lnTo>
                    <a:pt x="2748" y="465"/>
                  </a:lnTo>
                  <a:lnTo>
                    <a:pt x="2748" y="465"/>
                  </a:lnTo>
                  <a:lnTo>
                    <a:pt x="2745" y="465"/>
                  </a:lnTo>
                  <a:lnTo>
                    <a:pt x="2745" y="465"/>
                  </a:lnTo>
                  <a:lnTo>
                    <a:pt x="2743" y="465"/>
                  </a:lnTo>
                  <a:lnTo>
                    <a:pt x="2743" y="463"/>
                  </a:lnTo>
                  <a:lnTo>
                    <a:pt x="2738" y="463"/>
                  </a:lnTo>
                  <a:lnTo>
                    <a:pt x="2738" y="463"/>
                  </a:lnTo>
                  <a:lnTo>
                    <a:pt x="2736" y="463"/>
                  </a:lnTo>
                  <a:lnTo>
                    <a:pt x="2736" y="460"/>
                  </a:lnTo>
                  <a:lnTo>
                    <a:pt x="2736" y="460"/>
                  </a:lnTo>
                  <a:lnTo>
                    <a:pt x="2736" y="463"/>
                  </a:lnTo>
                  <a:lnTo>
                    <a:pt x="2731" y="463"/>
                  </a:lnTo>
                  <a:lnTo>
                    <a:pt x="2731" y="460"/>
                  </a:lnTo>
                  <a:lnTo>
                    <a:pt x="2729" y="460"/>
                  </a:lnTo>
                  <a:lnTo>
                    <a:pt x="2729" y="460"/>
                  </a:lnTo>
                  <a:lnTo>
                    <a:pt x="2729" y="460"/>
                  </a:lnTo>
                  <a:lnTo>
                    <a:pt x="2729" y="458"/>
                  </a:lnTo>
                  <a:lnTo>
                    <a:pt x="2729" y="458"/>
                  </a:lnTo>
                  <a:lnTo>
                    <a:pt x="2729" y="455"/>
                  </a:lnTo>
                  <a:lnTo>
                    <a:pt x="2726" y="455"/>
                  </a:lnTo>
                  <a:lnTo>
                    <a:pt x="2726" y="453"/>
                  </a:lnTo>
                  <a:lnTo>
                    <a:pt x="2729" y="453"/>
                  </a:lnTo>
                  <a:lnTo>
                    <a:pt x="2729" y="455"/>
                  </a:lnTo>
                  <a:lnTo>
                    <a:pt x="2731" y="455"/>
                  </a:lnTo>
                  <a:lnTo>
                    <a:pt x="2731" y="451"/>
                  </a:lnTo>
                  <a:lnTo>
                    <a:pt x="2733" y="451"/>
                  </a:lnTo>
                  <a:lnTo>
                    <a:pt x="2733" y="448"/>
                  </a:lnTo>
                  <a:lnTo>
                    <a:pt x="2733" y="448"/>
                  </a:lnTo>
                  <a:lnTo>
                    <a:pt x="2733" y="448"/>
                  </a:lnTo>
                  <a:lnTo>
                    <a:pt x="2736" y="448"/>
                  </a:lnTo>
                  <a:lnTo>
                    <a:pt x="2736" y="446"/>
                  </a:lnTo>
                  <a:lnTo>
                    <a:pt x="2736" y="446"/>
                  </a:lnTo>
                  <a:lnTo>
                    <a:pt x="2736" y="446"/>
                  </a:lnTo>
                  <a:lnTo>
                    <a:pt x="2738" y="446"/>
                  </a:lnTo>
                  <a:lnTo>
                    <a:pt x="2738" y="446"/>
                  </a:lnTo>
                  <a:lnTo>
                    <a:pt x="2738" y="446"/>
                  </a:lnTo>
                  <a:lnTo>
                    <a:pt x="2738" y="444"/>
                  </a:lnTo>
                  <a:lnTo>
                    <a:pt x="2740" y="444"/>
                  </a:lnTo>
                  <a:lnTo>
                    <a:pt x="2740" y="444"/>
                  </a:lnTo>
                  <a:lnTo>
                    <a:pt x="2740" y="444"/>
                  </a:lnTo>
                  <a:lnTo>
                    <a:pt x="2740" y="441"/>
                  </a:lnTo>
                  <a:lnTo>
                    <a:pt x="2743" y="441"/>
                  </a:lnTo>
                  <a:lnTo>
                    <a:pt x="2743" y="441"/>
                  </a:lnTo>
                  <a:lnTo>
                    <a:pt x="2748" y="441"/>
                  </a:lnTo>
                  <a:lnTo>
                    <a:pt x="2748" y="439"/>
                  </a:lnTo>
                  <a:lnTo>
                    <a:pt x="2748" y="439"/>
                  </a:lnTo>
                  <a:lnTo>
                    <a:pt x="2748" y="439"/>
                  </a:lnTo>
                  <a:lnTo>
                    <a:pt x="2750" y="439"/>
                  </a:lnTo>
                  <a:lnTo>
                    <a:pt x="2750" y="436"/>
                  </a:lnTo>
                  <a:lnTo>
                    <a:pt x="2755" y="436"/>
                  </a:lnTo>
                  <a:lnTo>
                    <a:pt x="2755" y="436"/>
                  </a:lnTo>
                  <a:lnTo>
                    <a:pt x="2755" y="436"/>
                  </a:lnTo>
                  <a:lnTo>
                    <a:pt x="2755" y="436"/>
                  </a:lnTo>
                  <a:lnTo>
                    <a:pt x="2757" y="436"/>
                  </a:lnTo>
                  <a:lnTo>
                    <a:pt x="2757" y="434"/>
                  </a:lnTo>
                  <a:lnTo>
                    <a:pt x="2759" y="434"/>
                  </a:lnTo>
                  <a:lnTo>
                    <a:pt x="2759" y="434"/>
                  </a:lnTo>
                  <a:lnTo>
                    <a:pt x="2762" y="434"/>
                  </a:lnTo>
                  <a:lnTo>
                    <a:pt x="2762" y="432"/>
                  </a:lnTo>
                  <a:lnTo>
                    <a:pt x="2762" y="432"/>
                  </a:lnTo>
                  <a:lnTo>
                    <a:pt x="2762" y="434"/>
                  </a:lnTo>
                  <a:lnTo>
                    <a:pt x="2762" y="434"/>
                  </a:lnTo>
                  <a:lnTo>
                    <a:pt x="2762" y="432"/>
                  </a:lnTo>
                  <a:lnTo>
                    <a:pt x="2764" y="432"/>
                  </a:lnTo>
                  <a:lnTo>
                    <a:pt x="2764" y="427"/>
                  </a:lnTo>
                  <a:lnTo>
                    <a:pt x="2764" y="427"/>
                  </a:lnTo>
                  <a:lnTo>
                    <a:pt x="2764" y="427"/>
                  </a:lnTo>
                  <a:lnTo>
                    <a:pt x="2767" y="427"/>
                  </a:lnTo>
                  <a:lnTo>
                    <a:pt x="2767" y="427"/>
                  </a:lnTo>
                  <a:lnTo>
                    <a:pt x="2767" y="427"/>
                  </a:lnTo>
                  <a:lnTo>
                    <a:pt x="2767" y="425"/>
                  </a:lnTo>
                  <a:lnTo>
                    <a:pt x="2769" y="425"/>
                  </a:lnTo>
                  <a:lnTo>
                    <a:pt x="2769" y="425"/>
                  </a:lnTo>
                  <a:lnTo>
                    <a:pt x="2771" y="425"/>
                  </a:lnTo>
                  <a:lnTo>
                    <a:pt x="2771" y="422"/>
                  </a:lnTo>
                  <a:lnTo>
                    <a:pt x="2774" y="422"/>
                  </a:lnTo>
                  <a:lnTo>
                    <a:pt x="2774" y="422"/>
                  </a:lnTo>
                  <a:lnTo>
                    <a:pt x="2774" y="422"/>
                  </a:lnTo>
                  <a:lnTo>
                    <a:pt x="2774" y="420"/>
                  </a:lnTo>
                  <a:lnTo>
                    <a:pt x="2781" y="420"/>
                  </a:lnTo>
                  <a:lnTo>
                    <a:pt x="2781" y="418"/>
                  </a:lnTo>
                  <a:lnTo>
                    <a:pt x="2778" y="418"/>
                  </a:lnTo>
                  <a:lnTo>
                    <a:pt x="2778" y="415"/>
                  </a:lnTo>
                  <a:lnTo>
                    <a:pt x="2781" y="415"/>
                  </a:lnTo>
                  <a:lnTo>
                    <a:pt x="2781" y="413"/>
                  </a:lnTo>
                  <a:lnTo>
                    <a:pt x="2785" y="413"/>
                  </a:lnTo>
                  <a:lnTo>
                    <a:pt x="2785" y="410"/>
                  </a:lnTo>
                  <a:lnTo>
                    <a:pt x="2785" y="410"/>
                  </a:lnTo>
                  <a:lnTo>
                    <a:pt x="2785" y="410"/>
                  </a:lnTo>
                  <a:lnTo>
                    <a:pt x="2788" y="410"/>
                  </a:lnTo>
                  <a:lnTo>
                    <a:pt x="2788" y="408"/>
                  </a:lnTo>
                  <a:lnTo>
                    <a:pt x="2790" y="408"/>
                  </a:lnTo>
                  <a:lnTo>
                    <a:pt x="2790" y="408"/>
                  </a:lnTo>
                  <a:lnTo>
                    <a:pt x="2795" y="408"/>
                  </a:lnTo>
                  <a:lnTo>
                    <a:pt x="2795" y="406"/>
                  </a:lnTo>
                  <a:lnTo>
                    <a:pt x="2795" y="406"/>
                  </a:lnTo>
                  <a:lnTo>
                    <a:pt x="2795" y="406"/>
                  </a:lnTo>
                  <a:lnTo>
                    <a:pt x="2804" y="406"/>
                  </a:lnTo>
                  <a:lnTo>
                    <a:pt x="2804" y="406"/>
                  </a:lnTo>
                  <a:lnTo>
                    <a:pt x="2809" y="406"/>
                  </a:lnTo>
                  <a:lnTo>
                    <a:pt x="2809" y="406"/>
                  </a:lnTo>
                  <a:lnTo>
                    <a:pt x="2814" y="406"/>
                  </a:lnTo>
                  <a:lnTo>
                    <a:pt x="2814" y="406"/>
                  </a:lnTo>
                  <a:lnTo>
                    <a:pt x="2816" y="406"/>
                  </a:lnTo>
                  <a:lnTo>
                    <a:pt x="2816" y="406"/>
                  </a:lnTo>
                  <a:lnTo>
                    <a:pt x="2819" y="406"/>
                  </a:lnTo>
                  <a:lnTo>
                    <a:pt x="2819" y="406"/>
                  </a:lnTo>
                  <a:lnTo>
                    <a:pt x="2826" y="406"/>
                  </a:lnTo>
                  <a:lnTo>
                    <a:pt x="2826" y="403"/>
                  </a:lnTo>
                  <a:lnTo>
                    <a:pt x="2828" y="403"/>
                  </a:lnTo>
                  <a:lnTo>
                    <a:pt x="2828" y="403"/>
                  </a:lnTo>
                  <a:lnTo>
                    <a:pt x="2838" y="403"/>
                  </a:lnTo>
                  <a:lnTo>
                    <a:pt x="2838" y="403"/>
                  </a:lnTo>
                  <a:lnTo>
                    <a:pt x="2835" y="403"/>
                  </a:lnTo>
                  <a:lnTo>
                    <a:pt x="2835" y="406"/>
                  </a:lnTo>
                  <a:lnTo>
                    <a:pt x="2838" y="406"/>
                  </a:lnTo>
                  <a:lnTo>
                    <a:pt x="2838" y="406"/>
                  </a:lnTo>
                  <a:lnTo>
                    <a:pt x="2840" y="406"/>
                  </a:lnTo>
                  <a:lnTo>
                    <a:pt x="2840" y="408"/>
                  </a:lnTo>
                  <a:lnTo>
                    <a:pt x="2842" y="408"/>
                  </a:lnTo>
                  <a:lnTo>
                    <a:pt x="2842" y="408"/>
                  </a:lnTo>
                  <a:lnTo>
                    <a:pt x="2849" y="408"/>
                  </a:lnTo>
                  <a:lnTo>
                    <a:pt x="2849" y="406"/>
                  </a:lnTo>
                  <a:lnTo>
                    <a:pt x="2849" y="406"/>
                  </a:lnTo>
                  <a:lnTo>
                    <a:pt x="2849" y="406"/>
                  </a:lnTo>
                  <a:lnTo>
                    <a:pt x="2852" y="406"/>
                  </a:lnTo>
                  <a:lnTo>
                    <a:pt x="2852" y="406"/>
                  </a:lnTo>
                  <a:lnTo>
                    <a:pt x="2852" y="406"/>
                  </a:lnTo>
                  <a:lnTo>
                    <a:pt x="2852" y="403"/>
                  </a:lnTo>
                  <a:lnTo>
                    <a:pt x="2854" y="403"/>
                  </a:lnTo>
                  <a:lnTo>
                    <a:pt x="2854" y="403"/>
                  </a:lnTo>
                  <a:lnTo>
                    <a:pt x="2856" y="403"/>
                  </a:lnTo>
                  <a:lnTo>
                    <a:pt x="2856" y="401"/>
                  </a:lnTo>
                  <a:lnTo>
                    <a:pt x="2856" y="401"/>
                  </a:lnTo>
                  <a:lnTo>
                    <a:pt x="2856" y="403"/>
                  </a:lnTo>
                  <a:lnTo>
                    <a:pt x="2859" y="403"/>
                  </a:lnTo>
                  <a:lnTo>
                    <a:pt x="2859" y="403"/>
                  </a:lnTo>
                  <a:lnTo>
                    <a:pt x="2856" y="403"/>
                  </a:lnTo>
                  <a:lnTo>
                    <a:pt x="2856" y="406"/>
                  </a:lnTo>
                  <a:lnTo>
                    <a:pt x="2859" y="406"/>
                  </a:lnTo>
                  <a:lnTo>
                    <a:pt x="2859" y="406"/>
                  </a:lnTo>
                  <a:lnTo>
                    <a:pt x="2856" y="406"/>
                  </a:lnTo>
                  <a:lnTo>
                    <a:pt x="2856" y="406"/>
                  </a:lnTo>
                  <a:lnTo>
                    <a:pt x="2856" y="406"/>
                  </a:lnTo>
                  <a:lnTo>
                    <a:pt x="2856" y="408"/>
                  </a:lnTo>
                  <a:lnTo>
                    <a:pt x="2856" y="408"/>
                  </a:lnTo>
                  <a:lnTo>
                    <a:pt x="2856" y="408"/>
                  </a:lnTo>
                  <a:lnTo>
                    <a:pt x="2856" y="408"/>
                  </a:lnTo>
                  <a:lnTo>
                    <a:pt x="2856" y="410"/>
                  </a:lnTo>
                  <a:lnTo>
                    <a:pt x="2854" y="410"/>
                  </a:lnTo>
                  <a:lnTo>
                    <a:pt x="2854" y="413"/>
                  </a:lnTo>
                  <a:lnTo>
                    <a:pt x="2852" y="413"/>
                  </a:lnTo>
                  <a:lnTo>
                    <a:pt x="2852" y="415"/>
                  </a:lnTo>
                  <a:lnTo>
                    <a:pt x="2849" y="415"/>
                  </a:lnTo>
                  <a:lnTo>
                    <a:pt x="2849" y="415"/>
                  </a:lnTo>
                  <a:lnTo>
                    <a:pt x="2847" y="415"/>
                  </a:lnTo>
                  <a:lnTo>
                    <a:pt x="2847" y="418"/>
                  </a:lnTo>
                  <a:lnTo>
                    <a:pt x="2847" y="418"/>
                  </a:lnTo>
                  <a:lnTo>
                    <a:pt x="2847" y="418"/>
                  </a:lnTo>
                  <a:lnTo>
                    <a:pt x="2845" y="418"/>
                  </a:lnTo>
                  <a:lnTo>
                    <a:pt x="2845" y="420"/>
                  </a:lnTo>
                  <a:lnTo>
                    <a:pt x="2847" y="420"/>
                  </a:lnTo>
                  <a:lnTo>
                    <a:pt x="2847" y="418"/>
                  </a:lnTo>
                  <a:lnTo>
                    <a:pt x="2849" y="418"/>
                  </a:lnTo>
                  <a:lnTo>
                    <a:pt x="2849" y="420"/>
                  </a:lnTo>
                  <a:lnTo>
                    <a:pt x="2849" y="420"/>
                  </a:lnTo>
                  <a:lnTo>
                    <a:pt x="2849" y="422"/>
                  </a:lnTo>
                  <a:lnTo>
                    <a:pt x="2849" y="422"/>
                  </a:lnTo>
                  <a:lnTo>
                    <a:pt x="2849" y="425"/>
                  </a:lnTo>
                  <a:lnTo>
                    <a:pt x="2847" y="425"/>
                  </a:lnTo>
                  <a:lnTo>
                    <a:pt x="2847" y="425"/>
                  </a:lnTo>
                  <a:lnTo>
                    <a:pt x="2847" y="425"/>
                  </a:lnTo>
                  <a:lnTo>
                    <a:pt x="2847" y="427"/>
                  </a:lnTo>
                  <a:lnTo>
                    <a:pt x="2847" y="427"/>
                  </a:lnTo>
                  <a:lnTo>
                    <a:pt x="2847" y="427"/>
                  </a:lnTo>
                  <a:lnTo>
                    <a:pt x="2847" y="427"/>
                  </a:lnTo>
                  <a:lnTo>
                    <a:pt x="2847" y="427"/>
                  </a:lnTo>
                  <a:lnTo>
                    <a:pt x="2849" y="427"/>
                  </a:lnTo>
                  <a:lnTo>
                    <a:pt x="2849" y="427"/>
                  </a:lnTo>
                  <a:lnTo>
                    <a:pt x="2849" y="427"/>
                  </a:lnTo>
                  <a:lnTo>
                    <a:pt x="2849" y="427"/>
                  </a:lnTo>
                  <a:lnTo>
                    <a:pt x="2852" y="427"/>
                  </a:lnTo>
                  <a:lnTo>
                    <a:pt x="2852" y="425"/>
                  </a:lnTo>
                  <a:lnTo>
                    <a:pt x="2859" y="425"/>
                  </a:lnTo>
                  <a:lnTo>
                    <a:pt x="2859" y="427"/>
                  </a:lnTo>
                  <a:lnTo>
                    <a:pt x="2856" y="427"/>
                  </a:lnTo>
                  <a:lnTo>
                    <a:pt x="2856" y="427"/>
                  </a:lnTo>
                  <a:lnTo>
                    <a:pt x="2856" y="427"/>
                  </a:lnTo>
                  <a:lnTo>
                    <a:pt x="2856" y="427"/>
                  </a:lnTo>
                  <a:lnTo>
                    <a:pt x="2854" y="427"/>
                  </a:lnTo>
                  <a:lnTo>
                    <a:pt x="2854" y="429"/>
                  </a:lnTo>
                  <a:lnTo>
                    <a:pt x="2854" y="429"/>
                  </a:lnTo>
                  <a:lnTo>
                    <a:pt x="2854" y="429"/>
                  </a:lnTo>
                  <a:lnTo>
                    <a:pt x="2854" y="429"/>
                  </a:lnTo>
                  <a:lnTo>
                    <a:pt x="2854" y="432"/>
                  </a:lnTo>
                  <a:lnTo>
                    <a:pt x="2854" y="432"/>
                  </a:lnTo>
                  <a:lnTo>
                    <a:pt x="2854" y="434"/>
                  </a:lnTo>
                  <a:lnTo>
                    <a:pt x="2854" y="434"/>
                  </a:lnTo>
                  <a:lnTo>
                    <a:pt x="2854" y="436"/>
                  </a:lnTo>
                  <a:lnTo>
                    <a:pt x="2856" y="436"/>
                  </a:lnTo>
                  <a:lnTo>
                    <a:pt x="2856" y="436"/>
                  </a:lnTo>
                  <a:lnTo>
                    <a:pt x="2856" y="436"/>
                  </a:lnTo>
                  <a:lnTo>
                    <a:pt x="2856" y="434"/>
                  </a:lnTo>
                  <a:lnTo>
                    <a:pt x="2859" y="434"/>
                  </a:lnTo>
                  <a:lnTo>
                    <a:pt x="2859" y="434"/>
                  </a:lnTo>
                  <a:lnTo>
                    <a:pt x="2861" y="434"/>
                  </a:lnTo>
                  <a:lnTo>
                    <a:pt x="2861" y="432"/>
                  </a:lnTo>
                  <a:lnTo>
                    <a:pt x="2868" y="432"/>
                  </a:lnTo>
                  <a:lnTo>
                    <a:pt x="2868" y="432"/>
                  </a:lnTo>
                  <a:lnTo>
                    <a:pt x="2868" y="432"/>
                  </a:lnTo>
                  <a:lnTo>
                    <a:pt x="2868" y="429"/>
                  </a:lnTo>
                  <a:lnTo>
                    <a:pt x="2871" y="429"/>
                  </a:lnTo>
                  <a:lnTo>
                    <a:pt x="2871" y="429"/>
                  </a:lnTo>
                  <a:lnTo>
                    <a:pt x="2871" y="429"/>
                  </a:lnTo>
                  <a:lnTo>
                    <a:pt x="2871" y="427"/>
                  </a:lnTo>
                  <a:lnTo>
                    <a:pt x="2873" y="427"/>
                  </a:lnTo>
                  <a:lnTo>
                    <a:pt x="2873" y="427"/>
                  </a:lnTo>
                  <a:lnTo>
                    <a:pt x="2875" y="427"/>
                  </a:lnTo>
                  <a:lnTo>
                    <a:pt x="2875" y="427"/>
                  </a:lnTo>
                  <a:lnTo>
                    <a:pt x="2875" y="427"/>
                  </a:lnTo>
                  <a:lnTo>
                    <a:pt x="2875" y="425"/>
                  </a:lnTo>
                  <a:lnTo>
                    <a:pt x="2878" y="425"/>
                  </a:lnTo>
                  <a:lnTo>
                    <a:pt x="2878" y="425"/>
                  </a:lnTo>
                  <a:lnTo>
                    <a:pt x="2880" y="425"/>
                  </a:lnTo>
                  <a:lnTo>
                    <a:pt x="2880" y="422"/>
                  </a:lnTo>
                  <a:lnTo>
                    <a:pt x="2883" y="422"/>
                  </a:lnTo>
                  <a:lnTo>
                    <a:pt x="2883" y="420"/>
                  </a:lnTo>
                  <a:lnTo>
                    <a:pt x="2885" y="420"/>
                  </a:lnTo>
                  <a:lnTo>
                    <a:pt x="2885" y="418"/>
                  </a:lnTo>
                  <a:lnTo>
                    <a:pt x="2887" y="418"/>
                  </a:lnTo>
                  <a:lnTo>
                    <a:pt x="2887" y="418"/>
                  </a:lnTo>
                  <a:lnTo>
                    <a:pt x="2890" y="418"/>
                  </a:lnTo>
                  <a:lnTo>
                    <a:pt x="2890" y="415"/>
                  </a:lnTo>
                  <a:lnTo>
                    <a:pt x="2894" y="415"/>
                  </a:lnTo>
                  <a:lnTo>
                    <a:pt x="2894" y="415"/>
                  </a:lnTo>
                  <a:lnTo>
                    <a:pt x="2894" y="415"/>
                  </a:lnTo>
                  <a:lnTo>
                    <a:pt x="2894" y="415"/>
                  </a:lnTo>
                  <a:lnTo>
                    <a:pt x="2897" y="415"/>
                  </a:lnTo>
                  <a:lnTo>
                    <a:pt x="2897" y="413"/>
                  </a:lnTo>
                  <a:lnTo>
                    <a:pt x="2897" y="413"/>
                  </a:lnTo>
                  <a:lnTo>
                    <a:pt x="2897" y="413"/>
                  </a:lnTo>
                  <a:lnTo>
                    <a:pt x="2899" y="413"/>
                  </a:lnTo>
                  <a:lnTo>
                    <a:pt x="2899" y="410"/>
                  </a:lnTo>
                  <a:lnTo>
                    <a:pt x="2901" y="410"/>
                  </a:lnTo>
                  <a:lnTo>
                    <a:pt x="2901" y="410"/>
                  </a:lnTo>
                  <a:lnTo>
                    <a:pt x="2901" y="410"/>
                  </a:lnTo>
                  <a:lnTo>
                    <a:pt x="2901" y="408"/>
                  </a:lnTo>
                  <a:lnTo>
                    <a:pt x="2904" y="408"/>
                  </a:lnTo>
                  <a:lnTo>
                    <a:pt x="2904" y="410"/>
                  </a:lnTo>
                  <a:lnTo>
                    <a:pt x="2904" y="410"/>
                  </a:lnTo>
                  <a:lnTo>
                    <a:pt x="2904" y="410"/>
                  </a:lnTo>
                  <a:lnTo>
                    <a:pt x="2909" y="410"/>
                  </a:lnTo>
                  <a:lnTo>
                    <a:pt x="2909" y="410"/>
                  </a:lnTo>
                  <a:lnTo>
                    <a:pt x="2911" y="410"/>
                  </a:lnTo>
                  <a:lnTo>
                    <a:pt x="2911" y="408"/>
                  </a:lnTo>
                  <a:lnTo>
                    <a:pt x="2909" y="408"/>
                  </a:lnTo>
                  <a:lnTo>
                    <a:pt x="2909" y="408"/>
                  </a:lnTo>
                  <a:lnTo>
                    <a:pt x="2911" y="408"/>
                  </a:lnTo>
                  <a:lnTo>
                    <a:pt x="2911" y="408"/>
                  </a:lnTo>
                  <a:lnTo>
                    <a:pt x="2911" y="408"/>
                  </a:lnTo>
                  <a:lnTo>
                    <a:pt x="2911" y="410"/>
                  </a:lnTo>
                  <a:lnTo>
                    <a:pt x="2911" y="410"/>
                  </a:lnTo>
                  <a:lnTo>
                    <a:pt x="2911" y="410"/>
                  </a:lnTo>
                  <a:lnTo>
                    <a:pt x="2913" y="410"/>
                  </a:lnTo>
                  <a:lnTo>
                    <a:pt x="2913" y="413"/>
                  </a:lnTo>
                  <a:lnTo>
                    <a:pt x="2916" y="413"/>
                  </a:lnTo>
                  <a:lnTo>
                    <a:pt x="2916" y="415"/>
                  </a:lnTo>
                  <a:lnTo>
                    <a:pt x="2916" y="415"/>
                  </a:lnTo>
                  <a:lnTo>
                    <a:pt x="2916" y="413"/>
                  </a:lnTo>
                  <a:lnTo>
                    <a:pt x="2918" y="413"/>
                  </a:lnTo>
                  <a:lnTo>
                    <a:pt x="2918" y="410"/>
                  </a:lnTo>
                  <a:lnTo>
                    <a:pt x="2920" y="410"/>
                  </a:lnTo>
                  <a:lnTo>
                    <a:pt x="2920" y="408"/>
                  </a:lnTo>
                  <a:lnTo>
                    <a:pt x="2923" y="408"/>
                  </a:lnTo>
                  <a:lnTo>
                    <a:pt x="2923" y="406"/>
                  </a:lnTo>
                  <a:lnTo>
                    <a:pt x="2923" y="406"/>
                  </a:lnTo>
                  <a:lnTo>
                    <a:pt x="2923" y="406"/>
                  </a:lnTo>
                  <a:lnTo>
                    <a:pt x="2918" y="406"/>
                  </a:lnTo>
                  <a:lnTo>
                    <a:pt x="2918" y="406"/>
                  </a:lnTo>
                  <a:lnTo>
                    <a:pt x="2916" y="406"/>
                  </a:lnTo>
                  <a:lnTo>
                    <a:pt x="2916" y="403"/>
                  </a:lnTo>
                  <a:lnTo>
                    <a:pt x="2916" y="403"/>
                  </a:lnTo>
                  <a:lnTo>
                    <a:pt x="2916" y="401"/>
                  </a:lnTo>
                  <a:lnTo>
                    <a:pt x="2918" y="401"/>
                  </a:lnTo>
                  <a:lnTo>
                    <a:pt x="2918" y="401"/>
                  </a:lnTo>
                  <a:lnTo>
                    <a:pt x="2918" y="401"/>
                  </a:lnTo>
                  <a:lnTo>
                    <a:pt x="2918" y="399"/>
                  </a:lnTo>
                  <a:lnTo>
                    <a:pt x="2920" y="399"/>
                  </a:lnTo>
                  <a:lnTo>
                    <a:pt x="2920" y="396"/>
                  </a:lnTo>
                  <a:lnTo>
                    <a:pt x="2918" y="396"/>
                  </a:lnTo>
                  <a:lnTo>
                    <a:pt x="2918" y="396"/>
                  </a:lnTo>
                  <a:lnTo>
                    <a:pt x="2918" y="396"/>
                  </a:lnTo>
                  <a:lnTo>
                    <a:pt x="2918" y="394"/>
                  </a:lnTo>
                  <a:lnTo>
                    <a:pt x="2918" y="394"/>
                  </a:lnTo>
                  <a:lnTo>
                    <a:pt x="2918" y="394"/>
                  </a:lnTo>
                  <a:lnTo>
                    <a:pt x="2920" y="394"/>
                  </a:lnTo>
                  <a:lnTo>
                    <a:pt x="2920" y="391"/>
                  </a:lnTo>
                  <a:lnTo>
                    <a:pt x="2923" y="391"/>
                  </a:lnTo>
                  <a:lnTo>
                    <a:pt x="2923" y="389"/>
                  </a:lnTo>
                  <a:lnTo>
                    <a:pt x="2920" y="389"/>
                  </a:lnTo>
                  <a:lnTo>
                    <a:pt x="2920" y="387"/>
                  </a:lnTo>
                  <a:lnTo>
                    <a:pt x="2923" y="387"/>
                  </a:lnTo>
                  <a:lnTo>
                    <a:pt x="2923" y="387"/>
                  </a:lnTo>
                  <a:lnTo>
                    <a:pt x="2925" y="387"/>
                  </a:lnTo>
                  <a:lnTo>
                    <a:pt x="2925" y="387"/>
                  </a:lnTo>
                  <a:lnTo>
                    <a:pt x="2925" y="387"/>
                  </a:lnTo>
                  <a:lnTo>
                    <a:pt x="2925" y="387"/>
                  </a:lnTo>
                  <a:lnTo>
                    <a:pt x="2930" y="387"/>
                  </a:lnTo>
                  <a:lnTo>
                    <a:pt x="2930" y="384"/>
                  </a:lnTo>
                  <a:lnTo>
                    <a:pt x="2935" y="384"/>
                  </a:lnTo>
                  <a:lnTo>
                    <a:pt x="2935" y="387"/>
                  </a:lnTo>
                  <a:lnTo>
                    <a:pt x="2935" y="387"/>
                  </a:lnTo>
                  <a:lnTo>
                    <a:pt x="2935" y="384"/>
                  </a:lnTo>
                  <a:lnTo>
                    <a:pt x="2937" y="384"/>
                  </a:lnTo>
                  <a:lnTo>
                    <a:pt x="2937" y="384"/>
                  </a:lnTo>
                  <a:lnTo>
                    <a:pt x="2944" y="384"/>
                  </a:lnTo>
                  <a:lnTo>
                    <a:pt x="2944" y="382"/>
                  </a:lnTo>
                  <a:lnTo>
                    <a:pt x="2949" y="382"/>
                  </a:lnTo>
                  <a:lnTo>
                    <a:pt x="2949" y="384"/>
                  </a:lnTo>
                  <a:lnTo>
                    <a:pt x="2951" y="384"/>
                  </a:lnTo>
                  <a:lnTo>
                    <a:pt x="2951" y="384"/>
                  </a:lnTo>
                  <a:lnTo>
                    <a:pt x="2951" y="384"/>
                  </a:lnTo>
                  <a:lnTo>
                    <a:pt x="2951" y="387"/>
                  </a:lnTo>
                  <a:lnTo>
                    <a:pt x="2956" y="387"/>
                  </a:lnTo>
                  <a:lnTo>
                    <a:pt x="2956" y="387"/>
                  </a:lnTo>
                  <a:lnTo>
                    <a:pt x="2958" y="387"/>
                  </a:lnTo>
                  <a:lnTo>
                    <a:pt x="2958" y="387"/>
                  </a:lnTo>
                  <a:lnTo>
                    <a:pt x="2961" y="387"/>
                  </a:lnTo>
                  <a:lnTo>
                    <a:pt x="2961" y="389"/>
                  </a:lnTo>
                  <a:lnTo>
                    <a:pt x="2956" y="389"/>
                  </a:lnTo>
                  <a:lnTo>
                    <a:pt x="2956" y="387"/>
                  </a:lnTo>
                  <a:lnTo>
                    <a:pt x="2946" y="387"/>
                  </a:lnTo>
                  <a:lnTo>
                    <a:pt x="2946" y="389"/>
                  </a:lnTo>
                  <a:lnTo>
                    <a:pt x="2944" y="389"/>
                  </a:lnTo>
                  <a:lnTo>
                    <a:pt x="2944" y="389"/>
                  </a:lnTo>
                  <a:lnTo>
                    <a:pt x="2944" y="389"/>
                  </a:lnTo>
                  <a:lnTo>
                    <a:pt x="2944" y="391"/>
                  </a:lnTo>
                  <a:lnTo>
                    <a:pt x="2942" y="391"/>
                  </a:lnTo>
                  <a:lnTo>
                    <a:pt x="2942" y="391"/>
                  </a:lnTo>
                  <a:lnTo>
                    <a:pt x="2939" y="391"/>
                  </a:lnTo>
                  <a:lnTo>
                    <a:pt x="2939" y="396"/>
                  </a:lnTo>
                  <a:lnTo>
                    <a:pt x="2937" y="396"/>
                  </a:lnTo>
                  <a:lnTo>
                    <a:pt x="2937" y="399"/>
                  </a:lnTo>
                  <a:lnTo>
                    <a:pt x="2937" y="399"/>
                  </a:lnTo>
                  <a:lnTo>
                    <a:pt x="2937" y="401"/>
                  </a:lnTo>
                  <a:lnTo>
                    <a:pt x="2937" y="401"/>
                  </a:lnTo>
                  <a:lnTo>
                    <a:pt x="2937" y="403"/>
                  </a:lnTo>
                  <a:lnTo>
                    <a:pt x="2937" y="403"/>
                  </a:lnTo>
                  <a:lnTo>
                    <a:pt x="2937" y="406"/>
                  </a:lnTo>
                  <a:lnTo>
                    <a:pt x="2937" y="406"/>
                  </a:lnTo>
                  <a:lnTo>
                    <a:pt x="2937" y="408"/>
                  </a:lnTo>
                  <a:lnTo>
                    <a:pt x="2932" y="408"/>
                  </a:lnTo>
                  <a:lnTo>
                    <a:pt x="2932" y="410"/>
                  </a:lnTo>
                  <a:lnTo>
                    <a:pt x="2932" y="410"/>
                  </a:lnTo>
                  <a:lnTo>
                    <a:pt x="2932" y="413"/>
                  </a:lnTo>
                  <a:lnTo>
                    <a:pt x="2930" y="413"/>
                  </a:lnTo>
                  <a:lnTo>
                    <a:pt x="2930" y="415"/>
                  </a:lnTo>
                  <a:lnTo>
                    <a:pt x="2932" y="415"/>
                  </a:lnTo>
                  <a:lnTo>
                    <a:pt x="2932" y="415"/>
                  </a:lnTo>
                  <a:lnTo>
                    <a:pt x="2935" y="415"/>
                  </a:lnTo>
                  <a:lnTo>
                    <a:pt x="2935" y="415"/>
                  </a:lnTo>
                  <a:lnTo>
                    <a:pt x="2937" y="415"/>
                  </a:lnTo>
                  <a:lnTo>
                    <a:pt x="2937" y="415"/>
                  </a:lnTo>
                  <a:lnTo>
                    <a:pt x="2935" y="415"/>
                  </a:lnTo>
                  <a:lnTo>
                    <a:pt x="2935" y="418"/>
                  </a:lnTo>
                  <a:lnTo>
                    <a:pt x="2935" y="418"/>
                  </a:lnTo>
                  <a:lnTo>
                    <a:pt x="2935" y="420"/>
                  </a:lnTo>
                  <a:lnTo>
                    <a:pt x="2930" y="420"/>
                  </a:lnTo>
                  <a:lnTo>
                    <a:pt x="2930" y="420"/>
                  </a:lnTo>
                  <a:lnTo>
                    <a:pt x="2930" y="420"/>
                  </a:lnTo>
                  <a:lnTo>
                    <a:pt x="2930" y="422"/>
                  </a:lnTo>
                  <a:lnTo>
                    <a:pt x="2927" y="422"/>
                  </a:lnTo>
                  <a:lnTo>
                    <a:pt x="2927" y="422"/>
                  </a:lnTo>
                  <a:lnTo>
                    <a:pt x="2927" y="422"/>
                  </a:lnTo>
                  <a:lnTo>
                    <a:pt x="2927" y="425"/>
                  </a:lnTo>
                  <a:lnTo>
                    <a:pt x="2925" y="425"/>
                  </a:lnTo>
                  <a:lnTo>
                    <a:pt x="2925" y="427"/>
                  </a:lnTo>
                  <a:lnTo>
                    <a:pt x="2927" y="427"/>
                  </a:lnTo>
                  <a:lnTo>
                    <a:pt x="2927" y="427"/>
                  </a:lnTo>
                  <a:lnTo>
                    <a:pt x="2930" y="427"/>
                  </a:lnTo>
                  <a:lnTo>
                    <a:pt x="2930" y="427"/>
                  </a:lnTo>
                  <a:lnTo>
                    <a:pt x="2925" y="427"/>
                  </a:lnTo>
                  <a:lnTo>
                    <a:pt x="2925" y="429"/>
                  </a:lnTo>
                  <a:lnTo>
                    <a:pt x="2923" y="429"/>
                  </a:lnTo>
                  <a:lnTo>
                    <a:pt x="2923" y="427"/>
                  </a:lnTo>
                  <a:lnTo>
                    <a:pt x="2920" y="427"/>
                  </a:lnTo>
                  <a:lnTo>
                    <a:pt x="2920" y="429"/>
                  </a:lnTo>
                  <a:lnTo>
                    <a:pt x="2918" y="429"/>
                  </a:lnTo>
                  <a:lnTo>
                    <a:pt x="2918" y="429"/>
                  </a:lnTo>
                  <a:lnTo>
                    <a:pt x="2918" y="429"/>
                  </a:lnTo>
                  <a:lnTo>
                    <a:pt x="2918" y="432"/>
                  </a:lnTo>
                  <a:lnTo>
                    <a:pt x="2916" y="432"/>
                  </a:lnTo>
                  <a:lnTo>
                    <a:pt x="2916" y="429"/>
                  </a:lnTo>
                  <a:lnTo>
                    <a:pt x="2911" y="429"/>
                  </a:lnTo>
                  <a:lnTo>
                    <a:pt x="2911" y="432"/>
                  </a:lnTo>
                  <a:lnTo>
                    <a:pt x="2911" y="432"/>
                  </a:lnTo>
                  <a:lnTo>
                    <a:pt x="2911" y="434"/>
                  </a:lnTo>
                  <a:lnTo>
                    <a:pt x="2909" y="434"/>
                  </a:lnTo>
                  <a:lnTo>
                    <a:pt x="2909" y="434"/>
                  </a:lnTo>
                  <a:lnTo>
                    <a:pt x="2904" y="434"/>
                  </a:lnTo>
                  <a:lnTo>
                    <a:pt x="2904" y="436"/>
                  </a:lnTo>
                  <a:lnTo>
                    <a:pt x="2901" y="436"/>
                  </a:lnTo>
                  <a:lnTo>
                    <a:pt x="2901" y="436"/>
                  </a:lnTo>
                  <a:lnTo>
                    <a:pt x="2897" y="436"/>
                  </a:lnTo>
                  <a:lnTo>
                    <a:pt x="2897" y="436"/>
                  </a:lnTo>
                  <a:lnTo>
                    <a:pt x="2897" y="436"/>
                  </a:lnTo>
                  <a:lnTo>
                    <a:pt x="2897" y="436"/>
                  </a:lnTo>
                  <a:lnTo>
                    <a:pt x="2894" y="436"/>
                  </a:lnTo>
                  <a:lnTo>
                    <a:pt x="2894" y="439"/>
                  </a:lnTo>
                  <a:lnTo>
                    <a:pt x="2892" y="439"/>
                  </a:lnTo>
                  <a:lnTo>
                    <a:pt x="2892" y="441"/>
                  </a:lnTo>
                  <a:lnTo>
                    <a:pt x="2890" y="441"/>
                  </a:lnTo>
                  <a:lnTo>
                    <a:pt x="2890" y="444"/>
                  </a:lnTo>
                  <a:lnTo>
                    <a:pt x="2892" y="444"/>
                  </a:lnTo>
                  <a:lnTo>
                    <a:pt x="2892" y="446"/>
                  </a:lnTo>
                  <a:lnTo>
                    <a:pt x="2890" y="446"/>
                  </a:lnTo>
                  <a:lnTo>
                    <a:pt x="2890" y="446"/>
                  </a:lnTo>
                  <a:lnTo>
                    <a:pt x="2887" y="446"/>
                  </a:lnTo>
                  <a:lnTo>
                    <a:pt x="2887" y="446"/>
                  </a:lnTo>
                  <a:lnTo>
                    <a:pt x="2887" y="446"/>
                  </a:lnTo>
                  <a:lnTo>
                    <a:pt x="2887" y="448"/>
                  </a:lnTo>
                  <a:lnTo>
                    <a:pt x="2883" y="448"/>
                  </a:lnTo>
                  <a:lnTo>
                    <a:pt x="2883" y="448"/>
                  </a:lnTo>
                  <a:lnTo>
                    <a:pt x="2883" y="448"/>
                  </a:lnTo>
                  <a:lnTo>
                    <a:pt x="2883" y="451"/>
                  </a:lnTo>
                  <a:lnTo>
                    <a:pt x="2880" y="451"/>
                  </a:lnTo>
                  <a:lnTo>
                    <a:pt x="2880" y="451"/>
                  </a:lnTo>
                  <a:lnTo>
                    <a:pt x="2880" y="451"/>
                  </a:lnTo>
                  <a:lnTo>
                    <a:pt x="2880" y="453"/>
                  </a:lnTo>
                  <a:lnTo>
                    <a:pt x="2878" y="453"/>
                  </a:lnTo>
                  <a:lnTo>
                    <a:pt x="2878" y="453"/>
                  </a:lnTo>
                  <a:lnTo>
                    <a:pt x="2875" y="453"/>
                  </a:lnTo>
                  <a:lnTo>
                    <a:pt x="2875" y="455"/>
                  </a:lnTo>
                  <a:lnTo>
                    <a:pt x="2875" y="455"/>
                  </a:lnTo>
                  <a:lnTo>
                    <a:pt x="2875" y="455"/>
                  </a:lnTo>
                  <a:lnTo>
                    <a:pt x="2873" y="455"/>
                  </a:lnTo>
                  <a:lnTo>
                    <a:pt x="2873" y="455"/>
                  </a:lnTo>
                  <a:lnTo>
                    <a:pt x="2871" y="455"/>
                  </a:lnTo>
                  <a:lnTo>
                    <a:pt x="2871" y="458"/>
                  </a:lnTo>
                  <a:lnTo>
                    <a:pt x="2871" y="458"/>
                  </a:lnTo>
                  <a:lnTo>
                    <a:pt x="2871" y="458"/>
                  </a:lnTo>
                  <a:lnTo>
                    <a:pt x="2868" y="458"/>
                  </a:lnTo>
                  <a:lnTo>
                    <a:pt x="2868" y="460"/>
                  </a:lnTo>
                  <a:lnTo>
                    <a:pt x="2864" y="460"/>
                  </a:lnTo>
                  <a:lnTo>
                    <a:pt x="2864" y="460"/>
                  </a:lnTo>
                  <a:lnTo>
                    <a:pt x="2861" y="460"/>
                  </a:lnTo>
                  <a:lnTo>
                    <a:pt x="2861" y="463"/>
                  </a:lnTo>
                  <a:lnTo>
                    <a:pt x="2859" y="463"/>
                  </a:lnTo>
                  <a:lnTo>
                    <a:pt x="2859" y="465"/>
                  </a:lnTo>
                  <a:lnTo>
                    <a:pt x="2856" y="465"/>
                  </a:lnTo>
                  <a:lnTo>
                    <a:pt x="2856" y="465"/>
                  </a:lnTo>
                  <a:lnTo>
                    <a:pt x="2854" y="465"/>
                  </a:lnTo>
                  <a:lnTo>
                    <a:pt x="2854" y="467"/>
                  </a:lnTo>
                  <a:lnTo>
                    <a:pt x="2854" y="467"/>
                  </a:lnTo>
                  <a:lnTo>
                    <a:pt x="2854" y="467"/>
                  </a:lnTo>
                  <a:lnTo>
                    <a:pt x="2852" y="467"/>
                  </a:lnTo>
                  <a:lnTo>
                    <a:pt x="2852" y="470"/>
                  </a:lnTo>
                  <a:lnTo>
                    <a:pt x="2849" y="470"/>
                  </a:lnTo>
                  <a:lnTo>
                    <a:pt x="2849" y="470"/>
                  </a:lnTo>
                  <a:lnTo>
                    <a:pt x="2849" y="470"/>
                  </a:lnTo>
                  <a:lnTo>
                    <a:pt x="2849" y="472"/>
                  </a:lnTo>
                  <a:lnTo>
                    <a:pt x="2847" y="472"/>
                  </a:lnTo>
                  <a:lnTo>
                    <a:pt x="2847" y="474"/>
                  </a:lnTo>
                  <a:lnTo>
                    <a:pt x="2845" y="474"/>
                  </a:lnTo>
                  <a:lnTo>
                    <a:pt x="2845" y="474"/>
                  </a:lnTo>
                  <a:lnTo>
                    <a:pt x="2845" y="474"/>
                  </a:lnTo>
                  <a:lnTo>
                    <a:pt x="2845" y="477"/>
                  </a:lnTo>
                  <a:lnTo>
                    <a:pt x="2845" y="477"/>
                  </a:lnTo>
                  <a:lnTo>
                    <a:pt x="2845" y="477"/>
                  </a:lnTo>
                  <a:lnTo>
                    <a:pt x="2845" y="477"/>
                  </a:lnTo>
                  <a:lnTo>
                    <a:pt x="2845" y="479"/>
                  </a:lnTo>
                  <a:lnTo>
                    <a:pt x="2842" y="479"/>
                  </a:lnTo>
                  <a:lnTo>
                    <a:pt x="2842" y="479"/>
                  </a:lnTo>
                  <a:lnTo>
                    <a:pt x="2842" y="479"/>
                  </a:lnTo>
                  <a:lnTo>
                    <a:pt x="2842" y="482"/>
                  </a:lnTo>
                  <a:lnTo>
                    <a:pt x="2840" y="482"/>
                  </a:lnTo>
                  <a:lnTo>
                    <a:pt x="2840" y="482"/>
                  </a:lnTo>
                  <a:lnTo>
                    <a:pt x="2838" y="482"/>
                  </a:lnTo>
                  <a:lnTo>
                    <a:pt x="2838" y="484"/>
                  </a:lnTo>
                  <a:lnTo>
                    <a:pt x="2838" y="484"/>
                  </a:lnTo>
                  <a:lnTo>
                    <a:pt x="2838" y="484"/>
                  </a:lnTo>
                  <a:lnTo>
                    <a:pt x="2835" y="484"/>
                  </a:lnTo>
                  <a:lnTo>
                    <a:pt x="2835" y="486"/>
                  </a:lnTo>
                  <a:lnTo>
                    <a:pt x="2835" y="486"/>
                  </a:lnTo>
                  <a:lnTo>
                    <a:pt x="2835" y="486"/>
                  </a:lnTo>
                  <a:lnTo>
                    <a:pt x="2833" y="486"/>
                  </a:lnTo>
                  <a:lnTo>
                    <a:pt x="2833" y="486"/>
                  </a:lnTo>
                  <a:lnTo>
                    <a:pt x="2830" y="486"/>
                  </a:lnTo>
                  <a:lnTo>
                    <a:pt x="2830" y="489"/>
                  </a:lnTo>
                  <a:lnTo>
                    <a:pt x="2830" y="489"/>
                  </a:lnTo>
                  <a:lnTo>
                    <a:pt x="2830" y="489"/>
                  </a:lnTo>
                  <a:lnTo>
                    <a:pt x="2830" y="489"/>
                  </a:lnTo>
                  <a:lnTo>
                    <a:pt x="2830" y="491"/>
                  </a:lnTo>
                  <a:lnTo>
                    <a:pt x="2828" y="491"/>
                  </a:lnTo>
                  <a:lnTo>
                    <a:pt x="2828" y="491"/>
                  </a:lnTo>
                  <a:lnTo>
                    <a:pt x="2826" y="491"/>
                  </a:lnTo>
                  <a:lnTo>
                    <a:pt x="2826" y="493"/>
                  </a:lnTo>
                  <a:lnTo>
                    <a:pt x="2823" y="493"/>
                  </a:lnTo>
                  <a:lnTo>
                    <a:pt x="2823" y="493"/>
                  </a:lnTo>
                  <a:lnTo>
                    <a:pt x="2821" y="493"/>
                  </a:lnTo>
                  <a:lnTo>
                    <a:pt x="2821" y="496"/>
                  </a:lnTo>
                  <a:lnTo>
                    <a:pt x="2819" y="496"/>
                  </a:lnTo>
                  <a:lnTo>
                    <a:pt x="2819" y="496"/>
                  </a:lnTo>
                  <a:lnTo>
                    <a:pt x="2816" y="496"/>
                  </a:lnTo>
                  <a:lnTo>
                    <a:pt x="2816" y="496"/>
                  </a:lnTo>
                  <a:lnTo>
                    <a:pt x="2816" y="496"/>
                  </a:lnTo>
                  <a:lnTo>
                    <a:pt x="2816" y="498"/>
                  </a:lnTo>
                  <a:lnTo>
                    <a:pt x="2814" y="498"/>
                  </a:lnTo>
                  <a:lnTo>
                    <a:pt x="2814" y="498"/>
                  </a:lnTo>
                  <a:lnTo>
                    <a:pt x="2812" y="498"/>
                  </a:lnTo>
                  <a:lnTo>
                    <a:pt x="2812" y="500"/>
                  </a:lnTo>
                  <a:lnTo>
                    <a:pt x="2809" y="500"/>
                  </a:lnTo>
                  <a:lnTo>
                    <a:pt x="2809" y="500"/>
                  </a:lnTo>
                  <a:lnTo>
                    <a:pt x="2802" y="500"/>
                  </a:lnTo>
                  <a:lnTo>
                    <a:pt x="2802" y="500"/>
                  </a:lnTo>
                  <a:lnTo>
                    <a:pt x="2800" y="500"/>
                  </a:lnTo>
                  <a:lnTo>
                    <a:pt x="2800" y="503"/>
                  </a:lnTo>
                  <a:lnTo>
                    <a:pt x="2797" y="503"/>
                  </a:lnTo>
                  <a:lnTo>
                    <a:pt x="2797" y="505"/>
                  </a:lnTo>
                  <a:lnTo>
                    <a:pt x="2795" y="505"/>
                  </a:lnTo>
                  <a:lnTo>
                    <a:pt x="2795" y="505"/>
                  </a:lnTo>
                  <a:lnTo>
                    <a:pt x="2788" y="505"/>
                  </a:lnTo>
                  <a:lnTo>
                    <a:pt x="2788" y="505"/>
                  </a:lnTo>
                  <a:lnTo>
                    <a:pt x="2788" y="505"/>
                  </a:lnTo>
                  <a:lnTo>
                    <a:pt x="2788" y="505"/>
                  </a:lnTo>
                  <a:lnTo>
                    <a:pt x="2783" y="505"/>
                  </a:lnTo>
                  <a:lnTo>
                    <a:pt x="2783" y="505"/>
                  </a:lnTo>
                  <a:lnTo>
                    <a:pt x="2783" y="505"/>
                  </a:lnTo>
                  <a:lnTo>
                    <a:pt x="2783" y="505"/>
                  </a:lnTo>
                  <a:lnTo>
                    <a:pt x="2781" y="505"/>
                  </a:lnTo>
                  <a:lnTo>
                    <a:pt x="2781" y="508"/>
                  </a:lnTo>
                  <a:lnTo>
                    <a:pt x="2781" y="508"/>
                  </a:lnTo>
                  <a:lnTo>
                    <a:pt x="2781" y="508"/>
                  </a:lnTo>
                  <a:lnTo>
                    <a:pt x="2783" y="508"/>
                  </a:lnTo>
                  <a:lnTo>
                    <a:pt x="2783" y="510"/>
                  </a:lnTo>
                  <a:lnTo>
                    <a:pt x="2783" y="510"/>
                  </a:lnTo>
                  <a:lnTo>
                    <a:pt x="2783" y="510"/>
                  </a:lnTo>
                  <a:lnTo>
                    <a:pt x="2783" y="510"/>
                  </a:lnTo>
                  <a:lnTo>
                    <a:pt x="2783" y="512"/>
                  </a:lnTo>
                  <a:lnTo>
                    <a:pt x="2785" y="512"/>
                  </a:lnTo>
                  <a:lnTo>
                    <a:pt x="2785" y="515"/>
                  </a:lnTo>
                  <a:lnTo>
                    <a:pt x="2785" y="515"/>
                  </a:lnTo>
                  <a:lnTo>
                    <a:pt x="2785" y="515"/>
                  </a:lnTo>
                  <a:lnTo>
                    <a:pt x="2785" y="515"/>
                  </a:lnTo>
                  <a:lnTo>
                    <a:pt x="2785" y="517"/>
                  </a:lnTo>
                  <a:lnTo>
                    <a:pt x="2783" y="517"/>
                  </a:lnTo>
                  <a:lnTo>
                    <a:pt x="2783" y="517"/>
                  </a:lnTo>
                  <a:lnTo>
                    <a:pt x="2783" y="517"/>
                  </a:lnTo>
                  <a:lnTo>
                    <a:pt x="2783" y="519"/>
                  </a:lnTo>
                  <a:lnTo>
                    <a:pt x="2783" y="519"/>
                  </a:lnTo>
                  <a:lnTo>
                    <a:pt x="2783" y="519"/>
                  </a:lnTo>
                  <a:lnTo>
                    <a:pt x="2781" y="519"/>
                  </a:lnTo>
                  <a:lnTo>
                    <a:pt x="2781" y="522"/>
                  </a:lnTo>
                  <a:lnTo>
                    <a:pt x="2781" y="522"/>
                  </a:lnTo>
                  <a:lnTo>
                    <a:pt x="2781" y="522"/>
                  </a:lnTo>
                  <a:lnTo>
                    <a:pt x="2781" y="522"/>
                  </a:lnTo>
                  <a:lnTo>
                    <a:pt x="2781" y="524"/>
                  </a:lnTo>
                  <a:lnTo>
                    <a:pt x="2776" y="524"/>
                  </a:lnTo>
                  <a:lnTo>
                    <a:pt x="2776" y="522"/>
                  </a:lnTo>
                  <a:lnTo>
                    <a:pt x="2776" y="522"/>
                  </a:lnTo>
                  <a:lnTo>
                    <a:pt x="2776" y="527"/>
                  </a:lnTo>
                  <a:lnTo>
                    <a:pt x="2774" y="527"/>
                  </a:lnTo>
                  <a:lnTo>
                    <a:pt x="2774" y="527"/>
                  </a:lnTo>
                  <a:lnTo>
                    <a:pt x="2774" y="527"/>
                  </a:lnTo>
                  <a:lnTo>
                    <a:pt x="2774" y="529"/>
                  </a:lnTo>
                  <a:lnTo>
                    <a:pt x="2769" y="529"/>
                  </a:lnTo>
                  <a:lnTo>
                    <a:pt x="2769" y="529"/>
                  </a:lnTo>
                  <a:lnTo>
                    <a:pt x="2767" y="529"/>
                  </a:lnTo>
                  <a:lnTo>
                    <a:pt x="2767" y="531"/>
                  </a:lnTo>
                  <a:lnTo>
                    <a:pt x="2767" y="531"/>
                  </a:lnTo>
                  <a:lnTo>
                    <a:pt x="2767" y="531"/>
                  </a:lnTo>
                  <a:lnTo>
                    <a:pt x="2764" y="531"/>
                  </a:lnTo>
                  <a:lnTo>
                    <a:pt x="2764" y="534"/>
                  </a:lnTo>
                  <a:lnTo>
                    <a:pt x="2764" y="534"/>
                  </a:lnTo>
                  <a:lnTo>
                    <a:pt x="2764" y="534"/>
                  </a:lnTo>
                  <a:lnTo>
                    <a:pt x="2764" y="534"/>
                  </a:lnTo>
                  <a:lnTo>
                    <a:pt x="2764" y="534"/>
                  </a:lnTo>
                  <a:lnTo>
                    <a:pt x="2762" y="534"/>
                  </a:lnTo>
                  <a:lnTo>
                    <a:pt x="2762" y="538"/>
                  </a:lnTo>
                  <a:lnTo>
                    <a:pt x="2762" y="538"/>
                  </a:lnTo>
                  <a:lnTo>
                    <a:pt x="2762" y="541"/>
                  </a:lnTo>
                  <a:lnTo>
                    <a:pt x="2762" y="541"/>
                  </a:lnTo>
                  <a:lnTo>
                    <a:pt x="2762" y="543"/>
                  </a:lnTo>
                  <a:lnTo>
                    <a:pt x="2759" y="543"/>
                  </a:lnTo>
                  <a:lnTo>
                    <a:pt x="2759" y="546"/>
                  </a:lnTo>
                  <a:lnTo>
                    <a:pt x="2759" y="546"/>
                  </a:lnTo>
                  <a:lnTo>
                    <a:pt x="2759" y="548"/>
                  </a:lnTo>
                  <a:lnTo>
                    <a:pt x="2757" y="548"/>
                  </a:lnTo>
                  <a:lnTo>
                    <a:pt x="2757" y="550"/>
                  </a:lnTo>
                  <a:lnTo>
                    <a:pt x="2757" y="550"/>
                  </a:lnTo>
                  <a:lnTo>
                    <a:pt x="2757" y="550"/>
                  </a:lnTo>
                  <a:lnTo>
                    <a:pt x="2757" y="550"/>
                  </a:lnTo>
                  <a:lnTo>
                    <a:pt x="2757" y="560"/>
                  </a:lnTo>
                  <a:lnTo>
                    <a:pt x="2755" y="560"/>
                  </a:lnTo>
                  <a:lnTo>
                    <a:pt x="2755" y="564"/>
                  </a:lnTo>
                  <a:lnTo>
                    <a:pt x="2755" y="564"/>
                  </a:lnTo>
                  <a:lnTo>
                    <a:pt x="2755" y="576"/>
                  </a:lnTo>
                  <a:lnTo>
                    <a:pt x="2755" y="576"/>
                  </a:lnTo>
                  <a:lnTo>
                    <a:pt x="2755" y="583"/>
                  </a:lnTo>
                  <a:lnTo>
                    <a:pt x="2757" y="583"/>
                  </a:lnTo>
                  <a:lnTo>
                    <a:pt x="2757" y="586"/>
                  </a:lnTo>
                  <a:lnTo>
                    <a:pt x="2757" y="586"/>
                  </a:lnTo>
                  <a:lnTo>
                    <a:pt x="2757" y="591"/>
                  </a:lnTo>
                  <a:lnTo>
                    <a:pt x="2757" y="591"/>
                  </a:lnTo>
                  <a:lnTo>
                    <a:pt x="2757" y="593"/>
                  </a:lnTo>
                  <a:lnTo>
                    <a:pt x="2759" y="593"/>
                  </a:lnTo>
                  <a:lnTo>
                    <a:pt x="2759" y="598"/>
                  </a:lnTo>
                  <a:lnTo>
                    <a:pt x="2759" y="598"/>
                  </a:lnTo>
                  <a:lnTo>
                    <a:pt x="2759" y="600"/>
                  </a:lnTo>
                  <a:lnTo>
                    <a:pt x="2762" y="600"/>
                  </a:lnTo>
                  <a:lnTo>
                    <a:pt x="2762" y="602"/>
                  </a:lnTo>
                  <a:lnTo>
                    <a:pt x="2762" y="602"/>
                  </a:lnTo>
                  <a:lnTo>
                    <a:pt x="2762" y="605"/>
                  </a:lnTo>
                  <a:lnTo>
                    <a:pt x="2762" y="605"/>
                  </a:lnTo>
                  <a:lnTo>
                    <a:pt x="2762" y="609"/>
                  </a:lnTo>
                  <a:lnTo>
                    <a:pt x="2764" y="609"/>
                  </a:lnTo>
                  <a:lnTo>
                    <a:pt x="2764" y="614"/>
                  </a:lnTo>
                  <a:lnTo>
                    <a:pt x="2764" y="614"/>
                  </a:lnTo>
                  <a:lnTo>
                    <a:pt x="2764" y="619"/>
                  </a:lnTo>
                  <a:lnTo>
                    <a:pt x="2764" y="619"/>
                  </a:lnTo>
                  <a:lnTo>
                    <a:pt x="2764" y="624"/>
                  </a:lnTo>
                  <a:lnTo>
                    <a:pt x="2767" y="624"/>
                  </a:lnTo>
                  <a:lnTo>
                    <a:pt x="2767" y="631"/>
                  </a:lnTo>
                  <a:lnTo>
                    <a:pt x="2767" y="631"/>
                  </a:lnTo>
                  <a:lnTo>
                    <a:pt x="2767" y="633"/>
                  </a:lnTo>
                  <a:lnTo>
                    <a:pt x="2769" y="633"/>
                  </a:lnTo>
                  <a:lnTo>
                    <a:pt x="2769" y="636"/>
                  </a:lnTo>
                  <a:lnTo>
                    <a:pt x="2769" y="636"/>
                  </a:lnTo>
                  <a:lnTo>
                    <a:pt x="2769" y="638"/>
                  </a:lnTo>
                  <a:lnTo>
                    <a:pt x="2769" y="638"/>
                  </a:lnTo>
                  <a:lnTo>
                    <a:pt x="2769" y="640"/>
                  </a:lnTo>
                  <a:lnTo>
                    <a:pt x="2771" y="640"/>
                  </a:lnTo>
                  <a:lnTo>
                    <a:pt x="2771" y="643"/>
                  </a:lnTo>
                  <a:lnTo>
                    <a:pt x="2771" y="643"/>
                  </a:lnTo>
                  <a:lnTo>
                    <a:pt x="2771" y="643"/>
                  </a:lnTo>
                  <a:lnTo>
                    <a:pt x="2774" y="643"/>
                  </a:lnTo>
                  <a:lnTo>
                    <a:pt x="2774" y="647"/>
                  </a:lnTo>
                  <a:lnTo>
                    <a:pt x="2774" y="647"/>
                  </a:lnTo>
                  <a:lnTo>
                    <a:pt x="2774" y="650"/>
                  </a:lnTo>
                  <a:lnTo>
                    <a:pt x="2774" y="650"/>
                  </a:lnTo>
                  <a:lnTo>
                    <a:pt x="2774" y="669"/>
                  </a:lnTo>
                  <a:lnTo>
                    <a:pt x="2776" y="669"/>
                  </a:lnTo>
                  <a:lnTo>
                    <a:pt x="2776" y="673"/>
                  </a:lnTo>
                  <a:lnTo>
                    <a:pt x="2778" y="673"/>
                  </a:lnTo>
                  <a:lnTo>
                    <a:pt x="2778" y="673"/>
                  </a:lnTo>
                  <a:lnTo>
                    <a:pt x="2778" y="673"/>
                  </a:lnTo>
                  <a:lnTo>
                    <a:pt x="2778" y="676"/>
                  </a:lnTo>
                  <a:lnTo>
                    <a:pt x="2781" y="676"/>
                  </a:lnTo>
                  <a:lnTo>
                    <a:pt x="2781" y="678"/>
                  </a:lnTo>
                  <a:lnTo>
                    <a:pt x="2781" y="678"/>
                  </a:lnTo>
                  <a:lnTo>
                    <a:pt x="2781" y="681"/>
                  </a:lnTo>
                  <a:lnTo>
                    <a:pt x="2778" y="681"/>
                  </a:lnTo>
                  <a:lnTo>
                    <a:pt x="2778" y="681"/>
                  </a:lnTo>
                  <a:lnTo>
                    <a:pt x="2778" y="681"/>
                  </a:lnTo>
                  <a:lnTo>
                    <a:pt x="2778" y="683"/>
                  </a:lnTo>
                  <a:lnTo>
                    <a:pt x="2781" y="683"/>
                  </a:lnTo>
                  <a:lnTo>
                    <a:pt x="2781" y="683"/>
                  </a:lnTo>
                  <a:lnTo>
                    <a:pt x="2781" y="683"/>
                  </a:lnTo>
                  <a:lnTo>
                    <a:pt x="2781" y="681"/>
                  </a:lnTo>
                  <a:lnTo>
                    <a:pt x="2783" y="681"/>
                  </a:lnTo>
                  <a:lnTo>
                    <a:pt x="2783" y="681"/>
                  </a:lnTo>
                  <a:lnTo>
                    <a:pt x="2783" y="681"/>
                  </a:lnTo>
                  <a:lnTo>
                    <a:pt x="2783" y="678"/>
                  </a:lnTo>
                  <a:lnTo>
                    <a:pt x="2785" y="678"/>
                  </a:lnTo>
                  <a:lnTo>
                    <a:pt x="2785" y="678"/>
                  </a:lnTo>
                  <a:lnTo>
                    <a:pt x="2785" y="678"/>
                  </a:lnTo>
                  <a:lnTo>
                    <a:pt x="2785" y="676"/>
                  </a:lnTo>
                  <a:lnTo>
                    <a:pt x="2788" y="676"/>
                  </a:lnTo>
                  <a:lnTo>
                    <a:pt x="2788" y="676"/>
                  </a:lnTo>
                  <a:lnTo>
                    <a:pt x="2790" y="676"/>
                  </a:lnTo>
                  <a:lnTo>
                    <a:pt x="2790" y="673"/>
                  </a:lnTo>
                  <a:lnTo>
                    <a:pt x="2790" y="673"/>
                  </a:lnTo>
                  <a:lnTo>
                    <a:pt x="2790" y="673"/>
                  </a:lnTo>
                  <a:lnTo>
                    <a:pt x="2793" y="673"/>
                  </a:lnTo>
                  <a:lnTo>
                    <a:pt x="2793" y="671"/>
                  </a:lnTo>
                  <a:lnTo>
                    <a:pt x="2795" y="671"/>
                  </a:lnTo>
                  <a:lnTo>
                    <a:pt x="2795" y="671"/>
                  </a:lnTo>
                  <a:lnTo>
                    <a:pt x="2797" y="671"/>
                  </a:lnTo>
                  <a:lnTo>
                    <a:pt x="2797" y="669"/>
                  </a:lnTo>
                  <a:lnTo>
                    <a:pt x="2797" y="669"/>
                  </a:lnTo>
                  <a:lnTo>
                    <a:pt x="2797" y="666"/>
                  </a:lnTo>
                  <a:lnTo>
                    <a:pt x="2797" y="666"/>
                  </a:lnTo>
                  <a:lnTo>
                    <a:pt x="2797" y="666"/>
                  </a:lnTo>
                  <a:lnTo>
                    <a:pt x="2802" y="666"/>
                  </a:lnTo>
                  <a:lnTo>
                    <a:pt x="2802" y="664"/>
                  </a:lnTo>
                  <a:lnTo>
                    <a:pt x="2804" y="664"/>
                  </a:lnTo>
                  <a:lnTo>
                    <a:pt x="2804" y="664"/>
                  </a:lnTo>
                  <a:lnTo>
                    <a:pt x="2804" y="664"/>
                  </a:lnTo>
                  <a:lnTo>
                    <a:pt x="2804" y="664"/>
                  </a:lnTo>
                  <a:lnTo>
                    <a:pt x="2807" y="664"/>
                  </a:lnTo>
                  <a:lnTo>
                    <a:pt x="2807" y="662"/>
                  </a:lnTo>
                  <a:lnTo>
                    <a:pt x="2807" y="662"/>
                  </a:lnTo>
                  <a:lnTo>
                    <a:pt x="2807" y="662"/>
                  </a:lnTo>
                  <a:lnTo>
                    <a:pt x="2809" y="662"/>
                  </a:lnTo>
                  <a:lnTo>
                    <a:pt x="2809" y="659"/>
                  </a:lnTo>
                  <a:lnTo>
                    <a:pt x="2809" y="659"/>
                  </a:lnTo>
                  <a:lnTo>
                    <a:pt x="2809" y="659"/>
                  </a:lnTo>
                  <a:lnTo>
                    <a:pt x="2809" y="659"/>
                  </a:lnTo>
                  <a:lnTo>
                    <a:pt x="2809" y="657"/>
                  </a:lnTo>
                  <a:lnTo>
                    <a:pt x="2812" y="657"/>
                  </a:lnTo>
                  <a:lnTo>
                    <a:pt x="2812" y="657"/>
                  </a:lnTo>
                  <a:lnTo>
                    <a:pt x="2814" y="657"/>
                  </a:lnTo>
                  <a:lnTo>
                    <a:pt x="2814" y="655"/>
                  </a:lnTo>
                  <a:lnTo>
                    <a:pt x="2814" y="655"/>
                  </a:lnTo>
                  <a:lnTo>
                    <a:pt x="2814" y="652"/>
                  </a:lnTo>
                  <a:lnTo>
                    <a:pt x="2814" y="652"/>
                  </a:lnTo>
                  <a:lnTo>
                    <a:pt x="2814" y="652"/>
                  </a:lnTo>
                  <a:lnTo>
                    <a:pt x="2816" y="652"/>
                  </a:lnTo>
                  <a:lnTo>
                    <a:pt x="2816" y="647"/>
                  </a:lnTo>
                  <a:lnTo>
                    <a:pt x="2816" y="647"/>
                  </a:lnTo>
                  <a:lnTo>
                    <a:pt x="2816" y="647"/>
                  </a:lnTo>
                  <a:lnTo>
                    <a:pt x="2821" y="647"/>
                  </a:lnTo>
                  <a:lnTo>
                    <a:pt x="2821" y="643"/>
                  </a:lnTo>
                  <a:lnTo>
                    <a:pt x="2819" y="643"/>
                  </a:lnTo>
                  <a:lnTo>
                    <a:pt x="2819" y="638"/>
                  </a:lnTo>
                  <a:lnTo>
                    <a:pt x="2821" y="638"/>
                  </a:lnTo>
                  <a:lnTo>
                    <a:pt x="2821" y="638"/>
                  </a:lnTo>
                  <a:lnTo>
                    <a:pt x="2821" y="638"/>
                  </a:lnTo>
                  <a:lnTo>
                    <a:pt x="2821" y="636"/>
                  </a:lnTo>
                  <a:lnTo>
                    <a:pt x="2821" y="636"/>
                  </a:lnTo>
                  <a:lnTo>
                    <a:pt x="2821" y="633"/>
                  </a:lnTo>
                  <a:lnTo>
                    <a:pt x="2821" y="633"/>
                  </a:lnTo>
                  <a:lnTo>
                    <a:pt x="2821" y="631"/>
                  </a:lnTo>
                  <a:lnTo>
                    <a:pt x="2823" y="631"/>
                  </a:lnTo>
                  <a:lnTo>
                    <a:pt x="2823" y="631"/>
                  </a:lnTo>
                  <a:lnTo>
                    <a:pt x="2826" y="631"/>
                  </a:lnTo>
                  <a:lnTo>
                    <a:pt x="2826" y="628"/>
                  </a:lnTo>
                  <a:lnTo>
                    <a:pt x="2828" y="628"/>
                  </a:lnTo>
                  <a:lnTo>
                    <a:pt x="2828" y="628"/>
                  </a:lnTo>
                  <a:lnTo>
                    <a:pt x="2828" y="628"/>
                  </a:lnTo>
                  <a:lnTo>
                    <a:pt x="2828" y="626"/>
                  </a:lnTo>
                  <a:lnTo>
                    <a:pt x="2830" y="626"/>
                  </a:lnTo>
                  <a:lnTo>
                    <a:pt x="2830" y="626"/>
                  </a:lnTo>
                  <a:lnTo>
                    <a:pt x="2833" y="626"/>
                  </a:lnTo>
                  <a:lnTo>
                    <a:pt x="2833" y="624"/>
                  </a:lnTo>
                  <a:lnTo>
                    <a:pt x="2838" y="624"/>
                  </a:lnTo>
                  <a:lnTo>
                    <a:pt x="2838" y="624"/>
                  </a:lnTo>
                  <a:lnTo>
                    <a:pt x="2842" y="624"/>
                  </a:lnTo>
                  <a:lnTo>
                    <a:pt x="2842" y="624"/>
                  </a:lnTo>
                  <a:lnTo>
                    <a:pt x="2845" y="624"/>
                  </a:lnTo>
                  <a:lnTo>
                    <a:pt x="2845" y="624"/>
                  </a:lnTo>
                  <a:lnTo>
                    <a:pt x="2847" y="624"/>
                  </a:lnTo>
                  <a:lnTo>
                    <a:pt x="2847" y="624"/>
                  </a:lnTo>
                  <a:lnTo>
                    <a:pt x="2849" y="624"/>
                  </a:lnTo>
                  <a:lnTo>
                    <a:pt x="2849" y="626"/>
                  </a:lnTo>
                  <a:lnTo>
                    <a:pt x="2852" y="626"/>
                  </a:lnTo>
                  <a:lnTo>
                    <a:pt x="2852" y="624"/>
                  </a:lnTo>
                  <a:lnTo>
                    <a:pt x="2852" y="624"/>
                  </a:lnTo>
                  <a:lnTo>
                    <a:pt x="2852" y="621"/>
                  </a:lnTo>
                  <a:lnTo>
                    <a:pt x="2849" y="621"/>
                  </a:lnTo>
                  <a:lnTo>
                    <a:pt x="2849" y="619"/>
                  </a:lnTo>
                  <a:lnTo>
                    <a:pt x="2849" y="619"/>
                  </a:lnTo>
                  <a:lnTo>
                    <a:pt x="2849" y="617"/>
                  </a:lnTo>
                  <a:lnTo>
                    <a:pt x="2847" y="617"/>
                  </a:lnTo>
                  <a:lnTo>
                    <a:pt x="2847" y="617"/>
                  </a:lnTo>
                  <a:lnTo>
                    <a:pt x="2849" y="617"/>
                  </a:lnTo>
                  <a:lnTo>
                    <a:pt x="2849" y="614"/>
                  </a:lnTo>
                  <a:lnTo>
                    <a:pt x="2849" y="614"/>
                  </a:lnTo>
                  <a:lnTo>
                    <a:pt x="2849" y="612"/>
                  </a:lnTo>
                  <a:lnTo>
                    <a:pt x="2849" y="612"/>
                  </a:lnTo>
                  <a:lnTo>
                    <a:pt x="2849" y="612"/>
                  </a:lnTo>
                  <a:lnTo>
                    <a:pt x="2849" y="612"/>
                  </a:lnTo>
                  <a:lnTo>
                    <a:pt x="2849" y="609"/>
                  </a:lnTo>
                  <a:lnTo>
                    <a:pt x="2847" y="609"/>
                  </a:lnTo>
                  <a:lnTo>
                    <a:pt x="2847" y="605"/>
                  </a:lnTo>
                  <a:lnTo>
                    <a:pt x="2849" y="605"/>
                  </a:lnTo>
                  <a:lnTo>
                    <a:pt x="2849" y="605"/>
                  </a:lnTo>
                  <a:lnTo>
                    <a:pt x="2849" y="605"/>
                  </a:lnTo>
                  <a:lnTo>
                    <a:pt x="2849" y="602"/>
                  </a:lnTo>
                  <a:lnTo>
                    <a:pt x="2849" y="602"/>
                  </a:lnTo>
                  <a:lnTo>
                    <a:pt x="2849" y="600"/>
                  </a:lnTo>
                  <a:lnTo>
                    <a:pt x="2852" y="600"/>
                  </a:lnTo>
                  <a:lnTo>
                    <a:pt x="2852" y="600"/>
                  </a:lnTo>
                  <a:lnTo>
                    <a:pt x="2852" y="600"/>
                  </a:lnTo>
                  <a:lnTo>
                    <a:pt x="2852" y="598"/>
                  </a:lnTo>
                  <a:lnTo>
                    <a:pt x="2854" y="598"/>
                  </a:lnTo>
                  <a:lnTo>
                    <a:pt x="2854" y="598"/>
                  </a:lnTo>
                  <a:lnTo>
                    <a:pt x="2854" y="598"/>
                  </a:lnTo>
                  <a:lnTo>
                    <a:pt x="2854" y="595"/>
                  </a:lnTo>
                  <a:lnTo>
                    <a:pt x="2856" y="595"/>
                  </a:lnTo>
                  <a:lnTo>
                    <a:pt x="2856" y="595"/>
                  </a:lnTo>
                  <a:lnTo>
                    <a:pt x="2859" y="595"/>
                  </a:lnTo>
                  <a:lnTo>
                    <a:pt x="2859" y="593"/>
                  </a:lnTo>
                  <a:lnTo>
                    <a:pt x="2859" y="593"/>
                  </a:lnTo>
                  <a:lnTo>
                    <a:pt x="2859" y="593"/>
                  </a:lnTo>
                  <a:lnTo>
                    <a:pt x="2861" y="593"/>
                  </a:lnTo>
                  <a:lnTo>
                    <a:pt x="2861" y="593"/>
                  </a:lnTo>
                  <a:lnTo>
                    <a:pt x="2864" y="593"/>
                  </a:lnTo>
                  <a:lnTo>
                    <a:pt x="2864" y="591"/>
                  </a:lnTo>
                  <a:lnTo>
                    <a:pt x="2864" y="591"/>
                  </a:lnTo>
                  <a:lnTo>
                    <a:pt x="2864" y="591"/>
                  </a:lnTo>
                  <a:lnTo>
                    <a:pt x="2868" y="591"/>
                  </a:lnTo>
                  <a:lnTo>
                    <a:pt x="2868" y="588"/>
                  </a:lnTo>
                  <a:lnTo>
                    <a:pt x="2871" y="588"/>
                  </a:lnTo>
                  <a:lnTo>
                    <a:pt x="2871" y="588"/>
                  </a:lnTo>
                  <a:lnTo>
                    <a:pt x="2875" y="588"/>
                  </a:lnTo>
                  <a:lnTo>
                    <a:pt x="2875" y="591"/>
                  </a:lnTo>
                  <a:lnTo>
                    <a:pt x="2875" y="591"/>
                  </a:lnTo>
                  <a:lnTo>
                    <a:pt x="2875" y="591"/>
                  </a:lnTo>
                  <a:lnTo>
                    <a:pt x="2880" y="591"/>
                  </a:lnTo>
                  <a:lnTo>
                    <a:pt x="2880" y="591"/>
                  </a:lnTo>
                  <a:lnTo>
                    <a:pt x="2890" y="591"/>
                  </a:lnTo>
                  <a:lnTo>
                    <a:pt x="2890" y="588"/>
                  </a:lnTo>
                  <a:lnTo>
                    <a:pt x="2890" y="588"/>
                  </a:lnTo>
                  <a:lnTo>
                    <a:pt x="2890" y="588"/>
                  </a:lnTo>
                  <a:lnTo>
                    <a:pt x="2892" y="588"/>
                  </a:lnTo>
                  <a:lnTo>
                    <a:pt x="2892" y="586"/>
                  </a:lnTo>
                  <a:lnTo>
                    <a:pt x="2894" y="586"/>
                  </a:lnTo>
                  <a:lnTo>
                    <a:pt x="2894" y="586"/>
                  </a:lnTo>
                  <a:lnTo>
                    <a:pt x="2894" y="586"/>
                  </a:lnTo>
                  <a:lnTo>
                    <a:pt x="2894" y="583"/>
                  </a:lnTo>
                  <a:lnTo>
                    <a:pt x="2897" y="583"/>
                  </a:lnTo>
                  <a:lnTo>
                    <a:pt x="2897" y="583"/>
                  </a:lnTo>
                  <a:lnTo>
                    <a:pt x="2897" y="583"/>
                  </a:lnTo>
                  <a:lnTo>
                    <a:pt x="2897" y="583"/>
                  </a:lnTo>
                  <a:lnTo>
                    <a:pt x="2897" y="583"/>
                  </a:lnTo>
                  <a:lnTo>
                    <a:pt x="2897" y="581"/>
                  </a:lnTo>
                  <a:lnTo>
                    <a:pt x="2897" y="581"/>
                  </a:lnTo>
                  <a:lnTo>
                    <a:pt x="2897" y="581"/>
                  </a:lnTo>
                  <a:lnTo>
                    <a:pt x="2897" y="581"/>
                  </a:lnTo>
                  <a:lnTo>
                    <a:pt x="2897" y="579"/>
                  </a:lnTo>
                  <a:lnTo>
                    <a:pt x="2894" y="579"/>
                  </a:lnTo>
                  <a:lnTo>
                    <a:pt x="2894" y="579"/>
                  </a:lnTo>
                  <a:lnTo>
                    <a:pt x="2894" y="579"/>
                  </a:lnTo>
                  <a:lnTo>
                    <a:pt x="2894" y="576"/>
                  </a:lnTo>
                  <a:lnTo>
                    <a:pt x="2894" y="576"/>
                  </a:lnTo>
                  <a:lnTo>
                    <a:pt x="2894" y="576"/>
                  </a:lnTo>
                  <a:lnTo>
                    <a:pt x="2892" y="576"/>
                  </a:lnTo>
                  <a:lnTo>
                    <a:pt x="2892" y="574"/>
                  </a:lnTo>
                  <a:lnTo>
                    <a:pt x="2890" y="574"/>
                  </a:lnTo>
                  <a:lnTo>
                    <a:pt x="2890" y="574"/>
                  </a:lnTo>
                  <a:lnTo>
                    <a:pt x="2890" y="574"/>
                  </a:lnTo>
                  <a:lnTo>
                    <a:pt x="2890" y="572"/>
                  </a:lnTo>
                  <a:lnTo>
                    <a:pt x="2890" y="572"/>
                  </a:lnTo>
                  <a:lnTo>
                    <a:pt x="2890" y="569"/>
                  </a:lnTo>
                  <a:lnTo>
                    <a:pt x="2887" y="569"/>
                  </a:lnTo>
                  <a:lnTo>
                    <a:pt x="2887" y="564"/>
                  </a:lnTo>
                  <a:lnTo>
                    <a:pt x="2890" y="564"/>
                  </a:lnTo>
                  <a:lnTo>
                    <a:pt x="2890" y="562"/>
                  </a:lnTo>
                  <a:lnTo>
                    <a:pt x="2890" y="562"/>
                  </a:lnTo>
                  <a:lnTo>
                    <a:pt x="2890" y="560"/>
                  </a:lnTo>
                  <a:lnTo>
                    <a:pt x="2890" y="560"/>
                  </a:lnTo>
                  <a:lnTo>
                    <a:pt x="2890" y="560"/>
                  </a:lnTo>
                  <a:lnTo>
                    <a:pt x="2892" y="560"/>
                  </a:lnTo>
                  <a:lnTo>
                    <a:pt x="2892" y="557"/>
                  </a:lnTo>
                  <a:lnTo>
                    <a:pt x="2892" y="557"/>
                  </a:lnTo>
                  <a:lnTo>
                    <a:pt x="2892" y="555"/>
                  </a:lnTo>
                  <a:lnTo>
                    <a:pt x="2894" y="555"/>
                  </a:lnTo>
                  <a:lnTo>
                    <a:pt x="2894" y="555"/>
                  </a:lnTo>
                  <a:lnTo>
                    <a:pt x="2894" y="555"/>
                  </a:lnTo>
                  <a:lnTo>
                    <a:pt x="2894" y="553"/>
                  </a:lnTo>
                  <a:lnTo>
                    <a:pt x="2894" y="553"/>
                  </a:lnTo>
                  <a:lnTo>
                    <a:pt x="2894" y="553"/>
                  </a:lnTo>
                  <a:lnTo>
                    <a:pt x="2897" y="553"/>
                  </a:lnTo>
                  <a:lnTo>
                    <a:pt x="2897" y="550"/>
                  </a:lnTo>
                  <a:lnTo>
                    <a:pt x="2897" y="550"/>
                  </a:lnTo>
                  <a:lnTo>
                    <a:pt x="2897" y="548"/>
                  </a:lnTo>
                  <a:lnTo>
                    <a:pt x="2901" y="548"/>
                  </a:lnTo>
                  <a:lnTo>
                    <a:pt x="2901" y="548"/>
                  </a:lnTo>
                  <a:lnTo>
                    <a:pt x="2904" y="548"/>
                  </a:lnTo>
                  <a:lnTo>
                    <a:pt x="2904" y="546"/>
                  </a:lnTo>
                  <a:lnTo>
                    <a:pt x="2909" y="546"/>
                  </a:lnTo>
                  <a:lnTo>
                    <a:pt x="2909" y="548"/>
                  </a:lnTo>
                  <a:lnTo>
                    <a:pt x="2909" y="548"/>
                  </a:lnTo>
                  <a:lnTo>
                    <a:pt x="2909" y="548"/>
                  </a:lnTo>
                  <a:lnTo>
                    <a:pt x="2909" y="548"/>
                  </a:lnTo>
                  <a:lnTo>
                    <a:pt x="2909" y="550"/>
                  </a:lnTo>
                  <a:lnTo>
                    <a:pt x="2911" y="550"/>
                  </a:lnTo>
                  <a:lnTo>
                    <a:pt x="2911" y="550"/>
                  </a:lnTo>
                  <a:lnTo>
                    <a:pt x="2911" y="550"/>
                  </a:lnTo>
                  <a:lnTo>
                    <a:pt x="2911" y="553"/>
                  </a:lnTo>
                  <a:lnTo>
                    <a:pt x="2916" y="553"/>
                  </a:lnTo>
                  <a:lnTo>
                    <a:pt x="2916" y="550"/>
                  </a:lnTo>
                  <a:lnTo>
                    <a:pt x="2918" y="550"/>
                  </a:lnTo>
                  <a:lnTo>
                    <a:pt x="2918" y="550"/>
                  </a:lnTo>
                  <a:lnTo>
                    <a:pt x="2920" y="550"/>
                  </a:lnTo>
                  <a:lnTo>
                    <a:pt x="2920" y="548"/>
                  </a:lnTo>
                  <a:lnTo>
                    <a:pt x="2923" y="548"/>
                  </a:lnTo>
                  <a:lnTo>
                    <a:pt x="2923" y="548"/>
                  </a:lnTo>
                  <a:lnTo>
                    <a:pt x="2923" y="548"/>
                  </a:lnTo>
                  <a:lnTo>
                    <a:pt x="2923" y="543"/>
                  </a:lnTo>
                  <a:lnTo>
                    <a:pt x="2923" y="543"/>
                  </a:lnTo>
                  <a:lnTo>
                    <a:pt x="2923" y="541"/>
                  </a:lnTo>
                  <a:lnTo>
                    <a:pt x="2920" y="541"/>
                  </a:lnTo>
                  <a:lnTo>
                    <a:pt x="2920" y="534"/>
                  </a:lnTo>
                  <a:lnTo>
                    <a:pt x="2920" y="534"/>
                  </a:lnTo>
                  <a:lnTo>
                    <a:pt x="2920" y="531"/>
                  </a:lnTo>
                  <a:lnTo>
                    <a:pt x="2920" y="531"/>
                  </a:lnTo>
                  <a:lnTo>
                    <a:pt x="2920" y="534"/>
                  </a:lnTo>
                  <a:lnTo>
                    <a:pt x="2913" y="534"/>
                  </a:lnTo>
                  <a:lnTo>
                    <a:pt x="2913" y="534"/>
                  </a:lnTo>
                  <a:lnTo>
                    <a:pt x="2913" y="534"/>
                  </a:lnTo>
                  <a:lnTo>
                    <a:pt x="2913" y="534"/>
                  </a:lnTo>
                  <a:lnTo>
                    <a:pt x="2911" y="534"/>
                  </a:lnTo>
                  <a:lnTo>
                    <a:pt x="2911" y="527"/>
                  </a:lnTo>
                  <a:lnTo>
                    <a:pt x="2911" y="527"/>
                  </a:lnTo>
                  <a:lnTo>
                    <a:pt x="2911" y="524"/>
                  </a:lnTo>
                  <a:lnTo>
                    <a:pt x="2911" y="524"/>
                  </a:lnTo>
                  <a:lnTo>
                    <a:pt x="2911" y="522"/>
                  </a:lnTo>
                  <a:lnTo>
                    <a:pt x="2911" y="522"/>
                  </a:lnTo>
                  <a:lnTo>
                    <a:pt x="2911" y="517"/>
                  </a:lnTo>
                  <a:lnTo>
                    <a:pt x="2911" y="517"/>
                  </a:lnTo>
                  <a:lnTo>
                    <a:pt x="2911" y="517"/>
                  </a:lnTo>
                  <a:lnTo>
                    <a:pt x="2913" y="517"/>
                  </a:lnTo>
                  <a:lnTo>
                    <a:pt x="2913" y="515"/>
                  </a:lnTo>
                  <a:lnTo>
                    <a:pt x="2916" y="515"/>
                  </a:lnTo>
                  <a:lnTo>
                    <a:pt x="2916" y="515"/>
                  </a:lnTo>
                  <a:lnTo>
                    <a:pt x="2918" y="515"/>
                  </a:lnTo>
                  <a:lnTo>
                    <a:pt x="2918" y="515"/>
                  </a:lnTo>
                  <a:lnTo>
                    <a:pt x="2918" y="515"/>
                  </a:lnTo>
                  <a:lnTo>
                    <a:pt x="2918" y="512"/>
                  </a:lnTo>
                  <a:lnTo>
                    <a:pt x="2920" y="512"/>
                  </a:lnTo>
                  <a:lnTo>
                    <a:pt x="2920" y="510"/>
                  </a:lnTo>
                  <a:lnTo>
                    <a:pt x="2923" y="510"/>
                  </a:lnTo>
                  <a:lnTo>
                    <a:pt x="2923" y="508"/>
                  </a:lnTo>
                  <a:lnTo>
                    <a:pt x="2920" y="508"/>
                  </a:lnTo>
                  <a:lnTo>
                    <a:pt x="2920" y="505"/>
                  </a:lnTo>
                  <a:lnTo>
                    <a:pt x="2920" y="505"/>
                  </a:lnTo>
                  <a:lnTo>
                    <a:pt x="2920" y="505"/>
                  </a:lnTo>
                  <a:lnTo>
                    <a:pt x="2916" y="505"/>
                  </a:lnTo>
                  <a:lnTo>
                    <a:pt x="2916" y="505"/>
                  </a:lnTo>
                  <a:lnTo>
                    <a:pt x="2913" y="505"/>
                  </a:lnTo>
                  <a:lnTo>
                    <a:pt x="2913" y="503"/>
                  </a:lnTo>
                  <a:lnTo>
                    <a:pt x="2911" y="503"/>
                  </a:lnTo>
                  <a:lnTo>
                    <a:pt x="2911" y="503"/>
                  </a:lnTo>
                  <a:lnTo>
                    <a:pt x="2904" y="503"/>
                  </a:lnTo>
                  <a:lnTo>
                    <a:pt x="2904" y="503"/>
                  </a:lnTo>
                  <a:lnTo>
                    <a:pt x="2904" y="503"/>
                  </a:lnTo>
                  <a:lnTo>
                    <a:pt x="2904" y="505"/>
                  </a:lnTo>
                  <a:lnTo>
                    <a:pt x="2904" y="505"/>
                  </a:lnTo>
                  <a:lnTo>
                    <a:pt x="2904" y="505"/>
                  </a:lnTo>
                  <a:lnTo>
                    <a:pt x="2901" y="505"/>
                  </a:lnTo>
                  <a:lnTo>
                    <a:pt x="2901" y="505"/>
                  </a:lnTo>
                  <a:lnTo>
                    <a:pt x="2901" y="505"/>
                  </a:lnTo>
                  <a:lnTo>
                    <a:pt x="2901" y="505"/>
                  </a:lnTo>
                  <a:lnTo>
                    <a:pt x="2897" y="505"/>
                  </a:lnTo>
                  <a:lnTo>
                    <a:pt x="2897" y="505"/>
                  </a:lnTo>
                  <a:lnTo>
                    <a:pt x="2897" y="505"/>
                  </a:lnTo>
                  <a:lnTo>
                    <a:pt x="2897" y="503"/>
                  </a:lnTo>
                  <a:lnTo>
                    <a:pt x="2894" y="503"/>
                  </a:lnTo>
                  <a:lnTo>
                    <a:pt x="2894" y="503"/>
                  </a:lnTo>
                  <a:lnTo>
                    <a:pt x="2894" y="503"/>
                  </a:lnTo>
                  <a:lnTo>
                    <a:pt x="2894" y="496"/>
                  </a:lnTo>
                  <a:lnTo>
                    <a:pt x="2894" y="496"/>
                  </a:lnTo>
                  <a:lnTo>
                    <a:pt x="2894" y="496"/>
                  </a:lnTo>
                  <a:lnTo>
                    <a:pt x="2897" y="496"/>
                  </a:lnTo>
                  <a:lnTo>
                    <a:pt x="2897" y="493"/>
                  </a:lnTo>
                  <a:lnTo>
                    <a:pt x="2897" y="493"/>
                  </a:lnTo>
                  <a:lnTo>
                    <a:pt x="2897" y="491"/>
                  </a:lnTo>
                  <a:lnTo>
                    <a:pt x="2897" y="491"/>
                  </a:lnTo>
                  <a:lnTo>
                    <a:pt x="2897" y="491"/>
                  </a:lnTo>
                  <a:lnTo>
                    <a:pt x="2899" y="491"/>
                  </a:lnTo>
                  <a:lnTo>
                    <a:pt x="2899" y="489"/>
                  </a:lnTo>
                  <a:lnTo>
                    <a:pt x="2899" y="489"/>
                  </a:lnTo>
                  <a:lnTo>
                    <a:pt x="2899" y="489"/>
                  </a:lnTo>
                  <a:lnTo>
                    <a:pt x="2901" y="489"/>
                  </a:lnTo>
                  <a:lnTo>
                    <a:pt x="2901" y="486"/>
                  </a:lnTo>
                  <a:lnTo>
                    <a:pt x="2901" y="486"/>
                  </a:lnTo>
                  <a:lnTo>
                    <a:pt x="2901" y="486"/>
                  </a:lnTo>
                  <a:lnTo>
                    <a:pt x="2901" y="486"/>
                  </a:lnTo>
                  <a:lnTo>
                    <a:pt x="2901" y="486"/>
                  </a:lnTo>
                  <a:lnTo>
                    <a:pt x="2904" y="486"/>
                  </a:lnTo>
                  <a:lnTo>
                    <a:pt x="2904" y="484"/>
                  </a:lnTo>
                  <a:lnTo>
                    <a:pt x="2904" y="484"/>
                  </a:lnTo>
                  <a:lnTo>
                    <a:pt x="2904" y="484"/>
                  </a:lnTo>
                  <a:lnTo>
                    <a:pt x="2906" y="484"/>
                  </a:lnTo>
                  <a:lnTo>
                    <a:pt x="2906" y="482"/>
                  </a:lnTo>
                  <a:lnTo>
                    <a:pt x="2909" y="482"/>
                  </a:lnTo>
                  <a:lnTo>
                    <a:pt x="2909" y="482"/>
                  </a:lnTo>
                  <a:lnTo>
                    <a:pt x="2911" y="482"/>
                  </a:lnTo>
                  <a:lnTo>
                    <a:pt x="2911" y="479"/>
                  </a:lnTo>
                  <a:lnTo>
                    <a:pt x="2911" y="479"/>
                  </a:lnTo>
                  <a:lnTo>
                    <a:pt x="2911" y="479"/>
                  </a:lnTo>
                  <a:lnTo>
                    <a:pt x="2913" y="479"/>
                  </a:lnTo>
                  <a:lnTo>
                    <a:pt x="2913" y="477"/>
                  </a:lnTo>
                  <a:lnTo>
                    <a:pt x="2916" y="477"/>
                  </a:lnTo>
                  <a:lnTo>
                    <a:pt x="2916" y="477"/>
                  </a:lnTo>
                  <a:lnTo>
                    <a:pt x="2918" y="477"/>
                  </a:lnTo>
                  <a:lnTo>
                    <a:pt x="2918" y="474"/>
                  </a:lnTo>
                  <a:lnTo>
                    <a:pt x="2916" y="474"/>
                  </a:lnTo>
                  <a:lnTo>
                    <a:pt x="2916" y="474"/>
                  </a:lnTo>
                  <a:lnTo>
                    <a:pt x="2913" y="474"/>
                  </a:lnTo>
                  <a:lnTo>
                    <a:pt x="2913" y="472"/>
                  </a:lnTo>
                  <a:lnTo>
                    <a:pt x="2916" y="472"/>
                  </a:lnTo>
                  <a:lnTo>
                    <a:pt x="2916" y="474"/>
                  </a:lnTo>
                  <a:lnTo>
                    <a:pt x="2918" y="474"/>
                  </a:lnTo>
                  <a:lnTo>
                    <a:pt x="2918" y="474"/>
                  </a:lnTo>
                  <a:lnTo>
                    <a:pt x="2920" y="474"/>
                  </a:lnTo>
                  <a:lnTo>
                    <a:pt x="2920" y="474"/>
                  </a:lnTo>
                  <a:lnTo>
                    <a:pt x="2920" y="474"/>
                  </a:lnTo>
                  <a:lnTo>
                    <a:pt x="2920" y="472"/>
                  </a:lnTo>
                  <a:lnTo>
                    <a:pt x="2918" y="472"/>
                  </a:lnTo>
                  <a:lnTo>
                    <a:pt x="2918" y="470"/>
                  </a:lnTo>
                  <a:lnTo>
                    <a:pt x="2918" y="470"/>
                  </a:lnTo>
                  <a:lnTo>
                    <a:pt x="2918" y="470"/>
                  </a:lnTo>
                  <a:lnTo>
                    <a:pt x="2920" y="470"/>
                  </a:lnTo>
                  <a:lnTo>
                    <a:pt x="2920" y="470"/>
                  </a:lnTo>
                  <a:lnTo>
                    <a:pt x="2923" y="470"/>
                  </a:lnTo>
                  <a:lnTo>
                    <a:pt x="2923" y="470"/>
                  </a:lnTo>
                  <a:lnTo>
                    <a:pt x="2923" y="470"/>
                  </a:lnTo>
                  <a:lnTo>
                    <a:pt x="2923" y="465"/>
                  </a:lnTo>
                  <a:lnTo>
                    <a:pt x="2923" y="465"/>
                  </a:lnTo>
                  <a:lnTo>
                    <a:pt x="2923" y="465"/>
                  </a:lnTo>
                  <a:lnTo>
                    <a:pt x="2920" y="465"/>
                  </a:lnTo>
                  <a:lnTo>
                    <a:pt x="2920" y="463"/>
                  </a:lnTo>
                  <a:lnTo>
                    <a:pt x="2923" y="463"/>
                  </a:lnTo>
                  <a:lnTo>
                    <a:pt x="2923" y="460"/>
                  </a:lnTo>
                  <a:lnTo>
                    <a:pt x="2925" y="460"/>
                  </a:lnTo>
                  <a:lnTo>
                    <a:pt x="2925" y="458"/>
                  </a:lnTo>
                  <a:lnTo>
                    <a:pt x="2923" y="458"/>
                  </a:lnTo>
                  <a:lnTo>
                    <a:pt x="2923" y="455"/>
                  </a:lnTo>
                  <a:lnTo>
                    <a:pt x="2925" y="455"/>
                  </a:lnTo>
                  <a:lnTo>
                    <a:pt x="2925" y="455"/>
                  </a:lnTo>
                  <a:lnTo>
                    <a:pt x="2927" y="455"/>
                  </a:lnTo>
                  <a:lnTo>
                    <a:pt x="2927" y="453"/>
                  </a:lnTo>
                  <a:lnTo>
                    <a:pt x="2930" y="453"/>
                  </a:lnTo>
                  <a:lnTo>
                    <a:pt x="2930" y="455"/>
                  </a:lnTo>
                  <a:lnTo>
                    <a:pt x="2930" y="455"/>
                  </a:lnTo>
                  <a:lnTo>
                    <a:pt x="2930" y="453"/>
                  </a:lnTo>
                  <a:lnTo>
                    <a:pt x="2932" y="453"/>
                  </a:lnTo>
                  <a:lnTo>
                    <a:pt x="2932" y="451"/>
                  </a:lnTo>
                  <a:lnTo>
                    <a:pt x="2935" y="451"/>
                  </a:lnTo>
                  <a:lnTo>
                    <a:pt x="2935" y="451"/>
                  </a:lnTo>
                  <a:lnTo>
                    <a:pt x="2937" y="451"/>
                  </a:lnTo>
                  <a:lnTo>
                    <a:pt x="2937" y="451"/>
                  </a:lnTo>
                  <a:lnTo>
                    <a:pt x="2937" y="451"/>
                  </a:lnTo>
                  <a:lnTo>
                    <a:pt x="2937" y="453"/>
                  </a:lnTo>
                  <a:lnTo>
                    <a:pt x="2937" y="453"/>
                  </a:lnTo>
                  <a:lnTo>
                    <a:pt x="2937" y="455"/>
                  </a:lnTo>
                  <a:lnTo>
                    <a:pt x="2942" y="455"/>
                  </a:lnTo>
                  <a:lnTo>
                    <a:pt x="2942" y="453"/>
                  </a:lnTo>
                  <a:lnTo>
                    <a:pt x="2942" y="453"/>
                  </a:lnTo>
                  <a:lnTo>
                    <a:pt x="2942" y="451"/>
                  </a:lnTo>
                  <a:lnTo>
                    <a:pt x="2944" y="451"/>
                  </a:lnTo>
                  <a:lnTo>
                    <a:pt x="2944" y="448"/>
                  </a:lnTo>
                  <a:lnTo>
                    <a:pt x="2944" y="448"/>
                  </a:lnTo>
                  <a:lnTo>
                    <a:pt x="2944" y="448"/>
                  </a:lnTo>
                  <a:lnTo>
                    <a:pt x="2949" y="448"/>
                  </a:lnTo>
                  <a:lnTo>
                    <a:pt x="2949" y="448"/>
                  </a:lnTo>
                  <a:lnTo>
                    <a:pt x="2949" y="448"/>
                  </a:lnTo>
                  <a:lnTo>
                    <a:pt x="2949" y="451"/>
                  </a:lnTo>
                  <a:lnTo>
                    <a:pt x="2951" y="451"/>
                  </a:lnTo>
                  <a:lnTo>
                    <a:pt x="2951" y="453"/>
                  </a:lnTo>
                  <a:lnTo>
                    <a:pt x="2954" y="453"/>
                  </a:lnTo>
                  <a:lnTo>
                    <a:pt x="2954" y="455"/>
                  </a:lnTo>
                  <a:lnTo>
                    <a:pt x="2954" y="455"/>
                  </a:lnTo>
                  <a:lnTo>
                    <a:pt x="2954" y="455"/>
                  </a:lnTo>
                  <a:lnTo>
                    <a:pt x="2956" y="455"/>
                  </a:lnTo>
                  <a:lnTo>
                    <a:pt x="2956" y="455"/>
                  </a:lnTo>
                  <a:lnTo>
                    <a:pt x="2958" y="455"/>
                  </a:lnTo>
                  <a:lnTo>
                    <a:pt x="2958" y="455"/>
                  </a:lnTo>
                  <a:lnTo>
                    <a:pt x="2961" y="455"/>
                  </a:lnTo>
                  <a:lnTo>
                    <a:pt x="2961" y="453"/>
                  </a:lnTo>
                  <a:lnTo>
                    <a:pt x="2961" y="453"/>
                  </a:lnTo>
                  <a:lnTo>
                    <a:pt x="2961" y="453"/>
                  </a:lnTo>
                  <a:lnTo>
                    <a:pt x="2963" y="453"/>
                  </a:lnTo>
                  <a:lnTo>
                    <a:pt x="2963" y="451"/>
                  </a:lnTo>
                  <a:lnTo>
                    <a:pt x="2963" y="451"/>
                  </a:lnTo>
                  <a:lnTo>
                    <a:pt x="2963" y="448"/>
                  </a:lnTo>
                  <a:lnTo>
                    <a:pt x="2963" y="448"/>
                  </a:lnTo>
                  <a:lnTo>
                    <a:pt x="2963" y="448"/>
                  </a:lnTo>
                  <a:lnTo>
                    <a:pt x="2965" y="448"/>
                  </a:lnTo>
                  <a:lnTo>
                    <a:pt x="2965" y="446"/>
                  </a:lnTo>
                  <a:lnTo>
                    <a:pt x="2968" y="446"/>
                  </a:lnTo>
                  <a:lnTo>
                    <a:pt x="2968" y="446"/>
                  </a:lnTo>
                  <a:lnTo>
                    <a:pt x="2970" y="446"/>
                  </a:lnTo>
                  <a:lnTo>
                    <a:pt x="2970" y="446"/>
                  </a:lnTo>
                  <a:lnTo>
                    <a:pt x="2972" y="446"/>
                  </a:lnTo>
                  <a:lnTo>
                    <a:pt x="2972" y="444"/>
                  </a:lnTo>
                  <a:lnTo>
                    <a:pt x="2975" y="444"/>
                  </a:lnTo>
                  <a:lnTo>
                    <a:pt x="2975" y="444"/>
                  </a:lnTo>
                  <a:lnTo>
                    <a:pt x="2977" y="444"/>
                  </a:lnTo>
                  <a:lnTo>
                    <a:pt x="2977" y="441"/>
                  </a:lnTo>
                  <a:lnTo>
                    <a:pt x="2980" y="441"/>
                  </a:lnTo>
                  <a:lnTo>
                    <a:pt x="2980" y="441"/>
                  </a:lnTo>
                  <a:lnTo>
                    <a:pt x="2982" y="441"/>
                  </a:lnTo>
                  <a:lnTo>
                    <a:pt x="2982" y="439"/>
                  </a:lnTo>
                  <a:lnTo>
                    <a:pt x="2984" y="439"/>
                  </a:lnTo>
                  <a:lnTo>
                    <a:pt x="2984" y="441"/>
                  </a:lnTo>
                  <a:lnTo>
                    <a:pt x="2984" y="441"/>
                  </a:lnTo>
                  <a:lnTo>
                    <a:pt x="2984" y="441"/>
                  </a:lnTo>
                  <a:lnTo>
                    <a:pt x="2984" y="441"/>
                  </a:lnTo>
                  <a:lnTo>
                    <a:pt x="2984" y="446"/>
                  </a:lnTo>
                  <a:lnTo>
                    <a:pt x="2982" y="446"/>
                  </a:lnTo>
                  <a:lnTo>
                    <a:pt x="2982" y="448"/>
                  </a:lnTo>
                  <a:lnTo>
                    <a:pt x="2982" y="448"/>
                  </a:lnTo>
                  <a:lnTo>
                    <a:pt x="2982" y="451"/>
                  </a:lnTo>
                  <a:lnTo>
                    <a:pt x="2982" y="451"/>
                  </a:lnTo>
                  <a:lnTo>
                    <a:pt x="2982" y="455"/>
                  </a:lnTo>
                  <a:lnTo>
                    <a:pt x="2987" y="455"/>
                  </a:lnTo>
                  <a:lnTo>
                    <a:pt x="2987" y="455"/>
                  </a:lnTo>
                  <a:lnTo>
                    <a:pt x="2987" y="455"/>
                  </a:lnTo>
                  <a:lnTo>
                    <a:pt x="2987" y="453"/>
                  </a:lnTo>
                  <a:lnTo>
                    <a:pt x="2989" y="453"/>
                  </a:lnTo>
                  <a:lnTo>
                    <a:pt x="2989" y="453"/>
                  </a:lnTo>
                  <a:lnTo>
                    <a:pt x="2989" y="453"/>
                  </a:lnTo>
                  <a:lnTo>
                    <a:pt x="2989" y="451"/>
                  </a:lnTo>
                  <a:lnTo>
                    <a:pt x="2991" y="451"/>
                  </a:lnTo>
                  <a:lnTo>
                    <a:pt x="2991" y="451"/>
                  </a:lnTo>
                  <a:lnTo>
                    <a:pt x="2994" y="451"/>
                  </a:lnTo>
                  <a:lnTo>
                    <a:pt x="2994" y="448"/>
                  </a:lnTo>
                  <a:lnTo>
                    <a:pt x="2994" y="448"/>
                  </a:lnTo>
                  <a:lnTo>
                    <a:pt x="2994" y="448"/>
                  </a:lnTo>
                  <a:lnTo>
                    <a:pt x="2996" y="448"/>
                  </a:lnTo>
                  <a:lnTo>
                    <a:pt x="2996" y="446"/>
                  </a:lnTo>
                  <a:lnTo>
                    <a:pt x="2998" y="446"/>
                  </a:lnTo>
                  <a:lnTo>
                    <a:pt x="2998" y="446"/>
                  </a:lnTo>
                  <a:lnTo>
                    <a:pt x="2998" y="446"/>
                  </a:lnTo>
                  <a:lnTo>
                    <a:pt x="2998" y="444"/>
                  </a:lnTo>
                  <a:lnTo>
                    <a:pt x="3001" y="444"/>
                  </a:lnTo>
                  <a:lnTo>
                    <a:pt x="3001" y="444"/>
                  </a:lnTo>
                  <a:lnTo>
                    <a:pt x="3003" y="444"/>
                  </a:lnTo>
                  <a:lnTo>
                    <a:pt x="3003" y="441"/>
                  </a:lnTo>
                  <a:lnTo>
                    <a:pt x="3008" y="441"/>
                  </a:lnTo>
                  <a:lnTo>
                    <a:pt x="3008" y="441"/>
                  </a:lnTo>
                  <a:lnTo>
                    <a:pt x="3010" y="441"/>
                  </a:lnTo>
                  <a:lnTo>
                    <a:pt x="3010" y="439"/>
                  </a:lnTo>
                  <a:lnTo>
                    <a:pt x="3015" y="439"/>
                  </a:lnTo>
                  <a:lnTo>
                    <a:pt x="3015" y="439"/>
                  </a:lnTo>
                  <a:lnTo>
                    <a:pt x="3017" y="439"/>
                  </a:lnTo>
                  <a:lnTo>
                    <a:pt x="3017" y="436"/>
                  </a:lnTo>
                  <a:lnTo>
                    <a:pt x="3022" y="436"/>
                  </a:lnTo>
                  <a:lnTo>
                    <a:pt x="3022" y="436"/>
                  </a:lnTo>
                  <a:lnTo>
                    <a:pt x="3027" y="436"/>
                  </a:lnTo>
                  <a:lnTo>
                    <a:pt x="3027" y="436"/>
                  </a:lnTo>
                  <a:lnTo>
                    <a:pt x="3034" y="436"/>
                  </a:lnTo>
                  <a:lnTo>
                    <a:pt x="3034" y="436"/>
                  </a:lnTo>
                  <a:lnTo>
                    <a:pt x="3048" y="436"/>
                  </a:lnTo>
                  <a:lnTo>
                    <a:pt x="3048" y="436"/>
                  </a:lnTo>
                  <a:lnTo>
                    <a:pt x="3053" y="436"/>
                  </a:lnTo>
                  <a:lnTo>
                    <a:pt x="3053" y="439"/>
                  </a:lnTo>
                  <a:lnTo>
                    <a:pt x="3055" y="439"/>
                  </a:lnTo>
                  <a:lnTo>
                    <a:pt x="3055" y="439"/>
                  </a:lnTo>
                  <a:lnTo>
                    <a:pt x="3058" y="439"/>
                  </a:lnTo>
                  <a:lnTo>
                    <a:pt x="3058" y="441"/>
                  </a:lnTo>
                  <a:lnTo>
                    <a:pt x="3060" y="441"/>
                  </a:lnTo>
                  <a:lnTo>
                    <a:pt x="3060" y="444"/>
                  </a:lnTo>
                  <a:lnTo>
                    <a:pt x="3060" y="444"/>
                  </a:lnTo>
                  <a:lnTo>
                    <a:pt x="3060" y="444"/>
                  </a:lnTo>
                  <a:lnTo>
                    <a:pt x="3062" y="444"/>
                  </a:lnTo>
                  <a:lnTo>
                    <a:pt x="3062" y="446"/>
                  </a:lnTo>
                  <a:lnTo>
                    <a:pt x="3062" y="446"/>
                  </a:lnTo>
                  <a:lnTo>
                    <a:pt x="3062" y="446"/>
                  </a:lnTo>
                  <a:lnTo>
                    <a:pt x="3062" y="446"/>
                  </a:lnTo>
                  <a:lnTo>
                    <a:pt x="3062" y="448"/>
                  </a:lnTo>
                  <a:lnTo>
                    <a:pt x="3067" y="448"/>
                  </a:lnTo>
                  <a:lnTo>
                    <a:pt x="3067" y="451"/>
                  </a:lnTo>
                  <a:lnTo>
                    <a:pt x="3067" y="451"/>
                  </a:lnTo>
                  <a:lnTo>
                    <a:pt x="3067" y="451"/>
                  </a:lnTo>
                  <a:lnTo>
                    <a:pt x="3069" y="451"/>
                  </a:lnTo>
                  <a:lnTo>
                    <a:pt x="3069" y="453"/>
                  </a:lnTo>
                  <a:lnTo>
                    <a:pt x="3074" y="453"/>
                  </a:lnTo>
                  <a:lnTo>
                    <a:pt x="3074" y="448"/>
                  </a:lnTo>
                  <a:lnTo>
                    <a:pt x="3077" y="448"/>
                  </a:lnTo>
                  <a:lnTo>
                    <a:pt x="3077" y="446"/>
                  </a:lnTo>
                  <a:lnTo>
                    <a:pt x="3077" y="446"/>
                  </a:lnTo>
                  <a:lnTo>
                    <a:pt x="3077" y="444"/>
                  </a:lnTo>
                  <a:lnTo>
                    <a:pt x="3079" y="444"/>
                  </a:lnTo>
                  <a:lnTo>
                    <a:pt x="3079" y="444"/>
                  </a:lnTo>
                  <a:lnTo>
                    <a:pt x="3081" y="444"/>
                  </a:lnTo>
                  <a:lnTo>
                    <a:pt x="3081" y="441"/>
                  </a:lnTo>
                  <a:lnTo>
                    <a:pt x="3081" y="441"/>
                  </a:lnTo>
                  <a:lnTo>
                    <a:pt x="3081" y="439"/>
                  </a:lnTo>
                  <a:lnTo>
                    <a:pt x="3084" y="439"/>
                  </a:lnTo>
                  <a:lnTo>
                    <a:pt x="3084" y="439"/>
                  </a:lnTo>
                  <a:lnTo>
                    <a:pt x="3086" y="439"/>
                  </a:lnTo>
                  <a:lnTo>
                    <a:pt x="3086" y="436"/>
                  </a:lnTo>
                  <a:lnTo>
                    <a:pt x="3088" y="436"/>
                  </a:lnTo>
                  <a:lnTo>
                    <a:pt x="3088" y="436"/>
                  </a:lnTo>
                  <a:lnTo>
                    <a:pt x="3093" y="436"/>
                  </a:lnTo>
                  <a:lnTo>
                    <a:pt x="3093" y="436"/>
                  </a:lnTo>
                  <a:lnTo>
                    <a:pt x="3096" y="436"/>
                  </a:lnTo>
                  <a:lnTo>
                    <a:pt x="3096" y="434"/>
                  </a:lnTo>
                  <a:lnTo>
                    <a:pt x="3096" y="434"/>
                  </a:lnTo>
                  <a:lnTo>
                    <a:pt x="3096" y="434"/>
                  </a:lnTo>
                  <a:lnTo>
                    <a:pt x="3098" y="434"/>
                  </a:lnTo>
                  <a:lnTo>
                    <a:pt x="3098" y="432"/>
                  </a:lnTo>
                  <a:lnTo>
                    <a:pt x="3100" y="432"/>
                  </a:lnTo>
                  <a:lnTo>
                    <a:pt x="3100" y="429"/>
                  </a:lnTo>
                  <a:lnTo>
                    <a:pt x="3103" y="429"/>
                  </a:lnTo>
                  <a:lnTo>
                    <a:pt x="3103" y="429"/>
                  </a:lnTo>
                  <a:lnTo>
                    <a:pt x="3103" y="429"/>
                  </a:lnTo>
                  <a:lnTo>
                    <a:pt x="3103" y="429"/>
                  </a:lnTo>
                  <a:lnTo>
                    <a:pt x="3107" y="429"/>
                  </a:lnTo>
                  <a:lnTo>
                    <a:pt x="3107" y="429"/>
                  </a:lnTo>
                  <a:lnTo>
                    <a:pt x="3110" y="429"/>
                  </a:lnTo>
                  <a:lnTo>
                    <a:pt x="3110" y="427"/>
                  </a:lnTo>
                  <a:lnTo>
                    <a:pt x="3112" y="427"/>
                  </a:lnTo>
                  <a:lnTo>
                    <a:pt x="3112" y="427"/>
                  </a:lnTo>
                  <a:lnTo>
                    <a:pt x="3114" y="427"/>
                  </a:lnTo>
                  <a:lnTo>
                    <a:pt x="3114" y="425"/>
                  </a:lnTo>
                  <a:lnTo>
                    <a:pt x="3119" y="425"/>
                  </a:lnTo>
                  <a:lnTo>
                    <a:pt x="3119" y="422"/>
                  </a:lnTo>
                  <a:lnTo>
                    <a:pt x="3117" y="422"/>
                  </a:lnTo>
                  <a:lnTo>
                    <a:pt x="3117" y="420"/>
                  </a:lnTo>
                  <a:lnTo>
                    <a:pt x="3119" y="420"/>
                  </a:lnTo>
                  <a:lnTo>
                    <a:pt x="3119" y="422"/>
                  </a:lnTo>
                  <a:lnTo>
                    <a:pt x="3122" y="422"/>
                  </a:lnTo>
                  <a:lnTo>
                    <a:pt x="3122" y="420"/>
                  </a:lnTo>
                  <a:lnTo>
                    <a:pt x="3124" y="420"/>
                  </a:lnTo>
                  <a:lnTo>
                    <a:pt x="3124" y="420"/>
                  </a:lnTo>
                  <a:lnTo>
                    <a:pt x="3124" y="420"/>
                  </a:lnTo>
                  <a:lnTo>
                    <a:pt x="3124" y="418"/>
                  </a:lnTo>
                  <a:lnTo>
                    <a:pt x="3129" y="418"/>
                  </a:lnTo>
                  <a:lnTo>
                    <a:pt x="3129" y="415"/>
                  </a:lnTo>
                  <a:lnTo>
                    <a:pt x="3129" y="415"/>
                  </a:lnTo>
                  <a:lnTo>
                    <a:pt x="3129" y="415"/>
                  </a:lnTo>
                  <a:lnTo>
                    <a:pt x="3126" y="415"/>
                  </a:lnTo>
                  <a:lnTo>
                    <a:pt x="3126" y="415"/>
                  </a:lnTo>
                  <a:lnTo>
                    <a:pt x="3126" y="415"/>
                  </a:lnTo>
                  <a:lnTo>
                    <a:pt x="3126" y="413"/>
                  </a:lnTo>
                  <a:lnTo>
                    <a:pt x="3129" y="413"/>
                  </a:lnTo>
                  <a:lnTo>
                    <a:pt x="3129" y="415"/>
                  </a:lnTo>
                  <a:lnTo>
                    <a:pt x="3129" y="415"/>
                  </a:lnTo>
                  <a:lnTo>
                    <a:pt x="3129" y="415"/>
                  </a:lnTo>
                  <a:lnTo>
                    <a:pt x="3136" y="415"/>
                  </a:lnTo>
                  <a:lnTo>
                    <a:pt x="3136" y="415"/>
                  </a:lnTo>
                  <a:lnTo>
                    <a:pt x="3136" y="415"/>
                  </a:lnTo>
                  <a:lnTo>
                    <a:pt x="3136" y="413"/>
                  </a:lnTo>
                  <a:lnTo>
                    <a:pt x="3141" y="413"/>
                  </a:lnTo>
                  <a:lnTo>
                    <a:pt x="3141" y="410"/>
                  </a:lnTo>
                  <a:lnTo>
                    <a:pt x="3141" y="410"/>
                  </a:lnTo>
                  <a:lnTo>
                    <a:pt x="3141" y="406"/>
                  </a:lnTo>
                  <a:lnTo>
                    <a:pt x="3145" y="406"/>
                  </a:lnTo>
                  <a:lnTo>
                    <a:pt x="3145" y="408"/>
                  </a:lnTo>
                  <a:lnTo>
                    <a:pt x="3148" y="408"/>
                  </a:lnTo>
                  <a:lnTo>
                    <a:pt x="3148" y="408"/>
                  </a:lnTo>
                  <a:lnTo>
                    <a:pt x="3150" y="408"/>
                  </a:lnTo>
                  <a:lnTo>
                    <a:pt x="3150" y="408"/>
                  </a:lnTo>
                  <a:lnTo>
                    <a:pt x="3152" y="408"/>
                  </a:lnTo>
                  <a:lnTo>
                    <a:pt x="3152" y="406"/>
                  </a:lnTo>
                  <a:lnTo>
                    <a:pt x="3152" y="406"/>
                  </a:lnTo>
                  <a:lnTo>
                    <a:pt x="3152" y="406"/>
                  </a:lnTo>
                  <a:lnTo>
                    <a:pt x="3155" y="406"/>
                  </a:lnTo>
                  <a:lnTo>
                    <a:pt x="3155" y="406"/>
                  </a:lnTo>
                  <a:lnTo>
                    <a:pt x="3167" y="406"/>
                  </a:lnTo>
                  <a:lnTo>
                    <a:pt x="3167" y="403"/>
                  </a:lnTo>
                  <a:lnTo>
                    <a:pt x="3167" y="403"/>
                  </a:lnTo>
                  <a:lnTo>
                    <a:pt x="3167" y="403"/>
                  </a:lnTo>
                  <a:lnTo>
                    <a:pt x="3169" y="403"/>
                  </a:lnTo>
                  <a:lnTo>
                    <a:pt x="3169" y="401"/>
                  </a:lnTo>
                  <a:lnTo>
                    <a:pt x="3174" y="401"/>
                  </a:lnTo>
                  <a:lnTo>
                    <a:pt x="3174" y="401"/>
                  </a:lnTo>
                  <a:lnTo>
                    <a:pt x="3176" y="401"/>
                  </a:lnTo>
                  <a:lnTo>
                    <a:pt x="3176" y="399"/>
                  </a:lnTo>
                  <a:lnTo>
                    <a:pt x="3181" y="399"/>
                  </a:lnTo>
                  <a:lnTo>
                    <a:pt x="3181" y="399"/>
                  </a:lnTo>
                  <a:lnTo>
                    <a:pt x="3181" y="399"/>
                  </a:lnTo>
                  <a:lnTo>
                    <a:pt x="3181" y="396"/>
                  </a:lnTo>
                  <a:lnTo>
                    <a:pt x="3183" y="396"/>
                  </a:lnTo>
                  <a:lnTo>
                    <a:pt x="3183" y="396"/>
                  </a:lnTo>
                  <a:lnTo>
                    <a:pt x="3188" y="396"/>
                  </a:lnTo>
                  <a:lnTo>
                    <a:pt x="3188" y="396"/>
                  </a:lnTo>
                  <a:lnTo>
                    <a:pt x="3190" y="396"/>
                  </a:lnTo>
                  <a:lnTo>
                    <a:pt x="3190" y="394"/>
                  </a:lnTo>
                  <a:lnTo>
                    <a:pt x="3195" y="394"/>
                  </a:lnTo>
                  <a:lnTo>
                    <a:pt x="3195" y="394"/>
                  </a:lnTo>
                  <a:lnTo>
                    <a:pt x="3202" y="394"/>
                  </a:lnTo>
                  <a:lnTo>
                    <a:pt x="3202" y="391"/>
                  </a:lnTo>
                  <a:lnTo>
                    <a:pt x="3202" y="391"/>
                  </a:lnTo>
                  <a:lnTo>
                    <a:pt x="3202" y="391"/>
                  </a:lnTo>
                  <a:lnTo>
                    <a:pt x="3204" y="391"/>
                  </a:lnTo>
                  <a:lnTo>
                    <a:pt x="3204" y="389"/>
                  </a:lnTo>
                  <a:lnTo>
                    <a:pt x="3207" y="389"/>
                  </a:lnTo>
                  <a:lnTo>
                    <a:pt x="3207" y="389"/>
                  </a:lnTo>
                  <a:lnTo>
                    <a:pt x="3209" y="389"/>
                  </a:lnTo>
                  <a:lnTo>
                    <a:pt x="3209" y="387"/>
                  </a:lnTo>
                  <a:lnTo>
                    <a:pt x="3214" y="387"/>
                  </a:lnTo>
                  <a:lnTo>
                    <a:pt x="3214" y="387"/>
                  </a:lnTo>
                  <a:lnTo>
                    <a:pt x="3221" y="387"/>
                  </a:lnTo>
                  <a:lnTo>
                    <a:pt x="3221" y="387"/>
                  </a:lnTo>
                  <a:lnTo>
                    <a:pt x="3233" y="387"/>
                  </a:lnTo>
                  <a:lnTo>
                    <a:pt x="3233" y="387"/>
                  </a:lnTo>
                  <a:lnTo>
                    <a:pt x="3240" y="387"/>
                  </a:lnTo>
                  <a:lnTo>
                    <a:pt x="3240" y="387"/>
                  </a:lnTo>
                  <a:lnTo>
                    <a:pt x="3242" y="387"/>
                  </a:lnTo>
                  <a:lnTo>
                    <a:pt x="3242" y="389"/>
                  </a:lnTo>
                  <a:lnTo>
                    <a:pt x="3247" y="389"/>
                  </a:lnTo>
                  <a:lnTo>
                    <a:pt x="3247" y="389"/>
                  </a:lnTo>
                  <a:lnTo>
                    <a:pt x="3254" y="389"/>
                  </a:lnTo>
                  <a:lnTo>
                    <a:pt x="3254" y="391"/>
                  </a:lnTo>
                  <a:lnTo>
                    <a:pt x="3259" y="391"/>
                  </a:lnTo>
                  <a:lnTo>
                    <a:pt x="3259" y="391"/>
                  </a:lnTo>
                  <a:lnTo>
                    <a:pt x="3259" y="391"/>
                  </a:lnTo>
                  <a:lnTo>
                    <a:pt x="3259" y="394"/>
                  </a:lnTo>
                  <a:lnTo>
                    <a:pt x="3261" y="394"/>
                  </a:lnTo>
                  <a:lnTo>
                    <a:pt x="3261" y="391"/>
                  </a:lnTo>
                  <a:lnTo>
                    <a:pt x="3264" y="391"/>
                  </a:lnTo>
                  <a:lnTo>
                    <a:pt x="3264" y="389"/>
                  </a:lnTo>
                  <a:lnTo>
                    <a:pt x="3261" y="389"/>
                  </a:lnTo>
                  <a:lnTo>
                    <a:pt x="3261" y="387"/>
                  </a:lnTo>
                  <a:lnTo>
                    <a:pt x="3268" y="387"/>
                  </a:lnTo>
                  <a:lnTo>
                    <a:pt x="3268" y="387"/>
                  </a:lnTo>
                  <a:lnTo>
                    <a:pt x="3268" y="387"/>
                  </a:lnTo>
                  <a:lnTo>
                    <a:pt x="3268" y="384"/>
                  </a:lnTo>
                  <a:lnTo>
                    <a:pt x="3273" y="384"/>
                  </a:lnTo>
                  <a:lnTo>
                    <a:pt x="3273" y="382"/>
                  </a:lnTo>
                  <a:lnTo>
                    <a:pt x="3273" y="382"/>
                  </a:lnTo>
                  <a:lnTo>
                    <a:pt x="3273" y="382"/>
                  </a:lnTo>
                  <a:lnTo>
                    <a:pt x="3273" y="382"/>
                  </a:lnTo>
                  <a:lnTo>
                    <a:pt x="3273" y="377"/>
                  </a:lnTo>
                  <a:lnTo>
                    <a:pt x="3271" y="377"/>
                  </a:lnTo>
                  <a:lnTo>
                    <a:pt x="3271" y="377"/>
                  </a:lnTo>
                  <a:lnTo>
                    <a:pt x="3266" y="377"/>
                  </a:lnTo>
                  <a:lnTo>
                    <a:pt x="3266" y="377"/>
                  </a:lnTo>
                  <a:lnTo>
                    <a:pt x="3266" y="377"/>
                  </a:lnTo>
                  <a:lnTo>
                    <a:pt x="3266" y="375"/>
                  </a:lnTo>
                  <a:lnTo>
                    <a:pt x="3264" y="375"/>
                  </a:lnTo>
                  <a:lnTo>
                    <a:pt x="3264" y="375"/>
                  </a:lnTo>
                  <a:lnTo>
                    <a:pt x="3266" y="375"/>
                  </a:lnTo>
                  <a:lnTo>
                    <a:pt x="3266" y="373"/>
                  </a:lnTo>
                  <a:lnTo>
                    <a:pt x="3268" y="373"/>
                  </a:lnTo>
                  <a:lnTo>
                    <a:pt x="3268" y="373"/>
                  </a:lnTo>
                  <a:lnTo>
                    <a:pt x="3268" y="373"/>
                  </a:lnTo>
                  <a:lnTo>
                    <a:pt x="3268" y="370"/>
                  </a:lnTo>
                  <a:lnTo>
                    <a:pt x="3266" y="370"/>
                  </a:lnTo>
                  <a:lnTo>
                    <a:pt x="3266" y="368"/>
                  </a:lnTo>
                  <a:lnTo>
                    <a:pt x="3264" y="368"/>
                  </a:lnTo>
                  <a:lnTo>
                    <a:pt x="3264" y="368"/>
                  </a:lnTo>
                  <a:lnTo>
                    <a:pt x="3261" y="368"/>
                  </a:lnTo>
                  <a:lnTo>
                    <a:pt x="3261" y="368"/>
                  </a:lnTo>
                  <a:lnTo>
                    <a:pt x="3261" y="368"/>
                  </a:lnTo>
                  <a:lnTo>
                    <a:pt x="3261" y="365"/>
                  </a:lnTo>
                  <a:lnTo>
                    <a:pt x="3259" y="365"/>
                  </a:lnTo>
                  <a:lnTo>
                    <a:pt x="3259" y="365"/>
                  </a:lnTo>
                  <a:lnTo>
                    <a:pt x="3256" y="365"/>
                  </a:lnTo>
                  <a:lnTo>
                    <a:pt x="3256" y="363"/>
                  </a:lnTo>
                  <a:lnTo>
                    <a:pt x="3256" y="363"/>
                  </a:lnTo>
                  <a:lnTo>
                    <a:pt x="3256" y="363"/>
                  </a:lnTo>
                  <a:lnTo>
                    <a:pt x="3256" y="363"/>
                  </a:lnTo>
                  <a:lnTo>
                    <a:pt x="3256" y="361"/>
                  </a:lnTo>
                  <a:lnTo>
                    <a:pt x="3254" y="361"/>
                  </a:lnTo>
                  <a:lnTo>
                    <a:pt x="3254" y="356"/>
                  </a:lnTo>
                  <a:lnTo>
                    <a:pt x="3254" y="356"/>
                  </a:lnTo>
                  <a:lnTo>
                    <a:pt x="3254" y="354"/>
                  </a:lnTo>
                  <a:lnTo>
                    <a:pt x="3254" y="354"/>
                  </a:lnTo>
                  <a:lnTo>
                    <a:pt x="3254" y="351"/>
                  </a:lnTo>
                  <a:lnTo>
                    <a:pt x="3252" y="351"/>
                  </a:lnTo>
                  <a:lnTo>
                    <a:pt x="3252" y="346"/>
                  </a:lnTo>
                  <a:lnTo>
                    <a:pt x="3252" y="346"/>
                  </a:lnTo>
                  <a:lnTo>
                    <a:pt x="3252" y="346"/>
                  </a:lnTo>
                  <a:lnTo>
                    <a:pt x="3249" y="346"/>
                  </a:lnTo>
                  <a:lnTo>
                    <a:pt x="3249" y="346"/>
                  </a:lnTo>
                  <a:lnTo>
                    <a:pt x="3249" y="346"/>
                  </a:lnTo>
                  <a:lnTo>
                    <a:pt x="3249" y="344"/>
                  </a:lnTo>
                  <a:lnTo>
                    <a:pt x="3247" y="344"/>
                  </a:lnTo>
                  <a:lnTo>
                    <a:pt x="3247" y="342"/>
                  </a:lnTo>
                  <a:lnTo>
                    <a:pt x="3247" y="342"/>
                  </a:lnTo>
                  <a:lnTo>
                    <a:pt x="3247" y="339"/>
                  </a:lnTo>
                  <a:lnTo>
                    <a:pt x="3245" y="339"/>
                  </a:lnTo>
                  <a:lnTo>
                    <a:pt x="3245" y="339"/>
                  </a:lnTo>
                  <a:lnTo>
                    <a:pt x="3245" y="339"/>
                  </a:lnTo>
                  <a:lnTo>
                    <a:pt x="3245" y="337"/>
                  </a:lnTo>
                  <a:lnTo>
                    <a:pt x="3242" y="337"/>
                  </a:lnTo>
                  <a:lnTo>
                    <a:pt x="3242" y="337"/>
                  </a:lnTo>
                  <a:lnTo>
                    <a:pt x="3242" y="337"/>
                  </a:lnTo>
                  <a:lnTo>
                    <a:pt x="3242" y="339"/>
                  </a:lnTo>
                  <a:lnTo>
                    <a:pt x="3242" y="339"/>
                  </a:lnTo>
                  <a:lnTo>
                    <a:pt x="3242" y="339"/>
                  </a:lnTo>
                  <a:lnTo>
                    <a:pt x="3242" y="339"/>
                  </a:lnTo>
                  <a:lnTo>
                    <a:pt x="3242" y="342"/>
                  </a:lnTo>
                  <a:lnTo>
                    <a:pt x="3240" y="342"/>
                  </a:lnTo>
                  <a:lnTo>
                    <a:pt x="3240" y="342"/>
                  </a:lnTo>
                  <a:lnTo>
                    <a:pt x="3240" y="342"/>
                  </a:lnTo>
                  <a:lnTo>
                    <a:pt x="3240" y="344"/>
                  </a:lnTo>
                  <a:lnTo>
                    <a:pt x="3238" y="344"/>
                  </a:lnTo>
                  <a:lnTo>
                    <a:pt x="3238" y="342"/>
                  </a:lnTo>
                  <a:lnTo>
                    <a:pt x="3233" y="342"/>
                  </a:lnTo>
                  <a:lnTo>
                    <a:pt x="3233" y="342"/>
                  </a:lnTo>
                  <a:lnTo>
                    <a:pt x="3230" y="342"/>
                  </a:lnTo>
                  <a:lnTo>
                    <a:pt x="3230" y="339"/>
                  </a:lnTo>
                  <a:lnTo>
                    <a:pt x="3230" y="339"/>
                  </a:lnTo>
                  <a:lnTo>
                    <a:pt x="3230" y="339"/>
                  </a:lnTo>
                  <a:lnTo>
                    <a:pt x="3228" y="339"/>
                  </a:lnTo>
                  <a:lnTo>
                    <a:pt x="3228" y="337"/>
                  </a:lnTo>
                  <a:lnTo>
                    <a:pt x="3226" y="337"/>
                  </a:lnTo>
                  <a:lnTo>
                    <a:pt x="3226" y="337"/>
                  </a:lnTo>
                  <a:lnTo>
                    <a:pt x="3226" y="337"/>
                  </a:lnTo>
                  <a:lnTo>
                    <a:pt x="3226" y="335"/>
                  </a:lnTo>
                  <a:lnTo>
                    <a:pt x="3226" y="335"/>
                  </a:lnTo>
                  <a:lnTo>
                    <a:pt x="3226" y="332"/>
                  </a:lnTo>
                  <a:lnTo>
                    <a:pt x="3228" y="332"/>
                  </a:lnTo>
                  <a:lnTo>
                    <a:pt x="3228" y="330"/>
                  </a:lnTo>
                  <a:lnTo>
                    <a:pt x="3228" y="330"/>
                  </a:lnTo>
                  <a:lnTo>
                    <a:pt x="3228" y="332"/>
                  </a:lnTo>
                  <a:lnTo>
                    <a:pt x="3238" y="332"/>
                  </a:lnTo>
                  <a:lnTo>
                    <a:pt x="3238" y="332"/>
                  </a:lnTo>
                  <a:lnTo>
                    <a:pt x="3249" y="332"/>
                  </a:lnTo>
                  <a:lnTo>
                    <a:pt x="3249" y="335"/>
                  </a:lnTo>
                  <a:lnTo>
                    <a:pt x="3247" y="335"/>
                  </a:lnTo>
                  <a:lnTo>
                    <a:pt x="3247" y="335"/>
                  </a:lnTo>
                  <a:lnTo>
                    <a:pt x="3252" y="335"/>
                  </a:lnTo>
                  <a:lnTo>
                    <a:pt x="3252" y="335"/>
                  </a:lnTo>
                  <a:lnTo>
                    <a:pt x="3254" y="335"/>
                  </a:lnTo>
                  <a:lnTo>
                    <a:pt x="3254" y="332"/>
                  </a:lnTo>
                  <a:lnTo>
                    <a:pt x="3256" y="332"/>
                  </a:lnTo>
                  <a:lnTo>
                    <a:pt x="3256" y="332"/>
                  </a:lnTo>
                  <a:lnTo>
                    <a:pt x="3259" y="332"/>
                  </a:lnTo>
                  <a:lnTo>
                    <a:pt x="3259" y="330"/>
                  </a:lnTo>
                  <a:lnTo>
                    <a:pt x="3261" y="330"/>
                  </a:lnTo>
                  <a:lnTo>
                    <a:pt x="3261" y="330"/>
                  </a:lnTo>
                  <a:lnTo>
                    <a:pt x="3268" y="330"/>
                  </a:lnTo>
                  <a:lnTo>
                    <a:pt x="3268" y="327"/>
                  </a:lnTo>
                  <a:lnTo>
                    <a:pt x="3273" y="327"/>
                  </a:lnTo>
                  <a:lnTo>
                    <a:pt x="3273" y="327"/>
                  </a:lnTo>
                  <a:lnTo>
                    <a:pt x="3273" y="327"/>
                  </a:lnTo>
                  <a:lnTo>
                    <a:pt x="3273" y="327"/>
                  </a:lnTo>
                  <a:lnTo>
                    <a:pt x="3275" y="327"/>
                  </a:lnTo>
                  <a:lnTo>
                    <a:pt x="3275" y="325"/>
                  </a:lnTo>
                  <a:lnTo>
                    <a:pt x="3275" y="325"/>
                  </a:lnTo>
                  <a:lnTo>
                    <a:pt x="3275" y="325"/>
                  </a:lnTo>
                  <a:lnTo>
                    <a:pt x="3278" y="325"/>
                  </a:lnTo>
                  <a:lnTo>
                    <a:pt x="3278" y="323"/>
                  </a:lnTo>
                  <a:lnTo>
                    <a:pt x="3280" y="323"/>
                  </a:lnTo>
                  <a:lnTo>
                    <a:pt x="3280" y="323"/>
                  </a:lnTo>
                  <a:lnTo>
                    <a:pt x="3280" y="323"/>
                  </a:lnTo>
                  <a:lnTo>
                    <a:pt x="3280" y="320"/>
                  </a:lnTo>
                  <a:lnTo>
                    <a:pt x="3283" y="320"/>
                  </a:lnTo>
                  <a:lnTo>
                    <a:pt x="3283" y="320"/>
                  </a:lnTo>
                  <a:lnTo>
                    <a:pt x="3285" y="320"/>
                  </a:lnTo>
                  <a:lnTo>
                    <a:pt x="3285" y="318"/>
                  </a:lnTo>
                  <a:lnTo>
                    <a:pt x="3287" y="318"/>
                  </a:lnTo>
                  <a:lnTo>
                    <a:pt x="3287" y="318"/>
                  </a:lnTo>
                  <a:lnTo>
                    <a:pt x="3287" y="318"/>
                  </a:lnTo>
                  <a:lnTo>
                    <a:pt x="3287" y="316"/>
                  </a:lnTo>
                  <a:lnTo>
                    <a:pt x="3290" y="316"/>
                  </a:lnTo>
                  <a:lnTo>
                    <a:pt x="3290" y="313"/>
                  </a:lnTo>
                  <a:lnTo>
                    <a:pt x="3292" y="313"/>
                  </a:lnTo>
                  <a:lnTo>
                    <a:pt x="3292" y="311"/>
                  </a:lnTo>
                  <a:lnTo>
                    <a:pt x="3292" y="311"/>
                  </a:lnTo>
                  <a:lnTo>
                    <a:pt x="3292" y="311"/>
                  </a:lnTo>
                  <a:lnTo>
                    <a:pt x="3294" y="311"/>
                  </a:lnTo>
                  <a:lnTo>
                    <a:pt x="3294" y="306"/>
                  </a:lnTo>
                  <a:lnTo>
                    <a:pt x="3290" y="306"/>
                  </a:lnTo>
                  <a:lnTo>
                    <a:pt x="3290" y="306"/>
                  </a:lnTo>
                  <a:lnTo>
                    <a:pt x="3287" y="306"/>
                  </a:lnTo>
                  <a:lnTo>
                    <a:pt x="3287" y="304"/>
                  </a:lnTo>
                  <a:lnTo>
                    <a:pt x="3285" y="304"/>
                  </a:lnTo>
                  <a:lnTo>
                    <a:pt x="3285" y="304"/>
                  </a:lnTo>
                  <a:lnTo>
                    <a:pt x="3285" y="304"/>
                  </a:lnTo>
                  <a:lnTo>
                    <a:pt x="3285" y="301"/>
                  </a:lnTo>
                  <a:lnTo>
                    <a:pt x="3283" y="301"/>
                  </a:lnTo>
                  <a:lnTo>
                    <a:pt x="3283" y="301"/>
                  </a:lnTo>
                  <a:lnTo>
                    <a:pt x="3283" y="301"/>
                  </a:lnTo>
                  <a:lnTo>
                    <a:pt x="3283" y="297"/>
                  </a:lnTo>
                  <a:lnTo>
                    <a:pt x="3283" y="297"/>
                  </a:lnTo>
                  <a:lnTo>
                    <a:pt x="3283" y="297"/>
                  </a:lnTo>
                  <a:lnTo>
                    <a:pt x="3294" y="297"/>
                  </a:lnTo>
                  <a:lnTo>
                    <a:pt x="3294" y="294"/>
                  </a:lnTo>
                  <a:lnTo>
                    <a:pt x="3294" y="294"/>
                  </a:lnTo>
                  <a:lnTo>
                    <a:pt x="3294" y="292"/>
                  </a:lnTo>
                  <a:lnTo>
                    <a:pt x="3294" y="292"/>
                  </a:lnTo>
                  <a:lnTo>
                    <a:pt x="3294" y="292"/>
                  </a:lnTo>
                  <a:lnTo>
                    <a:pt x="3297" y="292"/>
                  </a:lnTo>
                  <a:lnTo>
                    <a:pt x="3297" y="292"/>
                  </a:lnTo>
                  <a:lnTo>
                    <a:pt x="3297" y="292"/>
                  </a:lnTo>
                  <a:lnTo>
                    <a:pt x="3297" y="294"/>
                  </a:lnTo>
                  <a:lnTo>
                    <a:pt x="3299" y="294"/>
                  </a:lnTo>
                  <a:lnTo>
                    <a:pt x="3299" y="294"/>
                  </a:lnTo>
                  <a:lnTo>
                    <a:pt x="3304" y="294"/>
                  </a:lnTo>
                  <a:lnTo>
                    <a:pt x="3304" y="294"/>
                  </a:lnTo>
                  <a:lnTo>
                    <a:pt x="3304" y="294"/>
                  </a:lnTo>
                  <a:lnTo>
                    <a:pt x="3304" y="292"/>
                  </a:lnTo>
                  <a:lnTo>
                    <a:pt x="3306" y="292"/>
                  </a:lnTo>
                  <a:lnTo>
                    <a:pt x="3306" y="292"/>
                  </a:lnTo>
                  <a:lnTo>
                    <a:pt x="3309" y="292"/>
                  </a:lnTo>
                  <a:lnTo>
                    <a:pt x="3309" y="290"/>
                  </a:lnTo>
                  <a:lnTo>
                    <a:pt x="3309" y="290"/>
                  </a:lnTo>
                  <a:lnTo>
                    <a:pt x="3309" y="287"/>
                  </a:lnTo>
                  <a:lnTo>
                    <a:pt x="3311" y="287"/>
                  </a:lnTo>
                  <a:lnTo>
                    <a:pt x="3311" y="290"/>
                  </a:lnTo>
                  <a:lnTo>
                    <a:pt x="3309" y="290"/>
                  </a:lnTo>
                  <a:lnTo>
                    <a:pt x="3309" y="292"/>
                  </a:lnTo>
                  <a:lnTo>
                    <a:pt x="3309" y="292"/>
                  </a:lnTo>
                  <a:lnTo>
                    <a:pt x="3309" y="294"/>
                  </a:lnTo>
                  <a:lnTo>
                    <a:pt x="3306" y="294"/>
                  </a:lnTo>
                  <a:lnTo>
                    <a:pt x="3306" y="297"/>
                  </a:lnTo>
                  <a:lnTo>
                    <a:pt x="3304" y="297"/>
                  </a:lnTo>
                  <a:lnTo>
                    <a:pt x="3304" y="297"/>
                  </a:lnTo>
                  <a:lnTo>
                    <a:pt x="3301" y="297"/>
                  </a:lnTo>
                  <a:lnTo>
                    <a:pt x="3301" y="297"/>
                  </a:lnTo>
                  <a:lnTo>
                    <a:pt x="3301" y="297"/>
                  </a:lnTo>
                  <a:lnTo>
                    <a:pt x="3301" y="297"/>
                  </a:lnTo>
                  <a:lnTo>
                    <a:pt x="3301" y="297"/>
                  </a:lnTo>
                  <a:lnTo>
                    <a:pt x="3301" y="299"/>
                  </a:lnTo>
                  <a:lnTo>
                    <a:pt x="3301" y="299"/>
                  </a:lnTo>
                  <a:lnTo>
                    <a:pt x="3301" y="299"/>
                  </a:lnTo>
                  <a:lnTo>
                    <a:pt x="3301" y="299"/>
                  </a:lnTo>
                  <a:lnTo>
                    <a:pt x="3301" y="301"/>
                  </a:lnTo>
                  <a:lnTo>
                    <a:pt x="3304" y="301"/>
                  </a:lnTo>
                  <a:lnTo>
                    <a:pt x="3304" y="301"/>
                  </a:lnTo>
                  <a:lnTo>
                    <a:pt x="3304" y="301"/>
                  </a:lnTo>
                  <a:lnTo>
                    <a:pt x="3304" y="304"/>
                  </a:lnTo>
                  <a:lnTo>
                    <a:pt x="3306" y="304"/>
                  </a:lnTo>
                  <a:lnTo>
                    <a:pt x="3306" y="306"/>
                  </a:lnTo>
                  <a:lnTo>
                    <a:pt x="3311" y="306"/>
                  </a:lnTo>
                  <a:lnTo>
                    <a:pt x="3311" y="309"/>
                  </a:lnTo>
                  <a:lnTo>
                    <a:pt x="3309" y="309"/>
                  </a:lnTo>
                  <a:lnTo>
                    <a:pt x="3309" y="309"/>
                  </a:lnTo>
                  <a:lnTo>
                    <a:pt x="3309" y="309"/>
                  </a:lnTo>
                  <a:lnTo>
                    <a:pt x="3309" y="311"/>
                  </a:lnTo>
                  <a:lnTo>
                    <a:pt x="3306" y="311"/>
                  </a:lnTo>
                  <a:lnTo>
                    <a:pt x="3306" y="311"/>
                  </a:lnTo>
                  <a:lnTo>
                    <a:pt x="3304" y="311"/>
                  </a:lnTo>
                  <a:lnTo>
                    <a:pt x="3304" y="311"/>
                  </a:lnTo>
                  <a:lnTo>
                    <a:pt x="3306" y="311"/>
                  </a:lnTo>
                  <a:lnTo>
                    <a:pt x="3306" y="313"/>
                  </a:lnTo>
                  <a:lnTo>
                    <a:pt x="3335" y="313"/>
                  </a:lnTo>
                  <a:lnTo>
                    <a:pt x="3335" y="311"/>
                  </a:lnTo>
                  <a:lnTo>
                    <a:pt x="3337" y="311"/>
                  </a:lnTo>
                  <a:lnTo>
                    <a:pt x="3337" y="311"/>
                  </a:lnTo>
                  <a:lnTo>
                    <a:pt x="3339" y="311"/>
                  </a:lnTo>
                  <a:lnTo>
                    <a:pt x="3339" y="309"/>
                  </a:lnTo>
                  <a:lnTo>
                    <a:pt x="3339" y="309"/>
                  </a:lnTo>
                  <a:lnTo>
                    <a:pt x="3339" y="309"/>
                  </a:lnTo>
                  <a:lnTo>
                    <a:pt x="3346" y="309"/>
                  </a:lnTo>
                  <a:lnTo>
                    <a:pt x="3346" y="309"/>
                  </a:lnTo>
                  <a:lnTo>
                    <a:pt x="3351" y="309"/>
                  </a:lnTo>
                  <a:lnTo>
                    <a:pt x="3351" y="311"/>
                  </a:lnTo>
                  <a:lnTo>
                    <a:pt x="3354" y="311"/>
                  </a:lnTo>
                  <a:lnTo>
                    <a:pt x="3354" y="311"/>
                  </a:lnTo>
                  <a:lnTo>
                    <a:pt x="3361" y="311"/>
                  </a:lnTo>
                  <a:lnTo>
                    <a:pt x="3361" y="313"/>
                  </a:lnTo>
                  <a:lnTo>
                    <a:pt x="3363" y="313"/>
                  </a:lnTo>
                  <a:lnTo>
                    <a:pt x="3363" y="313"/>
                  </a:lnTo>
                  <a:lnTo>
                    <a:pt x="3363" y="313"/>
                  </a:lnTo>
                  <a:lnTo>
                    <a:pt x="3363" y="316"/>
                  </a:lnTo>
                  <a:lnTo>
                    <a:pt x="3363" y="316"/>
                  </a:lnTo>
                  <a:lnTo>
                    <a:pt x="3363" y="316"/>
                  </a:lnTo>
                  <a:lnTo>
                    <a:pt x="3365" y="316"/>
                  </a:lnTo>
                  <a:lnTo>
                    <a:pt x="3365" y="318"/>
                  </a:lnTo>
                  <a:lnTo>
                    <a:pt x="3365" y="318"/>
                  </a:lnTo>
                  <a:lnTo>
                    <a:pt x="3365" y="318"/>
                  </a:lnTo>
                  <a:lnTo>
                    <a:pt x="3368" y="318"/>
                  </a:lnTo>
                  <a:lnTo>
                    <a:pt x="3368" y="318"/>
                  </a:lnTo>
                  <a:lnTo>
                    <a:pt x="3368" y="318"/>
                  </a:lnTo>
                  <a:lnTo>
                    <a:pt x="3368" y="323"/>
                  </a:lnTo>
                  <a:lnTo>
                    <a:pt x="3365" y="323"/>
                  </a:lnTo>
                  <a:lnTo>
                    <a:pt x="3365" y="325"/>
                  </a:lnTo>
                  <a:lnTo>
                    <a:pt x="3368" y="325"/>
                  </a:lnTo>
                  <a:lnTo>
                    <a:pt x="3368" y="325"/>
                  </a:lnTo>
                  <a:lnTo>
                    <a:pt x="3370" y="325"/>
                  </a:lnTo>
                  <a:lnTo>
                    <a:pt x="3370" y="327"/>
                  </a:lnTo>
                  <a:lnTo>
                    <a:pt x="3375" y="327"/>
                  </a:lnTo>
                  <a:lnTo>
                    <a:pt x="3375" y="327"/>
                  </a:lnTo>
                  <a:lnTo>
                    <a:pt x="3375" y="327"/>
                  </a:lnTo>
                  <a:lnTo>
                    <a:pt x="3375" y="330"/>
                  </a:lnTo>
                  <a:lnTo>
                    <a:pt x="3377" y="330"/>
                  </a:lnTo>
                  <a:lnTo>
                    <a:pt x="3377" y="327"/>
                  </a:lnTo>
                  <a:lnTo>
                    <a:pt x="3377" y="327"/>
                  </a:lnTo>
                  <a:lnTo>
                    <a:pt x="3377" y="330"/>
                  </a:lnTo>
                  <a:lnTo>
                    <a:pt x="3387" y="330"/>
                  </a:lnTo>
                  <a:lnTo>
                    <a:pt x="3387" y="327"/>
                  </a:lnTo>
                  <a:lnTo>
                    <a:pt x="3387" y="327"/>
                  </a:lnTo>
                  <a:lnTo>
                    <a:pt x="3387" y="330"/>
                  </a:lnTo>
                  <a:lnTo>
                    <a:pt x="3389" y="330"/>
                  </a:lnTo>
                  <a:lnTo>
                    <a:pt x="3389" y="330"/>
                  </a:lnTo>
                  <a:lnTo>
                    <a:pt x="3394" y="330"/>
                  </a:lnTo>
                  <a:lnTo>
                    <a:pt x="3394" y="332"/>
                  </a:lnTo>
                  <a:lnTo>
                    <a:pt x="3396" y="332"/>
                  </a:lnTo>
                  <a:lnTo>
                    <a:pt x="3396" y="332"/>
                  </a:lnTo>
                  <a:lnTo>
                    <a:pt x="3401" y="332"/>
                  </a:lnTo>
                  <a:lnTo>
                    <a:pt x="3401" y="335"/>
                  </a:lnTo>
                  <a:lnTo>
                    <a:pt x="3403" y="335"/>
                  </a:lnTo>
                  <a:lnTo>
                    <a:pt x="3403" y="335"/>
                  </a:lnTo>
                  <a:lnTo>
                    <a:pt x="3403" y="335"/>
                  </a:lnTo>
                  <a:lnTo>
                    <a:pt x="3403" y="337"/>
                  </a:lnTo>
                  <a:lnTo>
                    <a:pt x="3406" y="337"/>
                  </a:lnTo>
                  <a:lnTo>
                    <a:pt x="3406" y="337"/>
                  </a:lnTo>
                  <a:lnTo>
                    <a:pt x="3408" y="337"/>
                  </a:lnTo>
                  <a:lnTo>
                    <a:pt x="3408" y="339"/>
                  </a:lnTo>
                  <a:lnTo>
                    <a:pt x="3410" y="339"/>
                  </a:lnTo>
                  <a:lnTo>
                    <a:pt x="3410" y="339"/>
                  </a:lnTo>
                  <a:lnTo>
                    <a:pt x="3413" y="339"/>
                  </a:lnTo>
                  <a:lnTo>
                    <a:pt x="3413" y="342"/>
                  </a:lnTo>
                  <a:lnTo>
                    <a:pt x="3415" y="342"/>
                  </a:lnTo>
                  <a:lnTo>
                    <a:pt x="3415" y="339"/>
                  </a:lnTo>
                  <a:lnTo>
                    <a:pt x="3420" y="339"/>
                  </a:lnTo>
                  <a:lnTo>
                    <a:pt x="3420" y="339"/>
                  </a:lnTo>
                  <a:lnTo>
                    <a:pt x="3420" y="339"/>
                  </a:lnTo>
                  <a:lnTo>
                    <a:pt x="3420" y="342"/>
                  </a:lnTo>
                  <a:lnTo>
                    <a:pt x="3420" y="342"/>
                  </a:lnTo>
                  <a:lnTo>
                    <a:pt x="3420" y="342"/>
                  </a:lnTo>
                  <a:lnTo>
                    <a:pt x="3425" y="342"/>
                  </a:lnTo>
                  <a:lnTo>
                    <a:pt x="3425" y="344"/>
                  </a:lnTo>
                  <a:lnTo>
                    <a:pt x="3427" y="344"/>
                  </a:lnTo>
                  <a:lnTo>
                    <a:pt x="3427" y="342"/>
                  </a:lnTo>
                  <a:lnTo>
                    <a:pt x="3429" y="342"/>
                  </a:lnTo>
                  <a:lnTo>
                    <a:pt x="3429" y="342"/>
                  </a:lnTo>
                  <a:lnTo>
                    <a:pt x="3432" y="342"/>
                  </a:lnTo>
                  <a:lnTo>
                    <a:pt x="3432" y="337"/>
                  </a:lnTo>
                  <a:lnTo>
                    <a:pt x="3434" y="337"/>
                  </a:lnTo>
                  <a:lnTo>
                    <a:pt x="3434" y="339"/>
                  </a:lnTo>
                  <a:lnTo>
                    <a:pt x="3443" y="339"/>
                  </a:lnTo>
                  <a:lnTo>
                    <a:pt x="3443" y="337"/>
                  </a:lnTo>
                  <a:lnTo>
                    <a:pt x="3443" y="337"/>
                  </a:lnTo>
                  <a:lnTo>
                    <a:pt x="3443" y="337"/>
                  </a:lnTo>
                  <a:lnTo>
                    <a:pt x="3443" y="337"/>
                  </a:lnTo>
                  <a:lnTo>
                    <a:pt x="3443" y="337"/>
                  </a:lnTo>
                  <a:lnTo>
                    <a:pt x="3441" y="337"/>
                  </a:lnTo>
                  <a:lnTo>
                    <a:pt x="3441" y="335"/>
                  </a:lnTo>
                  <a:lnTo>
                    <a:pt x="3441" y="335"/>
                  </a:lnTo>
                  <a:lnTo>
                    <a:pt x="3441" y="332"/>
                  </a:lnTo>
                  <a:lnTo>
                    <a:pt x="3441" y="332"/>
                  </a:lnTo>
                  <a:lnTo>
                    <a:pt x="3441" y="330"/>
                  </a:lnTo>
                  <a:lnTo>
                    <a:pt x="3446" y="330"/>
                  </a:lnTo>
                  <a:lnTo>
                    <a:pt x="3446" y="330"/>
                  </a:lnTo>
                  <a:lnTo>
                    <a:pt x="3448" y="330"/>
                  </a:lnTo>
                  <a:lnTo>
                    <a:pt x="3448" y="327"/>
                  </a:lnTo>
                  <a:lnTo>
                    <a:pt x="3446" y="327"/>
                  </a:lnTo>
                  <a:lnTo>
                    <a:pt x="3446" y="327"/>
                  </a:lnTo>
                  <a:lnTo>
                    <a:pt x="3441" y="327"/>
                  </a:lnTo>
                  <a:lnTo>
                    <a:pt x="3441" y="327"/>
                  </a:lnTo>
                  <a:lnTo>
                    <a:pt x="3441" y="327"/>
                  </a:lnTo>
                  <a:lnTo>
                    <a:pt x="3441" y="325"/>
                  </a:lnTo>
                  <a:lnTo>
                    <a:pt x="3443" y="325"/>
                  </a:lnTo>
                  <a:lnTo>
                    <a:pt x="3443" y="325"/>
                  </a:lnTo>
                  <a:lnTo>
                    <a:pt x="3443" y="325"/>
                  </a:lnTo>
                  <a:lnTo>
                    <a:pt x="3443" y="323"/>
                  </a:lnTo>
                  <a:lnTo>
                    <a:pt x="3448" y="323"/>
                  </a:lnTo>
                  <a:lnTo>
                    <a:pt x="3448" y="323"/>
                  </a:lnTo>
                  <a:lnTo>
                    <a:pt x="3448" y="323"/>
                  </a:lnTo>
                  <a:lnTo>
                    <a:pt x="3448" y="320"/>
                  </a:lnTo>
                  <a:lnTo>
                    <a:pt x="3448" y="320"/>
                  </a:lnTo>
                  <a:lnTo>
                    <a:pt x="3448" y="318"/>
                  </a:lnTo>
                  <a:lnTo>
                    <a:pt x="3446" y="318"/>
                  </a:lnTo>
                  <a:lnTo>
                    <a:pt x="3446" y="313"/>
                  </a:lnTo>
                  <a:lnTo>
                    <a:pt x="3446" y="313"/>
                  </a:lnTo>
                  <a:lnTo>
                    <a:pt x="3446" y="313"/>
                  </a:lnTo>
                  <a:lnTo>
                    <a:pt x="3448" y="313"/>
                  </a:lnTo>
                  <a:lnTo>
                    <a:pt x="3448" y="311"/>
                  </a:lnTo>
                  <a:lnTo>
                    <a:pt x="3455" y="311"/>
                  </a:lnTo>
                  <a:lnTo>
                    <a:pt x="3455" y="311"/>
                  </a:lnTo>
                  <a:lnTo>
                    <a:pt x="3467" y="311"/>
                  </a:lnTo>
                  <a:lnTo>
                    <a:pt x="3467" y="311"/>
                  </a:lnTo>
                  <a:lnTo>
                    <a:pt x="3472" y="311"/>
                  </a:lnTo>
                  <a:lnTo>
                    <a:pt x="3472" y="309"/>
                  </a:lnTo>
                  <a:lnTo>
                    <a:pt x="3474" y="309"/>
                  </a:lnTo>
                  <a:lnTo>
                    <a:pt x="3474" y="309"/>
                  </a:lnTo>
                  <a:lnTo>
                    <a:pt x="3481" y="309"/>
                  </a:lnTo>
                  <a:lnTo>
                    <a:pt x="3481" y="309"/>
                  </a:lnTo>
                  <a:lnTo>
                    <a:pt x="3481" y="309"/>
                  </a:lnTo>
                  <a:lnTo>
                    <a:pt x="3481" y="306"/>
                  </a:lnTo>
                  <a:lnTo>
                    <a:pt x="3481" y="306"/>
                  </a:lnTo>
                  <a:lnTo>
                    <a:pt x="3481" y="304"/>
                  </a:lnTo>
                  <a:lnTo>
                    <a:pt x="3481" y="304"/>
                  </a:lnTo>
                  <a:lnTo>
                    <a:pt x="3481" y="304"/>
                  </a:lnTo>
                  <a:lnTo>
                    <a:pt x="3481" y="304"/>
                  </a:lnTo>
                  <a:lnTo>
                    <a:pt x="3481" y="301"/>
                  </a:lnTo>
                  <a:lnTo>
                    <a:pt x="3484" y="301"/>
                  </a:lnTo>
                  <a:lnTo>
                    <a:pt x="3484" y="299"/>
                  </a:lnTo>
                  <a:lnTo>
                    <a:pt x="3486" y="299"/>
                  </a:lnTo>
                  <a:lnTo>
                    <a:pt x="3486" y="299"/>
                  </a:lnTo>
                  <a:lnTo>
                    <a:pt x="3488" y="299"/>
                  </a:lnTo>
                  <a:lnTo>
                    <a:pt x="3488" y="297"/>
                  </a:lnTo>
                  <a:lnTo>
                    <a:pt x="3493" y="297"/>
                  </a:lnTo>
                  <a:lnTo>
                    <a:pt x="3493" y="297"/>
                  </a:lnTo>
                  <a:lnTo>
                    <a:pt x="3493" y="297"/>
                  </a:lnTo>
                  <a:lnTo>
                    <a:pt x="3493" y="297"/>
                  </a:lnTo>
                  <a:lnTo>
                    <a:pt x="3500" y="297"/>
                  </a:lnTo>
                  <a:lnTo>
                    <a:pt x="3500" y="297"/>
                  </a:lnTo>
                  <a:lnTo>
                    <a:pt x="3500" y="297"/>
                  </a:lnTo>
                  <a:lnTo>
                    <a:pt x="3500" y="294"/>
                  </a:lnTo>
                  <a:lnTo>
                    <a:pt x="3500" y="294"/>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263"/>
            <p:cNvSpPr>
              <a:spLocks/>
            </p:cNvSpPr>
            <p:nvPr/>
          </p:nvSpPr>
          <p:spPr bwMode="auto">
            <a:xfrm>
              <a:off x="2762250" y="3606800"/>
              <a:ext cx="363538" cy="260350"/>
            </a:xfrm>
            <a:custGeom>
              <a:avLst/>
              <a:gdLst/>
              <a:ahLst/>
              <a:cxnLst>
                <a:cxn ang="0">
                  <a:pos x="9" y="76"/>
                </a:cxn>
                <a:cxn ang="0">
                  <a:pos x="12" y="64"/>
                </a:cxn>
                <a:cxn ang="0">
                  <a:pos x="19" y="55"/>
                </a:cxn>
                <a:cxn ang="0">
                  <a:pos x="19" y="43"/>
                </a:cxn>
                <a:cxn ang="0">
                  <a:pos x="24" y="38"/>
                </a:cxn>
                <a:cxn ang="0">
                  <a:pos x="33" y="43"/>
                </a:cxn>
                <a:cxn ang="0">
                  <a:pos x="42" y="43"/>
                </a:cxn>
                <a:cxn ang="0">
                  <a:pos x="54" y="47"/>
                </a:cxn>
                <a:cxn ang="0">
                  <a:pos x="61" y="55"/>
                </a:cxn>
                <a:cxn ang="0">
                  <a:pos x="73" y="59"/>
                </a:cxn>
                <a:cxn ang="0">
                  <a:pos x="80" y="66"/>
                </a:cxn>
                <a:cxn ang="0">
                  <a:pos x="85" y="78"/>
                </a:cxn>
                <a:cxn ang="0">
                  <a:pos x="87" y="81"/>
                </a:cxn>
                <a:cxn ang="0">
                  <a:pos x="95" y="71"/>
                </a:cxn>
                <a:cxn ang="0">
                  <a:pos x="102" y="64"/>
                </a:cxn>
                <a:cxn ang="0">
                  <a:pos x="109" y="55"/>
                </a:cxn>
                <a:cxn ang="0">
                  <a:pos x="116" y="45"/>
                </a:cxn>
                <a:cxn ang="0">
                  <a:pos x="123" y="38"/>
                </a:cxn>
                <a:cxn ang="0">
                  <a:pos x="130" y="29"/>
                </a:cxn>
                <a:cxn ang="0">
                  <a:pos x="137" y="19"/>
                </a:cxn>
                <a:cxn ang="0">
                  <a:pos x="149" y="17"/>
                </a:cxn>
                <a:cxn ang="0">
                  <a:pos x="161" y="12"/>
                </a:cxn>
                <a:cxn ang="0">
                  <a:pos x="170" y="10"/>
                </a:cxn>
                <a:cxn ang="0">
                  <a:pos x="182" y="7"/>
                </a:cxn>
                <a:cxn ang="0">
                  <a:pos x="194" y="2"/>
                </a:cxn>
                <a:cxn ang="0">
                  <a:pos x="206" y="0"/>
                </a:cxn>
                <a:cxn ang="0">
                  <a:pos x="203" y="12"/>
                </a:cxn>
                <a:cxn ang="0">
                  <a:pos x="211" y="21"/>
                </a:cxn>
                <a:cxn ang="0">
                  <a:pos x="215" y="33"/>
                </a:cxn>
                <a:cxn ang="0">
                  <a:pos x="222" y="43"/>
                </a:cxn>
                <a:cxn ang="0">
                  <a:pos x="225" y="55"/>
                </a:cxn>
                <a:cxn ang="0">
                  <a:pos x="227" y="62"/>
                </a:cxn>
                <a:cxn ang="0">
                  <a:pos x="215" y="66"/>
                </a:cxn>
                <a:cxn ang="0">
                  <a:pos x="211" y="76"/>
                </a:cxn>
                <a:cxn ang="0">
                  <a:pos x="208" y="88"/>
                </a:cxn>
                <a:cxn ang="0">
                  <a:pos x="199" y="93"/>
                </a:cxn>
                <a:cxn ang="0">
                  <a:pos x="189" y="97"/>
                </a:cxn>
                <a:cxn ang="0">
                  <a:pos x="177" y="102"/>
                </a:cxn>
                <a:cxn ang="0">
                  <a:pos x="168" y="107"/>
                </a:cxn>
                <a:cxn ang="0">
                  <a:pos x="156" y="109"/>
                </a:cxn>
                <a:cxn ang="0">
                  <a:pos x="147" y="114"/>
                </a:cxn>
                <a:cxn ang="0">
                  <a:pos x="140" y="121"/>
                </a:cxn>
                <a:cxn ang="0">
                  <a:pos x="130" y="128"/>
                </a:cxn>
                <a:cxn ang="0">
                  <a:pos x="121" y="128"/>
                </a:cxn>
                <a:cxn ang="0">
                  <a:pos x="111" y="133"/>
                </a:cxn>
                <a:cxn ang="0">
                  <a:pos x="102" y="140"/>
                </a:cxn>
                <a:cxn ang="0">
                  <a:pos x="90" y="142"/>
                </a:cxn>
                <a:cxn ang="0">
                  <a:pos x="78" y="142"/>
                </a:cxn>
                <a:cxn ang="0">
                  <a:pos x="68" y="147"/>
                </a:cxn>
                <a:cxn ang="0">
                  <a:pos x="59" y="154"/>
                </a:cxn>
                <a:cxn ang="0">
                  <a:pos x="50" y="159"/>
                </a:cxn>
                <a:cxn ang="0">
                  <a:pos x="42" y="161"/>
                </a:cxn>
                <a:cxn ang="0">
                  <a:pos x="33" y="161"/>
                </a:cxn>
                <a:cxn ang="0">
                  <a:pos x="21" y="161"/>
                </a:cxn>
                <a:cxn ang="0">
                  <a:pos x="21" y="154"/>
                </a:cxn>
                <a:cxn ang="0">
                  <a:pos x="19" y="142"/>
                </a:cxn>
                <a:cxn ang="0">
                  <a:pos x="16" y="128"/>
                </a:cxn>
                <a:cxn ang="0">
                  <a:pos x="12" y="116"/>
                </a:cxn>
                <a:cxn ang="0">
                  <a:pos x="9" y="104"/>
                </a:cxn>
                <a:cxn ang="0">
                  <a:pos x="5" y="97"/>
                </a:cxn>
                <a:cxn ang="0">
                  <a:pos x="2" y="88"/>
                </a:cxn>
                <a:cxn ang="0">
                  <a:pos x="2" y="83"/>
                </a:cxn>
              </a:cxnLst>
              <a:rect l="0" t="0" r="r" b="b"/>
              <a:pathLst>
                <a:path w="229" h="164">
                  <a:moveTo>
                    <a:pt x="5" y="83"/>
                  </a:moveTo>
                  <a:lnTo>
                    <a:pt x="5" y="85"/>
                  </a:lnTo>
                  <a:lnTo>
                    <a:pt x="5" y="85"/>
                  </a:lnTo>
                  <a:lnTo>
                    <a:pt x="7" y="85"/>
                  </a:lnTo>
                  <a:lnTo>
                    <a:pt x="7" y="83"/>
                  </a:lnTo>
                  <a:lnTo>
                    <a:pt x="7" y="83"/>
                  </a:lnTo>
                  <a:lnTo>
                    <a:pt x="7" y="83"/>
                  </a:lnTo>
                  <a:lnTo>
                    <a:pt x="7" y="81"/>
                  </a:lnTo>
                  <a:lnTo>
                    <a:pt x="7" y="81"/>
                  </a:lnTo>
                  <a:lnTo>
                    <a:pt x="7" y="81"/>
                  </a:lnTo>
                  <a:lnTo>
                    <a:pt x="7" y="81"/>
                  </a:lnTo>
                  <a:lnTo>
                    <a:pt x="9" y="81"/>
                  </a:lnTo>
                  <a:lnTo>
                    <a:pt x="9" y="78"/>
                  </a:lnTo>
                  <a:lnTo>
                    <a:pt x="9" y="78"/>
                  </a:lnTo>
                  <a:lnTo>
                    <a:pt x="9" y="76"/>
                  </a:lnTo>
                  <a:lnTo>
                    <a:pt x="9" y="76"/>
                  </a:lnTo>
                  <a:lnTo>
                    <a:pt x="9" y="74"/>
                  </a:lnTo>
                  <a:lnTo>
                    <a:pt x="9" y="74"/>
                  </a:lnTo>
                  <a:lnTo>
                    <a:pt x="9" y="71"/>
                  </a:lnTo>
                  <a:lnTo>
                    <a:pt x="9" y="71"/>
                  </a:lnTo>
                  <a:lnTo>
                    <a:pt x="9" y="71"/>
                  </a:lnTo>
                  <a:lnTo>
                    <a:pt x="7" y="71"/>
                  </a:lnTo>
                  <a:lnTo>
                    <a:pt x="7" y="69"/>
                  </a:lnTo>
                  <a:lnTo>
                    <a:pt x="7" y="69"/>
                  </a:lnTo>
                  <a:lnTo>
                    <a:pt x="7" y="66"/>
                  </a:lnTo>
                  <a:lnTo>
                    <a:pt x="9" y="66"/>
                  </a:lnTo>
                  <a:lnTo>
                    <a:pt x="9" y="66"/>
                  </a:lnTo>
                  <a:lnTo>
                    <a:pt x="9" y="66"/>
                  </a:lnTo>
                  <a:lnTo>
                    <a:pt x="12" y="66"/>
                  </a:lnTo>
                  <a:lnTo>
                    <a:pt x="12" y="66"/>
                  </a:lnTo>
                  <a:lnTo>
                    <a:pt x="12" y="66"/>
                  </a:lnTo>
                  <a:lnTo>
                    <a:pt x="12" y="64"/>
                  </a:lnTo>
                  <a:lnTo>
                    <a:pt x="12" y="64"/>
                  </a:lnTo>
                  <a:lnTo>
                    <a:pt x="14" y="64"/>
                  </a:lnTo>
                  <a:lnTo>
                    <a:pt x="14" y="64"/>
                  </a:lnTo>
                  <a:lnTo>
                    <a:pt x="14" y="62"/>
                  </a:lnTo>
                  <a:lnTo>
                    <a:pt x="14" y="62"/>
                  </a:lnTo>
                  <a:lnTo>
                    <a:pt x="16" y="62"/>
                  </a:lnTo>
                  <a:lnTo>
                    <a:pt x="16" y="62"/>
                  </a:lnTo>
                  <a:lnTo>
                    <a:pt x="16" y="62"/>
                  </a:lnTo>
                  <a:lnTo>
                    <a:pt x="16" y="59"/>
                  </a:lnTo>
                  <a:lnTo>
                    <a:pt x="16" y="59"/>
                  </a:lnTo>
                  <a:lnTo>
                    <a:pt x="16" y="59"/>
                  </a:lnTo>
                  <a:lnTo>
                    <a:pt x="19" y="59"/>
                  </a:lnTo>
                  <a:lnTo>
                    <a:pt x="19" y="59"/>
                  </a:lnTo>
                  <a:lnTo>
                    <a:pt x="19" y="57"/>
                  </a:lnTo>
                  <a:lnTo>
                    <a:pt x="19" y="57"/>
                  </a:lnTo>
                  <a:lnTo>
                    <a:pt x="19" y="55"/>
                  </a:lnTo>
                  <a:lnTo>
                    <a:pt x="16" y="55"/>
                  </a:lnTo>
                  <a:lnTo>
                    <a:pt x="16" y="55"/>
                  </a:lnTo>
                  <a:lnTo>
                    <a:pt x="16" y="55"/>
                  </a:lnTo>
                  <a:lnTo>
                    <a:pt x="16" y="52"/>
                  </a:lnTo>
                  <a:lnTo>
                    <a:pt x="16" y="52"/>
                  </a:lnTo>
                  <a:lnTo>
                    <a:pt x="16" y="52"/>
                  </a:lnTo>
                  <a:lnTo>
                    <a:pt x="16" y="50"/>
                  </a:lnTo>
                  <a:lnTo>
                    <a:pt x="16" y="50"/>
                  </a:lnTo>
                  <a:lnTo>
                    <a:pt x="16" y="47"/>
                  </a:lnTo>
                  <a:lnTo>
                    <a:pt x="16" y="47"/>
                  </a:lnTo>
                  <a:lnTo>
                    <a:pt x="16" y="47"/>
                  </a:lnTo>
                  <a:lnTo>
                    <a:pt x="16" y="45"/>
                  </a:lnTo>
                  <a:lnTo>
                    <a:pt x="16" y="45"/>
                  </a:lnTo>
                  <a:lnTo>
                    <a:pt x="16" y="43"/>
                  </a:lnTo>
                  <a:lnTo>
                    <a:pt x="19" y="43"/>
                  </a:lnTo>
                  <a:lnTo>
                    <a:pt x="19" y="43"/>
                  </a:lnTo>
                  <a:lnTo>
                    <a:pt x="21" y="43"/>
                  </a:lnTo>
                  <a:lnTo>
                    <a:pt x="21" y="43"/>
                  </a:lnTo>
                  <a:lnTo>
                    <a:pt x="19" y="43"/>
                  </a:lnTo>
                  <a:lnTo>
                    <a:pt x="19" y="40"/>
                  </a:lnTo>
                  <a:lnTo>
                    <a:pt x="19" y="40"/>
                  </a:lnTo>
                  <a:lnTo>
                    <a:pt x="19" y="40"/>
                  </a:lnTo>
                  <a:lnTo>
                    <a:pt x="19" y="40"/>
                  </a:lnTo>
                  <a:lnTo>
                    <a:pt x="19" y="38"/>
                  </a:lnTo>
                  <a:lnTo>
                    <a:pt x="19" y="38"/>
                  </a:lnTo>
                  <a:lnTo>
                    <a:pt x="19" y="38"/>
                  </a:lnTo>
                  <a:lnTo>
                    <a:pt x="19" y="36"/>
                  </a:lnTo>
                  <a:lnTo>
                    <a:pt x="21" y="36"/>
                  </a:lnTo>
                  <a:lnTo>
                    <a:pt x="21" y="36"/>
                  </a:lnTo>
                  <a:lnTo>
                    <a:pt x="21" y="36"/>
                  </a:lnTo>
                  <a:lnTo>
                    <a:pt x="24" y="36"/>
                  </a:lnTo>
                  <a:lnTo>
                    <a:pt x="24" y="38"/>
                  </a:lnTo>
                  <a:lnTo>
                    <a:pt x="24" y="38"/>
                  </a:lnTo>
                  <a:lnTo>
                    <a:pt x="24" y="38"/>
                  </a:lnTo>
                  <a:lnTo>
                    <a:pt x="24" y="38"/>
                  </a:lnTo>
                  <a:lnTo>
                    <a:pt x="26" y="38"/>
                  </a:lnTo>
                  <a:lnTo>
                    <a:pt x="26" y="40"/>
                  </a:lnTo>
                  <a:lnTo>
                    <a:pt x="26" y="40"/>
                  </a:lnTo>
                  <a:lnTo>
                    <a:pt x="26" y="40"/>
                  </a:lnTo>
                  <a:lnTo>
                    <a:pt x="28" y="40"/>
                  </a:lnTo>
                  <a:lnTo>
                    <a:pt x="28" y="40"/>
                  </a:lnTo>
                  <a:lnTo>
                    <a:pt x="28" y="40"/>
                  </a:lnTo>
                  <a:lnTo>
                    <a:pt x="28" y="40"/>
                  </a:lnTo>
                  <a:lnTo>
                    <a:pt x="31" y="40"/>
                  </a:lnTo>
                  <a:lnTo>
                    <a:pt x="31" y="43"/>
                  </a:lnTo>
                  <a:lnTo>
                    <a:pt x="31" y="43"/>
                  </a:lnTo>
                  <a:lnTo>
                    <a:pt x="33" y="43"/>
                  </a:lnTo>
                  <a:lnTo>
                    <a:pt x="33" y="43"/>
                  </a:lnTo>
                  <a:lnTo>
                    <a:pt x="33" y="43"/>
                  </a:lnTo>
                  <a:lnTo>
                    <a:pt x="33" y="43"/>
                  </a:lnTo>
                  <a:lnTo>
                    <a:pt x="33" y="43"/>
                  </a:lnTo>
                  <a:lnTo>
                    <a:pt x="35" y="43"/>
                  </a:lnTo>
                  <a:lnTo>
                    <a:pt x="35" y="40"/>
                  </a:lnTo>
                  <a:lnTo>
                    <a:pt x="35" y="40"/>
                  </a:lnTo>
                  <a:lnTo>
                    <a:pt x="35" y="40"/>
                  </a:lnTo>
                  <a:lnTo>
                    <a:pt x="38" y="40"/>
                  </a:lnTo>
                  <a:lnTo>
                    <a:pt x="38" y="40"/>
                  </a:lnTo>
                  <a:lnTo>
                    <a:pt x="40" y="40"/>
                  </a:lnTo>
                  <a:lnTo>
                    <a:pt x="40" y="40"/>
                  </a:lnTo>
                  <a:lnTo>
                    <a:pt x="40" y="40"/>
                  </a:lnTo>
                  <a:lnTo>
                    <a:pt x="42" y="40"/>
                  </a:lnTo>
                  <a:lnTo>
                    <a:pt x="42" y="40"/>
                  </a:lnTo>
                  <a:lnTo>
                    <a:pt x="42" y="40"/>
                  </a:lnTo>
                  <a:lnTo>
                    <a:pt x="42" y="43"/>
                  </a:lnTo>
                  <a:lnTo>
                    <a:pt x="45" y="43"/>
                  </a:lnTo>
                  <a:lnTo>
                    <a:pt x="45" y="43"/>
                  </a:lnTo>
                  <a:lnTo>
                    <a:pt x="45" y="43"/>
                  </a:lnTo>
                  <a:lnTo>
                    <a:pt x="47" y="43"/>
                  </a:lnTo>
                  <a:lnTo>
                    <a:pt x="47" y="43"/>
                  </a:lnTo>
                  <a:lnTo>
                    <a:pt x="47" y="45"/>
                  </a:lnTo>
                  <a:lnTo>
                    <a:pt x="47" y="45"/>
                  </a:lnTo>
                  <a:lnTo>
                    <a:pt x="50" y="45"/>
                  </a:lnTo>
                  <a:lnTo>
                    <a:pt x="50" y="45"/>
                  </a:lnTo>
                  <a:lnTo>
                    <a:pt x="50" y="45"/>
                  </a:lnTo>
                  <a:lnTo>
                    <a:pt x="50" y="45"/>
                  </a:lnTo>
                  <a:lnTo>
                    <a:pt x="50" y="47"/>
                  </a:lnTo>
                  <a:lnTo>
                    <a:pt x="52" y="47"/>
                  </a:lnTo>
                  <a:lnTo>
                    <a:pt x="52" y="47"/>
                  </a:lnTo>
                  <a:lnTo>
                    <a:pt x="52" y="47"/>
                  </a:lnTo>
                  <a:lnTo>
                    <a:pt x="54" y="47"/>
                  </a:lnTo>
                  <a:lnTo>
                    <a:pt x="54" y="47"/>
                  </a:lnTo>
                  <a:lnTo>
                    <a:pt x="54" y="50"/>
                  </a:lnTo>
                  <a:lnTo>
                    <a:pt x="54" y="50"/>
                  </a:lnTo>
                  <a:lnTo>
                    <a:pt x="57" y="50"/>
                  </a:lnTo>
                  <a:lnTo>
                    <a:pt x="57" y="50"/>
                  </a:lnTo>
                  <a:lnTo>
                    <a:pt x="57" y="50"/>
                  </a:lnTo>
                  <a:lnTo>
                    <a:pt x="57" y="50"/>
                  </a:lnTo>
                  <a:lnTo>
                    <a:pt x="57" y="52"/>
                  </a:lnTo>
                  <a:lnTo>
                    <a:pt x="59" y="52"/>
                  </a:lnTo>
                  <a:lnTo>
                    <a:pt x="59" y="52"/>
                  </a:lnTo>
                  <a:lnTo>
                    <a:pt x="59" y="52"/>
                  </a:lnTo>
                  <a:lnTo>
                    <a:pt x="61" y="52"/>
                  </a:lnTo>
                  <a:lnTo>
                    <a:pt x="61" y="52"/>
                  </a:lnTo>
                  <a:lnTo>
                    <a:pt x="61" y="52"/>
                  </a:lnTo>
                  <a:lnTo>
                    <a:pt x="61" y="52"/>
                  </a:lnTo>
                  <a:lnTo>
                    <a:pt x="61" y="55"/>
                  </a:lnTo>
                  <a:lnTo>
                    <a:pt x="64" y="55"/>
                  </a:lnTo>
                  <a:lnTo>
                    <a:pt x="64" y="55"/>
                  </a:lnTo>
                  <a:lnTo>
                    <a:pt x="64" y="55"/>
                  </a:lnTo>
                  <a:lnTo>
                    <a:pt x="64" y="55"/>
                  </a:lnTo>
                  <a:lnTo>
                    <a:pt x="66" y="55"/>
                  </a:lnTo>
                  <a:lnTo>
                    <a:pt x="66" y="57"/>
                  </a:lnTo>
                  <a:lnTo>
                    <a:pt x="66" y="57"/>
                  </a:lnTo>
                  <a:lnTo>
                    <a:pt x="68" y="57"/>
                  </a:lnTo>
                  <a:lnTo>
                    <a:pt x="68" y="57"/>
                  </a:lnTo>
                  <a:lnTo>
                    <a:pt x="68" y="57"/>
                  </a:lnTo>
                  <a:lnTo>
                    <a:pt x="68" y="57"/>
                  </a:lnTo>
                  <a:lnTo>
                    <a:pt x="68" y="59"/>
                  </a:lnTo>
                  <a:lnTo>
                    <a:pt x="71" y="59"/>
                  </a:lnTo>
                  <a:lnTo>
                    <a:pt x="71" y="59"/>
                  </a:lnTo>
                  <a:lnTo>
                    <a:pt x="71" y="59"/>
                  </a:lnTo>
                  <a:lnTo>
                    <a:pt x="73" y="59"/>
                  </a:lnTo>
                  <a:lnTo>
                    <a:pt x="73" y="59"/>
                  </a:lnTo>
                  <a:lnTo>
                    <a:pt x="73" y="62"/>
                  </a:lnTo>
                  <a:lnTo>
                    <a:pt x="73" y="62"/>
                  </a:lnTo>
                  <a:lnTo>
                    <a:pt x="76" y="62"/>
                  </a:lnTo>
                  <a:lnTo>
                    <a:pt x="76" y="62"/>
                  </a:lnTo>
                  <a:lnTo>
                    <a:pt x="76" y="62"/>
                  </a:lnTo>
                  <a:lnTo>
                    <a:pt x="76" y="62"/>
                  </a:lnTo>
                  <a:lnTo>
                    <a:pt x="76" y="62"/>
                  </a:lnTo>
                  <a:lnTo>
                    <a:pt x="78" y="62"/>
                  </a:lnTo>
                  <a:lnTo>
                    <a:pt x="78" y="64"/>
                  </a:lnTo>
                  <a:lnTo>
                    <a:pt x="78" y="64"/>
                  </a:lnTo>
                  <a:lnTo>
                    <a:pt x="80" y="64"/>
                  </a:lnTo>
                  <a:lnTo>
                    <a:pt x="80" y="64"/>
                  </a:lnTo>
                  <a:lnTo>
                    <a:pt x="80" y="64"/>
                  </a:lnTo>
                  <a:lnTo>
                    <a:pt x="80" y="64"/>
                  </a:lnTo>
                  <a:lnTo>
                    <a:pt x="80" y="66"/>
                  </a:lnTo>
                  <a:lnTo>
                    <a:pt x="83" y="66"/>
                  </a:lnTo>
                  <a:lnTo>
                    <a:pt x="83" y="66"/>
                  </a:lnTo>
                  <a:lnTo>
                    <a:pt x="83" y="66"/>
                  </a:lnTo>
                  <a:lnTo>
                    <a:pt x="83" y="66"/>
                  </a:lnTo>
                  <a:lnTo>
                    <a:pt x="85" y="66"/>
                  </a:lnTo>
                  <a:lnTo>
                    <a:pt x="85" y="69"/>
                  </a:lnTo>
                  <a:lnTo>
                    <a:pt x="85" y="69"/>
                  </a:lnTo>
                  <a:lnTo>
                    <a:pt x="85" y="71"/>
                  </a:lnTo>
                  <a:lnTo>
                    <a:pt x="85" y="71"/>
                  </a:lnTo>
                  <a:lnTo>
                    <a:pt x="85" y="71"/>
                  </a:lnTo>
                  <a:lnTo>
                    <a:pt x="85" y="74"/>
                  </a:lnTo>
                  <a:lnTo>
                    <a:pt x="85" y="74"/>
                  </a:lnTo>
                  <a:lnTo>
                    <a:pt x="85" y="76"/>
                  </a:lnTo>
                  <a:lnTo>
                    <a:pt x="85" y="76"/>
                  </a:lnTo>
                  <a:lnTo>
                    <a:pt x="85" y="78"/>
                  </a:lnTo>
                  <a:lnTo>
                    <a:pt x="85" y="78"/>
                  </a:lnTo>
                  <a:lnTo>
                    <a:pt x="85" y="81"/>
                  </a:lnTo>
                  <a:lnTo>
                    <a:pt x="85" y="81"/>
                  </a:lnTo>
                  <a:lnTo>
                    <a:pt x="85" y="81"/>
                  </a:lnTo>
                  <a:lnTo>
                    <a:pt x="85" y="83"/>
                  </a:lnTo>
                  <a:lnTo>
                    <a:pt x="85" y="83"/>
                  </a:lnTo>
                  <a:lnTo>
                    <a:pt x="85" y="85"/>
                  </a:lnTo>
                  <a:lnTo>
                    <a:pt x="85" y="85"/>
                  </a:lnTo>
                  <a:lnTo>
                    <a:pt x="85" y="85"/>
                  </a:lnTo>
                  <a:lnTo>
                    <a:pt x="85" y="85"/>
                  </a:lnTo>
                  <a:lnTo>
                    <a:pt x="87" y="85"/>
                  </a:lnTo>
                  <a:lnTo>
                    <a:pt x="87" y="83"/>
                  </a:lnTo>
                  <a:lnTo>
                    <a:pt x="87" y="83"/>
                  </a:lnTo>
                  <a:lnTo>
                    <a:pt x="87" y="83"/>
                  </a:lnTo>
                  <a:lnTo>
                    <a:pt x="87" y="81"/>
                  </a:lnTo>
                  <a:lnTo>
                    <a:pt x="87" y="81"/>
                  </a:lnTo>
                  <a:lnTo>
                    <a:pt x="87" y="81"/>
                  </a:lnTo>
                  <a:lnTo>
                    <a:pt x="90" y="81"/>
                  </a:lnTo>
                  <a:lnTo>
                    <a:pt x="90" y="81"/>
                  </a:lnTo>
                  <a:lnTo>
                    <a:pt x="90" y="81"/>
                  </a:lnTo>
                  <a:lnTo>
                    <a:pt x="90" y="78"/>
                  </a:lnTo>
                  <a:lnTo>
                    <a:pt x="90" y="78"/>
                  </a:lnTo>
                  <a:lnTo>
                    <a:pt x="90" y="78"/>
                  </a:lnTo>
                  <a:lnTo>
                    <a:pt x="92" y="78"/>
                  </a:lnTo>
                  <a:lnTo>
                    <a:pt x="92" y="76"/>
                  </a:lnTo>
                  <a:lnTo>
                    <a:pt x="92" y="76"/>
                  </a:lnTo>
                  <a:lnTo>
                    <a:pt x="92" y="76"/>
                  </a:lnTo>
                  <a:lnTo>
                    <a:pt x="95" y="76"/>
                  </a:lnTo>
                  <a:lnTo>
                    <a:pt x="95" y="74"/>
                  </a:lnTo>
                  <a:lnTo>
                    <a:pt x="95" y="74"/>
                  </a:lnTo>
                  <a:lnTo>
                    <a:pt x="95" y="74"/>
                  </a:lnTo>
                  <a:lnTo>
                    <a:pt x="95" y="71"/>
                  </a:lnTo>
                  <a:lnTo>
                    <a:pt x="95" y="71"/>
                  </a:lnTo>
                  <a:lnTo>
                    <a:pt x="95" y="71"/>
                  </a:lnTo>
                  <a:lnTo>
                    <a:pt x="97" y="71"/>
                  </a:lnTo>
                  <a:lnTo>
                    <a:pt x="97" y="71"/>
                  </a:lnTo>
                  <a:lnTo>
                    <a:pt x="97" y="71"/>
                  </a:lnTo>
                  <a:lnTo>
                    <a:pt x="97" y="69"/>
                  </a:lnTo>
                  <a:lnTo>
                    <a:pt x="97" y="69"/>
                  </a:lnTo>
                  <a:lnTo>
                    <a:pt x="97" y="69"/>
                  </a:lnTo>
                  <a:lnTo>
                    <a:pt x="99" y="69"/>
                  </a:lnTo>
                  <a:lnTo>
                    <a:pt x="99" y="66"/>
                  </a:lnTo>
                  <a:lnTo>
                    <a:pt x="99" y="66"/>
                  </a:lnTo>
                  <a:lnTo>
                    <a:pt x="99" y="66"/>
                  </a:lnTo>
                  <a:lnTo>
                    <a:pt x="102" y="66"/>
                  </a:lnTo>
                  <a:lnTo>
                    <a:pt x="102" y="64"/>
                  </a:lnTo>
                  <a:lnTo>
                    <a:pt x="102" y="64"/>
                  </a:lnTo>
                  <a:lnTo>
                    <a:pt x="102" y="64"/>
                  </a:lnTo>
                  <a:lnTo>
                    <a:pt x="102" y="64"/>
                  </a:lnTo>
                  <a:lnTo>
                    <a:pt x="102" y="62"/>
                  </a:lnTo>
                  <a:lnTo>
                    <a:pt x="104" y="62"/>
                  </a:lnTo>
                  <a:lnTo>
                    <a:pt x="104" y="62"/>
                  </a:lnTo>
                  <a:lnTo>
                    <a:pt x="104" y="62"/>
                  </a:lnTo>
                  <a:lnTo>
                    <a:pt x="104" y="62"/>
                  </a:lnTo>
                  <a:lnTo>
                    <a:pt x="104" y="59"/>
                  </a:lnTo>
                  <a:lnTo>
                    <a:pt x="106" y="59"/>
                  </a:lnTo>
                  <a:lnTo>
                    <a:pt x="106" y="59"/>
                  </a:lnTo>
                  <a:lnTo>
                    <a:pt x="106" y="59"/>
                  </a:lnTo>
                  <a:lnTo>
                    <a:pt x="106" y="57"/>
                  </a:lnTo>
                  <a:lnTo>
                    <a:pt x="106" y="57"/>
                  </a:lnTo>
                  <a:lnTo>
                    <a:pt x="106" y="57"/>
                  </a:lnTo>
                  <a:lnTo>
                    <a:pt x="109" y="57"/>
                  </a:lnTo>
                  <a:lnTo>
                    <a:pt x="109" y="55"/>
                  </a:lnTo>
                  <a:lnTo>
                    <a:pt x="109" y="55"/>
                  </a:lnTo>
                  <a:lnTo>
                    <a:pt x="109" y="55"/>
                  </a:lnTo>
                  <a:lnTo>
                    <a:pt x="109" y="55"/>
                  </a:lnTo>
                  <a:lnTo>
                    <a:pt x="109" y="52"/>
                  </a:lnTo>
                  <a:lnTo>
                    <a:pt x="111" y="52"/>
                  </a:lnTo>
                  <a:lnTo>
                    <a:pt x="111" y="52"/>
                  </a:lnTo>
                  <a:lnTo>
                    <a:pt x="111" y="52"/>
                  </a:lnTo>
                  <a:lnTo>
                    <a:pt x="111" y="52"/>
                  </a:lnTo>
                  <a:lnTo>
                    <a:pt x="113" y="52"/>
                  </a:lnTo>
                  <a:lnTo>
                    <a:pt x="113" y="50"/>
                  </a:lnTo>
                  <a:lnTo>
                    <a:pt x="113" y="50"/>
                  </a:lnTo>
                  <a:lnTo>
                    <a:pt x="113" y="50"/>
                  </a:lnTo>
                  <a:lnTo>
                    <a:pt x="113" y="47"/>
                  </a:lnTo>
                  <a:lnTo>
                    <a:pt x="113" y="47"/>
                  </a:lnTo>
                  <a:lnTo>
                    <a:pt x="113" y="47"/>
                  </a:lnTo>
                  <a:lnTo>
                    <a:pt x="116" y="47"/>
                  </a:lnTo>
                  <a:lnTo>
                    <a:pt x="116" y="45"/>
                  </a:lnTo>
                  <a:lnTo>
                    <a:pt x="116" y="45"/>
                  </a:lnTo>
                  <a:lnTo>
                    <a:pt x="116" y="45"/>
                  </a:lnTo>
                  <a:lnTo>
                    <a:pt x="116" y="45"/>
                  </a:lnTo>
                  <a:lnTo>
                    <a:pt x="116" y="43"/>
                  </a:lnTo>
                  <a:lnTo>
                    <a:pt x="118" y="43"/>
                  </a:lnTo>
                  <a:lnTo>
                    <a:pt x="118" y="43"/>
                  </a:lnTo>
                  <a:lnTo>
                    <a:pt x="118" y="43"/>
                  </a:lnTo>
                  <a:lnTo>
                    <a:pt x="118" y="40"/>
                  </a:lnTo>
                  <a:lnTo>
                    <a:pt x="121" y="40"/>
                  </a:lnTo>
                  <a:lnTo>
                    <a:pt x="121" y="40"/>
                  </a:lnTo>
                  <a:lnTo>
                    <a:pt x="121" y="40"/>
                  </a:lnTo>
                  <a:lnTo>
                    <a:pt x="121" y="40"/>
                  </a:lnTo>
                  <a:lnTo>
                    <a:pt x="121" y="40"/>
                  </a:lnTo>
                  <a:lnTo>
                    <a:pt x="121" y="38"/>
                  </a:lnTo>
                  <a:lnTo>
                    <a:pt x="123" y="38"/>
                  </a:lnTo>
                  <a:lnTo>
                    <a:pt x="123" y="38"/>
                  </a:lnTo>
                  <a:lnTo>
                    <a:pt x="123" y="38"/>
                  </a:lnTo>
                  <a:lnTo>
                    <a:pt x="123" y="36"/>
                  </a:lnTo>
                  <a:lnTo>
                    <a:pt x="123" y="36"/>
                  </a:lnTo>
                  <a:lnTo>
                    <a:pt x="123" y="36"/>
                  </a:lnTo>
                  <a:lnTo>
                    <a:pt x="123" y="33"/>
                  </a:lnTo>
                  <a:lnTo>
                    <a:pt x="125" y="33"/>
                  </a:lnTo>
                  <a:lnTo>
                    <a:pt x="125" y="33"/>
                  </a:lnTo>
                  <a:lnTo>
                    <a:pt x="125" y="33"/>
                  </a:lnTo>
                  <a:lnTo>
                    <a:pt x="125" y="31"/>
                  </a:lnTo>
                  <a:lnTo>
                    <a:pt x="128" y="31"/>
                  </a:lnTo>
                  <a:lnTo>
                    <a:pt x="128" y="31"/>
                  </a:lnTo>
                  <a:lnTo>
                    <a:pt x="128" y="31"/>
                  </a:lnTo>
                  <a:lnTo>
                    <a:pt x="128" y="31"/>
                  </a:lnTo>
                  <a:lnTo>
                    <a:pt x="128" y="31"/>
                  </a:lnTo>
                  <a:lnTo>
                    <a:pt x="128" y="29"/>
                  </a:lnTo>
                  <a:lnTo>
                    <a:pt x="130" y="29"/>
                  </a:lnTo>
                  <a:lnTo>
                    <a:pt x="130" y="29"/>
                  </a:lnTo>
                  <a:lnTo>
                    <a:pt x="130" y="29"/>
                  </a:lnTo>
                  <a:lnTo>
                    <a:pt x="130" y="26"/>
                  </a:lnTo>
                  <a:lnTo>
                    <a:pt x="130" y="26"/>
                  </a:lnTo>
                  <a:lnTo>
                    <a:pt x="130" y="26"/>
                  </a:lnTo>
                  <a:lnTo>
                    <a:pt x="132" y="26"/>
                  </a:lnTo>
                  <a:lnTo>
                    <a:pt x="132" y="24"/>
                  </a:lnTo>
                  <a:lnTo>
                    <a:pt x="132" y="24"/>
                  </a:lnTo>
                  <a:lnTo>
                    <a:pt x="132" y="24"/>
                  </a:lnTo>
                  <a:lnTo>
                    <a:pt x="135" y="24"/>
                  </a:lnTo>
                  <a:lnTo>
                    <a:pt x="135" y="21"/>
                  </a:lnTo>
                  <a:lnTo>
                    <a:pt x="135" y="21"/>
                  </a:lnTo>
                  <a:lnTo>
                    <a:pt x="135" y="21"/>
                  </a:lnTo>
                  <a:lnTo>
                    <a:pt x="135" y="21"/>
                  </a:lnTo>
                  <a:lnTo>
                    <a:pt x="135" y="21"/>
                  </a:lnTo>
                  <a:lnTo>
                    <a:pt x="137" y="21"/>
                  </a:lnTo>
                  <a:lnTo>
                    <a:pt x="137" y="19"/>
                  </a:lnTo>
                  <a:lnTo>
                    <a:pt x="137" y="19"/>
                  </a:lnTo>
                  <a:lnTo>
                    <a:pt x="137" y="19"/>
                  </a:lnTo>
                  <a:lnTo>
                    <a:pt x="140" y="19"/>
                  </a:lnTo>
                  <a:lnTo>
                    <a:pt x="140" y="19"/>
                  </a:lnTo>
                  <a:lnTo>
                    <a:pt x="140" y="19"/>
                  </a:lnTo>
                  <a:lnTo>
                    <a:pt x="142" y="19"/>
                  </a:lnTo>
                  <a:lnTo>
                    <a:pt x="142" y="17"/>
                  </a:lnTo>
                  <a:lnTo>
                    <a:pt x="142" y="17"/>
                  </a:lnTo>
                  <a:lnTo>
                    <a:pt x="142" y="17"/>
                  </a:lnTo>
                  <a:lnTo>
                    <a:pt x="144" y="17"/>
                  </a:lnTo>
                  <a:lnTo>
                    <a:pt x="144" y="17"/>
                  </a:lnTo>
                  <a:lnTo>
                    <a:pt x="144" y="17"/>
                  </a:lnTo>
                  <a:lnTo>
                    <a:pt x="147" y="17"/>
                  </a:lnTo>
                  <a:lnTo>
                    <a:pt x="147" y="17"/>
                  </a:lnTo>
                  <a:lnTo>
                    <a:pt x="147" y="17"/>
                  </a:lnTo>
                  <a:lnTo>
                    <a:pt x="149" y="17"/>
                  </a:lnTo>
                  <a:lnTo>
                    <a:pt x="149" y="14"/>
                  </a:lnTo>
                  <a:lnTo>
                    <a:pt x="149" y="14"/>
                  </a:lnTo>
                  <a:lnTo>
                    <a:pt x="149" y="14"/>
                  </a:lnTo>
                  <a:lnTo>
                    <a:pt x="151" y="14"/>
                  </a:lnTo>
                  <a:lnTo>
                    <a:pt x="151" y="14"/>
                  </a:lnTo>
                  <a:lnTo>
                    <a:pt x="154" y="14"/>
                  </a:lnTo>
                  <a:lnTo>
                    <a:pt x="154" y="14"/>
                  </a:lnTo>
                  <a:lnTo>
                    <a:pt x="154" y="14"/>
                  </a:lnTo>
                  <a:lnTo>
                    <a:pt x="154" y="14"/>
                  </a:lnTo>
                  <a:lnTo>
                    <a:pt x="156" y="14"/>
                  </a:lnTo>
                  <a:lnTo>
                    <a:pt x="156" y="14"/>
                  </a:lnTo>
                  <a:lnTo>
                    <a:pt x="156" y="12"/>
                  </a:lnTo>
                  <a:lnTo>
                    <a:pt x="156" y="12"/>
                  </a:lnTo>
                  <a:lnTo>
                    <a:pt x="158" y="12"/>
                  </a:lnTo>
                  <a:lnTo>
                    <a:pt x="158" y="12"/>
                  </a:lnTo>
                  <a:lnTo>
                    <a:pt x="161" y="12"/>
                  </a:lnTo>
                  <a:lnTo>
                    <a:pt x="161" y="12"/>
                  </a:lnTo>
                  <a:lnTo>
                    <a:pt x="161" y="12"/>
                  </a:lnTo>
                  <a:lnTo>
                    <a:pt x="161" y="12"/>
                  </a:lnTo>
                  <a:lnTo>
                    <a:pt x="163" y="12"/>
                  </a:lnTo>
                  <a:lnTo>
                    <a:pt x="163" y="12"/>
                  </a:lnTo>
                  <a:lnTo>
                    <a:pt x="163" y="12"/>
                  </a:lnTo>
                  <a:lnTo>
                    <a:pt x="163" y="12"/>
                  </a:lnTo>
                  <a:lnTo>
                    <a:pt x="166" y="12"/>
                  </a:lnTo>
                  <a:lnTo>
                    <a:pt x="166" y="12"/>
                  </a:lnTo>
                  <a:lnTo>
                    <a:pt x="168" y="12"/>
                  </a:lnTo>
                  <a:lnTo>
                    <a:pt x="168" y="12"/>
                  </a:lnTo>
                  <a:lnTo>
                    <a:pt x="168" y="10"/>
                  </a:lnTo>
                  <a:lnTo>
                    <a:pt x="168" y="10"/>
                  </a:lnTo>
                  <a:lnTo>
                    <a:pt x="170" y="10"/>
                  </a:lnTo>
                  <a:lnTo>
                    <a:pt x="170" y="10"/>
                  </a:lnTo>
                  <a:lnTo>
                    <a:pt x="170" y="10"/>
                  </a:lnTo>
                  <a:lnTo>
                    <a:pt x="170" y="10"/>
                  </a:lnTo>
                  <a:lnTo>
                    <a:pt x="173" y="10"/>
                  </a:lnTo>
                  <a:lnTo>
                    <a:pt x="173" y="10"/>
                  </a:lnTo>
                  <a:lnTo>
                    <a:pt x="175" y="10"/>
                  </a:lnTo>
                  <a:lnTo>
                    <a:pt x="175" y="10"/>
                  </a:lnTo>
                  <a:lnTo>
                    <a:pt x="175" y="10"/>
                  </a:lnTo>
                  <a:lnTo>
                    <a:pt x="175" y="7"/>
                  </a:lnTo>
                  <a:lnTo>
                    <a:pt x="177" y="7"/>
                  </a:lnTo>
                  <a:lnTo>
                    <a:pt x="177" y="7"/>
                  </a:lnTo>
                  <a:lnTo>
                    <a:pt x="180" y="7"/>
                  </a:lnTo>
                  <a:lnTo>
                    <a:pt x="180" y="7"/>
                  </a:lnTo>
                  <a:lnTo>
                    <a:pt x="180" y="7"/>
                  </a:lnTo>
                  <a:lnTo>
                    <a:pt x="180" y="7"/>
                  </a:lnTo>
                  <a:lnTo>
                    <a:pt x="182" y="7"/>
                  </a:lnTo>
                  <a:lnTo>
                    <a:pt x="182" y="7"/>
                  </a:lnTo>
                  <a:lnTo>
                    <a:pt x="182" y="7"/>
                  </a:lnTo>
                  <a:lnTo>
                    <a:pt x="184" y="7"/>
                  </a:lnTo>
                  <a:lnTo>
                    <a:pt x="184" y="5"/>
                  </a:lnTo>
                  <a:lnTo>
                    <a:pt x="184" y="5"/>
                  </a:lnTo>
                  <a:lnTo>
                    <a:pt x="187" y="5"/>
                  </a:lnTo>
                  <a:lnTo>
                    <a:pt x="187" y="5"/>
                  </a:lnTo>
                  <a:lnTo>
                    <a:pt x="187" y="5"/>
                  </a:lnTo>
                  <a:lnTo>
                    <a:pt x="187" y="5"/>
                  </a:lnTo>
                  <a:lnTo>
                    <a:pt x="189" y="5"/>
                  </a:lnTo>
                  <a:lnTo>
                    <a:pt x="189" y="5"/>
                  </a:lnTo>
                  <a:lnTo>
                    <a:pt x="189" y="5"/>
                  </a:lnTo>
                  <a:lnTo>
                    <a:pt x="192" y="5"/>
                  </a:lnTo>
                  <a:lnTo>
                    <a:pt x="192" y="5"/>
                  </a:lnTo>
                  <a:lnTo>
                    <a:pt x="192" y="2"/>
                  </a:lnTo>
                  <a:lnTo>
                    <a:pt x="194" y="2"/>
                  </a:lnTo>
                  <a:lnTo>
                    <a:pt x="194" y="2"/>
                  </a:lnTo>
                  <a:lnTo>
                    <a:pt x="194" y="2"/>
                  </a:lnTo>
                  <a:lnTo>
                    <a:pt x="196" y="2"/>
                  </a:lnTo>
                  <a:lnTo>
                    <a:pt x="196" y="2"/>
                  </a:lnTo>
                  <a:lnTo>
                    <a:pt x="196" y="2"/>
                  </a:lnTo>
                  <a:lnTo>
                    <a:pt x="196" y="2"/>
                  </a:lnTo>
                  <a:lnTo>
                    <a:pt x="199" y="2"/>
                  </a:lnTo>
                  <a:lnTo>
                    <a:pt x="199" y="2"/>
                  </a:lnTo>
                  <a:lnTo>
                    <a:pt x="201" y="2"/>
                  </a:lnTo>
                  <a:lnTo>
                    <a:pt x="201" y="2"/>
                  </a:lnTo>
                  <a:lnTo>
                    <a:pt x="201" y="2"/>
                  </a:lnTo>
                  <a:lnTo>
                    <a:pt x="201" y="2"/>
                  </a:lnTo>
                  <a:lnTo>
                    <a:pt x="203" y="2"/>
                  </a:lnTo>
                  <a:lnTo>
                    <a:pt x="203" y="2"/>
                  </a:lnTo>
                  <a:lnTo>
                    <a:pt x="203" y="0"/>
                  </a:lnTo>
                  <a:lnTo>
                    <a:pt x="203" y="0"/>
                  </a:lnTo>
                  <a:lnTo>
                    <a:pt x="206" y="0"/>
                  </a:lnTo>
                  <a:lnTo>
                    <a:pt x="206" y="0"/>
                  </a:lnTo>
                  <a:lnTo>
                    <a:pt x="206" y="2"/>
                  </a:lnTo>
                  <a:lnTo>
                    <a:pt x="206" y="2"/>
                  </a:lnTo>
                  <a:lnTo>
                    <a:pt x="206" y="2"/>
                  </a:lnTo>
                  <a:lnTo>
                    <a:pt x="206" y="2"/>
                  </a:lnTo>
                  <a:lnTo>
                    <a:pt x="206" y="5"/>
                  </a:lnTo>
                  <a:lnTo>
                    <a:pt x="206" y="5"/>
                  </a:lnTo>
                  <a:lnTo>
                    <a:pt x="203" y="5"/>
                  </a:lnTo>
                  <a:lnTo>
                    <a:pt x="203" y="7"/>
                  </a:lnTo>
                  <a:lnTo>
                    <a:pt x="203" y="7"/>
                  </a:lnTo>
                  <a:lnTo>
                    <a:pt x="203" y="10"/>
                  </a:lnTo>
                  <a:lnTo>
                    <a:pt x="203" y="10"/>
                  </a:lnTo>
                  <a:lnTo>
                    <a:pt x="203" y="10"/>
                  </a:lnTo>
                  <a:lnTo>
                    <a:pt x="203" y="12"/>
                  </a:lnTo>
                  <a:lnTo>
                    <a:pt x="203" y="12"/>
                  </a:lnTo>
                  <a:lnTo>
                    <a:pt x="203" y="12"/>
                  </a:lnTo>
                  <a:lnTo>
                    <a:pt x="203" y="12"/>
                  </a:lnTo>
                  <a:lnTo>
                    <a:pt x="206" y="12"/>
                  </a:lnTo>
                  <a:lnTo>
                    <a:pt x="206" y="14"/>
                  </a:lnTo>
                  <a:lnTo>
                    <a:pt x="206" y="14"/>
                  </a:lnTo>
                  <a:lnTo>
                    <a:pt x="206" y="14"/>
                  </a:lnTo>
                  <a:lnTo>
                    <a:pt x="206" y="17"/>
                  </a:lnTo>
                  <a:lnTo>
                    <a:pt x="208" y="17"/>
                  </a:lnTo>
                  <a:lnTo>
                    <a:pt x="208" y="17"/>
                  </a:lnTo>
                  <a:lnTo>
                    <a:pt x="208" y="17"/>
                  </a:lnTo>
                  <a:lnTo>
                    <a:pt x="208" y="19"/>
                  </a:lnTo>
                  <a:lnTo>
                    <a:pt x="208" y="19"/>
                  </a:lnTo>
                  <a:lnTo>
                    <a:pt x="208" y="19"/>
                  </a:lnTo>
                  <a:lnTo>
                    <a:pt x="208" y="21"/>
                  </a:lnTo>
                  <a:lnTo>
                    <a:pt x="211" y="21"/>
                  </a:lnTo>
                  <a:lnTo>
                    <a:pt x="211" y="21"/>
                  </a:lnTo>
                  <a:lnTo>
                    <a:pt x="211" y="21"/>
                  </a:lnTo>
                  <a:lnTo>
                    <a:pt x="211" y="21"/>
                  </a:lnTo>
                  <a:lnTo>
                    <a:pt x="211" y="24"/>
                  </a:lnTo>
                  <a:lnTo>
                    <a:pt x="213" y="24"/>
                  </a:lnTo>
                  <a:lnTo>
                    <a:pt x="213" y="24"/>
                  </a:lnTo>
                  <a:lnTo>
                    <a:pt x="213" y="26"/>
                  </a:lnTo>
                  <a:lnTo>
                    <a:pt x="213" y="26"/>
                  </a:lnTo>
                  <a:lnTo>
                    <a:pt x="213" y="26"/>
                  </a:lnTo>
                  <a:lnTo>
                    <a:pt x="213" y="26"/>
                  </a:lnTo>
                  <a:lnTo>
                    <a:pt x="213" y="29"/>
                  </a:lnTo>
                  <a:lnTo>
                    <a:pt x="215" y="29"/>
                  </a:lnTo>
                  <a:lnTo>
                    <a:pt x="215" y="29"/>
                  </a:lnTo>
                  <a:lnTo>
                    <a:pt x="215" y="31"/>
                  </a:lnTo>
                  <a:lnTo>
                    <a:pt x="215" y="31"/>
                  </a:lnTo>
                  <a:lnTo>
                    <a:pt x="215" y="31"/>
                  </a:lnTo>
                  <a:lnTo>
                    <a:pt x="215" y="31"/>
                  </a:lnTo>
                  <a:lnTo>
                    <a:pt x="215" y="31"/>
                  </a:lnTo>
                  <a:lnTo>
                    <a:pt x="215" y="33"/>
                  </a:lnTo>
                  <a:lnTo>
                    <a:pt x="218" y="33"/>
                  </a:lnTo>
                  <a:lnTo>
                    <a:pt x="218" y="33"/>
                  </a:lnTo>
                  <a:lnTo>
                    <a:pt x="218" y="33"/>
                  </a:lnTo>
                  <a:lnTo>
                    <a:pt x="218" y="36"/>
                  </a:lnTo>
                  <a:lnTo>
                    <a:pt x="218" y="36"/>
                  </a:lnTo>
                  <a:lnTo>
                    <a:pt x="220" y="36"/>
                  </a:lnTo>
                  <a:lnTo>
                    <a:pt x="220" y="38"/>
                  </a:lnTo>
                  <a:lnTo>
                    <a:pt x="220" y="38"/>
                  </a:lnTo>
                  <a:lnTo>
                    <a:pt x="220" y="38"/>
                  </a:lnTo>
                  <a:lnTo>
                    <a:pt x="220" y="38"/>
                  </a:lnTo>
                  <a:lnTo>
                    <a:pt x="220" y="40"/>
                  </a:lnTo>
                  <a:lnTo>
                    <a:pt x="220" y="40"/>
                  </a:lnTo>
                  <a:lnTo>
                    <a:pt x="222" y="40"/>
                  </a:lnTo>
                  <a:lnTo>
                    <a:pt x="222" y="40"/>
                  </a:lnTo>
                  <a:lnTo>
                    <a:pt x="222" y="40"/>
                  </a:lnTo>
                  <a:lnTo>
                    <a:pt x="222" y="43"/>
                  </a:lnTo>
                  <a:lnTo>
                    <a:pt x="222" y="43"/>
                  </a:lnTo>
                  <a:lnTo>
                    <a:pt x="222" y="45"/>
                  </a:lnTo>
                  <a:lnTo>
                    <a:pt x="222" y="45"/>
                  </a:lnTo>
                  <a:lnTo>
                    <a:pt x="222" y="45"/>
                  </a:lnTo>
                  <a:lnTo>
                    <a:pt x="222" y="47"/>
                  </a:lnTo>
                  <a:lnTo>
                    <a:pt x="222" y="47"/>
                  </a:lnTo>
                  <a:lnTo>
                    <a:pt x="222" y="50"/>
                  </a:lnTo>
                  <a:lnTo>
                    <a:pt x="222" y="50"/>
                  </a:lnTo>
                  <a:lnTo>
                    <a:pt x="222" y="50"/>
                  </a:lnTo>
                  <a:lnTo>
                    <a:pt x="222" y="52"/>
                  </a:lnTo>
                  <a:lnTo>
                    <a:pt x="222" y="52"/>
                  </a:lnTo>
                  <a:lnTo>
                    <a:pt x="222" y="52"/>
                  </a:lnTo>
                  <a:lnTo>
                    <a:pt x="225" y="52"/>
                  </a:lnTo>
                  <a:lnTo>
                    <a:pt x="225" y="52"/>
                  </a:lnTo>
                  <a:lnTo>
                    <a:pt x="225" y="52"/>
                  </a:lnTo>
                  <a:lnTo>
                    <a:pt x="225" y="55"/>
                  </a:lnTo>
                  <a:lnTo>
                    <a:pt x="227" y="55"/>
                  </a:lnTo>
                  <a:lnTo>
                    <a:pt x="227" y="55"/>
                  </a:lnTo>
                  <a:lnTo>
                    <a:pt x="227" y="55"/>
                  </a:lnTo>
                  <a:lnTo>
                    <a:pt x="227" y="57"/>
                  </a:lnTo>
                  <a:lnTo>
                    <a:pt x="227" y="57"/>
                  </a:lnTo>
                  <a:lnTo>
                    <a:pt x="227" y="57"/>
                  </a:lnTo>
                  <a:lnTo>
                    <a:pt x="227" y="59"/>
                  </a:lnTo>
                  <a:lnTo>
                    <a:pt x="229" y="59"/>
                  </a:lnTo>
                  <a:lnTo>
                    <a:pt x="229" y="59"/>
                  </a:lnTo>
                  <a:lnTo>
                    <a:pt x="229" y="59"/>
                  </a:lnTo>
                  <a:lnTo>
                    <a:pt x="229" y="62"/>
                  </a:lnTo>
                  <a:lnTo>
                    <a:pt x="229" y="62"/>
                  </a:lnTo>
                  <a:lnTo>
                    <a:pt x="227" y="62"/>
                  </a:lnTo>
                  <a:lnTo>
                    <a:pt x="227" y="62"/>
                  </a:lnTo>
                  <a:lnTo>
                    <a:pt x="227" y="62"/>
                  </a:lnTo>
                  <a:lnTo>
                    <a:pt x="227" y="62"/>
                  </a:lnTo>
                  <a:lnTo>
                    <a:pt x="225" y="62"/>
                  </a:lnTo>
                  <a:lnTo>
                    <a:pt x="225" y="62"/>
                  </a:lnTo>
                  <a:lnTo>
                    <a:pt x="225" y="62"/>
                  </a:lnTo>
                  <a:lnTo>
                    <a:pt x="222" y="62"/>
                  </a:lnTo>
                  <a:lnTo>
                    <a:pt x="222" y="64"/>
                  </a:lnTo>
                  <a:lnTo>
                    <a:pt x="222" y="64"/>
                  </a:lnTo>
                  <a:lnTo>
                    <a:pt x="222" y="64"/>
                  </a:lnTo>
                  <a:lnTo>
                    <a:pt x="220" y="64"/>
                  </a:lnTo>
                  <a:lnTo>
                    <a:pt x="220" y="64"/>
                  </a:lnTo>
                  <a:lnTo>
                    <a:pt x="220" y="64"/>
                  </a:lnTo>
                  <a:lnTo>
                    <a:pt x="220" y="64"/>
                  </a:lnTo>
                  <a:lnTo>
                    <a:pt x="218" y="64"/>
                  </a:lnTo>
                  <a:lnTo>
                    <a:pt x="218" y="66"/>
                  </a:lnTo>
                  <a:lnTo>
                    <a:pt x="218" y="66"/>
                  </a:lnTo>
                  <a:lnTo>
                    <a:pt x="215" y="66"/>
                  </a:lnTo>
                  <a:lnTo>
                    <a:pt x="215" y="66"/>
                  </a:lnTo>
                  <a:lnTo>
                    <a:pt x="215" y="66"/>
                  </a:lnTo>
                  <a:lnTo>
                    <a:pt x="215" y="69"/>
                  </a:lnTo>
                  <a:lnTo>
                    <a:pt x="215" y="69"/>
                  </a:lnTo>
                  <a:lnTo>
                    <a:pt x="215" y="69"/>
                  </a:lnTo>
                  <a:lnTo>
                    <a:pt x="213" y="69"/>
                  </a:lnTo>
                  <a:lnTo>
                    <a:pt x="213" y="71"/>
                  </a:lnTo>
                  <a:lnTo>
                    <a:pt x="213" y="71"/>
                  </a:lnTo>
                  <a:lnTo>
                    <a:pt x="213" y="71"/>
                  </a:lnTo>
                  <a:lnTo>
                    <a:pt x="213" y="71"/>
                  </a:lnTo>
                  <a:lnTo>
                    <a:pt x="213" y="71"/>
                  </a:lnTo>
                  <a:lnTo>
                    <a:pt x="213" y="74"/>
                  </a:lnTo>
                  <a:lnTo>
                    <a:pt x="211" y="74"/>
                  </a:lnTo>
                  <a:lnTo>
                    <a:pt x="211" y="74"/>
                  </a:lnTo>
                  <a:lnTo>
                    <a:pt x="211" y="76"/>
                  </a:lnTo>
                  <a:lnTo>
                    <a:pt x="211" y="76"/>
                  </a:lnTo>
                  <a:lnTo>
                    <a:pt x="211" y="76"/>
                  </a:lnTo>
                  <a:lnTo>
                    <a:pt x="211" y="78"/>
                  </a:lnTo>
                  <a:lnTo>
                    <a:pt x="211" y="78"/>
                  </a:lnTo>
                  <a:lnTo>
                    <a:pt x="211" y="78"/>
                  </a:lnTo>
                  <a:lnTo>
                    <a:pt x="211" y="81"/>
                  </a:lnTo>
                  <a:lnTo>
                    <a:pt x="211" y="81"/>
                  </a:lnTo>
                  <a:lnTo>
                    <a:pt x="211" y="81"/>
                  </a:lnTo>
                  <a:lnTo>
                    <a:pt x="211" y="83"/>
                  </a:lnTo>
                  <a:lnTo>
                    <a:pt x="211" y="83"/>
                  </a:lnTo>
                  <a:lnTo>
                    <a:pt x="213" y="83"/>
                  </a:lnTo>
                  <a:lnTo>
                    <a:pt x="213" y="85"/>
                  </a:lnTo>
                  <a:lnTo>
                    <a:pt x="213" y="85"/>
                  </a:lnTo>
                  <a:lnTo>
                    <a:pt x="213" y="88"/>
                  </a:lnTo>
                  <a:lnTo>
                    <a:pt x="211" y="88"/>
                  </a:lnTo>
                  <a:lnTo>
                    <a:pt x="211" y="88"/>
                  </a:lnTo>
                  <a:lnTo>
                    <a:pt x="208" y="88"/>
                  </a:lnTo>
                  <a:lnTo>
                    <a:pt x="208" y="88"/>
                  </a:lnTo>
                  <a:lnTo>
                    <a:pt x="208" y="88"/>
                  </a:lnTo>
                  <a:lnTo>
                    <a:pt x="208" y="88"/>
                  </a:lnTo>
                  <a:lnTo>
                    <a:pt x="208" y="90"/>
                  </a:lnTo>
                  <a:lnTo>
                    <a:pt x="206" y="90"/>
                  </a:lnTo>
                  <a:lnTo>
                    <a:pt x="206" y="90"/>
                  </a:lnTo>
                  <a:lnTo>
                    <a:pt x="203" y="90"/>
                  </a:lnTo>
                  <a:lnTo>
                    <a:pt x="203" y="90"/>
                  </a:lnTo>
                  <a:lnTo>
                    <a:pt x="203" y="90"/>
                  </a:lnTo>
                  <a:lnTo>
                    <a:pt x="203" y="90"/>
                  </a:lnTo>
                  <a:lnTo>
                    <a:pt x="203" y="90"/>
                  </a:lnTo>
                  <a:lnTo>
                    <a:pt x="201" y="90"/>
                  </a:lnTo>
                  <a:lnTo>
                    <a:pt x="201" y="90"/>
                  </a:lnTo>
                  <a:lnTo>
                    <a:pt x="201" y="93"/>
                  </a:lnTo>
                  <a:lnTo>
                    <a:pt x="201" y="93"/>
                  </a:lnTo>
                  <a:lnTo>
                    <a:pt x="201" y="93"/>
                  </a:lnTo>
                  <a:lnTo>
                    <a:pt x="199" y="93"/>
                  </a:lnTo>
                  <a:lnTo>
                    <a:pt x="199" y="95"/>
                  </a:lnTo>
                  <a:lnTo>
                    <a:pt x="199" y="95"/>
                  </a:lnTo>
                  <a:lnTo>
                    <a:pt x="196" y="95"/>
                  </a:lnTo>
                  <a:lnTo>
                    <a:pt x="196" y="95"/>
                  </a:lnTo>
                  <a:lnTo>
                    <a:pt x="196" y="95"/>
                  </a:lnTo>
                  <a:lnTo>
                    <a:pt x="196" y="95"/>
                  </a:lnTo>
                  <a:lnTo>
                    <a:pt x="194" y="95"/>
                  </a:lnTo>
                  <a:lnTo>
                    <a:pt x="194" y="95"/>
                  </a:lnTo>
                  <a:lnTo>
                    <a:pt x="194" y="97"/>
                  </a:lnTo>
                  <a:lnTo>
                    <a:pt x="194" y="97"/>
                  </a:lnTo>
                  <a:lnTo>
                    <a:pt x="192" y="97"/>
                  </a:lnTo>
                  <a:lnTo>
                    <a:pt x="192" y="97"/>
                  </a:lnTo>
                  <a:lnTo>
                    <a:pt x="192" y="97"/>
                  </a:lnTo>
                  <a:lnTo>
                    <a:pt x="189" y="97"/>
                  </a:lnTo>
                  <a:lnTo>
                    <a:pt x="189" y="97"/>
                  </a:lnTo>
                  <a:lnTo>
                    <a:pt x="189" y="97"/>
                  </a:lnTo>
                  <a:lnTo>
                    <a:pt x="189" y="100"/>
                  </a:lnTo>
                  <a:lnTo>
                    <a:pt x="187" y="100"/>
                  </a:lnTo>
                  <a:lnTo>
                    <a:pt x="187" y="100"/>
                  </a:lnTo>
                  <a:lnTo>
                    <a:pt x="187" y="100"/>
                  </a:lnTo>
                  <a:lnTo>
                    <a:pt x="184" y="100"/>
                  </a:lnTo>
                  <a:lnTo>
                    <a:pt x="184" y="100"/>
                  </a:lnTo>
                  <a:lnTo>
                    <a:pt x="184" y="100"/>
                  </a:lnTo>
                  <a:lnTo>
                    <a:pt x="182" y="100"/>
                  </a:lnTo>
                  <a:lnTo>
                    <a:pt x="182" y="100"/>
                  </a:lnTo>
                  <a:lnTo>
                    <a:pt x="182" y="100"/>
                  </a:lnTo>
                  <a:lnTo>
                    <a:pt x="180" y="100"/>
                  </a:lnTo>
                  <a:lnTo>
                    <a:pt x="180" y="102"/>
                  </a:lnTo>
                  <a:lnTo>
                    <a:pt x="180" y="102"/>
                  </a:lnTo>
                  <a:lnTo>
                    <a:pt x="180" y="102"/>
                  </a:lnTo>
                  <a:lnTo>
                    <a:pt x="177" y="102"/>
                  </a:lnTo>
                  <a:lnTo>
                    <a:pt x="177" y="102"/>
                  </a:lnTo>
                  <a:lnTo>
                    <a:pt x="175" y="102"/>
                  </a:lnTo>
                  <a:lnTo>
                    <a:pt x="175" y="102"/>
                  </a:lnTo>
                  <a:lnTo>
                    <a:pt x="175" y="102"/>
                  </a:lnTo>
                  <a:lnTo>
                    <a:pt x="175" y="102"/>
                  </a:lnTo>
                  <a:lnTo>
                    <a:pt x="173" y="102"/>
                  </a:lnTo>
                  <a:lnTo>
                    <a:pt x="173" y="102"/>
                  </a:lnTo>
                  <a:lnTo>
                    <a:pt x="173" y="102"/>
                  </a:lnTo>
                  <a:lnTo>
                    <a:pt x="170" y="102"/>
                  </a:lnTo>
                  <a:lnTo>
                    <a:pt x="170" y="104"/>
                  </a:lnTo>
                  <a:lnTo>
                    <a:pt x="170" y="104"/>
                  </a:lnTo>
                  <a:lnTo>
                    <a:pt x="170" y="104"/>
                  </a:lnTo>
                  <a:lnTo>
                    <a:pt x="170" y="104"/>
                  </a:lnTo>
                  <a:lnTo>
                    <a:pt x="168" y="104"/>
                  </a:lnTo>
                  <a:lnTo>
                    <a:pt x="168" y="107"/>
                  </a:lnTo>
                  <a:lnTo>
                    <a:pt x="168" y="107"/>
                  </a:lnTo>
                  <a:lnTo>
                    <a:pt x="168" y="107"/>
                  </a:lnTo>
                  <a:lnTo>
                    <a:pt x="166" y="107"/>
                  </a:lnTo>
                  <a:lnTo>
                    <a:pt x="166" y="107"/>
                  </a:lnTo>
                  <a:lnTo>
                    <a:pt x="166" y="107"/>
                  </a:lnTo>
                  <a:lnTo>
                    <a:pt x="163" y="107"/>
                  </a:lnTo>
                  <a:lnTo>
                    <a:pt x="163" y="107"/>
                  </a:lnTo>
                  <a:lnTo>
                    <a:pt x="163" y="107"/>
                  </a:lnTo>
                  <a:lnTo>
                    <a:pt x="163" y="107"/>
                  </a:lnTo>
                  <a:lnTo>
                    <a:pt x="161" y="107"/>
                  </a:lnTo>
                  <a:lnTo>
                    <a:pt x="161" y="107"/>
                  </a:lnTo>
                  <a:lnTo>
                    <a:pt x="161" y="107"/>
                  </a:lnTo>
                  <a:lnTo>
                    <a:pt x="161" y="107"/>
                  </a:lnTo>
                  <a:lnTo>
                    <a:pt x="161" y="109"/>
                  </a:lnTo>
                  <a:lnTo>
                    <a:pt x="158" y="109"/>
                  </a:lnTo>
                  <a:lnTo>
                    <a:pt x="158" y="109"/>
                  </a:lnTo>
                  <a:lnTo>
                    <a:pt x="156" y="109"/>
                  </a:lnTo>
                  <a:lnTo>
                    <a:pt x="156" y="109"/>
                  </a:lnTo>
                  <a:lnTo>
                    <a:pt x="156" y="109"/>
                  </a:lnTo>
                  <a:lnTo>
                    <a:pt x="156" y="109"/>
                  </a:lnTo>
                  <a:lnTo>
                    <a:pt x="154" y="109"/>
                  </a:lnTo>
                  <a:lnTo>
                    <a:pt x="154" y="109"/>
                  </a:lnTo>
                  <a:lnTo>
                    <a:pt x="154" y="111"/>
                  </a:lnTo>
                  <a:lnTo>
                    <a:pt x="154" y="111"/>
                  </a:lnTo>
                  <a:lnTo>
                    <a:pt x="151" y="111"/>
                  </a:lnTo>
                  <a:lnTo>
                    <a:pt x="151" y="111"/>
                  </a:lnTo>
                  <a:lnTo>
                    <a:pt x="151" y="111"/>
                  </a:lnTo>
                  <a:lnTo>
                    <a:pt x="149" y="111"/>
                  </a:lnTo>
                  <a:lnTo>
                    <a:pt x="149" y="111"/>
                  </a:lnTo>
                  <a:lnTo>
                    <a:pt x="149" y="111"/>
                  </a:lnTo>
                  <a:lnTo>
                    <a:pt x="149" y="111"/>
                  </a:lnTo>
                  <a:lnTo>
                    <a:pt x="149" y="114"/>
                  </a:lnTo>
                  <a:lnTo>
                    <a:pt x="147" y="114"/>
                  </a:lnTo>
                  <a:lnTo>
                    <a:pt x="147" y="114"/>
                  </a:lnTo>
                  <a:lnTo>
                    <a:pt x="147" y="114"/>
                  </a:lnTo>
                  <a:lnTo>
                    <a:pt x="147" y="114"/>
                  </a:lnTo>
                  <a:lnTo>
                    <a:pt x="144" y="114"/>
                  </a:lnTo>
                  <a:lnTo>
                    <a:pt x="144" y="114"/>
                  </a:lnTo>
                  <a:lnTo>
                    <a:pt x="144" y="116"/>
                  </a:lnTo>
                  <a:lnTo>
                    <a:pt x="142" y="116"/>
                  </a:lnTo>
                  <a:lnTo>
                    <a:pt x="142" y="116"/>
                  </a:lnTo>
                  <a:lnTo>
                    <a:pt x="142" y="119"/>
                  </a:lnTo>
                  <a:lnTo>
                    <a:pt x="142" y="119"/>
                  </a:lnTo>
                  <a:lnTo>
                    <a:pt x="142" y="121"/>
                  </a:lnTo>
                  <a:lnTo>
                    <a:pt x="142" y="121"/>
                  </a:lnTo>
                  <a:lnTo>
                    <a:pt x="142" y="121"/>
                  </a:lnTo>
                  <a:lnTo>
                    <a:pt x="142" y="121"/>
                  </a:lnTo>
                  <a:lnTo>
                    <a:pt x="142" y="121"/>
                  </a:lnTo>
                  <a:lnTo>
                    <a:pt x="140" y="121"/>
                  </a:lnTo>
                  <a:lnTo>
                    <a:pt x="140" y="121"/>
                  </a:lnTo>
                  <a:lnTo>
                    <a:pt x="140" y="123"/>
                  </a:lnTo>
                  <a:lnTo>
                    <a:pt x="140" y="123"/>
                  </a:lnTo>
                  <a:lnTo>
                    <a:pt x="140" y="123"/>
                  </a:lnTo>
                  <a:lnTo>
                    <a:pt x="137" y="123"/>
                  </a:lnTo>
                  <a:lnTo>
                    <a:pt x="137" y="126"/>
                  </a:lnTo>
                  <a:lnTo>
                    <a:pt x="137" y="126"/>
                  </a:lnTo>
                  <a:lnTo>
                    <a:pt x="137" y="126"/>
                  </a:lnTo>
                  <a:lnTo>
                    <a:pt x="135" y="126"/>
                  </a:lnTo>
                  <a:lnTo>
                    <a:pt x="135" y="128"/>
                  </a:lnTo>
                  <a:lnTo>
                    <a:pt x="135" y="128"/>
                  </a:lnTo>
                  <a:lnTo>
                    <a:pt x="135" y="128"/>
                  </a:lnTo>
                  <a:lnTo>
                    <a:pt x="132" y="128"/>
                  </a:lnTo>
                  <a:lnTo>
                    <a:pt x="132" y="128"/>
                  </a:lnTo>
                  <a:lnTo>
                    <a:pt x="130" y="128"/>
                  </a:lnTo>
                  <a:lnTo>
                    <a:pt x="130" y="128"/>
                  </a:lnTo>
                  <a:lnTo>
                    <a:pt x="130" y="128"/>
                  </a:lnTo>
                  <a:lnTo>
                    <a:pt x="130" y="128"/>
                  </a:lnTo>
                  <a:lnTo>
                    <a:pt x="130" y="128"/>
                  </a:lnTo>
                  <a:lnTo>
                    <a:pt x="128" y="128"/>
                  </a:lnTo>
                  <a:lnTo>
                    <a:pt x="128" y="128"/>
                  </a:lnTo>
                  <a:lnTo>
                    <a:pt x="128" y="128"/>
                  </a:lnTo>
                  <a:lnTo>
                    <a:pt x="128" y="128"/>
                  </a:lnTo>
                  <a:lnTo>
                    <a:pt x="125" y="128"/>
                  </a:lnTo>
                  <a:lnTo>
                    <a:pt x="125" y="128"/>
                  </a:lnTo>
                  <a:lnTo>
                    <a:pt x="123" y="128"/>
                  </a:lnTo>
                  <a:lnTo>
                    <a:pt x="123" y="128"/>
                  </a:lnTo>
                  <a:lnTo>
                    <a:pt x="123" y="128"/>
                  </a:lnTo>
                  <a:lnTo>
                    <a:pt x="123" y="128"/>
                  </a:lnTo>
                  <a:lnTo>
                    <a:pt x="121" y="128"/>
                  </a:lnTo>
                  <a:lnTo>
                    <a:pt x="121" y="126"/>
                  </a:lnTo>
                  <a:lnTo>
                    <a:pt x="121" y="126"/>
                  </a:lnTo>
                  <a:lnTo>
                    <a:pt x="121" y="128"/>
                  </a:lnTo>
                  <a:lnTo>
                    <a:pt x="121" y="128"/>
                  </a:lnTo>
                  <a:lnTo>
                    <a:pt x="118" y="128"/>
                  </a:lnTo>
                  <a:lnTo>
                    <a:pt x="118" y="128"/>
                  </a:lnTo>
                  <a:lnTo>
                    <a:pt x="118" y="128"/>
                  </a:lnTo>
                  <a:lnTo>
                    <a:pt x="118" y="130"/>
                  </a:lnTo>
                  <a:lnTo>
                    <a:pt x="116" y="130"/>
                  </a:lnTo>
                  <a:lnTo>
                    <a:pt x="116" y="130"/>
                  </a:lnTo>
                  <a:lnTo>
                    <a:pt x="116" y="130"/>
                  </a:lnTo>
                  <a:lnTo>
                    <a:pt x="116" y="130"/>
                  </a:lnTo>
                  <a:lnTo>
                    <a:pt x="113" y="130"/>
                  </a:lnTo>
                  <a:lnTo>
                    <a:pt x="113" y="130"/>
                  </a:lnTo>
                  <a:lnTo>
                    <a:pt x="113" y="130"/>
                  </a:lnTo>
                  <a:lnTo>
                    <a:pt x="113" y="130"/>
                  </a:lnTo>
                  <a:lnTo>
                    <a:pt x="113" y="133"/>
                  </a:lnTo>
                  <a:lnTo>
                    <a:pt x="111" y="133"/>
                  </a:lnTo>
                  <a:lnTo>
                    <a:pt x="111" y="133"/>
                  </a:lnTo>
                  <a:lnTo>
                    <a:pt x="111" y="133"/>
                  </a:lnTo>
                  <a:lnTo>
                    <a:pt x="111" y="135"/>
                  </a:lnTo>
                  <a:lnTo>
                    <a:pt x="109" y="135"/>
                  </a:lnTo>
                  <a:lnTo>
                    <a:pt x="109" y="135"/>
                  </a:lnTo>
                  <a:lnTo>
                    <a:pt x="109" y="135"/>
                  </a:lnTo>
                  <a:lnTo>
                    <a:pt x="109" y="138"/>
                  </a:lnTo>
                  <a:lnTo>
                    <a:pt x="109" y="138"/>
                  </a:lnTo>
                  <a:lnTo>
                    <a:pt x="106" y="138"/>
                  </a:lnTo>
                  <a:lnTo>
                    <a:pt x="106" y="138"/>
                  </a:lnTo>
                  <a:lnTo>
                    <a:pt x="106" y="138"/>
                  </a:lnTo>
                  <a:lnTo>
                    <a:pt x="106" y="138"/>
                  </a:lnTo>
                  <a:lnTo>
                    <a:pt x="104" y="138"/>
                  </a:lnTo>
                  <a:lnTo>
                    <a:pt x="104" y="138"/>
                  </a:lnTo>
                  <a:lnTo>
                    <a:pt x="102" y="138"/>
                  </a:lnTo>
                  <a:lnTo>
                    <a:pt x="102" y="140"/>
                  </a:lnTo>
                  <a:lnTo>
                    <a:pt x="102" y="140"/>
                  </a:lnTo>
                  <a:lnTo>
                    <a:pt x="102" y="140"/>
                  </a:lnTo>
                  <a:lnTo>
                    <a:pt x="99" y="140"/>
                  </a:lnTo>
                  <a:lnTo>
                    <a:pt x="99" y="140"/>
                  </a:lnTo>
                  <a:lnTo>
                    <a:pt x="97" y="140"/>
                  </a:lnTo>
                  <a:lnTo>
                    <a:pt x="97" y="140"/>
                  </a:lnTo>
                  <a:lnTo>
                    <a:pt x="97" y="140"/>
                  </a:lnTo>
                  <a:lnTo>
                    <a:pt x="97" y="140"/>
                  </a:lnTo>
                  <a:lnTo>
                    <a:pt x="97" y="140"/>
                  </a:lnTo>
                  <a:lnTo>
                    <a:pt x="95" y="140"/>
                  </a:lnTo>
                  <a:lnTo>
                    <a:pt x="95" y="140"/>
                  </a:lnTo>
                  <a:lnTo>
                    <a:pt x="95" y="142"/>
                  </a:lnTo>
                  <a:lnTo>
                    <a:pt x="95" y="142"/>
                  </a:lnTo>
                  <a:lnTo>
                    <a:pt x="92" y="142"/>
                  </a:lnTo>
                  <a:lnTo>
                    <a:pt x="92" y="142"/>
                  </a:lnTo>
                  <a:lnTo>
                    <a:pt x="90" y="142"/>
                  </a:lnTo>
                  <a:lnTo>
                    <a:pt x="90" y="142"/>
                  </a:lnTo>
                  <a:lnTo>
                    <a:pt x="90" y="142"/>
                  </a:lnTo>
                  <a:lnTo>
                    <a:pt x="90" y="142"/>
                  </a:lnTo>
                  <a:lnTo>
                    <a:pt x="87" y="142"/>
                  </a:lnTo>
                  <a:lnTo>
                    <a:pt x="87" y="142"/>
                  </a:lnTo>
                  <a:lnTo>
                    <a:pt x="87" y="142"/>
                  </a:lnTo>
                  <a:lnTo>
                    <a:pt x="85" y="142"/>
                  </a:lnTo>
                  <a:lnTo>
                    <a:pt x="85" y="142"/>
                  </a:lnTo>
                  <a:lnTo>
                    <a:pt x="83" y="142"/>
                  </a:lnTo>
                  <a:lnTo>
                    <a:pt x="83" y="142"/>
                  </a:lnTo>
                  <a:lnTo>
                    <a:pt x="83" y="142"/>
                  </a:lnTo>
                  <a:lnTo>
                    <a:pt x="83" y="142"/>
                  </a:lnTo>
                  <a:lnTo>
                    <a:pt x="83" y="142"/>
                  </a:lnTo>
                  <a:lnTo>
                    <a:pt x="80" y="142"/>
                  </a:lnTo>
                  <a:lnTo>
                    <a:pt x="80" y="142"/>
                  </a:lnTo>
                  <a:lnTo>
                    <a:pt x="80" y="142"/>
                  </a:lnTo>
                  <a:lnTo>
                    <a:pt x="78" y="142"/>
                  </a:lnTo>
                  <a:lnTo>
                    <a:pt x="78" y="142"/>
                  </a:lnTo>
                  <a:lnTo>
                    <a:pt x="76" y="142"/>
                  </a:lnTo>
                  <a:lnTo>
                    <a:pt x="76" y="142"/>
                  </a:lnTo>
                  <a:lnTo>
                    <a:pt x="76" y="142"/>
                  </a:lnTo>
                  <a:lnTo>
                    <a:pt x="73" y="142"/>
                  </a:lnTo>
                  <a:lnTo>
                    <a:pt x="73" y="145"/>
                  </a:lnTo>
                  <a:lnTo>
                    <a:pt x="73" y="145"/>
                  </a:lnTo>
                  <a:lnTo>
                    <a:pt x="73" y="145"/>
                  </a:lnTo>
                  <a:lnTo>
                    <a:pt x="71" y="145"/>
                  </a:lnTo>
                  <a:lnTo>
                    <a:pt x="71" y="145"/>
                  </a:lnTo>
                  <a:lnTo>
                    <a:pt x="71" y="145"/>
                  </a:lnTo>
                  <a:lnTo>
                    <a:pt x="68" y="145"/>
                  </a:lnTo>
                  <a:lnTo>
                    <a:pt x="68" y="147"/>
                  </a:lnTo>
                  <a:lnTo>
                    <a:pt x="68" y="147"/>
                  </a:lnTo>
                  <a:lnTo>
                    <a:pt x="68" y="147"/>
                  </a:lnTo>
                  <a:lnTo>
                    <a:pt x="68" y="147"/>
                  </a:lnTo>
                  <a:lnTo>
                    <a:pt x="68" y="149"/>
                  </a:lnTo>
                  <a:lnTo>
                    <a:pt x="66" y="149"/>
                  </a:lnTo>
                  <a:lnTo>
                    <a:pt x="66" y="149"/>
                  </a:lnTo>
                  <a:lnTo>
                    <a:pt x="66" y="149"/>
                  </a:lnTo>
                  <a:lnTo>
                    <a:pt x="66" y="149"/>
                  </a:lnTo>
                  <a:lnTo>
                    <a:pt x="64" y="149"/>
                  </a:lnTo>
                  <a:lnTo>
                    <a:pt x="64" y="152"/>
                  </a:lnTo>
                  <a:lnTo>
                    <a:pt x="64" y="152"/>
                  </a:lnTo>
                  <a:lnTo>
                    <a:pt x="64" y="152"/>
                  </a:lnTo>
                  <a:lnTo>
                    <a:pt x="64" y="152"/>
                  </a:lnTo>
                  <a:lnTo>
                    <a:pt x="61" y="152"/>
                  </a:lnTo>
                  <a:lnTo>
                    <a:pt x="61" y="152"/>
                  </a:lnTo>
                  <a:lnTo>
                    <a:pt x="61" y="152"/>
                  </a:lnTo>
                  <a:lnTo>
                    <a:pt x="61" y="154"/>
                  </a:lnTo>
                  <a:lnTo>
                    <a:pt x="59" y="154"/>
                  </a:lnTo>
                  <a:lnTo>
                    <a:pt x="59" y="154"/>
                  </a:lnTo>
                  <a:lnTo>
                    <a:pt x="59" y="154"/>
                  </a:lnTo>
                  <a:lnTo>
                    <a:pt x="59" y="156"/>
                  </a:lnTo>
                  <a:lnTo>
                    <a:pt x="57" y="156"/>
                  </a:lnTo>
                  <a:lnTo>
                    <a:pt x="57" y="156"/>
                  </a:lnTo>
                  <a:lnTo>
                    <a:pt x="57" y="159"/>
                  </a:lnTo>
                  <a:lnTo>
                    <a:pt x="57" y="159"/>
                  </a:lnTo>
                  <a:lnTo>
                    <a:pt x="57" y="159"/>
                  </a:lnTo>
                  <a:lnTo>
                    <a:pt x="57" y="159"/>
                  </a:lnTo>
                  <a:lnTo>
                    <a:pt x="54" y="159"/>
                  </a:lnTo>
                  <a:lnTo>
                    <a:pt x="54" y="161"/>
                  </a:lnTo>
                  <a:lnTo>
                    <a:pt x="54" y="161"/>
                  </a:lnTo>
                  <a:lnTo>
                    <a:pt x="54" y="161"/>
                  </a:lnTo>
                  <a:lnTo>
                    <a:pt x="52" y="161"/>
                  </a:lnTo>
                  <a:lnTo>
                    <a:pt x="52" y="161"/>
                  </a:lnTo>
                  <a:lnTo>
                    <a:pt x="52" y="159"/>
                  </a:lnTo>
                  <a:lnTo>
                    <a:pt x="50" y="159"/>
                  </a:lnTo>
                  <a:lnTo>
                    <a:pt x="50" y="161"/>
                  </a:lnTo>
                  <a:lnTo>
                    <a:pt x="50" y="161"/>
                  </a:lnTo>
                  <a:lnTo>
                    <a:pt x="50" y="161"/>
                  </a:lnTo>
                  <a:lnTo>
                    <a:pt x="50" y="159"/>
                  </a:lnTo>
                  <a:lnTo>
                    <a:pt x="50" y="159"/>
                  </a:lnTo>
                  <a:lnTo>
                    <a:pt x="47" y="159"/>
                  </a:lnTo>
                  <a:lnTo>
                    <a:pt x="47" y="159"/>
                  </a:lnTo>
                  <a:lnTo>
                    <a:pt x="47" y="159"/>
                  </a:lnTo>
                  <a:lnTo>
                    <a:pt x="47" y="159"/>
                  </a:lnTo>
                  <a:lnTo>
                    <a:pt x="45" y="159"/>
                  </a:lnTo>
                  <a:lnTo>
                    <a:pt x="45" y="161"/>
                  </a:lnTo>
                  <a:lnTo>
                    <a:pt x="45" y="161"/>
                  </a:lnTo>
                  <a:lnTo>
                    <a:pt x="45" y="161"/>
                  </a:lnTo>
                  <a:lnTo>
                    <a:pt x="42" y="161"/>
                  </a:lnTo>
                  <a:lnTo>
                    <a:pt x="42" y="161"/>
                  </a:lnTo>
                  <a:lnTo>
                    <a:pt x="42" y="161"/>
                  </a:lnTo>
                  <a:lnTo>
                    <a:pt x="42" y="161"/>
                  </a:lnTo>
                  <a:lnTo>
                    <a:pt x="40" y="161"/>
                  </a:lnTo>
                  <a:lnTo>
                    <a:pt x="40" y="164"/>
                  </a:lnTo>
                  <a:lnTo>
                    <a:pt x="40" y="164"/>
                  </a:lnTo>
                  <a:lnTo>
                    <a:pt x="40" y="161"/>
                  </a:lnTo>
                  <a:lnTo>
                    <a:pt x="40" y="161"/>
                  </a:lnTo>
                  <a:lnTo>
                    <a:pt x="40" y="164"/>
                  </a:lnTo>
                  <a:lnTo>
                    <a:pt x="38" y="164"/>
                  </a:lnTo>
                  <a:lnTo>
                    <a:pt x="38" y="164"/>
                  </a:lnTo>
                  <a:lnTo>
                    <a:pt x="35" y="164"/>
                  </a:lnTo>
                  <a:lnTo>
                    <a:pt x="35" y="164"/>
                  </a:lnTo>
                  <a:lnTo>
                    <a:pt x="35" y="164"/>
                  </a:lnTo>
                  <a:lnTo>
                    <a:pt x="33" y="164"/>
                  </a:lnTo>
                  <a:lnTo>
                    <a:pt x="33" y="164"/>
                  </a:lnTo>
                  <a:lnTo>
                    <a:pt x="33" y="161"/>
                  </a:lnTo>
                  <a:lnTo>
                    <a:pt x="33" y="161"/>
                  </a:lnTo>
                  <a:lnTo>
                    <a:pt x="31" y="161"/>
                  </a:lnTo>
                  <a:lnTo>
                    <a:pt x="31" y="161"/>
                  </a:lnTo>
                  <a:lnTo>
                    <a:pt x="31" y="161"/>
                  </a:lnTo>
                  <a:lnTo>
                    <a:pt x="28" y="161"/>
                  </a:lnTo>
                  <a:lnTo>
                    <a:pt x="28" y="161"/>
                  </a:lnTo>
                  <a:lnTo>
                    <a:pt x="28" y="161"/>
                  </a:lnTo>
                  <a:lnTo>
                    <a:pt x="28" y="161"/>
                  </a:lnTo>
                  <a:lnTo>
                    <a:pt x="26" y="161"/>
                  </a:lnTo>
                  <a:lnTo>
                    <a:pt x="26" y="161"/>
                  </a:lnTo>
                  <a:lnTo>
                    <a:pt x="26" y="161"/>
                  </a:lnTo>
                  <a:lnTo>
                    <a:pt x="24" y="161"/>
                  </a:lnTo>
                  <a:lnTo>
                    <a:pt x="24" y="161"/>
                  </a:lnTo>
                  <a:lnTo>
                    <a:pt x="24" y="161"/>
                  </a:lnTo>
                  <a:lnTo>
                    <a:pt x="24" y="161"/>
                  </a:lnTo>
                  <a:lnTo>
                    <a:pt x="21" y="161"/>
                  </a:lnTo>
                  <a:lnTo>
                    <a:pt x="21" y="161"/>
                  </a:lnTo>
                  <a:lnTo>
                    <a:pt x="21" y="161"/>
                  </a:lnTo>
                  <a:lnTo>
                    <a:pt x="21" y="161"/>
                  </a:lnTo>
                  <a:lnTo>
                    <a:pt x="21" y="161"/>
                  </a:lnTo>
                  <a:lnTo>
                    <a:pt x="24" y="161"/>
                  </a:lnTo>
                  <a:lnTo>
                    <a:pt x="24" y="159"/>
                  </a:lnTo>
                  <a:lnTo>
                    <a:pt x="24" y="159"/>
                  </a:lnTo>
                  <a:lnTo>
                    <a:pt x="24" y="156"/>
                  </a:lnTo>
                  <a:lnTo>
                    <a:pt x="21" y="156"/>
                  </a:lnTo>
                  <a:lnTo>
                    <a:pt x="21" y="156"/>
                  </a:lnTo>
                  <a:lnTo>
                    <a:pt x="21" y="154"/>
                  </a:lnTo>
                  <a:lnTo>
                    <a:pt x="24" y="154"/>
                  </a:lnTo>
                  <a:lnTo>
                    <a:pt x="24" y="154"/>
                  </a:lnTo>
                  <a:lnTo>
                    <a:pt x="24" y="154"/>
                  </a:lnTo>
                  <a:lnTo>
                    <a:pt x="24" y="154"/>
                  </a:lnTo>
                  <a:lnTo>
                    <a:pt x="21" y="154"/>
                  </a:lnTo>
                  <a:lnTo>
                    <a:pt x="21" y="154"/>
                  </a:lnTo>
                  <a:lnTo>
                    <a:pt x="21" y="152"/>
                  </a:lnTo>
                  <a:lnTo>
                    <a:pt x="21" y="152"/>
                  </a:lnTo>
                  <a:lnTo>
                    <a:pt x="21" y="152"/>
                  </a:lnTo>
                  <a:lnTo>
                    <a:pt x="21" y="149"/>
                  </a:lnTo>
                  <a:lnTo>
                    <a:pt x="19" y="149"/>
                  </a:lnTo>
                  <a:lnTo>
                    <a:pt x="19" y="149"/>
                  </a:lnTo>
                  <a:lnTo>
                    <a:pt x="19" y="149"/>
                  </a:lnTo>
                  <a:lnTo>
                    <a:pt x="19" y="149"/>
                  </a:lnTo>
                  <a:lnTo>
                    <a:pt x="19" y="147"/>
                  </a:lnTo>
                  <a:lnTo>
                    <a:pt x="16" y="147"/>
                  </a:lnTo>
                  <a:lnTo>
                    <a:pt x="16" y="147"/>
                  </a:lnTo>
                  <a:lnTo>
                    <a:pt x="16" y="145"/>
                  </a:lnTo>
                  <a:lnTo>
                    <a:pt x="16" y="145"/>
                  </a:lnTo>
                  <a:lnTo>
                    <a:pt x="16" y="142"/>
                  </a:lnTo>
                  <a:lnTo>
                    <a:pt x="19" y="142"/>
                  </a:lnTo>
                  <a:lnTo>
                    <a:pt x="19" y="142"/>
                  </a:lnTo>
                  <a:lnTo>
                    <a:pt x="19" y="140"/>
                  </a:lnTo>
                  <a:lnTo>
                    <a:pt x="19" y="140"/>
                  </a:lnTo>
                  <a:lnTo>
                    <a:pt x="19" y="140"/>
                  </a:lnTo>
                  <a:lnTo>
                    <a:pt x="19" y="138"/>
                  </a:lnTo>
                  <a:lnTo>
                    <a:pt x="19" y="138"/>
                  </a:lnTo>
                  <a:lnTo>
                    <a:pt x="19" y="135"/>
                  </a:lnTo>
                  <a:lnTo>
                    <a:pt x="19" y="135"/>
                  </a:lnTo>
                  <a:lnTo>
                    <a:pt x="19" y="133"/>
                  </a:lnTo>
                  <a:lnTo>
                    <a:pt x="16" y="133"/>
                  </a:lnTo>
                  <a:lnTo>
                    <a:pt x="16" y="133"/>
                  </a:lnTo>
                  <a:lnTo>
                    <a:pt x="16" y="130"/>
                  </a:lnTo>
                  <a:lnTo>
                    <a:pt x="16" y="130"/>
                  </a:lnTo>
                  <a:lnTo>
                    <a:pt x="16" y="130"/>
                  </a:lnTo>
                  <a:lnTo>
                    <a:pt x="16" y="130"/>
                  </a:lnTo>
                  <a:lnTo>
                    <a:pt x="16" y="130"/>
                  </a:lnTo>
                  <a:lnTo>
                    <a:pt x="16" y="128"/>
                  </a:lnTo>
                  <a:lnTo>
                    <a:pt x="16" y="128"/>
                  </a:lnTo>
                  <a:lnTo>
                    <a:pt x="14" y="128"/>
                  </a:lnTo>
                  <a:lnTo>
                    <a:pt x="14" y="126"/>
                  </a:lnTo>
                  <a:lnTo>
                    <a:pt x="14" y="126"/>
                  </a:lnTo>
                  <a:lnTo>
                    <a:pt x="14" y="123"/>
                  </a:lnTo>
                  <a:lnTo>
                    <a:pt x="14" y="123"/>
                  </a:lnTo>
                  <a:lnTo>
                    <a:pt x="14" y="123"/>
                  </a:lnTo>
                  <a:lnTo>
                    <a:pt x="14" y="121"/>
                  </a:lnTo>
                  <a:lnTo>
                    <a:pt x="14" y="121"/>
                  </a:lnTo>
                  <a:lnTo>
                    <a:pt x="14" y="121"/>
                  </a:lnTo>
                  <a:lnTo>
                    <a:pt x="14" y="121"/>
                  </a:lnTo>
                  <a:lnTo>
                    <a:pt x="14" y="119"/>
                  </a:lnTo>
                  <a:lnTo>
                    <a:pt x="14" y="119"/>
                  </a:lnTo>
                  <a:lnTo>
                    <a:pt x="12" y="119"/>
                  </a:lnTo>
                  <a:lnTo>
                    <a:pt x="12" y="116"/>
                  </a:lnTo>
                  <a:lnTo>
                    <a:pt x="12" y="116"/>
                  </a:lnTo>
                  <a:lnTo>
                    <a:pt x="12" y="114"/>
                  </a:lnTo>
                  <a:lnTo>
                    <a:pt x="12" y="114"/>
                  </a:lnTo>
                  <a:lnTo>
                    <a:pt x="12" y="114"/>
                  </a:lnTo>
                  <a:lnTo>
                    <a:pt x="12" y="111"/>
                  </a:lnTo>
                  <a:lnTo>
                    <a:pt x="9" y="111"/>
                  </a:lnTo>
                  <a:lnTo>
                    <a:pt x="9" y="111"/>
                  </a:lnTo>
                  <a:lnTo>
                    <a:pt x="12" y="111"/>
                  </a:lnTo>
                  <a:lnTo>
                    <a:pt x="12" y="111"/>
                  </a:lnTo>
                  <a:lnTo>
                    <a:pt x="12" y="109"/>
                  </a:lnTo>
                  <a:lnTo>
                    <a:pt x="12" y="109"/>
                  </a:lnTo>
                  <a:lnTo>
                    <a:pt x="12" y="107"/>
                  </a:lnTo>
                  <a:lnTo>
                    <a:pt x="9" y="107"/>
                  </a:lnTo>
                  <a:lnTo>
                    <a:pt x="9" y="107"/>
                  </a:lnTo>
                  <a:lnTo>
                    <a:pt x="9" y="107"/>
                  </a:lnTo>
                  <a:lnTo>
                    <a:pt x="9" y="104"/>
                  </a:lnTo>
                  <a:lnTo>
                    <a:pt x="9" y="104"/>
                  </a:lnTo>
                  <a:lnTo>
                    <a:pt x="9" y="104"/>
                  </a:lnTo>
                  <a:lnTo>
                    <a:pt x="9" y="102"/>
                  </a:lnTo>
                  <a:lnTo>
                    <a:pt x="9" y="102"/>
                  </a:lnTo>
                  <a:lnTo>
                    <a:pt x="9" y="102"/>
                  </a:lnTo>
                  <a:lnTo>
                    <a:pt x="9" y="102"/>
                  </a:lnTo>
                  <a:lnTo>
                    <a:pt x="9" y="100"/>
                  </a:lnTo>
                  <a:lnTo>
                    <a:pt x="9" y="100"/>
                  </a:lnTo>
                  <a:lnTo>
                    <a:pt x="9" y="100"/>
                  </a:lnTo>
                  <a:lnTo>
                    <a:pt x="9" y="97"/>
                  </a:lnTo>
                  <a:lnTo>
                    <a:pt x="7" y="97"/>
                  </a:lnTo>
                  <a:lnTo>
                    <a:pt x="7" y="97"/>
                  </a:lnTo>
                  <a:lnTo>
                    <a:pt x="7" y="97"/>
                  </a:lnTo>
                  <a:lnTo>
                    <a:pt x="7" y="97"/>
                  </a:lnTo>
                  <a:lnTo>
                    <a:pt x="7" y="97"/>
                  </a:lnTo>
                  <a:lnTo>
                    <a:pt x="5" y="97"/>
                  </a:lnTo>
                  <a:lnTo>
                    <a:pt x="5" y="97"/>
                  </a:lnTo>
                  <a:lnTo>
                    <a:pt x="5" y="97"/>
                  </a:lnTo>
                  <a:lnTo>
                    <a:pt x="5" y="95"/>
                  </a:lnTo>
                  <a:lnTo>
                    <a:pt x="2" y="95"/>
                  </a:lnTo>
                  <a:lnTo>
                    <a:pt x="2" y="95"/>
                  </a:lnTo>
                  <a:lnTo>
                    <a:pt x="2" y="95"/>
                  </a:lnTo>
                  <a:lnTo>
                    <a:pt x="2" y="93"/>
                  </a:lnTo>
                  <a:lnTo>
                    <a:pt x="2" y="93"/>
                  </a:lnTo>
                  <a:lnTo>
                    <a:pt x="2" y="93"/>
                  </a:lnTo>
                  <a:lnTo>
                    <a:pt x="2" y="90"/>
                  </a:lnTo>
                  <a:lnTo>
                    <a:pt x="2" y="90"/>
                  </a:lnTo>
                  <a:lnTo>
                    <a:pt x="2" y="90"/>
                  </a:lnTo>
                  <a:lnTo>
                    <a:pt x="2" y="90"/>
                  </a:lnTo>
                  <a:lnTo>
                    <a:pt x="2" y="90"/>
                  </a:lnTo>
                  <a:lnTo>
                    <a:pt x="2" y="88"/>
                  </a:lnTo>
                  <a:lnTo>
                    <a:pt x="2" y="88"/>
                  </a:lnTo>
                  <a:lnTo>
                    <a:pt x="2" y="88"/>
                  </a:lnTo>
                  <a:lnTo>
                    <a:pt x="2" y="88"/>
                  </a:lnTo>
                  <a:lnTo>
                    <a:pt x="5" y="88"/>
                  </a:lnTo>
                  <a:lnTo>
                    <a:pt x="5" y="85"/>
                  </a:lnTo>
                  <a:lnTo>
                    <a:pt x="2" y="85"/>
                  </a:lnTo>
                  <a:lnTo>
                    <a:pt x="2" y="85"/>
                  </a:lnTo>
                  <a:lnTo>
                    <a:pt x="2" y="85"/>
                  </a:lnTo>
                  <a:lnTo>
                    <a:pt x="2" y="85"/>
                  </a:lnTo>
                  <a:lnTo>
                    <a:pt x="0" y="85"/>
                  </a:lnTo>
                  <a:lnTo>
                    <a:pt x="0" y="85"/>
                  </a:lnTo>
                  <a:lnTo>
                    <a:pt x="0" y="83"/>
                  </a:lnTo>
                  <a:lnTo>
                    <a:pt x="0" y="83"/>
                  </a:lnTo>
                  <a:lnTo>
                    <a:pt x="0" y="83"/>
                  </a:lnTo>
                  <a:lnTo>
                    <a:pt x="2" y="83"/>
                  </a:lnTo>
                  <a:lnTo>
                    <a:pt x="2" y="83"/>
                  </a:lnTo>
                  <a:lnTo>
                    <a:pt x="2" y="83"/>
                  </a:lnTo>
                  <a:lnTo>
                    <a:pt x="2" y="83"/>
                  </a:lnTo>
                  <a:lnTo>
                    <a:pt x="5" y="8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264"/>
            <p:cNvSpPr>
              <a:spLocks/>
            </p:cNvSpPr>
            <p:nvPr/>
          </p:nvSpPr>
          <p:spPr bwMode="auto">
            <a:xfrm>
              <a:off x="2762250" y="3606800"/>
              <a:ext cx="363538" cy="260350"/>
            </a:xfrm>
            <a:custGeom>
              <a:avLst/>
              <a:gdLst/>
              <a:ahLst/>
              <a:cxnLst>
                <a:cxn ang="0">
                  <a:pos x="9" y="76"/>
                </a:cxn>
                <a:cxn ang="0">
                  <a:pos x="12" y="64"/>
                </a:cxn>
                <a:cxn ang="0">
                  <a:pos x="19" y="55"/>
                </a:cxn>
                <a:cxn ang="0">
                  <a:pos x="19" y="43"/>
                </a:cxn>
                <a:cxn ang="0">
                  <a:pos x="24" y="38"/>
                </a:cxn>
                <a:cxn ang="0">
                  <a:pos x="33" y="43"/>
                </a:cxn>
                <a:cxn ang="0">
                  <a:pos x="42" y="43"/>
                </a:cxn>
                <a:cxn ang="0">
                  <a:pos x="54" y="47"/>
                </a:cxn>
                <a:cxn ang="0">
                  <a:pos x="61" y="55"/>
                </a:cxn>
                <a:cxn ang="0">
                  <a:pos x="73" y="59"/>
                </a:cxn>
                <a:cxn ang="0">
                  <a:pos x="80" y="66"/>
                </a:cxn>
                <a:cxn ang="0">
                  <a:pos x="85" y="78"/>
                </a:cxn>
                <a:cxn ang="0">
                  <a:pos x="87" y="81"/>
                </a:cxn>
                <a:cxn ang="0">
                  <a:pos x="95" y="71"/>
                </a:cxn>
                <a:cxn ang="0">
                  <a:pos x="102" y="64"/>
                </a:cxn>
                <a:cxn ang="0">
                  <a:pos x="109" y="55"/>
                </a:cxn>
                <a:cxn ang="0">
                  <a:pos x="116" y="45"/>
                </a:cxn>
                <a:cxn ang="0">
                  <a:pos x="123" y="38"/>
                </a:cxn>
                <a:cxn ang="0">
                  <a:pos x="130" y="29"/>
                </a:cxn>
                <a:cxn ang="0">
                  <a:pos x="137" y="19"/>
                </a:cxn>
                <a:cxn ang="0">
                  <a:pos x="149" y="17"/>
                </a:cxn>
                <a:cxn ang="0">
                  <a:pos x="161" y="12"/>
                </a:cxn>
                <a:cxn ang="0">
                  <a:pos x="170" y="10"/>
                </a:cxn>
                <a:cxn ang="0">
                  <a:pos x="182" y="7"/>
                </a:cxn>
                <a:cxn ang="0">
                  <a:pos x="194" y="2"/>
                </a:cxn>
                <a:cxn ang="0">
                  <a:pos x="206" y="0"/>
                </a:cxn>
                <a:cxn ang="0">
                  <a:pos x="203" y="12"/>
                </a:cxn>
                <a:cxn ang="0">
                  <a:pos x="211" y="21"/>
                </a:cxn>
                <a:cxn ang="0">
                  <a:pos x="215" y="33"/>
                </a:cxn>
                <a:cxn ang="0">
                  <a:pos x="222" y="43"/>
                </a:cxn>
                <a:cxn ang="0">
                  <a:pos x="225" y="55"/>
                </a:cxn>
                <a:cxn ang="0">
                  <a:pos x="227" y="62"/>
                </a:cxn>
                <a:cxn ang="0">
                  <a:pos x="215" y="66"/>
                </a:cxn>
                <a:cxn ang="0">
                  <a:pos x="211" y="76"/>
                </a:cxn>
                <a:cxn ang="0">
                  <a:pos x="208" y="88"/>
                </a:cxn>
                <a:cxn ang="0">
                  <a:pos x="199" y="93"/>
                </a:cxn>
                <a:cxn ang="0">
                  <a:pos x="189" y="97"/>
                </a:cxn>
                <a:cxn ang="0">
                  <a:pos x="177" y="102"/>
                </a:cxn>
                <a:cxn ang="0">
                  <a:pos x="168" y="107"/>
                </a:cxn>
                <a:cxn ang="0">
                  <a:pos x="156" y="109"/>
                </a:cxn>
                <a:cxn ang="0">
                  <a:pos x="147" y="114"/>
                </a:cxn>
                <a:cxn ang="0">
                  <a:pos x="140" y="121"/>
                </a:cxn>
                <a:cxn ang="0">
                  <a:pos x="130" y="128"/>
                </a:cxn>
                <a:cxn ang="0">
                  <a:pos x="121" y="128"/>
                </a:cxn>
                <a:cxn ang="0">
                  <a:pos x="111" y="133"/>
                </a:cxn>
                <a:cxn ang="0">
                  <a:pos x="102" y="140"/>
                </a:cxn>
                <a:cxn ang="0">
                  <a:pos x="90" y="142"/>
                </a:cxn>
                <a:cxn ang="0">
                  <a:pos x="78" y="142"/>
                </a:cxn>
                <a:cxn ang="0">
                  <a:pos x="68" y="147"/>
                </a:cxn>
                <a:cxn ang="0">
                  <a:pos x="59" y="154"/>
                </a:cxn>
                <a:cxn ang="0">
                  <a:pos x="50" y="159"/>
                </a:cxn>
                <a:cxn ang="0">
                  <a:pos x="42" y="161"/>
                </a:cxn>
                <a:cxn ang="0">
                  <a:pos x="33" y="161"/>
                </a:cxn>
                <a:cxn ang="0">
                  <a:pos x="21" y="161"/>
                </a:cxn>
                <a:cxn ang="0">
                  <a:pos x="21" y="154"/>
                </a:cxn>
                <a:cxn ang="0">
                  <a:pos x="19" y="142"/>
                </a:cxn>
                <a:cxn ang="0">
                  <a:pos x="16" y="128"/>
                </a:cxn>
                <a:cxn ang="0">
                  <a:pos x="12" y="116"/>
                </a:cxn>
                <a:cxn ang="0">
                  <a:pos x="9" y="104"/>
                </a:cxn>
                <a:cxn ang="0">
                  <a:pos x="5" y="97"/>
                </a:cxn>
                <a:cxn ang="0">
                  <a:pos x="2" y="88"/>
                </a:cxn>
                <a:cxn ang="0">
                  <a:pos x="2" y="83"/>
                </a:cxn>
              </a:cxnLst>
              <a:rect l="0" t="0" r="r" b="b"/>
              <a:pathLst>
                <a:path w="229" h="164">
                  <a:moveTo>
                    <a:pt x="5" y="83"/>
                  </a:moveTo>
                  <a:lnTo>
                    <a:pt x="5" y="85"/>
                  </a:lnTo>
                  <a:lnTo>
                    <a:pt x="5" y="85"/>
                  </a:lnTo>
                  <a:lnTo>
                    <a:pt x="7" y="85"/>
                  </a:lnTo>
                  <a:lnTo>
                    <a:pt x="7" y="83"/>
                  </a:lnTo>
                  <a:lnTo>
                    <a:pt x="7" y="83"/>
                  </a:lnTo>
                  <a:lnTo>
                    <a:pt x="7" y="83"/>
                  </a:lnTo>
                  <a:lnTo>
                    <a:pt x="7" y="81"/>
                  </a:lnTo>
                  <a:lnTo>
                    <a:pt x="7" y="81"/>
                  </a:lnTo>
                  <a:lnTo>
                    <a:pt x="7" y="81"/>
                  </a:lnTo>
                  <a:lnTo>
                    <a:pt x="7" y="81"/>
                  </a:lnTo>
                  <a:lnTo>
                    <a:pt x="9" y="81"/>
                  </a:lnTo>
                  <a:lnTo>
                    <a:pt x="9" y="78"/>
                  </a:lnTo>
                  <a:lnTo>
                    <a:pt x="9" y="78"/>
                  </a:lnTo>
                  <a:lnTo>
                    <a:pt x="9" y="76"/>
                  </a:lnTo>
                  <a:lnTo>
                    <a:pt x="9" y="76"/>
                  </a:lnTo>
                  <a:lnTo>
                    <a:pt x="9" y="74"/>
                  </a:lnTo>
                  <a:lnTo>
                    <a:pt x="9" y="74"/>
                  </a:lnTo>
                  <a:lnTo>
                    <a:pt x="9" y="71"/>
                  </a:lnTo>
                  <a:lnTo>
                    <a:pt x="9" y="71"/>
                  </a:lnTo>
                  <a:lnTo>
                    <a:pt x="9" y="71"/>
                  </a:lnTo>
                  <a:lnTo>
                    <a:pt x="7" y="71"/>
                  </a:lnTo>
                  <a:lnTo>
                    <a:pt x="7" y="69"/>
                  </a:lnTo>
                  <a:lnTo>
                    <a:pt x="7" y="69"/>
                  </a:lnTo>
                  <a:lnTo>
                    <a:pt x="7" y="66"/>
                  </a:lnTo>
                  <a:lnTo>
                    <a:pt x="9" y="66"/>
                  </a:lnTo>
                  <a:lnTo>
                    <a:pt x="9" y="66"/>
                  </a:lnTo>
                  <a:lnTo>
                    <a:pt x="9" y="66"/>
                  </a:lnTo>
                  <a:lnTo>
                    <a:pt x="12" y="66"/>
                  </a:lnTo>
                  <a:lnTo>
                    <a:pt x="12" y="66"/>
                  </a:lnTo>
                  <a:lnTo>
                    <a:pt x="12" y="66"/>
                  </a:lnTo>
                  <a:lnTo>
                    <a:pt x="12" y="64"/>
                  </a:lnTo>
                  <a:lnTo>
                    <a:pt x="12" y="64"/>
                  </a:lnTo>
                  <a:lnTo>
                    <a:pt x="14" y="64"/>
                  </a:lnTo>
                  <a:lnTo>
                    <a:pt x="14" y="64"/>
                  </a:lnTo>
                  <a:lnTo>
                    <a:pt x="14" y="62"/>
                  </a:lnTo>
                  <a:lnTo>
                    <a:pt x="14" y="62"/>
                  </a:lnTo>
                  <a:lnTo>
                    <a:pt x="16" y="62"/>
                  </a:lnTo>
                  <a:lnTo>
                    <a:pt x="16" y="62"/>
                  </a:lnTo>
                  <a:lnTo>
                    <a:pt x="16" y="62"/>
                  </a:lnTo>
                  <a:lnTo>
                    <a:pt x="16" y="59"/>
                  </a:lnTo>
                  <a:lnTo>
                    <a:pt x="16" y="59"/>
                  </a:lnTo>
                  <a:lnTo>
                    <a:pt x="16" y="59"/>
                  </a:lnTo>
                  <a:lnTo>
                    <a:pt x="19" y="59"/>
                  </a:lnTo>
                  <a:lnTo>
                    <a:pt x="19" y="59"/>
                  </a:lnTo>
                  <a:lnTo>
                    <a:pt x="19" y="57"/>
                  </a:lnTo>
                  <a:lnTo>
                    <a:pt x="19" y="57"/>
                  </a:lnTo>
                  <a:lnTo>
                    <a:pt x="19" y="55"/>
                  </a:lnTo>
                  <a:lnTo>
                    <a:pt x="16" y="55"/>
                  </a:lnTo>
                  <a:lnTo>
                    <a:pt x="16" y="55"/>
                  </a:lnTo>
                  <a:lnTo>
                    <a:pt x="16" y="55"/>
                  </a:lnTo>
                  <a:lnTo>
                    <a:pt x="16" y="52"/>
                  </a:lnTo>
                  <a:lnTo>
                    <a:pt x="16" y="52"/>
                  </a:lnTo>
                  <a:lnTo>
                    <a:pt x="16" y="52"/>
                  </a:lnTo>
                  <a:lnTo>
                    <a:pt x="16" y="50"/>
                  </a:lnTo>
                  <a:lnTo>
                    <a:pt x="16" y="50"/>
                  </a:lnTo>
                  <a:lnTo>
                    <a:pt x="16" y="47"/>
                  </a:lnTo>
                  <a:lnTo>
                    <a:pt x="16" y="47"/>
                  </a:lnTo>
                  <a:lnTo>
                    <a:pt x="16" y="47"/>
                  </a:lnTo>
                  <a:lnTo>
                    <a:pt x="16" y="45"/>
                  </a:lnTo>
                  <a:lnTo>
                    <a:pt x="16" y="45"/>
                  </a:lnTo>
                  <a:lnTo>
                    <a:pt x="16" y="43"/>
                  </a:lnTo>
                  <a:lnTo>
                    <a:pt x="19" y="43"/>
                  </a:lnTo>
                  <a:lnTo>
                    <a:pt x="19" y="43"/>
                  </a:lnTo>
                  <a:lnTo>
                    <a:pt x="21" y="43"/>
                  </a:lnTo>
                  <a:lnTo>
                    <a:pt x="21" y="43"/>
                  </a:lnTo>
                  <a:lnTo>
                    <a:pt x="19" y="43"/>
                  </a:lnTo>
                  <a:lnTo>
                    <a:pt x="19" y="40"/>
                  </a:lnTo>
                  <a:lnTo>
                    <a:pt x="19" y="40"/>
                  </a:lnTo>
                  <a:lnTo>
                    <a:pt x="19" y="40"/>
                  </a:lnTo>
                  <a:lnTo>
                    <a:pt x="19" y="40"/>
                  </a:lnTo>
                  <a:lnTo>
                    <a:pt x="19" y="38"/>
                  </a:lnTo>
                  <a:lnTo>
                    <a:pt x="19" y="38"/>
                  </a:lnTo>
                  <a:lnTo>
                    <a:pt x="19" y="38"/>
                  </a:lnTo>
                  <a:lnTo>
                    <a:pt x="19" y="36"/>
                  </a:lnTo>
                  <a:lnTo>
                    <a:pt x="21" y="36"/>
                  </a:lnTo>
                  <a:lnTo>
                    <a:pt x="21" y="36"/>
                  </a:lnTo>
                  <a:lnTo>
                    <a:pt x="21" y="36"/>
                  </a:lnTo>
                  <a:lnTo>
                    <a:pt x="24" y="36"/>
                  </a:lnTo>
                  <a:lnTo>
                    <a:pt x="24" y="38"/>
                  </a:lnTo>
                  <a:lnTo>
                    <a:pt x="24" y="38"/>
                  </a:lnTo>
                  <a:lnTo>
                    <a:pt x="24" y="38"/>
                  </a:lnTo>
                  <a:lnTo>
                    <a:pt x="24" y="38"/>
                  </a:lnTo>
                  <a:lnTo>
                    <a:pt x="26" y="38"/>
                  </a:lnTo>
                  <a:lnTo>
                    <a:pt x="26" y="40"/>
                  </a:lnTo>
                  <a:lnTo>
                    <a:pt x="26" y="40"/>
                  </a:lnTo>
                  <a:lnTo>
                    <a:pt x="26" y="40"/>
                  </a:lnTo>
                  <a:lnTo>
                    <a:pt x="28" y="40"/>
                  </a:lnTo>
                  <a:lnTo>
                    <a:pt x="28" y="40"/>
                  </a:lnTo>
                  <a:lnTo>
                    <a:pt x="28" y="40"/>
                  </a:lnTo>
                  <a:lnTo>
                    <a:pt x="28" y="40"/>
                  </a:lnTo>
                  <a:lnTo>
                    <a:pt x="31" y="40"/>
                  </a:lnTo>
                  <a:lnTo>
                    <a:pt x="31" y="43"/>
                  </a:lnTo>
                  <a:lnTo>
                    <a:pt x="31" y="43"/>
                  </a:lnTo>
                  <a:lnTo>
                    <a:pt x="33" y="43"/>
                  </a:lnTo>
                  <a:lnTo>
                    <a:pt x="33" y="43"/>
                  </a:lnTo>
                  <a:lnTo>
                    <a:pt x="33" y="43"/>
                  </a:lnTo>
                  <a:lnTo>
                    <a:pt x="33" y="43"/>
                  </a:lnTo>
                  <a:lnTo>
                    <a:pt x="33" y="43"/>
                  </a:lnTo>
                  <a:lnTo>
                    <a:pt x="35" y="43"/>
                  </a:lnTo>
                  <a:lnTo>
                    <a:pt x="35" y="40"/>
                  </a:lnTo>
                  <a:lnTo>
                    <a:pt x="35" y="40"/>
                  </a:lnTo>
                  <a:lnTo>
                    <a:pt x="35" y="40"/>
                  </a:lnTo>
                  <a:lnTo>
                    <a:pt x="38" y="40"/>
                  </a:lnTo>
                  <a:lnTo>
                    <a:pt x="38" y="40"/>
                  </a:lnTo>
                  <a:lnTo>
                    <a:pt x="40" y="40"/>
                  </a:lnTo>
                  <a:lnTo>
                    <a:pt x="40" y="40"/>
                  </a:lnTo>
                  <a:lnTo>
                    <a:pt x="40" y="40"/>
                  </a:lnTo>
                  <a:lnTo>
                    <a:pt x="42" y="40"/>
                  </a:lnTo>
                  <a:lnTo>
                    <a:pt x="42" y="40"/>
                  </a:lnTo>
                  <a:lnTo>
                    <a:pt x="42" y="40"/>
                  </a:lnTo>
                  <a:lnTo>
                    <a:pt x="42" y="43"/>
                  </a:lnTo>
                  <a:lnTo>
                    <a:pt x="45" y="43"/>
                  </a:lnTo>
                  <a:lnTo>
                    <a:pt x="45" y="43"/>
                  </a:lnTo>
                  <a:lnTo>
                    <a:pt x="45" y="43"/>
                  </a:lnTo>
                  <a:lnTo>
                    <a:pt x="47" y="43"/>
                  </a:lnTo>
                  <a:lnTo>
                    <a:pt x="47" y="43"/>
                  </a:lnTo>
                  <a:lnTo>
                    <a:pt x="47" y="45"/>
                  </a:lnTo>
                  <a:lnTo>
                    <a:pt x="47" y="45"/>
                  </a:lnTo>
                  <a:lnTo>
                    <a:pt x="50" y="45"/>
                  </a:lnTo>
                  <a:lnTo>
                    <a:pt x="50" y="45"/>
                  </a:lnTo>
                  <a:lnTo>
                    <a:pt x="50" y="45"/>
                  </a:lnTo>
                  <a:lnTo>
                    <a:pt x="50" y="45"/>
                  </a:lnTo>
                  <a:lnTo>
                    <a:pt x="50" y="47"/>
                  </a:lnTo>
                  <a:lnTo>
                    <a:pt x="52" y="47"/>
                  </a:lnTo>
                  <a:lnTo>
                    <a:pt x="52" y="47"/>
                  </a:lnTo>
                  <a:lnTo>
                    <a:pt x="52" y="47"/>
                  </a:lnTo>
                  <a:lnTo>
                    <a:pt x="54" y="47"/>
                  </a:lnTo>
                  <a:lnTo>
                    <a:pt x="54" y="47"/>
                  </a:lnTo>
                  <a:lnTo>
                    <a:pt x="54" y="50"/>
                  </a:lnTo>
                  <a:lnTo>
                    <a:pt x="54" y="50"/>
                  </a:lnTo>
                  <a:lnTo>
                    <a:pt x="57" y="50"/>
                  </a:lnTo>
                  <a:lnTo>
                    <a:pt x="57" y="50"/>
                  </a:lnTo>
                  <a:lnTo>
                    <a:pt x="57" y="50"/>
                  </a:lnTo>
                  <a:lnTo>
                    <a:pt x="57" y="50"/>
                  </a:lnTo>
                  <a:lnTo>
                    <a:pt x="57" y="52"/>
                  </a:lnTo>
                  <a:lnTo>
                    <a:pt x="59" y="52"/>
                  </a:lnTo>
                  <a:lnTo>
                    <a:pt x="59" y="52"/>
                  </a:lnTo>
                  <a:lnTo>
                    <a:pt x="59" y="52"/>
                  </a:lnTo>
                  <a:lnTo>
                    <a:pt x="61" y="52"/>
                  </a:lnTo>
                  <a:lnTo>
                    <a:pt x="61" y="52"/>
                  </a:lnTo>
                  <a:lnTo>
                    <a:pt x="61" y="52"/>
                  </a:lnTo>
                  <a:lnTo>
                    <a:pt x="61" y="52"/>
                  </a:lnTo>
                  <a:lnTo>
                    <a:pt x="61" y="55"/>
                  </a:lnTo>
                  <a:lnTo>
                    <a:pt x="64" y="55"/>
                  </a:lnTo>
                  <a:lnTo>
                    <a:pt x="64" y="55"/>
                  </a:lnTo>
                  <a:lnTo>
                    <a:pt x="64" y="55"/>
                  </a:lnTo>
                  <a:lnTo>
                    <a:pt x="64" y="55"/>
                  </a:lnTo>
                  <a:lnTo>
                    <a:pt x="66" y="55"/>
                  </a:lnTo>
                  <a:lnTo>
                    <a:pt x="66" y="57"/>
                  </a:lnTo>
                  <a:lnTo>
                    <a:pt x="66" y="57"/>
                  </a:lnTo>
                  <a:lnTo>
                    <a:pt x="68" y="57"/>
                  </a:lnTo>
                  <a:lnTo>
                    <a:pt x="68" y="57"/>
                  </a:lnTo>
                  <a:lnTo>
                    <a:pt x="68" y="57"/>
                  </a:lnTo>
                  <a:lnTo>
                    <a:pt x="68" y="57"/>
                  </a:lnTo>
                  <a:lnTo>
                    <a:pt x="68" y="59"/>
                  </a:lnTo>
                  <a:lnTo>
                    <a:pt x="71" y="59"/>
                  </a:lnTo>
                  <a:lnTo>
                    <a:pt x="71" y="59"/>
                  </a:lnTo>
                  <a:lnTo>
                    <a:pt x="71" y="59"/>
                  </a:lnTo>
                  <a:lnTo>
                    <a:pt x="73" y="59"/>
                  </a:lnTo>
                  <a:lnTo>
                    <a:pt x="73" y="59"/>
                  </a:lnTo>
                  <a:lnTo>
                    <a:pt x="73" y="62"/>
                  </a:lnTo>
                  <a:lnTo>
                    <a:pt x="73" y="62"/>
                  </a:lnTo>
                  <a:lnTo>
                    <a:pt x="76" y="62"/>
                  </a:lnTo>
                  <a:lnTo>
                    <a:pt x="76" y="62"/>
                  </a:lnTo>
                  <a:lnTo>
                    <a:pt x="76" y="62"/>
                  </a:lnTo>
                  <a:lnTo>
                    <a:pt x="76" y="62"/>
                  </a:lnTo>
                  <a:lnTo>
                    <a:pt x="76" y="62"/>
                  </a:lnTo>
                  <a:lnTo>
                    <a:pt x="78" y="62"/>
                  </a:lnTo>
                  <a:lnTo>
                    <a:pt x="78" y="64"/>
                  </a:lnTo>
                  <a:lnTo>
                    <a:pt x="78" y="64"/>
                  </a:lnTo>
                  <a:lnTo>
                    <a:pt x="80" y="64"/>
                  </a:lnTo>
                  <a:lnTo>
                    <a:pt x="80" y="64"/>
                  </a:lnTo>
                  <a:lnTo>
                    <a:pt x="80" y="64"/>
                  </a:lnTo>
                  <a:lnTo>
                    <a:pt x="80" y="64"/>
                  </a:lnTo>
                  <a:lnTo>
                    <a:pt x="80" y="66"/>
                  </a:lnTo>
                  <a:lnTo>
                    <a:pt x="83" y="66"/>
                  </a:lnTo>
                  <a:lnTo>
                    <a:pt x="83" y="66"/>
                  </a:lnTo>
                  <a:lnTo>
                    <a:pt x="83" y="66"/>
                  </a:lnTo>
                  <a:lnTo>
                    <a:pt x="83" y="66"/>
                  </a:lnTo>
                  <a:lnTo>
                    <a:pt x="85" y="66"/>
                  </a:lnTo>
                  <a:lnTo>
                    <a:pt x="85" y="69"/>
                  </a:lnTo>
                  <a:lnTo>
                    <a:pt x="85" y="69"/>
                  </a:lnTo>
                  <a:lnTo>
                    <a:pt x="85" y="71"/>
                  </a:lnTo>
                  <a:lnTo>
                    <a:pt x="85" y="71"/>
                  </a:lnTo>
                  <a:lnTo>
                    <a:pt x="85" y="71"/>
                  </a:lnTo>
                  <a:lnTo>
                    <a:pt x="85" y="74"/>
                  </a:lnTo>
                  <a:lnTo>
                    <a:pt x="85" y="74"/>
                  </a:lnTo>
                  <a:lnTo>
                    <a:pt x="85" y="76"/>
                  </a:lnTo>
                  <a:lnTo>
                    <a:pt x="85" y="76"/>
                  </a:lnTo>
                  <a:lnTo>
                    <a:pt x="85" y="78"/>
                  </a:lnTo>
                  <a:lnTo>
                    <a:pt x="85" y="78"/>
                  </a:lnTo>
                  <a:lnTo>
                    <a:pt x="85" y="81"/>
                  </a:lnTo>
                  <a:lnTo>
                    <a:pt x="85" y="81"/>
                  </a:lnTo>
                  <a:lnTo>
                    <a:pt x="85" y="81"/>
                  </a:lnTo>
                  <a:lnTo>
                    <a:pt x="85" y="83"/>
                  </a:lnTo>
                  <a:lnTo>
                    <a:pt x="85" y="83"/>
                  </a:lnTo>
                  <a:lnTo>
                    <a:pt x="85" y="85"/>
                  </a:lnTo>
                  <a:lnTo>
                    <a:pt x="85" y="85"/>
                  </a:lnTo>
                  <a:lnTo>
                    <a:pt x="85" y="85"/>
                  </a:lnTo>
                  <a:lnTo>
                    <a:pt x="85" y="85"/>
                  </a:lnTo>
                  <a:lnTo>
                    <a:pt x="87" y="85"/>
                  </a:lnTo>
                  <a:lnTo>
                    <a:pt x="87" y="83"/>
                  </a:lnTo>
                  <a:lnTo>
                    <a:pt x="87" y="83"/>
                  </a:lnTo>
                  <a:lnTo>
                    <a:pt x="87" y="83"/>
                  </a:lnTo>
                  <a:lnTo>
                    <a:pt x="87" y="81"/>
                  </a:lnTo>
                  <a:lnTo>
                    <a:pt x="87" y="81"/>
                  </a:lnTo>
                  <a:lnTo>
                    <a:pt x="87" y="81"/>
                  </a:lnTo>
                  <a:lnTo>
                    <a:pt x="90" y="81"/>
                  </a:lnTo>
                  <a:lnTo>
                    <a:pt x="90" y="81"/>
                  </a:lnTo>
                  <a:lnTo>
                    <a:pt x="90" y="81"/>
                  </a:lnTo>
                  <a:lnTo>
                    <a:pt x="90" y="78"/>
                  </a:lnTo>
                  <a:lnTo>
                    <a:pt x="90" y="78"/>
                  </a:lnTo>
                  <a:lnTo>
                    <a:pt x="90" y="78"/>
                  </a:lnTo>
                  <a:lnTo>
                    <a:pt x="92" y="78"/>
                  </a:lnTo>
                  <a:lnTo>
                    <a:pt x="92" y="76"/>
                  </a:lnTo>
                  <a:lnTo>
                    <a:pt x="92" y="76"/>
                  </a:lnTo>
                  <a:lnTo>
                    <a:pt x="92" y="76"/>
                  </a:lnTo>
                  <a:lnTo>
                    <a:pt x="95" y="76"/>
                  </a:lnTo>
                  <a:lnTo>
                    <a:pt x="95" y="74"/>
                  </a:lnTo>
                  <a:lnTo>
                    <a:pt x="95" y="74"/>
                  </a:lnTo>
                  <a:lnTo>
                    <a:pt x="95" y="74"/>
                  </a:lnTo>
                  <a:lnTo>
                    <a:pt x="95" y="71"/>
                  </a:lnTo>
                  <a:lnTo>
                    <a:pt x="95" y="71"/>
                  </a:lnTo>
                  <a:lnTo>
                    <a:pt x="95" y="71"/>
                  </a:lnTo>
                  <a:lnTo>
                    <a:pt x="97" y="71"/>
                  </a:lnTo>
                  <a:lnTo>
                    <a:pt x="97" y="71"/>
                  </a:lnTo>
                  <a:lnTo>
                    <a:pt x="97" y="71"/>
                  </a:lnTo>
                  <a:lnTo>
                    <a:pt x="97" y="69"/>
                  </a:lnTo>
                  <a:lnTo>
                    <a:pt x="97" y="69"/>
                  </a:lnTo>
                  <a:lnTo>
                    <a:pt x="97" y="69"/>
                  </a:lnTo>
                  <a:lnTo>
                    <a:pt x="99" y="69"/>
                  </a:lnTo>
                  <a:lnTo>
                    <a:pt x="99" y="66"/>
                  </a:lnTo>
                  <a:lnTo>
                    <a:pt x="99" y="66"/>
                  </a:lnTo>
                  <a:lnTo>
                    <a:pt x="99" y="66"/>
                  </a:lnTo>
                  <a:lnTo>
                    <a:pt x="102" y="66"/>
                  </a:lnTo>
                  <a:lnTo>
                    <a:pt x="102" y="64"/>
                  </a:lnTo>
                  <a:lnTo>
                    <a:pt x="102" y="64"/>
                  </a:lnTo>
                  <a:lnTo>
                    <a:pt x="102" y="64"/>
                  </a:lnTo>
                  <a:lnTo>
                    <a:pt x="102" y="64"/>
                  </a:lnTo>
                  <a:lnTo>
                    <a:pt x="102" y="62"/>
                  </a:lnTo>
                  <a:lnTo>
                    <a:pt x="104" y="62"/>
                  </a:lnTo>
                  <a:lnTo>
                    <a:pt x="104" y="62"/>
                  </a:lnTo>
                  <a:lnTo>
                    <a:pt x="104" y="62"/>
                  </a:lnTo>
                  <a:lnTo>
                    <a:pt x="104" y="62"/>
                  </a:lnTo>
                  <a:lnTo>
                    <a:pt x="104" y="59"/>
                  </a:lnTo>
                  <a:lnTo>
                    <a:pt x="106" y="59"/>
                  </a:lnTo>
                  <a:lnTo>
                    <a:pt x="106" y="59"/>
                  </a:lnTo>
                  <a:lnTo>
                    <a:pt x="106" y="59"/>
                  </a:lnTo>
                  <a:lnTo>
                    <a:pt x="106" y="57"/>
                  </a:lnTo>
                  <a:lnTo>
                    <a:pt x="106" y="57"/>
                  </a:lnTo>
                  <a:lnTo>
                    <a:pt x="106" y="57"/>
                  </a:lnTo>
                  <a:lnTo>
                    <a:pt x="109" y="57"/>
                  </a:lnTo>
                  <a:lnTo>
                    <a:pt x="109" y="55"/>
                  </a:lnTo>
                  <a:lnTo>
                    <a:pt x="109" y="55"/>
                  </a:lnTo>
                  <a:lnTo>
                    <a:pt x="109" y="55"/>
                  </a:lnTo>
                  <a:lnTo>
                    <a:pt x="109" y="55"/>
                  </a:lnTo>
                  <a:lnTo>
                    <a:pt x="109" y="52"/>
                  </a:lnTo>
                  <a:lnTo>
                    <a:pt x="111" y="52"/>
                  </a:lnTo>
                  <a:lnTo>
                    <a:pt x="111" y="52"/>
                  </a:lnTo>
                  <a:lnTo>
                    <a:pt x="111" y="52"/>
                  </a:lnTo>
                  <a:lnTo>
                    <a:pt x="111" y="52"/>
                  </a:lnTo>
                  <a:lnTo>
                    <a:pt x="113" y="52"/>
                  </a:lnTo>
                  <a:lnTo>
                    <a:pt x="113" y="50"/>
                  </a:lnTo>
                  <a:lnTo>
                    <a:pt x="113" y="50"/>
                  </a:lnTo>
                  <a:lnTo>
                    <a:pt x="113" y="50"/>
                  </a:lnTo>
                  <a:lnTo>
                    <a:pt x="113" y="47"/>
                  </a:lnTo>
                  <a:lnTo>
                    <a:pt x="113" y="47"/>
                  </a:lnTo>
                  <a:lnTo>
                    <a:pt x="113" y="47"/>
                  </a:lnTo>
                  <a:lnTo>
                    <a:pt x="116" y="47"/>
                  </a:lnTo>
                  <a:lnTo>
                    <a:pt x="116" y="45"/>
                  </a:lnTo>
                  <a:lnTo>
                    <a:pt x="116" y="45"/>
                  </a:lnTo>
                  <a:lnTo>
                    <a:pt x="116" y="45"/>
                  </a:lnTo>
                  <a:lnTo>
                    <a:pt x="116" y="45"/>
                  </a:lnTo>
                  <a:lnTo>
                    <a:pt x="116" y="43"/>
                  </a:lnTo>
                  <a:lnTo>
                    <a:pt x="118" y="43"/>
                  </a:lnTo>
                  <a:lnTo>
                    <a:pt x="118" y="43"/>
                  </a:lnTo>
                  <a:lnTo>
                    <a:pt x="118" y="43"/>
                  </a:lnTo>
                  <a:lnTo>
                    <a:pt x="118" y="40"/>
                  </a:lnTo>
                  <a:lnTo>
                    <a:pt x="121" y="40"/>
                  </a:lnTo>
                  <a:lnTo>
                    <a:pt x="121" y="40"/>
                  </a:lnTo>
                  <a:lnTo>
                    <a:pt x="121" y="40"/>
                  </a:lnTo>
                  <a:lnTo>
                    <a:pt x="121" y="40"/>
                  </a:lnTo>
                  <a:lnTo>
                    <a:pt x="121" y="40"/>
                  </a:lnTo>
                  <a:lnTo>
                    <a:pt x="121" y="38"/>
                  </a:lnTo>
                  <a:lnTo>
                    <a:pt x="123" y="38"/>
                  </a:lnTo>
                  <a:lnTo>
                    <a:pt x="123" y="38"/>
                  </a:lnTo>
                  <a:lnTo>
                    <a:pt x="123" y="38"/>
                  </a:lnTo>
                  <a:lnTo>
                    <a:pt x="123" y="36"/>
                  </a:lnTo>
                  <a:lnTo>
                    <a:pt x="123" y="36"/>
                  </a:lnTo>
                  <a:lnTo>
                    <a:pt x="123" y="36"/>
                  </a:lnTo>
                  <a:lnTo>
                    <a:pt x="123" y="33"/>
                  </a:lnTo>
                  <a:lnTo>
                    <a:pt x="125" y="33"/>
                  </a:lnTo>
                  <a:lnTo>
                    <a:pt x="125" y="33"/>
                  </a:lnTo>
                  <a:lnTo>
                    <a:pt x="125" y="33"/>
                  </a:lnTo>
                  <a:lnTo>
                    <a:pt x="125" y="31"/>
                  </a:lnTo>
                  <a:lnTo>
                    <a:pt x="128" y="31"/>
                  </a:lnTo>
                  <a:lnTo>
                    <a:pt x="128" y="31"/>
                  </a:lnTo>
                  <a:lnTo>
                    <a:pt x="128" y="31"/>
                  </a:lnTo>
                  <a:lnTo>
                    <a:pt x="128" y="31"/>
                  </a:lnTo>
                  <a:lnTo>
                    <a:pt x="128" y="31"/>
                  </a:lnTo>
                  <a:lnTo>
                    <a:pt x="128" y="29"/>
                  </a:lnTo>
                  <a:lnTo>
                    <a:pt x="130" y="29"/>
                  </a:lnTo>
                  <a:lnTo>
                    <a:pt x="130" y="29"/>
                  </a:lnTo>
                  <a:lnTo>
                    <a:pt x="130" y="29"/>
                  </a:lnTo>
                  <a:lnTo>
                    <a:pt x="130" y="26"/>
                  </a:lnTo>
                  <a:lnTo>
                    <a:pt x="130" y="26"/>
                  </a:lnTo>
                  <a:lnTo>
                    <a:pt x="130" y="26"/>
                  </a:lnTo>
                  <a:lnTo>
                    <a:pt x="132" y="26"/>
                  </a:lnTo>
                  <a:lnTo>
                    <a:pt x="132" y="24"/>
                  </a:lnTo>
                  <a:lnTo>
                    <a:pt x="132" y="24"/>
                  </a:lnTo>
                  <a:lnTo>
                    <a:pt x="132" y="24"/>
                  </a:lnTo>
                  <a:lnTo>
                    <a:pt x="135" y="24"/>
                  </a:lnTo>
                  <a:lnTo>
                    <a:pt x="135" y="21"/>
                  </a:lnTo>
                  <a:lnTo>
                    <a:pt x="135" y="21"/>
                  </a:lnTo>
                  <a:lnTo>
                    <a:pt x="135" y="21"/>
                  </a:lnTo>
                  <a:lnTo>
                    <a:pt x="135" y="21"/>
                  </a:lnTo>
                  <a:lnTo>
                    <a:pt x="135" y="21"/>
                  </a:lnTo>
                  <a:lnTo>
                    <a:pt x="137" y="21"/>
                  </a:lnTo>
                  <a:lnTo>
                    <a:pt x="137" y="19"/>
                  </a:lnTo>
                  <a:lnTo>
                    <a:pt x="137" y="19"/>
                  </a:lnTo>
                  <a:lnTo>
                    <a:pt x="137" y="19"/>
                  </a:lnTo>
                  <a:lnTo>
                    <a:pt x="140" y="19"/>
                  </a:lnTo>
                  <a:lnTo>
                    <a:pt x="140" y="19"/>
                  </a:lnTo>
                  <a:lnTo>
                    <a:pt x="140" y="19"/>
                  </a:lnTo>
                  <a:lnTo>
                    <a:pt x="142" y="19"/>
                  </a:lnTo>
                  <a:lnTo>
                    <a:pt x="142" y="17"/>
                  </a:lnTo>
                  <a:lnTo>
                    <a:pt x="142" y="17"/>
                  </a:lnTo>
                  <a:lnTo>
                    <a:pt x="142" y="17"/>
                  </a:lnTo>
                  <a:lnTo>
                    <a:pt x="144" y="17"/>
                  </a:lnTo>
                  <a:lnTo>
                    <a:pt x="144" y="17"/>
                  </a:lnTo>
                  <a:lnTo>
                    <a:pt x="144" y="17"/>
                  </a:lnTo>
                  <a:lnTo>
                    <a:pt x="147" y="17"/>
                  </a:lnTo>
                  <a:lnTo>
                    <a:pt x="147" y="17"/>
                  </a:lnTo>
                  <a:lnTo>
                    <a:pt x="147" y="17"/>
                  </a:lnTo>
                  <a:lnTo>
                    <a:pt x="149" y="17"/>
                  </a:lnTo>
                  <a:lnTo>
                    <a:pt x="149" y="14"/>
                  </a:lnTo>
                  <a:lnTo>
                    <a:pt x="149" y="14"/>
                  </a:lnTo>
                  <a:lnTo>
                    <a:pt x="149" y="14"/>
                  </a:lnTo>
                  <a:lnTo>
                    <a:pt x="151" y="14"/>
                  </a:lnTo>
                  <a:lnTo>
                    <a:pt x="151" y="14"/>
                  </a:lnTo>
                  <a:lnTo>
                    <a:pt x="154" y="14"/>
                  </a:lnTo>
                  <a:lnTo>
                    <a:pt x="154" y="14"/>
                  </a:lnTo>
                  <a:lnTo>
                    <a:pt x="154" y="14"/>
                  </a:lnTo>
                  <a:lnTo>
                    <a:pt x="154" y="14"/>
                  </a:lnTo>
                  <a:lnTo>
                    <a:pt x="156" y="14"/>
                  </a:lnTo>
                  <a:lnTo>
                    <a:pt x="156" y="14"/>
                  </a:lnTo>
                  <a:lnTo>
                    <a:pt x="156" y="12"/>
                  </a:lnTo>
                  <a:lnTo>
                    <a:pt x="156" y="12"/>
                  </a:lnTo>
                  <a:lnTo>
                    <a:pt x="158" y="12"/>
                  </a:lnTo>
                  <a:lnTo>
                    <a:pt x="158" y="12"/>
                  </a:lnTo>
                  <a:lnTo>
                    <a:pt x="161" y="12"/>
                  </a:lnTo>
                  <a:lnTo>
                    <a:pt x="161" y="12"/>
                  </a:lnTo>
                  <a:lnTo>
                    <a:pt x="161" y="12"/>
                  </a:lnTo>
                  <a:lnTo>
                    <a:pt x="161" y="12"/>
                  </a:lnTo>
                  <a:lnTo>
                    <a:pt x="163" y="12"/>
                  </a:lnTo>
                  <a:lnTo>
                    <a:pt x="163" y="12"/>
                  </a:lnTo>
                  <a:lnTo>
                    <a:pt x="163" y="12"/>
                  </a:lnTo>
                  <a:lnTo>
                    <a:pt x="163" y="12"/>
                  </a:lnTo>
                  <a:lnTo>
                    <a:pt x="166" y="12"/>
                  </a:lnTo>
                  <a:lnTo>
                    <a:pt x="166" y="12"/>
                  </a:lnTo>
                  <a:lnTo>
                    <a:pt x="168" y="12"/>
                  </a:lnTo>
                  <a:lnTo>
                    <a:pt x="168" y="12"/>
                  </a:lnTo>
                  <a:lnTo>
                    <a:pt x="168" y="10"/>
                  </a:lnTo>
                  <a:lnTo>
                    <a:pt x="168" y="10"/>
                  </a:lnTo>
                  <a:lnTo>
                    <a:pt x="170" y="10"/>
                  </a:lnTo>
                  <a:lnTo>
                    <a:pt x="170" y="10"/>
                  </a:lnTo>
                  <a:lnTo>
                    <a:pt x="170" y="10"/>
                  </a:lnTo>
                  <a:lnTo>
                    <a:pt x="170" y="10"/>
                  </a:lnTo>
                  <a:lnTo>
                    <a:pt x="173" y="10"/>
                  </a:lnTo>
                  <a:lnTo>
                    <a:pt x="173" y="10"/>
                  </a:lnTo>
                  <a:lnTo>
                    <a:pt x="175" y="10"/>
                  </a:lnTo>
                  <a:lnTo>
                    <a:pt x="175" y="10"/>
                  </a:lnTo>
                  <a:lnTo>
                    <a:pt x="175" y="10"/>
                  </a:lnTo>
                  <a:lnTo>
                    <a:pt x="175" y="7"/>
                  </a:lnTo>
                  <a:lnTo>
                    <a:pt x="177" y="7"/>
                  </a:lnTo>
                  <a:lnTo>
                    <a:pt x="177" y="7"/>
                  </a:lnTo>
                  <a:lnTo>
                    <a:pt x="180" y="7"/>
                  </a:lnTo>
                  <a:lnTo>
                    <a:pt x="180" y="7"/>
                  </a:lnTo>
                  <a:lnTo>
                    <a:pt x="180" y="7"/>
                  </a:lnTo>
                  <a:lnTo>
                    <a:pt x="180" y="7"/>
                  </a:lnTo>
                  <a:lnTo>
                    <a:pt x="182" y="7"/>
                  </a:lnTo>
                  <a:lnTo>
                    <a:pt x="182" y="7"/>
                  </a:lnTo>
                  <a:lnTo>
                    <a:pt x="182" y="7"/>
                  </a:lnTo>
                  <a:lnTo>
                    <a:pt x="184" y="7"/>
                  </a:lnTo>
                  <a:lnTo>
                    <a:pt x="184" y="5"/>
                  </a:lnTo>
                  <a:lnTo>
                    <a:pt x="184" y="5"/>
                  </a:lnTo>
                  <a:lnTo>
                    <a:pt x="187" y="5"/>
                  </a:lnTo>
                  <a:lnTo>
                    <a:pt x="187" y="5"/>
                  </a:lnTo>
                  <a:lnTo>
                    <a:pt x="187" y="5"/>
                  </a:lnTo>
                  <a:lnTo>
                    <a:pt x="187" y="5"/>
                  </a:lnTo>
                  <a:lnTo>
                    <a:pt x="189" y="5"/>
                  </a:lnTo>
                  <a:lnTo>
                    <a:pt x="189" y="5"/>
                  </a:lnTo>
                  <a:lnTo>
                    <a:pt x="189" y="5"/>
                  </a:lnTo>
                  <a:lnTo>
                    <a:pt x="192" y="5"/>
                  </a:lnTo>
                  <a:lnTo>
                    <a:pt x="192" y="5"/>
                  </a:lnTo>
                  <a:lnTo>
                    <a:pt x="192" y="2"/>
                  </a:lnTo>
                  <a:lnTo>
                    <a:pt x="194" y="2"/>
                  </a:lnTo>
                  <a:lnTo>
                    <a:pt x="194" y="2"/>
                  </a:lnTo>
                  <a:lnTo>
                    <a:pt x="194" y="2"/>
                  </a:lnTo>
                  <a:lnTo>
                    <a:pt x="196" y="2"/>
                  </a:lnTo>
                  <a:lnTo>
                    <a:pt x="196" y="2"/>
                  </a:lnTo>
                  <a:lnTo>
                    <a:pt x="196" y="2"/>
                  </a:lnTo>
                  <a:lnTo>
                    <a:pt x="196" y="2"/>
                  </a:lnTo>
                  <a:lnTo>
                    <a:pt x="199" y="2"/>
                  </a:lnTo>
                  <a:lnTo>
                    <a:pt x="199" y="2"/>
                  </a:lnTo>
                  <a:lnTo>
                    <a:pt x="201" y="2"/>
                  </a:lnTo>
                  <a:lnTo>
                    <a:pt x="201" y="2"/>
                  </a:lnTo>
                  <a:lnTo>
                    <a:pt x="201" y="2"/>
                  </a:lnTo>
                  <a:lnTo>
                    <a:pt x="201" y="2"/>
                  </a:lnTo>
                  <a:lnTo>
                    <a:pt x="203" y="2"/>
                  </a:lnTo>
                  <a:lnTo>
                    <a:pt x="203" y="2"/>
                  </a:lnTo>
                  <a:lnTo>
                    <a:pt x="203" y="0"/>
                  </a:lnTo>
                  <a:lnTo>
                    <a:pt x="203" y="0"/>
                  </a:lnTo>
                  <a:lnTo>
                    <a:pt x="206" y="0"/>
                  </a:lnTo>
                  <a:lnTo>
                    <a:pt x="206" y="0"/>
                  </a:lnTo>
                  <a:lnTo>
                    <a:pt x="206" y="2"/>
                  </a:lnTo>
                  <a:lnTo>
                    <a:pt x="206" y="2"/>
                  </a:lnTo>
                  <a:lnTo>
                    <a:pt x="206" y="2"/>
                  </a:lnTo>
                  <a:lnTo>
                    <a:pt x="206" y="2"/>
                  </a:lnTo>
                  <a:lnTo>
                    <a:pt x="206" y="5"/>
                  </a:lnTo>
                  <a:lnTo>
                    <a:pt x="206" y="5"/>
                  </a:lnTo>
                  <a:lnTo>
                    <a:pt x="203" y="5"/>
                  </a:lnTo>
                  <a:lnTo>
                    <a:pt x="203" y="7"/>
                  </a:lnTo>
                  <a:lnTo>
                    <a:pt x="203" y="7"/>
                  </a:lnTo>
                  <a:lnTo>
                    <a:pt x="203" y="10"/>
                  </a:lnTo>
                  <a:lnTo>
                    <a:pt x="203" y="10"/>
                  </a:lnTo>
                  <a:lnTo>
                    <a:pt x="203" y="10"/>
                  </a:lnTo>
                  <a:lnTo>
                    <a:pt x="203" y="12"/>
                  </a:lnTo>
                  <a:lnTo>
                    <a:pt x="203" y="12"/>
                  </a:lnTo>
                  <a:lnTo>
                    <a:pt x="203" y="12"/>
                  </a:lnTo>
                  <a:lnTo>
                    <a:pt x="203" y="12"/>
                  </a:lnTo>
                  <a:lnTo>
                    <a:pt x="206" y="12"/>
                  </a:lnTo>
                  <a:lnTo>
                    <a:pt x="206" y="14"/>
                  </a:lnTo>
                  <a:lnTo>
                    <a:pt x="206" y="14"/>
                  </a:lnTo>
                  <a:lnTo>
                    <a:pt x="206" y="14"/>
                  </a:lnTo>
                  <a:lnTo>
                    <a:pt x="206" y="17"/>
                  </a:lnTo>
                  <a:lnTo>
                    <a:pt x="208" y="17"/>
                  </a:lnTo>
                  <a:lnTo>
                    <a:pt x="208" y="17"/>
                  </a:lnTo>
                  <a:lnTo>
                    <a:pt x="208" y="17"/>
                  </a:lnTo>
                  <a:lnTo>
                    <a:pt x="208" y="19"/>
                  </a:lnTo>
                  <a:lnTo>
                    <a:pt x="208" y="19"/>
                  </a:lnTo>
                  <a:lnTo>
                    <a:pt x="208" y="19"/>
                  </a:lnTo>
                  <a:lnTo>
                    <a:pt x="208" y="21"/>
                  </a:lnTo>
                  <a:lnTo>
                    <a:pt x="211" y="21"/>
                  </a:lnTo>
                  <a:lnTo>
                    <a:pt x="211" y="21"/>
                  </a:lnTo>
                  <a:lnTo>
                    <a:pt x="211" y="21"/>
                  </a:lnTo>
                  <a:lnTo>
                    <a:pt x="211" y="21"/>
                  </a:lnTo>
                  <a:lnTo>
                    <a:pt x="211" y="24"/>
                  </a:lnTo>
                  <a:lnTo>
                    <a:pt x="213" y="24"/>
                  </a:lnTo>
                  <a:lnTo>
                    <a:pt x="213" y="24"/>
                  </a:lnTo>
                  <a:lnTo>
                    <a:pt x="213" y="26"/>
                  </a:lnTo>
                  <a:lnTo>
                    <a:pt x="213" y="26"/>
                  </a:lnTo>
                  <a:lnTo>
                    <a:pt x="213" y="26"/>
                  </a:lnTo>
                  <a:lnTo>
                    <a:pt x="213" y="26"/>
                  </a:lnTo>
                  <a:lnTo>
                    <a:pt x="213" y="29"/>
                  </a:lnTo>
                  <a:lnTo>
                    <a:pt x="215" y="29"/>
                  </a:lnTo>
                  <a:lnTo>
                    <a:pt x="215" y="29"/>
                  </a:lnTo>
                  <a:lnTo>
                    <a:pt x="215" y="31"/>
                  </a:lnTo>
                  <a:lnTo>
                    <a:pt x="215" y="31"/>
                  </a:lnTo>
                  <a:lnTo>
                    <a:pt x="215" y="31"/>
                  </a:lnTo>
                  <a:lnTo>
                    <a:pt x="215" y="31"/>
                  </a:lnTo>
                  <a:lnTo>
                    <a:pt x="215" y="31"/>
                  </a:lnTo>
                  <a:lnTo>
                    <a:pt x="215" y="33"/>
                  </a:lnTo>
                  <a:lnTo>
                    <a:pt x="218" y="33"/>
                  </a:lnTo>
                  <a:lnTo>
                    <a:pt x="218" y="33"/>
                  </a:lnTo>
                  <a:lnTo>
                    <a:pt x="218" y="33"/>
                  </a:lnTo>
                  <a:lnTo>
                    <a:pt x="218" y="36"/>
                  </a:lnTo>
                  <a:lnTo>
                    <a:pt x="218" y="36"/>
                  </a:lnTo>
                  <a:lnTo>
                    <a:pt x="220" y="36"/>
                  </a:lnTo>
                  <a:lnTo>
                    <a:pt x="220" y="38"/>
                  </a:lnTo>
                  <a:lnTo>
                    <a:pt x="220" y="38"/>
                  </a:lnTo>
                  <a:lnTo>
                    <a:pt x="220" y="38"/>
                  </a:lnTo>
                  <a:lnTo>
                    <a:pt x="220" y="38"/>
                  </a:lnTo>
                  <a:lnTo>
                    <a:pt x="220" y="40"/>
                  </a:lnTo>
                  <a:lnTo>
                    <a:pt x="220" y="40"/>
                  </a:lnTo>
                  <a:lnTo>
                    <a:pt x="222" y="40"/>
                  </a:lnTo>
                  <a:lnTo>
                    <a:pt x="222" y="40"/>
                  </a:lnTo>
                  <a:lnTo>
                    <a:pt x="222" y="40"/>
                  </a:lnTo>
                  <a:lnTo>
                    <a:pt x="222" y="43"/>
                  </a:lnTo>
                  <a:lnTo>
                    <a:pt x="222" y="43"/>
                  </a:lnTo>
                  <a:lnTo>
                    <a:pt x="222" y="45"/>
                  </a:lnTo>
                  <a:lnTo>
                    <a:pt x="222" y="45"/>
                  </a:lnTo>
                  <a:lnTo>
                    <a:pt x="222" y="45"/>
                  </a:lnTo>
                  <a:lnTo>
                    <a:pt x="222" y="47"/>
                  </a:lnTo>
                  <a:lnTo>
                    <a:pt x="222" y="47"/>
                  </a:lnTo>
                  <a:lnTo>
                    <a:pt x="222" y="50"/>
                  </a:lnTo>
                  <a:lnTo>
                    <a:pt x="222" y="50"/>
                  </a:lnTo>
                  <a:lnTo>
                    <a:pt x="222" y="50"/>
                  </a:lnTo>
                  <a:lnTo>
                    <a:pt x="222" y="52"/>
                  </a:lnTo>
                  <a:lnTo>
                    <a:pt x="222" y="52"/>
                  </a:lnTo>
                  <a:lnTo>
                    <a:pt x="222" y="52"/>
                  </a:lnTo>
                  <a:lnTo>
                    <a:pt x="225" y="52"/>
                  </a:lnTo>
                  <a:lnTo>
                    <a:pt x="225" y="52"/>
                  </a:lnTo>
                  <a:lnTo>
                    <a:pt x="225" y="52"/>
                  </a:lnTo>
                  <a:lnTo>
                    <a:pt x="225" y="55"/>
                  </a:lnTo>
                  <a:lnTo>
                    <a:pt x="227" y="55"/>
                  </a:lnTo>
                  <a:lnTo>
                    <a:pt x="227" y="55"/>
                  </a:lnTo>
                  <a:lnTo>
                    <a:pt x="227" y="55"/>
                  </a:lnTo>
                  <a:lnTo>
                    <a:pt x="227" y="57"/>
                  </a:lnTo>
                  <a:lnTo>
                    <a:pt x="227" y="57"/>
                  </a:lnTo>
                  <a:lnTo>
                    <a:pt x="227" y="57"/>
                  </a:lnTo>
                  <a:lnTo>
                    <a:pt x="227" y="59"/>
                  </a:lnTo>
                  <a:lnTo>
                    <a:pt x="229" y="59"/>
                  </a:lnTo>
                  <a:lnTo>
                    <a:pt x="229" y="59"/>
                  </a:lnTo>
                  <a:lnTo>
                    <a:pt x="229" y="59"/>
                  </a:lnTo>
                  <a:lnTo>
                    <a:pt x="229" y="62"/>
                  </a:lnTo>
                  <a:lnTo>
                    <a:pt x="229" y="62"/>
                  </a:lnTo>
                  <a:lnTo>
                    <a:pt x="227" y="62"/>
                  </a:lnTo>
                  <a:lnTo>
                    <a:pt x="227" y="62"/>
                  </a:lnTo>
                  <a:lnTo>
                    <a:pt x="227" y="62"/>
                  </a:lnTo>
                  <a:lnTo>
                    <a:pt x="227" y="62"/>
                  </a:lnTo>
                  <a:lnTo>
                    <a:pt x="225" y="62"/>
                  </a:lnTo>
                  <a:lnTo>
                    <a:pt x="225" y="62"/>
                  </a:lnTo>
                  <a:lnTo>
                    <a:pt x="225" y="62"/>
                  </a:lnTo>
                  <a:lnTo>
                    <a:pt x="222" y="62"/>
                  </a:lnTo>
                  <a:lnTo>
                    <a:pt x="222" y="64"/>
                  </a:lnTo>
                  <a:lnTo>
                    <a:pt x="222" y="64"/>
                  </a:lnTo>
                  <a:lnTo>
                    <a:pt x="222" y="64"/>
                  </a:lnTo>
                  <a:lnTo>
                    <a:pt x="220" y="64"/>
                  </a:lnTo>
                  <a:lnTo>
                    <a:pt x="220" y="64"/>
                  </a:lnTo>
                  <a:lnTo>
                    <a:pt x="220" y="64"/>
                  </a:lnTo>
                  <a:lnTo>
                    <a:pt x="220" y="64"/>
                  </a:lnTo>
                  <a:lnTo>
                    <a:pt x="218" y="64"/>
                  </a:lnTo>
                  <a:lnTo>
                    <a:pt x="218" y="66"/>
                  </a:lnTo>
                  <a:lnTo>
                    <a:pt x="218" y="66"/>
                  </a:lnTo>
                  <a:lnTo>
                    <a:pt x="215" y="66"/>
                  </a:lnTo>
                  <a:lnTo>
                    <a:pt x="215" y="66"/>
                  </a:lnTo>
                  <a:lnTo>
                    <a:pt x="215" y="66"/>
                  </a:lnTo>
                  <a:lnTo>
                    <a:pt x="215" y="69"/>
                  </a:lnTo>
                  <a:lnTo>
                    <a:pt x="215" y="69"/>
                  </a:lnTo>
                  <a:lnTo>
                    <a:pt x="215" y="69"/>
                  </a:lnTo>
                  <a:lnTo>
                    <a:pt x="213" y="69"/>
                  </a:lnTo>
                  <a:lnTo>
                    <a:pt x="213" y="71"/>
                  </a:lnTo>
                  <a:lnTo>
                    <a:pt x="213" y="71"/>
                  </a:lnTo>
                  <a:lnTo>
                    <a:pt x="213" y="71"/>
                  </a:lnTo>
                  <a:lnTo>
                    <a:pt x="213" y="71"/>
                  </a:lnTo>
                  <a:lnTo>
                    <a:pt x="213" y="71"/>
                  </a:lnTo>
                  <a:lnTo>
                    <a:pt x="213" y="74"/>
                  </a:lnTo>
                  <a:lnTo>
                    <a:pt x="211" y="74"/>
                  </a:lnTo>
                  <a:lnTo>
                    <a:pt x="211" y="74"/>
                  </a:lnTo>
                  <a:lnTo>
                    <a:pt x="211" y="76"/>
                  </a:lnTo>
                  <a:lnTo>
                    <a:pt x="211" y="76"/>
                  </a:lnTo>
                  <a:lnTo>
                    <a:pt x="211" y="76"/>
                  </a:lnTo>
                  <a:lnTo>
                    <a:pt x="211" y="78"/>
                  </a:lnTo>
                  <a:lnTo>
                    <a:pt x="211" y="78"/>
                  </a:lnTo>
                  <a:lnTo>
                    <a:pt x="211" y="78"/>
                  </a:lnTo>
                  <a:lnTo>
                    <a:pt x="211" y="81"/>
                  </a:lnTo>
                  <a:lnTo>
                    <a:pt x="211" y="81"/>
                  </a:lnTo>
                  <a:lnTo>
                    <a:pt x="211" y="81"/>
                  </a:lnTo>
                  <a:lnTo>
                    <a:pt x="211" y="83"/>
                  </a:lnTo>
                  <a:lnTo>
                    <a:pt x="211" y="83"/>
                  </a:lnTo>
                  <a:lnTo>
                    <a:pt x="213" y="83"/>
                  </a:lnTo>
                  <a:lnTo>
                    <a:pt x="213" y="85"/>
                  </a:lnTo>
                  <a:lnTo>
                    <a:pt x="213" y="85"/>
                  </a:lnTo>
                  <a:lnTo>
                    <a:pt x="213" y="88"/>
                  </a:lnTo>
                  <a:lnTo>
                    <a:pt x="211" y="88"/>
                  </a:lnTo>
                  <a:lnTo>
                    <a:pt x="211" y="88"/>
                  </a:lnTo>
                  <a:lnTo>
                    <a:pt x="208" y="88"/>
                  </a:lnTo>
                  <a:lnTo>
                    <a:pt x="208" y="88"/>
                  </a:lnTo>
                  <a:lnTo>
                    <a:pt x="208" y="88"/>
                  </a:lnTo>
                  <a:lnTo>
                    <a:pt x="208" y="88"/>
                  </a:lnTo>
                  <a:lnTo>
                    <a:pt x="208" y="90"/>
                  </a:lnTo>
                  <a:lnTo>
                    <a:pt x="206" y="90"/>
                  </a:lnTo>
                  <a:lnTo>
                    <a:pt x="206" y="90"/>
                  </a:lnTo>
                  <a:lnTo>
                    <a:pt x="203" y="90"/>
                  </a:lnTo>
                  <a:lnTo>
                    <a:pt x="203" y="90"/>
                  </a:lnTo>
                  <a:lnTo>
                    <a:pt x="203" y="90"/>
                  </a:lnTo>
                  <a:lnTo>
                    <a:pt x="203" y="90"/>
                  </a:lnTo>
                  <a:lnTo>
                    <a:pt x="203" y="90"/>
                  </a:lnTo>
                  <a:lnTo>
                    <a:pt x="201" y="90"/>
                  </a:lnTo>
                  <a:lnTo>
                    <a:pt x="201" y="90"/>
                  </a:lnTo>
                  <a:lnTo>
                    <a:pt x="201" y="93"/>
                  </a:lnTo>
                  <a:lnTo>
                    <a:pt x="201" y="93"/>
                  </a:lnTo>
                  <a:lnTo>
                    <a:pt x="201" y="93"/>
                  </a:lnTo>
                  <a:lnTo>
                    <a:pt x="199" y="93"/>
                  </a:lnTo>
                  <a:lnTo>
                    <a:pt x="199" y="95"/>
                  </a:lnTo>
                  <a:lnTo>
                    <a:pt x="199" y="95"/>
                  </a:lnTo>
                  <a:lnTo>
                    <a:pt x="196" y="95"/>
                  </a:lnTo>
                  <a:lnTo>
                    <a:pt x="196" y="95"/>
                  </a:lnTo>
                  <a:lnTo>
                    <a:pt x="196" y="95"/>
                  </a:lnTo>
                  <a:lnTo>
                    <a:pt x="196" y="95"/>
                  </a:lnTo>
                  <a:lnTo>
                    <a:pt x="194" y="95"/>
                  </a:lnTo>
                  <a:lnTo>
                    <a:pt x="194" y="95"/>
                  </a:lnTo>
                  <a:lnTo>
                    <a:pt x="194" y="97"/>
                  </a:lnTo>
                  <a:lnTo>
                    <a:pt x="194" y="97"/>
                  </a:lnTo>
                  <a:lnTo>
                    <a:pt x="192" y="97"/>
                  </a:lnTo>
                  <a:lnTo>
                    <a:pt x="192" y="97"/>
                  </a:lnTo>
                  <a:lnTo>
                    <a:pt x="192" y="97"/>
                  </a:lnTo>
                  <a:lnTo>
                    <a:pt x="189" y="97"/>
                  </a:lnTo>
                  <a:lnTo>
                    <a:pt x="189" y="97"/>
                  </a:lnTo>
                  <a:lnTo>
                    <a:pt x="189" y="97"/>
                  </a:lnTo>
                  <a:lnTo>
                    <a:pt x="189" y="100"/>
                  </a:lnTo>
                  <a:lnTo>
                    <a:pt x="187" y="100"/>
                  </a:lnTo>
                  <a:lnTo>
                    <a:pt x="187" y="100"/>
                  </a:lnTo>
                  <a:lnTo>
                    <a:pt x="187" y="100"/>
                  </a:lnTo>
                  <a:lnTo>
                    <a:pt x="184" y="100"/>
                  </a:lnTo>
                  <a:lnTo>
                    <a:pt x="184" y="100"/>
                  </a:lnTo>
                  <a:lnTo>
                    <a:pt x="184" y="100"/>
                  </a:lnTo>
                  <a:lnTo>
                    <a:pt x="182" y="100"/>
                  </a:lnTo>
                  <a:lnTo>
                    <a:pt x="182" y="100"/>
                  </a:lnTo>
                  <a:lnTo>
                    <a:pt x="182" y="100"/>
                  </a:lnTo>
                  <a:lnTo>
                    <a:pt x="180" y="100"/>
                  </a:lnTo>
                  <a:lnTo>
                    <a:pt x="180" y="102"/>
                  </a:lnTo>
                  <a:lnTo>
                    <a:pt x="180" y="102"/>
                  </a:lnTo>
                  <a:lnTo>
                    <a:pt x="180" y="102"/>
                  </a:lnTo>
                  <a:lnTo>
                    <a:pt x="177" y="102"/>
                  </a:lnTo>
                  <a:lnTo>
                    <a:pt x="177" y="102"/>
                  </a:lnTo>
                  <a:lnTo>
                    <a:pt x="175" y="102"/>
                  </a:lnTo>
                  <a:lnTo>
                    <a:pt x="175" y="102"/>
                  </a:lnTo>
                  <a:lnTo>
                    <a:pt x="175" y="102"/>
                  </a:lnTo>
                  <a:lnTo>
                    <a:pt x="175" y="102"/>
                  </a:lnTo>
                  <a:lnTo>
                    <a:pt x="173" y="102"/>
                  </a:lnTo>
                  <a:lnTo>
                    <a:pt x="173" y="102"/>
                  </a:lnTo>
                  <a:lnTo>
                    <a:pt x="173" y="102"/>
                  </a:lnTo>
                  <a:lnTo>
                    <a:pt x="170" y="102"/>
                  </a:lnTo>
                  <a:lnTo>
                    <a:pt x="170" y="104"/>
                  </a:lnTo>
                  <a:lnTo>
                    <a:pt x="170" y="104"/>
                  </a:lnTo>
                  <a:lnTo>
                    <a:pt x="170" y="104"/>
                  </a:lnTo>
                  <a:lnTo>
                    <a:pt x="170" y="104"/>
                  </a:lnTo>
                  <a:lnTo>
                    <a:pt x="168" y="104"/>
                  </a:lnTo>
                  <a:lnTo>
                    <a:pt x="168" y="107"/>
                  </a:lnTo>
                  <a:lnTo>
                    <a:pt x="168" y="107"/>
                  </a:lnTo>
                  <a:lnTo>
                    <a:pt x="168" y="107"/>
                  </a:lnTo>
                  <a:lnTo>
                    <a:pt x="166" y="107"/>
                  </a:lnTo>
                  <a:lnTo>
                    <a:pt x="166" y="107"/>
                  </a:lnTo>
                  <a:lnTo>
                    <a:pt x="166" y="107"/>
                  </a:lnTo>
                  <a:lnTo>
                    <a:pt x="163" y="107"/>
                  </a:lnTo>
                  <a:lnTo>
                    <a:pt x="163" y="107"/>
                  </a:lnTo>
                  <a:lnTo>
                    <a:pt x="163" y="107"/>
                  </a:lnTo>
                  <a:lnTo>
                    <a:pt x="163" y="107"/>
                  </a:lnTo>
                  <a:lnTo>
                    <a:pt x="161" y="107"/>
                  </a:lnTo>
                  <a:lnTo>
                    <a:pt x="161" y="107"/>
                  </a:lnTo>
                  <a:lnTo>
                    <a:pt x="161" y="107"/>
                  </a:lnTo>
                  <a:lnTo>
                    <a:pt x="161" y="107"/>
                  </a:lnTo>
                  <a:lnTo>
                    <a:pt x="161" y="109"/>
                  </a:lnTo>
                  <a:lnTo>
                    <a:pt x="158" y="109"/>
                  </a:lnTo>
                  <a:lnTo>
                    <a:pt x="158" y="109"/>
                  </a:lnTo>
                  <a:lnTo>
                    <a:pt x="156" y="109"/>
                  </a:lnTo>
                  <a:lnTo>
                    <a:pt x="156" y="109"/>
                  </a:lnTo>
                  <a:lnTo>
                    <a:pt x="156" y="109"/>
                  </a:lnTo>
                  <a:lnTo>
                    <a:pt x="156" y="109"/>
                  </a:lnTo>
                  <a:lnTo>
                    <a:pt x="154" y="109"/>
                  </a:lnTo>
                  <a:lnTo>
                    <a:pt x="154" y="109"/>
                  </a:lnTo>
                  <a:lnTo>
                    <a:pt x="154" y="111"/>
                  </a:lnTo>
                  <a:lnTo>
                    <a:pt x="154" y="111"/>
                  </a:lnTo>
                  <a:lnTo>
                    <a:pt x="151" y="111"/>
                  </a:lnTo>
                  <a:lnTo>
                    <a:pt x="151" y="111"/>
                  </a:lnTo>
                  <a:lnTo>
                    <a:pt x="151" y="111"/>
                  </a:lnTo>
                  <a:lnTo>
                    <a:pt x="149" y="111"/>
                  </a:lnTo>
                  <a:lnTo>
                    <a:pt x="149" y="111"/>
                  </a:lnTo>
                  <a:lnTo>
                    <a:pt x="149" y="111"/>
                  </a:lnTo>
                  <a:lnTo>
                    <a:pt x="149" y="111"/>
                  </a:lnTo>
                  <a:lnTo>
                    <a:pt x="149" y="114"/>
                  </a:lnTo>
                  <a:lnTo>
                    <a:pt x="147" y="114"/>
                  </a:lnTo>
                  <a:lnTo>
                    <a:pt x="147" y="114"/>
                  </a:lnTo>
                  <a:lnTo>
                    <a:pt x="147" y="114"/>
                  </a:lnTo>
                  <a:lnTo>
                    <a:pt x="147" y="114"/>
                  </a:lnTo>
                  <a:lnTo>
                    <a:pt x="144" y="114"/>
                  </a:lnTo>
                  <a:lnTo>
                    <a:pt x="144" y="114"/>
                  </a:lnTo>
                  <a:lnTo>
                    <a:pt x="144" y="116"/>
                  </a:lnTo>
                  <a:lnTo>
                    <a:pt x="142" y="116"/>
                  </a:lnTo>
                  <a:lnTo>
                    <a:pt x="142" y="116"/>
                  </a:lnTo>
                  <a:lnTo>
                    <a:pt x="142" y="119"/>
                  </a:lnTo>
                  <a:lnTo>
                    <a:pt x="142" y="119"/>
                  </a:lnTo>
                  <a:lnTo>
                    <a:pt x="142" y="121"/>
                  </a:lnTo>
                  <a:lnTo>
                    <a:pt x="142" y="121"/>
                  </a:lnTo>
                  <a:lnTo>
                    <a:pt x="142" y="121"/>
                  </a:lnTo>
                  <a:lnTo>
                    <a:pt x="142" y="121"/>
                  </a:lnTo>
                  <a:lnTo>
                    <a:pt x="142" y="121"/>
                  </a:lnTo>
                  <a:lnTo>
                    <a:pt x="140" y="121"/>
                  </a:lnTo>
                  <a:lnTo>
                    <a:pt x="140" y="121"/>
                  </a:lnTo>
                  <a:lnTo>
                    <a:pt x="140" y="123"/>
                  </a:lnTo>
                  <a:lnTo>
                    <a:pt x="140" y="123"/>
                  </a:lnTo>
                  <a:lnTo>
                    <a:pt x="140" y="123"/>
                  </a:lnTo>
                  <a:lnTo>
                    <a:pt x="137" y="123"/>
                  </a:lnTo>
                  <a:lnTo>
                    <a:pt x="137" y="126"/>
                  </a:lnTo>
                  <a:lnTo>
                    <a:pt x="137" y="126"/>
                  </a:lnTo>
                  <a:lnTo>
                    <a:pt x="137" y="126"/>
                  </a:lnTo>
                  <a:lnTo>
                    <a:pt x="135" y="126"/>
                  </a:lnTo>
                  <a:lnTo>
                    <a:pt x="135" y="128"/>
                  </a:lnTo>
                  <a:lnTo>
                    <a:pt x="135" y="128"/>
                  </a:lnTo>
                  <a:lnTo>
                    <a:pt x="135" y="128"/>
                  </a:lnTo>
                  <a:lnTo>
                    <a:pt x="132" y="128"/>
                  </a:lnTo>
                  <a:lnTo>
                    <a:pt x="132" y="128"/>
                  </a:lnTo>
                  <a:lnTo>
                    <a:pt x="130" y="128"/>
                  </a:lnTo>
                  <a:lnTo>
                    <a:pt x="130" y="128"/>
                  </a:lnTo>
                  <a:lnTo>
                    <a:pt x="130" y="128"/>
                  </a:lnTo>
                  <a:lnTo>
                    <a:pt x="130" y="128"/>
                  </a:lnTo>
                  <a:lnTo>
                    <a:pt x="130" y="128"/>
                  </a:lnTo>
                  <a:lnTo>
                    <a:pt x="128" y="128"/>
                  </a:lnTo>
                  <a:lnTo>
                    <a:pt x="128" y="128"/>
                  </a:lnTo>
                  <a:lnTo>
                    <a:pt x="128" y="128"/>
                  </a:lnTo>
                  <a:lnTo>
                    <a:pt x="128" y="128"/>
                  </a:lnTo>
                  <a:lnTo>
                    <a:pt x="125" y="128"/>
                  </a:lnTo>
                  <a:lnTo>
                    <a:pt x="125" y="128"/>
                  </a:lnTo>
                  <a:lnTo>
                    <a:pt x="123" y="128"/>
                  </a:lnTo>
                  <a:lnTo>
                    <a:pt x="123" y="128"/>
                  </a:lnTo>
                  <a:lnTo>
                    <a:pt x="123" y="128"/>
                  </a:lnTo>
                  <a:lnTo>
                    <a:pt x="123" y="128"/>
                  </a:lnTo>
                  <a:lnTo>
                    <a:pt x="121" y="128"/>
                  </a:lnTo>
                  <a:lnTo>
                    <a:pt x="121" y="126"/>
                  </a:lnTo>
                  <a:lnTo>
                    <a:pt x="121" y="126"/>
                  </a:lnTo>
                  <a:lnTo>
                    <a:pt x="121" y="128"/>
                  </a:lnTo>
                  <a:lnTo>
                    <a:pt x="121" y="128"/>
                  </a:lnTo>
                  <a:lnTo>
                    <a:pt x="118" y="128"/>
                  </a:lnTo>
                  <a:lnTo>
                    <a:pt x="118" y="128"/>
                  </a:lnTo>
                  <a:lnTo>
                    <a:pt x="118" y="128"/>
                  </a:lnTo>
                  <a:lnTo>
                    <a:pt x="118" y="130"/>
                  </a:lnTo>
                  <a:lnTo>
                    <a:pt x="116" y="130"/>
                  </a:lnTo>
                  <a:lnTo>
                    <a:pt x="116" y="130"/>
                  </a:lnTo>
                  <a:lnTo>
                    <a:pt x="116" y="130"/>
                  </a:lnTo>
                  <a:lnTo>
                    <a:pt x="116" y="130"/>
                  </a:lnTo>
                  <a:lnTo>
                    <a:pt x="113" y="130"/>
                  </a:lnTo>
                  <a:lnTo>
                    <a:pt x="113" y="130"/>
                  </a:lnTo>
                  <a:lnTo>
                    <a:pt x="113" y="130"/>
                  </a:lnTo>
                  <a:lnTo>
                    <a:pt x="113" y="130"/>
                  </a:lnTo>
                  <a:lnTo>
                    <a:pt x="113" y="133"/>
                  </a:lnTo>
                  <a:lnTo>
                    <a:pt x="111" y="133"/>
                  </a:lnTo>
                  <a:lnTo>
                    <a:pt x="111" y="133"/>
                  </a:lnTo>
                  <a:lnTo>
                    <a:pt x="111" y="133"/>
                  </a:lnTo>
                  <a:lnTo>
                    <a:pt x="111" y="135"/>
                  </a:lnTo>
                  <a:lnTo>
                    <a:pt x="109" y="135"/>
                  </a:lnTo>
                  <a:lnTo>
                    <a:pt x="109" y="135"/>
                  </a:lnTo>
                  <a:lnTo>
                    <a:pt x="109" y="135"/>
                  </a:lnTo>
                  <a:lnTo>
                    <a:pt x="109" y="138"/>
                  </a:lnTo>
                  <a:lnTo>
                    <a:pt x="109" y="138"/>
                  </a:lnTo>
                  <a:lnTo>
                    <a:pt x="106" y="138"/>
                  </a:lnTo>
                  <a:lnTo>
                    <a:pt x="106" y="138"/>
                  </a:lnTo>
                  <a:lnTo>
                    <a:pt x="106" y="138"/>
                  </a:lnTo>
                  <a:lnTo>
                    <a:pt x="106" y="138"/>
                  </a:lnTo>
                  <a:lnTo>
                    <a:pt x="104" y="138"/>
                  </a:lnTo>
                  <a:lnTo>
                    <a:pt x="104" y="138"/>
                  </a:lnTo>
                  <a:lnTo>
                    <a:pt x="102" y="138"/>
                  </a:lnTo>
                  <a:lnTo>
                    <a:pt x="102" y="140"/>
                  </a:lnTo>
                  <a:lnTo>
                    <a:pt x="102" y="140"/>
                  </a:lnTo>
                  <a:lnTo>
                    <a:pt x="102" y="140"/>
                  </a:lnTo>
                  <a:lnTo>
                    <a:pt x="99" y="140"/>
                  </a:lnTo>
                  <a:lnTo>
                    <a:pt x="99" y="140"/>
                  </a:lnTo>
                  <a:lnTo>
                    <a:pt x="97" y="140"/>
                  </a:lnTo>
                  <a:lnTo>
                    <a:pt x="97" y="140"/>
                  </a:lnTo>
                  <a:lnTo>
                    <a:pt x="97" y="140"/>
                  </a:lnTo>
                  <a:lnTo>
                    <a:pt x="97" y="140"/>
                  </a:lnTo>
                  <a:lnTo>
                    <a:pt x="97" y="140"/>
                  </a:lnTo>
                  <a:lnTo>
                    <a:pt x="95" y="140"/>
                  </a:lnTo>
                  <a:lnTo>
                    <a:pt x="95" y="140"/>
                  </a:lnTo>
                  <a:lnTo>
                    <a:pt x="95" y="142"/>
                  </a:lnTo>
                  <a:lnTo>
                    <a:pt x="95" y="142"/>
                  </a:lnTo>
                  <a:lnTo>
                    <a:pt x="92" y="142"/>
                  </a:lnTo>
                  <a:lnTo>
                    <a:pt x="92" y="142"/>
                  </a:lnTo>
                  <a:lnTo>
                    <a:pt x="90" y="142"/>
                  </a:lnTo>
                  <a:lnTo>
                    <a:pt x="90" y="142"/>
                  </a:lnTo>
                  <a:lnTo>
                    <a:pt x="90" y="142"/>
                  </a:lnTo>
                  <a:lnTo>
                    <a:pt x="90" y="142"/>
                  </a:lnTo>
                  <a:lnTo>
                    <a:pt x="87" y="142"/>
                  </a:lnTo>
                  <a:lnTo>
                    <a:pt x="87" y="142"/>
                  </a:lnTo>
                  <a:lnTo>
                    <a:pt x="87" y="142"/>
                  </a:lnTo>
                  <a:lnTo>
                    <a:pt x="85" y="142"/>
                  </a:lnTo>
                  <a:lnTo>
                    <a:pt x="85" y="142"/>
                  </a:lnTo>
                  <a:lnTo>
                    <a:pt x="83" y="142"/>
                  </a:lnTo>
                  <a:lnTo>
                    <a:pt x="83" y="142"/>
                  </a:lnTo>
                  <a:lnTo>
                    <a:pt x="83" y="142"/>
                  </a:lnTo>
                  <a:lnTo>
                    <a:pt x="83" y="142"/>
                  </a:lnTo>
                  <a:lnTo>
                    <a:pt x="83" y="142"/>
                  </a:lnTo>
                  <a:lnTo>
                    <a:pt x="80" y="142"/>
                  </a:lnTo>
                  <a:lnTo>
                    <a:pt x="80" y="142"/>
                  </a:lnTo>
                  <a:lnTo>
                    <a:pt x="80" y="142"/>
                  </a:lnTo>
                  <a:lnTo>
                    <a:pt x="78" y="142"/>
                  </a:lnTo>
                  <a:lnTo>
                    <a:pt x="78" y="142"/>
                  </a:lnTo>
                  <a:lnTo>
                    <a:pt x="76" y="142"/>
                  </a:lnTo>
                  <a:lnTo>
                    <a:pt x="76" y="142"/>
                  </a:lnTo>
                  <a:lnTo>
                    <a:pt x="76" y="142"/>
                  </a:lnTo>
                  <a:lnTo>
                    <a:pt x="73" y="142"/>
                  </a:lnTo>
                  <a:lnTo>
                    <a:pt x="73" y="145"/>
                  </a:lnTo>
                  <a:lnTo>
                    <a:pt x="73" y="145"/>
                  </a:lnTo>
                  <a:lnTo>
                    <a:pt x="73" y="145"/>
                  </a:lnTo>
                  <a:lnTo>
                    <a:pt x="71" y="145"/>
                  </a:lnTo>
                  <a:lnTo>
                    <a:pt x="71" y="145"/>
                  </a:lnTo>
                  <a:lnTo>
                    <a:pt x="71" y="145"/>
                  </a:lnTo>
                  <a:lnTo>
                    <a:pt x="68" y="145"/>
                  </a:lnTo>
                  <a:lnTo>
                    <a:pt x="68" y="147"/>
                  </a:lnTo>
                  <a:lnTo>
                    <a:pt x="68" y="147"/>
                  </a:lnTo>
                  <a:lnTo>
                    <a:pt x="68" y="147"/>
                  </a:lnTo>
                  <a:lnTo>
                    <a:pt x="68" y="147"/>
                  </a:lnTo>
                  <a:lnTo>
                    <a:pt x="68" y="149"/>
                  </a:lnTo>
                  <a:lnTo>
                    <a:pt x="66" y="149"/>
                  </a:lnTo>
                  <a:lnTo>
                    <a:pt x="66" y="149"/>
                  </a:lnTo>
                  <a:lnTo>
                    <a:pt x="66" y="149"/>
                  </a:lnTo>
                  <a:lnTo>
                    <a:pt x="66" y="149"/>
                  </a:lnTo>
                  <a:lnTo>
                    <a:pt x="64" y="149"/>
                  </a:lnTo>
                  <a:lnTo>
                    <a:pt x="64" y="152"/>
                  </a:lnTo>
                  <a:lnTo>
                    <a:pt x="64" y="152"/>
                  </a:lnTo>
                  <a:lnTo>
                    <a:pt x="64" y="152"/>
                  </a:lnTo>
                  <a:lnTo>
                    <a:pt x="64" y="152"/>
                  </a:lnTo>
                  <a:lnTo>
                    <a:pt x="61" y="152"/>
                  </a:lnTo>
                  <a:lnTo>
                    <a:pt x="61" y="152"/>
                  </a:lnTo>
                  <a:lnTo>
                    <a:pt x="61" y="152"/>
                  </a:lnTo>
                  <a:lnTo>
                    <a:pt x="61" y="154"/>
                  </a:lnTo>
                  <a:lnTo>
                    <a:pt x="59" y="154"/>
                  </a:lnTo>
                  <a:lnTo>
                    <a:pt x="59" y="154"/>
                  </a:lnTo>
                  <a:lnTo>
                    <a:pt x="59" y="154"/>
                  </a:lnTo>
                  <a:lnTo>
                    <a:pt x="59" y="156"/>
                  </a:lnTo>
                  <a:lnTo>
                    <a:pt x="57" y="156"/>
                  </a:lnTo>
                  <a:lnTo>
                    <a:pt x="57" y="156"/>
                  </a:lnTo>
                  <a:lnTo>
                    <a:pt x="57" y="159"/>
                  </a:lnTo>
                  <a:lnTo>
                    <a:pt x="57" y="159"/>
                  </a:lnTo>
                  <a:lnTo>
                    <a:pt x="57" y="159"/>
                  </a:lnTo>
                  <a:lnTo>
                    <a:pt x="57" y="159"/>
                  </a:lnTo>
                  <a:lnTo>
                    <a:pt x="54" y="159"/>
                  </a:lnTo>
                  <a:lnTo>
                    <a:pt x="54" y="161"/>
                  </a:lnTo>
                  <a:lnTo>
                    <a:pt x="54" y="161"/>
                  </a:lnTo>
                  <a:lnTo>
                    <a:pt x="54" y="161"/>
                  </a:lnTo>
                  <a:lnTo>
                    <a:pt x="52" y="161"/>
                  </a:lnTo>
                  <a:lnTo>
                    <a:pt x="52" y="161"/>
                  </a:lnTo>
                  <a:lnTo>
                    <a:pt x="52" y="159"/>
                  </a:lnTo>
                  <a:lnTo>
                    <a:pt x="50" y="159"/>
                  </a:lnTo>
                  <a:lnTo>
                    <a:pt x="50" y="161"/>
                  </a:lnTo>
                  <a:lnTo>
                    <a:pt x="50" y="161"/>
                  </a:lnTo>
                  <a:lnTo>
                    <a:pt x="50" y="161"/>
                  </a:lnTo>
                  <a:lnTo>
                    <a:pt x="50" y="159"/>
                  </a:lnTo>
                  <a:lnTo>
                    <a:pt x="50" y="159"/>
                  </a:lnTo>
                  <a:lnTo>
                    <a:pt x="47" y="159"/>
                  </a:lnTo>
                  <a:lnTo>
                    <a:pt x="47" y="159"/>
                  </a:lnTo>
                  <a:lnTo>
                    <a:pt x="47" y="159"/>
                  </a:lnTo>
                  <a:lnTo>
                    <a:pt x="47" y="159"/>
                  </a:lnTo>
                  <a:lnTo>
                    <a:pt x="45" y="159"/>
                  </a:lnTo>
                  <a:lnTo>
                    <a:pt x="45" y="161"/>
                  </a:lnTo>
                  <a:lnTo>
                    <a:pt x="45" y="161"/>
                  </a:lnTo>
                  <a:lnTo>
                    <a:pt x="45" y="161"/>
                  </a:lnTo>
                  <a:lnTo>
                    <a:pt x="42" y="161"/>
                  </a:lnTo>
                  <a:lnTo>
                    <a:pt x="42" y="161"/>
                  </a:lnTo>
                  <a:lnTo>
                    <a:pt x="42" y="161"/>
                  </a:lnTo>
                  <a:lnTo>
                    <a:pt x="42" y="161"/>
                  </a:lnTo>
                  <a:lnTo>
                    <a:pt x="40" y="161"/>
                  </a:lnTo>
                  <a:lnTo>
                    <a:pt x="40" y="164"/>
                  </a:lnTo>
                  <a:lnTo>
                    <a:pt x="40" y="164"/>
                  </a:lnTo>
                  <a:lnTo>
                    <a:pt x="40" y="161"/>
                  </a:lnTo>
                  <a:lnTo>
                    <a:pt x="40" y="161"/>
                  </a:lnTo>
                  <a:lnTo>
                    <a:pt x="40" y="164"/>
                  </a:lnTo>
                  <a:lnTo>
                    <a:pt x="38" y="164"/>
                  </a:lnTo>
                  <a:lnTo>
                    <a:pt x="38" y="164"/>
                  </a:lnTo>
                  <a:lnTo>
                    <a:pt x="35" y="164"/>
                  </a:lnTo>
                  <a:lnTo>
                    <a:pt x="35" y="164"/>
                  </a:lnTo>
                  <a:lnTo>
                    <a:pt x="35" y="164"/>
                  </a:lnTo>
                  <a:lnTo>
                    <a:pt x="33" y="164"/>
                  </a:lnTo>
                  <a:lnTo>
                    <a:pt x="33" y="164"/>
                  </a:lnTo>
                  <a:lnTo>
                    <a:pt x="33" y="161"/>
                  </a:lnTo>
                  <a:lnTo>
                    <a:pt x="33" y="161"/>
                  </a:lnTo>
                  <a:lnTo>
                    <a:pt x="31" y="161"/>
                  </a:lnTo>
                  <a:lnTo>
                    <a:pt x="31" y="161"/>
                  </a:lnTo>
                  <a:lnTo>
                    <a:pt x="31" y="161"/>
                  </a:lnTo>
                  <a:lnTo>
                    <a:pt x="28" y="161"/>
                  </a:lnTo>
                  <a:lnTo>
                    <a:pt x="28" y="161"/>
                  </a:lnTo>
                  <a:lnTo>
                    <a:pt x="28" y="161"/>
                  </a:lnTo>
                  <a:lnTo>
                    <a:pt x="28" y="161"/>
                  </a:lnTo>
                  <a:lnTo>
                    <a:pt x="26" y="161"/>
                  </a:lnTo>
                  <a:lnTo>
                    <a:pt x="26" y="161"/>
                  </a:lnTo>
                  <a:lnTo>
                    <a:pt x="26" y="161"/>
                  </a:lnTo>
                  <a:lnTo>
                    <a:pt x="24" y="161"/>
                  </a:lnTo>
                  <a:lnTo>
                    <a:pt x="24" y="161"/>
                  </a:lnTo>
                  <a:lnTo>
                    <a:pt x="24" y="161"/>
                  </a:lnTo>
                  <a:lnTo>
                    <a:pt x="24" y="161"/>
                  </a:lnTo>
                  <a:lnTo>
                    <a:pt x="21" y="161"/>
                  </a:lnTo>
                  <a:lnTo>
                    <a:pt x="21" y="161"/>
                  </a:lnTo>
                  <a:lnTo>
                    <a:pt x="21" y="161"/>
                  </a:lnTo>
                  <a:lnTo>
                    <a:pt x="21" y="161"/>
                  </a:lnTo>
                  <a:lnTo>
                    <a:pt x="21" y="161"/>
                  </a:lnTo>
                  <a:lnTo>
                    <a:pt x="24" y="161"/>
                  </a:lnTo>
                  <a:lnTo>
                    <a:pt x="24" y="159"/>
                  </a:lnTo>
                  <a:lnTo>
                    <a:pt x="24" y="159"/>
                  </a:lnTo>
                  <a:lnTo>
                    <a:pt x="24" y="156"/>
                  </a:lnTo>
                  <a:lnTo>
                    <a:pt x="21" y="156"/>
                  </a:lnTo>
                  <a:lnTo>
                    <a:pt x="21" y="156"/>
                  </a:lnTo>
                  <a:lnTo>
                    <a:pt x="21" y="154"/>
                  </a:lnTo>
                  <a:lnTo>
                    <a:pt x="24" y="154"/>
                  </a:lnTo>
                  <a:lnTo>
                    <a:pt x="24" y="154"/>
                  </a:lnTo>
                  <a:lnTo>
                    <a:pt x="24" y="154"/>
                  </a:lnTo>
                  <a:lnTo>
                    <a:pt x="24" y="154"/>
                  </a:lnTo>
                  <a:lnTo>
                    <a:pt x="21" y="154"/>
                  </a:lnTo>
                  <a:lnTo>
                    <a:pt x="21" y="154"/>
                  </a:lnTo>
                  <a:lnTo>
                    <a:pt x="21" y="152"/>
                  </a:lnTo>
                  <a:lnTo>
                    <a:pt x="21" y="152"/>
                  </a:lnTo>
                  <a:lnTo>
                    <a:pt x="21" y="152"/>
                  </a:lnTo>
                  <a:lnTo>
                    <a:pt x="21" y="149"/>
                  </a:lnTo>
                  <a:lnTo>
                    <a:pt x="19" y="149"/>
                  </a:lnTo>
                  <a:lnTo>
                    <a:pt x="19" y="149"/>
                  </a:lnTo>
                  <a:lnTo>
                    <a:pt x="19" y="149"/>
                  </a:lnTo>
                  <a:lnTo>
                    <a:pt x="19" y="149"/>
                  </a:lnTo>
                  <a:lnTo>
                    <a:pt x="19" y="147"/>
                  </a:lnTo>
                  <a:lnTo>
                    <a:pt x="16" y="147"/>
                  </a:lnTo>
                  <a:lnTo>
                    <a:pt x="16" y="147"/>
                  </a:lnTo>
                  <a:lnTo>
                    <a:pt x="16" y="145"/>
                  </a:lnTo>
                  <a:lnTo>
                    <a:pt x="16" y="145"/>
                  </a:lnTo>
                  <a:lnTo>
                    <a:pt x="16" y="142"/>
                  </a:lnTo>
                  <a:lnTo>
                    <a:pt x="19" y="142"/>
                  </a:lnTo>
                  <a:lnTo>
                    <a:pt x="19" y="142"/>
                  </a:lnTo>
                  <a:lnTo>
                    <a:pt x="19" y="140"/>
                  </a:lnTo>
                  <a:lnTo>
                    <a:pt x="19" y="140"/>
                  </a:lnTo>
                  <a:lnTo>
                    <a:pt x="19" y="140"/>
                  </a:lnTo>
                  <a:lnTo>
                    <a:pt x="19" y="138"/>
                  </a:lnTo>
                  <a:lnTo>
                    <a:pt x="19" y="138"/>
                  </a:lnTo>
                  <a:lnTo>
                    <a:pt x="19" y="135"/>
                  </a:lnTo>
                  <a:lnTo>
                    <a:pt x="19" y="135"/>
                  </a:lnTo>
                  <a:lnTo>
                    <a:pt x="19" y="133"/>
                  </a:lnTo>
                  <a:lnTo>
                    <a:pt x="16" y="133"/>
                  </a:lnTo>
                  <a:lnTo>
                    <a:pt x="16" y="133"/>
                  </a:lnTo>
                  <a:lnTo>
                    <a:pt x="16" y="130"/>
                  </a:lnTo>
                  <a:lnTo>
                    <a:pt x="16" y="130"/>
                  </a:lnTo>
                  <a:lnTo>
                    <a:pt x="16" y="130"/>
                  </a:lnTo>
                  <a:lnTo>
                    <a:pt x="16" y="130"/>
                  </a:lnTo>
                  <a:lnTo>
                    <a:pt x="16" y="130"/>
                  </a:lnTo>
                  <a:lnTo>
                    <a:pt x="16" y="128"/>
                  </a:lnTo>
                  <a:lnTo>
                    <a:pt x="16" y="128"/>
                  </a:lnTo>
                  <a:lnTo>
                    <a:pt x="14" y="128"/>
                  </a:lnTo>
                  <a:lnTo>
                    <a:pt x="14" y="126"/>
                  </a:lnTo>
                  <a:lnTo>
                    <a:pt x="14" y="126"/>
                  </a:lnTo>
                  <a:lnTo>
                    <a:pt x="14" y="123"/>
                  </a:lnTo>
                  <a:lnTo>
                    <a:pt x="14" y="123"/>
                  </a:lnTo>
                  <a:lnTo>
                    <a:pt x="14" y="123"/>
                  </a:lnTo>
                  <a:lnTo>
                    <a:pt x="14" y="121"/>
                  </a:lnTo>
                  <a:lnTo>
                    <a:pt x="14" y="121"/>
                  </a:lnTo>
                  <a:lnTo>
                    <a:pt x="14" y="121"/>
                  </a:lnTo>
                  <a:lnTo>
                    <a:pt x="14" y="121"/>
                  </a:lnTo>
                  <a:lnTo>
                    <a:pt x="14" y="119"/>
                  </a:lnTo>
                  <a:lnTo>
                    <a:pt x="14" y="119"/>
                  </a:lnTo>
                  <a:lnTo>
                    <a:pt x="12" y="119"/>
                  </a:lnTo>
                  <a:lnTo>
                    <a:pt x="12" y="116"/>
                  </a:lnTo>
                  <a:lnTo>
                    <a:pt x="12" y="116"/>
                  </a:lnTo>
                  <a:lnTo>
                    <a:pt x="12" y="114"/>
                  </a:lnTo>
                  <a:lnTo>
                    <a:pt x="12" y="114"/>
                  </a:lnTo>
                  <a:lnTo>
                    <a:pt x="12" y="114"/>
                  </a:lnTo>
                  <a:lnTo>
                    <a:pt x="12" y="111"/>
                  </a:lnTo>
                  <a:lnTo>
                    <a:pt x="9" y="111"/>
                  </a:lnTo>
                  <a:lnTo>
                    <a:pt x="9" y="111"/>
                  </a:lnTo>
                  <a:lnTo>
                    <a:pt x="12" y="111"/>
                  </a:lnTo>
                  <a:lnTo>
                    <a:pt x="12" y="111"/>
                  </a:lnTo>
                  <a:lnTo>
                    <a:pt x="12" y="109"/>
                  </a:lnTo>
                  <a:lnTo>
                    <a:pt x="12" y="109"/>
                  </a:lnTo>
                  <a:lnTo>
                    <a:pt x="12" y="107"/>
                  </a:lnTo>
                  <a:lnTo>
                    <a:pt x="9" y="107"/>
                  </a:lnTo>
                  <a:lnTo>
                    <a:pt x="9" y="107"/>
                  </a:lnTo>
                  <a:lnTo>
                    <a:pt x="9" y="107"/>
                  </a:lnTo>
                  <a:lnTo>
                    <a:pt x="9" y="104"/>
                  </a:lnTo>
                  <a:lnTo>
                    <a:pt x="9" y="104"/>
                  </a:lnTo>
                  <a:lnTo>
                    <a:pt x="9" y="104"/>
                  </a:lnTo>
                  <a:lnTo>
                    <a:pt x="9" y="102"/>
                  </a:lnTo>
                  <a:lnTo>
                    <a:pt x="9" y="102"/>
                  </a:lnTo>
                  <a:lnTo>
                    <a:pt x="9" y="102"/>
                  </a:lnTo>
                  <a:lnTo>
                    <a:pt x="9" y="102"/>
                  </a:lnTo>
                  <a:lnTo>
                    <a:pt x="9" y="100"/>
                  </a:lnTo>
                  <a:lnTo>
                    <a:pt x="9" y="100"/>
                  </a:lnTo>
                  <a:lnTo>
                    <a:pt x="9" y="100"/>
                  </a:lnTo>
                  <a:lnTo>
                    <a:pt x="9" y="97"/>
                  </a:lnTo>
                  <a:lnTo>
                    <a:pt x="7" y="97"/>
                  </a:lnTo>
                  <a:lnTo>
                    <a:pt x="7" y="97"/>
                  </a:lnTo>
                  <a:lnTo>
                    <a:pt x="7" y="97"/>
                  </a:lnTo>
                  <a:lnTo>
                    <a:pt x="7" y="97"/>
                  </a:lnTo>
                  <a:lnTo>
                    <a:pt x="7" y="97"/>
                  </a:lnTo>
                  <a:lnTo>
                    <a:pt x="5" y="97"/>
                  </a:lnTo>
                  <a:lnTo>
                    <a:pt x="5" y="97"/>
                  </a:lnTo>
                  <a:lnTo>
                    <a:pt x="5" y="97"/>
                  </a:lnTo>
                  <a:lnTo>
                    <a:pt x="5" y="95"/>
                  </a:lnTo>
                  <a:lnTo>
                    <a:pt x="2" y="95"/>
                  </a:lnTo>
                  <a:lnTo>
                    <a:pt x="2" y="95"/>
                  </a:lnTo>
                  <a:lnTo>
                    <a:pt x="2" y="95"/>
                  </a:lnTo>
                  <a:lnTo>
                    <a:pt x="2" y="93"/>
                  </a:lnTo>
                  <a:lnTo>
                    <a:pt x="2" y="93"/>
                  </a:lnTo>
                  <a:lnTo>
                    <a:pt x="2" y="93"/>
                  </a:lnTo>
                  <a:lnTo>
                    <a:pt x="2" y="90"/>
                  </a:lnTo>
                  <a:lnTo>
                    <a:pt x="2" y="90"/>
                  </a:lnTo>
                  <a:lnTo>
                    <a:pt x="2" y="90"/>
                  </a:lnTo>
                  <a:lnTo>
                    <a:pt x="2" y="90"/>
                  </a:lnTo>
                  <a:lnTo>
                    <a:pt x="2" y="90"/>
                  </a:lnTo>
                  <a:lnTo>
                    <a:pt x="2" y="88"/>
                  </a:lnTo>
                  <a:lnTo>
                    <a:pt x="2" y="88"/>
                  </a:lnTo>
                  <a:lnTo>
                    <a:pt x="2" y="88"/>
                  </a:lnTo>
                  <a:lnTo>
                    <a:pt x="2" y="88"/>
                  </a:lnTo>
                  <a:lnTo>
                    <a:pt x="5" y="88"/>
                  </a:lnTo>
                  <a:lnTo>
                    <a:pt x="5" y="85"/>
                  </a:lnTo>
                  <a:lnTo>
                    <a:pt x="2" y="85"/>
                  </a:lnTo>
                  <a:lnTo>
                    <a:pt x="2" y="85"/>
                  </a:lnTo>
                  <a:lnTo>
                    <a:pt x="2" y="85"/>
                  </a:lnTo>
                  <a:lnTo>
                    <a:pt x="2" y="85"/>
                  </a:lnTo>
                  <a:lnTo>
                    <a:pt x="0" y="85"/>
                  </a:lnTo>
                  <a:lnTo>
                    <a:pt x="0" y="85"/>
                  </a:lnTo>
                  <a:lnTo>
                    <a:pt x="0" y="83"/>
                  </a:lnTo>
                  <a:lnTo>
                    <a:pt x="0" y="83"/>
                  </a:lnTo>
                  <a:lnTo>
                    <a:pt x="0" y="83"/>
                  </a:lnTo>
                  <a:lnTo>
                    <a:pt x="2" y="83"/>
                  </a:lnTo>
                  <a:lnTo>
                    <a:pt x="2" y="83"/>
                  </a:lnTo>
                  <a:lnTo>
                    <a:pt x="2" y="83"/>
                  </a:lnTo>
                  <a:lnTo>
                    <a:pt x="2" y="83"/>
                  </a:lnTo>
                  <a:lnTo>
                    <a:pt x="5" y="8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265"/>
            <p:cNvSpPr>
              <a:spLocks/>
            </p:cNvSpPr>
            <p:nvPr/>
          </p:nvSpPr>
          <p:spPr bwMode="auto">
            <a:xfrm>
              <a:off x="3048000" y="3317875"/>
              <a:ext cx="30163" cy="66675"/>
            </a:xfrm>
            <a:custGeom>
              <a:avLst/>
              <a:gdLst/>
              <a:ahLst/>
              <a:cxnLst>
                <a:cxn ang="0">
                  <a:pos x="12" y="0"/>
                </a:cxn>
                <a:cxn ang="0">
                  <a:pos x="14" y="2"/>
                </a:cxn>
                <a:cxn ang="0">
                  <a:pos x="14" y="4"/>
                </a:cxn>
                <a:cxn ang="0">
                  <a:pos x="16" y="7"/>
                </a:cxn>
                <a:cxn ang="0">
                  <a:pos x="16" y="7"/>
                </a:cxn>
                <a:cxn ang="0">
                  <a:pos x="19" y="9"/>
                </a:cxn>
                <a:cxn ang="0">
                  <a:pos x="19" y="11"/>
                </a:cxn>
                <a:cxn ang="0">
                  <a:pos x="16" y="14"/>
                </a:cxn>
                <a:cxn ang="0">
                  <a:pos x="16" y="16"/>
                </a:cxn>
                <a:cxn ang="0">
                  <a:pos x="16" y="16"/>
                </a:cxn>
                <a:cxn ang="0">
                  <a:pos x="16" y="19"/>
                </a:cxn>
                <a:cxn ang="0">
                  <a:pos x="19" y="21"/>
                </a:cxn>
                <a:cxn ang="0">
                  <a:pos x="19" y="23"/>
                </a:cxn>
                <a:cxn ang="0">
                  <a:pos x="19" y="26"/>
                </a:cxn>
                <a:cxn ang="0">
                  <a:pos x="19" y="28"/>
                </a:cxn>
                <a:cxn ang="0">
                  <a:pos x="19" y="30"/>
                </a:cxn>
                <a:cxn ang="0">
                  <a:pos x="16" y="33"/>
                </a:cxn>
                <a:cxn ang="0">
                  <a:pos x="16" y="35"/>
                </a:cxn>
                <a:cxn ang="0">
                  <a:pos x="16" y="35"/>
                </a:cxn>
                <a:cxn ang="0">
                  <a:pos x="14" y="38"/>
                </a:cxn>
                <a:cxn ang="0">
                  <a:pos x="14" y="40"/>
                </a:cxn>
                <a:cxn ang="0">
                  <a:pos x="12" y="42"/>
                </a:cxn>
                <a:cxn ang="0">
                  <a:pos x="12" y="40"/>
                </a:cxn>
                <a:cxn ang="0">
                  <a:pos x="9" y="40"/>
                </a:cxn>
                <a:cxn ang="0">
                  <a:pos x="9" y="42"/>
                </a:cxn>
                <a:cxn ang="0">
                  <a:pos x="7" y="42"/>
                </a:cxn>
                <a:cxn ang="0">
                  <a:pos x="4" y="40"/>
                </a:cxn>
                <a:cxn ang="0">
                  <a:pos x="2" y="40"/>
                </a:cxn>
                <a:cxn ang="0">
                  <a:pos x="2" y="38"/>
                </a:cxn>
                <a:cxn ang="0">
                  <a:pos x="2" y="35"/>
                </a:cxn>
                <a:cxn ang="0">
                  <a:pos x="2" y="33"/>
                </a:cxn>
                <a:cxn ang="0">
                  <a:pos x="0" y="30"/>
                </a:cxn>
                <a:cxn ang="0">
                  <a:pos x="0" y="28"/>
                </a:cxn>
                <a:cxn ang="0">
                  <a:pos x="0" y="26"/>
                </a:cxn>
                <a:cxn ang="0">
                  <a:pos x="0" y="21"/>
                </a:cxn>
                <a:cxn ang="0">
                  <a:pos x="0" y="19"/>
                </a:cxn>
                <a:cxn ang="0">
                  <a:pos x="0" y="16"/>
                </a:cxn>
                <a:cxn ang="0">
                  <a:pos x="0" y="14"/>
                </a:cxn>
                <a:cxn ang="0">
                  <a:pos x="0" y="11"/>
                </a:cxn>
                <a:cxn ang="0">
                  <a:pos x="2" y="9"/>
                </a:cxn>
                <a:cxn ang="0">
                  <a:pos x="2" y="14"/>
                </a:cxn>
                <a:cxn ang="0">
                  <a:pos x="2" y="11"/>
                </a:cxn>
                <a:cxn ang="0">
                  <a:pos x="2" y="9"/>
                </a:cxn>
                <a:cxn ang="0">
                  <a:pos x="4" y="7"/>
                </a:cxn>
                <a:cxn ang="0">
                  <a:pos x="4" y="4"/>
                </a:cxn>
                <a:cxn ang="0">
                  <a:pos x="7" y="2"/>
                </a:cxn>
                <a:cxn ang="0">
                  <a:pos x="7" y="2"/>
                </a:cxn>
                <a:cxn ang="0">
                  <a:pos x="9" y="0"/>
                </a:cxn>
                <a:cxn ang="0">
                  <a:pos x="12" y="0"/>
                </a:cxn>
              </a:cxnLst>
              <a:rect l="0" t="0" r="r" b="b"/>
              <a:pathLst>
                <a:path w="19" h="42">
                  <a:moveTo>
                    <a:pt x="12" y="0"/>
                  </a:moveTo>
                  <a:lnTo>
                    <a:pt x="12" y="0"/>
                  </a:lnTo>
                  <a:lnTo>
                    <a:pt x="12" y="0"/>
                  </a:lnTo>
                  <a:lnTo>
                    <a:pt x="12" y="2"/>
                  </a:lnTo>
                  <a:lnTo>
                    <a:pt x="14" y="2"/>
                  </a:lnTo>
                  <a:lnTo>
                    <a:pt x="14" y="2"/>
                  </a:lnTo>
                  <a:lnTo>
                    <a:pt x="14" y="4"/>
                  </a:lnTo>
                  <a:lnTo>
                    <a:pt x="14" y="4"/>
                  </a:lnTo>
                  <a:lnTo>
                    <a:pt x="14" y="4"/>
                  </a:lnTo>
                  <a:lnTo>
                    <a:pt x="14" y="4"/>
                  </a:lnTo>
                  <a:lnTo>
                    <a:pt x="14" y="7"/>
                  </a:lnTo>
                  <a:lnTo>
                    <a:pt x="16" y="7"/>
                  </a:lnTo>
                  <a:lnTo>
                    <a:pt x="16" y="7"/>
                  </a:lnTo>
                  <a:lnTo>
                    <a:pt x="16" y="7"/>
                  </a:lnTo>
                  <a:lnTo>
                    <a:pt x="16" y="7"/>
                  </a:lnTo>
                  <a:lnTo>
                    <a:pt x="16" y="7"/>
                  </a:lnTo>
                  <a:lnTo>
                    <a:pt x="19" y="7"/>
                  </a:lnTo>
                  <a:lnTo>
                    <a:pt x="19" y="9"/>
                  </a:lnTo>
                  <a:lnTo>
                    <a:pt x="19" y="9"/>
                  </a:lnTo>
                  <a:lnTo>
                    <a:pt x="19" y="11"/>
                  </a:lnTo>
                  <a:lnTo>
                    <a:pt x="19" y="11"/>
                  </a:lnTo>
                  <a:lnTo>
                    <a:pt x="19" y="14"/>
                  </a:lnTo>
                  <a:lnTo>
                    <a:pt x="16" y="14"/>
                  </a:lnTo>
                  <a:lnTo>
                    <a:pt x="16" y="14"/>
                  </a:lnTo>
                  <a:lnTo>
                    <a:pt x="16" y="16"/>
                  </a:lnTo>
                  <a:lnTo>
                    <a:pt x="16" y="16"/>
                  </a:lnTo>
                  <a:lnTo>
                    <a:pt x="16" y="16"/>
                  </a:lnTo>
                  <a:lnTo>
                    <a:pt x="16" y="16"/>
                  </a:lnTo>
                  <a:lnTo>
                    <a:pt x="16" y="16"/>
                  </a:lnTo>
                  <a:lnTo>
                    <a:pt x="16" y="16"/>
                  </a:lnTo>
                  <a:lnTo>
                    <a:pt x="16" y="19"/>
                  </a:lnTo>
                  <a:lnTo>
                    <a:pt x="16" y="19"/>
                  </a:lnTo>
                  <a:lnTo>
                    <a:pt x="16" y="19"/>
                  </a:lnTo>
                  <a:lnTo>
                    <a:pt x="16" y="21"/>
                  </a:lnTo>
                  <a:lnTo>
                    <a:pt x="19" y="21"/>
                  </a:lnTo>
                  <a:lnTo>
                    <a:pt x="19" y="21"/>
                  </a:lnTo>
                  <a:lnTo>
                    <a:pt x="16" y="21"/>
                  </a:lnTo>
                  <a:lnTo>
                    <a:pt x="16" y="23"/>
                  </a:lnTo>
                  <a:lnTo>
                    <a:pt x="19" y="23"/>
                  </a:lnTo>
                  <a:lnTo>
                    <a:pt x="19" y="23"/>
                  </a:lnTo>
                  <a:lnTo>
                    <a:pt x="19" y="26"/>
                  </a:lnTo>
                  <a:lnTo>
                    <a:pt x="19" y="26"/>
                  </a:lnTo>
                  <a:lnTo>
                    <a:pt x="19" y="26"/>
                  </a:lnTo>
                  <a:lnTo>
                    <a:pt x="19" y="26"/>
                  </a:lnTo>
                  <a:lnTo>
                    <a:pt x="19" y="28"/>
                  </a:lnTo>
                  <a:lnTo>
                    <a:pt x="19" y="28"/>
                  </a:lnTo>
                  <a:lnTo>
                    <a:pt x="19" y="30"/>
                  </a:lnTo>
                  <a:lnTo>
                    <a:pt x="19" y="30"/>
                  </a:lnTo>
                  <a:lnTo>
                    <a:pt x="19" y="30"/>
                  </a:lnTo>
                  <a:lnTo>
                    <a:pt x="19" y="33"/>
                  </a:lnTo>
                  <a:lnTo>
                    <a:pt x="16" y="33"/>
                  </a:lnTo>
                  <a:lnTo>
                    <a:pt x="16" y="33"/>
                  </a:lnTo>
                  <a:lnTo>
                    <a:pt x="16" y="35"/>
                  </a:lnTo>
                  <a:lnTo>
                    <a:pt x="16" y="35"/>
                  </a:lnTo>
                  <a:lnTo>
                    <a:pt x="16" y="35"/>
                  </a:lnTo>
                  <a:lnTo>
                    <a:pt x="16" y="35"/>
                  </a:lnTo>
                  <a:lnTo>
                    <a:pt x="16" y="35"/>
                  </a:lnTo>
                  <a:lnTo>
                    <a:pt x="16" y="38"/>
                  </a:lnTo>
                  <a:lnTo>
                    <a:pt x="16" y="38"/>
                  </a:lnTo>
                  <a:lnTo>
                    <a:pt x="14" y="38"/>
                  </a:lnTo>
                  <a:lnTo>
                    <a:pt x="14" y="40"/>
                  </a:lnTo>
                  <a:lnTo>
                    <a:pt x="14" y="40"/>
                  </a:lnTo>
                  <a:lnTo>
                    <a:pt x="14" y="40"/>
                  </a:lnTo>
                  <a:lnTo>
                    <a:pt x="14" y="40"/>
                  </a:lnTo>
                  <a:lnTo>
                    <a:pt x="14" y="42"/>
                  </a:lnTo>
                  <a:lnTo>
                    <a:pt x="12" y="42"/>
                  </a:lnTo>
                  <a:lnTo>
                    <a:pt x="12" y="40"/>
                  </a:lnTo>
                  <a:lnTo>
                    <a:pt x="12" y="40"/>
                  </a:lnTo>
                  <a:lnTo>
                    <a:pt x="12" y="40"/>
                  </a:lnTo>
                  <a:lnTo>
                    <a:pt x="9" y="40"/>
                  </a:lnTo>
                  <a:lnTo>
                    <a:pt x="9" y="40"/>
                  </a:lnTo>
                  <a:lnTo>
                    <a:pt x="9" y="40"/>
                  </a:lnTo>
                  <a:lnTo>
                    <a:pt x="9" y="42"/>
                  </a:lnTo>
                  <a:lnTo>
                    <a:pt x="9" y="42"/>
                  </a:lnTo>
                  <a:lnTo>
                    <a:pt x="9" y="42"/>
                  </a:lnTo>
                  <a:lnTo>
                    <a:pt x="7" y="42"/>
                  </a:lnTo>
                  <a:lnTo>
                    <a:pt x="7" y="42"/>
                  </a:lnTo>
                  <a:lnTo>
                    <a:pt x="7" y="42"/>
                  </a:lnTo>
                  <a:lnTo>
                    <a:pt x="7" y="40"/>
                  </a:lnTo>
                  <a:lnTo>
                    <a:pt x="7" y="40"/>
                  </a:lnTo>
                  <a:lnTo>
                    <a:pt x="4" y="40"/>
                  </a:lnTo>
                  <a:lnTo>
                    <a:pt x="4" y="40"/>
                  </a:lnTo>
                  <a:lnTo>
                    <a:pt x="4" y="40"/>
                  </a:lnTo>
                  <a:lnTo>
                    <a:pt x="2" y="40"/>
                  </a:lnTo>
                  <a:lnTo>
                    <a:pt x="2" y="38"/>
                  </a:lnTo>
                  <a:lnTo>
                    <a:pt x="2" y="38"/>
                  </a:lnTo>
                  <a:lnTo>
                    <a:pt x="2" y="38"/>
                  </a:lnTo>
                  <a:lnTo>
                    <a:pt x="2" y="38"/>
                  </a:lnTo>
                  <a:lnTo>
                    <a:pt x="2" y="35"/>
                  </a:lnTo>
                  <a:lnTo>
                    <a:pt x="2" y="35"/>
                  </a:lnTo>
                  <a:lnTo>
                    <a:pt x="2" y="35"/>
                  </a:lnTo>
                  <a:lnTo>
                    <a:pt x="2" y="33"/>
                  </a:lnTo>
                  <a:lnTo>
                    <a:pt x="2" y="33"/>
                  </a:lnTo>
                  <a:lnTo>
                    <a:pt x="0" y="33"/>
                  </a:lnTo>
                  <a:lnTo>
                    <a:pt x="0" y="30"/>
                  </a:lnTo>
                  <a:lnTo>
                    <a:pt x="0" y="30"/>
                  </a:lnTo>
                  <a:lnTo>
                    <a:pt x="0" y="28"/>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6"/>
                  </a:lnTo>
                  <a:lnTo>
                    <a:pt x="0" y="16"/>
                  </a:lnTo>
                  <a:lnTo>
                    <a:pt x="0" y="14"/>
                  </a:lnTo>
                  <a:lnTo>
                    <a:pt x="0" y="14"/>
                  </a:lnTo>
                  <a:lnTo>
                    <a:pt x="0" y="11"/>
                  </a:lnTo>
                  <a:lnTo>
                    <a:pt x="0" y="11"/>
                  </a:lnTo>
                  <a:lnTo>
                    <a:pt x="0" y="11"/>
                  </a:lnTo>
                  <a:lnTo>
                    <a:pt x="0" y="9"/>
                  </a:lnTo>
                  <a:lnTo>
                    <a:pt x="0" y="9"/>
                  </a:lnTo>
                  <a:lnTo>
                    <a:pt x="2" y="9"/>
                  </a:lnTo>
                  <a:lnTo>
                    <a:pt x="2" y="11"/>
                  </a:lnTo>
                  <a:lnTo>
                    <a:pt x="2" y="11"/>
                  </a:lnTo>
                  <a:lnTo>
                    <a:pt x="2" y="14"/>
                  </a:lnTo>
                  <a:lnTo>
                    <a:pt x="2" y="14"/>
                  </a:lnTo>
                  <a:lnTo>
                    <a:pt x="2" y="11"/>
                  </a:lnTo>
                  <a:lnTo>
                    <a:pt x="2" y="11"/>
                  </a:lnTo>
                  <a:lnTo>
                    <a:pt x="2" y="9"/>
                  </a:lnTo>
                  <a:lnTo>
                    <a:pt x="2" y="9"/>
                  </a:lnTo>
                  <a:lnTo>
                    <a:pt x="2" y="9"/>
                  </a:lnTo>
                  <a:lnTo>
                    <a:pt x="4" y="9"/>
                  </a:lnTo>
                  <a:lnTo>
                    <a:pt x="4" y="7"/>
                  </a:lnTo>
                  <a:lnTo>
                    <a:pt x="4" y="7"/>
                  </a:lnTo>
                  <a:lnTo>
                    <a:pt x="4" y="7"/>
                  </a:lnTo>
                  <a:lnTo>
                    <a:pt x="4" y="4"/>
                  </a:lnTo>
                  <a:lnTo>
                    <a:pt x="4" y="4"/>
                  </a:lnTo>
                  <a:lnTo>
                    <a:pt x="7" y="4"/>
                  </a:lnTo>
                  <a:lnTo>
                    <a:pt x="7" y="4"/>
                  </a:lnTo>
                  <a:lnTo>
                    <a:pt x="7" y="2"/>
                  </a:lnTo>
                  <a:lnTo>
                    <a:pt x="7" y="2"/>
                  </a:lnTo>
                  <a:lnTo>
                    <a:pt x="7" y="2"/>
                  </a:lnTo>
                  <a:lnTo>
                    <a:pt x="7" y="2"/>
                  </a:lnTo>
                  <a:lnTo>
                    <a:pt x="9" y="2"/>
                  </a:lnTo>
                  <a:lnTo>
                    <a:pt x="9" y="0"/>
                  </a:lnTo>
                  <a:lnTo>
                    <a:pt x="9" y="0"/>
                  </a:lnTo>
                  <a:lnTo>
                    <a:pt x="9" y="0"/>
                  </a:lnTo>
                  <a:lnTo>
                    <a:pt x="9" y="0"/>
                  </a:lnTo>
                  <a:lnTo>
                    <a:pt x="12" y="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266"/>
            <p:cNvSpPr>
              <a:spLocks/>
            </p:cNvSpPr>
            <p:nvPr/>
          </p:nvSpPr>
          <p:spPr bwMode="auto">
            <a:xfrm>
              <a:off x="3048000" y="3317875"/>
              <a:ext cx="30163" cy="66675"/>
            </a:xfrm>
            <a:custGeom>
              <a:avLst/>
              <a:gdLst/>
              <a:ahLst/>
              <a:cxnLst>
                <a:cxn ang="0">
                  <a:pos x="12" y="0"/>
                </a:cxn>
                <a:cxn ang="0">
                  <a:pos x="14" y="2"/>
                </a:cxn>
                <a:cxn ang="0">
                  <a:pos x="14" y="4"/>
                </a:cxn>
                <a:cxn ang="0">
                  <a:pos x="16" y="7"/>
                </a:cxn>
                <a:cxn ang="0">
                  <a:pos x="16" y="7"/>
                </a:cxn>
                <a:cxn ang="0">
                  <a:pos x="19" y="9"/>
                </a:cxn>
                <a:cxn ang="0">
                  <a:pos x="19" y="11"/>
                </a:cxn>
                <a:cxn ang="0">
                  <a:pos x="16" y="14"/>
                </a:cxn>
                <a:cxn ang="0">
                  <a:pos x="16" y="16"/>
                </a:cxn>
                <a:cxn ang="0">
                  <a:pos x="16" y="16"/>
                </a:cxn>
                <a:cxn ang="0">
                  <a:pos x="16" y="19"/>
                </a:cxn>
                <a:cxn ang="0">
                  <a:pos x="19" y="21"/>
                </a:cxn>
                <a:cxn ang="0">
                  <a:pos x="19" y="23"/>
                </a:cxn>
                <a:cxn ang="0">
                  <a:pos x="19" y="26"/>
                </a:cxn>
                <a:cxn ang="0">
                  <a:pos x="19" y="28"/>
                </a:cxn>
                <a:cxn ang="0">
                  <a:pos x="19" y="30"/>
                </a:cxn>
                <a:cxn ang="0">
                  <a:pos x="16" y="33"/>
                </a:cxn>
                <a:cxn ang="0">
                  <a:pos x="16" y="35"/>
                </a:cxn>
                <a:cxn ang="0">
                  <a:pos x="16" y="35"/>
                </a:cxn>
                <a:cxn ang="0">
                  <a:pos x="14" y="38"/>
                </a:cxn>
                <a:cxn ang="0">
                  <a:pos x="14" y="40"/>
                </a:cxn>
                <a:cxn ang="0">
                  <a:pos x="12" y="42"/>
                </a:cxn>
                <a:cxn ang="0">
                  <a:pos x="12" y="40"/>
                </a:cxn>
                <a:cxn ang="0">
                  <a:pos x="9" y="40"/>
                </a:cxn>
                <a:cxn ang="0">
                  <a:pos x="9" y="42"/>
                </a:cxn>
                <a:cxn ang="0">
                  <a:pos x="7" y="42"/>
                </a:cxn>
                <a:cxn ang="0">
                  <a:pos x="4" y="40"/>
                </a:cxn>
                <a:cxn ang="0">
                  <a:pos x="2" y="40"/>
                </a:cxn>
                <a:cxn ang="0">
                  <a:pos x="2" y="38"/>
                </a:cxn>
                <a:cxn ang="0">
                  <a:pos x="2" y="35"/>
                </a:cxn>
                <a:cxn ang="0">
                  <a:pos x="2" y="33"/>
                </a:cxn>
                <a:cxn ang="0">
                  <a:pos x="0" y="30"/>
                </a:cxn>
                <a:cxn ang="0">
                  <a:pos x="0" y="28"/>
                </a:cxn>
                <a:cxn ang="0">
                  <a:pos x="0" y="26"/>
                </a:cxn>
                <a:cxn ang="0">
                  <a:pos x="0" y="21"/>
                </a:cxn>
                <a:cxn ang="0">
                  <a:pos x="0" y="19"/>
                </a:cxn>
                <a:cxn ang="0">
                  <a:pos x="0" y="16"/>
                </a:cxn>
                <a:cxn ang="0">
                  <a:pos x="0" y="14"/>
                </a:cxn>
                <a:cxn ang="0">
                  <a:pos x="0" y="11"/>
                </a:cxn>
                <a:cxn ang="0">
                  <a:pos x="2" y="9"/>
                </a:cxn>
                <a:cxn ang="0">
                  <a:pos x="2" y="14"/>
                </a:cxn>
                <a:cxn ang="0">
                  <a:pos x="2" y="11"/>
                </a:cxn>
                <a:cxn ang="0">
                  <a:pos x="2" y="9"/>
                </a:cxn>
                <a:cxn ang="0">
                  <a:pos x="4" y="7"/>
                </a:cxn>
                <a:cxn ang="0">
                  <a:pos x="4" y="4"/>
                </a:cxn>
                <a:cxn ang="0">
                  <a:pos x="7" y="2"/>
                </a:cxn>
                <a:cxn ang="0">
                  <a:pos x="7" y="2"/>
                </a:cxn>
                <a:cxn ang="0">
                  <a:pos x="9" y="0"/>
                </a:cxn>
                <a:cxn ang="0">
                  <a:pos x="12" y="0"/>
                </a:cxn>
              </a:cxnLst>
              <a:rect l="0" t="0" r="r" b="b"/>
              <a:pathLst>
                <a:path w="19" h="42">
                  <a:moveTo>
                    <a:pt x="12" y="0"/>
                  </a:moveTo>
                  <a:lnTo>
                    <a:pt x="12" y="0"/>
                  </a:lnTo>
                  <a:lnTo>
                    <a:pt x="12" y="0"/>
                  </a:lnTo>
                  <a:lnTo>
                    <a:pt x="12" y="2"/>
                  </a:lnTo>
                  <a:lnTo>
                    <a:pt x="14" y="2"/>
                  </a:lnTo>
                  <a:lnTo>
                    <a:pt x="14" y="2"/>
                  </a:lnTo>
                  <a:lnTo>
                    <a:pt x="14" y="4"/>
                  </a:lnTo>
                  <a:lnTo>
                    <a:pt x="14" y="4"/>
                  </a:lnTo>
                  <a:lnTo>
                    <a:pt x="14" y="4"/>
                  </a:lnTo>
                  <a:lnTo>
                    <a:pt x="14" y="4"/>
                  </a:lnTo>
                  <a:lnTo>
                    <a:pt x="14" y="7"/>
                  </a:lnTo>
                  <a:lnTo>
                    <a:pt x="16" y="7"/>
                  </a:lnTo>
                  <a:lnTo>
                    <a:pt x="16" y="7"/>
                  </a:lnTo>
                  <a:lnTo>
                    <a:pt x="16" y="7"/>
                  </a:lnTo>
                  <a:lnTo>
                    <a:pt x="16" y="7"/>
                  </a:lnTo>
                  <a:lnTo>
                    <a:pt x="16" y="7"/>
                  </a:lnTo>
                  <a:lnTo>
                    <a:pt x="19" y="7"/>
                  </a:lnTo>
                  <a:lnTo>
                    <a:pt x="19" y="9"/>
                  </a:lnTo>
                  <a:lnTo>
                    <a:pt x="19" y="9"/>
                  </a:lnTo>
                  <a:lnTo>
                    <a:pt x="19" y="11"/>
                  </a:lnTo>
                  <a:lnTo>
                    <a:pt x="19" y="11"/>
                  </a:lnTo>
                  <a:lnTo>
                    <a:pt x="19" y="14"/>
                  </a:lnTo>
                  <a:lnTo>
                    <a:pt x="16" y="14"/>
                  </a:lnTo>
                  <a:lnTo>
                    <a:pt x="16" y="14"/>
                  </a:lnTo>
                  <a:lnTo>
                    <a:pt x="16" y="16"/>
                  </a:lnTo>
                  <a:lnTo>
                    <a:pt x="16" y="16"/>
                  </a:lnTo>
                  <a:lnTo>
                    <a:pt x="16" y="16"/>
                  </a:lnTo>
                  <a:lnTo>
                    <a:pt x="16" y="16"/>
                  </a:lnTo>
                  <a:lnTo>
                    <a:pt x="16" y="16"/>
                  </a:lnTo>
                  <a:lnTo>
                    <a:pt x="16" y="16"/>
                  </a:lnTo>
                  <a:lnTo>
                    <a:pt x="16" y="19"/>
                  </a:lnTo>
                  <a:lnTo>
                    <a:pt x="16" y="19"/>
                  </a:lnTo>
                  <a:lnTo>
                    <a:pt x="16" y="19"/>
                  </a:lnTo>
                  <a:lnTo>
                    <a:pt x="16" y="21"/>
                  </a:lnTo>
                  <a:lnTo>
                    <a:pt x="19" y="21"/>
                  </a:lnTo>
                  <a:lnTo>
                    <a:pt x="19" y="21"/>
                  </a:lnTo>
                  <a:lnTo>
                    <a:pt x="16" y="21"/>
                  </a:lnTo>
                  <a:lnTo>
                    <a:pt x="16" y="23"/>
                  </a:lnTo>
                  <a:lnTo>
                    <a:pt x="19" y="23"/>
                  </a:lnTo>
                  <a:lnTo>
                    <a:pt x="19" y="23"/>
                  </a:lnTo>
                  <a:lnTo>
                    <a:pt x="19" y="26"/>
                  </a:lnTo>
                  <a:lnTo>
                    <a:pt x="19" y="26"/>
                  </a:lnTo>
                  <a:lnTo>
                    <a:pt x="19" y="26"/>
                  </a:lnTo>
                  <a:lnTo>
                    <a:pt x="19" y="26"/>
                  </a:lnTo>
                  <a:lnTo>
                    <a:pt x="19" y="28"/>
                  </a:lnTo>
                  <a:lnTo>
                    <a:pt x="19" y="28"/>
                  </a:lnTo>
                  <a:lnTo>
                    <a:pt x="19" y="30"/>
                  </a:lnTo>
                  <a:lnTo>
                    <a:pt x="19" y="30"/>
                  </a:lnTo>
                  <a:lnTo>
                    <a:pt x="19" y="30"/>
                  </a:lnTo>
                  <a:lnTo>
                    <a:pt x="19" y="33"/>
                  </a:lnTo>
                  <a:lnTo>
                    <a:pt x="16" y="33"/>
                  </a:lnTo>
                  <a:lnTo>
                    <a:pt x="16" y="33"/>
                  </a:lnTo>
                  <a:lnTo>
                    <a:pt x="16" y="35"/>
                  </a:lnTo>
                  <a:lnTo>
                    <a:pt x="16" y="35"/>
                  </a:lnTo>
                  <a:lnTo>
                    <a:pt x="16" y="35"/>
                  </a:lnTo>
                  <a:lnTo>
                    <a:pt x="16" y="35"/>
                  </a:lnTo>
                  <a:lnTo>
                    <a:pt x="16" y="35"/>
                  </a:lnTo>
                  <a:lnTo>
                    <a:pt x="16" y="38"/>
                  </a:lnTo>
                  <a:lnTo>
                    <a:pt x="16" y="38"/>
                  </a:lnTo>
                  <a:lnTo>
                    <a:pt x="14" y="38"/>
                  </a:lnTo>
                  <a:lnTo>
                    <a:pt x="14" y="40"/>
                  </a:lnTo>
                  <a:lnTo>
                    <a:pt x="14" y="40"/>
                  </a:lnTo>
                  <a:lnTo>
                    <a:pt x="14" y="40"/>
                  </a:lnTo>
                  <a:lnTo>
                    <a:pt x="14" y="40"/>
                  </a:lnTo>
                  <a:lnTo>
                    <a:pt x="14" y="42"/>
                  </a:lnTo>
                  <a:lnTo>
                    <a:pt x="12" y="42"/>
                  </a:lnTo>
                  <a:lnTo>
                    <a:pt x="12" y="40"/>
                  </a:lnTo>
                  <a:lnTo>
                    <a:pt x="12" y="40"/>
                  </a:lnTo>
                  <a:lnTo>
                    <a:pt x="12" y="40"/>
                  </a:lnTo>
                  <a:lnTo>
                    <a:pt x="9" y="40"/>
                  </a:lnTo>
                  <a:lnTo>
                    <a:pt x="9" y="40"/>
                  </a:lnTo>
                  <a:lnTo>
                    <a:pt x="9" y="40"/>
                  </a:lnTo>
                  <a:lnTo>
                    <a:pt x="9" y="42"/>
                  </a:lnTo>
                  <a:lnTo>
                    <a:pt x="9" y="42"/>
                  </a:lnTo>
                  <a:lnTo>
                    <a:pt x="9" y="42"/>
                  </a:lnTo>
                  <a:lnTo>
                    <a:pt x="7" y="42"/>
                  </a:lnTo>
                  <a:lnTo>
                    <a:pt x="7" y="42"/>
                  </a:lnTo>
                  <a:lnTo>
                    <a:pt x="7" y="42"/>
                  </a:lnTo>
                  <a:lnTo>
                    <a:pt x="7" y="40"/>
                  </a:lnTo>
                  <a:lnTo>
                    <a:pt x="7" y="40"/>
                  </a:lnTo>
                  <a:lnTo>
                    <a:pt x="4" y="40"/>
                  </a:lnTo>
                  <a:lnTo>
                    <a:pt x="4" y="40"/>
                  </a:lnTo>
                  <a:lnTo>
                    <a:pt x="4" y="40"/>
                  </a:lnTo>
                  <a:lnTo>
                    <a:pt x="2" y="40"/>
                  </a:lnTo>
                  <a:lnTo>
                    <a:pt x="2" y="38"/>
                  </a:lnTo>
                  <a:lnTo>
                    <a:pt x="2" y="38"/>
                  </a:lnTo>
                  <a:lnTo>
                    <a:pt x="2" y="38"/>
                  </a:lnTo>
                  <a:lnTo>
                    <a:pt x="2" y="38"/>
                  </a:lnTo>
                  <a:lnTo>
                    <a:pt x="2" y="35"/>
                  </a:lnTo>
                  <a:lnTo>
                    <a:pt x="2" y="35"/>
                  </a:lnTo>
                  <a:lnTo>
                    <a:pt x="2" y="35"/>
                  </a:lnTo>
                  <a:lnTo>
                    <a:pt x="2" y="33"/>
                  </a:lnTo>
                  <a:lnTo>
                    <a:pt x="2" y="33"/>
                  </a:lnTo>
                  <a:lnTo>
                    <a:pt x="0" y="33"/>
                  </a:lnTo>
                  <a:lnTo>
                    <a:pt x="0" y="30"/>
                  </a:lnTo>
                  <a:lnTo>
                    <a:pt x="0" y="30"/>
                  </a:lnTo>
                  <a:lnTo>
                    <a:pt x="0" y="28"/>
                  </a:lnTo>
                  <a:lnTo>
                    <a:pt x="0" y="28"/>
                  </a:lnTo>
                  <a:lnTo>
                    <a:pt x="0" y="28"/>
                  </a:lnTo>
                  <a:lnTo>
                    <a:pt x="0" y="26"/>
                  </a:lnTo>
                  <a:lnTo>
                    <a:pt x="0" y="26"/>
                  </a:lnTo>
                  <a:lnTo>
                    <a:pt x="0" y="26"/>
                  </a:lnTo>
                  <a:lnTo>
                    <a:pt x="0" y="23"/>
                  </a:lnTo>
                  <a:lnTo>
                    <a:pt x="0" y="23"/>
                  </a:lnTo>
                  <a:lnTo>
                    <a:pt x="0" y="21"/>
                  </a:lnTo>
                  <a:lnTo>
                    <a:pt x="0" y="21"/>
                  </a:lnTo>
                  <a:lnTo>
                    <a:pt x="0" y="19"/>
                  </a:lnTo>
                  <a:lnTo>
                    <a:pt x="0" y="19"/>
                  </a:lnTo>
                  <a:lnTo>
                    <a:pt x="0" y="16"/>
                  </a:lnTo>
                  <a:lnTo>
                    <a:pt x="0" y="16"/>
                  </a:lnTo>
                  <a:lnTo>
                    <a:pt x="0" y="16"/>
                  </a:lnTo>
                  <a:lnTo>
                    <a:pt x="0" y="16"/>
                  </a:lnTo>
                  <a:lnTo>
                    <a:pt x="0" y="14"/>
                  </a:lnTo>
                  <a:lnTo>
                    <a:pt x="0" y="14"/>
                  </a:lnTo>
                  <a:lnTo>
                    <a:pt x="0" y="11"/>
                  </a:lnTo>
                  <a:lnTo>
                    <a:pt x="0" y="11"/>
                  </a:lnTo>
                  <a:lnTo>
                    <a:pt x="0" y="11"/>
                  </a:lnTo>
                  <a:lnTo>
                    <a:pt x="0" y="9"/>
                  </a:lnTo>
                  <a:lnTo>
                    <a:pt x="0" y="9"/>
                  </a:lnTo>
                  <a:lnTo>
                    <a:pt x="2" y="9"/>
                  </a:lnTo>
                  <a:lnTo>
                    <a:pt x="2" y="11"/>
                  </a:lnTo>
                  <a:lnTo>
                    <a:pt x="2" y="11"/>
                  </a:lnTo>
                  <a:lnTo>
                    <a:pt x="2" y="14"/>
                  </a:lnTo>
                  <a:lnTo>
                    <a:pt x="2" y="14"/>
                  </a:lnTo>
                  <a:lnTo>
                    <a:pt x="2" y="11"/>
                  </a:lnTo>
                  <a:lnTo>
                    <a:pt x="2" y="11"/>
                  </a:lnTo>
                  <a:lnTo>
                    <a:pt x="2" y="9"/>
                  </a:lnTo>
                  <a:lnTo>
                    <a:pt x="2" y="9"/>
                  </a:lnTo>
                  <a:lnTo>
                    <a:pt x="2" y="9"/>
                  </a:lnTo>
                  <a:lnTo>
                    <a:pt x="4" y="9"/>
                  </a:lnTo>
                  <a:lnTo>
                    <a:pt x="4" y="7"/>
                  </a:lnTo>
                  <a:lnTo>
                    <a:pt x="4" y="7"/>
                  </a:lnTo>
                  <a:lnTo>
                    <a:pt x="4" y="7"/>
                  </a:lnTo>
                  <a:lnTo>
                    <a:pt x="4" y="4"/>
                  </a:lnTo>
                  <a:lnTo>
                    <a:pt x="4" y="4"/>
                  </a:lnTo>
                  <a:lnTo>
                    <a:pt x="7" y="4"/>
                  </a:lnTo>
                  <a:lnTo>
                    <a:pt x="7" y="4"/>
                  </a:lnTo>
                  <a:lnTo>
                    <a:pt x="7" y="2"/>
                  </a:lnTo>
                  <a:lnTo>
                    <a:pt x="7" y="2"/>
                  </a:lnTo>
                  <a:lnTo>
                    <a:pt x="7" y="2"/>
                  </a:lnTo>
                  <a:lnTo>
                    <a:pt x="7" y="2"/>
                  </a:lnTo>
                  <a:lnTo>
                    <a:pt x="9" y="2"/>
                  </a:lnTo>
                  <a:lnTo>
                    <a:pt x="9" y="0"/>
                  </a:lnTo>
                  <a:lnTo>
                    <a:pt x="9" y="0"/>
                  </a:lnTo>
                  <a:lnTo>
                    <a:pt x="9" y="0"/>
                  </a:lnTo>
                  <a:lnTo>
                    <a:pt x="9" y="0"/>
                  </a:lnTo>
                  <a:lnTo>
                    <a:pt x="12" y="0"/>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267"/>
            <p:cNvSpPr>
              <a:spLocks/>
            </p:cNvSpPr>
            <p:nvPr/>
          </p:nvSpPr>
          <p:spPr bwMode="auto">
            <a:xfrm>
              <a:off x="3084513" y="3365500"/>
              <a:ext cx="274638" cy="339725"/>
            </a:xfrm>
            <a:custGeom>
              <a:avLst/>
              <a:gdLst/>
              <a:ahLst/>
              <a:cxnLst>
                <a:cxn ang="0">
                  <a:pos x="102" y="10"/>
                </a:cxn>
                <a:cxn ang="0">
                  <a:pos x="107" y="19"/>
                </a:cxn>
                <a:cxn ang="0">
                  <a:pos x="114" y="26"/>
                </a:cxn>
                <a:cxn ang="0">
                  <a:pos x="123" y="29"/>
                </a:cxn>
                <a:cxn ang="0">
                  <a:pos x="133" y="31"/>
                </a:cxn>
                <a:cxn ang="0">
                  <a:pos x="142" y="34"/>
                </a:cxn>
                <a:cxn ang="0">
                  <a:pos x="150" y="41"/>
                </a:cxn>
                <a:cxn ang="0">
                  <a:pos x="157" y="48"/>
                </a:cxn>
                <a:cxn ang="0">
                  <a:pos x="161" y="55"/>
                </a:cxn>
                <a:cxn ang="0">
                  <a:pos x="168" y="62"/>
                </a:cxn>
                <a:cxn ang="0">
                  <a:pos x="171" y="72"/>
                </a:cxn>
                <a:cxn ang="0">
                  <a:pos x="166" y="79"/>
                </a:cxn>
                <a:cxn ang="0">
                  <a:pos x="161" y="88"/>
                </a:cxn>
                <a:cxn ang="0">
                  <a:pos x="154" y="95"/>
                </a:cxn>
                <a:cxn ang="0">
                  <a:pos x="150" y="105"/>
                </a:cxn>
                <a:cxn ang="0">
                  <a:pos x="145" y="114"/>
                </a:cxn>
                <a:cxn ang="0">
                  <a:pos x="138" y="117"/>
                </a:cxn>
                <a:cxn ang="0">
                  <a:pos x="133" y="117"/>
                </a:cxn>
                <a:cxn ang="0">
                  <a:pos x="131" y="124"/>
                </a:cxn>
                <a:cxn ang="0">
                  <a:pos x="126" y="135"/>
                </a:cxn>
                <a:cxn ang="0">
                  <a:pos x="128" y="145"/>
                </a:cxn>
                <a:cxn ang="0">
                  <a:pos x="126" y="154"/>
                </a:cxn>
                <a:cxn ang="0">
                  <a:pos x="114" y="154"/>
                </a:cxn>
                <a:cxn ang="0">
                  <a:pos x="107" y="162"/>
                </a:cxn>
                <a:cxn ang="0">
                  <a:pos x="102" y="171"/>
                </a:cxn>
                <a:cxn ang="0">
                  <a:pos x="97" y="181"/>
                </a:cxn>
                <a:cxn ang="0">
                  <a:pos x="88" y="181"/>
                </a:cxn>
                <a:cxn ang="0">
                  <a:pos x="79" y="183"/>
                </a:cxn>
                <a:cxn ang="0">
                  <a:pos x="74" y="192"/>
                </a:cxn>
                <a:cxn ang="0">
                  <a:pos x="71" y="202"/>
                </a:cxn>
                <a:cxn ang="0">
                  <a:pos x="62" y="204"/>
                </a:cxn>
                <a:cxn ang="0">
                  <a:pos x="50" y="204"/>
                </a:cxn>
                <a:cxn ang="0">
                  <a:pos x="43" y="207"/>
                </a:cxn>
                <a:cxn ang="0">
                  <a:pos x="34" y="211"/>
                </a:cxn>
                <a:cxn ang="0">
                  <a:pos x="24" y="211"/>
                </a:cxn>
                <a:cxn ang="0">
                  <a:pos x="19" y="202"/>
                </a:cxn>
                <a:cxn ang="0">
                  <a:pos x="17" y="192"/>
                </a:cxn>
                <a:cxn ang="0">
                  <a:pos x="12" y="183"/>
                </a:cxn>
                <a:cxn ang="0">
                  <a:pos x="8" y="173"/>
                </a:cxn>
                <a:cxn ang="0">
                  <a:pos x="3" y="164"/>
                </a:cxn>
                <a:cxn ang="0">
                  <a:pos x="3" y="154"/>
                </a:cxn>
                <a:cxn ang="0">
                  <a:pos x="10" y="150"/>
                </a:cxn>
                <a:cxn ang="0">
                  <a:pos x="19" y="145"/>
                </a:cxn>
                <a:cxn ang="0">
                  <a:pos x="29" y="143"/>
                </a:cxn>
                <a:cxn ang="0">
                  <a:pos x="38" y="138"/>
                </a:cxn>
                <a:cxn ang="0">
                  <a:pos x="48" y="135"/>
                </a:cxn>
                <a:cxn ang="0">
                  <a:pos x="57" y="131"/>
                </a:cxn>
                <a:cxn ang="0">
                  <a:pos x="67" y="126"/>
                </a:cxn>
                <a:cxn ang="0">
                  <a:pos x="71" y="117"/>
                </a:cxn>
                <a:cxn ang="0">
                  <a:pos x="74" y="105"/>
                </a:cxn>
                <a:cxn ang="0">
                  <a:pos x="76" y="95"/>
                </a:cxn>
                <a:cxn ang="0">
                  <a:pos x="81" y="83"/>
                </a:cxn>
                <a:cxn ang="0">
                  <a:pos x="81" y="74"/>
                </a:cxn>
                <a:cxn ang="0">
                  <a:pos x="76" y="64"/>
                </a:cxn>
                <a:cxn ang="0">
                  <a:pos x="71" y="53"/>
                </a:cxn>
                <a:cxn ang="0">
                  <a:pos x="76" y="43"/>
                </a:cxn>
                <a:cxn ang="0">
                  <a:pos x="79" y="31"/>
                </a:cxn>
                <a:cxn ang="0">
                  <a:pos x="83" y="24"/>
                </a:cxn>
                <a:cxn ang="0">
                  <a:pos x="88" y="22"/>
                </a:cxn>
                <a:cxn ang="0">
                  <a:pos x="86" y="15"/>
                </a:cxn>
                <a:cxn ang="0">
                  <a:pos x="86" y="3"/>
                </a:cxn>
                <a:cxn ang="0">
                  <a:pos x="90" y="5"/>
                </a:cxn>
                <a:cxn ang="0">
                  <a:pos x="97" y="0"/>
                </a:cxn>
              </a:cxnLst>
              <a:rect l="0" t="0" r="r" b="b"/>
              <a:pathLst>
                <a:path w="173" h="214">
                  <a:moveTo>
                    <a:pt x="97" y="3"/>
                  </a:moveTo>
                  <a:lnTo>
                    <a:pt x="97" y="3"/>
                  </a:lnTo>
                  <a:lnTo>
                    <a:pt x="100" y="3"/>
                  </a:lnTo>
                  <a:lnTo>
                    <a:pt x="100" y="5"/>
                  </a:lnTo>
                  <a:lnTo>
                    <a:pt x="100" y="5"/>
                  </a:lnTo>
                  <a:lnTo>
                    <a:pt x="100" y="5"/>
                  </a:lnTo>
                  <a:lnTo>
                    <a:pt x="100" y="5"/>
                  </a:lnTo>
                  <a:lnTo>
                    <a:pt x="100" y="8"/>
                  </a:lnTo>
                  <a:lnTo>
                    <a:pt x="100" y="8"/>
                  </a:lnTo>
                  <a:lnTo>
                    <a:pt x="100" y="8"/>
                  </a:lnTo>
                  <a:lnTo>
                    <a:pt x="100" y="10"/>
                  </a:lnTo>
                  <a:lnTo>
                    <a:pt x="102" y="10"/>
                  </a:lnTo>
                  <a:lnTo>
                    <a:pt x="102" y="10"/>
                  </a:lnTo>
                  <a:lnTo>
                    <a:pt x="102" y="10"/>
                  </a:lnTo>
                  <a:lnTo>
                    <a:pt x="102" y="12"/>
                  </a:lnTo>
                  <a:lnTo>
                    <a:pt x="102" y="12"/>
                  </a:lnTo>
                  <a:lnTo>
                    <a:pt x="105" y="12"/>
                  </a:lnTo>
                  <a:lnTo>
                    <a:pt x="105" y="15"/>
                  </a:lnTo>
                  <a:lnTo>
                    <a:pt x="105" y="15"/>
                  </a:lnTo>
                  <a:lnTo>
                    <a:pt x="105" y="15"/>
                  </a:lnTo>
                  <a:lnTo>
                    <a:pt x="105" y="15"/>
                  </a:lnTo>
                  <a:lnTo>
                    <a:pt x="105" y="15"/>
                  </a:lnTo>
                  <a:lnTo>
                    <a:pt x="107" y="15"/>
                  </a:lnTo>
                  <a:lnTo>
                    <a:pt x="107" y="17"/>
                  </a:lnTo>
                  <a:lnTo>
                    <a:pt x="107" y="17"/>
                  </a:lnTo>
                  <a:lnTo>
                    <a:pt x="107" y="17"/>
                  </a:lnTo>
                  <a:lnTo>
                    <a:pt x="107" y="19"/>
                  </a:lnTo>
                  <a:lnTo>
                    <a:pt x="107" y="19"/>
                  </a:lnTo>
                  <a:lnTo>
                    <a:pt x="107" y="19"/>
                  </a:lnTo>
                  <a:lnTo>
                    <a:pt x="109" y="19"/>
                  </a:lnTo>
                  <a:lnTo>
                    <a:pt x="109" y="22"/>
                  </a:lnTo>
                  <a:lnTo>
                    <a:pt x="109" y="22"/>
                  </a:lnTo>
                  <a:lnTo>
                    <a:pt x="109" y="22"/>
                  </a:lnTo>
                  <a:lnTo>
                    <a:pt x="112" y="22"/>
                  </a:lnTo>
                  <a:lnTo>
                    <a:pt x="112" y="24"/>
                  </a:lnTo>
                  <a:lnTo>
                    <a:pt x="112" y="24"/>
                  </a:lnTo>
                  <a:lnTo>
                    <a:pt x="112" y="24"/>
                  </a:lnTo>
                  <a:lnTo>
                    <a:pt x="112" y="24"/>
                  </a:lnTo>
                  <a:lnTo>
                    <a:pt x="114" y="24"/>
                  </a:lnTo>
                  <a:lnTo>
                    <a:pt x="114" y="26"/>
                  </a:lnTo>
                  <a:lnTo>
                    <a:pt x="114" y="26"/>
                  </a:lnTo>
                  <a:lnTo>
                    <a:pt x="114" y="26"/>
                  </a:lnTo>
                  <a:lnTo>
                    <a:pt x="116" y="26"/>
                  </a:lnTo>
                  <a:lnTo>
                    <a:pt x="116" y="26"/>
                  </a:lnTo>
                  <a:lnTo>
                    <a:pt x="116" y="26"/>
                  </a:lnTo>
                  <a:lnTo>
                    <a:pt x="116" y="26"/>
                  </a:lnTo>
                  <a:lnTo>
                    <a:pt x="119" y="26"/>
                  </a:lnTo>
                  <a:lnTo>
                    <a:pt x="119" y="26"/>
                  </a:lnTo>
                  <a:lnTo>
                    <a:pt x="119" y="29"/>
                  </a:lnTo>
                  <a:lnTo>
                    <a:pt x="119" y="29"/>
                  </a:lnTo>
                  <a:lnTo>
                    <a:pt x="121" y="29"/>
                  </a:lnTo>
                  <a:lnTo>
                    <a:pt x="121" y="29"/>
                  </a:lnTo>
                  <a:lnTo>
                    <a:pt x="121" y="29"/>
                  </a:lnTo>
                  <a:lnTo>
                    <a:pt x="123" y="29"/>
                  </a:lnTo>
                  <a:lnTo>
                    <a:pt x="123" y="29"/>
                  </a:lnTo>
                  <a:lnTo>
                    <a:pt x="123" y="29"/>
                  </a:lnTo>
                  <a:lnTo>
                    <a:pt x="123" y="31"/>
                  </a:lnTo>
                  <a:lnTo>
                    <a:pt x="126" y="31"/>
                  </a:lnTo>
                  <a:lnTo>
                    <a:pt x="126" y="31"/>
                  </a:lnTo>
                  <a:lnTo>
                    <a:pt x="126" y="31"/>
                  </a:lnTo>
                  <a:lnTo>
                    <a:pt x="126" y="29"/>
                  </a:lnTo>
                  <a:lnTo>
                    <a:pt x="128" y="29"/>
                  </a:lnTo>
                  <a:lnTo>
                    <a:pt x="128" y="31"/>
                  </a:lnTo>
                  <a:lnTo>
                    <a:pt x="128" y="31"/>
                  </a:lnTo>
                  <a:lnTo>
                    <a:pt x="128" y="31"/>
                  </a:lnTo>
                  <a:lnTo>
                    <a:pt x="131" y="31"/>
                  </a:lnTo>
                  <a:lnTo>
                    <a:pt x="131" y="31"/>
                  </a:lnTo>
                  <a:lnTo>
                    <a:pt x="131" y="31"/>
                  </a:lnTo>
                  <a:lnTo>
                    <a:pt x="133" y="31"/>
                  </a:lnTo>
                  <a:lnTo>
                    <a:pt x="133" y="31"/>
                  </a:lnTo>
                  <a:lnTo>
                    <a:pt x="133" y="31"/>
                  </a:lnTo>
                  <a:lnTo>
                    <a:pt x="135" y="31"/>
                  </a:lnTo>
                  <a:lnTo>
                    <a:pt x="135" y="34"/>
                  </a:lnTo>
                  <a:lnTo>
                    <a:pt x="135" y="34"/>
                  </a:lnTo>
                  <a:lnTo>
                    <a:pt x="138" y="34"/>
                  </a:lnTo>
                  <a:lnTo>
                    <a:pt x="138" y="34"/>
                  </a:lnTo>
                  <a:lnTo>
                    <a:pt x="138" y="34"/>
                  </a:lnTo>
                  <a:lnTo>
                    <a:pt x="138" y="34"/>
                  </a:lnTo>
                  <a:lnTo>
                    <a:pt x="138" y="36"/>
                  </a:lnTo>
                  <a:lnTo>
                    <a:pt x="140" y="36"/>
                  </a:lnTo>
                  <a:lnTo>
                    <a:pt x="140" y="36"/>
                  </a:lnTo>
                  <a:lnTo>
                    <a:pt x="140" y="36"/>
                  </a:lnTo>
                  <a:lnTo>
                    <a:pt x="142" y="36"/>
                  </a:lnTo>
                  <a:lnTo>
                    <a:pt x="142" y="34"/>
                  </a:lnTo>
                  <a:lnTo>
                    <a:pt x="142" y="34"/>
                  </a:lnTo>
                  <a:lnTo>
                    <a:pt x="145" y="34"/>
                  </a:lnTo>
                  <a:lnTo>
                    <a:pt x="145" y="34"/>
                  </a:lnTo>
                  <a:lnTo>
                    <a:pt x="145" y="34"/>
                  </a:lnTo>
                  <a:lnTo>
                    <a:pt x="145" y="36"/>
                  </a:lnTo>
                  <a:lnTo>
                    <a:pt x="145" y="36"/>
                  </a:lnTo>
                  <a:lnTo>
                    <a:pt x="147" y="36"/>
                  </a:lnTo>
                  <a:lnTo>
                    <a:pt x="147" y="36"/>
                  </a:lnTo>
                  <a:lnTo>
                    <a:pt x="147" y="36"/>
                  </a:lnTo>
                  <a:lnTo>
                    <a:pt x="150" y="36"/>
                  </a:lnTo>
                  <a:lnTo>
                    <a:pt x="150" y="36"/>
                  </a:lnTo>
                  <a:lnTo>
                    <a:pt x="150" y="38"/>
                  </a:lnTo>
                  <a:lnTo>
                    <a:pt x="150" y="38"/>
                  </a:lnTo>
                  <a:lnTo>
                    <a:pt x="150" y="41"/>
                  </a:lnTo>
                  <a:lnTo>
                    <a:pt x="150" y="41"/>
                  </a:lnTo>
                  <a:lnTo>
                    <a:pt x="152" y="41"/>
                  </a:lnTo>
                  <a:lnTo>
                    <a:pt x="152" y="41"/>
                  </a:lnTo>
                  <a:lnTo>
                    <a:pt x="152" y="41"/>
                  </a:lnTo>
                  <a:lnTo>
                    <a:pt x="152" y="43"/>
                  </a:lnTo>
                  <a:lnTo>
                    <a:pt x="152" y="43"/>
                  </a:lnTo>
                  <a:lnTo>
                    <a:pt x="152" y="43"/>
                  </a:lnTo>
                  <a:lnTo>
                    <a:pt x="152" y="45"/>
                  </a:lnTo>
                  <a:lnTo>
                    <a:pt x="154" y="45"/>
                  </a:lnTo>
                  <a:lnTo>
                    <a:pt x="154" y="45"/>
                  </a:lnTo>
                  <a:lnTo>
                    <a:pt x="154" y="45"/>
                  </a:lnTo>
                  <a:lnTo>
                    <a:pt x="154" y="45"/>
                  </a:lnTo>
                  <a:lnTo>
                    <a:pt x="154" y="48"/>
                  </a:lnTo>
                  <a:lnTo>
                    <a:pt x="157" y="48"/>
                  </a:lnTo>
                  <a:lnTo>
                    <a:pt x="157" y="48"/>
                  </a:lnTo>
                  <a:lnTo>
                    <a:pt x="157" y="50"/>
                  </a:lnTo>
                  <a:lnTo>
                    <a:pt x="157" y="50"/>
                  </a:lnTo>
                  <a:lnTo>
                    <a:pt x="157" y="50"/>
                  </a:lnTo>
                  <a:lnTo>
                    <a:pt x="157" y="50"/>
                  </a:lnTo>
                  <a:lnTo>
                    <a:pt x="159" y="50"/>
                  </a:lnTo>
                  <a:lnTo>
                    <a:pt x="159" y="53"/>
                  </a:lnTo>
                  <a:lnTo>
                    <a:pt x="159" y="53"/>
                  </a:lnTo>
                  <a:lnTo>
                    <a:pt x="159" y="53"/>
                  </a:lnTo>
                  <a:lnTo>
                    <a:pt x="159" y="55"/>
                  </a:lnTo>
                  <a:lnTo>
                    <a:pt x="159" y="55"/>
                  </a:lnTo>
                  <a:lnTo>
                    <a:pt x="159" y="55"/>
                  </a:lnTo>
                  <a:lnTo>
                    <a:pt x="159" y="55"/>
                  </a:lnTo>
                  <a:lnTo>
                    <a:pt x="161" y="55"/>
                  </a:lnTo>
                  <a:lnTo>
                    <a:pt x="161" y="55"/>
                  </a:lnTo>
                  <a:lnTo>
                    <a:pt x="161" y="57"/>
                  </a:lnTo>
                  <a:lnTo>
                    <a:pt x="161" y="57"/>
                  </a:lnTo>
                  <a:lnTo>
                    <a:pt x="164" y="57"/>
                  </a:lnTo>
                  <a:lnTo>
                    <a:pt x="164" y="60"/>
                  </a:lnTo>
                  <a:lnTo>
                    <a:pt x="164" y="60"/>
                  </a:lnTo>
                  <a:lnTo>
                    <a:pt x="164" y="60"/>
                  </a:lnTo>
                  <a:lnTo>
                    <a:pt x="164" y="60"/>
                  </a:lnTo>
                  <a:lnTo>
                    <a:pt x="166" y="60"/>
                  </a:lnTo>
                  <a:lnTo>
                    <a:pt x="166" y="62"/>
                  </a:lnTo>
                  <a:lnTo>
                    <a:pt x="166" y="62"/>
                  </a:lnTo>
                  <a:lnTo>
                    <a:pt x="166" y="62"/>
                  </a:lnTo>
                  <a:lnTo>
                    <a:pt x="168" y="62"/>
                  </a:lnTo>
                  <a:lnTo>
                    <a:pt x="168" y="62"/>
                  </a:lnTo>
                  <a:lnTo>
                    <a:pt x="168" y="62"/>
                  </a:lnTo>
                  <a:lnTo>
                    <a:pt x="171" y="62"/>
                  </a:lnTo>
                  <a:lnTo>
                    <a:pt x="171" y="62"/>
                  </a:lnTo>
                  <a:lnTo>
                    <a:pt x="171" y="62"/>
                  </a:lnTo>
                  <a:lnTo>
                    <a:pt x="171" y="64"/>
                  </a:lnTo>
                  <a:lnTo>
                    <a:pt x="171" y="64"/>
                  </a:lnTo>
                  <a:lnTo>
                    <a:pt x="173" y="64"/>
                  </a:lnTo>
                  <a:lnTo>
                    <a:pt x="173" y="64"/>
                  </a:lnTo>
                  <a:lnTo>
                    <a:pt x="171" y="64"/>
                  </a:lnTo>
                  <a:lnTo>
                    <a:pt x="171" y="67"/>
                  </a:lnTo>
                  <a:lnTo>
                    <a:pt x="171" y="67"/>
                  </a:lnTo>
                  <a:lnTo>
                    <a:pt x="171" y="69"/>
                  </a:lnTo>
                  <a:lnTo>
                    <a:pt x="171" y="69"/>
                  </a:lnTo>
                  <a:lnTo>
                    <a:pt x="171" y="72"/>
                  </a:lnTo>
                  <a:lnTo>
                    <a:pt x="171" y="72"/>
                  </a:lnTo>
                  <a:lnTo>
                    <a:pt x="171" y="72"/>
                  </a:lnTo>
                  <a:lnTo>
                    <a:pt x="171" y="74"/>
                  </a:lnTo>
                  <a:lnTo>
                    <a:pt x="171" y="74"/>
                  </a:lnTo>
                  <a:lnTo>
                    <a:pt x="171" y="74"/>
                  </a:lnTo>
                  <a:lnTo>
                    <a:pt x="168" y="74"/>
                  </a:lnTo>
                  <a:lnTo>
                    <a:pt x="168" y="74"/>
                  </a:lnTo>
                  <a:lnTo>
                    <a:pt x="168" y="76"/>
                  </a:lnTo>
                  <a:lnTo>
                    <a:pt x="168" y="76"/>
                  </a:lnTo>
                  <a:lnTo>
                    <a:pt x="168" y="76"/>
                  </a:lnTo>
                  <a:lnTo>
                    <a:pt x="168" y="79"/>
                  </a:lnTo>
                  <a:lnTo>
                    <a:pt x="166" y="79"/>
                  </a:lnTo>
                  <a:lnTo>
                    <a:pt x="166" y="79"/>
                  </a:lnTo>
                  <a:lnTo>
                    <a:pt x="166" y="79"/>
                  </a:lnTo>
                  <a:lnTo>
                    <a:pt x="166" y="81"/>
                  </a:lnTo>
                  <a:lnTo>
                    <a:pt x="166" y="81"/>
                  </a:lnTo>
                  <a:lnTo>
                    <a:pt x="166" y="81"/>
                  </a:lnTo>
                  <a:lnTo>
                    <a:pt x="166" y="83"/>
                  </a:lnTo>
                  <a:lnTo>
                    <a:pt x="164" y="83"/>
                  </a:lnTo>
                  <a:lnTo>
                    <a:pt x="164" y="83"/>
                  </a:lnTo>
                  <a:lnTo>
                    <a:pt x="164" y="86"/>
                  </a:lnTo>
                  <a:lnTo>
                    <a:pt x="164" y="86"/>
                  </a:lnTo>
                  <a:lnTo>
                    <a:pt x="164" y="86"/>
                  </a:lnTo>
                  <a:lnTo>
                    <a:pt x="164" y="86"/>
                  </a:lnTo>
                  <a:lnTo>
                    <a:pt x="164" y="88"/>
                  </a:lnTo>
                  <a:lnTo>
                    <a:pt x="164" y="88"/>
                  </a:lnTo>
                  <a:lnTo>
                    <a:pt x="164" y="88"/>
                  </a:lnTo>
                  <a:lnTo>
                    <a:pt x="161" y="88"/>
                  </a:lnTo>
                  <a:lnTo>
                    <a:pt x="161" y="90"/>
                  </a:lnTo>
                  <a:lnTo>
                    <a:pt x="161" y="90"/>
                  </a:lnTo>
                  <a:lnTo>
                    <a:pt x="161" y="90"/>
                  </a:lnTo>
                  <a:lnTo>
                    <a:pt x="161" y="93"/>
                  </a:lnTo>
                  <a:lnTo>
                    <a:pt x="159" y="93"/>
                  </a:lnTo>
                  <a:lnTo>
                    <a:pt x="159" y="93"/>
                  </a:lnTo>
                  <a:lnTo>
                    <a:pt x="159" y="93"/>
                  </a:lnTo>
                  <a:lnTo>
                    <a:pt x="159" y="93"/>
                  </a:lnTo>
                  <a:lnTo>
                    <a:pt x="157" y="93"/>
                  </a:lnTo>
                  <a:lnTo>
                    <a:pt x="157" y="95"/>
                  </a:lnTo>
                  <a:lnTo>
                    <a:pt x="157" y="95"/>
                  </a:lnTo>
                  <a:lnTo>
                    <a:pt x="157" y="95"/>
                  </a:lnTo>
                  <a:lnTo>
                    <a:pt x="157" y="95"/>
                  </a:lnTo>
                  <a:lnTo>
                    <a:pt x="154" y="95"/>
                  </a:lnTo>
                  <a:lnTo>
                    <a:pt x="154" y="95"/>
                  </a:lnTo>
                  <a:lnTo>
                    <a:pt x="154" y="95"/>
                  </a:lnTo>
                  <a:lnTo>
                    <a:pt x="154" y="98"/>
                  </a:lnTo>
                  <a:lnTo>
                    <a:pt x="152" y="98"/>
                  </a:lnTo>
                  <a:lnTo>
                    <a:pt x="152" y="98"/>
                  </a:lnTo>
                  <a:lnTo>
                    <a:pt x="152" y="98"/>
                  </a:lnTo>
                  <a:lnTo>
                    <a:pt x="152" y="100"/>
                  </a:lnTo>
                  <a:lnTo>
                    <a:pt x="152" y="100"/>
                  </a:lnTo>
                  <a:lnTo>
                    <a:pt x="152" y="100"/>
                  </a:lnTo>
                  <a:lnTo>
                    <a:pt x="152" y="102"/>
                  </a:lnTo>
                  <a:lnTo>
                    <a:pt x="150" y="102"/>
                  </a:lnTo>
                  <a:lnTo>
                    <a:pt x="150" y="102"/>
                  </a:lnTo>
                  <a:lnTo>
                    <a:pt x="150" y="105"/>
                  </a:lnTo>
                  <a:lnTo>
                    <a:pt x="150" y="105"/>
                  </a:lnTo>
                  <a:lnTo>
                    <a:pt x="150" y="105"/>
                  </a:lnTo>
                  <a:lnTo>
                    <a:pt x="150" y="105"/>
                  </a:lnTo>
                  <a:lnTo>
                    <a:pt x="150" y="105"/>
                  </a:lnTo>
                  <a:lnTo>
                    <a:pt x="150" y="107"/>
                  </a:lnTo>
                  <a:lnTo>
                    <a:pt x="150" y="107"/>
                  </a:lnTo>
                  <a:lnTo>
                    <a:pt x="150" y="109"/>
                  </a:lnTo>
                  <a:lnTo>
                    <a:pt x="147" y="109"/>
                  </a:lnTo>
                  <a:lnTo>
                    <a:pt x="147" y="109"/>
                  </a:lnTo>
                  <a:lnTo>
                    <a:pt x="147" y="109"/>
                  </a:lnTo>
                  <a:lnTo>
                    <a:pt x="145" y="109"/>
                  </a:lnTo>
                  <a:lnTo>
                    <a:pt x="145" y="112"/>
                  </a:lnTo>
                  <a:lnTo>
                    <a:pt x="145" y="112"/>
                  </a:lnTo>
                  <a:lnTo>
                    <a:pt x="145" y="112"/>
                  </a:lnTo>
                  <a:lnTo>
                    <a:pt x="145" y="114"/>
                  </a:lnTo>
                  <a:lnTo>
                    <a:pt x="145" y="114"/>
                  </a:lnTo>
                  <a:lnTo>
                    <a:pt x="145" y="114"/>
                  </a:lnTo>
                  <a:lnTo>
                    <a:pt x="145" y="114"/>
                  </a:lnTo>
                  <a:lnTo>
                    <a:pt x="145" y="117"/>
                  </a:lnTo>
                  <a:lnTo>
                    <a:pt x="145" y="117"/>
                  </a:lnTo>
                  <a:lnTo>
                    <a:pt x="142" y="117"/>
                  </a:lnTo>
                  <a:lnTo>
                    <a:pt x="142" y="119"/>
                  </a:lnTo>
                  <a:lnTo>
                    <a:pt x="142" y="119"/>
                  </a:lnTo>
                  <a:lnTo>
                    <a:pt x="140" y="119"/>
                  </a:lnTo>
                  <a:lnTo>
                    <a:pt x="140" y="119"/>
                  </a:lnTo>
                  <a:lnTo>
                    <a:pt x="140" y="119"/>
                  </a:lnTo>
                  <a:lnTo>
                    <a:pt x="138" y="119"/>
                  </a:lnTo>
                  <a:lnTo>
                    <a:pt x="138" y="119"/>
                  </a:lnTo>
                  <a:lnTo>
                    <a:pt x="138" y="117"/>
                  </a:lnTo>
                  <a:lnTo>
                    <a:pt x="138" y="117"/>
                  </a:lnTo>
                  <a:lnTo>
                    <a:pt x="135" y="117"/>
                  </a:lnTo>
                  <a:lnTo>
                    <a:pt x="135" y="117"/>
                  </a:lnTo>
                  <a:lnTo>
                    <a:pt x="135" y="114"/>
                  </a:lnTo>
                  <a:lnTo>
                    <a:pt x="138" y="114"/>
                  </a:lnTo>
                  <a:lnTo>
                    <a:pt x="138" y="114"/>
                  </a:lnTo>
                  <a:lnTo>
                    <a:pt x="138" y="114"/>
                  </a:lnTo>
                  <a:lnTo>
                    <a:pt x="135" y="114"/>
                  </a:lnTo>
                  <a:lnTo>
                    <a:pt x="135" y="114"/>
                  </a:lnTo>
                  <a:lnTo>
                    <a:pt x="133" y="114"/>
                  </a:lnTo>
                  <a:lnTo>
                    <a:pt x="133" y="114"/>
                  </a:lnTo>
                  <a:lnTo>
                    <a:pt x="133" y="114"/>
                  </a:lnTo>
                  <a:lnTo>
                    <a:pt x="133" y="117"/>
                  </a:lnTo>
                  <a:lnTo>
                    <a:pt x="133" y="117"/>
                  </a:lnTo>
                  <a:lnTo>
                    <a:pt x="133" y="117"/>
                  </a:lnTo>
                  <a:lnTo>
                    <a:pt x="133" y="117"/>
                  </a:lnTo>
                  <a:lnTo>
                    <a:pt x="133" y="119"/>
                  </a:lnTo>
                  <a:lnTo>
                    <a:pt x="133" y="119"/>
                  </a:lnTo>
                  <a:lnTo>
                    <a:pt x="131" y="119"/>
                  </a:lnTo>
                  <a:lnTo>
                    <a:pt x="131" y="121"/>
                  </a:lnTo>
                  <a:lnTo>
                    <a:pt x="131" y="121"/>
                  </a:lnTo>
                  <a:lnTo>
                    <a:pt x="131" y="121"/>
                  </a:lnTo>
                  <a:lnTo>
                    <a:pt x="131" y="121"/>
                  </a:lnTo>
                  <a:lnTo>
                    <a:pt x="128" y="121"/>
                  </a:lnTo>
                  <a:lnTo>
                    <a:pt x="128" y="124"/>
                  </a:lnTo>
                  <a:lnTo>
                    <a:pt x="131" y="124"/>
                  </a:lnTo>
                  <a:lnTo>
                    <a:pt x="131" y="124"/>
                  </a:lnTo>
                  <a:lnTo>
                    <a:pt x="131" y="124"/>
                  </a:lnTo>
                  <a:lnTo>
                    <a:pt x="128" y="124"/>
                  </a:lnTo>
                  <a:lnTo>
                    <a:pt x="128" y="126"/>
                  </a:lnTo>
                  <a:lnTo>
                    <a:pt x="128" y="126"/>
                  </a:lnTo>
                  <a:lnTo>
                    <a:pt x="128" y="128"/>
                  </a:lnTo>
                  <a:lnTo>
                    <a:pt x="128" y="128"/>
                  </a:lnTo>
                  <a:lnTo>
                    <a:pt x="128" y="128"/>
                  </a:lnTo>
                  <a:lnTo>
                    <a:pt x="128" y="131"/>
                  </a:lnTo>
                  <a:lnTo>
                    <a:pt x="128" y="131"/>
                  </a:lnTo>
                  <a:lnTo>
                    <a:pt x="128" y="133"/>
                  </a:lnTo>
                  <a:lnTo>
                    <a:pt x="126" y="133"/>
                  </a:lnTo>
                  <a:lnTo>
                    <a:pt x="126" y="133"/>
                  </a:lnTo>
                  <a:lnTo>
                    <a:pt x="126" y="133"/>
                  </a:lnTo>
                  <a:lnTo>
                    <a:pt x="126" y="135"/>
                  </a:lnTo>
                  <a:lnTo>
                    <a:pt x="126" y="135"/>
                  </a:lnTo>
                  <a:lnTo>
                    <a:pt x="126" y="135"/>
                  </a:lnTo>
                  <a:lnTo>
                    <a:pt x="126" y="135"/>
                  </a:lnTo>
                  <a:lnTo>
                    <a:pt x="126" y="138"/>
                  </a:lnTo>
                  <a:lnTo>
                    <a:pt x="126" y="138"/>
                  </a:lnTo>
                  <a:lnTo>
                    <a:pt x="126" y="140"/>
                  </a:lnTo>
                  <a:lnTo>
                    <a:pt x="126" y="140"/>
                  </a:lnTo>
                  <a:lnTo>
                    <a:pt x="128" y="140"/>
                  </a:lnTo>
                  <a:lnTo>
                    <a:pt x="128" y="143"/>
                  </a:lnTo>
                  <a:lnTo>
                    <a:pt x="128" y="143"/>
                  </a:lnTo>
                  <a:lnTo>
                    <a:pt x="128" y="145"/>
                  </a:lnTo>
                  <a:lnTo>
                    <a:pt x="126" y="145"/>
                  </a:lnTo>
                  <a:lnTo>
                    <a:pt x="126" y="145"/>
                  </a:lnTo>
                  <a:lnTo>
                    <a:pt x="126" y="145"/>
                  </a:lnTo>
                  <a:lnTo>
                    <a:pt x="128" y="145"/>
                  </a:lnTo>
                  <a:lnTo>
                    <a:pt x="128" y="147"/>
                  </a:lnTo>
                  <a:lnTo>
                    <a:pt x="128" y="147"/>
                  </a:lnTo>
                  <a:lnTo>
                    <a:pt x="128" y="147"/>
                  </a:lnTo>
                  <a:lnTo>
                    <a:pt x="128" y="150"/>
                  </a:lnTo>
                  <a:lnTo>
                    <a:pt x="128" y="150"/>
                  </a:lnTo>
                  <a:lnTo>
                    <a:pt x="128" y="152"/>
                  </a:lnTo>
                  <a:lnTo>
                    <a:pt x="131" y="152"/>
                  </a:lnTo>
                  <a:lnTo>
                    <a:pt x="131" y="152"/>
                  </a:lnTo>
                  <a:lnTo>
                    <a:pt x="131" y="154"/>
                  </a:lnTo>
                  <a:lnTo>
                    <a:pt x="128" y="154"/>
                  </a:lnTo>
                  <a:lnTo>
                    <a:pt x="128" y="154"/>
                  </a:lnTo>
                  <a:lnTo>
                    <a:pt x="126" y="154"/>
                  </a:lnTo>
                  <a:lnTo>
                    <a:pt x="126" y="154"/>
                  </a:lnTo>
                  <a:lnTo>
                    <a:pt x="126" y="154"/>
                  </a:lnTo>
                  <a:lnTo>
                    <a:pt x="126" y="154"/>
                  </a:lnTo>
                  <a:lnTo>
                    <a:pt x="123" y="154"/>
                  </a:lnTo>
                  <a:lnTo>
                    <a:pt x="123" y="154"/>
                  </a:lnTo>
                  <a:lnTo>
                    <a:pt x="123" y="154"/>
                  </a:lnTo>
                  <a:lnTo>
                    <a:pt x="121" y="154"/>
                  </a:lnTo>
                  <a:lnTo>
                    <a:pt x="121" y="154"/>
                  </a:lnTo>
                  <a:lnTo>
                    <a:pt x="119" y="154"/>
                  </a:lnTo>
                  <a:lnTo>
                    <a:pt x="119" y="154"/>
                  </a:lnTo>
                  <a:lnTo>
                    <a:pt x="119" y="154"/>
                  </a:lnTo>
                  <a:lnTo>
                    <a:pt x="116" y="154"/>
                  </a:lnTo>
                  <a:lnTo>
                    <a:pt x="116" y="154"/>
                  </a:lnTo>
                  <a:lnTo>
                    <a:pt x="116" y="154"/>
                  </a:lnTo>
                  <a:lnTo>
                    <a:pt x="116" y="154"/>
                  </a:lnTo>
                  <a:lnTo>
                    <a:pt x="114" y="154"/>
                  </a:lnTo>
                  <a:lnTo>
                    <a:pt x="114" y="154"/>
                  </a:lnTo>
                  <a:lnTo>
                    <a:pt x="114" y="157"/>
                  </a:lnTo>
                  <a:lnTo>
                    <a:pt x="112" y="157"/>
                  </a:lnTo>
                  <a:lnTo>
                    <a:pt x="112" y="157"/>
                  </a:lnTo>
                  <a:lnTo>
                    <a:pt x="112" y="157"/>
                  </a:lnTo>
                  <a:lnTo>
                    <a:pt x="112" y="157"/>
                  </a:lnTo>
                  <a:lnTo>
                    <a:pt x="109" y="157"/>
                  </a:lnTo>
                  <a:lnTo>
                    <a:pt x="109" y="157"/>
                  </a:lnTo>
                  <a:lnTo>
                    <a:pt x="107" y="157"/>
                  </a:lnTo>
                  <a:lnTo>
                    <a:pt x="107" y="159"/>
                  </a:lnTo>
                  <a:lnTo>
                    <a:pt x="107" y="159"/>
                  </a:lnTo>
                  <a:lnTo>
                    <a:pt x="107" y="159"/>
                  </a:lnTo>
                  <a:lnTo>
                    <a:pt x="107" y="159"/>
                  </a:lnTo>
                  <a:lnTo>
                    <a:pt x="107" y="162"/>
                  </a:lnTo>
                  <a:lnTo>
                    <a:pt x="105" y="162"/>
                  </a:lnTo>
                  <a:lnTo>
                    <a:pt x="105" y="162"/>
                  </a:lnTo>
                  <a:lnTo>
                    <a:pt x="105" y="162"/>
                  </a:lnTo>
                  <a:lnTo>
                    <a:pt x="105" y="164"/>
                  </a:lnTo>
                  <a:lnTo>
                    <a:pt x="105" y="164"/>
                  </a:lnTo>
                  <a:lnTo>
                    <a:pt x="105" y="164"/>
                  </a:lnTo>
                  <a:lnTo>
                    <a:pt x="105" y="164"/>
                  </a:lnTo>
                  <a:lnTo>
                    <a:pt x="105" y="166"/>
                  </a:lnTo>
                  <a:lnTo>
                    <a:pt x="105" y="166"/>
                  </a:lnTo>
                  <a:lnTo>
                    <a:pt x="102" y="166"/>
                  </a:lnTo>
                  <a:lnTo>
                    <a:pt x="102" y="169"/>
                  </a:lnTo>
                  <a:lnTo>
                    <a:pt x="102" y="169"/>
                  </a:lnTo>
                  <a:lnTo>
                    <a:pt x="102" y="171"/>
                  </a:lnTo>
                  <a:lnTo>
                    <a:pt x="102" y="171"/>
                  </a:lnTo>
                  <a:lnTo>
                    <a:pt x="102" y="171"/>
                  </a:lnTo>
                  <a:lnTo>
                    <a:pt x="102" y="173"/>
                  </a:lnTo>
                  <a:lnTo>
                    <a:pt x="102" y="173"/>
                  </a:lnTo>
                  <a:lnTo>
                    <a:pt x="102" y="173"/>
                  </a:lnTo>
                  <a:lnTo>
                    <a:pt x="102" y="176"/>
                  </a:lnTo>
                  <a:lnTo>
                    <a:pt x="100" y="176"/>
                  </a:lnTo>
                  <a:lnTo>
                    <a:pt x="100" y="176"/>
                  </a:lnTo>
                  <a:lnTo>
                    <a:pt x="100" y="176"/>
                  </a:lnTo>
                  <a:lnTo>
                    <a:pt x="100" y="176"/>
                  </a:lnTo>
                  <a:lnTo>
                    <a:pt x="100" y="178"/>
                  </a:lnTo>
                  <a:lnTo>
                    <a:pt x="97" y="178"/>
                  </a:lnTo>
                  <a:lnTo>
                    <a:pt x="97" y="178"/>
                  </a:lnTo>
                  <a:lnTo>
                    <a:pt x="97" y="178"/>
                  </a:lnTo>
                  <a:lnTo>
                    <a:pt x="97" y="181"/>
                  </a:lnTo>
                  <a:lnTo>
                    <a:pt x="97" y="181"/>
                  </a:lnTo>
                  <a:lnTo>
                    <a:pt x="97" y="181"/>
                  </a:lnTo>
                  <a:lnTo>
                    <a:pt x="95" y="181"/>
                  </a:lnTo>
                  <a:lnTo>
                    <a:pt x="95" y="181"/>
                  </a:lnTo>
                  <a:lnTo>
                    <a:pt x="95" y="181"/>
                  </a:lnTo>
                  <a:lnTo>
                    <a:pt x="93" y="181"/>
                  </a:lnTo>
                  <a:lnTo>
                    <a:pt x="93" y="181"/>
                  </a:lnTo>
                  <a:lnTo>
                    <a:pt x="93" y="181"/>
                  </a:lnTo>
                  <a:lnTo>
                    <a:pt x="90" y="181"/>
                  </a:lnTo>
                  <a:lnTo>
                    <a:pt x="90" y="181"/>
                  </a:lnTo>
                  <a:lnTo>
                    <a:pt x="90" y="181"/>
                  </a:lnTo>
                  <a:lnTo>
                    <a:pt x="88" y="181"/>
                  </a:lnTo>
                  <a:lnTo>
                    <a:pt x="88" y="181"/>
                  </a:lnTo>
                  <a:lnTo>
                    <a:pt x="88" y="181"/>
                  </a:lnTo>
                  <a:lnTo>
                    <a:pt x="86" y="181"/>
                  </a:lnTo>
                  <a:lnTo>
                    <a:pt x="86" y="181"/>
                  </a:lnTo>
                  <a:lnTo>
                    <a:pt x="86" y="181"/>
                  </a:lnTo>
                  <a:lnTo>
                    <a:pt x="83" y="181"/>
                  </a:lnTo>
                  <a:lnTo>
                    <a:pt x="83" y="181"/>
                  </a:lnTo>
                  <a:lnTo>
                    <a:pt x="83" y="181"/>
                  </a:lnTo>
                  <a:lnTo>
                    <a:pt x="81" y="181"/>
                  </a:lnTo>
                  <a:lnTo>
                    <a:pt x="81" y="181"/>
                  </a:lnTo>
                  <a:lnTo>
                    <a:pt x="81" y="183"/>
                  </a:lnTo>
                  <a:lnTo>
                    <a:pt x="79" y="183"/>
                  </a:lnTo>
                  <a:lnTo>
                    <a:pt x="79" y="183"/>
                  </a:lnTo>
                  <a:lnTo>
                    <a:pt x="79" y="183"/>
                  </a:lnTo>
                  <a:lnTo>
                    <a:pt x="79" y="183"/>
                  </a:lnTo>
                  <a:lnTo>
                    <a:pt x="79" y="183"/>
                  </a:lnTo>
                  <a:lnTo>
                    <a:pt x="76" y="183"/>
                  </a:lnTo>
                  <a:lnTo>
                    <a:pt x="76" y="185"/>
                  </a:lnTo>
                  <a:lnTo>
                    <a:pt x="76" y="185"/>
                  </a:lnTo>
                  <a:lnTo>
                    <a:pt x="76" y="185"/>
                  </a:lnTo>
                  <a:lnTo>
                    <a:pt x="76" y="188"/>
                  </a:lnTo>
                  <a:lnTo>
                    <a:pt x="74" y="188"/>
                  </a:lnTo>
                  <a:lnTo>
                    <a:pt x="74" y="188"/>
                  </a:lnTo>
                  <a:lnTo>
                    <a:pt x="74" y="188"/>
                  </a:lnTo>
                  <a:lnTo>
                    <a:pt x="74" y="190"/>
                  </a:lnTo>
                  <a:lnTo>
                    <a:pt x="74" y="190"/>
                  </a:lnTo>
                  <a:lnTo>
                    <a:pt x="74" y="190"/>
                  </a:lnTo>
                  <a:lnTo>
                    <a:pt x="74" y="192"/>
                  </a:lnTo>
                  <a:lnTo>
                    <a:pt x="74" y="192"/>
                  </a:lnTo>
                  <a:lnTo>
                    <a:pt x="74" y="192"/>
                  </a:lnTo>
                  <a:lnTo>
                    <a:pt x="74" y="192"/>
                  </a:lnTo>
                  <a:lnTo>
                    <a:pt x="74" y="192"/>
                  </a:lnTo>
                  <a:lnTo>
                    <a:pt x="74" y="195"/>
                  </a:lnTo>
                  <a:lnTo>
                    <a:pt x="74" y="195"/>
                  </a:lnTo>
                  <a:lnTo>
                    <a:pt x="74" y="195"/>
                  </a:lnTo>
                  <a:lnTo>
                    <a:pt x="74" y="197"/>
                  </a:lnTo>
                  <a:lnTo>
                    <a:pt x="74" y="197"/>
                  </a:lnTo>
                  <a:lnTo>
                    <a:pt x="74" y="197"/>
                  </a:lnTo>
                  <a:lnTo>
                    <a:pt x="74" y="199"/>
                  </a:lnTo>
                  <a:lnTo>
                    <a:pt x="71" y="199"/>
                  </a:lnTo>
                  <a:lnTo>
                    <a:pt x="71" y="199"/>
                  </a:lnTo>
                  <a:lnTo>
                    <a:pt x="71" y="199"/>
                  </a:lnTo>
                  <a:lnTo>
                    <a:pt x="71" y="202"/>
                  </a:lnTo>
                  <a:lnTo>
                    <a:pt x="71" y="202"/>
                  </a:lnTo>
                  <a:lnTo>
                    <a:pt x="71" y="202"/>
                  </a:lnTo>
                  <a:lnTo>
                    <a:pt x="69" y="202"/>
                  </a:lnTo>
                  <a:lnTo>
                    <a:pt x="69" y="204"/>
                  </a:lnTo>
                  <a:lnTo>
                    <a:pt x="69" y="204"/>
                  </a:lnTo>
                  <a:lnTo>
                    <a:pt x="67" y="204"/>
                  </a:lnTo>
                  <a:lnTo>
                    <a:pt x="67" y="204"/>
                  </a:lnTo>
                  <a:lnTo>
                    <a:pt x="67" y="204"/>
                  </a:lnTo>
                  <a:lnTo>
                    <a:pt x="67" y="204"/>
                  </a:lnTo>
                  <a:lnTo>
                    <a:pt x="64" y="204"/>
                  </a:lnTo>
                  <a:lnTo>
                    <a:pt x="64" y="204"/>
                  </a:lnTo>
                  <a:lnTo>
                    <a:pt x="64" y="204"/>
                  </a:lnTo>
                  <a:lnTo>
                    <a:pt x="64" y="204"/>
                  </a:lnTo>
                  <a:lnTo>
                    <a:pt x="62" y="204"/>
                  </a:lnTo>
                  <a:lnTo>
                    <a:pt x="62" y="204"/>
                  </a:lnTo>
                  <a:lnTo>
                    <a:pt x="62" y="204"/>
                  </a:lnTo>
                  <a:lnTo>
                    <a:pt x="60" y="204"/>
                  </a:lnTo>
                  <a:lnTo>
                    <a:pt x="60" y="204"/>
                  </a:lnTo>
                  <a:lnTo>
                    <a:pt x="60" y="204"/>
                  </a:lnTo>
                  <a:lnTo>
                    <a:pt x="60" y="204"/>
                  </a:lnTo>
                  <a:lnTo>
                    <a:pt x="57" y="204"/>
                  </a:lnTo>
                  <a:lnTo>
                    <a:pt x="57" y="204"/>
                  </a:lnTo>
                  <a:lnTo>
                    <a:pt x="57" y="204"/>
                  </a:lnTo>
                  <a:lnTo>
                    <a:pt x="55" y="204"/>
                  </a:lnTo>
                  <a:lnTo>
                    <a:pt x="55" y="204"/>
                  </a:lnTo>
                  <a:lnTo>
                    <a:pt x="52" y="204"/>
                  </a:lnTo>
                  <a:lnTo>
                    <a:pt x="52" y="204"/>
                  </a:lnTo>
                  <a:lnTo>
                    <a:pt x="52" y="204"/>
                  </a:lnTo>
                  <a:lnTo>
                    <a:pt x="50" y="204"/>
                  </a:lnTo>
                  <a:lnTo>
                    <a:pt x="50" y="204"/>
                  </a:lnTo>
                  <a:lnTo>
                    <a:pt x="50" y="204"/>
                  </a:lnTo>
                  <a:lnTo>
                    <a:pt x="50" y="204"/>
                  </a:lnTo>
                  <a:lnTo>
                    <a:pt x="48" y="204"/>
                  </a:lnTo>
                  <a:lnTo>
                    <a:pt x="48" y="204"/>
                  </a:lnTo>
                  <a:lnTo>
                    <a:pt x="48" y="204"/>
                  </a:lnTo>
                  <a:lnTo>
                    <a:pt x="45" y="204"/>
                  </a:lnTo>
                  <a:lnTo>
                    <a:pt x="45" y="207"/>
                  </a:lnTo>
                  <a:lnTo>
                    <a:pt x="45" y="207"/>
                  </a:lnTo>
                  <a:lnTo>
                    <a:pt x="45" y="207"/>
                  </a:lnTo>
                  <a:lnTo>
                    <a:pt x="43" y="207"/>
                  </a:lnTo>
                  <a:lnTo>
                    <a:pt x="43" y="207"/>
                  </a:lnTo>
                  <a:lnTo>
                    <a:pt x="43" y="207"/>
                  </a:lnTo>
                  <a:lnTo>
                    <a:pt x="43" y="207"/>
                  </a:lnTo>
                  <a:lnTo>
                    <a:pt x="41" y="207"/>
                  </a:lnTo>
                  <a:lnTo>
                    <a:pt x="41" y="209"/>
                  </a:lnTo>
                  <a:lnTo>
                    <a:pt x="41" y="209"/>
                  </a:lnTo>
                  <a:lnTo>
                    <a:pt x="41" y="209"/>
                  </a:lnTo>
                  <a:lnTo>
                    <a:pt x="38" y="209"/>
                  </a:lnTo>
                  <a:lnTo>
                    <a:pt x="38" y="209"/>
                  </a:lnTo>
                  <a:lnTo>
                    <a:pt x="38" y="211"/>
                  </a:lnTo>
                  <a:lnTo>
                    <a:pt x="38" y="211"/>
                  </a:lnTo>
                  <a:lnTo>
                    <a:pt x="36" y="211"/>
                  </a:lnTo>
                  <a:lnTo>
                    <a:pt x="36" y="209"/>
                  </a:lnTo>
                  <a:lnTo>
                    <a:pt x="36" y="209"/>
                  </a:lnTo>
                  <a:lnTo>
                    <a:pt x="34" y="209"/>
                  </a:lnTo>
                  <a:lnTo>
                    <a:pt x="34" y="211"/>
                  </a:lnTo>
                  <a:lnTo>
                    <a:pt x="34" y="211"/>
                  </a:lnTo>
                  <a:lnTo>
                    <a:pt x="34" y="211"/>
                  </a:lnTo>
                  <a:lnTo>
                    <a:pt x="31" y="211"/>
                  </a:lnTo>
                  <a:lnTo>
                    <a:pt x="31" y="211"/>
                  </a:lnTo>
                  <a:lnTo>
                    <a:pt x="31" y="211"/>
                  </a:lnTo>
                  <a:lnTo>
                    <a:pt x="31" y="211"/>
                  </a:lnTo>
                  <a:lnTo>
                    <a:pt x="29" y="211"/>
                  </a:lnTo>
                  <a:lnTo>
                    <a:pt x="29" y="211"/>
                  </a:lnTo>
                  <a:lnTo>
                    <a:pt x="29" y="214"/>
                  </a:lnTo>
                  <a:lnTo>
                    <a:pt x="26" y="214"/>
                  </a:lnTo>
                  <a:lnTo>
                    <a:pt x="26" y="214"/>
                  </a:lnTo>
                  <a:lnTo>
                    <a:pt x="26" y="211"/>
                  </a:lnTo>
                  <a:lnTo>
                    <a:pt x="26" y="211"/>
                  </a:lnTo>
                  <a:lnTo>
                    <a:pt x="26" y="211"/>
                  </a:lnTo>
                  <a:lnTo>
                    <a:pt x="24" y="211"/>
                  </a:lnTo>
                  <a:lnTo>
                    <a:pt x="24" y="209"/>
                  </a:lnTo>
                  <a:lnTo>
                    <a:pt x="24" y="209"/>
                  </a:lnTo>
                  <a:lnTo>
                    <a:pt x="24" y="209"/>
                  </a:lnTo>
                  <a:lnTo>
                    <a:pt x="24" y="207"/>
                  </a:lnTo>
                  <a:lnTo>
                    <a:pt x="24" y="207"/>
                  </a:lnTo>
                  <a:lnTo>
                    <a:pt x="24" y="207"/>
                  </a:lnTo>
                  <a:lnTo>
                    <a:pt x="22" y="207"/>
                  </a:lnTo>
                  <a:lnTo>
                    <a:pt x="22" y="204"/>
                  </a:lnTo>
                  <a:lnTo>
                    <a:pt x="22" y="204"/>
                  </a:lnTo>
                  <a:lnTo>
                    <a:pt x="22" y="204"/>
                  </a:lnTo>
                  <a:lnTo>
                    <a:pt x="19" y="204"/>
                  </a:lnTo>
                  <a:lnTo>
                    <a:pt x="19" y="204"/>
                  </a:lnTo>
                  <a:lnTo>
                    <a:pt x="19" y="204"/>
                  </a:lnTo>
                  <a:lnTo>
                    <a:pt x="19" y="202"/>
                  </a:lnTo>
                  <a:lnTo>
                    <a:pt x="19" y="202"/>
                  </a:lnTo>
                  <a:lnTo>
                    <a:pt x="19" y="202"/>
                  </a:lnTo>
                  <a:lnTo>
                    <a:pt x="19" y="199"/>
                  </a:lnTo>
                  <a:lnTo>
                    <a:pt x="19" y="199"/>
                  </a:lnTo>
                  <a:lnTo>
                    <a:pt x="19" y="197"/>
                  </a:lnTo>
                  <a:lnTo>
                    <a:pt x="19" y="197"/>
                  </a:lnTo>
                  <a:lnTo>
                    <a:pt x="19" y="197"/>
                  </a:lnTo>
                  <a:lnTo>
                    <a:pt x="19" y="195"/>
                  </a:lnTo>
                  <a:lnTo>
                    <a:pt x="19" y="195"/>
                  </a:lnTo>
                  <a:lnTo>
                    <a:pt x="19" y="192"/>
                  </a:lnTo>
                  <a:lnTo>
                    <a:pt x="19" y="192"/>
                  </a:lnTo>
                  <a:lnTo>
                    <a:pt x="19" y="192"/>
                  </a:lnTo>
                  <a:lnTo>
                    <a:pt x="17" y="192"/>
                  </a:lnTo>
                  <a:lnTo>
                    <a:pt x="17" y="192"/>
                  </a:lnTo>
                  <a:lnTo>
                    <a:pt x="17" y="190"/>
                  </a:lnTo>
                  <a:lnTo>
                    <a:pt x="17" y="190"/>
                  </a:lnTo>
                  <a:lnTo>
                    <a:pt x="17" y="190"/>
                  </a:lnTo>
                  <a:lnTo>
                    <a:pt x="17" y="190"/>
                  </a:lnTo>
                  <a:lnTo>
                    <a:pt x="17" y="188"/>
                  </a:lnTo>
                  <a:lnTo>
                    <a:pt x="15" y="188"/>
                  </a:lnTo>
                  <a:lnTo>
                    <a:pt x="15" y="188"/>
                  </a:lnTo>
                  <a:lnTo>
                    <a:pt x="15" y="185"/>
                  </a:lnTo>
                  <a:lnTo>
                    <a:pt x="15" y="185"/>
                  </a:lnTo>
                  <a:lnTo>
                    <a:pt x="15" y="185"/>
                  </a:lnTo>
                  <a:lnTo>
                    <a:pt x="12" y="185"/>
                  </a:lnTo>
                  <a:lnTo>
                    <a:pt x="12" y="183"/>
                  </a:lnTo>
                  <a:lnTo>
                    <a:pt x="12" y="183"/>
                  </a:lnTo>
                  <a:lnTo>
                    <a:pt x="12" y="183"/>
                  </a:lnTo>
                  <a:lnTo>
                    <a:pt x="12" y="183"/>
                  </a:lnTo>
                  <a:lnTo>
                    <a:pt x="12" y="183"/>
                  </a:lnTo>
                  <a:lnTo>
                    <a:pt x="12" y="181"/>
                  </a:lnTo>
                  <a:lnTo>
                    <a:pt x="12" y="181"/>
                  </a:lnTo>
                  <a:lnTo>
                    <a:pt x="10" y="181"/>
                  </a:lnTo>
                  <a:lnTo>
                    <a:pt x="10" y="178"/>
                  </a:lnTo>
                  <a:lnTo>
                    <a:pt x="10" y="178"/>
                  </a:lnTo>
                  <a:lnTo>
                    <a:pt x="10" y="178"/>
                  </a:lnTo>
                  <a:lnTo>
                    <a:pt x="10" y="178"/>
                  </a:lnTo>
                  <a:lnTo>
                    <a:pt x="10" y="176"/>
                  </a:lnTo>
                  <a:lnTo>
                    <a:pt x="10" y="176"/>
                  </a:lnTo>
                  <a:lnTo>
                    <a:pt x="8" y="176"/>
                  </a:lnTo>
                  <a:lnTo>
                    <a:pt x="8" y="173"/>
                  </a:lnTo>
                  <a:lnTo>
                    <a:pt x="8" y="173"/>
                  </a:lnTo>
                  <a:lnTo>
                    <a:pt x="8" y="173"/>
                  </a:lnTo>
                  <a:lnTo>
                    <a:pt x="8" y="173"/>
                  </a:lnTo>
                  <a:lnTo>
                    <a:pt x="5" y="173"/>
                  </a:lnTo>
                  <a:lnTo>
                    <a:pt x="5" y="171"/>
                  </a:lnTo>
                  <a:lnTo>
                    <a:pt x="5" y="171"/>
                  </a:lnTo>
                  <a:lnTo>
                    <a:pt x="5" y="171"/>
                  </a:lnTo>
                  <a:lnTo>
                    <a:pt x="5" y="169"/>
                  </a:lnTo>
                  <a:lnTo>
                    <a:pt x="5" y="169"/>
                  </a:lnTo>
                  <a:lnTo>
                    <a:pt x="5" y="169"/>
                  </a:lnTo>
                  <a:lnTo>
                    <a:pt x="3" y="169"/>
                  </a:lnTo>
                  <a:lnTo>
                    <a:pt x="3" y="166"/>
                  </a:lnTo>
                  <a:lnTo>
                    <a:pt x="3" y="166"/>
                  </a:lnTo>
                  <a:lnTo>
                    <a:pt x="3" y="166"/>
                  </a:lnTo>
                  <a:lnTo>
                    <a:pt x="3" y="164"/>
                  </a:lnTo>
                  <a:lnTo>
                    <a:pt x="0" y="164"/>
                  </a:lnTo>
                  <a:lnTo>
                    <a:pt x="0" y="164"/>
                  </a:lnTo>
                  <a:lnTo>
                    <a:pt x="0" y="164"/>
                  </a:lnTo>
                  <a:lnTo>
                    <a:pt x="0" y="164"/>
                  </a:lnTo>
                  <a:lnTo>
                    <a:pt x="0" y="162"/>
                  </a:lnTo>
                  <a:lnTo>
                    <a:pt x="0" y="162"/>
                  </a:lnTo>
                  <a:lnTo>
                    <a:pt x="0" y="162"/>
                  </a:lnTo>
                  <a:lnTo>
                    <a:pt x="0" y="159"/>
                  </a:lnTo>
                  <a:lnTo>
                    <a:pt x="0" y="159"/>
                  </a:lnTo>
                  <a:lnTo>
                    <a:pt x="0" y="157"/>
                  </a:lnTo>
                  <a:lnTo>
                    <a:pt x="3" y="157"/>
                  </a:lnTo>
                  <a:lnTo>
                    <a:pt x="3" y="157"/>
                  </a:lnTo>
                  <a:lnTo>
                    <a:pt x="3" y="154"/>
                  </a:lnTo>
                  <a:lnTo>
                    <a:pt x="3" y="154"/>
                  </a:lnTo>
                  <a:lnTo>
                    <a:pt x="3" y="154"/>
                  </a:lnTo>
                  <a:lnTo>
                    <a:pt x="3" y="154"/>
                  </a:lnTo>
                  <a:lnTo>
                    <a:pt x="3" y="152"/>
                  </a:lnTo>
                  <a:lnTo>
                    <a:pt x="5" y="152"/>
                  </a:lnTo>
                  <a:lnTo>
                    <a:pt x="5" y="152"/>
                  </a:lnTo>
                  <a:lnTo>
                    <a:pt x="5" y="152"/>
                  </a:lnTo>
                  <a:lnTo>
                    <a:pt x="5" y="152"/>
                  </a:lnTo>
                  <a:lnTo>
                    <a:pt x="8" y="152"/>
                  </a:lnTo>
                  <a:lnTo>
                    <a:pt x="8" y="150"/>
                  </a:lnTo>
                  <a:lnTo>
                    <a:pt x="8" y="150"/>
                  </a:lnTo>
                  <a:lnTo>
                    <a:pt x="10" y="150"/>
                  </a:lnTo>
                  <a:lnTo>
                    <a:pt x="10" y="150"/>
                  </a:lnTo>
                  <a:lnTo>
                    <a:pt x="10" y="150"/>
                  </a:lnTo>
                  <a:lnTo>
                    <a:pt x="10" y="150"/>
                  </a:lnTo>
                  <a:lnTo>
                    <a:pt x="12" y="150"/>
                  </a:lnTo>
                  <a:lnTo>
                    <a:pt x="12" y="150"/>
                  </a:lnTo>
                  <a:lnTo>
                    <a:pt x="12" y="147"/>
                  </a:lnTo>
                  <a:lnTo>
                    <a:pt x="12" y="147"/>
                  </a:lnTo>
                  <a:lnTo>
                    <a:pt x="15" y="147"/>
                  </a:lnTo>
                  <a:lnTo>
                    <a:pt x="15" y="147"/>
                  </a:lnTo>
                  <a:lnTo>
                    <a:pt x="15" y="147"/>
                  </a:lnTo>
                  <a:lnTo>
                    <a:pt x="17" y="147"/>
                  </a:lnTo>
                  <a:lnTo>
                    <a:pt x="17" y="147"/>
                  </a:lnTo>
                  <a:lnTo>
                    <a:pt x="17" y="147"/>
                  </a:lnTo>
                  <a:lnTo>
                    <a:pt x="17" y="145"/>
                  </a:lnTo>
                  <a:lnTo>
                    <a:pt x="19" y="145"/>
                  </a:lnTo>
                  <a:lnTo>
                    <a:pt x="19" y="145"/>
                  </a:lnTo>
                  <a:lnTo>
                    <a:pt x="19" y="145"/>
                  </a:lnTo>
                  <a:lnTo>
                    <a:pt x="19" y="145"/>
                  </a:lnTo>
                  <a:lnTo>
                    <a:pt x="22" y="145"/>
                  </a:lnTo>
                  <a:lnTo>
                    <a:pt x="22" y="145"/>
                  </a:lnTo>
                  <a:lnTo>
                    <a:pt x="24" y="145"/>
                  </a:lnTo>
                  <a:lnTo>
                    <a:pt x="24" y="145"/>
                  </a:lnTo>
                  <a:lnTo>
                    <a:pt x="24" y="145"/>
                  </a:lnTo>
                  <a:lnTo>
                    <a:pt x="24" y="145"/>
                  </a:lnTo>
                  <a:lnTo>
                    <a:pt x="26" y="145"/>
                  </a:lnTo>
                  <a:lnTo>
                    <a:pt x="26" y="143"/>
                  </a:lnTo>
                  <a:lnTo>
                    <a:pt x="26" y="143"/>
                  </a:lnTo>
                  <a:lnTo>
                    <a:pt x="26" y="143"/>
                  </a:lnTo>
                  <a:lnTo>
                    <a:pt x="29" y="143"/>
                  </a:lnTo>
                  <a:lnTo>
                    <a:pt x="29" y="143"/>
                  </a:lnTo>
                  <a:lnTo>
                    <a:pt x="29" y="143"/>
                  </a:lnTo>
                  <a:lnTo>
                    <a:pt x="31" y="143"/>
                  </a:lnTo>
                  <a:lnTo>
                    <a:pt x="31" y="143"/>
                  </a:lnTo>
                  <a:lnTo>
                    <a:pt x="31" y="140"/>
                  </a:lnTo>
                  <a:lnTo>
                    <a:pt x="31" y="140"/>
                  </a:lnTo>
                  <a:lnTo>
                    <a:pt x="34" y="140"/>
                  </a:lnTo>
                  <a:lnTo>
                    <a:pt x="34" y="140"/>
                  </a:lnTo>
                  <a:lnTo>
                    <a:pt x="34" y="140"/>
                  </a:lnTo>
                  <a:lnTo>
                    <a:pt x="34" y="140"/>
                  </a:lnTo>
                  <a:lnTo>
                    <a:pt x="36" y="140"/>
                  </a:lnTo>
                  <a:lnTo>
                    <a:pt x="36" y="140"/>
                  </a:lnTo>
                  <a:lnTo>
                    <a:pt x="36" y="138"/>
                  </a:lnTo>
                  <a:lnTo>
                    <a:pt x="38" y="138"/>
                  </a:lnTo>
                  <a:lnTo>
                    <a:pt x="38" y="138"/>
                  </a:lnTo>
                  <a:lnTo>
                    <a:pt x="38" y="138"/>
                  </a:lnTo>
                  <a:lnTo>
                    <a:pt x="38" y="138"/>
                  </a:lnTo>
                  <a:lnTo>
                    <a:pt x="41" y="138"/>
                  </a:lnTo>
                  <a:lnTo>
                    <a:pt x="41" y="138"/>
                  </a:lnTo>
                  <a:lnTo>
                    <a:pt x="43" y="138"/>
                  </a:lnTo>
                  <a:lnTo>
                    <a:pt x="43" y="135"/>
                  </a:lnTo>
                  <a:lnTo>
                    <a:pt x="43" y="135"/>
                  </a:lnTo>
                  <a:lnTo>
                    <a:pt x="43" y="135"/>
                  </a:lnTo>
                  <a:lnTo>
                    <a:pt x="45" y="135"/>
                  </a:lnTo>
                  <a:lnTo>
                    <a:pt x="45" y="135"/>
                  </a:lnTo>
                  <a:lnTo>
                    <a:pt x="45" y="135"/>
                  </a:lnTo>
                  <a:lnTo>
                    <a:pt x="45" y="135"/>
                  </a:lnTo>
                  <a:lnTo>
                    <a:pt x="48" y="135"/>
                  </a:lnTo>
                  <a:lnTo>
                    <a:pt x="48" y="135"/>
                  </a:lnTo>
                  <a:lnTo>
                    <a:pt x="48" y="135"/>
                  </a:lnTo>
                  <a:lnTo>
                    <a:pt x="50" y="135"/>
                  </a:lnTo>
                  <a:lnTo>
                    <a:pt x="50" y="135"/>
                  </a:lnTo>
                  <a:lnTo>
                    <a:pt x="50" y="133"/>
                  </a:lnTo>
                  <a:lnTo>
                    <a:pt x="50" y="133"/>
                  </a:lnTo>
                  <a:lnTo>
                    <a:pt x="52" y="133"/>
                  </a:lnTo>
                  <a:lnTo>
                    <a:pt x="52" y="133"/>
                  </a:lnTo>
                  <a:lnTo>
                    <a:pt x="52" y="133"/>
                  </a:lnTo>
                  <a:lnTo>
                    <a:pt x="52" y="133"/>
                  </a:lnTo>
                  <a:lnTo>
                    <a:pt x="55" y="133"/>
                  </a:lnTo>
                  <a:lnTo>
                    <a:pt x="55" y="133"/>
                  </a:lnTo>
                  <a:lnTo>
                    <a:pt x="55" y="131"/>
                  </a:lnTo>
                  <a:lnTo>
                    <a:pt x="57" y="131"/>
                  </a:lnTo>
                  <a:lnTo>
                    <a:pt x="57" y="131"/>
                  </a:lnTo>
                  <a:lnTo>
                    <a:pt x="57" y="131"/>
                  </a:lnTo>
                  <a:lnTo>
                    <a:pt x="57" y="131"/>
                  </a:lnTo>
                  <a:lnTo>
                    <a:pt x="60" y="131"/>
                  </a:lnTo>
                  <a:lnTo>
                    <a:pt x="60" y="131"/>
                  </a:lnTo>
                  <a:lnTo>
                    <a:pt x="60" y="131"/>
                  </a:lnTo>
                  <a:lnTo>
                    <a:pt x="60" y="128"/>
                  </a:lnTo>
                  <a:lnTo>
                    <a:pt x="62" y="128"/>
                  </a:lnTo>
                  <a:lnTo>
                    <a:pt x="62" y="128"/>
                  </a:lnTo>
                  <a:lnTo>
                    <a:pt x="64" y="128"/>
                  </a:lnTo>
                  <a:lnTo>
                    <a:pt x="64" y="128"/>
                  </a:lnTo>
                  <a:lnTo>
                    <a:pt x="64" y="128"/>
                  </a:lnTo>
                  <a:lnTo>
                    <a:pt x="64" y="128"/>
                  </a:lnTo>
                  <a:lnTo>
                    <a:pt x="67" y="128"/>
                  </a:lnTo>
                  <a:lnTo>
                    <a:pt x="67" y="128"/>
                  </a:lnTo>
                  <a:lnTo>
                    <a:pt x="67" y="126"/>
                  </a:lnTo>
                  <a:lnTo>
                    <a:pt x="67" y="126"/>
                  </a:lnTo>
                  <a:lnTo>
                    <a:pt x="67" y="126"/>
                  </a:lnTo>
                  <a:lnTo>
                    <a:pt x="67" y="124"/>
                  </a:lnTo>
                  <a:lnTo>
                    <a:pt x="69" y="124"/>
                  </a:lnTo>
                  <a:lnTo>
                    <a:pt x="69" y="124"/>
                  </a:lnTo>
                  <a:lnTo>
                    <a:pt x="69" y="124"/>
                  </a:lnTo>
                  <a:lnTo>
                    <a:pt x="69" y="121"/>
                  </a:lnTo>
                  <a:lnTo>
                    <a:pt x="69" y="121"/>
                  </a:lnTo>
                  <a:lnTo>
                    <a:pt x="69" y="121"/>
                  </a:lnTo>
                  <a:lnTo>
                    <a:pt x="69" y="119"/>
                  </a:lnTo>
                  <a:lnTo>
                    <a:pt x="69" y="119"/>
                  </a:lnTo>
                  <a:lnTo>
                    <a:pt x="71" y="119"/>
                  </a:lnTo>
                  <a:lnTo>
                    <a:pt x="71" y="117"/>
                  </a:lnTo>
                  <a:lnTo>
                    <a:pt x="71" y="117"/>
                  </a:lnTo>
                  <a:lnTo>
                    <a:pt x="71" y="114"/>
                  </a:lnTo>
                  <a:lnTo>
                    <a:pt x="71" y="114"/>
                  </a:lnTo>
                  <a:lnTo>
                    <a:pt x="71" y="114"/>
                  </a:lnTo>
                  <a:lnTo>
                    <a:pt x="71" y="114"/>
                  </a:lnTo>
                  <a:lnTo>
                    <a:pt x="71" y="112"/>
                  </a:lnTo>
                  <a:lnTo>
                    <a:pt x="71" y="112"/>
                  </a:lnTo>
                  <a:lnTo>
                    <a:pt x="71" y="112"/>
                  </a:lnTo>
                  <a:lnTo>
                    <a:pt x="71" y="109"/>
                  </a:lnTo>
                  <a:lnTo>
                    <a:pt x="71" y="109"/>
                  </a:lnTo>
                  <a:lnTo>
                    <a:pt x="74" y="109"/>
                  </a:lnTo>
                  <a:lnTo>
                    <a:pt x="74" y="107"/>
                  </a:lnTo>
                  <a:lnTo>
                    <a:pt x="74" y="107"/>
                  </a:lnTo>
                  <a:lnTo>
                    <a:pt x="74" y="105"/>
                  </a:lnTo>
                  <a:lnTo>
                    <a:pt x="74" y="105"/>
                  </a:lnTo>
                  <a:lnTo>
                    <a:pt x="74" y="105"/>
                  </a:lnTo>
                  <a:lnTo>
                    <a:pt x="74" y="105"/>
                  </a:lnTo>
                  <a:lnTo>
                    <a:pt x="74" y="102"/>
                  </a:lnTo>
                  <a:lnTo>
                    <a:pt x="74" y="102"/>
                  </a:lnTo>
                  <a:lnTo>
                    <a:pt x="74" y="102"/>
                  </a:lnTo>
                  <a:lnTo>
                    <a:pt x="74" y="100"/>
                  </a:lnTo>
                  <a:lnTo>
                    <a:pt x="74" y="100"/>
                  </a:lnTo>
                  <a:lnTo>
                    <a:pt x="76" y="100"/>
                  </a:lnTo>
                  <a:lnTo>
                    <a:pt x="76" y="98"/>
                  </a:lnTo>
                  <a:lnTo>
                    <a:pt x="76" y="98"/>
                  </a:lnTo>
                  <a:lnTo>
                    <a:pt x="76" y="95"/>
                  </a:lnTo>
                  <a:lnTo>
                    <a:pt x="76" y="95"/>
                  </a:lnTo>
                  <a:lnTo>
                    <a:pt x="76" y="95"/>
                  </a:lnTo>
                  <a:lnTo>
                    <a:pt x="76" y="95"/>
                  </a:lnTo>
                  <a:lnTo>
                    <a:pt x="76" y="93"/>
                  </a:lnTo>
                  <a:lnTo>
                    <a:pt x="79" y="93"/>
                  </a:lnTo>
                  <a:lnTo>
                    <a:pt x="79" y="93"/>
                  </a:lnTo>
                  <a:lnTo>
                    <a:pt x="79" y="90"/>
                  </a:lnTo>
                  <a:lnTo>
                    <a:pt x="79" y="90"/>
                  </a:lnTo>
                  <a:lnTo>
                    <a:pt x="79" y="90"/>
                  </a:lnTo>
                  <a:lnTo>
                    <a:pt x="79" y="88"/>
                  </a:lnTo>
                  <a:lnTo>
                    <a:pt x="79" y="88"/>
                  </a:lnTo>
                  <a:lnTo>
                    <a:pt x="79" y="88"/>
                  </a:lnTo>
                  <a:lnTo>
                    <a:pt x="79" y="86"/>
                  </a:lnTo>
                  <a:lnTo>
                    <a:pt x="79" y="86"/>
                  </a:lnTo>
                  <a:lnTo>
                    <a:pt x="79" y="86"/>
                  </a:lnTo>
                  <a:lnTo>
                    <a:pt x="81" y="86"/>
                  </a:lnTo>
                  <a:lnTo>
                    <a:pt x="81" y="83"/>
                  </a:lnTo>
                  <a:lnTo>
                    <a:pt x="81" y="83"/>
                  </a:lnTo>
                  <a:lnTo>
                    <a:pt x="81" y="81"/>
                  </a:lnTo>
                  <a:lnTo>
                    <a:pt x="81" y="81"/>
                  </a:lnTo>
                  <a:lnTo>
                    <a:pt x="81" y="81"/>
                  </a:lnTo>
                  <a:lnTo>
                    <a:pt x="81" y="79"/>
                  </a:lnTo>
                  <a:lnTo>
                    <a:pt x="81" y="79"/>
                  </a:lnTo>
                  <a:lnTo>
                    <a:pt x="83" y="79"/>
                  </a:lnTo>
                  <a:lnTo>
                    <a:pt x="83" y="76"/>
                  </a:lnTo>
                  <a:lnTo>
                    <a:pt x="83" y="76"/>
                  </a:lnTo>
                  <a:lnTo>
                    <a:pt x="83" y="74"/>
                  </a:lnTo>
                  <a:lnTo>
                    <a:pt x="81" y="74"/>
                  </a:lnTo>
                  <a:lnTo>
                    <a:pt x="81" y="74"/>
                  </a:lnTo>
                  <a:lnTo>
                    <a:pt x="81" y="74"/>
                  </a:lnTo>
                  <a:lnTo>
                    <a:pt x="81" y="74"/>
                  </a:lnTo>
                  <a:lnTo>
                    <a:pt x="81" y="72"/>
                  </a:lnTo>
                  <a:lnTo>
                    <a:pt x="79" y="72"/>
                  </a:lnTo>
                  <a:lnTo>
                    <a:pt x="79" y="72"/>
                  </a:lnTo>
                  <a:lnTo>
                    <a:pt x="79" y="72"/>
                  </a:lnTo>
                  <a:lnTo>
                    <a:pt x="79" y="69"/>
                  </a:lnTo>
                  <a:lnTo>
                    <a:pt x="79" y="69"/>
                  </a:lnTo>
                  <a:lnTo>
                    <a:pt x="79" y="69"/>
                  </a:lnTo>
                  <a:lnTo>
                    <a:pt x="79" y="67"/>
                  </a:lnTo>
                  <a:lnTo>
                    <a:pt x="79" y="67"/>
                  </a:lnTo>
                  <a:lnTo>
                    <a:pt x="76" y="67"/>
                  </a:lnTo>
                  <a:lnTo>
                    <a:pt x="76" y="64"/>
                  </a:lnTo>
                  <a:lnTo>
                    <a:pt x="76" y="64"/>
                  </a:lnTo>
                  <a:lnTo>
                    <a:pt x="76" y="64"/>
                  </a:lnTo>
                  <a:lnTo>
                    <a:pt x="76" y="64"/>
                  </a:lnTo>
                  <a:lnTo>
                    <a:pt x="74" y="64"/>
                  </a:lnTo>
                  <a:lnTo>
                    <a:pt x="74" y="62"/>
                  </a:lnTo>
                  <a:lnTo>
                    <a:pt x="74" y="62"/>
                  </a:lnTo>
                  <a:lnTo>
                    <a:pt x="74" y="62"/>
                  </a:lnTo>
                  <a:lnTo>
                    <a:pt x="74" y="60"/>
                  </a:lnTo>
                  <a:lnTo>
                    <a:pt x="74" y="60"/>
                  </a:lnTo>
                  <a:lnTo>
                    <a:pt x="74" y="60"/>
                  </a:lnTo>
                  <a:lnTo>
                    <a:pt x="71" y="60"/>
                  </a:lnTo>
                  <a:lnTo>
                    <a:pt x="71" y="57"/>
                  </a:lnTo>
                  <a:lnTo>
                    <a:pt x="71" y="57"/>
                  </a:lnTo>
                  <a:lnTo>
                    <a:pt x="71" y="55"/>
                  </a:lnTo>
                  <a:lnTo>
                    <a:pt x="71" y="55"/>
                  </a:lnTo>
                  <a:lnTo>
                    <a:pt x="71" y="55"/>
                  </a:lnTo>
                  <a:lnTo>
                    <a:pt x="71" y="53"/>
                  </a:lnTo>
                  <a:lnTo>
                    <a:pt x="71" y="53"/>
                  </a:lnTo>
                  <a:lnTo>
                    <a:pt x="71" y="50"/>
                  </a:lnTo>
                  <a:lnTo>
                    <a:pt x="71" y="50"/>
                  </a:lnTo>
                  <a:lnTo>
                    <a:pt x="74" y="50"/>
                  </a:lnTo>
                  <a:lnTo>
                    <a:pt x="74" y="48"/>
                  </a:lnTo>
                  <a:lnTo>
                    <a:pt x="74" y="48"/>
                  </a:lnTo>
                  <a:lnTo>
                    <a:pt x="74" y="45"/>
                  </a:lnTo>
                  <a:lnTo>
                    <a:pt x="74" y="45"/>
                  </a:lnTo>
                  <a:lnTo>
                    <a:pt x="74" y="45"/>
                  </a:lnTo>
                  <a:lnTo>
                    <a:pt x="74" y="45"/>
                  </a:lnTo>
                  <a:lnTo>
                    <a:pt x="74" y="45"/>
                  </a:lnTo>
                  <a:lnTo>
                    <a:pt x="74" y="43"/>
                  </a:lnTo>
                  <a:lnTo>
                    <a:pt x="76" y="43"/>
                  </a:lnTo>
                  <a:lnTo>
                    <a:pt x="76" y="43"/>
                  </a:lnTo>
                  <a:lnTo>
                    <a:pt x="76" y="41"/>
                  </a:lnTo>
                  <a:lnTo>
                    <a:pt x="76" y="41"/>
                  </a:lnTo>
                  <a:lnTo>
                    <a:pt x="76" y="41"/>
                  </a:lnTo>
                  <a:lnTo>
                    <a:pt x="76" y="38"/>
                  </a:lnTo>
                  <a:lnTo>
                    <a:pt x="76" y="38"/>
                  </a:lnTo>
                  <a:lnTo>
                    <a:pt x="79" y="38"/>
                  </a:lnTo>
                  <a:lnTo>
                    <a:pt x="79" y="36"/>
                  </a:lnTo>
                  <a:lnTo>
                    <a:pt x="79" y="36"/>
                  </a:lnTo>
                  <a:lnTo>
                    <a:pt x="79" y="36"/>
                  </a:lnTo>
                  <a:lnTo>
                    <a:pt x="79" y="36"/>
                  </a:lnTo>
                  <a:lnTo>
                    <a:pt x="79" y="34"/>
                  </a:lnTo>
                  <a:lnTo>
                    <a:pt x="79" y="34"/>
                  </a:lnTo>
                  <a:lnTo>
                    <a:pt x="79" y="34"/>
                  </a:lnTo>
                  <a:lnTo>
                    <a:pt x="79" y="31"/>
                  </a:lnTo>
                  <a:lnTo>
                    <a:pt x="81" y="31"/>
                  </a:lnTo>
                  <a:lnTo>
                    <a:pt x="81" y="31"/>
                  </a:lnTo>
                  <a:lnTo>
                    <a:pt x="81" y="29"/>
                  </a:lnTo>
                  <a:lnTo>
                    <a:pt x="81" y="29"/>
                  </a:lnTo>
                  <a:lnTo>
                    <a:pt x="79" y="29"/>
                  </a:lnTo>
                  <a:lnTo>
                    <a:pt x="79" y="26"/>
                  </a:lnTo>
                  <a:lnTo>
                    <a:pt x="79" y="26"/>
                  </a:lnTo>
                  <a:lnTo>
                    <a:pt x="79" y="26"/>
                  </a:lnTo>
                  <a:lnTo>
                    <a:pt x="79" y="26"/>
                  </a:lnTo>
                  <a:lnTo>
                    <a:pt x="79" y="26"/>
                  </a:lnTo>
                  <a:lnTo>
                    <a:pt x="81" y="26"/>
                  </a:lnTo>
                  <a:lnTo>
                    <a:pt x="81" y="26"/>
                  </a:lnTo>
                  <a:lnTo>
                    <a:pt x="81" y="24"/>
                  </a:lnTo>
                  <a:lnTo>
                    <a:pt x="83" y="24"/>
                  </a:lnTo>
                  <a:lnTo>
                    <a:pt x="83" y="24"/>
                  </a:lnTo>
                  <a:lnTo>
                    <a:pt x="83" y="24"/>
                  </a:lnTo>
                  <a:lnTo>
                    <a:pt x="86" y="24"/>
                  </a:lnTo>
                  <a:lnTo>
                    <a:pt x="86" y="26"/>
                  </a:lnTo>
                  <a:lnTo>
                    <a:pt x="86" y="26"/>
                  </a:lnTo>
                  <a:lnTo>
                    <a:pt x="86" y="24"/>
                  </a:lnTo>
                  <a:lnTo>
                    <a:pt x="86" y="24"/>
                  </a:lnTo>
                  <a:lnTo>
                    <a:pt x="88" y="24"/>
                  </a:lnTo>
                  <a:lnTo>
                    <a:pt x="88" y="24"/>
                  </a:lnTo>
                  <a:lnTo>
                    <a:pt x="90" y="24"/>
                  </a:lnTo>
                  <a:lnTo>
                    <a:pt x="90" y="24"/>
                  </a:lnTo>
                  <a:lnTo>
                    <a:pt x="90" y="22"/>
                  </a:lnTo>
                  <a:lnTo>
                    <a:pt x="90" y="22"/>
                  </a:lnTo>
                  <a:lnTo>
                    <a:pt x="88" y="22"/>
                  </a:lnTo>
                  <a:lnTo>
                    <a:pt x="88" y="19"/>
                  </a:lnTo>
                  <a:lnTo>
                    <a:pt x="88" y="19"/>
                  </a:lnTo>
                  <a:lnTo>
                    <a:pt x="88" y="19"/>
                  </a:lnTo>
                  <a:lnTo>
                    <a:pt x="88" y="19"/>
                  </a:lnTo>
                  <a:lnTo>
                    <a:pt x="86" y="19"/>
                  </a:lnTo>
                  <a:lnTo>
                    <a:pt x="86" y="19"/>
                  </a:lnTo>
                  <a:lnTo>
                    <a:pt x="86" y="19"/>
                  </a:lnTo>
                  <a:lnTo>
                    <a:pt x="86" y="19"/>
                  </a:lnTo>
                  <a:lnTo>
                    <a:pt x="86" y="17"/>
                  </a:lnTo>
                  <a:lnTo>
                    <a:pt x="86" y="17"/>
                  </a:lnTo>
                  <a:lnTo>
                    <a:pt x="86" y="17"/>
                  </a:lnTo>
                  <a:lnTo>
                    <a:pt x="86" y="15"/>
                  </a:lnTo>
                  <a:lnTo>
                    <a:pt x="86" y="15"/>
                  </a:lnTo>
                  <a:lnTo>
                    <a:pt x="86" y="15"/>
                  </a:lnTo>
                  <a:lnTo>
                    <a:pt x="86" y="15"/>
                  </a:lnTo>
                  <a:lnTo>
                    <a:pt x="86" y="12"/>
                  </a:lnTo>
                  <a:lnTo>
                    <a:pt x="86" y="12"/>
                  </a:lnTo>
                  <a:lnTo>
                    <a:pt x="86" y="10"/>
                  </a:lnTo>
                  <a:lnTo>
                    <a:pt x="86" y="10"/>
                  </a:lnTo>
                  <a:lnTo>
                    <a:pt x="86" y="10"/>
                  </a:lnTo>
                  <a:lnTo>
                    <a:pt x="86" y="8"/>
                  </a:lnTo>
                  <a:lnTo>
                    <a:pt x="86" y="8"/>
                  </a:lnTo>
                  <a:lnTo>
                    <a:pt x="86" y="5"/>
                  </a:lnTo>
                  <a:lnTo>
                    <a:pt x="86" y="5"/>
                  </a:lnTo>
                  <a:lnTo>
                    <a:pt x="86" y="5"/>
                  </a:lnTo>
                  <a:lnTo>
                    <a:pt x="86" y="5"/>
                  </a:lnTo>
                  <a:lnTo>
                    <a:pt x="86" y="3"/>
                  </a:lnTo>
                  <a:lnTo>
                    <a:pt x="86" y="3"/>
                  </a:lnTo>
                  <a:lnTo>
                    <a:pt x="86" y="3"/>
                  </a:lnTo>
                  <a:lnTo>
                    <a:pt x="86" y="3"/>
                  </a:lnTo>
                  <a:lnTo>
                    <a:pt x="86" y="0"/>
                  </a:lnTo>
                  <a:lnTo>
                    <a:pt x="88" y="0"/>
                  </a:lnTo>
                  <a:lnTo>
                    <a:pt x="88" y="0"/>
                  </a:lnTo>
                  <a:lnTo>
                    <a:pt x="88" y="0"/>
                  </a:lnTo>
                  <a:lnTo>
                    <a:pt x="90" y="0"/>
                  </a:lnTo>
                  <a:lnTo>
                    <a:pt x="90" y="0"/>
                  </a:lnTo>
                  <a:lnTo>
                    <a:pt x="90" y="0"/>
                  </a:lnTo>
                  <a:lnTo>
                    <a:pt x="90" y="3"/>
                  </a:lnTo>
                  <a:lnTo>
                    <a:pt x="90" y="3"/>
                  </a:lnTo>
                  <a:lnTo>
                    <a:pt x="90" y="3"/>
                  </a:lnTo>
                  <a:lnTo>
                    <a:pt x="90" y="5"/>
                  </a:lnTo>
                  <a:lnTo>
                    <a:pt x="90" y="5"/>
                  </a:lnTo>
                  <a:lnTo>
                    <a:pt x="90" y="5"/>
                  </a:lnTo>
                  <a:lnTo>
                    <a:pt x="90" y="5"/>
                  </a:lnTo>
                  <a:lnTo>
                    <a:pt x="90" y="5"/>
                  </a:lnTo>
                  <a:lnTo>
                    <a:pt x="93" y="5"/>
                  </a:lnTo>
                  <a:lnTo>
                    <a:pt x="93" y="5"/>
                  </a:lnTo>
                  <a:lnTo>
                    <a:pt x="93" y="5"/>
                  </a:lnTo>
                  <a:lnTo>
                    <a:pt x="93" y="5"/>
                  </a:lnTo>
                  <a:lnTo>
                    <a:pt x="93" y="5"/>
                  </a:lnTo>
                  <a:lnTo>
                    <a:pt x="95" y="5"/>
                  </a:lnTo>
                  <a:lnTo>
                    <a:pt x="95" y="5"/>
                  </a:lnTo>
                  <a:lnTo>
                    <a:pt x="95" y="3"/>
                  </a:lnTo>
                  <a:lnTo>
                    <a:pt x="97" y="3"/>
                  </a:lnTo>
                  <a:lnTo>
                    <a:pt x="97" y="3"/>
                  </a:lnTo>
                  <a:lnTo>
                    <a:pt x="97" y="0"/>
                  </a:lnTo>
                  <a:lnTo>
                    <a:pt x="97" y="0"/>
                  </a:lnTo>
                  <a:lnTo>
                    <a:pt x="97" y="0"/>
                  </a:lnTo>
                  <a:lnTo>
                    <a:pt x="97" y="0"/>
                  </a:lnTo>
                  <a:lnTo>
                    <a:pt x="97" y="0"/>
                  </a:lnTo>
                  <a:lnTo>
                    <a:pt x="97" y="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268"/>
            <p:cNvSpPr>
              <a:spLocks/>
            </p:cNvSpPr>
            <p:nvPr/>
          </p:nvSpPr>
          <p:spPr bwMode="auto">
            <a:xfrm>
              <a:off x="3084513" y="3365500"/>
              <a:ext cx="274638" cy="339725"/>
            </a:xfrm>
            <a:custGeom>
              <a:avLst/>
              <a:gdLst/>
              <a:ahLst/>
              <a:cxnLst>
                <a:cxn ang="0">
                  <a:pos x="102" y="10"/>
                </a:cxn>
                <a:cxn ang="0">
                  <a:pos x="107" y="19"/>
                </a:cxn>
                <a:cxn ang="0">
                  <a:pos x="114" y="26"/>
                </a:cxn>
                <a:cxn ang="0">
                  <a:pos x="123" y="29"/>
                </a:cxn>
                <a:cxn ang="0">
                  <a:pos x="133" y="31"/>
                </a:cxn>
                <a:cxn ang="0">
                  <a:pos x="142" y="34"/>
                </a:cxn>
                <a:cxn ang="0">
                  <a:pos x="150" y="41"/>
                </a:cxn>
                <a:cxn ang="0">
                  <a:pos x="157" y="48"/>
                </a:cxn>
                <a:cxn ang="0">
                  <a:pos x="161" y="55"/>
                </a:cxn>
                <a:cxn ang="0">
                  <a:pos x="168" y="62"/>
                </a:cxn>
                <a:cxn ang="0">
                  <a:pos x="171" y="72"/>
                </a:cxn>
                <a:cxn ang="0">
                  <a:pos x="166" y="79"/>
                </a:cxn>
                <a:cxn ang="0">
                  <a:pos x="161" y="88"/>
                </a:cxn>
                <a:cxn ang="0">
                  <a:pos x="154" y="95"/>
                </a:cxn>
                <a:cxn ang="0">
                  <a:pos x="150" y="105"/>
                </a:cxn>
                <a:cxn ang="0">
                  <a:pos x="145" y="114"/>
                </a:cxn>
                <a:cxn ang="0">
                  <a:pos x="138" y="117"/>
                </a:cxn>
                <a:cxn ang="0">
                  <a:pos x="133" y="117"/>
                </a:cxn>
                <a:cxn ang="0">
                  <a:pos x="131" y="124"/>
                </a:cxn>
                <a:cxn ang="0">
                  <a:pos x="126" y="135"/>
                </a:cxn>
                <a:cxn ang="0">
                  <a:pos x="128" y="145"/>
                </a:cxn>
                <a:cxn ang="0">
                  <a:pos x="126" y="154"/>
                </a:cxn>
                <a:cxn ang="0">
                  <a:pos x="114" y="154"/>
                </a:cxn>
                <a:cxn ang="0">
                  <a:pos x="107" y="162"/>
                </a:cxn>
                <a:cxn ang="0">
                  <a:pos x="102" y="171"/>
                </a:cxn>
                <a:cxn ang="0">
                  <a:pos x="97" y="181"/>
                </a:cxn>
                <a:cxn ang="0">
                  <a:pos x="88" y="181"/>
                </a:cxn>
                <a:cxn ang="0">
                  <a:pos x="79" y="183"/>
                </a:cxn>
                <a:cxn ang="0">
                  <a:pos x="74" y="192"/>
                </a:cxn>
                <a:cxn ang="0">
                  <a:pos x="71" y="202"/>
                </a:cxn>
                <a:cxn ang="0">
                  <a:pos x="62" y="204"/>
                </a:cxn>
                <a:cxn ang="0">
                  <a:pos x="50" y="204"/>
                </a:cxn>
                <a:cxn ang="0">
                  <a:pos x="43" y="207"/>
                </a:cxn>
                <a:cxn ang="0">
                  <a:pos x="34" y="211"/>
                </a:cxn>
                <a:cxn ang="0">
                  <a:pos x="24" y="211"/>
                </a:cxn>
                <a:cxn ang="0">
                  <a:pos x="19" y="202"/>
                </a:cxn>
                <a:cxn ang="0">
                  <a:pos x="17" y="192"/>
                </a:cxn>
                <a:cxn ang="0">
                  <a:pos x="12" y="183"/>
                </a:cxn>
                <a:cxn ang="0">
                  <a:pos x="8" y="173"/>
                </a:cxn>
                <a:cxn ang="0">
                  <a:pos x="3" y="164"/>
                </a:cxn>
                <a:cxn ang="0">
                  <a:pos x="3" y="154"/>
                </a:cxn>
                <a:cxn ang="0">
                  <a:pos x="10" y="150"/>
                </a:cxn>
                <a:cxn ang="0">
                  <a:pos x="19" y="145"/>
                </a:cxn>
                <a:cxn ang="0">
                  <a:pos x="29" y="143"/>
                </a:cxn>
                <a:cxn ang="0">
                  <a:pos x="38" y="138"/>
                </a:cxn>
                <a:cxn ang="0">
                  <a:pos x="48" y="135"/>
                </a:cxn>
                <a:cxn ang="0">
                  <a:pos x="57" y="131"/>
                </a:cxn>
                <a:cxn ang="0">
                  <a:pos x="67" y="126"/>
                </a:cxn>
                <a:cxn ang="0">
                  <a:pos x="71" y="117"/>
                </a:cxn>
                <a:cxn ang="0">
                  <a:pos x="74" y="105"/>
                </a:cxn>
                <a:cxn ang="0">
                  <a:pos x="76" y="95"/>
                </a:cxn>
                <a:cxn ang="0">
                  <a:pos x="81" y="83"/>
                </a:cxn>
                <a:cxn ang="0">
                  <a:pos x="81" y="74"/>
                </a:cxn>
                <a:cxn ang="0">
                  <a:pos x="76" y="64"/>
                </a:cxn>
                <a:cxn ang="0">
                  <a:pos x="71" y="53"/>
                </a:cxn>
                <a:cxn ang="0">
                  <a:pos x="76" y="43"/>
                </a:cxn>
                <a:cxn ang="0">
                  <a:pos x="79" y="31"/>
                </a:cxn>
                <a:cxn ang="0">
                  <a:pos x="83" y="24"/>
                </a:cxn>
                <a:cxn ang="0">
                  <a:pos x="88" y="22"/>
                </a:cxn>
                <a:cxn ang="0">
                  <a:pos x="86" y="15"/>
                </a:cxn>
                <a:cxn ang="0">
                  <a:pos x="86" y="3"/>
                </a:cxn>
                <a:cxn ang="0">
                  <a:pos x="90" y="5"/>
                </a:cxn>
                <a:cxn ang="0">
                  <a:pos x="97" y="0"/>
                </a:cxn>
              </a:cxnLst>
              <a:rect l="0" t="0" r="r" b="b"/>
              <a:pathLst>
                <a:path w="173" h="214">
                  <a:moveTo>
                    <a:pt x="97" y="3"/>
                  </a:moveTo>
                  <a:lnTo>
                    <a:pt x="97" y="3"/>
                  </a:lnTo>
                  <a:lnTo>
                    <a:pt x="100" y="3"/>
                  </a:lnTo>
                  <a:lnTo>
                    <a:pt x="100" y="5"/>
                  </a:lnTo>
                  <a:lnTo>
                    <a:pt x="100" y="5"/>
                  </a:lnTo>
                  <a:lnTo>
                    <a:pt x="100" y="5"/>
                  </a:lnTo>
                  <a:lnTo>
                    <a:pt x="100" y="5"/>
                  </a:lnTo>
                  <a:lnTo>
                    <a:pt x="100" y="8"/>
                  </a:lnTo>
                  <a:lnTo>
                    <a:pt x="100" y="8"/>
                  </a:lnTo>
                  <a:lnTo>
                    <a:pt x="100" y="8"/>
                  </a:lnTo>
                  <a:lnTo>
                    <a:pt x="100" y="10"/>
                  </a:lnTo>
                  <a:lnTo>
                    <a:pt x="102" y="10"/>
                  </a:lnTo>
                  <a:lnTo>
                    <a:pt x="102" y="10"/>
                  </a:lnTo>
                  <a:lnTo>
                    <a:pt x="102" y="10"/>
                  </a:lnTo>
                  <a:lnTo>
                    <a:pt x="102" y="12"/>
                  </a:lnTo>
                  <a:lnTo>
                    <a:pt x="102" y="12"/>
                  </a:lnTo>
                  <a:lnTo>
                    <a:pt x="105" y="12"/>
                  </a:lnTo>
                  <a:lnTo>
                    <a:pt x="105" y="15"/>
                  </a:lnTo>
                  <a:lnTo>
                    <a:pt x="105" y="15"/>
                  </a:lnTo>
                  <a:lnTo>
                    <a:pt x="105" y="15"/>
                  </a:lnTo>
                  <a:lnTo>
                    <a:pt x="105" y="15"/>
                  </a:lnTo>
                  <a:lnTo>
                    <a:pt x="105" y="15"/>
                  </a:lnTo>
                  <a:lnTo>
                    <a:pt x="107" y="15"/>
                  </a:lnTo>
                  <a:lnTo>
                    <a:pt x="107" y="17"/>
                  </a:lnTo>
                  <a:lnTo>
                    <a:pt x="107" y="17"/>
                  </a:lnTo>
                  <a:lnTo>
                    <a:pt x="107" y="17"/>
                  </a:lnTo>
                  <a:lnTo>
                    <a:pt x="107" y="19"/>
                  </a:lnTo>
                  <a:lnTo>
                    <a:pt x="107" y="19"/>
                  </a:lnTo>
                  <a:lnTo>
                    <a:pt x="107" y="19"/>
                  </a:lnTo>
                  <a:lnTo>
                    <a:pt x="109" y="19"/>
                  </a:lnTo>
                  <a:lnTo>
                    <a:pt x="109" y="22"/>
                  </a:lnTo>
                  <a:lnTo>
                    <a:pt x="109" y="22"/>
                  </a:lnTo>
                  <a:lnTo>
                    <a:pt x="109" y="22"/>
                  </a:lnTo>
                  <a:lnTo>
                    <a:pt x="112" y="22"/>
                  </a:lnTo>
                  <a:lnTo>
                    <a:pt x="112" y="24"/>
                  </a:lnTo>
                  <a:lnTo>
                    <a:pt x="112" y="24"/>
                  </a:lnTo>
                  <a:lnTo>
                    <a:pt x="112" y="24"/>
                  </a:lnTo>
                  <a:lnTo>
                    <a:pt x="112" y="24"/>
                  </a:lnTo>
                  <a:lnTo>
                    <a:pt x="114" y="24"/>
                  </a:lnTo>
                  <a:lnTo>
                    <a:pt x="114" y="26"/>
                  </a:lnTo>
                  <a:lnTo>
                    <a:pt x="114" y="26"/>
                  </a:lnTo>
                  <a:lnTo>
                    <a:pt x="114" y="26"/>
                  </a:lnTo>
                  <a:lnTo>
                    <a:pt x="116" y="26"/>
                  </a:lnTo>
                  <a:lnTo>
                    <a:pt x="116" y="26"/>
                  </a:lnTo>
                  <a:lnTo>
                    <a:pt x="116" y="26"/>
                  </a:lnTo>
                  <a:lnTo>
                    <a:pt x="116" y="26"/>
                  </a:lnTo>
                  <a:lnTo>
                    <a:pt x="119" y="26"/>
                  </a:lnTo>
                  <a:lnTo>
                    <a:pt x="119" y="26"/>
                  </a:lnTo>
                  <a:lnTo>
                    <a:pt x="119" y="29"/>
                  </a:lnTo>
                  <a:lnTo>
                    <a:pt x="119" y="29"/>
                  </a:lnTo>
                  <a:lnTo>
                    <a:pt x="121" y="29"/>
                  </a:lnTo>
                  <a:lnTo>
                    <a:pt x="121" y="29"/>
                  </a:lnTo>
                  <a:lnTo>
                    <a:pt x="121" y="29"/>
                  </a:lnTo>
                  <a:lnTo>
                    <a:pt x="123" y="29"/>
                  </a:lnTo>
                  <a:lnTo>
                    <a:pt x="123" y="29"/>
                  </a:lnTo>
                  <a:lnTo>
                    <a:pt x="123" y="29"/>
                  </a:lnTo>
                  <a:lnTo>
                    <a:pt x="123" y="31"/>
                  </a:lnTo>
                  <a:lnTo>
                    <a:pt x="126" y="31"/>
                  </a:lnTo>
                  <a:lnTo>
                    <a:pt x="126" y="31"/>
                  </a:lnTo>
                  <a:lnTo>
                    <a:pt x="126" y="31"/>
                  </a:lnTo>
                  <a:lnTo>
                    <a:pt x="126" y="29"/>
                  </a:lnTo>
                  <a:lnTo>
                    <a:pt x="128" y="29"/>
                  </a:lnTo>
                  <a:lnTo>
                    <a:pt x="128" y="31"/>
                  </a:lnTo>
                  <a:lnTo>
                    <a:pt x="128" y="31"/>
                  </a:lnTo>
                  <a:lnTo>
                    <a:pt x="128" y="31"/>
                  </a:lnTo>
                  <a:lnTo>
                    <a:pt x="131" y="31"/>
                  </a:lnTo>
                  <a:lnTo>
                    <a:pt x="131" y="31"/>
                  </a:lnTo>
                  <a:lnTo>
                    <a:pt x="131" y="31"/>
                  </a:lnTo>
                  <a:lnTo>
                    <a:pt x="133" y="31"/>
                  </a:lnTo>
                  <a:lnTo>
                    <a:pt x="133" y="31"/>
                  </a:lnTo>
                  <a:lnTo>
                    <a:pt x="133" y="31"/>
                  </a:lnTo>
                  <a:lnTo>
                    <a:pt x="135" y="31"/>
                  </a:lnTo>
                  <a:lnTo>
                    <a:pt x="135" y="34"/>
                  </a:lnTo>
                  <a:lnTo>
                    <a:pt x="135" y="34"/>
                  </a:lnTo>
                  <a:lnTo>
                    <a:pt x="138" y="34"/>
                  </a:lnTo>
                  <a:lnTo>
                    <a:pt x="138" y="34"/>
                  </a:lnTo>
                  <a:lnTo>
                    <a:pt x="138" y="34"/>
                  </a:lnTo>
                  <a:lnTo>
                    <a:pt x="138" y="34"/>
                  </a:lnTo>
                  <a:lnTo>
                    <a:pt x="138" y="36"/>
                  </a:lnTo>
                  <a:lnTo>
                    <a:pt x="140" y="36"/>
                  </a:lnTo>
                  <a:lnTo>
                    <a:pt x="140" y="36"/>
                  </a:lnTo>
                  <a:lnTo>
                    <a:pt x="140" y="36"/>
                  </a:lnTo>
                  <a:lnTo>
                    <a:pt x="142" y="36"/>
                  </a:lnTo>
                  <a:lnTo>
                    <a:pt x="142" y="34"/>
                  </a:lnTo>
                  <a:lnTo>
                    <a:pt x="142" y="34"/>
                  </a:lnTo>
                  <a:lnTo>
                    <a:pt x="145" y="34"/>
                  </a:lnTo>
                  <a:lnTo>
                    <a:pt x="145" y="34"/>
                  </a:lnTo>
                  <a:lnTo>
                    <a:pt x="145" y="34"/>
                  </a:lnTo>
                  <a:lnTo>
                    <a:pt x="145" y="36"/>
                  </a:lnTo>
                  <a:lnTo>
                    <a:pt x="145" y="36"/>
                  </a:lnTo>
                  <a:lnTo>
                    <a:pt x="147" y="36"/>
                  </a:lnTo>
                  <a:lnTo>
                    <a:pt x="147" y="36"/>
                  </a:lnTo>
                  <a:lnTo>
                    <a:pt x="147" y="36"/>
                  </a:lnTo>
                  <a:lnTo>
                    <a:pt x="150" y="36"/>
                  </a:lnTo>
                  <a:lnTo>
                    <a:pt x="150" y="36"/>
                  </a:lnTo>
                  <a:lnTo>
                    <a:pt x="150" y="38"/>
                  </a:lnTo>
                  <a:lnTo>
                    <a:pt x="150" y="38"/>
                  </a:lnTo>
                  <a:lnTo>
                    <a:pt x="150" y="41"/>
                  </a:lnTo>
                  <a:lnTo>
                    <a:pt x="150" y="41"/>
                  </a:lnTo>
                  <a:lnTo>
                    <a:pt x="152" y="41"/>
                  </a:lnTo>
                  <a:lnTo>
                    <a:pt x="152" y="41"/>
                  </a:lnTo>
                  <a:lnTo>
                    <a:pt x="152" y="41"/>
                  </a:lnTo>
                  <a:lnTo>
                    <a:pt x="152" y="43"/>
                  </a:lnTo>
                  <a:lnTo>
                    <a:pt x="152" y="43"/>
                  </a:lnTo>
                  <a:lnTo>
                    <a:pt x="152" y="43"/>
                  </a:lnTo>
                  <a:lnTo>
                    <a:pt x="152" y="45"/>
                  </a:lnTo>
                  <a:lnTo>
                    <a:pt x="154" y="45"/>
                  </a:lnTo>
                  <a:lnTo>
                    <a:pt x="154" y="45"/>
                  </a:lnTo>
                  <a:lnTo>
                    <a:pt x="154" y="45"/>
                  </a:lnTo>
                  <a:lnTo>
                    <a:pt x="154" y="45"/>
                  </a:lnTo>
                  <a:lnTo>
                    <a:pt x="154" y="48"/>
                  </a:lnTo>
                  <a:lnTo>
                    <a:pt x="157" y="48"/>
                  </a:lnTo>
                  <a:lnTo>
                    <a:pt x="157" y="48"/>
                  </a:lnTo>
                  <a:lnTo>
                    <a:pt x="157" y="50"/>
                  </a:lnTo>
                  <a:lnTo>
                    <a:pt x="157" y="50"/>
                  </a:lnTo>
                  <a:lnTo>
                    <a:pt x="157" y="50"/>
                  </a:lnTo>
                  <a:lnTo>
                    <a:pt x="157" y="50"/>
                  </a:lnTo>
                  <a:lnTo>
                    <a:pt x="159" y="50"/>
                  </a:lnTo>
                  <a:lnTo>
                    <a:pt x="159" y="53"/>
                  </a:lnTo>
                  <a:lnTo>
                    <a:pt x="159" y="53"/>
                  </a:lnTo>
                  <a:lnTo>
                    <a:pt x="159" y="53"/>
                  </a:lnTo>
                  <a:lnTo>
                    <a:pt x="159" y="55"/>
                  </a:lnTo>
                  <a:lnTo>
                    <a:pt x="159" y="55"/>
                  </a:lnTo>
                  <a:lnTo>
                    <a:pt x="159" y="55"/>
                  </a:lnTo>
                  <a:lnTo>
                    <a:pt x="159" y="55"/>
                  </a:lnTo>
                  <a:lnTo>
                    <a:pt x="161" y="55"/>
                  </a:lnTo>
                  <a:lnTo>
                    <a:pt x="161" y="55"/>
                  </a:lnTo>
                  <a:lnTo>
                    <a:pt x="161" y="57"/>
                  </a:lnTo>
                  <a:lnTo>
                    <a:pt x="161" y="57"/>
                  </a:lnTo>
                  <a:lnTo>
                    <a:pt x="164" y="57"/>
                  </a:lnTo>
                  <a:lnTo>
                    <a:pt x="164" y="60"/>
                  </a:lnTo>
                  <a:lnTo>
                    <a:pt x="164" y="60"/>
                  </a:lnTo>
                  <a:lnTo>
                    <a:pt x="164" y="60"/>
                  </a:lnTo>
                  <a:lnTo>
                    <a:pt x="164" y="60"/>
                  </a:lnTo>
                  <a:lnTo>
                    <a:pt x="166" y="60"/>
                  </a:lnTo>
                  <a:lnTo>
                    <a:pt x="166" y="62"/>
                  </a:lnTo>
                  <a:lnTo>
                    <a:pt x="166" y="62"/>
                  </a:lnTo>
                  <a:lnTo>
                    <a:pt x="166" y="62"/>
                  </a:lnTo>
                  <a:lnTo>
                    <a:pt x="168" y="62"/>
                  </a:lnTo>
                  <a:lnTo>
                    <a:pt x="168" y="62"/>
                  </a:lnTo>
                  <a:lnTo>
                    <a:pt x="168" y="62"/>
                  </a:lnTo>
                  <a:lnTo>
                    <a:pt x="171" y="62"/>
                  </a:lnTo>
                  <a:lnTo>
                    <a:pt x="171" y="62"/>
                  </a:lnTo>
                  <a:lnTo>
                    <a:pt x="171" y="62"/>
                  </a:lnTo>
                  <a:lnTo>
                    <a:pt x="171" y="64"/>
                  </a:lnTo>
                  <a:lnTo>
                    <a:pt x="171" y="64"/>
                  </a:lnTo>
                  <a:lnTo>
                    <a:pt x="173" y="64"/>
                  </a:lnTo>
                  <a:lnTo>
                    <a:pt x="173" y="64"/>
                  </a:lnTo>
                  <a:lnTo>
                    <a:pt x="171" y="64"/>
                  </a:lnTo>
                  <a:lnTo>
                    <a:pt x="171" y="67"/>
                  </a:lnTo>
                  <a:lnTo>
                    <a:pt x="171" y="67"/>
                  </a:lnTo>
                  <a:lnTo>
                    <a:pt x="171" y="69"/>
                  </a:lnTo>
                  <a:lnTo>
                    <a:pt x="171" y="69"/>
                  </a:lnTo>
                  <a:lnTo>
                    <a:pt x="171" y="72"/>
                  </a:lnTo>
                  <a:lnTo>
                    <a:pt x="171" y="72"/>
                  </a:lnTo>
                  <a:lnTo>
                    <a:pt x="171" y="72"/>
                  </a:lnTo>
                  <a:lnTo>
                    <a:pt x="171" y="74"/>
                  </a:lnTo>
                  <a:lnTo>
                    <a:pt x="171" y="74"/>
                  </a:lnTo>
                  <a:lnTo>
                    <a:pt x="171" y="74"/>
                  </a:lnTo>
                  <a:lnTo>
                    <a:pt x="168" y="74"/>
                  </a:lnTo>
                  <a:lnTo>
                    <a:pt x="168" y="74"/>
                  </a:lnTo>
                  <a:lnTo>
                    <a:pt x="168" y="76"/>
                  </a:lnTo>
                  <a:lnTo>
                    <a:pt x="168" y="76"/>
                  </a:lnTo>
                  <a:lnTo>
                    <a:pt x="168" y="76"/>
                  </a:lnTo>
                  <a:lnTo>
                    <a:pt x="168" y="79"/>
                  </a:lnTo>
                  <a:lnTo>
                    <a:pt x="166" y="79"/>
                  </a:lnTo>
                  <a:lnTo>
                    <a:pt x="166" y="79"/>
                  </a:lnTo>
                  <a:lnTo>
                    <a:pt x="166" y="79"/>
                  </a:lnTo>
                  <a:lnTo>
                    <a:pt x="166" y="81"/>
                  </a:lnTo>
                  <a:lnTo>
                    <a:pt x="166" y="81"/>
                  </a:lnTo>
                  <a:lnTo>
                    <a:pt x="166" y="81"/>
                  </a:lnTo>
                  <a:lnTo>
                    <a:pt x="166" y="83"/>
                  </a:lnTo>
                  <a:lnTo>
                    <a:pt x="164" y="83"/>
                  </a:lnTo>
                  <a:lnTo>
                    <a:pt x="164" y="83"/>
                  </a:lnTo>
                  <a:lnTo>
                    <a:pt x="164" y="86"/>
                  </a:lnTo>
                  <a:lnTo>
                    <a:pt x="164" y="86"/>
                  </a:lnTo>
                  <a:lnTo>
                    <a:pt x="164" y="86"/>
                  </a:lnTo>
                  <a:lnTo>
                    <a:pt x="164" y="86"/>
                  </a:lnTo>
                  <a:lnTo>
                    <a:pt x="164" y="88"/>
                  </a:lnTo>
                  <a:lnTo>
                    <a:pt x="164" y="88"/>
                  </a:lnTo>
                  <a:lnTo>
                    <a:pt x="164" y="88"/>
                  </a:lnTo>
                  <a:lnTo>
                    <a:pt x="161" y="88"/>
                  </a:lnTo>
                  <a:lnTo>
                    <a:pt x="161" y="90"/>
                  </a:lnTo>
                  <a:lnTo>
                    <a:pt x="161" y="90"/>
                  </a:lnTo>
                  <a:lnTo>
                    <a:pt x="161" y="90"/>
                  </a:lnTo>
                  <a:lnTo>
                    <a:pt x="161" y="93"/>
                  </a:lnTo>
                  <a:lnTo>
                    <a:pt x="159" y="93"/>
                  </a:lnTo>
                  <a:lnTo>
                    <a:pt x="159" y="93"/>
                  </a:lnTo>
                  <a:lnTo>
                    <a:pt x="159" y="93"/>
                  </a:lnTo>
                  <a:lnTo>
                    <a:pt x="159" y="93"/>
                  </a:lnTo>
                  <a:lnTo>
                    <a:pt x="157" y="93"/>
                  </a:lnTo>
                  <a:lnTo>
                    <a:pt x="157" y="95"/>
                  </a:lnTo>
                  <a:lnTo>
                    <a:pt x="157" y="95"/>
                  </a:lnTo>
                  <a:lnTo>
                    <a:pt x="157" y="95"/>
                  </a:lnTo>
                  <a:lnTo>
                    <a:pt x="157" y="95"/>
                  </a:lnTo>
                  <a:lnTo>
                    <a:pt x="154" y="95"/>
                  </a:lnTo>
                  <a:lnTo>
                    <a:pt x="154" y="95"/>
                  </a:lnTo>
                  <a:lnTo>
                    <a:pt x="154" y="95"/>
                  </a:lnTo>
                  <a:lnTo>
                    <a:pt x="154" y="98"/>
                  </a:lnTo>
                  <a:lnTo>
                    <a:pt x="152" y="98"/>
                  </a:lnTo>
                  <a:lnTo>
                    <a:pt x="152" y="98"/>
                  </a:lnTo>
                  <a:lnTo>
                    <a:pt x="152" y="98"/>
                  </a:lnTo>
                  <a:lnTo>
                    <a:pt x="152" y="100"/>
                  </a:lnTo>
                  <a:lnTo>
                    <a:pt x="152" y="100"/>
                  </a:lnTo>
                  <a:lnTo>
                    <a:pt x="152" y="100"/>
                  </a:lnTo>
                  <a:lnTo>
                    <a:pt x="152" y="102"/>
                  </a:lnTo>
                  <a:lnTo>
                    <a:pt x="150" y="102"/>
                  </a:lnTo>
                  <a:lnTo>
                    <a:pt x="150" y="102"/>
                  </a:lnTo>
                  <a:lnTo>
                    <a:pt x="150" y="105"/>
                  </a:lnTo>
                  <a:lnTo>
                    <a:pt x="150" y="105"/>
                  </a:lnTo>
                  <a:lnTo>
                    <a:pt x="150" y="105"/>
                  </a:lnTo>
                  <a:lnTo>
                    <a:pt x="150" y="105"/>
                  </a:lnTo>
                  <a:lnTo>
                    <a:pt x="150" y="105"/>
                  </a:lnTo>
                  <a:lnTo>
                    <a:pt x="150" y="107"/>
                  </a:lnTo>
                  <a:lnTo>
                    <a:pt x="150" y="107"/>
                  </a:lnTo>
                  <a:lnTo>
                    <a:pt x="150" y="109"/>
                  </a:lnTo>
                  <a:lnTo>
                    <a:pt x="147" y="109"/>
                  </a:lnTo>
                  <a:lnTo>
                    <a:pt x="147" y="109"/>
                  </a:lnTo>
                  <a:lnTo>
                    <a:pt x="147" y="109"/>
                  </a:lnTo>
                  <a:lnTo>
                    <a:pt x="145" y="109"/>
                  </a:lnTo>
                  <a:lnTo>
                    <a:pt x="145" y="112"/>
                  </a:lnTo>
                  <a:lnTo>
                    <a:pt x="145" y="112"/>
                  </a:lnTo>
                  <a:lnTo>
                    <a:pt x="145" y="112"/>
                  </a:lnTo>
                  <a:lnTo>
                    <a:pt x="145" y="114"/>
                  </a:lnTo>
                  <a:lnTo>
                    <a:pt x="145" y="114"/>
                  </a:lnTo>
                  <a:lnTo>
                    <a:pt x="145" y="114"/>
                  </a:lnTo>
                  <a:lnTo>
                    <a:pt x="145" y="114"/>
                  </a:lnTo>
                  <a:lnTo>
                    <a:pt x="145" y="117"/>
                  </a:lnTo>
                  <a:lnTo>
                    <a:pt x="145" y="117"/>
                  </a:lnTo>
                  <a:lnTo>
                    <a:pt x="142" y="117"/>
                  </a:lnTo>
                  <a:lnTo>
                    <a:pt x="142" y="119"/>
                  </a:lnTo>
                  <a:lnTo>
                    <a:pt x="142" y="119"/>
                  </a:lnTo>
                  <a:lnTo>
                    <a:pt x="140" y="119"/>
                  </a:lnTo>
                  <a:lnTo>
                    <a:pt x="140" y="119"/>
                  </a:lnTo>
                  <a:lnTo>
                    <a:pt x="140" y="119"/>
                  </a:lnTo>
                  <a:lnTo>
                    <a:pt x="138" y="119"/>
                  </a:lnTo>
                  <a:lnTo>
                    <a:pt x="138" y="119"/>
                  </a:lnTo>
                  <a:lnTo>
                    <a:pt x="138" y="117"/>
                  </a:lnTo>
                  <a:lnTo>
                    <a:pt x="138" y="117"/>
                  </a:lnTo>
                  <a:lnTo>
                    <a:pt x="135" y="117"/>
                  </a:lnTo>
                  <a:lnTo>
                    <a:pt x="135" y="117"/>
                  </a:lnTo>
                  <a:lnTo>
                    <a:pt x="135" y="114"/>
                  </a:lnTo>
                  <a:lnTo>
                    <a:pt x="138" y="114"/>
                  </a:lnTo>
                  <a:lnTo>
                    <a:pt x="138" y="114"/>
                  </a:lnTo>
                  <a:lnTo>
                    <a:pt x="138" y="114"/>
                  </a:lnTo>
                  <a:lnTo>
                    <a:pt x="135" y="114"/>
                  </a:lnTo>
                  <a:lnTo>
                    <a:pt x="135" y="114"/>
                  </a:lnTo>
                  <a:lnTo>
                    <a:pt x="133" y="114"/>
                  </a:lnTo>
                  <a:lnTo>
                    <a:pt x="133" y="114"/>
                  </a:lnTo>
                  <a:lnTo>
                    <a:pt x="133" y="114"/>
                  </a:lnTo>
                  <a:lnTo>
                    <a:pt x="133" y="117"/>
                  </a:lnTo>
                  <a:lnTo>
                    <a:pt x="133" y="117"/>
                  </a:lnTo>
                  <a:lnTo>
                    <a:pt x="133" y="117"/>
                  </a:lnTo>
                  <a:lnTo>
                    <a:pt x="133" y="117"/>
                  </a:lnTo>
                  <a:lnTo>
                    <a:pt x="133" y="119"/>
                  </a:lnTo>
                  <a:lnTo>
                    <a:pt x="133" y="119"/>
                  </a:lnTo>
                  <a:lnTo>
                    <a:pt x="131" y="119"/>
                  </a:lnTo>
                  <a:lnTo>
                    <a:pt x="131" y="121"/>
                  </a:lnTo>
                  <a:lnTo>
                    <a:pt x="131" y="121"/>
                  </a:lnTo>
                  <a:lnTo>
                    <a:pt x="131" y="121"/>
                  </a:lnTo>
                  <a:lnTo>
                    <a:pt x="131" y="121"/>
                  </a:lnTo>
                  <a:lnTo>
                    <a:pt x="128" y="121"/>
                  </a:lnTo>
                  <a:lnTo>
                    <a:pt x="128" y="124"/>
                  </a:lnTo>
                  <a:lnTo>
                    <a:pt x="131" y="124"/>
                  </a:lnTo>
                  <a:lnTo>
                    <a:pt x="131" y="124"/>
                  </a:lnTo>
                  <a:lnTo>
                    <a:pt x="131" y="124"/>
                  </a:lnTo>
                  <a:lnTo>
                    <a:pt x="128" y="124"/>
                  </a:lnTo>
                  <a:lnTo>
                    <a:pt x="128" y="126"/>
                  </a:lnTo>
                  <a:lnTo>
                    <a:pt x="128" y="126"/>
                  </a:lnTo>
                  <a:lnTo>
                    <a:pt x="128" y="128"/>
                  </a:lnTo>
                  <a:lnTo>
                    <a:pt x="128" y="128"/>
                  </a:lnTo>
                  <a:lnTo>
                    <a:pt x="128" y="128"/>
                  </a:lnTo>
                  <a:lnTo>
                    <a:pt x="128" y="131"/>
                  </a:lnTo>
                  <a:lnTo>
                    <a:pt x="128" y="131"/>
                  </a:lnTo>
                  <a:lnTo>
                    <a:pt x="128" y="133"/>
                  </a:lnTo>
                  <a:lnTo>
                    <a:pt x="126" y="133"/>
                  </a:lnTo>
                  <a:lnTo>
                    <a:pt x="126" y="133"/>
                  </a:lnTo>
                  <a:lnTo>
                    <a:pt x="126" y="133"/>
                  </a:lnTo>
                  <a:lnTo>
                    <a:pt x="126" y="135"/>
                  </a:lnTo>
                  <a:lnTo>
                    <a:pt x="126" y="135"/>
                  </a:lnTo>
                  <a:lnTo>
                    <a:pt x="126" y="135"/>
                  </a:lnTo>
                  <a:lnTo>
                    <a:pt x="126" y="135"/>
                  </a:lnTo>
                  <a:lnTo>
                    <a:pt x="126" y="138"/>
                  </a:lnTo>
                  <a:lnTo>
                    <a:pt x="126" y="138"/>
                  </a:lnTo>
                  <a:lnTo>
                    <a:pt x="126" y="140"/>
                  </a:lnTo>
                  <a:lnTo>
                    <a:pt x="126" y="140"/>
                  </a:lnTo>
                  <a:lnTo>
                    <a:pt x="128" y="140"/>
                  </a:lnTo>
                  <a:lnTo>
                    <a:pt x="128" y="143"/>
                  </a:lnTo>
                  <a:lnTo>
                    <a:pt x="128" y="143"/>
                  </a:lnTo>
                  <a:lnTo>
                    <a:pt x="128" y="145"/>
                  </a:lnTo>
                  <a:lnTo>
                    <a:pt x="126" y="145"/>
                  </a:lnTo>
                  <a:lnTo>
                    <a:pt x="126" y="145"/>
                  </a:lnTo>
                  <a:lnTo>
                    <a:pt x="126" y="145"/>
                  </a:lnTo>
                  <a:lnTo>
                    <a:pt x="128" y="145"/>
                  </a:lnTo>
                  <a:lnTo>
                    <a:pt x="128" y="147"/>
                  </a:lnTo>
                  <a:lnTo>
                    <a:pt x="128" y="147"/>
                  </a:lnTo>
                  <a:lnTo>
                    <a:pt x="128" y="147"/>
                  </a:lnTo>
                  <a:lnTo>
                    <a:pt x="128" y="150"/>
                  </a:lnTo>
                  <a:lnTo>
                    <a:pt x="128" y="150"/>
                  </a:lnTo>
                  <a:lnTo>
                    <a:pt x="128" y="152"/>
                  </a:lnTo>
                  <a:lnTo>
                    <a:pt x="131" y="152"/>
                  </a:lnTo>
                  <a:lnTo>
                    <a:pt x="131" y="152"/>
                  </a:lnTo>
                  <a:lnTo>
                    <a:pt x="131" y="154"/>
                  </a:lnTo>
                  <a:lnTo>
                    <a:pt x="128" y="154"/>
                  </a:lnTo>
                  <a:lnTo>
                    <a:pt x="128" y="154"/>
                  </a:lnTo>
                  <a:lnTo>
                    <a:pt x="126" y="154"/>
                  </a:lnTo>
                  <a:lnTo>
                    <a:pt x="126" y="154"/>
                  </a:lnTo>
                  <a:lnTo>
                    <a:pt x="126" y="154"/>
                  </a:lnTo>
                  <a:lnTo>
                    <a:pt x="126" y="154"/>
                  </a:lnTo>
                  <a:lnTo>
                    <a:pt x="123" y="154"/>
                  </a:lnTo>
                  <a:lnTo>
                    <a:pt x="123" y="154"/>
                  </a:lnTo>
                  <a:lnTo>
                    <a:pt x="123" y="154"/>
                  </a:lnTo>
                  <a:lnTo>
                    <a:pt x="121" y="154"/>
                  </a:lnTo>
                  <a:lnTo>
                    <a:pt x="121" y="154"/>
                  </a:lnTo>
                  <a:lnTo>
                    <a:pt x="119" y="154"/>
                  </a:lnTo>
                  <a:lnTo>
                    <a:pt x="119" y="154"/>
                  </a:lnTo>
                  <a:lnTo>
                    <a:pt x="119" y="154"/>
                  </a:lnTo>
                  <a:lnTo>
                    <a:pt x="116" y="154"/>
                  </a:lnTo>
                  <a:lnTo>
                    <a:pt x="116" y="154"/>
                  </a:lnTo>
                  <a:lnTo>
                    <a:pt x="116" y="154"/>
                  </a:lnTo>
                  <a:lnTo>
                    <a:pt x="116" y="154"/>
                  </a:lnTo>
                  <a:lnTo>
                    <a:pt x="114" y="154"/>
                  </a:lnTo>
                  <a:lnTo>
                    <a:pt x="114" y="154"/>
                  </a:lnTo>
                  <a:lnTo>
                    <a:pt x="114" y="157"/>
                  </a:lnTo>
                  <a:lnTo>
                    <a:pt x="112" y="157"/>
                  </a:lnTo>
                  <a:lnTo>
                    <a:pt x="112" y="157"/>
                  </a:lnTo>
                  <a:lnTo>
                    <a:pt x="112" y="157"/>
                  </a:lnTo>
                  <a:lnTo>
                    <a:pt x="112" y="157"/>
                  </a:lnTo>
                  <a:lnTo>
                    <a:pt x="109" y="157"/>
                  </a:lnTo>
                  <a:lnTo>
                    <a:pt x="109" y="157"/>
                  </a:lnTo>
                  <a:lnTo>
                    <a:pt x="107" y="157"/>
                  </a:lnTo>
                  <a:lnTo>
                    <a:pt x="107" y="159"/>
                  </a:lnTo>
                  <a:lnTo>
                    <a:pt x="107" y="159"/>
                  </a:lnTo>
                  <a:lnTo>
                    <a:pt x="107" y="159"/>
                  </a:lnTo>
                  <a:lnTo>
                    <a:pt x="107" y="159"/>
                  </a:lnTo>
                  <a:lnTo>
                    <a:pt x="107" y="162"/>
                  </a:lnTo>
                  <a:lnTo>
                    <a:pt x="105" y="162"/>
                  </a:lnTo>
                  <a:lnTo>
                    <a:pt x="105" y="162"/>
                  </a:lnTo>
                  <a:lnTo>
                    <a:pt x="105" y="162"/>
                  </a:lnTo>
                  <a:lnTo>
                    <a:pt x="105" y="164"/>
                  </a:lnTo>
                  <a:lnTo>
                    <a:pt x="105" y="164"/>
                  </a:lnTo>
                  <a:lnTo>
                    <a:pt x="105" y="164"/>
                  </a:lnTo>
                  <a:lnTo>
                    <a:pt x="105" y="164"/>
                  </a:lnTo>
                  <a:lnTo>
                    <a:pt x="105" y="166"/>
                  </a:lnTo>
                  <a:lnTo>
                    <a:pt x="105" y="166"/>
                  </a:lnTo>
                  <a:lnTo>
                    <a:pt x="102" y="166"/>
                  </a:lnTo>
                  <a:lnTo>
                    <a:pt x="102" y="169"/>
                  </a:lnTo>
                  <a:lnTo>
                    <a:pt x="102" y="169"/>
                  </a:lnTo>
                  <a:lnTo>
                    <a:pt x="102" y="171"/>
                  </a:lnTo>
                  <a:lnTo>
                    <a:pt x="102" y="171"/>
                  </a:lnTo>
                  <a:lnTo>
                    <a:pt x="102" y="171"/>
                  </a:lnTo>
                  <a:lnTo>
                    <a:pt x="102" y="173"/>
                  </a:lnTo>
                  <a:lnTo>
                    <a:pt x="102" y="173"/>
                  </a:lnTo>
                  <a:lnTo>
                    <a:pt x="102" y="173"/>
                  </a:lnTo>
                  <a:lnTo>
                    <a:pt x="102" y="176"/>
                  </a:lnTo>
                  <a:lnTo>
                    <a:pt x="100" y="176"/>
                  </a:lnTo>
                  <a:lnTo>
                    <a:pt x="100" y="176"/>
                  </a:lnTo>
                  <a:lnTo>
                    <a:pt x="100" y="176"/>
                  </a:lnTo>
                  <a:lnTo>
                    <a:pt x="100" y="176"/>
                  </a:lnTo>
                  <a:lnTo>
                    <a:pt x="100" y="178"/>
                  </a:lnTo>
                  <a:lnTo>
                    <a:pt x="97" y="178"/>
                  </a:lnTo>
                  <a:lnTo>
                    <a:pt x="97" y="178"/>
                  </a:lnTo>
                  <a:lnTo>
                    <a:pt x="97" y="178"/>
                  </a:lnTo>
                  <a:lnTo>
                    <a:pt x="97" y="181"/>
                  </a:lnTo>
                  <a:lnTo>
                    <a:pt x="97" y="181"/>
                  </a:lnTo>
                  <a:lnTo>
                    <a:pt x="97" y="181"/>
                  </a:lnTo>
                  <a:lnTo>
                    <a:pt x="95" y="181"/>
                  </a:lnTo>
                  <a:lnTo>
                    <a:pt x="95" y="181"/>
                  </a:lnTo>
                  <a:lnTo>
                    <a:pt x="95" y="181"/>
                  </a:lnTo>
                  <a:lnTo>
                    <a:pt x="93" y="181"/>
                  </a:lnTo>
                  <a:lnTo>
                    <a:pt x="93" y="181"/>
                  </a:lnTo>
                  <a:lnTo>
                    <a:pt x="93" y="181"/>
                  </a:lnTo>
                  <a:lnTo>
                    <a:pt x="90" y="181"/>
                  </a:lnTo>
                  <a:lnTo>
                    <a:pt x="90" y="181"/>
                  </a:lnTo>
                  <a:lnTo>
                    <a:pt x="90" y="181"/>
                  </a:lnTo>
                  <a:lnTo>
                    <a:pt x="88" y="181"/>
                  </a:lnTo>
                  <a:lnTo>
                    <a:pt x="88" y="181"/>
                  </a:lnTo>
                  <a:lnTo>
                    <a:pt x="88" y="181"/>
                  </a:lnTo>
                  <a:lnTo>
                    <a:pt x="86" y="181"/>
                  </a:lnTo>
                  <a:lnTo>
                    <a:pt x="86" y="181"/>
                  </a:lnTo>
                  <a:lnTo>
                    <a:pt x="86" y="181"/>
                  </a:lnTo>
                  <a:lnTo>
                    <a:pt x="83" y="181"/>
                  </a:lnTo>
                  <a:lnTo>
                    <a:pt x="83" y="181"/>
                  </a:lnTo>
                  <a:lnTo>
                    <a:pt x="83" y="181"/>
                  </a:lnTo>
                  <a:lnTo>
                    <a:pt x="81" y="181"/>
                  </a:lnTo>
                  <a:lnTo>
                    <a:pt x="81" y="181"/>
                  </a:lnTo>
                  <a:lnTo>
                    <a:pt x="81" y="183"/>
                  </a:lnTo>
                  <a:lnTo>
                    <a:pt x="79" y="183"/>
                  </a:lnTo>
                  <a:lnTo>
                    <a:pt x="79" y="183"/>
                  </a:lnTo>
                  <a:lnTo>
                    <a:pt x="79" y="183"/>
                  </a:lnTo>
                  <a:lnTo>
                    <a:pt x="79" y="183"/>
                  </a:lnTo>
                  <a:lnTo>
                    <a:pt x="79" y="183"/>
                  </a:lnTo>
                  <a:lnTo>
                    <a:pt x="76" y="183"/>
                  </a:lnTo>
                  <a:lnTo>
                    <a:pt x="76" y="185"/>
                  </a:lnTo>
                  <a:lnTo>
                    <a:pt x="76" y="185"/>
                  </a:lnTo>
                  <a:lnTo>
                    <a:pt x="76" y="185"/>
                  </a:lnTo>
                  <a:lnTo>
                    <a:pt x="76" y="188"/>
                  </a:lnTo>
                  <a:lnTo>
                    <a:pt x="74" y="188"/>
                  </a:lnTo>
                  <a:lnTo>
                    <a:pt x="74" y="188"/>
                  </a:lnTo>
                  <a:lnTo>
                    <a:pt x="74" y="188"/>
                  </a:lnTo>
                  <a:lnTo>
                    <a:pt x="74" y="190"/>
                  </a:lnTo>
                  <a:lnTo>
                    <a:pt x="74" y="190"/>
                  </a:lnTo>
                  <a:lnTo>
                    <a:pt x="74" y="190"/>
                  </a:lnTo>
                  <a:lnTo>
                    <a:pt x="74" y="192"/>
                  </a:lnTo>
                  <a:lnTo>
                    <a:pt x="74" y="192"/>
                  </a:lnTo>
                  <a:lnTo>
                    <a:pt x="74" y="192"/>
                  </a:lnTo>
                  <a:lnTo>
                    <a:pt x="74" y="192"/>
                  </a:lnTo>
                  <a:lnTo>
                    <a:pt x="74" y="192"/>
                  </a:lnTo>
                  <a:lnTo>
                    <a:pt x="74" y="195"/>
                  </a:lnTo>
                  <a:lnTo>
                    <a:pt x="74" y="195"/>
                  </a:lnTo>
                  <a:lnTo>
                    <a:pt x="74" y="195"/>
                  </a:lnTo>
                  <a:lnTo>
                    <a:pt x="74" y="197"/>
                  </a:lnTo>
                  <a:lnTo>
                    <a:pt x="74" y="197"/>
                  </a:lnTo>
                  <a:lnTo>
                    <a:pt x="74" y="197"/>
                  </a:lnTo>
                  <a:lnTo>
                    <a:pt x="74" y="199"/>
                  </a:lnTo>
                  <a:lnTo>
                    <a:pt x="71" y="199"/>
                  </a:lnTo>
                  <a:lnTo>
                    <a:pt x="71" y="199"/>
                  </a:lnTo>
                  <a:lnTo>
                    <a:pt x="71" y="199"/>
                  </a:lnTo>
                  <a:lnTo>
                    <a:pt x="71" y="202"/>
                  </a:lnTo>
                  <a:lnTo>
                    <a:pt x="71" y="202"/>
                  </a:lnTo>
                  <a:lnTo>
                    <a:pt x="71" y="202"/>
                  </a:lnTo>
                  <a:lnTo>
                    <a:pt x="69" y="202"/>
                  </a:lnTo>
                  <a:lnTo>
                    <a:pt x="69" y="204"/>
                  </a:lnTo>
                  <a:lnTo>
                    <a:pt x="69" y="204"/>
                  </a:lnTo>
                  <a:lnTo>
                    <a:pt x="67" y="204"/>
                  </a:lnTo>
                  <a:lnTo>
                    <a:pt x="67" y="204"/>
                  </a:lnTo>
                  <a:lnTo>
                    <a:pt x="67" y="204"/>
                  </a:lnTo>
                  <a:lnTo>
                    <a:pt x="67" y="204"/>
                  </a:lnTo>
                  <a:lnTo>
                    <a:pt x="64" y="204"/>
                  </a:lnTo>
                  <a:lnTo>
                    <a:pt x="64" y="204"/>
                  </a:lnTo>
                  <a:lnTo>
                    <a:pt x="64" y="204"/>
                  </a:lnTo>
                  <a:lnTo>
                    <a:pt x="64" y="204"/>
                  </a:lnTo>
                  <a:lnTo>
                    <a:pt x="62" y="204"/>
                  </a:lnTo>
                  <a:lnTo>
                    <a:pt x="62" y="204"/>
                  </a:lnTo>
                  <a:lnTo>
                    <a:pt x="62" y="204"/>
                  </a:lnTo>
                  <a:lnTo>
                    <a:pt x="60" y="204"/>
                  </a:lnTo>
                  <a:lnTo>
                    <a:pt x="60" y="204"/>
                  </a:lnTo>
                  <a:lnTo>
                    <a:pt x="60" y="204"/>
                  </a:lnTo>
                  <a:lnTo>
                    <a:pt x="60" y="204"/>
                  </a:lnTo>
                  <a:lnTo>
                    <a:pt x="57" y="204"/>
                  </a:lnTo>
                  <a:lnTo>
                    <a:pt x="57" y="204"/>
                  </a:lnTo>
                  <a:lnTo>
                    <a:pt x="57" y="204"/>
                  </a:lnTo>
                  <a:lnTo>
                    <a:pt x="55" y="204"/>
                  </a:lnTo>
                  <a:lnTo>
                    <a:pt x="55" y="204"/>
                  </a:lnTo>
                  <a:lnTo>
                    <a:pt x="52" y="204"/>
                  </a:lnTo>
                  <a:lnTo>
                    <a:pt x="52" y="204"/>
                  </a:lnTo>
                  <a:lnTo>
                    <a:pt x="52" y="204"/>
                  </a:lnTo>
                  <a:lnTo>
                    <a:pt x="50" y="204"/>
                  </a:lnTo>
                  <a:lnTo>
                    <a:pt x="50" y="204"/>
                  </a:lnTo>
                  <a:lnTo>
                    <a:pt x="50" y="204"/>
                  </a:lnTo>
                  <a:lnTo>
                    <a:pt x="50" y="204"/>
                  </a:lnTo>
                  <a:lnTo>
                    <a:pt x="48" y="204"/>
                  </a:lnTo>
                  <a:lnTo>
                    <a:pt x="48" y="204"/>
                  </a:lnTo>
                  <a:lnTo>
                    <a:pt x="48" y="204"/>
                  </a:lnTo>
                  <a:lnTo>
                    <a:pt x="45" y="204"/>
                  </a:lnTo>
                  <a:lnTo>
                    <a:pt x="45" y="207"/>
                  </a:lnTo>
                  <a:lnTo>
                    <a:pt x="45" y="207"/>
                  </a:lnTo>
                  <a:lnTo>
                    <a:pt x="45" y="207"/>
                  </a:lnTo>
                  <a:lnTo>
                    <a:pt x="43" y="207"/>
                  </a:lnTo>
                  <a:lnTo>
                    <a:pt x="43" y="207"/>
                  </a:lnTo>
                  <a:lnTo>
                    <a:pt x="43" y="207"/>
                  </a:lnTo>
                  <a:lnTo>
                    <a:pt x="43" y="207"/>
                  </a:lnTo>
                  <a:lnTo>
                    <a:pt x="41" y="207"/>
                  </a:lnTo>
                  <a:lnTo>
                    <a:pt x="41" y="209"/>
                  </a:lnTo>
                  <a:lnTo>
                    <a:pt x="41" y="209"/>
                  </a:lnTo>
                  <a:lnTo>
                    <a:pt x="41" y="209"/>
                  </a:lnTo>
                  <a:lnTo>
                    <a:pt x="38" y="209"/>
                  </a:lnTo>
                  <a:lnTo>
                    <a:pt x="38" y="209"/>
                  </a:lnTo>
                  <a:lnTo>
                    <a:pt x="38" y="211"/>
                  </a:lnTo>
                  <a:lnTo>
                    <a:pt x="38" y="211"/>
                  </a:lnTo>
                  <a:lnTo>
                    <a:pt x="36" y="211"/>
                  </a:lnTo>
                  <a:lnTo>
                    <a:pt x="36" y="209"/>
                  </a:lnTo>
                  <a:lnTo>
                    <a:pt x="36" y="209"/>
                  </a:lnTo>
                  <a:lnTo>
                    <a:pt x="34" y="209"/>
                  </a:lnTo>
                  <a:lnTo>
                    <a:pt x="34" y="211"/>
                  </a:lnTo>
                  <a:lnTo>
                    <a:pt x="34" y="211"/>
                  </a:lnTo>
                  <a:lnTo>
                    <a:pt x="34" y="211"/>
                  </a:lnTo>
                  <a:lnTo>
                    <a:pt x="31" y="211"/>
                  </a:lnTo>
                  <a:lnTo>
                    <a:pt x="31" y="211"/>
                  </a:lnTo>
                  <a:lnTo>
                    <a:pt x="31" y="211"/>
                  </a:lnTo>
                  <a:lnTo>
                    <a:pt x="31" y="211"/>
                  </a:lnTo>
                  <a:lnTo>
                    <a:pt x="29" y="211"/>
                  </a:lnTo>
                  <a:lnTo>
                    <a:pt x="29" y="211"/>
                  </a:lnTo>
                  <a:lnTo>
                    <a:pt x="29" y="214"/>
                  </a:lnTo>
                  <a:lnTo>
                    <a:pt x="26" y="214"/>
                  </a:lnTo>
                  <a:lnTo>
                    <a:pt x="26" y="214"/>
                  </a:lnTo>
                  <a:lnTo>
                    <a:pt x="26" y="211"/>
                  </a:lnTo>
                  <a:lnTo>
                    <a:pt x="26" y="211"/>
                  </a:lnTo>
                  <a:lnTo>
                    <a:pt x="26" y="211"/>
                  </a:lnTo>
                  <a:lnTo>
                    <a:pt x="24" y="211"/>
                  </a:lnTo>
                  <a:lnTo>
                    <a:pt x="24" y="209"/>
                  </a:lnTo>
                  <a:lnTo>
                    <a:pt x="24" y="209"/>
                  </a:lnTo>
                  <a:lnTo>
                    <a:pt x="24" y="209"/>
                  </a:lnTo>
                  <a:lnTo>
                    <a:pt x="24" y="207"/>
                  </a:lnTo>
                  <a:lnTo>
                    <a:pt x="24" y="207"/>
                  </a:lnTo>
                  <a:lnTo>
                    <a:pt x="24" y="207"/>
                  </a:lnTo>
                  <a:lnTo>
                    <a:pt x="22" y="207"/>
                  </a:lnTo>
                  <a:lnTo>
                    <a:pt x="22" y="204"/>
                  </a:lnTo>
                  <a:lnTo>
                    <a:pt x="22" y="204"/>
                  </a:lnTo>
                  <a:lnTo>
                    <a:pt x="22" y="204"/>
                  </a:lnTo>
                  <a:lnTo>
                    <a:pt x="19" y="204"/>
                  </a:lnTo>
                  <a:lnTo>
                    <a:pt x="19" y="204"/>
                  </a:lnTo>
                  <a:lnTo>
                    <a:pt x="19" y="204"/>
                  </a:lnTo>
                  <a:lnTo>
                    <a:pt x="19" y="202"/>
                  </a:lnTo>
                  <a:lnTo>
                    <a:pt x="19" y="202"/>
                  </a:lnTo>
                  <a:lnTo>
                    <a:pt x="19" y="202"/>
                  </a:lnTo>
                  <a:lnTo>
                    <a:pt x="19" y="199"/>
                  </a:lnTo>
                  <a:lnTo>
                    <a:pt x="19" y="199"/>
                  </a:lnTo>
                  <a:lnTo>
                    <a:pt x="19" y="197"/>
                  </a:lnTo>
                  <a:lnTo>
                    <a:pt x="19" y="197"/>
                  </a:lnTo>
                  <a:lnTo>
                    <a:pt x="19" y="197"/>
                  </a:lnTo>
                  <a:lnTo>
                    <a:pt x="19" y="195"/>
                  </a:lnTo>
                  <a:lnTo>
                    <a:pt x="19" y="195"/>
                  </a:lnTo>
                  <a:lnTo>
                    <a:pt x="19" y="192"/>
                  </a:lnTo>
                  <a:lnTo>
                    <a:pt x="19" y="192"/>
                  </a:lnTo>
                  <a:lnTo>
                    <a:pt x="19" y="192"/>
                  </a:lnTo>
                  <a:lnTo>
                    <a:pt x="17" y="192"/>
                  </a:lnTo>
                  <a:lnTo>
                    <a:pt x="17" y="192"/>
                  </a:lnTo>
                  <a:lnTo>
                    <a:pt x="17" y="190"/>
                  </a:lnTo>
                  <a:lnTo>
                    <a:pt x="17" y="190"/>
                  </a:lnTo>
                  <a:lnTo>
                    <a:pt x="17" y="190"/>
                  </a:lnTo>
                  <a:lnTo>
                    <a:pt x="17" y="190"/>
                  </a:lnTo>
                  <a:lnTo>
                    <a:pt x="17" y="188"/>
                  </a:lnTo>
                  <a:lnTo>
                    <a:pt x="15" y="188"/>
                  </a:lnTo>
                  <a:lnTo>
                    <a:pt x="15" y="188"/>
                  </a:lnTo>
                  <a:lnTo>
                    <a:pt x="15" y="185"/>
                  </a:lnTo>
                  <a:lnTo>
                    <a:pt x="15" y="185"/>
                  </a:lnTo>
                  <a:lnTo>
                    <a:pt x="15" y="185"/>
                  </a:lnTo>
                  <a:lnTo>
                    <a:pt x="12" y="185"/>
                  </a:lnTo>
                  <a:lnTo>
                    <a:pt x="12" y="183"/>
                  </a:lnTo>
                  <a:lnTo>
                    <a:pt x="12" y="183"/>
                  </a:lnTo>
                  <a:lnTo>
                    <a:pt x="12" y="183"/>
                  </a:lnTo>
                  <a:lnTo>
                    <a:pt x="12" y="183"/>
                  </a:lnTo>
                  <a:lnTo>
                    <a:pt x="12" y="183"/>
                  </a:lnTo>
                  <a:lnTo>
                    <a:pt x="12" y="181"/>
                  </a:lnTo>
                  <a:lnTo>
                    <a:pt x="12" y="181"/>
                  </a:lnTo>
                  <a:lnTo>
                    <a:pt x="10" y="181"/>
                  </a:lnTo>
                  <a:lnTo>
                    <a:pt x="10" y="178"/>
                  </a:lnTo>
                  <a:lnTo>
                    <a:pt x="10" y="178"/>
                  </a:lnTo>
                  <a:lnTo>
                    <a:pt x="10" y="178"/>
                  </a:lnTo>
                  <a:lnTo>
                    <a:pt x="10" y="178"/>
                  </a:lnTo>
                  <a:lnTo>
                    <a:pt x="10" y="176"/>
                  </a:lnTo>
                  <a:lnTo>
                    <a:pt x="10" y="176"/>
                  </a:lnTo>
                  <a:lnTo>
                    <a:pt x="8" y="176"/>
                  </a:lnTo>
                  <a:lnTo>
                    <a:pt x="8" y="173"/>
                  </a:lnTo>
                  <a:lnTo>
                    <a:pt x="8" y="173"/>
                  </a:lnTo>
                  <a:lnTo>
                    <a:pt x="8" y="173"/>
                  </a:lnTo>
                  <a:lnTo>
                    <a:pt x="8" y="173"/>
                  </a:lnTo>
                  <a:lnTo>
                    <a:pt x="5" y="173"/>
                  </a:lnTo>
                  <a:lnTo>
                    <a:pt x="5" y="171"/>
                  </a:lnTo>
                  <a:lnTo>
                    <a:pt x="5" y="171"/>
                  </a:lnTo>
                  <a:lnTo>
                    <a:pt x="5" y="171"/>
                  </a:lnTo>
                  <a:lnTo>
                    <a:pt x="5" y="169"/>
                  </a:lnTo>
                  <a:lnTo>
                    <a:pt x="5" y="169"/>
                  </a:lnTo>
                  <a:lnTo>
                    <a:pt x="5" y="169"/>
                  </a:lnTo>
                  <a:lnTo>
                    <a:pt x="3" y="169"/>
                  </a:lnTo>
                  <a:lnTo>
                    <a:pt x="3" y="166"/>
                  </a:lnTo>
                  <a:lnTo>
                    <a:pt x="3" y="166"/>
                  </a:lnTo>
                  <a:lnTo>
                    <a:pt x="3" y="166"/>
                  </a:lnTo>
                  <a:lnTo>
                    <a:pt x="3" y="164"/>
                  </a:lnTo>
                  <a:lnTo>
                    <a:pt x="0" y="164"/>
                  </a:lnTo>
                  <a:lnTo>
                    <a:pt x="0" y="164"/>
                  </a:lnTo>
                  <a:lnTo>
                    <a:pt x="0" y="164"/>
                  </a:lnTo>
                  <a:lnTo>
                    <a:pt x="0" y="164"/>
                  </a:lnTo>
                  <a:lnTo>
                    <a:pt x="0" y="162"/>
                  </a:lnTo>
                  <a:lnTo>
                    <a:pt x="0" y="162"/>
                  </a:lnTo>
                  <a:lnTo>
                    <a:pt x="0" y="162"/>
                  </a:lnTo>
                  <a:lnTo>
                    <a:pt x="0" y="159"/>
                  </a:lnTo>
                  <a:lnTo>
                    <a:pt x="0" y="159"/>
                  </a:lnTo>
                  <a:lnTo>
                    <a:pt x="0" y="157"/>
                  </a:lnTo>
                  <a:lnTo>
                    <a:pt x="3" y="157"/>
                  </a:lnTo>
                  <a:lnTo>
                    <a:pt x="3" y="157"/>
                  </a:lnTo>
                  <a:lnTo>
                    <a:pt x="3" y="154"/>
                  </a:lnTo>
                  <a:lnTo>
                    <a:pt x="3" y="154"/>
                  </a:lnTo>
                  <a:lnTo>
                    <a:pt x="3" y="154"/>
                  </a:lnTo>
                  <a:lnTo>
                    <a:pt x="3" y="154"/>
                  </a:lnTo>
                  <a:lnTo>
                    <a:pt x="3" y="152"/>
                  </a:lnTo>
                  <a:lnTo>
                    <a:pt x="5" y="152"/>
                  </a:lnTo>
                  <a:lnTo>
                    <a:pt x="5" y="152"/>
                  </a:lnTo>
                  <a:lnTo>
                    <a:pt x="5" y="152"/>
                  </a:lnTo>
                  <a:lnTo>
                    <a:pt x="5" y="152"/>
                  </a:lnTo>
                  <a:lnTo>
                    <a:pt x="8" y="152"/>
                  </a:lnTo>
                  <a:lnTo>
                    <a:pt x="8" y="150"/>
                  </a:lnTo>
                  <a:lnTo>
                    <a:pt x="8" y="150"/>
                  </a:lnTo>
                  <a:lnTo>
                    <a:pt x="10" y="150"/>
                  </a:lnTo>
                  <a:lnTo>
                    <a:pt x="10" y="150"/>
                  </a:lnTo>
                  <a:lnTo>
                    <a:pt x="10" y="150"/>
                  </a:lnTo>
                  <a:lnTo>
                    <a:pt x="10" y="150"/>
                  </a:lnTo>
                  <a:lnTo>
                    <a:pt x="12" y="150"/>
                  </a:lnTo>
                  <a:lnTo>
                    <a:pt x="12" y="150"/>
                  </a:lnTo>
                  <a:lnTo>
                    <a:pt x="12" y="147"/>
                  </a:lnTo>
                  <a:lnTo>
                    <a:pt x="12" y="147"/>
                  </a:lnTo>
                  <a:lnTo>
                    <a:pt x="15" y="147"/>
                  </a:lnTo>
                  <a:lnTo>
                    <a:pt x="15" y="147"/>
                  </a:lnTo>
                  <a:lnTo>
                    <a:pt x="15" y="147"/>
                  </a:lnTo>
                  <a:lnTo>
                    <a:pt x="17" y="147"/>
                  </a:lnTo>
                  <a:lnTo>
                    <a:pt x="17" y="147"/>
                  </a:lnTo>
                  <a:lnTo>
                    <a:pt x="17" y="147"/>
                  </a:lnTo>
                  <a:lnTo>
                    <a:pt x="17" y="145"/>
                  </a:lnTo>
                  <a:lnTo>
                    <a:pt x="19" y="145"/>
                  </a:lnTo>
                  <a:lnTo>
                    <a:pt x="19" y="145"/>
                  </a:lnTo>
                  <a:lnTo>
                    <a:pt x="19" y="145"/>
                  </a:lnTo>
                  <a:lnTo>
                    <a:pt x="19" y="145"/>
                  </a:lnTo>
                  <a:lnTo>
                    <a:pt x="22" y="145"/>
                  </a:lnTo>
                  <a:lnTo>
                    <a:pt x="22" y="145"/>
                  </a:lnTo>
                  <a:lnTo>
                    <a:pt x="24" y="145"/>
                  </a:lnTo>
                  <a:lnTo>
                    <a:pt x="24" y="145"/>
                  </a:lnTo>
                  <a:lnTo>
                    <a:pt x="24" y="145"/>
                  </a:lnTo>
                  <a:lnTo>
                    <a:pt x="24" y="145"/>
                  </a:lnTo>
                  <a:lnTo>
                    <a:pt x="26" y="145"/>
                  </a:lnTo>
                  <a:lnTo>
                    <a:pt x="26" y="143"/>
                  </a:lnTo>
                  <a:lnTo>
                    <a:pt x="26" y="143"/>
                  </a:lnTo>
                  <a:lnTo>
                    <a:pt x="26" y="143"/>
                  </a:lnTo>
                  <a:lnTo>
                    <a:pt x="29" y="143"/>
                  </a:lnTo>
                  <a:lnTo>
                    <a:pt x="29" y="143"/>
                  </a:lnTo>
                  <a:lnTo>
                    <a:pt x="29" y="143"/>
                  </a:lnTo>
                  <a:lnTo>
                    <a:pt x="31" y="143"/>
                  </a:lnTo>
                  <a:lnTo>
                    <a:pt x="31" y="143"/>
                  </a:lnTo>
                  <a:lnTo>
                    <a:pt x="31" y="140"/>
                  </a:lnTo>
                  <a:lnTo>
                    <a:pt x="31" y="140"/>
                  </a:lnTo>
                  <a:lnTo>
                    <a:pt x="34" y="140"/>
                  </a:lnTo>
                  <a:lnTo>
                    <a:pt x="34" y="140"/>
                  </a:lnTo>
                  <a:lnTo>
                    <a:pt x="34" y="140"/>
                  </a:lnTo>
                  <a:lnTo>
                    <a:pt x="34" y="140"/>
                  </a:lnTo>
                  <a:lnTo>
                    <a:pt x="36" y="140"/>
                  </a:lnTo>
                  <a:lnTo>
                    <a:pt x="36" y="140"/>
                  </a:lnTo>
                  <a:lnTo>
                    <a:pt x="36" y="138"/>
                  </a:lnTo>
                  <a:lnTo>
                    <a:pt x="38" y="138"/>
                  </a:lnTo>
                  <a:lnTo>
                    <a:pt x="38" y="138"/>
                  </a:lnTo>
                  <a:lnTo>
                    <a:pt x="38" y="138"/>
                  </a:lnTo>
                  <a:lnTo>
                    <a:pt x="38" y="138"/>
                  </a:lnTo>
                  <a:lnTo>
                    <a:pt x="41" y="138"/>
                  </a:lnTo>
                  <a:lnTo>
                    <a:pt x="41" y="138"/>
                  </a:lnTo>
                  <a:lnTo>
                    <a:pt x="43" y="138"/>
                  </a:lnTo>
                  <a:lnTo>
                    <a:pt x="43" y="135"/>
                  </a:lnTo>
                  <a:lnTo>
                    <a:pt x="43" y="135"/>
                  </a:lnTo>
                  <a:lnTo>
                    <a:pt x="43" y="135"/>
                  </a:lnTo>
                  <a:lnTo>
                    <a:pt x="45" y="135"/>
                  </a:lnTo>
                  <a:lnTo>
                    <a:pt x="45" y="135"/>
                  </a:lnTo>
                  <a:lnTo>
                    <a:pt x="45" y="135"/>
                  </a:lnTo>
                  <a:lnTo>
                    <a:pt x="45" y="135"/>
                  </a:lnTo>
                  <a:lnTo>
                    <a:pt x="48" y="135"/>
                  </a:lnTo>
                  <a:lnTo>
                    <a:pt x="48" y="135"/>
                  </a:lnTo>
                  <a:lnTo>
                    <a:pt x="48" y="135"/>
                  </a:lnTo>
                  <a:lnTo>
                    <a:pt x="50" y="135"/>
                  </a:lnTo>
                  <a:lnTo>
                    <a:pt x="50" y="135"/>
                  </a:lnTo>
                  <a:lnTo>
                    <a:pt x="50" y="133"/>
                  </a:lnTo>
                  <a:lnTo>
                    <a:pt x="50" y="133"/>
                  </a:lnTo>
                  <a:lnTo>
                    <a:pt x="52" y="133"/>
                  </a:lnTo>
                  <a:lnTo>
                    <a:pt x="52" y="133"/>
                  </a:lnTo>
                  <a:lnTo>
                    <a:pt x="52" y="133"/>
                  </a:lnTo>
                  <a:lnTo>
                    <a:pt x="52" y="133"/>
                  </a:lnTo>
                  <a:lnTo>
                    <a:pt x="55" y="133"/>
                  </a:lnTo>
                  <a:lnTo>
                    <a:pt x="55" y="133"/>
                  </a:lnTo>
                  <a:lnTo>
                    <a:pt x="55" y="131"/>
                  </a:lnTo>
                  <a:lnTo>
                    <a:pt x="57" y="131"/>
                  </a:lnTo>
                  <a:lnTo>
                    <a:pt x="57" y="131"/>
                  </a:lnTo>
                  <a:lnTo>
                    <a:pt x="57" y="131"/>
                  </a:lnTo>
                  <a:lnTo>
                    <a:pt x="57" y="131"/>
                  </a:lnTo>
                  <a:lnTo>
                    <a:pt x="60" y="131"/>
                  </a:lnTo>
                  <a:lnTo>
                    <a:pt x="60" y="131"/>
                  </a:lnTo>
                  <a:lnTo>
                    <a:pt x="60" y="131"/>
                  </a:lnTo>
                  <a:lnTo>
                    <a:pt x="60" y="128"/>
                  </a:lnTo>
                  <a:lnTo>
                    <a:pt x="62" y="128"/>
                  </a:lnTo>
                  <a:lnTo>
                    <a:pt x="62" y="128"/>
                  </a:lnTo>
                  <a:lnTo>
                    <a:pt x="64" y="128"/>
                  </a:lnTo>
                  <a:lnTo>
                    <a:pt x="64" y="128"/>
                  </a:lnTo>
                  <a:lnTo>
                    <a:pt x="64" y="128"/>
                  </a:lnTo>
                  <a:lnTo>
                    <a:pt x="64" y="128"/>
                  </a:lnTo>
                  <a:lnTo>
                    <a:pt x="67" y="128"/>
                  </a:lnTo>
                  <a:lnTo>
                    <a:pt x="67" y="128"/>
                  </a:lnTo>
                  <a:lnTo>
                    <a:pt x="67" y="126"/>
                  </a:lnTo>
                  <a:lnTo>
                    <a:pt x="67" y="126"/>
                  </a:lnTo>
                  <a:lnTo>
                    <a:pt x="67" y="126"/>
                  </a:lnTo>
                  <a:lnTo>
                    <a:pt x="67" y="124"/>
                  </a:lnTo>
                  <a:lnTo>
                    <a:pt x="69" y="124"/>
                  </a:lnTo>
                  <a:lnTo>
                    <a:pt x="69" y="124"/>
                  </a:lnTo>
                  <a:lnTo>
                    <a:pt x="69" y="124"/>
                  </a:lnTo>
                  <a:lnTo>
                    <a:pt x="69" y="121"/>
                  </a:lnTo>
                  <a:lnTo>
                    <a:pt x="69" y="121"/>
                  </a:lnTo>
                  <a:lnTo>
                    <a:pt x="69" y="121"/>
                  </a:lnTo>
                  <a:lnTo>
                    <a:pt x="69" y="119"/>
                  </a:lnTo>
                  <a:lnTo>
                    <a:pt x="69" y="119"/>
                  </a:lnTo>
                  <a:lnTo>
                    <a:pt x="71" y="119"/>
                  </a:lnTo>
                  <a:lnTo>
                    <a:pt x="71" y="117"/>
                  </a:lnTo>
                  <a:lnTo>
                    <a:pt x="71" y="117"/>
                  </a:lnTo>
                  <a:lnTo>
                    <a:pt x="71" y="114"/>
                  </a:lnTo>
                  <a:lnTo>
                    <a:pt x="71" y="114"/>
                  </a:lnTo>
                  <a:lnTo>
                    <a:pt x="71" y="114"/>
                  </a:lnTo>
                  <a:lnTo>
                    <a:pt x="71" y="114"/>
                  </a:lnTo>
                  <a:lnTo>
                    <a:pt x="71" y="112"/>
                  </a:lnTo>
                  <a:lnTo>
                    <a:pt x="71" y="112"/>
                  </a:lnTo>
                  <a:lnTo>
                    <a:pt x="71" y="112"/>
                  </a:lnTo>
                  <a:lnTo>
                    <a:pt x="71" y="109"/>
                  </a:lnTo>
                  <a:lnTo>
                    <a:pt x="71" y="109"/>
                  </a:lnTo>
                  <a:lnTo>
                    <a:pt x="74" y="109"/>
                  </a:lnTo>
                  <a:lnTo>
                    <a:pt x="74" y="107"/>
                  </a:lnTo>
                  <a:lnTo>
                    <a:pt x="74" y="107"/>
                  </a:lnTo>
                  <a:lnTo>
                    <a:pt x="74" y="105"/>
                  </a:lnTo>
                  <a:lnTo>
                    <a:pt x="74" y="105"/>
                  </a:lnTo>
                  <a:lnTo>
                    <a:pt x="74" y="105"/>
                  </a:lnTo>
                  <a:lnTo>
                    <a:pt x="74" y="105"/>
                  </a:lnTo>
                  <a:lnTo>
                    <a:pt x="74" y="102"/>
                  </a:lnTo>
                  <a:lnTo>
                    <a:pt x="74" y="102"/>
                  </a:lnTo>
                  <a:lnTo>
                    <a:pt x="74" y="102"/>
                  </a:lnTo>
                  <a:lnTo>
                    <a:pt x="74" y="100"/>
                  </a:lnTo>
                  <a:lnTo>
                    <a:pt x="74" y="100"/>
                  </a:lnTo>
                  <a:lnTo>
                    <a:pt x="76" y="100"/>
                  </a:lnTo>
                  <a:lnTo>
                    <a:pt x="76" y="98"/>
                  </a:lnTo>
                  <a:lnTo>
                    <a:pt x="76" y="98"/>
                  </a:lnTo>
                  <a:lnTo>
                    <a:pt x="76" y="95"/>
                  </a:lnTo>
                  <a:lnTo>
                    <a:pt x="76" y="95"/>
                  </a:lnTo>
                  <a:lnTo>
                    <a:pt x="76" y="95"/>
                  </a:lnTo>
                  <a:lnTo>
                    <a:pt x="76" y="95"/>
                  </a:lnTo>
                  <a:lnTo>
                    <a:pt x="76" y="93"/>
                  </a:lnTo>
                  <a:lnTo>
                    <a:pt x="79" y="93"/>
                  </a:lnTo>
                  <a:lnTo>
                    <a:pt x="79" y="93"/>
                  </a:lnTo>
                  <a:lnTo>
                    <a:pt x="79" y="90"/>
                  </a:lnTo>
                  <a:lnTo>
                    <a:pt x="79" y="90"/>
                  </a:lnTo>
                  <a:lnTo>
                    <a:pt x="79" y="90"/>
                  </a:lnTo>
                  <a:lnTo>
                    <a:pt x="79" y="88"/>
                  </a:lnTo>
                  <a:lnTo>
                    <a:pt x="79" y="88"/>
                  </a:lnTo>
                  <a:lnTo>
                    <a:pt x="79" y="88"/>
                  </a:lnTo>
                  <a:lnTo>
                    <a:pt x="79" y="86"/>
                  </a:lnTo>
                  <a:lnTo>
                    <a:pt x="79" y="86"/>
                  </a:lnTo>
                  <a:lnTo>
                    <a:pt x="79" y="86"/>
                  </a:lnTo>
                  <a:lnTo>
                    <a:pt x="81" y="86"/>
                  </a:lnTo>
                  <a:lnTo>
                    <a:pt x="81" y="83"/>
                  </a:lnTo>
                  <a:lnTo>
                    <a:pt x="81" y="83"/>
                  </a:lnTo>
                  <a:lnTo>
                    <a:pt x="81" y="81"/>
                  </a:lnTo>
                  <a:lnTo>
                    <a:pt x="81" y="81"/>
                  </a:lnTo>
                  <a:lnTo>
                    <a:pt x="81" y="81"/>
                  </a:lnTo>
                  <a:lnTo>
                    <a:pt x="81" y="79"/>
                  </a:lnTo>
                  <a:lnTo>
                    <a:pt x="81" y="79"/>
                  </a:lnTo>
                  <a:lnTo>
                    <a:pt x="83" y="79"/>
                  </a:lnTo>
                  <a:lnTo>
                    <a:pt x="83" y="76"/>
                  </a:lnTo>
                  <a:lnTo>
                    <a:pt x="83" y="76"/>
                  </a:lnTo>
                  <a:lnTo>
                    <a:pt x="83" y="74"/>
                  </a:lnTo>
                  <a:lnTo>
                    <a:pt x="81" y="74"/>
                  </a:lnTo>
                  <a:lnTo>
                    <a:pt x="81" y="74"/>
                  </a:lnTo>
                  <a:lnTo>
                    <a:pt x="81" y="74"/>
                  </a:lnTo>
                  <a:lnTo>
                    <a:pt x="81" y="74"/>
                  </a:lnTo>
                  <a:lnTo>
                    <a:pt x="81" y="72"/>
                  </a:lnTo>
                  <a:lnTo>
                    <a:pt x="79" y="72"/>
                  </a:lnTo>
                  <a:lnTo>
                    <a:pt x="79" y="72"/>
                  </a:lnTo>
                  <a:lnTo>
                    <a:pt x="79" y="72"/>
                  </a:lnTo>
                  <a:lnTo>
                    <a:pt x="79" y="69"/>
                  </a:lnTo>
                  <a:lnTo>
                    <a:pt x="79" y="69"/>
                  </a:lnTo>
                  <a:lnTo>
                    <a:pt x="79" y="69"/>
                  </a:lnTo>
                  <a:lnTo>
                    <a:pt x="79" y="67"/>
                  </a:lnTo>
                  <a:lnTo>
                    <a:pt x="79" y="67"/>
                  </a:lnTo>
                  <a:lnTo>
                    <a:pt x="76" y="67"/>
                  </a:lnTo>
                  <a:lnTo>
                    <a:pt x="76" y="64"/>
                  </a:lnTo>
                  <a:lnTo>
                    <a:pt x="76" y="64"/>
                  </a:lnTo>
                  <a:lnTo>
                    <a:pt x="76" y="64"/>
                  </a:lnTo>
                  <a:lnTo>
                    <a:pt x="76" y="64"/>
                  </a:lnTo>
                  <a:lnTo>
                    <a:pt x="74" y="64"/>
                  </a:lnTo>
                  <a:lnTo>
                    <a:pt x="74" y="62"/>
                  </a:lnTo>
                  <a:lnTo>
                    <a:pt x="74" y="62"/>
                  </a:lnTo>
                  <a:lnTo>
                    <a:pt x="74" y="62"/>
                  </a:lnTo>
                  <a:lnTo>
                    <a:pt x="74" y="60"/>
                  </a:lnTo>
                  <a:lnTo>
                    <a:pt x="74" y="60"/>
                  </a:lnTo>
                  <a:lnTo>
                    <a:pt x="74" y="60"/>
                  </a:lnTo>
                  <a:lnTo>
                    <a:pt x="71" y="60"/>
                  </a:lnTo>
                  <a:lnTo>
                    <a:pt x="71" y="57"/>
                  </a:lnTo>
                  <a:lnTo>
                    <a:pt x="71" y="57"/>
                  </a:lnTo>
                  <a:lnTo>
                    <a:pt x="71" y="55"/>
                  </a:lnTo>
                  <a:lnTo>
                    <a:pt x="71" y="55"/>
                  </a:lnTo>
                  <a:lnTo>
                    <a:pt x="71" y="55"/>
                  </a:lnTo>
                  <a:lnTo>
                    <a:pt x="71" y="53"/>
                  </a:lnTo>
                  <a:lnTo>
                    <a:pt x="71" y="53"/>
                  </a:lnTo>
                  <a:lnTo>
                    <a:pt x="71" y="50"/>
                  </a:lnTo>
                  <a:lnTo>
                    <a:pt x="71" y="50"/>
                  </a:lnTo>
                  <a:lnTo>
                    <a:pt x="74" y="50"/>
                  </a:lnTo>
                  <a:lnTo>
                    <a:pt x="74" y="48"/>
                  </a:lnTo>
                  <a:lnTo>
                    <a:pt x="74" y="48"/>
                  </a:lnTo>
                  <a:lnTo>
                    <a:pt x="74" y="45"/>
                  </a:lnTo>
                  <a:lnTo>
                    <a:pt x="74" y="45"/>
                  </a:lnTo>
                  <a:lnTo>
                    <a:pt x="74" y="45"/>
                  </a:lnTo>
                  <a:lnTo>
                    <a:pt x="74" y="45"/>
                  </a:lnTo>
                  <a:lnTo>
                    <a:pt x="74" y="45"/>
                  </a:lnTo>
                  <a:lnTo>
                    <a:pt x="74" y="43"/>
                  </a:lnTo>
                  <a:lnTo>
                    <a:pt x="76" y="43"/>
                  </a:lnTo>
                  <a:lnTo>
                    <a:pt x="76" y="43"/>
                  </a:lnTo>
                  <a:lnTo>
                    <a:pt x="76" y="41"/>
                  </a:lnTo>
                  <a:lnTo>
                    <a:pt x="76" y="41"/>
                  </a:lnTo>
                  <a:lnTo>
                    <a:pt x="76" y="41"/>
                  </a:lnTo>
                  <a:lnTo>
                    <a:pt x="76" y="38"/>
                  </a:lnTo>
                  <a:lnTo>
                    <a:pt x="76" y="38"/>
                  </a:lnTo>
                  <a:lnTo>
                    <a:pt x="79" y="38"/>
                  </a:lnTo>
                  <a:lnTo>
                    <a:pt x="79" y="36"/>
                  </a:lnTo>
                  <a:lnTo>
                    <a:pt x="79" y="36"/>
                  </a:lnTo>
                  <a:lnTo>
                    <a:pt x="79" y="36"/>
                  </a:lnTo>
                  <a:lnTo>
                    <a:pt x="79" y="36"/>
                  </a:lnTo>
                  <a:lnTo>
                    <a:pt x="79" y="34"/>
                  </a:lnTo>
                  <a:lnTo>
                    <a:pt x="79" y="34"/>
                  </a:lnTo>
                  <a:lnTo>
                    <a:pt x="79" y="34"/>
                  </a:lnTo>
                  <a:lnTo>
                    <a:pt x="79" y="31"/>
                  </a:lnTo>
                  <a:lnTo>
                    <a:pt x="81" y="31"/>
                  </a:lnTo>
                  <a:lnTo>
                    <a:pt x="81" y="31"/>
                  </a:lnTo>
                  <a:lnTo>
                    <a:pt x="81" y="29"/>
                  </a:lnTo>
                  <a:lnTo>
                    <a:pt x="81" y="29"/>
                  </a:lnTo>
                  <a:lnTo>
                    <a:pt x="79" y="29"/>
                  </a:lnTo>
                  <a:lnTo>
                    <a:pt x="79" y="26"/>
                  </a:lnTo>
                  <a:lnTo>
                    <a:pt x="79" y="26"/>
                  </a:lnTo>
                  <a:lnTo>
                    <a:pt x="79" y="26"/>
                  </a:lnTo>
                  <a:lnTo>
                    <a:pt x="79" y="26"/>
                  </a:lnTo>
                  <a:lnTo>
                    <a:pt x="79" y="26"/>
                  </a:lnTo>
                  <a:lnTo>
                    <a:pt x="81" y="26"/>
                  </a:lnTo>
                  <a:lnTo>
                    <a:pt x="81" y="26"/>
                  </a:lnTo>
                  <a:lnTo>
                    <a:pt x="81" y="24"/>
                  </a:lnTo>
                  <a:lnTo>
                    <a:pt x="83" y="24"/>
                  </a:lnTo>
                  <a:lnTo>
                    <a:pt x="83" y="24"/>
                  </a:lnTo>
                  <a:lnTo>
                    <a:pt x="83" y="24"/>
                  </a:lnTo>
                  <a:lnTo>
                    <a:pt x="86" y="24"/>
                  </a:lnTo>
                  <a:lnTo>
                    <a:pt x="86" y="26"/>
                  </a:lnTo>
                  <a:lnTo>
                    <a:pt x="86" y="26"/>
                  </a:lnTo>
                  <a:lnTo>
                    <a:pt x="86" y="24"/>
                  </a:lnTo>
                  <a:lnTo>
                    <a:pt x="86" y="24"/>
                  </a:lnTo>
                  <a:lnTo>
                    <a:pt x="88" y="24"/>
                  </a:lnTo>
                  <a:lnTo>
                    <a:pt x="88" y="24"/>
                  </a:lnTo>
                  <a:lnTo>
                    <a:pt x="90" y="24"/>
                  </a:lnTo>
                  <a:lnTo>
                    <a:pt x="90" y="24"/>
                  </a:lnTo>
                  <a:lnTo>
                    <a:pt x="90" y="22"/>
                  </a:lnTo>
                  <a:lnTo>
                    <a:pt x="90" y="22"/>
                  </a:lnTo>
                  <a:lnTo>
                    <a:pt x="88" y="22"/>
                  </a:lnTo>
                  <a:lnTo>
                    <a:pt x="88" y="19"/>
                  </a:lnTo>
                  <a:lnTo>
                    <a:pt x="88" y="19"/>
                  </a:lnTo>
                  <a:lnTo>
                    <a:pt x="88" y="19"/>
                  </a:lnTo>
                  <a:lnTo>
                    <a:pt x="88" y="19"/>
                  </a:lnTo>
                  <a:lnTo>
                    <a:pt x="86" y="19"/>
                  </a:lnTo>
                  <a:lnTo>
                    <a:pt x="86" y="19"/>
                  </a:lnTo>
                  <a:lnTo>
                    <a:pt x="86" y="19"/>
                  </a:lnTo>
                  <a:lnTo>
                    <a:pt x="86" y="19"/>
                  </a:lnTo>
                  <a:lnTo>
                    <a:pt x="86" y="17"/>
                  </a:lnTo>
                  <a:lnTo>
                    <a:pt x="86" y="17"/>
                  </a:lnTo>
                  <a:lnTo>
                    <a:pt x="86" y="17"/>
                  </a:lnTo>
                  <a:lnTo>
                    <a:pt x="86" y="15"/>
                  </a:lnTo>
                  <a:lnTo>
                    <a:pt x="86" y="15"/>
                  </a:lnTo>
                  <a:lnTo>
                    <a:pt x="86" y="15"/>
                  </a:lnTo>
                  <a:lnTo>
                    <a:pt x="86" y="15"/>
                  </a:lnTo>
                  <a:lnTo>
                    <a:pt x="86" y="12"/>
                  </a:lnTo>
                  <a:lnTo>
                    <a:pt x="86" y="12"/>
                  </a:lnTo>
                  <a:lnTo>
                    <a:pt x="86" y="10"/>
                  </a:lnTo>
                  <a:lnTo>
                    <a:pt x="86" y="10"/>
                  </a:lnTo>
                  <a:lnTo>
                    <a:pt x="86" y="10"/>
                  </a:lnTo>
                  <a:lnTo>
                    <a:pt x="86" y="8"/>
                  </a:lnTo>
                  <a:lnTo>
                    <a:pt x="86" y="8"/>
                  </a:lnTo>
                  <a:lnTo>
                    <a:pt x="86" y="5"/>
                  </a:lnTo>
                  <a:lnTo>
                    <a:pt x="86" y="5"/>
                  </a:lnTo>
                  <a:lnTo>
                    <a:pt x="86" y="5"/>
                  </a:lnTo>
                  <a:lnTo>
                    <a:pt x="86" y="5"/>
                  </a:lnTo>
                  <a:lnTo>
                    <a:pt x="86" y="3"/>
                  </a:lnTo>
                  <a:lnTo>
                    <a:pt x="86" y="3"/>
                  </a:lnTo>
                  <a:lnTo>
                    <a:pt x="86" y="3"/>
                  </a:lnTo>
                  <a:lnTo>
                    <a:pt x="86" y="3"/>
                  </a:lnTo>
                  <a:lnTo>
                    <a:pt x="86" y="0"/>
                  </a:lnTo>
                  <a:lnTo>
                    <a:pt x="88" y="0"/>
                  </a:lnTo>
                  <a:lnTo>
                    <a:pt x="88" y="0"/>
                  </a:lnTo>
                  <a:lnTo>
                    <a:pt x="88" y="0"/>
                  </a:lnTo>
                  <a:lnTo>
                    <a:pt x="90" y="0"/>
                  </a:lnTo>
                  <a:lnTo>
                    <a:pt x="90" y="0"/>
                  </a:lnTo>
                  <a:lnTo>
                    <a:pt x="90" y="0"/>
                  </a:lnTo>
                  <a:lnTo>
                    <a:pt x="90" y="3"/>
                  </a:lnTo>
                  <a:lnTo>
                    <a:pt x="90" y="3"/>
                  </a:lnTo>
                  <a:lnTo>
                    <a:pt x="90" y="3"/>
                  </a:lnTo>
                  <a:lnTo>
                    <a:pt x="90" y="5"/>
                  </a:lnTo>
                  <a:lnTo>
                    <a:pt x="90" y="5"/>
                  </a:lnTo>
                  <a:lnTo>
                    <a:pt x="90" y="5"/>
                  </a:lnTo>
                  <a:lnTo>
                    <a:pt x="90" y="5"/>
                  </a:lnTo>
                  <a:lnTo>
                    <a:pt x="90" y="5"/>
                  </a:lnTo>
                  <a:lnTo>
                    <a:pt x="93" y="5"/>
                  </a:lnTo>
                  <a:lnTo>
                    <a:pt x="93" y="5"/>
                  </a:lnTo>
                  <a:lnTo>
                    <a:pt x="93" y="5"/>
                  </a:lnTo>
                  <a:lnTo>
                    <a:pt x="93" y="5"/>
                  </a:lnTo>
                  <a:lnTo>
                    <a:pt x="93" y="5"/>
                  </a:lnTo>
                  <a:lnTo>
                    <a:pt x="95" y="5"/>
                  </a:lnTo>
                  <a:lnTo>
                    <a:pt x="95" y="5"/>
                  </a:lnTo>
                  <a:lnTo>
                    <a:pt x="95" y="3"/>
                  </a:lnTo>
                  <a:lnTo>
                    <a:pt x="97" y="3"/>
                  </a:lnTo>
                  <a:lnTo>
                    <a:pt x="97" y="3"/>
                  </a:lnTo>
                  <a:lnTo>
                    <a:pt x="97" y="0"/>
                  </a:lnTo>
                  <a:lnTo>
                    <a:pt x="97" y="0"/>
                  </a:lnTo>
                  <a:lnTo>
                    <a:pt x="97" y="0"/>
                  </a:lnTo>
                  <a:lnTo>
                    <a:pt x="97" y="0"/>
                  </a:lnTo>
                  <a:lnTo>
                    <a:pt x="97" y="0"/>
                  </a:lnTo>
                  <a:lnTo>
                    <a:pt x="97" y="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269"/>
            <p:cNvSpPr>
              <a:spLocks/>
            </p:cNvSpPr>
            <p:nvPr/>
          </p:nvSpPr>
          <p:spPr bwMode="auto">
            <a:xfrm>
              <a:off x="3059113" y="3321050"/>
              <a:ext cx="179388" cy="146050"/>
            </a:xfrm>
            <a:custGeom>
              <a:avLst/>
              <a:gdLst/>
              <a:ahLst/>
              <a:cxnLst>
                <a:cxn ang="0">
                  <a:pos x="14" y="47"/>
                </a:cxn>
                <a:cxn ang="0">
                  <a:pos x="19" y="54"/>
                </a:cxn>
                <a:cxn ang="0">
                  <a:pos x="21" y="57"/>
                </a:cxn>
                <a:cxn ang="0">
                  <a:pos x="26" y="52"/>
                </a:cxn>
                <a:cxn ang="0">
                  <a:pos x="31" y="47"/>
                </a:cxn>
                <a:cxn ang="0">
                  <a:pos x="40" y="50"/>
                </a:cxn>
                <a:cxn ang="0">
                  <a:pos x="45" y="50"/>
                </a:cxn>
                <a:cxn ang="0">
                  <a:pos x="50" y="47"/>
                </a:cxn>
                <a:cxn ang="0">
                  <a:pos x="47" y="45"/>
                </a:cxn>
                <a:cxn ang="0">
                  <a:pos x="50" y="50"/>
                </a:cxn>
                <a:cxn ang="0">
                  <a:pos x="57" y="50"/>
                </a:cxn>
                <a:cxn ang="0">
                  <a:pos x="57" y="47"/>
                </a:cxn>
                <a:cxn ang="0">
                  <a:pos x="59" y="45"/>
                </a:cxn>
                <a:cxn ang="0">
                  <a:pos x="64" y="47"/>
                </a:cxn>
                <a:cxn ang="0">
                  <a:pos x="68" y="43"/>
                </a:cxn>
                <a:cxn ang="0">
                  <a:pos x="73" y="36"/>
                </a:cxn>
                <a:cxn ang="0">
                  <a:pos x="78" y="31"/>
                </a:cxn>
                <a:cxn ang="0">
                  <a:pos x="83" y="28"/>
                </a:cxn>
                <a:cxn ang="0">
                  <a:pos x="87" y="24"/>
                </a:cxn>
                <a:cxn ang="0">
                  <a:pos x="92" y="17"/>
                </a:cxn>
                <a:cxn ang="0">
                  <a:pos x="97" y="12"/>
                </a:cxn>
                <a:cxn ang="0">
                  <a:pos x="102" y="7"/>
                </a:cxn>
                <a:cxn ang="0">
                  <a:pos x="106" y="2"/>
                </a:cxn>
                <a:cxn ang="0">
                  <a:pos x="109" y="7"/>
                </a:cxn>
                <a:cxn ang="0">
                  <a:pos x="111" y="12"/>
                </a:cxn>
                <a:cxn ang="0">
                  <a:pos x="113" y="19"/>
                </a:cxn>
                <a:cxn ang="0">
                  <a:pos x="113" y="28"/>
                </a:cxn>
                <a:cxn ang="0">
                  <a:pos x="109" y="33"/>
                </a:cxn>
                <a:cxn ang="0">
                  <a:pos x="106" y="28"/>
                </a:cxn>
                <a:cxn ang="0">
                  <a:pos x="102" y="31"/>
                </a:cxn>
                <a:cxn ang="0">
                  <a:pos x="102" y="40"/>
                </a:cxn>
                <a:cxn ang="0">
                  <a:pos x="102" y="47"/>
                </a:cxn>
                <a:cxn ang="0">
                  <a:pos x="106" y="52"/>
                </a:cxn>
                <a:cxn ang="0">
                  <a:pos x="99" y="52"/>
                </a:cxn>
                <a:cxn ang="0">
                  <a:pos x="95" y="57"/>
                </a:cxn>
                <a:cxn ang="0">
                  <a:pos x="95" y="64"/>
                </a:cxn>
                <a:cxn ang="0">
                  <a:pos x="92" y="71"/>
                </a:cxn>
                <a:cxn ang="0">
                  <a:pos x="87" y="78"/>
                </a:cxn>
                <a:cxn ang="0">
                  <a:pos x="87" y="88"/>
                </a:cxn>
                <a:cxn ang="0">
                  <a:pos x="83" y="92"/>
                </a:cxn>
                <a:cxn ang="0">
                  <a:pos x="76" y="90"/>
                </a:cxn>
                <a:cxn ang="0">
                  <a:pos x="66" y="88"/>
                </a:cxn>
                <a:cxn ang="0">
                  <a:pos x="59" y="85"/>
                </a:cxn>
                <a:cxn ang="0">
                  <a:pos x="52" y="85"/>
                </a:cxn>
                <a:cxn ang="0">
                  <a:pos x="42" y="83"/>
                </a:cxn>
                <a:cxn ang="0">
                  <a:pos x="35" y="83"/>
                </a:cxn>
                <a:cxn ang="0">
                  <a:pos x="28" y="81"/>
                </a:cxn>
                <a:cxn ang="0">
                  <a:pos x="21" y="78"/>
                </a:cxn>
                <a:cxn ang="0">
                  <a:pos x="16" y="73"/>
                </a:cxn>
                <a:cxn ang="0">
                  <a:pos x="16" y="64"/>
                </a:cxn>
                <a:cxn ang="0">
                  <a:pos x="14" y="57"/>
                </a:cxn>
                <a:cxn ang="0">
                  <a:pos x="7" y="52"/>
                </a:cxn>
                <a:cxn ang="0">
                  <a:pos x="2" y="47"/>
                </a:cxn>
                <a:cxn ang="0">
                  <a:pos x="2" y="40"/>
                </a:cxn>
                <a:cxn ang="0">
                  <a:pos x="7" y="40"/>
                </a:cxn>
                <a:cxn ang="0">
                  <a:pos x="7" y="40"/>
                </a:cxn>
                <a:cxn ang="0">
                  <a:pos x="7" y="45"/>
                </a:cxn>
                <a:cxn ang="0">
                  <a:pos x="9" y="45"/>
                </a:cxn>
              </a:cxnLst>
              <a:rect l="0" t="0" r="r" b="b"/>
              <a:pathLst>
                <a:path w="113" h="92">
                  <a:moveTo>
                    <a:pt x="9" y="43"/>
                  </a:moveTo>
                  <a:lnTo>
                    <a:pt x="12" y="43"/>
                  </a:lnTo>
                  <a:lnTo>
                    <a:pt x="12" y="43"/>
                  </a:lnTo>
                  <a:lnTo>
                    <a:pt x="12" y="45"/>
                  </a:lnTo>
                  <a:lnTo>
                    <a:pt x="14" y="45"/>
                  </a:lnTo>
                  <a:lnTo>
                    <a:pt x="14" y="45"/>
                  </a:lnTo>
                  <a:lnTo>
                    <a:pt x="14" y="45"/>
                  </a:lnTo>
                  <a:lnTo>
                    <a:pt x="14" y="45"/>
                  </a:lnTo>
                  <a:lnTo>
                    <a:pt x="14" y="47"/>
                  </a:lnTo>
                  <a:lnTo>
                    <a:pt x="14" y="47"/>
                  </a:lnTo>
                  <a:lnTo>
                    <a:pt x="14" y="50"/>
                  </a:lnTo>
                  <a:lnTo>
                    <a:pt x="14" y="50"/>
                  </a:lnTo>
                  <a:lnTo>
                    <a:pt x="16" y="50"/>
                  </a:lnTo>
                  <a:lnTo>
                    <a:pt x="16" y="52"/>
                  </a:lnTo>
                  <a:lnTo>
                    <a:pt x="16" y="52"/>
                  </a:lnTo>
                  <a:lnTo>
                    <a:pt x="16" y="54"/>
                  </a:lnTo>
                  <a:lnTo>
                    <a:pt x="16" y="54"/>
                  </a:lnTo>
                  <a:lnTo>
                    <a:pt x="16" y="54"/>
                  </a:lnTo>
                  <a:lnTo>
                    <a:pt x="19" y="54"/>
                  </a:lnTo>
                  <a:lnTo>
                    <a:pt x="19" y="54"/>
                  </a:lnTo>
                  <a:lnTo>
                    <a:pt x="21" y="54"/>
                  </a:lnTo>
                  <a:lnTo>
                    <a:pt x="21" y="54"/>
                  </a:lnTo>
                  <a:lnTo>
                    <a:pt x="21" y="54"/>
                  </a:lnTo>
                  <a:lnTo>
                    <a:pt x="19" y="54"/>
                  </a:lnTo>
                  <a:lnTo>
                    <a:pt x="19" y="57"/>
                  </a:lnTo>
                  <a:lnTo>
                    <a:pt x="21" y="57"/>
                  </a:lnTo>
                  <a:lnTo>
                    <a:pt x="21" y="57"/>
                  </a:lnTo>
                  <a:lnTo>
                    <a:pt x="21" y="57"/>
                  </a:lnTo>
                  <a:lnTo>
                    <a:pt x="21" y="57"/>
                  </a:lnTo>
                  <a:lnTo>
                    <a:pt x="21" y="57"/>
                  </a:lnTo>
                  <a:lnTo>
                    <a:pt x="21" y="54"/>
                  </a:lnTo>
                  <a:lnTo>
                    <a:pt x="21" y="54"/>
                  </a:lnTo>
                  <a:lnTo>
                    <a:pt x="21" y="54"/>
                  </a:lnTo>
                  <a:lnTo>
                    <a:pt x="21" y="54"/>
                  </a:lnTo>
                  <a:lnTo>
                    <a:pt x="21" y="54"/>
                  </a:lnTo>
                  <a:lnTo>
                    <a:pt x="24" y="54"/>
                  </a:lnTo>
                  <a:lnTo>
                    <a:pt x="24" y="54"/>
                  </a:lnTo>
                  <a:lnTo>
                    <a:pt x="26" y="54"/>
                  </a:lnTo>
                  <a:lnTo>
                    <a:pt x="26" y="54"/>
                  </a:lnTo>
                  <a:lnTo>
                    <a:pt x="26" y="52"/>
                  </a:lnTo>
                  <a:lnTo>
                    <a:pt x="26" y="52"/>
                  </a:lnTo>
                  <a:lnTo>
                    <a:pt x="28" y="52"/>
                  </a:lnTo>
                  <a:lnTo>
                    <a:pt x="28" y="52"/>
                  </a:lnTo>
                  <a:lnTo>
                    <a:pt x="28" y="52"/>
                  </a:lnTo>
                  <a:lnTo>
                    <a:pt x="28" y="50"/>
                  </a:lnTo>
                  <a:lnTo>
                    <a:pt x="28" y="50"/>
                  </a:lnTo>
                  <a:lnTo>
                    <a:pt x="31" y="50"/>
                  </a:lnTo>
                  <a:lnTo>
                    <a:pt x="31" y="50"/>
                  </a:lnTo>
                  <a:lnTo>
                    <a:pt x="31" y="50"/>
                  </a:lnTo>
                  <a:lnTo>
                    <a:pt x="31" y="47"/>
                  </a:lnTo>
                  <a:lnTo>
                    <a:pt x="33" y="47"/>
                  </a:lnTo>
                  <a:lnTo>
                    <a:pt x="33" y="47"/>
                  </a:lnTo>
                  <a:lnTo>
                    <a:pt x="33" y="47"/>
                  </a:lnTo>
                  <a:lnTo>
                    <a:pt x="33" y="50"/>
                  </a:lnTo>
                  <a:lnTo>
                    <a:pt x="35" y="50"/>
                  </a:lnTo>
                  <a:lnTo>
                    <a:pt x="35" y="50"/>
                  </a:lnTo>
                  <a:lnTo>
                    <a:pt x="35" y="50"/>
                  </a:lnTo>
                  <a:lnTo>
                    <a:pt x="38" y="50"/>
                  </a:lnTo>
                  <a:lnTo>
                    <a:pt x="38" y="50"/>
                  </a:lnTo>
                  <a:lnTo>
                    <a:pt x="40" y="50"/>
                  </a:lnTo>
                  <a:lnTo>
                    <a:pt x="40" y="50"/>
                  </a:lnTo>
                  <a:lnTo>
                    <a:pt x="40" y="50"/>
                  </a:lnTo>
                  <a:lnTo>
                    <a:pt x="42" y="50"/>
                  </a:lnTo>
                  <a:lnTo>
                    <a:pt x="42" y="50"/>
                  </a:lnTo>
                  <a:lnTo>
                    <a:pt x="42" y="50"/>
                  </a:lnTo>
                  <a:lnTo>
                    <a:pt x="42" y="47"/>
                  </a:lnTo>
                  <a:lnTo>
                    <a:pt x="45" y="47"/>
                  </a:lnTo>
                  <a:lnTo>
                    <a:pt x="45" y="50"/>
                  </a:lnTo>
                  <a:lnTo>
                    <a:pt x="45" y="50"/>
                  </a:lnTo>
                  <a:lnTo>
                    <a:pt x="45" y="50"/>
                  </a:lnTo>
                  <a:lnTo>
                    <a:pt x="47" y="50"/>
                  </a:lnTo>
                  <a:lnTo>
                    <a:pt x="47" y="50"/>
                  </a:lnTo>
                  <a:lnTo>
                    <a:pt x="47" y="50"/>
                  </a:lnTo>
                  <a:lnTo>
                    <a:pt x="47" y="50"/>
                  </a:lnTo>
                  <a:lnTo>
                    <a:pt x="47" y="50"/>
                  </a:lnTo>
                  <a:lnTo>
                    <a:pt x="50" y="50"/>
                  </a:lnTo>
                  <a:lnTo>
                    <a:pt x="50" y="50"/>
                  </a:lnTo>
                  <a:lnTo>
                    <a:pt x="50" y="50"/>
                  </a:lnTo>
                  <a:lnTo>
                    <a:pt x="50" y="50"/>
                  </a:lnTo>
                  <a:lnTo>
                    <a:pt x="50" y="47"/>
                  </a:lnTo>
                  <a:lnTo>
                    <a:pt x="50" y="47"/>
                  </a:lnTo>
                  <a:lnTo>
                    <a:pt x="47" y="47"/>
                  </a:lnTo>
                  <a:lnTo>
                    <a:pt x="47" y="47"/>
                  </a:lnTo>
                  <a:lnTo>
                    <a:pt x="47" y="47"/>
                  </a:lnTo>
                  <a:lnTo>
                    <a:pt x="45" y="47"/>
                  </a:lnTo>
                  <a:lnTo>
                    <a:pt x="45" y="47"/>
                  </a:lnTo>
                  <a:lnTo>
                    <a:pt x="45" y="45"/>
                  </a:lnTo>
                  <a:lnTo>
                    <a:pt x="45" y="45"/>
                  </a:lnTo>
                  <a:lnTo>
                    <a:pt x="45" y="45"/>
                  </a:lnTo>
                  <a:lnTo>
                    <a:pt x="47" y="45"/>
                  </a:lnTo>
                  <a:lnTo>
                    <a:pt x="47" y="45"/>
                  </a:lnTo>
                  <a:lnTo>
                    <a:pt x="47" y="45"/>
                  </a:lnTo>
                  <a:lnTo>
                    <a:pt x="50" y="45"/>
                  </a:lnTo>
                  <a:lnTo>
                    <a:pt x="50" y="45"/>
                  </a:lnTo>
                  <a:lnTo>
                    <a:pt x="50" y="45"/>
                  </a:lnTo>
                  <a:lnTo>
                    <a:pt x="50" y="47"/>
                  </a:lnTo>
                  <a:lnTo>
                    <a:pt x="50" y="47"/>
                  </a:lnTo>
                  <a:lnTo>
                    <a:pt x="50" y="47"/>
                  </a:lnTo>
                  <a:lnTo>
                    <a:pt x="50" y="50"/>
                  </a:lnTo>
                  <a:lnTo>
                    <a:pt x="50" y="50"/>
                  </a:lnTo>
                  <a:lnTo>
                    <a:pt x="52" y="50"/>
                  </a:lnTo>
                  <a:lnTo>
                    <a:pt x="52" y="50"/>
                  </a:lnTo>
                  <a:lnTo>
                    <a:pt x="52" y="52"/>
                  </a:lnTo>
                  <a:lnTo>
                    <a:pt x="54" y="52"/>
                  </a:lnTo>
                  <a:lnTo>
                    <a:pt x="54" y="52"/>
                  </a:lnTo>
                  <a:lnTo>
                    <a:pt x="54" y="52"/>
                  </a:lnTo>
                  <a:lnTo>
                    <a:pt x="57" y="52"/>
                  </a:lnTo>
                  <a:lnTo>
                    <a:pt x="57" y="52"/>
                  </a:lnTo>
                  <a:lnTo>
                    <a:pt x="57" y="50"/>
                  </a:lnTo>
                  <a:lnTo>
                    <a:pt x="57" y="50"/>
                  </a:lnTo>
                  <a:lnTo>
                    <a:pt x="54" y="50"/>
                  </a:lnTo>
                  <a:lnTo>
                    <a:pt x="54" y="50"/>
                  </a:lnTo>
                  <a:lnTo>
                    <a:pt x="54" y="50"/>
                  </a:lnTo>
                  <a:lnTo>
                    <a:pt x="54" y="50"/>
                  </a:lnTo>
                  <a:lnTo>
                    <a:pt x="54" y="47"/>
                  </a:lnTo>
                  <a:lnTo>
                    <a:pt x="54" y="47"/>
                  </a:lnTo>
                  <a:lnTo>
                    <a:pt x="54" y="47"/>
                  </a:lnTo>
                  <a:lnTo>
                    <a:pt x="54" y="47"/>
                  </a:lnTo>
                  <a:lnTo>
                    <a:pt x="57" y="47"/>
                  </a:lnTo>
                  <a:lnTo>
                    <a:pt x="57" y="47"/>
                  </a:lnTo>
                  <a:lnTo>
                    <a:pt x="59" y="47"/>
                  </a:lnTo>
                  <a:lnTo>
                    <a:pt x="59" y="45"/>
                  </a:lnTo>
                  <a:lnTo>
                    <a:pt x="57" y="45"/>
                  </a:lnTo>
                  <a:lnTo>
                    <a:pt x="57" y="45"/>
                  </a:lnTo>
                  <a:lnTo>
                    <a:pt x="57" y="45"/>
                  </a:lnTo>
                  <a:lnTo>
                    <a:pt x="57" y="45"/>
                  </a:lnTo>
                  <a:lnTo>
                    <a:pt x="59" y="45"/>
                  </a:lnTo>
                  <a:lnTo>
                    <a:pt x="59" y="43"/>
                  </a:lnTo>
                  <a:lnTo>
                    <a:pt x="59" y="43"/>
                  </a:lnTo>
                  <a:lnTo>
                    <a:pt x="59" y="45"/>
                  </a:lnTo>
                  <a:lnTo>
                    <a:pt x="59" y="45"/>
                  </a:lnTo>
                  <a:lnTo>
                    <a:pt x="59" y="45"/>
                  </a:lnTo>
                  <a:lnTo>
                    <a:pt x="59" y="47"/>
                  </a:lnTo>
                  <a:lnTo>
                    <a:pt x="61" y="47"/>
                  </a:lnTo>
                  <a:lnTo>
                    <a:pt x="61" y="47"/>
                  </a:lnTo>
                  <a:lnTo>
                    <a:pt x="61" y="47"/>
                  </a:lnTo>
                  <a:lnTo>
                    <a:pt x="61" y="47"/>
                  </a:lnTo>
                  <a:lnTo>
                    <a:pt x="64" y="47"/>
                  </a:lnTo>
                  <a:lnTo>
                    <a:pt x="64" y="47"/>
                  </a:lnTo>
                  <a:lnTo>
                    <a:pt x="64" y="47"/>
                  </a:lnTo>
                  <a:lnTo>
                    <a:pt x="64" y="45"/>
                  </a:lnTo>
                  <a:lnTo>
                    <a:pt x="64" y="45"/>
                  </a:lnTo>
                  <a:lnTo>
                    <a:pt x="66" y="45"/>
                  </a:lnTo>
                  <a:lnTo>
                    <a:pt x="66" y="45"/>
                  </a:lnTo>
                  <a:lnTo>
                    <a:pt x="66" y="43"/>
                  </a:lnTo>
                  <a:lnTo>
                    <a:pt x="66" y="43"/>
                  </a:lnTo>
                  <a:lnTo>
                    <a:pt x="66" y="43"/>
                  </a:lnTo>
                  <a:lnTo>
                    <a:pt x="68" y="43"/>
                  </a:lnTo>
                  <a:lnTo>
                    <a:pt x="68" y="43"/>
                  </a:lnTo>
                  <a:lnTo>
                    <a:pt x="68" y="43"/>
                  </a:lnTo>
                  <a:lnTo>
                    <a:pt x="68" y="40"/>
                  </a:lnTo>
                  <a:lnTo>
                    <a:pt x="68" y="40"/>
                  </a:lnTo>
                  <a:lnTo>
                    <a:pt x="68" y="40"/>
                  </a:lnTo>
                  <a:lnTo>
                    <a:pt x="71" y="40"/>
                  </a:lnTo>
                  <a:lnTo>
                    <a:pt x="71" y="40"/>
                  </a:lnTo>
                  <a:lnTo>
                    <a:pt x="71" y="38"/>
                  </a:lnTo>
                  <a:lnTo>
                    <a:pt x="73" y="38"/>
                  </a:lnTo>
                  <a:lnTo>
                    <a:pt x="73" y="38"/>
                  </a:lnTo>
                  <a:lnTo>
                    <a:pt x="73" y="38"/>
                  </a:lnTo>
                  <a:lnTo>
                    <a:pt x="73" y="36"/>
                  </a:lnTo>
                  <a:lnTo>
                    <a:pt x="73" y="36"/>
                  </a:lnTo>
                  <a:lnTo>
                    <a:pt x="76" y="36"/>
                  </a:lnTo>
                  <a:lnTo>
                    <a:pt x="76" y="36"/>
                  </a:lnTo>
                  <a:lnTo>
                    <a:pt x="76" y="36"/>
                  </a:lnTo>
                  <a:lnTo>
                    <a:pt x="76" y="33"/>
                  </a:lnTo>
                  <a:lnTo>
                    <a:pt x="76" y="33"/>
                  </a:lnTo>
                  <a:lnTo>
                    <a:pt x="76" y="33"/>
                  </a:lnTo>
                  <a:lnTo>
                    <a:pt x="76" y="33"/>
                  </a:lnTo>
                  <a:lnTo>
                    <a:pt x="78" y="33"/>
                  </a:lnTo>
                  <a:lnTo>
                    <a:pt x="78" y="31"/>
                  </a:lnTo>
                  <a:lnTo>
                    <a:pt x="78" y="31"/>
                  </a:lnTo>
                  <a:lnTo>
                    <a:pt x="80" y="31"/>
                  </a:lnTo>
                  <a:lnTo>
                    <a:pt x="80" y="31"/>
                  </a:lnTo>
                  <a:lnTo>
                    <a:pt x="80" y="31"/>
                  </a:lnTo>
                  <a:lnTo>
                    <a:pt x="80" y="31"/>
                  </a:lnTo>
                  <a:lnTo>
                    <a:pt x="80" y="28"/>
                  </a:lnTo>
                  <a:lnTo>
                    <a:pt x="83" y="28"/>
                  </a:lnTo>
                  <a:lnTo>
                    <a:pt x="83" y="28"/>
                  </a:lnTo>
                  <a:lnTo>
                    <a:pt x="83" y="28"/>
                  </a:lnTo>
                  <a:lnTo>
                    <a:pt x="83" y="28"/>
                  </a:lnTo>
                  <a:lnTo>
                    <a:pt x="85" y="28"/>
                  </a:lnTo>
                  <a:lnTo>
                    <a:pt x="85" y="26"/>
                  </a:lnTo>
                  <a:lnTo>
                    <a:pt x="85" y="26"/>
                  </a:lnTo>
                  <a:lnTo>
                    <a:pt x="85" y="26"/>
                  </a:lnTo>
                  <a:lnTo>
                    <a:pt x="87" y="26"/>
                  </a:lnTo>
                  <a:lnTo>
                    <a:pt x="87" y="24"/>
                  </a:lnTo>
                  <a:lnTo>
                    <a:pt x="87" y="24"/>
                  </a:lnTo>
                  <a:lnTo>
                    <a:pt x="87" y="24"/>
                  </a:lnTo>
                  <a:lnTo>
                    <a:pt x="87" y="24"/>
                  </a:lnTo>
                  <a:lnTo>
                    <a:pt x="87" y="24"/>
                  </a:lnTo>
                  <a:lnTo>
                    <a:pt x="87" y="21"/>
                  </a:lnTo>
                  <a:lnTo>
                    <a:pt x="90" y="21"/>
                  </a:lnTo>
                  <a:lnTo>
                    <a:pt x="90" y="21"/>
                  </a:lnTo>
                  <a:lnTo>
                    <a:pt x="90" y="21"/>
                  </a:lnTo>
                  <a:lnTo>
                    <a:pt x="90" y="19"/>
                  </a:lnTo>
                  <a:lnTo>
                    <a:pt x="90" y="19"/>
                  </a:lnTo>
                  <a:lnTo>
                    <a:pt x="90" y="19"/>
                  </a:lnTo>
                  <a:lnTo>
                    <a:pt x="92" y="19"/>
                  </a:lnTo>
                  <a:lnTo>
                    <a:pt x="92" y="17"/>
                  </a:lnTo>
                  <a:lnTo>
                    <a:pt x="92" y="17"/>
                  </a:lnTo>
                  <a:lnTo>
                    <a:pt x="92" y="17"/>
                  </a:lnTo>
                  <a:lnTo>
                    <a:pt x="95" y="17"/>
                  </a:lnTo>
                  <a:lnTo>
                    <a:pt x="95" y="14"/>
                  </a:lnTo>
                  <a:lnTo>
                    <a:pt x="95" y="14"/>
                  </a:lnTo>
                  <a:lnTo>
                    <a:pt x="95" y="14"/>
                  </a:lnTo>
                  <a:lnTo>
                    <a:pt x="95" y="14"/>
                  </a:lnTo>
                  <a:lnTo>
                    <a:pt x="95" y="14"/>
                  </a:lnTo>
                  <a:lnTo>
                    <a:pt x="95" y="12"/>
                  </a:lnTo>
                  <a:lnTo>
                    <a:pt x="97" y="12"/>
                  </a:lnTo>
                  <a:lnTo>
                    <a:pt x="97" y="12"/>
                  </a:lnTo>
                  <a:lnTo>
                    <a:pt x="97" y="12"/>
                  </a:lnTo>
                  <a:lnTo>
                    <a:pt x="99" y="12"/>
                  </a:lnTo>
                  <a:lnTo>
                    <a:pt x="99" y="12"/>
                  </a:lnTo>
                  <a:lnTo>
                    <a:pt x="99" y="12"/>
                  </a:lnTo>
                  <a:lnTo>
                    <a:pt x="99" y="9"/>
                  </a:lnTo>
                  <a:lnTo>
                    <a:pt x="99" y="9"/>
                  </a:lnTo>
                  <a:lnTo>
                    <a:pt x="102" y="9"/>
                  </a:lnTo>
                  <a:lnTo>
                    <a:pt x="102" y="9"/>
                  </a:lnTo>
                  <a:lnTo>
                    <a:pt x="102" y="9"/>
                  </a:lnTo>
                  <a:lnTo>
                    <a:pt x="102" y="7"/>
                  </a:lnTo>
                  <a:lnTo>
                    <a:pt x="104" y="7"/>
                  </a:lnTo>
                  <a:lnTo>
                    <a:pt x="104" y="7"/>
                  </a:lnTo>
                  <a:lnTo>
                    <a:pt x="104" y="7"/>
                  </a:lnTo>
                  <a:lnTo>
                    <a:pt x="104" y="5"/>
                  </a:lnTo>
                  <a:lnTo>
                    <a:pt x="106" y="5"/>
                  </a:lnTo>
                  <a:lnTo>
                    <a:pt x="106" y="5"/>
                  </a:lnTo>
                  <a:lnTo>
                    <a:pt x="106" y="5"/>
                  </a:lnTo>
                  <a:lnTo>
                    <a:pt x="106" y="5"/>
                  </a:lnTo>
                  <a:lnTo>
                    <a:pt x="106" y="2"/>
                  </a:lnTo>
                  <a:lnTo>
                    <a:pt x="106" y="2"/>
                  </a:lnTo>
                  <a:lnTo>
                    <a:pt x="106" y="0"/>
                  </a:lnTo>
                  <a:lnTo>
                    <a:pt x="106" y="0"/>
                  </a:lnTo>
                  <a:lnTo>
                    <a:pt x="109" y="0"/>
                  </a:lnTo>
                  <a:lnTo>
                    <a:pt x="109" y="0"/>
                  </a:lnTo>
                  <a:lnTo>
                    <a:pt x="109" y="2"/>
                  </a:lnTo>
                  <a:lnTo>
                    <a:pt x="109" y="2"/>
                  </a:lnTo>
                  <a:lnTo>
                    <a:pt x="109" y="5"/>
                  </a:lnTo>
                  <a:lnTo>
                    <a:pt x="109" y="5"/>
                  </a:lnTo>
                  <a:lnTo>
                    <a:pt x="109" y="5"/>
                  </a:lnTo>
                  <a:lnTo>
                    <a:pt x="109" y="7"/>
                  </a:lnTo>
                  <a:lnTo>
                    <a:pt x="109" y="7"/>
                  </a:lnTo>
                  <a:lnTo>
                    <a:pt x="109" y="7"/>
                  </a:lnTo>
                  <a:lnTo>
                    <a:pt x="109" y="7"/>
                  </a:lnTo>
                  <a:lnTo>
                    <a:pt x="109" y="9"/>
                  </a:lnTo>
                  <a:lnTo>
                    <a:pt x="109" y="9"/>
                  </a:lnTo>
                  <a:lnTo>
                    <a:pt x="109" y="12"/>
                  </a:lnTo>
                  <a:lnTo>
                    <a:pt x="109" y="12"/>
                  </a:lnTo>
                  <a:lnTo>
                    <a:pt x="109" y="12"/>
                  </a:lnTo>
                  <a:lnTo>
                    <a:pt x="111" y="12"/>
                  </a:lnTo>
                  <a:lnTo>
                    <a:pt x="111" y="12"/>
                  </a:lnTo>
                  <a:lnTo>
                    <a:pt x="113" y="12"/>
                  </a:lnTo>
                  <a:lnTo>
                    <a:pt x="113" y="12"/>
                  </a:lnTo>
                  <a:lnTo>
                    <a:pt x="113" y="14"/>
                  </a:lnTo>
                  <a:lnTo>
                    <a:pt x="113" y="14"/>
                  </a:lnTo>
                  <a:lnTo>
                    <a:pt x="113" y="14"/>
                  </a:lnTo>
                  <a:lnTo>
                    <a:pt x="113" y="17"/>
                  </a:lnTo>
                  <a:lnTo>
                    <a:pt x="113" y="17"/>
                  </a:lnTo>
                  <a:lnTo>
                    <a:pt x="113" y="19"/>
                  </a:lnTo>
                  <a:lnTo>
                    <a:pt x="113" y="19"/>
                  </a:lnTo>
                  <a:lnTo>
                    <a:pt x="113" y="19"/>
                  </a:lnTo>
                  <a:lnTo>
                    <a:pt x="113" y="21"/>
                  </a:lnTo>
                  <a:lnTo>
                    <a:pt x="113" y="21"/>
                  </a:lnTo>
                  <a:lnTo>
                    <a:pt x="113" y="21"/>
                  </a:lnTo>
                  <a:lnTo>
                    <a:pt x="113" y="24"/>
                  </a:lnTo>
                  <a:lnTo>
                    <a:pt x="113" y="24"/>
                  </a:lnTo>
                  <a:lnTo>
                    <a:pt x="113" y="24"/>
                  </a:lnTo>
                  <a:lnTo>
                    <a:pt x="113" y="26"/>
                  </a:lnTo>
                  <a:lnTo>
                    <a:pt x="113" y="26"/>
                  </a:lnTo>
                  <a:lnTo>
                    <a:pt x="113" y="28"/>
                  </a:lnTo>
                  <a:lnTo>
                    <a:pt x="113" y="28"/>
                  </a:lnTo>
                  <a:lnTo>
                    <a:pt x="113" y="28"/>
                  </a:lnTo>
                  <a:lnTo>
                    <a:pt x="113" y="31"/>
                  </a:lnTo>
                  <a:lnTo>
                    <a:pt x="113" y="31"/>
                  </a:lnTo>
                  <a:lnTo>
                    <a:pt x="111" y="31"/>
                  </a:lnTo>
                  <a:lnTo>
                    <a:pt x="111" y="33"/>
                  </a:lnTo>
                  <a:lnTo>
                    <a:pt x="111" y="33"/>
                  </a:lnTo>
                  <a:lnTo>
                    <a:pt x="109" y="33"/>
                  </a:lnTo>
                  <a:lnTo>
                    <a:pt x="109" y="33"/>
                  </a:lnTo>
                  <a:lnTo>
                    <a:pt x="109" y="33"/>
                  </a:lnTo>
                  <a:lnTo>
                    <a:pt x="109" y="33"/>
                  </a:lnTo>
                  <a:lnTo>
                    <a:pt x="109" y="33"/>
                  </a:lnTo>
                  <a:lnTo>
                    <a:pt x="106" y="33"/>
                  </a:lnTo>
                  <a:lnTo>
                    <a:pt x="106" y="33"/>
                  </a:lnTo>
                  <a:lnTo>
                    <a:pt x="106" y="33"/>
                  </a:lnTo>
                  <a:lnTo>
                    <a:pt x="106" y="33"/>
                  </a:lnTo>
                  <a:lnTo>
                    <a:pt x="106" y="33"/>
                  </a:lnTo>
                  <a:lnTo>
                    <a:pt x="106" y="31"/>
                  </a:lnTo>
                  <a:lnTo>
                    <a:pt x="106" y="31"/>
                  </a:lnTo>
                  <a:lnTo>
                    <a:pt x="106" y="31"/>
                  </a:lnTo>
                  <a:lnTo>
                    <a:pt x="106" y="28"/>
                  </a:lnTo>
                  <a:lnTo>
                    <a:pt x="106" y="28"/>
                  </a:lnTo>
                  <a:lnTo>
                    <a:pt x="106" y="28"/>
                  </a:lnTo>
                  <a:lnTo>
                    <a:pt x="104" y="28"/>
                  </a:lnTo>
                  <a:lnTo>
                    <a:pt x="104" y="28"/>
                  </a:lnTo>
                  <a:lnTo>
                    <a:pt x="104" y="28"/>
                  </a:lnTo>
                  <a:lnTo>
                    <a:pt x="102" y="28"/>
                  </a:lnTo>
                  <a:lnTo>
                    <a:pt x="102" y="31"/>
                  </a:lnTo>
                  <a:lnTo>
                    <a:pt x="102" y="31"/>
                  </a:lnTo>
                  <a:lnTo>
                    <a:pt x="102" y="31"/>
                  </a:lnTo>
                  <a:lnTo>
                    <a:pt x="102" y="31"/>
                  </a:lnTo>
                  <a:lnTo>
                    <a:pt x="102" y="33"/>
                  </a:lnTo>
                  <a:lnTo>
                    <a:pt x="102" y="33"/>
                  </a:lnTo>
                  <a:lnTo>
                    <a:pt x="102" y="33"/>
                  </a:lnTo>
                  <a:lnTo>
                    <a:pt x="102" y="33"/>
                  </a:lnTo>
                  <a:lnTo>
                    <a:pt x="102" y="36"/>
                  </a:lnTo>
                  <a:lnTo>
                    <a:pt x="102" y="36"/>
                  </a:lnTo>
                  <a:lnTo>
                    <a:pt x="102" y="38"/>
                  </a:lnTo>
                  <a:lnTo>
                    <a:pt x="102" y="38"/>
                  </a:lnTo>
                  <a:lnTo>
                    <a:pt x="102" y="38"/>
                  </a:lnTo>
                  <a:lnTo>
                    <a:pt x="102" y="40"/>
                  </a:lnTo>
                  <a:lnTo>
                    <a:pt x="102" y="40"/>
                  </a:lnTo>
                  <a:lnTo>
                    <a:pt x="102" y="43"/>
                  </a:lnTo>
                  <a:lnTo>
                    <a:pt x="102" y="43"/>
                  </a:lnTo>
                  <a:lnTo>
                    <a:pt x="102" y="43"/>
                  </a:lnTo>
                  <a:lnTo>
                    <a:pt x="102" y="43"/>
                  </a:lnTo>
                  <a:lnTo>
                    <a:pt x="102" y="45"/>
                  </a:lnTo>
                  <a:lnTo>
                    <a:pt x="102" y="45"/>
                  </a:lnTo>
                  <a:lnTo>
                    <a:pt x="102" y="45"/>
                  </a:lnTo>
                  <a:lnTo>
                    <a:pt x="102" y="47"/>
                  </a:lnTo>
                  <a:lnTo>
                    <a:pt x="102" y="47"/>
                  </a:lnTo>
                  <a:lnTo>
                    <a:pt x="102" y="47"/>
                  </a:lnTo>
                  <a:lnTo>
                    <a:pt x="102" y="47"/>
                  </a:lnTo>
                  <a:lnTo>
                    <a:pt x="104" y="47"/>
                  </a:lnTo>
                  <a:lnTo>
                    <a:pt x="104" y="47"/>
                  </a:lnTo>
                  <a:lnTo>
                    <a:pt x="104" y="47"/>
                  </a:lnTo>
                  <a:lnTo>
                    <a:pt x="104" y="47"/>
                  </a:lnTo>
                  <a:lnTo>
                    <a:pt x="104" y="50"/>
                  </a:lnTo>
                  <a:lnTo>
                    <a:pt x="106" y="50"/>
                  </a:lnTo>
                  <a:lnTo>
                    <a:pt x="106" y="50"/>
                  </a:lnTo>
                  <a:lnTo>
                    <a:pt x="106" y="52"/>
                  </a:lnTo>
                  <a:lnTo>
                    <a:pt x="106" y="52"/>
                  </a:lnTo>
                  <a:lnTo>
                    <a:pt x="104" y="52"/>
                  </a:lnTo>
                  <a:lnTo>
                    <a:pt x="104" y="52"/>
                  </a:lnTo>
                  <a:lnTo>
                    <a:pt x="102" y="52"/>
                  </a:lnTo>
                  <a:lnTo>
                    <a:pt x="102" y="52"/>
                  </a:lnTo>
                  <a:lnTo>
                    <a:pt x="102" y="54"/>
                  </a:lnTo>
                  <a:lnTo>
                    <a:pt x="102" y="54"/>
                  </a:lnTo>
                  <a:lnTo>
                    <a:pt x="102" y="52"/>
                  </a:lnTo>
                  <a:lnTo>
                    <a:pt x="99" y="52"/>
                  </a:lnTo>
                  <a:lnTo>
                    <a:pt x="99" y="52"/>
                  </a:lnTo>
                  <a:lnTo>
                    <a:pt x="99" y="52"/>
                  </a:lnTo>
                  <a:lnTo>
                    <a:pt x="97" y="52"/>
                  </a:lnTo>
                  <a:lnTo>
                    <a:pt x="97" y="54"/>
                  </a:lnTo>
                  <a:lnTo>
                    <a:pt x="97" y="54"/>
                  </a:lnTo>
                  <a:lnTo>
                    <a:pt x="95" y="54"/>
                  </a:lnTo>
                  <a:lnTo>
                    <a:pt x="95" y="54"/>
                  </a:lnTo>
                  <a:lnTo>
                    <a:pt x="95" y="54"/>
                  </a:lnTo>
                  <a:lnTo>
                    <a:pt x="95" y="54"/>
                  </a:lnTo>
                  <a:lnTo>
                    <a:pt x="95" y="54"/>
                  </a:lnTo>
                  <a:lnTo>
                    <a:pt x="95" y="57"/>
                  </a:lnTo>
                  <a:lnTo>
                    <a:pt x="97" y="57"/>
                  </a:lnTo>
                  <a:lnTo>
                    <a:pt x="97" y="57"/>
                  </a:lnTo>
                  <a:lnTo>
                    <a:pt x="97" y="59"/>
                  </a:lnTo>
                  <a:lnTo>
                    <a:pt x="97" y="59"/>
                  </a:lnTo>
                  <a:lnTo>
                    <a:pt x="95" y="59"/>
                  </a:lnTo>
                  <a:lnTo>
                    <a:pt x="95" y="62"/>
                  </a:lnTo>
                  <a:lnTo>
                    <a:pt x="95" y="62"/>
                  </a:lnTo>
                  <a:lnTo>
                    <a:pt x="95" y="62"/>
                  </a:lnTo>
                  <a:lnTo>
                    <a:pt x="95" y="64"/>
                  </a:lnTo>
                  <a:lnTo>
                    <a:pt x="95" y="64"/>
                  </a:lnTo>
                  <a:lnTo>
                    <a:pt x="95" y="64"/>
                  </a:lnTo>
                  <a:lnTo>
                    <a:pt x="95" y="64"/>
                  </a:lnTo>
                  <a:lnTo>
                    <a:pt x="95" y="66"/>
                  </a:lnTo>
                  <a:lnTo>
                    <a:pt x="92" y="66"/>
                  </a:lnTo>
                  <a:lnTo>
                    <a:pt x="92" y="66"/>
                  </a:lnTo>
                  <a:lnTo>
                    <a:pt x="92" y="69"/>
                  </a:lnTo>
                  <a:lnTo>
                    <a:pt x="92" y="69"/>
                  </a:lnTo>
                  <a:lnTo>
                    <a:pt x="92" y="69"/>
                  </a:lnTo>
                  <a:lnTo>
                    <a:pt x="92" y="71"/>
                  </a:lnTo>
                  <a:lnTo>
                    <a:pt x="92" y="71"/>
                  </a:lnTo>
                  <a:lnTo>
                    <a:pt x="90" y="71"/>
                  </a:lnTo>
                  <a:lnTo>
                    <a:pt x="90" y="73"/>
                  </a:lnTo>
                  <a:lnTo>
                    <a:pt x="90" y="73"/>
                  </a:lnTo>
                  <a:lnTo>
                    <a:pt x="90" y="73"/>
                  </a:lnTo>
                  <a:lnTo>
                    <a:pt x="90" y="73"/>
                  </a:lnTo>
                  <a:lnTo>
                    <a:pt x="90" y="73"/>
                  </a:lnTo>
                  <a:lnTo>
                    <a:pt x="90" y="76"/>
                  </a:lnTo>
                  <a:lnTo>
                    <a:pt x="90" y="76"/>
                  </a:lnTo>
                  <a:lnTo>
                    <a:pt x="90" y="78"/>
                  </a:lnTo>
                  <a:lnTo>
                    <a:pt x="87" y="78"/>
                  </a:lnTo>
                  <a:lnTo>
                    <a:pt x="87" y="78"/>
                  </a:lnTo>
                  <a:lnTo>
                    <a:pt x="87" y="81"/>
                  </a:lnTo>
                  <a:lnTo>
                    <a:pt x="87" y="81"/>
                  </a:lnTo>
                  <a:lnTo>
                    <a:pt x="87" y="83"/>
                  </a:lnTo>
                  <a:lnTo>
                    <a:pt x="87" y="83"/>
                  </a:lnTo>
                  <a:lnTo>
                    <a:pt x="87" y="83"/>
                  </a:lnTo>
                  <a:lnTo>
                    <a:pt x="87" y="85"/>
                  </a:lnTo>
                  <a:lnTo>
                    <a:pt x="87" y="85"/>
                  </a:lnTo>
                  <a:lnTo>
                    <a:pt x="87" y="88"/>
                  </a:lnTo>
                  <a:lnTo>
                    <a:pt x="87" y="88"/>
                  </a:lnTo>
                  <a:lnTo>
                    <a:pt x="87" y="88"/>
                  </a:lnTo>
                  <a:lnTo>
                    <a:pt x="87" y="88"/>
                  </a:lnTo>
                  <a:lnTo>
                    <a:pt x="87" y="90"/>
                  </a:lnTo>
                  <a:lnTo>
                    <a:pt x="85" y="90"/>
                  </a:lnTo>
                  <a:lnTo>
                    <a:pt x="85" y="90"/>
                  </a:lnTo>
                  <a:lnTo>
                    <a:pt x="85" y="90"/>
                  </a:lnTo>
                  <a:lnTo>
                    <a:pt x="85" y="92"/>
                  </a:lnTo>
                  <a:lnTo>
                    <a:pt x="83" y="92"/>
                  </a:lnTo>
                  <a:lnTo>
                    <a:pt x="83" y="92"/>
                  </a:lnTo>
                  <a:lnTo>
                    <a:pt x="83" y="92"/>
                  </a:lnTo>
                  <a:lnTo>
                    <a:pt x="80" y="92"/>
                  </a:lnTo>
                  <a:lnTo>
                    <a:pt x="80" y="90"/>
                  </a:lnTo>
                  <a:lnTo>
                    <a:pt x="80" y="90"/>
                  </a:lnTo>
                  <a:lnTo>
                    <a:pt x="80" y="90"/>
                  </a:lnTo>
                  <a:lnTo>
                    <a:pt x="78" y="90"/>
                  </a:lnTo>
                  <a:lnTo>
                    <a:pt x="78" y="90"/>
                  </a:lnTo>
                  <a:lnTo>
                    <a:pt x="76" y="90"/>
                  </a:lnTo>
                  <a:lnTo>
                    <a:pt x="76" y="90"/>
                  </a:lnTo>
                  <a:lnTo>
                    <a:pt x="76" y="90"/>
                  </a:lnTo>
                  <a:lnTo>
                    <a:pt x="76" y="90"/>
                  </a:lnTo>
                  <a:lnTo>
                    <a:pt x="73" y="90"/>
                  </a:lnTo>
                  <a:lnTo>
                    <a:pt x="73" y="90"/>
                  </a:lnTo>
                  <a:lnTo>
                    <a:pt x="73" y="90"/>
                  </a:lnTo>
                  <a:lnTo>
                    <a:pt x="71" y="90"/>
                  </a:lnTo>
                  <a:lnTo>
                    <a:pt x="71" y="90"/>
                  </a:lnTo>
                  <a:lnTo>
                    <a:pt x="71" y="88"/>
                  </a:lnTo>
                  <a:lnTo>
                    <a:pt x="68" y="88"/>
                  </a:lnTo>
                  <a:lnTo>
                    <a:pt x="68" y="88"/>
                  </a:lnTo>
                  <a:lnTo>
                    <a:pt x="68" y="88"/>
                  </a:lnTo>
                  <a:lnTo>
                    <a:pt x="66" y="88"/>
                  </a:lnTo>
                  <a:lnTo>
                    <a:pt x="66" y="88"/>
                  </a:lnTo>
                  <a:lnTo>
                    <a:pt x="66" y="88"/>
                  </a:lnTo>
                  <a:lnTo>
                    <a:pt x="66" y="88"/>
                  </a:lnTo>
                  <a:lnTo>
                    <a:pt x="64" y="88"/>
                  </a:lnTo>
                  <a:lnTo>
                    <a:pt x="64" y="88"/>
                  </a:lnTo>
                  <a:lnTo>
                    <a:pt x="61" y="88"/>
                  </a:lnTo>
                  <a:lnTo>
                    <a:pt x="61" y="88"/>
                  </a:lnTo>
                  <a:lnTo>
                    <a:pt x="61" y="88"/>
                  </a:lnTo>
                  <a:lnTo>
                    <a:pt x="59" y="88"/>
                  </a:lnTo>
                  <a:lnTo>
                    <a:pt x="59" y="85"/>
                  </a:lnTo>
                  <a:lnTo>
                    <a:pt x="59" y="85"/>
                  </a:lnTo>
                  <a:lnTo>
                    <a:pt x="59" y="85"/>
                  </a:lnTo>
                  <a:lnTo>
                    <a:pt x="57" y="85"/>
                  </a:lnTo>
                  <a:lnTo>
                    <a:pt x="57" y="85"/>
                  </a:lnTo>
                  <a:lnTo>
                    <a:pt x="54" y="85"/>
                  </a:lnTo>
                  <a:lnTo>
                    <a:pt x="54" y="85"/>
                  </a:lnTo>
                  <a:lnTo>
                    <a:pt x="54" y="85"/>
                  </a:lnTo>
                  <a:lnTo>
                    <a:pt x="54" y="85"/>
                  </a:lnTo>
                  <a:lnTo>
                    <a:pt x="52" y="85"/>
                  </a:lnTo>
                  <a:lnTo>
                    <a:pt x="52" y="85"/>
                  </a:lnTo>
                  <a:lnTo>
                    <a:pt x="50" y="85"/>
                  </a:lnTo>
                  <a:lnTo>
                    <a:pt x="50" y="85"/>
                  </a:lnTo>
                  <a:lnTo>
                    <a:pt x="50" y="85"/>
                  </a:lnTo>
                  <a:lnTo>
                    <a:pt x="50" y="83"/>
                  </a:lnTo>
                  <a:lnTo>
                    <a:pt x="47" y="83"/>
                  </a:lnTo>
                  <a:lnTo>
                    <a:pt x="47" y="83"/>
                  </a:lnTo>
                  <a:lnTo>
                    <a:pt x="47" y="83"/>
                  </a:lnTo>
                  <a:lnTo>
                    <a:pt x="45" y="83"/>
                  </a:lnTo>
                  <a:lnTo>
                    <a:pt x="45" y="83"/>
                  </a:lnTo>
                  <a:lnTo>
                    <a:pt x="42" y="83"/>
                  </a:lnTo>
                  <a:lnTo>
                    <a:pt x="42" y="83"/>
                  </a:lnTo>
                  <a:lnTo>
                    <a:pt x="42" y="83"/>
                  </a:lnTo>
                  <a:lnTo>
                    <a:pt x="42" y="83"/>
                  </a:lnTo>
                  <a:lnTo>
                    <a:pt x="40" y="83"/>
                  </a:lnTo>
                  <a:lnTo>
                    <a:pt x="40" y="83"/>
                  </a:lnTo>
                  <a:lnTo>
                    <a:pt x="40" y="83"/>
                  </a:lnTo>
                  <a:lnTo>
                    <a:pt x="38" y="83"/>
                  </a:lnTo>
                  <a:lnTo>
                    <a:pt x="38" y="83"/>
                  </a:lnTo>
                  <a:lnTo>
                    <a:pt x="38" y="83"/>
                  </a:lnTo>
                  <a:lnTo>
                    <a:pt x="35" y="83"/>
                  </a:lnTo>
                  <a:lnTo>
                    <a:pt x="35" y="83"/>
                  </a:lnTo>
                  <a:lnTo>
                    <a:pt x="35" y="83"/>
                  </a:lnTo>
                  <a:lnTo>
                    <a:pt x="33" y="83"/>
                  </a:lnTo>
                  <a:lnTo>
                    <a:pt x="33" y="83"/>
                  </a:lnTo>
                  <a:lnTo>
                    <a:pt x="33" y="81"/>
                  </a:lnTo>
                  <a:lnTo>
                    <a:pt x="33" y="81"/>
                  </a:lnTo>
                  <a:lnTo>
                    <a:pt x="31" y="81"/>
                  </a:lnTo>
                  <a:lnTo>
                    <a:pt x="31" y="81"/>
                  </a:lnTo>
                  <a:lnTo>
                    <a:pt x="28" y="81"/>
                  </a:lnTo>
                  <a:lnTo>
                    <a:pt x="28" y="81"/>
                  </a:lnTo>
                  <a:lnTo>
                    <a:pt x="28" y="81"/>
                  </a:lnTo>
                  <a:lnTo>
                    <a:pt x="28" y="81"/>
                  </a:lnTo>
                  <a:lnTo>
                    <a:pt x="26" y="81"/>
                  </a:lnTo>
                  <a:lnTo>
                    <a:pt x="26" y="81"/>
                  </a:lnTo>
                  <a:lnTo>
                    <a:pt x="26" y="81"/>
                  </a:lnTo>
                  <a:lnTo>
                    <a:pt x="24" y="81"/>
                  </a:lnTo>
                  <a:lnTo>
                    <a:pt x="24" y="81"/>
                  </a:lnTo>
                  <a:lnTo>
                    <a:pt x="21" y="81"/>
                  </a:lnTo>
                  <a:lnTo>
                    <a:pt x="21" y="78"/>
                  </a:lnTo>
                  <a:lnTo>
                    <a:pt x="21" y="78"/>
                  </a:lnTo>
                  <a:lnTo>
                    <a:pt x="21" y="78"/>
                  </a:lnTo>
                  <a:lnTo>
                    <a:pt x="19" y="78"/>
                  </a:lnTo>
                  <a:lnTo>
                    <a:pt x="19" y="78"/>
                  </a:lnTo>
                  <a:lnTo>
                    <a:pt x="19" y="76"/>
                  </a:lnTo>
                  <a:lnTo>
                    <a:pt x="19" y="76"/>
                  </a:lnTo>
                  <a:lnTo>
                    <a:pt x="19" y="76"/>
                  </a:lnTo>
                  <a:lnTo>
                    <a:pt x="19" y="73"/>
                  </a:lnTo>
                  <a:lnTo>
                    <a:pt x="19" y="73"/>
                  </a:lnTo>
                  <a:lnTo>
                    <a:pt x="19" y="73"/>
                  </a:lnTo>
                  <a:lnTo>
                    <a:pt x="16" y="73"/>
                  </a:lnTo>
                  <a:lnTo>
                    <a:pt x="16" y="71"/>
                  </a:lnTo>
                  <a:lnTo>
                    <a:pt x="16" y="71"/>
                  </a:lnTo>
                  <a:lnTo>
                    <a:pt x="16" y="69"/>
                  </a:lnTo>
                  <a:lnTo>
                    <a:pt x="16" y="69"/>
                  </a:lnTo>
                  <a:lnTo>
                    <a:pt x="16" y="69"/>
                  </a:lnTo>
                  <a:lnTo>
                    <a:pt x="16" y="66"/>
                  </a:lnTo>
                  <a:lnTo>
                    <a:pt x="16" y="66"/>
                  </a:lnTo>
                  <a:lnTo>
                    <a:pt x="16" y="64"/>
                  </a:lnTo>
                  <a:lnTo>
                    <a:pt x="16" y="64"/>
                  </a:lnTo>
                  <a:lnTo>
                    <a:pt x="16" y="64"/>
                  </a:lnTo>
                  <a:lnTo>
                    <a:pt x="16" y="64"/>
                  </a:lnTo>
                  <a:lnTo>
                    <a:pt x="16" y="62"/>
                  </a:lnTo>
                  <a:lnTo>
                    <a:pt x="14" y="62"/>
                  </a:lnTo>
                  <a:lnTo>
                    <a:pt x="14" y="62"/>
                  </a:lnTo>
                  <a:lnTo>
                    <a:pt x="14" y="62"/>
                  </a:lnTo>
                  <a:lnTo>
                    <a:pt x="14" y="59"/>
                  </a:lnTo>
                  <a:lnTo>
                    <a:pt x="14" y="59"/>
                  </a:lnTo>
                  <a:lnTo>
                    <a:pt x="14" y="57"/>
                  </a:lnTo>
                  <a:lnTo>
                    <a:pt x="14" y="57"/>
                  </a:lnTo>
                  <a:lnTo>
                    <a:pt x="14" y="57"/>
                  </a:lnTo>
                  <a:lnTo>
                    <a:pt x="14" y="54"/>
                  </a:lnTo>
                  <a:lnTo>
                    <a:pt x="12" y="54"/>
                  </a:lnTo>
                  <a:lnTo>
                    <a:pt x="12" y="54"/>
                  </a:lnTo>
                  <a:lnTo>
                    <a:pt x="12" y="54"/>
                  </a:lnTo>
                  <a:lnTo>
                    <a:pt x="9" y="54"/>
                  </a:lnTo>
                  <a:lnTo>
                    <a:pt x="9" y="54"/>
                  </a:lnTo>
                  <a:lnTo>
                    <a:pt x="9" y="54"/>
                  </a:lnTo>
                  <a:lnTo>
                    <a:pt x="9" y="54"/>
                  </a:lnTo>
                  <a:lnTo>
                    <a:pt x="9" y="52"/>
                  </a:lnTo>
                  <a:lnTo>
                    <a:pt x="7" y="52"/>
                  </a:lnTo>
                  <a:lnTo>
                    <a:pt x="7" y="52"/>
                  </a:lnTo>
                  <a:lnTo>
                    <a:pt x="7" y="52"/>
                  </a:lnTo>
                  <a:lnTo>
                    <a:pt x="7" y="52"/>
                  </a:lnTo>
                  <a:lnTo>
                    <a:pt x="7" y="50"/>
                  </a:lnTo>
                  <a:lnTo>
                    <a:pt x="5" y="50"/>
                  </a:lnTo>
                  <a:lnTo>
                    <a:pt x="5" y="50"/>
                  </a:lnTo>
                  <a:lnTo>
                    <a:pt x="5" y="50"/>
                  </a:lnTo>
                  <a:lnTo>
                    <a:pt x="2" y="50"/>
                  </a:lnTo>
                  <a:lnTo>
                    <a:pt x="2" y="47"/>
                  </a:lnTo>
                  <a:lnTo>
                    <a:pt x="2" y="47"/>
                  </a:lnTo>
                  <a:lnTo>
                    <a:pt x="2" y="47"/>
                  </a:lnTo>
                  <a:lnTo>
                    <a:pt x="2" y="47"/>
                  </a:lnTo>
                  <a:lnTo>
                    <a:pt x="0" y="47"/>
                  </a:lnTo>
                  <a:lnTo>
                    <a:pt x="0" y="45"/>
                  </a:lnTo>
                  <a:lnTo>
                    <a:pt x="0" y="45"/>
                  </a:lnTo>
                  <a:lnTo>
                    <a:pt x="0" y="43"/>
                  </a:lnTo>
                  <a:lnTo>
                    <a:pt x="0" y="43"/>
                  </a:lnTo>
                  <a:lnTo>
                    <a:pt x="0" y="43"/>
                  </a:lnTo>
                  <a:lnTo>
                    <a:pt x="0" y="40"/>
                  </a:lnTo>
                  <a:lnTo>
                    <a:pt x="2" y="40"/>
                  </a:lnTo>
                  <a:lnTo>
                    <a:pt x="2" y="40"/>
                  </a:lnTo>
                  <a:lnTo>
                    <a:pt x="2" y="40"/>
                  </a:lnTo>
                  <a:lnTo>
                    <a:pt x="2" y="38"/>
                  </a:lnTo>
                  <a:lnTo>
                    <a:pt x="2" y="38"/>
                  </a:lnTo>
                  <a:lnTo>
                    <a:pt x="2" y="38"/>
                  </a:lnTo>
                  <a:lnTo>
                    <a:pt x="5" y="38"/>
                  </a:lnTo>
                  <a:lnTo>
                    <a:pt x="5" y="38"/>
                  </a:lnTo>
                  <a:lnTo>
                    <a:pt x="5" y="38"/>
                  </a:lnTo>
                  <a:lnTo>
                    <a:pt x="5" y="40"/>
                  </a:lnTo>
                  <a:lnTo>
                    <a:pt x="7" y="40"/>
                  </a:lnTo>
                  <a:lnTo>
                    <a:pt x="7" y="38"/>
                  </a:lnTo>
                  <a:lnTo>
                    <a:pt x="7" y="38"/>
                  </a:lnTo>
                  <a:lnTo>
                    <a:pt x="7" y="38"/>
                  </a:lnTo>
                  <a:lnTo>
                    <a:pt x="7" y="38"/>
                  </a:lnTo>
                  <a:lnTo>
                    <a:pt x="9" y="38"/>
                  </a:lnTo>
                  <a:lnTo>
                    <a:pt x="9" y="38"/>
                  </a:lnTo>
                  <a:lnTo>
                    <a:pt x="9" y="38"/>
                  </a:lnTo>
                  <a:lnTo>
                    <a:pt x="9" y="40"/>
                  </a:lnTo>
                  <a:lnTo>
                    <a:pt x="9" y="40"/>
                  </a:lnTo>
                  <a:lnTo>
                    <a:pt x="7" y="40"/>
                  </a:lnTo>
                  <a:lnTo>
                    <a:pt x="7" y="40"/>
                  </a:lnTo>
                  <a:lnTo>
                    <a:pt x="7" y="43"/>
                  </a:lnTo>
                  <a:lnTo>
                    <a:pt x="7" y="43"/>
                  </a:lnTo>
                  <a:lnTo>
                    <a:pt x="7" y="43"/>
                  </a:lnTo>
                  <a:lnTo>
                    <a:pt x="7" y="43"/>
                  </a:lnTo>
                  <a:lnTo>
                    <a:pt x="5" y="43"/>
                  </a:lnTo>
                  <a:lnTo>
                    <a:pt x="5" y="43"/>
                  </a:lnTo>
                  <a:lnTo>
                    <a:pt x="5" y="45"/>
                  </a:lnTo>
                  <a:lnTo>
                    <a:pt x="5" y="45"/>
                  </a:lnTo>
                  <a:lnTo>
                    <a:pt x="7" y="45"/>
                  </a:lnTo>
                  <a:lnTo>
                    <a:pt x="7" y="45"/>
                  </a:lnTo>
                  <a:lnTo>
                    <a:pt x="7" y="45"/>
                  </a:lnTo>
                  <a:lnTo>
                    <a:pt x="7" y="45"/>
                  </a:lnTo>
                  <a:lnTo>
                    <a:pt x="9" y="45"/>
                  </a:lnTo>
                  <a:lnTo>
                    <a:pt x="9" y="45"/>
                  </a:lnTo>
                  <a:lnTo>
                    <a:pt x="9" y="45"/>
                  </a:lnTo>
                  <a:lnTo>
                    <a:pt x="9" y="47"/>
                  </a:lnTo>
                  <a:lnTo>
                    <a:pt x="9" y="47"/>
                  </a:lnTo>
                  <a:lnTo>
                    <a:pt x="9" y="45"/>
                  </a:lnTo>
                  <a:lnTo>
                    <a:pt x="9" y="45"/>
                  </a:lnTo>
                  <a:lnTo>
                    <a:pt x="9" y="43"/>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270"/>
            <p:cNvSpPr>
              <a:spLocks/>
            </p:cNvSpPr>
            <p:nvPr/>
          </p:nvSpPr>
          <p:spPr bwMode="auto">
            <a:xfrm>
              <a:off x="3059113" y="3321050"/>
              <a:ext cx="179388" cy="146050"/>
            </a:xfrm>
            <a:custGeom>
              <a:avLst/>
              <a:gdLst/>
              <a:ahLst/>
              <a:cxnLst>
                <a:cxn ang="0">
                  <a:pos x="14" y="47"/>
                </a:cxn>
                <a:cxn ang="0">
                  <a:pos x="19" y="54"/>
                </a:cxn>
                <a:cxn ang="0">
                  <a:pos x="21" y="57"/>
                </a:cxn>
                <a:cxn ang="0">
                  <a:pos x="26" y="52"/>
                </a:cxn>
                <a:cxn ang="0">
                  <a:pos x="31" y="47"/>
                </a:cxn>
                <a:cxn ang="0">
                  <a:pos x="40" y="50"/>
                </a:cxn>
                <a:cxn ang="0">
                  <a:pos x="45" y="50"/>
                </a:cxn>
                <a:cxn ang="0">
                  <a:pos x="50" y="47"/>
                </a:cxn>
                <a:cxn ang="0">
                  <a:pos x="47" y="45"/>
                </a:cxn>
                <a:cxn ang="0">
                  <a:pos x="50" y="50"/>
                </a:cxn>
                <a:cxn ang="0">
                  <a:pos x="57" y="50"/>
                </a:cxn>
                <a:cxn ang="0">
                  <a:pos x="57" y="47"/>
                </a:cxn>
                <a:cxn ang="0">
                  <a:pos x="59" y="45"/>
                </a:cxn>
                <a:cxn ang="0">
                  <a:pos x="64" y="47"/>
                </a:cxn>
                <a:cxn ang="0">
                  <a:pos x="68" y="43"/>
                </a:cxn>
                <a:cxn ang="0">
                  <a:pos x="73" y="36"/>
                </a:cxn>
                <a:cxn ang="0">
                  <a:pos x="78" y="31"/>
                </a:cxn>
                <a:cxn ang="0">
                  <a:pos x="83" y="28"/>
                </a:cxn>
                <a:cxn ang="0">
                  <a:pos x="87" y="24"/>
                </a:cxn>
                <a:cxn ang="0">
                  <a:pos x="92" y="17"/>
                </a:cxn>
                <a:cxn ang="0">
                  <a:pos x="97" y="12"/>
                </a:cxn>
                <a:cxn ang="0">
                  <a:pos x="102" y="7"/>
                </a:cxn>
                <a:cxn ang="0">
                  <a:pos x="106" y="2"/>
                </a:cxn>
                <a:cxn ang="0">
                  <a:pos x="109" y="7"/>
                </a:cxn>
                <a:cxn ang="0">
                  <a:pos x="111" y="12"/>
                </a:cxn>
                <a:cxn ang="0">
                  <a:pos x="113" y="19"/>
                </a:cxn>
                <a:cxn ang="0">
                  <a:pos x="113" y="28"/>
                </a:cxn>
                <a:cxn ang="0">
                  <a:pos x="109" y="33"/>
                </a:cxn>
                <a:cxn ang="0">
                  <a:pos x="106" y="28"/>
                </a:cxn>
                <a:cxn ang="0">
                  <a:pos x="102" y="31"/>
                </a:cxn>
                <a:cxn ang="0">
                  <a:pos x="102" y="40"/>
                </a:cxn>
                <a:cxn ang="0">
                  <a:pos x="102" y="47"/>
                </a:cxn>
                <a:cxn ang="0">
                  <a:pos x="106" y="52"/>
                </a:cxn>
                <a:cxn ang="0">
                  <a:pos x="99" y="52"/>
                </a:cxn>
                <a:cxn ang="0">
                  <a:pos x="95" y="57"/>
                </a:cxn>
                <a:cxn ang="0">
                  <a:pos x="95" y="64"/>
                </a:cxn>
                <a:cxn ang="0">
                  <a:pos x="92" y="71"/>
                </a:cxn>
                <a:cxn ang="0">
                  <a:pos x="87" y="78"/>
                </a:cxn>
                <a:cxn ang="0">
                  <a:pos x="87" y="88"/>
                </a:cxn>
                <a:cxn ang="0">
                  <a:pos x="83" y="92"/>
                </a:cxn>
                <a:cxn ang="0">
                  <a:pos x="76" y="90"/>
                </a:cxn>
                <a:cxn ang="0">
                  <a:pos x="66" y="88"/>
                </a:cxn>
                <a:cxn ang="0">
                  <a:pos x="59" y="85"/>
                </a:cxn>
                <a:cxn ang="0">
                  <a:pos x="52" y="85"/>
                </a:cxn>
                <a:cxn ang="0">
                  <a:pos x="42" y="83"/>
                </a:cxn>
                <a:cxn ang="0">
                  <a:pos x="35" y="83"/>
                </a:cxn>
                <a:cxn ang="0">
                  <a:pos x="28" y="81"/>
                </a:cxn>
                <a:cxn ang="0">
                  <a:pos x="21" y="78"/>
                </a:cxn>
                <a:cxn ang="0">
                  <a:pos x="16" y="73"/>
                </a:cxn>
                <a:cxn ang="0">
                  <a:pos x="16" y="64"/>
                </a:cxn>
                <a:cxn ang="0">
                  <a:pos x="14" y="57"/>
                </a:cxn>
                <a:cxn ang="0">
                  <a:pos x="7" y="52"/>
                </a:cxn>
                <a:cxn ang="0">
                  <a:pos x="2" y="47"/>
                </a:cxn>
                <a:cxn ang="0">
                  <a:pos x="2" y="40"/>
                </a:cxn>
                <a:cxn ang="0">
                  <a:pos x="7" y="40"/>
                </a:cxn>
                <a:cxn ang="0">
                  <a:pos x="7" y="40"/>
                </a:cxn>
                <a:cxn ang="0">
                  <a:pos x="7" y="45"/>
                </a:cxn>
                <a:cxn ang="0">
                  <a:pos x="9" y="45"/>
                </a:cxn>
              </a:cxnLst>
              <a:rect l="0" t="0" r="r" b="b"/>
              <a:pathLst>
                <a:path w="113" h="92">
                  <a:moveTo>
                    <a:pt x="9" y="43"/>
                  </a:moveTo>
                  <a:lnTo>
                    <a:pt x="12" y="43"/>
                  </a:lnTo>
                  <a:lnTo>
                    <a:pt x="12" y="43"/>
                  </a:lnTo>
                  <a:lnTo>
                    <a:pt x="12" y="45"/>
                  </a:lnTo>
                  <a:lnTo>
                    <a:pt x="14" y="45"/>
                  </a:lnTo>
                  <a:lnTo>
                    <a:pt x="14" y="45"/>
                  </a:lnTo>
                  <a:lnTo>
                    <a:pt x="14" y="45"/>
                  </a:lnTo>
                  <a:lnTo>
                    <a:pt x="14" y="45"/>
                  </a:lnTo>
                  <a:lnTo>
                    <a:pt x="14" y="47"/>
                  </a:lnTo>
                  <a:lnTo>
                    <a:pt x="14" y="47"/>
                  </a:lnTo>
                  <a:lnTo>
                    <a:pt x="14" y="50"/>
                  </a:lnTo>
                  <a:lnTo>
                    <a:pt x="14" y="50"/>
                  </a:lnTo>
                  <a:lnTo>
                    <a:pt x="16" y="50"/>
                  </a:lnTo>
                  <a:lnTo>
                    <a:pt x="16" y="52"/>
                  </a:lnTo>
                  <a:lnTo>
                    <a:pt x="16" y="52"/>
                  </a:lnTo>
                  <a:lnTo>
                    <a:pt x="16" y="54"/>
                  </a:lnTo>
                  <a:lnTo>
                    <a:pt x="16" y="54"/>
                  </a:lnTo>
                  <a:lnTo>
                    <a:pt x="16" y="54"/>
                  </a:lnTo>
                  <a:lnTo>
                    <a:pt x="19" y="54"/>
                  </a:lnTo>
                  <a:lnTo>
                    <a:pt x="19" y="54"/>
                  </a:lnTo>
                  <a:lnTo>
                    <a:pt x="21" y="54"/>
                  </a:lnTo>
                  <a:lnTo>
                    <a:pt x="21" y="54"/>
                  </a:lnTo>
                  <a:lnTo>
                    <a:pt x="21" y="54"/>
                  </a:lnTo>
                  <a:lnTo>
                    <a:pt x="19" y="54"/>
                  </a:lnTo>
                  <a:lnTo>
                    <a:pt x="19" y="57"/>
                  </a:lnTo>
                  <a:lnTo>
                    <a:pt x="21" y="57"/>
                  </a:lnTo>
                  <a:lnTo>
                    <a:pt x="21" y="57"/>
                  </a:lnTo>
                  <a:lnTo>
                    <a:pt x="21" y="57"/>
                  </a:lnTo>
                  <a:lnTo>
                    <a:pt x="21" y="57"/>
                  </a:lnTo>
                  <a:lnTo>
                    <a:pt x="21" y="57"/>
                  </a:lnTo>
                  <a:lnTo>
                    <a:pt x="21" y="54"/>
                  </a:lnTo>
                  <a:lnTo>
                    <a:pt x="21" y="54"/>
                  </a:lnTo>
                  <a:lnTo>
                    <a:pt x="21" y="54"/>
                  </a:lnTo>
                  <a:lnTo>
                    <a:pt x="21" y="54"/>
                  </a:lnTo>
                  <a:lnTo>
                    <a:pt x="21" y="54"/>
                  </a:lnTo>
                  <a:lnTo>
                    <a:pt x="24" y="54"/>
                  </a:lnTo>
                  <a:lnTo>
                    <a:pt x="24" y="54"/>
                  </a:lnTo>
                  <a:lnTo>
                    <a:pt x="26" y="54"/>
                  </a:lnTo>
                  <a:lnTo>
                    <a:pt x="26" y="54"/>
                  </a:lnTo>
                  <a:lnTo>
                    <a:pt x="26" y="52"/>
                  </a:lnTo>
                  <a:lnTo>
                    <a:pt x="26" y="52"/>
                  </a:lnTo>
                  <a:lnTo>
                    <a:pt x="28" y="52"/>
                  </a:lnTo>
                  <a:lnTo>
                    <a:pt x="28" y="52"/>
                  </a:lnTo>
                  <a:lnTo>
                    <a:pt x="28" y="52"/>
                  </a:lnTo>
                  <a:lnTo>
                    <a:pt x="28" y="50"/>
                  </a:lnTo>
                  <a:lnTo>
                    <a:pt x="28" y="50"/>
                  </a:lnTo>
                  <a:lnTo>
                    <a:pt x="31" y="50"/>
                  </a:lnTo>
                  <a:lnTo>
                    <a:pt x="31" y="50"/>
                  </a:lnTo>
                  <a:lnTo>
                    <a:pt x="31" y="50"/>
                  </a:lnTo>
                  <a:lnTo>
                    <a:pt x="31" y="47"/>
                  </a:lnTo>
                  <a:lnTo>
                    <a:pt x="33" y="47"/>
                  </a:lnTo>
                  <a:lnTo>
                    <a:pt x="33" y="47"/>
                  </a:lnTo>
                  <a:lnTo>
                    <a:pt x="33" y="47"/>
                  </a:lnTo>
                  <a:lnTo>
                    <a:pt x="33" y="50"/>
                  </a:lnTo>
                  <a:lnTo>
                    <a:pt x="35" y="50"/>
                  </a:lnTo>
                  <a:lnTo>
                    <a:pt x="35" y="50"/>
                  </a:lnTo>
                  <a:lnTo>
                    <a:pt x="35" y="50"/>
                  </a:lnTo>
                  <a:lnTo>
                    <a:pt x="38" y="50"/>
                  </a:lnTo>
                  <a:lnTo>
                    <a:pt x="38" y="50"/>
                  </a:lnTo>
                  <a:lnTo>
                    <a:pt x="40" y="50"/>
                  </a:lnTo>
                  <a:lnTo>
                    <a:pt x="40" y="50"/>
                  </a:lnTo>
                  <a:lnTo>
                    <a:pt x="40" y="50"/>
                  </a:lnTo>
                  <a:lnTo>
                    <a:pt x="42" y="50"/>
                  </a:lnTo>
                  <a:lnTo>
                    <a:pt x="42" y="50"/>
                  </a:lnTo>
                  <a:lnTo>
                    <a:pt x="42" y="50"/>
                  </a:lnTo>
                  <a:lnTo>
                    <a:pt x="42" y="47"/>
                  </a:lnTo>
                  <a:lnTo>
                    <a:pt x="45" y="47"/>
                  </a:lnTo>
                  <a:lnTo>
                    <a:pt x="45" y="50"/>
                  </a:lnTo>
                  <a:lnTo>
                    <a:pt x="45" y="50"/>
                  </a:lnTo>
                  <a:lnTo>
                    <a:pt x="45" y="50"/>
                  </a:lnTo>
                  <a:lnTo>
                    <a:pt x="47" y="50"/>
                  </a:lnTo>
                  <a:lnTo>
                    <a:pt x="47" y="50"/>
                  </a:lnTo>
                  <a:lnTo>
                    <a:pt x="47" y="50"/>
                  </a:lnTo>
                  <a:lnTo>
                    <a:pt x="47" y="50"/>
                  </a:lnTo>
                  <a:lnTo>
                    <a:pt x="47" y="50"/>
                  </a:lnTo>
                  <a:lnTo>
                    <a:pt x="50" y="50"/>
                  </a:lnTo>
                  <a:lnTo>
                    <a:pt x="50" y="50"/>
                  </a:lnTo>
                  <a:lnTo>
                    <a:pt x="50" y="50"/>
                  </a:lnTo>
                  <a:lnTo>
                    <a:pt x="50" y="50"/>
                  </a:lnTo>
                  <a:lnTo>
                    <a:pt x="50" y="47"/>
                  </a:lnTo>
                  <a:lnTo>
                    <a:pt x="50" y="47"/>
                  </a:lnTo>
                  <a:lnTo>
                    <a:pt x="47" y="47"/>
                  </a:lnTo>
                  <a:lnTo>
                    <a:pt x="47" y="47"/>
                  </a:lnTo>
                  <a:lnTo>
                    <a:pt x="47" y="47"/>
                  </a:lnTo>
                  <a:lnTo>
                    <a:pt x="45" y="47"/>
                  </a:lnTo>
                  <a:lnTo>
                    <a:pt x="45" y="47"/>
                  </a:lnTo>
                  <a:lnTo>
                    <a:pt x="45" y="45"/>
                  </a:lnTo>
                  <a:lnTo>
                    <a:pt x="45" y="45"/>
                  </a:lnTo>
                  <a:lnTo>
                    <a:pt x="45" y="45"/>
                  </a:lnTo>
                  <a:lnTo>
                    <a:pt x="47" y="45"/>
                  </a:lnTo>
                  <a:lnTo>
                    <a:pt x="47" y="45"/>
                  </a:lnTo>
                  <a:lnTo>
                    <a:pt x="47" y="45"/>
                  </a:lnTo>
                  <a:lnTo>
                    <a:pt x="50" y="45"/>
                  </a:lnTo>
                  <a:lnTo>
                    <a:pt x="50" y="45"/>
                  </a:lnTo>
                  <a:lnTo>
                    <a:pt x="50" y="45"/>
                  </a:lnTo>
                  <a:lnTo>
                    <a:pt x="50" y="47"/>
                  </a:lnTo>
                  <a:lnTo>
                    <a:pt x="50" y="47"/>
                  </a:lnTo>
                  <a:lnTo>
                    <a:pt x="50" y="47"/>
                  </a:lnTo>
                  <a:lnTo>
                    <a:pt x="50" y="50"/>
                  </a:lnTo>
                  <a:lnTo>
                    <a:pt x="50" y="50"/>
                  </a:lnTo>
                  <a:lnTo>
                    <a:pt x="52" y="50"/>
                  </a:lnTo>
                  <a:lnTo>
                    <a:pt x="52" y="50"/>
                  </a:lnTo>
                  <a:lnTo>
                    <a:pt x="52" y="52"/>
                  </a:lnTo>
                  <a:lnTo>
                    <a:pt x="54" y="52"/>
                  </a:lnTo>
                  <a:lnTo>
                    <a:pt x="54" y="52"/>
                  </a:lnTo>
                  <a:lnTo>
                    <a:pt x="54" y="52"/>
                  </a:lnTo>
                  <a:lnTo>
                    <a:pt x="57" y="52"/>
                  </a:lnTo>
                  <a:lnTo>
                    <a:pt x="57" y="52"/>
                  </a:lnTo>
                  <a:lnTo>
                    <a:pt x="57" y="50"/>
                  </a:lnTo>
                  <a:lnTo>
                    <a:pt x="57" y="50"/>
                  </a:lnTo>
                  <a:lnTo>
                    <a:pt x="54" y="50"/>
                  </a:lnTo>
                  <a:lnTo>
                    <a:pt x="54" y="50"/>
                  </a:lnTo>
                  <a:lnTo>
                    <a:pt x="54" y="50"/>
                  </a:lnTo>
                  <a:lnTo>
                    <a:pt x="54" y="50"/>
                  </a:lnTo>
                  <a:lnTo>
                    <a:pt x="54" y="47"/>
                  </a:lnTo>
                  <a:lnTo>
                    <a:pt x="54" y="47"/>
                  </a:lnTo>
                  <a:lnTo>
                    <a:pt x="54" y="47"/>
                  </a:lnTo>
                  <a:lnTo>
                    <a:pt x="54" y="47"/>
                  </a:lnTo>
                  <a:lnTo>
                    <a:pt x="57" y="47"/>
                  </a:lnTo>
                  <a:lnTo>
                    <a:pt x="57" y="47"/>
                  </a:lnTo>
                  <a:lnTo>
                    <a:pt x="59" y="47"/>
                  </a:lnTo>
                  <a:lnTo>
                    <a:pt x="59" y="45"/>
                  </a:lnTo>
                  <a:lnTo>
                    <a:pt x="57" y="45"/>
                  </a:lnTo>
                  <a:lnTo>
                    <a:pt x="57" y="45"/>
                  </a:lnTo>
                  <a:lnTo>
                    <a:pt x="57" y="45"/>
                  </a:lnTo>
                  <a:lnTo>
                    <a:pt x="57" y="45"/>
                  </a:lnTo>
                  <a:lnTo>
                    <a:pt x="59" y="45"/>
                  </a:lnTo>
                  <a:lnTo>
                    <a:pt x="59" y="43"/>
                  </a:lnTo>
                  <a:lnTo>
                    <a:pt x="59" y="43"/>
                  </a:lnTo>
                  <a:lnTo>
                    <a:pt x="59" y="45"/>
                  </a:lnTo>
                  <a:lnTo>
                    <a:pt x="59" y="45"/>
                  </a:lnTo>
                  <a:lnTo>
                    <a:pt x="59" y="45"/>
                  </a:lnTo>
                  <a:lnTo>
                    <a:pt x="59" y="47"/>
                  </a:lnTo>
                  <a:lnTo>
                    <a:pt x="61" y="47"/>
                  </a:lnTo>
                  <a:lnTo>
                    <a:pt x="61" y="47"/>
                  </a:lnTo>
                  <a:lnTo>
                    <a:pt x="61" y="47"/>
                  </a:lnTo>
                  <a:lnTo>
                    <a:pt x="61" y="47"/>
                  </a:lnTo>
                  <a:lnTo>
                    <a:pt x="64" y="47"/>
                  </a:lnTo>
                  <a:lnTo>
                    <a:pt x="64" y="47"/>
                  </a:lnTo>
                  <a:lnTo>
                    <a:pt x="64" y="47"/>
                  </a:lnTo>
                  <a:lnTo>
                    <a:pt x="64" y="45"/>
                  </a:lnTo>
                  <a:lnTo>
                    <a:pt x="64" y="45"/>
                  </a:lnTo>
                  <a:lnTo>
                    <a:pt x="66" y="45"/>
                  </a:lnTo>
                  <a:lnTo>
                    <a:pt x="66" y="45"/>
                  </a:lnTo>
                  <a:lnTo>
                    <a:pt x="66" y="43"/>
                  </a:lnTo>
                  <a:lnTo>
                    <a:pt x="66" y="43"/>
                  </a:lnTo>
                  <a:lnTo>
                    <a:pt x="66" y="43"/>
                  </a:lnTo>
                  <a:lnTo>
                    <a:pt x="68" y="43"/>
                  </a:lnTo>
                  <a:lnTo>
                    <a:pt x="68" y="43"/>
                  </a:lnTo>
                  <a:lnTo>
                    <a:pt x="68" y="43"/>
                  </a:lnTo>
                  <a:lnTo>
                    <a:pt x="68" y="40"/>
                  </a:lnTo>
                  <a:lnTo>
                    <a:pt x="68" y="40"/>
                  </a:lnTo>
                  <a:lnTo>
                    <a:pt x="68" y="40"/>
                  </a:lnTo>
                  <a:lnTo>
                    <a:pt x="71" y="40"/>
                  </a:lnTo>
                  <a:lnTo>
                    <a:pt x="71" y="40"/>
                  </a:lnTo>
                  <a:lnTo>
                    <a:pt x="71" y="38"/>
                  </a:lnTo>
                  <a:lnTo>
                    <a:pt x="73" y="38"/>
                  </a:lnTo>
                  <a:lnTo>
                    <a:pt x="73" y="38"/>
                  </a:lnTo>
                  <a:lnTo>
                    <a:pt x="73" y="38"/>
                  </a:lnTo>
                  <a:lnTo>
                    <a:pt x="73" y="36"/>
                  </a:lnTo>
                  <a:lnTo>
                    <a:pt x="73" y="36"/>
                  </a:lnTo>
                  <a:lnTo>
                    <a:pt x="76" y="36"/>
                  </a:lnTo>
                  <a:lnTo>
                    <a:pt x="76" y="36"/>
                  </a:lnTo>
                  <a:lnTo>
                    <a:pt x="76" y="36"/>
                  </a:lnTo>
                  <a:lnTo>
                    <a:pt x="76" y="33"/>
                  </a:lnTo>
                  <a:lnTo>
                    <a:pt x="76" y="33"/>
                  </a:lnTo>
                  <a:lnTo>
                    <a:pt x="76" y="33"/>
                  </a:lnTo>
                  <a:lnTo>
                    <a:pt x="76" y="33"/>
                  </a:lnTo>
                  <a:lnTo>
                    <a:pt x="78" y="33"/>
                  </a:lnTo>
                  <a:lnTo>
                    <a:pt x="78" y="31"/>
                  </a:lnTo>
                  <a:lnTo>
                    <a:pt x="78" y="31"/>
                  </a:lnTo>
                  <a:lnTo>
                    <a:pt x="80" y="31"/>
                  </a:lnTo>
                  <a:lnTo>
                    <a:pt x="80" y="31"/>
                  </a:lnTo>
                  <a:lnTo>
                    <a:pt x="80" y="31"/>
                  </a:lnTo>
                  <a:lnTo>
                    <a:pt x="80" y="31"/>
                  </a:lnTo>
                  <a:lnTo>
                    <a:pt x="80" y="28"/>
                  </a:lnTo>
                  <a:lnTo>
                    <a:pt x="83" y="28"/>
                  </a:lnTo>
                  <a:lnTo>
                    <a:pt x="83" y="28"/>
                  </a:lnTo>
                  <a:lnTo>
                    <a:pt x="83" y="28"/>
                  </a:lnTo>
                  <a:lnTo>
                    <a:pt x="83" y="28"/>
                  </a:lnTo>
                  <a:lnTo>
                    <a:pt x="85" y="28"/>
                  </a:lnTo>
                  <a:lnTo>
                    <a:pt x="85" y="26"/>
                  </a:lnTo>
                  <a:lnTo>
                    <a:pt x="85" y="26"/>
                  </a:lnTo>
                  <a:lnTo>
                    <a:pt x="85" y="26"/>
                  </a:lnTo>
                  <a:lnTo>
                    <a:pt x="87" y="26"/>
                  </a:lnTo>
                  <a:lnTo>
                    <a:pt x="87" y="24"/>
                  </a:lnTo>
                  <a:lnTo>
                    <a:pt x="87" y="24"/>
                  </a:lnTo>
                  <a:lnTo>
                    <a:pt x="87" y="24"/>
                  </a:lnTo>
                  <a:lnTo>
                    <a:pt x="87" y="24"/>
                  </a:lnTo>
                  <a:lnTo>
                    <a:pt x="87" y="24"/>
                  </a:lnTo>
                  <a:lnTo>
                    <a:pt x="87" y="21"/>
                  </a:lnTo>
                  <a:lnTo>
                    <a:pt x="90" y="21"/>
                  </a:lnTo>
                  <a:lnTo>
                    <a:pt x="90" y="21"/>
                  </a:lnTo>
                  <a:lnTo>
                    <a:pt x="90" y="21"/>
                  </a:lnTo>
                  <a:lnTo>
                    <a:pt x="90" y="19"/>
                  </a:lnTo>
                  <a:lnTo>
                    <a:pt x="90" y="19"/>
                  </a:lnTo>
                  <a:lnTo>
                    <a:pt x="90" y="19"/>
                  </a:lnTo>
                  <a:lnTo>
                    <a:pt x="92" y="19"/>
                  </a:lnTo>
                  <a:lnTo>
                    <a:pt x="92" y="17"/>
                  </a:lnTo>
                  <a:lnTo>
                    <a:pt x="92" y="17"/>
                  </a:lnTo>
                  <a:lnTo>
                    <a:pt x="92" y="17"/>
                  </a:lnTo>
                  <a:lnTo>
                    <a:pt x="95" y="17"/>
                  </a:lnTo>
                  <a:lnTo>
                    <a:pt x="95" y="14"/>
                  </a:lnTo>
                  <a:lnTo>
                    <a:pt x="95" y="14"/>
                  </a:lnTo>
                  <a:lnTo>
                    <a:pt x="95" y="14"/>
                  </a:lnTo>
                  <a:lnTo>
                    <a:pt x="95" y="14"/>
                  </a:lnTo>
                  <a:lnTo>
                    <a:pt x="95" y="14"/>
                  </a:lnTo>
                  <a:lnTo>
                    <a:pt x="95" y="12"/>
                  </a:lnTo>
                  <a:lnTo>
                    <a:pt x="97" y="12"/>
                  </a:lnTo>
                  <a:lnTo>
                    <a:pt x="97" y="12"/>
                  </a:lnTo>
                  <a:lnTo>
                    <a:pt x="97" y="12"/>
                  </a:lnTo>
                  <a:lnTo>
                    <a:pt x="99" y="12"/>
                  </a:lnTo>
                  <a:lnTo>
                    <a:pt x="99" y="12"/>
                  </a:lnTo>
                  <a:lnTo>
                    <a:pt x="99" y="12"/>
                  </a:lnTo>
                  <a:lnTo>
                    <a:pt x="99" y="9"/>
                  </a:lnTo>
                  <a:lnTo>
                    <a:pt x="99" y="9"/>
                  </a:lnTo>
                  <a:lnTo>
                    <a:pt x="102" y="9"/>
                  </a:lnTo>
                  <a:lnTo>
                    <a:pt x="102" y="9"/>
                  </a:lnTo>
                  <a:lnTo>
                    <a:pt x="102" y="9"/>
                  </a:lnTo>
                  <a:lnTo>
                    <a:pt x="102" y="7"/>
                  </a:lnTo>
                  <a:lnTo>
                    <a:pt x="104" y="7"/>
                  </a:lnTo>
                  <a:lnTo>
                    <a:pt x="104" y="7"/>
                  </a:lnTo>
                  <a:lnTo>
                    <a:pt x="104" y="7"/>
                  </a:lnTo>
                  <a:lnTo>
                    <a:pt x="104" y="5"/>
                  </a:lnTo>
                  <a:lnTo>
                    <a:pt x="106" y="5"/>
                  </a:lnTo>
                  <a:lnTo>
                    <a:pt x="106" y="5"/>
                  </a:lnTo>
                  <a:lnTo>
                    <a:pt x="106" y="5"/>
                  </a:lnTo>
                  <a:lnTo>
                    <a:pt x="106" y="5"/>
                  </a:lnTo>
                  <a:lnTo>
                    <a:pt x="106" y="2"/>
                  </a:lnTo>
                  <a:lnTo>
                    <a:pt x="106" y="2"/>
                  </a:lnTo>
                  <a:lnTo>
                    <a:pt x="106" y="0"/>
                  </a:lnTo>
                  <a:lnTo>
                    <a:pt x="106" y="0"/>
                  </a:lnTo>
                  <a:lnTo>
                    <a:pt x="109" y="0"/>
                  </a:lnTo>
                  <a:lnTo>
                    <a:pt x="109" y="0"/>
                  </a:lnTo>
                  <a:lnTo>
                    <a:pt x="109" y="2"/>
                  </a:lnTo>
                  <a:lnTo>
                    <a:pt x="109" y="2"/>
                  </a:lnTo>
                  <a:lnTo>
                    <a:pt x="109" y="5"/>
                  </a:lnTo>
                  <a:lnTo>
                    <a:pt x="109" y="5"/>
                  </a:lnTo>
                  <a:lnTo>
                    <a:pt x="109" y="5"/>
                  </a:lnTo>
                  <a:lnTo>
                    <a:pt x="109" y="7"/>
                  </a:lnTo>
                  <a:lnTo>
                    <a:pt x="109" y="7"/>
                  </a:lnTo>
                  <a:lnTo>
                    <a:pt x="109" y="7"/>
                  </a:lnTo>
                  <a:lnTo>
                    <a:pt x="109" y="7"/>
                  </a:lnTo>
                  <a:lnTo>
                    <a:pt x="109" y="9"/>
                  </a:lnTo>
                  <a:lnTo>
                    <a:pt x="109" y="9"/>
                  </a:lnTo>
                  <a:lnTo>
                    <a:pt x="109" y="12"/>
                  </a:lnTo>
                  <a:lnTo>
                    <a:pt x="109" y="12"/>
                  </a:lnTo>
                  <a:lnTo>
                    <a:pt x="109" y="12"/>
                  </a:lnTo>
                  <a:lnTo>
                    <a:pt x="111" y="12"/>
                  </a:lnTo>
                  <a:lnTo>
                    <a:pt x="111" y="12"/>
                  </a:lnTo>
                  <a:lnTo>
                    <a:pt x="113" y="12"/>
                  </a:lnTo>
                  <a:lnTo>
                    <a:pt x="113" y="12"/>
                  </a:lnTo>
                  <a:lnTo>
                    <a:pt x="113" y="14"/>
                  </a:lnTo>
                  <a:lnTo>
                    <a:pt x="113" y="14"/>
                  </a:lnTo>
                  <a:lnTo>
                    <a:pt x="113" y="14"/>
                  </a:lnTo>
                  <a:lnTo>
                    <a:pt x="113" y="17"/>
                  </a:lnTo>
                  <a:lnTo>
                    <a:pt x="113" y="17"/>
                  </a:lnTo>
                  <a:lnTo>
                    <a:pt x="113" y="19"/>
                  </a:lnTo>
                  <a:lnTo>
                    <a:pt x="113" y="19"/>
                  </a:lnTo>
                  <a:lnTo>
                    <a:pt x="113" y="19"/>
                  </a:lnTo>
                  <a:lnTo>
                    <a:pt x="113" y="21"/>
                  </a:lnTo>
                  <a:lnTo>
                    <a:pt x="113" y="21"/>
                  </a:lnTo>
                  <a:lnTo>
                    <a:pt x="113" y="21"/>
                  </a:lnTo>
                  <a:lnTo>
                    <a:pt x="113" y="24"/>
                  </a:lnTo>
                  <a:lnTo>
                    <a:pt x="113" y="24"/>
                  </a:lnTo>
                  <a:lnTo>
                    <a:pt x="113" y="24"/>
                  </a:lnTo>
                  <a:lnTo>
                    <a:pt x="113" y="26"/>
                  </a:lnTo>
                  <a:lnTo>
                    <a:pt x="113" y="26"/>
                  </a:lnTo>
                  <a:lnTo>
                    <a:pt x="113" y="28"/>
                  </a:lnTo>
                  <a:lnTo>
                    <a:pt x="113" y="28"/>
                  </a:lnTo>
                  <a:lnTo>
                    <a:pt x="113" y="28"/>
                  </a:lnTo>
                  <a:lnTo>
                    <a:pt x="113" y="31"/>
                  </a:lnTo>
                  <a:lnTo>
                    <a:pt x="113" y="31"/>
                  </a:lnTo>
                  <a:lnTo>
                    <a:pt x="111" y="31"/>
                  </a:lnTo>
                  <a:lnTo>
                    <a:pt x="111" y="33"/>
                  </a:lnTo>
                  <a:lnTo>
                    <a:pt x="111" y="33"/>
                  </a:lnTo>
                  <a:lnTo>
                    <a:pt x="109" y="33"/>
                  </a:lnTo>
                  <a:lnTo>
                    <a:pt x="109" y="33"/>
                  </a:lnTo>
                  <a:lnTo>
                    <a:pt x="109" y="33"/>
                  </a:lnTo>
                  <a:lnTo>
                    <a:pt x="109" y="33"/>
                  </a:lnTo>
                  <a:lnTo>
                    <a:pt x="109" y="33"/>
                  </a:lnTo>
                  <a:lnTo>
                    <a:pt x="106" y="33"/>
                  </a:lnTo>
                  <a:lnTo>
                    <a:pt x="106" y="33"/>
                  </a:lnTo>
                  <a:lnTo>
                    <a:pt x="106" y="33"/>
                  </a:lnTo>
                  <a:lnTo>
                    <a:pt x="106" y="33"/>
                  </a:lnTo>
                  <a:lnTo>
                    <a:pt x="106" y="33"/>
                  </a:lnTo>
                  <a:lnTo>
                    <a:pt x="106" y="31"/>
                  </a:lnTo>
                  <a:lnTo>
                    <a:pt x="106" y="31"/>
                  </a:lnTo>
                  <a:lnTo>
                    <a:pt x="106" y="31"/>
                  </a:lnTo>
                  <a:lnTo>
                    <a:pt x="106" y="28"/>
                  </a:lnTo>
                  <a:lnTo>
                    <a:pt x="106" y="28"/>
                  </a:lnTo>
                  <a:lnTo>
                    <a:pt x="106" y="28"/>
                  </a:lnTo>
                  <a:lnTo>
                    <a:pt x="104" y="28"/>
                  </a:lnTo>
                  <a:lnTo>
                    <a:pt x="104" y="28"/>
                  </a:lnTo>
                  <a:lnTo>
                    <a:pt x="104" y="28"/>
                  </a:lnTo>
                  <a:lnTo>
                    <a:pt x="102" y="28"/>
                  </a:lnTo>
                  <a:lnTo>
                    <a:pt x="102" y="31"/>
                  </a:lnTo>
                  <a:lnTo>
                    <a:pt x="102" y="31"/>
                  </a:lnTo>
                  <a:lnTo>
                    <a:pt x="102" y="31"/>
                  </a:lnTo>
                  <a:lnTo>
                    <a:pt x="102" y="31"/>
                  </a:lnTo>
                  <a:lnTo>
                    <a:pt x="102" y="33"/>
                  </a:lnTo>
                  <a:lnTo>
                    <a:pt x="102" y="33"/>
                  </a:lnTo>
                  <a:lnTo>
                    <a:pt x="102" y="33"/>
                  </a:lnTo>
                  <a:lnTo>
                    <a:pt x="102" y="33"/>
                  </a:lnTo>
                  <a:lnTo>
                    <a:pt x="102" y="36"/>
                  </a:lnTo>
                  <a:lnTo>
                    <a:pt x="102" y="36"/>
                  </a:lnTo>
                  <a:lnTo>
                    <a:pt x="102" y="38"/>
                  </a:lnTo>
                  <a:lnTo>
                    <a:pt x="102" y="38"/>
                  </a:lnTo>
                  <a:lnTo>
                    <a:pt x="102" y="38"/>
                  </a:lnTo>
                  <a:lnTo>
                    <a:pt x="102" y="40"/>
                  </a:lnTo>
                  <a:lnTo>
                    <a:pt x="102" y="40"/>
                  </a:lnTo>
                  <a:lnTo>
                    <a:pt x="102" y="43"/>
                  </a:lnTo>
                  <a:lnTo>
                    <a:pt x="102" y="43"/>
                  </a:lnTo>
                  <a:lnTo>
                    <a:pt x="102" y="43"/>
                  </a:lnTo>
                  <a:lnTo>
                    <a:pt x="102" y="43"/>
                  </a:lnTo>
                  <a:lnTo>
                    <a:pt x="102" y="45"/>
                  </a:lnTo>
                  <a:lnTo>
                    <a:pt x="102" y="45"/>
                  </a:lnTo>
                  <a:lnTo>
                    <a:pt x="102" y="45"/>
                  </a:lnTo>
                  <a:lnTo>
                    <a:pt x="102" y="47"/>
                  </a:lnTo>
                  <a:lnTo>
                    <a:pt x="102" y="47"/>
                  </a:lnTo>
                  <a:lnTo>
                    <a:pt x="102" y="47"/>
                  </a:lnTo>
                  <a:lnTo>
                    <a:pt x="102" y="47"/>
                  </a:lnTo>
                  <a:lnTo>
                    <a:pt x="104" y="47"/>
                  </a:lnTo>
                  <a:lnTo>
                    <a:pt x="104" y="47"/>
                  </a:lnTo>
                  <a:lnTo>
                    <a:pt x="104" y="47"/>
                  </a:lnTo>
                  <a:lnTo>
                    <a:pt x="104" y="47"/>
                  </a:lnTo>
                  <a:lnTo>
                    <a:pt x="104" y="50"/>
                  </a:lnTo>
                  <a:lnTo>
                    <a:pt x="106" y="50"/>
                  </a:lnTo>
                  <a:lnTo>
                    <a:pt x="106" y="50"/>
                  </a:lnTo>
                  <a:lnTo>
                    <a:pt x="106" y="52"/>
                  </a:lnTo>
                  <a:lnTo>
                    <a:pt x="106" y="52"/>
                  </a:lnTo>
                  <a:lnTo>
                    <a:pt x="104" y="52"/>
                  </a:lnTo>
                  <a:lnTo>
                    <a:pt x="104" y="52"/>
                  </a:lnTo>
                  <a:lnTo>
                    <a:pt x="102" y="52"/>
                  </a:lnTo>
                  <a:lnTo>
                    <a:pt x="102" y="52"/>
                  </a:lnTo>
                  <a:lnTo>
                    <a:pt x="102" y="54"/>
                  </a:lnTo>
                  <a:lnTo>
                    <a:pt x="102" y="54"/>
                  </a:lnTo>
                  <a:lnTo>
                    <a:pt x="102" y="52"/>
                  </a:lnTo>
                  <a:lnTo>
                    <a:pt x="99" y="52"/>
                  </a:lnTo>
                  <a:lnTo>
                    <a:pt x="99" y="52"/>
                  </a:lnTo>
                  <a:lnTo>
                    <a:pt x="99" y="52"/>
                  </a:lnTo>
                  <a:lnTo>
                    <a:pt x="97" y="52"/>
                  </a:lnTo>
                  <a:lnTo>
                    <a:pt x="97" y="54"/>
                  </a:lnTo>
                  <a:lnTo>
                    <a:pt x="97" y="54"/>
                  </a:lnTo>
                  <a:lnTo>
                    <a:pt x="95" y="54"/>
                  </a:lnTo>
                  <a:lnTo>
                    <a:pt x="95" y="54"/>
                  </a:lnTo>
                  <a:lnTo>
                    <a:pt x="95" y="54"/>
                  </a:lnTo>
                  <a:lnTo>
                    <a:pt x="95" y="54"/>
                  </a:lnTo>
                  <a:lnTo>
                    <a:pt x="95" y="54"/>
                  </a:lnTo>
                  <a:lnTo>
                    <a:pt x="95" y="57"/>
                  </a:lnTo>
                  <a:lnTo>
                    <a:pt x="97" y="57"/>
                  </a:lnTo>
                  <a:lnTo>
                    <a:pt x="97" y="57"/>
                  </a:lnTo>
                  <a:lnTo>
                    <a:pt x="97" y="59"/>
                  </a:lnTo>
                  <a:lnTo>
                    <a:pt x="97" y="59"/>
                  </a:lnTo>
                  <a:lnTo>
                    <a:pt x="95" y="59"/>
                  </a:lnTo>
                  <a:lnTo>
                    <a:pt x="95" y="62"/>
                  </a:lnTo>
                  <a:lnTo>
                    <a:pt x="95" y="62"/>
                  </a:lnTo>
                  <a:lnTo>
                    <a:pt x="95" y="62"/>
                  </a:lnTo>
                  <a:lnTo>
                    <a:pt x="95" y="64"/>
                  </a:lnTo>
                  <a:lnTo>
                    <a:pt x="95" y="64"/>
                  </a:lnTo>
                  <a:lnTo>
                    <a:pt x="95" y="64"/>
                  </a:lnTo>
                  <a:lnTo>
                    <a:pt x="95" y="64"/>
                  </a:lnTo>
                  <a:lnTo>
                    <a:pt x="95" y="66"/>
                  </a:lnTo>
                  <a:lnTo>
                    <a:pt x="92" y="66"/>
                  </a:lnTo>
                  <a:lnTo>
                    <a:pt x="92" y="66"/>
                  </a:lnTo>
                  <a:lnTo>
                    <a:pt x="92" y="69"/>
                  </a:lnTo>
                  <a:lnTo>
                    <a:pt x="92" y="69"/>
                  </a:lnTo>
                  <a:lnTo>
                    <a:pt x="92" y="69"/>
                  </a:lnTo>
                  <a:lnTo>
                    <a:pt x="92" y="71"/>
                  </a:lnTo>
                  <a:lnTo>
                    <a:pt x="92" y="71"/>
                  </a:lnTo>
                  <a:lnTo>
                    <a:pt x="90" y="71"/>
                  </a:lnTo>
                  <a:lnTo>
                    <a:pt x="90" y="73"/>
                  </a:lnTo>
                  <a:lnTo>
                    <a:pt x="90" y="73"/>
                  </a:lnTo>
                  <a:lnTo>
                    <a:pt x="90" y="73"/>
                  </a:lnTo>
                  <a:lnTo>
                    <a:pt x="90" y="73"/>
                  </a:lnTo>
                  <a:lnTo>
                    <a:pt x="90" y="73"/>
                  </a:lnTo>
                  <a:lnTo>
                    <a:pt x="90" y="76"/>
                  </a:lnTo>
                  <a:lnTo>
                    <a:pt x="90" y="76"/>
                  </a:lnTo>
                  <a:lnTo>
                    <a:pt x="90" y="78"/>
                  </a:lnTo>
                  <a:lnTo>
                    <a:pt x="87" y="78"/>
                  </a:lnTo>
                  <a:lnTo>
                    <a:pt x="87" y="78"/>
                  </a:lnTo>
                  <a:lnTo>
                    <a:pt x="87" y="81"/>
                  </a:lnTo>
                  <a:lnTo>
                    <a:pt x="87" y="81"/>
                  </a:lnTo>
                  <a:lnTo>
                    <a:pt x="87" y="83"/>
                  </a:lnTo>
                  <a:lnTo>
                    <a:pt x="87" y="83"/>
                  </a:lnTo>
                  <a:lnTo>
                    <a:pt x="87" y="83"/>
                  </a:lnTo>
                  <a:lnTo>
                    <a:pt x="87" y="85"/>
                  </a:lnTo>
                  <a:lnTo>
                    <a:pt x="87" y="85"/>
                  </a:lnTo>
                  <a:lnTo>
                    <a:pt x="87" y="88"/>
                  </a:lnTo>
                  <a:lnTo>
                    <a:pt x="87" y="88"/>
                  </a:lnTo>
                  <a:lnTo>
                    <a:pt x="87" y="88"/>
                  </a:lnTo>
                  <a:lnTo>
                    <a:pt x="87" y="88"/>
                  </a:lnTo>
                  <a:lnTo>
                    <a:pt x="87" y="90"/>
                  </a:lnTo>
                  <a:lnTo>
                    <a:pt x="85" y="90"/>
                  </a:lnTo>
                  <a:lnTo>
                    <a:pt x="85" y="90"/>
                  </a:lnTo>
                  <a:lnTo>
                    <a:pt x="85" y="90"/>
                  </a:lnTo>
                  <a:lnTo>
                    <a:pt x="85" y="92"/>
                  </a:lnTo>
                  <a:lnTo>
                    <a:pt x="83" y="92"/>
                  </a:lnTo>
                  <a:lnTo>
                    <a:pt x="83" y="92"/>
                  </a:lnTo>
                  <a:lnTo>
                    <a:pt x="83" y="92"/>
                  </a:lnTo>
                  <a:lnTo>
                    <a:pt x="80" y="92"/>
                  </a:lnTo>
                  <a:lnTo>
                    <a:pt x="80" y="90"/>
                  </a:lnTo>
                  <a:lnTo>
                    <a:pt x="80" y="90"/>
                  </a:lnTo>
                  <a:lnTo>
                    <a:pt x="80" y="90"/>
                  </a:lnTo>
                  <a:lnTo>
                    <a:pt x="78" y="90"/>
                  </a:lnTo>
                  <a:lnTo>
                    <a:pt x="78" y="90"/>
                  </a:lnTo>
                  <a:lnTo>
                    <a:pt x="76" y="90"/>
                  </a:lnTo>
                  <a:lnTo>
                    <a:pt x="76" y="90"/>
                  </a:lnTo>
                  <a:lnTo>
                    <a:pt x="76" y="90"/>
                  </a:lnTo>
                  <a:lnTo>
                    <a:pt x="76" y="90"/>
                  </a:lnTo>
                  <a:lnTo>
                    <a:pt x="73" y="90"/>
                  </a:lnTo>
                  <a:lnTo>
                    <a:pt x="73" y="90"/>
                  </a:lnTo>
                  <a:lnTo>
                    <a:pt x="73" y="90"/>
                  </a:lnTo>
                  <a:lnTo>
                    <a:pt x="71" y="90"/>
                  </a:lnTo>
                  <a:lnTo>
                    <a:pt x="71" y="90"/>
                  </a:lnTo>
                  <a:lnTo>
                    <a:pt x="71" y="88"/>
                  </a:lnTo>
                  <a:lnTo>
                    <a:pt x="68" y="88"/>
                  </a:lnTo>
                  <a:lnTo>
                    <a:pt x="68" y="88"/>
                  </a:lnTo>
                  <a:lnTo>
                    <a:pt x="68" y="88"/>
                  </a:lnTo>
                  <a:lnTo>
                    <a:pt x="66" y="88"/>
                  </a:lnTo>
                  <a:lnTo>
                    <a:pt x="66" y="88"/>
                  </a:lnTo>
                  <a:lnTo>
                    <a:pt x="66" y="88"/>
                  </a:lnTo>
                  <a:lnTo>
                    <a:pt x="66" y="88"/>
                  </a:lnTo>
                  <a:lnTo>
                    <a:pt x="64" y="88"/>
                  </a:lnTo>
                  <a:lnTo>
                    <a:pt x="64" y="88"/>
                  </a:lnTo>
                  <a:lnTo>
                    <a:pt x="61" y="88"/>
                  </a:lnTo>
                  <a:lnTo>
                    <a:pt x="61" y="88"/>
                  </a:lnTo>
                  <a:lnTo>
                    <a:pt x="61" y="88"/>
                  </a:lnTo>
                  <a:lnTo>
                    <a:pt x="59" y="88"/>
                  </a:lnTo>
                  <a:lnTo>
                    <a:pt x="59" y="85"/>
                  </a:lnTo>
                  <a:lnTo>
                    <a:pt x="59" y="85"/>
                  </a:lnTo>
                  <a:lnTo>
                    <a:pt x="59" y="85"/>
                  </a:lnTo>
                  <a:lnTo>
                    <a:pt x="57" y="85"/>
                  </a:lnTo>
                  <a:lnTo>
                    <a:pt x="57" y="85"/>
                  </a:lnTo>
                  <a:lnTo>
                    <a:pt x="54" y="85"/>
                  </a:lnTo>
                  <a:lnTo>
                    <a:pt x="54" y="85"/>
                  </a:lnTo>
                  <a:lnTo>
                    <a:pt x="54" y="85"/>
                  </a:lnTo>
                  <a:lnTo>
                    <a:pt x="54" y="85"/>
                  </a:lnTo>
                  <a:lnTo>
                    <a:pt x="52" y="85"/>
                  </a:lnTo>
                  <a:lnTo>
                    <a:pt x="52" y="85"/>
                  </a:lnTo>
                  <a:lnTo>
                    <a:pt x="50" y="85"/>
                  </a:lnTo>
                  <a:lnTo>
                    <a:pt x="50" y="85"/>
                  </a:lnTo>
                  <a:lnTo>
                    <a:pt x="50" y="85"/>
                  </a:lnTo>
                  <a:lnTo>
                    <a:pt x="50" y="83"/>
                  </a:lnTo>
                  <a:lnTo>
                    <a:pt x="47" y="83"/>
                  </a:lnTo>
                  <a:lnTo>
                    <a:pt x="47" y="83"/>
                  </a:lnTo>
                  <a:lnTo>
                    <a:pt x="47" y="83"/>
                  </a:lnTo>
                  <a:lnTo>
                    <a:pt x="45" y="83"/>
                  </a:lnTo>
                  <a:lnTo>
                    <a:pt x="45" y="83"/>
                  </a:lnTo>
                  <a:lnTo>
                    <a:pt x="42" y="83"/>
                  </a:lnTo>
                  <a:lnTo>
                    <a:pt x="42" y="83"/>
                  </a:lnTo>
                  <a:lnTo>
                    <a:pt x="42" y="83"/>
                  </a:lnTo>
                  <a:lnTo>
                    <a:pt x="42" y="83"/>
                  </a:lnTo>
                  <a:lnTo>
                    <a:pt x="40" y="83"/>
                  </a:lnTo>
                  <a:lnTo>
                    <a:pt x="40" y="83"/>
                  </a:lnTo>
                  <a:lnTo>
                    <a:pt x="40" y="83"/>
                  </a:lnTo>
                  <a:lnTo>
                    <a:pt x="38" y="83"/>
                  </a:lnTo>
                  <a:lnTo>
                    <a:pt x="38" y="83"/>
                  </a:lnTo>
                  <a:lnTo>
                    <a:pt x="38" y="83"/>
                  </a:lnTo>
                  <a:lnTo>
                    <a:pt x="35" y="83"/>
                  </a:lnTo>
                  <a:lnTo>
                    <a:pt x="35" y="83"/>
                  </a:lnTo>
                  <a:lnTo>
                    <a:pt x="35" y="83"/>
                  </a:lnTo>
                  <a:lnTo>
                    <a:pt x="33" y="83"/>
                  </a:lnTo>
                  <a:lnTo>
                    <a:pt x="33" y="83"/>
                  </a:lnTo>
                  <a:lnTo>
                    <a:pt x="33" y="81"/>
                  </a:lnTo>
                  <a:lnTo>
                    <a:pt x="33" y="81"/>
                  </a:lnTo>
                  <a:lnTo>
                    <a:pt x="31" y="81"/>
                  </a:lnTo>
                  <a:lnTo>
                    <a:pt x="31" y="81"/>
                  </a:lnTo>
                  <a:lnTo>
                    <a:pt x="28" y="81"/>
                  </a:lnTo>
                  <a:lnTo>
                    <a:pt x="28" y="81"/>
                  </a:lnTo>
                  <a:lnTo>
                    <a:pt x="28" y="81"/>
                  </a:lnTo>
                  <a:lnTo>
                    <a:pt x="28" y="81"/>
                  </a:lnTo>
                  <a:lnTo>
                    <a:pt x="26" y="81"/>
                  </a:lnTo>
                  <a:lnTo>
                    <a:pt x="26" y="81"/>
                  </a:lnTo>
                  <a:lnTo>
                    <a:pt x="26" y="81"/>
                  </a:lnTo>
                  <a:lnTo>
                    <a:pt x="24" y="81"/>
                  </a:lnTo>
                  <a:lnTo>
                    <a:pt x="24" y="81"/>
                  </a:lnTo>
                  <a:lnTo>
                    <a:pt x="21" y="81"/>
                  </a:lnTo>
                  <a:lnTo>
                    <a:pt x="21" y="78"/>
                  </a:lnTo>
                  <a:lnTo>
                    <a:pt x="21" y="78"/>
                  </a:lnTo>
                  <a:lnTo>
                    <a:pt x="21" y="78"/>
                  </a:lnTo>
                  <a:lnTo>
                    <a:pt x="19" y="78"/>
                  </a:lnTo>
                  <a:lnTo>
                    <a:pt x="19" y="78"/>
                  </a:lnTo>
                  <a:lnTo>
                    <a:pt x="19" y="76"/>
                  </a:lnTo>
                  <a:lnTo>
                    <a:pt x="19" y="76"/>
                  </a:lnTo>
                  <a:lnTo>
                    <a:pt x="19" y="76"/>
                  </a:lnTo>
                  <a:lnTo>
                    <a:pt x="19" y="73"/>
                  </a:lnTo>
                  <a:lnTo>
                    <a:pt x="19" y="73"/>
                  </a:lnTo>
                  <a:lnTo>
                    <a:pt x="19" y="73"/>
                  </a:lnTo>
                  <a:lnTo>
                    <a:pt x="16" y="73"/>
                  </a:lnTo>
                  <a:lnTo>
                    <a:pt x="16" y="71"/>
                  </a:lnTo>
                  <a:lnTo>
                    <a:pt x="16" y="71"/>
                  </a:lnTo>
                  <a:lnTo>
                    <a:pt x="16" y="69"/>
                  </a:lnTo>
                  <a:lnTo>
                    <a:pt x="16" y="69"/>
                  </a:lnTo>
                  <a:lnTo>
                    <a:pt x="16" y="69"/>
                  </a:lnTo>
                  <a:lnTo>
                    <a:pt x="16" y="66"/>
                  </a:lnTo>
                  <a:lnTo>
                    <a:pt x="16" y="66"/>
                  </a:lnTo>
                  <a:lnTo>
                    <a:pt x="16" y="64"/>
                  </a:lnTo>
                  <a:lnTo>
                    <a:pt x="16" y="64"/>
                  </a:lnTo>
                  <a:lnTo>
                    <a:pt x="16" y="64"/>
                  </a:lnTo>
                  <a:lnTo>
                    <a:pt x="16" y="64"/>
                  </a:lnTo>
                  <a:lnTo>
                    <a:pt x="16" y="62"/>
                  </a:lnTo>
                  <a:lnTo>
                    <a:pt x="14" y="62"/>
                  </a:lnTo>
                  <a:lnTo>
                    <a:pt x="14" y="62"/>
                  </a:lnTo>
                  <a:lnTo>
                    <a:pt x="14" y="62"/>
                  </a:lnTo>
                  <a:lnTo>
                    <a:pt x="14" y="59"/>
                  </a:lnTo>
                  <a:lnTo>
                    <a:pt x="14" y="59"/>
                  </a:lnTo>
                  <a:lnTo>
                    <a:pt x="14" y="57"/>
                  </a:lnTo>
                  <a:lnTo>
                    <a:pt x="14" y="57"/>
                  </a:lnTo>
                  <a:lnTo>
                    <a:pt x="14" y="57"/>
                  </a:lnTo>
                  <a:lnTo>
                    <a:pt x="14" y="54"/>
                  </a:lnTo>
                  <a:lnTo>
                    <a:pt x="12" y="54"/>
                  </a:lnTo>
                  <a:lnTo>
                    <a:pt x="12" y="54"/>
                  </a:lnTo>
                  <a:lnTo>
                    <a:pt x="12" y="54"/>
                  </a:lnTo>
                  <a:lnTo>
                    <a:pt x="9" y="54"/>
                  </a:lnTo>
                  <a:lnTo>
                    <a:pt x="9" y="54"/>
                  </a:lnTo>
                  <a:lnTo>
                    <a:pt x="9" y="54"/>
                  </a:lnTo>
                  <a:lnTo>
                    <a:pt x="9" y="54"/>
                  </a:lnTo>
                  <a:lnTo>
                    <a:pt x="9" y="52"/>
                  </a:lnTo>
                  <a:lnTo>
                    <a:pt x="7" y="52"/>
                  </a:lnTo>
                  <a:lnTo>
                    <a:pt x="7" y="52"/>
                  </a:lnTo>
                  <a:lnTo>
                    <a:pt x="7" y="52"/>
                  </a:lnTo>
                  <a:lnTo>
                    <a:pt x="7" y="52"/>
                  </a:lnTo>
                  <a:lnTo>
                    <a:pt x="7" y="50"/>
                  </a:lnTo>
                  <a:lnTo>
                    <a:pt x="5" y="50"/>
                  </a:lnTo>
                  <a:lnTo>
                    <a:pt x="5" y="50"/>
                  </a:lnTo>
                  <a:lnTo>
                    <a:pt x="5" y="50"/>
                  </a:lnTo>
                  <a:lnTo>
                    <a:pt x="2" y="50"/>
                  </a:lnTo>
                  <a:lnTo>
                    <a:pt x="2" y="47"/>
                  </a:lnTo>
                  <a:lnTo>
                    <a:pt x="2" y="47"/>
                  </a:lnTo>
                  <a:lnTo>
                    <a:pt x="2" y="47"/>
                  </a:lnTo>
                  <a:lnTo>
                    <a:pt x="2" y="47"/>
                  </a:lnTo>
                  <a:lnTo>
                    <a:pt x="0" y="47"/>
                  </a:lnTo>
                  <a:lnTo>
                    <a:pt x="0" y="45"/>
                  </a:lnTo>
                  <a:lnTo>
                    <a:pt x="0" y="45"/>
                  </a:lnTo>
                  <a:lnTo>
                    <a:pt x="0" y="43"/>
                  </a:lnTo>
                  <a:lnTo>
                    <a:pt x="0" y="43"/>
                  </a:lnTo>
                  <a:lnTo>
                    <a:pt x="0" y="43"/>
                  </a:lnTo>
                  <a:lnTo>
                    <a:pt x="0" y="40"/>
                  </a:lnTo>
                  <a:lnTo>
                    <a:pt x="2" y="40"/>
                  </a:lnTo>
                  <a:lnTo>
                    <a:pt x="2" y="40"/>
                  </a:lnTo>
                  <a:lnTo>
                    <a:pt x="2" y="40"/>
                  </a:lnTo>
                  <a:lnTo>
                    <a:pt x="2" y="38"/>
                  </a:lnTo>
                  <a:lnTo>
                    <a:pt x="2" y="38"/>
                  </a:lnTo>
                  <a:lnTo>
                    <a:pt x="2" y="38"/>
                  </a:lnTo>
                  <a:lnTo>
                    <a:pt x="5" y="38"/>
                  </a:lnTo>
                  <a:lnTo>
                    <a:pt x="5" y="38"/>
                  </a:lnTo>
                  <a:lnTo>
                    <a:pt x="5" y="38"/>
                  </a:lnTo>
                  <a:lnTo>
                    <a:pt x="5" y="40"/>
                  </a:lnTo>
                  <a:lnTo>
                    <a:pt x="7" y="40"/>
                  </a:lnTo>
                  <a:lnTo>
                    <a:pt x="7" y="38"/>
                  </a:lnTo>
                  <a:lnTo>
                    <a:pt x="7" y="38"/>
                  </a:lnTo>
                  <a:lnTo>
                    <a:pt x="7" y="38"/>
                  </a:lnTo>
                  <a:lnTo>
                    <a:pt x="7" y="38"/>
                  </a:lnTo>
                  <a:lnTo>
                    <a:pt x="9" y="38"/>
                  </a:lnTo>
                  <a:lnTo>
                    <a:pt x="9" y="38"/>
                  </a:lnTo>
                  <a:lnTo>
                    <a:pt x="9" y="38"/>
                  </a:lnTo>
                  <a:lnTo>
                    <a:pt x="9" y="40"/>
                  </a:lnTo>
                  <a:lnTo>
                    <a:pt x="9" y="40"/>
                  </a:lnTo>
                  <a:lnTo>
                    <a:pt x="7" y="40"/>
                  </a:lnTo>
                  <a:lnTo>
                    <a:pt x="7" y="40"/>
                  </a:lnTo>
                  <a:lnTo>
                    <a:pt x="7" y="43"/>
                  </a:lnTo>
                  <a:lnTo>
                    <a:pt x="7" y="43"/>
                  </a:lnTo>
                  <a:lnTo>
                    <a:pt x="7" y="43"/>
                  </a:lnTo>
                  <a:lnTo>
                    <a:pt x="7" y="43"/>
                  </a:lnTo>
                  <a:lnTo>
                    <a:pt x="5" y="43"/>
                  </a:lnTo>
                  <a:lnTo>
                    <a:pt x="5" y="43"/>
                  </a:lnTo>
                  <a:lnTo>
                    <a:pt x="5" y="45"/>
                  </a:lnTo>
                  <a:lnTo>
                    <a:pt x="5" y="45"/>
                  </a:lnTo>
                  <a:lnTo>
                    <a:pt x="7" y="45"/>
                  </a:lnTo>
                  <a:lnTo>
                    <a:pt x="7" y="45"/>
                  </a:lnTo>
                  <a:lnTo>
                    <a:pt x="7" y="45"/>
                  </a:lnTo>
                  <a:lnTo>
                    <a:pt x="7" y="45"/>
                  </a:lnTo>
                  <a:lnTo>
                    <a:pt x="9" y="45"/>
                  </a:lnTo>
                  <a:lnTo>
                    <a:pt x="9" y="45"/>
                  </a:lnTo>
                  <a:lnTo>
                    <a:pt x="9" y="45"/>
                  </a:lnTo>
                  <a:lnTo>
                    <a:pt x="9" y="47"/>
                  </a:lnTo>
                  <a:lnTo>
                    <a:pt x="9" y="47"/>
                  </a:lnTo>
                  <a:lnTo>
                    <a:pt x="9" y="45"/>
                  </a:lnTo>
                  <a:lnTo>
                    <a:pt x="9" y="45"/>
                  </a:lnTo>
                  <a:lnTo>
                    <a:pt x="9" y="43"/>
                  </a:lnTo>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271"/>
            <p:cNvSpPr>
              <a:spLocks/>
            </p:cNvSpPr>
            <p:nvPr/>
          </p:nvSpPr>
          <p:spPr bwMode="auto">
            <a:xfrm>
              <a:off x="2490788" y="3076575"/>
              <a:ext cx="725488" cy="665162"/>
            </a:xfrm>
            <a:custGeom>
              <a:avLst/>
              <a:gdLst/>
              <a:ahLst/>
              <a:cxnLst>
                <a:cxn ang="0">
                  <a:pos x="124" y="306"/>
                </a:cxn>
                <a:cxn ang="0">
                  <a:pos x="107" y="291"/>
                </a:cxn>
                <a:cxn ang="0">
                  <a:pos x="100" y="270"/>
                </a:cxn>
                <a:cxn ang="0">
                  <a:pos x="100" y="244"/>
                </a:cxn>
                <a:cxn ang="0">
                  <a:pos x="90" y="225"/>
                </a:cxn>
                <a:cxn ang="0">
                  <a:pos x="83" y="208"/>
                </a:cxn>
                <a:cxn ang="0">
                  <a:pos x="67" y="201"/>
                </a:cxn>
                <a:cxn ang="0">
                  <a:pos x="60" y="180"/>
                </a:cxn>
                <a:cxn ang="0">
                  <a:pos x="48" y="173"/>
                </a:cxn>
                <a:cxn ang="0">
                  <a:pos x="45" y="156"/>
                </a:cxn>
                <a:cxn ang="0">
                  <a:pos x="36" y="144"/>
                </a:cxn>
                <a:cxn ang="0">
                  <a:pos x="29" y="126"/>
                </a:cxn>
                <a:cxn ang="0">
                  <a:pos x="15" y="107"/>
                </a:cxn>
                <a:cxn ang="0">
                  <a:pos x="0" y="107"/>
                </a:cxn>
                <a:cxn ang="0">
                  <a:pos x="5" y="78"/>
                </a:cxn>
                <a:cxn ang="0">
                  <a:pos x="22" y="73"/>
                </a:cxn>
                <a:cxn ang="0">
                  <a:pos x="45" y="69"/>
                </a:cxn>
                <a:cxn ang="0">
                  <a:pos x="64" y="54"/>
                </a:cxn>
                <a:cxn ang="0">
                  <a:pos x="74" y="38"/>
                </a:cxn>
                <a:cxn ang="0">
                  <a:pos x="57" y="21"/>
                </a:cxn>
                <a:cxn ang="0">
                  <a:pos x="74" y="12"/>
                </a:cxn>
                <a:cxn ang="0">
                  <a:pos x="97" y="5"/>
                </a:cxn>
                <a:cxn ang="0">
                  <a:pos x="119" y="2"/>
                </a:cxn>
                <a:cxn ang="0">
                  <a:pos x="140" y="14"/>
                </a:cxn>
                <a:cxn ang="0">
                  <a:pos x="159" y="24"/>
                </a:cxn>
                <a:cxn ang="0">
                  <a:pos x="180" y="35"/>
                </a:cxn>
                <a:cxn ang="0">
                  <a:pos x="197" y="47"/>
                </a:cxn>
                <a:cxn ang="0">
                  <a:pos x="206" y="69"/>
                </a:cxn>
                <a:cxn ang="0">
                  <a:pos x="230" y="76"/>
                </a:cxn>
                <a:cxn ang="0">
                  <a:pos x="258" y="78"/>
                </a:cxn>
                <a:cxn ang="0">
                  <a:pos x="282" y="83"/>
                </a:cxn>
                <a:cxn ang="0">
                  <a:pos x="303" y="92"/>
                </a:cxn>
                <a:cxn ang="0">
                  <a:pos x="311" y="114"/>
                </a:cxn>
                <a:cxn ang="0">
                  <a:pos x="327" y="123"/>
                </a:cxn>
                <a:cxn ang="0">
                  <a:pos x="337" y="137"/>
                </a:cxn>
                <a:cxn ang="0">
                  <a:pos x="337" y="159"/>
                </a:cxn>
                <a:cxn ang="0">
                  <a:pos x="348" y="180"/>
                </a:cxn>
                <a:cxn ang="0">
                  <a:pos x="360" y="201"/>
                </a:cxn>
                <a:cxn ang="0">
                  <a:pos x="374" y="218"/>
                </a:cxn>
                <a:cxn ang="0">
                  <a:pos x="391" y="235"/>
                </a:cxn>
                <a:cxn ang="0">
                  <a:pos x="417" y="239"/>
                </a:cxn>
                <a:cxn ang="0">
                  <a:pos x="441" y="246"/>
                </a:cxn>
                <a:cxn ang="0">
                  <a:pos x="455" y="256"/>
                </a:cxn>
                <a:cxn ang="0">
                  <a:pos x="450" y="282"/>
                </a:cxn>
                <a:cxn ang="0">
                  <a:pos x="441" y="306"/>
                </a:cxn>
                <a:cxn ang="0">
                  <a:pos x="422" y="317"/>
                </a:cxn>
                <a:cxn ang="0">
                  <a:pos x="398" y="327"/>
                </a:cxn>
                <a:cxn ang="0">
                  <a:pos x="377" y="334"/>
                </a:cxn>
                <a:cxn ang="0">
                  <a:pos x="353" y="341"/>
                </a:cxn>
                <a:cxn ang="0">
                  <a:pos x="327" y="346"/>
                </a:cxn>
                <a:cxn ang="0">
                  <a:pos x="306" y="355"/>
                </a:cxn>
                <a:cxn ang="0">
                  <a:pos x="292" y="374"/>
                </a:cxn>
                <a:cxn ang="0">
                  <a:pos x="277" y="391"/>
                </a:cxn>
                <a:cxn ang="0">
                  <a:pos x="263" y="410"/>
                </a:cxn>
                <a:cxn ang="0">
                  <a:pos x="256" y="405"/>
                </a:cxn>
                <a:cxn ang="0">
                  <a:pos x="237" y="391"/>
                </a:cxn>
                <a:cxn ang="0">
                  <a:pos x="218" y="379"/>
                </a:cxn>
                <a:cxn ang="0">
                  <a:pos x="197" y="374"/>
                </a:cxn>
                <a:cxn ang="0">
                  <a:pos x="187" y="386"/>
                </a:cxn>
                <a:cxn ang="0">
                  <a:pos x="178" y="396"/>
                </a:cxn>
                <a:cxn ang="0">
                  <a:pos x="168" y="374"/>
                </a:cxn>
                <a:cxn ang="0">
                  <a:pos x="154" y="358"/>
                </a:cxn>
                <a:cxn ang="0">
                  <a:pos x="145" y="336"/>
                </a:cxn>
              </a:cxnLst>
              <a:rect l="0" t="0" r="r" b="b"/>
              <a:pathLst>
                <a:path w="457" h="419">
                  <a:moveTo>
                    <a:pt x="135" y="320"/>
                  </a:moveTo>
                  <a:lnTo>
                    <a:pt x="135" y="317"/>
                  </a:lnTo>
                  <a:lnTo>
                    <a:pt x="135" y="317"/>
                  </a:lnTo>
                  <a:lnTo>
                    <a:pt x="133" y="317"/>
                  </a:lnTo>
                  <a:lnTo>
                    <a:pt x="133" y="320"/>
                  </a:lnTo>
                  <a:lnTo>
                    <a:pt x="133" y="320"/>
                  </a:lnTo>
                  <a:lnTo>
                    <a:pt x="133" y="320"/>
                  </a:lnTo>
                  <a:lnTo>
                    <a:pt x="133" y="317"/>
                  </a:lnTo>
                  <a:lnTo>
                    <a:pt x="133" y="317"/>
                  </a:lnTo>
                  <a:lnTo>
                    <a:pt x="133" y="317"/>
                  </a:lnTo>
                  <a:lnTo>
                    <a:pt x="133" y="317"/>
                  </a:lnTo>
                  <a:lnTo>
                    <a:pt x="133" y="315"/>
                  </a:lnTo>
                  <a:lnTo>
                    <a:pt x="133" y="315"/>
                  </a:lnTo>
                  <a:lnTo>
                    <a:pt x="131" y="315"/>
                  </a:lnTo>
                  <a:lnTo>
                    <a:pt x="131" y="315"/>
                  </a:lnTo>
                  <a:lnTo>
                    <a:pt x="131" y="313"/>
                  </a:lnTo>
                  <a:lnTo>
                    <a:pt x="131" y="313"/>
                  </a:lnTo>
                  <a:lnTo>
                    <a:pt x="131" y="313"/>
                  </a:lnTo>
                  <a:lnTo>
                    <a:pt x="131" y="310"/>
                  </a:lnTo>
                  <a:lnTo>
                    <a:pt x="131" y="310"/>
                  </a:lnTo>
                  <a:lnTo>
                    <a:pt x="128" y="310"/>
                  </a:lnTo>
                  <a:lnTo>
                    <a:pt x="128" y="308"/>
                  </a:lnTo>
                  <a:lnTo>
                    <a:pt x="128" y="308"/>
                  </a:lnTo>
                  <a:lnTo>
                    <a:pt x="128" y="310"/>
                  </a:lnTo>
                  <a:lnTo>
                    <a:pt x="128" y="310"/>
                  </a:lnTo>
                  <a:lnTo>
                    <a:pt x="128" y="308"/>
                  </a:lnTo>
                  <a:lnTo>
                    <a:pt x="128" y="308"/>
                  </a:lnTo>
                  <a:lnTo>
                    <a:pt x="126" y="308"/>
                  </a:lnTo>
                  <a:lnTo>
                    <a:pt x="126" y="308"/>
                  </a:lnTo>
                  <a:lnTo>
                    <a:pt x="126" y="306"/>
                  </a:lnTo>
                  <a:lnTo>
                    <a:pt x="126" y="306"/>
                  </a:lnTo>
                  <a:lnTo>
                    <a:pt x="126" y="306"/>
                  </a:lnTo>
                  <a:lnTo>
                    <a:pt x="124" y="306"/>
                  </a:lnTo>
                  <a:lnTo>
                    <a:pt x="124" y="306"/>
                  </a:lnTo>
                  <a:lnTo>
                    <a:pt x="124" y="306"/>
                  </a:lnTo>
                  <a:lnTo>
                    <a:pt x="121" y="306"/>
                  </a:lnTo>
                  <a:lnTo>
                    <a:pt x="121" y="306"/>
                  </a:lnTo>
                  <a:lnTo>
                    <a:pt x="121" y="303"/>
                  </a:lnTo>
                  <a:lnTo>
                    <a:pt x="121" y="303"/>
                  </a:lnTo>
                  <a:lnTo>
                    <a:pt x="119" y="303"/>
                  </a:lnTo>
                  <a:lnTo>
                    <a:pt x="119" y="303"/>
                  </a:lnTo>
                  <a:lnTo>
                    <a:pt x="119" y="303"/>
                  </a:lnTo>
                  <a:lnTo>
                    <a:pt x="119" y="303"/>
                  </a:lnTo>
                  <a:lnTo>
                    <a:pt x="116" y="303"/>
                  </a:lnTo>
                  <a:lnTo>
                    <a:pt x="116" y="303"/>
                  </a:lnTo>
                  <a:lnTo>
                    <a:pt x="116" y="301"/>
                  </a:lnTo>
                  <a:lnTo>
                    <a:pt x="114" y="301"/>
                  </a:lnTo>
                  <a:lnTo>
                    <a:pt x="114" y="301"/>
                  </a:lnTo>
                  <a:lnTo>
                    <a:pt x="114" y="301"/>
                  </a:lnTo>
                  <a:lnTo>
                    <a:pt x="114" y="301"/>
                  </a:lnTo>
                  <a:lnTo>
                    <a:pt x="114" y="301"/>
                  </a:lnTo>
                  <a:lnTo>
                    <a:pt x="114" y="301"/>
                  </a:lnTo>
                  <a:lnTo>
                    <a:pt x="114" y="299"/>
                  </a:lnTo>
                  <a:lnTo>
                    <a:pt x="112" y="299"/>
                  </a:lnTo>
                  <a:lnTo>
                    <a:pt x="112" y="299"/>
                  </a:lnTo>
                  <a:lnTo>
                    <a:pt x="112" y="299"/>
                  </a:lnTo>
                  <a:lnTo>
                    <a:pt x="112" y="296"/>
                  </a:lnTo>
                  <a:lnTo>
                    <a:pt x="112" y="296"/>
                  </a:lnTo>
                  <a:lnTo>
                    <a:pt x="112" y="296"/>
                  </a:lnTo>
                  <a:lnTo>
                    <a:pt x="112" y="296"/>
                  </a:lnTo>
                  <a:lnTo>
                    <a:pt x="109" y="296"/>
                  </a:lnTo>
                  <a:lnTo>
                    <a:pt x="109" y="294"/>
                  </a:lnTo>
                  <a:lnTo>
                    <a:pt x="109" y="294"/>
                  </a:lnTo>
                  <a:lnTo>
                    <a:pt x="109" y="294"/>
                  </a:lnTo>
                  <a:lnTo>
                    <a:pt x="109" y="291"/>
                  </a:lnTo>
                  <a:lnTo>
                    <a:pt x="107" y="291"/>
                  </a:lnTo>
                  <a:lnTo>
                    <a:pt x="107" y="291"/>
                  </a:lnTo>
                  <a:lnTo>
                    <a:pt x="107" y="291"/>
                  </a:lnTo>
                  <a:lnTo>
                    <a:pt x="107" y="289"/>
                  </a:lnTo>
                  <a:lnTo>
                    <a:pt x="107" y="289"/>
                  </a:lnTo>
                  <a:lnTo>
                    <a:pt x="107" y="289"/>
                  </a:lnTo>
                  <a:lnTo>
                    <a:pt x="107" y="287"/>
                  </a:lnTo>
                  <a:lnTo>
                    <a:pt x="105" y="287"/>
                  </a:lnTo>
                  <a:lnTo>
                    <a:pt x="105" y="287"/>
                  </a:lnTo>
                  <a:lnTo>
                    <a:pt x="105" y="287"/>
                  </a:lnTo>
                  <a:lnTo>
                    <a:pt x="105" y="287"/>
                  </a:lnTo>
                  <a:lnTo>
                    <a:pt x="105" y="287"/>
                  </a:lnTo>
                  <a:lnTo>
                    <a:pt x="105" y="284"/>
                  </a:lnTo>
                  <a:lnTo>
                    <a:pt x="105" y="284"/>
                  </a:lnTo>
                  <a:lnTo>
                    <a:pt x="105" y="282"/>
                  </a:lnTo>
                  <a:lnTo>
                    <a:pt x="102" y="282"/>
                  </a:lnTo>
                  <a:lnTo>
                    <a:pt x="102" y="282"/>
                  </a:lnTo>
                  <a:lnTo>
                    <a:pt x="102" y="282"/>
                  </a:lnTo>
                  <a:lnTo>
                    <a:pt x="102" y="280"/>
                  </a:lnTo>
                  <a:lnTo>
                    <a:pt x="102" y="280"/>
                  </a:lnTo>
                  <a:lnTo>
                    <a:pt x="100" y="280"/>
                  </a:lnTo>
                  <a:lnTo>
                    <a:pt x="100" y="277"/>
                  </a:lnTo>
                  <a:lnTo>
                    <a:pt x="100" y="277"/>
                  </a:lnTo>
                  <a:lnTo>
                    <a:pt x="100" y="277"/>
                  </a:lnTo>
                  <a:lnTo>
                    <a:pt x="100" y="277"/>
                  </a:lnTo>
                  <a:lnTo>
                    <a:pt x="100" y="275"/>
                  </a:lnTo>
                  <a:lnTo>
                    <a:pt x="100" y="275"/>
                  </a:lnTo>
                  <a:lnTo>
                    <a:pt x="100" y="275"/>
                  </a:lnTo>
                  <a:lnTo>
                    <a:pt x="102" y="275"/>
                  </a:lnTo>
                  <a:lnTo>
                    <a:pt x="102" y="272"/>
                  </a:lnTo>
                  <a:lnTo>
                    <a:pt x="100" y="272"/>
                  </a:lnTo>
                  <a:lnTo>
                    <a:pt x="100" y="272"/>
                  </a:lnTo>
                  <a:lnTo>
                    <a:pt x="100" y="270"/>
                  </a:lnTo>
                  <a:lnTo>
                    <a:pt x="100" y="270"/>
                  </a:lnTo>
                  <a:lnTo>
                    <a:pt x="100" y="270"/>
                  </a:lnTo>
                  <a:lnTo>
                    <a:pt x="100" y="268"/>
                  </a:lnTo>
                  <a:lnTo>
                    <a:pt x="100" y="268"/>
                  </a:lnTo>
                  <a:lnTo>
                    <a:pt x="100" y="268"/>
                  </a:lnTo>
                  <a:lnTo>
                    <a:pt x="100" y="268"/>
                  </a:lnTo>
                  <a:lnTo>
                    <a:pt x="100" y="265"/>
                  </a:lnTo>
                  <a:lnTo>
                    <a:pt x="100" y="265"/>
                  </a:lnTo>
                  <a:lnTo>
                    <a:pt x="97" y="265"/>
                  </a:lnTo>
                  <a:lnTo>
                    <a:pt x="97" y="263"/>
                  </a:lnTo>
                  <a:lnTo>
                    <a:pt x="97" y="263"/>
                  </a:lnTo>
                  <a:lnTo>
                    <a:pt x="97" y="263"/>
                  </a:lnTo>
                  <a:lnTo>
                    <a:pt x="97" y="261"/>
                  </a:lnTo>
                  <a:lnTo>
                    <a:pt x="97" y="261"/>
                  </a:lnTo>
                  <a:lnTo>
                    <a:pt x="97" y="261"/>
                  </a:lnTo>
                  <a:lnTo>
                    <a:pt x="97" y="258"/>
                  </a:lnTo>
                  <a:lnTo>
                    <a:pt x="97" y="258"/>
                  </a:lnTo>
                  <a:lnTo>
                    <a:pt x="97" y="256"/>
                  </a:lnTo>
                  <a:lnTo>
                    <a:pt x="97" y="256"/>
                  </a:lnTo>
                  <a:lnTo>
                    <a:pt x="97" y="256"/>
                  </a:lnTo>
                  <a:lnTo>
                    <a:pt x="97" y="256"/>
                  </a:lnTo>
                  <a:lnTo>
                    <a:pt x="97" y="256"/>
                  </a:lnTo>
                  <a:lnTo>
                    <a:pt x="97" y="254"/>
                  </a:lnTo>
                  <a:lnTo>
                    <a:pt x="97" y="254"/>
                  </a:lnTo>
                  <a:lnTo>
                    <a:pt x="97" y="251"/>
                  </a:lnTo>
                  <a:lnTo>
                    <a:pt x="100" y="251"/>
                  </a:lnTo>
                  <a:lnTo>
                    <a:pt x="100" y="251"/>
                  </a:lnTo>
                  <a:lnTo>
                    <a:pt x="100" y="249"/>
                  </a:lnTo>
                  <a:lnTo>
                    <a:pt x="100" y="249"/>
                  </a:lnTo>
                  <a:lnTo>
                    <a:pt x="100" y="246"/>
                  </a:lnTo>
                  <a:lnTo>
                    <a:pt x="100" y="246"/>
                  </a:lnTo>
                  <a:lnTo>
                    <a:pt x="100" y="246"/>
                  </a:lnTo>
                  <a:lnTo>
                    <a:pt x="100" y="244"/>
                  </a:lnTo>
                  <a:lnTo>
                    <a:pt x="100" y="244"/>
                  </a:lnTo>
                  <a:lnTo>
                    <a:pt x="97" y="244"/>
                  </a:lnTo>
                  <a:lnTo>
                    <a:pt x="97" y="242"/>
                  </a:lnTo>
                  <a:lnTo>
                    <a:pt x="97" y="242"/>
                  </a:lnTo>
                  <a:lnTo>
                    <a:pt x="97" y="242"/>
                  </a:lnTo>
                  <a:lnTo>
                    <a:pt x="97" y="242"/>
                  </a:lnTo>
                  <a:lnTo>
                    <a:pt x="97" y="242"/>
                  </a:lnTo>
                  <a:lnTo>
                    <a:pt x="97" y="242"/>
                  </a:lnTo>
                  <a:lnTo>
                    <a:pt x="97" y="239"/>
                  </a:lnTo>
                  <a:lnTo>
                    <a:pt x="97" y="239"/>
                  </a:lnTo>
                  <a:lnTo>
                    <a:pt x="97" y="239"/>
                  </a:lnTo>
                  <a:lnTo>
                    <a:pt x="97" y="239"/>
                  </a:lnTo>
                  <a:lnTo>
                    <a:pt x="97" y="237"/>
                  </a:lnTo>
                  <a:lnTo>
                    <a:pt x="95" y="237"/>
                  </a:lnTo>
                  <a:lnTo>
                    <a:pt x="95" y="237"/>
                  </a:lnTo>
                  <a:lnTo>
                    <a:pt x="95" y="237"/>
                  </a:lnTo>
                  <a:lnTo>
                    <a:pt x="95" y="237"/>
                  </a:lnTo>
                  <a:lnTo>
                    <a:pt x="95" y="235"/>
                  </a:lnTo>
                  <a:lnTo>
                    <a:pt x="95" y="235"/>
                  </a:lnTo>
                  <a:lnTo>
                    <a:pt x="93" y="235"/>
                  </a:lnTo>
                  <a:lnTo>
                    <a:pt x="93" y="232"/>
                  </a:lnTo>
                  <a:lnTo>
                    <a:pt x="93" y="232"/>
                  </a:lnTo>
                  <a:lnTo>
                    <a:pt x="93" y="232"/>
                  </a:lnTo>
                  <a:lnTo>
                    <a:pt x="93" y="230"/>
                  </a:lnTo>
                  <a:lnTo>
                    <a:pt x="93" y="230"/>
                  </a:lnTo>
                  <a:lnTo>
                    <a:pt x="93" y="230"/>
                  </a:lnTo>
                  <a:lnTo>
                    <a:pt x="93" y="227"/>
                  </a:lnTo>
                  <a:lnTo>
                    <a:pt x="93" y="227"/>
                  </a:lnTo>
                  <a:lnTo>
                    <a:pt x="90" y="227"/>
                  </a:lnTo>
                  <a:lnTo>
                    <a:pt x="90" y="227"/>
                  </a:lnTo>
                  <a:lnTo>
                    <a:pt x="88" y="227"/>
                  </a:lnTo>
                  <a:lnTo>
                    <a:pt x="88" y="227"/>
                  </a:lnTo>
                  <a:lnTo>
                    <a:pt x="90" y="227"/>
                  </a:lnTo>
                  <a:lnTo>
                    <a:pt x="90" y="225"/>
                  </a:lnTo>
                  <a:lnTo>
                    <a:pt x="90" y="225"/>
                  </a:lnTo>
                  <a:lnTo>
                    <a:pt x="90" y="223"/>
                  </a:lnTo>
                  <a:lnTo>
                    <a:pt x="88" y="223"/>
                  </a:lnTo>
                  <a:lnTo>
                    <a:pt x="88" y="223"/>
                  </a:lnTo>
                  <a:lnTo>
                    <a:pt x="88" y="223"/>
                  </a:lnTo>
                  <a:lnTo>
                    <a:pt x="88" y="223"/>
                  </a:lnTo>
                  <a:lnTo>
                    <a:pt x="88" y="220"/>
                  </a:lnTo>
                  <a:lnTo>
                    <a:pt x="88" y="220"/>
                  </a:lnTo>
                  <a:lnTo>
                    <a:pt x="88" y="220"/>
                  </a:lnTo>
                  <a:lnTo>
                    <a:pt x="88" y="220"/>
                  </a:lnTo>
                  <a:lnTo>
                    <a:pt x="88" y="220"/>
                  </a:lnTo>
                  <a:lnTo>
                    <a:pt x="88" y="220"/>
                  </a:lnTo>
                  <a:lnTo>
                    <a:pt x="88" y="218"/>
                  </a:lnTo>
                  <a:lnTo>
                    <a:pt x="88" y="218"/>
                  </a:lnTo>
                  <a:lnTo>
                    <a:pt x="88" y="218"/>
                  </a:lnTo>
                  <a:lnTo>
                    <a:pt x="86" y="218"/>
                  </a:lnTo>
                  <a:lnTo>
                    <a:pt x="86" y="216"/>
                  </a:lnTo>
                  <a:lnTo>
                    <a:pt x="86" y="216"/>
                  </a:lnTo>
                  <a:lnTo>
                    <a:pt x="86" y="216"/>
                  </a:lnTo>
                  <a:lnTo>
                    <a:pt x="86" y="216"/>
                  </a:lnTo>
                  <a:lnTo>
                    <a:pt x="86" y="216"/>
                  </a:lnTo>
                  <a:lnTo>
                    <a:pt x="83" y="216"/>
                  </a:lnTo>
                  <a:lnTo>
                    <a:pt x="83" y="216"/>
                  </a:lnTo>
                  <a:lnTo>
                    <a:pt x="86" y="216"/>
                  </a:lnTo>
                  <a:lnTo>
                    <a:pt x="86" y="213"/>
                  </a:lnTo>
                  <a:lnTo>
                    <a:pt x="86" y="213"/>
                  </a:lnTo>
                  <a:lnTo>
                    <a:pt x="86" y="213"/>
                  </a:lnTo>
                  <a:lnTo>
                    <a:pt x="86" y="213"/>
                  </a:lnTo>
                  <a:lnTo>
                    <a:pt x="86" y="211"/>
                  </a:lnTo>
                  <a:lnTo>
                    <a:pt x="83" y="211"/>
                  </a:lnTo>
                  <a:lnTo>
                    <a:pt x="83" y="211"/>
                  </a:lnTo>
                  <a:lnTo>
                    <a:pt x="83" y="211"/>
                  </a:lnTo>
                  <a:lnTo>
                    <a:pt x="83" y="208"/>
                  </a:lnTo>
                  <a:lnTo>
                    <a:pt x="81" y="208"/>
                  </a:lnTo>
                  <a:lnTo>
                    <a:pt x="81" y="211"/>
                  </a:lnTo>
                  <a:lnTo>
                    <a:pt x="81" y="211"/>
                  </a:lnTo>
                  <a:lnTo>
                    <a:pt x="81" y="211"/>
                  </a:lnTo>
                  <a:lnTo>
                    <a:pt x="81" y="211"/>
                  </a:lnTo>
                  <a:lnTo>
                    <a:pt x="81" y="211"/>
                  </a:lnTo>
                  <a:lnTo>
                    <a:pt x="81" y="208"/>
                  </a:lnTo>
                  <a:lnTo>
                    <a:pt x="81" y="208"/>
                  </a:lnTo>
                  <a:lnTo>
                    <a:pt x="79" y="208"/>
                  </a:lnTo>
                  <a:lnTo>
                    <a:pt x="79" y="208"/>
                  </a:lnTo>
                  <a:lnTo>
                    <a:pt x="79" y="208"/>
                  </a:lnTo>
                  <a:lnTo>
                    <a:pt x="79" y="206"/>
                  </a:lnTo>
                  <a:lnTo>
                    <a:pt x="79" y="206"/>
                  </a:lnTo>
                  <a:lnTo>
                    <a:pt x="76" y="206"/>
                  </a:lnTo>
                  <a:lnTo>
                    <a:pt x="76" y="206"/>
                  </a:lnTo>
                  <a:lnTo>
                    <a:pt x="76" y="206"/>
                  </a:lnTo>
                  <a:lnTo>
                    <a:pt x="74" y="206"/>
                  </a:lnTo>
                  <a:lnTo>
                    <a:pt x="74" y="204"/>
                  </a:lnTo>
                  <a:lnTo>
                    <a:pt x="74" y="204"/>
                  </a:lnTo>
                  <a:lnTo>
                    <a:pt x="74" y="204"/>
                  </a:lnTo>
                  <a:lnTo>
                    <a:pt x="71" y="204"/>
                  </a:lnTo>
                  <a:lnTo>
                    <a:pt x="71" y="204"/>
                  </a:lnTo>
                  <a:lnTo>
                    <a:pt x="71" y="204"/>
                  </a:lnTo>
                  <a:lnTo>
                    <a:pt x="71" y="201"/>
                  </a:lnTo>
                  <a:lnTo>
                    <a:pt x="71" y="201"/>
                  </a:lnTo>
                  <a:lnTo>
                    <a:pt x="71" y="201"/>
                  </a:lnTo>
                  <a:lnTo>
                    <a:pt x="69" y="201"/>
                  </a:lnTo>
                  <a:lnTo>
                    <a:pt x="69" y="201"/>
                  </a:lnTo>
                  <a:lnTo>
                    <a:pt x="69" y="201"/>
                  </a:lnTo>
                  <a:lnTo>
                    <a:pt x="67" y="201"/>
                  </a:lnTo>
                  <a:lnTo>
                    <a:pt x="67" y="201"/>
                  </a:lnTo>
                  <a:lnTo>
                    <a:pt x="67" y="201"/>
                  </a:lnTo>
                  <a:lnTo>
                    <a:pt x="67" y="201"/>
                  </a:lnTo>
                  <a:lnTo>
                    <a:pt x="64" y="201"/>
                  </a:lnTo>
                  <a:lnTo>
                    <a:pt x="64" y="199"/>
                  </a:lnTo>
                  <a:lnTo>
                    <a:pt x="64" y="199"/>
                  </a:lnTo>
                  <a:lnTo>
                    <a:pt x="64" y="199"/>
                  </a:lnTo>
                  <a:lnTo>
                    <a:pt x="64" y="197"/>
                  </a:lnTo>
                  <a:lnTo>
                    <a:pt x="64" y="197"/>
                  </a:lnTo>
                  <a:lnTo>
                    <a:pt x="64" y="197"/>
                  </a:lnTo>
                  <a:lnTo>
                    <a:pt x="64" y="197"/>
                  </a:lnTo>
                  <a:lnTo>
                    <a:pt x="64" y="194"/>
                  </a:lnTo>
                  <a:lnTo>
                    <a:pt x="64" y="194"/>
                  </a:lnTo>
                  <a:lnTo>
                    <a:pt x="62" y="194"/>
                  </a:lnTo>
                  <a:lnTo>
                    <a:pt x="62" y="192"/>
                  </a:lnTo>
                  <a:lnTo>
                    <a:pt x="62" y="192"/>
                  </a:lnTo>
                  <a:lnTo>
                    <a:pt x="62" y="192"/>
                  </a:lnTo>
                  <a:lnTo>
                    <a:pt x="62" y="190"/>
                  </a:lnTo>
                  <a:lnTo>
                    <a:pt x="60" y="190"/>
                  </a:lnTo>
                  <a:lnTo>
                    <a:pt x="60" y="190"/>
                  </a:lnTo>
                  <a:lnTo>
                    <a:pt x="60" y="190"/>
                  </a:lnTo>
                  <a:lnTo>
                    <a:pt x="60" y="187"/>
                  </a:lnTo>
                  <a:lnTo>
                    <a:pt x="60" y="187"/>
                  </a:lnTo>
                  <a:lnTo>
                    <a:pt x="60" y="187"/>
                  </a:lnTo>
                  <a:lnTo>
                    <a:pt x="57" y="187"/>
                  </a:lnTo>
                  <a:lnTo>
                    <a:pt x="57" y="187"/>
                  </a:lnTo>
                  <a:lnTo>
                    <a:pt x="57" y="185"/>
                  </a:lnTo>
                  <a:lnTo>
                    <a:pt x="57" y="185"/>
                  </a:lnTo>
                  <a:lnTo>
                    <a:pt x="60" y="185"/>
                  </a:lnTo>
                  <a:lnTo>
                    <a:pt x="60" y="185"/>
                  </a:lnTo>
                  <a:lnTo>
                    <a:pt x="60" y="185"/>
                  </a:lnTo>
                  <a:lnTo>
                    <a:pt x="60" y="185"/>
                  </a:lnTo>
                  <a:lnTo>
                    <a:pt x="60" y="185"/>
                  </a:lnTo>
                  <a:lnTo>
                    <a:pt x="60" y="182"/>
                  </a:lnTo>
                  <a:lnTo>
                    <a:pt x="60" y="182"/>
                  </a:lnTo>
                  <a:lnTo>
                    <a:pt x="60" y="180"/>
                  </a:lnTo>
                  <a:lnTo>
                    <a:pt x="60" y="180"/>
                  </a:lnTo>
                  <a:lnTo>
                    <a:pt x="60" y="180"/>
                  </a:lnTo>
                  <a:lnTo>
                    <a:pt x="60" y="180"/>
                  </a:lnTo>
                  <a:lnTo>
                    <a:pt x="60" y="178"/>
                  </a:lnTo>
                  <a:lnTo>
                    <a:pt x="60" y="178"/>
                  </a:lnTo>
                  <a:lnTo>
                    <a:pt x="60" y="178"/>
                  </a:lnTo>
                  <a:lnTo>
                    <a:pt x="60" y="178"/>
                  </a:lnTo>
                  <a:lnTo>
                    <a:pt x="60" y="178"/>
                  </a:lnTo>
                  <a:lnTo>
                    <a:pt x="60" y="175"/>
                  </a:lnTo>
                  <a:lnTo>
                    <a:pt x="57" y="175"/>
                  </a:lnTo>
                  <a:lnTo>
                    <a:pt x="57" y="175"/>
                  </a:lnTo>
                  <a:lnTo>
                    <a:pt x="57" y="175"/>
                  </a:lnTo>
                  <a:lnTo>
                    <a:pt x="57" y="173"/>
                  </a:lnTo>
                  <a:lnTo>
                    <a:pt x="57" y="173"/>
                  </a:lnTo>
                  <a:lnTo>
                    <a:pt x="55" y="173"/>
                  </a:lnTo>
                  <a:lnTo>
                    <a:pt x="55" y="173"/>
                  </a:lnTo>
                  <a:lnTo>
                    <a:pt x="55" y="173"/>
                  </a:lnTo>
                  <a:lnTo>
                    <a:pt x="55" y="175"/>
                  </a:lnTo>
                  <a:lnTo>
                    <a:pt x="55" y="175"/>
                  </a:lnTo>
                  <a:lnTo>
                    <a:pt x="53" y="175"/>
                  </a:lnTo>
                  <a:lnTo>
                    <a:pt x="53" y="173"/>
                  </a:lnTo>
                  <a:lnTo>
                    <a:pt x="53" y="173"/>
                  </a:lnTo>
                  <a:lnTo>
                    <a:pt x="53" y="173"/>
                  </a:lnTo>
                  <a:lnTo>
                    <a:pt x="53" y="173"/>
                  </a:lnTo>
                  <a:lnTo>
                    <a:pt x="50" y="173"/>
                  </a:lnTo>
                  <a:lnTo>
                    <a:pt x="50" y="171"/>
                  </a:lnTo>
                  <a:lnTo>
                    <a:pt x="50" y="171"/>
                  </a:lnTo>
                  <a:lnTo>
                    <a:pt x="50" y="171"/>
                  </a:lnTo>
                  <a:lnTo>
                    <a:pt x="48" y="171"/>
                  </a:lnTo>
                  <a:lnTo>
                    <a:pt x="48" y="171"/>
                  </a:lnTo>
                  <a:lnTo>
                    <a:pt x="48" y="173"/>
                  </a:lnTo>
                  <a:lnTo>
                    <a:pt x="48" y="173"/>
                  </a:lnTo>
                  <a:lnTo>
                    <a:pt x="48" y="173"/>
                  </a:lnTo>
                  <a:lnTo>
                    <a:pt x="48" y="171"/>
                  </a:lnTo>
                  <a:lnTo>
                    <a:pt x="48" y="171"/>
                  </a:lnTo>
                  <a:lnTo>
                    <a:pt x="48" y="168"/>
                  </a:lnTo>
                  <a:lnTo>
                    <a:pt x="45" y="168"/>
                  </a:lnTo>
                  <a:lnTo>
                    <a:pt x="45" y="168"/>
                  </a:lnTo>
                  <a:lnTo>
                    <a:pt x="45" y="168"/>
                  </a:lnTo>
                  <a:lnTo>
                    <a:pt x="45" y="168"/>
                  </a:lnTo>
                  <a:lnTo>
                    <a:pt x="45" y="168"/>
                  </a:lnTo>
                  <a:lnTo>
                    <a:pt x="43" y="168"/>
                  </a:lnTo>
                  <a:lnTo>
                    <a:pt x="43" y="166"/>
                  </a:lnTo>
                  <a:lnTo>
                    <a:pt x="43" y="166"/>
                  </a:lnTo>
                  <a:lnTo>
                    <a:pt x="45" y="166"/>
                  </a:lnTo>
                  <a:lnTo>
                    <a:pt x="45" y="163"/>
                  </a:lnTo>
                  <a:lnTo>
                    <a:pt x="45" y="163"/>
                  </a:lnTo>
                  <a:lnTo>
                    <a:pt x="45" y="161"/>
                  </a:lnTo>
                  <a:lnTo>
                    <a:pt x="45" y="161"/>
                  </a:lnTo>
                  <a:lnTo>
                    <a:pt x="45" y="161"/>
                  </a:lnTo>
                  <a:lnTo>
                    <a:pt x="45" y="159"/>
                  </a:lnTo>
                  <a:lnTo>
                    <a:pt x="45" y="159"/>
                  </a:lnTo>
                  <a:lnTo>
                    <a:pt x="45" y="159"/>
                  </a:lnTo>
                  <a:lnTo>
                    <a:pt x="48" y="159"/>
                  </a:lnTo>
                  <a:lnTo>
                    <a:pt x="48" y="159"/>
                  </a:lnTo>
                  <a:lnTo>
                    <a:pt x="48" y="159"/>
                  </a:lnTo>
                  <a:lnTo>
                    <a:pt x="48" y="159"/>
                  </a:lnTo>
                  <a:lnTo>
                    <a:pt x="48" y="156"/>
                  </a:lnTo>
                  <a:lnTo>
                    <a:pt x="48" y="156"/>
                  </a:lnTo>
                  <a:lnTo>
                    <a:pt x="48" y="156"/>
                  </a:lnTo>
                  <a:lnTo>
                    <a:pt x="48" y="156"/>
                  </a:lnTo>
                  <a:lnTo>
                    <a:pt x="45" y="156"/>
                  </a:lnTo>
                  <a:lnTo>
                    <a:pt x="45" y="156"/>
                  </a:lnTo>
                  <a:lnTo>
                    <a:pt x="45" y="154"/>
                  </a:lnTo>
                  <a:lnTo>
                    <a:pt x="45" y="154"/>
                  </a:lnTo>
                  <a:lnTo>
                    <a:pt x="45" y="156"/>
                  </a:lnTo>
                  <a:lnTo>
                    <a:pt x="43" y="156"/>
                  </a:lnTo>
                  <a:lnTo>
                    <a:pt x="43" y="154"/>
                  </a:lnTo>
                  <a:lnTo>
                    <a:pt x="43" y="154"/>
                  </a:lnTo>
                  <a:lnTo>
                    <a:pt x="43" y="154"/>
                  </a:lnTo>
                  <a:lnTo>
                    <a:pt x="41" y="154"/>
                  </a:lnTo>
                  <a:lnTo>
                    <a:pt x="41" y="152"/>
                  </a:lnTo>
                  <a:lnTo>
                    <a:pt x="41" y="152"/>
                  </a:lnTo>
                  <a:lnTo>
                    <a:pt x="41" y="152"/>
                  </a:lnTo>
                  <a:lnTo>
                    <a:pt x="41" y="152"/>
                  </a:lnTo>
                  <a:lnTo>
                    <a:pt x="43" y="152"/>
                  </a:lnTo>
                  <a:lnTo>
                    <a:pt x="43" y="149"/>
                  </a:lnTo>
                  <a:lnTo>
                    <a:pt x="41" y="149"/>
                  </a:lnTo>
                  <a:lnTo>
                    <a:pt x="41" y="149"/>
                  </a:lnTo>
                  <a:lnTo>
                    <a:pt x="41" y="149"/>
                  </a:lnTo>
                  <a:lnTo>
                    <a:pt x="41" y="149"/>
                  </a:lnTo>
                  <a:lnTo>
                    <a:pt x="41" y="147"/>
                  </a:lnTo>
                  <a:lnTo>
                    <a:pt x="41" y="147"/>
                  </a:lnTo>
                  <a:lnTo>
                    <a:pt x="41" y="147"/>
                  </a:lnTo>
                  <a:lnTo>
                    <a:pt x="41" y="144"/>
                  </a:lnTo>
                  <a:lnTo>
                    <a:pt x="41" y="144"/>
                  </a:lnTo>
                  <a:lnTo>
                    <a:pt x="38" y="144"/>
                  </a:lnTo>
                  <a:lnTo>
                    <a:pt x="38" y="142"/>
                  </a:lnTo>
                  <a:lnTo>
                    <a:pt x="38" y="142"/>
                  </a:lnTo>
                  <a:lnTo>
                    <a:pt x="38" y="142"/>
                  </a:lnTo>
                  <a:lnTo>
                    <a:pt x="38" y="140"/>
                  </a:lnTo>
                  <a:lnTo>
                    <a:pt x="38" y="140"/>
                  </a:lnTo>
                  <a:lnTo>
                    <a:pt x="38" y="140"/>
                  </a:lnTo>
                  <a:lnTo>
                    <a:pt x="36" y="140"/>
                  </a:lnTo>
                  <a:lnTo>
                    <a:pt x="36" y="140"/>
                  </a:lnTo>
                  <a:lnTo>
                    <a:pt x="36" y="142"/>
                  </a:lnTo>
                  <a:lnTo>
                    <a:pt x="36" y="142"/>
                  </a:lnTo>
                  <a:lnTo>
                    <a:pt x="36" y="144"/>
                  </a:lnTo>
                  <a:lnTo>
                    <a:pt x="36" y="144"/>
                  </a:lnTo>
                  <a:lnTo>
                    <a:pt x="36" y="142"/>
                  </a:lnTo>
                  <a:lnTo>
                    <a:pt x="36" y="142"/>
                  </a:lnTo>
                  <a:lnTo>
                    <a:pt x="34" y="142"/>
                  </a:lnTo>
                  <a:lnTo>
                    <a:pt x="34" y="140"/>
                  </a:lnTo>
                  <a:lnTo>
                    <a:pt x="34" y="140"/>
                  </a:lnTo>
                  <a:lnTo>
                    <a:pt x="34" y="140"/>
                  </a:lnTo>
                  <a:lnTo>
                    <a:pt x="34" y="140"/>
                  </a:lnTo>
                  <a:lnTo>
                    <a:pt x="34" y="137"/>
                  </a:lnTo>
                  <a:lnTo>
                    <a:pt x="34" y="137"/>
                  </a:lnTo>
                  <a:lnTo>
                    <a:pt x="34" y="137"/>
                  </a:lnTo>
                  <a:lnTo>
                    <a:pt x="34" y="137"/>
                  </a:lnTo>
                  <a:lnTo>
                    <a:pt x="34" y="137"/>
                  </a:lnTo>
                  <a:lnTo>
                    <a:pt x="34" y="135"/>
                  </a:lnTo>
                  <a:lnTo>
                    <a:pt x="34" y="135"/>
                  </a:lnTo>
                  <a:lnTo>
                    <a:pt x="34" y="135"/>
                  </a:lnTo>
                  <a:lnTo>
                    <a:pt x="34" y="135"/>
                  </a:lnTo>
                  <a:lnTo>
                    <a:pt x="34" y="133"/>
                  </a:lnTo>
                  <a:lnTo>
                    <a:pt x="34" y="133"/>
                  </a:lnTo>
                  <a:lnTo>
                    <a:pt x="31" y="133"/>
                  </a:lnTo>
                  <a:lnTo>
                    <a:pt x="31" y="130"/>
                  </a:lnTo>
                  <a:lnTo>
                    <a:pt x="31" y="130"/>
                  </a:lnTo>
                  <a:lnTo>
                    <a:pt x="31" y="130"/>
                  </a:lnTo>
                  <a:lnTo>
                    <a:pt x="31" y="130"/>
                  </a:lnTo>
                  <a:lnTo>
                    <a:pt x="31" y="128"/>
                  </a:lnTo>
                  <a:lnTo>
                    <a:pt x="29" y="128"/>
                  </a:lnTo>
                  <a:lnTo>
                    <a:pt x="29" y="130"/>
                  </a:lnTo>
                  <a:lnTo>
                    <a:pt x="29" y="130"/>
                  </a:lnTo>
                  <a:lnTo>
                    <a:pt x="29" y="128"/>
                  </a:lnTo>
                  <a:lnTo>
                    <a:pt x="26" y="128"/>
                  </a:lnTo>
                  <a:lnTo>
                    <a:pt x="26" y="128"/>
                  </a:lnTo>
                  <a:lnTo>
                    <a:pt x="26" y="128"/>
                  </a:lnTo>
                  <a:lnTo>
                    <a:pt x="26" y="126"/>
                  </a:lnTo>
                  <a:lnTo>
                    <a:pt x="29" y="126"/>
                  </a:lnTo>
                  <a:lnTo>
                    <a:pt x="29" y="126"/>
                  </a:lnTo>
                  <a:lnTo>
                    <a:pt x="29" y="123"/>
                  </a:lnTo>
                  <a:lnTo>
                    <a:pt x="26" y="123"/>
                  </a:lnTo>
                  <a:lnTo>
                    <a:pt x="26" y="123"/>
                  </a:lnTo>
                  <a:lnTo>
                    <a:pt x="26" y="123"/>
                  </a:lnTo>
                  <a:lnTo>
                    <a:pt x="26" y="123"/>
                  </a:lnTo>
                  <a:lnTo>
                    <a:pt x="26" y="121"/>
                  </a:lnTo>
                  <a:lnTo>
                    <a:pt x="24" y="121"/>
                  </a:lnTo>
                  <a:lnTo>
                    <a:pt x="24" y="121"/>
                  </a:lnTo>
                  <a:lnTo>
                    <a:pt x="24" y="118"/>
                  </a:lnTo>
                  <a:lnTo>
                    <a:pt x="24" y="118"/>
                  </a:lnTo>
                  <a:lnTo>
                    <a:pt x="24" y="118"/>
                  </a:lnTo>
                  <a:lnTo>
                    <a:pt x="22" y="118"/>
                  </a:lnTo>
                  <a:lnTo>
                    <a:pt x="22" y="118"/>
                  </a:lnTo>
                  <a:lnTo>
                    <a:pt x="22" y="116"/>
                  </a:lnTo>
                  <a:lnTo>
                    <a:pt x="22" y="116"/>
                  </a:lnTo>
                  <a:lnTo>
                    <a:pt x="22" y="116"/>
                  </a:lnTo>
                  <a:lnTo>
                    <a:pt x="22" y="114"/>
                  </a:lnTo>
                  <a:lnTo>
                    <a:pt x="22" y="114"/>
                  </a:lnTo>
                  <a:lnTo>
                    <a:pt x="22" y="114"/>
                  </a:lnTo>
                  <a:lnTo>
                    <a:pt x="22" y="111"/>
                  </a:lnTo>
                  <a:lnTo>
                    <a:pt x="19" y="111"/>
                  </a:lnTo>
                  <a:lnTo>
                    <a:pt x="19" y="111"/>
                  </a:lnTo>
                  <a:lnTo>
                    <a:pt x="19" y="111"/>
                  </a:lnTo>
                  <a:lnTo>
                    <a:pt x="19" y="111"/>
                  </a:lnTo>
                  <a:lnTo>
                    <a:pt x="17" y="111"/>
                  </a:lnTo>
                  <a:lnTo>
                    <a:pt x="17" y="109"/>
                  </a:lnTo>
                  <a:lnTo>
                    <a:pt x="17" y="109"/>
                  </a:lnTo>
                  <a:lnTo>
                    <a:pt x="17" y="109"/>
                  </a:lnTo>
                  <a:lnTo>
                    <a:pt x="17" y="109"/>
                  </a:lnTo>
                  <a:lnTo>
                    <a:pt x="15" y="109"/>
                  </a:lnTo>
                  <a:lnTo>
                    <a:pt x="15" y="107"/>
                  </a:lnTo>
                  <a:lnTo>
                    <a:pt x="15" y="107"/>
                  </a:lnTo>
                  <a:lnTo>
                    <a:pt x="15" y="107"/>
                  </a:lnTo>
                  <a:lnTo>
                    <a:pt x="15" y="104"/>
                  </a:lnTo>
                  <a:lnTo>
                    <a:pt x="15" y="104"/>
                  </a:lnTo>
                  <a:lnTo>
                    <a:pt x="15" y="107"/>
                  </a:lnTo>
                  <a:lnTo>
                    <a:pt x="12" y="107"/>
                  </a:lnTo>
                  <a:lnTo>
                    <a:pt x="12" y="104"/>
                  </a:lnTo>
                  <a:lnTo>
                    <a:pt x="12" y="104"/>
                  </a:lnTo>
                  <a:lnTo>
                    <a:pt x="12" y="104"/>
                  </a:lnTo>
                  <a:lnTo>
                    <a:pt x="12" y="104"/>
                  </a:lnTo>
                  <a:lnTo>
                    <a:pt x="12" y="104"/>
                  </a:lnTo>
                  <a:lnTo>
                    <a:pt x="10" y="104"/>
                  </a:lnTo>
                  <a:lnTo>
                    <a:pt x="10" y="104"/>
                  </a:lnTo>
                  <a:lnTo>
                    <a:pt x="8" y="104"/>
                  </a:lnTo>
                  <a:lnTo>
                    <a:pt x="8" y="104"/>
                  </a:lnTo>
                  <a:lnTo>
                    <a:pt x="8" y="104"/>
                  </a:lnTo>
                  <a:lnTo>
                    <a:pt x="5" y="104"/>
                  </a:lnTo>
                  <a:lnTo>
                    <a:pt x="5" y="107"/>
                  </a:lnTo>
                  <a:lnTo>
                    <a:pt x="5" y="107"/>
                  </a:lnTo>
                  <a:lnTo>
                    <a:pt x="8" y="107"/>
                  </a:lnTo>
                  <a:lnTo>
                    <a:pt x="8" y="109"/>
                  </a:lnTo>
                  <a:lnTo>
                    <a:pt x="8" y="109"/>
                  </a:lnTo>
                  <a:lnTo>
                    <a:pt x="5" y="109"/>
                  </a:lnTo>
                  <a:lnTo>
                    <a:pt x="5" y="109"/>
                  </a:lnTo>
                  <a:lnTo>
                    <a:pt x="5" y="109"/>
                  </a:lnTo>
                  <a:lnTo>
                    <a:pt x="5" y="109"/>
                  </a:lnTo>
                  <a:lnTo>
                    <a:pt x="5" y="109"/>
                  </a:lnTo>
                  <a:lnTo>
                    <a:pt x="3" y="109"/>
                  </a:lnTo>
                  <a:lnTo>
                    <a:pt x="3" y="109"/>
                  </a:lnTo>
                  <a:lnTo>
                    <a:pt x="3" y="109"/>
                  </a:lnTo>
                  <a:lnTo>
                    <a:pt x="0" y="109"/>
                  </a:lnTo>
                  <a:lnTo>
                    <a:pt x="0" y="107"/>
                  </a:lnTo>
                  <a:lnTo>
                    <a:pt x="0" y="107"/>
                  </a:lnTo>
                  <a:lnTo>
                    <a:pt x="0" y="107"/>
                  </a:lnTo>
                  <a:lnTo>
                    <a:pt x="0" y="104"/>
                  </a:lnTo>
                  <a:lnTo>
                    <a:pt x="0" y="104"/>
                  </a:lnTo>
                  <a:lnTo>
                    <a:pt x="0" y="102"/>
                  </a:lnTo>
                  <a:lnTo>
                    <a:pt x="0" y="102"/>
                  </a:lnTo>
                  <a:lnTo>
                    <a:pt x="0" y="99"/>
                  </a:lnTo>
                  <a:lnTo>
                    <a:pt x="0" y="99"/>
                  </a:lnTo>
                  <a:lnTo>
                    <a:pt x="0" y="99"/>
                  </a:lnTo>
                  <a:lnTo>
                    <a:pt x="0" y="97"/>
                  </a:lnTo>
                  <a:lnTo>
                    <a:pt x="0" y="97"/>
                  </a:lnTo>
                  <a:lnTo>
                    <a:pt x="0" y="97"/>
                  </a:lnTo>
                  <a:lnTo>
                    <a:pt x="0" y="95"/>
                  </a:lnTo>
                  <a:lnTo>
                    <a:pt x="0" y="95"/>
                  </a:lnTo>
                  <a:lnTo>
                    <a:pt x="3" y="95"/>
                  </a:lnTo>
                  <a:lnTo>
                    <a:pt x="3" y="92"/>
                  </a:lnTo>
                  <a:lnTo>
                    <a:pt x="3" y="92"/>
                  </a:lnTo>
                  <a:lnTo>
                    <a:pt x="3" y="92"/>
                  </a:lnTo>
                  <a:lnTo>
                    <a:pt x="3" y="90"/>
                  </a:lnTo>
                  <a:lnTo>
                    <a:pt x="3" y="90"/>
                  </a:lnTo>
                  <a:lnTo>
                    <a:pt x="5" y="90"/>
                  </a:lnTo>
                  <a:lnTo>
                    <a:pt x="5" y="90"/>
                  </a:lnTo>
                  <a:lnTo>
                    <a:pt x="5" y="88"/>
                  </a:lnTo>
                  <a:lnTo>
                    <a:pt x="5" y="88"/>
                  </a:lnTo>
                  <a:lnTo>
                    <a:pt x="5" y="88"/>
                  </a:lnTo>
                  <a:lnTo>
                    <a:pt x="5" y="85"/>
                  </a:lnTo>
                  <a:lnTo>
                    <a:pt x="5" y="85"/>
                  </a:lnTo>
                  <a:lnTo>
                    <a:pt x="5" y="83"/>
                  </a:lnTo>
                  <a:lnTo>
                    <a:pt x="5" y="83"/>
                  </a:lnTo>
                  <a:lnTo>
                    <a:pt x="5" y="81"/>
                  </a:lnTo>
                  <a:lnTo>
                    <a:pt x="5" y="81"/>
                  </a:lnTo>
                  <a:lnTo>
                    <a:pt x="5" y="81"/>
                  </a:lnTo>
                  <a:lnTo>
                    <a:pt x="5" y="78"/>
                  </a:lnTo>
                  <a:lnTo>
                    <a:pt x="5" y="78"/>
                  </a:lnTo>
                  <a:lnTo>
                    <a:pt x="5" y="78"/>
                  </a:lnTo>
                  <a:lnTo>
                    <a:pt x="5" y="76"/>
                  </a:lnTo>
                  <a:lnTo>
                    <a:pt x="8" y="76"/>
                  </a:lnTo>
                  <a:lnTo>
                    <a:pt x="8" y="76"/>
                  </a:lnTo>
                  <a:lnTo>
                    <a:pt x="8" y="73"/>
                  </a:lnTo>
                  <a:lnTo>
                    <a:pt x="8" y="73"/>
                  </a:lnTo>
                  <a:lnTo>
                    <a:pt x="8" y="73"/>
                  </a:lnTo>
                  <a:lnTo>
                    <a:pt x="8" y="71"/>
                  </a:lnTo>
                  <a:lnTo>
                    <a:pt x="8" y="71"/>
                  </a:lnTo>
                  <a:lnTo>
                    <a:pt x="8" y="71"/>
                  </a:lnTo>
                  <a:lnTo>
                    <a:pt x="8" y="69"/>
                  </a:lnTo>
                  <a:lnTo>
                    <a:pt x="10" y="69"/>
                  </a:lnTo>
                  <a:lnTo>
                    <a:pt x="10" y="69"/>
                  </a:lnTo>
                  <a:lnTo>
                    <a:pt x="10" y="69"/>
                  </a:lnTo>
                  <a:lnTo>
                    <a:pt x="10" y="69"/>
                  </a:lnTo>
                  <a:lnTo>
                    <a:pt x="12" y="69"/>
                  </a:lnTo>
                  <a:lnTo>
                    <a:pt x="12" y="69"/>
                  </a:lnTo>
                  <a:lnTo>
                    <a:pt x="12" y="69"/>
                  </a:lnTo>
                  <a:lnTo>
                    <a:pt x="12" y="71"/>
                  </a:lnTo>
                  <a:lnTo>
                    <a:pt x="12" y="71"/>
                  </a:lnTo>
                  <a:lnTo>
                    <a:pt x="12" y="71"/>
                  </a:lnTo>
                  <a:lnTo>
                    <a:pt x="12" y="71"/>
                  </a:lnTo>
                  <a:lnTo>
                    <a:pt x="15" y="71"/>
                  </a:lnTo>
                  <a:lnTo>
                    <a:pt x="15" y="71"/>
                  </a:lnTo>
                  <a:lnTo>
                    <a:pt x="15" y="71"/>
                  </a:lnTo>
                  <a:lnTo>
                    <a:pt x="17" y="71"/>
                  </a:lnTo>
                  <a:lnTo>
                    <a:pt x="17" y="71"/>
                  </a:lnTo>
                  <a:lnTo>
                    <a:pt x="17" y="73"/>
                  </a:lnTo>
                  <a:lnTo>
                    <a:pt x="19" y="73"/>
                  </a:lnTo>
                  <a:lnTo>
                    <a:pt x="19" y="73"/>
                  </a:lnTo>
                  <a:lnTo>
                    <a:pt x="19" y="73"/>
                  </a:lnTo>
                  <a:lnTo>
                    <a:pt x="22" y="73"/>
                  </a:lnTo>
                  <a:lnTo>
                    <a:pt x="22" y="73"/>
                  </a:lnTo>
                  <a:lnTo>
                    <a:pt x="22" y="73"/>
                  </a:lnTo>
                  <a:lnTo>
                    <a:pt x="24" y="73"/>
                  </a:lnTo>
                  <a:lnTo>
                    <a:pt x="24" y="73"/>
                  </a:lnTo>
                  <a:lnTo>
                    <a:pt x="24" y="73"/>
                  </a:lnTo>
                  <a:lnTo>
                    <a:pt x="26" y="73"/>
                  </a:lnTo>
                  <a:lnTo>
                    <a:pt x="26" y="73"/>
                  </a:lnTo>
                  <a:lnTo>
                    <a:pt x="26" y="73"/>
                  </a:lnTo>
                  <a:lnTo>
                    <a:pt x="29" y="73"/>
                  </a:lnTo>
                  <a:lnTo>
                    <a:pt x="29" y="73"/>
                  </a:lnTo>
                  <a:lnTo>
                    <a:pt x="29" y="76"/>
                  </a:lnTo>
                  <a:lnTo>
                    <a:pt x="31" y="76"/>
                  </a:lnTo>
                  <a:lnTo>
                    <a:pt x="31" y="76"/>
                  </a:lnTo>
                  <a:lnTo>
                    <a:pt x="31" y="76"/>
                  </a:lnTo>
                  <a:lnTo>
                    <a:pt x="34" y="76"/>
                  </a:lnTo>
                  <a:lnTo>
                    <a:pt x="34" y="76"/>
                  </a:lnTo>
                  <a:lnTo>
                    <a:pt x="34" y="76"/>
                  </a:lnTo>
                  <a:lnTo>
                    <a:pt x="36" y="76"/>
                  </a:lnTo>
                  <a:lnTo>
                    <a:pt x="36" y="76"/>
                  </a:lnTo>
                  <a:lnTo>
                    <a:pt x="36" y="73"/>
                  </a:lnTo>
                  <a:lnTo>
                    <a:pt x="38" y="73"/>
                  </a:lnTo>
                  <a:lnTo>
                    <a:pt x="38" y="73"/>
                  </a:lnTo>
                  <a:lnTo>
                    <a:pt x="38" y="73"/>
                  </a:lnTo>
                  <a:lnTo>
                    <a:pt x="38" y="73"/>
                  </a:lnTo>
                  <a:lnTo>
                    <a:pt x="38" y="71"/>
                  </a:lnTo>
                  <a:lnTo>
                    <a:pt x="41" y="71"/>
                  </a:lnTo>
                  <a:lnTo>
                    <a:pt x="41" y="71"/>
                  </a:lnTo>
                  <a:lnTo>
                    <a:pt x="41" y="71"/>
                  </a:lnTo>
                  <a:lnTo>
                    <a:pt x="41" y="71"/>
                  </a:lnTo>
                  <a:lnTo>
                    <a:pt x="41" y="69"/>
                  </a:lnTo>
                  <a:lnTo>
                    <a:pt x="43" y="69"/>
                  </a:lnTo>
                  <a:lnTo>
                    <a:pt x="43" y="69"/>
                  </a:lnTo>
                  <a:lnTo>
                    <a:pt x="43" y="69"/>
                  </a:lnTo>
                  <a:lnTo>
                    <a:pt x="43" y="69"/>
                  </a:lnTo>
                  <a:lnTo>
                    <a:pt x="45" y="69"/>
                  </a:lnTo>
                  <a:lnTo>
                    <a:pt x="45" y="66"/>
                  </a:lnTo>
                  <a:lnTo>
                    <a:pt x="45" y="66"/>
                  </a:lnTo>
                  <a:lnTo>
                    <a:pt x="45" y="66"/>
                  </a:lnTo>
                  <a:lnTo>
                    <a:pt x="45" y="66"/>
                  </a:lnTo>
                  <a:lnTo>
                    <a:pt x="45" y="64"/>
                  </a:lnTo>
                  <a:lnTo>
                    <a:pt x="45" y="64"/>
                  </a:lnTo>
                  <a:lnTo>
                    <a:pt x="48" y="64"/>
                  </a:lnTo>
                  <a:lnTo>
                    <a:pt x="48" y="62"/>
                  </a:lnTo>
                  <a:lnTo>
                    <a:pt x="48" y="62"/>
                  </a:lnTo>
                  <a:lnTo>
                    <a:pt x="48" y="62"/>
                  </a:lnTo>
                  <a:lnTo>
                    <a:pt x="48" y="59"/>
                  </a:lnTo>
                  <a:lnTo>
                    <a:pt x="48" y="59"/>
                  </a:lnTo>
                  <a:lnTo>
                    <a:pt x="48" y="59"/>
                  </a:lnTo>
                  <a:lnTo>
                    <a:pt x="50" y="59"/>
                  </a:lnTo>
                  <a:lnTo>
                    <a:pt x="50" y="59"/>
                  </a:lnTo>
                  <a:lnTo>
                    <a:pt x="50" y="59"/>
                  </a:lnTo>
                  <a:lnTo>
                    <a:pt x="53" y="59"/>
                  </a:lnTo>
                  <a:lnTo>
                    <a:pt x="53" y="59"/>
                  </a:lnTo>
                  <a:lnTo>
                    <a:pt x="53" y="59"/>
                  </a:lnTo>
                  <a:lnTo>
                    <a:pt x="53" y="57"/>
                  </a:lnTo>
                  <a:lnTo>
                    <a:pt x="55" y="57"/>
                  </a:lnTo>
                  <a:lnTo>
                    <a:pt x="55" y="57"/>
                  </a:lnTo>
                  <a:lnTo>
                    <a:pt x="55" y="57"/>
                  </a:lnTo>
                  <a:lnTo>
                    <a:pt x="57" y="57"/>
                  </a:lnTo>
                  <a:lnTo>
                    <a:pt x="57" y="57"/>
                  </a:lnTo>
                  <a:lnTo>
                    <a:pt x="60" y="57"/>
                  </a:lnTo>
                  <a:lnTo>
                    <a:pt x="60" y="57"/>
                  </a:lnTo>
                  <a:lnTo>
                    <a:pt x="60" y="57"/>
                  </a:lnTo>
                  <a:lnTo>
                    <a:pt x="60" y="57"/>
                  </a:lnTo>
                  <a:lnTo>
                    <a:pt x="62" y="57"/>
                  </a:lnTo>
                  <a:lnTo>
                    <a:pt x="62" y="57"/>
                  </a:lnTo>
                  <a:lnTo>
                    <a:pt x="64" y="57"/>
                  </a:lnTo>
                  <a:lnTo>
                    <a:pt x="64" y="54"/>
                  </a:lnTo>
                  <a:lnTo>
                    <a:pt x="64" y="54"/>
                  </a:lnTo>
                  <a:lnTo>
                    <a:pt x="64" y="54"/>
                  </a:lnTo>
                  <a:lnTo>
                    <a:pt x="67" y="54"/>
                  </a:lnTo>
                  <a:lnTo>
                    <a:pt x="67" y="54"/>
                  </a:lnTo>
                  <a:lnTo>
                    <a:pt x="67" y="54"/>
                  </a:lnTo>
                  <a:lnTo>
                    <a:pt x="67" y="52"/>
                  </a:lnTo>
                  <a:lnTo>
                    <a:pt x="67" y="52"/>
                  </a:lnTo>
                  <a:lnTo>
                    <a:pt x="67" y="52"/>
                  </a:lnTo>
                  <a:lnTo>
                    <a:pt x="67" y="50"/>
                  </a:lnTo>
                  <a:lnTo>
                    <a:pt x="67" y="50"/>
                  </a:lnTo>
                  <a:lnTo>
                    <a:pt x="69" y="50"/>
                  </a:lnTo>
                  <a:lnTo>
                    <a:pt x="69" y="50"/>
                  </a:lnTo>
                  <a:lnTo>
                    <a:pt x="69" y="47"/>
                  </a:lnTo>
                  <a:lnTo>
                    <a:pt x="69" y="47"/>
                  </a:lnTo>
                  <a:lnTo>
                    <a:pt x="69" y="47"/>
                  </a:lnTo>
                  <a:lnTo>
                    <a:pt x="71" y="47"/>
                  </a:lnTo>
                  <a:lnTo>
                    <a:pt x="71" y="45"/>
                  </a:lnTo>
                  <a:lnTo>
                    <a:pt x="71" y="45"/>
                  </a:lnTo>
                  <a:lnTo>
                    <a:pt x="71" y="45"/>
                  </a:lnTo>
                  <a:lnTo>
                    <a:pt x="71" y="45"/>
                  </a:lnTo>
                  <a:lnTo>
                    <a:pt x="74" y="45"/>
                  </a:lnTo>
                  <a:lnTo>
                    <a:pt x="74" y="45"/>
                  </a:lnTo>
                  <a:lnTo>
                    <a:pt x="74" y="43"/>
                  </a:lnTo>
                  <a:lnTo>
                    <a:pt x="74" y="43"/>
                  </a:lnTo>
                  <a:lnTo>
                    <a:pt x="76" y="43"/>
                  </a:lnTo>
                  <a:lnTo>
                    <a:pt x="76" y="43"/>
                  </a:lnTo>
                  <a:lnTo>
                    <a:pt x="76" y="40"/>
                  </a:lnTo>
                  <a:lnTo>
                    <a:pt x="74" y="40"/>
                  </a:lnTo>
                  <a:lnTo>
                    <a:pt x="74" y="40"/>
                  </a:lnTo>
                  <a:lnTo>
                    <a:pt x="74" y="40"/>
                  </a:lnTo>
                  <a:lnTo>
                    <a:pt x="74" y="40"/>
                  </a:lnTo>
                  <a:lnTo>
                    <a:pt x="74" y="40"/>
                  </a:lnTo>
                  <a:lnTo>
                    <a:pt x="74" y="38"/>
                  </a:lnTo>
                  <a:lnTo>
                    <a:pt x="71" y="38"/>
                  </a:lnTo>
                  <a:lnTo>
                    <a:pt x="71" y="38"/>
                  </a:lnTo>
                  <a:lnTo>
                    <a:pt x="71" y="38"/>
                  </a:lnTo>
                  <a:lnTo>
                    <a:pt x="71" y="35"/>
                  </a:lnTo>
                  <a:lnTo>
                    <a:pt x="71" y="35"/>
                  </a:lnTo>
                  <a:lnTo>
                    <a:pt x="71" y="35"/>
                  </a:lnTo>
                  <a:lnTo>
                    <a:pt x="69" y="35"/>
                  </a:lnTo>
                  <a:lnTo>
                    <a:pt x="69" y="33"/>
                  </a:lnTo>
                  <a:lnTo>
                    <a:pt x="69" y="33"/>
                  </a:lnTo>
                  <a:lnTo>
                    <a:pt x="69" y="33"/>
                  </a:lnTo>
                  <a:lnTo>
                    <a:pt x="67" y="33"/>
                  </a:lnTo>
                  <a:lnTo>
                    <a:pt x="67" y="31"/>
                  </a:lnTo>
                  <a:lnTo>
                    <a:pt x="67" y="31"/>
                  </a:lnTo>
                  <a:lnTo>
                    <a:pt x="67" y="31"/>
                  </a:lnTo>
                  <a:lnTo>
                    <a:pt x="67" y="31"/>
                  </a:lnTo>
                  <a:lnTo>
                    <a:pt x="67" y="31"/>
                  </a:lnTo>
                  <a:lnTo>
                    <a:pt x="64" y="31"/>
                  </a:lnTo>
                  <a:lnTo>
                    <a:pt x="64" y="28"/>
                  </a:lnTo>
                  <a:lnTo>
                    <a:pt x="64" y="28"/>
                  </a:lnTo>
                  <a:lnTo>
                    <a:pt x="64" y="28"/>
                  </a:lnTo>
                  <a:lnTo>
                    <a:pt x="64" y="28"/>
                  </a:lnTo>
                  <a:lnTo>
                    <a:pt x="64" y="26"/>
                  </a:lnTo>
                  <a:lnTo>
                    <a:pt x="62" y="26"/>
                  </a:lnTo>
                  <a:lnTo>
                    <a:pt x="62" y="26"/>
                  </a:lnTo>
                  <a:lnTo>
                    <a:pt x="62" y="26"/>
                  </a:lnTo>
                  <a:lnTo>
                    <a:pt x="62" y="24"/>
                  </a:lnTo>
                  <a:lnTo>
                    <a:pt x="60" y="24"/>
                  </a:lnTo>
                  <a:lnTo>
                    <a:pt x="60" y="24"/>
                  </a:lnTo>
                  <a:lnTo>
                    <a:pt x="60" y="24"/>
                  </a:lnTo>
                  <a:lnTo>
                    <a:pt x="60" y="21"/>
                  </a:lnTo>
                  <a:lnTo>
                    <a:pt x="60" y="21"/>
                  </a:lnTo>
                  <a:lnTo>
                    <a:pt x="60" y="21"/>
                  </a:lnTo>
                  <a:lnTo>
                    <a:pt x="57" y="21"/>
                  </a:lnTo>
                  <a:lnTo>
                    <a:pt x="57" y="19"/>
                  </a:lnTo>
                  <a:lnTo>
                    <a:pt x="57" y="19"/>
                  </a:lnTo>
                  <a:lnTo>
                    <a:pt x="57" y="19"/>
                  </a:lnTo>
                  <a:lnTo>
                    <a:pt x="55" y="19"/>
                  </a:lnTo>
                  <a:lnTo>
                    <a:pt x="55" y="19"/>
                  </a:lnTo>
                  <a:lnTo>
                    <a:pt x="55" y="19"/>
                  </a:lnTo>
                  <a:lnTo>
                    <a:pt x="55" y="17"/>
                  </a:lnTo>
                  <a:lnTo>
                    <a:pt x="55" y="17"/>
                  </a:lnTo>
                  <a:lnTo>
                    <a:pt x="57" y="17"/>
                  </a:lnTo>
                  <a:lnTo>
                    <a:pt x="57" y="17"/>
                  </a:lnTo>
                  <a:lnTo>
                    <a:pt x="57" y="17"/>
                  </a:lnTo>
                  <a:lnTo>
                    <a:pt x="60" y="17"/>
                  </a:lnTo>
                  <a:lnTo>
                    <a:pt x="60" y="17"/>
                  </a:lnTo>
                  <a:lnTo>
                    <a:pt x="60" y="17"/>
                  </a:lnTo>
                  <a:lnTo>
                    <a:pt x="62" y="17"/>
                  </a:lnTo>
                  <a:lnTo>
                    <a:pt x="62" y="14"/>
                  </a:lnTo>
                  <a:lnTo>
                    <a:pt x="62" y="14"/>
                  </a:lnTo>
                  <a:lnTo>
                    <a:pt x="64" y="14"/>
                  </a:lnTo>
                  <a:lnTo>
                    <a:pt x="64" y="14"/>
                  </a:lnTo>
                  <a:lnTo>
                    <a:pt x="64" y="14"/>
                  </a:lnTo>
                  <a:lnTo>
                    <a:pt x="64" y="14"/>
                  </a:lnTo>
                  <a:lnTo>
                    <a:pt x="67" y="14"/>
                  </a:lnTo>
                  <a:lnTo>
                    <a:pt x="67" y="14"/>
                  </a:lnTo>
                  <a:lnTo>
                    <a:pt x="67" y="14"/>
                  </a:lnTo>
                  <a:lnTo>
                    <a:pt x="69" y="14"/>
                  </a:lnTo>
                  <a:lnTo>
                    <a:pt x="69" y="12"/>
                  </a:lnTo>
                  <a:lnTo>
                    <a:pt x="69" y="12"/>
                  </a:lnTo>
                  <a:lnTo>
                    <a:pt x="71" y="12"/>
                  </a:lnTo>
                  <a:lnTo>
                    <a:pt x="71" y="12"/>
                  </a:lnTo>
                  <a:lnTo>
                    <a:pt x="71" y="12"/>
                  </a:lnTo>
                  <a:lnTo>
                    <a:pt x="71" y="12"/>
                  </a:lnTo>
                  <a:lnTo>
                    <a:pt x="74" y="12"/>
                  </a:lnTo>
                  <a:lnTo>
                    <a:pt x="74" y="12"/>
                  </a:lnTo>
                  <a:lnTo>
                    <a:pt x="74" y="12"/>
                  </a:lnTo>
                  <a:lnTo>
                    <a:pt x="76" y="12"/>
                  </a:lnTo>
                  <a:lnTo>
                    <a:pt x="76" y="9"/>
                  </a:lnTo>
                  <a:lnTo>
                    <a:pt x="76" y="9"/>
                  </a:lnTo>
                  <a:lnTo>
                    <a:pt x="79" y="9"/>
                  </a:lnTo>
                  <a:lnTo>
                    <a:pt x="79" y="9"/>
                  </a:lnTo>
                  <a:lnTo>
                    <a:pt x="79" y="9"/>
                  </a:lnTo>
                  <a:lnTo>
                    <a:pt x="79" y="9"/>
                  </a:lnTo>
                  <a:lnTo>
                    <a:pt x="81" y="9"/>
                  </a:lnTo>
                  <a:lnTo>
                    <a:pt x="81" y="9"/>
                  </a:lnTo>
                  <a:lnTo>
                    <a:pt x="81" y="9"/>
                  </a:lnTo>
                  <a:lnTo>
                    <a:pt x="83" y="9"/>
                  </a:lnTo>
                  <a:lnTo>
                    <a:pt x="83" y="9"/>
                  </a:lnTo>
                  <a:lnTo>
                    <a:pt x="83" y="9"/>
                  </a:lnTo>
                  <a:lnTo>
                    <a:pt x="86" y="9"/>
                  </a:lnTo>
                  <a:lnTo>
                    <a:pt x="86" y="9"/>
                  </a:lnTo>
                  <a:lnTo>
                    <a:pt x="86" y="7"/>
                  </a:lnTo>
                  <a:lnTo>
                    <a:pt x="86" y="7"/>
                  </a:lnTo>
                  <a:lnTo>
                    <a:pt x="88" y="7"/>
                  </a:lnTo>
                  <a:lnTo>
                    <a:pt x="88" y="7"/>
                  </a:lnTo>
                  <a:lnTo>
                    <a:pt x="88" y="7"/>
                  </a:lnTo>
                  <a:lnTo>
                    <a:pt x="88" y="7"/>
                  </a:lnTo>
                  <a:lnTo>
                    <a:pt x="90" y="7"/>
                  </a:lnTo>
                  <a:lnTo>
                    <a:pt x="90" y="7"/>
                  </a:lnTo>
                  <a:lnTo>
                    <a:pt x="93" y="7"/>
                  </a:lnTo>
                  <a:lnTo>
                    <a:pt x="93" y="7"/>
                  </a:lnTo>
                  <a:lnTo>
                    <a:pt x="93" y="5"/>
                  </a:lnTo>
                  <a:lnTo>
                    <a:pt x="93" y="5"/>
                  </a:lnTo>
                  <a:lnTo>
                    <a:pt x="95" y="5"/>
                  </a:lnTo>
                  <a:lnTo>
                    <a:pt x="95" y="5"/>
                  </a:lnTo>
                  <a:lnTo>
                    <a:pt x="97" y="5"/>
                  </a:lnTo>
                  <a:lnTo>
                    <a:pt x="97" y="5"/>
                  </a:lnTo>
                  <a:lnTo>
                    <a:pt x="97" y="5"/>
                  </a:lnTo>
                  <a:lnTo>
                    <a:pt x="97" y="5"/>
                  </a:lnTo>
                  <a:lnTo>
                    <a:pt x="100" y="5"/>
                  </a:lnTo>
                  <a:lnTo>
                    <a:pt x="100" y="2"/>
                  </a:lnTo>
                  <a:lnTo>
                    <a:pt x="100" y="2"/>
                  </a:lnTo>
                  <a:lnTo>
                    <a:pt x="100" y="2"/>
                  </a:lnTo>
                  <a:lnTo>
                    <a:pt x="100" y="2"/>
                  </a:lnTo>
                  <a:lnTo>
                    <a:pt x="102" y="2"/>
                  </a:lnTo>
                  <a:lnTo>
                    <a:pt x="102" y="0"/>
                  </a:lnTo>
                  <a:lnTo>
                    <a:pt x="102" y="0"/>
                  </a:lnTo>
                  <a:lnTo>
                    <a:pt x="102" y="0"/>
                  </a:lnTo>
                  <a:lnTo>
                    <a:pt x="105" y="0"/>
                  </a:lnTo>
                  <a:lnTo>
                    <a:pt x="105" y="0"/>
                  </a:lnTo>
                  <a:lnTo>
                    <a:pt x="105" y="0"/>
                  </a:lnTo>
                  <a:lnTo>
                    <a:pt x="105" y="0"/>
                  </a:lnTo>
                  <a:lnTo>
                    <a:pt x="107" y="0"/>
                  </a:lnTo>
                  <a:lnTo>
                    <a:pt x="107" y="0"/>
                  </a:lnTo>
                  <a:lnTo>
                    <a:pt x="107" y="0"/>
                  </a:lnTo>
                  <a:lnTo>
                    <a:pt x="107" y="0"/>
                  </a:lnTo>
                  <a:lnTo>
                    <a:pt x="109" y="0"/>
                  </a:lnTo>
                  <a:lnTo>
                    <a:pt x="109" y="0"/>
                  </a:lnTo>
                  <a:lnTo>
                    <a:pt x="112" y="0"/>
                  </a:lnTo>
                  <a:lnTo>
                    <a:pt x="112" y="0"/>
                  </a:lnTo>
                  <a:lnTo>
                    <a:pt x="112" y="0"/>
                  </a:lnTo>
                  <a:lnTo>
                    <a:pt x="112" y="0"/>
                  </a:lnTo>
                  <a:lnTo>
                    <a:pt x="114" y="0"/>
                  </a:lnTo>
                  <a:lnTo>
                    <a:pt x="114" y="0"/>
                  </a:lnTo>
                  <a:lnTo>
                    <a:pt x="114" y="0"/>
                  </a:lnTo>
                  <a:lnTo>
                    <a:pt x="114" y="2"/>
                  </a:lnTo>
                  <a:lnTo>
                    <a:pt x="116" y="2"/>
                  </a:lnTo>
                  <a:lnTo>
                    <a:pt x="116" y="2"/>
                  </a:lnTo>
                  <a:lnTo>
                    <a:pt x="119" y="2"/>
                  </a:lnTo>
                  <a:lnTo>
                    <a:pt x="119" y="2"/>
                  </a:lnTo>
                  <a:lnTo>
                    <a:pt x="119" y="2"/>
                  </a:lnTo>
                  <a:lnTo>
                    <a:pt x="119" y="2"/>
                  </a:lnTo>
                  <a:lnTo>
                    <a:pt x="121" y="2"/>
                  </a:lnTo>
                  <a:lnTo>
                    <a:pt x="121" y="2"/>
                  </a:lnTo>
                  <a:lnTo>
                    <a:pt x="121" y="5"/>
                  </a:lnTo>
                  <a:lnTo>
                    <a:pt x="121" y="5"/>
                  </a:lnTo>
                  <a:lnTo>
                    <a:pt x="124" y="5"/>
                  </a:lnTo>
                  <a:lnTo>
                    <a:pt x="124" y="5"/>
                  </a:lnTo>
                  <a:lnTo>
                    <a:pt x="124" y="5"/>
                  </a:lnTo>
                  <a:lnTo>
                    <a:pt x="126" y="5"/>
                  </a:lnTo>
                  <a:lnTo>
                    <a:pt x="126" y="7"/>
                  </a:lnTo>
                  <a:lnTo>
                    <a:pt x="126" y="7"/>
                  </a:lnTo>
                  <a:lnTo>
                    <a:pt x="126" y="7"/>
                  </a:lnTo>
                  <a:lnTo>
                    <a:pt x="126" y="7"/>
                  </a:lnTo>
                  <a:lnTo>
                    <a:pt x="128" y="7"/>
                  </a:lnTo>
                  <a:lnTo>
                    <a:pt x="128" y="7"/>
                  </a:lnTo>
                  <a:lnTo>
                    <a:pt x="128" y="7"/>
                  </a:lnTo>
                  <a:lnTo>
                    <a:pt x="128" y="9"/>
                  </a:lnTo>
                  <a:lnTo>
                    <a:pt x="131" y="9"/>
                  </a:lnTo>
                  <a:lnTo>
                    <a:pt x="131" y="9"/>
                  </a:lnTo>
                  <a:lnTo>
                    <a:pt x="131" y="9"/>
                  </a:lnTo>
                  <a:lnTo>
                    <a:pt x="133" y="9"/>
                  </a:lnTo>
                  <a:lnTo>
                    <a:pt x="133" y="9"/>
                  </a:lnTo>
                  <a:lnTo>
                    <a:pt x="133" y="9"/>
                  </a:lnTo>
                  <a:lnTo>
                    <a:pt x="133" y="9"/>
                  </a:lnTo>
                  <a:lnTo>
                    <a:pt x="135" y="9"/>
                  </a:lnTo>
                  <a:lnTo>
                    <a:pt x="135" y="9"/>
                  </a:lnTo>
                  <a:lnTo>
                    <a:pt x="135" y="12"/>
                  </a:lnTo>
                  <a:lnTo>
                    <a:pt x="138" y="12"/>
                  </a:lnTo>
                  <a:lnTo>
                    <a:pt x="138" y="12"/>
                  </a:lnTo>
                  <a:lnTo>
                    <a:pt x="138" y="12"/>
                  </a:lnTo>
                  <a:lnTo>
                    <a:pt x="138" y="12"/>
                  </a:lnTo>
                  <a:lnTo>
                    <a:pt x="140" y="12"/>
                  </a:lnTo>
                  <a:lnTo>
                    <a:pt x="140" y="14"/>
                  </a:lnTo>
                  <a:lnTo>
                    <a:pt x="140" y="14"/>
                  </a:lnTo>
                  <a:lnTo>
                    <a:pt x="140" y="14"/>
                  </a:lnTo>
                  <a:lnTo>
                    <a:pt x="142" y="14"/>
                  </a:lnTo>
                  <a:lnTo>
                    <a:pt x="142" y="14"/>
                  </a:lnTo>
                  <a:lnTo>
                    <a:pt x="142" y="14"/>
                  </a:lnTo>
                  <a:lnTo>
                    <a:pt x="145" y="14"/>
                  </a:lnTo>
                  <a:lnTo>
                    <a:pt x="145" y="17"/>
                  </a:lnTo>
                  <a:lnTo>
                    <a:pt x="145" y="17"/>
                  </a:lnTo>
                  <a:lnTo>
                    <a:pt x="145" y="17"/>
                  </a:lnTo>
                  <a:lnTo>
                    <a:pt x="145" y="17"/>
                  </a:lnTo>
                  <a:lnTo>
                    <a:pt x="147" y="17"/>
                  </a:lnTo>
                  <a:lnTo>
                    <a:pt x="147" y="17"/>
                  </a:lnTo>
                  <a:lnTo>
                    <a:pt x="147" y="19"/>
                  </a:lnTo>
                  <a:lnTo>
                    <a:pt x="147" y="19"/>
                  </a:lnTo>
                  <a:lnTo>
                    <a:pt x="150" y="19"/>
                  </a:lnTo>
                  <a:lnTo>
                    <a:pt x="150" y="19"/>
                  </a:lnTo>
                  <a:lnTo>
                    <a:pt x="150" y="19"/>
                  </a:lnTo>
                  <a:lnTo>
                    <a:pt x="152" y="19"/>
                  </a:lnTo>
                  <a:lnTo>
                    <a:pt x="152" y="19"/>
                  </a:lnTo>
                  <a:lnTo>
                    <a:pt x="152" y="19"/>
                  </a:lnTo>
                  <a:lnTo>
                    <a:pt x="152" y="19"/>
                  </a:lnTo>
                  <a:lnTo>
                    <a:pt x="152" y="21"/>
                  </a:lnTo>
                  <a:lnTo>
                    <a:pt x="154" y="21"/>
                  </a:lnTo>
                  <a:lnTo>
                    <a:pt x="154" y="21"/>
                  </a:lnTo>
                  <a:lnTo>
                    <a:pt x="154" y="21"/>
                  </a:lnTo>
                  <a:lnTo>
                    <a:pt x="154" y="21"/>
                  </a:lnTo>
                  <a:lnTo>
                    <a:pt x="157" y="21"/>
                  </a:lnTo>
                  <a:lnTo>
                    <a:pt x="157" y="21"/>
                  </a:lnTo>
                  <a:lnTo>
                    <a:pt x="157" y="24"/>
                  </a:lnTo>
                  <a:lnTo>
                    <a:pt x="159" y="24"/>
                  </a:lnTo>
                  <a:lnTo>
                    <a:pt x="159" y="24"/>
                  </a:lnTo>
                  <a:lnTo>
                    <a:pt x="159" y="24"/>
                  </a:lnTo>
                  <a:lnTo>
                    <a:pt x="159" y="24"/>
                  </a:lnTo>
                  <a:lnTo>
                    <a:pt x="161" y="24"/>
                  </a:lnTo>
                  <a:lnTo>
                    <a:pt x="161" y="26"/>
                  </a:lnTo>
                  <a:lnTo>
                    <a:pt x="161" y="26"/>
                  </a:lnTo>
                  <a:lnTo>
                    <a:pt x="161" y="26"/>
                  </a:lnTo>
                  <a:lnTo>
                    <a:pt x="161" y="26"/>
                  </a:lnTo>
                  <a:lnTo>
                    <a:pt x="164" y="26"/>
                  </a:lnTo>
                  <a:lnTo>
                    <a:pt x="164" y="26"/>
                  </a:lnTo>
                  <a:lnTo>
                    <a:pt x="164" y="28"/>
                  </a:lnTo>
                  <a:lnTo>
                    <a:pt x="166" y="28"/>
                  </a:lnTo>
                  <a:lnTo>
                    <a:pt x="166" y="28"/>
                  </a:lnTo>
                  <a:lnTo>
                    <a:pt x="166" y="28"/>
                  </a:lnTo>
                  <a:lnTo>
                    <a:pt x="166" y="28"/>
                  </a:lnTo>
                  <a:lnTo>
                    <a:pt x="168" y="28"/>
                  </a:lnTo>
                  <a:lnTo>
                    <a:pt x="168" y="28"/>
                  </a:lnTo>
                  <a:lnTo>
                    <a:pt x="168" y="31"/>
                  </a:lnTo>
                  <a:lnTo>
                    <a:pt x="171" y="31"/>
                  </a:lnTo>
                  <a:lnTo>
                    <a:pt x="171" y="31"/>
                  </a:lnTo>
                  <a:lnTo>
                    <a:pt x="171" y="31"/>
                  </a:lnTo>
                  <a:lnTo>
                    <a:pt x="171" y="31"/>
                  </a:lnTo>
                  <a:lnTo>
                    <a:pt x="173" y="31"/>
                  </a:lnTo>
                  <a:lnTo>
                    <a:pt x="173" y="31"/>
                  </a:lnTo>
                  <a:lnTo>
                    <a:pt x="173" y="31"/>
                  </a:lnTo>
                  <a:lnTo>
                    <a:pt x="173" y="31"/>
                  </a:lnTo>
                  <a:lnTo>
                    <a:pt x="176" y="31"/>
                  </a:lnTo>
                  <a:lnTo>
                    <a:pt x="176" y="33"/>
                  </a:lnTo>
                  <a:lnTo>
                    <a:pt x="176" y="33"/>
                  </a:lnTo>
                  <a:lnTo>
                    <a:pt x="178" y="33"/>
                  </a:lnTo>
                  <a:lnTo>
                    <a:pt x="178" y="33"/>
                  </a:lnTo>
                  <a:lnTo>
                    <a:pt x="178" y="33"/>
                  </a:lnTo>
                  <a:lnTo>
                    <a:pt x="178" y="33"/>
                  </a:lnTo>
                  <a:lnTo>
                    <a:pt x="180" y="33"/>
                  </a:lnTo>
                  <a:lnTo>
                    <a:pt x="180" y="35"/>
                  </a:lnTo>
                  <a:lnTo>
                    <a:pt x="180" y="35"/>
                  </a:lnTo>
                  <a:lnTo>
                    <a:pt x="180" y="35"/>
                  </a:lnTo>
                  <a:lnTo>
                    <a:pt x="180" y="35"/>
                  </a:lnTo>
                  <a:lnTo>
                    <a:pt x="183" y="35"/>
                  </a:lnTo>
                  <a:lnTo>
                    <a:pt x="183" y="35"/>
                  </a:lnTo>
                  <a:lnTo>
                    <a:pt x="183" y="38"/>
                  </a:lnTo>
                  <a:lnTo>
                    <a:pt x="185" y="38"/>
                  </a:lnTo>
                  <a:lnTo>
                    <a:pt x="185" y="38"/>
                  </a:lnTo>
                  <a:lnTo>
                    <a:pt x="185" y="40"/>
                  </a:lnTo>
                  <a:lnTo>
                    <a:pt x="185" y="40"/>
                  </a:lnTo>
                  <a:lnTo>
                    <a:pt x="185" y="40"/>
                  </a:lnTo>
                  <a:lnTo>
                    <a:pt x="185" y="40"/>
                  </a:lnTo>
                  <a:lnTo>
                    <a:pt x="185" y="43"/>
                  </a:lnTo>
                  <a:lnTo>
                    <a:pt x="185" y="43"/>
                  </a:lnTo>
                  <a:lnTo>
                    <a:pt x="185" y="45"/>
                  </a:lnTo>
                  <a:lnTo>
                    <a:pt x="185" y="45"/>
                  </a:lnTo>
                  <a:lnTo>
                    <a:pt x="187" y="45"/>
                  </a:lnTo>
                  <a:lnTo>
                    <a:pt x="187" y="45"/>
                  </a:lnTo>
                  <a:lnTo>
                    <a:pt x="187" y="45"/>
                  </a:lnTo>
                  <a:lnTo>
                    <a:pt x="190" y="45"/>
                  </a:lnTo>
                  <a:lnTo>
                    <a:pt x="190" y="45"/>
                  </a:lnTo>
                  <a:lnTo>
                    <a:pt x="192" y="45"/>
                  </a:lnTo>
                  <a:lnTo>
                    <a:pt x="192" y="45"/>
                  </a:lnTo>
                  <a:lnTo>
                    <a:pt x="192" y="45"/>
                  </a:lnTo>
                  <a:lnTo>
                    <a:pt x="192" y="45"/>
                  </a:lnTo>
                  <a:lnTo>
                    <a:pt x="195" y="45"/>
                  </a:lnTo>
                  <a:lnTo>
                    <a:pt x="195" y="45"/>
                  </a:lnTo>
                  <a:lnTo>
                    <a:pt x="195" y="45"/>
                  </a:lnTo>
                  <a:lnTo>
                    <a:pt x="197" y="45"/>
                  </a:lnTo>
                  <a:lnTo>
                    <a:pt x="197" y="45"/>
                  </a:lnTo>
                  <a:lnTo>
                    <a:pt x="199" y="45"/>
                  </a:lnTo>
                  <a:lnTo>
                    <a:pt x="199" y="47"/>
                  </a:lnTo>
                  <a:lnTo>
                    <a:pt x="199" y="47"/>
                  </a:lnTo>
                  <a:lnTo>
                    <a:pt x="197" y="47"/>
                  </a:lnTo>
                  <a:lnTo>
                    <a:pt x="197" y="50"/>
                  </a:lnTo>
                  <a:lnTo>
                    <a:pt x="197" y="50"/>
                  </a:lnTo>
                  <a:lnTo>
                    <a:pt x="197" y="50"/>
                  </a:lnTo>
                  <a:lnTo>
                    <a:pt x="197" y="52"/>
                  </a:lnTo>
                  <a:lnTo>
                    <a:pt x="197" y="52"/>
                  </a:lnTo>
                  <a:lnTo>
                    <a:pt x="197" y="54"/>
                  </a:lnTo>
                  <a:lnTo>
                    <a:pt x="197" y="54"/>
                  </a:lnTo>
                  <a:lnTo>
                    <a:pt x="197" y="57"/>
                  </a:lnTo>
                  <a:lnTo>
                    <a:pt x="197" y="57"/>
                  </a:lnTo>
                  <a:lnTo>
                    <a:pt x="197" y="59"/>
                  </a:lnTo>
                  <a:lnTo>
                    <a:pt x="197" y="59"/>
                  </a:lnTo>
                  <a:lnTo>
                    <a:pt x="197" y="59"/>
                  </a:lnTo>
                  <a:lnTo>
                    <a:pt x="197" y="59"/>
                  </a:lnTo>
                  <a:lnTo>
                    <a:pt x="197" y="62"/>
                  </a:lnTo>
                  <a:lnTo>
                    <a:pt x="197" y="62"/>
                  </a:lnTo>
                  <a:lnTo>
                    <a:pt x="197" y="64"/>
                  </a:lnTo>
                  <a:lnTo>
                    <a:pt x="197" y="64"/>
                  </a:lnTo>
                  <a:lnTo>
                    <a:pt x="197" y="64"/>
                  </a:lnTo>
                  <a:lnTo>
                    <a:pt x="197" y="66"/>
                  </a:lnTo>
                  <a:lnTo>
                    <a:pt x="199" y="66"/>
                  </a:lnTo>
                  <a:lnTo>
                    <a:pt x="199" y="66"/>
                  </a:lnTo>
                  <a:lnTo>
                    <a:pt x="199" y="66"/>
                  </a:lnTo>
                  <a:lnTo>
                    <a:pt x="199" y="66"/>
                  </a:lnTo>
                  <a:lnTo>
                    <a:pt x="202" y="66"/>
                  </a:lnTo>
                  <a:lnTo>
                    <a:pt x="202" y="66"/>
                  </a:lnTo>
                  <a:lnTo>
                    <a:pt x="202" y="69"/>
                  </a:lnTo>
                  <a:lnTo>
                    <a:pt x="204" y="69"/>
                  </a:lnTo>
                  <a:lnTo>
                    <a:pt x="204" y="69"/>
                  </a:lnTo>
                  <a:lnTo>
                    <a:pt x="204" y="69"/>
                  </a:lnTo>
                  <a:lnTo>
                    <a:pt x="204" y="69"/>
                  </a:lnTo>
                  <a:lnTo>
                    <a:pt x="206" y="69"/>
                  </a:lnTo>
                  <a:lnTo>
                    <a:pt x="206" y="69"/>
                  </a:lnTo>
                  <a:lnTo>
                    <a:pt x="206" y="69"/>
                  </a:lnTo>
                  <a:lnTo>
                    <a:pt x="206" y="69"/>
                  </a:lnTo>
                  <a:lnTo>
                    <a:pt x="209" y="69"/>
                  </a:lnTo>
                  <a:lnTo>
                    <a:pt x="209" y="69"/>
                  </a:lnTo>
                  <a:lnTo>
                    <a:pt x="209" y="71"/>
                  </a:lnTo>
                  <a:lnTo>
                    <a:pt x="211" y="71"/>
                  </a:lnTo>
                  <a:lnTo>
                    <a:pt x="211" y="71"/>
                  </a:lnTo>
                  <a:lnTo>
                    <a:pt x="211" y="71"/>
                  </a:lnTo>
                  <a:lnTo>
                    <a:pt x="211" y="71"/>
                  </a:lnTo>
                  <a:lnTo>
                    <a:pt x="213" y="71"/>
                  </a:lnTo>
                  <a:lnTo>
                    <a:pt x="213" y="71"/>
                  </a:lnTo>
                  <a:lnTo>
                    <a:pt x="213" y="71"/>
                  </a:lnTo>
                  <a:lnTo>
                    <a:pt x="213" y="73"/>
                  </a:lnTo>
                  <a:lnTo>
                    <a:pt x="216" y="73"/>
                  </a:lnTo>
                  <a:lnTo>
                    <a:pt x="216" y="73"/>
                  </a:lnTo>
                  <a:lnTo>
                    <a:pt x="218" y="73"/>
                  </a:lnTo>
                  <a:lnTo>
                    <a:pt x="218" y="73"/>
                  </a:lnTo>
                  <a:lnTo>
                    <a:pt x="218" y="73"/>
                  </a:lnTo>
                  <a:lnTo>
                    <a:pt x="218" y="73"/>
                  </a:lnTo>
                  <a:lnTo>
                    <a:pt x="221" y="73"/>
                  </a:lnTo>
                  <a:lnTo>
                    <a:pt x="221" y="76"/>
                  </a:lnTo>
                  <a:lnTo>
                    <a:pt x="221" y="76"/>
                  </a:lnTo>
                  <a:lnTo>
                    <a:pt x="221" y="76"/>
                  </a:lnTo>
                  <a:lnTo>
                    <a:pt x="223" y="76"/>
                  </a:lnTo>
                  <a:lnTo>
                    <a:pt x="223" y="76"/>
                  </a:lnTo>
                  <a:lnTo>
                    <a:pt x="225" y="76"/>
                  </a:lnTo>
                  <a:lnTo>
                    <a:pt x="225" y="76"/>
                  </a:lnTo>
                  <a:lnTo>
                    <a:pt x="225" y="76"/>
                  </a:lnTo>
                  <a:lnTo>
                    <a:pt x="228" y="76"/>
                  </a:lnTo>
                  <a:lnTo>
                    <a:pt x="228" y="76"/>
                  </a:lnTo>
                  <a:lnTo>
                    <a:pt x="228" y="76"/>
                  </a:lnTo>
                  <a:lnTo>
                    <a:pt x="228" y="76"/>
                  </a:lnTo>
                  <a:lnTo>
                    <a:pt x="230" y="76"/>
                  </a:lnTo>
                  <a:lnTo>
                    <a:pt x="230" y="76"/>
                  </a:lnTo>
                  <a:lnTo>
                    <a:pt x="232" y="76"/>
                  </a:lnTo>
                  <a:lnTo>
                    <a:pt x="232" y="76"/>
                  </a:lnTo>
                  <a:lnTo>
                    <a:pt x="232" y="76"/>
                  </a:lnTo>
                  <a:lnTo>
                    <a:pt x="235" y="76"/>
                  </a:lnTo>
                  <a:lnTo>
                    <a:pt x="235" y="76"/>
                  </a:lnTo>
                  <a:lnTo>
                    <a:pt x="235" y="76"/>
                  </a:lnTo>
                  <a:lnTo>
                    <a:pt x="237" y="76"/>
                  </a:lnTo>
                  <a:lnTo>
                    <a:pt x="237" y="76"/>
                  </a:lnTo>
                  <a:lnTo>
                    <a:pt x="239" y="76"/>
                  </a:lnTo>
                  <a:lnTo>
                    <a:pt x="239" y="76"/>
                  </a:lnTo>
                  <a:lnTo>
                    <a:pt x="239" y="76"/>
                  </a:lnTo>
                  <a:lnTo>
                    <a:pt x="242" y="76"/>
                  </a:lnTo>
                  <a:lnTo>
                    <a:pt x="242" y="76"/>
                  </a:lnTo>
                  <a:lnTo>
                    <a:pt x="244" y="76"/>
                  </a:lnTo>
                  <a:lnTo>
                    <a:pt x="244" y="76"/>
                  </a:lnTo>
                  <a:lnTo>
                    <a:pt x="244" y="76"/>
                  </a:lnTo>
                  <a:lnTo>
                    <a:pt x="244" y="78"/>
                  </a:lnTo>
                  <a:lnTo>
                    <a:pt x="247" y="78"/>
                  </a:lnTo>
                  <a:lnTo>
                    <a:pt x="247" y="78"/>
                  </a:lnTo>
                  <a:lnTo>
                    <a:pt x="247" y="78"/>
                  </a:lnTo>
                  <a:lnTo>
                    <a:pt x="249" y="78"/>
                  </a:lnTo>
                  <a:lnTo>
                    <a:pt x="249" y="78"/>
                  </a:lnTo>
                  <a:lnTo>
                    <a:pt x="251" y="78"/>
                  </a:lnTo>
                  <a:lnTo>
                    <a:pt x="251" y="78"/>
                  </a:lnTo>
                  <a:lnTo>
                    <a:pt x="251" y="78"/>
                  </a:lnTo>
                  <a:lnTo>
                    <a:pt x="254" y="78"/>
                  </a:lnTo>
                  <a:lnTo>
                    <a:pt x="254" y="78"/>
                  </a:lnTo>
                  <a:lnTo>
                    <a:pt x="254" y="78"/>
                  </a:lnTo>
                  <a:lnTo>
                    <a:pt x="256" y="78"/>
                  </a:lnTo>
                  <a:lnTo>
                    <a:pt x="256" y="78"/>
                  </a:lnTo>
                  <a:lnTo>
                    <a:pt x="258" y="78"/>
                  </a:lnTo>
                  <a:lnTo>
                    <a:pt x="258" y="78"/>
                  </a:lnTo>
                  <a:lnTo>
                    <a:pt x="258" y="78"/>
                  </a:lnTo>
                  <a:lnTo>
                    <a:pt x="261" y="78"/>
                  </a:lnTo>
                  <a:lnTo>
                    <a:pt x="261" y="78"/>
                  </a:lnTo>
                  <a:lnTo>
                    <a:pt x="261" y="78"/>
                  </a:lnTo>
                  <a:lnTo>
                    <a:pt x="261" y="78"/>
                  </a:lnTo>
                  <a:lnTo>
                    <a:pt x="263" y="78"/>
                  </a:lnTo>
                  <a:lnTo>
                    <a:pt x="263" y="78"/>
                  </a:lnTo>
                  <a:lnTo>
                    <a:pt x="266" y="78"/>
                  </a:lnTo>
                  <a:lnTo>
                    <a:pt x="266" y="78"/>
                  </a:lnTo>
                  <a:lnTo>
                    <a:pt x="266" y="78"/>
                  </a:lnTo>
                  <a:lnTo>
                    <a:pt x="266" y="78"/>
                  </a:lnTo>
                  <a:lnTo>
                    <a:pt x="268" y="78"/>
                  </a:lnTo>
                  <a:lnTo>
                    <a:pt x="268" y="78"/>
                  </a:lnTo>
                  <a:lnTo>
                    <a:pt x="268" y="78"/>
                  </a:lnTo>
                  <a:lnTo>
                    <a:pt x="268" y="78"/>
                  </a:lnTo>
                  <a:lnTo>
                    <a:pt x="268" y="78"/>
                  </a:lnTo>
                  <a:lnTo>
                    <a:pt x="270" y="78"/>
                  </a:lnTo>
                  <a:lnTo>
                    <a:pt x="270" y="78"/>
                  </a:lnTo>
                  <a:lnTo>
                    <a:pt x="273" y="78"/>
                  </a:lnTo>
                  <a:lnTo>
                    <a:pt x="273" y="78"/>
                  </a:lnTo>
                  <a:lnTo>
                    <a:pt x="273" y="78"/>
                  </a:lnTo>
                  <a:lnTo>
                    <a:pt x="275" y="78"/>
                  </a:lnTo>
                  <a:lnTo>
                    <a:pt x="275" y="78"/>
                  </a:lnTo>
                  <a:lnTo>
                    <a:pt x="277" y="78"/>
                  </a:lnTo>
                  <a:lnTo>
                    <a:pt x="277" y="81"/>
                  </a:lnTo>
                  <a:lnTo>
                    <a:pt x="277" y="81"/>
                  </a:lnTo>
                  <a:lnTo>
                    <a:pt x="277" y="81"/>
                  </a:lnTo>
                  <a:lnTo>
                    <a:pt x="280" y="81"/>
                  </a:lnTo>
                  <a:lnTo>
                    <a:pt x="280" y="81"/>
                  </a:lnTo>
                  <a:lnTo>
                    <a:pt x="280" y="81"/>
                  </a:lnTo>
                  <a:lnTo>
                    <a:pt x="280" y="81"/>
                  </a:lnTo>
                  <a:lnTo>
                    <a:pt x="280" y="83"/>
                  </a:lnTo>
                  <a:lnTo>
                    <a:pt x="282" y="83"/>
                  </a:lnTo>
                  <a:lnTo>
                    <a:pt x="282" y="83"/>
                  </a:lnTo>
                  <a:lnTo>
                    <a:pt x="282" y="83"/>
                  </a:lnTo>
                  <a:lnTo>
                    <a:pt x="282" y="85"/>
                  </a:lnTo>
                  <a:lnTo>
                    <a:pt x="282" y="85"/>
                  </a:lnTo>
                  <a:lnTo>
                    <a:pt x="282" y="88"/>
                  </a:lnTo>
                  <a:lnTo>
                    <a:pt x="282" y="88"/>
                  </a:lnTo>
                  <a:lnTo>
                    <a:pt x="282" y="90"/>
                  </a:lnTo>
                  <a:lnTo>
                    <a:pt x="284" y="90"/>
                  </a:lnTo>
                  <a:lnTo>
                    <a:pt x="284" y="90"/>
                  </a:lnTo>
                  <a:lnTo>
                    <a:pt x="284" y="90"/>
                  </a:lnTo>
                  <a:lnTo>
                    <a:pt x="284" y="90"/>
                  </a:lnTo>
                  <a:lnTo>
                    <a:pt x="284" y="90"/>
                  </a:lnTo>
                  <a:lnTo>
                    <a:pt x="284" y="92"/>
                  </a:lnTo>
                  <a:lnTo>
                    <a:pt x="287" y="92"/>
                  </a:lnTo>
                  <a:lnTo>
                    <a:pt x="287" y="92"/>
                  </a:lnTo>
                  <a:lnTo>
                    <a:pt x="287" y="92"/>
                  </a:lnTo>
                  <a:lnTo>
                    <a:pt x="289" y="92"/>
                  </a:lnTo>
                  <a:lnTo>
                    <a:pt x="289" y="92"/>
                  </a:lnTo>
                  <a:lnTo>
                    <a:pt x="292" y="92"/>
                  </a:lnTo>
                  <a:lnTo>
                    <a:pt x="292" y="92"/>
                  </a:lnTo>
                  <a:lnTo>
                    <a:pt x="292" y="92"/>
                  </a:lnTo>
                  <a:lnTo>
                    <a:pt x="294" y="92"/>
                  </a:lnTo>
                  <a:lnTo>
                    <a:pt x="294" y="92"/>
                  </a:lnTo>
                  <a:lnTo>
                    <a:pt x="294" y="92"/>
                  </a:lnTo>
                  <a:lnTo>
                    <a:pt x="296" y="92"/>
                  </a:lnTo>
                  <a:lnTo>
                    <a:pt x="296" y="92"/>
                  </a:lnTo>
                  <a:lnTo>
                    <a:pt x="299" y="92"/>
                  </a:lnTo>
                  <a:lnTo>
                    <a:pt x="299" y="92"/>
                  </a:lnTo>
                  <a:lnTo>
                    <a:pt x="299" y="92"/>
                  </a:lnTo>
                  <a:lnTo>
                    <a:pt x="301" y="92"/>
                  </a:lnTo>
                  <a:lnTo>
                    <a:pt x="301" y="92"/>
                  </a:lnTo>
                  <a:lnTo>
                    <a:pt x="301" y="92"/>
                  </a:lnTo>
                  <a:lnTo>
                    <a:pt x="301" y="92"/>
                  </a:lnTo>
                  <a:lnTo>
                    <a:pt x="303" y="92"/>
                  </a:lnTo>
                  <a:lnTo>
                    <a:pt x="303" y="95"/>
                  </a:lnTo>
                  <a:lnTo>
                    <a:pt x="303" y="95"/>
                  </a:lnTo>
                  <a:lnTo>
                    <a:pt x="303" y="95"/>
                  </a:lnTo>
                  <a:lnTo>
                    <a:pt x="303" y="97"/>
                  </a:lnTo>
                  <a:lnTo>
                    <a:pt x="303" y="97"/>
                  </a:lnTo>
                  <a:lnTo>
                    <a:pt x="303" y="97"/>
                  </a:lnTo>
                  <a:lnTo>
                    <a:pt x="303" y="99"/>
                  </a:lnTo>
                  <a:lnTo>
                    <a:pt x="303" y="99"/>
                  </a:lnTo>
                  <a:lnTo>
                    <a:pt x="306" y="99"/>
                  </a:lnTo>
                  <a:lnTo>
                    <a:pt x="306" y="99"/>
                  </a:lnTo>
                  <a:lnTo>
                    <a:pt x="306" y="99"/>
                  </a:lnTo>
                  <a:lnTo>
                    <a:pt x="306" y="99"/>
                  </a:lnTo>
                  <a:lnTo>
                    <a:pt x="306" y="102"/>
                  </a:lnTo>
                  <a:lnTo>
                    <a:pt x="306" y="102"/>
                  </a:lnTo>
                  <a:lnTo>
                    <a:pt x="306" y="104"/>
                  </a:lnTo>
                  <a:lnTo>
                    <a:pt x="306" y="104"/>
                  </a:lnTo>
                  <a:lnTo>
                    <a:pt x="306" y="104"/>
                  </a:lnTo>
                  <a:lnTo>
                    <a:pt x="308" y="104"/>
                  </a:lnTo>
                  <a:lnTo>
                    <a:pt x="308" y="104"/>
                  </a:lnTo>
                  <a:lnTo>
                    <a:pt x="308" y="107"/>
                  </a:lnTo>
                  <a:lnTo>
                    <a:pt x="311" y="107"/>
                  </a:lnTo>
                  <a:lnTo>
                    <a:pt x="311" y="107"/>
                  </a:lnTo>
                  <a:lnTo>
                    <a:pt x="308" y="107"/>
                  </a:lnTo>
                  <a:lnTo>
                    <a:pt x="308" y="109"/>
                  </a:lnTo>
                  <a:lnTo>
                    <a:pt x="311" y="109"/>
                  </a:lnTo>
                  <a:lnTo>
                    <a:pt x="311" y="109"/>
                  </a:lnTo>
                  <a:lnTo>
                    <a:pt x="311" y="109"/>
                  </a:lnTo>
                  <a:lnTo>
                    <a:pt x="311" y="109"/>
                  </a:lnTo>
                  <a:lnTo>
                    <a:pt x="311" y="109"/>
                  </a:lnTo>
                  <a:lnTo>
                    <a:pt x="311" y="111"/>
                  </a:lnTo>
                  <a:lnTo>
                    <a:pt x="311" y="111"/>
                  </a:lnTo>
                  <a:lnTo>
                    <a:pt x="311" y="114"/>
                  </a:lnTo>
                  <a:lnTo>
                    <a:pt x="311" y="114"/>
                  </a:lnTo>
                  <a:lnTo>
                    <a:pt x="311" y="116"/>
                  </a:lnTo>
                  <a:lnTo>
                    <a:pt x="313" y="116"/>
                  </a:lnTo>
                  <a:lnTo>
                    <a:pt x="313" y="116"/>
                  </a:lnTo>
                  <a:lnTo>
                    <a:pt x="313" y="116"/>
                  </a:lnTo>
                  <a:lnTo>
                    <a:pt x="313" y="116"/>
                  </a:lnTo>
                  <a:lnTo>
                    <a:pt x="315" y="116"/>
                  </a:lnTo>
                  <a:lnTo>
                    <a:pt x="315" y="116"/>
                  </a:lnTo>
                  <a:lnTo>
                    <a:pt x="315" y="118"/>
                  </a:lnTo>
                  <a:lnTo>
                    <a:pt x="318" y="118"/>
                  </a:lnTo>
                  <a:lnTo>
                    <a:pt x="318" y="118"/>
                  </a:lnTo>
                  <a:lnTo>
                    <a:pt x="318" y="118"/>
                  </a:lnTo>
                  <a:lnTo>
                    <a:pt x="320" y="118"/>
                  </a:lnTo>
                  <a:lnTo>
                    <a:pt x="320" y="118"/>
                  </a:lnTo>
                  <a:lnTo>
                    <a:pt x="320" y="118"/>
                  </a:lnTo>
                  <a:lnTo>
                    <a:pt x="320" y="118"/>
                  </a:lnTo>
                  <a:lnTo>
                    <a:pt x="320" y="121"/>
                  </a:lnTo>
                  <a:lnTo>
                    <a:pt x="320" y="121"/>
                  </a:lnTo>
                  <a:lnTo>
                    <a:pt x="320" y="123"/>
                  </a:lnTo>
                  <a:lnTo>
                    <a:pt x="320" y="123"/>
                  </a:lnTo>
                  <a:lnTo>
                    <a:pt x="320" y="123"/>
                  </a:lnTo>
                  <a:lnTo>
                    <a:pt x="320" y="126"/>
                  </a:lnTo>
                  <a:lnTo>
                    <a:pt x="322" y="126"/>
                  </a:lnTo>
                  <a:lnTo>
                    <a:pt x="322" y="126"/>
                  </a:lnTo>
                  <a:lnTo>
                    <a:pt x="322" y="126"/>
                  </a:lnTo>
                  <a:lnTo>
                    <a:pt x="322" y="126"/>
                  </a:lnTo>
                  <a:lnTo>
                    <a:pt x="322" y="123"/>
                  </a:lnTo>
                  <a:lnTo>
                    <a:pt x="322" y="123"/>
                  </a:lnTo>
                  <a:lnTo>
                    <a:pt x="322" y="121"/>
                  </a:lnTo>
                  <a:lnTo>
                    <a:pt x="325" y="121"/>
                  </a:lnTo>
                  <a:lnTo>
                    <a:pt x="325" y="121"/>
                  </a:lnTo>
                  <a:lnTo>
                    <a:pt x="325" y="121"/>
                  </a:lnTo>
                  <a:lnTo>
                    <a:pt x="325" y="123"/>
                  </a:lnTo>
                  <a:lnTo>
                    <a:pt x="327" y="123"/>
                  </a:lnTo>
                  <a:lnTo>
                    <a:pt x="327" y="123"/>
                  </a:lnTo>
                  <a:lnTo>
                    <a:pt x="327" y="123"/>
                  </a:lnTo>
                  <a:lnTo>
                    <a:pt x="327" y="123"/>
                  </a:lnTo>
                  <a:lnTo>
                    <a:pt x="327" y="123"/>
                  </a:lnTo>
                  <a:lnTo>
                    <a:pt x="327" y="123"/>
                  </a:lnTo>
                  <a:lnTo>
                    <a:pt x="325" y="123"/>
                  </a:lnTo>
                  <a:lnTo>
                    <a:pt x="325" y="126"/>
                  </a:lnTo>
                  <a:lnTo>
                    <a:pt x="325" y="126"/>
                  </a:lnTo>
                  <a:lnTo>
                    <a:pt x="327" y="126"/>
                  </a:lnTo>
                  <a:lnTo>
                    <a:pt x="327" y="128"/>
                  </a:lnTo>
                  <a:lnTo>
                    <a:pt x="327" y="128"/>
                  </a:lnTo>
                  <a:lnTo>
                    <a:pt x="327" y="128"/>
                  </a:lnTo>
                  <a:lnTo>
                    <a:pt x="327" y="128"/>
                  </a:lnTo>
                  <a:lnTo>
                    <a:pt x="327" y="128"/>
                  </a:lnTo>
                  <a:lnTo>
                    <a:pt x="327" y="130"/>
                  </a:lnTo>
                  <a:lnTo>
                    <a:pt x="327" y="130"/>
                  </a:lnTo>
                  <a:lnTo>
                    <a:pt x="327" y="133"/>
                  </a:lnTo>
                  <a:lnTo>
                    <a:pt x="329" y="133"/>
                  </a:lnTo>
                  <a:lnTo>
                    <a:pt x="329" y="133"/>
                  </a:lnTo>
                  <a:lnTo>
                    <a:pt x="329" y="133"/>
                  </a:lnTo>
                  <a:lnTo>
                    <a:pt x="332" y="133"/>
                  </a:lnTo>
                  <a:lnTo>
                    <a:pt x="332" y="133"/>
                  </a:lnTo>
                  <a:lnTo>
                    <a:pt x="332" y="135"/>
                  </a:lnTo>
                  <a:lnTo>
                    <a:pt x="332" y="135"/>
                  </a:lnTo>
                  <a:lnTo>
                    <a:pt x="334" y="135"/>
                  </a:lnTo>
                  <a:lnTo>
                    <a:pt x="334" y="135"/>
                  </a:lnTo>
                  <a:lnTo>
                    <a:pt x="334" y="135"/>
                  </a:lnTo>
                  <a:lnTo>
                    <a:pt x="334" y="135"/>
                  </a:lnTo>
                  <a:lnTo>
                    <a:pt x="334" y="137"/>
                  </a:lnTo>
                  <a:lnTo>
                    <a:pt x="337" y="137"/>
                  </a:lnTo>
                  <a:lnTo>
                    <a:pt x="337" y="137"/>
                  </a:lnTo>
                  <a:lnTo>
                    <a:pt x="337" y="137"/>
                  </a:lnTo>
                  <a:lnTo>
                    <a:pt x="337" y="137"/>
                  </a:lnTo>
                  <a:lnTo>
                    <a:pt x="339" y="137"/>
                  </a:lnTo>
                  <a:lnTo>
                    <a:pt x="339" y="140"/>
                  </a:lnTo>
                  <a:lnTo>
                    <a:pt x="339" y="140"/>
                  </a:lnTo>
                  <a:lnTo>
                    <a:pt x="339" y="140"/>
                  </a:lnTo>
                  <a:lnTo>
                    <a:pt x="339" y="142"/>
                  </a:lnTo>
                  <a:lnTo>
                    <a:pt x="339" y="142"/>
                  </a:lnTo>
                  <a:lnTo>
                    <a:pt x="337" y="142"/>
                  </a:lnTo>
                  <a:lnTo>
                    <a:pt x="337" y="142"/>
                  </a:lnTo>
                  <a:lnTo>
                    <a:pt x="339" y="142"/>
                  </a:lnTo>
                  <a:lnTo>
                    <a:pt x="339" y="144"/>
                  </a:lnTo>
                  <a:lnTo>
                    <a:pt x="339" y="144"/>
                  </a:lnTo>
                  <a:lnTo>
                    <a:pt x="339" y="142"/>
                  </a:lnTo>
                  <a:lnTo>
                    <a:pt x="339" y="142"/>
                  </a:lnTo>
                  <a:lnTo>
                    <a:pt x="339" y="144"/>
                  </a:lnTo>
                  <a:lnTo>
                    <a:pt x="339" y="144"/>
                  </a:lnTo>
                  <a:lnTo>
                    <a:pt x="339" y="144"/>
                  </a:lnTo>
                  <a:lnTo>
                    <a:pt x="339" y="147"/>
                  </a:lnTo>
                  <a:lnTo>
                    <a:pt x="339" y="147"/>
                  </a:lnTo>
                  <a:lnTo>
                    <a:pt x="339" y="147"/>
                  </a:lnTo>
                  <a:lnTo>
                    <a:pt x="339" y="149"/>
                  </a:lnTo>
                  <a:lnTo>
                    <a:pt x="339" y="149"/>
                  </a:lnTo>
                  <a:lnTo>
                    <a:pt x="339" y="149"/>
                  </a:lnTo>
                  <a:lnTo>
                    <a:pt x="339" y="152"/>
                  </a:lnTo>
                  <a:lnTo>
                    <a:pt x="339" y="152"/>
                  </a:lnTo>
                  <a:lnTo>
                    <a:pt x="339" y="152"/>
                  </a:lnTo>
                  <a:lnTo>
                    <a:pt x="339" y="154"/>
                  </a:lnTo>
                  <a:lnTo>
                    <a:pt x="339" y="154"/>
                  </a:lnTo>
                  <a:lnTo>
                    <a:pt x="339" y="154"/>
                  </a:lnTo>
                  <a:lnTo>
                    <a:pt x="339" y="156"/>
                  </a:lnTo>
                  <a:lnTo>
                    <a:pt x="339" y="156"/>
                  </a:lnTo>
                  <a:lnTo>
                    <a:pt x="339" y="159"/>
                  </a:lnTo>
                  <a:lnTo>
                    <a:pt x="339" y="159"/>
                  </a:lnTo>
                  <a:lnTo>
                    <a:pt x="337" y="159"/>
                  </a:lnTo>
                  <a:lnTo>
                    <a:pt x="337" y="159"/>
                  </a:lnTo>
                  <a:lnTo>
                    <a:pt x="339" y="159"/>
                  </a:lnTo>
                  <a:lnTo>
                    <a:pt x="339" y="161"/>
                  </a:lnTo>
                  <a:lnTo>
                    <a:pt x="339" y="161"/>
                  </a:lnTo>
                  <a:lnTo>
                    <a:pt x="339" y="161"/>
                  </a:lnTo>
                  <a:lnTo>
                    <a:pt x="339" y="163"/>
                  </a:lnTo>
                  <a:lnTo>
                    <a:pt x="339" y="163"/>
                  </a:lnTo>
                  <a:lnTo>
                    <a:pt x="339" y="163"/>
                  </a:lnTo>
                  <a:lnTo>
                    <a:pt x="341" y="163"/>
                  </a:lnTo>
                  <a:lnTo>
                    <a:pt x="341" y="166"/>
                  </a:lnTo>
                  <a:lnTo>
                    <a:pt x="341" y="166"/>
                  </a:lnTo>
                  <a:lnTo>
                    <a:pt x="341" y="168"/>
                  </a:lnTo>
                  <a:lnTo>
                    <a:pt x="341" y="168"/>
                  </a:lnTo>
                  <a:lnTo>
                    <a:pt x="341" y="168"/>
                  </a:lnTo>
                  <a:lnTo>
                    <a:pt x="341" y="168"/>
                  </a:lnTo>
                  <a:lnTo>
                    <a:pt x="344" y="168"/>
                  </a:lnTo>
                  <a:lnTo>
                    <a:pt x="344" y="168"/>
                  </a:lnTo>
                  <a:lnTo>
                    <a:pt x="344" y="168"/>
                  </a:lnTo>
                  <a:lnTo>
                    <a:pt x="344" y="171"/>
                  </a:lnTo>
                  <a:lnTo>
                    <a:pt x="346" y="171"/>
                  </a:lnTo>
                  <a:lnTo>
                    <a:pt x="346" y="171"/>
                  </a:lnTo>
                  <a:lnTo>
                    <a:pt x="346" y="171"/>
                  </a:lnTo>
                  <a:lnTo>
                    <a:pt x="346" y="173"/>
                  </a:lnTo>
                  <a:lnTo>
                    <a:pt x="346" y="173"/>
                  </a:lnTo>
                  <a:lnTo>
                    <a:pt x="346" y="175"/>
                  </a:lnTo>
                  <a:lnTo>
                    <a:pt x="346" y="175"/>
                  </a:lnTo>
                  <a:lnTo>
                    <a:pt x="346" y="178"/>
                  </a:lnTo>
                  <a:lnTo>
                    <a:pt x="346" y="178"/>
                  </a:lnTo>
                  <a:lnTo>
                    <a:pt x="346" y="178"/>
                  </a:lnTo>
                  <a:lnTo>
                    <a:pt x="346" y="178"/>
                  </a:lnTo>
                  <a:lnTo>
                    <a:pt x="346" y="180"/>
                  </a:lnTo>
                  <a:lnTo>
                    <a:pt x="348" y="180"/>
                  </a:lnTo>
                  <a:lnTo>
                    <a:pt x="348" y="180"/>
                  </a:lnTo>
                  <a:lnTo>
                    <a:pt x="348" y="180"/>
                  </a:lnTo>
                  <a:lnTo>
                    <a:pt x="348" y="182"/>
                  </a:lnTo>
                  <a:lnTo>
                    <a:pt x="351" y="182"/>
                  </a:lnTo>
                  <a:lnTo>
                    <a:pt x="351" y="182"/>
                  </a:lnTo>
                  <a:lnTo>
                    <a:pt x="351" y="185"/>
                  </a:lnTo>
                  <a:lnTo>
                    <a:pt x="351" y="185"/>
                  </a:lnTo>
                  <a:lnTo>
                    <a:pt x="351" y="185"/>
                  </a:lnTo>
                  <a:lnTo>
                    <a:pt x="351" y="187"/>
                  </a:lnTo>
                  <a:lnTo>
                    <a:pt x="351" y="187"/>
                  </a:lnTo>
                  <a:lnTo>
                    <a:pt x="351" y="187"/>
                  </a:lnTo>
                  <a:lnTo>
                    <a:pt x="351" y="187"/>
                  </a:lnTo>
                  <a:lnTo>
                    <a:pt x="353" y="187"/>
                  </a:lnTo>
                  <a:lnTo>
                    <a:pt x="353" y="190"/>
                  </a:lnTo>
                  <a:lnTo>
                    <a:pt x="353" y="190"/>
                  </a:lnTo>
                  <a:lnTo>
                    <a:pt x="353" y="190"/>
                  </a:lnTo>
                  <a:lnTo>
                    <a:pt x="353" y="190"/>
                  </a:lnTo>
                  <a:lnTo>
                    <a:pt x="353" y="192"/>
                  </a:lnTo>
                  <a:lnTo>
                    <a:pt x="355" y="192"/>
                  </a:lnTo>
                  <a:lnTo>
                    <a:pt x="355" y="192"/>
                  </a:lnTo>
                  <a:lnTo>
                    <a:pt x="355" y="192"/>
                  </a:lnTo>
                  <a:lnTo>
                    <a:pt x="358" y="192"/>
                  </a:lnTo>
                  <a:lnTo>
                    <a:pt x="358" y="192"/>
                  </a:lnTo>
                  <a:lnTo>
                    <a:pt x="358" y="194"/>
                  </a:lnTo>
                  <a:lnTo>
                    <a:pt x="358" y="194"/>
                  </a:lnTo>
                  <a:lnTo>
                    <a:pt x="358" y="194"/>
                  </a:lnTo>
                  <a:lnTo>
                    <a:pt x="358" y="197"/>
                  </a:lnTo>
                  <a:lnTo>
                    <a:pt x="358" y="197"/>
                  </a:lnTo>
                  <a:lnTo>
                    <a:pt x="358" y="197"/>
                  </a:lnTo>
                  <a:lnTo>
                    <a:pt x="358" y="199"/>
                  </a:lnTo>
                  <a:lnTo>
                    <a:pt x="358" y="199"/>
                  </a:lnTo>
                  <a:lnTo>
                    <a:pt x="358" y="201"/>
                  </a:lnTo>
                  <a:lnTo>
                    <a:pt x="360" y="201"/>
                  </a:lnTo>
                  <a:lnTo>
                    <a:pt x="360" y="201"/>
                  </a:lnTo>
                  <a:lnTo>
                    <a:pt x="360" y="201"/>
                  </a:lnTo>
                  <a:lnTo>
                    <a:pt x="360" y="201"/>
                  </a:lnTo>
                  <a:lnTo>
                    <a:pt x="360" y="204"/>
                  </a:lnTo>
                  <a:lnTo>
                    <a:pt x="363" y="204"/>
                  </a:lnTo>
                  <a:lnTo>
                    <a:pt x="363" y="204"/>
                  </a:lnTo>
                  <a:lnTo>
                    <a:pt x="363" y="204"/>
                  </a:lnTo>
                  <a:lnTo>
                    <a:pt x="365" y="204"/>
                  </a:lnTo>
                  <a:lnTo>
                    <a:pt x="365" y="206"/>
                  </a:lnTo>
                  <a:lnTo>
                    <a:pt x="365" y="206"/>
                  </a:lnTo>
                  <a:lnTo>
                    <a:pt x="365" y="206"/>
                  </a:lnTo>
                  <a:lnTo>
                    <a:pt x="365" y="206"/>
                  </a:lnTo>
                  <a:lnTo>
                    <a:pt x="367" y="206"/>
                  </a:lnTo>
                  <a:lnTo>
                    <a:pt x="367" y="208"/>
                  </a:lnTo>
                  <a:lnTo>
                    <a:pt x="367" y="208"/>
                  </a:lnTo>
                  <a:lnTo>
                    <a:pt x="367" y="208"/>
                  </a:lnTo>
                  <a:lnTo>
                    <a:pt x="367" y="208"/>
                  </a:lnTo>
                  <a:lnTo>
                    <a:pt x="370" y="208"/>
                  </a:lnTo>
                  <a:lnTo>
                    <a:pt x="370" y="208"/>
                  </a:lnTo>
                  <a:lnTo>
                    <a:pt x="370" y="208"/>
                  </a:lnTo>
                  <a:lnTo>
                    <a:pt x="372" y="208"/>
                  </a:lnTo>
                  <a:lnTo>
                    <a:pt x="372" y="211"/>
                  </a:lnTo>
                  <a:lnTo>
                    <a:pt x="372" y="211"/>
                  </a:lnTo>
                  <a:lnTo>
                    <a:pt x="372" y="211"/>
                  </a:lnTo>
                  <a:lnTo>
                    <a:pt x="372" y="213"/>
                  </a:lnTo>
                  <a:lnTo>
                    <a:pt x="372" y="213"/>
                  </a:lnTo>
                  <a:lnTo>
                    <a:pt x="372" y="216"/>
                  </a:lnTo>
                  <a:lnTo>
                    <a:pt x="372" y="216"/>
                  </a:lnTo>
                  <a:lnTo>
                    <a:pt x="372" y="216"/>
                  </a:lnTo>
                  <a:lnTo>
                    <a:pt x="374" y="216"/>
                  </a:lnTo>
                  <a:lnTo>
                    <a:pt x="374" y="218"/>
                  </a:lnTo>
                  <a:lnTo>
                    <a:pt x="374" y="218"/>
                  </a:lnTo>
                  <a:lnTo>
                    <a:pt x="374" y="218"/>
                  </a:lnTo>
                  <a:lnTo>
                    <a:pt x="374" y="218"/>
                  </a:lnTo>
                  <a:lnTo>
                    <a:pt x="374" y="220"/>
                  </a:lnTo>
                  <a:lnTo>
                    <a:pt x="374" y="220"/>
                  </a:lnTo>
                  <a:lnTo>
                    <a:pt x="374" y="223"/>
                  </a:lnTo>
                  <a:lnTo>
                    <a:pt x="374" y="223"/>
                  </a:lnTo>
                  <a:lnTo>
                    <a:pt x="374" y="223"/>
                  </a:lnTo>
                  <a:lnTo>
                    <a:pt x="374" y="225"/>
                  </a:lnTo>
                  <a:lnTo>
                    <a:pt x="374" y="225"/>
                  </a:lnTo>
                  <a:lnTo>
                    <a:pt x="374" y="227"/>
                  </a:lnTo>
                  <a:lnTo>
                    <a:pt x="377" y="227"/>
                  </a:lnTo>
                  <a:lnTo>
                    <a:pt x="377" y="227"/>
                  </a:lnTo>
                  <a:lnTo>
                    <a:pt x="377" y="227"/>
                  </a:lnTo>
                  <a:lnTo>
                    <a:pt x="377" y="230"/>
                  </a:lnTo>
                  <a:lnTo>
                    <a:pt x="377" y="230"/>
                  </a:lnTo>
                  <a:lnTo>
                    <a:pt x="377" y="230"/>
                  </a:lnTo>
                  <a:lnTo>
                    <a:pt x="377" y="232"/>
                  </a:lnTo>
                  <a:lnTo>
                    <a:pt x="377" y="232"/>
                  </a:lnTo>
                  <a:lnTo>
                    <a:pt x="379" y="232"/>
                  </a:lnTo>
                  <a:lnTo>
                    <a:pt x="379" y="232"/>
                  </a:lnTo>
                  <a:lnTo>
                    <a:pt x="379" y="232"/>
                  </a:lnTo>
                  <a:lnTo>
                    <a:pt x="379" y="235"/>
                  </a:lnTo>
                  <a:lnTo>
                    <a:pt x="382" y="235"/>
                  </a:lnTo>
                  <a:lnTo>
                    <a:pt x="382" y="235"/>
                  </a:lnTo>
                  <a:lnTo>
                    <a:pt x="384" y="235"/>
                  </a:lnTo>
                  <a:lnTo>
                    <a:pt x="384" y="235"/>
                  </a:lnTo>
                  <a:lnTo>
                    <a:pt x="384" y="235"/>
                  </a:lnTo>
                  <a:lnTo>
                    <a:pt x="386" y="235"/>
                  </a:lnTo>
                  <a:lnTo>
                    <a:pt x="386" y="235"/>
                  </a:lnTo>
                  <a:lnTo>
                    <a:pt x="386" y="235"/>
                  </a:lnTo>
                  <a:lnTo>
                    <a:pt x="386" y="235"/>
                  </a:lnTo>
                  <a:lnTo>
                    <a:pt x="389" y="235"/>
                  </a:lnTo>
                  <a:lnTo>
                    <a:pt x="389" y="235"/>
                  </a:lnTo>
                  <a:lnTo>
                    <a:pt x="391" y="235"/>
                  </a:lnTo>
                  <a:lnTo>
                    <a:pt x="391" y="235"/>
                  </a:lnTo>
                  <a:lnTo>
                    <a:pt x="391" y="237"/>
                  </a:lnTo>
                  <a:lnTo>
                    <a:pt x="391" y="237"/>
                  </a:lnTo>
                  <a:lnTo>
                    <a:pt x="393" y="237"/>
                  </a:lnTo>
                  <a:lnTo>
                    <a:pt x="393" y="237"/>
                  </a:lnTo>
                  <a:lnTo>
                    <a:pt x="393" y="237"/>
                  </a:lnTo>
                  <a:lnTo>
                    <a:pt x="396" y="237"/>
                  </a:lnTo>
                  <a:lnTo>
                    <a:pt x="396" y="237"/>
                  </a:lnTo>
                  <a:lnTo>
                    <a:pt x="396" y="237"/>
                  </a:lnTo>
                  <a:lnTo>
                    <a:pt x="398" y="237"/>
                  </a:lnTo>
                  <a:lnTo>
                    <a:pt x="398" y="237"/>
                  </a:lnTo>
                  <a:lnTo>
                    <a:pt x="398" y="237"/>
                  </a:lnTo>
                  <a:lnTo>
                    <a:pt x="400" y="237"/>
                  </a:lnTo>
                  <a:lnTo>
                    <a:pt x="400" y="237"/>
                  </a:lnTo>
                  <a:lnTo>
                    <a:pt x="400" y="237"/>
                  </a:lnTo>
                  <a:lnTo>
                    <a:pt x="400" y="237"/>
                  </a:lnTo>
                  <a:lnTo>
                    <a:pt x="403" y="237"/>
                  </a:lnTo>
                  <a:lnTo>
                    <a:pt x="403" y="237"/>
                  </a:lnTo>
                  <a:lnTo>
                    <a:pt x="405" y="237"/>
                  </a:lnTo>
                  <a:lnTo>
                    <a:pt x="405" y="237"/>
                  </a:lnTo>
                  <a:lnTo>
                    <a:pt x="405" y="237"/>
                  </a:lnTo>
                  <a:lnTo>
                    <a:pt x="408" y="237"/>
                  </a:lnTo>
                  <a:lnTo>
                    <a:pt x="408" y="239"/>
                  </a:lnTo>
                  <a:lnTo>
                    <a:pt x="408" y="239"/>
                  </a:lnTo>
                  <a:lnTo>
                    <a:pt x="408" y="239"/>
                  </a:lnTo>
                  <a:lnTo>
                    <a:pt x="410" y="239"/>
                  </a:lnTo>
                  <a:lnTo>
                    <a:pt x="410" y="239"/>
                  </a:lnTo>
                  <a:lnTo>
                    <a:pt x="412" y="239"/>
                  </a:lnTo>
                  <a:lnTo>
                    <a:pt x="412" y="239"/>
                  </a:lnTo>
                  <a:lnTo>
                    <a:pt x="412" y="239"/>
                  </a:lnTo>
                  <a:lnTo>
                    <a:pt x="412" y="239"/>
                  </a:lnTo>
                  <a:lnTo>
                    <a:pt x="415" y="239"/>
                  </a:lnTo>
                  <a:lnTo>
                    <a:pt x="415" y="239"/>
                  </a:lnTo>
                  <a:lnTo>
                    <a:pt x="417" y="239"/>
                  </a:lnTo>
                  <a:lnTo>
                    <a:pt x="417" y="239"/>
                  </a:lnTo>
                  <a:lnTo>
                    <a:pt x="417" y="239"/>
                  </a:lnTo>
                  <a:lnTo>
                    <a:pt x="417" y="242"/>
                  </a:lnTo>
                  <a:lnTo>
                    <a:pt x="419" y="242"/>
                  </a:lnTo>
                  <a:lnTo>
                    <a:pt x="419" y="242"/>
                  </a:lnTo>
                  <a:lnTo>
                    <a:pt x="419" y="242"/>
                  </a:lnTo>
                  <a:lnTo>
                    <a:pt x="422" y="242"/>
                  </a:lnTo>
                  <a:lnTo>
                    <a:pt x="422" y="242"/>
                  </a:lnTo>
                  <a:lnTo>
                    <a:pt x="424" y="242"/>
                  </a:lnTo>
                  <a:lnTo>
                    <a:pt x="424" y="242"/>
                  </a:lnTo>
                  <a:lnTo>
                    <a:pt x="424" y="242"/>
                  </a:lnTo>
                  <a:lnTo>
                    <a:pt x="424" y="242"/>
                  </a:lnTo>
                  <a:lnTo>
                    <a:pt x="426" y="242"/>
                  </a:lnTo>
                  <a:lnTo>
                    <a:pt x="426" y="242"/>
                  </a:lnTo>
                  <a:lnTo>
                    <a:pt x="426" y="242"/>
                  </a:lnTo>
                  <a:lnTo>
                    <a:pt x="429" y="242"/>
                  </a:lnTo>
                  <a:lnTo>
                    <a:pt x="429" y="244"/>
                  </a:lnTo>
                  <a:lnTo>
                    <a:pt x="429" y="244"/>
                  </a:lnTo>
                  <a:lnTo>
                    <a:pt x="431" y="244"/>
                  </a:lnTo>
                  <a:lnTo>
                    <a:pt x="431" y="244"/>
                  </a:lnTo>
                  <a:lnTo>
                    <a:pt x="431" y="244"/>
                  </a:lnTo>
                  <a:lnTo>
                    <a:pt x="434" y="244"/>
                  </a:lnTo>
                  <a:lnTo>
                    <a:pt x="434" y="244"/>
                  </a:lnTo>
                  <a:lnTo>
                    <a:pt x="434" y="244"/>
                  </a:lnTo>
                  <a:lnTo>
                    <a:pt x="434" y="244"/>
                  </a:lnTo>
                  <a:lnTo>
                    <a:pt x="436" y="244"/>
                  </a:lnTo>
                  <a:lnTo>
                    <a:pt x="436" y="244"/>
                  </a:lnTo>
                  <a:lnTo>
                    <a:pt x="438" y="244"/>
                  </a:lnTo>
                  <a:lnTo>
                    <a:pt x="438" y="244"/>
                  </a:lnTo>
                  <a:lnTo>
                    <a:pt x="438" y="244"/>
                  </a:lnTo>
                  <a:lnTo>
                    <a:pt x="438" y="246"/>
                  </a:lnTo>
                  <a:lnTo>
                    <a:pt x="441" y="246"/>
                  </a:lnTo>
                  <a:lnTo>
                    <a:pt x="441" y="246"/>
                  </a:lnTo>
                  <a:lnTo>
                    <a:pt x="441" y="246"/>
                  </a:lnTo>
                  <a:lnTo>
                    <a:pt x="443" y="246"/>
                  </a:lnTo>
                  <a:lnTo>
                    <a:pt x="443" y="244"/>
                  </a:lnTo>
                  <a:lnTo>
                    <a:pt x="443" y="244"/>
                  </a:lnTo>
                  <a:lnTo>
                    <a:pt x="443" y="244"/>
                  </a:lnTo>
                  <a:lnTo>
                    <a:pt x="445" y="244"/>
                  </a:lnTo>
                  <a:lnTo>
                    <a:pt x="445" y="242"/>
                  </a:lnTo>
                  <a:lnTo>
                    <a:pt x="445" y="242"/>
                  </a:lnTo>
                  <a:lnTo>
                    <a:pt x="445" y="242"/>
                  </a:lnTo>
                  <a:lnTo>
                    <a:pt x="445" y="242"/>
                  </a:lnTo>
                  <a:lnTo>
                    <a:pt x="448" y="242"/>
                  </a:lnTo>
                  <a:lnTo>
                    <a:pt x="448" y="242"/>
                  </a:lnTo>
                  <a:lnTo>
                    <a:pt x="448" y="242"/>
                  </a:lnTo>
                  <a:lnTo>
                    <a:pt x="448" y="244"/>
                  </a:lnTo>
                  <a:lnTo>
                    <a:pt x="448" y="244"/>
                  </a:lnTo>
                  <a:lnTo>
                    <a:pt x="448" y="244"/>
                  </a:lnTo>
                  <a:lnTo>
                    <a:pt x="448" y="246"/>
                  </a:lnTo>
                  <a:lnTo>
                    <a:pt x="450" y="246"/>
                  </a:lnTo>
                  <a:lnTo>
                    <a:pt x="450" y="246"/>
                  </a:lnTo>
                  <a:lnTo>
                    <a:pt x="450" y="246"/>
                  </a:lnTo>
                  <a:lnTo>
                    <a:pt x="450" y="246"/>
                  </a:lnTo>
                  <a:lnTo>
                    <a:pt x="450" y="249"/>
                  </a:lnTo>
                  <a:lnTo>
                    <a:pt x="453" y="249"/>
                  </a:lnTo>
                  <a:lnTo>
                    <a:pt x="453" y="249"/>
                  </a:lnTo>
                  <a:lnTo>
                    <a:pt x="453" y="251"/>
                  </a:lnTo>
                  <a:lnTo>
                    <a:pt x="453" y="251"/>
                  </a:lnTo>
                  <a:lnTo>
                    <a:pt x="453" y="251"/>
                  </a:lnTo>
                  <a:lnTo>
                    <a:pt x="453" y="254"/>
                  </a:lnTo>
                  <a:lnTo>
                    <a:pt x="453" y="254"/>
                  </a:lnTo>
                  <a:lnTo>
                    <a:pt x="453" y="254"/>
                  </a:lnTo>
                  <a:lnTo>
                    <a:pt x="455" y="254"/>
                  </a:lnTo>
                  <a:lnTo>
                    <a:pt x="455" y="256"/>
                  </a:lnTo>
                  <a:lnTo>
                    <a:pt x="455" y="256"/>
                  </a:lnTo>
                  <a:lnTo>
                    <a:pt x="455" y="256"/>
                  </a:lnTo>
                  <a:lnTo>
                    <a:pt x="455" y="256"/>
                  </a:lnTo>
                  <a:lnTo>
                    <a:pt x="457" y="256"/>
                  </a:lnTo>
                  <a:lnTo>
                    <a:pt x="457" y="258"/>
                  </a:lnTo>
                  <a:lnTo>
                    <a:pt x="457" y="258"/>
                  </a:lnTo>
                  <a:lnTo>
                    <a:pt x="457" y="261"/>
                  </a:lnTo>
                  <a:lnTo>
                    <a:pt x="455" y="261"/>
                  </a:lnTo>
                  <a:lnTo>
                    <a:pt x="455" y="261"/>
                  </a:lnTo>
                  <a:lnTo>
                    <a:pt x="455" y="263"/>
                  </a:lnTo>
                  <a:lnTo>
                    <a:pt x="455" y="263"/>
                  </a:lnTo>
                  <a:lnTo>
                    <a:pt x="455" y="263"/>
                  </a:lnTo>
                  <a:lnTo>
                    <a:pt x="455" y="265"/>
                  </a:lnTo>
                  <a:lnTo>
                    <a:pt x="455" y="265"/>
                  </a:lnTo>
                  <a:lnTo>
                    <a:pt x="455" y="268"/>
                  </a:lnTo>
                  <a:lnTo>
                    <a:pt x="453" y="268"/>
                  </a:lnTo>
                  <a:lnTo>
                    <a:pt x="453" y="268"/>
                  </a:lnTo>
                  <a:lnTo>
                    <a:pt x="453" y="268"/>
                  </a:lnTo>
                  <a:lnTo>
                    <a:pt x="453" y="270"/>
                  </a:lnTo>
                  <a:lnTo>
                    <a:pt x="453" y="270"/>
                  </a:lnTo>
                  <a:lnTo>
                    <a:pt x="453" y="270"/>
                  </a:lnTo>
                  <a:lnTo>
                    <a:pt x="453" y="272"/>
                  </a:lnTo>
                  <a:lnTo>
                    <a:pt x="453" y="272"/>
                  </a:lnTo>
                  <a:lnTo>
                    <a:pt x="453" y="272"/>
                  </a:lnTo>
                  <a:lnTo>
                    <a:pt x="453" y="275"/>
                  </a:lnTo>
                  <a:lnTo>
                    <a:pt x="453" y="275"/>
                  </a:lnTo>
                  <a:lnTo>
                    <a:pt x="450" y="275"/>
                  </a:lnTo>
                  <a:lnTo>
                    <a:pt x="450" y="277"/>
                  </a:lnTo>
                  <a:lnTo>
                    <a:pt x="450" y="277"/>
                  </a:lnTo>
                  <a:lnTo>
                    <a:pt x="450" y="277"/>
                  </a:lnTo>
                  <a:lnTo>
                    <a:pt x="450" y="277"/>
                  </a:lnTo>
                  <a:lnTo>
                    <a:pt x="450" y="280"/>
                  </a:lnTo>
                  <a:lnTo>
                    <a:pt x="450" y="280"/>
                  </a:lnTo>
                  <a:lnTo>
                    <a:pt x="450" y="282"/>
                  </a:lnTo>
                  <a:lnTo>
                    <a:pt x="448" y="282"/>
                  </a:lnTo>
                  <a:lnTo>
                    <a:pt x="448" y="282"/>
                  </a:lnTo>
                  <a:lnTo>
                    <a:pt x="448" y="284"/>
                  </a:lnTo>
                  <a:lnTo>
                    <a:pt x="448" y="284"/>
                  </a:lnTo>
                  <a:lnTo>
                    <a:pt x="448" y="284"/>
                  </a:lnTo>
                  <a:lnTo>
                    <a:pt x="448" y="287"/>
                  </a:lnTo>
                  <a:lnTo>
                    <a:pt x="448" y="287"/>
                  </a:lnTo>
                  <a:lnTo>
                    <a:pt x="448" y="287"/>
                  </a:lnTo>
                  <a:lnTo>
                    <a:pt x="448" y="287"/>
                  </a:lnTo>
                  <a:lnTo>
                    <a:pt x="448" y="289"/>
                  </a:lnTo>
                  <a:lnTo>
                    <a:pt x="448" y="289"/>
                  </a:lnTo>
                  <a:lnTo>
                    <a:pt x="448" y="291"/>
                  </a:lnTo>
                  <a:lnTo>
                    <a:pt x="445" y="291"/>
                  </a:lnTo>
                  <a:lnTo>
                    <a:pt x="445" y="291"/>
                  </a:lnTo>
                  <a:lnTo>
                    <a:pt x="445" y="294"/>
                  </a:lnTo>
                  <a:lnTo>
                    <a:pt x="445" y="294"/>
                  </a:lnTo>
                  <a:lnTo>
                    <a:pt x="445" y="294"/>
                  </a:lnTo>
                  <a:lnTo>
                    <a:pt x="445" y="296"/>
                  </a:lnTo>
                  <a:lnTo>
                    <a:pt x="445" y="296"/>
                  </a:lnTo>
                  <a:lnTo>
                    <a:pt x="445" y="296"/>
                  </a:lnTo>
                  <a:lnTo>
                    <a:pt x="445" y="296"/>
                  </a:lnTo>
                  <a:lnTo>
                    <a:pt x="445" y="299"/>
                  </a:lnTo>
                  <a:lnTo>
                    <a:pt x="445" y="299"/>
                  </a:lnTo>
                  <a:lnTo>
                    <a:pt x="445" y="301"/>
                  </a:lnTo>
                  <a:lnTo>
                    <a:pt x="443" y="301"/>
                  </a:lnTo>
                  <a:lnTo>
                    <a:pt x="443" y="301"/>
                  </a:lnTo>
                  <a:lnTo>
                    <a:pt x="443" y="303"/>
                  </a:lnTo>
                  <a:lnTo>
                    <a:pt x="443" y="303"/>
                  </a:lnTo>
                  <a:lnTo>
                    <a:pt x="443" y="303"/>
                  </a:lnTo>
                  <a:lnTo>
                    <a:pt x="443" y="306"/>
                  </a:lnTo>
                  <a:lnTo>
                    <a:pt x="443" y="306"/>
                  </a:lnTo>
                  <a:lnTo>
                    <a:pt x="443" y="306"/>
                  </a:lnTo>
                  <a:lnTo>
                    <a:pt x="441" y="306"/>
                  </a:lnTo>
                  <a:lnTo>
                    <a:pt x="441" y="308"/>
                  </a:lnTo>
                  <a:lnTo>
                    <a:pt x="441" y="308"/>
                  </a:lnTo>
                  <a:lnTo>
                    <a:pt x="441" y="308"/>
                  </a:lnTo>
                  <a:lnTo>
                    <a:pt x="441" y="310"/>
                  </a:lnTo>
                  <a:lnTo>
                    <a:pt x="441" y="310"/>
                  </a:lnTo>
                  <a:lnTo>
                    <a:pt x="438" y="310"/>
                  </a:lnTo>
                  <a:lnTo>
                    <a:pt x="438" y="310"/>
                  </a:lnTo>
                  <a:lnTo>
                    <a:pt x="438" y="310"/>
                  </a:lnTo>
                  <a:lnTo>
                    <a:pt x="438" y="310"/>
                  </a:lnTo>
                  <a:lnTo>
                    <a:pt x="436" y="310"/>
                  </a:lnTo>
                  <a:lnTo>
                    <a:pt x="436" y="310"/>
                  </a:lnTo>
                  <a:lnTo>
                    <a:pt x="434" y="310"/>
                  </a:lnTo>
                  <a:lnTo>
                    <a:pt x="434" y="313"/>
                  </a:lnTo>
                  <a:lnTo>
                    <a:pt x="434" y="313"/>
                  </a:lnTo>
                  <a:lnTo>
                    <a:pt x="434" y="313"/>
                  </a:lnTo>
                  <a:lnTo>
                    <a:pt x="431" y="313"/>
                  </a:lnTo>
                  <a:lnTo>
                    <a:pt x="431" y="313"/>
                  </a:lnTo>
                  <a:lnTo>
                    <a:pt x="431" y="313"/>
                  </a:lnTo>
                  <a:lnTo>
                    <a:pt x="431" y="313"/>
                  </a:lnTo>
                  <a:lnTo>
                    <a:pt x="429" y="313"/>
                  </a:lnTo>
                  <a:lnTo>
                    <a:pt x="429" y="315"/>
                  </a:lnTo>
                  <a:lnTo>
                    <a:pt x="429" y="315"/>
                  </a:lnTo>
                  <a:lnTo>
                    <a:pt x="426" y="315"/>
                  </a:lnTo>
                  <a:lnTo>
                    <a:pt x="426" y="315"/>
                  </a:lnTo>
                  <a:lnTo>
                    <a:pt x="426" y="315"/>
                  </a:lnTo>
                  <a:lnTo>
                    <a:pt x="426" y="315"/>
                  </a:lnTo>
                  <a:lnTo>
                    <a:pt x="424" y="315"/>
                  </a:lnTo>
                  <a:lnTo>
                    <a:pt x="424" y="315"/>
                  </a:lnTo>
                  <a:lnTo>
                    <a:pt x="424" y="317"/>
                  </a:lnTo>
                  <a:lnTo>
                    <a:pt x="424" y="317"/>
                  </a:lnTo>
                  <a:lnTo>
                    <a:pt x="422" y="317"/>
                  </a:lnTo>
                  <a:lnTo>
                    <a:pt x="422" y="317"/>
                  </a:lnTo>
                  <a:lnTo>
                    <a:pt x="422" y="317"/>
                  </a:lnTo>
                  <a:lnTo>
                    <a:pt x="419" y="317"/>
                  </a:lnTo>
                  <a:lnTo>
                    <a:pt x="419" y="317"/>
                  </a:lnTo>
                  <a:lnTo>
                    <a:pt x="419" y="317"/>
                  </a:lnTo>
                  <a:lnTo>
                    <a:pt x="419" y="317"/>
                  </a:lnTo>
                  <a:lnTo>
                    <a:pt x="417" y="317"/>
                  </a:lnTo>
                  <a:lnTo>
                    <a:pt x="417" y="317"/>
                  </a:lnTo>
                  <a:lnTo>
                    <a:pt x="417" y="317"/>
                  </a:lnTo>
                  <a:lnTo>
                    <a:pt x="417" y="320"/>
                  </a:lnTo>
                  <a:lnTo>
                    <a:pt x="415" y="320"/>
                  </a:lnTo>
                  <a:lnTo>
                    <a:pt x="415" y="320"/>
                  </a:lnTo>
                  <a:lnTo>
                    <a:pt x="412" y="320"/>
                  </a:lnTo>
                  <a:lnTo>
                    <a:pt x="412" y="320"/>
                  </a:lnTo>
                  <a:lnTo>
                    <a:pt x="412" y="320"/>
                  </a:lnTo>
                  <a:lnTo>
                    <a:pt x="412" y="320"/>
                  </a:lnTo>
                  <a:lnTo>
                    <a:pt x="410" y="320"/>
                  </a:lnTo>
                  <a:lnTo>
                    <a:pt x="410" y="322"/>
                  </a:lnTo>
                  <a:lnTo>
                    <a:pt x="410" y="322"/>
                  </a:lnTo>
                  <a:lnTo>
                    <a:pt x="408" y="322"/>
                  </a:lnTo>
                  <a:lnTo>
                    <a:pt x="408" y="322"/>
                  </a:lnTo>
                  <a:lnTo>
                    <a:pt x="408" y="322"/>
                  </a:lnTo>
                  <a:lnTo>
                    <a:pt x="408" y="322"/>
                  </a:lnTo>
                  <a:lnTo>
                    <a:pt x="405" y="322"/>
                  </a:lnTo>
                  <a:lnTo>
                    <a:pt x="405" y="322"/>
                  </a:lnTo>
                  <a:lnTo>
                    <a:pt x="405" y="325"/>
                  </a:lnTo>
                  <a:lnTo>
                    <a:pt x="405" y="325"/>
                  </a:lnTo>
                  <a:lnTo>
                    <a:pt x="403" y="325"/>
                  </a:lnTo>
                  <a:lnTo>
                    <a:pt x="403" y="325"/>
                  </a:lnTo>
                  <a:lnTo>
                    <a:pt x="403" y="325"/>
                  </a:lnTo>
                  <a:lnTo>
                    <a:pt x="400" y="325"/>
                  </a:lnTo>
                  <a:lnTo>
                    <a:pt x="400" y="325"/>
                  </a:lnTo>
                  <a:lnTo>
                    <a:pt x="400" y="325"/>
                  </a:lnTo>
                  <a:lnTo>
                    <a:pt x="400" y="327"/>
                  </a:lnTo>
                  <a:lnTo>
                    <a:pt x="398" y="327"/>
                  </a:lnTo>
                  <a:lnTo>
                    <a:pt x="398" y="327"/>
                  </a:lnTo>
                  <a:lnTo>
                    <a:pt x="398" y="327"/>
                  </a:lnTo>
                  <a:lnTo>
                    <a:pt x="398" y="327"/>
                  </a:lnTo>
                  <a:lnTo>
                    <a:pt x="396" y="327"/>
                  </a:lnTo>
                  <a:lnTo>
                    <a:pt x="396" y="327"/>
                  </a:lnTo>
                  <a:lnTo>
                    <a:pt x="393" y="327"/>
                  </a:lnTo>
                  <a:lnTo>
                    <a:pt x="393" y="327"/>
                  </a:lnTo>
                  <a:lnTo>
                    <a:pt x="393" y="327"/>
                  </a:lnTo>
                  <a:lnTo>
                    <a:pt x="393" y="327"/>
                  </a:lnTo>
                  <a:lnTo>
                    <a:pt x="391" y="327"/>
                  </a:lnTo>
                  <a:lnTo>
                    <a:pt x="391" y="329"/>
                  </a:lnTo>
                  <a:lnTo>
                    <a:pt x="391" y="329"/>
                  </a:lnTo>
                  <a:lnTo>
                    <a:pt x="391" y="329"/>
                  </a:lnTo>
                  <a:lnTo>
                    <a:pt x="389" y="329"/>
                  </a:lnTo>
                  <a:lnTo>
                    <a:pt x="389" y="329"/>
                  </a:lnTo>
                  <a:lnTo>
                    <a:pt x="389" y="329"/>
                  </a:lnTo>
                  <a:lnTo>
                    <a:pt x="386" y="329"/>
                  </a:lnTo>
                  <a:lnTo>
                    <a:pt x="386" y="329"/>
                  </a:lnTo>
                  <a:lnTo>
                    <a:pt x="386" y="332"/>
                  </a:lnTo>
                  <a:lnTo>
                    <a:pt x="386" y="332"/>
                  </a:lnTo>
                  <a:lnTo>
                    <a:pt x="384" y="332"/>
                  </a:lnTo>
                  <a:lnTo>
                    <a:pt x="384" y="332"/>
                  </a:lnTo>
                  <a:lnTo>
                    <a:pt x="384" y="332"/>
                  </a:lnTo>
                  <a:lnTo>
                    <a:pt x="384" y="332"/>
                  </a:lnTo>
                  <a:lnTo>
                    <a:pt x="382" y="332"/>
                  </a:lnTo>
                  <a:lnTo>
                    <a:pt x="382" y="332"/>
                  </a:lnTo>
                  <a:lnTo>
                    <a:pt x="382" y="334"/>
                  </a:lnTo>
                  <a:lnTo>
                    <a:pt x="379" y="334"/>
                  </a:lnTo>
                  <a:lnTo>
                    <a:pt x="379" y="334"/>
                  </a:lnTo>
                  <a:lnTo>
                    <a:pt x="379" y="334"/>
                  </a:lnTo>
                  <a:lnTo>
                    <a:pt x="379" y="334"/>
                  </a:lnTo>
                  <a:lnTo>
                    <a:pt x="377" y="334"/>
                  </a:lnTo>
                  <a:lnTo>
                    <a:pt x="377" y="334"/>
                  </a:lnTo>
                  <a:lnTo>
                    <a:pt x="374" y="334"/>
                  </a:lnTo>
                  <a:lnTo>
                    <a:pt x="374" y="334"/>
                  </a:lnTo>
                  <a:lnTo>
                    <a:pt x="374" y="336"/>
                  </a:lnTo>
                  <a:lnTo>
                    <a:pt x="374" y="336"/>
                  </a:lnTo>
                  <a:lnTo>
                    <a:pt x="372" y="336"/>
                  </a:lnTo>
                  <a:lnTo>
                    <a:pt x="372" y="336"/>
                  </a:lnTo>
                  <a:lnTo>
                    <a:pt x="372" y="336"/>
                  </a:lnTo>
                  <a:lnTo>
                    <a:pt x="372" y="336"/>
                  </a:lnTo>
                  <a:lnTo>
                    <a:pt x="370" y="336"/>
                  </a:lnTo>
                  <a:lnTo>
                    <a:pt x="370" y="336"/>
                  </a:lnTo>
                  <a:lnTo>
                    <a:pt x="367" y="336"/>
                  </a:lnTo>
                  <a:lnTo>
                    <a:pt x="367" y="336"/>
                  </a:lnTo>
                  <a:lnTo>
                    <a:pt x="367" y="336"/>
                  </a:lnTo>
                  <a:lnTo>
                    <a:pt x="367" y="336"/>
                  </a:lnTo>
                  <a:lnTo>
                    <a:pt x="365" y="336"/>
                  </a:lnTo>
                  <a:lnTo>
                    <a:pt x="365" y="336"/>
                  </a:lnTo>
                  <a:lnTo>
                    <a:pt x="365" y="336"/>
                  </a:lnTo>
                  <a:lnTo>
                    <a:pt x="363" y="336"/>
                  </a:lnTo>
                  <a:lnTo>
                    <a:pt x="363" y="339"/>
                  </a:lnTo>
                  <a:lnTo>
                    <a:pt x="363" y="339"/>
                  </a:lnTo>
                  <a:lnTo>
                    <a:pt x="360" y="339"/>
                  </a:lnTo>
                  <a:lnTo>
                    <a:pt x="360" y="339"/>
                  </a:lnTo>
                  <a:lnTo>
                    <a:pt x="360" y="339"/>
                  </a:lnTo>
                  <a:lnTo>
                    <a:pt x="358" y="339"/>
                  </a:lnTo>
                  <a:lnTo>
                    <a:pt x="358" y="339"/>
                  </a:lnTo>
                  <a:lnTo>
                    <a:pt x="358" y="339"/>
                  </a:lnTo>
                  <a:lnTo>
                    <a:pt x="358" y="339"/>
                  </a:lnTo>
                  <a:lnTo>
                    <a:pt x="355" y="339"/>
                  </a:lnTo>
                  <a:lnTo>
                    <a:pt x="355" y="339"/>
                  </a:lnTo>
                  <a:lnTo>
                    <a:pt x="355" y="341"/>
                  </a:lnTo>
                  <a:lnTo>
                    <a:pt x="353" y="341"/>
                  </a:lnTo>
                  <a:lnTo>
                    <a:pt x="353" y="341"/>
                  </a:lnTo>
                  <a:lnTo>
                    <a:pt x="353" y="341"/>
                  </a:lnTo>
                  <a:lnTo>
                    <a:pt x="351" y="341"/>
                  </a:lnTo>
                  <a:lnTo>
                    <a:pt x="351" y="341"/>
                  </a:lnTo>
                  <a:lnTo>
                    <a:pt x="351" y="341"/>
                  </a:lnTo>
                  <a:lnTo>
                    <a:pt x="351" y="341"/>
                  </a:lnTo>
                  <a:lnTo>
                    <a:pt x="348" y="341"/>
                  </a:lnTo>
                  <a:lnTo>
                    <a:pt x="348" y="341"/>
                  </a:lnTo>
                  <a:lnTo>
                    <a:pt x="346" y="341"/>
                  </a:lnTo>
                  <a:lnTo>
                    <a:pt x="346" y="344"/>
                  </a:lnTo>
                  <a:lnTo>
                    <a:pt x="346" y="344"/>
                  </a:lnTo>
                  <a:lnTo>
                    <a:pt x="346" y="344"/>
                  </a:lnTo>
                  <a:lnTo>
                    <a:pt x="344" y="344"/>
                  </a:lnTo>
                  <a:lnTo>
                    <a:pt x="344" y="344"/>
                  </a:lnTo>
                  <a:lnTo>
                    <a:pt x="341" y="344"/>
                  </a:lnTo>
                  <a:lnTo>
                    <a:pt x="341" y="344"/>
                  </a:lnTo>
                  <a:lnTo>
                    <a:pt x="341" y="344"/>
                  </a:lnTo>
                  <a:lnTo>
                    <a:pt x="341" y="344"/>
                  </a:lnTo>
                  <a:lnTo>
                    <a:pt x="339" y="344"/>
                  </a:lnTo>
                  <a:lnTo>
                    <a:pt x="339" y="344"/>
                  </a:lnTo>
                  <a:lnTo>
                    <a:pt x="339" y="346"/>
                  </a:lnTo>
                  <a:lnTo>
                    <a:pt x="339" y="346"/>
                  </a:lnTo>
                  <a:lnTo>
                    <a:pt x="337" y="346"/>
                  </a:lnTo>
                  <a:lnTo>
                    <a:pt x="337" y="346"/>
                  </a:lnTo>
                  <a:lnTo>
                    <a:pt x="334" y="346"/>
                  </a:lnTo>
                  <a:lnTo>
                    <a:pt x="334" y="346"/>
                  </a:lnTo>
                  <a:lnTo>
                    <a:pt x="334" y="346"/>
                  </a:lnTo>
                  <a:lnTo>
                    <a:pt x="334" y="346"/>
                  </a:lnTo>
                  <a:lnTo>
                    <a:pt x="332" y="346"/>
                  </a:lnTo>
                  <a:lnTo>
                    <a:pt x="332" y="346"/>
                  </a:lnTo>
                  <a:lnTo>
                    <a:pt x="332" y="346"/>
                  </a:lnTo>
                  <a:lnTo>
                    <a:pt x="332" y="346"/>
                  </a:lnTo>
                  <a:lnTo>
                    <a:pt x="329" y="346"/>
                  </a:lnTo>
                  <a:lnTo>
                    <a:pt x="329" y="346"/>
                  </a:lnTo>
                  <a:lnTo>
                    <a:pt x="327" y="346"/>
                  </a:lnTo>
                  <a:lnTo>
                    <a:pt x="327" y="346"/>
                  </a:lnTo>
                  <a:lnTo>
                    <a:pt x="327" y="348"/>
                  </a:lnTo>
                  <a:lnTo>
                    <a:pt x="327" y="348"/>
                  </a:lnTo>
                  <a:lnTo>
                    <a:pt x="325" y="348"/>
                  </a:lnTo>
                  <a:lnTo>
                    <a:pt x="325" y="348"/>
                  </a:lnTo>
                  <a:lnTo>
                    <a:pt x="325" y="348"/>
                  </a:lnTo>
                  <a:lnTo>
                    <a:pt x="325" y="348"/>
                  </a:lnTo>
                  <a:lnTo>
                    <a:pt x="322" y="348"/>
                  </a:lnTo>
                  <a:lnTo>
                    <a:pt x="322" y="348"/>
                  </a:lnTo>
                  <a:lnTo>
                    <a:pt x="320" y="348"/>
                  </a:lnTo>
                  <a:lnTo>
                    <a:pt x="320" y="348"/>
                  </a:lnTo>
                  <a:lnTo>
                    <a:pt x="320" y="348"/>
                  </a:lnTo>
                  <a:lnTo>
                    <a:pt x="320" y="351"/>
                  </a:lnTo>
                  <a:lnTo>
                    <a:pt x="318" y="351"/>
                  </a:lnTo>
                  <a:lnTo>
                    <a:pt x="318" y="351"/>
                  </a:lnTo>
                  <a:lnTo>
                    <a:pt x="318" y="351"/>
                  </a:lnTo>
                  <a:lnTo>
                    <a:pt x="315" y="351"/>
                  </a:lnTo>
                  <a:lnTo>
                    <a:pt x="315" y="351"/>
                  </a:lnTo>
                  <a:lnTo>
                    <a:pt x="315" y="351"/>
                  </a:lnTo>
                  <a:lnTo>
                    <a:pt x="313" y="351"/>
                  </a:lnTo>
                  <a:lnTo>
                    <a:pt x="313" y="351"/>
                  </a:lnTo>
                  <a:lnTo>
                    <a:pt x="313" y="351"/>
                  </a:lnTo>
                  <a:lnTo>
                    <a:pt x="313" y="353"/>
                  </a:lnTo>
                  <a:lnTo>
                    <a:pt x="311" y="353"/>
                  </a:lnTo>
                  <a:lnTo>
                    <a:pt x="311" y="353"/>
                  </a:lnTo>
                  <a:lnTo>
                    <a:pt x="311" y="353"/>
                  </a:lnTo>
                  <a:lnTo>
                    <a:pt x="308" y="353"/>
                  </a:lnTo>
                  <a:lnTo>
                    <a:pt x="308" y="353"/>
                  </a:lnTo>
                  <a:lnTo>
                    <a:pt x="308" y="353"/>
                  </a:lnTo>
                  <a:lnTo>
                    <a:pt x="308" y="355"/>
                  </a:lnTo>
                  <a:lnTo>
                    <a:pt x="306" y="355"/>
                  </a:lnTo>
                  <a:lnTo>
                    <a:pt x="306" y="355"/>
                  </a:lnTo>
                  <a:lnTo>
                    <a:pt x="306" y="355"/>
                  </a:lnTo>
                  <a:lnTo>
                    <a:pt x="306" y="355"/>
                  </a:lnTo>
                  <a:lnTo>
                    <a:pt x="306" y="355"/>
                  </a:lnTo>
                  <a:lnTo>
                    <a:pt x="306" y="358"/>
                  </a:lnTo>
                  <a:lnTo>
                    <a:pt x="303" y="358"/>
                  </a:lnTo>
                  <a:lnTo>
                    <a:pt x="303" y="358"/>
                  </a:lnTo>
                  <a:lnTo>
                    <a:pt x="303" y="358"/>
                  </a:lnTo>
                  <a:lnTo>
                    <a:pt x="303" y="360"/>
                  </a:lnTo>
                  <a:lnTo>
                    <a:pt x="301" y="360"/>
                  </a:lnTo>
                  <a:lnTo>
                    <a:pt x="301" y="360"/>
                  </a:lnTo>
                  <a:lnTo>
                    <a:pt x="301" y="360"/>
                  </a:lnTo>
                  <a:lnTo>
                    <a:pt x="301" y="363"/>
                  </a:lnTo>
                  <a:lnTo>
                    <a:pt x="301" y="363"/>
                  </a:lnTo>
                  <a:lnTo>
                    <a:pt x="301" y="363"/>
                  </a:lnTo>
                  <a:lnTo>
                    <a:pt x="299" y="363"/>
                  </a:lnTo>
                  <a:lnTo>
                    <a:pt x="299" y="365"/>
                  </a:lnTo>
                  <a:lnTo>
                    <a:pt x="299" y="365"/>
                  </a:lnTo>
                  <a:lnTo>
                    <a:pt x="299" y="365"/>
                  </a:lnTo>
                  <a:lnTo>
                    <a:pt x="299" y="365"/>
                  </a:lnTo>
                  <a:lnTo>
                    <a:pt x="299" y="365"/>
                  </a:lnTo>
                  <a:lnTo>
                    <a:pt x="296" y="365"/>
                  </a:lnTo>
                  <a:lnTo>
                    <a:pt x="296" y="367"/>
                  </a:lnTo>
                  <a:lnTo>
                    <a:pt x="296" y="367"/>
                  </a:lnTo>
                  <a:lnTo>
                    <a:pt x="296" y="367"/>
                  </a:lnTo>
                  <a:lnTo>
                    <a:pt x="294" y="367"/>
                  </a:lnTo>
                  <a:lnTo>
                    <a:pt x="294" y="370"/>
                  </a:lnTo>
                  <a:lnTo>
                    <a:pt x="294" y="370"/>
                  </a:lnTo>
                  <a:lnTo>
                    <a:pt x="294" y="370"/>
                  </a:lnTo>
                  <a:lnTo>
                    <a:pt x="294" y="372"/>
                  </a:lnTo>
                  <a:lnTo>
                    <a:pt x="294" y="372"/>
                  </a:lnTo>
                  <a:lnTo>
                    <a:pt x="294" y="372"/>
                  </a:lnTo>
                  <a:lnTo>
                    <a:pt x="292" y="372"/>
                  </a:lnTo>
                  <a:lnTo>
                    <a:pt x="292" y="374"/>
                  </a:lnTo>
                  <a:lnTo>
                    <a:pt x="292" y="374"/>
                  </a:lnTo>
                  <a:lnTo>
                    <a:pt x="292" y="374"/>
                  </a:lnTo>
                  <a:lnTo>
                    <a:pt x="292" y="374"/>
                  </a:lnTo>
                  <a:lnTo>
                    <a:pt x="292" y="374"/>
                  </a:lnTo>
                  <a:lnTo>
                    <a:pt x="289" y="374"/>
                  </a:lnTo>
                  <a:lnTo>
                    <a:pt x="289" y="377"/>
                  </a:lnTo>
                  <a:lnTo>
                    <a:pt x="289" y="377"/>
                  </a:lnTo>
                  <a:lnTo>
                    <a:pt x="289" y="377"/>
                  </a:lnTo>
                  <a:lnTo>
                    <a:pt x="287" y="377"/>
                  </a:lnTo>
                  <a:lnTo>
                    <a:pt x="287" y="379"/>
                  </a:lnTo>
                  <a:lnTo>
                    <a:pt x="287" y="379"/>
                  </a:lnTo>
                  <a:lnTo>
                    <a:pt x="287" y="379"/>
                  </a:lnTo>
                  <a:lnTo>
                    <a:pt x="287" y="379"/>
                  </a:lnTo>
                  <a:lnTo>
                    <a:pt x="287" y="381"/>
                  </a:lnTo>
                  <a:lnTo>
                    <a:pt x="284" y="381"/>
                  </a:lnTo>
                  <a:lnTo>
                    <a:pt x="284" y="381"/>
                  </a:lnTo>
                  <a:lnTo>
                    <a:pt x="284" y="381"/>
                  </a:lnTo>
                  <a:lnTo>
                    <a:pt x="284" y="384"/>
                  </a:lnTo>
                  <a:lnTo>
                    <a:pt x="284" y="384"/>
                  </a:lnTo>
                  <a:lnTo>
                    <a:pt x="284" y="384"/>
                  </a:lnTo>
                  <a:lnTo>
                    <a:pt x="284" y="386"/>
                  </a:lnTo>
                  <a:lnTo>
                    <a:pt x="282" y="386"/>
                  </a:lnTo>
                  <a:lnTo>
                    <a:pt x="282" y="386"/>
                  </a:lnTo>
                  <a:lnTo>
                    <a:pt x="282" y="386"/>
                  </a:lnTo>
                  <a:lnTo>
                    <a:pt x="282" y="386"/>
                  </a:lnTo>
                  <a:lnTo>
                    <a:pt x="280" y="386"/>
                  </a:lnTo>
                  <a:lnTo>
                    <a:pt x="280" y="389"/>
                  </a:lnTo>
                  <a:lnTo>
                    <a:pt x="280" y="389"/>
                  </a:lnTo>
                  <a:lnTo>
                    <a:pt x="280" y="389"/>
                  </a:lnTo>
                  <a:lnTo>
                    <a:pt x="280" y="389"/>
                  </a:lnTo>
                  <a:lnTo>
                    <a:pt x="280" y="391"/>
                  </a:lnTo>
                  <a:lnTo>
                    <a:pt x="277" y="391"/>
                  </a:lnTo>
                  <a:lnTo>
                    <a:pt x="277" y="391"/>
                  </a:lnTo>
                  <a:lnTo>
                    <a:pt x="277" y="391"/>
                  </a:lnTo>
                  <a:lnTo>
                    <a:pt x="277" y="393"/>
                  </a:lnTo>
                  <a:lnTo>
                    <a:pt x="277" y="393"/>
                  </a:lnTo>
                  <a:lnTo>
                    <a:pt x="277" y="393"/>
                  </a:lnTo>
                  <a:lnTo>
                    <a:pt x="275" y="393"/>
                  </a:lnTo>
                  <a:lnTo>
                    <a:pt x="275" y="396"/>
                  </a:lnTo>
                  <a:lnTo>
                    <a:pt x="275" y="396"/>
                  </a:lnTo>
                  <a:lnTo>
                    <a:pt x="275" y="396"/>
                  </a:lnTo>
                  <a:lnTo>
                    <a:pt x="275" y="396"/>
                  </a:lnTo>
                  <a:lnTo>
                    <a:pt x="273" y="396"/>
                  </a:lnTo>
                  <a:lnTo>
                    <a:pt x="273" y="398"/>
                  </a:lnTo>
                  <a:lnTo>
                    <a:pt x="273" y="398"/>
                  </a:lnTo>
                  <a:lnTo>
                    <a:pt x="273" y="398"/>
                  </a:lnTo>
                  <a:lnTo>
                    <a:pt x="273" y="398"/>
                  </a:lnTo>
                  <a:lnTo>
                    <a:pt x="273" y="400"/>
                  </a:lnTo>
                  <a:lnTo>
                    <a:pt x="270" y="400"/>
                  </a:lnTo>
                  <a:lnTo>
                    <a:pt x="270" y="400"/>
                  </a:lnTo>
                  <a:lnTo>
                    <a:pt x="270" y="400"/>
                  </a:lnTo>
                  <a:lnTo>
                    <a:pt x="270" y="403"/>
                  </a:lnTo>
                  <a:lnTo>
                    <a:pt x="268" y="403"/>
                  </a:lnTo>
                  <a:lnTo>
                    <a:pt x="268" y="403"/>
                  </a:lnTo>
                  <a:lnTo>
                    <a:pt x="268" y="403"/>
                  </a:lnTo>
                  <a:lnTo>
                    <a:pt x="268" y="405"/>
                  </a:lnTo>
                  <a:lnTo>
                    <a:pt x="268" y="405"/>
                  </a:lnTo>
                  <a:lnTo>
                    <a:pt x="268" y="405"/>
                  </a:lnTo>
                  <a:lnTo>
                    <a:pt x="266" y="405"/>
                  </a:lnTo>
                  <a:lnTo>
                    <a:pt x="266" y="405"/>
                  </a:lnTo>
                  <a:lnTo>
                    <a:pt x="266" y="405"/>
                  </a:lnTo>
                  <a:lnTo>
                    <a:pt x="266" y="408"/>
                  </a:lnTo>
                  <a:lnTo>
                    <a:pt x="266" y="408"/>
                  </a:lnTo>
                  <a:lnTo>
                    <a:pt x="266" y="408"/>
                  </a:lnTo>
                  <a:lnTo>
                    <a:pt x="266" y="410"/>
                  </a:lnTo>
                  <a:lnTo>
                    <a:pt x="263" y="410"/>
                  </a:lnTo>
                  <a:lnTo>
                    <a:pt x="263" y="410"/>
                  </a:lnTo>
                  <a:lnTo>
                    <a:pt x="263" y="410"/>
                  </a:lnTo>
                  <a:lnTo>
                    <a:pt x="263" y="412"/>
                  </a:lnTo>
                  <a:lnTo>
                    <a:pt x="261" y="412"/>
                  </a:lnTo>
                  <a:lnTo>
                    <a:pt x="261" y="412"/>
                  </a:lnTo>
                  <a:lnTo>
                    <a:pt x="261" y="412"/>
                  </a:lnTo>
                  <a:lnTo>
                    <a:pt x="261" y="415"/>
                  </a:lnTo>
                  <a:lnTo>
                    <a:pt x="261" y="415"/>
                  </a:lnTo>
                  <a:lnTo>
                    <a:pt x="261" y="415"/>
                  </a:lnTo>
                  <a:lnTo>
                    <a:pt x="258" y="415"/>
                  </a:lnTo>
                  <a:lnTo>
                    <a:pt x="258" y="415"/>
                  </a:lnTo>
                  <a:lnTo>
                    <a:pt x="258" y="415"/>
                  </a:lnTo>
                  <a:lnTo>
                    <a:pt x="258" y="417"/>
                  </a:lnTo>
                  <a:lnTo>
                    <a:pt x="258" y="417"/>
                  </a:lnTo>
                  <a:lnTo>
                    <a:pt x="258" y="417"/>
                  </a:lnTo>
                  <a:lnTo>
                    <a:pt x="258" y="419"/>
                  </a:lnTo>
                  <a:lnTo>
                    <a:pt x="256" y="419"/>
                  </a:lnTo>
                  <a:lnTo>
                    <a:pt x="256" y="419"/>
                  </a:lnTo>
                  <a:lnTo>
                    <a:pt x="256" y="419"/>
                  </a:lnTo>
                  <a:lnTo>
                    <a:pt x="256" y="419"/>
                  </a:lnTo>
                  <a:lnTo>
                    <a:pt x="256" y="417"/>
                  </a:lnTo>
                  <a:lnTo>
                    <a:pt x="256" y="417"/>
                  </a:lnTo>
                  <a:lnTo>
                    <a:pt x="256" y="415"/>
                  </a:lnTo>
                  <a:lnTo>
                    <a:pt x="256" y="415"/>
                  </a:lnTo>
                  <a:lnTo>
                    <a:pt x="256" y="415"/>
                  </a:lnTo>
                  <a:lnTo>
                    <a:pt x="256" y="412"/>
                  </a:lnTo>
                  <a:lnTo>
                    <a:pt x="256" y="412"/>
                  </a:lnTo>
                  <a:lnTo>
                    <a:pt x="256" y="410"/>
                  </a:lnTo>
                  <a:lnTo>
                    <a:pt x="256" y="410"/>
                  </a:lnTo>
                  <a:lnTo>
                    <a:pt x="256" y="408"/>
                  </a:lnTo>
                  <a:lnTo>
                    <a:pt x="256" y="408"/>
                  </a:lnTo>
                  <a:lnTo>
                    <a:pt x="256" y="405"/>
                  </a:lnTo>
                  <a:lnTo>
                    <a:pt x="256" y="405"/>
                  </a:lnTo>
                  <a:lnTo>
                    <a:pt x="256" y="405"/>
                  </a:lnTo>
                  <a:lnTo>
                    <a:pt x="256" y="403"/>
                  </a:lnTo>
                  <a:lnTo>
                    <a:pt x="256" y="403"/>
                  </a:lnTo>
                  <a:lnTo>
                    <a:pt x="256" y="400"/>
                  </a:lnTo>
                  <a:lnTo>
                    <a:pt x="254" y="400"/>
                  </a:lnTo>
                  <a:lnTo>
                    <a:pt x="254" y="400"/>
                  </a:lnTo>
                  <a:lnTo>
                    <a:pt x="254" y="400"/>
                  </a:lnTo>
                  <a:lnTo>
                    <a:pt x="254" y="400"/>
                  </a:lnTo>
                  <a:lnTo>
                    <a:pt x="251" y="400"/>
                  </a:lnTo>
                  <a:lnTo>
                    <a:pt x="251" y="398"/>
                  </a:lnTo>
                  <a:lnTo>
                    <a:pt x="251" y="398"/>
                  </a:lnTo>
                  <a:lnTo>
                    <a:pt x="251" y="398"/>
                  </a:lnTo>
                  <a:lnTo>
                    <a:pt x="251" y="398"/>
                  </a:lnTo>
                  <a:lnTo>
                    <a:pt x="249" y="398"/>
                  </a:lnTo>
                  <a:lnTo>
                    <a:pt x="249" y="398"/>
                  </a:lnTo>
                  <a:lnTo>
                    <a:pt x="249" y="396"/>
                  </a:lnTo>
                  <a:lnTo>
                    <a:pt x="247" y="396"/>
                  </a:lnTo>
                  <a:lnTo>
                    <a:pt x="247" y="396"/>
                  </a:lnTo>
                  <a:lnTo>
                    <a:pt x="247" y="396"/>
                  </a:lnTo>
                  <a:lnTo>
                    <a:pt x="247" y="396"/>
                  </a:lnTo>
                  <a:lnTo>
                    <a:pt x="247" y="396"/>
                  </a:lnTo>
                  <a:lnTo>
                    <a:pt x="244" y="396"/>
                  </a:lnTo>
                  <a:lnTo>
                    <a:pt x="244" y="396"/>
                  </a:lnTo>
                  <a:lnTo>
                    <a:pt x="244" y="393"/>
                  </a:lnTo>
                  <a:lnTo>
                    <a:pt x="244" y="393"/>
                  </a:lnTo>
                  <a:lnTo>
                    <a:pt x="242" y="393"/>
                  </a:lnTo>
                  <a:lnTo>
                    <a:pt x="242" y="393"/>
                  </a:lnTo>
                  <a:lnTo>
                    <a:pt x="242" y="393"/>
                  </a:lnTo>
                  <a:lnTo>
                    <a:pt x="239" y="393"/>
                  </a:lnTo>
                  <a:lnTo>
                    <a:pt x="239" y="391"/>
                  </a:lnTo>
                  <a:lnTo>
                    <a:pt x="239" y="391"/>
                  </a:lnTo>
                  <a:lnTo>
                    <a:pt x="239" y="391"/>
                  </a:lnTo>
                  <a:lnTo>
                    <a:pt x="239" y="391"/>
                  </a:lnTo>
                  <a:lnTo>
                    <a:pt x="237" y="391"/>
                  </a:lnTo>
                  <a:lnTo>
                    <a:pt x="237" y="391"/>
                  </a:lnTo>
                  <a:lnTo>
                    <a:pt x="237" y="389"/>
                  </a:lnTo>
                  <a:lnTo>
                    <a:pt x="235" y="389"/>
                  </a:lnTo>
                  <a:lnTo>
                    <a:pt x="235" y="389"/>
                  </a:lnTo>
                  <a:lnTo>
                    <a:pt x="235" y="389"/>
                  </a:lnTo>
                  <a:lnTo>
                    <a:pt x="235" y="389"/>
                  </a:lnTo>
                  <a:lnTo>
                    <a:pt x="232" y="389"/>
                  </a:lnTo>
                  <a:lnTo>
                    <a:pt x="232" y="386"/>
                  </a:lnTo>
                  <a:lnTo>
                    <a:pt x="232" y="386"/>
                  </a:lnTo>
                  <a:lnTo>
                    <a:pt x="232" y="386"/>
                  </a:lnTo>
                  <a:lnTo>
                    <a:pt x="232" y="386"/>
                  </a:lnTo>
                  <a:lnTo>
                    <a:pt x="230" y="386"/>
                  </a:lnTo>
                  <a:lnTo>
                    <a:pt x="230" y="386"/>
                  </a:lnTo>
                  <a:lnTo>
                    <a:pt x="230" y="386"/>
                  </a:lnTo>
                  <a:lnTo>
                    <a:pt x="228" y="386"/>
                  </a:lnTo>
                  <a:lnTo>
                    <a:pt x="228" y="384"/>
                  </a:lnTo>
                  <a:lnTo>
                    <a:pt x="228" y="384"/>
                  </a:lnTo>
                  <a:lnTo>
                    <a:pt x="228" y="384"/>
                  </a:lnTo>
                  <a:lnTo>
                    <a:pt x="228" y="384"/>
                  </a:lnTo>
                  <a:lnTo>
                    <a:pt x="225" y="384"/>
                  </a:lnTo>
                  <a:lnTo>
                    <a:pt x="225" y="384"/>
                  </a:lnTo>
                  <a:lnTo>
                    <a:pt x="225" y="381"/>
                  </a:lnTo>
                  <a:lnTo>
                    <a:pt x="225" y="381"/>
                  </a:lnTo>
                  <a:lnTo>
                    <a:pt x="223" y="381"/>
                  </a:lnTo>
                  <a:lnTo>
                    <a:pt x="223" y="381"/>
                  </a:lnTo>
                  <a:lnTo>
                    <a:pt x="223" y="381"/>
                  </a:lnTo>
                  <a:lnTo>
                    <a:pt x="221" y="381"/>
                  </a:lnTo>
                  <a:lnTo>
                    <a:pt x="221" y="379"/>
                  </a:lnTo>
                  <a:lnTo>
                    <a:pt x="221" y="379"/>
                  </a:lnTo>
                  <a:lnTo>
                    <a:pt x="221" y="379"/>
                  </a:lnTo>
                  <a:lnTo>
                    <a:pt x="221" y="379"/>
                  </a:lnTo>
                  <a:lnTo>
                    <a:pt x="218" y="379"/>
                  </a:lnTo>
                  <a:lnTo>
                    <a:pt x="218" y="379"/>
                  </a:lnTo>
                  <a:lnTo>
                    <a:pt x="218" y="377"/>
                  </a:lnTo>
                  <a:lnTo>
                    <a:pt x="218" y="377"/>
                  </a:lnTo>
                  <a:lnTo>
                    <a:pt x="216" y="377"/>
                  </a:lnTo>
                  <a:lnTo>
                    <a:pt x="216" y="377"/>
                  </a:lnTo>
                  <a:lnTo>
                    <a:pt x="216" y="377"/>
                  </a:lnTo>
                  <a:lnTo>
                    <a:pt x="213" y="377"/>
                  </a:lnTo>
                  <a:lnTo>
                    <a:pt x="213" y="374"/>
                  </a:lnTo>
                  <a:lnTo>
                    <a:pt x="213" y="374"/>
                  </a:lnTo>
                  <a:lnTo>
                    <a:pt x="213" y="374"/>
                  </a:lnTo>
                  <a:lnTo>
                    <a:pt x="211" y="374"/>
                  </a:lnTo>
                  <a:lnTo>
                    <a:pt x="211" y="374"/>
                  </a:lnTo>
                  <a:lnTo>
                    <a:pt x="211" y="374"/>
                  </a:lnTo>
                  <a:lnTo>
                    <a:pt x="209" y="374"/>
                  </a:lnTo>
                  <a:lnTo>
                    <a:pt x="209" y="374"/>
                  </a:lnTo>
                  <a:lnTo>
                    <a:pt x="206" y="374"/>
                  </a:lnTo>
                  <a:lnTo>
                    <a:pt x="206" y="374"/>
                  </a:lnTo>
                  <a:lnTo>
                    <a:pt x="206" y="374"/>
                  </a:lnTo>
                  <a:lnTo>
                    <a:pt x="206" y="377"/>
                  </a:lnTo>
                  <a:lnTo>
                    <a:pt x="204" y="377"/>
                  </a:lnTo>
                  <a:lnTo>
                    <a:pt x="204" y="377"/>
                  </a:lnTo>
                  <a:lnTo>
                    <a:pt x="204" y="377"/>
                  </a:lnTo>
                  <a:lnTo>
                    <a:pt x="204" y="377"/>
                  </a:lnTo>
                  <a:lnTo>
                    <a:pt x="204" y="377"/>
                  </a:lnTo>
                  <a:lnTo>
                    <a:pt x="202" y="377"/>
                  </a:lnTo>
                  <a:lnTo>
                    <a:pt x="202" y="377"/>
                  </a:lnTo>
                  <a:lnTo>
                    <a:pt x="202" y="374"/>
                  </a:lnTo>
                  <a:lnTo>
                    <a:pt x="199" y="374"/>
                  </a:lnTo>
                  <a:lnTo>
                    <a:pt x="199" y="374"/>
                  </a:lnTo>
                  <a:lnTo>
                    <a:pt x="199" y="374"/>
                  </a:lnTo>
                  <a:lnTo>
                    <a:pt x="199" y="374"/>
                  </a:lnTo>
                  <a:lnTo>
                    <a:pt x="197" y="374"/>
                  </a:lnTo>
                  <a:lnTo>
                    <a:pt x="197" y="374"/>
                  </a:lnTo>
                  <a:lnTo>
                    <a:pt x="197" y="374"/>
                  </a:lnTo>
                  <a:lnTo>
                    <a:pt x="197" y="372"/>
                  </a:lnTo>
                  <a:lnTo>
                    <a:pt x="195" y="372"/>
                  </a:lnTo>
                  <a:lnTo>
                    <a:pt x="195" y="372"/>
                  </a:lnTo>
                  <a:lnTo>
                    <a:pt x="195" y="372"/>
                  </a:lnTo>
                  <a:lnTo>
                    <a:pt x="195" y="372"/>
                  </a:lnTo>
                  <a:lnTo>
                    <a:pt x="195" y="370"/>
                  </a:lnTo>
                  <a:lnTo>
                    <a:pt x="192" y="370"/>
                  </a:lnTo>
                  <a:lnTo>
                    <a:pt x="192" y="370"/>
                  </a:lnTo>
                  <a:lnTo>
                    <a:pt x="192" y="370"/>
                  </a:lnTo>
                  <a:lnTo>
                    <a:pt x="190" y="370"/>
                  </a:lnTo>
                  <a:lnTo>
                    <a:pt x="190" y="372"/>
                  </a:lnTo>
                  <a:lnTo>
                    <a:pt x="190" y="372"/>
                  </a:lnTo>
                  <a:lnTo>
                    <a:pt x="190" y="372"/>
                  </a:lnTo>
                  <a:lnTo>
                    <a:pt x="190" y="374"/>
                  </a:lnTo>
                  <a:lnTo>
                    <a:pt x="190" y="374"/>
                  </a:lnTo>
                  <a:lnTo>
                    <a:pt x="190" y="374"/>
                  </a:lnTo>
                  <a:lnTo>
                    <a:pt x="190" y="374"/>
                  </a:lnTo>
                  <a:lnTo>
                    <a:pt x="190" y="377"/>
                  </a:lnTo>
                  <a:lnTo>
                    <a:pt x="192" y="377"/>
                  </a:lnTo>
                  <a:lnTo>
                    <a:pt x="192" y="377"/>
                  </a:lnTo>
                  <a:lnTo>
                    <a:pt x="190" y="377"/>
                  </a:lnTo>
                  <a:lnTo>
                    <a:pt x="190" y="377"/>
                  </a:lnTo>
                  <a:lnTo>
                    <a:pt x="187" y="377"/>
                  </a:lnTo>
                  <a:lnTo>
                    <a:pt x="187" y="379"/>
                  </a:lnTo>
                  <a:lnTo>
                    <a:pt x="187" y="379"/>
                  </a:lnTo>
                  <a:lnTo>
                    <a:pt x="187" y="381"/>
                  </a:lnTo>
                  <a:lnTo>
                    <a:pt x="187" y="381"/>
                  </a:lnTo>
                  <a:lnTo>
                    <a:pt x="187" y="381"/>
                  </a:lnTo>
                  <a:lnTo>
                    <a:pt x="187" y="384"/>
                  </a:lnTo>
                  <a:lnTo>
                    <a:pt x="187" y="384"/>
                  </a:lnTo>
                  <a:lnTo>
                    <a:pt x="187" y="386"/>
                  </a:lnTo>
                  <a:lnTo>
                    <a:pt x="187" y="386"/>
                  </a:lnTo>
                  <a:lnTo>
                    <a:pt x="187" y="386"/>
                  </a:lnTo>
                  <a:lnTo>
                    <a:pt x="187" y="389"/>
                  </a:lnTo>
                  <a:lnTo>
                    <a:pt x="187" y="389"/>
                  </a:lnTo>
                  <a:lnTo>
                    <a:pt x="187" y="389"/>
                  </a:lnTo>
                  <a:lnTo>
                    <a:pt x="190" y="389"/>
                  </a:lnTo>
                  <a:lnTo>
                    <a:pt x="190" y="391"/>
                  </a:lnTo>
                  <a:lnTo>
                    <a:pt x="190" y="391"/>
                  </a:lnTo>
                  <a:lnTo>
                    <a:pt x="190" y="393"/>
                  </a:lnTo>
                  <a:lnTo>
                    <a:pt x="190" y="393"/>
                  </a:lnTo>
                  <a:lnTo>
                    <a:pt x="187" y="393"/>
                  </a:lnTo>
                  <a:lnTo>
                    <a:pt x="187" y="393"/>
                  </a:lnTo>
                  <a:lnTo>
                    <a:pt x="187" y="393"/>
                  </a:lnTo>
                  <a:lnTo>
                    <a:pt x="187" y="396"/>
                  </a:lnTo>
                  <a:lnTo>
                    <a:pt x="187" y="396"/>
                  </a:lnTo>
                  <a:lnTo>
                    <a:pt x="187" y="396"/>
                  </a:lnTo>
                  <a:lnTo>
                    <a:pt x="185" y="396"/>
                  </a:lnTo>
                  <a:lnTo>
                    <a:pt x="185" y="396"/>
                  </a:lnTo>
                  <a:lnTo>
                    <a:pt x="185" y="398"/>
                  </a:lnTo>
                  <a:lnTo>
                    <a:pt x="185" y="398"/>
                  </a:lnTo>
                  <a:lnTo>
                    <a:pt x="183" y="398"/>
                  </a:lnTo>
                  <a:lnTo>
                    <a:pt x="183" y="398"/>
                  </a:lnTo>
                  <a:lnTo>
                    <a:pt x="183" y="400"/>
                  </a:lnTo>
                  <a:lnTo>
                    <a:pt x="183" y="400"/>
                  </a:lnTo>
                  <a:lnTo>
                    <a:pt x="183" y="400"/>
                  </a:lnTo>
                  <a:lnTo>
                    <a:pt x="180" y="400"/>
                  </a:lnTo>
                  <a:lnTo>
                    <a:pt x="180" y="400"/>
                  </a:lnTo>
                  <a:lnTo>
                    <a:pt x="180" y="400"/>
                  </a:lnTo>
                  <a:lnTo>
                    <a:pt x="178" y="400"/>
                  </a:lnTo>
                  <a:lnTo>
                    <a:pt x="178" y="400"/>
                  </a:lnTo>
                  <a:lnTo>
                    <a:pt x="178" y="398"/>
                  </a:lnTo>
                  <a:lnTo>
                    <a:pt x="178" y="398"/>
                  </a:lnTo>
                  <a:lnTo>
                    <a:pt x="178" y="398"/>
                  </a:lnTo>
                  <a:lnTo>
                    <a:pt x="178" y="396"/>
                  </a:lnTo>
                  <a:lnTo>
                    <a:pt x="178" y="396"/>
                  </a:lnTo>
                  <a:lnTo>
                    <a:pt x="178" y="396"/>
                  </a:lnTo>
                  <a:lnTo>
                    <a:pt x="178" y="396"/>
                  </a:lnTo>
                  <a:lnTo>
                    <a:pt x="178" y="396"/>
                  </a:lnTo>
                  <a:lnTo>
                    <a:pt x="178" y="393"/>
                  </a:lnTo>
                  <a:lnTo>
                    <a:pt x="178" y="393"/>
                  </a:lnTo>
                  <a:lnTo>
                    <a:pt x="178" y="393"/>
                  </a:lnTo>
                  <a:lnTo>
                    <a:pt x="178" y="391"/>
                  </a:lnTo>
                  <a:lnTo>
                    <a:pt x="176" y="391"/>
                  </a:lnTo>
                  <a:lnTo>
                    <a:pt x="176" y="391"/>
                  </a:lnTo>
                  <a:lnTo>
                    <a:pt x="176" y="391"/>
                  </a:lnTo>
                  <a:lnTo>
                    <a:pt x="176" y="389"/>
                  </a:lnTo>
                  <a:lnTo>
                    <a:pt x="173" y="389"/>
                  </a:lnTo>
                  <a:lnTo>
                    <a:pt x="173" y="389"/>
                  </a:lnTo>
                  <a:lnTo>
                    <a:pt x="173" y="389"/>
                  </a:lnTo>
                  <a:lnTo>
                    <a:pt x="173" y="386"/>
                  </a:lnTo>
                  <a:lnTo>
                    <a:pt x="173" y="386"/>
                  </a:lnTo>
                  <a:lnTo>
                    <a:pt x="173" y="386"/>
                  </a:lnTo>
                  <a:lnTo>
                    <a:pt x="173" y="386"/>
                  </a:lnTo>
                  <a:lnTo>
                    <a:pt x="173" y="386"/>
                  </a:lnTo>
                  <a:lnTo>
                    <a:pt x="171" y="386"/>
                  </a:lnTo>
                  <a:lnTo>
                    <a:pt x="171" y="386"/>
                  </a:lnTo>
                  <a:lnTo>
                    <a:pt x="171" y="386"/>
                  </a:lnTo>
                  <a:lnTo>
                    <a:pt x="171" y="386"/>
                  </a:lnTo>
                  <a:lnTo>
                    <a:pt x="171" y="384"/>
                  </a:lnTo>
                  <a:lnTo>
                    <a:pt x="171" y="384"/>
                  </a:lnTo>
                  <a:lnTo>
                    <a:pt x="171" y="381"/>
                  </a:lnTo>
                  <a:lnTo>
                    <a:pt x="171" y="381"/>
                  </a:lnTo>
                  <a:lnTo>
                    <a:pt x="171" y="379"/>
                  </a:lnTo>
                  <a:lnTo>
                    <a:pt x="168" y="379"/>
                  </a:lnTo>
                  <a:lnTo>
                    <a:pt x="168" y="379"/>
                  </a:lnTo>
                  <a:lnTo>
                    <a:pt x="168" y="377"/>
                  </a:lnTo>
                  <a:lnTo>
                    <a:pt x="168" y="377"/>
                  </a:lnTo>
                  <a:lnTo>
                    <a:pt x="168" y="374"/>
                  </a:lnTo>
                  <a:lnTo>
                    <a:pt x="168" y="374"/>
                  </a:lnTo>
                  <a:lnTo>
                    <a:pt x="168" y="374"/>
                  </a:lnTo>
                  <a:lnTo>
                    <a:pt x="168" y="374"/>
                  </a:lnTo>
                  <a:lnTo>
                    <a:pt x="166" y="374"/>
                  </a:lnTo>
                  <a:lnTo>
                    <a:pt x="166" y="372"/>
                  </a:lnTo>
                  <a:lnTo>
                    <a:pt x="166" y="372"/>
                  </a:lnTo>
                  <a:lnTo>
                    <a:pt x="166" y="372"/>
                  </a:lnTo>
                  <a:lnTo>
                    <a:pt x="166" y="372"/>
                  </a:lnTo>
                  <a:lnTo>
                    <a:pt x="166" y="370"/>
                  </a:lnTo>
                  <a:lnTo>
                    <a:pt x="164" y="370"/>
                  </a:lnTo>
                  <a:lnTo>
                    <a:pt x="164" y="370"/>
                  </a:lnTo>
                  <a:lnTo>
                    <a:pt x="164" y="370"/>
                  </a:lnTo>
                  <a:lnTo>
                    <a:pt x="164" y="367"/>
                  </a:lnTo>
                  <a:lnTo>
                    <a:pt x="161" y="367"/>
                  </a:lnTo>
                  <a:lnTo>
                    <a:pt x="161" y="367"/>
                  </a:lnTo>
                  <a:lnTo>
                    <a:pt x="161" y="367"/>
                  </a:lnTo>
                  <a:lnTo>
                    <a:pt x="161" y="367"/>
                  </a:lnTo>
                  <a:lnTo>
                    <a:pt x="161" y="365"/>
                  </a:lnTo>
                  <a:lnTo>
                    <a:pt x="159" y="365"/>
                  </a:lnTo>
                  <a:lnTo>
                    <a:pt x="159" y="365"/>
                  </a:lnTo>
                  <a:lnTo>
                    <a:pt x="159" y="365"/>
                  </a:lnTo>
                  <a:lnTo>
                    <a:pt x="159" y="365"/>
                  </a:lnTo>
                  <a:lnTo>
                    <a:pt x="159" y="365"/>
                  </a:lnTo>
                  <a:lnTo>
                    <a:pt x="157" y="365"/>
                  </a:lnTo>
                  <a:lnTo>
                    <a:pt x="157" y="363"/>
                  </a:lnTo>
                  <a:lnTo>
                    <a:pt x="157" y="363"/>
                  </a:lnTo>
                  <a:lnTo>
                    <a:pt x="157" y="363"/>
                  </a:lnTo>
                  <a:lnTo>
                    <a:pt x="154" y="363"/>
                  </a:lnTo>
                  <a:lnTo>
                    <a:pt x="154" y="360"/>
                  </a:lnTo>
                  <a:lnTo>
                    <a:pt x="154" y="360"/>
                  </a:lnTo>
                  <a:lnTo>
                    <a:pt x="154" y="360"/>
                  </a:lnTo>
                  <a:lnTo>
                    <a:pt x="154" y="358"/>
                  </a:lnTo>
                  <a:lnTo>
                    <a:pt x="154" y="358"/>
                  </a:lnTo>
                  <a:lnTo>
                    <a:pt x="154" y="358"/>
                  </a:lnTo>
                  <a:lnTo>
                    <a:pt x="152" y="358"/>
                  </a:lnTo>
                  <a:lnTo>
                    <a:pt x="152" y="355"/>
                  </a:lnTo>
                  <a:lnTo>
                    <a:pt x="152" y="355"/>
                  </a:lnTo>
                  <a:lnTo>
                    <a:pt x="152" y="355"/>
                  </a:lnTo>
                  <a:lnTo>
                    <a:pt x="152" y="355"/>
                  </a:lnTo>
                  <a:lnTo>
                    <a:pt x="152" y="355"/>
                  </a:lnTo>
                  <a:lnTo>
                    <a:pt x="152" y="353"/>
                  </a:lnTo>
                  <a:lnTo>
                    <a:pt x="152" y="353"/>
                  </a:lnTo>
                  <a:lnTo>
                    <a:pt x="152" y="351"/>
                  </a:lnTo>
                  <a:lnTo>
                    <a:pt x="150" y="351"/>
                  </a:lnTo>
                  <a:lnTo>
                    <a:pt x="150" y="351"/>
                  </a:lnTo>
                  <a:lnTo>
                    <a:pt x="150" y="348"/>
                  </a:lnTo>
                  <a:lnTo>
                    <a:pt x="150" y="348"/>
                  </a:lnTo>
                  <a:lnTo>
                    <a:pt x="150" y="348"/>
                  </a:lnTo>
                  <a:lnTo>
                    <a:pt x="150" y="346"/>
                  </a:lnTo>
                  <a:lnTo>
                    <a:pt x="150" y="346"/>
                  </a:lnTo>
                  <a:lnTo>
                    <a:pt x="147" y="346"/>
                  </a:lnTo>
                  <a:lnTo>
                    <a:pt x="147" y="346"/>
                  </a:lnTo>
                  <a:lnTo>
                    <a:pt x="147" y="346"/>
                  </a:lnTo>
                  <a:lnTo>
                    <a:pt x="147" y="346"/>
                  </a:lnTo>
                  <a:lnTo>
                    <a:pt x="147" y="344"/>
                  </a:lnTo>
                  <a:lnTo>
                    <a:pt x="145" y="344"/>
                  </a:lnTo>
                  <a:lnTo>
                    <a:pt x="145" y="344"/>
                  </a:lnTo>
                  <a:lnTo>
                    <a:pt x="145" y="344"/>
                  </a:lnTo>
                  <a:lnTo>
                    <a:pt x="145" y="341"/>
                  </a:lnTo>
                  <a:lnTo>
                    <a:pt x="145" y="341"/>
                  </a:lnTo>
                  <a:lnTo>
                    <a:pt x="145" y="341"/>
                  </a:lnTo>
                  <a:lnTo>
                    <a:pt x="145" y="339"/>
                  </a:lnTo>
                  <a:lnTo>
                    <a:pt x="145" y="339"/>
                  </a:lnTo>
                  <a:lnTo>
                    <a:pt x="145" y="339"/>
                  </a:lnTo>
                  <a:lnTo>
                    <a:pt x="145" y="339"/>
                  </a:lnTo>
                  <a:lnTo>
                    <a:pt x="145" y="336"/>
                  </a:lnTo>
                  <a:lnTo>
                    <a:pt x="145" y="336"/>
                  </a:lnTo>
                  <a:lnTo>
                    <a:pt x="145" y="336"/>
                  </a:lnTo>
                  <a:lnTo>
                    <a:pt x="145" y="334"/>
                  </a:lnTo>
                  <a:lnTo>
                    <a:pt x="145" y="334"/>
                  </a:lnTo>
                  <a:lnTo>
                    <a:pt x="145" y="332"/>
                  </a:lnTo>
                  <a:lnTo>
                    <a:pt x="142" y="332"/>
                  </a:lnTo>
                  <a:lnTo>
                    <a:pt x="142" y="332"/>
                  </a:lnTo>
                  <a:lnTo>
                    <a:pt x="142" y="332"/>
                  </a:lnTo>
                  <a:lnTo>
                    <a:pt x="142" y="329"/>
                  </a:lnTo>
                  <a:lnTo>
                    <a:pt x="140" y="329"/>
                  </a:lnTo>
                  <a:lnTo>
                    <a:pt x="140" y="329"/>
                  </a:lnTo>
                  <a:lnTo>
                    <a:pt x="140" y="327"/>
                  </a:lnTo>
                  <a:lnTo>
                    <a:pt x="140" y="327"/>
                  </a:lnTo>
                  <a:lnTo>
                    <a:pt x="140" y="327"/>
                  </a:lnTo>
                  <a:lnTo>
                    <a:pt x="140" y="327"/>
                  </a:lnTo>
                  <a:lnTo>
                    <a:pt x="140" y="327"/>
                  </a:lnTo>
                  <a:lnTo>
                    <a:pt x="140" y="327"/>
                  </a:lnTo>
                  <a:lnTo>
                    <a:pt x="140" y="327"/>
                  </a:lnTo>
                  <a:lnTo>
                    <a:pt x="138" y="327"/>
                  </a:lnTo>
                  <a:lnTo>
                    <a:pt x="138" y="327"/>
                  </a:lnTo>
                  <a:lnTo>
                    <a:pt x="138" y="327"/>
                  </a:lnTo>
                  <a:lnTo>
                    <a:pt x="138" y="327"/>
                  </a:lnTo>
                  <a:lnTo>
                    <a:pt x="138" y="325"/>
                  </a:lnTo>
                  <a:lnTo>
                    <a:pt x="138" y="325"/>
                  </a:lnTo>
                  <a:lnTo>
                    <a:pt x="138" y="325"/>
                  </a:lnTo>
                  <a:lnTo>
                    <a:pt x="138" y="322"/>
                  </a:lnTo>
                  <a:lnTo>
                    <a:pt x="138" y="322"/>
                  </a:lnTo>
                  <a:lnTo>
                    <a:pt x="138" y="322"/>
                  </a:lnTo>
                  <a:lnTo>
                    <a:pt x="138" y="320"/>
                  </a:lnTo>
                  <a:lnTo>
                    <a:pt x="138" y="320"/>
                  </a:lnTo>
                  <a:lnTo>
                    <a:pt x="138" y="320"/>
                  </a:lnTo>
                  <a:lnTo>
                    <a:pt x="135" y="320"/>
                  </a:lnTo>
                  <a:close/>
                </a:path>
              </a:pathLst>
            </a:custGeom>
            <a:grp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272"/>
            <p:cNvSpPr>
              <a:spLocks/>
            </p:cNvSpPr>
            <p:nvPr/>
          </p:nvSpPr>
          <p:spPr bwMode="auto">
            <a:xfrm>
              <a:off x="2490788" y="3076575"/>
              <a:ext cx="725488" cy="665162"/>
            </a:xfrm>
            <a:custGeom>
              <a:avLst/>
              <a:gdLst/>
              <a:ahLst/>
              <a:cxnLst>
                <a:cxn ang="0">
                  <a:pos x="124" y="306"/>
                </a:cxn>
                <a:cxn ang="0">
                  <a:pos x="107" y="291"/>
                </a:cxn>
                <a:cxn ang="0">
                  <a:pos x="100" y="270"/>
                </a:cxn>
                <a:cxn ang="0">
                  <a:pos x="100" y="244"/>
                </a:cxn>
                <a:cxn ang="0">
                  <a:pos x="90" y="225"/>
                </a:cxn>
                <a:cxn ang="0">
                  <a:pos x="83" y="208"/>
                </a:cxn>
                <a:cxn ang="0">
                  <a:pos x="67" y="201"/>
                </a:cxn>
                <a:cxn ang="0">
                  <a:pos x="60" y="180"/>
                </a:cxn>
                <a:cxn ang="0">
                  <a:pos x="48" y="173"/>
                </a:cxn>
                <a:cxn ang="0">
                  <a:pos x="45" y="156"/>
                </a:cxn>
                <a:cxn ang="0">
                  <a:pos x="36" y="144"/>
                </a:cxn>
                <a:cxn ang="0">
                  <a:pos x="29" y="126"/>
                </a:cxn>
                <a:cxn ang="0">
                  <a:pos x="15" y="107"/>
                </a:cxn>
                <a:cxn ang="0">
                  <a:pos x="0" y="107"/>
                </a:cxn>
                <a:cxn ang="0">
                  <a:pos x="5" y="78"/>
                </a:cxn>
                <a:cxn ang="0">
                  <a:pos x="22" y="73"/>
                </a:cxn>
                <a:cxn ang="0">
                  <a:pos x="45" y="69"/>
                </a:cxn>
                <a:cxn ang="0">
                  <a:pos x="64" y="54"/>
                </a:cxn>
                <a:cxn ang="0">
                  <a:pos x="74" y="38"/>
                </a:cxn>
                <a:cxn ang="0">
                  <a:pos x="57" y="21"/>
                </a:cxn>
                <a:cxn ang="0">
                  <a:pos x="74" y="12"/>
                </a:cxn>
                <a:cxn ang="0">
                  <a:pos x="97" y="5"/>
                </a:cxn>
                <a:cxn ang="0">
                  <a:pos x="119" y="2"/>
                </a:cxn>
                <a:cxn ang="0">
                  <a:pos x="140" y="14"/>
                </a:cxn>
                <a:cxn ang="0">
                  <a:pos x="159" y="24"/>
                </a:cxn>
                <a:cxn ang="0">
                  <a:pos x="180" y="35"/>
                </a:cxn>
                <a:cxn ang="0">
                  <a:pos x="197" y="47"/>
                </a:cxn>
                <a:cxn ang="0">
                  <a:pos x="206" y="69"/>
                </a:cxn>
                <a:cxn ang="0">
                  <a:pos x="230" y="76"/>
                </a:cxn>
                <a:cxn ang="0">
                  <a:pos x="258" y="78"/>
                </a:cxn>
                <a:cxn ang="0">
                  <a:pos x="282" y="83"/>
                </a:cxn>
                <a:cxn ang="0">
                  <a:pos x="303" y="92"/>
                </a:cxn>
                <a:cxn ang="0">
                  <a:pos x="311" y="114"/>
                </a:cxn>
                <a:cxn ang="0">
                  <a:pos x="327" y="123"/>
                </a:cxn>
                <a:cxn ang="0">
                  <a:pos x="337" y="137"/>
                </a:cxn>
                <a:cxn ang="0">
                  <a:pos x="337" y="159"/>
                </a:cxn>
                <a:cxn ang="0">
                  <a:pos x="348" y="180"/>
                </a:cxn>
                <a:cxn ang="0">
                  <a:pos x="360" y="201"/>
                </a:cxn>
                <a:cxn ang="0">
                  <a:pos x="374" y="218"/>
                </a:cxn>
                <a:cxn ang="0">
                  <a:pos x="391" y="235"/>
                </a:cxn>
                <a:cxn ang="0">
                  <a:pos x="417" y="239"/>
                </a:cxn>
                <a:cxn ang="0">
                  <a:pos x="441" y="246"/>
                </a:cxn>
                <a:cxn ang="0">
                  <a:pos x="455" y="256"/>
                </a:cxn>
                <a:cxn ang="0">
                  <a:pos x="450" y="282"/>
                </a:cxn>
                <a:cxn ang="0">
                  <a:pos x="441" y="306"/>
                </a:cxn>
                <a:cxn ang="0">
                  <a:pos x="422" y="317"/>
                </a:cxn>
                <a:cxn ang="0">
                  <a:pos x="398" y="327"/>
                </a:cxn>
                <a:cxn ang="0">
                  <a:pos x="377" y="334"/>
                </a:cxn>
                <a:cxn ang="0">
                  <a:pos x="353" y="341"/>
                </a:cxn>
                <a:cxn ang="0">
                  <a:pos x="327" y="346"/>
                </a:cxn>
                <a:cxn ang="0">
                  <a:pos x="306" y="355"/>
                </a:cxn>
                <a:cxn ang="0">
                  <a:pos x="292" y="374"/>
                </a:cxn>
                <a:cxn ang="0">
                  <a:pos x="277" y="391"/>
                </a:cxn>
                <a:cxn ang="0">
                  <a:pos x="263" y="410"/>
                </a:cxn>
                <a:cxn ang="0">
                  <a:pos x="256" y="405"/>
                </a:cxn>
                <a:cxn ang="0">
                  <a:pos x="237" y="391"/>
                </a:cxn>
                <a:cxn ang="0">
                  <a:pos x="218" y="379"/>
                </a:cxn>
                <a:cxn ang="0">
                  <a:pos x="197" y="374"/>
                </a:cxn>
                <a:cxn ang="0">
                  <a:pos x="187" y="386"/>
                </a:cxn>
                <a:cxn ang="0">
                  <a:pos x="178" y="396"/>
                </a:cxn>
                <a:cxn ang="0">
                  <a:pos x="168" y="374"/>
                </a:cxn>
                <a:cxn ang="0">
                  <a:pos x="154" y="358"/>
                </a:cxn>
                <a:cxn ang="0">
                  <a:pos x="145" y="336"/>
                </a:cxn>
              </a:cxnLst>
              <a:rect l="0" t="0" r="r" b="b"/>
              <a:pathLst>
                <a:path w="457" h="419">
                  <a:moveTo>
                    <a:pt x="135" y="320"/>
                  </a:moveTo>
                  <a:lnTo>
                    <a:pt x="135" y="317"/>
                  </a:lnTo>
                  <a:lnTo>
                    <a:pt x="135" y="317"/>
                  </a:lnTo>
                  <a:lnTo>
                    <a:pt x="133" y="317"/>
                  </a:lnTo>
                  <a:lnTo>
                    <a:pt x="133" y="320"/>
                  </a:lnTo>
                  <a:lnTo>
                    <a:pt x="133" y="320"/>
                  </a:lnTo>
                  <a:lnTo>
                    <a:pt x="133" y="320"/>
                  </a:lnTo>
                  <a:lnTo>
                    <a:pt x="133" y="317"/>
                  </a:lnTo>
                  <a:lnTo>
                    <a:pt x="133" y="317"/>
                  </a:lnTo>
                  <a:lnTo>
                    <a:pt x="133" y="317"/>
                  </a:lnTo>
                  <a:lnTo>
                    <a:pt x="133" y="317"/>
                  </a:lnTo>
                  <a:lnTo>
                    <a:pt x="133" y="315"/>
                  </a:lnTo>
                  <a:lnTo>
                    <a:pt x="133" y="315"/>
                  </a:lnTo>
                  <a:lnTo>
                    <a:pt x="131" y="315"/>
                  </a:lnTo>
                  <a:lnTo>
                    <a:pt x="131" y="315"/>
                  </a:lnTo>
                  <a:lnTo>
                    <a:pt x="131" y="313"/>
                  </a:lnTo>
                  <a:lnTo>
                    <a:pt x="131" y="313"/>
                  </a:lnTo>
                  <a:lnTo>
                    <a:pt x="131" y="313"/>
                  </a:lnTo>
                  <a:lnTo>
                    <a:pt x="131" y="310"/>
                  </a:lnTo>
                  <a:lnTo>
                    <a:pt x="131" y="310"/>
                  </a:lnTo>
                  <a:lnTo>
                    <a:pt x="128" y="310"/>
                  </a:lnTo>
                  <a:lnTo>
                    <a:pt x="128" y="308"/>
                  </a:lnTo>
                  <a:lnTo>
                    <a:pt x="128" y="308"/>
                  </a:lnTo>
                  <a:lnTo>
                    <a:pt x="128" y="310"/>
                  </a:lnTo>
                  <a:lnTo>
                    <a:pt x="128" y="310"/>
                  </a:lnTo>
                  <a:lnTo>
                    <a:pt x="128" y="308"/>
                  </a:lnTo>
                  <a:lnTo>
                    <a:pt x="128" y="308"/>
                  </a:lnTo>
                  <a:lnTo>
                    <a:pt x="126" y="308"/>
                  </a:lnTo>
                  <a:lnTo>
                    <a:pt x="126" y="308"/>
                  </a:lnTo>
                  <a:lnTo>
                    <a:pt x="126" y="306"/>
                  </a:lnTo>
                  <a:lnTo>
                    <a:pt x="126" y="306"/>
                  </a:lnTo>
                  <a:lnTo>
                    <a:pt x="126" y="306"/>
                  </a:lnTo>
                  <a:lnTo>
                    <a:pt x="124" y="306"/>
                  </a:lnTo>
                  <a:lnTo>
                    <a:pt x="124" y="306"/>
                  </a:lnTo>
                  <a:lnTo>
                    <a:pt x="124" y="306"/>
                  </a:lnTo>
                  <a:lnTo>
                    <a:pt x="121" y="306"/>
                  </a:lnTo>
                  <a:lnTo>
                    <a:pt x="121" y="306"/>
                  </a:lnTo>
                  <a:lnTo>
                    <a:pt x="121" y="303"/>
                  </a:lnTo>
                  <a:lnTo>
                    <a:pt x="121" y="303"/>
                  </a:lnTo>
                  <a:lnTo>
                    <a:pt x="119" y="303"/>
                  </a:lnTo>
                  <a:lnTo>
                    <a:pt x="119" y="303"/>
                  </a:lnTo>
                  <a:lnTo>
                    <a:pt x="119" y="303"/>
                  </a:lnTo>
                  <a:lnTo>
                    <a:pt x="119" y="303"/>
                  </a:lnTo>
                  <a:lnTo>
                    <a:pt x="116" y="303"/>
                  </a:lnTo>
                  <a:lnTo>
                    <a:pt x="116" y="303"/>
                  </a:lnTo>
                  <a:lnTo>
                    <a:pt x="116" y="301"/>
                  </a:lnTo>
                  <a:lnTo>
                    <a:pt x="114" y="301"/>
                  </a:lnTo>
                  <a:lnTo>
                    <a:pt x="114" y="301"/>
                  </a:lnTo>
                  <a:lnTo>
                    <a:pt x="114" y="301"/>
                  </a:lnTo>
                  <a:lnTo>
                    <a:pt x="114" y="301"/>
                  </a:lnTo>
                  <a:lnTo>
                    <a:pt x="114" y="301"/>
                  </a:lnTo>
                  <a:lnTo>
                    <a:pt x="114" y="301"/>
                  </a:lnTo>
                  <a:lnTo>
                    <a:pt x="114" y="299"/>
                  </a:lnTo>
                  <a:lnTo>
                    <a:pt x="112" y="299"/>
                  </a:lnTo>
                  <a:lnTo>
                    <a:pt x="112" y="299"/>
                  </a:lnTo>
                  <a:lnTo>
                    <a:pt x="112" y="299"/>
                  </a:lnTo>
                  <a:lnTo>
                    <a:pt x="112" y="296"/>
                  </a:lnTo>
                  <a:lnTo>
                    <a:pt x="112" y="296"/>
                  </a:lnTo>
                  <a:lnTo>
                    <a:pt x="112" y="296"/>
                  </a:lnTo>
                  <a:lnTo>
                    <a:pt x="112" y="296"/>
                  </a:lnTo>
                  <a:lnTo>
                    <a:pt x="109" y="296"/>
                  </a:lnTo>
                  <a:lnTo>
                    <a:pt x="109" y="294"/>
                  </a:lnTo>
                  <a:lnTo>
                    <a:pt x="109" y="294"/>
                  </a:lnTo>
                  <a:lnTo>
                    <a:pt x="109" y="294"/>
                  </a:lnTo>
                  <a:lnTo>
                    <a:pt x="109" y="291"/>
                  </a:lnTo>
                  <a:lnTo>
                    <a:pt x="107" y="291"/>
                  </a:lnTo>
                  <a:lnTo>
                    <a:pt x="107" y="291"/>
                  </a:lnTo>
                  <a:lnTo>
                    <a:pt x="107" y="291"/>
                  </a:lnTo>
                  <a:lnTo>
                    <a:pt x="107" y="289"/>
                  </a:lnTo>
                  <a:lnTo>
                    <a:pt x="107" y="289"/>
                  </a:lnTo>
                  <a:lnTo>
                    <a:pt x="107" y="289"/>
                  </a:lnTo>
                  <a:lnTo>
                    <a:pt x="107" y="287"/>
                  </a:lnTo>
                  <a:lnTo>
                    <a:pt x="105" y="287"/>
                  </a:lnTo>
                  <a:lnTo>
                    <a:pt x="105" y="287"/>
                  </a:lnTo>
                  <a:lnTo>
                    <a:pt x="105" y="287"/>
                  </a:lnTo>
                  <a:lnTo>
                    <a:pt x="105" y="287"/>
                  </a:lnTo>
                  <a:lnTo>
                    <a:pt x="105" y="287"/>
                  </a:lnTo>
                  <a:lnTo>
                    <a:pt x="105" y="284"/>
                  </a:lnTo>
                  <a:lnTo>
                    <a:pt x="105" y="284"/>
                  </a:lnTo>
                  <a:lnTo>
                    <a:pt x="105" y="282"/>
                  </a:lnTo>
                  <a:lnTo>
                    <a:pt x="102" y="282"/>
                  </a:lnTo>
                  <a:lnTo>
                    <a:pt x="102" y="282"/>
                  </a:lnTo>
                  <a:lnTo>
                    <a:pt x="102" y="282"/>
                  </a:lnTo>
                  <a:lnTo>
                    <a:pt x="102" y="280"/>
                  </a:lnTo>
                  <a:lnTo>
                    <a:pt x="102" y="280"/>
                  </a:lnTo>
                  <a:lnTo>
                    <a:pt x="100" y="280"/>
                  </a:lnTo>
                  <a:lnTo>
                    <a:pt x="100" y="277"/>
                  </a:lnTo>
                  <a:lnTo>
                    <a:pt x="100" y="277"/>
                  </a:lnTo>
                  <a:lnTo>
                    <a:pt x="100" y="277"/>
                  </a:lnTo>
                  <a:lnTo>
                    <a:pt x="100" y="277"/>
                  </a:lnTo>
                  <a:lnTo>
                    <a:pt x="100" y="275"/>
                  </a:lnTo>
                  <a:lnTo>
                    <a:pt x="100" y="275"/>
                  </a:lnTo>
                  <a:lnTo>
                    <a:pt x="100" y="275"/>
                  </a:lnTo>
                  <a:lnTo>
                    <a:pt x="102" y="275"/>
                  </a:lnTo>
                  <a:lnTo>
                    <a:pt x="102" y="272"/>
                  </a:lnTo>
                  <a:lnTo>
                    <a:pt x="100" y="272"/>
                  </a:lnTo>
                  <a:lnTo>
                    <a:pt x="100" y="272"/>
                  </a:lnTo>
                  <a:lnTo>
                    <a:pt x="100" y="270"/>
                  </a:lnTo>
                  <a:lnTo>
                    <a:pt x="100" y="270"/>
                  </a:lnTo>
                  <a:lnTo>
                    <a:pt x="100" y="270"/>
                  </a:lnTo>
                  <a:lnTo>
                    <a:pt x="100" y="268"/>
                  </a:lnTo>
                  <a:lnTo>
                    <a:pt x="100" y="268"/>
                  </a:lnTo>
                  <a:lnTo>
                    <a:pt x="100" y="268"/>
                  </a:lnTo>
                  <a:lnTo>
                    <a:pt x="100" y="268"/>
                  </a:lnTo>
                  <a:lnTo>
                    <a:pt x="100" y="265"/>
                  </a:lnTo>
                  <a:lnTo>
                    <a:pt x="100" y="265"/>
                  </a:lnTo>
                  <a:lnTo>
                    <a:pt x="97" y="265"/>
                  </a:lnTo>
                  <a:lnTo>
                    <a:pt x="97" y="263"/>
                  </a:lnTo>
                  <a:lnTo>
                    <a:pt x="97" y="263"/>
                  </a:lnTo>
                  <a:lnTo>
                    <a:pt x="97" y="263"/>
                  </a:lnTo>
                  <a:lnTo>
                    <a:pt x="97" y="261"/>
                  </a:lnTo>
                  <a:lnTo>
                    <a:pt x="97" y="261"/>
                  </a:lnTo>
                  <a:lnTo>
                    <a:pt x="97" y="261"/>
                  </a:lnTo>
                  <a:lnTo>
                    <a:pt x="97" y="258"/>
                  </a:lnTo>
                  <a:lnTo>
                    <a:pt x="97" y="258"/>
                  </a:lnTo>
                  <a:lnTo>
                    <a:pt x="97" y="256"/>
                  </a:lnTo>
                  <a:lnTo>
                    <a:pt x="97" y="256"/>
                  </a:lnTo>
                  <a:lnTo>
                    <a:pt x="97" y="256"/>
                  </a:lnTo>
                  <a:lnTo>
                    <a:pt x="97" y="256"/>
                  </a:lnTo>
                  <a:lnTo>
                    <a:pt x="97" y="256"/>
                  </a:lnTo>
                  <a:lnTo>
                    <a:pt x="97" y="254"/>
                  </a:lnTo>
                  <a:lnTo>
                    <a:pt x="97" y="254"/>
                  </a:lnTo>
                  <a:lnTo>
                    <a:pt x="97" y="251"/>
                  </a:lnTo>
                  <a:lnTo>
                    <a:pt x="100" y="251"/>
                  </a:lnTo>
                  <a:lnTo>
                    <a:pt x="100" y="251"/>
                  </a:lnTo>
                  <a:lnTo>
                    <a:pt x="100" y="249"/>
                  </a:lnTo>
                  <a:lnTo>
                    <a:pt x="100" y="249"/>
                  </a:lnTo>
                  <a:lnTo>
                    <a:pt x="100" y="246"/>
                  </a:lnTo>
                  <a:lnTo>
                    <a:pt x="100" y="246"/>
                  </a:lnTo>
                  <a:lnTo>
                    <a:pt x="100" y="246"/>
                  </a:lnTo>
                  <a:lnTo>
                    <a:pt x="100" y="244"/>
                  </a:lnTo>
                  <a:lnTo>
                    <a:pt x="100" y="244"/>
                  </a:lnTo>
                  <a:lnTo>
                    <a:pt x="97" y="244"/>
                  </a:lnTo>
                  <a:lnTo>
                    <a:pt x="97" y="242"/>
                  </a:lnTo>
                  <a:lnTo>
                    <a:pt x="97" y="242"/>
                  </a:lnTo>
                  <a:lnTo>
                    <a:pt x="97" y="242"/>
                  </a:lnTo>
                  <a:lnTo>
                    <a:pt x="97" y="242"/>
                  </a:lnTo>
                  <a:lnTo>
                    <a:pt x="97" y="242"/>
                  </a:lnTo>
                  <a:lnTo>
                    <a:pt x="97" y="242"/>
                  </a:lnTo>
                  <a:lnTo>
                    <a:pt x="97" y="239"/>
                  </a:lnTo>
                  <a:lnTo>
                    <a:pt x="97" y="239"/>
                  </a:lnTo>
                  <a:lnTo>
                    <a:pt x="97" y="239"/>
                  </a:lnTo>
                  <a:lnTo>
                    <a:pt x="97" y="239"/>
                  </a:lnTo>
                  <a:lnTo>
                    <a:pt x="97" y="237"/>
                  </a:lnTo>
                  <a:lnTo>
                    <a:pt x="95" y="237"/>
                  </a:lnTo>
                  <a:lnTo>
                    <a:pt x="95" y="237"/>
                  </a:lnTo>
                  <a:lnTo>
                    <a:pt x="95" y="237"/>
                  </a:lnTo>
                  <a:lnTo>
                    <a:pt x="95" y="237"/>
                  </a:lnTo>
                  <a:lnTo>
                    <a:pt x="95" y="235"/>
                  </a:lnTo>
                  <a:lnTo>
                    <a:pt x="95" y="235"/>
                  </a:lnTo>
                  <a:lnTo>
                    <a:pt x="93" y="235"/>
                  </a:lnTo>
                  <a:lnTo>
                    <a:pt x="93" y="232"/>
                  </a:lnTo>
                  <a:lnTo>
                    <a:pt x="93" y="232"/>
                  </a:lnTo>
                  <a:lnTo>
                    <a:pt x="93" y="232"/>
                  </a:lnTo>
                  <a:lnTo>
                    <a:pt x="93" y="230"/>
                  </a:lnTo>
                  <a:lnTo>
                    <a:pt x="93" y="230"/>
                  </a:lnTo>
                  <a:lnTo>
                    <a:pt x="93" y="230"/>
                  </a:lnTo>
                  <a:lnTo>
                    <a:pt x="93" y="227"/>
                  </a:lnTo>
                  <a:lnTo>
                    <a:pt x="93" y="227"/>
                  </a:lnTo>
                  <a:lnTo>
                    <a:pt x="90" y="227"/>
                  </a:lnTo>
                  <a:lnTo>
                    <a:pt x="90" y="227"/>
                  </a:lnTo>
                  <a:lnTo>
                    <a:pt x="88" y="227"/>
                  </a:lnTo>
                  <a:lnTo>
                    <a:pt x="88" y="227"/>
                  </a:lnTo>
                  <a:lnTo>
                    <a:pt x="90" y="227"/>
                  </a:lnTo>
                  <a:lnTo>
                    <a:pt x="90" y="225"/>
                  </a:lnTo>
                  <a:lnTo>
                    <a:pt x="90" y="225"/>
                  </a:lnTo>
                  <a:lnTo>
                    <a:pt x="90" y="223"/>
                  </a:lnTo>
                  <a:lnTo>
                    <a:pt x="88" y="223"/>
                  </a:lnTo>
                  <a:lnTo>
                    <a:pt x="88" y="223"/>
                  </a:lnTo>
                  <a:lnTo>
                    <a:pt x="88" y="223"/>
                  </a:lnTo>
                  <a:lnTo>
                    <a:pt x="88" y="223"/>
                  </a:lnTo>
                  <a:lnTo>
                    <a:pt x="88" y="220"/>
                  </a:lnTo>
                  <a:lnTo>
                    <a:pt x="88" y="220"/>
                  </a:lnTo>
                  <a:lnTo>
                    <a:pt x="88" y="220"/>
                  </a:lnTo>
                  <a:lnTo>
                    <a:pt x="88" y="220"/>
                  </a:lnTo>
                  <a:lnTo>
                    <a:pt x="88" y="220"/>
                  </a:lnTo>
                  <a:lnTo>
                    <a:pt x="88" y="220"/>
                  </a:lnTo>
                  <a:lnTo>
                    <a:pt x="88" y="218"/>
                  </a:lnTo>
                  <a:lnTo>
                    <a:pt x="88" y="218"/>
                  </a:lnTo>
                  <a:lnTo>
                    <a:pt x="88" y="218"/>
                  </a:lnTo>
                  <a:lnTo>
                    <a:pt x="86" y="218"/>
                  </a:lnTo>
                  <a:lnTo>
                    <a:pt x="86" y="216"/>
                  </a:lnTo>
                  <a:lnTo>
                    <a:pt x="86" y="216"/>
                  </a:lnTo>
                  <a:lnTo>
                    <a:pt x="86" y="216"/>
                  </a:lnTo>
                  <a:lnTo>
                    <a:pt x="86" y="216"/>
                  </a:lnTo>
                  <a:lnTo>
                    <a:pt x="86" y="216"/>
                  </a:lnTo>
                  <a:lnTo>
                    <a:pt x="83" y="216"/>
                  </a:lnTo>
                  <a:lnTo>
                    <a:pt x="83" y="216"/>
                  </a:lnTo>
                  <a:lnTo>
                    <a:pt x="86" y="216"/>
                  </a:lnTo>
                  <a:lnTo>
                    <a:pt x="86" y="213"/>
                  </a:lnTo>
                  <a:lnTo>
                    <a:pt x="86" y="213"/>
                  </a:lnTo>
                  <a:lnTo>
                    <a:pt x="86" y="213"/>
                  </a:lnTo>
                  <a:lnTo>
                    <a:pt x="86" y="213"/>
                  </a:lnTo>
                  <a:lnTo>
                    <a:pt x="86" y="211"/>
                  </a:lnTo>
                  <a:lnTo>
                    <a:pt x="83" y="211"/>
                  </a:lnTo>
                  <a:lnTo>
                    <a:pt x="83" y="211"/>
                  </a:lnTo>
                  <a:lnTo>
                    <a:pt x="83" y="211"/>
                  </a:lnTo>
                  <a:lnTo>
                    <a:pt x="83" y="208"/>
                  </a:lnTo>
                  <a:lnTo>
                    <a:pt x="81" y="208"/>
                  </a:lnTo>
                  <a:lnTo>
                    <a:pt x="81" y="211"/>
                  </a:lnTo>
                  <a:lnTo>
                    <a:pt x="81" y="211"/>
                  </a:lnTo>
                  <a:lnTo>
                    <a:pt x="81" y="211"/>
                  </a:lnTo>
                  <a:lnTo>
                    <a:pt x="81" y="211"/>
                  </a:lnTo>
                  <a:lnTo>
                    <a:pt x="81" y="211"/>
                  </a:lnTo>
                  <a:lnTo>
                    <a:pt x="81" y="208"/>
                  </a:lnTo>
                  <a:lnTo>
                    <a:pt x="81" y="208"/>
                  </a:lnTo>
                  <a:lnTo>
                    <a:pt x="79" y="208"/>
                  </a:lnTo>
                  <a:lnTo>
                    <a:pt x="79" y="208"/>
                  </a:lnTo>
                  <a:lnTo>
                    <a:pt x="79" y="208"/>
                  </a:lnTo>
                  <a:lnTo>
                    <a:pt x="79" y="206"/>
                  </a:lnTo>
                  <a:lnTo>
                    <a:pt x="79" y="206"/>
                  </a:lnTo>
                  <a:lnTo>
                    <a:pt x="76" y="206"/>
                  </a:lnTo>
                  <a:lnTo>
                    <a:pt x="76" y="206"/>
                  </a:lnTo>
                  <a:lnTo>
                    <a:pt x="76" y="206"/>
                  </a:lnTo>
                  <a:lnTo>
                    <a:pt x="74" y="206"/>
                  </a:lnTo>
                  <a:lnTo>
                    <a:pt x="74" y="204"/>
                  </a:lnTo>
                  <a:lnTo>
                    <a:pt x="74" y="204"/>
                  </a:lnTo>
                  <a:lnTo>
                    <a:pt x="74" y="204"/>
                  </a:lnTo>
                  <a:lnTo>
                    <a:pt x="71" y="204"/>
                  </a:lnTo>
                  <a:lnTo>
                    <a:pt x="71" y="204"/>
                  </a:lnTo>
                  <a:lnTo>
                    <a:pt x="71" y="204"/>
                  </a:lnTo>
                  <a:lnTo>
                    <a:pt x="71" y="201"/>
                  </a:lnTo>
                  <a:lnTo>
                    <a:pt x="71" y="201"/>
                  </a:lnTo>
                  <a:lnTo>
                    <a:pt x="71" y="201"/>
                  </a:lnTo>
                  <a:lnTo>
                    <a:pt x="69" y="201"/>
                  </a:lnTo>
                  <a:lnTo>
                    <a:pt x="69" y="201"/>
                  </a:lnTo>
                  <a:lnTo>
                    <a:pt x="69" y="201"/>
                  </a:lnTo>
                  <a:lnTo>
                    <a:pt x="67" y="201"/>
                  </a:lnTo>
                  <a:lnTo>
                    <a:pt x="67" y="201"/>
                  </a:lnTo>
                  <a:lnTo>
                    <a:pt x="67" y="201"/>
                  </a:lnTo>
                  <a:lnTo>
                    <a:pt x="67" y="201"/>
                  </a:lnTo>
                  <a:lnTo>
                    <a:pt x="64" y="201"/>
                  </a:lnTo>
                  <a:lnTo>
                    <a:pt x="64" y="199"/>
                  </a:lnTo>
                  <a:lnTo>
                    <a:pt x="64" y="199"/>
                  </a:lnTo>
                  <a:lnTo>
                    <a:pt x="64" y="199"/>
                  </a:lnTo>
                  <a:lnTo>
                    <a:pt x="64" y="197"/>
                  </a:lnTo>
                  <a:lnTo>
                    <a:pt x="64" y="197"/>
                  </a:lnTo>
                  <a:lnTo>
                    <a:pt x="64" y="197"/>
                  </a:lnTo>
                  <a:lnTo>
                    <a:pt x="64" y="197"/>
                  </a:lnTo>
                  <a:lnTo>
                    <a:pt x="64" y="194"/>
                  </a:lnTo>
                  <a:lnTo>
                    <a:pt x="64" y="194"/>
                  </a:lnTo>
                  <a:lnTo>
                    <a:pt x="62" y="194"/>
                  </a:lnTo>
                  <a:lnTo>
                    <a:pt x="62" y="192"/>
                  </a:lnTo>
                  <a:lnTo>
                    <a:pt x="62" y="192"/>
                  </a:lnTo>
                  <a:lnTo>
                    <a:pt x="62" y="192"/>
                  </a:lnTo>
                  <a:lnTo>
                    <a:pt x="62" y="190"/>
                  </a:lnTo>
                  <a:lnTo>
                    <a:pt x="60" y="190"/>
                  </a:lnTo>
                  <a:lnTo>
                    <a:pt x="60" y="190"/>
                  </a:lnTo>
                  <a:lnTo>
                    <a:pt x="60" y="190"/>
                  </a:lnTo>
                  <a:lnTo>
                    <a:pt x="60" y="187"/>
                  </a:lnTo>
                  <a:lnTo>
                    <a:pt x="60" y="187"/>
                  </a:lnTo>
                  <a:lnTo>
                    <a:pt x="60" y="187"/>
                  </a:lnTo>
                  <a:lnTo>
                    <a:pt x="57" y="187"/>
                  </a:lnTo>
                  <a:lnTo>
                    <a:pt x="57" y="187"/>
                  </a:lnTo>
                  <a:lnTo>
                    <a:pt x="57" y="185"/>
                  </a:lnTo>
                  <a:lnTo>
                    <a:pt x="57" y="185"/>
                  </a:lnTo>
                  <a:lnTo>
                    <a:pt x="60" y="185"/>
                  </a:lnTo>
                  <a:lnTo>
                    <a:pt x="60" y="185"/>
                  </a:lnTo>
                  <a:lnTo>
                    <a:pt x="60" y="185"/>
                  </a:lnTo>
                  <a:lnTo>
                    <a:pt x="60" y="185"/>
                  </a:lnTo>
                  <a:lnTo>
                    <a:pt x="60" y="185"/>
                  </a:lnTo>
                  <a:lnTo>
                    <a:pt x="60" y="182"/>
                  </a:lnTo>
                  <a:lnTo>
                    <a:pt x="60" y="182"/>
                  </a:lnTo>
                  <a:lnTo>
                    <a:pt x="60" y="180"/>
                  </a:lnTo>
                  <a:lnTo>
                    <a:pt x="60" y="180"/>
                  </a:lnTo>
                  <a:lnTo>
                    <a:pt x="60" y="180"/>
                  </a:lnTo>
                  <a:lnTo>
                    <a:pt x="60" y="180"/>
                  </a:lnTo>
                  <a:lnTo>
                    <a:pt x="60" y="178"/>
                  </a:lnTo>
                  <a:lnTo>
                    <a:pt x="60" y="178"/>
                  </a:lnTo>
                  <a:lnTo>
                    <a:pt x="60" y="178"/>
                  </a:lnTo>
                  <a:lnTo>
                    <a:pt x="60" y="178"/>
                  </a:lnTo>
                  <a:lnTo>
                    <a:pt x="60" y="178"/>
                  </a:lnTo>
                  <a:lnTo>
                    <a:pt x="60" y="175"/>
                  </a:lnTo>
                  <a:lnTo>
                    <a:pt x="57" y="175"/>
                  </a:lnTo>
                  <a:lnTo>
                    <a:pt x="57" y="175"/>
                  </a:lnTo>
                  <a:lnTo>
                    <a:pt x="57" y="175"/>
                  </a:lnTo>
                  <a:lnTo>
                    <a:pt x="57" y="173"/>
                  </a:lnTo>
                  <a:lnTo>
                    <a:pt x="57" y="173"/>
                  </a:lnTo>
                  <a:lnTo>
                    <a:pt x="55" y="173"/>
                  </a:lnTo>
                  <a:lnTo>
                    <a:pt x="55" y="173"/>
                  </a:lnTo>
                  <a:lnTo>
                    <a:pt x="55" y="173"/>
                  </a:lnTo>
                  <a:lnTo>
                    <a:pt x="55" y="175"/>
                  </a:lnTo>
                  <a:lnTo>
                    <a:pt x="55" y="175"/>
                  </a:lnTo>
                  <a:lnTo>
                    <a:pt x="53" y="175"/>
                  </a:lnTo>
                  <a:lnTo>
                    <a:pt x="53" y="173"/>
                  </a:lnTo>
                  <a:lnTo>
                    <a:pt x="53" y="173"/>
                  </a:lnTo>
                  <a:lnTo>
                    <a:pt x="53" y="173"/>
                  </a:lnTo>
                  <a:lnTo>
                    <a:pt x="53" y="173"/>
                  </a:lnTo>
                  <a:lnTo>
                    <a:pt x="50" y="173"/>
                  </a:lnTo>
                  <a:lnTo>
                    <a:pt x="50" y="171"/>
                  </a:lnTo>
                  <a:lnTo>
                    <a:pt x="50" y="171"/>
                  </a:lnTo>
                  <a:lnTo>
                    <a:pt x="50" y="171"/>
                  </a:lnTo>
                  <a:lnTo>
                    <a:pt x="48" y="171"/>
                  </a:lnTo>
                  <a:lnTo>
                    <a:pt x="48" y="171"/>
                  </a:lnTo>
                  <a:lnTo>
                    <a:pt x="48" y="173"/>
                  </a:lnTo>
                  <a:lnTo>
                    <a:pt x="48" y="173"/>
                  </a:lnTo>
                  <a:lnTo>
                    <a:pt x="48" y="173"/>
                  </a:lnTo>
                  <a:lnTo>
                    <a:pt x="48" y="171"/>
                  </a:lnTo>
                  <a:lnTo>
                    <a:pt x="48" y="171"/>
                  </a:lnTo>
                  <a:lnTo>
                    <a:pt x="48" y="168"/>
                  </a:lnTo>
                  <a:lnTo>
                    <a:pt x="45" y="168"/>
                  </a:lnTo>
                  <a:lnTo>
                    <a:pt x="45" y="168"/>
                  </a:lnTo>
                  <a:lnTo>
                    <a:pt x="45" y="168"/>
                  </a:lnTo>
                  <a:lnTo>
                    <a:pt x="45" y="168"/>
                  </a:lnTo>
                  <a:lnTo>
                    <a:pt x="45" y="168"/>
                  </a:lnTo>
                  <a:lnTo>
                    <a:pt x="43" y="168"/>
                  </a:lnTo>
                  <a:lnTo>
                    <a:pt x="43" y="166"/>
                  </a:lnTo>
                  <a:lnTo>
                    <a:pt x="43" y="166"/>
                  </a:lnTo>
                  <a:lnTo>
                    <a:pt x="45" y="166"/>
                  </a:lnTo>
                  <a:lnTo>
                    <a:pt x="45" y="163"/>
                  </a:lnTo>
                  <a:lnTo>
                    <a:pt x="45" y="163"/>
                  </a:lnTo>
                  <a:lnTo>
                    <a:pt x="45" y="161"/>
                  </a:lnTo>
                  <a:lnTo>
                    <a:pt x="45" y="161"/>
                  </a:lnTo>
                  <a:lnTo>
                    <a:pt x="45" y="161"/>
                  </a:lnTo>
                  <a:lnTo>
                    <a:pt x="45" y="159"/>
                  </a:lnTo>
                  <a:lnTo>
                    <a:pt x="45" y="159"/>
                  </a:lnTo>
                  <a:lnTo>
                    <a:pt x="45" y="159"/>
                  </a:lnTo>
                  <a:lnTo>
                    <a:pt x="48" y="159"/>
                  </a:lnTo>
                  <a:lnTo>
                    <a:pt x="48" y="159"/>
                  </a:lnTo>
                  <a:lnTo>
                    <a:pt x="48" y="159"/>
                  </a:lnTo>
                  <a:lnTo>
                    <a:pt x="48" y="159"/>
                  </a:lnTo>
                  <a:lnTo>
                    <a:pt x="48" y="156"/>
                  </a:lnTo>
                  <a:lnTo>
                    <a:pt x="48" y="156"/>
                  </a:lnTo>
                  <a:lnTo>
                    <a:pt x="48" y="156"/>
                  </a:lnTo>
                  <a:lnTo>
                    <a:pt x="48" y="156"/>
                  </a:lnTo>
                  <a:lnTo>
                    <a:pt x="45" y="156"/>
                  </a:lnTo>
                  <a:lnTo>
                    <a:pt x="45" y="156"/>
                  </a:lnTo>
                  <a:lnTo>
                    <a:pt x="45" y="154"/>
                  </a:lnTo>
                  <a:lnTo>
                    <a:pt x="45" y="154"/>
                  </a:lnTo>
                  <a:lnTo>
                    <a:pt x="45" y="156"/>
                  </a:lnTo>
                  <a:lnTo>
                    <a:pt x="43" y="156"/>
                  </a:lnTo>
                  <a:lnTo>
                    <a:pt x="43" y="154"/>
                  </a:lnTo>
                  <a:lnTo>
                    <a:pt x="43" y="154"/>
                  </a:lnTo>
                  <a:lnTo>
                    <a:pt x="43" y="154"/>
                  </a:lnTo>
                  <a:lnTo>
                    <a:pt x="41" y="154"/>
                  </a:lnTo>
                  <a:lnTo>
                    <a:pt x="41" y="152"/>
                  </a:lnTo>
                  <a:lnTo>
                    <a:pt x="41" y="152"/>
                  </a:lnTo>
                  <a:lnTo>
                    <a:pt x="41" y="152"/>
                  </a:lnTo>
                  <a:lnTo>
                    <a:pt x="41" y="152"/>
                  </a:lnTo>
                  <a:lnTo>
                    <a:pt x="43" y="152"/>
                  </a:lnTo>
                  <a:lnTo>
                    <a:pt x="43" y="149"/>
                  </a:lnTo>
                  <a:lnTo>
                    <a:pt x="41" y="149"/>
                  </a:lnTo>
                  <a:lnTo>
                    <a:pt x="41" y="149"/>
                  </a:lnTo>
                  <a:lnTo>
                    <a:pt x="41" y="149"/>
                  </a:lnTo>
                  <a:lnTo>
                    <a:pt x="41" y="149"/>
                  </a:lnTo>
                  <a:lnTo>
                    <a:pt x="41" y="147"/>
                  </a:lnTo>
                  <a:lnTo>
                    <a:pt x="41" y="147"/>
                  </a:lnTo>
                  <a:lnTo>
                    <a:pt x="41" y="147"/>
                  </a:lnTo>
                  <a:lnTo>
                    <a:pt x="41" y="144"/>
                  </a:lnTo>
                  <a:lnTo>
                    <a:pt x="41" y="144"/>
                  </a:lnTo>
                  <a:lnTo>
                    <a:pt x="38" y="144"/>
                  </a:lnTo>
                  <a:lnTo>
                    <a:pt x="38" y="142"/>
                  </a:lnTo>
                  <a:lnTo>
                    <a:pt x="38" y="142"/>
                  </a:lnTo>
                  <a:lnTo>
                    <a:pt x="38" y="142"/>
                  </a:lnTo>
                  <a:lnTo>
                    <a:pt x="38" y="140"/>
                  </a:lnTo>
                  <a:lnTo>
                    <a:pt x="38" y="140"/>
                  </a:lnTo>
                  <a:lnTo>
                    <a:pt x="38" y="140"/>
                  </a:lnTo>
                  <a:lnTo>
                    <a:pt x="36" y="140"/>
                  </a:lnTo>
                  <a:lnTo>
                    <a:pt x="36" y="140"/>
                  </a:lnTo>
                  <a:lnTo>
                    <a:pt x="36" y="142"/>
                  </a:lnTo>
                  <a:lnTo>
                    <a:pt x="36" y="142"/>
                  </a:lnTo>
                  <a:lnTo>
                    <a:pt x="36" y="144"/>
                  </a:lnTo>
                  <a:lnTo>
                    <a:pt x="36" y="144"/>
                  </a:lnTo>
                  <a:lnTo>
                    <a:pt x="36" y="142"/>
                  </a:lnTo>
                  <a:lnTo>
                    <a:pt x="36" y="142"/>
                  </a:lnTo>
                  <a:lnTo>
                    <a:pt x="34" y="142"/>
                  </a:lnTo>
                  <a:lnTo>
                    <a:pt x="34" y="140"/>
                  </a:lnTo>
                  <a:lnTo>
                    <a:pt x="34" y="140"/>
                  </a:lnTo>
                  <a:lnTo>
                    <a:pt x="34" y="140"/>
                  </a:lnTo>
                  <a:lnTo>
                    <a:pt x="34" y="140"/>
                  </a:lnTo>
                  <a:lnTo>
                    <a:pt x="34" y="137"/>
                  </a:lnTo>
                  <a:lnTo>
                    <a:pt x="34" y="137"/>
                  </a:lnTo>
                  <a:lnTo>
                    <a:pt x="34" y="137"/>
                  </a:lnTo>
                  <a:lnTo>
                    <a:pt x="34" y="137"/>
                  </a:lnTo>
                  <a:lnTo>
                    <a:pt x="34" y="137"/>
                  </a:lnTo>
                  <a:lnTo>
                    <a:pt x="34" y="135"/>
                  </a:lnTo>
                  <a:lnTo>
                    <a:pt x="34" y="135"/>
                  </a:lnTo>
                  <a:lnTo>
                    <a:pt x="34" y="135"/>
                  </a:lnTo>
                  <a:lnTo>
                    <a:pt x="34" y="135"/>
                  </a:lnTo>
                  <a:lnTo>
                    <a:pt x="34" y="133"/>
                  </a:lnTo>
                  <a:lnTo>
                    <a:pt x="34" y="133"/>
                  </a:lnTo>
                  <a:lnTo>
                    <a:pt x="31" y="133"/>
                  </a:lnTo>
                  <a:lnTo>
                    <a:pt x="31" y="130"/>
                  </a:lnTo>
                  <a:lnTo>
                    <a:pt x="31" y="130"/>
                  </a:lnTo>
                  <a:lnTo>
                    <a:pt x="31" y="130"/>
                  </a:lnTo>
                  <a:lnTo>
                    <a:pt x="31" y="130"/>
                  </a:lnTo>
                  <a:lnTo>
                    <a:pt x="31" y="128"/>
                  </a:lnTo>
                  <a:lnTo>
                    <a:pt x="29" y="128"/>
                  </a:lnTo>
                  <a:lnTo>
                    <a:pt x="29" y="130"/>
                  </a:lnTo>
                  <a:lnTo>
                    <a:pt x="29" y="130"/>
                  </a:lnTo>
                  <a:lnTo>
                    <a:pt x="29" y="128"/>
                  </a:lnTo>
                  <a:lnTo>
                    <a:pt x="26" y="128"/>
                  </a:lnTo>
                  <a:lnTo>
                    <a:pt x="26" y="128"/>
                  </a:lnTo>
                  <a:lnTo>
                    <a:pt x="26" y="128"/>
                  </a:lnTo>
                  <a:lnTo>
                    <a:pt x="26" y="126"/>
                  </a:lnTo>
                  <a:lnTo>
                    <a:pt x="29" y="126"/>
                  </a:lnTo>
                  <a:lnTo>
                    <a:pt x="29" y="126"/>
                  </a:lnTo>
                  <a:lnTo>
                    <a:pt x="29" y="123"/>
                  </a:lnTo>
                  <a:lnTo>
                    <a:pt x="26" y="123"/>
                  </a:lnTo>
                  <a:lnTo>
                    <a:pt x="26" y="123"/>
                  </a:lnTo>
                  <a:lnTo>
                    <a:pt x="26" y="123"/>
                  </a:lnTo>
                  <a:lnTo>
                    <a:pt x="26" y="123"/>
                  </a:lnTo>
                  <a:lnTo>
                    <a:pt x="26" y="121"/>
                  </a:lnTo>
                  <a:lnTo>
                    <a:pt x="24" y="121"/>
                  </a:lnTo>
                  <a:lnTo>
                    <a:pt x="24" y="121"/>
                  </a:lnTo>
                  <a:lnTo>
                    <a:pt x="24" y="118"/>
                  </a:lnTo>
                  <a:lnTo>
                    <a:pt x="24" y="118"/>
                  </a:lnTo>
                  <a:lnTo>
                    <a:pt x="24" y="118"/>
                  </a:lnTo>
                  <a:lnTo>
                    <a:pt x="22" y="118"/>
                  </a:lnTo>
                  <a:lnTo>
                    <a:pt x="22" y="118"/>
                  </a:lnTo>
                  <a:lnTo>
                    <a:pt x="22" y="116"/>
                  </a:lnTo>
                  <a:lnTo>
                    <a:pt x="22" y="116"/>
                  </a:lnTo>
                  <a:lnTo>
                    <a:pt x="22" y="116"/>
                  </a:lnTo>
                  <a:lnTo>
                    <a:pt x="22" y="114"/>
                  </a:lnTo>
                  <a:lnTo>
                    <a:pt x="22" y="114"/>
                  </a:lnTo>
                  <a:lnTo>
                    <a:pt x="22" y="114"/>
                  </a:lnTo>
                  <a:lnTo>
                    <a:pt x="22" y="111"/>
                  </a:lnTo>
                  <a:lnTo>
                    <a:pt x="19" y="111"/>
                  </a:lnTo>
                  <a:lnTo>
                    <a:pt x="19" y="111"/>
                  </a:lnTo>
                  <a:lnTo>
                    <a:pt x="19" y="111"/>
                  </a:lnTo>
                  <a:lnTo>
                    <a:pt x="19" y="111"/>
                  </a:lnTo>
                  <a:lnTo>
                    <a:pt x="17" y="111"/>
                  </a:lnTo>
                  <a:lnTo>
                    <a:pt x="17" y="109"/>
                  </a:lnTo>
                  <a:lnTo>
                    <a:pt x="17" y="109"/>
                  </a:lnTo>
                  <a:lnTo>
                    <a:pt x="17" y="109"/>
                  </a:lnTo>
                  <a:lnTo>
                    <a:pt x="17" y="109"/>
                  </a:lnTo>
                  <a:lnTo>
                    <a:pt x="15" y="109"/>
                  </a:lnTo>
                  <a:lnTo>
                    <a:pt x="15" y="107"/>
                  </a:lnTo>
                  <a:lnTo>
                    <a:pt x="15" y="107"/>
                  </a:lnTo>
                  <a:lnTo>
                    <a:pt x="15" y="107"/>
                  </a:lnTo>
                  <a:lnTo>
                    <a:pt x="15" y="104"/>
                  </a:lnTo>
                  <a:lnTo>
                    <a:pt x="15" y="104"/>
                  </a:lnTo>
                  <a:lnTo>
                    <a:pt x="15" y="107"/>
                  </a:lnTo>
                  <a:lnTo>
                    <a:pt x="12" y="107"/>
                  </a:lnTo>
                  <a:lnTo>
                    <a:pt x="12" y="104"/>
                  </a:lnTo>
                  <a:lnTo>
                    <a:pt x="12" y="104"/>
                  </a:lnTo>
                  <a:lnTo>
                    <a:pt x="12" y="104"/>
                  </a:lnTo>
                  <a:lnTo>
                    <a:pt x="12" y="104"/>
                  </a:lnTo>
                  <a:lnTo>
                    <a:pt x="12" y="104"/>
                  </a:lnTo>
                  <a:lnTo>
                    <a:pt x="10" y="104"/>
                  </a:lnTo>
                  <a:lnTo>
                    <a:pt x="10" y="104"/>
                  </a:lnTo>
                  <a:lnTo>
                    <a:pt x="8" y="104"/>
                  </a:lnTo>
                  <a:lnTo>
                    <a:pt x="8" y="104"/>
                  </a:lnTo>
                  <a:lnTo>
                    <a:pt x="8" y="104"/>
                  </a:lnTo>
                  <a:lnTo>
                    <a:pt x="5" y="104"/>
                  </a:lnTo>
                  <a:lnTo>
                    <a:pt x="5" y="107"/>
                  </a:lnTo>
                  <a:lnTo>
                    <a:pt x="5" y="107"/>
                  </a:lnTo>
                  <a:lnTo>
                    <a:pt x="8" y="107"/>
                  </a:lnTo>
                  <a:lnTo>
                    <a:pt x="8" y="109"/>
                  </a:lnTo>
                  <a:lnTo>
                    <a:pt x="8" y="109"/>
                  </a:lnTo>
                  <a:lnTo>
                    <a:pt x="5" y="109"/>
                  </a:lnTo>
                  <a:lnTo>
                    <a:pt x="5" y="109"/>
                  </a:lnTo>
                  <a:lnTo>
                    <a:pt x="5" y="109"/>
                  </a:lnTo>
                  <a:lnTo>
                    <a:pt x="5" y="109"/>
                  </a:lnTo>
                  <a:lnTo>
                    <a:pt x="5" y="109"/>
                  </a:lnTo>
                  <a:lnTo>
                    <a:pt x="3" y="109"/>
                  </a:lnTo>
                  <a:lnTo>
                    <a:pt x="3" y="109"/>
                  </a:lnTo>
                  <a:lnTo>
                    <a:pt x="3" y="109"/>
                  </a:lnTo>
                  <a:lnTo>
                    <a:pt x="0" y="109"/>
                  </a:lnTo>
                  <a:lnTo>
                    <a:pt x="0" y="107"/>
                  </a:lnTo>
                  <a:lnTo>
                    <a:pt x="0" y="107"/>
                  </a:lnTo>
                  <a:lnTo>
                    <a:pt x="0" y="107"/>
                  </a:lnTo>
                  <a:lnTo>
                    <a:pt x="0" y="104"/>
                  </a:lnTo>
                  <a:lnTo>
                    <a:pt x="0" y="104"/>
                  </a:lnTo>
                  <a:lnTo>
                    <a:pt x="0" y="102"/>
                  </a:lnTo>
                  <a:lnTo>
                    <a:pt x="0" y="102"/>
                  </a:lnTo>
                  <a:lnTo>
                    <a:pt x="0" y="99"/>
                  </a:lnTo>
                  <a:lnTo>
                    <a:pt x="0" y="99"/>
                  </a:lnTo>
                  <a:lnTo>
                    <a:pt x="0" y="99"/>
                  </a:lnTo>
                  <a:lnTo>
                    <a:pt x="0" y="97"/>
                  </a:lnTo>
                  <a:lnTo>
                    <a:pt x="0" y="97"/>
                  </a:lnTo>
                  <a:lnTo>
                    <a:pt x="0" y="97"/>
                  </a:lnTo>
                  <a:lnTo>
                    <a:pt x="0" y="95"/>
                  </a:lnTo>
                  <a:lnTo>
                    <a:pt x="0" y="95"/>
                  </a:lnTo>
                  <a:lnTo>
                    <a:pt x="3" y="95"/>
                  </a:lnTo>
                  <a:lnTo>
                    <a:pt x="3" y="92"/>
                  </a:lnTo>
                  <a:lnTo>
                    <a:pt x="3" y="92"/>
                  </a:lnTo>
                  <a:lnTo>
                    <a:pt x="3" y="92"/>
                  </a:lnTo>
                  <a:lnTo>
                    <a:pt x="3" y="90"/>
                  </a:lnTo>
                  <a:lnTo>
                    <a:pt x="3" y="90"/>
                  </a:lnTo>
                  <a:lnTo>
                    <a:pt x="5" y="90"/>
                  </a:lnTo>
                  <a:lnTo>
                    <a:pt x="5" y="90"/>
                  </a:lnTo>
                  <a:lnTo>
                    <a:pt x="5" y="88"/>
                  </a:lnTo>
                  <a:lnTo>
                    <a:pt x="5" y="88"/>
                  </a:lnTo>
                  <a:lnTo>
                    <a:pt x="5" y="88"/>
                  </a:lnTo>
                  <a:lnTo>
                    <a:pt x="5" y="85"/>
                  </a:lnTo>
                  <a:lnTo>
                    <a:pt x="5" y="85"/>
                  </a:lnTo>
                  <a:lnTo>
                    <a:pt x="5" y="83"/>
                  </a:lnTo>
                  <a:lnTo>
                    <a:pt x="5" y="83"/>
                  </a:lnTo>
                  <a:lnTo>
                    <a:pt x="5" y="81"/>
                  </a:lnTo>
                  <a:lnTo>
                    <a:pt x="5" y="81"/>
                  </a:lnTo>
                  <a:lnTo>
                    <a:pt x="5" y="81"/>
                  </a:lnTo>
                  <a:lnTo>
                    <a:pt x="5" y="78"/>
                  </a:lnTo>
                  <a:lnTo>
                    <a:pt x="5" y="78"/>
                  </a:lnTo>
                  <a:lnTo>
                    <a:pt x="5" y="78"/>
                  </a:lnTo>
                  <a:lnTo>
                    <a:pt x="5" y="76"/>
                  </a:lnTo>
                  <a:lnTo>
                    <a:pt x="8" y="76"/>
                  </a:lnTo>
                  <a:lnTo>
                    <a:pt x="8" y="76"/>
                  </a:lnTo>
                  <a:lnTo>
                    <a:pt x="8" y="73"/>
                  </a:lnTo>
                  <a:lnTo>
                    <a:pt x="8" y="73"/>
                  </a:lnTo>
                  <a:lnTo>
                    <a:pt x="8" y="73"/>
                  </a:lnTo>
                  <a:lnTo>
                    <a:pt x="8" y="71"/>
                  </a:lnTo>
                  <a:lnTo>
                    <a:pt x="8" y="71"/>
                  </a:lnTo>
                  <a:lnTo>
                    <a:pt x="8" y="71"/>
                  </a:lnTo>
                  <a:lnTo>
                    <a:pt x="8" y="69"/>
                  </a:lnTo>
                  <a:lnTo>
                    <a:pt x="10" y="69"/>
                  </a:lnTo>
                  <a:lnTo>
                    <a:pt x="10" y="69"/>
                  </a:lnTo>
                  <a:lnTo>
                    <a:pt x="10" y="69"/>
                  </a:lnTo>
                  <a:lnTo>
                    <a:pt x="10" y="69"/>
                  </a:lnTo>
                  <a:lnTo>
                    <a:pt x="12" y="69"/>
                  </a:lnTo>
                  <a:lnTo>
                    <a:pt x="12" y="69"/>
                  </a:lnTo>
                  <a:lnTo>
                    <a:pt x="12" y="69"/>
                  </a:lnTo>
                  <a:lnTo>
                    <a:pt x="12" y="71"/>
                  </a:lnTo>
                  <a:lnTo>
                    <a:pt x="12" y="71"/>
                  </a:lnTo>
                  <a:lnTo>
                    <a:pt x="12" y="71"/>
                  </a:lnTo>
                  <a:lnTo>
                    <a:pt x="12" y="71"/>
                  </a:lnTo>
                  <a:lnTo>
                    <a:pt x="15" y="71"/>
                  </a:lnTo>
                  <a:lnTo>
                    <a:pt x="15" y="71"/>
                  </a:lnTo>
                  <a:lnTo>
                    <a:pt x="15" y="71"/>
                  </a:lnTo>
                  <a:lnTo>
                    <a:pt x="17" y="71"/>
                  </a:lnTo>
                  <a:lnTo>
                    <a:pt x="17" y="71"/>
                  </a:lnTo>
                  <a:lnTo>
                    <a:pt x="17" y="73"/>
                  </a:lnTo>
                  <a:lnTo>
                    <a:pt x="19" y="73"/>
                  </a:lnTo>
                  <a:lnTo>
                    <a:pt x="19" y="73"/>
                  </a:lnTo>
                  <a:lnTo>
                    <a:pt x="19" y="73"/>
                  </a:lnTo>
                  <a:lnTo>
                    <a:pt x="22" y="73"/>
                  </a:lnTo>
                  <a:lnTo>
                    <a:pt x="22" y="73"/>
                  </a:lnTo>
                  <a:lnTo>
                    <a:pt x="22" y="73"/>
                  </a:lnTo>
                  <a:lnTo>
                    <a:pt x="24" y="73"/>
                  </a:lnTo>
                  <a:lnTo>
                    <a:pt x="24" y="73"/>
                  </a:lnTo>
                  <a:lnTo>
                    <a:pt x="24" y="73"/>
                  </a:lnTo>
                  <a:lnTo>
                    <a:pt x="26" y="73"/>
                  </a:lnTo>
                  <a:lnTo>
                    <a:pt x="26" y="73"/>
                  </a:lnTo>
                  <a:lnTo>
                    <a:pt x="26" y="73"/>
                  </a:lnTo>
                  <a:lnTo>
                    <a:pt x="29" y="73"/>
                  </a:lnTo>
                  <a:lnTo>
                    <a:pt x="29" y="73"/>
                  </a:lnTo>
                  <a:lnTo>
                    <a:pt x="29" y="76"/>
                  </a:lnTo>
                  <a:lnTo>
                    <a:pt x="31" y="76"/>
                  </a:lnTo>
                  <a:lnTo>
                    <a:pt x="31" y="76"/>
                  </a:lnTo>
                  <a:lnTo>
                    <a:pt x="31" y="76"/>
                  </a:lnTo>
                  <a:lnTo>
                    <a:pt x="34" y="76"/>
                  </a:lnTo>
                  <a:lnTo>
                    <a:pt x="34" y="76"/>
                  </a:lnTo>
                  <a:lnTo>
                    <a:pt x="34" y="76"/>
                  </a:lnTo>
                  <a:lnTo>
                    <a:pt x="36" y="76"/>
                  </a:lnTo>
                  <a:lnTo>
                    <a:pt x="36" y="76"/>
                  </a:lnTo>
                  <a:lnTo>
                    <a:pt x="36" y="73"/>
                  </a:lnTo>
                  <a:lnTo>
                    <a:pt x="38" y="73"/>
                  </a:lnTo>
                  <a:lnTo>
                    <a:pt x="38" y="73"/>
                  </a:lnTo>
                  <a:lnTo>
                    <a:pt x="38" y="73"/>
                  </a:lnTo>
                  <a:lnTo>
                    <a:pt x="38" y="73"/>
                  </a:lnTo>
                  <a:lnTo>
                    <a:pt x="38" y="71"/>
                  </a:lnTo>
                  <a:lnTo>
                    <a:pt x="41" y="71"/>
                  </a:lnTo>
                  <a:lnTo>
                    <a:pt x="41" y="71"/>
                  </a:lnTo>
                  <a:lnTo>
                    <a:pt x="41" y="71"/>
                  </a:lnTo>
                  <a:lnTo>
                    <a:pt x="41" y="71"/>
                  </a:lnTo>
                  <a:lnTo>
                    <a:pt x="41" y="69"/>
                  </a:lnTo>
                  <a:lnTo>
                    <a:pt x="43" y="69"/>
                  </a:lnTo>
                  <a:lnTo>
                    <a:pt x="43" y="69"/>
                  </a:lnTo>
                  <a:lnTo>
                    <a:pt x="43" y="69"/>
                  </a:lnTo>
                  <a:lnTo>
                    <a:pt x="43" y="69"/>
                  </a:lnTo>
                  <a:lnTo>
                    <a:pt x="45" y="69"/>
                  </a:lnTo>
                  <a:lnTo>
                    <a:pt x="45" y="66"/>
                  </a:lnTo>
                  <a:lnTo>
                    <a:pt x="45" y="66"/>
                  </a:lnTo>
                  <a:lnTo>
                    <a:pt x="45" y="66"/>
                  </a:lnTo>
                  <a:lnTo>
                    <a:pt x="45" y="66"/>
                  </a:lnTo>
                  <a:lnTo>
                    <a:pt x="45" y="64"/>
                  </a:lnTo>
                  <a:lnTo>
                    <a:pt x="45" y="64"/>
                  </a:lnTo>
                  <a:lnTo>
                    <a:pt x="48" y="64"/>
                  </a:lnTo>
                  <a:lnTo>
                    <a:pt x="48" y="62"/>
                  </a:lnTo>
                  <a:lnTo>
                    <a:pt x="48" y="62"/>
                  </a:lnTo>
                  <a:lnTo>
                    <a:pt x="48" y="62"/>
                  </a:lnTo>
                  <a:lnTo>
                    <a:pt x="48" y="59"/>
                  </a:lnTo>
                  <a:lnTo>
                    <a:pt x="48" y="59"/>
                  </a:lnTo>
                  <a:lnTo>
                    <a:pt x="48" y="59"/>
                  </a:lnTo>
                  <a:lnTo>
                    <a:pt x="50" y="59"/>
                  </a:lnTo>
                  <a:lnTo>
                    <a:pt x="50" y="59"/>
                  </a:lnTo>
                  <a:lnTo>
                    <a:pt x="50" y="59"/>
                  </a:lnTo>
                  <a:lnTo>
                    <a:pt x="53" y="59"/>
                  </a:lnTo>
                  <a:lnTo>
                    <a:pt x="53" y="59"/>
                  </a:lnTo>
                  <a:lnTo>
                    <a:pt x="53" y="59"/>
                  </a:lnTo>
                  <a:lnTo>
                    <a:pt x="53" y="57"/>
                  </a:lnTo>
                  <a:lnTo>
                    <a:pt x="55" y="57"/>
                  </a:lnTo>
                  <a:lnTo>
                    <a:pt x="55" y="57"/>
                  </a:lnTo>
                  <a:lnTo>
                    <a:pt x="55" y="57"/>
                  </a:lnTo>
                  <a:lnTo>
                    <a:pt x="57" y="57"/>
                  </a:lnTo>
                  <a:lnTo>
                    <a:pt x="57" y="57"/>
                  </a:lnTo>
                  <a:lnTo>
                    <a:pt x="60" y="57"/>
                  </a:lnTo>
                  <a:lnTo>
                    <a:pt x="60" y="57"/>
                  </a:lnTo>
                  <a:lnTo>
                    <a:pt x="60" y="57"/>
                  </a:lnTo>
                  <a:lnTo>
                    <a:pt x="60" y="57"/>
                  </a:lnTo>
                  <a:lnTo>
                    <a:pt x="62" y="57"/>
                  </a:lnTo>
                  <a:lnTo>
                    <a:pt x="62" y="57"/>
                  </a:lnTo>
                  <a:lnTo>
                    <a:pt x="64" y="57"/>
                  </a:lnTo>
                  <a:lnTo>
                    <a:pt x="64" y="54"/>
                  </a:lnTo>
                  <a:lnTo>
                    <a:pt x="64" y="54"/>
                  </a:lnTo>
                  <a:lnTo>
                    <a:pt x="64" y="54"/>
                  </a:lnTo>
                  <a:lnTo>
                    <a:pt x="67" y="54"/>
                  </a:lnTo>
                  <a:lnTo>
                    <a:pt x="67" y="54"/>
                  </a:lnTo>
                  <a:lnTo>
                    <a:pt x="67" y="54"/>
                  </a:lnTo>
                  <a:lnTo>
                    <a:pt x="67" y="52"/>
                  </a:lnTo>
                  <a:lnTo>
                    <a:pt x="67" y="52"/>
                  </a:lnTo>
                  <a:lnTo>
                    <a:pt x="67" y="52"/>
                  </a:lnTo>
                  <a:lnTo>
                    <a:pt x="67" y="50"/>
                  </a:lnTo>
                  <a:lnTo>
                    <a:pt x="67" y="50"/>
                  </a:lnTo>
                  <a:lnTo>
                    <a:pt x="69" y="50"/>
                  </a:lnTo>
                  <a:lnTo>
                    <a:pt x="69" y="50"/>
                  </a:lnTo>
                  <a:lnTo>
                    <a:pt x="69" y="47"/>
                  </a:lnTo>
                  <a:lnTo>
                    <a:pt x="69" y="47"/>
                  </a:lnTo>
                  <a:lnTo>
                    <a:pt x="69" y="47"/>
                  </a:lnTo>
                  <a:lnTo>
                    <a:pt x="71" y="47"/>
                  </a:lnTo>
                  <a:lnTo>
                    <a:pt x="71" y="45"/>
                  </a:lnTo>
                  <a:lnTo>
                    <a:pt x="71" y="45"/>
                  </a:lnTo>
                  <a:lnTo>
                    <a:pt x="71" y="45"/>
                  </a:lnTo>
                  <a:lnTo>
                    <a:pt x="71" y="45"/>
                  </a:lnTo>
                  <a:lnTo>
                    <a:pt x="74" y="45"/>
                  </a:lnTo>
                  <a:lnTo>
                    <a:pt x="74" y="45"/>
                  </a:lnTo>
                  <a:lnTo>
                    <a:pt x="74" y="43"/>
                  </a:lnTo>
                  <a:lnTo>
                    <a:pt x="74" y="43"/>
                  </a:lnTo>
                  <a:lnTo>
                    <a:pt x="76" y="43"/>
                  </a:lnTo>
                  <a:lnTo>
                    <a:pt x="76" y="43"/>
                  </a:lnTo>
                  <a:lnTo>
                    <a:pt x="76" y="40"/>
                  </a:lnTo>
                  <a:lnTo>
                    <a:pt x="74" y="40"/>
                  </a:lnTo>
                  <a:lnTo>
                    <a:pt x="74" y="40"/>
                  </a:lnTo>
                  <a:lnTo>
                    <a:pt x="74" y="40"/>
                  </a:lnTo>
                  <a:lnTo>
                    <a:pt x="74" y="40"/>
                  </a:lnTo>
                  <a:lnTo>
                    <a:pt x="74" y="40"/>
                  </a:lnTo>
                  <a:lnTo>
                    <a:pt x="74" y="38"/>
                  </a:lnTo>
                  <a:lnTo>
                    <a:pt x="71" y="38"/>
                  </a:lnTo>
                  <a:lnTo>
                    <a:pt x="71" y="38"/>
                  </a:lnTo>
                  <a:lnTo>
                    <a:pt x="71" y="38"/>
                  </a:lnTo>
                  <a:lnTo>
                    <a:pt x="71" y="35"/>
                  </a:lnTo>
                  <a:lnTo>
                    <a:pt x="71" y="35"/>
                  </a:lnTo>
                  <a:lnTo>
                    <a:pt x="71" y="35"/>
                  </a:lnTo>
                  <a:lnTo>
                    <a:pt x="69" y="35"/>
                  </a:lnTo>
                  <a:lnTo>
                    <a:pt x="69" y="33"/>
                  </a:lnTo>
                  <a:lnTo>
                    <a:pt x="69" y="33"/>
                  </a:lnTo>
                  <a:lnTo>
                    <a:pt x="69" y="33"/>
                  </a:lnTo>
                  <a:lnTo>
                    <a:pt x="67" y="33"/>
                  </a:lnTo>
                  <a:lnTo>
                    <a:pt x="67" y="31"/>
                  </a:lnTo>
                  <a:lnTo>
                    <a:pt x="67" y="31"/>
                  </a:lnTo>
                  <a:lnTo>
                    <a:pt x="67" y="31"/>
                  </a:lnTo>
                  <a:lnTo>
                    <a:pt x="67" y="31"/>
                  </a:lnTo>
                  <a:lnTo>
                    <a:pt x="67" y="31"/>
                  </a:lnTo>
                  <a:lnTo>
                    <a:pt x="64" y="31"/>
                  </a:lnTo>
                  <a:lnTo>
                    <a:pt x="64" y="28"/>
                  </a:lnTo>
                  <a:lnTo>
                    <a:pt x="64" y="28"/>
                  </a:lnTo>
                  <a:lnTo>
                    <a:pt x="64" y="28"/>
                  </a:lnTo>
                  <a:lnTo>
                    <a:pt x="64" y="28"/>
                  </a:lnTo>
                  <a:lnTo>
                    <a:pt x="64" y="26"/>
                  </a:lnTo>
                  <a:lnTo>
                    <a:pt x="62" y="26"/>
                  </a:lnTo>
                  <a:lnTo>
                    <a:pt x="62" y="26"/>
                  </a:lnTo>
                  <a:lnTo>
                    <a:pt x="62" y="26"/>
                  </a:lnTo>
                  <a:lnTo>
                    <a:pt x="62" y="24"/>
                  </a:lnTo>
                  <a:lnTo>
                    <a:pt x="60" y="24"/>
                  </a:lnTo>
                  <a:lnTo>
                    <a:pt x="60" y="24"/>
                  </a:lnTo>
                  <a:lnTo>
                    <a:pt x="60" y="24"/>
                  </a:lnTo>
                  <a:lnTo>
                    <a:pt x="60" y="21"/>
                  </a:lnTo>
                  <a:lnTo>
                    <a:pt x="60" y="21"/>
                  </a:lnTo>
                  <a:lnTo>
                    <a:pt x="60" y="21"/>
                  </a:lnTo>
                  <a:lnTo>
                    <a:pt x="57" y="21"/>
                  </a:lnTo>
                  <a:lnTo>
                    <a:pt x="57" y="19"/>
                  </a:lnTo>
                  <a:lnTo>
                    <a:pt x="57" y="19"/>
                  </a:lnTo>
                  <a:lnTo>
                    <a:pt x="57" y="19"/>
                  </a:lnTo>
                  <a:lnTo>
                    <a:pt x="55" y="19"/>
                  </a:lnTo>
                  <a:lnTo>
                    <a:pt x="55" y="19"/>
                  </a:lnTo>
                  <a:lnTo>
                    <a:pt x="55" y="19"/>
                  </a:lnTo>
                  <a:lnTo>
                    <a:pt x="55" y="17"/>
                  </a:lnTo>
                  <a:lnTo>
                    <a:pt x="55" y="17"/>
                  </a:lnTo>
                  <a:lnTo>
                    <a:pt x="57" y="17"/>
                  </a:lnTo>
                  <a:lnTo>
                    <a:pt x="57" y="17"/>
                  </a:lnTo>
                  <a:lnTo>
                    <a:pt x="57" y="17"/>
                  </a:lnTo>
                  <a:lnTo>
                    <a:pt x="60" y="17"/>
                  </a:lnTo>
                  <a:lnTo>
                    <a:pt x="60" y="17"/>
                  </a:lnTo>
                  <a:lnTo>
                    <a:pt x="60" y="17"/>
                  </a:lnTo>
                  <a:lnTo>
                    <a:pt x="62" y="17"/>
                  </a:lnTo>
                  <a:lnTo>
                    <a:pt x="62" y="14"/>
                  </a:lnTo>
                  <a:lnTo>
                    <a:pt x="62" y="14"/>
                  </a:lnTo>
                  <a:lnTo>
                    <a:pt x="64" y="14"/>
                  </a:lnTo>
                  <a:lnTo>
                    <a:pt x="64" y="14"/>
                  </a:lnTo>
                  <a:lnTo>
                    <a:pt x="64" y="14"/>
                  </a:lnTo>
                  <a:lnTo>
                    <a:pt x="64" y="14"/>
                  </a:lnTo>
                  <a:lnTo>
                    <a:pt x="67" y="14"/>
                  </a:lnTo>
                  <a:lnTo>
                    <a:pt x="67" y="14"/>
                  </a:lnTo>
                  <a:lnTo>
                    <a:pt x="67" y="14"/>
                  </a:lnTo>
                  <a:lnTo>
                    <a:pt x="69" y="14"/>
                  </a:lnTo>
                  <a:lnTo>
                    <a:pt x="69" y="12"/>
                  </a:lnTo>
                  <a:lnTo>
                    <a:pt x="69" y="12"/>
                  </a:lnTo>
                  <a:lnTo>
                    <a:pt x="71" y="12"/>
                  </a:lnTo>
                  <a:lnTo>
                    <a:pt x="71" y="12"/>
                  </a:lnTo>
                  <a:lnTo>
                    <a:pt x="71" y="12"/>
                  </a:lnTo>
                  <a:lnTo>
                    <a:pt x="71" y="12"/>
                  </a:lnTo>
                  <a:lnTo>
                    <a:pt x="74" y="12"/>
                  </a:lnTo>
                  <a:lnTo>
                    <a:pt x="74" y="12"/>
                  </a:lnTo>
                  <a:lnTo>
                    <a:pt x="74" y="12"/>
                  </a:lnTo>
                  <a:lnTo>
                    <a:pt x="76" y="12"/>
                  </a:lnTo>
                  <a:lnTo>
                    <a:pt x="76" y="9"/>
                  </a:lnTo>
                  <a:lnTo>
                    <a:pt x="76" y="9"/>
                  </a:lnTo>
                  <a:lnTo>
                    <a:pt x="79" y="9"/>
                  </a:lnTo>
                  <a:lnTo>
                    <a:pt x="79" y="9"/>
                  </a:lnTo>
                  <a:lnTo>
                    <a:pt x="79" y="9"/>
                  </a:lnTo>
                  <a:lnTo>
                    <a:pt x="79" y="9"/>
                  </a:lnTo>
                  <a:lnTo>
                    <a:pt x="81" y="9"/>
                  </a:lnTo>
                  <a:lnTo>
                    <a:pt x="81" y="9"/>
                  </a:lnTo>
                  <a:lnTo>
                    <a:pt x="81" y="9"/>
                  </a:lnTo>
                  <a:lnTo>
                    <a:pt x="83" y="9"/>
                  </a:lnTo>
                  <a:lnTo>
                    <a:pt x="83" y="9"/>
                  </a:lnTo>
                  <a:lnTo>
                    <a:pt x="83" y="9"/>
                  </a:lnTo>
                  <a:lnTo>
                    <a:pt x="86" y="9"/>
                  </a:lnTo>
                  <a:lnTo>
                    <a:pt x="86" y="9"/>
                  </a:lnTo>
                  <a:lnTo>
                    <a:pt x="86" y="7"/>
                  </a:lnTo>
                  <a:lnTo>
                    <a:pt x="86" y="7"/>
                  </a:lnTo>
                  <a:lnTo>
                    <a:pt x="88" y="7"/>
                  </a:lnTo>
                  <a:lnTo>
                    <a:pt x="88" y="7"/>
                  </a:lnTo>
                  <a:lnTo>
                    <a:pt x="88" y="7"/>
                  </a:lnTo>
                  <a:lnTo>
                    <a:pt x="88" y="7"/>
                  </a:lnTo>
                  <a:lnTo>
                    <a:pt x="90" y="7"/>
                  </a:lnTo>
                  <a:lnTo>
                    <a:pt x="90" y="7"/>
                  </a:lnTo>
                  <a:lnTo>
                    <a:pt x="93" y="7"/>
                  </a:lnTo>
                  <a:lnTo>
                    <a:pt x="93" y="7"/>
                  </a:lnTo>
                  <a:lnTo>
                    <a:pt x="93" y="5"/>
                  </a:lnTo>
                  <a:lnTo>
                    <a:pt x="93" y="5"/>
                  </a:lnTo>
                  <a:lnTo>
                    <a:pt x="95" y="5"/>
                  </a:lnTo>
                  <a:lnTo>
                    <a:pt x="95" y="5"/>
                  </a:lnTo>
                  <a:lnTo>
                    <a:pt x="97" y="5"/>
                  </a:lnTo>
                  <a:lnTo>
                    <a:pt x="97" y="5"/>
                  </a:lnTo>
                  <a:lnTo>
                    <a:pt x="97" y="5"/>
                  </a:lnTo>
                  <a:lnTo>
                    <a:pt x="97" y="5"/>
                  </a:lnTo>
                  <a:lnTo>
                    <a:pt x="100" y="5"/>
                  </a:lnTo>
                  <a:lnTo>
                    <a:pt x="100" y="2"/>
                  </a:lnTo>
                  <a:lnTo>
                    <a:pt x="100" y="2"/>
                  </a:lnTo>
                  <a:lnTo>
                    <a:pt x="100" y="2"/>
                  </a:lnTo>
                  <a:lnTo>
                    <a:pt x="100" y="2"/>
                  </a:lnTo>
                  <a:lnTo>
                    <a:pt x="102" y="2"/>
                  </a:lnTo>
                  <a:lnTo>
                    <a:pt x="102" y="0"/>
                  </a:lnTo>
                  <a:lnTo>
                    <a:pt x="102" y="0"/>
                  </a:lnTo>
                  <a:lnTo>
                    <a:pt x="102" y="0"/>
                  </a:lnTo>
                  <a:lnTo>
                    <a:pt x="105" y="0"/>
                  </a:lnTo>
                  <a:lnTo>
                    <a:pt x="105" y="0"/>
                  </a:lnTo>
                  <a:lnTo>
                    <a:pt x="105" y="0"/>
                  </a:lnTo>
                  <a:lnTo>
                    <a:pt x="105" y="0"/>
                  </a:lnTo>
                  <a:lnTo>
                    <a:pt x="107" y="0"/>
                  </a:lnTo>
                  <a:lnTo>
                    <a:pt x="107" y="0"/>
                  </a:lnTo>
                  <a:lnTo>
                    <a:pt x="107" y="0"/>
                  </a:lnTo>
                  <a:lnTo>
                    <a:pt x="107" y="0"/>
                  </a:lnTo>
                  <a:lnTo>
                    <a:pt x="109" y="0"/>
                  </a:lnTo>
                  <a:lnTo>
                    <a:pt x="109" y="0"/>
                  </a:lnTo>
                  <a:lnTo>
                    <a:pt x="112" y="0"/>
                  </a:lnTo>
                  <a:lnTo>
                    <a:pt x="112" y="0"/>
                  </a:lnTo>
                  <a:lnTo>
                    <a:pt x="112" y="0"/>
                  </a:lnTo>
                  <a:lnTo>
                    <a:pt x="112" y="0"/>
                  </a:lnTo>
                  <a:lnTo>
                    <a:pt x="114" y="0"/>
                  </a:lnTo>
                  <a:lnTo>
                    <a:pt x="114" y="0"/>
                  </a:lnTo>
                  <a:lnTo>
                    <a:pt x="114" y="0"/>
                  </a:lnTo>
                  <a:lnTo>
                    <a:pt x="114" y="2"/>
                  </a:lnTo>
                  <a:lnTo>
                    <a:pt x="116" y="2"/>
                  </a:lnTo>
                  <a:lnTo>
                    <a:pt x="116" y="2"/>
                  </a:lnTo>
                  <a:lnTo>
                    <a:pt x="119" y="2"/>
                  </a:lnTo>
                  <a:lnTo>
                    <a:pt x="119" y="2"/>
                  </a:lnTo>
                  <a:lnTo>
                    <a:pt x="119" y="2"/>
                  </a:lnTo>
                  <a:lnTo>
                    <a:pt x="119" y="2"/>
                  </a:lnTo>
                  <a:lnTo>
                    <a:pt x="121" y="2"/>
                  </a:lnTo>
                  <a:lnTo>
                    <a:pt x="121" y="2"/>
                  </a:lnTo>
                  <a:lnTo>
                    <a:pt x="121" y="5"/>
                  </a:lnTo>
                  <a:lnTo>
                    <a:pt x="121" y="5"/>
                  </a:lnTo>
                  <a:lnTo>
                    <a:pt x="124" y="5"/>
                  </a:lnTo>
                  <a:lnTo>
                    <a:pt x="124" y="5"/>
                  </a:lnTo>
                  <a:lnTo>
                    <a:pt x="124" y="5"/>
                  </a:lnTo>
                  <a:lnTo>
                    <a:pt x="126" y="5"/>
                  </a:lnTo>
                  <a:lnTo>
                    <a:pt x="126" y="7"/>
                  </a:lnTo>
                  <a:lnTo>
                    <a:pt x="126" y="7"/>
                  </a:lnTo>
                  <a:lnTo>
                    <a:pt x="126" y="7"/>
                  </a:lnTo>
                  <a:lnTo>
                    <a:pt x="126" y="7"/>
                  </a:lnTo>
                  <a:lnTo>
                    <a:pt x="128" y="7"/>
                  </a:lnTo>
                  <a:lnTo>
                    <a:pt x="128" y="7"/>
                  </a:lnTo>
                  <a:lnTo>
                    <a:pt x="128" y="7"/>
                  </a:lnTo>
                  <a:lnTo>
                    <a:pt x="128" y="9"/>
                  </a:lnTo>
                  <a:lnTo>
                    <a:pt x="131" y="9"/>
                  </a:lnTo>
                  <a:lnTo>
                    <a:pt x="131" y="9"/>
                  </a:lnTo>
                  <a:lnTo>
                    <a:pt x="131" y="9"/>
                  </a:lnTo>
                  <a:lnTo>
                    <a:pt x="133" y="9"/>
                  </a:lnTo>
                  <a:lnTo>
                    <a:pt x="133" y="9"/>
                  </a:lnTo>
                  <a:lnTo>
                    <a:pt x="133" y="9"/>
                  </a:lnTo>
                  <a:lnTo>
                    <a:pt x="133" y="9"/>
                  </a:lnTo>
                  <a:lnTo>
                    <a:pt x="135" y="9"/>
                  </a:lnTo>
                  <a:lnTo>
                    <a:pt x="135" y="9"/>
                  </a:lnTo>
                  <a:lnTo>
                    <a:pt x="135" y="12"/>
                  </a:lnTo>
                  <a:lnTo>
                    <a:pt x="138" y="12"/>
                  </a:lnTo>
                  <a:lnTo>
                    <a:pt x="138" y="12"/>
                  </a:lnTo>
                  <a:lnTo>
                    <a:pt x="138" y="12"/>
                  </a:lnTo>
                  <a:lnTo>
                    <a:pt x="138" y="12"/>
                  </a:lnTo>
                  <a:lnTo>
                    <a:pt x="140" y="12"/>
                  </a:lnTo>
                  <a:lnTo>
                    <a:pt x="140" y="14"/>
                  </a:lnTo>
                  <a:lnTo>
                    <a:pt x="140" y="14"/>
                  </a:lnTo>
                  <a:lnTo>
                    <a:pt x="140" y="14"/>
                  </a:lnTo>
                  <a:lnTo>
                    <a:pt x="142" y="14"/>
                  </a:lnTo>
                  <a:lnTo>
                    <a:pt x="142" y="14"/>
                  </a:lnTo>
                  <a:lnTo>
                    <a:pt x="142" y="14"/>
                  </a:lnTo>
                  <a:lnTo>
                    <a:pt x="145" y="14"/>
                  </a:lnTo>
                  <a:lnTo>
                    <a:pt x="145" y="17"/>
                  </a:lnTo>
                  <a:lnTo>
                    <a:pt x="145" y="17"/>
                  </a:lnTo>
                  <a:lnTo>
                    <a:pt x="145" y="17"/>
                  </a:lnTo>
                  <a:lnTo>
                    <a:pt x="145" y="17"/>
                  </a:lnTo>
                  <a:lnTo>
                    <a:pt x="147" y="17"/>
                  </a:lnTo>
                  <a:lnTo>
                    <a:pt x="147" y="17"/>
                  </a:lnTo>
                  <a:lnTo>
                    <a:pt x="147" y="19"/>
                  </a:lnTo>
                  <a:lnTo>
                    <a:pt x="147" y="19"/>
                  </a:lnTo>
                  <a:lnTo>
                    <a:pt x="150" y="19"/>
                  </a:lnTo>
                  <a:lnTo>
                    <a:pt x="150" y="19"/>
                  </a:lnTo>
                  <a:lnTo>
                    <a:pt x="150" y="19"/>
                  </a:lnTo>
                  <a:lnTo>
                    <a:pt x="152" y="19"/>
                  </a:lnTo>
                  <a:lnTo>
                    <a:pt x="152" y="19"/>
                  </a:lnTo>
                  <a:lnTo>
                    <a:pt x="152" y="19"/>
                  </a:lnTo>
                  <a:lnTo>
                    <a:pt x="152" y="19"/>
                  </a:lnTo>
                  <a:lnTo>
                    <a:pt x="152" y="21"/>
                  </a:lnTo>
                  <a:lnTo>
                    <a:pt x="154" y="21"/>
                  </a:lnTo>
                  <a:lnTo>
                    <a:pt x="154" y="21"/>
                  </a:lnTo>
                  <a:lnTo>
                    <a:pt x="154" y="21"/>
                  </a:lnTo>
                  <a:lnTo>
                    <a:pt x="154" y="21"/>
                  </a:lnTo>
                  <a:lnTo>
                    <a:pt x="157" y="21"/>
                  </a:lnTo>
                  <a:lnTo>
                    <a:pt x="157" y="21"/>
                  </a:lnTo>
                  <a:lnTo>
                    <a:pt x="157" y="24"/>
                  </a:lnTo>
                  <a:lnTo>
                    <a:pt x="159" y="24"/>
                  </a:lnTo>
                  <a:lnTo>
                    <a:pt x="159" y="24"/>
                  </a:lnTo>
                  <a:lnTo>
                    <a:pt x="159" y="24"/>
                  </a:lnTo>
                  <a:lnTo>
                    <a:pt x="159" y="24"/>
                  </a:lnTo>
                  <a:lnTo>
                    <a:pt x="161" y="24"/>
                  </a:lnTo>
                  <a:lnTo>
                    <a:pt x="161" y="26"/>
                  </a:lnTo>
                  <a:lnTo>
                    <a:pt x="161" y="26"/>
                  </a:lnTo>
                  <a:lnTo>
                    <a:pt x="161" y="26"/>
                  </a:lnTo>
                  <a:lnTo>
                    <a:pt x="161" y="26"/>
                  </a:lnTo>
                  <a:lnTo>
                    <a:pt x="164" y="26"/>
                  </a:lnTo>
                  <a:lnTo>
                    <a:pt x="164" y="26"/>
                  </a:lnTo>
                  <a:lnTo>
                    <a:pt x="164" y="28"/>
                  </a:lnTo>
                  <a:lnTo>
                    <a:pt x="166" y="28"/>
                  </a:lnTo>
                  <a:lnTo>
                    <a:pt x="166" y="28"/>
                  </a:lnTo>
                  <a:lnTo>
                    <a:pt x="166" y="28"/>
                  </a:lnTo>
                  <a:lnTo>
                    <a:pt x="166" y="28"/>
                  </a:lnTo>
                  <a:lnTo>
                    <a:pt x="168" y="28"/>
                  </a:lnTo>
                  <a:lnTo>
                    <a:pt x="168" y="28"/>
                  </a:lnTo>
                  <a:lnTo>
                    <a:pt x="168" y="31"/>
                  </a:lnTo>
                  <a:lnTo>
                    <a:pt x="171" y="31"/>
                  </a:lnTo>
                  <a:lnTo>
                    <a:pt x="171" y="31"/>
                  </a:lnTo>
                  <a:lnTo>
                    <a:pt x="171" y="31"/>
                  </a:lnTo>
                  <a:lnTo>
                    <a:pt x="171" y="31"/>
                  </a:lnTo>
                  <a:lnTo>
                    <a:pt x="173" y="31"/>
                  </a:lnTo>
                  <a:lnTo>
                    <a:pt x="173" y="31"/>
                  </a:lnTo>
                  <a:lnTo>
                    <a:pt x="173" y="31"/>
                  </a:lnTo>
                  <a:lnTo>
                    <a:pt x="173" y="31"/>
                  </a:lnTo>
                  <a:lnTo>
                    <a:pt x="176" y="31"/>
                  </a:lnTo>
                  <a:lnTo>
                    <a:pt x="176" y="33"/>
                  </a:lnTo>
                  <a:lnTo>
                    <a:pt x="176" y="33"/>
                  </a:lnTo>
                  <a:lnTo>
                    <a:pt x="178" y="33"/>
                  </a:lnTo>
                  <a:lnTo>
                    <a:pt x="178" y="33"/>
                  </a:lnTo>
                  <a:lnTo>
                    <a:pt x="178" y="33"/>
                  </a:lnTo>
                  <a:lnTo>
                    <a:pt x="178" y="33"/>
                  </a:lnTo>
                  <a:lnTo>
                    <a:pt x="180" y="33"/>
                  </a:lnTo>
                  <a:lnTo>
                    <a:pt x="180" y="35"/>
                  </a:lnTo>
                  <a:lnTo>
                    <a:pt x="180" y="35"/>
                  </a:lnTo>
                  <a:lnTo>
                    <a:pt x="180" y="35"/>
                  </a:lnTo>
                  <a:lnTo>
                    <a:pt x="180" y="35"/>
                  </a:lnTo>
                  <a:lnTo>
                    <a:pt x="183" y="35"/>
                  </a:lnTo>
                  <a:lnTo>
                    <a:pt x="183" y="35"/>
                  </a:lnTo>
                  <a:lnTo>
                    <a:pt x="183" y="38"/>
                  </a:lnTo>
                  <a:lnTo>
                    <a:pt x="185" y="38"/>
                  </a:lnTo>
                  <a:lnTo>
                    <a:pt x="185" y="38"/>
                  </a:lnTo>
                  <a:lnTo>
                    <a:pt x="185" y="40"/>
                  </a:lnTo>
                  <a:lnTo>
                    <a:pt x="185" y="40"/>
                  </a:lnTo>
                  <a:lnTo>
                    <a:pt x="185" y="40"/>
                  </a:lnTo>
                  <a:lnTo>
                    <a:pt x="185" y="40"/>
                  </a:lnTo>
                  <a:lnTo>
                    <a:pt x="185" y="43"/>
                  </a:lnTo>
                  <a:lnTo>
                    <a:pt x="185" y="43"/>
                  </a:lnTo>
                  <a:lnTo>
                    <a:pt x="185" y="45"/>
                  </a:lnTo>
                  <a:lnTo>
                    <a:pt x="185" y="45"/>
                  </a:lnTo>
                  <a:lnTo>
                    <a:pt x="187" y="45"/>
                  </a:lnTo>
                  <a:lnTo>
                    <a:pt x="187" y="45"/>
                  </a:lnTo>
                  <a:lnTo>
                    <a:pt x="187" y="45"/>
                  </a:lnTo>
                  <a:lnTo>
                    <a:pt x="190" y="45"/>
                  </a:lnTo>
                  <a:lnTo>
                    <a:pt x="190" y="45"/>
                  </a:lnTo>
                  <a:lnTo>
                    <a:pt x="192" y="45"/>
                  </a:lnTo>
                  <a:lnTo>
                    <a:pt x="192" y="45"/>
                  </a:lnTo>
                  <a:lnTo>
                    <a:pt x="192" y="45"/>
                  </a:lnTo>
                  <a:lnTo>
                    <a:pt x="192" y="45"/>
                  </a:lnTo>
                  <a:lnTo>
                    <a:pt x="195" y="45"/>
                  </a:lnTo>
                  <a:lnTo>
                    <a:pt x="195" y="45"/>
                  </a:lnTo>
                  <a:lnTo>
                    <a:pt x="195" y="45"/>
                  </a:lnTo>
                  <a:lnTo>
                    <a:pt x="197" y="45"/>
                  </a:lnTo>
                  <a:lnTo>
                    <a:pt x="197" y="45"/>
                  </a:lnTo>
                  <a:lnTo>
                    <a:pt x="199" y="45"/>
                  </a:lnTo>
                  <a:lnTo>
                    <a:pt x="199" y="47"/>
                  </a:lnTo>
                  <a:lnTo>
                    <a:pt x="199" y="47"/>
                  </a:lnTo>
                  <a:lnTo>
                    <a:pt x="197" y="47"/>
                  </a:lnTo>
                  <a:lnTo>
                    <a:pt x="197" y="50"/>
                  </a:lnTo>
                  <a:lnTo>
                    <a:pt x="197" y="50"/>
                  </a:lnTo>
                  <a:lnTo>
                    <a:pt x="197" y="50"/>
                  </a:lnTo>
                  <a:lnTo>
                    <a:pt x="197" y="52"/>
                  </a:lnTo>
                  <a:lnTo>
                    <a:pt x="197" y="52"/>
                  </a:lnTo>
                  <a:lnTo>
                    <a:pt x="197" y="54"/>
                  </a:lnTo>
                  <a:lnTo>
                    <a:pt x="197" y="54"/>
                  </a:lnTo>
                  <a:lnTo>
                    <a:pt x="197" y="57"/>
                  </a:lnTo>
                  <a:lnTo>
                    <a:pt x="197" y="57"/>
                  </a:lnTo>
                  <a:lnTo>
                    <a:pt x="197" y="59"/>
                  </a:lnTo>
                  <a:lnTo>
                    <a:pt x="197" y="59"/>
                  </a:lnTo>
                  <a:lnTo>
                    <a:pt x="197" y="59"/>
                  </a:lnTo>
                  <a:lnTo>
                    <a:pt x="197" y="59"/>
                  </a:lnTo>
                  <a:lnTo>
                    <a:pt x="197" y="62"/>
                  </a:lnTo>
                  <a:lnTo>
                    <a:pt x="197" y="62"/>
                  </a:lnTo>
                  <a:lnTo>
                    <a:pt x="197" y="64"/>
                  </a:lnTo>
                  <a:lnTo>
                    <a:pt x="197" y="64"/>
                  </a:lnTo>
                  <a:lnTo>
                    <a:pt x="197" y="64"/>
                  </a:lnTo>
                  <a:lnTo>
                    <a:pt x="197" y="66"/>
                  </a:lnTo>
                  <a:lnTo>
                    <a:pt x="199" y="66"/>
                  </a:lnTo>
                  <a:lnTo>
                    <a:pt x="199" y="66"/>
                  </a:lnTo>
                  <a:lnTo>
                    <a:pt x="199" y="66"/>
                  </a:lnTo>
                  <a:lnTo>
                    <a:pt x="199" y="66"/>
                  </a:lnTo>
                  <a:lnTo>
                    <a:pt x="202" y="66"/>
                  </a:lnTo>
                  <a:lnTo>
                    <a:pt x="202" y="66"/>
                  </a:lnTo>
                  <a:lnTo>
                    <a:pt x="202" y="69"/>
                  </a:lnTo>
                  <a:lnTo>
                    <a:pt x="204" y="69"/>
                  </a:lnTo>
                  <a:lnTo>
                    <a:pt x="204" y="69"/>
                  </a:lnTo>
                  <a:lnTo>
                    <a:pt x="204" y="69"/>
                  </a:lnTo>
                  <a:lnTo>
                    <a:pt x="204" y="69"/>
                  </a:lnTo>
                  <a:lnTo>
                    <a:pt x="206" y="69"/>
                  </a:lnTo>
                  <a:lnTo>
                    <a:pt x="206" y="69"/>
                  </a:lnTo>
                  <a:lnTo>
                    <a:pt x="206" y="69"/>
                  </a:lnTo>
                  <a:lnTo>
                    <a:pt x="206" y="69"/>
                  </a:lnTo>
                  <a:lnTo>
                    <a:pt x="209" y="69"/>
                  </a:lnTo>
                  <a:lnTo>
                    <a:pt x="209" y="69"/>
                  </a:lnTo>
                  <a:lnTo>
                    <a:pt x="209" y="71"/>
                  </a:lnTo>
                  <a:lnTo>
                    <a:pt x="211" y="71"/>
                  </a:lnTo>
                  <a:lnTo>
                    <a:pt x="211" y="71"/>
                  </a:lnTo>
                  <a:lnTo>
                    <a:pt x="211" y="71"/>
                  </a:lnTo>
                  <a:lnTo>
                    <a:pt x="211" y="71"/>
                  </a:lnTo>
                  <a:lnTo>
                    <a:pt x="213" y="71"/>
                  </a:lnTo>
                  <a:lnTo>
                    <a:pt x="213" y="71"/>
                  </a:lnTo>
                  <a:lnTo>
                    <a:pt x="213" y="71"/>
                  </a:lnTo>
                  <a:lnTo>
                    <a:pt x="213" y="73"/>
                  </a:lnTo>
                  <a:lnTo>
                    <a:pt x="216" y="73"/>
                  </a:lnTo>
                  <a:lnTo>
                    <a:pt x="216" y="73"/>
                  </a:lnTo>
                  <a:lnTo>
                    <a:pt x="218" y="73"/>
                  </a:lnTo>
                  <a:lnTo>
                    <a:pt x="218" y="73"/>
                  </a:lnTo>
                  <a:lnTo>
                    <a:pt x="218" y="73"/>
                  </a:lnTo>
                  <a:lnTo>
                    <a:pt x="218" y="73"/>
                  </a:lnTo>
                  <a:lnTo>
                    <a:pt x="221" y="73"/>
                  </a:lnTo>
                  <a:lnTo>
                    <a:pt x="221" y="76"/>
                  </a:lnTo>
                  <a:lnTo>
                    <a:pt x="221" y="76"/>
                  </a:lnTo>
                  <a:lnTo>
                    <a:pt x="221" y="76"/>
                  </a:lnTo>
                  <a:lnTo>
                    <a:pt x="223" y="76"/>
                  </a:lnTo>
                  <a:lnTo>
                    <a:pt x="223" y="76"/>
                  </a:lnTo>
                  <a:lnTo>
                    <a:pt x="225" y="76"/>
                  </a:lnTo>
                  <a:lnTo>
                    <a:pt x="225" y="76"/>
                  </a:lnTo>
                  <a:lnTo>
                    <a:pt x="225" y="76"/>
                  </a:lnTo>
                  <a:lnTo>
                    <a:pt x="228" y="76"/>
                  </a:lnTo>
                  <a:lnTo>
                    <a:pt x="228" y="76"/>
                  </a:lnTo>
                  <a:lnTo>
                    <a:pt x="228" y="76"/>
                  </a:lnTo>
                  <a:lnTo>
                    <a:pt x="228" y="76"/>
                  </a:lnTo>
                  <a:lnTo>
                    <a:pt x="230" y="76"/>
                  </a:lnTo>
                  <a:lnTo>
                    <a:pt x="230" y="76"/>
                  </a:lnTo>
                  <a:lnTo>
                    <a:pt x="232" y="76"/>
                  </a:lnTo>
                  <a:lnTo>
                    <a:pt x="232" y="76"/>
                  </a:lnTo>
                  <a:lnTo>
                    <a:pt x="232" y="76"/>
                  </a:lnTo>
                  <a:lnTo>
                    <a:pt x="235" y="76"/>
                  </a:lnTo>
                  <a:lnTo>
                    <a:pt x="235" y="76"/>
                  </a:lnTo>
                  <a:lnTo>
                    <a:pt x="235" y="76"/>
                  </a:lnTo>
                  <a:lnTo>
                    <a:pt x="237" y="76"/>
                  </a:lnTo>
                  <a:lnTo>
                    <a:pt x="237" y="76"/>
                  </a:lnTo>
                  <a:lnTo>
                    <a:pt x="239" y="76"/>
                  </a:lnTo>
                  <a:lnTo>
                    <a:pt x="239" y="76"/>
                  </a:lnTo>
                  <a:lnTo>
                    <a:pt x="239" y="76"/>
                  </a:lnTo>
                  <a:lnTo>
                    <a:pt x="242" y="76"/>
                  </a:lnTo>
                  <a:lnTo>
                    <a:pt x="242" y="76"/>
                  </a:lnTo>
                  <a:lnTo>
                    <a:pt x="244" y="76"/>
                  </a:lnTo>
                  <a:lnTo>
                    <a:pt x="244" y="76"/>
                  </a:lnTo>
                  <a:lnTo>
                    <a:pt x="244" y="76"/>
                  </a:lnTo>
                  <a:lnTo>
                    <a:pt x="244" y="78"/>
                  </a:lnTo>
                  <a:lnTo>
                    <a:pt x="247" y="78"/>
                  </a:lnTo>
                  <a:lnTo>
                    <a:pt x="247" y="78"/>
                  </a:lnTo>
                  <a:lnTo>
                    <a:pt x="247" y="78"/>
                  </a:lnTo>
                  <a:lnTo>
                    <a:pt x="249" y="78"/>
                  </a:lnTo>
                  <a:lnTo>
                    <a:pt x="249" y="78"/>
                  </a:lnTo>
                  <a:lnTo>
                    <a:pt x="251" y="78"/>
                  </a:lnTo>
                  <a:lnTo>
                    <a:pt x="251" y="78"/>
                  </a:lnTo>
                  <a:lnTo>
                    <a:pt x="251" y="78"/>
                  </a:lnTo>
                  <a:lnTo>
                    <a:pt x="254" y="78"/>
                  </a:lnTo>
                  <a:lnTo>
                    <a:pt x="254" y="78"/>
                  </a:lnTo>
                  <a:lnTo>
                    <a:pt x="254" y="78"/>
                  </a:lnTo>
                  <a:lnTo>
                    <a:pt x="256" y="78"/>
                  </a:lnTo>
                  <a:lnTo>
                    <a:pt x="256" y="78"/>
                  </a:lnTo>
                  <a:lnTo>
                    <a:pt x="258" y="78"/>
                  </a:lnTo>
                  <a:lnTo>
                    <a:pt x="258" y="78"/>
                  </a:lnTo>
                  <a:lnTo>
                    <a:pt x="258" y="78"/>
                  </a:lnTo>
                  <a:lnTo>
                    <a:pt x="261" y="78"/>
                  </a:lnTo>
                  <a:lnTo>
                    <a:pt x="261" y="78"/>
                  </a:lnTo>
                  <a:lnTo>
                    <a:pt x="261" y="78"/>
                  </a:lnTo>
                  <a:lnTo>
                    <a:pt x="261" y="78"/>
                  </a:lnTo>
                  <a:lnTo>
                    <a:pt x="263" y="78"/>
                  </a:lnTo>
                  <a:lnTo>
                    <a:pt x="263" y="78"/>
                  </a:lnTo>
                  <a:lnTo>
                    <a:pt x="266" y="78"/>
                  </a:lnTo>
                  <a:lnTo>
                    <a:pt x="266" y="78"/>
                  </a:lnTo>
                  <a:lnTo>
                    <a:pt x="266" y="78"/>
                  </a:lnTo>
                  <a:lnTo>
                    <a:pt x="266" y="78"/>
                  </a:lnTo>
                  <a:lnTo>
                    <a:pt x="268" y="78"/>
                  </a:lnTo>
                  <a:lnTo>
                    <a:pt x="268" y="78"/>
                  </a:lnTo>
                  <a:lnTo>
                    <a:pt x="268" y="78"/>
                  </a:lnTo>
                  <a:lnTo>
                    <a:pt x="268" y="78"/>
                  </a:lnTo>
                  <a:lnTo>
                    <a:pt x="268" y="78"/>
                  </a:lnTo>
                  <a:lnTo>
                    <a:pt x="270" y="78"/>
                  </a:lnTo>
                  <a:lnTo>
                    <a:pt x="270" y="78"/>
                  </a:lnTo>
                  <a:lnTo>
                    <a:pt x="273" y="78"/>
                  </a:lnTo>
                  <a:lnTo>
                    <a:pt x="273" y="78"/>
                  </a:lnTo>
                  <a:lnTo>
                    <a:pt x="273" y="78"/>
                  </a:lnTo>
                  <a:lnTo>
                    <a:pt x="275" y="78"/>
                  </a:lnTo>
                  <a:lnTo>
                    <a:pt x="275" y="78"/>
                  </a:lnTo>
                  <a:lnTo>
                    <a:pt x="277" y="78"/>
                  </a:lnTo>
                  <a:lnTo>
                    <a:pt x="277" y="81"/>
                  </a:lnTo>
                  <a:lnTo>
                    <a:pt x="277" y="81"/>
                  </a:lnTo>
                  <a:lnTo>
                    <a:pt x="277" y="81"/>
                  </a:lnTo>
                  <a:lnTo>
                    <a:pt x="280" y="81"/>
                  </a:lnTo>
                  <a:lnTo>
                    <a:pt x="280" y="81"/>
                  </a:lnTo>
                  <a:lnTo>
                    <a:pt x="280" y="81"/>
                  </a:lnTo>
                  <a:lnTo>
                    <a:pt x="280" y="81"/>
                  </a:lnTo>
                  <a:lnTo>
                    <a:pt x="280" y="83"/>
                  </a:lnTo>
                  <a:lnTo>
                    <a:pt x="282" y="83"/>
                  </a:lnTo>
                  <a:lnTo>
                    <a:pt x="282" y="83"/>
                  </a:lnTo>
                  <a:lnTo>
                    <a:pt x="282" y="83"/>
                  </a:lnTo>
                  <a:lnTo>
                    <a:pt x="282" y="85"/>
                  </a:lnTo>
                  <a:lnTo>
                    <a:pt x="282" y="85"/>
                  </a:lnTo>
                  <a:lnTo>
                    <a:pt x="282" y="88"/>
                  </a:lnTo>
                  <a:lnTo>
                    <a:pt x="282" y="88"/>
                  </a:lnTo>
                  <a:lnTo>
                    <a:pt x="282" y="90"/>
                  </a:lnTo>
                  <a:lnTo>
                    <a:pt x="284" y="90"/>
                  </a:lnTo>
                  <a:lnTo>
                    <a:pt x="284" y="90"/>
                  </a:lnTo>
                  <a:lnTo>
                    <a:pt x="284" y="90"/>
                  </a:lnTo>
                  <a:lnTo>
                    <a:pt x="284" y="90"/>
                  </a:lnTo>
                  <a:lnTo>
                    <a:pt x="284" y="90"/>
                  </a:lnTo>
                  <a:lnTo>
                    <a:pt x="284" y="92"/>
                  </a:lnTo>
                  <a:lnTo>
                    <a:pt x="287" y="92"/>
                  </a:lnTo>
                  <a:lnTo>
                    <a:pt x="287" y="92"/>
                  </a:lnTo>
                  <a:lnTo>
                    <a:pt x="287" y="92"/>
                  </a:lnTo>
                  <a:lnTo>
                    <a:pt x="289" y="92"/>
                  </a:lnTo>
                  <a:lnTo>
                    <a:pt x="289" y="92"/>
                  </a:lnTo>
                  <a:lnTo>
                    <a:pt x="292" y="92"/>
                  </a:lnTo>
                  <a:lnTo>
                    <a:pt x="292" y="92"/>
                  </a:lnTo>
                  <a:lnTo>
                    <a:pt x="292" y="92"/>
                  </a:lnTo>
                  <a:lnTo>
                    <a:pt x="294" y="92"/>
                  </a:lnTo>
                  <a:lnTo>
                    <a:pt x="294" y="92"/>
                  </a:lnTo>
                  <a:lnTo>
                    <a:pt x="294" y="92"/>
                  </a:lnTo>
                  <a:lnTo>
                    <a:pt x="296" y="92"/>
                  </a:lnTo>
                  <a:lnTo>
                    <a:pt x="296" y="92"/>
                  </a:lnTo>
                  <a:lnTo>
                    <a:pt x="299" y="92"/>
                  </a:lnTo>
                  <a:lnTo>
                    <a:pt x="299" y="92"/>
                  </a:lnTo>
                  <a:lnTo>
                    <a:pt x="299" y="92"/>
                  </a:lnTo>
                  <a:lnTo>
                    <a:pt x="301" y="92"/>
                  </a:lnTo>
                  <a:lnTo>
                    <a:pt x="301" y="92"/>
                  </a:lnTo>
                  <a:lnTo>
                    <a:pt x="301" y="92"/>
                  </a:lnTo>
                  <a:lnTo>
                    <a:pt x="301" y="92"/>
                  </a:lnTo>
                  <a:lnTo>
                    <a:pt x="303" y="92"/>
                  </a:lnTo>
                  <a:lnTo>
                    <a:pt x="303" y="95"/>
                  </a:lnTo>
                  <a:lnTo>
                    <a:pt x="303" y="95"/>
                  </a:lnTo>
                  <a:lnTo>
                    <a:pt x="303" y="95"/>
                  </a:lnTo>
                  <a:lnTo>
                    <a:pt x="303" y="97"/>
                  </a:lnTo>
                  <a:lnTo>
                    <a:pt x="303" y="97"/>
                  </a:lnTo>
                  <a:lnTo>
                    <a:pt x="303" y="97"/>
                  </a:lnTo>
                  <a:lnTo>
                    <a:pt x="303" y="99"/>
                  </a:lnTo>
                  <a:lnTo>
                    <a:pt x="303" y="99"/>
                  </a:lnTo>
                  <a:lnTo>
                    <a:pt x="306" y="99"/>
                  </a:lnTo>
                  <a:lnTo>
                    <a:pt x="306" y="99"/>
                  </a:lnTo>
                  <a:lnTo>
                    <a:pt x="306" y="99"/>
                  </a:lnTo>
                  <a:lnTo>
                    <a:pt x="306" y="99"/>
                  </a:lnTo>
                  <a:lnTo>
                    <a:pt x="306" y="102"/>
                  </a:lnTo>
                  <a:lnTo>
                    <a:pt x="306" y="102"/>
                  </a:lnTo>
                  <a:lnTo>
                    <a:pt x="306" y="104"/>
                  </a:lnTo>
                  <a:lnTo>
                    <a:pt x="306" y="104"/>
                  </a:lnTo>
                  <a:lnTo>
                    <a:pt x="306" y="104"/>
                  </a:lnTo>
                  <a:lnTo>
                    <a:pt x="308" y="104"/>
                  </a:lnTo>
                  <a:lnTo>
                    <a:pt x="308" y="104"/>
                  </a:lnTo>
                  <a:lnTo>
                    <a:pt x="308" y="107"/>
                  </a:lnTo>
                  <a:lnTo>
                    <a:pt x="311" y="107"/>
                  </a:lnTo>
                  <a:lnTo>
                    <a:pt x="311" y="107"/>
                  </a:lnTo>
                  <a:lnTo>
                    <a:pt x="308" y="107"/>
                  </a:lnTo>
                  <a:lnTo>
                    <a:pt x="308" y="109"/>
                  </a:lnTo>
                  <a:lnTo>
                    <a:pt x="311" y="109"/>
                  </a:lnTo>
                  <a:lnTo>
                    <a:pt x="311" y="109"/>
                  </a:lnTo>
                  <a:lnTo>
                    <a:pt x="311" y="109"/>
                  </a:lnTo>
                  <a:lnTo>
                    <a:pt x="311" y="109"/>
                  </a:lnTo>
                  <a:lnTo>
                    <a:pt x="311" y="109"/>
                  </a:lnTo>
                  <a:lnTo>
                    <a:pt x="311" y="111"/>
                  </a:lnTo>
                  <a:lnTo>
                    <a:pt x="311" y="111"/>
                  </a:lnTo>
                  <a:lnTo>
                    <a:pt x="311" y="114"/>
                  </a:lnTo>
                  <a:lnTo>
                    <a:pt x="311" y="114"/>
                  </a:lnTo>
                  <a:lnTo>
                    <a:pt x="311" y="116"/>
                  </a:lnTo>
                  <a:lnTo>
                    <a:pt x="313" y="116"/>
                  </a:lnTo>
                  <a:lnTo>
                    <a:pt x="313" y="116"/>
                  </a:lnTo>
                  <a:lnTo>
                    <a:pt x="313" y="116"/>
                  </a:lnTo>
                  <a:lnTo>
                    <a:pt x="313" y="116"/>
                  </a:lnTo>
                  <a:lnTo>
                    <a:pt x="315" y="116"/>
                  </a:lnTo>
                  <a:lnTo>
                    <a:pt x="315" y="116"/>
                  </a:lnTo>
                  <a:lnTo>
                    <a:pt x="315" y="118"/>
                  </a:lnTo>
                  <a:lnTo>
                    <a:pt x="318" y="118"/>
                  </a:lnTo>
                  <a:lnTo>
                    <a:pt x="318" y="118"/>
                  </a:lnTo>
                  <a:lnTo>
                    <a:pt x="318" y="118"/>
                  </a:lnTo>
                  <a:lnTo>
                    <a:pt x="320" y="118"/>
                  </a:lnTo>
                  <a:lnTo>
                    <a:pt x="320" y="118"/>
                  </a:lnTo>
                  <a:lnTo>
                    <a:pt x="320" y="118"/>
                  </a:lnTo>
                  <a:lnTo>
                    <a:pt x="320" y="118"/>
                  </a:lnTo>
                  <a:lnTo>
                    <a:pt x="320" y="121"/>
                  </a:lnTo>
                  <a:lnTo>
                    <a:pt x="320" y="121"/>
                  </a:lnTo>
                  <a:lnTo>
                    <a:pt x="320" y="123"/>
                  </a:lnTo>
                  <a:lnTo>
                    <a:pt x="320" y="123"/>
                  </a:lnTo>
                  <a:lnTo>
                    <a:pt x="320" y="123"/>
                  </a:lnTo>
                  <a:lnTo>
                    <a:pt x="320" y="126"/>
                  </a:lnTo>
                  <a:lnTo>
                    <a:pt x="322" y="126"/>
                  </a:lnTo>
                  <a:lnTo>
                    <a:pt x="322" y="126"/>
                  </a:lnTo>
                  <a:lnTo>
                    <a:pt x="322" y="126"/>
                  </a:lnTo>
                  <a:lnTo>
                    <a:pt x="322" y="126"/>
                  </a:lnTo>
                  <a:lnTo>
                    <a:pt x="322" y="123"/>
                  </a:lnTo>
                  <a:lnTo>
                    <a:pt x="322" y="123"/>
                  </a:lnTo>
                  <a:lnTo>
                    <a:pt x="322" y="121"/>
                  </a:lnTo>
                  <a:lnTo>
                    <a:pt x="325" y="121"/>
                  </a:lnTo>
                  <a:lnTo>
                    <a:pt x="325" y="121"/>
                  </a:lnTo>
                  <a:lnTo>
                    <a:pt x="325" y="121"/>
                  </a:lnTo>
                  <a:lnTo>
                    <a:pt x="325" y="123"/>
                  </a:lnTo>
                  <a:lnTo>
                    <a:pt x="327" y="123"/>
                  </a:lnTo>
                  <a:lnTo>
                    <a:pt x="327" y="123"/>
                  </a:lnTo>
                  <a:lnTo>
                    <a:pt x="327" y="123"/>
                  </a:lnTo>
                  <a:lnTo>
                    <a:pt x="327" y="123"/>
                  </a:lnTo>
                  <a:lnTo>
                    <a:pt x="327" y="123"/>
                  </a:lnTo>
                  <a:lnTo>
                    <a:pt x="327" y="123"/>
                  </a:lnTo>
                  <a:lnTo>
                    <a:pt x="325" y="123"/>
                  </a:lnTo>
                  <a:lnTo>
                    <a:pt x="325" y="126"/>
                  </a:lnTo>
                  <a:lnTo>
                    <a:pt x="325" y="126"/>
                  </a:lnTo>
                  <a:lnTo>
                    <a:pt x="327" y="126"/>
                  </a:lnTo>
                  <a:lnTo>
                    <a:pt x="327" y="128"/>
                  </a:lnTo>
                  <a:lnTo>
                    <a:pt x="327" y="128"/>
                  </a:lnTo>
                  <a:lnTo>
                    <a:pt x="327" y="128"/>
                  </a:lnTo>
                  <a:lnTo>
                    <a:pt x="327" y="128"/>
                  </a:lnTo>
                  <a:lnTo>
                    <a:pt x="327" y="128"/>
                  </a:lnTo>
                  <a:lnTo>
                    <a:pt x="327" y="130"/>
                  </a:lnTo>
                  <a:lnTo>
                    <a:pt x="327" y="130"/>
                  </a:lnTo>
                  <a:lnTo>
                    <a:pt x="327" y="133"/>
                  </a:lnTo>
                  <a:lnTo>
                    <a:pt x="329" y="133"/>
                  </a:lnTo>
                  <a:lnTo>
                    <a:pt x="329" y="133"/>
                  </a:lnTo>
                  <a:lnTo>
                    <a:pt x="329" y="133"/>
                  </a:lnTo>
                  <a:lnTo>
                    <a:pt x="332" y="133"/>
                  </a:lnTo>
                  <a:lnTo>
                    <a:pt x="332" y="133"/>
                  </a:lnTo>
                  <a:lnTo>
                    <a:pt x="332" y="135"/>
                  </a:lnTo>
                  <a:lnTo>
                    <a:pt x="332" y="135"/>
                  </a:lnTo>
                  <a:lnTo>
                    <a:pt x="334" y="135"/>
                  </a:lnTo>
                  <a:lnTo>
                    <a:pt x="334" y="135"/>
                  </a:lnTo>
                  <a:lnTo>
                    <a:pt x="334" y="135"/>
                  </a:lnTo>
                  <a:lnTo>
                    <a:pt x="334" y="135"/>
                  </a:lnTo>
                  <a:lnTo>
                    <a:pt x="334" y="137"/>
                  </a:lnTo>
                  <a:lnTo>
                    <a:pt x="337" y="137"/>
                  </a:lnTo>
                  <a:lnTo>
                    <a:pt x="337" y="137"/>
                  </a:lnTo>
                  <a:lnTo>
                    <a:pt x="337" y="137"/>
                  </a:lnTo>
                  <a:lnTo>
                    <a:pt x="337" y="137"/>
                  </a:lnTo>
                  <a:lnTo>
                    <a:pt x="339" y="137"/>
                  </a:lnTo>
                  <a:lnTo>
                    <a:pt x="339" y="140"/>
                  </a:lnTo>
                  <a:lnTo>
                    <a:pt x="339" y="140"/>
                  </a:lnTo>
                  <a:lnTo>
                    <a:pt x="339" y="140"/>
                  </a:lnTo>
                  <a:lnTo>
                    <a:pt x="339" y="142"/>
                  </a:lnTo>
                  <a:lnTo>
                    <a:pt x="339" y="142"/>
                  </a:lnTo>
                  <a:lnTo>
                    <a:pt x="337" y="142"/>
                  </a:lnTo>
                  <a:lnTo>
                    <a:pt x="337" y="142"/>
                  </a:lnTo>
                  <a:lnTo>
                    <a:pt x="339" y="142"/>
                  </a:lnTo>
                  <a:lnTo>
                    <a:pt x="339" y="144"/>
                  </a:lnTo>
                  <a:lnTo>
                    <a:pt x="339" y="144"/>
                  </a:lnTo>
                  <a:lnTo>
                    <a:pt x="339" y="142"/>
                  </a:lnTo>
                  <a:lnTo>
                    <a:pt x="339" y="142"/>
                  </a:lnTo>
                  <a:lnTo>
                    <a:pt x="339" y="144"/>
                  </a:lnTo>
                  <a:lnTo>
                    <a:pt x="339" y="144"/>
                  </a:lnTo>
                  <a:lnTo>
                    <a:pt x="339" y="144"/>
                  </a:lnTo>
                  <a:lnTo>
                    <a:pt x="339" y="147"/>
                  </a:lnTo>
                  <a:lnTo>
                    <a:pt x="339" y="147"/>
                  </a:lnTo>
                  <a:lnTo>
                    <a:pt x="339" y="147"/>
                  </a:lnTo>
                  <a:lnTo>
                    <a:pt x="339" y="149"/>
                  </a:lnTo>
                  <a:lnTo>
                    <a:pt x="339" y="149"/>
                  </a:lnTo>
                  <a:lnTo>
                    <a:pt x="339" y="149"/>
                  </a:lnTo>
                  <a:lnTo>
                    <a:pt x="339" y="152"/>
                  </a:lnTo>
                  <a:lnTo>
                    <a:pt x="339" y="152"/>
                  </a:lnTo>
                  <a:lnTo>
                    <a:pt x="339" y="152"/>
                  </a:lnTo>
                  <a:lnTo>
                    <a:pt x="339" y="154"/>
                  </a:lnTo>
                  <a:lnTo>
                    <a:pt x="339" y="154"/>
                  </a:lnTo>
                  <a:lnTo>
                    <a:pt x="339" y="154"/>
                  </a:lnTo>
                  <a:lnTo>
                    <a:pt x="339" y="156"/>
                  </a:lnTo>
                  <a:lnTo>
                    <a:pt x="339" y="156"/>
                  </a:lnTo>
                  <a:lnTo>
                    <a:pt x="339" y="159"/>
                  </a:lnTo>
                  <a:lnTo>
                    <a:pt x="339" y="159"/>
                  </a:lnTo>
                  <a:lnTo>
                    <a:pt x="337" y="159"/>
                  </a:lnTo>
                  <a:lnTo>
                    <a:pt x="337" y="159"/>
                  </a:lnTo>
                  <a:lnTo>
                    <a:pt x="339" y="159"/>
                  </a:lnTo>
                  <a:lnTo>
                    <a:pt x="339" y="161"/>
                  </a:lnTo>
                  <a:lnTo>
                    <a:pt x="339" y="161"/>
                  </a:lnTo>
                  <a:lnTo>
                    <a:pt x="339" y="161"/>
                  </a:lnTo>
                  <a:lnTo>
                    <a:pt x="339" y="163"/>
                  </a:lnTo>
                  <a:lnTo>
                    <a:pt x="339" y="163"/>
                  </a:lnTo>
                  <a:lnTo>
                    <a:pt x="339" y="163"/>
                  </a:lnTo>
                  <a:lnTo>
                    <a:pt x="341" y="163"/>
                  </a:lnTo>
                  <a:lnTo>
                    <a:pt x="341" y="166"/>
                  </a:lnTo>
                  <a:lnTo>
                    <a:pt x="341" y="166"/>
                  </a:lnTo>
                  <a:lnTo>
                    <a:pt x="341" y="168"/>
                  </a:lnTo>
                  <a:lnTo>
                    <a:pt x="341" y="168"/>
                  </a:lnTo>
                  <a:lnTo>
                    <a:pt x="341" y="168"/>
                  </a:lnTo>
                  <a:lnTo>
                    <a:pt x="341" y="168"/>
                  </a:lnTo>
                  <a:lnTo>
                    <a:pt x="344" y="168"/>
                  </a:lnTo>
                  <a:lnTo>
                    <a:pt x="344" y="168"/>
                  </a:lnTo>
                  <a:lnTo>
                    <a:pt x="344" y="168"/>
                  </a:lnTo>
                  <a:lnTo>
                    <a:pt x="344" y="171"/>
                  </a:lnTo>
                  <a:lnTo>
                    <a:pt x="346" y="171"/>
                  </a:lnTo>
                  <a:lnTo>
                    <a:pt x="346" y="171"/>
                  </a:lnTo>
                  <a:lnTo>
                    <a:pt x="346" y="171"/>
                  </a:lnTo>
                  <a:lnTo>
                    <a:pt x="346" y="173"/>
                  </a:lnTo>
                  <a:lnTo>
                    <a:pt x="346" y="173"/>
                  </a:lnTo>
                  <a:lnTo>
                    <a:pt x="346" y="175"/>
                  </a:lnTo>
                  <a:lnTo>
                    <a:pt x="346" y="175"/>
                  </a:lnTo>
                  <a:lnTo>
                    <a:pt x="346" y="178"/>
                  </a:lnTo>
                  <a:lnTo>
                    <a:pt x="346" y="178"/>
                  </a:lnTo>
                  <a:lnTo>
                    <a:pt x="346" y="178"/>
                  </a:lnTo>
                  <a:lnTo>
                    <a:pt x="346" y="178"/>
                  </a:lnTo>
                  <a:lnTo>
                    <a:pt x="346" y="180"/>
                  </a:lnTo>
                  <a:lnTo>
                    <a:pt x="348" y="180"/>
                  </a:lnTo>
                  <a:lnTo>
                    <a:pt x="348" y="180"/>
                  </a:lnTo>
                  <a:lnTo>
                    <a:pt x="348" y="180"/>
                  </a:lnTo>
                  <a:lnTo>
                    <a:pt x="348" y="182"/>
                  </a:lnTo>
                  <a:lnTo>
                    <a:pt x="351" y="182"/>
                  </a:lnTo>
                  <a:lnTo>
                    <a:pt x="351" y="182"/>
                  </a:lnTo>
                  <a:lnTo>
                    <a:pt x="351" y="185"/>
                  </a:lnTo>
                  <a:lnTo>
                    <a:pt x="351" y="185"/>
                  </a:lnTo>
                  <a:lnTo>
                    <a:pt x="351" y="185"/>
                  </a:lnTo>
                  <a:lnTo>
                    <a:pt x="351" y="187"/>
                  </a:lnTo>
                  <a:lnTo>
                    <a:pt x="351" y="187"/>
                  </a:lnTo>
                  <a:lnTo>
                    <a:pt x="351" y="187"/>
                  </a:lnTo>
                  <a:lnTo>
                    <a:pt x="351" y="187"/>
                  </a:lnTo>
                  <a:lnTo>
                    <a:pt x="353" y="187"/>
                  </a:lnTo>
                  <a:lnTo>
                    <a:pt x="353" y="190"/>
                  </a:lnTo>
                  <a:lnTo>
                    <a:pt x="353" y="190"/>
                  </a:lnTo>
                  <a:lnTo>
                    <a:pt x="353" y="190"/>
                  </a:lnTo>
                  <a:lnTo>
                    <a:pt x="353" y="190"/>
                  </a:lnTo>
                  <a:lnTo>
                    <a:pt x="353" y="192"/>
                  </a:lnTo>
                  <a:lnTo>
                    <a:pt x="355" y="192"/>
                  </a:lnTo>
                  <a:lnTo>
                    <a:pt x="355" y="192"/>
                  </a:lnTo>
                  <a:lnTo>
                    <a:pt x="355" y="192"/>
                  </a:lnTo>
                  <a:lnTo>
                    <a:pt x="358" y="192"/>
                  </a:lnTo>
                  <a:lnTo>
                    <a:pt x="358" y="192"/>
                  </a:lnTo>
                  <a:lnTo>
                    <a:pt x="358" y="194"/>
                  </a:lnTo>
                  <a:lnTo>
                    <a:pt x="358" y="194"/>
                  </a:lnTo>
                  <a:lnTo>
                    <a:pt x="358" y="194"/>
                  </a:lnTo>
                  <a:lnTo>
                    <a:pt x="358" y="197"/>
                  </a:lnTo>
                  <a:lnTo>
                    <a:pt x="358" y="197"/>
                  </a:lnTo>
                  <a:lnTo>
                    <a:pt x="358" y="197"/>
                  </a:lnTo>
                  <a:lnTo>
                    <a:pt x="358" y="199"/>
                  </a:lnTo>
                  <a:lnTo>
                    <a:pt x="358" y="199"/>
                  </a:lnTo>
                  <a:lnTo>
                    <a:pt x="358" y="201"/>
                  </a:lnTo>
                  <a:lnTo>
                    <a:pt x="360" y="201"/>
                  </a:lnTo>
                  <a:lnTo>
                    <a:pt x="360" y="201"/>
                  </a:lnTo>
                  <a:lnTo>
                    <a:pt x="360" y="201"/>
                  </a:lnTo>
                  <a:lnTo>
                    <a:pt x="360" y="201"/>
                  </a:lnTo>
                  <a:lnTo>
                    <a:pt x="360" y="204"/>
                  </a:lnTo>
                  <a:lnTo>
                    <a:pt x="363" y="204"/>
                  </a:lnTo>
                  <a:lnTo>
                    <a:pt x="363" y="204"/>
                  </a:lnTo>
                  <a:lnTo>
                    <a:pt x="363" y="204"/>
                  </a:lnTo>
                  <a:lnTo>
                    <a:pt x="365" y="204"/>
                  </a:lnTo>
                  <a:lnTo>
                    <a:pt x="365" y="206"/>
                  </a:lnTo>
                  <a:lnTo>
                    <a:pt x="365" y="206"/>
                  </a:lnTo>
                  <a:lnTo>
                    <a:pt x="365" y="206"/>
                  </a:lnTo>
                  <a:lnTo>
                    <a:pt x="365" y="206"/>
                  </a:lnTo>
                  <a:lnTo>
                    <a:pt x="367" y="206"/>
                  </a:lnTo>
                  <a:lnTo>
                    <a:pt x="367" y="208"/>
                  </a:lnTo>
                  <a:lnTo>
                    <a:pt x="367" y="208"/>
                  </a:lnTo>
                  <a:lnTo>
                    <a:pt x="367" y="208"/>
                  </a:lnTo>
                  <a:lnTo>
                    <a:pt x="367" y="208"/>
                  </a:lnTo>
                  <a:lnTo>
                    <a:pt x="370" y="208"/>
                  </a:lnTo>
                  <a:lnTo>
                    <a:pt x="370" y="208"/>
                  </a:lnTo>
                  <a:lnTo>
                    <a:pt x="370" y="208"/>
                  </a:lnTo>
                  <a:lnTo>
                    <a:pt x="372" y="208"/>
                  </a:lnTo>
                  <a:lnTo>
                    <a:pt x="372" y="211"/>
                  </a:lnTo>
                  <a:lnTo>
                    <a:pt x="372" y="211"/>
                  </a:lnTo>
                  <a:lnTo>
                    <a:pt x="372" y="211"/>
                  </a:lnTo>
                  <a:lnTo>
                    <a:pt x="372" y="213"/>
                  </a:lnTo>
                  <a:lnTo>
                    <a:pt x="372" y="213"/>
                  </a:lnTo>
                  <a:lnTo>
                    <a:pt x="372" y="216"/>
                  </a:lnTo>
                  <a:lnTo>
                    <a:pt x="372" y="216"/>
                  </a:lnTo>
                  <a:lnTo>
                    <a:pt x="372" y="216"/>
                  </a:lnTo>
                  <a:lnTo>
                    <a:pt x="374" y="216"/>
                  </a:lnTo>
                  <a:lnTo>
                    <a:pt x="374" y="218"/>
                  </a:lnTo>
                  <a:lnTo>
                    <a:pt x="374" y="218"/>
                  </a:lnTo>
                  <a:lnTo>
                    <a:pt x="374" y="218"/>
                  </a:lnTo>
                  <a:lnTo>
                    <a:pt x="374" y="218"/>
                  </a:lnTo>
                  <a:lnTo>
                    <a:pt x="374" y="220"/>
                  </a:lnTo>
                  <a:lnTo>
                    <a:pt x="374" y="220"/>
                  </a:lnTo>
                  <a:lnTo>
                    <a:pt x="374" y="223"/>
                  </a:lnTo>
                  <a:lnTo>
                    <a:pt x="374" y="223"/>
                  </a:lnTo>
                  <a:lnTo>
                    <a:pt x="374" y="223"/>
                  </a:lnTo>
                  <a:lnTo>
                    <a:pt x="374" y="225"/>
                  </a:lnTo>
                  <a:lnTo>
                    <a:pt x="374" y="225"/>
                  </a:lnTo>
                  <a:lnTo>
                    <a:pt x="374" y="227"/>
                  </a:lnTo>
                  <a:lnTo>
                    <a:pt x="377" y="227"/>
                  </a:lnTo>
                  <a:lnTo>
                    <a:pt x="377" y="227"/>
                  </a:lnTo>
                  <a:lnTo>
                    <a:pt x="377" y="227"/>
                  </a:lnTo>
                  <a:lnTo>
                    <a:pt x="377" y="230"/>
                  </a:lnTo>
                  <a:lnTo>
                    <a:pt x="377" y="230"/>
                  </a:lnTo>
                  <a:lnTo>
                    <a:pt x="377" y="230"/>
                  </a:lnTo>
                  <a:lnTo>
                    <a:pt x="377" y="232"/>
                  </a:lnTo>
                  <a:lnTo>
                    <a:pt x="377" y="232"/>
                  </a:lnTo>
                  <a:lnTo>
                    <a:pt x="379" y="232"/>
                  </a:lnTo>
                  <a:lnTo>
                    <a:pt x="379" y="232"/>
                  </a:lnTo>
                  <a:lnTo>
                    <a:pt x="379" y="232"/>
                  </a:lnTo>
                  <a:lnTo>
                    <a:pt x="379" y="235"/>
                  </a:lnTo>
                  <a:lnTo>
                    <a:pt x="382" y="235"/>
                  </a:lnTo>
                  <a:lnTo>
                    <a:pt x="382" y="235"/>
                  </a:lnTo>
                  <a:lnTo>
                    <a:pt x="384" y="235"/>
                  </a:lnTo>
                  <a:lnTo>
                    <a:pt x="384" y="235"/>
                  </a:lnTo>
                  <a:lnTo>
                    <a:pt x="384" y="235"/>
                  </a:lnTo>
                  <a:lnTo>
                    <a:pt x="386" y="235"/>
                  </a:lnTo>
                  <a:lnTo>
                    <a:pt x="386" y="235"/>
                  </a:lnTo>
                  <a:lnTo>
                    <a:pt x="386" y="235"/>
                  </a:lnTo>
                  <a:lnTo>
                    <a:pt x="386" y="235"/>
                  </a:lnTo>
                  <a:lnTo>
                    <a:pt x="389" y="235"/>
                  </a:lnTo>
                  <a:lnTo>
                    <a:pt x="389" y="235"/>
                  </a:lnTo>
                  <a:lnTo>
                    <a:pt x="391" y="235"/>
                  </a:lnTo>
                  <a:lnTo>
                    <a:pt x="391" y="235"/>
                  </a:lnTo>
                  <a:lnTo>
                    <a:pt x="391" y="237"/>
                  </a:lnTo>
                  <a:lnTo>
                    <a:pt x="391" y="237"/>
                  </a:lnTo>
                  <a:lnTo>
                    <a:pt x="393" y="237"/>
                  </a:lnTo>
                  <a:lnTo>
                    <a:pt x="393" y="237"/>
                  </a:lnTo>
                  <a:lnTo>
                    <a:pt x="393" y="237"/>
                  </a:lnTo>
                  <a:lnTo>
                    <a:pt x="396" y="237"/>
                  </a:lnTo>
                  <a:lnTo>
                    <a:pt x="396" y="237"/>
                  </a:lnTo>
                  <a:lnTo>
                    <a:pt x="396" y="237"/>
                  </a:lnTo>
                  <a:lnTo>
                    <a:pt x="398" y="237"/>
                  </a:lnTo>
                  <a:lnTo>
                    <a:pt x="398" y="237"/>
                  </a:lnTo>
                  <a:lnTo>
                    <a:pt x="398" y="237"/>
                  </a:lnTo>
                  <a:lnTo>
                    <a:pt x="400" y="237"/>
                  </a:lnTo>
                  <a:lnTo>
                    <a:pt x="400" y="237"/>
                  </a:lnTo>
                  <a:lnTo>
                    <a:pt x="400" y="237"/>
                  </a:lnTo>
                  <a:lnTo>
                    <a:pt x="400" y="237"/>
                  </a:lnTo>
                  <a:lnTo>
                    <a:pt x="403" y="237"/>
                  </a:lnTo>
                  <a:lnTo>
                    <a:pt x="403" y="237"/>
                  </a:lnTo>
                  <a:lnTo>
                    <a:pt x="405" y="237"/>
                  </a:lnTo>
                  <a:lnTo>
                    <a:pt x="405" y="237"/>
                  </a:lnTo>
                  <a:lnTo>
                    <a:pt x="405" y="237"/>
                  </a:lnTo>
                  <a:lnTo>
                    <a:pt x="408" y="237"/>
                  </a:lnTo>
                  <a:lnTo>
                    <a:pt x="408" y="239"/>
                  </a:lnTo>
                  <a:lnTo>
                    <a:pt x="408" y="239"/>
                  </a:lnTo>
                  <a:lnTo>
                    <a:pt x="408" y="239"/>
                  </a:lnTo>
                  <a:lnTo>
                    <a:pt x="410" y="239"/>
                  </a:lnTo>
                  <a:lnTo>
                    <a:pt x="410" y="239"/>
                  </a:lnTo>
                  <a:lnTo>
                    <a:pt x="412" y="239"/>
                  </a:lnTo>
                  <a:lnTo>
                    <a:pt x="412" y="239"/>
                  </a:lnTo>
                  <a:lnTo>
                    <a:pt x="412" y="239"/>
                  </a:lnTo>
                  <a:lnTo>
                    <a:pt x="412" y="239"/>
                  </a:lnTo>
                  <a:lnTo>
                    <a:pt x="415" y="239"/>
                  </a:lnTo>
                  <a:lnTo>
                    <a:pt x="415" y="239"/>
                  </a:lnTo>
                  <a:lnTo>
                    <a:pt x="417" y="239"/>
                  </a:lnTo>
                  <a:lnTo>
                    <a:pt x="417" y="239"/>
                  </a:lnTo>
                  <a:lnTo>
                    <a:pt x="417" y="239"/>
                  </a:lnTo>
                  <a:lnTo>
                    <a:pt x="417" y="242"/>
                  </a:lnTo>
                  <a:lnTo>
                    <a:pt x="419" y="242"/>
                  </a:lnTo>
                  <a:lnTo>
                    <a:pt x="419" y="242"/>
                  </a:lnTo>
                  <a:lnTo>
                    <a:pt x="419" y="242"/>
                  </a:lnTo>
                  <a:lnTo>
                    <a:pt x="422" y="242"/>
                  </a:lnTo>
                  <a:lnTo>
                    <a:pt x="422" y="242"/>
                  </a:lnTo>
                  <a:lnTo>
                    <a:pt x="424" y="242"/>
                  </a:lnTo>
                  <a:lnTo>
                    <a:pt x="424" y="242"/>
                  </a:lnTo>
                  <a:lnTo>
                    <a:pt x="424" y="242"/>
                  </a:lnTo>
                  <a:lnTo>
                    <a:pt x="424" y="242"/>
                  </a:lnTo>
                  <a:lnTo>
                    <a:pt x="426" y="242"/>
                  </a:lnTo>
                  <a:lnTo>
                    <a:pt x="426" y="242"/>
                  </a:lnTo>
                  <a:lnTo>
                    <a:pt x="426" y="242"/>
                  </a:lnTo>
                  <a:lnTo>
                    <a:pt x="429" y="242"/>
                  </a:lnTo>
                  <a:lnTo>
                    <a:pt x="429" y="244"/>
                  </a:lnTo>
                  <a:lnTo>
                    <a:pt x="429" y="244"/>
                  </a:lnTo>
                  <a:lnTo>
                    <a:pt x="431" y="244"/>
                  </a:lnTo>
                  <a:lnTo>
                    <a:pt x="431" y="244"/>
                  </a:lnTo>
                  <a:lnTo>
                    <a:pt x="431" y="244"/>
                  </a:lnTo>
                  <a:lnTo>
                    <a:pt x="434" y="244"/>
                  </a:lnTo>
                  <a:lnTo>
                    <a:pt x="434" y="244"/>
                  </a:lnTo>
                  <a:lnTo>
                    <a:pt x="434" y="244"/>
                  </a:lnTo>
                  <a:lnTo>
                    <a:pt x="434" y="244"/>
                  </a:lnTo>
                  <a:lnTo>
                    <a:pt x="436" y="244"/>
                  </a:lnTo>
                  <a:lnTo>
                    <a:pt x="436" y="244"/>
                  </a:lnTo>
                  <a:lnTo>
                    <a:pt x="438" y="244"/>
                  </a:lnTo>
                  <a:lnTo>
                    <a:pt x="438" y="244"/>
                  </a:lnTo>
                  <a:lnTo>
                    <a:pt x="438" y="244"/>
                  </a:lnTo>
                  <a:lnTo>
                    <a:pt x="438" y="246"/>
                  </a:lnTo>
                  <a:lnTo>
                    <a:pt x="441" y="246"/>
                  </a:lnTo>
                  <a:lnTo>
                    <a:pt x="441" y="246"/>
                  </a:lnTo>
                  <a:lnTo>
                    <a:pt x="441" y="246"/>
                  </a:lnTo>
                  <a:lnTo>
                    <a:pt x="443" y="246"/>
                  </a:lnTo>
                  <a:lnTo>
                    <a:pt x="443" y="244"/>
                  </a:lnTo>
                  <a:lnTo>
                    <a:pt x="443" y="244"/>
                  </a:lnTo>
                  <a:lnTo>
                    <a:pt x="443" y="244"/>
                  </a:lnTo>
                  <a:lnTo>
                    <a:pt x="445" y="244"/>
                  </a:lnTo>
                  <a:lnTo>
                    <a:pt x="445" y="242"/>
                  </a:lnTo>
                  <a:lnTo>
                    <a:pt x="445" y="242"/>
                  </a:lnTo>
                  <a:lnTo>
                    <a:pt x="445" y="242"/>
                  </a:lnTo>
                  <a:lnTo>
                    <a:pt x="445" y="242"/>
                  </a:lnTo>
                  <a:lnTo>
                    <a:pt x="448" y="242"/>
                  </a:lnTo>
                  <a:lnTo>
                    <a:pt x="448" y="242"/>
                  </a:lnTo>
                  <a:lnTo>
                    <a:pt x="448" y="242"/>
                  </a:lnTo>
                  <a:lnTo>
                    <a:pt x="448" y="244"/>
                  </a:lnTo>
                  <a:lnTo>
                    <a:pt x="448" y="244"/>
                  </a:lnTo>
                  <a:lnTo>
                    <a:pt x="448" y="244"/>
                  </a:lnTo>
                  <a:lnTo>
                    <a:pt x="448" y="246"/>
                  </a:lnTo>
                  <a:lnTo>
                    <a:pt x="450" y="246"/>
                  </a:lnTo>
                  <a:lnTo>
                    <a:pt x="450" y="246"/>
                  </a:lnTo>
                  <a:lnTo>
                    <a:pt x="450" y="246"/>
                  </a:lnTo>
                  <a:lnTo>
                    <a:pt x="450" y="246"/>
                  </a:lnTo>
                  <a:lnTo>
                    <a:pt x="450" y="249"/>
                  </a:lnTo>
                  <a:lnTo>
                    <a:pt x="453" y="249"/>
                  </a:lnTo>
                  <a:lnTo>
                    <a:pt x="453" y="249"/>
                  </a:lnTo>
                  <a:lnTo>
                    <a:pt x="453" y="251"/>
                  </a:lnTo>
                  <a:lnTo>
                    <a:pt x="453" y="251"/>
                  </a:lnTo>
                  <a:lnTo>
                    <a:pt x="453" y="251"/>
                  </a:lnTo>
                  <a:lnTo>
                    <a:pt x="453" y="254"/>
                  </a:lnTo>
                  <a:lnTo>
                    <a:pt x="453" y="254"/>
                  </a:lnTo>
                  <a:lnTo>
                    <a:pt x="453" y="254"/>
                  </a:lnTo>
                  <a:lnTo>
                    <a:pt x="455" y="254"/>
                  </a:lnTo>
                  <a:lnTo>
                    <a:pt x="455" y="256"/>
                  </a:lnTo>
                  <a:lnTo>
                    <a:pt x="455" y="256"/>
                  </a:lnTo>
                  <a:lnTo>
                    <a:pt x="455" y="256"/>
                  </a:lnTo>
                  <a:lnTo>
                    <a:pt x="455" y="256"/>
                  </a:lnTo>
                  <a:lnTo>
                    <a:pt x="457" y="256"/>
                  </a:lnTo>
                  <a:lnTo>
                    <a:pt x="457" y="258"/>
                  </a:lnTo>
                  <a:lnTo>
                    <a:pt x="457" y="258"/>
                  </a:lnTo>
                  <a:lnTo>
                    <a:pt x="457" y="261"/>
                  </a:lnTo>
                  <a:lnTo>
                    <a:pt x="455" y="261"/>
                  </a:lnTo>
                  <a:lnTo>
                    <a:pt x="455" y="261"/>
                  </a:lnTo>
                  <a:lnTo>
                    <a:pt x="455" y="263"/>
                  </a:lnTo>
                  <a:lnTo>
                    <a:pt x="455" y="263"/>
                  </a:lnTo>
                  <a:lnTo>
                    <a:pt x="455" y="263"/>
                  </a:lnTo>
                  <a:lnTo>
                    <a:pt x="455" y="265"/>
                  </a:lnTo>
                  <a:lnTo>
                    <a:pt x="455" y="265"/>
                  </a:lnTo>
                  <a:lnTo>
                    <a:pt x="455" y="268"/>
                  </a:lnTo>
                  <a:lnTo>
                    <a:pt x="453" y="268"/>
                  </a:lnTo>
                  <a:lnTo>
                    <a:pt x="453" y="268"/>
                  </a:lnTo>
                  <a:lnTo>
                    <a:pt x="453" y="268"/>
                  </a:lnTo>
                  <a:lnTo>
                    <a:pt x="453" y="270"/>
                  </a:lnTo>
                  <a:lnTo>
                    <a:pt x="453" y="270"/>
                  </a:lnTo>
                  <a:lnTo>
                    <a:pt x="453" y="270"/>
                  </a:lnTo>
                  <a:lnTo>
                    <a:pt x="453" y="272"/>
                  </a:lnTo>
                  <a:lnTo>
                    <a:pt x="453" y="272"/>
                  </a:lnTo>
                  <a:lnTo>
                    <a:pt x="453" y="272"/>
                  </a:lnTo>
                  <a:lnTo>
                    <a:pt x="453" y="275"/>
                  </a:lnTo>
                  <a:lnTo>
                    <a:pt x="453" y="275"/>
                  </a:lnTo>
                  <a:lnTo>
                    <a:pt x="450" y="275"/>
                  </a:lnTo>
                  <a:lnTo>
                    <a:pt x="450" y="277"/>
                  </a:lnTo>
                  <a:lnTo>
                    <a:pt x="450" y="277"/>
                  </a:lnTo>
                  <a:lnTo>
                    <a:pt x="450" y="277"/>
                  </a:lnTo>
                  <a:lnTo>
                    <a:pt x="450" y="277"/>
                  </a:lnTo>
                  <a:lnTo>
                    <a:pt x="450" y="280"/>
                  </a:lnTo>
                  <a:lnTo>
                    <a:pt x="450" y="280"/>
                  </a:lnTo>
                  <a:lnTo>
                    <a:pt x="450" y="282"/>
                  </a:lnTo>
                  <a:lnTo>
                    <a:pt x="448" y="282"/>
                  </a:lnTo>
                  <a:lnTo>
                    <a:pt x="448" y="282"/>
                  </a:lnTo>
                  <a:lnTo>
                    <a:pt x="448" y="284"/>
                  </a:lnTo>
                  <a:lnTo>
                    <a:pt x="448" y="284"/>
                  </a:lnTo>
                  <a:lnTo>
                    <a:pt x="448" y="284"/>
                  </a:lnTo>
                  <a:lnTo>
                    <a:pt x="448" y="287"/>
                  </a:lnTo>
                  <a:lnTo>
                    <a:pt x="448" y="287"/>
                  </a:lnTo>
                  <a:lnTo>
                    <a:pt x="448" y="287"/>
                  </a:lnTo>
                  <a:lnTo>
                    <a:pt x="448" y="287"/>
                  </a:lnTo>
                  <a:lnTo>
                    <a:pt x="448" y="289"/>
                  </a:lnTo>
                  <a:lnTo>
                    <a:pt x="448" y="289"/>
                  </a:lnTo>
                  <a:lnTo>
                    <a:pt x="448" y="291"/>
                  </a:lnTo>
                  <a:lnTo>
                    <a:pt x="445" y="291"/>
                  </a:lnTo>
                  <a:lnTo>
                    <a:pt x="445" y="291"/>
                  </a:lnTo>
                  <a:lnTo>
                    <a:pt x="445" y="294"/>
                  </a:lnTo>
                  <a:lnTo>
                    <a:pt x="445" y="294"/>
                  </a:lnTo>
                  <a:lnTo>
                    <a:pt x="445" y="294"/>
                  </a:lnTo>
                  <a:lnTo>
                    <a:pt x="445" y="296"/>
                  </a:lnTo>
                  <a:lnTo>
                    <a:pt x="445" y="296"/>
                  </a:lnTo>
                  <a:lnTo>
                    <a:pt x="445" y="296"/>
                  </a:lnTo>
                  <a:lnTo>
                    <a:pt x="445" y="296"/>
                  </a:lnTo>
                  <a:lnTo>
                    <a:pt x="445" y="299"/>
                  </a:lnTo>
                  <a:lnTo>
                    <a:pt x="445" y="299"/>
                  </a:lnTo>
                  <a:lnTo>
                    <a:pt x="445" y="301"/>
                  </a:lnTo>
                  <a:lnTo>
                    <a:pt x="443" y="301"/>
                  </a:lnTo>
                  <a:lnTo>
                    <a:pt x="443" y="301"/>
                  </a:lnTo>
                  <a:lnTo>
                    <a:pt x="443" y="303"/>
                  </a:lnTo>
                  <a:lnTo>
                    <a:pt x="443" y="303"/>
                  </a:lnTo>
                  <a:lnTo>
                    <a:pt x="443" y="303"/>
                  </a:lnTo>
                  <a:lnTo>
                    <a:pt x="443" y="306"/>
                  </a:lnTo>
                  <a:lnTo>
                    <a:pt x="443" y="306"/>
                  </a:lnTo>
                  <a:lnTo>
                    <a:pt x="443" y="306"/>
                  </a:lnTo>
                  <a:lnTo>
                    <a:pt x="441" y="306"/>
                  </a:lnTo>
                  <a:lnTo>
                    <a:pt x="441" y="308"/>
                  </a:lnTo>
                  <a:lnTo>
                    <a:pt x="441" y="308"/>
                  </a:lnTo>
                  <a:lnTo>
                    <a:pt x="441" y="308"/>
                  </a:lnTo>
                  <a:lnTo>
                    <a:pt x="441" y="310"/>
                  </a:lnTo>
                  <a:lnTo>
                    <a:pt x="441" y="310"/>
                  </a:lnTo>
                  <a:lnTo>
                    <a:pt x="438" y="310"/>
                  </a:lnTo>
                  <a:lnTo>
                    <a:pt x="438" y="310"/>
                  </a:lnTo>
                  <a:lnTo>
                    <a:pt x="438" y="310"/>
                  </a:lnTo>
                  <a:lnTo>
                    <a:pt x="438" y="310"/>
                  </a:lnTo>
                  <a:lnTo>
                    <a:pt x="436" y="310"/>
                  </a:lnTo>
                  <a:lnTo>
                    <a:pt x="436" y="310"/>
                  </a:lnTo>
                  <a:lnTo>
                    <a:pt x="434" y="310"/>
                  </a:lnTo>
                  <a:lnTo>
                    <a:pt x="434" y="313"/>
                  </a:lnTo>
                  <a:lnTo>
                    <a:pt x="434" y="313"/>
                  </a:lnTo>
                  <a:lnTo>
                    <a:pt x="434" y="313"/>
                  </a:lnTo>
                  <a:lnTo>
                    <a:pt x="431" y="313"/>
                  </a:lnTo>
                  <a:lnTo>
                    <a:pt x="431" y="313"/>
                  </a:lnTo>
                  <a:lnTo>
                    <a:pt x="431" y="313"/>
                  </a:lnTo>
                  <a:lnTo>
                    <a:pt x="431" y="313"/>
                  </a:lnTo>
                  <a:lnTo>
                    <a:pt x="429" y="313"/>
                  </a:lnTo>
                  <a:lnTo>
                    <a:pt x="429" y="315"/>
                  </a:lnTo>
                  <a:lnTo>
                    <a:pt x="429" y="315"/>
                  </a:lnTo>
                  <a:lnTo>
                    <a:pt x="426" y="315"/>
                  </a:lnTo>
                  <a:lnTo>
                    <a:pt x="426" y="315"/>
                  </a:lnTo>
                  <a:lnTo>
                    <a:pt x="426" y="315"/>
                  </a:lnTo>
                  <a:lnTo>
                    <a:pt x="426" y="315"/>
                  </a:lnTo>
                  <a:lnTo>
                    <a:pt x="424" y="315"/>
                  </a:lnTo>
                  <a:lnTo>
                    <a:pt x="424" y="315"/>
                  </a:lnTo>
                  <a:lnTo>
                    <a:pt x="424" y="317"/>
                  </a:lnTo>
                  <a:lnTo>
                    <a:pt x="424" y="317"/>
                  </a:lnTo>
                  <a:lnTo>
                    <a:pt x="422" y="317"/>
                  </a:lnTo>
                  <a:lnTo>
                    <a:pt x="422" y="317"/>
                  </a:lnTo>
                  <a:lnTo>
                    <a:pt x="422" y="317"/>
                  </a:lnTo>
                  <a:lnTo>
                    <a:pt x="419" y="317"/>
                  </a:lnTo>
                  <a:lnTo>
                    <a:pt x="419" y="317"/>
                  </a:lnTo>
                  <a:lnTo>
                    <a:pt x="419" y="317"/>
                  </a:lnTo>
                  <a:lnTo>
                    <a:pt x="419" y="317"/>
                  </a:lnTo>
                  <a:lnTo>
                    <a:pt x="417" y="317"/>
                  </a:lnTo>
                  <a:lnTo>
                    <a:pt x="417" y="317"/>
                  </a:lnTo>
                  <a:lnTo>
                    <a:pt x="417" y="317"/>
                  </a:lnTo>
                  <a:lnTo>
                    <a:pt x="417" y="320"/>
                  </a:lnTo>
                  <a:lnTo>
                    <a:pt x="415" y="320"/>
                  </a:lnTo>
                  <a:lnTo>
                    <a:pt x="415" y="320"/>
                  </a:lnTo>
                  <a:lnTo>
                    <a:pt x="412" y="320"/>
                  </a:lnTo>
                  <a:lnTo>
                    <a:pt x="412" y="320"/>
                  </a:lnTo>
                  <a:lnTo>
                    <a:pt x="412" y="320"/>
                  </a:lnTo>
                  <a:lnTo>
                    <a:pt x="412" y="320"/>
                  </a:lnTo>
                  <a:lnTo>
                    <a:pt x="410" y="320"/>
                  </a:lnTo>
                  <a:lnTo>
                    <a:pt x="410" y="322"/>
                  </a:lnTo>
                  <a:lnTo>
                    <a:pt x="410" y="322"/>
                  </a:lnTo>
                  <a:lnTo>
                    <a:pt x="408" y="322"/>
                  </a:lnTo>
                  <a:lnTo>
                    <a:pt x="408" y="322"/>
                  </a:lnTo>
                  <a:lnTo>
                    <a:pt x="408" y="322"/>
                  </a:lnTo>
                  <a:lnTo>
                    <a:pt x="408" y="322"/>
                  </a:lnTo>
                  <a:lnTo>
                    <a:pt x="405" y="322"/>
                  </a:lnTo>
                  <a:lnTo>
                    <a:pt x="405" y="322"/>
                  </a:lnTo>
                  <a:lnTo>
                    <a:pt x="405" y="325"/>
                  </a:lnTo>
                  <a:lnTo>
                    <a:pt x="405" y="325"/>
                  </a:lnTo>
                  <a:lnTo>
                    <a:pt x="403" y="325"/>
                  </a:lnTo>
                  <a:lnTo>
                    <a:pt x="403" y="325"/>
                  </a:lnTo>
                  <a:lnTo>
                    <a:pt x="403" y="325"/>
                  </a:lnTo>
                  <a:lnTo>
                    <a:pt x="400" y="325"/>
                  </a:lnTo>
                  <a:lnTo>
                    <a:pt x="400" y="325"/>
                  </a:lnTo>
                  <a:lnTo>
                    <a:pt x="400" y="325"/>
                  </a:lnTo>
                  <a:lnTo>
                    <a:pt x="400" y="327"/>
                  </a:lnTo>
                  <a:lnTo>
                    <a:pt x="398" y="327"/>
                  </a:lnTo>
                  <a:lnTo>
                    <a:pt x="398" y="327"/>
                  </a:lnTo>
                  <a:lnTo>
                    <a:pt x="398" y="327"/>
                  </a:lnTo>
                  <a:lnTo>
                    <a:pt x="398" y="327"/>
                  </a:lnTo>
                  <a:lnTo>
                    <a:pt x="396" y="327"/>
                  </a:lnTo>
                  <a:lnTo>
                    <a:pt x="396" y="327"/>
                  </a:lnTo>
                  <a:lnTo>
                    <a:pt x="393" y="327"/>
                  </a:lnTo>
                  <a:lnTo>
                    <a:pt x="393" y="327"/>
                  </a:lnTo>
                  <a:lnTo>
                    <a:pt x="393" y="327"/>
                  </a:lnTo>
                  <a:lnTo>
                    <a:pt x="393" y="327"/>
                  </a:lnTo>
                  <a:lnTo>
                    <a:pt x="391" y="327"/>
                  </a:lnTo>
                  <a:lnTo>
                    <a:pt x="391" y="329"/>
                  </a:lnTo>
                  <a:lnTo>
                    <a:pt x="391" y="329"/>
                  </a:lnTo>
                  <a:lnTo>
                    <a:pt x="391" y="329"/>
                  </a:lnTo>
                  <a:lnTo>
                    <a:pt x="389" y="329"/>
                  </a:lnTo>
                  <a:lnTo>
                    <a:pt x="389" y="329"/>
                  </a:lnTo>
                  <a:lnTo>
                    <a:pt x="389" y="329"/>
                  </a:lnTo>
                  <a:lnTo>
                    <a:pt x="386" y="329"/>
                  </a:lnTo>
                  <a:lnTo>
                    <a:pt x="386" y="329"/>
                  </a:lnTo>
                  <a:lnTo>
                    <a:pt x="386" y="332"/>
                  </a:lnTo>
                  <a:lnTo>
                    <a:pt x="386" y="332"/>
                  </a:lnTo>
                  <a:lnTo>
                    <a:pt x="384" y="332"/>
                  </a:lnTo>
                  <a:lnTo>
                    <a:pt x="384" y="332"/>
                  </a:lnTo>
                  <a:lnTo>
                    <a:pt x="384" y="332"/>
                  </a:lnTo>
                  <a:lnTo>
                    <a:pt x="384" y="332"/>
                  </a:lnTo>
                  <a:lnTo>
                    <a:pt x="382" y="332"/>
                  </a:lnTo>
                  <a:lnTo>
                    <a:pt x="382" y="332"/>
                  </a:lnTo>
                  <a:lnTo>
                    <a:pt x="382" y="334"/>
                  </a:lnTo>
                  <a:lnTo>
                    <a:pt x="379" y="334"/>
                  </a:lnTo>
                  <a:lnTo>
                    <a:pt x="379" y="334"/>
                  </a:lnTo>
                  <a:lnTo>
                    <a:pt x="379" y="334"/>
                  </a:lnTo>
                  <a:lnTo>
                    <a:pt x="379" y="334"/>
                  </a:lnTo>
                  <a:lnTo>
                    <a:pt x="377" y="334"/>
                  </a:lnTo>
                  <a:lnTo>
                    <a:pt x="377" y="334"/>
                  </a:lnTo>
                  <a:lnTo>
                    <a:pt x="374" y="334"/>
                  </a:lnTo>
                  <a:lnTo>
                    <a:pt x="374" y="334"/>
                  </a:lnTo>
                  <a:lnTo>
                    <a:pt x="374" y="336"/>
                  </a:lnTo>
                  <a:lnTo>
                    <a:pt x="374" y="336"/>
                  </a:lnTo>
                  <a:lnTo>
                    <a:pt x="372" y="336"/>
                  </a:lnTo>
                  <a:lnTo>
                    <a:pt x="372" y="336"/>
                  </a:lnTo>
                  <a:lnTo>
                    <a:pt x="372" y="336"/>
                  </a:lnTo>
                  <a:lnTo>
                    <a:pt x="372" y="336"/>
                  </a:lnTo>
                  <a:lnTo>
                    <a:pt x="370" y="336"/>
                  </a:lnTo>
                  <a:lnTo>
                    <a:pt x="370" y="336"/>
                  </a:lnTo>
                  <a:lnTo>
                    <a:pt x="367" y="336"/>
                  </a:lnTo>
                  <a:lnTo>
                    <a:pt x="367" y="336"/>
                  </a:lnTo>
                  <a:lnTo>
                    <a:pt x="367" y="336"/>
                  </a:lnTo>
                  <a:lnTo>
                    <a:pt x="367" y="336"/>
                  </a:lnTo>
                  <a:lnTo>
                    <a:pt x="365" y="336"/>
                  </a:lnTo>
                  <a:lnTo>
                    <a:pt x="365" y="336"/>
                  </a:lnTo>
                  <a:lnTo>
                    <a:pt x="365" y="336"/>
                  </a:lnTo>
                  <a:lnTo>
                    <a:pt x="363" y="336"/>
                  </a:lnTo>
                  <a:lnTo>
                    <a:pt x="363" y="339"/>
                  </a:lnTo>
                  <a:lnTo>
                    <a:pt x="363" y="339"/>
                  </a:lnTo>
                  <a:lnTo>
                    <a:pt x="360" y="339"/>
                  </a:lnTo>
                  <a:lnTo>
                    <a:pt x="360" y="339"/>
                  </a:lnTo>
                  <a:lnTo>
                    <a:pt x="360" y="339"/>
                  </a:lnTo>
                  <a:lnTo>
                    <a:pt x="358" y="339"/>
                  </a:lnTo>
                  <a:lnTo>
                    <a:pt x="358" y="339"/>
                  </a:lnTo>
                  <a:lnTo>
                    <a:pt x="358" y="339"/>
                  </a:lnTo>
                  <a:lnTo>
                    <a:pt x="358" y="339"/>
                  </a:lnTo>
                  <a:lnTo>
                    <a:pt x="355" y="339"/>
                  </a:lnTo>
                  <a:lnTo>
                    <a:pt x="355" y="339"/>
                  </a:lnTo>
                  <a:lnTo>
                    <a:pt x="355" y="341"/>
                  </a:lnTo>
                  <a:lnTo>
                    <a:pt x="353" y="341"/>
                  </a:lnTo>
                  <a:lnTo>
                    <a:pt x="353" y="341"/>
                  </a:lnTo>
                  <a:lnTo>
                    <a:pt x="353" y="341"/>
                  </a:lnTo>
                  <a:lnTo>
                    <a:pt x="351" y="341"/>
                  </a:lnTo>
                  <a:lnTo>
                    <a:pt x="351" y="341"/>
                  </a:lnTo>
                  <a:lnTo>
                    <a:pt x="351" y="341"/>
                  </a:lnTo>
                  <a:lnTo>
                    <a:pt x="351" y="341"/>
                  </a:lnTo>
                  <a:lnTo>
                    <a:pt x="348" y="341"/>
                  </a:lnTo>
                  <a:lnTo>
                    <a:pt x="348" y="341"/>
                  </a:lnTo>
                  <a:lnTo>
                    <a:pt x="346" y="341"/>
                  </a:lnTo>
                  <a:lnTo>
                    <a:pt x="346" y="344"/>
                  </a:lnTo>
                  <a:lnTo>
                    <a:pt x="346" y="344"/>
                  </a:lnTo>
                  <a:lnTo>
                    <a:pt x="346" y="344"/>
                  </a:lnTo>
                  <a:lnTo>
                    <a:pt x="344" y="344"/>
                  </a:lnTo>
                  <a:lnTo>
                    <a:pt x="344" y="344"/>
                  </a:lnTo>
                  <a:lnTo>
                    <a:pt x="341" y="344"/>
                  </a:lnTo>
                  <a:lnTo>
                    <a:pt x="341" y="344"/>
                  </a:lnTo>
                  <a:lnTo>
                    <a:pt x="341" y="344"/>
                  </a:lnTo>
                  <a:lnTo>
                    <a:pt x="341" y="344"/>
                  </a:lnTo>
                  <a:lnTo>
                    <a:pt x="339" y="344"/>
                  </a:lnTo>
                  <a:lnTo>
                    <a:pt x="339" y="344"/>
                  </a:lnTo>
                  <a:lnTo>
                    <a:pt x="339" y="346"/>
                  </a:lnTo>
                  <a:lnTo>
                    <a:pt x="339" y="346"/>
                  </a:lnTo>
                  <a:lnTo>
                    <a:pt x="337" y="346"/>
                  </a:lnTo>
                  <a:lnTo>
                    <a:pt x="337" y="346"/>
                  </a:lnTo>
                  <a:lnTo>
                    <a:pt x="334" y="346"/>
                  </a:lnTo>
                  <a:lnTo>
                    <a:pt x="334" y="346"/>
                  </a:lnTo>
                  <a:lnTo>
                    <a:pt x="334" y="346"/>
                  </a:lnTo>
                  <a:lnTo>
                    <a:pt x="334" y="346"/>
                  </a:lnTo>
                  <a:lnTo>
                    <a:pt x="332" y="346"/>
                  </a:lnTo>
                  <a:lnTo>
                    <a:pt x="332" y="346"/>
                  </a:lnTo>
                  <a:lnTo>
                    <a:pt x="332" y="346"/>
                  </a:lnTo>
                  <a:lnTo>
                    <a:pt x="332" y="346"/>
                  </a:lnTo>
                  <a:lnTo>
                    <a:pt x="329" y="346"/>
                  </a:lnTo>
                  <a:lnTo>
                    <a:pt x="329" y="346"/>
                  </a:lnTo>
                  <a:lnTo>
                    <a:pt x="327" y="346"/>
                  </a:lnTo>
                  <a:lnTo>
                    <a:pt x="327" y="346"/>
                  </a:lnTo>
                  <a:lnTo>
                    <a:pt x="327" y="348"/>
                  </a:lnTo>
                  <a:lnTo>
                    <a:pt x="327" y="348"/>
                  </a:lnTo>
                  <a:lnTo>
                    <a:pt x="325" y="348"/>
                  </a:lnTo>
                  <a:lnTo>
                    <a:pt x="325" y="348"/>
                  </a:lnTo>
                  <a:lnTo>
                    <a:pt x="325" y="348"/>
                  </a:lnTo>
                  <a:lnTo>
                    <a:pt x="325" y="348"/>
                  </a:lnTo>
                  <a:lnTo>
                    <a:pt x="322" y="348"/>
                  </a:lnTo>
                  <a:lnTo>
                    <a:pt x="322" y="348"/>
                  </a:lnTo>
                  <a:lnTo>
                    <a:pt x="320" y="348"/>
                  </a:lnTo>
                  <a:lnTo>
                    <a:pt x="320" y="348"/>
                  </a:lnTo>
                  <a:lnTo>
                    <a:pt x="320" y="348"/>
                  </a:lnTo>
                  <a:lnTo>
                    <a:pt x="320" y="351"/>
                  </a:lnTo>
                  <a:lnTo>
                    <a:pt x="318" y="351"/>
                  </a:lnTo>
                  <a:lnTo>
                    <a:pt x="318" y="351"/>
                  </a:lnTo>
                  <a:lnTo>
                    <a:pt x="318" y="351"/>
                  </a:lnTo>
                  <a:lnTo>
                    <a:pt x="315" y="351"/>
                  </a:lnTo>
                  <a:lnTo>
                    <a:pt x="315" y="351"/>
                  </a:lnTo>
                  <a:lnTo>
                    <a:pt x="315" y="351"/>
                  </a:lnTo>
                  <a:lnTo>
                    <a:pt x="313" y="351"/>
                  </a:lnTo>
                  <a:lnTo>
                    <a:pt x="313" y="351"/>
                  </a:lnTo>
                  <a:lnTo>
                    <a:pt x="313" y="351"/>
                  </a:lnTo>
                  <a:lnTo>
                    <a:pt x="313" y="353"/>
                  </a:lnTo>
                  <a:lnTo>
                    <a:pt x="311" y="353"/>
                  </a:lnTo>
                  <a:lnTo>
                    <a:pt x="311" y="353"/>
                  </a:lnTo>
                  <a:lnTo>
                    <a:pt x="311" y="353"/>
                  </a:lnTo>
                  <a:lnTo>
                    <a:pt x="308" y="353"/>
                  </a:lnTo>
                  <a:lnTo>
                    <a:pt x="308" y="353"/>
                  </a:lnTo>
                  <a:lnTo>
                    <a:pt x="308" y="353"/>
                  </a:lnTo>
                  <a:lnTo>
                    <a:pt x="308" y="355"/>
                  </a:lnTo>
                  <a:lnTo>
                    <a:pt x="306" y="355"/>
                  </a:lnTo>
                  <a:lnTo>
                    <a:pt x="306" y="355"/>
                  </a:lnTo>
                  <a:lnTo>
                    <a:pt x="306" y="355"/>
                  </a:lnTo>
                  <a:lnTo>
                    <a:pt x="306" y="355"/>
                  </a:lnTo>
                  <a:lnTo>
                    <a:pt x="306" y="355"/>
                  </a:lnTo>
                  <a:lnTo>
                    <a:pt x="306" y="358"/>
                  </a:lnTo>
                  <a:lnTo>
                    <a:pt x="303" y="358"/>
                  </a:lnTo>
                  <a:lnTo>
                    <a:pt x="303" y="358"/>
                  </a:lnTo>
                  <a:lnTo>
                    <a:pt x="303" y="358"/>
                  </a:lnTo>
                  <a:lnTo>
                    <a:pt x="303" y="360"/>
                  </a:lnTo>
                  <a:lnTo>
                    <a:pt x="301" y="360"/>
                  </a:lnTo>
                  <a:lnTo>
                    <a:pt x="301" y="360"/>
                  </a:lnTo>
                  <a:lnTo>
                    <a:pt x="301" y="360"/>
                  </a:lnTo>
                  <a:lnTo>
                    <a:pt x="301" y="363"/>
                  </a:lnTo>
                  <a:lnTo>
                    <a:pt x="301" y="363"/>
                  </a:lnTo>
                  <a:lnTo>
                    <a:pt x="301" y="363"/>
                  </a:lnTo>
                  <a:lnTo>
                    <a:pt x="299" y="363"/>
                  </a:lnTo>
                  <a:lnTo>
                    <a:pt x="299" y="365"/>
                  </a:lnTo>
                  <a:lnTo>
                    <a:pt x="299" y="365"/>
                  </a:lnTo>
                  <a:lnTo>
                    <a:pt x="299" y="365"/>
                  </a:lnTo>
                  <a:lnTo>
                    <a:pt x="299" y="365"/>
                  </a:lnTo>
                  <a:lnTo>
                    <a:pt x="299" y="365"/>
                  </a:lnTo>
                  <a:lnTo>
                    <a:pt x="296" y="365"/>
                  </a:lnTo>
                  <a:lnTo>
                    <a:pt x="296" y="367"/>
                  </a:lnTo>
                  <a:lnTo>
                    <a:pt x="296" y="367"/>
                  </a:lnTo>
                  <a:lnTo>
                    <a:pt x="296" y="367"/>
                  </a:lnTo>
                  <a:lnTo>
                    <a:pt x="294" y="367"/>
                  </a:lnTo>
                  <a:lnTo>
                    <a:pt x="294" y="370"/>
                  </a:lnTo>
                  <a:lnTo>
                    <a:pt x="294" y="370"/>
                  </a:lnTo>
                  <a:lnTo>
                    <a:pt x="294" y="370"/>
                  </a:lnTo>
                  <a:lnTo>
                    <a:pt x="294" y="372"/>
                  </a:lnTo>
                  <a:lnTo>
                    <a:pt x="294" y="372"/>
                  </a:lnTo>
                  <a:lnTo>
                    <a:pt x="294" y="372"/>
                  </a:lnTo>
                  <a:lnTo>
                    <a:pt x="292" y="372"/>
                  </a:lnTo>
                  <a:lnTo>
                    <a:pt x="292" y="374"/>
                  </a:lnTo>
                  <a:lnTo>
                    <a:pt x="292" y="374"/>
                  </a:lnTo>
                  <a:lnTo>
                    <a:pt x="292" y="374"/>
                  </a:lnTo>
                  <a:lnTo>
                    <a:pt x="292" y="374"/>
                  </a:lnTo>
                  <a:lnTo>
                    <a:pt x="292" y="374"/>
                  </a:lnTo>
                  <a:lnTo>
                    <a:pt x="289" y="374"/>
                  </a:lnTo>
                  <a:lnTo>
                    <a:pt x="289" y="377"/>
                  </a:lnTo>
                  <a:lnTo>
                    <a:pt x="289" y="377"/>
                  </a:lnTo>
                  <a:lnTo>
                    <a:pt x="289" y="377"/>
                  </a:lnTo>
                  <a:lnTo>
                    <a:pt x="287" y="377"/>
                  </a:lnTo>
                  <a:lnTo>
                    <a:pt x="287" y="379"/>
                  </a:lnTo>
                  <a:lnTo>
                    <a:pt x="287" y="379"/>
                  </a:lnTo>
                  <a:lnTo>
                    <a:pt x="287" y="379"/>
                  </a:lnTo>
                  <a:lnTo>
                    <a:pt x="287" y="379"/>
                  </a:lnTo>
                  <a:lnTo>
                    <a:pt x="287" y="381"/>
                  </a:lnTo>
                  <a:lnTo>
                    <a:pt x="284" y="381"/>
                  </a:lnTo>
                  <a:lnTo>
                    <a:pt x="284" y="381"/>
                  </a:lnTo>
                  <a:lnTo>
                    <a:pt x="284" y="381"/>
                  </a:lnTo>
                  <a:lnTo>
                    <a:pt x="284" y="384"/>
                  </a:lnTo>
                  <a:lnTo>
                    <a:pt x="284" y="384"/>
                  </a:lnTo>
                  <a:lnTo>
                    <a:pt x="284" y="384"/>
                  </a:lnTo>
                  <a:lnTo>
                    <a:pt x="284" y="386"/>
                  </a:lnTo>
                  <a:lnTo>
                    <a:pt x="282" y="386"/>
                  </a:lnTo>
                  <a:lnTo>
                    <a:pt x="282" y="386"/>
                  </a:lnTo>
                  <a:lnTo>
                    <a:pt x="282" y="386"/>
                  </a:lnTo>
                  <a:lnTo>
                    <a:pt x="282" y="386"/>
                  </a:lnTo>
                  <a:lnTo>
                    <a:pt x="280" y="386"/>
                  </a:lnTo>
                  <a:lnTo>
                    <a:pt x="280" y="389"/>
                  </a:lnTo>
                  <a:lnTo>
                    <a:pt x="280" y="389"/>
                  </a:lnTo>
                  <a:lnTo>
                    <a:pt x="280" y="389"/>
                  </a:lnTo>
                  <a:lnTo>
                    <a:pt x="280" y="389"/>
                  </a:lnTo>
                  <a:lnTo>
                    <a:pt x="280" y="391"/>
                  </a:lnTo>
                  <a:lnTo>
                    <a:pt x="277" y="391"/>
                  </a:lnTo>
                  <a:lnTo>
                    <a:pt x="277" y="391"/>
                  </a:lnTo>
                  <a:lnTo>
                    <a:pt x="277" y="391"/>
                  </a:lnTo>
                  <a:lnTo>
                    <a:pt x="277" y="393"/>
                  </a:lnTo>
                  <a:lnTo>
                    <a:pt x="277" y="393"/>
                  </a:lnTo>
                  <a:lnTo>
                    <a:pt x="277" y="393"/>
                  </a:lnTo>
                  <a:lnTo>
                    <a:pt x="275" y="393"/>
                  </a:lnTo>
                  <a:lnTo>
                    <a:pt x="275" y="396"/>
                  </a:lnTo>
                  <a:lnTo>
                    <a:pt x="275" y="396"/>
                  </a:lnTo>
                  <a:lnTo>
                    <a:pt x="275" y="396"/>
                  </a:lnTo>
                  <a:lnTo>
                    <a:pt x="275" y="396"/>
                  </a:lnTo>
                  <a:lnTo>
                    <a:pt x="273" y="396"/>
                  </a:lnTo>
                  <a:lnTo>
                    <a:pt x="273" y="398"/>
                  </a:lnTo>
                  <a:lnTo>
                    <a:pt x="273" y="398"/>
                  </a:lnTo>
                  <a:lnTo>
                    <a:pt x="273" y="398"/>
                  </a:lnTo>
                  <a:lnTo>
                    <a:pt x="273" y="398"/>
                  </a:lnTo>
                  <a:lnTo>
                    <a:pt x="273" y="400"/>
                  </a:lnTo>
                  <a:lnTo>
                    <a:pt x="270" y="400"/>
                  </a:lnTo>
                  <a:lnTo>
                    <a:pt x="270" y="400"/>
                  </a:lnTo>
                  <a:lnTo>
                    <a:pt x="270" y="400"/>
                  </a:lnTo>
                  <a:lnTo>
                    <a:pt x="270" y="403"/>
                  </a:lnTo>
                  <a:lnTo>
                    <a:pt x="268" y="403"/>
                  </a:lnTo>
                  <a:lnTo>
                    <a:pt x="268" y="403"/>
                  </a:lnTo>
                  <a:lnTo>
                    <a:pt x="268" y="403"/>
                  </a:lnTo>
                  <a:lnTo>
                    <a:pt x="268" y="405"/>
                  </a:lnTo>
                  <a:lnTo>
                    <a:pt x="268" y="405"/>
                  </a:lnTo>
                  <a:lnTo>
                    <a:pt x="268" y="405"/>
                  </a:lnTo>
                  <a:lnTo>
                    <a:pt x="266" y="405"/>
                  </a:lnTo>
                  <a:lnTo>
                    <a:pt x="266" y="405"/>
                  </a:lnTo>
                  <a:lnTo>
                    <a:pt x="266" y="405"/>
                  </a:lnTo>
                  <a:lnTo>
                    <a:pt x="266" y="408"/>
                  </a:lnTo>
                  <a:lnTo>
                    <a:pt x="266" y="408"/>
                  </a:lnTo>
                  <a:lnTo>
                    <a:pt x="266" y="408"/>
                  </a:lnTo>
                  <a:lnTo>
                    <a:pt x="266" y="410"/>
                  </a:lnTo>
                  <a:lnTo>
                    <a:pt x="263" y="410"/>
                  </a:lnTo>
                  <a:lnTo>
                    <a:pt x="263" y="410"/>
                  </a:lnTo>
                  <a:lnTo>
                    <a:pt x="263" y="410"/>
                  </a:lnTo>
                  <a:lnTo>
                    <a:pt x="263" y="412"/>
                  </a:lnTo>
                  <a:lnTo>
                    <a:pt x="261" y="412"/>
                  </a:lnTo>
                  <a:lnTo>
                    <a:pt x="261" y="412"/>
                  </a:lnTo>
                  <a:lnTo>
                    <a:pt x="261" y="412"/>
                  </a:lnTo>
                  <a:lnTo>
                    <a:pt x="261" y="415"/>
                  </a:lnTo>
                  <a:lnTo>
                    <a:pt x="261" y="415"/>
                  </a:lnTo>
                  <a:lnTo>
                    <a:pt x="261" y="415"/>
                  </a:lnTo>
                  <a:lnTo>
                    <a:pt x="258" y="415"/>
                  </a:lnTo>
                  <a:lnTo>
                    <a:pt x="258" y="415"/>
                  </a:lnTo>
                  <a:lnTo>
                    <a:pt x="258" y="415"/>
                  </a:lnTo>
                  <a:lnTo>
                    <a:pt x="258" y="417"/>
                  </a:lnTo>
                  <a:lnTo>
                    <a:pt x="258" y="417"/>
                  </a:lnTo>
                  <a:lnTo>
                    <a:pt x="258" y="417"/>
                  </a:lnTo>
                  <a:lnTo>
                    <a:pt x="258" y="419"/>
                  </a:lnTo>
                  <a:lnTo>
                    <a:pt x="256" y="419"/>
                  </a:lnTo>
                  <a:lnTo>
                    <a:pt x="256" y="419"/>
                  </a:lnTo>
                  <a:lnTo>
                    <a:pt x="256" y="419"/>
                  </a:lnTo>
                  <a:lnTo>
                    <a:pt x="256" y="419"/>
                  </a:lnTo>
                  <a:lnTo>
                    <a:pt x="256" y="417"/>
                  </a:lnTo>
                  <a:lnTo>
                    <a:pt x="256" y="417"/>
                  </a:lnTo>
                  <a:lnTo>
                    <a:pt x="256" y="415"/>
                  </a:lnTo>
                  <a:lnTo>
                    <a:pt x="256" y="415"/>
                  </a:lnTo>
                  <a:lnTo>
                    <a:pt x="256" y="415"/>
                  </a:lnTo>
                  <a:lnTo>
                    <a:pt x="256" y="412"/>
                  </a:lnTo>
                  <a:lnTo>
                    <a:pt x="256" y="412"/>
                  </a:lnTo>
                  <a:lnTo>
                    <a:pt x="256" y="410"/>
                  </a:lnTo>
                  <a:lnTo>
                    <a:pt x="256" y="410"/>
                  </a:lnTo>
                  <a:lnTo>
                    <a:pt x="256" y="408"/>
                  </a:lnTo>
                  <a:lnTo>
                    <a:pt x="256" y="408"/>
                  </a:lnTo>
                  <a:lnTo>
                    <a:pt x="256" y="405"/>
                  </a:lnTo>
                  <a:lnTo>
                    <a:pt x="256" y="405"/>
                  </a:lnTo>
                  <a:lnTo>
                    <a:pt x="256" y="405"/>
                  </a:lnTo>
                  <a:lnTo>
                    <a:pt x="256" y="403"/>
                  </a:lnTo>
                  <a:lnTo>
                    <a:pt x="256" y="403"/>
                  </a:lnTo>
                  <a:lnTo>
                    <a:pt x="256" y="400"/>
                  </a:lnTo>
                  <a:lnTo>
                    <a:pt x="254" y="400"/>
                  </a:lnTo>
                  <a:lnTo>
                    <a:pt x="254" y="400"/>
                  </a:lnTo>
                  <a:lnTo>
                    <a:pt x="254" y="400"/>
                  </a:lnTo>
                  <a:lnTo>
                    <a:pt x="254" y="400"/>
                  </a:lnTo>
                  <a:lnTo>
                    <a:pt x="251" y="400"/>
                  </a:lnTo>
                  <a:lnTo>
                    <a:pt x="251" y="398"/>
                  </a:lnTo>
                  <a:lnTo>
                    <a:pt x="251" y="398"/>
                  </a:lnTo>
                  <a:lnTo>
                    <a:pt x="251" y="398"/>
                  </a:lnTo>
                  <a:lnTo>
                    <a:pt x="251" y="398"/>
                  </a:lnTo>
                  <a:lnTo>
                    <a:pt x="249" y="398"/>
                  </a:lnTo>
                  <a:lnTo>
                    <a:pt x="249" y="398"/>
                  </a:lnTo>
                  <a:lnTo>
                    <a:pt x="249" y="396"/>
                  </a:lnTo>
                  <a:lnTo>
                    <a:pt x="247" y="396"/>
                  </a:lnTo>
                  <a:lnTo>
                    <a:pt x="247" y="396"/>
                  </a:lnTo>
                  <a:lnTo>
                    <a:pt x="247" y="396"/>
                  </a:lnTo>
                  <a:lnTo>
                    <a:pt x="247" y="396"/>
                  </a:lnTo>
                  <a:lnTo>
                    <a:pt x="247" y="396"/>
                  </a:lnTo>
                  <a:lnTo>
                    <a:pt x="244" y="396"/>
                  </a:lnTo>
                  <a:lnTo>
                    <a:pt x="244" y="396"/>
                  </a:lnTo>
                  <a:lnTo>
                    <a:pt x="244" y="393"/>
                  </a:lnTo>
                  <a:lnTo>
                    <a:pt x="244" y="393"/>
                  </a:lnTo>
                  <a:lnTo>
                    <a:pt x="242" y="393"/>
                  </a:lnTo>
                  <a:lnTo>
                    <a:pt x="242" y="393"/>
                  </a:lnTo>
                  <a:lnTo>
                    <a:pt x="242" y="393"/>
                  </a:lnTo>
                  <a:lnTo>
                    <a:pt x="239" y="393"/>
                  </a:lnTo>
                  <a:lnTo>
                    <a:pt x="239" y="391"/>
                  </a:lnTo>
                  <a:lnTo>
                    <a:pt x="239" y="391"/>
                  </a:lnTo>
                  <a:lnTo>
                    <a:pt x="239" y="391"/>
                  </a:lnTo>
                  <a:lnTo>
                    <a:pt x="239" y="391"/>
                  </a:lnTo>
                  <a:lnTo>
                    <a:pt x="237" y="391"/>
                  </a:lnTo>
                  <a:lnTo>
                    <a:pt x="237" y="391"/>
                  </a:lnTo>
                  <a:lnTo>
                    <a:pt x="237" y="389"/>
                  </a:lnTo>
                  <a:lnTo>
                    <a:pt x="235" y="389"/>
                  </a:lnTo>
                  <a:lnTo>
                    <a:pt x="235" y="389"/>
                  </a:lnTo>
                  <a:lnTo>
                    <a:pt x="235" y="389"/>
                  </a:lnTo>
                  <a:lnTo>
                    <a:pt x="235" y="389"/>
                  </a:lnTo>
                  <a:lnTo>
                    <a:pt x="232" y="389"/>
                  </a:lnTo>
                  <a:lnTo>
                    <a:pt x="232" y="386"/>
                  </a:lnTo>
                  <a:lnTo>
                    <a:pt x="232" y="386"/>
                  </a:lnTo>
                  <a:lnTo>
                    <a:pt x="232" y="386"/>
                  </a:lnTo>
                  <a:lnTo>
                    <a:pt x="232" y="386"/>
                  </a:lnTo>
                  <a:lnTo>
                    <a:pt x="230" y="386"/>
                  </a:lnTo>
                  <a:lnTo>
                    <a:pt x="230" y="386"/>
                  </a:lnTo>
                  <a:lnTo>
                    <a:pt x="230" y="386"/>
                  </a:lnTo>
                  <a:lnTo>
                    <a:pt x="228" y="386"/>
                  </a:lnTo>
                  <a:lnTo>
                    <a:pt x="228" y="384"/>
                  </a:lnTo>
                  <a:lnTo>
                    <a:pt x="228" y="384"/>
                  </a:lnTo>
                  <a:lnTo>
                    <a:pt x="228" y="384"/>
                  </a:lnTo>
                  <a:lnTo>
                    <a:pt x="228" y="384"/>
                  </a:lnTo>
                  <a:lnTo>
                    <a:pt x="225" y="384"/>
                  </a:lnTo>
                  <a:lnTo>
                    <a:pt x="225" y="384"/>
                  </a:lnTo>
                  <a:lnTo>
                    <a:pt x="225" y="381"/>
                  </a:lnTo>
                  <a:lnTo>
                    <a:pt x="225" y="381"/>
                  </a:lnTo>
                  <a:lnTo>
                    <a:pt x="223" y="381"/>
                  </a:lnTo>
                  <a:lnTo>
                    <a:pt x="223" y="381"/>
                  </a:lnTo>
                  <a:lnTo>
                    <a:pt x="223" y="381"/>
                  </a:lnTo>
                  <a:lnTo>
                    <a:pt x="221" y="381"/>
                  </a:lnTo>
                  <a:lnTo>
                    <a:pt x="221" y="379"/>
                  </a:lnTo>
                  <a:lnTo>
                    <a:pt x="221" y="379"/>
                  </a:lnTo>
                  <a:lnTo>
                    <a:pt x="221" y="379"/>
                  </a:lnTo>
                  <a:lnTo>
                    <a:pt x="221" y="379"/>
                  </a:lnTo>
                  <a:lnTo>
                    <a:pt x="218" y="379"/>
                  </a:lnTo>
                  <a:lnTo>
                    <a:pt x="218" y="379"/>
                  </a:lnTo>
                  <a:lnTo>
                    <a:pt x="218" y="377"/>
                  </a:lnTo>
                  <a:lnTo>
                    <a:pt x="218" y="377"/>
                  </a:lnTo>
                  <a:lnTo>
                    <a:pt x="216" y="377"/>
                  </a:lnTo>
                  <a:lnTo>
                    <a:pt x="216" y="377"/>
                  </a:lnTo>
                  <a:lnTo>
                    <a:pt x="216" y="377"/>
                  </a:lnTo>
                  <a:lnTo>
                    <a:pt x="213" y="377"/>
                  </a:lnTo>
                  <a:lnTo>
                    <a:pt x="213" y="374"/>
                  </a:lnTo>
                  <a:lnTo>
                    <a:pt x="213" y="374"/>
                  </a:lnTo>
                  <a:lnTo>
                    <a:pt x="213" y="374"/>
                  </a:lnTo>
                  <a:lnTo>
                    <a:pt x="211" y="374"/>
                  </a:lnTo>
                  <a:lnTo>
                    <a:pt x="211" y="374"/>
                  </a:lnTo>
                  <a:lnTo>
                    <a:pt x="211" y="374"/>
                  </a:lnTo>
                  <a:lnTo>
                    <a:pt x="209" y="374"/>
                  </a:lnTo>
                  <a:lnTo>
                    <a:pt x="209" y="374"/>
                  </a:lnTo>
                  <a:lnTo>
                    <a:pt x="206" y="374"/>
                  </a:lnTo>
                  <a:lnTo>
                    <a:pt x="206" y="374"/>
                  </a:lnTo>
                  <a:lnTo>
                    <a:pt x="206" y="374"/>
                  </a:lnTo>
                  <a:lnTo>
                    <a:pt x="206" y="377"/>
                  </a:lnTo>
                  <a:lnTo>
                    <a:pt x="204" y="377"/>
                  </a:lnTo>
                  <a:lnTo>
                    <a:pt x="204" y="377"/>
                  </a:lnTo>
                  <a:lnTo>
                    <a:pt x="204" y="377"/>
                  </a:lnTo>
                  <a:lnTo>
                    <a:pt x="204" y="377"/>
                  </a:lnTo>
                  <a:lnTo>
                    <a:pt x="204" y="377"/>
                  </a:lnTo>
                  <a:lnTo>
                    <a:pt x="202" y="377"/>
                  </a:lnTo>
                  <a:lnTo>
                    <a:pt x="202" y="377"/>
                  </a:lnTo>
                  <a:lnTo>
                    <a:pt x="202" y="374"/>
                  </a:lnTo>
                  <a:lnTo>
                    <a:pt x="199" y="374"/>
                  </a:lnTo>
                  <a:lnTo>
                    <a:pt x="199" y="374"/>
                  </a:lnTo>
                  <a:lnTo>
                    <a:pt x="199" y="374"/>
                  </a:lnTo>
                  <a:lnTo>
                    <a:pt x="199" y="374"/>
                  </a:lnTo>
                  <a:lnTo>
                    <a:pt x="197" y="374"/>
                  </a:lnTo>
                  <a:lnTo>
                    <a:pt x="197" y="374"/>
                  </a:lnTo>
                  <a:lnTo>
                    <a:pt x="197" y="374"/>
                  </a:lnTo>
                  <a:lnTo>
                    <a:pt x="197" y="372"/>
                  </a:lnTo>
                  <a:lnTo>
                    <a:pt x="195" y="372"/>
                  </a:lnTo>
                  <a:lnTo>
                    <a:pt x="195" y="372"/>
                  </a:lnTo>
                  <a:lnTo>
                    <a:pt x="195" y="372"/>
                  </a:lnTo>
                  <a:lnTo>
                    <a:pt x="195" y="372"/>
                  </a:lnTo>
                  <a:lnTo>
                    <a:pt x="195" y="370"/>
                  </a:lnTo>
                  <a:lnTo>
                    <a:pt x="192" y="370"/>
                  </a:lnTo>
                  <a:lnTo>
                    <a:pt x="192" y="370"/>
                  </a:lnTo>
                  <a:lnTo>
                    <a:pt x="192" y="370"/>
                  </a:lnTo>
                  <a:lnTo>
                    <a:pt x="190" y="370"/>
                  </a:lnTo>
                  <a:lnTo>
                    <a:pt x="190" y="372"/>
                  </a:lnTo>
                  <a:lnTo>
                    <a:pt x="190" y="372"/>
                  </a:lnTo>
                  <a:lnTo>
                    <a:pt x="190" y="372"/>
                  </a:lnTo>
                  <a:lnTo>
                    <a:pt x="190" y="374"/>
                  </a:lnTo>
                  <a:lnTo>
                    <a:pt x="190" y="374"/>
                  </a:lnTo>
                  <a:lnTo>
                    <a:pt x="190" y="374"/>
                  </a:lnTo>
                  <a:lnTo>
                    <a:pt x="190" y="374"/>
                  </a:lnTo>
                  <a:lnTo>
                    <a:pt x="190" y="377"/>
                  </a:lnTo>
                  <a:lnTo>
                    <a:pt x="192" y="377"/>
                  </a:lnTo>
                  <a:lnTo>
                    <a:pt x="192" y="377"/>
                  </a:lnTo>
                  <a:lnTo>
                    <a:pt x="190" y="377"/>
                  </a:lnTo>
                  <a:lnTo>
                    <a:pt x="190" y="377"/>
                  </a:lnTo>
                  <a:lnTo>
                    <a:pt x="187" y="377"/>
                  </a:lnTo>
                  <a:lnTo>
                    <a:pt x="187" y="379"/>
                  </a:lnTo>
                  <a:lnTo>
                    <a:pt x="187" y="379"/>
                  </a:lnTo>
                  <a:lnTo>
                    <a:pt x="187" y="381"/>
                  </a:lnTo>
                  <a:lnTo>
                    <a:pt x="187" y="381"/>
                  </a:lnTo>
                  <a:lnTo>
                    <a:pt x="187" y="381"/>
                  </a:lnTo>
                  <a:lnTo>
                    <a:pt x="187" y="384"/>
                  </a:lnTo>
                  <a:lnTo>
                    <a:pt x="187" y="384"/>
                  </a:lnTo>
                  <a:lnTo>
                    <a:pt x="187" y="386"/>
                  </a:lnTo>
                  <a:lnTo>
                    <a:pt x="187" y="386"/>
                  </a:lnTo>
                  <a:lnTo>
                    <a:pt x="187" y="386"/>
                  </a:lnTo>
                  <a:lnTo>
                    <a:pt x="187" y="389"/>
                  </a:lnTo>
                  <a:lnTo>
                    <a:pt x="187" y="389"/>
                  </a:lnTo>
                  <a:lnTo>
                    <a:pt x="187" y="389"/>
                  </a:lnTo>
                  <a:lnTo>
                    <a:pt x="190" y="389"/>
                  </a:lnTo>
                  <a:lnTo>
                    <a:pt x="190" y="391"/>
                  </a:lnTo>
                  <a:lnTo>
                    <a:pt x="190" y="391"/>
                  </a:lnTo>
                  <a:lnTo>
                    <a:pt x="190" y="393"/>
                  </a:lnTo>
                  <a:lnTo>
                    <a:pt x="190" y="393"/>
                  </a:lnTo>
                  <a:lnTo>
                    <a:pt x="187" y="393"/>
                  </a:lnTo>
                  <a:lnTo>
                    <a:pt x="187" y="393"/>
                  </a:lnTo>
                  <a:lnTo>
                    <a:pt x="187" y="393"/>
                  </a:lnTo>
                  <a:lnTo>
                    <a:pt x="187" y="396"/>
                  </a:lnTo>
                  <a:lnTo>
                    <a:pt x="187" y="396"/>
                  </a:lnTo>
                  <a:lnTo>
                    <a:pt x="187" y="396"/>
                  </a:lnTo>
                  <a:lnTo>
                    <a:pt x="185" y="396"/>
                  </a:lnTo>
                  <a:lnTo>
                    <a:pt x="185" y="396"/>
                  </a:lnTo>
                  <a:lnTo>
                    <a:pt x="185" y="398"/>
                  </a:lnTo>
                  <a:lnTo>
                    <a:pt x="185" y="398"/>
                  </a:lnTo>
                  <a:lnTo>
                    <a:pt x="183" y="398"/>
                  </a:lnTo>
                  <a:lnTo>
                    <a:pt x="183" y="398"/>
                  </a:lnTo>
                  <a:lnTo>
                    <a:pt x="183" y="400"/>
                  </a:lnTo>
                  <a:lnTo>
                    <a:pt x="183" y="400"/>
                  </a:lnTo>
                  <a:lnTo>
                    <a:pt x="183" y="400"/>
                  </a:lnTo>
                  <a:lnTo>
                    <a:pt x="180" y="400"/>
                  </a:lnTo>
                  <a:lnTo>
                    <a:pt x="180" y="400"/>
                  </a:lnTo>
                  <a:lnTo>
                    <a:pt x="180" y="400"/>
                  </a:lnTo>
                  <a:lnTo>
                    <a:pt x="178" y="400"/>
                  </a:lnTo>
                  <a:lnTo>
                    <a:pt x="178" y="400"/>
                  </a:lnTo>
                  <a:lnTo>
                    <a:pt x="178" y="398"/>
                  </a:lnTo>
                  <a:lnTo>
                    <a:pt x="178" y="398"/>
                  </a:lnTo>
                  <a:lnTo>
                    <a:pt x="178" y="398"/>
                  </a:lnTo>
                  <a:lnTo>
                    <a:pt x="178" y="396"/>
                  </a:lnTo>
                  <a:lnTo>
                    <a:pt x="178" y="396"/>
                  </a:lnTo>
                  <a:lnTo>
                    <a:pt x="178" y="396"/>
                  </a:lnTo>
                  <a:lnTo>
                    <a:pt x="178" y="396"/>
                  </a:lnTo>
                  <a:lnTo>
                    <a:pt x="178" y="396"/>
                  </a:lnTo>
                  <a:lnTo>
                    <a:pt x="178" y="393"/>
                  </a:lnTo>
                  <a:lnTo>
                    <a:pt x="178" y="393"/>
                  </a:lnTo>
                  <a:lnTo>
                    <a:pt x="178" y="393"/>
                  </a:lnTo>
                  <a:lnTo>
                    <a:pt x="178" y="391"/>
                  </a:lnTo>
                  <a:lnTo>
                    <a:pt x="176" y="391"/>
                  </a:lnTo>
                  <a:lnTo>
                    <a:pt x="176" y="391"/>
                  </a:lnTo>
                  <a:lnTo>
                    <a:pt x="176" y="391"/>
                  </a:lnTo>
                  <a:lnTo>
                    <a:pt x="176" y="389"/>
                  </a:lnTo>
                  <a:lnTo>
                    <a:pt x="173" y="389"/>
                  </a:lnTo>
                  <a:lnTo>
                    <a:pt x="173" y="389"/>
                  </a:lnTo>
                  <a:lnTo>
                    <a:pt x="173" y="389"/>
                  </a:lnTo>
                  <a:lnTo>
                    <a:pt x="173" y="386"/>
                  </a:lnTo>
                  <a:lnTo>
                    <a:pt x="173" y="386"/>
                  </a:lnTo>
                  <a:lnTo>
                    <a:pt x="173" y="386"/>
                  </a:lnTo>
                  <a:lnTo>
                    <a:pt x="173" y="386"/>
                  </a:lnTo>
                  <a:lnTo>
                    <a:pt x="173" y="386"/>
                  </a:lnTo>
                  <a:lnTo>
                    <a:pt x="171" y="386"/>
                  </a:lnTo>
                  <a:lnTo>
                    <a:pt x="171" y="386"/>
                  </a:lnTo>
                  <a:lnTo>
                    <a:pt x="171" y="386"/>
                  </a:lnTo>
                  <a:lnTo>
                    <a:pt x="171" y="386"/>
                  </a:lnTo>
                  <a:lnTo>
                    <a:pt x="171" y="384"/>
                  </a:lnTo>
                  <a:lnTo>
                    <a:pt x="171" y="384"/>
                  </a:lnTo>
                  <a:lnTo>
                    <a:pt x="171" y="381"/>
                  </a:lnTo>
                  <a:lnTo>
                    <a:pt x="171" y="381"/>
                  </a:lnTo>
                  <a:lnTo>
                    <a:pt x="171" y="379"/>
                  </a:lnTo>
                  <a:lnTo>
                    <a:pt x="168" y="379"/>
                  </a:lnTo>
                  <a:lnTo>
                    <a:pt x="168" y="379"/>
                  </a:lnTo>
                  <a:lnTo>
                    <a:pt x="168" y="377"/>
                  </a:lnTo>
                  <a:lnTo>
                    <a:pt x="168" y="377"/>
                  </a:lnTo>
                  <a:lnTo>
                    <a:pt x="168" y="374"/>
                  </a:lnTo>
                  <a:lnTo>
                    <a:pt x="168" y="374"/>
                  </a:lnTo>
                  <a:lnTo>
                    <a:pt x="168" y="374"/>
                  </a:lnTo>
                  <a:lnTo>
                    <a:pt x="168" y="374"/>
                  </a:lnTo>
                  <a:lnTo>
                    <a:pt x="166" y="374"/>
                  </a:lnTo>
                  <a:lnTo>
                    <a:pt x="166" y="372"/>
                  </a:lnTo>
                  <a:lnTo>
                    <a:pt x="166" y="372"/>
                  </a:lnTo>
                  <a:lnTo>
                    <a:pt x="166" y="372"/>
                  </a:lnTo>
                  <a:lnTo>
                    <a:pt x="166" y="372"/>
                  </a:lnTo>
                  <a:lnTo>
                    <a:pt x="166" y="370"/>
                  </a:lnTo>
                  <a:lnTo>
                    <a:pt x="164" y="370"/>
                  </a:lnTo>
                  <a:lnTo>
                    <a:pt x="164" y="370"/>
                  </a:lnTo>
                  <a:lnTo>
                    <a:pt x="164" y="370"/>
                  </a:lnTo>
                  <a:lnTo>
                    <a:pt x="164" y="367"/>
                  </a:lnTo>
                  <a:lnTo>
                    <a:pt x="161" y="367"/>
                  </a:lnTo>
                  <a:lnTo>
                    <a:pt x="161" y="367"/>
                  </a:lnTo>
                  <a:lnTo>
                    <a:pt x="161" y="367"/>
                  </a:lnTo>
                  <a:lnTo>
                    <a:pt x="161" y="367"/>
                  </a:lnTo>
                  <a:lnTo>
                    <a:pt x="161" y="365"/>
                  </a:lnTo>
                  <a:lnTo>
                    <a:pt x="159" y="365"/>
                  </a:lnTo>
                  <a:lnTo>
                    <a:pt x="159" y="365"/>
                  </a:lnTo>
                  <a:lnTo>
                    <a:pt x="159" y="365"/>
                  </a:lnTo>
                  <a:lnTo>
                    <a:pt x="159" y="365"/>
                  </a:lnTo>
                  <a:lnTo>
                    <a:pt x="159" y="365"/>
                  </a:lnTo>
                  <a:lnTo>
                    <a:pt x="157" y="365"/>
                  </a:lnTo>
                  <a:lnTo>
                    <a:pt x="157" y="363"/>
                  </a:lnTo>
                  <a:lnTo>
                    <a:pt x="157" y="363"/>
                  </a:lnTo>
                  <a:lnTo>
                    <a:pt x="157" y="363"/>
                  </a:lnTo>
                  <a:lnTo>
                    <a:pt x="154" y="363"/>
                  </a:lnTo>
                  <a:lnTo>
                    <a:pt x="154" y="360"/>
                  </a:lnTo>
                  <a:lnTo>
                    <a:pt x="154" y="360"/>
                  </a:lnTo>
                  <a:lnTo>
                    <a:pt x="154" y="360"/>
                  </a:lnTo>
                  <a:lnTo>
                    <a:pt x="154" y="358"/>
                  </a:lnTo>
                  <a:lnTo>
                    <a:pt x="154" y="358"/>
                  </a:lnTo>
                  <a:lnTo>
                    <a:pt x="154" y="358"/>
                  </a:lnTo>
                  <a:lnTo>
                    <a:pt x="152" y="358"/>
                  </a:lnTo>
                  <a:lnTo>
                    <a:pt x="152" y="355"/>
                  </a:lnTo>
                  <a:lnTo>
                    <a:pt x="152" y="355"/>
                  </a:lnTo>
                  <a:lnTo>
                    <a:pt x="152" y="355"/>
                  </a:lnTo>
                  <a:lnTo>
                    <a:pt x="152" y="355"/>
                  </a:lnTo>
                  <a:lnTo>
                    <a:pt x="152" y="355"/>
                  </a:lnTo>
                  <a:lnTo>
                    <a:pt x="152" y="353"/>
                  </a:lnTo>
                  <a:lnTo>
                    <a:pt x="152" y="353"/>
                  </a:lnTo>
                  <a:lnTo>
                    <a:pt x="152" y="351"/>
                  </a:lnTo>
                  <a:lnTo>
                    <a:pt x="150" y="351"/>
                  </a:lnTo>
                  <a:lnTo>
                    <a:pt x="150" y="351"/>
                  </a:lnTo>
                  <a:lnTo>
                    <a:pt x="150" y="348"/>
                  </a:lnTo>
                  <a:lnTo>
                    <a:pt x="150" y="348"/>
                  </a:lnTo>
                  <a:lnTo>
                    <a:pt x="150" y="348"/>
                  </a:lnTo>
                  <a:lnTo>
                    <a:pt x="150" y="346"/>
                  </a:lnTo>
                  <a:lnTo>
                    <a:pt x="150" y="346"/>
                  </a:lnTo>
                  <a:lnTo>
                    <a:pt x="147" y="346"/>
                  </a:lnTo>
                  <a:lnTo>
                    <a:pt x="147" y="346"/>
                  </a:lnTo>
                  <a:lnTo>
                    <a:pt x="147" y="346"/>
                  </a:lnTo>
                  <a:lnTo>
                    <a:pt x="147" y="346"/>
                  </a:lnTo>
                  <a:lnTo>
                    <a:pt x="147" y="344"/>
                  </a:lnTo>
                  <a:lnTo>
                    <a:pt x="145" y="344"/>
                  </a:lnTo>
                  <a:lnTo>
                    <a:pt x="145" y="344"/>
                  </a:lnTo>
                  <a:lnTo>
                    <a:pt x="145" y="344"/>
                  </a:lnTo>
                  <a:lnTo>
                    <a:pt x="145" y="341"/>
                  </a:lnTo>
                  <a:lnTo>
                    <a:pt x="145" y="341"/>
                  </a:lnTo>
                  <a:lnTo>
                    <a:pt x="145" y="341"/>
                  </a:lnTo>
                  <a:lnTo>
                    <a:pt x="145" y="339"/>
                  </a:lnTo>
                  <a:lnTo>
                    <a:pt x="145" y="339"/>
                  </a:lnTo>
                  <a:lnTo>
                    <a:pt x="145" y="339"/>
                  </a:lnTo>
                  <a:lnTo>
                    <a:pt x="145" y="339"/>
                  </a:lnTo>
                  <a:lnTo>
                    <a:pt x="145" y="336"/>
                  </a:lnTo>
                  <a:lnTo>
                    <a:pt x="145" y="336"/>
                  </a:lnTo>
                  <a:lnTo>
                    <a:pt x="145" y="336"/>
                  </a:lnTo>
                  <a:lnTo>
                    <a:pt x="145" y="334"/>
                  </a:lnTo>
                  <a:lnTo>
                    <a:pt x="145" y="334"/>
                  </a:lnTo>
                  <a:lnTo>
                    <a:pt x="145" y="332"/>
                  </a:lnTo>
                  <a:lnTo>
                    <a:pt x="142" y="332"/>
                  </a:lnTo>
                  <a:lnTo>
                    <a:pt x="142" y="332"/>
                  </a:lnTo>
                  <a:lnTo>
                    <a:pt x="142" y="332"/>
                  </a:lnTo>
                  <a:lnTo>
                    <a:pt x="142" y="329"/>
                  </a:lnTo>
                  <a:lnTo>
                    <a:pt x="140" y="329"/>
                  </a:lnTo>
                  <a:lnTo>
                    <a:pt x="140" y="329"/>
                  </a:lnTo>
                  <a:lnTo>
                    <a:pt x="140" y="327"/>
                  </a:lnTo>
                  <a:lnTo>
                    <a:pt x="140" y="327"/>
                  </a:lnTo>
                  <a:lnTo>
                    <a:pt x="140" y="327"/>
                  </a:lnTo>
                  <a:lnTo>
                    <a:pt x="140" y="327"/>
                  </a:lnTo>
                  <a:lnTo>
                    <a:pt x="140" y="327"/>
                  </a:lnTo>
                  <a:lnTo>
                    <a:pt x="140" y="327"/>
                  </a:lnTo>
                  <a:lnTo>
                    <a:pt x="140" y="327"/>
                  </a:lnTo>
                  <a:lnTo>
                    <a:pt x="138" y="327"/>
                  </a:lnTo>
                  <a:lnTo>
                    <a:pt x="138" y="327"/>
                  </a:lnTo>
                  <a:lnTo>
                    <a:pt x="138" y="327"/>
                  </a:lnTo>
                  <a:lnTo>
                    <a:pt x="138" y="327"/>
                  </a:lnTo>
                  <a:lnTo>
                    <a:pt x="138" y="325"/>
                  </a:lnTo>
                  <a:lnTo>
                    <a:pt x="138" y="325"/>
                  </a:lnTo>
                  <a:lnTo>
                    <a:pt x="138" y="325"/>
                  </a:lnTo>
                  <a:lnTo>
                    <a:pt x="138" y="322"/>
                  </a:lnTo>
                  <a:lnTo>
                    <a:pt x="138" y="322"/>
                  </a:lnTo>
                  <a:lnTo>
                    <a:pt x="138" y="322"/>
                  </a:lnTo>
                  <a:lnTo>
                    <a:pt x="138" y="320"/>
                  </a:lnTo>
                  <a:lnTo>
                    <a:pt x="138" y="320"/>
                  </a:lnTo>
                  <a:lnTo>
                    <a:pt x="138" y="320"/>
                  </a:lnTo>
                  <a:lnTo>
                    <a:pt x="135" y="320"/>
                  </a:lnTo>
                </a:path>
              </a:pathLst>
            </a:custGeom>
            <a:solidFill>
              <a:schemeClr val="accent3"/>
            </a:solidFill>
            <a:ln w="6350">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50" name="Footer Text"/>
          <p:cNvSpPr txBox="1"/>
          <p:nvPr/>
        </p:nvSpPr>
        <p:spPr>
          <a:xfrm>
            <a:off x="5181600" y="2326944"/>
            <a:ext cx="3310647" cy="677108"/>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 humour randomized words which don't look even slightly believable. </a:t>
            </a:r>
          </a:p>
        </p:txBody>
      </p:sp>
      <p:graphicFrame>
        <p:nvGraphicFramePr>
          <p:cNvPr id="551" name="Chart 550"/>
          <p:cNvGraphicFramePr/>
          <p:nvPr/>
        </p:nvGraphicFramePr>
        <p:xfrm>
          <a:off x="5019675" y="2977297"/>
          <a:ext cx="3472572" cy="2703251"/>
        </p:xfrm>
        <a:graphic>
          <a:graphicData uri="http://schemas.openxmlformats.org/drawingml/2006/chart">
            <c:chart xmlns:c="http://schemas.openxmlformats.org/drawingml/2006/chart" xmlns:r="http://schemas.openxmlformats.org/officeDocument/2006/relationships" r:id="rId3"/>
          </a:graphicData>
        </a:graphic>
      </p:graphicFrame>
      <p:sp>
        <p:nvSpPr>
          <p:cNvPr id="552" name="Rectangle 551"/>
          <p:cNvSpPr/>
          <p:nvPr/>
        </p:nvSpPr>
        <p:spPr>
          <a:xfrm>
            <a:off x="5507480" y="5680548"/>
            <a:ext cx="2895600" cy="256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lumMod val="50000"/>
                    <a:lumOff val="50000"/>
                  </a:schemeClr>
                </a:solidFill>
              </a:rPr>
              <a:t>Axis Title Goes Here</a:t>
            </a:r>
          </a:p>
        </p:txBody>
      </p:sp>
      <p:sp>
        <p:nvSpPr>
          <p:cNvPr id="553" name="Rectangle 552"/>
          <p:cNvSpPr/>
          <p:nvPr/>
        </p:nvSpPr>
        <p:spPr>
          <a:xfrm rot="16200000">
            <a:off x="3605708" y="4037981"/>
            <a:ext cx="2895600" cy="256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lumMod val="50000"/>
                    <a:lumOff val="50000"/>
                  </a:schemeClr>
                </a:solidFill>
              </a:rPr>
              <a:t>Axis Title Goes Here</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77"/>
                                        </p:tgtEl>
                                        <p:attrNameLst>
                                          <p:attrName>style.visibility</p:attrName>
                                        </p:attrNameLst>
                                      </p:cBhvr>
                                      <p:to>
                                        <p:strVal val="visible"/>
                                      </p:to>
                                    </p:set>
                                    <p:anim calcmode="lin" valueType="num">
                                      <p:cBhvr>
                                        <p:cTn id="7" dur="500" fill="hold"/>
                                        <p:tgtEl>
                                          <p:spTgt spid="277"/>
                                        </p:tgtEl>
                                        <p:attrNameLst>
                                          <p:attrName>ppt_w</p:attrName>
                                        </p:attrNameLst>
                                      </p:cBhvr>
                                      <p:tavLst>
                                        <p:tav tm="0">
                                          <p:val>
                                            <p:fltVal val="0"/>
                                          </p:val>
                                        </p:tav>
                                        <p:tav tm="100000">
                                          <p:val>
                                            <p:strVal val="#ppt_w"/>
                                          </p:val>
                                        </p:tav>
                                      </p:tavLst>
                                    </p:anim>
                                    <p:anim calcmode="lin" valueType="num">
                                      <p:cBhvr>
                                        <p:cTn id="8" dur="500" fill="hold"/>
                                        <p:tgtEl>
                                          <p:spTgt spid="277"/>
                                        </p:tgtEl>
                                        <p:attrNameLst>
                                          <p:attrName>ppt_h</p:attrName>
                                        </p:attrNameLst>
                                      </p:cBhvr>
                                      <p:tavLst>
                                        <p:tav tm="0">
                                          <p:val>
                                            <p:fltVal val="0"/>
                                          </p:val>
                                        </p:tav>
                                        <p:tav tm="100000">
                                          <p:val>
                                            <p:strVal val="#ppt_h"/>
                                          </p:val>
                                        </p:tav>
                                      </p:tavLst>
                                    </p:anim>
                                    <p:animEffect transition="in" filter="fade">
                                      <p:cBhvr>
                                        <p:cTn id="9" dur="500"/>
                                        <p:tgtEl>
                                          <p:spTgt spid="277"/>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550"/>
                                        </p:tgtEl>
                                        <p:attrNameLst>
                                          <p:attrName>style.visibility</p:attrName>
                                        </p:attrNameLst>
                                      </p:cBhvr>
                                      <p:to>
                                        <p:strVal val="visible"/>
                                      </p:to>
                                    </p:set>
                                    <p:animEffect transition="in" filter="wipe(left)">
                                      <p:cBhvr>
                                        <p:cTn id="13" dur="500"/>
                                        <p:tgtEl>
                                          <p:spTgt spid="550"/>
                                        </p:tgtEl>
                                      </p:cBhvr>
                                    </p:animEffect>
                                  </p:childTnLst>
                                </p:cTn>
                              </p:par>
                            </p:childTnLst>
                          </p:cTn>
                        </p:par>
                        <p:par>
                          <p:cTn id="14" fill="hold">
                            <p:stCondLst>
                              <p:cond delay="1000"/>
                            </p:stCondLst>
                            <p:childTnLst>
                              <p:par>
                                <p:cTn id="15" presetID="12" presetClass="entr" presetSubtype="4" fill="hold" grpId="0" nodeType="afterEffect">
                                  <p:stCondLst>
                                    <p:cond delay="0"/>
                                  </p:stCondLst>
                                  <p:childTnLst>
                                    <p:set>
                                      <p:cBhvr>
                                        <p:cTn id="16" dur="1" fill="hold">
                                          <p:stCondLst>
                                            <p:cond delay="0"/>
                                          </p:stCondLst>
                                        </p:cTn>
                                        <p:tgtEl>
                                          <p:spTgt spid="553"/>
                                        </p:tgtEl>
                                        <p:attrNameLst>
                                          <p:attrName>style.visibility</p:attrName>
                                        </p:attrNameLst>
                                      </p:cBhvr>
                                      <p:to>
                                        <p:strVal val="visible"/>
                                      </p:to>
                                    </p:set>
                                    <p:animEffect transition="in" filter="slide(fromBottom)">
                                      <p:cBhvr>
                                        <p:cTn id="17" dur="500"/>
                                        <p:tgtEl>
                                          <p:spTgt spid="553"/>
                                        </p:tgtEl>
                                      </p:cBhvr>
                                    </p:animEffect>
                                  </p:childTnLst>
                                </p:cTn>
                              </p:par>
                              <p:par>
                                <p:cTn id="18" presetID="12" presetClass="entr" presetSubtype="8" fill="hold" grpId="0" nodeType="withEffect">
                                  <p:stCondLst>
                                    <p:cond delay="0"/>
                                  </p:stCondLst>
                                  <p:childTnLst>
                                    <p:set>
                                      <p:cBhvr>
                                        <p:cTn id="19" dur="1" fill="hold">
                                          <p:stCondLst>
                                            <p:cond delay="0"/>
                                          </p:stCondLst>
                                        </p:cTn>
                                        <p:tgtEl>
                                          <p:spTgt spid="552"/>
                                        </p:tgtEl>
                                        <p:attrNameLst>
                                          <p:attrName>style.visibility</p:attrName>
                                        </p:attrNameLst>
                                      </p:cBhvr>
                                      <p:to>
                                        <p:strVal val="visible"/>
                                      </p:to>
                                    </p:set>
                                    <p:animEffect transition="in" filter="slide(fromLeft)">
                                      <p:cBhvr>
                                        <p:cTn id="20" dur="500"/>
                                        <p:tgtEl>
                                          <p:spTgt spid="552"/>
                                        </p:tgtEl>
                                      </p:cBhvr>
                                    </p:animEffect>
                                  </p:childTnLst>
                                </p:cTn>
                              </p:par>
                            </p:childTnLst>
                          </p:cTn>
                        </p:par>
                        <p:par>
                          <p:cTn id="21" fill="hold">
                            <p:stCondLst>
                              <p:cond delay="1500"/>
                            </p:stCondLst>
                            <p:childTnLst>
                              <p:par>
                                <p:cTn id="22" presetID="10" presetClass="entr" presetSubtype="0" fill="hold" grpId="0" nodeType="afterEffect">
                                  <p:stCondLst>
                                    <p:cond delay="0"/>
                                  </p:stCondLst>
                                  <p:childTnLst>
                                    <p:set>
                                      <p:cBhvr>
                                        <p:cTn id="23" dur="1" fill="hold">
                                          <p:stCondLst>
                                            <p:cond delay="0"/>
                                          </p:stCondLst>
                                        </p:cTn>
                                        <p:tgtEl>
                                          <p:spTgt spid="551">
                                            <p:graphicEl>
                                              <a:chart seriesIdx="-3" categoryIdx="-3" bldStep="gridLegend"/>
                                            </p:graphicEl>
                                          </p:spTgt>
                                        </p:tgtEl>
                                        <p:attrNameLst>
                                          <p:attrName>style.visibility</p:attrName>
                                        </p:attrNameLst>
                                      </p:cBhvr>
                                      <p:to>
                                        <p:strVal val="visible"/>
                                      </p:to>
                                    </p:set>
                                    <p:animEffect transition="in" filter="fade">
                                      <p:cBhvr>
                                        <p:cTn id="24" dur="1000"/>
                                        <p:tgtEl>
                                          <p:spTgt spid="551">
                                            <p:graphicEl>
                                              <a:chart seriesIdx="-3" categoryIdx="-3" bldStep="gridLegend"/>
                                            </p:graphicEl>
                                          </p:spTgt>
                                        </p:tgtEl>
                                      </p:cBhvr>
                                    </p:animEffect>
                                  </p:childTnLst>
                                </p:cTn>
                              </p:par>
                            </p:childTnLst>
                          </p:cTn>
                        </p:par>
                        <p:par>
                          <p:cTn id="25" fill="hold">
                            <p:stCondLst>
                              <p:cond delay="2500"/>
                            </p:stCondLst>
                            <p:childTnLst>
                              <p:par>
                                <p:cTn id="26" presetID="12" presetClass="entr" presetSubtype="4" fill="hold" grpId="0" nodeType="afterEffect">
                                  <p:stCondLst>
                                    <p:cond delay="0"/>
                                  </p:stCondLst>
                                  <p:childTnLst>
                                    <p:set>
                                      <p:cBhvr>
                                        <p:cTn id="27" dur="1" fill="hold">
                                          <p:stCondLst>
                                            <p:cond delay="0"/>
                                          </p:stCondLst>
                                        </p:cTn>
                                        <p:tgtEl>
                                          <p:spTgt spid="551">
                                            <p:graphicEl>
                                              <a:chart seriesIdx="-4" categoryIdx="0" bldStep="category"/>
                                            </p:graphicEl>
                                          </p:spTgt>
                                        </p:tgtEl>
                                        <p:attrNameLst>
                                          <p:attrName>style.visibility</p:attrName>
                                        </p:attrNameLst>
                                      </p:cBhvr>
                                      <p:to>
                                        <p:strVal val="visible"/>
                                      </p:to>
                                    </p:set>
                                    <p:animEffect transition="in" filter="slide(fromBottom)">
                                      <p:cBhvr>
                                        <p:cTn id="28" dur="500"/>
                                        <p:tgtEl>
                                          <p:spTgt spid="551">
                                            <p:graphicEl>
                                              <a:chart seriesIdx="-4" categoryIdx="0" bldStep="category"/>
                                            </p:graphicEl>
                                          </p:spTgt>
                                        </p:tgtEl>
                                      </p:cBhvr>
                                    </p:animEffect>
                                  </p:childTnLst>
                                </p:cTn>
                              </p:par>
                            </p:childTnLst>
                          </p:cTn>
                        </p:par>
                        <p:par>
                          <p:cTn id="29" fill="hold">
                            <p:stCondLst>
                              <p:cond delay="3000"/>
                            </p:stCondLst>
                            <p:childTnLst>
                              <p:par>
                                <p:cTn id="30" presetID="12" presetClass="entr" presetSubtype="4" fill="hold" grpId="0" nodeType="afterEffect">
                                  <p:stCondLst>
                                    <p:cond delay="0"/>
                                  </p:stCondLst>
                                  <p:childTnLst>
                                    <p:set>
                                      <p:cBhvr>
                                        <p:cTn id="31" dur="1" fill="hold">
                                          <p:stCondLst>
                                            <p:cond delay="0"/>
                                          </p:stCondLst>
                                        </p:cTn>
                                        <p:tgtEl>
                                          <p:spTgt spid="551">
                                            <p:graphicEl>
                                              <a:chart seriesIdx="-4" categoryIdx="1" bldStep="category"/>
                                            </p:graphicEl>
                                          </p:spTgt>
                                        </p:tgtEl>
                                        <p:attrNameLst>
                                          <p:attrName>style.visibility</p:attrName>
                                        </p:attrNameLst>
                                      </p:cBhvr>
                                      <p:to>
                                        <p:strVal val="visible"/>
                                      </p:to>
                                    </p:set>
                                    <p:animEffect transition="in" filter="slide(fromBottom)">
                                      <p:cBhvr>
                                        <p:cTn id="32" dur="500"/>
                                        <p:tgtEl>
                                          <p:spTgt spid="551">
                                            <p:graphicEl>
                                              <a:chart seriesIdx="-4" categoryIdx="1" bldStep="category"/>
                                            </p:graphicEl>
                                          </p:spTgt>
                                        </p:tgtEl>
                                      </p:cBhvr>
                                    </p:animEffect>
                                  </p:childTnLst>
                                </p:cTn>
                              </p:par>
                            </p:childTnLst>
                          </p:cTn>
                        </p:par>
                        <p:par>
                          <p:cTn id="33" fill="hold">
                            <p:stCondLst>
                              <p:cond delay="3500"/>
                            </p:stCondLst>
                            <p:childTnLst>
                              <p:par>
                                <p:cTn id="34" presetID="12" presetClass="entr" presetSubtype="4" fill="hold" grpId="0" nodeType="afterEffect">
                                  <p:stCondLst>
                                    <p:cond delay="0"/>
                                  </p:stCondLst>
                                  <p:childTnLst>
                                    <p:set>
                                      <p:cBhvr>
                                        <p:cTn id="35" dur="1" fill="hold">
                                          <p:stCondLst>
                                            <p:cond delay="0"/>
                                          </p:stCondLst>
                                        </p:cTn>
                                        <p:tgtEl>
                                          <p:spTgt spid="551">
                                            <p:graphicEl>
                                              <a:chart seriesIdx="-4" categoryIdx="2" bldStep="category"/>
                                            </p:graphicEl>
                                          </p:spTgt>
                                        </p:tgtEl>
                                        <p:attrNameLst>
                                          <p:attrName>style.visibility</p:attrName>
                                        </p:attrNameLst>
                                      </p:cBhvr>
                                      <p:to>
                                        <p:strVal val="visible"/>
                                      </p:to>
                                    </p:set>
                                    <p:animEffect transition="in" filter="slide(fromBottom)">
                                      <p:cBhvr>
                                        <p:cTn id="36" dur="500"/>
                                        <p:tgtEl>
                                          <p:spTgt spid="551">
                                            <p:graphicEl>
                                              <a:chart seriesIdx="-4" categoryIdx="2" bldStep="category"/>
                                            </p:graphicEl>
                                          </p:spTgt>
                                        </p:tgtEl>
                                      </p:cBhvr>
                                    </p:animEffect>
                                  </p:childTnLst>
                                </p:cTn>
                              </p:par>
                            </p:childTnLst>
                          </p:cTn>
                        </p:par>
                        <p:par>
                          <p:cTn id="37" fill="hold">
                            <p:stCondLst>
                              <p:cond delay="4000"/>
                            </p:stCondLst>
                            <p:childTnLst>
                              <p:par>
                                <p:cTn id="38" presetID="12" presetClass="entr" presetSubtype="4" fill="hold" grpId="0" nodeType="afterEffect">
                                  <p:stCondLst>
                                    <p:cond delay="0"/>
                                  </p:stCondLst>
                                  <p:childTnLst>
                                    <p:set>
                                      <p:cBhvr>
                                        <p:cTn id="39" dur="1" fill="hold">
                                          <p:stCondLst>
                                            <p:cond delay="0"/>
                                          </p:stCondLst>
                                        </p:cTn>
                                        <p:tgtEl>
                                          <p:spTgt spid="551">
                                            <p:graphicEl>
                                              <a:chart seriesIdx="-4" categoryIdx="3" bldStep="category"/>
                                            </p:graphicEl>
                                          </p:spTgt>
                                        </p:tgtEl>
                                        <p:attrNameLst>
                                          <p:attrName>style.visibility</p:attrName>
                                        </p:attrNameLst>
                                      </p:cBhvr>
                                      <p:to>
                                        <p:strVal val="visible"/>
                                      </p:to>
                                    </p:set>
                                    <p:animEffect transition="in" filter="slide(fromBottom)">
                                      <p:cBhvr>
                                        <p:cTn id="40" dur="500"/>
                                        <p:tgtEl>
                                          <p:spTgt spid="551">
                                            <p:graphicEl>
                                              <a:chart seriesIdx="-4" categoryIdx="3" bldStep="category"/>
                                            </p:graphicEl>
                                          </p:spTgt>
                                        </p:tgtEl>
                                      </p:cBhvr>
                                    </p:animEffect>
                                  </p:childTnLst>
                                </p:cTn>
                              </p:par>
                            </p:childTnLst>
                          </p:cTn>
                        </p:par>
                        <p:par>
                          <p:cTn id="41" fill="hold">
                            <p:stCondLst>
                              <p:cond delay="4500"/>
                            </p:stCondLst>
                            <p:childTnLst>
                              <p:par>
                                <p:cTn id="42" presetID="12" presetClass="entr" presetSubtype="4" fill="hold" grpId="0" nodeType="afterEffect">
                                  <p:stCondLst>
                                    <p:cond delay="0"/>
                                  </p:stCondLst>
                                  <p:childTnLst>
                                    <p:set>
                                      <p:cBhvr>
                                        <p:cTn id="43" dur="1" fill="hold">
                                          <p:stCondLst>
                                            <p:cond delay="0"/>
                                          </p:stCondLst>
                                        </p:cTn>
                                        <p:tgtEl>
                                          <p:spTgt spid="551">
                                            <p:graphicEl>
                                              <a:chart seriesIdx="-4" categoryIdx="4" bldStep="category"/>
                                            </p:graphicEl>
                                          </p:spTgt>
                                        </p:tgtEl>
                                        <p:attrNameLst>
                                          <p:attrName>style.visibility</p:attrName>
                                        </p:attrNameLst>
                                      </p:cBhvr>
                                      <p:to>
                                        <p:strVal val="visible"/>
                                      </p:to>
                                    </p:set>
                                    <p:animEffect transition="in" filter="slide(fromBottom)">
                                      <p:cBhvr>
                                        <p:cTn id="44" dur="500"/>
                                        <p:tgtEl>
                                          <p:spTgt spid="551">
                                            <p:graphicEl>
                                              <a:chart seriesIdx="-4" categoryIdx="4" bldStep="category"/>
                                            </p:graphicEl>
                                          </p:spTgt>
                                        </p:tgtEl>
                                      </p:cBhvr>
                                    </p:animEffect>
                                  </p:childTnLst>
                                </p:cTn>
                              </p:par>
                            </p:childTnLst>
                          </p:cTn>
                        </p:par>
                        <p:par>
                          <p:cTn id="45" fill="hold">
                            <p:stCondLst>
                              <p:cond delay="5000"/>
                            </p:stCondLst>
                            <p:childTnLst>
                              <p:par>
                                <p:cTn id="46" presetID="12" presetClass="entr" presetSubtype="4" fill="hold" grpId="0" nodeType="afterEffect">
                                  <p:stCondLst>
                                    <p:cond delay="0"/>
                                  </p:stCondLst>
                                  <p:childTnLst>
                                    <p:set>
                                      <p:cBhvr>
                                        <p:cTn id="47" dur="1" fill="hold">
                                          <p:stCondLst>
                                            <p:cond delay="0"/>
                                          </p:stCondLst>
                                        </p:cTn>
                                        <p:tgtEl>
                                          <p:spTgt spid="551">
                                            <p:graphicEl>
                                              <a:chart seriesIdx="-4" categoryIdx="5" bldStep="category"/>
                                            </p:graphicEl>
                                          </p:spTgt>
                                        </p:tgtEl>
                                        <p:attrNameLst>
                                          <p:attrName>style.visibility</p:attrName>
                                        </p:attrNameLst>
                                      </p:cBhvr>
                                      <p:to>
                                        <p:strVal val="visible"/>
                                      </p:to>
                                    </p:set>
                                    <p:animEffect transition="in" filter="slide(fromBottom)">
                                      <p:cBhvr>
                                        <p:cTn id="48" dur="500"/>
                                        <p:tgtEl>
                                          <p:spTgt spid="551">
                                            <p:graphicEl>
                                              <a:chart seriesIdx="-4" categoryIdx="5"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0" grpId="0"/>
      <p:bldGraphic spid="551" grpId="0">
        <p:bldSub>
          <a:bldChart bld="category"/>
        </p:bldSub>
      </p:bldGraphic>
      <p:bldP spid="552" grpId="0"/>
      <p:bldP spid="55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South America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South America Map Slide</a:t>
            </a:r>
            <a:endParaRPr lang="en-US" dirty="0"/>
          </a:p>
        </p:txBody>
      </p:sp>
      <p:grpSp>
        <p:nvGrpSpPr>
          <p:cNvPr id="135" name="Group 134"/>
          <p:cNvGrpSpPr/>
          <p:nvPr/>
        </p:nvGrpSpPr>
        <p:grpSpPr>
          <a:xfrm>
            <a:off x="3235326" y="2209800"/>
            <a:ext cx="2673350" cy="3743325"/>
            <a:chOff x="3235326" y="1014413"/>
            <a:chExt cx="2673350" cy="3743325"/>
          </a:xfrm>
          <a:solidFill>
            <a:schemeClr val="tx1">
              <a:lumMod val="10000"/>
              <a:lumOff val="90000"/>
            </a:schemeClr>
          </a:solidFill>
        </p:grpSpPr>
        <p:sp>
          <p:nvSpPr>
            <p:cNvPr id="136" name="Freeform 5"/>
            <p:cNvSpPr>
              <a:spLocks/>
            </p:cNvSpPr>
            <p:nvPr/>
          </p:nvSpPr>
          <p:spPr bwMode="auto">
            <a:xfrm>
              <a:off x="3836988" y="4149726"/>
              <a:ext cx="12700" cy="11113"/>
            </a:xfrm>
            <a:custGeom>
              <a:avLst/>
              <a:gdLst/>
              <a:ahLst/>
              <a:cxnLst>
                <a:cxn ang="0">
                  <a:pos x="6" y="5"/>
                </a:cxn>
                <a:cxn ang="0">
                  <a:pos x="2" y="2"/>
                </a:cxn>
                <a:cxn ang="0">
                  <a:pos x="0" y="1"/>
                </a:cxn>
                <a:cxn ang="0">
                  <a:pos x="6" y="5"/>
                </a:cxn>
              </a:cxnLst>
              <a:rect l="0" t="0" r="r" b="b"/>
              <a:pathLst>
                <a:path w="6" h="5">
                  <a:moveTo>
                    <a:pt x="6" y="5"/>
                  </a:moveTo>
                  <a:cubicBezTo>
                    <a:pt x="5" y="4"/>
                    <a:pt x="3" y="3"/>
                    <a:pt x="2" y="2"/>
                  </a:cubicBezTo>
                  <a:cubicBezTo>
                    <a:pt x="1" y="2"/>
                    <a:pt x="0" y="1"/>
                    <a:pt x="0" y="1"/>
                  </a:cubicBezTo>
                  <a:cubicBezTo>
                    <a:pt x="2" y="0"/>
                    <a:pt x="6" y="3"/>
                    <a:pt x="6"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6"/>
            <p:cNvSpPr>
              <a:spLocks/>
            </p:cNvSpPr>
            <p:nvPr/>
          </p:nvSpPr>
          <p:spPr bwMode="auto">
            <a:xfrm>
              <a:off x="3810001" y="4116388"/>
              <a:ext cx="42863" cy="92075"/>
            </a:xfrm>
            <a:custGeom>
              <a:avLst/>
              <a:gdLst/>
              <a:ahLst/>
              <a:cxnLst>
                <a:cxn ang="0">
                  <a:pos x="12" y="43"/>
                </a:cxn>
                <a:cxn ang="0">
                  <a:pos x="1" y="40"/>
                </a:cxn>
                <a:cxn ang="0">
                  <a:pos x="3" y="34"/>
                </a:cxn>
                <a:cxn ang="0">
                  <a:pos x="3" y="28"/>
                </a:cxn>
                <a:cxn ang="0">
                  <a:pos x="3" y="23"/>
                </a:cxn>
                <a:cxn ang="0">
                  <a:pos x="3" y="21"/>
                </a:cxn>
                <a:cxn ang="0">
                  <a:pos x="2" y="21"/>
                </a:cxn>
                <a:cxn ang="0">
                  <a:pos x="4" y="9"/>
                </a:cxn>
                <a:cxn ang="0">
                  <a:pos x="3" y="7"/>
                </a:cxn>
                <a:cxn ang="0">
                  <a:pos x="4" y="5"/>
                </a:cxn>
                <a:cxn ang="0">
                  <a:pos x="2" y="3"/>
                </a:cxn>
                <a:cxn ang="0">
                  <a:pos x="3" y="2"/>
                </a:cxn>
                <a:cxn ang="0">
                  <a:pos x="7" y="5"/>
                </a:cxn>
                <a:cxn ang="0">
                  <a:pos x="15" y="3"/>
                </a:cxn>
                <a:cxn ang="0">
                  <a:pos x="14" y="4"/>
                </a:cxn>
                <a:cxn ang="0">
                  <a:pos x="14" y="5"/>
                </a:cxn>
                <a:cxn ang="0">
                  <a:pos x="13" y="6"/>
                </a:cxn>
                <a:cxn ang="0">
                  <a:pos x="16" y="8"/>
                </a:cxn>
                <a:cxn ang="0">
                  <a:pos x="16" y="10"/>
                </a:cxn>
                <a:cxn ang="0">
                  <a:pos x="19" y="15"/>
                </a:cxn>
                <a:cxn ang="0">
                  <a:pos x="13" y="17"/>
                </a:cxn>
                <a:cxn ang="0">
                  <a:pos x="15" y="20"/>
                </a:cxn>
                <a:cxn ang="0">
                  <a:pos x="11" y="21"/>
                </a:cxn>
                <a:cxn ang="0">
                  <a:pos x="11" y="19"/>
                </a:cxn>
                <a:cxn ang="0">
                  <a:pos x="10" y="21"/>
                </a:cxn>
                <a:cxn ang="0">
                  <a:pos x="18" y="28"/>
                </a:cxn>
                <a:cxn ang="0">
                  <a:pos x="14" y="29"/>
                </a:cxn>
                <a:cxn ang="0">
                  <a:pos x="15" y="30"/>
                </a:cxn>
                <a:cxn ang="0">
                  <a:pos x="16" y="32"/>
                </a:cxn>
                <a:cxn ang="0">
                  <a:pos x="17" y="32"/>
                </a:cxn>
                <a:cxn ang="0">
                  <a:pos x="17" y="33"/>
                </a:cxn>
                <a:cxn ang="0">
                  <a:pos x="19" y="34"/>
                </a:cxn>
                <a:cxn ang="0">
                  <a:pos x="17" y="34"/>
                </a:cxn>
                <a:cxn ang="0">
                  <a:pos x="20" y="36"/>
                </a:cxn>
                <a:cxn ang="0">
                  <a:pos x="18" y="36"/>
                </a:cxn>
                <a:cxn ang="0">
                  <a:pos x="14" y="36"/>
                </a:cxn>
                <a:cxn ang="0">
                  <a:pos x="14" y="36"/>
                </a:cxn>
                <a:cxn ang="0">
                  <a:pos x="14" y="42"/>
                </a:cxn>
                <a:cxn ang="0">
                  <a:pos x="12" y="43"/>
                </a:cxn>
              </a:cxnLst>
              <a:rect l="0" t="0" r="r" b="b"/>
              <a:pathLst>
                <a:path w="20" h="44">
                  <a:moveTo>
                    <a:pt x="12" y="43"/>
                  </a:moveTo>
                  <a:cubicBezTo>
                    <a:pt x="10" y="42"/>
                    <a:pt x="1" y="42"/>
                    <a:pt x="1" y="40"/>
                  </a:cubicBezTo>
                  <a:cubicBezTo>
                    <a:pt x="0" y="37"/>
                    <a:pt x="2" y="36"/>
                    <a:pt x="3" y="34"/>
                  </a:cubicBezTo>
                  <a:cubicBezTo>
                    <a:pt x="4" y="33"/>
                    <a:pt x="3" y="29"/>
                    <a:pt x="3" y="28"/>
                  </a:cubicBezTo>
                  <a:cubicBezTo>
                    <a:pt x="3" y="26"/>
                    <a:pt x="4" y="25"/>
                    <a:pt x="3" y="23"/>
                  </a:cubicBezTo>
                  <a:cubicBezTo>
                    <a:pt x="3" y="22"/>
                    <a:pt x="3" y="21"/>
                    <a:pt x="3" y="21"/>
                  </a:cubicBezTo>
                  <a:cubicBezTo>
                    <a:pt x="2" y="21"/>
                    <a:pt x="2" y="21"/>
                    <a:pt x="2" y="21"/>
                  </a:cubicBezTo>
                  <a:cubicBezTo>
                    <a:pt x="0" y="17"/>
                    <a:pt x="3" y="13"/>
                    <a:pt x="4" y="9"/>
                  </a:cubicBezTo>
                  <a:cubicBezTo>
                    <a:pt x="4" y="8"/>
                    <a:pt x="3" y="8"/>
                    <a:pt x="3" y="7"/>
                  </a:cubicBezTo>
                  <a:cubicBezTo>
                    <a:pt x="3" y="6"/>
                    <a:pt x="4" y="5"/>
                    <a:pt x="4" y="5"/>
                  </a:cubicBezTo>
                  <a:cubicBezTo>
                    <a:pt x="4" y="4"/>
                    <a:pt x="2" y="4"/>
                    <a:pt x="2" y="3"/>
                  </a:cubicBezTo>
                  <a:cubicBezTo>
                    <a:pt x="2" y="3"/>
                    <a:pt x="2" y="1"/>
                    <a:pt x="3" y="2"/>
                  </a:cubicBezTo>
                  <a:cubicBezTo>
                    <a:pt x="4" y="2"/>
                    <a:pt x="4" y="6"/>
                    <a:pt x="7" y="5"/>
                  </a:cubicBezTo>
                  <a:cubicBezTo>
                    <a:pt x="8" y="5"/>
                    <a:pt x="13" y="0"/>
                    <a:pt x="15" y="3"/>
                  </a:cubicBezTo>
                  <a:cubicBezTo>
                    <a:pt x="15" y="4"/>
                    <a:pt x="14" y="3"/>
                    <a:pt x="14" y="4"/>
                  </a:cubicBezTo>
                  <a:cubicBezTo>
                    <a:pt x="13" y="4"/>
                    <a:pt x="14" y="5"/>
                    <a:pt x="14" y="5"/>
                  </a:cubicBezTo>
                  <a:cubicBezTo>
                    <a:pt x="14" y="6"/>
                    <a:pt x="13" y="5"/>
                    <a:pt x="13" y="6"/>
                  </a:cubicBezTo>
                  <a:cubicBezTo>
                    <a:pt x="13" y="6"/>
                    <a:pt x="16" y="7"/>
                    <a:pt x="16" y="8"/>
                  </a:cubicBezTo>
                  <a:cubicBezTo>
                    <a:pt x="16" y="9"/>
                    <a:pt x="15" y="10"/>
                    <a:pt x="16" y="10"/>
                  </a:cubicBezTo>
                  <a:cubicBezTo>
                    <a:pt x="16" y="13"/>
                    <a:pt x="20" y="11"/>
                    <a:pt x="19" y="15"/>
                  </a:cubicBezTo>
                  <a:cubicBezTo>
                    <a:pt x="18" y="16"/>
                    <a:pt x="14" y="15"/>
                    <a:pt x="13" y="17"/>
                  </a:cubicBezTo>
                  <a:cubicBezTo>
                    <a:pt x="11" y="19"/>
                    <a:pt x="15" y="20"/>
                    <a:pt x="15" y="20"/>
                  </a:cubicBezTo>
                  <a:cubicBezTo>
                    <a:pt x="14" y="23"/>
                    <a:pt x="11" y="21"/>
                    <a:pt x="11" y="21"/>
                  </a:cubicBezTo>
                  <a:cubicBezTo>
                    <a:pt x="11" y="20"/>
                    <a:pt x="12" y="19"/>
                    <a:pt x="11" y="19"/>
                  </a:cubicBezTo>
                  <a:cubicBezTo>
                    <a:pt x="11" y="19"/>
                    <a:pt x="10" y="20"/>
                    <a:pt x="10" y="21"/>
                  </a:cubicBezTo>
                  <a:cubicBezTo>
                    <a:pt x="9" y="25"/>
                    <a:pt x="18" y="26"/>
                    <a:pt x="18" y="28"/>
                  </a:cubicBezTo>
                  <a:cubicBezTo>
                    <a:pt x="19" y="33"/>
                    <a:pt x="16" y="28"/>
                    <a:pt x="14" y="29"/>
                  </a:cubicBezTo>
                  <a:cubicBezTo>
                    <a:pt x="14" y="30"/>
                    <a:pt x="15" y="30"/>
                    <a:pt x="15" y="30"/>
                  </a:cubicBezTo>
                  <a:cubicBezTo>
                    <a:pt x="16" y="31"/>
                    <a:pt x="16" y="32"/>
                    <a:pt x="16" y="32"/>
                  </a:cubicBezTo>
                  <a:cubicBezTo>
                    <a:pt x="16" y="32"/>
                    <a:pt x="17" y="32"/>
                    <a:pt x="17" y="32"/>
                  </a:cubicBezTo>
                  <a:cubicBezTo>
                    <a:pt x="18" y="32"/>
                    <a:pt x="17" y="33"/>
                    <a:pt x="17" y="33"/>
                  </a:cubicBezTo>
                  <a:cubicBezTo>
                    <a:pt x="18" y="34"/>
                    <a:pt x="19" y="34"/>
                    <a:pt x="19" y="34"/>
                  </a:cubicBezTo>
                  <a:cubicBezTo>
                    <a:pt x="18" y="34"/>
                    <a:pt x="17" y="33"/>
                    <a:pt x="17" y="34"/>
                  </a:cubicBezTo>
                  <a:cubicBezTo>
                    <a:pt x="17" y="34"/>
                    <a:pt x="20" y="34"/>
                    <a:pt x="20" y="36"/>
                  </a:cubicBezTo>
                  <a:cubicBezTo>
                    <a:pt x="19" y="37"/>
                    <a:pt x="18" y="36"/>
                    <a:pt x="18" y="36"/>
                  </a:cubicBezTo>
                  <a:cubicBezTo>
                    <a:pt x="16" y="35"/>
                    <a:pt x="16" y="37"/>
                    <a:pt x="14" y="36"/>
                  </a:cubicBezTo>
                  <a:cubicBezTo>
                    <a:pt x="14" y="36"/>
                    <a:pt x="14" y="36"/>
                    <a:pt x="14" y="36"/>
                  </a:cubicBezTo>
                  <a:cubicBezTo>
                    <a:pt x="13" y="39"/>
                    <a:pt x="18" y="42"/>
                    <a:pt x="14" y="42"/>
                  </a:cubicBezTo>
                  <a:cubicBezTo>
                    <a:pt x="13" y="42"/>
                    <a:pt x="13" y="44"/>
                    <a:pt x="12" y="4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7"/>
            <p:cNvSpPr>
              <a:spLocks/>
            </p:cNvSpPr>
            <p:nvPr/>
          </p:nvSpPr>
          <p:spPr bwMode="auto">
            <a:xfrm>
              <a:off x="3843338" y="4179888"/>
              <a:ext cx="12700" cy="6350"/>
            </a:xfrm>
            <a:custGeom>
              <a:avLst/>
              <a:gdLst/>
              <a:ahLst/>
              <a:cxnLst>
                <a:cxn ang="0">
                  <a:pos x="5" y="3"/>
                </a:cxn>
                <a:cxn ang="0">
                  <a:pos x="0" y="1"/>
                </a:cxn>
                <a:cxn ang="0">
                  <a:pos x="6" y="2"/>
                </a:cxn>
                <a:cxn ang="0">
                  <a:pos x="5" y="3"/>
                </a:cxn>
              </a:cxnLst>
              <a:rect l="0" t="0" r="r" b="b"/>
              <a:pathLst>
                <a:path w="6" h="3">
                  <a:moveTo>
                    <a:pt x="5" y="3"/>
                  </a:moveTo>
                  <a:cubicBezTo>
                    <a:pt x="5" y="2"/>
                    <a:pt x="0" y="1"/>
                    <a:pt x="0" y="1"/>
                  </a:cubicBezTo>
                  <a:cubicBezTo>
                    <a:pt x="0" y="0"/>
                    <a:pt x="5" y="2"/>
                    <a:pt x="6" y="2"/>
                  </a:cubicBezTo>
                  <a:cubicBezTo>
                    <a:pt x="6" y="3"/>
                    <a:pt x="4" y="3"/>
                    <a:pt x="5"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8"/>
            <p:cNvSpPr>
              <a:spLocks/>
            </p:cNvSpPr>
            <p:nvPr/>
          </p:nvSpPr>
          <p:spPr bwMode="auto">
            <a:xfrm>
              <a:off x="3827463" y="4225926"/>
              <a:ext cx="19050" cy="11113"/>
            </a:xfrm>
            <a:custGeom>
              <a:avLst/>
              <a:gdLst/>
              <a:ahLst/>
              <a:cxnLst>
                <a:cxn ang="0">
                  <a:pos x="4" y="5"/>
                </a:cxn>
                <a:cxn ang="0">
                  <a:pos x="1" y="4"/>
                </a:cxn>
                <a:cxn ang="0">
                  <a:pos x="0" y="4"/>
                </a:cxn>
                <a:cxn ang="0">
                  <a:pos x="0" y="2"/>
                </a:cxn>
                <a:cxn ang="0">
                  <a:pos x="3" y="2"/>
                </a:cxn>
                <a:cxn ang="0">
                  <a:pos x="4" y="2"/>
                </a:cxn>
                <a:cxn ang="0">
                  <a:pos x="6" y="1"/>
                </a:cxn>
                <a:cxn ang="0">
                  <a:pos x="8" y="3"/>
                </a:cxn>
                <a:cxn ang="0">
                  <a:pos x="5" y="3"/>
                </a:cxn>
                <a:cxn ang="0">
                  <a:pos x="6" y="3"/>
                </a:cxn>
                <a:cxn ang="0">
                  <a:pos x="4" y="4"/>
                </a:cxn>
                <a:cxn ang="0">
                  <a:pos x="4" y="5"/>
                </a:cxn>
              </a:cxnLst>
              <a:rect l="0" t="0" r="r" b="b"/>
              <a:pathLst>
                <a:path w="9" h="5">
                  <a:moveTo>
                    <a:pt x="4" y="5"/>
                  </a:moveTo>
                  <a:cubicBezTo>
                    <a:pt x="3" y="5"/>
                    <a:pt x="2" y="5"/>
                    <a:pt x="1" y="4"/>
                  </a:cubicBezTo>
                  <a:cubicBezTo>
                    <a:pt x="1" y="4"/>
                    <a:pt x="0" y="4"/>
                    <a:pt x="0" y="4"/>
                  </a:cubicBezTo>
                  <a:cubicBezTo>
                    <a:pt x="0" y="3"/>
                    <a:pt x="0" y="3"/>
                    <a:pt x="0" y="2"/>
                  </a:cubicBezTo>
                  <a:cubicBezTo>
                    <a:pt x="0" y="2"/>
                    <a:pt x="3" y="2"/>
                    <a:pt x="3" y="2"/>
                  </a:cubicBezTo>
                  <a:cubicBezTo>
                    <a:pt x="4" y="2"/>
                    <a:pt x="4" y="3"/>
                    <a:pt x="4" y="2"/>
                  </a:cubicBezTo>
                  <a:cubicBezTo>
                    <a:pt x="5" y="2"/>
                    <a:pt x="5" y="1"/>
                    <a:pt x="6" y="1"/>
                  </a:cubicBezTo>
                  <a:cubicBezTo>
                    <a:pt x="7" y="0"/>
                    <a:pt x="9" y="2"/>
                    <a:pt x="8" y="3"/>
                  </a:cubicBezTo>
                  <a:cubicBezTo>
                    <a:pt x="8" y="4"/>
                    <a:pt x="6" y="4"/>
                    <a:pt x="5" y="3"/>
                  </a:cubicBezTo>
                  <a:cubicBezTo>
                    <a:pt x="5" y="3"/>
                    <a:pt x="7" y="3"/>
                    <a:pt x="6" y="3"/>
                  </a:cubicBezTo>
                  <a:cubicBezTo>
                    <a:pt x="6" y="2"/>
                    <a:pt x="4" y="3"/>
                    <a:pt x="4" y="4"/>
                  </a:cubicBezTo>
                  <a:cubicBezTo>
                    <a:pt x="5" y="5"/>
                    <a:pt x="8" y="3"/>
                    <a:pt x="4"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9"/>
            <p:cNvSpPr>
              <a:spLocks/>
            </p:cNvSpPr>
            <p:nvPr/>
          </p:nvSpPr>
          <p:spPr bwMode="auto">
            <a:xfrm>
              <a:off x="3821113" y="4257676"/>
              <a:ext cx="3175" cy="1588"/>
            </a:xfrm>
            <a:custGeom>
              <a:avLst/>
              <a:gdLst/>
              <a:ahLst/>
              <a:cxnLst>
                <a:cxn ang="0">
                  <a:pos x="0" y="0"/>
                </a:cxn>
                <a:cxn ang="0">
                  <a:pos x="2" y="0"/>
                </a:cxn>
                <a:cxn ang="0">
                  <a:pos x="0" y="0"/>
                </a:cxn>
              </a:cxnLst>
              <a:rect l="0" t="0" r="r" b="b"/>
              <a:pathLst>
                <a:path w="2">
                  <a:moveTo>
                    <a:pt x="0" y="0"/>
                  </a:moveTo>
                  <a:cubicBezTo>
                    <a:pt x="1" y="0"/>
                    <a:pt x="2" y="0"/>
                    <a:pt x="2" y="0"/>
                  </a:cubicBezTo>
                  <a:cubicBezTo>
                    <a:pt x="2" y="0"/>
                    <a:pt x="1"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0"/>
            <p:cNvSpPr>
              <a:spLocks/>
            </p:cNvSpPr>
            <p:nvPr/>
          </p:nvSpPr>
          <p:spPr bwMode="auto">
            <a:xfrm>
              <a:off x="3829051" y="4256088"/>
              <a:ext cx="14288" cy="9525"/>
            </a:xfrm>
            <a:custGeom>
              <a:avLst/>
              <a:gdLst/>
              <a:ahLst/>
              <a:cxnLst>
                <a:cxn ang="0">
                  <a:pos x="5" y="4"/>
                </a:cxn>
                <a:cxn ang="0">
                  <a:pos x="6" y="1"/>
                </a:cxn>
                <a:cxn ang="0">
                  <a:pos x="5" y="4"/>
                </a:cxn>
              </a:cxnLst>
              <a:rect l="0" t="0" r="r" b="b"/>
              <a:pathLst>
                <a:path w="7" h="5">
                  <a:moveTo>
                    <a:pt x="5" y="4"/>
                  </a:moveTo>
                  <a:cubicBezTo>
                    <a:pt x="0" y="1"/>
                    <a:pt x="4" y="0"/>
                    <a:pt x="6" y="1"/>
                  </a:cubicBezTo>
                  <a:cubicBezTo>
                    <a:pt x="6" y="2"/>
                    <a:pt x="7" y="5"/>
                    <a:pt x="5" y="4"/>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1"/>
            <p:cNvSpPr>
              <a:spLocks/>
            </p:cNvSpPr>
            <p:nvPr/>
          </p:nvSpPr>
          <p:spPr bwMode="auto">
            <a:xfrm>
              <a:off x="3811588" y="4256088"/>
              <a:ext cx="19050" cy="14288"/>
            </a:xfrm>
            <a:custGeom>
              <a:avLst/>
              <a:gdLst/>
              <a:ahLst/>
              <a:cxnLst>
                <a:cxn ang="0">
                  <a:pos x="2" y="7"/>
                </a:cxn>
                <a:cxn ang="0">
                  <a:pos x="4" y="5"/>
                </a:cxn>
                <a:cxn ang="0">
                  <a:pos x="8" y="5"/>
                </a:cxn>
                <a:cxn ang="0">
                  <a:pos x="2" y="7"/>
                </a:cxn>
              </a:cxnLst>
              <a:rect l="0" t="0" r="r" b="b"/>
              <a:pathLst>
                <a:path w="9" h="7">
                  <a:moveTo>
                    <a:pt x="2" y="7"/>
                  </a:moveTo>
                  <a:cubicBezTo>
                    <a:pt x="0" y="3"/>
                    <a:pt x="3" y="5"/>
                    <a:pt x="4" y="5"/>
                  </a:cubicBezTo>
                  <a:cubicBezTo>
                    <a:pt x="5" y="5"/>
                    <a:pt x="9" y="0"/>
                    <a:pt x="8" y="5"/>
                  </a:cubicBezTo>
                  <a:cubicBezTo>
                    <a:pt x="8" y="7"/>
                    <a:pt x="4" y="7"/>
                    <a:pt x="2" y="7"/>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2"/>
            <p:cNvSpPr>
              <a:spLocks/>
            </p:cNvSpPr>
            <p:nvPr/>
          </p:nvSpPr>
          <p:spPr bwMode="auto">
            <a:xfrm>
              <a:off x="3829051" y="4264026"/>
              <a:ext cx="19050" cy="6350"/>
            </a:xfrm>
            <a:custGeom>
              <a:avLst/>
              <a:gdLst/>
              <a:ahLst/>
              <a:cxnLst>
                <a:cxn ang="0">
                  <a:pos x="4" y="3"/>
                </a:cxn>
                <a:cxn ang="0">
                  <a:pos x="4" y="1"/>
                </a:cxn>
                <a:cxn ang="0">
                  <a:pos x="2" y="0"/>
                </a:cxn>
                <a:cxn ang="0">
                  <a:pos x="2" y="0"/>
                </a:cxn>
                <a:cxn ang="0">
                  <a:pos x="4" y="3"/>
                </a:cxn>
              </a:cxnLst>
              <a:rect l="0" t="0" r="r" b="b"/>
              <a:pathLst>
                <a:path w="9" h="3">
                  <a:moveTo>
                    <a:pt x="4" y="3"/>
                  </a:moveTo>
                  <a:cubicBezTo>
                    <a:pt x="0" y="2"/>
                    <a:pt x="5" y="2"/>
                    <a:pt x="4" y="1"/>
                  </a:cubicBezTo>
                  <a:cubicBezTo>
                    <a:pt x="4" y="1"/>
                    <a:pt x="2" y="1"/>
                    <a:pt x="2" y="0"/>
                  </a:cubicBezTo>
                  <a:cubicBezTo>
                    <a:pt x="2" y="0"/>
                    <a:pt x="2" y="0"/>
                    <a:pt x="2" y="0"/>
                  </a:cubicBezTo>
                  <a:cubicBezTo>
                    <a:pt x="4" y="0"/>
                    <a:pt x="9" y="2"/>
                    <a:pt x="4"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3"/>
            <p:cNvSpPr>
              <a:spLocks/>
            </p:cNvSpPr>
            <p:nvPr/>
          </p:nvSpPr>
          <p:spPr bwMode="auto">
            <a:xfrm>
              <a:off x="3803651" y="4275138"/>
              <a:ext cx="30163" cy="3175"/>
            </a:xfrm>
            <a:custGeom>
              <a:avLst/>
              <a:gdLst/>
              <a:ahLst/>
              <a:cxnLst>
                <a:cxn ang="0">
                  <a:pos x="5" y="2"/>
                </a:cxn>
                <a:cxn ang="0">
                  <a:pos x="7" y="2"/>
                </a:cxn>
                <a:cxn ang="0">
                  <a:pos x="5" y="2"/>
                </a:cxn>
              </a:cxnLst>
              <a:rect l="0" t="0" r="r" b="b"/>
              <a:pathLst>
                <a:path w="14" h="2">
                  <a:moveTo>
                    <a:pt x="5" y="2"/>
                  </a:moveTo>
                  <a:cubicBezTo>
                    <a:pt x="0" y="0"/>
                    <a:pt x="14" y="1"/>
                    <a:pt x="7" y="2"/>
                  </a:cubicBezTo>
                  <a:cubicBezTo>
                    <a:pt x="6" y="2"/>
                    <a:pt x="5" y="2"/>
                    <a:pt x="5" y="2"/>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4"/>
            <p:cNvSpPr>
              <a:spLocks/>
            </p:cNvSpPr>
            <p:nvPr/>
          </p:nvSpPr>
          <p:spPr bwMode="auto">
            <a:xfrm>
              <a:off x="3811588" y="4270376"/>
              <a:ext cx="49213" cy="12700"/>
            </a:xfrm>
            <a:custGeom>
              <a:avLst/>
              <a:gdLst/>
              <a:ahLst/>
              <a:cxnLst>
                <a:cxn ang="0">
                  <a:pos x="8" y="6"/>
                </a:cxn>
                <a:cxn ang="0">
                  <a:pos x="6" y="5"/>
                </a:cxn>
                <a:cxn ang="0">
                  <a:pos x="7" y="4"/>
                </a:cxn>
                <a:cxn ang="0">
                  <a:pos x="5" y="4"/>
                </a:cxn>
                <a:cxn ang="0">
                  <a:pos x="12" y="5"/>
                </a:cxn>
                <a:cxn ang="0">
                  <a:pos x="8" y="6"/>
                </a:cxn>
              </a:cxnLst>
              <a:rect l="0" t="0" r="r" b="b"/>
              <a:pathLst>
                <a:path w="23" h="6">
                  <a:moveTo>
                    <a:pt x="8" y="6"/>
                  </a:moveTo>
                  <a:cubicBezTo>
                    <a:pt x="7" y="6"/>
                    <a:pt x="6" y="6"/>
                    <a:pt x="6" y="5"/>
                  </a:cubicBezTo>
                  <a:cubicBezTo>
                    <a:pt x="6" y="4"/>
                    <a:pt x="8" y="5"/>
                    <a:pt x="7" y="4"/>
                  </a:cubicBezTo>
                  <a:cubicBezTo>
                    <a:pt x="7" y="4"/>
                    <a:pt x="6" y="4"/>
                    <a:pt x="5" y="4"/>
                  </a:cubicBezTo>
                  <a:cubicBezTo>
                    <a:pt x="0" y="0"/>
                    <a:pt x="23" y="0"/>
                    <a:pt x="12" y="5"/>
                  </a:cubicBezTo>
                  <a:cubicBezTo>
                    <a:pt x="11" y="5"/>
                    <a:pt x="10" y="6"/>
                    <a:pt x="8" y="6"/>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5"/>
            <p:cNvSpPr>
              <a:spLocks/>
            </p:cNvSpPr>
            <p:nvPr/>
          </p:nvSpPr>
          <p:spPr bwMode="auto">
            <a:xfrm>
              <a:off x="3817938" y="4278313"/>
              <a:ext cx="15875" cy="12700"/>
            </a:xfrm>
            <a:custGeom>
              <a:avLst/>
              <a:gdLst/>
              <a:ahLst/>
              <a:cxnLst>
                <a:cxn ang="0">
                  <a:pos x="2" y="3"/>
                </a:cxn>
                <a:cxn ang="0">
                  <a:pos x="0" y="1"/>
                </a:cxn>
                <a:cxn ang="0">
                  <a:pos x="2" y="0"/>
                </a:cxn>
                <a:cxn ang="0">
                  <a:pos x="2" y="3"/>
                </a:cxn>
              </a:cxnLst>
              <a:rect l="0" t="0" r="r" b="b"/>
              <a:pathLst>
                <a:path w="7" h="6">
                  <a:moveTo>
                    <a:pt x="2" y="3"/>
                  </a:moveTo>
                  <a:cubicBezTo>
                    <a:pt x="1" y="2"/>
                    <a:pt x="0" y="2"/>
                    <a:pt x="0" y="1"/>
                  </a:cubicBezTo>
                  <a:cubicBezTo>
                    <a:pt x="0" y="1"/>
                    <a:pt x="1" y="0"/>
                    <a:pt x="2" y="0"/>
                  </a:cubicBezTo>
                  <a:cubicBezTo>
                    <a:pt x="4" y="1"/>
                    <a:pt x="7" y="6"/>
                    <a:pt x="2"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6"/>
            <p:cNvSpPr>
              <a:spLocks/>
            </p:cNvSpPr>
            <p:nvPr/>
          </p:nvSpPr>
          <p:spPr bwMode="auto">
            <a:xfrm>
              <a:off x="3846513" y="4281488"/>
              <a:ext cx="9525" cy="9525"/>
            </a:xfrm>
            <a:custGeom>
              <a:avLst/>
              <a:gdLst/>
              <a:ahLst/>
              <a:cxnLst>
                <a:cxn ang="0">
                  <a:pos x="2" y="5"/>
                </a:cxn>
                <a:cxn ang="0">
                  <a:pos x="0" y="0"/>
                </a:cxn>
                <a:cxn ang="0">
                  <a:pos x="1" y="0"/>
                </a:cxn>
                <a:cxn ang="0">
                  <a:pos x="2" y="5"/>
                </a:cxn>
              </a:cxnLst>
              <a:rect l="0" t="0" r="r" b="b"/>
              <a:pathLst>
                <a:path w="5" h="5">
                  <a:moveTo>
                    <a:pt x="2" y="5"/>
                  </a:moveTo>
                  <a:cubicBezTo>
                    <a:pt x="0" y="3"/>
                    <a:pt x="0" y="1"/>
                    <a:pt x="0" y="0"/>
                  </a:cubicBezTo>
                  <a:cubicBezTo>
                    <a:pt x="0" y="0"/>
                    <a:pt x="1" y="0"/>
                    <a:pt x="1" y="0"/>
                  </a:cubicBezTo>
                  <a:cubicBezTo>
                    <a:pt x="2" y="1"/>
                    <a:pt x="5" y="4"/>
                    <a:pt x="2"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7"/>
            <p:cNvSpPr>
              <a:spLocks/>
            </p:cNvSpPr>
            <p:nvPr/>
          </p:nvSpPr>
          <p:spPr bwMode="auto">
            <a:xfrm>
              <a:off x="3824288" y="4287838"/>
              <a:ext cx="23813" cy="7938"/>
            </a:xfrm>
            <a:custGeom>
              <a:avLst/>
              <a:gdLst/>
              <a:ahLst/>
              <a:cxnLst>
                <a:cxn ang="0">
                  <a:pos x="3" y="4"/>
                </a:cxn>
                <a:cxn ang="0">
                  <a:pos x="5" y="0"/>
                </a:cxn>
                <a:cxn ang="0">
                  <a:pos x="11" y="2"/>
                </a:cxn>
                <a:cxn ang="0">
                  <a:pos x="3" y="4"/>
                </a:cxn>
              </a:cxnLst>
              <a:rect l="0" t="0" r="r" b="b"/>
              <a:pathLst>
                <a:path w="11" h="4">
                  <a:moveTo>
                    <a:pt x="3" y="4"/>
                  </a:moveTo>
                  <a:cubicBezTo>
                    <a:pt x="0" y="4"/>
                    <a:pt x="3" y="0"/>
                    <a:pt x="5" y="0"/>
                  </a:cubicBezTo>
                  <a:cubicBezTo>
                    <a:pt x="6" y="0"/>
                    <a:pt x="11" y="0"/>
                    <a:pt x="11" y="2"/>
                  </a:cubicBezTo>
                  <a:cubicBezTo>
                    <a:pt x="11" y="3"/>
                    <a:pt x="4" y="4"/>
                    <a:pt x="3" y="4"/>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8"/>
            <p:cNvSpPr>
              <a:spLocks/>
            </p:cNvSpPr>
            <p:nvPr/>
          </p:nvSpPr>
          <p:spPr bwMode="auto">
            <a:xfrm>
              <a:off x="3833813" y="4291013"/>
              <a:ext cx="25400" cy="17463"/>
            </a:xfrm>
            <a:custGeom>
              <a:avLst/>
              <a:gdLst/>
              <a:ahLst/>
              <a:cxnLst>
                <a:cxn ang="0">
                  <a:pos x="11" y="8"/>
                </a:cxn>
                <a:cxn ang="0">
                  <a:pos x="0" y="4"/>
                </a:cxn>
                <a:cxn ang="0">
                  <a:pos x="11" y="3"/>
                </a:cxn>
                <a:cxn ang="0">
                  <a:pos x="12" y="8"/>
                </a:cxn>
                <a:cxn ang="0">
                  <a:pos x="11" y="8"/>
                </a:cxn>
              </a:cxnLst>
              <a:rect l="0" t="0" r="r" b="b"/>
              <a:pathLst>
                <a:path w="12" h="8">
                  <a:moveTo>
                    <a:pt x="11" y="8"/>
                  </a:moveTo>
                  <a:cubicBezTo>
                    <a:pt x="9" y="6"/>
                    <a:pt x="0" y="7"/>
                    <a:pt x="0" y="4"/>
                  </a:cubicBezTo>
                  <a:cubicBezTo>
                    <a:pt x="1" y="0"/>
                    <a:pt x="9" y="1"/>
                    <a:pt x="11" y="3"/>
                  </a:cubicBezTo>
                  <a:cubicBezTo>
                    <a:pt x="12" y="4"/>
                    <a:pt x="12" y="7"/>
                    <a:pt x="12" y="8"/>
                  </a:cubicBezTo>
                  <a:cubicBezTo>
                    <a:pt x="11" y="8"/>
                    <a:pt x="10" y="8"/>
                    <a:pt x="11" y="8"/>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9"/>
            <p:cNvSpPr>
              <a:spLocks/>
            </p:cNvSpPr>
            <p:nvPr/>
          </p:nvSpPr>
          <p:spPr bwMode="auto">
            <a:xfrm>
              <a:off x="3829051" y="4302126"/>
              <a:ext cx="39688" cy="11113"/>
            </a:xfrm>
            <a:custGeom>
              <a:avLst/>
              <a:gdLst/>
              <a:ahLst/>
              <a:cxnLst>
                <a:cxn ang="0">
                  <a:pos x="8" y="5"/>
                </a:cxn>
                <a:cxn ang="0">
                  <a:pos x="6" y="4"/>
                </a:cxn>
                <a:cxn ang="0">
                  <a:pos x="11" y="5"/>
                </a:cxn>
                <a:cxn ang="0">
                  <a:pos x="8" y="5"/>
                </a:cxn>
              </a:cxnLst>
              <a:rect l="0" t="0" r="r" b="b"/>
              <a:pathLst>
                <a:path w="19" h="5">
                  <a:moveTo>
                    <a:pt x="8" y="5"/>
                  </a:moveTo>
                  <a:cubicBezTo>
                    <a:pt x="7" y="5"/>
                    <a:pt x="6" y="5"/>
                    <a:pt x="6" y="4"/>
                  </a:cubicBezTo>
                  <a:cubicBezTo>
                    <a:pt x="0" y="0"/>
                    <a:pt x="19" y="3"/>
                    <a:pt x="11" y="5"/>
                  </a:cubicBezTo>
                  <a:cubicBezTo>
                    <a:pt x="8" y="5"/>
                    <a:pt x="9" y="5"/>
                    <a:pt x="8"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20"/>
            <p:cNvSpPr>
              <a:spLocks/>
            </p:cNvSpPr>
            <p:nvPr/>
          </p:nvSpPr>
          <p:spPr bwMode="auto">
            <a:xfrm>
              <a:off x="3816351" y="4308476"/>
              <a:ext cx="25400" cy="7938"/>
            </a:xfrm>
            <a:custGeom>
              <a:avLst/>
              <a:gdLst/>
              <a:ahLst/>
              <a:cxnLst>
                <a:cxn ang="0">
                  <a:pos x="7" y="4"/>
                </a:cxn>
                <a:cxn ang="0">
                  <a:pos x="4" y="2"/>
                </a:cxn>
                <a:cxn ang="0">
                  <a:pos x="7" y="4"/>
                </a:cxn>
              </a:cxnLst>
              <a:rect l="0" t="0" r="r" b="b"/>
              <a:pathLst>
                <a:path w="12" h="4">
                  <a:moveTo>
                    <a:pt x="7" y="4"/>
                  </a:moveTo>
                  <a:cubicBezTo>
                    <a:pt x="6" y="3"/>
                    <a:pt x="5" y="3"/>
                    <a:pt x="4" y="2"/>
                  </a:cubicBezTo>
                  <a:cubicBezTo>
                    <a:pt x="0" y="0"/>
                    <a:pt x="12" y="2"/>
                    <a:pt x="7" y="4"/>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21"/>
            <p:cNvSpPr>
              <a:spLocks/>
            </p:cNvSpPr>
            <p:nvPr/>
          </p:nvSpPr>
          <p:spPr bwMode="auto">
            <a:xfrm>
              <a:off x="3841751" y="4316413"/>
              <a:ext cx="14288" cy="11113"/>
            </a:xfrm>
            <a:custGeom>
              <a:avLst/>
              <a:gdLst/>
              <a:ahLst/>
              <a:cxnLst>
                <a:cxn ang="0">
                  <a:pos x="0" y="4"/>
                </a:cxn>
                <a:cxn ang="0">
                  <a:pos x="1" y="0"/>
                </a:cxn>
                <a:cxn ang="0">
                  <a:pos x="7" y="1"/>
                </a:cxn>
                <a:cxn ang="0">
                  <a:pos x="2" y="2"/>
                </a:cxn>
                <a:cxn ang="0">
                  <a:pos x="1" y="4"/>
                </a:cxn>
                <a:cxn ang="0">
                  <a:pos x="0" y="4"/>
                </a:cxn>
              </a:cxnLst>
              <a:rect l="0" t="0" r="r" b="b"/>
              <a:pathLst>
                <a:path w="7" h="5">
                  <a:moveTo>
                    <a:pt x="0" y="4"/>
                  </a:moveTo>
                  <a:cubicBezTo>
                    <a:pt x="0" y="4"/>
                    <a:pt x="1" y="0"/>
                    <a:pt x="1" y="0"/>
                  </a:cubicBezTo>
                  <a:cubicBezTo>
                    <a:pt x="2" y="0"/>
                    <a:pt x="7" y="1"/>
                    <a:pt x="7" y="1"/>
                  </a:cubicBezTo>
                  <a:cubicBezTo>
                    <a:pt x="7" y="5"/>
                    <a:pt x="5" y="2"/>
                    <a:pt x="2" y="2"/>
                  </a:cubicBezTo>
                  <a:cubicBezTo>
                    <a:pt x="2" y="2"/>
                    <a:pt x="1" y="3"/>
                    <a:pt x="1" y="4"/>
                  </a:cubicBezTo>
                  <a:cubicBezTo>
                    <a:pt x="1" y="4"/>
                    <a:pt x="0" y="4"/>
                    <a:pt x="0" y="4"/>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22"/>
            <p:cNvSpPr>
              <a:spLocks/>
            </p:cNvSpPr>
            <p:nvPr/>
          </p:nvSpPr>
          <p:spPr bwMode="auto">
            <a:xfrm>
              <a:off x="3856038" y="4314826"/>
              <a:ext cx="15875" cy="19050"/>
            </a:xfrm>
            <a:custGeom>
              <a:avLst/>
              <a:gdLst/>
              <a:ahLst/>
              <a:cxnLst>
                <a:cxn ang="0">
                  <a:pos x="4" y="9"/>
                </a:cxn>
                <a:cxn ang="0">
                  <a:pos x="0" y="6"/>
                </a:cxn>
                <a:cxn ang="0">
                  <a:pos x="2" y="5"/>
                </a:cxn>
                <a:cxn ang="0">
                  <a:pos x="1" y="5"/>
                </a:cxn>
                <a:cxn ang="0">
                  <a:pos x="1" y="3"/>
                </a:cxn>
                <a:cxn ang="0">
                  <a:pos x="4" y="1"/>
                </a:cxn>
                <a:cxn ang="0">
                  <a:pos x="5" y="6"/>
                </a:cxn>
                <a:cxn ang="0">
                  <a:pos x="3" y="5"/>
                </a:cxn>
                <a:cxn ang="0">
                  <a:pos x="4" y="9"/>
                </a:cxn>
              </a:cxnLst>
              <a:rect l="0" t="0" r="r" b="b"/>
              <a:pathLst>
                <a:path w="7" h="9">
                  <a:moveTo>
                    <a:pt x="4" y="9"/>
                  </a:moveTo>
                  <a:cubicBezTo>
                    <a:pt x="3" y="8"/>
                    <a:pt x="0" y="8"/>
                    <a:pt x="0" y="6"/>
                  </a:cubicBezTo>
                  <a:cubicBezTo>
                    <a:pt x="0" y="6"/>
                    <a:pt x="2" y="6"/>
                    <a:pt x="2" y="5"/>
                  </a:cubicBezTo>
                  <a:cubicBezTo>
                    <a:pt x="2" y="5"/>
                    <a:pt x="1" y="5"/>
                    <a:pt x="1" y="5"/>
                  </a:cubicBezTo>
                  <a:cubicBezTo>
                    <a:pt x="1" y="4"/>
                    <a:pt x="1" y="4"/>
                    <a:pt x="1" y="3"/>
                  </a:cubicBezTo>
                  <a:cubicBezTo>
                    <a:pt x="1" y="1"/>
                    <a:pt x="2" y="0"/>
                    <a:pt x="4" y="1"/>
                  </a:cubicBezTo>
                  <a:cubicBezTo>
                    <a:pt x="5" y="2"/>
                    <a:pt x="5" y="5"/>
                    <a:pt x="5" y="6"/>
                  </a:cubicBezTo>
                  <a:cubicBezTo>
                    <a:pt x="4" y="6"/>
                    <a:pt x="4" y="5"/>
                    <a:pt x="3" y="5"/>
                  </a:cubicBezTo>
                  <a:cubicBezTo>
                    <a:pt x="3" y="5"/>
                    <a:pt x="7" y="9"/>
                    <a:pt x="4" y="9"/>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23"/>
            <p:cNvSpPr>
              <a:spLocks/>
            </p:cNvSpPr>
            <p:nvPr/>
          </p:nvSpPr>
          <p:spPr bwMode="auto">
            <a:xfrm>
              <a:off x="3841751" y="4321176"/>
              <a:ext cx="20638" cy="12700"/>
            </a:xfrm>
            <a:custGeom>
              <a:avLst/>
              <a:gdLst/>
              <a:ahLst/>
              <a:cxnLst>
                <a:cxn ang="0">
                  <a:pos x="3" y="5"/>
                </a:cxn>
                <a:cxn ang="0">
                  <a:pos x="3" y="1"/>
                </a:cxn>
                <a:cxn ang="0">
                  <a:pos x="3" y="5"/>
                </a:cxn>
              </a:cxnLst>
              <a:rect l="0" t="0" r="r" b="b"/>
              <a:pathLst>
                <a:path w="10" h="6">
                  <a:moveTo>
                    <a:pt x="3" y="5"/>
                  </a:moveTo>
                  <a:cubicBezTo>
                    <a:pt x="2" y="3"/>
                    <a:pt x="0" y="2"/>
                    <a:pt x="3" y="1"/>
                  </a:cubicBezTo>
                  <a:cubicBezTo>
                    <a:pt x="4" y="0"/>
                    <a:pt x="10" y="6"/>
                    <a:pt x="3"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24"/>
            <p:cNvSpPr>
              <a:spLocks/>
            </p:cNvSpPr>
            <p:nvPr/>
          </p:nvSpPr>
          <p:spPr bwMode="auto">
            <a:xfrm>
              <a:off x="3817938" y="4314826"/>
              <a:ext cx="17463" cy="23813"/>
            </a:xfrm>
            <a:custGeom>
              <a:avLst/>
              <a:gdLst/>
              <a:ahLst/>
              <a:cxnLst>
                <a:cxn ang="0">
                  <a:pos x="1" y="9"/>
                </a:cxn>
                <a:cxn ang="0">
                  <a:pos x="1" y="8"/>
                </a:cxn>
                <a:cxn ang="0">
                  <a:pos x="1" y="9"/>
                </a:cxn>
              </a:cxnLst>
              <a:rect l="0" t="0" r="r" b="b"/>
              <a:pathLst>
                <a:path w="8" h="11">
                  <a:moveTo>
                    <a:pt x="1" y="9"/>
                  </a:moveTo>
                  <a:cubicBezTo>
                    <a:pt x="1" y="9"/>
                    <a:pt x="1" y="9"/>
                    <a:pt x="1" y="8"/>
                  </a:cubicBezTo>
                  <a:cubicBezTo>
                    <a:pt x="0" y="0"/>
                    <a:pt x="8" y="11"/>
                    <a:pt x="1" y="9"/>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5"/>
            <p:cNvSpPr>
              <a:spLocks/>
            </p:cNvSpPr>
            <p:nvPr/>
          </p:nvSpPr>
          <p:spPr bwMode="auto">
            <a:xfrm>
              <a:off x="3854451" y="4333876"/>
              <a:ext cx="14288" cy="11113"/>
            </a:xfrm>
            <a:custGeom>
              <a:avLst/>
              <a:gdLst/>
              <a:ahLst/>
              <a:cxnLst>
                <a:cxn ang="0">
                  <a:pos x="0" y="5"/>
                </a:cxn>
                <a:cxn ang="0">
                  <a:pos x="4" y="1"/>
                </a:cxn>
                <a:cxn ang="0">
                  <a:pos x="0" y="5"/>
                </a:cxn>
              </a:cxnLst>
              <a:rect l="0" t="0" r="r" b="b"/>
              <a:pathLst>
                <a:path w="7" h="5">
                  <a:moveTo>
                    <a:pt x="0" y="5"/>
                  </a:moveTo>
                  <a:cubicBezTo>
                    <a:pt x="0" y="4"/>
                    <a:pt x="2" y="0"/>
                    <a:pt x="4" y="1"/>
                  </a:cubicBezTo>
                  <a:cubicBezTo>
                    <a:pt x="7" y="2"/>
                    <a:pt x="2" y="4"/>
                    <a:pt x="0"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26"/>
            <p:cNvSpPr>
              <a:spLocks/>
            </p:cNvSpPr>
            <p:nvPr/>
          </p:nvSpPr>
          <p:spPr bwMode="auto">
            <a:xfrm>
              <a:off x="3798888" y="4335463"/>
              <a:ext cx="23813" cy="19050"/>
            </a:xfrm>
            <a:custGeom>
              <a:avLst/>
              <a:gdLst/>
              <a:ahLst/>
              <a:cxnLst>
                <a:cxn ang="0">
                  <a:pos x="4" y="9"/>
                </a:cxn>
                <a:cxn ang="0">
                  <a:pos x="5" y="6"/>
                </a:cxn>
                <a:cxn ang="0">
                  <a:pos x="4" y="6"/>
                </a:cxn>
                <a:cxn ang="0">
                  <a:pos x="3" y="3"/>
                </a:cxn>
                <a:cxn ang="0">
                  <a:pos x="5" y="3"/>
                </a:cxn>
                <a:cxn ang="0">
                  <a:pos x="7" y="3"/>
                </a:cxn>
                <a:cxn ang="0">
                  <a:pos x="10" y="1"/>
                </a:cxn>
                <a:cxn ang="0">
                  <a:pos x="4" y="9"/>
                </a:cxn>
              </a:cxnLst>
              <a:rect l="0" t="0" r="r" b="b"/>
              <a:pathLst>
                <a:path w="11" h="9">
                  <a:moveTo>
                    <a:pt x="4" y="9"/>
                  </a:moveTo>
                  <a:cubicBezTo>
                    <a:pt x="2" y="7"/>
                    <a:pt x="6" y="6"/>
                    <a:pt x="5" y="6"/>
                  </a:cubicBezTo>
                  <a:cubicBezTo>
                    <a:pt x="5" y="6"/>
                    <a:pt x="4" y="6"/>
                    <a:pt x="4" y="6"/>
                  </a:cubicBezTo>
                  <a:cubicBezTo>
                    <a:pt x="3" y="5"/>
                    <a:pt x="0" y="3"/>
                    <a:pt x="3" y="3"/>
                  </a:cubicBezTo>
                  <a:cubicBezTo>
                    <a:pt x="5" y="3"/>
                    <a:pt x="8" y="7"/>
                    <a:pt x="5" y="3"/>
                  </a:cubicBezTo>
                  <a:cubicBezTo>
                    <a:pt x="4" y="3"/>
                    <a:pt x="6" y="4"/>
                    <a:pt x="7" y="3"/>
                  </a:cubicBezTo>
                  <a:cubicBezTo>
                    <a:pt x="7" y="3"/>
                    <a:pt x="9" y="0"/>
                    <a:pt x="10" y="1"/>
                  </a:cubicBezTo>
                  <a:cubicBezTo>
                    <a:pt x="11" y="6"/>
                    <a:pt x="8" y="9"/>
                    <a:pt x="4" y="9"/>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7"/>
            <p:cNvSpPr>
              <a:spLocks/>
            </p:cNvSpPr>
            <p:nvPr/>
          </p:nvSpPr>
          <p:spPr bwMode="auto">
            <a:xfrm>
              <a:off x="3848101" y="4443413"/>
              <a:ext cx="30163" cy="11113"/>
            </a:xfrm>
            <a:custGeom>
              <a:avLst/>
              <a:gdLst/>
              <a:ahLst/>
              <a:cxnLst>
                <a:cxn ang="0">
                  <a:pos x="4" y="5"/>
                </a:cxn>
                <a:cxn ang="0">
                  <a:pos x="0" y="4"/>
                </a:cxn>
                <a:cxn ang="0">
                  <a:pos x="3" y="1"/>
                </a:cxn>
                <a:cxn ang="0">
                  <a:pos x="5" y="2"/>
                </a:cxn>
                <a:cxn ang="0">
                  <a:pos x="3" y="1"/>
                </a:cxn>
                <a:cxn ang="0">
                  <a:pos x="4" y="0"/>
                </a:cxn>
                <a:cxn ang="0">
                  <a:pos x="13" y="1"/>
                </a:cxn>
                <a:cxn ang="0">
                  <a:pos x="4" y="5"/>
                </a:cxn>
              </a:cxnLst>
              <a:rect l="0" t="0" r="r" b="b"/>
              <a:pathLst>
                <a:path w="14" h="5">
                  <a:moveTo>
                    <a:pt x="4" y="5"/>
                  </a:moveTo>
                  <a:cubicBezTo>
                    <a:pt x="3" y="4"/>
                    <a:pt x="1" y="5"/>
                    <a:pt x="0" y="4"/>
                  </a:cubicBezTo>
                  <a:cubicBezTo>
                    <a:pt x="0" y="3"/>
                    <a:pt x="2" y="1"/>
                    <a:pt x="3" y="1"/>
                  </a:cubicBezTo>
                  <a:cubicBezTo>
                    <a:pt x="4" y="1"/>
                    <a:pt x="6" y="3"/>
                    <a:pt x="5" y="2"/>
                  </a:cubicBezTo>
                  <a:cubicBezTo>
                    <a:pt x="5" y="2"/>
                    <a:pt x="4" y="2"/>
                    <a:pt x="3" y="1"/>
                  </a:cubicBezTo>
                  <a:cubicBezTo>
                    <a:pt x="3" y="0"/>
                    <a:pt x="4" y="0"/>
                    <a:pt x="4" y="0"/>
                  </a:cubicBezTo>
                  <a:cubicBezTo>
                    <a:pt x="6" y="0"/>
                    <a:pt x="13" y="1"/>
                    <a:pt x="13" y="1"/>
                  </a:cubicBezTo>
                  <a:cubicBezTo>
                    <a:pt x="14" y="2"/>
                    <a:pt x="5" y="5"/>
                    <a:pt x="4"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8"/>
            <p:cNvSpPr>
              <a:spLocks/>
            </p:cNvSpPr>
            <p:nvPr/>
          </p:nvSpPr>
          <p:spPr bwMode="auto">
            <a:xfrm>
              <a:off x="3817938" y="4443413"/>
              <a:ext cx="19050" cy="17463"/>
            </a:xfrm>
            <a:custGeom>
              <a:avLst/>
              <a:gdLst/>
              <a:ahLst/>
              <a:cxnLst>
                <a:cxn ang="0">
                  <a:pos x="0" y="7"/>
                </a:cxn>
                <a:cxn ang="0">
                  <a:pos x="6" y="4"/>
                </a:cxn>
                <a:cxn ang="0">
                  <a:pos x="5" y="3"/>
                </a:cxn>
                <a:cxn ang="0">
                  <a:pos x="7" y="1"/>
                </a:cxn>
                <a:cxn ang="0">
                  <a:pos x="8" y="2"/>
                </a:cxn>
                <a:cxn ang="0">
                  <a:pos x="8" y="7"/>
                </a:cxn>
                <a:cxn ang="0">
                  <a:pos x="0" y="7"/>
                </a:cxn>
              </a:cxnLst>
              <a:rect l="0" t="0" r="r" b="b"/>
              <a:pathLst>
                <a:path w="9" h="8">
                  <a:moveTo>
                    <a:pt x="0" y="7"/>
                  </a:moveTo>
                  <a:cubicBezTo>
                    <a:pt x="0" y="3"/>
                    <a:pt x="4" y="5"/>
                    <a:pt x="6" y="4"/>
                  </a:cubicBezTo>
                  <a:cubicBezTo>
                    <a:pt x="6" y="4"/>
                    <a:pt x="5" y="4"/>
                    <a:pt x="5" y="3"/>
                  </a:cubicBezTo>
                  <a:cubicBezTo>
                    <a:pt x="5" y="3"/>
                    <a:pt x="7" y="1"/>
                    <a:pt x="7" y="1"/>
                  </a:cubicBezTo>
                  <a:cubicBezTo>
                    <a:pt x="8" y="0"/>
                    <a:pt x="8" y="2"/>
                    <a:pt x="8" y="2"/>
                  </a:cubicBezTo>
                  <a:cubicBezTo>
                    <a:pt x="8" y="3"/>
                    <a:pt x="9" y="7"/>
                    <a:pt x="8" y="7"/>
                  </a:cubicBezTo>
                  <a:cubicBezTo>
                    <a:pt x="4" y="8"/>
                    <a:pt x="5" y="4"/>
                    <a:pt x="0" y="7"/>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9"/>
            <p:cNvSpPr>
              <a:spLocks/>
            </p:cNvSpPr>
            <p:nvPr/>
          </p:nvSpPr>
          <p:spPr bwMode="auto">
            <a:xfrm>
              <a:off x="3817938" y="4460876"/>
              <a:ext cx="22225" cy="19050"/>
            </a:xfrm>
            <a:custGeom>
              <a:avLst/>
              <a:gdLst/>
              <a:ahLst/>
              <a:cxnLst>
                <a:cxn ang="0">
                  <a:pos x="6" y="9"/>
                </a:cxn>
                <a:cxn ang="0">
                  <a:pos x="0" y="0"/>
                </a:cxn>
                <a:cxn ang="0">
                  <a:pos x="2" y="0"/>
                </a:cxn>
                <a:cxn ang="0">
                  <a:pos x="7" y="1"/>
                </a:cxn>
                <a:cxn ang="0">
                  <a:pos x="8" y="3"/>
                </a:cxn>
                <a:cxn ang="0">
                  <a:pos x="9" y="2"/>
                </a:cxn>
                <a:cxn ang="0">
                  <a:pos x="10" y="3"/>
                </a:cxn>
                <a:cxn ang="0">
                  <a:pos x="6" y="9"/>
                </a:cxn>
              </a:cxnLst>
              <a:rect l="0" t="0" r="r" b="b"/>
              <a:pathLst>
                <a:path w="10" h="9">
                  <a:moveTo>
                    <a:pt x="6" y="9"/>
                  </a:moveTo>
                  <a:cubicBezTo>
                    <a:pt x="4" y="7"/>
                    <a:pt x="0" y="1"/>
                    <a:pt x="0" y="0"/>
                  </a:cubicBezTo>
                  <a:cubicBezTo>
                    <a:pt x="0" y="0"/>
                    <a:pt x="1" y="0"/>
                    <a:pt x="2" y="0"/>
                  </a:cubicBezTo>
                  <a:cubicBezTo>
                    <a:pt x="3" y="0"/>
                    <a:pt x="6" y="1"/>
                    <a:pt x="7" y="1"/>
                  </a:cubicBezTo>
                  <a:cubicBezTo>
                    <a:pt x="7" y="2"/>
                    <a:pt x="7" y="3"/>
                    <a:pt x="8" y="3"/>
                  </a:cubicBezTo>
                  <a:cubicBezTo>
                    <a:pt x="8" y="3"/>
                    <a:pt x="9" y="2"/>
                    <a:pt x="9" y="2"/>
                  </a:cubicBezTo>
                  <a:cubicBezTo>
                    <a:pt x="10" y="2"/>
                    <a:pt x="10" y="3"/>
                    <a:pt x="10" y="3"/>
                  </a:cubicBezTo>
                  <a:cubicBezTo>
                    <a:pt x="10" y="7"/>
                    <a:pt x="9" y="7"/>
                    <a:pt x="6" y="9"/>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30"/>
            <p:cNvSpPr>
              <a:spLocks/>
            </p:cNvSpPr>
            <p:nvPr/>
          </p:nvSpPr>
          <p:spPr bwMode="auto">
            <a:xfrm>
              <a:off x="3803651" y="4456113"/>
              <a:ext cx="36513" cy="38100"/>
            </a:xfrm>
            <a:custGeom>
              <a:avLst/>
              <a:gdLst/>
              <a:ahLst/>
              <a:cxnLst>
                <a:cxn ang="0">
                  <a:pos x="10" y="18"/>
                </a:cxn>
                <a:cxn ang="0">
                  <a:pos x="7" y="10"/>
                </a:cxn>
                <a:cxn ang="0">
                  <a:pos x="7" y="9"/>
                </a:cxn>
                <a:cxn ang="0">
                  <a:pos x="3" y="11"/>
                </a:cxn>
                <a:cxn ang="0">
                  <a:pos x="6" y="8"/>
                </a:cxn>
                <a:cxn ang="0">
                  <a:pos x="3" y="9"/>
                </a:cxn>
                <a:cxn ang="0">
                  <a:pos x="4" y="6"/>
                </a:cxn>
                <a:cxn ang="0">
                  <a:pos x="2" y="6"/>
                </a:cxn>
                <a:cxn ang="0">
                  <a:pos x="2" y="1"/>
                </a:cxn>
                <a:cxn ang="0">
                  <a:pos x="5" y="0"/>
                </a:cxn>
                <a:cxn ang="0">
                  <a:pos x="10" y="18"/>
                </a:cxn>
              </a:cxnLst>
              <a:rect l="0" t="0" r="r" b="b"/>
              <a:pathLst>
                <a:path w="17" h="18">
                  <a:moveTo>
                    <a:pt x="10" y="18"/>
                  </a:moveTo>
                  <a:cubicBezTo>
                    <a:pt x="9" y="15"/>
                    <a:pt x="8" y="11"/>
                    <a:pt x="7" y="10"/>
                  </a:cubicBezTo>
                  <a:cubicBezTo>
                    <a:pt x="7" y="10"/>
                    <a:pt x="8" y="9"/>
                    <a:pt x="7" y="9"/>
                  </a:cubicBezTo>
                  <a:cubicBezTo>
                    <a:pt x="6" y="9"/>
                    <a:pt x="4" y="13"/>
                    <a:pt x="3" y="11"/>
                  </a:cubicBezTo>
                  <a:cubicBezTo>
                    <a:pt x="2" y="9"/>
                    <a:pt x="5" y="9"/>
                    <a:pt x="6" y="8"/>
                  </a:cubicBezTo>
                  <a:cubicBezTo>
                    <a:pt x="6" y="7"/>
                    <a:pt x="4" y="9"/>
                    <a:pt x="3" y="9"/>
                  </a:cubicBezTo>
                  <a:cubicBezTo>
                    <a:pt x="1" y="9"/>
                    <a:pt x="4" y="6"/>
                    <a:pt x="4" y="6"/>
                  </a:cubicBezTo>
                  <a:cubicBezTo>
                    <a:pt x="3" y="5"/>
                    <a:pt x="3" y="7"/>
                    <a:pt x="2" y="6"/>
                  </a:cubicBezTo>
                  <a:cubicBezTo>
                    <a:pt x="1" y="5"/>
                    <a:pt x="0" y="2"/>
                    <a:pt x="2" y="1"/>
                  </a:cubicBezTo>
                  <a:cubicBezTo>
                    <a:pt x="2" y="1"/>
                    <a:pt x="5" y="0"/>
                    <a:pt x="5" y="0"/>
                  </a:cubicBezTo>
                  <a:cubicBezTo>
                    <a:pt x="6" y="1"/>
                    <a:pt x="17" y="17"/>
                    <a:pt x="10" y="18"/>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31"/>
            <p:cNvSpPr>
              <a:spLocks/>
            </p:cNvSpPr>
            <p:nvPr/>
          </p:nvSpPr>
          <p:spPr bwMode="auto">
            <a:xfrm>
              <a:off x="3830638" y="4460876"/>
              <a:ext cx="30163" cy="31750"/>
            </a:xfrm>
            <a:custGeom>
              <a:avLst/>
              <a:gdLst/>
              <a:ahLst/>
              <a:cxnLst>
                <a:cxn ang="0">
                  <a:pos x="10" y="15"/>
                </a:cxn>
                <a:cxn ang="0">
                  <a:pos x="6" y="14"/>
                </a:cxn>
                <a:cxn ang="0">
                  <a:pos x="0" y="10"/>
                </a:cxn>
                <a:cxn ang="0">
                  <a:pos x="7" y="9"/>
                </a:cxn>
                <a:cxn ang="0">
                  <a:pos x="4" y="4"/>
                </a:cxn>
                <a:cxn ang="0">
                  <a:pos x="4" y="1"/>
                </a:cxn>
                <a:cxn ang="0">
                  <a:pos x="4" y="0"/>
                </a:cxn>
                <a:cxn ang="0">
                  <a:pos x="6" y="5"/>
                </a:cxn>
                <a:cxn ang="0">
                  <a:pos x="9" y="7"/>
                </a:cxn>
                <a:cxn ang="0">
                  <a:pos x="7" y="8"/>
                </a:cxn>
                <a:cxn ang="0">
                  <a:pos x="9" y="9"/>
                </a:cxn>
                <a:cxn ang="0">
                  <a:pos x="9" y="12"/>
                </a:cxn>
                <a:cxn ang="0">
                  <a:pos x="10" y="15"/>
                </a:cxn>
              </a:cxnLst>
              <a:rect l="0" t="0" r="r" b="b"/>
              <a:pathLst>
                <a:path w="14" h="15">
                  <a:moveTo>
                    <a:pt x="10" y="15"/>
                  </a:moveTo>
                  <a:cubicBezTo>
                    <a:pt x="8" y="14"/>
                    <a:pt x="8" y="14"/>
                    <a:pt x="6" y="14"/>
                  </a:cubicBezTo>
                  <a:cubicBezTo>
                    <a:pt x="4" y="13"/>
                    <a:pt x="0" y="14"/>
                    <a:pt x="0" y="10"/>
                  </a:cubicBezTo>
                  <a:cubicBezTo>
                    <a:pt x="2" y="3"/>
                    <a:pt x="7" y="13"/>
                    <a:pt x="7" y="9"/>
                  </a:cubicBezTo>
                  <a:cubicBezTo>
                    <a:pt x="7" y="8"/>
                    <a:pt x="4" y="7"/>
                    <a:pt x="4" y="4"/>
                  </a:cubicBezTo>
                  <a:cubicBezTo>
                    <a:pt x="4" y="3"/>
                    <a:pt x="4" y="2"/>
                    <a:pt x="4" y="1"/>
                  </a:cubicBezTo>
                  <a:cubicBezTo>
                    <a:pt x="4" y="1"/>
                    <a:pt x="4" y="0"/>
                    <a:pt x="4" y="0"/>
                  </a:cubicBezTo>
                  <a:cubicBezTo>
                    <a:pt x="6" y="0"/>
                    <a:pt x="6" y="4"/>
                    <a:pt x="6" y="5"/>
                  </a:cubicBezTo>
                  <a:cubicBezTo>
                    <a:pt x="7" y="6"/>
                    <a:pt x="8" y="6"/>
                    <a:pt x="9" y="7"/>
                  </a:cubicBezTo>
                  <a:cubicBezTo>
                    <a:pt x="9" y="7"/>
                    <a:pt x="7" y="7"/>
                    <a:pt x="7" y="8"/>
                  </a:cubicBezTo>
                  <a:cubicBezTo>
                    <a:pt x="7" y="8"/>
                    <a:pt x="8" y="8"/>
                    <a:pt x="9" y="9"/>
                  </a:cubicBezTo>
                  <a:cubicBezTo>
                    <a:pt x="9" y="9"/>
                    <a:pt x="9" y="11"/>
                    <a:pt x="9" y="12"/>
                  </a:cubicBezTo>
                  <a:cubicBezTo>
                    <a:pt x="10" y="13"/>
                    <a:pt x="14" y="12"/>
                    <a:pt x="10" y="1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2"/>
            <p:cNvSpPr>
              <a:spLocks/>
            </p:cNvSpPr>
            <p:nvPr/>
          </p:nvSpPr>
          <p:spPr bwMode="auto">
            <a:xfrm>
              <a:off x="3805238" y="4473576"/>
              <a:ext cx="28575" cy="20638"/>
            </a:xfrm>
            <a:custGeom>
              <a:avLst/>
              <a:gdLst/>
              <a:ahLst/>
              <a:cxnLst>
                <a:cxn ang="0">
                  <a:pos x="2" y="10"/>
                </a:cxn>
                <a:cxn ang="0">
                  <a:pos x="5" y="8"/>
                </a:cxn>
                <a:cxn ang="0">
                  <a:pos x="2" y="8"/>
                </a:cxn>
                <a:cxn ang="0">
                  <a:pos x="1" y="4"/>
                </a:cxn>
                <a:cxn ang="0">
                  <a:pos x="2" y="10"/>
                </a:cxn>
              </a:cxnLst>
              <a:rect l="0" t="0" r="r" b="b"/>
              <a:pathLst>
                <a:path w="13" h="10">
                  <a:moveTo>
                    <a:pt x="2" y="10"/>
                  </a:moveTo>
                  <a:cubicBezTo>
                    <a:pt x="2" y="8"/>
                    <a:pt x="4" y="10"/>
                    <a:pt x="5" y="8"/>
                  </a:cubicBezTo>
                  <a:cubicBezTo>
                    <a:pt x="5" y="7"/>
                    <a:pt x="2" y="8"/>
                    <a:pt x="2" y="8"/>
                  </a:cubicBezTo>
                  <a:cubicBezTo>
                    <a:pt x="0" y="8"/>
                    <a:pt x="0" y="5"/>
                    <a:pt x="1" y="4"/>
                  </a:cubicBezTo>
                  <a:cubicBezTo>
                    <a:pt x="4" y="0"/>
                    <a:pt x="13" y="7"/>
                    <a:pt x="2" y="1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3"/>
            <p:cNvSpPr>
              <a:spLocks/>
            </p:cNvSpPr>
            <p:nvPr/>
          </p:nvSpPr>
          <p:spPr bwMode="auto">
            <a:xfrm>
              <a:off x="3808413" y="4487863"/>
              <a:ext cx="15875" cy="12700"/>
            </a:xfrm>
            <a:custGeom>
              <a:avLst/>
              <a:gdLst/>
              <a:ahLst/>
              <a:cxnLst>
                <a:cxn ang="0">
                  <a:pos x="1" y="6"/>
                </a:cxn>
                <a:cxn ang="0">
                  <a:pos x="0" y="4"/>
                </a:cxn>
                <a:cxn ang="0">
                  <a:pos x="3" y="4"/>
                </a:cxn>
                <a:cxn ang="0">
                  <a:pos x="8" y="3"/>
                </a:cxn>
                <a:cxn ang="0">
                  <a:pos x="1" y="6"/>
                </a:cxn>
              </a:cxnLst>
              <a:rect l="0" t="0" r="r" b="b"/>
              <a:pathLst>
                <a:path w="8" h="6">
                  <a:moveTo>
                    <a:pt x="1" y="6"/>
                  </a:moveTo>
                  <a:cubicBezTo>
                    <a:pt x="1" y="5"/>
                    <a:pt x="0" y="4"/>
                    <a:pt x="0" y="4"/>
                  </a:cubicBezTo>
                  <a:cubicBezTo>
                    <a:pt x="3" y="4"/>
                    <a:pt x="3" y="4"/>
                    <a:pt x="3" y="4"/>
                  </a:cubicBezTo>
                  <a:cubicBezTo>
                    <a:pt x="5" y="3"/>
                    <a:pt x="7" y="0"/>
                    <a:pt x="8" y="3"/>
                  </a:cubicBezTo>
                  <a:cubicBezTo>
                    <a:pt x="8" y="3"/>
                    <a:pt x="2" y="5"/>
                    <a:pt x="1" y="6"/>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4"/>
            <p:cNvSpPr>
              <a:spLocks/>
            </p:cNvSpPr>
            <p:nvPr/>
          </p:nvSpPr>
          <p:spPr bwMode="auto">
            <a:xfrm>
              <a:off x="3810001" y="4500563"/>
              <a:ext cx="25400" cy="12700"/>
            </a:xfrm>
            <a:custGeom>
              <a:avLst/>
              <a:gdLst/>
              <a:ahLst/>
              <a:cxnLst>
                <a:cxn ang="0">
                  <a:pos x="9" y="6"/>
                </a:cxn>
                <a:cxn ang="0">
                  <a:pos x="7" y="3"/>
                </a:cxn>
                <a:cxn ang="0">
                  <a:pos x="5" y="6"/>
                </a:cxn>
                <a:cxn ang="0">
                  <a:pos x="4" y="4"/>
                </a:cxn>
                <a:cxn ang="0">
                  <a:pos x="1" y="4"/>
                </a:cxn>
                <a:cxn ang="0">
                  <a:pos x="1" y="1"/>
                </a:cxn>
                <a:cxn ang="0">
                  <a:pos x="4" y="1"/>
                </a:cxn>
                <a:cxn ang="0">
                  <a:pos x="3" y="2"/>
                </a:cxn>
                <a:cxn ang="0">
                  <a:pos x="5" y="0"/>
                </a:cxn>
                <a:cxn ang="0">
                  <a:pos x="5" y="2"/>
                </a:cxn>
                <a:cxn ang="0">
                  <a:pos x="6" y="1"/>
                </a:cxn>
                <a:cxn ang="0">
                  <a:pos x="9" y="6"/>
                </a:cxn>
              </a:cxnLst>
              <a:rect l="0" t="0" r="r" b="b"/>
              <a:pathLst>
                <a:path w="12" h="6">
                  <a:moveTo>
                    <a:pt x="9" y="6"/>
                  </a:moveTo>
                  <a:cubicBezTo>
                    <a:pt x="7" y="3"/>
                    <a:pt x="7" y="3"/>
                    <a:pt x="7" y="3"/>
                  </a:cubicBezTo>
                  <a:cubicBezTo>
                    <a:pt x="7" y="3"/>
                    <a:pt x="5" y="6"/>
                    <a:pt x="5" y="6"/>
                  </a:cubicBezTo>
                  <a:cubicBezTo>
                    <a:pt x="1" y="6"/>
                    <a:pt x="4" y="4"/>
                    <a:pt x="4" y="4"/>
                  </a:cubicBezTo>
                  <a:cubicBezTo>
                    <a:pt x="5" y="3"/>
                    <a:pt x="2" y="5"/>
                    <a:pt x="1" y="4"/>
                  </a:cubicBezTo>
                  <a:cubicBezTo>
                    <a:pt x="0" y="4"/>
                    <a:pt x="0" y="1"/>
                    <a:pt x="1" y="1"/>
                  </a:cubicBezTo>
                  <a:cubicBezTo>
                    <a:pt x="1" y="1"/>
                    <a:pt x="4" y="1"/>
                    <a:pt x="4" y="1"/>
                  </a:cubicBezTo>
                  <a:cubicBezTo>
                    <a:pt x="4" y="1"/>
                    <a:pt x="3" y="3"/>
                    <a:pt x="3" y="2"/>
                  </a:cubicBezTo>
                  <a:cubicBezTo>
                    <a:pt x="5" y="0"/>
                    <a:pt x="5" y="0"/>
                    <a:pt x="5" y="0"/>
                  </a:cubicBezTo>
                  <a:cubicBezTo>
                    <a:pt x="5" y="0"/>
                    <a:pt x="5" y="1"/>
                    <a:pt x="5" y="2"/>
                  </a:cubicBezTo>
                  <a:cubicBezTo>
                    <a:pt x="6" y="2"/>
                    <a:pt x="5" y="1"/>
                    <a:pt x="6" y="1"/>
                  </a:cubicBezTo>
                  <a:cubicBezTo>
                    <a:pt x="7" y="0"/>
                    <a:pt x="12" y="6"/>
                    <a:pt x="9" y="6"/>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5"/>
            <p:cNvSpPr>
              <a:spLocks/>
            </p:cNvSpPr>
            <p:nvPr/>
          </p:nvSpPr>
          <p:spPr bwMode="auto">
            <a:xfrm>
              <a:off x="3810001" y="4506913"/>
              <a:ext cx="17463" cy="17463"/>
            </a:xfrm>
            <a:custGeom>
              <a:avLst/>
              <a:gdLst/>
              <a:ahLst/>
              <a:cxnLst>
                <a:cxn ang="0">
                  <a:pos x="5" y="8"/>
                </a:cxn>
                <a:cxn ang="0">
                  <a:pos x="5" y="3"/>
                </a:cxn>
                <a:cxn ang="0">
                  <a:pos x="7" y="1"/>
                </a:cxn>
                <a:cxn ang="0">
                  <a:pos x="8" y="5"/>
                </a:cxn>
                <a:cxn ang="0">
                  <a:pos x="5" y="8"/>
                </a:cxn>
              </a:cxnLst>
              <a:rect l="0" t="0" r="r" b="b"/>
              <a:pathLst>
                <a:path w="8" h="8">
                  <a:moveTo>
                    <a:pt x="5" y="8"/>
                  </a:moveTo>
                  <a:cubicBezTo>
                    <a:pt x="0" y="5"/>
                    <a:pt x="4" y="5"/>
                    <a:pt x="5" y="3"/>
                  </a:cubicBezTo>
                  <a:cubicBezTo>
                    <a:pt x="5" y="2"/>
                    <a:pt x="6" y="0"/>
                    <a:pt x="7" y="1"/>
                  </a:cubicBezTo>
                  <a:cubicBezTo>
                    <a:pt x="7" y="1"/>
                    <a:pt x="8" y="4"/>
                    <a:pt x="8" y="5"/>
                  </a:cubicBezTo>
                  <a:cubicBezTo>
                    <a:pt x="7" y="6"/>
                    <a:pt x="2" y="8"/>
                    <a:pt x="5" y="8"/>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6"/>
            <p:cNvSpPr>
              <a:spLocks/>
            </p:cNvSpPr>
            <p:nvPr/>
          </p:nvSpPr>
          <p:spPr bwMode="auto">
            <a:xfrm>
              <a:off x="3829051" y="4510088"/>
              <a:ext cx="17463" cy="14288"/>
            </a:xfrm>
            <a:custGeom>
              <a:avLst/>
              <a:gdLst/>
              <a:ahLst/>
              <a:cxnLst>
                <a:cxn ang="0">
                  <a:pos x="7" y="7"/>
                </a:cxn>
                <a:cxn ang="0">
                  <a:pos x="1" y="4"/>
                </a:cxn>
                <a:cxn ang="0">
                  <a:pos x="2" y="0"/>
                </a:cxn>
                <a:cxn ang="0">
                  <a:pos x="5" y="2"/>
                </a:cxn>
                <a:cxn ang="0">
                  <a:pos x="5" y="1"/>
                </a:cxn>
                <a:cxn ang="0">
                  <a:pos x="7" y="7"/>
                </a:cxn>
              </a:cxnLst>
              <a:rect l="0" t="0" r="r" b="b"/>
              <a:pathLst>
                <a:path w="8" h="7">
                  <a:moveTo>
                    <a:pt x="7" y="7"/>
                  </a:moveTo>
                  <a:cubicBezTo>
                    <a:pt x="2" y="2"/>
                    <a:pt x="3" y="5"/>
                    <a:pt x="1" y="4"/>
                  </a:cubicBezTo>
                  <a:cubicBezTo>
                    <a:pt x="0" y="4"/>
                    <a:pt x="2" y="0"/>
                    <a:pt x="2" y="0"/>
                  </a:cubicBezTo>
                  <a:cubicBezTo>
                    <a:pt x="3" y="0"/>
                    <a:pt x="4" y="2"/>
                    <a:pt x="5" y="2"/>
                  </a:cubicBezTo>
                  <a:cubicBezTo>
                    <a:pt x="5" y="2"/>
                    <a:pt x="5" y="1"/>
                    <a:pt x="5" y="1"/>
                  </a:cubicBezTo>
                  <a:cubicBezTo>
                    <a:pt x="8" y="0"/>
                    <a:pt x="8" y="7"/>
                    <a:pt x="7" y="7"/>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7"/>
            <p:cNvSpPr>
              <a:spLocks/>
            </p:cNvSpPr>
            <p:nvPr/>
          </p:nvSpPr>
          <p:spPr bwMode="auto">
            <a:xfrm>
              <a:off x="3822701" y="4486276"/>
              <a:ext cx="49213" cy="82550"/>
            </a:xfrm>
            <a:custGeom>
              <a:avLst/>
              <a:gdLst/>
              <a:ahLst/>
              <a:cxnLst>
                <a:cxn ang="0">
                  <a:pos x="16" y="36"/>
                </a:cxn>
                <a:cxn ang="0">
                  <a:pos x="17" y="34"/>
                </a:cxn>
                <a:cxn ang="0">
                  <a:pos x="14" y="34"/>
                </a:cxn>
                <a:cxn ang="0">
                  <a:pos x="15" y="32"/>
                </a:cxn>
                <a:cxn ang="0">
                  <a:pos x="12" y="28"/>
                </a:cxn>
                <a:cxn ang="0">
                  <a:pos x="13" y="26"/>
                </a:cxn>
                <a:cxn ang="0">
                  <a:pos x="15" y="26"/>
                </a:cxn>
                <a:cxn ang="0">
                  <a:pos x="16" y="20"/>
                </a:cxn>
                <a:cxn ang="0">
                  <a:pos x="12" y="24"/>
                </a:cxn>
                <a:cxn ang="0">
                  <a:pos x="10" y="22"/>
                </a:cxn>
                <a:cxn ang="0">
                  <a:pos x="11" y="27"/>
                </a:cxn>
                <a:cxn ang="0">
                  <a:pos x="12" y="31"/>
                </a:cxn>
                <a:cxn ang="0">
                  <a:pos x="12" y="32"/>
                </a:cxn>
                <a:cxn ang="0">
                  <a:pos x="7" y="29"/>
                </a:cxn>
                <a:cxn ang="0">
                  <a:pos x="6" y="25"/>
                </a:cxn>
                <a:cxn ang="0">
                  <a:pos x="5" y="24"/>
                </a:cxn>
                <a:cxn ang="0">
                  <a:pos x="0" y="20"/>
                </a:cxn>
                <a:cxn ang="0">
                  <a:pos x="3" y="18"/>
                </a:cxn>
                <a:cxn ang="0">
                  <a:pos x="5" y="18"/>
                </a:cxn>
                <a:cxn ang="0">
                  <a:pos x="10" y="19"/>
                </a:cxn>
                <a:cxn ang="0">
                  <a:pos x="11" y="14"/>
                </a:cxn>
                <a:cxn ang="0">
                  <a:pos x="11" y="9"/>
                </a:cxn>
                <a:cxn ang="0">
                  <a:pos x="9" y="7"/>
                </a:cxn>
                <a:cxn ang="0">
                  <a:pos x="8" y="7"/>
                </a:cxn>
                <a:cxn ang="0">
                  <a:pos x="9" y="3"/>
                </a:cxn>
                <a:cxn ang="0">
                  <a:pos x="10" y="3"/>
                </a:cxn>
                <a:cxn ang="0">
                  <a:pos x="15" y="3"/>
                </a:cxn>
                <a:cxn ang="0">
                  <a:pos x="17" y="8"/>
                </a:cxn>
                <a:cxn ang="0">
                  <a:pos x="19" y="13"/>
                </a:cxn>
                <a:cxn ang="0">
                  <a:pos x="19" y="23"/>
                </a:cxn>
                <a:cxn ang="0">
                  <a:pos x="19" y="28"/>
                </a:cxn>
                <a:cxn ang="0">
                  <a:pos x="22" y="29"/>
                </a:cxn>
                <a:cxn ang="0">
                  <a:pos x="22" y="30"/>
                </a:cxn>
                <a:cxn ang="0">
                  <a:pos x="23" y="32"/>
                </a:cxn>
                <a:cxn ang="0">
                  <a:pos x="22" y="33"/>
                </a:cxn>
                <a:cxn ang="0">
                  <a:pos x="17" y="37"/>
                </a:cxn>
              </a:cxnLst>
              <a:rect l="0" t="0" r="r" b="b"/>
              <a:pathLst>
                <a:path w="23" h="39">
                  <a:moveTo>
                    <a:pt x="17" y="37"/>
                  </a:moveTo>
                  <a:cubicBezTo>
                    <a:pt x="16" y="36"/>
                    <a:pt x="16" y="36"/>
                    <a:pt x="16" y="36"/>
                  </a:cubicBezTo>
                  <a:cubicBezTo>
                    <a:pt x="16" y="36"/>
                    <a:pt x="15" y="36"/>
                    <a:pt x="15" y="36"/>
                  </a:cubicBezTo>
                  <a:cubicBezTo>
                    <a:pt x="14" y="35"/>
                    <a:pt x="16" y="34"/>
                    <a:pt x="17" y="34"/>
                  </a:cubicBezTo>
                  <a:cubicBezTo>
                    <a:pt x="17" y="34"/>
                    <a:pt x="18" y="35"/>
                    <a:pt x="18" y="34"/>
                  </a:cubicBezTo>
                  <a:cubicBezTo>
                    <a:pt x="20" y="31"/>
                    <a:pt x="14" y="35"/>
                    <a:pt x="14" y="34"/>
                  </a:cubicBezTo>
                  <a:cubicBezTo>
                    <a:pt x="12" y="31"/>
                    <a:pt x="18" y="33"/>
                    <a:pt x="17" y="32"/>
                  </a:cubicBezTo>
                  <a:cubicBezTo>
                    <a:pt x="16" y="31"/>
                    <a:pt x="15" y="32"/>
                    <a:pt x="15" y="32"/>
                  </a:cubicBezTo>
                  <a:cubicBezTo>
                    <a:pt x="13" y="31"/>
                    <a:pt x="18" y="29"/>
                    <a:pt x="14" y="31"/>
                  </a:cubicBezTo>
                  <a:cubicBezTo>
                    <a:pt x="14" y="31"/>
                    <a:pt x="12" y="28"/>
                    <a:pt x="12" y="28"/>
                  </a:cubicBezTo>
                  <a:cubicBezTo>
                    <a:pt x="13" y="27"/>
                    <a:pt x="14" y="29"/>
                    <a:pt x="14" y="28"/>
                  </a:cubicBezTo>
                  <a:cubicBezTo>
                    <a:pt x="14" y="27"/>
                    <a:pt x="12" y="26"/>
                    <a:pt x="13" y="26"/>
                  </a:cubicBezTo>
                  <a:cubicBezTo>
                    <a:pt x="13" y="26"/>
                    <a:pt x="14" y="26"/>
                    <a:pt x="14" y="26"/>
                  </a:cubicBezTo>
                  <a:cubicBezTo>
                    <a:pt x="14" y="26"/>
                    <a:pt x="15" y="27"/>
                    <a:pt x="15" y="26"/>
                  </a:cubicBezTo>
                  <a:cubicBezTo>
                    <a:pt x="15" y="26"/>
                    <a:pt x="12" y="26"/>
                    <a:pt x="12" y="24"/>
                  </a:cubicBezTo>
                  <a:cubicBezTo>
                    <a:pt x="14" y="21"/>
                    <a:pt x="16" y="25"/>
                    <a:pt x="16" y="20"/>
                  </a:cubicBezTo>
                  <a:cubicBezTo>
                    <a:pt x="16" y="19"/>
                    <a:pt x="15" y="20"/>
                    <a:pt x="15" y="20"/>
                  </a:cubicBezTo>
                  <a:cubicBezTo>
                    <a:pt x="13" y="23"/>
                    <a:pt x="12" y="23"/>
                    <a:pt x="12" y="24"/>
                  </a:cubicBezTo>
                  <a:cubicBezTo>
                    <a:pt x="11" y="24"/>
                    <a:pt x="11" y="25"/>
                    <a:pt x="11" y="24"/>
                  </a:cubicBezTo>
                  <a:cubicBezTo>
                    <a:pt x="11" y="24"/>
                    <a:pt x="11" y="23"/>
                    <a:pt x="10" y="22"/>
                  </a:cubicBezTo>
                  <a:cubicBezTo>
                    <a:pt x="10" y="22"/>
                    <a:pt x="10" y="28"/>
                    <a:pt x="10" y="28"/>
                  </a:cubicBezTo>
                  <a:cubicBezTo>
                    <a:pt x="11" y="28"/>
                    <a:pt x="11" y="27"/>
                    <a:pt x="11" y="27"/>
                  </a:cubicBezTo>
                  <a:cubicBezTo>
                    <a:pt x="12" y="26"/>
                    <a:pt x="10" y="29"/>
                    <a:pt x="10" y="30"/>
                  </a:cubicBezTo>
                  <a:cubicBezTo>
                    <a:pt x="11" y="30"/>
                    <a:pt x="13" y="29"/>
                    <a:pt x="12" y="31"/>
                  </a:cubicBezTo>
                  <a:cubicBezTo>
                    <a:pt x="11" y="32"/>
                    <a:pt x="11" y="31"/>
                    <a:pt x="11" y="32"/>
                  </a:cubicBezTo>
                  <a:cubicBezTo>
                    <a:pt x="11" y="32"/>
                    <a:pt x="11" y="32"/>
                    <a:pt x="12" y="32"/>
                  </a:cubicBezTo>
                  <a:cubicBezTo>
                    <a:pt x="13" y="34"/>
                    <a:pt x="9" y="32"/>
                    <a:pt x="9" y="32"/>
                  </a:cubicBezTo>
                  <a:cubicBezTo>
                    <a:pt x="8" y="31"/>
                    <a:pt x="8" y="30"/>
                    <a:pt x="7" y="29"/>
                  </a:cubicBezTo>
                  <a:cubicBezTo>
                    <a:pt x="7" y="28"/>
                    <a:pt x="4" y="27"/>
                    <a:pt x="5" y="27"/>
                  </a:cubicBezTo>
                  <a:cubicBezTo>
                    <a:pt x="5" y="26"/>
                    <a:pt x="6" y="26"/>
                    <a:pt x="6" y="25"/>
                  </a:cubicBezTo>
                  <a:cubicBezTo>
                    <a:pt x="5" y="25"/>
                    <a:pt x="4" y="25"/>
                    <a:pt x="4" y="25"/>
                  </a:cubicBezTo>
                  <a:cubicBezTo>
                    <a:pt x="4" y="24"/>
                    <a:pt x="5" y="24"/>
                    <a:pt x="5" y="24"/>
                  </a:cubicBezTo>
                  <a:cubicBezTo>
                    <a:pt x="5" y="23"/>
                    <a:pt x="4" y="24"/>
                    <a:pt x="4" y="24"/>
                  </a:cubicBezTo>
                  <a:cubicBezTo>
                    <a:pt x="3" y="24"/>
                    <a:pt x="0" y="21"/>
                    <a:pt x="0" y="20"/>
                  </a:cubicBezTo>
                  <a:cubicBezTo>
                    <a:pt x="0" y="15"/>
                    <a:pt x="6" y="23"/>
                    <a:pt x="5" y="21"/>
                  </a:cubicBezTo>
                  <a:cubicBezTo>
                    <a:pt x="5" y="21"/>
                    <a:pt x="2" y="18"/>
                    <a:pt x="3" y="18"/>
                  </a:cubicBezTo>
                  <a:cubicBezTo>
                    <a:pt x="3" y="18"/>
                    <a:pt x="8" y="21"/>
                    <a:pt x="7" y="20"/>
                  </a:cubicBezTo>
                  <a:cubicBezTo>
                    <a:pt x="7" y="19"/>
                    <a:pt x="4" y="19"/>
                    <a:pt x="5" y="18"/>
                  </a:cubicBezTo>
                  <a:cubicBezTo>
                    <a:pt x="6" y="18"/>
                    <a:pt x="6" y="19"/>
                    <a:pt x="7" y="19"/>
                  </a:cubicBezTo>
                  <a:cubicBezTo>
                    <a:pt x="8" y="19"/>
                    <a:pt x="7" y="16"/>
                    <a:pt x="10" y="19"/>
                  </a:cubicBezTo>
                  <a:cubicBezTo>
                    <a:pt x="10" y="19"/>
                    <a:pt x="10" y="20"/>
                    <a:pt x="11" y="20"/>
                  </a:cubicBezTo>
                  <a:cubicBezTo>
                    <a:pt x="11" y="20"/>
                    <a:pt x="11" y="14"/>
                    <a:pt x="11" y="14"/>
                  </a:cubicBezTo>
                  <a:cubicBezTo>
                    <a:pt x="12" y="10"/>
                    <a:pt x="8" y="14"/>
                    <a:pt x="9" y="11"/>
                  </a:cubicBezTo>
                  <a:cubicBezTo>
                    <a:pt x="9" y="9"/>
                    <a:pt x="14" y="12"/>
                    <a:pt x="11" y="9"/>
                  </a:cubicBezTo>
                  <a:cubicBezTo>
                    <a:pt x="11" y="9"/>
                    <a:pt x="6" y="11"/>
                    <a:pt x="7" y="8"/>
                  </a:cubicBezTo>
                  <a:cubicBezTo>
                    <a:pt x="7" y="7"/>
                    <a:pt x="10" y="8"/>
                    <a:pt x="9" y="7"/>
                  </a:cubicBezTo>
                  <a:cubicBezTo>
                    <a:pt x="9" y="6"/>
                    <a:pt x="6" y="9"/>
                    <a:pt x="5" y="7"/>
                  </a:cubicBezTo>
                  <a:cubicBezTo>
                    <a:pt x="4" y="5"/>
                    <a:pt x="7" y="7"/>
                    <a:pt x="8" y="7"/>
                  </a:cubicBezTo>
                  <a:cubicBezTo>
                    <a:pt x="8" y="6"/>
                    <a:pt x="6" y="6"/>
                    <a:pt x="6" y="5"/>
                  </a:cubicBezTo>
                  <a:cubicBezTo>
                    <a:pt x="6" y="5"/>
                    <a:pt x="9" y="3"/>
                    <a:pt x="9" y="3"/>
                  </a:cubicBezTo>
                  <a:cubicBezTo>
                    <a:pt x="10" y="3"/>
                    <a:pt x="10" y="5"/>
                    <a:pt x="10" y="4"/>
                  </a:cubicBezTo>
                  <a:cubicBezTo>
                    <a:pt x="11" y="4"/>
                    <a:pt x="10" y="3"/>
                    <a:pt x="10" y="3"/>
                  </a:cubicBezTo>
                  <a:cubicBezTo>
                    <a:pt x="13" y="0"/>
                    <a:pt x="14" y="7"/>
                    <a:pt x="14" y="7"/>
                  </a:cubicBezTo>
                  <a:cubicBezTo>
                    <a:pt x="15" y="5"/>
                    <a:pt x="13" y="4"/>
                    <a:pt x="15" y="3"/>
                  </a:cubicBezTo>
                  <a:cubicBezTo>
                    <a:pt x="17" y="1"/>
                    <a:pt x="15" y="7"/>
                    <a:pt x="16" y="8"/>
                  </a:cubicBezTo>
                  <a:cubicBezTo>
                    <a:pt x="16" y="9"/>
                    <a:pt x="16" y="8"/>
                    <a:pt x="17" y="8"/>
                  </a:cubicBezTo>
                  <a:cubicBezTo>
                    <a:pt x="19" y="9"/>
                    <a:pt x="17" y="10"/>
                    <a:pt x="17" y="11"/>
                  </a:cubicBezTo>
                  <a:cubicBezTo>
                    <a:pt x="17" y="12"/>
                    <a:pt x="18" y="12"/>
                    <a:pt x="19" y="13"/>
                  </a:cubicBezTo>
                  <a:cubicBezTo>
                    <a:pt x="20" y="15"/>
                    <a:pt x="20" y="19"/>
                    <a:pt x="20" y="21"/>
                  </a:cubicBezTo>
                  <a:cubicBezTo>
                    <a:pt x="20" y="22"/>
                    <a:pt x="19" y="22"/>
                    <a:pt x="19" y="23"/>
                  </a:cubicBezTo>
                  <a:cubicBezTo>
                    <a:pt x="19" y="24"/>
                    <a:pt x="20" y="24"/>
                    <a:pt x="20" y="25"/>
                  </a:cubicBezTo>
                  <a:cubicBezTo>
                    <a:pt x="20" y="26"/>
                    <a:pt x="19" y="29"/>
                    <a:pt x="19" y="28"/>
                  </a:cubicBezTo>
                  <a:cubicBezTo>
                    <a:pt x="19" y="27"/>
                    <a:pt x="19" y="25"/>
                    <a:pt x="21" y="26"/>
                  </a:cubicBezTo>
                  <a:cubicBezTo>
                    <a:pt x="21" y="26"/>
                    <a:pt x="23" y="28"/>
                    <a:pt x="22" y="29"/>
                  </a:cubicBezTo>
                  <a:cubicBezTo>
                    <a:pt x="21" y="29"/>
                    <a:pt x="20" y="28"/>
                    <a:pt x="20" y="29"/>
                  </a:cubicBezTo>
                  <a:cubicBezTo>
                    <a:pt x="21" y="30"/>
                    <a:pt x="22" y="29"/>
                    <a:pt x="22" y="30"/>
                  </a:cubicBezTo>
                  <a:cubicBezTo>
                    <a:pt x="22" y="30"/>
                    <a:pt x="22" y="31"/>
                    <a:pt x="22" y="31"/>
                  </a:cubicBezTo>
                  <a:cubicBezTo>
                    <a:pt x="22" y="31"/>
                    <a:pt x="23" y="32"/>
                    <a:pt x="23" y="32"/>
                  </a:cubicBezTo>
                  <a:cubicBezTo>
                    <a:pt x="22" y="32"/>
                    <a:pt x="21" y="31"/>
                    <a:pt x="21" y="32"/>
                  </a:cubicBezTo>
                  <a:cubicBezTo>
                    <a:pt x="20" y="32"/>
                    <a:pt x="22" y="32"/>
                    <a:pt x="22" y="33"/>
                  </a:cubicBezTo>
                  <a:cubicBezTo>
                    <a:pt x="22" y="33"/>
                    <a:pt x="20" y="36"/>
                    <a:pt x="20" y="37"/>
                  </a:cubicBezTo>
                  <a:cubicBezTo>
                    <a:pt x="16" y="39"/>
                    <a:pt x="22" y="33"/>
                    <a:pt x="17" y="37"/>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8"/>
            <p:cNvSpPr>
              <a:spLocks/>
            </p:cNvSpPr>
            <p:nvPr/>
          </p:nvSpPr>
          <p:spPr bwMode="auto">
            <a:xfrm>
              <a:off x="3867151" y="4338638"/>
              <a:ext cx="1588" cy="1588"/>
            </a:xfrm>
            <a:custGeom>
              <a:avLst/>
              <a:gdLst/>
              <a:ahLst/>
              <a:cxnLst>
                <a:cxn ang="0">
                  <a:pos x="1" y="0"/>
                </a:cxn>
                <a:cxn ang="0">
                  <a:pos x="1" y="0"/>
                </a:cxn>
              </a:cxnLst>
              <a:rect l="0" t="0" r="r" b="b"/>
              <a:pathLst>
                <a:path w="1" h="1">
                  <a:moveTo>
                    <a:pt x="1" y="0"/>
                  </a:moveTo>
                  <a:cubicBezTo>
                    <a:pt x="1" y="0"/>
                    <a:pt x="0" y="1"/>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9"/>
            <p:cNvSpPr>
              <a:spLocks/>
            </p:cNvSpPr>
            <p:nvPr/>
          </p:nvSpPr>
          <p:spPr bwMode="auto">
            <a:xfrm>
              <a:off x="3822701" y="4391026"/>
              <a:ext cx="1588" cy="1588"/>
            </a:xfrm>
            <a:custGeom>
              <a:avLst/>
              <a:gdLst/>
              <a:ahLst/>
              <a:cxnLst>
                <a:cxn ang="0">
                  <a:pos x="0" y="0"/>
                </a:cxn>
                <a:cxn ang="0">
                  <a:pos x="0" y="0"/>
                </a:cxn>
              </a:cxnLst>
              <a:rect l="0" t="0" r="r" b="b"/>
              <a:pathLst>
                <a:path w="1" h="1">
                  <a:moveTo>
                    <a:pt x="0" y="0"/>
                  </a:moveTo>
                  <a:cubicBezTo>
                    <a:pt x="0" y="1"/>
                    <a:pt x="1" y="1"/>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40"/>
            <p:cNvSpPr>
              <a:spLocks/>
            </p:cNvSpPr>
            <p:nvPr/>
          </p:nvSpPr>
          <p:spPr bwMode="auto">
            <a:xfrm>
              <a:off x="3856038" y="4441826"/>
              <a:ext cx="3175" cy="1588"/>
            </a:xfrm>
            <a:custGeom>
              <a:avLst/>
              <a:gdLst/>
              <a:ahLst/>
              <a:cxnLst>
                <a:cxn ang="0">
                  <a:pos x="1" y="0"/>
                </a:cxn>
                <a:cxn ang="0">
                  <a:pos x="0" y="0"/>
                </a:cxn>
                <a:cxn ang="0">
                  <a:pos x="1" y="0"/>
                </a:cxn>
              </a:cxnLst>
              <a:rect l="0" t="0" r="r" b="b"/>
              <a:pathLst>
                <a:path w="1">
                  <a:moveTo>
                    <a:pt x="1" y="0"/>
                  </a:moveTo>
                  <a:cubicBezTo>
                    <a:pt x="1" y="0"/>
                    <a:pt x="1" y="0"/>
                    <a:pt x="0" y="0"/>
                  </a:cubicBezTo>
                  <a:cubicBezTo>
                    <a:pt x="1" y="0"/>
                    <a:pt x="1" y="0"/>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41"/>
            <p:cNvSpPr>
              <a:spLocks/>
            </p:cNvSpPr>
            <p:nvPr/>
          </p:nvSpPr>
          <p:spPr bwMode="auto">
            <a:xfrm>
              <a:off x="3836988" y="4427538"/>
              <a:ext cx="19050" cy="15875"/>
            </a:xfrm>
            <a:custGeom>
              <a:avLst/>
              <a:gdLst/>
              <a:ahLst/>
              <a:cxnLst>
                <a:cxn ang="0">
                  <a:pos x="8" y="5"/>
                </a:cxn>
                <a:cxn ang="0">
                  <a:pos x="5" y="6"/>
                </a:cxn>
                <a:cxn ang="0">
                  <a:pos x="7" y="3"/>
                </a:cxn>
                <a:cxn ang="0">
                  <a:pos x="6" y="3"/>
                </a:cxn>
                <a:cxn ang="0">
                  <a:pos x="4" y="2"/>
                </a:cxn>
                <a:cxn ang="0">
                  <a:pos x="4" y="4"/>
                </a:cxn>
                <a:cxn ang="0">
                  <a:pos x="2" y="2"/>
                </a:cxn>
                <a:cxn ang="0">
                  <a:pos x="3" y="6"/>
                </a:cxn>
                <a:cxn ang="0">
                  <a:pos x="0" y="6"/>
                </a:cxn>
                <a:cxn ang="0">
                  <a:pos x="5" y="7"/>
                </a:cxn>
                <a:cxn ang="0">
                  <a:pos x="8" y="7"/>
                </a:cxn>
                <a:cxn ang="0">
                  <a:pos x="7" y="7"/>
                </a:cxn>
                <a:cxn ang="0">
                  <a:pos x="9" y="7"/>
                </a:cxn>
                <a:cxn ang="0">
                  <a:pos x="9" y="7"/>
                </a:cxn>
                <a:cxn ang="0">
                  <a:pos x="8" y="5"/>
                </a:cxn>
              </a:cxnLst>
              <a:rect l="0" t="0" r="r" b="b"/>
              <a:pathLst>
                <a:path w="9" h="8">
                  <a:moveTo>
                    <a:pt x="8" y="5"/>
                  </a:moveTo>
                  <a:cubicBezTo>
                    <a:pt x="8" y="5"/>
                    <a:pt x="5" y="6"/>
                    <a:pt x="5" y="6"/>
                  </a:cubicBezTo>
                  <a:cubicBezTo>
                    <a:pt x="4" y="5"/>
                    <a:pt x="9" y="5"/>
                    <a:pt x="7" y="3"/>
                  </a:cubicBezTo>
                  <a:cubicBezTo>
                    <a:pt x="6" y="3"/>
                    <a:pt x="6" y="4"/>
                    <a:pt x="6" y="3"/>
                  </a:cubicBezTo>
                  <a:cubicBezTo>
                    <a:pt x="5" y="3"/>
                    <a:pt x="5" y="2"/>
                    <a:pt x="4" y="2"/>
                  </a:cubicBezTo>
                  <a:cubicBezTo>
                    <a:pt x="4" y="2"/>
                    <a:pt x="5" y="4"/>
                    <a:pt x="4" y="4"/>
                  </a:cubicBezTo>
                  <a:cubicBezTo>
                    <a:pt x="2" y="4"/>
                    <a:pt x="4" y="0"/>
                    <a:pt x="2" y="2"/>
                  </a:cubicBezTo>
                  <a:cubicBezTo>
                    <a:pt x="0" y="4"/>
                    <a:pt x="4" y="6"/>
                    <a:pt x="3" y="6"/>
                  </a:cubicBezTo>
                  <a:cubicBezTo>
                    <a:pt x="2" y="6"/>
                    <a:pt x="0" y="2"/>
                    <a:pt x="0" y="6"/>
                  </a:cubicBezTo>
                  <a:cubicBezTo>
                    <a:pt x="0" y="8"/>
                    <a:pt x="5" y="8"/>
                    <a:pt x="5" y="7"/>
                  </a:cubicBezTo>
                  <a:cubicBezTo>
                    <a:pt x="6" y="7"/>
                    <a:pt x="8" y="6"/>
                    <a:pt x="8" y="7"/>
                  </a:cubicBezTo>
                  <a:cubicBezTo>
                    <a:pt x="8" y="7"/>
                    <a:pt x="7" y="7"/>
                    <a:pt x="7" y="7"/>
                  </a:cubicBezTo>
                  <a:cubicBezTo>
                    <a:pt x="6" y="8"/>
                    <a:pt x="8" y="7"/>
                    <a:pt x="9" y="7"/>
                  </a:cubicBezTo>
                  <a:cubicBezTo>
                    <a:pt x="9" y="7"/>
                    <a:pt x="9" y="7"/>
                    <a:pt x="9" y="7"/>
                  </a:cubicBezTo>
                  <a:cubicBezTo>
                    <a:pt x="8" y="7"/>
                    <a:pt x="8" y="5"/>
                    <a:pt x="8" y="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42"/>
            <p:cNvSpPr>
              <a:spLocks/>
            </p:cNvSpPr>
            <p:nvPr/>
          </p:nvSpPr>
          <p:spPr bwMode="auto">
            <a:xfrm>
              <a:off x="3862388" y="4256088"/>
              <a:ext cx="36513" cy="34925"/>
            </a:xfrm>
            <a:custGeom>
              <a:avLst/>
              <a:gdLst/>
              <a:ahLst/>
              <a:cxnLst>
                <a:cxn ang="0">
                  <a:pos x="14" y="3"/>
                </a:cxn>
                <a:cxn ang="0">
                  <a:pos x="10" y="5"/>
                </a:cxn>
                <a:cxn ang="0">
                  <a:pos x="11" y="3"/>
                </a:cxn>
                <a:cxn ang="0">
                  <a:pos x="10" y="1"/>
                </a:cxn>
                <a:cxn ang="0">
                  <a:pos x="9" y="4"/>
                </a:cxn>
                <a:cxn ang="0">
                  <a:pos x="5" y="2"/>
                </a:cxn>
                <a:cxn ang="0">
                  <a:pos x="7" y="6"/>
                </a:cxn>
                <a:cxn ang="0">
                  <a:pos x="4" y="6"/>
                </a:cxn>
                <a:cxn ang="0">
                  <a:pos x="6" y="8"/>
                </a:cxn>
                <a:cxn ang="0">
                  <a:pos x="1" y="9"/>
                </a:cxn>
                <a:cxn ang="0">
                  <a:pos x="7" y="12"/>
                </a:cxn>
                <a:cxn ang="0">
                  <a:pos x="3" y="13"/>
                </a:cxn>
                <a:cxn ang="0">
                  <a:pos x="5" y="15"/>
                </a:cxn>
                <a:cxn ang="0">
                  <a:pos x="14" y="10"/>
                </a:cxn>
                <a:cxn ang="0">
                  <a:pos x="11" y="7"/>
                </a:cxn>
                <a:cxn ang="0">
                  <a:pos x="15" y="8"/>
                </a:cxn>
                <a:cxn ang="0">
                  <a:pos x="14" y="3"/>
                </a:cxn>
              </a:cxnLst>
              <a:rect l="0" t="0" r="r" b="b"/>
              <a:pathLst>
                <a:path w="17" h="17">
                  <a:moveTo>
                    <a:pt x="14" y="3"/>
                  </a:moveTo>
                  <a:cubicBezTo>
                    <a:pt x="12" y="2"/>
                    <a:pt x="12" y="4"/>
                    <a:pt x="10" y="5"/>
                  </a:cubicBezTo>
                  <a:cubicBezTo>
                    <a:pt x="10" y="5"/>
                    <a:pt x="11" y="4"/>
                    <a:pt x="11" y="3"/>
                  </a:cubicBezTo>
                  <a:cubicBezTo>
                    <a:pt x="11" y="2"/>
                    <a:pt x="12" y="1"/>
                    <a:pt x="10" y="1"/>
                  </a:cubicBezTo>
                  <a:cubicBezTo>
                    <a:pt x="4" y="0"/>
                    <a:pt x="10" y="4"/>
                    <a:pt x="9" y="4"/>
                  </a:cubicBezTo>
                  <a:cubicBezTo>
                    <a:pt x="8" y="4"/>
                    <a:pt x="6" y="0"/>
                    <a:pt x="5" y="2"/>
                  </a:cubicBezTo>
                  <a:cubicBezTo>
                    <a:pt x="3" y="5"/>
                    <a:pt x="6" y="5"/>
                    <a:pt x="7" y="6"/>
                  </a:cubicBezTo>
                  <a:cubicBezTo>
                    <a:pt x="8" y="6"/>
                    <a:pt x="4" y="5"/>
                    <a:pt x="4" y="6"/>
                  </a:cubicBezTo>
                  <a:cubicBezTo>
                    <a:pt x="4" y="7"/>
                    <a:pt x="6" y="8"/>
                    <a:pt x="6" y="8"/>
                  </a:cubicBezTo>
                  <a:cubicBezTo>
                    <a:pt x="4" y="9"/>
                    <a:pt x="1" y="5"/>
                    <a:pt x="1" y="9"/>
                  </a:cubicBezTo>
                  <a:cubicBezTo>
                    <a:pt x="0" y="12"/>
                    <a:pt x="7" y="12"/>
                    <a:pt x="7" y="12"/>
                  </a:cubicBezTo>
                  <a:cubicBezTo>
                    <a:pt x="7" y="13"/>
                    <a:pt x="4" y="12"/>
                    <a:pt x="3" y="13"/>
                  </a:cubicBezTo>
                  <a:cubicBezTo>
                    <a:pt x="2" y="13"/>
                    <a:pt x="5" y="15"/>
                    <a:pt x="5" y="15"/>
                  </a:cubicBezTo>
                  <a:cubicBezTo>
                    <a:pt x="8" y="17"/>
                    <a:pt x="13" y="12"/>
                    <a:pt x="14" y="10"/>
                  </a:cubicBezTo>
                  <a:cubicBezTo>
                    <a:pt x="15" y="8"/>
                    <a:pt x="11" y="8"/>
                    <a:pt x="11" y="7"/>
                  </a:cubicBezTo>
                  <a:cubicBezTo>
                    <a:pt x="11" y="7"/>
                    <a:pt x="15" y="8"/>
                    <a:pt x="15" y="8"/>
                  </a:cubicBezTo>
                  <a:cubicBezTo>
                    <a:pt x="17" y="6"/>
                    <a:pt x="16" y="4"/>
                    <a:pt x="14"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43"/>
            <p:cNvSpPr>
              <a:spLocks/>
            </p:cNvSpPr>
            <p:nvPr/>
          </p:nvSpPr>
          <p:spPr bwMode="auto">
            <a:xfrm>
              <a:off x="3776663" y="2754313"/>
              <a:ext cx="354013" cy="2003425"/>
            </a:xfrm>
            <a:custGeom>
              <a:avLst/>
              <a:gdLst/>
              <a:ahLst/>
              <a:cxnLst>
                <a:cxn ang="0">
                  <a:pos x="82" y="868"/>
                </a:cxn>
                <a:cxn ang="0">
                  <a:pos x="74" y="813"/>
                </a:cxn>
                <a:cxn ang="0">
                  <a:pos x="86" y="763"/>
                </a:cxn>
                <a:cxn ang="0">
                  <a:pos x="89" y="715"/>
                </a:cxn>
                <a:cxn ang="0">
                  <a:pos x="70" y="651"/>
                </a:cxn>
                <a:cxn ang="0">
                  <a:pos x="68" y="573"/>
                </a:cxn>
                <a:cxn ang="0">
                  <a:pos x="67" y="511"/>
                </a:cxn>
                <a:cxn ang="0">
                  <a:pos x="81" y="470"/>
                </a:cxn>
                <a:cxn ang="0">
                  <a:pos x="79" y="399"/>
                </a:cxn>
                <a:cxn ang="0">
                  <a:pos x="84" y="339"/>
                </a:cxn>
                <a:cxn ang="0">
                  <a:pos x="116" y="256"/>
                </a:cxn>
                <a:cxn ang="0">
                  <a:pos x="119" y="122"/>
                </a:cxn>
                <a:cxn ang="0">
                  <a:pos x="104" y="52"/>
                </a:cxn>
                <a:cxn ang="0">
                  <a:pos x="54" y="26"/>
                </a:cxn>
                <a:cxn ang="0">
                  <a:pos x="64" y="106"/>
                </a:cxn>
                <a:cxn ang="0">
                  <a:pos x="54" y="160"/>
                </a:cxn>
                <a:cxn ang="0">
                  <a:pos x="57" y="237"/>
                </a:cxn>
                <a:cxn ang="0">
                  <a:pos x="40" y="308"/>
                </a:cxn>
                <a:cxn ang="0">
                  <a:pos x="46" y="385"/>
                </a:cxn>
                <a:cxn ang="0">
                  <a:pos x="44" y="436"/>
                </a:cxn>
                <a:cxn ang="0">
                  <a:pos x="26" y="508"/>
                </a:cxn>
                <a:cxn ang="0">
                  <a:pos x="27" y="578"/>
                </a:cxn>
                <a:cxn ang="0">
                  <a:pos x="20" y="631"/>
                </a:cxn>
                <a:cxn ang="0">
                  <a:pos x="52" y="648"/>
                </a:cxn>
                <a:cxn ang="0">
                  <a:pos x="54" y="664"/>
                </a:cxn>
                <a:cxn ang="0">
                  <a:pos x="50" y="691"/>
                </a:cxn>
                <a:cxn ang="0">
                  <a:pos x="47" y="705"/>
                </a:cxn>
                <a:cxn ang="0">
                  <a:pos x="53" y="736"/>
                </a:cxn>
                <a:cxn ang="0">
                  <a:pos x="46" y="746"/>
                </a:cxn>
                <a:cxn ang="0">
                  <a:pos x="44" y="766"/>
                </a:cxn>
                <a:cxn ang="0">
                  <a:pos x="35" y="753"/>
                </a:cxn>
                <a:cxn ang="0">
                  <a:pos x="20" y="756"/>
                </a:cxn>
                <a:cxn ang="0">
                  <a:pos x="7" y="776"/>
                </a:cxn>
                <a:cxn ang="0">
                  <a:pos x="23" y="773"/>
                </a:cxn>
                <a:cxn ang="0">
                  <a:pos x="41" y="780"/>
                </a:cxn>
                <a:cxn ang="0">
                  <a:pos x="37" y="793"/>
                </a:cxn>
                <a:cxn ang="0">
                  <a:pos x="53" y="797"/>
                </a:cxn>
                <a:cxn ang="0">
                  <a:pos x="49" y="805"/>
                </a:cxn>
                <a:cxn ang="0">
                  <a:pos x="44" y="811"/>
                </a:cxn>
                <a:cxn ang="0">
                  <a:pos x="42" y="826"/>
                </a:cxn>
                <a:cxn ang="0">
                  <a:pos x="53" y="836"/>
                </a:cxn>
                <a:cxn ang="0">
                  <a:pos x="53" y="851"/>
                </a:cxn>
                <a:cxn ang="0">
                  <a:pos x="44" y="857"/>
                </a:cxn>
                <a:cxn ang="0">
                  <a:pos x="52" y="866"/>
                </a:cxn>
                <a:cxn ang="0">
                  <a:pos x="62" y="876"/>
                </a:cxn>
                <a:cxn ang="0">
                  <a:pos x="68" y="888"/>
                </a:cxn>
                <a:cxn ang="0">
                  <a:pos x="74" y="902"/>
                </a:cxn>
                <a:cxn ang="0">
                  <a:pos x="79" y="894"/>
                </a:cxn>
                <a:cxn ang="0">
                  <a:pos x="76" y="888"/>
                </a:cxn>
                <a:cxn ang="0">
                  <a:pos x="91" y="908"/>
                </a:cxn>
                <a:cxn ang="0">
                  <a:pos x="76" y="907"/>
                </a:cxn>
                <a:cxn ang="0">
                  <a:pos x="71" y="917"/>
                </a:cxn>
                <a:cxn ang="0">
                  <a:pos x="85" y="914"/>
                </a:cxn>
                <a:cxn ang="0">
                  <a:pos x="79" y="926"/>
                </a:cxn>
                <a:cxn ang="0">
                  <a:pos x="88" y="914"/>
                </a:cxn>
                <a:cxn ang="0">
                  <a:pos x="90" y="922"/>
                </a:cxn>
                <a:cxn ang="0">
                  <a:pos x="83" y="932"/>
                </a:cxn>
                <a:cxn ang="0">
                  <a:pos x="101" y="929"/>
                </a:cxn>
                <a:cxn ang="0">
                  <a:pos x="114" y="917"/>
                </a:cxn>
                <a:cxn ang="0">
                  <a:pos x="109" y="942"/>
                </a:cxn>
                <a:cxn ang="0">
                  <a:pos x="135" y="914"/>
                </a:cxn>
              </a:cxnLst>
              <a:rect l="0" t="0" r="r" b="b"/>
              <a:pathLst>
                <a:path w="167" h="946">
                  <a:moveTo>
                    <a:pt x="137" y="898"/>
                  </a:moveTo>
                  <a:cubicBezTo>
                    <a:pt x="127" y="897"/>
                    <a:pt x="111" y="902"/>
                    <a:pt x="101" y="900"/>
                  </a:cubicBezTo>
                  <a:cubicBezTo>
                    <a:pt x="99" y="899"/>
                    <a:pt x="102" y="897"/>
                    <a:pt x="100" y="896"/>
                  </a:cubicBezTo>
                  <a:cubicBezTo>
                    <a:pt x="100" y="896"/>
                    <a:pt x="96" y="894"/>
                    <a:pt x="96" y="894"/>
                  </a:cubicBezTo>
                  <a:cubicBezTo>
                    <a:pt x="95" y="894"/>
                    <a:pt x="94" y="893"/>
                    <a:pt x="93" y="892"/>
                  </a:cubicBezTo>
                  <a:cubicBezTo>
                    <a:pt x="92" y="890"/>
                    <a:pt x="92" y="890"/>
                    <a:pt x="92" y="890"/>
                  </a:cubicBezTo>
                  <a:cubicBezTo>
                    <a:pt x="91" y="890"/>
                    <a:pt x="90" y="890"/>
                    <a:pt x="90" y="889"/>
                  </a:cubicBezTo>
                  <a:cubicBezTo>
                    <a:pt x="91" y="887"/>
                    <a:pt x="93" y="884"/>
                    <a:pt x="92" y="881"/>
                  </a:cubicBezTo>
                  <a:cubicBezTo>
                    <a:pt x="92" y="880"/>
                    <a:pt x="88" y="880"/>
                    <a:pt x="89" y="878"/>
                  </a:cubicBezTo>
                  <a:cubicBezTo>
                    <a:pt x="89" y="878"/>
                    <a:pt x="91" y="876"/>
                    <a:pt x="91" y="876"/>
                  </a:cubicBezTo>
                  <a:cubicBezTo>
                    <a:pt x="92" y="873"/>
                    <a:pt x="89" y="872"/>
                    <a:pt x="89" y="869"/>
                  </a:cubicBezTo>
                  <a:cubicBezTo>
                    <a:pt x="88" y="869"/>
                    <a:pt x="89" y="869"/>
                    <a:pt x="89" y="868"/>
                  </a:cubicBezTo>
                  <a:cubicBezTo>
                    <a:pt x="89" y="868"/>
                    <a:pt x="89" y="867"/>
                    <a:pt x="89" y="867"/>
                  </a:cubicBezTo>
                  <a:cubicBezTo>
                    <a:pt x="87" y="864"/>
                    <a:pt x="84" y="868"/>
                    <a:pt x="82" y="868"/>
                  </a:cubicBezTo>
                  <a:cubicBezTo>
                    <a:pt x="82" y="867"/>
                    <a:pt x="81" y="867"/>
                    <a:pt x="80" y="867"/>
                  </a:cubicBezTo>
                  <a:cubicBezTo>
                    <a:pt x="78" y="866"/>
                    <a:pt x="76" y="872"/>
                    <a:pt x="73" y="871"/>
                  </a:cubicBezTo>
                  <a:cubicBezTo>
                    <a:pt x="72" y="870"/>
                    <a:pt x="71" y="867"/>
                    <a:pt x="70" y="866"/>
                  </a:cubicBezTo>
                  <a:cubicBezTo>
                    <a:pt x="69" y="863"/>
                    <a:pt x="70" y="860"/>
                    <a:pt x="67" y="858"/>
                  </a:cubicBezTo>
                  <a:cubicBezTo>
                    <a:pt x="66" y="857"/>
                    <a:pt x="64" y="857"/>
                    <a:pt x="63" y="856"/>
                  </a:cubicBezTo>
                  <a:cubicBezTo>
                    <a:pt x="62" y="855"/>
                    <a:pt x="64" y="853"/>
                    <a:pt x="64" y="852"/>
                  </a:cubicBezTo>
                  <a:cubicBezTo>
                    <a:pt x="63" y="851"/>
                    <a:pt x="62" y="851"/>
                    <a:pt x="61" y="850"/>
                  </a:cubicBezTo>
                  <a:cubicBezTo>
                    <a:pt x="61" y="850"/>
                    <a:pt x="63" y="847"/>
                    <a:pt x="63" y="847"/>
                  </a:cubicBezTo>
                  <a:cubicBezTo>
                    <a:pt x="63" y="844"/>
                    <a:pt x="56" y="839"/>
                    <a:pt x="63" y="835"/>
                  </a:cubicBezTo>
                  <a:cubicBezTo>
                    <a:pt x="63" y="835"/>
                    <a:pt x="67" y="834"/>
                    <a:pt x="67" y="834"/>
                  </a:cubicBezTo>
                  <a:cubicBezTo>
                    <a:pt x="68" y="834"/>
                    <a:pt x="66" y="833"/>
                    <a:pt x="66" y="832"/>
                  </a:cubicBezTo>
                  <a:cubicBezTo>
                    <a:pt x="66" y="831"/>
                    <a:pt x="67" y="828"/>
                    <a:pt x="68" y="827"/>
                  </a:cubicBezTo>
                  <a:cubicBezTo>
                    <a:pt x="70" y="824"/>
                    <a:pt x="75" y="825"/>
                    <a:pt x="76" y="821"/>
                  </a:cubicBezTo>
                  <a:cubicBezTo>
                    <a:pt x="77" y="819"/>
                    <a:pt x="74" y="815"/>
                    <a:pt x="74" y="813"/>
                  </a:cubicBezTo>
                  <a:cubicBezTo>
                    <a:pt x="75" y="812"/>
                    <a:pt x="79" y="811"/>
                    <a:pt x="80" y="810"/>
                  </a:cubicBezTo>
                  <a:cubicBezTo>
                    <a:pt x="82" y="805"/>
                    <a:pt x="75" y="802"/>
                    <a:pt x="74" y="800"/>
                  </a:cubicBezTo>
                  <a:cubicBezTo>
                    <a:pt x="73" y="799"/>
                    <a:pt x="77" y="790"/>
                    <a:pt x="76" y="788"/>
                  </a:cubicBezTo>
                  <a:cubicBezTo>
                    <a:pt x="76" y="788"/>
                    <a:pt x="75" y="788"/>
                    <a:pt x="75" y="788"/>
                  </a:cubicBezTo>
                  <a:cubicBezTo>
                    <a:pt x="75" y="786"/>
                    <a:pt x="79" y="786"/>
                    <a:pt x="79" y="786"/>
                  </a:cubicBezTo>
                  <a:cubicBezTo>
                    <a:pt x="80" y="786"/>
                    <a:pt x="81" y="783"/>
                    <a:pt x="81" y="783"/>
                  </a:cubicBezTo>
                  <a:cubicBezTo>
                    <a:pt x="81" y="783"/>
                    <a:pt x="81" y="782"/>
                    <a:pt x="81" y="782"/>
                  </a:cubicBezTo>
                  <a:cubicBezTo>
                    <a:pt x="81" y="782"/>
                    <a:pt x="81" y="782"/>
                    <a:pt x="81" y="782"/>
                  </a:cubicBezTo>
                  <a:cubicBezTo>
                    <a:pt x="81" y="781"/>
                    <a:pt x="81" y="781"/>
                    <a:pt x="81" y="781"/>
                  </a:cubicBezTo>
                  <a:cubicBezTo>
                    <a:pt x="82" y="780"/>
                    <a:pt x="84" y="783"/>
                    <a:pt x="84" y="780"/>
                  </a:cubicBezTo>
                  <a:cubicBezTo>
                    <a:pt x="84" y="778"/>
                    <a:pt x="80" y="778"/>
                    <a:pt x="81" y="777"/>
                  </a:cubicBezTo>
                  <a:cubicBezTo>
                    <a:pt x="81" y="776"/>
                    <a:pt x="83" y="776"/>
                    <a:pt x="83" y="775"/>
                  </a:cubicBezTo>
                  <a:cubicBezTo>
                    <a:pt x="83" y="775"/>
                    <a:pt x="80" y="772"/>
                    <a:pt x="81" y="770"/>
                  </a:cubicBezTo>
                  <a:cubicBezTo>
                    <a:pt x="84" y="768"/>
                    <a:pt x="88" y="770"/>
                    <a:pt x="86" y="763"/>
                  </a:cubicBezTo>
                  <a:cubicBezTo>
                    <a:pt x="85" y="762"/>
                    <a:pt x="84" y="757"/>
                    <a:pt x="83" y="756"/>
                  </a:cubicBezTo>
                  <a:cubicBezTo>
                    <a:pt x="82" y="755"/>
                    <a:pt x="79" y="754"/>
                    <a:pt x="80" y="754"/>
                  </a:cubicBezTo>
                  <a:cubicBezTo>
                    <a:pt x="80" y="754"/>
                    <a:pt x="85" y="752"/>
                    <a:pt x="85" y="749"/>
                  </a:cubicBezTo>
                  <a:cubicBezTo>
                    <a:pt x="85" y="747"/>
                    <a:pt x="79" y="747"/>
                    <a:pt x="81" y="740"/>
                  </a:cubicBezTo>
                  <a:cubicBezTo>
                    <a:pt x="82" y="737"/>
                    <a:pt x="84" y="739"/>
                    <a:pt x="86" y="738"/>
                  </a:cubicBezTo>
                  <a:cubicBezTo>
                    <a:pt x="87" y="737"/>
                    <a:pt x="85" y="736"/>
                    <a:pt x="85" y="735"/>
                  </a:cubicBezTo>
                  <a:cubicBezTo>
                    <a:pt x="86" y="734"/>
                    <a:pt x="89" y="733"/>
                    <a:pt x="89" y="732"/>
                  </a:cubicBezTo>
                  <a:cubicBezTo>
                    <a:pt x="90" y="730"/>
                    <a:pt x="86" y="730"/>
                    <a:pt x="86" y="729"/>
                  </a:cubicBezTo>
                  <a:cubicBezTo>
                    <a:pt x="84" y="728"/>
                    <a:pt x="83" y="725"/>
                    <a:pt x="82" y="724"/>
                  </a:cubicBezTo>
                  <a:cubicBezTo>
                    <a:pt x="78" y="722"/>
                    <a:pt x="70" y="725"/>
                    <a:pt x="71" y="719"/>
                  </a:cubicBezTo>
                  <a:cubicBezTo>
                    <a:pt x="71" y="719"/>
                    <a:pt x="76" y="719"/>
                    <a:pt x="77" y="719"/>
                  </a:cubicBezTo>
                  <a:cubicBezTo>
                    <a:pt x="79" y="719"/>
                    <a:pt x="81" y="718"/>
                    <a:pt x="83" y="718"/>
                  </a:cubicBezTo>
                  <a:cubicBezTo>
                    <a:pt x="85" y="718"/>
                    <a:pt x="87" y="720"/>
                    <a:pt x="88" y="719"/>
                  </a:cubicBezTo>
                  <a:cubicBezTo>
                    <a:pt x="90" y="718"/>
                    <a:pt x="87" y="717"/>
                    <a:pt x="89" y="715"/>
                  </a:cubicBezTo>
                  <a:cubicBezTo>
                    <a:pt x="89" y="714"/>
                    <a:pt x="91" y="714"/>
                    <a:pt x="90" y="712"/>
                  </a:cubicBezTo>
                  <a:cubicBezTo>
                    <a:pt x="89" y="707"/>
                    <a:pt x="79" y="711"/>
                    <a:pt x="75" y="710"/>
                  </a:cubicBezTo>
                  <a:cubicBezTo>
                    <a:pt x="74" y="709"/>
                    <a:pt x="75" y="708"/>
                    <a:pt x="75" y="708"/>
                  </a:cubicBezTo>
                  <a:cubicBezTo>
                    <a:pt x="76" y="706"/>
                    <a:pt x="73" y="704"/>
                    <a:pt x="74" y="702"/>
                  </a:cubicBezTo>
                  <a:cubicBezTo>
                    <a:pt x="74" y="701"/>
                    <a:pt x="78" y="699"/>
                    <a:pt x="77" y="697"/>
                  </a:cubicBezTo>
                  <a:cubicBezTo>
                    <a:pt x="77" y="696"/>
                    <a:pt x="73" y="693"/>
                    <a:pt x="73" y="693"/>
                  </a:cubicBezTo>
                  <a:cubicBezTo>
                    <a:pt x="73" y="691"/>
                    <a:pt x="78" y="692"/>
                    <a:pt x="75" y="689"/>
                  </a:cubicBezTo>
                  <a:cubicBezTo>
                    <a:pt x="74" y="688"/>
                    <a:pt x="69" y="686"/>
                    <a:pt x="70" y="684"/>
                  </a:cubicBezTo>
                  <a:cubicBezTo>
                    <a:pt x="71" y="681"/>
                    <a:pt x="74" y="683"/>
                    <a:pt x="73" y="679"/>
                  </a:cubicBezTo>
                  <a:cubicBezTo>
                    <a:pt x="73" y="677"/>
                    <a:pt x="66" y="678"/>
                    <a:pt x="65" y="676"/>
                  </a:cubicBezTo>
                  <a:cubicBezTo>
                    <a:pt x="64" y="675"/>
                    <a:pt x="62" y="663"/>
                    <a:pt x="63" y="662"/>
                  </a:cubicBezTo>
                  <a:cubicBezTo>
                    <a:pt x="63" y="662"/>
                    <a:pt x="64" y="662"/>
                    <a:pt x="64" y="661"/>
                  </a:cubicBezTo>
                  <a:cubicBezTo>
                    <a:pt x="65" y="659"/>
                    <a:pt x="62" y="657"/>
                    <a:pt x="62" y="656"/>
                  </a:cubicBezTo>
                  <a:cubicBezTo>
                    <a:pt x="62" y="649"/>
                    <a:pt x="68" y="655"/>
                    <a:pt x="70" y="651"/>
                  </a:cubicBezTo>
                  <a:cubicBezTo>
                    <a:pt x="71" y="648"/>
                    <a:pt x="64" y="642"/>
                    <a:pt x="64" y="639"/>
                  </a:cubicBezTo>
                  <a:cubicBezTo>
                    <a:pt x="64" y="638"/>
                    <a:pt x="66" y="638"/>
                    <a:pt x="66" y="637"/>
                  </a:cubicBezTo>
                  <a:cubicBezTo>
                    <a:pt x="66" y="636"/>
                    <a:pt x="64" y="634"/>
                    <a:pt x="64" y="632"/>
                  </a:cubicBezTo>
                  <a:cubicBezTo>
                    <a:pt x="63" y="630"/>
                    <a:pt x="64" y="626"/>
                    <a:pt x="64" y="624"/>
                  </a:cubicBezTo>
                  <a:cubicBezTo>
                    <a:pt x="64" y="623"/>
                    <a:pt x="64" y="622"/>
                    <a:pt x="64" y="622"/>
                  </a:cubicBezTo>
                  <a:cubicBezTo>
                    <a:pt x="63" y="620"/>
                    <a:pt x="61" y="618"/>
                    <a:pt x="61" y="616"/>
                  </a:cubicBezTo>
                  <a:cubicBezTo>
                    <a:pt x="60" y="613"/>
                    <a:pt x="66" y="606"/>
                    <a:pt x="66" y="605"/>
                  </a:cubicBezTo>
                  <a:cubicBezTo>
                    <a:pt x="65" y="605"/>
                    <a:pt x="60" y="603"/>
                    <a:pt x="62" y="600"/>
                  </a:cubicBezTo>
                  <a:cubicBezTo>
                    <a:pt x="62" y="600"/>
                    <a:pt x="65" y="600"/>
                    <a:pt x="65" y="600"/>
                  </a:cubicBezTo>
                  <a:cubicBezTo>
                    <a:pt x="68" y="596"/>
                    <a:pt x="60" y="587"/>
                    <a:pt x="63" y="586"/>
                  </a:cubicBezTo>
                  <a:cubicBezTo>
                    <a:pt x="64" y="585"/>
                    <a:pt x="67" y="588"/>
                    <a:pt x="68" y="587"/>
                  </a:cubicBezTo>
                  <a:cubicBezTo>
                    <a:pt x="69" y="583"/>
                    <a:pt x="67" y="587"/>
                    <a:pt x="66" y="585"/>
                  </a:cubicBezTo>
                  <a:cubicBezTo>
                    <a:pt x="66" y="584"/>
                    <a:pt x="68" y="580"/>
                    <a:pt x="69" y="580"/>
                  </a:cubicBezTo>
                  <a:cubicBezTo>
                    <a:pt x="69" y="578"/>
                    <a:pt x="68" y="575"/>
                    <a:pt x="68" y="573"/>
                  </a:cubicBezTo>
                  <a:cubicBezTo>
                    <a:pt x="68" y="572"/>
                    <a:pt x="67" y="570"/>
                    <a:pt x="67" y="569"/>
                  </a:cubicBezTo>
                  <a:cubicBezTo>
                    <a:pt x="69" y="567"/>
                    <a:pt x="78" y="564"/>
                    <a:pt x="79" y="563"/>
                  </a:cubicBezTo>
                  <a:cubicBezTo>
                    <a:pt x="79" y="562"/>
                    <a:pt x="78" y="562"/>
                    <a:pt x="78" y="561"/>
                  </a:cubicBezTo>
                  <a:cubicBezTo>
                    <a:pt x="78" y="561"/>
                    <a:pt x="79" y="561"/>
                    <a:pt x="79" y="560"/>
                  </a:cubicBezTo>
                  <a:cubicBezTo>
                    <a:pt x="80" y="559"/>
                    <a:pt x="75" y="554"/>
                    <a:pt x="75" y="552"/>
                  </a:cubicBezTo>
                  <a:cubicBezTo>
                    <a:pt x="74" y="550"/>
                    <a:pt x="74" y="549"/>
                    <a:pt x="73" y="548"/>
                  </a:cubicBezTo>
                  <a:cubicBezTo>
                    <a:pt x="72" y="544"/>
                    <a:pt x="70" y="541"/>
                    <a:pt x="69" y="538"/>
                  </a:cubicBezTo>
                  <a:cubicBezTo>
                    <a:pt x="68" y="535"/>
                    <a:pt x="71" y="533"/>
                    <a:pt x="70" y="531"/>
                  </a:cubicBezTo>
                  <a:cubicBezTo>
                    <a:pt x="69" y="529"/>
                    <a:pt x="68" y="529"/>
                    <a:pt x="68" y="527"/>
                  </a:cubicBezTo>
                  <a:cubicBezTo>
                    <a:pt x="67" y="526"/>
                    <a:pt x="70" y="523"/>
                    <a:pt x="70" y="522"/>
                  </a:cubicBezTo>
                  <a:cubicBezTo>
                    <a:pt x="69" y="520"/>
                    <a:pt x="67" y="520"/>
                    <a:pt x="67" y="519"/>
                  </a:cubicBezTo>
                  <a:cubicBezTo>
                    <a:pt x="67" y="518"/>
                    <a:pt x="68" y="519"/>
                    <a:pt x="68" y="518"/>
                  </a:cubicBezTo>
                  <a:cubicBezTo>
                    <a:pt x="67" y="515"/>
                    <a:pt x="67" y="515"/>
                    <a:pt x="67" y="515"/>
                  </a:cubicBezTo>
                  <a:cubicBezTo>
                    <a:pt x="67" y="515"/>
                    <a:pt x="67" y="511"/>
                    <a:pt x="67" y="511"/>
                  </a:cubicBezTo>
                  <a:cubicBezTo>
                    <a:pt x="68" y="510"/>
                    <a:pt x="69" y="512"/>
                    <a:pt x="69" y="511"/>
                  </a:cubicBezTo>
                  <a:cubicBezTo>
                    <a:pt x="69" y="510"/>
                    <a:pt x="69" y="509"/>
                    <a:pt x="69" y="508"/>
                  </a:cubicBezTo>
                  <a:cubicBezTo>
                    <a:pt x="69" y="507"/>
                    <a:pt x="69" y="506"/>
                    <a:pt x="69" y="505"/>
                  </a:cubicBezTo>
                  <a:cubicBezTo>
                    <a:pt x="70" y="505"/>
                    <a:pt x="71" y="506"/>
                    <a:pt x="72" y="505"/>
                  </a:cubicBezTo>
                  <a:cubicBezTo>
                    <a:pt x="72" y="505"/>
                    <a:pt x="72" y="504"/>
                    <a:pt x="72" y="503"/>
                  </a:cubicBezTo>
                  <a:cubicBezTo>
                    <a:pt x="73" y="503"/>
                    <a:pt x="77" y="504"/>
                    <a:pt x="77" y="504"/>
                  </a:cubicBezTo>
                  <a:cubicBezTo>
                    <a:pt x="78" y="501"/>
                    <a:pt x="76" y="499"/>
                    <a:pt x="79" y="496"/>
                  </a:cubicBezTo>
                  <a:cubicBezTo>
                    <a:pt x="80" y="496"/>
                    <a:pt x="84" y="497"/>
                    <a:pt x="84" y="494"/>
                  </a:cubicBezTo>
                  <a:cubicBezTo>
                    <a:pt x="84" y="493"/>
                    <a:pt x="82" y="492"/>
                    <a:pt x="82" y="492"/>
                  </a:cubicBezTo>
                  <a:cubicBezTo>
                    <a:pt x="82" y="490"/>
                    <a:pt x="84" y="489"/>
                    <a:pt x="84" y="487"/>
                  </a:cubicBezTo>
                  <a:cubicBezTo>
                    <a:pt x="84" y="485"/>
                    <a:pt x="80" y="479"/>
                    <a:pt x="80" y="476"/>
                  </a:cubicBezTo>
                  <a:cubicBezTo>
                    <a:pt x="80" y="476"/>
                    <a:pt x="81" y="476"/>
                    <a:pt x="81" y="475"/>
                  </a:cubicBezTo>
                  <a:cubicBezTo>
                    <a:pt x="80" y="474"/>
                    <a:pt x="77" y="476"/>
                    <a:pt x="77" y="473"/>
                  </a:cubicBezTo>
                  <a:cubicBezTo>
                    <a:pt x="77" y="471"/>
                    <a:pt x="81" y="472"/>
                    <a:pt x="81" y="470"/>
                  </a:cubicBezTo>
                  <a:cubicBezTo>
                    <a:pt x="81" y="470"/>
                    <a:pt x="81" y="466"/>
                    <a:pt x="81" y="466"/>
                  </a:cubicBezTo>
                  <a:cubicBezTo>
                    <a:pt x="81" y="465"/>
                    <a:pt x="83" y="462"/>
                    <a:pt x="83" y="461"/>
                  </a:cubicBezTo>
                  <a:cubicBezTo>
                    <a:pt x="83" y="460"/>
                    <a:pt x="82" y="460"/>
                    <a:pt x="82" y="460"/>
                  </a:cubicBezTo>
                  <a:cubicBezTo>
                    <a:pt x="82" y="459"/>
                    <a:pt x="87" y="452"/>
                    <a:pt x="87" y="451"/>
                  </a:cubicBezTo>
                  <a:cubicBezTo>
                    <a:pt x="88" y="450"/>
                    <a:pt x="86" y="448"/>
                    <a:pt x="88" y="447"/>
                  </a:cubicBezTo>
                  <a:cubicBezTo>
                    <a:pt x="88" y="447"/>
                    <a:pt x="93" y="447"/>
                    <a:pt x="92" y="446"/>
                  </a:cubicBezTo>
                  <a:cubicBezTo>
                    <a:pt x="91" y="440"/>
                    <a:pt x="89" y="438"/>
                    <a:pt x="90" y="432"/>
                  </a:cubicBezTo>
                  <a:cubicBezTo>
                    <a:pt x="91" y="431"/>
                    <a:pt x="90" y="430"/>
                    <a:pt x="90" y="429"/>
                  </a:cubicBezTo>
                  <a:cubicBezTo>
                    <a:pt x="90" y="426"/>
                    <a:pt x="93" y="424"/>
                    <a:pt x="91" y="421"/>
                  </a:cubicBezTo>
                  <a:cubicBezTo>
                    <a:pt x="88" y="417"/>
                    <a:pt x="86" y="425"/>
                    <a:pt x="83" y="418"/>
                  </a:cubicBezTo>
                  <a:cubicBezTo>
                    <a:pt x="82" y="415"/>
                    <a:pt x="85" y="414"/>
                    <a:pt x="85" y="411"/>
                  </a:cubicBezTo>
                  <a:cubicBezTo>
                    <a:pt x="85" y="410"/>
                    <a:pt x="82" y="409"/>
                    <a:pt x="81" y="408"/>
                  </a:cubicBezTo>
                  <a:cubicBezTo>
                    <a:pt x="80" y="405"/>
                    <a:pt x="81" y="403"/>
                    <a:pt x="81" y="401"/>
                  </a:cubicBezTo>
                  <a:cubicBezTo>
                    <a:pt x="81" y="399"/>
                    <a:pt x="80" y="400"/>
                    <a:pt x="79" y="399"/>
                  </a:cubicBezTo>
                  <a:cubicBezTo>
                    <a:pt x="79" y="399"/>
                    <a:pt x="78" y="396"/>
                    <a:pt x="78" y="396"/>
                  </a:cubicBezTo>
                  <a:cubicBezTo>
                    <a:pt x="77" y="394"/>
                    <a:pt x="74" y="392"/>
                    <a:pt x="74" y="389"/>
                  </a:cubicBezTo>
                  <a:cubicBezTo>
                    <a:pt x="75" y="387"/>
                    <a:pt x="79" y="392"/>
                    <a:pt x="78" y="387"/>
                  </a:cubicBezTo>
                  <a:cubicBezTo>
                    <a:pt x="77" y="384"/>
                    <a:pt x="75" y="386"/>
                    <a:pt x="73" y="385"/>
                  </a:cubicBezTo>
                  <a:cubicBezTo>
                    <a:pt x="68" y="381"/>
                    <a:pt x="68" y="371"/>
                    <a:pt x="69" y="366"/>
                  </a:cubicBezTo>
                  <a:cubicBezTo>
                    <a:pt x="70" y="363"/>
                    <a:pt x="70" y="365"/>
                    <a:pt x="72" y="365"/>
                  </a:cubicBezTo>
                  <a:cubicBezTo>
                    <a:pt x="72" y="365"/>
                    <a:pt x="73" y="364"/>
                    <a:pt x="73" y="363"/>
                  </a:cubicBezTo>
                  <a:cubicBezTo>
                    <a:pt x="74" y="362"/>
                    <a:pt x="75" y="363"/>
                    <a:pt x="75" y="362"/>
                  </a:cubicBezTo>
                  <a:cubicBezTo>
                    <a:pt x="76" y="361"/>
                    <a:pt x="73" y="361"/>
                    <a:pt x="73" y="360"/>
                  </a:cubicBezTo>
                  <a:cubicBezTo>
                    <a:pt x="73" y="359"/>
                    <a:pt x="73" y="359"/>
                    <a:pt x="73" y="358"/>
                  </a:cubicBezTo>
                  <a:cubicBezTo>
                    <a:pt x="74" y="354"/>
                    <a:pt x="77" y="350"/>
                    <a:pt x="77" y="346"/>
                  </a:cubicBezTo>
                  <a:cubicBezTo>
                    <a:pt x="77" y="346"/>
                    <a:pt x="76" y="345"/>
                    <a:pt x="76" y="344"/>
                  </a:cubicBezTo>
                  <a:cubicBezTo>
                    <a:pt x="76" y="344"/>
                    <a:pt x="80" y="346"/>
                    <a:pt x="81" y="345"/>
                  </a:cubicBezTo>
                  <a:cubicBezTo>
                    <a:pt x="83" y="344"/>
                    <a:pt x="84" y="341"/>
                    <a:pt x="84" y="339"/>
                  </a:cubicBezTo>
                  <a:cubicBezTo>
                    <a:pt x="84" y="336"/>
                    <a:pt x="81" y="339"/>
                    <a:pt x="80" y="337"/>
                  </a:cubicBezTo>
                  <a:cubicBezTo>
                    <a:pt x="79" y="334"/>
                    <a:pt x="83" y="330"/>
                    <a:pt x="81" y="327"/>
                  </a:cubicBezTo>
                  <a:cubicBezTo>
                    <a:pt x="80" y="326"/>
                    <a:pt x="77" y="317"/>
                    <a:pt x="77" y="316"/>
                  </a:cubicBezTo>
                  <a:cubicBezTo>
                    <a:pt x="78" y="314"/>
                    <a:pt x="82" y="313"/>
                    <a:pt x="83" y="311"/>
                  </a:cubicBezTo>
                  <a:cubicBezTo>
                    <a:pt x="84" y="306"/>
                    <a:pt x="83" y="296"/>
                    <a:pt x="85" y="292"/>
                  </a:cubicBezTo>
                  <a:cubicBezTo>
                    <a:pt x="85" y="292"/>
                    <a:pt x="88" y="290"/>
                    <a:pt x="88" y="290"/>
                  </a:cubicBezTo>
                  <a:cubicBezTo>
                    <a:pt x="88" y="290"/>
                    <a:pt x="89" y="286"/>
                    <a:pt x="89" y="286"/>
                  </a:cubicBezTo>
                  <a:cubicBezTo>
                    <a:pt x="90" y="286"/>
                    <a:pt x="90" y="287"/>
                    <a:pt x="91" y="287"/>
                  </a:cubicBezTo>
                  <a:cubicBezTo>
                    <a:pt x="92" y="287"/>
                    <a:pt x="92" y="282"/>
                    <a:pt x="93" y="281"/>
                  </a:cubicBezTo>
                  <a:cubicBezTo>
                    <a:pt x="94" y="281"/>
                    <a:pt x="95" y="281"/>
                    <a:pt x="96" y="280"/>
                  </a:cubicBezTo>
                  <a:cubicBezTo>
                    <a:pt x="97" y="279"/>
                    <a:pt x="103" y="259"/>
                    <a:pt x="104" y="258"/>
                  </a:cubicBezTo>
                  <a:cubicBezTo>
                    <a:pt x="106" y="256"/>
                    <a:pt x="107" y="259"/>
                    <a:pt x="110" y="259"/>
                  </a:cubicBezTo>
                  <a:cubicBezTo>
                    <a:pt x="111" y="259"/>
                    <a:pt x="110" y="257"/>
                    <a:pt x="111" y="257"/>
                  </a:cubicBezTo>
                  <a:cubicBezTo>
                    <a:pt x="112" y="256"/>
                    <a:pt x="115" y="257"/>
                    <a:pt x="116" y="256"/>
                  </a:cubicBezTo>
                  <a:cubicBezTo>
                    <a:pt x="120" y="252"/>
                    <a:pt x="110" y="245"/>
                    <a:pt x="109" y="242"/>
                  </a:cubicBezTo>
                  <a:cubicBezTo>
                    <a:pt x="107" y="236"/>
                    <a:pt x="112" y="236"/>
                    <a:pt x="113" y="232"/>
                  </a:cubicBezTo>
                  <a:cubicBezTo>
                    <a:pt x="114" y="228"/>
                    <a:pt x="108" y="219"/>
                    <a:pt x="107" y="215"/>
                  </a:cubicBezTo>
                  <a:cubicBezTo>
                    <a:pt x="106" y="208"/>
                    <a:pt x="112" y="205"/>
                    <a:pt x="112" y="203"/>
                  </a:cubicBezTo>
                  <a:cubicBezTo>
                    <a:pt x="111" y="198"/>
                    <a:pt x="109" y="199"/>
                    <a:pt x="107" y="198"/>
                  </a:cubicBezTo>
                  <a:cubicBezTo>
                    <a:pt x="106" y="196"/>
                    <a:pt x="110" y="188"/>
                    <a:pt x="111" y="188"/>
                  </a:cubicBezTo>
                  <a:cubicBezTo>
                    <a:pt x="115" y="183"/>
                    <a:pt x="135" y="178"/>
                    <a:pt x="137" y="174"/>
                  </a:cubicBezTo>
                  <a:cubicBezTo>
                    <a:pt x="139" y="173"/>
                    <a:pt x="141" y="157"/>
                    <a:pt x="143" y="154"/>
                  </a:cubicBezTo>
                  <a:cubicBezTo>
                    <a:pt x="143" y="152"/>
                    <a:pt x="145" y="148"/>
                    <a:pt x="145" y="147"/>
                  </a:cubicBezTo>
                  <a:cubicBezTo>
                    <a:pt x="144" y="146"/>
                    <a:pt x="141" y="143"/>
                    <a:pt x="140" y="142"/>
                  </a:cubicBezTo>
                  <a:cubicBezTo>
                    <a:pt x="138" y="143"/>
                    <a:pt x="138" y="143"/>
                    <a:pt x="138" y="143"/>
                  </a:cubicBezTo>
                  <a:cubicBezTo>
                    <a:pt x="133" y="144"/>
                    <a:pt x="127" y="145"/>
                    <a:pt x="124" y="144"/>
                  </a:cubicBezTo>
                  <a:cubicBezTo>
                    <a:pt x="120" y="143"/>
                    <a:pt x="122" y="136"/>
                    <a:pt x="121" y="132"/>
                  </a:cubicBezTo>
                  <a:cubicBezTo>
                    <a:pt x="121" y="130"/>
                    <a:pt x="120" y="125"/>
                    <a:pt x="119" y="122"/>
                  </a:cubicBezTo>
                  <a:cubicBezTo>
                    <a:pt x="118" y="121"/>
                    <a:pt x="116" y="121"/>
                    <a:pt x="116" y="120"/>
                  </a:cubicBezTo>
                  <a:cubicBezTo>
                    <a:pt x="115" y="118"/>
                    <a:pt x="116" y="116"/>
                    <a:pt x="115" y="114"/>
                  </a:cubicBezTo>
                  <a:cubicBezTo>
                    <a:pt x="115" y="113"/>
                    <a:pt x="113" y="112"/>
                    <a:pt x="113" y="110"/>
                  </a:cubicBezTo>
                  <a:cubicBezTo>
                    <a:pt x="112" y="108"/>
                    <a:pt x="113" y="104"/>
                    <a:pt x="112" y="102"/>
                  </a:cubicBezTo>
                  <a:cubicBezTo>
                    <a:pt x="112" y="100"/>
                    <a:pt x="108" y="93"/>
                    <a:pt x="106" y="92"/>
                  </a:cubicBezTo>
                  <a:cubicBezTo>
                    <a:pt x="106" y="92"/>
                    <a:pt x="103" y="93"/>
                    <a:pt x="102" y="92"/>
                  </a:cubicBezTo>
                  <a:cubicBezTo>
                    <a:pt x="100" y="88"/>
                    <a:pt x="104" y="87"/>
                    <a:pt x="104" y="85"/>
                  </a:cubicBezTo>
                  <a:cubicBezTo>
                    <a:pt x="105" y="83"/>
                    <a:pt x="100" y="82"/>
                    <a:pt x="99" y="81"/>
                  </a:cubicBezTo>
                  <a:cubicBezTo>
                    <a:pt x="94" y="78"/>
                    <a:pt x="99" y="77"/>
                    <a:pt x="99" y="76"/>
                  </a:cubicBezTo>
                  <a:cubicBezTo>
                    <a:pt x="99" y="76"/>
                    <a:pt x="97" y="71"/>
                    <a:pt x="96" y="71"/>
                  </a:cubicBezTo>
                  <a:cubicBezTo>
                    <a:pt x="96" y="71"/>
                    <a:pt x="95" y="70"/>
                    <a:pt x="96" y="70"/>
                  </a:cubicBezTo>
                  <a:cubicBezTo>
                    <a:pt x="97" y="68"/>
                    <a:pt x="100" y="69"/>
                    <a:pt x="101" y="69"/>
                  </a:cubicBezTo>
                  <a:cubicBezTo>
                    <a:pt x="105" y="66"/>
                    <a:pt x="98" y="60"/>
                    <a:pt x="98" y="59"/>
                  </a:cubicBezTo>
                  <a:cubicBezTo>
                    <a:pt x="98" y="57"/>
                    <a:pt x="104" y="53"/>
                    <a:pt x="104" y="52"/>
                  </a:cubicBezTo>
                  <a:cubicBezTo>
                    <a:pt x="104" y="52"/>
                    <a:pt x="91" y="42"/>
                    <a:pt x="90" y="39"/>
                  </a:cubicBezTo>
                  <a:cubicBezTo>
                    <a:pt x="90" y="39"/>
                    <a:pt x="90" y="38"/>
                    <a:pt x="90" y="37"/>
                  </a:cubicBezTo>
                  <a:cubicBezTo>
                    <a:pt x="90" y="37"/>
                    <a:pt x="88" y="34"/>
                    <a:pt x="88" y="34"/>
                  </a:cubicBezTo>
                  <a:cubicBezTo>
                    <a:pt x="88" y="31"/>
                    <a:pt x="88" y="28"/>
                    <a:pt x="87" y="26"/>
                  </a:cubicBezTo>
                  <a:cubicBezTo>
                    <a:pt x="87" y="24"/>
                    <a:pt x="84" y="20"/>
                    <a:pt x="84" y="17"/>
                  </a:cubicBezTo>
                  <a:cubicBezTo>
                    <a:pt x="84" y="16"/>
                    <a:pt x="88" y="16"/>
                    <a:pt x="85" y="14"/>
                  </a:cubicBezTo>
                  <a:cubicBezTo>
                    <a:pt x="85" y="14"/>
                    <a:pt x="81" y="14"/>
                    <a:pt x="80" y="13"/>
                  </a:cubicBezTo>
                  <a:cubicBezTo>
                    <a:pt x="79" y="11"/>
                    <a:pt x="79" y="9"/>
                    <a:pt x="79" y="8"/>
                  </a:cubicBezTo>
                  <a:cubicBezTo>
                    <a:pt x="77" y="4"/>
                    <a:pt x="75" y="4"/>
                    <a:pt x="74" y="0"/>
                  </a:cubicBezTo>
                  <a:cubicBezTo>
                    <a:pt x="71" y="5"/>
                    <a:pt x="67" y="4"/>
                    <a:pt x="66" y="4"/>
                  </a:cubicBezTo>
                  <a:cubicBezTo>
                    <a:pt x="63" y="6"/>
                    <a:pt x="67" y="10"/>
                    <a:pt x="67" y="12"/>
                  </a:cubicBezTo>
                  <a:cubicBezTo>
                    <a:pt x="68" y="21"/>
                    <a:pt x="57" y="23"/>
                    <a:pt x="51" y="23"/>
                  </a:cubicBezTo>
                  <a:cubicBezTo>
                    <a:pt x="51" y="24"/>
                    <a:pt x="51" y="24"/>
                    <a:pt x="51" y="24"/>
                  </a:cubicBezTo>
                  <a:cubicBezTo>
                    <a:pt x="53" y="25"/>
                    <a:pt x="54" y="26"/>
                    <a:pt x="54" y="26"/>
                  </a:cubicBezTo>
                  <a:cubicBezTo>
                    <a:pt x="54" y="27"/>
                    <a:pt x="53" y="30"/>
                    <a:pt x="53" y="31"/>
                  </a:cubicBezTo>
                  <a:cubicBezTo>
                    <a:pt x="53" y="35"/>
                    <a:pt x="55" y="40"/>
                    <a:pt x="56" y="44"/>
                  </a:cubicBezTo>
                  <a:cubicBezTo>
                    <a:pt x="56" y="46"/>
                    <a:pt x="55" y="47"/>
                    <a:pt x="56" y="49"/>
                  </a:cubicBezTo>
                  <a:cubicBezTo>
                    <a:pt x="56" y="50"/>
                    <a:pt x="57" y="51"/>
                    <a:pt x="57" y="52"/>
                  </a:cubicBezTo>
                  <a:cubicBezTo>
                    <a:pt x="58" y="53"/>
                    <a:pt x="57" y="55"/>
                    <a:pt x="57" y="57"/>
                  </a:cubicBezTo>
                  <a:cubicBezTo>
                    <a:pt x="57" y="57"/>
                    <a:pt x="58" y="57"/>
                    <a:pt x="59" y="58"/>
                  </a:cubicBezTo>
                  <a:cubicBezTo>
                    <a:pt x="59" y="58"/>
                    <a:pt x="59" y="58"/>
                    <a:pt x="59" y="59"/>
                  </a:cubicBezTo>
                  <a:cubicBezTo>
                    <a:pt x="60" y="61"/>
                    <a:pt x="61" y="65"/>
                    <a:pt x="61" y="67"/>
                  </a:cubicBezTo>
                  <a:cubicBezTo>
                    <a:pt x="61" y="71"/>
                    <a:pt x="58" y="87"/>
                    <a:pt x="59" y="89"/>
                  </a:cubicBezTo>
                  <a:cubicBezTo>
                    <a:pt x="60" y="90"/>
                    <a:pt x="61" y="91"/>
                    <a:pt x="61" y="92"/>
                  </a:cubicBezTo>
                  <a:cubicBezTo>
                    <a:pt x="62" y="93"/>
                    <a:pt x="61" y="94"/>
                    <a:pt x="61" y="95"/>
                  </a:cubicBezTo>
                  <a:cubicBezTo>
                    <a:pt x="61" y="96"/>
                    <a:pt x="62" y="96"/>
                    <a:pt x="62" y="97"/>
                  </a:cubicBezTo>
                  <a:cubicBezTo>
                    <a:pt x="63" y="99"/>
                    <a:pt x="63" y="102"/>
                    <a:pt x="63" y="104"/>
                  </a:cubicBezTo>
                  <a:cubicBezTo>
                    <a:pt x="63" y="105"/>
                    <a:pt x="64" y="105"/>
                    <a:pt x="64" y="106"/>
                  </a:cubicBezTo>
                  <a:cubicBezTo>
                    <a:pt x="64" y="109"/>
                    <a:pt x="63" y="109"/>
                    <a:pt x="62" y="111"/>
                  </a:cubicBezTo>
                  <a:cubicBezTo>
                    <a:pt x="62" y="112"/>
                    <a:pt x="62" y="112"/>
                    <a:pt x="62" y="113"/>
                  </a:cubicBezTo>
                  <a:cubicBezTo>
                    <a:pt x="62" y="114"/>
                    <a:pt x="62" y="115"/>
                    <a:pt x="62" y="116"/>
                  </a:cubicBezTo>
                  <a:cubicBezTo>
                    <a:pt x="62" y="116"/>
                    <a:pt x="63" y="117"/>
                    <a:pt x="62" y="118"/>
                  </a:cubicBezTo>
                  <a:cubicBezTo>
                    <a:pt x="62" y="119"/>
                    <a:pt x="61" y="120"/>
                    <a:pt x="61" y="122"/>
                  </a:cubicBezTo>
                  <a:cubicBezTo>
                    <a:pt x="61" y="127"/>
                    <a:pt x="60" y="133"/>
                    <a:pt x="60" y="138"/>
                  </a:cubicBezTo>
                  <a:cubicBezTo>
                    <a:pt x="61" y="139"/>
                    <a:pt x="59" y="142"/>
                    <a:pt x="59" y="143"/>
                  </a:cubicBezTo>
                  <a:cubicBezTo>
                    <a:pt x="59" y="144"/>
                    <a:pt x="61" y="145"/>
                    <a:pt x="60" y="146"/>
                  </a:cubicBezTo>
                  <a:cubicBezTo>
                    <a:pt x="60" y="148"/>
                    <a:pt x="59" y="151"/>
                    <a:pt x="56" y="151"/>
                  </a:cubicBezTo>
                  <a:cubicBezTo>
                    <a:pt x="55" y="151"/>
                    <a:pt x="55" y="149"/>
                    <a:pt x="55" y="149"/>
                  </a:cubicBezTo>
                  <a:cubicBezTo>
                    <a:pt x="54" y="149"/>
                    <a:pt x="53" y="150"/>
                    <a:pt x="53" y="150"/>
                  </a:cubicBezTo>
                  <a:cubicBezTo>
                    <a:pt x="54" y="153"/>
                    <a:pt x="54" y="153"/>
                    <a:pt x="54" y="153"/>
                  </a:cubicBezTo>
                  <a:cubicBezTo>
                    <a:pt x="54" y="154"/>
                    <a:pt x="53" y="154"/>
                    <a:pt x="53" y="154"/>
                  </a:cubicBezTo>
                  <a:cubicBezTo>
                    <a:pt x="52" y="156"/>
                    <a:pt x="54" y="159"/>
                    <a:pt x="54" y="160"/>
                  </a:cubicBezTo>
                  <a:cubicBezTo>
                    <a:pt x="53" y="161"/>
                    <a:pt x="53" y="161"/>
                    <a:pt x="53" y="162"/>
                  </a:cubicBezTo>
                  <a:cubicBezTo>
                    <a:pt x="53" y="163"/>
                    <a:pt x="54" y="162"/>
                    <a:pt x="55" y="162"/>
                  </a:cubicBezTo>
                  <a:cubicBezTo>
                    <a:pt x="57" y="162"/>
                    <a:pt x="55" y="155"/>
                    <a:pt x="59" y="165"/>
                  </a:cubicBezTo>
                  <a:cubicBezTo>
                    <a:pt x="59" y="166"/>
                    <a:pt x="56" y="171"/>
                    <a:pt x="56" y="172"/>
                  </a:cubicBezTo>
                  <a:cubicBezTo>
                    <a:pt x="56" y="174"/>
                    <a:pt x="57" y="177"/>
                    <a:pt x="57" y="180"/>
                  </a:cubicBezTo>
                  <a:cubicBezTo>
                    <a:pt x="56" y="184"/>
                    <a:pt x="56" y="188"/>
                    <a:pt x="56" y="192"/>
                  </a:cubicBezTo>
                  <a:cubicBezTo>
                    <a:pt x="56" y="192"/>
                    <a:pt x="56" y="195"/>
                    <a:pt x="56" y="195"/>
                  </a:cubicBezTo>
                  <a:cubicBezTo>
                    <a:pt x="57" y="199"/>
                    <a:pt x="61" y="207"/>
                    <a:pt x="60" y="211"/>
                  </a:cubicBezTo>
                  <a:cubicBezTo>
                    <a:pt x="59" y="214"/>
                    <a:pt x="60" y="211"/>
                    <a:pt x="58" y="212"/>
                  </a:cubicBezTo>
                  <a:cubicBezTo>
                    <a:pt x="57" y="214"/>
                    <a:pt x="54" y="222"/>
                    <a:pt x="54" y="224"/>
                  </a:cubicBezTo>
                  <a:cubicBezTo>
                    <a:pt x="54" y="225"/>
                    <a:pt x="55" y="226"/>
                    <a:pt x="56" y="227"/>
                  </a:cubicBezTo>
                  <a:cubicBezTo>
                    <a:pt x="57" y="229"/>
                    <a:pt x="56" y="231"/>
                    <a:pt x="56" y="233"/>
                  </a:cubicBezTo>
                  <a:cubicBezTo>
                    <a:pt x="56" y="234"/>
                    <a:pt x="56" y="235"/>
                    <a:pt x="56" y="236"/>
                  </a:cubicBezTo>
                  <a:cubicBezTo>
                    <a:pt x="56" y="237"/>
                    <a:pt x="57" y="237"/>
                    <a:pt x="57" y="237"/>
                  </a:cubicBezTo>
                  <a:cubicBezTo>
                    <a:pt x="57" y="238"/>
                    <a:pt x="56" y="238"/>
                    <a:pt x="56" y="239"/>
                  </a:cubicBezTo>
                  <a:cubicBezTo>
                    <a:pt x="55" y="240"/>
                    <a:pt x="56" y="243"/>
                    <a:pt x="56" y="244"/>
                  </a:cubicBezTo>
                  <a:cubicBezTo>
                    <a:pt x="56" y="247"/>
                    <a:pt x="54" y="250"/>
                    <a:pt x="53" y="252"/>
                  </a:cubicBezTo>
                  <a:cubicBezTo>
                    <a:pt x="53" y="253"/>
                    <a:pt x="55" y="254"/>
                    <a:pt x="55" y="256"/>
                  </a:cubicBezTo>
                  <a:cubicBezTo>
                    <a:pt x="54" y="260"/>
                    <a:pt x="54" y="255"/>
                    <a:pt x="53" y="257"/>
                  </a:cubicBezTo>
                  <a:cubicBezTo>
                    <a:pt x="53" y="258"/>
                    <a:pt x="53" y="259"/>
                    <a:pt x="52" y="259"/>
                  </a:cubicBezTo>
                  <a:cubicBezTo>
                    <a:pt x="52" y="260"/>
                    <a:pt x="50" y="257"/>
                    <a:pt x="50" y="261"/>
                  </a:cubicBezTo>
                  <a:cubicBezTo>
                    <a:pt x="51" y="265"/>
                    <a:pt x="53" y="268"/>
                    <a:pt x="52" y="272"/>
                  </a:cubicBezTo>
                  <a:cubicBezTo>
                    <a:pt x="52" y="275"/>
                    <a:pt x="50" y="272"/>
                    <a:pt x="49" y="277"/>
                  </a:cubicBezTo>
                  <a:cubicBezTo>
                    <a:pt x="47" y="282"/>
                    <a:pt x="48" y="287"/>
                    <a:pt x="48" y="292"/>
                  </a:cubicBezTo>
                  <a:cubicBezTo>
                    <a:pt x="48" y="295"/>
                    <a:pt x="45" y="295"/>
                    <a:pt x="44" y="298"/>
                  </a:cubicBezTo>
                  <a:cubicBezTo>
                    <a:pt x="44" y="298"/>
                    <a:pt x="45" y="298"/>
                    <a:pt x="45" y="299"/>
                  </a:cubicBezTo>
                  <a:cubicBezTo>
                    <a:pt x="45" y="299"/>
                    <a:pt x="45" y="300"/>
                    <a:pt x="45" y="301"/>
                  </a:cubicBezTo>
                  <a:cubicBezTo>
                    <a:pt x="44" y="303"/>
                    <a:pt x="40" y="305"/>
                    <a:pt x="40" y="308"/>
                  </a:cubicBezTo>
                  <a:cubicBezTo>
                    <a:pt x="40" y="309"/>
                    <a:pt x="42" y="311"/>
                    <a:pt x="42" y="312"/>
                  </a:cubicBezTo>
                  <a:cubicBezTo>
                    <a:pt x="42" y="314"/>
                    <a:pt x="39" y="312"/>
                    <a:pt x="42" y="315"/>
                  </a:cubicBezTo>
                  <a:cubicBezTo>
                    <a:pt x="43" y="317"/>
                    <a:pt x="46" y="317"/>
                    <a:pt x="46" y="320"/>
                  </a:cubicBezTo>
                  <a:cubicBezTo>
                    <a:pt x="46" y="320"/>
                    <a:pt x="46" y="324"/>
                    <a:pt x="46" y="324"/>
                  </a:cubicBezTo>
                  <a:cubicBezTo>
                    <a:pt x="46" y="324"/>
                    <a:pt x="47" y="325"/>
                    <a:pt x="47" y="325"/>
                  </a:cubicBezTo>
                  <a:cubicBezTo>
                    <a:pt x="48" y="326"/>
                    <a:pt x="46" y="327"/>
                    <a:pt x="46" y="328"/>
                  </a:cubicBezTo>
                  <a:cubicBezTo>
                    <a:pt x="47" y="331"/>
                    <a:pt x="48" y="331"/>
                    <a:pt x="48" y="333"/>
                  </a:cubicBezTo>
                  <a:cubicBezTo>
                    <a:pt x="48" y="334"/>
                    <a:pt x="46" y="334"/>
                    <a:pt x="45" y="336"/>
                  </a:cubicBezTo>
                  <a:cubicBezTo>
                    <a:pt x="44" y="337"/>
                    <a:pt x="48" y="338"/>
                    <a:pt x="45" y="340"/>
                  </a:cubicBezTo>
                  <a:cubicBezTo>
                    <a:pt x="44" y="341"/>
                    <a:pt x="44" y="343"/>
                    <a:pt x="42" y="344"/>
                  </a:cubicBezTo>
                  <a:cubicBezTo>
                    <a:pt x="40" y="344"/>
                    <a:pt x="40" y="340"/>
                    <a:pt x="39" y="345"/>
                  </a:cubicBezTo>
                  <a:cubicBezTo>
                    <a:pt x="37" y="356"/>
                    <a:pt x="43" y="367"/>
                    <a:pt x="45" y="378"/>
                  </a:cubicBezTo>
                  <a:cubicBezTo>
                    <a:pt x="45" y="379"/>
                    <a:pt x="46" y="381"/>
                    <a:pt x="46" y="383"/>
                  </a:cubicBezTo>
                  <a:cubicBezTo>
                    <a:pt x="46" y="383"/>
                    <a:pt x="46" y="384"/>
                    <a:pt x="46" y="385"/>
                  </a:cubicBezTo>
                  <a:cubicBezTo>
                    <a:pt x="46" y="385"/>
                    <a:pt x="47" y="385"/>
                    <a:pt x="47" y="385"/>
                  </a:cubicBezTo>
                  <a:cubicBezTo>
                    <a:pt x="47" y="386"/>
                    <a:pt x="47" y="392"/>
                    <a:pt x="47" y="394"/>
                  </a:cubicBezTo>
                  <a:cubicBezTo>
                    <a:pt x="47" y="395"/>
                    <a:pt x="51" y="397"/>
                    <a:pt x="51" y="398"/>
                  </a:cubicBezTo>
                  <a:cubicBezTo>
                    <a:pt x="51" y="399"/>
                    <a:pt x="49" y="401"/>
                    <a:pt x="49" y="402"/>
                  </a:cubicBezTo>
                  <a:cubicBezTo>
                    <a:pt x="49" y="403"/>
                    <a:pt x="51" y="405"/>
                    <a:pt x="50" y="407"/>
                  </a:cubicBezTo>
                  <a:cubicBezTo>
                    <a:pt x="49" y="408"/>
                    <a:pt x="48" y="408"/>
                    <a:pt x="48" y="409"/>
                  </a:cubicBezTo>
                  <a:cubicBezTo>
                    <a:pt x="47" y="411"/>
                    <a:pt x="50" y="413"/>
                    <a:pt x="48" y="415"/>
                  </a:cubicBezTo>
                  <a:cubicBezTo>
                    <a:pt x="48" y="416"/>
                    <a:pt x="47" y="415"/>
                    <a:pt x="46" y="415"/>
                  </a:cubicBezTo>
                  <a:cubicBezTo>
                    <a:pt x="46" y="416"/>
                    <a:pt x="46" y="417"/>
                    <a:pt x="46" y="417"/>
                  </a:cubicBezTo>
                  <a:cubicBezTo>
                    <a:pt x="45" y="417"/>
                    <a:pt x="44" y="417"/>
                    <a:pt x="44" y="418"/>
                  </a:cubicBezTo>
                  <a:cubicBezTo>
                    <a:pt x="44" y="418"/>
                    <a:pt x="46" y="422"/>
                    <a:pt x="46" y="423"/>
                  </a:cubicBezTo>
                  <a:cubicBezTo>
                    <a:pt x="47" y="425"/>
                    <a:pt x="45" y="425"/>
                    <a:pt x="46" y="426"/>
                  </a:cubicBezTo>
                  <a:cubicBezTo>
                    <a:pt x="47" y="430"/>
                    <a:pt x="49" y="428"/>
                    <a:pt x="47" y="433"/>
                  </a:cubicBezTo>
                  <a:cubicBezTo>
                    <a:pt x="47" y="435"/>
                    <a:pt x="45" y="434"/>
                    <a:pt x="44" y="436"/>
                  </a:cubicBezTo>
                  <a:cubicBezTo>
                    <a:pt x="43" y="437"/>
                    <a:pt x="43" y="440"/>
                    <a:pt x="43" y="442"/>
                  </a:cubicBezTo>
                  <a:cubicBezTo>
                    <a:pt x="42" y="443"/>
                    <a:pt x="41" y="444"/>
                    <a:pt x="40" y="445"/>
                  </a:cubicBezTo>
                  <a:cubicBezTo>
                    <a:pt x="40" y="446"/>
                    <a:pt x="41" y="448"/>
                    <a:pt x="41" y="449"/>
                  </a:cubicBezTo>
                  <a:cubicBezTo>
                    <a:pt x="42" y="454"/>
                    <a:pt x="42" y="448"/>
                    <a:pt x="40" y="452"/>
                  </a:cubicBezTo>
                  <a:cubicBezTo>
                    <a:pt x="40" y="453"/>
                    <a:pt x="41" y="457"/>
                    <a:pt x="41" y="458"/>
                  </a:cubicBezTo>
                  <a:cubicBezTo>
                    <a:pt x="41" y="461"/>
                    <a:pt x="39" y="462"/>
                    <a:pt x="38" y="465"/>
                  </a:cubicBezTo>
                  <a:cubicBezTo>
                    <a:pt x="38" y="466"/>
                    <a:pt x="39" y="469"/>
                    <a:pt x="38" y="470"/>
                  </a:cubicBezTo>
                  <a:cubicBezTo>
                    <a:pt x="37" y="473"/>
                    <a:pt x="34" y="475"/>
                    <a:pt x="33" y="477"/>
                  </a:cubicBezTo>
                  <a:cubicBezTo>
                    <a:pt x="33" y="478"/>
                    <a:pt x="33" y="480"/>
                    <a:pt x="33" y="481"/>
                  </a:cubicBezTo>
                  <a:cubicBezTo>
                    <a:pt x="32" y="482"/>
                    <a:pt x="30" y="482"/>
                    <a:pt x="29" y="483"/>
                  </a:cubicBezTo>
                  <a:cubicBezTo>
                    <a:pt x="29" y="484"/>
                    <a:pt x="32" y="488"/>
                    <a:pt x="32" y="489"/>
                  </a:cubicBezTo>
                  <a:cubicBezTo>
                    <a:pt x="32" y="490"/>
                    <a:pt x="27" y="492"/>
                    <a:pt x="27" y="494"/>
                  </a:cubicBezTo>
                  <a:cubicBezTo>
                    <a:pt x="27" y="497"/>
                    <a:pt x="28" y="500"/>
                    <a:pt x="27" y="503"/>
                  </a:cubicBezTo>
                  <a:cubicBezTo>
                    <a:pt x="27" y="504"/>
                    <a:pt x="26" y="508"/>
                    <a:pt x="26" y="508"/>
                  </a:cubicBezTo>
                  <a:cubicBezTo>
                    <a:pt x="25" y="509"/>
                    <a:pt x="25" y="508"/>
                    <a:pt x="25" y="508"/>
                  </a:cubicBezTo>
                  <a:cubicBezTo>
                    <a:pt x="24" y="509"/>
                    <a:pt x="25" y="510"/>
                    <a:pt x="25" y="511"/>
                  </a:cubicBezTo>
                  <a:cubicBezTo>
                    <a:pt x="25" y="511"/>
                    <a:pt x="25" y="512"/>
                    <a:pt x="25" y="513"/>
                  </a:cubicBezTo>
                  <a:cubicBezTo>
                    <a:pt x="24" y="516"/>
                    <a:pt x="22" y="510"/>
                    <a:pt x="22" y="510"/>
                  </a:cubicBezTo>
                  <a:cubicBezTo>
                    <a:pt x="21" y="511"/>
                    <a:pt x="22" y="513"/>
                    <a:pt x="22" y="514"/>
                  </a:cubicBezTo>
                  <a:cubicBezTo>
                    <a:pt x="21" y="514"/>
                    <a:pt x="20" y="514"/>
                    <a:pt x="20" y="515"/>
                  </a:cubicBezTo>
                  <a:cubicBezTo>
                    <a:pt x="20" y="515"/>
                    <a:pt x="21" y="515"/>
                    <a:pt x="22" y="516"/>
                  </a:cubicBezTo>
                  <a:cubicBezTo>
                    <a:pt x="22" y="517"/>
                    <a:pt x="22" y="523"/>
                    <a:pt x="21" y="525"/>
                  </a:cubicBezTo>
                  <a:cubicBezTo>
                    <a:pt x="17" y="532"/>
                    <a:pt x="12" y="519"/>
                    <a:pt x="11" y="530"/>
                  </a:cubicBezTo>
                  <a:cubicBezTo>
                    <a:pt x="11" y="531"/>
                    <a:pt x="13" y="532"/>
                    <a:pt x="13" y="532"/>
                  </a:cubicBezTo>
                  <a:cubicBezTo>
                    <a:pt x="15" y="534"/>
                    <a:pt x="11" y="537"/>
                    <a:pt x="13" y="540"/>
                  </a:cubicBezTo>
                  <a:cubicBezTo>
                    <a:pt x="14" y="543"/>
                    <a:pt x="18" y="545"/>
                    <a:pt x="19" y="548"/>
                  </a:cubicBezTo>
                  <a:cubicBezTo>
                    <a:pt x="20" y="553"/>
                    <a:pt x="17" y="556"/>
                    <a:pt x="19" y="561"/>
                  </a:cubicBezTo>
                  <a:cubicBezTo>
                    <a:pt x="21" y="566"/>
                    <a:pt x="24" y="573"/>
                    <a:pt x="27" y="578"/>
                  </a:cubicBezTo>
                  <a:cubicBezTo>
                    <a:pt x="27" y="578"/>
                    <a:pt x="27" y="577"/>
                    <a:pt x="27" y="577"/>
                  </a:cubicBezTo>
                  <a:cubicBezTo>
                    <a:pt x="28" y="577"/>
                    <a:pt x="28" y="578"/>
                    <a:pt x="28" y="578"/>
                  </a:cubicBezTo>
                  <a:cubicBezTo>
                    <a:pt x="28" y="580"/>
                    <a:pt x="28" y="582"/>
                    <a:pt x="28" y="583"/>
                  </a:cubicBezTo>
                  <a:cubicBezTo>
                    <a:pt x="29" y="586"/>
                    <a:pt x="26" y="589"/>
                    <a:pt x="25" y="591"/>
                  </a:cubicBezTo>
                  <a:cubicBezTo>
                    <a:pt x="25" y="592"/>
                    <a:pt x="27" y="595"/>
                    <a:pt x="26" y="596"/>
                  </a:cubicBezTo>
                  <a:cubicBezTo>
                    <a:pt x="26" y="597"/>
                    <a:pt x="26" y="595"/>
                    <a:pt x="25" y="594"/>
                  </a:cubicBezTo>
                  <a:cubicBezTo>
                    <a:pt x="25" y="594"/>
                    <a:pt x="23" y="595"/>
                    <a:pt x="20" y="597"/>
                  </a:cubicBezTo>
                  <a:cubicBezTo>
                    <a:pt x="18" y="599"/>
                    <a:pt x="22" y="600"/>
                    <a:pt x="21" y="602"/>
                  </a:cubicBezTo>
                  <a:cubicBezTo>
                    <a:pt x="21" y="603"/>
                    <a:pt x="20" y="603"/>
                    <a:pt x="20" y="604"/>
                  </a:cubicBezTo>
                  <a:cubicBezTo>
                    <a:pt x="18" y="607"/>
                    <a:pt x="20" y="610"/>
                    <a:pt x="20" y="612"/>
                  </a:cubicBezTo>
                  <a:cubicBezTo>
                    <a:pt x="20" y="615"/>
                    <a:pt x="16" y="618"/>
                    <a:pt x="17" y="621"/>
                  </a:cubicBezTo>
                  <a:cubicBezTo>
                    <a:pt x="17" y="622"/>
                    <a:pt x="18" y="622"/>
                    <a:pt x="18" y="622"/>
                  </a:cubicBezTo>
                  <a:cubicBezTo>
                    <a:pt x="19" y="623"/>
                    <a:pt x="17" y="623"/>
                    <a:pt x="17" y="624"/>
                  </a:cubicBezTo>
                  <a:cubicBezTo>
                    <a:pt x="16" y="626"/>
                    <a:pt x="18" y="629"/>
                    <a:pt x="20" y="631"/>
                  </a:cubicBezTo>
                  <a:cubicBezTo>
                    <a:pt x="22" y="634"/>
                    <a:pt x="22" y="642"/>
                    <a:pt x="28" y="640"/>
                  </a:cubicBezTo>
                  <a:cubicBezTo>
                    <a:pt x="28" y="640"/>
                    <a:pt x="28" y="638"/>
                    <a:pt x="29" y="638"/>
                  </a:cubicBezTo>
                  <a:cubicBezTo>
                    <a:pt x="30" y="638"/>
                    <a:pt x="29" y="640"/>
                    <a:pt x="28" y="640"/>
                  </a:cubicBezTo>
                  <a:cubicBezTo>
                    <a:pt x="28" y="640"/>
                    <a:pt x="22" y="641"/>
                    <a:pt x="25" y="644"/>
                  </a:cubicBezTo>
                  <a:cubicBezTo>
                    <a:pt x="26" y="645"/>
                    <a:pt x="39" y="645"/>
                    <a:pt x="40" y="642"/>
                  </a:cubicBezTo>
                  <a:cubicBezTo>
                    <a:pt x="40" y="641"/>
                    <a:pt x="36" y="636"/>
                    <a:pt x="41" y="636"/>
                  </a:cubicBezTo>
                  <a:cubicBezTo>
                    <a:pt x="46" y="636"/>
                    <a:pt x="49" y="645"/>
                    <a:pt x="53" y="640"/>
                  </a:cubicBezTo>
                  <a:cubicBezTo>
                    <a:pt x="55" y="639"/>
                    <a:pt x="53" y="632"/>
                    <a:pt x="55" y="633"/>
                  </a:cubicBezTo>
                  <a:cubicBezTo>
                    <a:pt x="55" y="633"/>
                    <a:pt x="55" y="634"/>
                    <a:pt x="55" y="634"/>
                  </a:cubicBezTo>
                  <a:cubicBezTo>
                    <a:pt x="55" y="634"/>
                    <a:pt x="54" y="635"/>
                    <a:pt x="55" y="636"/>
                  </a:cubicBezTo>
                  <a:cubicBezTo>
                    <a:pt x="55" y="636"/>
                    <a:pt x="56" y="640"/>
                    <a:pt x="56" y="640"/>
                  </a:cubicBezTo>
                  <a:cubicBezTo>
                    <a:pt x="55" y="642"/>
                    <a:pt x="44" y="643"/>
                    <a:pt x="44" y="647"/>
                  </a:cubicBezTo>
                  <a:cubicBezTo>
                    <a:pt x="44" y="649"/>
                    <a:pt x="50" y="651"/>
                    <a:pt x="51" y="650"/>
                  </a:cubicBezTo>
                  <a:cubicBezTo>
                    <a:pt x="51" y="650"/>
                    <a:pt x="51" y="649"/>
                    <a:pt x="52" y="648"/>
                  </a:cubicBezTo>
                  <a:cubicBezTo>
                    <a:pt x="52" y="648"/>
                    <a:pt x="53" y="648"/>
                    <a:pt x="53" y="648"/>
                  </a:cubicBezTo>
                  <a:cubicBezTo>
                    <a:pt x="54" y="649"/>
                    <a:pt x="53" y="650"/>
                    <a:pt x="53" y="650"/>
                  </a:cubicBezTo>
                  <a:cubicBezTo>
                    <a:pt x="53" y="651"/>
                    <a:pt x="53" y="652"/>
                    <a:pt x="53" y="652"/>
                  </a:cubicBezTo>
                  <a:cubicBezTo>
                    <a:pt x="54" y="653"/>
                    <a:pt x="55" y="652"/>
                    <a:pt x="55" y="653"/>
                  </a:cubicBezTo>
                  <a:cubicBezTo>
                    <a:pt x="55" y="654"/>
                    <a:pt x="54" y="654"/>
                    <a:pt x="54" y="655"/>
                  </a:cubicBezTo>
                  <a:cubicBezTo>
                    <a:pt x="54" y="655"/>
                    <a:pt x="55" y="655"/>
                    <a:pt x="55" y="655"/>
                  </a:cubicBezTo>
                  <a:cubicBezTo>
                    <a:pt x="55" y="656"/>
                    <a:pt x="54" y="656"/>
                    <a:pt x="54" y="657"/>
                  </a:cubicBezTo>
                  <a:cubicBezTo>
                    <a:pt x="54" y="657"/>
                    <a:pt x="55" y="658"/>
                    <a:pt x="55" y="658"/>
                  </a:cubicBezTo>
                  <a:cubicBezTo>
                    <a:pt x="56" y="659"/>
                    <a:pt x="56" y="660"/>
                    <a:pt x="56" y="661"/>
                  </a:cubicBezTo>
                  <a:cubicBezTo>
                    <a:pt x="56" y="663"/>
                    <a:pt x="52" y="654"/>
                    <a:pt x="51" y="654"/>
                  </a:cubicBezTo>
                  <a:cubicBezTo>
                    <a:pt x="50" y="654"/>
                    <a:pt x="46" y="656"/>
                    <a:pt x="46" y="657"/>
                  </a:cubicBezTo>
                  <a:cubicBezTo>
                    <a:pt x="46" y="657"/>
                    <a:pt x="47" y="657"/>
                    <a:pt x="47" y="657"/>
                  </a:cubicBezTo>
                  <a:cubicBezTo>
                    <a:pt x="49" y="658"/>
                    <a:pt x="49" y="661"/>
                    <a:pt x="50" y="662"/>
                  </a:cubicBezTo>
                  <a:cubicBezTo>
                    <a:pt x="51" y="662"/>
                    <a:pt x="54" y="662"/>
                    <a:pt x="54" y="664"/>
                  </a:cubicBezTo>
                  <a:cubicBezTo>
                    <a:pt x="54" y="664"/>
                    <a:pt x="53" y="663"/>
                    <a:pt x="53" y="663"/>
                  </a:cubicBezTo>
                  <a:cubicBezTo>
                    <a:pt x="51" y="662"/>
                    <a:pt x="49" y="661"/>
                    <a:pt x="47" y="664"/>
                  </a:cubicBezTo>
                  <a:cubicBezTo>
                    <a:pt x="46" y="666"/>
                    <a:pt x="48" y="664"/>
                    <a:pt x="48" y="667"/>
                  </a:cubicBezTo>
                  <a:cubicBezTo>
                    <a:pt x="48" y="667"/>
                    <a:pt x="47" y="667"/>
                    <a:pt x="47" y="667"/>
                  </a:cubicBezTo>
                  <a:cubicBezTo>
                    <a:pt x="47" y="668"/>
                    <a:pt x="47" y="669"/>
                    <a:pt x="47" y="669"/>
                  </a:cubicBezTo>
                  <a:cubicBezTo>
                    <a:pt x="48" y="672"/>
                    <a:pt x="50" y="671"/>
                    <a:pt x="51" y="673"/>
                  </a:cubicBezTo>
                  <a:cubicBezTo>
                    <a:pt x="51" y="674"/>
                    <a:pt x="50" y="675"/>
                    <a:pt x="50" y="675"/>
                  </a:cubicBezTo>
                  <a:cubicBezTo>
                    <a:pt x="51" y="676"/>
                    <a:pt x="52" y="676"/>
                    <a:pt x="51" y="677"/>
                  </a:cubicBezTo>
                  <a:cubicBezTo>
                    <a:pt x="51" y="678"/>
                    <a:pt x="49" y="675"/>
                    <a:pt x="49" y="675"/>
                  </a:cubicBezTo>
                  <a:cubicBezTo>
                    <a:pt x="46" y="676"/>
                    <a:pt x="49" y="680"/>
                    <a:pt x="48" y="681"/>
                  </a:cubicBezTo>
                  <a:cubicBezTo>
                    <a:pt x="48" y="682"/>
                    <a:pt x="46" y="682"/>
                    <a:pt x="45" y="683"/>
                  </a:cubicBezTo>
                  <a:cubicBezTo>
                    <a:pt x="44" y="684"/>
                    <a:pt x="45" y="685"/>
                    <a:pt x="45" y="686"/>
                  </a:cubicBezTo>
                  <a:cubicBezTo>
                    <a:pt x="44" y="688"/>
                    <a:pt x="46" y="689"/>
                    <a:pt x="47" y="690"/>
                  </a:cubicBezTo>
                  <a:cubicBezTo>
                    <a:pt x="47" y="690"/>
                    <a:pt x="50" y="690"/>
                    <a:pt x="50" y="691"/>
                  </a:cubicBezTo>
                  <a:cubicBezTo>
                    <a:pt x="50" y="691"/>
                    <a:pt x="44" y="695"/>
                    <a:pt x="49" y="695"/>
                  </a:cubicBezTo>
                  <a:cubicBezTo>
                    <a:pt x="52" y="695"/>
                    <a:pt x="50" y="691"/>
                    <a:pt x="51" y="694"/>
                  </a:cubicBezTo>
                  <a:cubicBezTo>
                    <a:pt x="52" y="694"/>
                    <a:pt x="53" y="695"/>
                    <a:pt x="52" y="696"/>
                  </a:cubicBezTo>
                  <a:cubicBezTo>
                    <a:pt x="52" y="696"/>
                    <a:pt x="51" y="695"/>
                    <a:pt x="51" y="695"/>
                  </a:cubicBezTo>
                  <a:cubicBezTo>
                    <a:pt x="50" y="695"/>
                    <a:pt x="49" y="696"/>
                    <a:pt x="49" y="696"/>
                  </a:cubicBezTo>
                  <a:cubicBezTo>
                    <a:pt x="48" y="696"/>
                    <a:pt x="49" y="695"/>
                    <a:pt x="48" y="695"/>
                  </a:cubicBezTo>
                  <a:cubicBezTo>
                    <a:pt x="48" y="695"/>
                    <a:pt x="48" y="696"/>
                    <a:pt x="48" y="696"/>
                  </a:cubicBezTo>
                  <a:cubicBezTo>
                    <a:pt x="47" y="698"/>
                    <a:pt x="47" y="699"/>
                    <a:pt x="46" y="700"/>
                  </a:cubicBezTo>
                  <a:cubicBezTo>
                    <a:pt x="46" y="701"/>
                    <a:pt x="48" y="703"/>
                    <a:pt x="47" y="703"/>
                  </a:cubicBezTo>
                  <a:cubicBezTo>
                    <a:pt x="47" y="704"/>
                    <a:pt x="46" y="702"/>
                    <a:pt x="45" y="702"/>
                  </a:cubicBezTo>
                  <a:cubicBezTo>
                    <a:pt x="45" y="703"/>
                    <a:pt x="45" y="703"/>
                    <a:pt x="45" y="703"/>
                  </a:cubicBezTo>
                  <a:cubicBezTo>
                    <a:pt x="45" y="704"/>
                    <a:pt x="45" y="704"/>
                    <a:pt x="45" y="704"/>
                  </a:cubicBezTo>
                  <a:cubicBezTo>
                    <a:pt x="44" y="704"/>
                    <a:pt x="44" y="702"/>
                    <a:pt x="44" y="704"/>
                  </a:cubicBezTo>
                  <a:cubicBezTo>
                    <a:pt x="44" y="708"/>
                    <a:pt x="46" y="704"/>
                    <a:pt x="47" y="705"/>
                  </a:cubicBezTo>
                  <a:cubicBezTo>
                    <a:pt x="48" y="705"/>
                    <a:pt x="46" y="706"/>
                    <a:pt x="46" y="707"/>
                  </a:cubicBezTo>
                  <a:cubicBezTo>
                    <a:pt x="47" y="708"/>
                    <a:pt x="49" y="708"/>
                    <a:pt x="50" y="708"/>
                  </a:cubicBezTo>
                  <a:cubicBezTo>
                    <a:pt x="52" y="709"/>
                    <a:pt x="54" y="712"/>
                    <a:pt x="57" y="713"/>
                  </a:cubicBezTo>
                  <a:cubicBezTo>
                    <a:pt x="58" y="713"/>
                    <a:pt x="59" y="712"/>
                    <a:pt x="59" y="713"/>
                  </a:cubicBezTo>
                  <a:cubicBezTo>
                    <a:pt x="60" y="713"/>
                    <a:pt x="58" y="714"/>
                    <a:pt x="58" y="714"/>
                  </a:cubicBezTo>
                  <a:cubicBezTo>
                    <a:pt x="57" y="715"/>
                    <a:pt x="57" y="716"/>
                    <a:pt x="57" y="717"/>
                  </a:cubicBezTo>
                  <a:cubicBezTo>
                    <a:pt x="57" y="718"/>
                    <a:pt x="58" y="718"/>
                    <a:pt x="58" y="719"/>
                  </a:cubicBezTo>
                  <a:cubicBezTo>
                    <a:pt x="58" y="720"/>
                    <a:pt x="51" y="724"/>
                    <a:pt x="50" y="725"/>
                  </a:cubicBezTo>
                  <a:cubicBezTo>
                    <a:pt x="46" y="727"/>
                    <a:pt x="50" y="724"/>
                    <a:pt x="46" y="725"/>
                  </a:cubicBezTo>
                  <a:cubicBezTo>
                    <a:pt x="42" y="726"/>
                    <a:pt x="47" y="730"/>
                    <a:pt x="47" y="730"/>
                  </a:cubicBezTo>
                  <a:cubicBezTo>
                    <a:pt x="48" y="732"/>
                    <a:pt x="44" y="731"/>
                    <a:pt x="44" y="732"/>
                  </a:cubicBezTo>
                  <a:cubicBezTo>
                    <a:pt x="44" y="732"/>
                    <a:pt x="44" y="733"/>
                    <a:pt x="45" y="734"/>
                  </a:cubicBezTo>
                  <a:cubicBezTo>
                    <a:pt x="47" y="736"/>
                    <a:pt x="47" y="733"/>
                    <a:pt x="48" y="733"/>
                  </a:cubicBezTo>
                  <a:cubicBezTo>
                    <a:pt x="50" y="733"/>
                    <a:pt x="52" y="735"/>
                    <a:pt x="53" y="736"/>
                  </a:cubicBezTo>
                  <a:cubicBezTo>
                    <a:pt x="53" y="736"/>
                    <a:pt x="60" y="736"/>
                    <a:pt x="57" y="738"/>
                  </a:cubicBezTo>
                  <a:cubicBezTo>
                    <a:pt x="55" y="739"/>
                    <a:pt x="50" y="734"/>
                    <a:pt x="49" y="734"/>
                  </a:cubicBezTo>
                  <a:cubicBezTo>
                    <a:pt x="45" y="735"/>
                    <a:pt x="49" y="734"/>
                    <a:pt x="48" y="736"/>
                  </a:cubicBezTo>
                  <a:cubicBezTo>
                    <a:pt x="48" y="737"/>
                    <a:pt x="47" y="736"/>
                    <a:pt x="47" y="736"/>
                  </a:cubicBezTo>
                  <a:cubicBezTo>
                    <a:pt x="45" y="735"/>
                    <a:pt x="46" y="737"/>
                    <a:pt x="46" y="738"/>
                  </a:cubicBezTo>
                  <a:cubicBezTo>
                    <a:pt x="46" y="738"/>
                    <a:pt x="46" y="737"/>
                    <a:pt x="45" y="737"/>
                  </a:cubicBezTo>
                  <a:cubicBezTo>
                    <a:pt x="45" y="737"/>
                    <a:pt x="44" y="737"/>
                    <a:pt x="44" y="738"/>
                  </a:cubicBezTo>
                  <a:cubicBezTo>
                    <a:pt x="43" y="739"/>
                    <a:pt x="43" y="746"/>
                    <a:pt x="46" y="745"/>
                  </a:cubicBezTo>
                  <a:cubicBezTo>
                    <a:pt x="46" y="744"/>
                    <a:pt x="46" y="744"/>
                    <a:pt x="46" y="743"/>
                  </a:cubicBezTo>
                  <a:cubicBezTo>
                    <a:pt x="47" y="743"/>
                    <a:pt x="47" y="742"/>
                    <a:pt x="48" y="742"/>
                  </a:cubicBezTo>
                  <a:cubicBezTo>
                    <a:pt x="49" y="742"/>
                    <a:pt x="49" y="743"/>
                    <a:pt x="49" y="743"/>
                  </a:cubicBezTo>
                  <a:cubicBezTo>
                    <a:pt x="52" y="743"/>
                    <a:pt x="52" y="743"/>
                    <a:pt x="52" y="743"/>
                  </a:cubicBezTo>
                  <a:cubicBezTo>
                    <a:pt x="52" y="744"/>
                    <a:pt x="48" y="744"/>
                    <a:pt x="47" y="744"/>
                  </a:cubicBezTo>
                  <a:cubicBezTo>
                    <a:pt x="47" y="744"/>
                    <a:pt x="46" y="745"/>
                    <a:pt x="46" y="746"/>
                  </a:cubicBezTo>
                  <a:cubicBezTo>
                    <a:pt x="45" y="747"/>
                    <a:pt x="44" y="747"/>
                    <a:pt x="44" y="748"/>
                  </a:cubicBezTo>
                  <a:cubicBezTo>
                    <a:pt x="45" y="747"/>
                    <a:pt x="46" y="747"/>
                    <a:pt x="46" y="749"/>
                  </a:cubicBezTo>
                  <a:cubicBezTo>
                    <a:pt x="45" y="749"/>
                    <a:pt x="44" y="749"/>
                    <a:pt x="44" y="749"/>
                  </a:cubicBezTo>
                  <a:cubicBezTo>
                    <a:pt x="44" y="749"/>
                    <a:pt x="44" y="750"/>
                    <a:pt x="44" y="751"/>
                  </a:cubicBezTo>
                  <a:cubicBezTo>
                    <a:pt x="44" y="751"/>
                    <a:pt x="43" y="751"/>
                    <a:pt x="43" y="751"/>
                  </a:cubicBezTo>
                  <a:cubicBezTo>
                    <a:pt x="42" y="752"/>
                    <a:pt x="44" y="755"/>
                    <a:pt x="44" y="756"/>
                  </a:cubicBezTo>
                  <a:cubicBezTo>
                    <a:pt x="44" y="756"/>
                    <a:pt x="43" y="760"/>
                    <a:pt x="44" y="760"/>
                  </a:cubicBezTo>
                  <a:cubicBezTo>
                    <a:pt x="44" y="760"/>
                    <a:pt x="45" y="759"/>
                    <a:pt x="45" y="759"/>
                  </a:cubicBezTo>
                  <a:cubicBezTo>
                    <a:pt x="45" y="758"/>
                    <a:pt x="48" y="750"/>
                    <a:pt x="50" y="752"/>
                  </a:cubicBezTo>
                  <a:cubicBezTo>
                    <a:pt x="50" y="753"/>
                    <a:pt x="49" y="753"/>
                    <a:pt x="48" y="753"/>
                  </a:cubicBezTo>
                  <a:cubicBezTo>
                    <a:pt x="48" y="754"/>
                    <a:pt x="45" y="758"/>
                    <a:pt x="46" y="759"/>
                  </a:cubicBezTo>
                  <a:cubicBezTo>
                    <a:pt x="47" y="759"/>
                    <a:pt x="48" y="759"/>
                    <a:pt x="48" y="759"/>
                  </a:cubicBezTo>
                  <a:cubicBezTo>
                    <a:pt x="48" y="759"/>
                    <a:pt x="44" y="761"/>
                    <a:pt x="43" y="763"/>
                  </a:cubicBezTo>
                  <a:cubicBezTo>
                    <a:pt x="41" y="765"/>
                    <a:pt x="45" y="762"/>
                    <a:pt x="44" y="766"/>
                  </a:cubicBezTo>
                  <a:cubicBezTo>
                    <a:pt x="44" y="766"/>
                    <a:pt x="43" y="765"/>
                    <a:pt x="42" y="766"/>
                  </a:cubicBezTo>
                  <a:cubicBezTo>
                    <a:pt x="42" y="766"/>
                    <a:pt x="41" y="768"/>
                    <a:pt x="40" y="767"/>
                  </a:cubicBezTo>
                  <a:cubicBezTo>
                    <a:pt x="40" y="767"/>
                    <a:pt x="39" y="767"/>
                    <a:pt x="38" y="766"/>
                  </a:cubicBezTo>
                  <a:cubicBezTo>
                    <a:pt x="38" y="765"/>
                    <a:pt x="42" y="761"/>
                    <a:pt x="42" y="760"/>
                  </a:cubicBezTo>
                  <a:cubicBezTo>
                    <a:pt x="42" y="758"/>
                    <a:pt x="39" y="755"/>
                    <a:pt x="37" y="756"/>
                  </a:cubicBezTo>
                  <a:cubicBezTo>
                    <a:pt x="35" y="758"/>
                    <a:pt x="40" y="759"/>
                    <a:pt x="41" y="761"/>
                  </a:cubicBezTo>
                  <a:cubicBezTo>
                    <a:pt x="41" y="762"/>
                    <a:pt x="39" y="761"/>
                    <a:pt x="39" y="760"/>
                  </a:cubicBezTo>
                  <a:cubicBezTo>
                    <a:pt x="37" y="759"/>
                    <a:pt x="35" y="761"/>
                    <a:pt x="36" y="757"/>
                  </a:cubicBezTo>
                  <a:cubicBezTo>
                    <a:pt x="36" y="757"/>
                    <a:pt x="34" y="759"/>
                    <a:pt x="33" y="759"/>
                  </a:cubicBezTo>
                  <a:cubicBezTo>
                    <a:pt x="31" y="760"/>
                    <a:pt x="29" y="759"/>
                    <a:pt x="27" y="758"/>
                  </a:cubicBezTo>
                  <a:cubicBezTo>
                    <a:pt x="26" y="757"/>
                    <a:pt x="30" y="759"/>
                    <a:pt x="30" y="759"/>
                  </a:cubicBezTo>
                  <a:cubicBezTo>
                    <a:pt x="33" y="759"/>
                    <a:pt x="38" y="756"/>
                    <a:pt x="37" y="754"/>
                  </a:cubicBezTo>
                  <a:cubicBezTo>
                    <a:pt x="36" y="748"/>
                    <a:pt x="36" y="756"/>
                    <a:pt x="33" y="756"/>
                  </a:cubicBezTo>
                  <a:cubicBezTo>
                    <a:pt x="32" y="756"/>
                    <a:pt x="35" y="756"/>
                    <a:pt x="35" y="753"/>
                  </a:cubicBezTo>
                  <a:cubicBezTo>
                    <a:pt x="35" y="752"/>
                    <a:pt x="33" y="754"/>
                    <a:pt x="33" y="753"/>
                  </a:cubicBezTo>
                  <a:cubicBezTo>
                    <a:pt x="33" y="751"/>
                    <a:pt x="35" y="753"/>
                    <a:pt x="35" y="751"/>
                  </a:cubicBezTo>
                  <a:cubicBezTo>
                    <a:pt x="35" y="748"/>
                    <a:pt x="31" y="753"/>
                    <a:pt x="32" y="750"/>
                  </a:cubicBezTo>
                  <a:cubicBezTo>
                    <a:pt x="32" y="749"/>
                    <a:pt x="33" y="749"/>
                    <a:pt x="33" y="749"/>
                  </a:cubicBezTo>
                  <a:cubicBezTo>
                    <a:pt x="34" y="746"/>
                    <a:pt x="29" y="749"/>
                    <a:pt x="29" y="748"/>
                  </a:cubicBezTo>
                  <a:cubicBezTo>
                    <a:pt x="29" y="748"/>
                    <a:pt x="29" y="748"/>
                    <a:pt x="28" y="748"/>
                  </a:cubicBezTo>
                  <a:cubicBezTo>
                    <a:pt x="27" y="748"/>
                    <a:pt x="27" y="747"/>
                    <a:pt x="26" y="748"/>
                  </a:cubicBezTo>
                  <a:cubicBezTo>
                    <a:pt x="25" y="749"/>
                    <a:pt x="30" y="750"/>
                    <a:pt x="27" y="754"/>
                  </a:cubicBezTo>
                  <a:cubicBezTo>
                    <a:pt x="26" y="754"/>
                    <a:pt x="27" y="751"/>
                    <a:pt x="26" y="751"/>
                  </a:cubicBezTo>
                  <a:cubicBezTo>
                    <a:pt x="24" y="751"/>
                    <a:pt x="25" y="748"/>
                    <a:pt x="24" y="748"/>
                  </a:cubicBezTo>
                  <a:cubicBezTo>
                    <a:pt x="23" y="748"/>
                    <a:pt x="24" y="749"/>
                    <a:pt x="23" y="749"/>
                  </a:cubicBezTo>
                  <a:cubicBezTo>
                    <a:pt x="23" y="749"/>
                    <a:pt x="22" y="749"/>
                    <a:pt x="22" y="748"/>
                  </a:cubicBezTo>
                  <a:cubicBezTo>
                    <a:pt x="22" y="748"/>
                    <a:pt x="21" y="749"/>
                    <a:pt x="21" y="753"/>
                  </a:cubicBezTo>
                  <a:cubicBezTo>
                    <a:pt x="22" y="755"/>
                    <a:pt x="21" y="753"/>
                    <a:pt x="20" y="756"/>
                  </a:cubicBezTo>
                  <a:cubicBezTo>
                    <a:pt x="20" y="758"/>
                    <a:pt x="22" y="757"/>
                    <a:pt x="21" y="759"/>
                  </a:cubicBezTo>
                  <a:cubicBezTo>
                    <a:pt x="21" y="759"/>
                    <a:pt x="19" y="756"/>
                    <a:pt x="18" y="757"/>
                  </a:cubicBezTo>
                  <a:cubicBezTo>
                    <a:pt x="18" y="758"/>
                    <a:pt x="17" y="759"/>
                    <a:pt x="17" y="759"/>
                  </a:cubicBezTo>
                  <a:cubicBezTo>
                    <a:pt x="17" y="760"/>
                    <a:pt x="19" y="760"/>
                    <a:pt x="18" y="761"/>
                  </a:cubicBezTo>
                  <a:cubicBezTo>
                    <a:pt x="18" y="761"/>
                    <a:pt x="16" y="758"/>
                    <a:pt x="15" y="759"/>
                  </a:cubicBezTo>
                  <a:cubicBezTo>
                    <a:pt x="14" y="760"/>
                    <a:pt x="14" y="760"/>
                    <a:pt x="14" y="761"/>
                  </a:cubicBezTo>
                  <a:cubicBezTo>
                    <a:pt x="14" y="762"/>
                    <a:pt x="16" y="762"/>
                    <a:pt x="17" y="762"/>
                  </a:cubicBezTo>
                  <a:cubicBezTo>
                    <a:pt x="17" y="763"/>
                    <a:pt x="15" y="762"/>
                    <a:pt x="14" y="762"/>
                  </a:cubicBezTo>
                  <a:cubicBezTo>
                    <a:pt x="14" y="762"/>
                    <a:pt x="13" y="761"/>
                    <a:pt x="13" y="761"/>
                  </a:cubicBezTo>
                  <a:cubicBezTo>
                    <a:pt x="13" y="762"/>
                    <a:pt x="13" y="762"/>
                    <a:pt x="13" y="763"/>
                  </a:cubicBezTo>
                  <a:cubicBezTo>
                    <a:pt x="13" y="763"/>
                    <a:pt x="14" y="764"/>
                    <a:pt x="13" y="764"/>
                  </a:cubicBezTo>
                  <a:cubicBezTo>
                    <a:pt x="13" y="764"/>
                    <a:pt x="13" y="763"/>
                    <a:pt x="12" y="763"/>
                  </a:cubicBezTo>
                  <a:cubicBezTo>
                    <a:pt x="10" y="763"/>
                    <a:pt x="10" y="766"/>
                    <a:pt x="10" y="766"/>
                  </a:cubicBezTo>
                  <a:cubicBezTo>
                    <a:pt x="9" y="768"/>
                    <a:pt x="0" y="768"/>
                    <a:pt x="7" y="776"/>
                  </a:cubicBezTo>
                  <a:cubicBezTo>
                    <a:pt x="7" y="777"/>
                    <a:pt x="7" y="777"/>
                    <a:pt x="8" y="778"/>
                  </a:cubicBezTo>
                  <a:cubicBezTo>
                    <a:pt x="11" y="779"/>
                    <a:pt x="12" y="775"/>
                    <a:pt x="12" y="774"/>
                  </a:cubicBezTo>
                  <a:cubicBezTo>
                    <a:pt x="11" y="773"/>
                    <a:pt x="10" y="774"/>
                    <a:pt x="10" y="774"/>
                  </a:cubicBezTo>
                  <a:cubicBezTo>
                    <a:pt x="9" y="773"/>
                    <a:pt x="12" y="769"/>
                    <a:pt x="8" y="772"/>
                  </a:cubicBezTo>
                  <a:cubicBezTo>
                    <a:pt x="7" y="772"/>
                    <a:pt x="7" y="775"/>
                    <a:pt x="6" y="774"/>
                  </a:cubicBezTo>
                  <a:cubicBezTo>
                    <a:pt x="5" y="772"/>
                    <a:pt x="9" y="770"/>
                    <a:pt x="10" y="770"/>
                  </a:cubicBezTo>
                  <a:cubicBezTo>
                    <a:pt x="11" y="770"/>
                    <a:pt x="11" y="771"/>
                    <a:pt x="12" y="771"/>
                  </a:cubicBezTo>
                  <a:cubicBezTo>
                    <a:pt x="13" y="771"/>
                    <a:pt x="13" y="769"/>
                    <a:pt x="14" y="769"/>
                  </a:cubicBezTo>
                  <a:cubicBezTo>
                    <a:pt x="14" y="769"/>
                    <a:pt x="14" y="770"/>
                    <a:pt x="15" y="770"/>
                  </a:cubicBezTo>
                  <a:cubicBezTo>
                    <a:pt x="16" y="770"/>
                    <a:pt x="19" y="764"/>
                    <a:pt x="19" y="764"/>
                  </a:cubicBezTo>
                  <a:cubicBezTo>
                    <a:pt x="22" y="765"/>
                    <a:pt x="15" y="767"/>
                    <a:pt x="19" y="772"/>
                  </a:cubicBezTo>
                  <a:cubicBezTo>
                    <a:pt x="19" y="773"/>
                    <a:pt x="20" y="773"/>
                    <a:pt x="21" y="773"/>
                  </a:cubicBezTo>
                  <a:cubicBezTo>
                    <a:pt x="22" y="773"/>
                    <a:pt x="22" y="773"/>
                    <a:pt x="22" y="773"/>
                  </a:cubicBezTo>
                  <a:cubicBezTo>
                    <a:pt x="22" y="773"/>
                    <a:pt x="22" y="773"/>
                    <a:pt x="23" y="773"/>
                  </a:cubicBezTo>
                  <a:cubicBezTo>
                    <a:pt x="23" y="773"/>
                    <a:pt x="24" y="775"/>
                    <a:pt x="26" y="775"/>
                  </a:cubicBezTo>
                  <a:cubicBezTo>
                    <a:pt x="28" y="776"/>
                    <a:pt x="32" y="776"/>
                    <a:pt x="31" y="775"/>
                  </a:cubicBezTo>
                  <a:cubicBezTo>
                    <a:pt x="30" y="774"/>
                    <a:pt x="27" y="775"/>
                    <a:pt x="26" y="775"/>
                  </a:cubicBezTo>
                  <a:cubicBezTo>
                    <a:pt x="26" y="774"/>
                    <a:pt x="26" y="774"/>
                    <a:pt x="26" y="773"/>
                  </a:cubicBezTo>
                  <a:cubicBezTo>
                    <a:pt x="26" y="773"/>
                    <a:pt x="30" y="773"/>
                    <a:pt x="30" y="773"/>
                  </a:cubicBezTo>
                  <a:cubicBezTo>
                    <a:pt x="29" y="772"/>
                    <a:pt x="27" y="772"/>
                    <a:pt x="27" y="771"/>
                  </a:cubicBezTo>
                  <a:cubicBezTo>
                    <a:pt x="28" y="771"/>
                    <a:pt x="28" y="772"/>
                    <a:pt x="29" y="772"/>
                  </a:cubicBezTo>
                  <a:cubicBezTo>
                    <a:pt x="30" y="772"/>
                    <a:pt x="33" y="772"/>
                    <a:pt x="34" y="772"/>
                  </a:cubicBezTo>
                  <a:cubicBezTo>
                    <a:pt x="34" y="773"/>
                    <a:pt x="34" y="773"/>
                    <a:pt x="34" y="773"/>
                  </a:cubicBezTo>
                  <a:cubicBezTo>
                    <a:pt x="34" y="774"/>
                    <a:pt x="34" y="774"/>
                    <a:pt x="35" y="774"/>
                  </a:cubicBezTo>
                  <a:cubicBezTo>
                    <a:pt x="36" y="775"/>
                    <a:pt x="36" y="773"/>
                    <a:pt x="37" y="774"/>
                  </a:cubicBezTo>
                  <a:cubicBezTo>
                    <a:pt x="37" y="774"/>
                    <a:pt x="36" y="775"/>
                    <a:pt x="36" y="775"/>
                  </a:cubicBezTo>
                  <a:cubicBezTo>
                    <a:pt x="35" y="777"/>
                    <a:pt x="41" y="778"/>
                    <a:pt x="42" y="778"/>
                  </a:cubicBezTo>
                  <a:cubicBezTo>
                    <a:pt x="42" y="779"/>
                    <a:pt x="41" y="779"/>
                    <a:pt x="41" y="780"/>
                  </a:cubicBezTo>
                  <a:cubicBezTo>
                    <a:pt x="41" y="781"/>
                    <a:pt x="43" y="783"/>
                    <a:pt x="42" y="784"/>
                  </a:cubicBezTo>
                  <a:cubicBezTo>
                    <a:pt x="39" y="786"/>
                    <a:pt x="42" y="779"/>
                    <a:pt x="39" y="783"/>
                  </a:cubicBezTo>
                  <a:cubicBezTo>
                    <a:pt x="38" y="783"/>
                    <a:pt x="39" y="785"/>
                    <a:pt x="39" y="785"/>
                  </a:cubicBezTo>
                  <a:cubicBezTo>
                    <a:pt x="39" y="786"/>
                    <a:pt x="40" y="787"/>
                    <a:pt x="40" y="786"/>
                  </a:cubicBezTo>
                  <a:cubicBezTo>
                    <a:pt x="36" y="785"/>
                    <a:pt x="40" y="785"/>
                    <a:pt x="38" y="783"/>
                  </a:cubicBezTo>
                  <a:cubicBezTo>
                    <a:pt x="38" y="783"/>
                    <a:pt x="37" y="783"/>
                    <a:pt x="37" y="783"/>
                  </a:cubicBezTo>
                  <a:cubicBezTo>
                    <a:pt x="35" y="784"/>
                    <a:pt x="36" y="783"/>
                    <a:pt x="35" y="783"/>
                  </a:cubicBezTo>
                  <a:cubicBezTo>
                    <a:pt x="34" y="783"/>
                    <a:pt x="34" y="785"/>
                    <a:pt x="33" y="786"/>
                  </a:cubicBezTo>
                  <a:cubicBezTo>
                    <a:pt x="33" y="787"/>
                    <a:pt x="32" y="788"/>
                    <a:pt x="32" y="789"/>
                  </a:cubicBezTo>
                  <a:cubicBezTo>
                    <a:pt x="31" y="792"/>
                    <a:pt x="33" y="786"/>
                    <a:pt x="35" y="789"/>
                  </a:cubicBezTo>
                  <a:cubicBezTo>
                    <a:pt x="35" y="790"/>
                    <a:pt x="33" y="790"/>
                    <a:pt x="33" y="790"/>
                  </a:cubicBezTo>
                  <a:cubicBezTo>
                    <a:pt x="34" y="791"/>
                    <a:pt x="34" y="791"/>
                    <a:pt x="35" y="792"/>
                  </a:cubicBezTo>
                  <a:cubicBezTo>
                    <a:pt x="35" y="792"/>
                    <a:pt x="36" y="791"/>
                    <a:pt x="36" y="791"/>
                  </a:cubicBezTo>
                  <a:cubicBezTo>
                    <a:pt x="36" y="792"/>
                    <a:pt x="36" y="793"/>
                    <a:pt x="37" y="793"/>
                  </a:cubicBezTo>
                  <a:cubicBezTo>
                    <a:pt x="37" y="793"/>
                    <a:pt x="40" y="792"/>
                    <a:pt x="41" y="792"/>
                  </a:cubicBezTo>
                  <a:cubicBezTo>
                    <a:pt x="41" y="792"/>
                    <a:pt x="42" y="791"/>
                    <a:pt x="42" y="791"/>
                  </a:cubicBezTo>
                  <a:cubicBezTo>
                    <a:pt x="41" y="792"/>
                    <a:pt x="40" y="792"/>
                    <a:pt x="40" y="793"/>
                  </a:cubicBezTo>
                  <a:cubicBezTo>
                    <a:pt x="40" y="793"/>
                    <a:pt x="42" y="793"/>
                    <a:pt x="42" y="793"/>
                  </a:cubicBezTo>
                  <a:cubicBezTo>
                    <a:pt x="43" y="793"/>
                    <a:pt x="41" y="794"/>
                    <a:pt x="41" y="794"/>
                  </a:cubicBezTo>
                  <a:cubicBezTo>
                    <a:pt x="40" y="794"/>
                    <a:pt x="37" y="793"/>
                    <a:pt x="37" y="795"/>
                  </a:cubicBezTo>
                  <a:cubicBezTo>
                    <a:pt x="37" y="796"/>
                    <a:pt x="40" y="796"/>
                    <a:pt x="40" y="797"/>
                  </a:cubicBezTo>
                  <a:cubicBezTo>
                    <a:pt x="40" y="797"/>
                    <a:pt x="40" y="797"/>
                    <a:pt x="39" y="797"/>
                  </a:cubicBezTo>
                  <a:cubicBezTo>
                    <a:pt x="41" y="797"/>
                    <a:pt x="42" y="797"/>
                    <a:pt x="42" y="797"/>
                  </a:cubicBezTo>
                  <a:cubicBezTo>
                    <a:pt x="43" y="797"/>
                    <a:pt x="46" y="801"/>
                    <a:pt x="48" y="797"/>
                  </a:cubicBezTo>
                  <a:cubicBezTo>
                    <a:pt x="49" y="795"/>
                    <a:pt x="47" y="793"/>
                    <a:pt x="48" y="791"/>
                  </a:cubicBezTo>
                  <a:cubicBezTo>
                    <a:pt x="48" y="790"/>
                    <a:pt x="49" y="791"/>
                    <a:pt x="49" y="791"/>
                  </a:cubicBezTo>
                  <a:cubicBezTo>
                    <a:pt x="50" y="793"/>
                    <a:pt x="48" y="796"/>
                    <a:pt x="50" y="797"/>
                  </a:cubicBezTo>
                  <a:cubicBezTo>
                    <a:pt x="53" y="797"/>
                    <a:pt x="53" y="797"/>
                    <a:pt x="53" y="797"/>
                  </a:cubicBezTo>
                  <a:cubicBezTo>
                    <a:pt x="53" y="798"/>
                    <a:pt x="52" y="798"/>
                    <a:pt x="52" y="799"/>
                  </a:cubicBezTo>
                  <a:cubicBezTo>
                    <a:pt x="52" y="800"/>
                    <a:pt x="54" y="799"/>
                    <a:pt x="54" y="799"/>
                  </a:cubicBezTo>
                  <a:cubicBezTo>
                    <a:pt x="54" y="800"/>
                    <a:pt x="54" y="800"/>
                    <a:pt x="54" y="801"/>
                  </a:cubicBezTo>
                  <a:cubicBezTo>
                    <a:pt x="54" y="801"/>
                    <a:pt x="59" y="802"/>
                    <a:pt x="60" y="802"/>
                  </a:cubicBezTo>
                  <a:cubicBezTo>
                    <a:pt x="61" y="802"/>
                    <a:pt x="58" y="802"/>
                    <a:pt x="56" y="802"/>
                  </a:cubicBezTo>
                  <a:cubicBezTo>
                    <a:pt x="55" y="802"/>
                    <a:pt x="52" y="799"/>
                    <a:pt x="51" y="800"/>
                  </a:cubicBezTo>
                  <a:cubicBezTo>
                    <a:pt x="51" y="801"/>
                    <a:pt x="57" y="810"/>
                    <a:pt x="59" y="804"/>
                  </a:cubicBezTo>
                  <a:cubicBezTo>
                    <a:pt x="60" y="802"/>
                    <a:pt x="60" y="807"/>
                    <a:pt x="58" y="807"/>
                  </a:cubicBezTo>
                  <a:cubicBezTo>
                    <a:pt x="58" y="808"/>
                    <a:pt x="57" y="806"/>
                    <a:pt x="56" y="807"/>
                  </a:cubicBezTo>
                  <a:cubicBezTo>
                    <a:pt x="56" y="807"/>
                    <a:pt x="55" y="807"/>
                    <a:pt x="55" y="807"/>
                  </a:cubicBezTo>
                  <a:cubicBezTo>
                    <a:pt x="54" y="808"/>
                    <a:pt x="55" y="808"/>
                    <a:pt x="55" y="808"/>
                  </a:cubicBezTo>
                  <a:cubicBezTo>
                    <a:pt x="53" y="809"/>
                    <a:pt x="54" y="806"/>
                    <a:pt x="53" y="805"/>
                  </a:cubicBezTo>
                  <a:cubicBezTo>
                    <a:pt x="50" y="804"/>
                    <a:pt x="50" y="804"/>
                    <a:pt x="50" y="804"/>
                  </a:cubicBezTo>
                  <a:cubicBezTo>
                    <a:pt x="49" y="805"/>
                    <a:pt x="49" y="806"/>
                    <a:pt x="49" y="805"/>
                  </a:cubicBezTo>
                  <a:cubicBezTo>
                    <a:pt x="49" y="805"/>
                    <a:pt x="50" y="804"/>
                    <a:pt x="49" y="803"/>
                  </a:cubicBezTo>
                  <a:cubicBezTo>
                    <a:pt x="49" y="802"/>
                    <a:pt x="48" y="805"/>
                    <a:pt x="48" y="805"/>
                  </a:cubicBezTo>
                  <a:cubicBezTo>
                    <a:pt x="47" y="805"/>
                    <a:pt x="48" y="804"/>
                    <a:pt x="47" y="803"/>
                  </a:cubicBezTo>
                  <a:cubicBezTo>
                    <a:pt x="47" y="803"/>
                    <a:pt x="46" y="804"/>
                    <a:pt x="46" y="804"/>
                  </a:cubicBezTo>
                  <a:cubicBezTo>
                    <a:pt x="44" y="804"/>
                    <a:pt x="42" y="801"/>
                    <a:pt x="40" y="803"/>
                  </a:cubicBezTo>
                  <a:cubicBezTo>
                    <a:pt x="38" y="805"/>
                    <a:pt x="44" y="810"/>
                    <a:pt x="41" y="809"/>
                  </a:cubicBezTo>
                  <a:cubicBezTo>
                    <a:pt x="39" y="808"/>
                    <a:pt x="38" y="802"/>
                    <a:pt x="34" y="802"/>
                  </a:cubicBezTo>
                  <a:cubicBezTo>
                    <a:pt x="33" y="802"/>
                    <a:pt x="31" y="804"/>
                    <a:pt x="32" y="805"/>
                  </a:cubicBezTo>
                  <a:cubicBezTo>
                    <a:pt x="33" y="807"/>
                    <a:pt x="35" y="804"/>
                    <a:pt x="36" y="804"/>
                  </a:cubicBezTo>
                  <a:cubicBezTo>
                    <a:pt x="36" y="804"/>
                    <a:pt x="35" y="805"/>
                    <a:pt x="35" y="805"/>
                  </a:cubicBezTo>
                  <a:cubicBezTo>
                    <a:pt x="35" y="808"/>
                    <a:pt x="39" y="808"/>
                    <a:pt x="41" y="810"/>
                  </a:cubicBezTo>
                  <a:cubicBezTo>
                    <a:pt x="41" y="810"/>
                    <a:pt x="40" y="811"/>
                    <a:pt x="41" y="811"/>
                  </a:cubicBezTo>
                  <a:cubicBezTo>
                    <a:pt x="41" y="811"/>
                    <a:pt x="42" y="810"/>
                    <a:pt x="43" y="810"/>
                  </a:cubicBezTo>
                  <a:cubicBezTo>
                    <a:pt x="43" y="810"/>
                    <a:pt x="45" y="810"/>
                    <a:pt x="44" y="811"/>
                  </a:cubicBezTo>
                  <a:cubicBezTo>
                    <a:pt x="44" y="812"/>
                    <a:pt x="41" y="811"/>
                    <a:pt x="42" y="812"/>
                  </a:cubicBezTo>
                  <a:cubicBezTo>
                    <a:pt x="44" y="813"/>
                    <a:pt x="46" y="813"/>
                    <a:pt x="48" y="813"/>
                  </a:cubicBezTo>
                  <a:cubicBezTo>
                    <a:pt x="49" y="813"/>
                    <a:pt x="46" y="813"/>
                    <a:pt x="46" y="814"/>
                  </a:cubicBezTo>
                  <a:cubicBezTo>
                    <a:pt x="46" y="815"/>
                    <a:pt x="48" y="818"/>
                    <a:pt x="48" y="818"/>
                  </a:cubicBezTo>
                  <a:cubicBezTo>
                    <a:pt x="46" y="817"/>
                    <a:pt x="45" y="815"/>
                    <a:pt x="43" y="815"/>
                  </a:cubicBezTo>
                  <a:cubicBezTo>
                    <a:pt x="42" y="815"/>
                    <a:pt x="39" y="818"/>
                    <a:pt x="39" y="819"/>
                  </a:cubicBezTo>
                  <a:cubicBezTo>
                    <a:pt x="39" y="822"/>
                    <a:pt x="41" y="819"/>
                    <a:pt x="42" y="820"/>
                  </a:cubicBezTo>
                  <a:cubicBezTo>
                    <a:pt x="42" y="820"/>
                    <a:pt x="41" y="821"/>
                    <a:pt x="42" y="821"/>
                  </a:cubicBezTo>
                  <a:cubicBezTo>
                    <a:pt x="42" y="822"/>
                    <a:pt x="43" y="820"/>
                    <a:pt x="44" y="820"/>
                  </a:cubicBezTo>
                  <a:cubicBezTo>
                    <a:pt x="46" y="820"/>
                    <a:pt x="46" y="821"/>
                    <a:pt x="47" y="821"/>
                  </a:cubicBezTo>
                  <a:cubicBezTo>
                    <a:pt x="46" y="821"/>
                    <a:pt x="46" y="821"/>
                    <a:pt x="45" y="821"/>
                  </a:cubicBezTo>
                  <a:cubicBezTo>
                    <a:pt x="43" y="821"/>
                    <a:pt x="42" y="822"/>
                    <a:pt x="41" y="821"/>
                  </a:cubicBezTo>
                  <a:cubicBezTo>
                    <a:pt x="41" y="821"/>
                    <a:pt x="40" y="821"/>
                    <a:pt x="40" y="821"/>
                  </a:cubicBezTo>
                  <a:cubicBezTo>
                    <a:pt x="38" y="825"/>
                    <a:pt x="40" y="824"/>
                    <a:pt x="42" y="826"/>
                  </a:cubicBezTo>
                  <a:cubicBezTo>
                    <a:pt x="42" y="828"/>
                    <a:pt x="41" y="826"/>
                    <a:pt x="40" y="829"/>
                  </a:cubicBezTo>
                  <a:cubicBezTo>
                    <a:pt x="40" y="832"/>
                    <a:pt x="41" y="829"/>
                    <a:pt x="42" y="830"/>
                  </a:cubicBezTo>
                  <a:cubicBezTo>
                    <a:pt x="43" y="832"/>
                    <a:pt x="42" y="833"/>
                    <a:pt x="42" y="835"/>
                  </a:cubicBezTo>
                  <a:cubicBezTo>
                    <a:pt x="43" y="835"/>
                    <a:pt x="44" y="842"/>
                    <a:pt x="47" y="841"/>
                  </a:cubicBezTo>
                  <a:cubicBezTo>
                    <a:pt x="47" y="841"/>
                    <a:pt x="48" y="841"/>
                    <a:pt x="48" y="840"/>
                  </a:cubicBezTo>
                  <a:cubicBezTo>
                    <a:pt x="48" y="839"/>
                    <a:pt x="48" y="835"/>
                    <a:pt x="47" y="834"/>
                  </a:cubicBezTo>
                  <a:cubicBezTo>
                    <a:pt x="47" y="834"/>
                    <a:pt x="46" y="834"/>
                    <a:pt x="46" y="833"/>
                  </a:cubicBezTo>
                  <a:cubicBezTo>
                    <a:pt x="47" y="833"/>
                    <a:pt x="50" y="835"/>
                    <a:pt x="48" y="830"/>
                  </a:cubicBezTo>
                  <a:cubicBezTo>
                    <a:pt x="48" y="830"/>
                    <a:pt x="47" y="828"/>
                    <a:pt x="48" y="828"/>
                  </a:cubicBezTo>
                  <a:cubicBezTo>
                    <a:pt x="49" y="828"/>
                    <a:pt x="54" y="829"/>
                    <a:pt x="52" y="829"/>
                  </a:cubicBezTo>
                  <a:cubicBezTo>
                    <a:pt x="52" y="829"/>
                    <a:pt x="48" y="828"/>
                    <a:pt x="49" y="830"/>
                  </a:cubicBezTo>
                  <a:cubicBezTo>
                    <a:pt x="49" y="831"/>
                    <a:pt x="50" y="831"/>
                    <a:pt x="50" y="832"/>
                  </a:cubicBezTo>
                  <a:cubicBezTo>
                    <a:pt x="50" y="832"/>
                    <a:pt x="50" y="834"/>
                    <a:pt x="50" y="834"/>
                  </a:cubicBezTo>
                  <a:cubicBezTo>
                    <a:pt x="51" y="835"/>
                    <a:pt x="54" y="835"/>
                    <a:pt x="53" y="836"/>
                  </a:cubicBezTo>
                  <a:cubicBezTo>
                    <a:pt x="51" y="839"/>
                    <a:pt x="50" y="831"/>
                    <a:pt x="49" y="837"/>
                  </a:cubicBezTo>
                  <a:cubicBezTo>
                    <a:pt x="48" y="838"/>
                    <a:pt x="49" y="839"/>
                    <a:pt x="49" y="840"/>
                  </a:cubicBezTo>
                  <a:cubicBezTo>
                    <a:pt x="49" y="840"/>
                    <a:pt x="50" y="840"/>
                    <a:pt x="50" y="840"/>
                  </a:cubicBezTo>
                  <a:cubicBezTo>
                    <a:pt x="51" y="841"/>
                    <a:pt x="53" y="840"/>
                    <a:pt x="54" y="840"/>
                  </a:cubicBezTo>
                  <a:cubicBezTo>
                    <a:pt x="54" y="840"/>
                    <a:pt x="55" y="844"/>
                    <a:pt x="55" y="844"/>
                  </a:cubicBezTo>
                  <a:cubicBezTo>
                    <a:pt x="56" y="844"/>
                    <a:pt x="58" y="844"/>
                    <a:pt x="58" y="846"/>
                  </a:cubicBezTo>
                  <a:cubicBezTo>
                    <a:pt x="59" y="848"/>
                    <a:pt x="55" y="845"/>
                    <a:pt x="54" y="844"/>
                  </a:cubicBezTo>
                  <a:cubicBezTo>
                    <a:pt x="54" y="844"/>
                    <a:pt x="52" y="841"/>
                    <a:pt x="52" y="841"/>
                  </a:cubicBezTo>
                  <a:cubicBezTo>
                    <a:pt x="51" y="841"/>
                    <a:pt x="51" y="843"/>
                    <a:pt x="51" y="843"/>
                  </a:cubicBezTo>
                  <a:cubicBezTo>
                    <a:pt x="51" y="843"/>
                    <a:pt x="51" y="842"/>
                    <a:pt x="51" y="842"/>
                  </a:cubicBezTo>
                  <a:cubicBezTo>
                    <a:pt x="50" y="840"/>
                    <a:pt x="46" y="842"/>
                    <a:pt x="46" y="843"/>
                  </a:cubicBezTo>
                  <a:cubicBezTo>
                    <a:pt x="43" y="848"/>
                    <a:pt x="50" y="845"/>
                    <a:pt x="51" y="846"/>
                  </a:cubicBezTo>
                  <a:cubicBezTo>
                    <a:pt x="52" y="846"/>
                    <a:pt x="46" y="848"/>
                    <a:pt x="46" y="848"/>
                  </a:cubicBezTo>
                  <a:cubicBezTo>
                    <a:pt x="46" y="849"/>
                    <a:pt x="52" y="852"/>
                    <a:pt x="53" y="851"/>
                  </a:cubicBezTo>
                  <a:cubicBezTo>
                    <a:pt x="53" y="851"/>
                    <a:pt x="55" y="849"/>
                    <a:pt x="55" y="849"/>
                  </a:cubicBezTo>
                  <a:cubicBezTo>
                    <a:pt x="56" y="851"/>
                    <a:pt x="53" y="850"/>
                    <a:pt x="53" y="853"/>
                  </a:cubicBezTo>
                  <a:cubicBezTo>
                    <a:pt x="53" y="853"/>
                    <a:pt x="58" y="853"/>
                    <a:pt x="56" y="855"/>
                  </a:cubicBezTo>
                  <a:cubicBezTo>
                    <a:pt x="56" y="855"/>
                    <a:pt x="55" y="854"/>
                    <a:pt x="55" y="853"/>
                  </a:cubicBezTo>
                  <a:cubicBezTo>
                    <a:pt x="54" y="853"/>
                    <a:pt x="52" y="854"/>
                    <a:pt x="51" y="853"/>
                  </a:cubicBezTo>
                  <a:cubicBezTo>
                    <a:pt x="50" y="853"/>
                    <a:pt x="48" y="850"/>
                    <a:pt x="46" y="851"/>
                  </a:cubicBezTo>
                  <a:cubicBezTo>
                    <a:pt x="45" y="852"/>
                    <a:pt x="47" y="854"/>
                    <a:pt x="47" y="854"/>
                  </a:cubicBezTo>
                  <a:cubicBezTo>
                    <a:pt x="48" y="854"/>
                    <a:pt x="51" y="858"/>
                    <a:pt x="51" y="858"/>
                  </a:cubicBezTo>
                  <a:cubicBezTo>
                    <a:pt x="53" y="858"/>
                    <a:pt x="52" y="856"/>
                    <a:pt x="54" y="858"/>
                  </a:cubicBezTo>
                  <a:cubicBezTo>
                    <a:pt x="55" y="859"/>
                    <a:pt x="59" y="860"/>
                    <a:pt x="57" y="860"/>
                  </a:cubicBezTo>
                  <a:cubicBezTo>
                    <a:pt x="55" y="860"/>
                    <a:pt x="49" y="859"/>
                    <a:pt x="48" y="857"/>
                  </a:cubicBezTo>
                  <a:cubicBezTo>
                    <a:pt x="48" y="857"/>
                    <a:pt x="48" y="857"/>
                    <a:pt x="48" y="856"/>
                  </a:cubicBezTo>
                  <a:cubicBezTo>
                    <a:pt x="48" y="856"/>
                    <a:pt x="48" y="855"/>
                    <a:pt x="47" y="855"/>
                  </a:cubicBezTo>
                  <a:cubicBezTo>
                    <a:pt x="44" y="854"/>
                    <a:pt x="45" y="856"/>
                    <a:pt x="44" y="857"/>
                  </a:cubicBezTo>
                  <a:cubicBezTo>
                    <a:pt x="44" y="857"/>
                    <a:pt x="43" y="855"/>
                    <a:pt x="43" y="856"/>
                  </a:cubicBezTo>
                  <a:cubicBezTo>
                    <a:pt x="42" y="856"/>
                    <a:pt x="40" y="858"/>
                    <a:pt x="41" y="858"/>
                  </a:cubicBezTo>
                  <a:cubicBezTo>
                    <a:pt x="49" y="862"/>
                    <a:pt x="36" y="856"/>
                    <a:pt x="45" y="859"/>
                  </a:cubicBezTo>
                  <a:cubicBezTo>
                    <a:pt x="45" y="859"/>
                    <a:pt x="45" y="861"/>
                    <a:pt x="48" y="862"/>
                  </a:cubicBezTo>
                  <a:cubicBezTo>
                    <a:pt x="49" y="863"/>
                    <a:pt x="48" y="859"/>
                    <a:pt x="49" y="860"/>
                  </a:cubicBezTo>
                  <a:cubicBezTo>
                    <a:pt x="51" y="861"/>
                    <a:pt x="48" y="863"/>
                    <a:pt x="50" y="864"/>
                  </a:cubicBezTo>
                  <a:cubicBezTo>
                    <a:pt x="51" y="864"/>
                    <a:pt x="53" y="862"/>
                    <a:pt x="54" y="862"/>
                  </a:cubicBezTo>
                  <a:cubicBezTo>
                    <a:pt x="54" y="862"/>
                    <a:pt x="55" y="861"/>
                    <a:pt x="55" y="862"/>
                  </a:cubicBezTo>
                  <a:cubicBezTo>
                    <a:pt x="55" y="862"/>
                    <a:pt x="53" y="863"/>
                    <a:pt x="53" y="863"/>
                  </a:cubicBezTo>
                  <a:cubicBezTo>
                    <a:pt x="53" y="864"/>
                    <a:pt x="60" y="866"/>
                    <a:pt x="58" y="866"/>
                  </a:cubicBezTo>
                  <a:cubicBezTo>
                    <a:pt x="54" y="867"/>
                    <a:pt x="52" y="863"/>
                    <a:pt x="54" y="867"/>
                  </a:cubicBezTo>
                  <a:cubicBezTo>
                    <a:pt x="54" y="868"/>
                    <a:pt x="53" y="867"/>
                    <a:pt x="53" y="866"/>
                  </a:cubicBezTo>
                  <a:cubicBezTo>
                    <a:pt x="53" y="866"/>
                    <a:pt x="50" y="863"/>
                    <a:pt x="50" y="865"/>
                  </a:cubicBezTo>
                  <a:cubicBezTo>
                    <a:pt x="50" y="867"/>
                    <a:pt x="52" y="865"/>
                    <a:pt x="52" y="866"/>
                  </a:cubicBezTo>
                  <a:cubicBezTo>
                    <a:pt x="52" y="867"/>
                    <a:pt x="52" y="871"/>
                    <a:pt x="54" y="871"/>
                  </a:cubicBezTo>
                  <a:cubicBezTo>
                    <a:pt x="54" y="871"/>
                    <a:pt x="54" y="870"/>
                    <a:pt x="54" y="870"/>
                  </a:cubicBezTo>
                  <a:cubicBezTo>
                    <a:pt x="56" y="869"/>
                    <a:pt x="54" y="873"/>
                    <a:pt x="56" y="873"/>
                  </a:cubicBezTo>
                  <a:cubicBezTo>
                    <a:pt x="62" y="875"/>
                    <a:pt x="59" y="867"/>
                    <a:pt x="60" y="866"/>
                  </a:cubicBezTo>
                  <a:cubicBezTo>
                    <a:pt x="62" y="863"/>
                    <a:pt x="64" y="862"/>
                    <a:pt x="64" y="862"/>
                  </a:cubicBezTo>
                  <a:cubicBezTo>
                    <a:pt x="64" y="864"/>
                    <a:pt x="61" y="866"/>
                    <a:pt x="61" y="866"/>
                  </a:cubicBezTo>
                  <a:cubicBezTo>
                    <a:pt x="62" y="867"/>
                    <a:pt x="67" y="868"/>
                    <a:pt x="67" y="869"/>
                  </a:cubicBezTo>
                  <a:cubicBezTo>
                    <a:pt x="67" y="869"/>
                    <a:pt x="66" y="868"/>
                    <a:pt x="65" y="869"/>
                  </a:cubicBezTo>
                  <a:cubicBezTo>
                    <a:pt x="65" y="869"/>
                    <a:pt x="66" y="869"/>
                    <a:pt x="66" y="870"/>
                  </a:cubicBezTo>
                  <a:cubicBezTo>
                    <a:pt x="65" y="870"/>
                    <a:pt x="65" y="869"/>
                    <a:pt x="64" y="869"/>
                  </a:cubicBezTo>
                  <a:cubicBezTo>
                    <a:pt x="64" y="868"/>
                    <a:pt x="61" y="868"/>
                    <a:pt x="61" y="869"/>
                  </a:cubicBezTo>
                  <a:cubicBezTo>
                    <a:pt x="61" y="871"/>
                    <a:pt x="63" y="873"/>
                    <a:pt x="62" y="873"/>
                  </a:cubicBezTo>
                  <a:cubicBezTo>
                    <a:pt x="62" y="873"/>
                    <a:pt x="60" y="871"/>
                    <a:pt x="60" y="873"/>
                  </a:cubicBezTo>
                  <a:cubicBezTo>
                    <a:pt x="60" y="873"/>
                    <a:pt x="63" y="876"/>
                    <a:pt x="62" y="876"/>
                  </a:cubicBezTo>
                  <a:cubicBezTo>
                    <a:pt x="61" y="877"/>
                    <a:pt x="55" y="871"/>
                    <a:pt x="53" y="876"/>
                  </a:cubicBezTo>
                  <a:cubicBezTo>
                    <a:pt x="52" y="877"/>
                    <a:pt x="54" y="879"/>
                    <a:pt x="55" y="879"/>
                  </a:cubicBezTo>
                  <a:cubicBezTo>
                    <a:pt x="55" y="878"/>
                    <a:pt x="56" y="875"/>
                    <a:pt x="57" y="876"/>
                  </a:cubicBezTo>
                  <a:cubicBezTo>
                    <a:pt x="57" y="877"/>
                    <a:pt x="56" y="879"/>
                    <a:pt x="56" y="879"/>
                  </a:cubicBezTo>
                  <a:cubicBezTo>
                    <a:pt x="56" y="880"/>
                    <a:pt x="57" y="884"/>
                    <a:pt x="59" y="882"/>
                  </a:cubicBezTo>
                  <a:cubicBezTo>
                    <a:pt x="59" y="882"/>
                    <a:pt x="58" y="879"/>
                    <a:pt x="58" y="880"/>
                  </a:cubicBezTo>
                  <a:cubicBezTo>
                    <a:pt x="59" y="881"/>
                    <a:pt x="59" y="883"/>
                    <a:pt x="61" y="883"/>
                  </a:cubicBezTo>
                  <a:cubicBezTo>
                    <a:pt x="63" y="884"/>
                    <a:pt x="63" y="879"/>
                    <a:pt x="64" y="880"/>
                  </a:cubicBezTo>
                  <a:cubicBezTo>
                    <a:pt x="64" y="880"/>
                    <a:pt x="66" y="883"/>
                    <a:pt x="65" y="884"/>
                  </a:cubicBezTo>
                  <a:cubicBezTo>
                    <a:pt x="65" y="884"/>
                    <a:pt x="65" y="882"/>
                    <a:pt x="64" y="882"/>
                  </a:cubicBezTo>
                  <a:cubicBezTo>
                    <a:pt x="64" y="882"/>
                    <a:pt x="63" y="883"/>
                    <a:pt x="63" y="883"/>
                  </a:cubicBezTo>
                  <a:cubicBezTo>
                    <a:pt x="63" y="884"/>
                    <a:pt x="64" y="884"/>
                    <a:pt x="65" y="884"/>
                  </a:cubicBezTo>
                  <a:cubicBezTo>
                    <a:pt x="65" y="885"/>
                    <a:pt x="65" y="888"/>
                    <a:pt x="67" y="888"/>
                  </a:cubicBezTo>
                  <a:cubicBezTo>
                    <a:pt x="67" y="888"/>
                    <a:pt x="68" y="887"/>
                    <a:pt x="68" y="888"/>
                  </a:cubicBezTo>
                  <a:cubicBezTo>
                    <a:pt x="68" y="888"/>
                    <a:pt x="66" y="889"/>
                    <a:pt x="67" y="890"/>
                  </a:cubicBezTo>
                  <a:cubicBezTo>
                    <a:pt x="69" y="891"/>
                    <a:pt x="68" y="893"/>
                    <a:pt x="68" y="893"/>
                  </a:cubicBezTo>
                  <a:cubicBezTo>
                    <a:pt x="68" y="893"/>
                    <a:pt x="64" y="886"/>
                    <a:pt x="62" y="886"/>
                  </a:cubicBezTo>
                  <a:cubicBezTo>
                    <a:pt x="61" y="886"/>
                    <a:pt x="61" y="887"/>
                    <a:pt x="61" y="887"/>
                  </a:cubicBezTo>
                  <a:cubicBezTo>
                    <a:pt x="63" y="896"/>
                    <a:pt x="61" y="880"/>
                    <a:pt x="64" y="890"/>
                  </a:cubicBezTo>
                  <a:cubicBezTo>
                    <a:pt x="64" y="891"/>
                    <a:pt x="63" y="892"/>
                    <a:pt x="63" y="893"/>
                  </a:cubicBezTo>
                  <a:cubicBezTo>
                    <a:pt x="63" y="893"/>
                    <a:pt x="64" y="893"/>
                    <a:pt x="64" y="893"/>
                  </a:cubicBezTo>
                  <a:cubicBezTo>
                    <a:pt x="65" y="894"/>
                    <a:pt x="66" y="896"/>
                    <a:pt x="67" y="896"/>
                  </a:cubicBezTo>
                  <a:cubicBezTo>
                    <a:pt x="68" y="897"/>
                    <a:pt x="67" y="894"/>
                    <a:pt x="68" y="894"/>
                  </a:cubicBezTo>
                  <a:cubicBezTo>
                    <a:pt x="68" y="894"/>
                    <a:pt x="69" y="895"/>
                    <a:pt x="70" y="895"/>
                  </a:cubicBezTo>
                  <a:cubicBezTo>
                    <a:pt x="70" y="895"/>
                    <a:pt x="71" y="893"/>
                    <a:pt x="71" y="894"/>
                  </a:cubicBezTo>
                  <a:cubicBezTo>
                    <a:pt x="72" y="894"/>
                    <a:pt x="69" y="895"/>
                    <a:pt x="69" y="895"/>
                  </a:cubicBezTo>
                  <a:cubicBezTo>
                    <a:pt x="69" y="896"/>
                    <a:pt x="71" y="897"/>
                    <a:pt x="71" y="897"/>
                  </a:cubicBezTo>
                  <a:cubicBezTo>
                    <a:pt x="71" y="897"/>
                    <a:pt x="74" y="901"/>
                    <a:pt x="74" y="902"/>
                  </a:cubicBezTo>
                  <a:cubicBezTo>
                    <a:pt x="74" y="902"/>
                    <a:pt x="73" y="901"/>
                    <a:pt x="72" y="901"/>
                  </a:cubicBezTo>
                  <a:cubicBezTo>
                    <a:pt x="72" y="900"/>
                    <a:pt x="68" y="896"/>
                    <a:pt x="68" y="898"/>
                  </a:cubicBezTo>
                  <a:cubicBezTo>
                    <a:pt x="68" y="899"/>
                    <a:pt x="73" y="906"/>
                    <a:pt x="76" y="905"/>
                  </a:cubicBezTo>
                  <a:cubicBezTo>
                    <a:pt x="77" y="905"/>
                    <a:pt x="76" y="901"/>
                    <a:pt x="75" y="901"/>
                  </a:cubicBezTo>
                  <a:cubicBezTo>
                    <a:pt x="75" y="899"/>
                    <a:pt x="75" y="897"/>
                    <a:pt x="74" y="895"/>
                  </a:cubicBezTo>
                  <a:cubicBezTo>
                    <a:pt x="74" y="894"/>
                    <a:pt x="72" y="892"/>
                    <a:pt x="73" y="893"/>
                  </a:cubicBezTo>
                  <a:cubicBezTo>
                    <a:pt x="76" y="894"/>
                    <a:pt x="74" y="902"/>
                    <a:pt x="77" y="903"/>
                  </a:cubicBezTo>
                  <a:cubicBezTo>
                    <a:pt x="80" y="905"/>
                    <a:pt x="78" y="900"/>
                    <a:pt x="79" y="899"/>
                  </a:cubicBezTo>
                  <a:cubicBezTo>
                    <a:pt x="80" y="899"/>
                    <a:pt x="82" y="899"/>
                    <a:pt x="82" y="898"/>
                  </a:cubicBezTo>
                  <a:cubicBezTo>
                    <a:pt x="83" y="895"/>
                    <a:pt x="78" y="899"/>
                    <a:pt x="77" y="899"/>
                  </a:cubicBezTo>
                  <a:cubicBezTo>
                    <a:pt x="76" y="899"/>
                    <a:pt x="77" y="898"/>
                    <a:pt x="78" y="898"/>
                  </a:cubicBezTo>
                  <a:cubicBezTo>
                    <a:pt x="78" y="897"/>
                    <a:pt x="79" y="891"/>
                    <a:pt x="80" y="897"/>
                  </a:cubicBezTo>
                  <a:cubicBezTo>
                    <a:pt x="80" y="897"/>
                    <a:pt x="80" y="896"/>
                    <a:pt x="80" y="896"/>
                  </a:cubicBezTo>
                  <a:cubicBezTo>
                    <a:pt x="81" y="895"/>
                    <a:pt x="79" y="894"/>
                    <a:pt x="79" y="894"/>
                  </a:cubicBezTo>
                  <a:cubicBezTo>
                    <a:pt x="78" y="894"/>
                    <a:pt x="78" y="894"/>
                    <a:pt x="78" y="894"/>
                  </a:cubicBezTo>
                  <a:cubicBezTo>
                    <a:pt x="77" y="894"/>
                    <a:pt x="77" y="894"/>
                    <a:pt x="77" y="894"/>
                  </a:cubicBezTo>
                  <a:cubicBezTo>
                    <a:pt x="77" y="894"/>
                    <a:pt x="77" y="894"/>
                    <a:pt x="77" y="893"/>
                  </a:cubicBezTo>
                  <a:cubicBezTo>
                    <a:pt x="76" y="893"/>
                    <a:pt x="77" y="894"/>
                    <a:pt x="74" y="892"/>
                  </a:cubicBezTo>
                  <a:cubicBezTo>
                    <a:pt x="74" y="892"/>
                    <a:pt x="74" y="892"/>
                    <a:pt x="74" y="892"/>
                  </a:cubicBezTo>
                  <a:cubicBezTo>
                    <a:pt x="75" y="892"/>
                    <a:pt x="76" y="892"/>
                    <a:pt x="76" y="892"/>
                  </a:cubicBezTo>
                  <a:cubicBezTo>
                    <a:pt x="77" y="892"/>
                    <a:pt x="76" y="893"/>
                    <a:pt x="77" y="893"/>
                  </a:cubicBezTo>
                  <a:cubicBezTo>
                    <a:pt x="77" y="894"/>
                    <a:pt x="77" y="894"/>
                    <a:pt x="78" y="894"/>
                  </a:cubicBezTo>
                  <a:cubicBezTo>
                    <a:pt x="78" y="894"/>
                    <a:pt x="79" y="894"/>
                    <a:pt x="79" y="894"/>
                  </a:cubicBezTo>
                  <a:cubicBezTo>
                    <a:pt x="81" y="894"/>
                    <a:pt x="87" y="899"/>
                    <a:pt x="88" y="895"/>
                  </a:cubicBezTo>
                  <a:cubicBezTo>
                    <a:pt x="89" y="894"/>
                    <a:pt x="80" y="889"/>
                    <a:pt x="80" y="889"/>
                  </a:cubicBezTo>
                  <a:cubicBezTo>
                    <a:pt x="79" y="890"/>
                    <a:pt x="77" y="892"/>
                    <a:pt x="77" y="891"/>
                  </a:cubicBezTo>
                  <a:cubicBezTo>
                    <a:pt x="77" y="891"/>
                    <a:pt x="79" y="890"/>
                    <a:pt x="78" y="889"/>
                  </a:cubicBezTo>
                  <a:cubicBezTo>
                    <a:pt x="77" y="887"/>
                    <a:pt x="71" y="890"/>
                    <a:pt x="76" y="888"/>
                  </a:cubicBezTo>
                  <a:cubicBezTo>
                    <a:pt x="77" y="887"/>
                    <a:pt x="77" y="887"/>
                    <a:pt x="77" y="887"/>
                  </a:cubicBezTo>
                  <a:cubicBezTo>
                    <a:pt x="78" y="887"/>
                    <a:pt x="80" y="889"/>
                    <a:pt x="81" y="890"/>
                  </a:cubicBezTo>
                  <a:cubicBezTo>
                    <a:pt x="81" y="890"/>
                    <a:pt x="84" y="890"/>
                    <a:pt x="84" y="890"/>
                  </a:cubicBezTo>
                  <a:cubicBezTo>
                    <a:pt x="89" y="892"/>
                    <a:pt x="90" y="896"/>
                    <a:pt x="91" y="899"/>
                  </a:cubicBezTo>
                  <a:cubicBezTo>
                    <a:pt x="91" y="900"/>
                    <a:pt x="87" y="899"/>
                    <a:pt x="87" y="900"/>
                  </a:cubicBezTo>
                  <a:cubicBezTo>
                    <a:pt x="87" y="903"/>
                    <a:pt x="91" y="903"/>
                    <a:pt x="92" y="905"/>
                  </a:cubicBezTo>
                  <a:cubicBezTo>
                    <a:pt x="93" y="908"/>
                    <a:pt x="90" y="909"/>
                    <a:pt x="90" y="910"/>
                  </a:cubicBezTo>
                  <a:cubicBezTo>
                    <a:pt x="90" y="911"/>
                    <a:pt x="92" y="911"/>
                    <a:pt x="92" y="911"/>
                  </a:cubicBezTo>
                  <a:cubicBezTo>
                    <a:pt x="93" y="911"/>
                    <a:pt x="92" y="912"/>
                    <a:pt x="92" y="912"/>
                  </a:cubicBezTo>
                  <a:cubicBezTo>
                    <a:pt x="91" y="912"/>
                    <a:pt x="91" y="911"/>
                    <a:pt x="91" y="911"/>
                  </a:cubicBezTo>
                  <a:cubicBezTo>
                    <a:pt x="90" y="911"/>
                    <a:pt x="89" y="911"/>
                    <a:pt x="88" y="911"/>
                  </a:cubicBezTo>
                  <a:cubicBezTo>
                    <a:pt x="88" y="911"/>
                    <a:pt x="85" y="912"/>
                    <a:pt x="85" y="912"/>
                  </a:cubicBezTo>
                  <a:cubicBezTo>
                    <a:pt x="85" y="913"/>
                    <a:pt x="85" y="910"/>
                    <a:pt x="90" y="909"/>
                  </a:cubicBezTo>
                  <a:cubicBezTo>
                    <a:pt x="91" y="909"/>
                    <a:pt x="91" y="908"/>
                    <a:pt x="91" y="908"/>
                  </a:cubicBezTo>
                  <a:cubicBezTo>
                    <a:pt x="91" y="902"/>
                    <a:pt x="89" y="905"/>
                    <a:pt x="87" y="902"/>
                  </a:cubicBezTo>
                  <a:cubicBezTo>
                    <a:pt x="85" y="900"/>
                    <a:pt x="89" y="900"/>
                    <a:pt x="85" y="900"/>
                  </a:cubicBezTo>
                  <a:cubicBezTo>
                    <a:pt x="83" y="899"/>
                    <a:pt x="82" y="904"/>
                    <a:pt x="83" y="905"/>
                  </a:cubicBezTo>
                  <a:cubicBezTo>
                    <a:pt x="85" y="907"/>
                    <a:pt x="85" y="902"/>
                    <a:pt x="86" y="902"/>
                  </a:cubicBezTo>
                  <a:cubicBezTo>
                    <a:pt x="86" y="902"/>
                    <a:pt x="85" y="907"/>
                    <a:pt x="85" y="907"/>
                  </a:cubicBezTo>
                  <a:cubicBezTo>
                    <a:pt x="84" y="907"/>
                    <a:pt x="84" y="905"/>
                    <a:pt x="82" y="906"/>
                  </a:cubicBezTo>
                  <a:cubicBezTo>
                    <a:pt x="82" y="906"/>
                    <a:pt x="81" y="907"/>
                    <a:pt x="81" y="907"/>
                  </a:cubicBezTo>
                  <a:cubicBezTo>
                    <a:pt x="80" y="906"/>
                    <a:pt x="81" y="905"/>
                    <a:pt x="81" y="905"/>
                  </a:cubicBezTo>
                  <a:cubicBezTo>
                    <a:pt x="82" y="904"/>
                    <a:pt x="82" y="905"/>
                    <a:pt x="82" y="905"/>
                  </a:cubicBezTo>
                  <a:cubicBezTo>
                    <a:pt x="82" y="904"/>
                    <a:pt x="82" y="903"/>
                    <a:pt x="82" y="903"/>
                  </a:cubicBezTo>
                  <a:cubicBezTo>
                    <a:pt x="81" y="902"/>
                    <a:pt x="80" y="903"/>
                    <a:pt x="80" y="903"/>
                  </a:cubicBezTo>
                  <a:cubicBezTo>
                    <a:pt x="79" y="903"/>
                    <a:pt x="80" y="904"/>
                    <a:pt x="79" y="904"/>
                  </a:cubicBezTo>
                  <a:cubicBezTo>
                    <a:pt x="79" y="905"/>
                    <a:pt x="78" y="904"/>
                    <a:pt x="78" y="904"/>
                  </a:cubicBezTo>
                  <a:cubicBezTo>
                    <a:pt x="77" y="905"/>
                    <a:pt x="79" y="907"/>
                    <a:pt x="76" y="907"/>
                  </a:cubicBezTo>
                  <a:cubicBezTo>
                    <a:pt x="70" y="906"/>
                    <a:pt x="79" y="906"/>
                    <a:pt x="73" y="905"/>
                  </a:cubicBezTo>
                  <a:cubicBezTo>
                    <a:pt x="72" y="905"/>
                    <a:pt x="73" y="905"/>
                    <a:pt x="73" y="906"/>
                  </a:cubicBezTo>
                  <a:cubicBezTo>
                    <a:pt x="73" y="906"/>
                    <a:pt x="73" y="907"/>
                    <a:pt x="72" y="907"/>
                  </a:cubicBezTo>
                  <a:cubicBezTo>
                    <a:pt x="72" y="906"/>
                    <a:pt x="68" y="902"/>
                    <a:pt x="68" y="903"/>
                  </a:cubicBezTo>
                  <a:cubicBezTo>
                    <a:pt x="67" y="905"/>
                    <a:pt x="71" y="906"/>
                    <a:pt x="72" y="907"/>
                  </a:cubicBezTo>
                  <a:cubicBezTo>
                    <a:pt x="72" y="908"/>
                    <a:pt x="71" y="908"/>
                    <a:pt x="71" y="909"/>
                  </a:cubicBezTo>
                  <a:cubicBezTo>
                    <a:pt x="71" y="910"/>
                    <a:pt x="73" y="910"/>
                    <a:pt x="72" y="911"/>
                  </a:cubicBezTo>
                  <a:cubicBezTo>
                    <a:pt x="70" y="913"/>
                    <a:pt x="73" y="911"/>
                    <a:pt x="74" y="912"/>
                  </a:cubicBezTo>
                  <a:cubicBezTo>
                    <a:pt x="76" y="913"/>
                    <a:pt x="72" y="914"/>
                    <a:pt x="72" y="914"/>
                  </a:cubicBezTo>
                  <a:cubicBezTo>
                    <a:pt x="73" y="915"/>
                    <a:pt x="73" y="915"/>
                    <a:pt x="74" y="915"/>
                  </a:cubicBezTo>
                  <a:cubicBezTo>
                    <a:pt x="74" y="915"/>
                    <a:pt x="74" y="915"/>
                    <a:pt x="74" y="915"/>
                  </a:cubicBezTo>
                  <a:cubicBezTo>
                    <a:pt x="74" y="915"/>
                    <a:pt x="74" y="915"/>
                    <a:pt x="74" y="915"/>
                  </a:cubicBezTo>
                  <a:cubicBezTo>
                    <a:pt x="73" y="915"/>
                    <a:pt x="73" y="915"/>
                    <a:pt x="72" y="916"/>
                  </a:cubicBezTo>
                  <a:cubicBezTo>
                    <a:pt x="72" y="916"/>
                    <a:pt x="71" y="916"/>
                    <a:pt x="71" y="917"/>
                  </a:cubicBezTo>
                  <a:cubicBezTo>
                    <a:pt x="71" y="921"/>
                    <a:pt x="73" y="915"/>
                    <a:pt x="74" y="917"/>
                  </a:cubicBezTo>
                  <a:cubicBezTo>
                    <a:pt x="74" y="918"/>
                    <a:pt x="71" y="918"/>
                    <a:pt x="72" y="920"/>
                  </a:cubicBezTo>
                  <a:cubicBezTo>
                    <a:pt x="73" y="921"/>
                    <a:pt x="75" y="919"/>
                    <a:pt x="75" y="918"/>
                  </a:cubicBezTo>
                  <a:cubicBezTo>
                    <a:pt x="76" y="918"/>
                    <a:pt x="77" y="918"/>
                    <a:pt x="77" y="917"/>
                  </a:cubicBezTo>
                  <a:cubicBezTo>
                    <a:pt x="77" y="916"/>
                    <a:pt x="76" y="915"/>
                    <a:pt x="76" y="915"/>
                  </a:cubicBezTo>
                  <a:cubicBezTo>
                    <a:pt x="78" y="913"/>
                    <a:pt x="78" y="918"/>
                    <a:pt x="79" y="918"/>
                  </a:cubicBezTo>
                  <a:cubicBezTo>
                    <a:pt x="80" y="918"/>
                    <a:pt x="80" y="917"/>
                    <a:pt x="80" y="917"/>
                  </a:cubicBezTo>
                  <a:cubicBezTo>
                    <a:pt x="80" y="917"/>
                    <a:pt x="80" y="917"/>
                    <a:pt x="80" y="917"/>
                  </a:cubicBezTo>
                  <a:cubicBezTo>
                    <a:pt x="80" y="917"/>
                    <a:pt x="80" y="917"/>
                    <a:pt x="80" y="917"/>
                  </a:cubicBezTo>
                  <a:cubicBezTo>
                    <a:pt x="82" y="916"/>
                    <a:pt x="79" y="914"/>
                    <a:pt x="79" y="913"/>
                  </a:cubicBezTo>
                  <a:cubicBezTo>
                    <a:pt x="79" y="913"/>
                    <a:pt x="79" y="912"/>
                    <a:pt x="80" y="912"/>
                  </a:cubicBezTo>
                  <a:cubicBezTo>
                    <a:pt x="80" y="912"/>
                    <a:pt x="80" y="913"/>
                    <a:pt x="81" y="913"/>
                  </a:cubicBezTo>
                  <a:cubicBezTo>
                    <a:pt x="82" y="914"/>
                    <a:pt x="85" y="912"/>
                    <a:pt x="86" y="914"/>
                  </a:cubicBezTo>
                  <a:cubicBezTo>
                    <a:pt x="86" y="914"/>
                    <a:pt x="86" y="914"/>
                    <a:pt x="85" y="914"/>
                  </a:cubicBezTo>
                  <a:cubicBezTo>
                    <a:pt x="85" y="914"/>
                    <a:pt x="81" y="914"/>
                    <a:pt x="82" y="914"/>
                  </a:cubicBezTo>
                  <a:cubicBezTo>
                    <a:pt x="82" y="915"/>
                    <a:pt x="83" y="914"/>
                    <a:pt x="84" y="915"/>
                  </a:cubicBezTo>
                  <a:cubicBezTo>
                    <a:pt x="84" y="915"/>
                    <a:pt x="83" y="915"/>
                    <a:pt x="83" y="915"/>
                  </a:cubicBezTo>
                  <a:cubicBezTo>
                    <a:pt x="82" y="915"/>
                    <a:pt x="82" y="915"/>
                    <a:pt x="81" y="915"/>
                  </a:cubicBezTo>
                  <a:cubicBezTo>
                    <a:pt x="81" y="916"/>
                    <a:pt x="82" y="917"/>
                    <a:pt x="81" y="917"/>
                  </a:cubicBezTo>
                  <a:cubicBezTo>
                    <a:pt x="81" y="917"/>
                    <a:pt x="81" y="917"/>
                    <a:pt x="80" y="917"/>
                  </a:cubicBezTo>
                  <a:cubicBezTo>
                    <a:pt x="80" y="917"/>
                    <a:pt x="80" y="917"/>
                    <a:pt x="80" y="917"/>
                  </a:cubicBezTo>
                  <a:cubicBezTo>
                    <a:pt x="80" y="918"/>
                    <a:pt x="79" y="920"/>
                    <a:pt x="79" y="920"/>
                  </a:cubicBezTo>
                  <a:cubicBezTo>
                    <a:pt x="80" y="921"/>
                    <a:pt x="81" y="920"/>
                    <a:pt x="81" y="921"/>
                  </a:cubicBezTo>
                  <a:cubicBezTo>
                    <a:pt x="79" y="923"/>
                    <a:pt x="76" y="920"/>
                    <a:pt x="74" y="921"/>
                  </a:cubicBezTo>
                  <a:cubicBezTo>
                    <a:pt x="74" y="922"/>
                    <a:pt x="76" y="922"/>
                    <a:pt x="76" y="922"/>
                  </a:cubicBezTo>
                  <a:cubicBezTo>
                    <a:pt x="80" y="923"/>
                    <a:pt x="82" y="923"/>
                    <a:pt x="82" y="923"/>
                  </a:cubicBezTo>
                  <a:cubicBezTo>
                    <a:pt x="82" y="925"/>
                    <a:pt x="79" y="925"/>
                    <a:pt x="78" y="926"/>
                  </a:cubicBezTo>
                  <a:cubicBezTo>
                    <a:pt x="77" y="926"/>
                    <a:pt x="78" y="926"/>
                    <a:pt x="79" y="926"/>
                  </a:cubicBezTo>
                  <a:cubicBezTo>
                    <a:pt x="79" y="927"/>
                    <a:pt x="82" y="929"/>
                    <a:pt x="83" y="928"/>
                  </a:cubicBezTo>
                  <a:cubicBezTo>
                    <a:pt x="83" y="928"/>
                    <a:pt x="82" y="927"/>
                    <a:pt x="82" y="926"/>
                  </a:cubicBezTo>
                  <a:cubicBezTo>
                    <a:pt x="82" y="926"/>
                    <a:pt x="83" y="928"/>
                    <a:pt x="84" y="928"/>
                  </a:cubicBezTo>
                  <a:cubicBezTo>
                    <a:pt x="85" y="928"/>
                    <a:pt x="85" y="927"/>
                    <a:pt x="86" y="927"/>
                  </a:cubicBezTo>
                  <a:cubicBezTo>
                    <a:pt x="86" y="927"/>
                    <a:pt x="86" y="927"/>
                    <a:pt x="86" y="927"/>
                  </a:cubicBezTo>
                  <a:cubicBezTo>
                    <a:pt x="88" y="925"/>
                    <a:pt x="85" y="923"/>
                    <a:pt x="85" y="922"/>
                  </a:cubicBezTo>
                  <a:cubicBezTo>
                    <a:pt x="85" y="921"/>
                    <a:pt x="86" y="921"/>
                    <a:pt x="87" y="920"/>
                  </a:cubicBezTo>
                  <a:cubicBezTo>
                    <a:pt x="88" y="920"/>
                    <a:pt x="89" y="919"/>
                    <a:pt x="89" y="919"/>
                  </a:cubicBezTo>
                  <a:cubicBezTo>
                    <a:pt x="90" y="918"/>
                    <a:pt x="90" y="917"/>
                    <a:pt x="90" y="917"/>
                  </a:cubicBezTo>
                  <a:cubicBezTo>
                    <a:pt x="90" y="916"/>
                    <a:pt x="90" y="916"/>
                    <a:pt x="90" y="916"/>
                  </a:cubicBezTo>
                  <a:cubicBezTo>
                    <a:pt x="85" y="915"/>
                    <a:pt x="88" y="916"/>
                    <a:pt x="85" y="919"/>
                  </a:cubicBezTo>
                  <a:cubicBezTo>
                    <a:pt x="84" y="919"/>
                    <a:pt x="86" y="917"/>
                    <a:pt x="86" y="916"/>
                  </a:cubicBezTo>
                  <a:cubicBezTo>
                    <a:pt x="86" y="913"/>
                    <a:pt x="86" y="913"/>
                    <a:pt x="86" y="913"/>
                  </a:cubicBezTo>
                  <a:cubicBezTo>
                    <a:pt x="87" y="913"/>
                    <a:pt x="87" y="914"/>
                    <a:pt x="88" y="914"/>
                  </a:cubicBezTo>
                  <a:cubicBezTo>
                    <a:pt x="88" y="914"/>
                    <a:pt x="89" y="914"/>
                    <a:pt x="89" y="913"/>
                  </a:cubicBezTo>
                  <a:cubicBezTo>
                    <a:pt x="91" y="913"/>
                    <a:pt x="90" y="915"/>
                    <a:pt x="92" y="914"/>
                  </a:cubicBezTo>
                  <a:cubicBezTo>
                    <a:pt x="94" y="913"/>
                    <a:pt x="90" y="912"/>
                    <a:pt x="95" y="913"/>
                  </a:cubicBezTo>
                  <a:cubicBezTo>
                    <a:pt x="95" y="913"/>
                    <a:pt x="92" y="914"/>
                    <a:pt x="92" y="915"/>
                  </a:cubicBezTo>
                  <a:cubicBezTo>
                    <a:pt x="92" y="916"/>
                    <a:pt x="94" y="916"/>
                    <a:pt x="95" y="916"/>
                  </a:cubicBezTo>
                  <a:cubicBezTo>
                    <a:pt x="95" y="916"/>
                    <a:pt x="94" y="916"/>
                    <a:pt x="94" y="916"/>
                  </a:cubicBezTo>
                  <a:cubicBezTo>
                    <a:pt x="97" y="911"/>
                    <a:pt x="112" y="913"/>
                    <a:pt x="112" y="915"/>
                  </a:cubicBezTo>
                  <a:cubicBezTo>
                    <a:pt x="112" y="916"/>
                    <a:pt x="111" y="915"/>
                    <a:pt x="111" y="915"/>
                  </a:cubicBezTo>
                  <a:cubicBezTo>
                    <a:pt x="106" y="917"/>
                    <a:pt x="101" y="915"/>
                    <a:pt x="99" y="916"/>
                  </a:cubicBezTo>
                  <a:cubicBezTo>
                    <a:pt x="99" y="916"/>
                    <a:pt x="100" y="917"/>
                    <a:pt x="99" y="917"/>
                  </a:cubicBezTo>
                  <a:cubicBezTo>
                    <a:pt x="99" y="918"/>
                    <a:pt x="97" y="919"/>
                    <a:pt x="96" y="920"/>
                  </a:cubicBezTo>
                  <a:cubicBezTo>
                    <a:pt x="96" y="920"/>
                    <a:pt x="96" y="922"/>
                    <a:pt x="95" y="922"/>
                  </a:cubicBezTo>
                  <a:cubicBezTo>
                    <a:pt x="95" y="922"/>
                    <a:pt x="95" y="920"/>
                    <a:pt x="94" y="920"/>
                  </a:cubicBezTo>
                  <a:cubicBezTo>
                    <a:pt x="91" y="920"/>
                    <a:pt x="93" y="922"/>
                    <a:pt x="90" y="922"/>
                  </a:cubicBezTo>
                  <a:cubicBezTo>
                    <a:pt x="89" y="922"/>
                    <a:pt x="92" y="920"/>
                    <a:pt x="92" y="919"/>
                  </a:cubicBezTo>
                  <a:cubicBezTo>
                    <a:pt x="92" y="918"/>
                    <a:pt x="91" y="918"/>
                    <a:pt x="89" y="919"/>
                  </a:cubicBezTo>
                  <a:cubicBezTo>
                    <a:pt x="89" y="919"/>
                    <a:pt x="88" y="920"/>
                    <a:pt x="87" y="920"/>
                  </a:cubicBezTo>
                  <a:cubicBezTo>
                    <a:pt x="87" y="921"/>
                    <a:pt x="87" y="921"/>
                    <a:pt x="87" y="921"/>
                  </a:cubicBezTo>
                  <a:cubicBezTo>
                    <a:pt x="85" y="923"/>
                    <a:pt x="88" y="924"/>
                    <a:pt x="88" y="926"/>
                  </a:cubicBezTo>
                  <a:cubicBezTo>
                    <a:pt x="88" y="927"/>
                    <a:pt x="87" y="927"/>
                    <a:pt x="87" y="928"/>
                  </a:cubicBezTo>
                  <a:cubicBezTo>
                    <a:pt x="88" y="931"/>
                    <a:pt x="94" y="926"/>
                    <a:pt x="93" y="929"/>
                  </a:cubicBezTo>
                  <a:cubicBezTo>
                    <a:pt x="92" y="930"/>
                    <a:pt x="91" y="929"/>
                    <a:pt x="91" y="929"/>
                  </a:cubicBezTo>
                  <a:cubicBezTo>
                    <a:pt x="90" y="929"/>
                    <a:pt x="91" y="931"/>
                    <a:pt x="91" y="931"/>
                  </a:cubicBezTo>
                  <a:cubicBezTo>
                    <a:pt x="93" y="932"/>
                    <a:pt x="92" y="933"/>
                    <a:pt x="91" y="932"/>
                  </a:cubicBezTo>
                  <a:cubicBezTo>
                    <a:pt x="91" y="932"/>
                    <a:pt x="92" y="931"/>
                    <a:pt x="91" y="931"/>
                  </a:cubicBezTo>
                  <a:cubicBezTo>
                    <a:pt x="89" y="929"/>
                    <a:pt x="87" y="930"/>
                    <a:pt x="84" y="931"/>
                  </a:cubicBezTo>
                  <a:cubicBezTo>
                    <a:pt x="83" y="931"/>
                    <a:pt x="82" y="930"/>
                    <a:pt x="81" y="930"/>
                  </a:cubicBezTo>
                  <a:cubicBezTo>
                    <a:pt x="80" y="930"/>
                    <a:pt x="82" y="931"/>
                    <a:pt x="83" y="932"/>
                  </a:cubicBezTo>
                  <a:cubicBezTo>
                    <a:pt x="84" y="932"/>
                    <a:pt x="86" y="933"/>
                    <a:pt x="87" y="934"/>
                  </a:cubicBezTo>
                  <a:cubicBezTo>
                    <a:pt x="88" y="934"/>
                    <a:pt x="90" y="934"/>
                    <a:pt x="91" y="935"/>
                  </a:cubicBezTo>
                  <a:cubicBezTo>
                    <a:pt x="92" y="935"/>
                    <a:pt x="91" y="936"/>
                    <a:pt x="92" y="936"/>
                  </a:cubicBezTo>
                  <a:cubicBezTo>
                    <a:pt x="92" y="937"/>
                    <a:pt x="92" y="935"/>
                    <a:pt x="92" y="935"/>
                  </a:cubicBezTo>
                  <a:cubicBezTo>
                    <a:pt x="92" y="935"/>
                    <a:pt x="96" y="939"/>
                    <a:pt x="97" y="939"/>
                  </a:cubicBezTo>
                  <a:cubicBezTo>
                    <a:pt x="98" y="939"/>
                    <a:pt x="99" y="939"/>
                    <a:pt x="100" y="938"/>
                  </a:cubicBezTo>
                  <a:cubicBezTo>
                    <a:pt x="100" y="937"/>
                    <a:pt x="92" y="933"/>
                    <a:pt x="94" y="933"/>
                  </a:cubicBezTo>
                  <a:cubicBezTo>
                    <a:pt x="94" y="933"/>
                    <a:pt x="95" y="934"/>
                    <a:pt x="96" y="934"/>
                  </a:cubicBezTo>
                  <a:cubicBezTo>
                    <a:pt x="96" y="934"/>
                    <a:pt x="95" y="932"/>
                    <a:pt x="95" y="932"/>
                  </a:cubicBezTo>
                  <a:cubicBezTo>
                    <a:pt x="95" y="932"/>
                    <a:pt x="97" y="932"/>
                    <a:pt x="98" y="932"/>
                  </a:cubicBezTo>
                  <a:cubicBezTo>
                    <a:pt x="98" y="931"/>
                    <a:pt x="96" y="931"/>
                    <a:pt x="95" y="930"/>
                  </a:cubicBezTo>
                  <a:cubicBezTo>
                    <a:pt x="95" y="930"/>
                    <a:pt x="97" y="931"/>
                    <a:pt x="97" y="931"/>
                  </a:cubicBezTo>
                  <a:cubicBezTo>
                    <a:pt x="98" y="930"/>
                    <a:pt x="96" y="930"/>
                    <a:pt x="96" y="930"/>
                  </a:cubicBezTo>
                  <a:cubicBezTo>
                    <a:pt x="96" y="929"/>
                    <a:pt x="101" y="931"/>
                    <a:pt x="101" y="929"/>
                  </a:cubicBezTo>
                  <a:cubicBezTo>
                    <a:pt x="101" y="928"/>
                    <a:pt x="99" y="929"/>
                    <a:pt x="99" y="929"/>
                  </a:cubicBezTo>
                  <a:cubicBezTo>
                    <a:pt x="98" y="928"/>
                    <a:pt x="98" y="927"/>
                    <a:pt x="98" y="927"/>
                  </a:cubicBezTo>
                  <a:cubicBezTo>
                    <a:pt x="97" y="927"/>
                    <a:pt x="97" y="927"/>
                    <a:pt x="97" y="927"/>
                  </a:cubicBezTo>
                  <a:cubicBezTo>
                    <a:pt x="96" y="927"/>
                    <a:pt x="94" y="928"/>
                    <a:pt x="94" y="927"/>
                  </a:cubicBezTo>
                  <a:cubicBezTo>
                    <a:pt x="94" y="927"/>
                    <a:pt x="96" y="927"/>
                    <a:pt x="97" y="927"/>
                  </a:cubicBezTo>
                  <a:cubicBezTo>
                    <a:pt x="97" y="927"/>
                    <a:pt x="97" y="927"/>
                    <a:pt x="98" y="927"/>
                  </a:cubicBezTo>
                  <a:cubicBezTo>
                    <a:pt x="98" y="927"/>
                    <a:pt x="98" y="927"/>
                    <a:pt x="98" y="927"/>
                  </a:cubicBezTo>
                  <a:cubicBezTo>
                    <a:pt x="99" y="927"/>
                    <a:pt x="99" y="927"/>
                    <a:pt x="99" y="926"/>
                  </a:cubicBezTo>
                  <a:cubicBezTo>
                    <a:pt x="100" y="926"/>
                    <a:pt x="98" y="926"/>
                    <a:pt x="99" y="926"/>
                  </a:cubicBezTo>
                  <a:cubicBezTo>
                    <a:pt x="101" y="926"/>
                    <a:pt x="101" y="928"/>
                    <a:pt x="103" y="928"/>
                  </a:cubicBezTo>
                  <a:cubicBezTo>
                    <a:pt x="103" y="928"/>
                    <a:pt x="104" y="928"/>
                    <a:pt x="104" y="927"/>
                  </a:cubicBezTo>
                  <a:cubicBezTo>
                    <a:pt x="105" y="926"/>
                    <a:pt x="106" y="924"/>
                    <a:pt x="107" y="923"/>
                  </a:cubicBezTo>
                  <a:cubicBezTo>
                    <a:pt x="108" y="922"/>
                    <a:pt x="113" y="921"/>
                    <a:pt x="114" y="920"/>
                  </a:cubicBezTo>
                  <a:cubicBezTo>
                    <a:pt x="114" y="919"/>
                    <a:pt x="113" y="918"/>
                    <a:pt x="114" y="917"/>
                  </a:cubicBezTo>
                  <a:cubicBezTo>
                    <a:pt x="114" y="917"/>
                    <a:pt x="115" y="918"/>
                    <a:pt x="115" y="919"/>
                  </a:cubicBezTo>
                  <a:cubicBezTo>
                    <a:pt x="117" y="919"/>
                    <a:pt x="118" y="918"/>
                    <a:pt x="120" y="920"/>
                  </a:cubicBezTo>
                  <a:cubicBezTo>
                    <a:pt x="120" y="921"/>
                    <a:pt x="116" y="927"/>
                    <a:pt x="116" y="927"/>
                  </a:cubicBezTo>
                  <a:cubicBezTo>
                    <a:pt x="114" y="928"/>
                    <a:pt x="112" y="929"/>
                    <a:pt x="109" y="930"/>
                  </a:cubicBezTo>
                  <a:cubicBezTo>
                    <a:pt x="109" y="930"/>
                    <a:pt x="109" y="931"/>
                    <a:pt x="110" y="931"/>
                  </a:cubicBezTo>
                  <a:cubicBezTo>
                    <a:pt x="110" y="933"/>
                    <a:pt x="111" y="940"/>
                    <a:pt x="107" y="938"/>
                  </a:cubicBezTo>
                  <a:cubicBezTo>
                    <a:pt x="105" y="938"/>
                    <a:pt x="110" y="936"/>
                    <a:pt x="110" y="935"/>
                  </a:cubicBezTo>
                  <a:cubicBezTo>
                    <a:pt x="110" y="935"/>
                    <a:pt x="108" y="930"/>
                    <a:pt x="108" y="930"/>
                  </a:cubicBezTo>
                  <a:cubicBezTo>
                    <a:pt x="103" y="929"/>
                    <a:pt x="108" y="935"/>
                    <a:pt x="103" y="936"/>
                  </a:cubicBezTo>
                  <a:cubicBezTo>
                    <a:pt x="101" y="936"/>
                    <a:pt x="106" y="933"/>
                    <a:pt x="103" y="931"/>
                  </a:cubicBezTo>
                  <a:cubicBezTo>
                    <a:pt x="101" y="929"/>
                    <a:pt x="94" y="934"/>
                    <a:pt x="100" y="938"/>
                  </a:cubicBezTo>
                  <a:cubicBezTo>
                    <a:pt x="102" y="939"/>
                    <a:pt x="107" y="943"/>
                    <a:pt x="108" y="942"/>
                  </a:cubicBezTo>
                  <a:cubicBezTo>
                    <a:pt x="109" y="942"/>
                    <a:pt x="109" y="941"/>
                    <a:pt x="109" y="941"/>
                  </a:cubicBezTo>
                  <a:cubicBezTo>
                    <a:pt x="110" y="941"/>
                    <a:pt x="109" y="942"/>
                    <a:pt x="109" y="942"/>
                  </a:cubicBezTo>
                  <a:cubicBezTo>
                    <a:pt x="110" y="943"/>
                    <a:pt x="111" y="943"/>
                    <a:pt x="111" y="943"/>
                  </a:cubicBezTo>
                  <a:cubicBezTo>
                    <a:pt x="114" y="944"/>
                    <a:pt x="117" y="944"/>
                    <a:pt x="121" y="946"/>
                  </a:cubicBezTo>
                  <a:cubicBezTo>
                    <a:pt x="121" y="946"/>
                    <a:pt x="122" y="945"/>
                    <a:pt x="123" y="945"/>
                  </a:cubicBezTo>
                  <a:cubicBezTo>
                    <a:pt x="129" y="943"/>
                    <a:pt x="124" y="937"/>
                    <a:pt x="124" y="933"/>
                  </a:cubicBezTo>
                  <a:cubicBezTo>
                    <a:pt x="124" y="929"/>
                    <a:pt x="126" y="926"/>
                    <a:pt x="126" y="923"/>
                  </a:cubicBezTo>
                  <a:cubicBezTo>
                    <a:pt x="126" y="919"/>
                    <a:pt x="125" y="924"/>
                    <a:pt x="124" y="921"/>
                  </a:cubicBezTo>
                  <a:cubicBezTo>
                    <a:pt x="124" y="920"/>
                    <a:pt x="126" y="918"/>
                    <a:pt x="126" y="918"/>
                  </a:cubicBezTo>
                  <a:cubicBezTo>
                    <a:pt x="126" y="918"/>
                    <a:pt x="125" y="918"/>
                    <a:pt x="125" y="918"/>
                  </a:cubicBezTo>
                  <a:cubicBezTo>
                    <a:pt x="125" y="918"/>
                    <a:pt x="124" y="917"/>
                    <a:pt x="124" y="917"/>
                  </a:cubicBezTo>
                  <a:cubicBezTo>
                    <a:pt x="124" y="916"/>
                    <a:pt x="125" y="917"/>
                    <a:pt x="125" y="917"/>
                  </a:cubicBezTo>
                  <a:cubicBezTo>
                    <a:pt x="127" y="916"/>
                    <a:pt x="128" y="916"/>
                    <a:pt x="130" y="915"/>
                  </a:cubicBezTo>
                  <a:cubicBezTo>
                    <a:pt x="130" y="914"/>
                    <a:pt x="130" y="916"/>
                    <a:pt x="130" y="916"/>
                  </a:cubicBezTo>
                  <a:cubicBezTo>
                    <a:pt x="131" y="916"/>
                    <a:pt x="132" y="914"/>
                    <a:pt x="133" y="914"/>
                  </a:cubicBezTo>
                  <a:cubicBezTo>
                    <a:pt x="134" y="914"/>
                    <a:pt x="135" y="915"/>
                    <a:pt x="135" y="914"/>
                  </a:cubicBezTo>
                  <a:cubicBezTo>
                    <a:pt x="136" y="914"/>
                    <a:pt x="136" y="913"/>
                    <a:pt x="136" y="913"/>
                  </a:cubicBezTo>
                  <a:cubicBezTo>
                    <a:pt x="136" y="912"/>
                    <a:pt x="141" y="910"/>
                    <a:pt x="142" y="910"/>
                  </a:cubicBezTo>
                  <a:cubicBezTo>
                    <a:pt x="142" y="910"/>
                    <a:pt x="142" y="911"/>
                    <a:pt x="143" y="911"/>
                  </a:cubicBezTo>
                  <a:cubicBezTo>
                    <a:pt x="144" y="911"/>
                    <a:pt x="144" y="911"/>
                    <a:pt x="145" y="911"/>
                  </a:cubicBezTo>
                  <a:cubicBezTo>
                    <a:pt x="149" y="910"/>
                    <a:pt x="146" y="902"/>
                    <a:pt x="152" y="903"/>
                  </a:cubicBezTo>
                  <a:cubicBezTo>
                    <a:pt x="154" y="903"/>
                    <a:pt x="163" y="906"/>
                    <a:pt x="167" y="906"/>
                  </a:cubicBezTo>
                  <a:cubicBezTo>
                    <a:pt x="164" y="904"/>
                    <a:pt x="152" y="901"/>
                    <a:pt x="150" y="901"/>
                  </a:cubicBezTo>
                  <a:cubicBezTo>
                    <a:pt x="145" y="902"/>
                    <a:pt x="141" y="899"/>
                    <a:pt x="137" y="898"/>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4"/>
            <p:cNvSpPr>
              <a:spLocks/>
            </p:cNvSpPr>
            <p:nvPr/>
          </p:nvSpPr>
          <p:spPr bwMode="auto">
            <a:xfrm>
              <a:off x="5010151" y="1614488"/>
              <a:ext cx="14288" cy="7938"/>
            </a:xfrm>
            <a:custGeom>
              <a:avLst/>
              <a:gdLst/>
              <a:ahLst/>
              <a:cxnLst>
                <a:cxn ang="0">
                  <a:pos x="3" y="0"/>
                </a:cxn>
                <a:cxn ang="0">
                  <a:pos x="0" y="2"/>
                </a:cxn>
                <a:cxn ang="0">
                  <a:pos x="3" y="0"/>
                </a:cxn>
              </a:cxnLst>
              <a:rect l="0" t="0" r="r" b="b"/>
              <a:pathLst>
                <a:path w="7" h="4">
                  <a:moveTo>
                    <a:pt x="3" y="0"/>
                  </a:moveTo>
                  <a:cubicBezTo>
                    <a:pt x="7" y="3"/>
                    <a:pt x="0" y="4"/>
                    <a:pt x="0" y="2"/>
                  </a:cubicBezTo>
                  <a:cubicBezTo>
                    <a:pt x="0" y="1"/>
                    <a:pt x="3" y="0"/>
                    <a:pt x="3"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5"/>
            <p:cNvSpPr>
              <a:spLocks/>
            </p:cNvSpPr>
            <p:nvPr/>
          </p:nvSpPr>
          <p:spPr bwMode="auto">
            <a:xfrm>
              <a:off x="5308601" y="3079751"/>
              <a:ext cx="19050" cy="6350"/>
            </a:xfrm>
            <a:custGeom>
              <a:avLst/>
              <a:gdLst/>
              <a:ahLst/>
              <a:cxnLst>
                <a:cxn ang="0">
                  <a:pos x="2" y="3"/>
                </a:cxn>
                <a:cxn ang="0">
                  <a:pos x="9" y="2"/>
                </a:cxn>
                <a:cxn ang="0">
                  <a:pos x="2" y="3"/>
                </a:cxn>
              </a:cxnLst>
              <a:rect l="0" t="0" r="r" b="b"/>
              <a:pathLst>
                <a:path w="9" h="3">
                  <a:moveTo>
                    <a:pt x="2" y="3"/>
                  </a:moveTo>
                  <a:cubicBezTo>
                    <a:pt x="0" y="0"/>
                    <a:pt x="9" y="1"/>
                    <a:pt x="9" y="2"/>
                  </a:cubicBezTo>
                  <a:cubicBezTo>
                    <a:pt x="8" y="3"/>
                    <a:pt x="3" y="3"/>
                    <a:pt x="2"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46"/>
            <p:cNvSpPr>
              <a:spLocks/>
            </p:cNvSpPr>
            <p:nvPr/>
          </p:nvSpPr>
          <p:spPr bwMode="auto">
            <a:xfrm>
              <a:off x="5018088" y="1706563"/>
              <a:ext cx="26988" cy="25400"/>
            </a:xfrm>
            <a:custGeom>
              <a:avLst/>
              <a:gdLst/>
              <a:ahLst/>
              <a:cxnLst>
                <a:cxn ang="0">
                  <a:pos x="10" y="0"/>
                </a:cxn>
                <a:cxn ang="0">
                  <a:pos x="3" y="4"/>
                </a:cxn>
                <a:cxn ang="0">
                  <a:pos x="5" y="1"/>
                </a:cxn>
                <a:cxn ang="0">
                  <a:pos x="8" y="2"/>
                </a:cxn>
                <a:cxn ang="0">
                  <a:pos x="8" y="1"/>
                </a:cxn>
                <a:cxn ang="0">
                  <a:pos x="10" y="0"/>
                </a:cxn>
              </a:cxnLst>
              <a:rect l="0" t="0" r="r" b="b"/>
              <a:pathLst>
                <a:path w="13" h="12">
                  <a:moveTo>
                    <a:pt x="10" y="0"/>
                  </a:moveTo>
                  <a:cubicBezTo>
                    <a:pt x="13" y="7"/>
                    <a:pt x="0" y="12"/>
                    <a:pt x="3" y="4"/>
                  </a:cubicBezTo>
                  <a:cubicBezTo>
                    <a:pt x="3" y="3"/>
                    <a:pt x="4" y="2"/>
                    <a:pt x="5" y="1"/>
                  </a:cubicBezTo>
                  <a:cubicBezTo>
                    <a:pt x="6" y="1"/>
                    <a:pt x="7" y="3"/>
                    <a:pt x="8" y="2"/>
                  </a:cubicBezTo>
                  <a:cubicBezTo>
                    <a:pt x="9" y="2"/>
                    <a:pt x="8" y="2"/>
                    <a:pt x="8" y="1"/>
                  </a:cubicBezTo>
                  <a:cubicBezTo>
                    <a:pt x="8" y="1"/>
                    <a:pt x="9" y="1"/>
                    <a:pt x="1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47"/>
            <p:cNvSpPr>
              <a:spLocks/>
            </p:cNvSpPr>
            <p:nvPr/>
          </p:nvSpPr>
          <p:spPr bwMode="auto">
            <a:xfrm>
              <a:off x="5011738" y="1709738"/>
              <a:ext cx="14288" cy="26988"/>
            </a:xfrm>
            <a:custGeom>
              <a:avLst/>
              <a:gdLst/>
              <a:ahLst/>
              <a:cxnLst>
                <a:cxn ang="0">
                  <a:pos x="4" y="0"/>
                </a:cxn>
                <a:cxn ang="0">
                  <a:pos x="5" y="6"/>
                </a:cxn>
                <a:cxn ang="0">
                  <a:pos x="7" y="9"/>
                </a:cxn>
                <a:cxn ang="0">
                  <a:pos x="0" y="11"/>
                </a:cxn>
                <a:cxn ang="0">
                  <a:pos x="1" y="10"/>
                </a:cxn>
                <a:cxn ang="0">
                  <a:pos x="2" y="10"/>
                </a:cxn>
                <a:cxn ang="0">
                  <a:pos x="4" y="0"/>
                </a:cxn>
              </a:cxnLst>
              <a:rect l="0" t="0" r="r" b="b"/>
              <a:pathLst>
                <a:path w="7" h="13">
                  <a:moveTo>
                    <a:pt x="4" y="0"/>
                  </a:moveTo>
                  <a:cubicBezTo>
                    <a:pt x="5" y="2"/>
                    <a:pt x="4" y="5"/>
                    <a:pt x="5" y="6"/>
                  </a:cubicBezTo>
                  <a:cubicBezTo>
                    <a:pt x="7" y="9"/>
                    <a:pt x="7" y="9"/>
                    <a:pt x="7" y="9"/>
                  </a:cubicBezTo>
                  <a:cubicBezTo>
                    <a:pt x="7" y="12"/>
                    <a:pt x="0" y="13"/>
                    <a:pt x="0" y="11"/>
                  </a:cubicBezTo>
                  <a:cubicBezTo>
                    <a:pt x="0" y="11"/>
                    <a:pt x="0" y="10"/>
                    <a:pt x="1" y="10"/>
                  </a:cubicBezTo>
                  <a:cubicBezTo>
                    <a:pt x="1" y="9"/>
                    <a:pt x="2" y="10"/>
                    <a:pt x="2" y="10"/>
                  </a:cubicBezTo>
                  <a:cubicBezTo>
                    <a:pt x="3" y="6"/>
                    <a:pt x="2" y="3"/>
                    <a:pt x="4"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8"/>
            <p:cNvSpPr>
              <a:spLocks/>
            </p:cNvSpPr>
            <p:nvPr/>
          </p:nvSpPr>
          <p:spPr bwMode="auto">
            <a:xfrm>
              <a:off x="5019676" y="1725613"/>
              <a:ext cx="41275" cy="23813"/>
            </a:xfrm>
            <a:custGeom>
              <a:avLst/>
              <a:gdLst/>
              <a:ahLst/>
              <a:cxnLst>
                <a:cxn ang="0">
                  <a:pos x="13" y="0"/>
                </a:cxn>
                <a:cxn ang="0">
                  <a:pos x="19" y="3"/>
                </a:cxn>
                <a:cxn ang="0">
                  <a:pos x="10" y="10"/>
                </a:cxn>
                <a:cxn ang="0">
                  <a:pos x="9" y="8"/>
                </a:cxn>
                <a:cxn ang="0">
                  <a:pos x="0" y="6"/>
                </a:cxn>
                <a:cxn ang="0">
                  <a:pos x="0" y="3"/>
                </a:cxn>
                <a:cxn ang="0">
                  <a:pos x="7" y="3"/>
                </a:cxn>
                <a:cxn ang="0">
                  <a:pos x="13" y="0"/>
                </a:cxn>
              </a:cxnLst>
              <a:rect l="0" t="0" r="r" b="b"/>
              <a:pathLst>
                <a:path w="19" h="11">
                  <a:moveTo>
                    <a:pt x="13" y="0"/>
                  </a:moveTo>
                  <a:cubicBezTo>
                    <a:pt x="14" y="1"/>
                    <a:pt x="19" y="1"/>
                    <a:pt x="19" y="3"/>
                  </a:cubicBezTo>
                  <a:cubicBezTo>
                    <a:pt x="19" y="6"/>
                    <a:pt x="13" y="10"/>
                    <a:pt x="10" y="10"/>
                  </a:cubicBezTo>
                  <a:cubicBezTo>
                    <a:pt x="10" y="10"/>
                    <a:pt x="9" y="9"/>
                    <a:pt x="9" y="8"/>
                  </a:cubicBezTo>
                  <a:cubicBezTo>
                    <a:pt x="5" y="7"/>
                    <a:pt x="1" y="11"/>
                    <a:pt x="0" y="6"/>
                  </a:cubicBezTo>
                  <a:cubicBezTo>
                    <a:pt x="0" y="5"/>
                    <a:pt x="0" y="4"/>
                    <a:pt x="0" y="3"/>
                  </a:cubicBezTo>
                  <a:cubicBezTo>
                    <a:pt x="1" y="2"/>
                    <a:pt x="6" y="3"/>
                    <a:pt x="7" y="3"/>
                  </a:cubicBezTo>
                  <a:cubicBezTo>
                    <a:pt x="9" y="3"/>
                    <a:pt x="11" y="1"/>
                    <a:pt x="13"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49"/>
            <p:cNvSpPr>
              <a:spLocks/>
            </p:cNvSpPr>
            <p:nvPr/>
          </p:nvSpPr>
          <p:spPr bwMode="auto">
            <a:xfrm>
              <a:off x="4992688" y="1731963"/>
              <a:ext cx="38100" cy="22225"/>
            </a:xfrm>
            <a:custGeom>
              <a:avLst/>
              <a:gdLst/>
              <a:ahLst/>
              <a:cxnLst>
                <a:cxn ang="0">
                  <a:pos x="8" y="0"/>
                </a:cxn>
                <a:cxn ang="0">
                  <a:pos x="11" y="2"/>
                </a:cxn>
                <a:cxn ang="0">
                  <a:pos x="8" y="0"/>
                </a:cxn>
              </a:cxnLst>
              <a:rect l="0" t="0" r="r" b="b"/>
              <a:pathLst>
                <a:path w="18" h="10">
                  <a:moveTo>
                    <a:pt x="8" y="0"/>
                  </a:moveTo>
                  <a:cubicBezTo>
                    <a:pt x="11" y="2"/>
                    <a:pt x="11" y="2"/>
                    <a:pt x="11" y="2"/>
                  </a:cubicBezTo>
                  <a:cubicBezTo>
                    <a:pt x="18" y="10"/>
                    <a:pt x="0" y="6"/>
                    <a:pt x="8"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50"/>
            <p:cNvSpPr>
              <a:spLocks/>
            </p:cNvSpPr>
            <p:nvPr/>
          </p:nvSpPr>
          <p:spPr bwMode="auto">
            <a:xfrm>
              <a:off x="5045076" y="1738313"/>
              <a:ext cx="42863" cy="15875"/>
            </a:xfrm>
            <a:custGeom>
              <a:avLst/>
              <a:gdLst/>
              <a:ahLst/>
              <a:cxnLst>
                <a:cxn ang="0">
                  <a:pos x="14" y="1"/>
                </a:cxn>
                <a:cxn ang="0">
                  <a:pos x="3" y="6"/>
                </a:cxn>
                <a:cxn ang="0">
                  <a:pos x="14" y="1"/>
                </a:cxn>
              </a:cxnLst>
              <a:rect l="0" t="0" r="r" b="b"/>
              <a:pathLst>
                <a:path w="20" h="7">
                  <a:moveTo>
                    <a:pt x="14" y="1"/>
                  </a:moveTo>
                  <a:cubicBezTo>
                    <a:pt x="20" y="6"/>
                    <a:pt x="7" y="7"/>
                    <a:pt x="3" y="6"/>
                  </a:cubicBezTo>
                  <a:cubicBezTo>
                    <a:pt x="0" y="5"/>
                    <a:pt x="11" y="0"/>
                    <a:pt x="14"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51"/>
            <p:cNvSpPr>
              <a:spLocks/>
            </p:cNvSpPr>
            <p:nvPr/>
          </p:nvSpPr>
          <p:spPr bwMode="auto">
            <a:xfrm>
              <a:off x="4978401" y="1744663"/>
              <a:ext cx="28575" cy="19050"/>
            </a:xfrm>
            <a:custGeom>
              <a:avLst/>
              <a:gdLst/>
              <a:ahLst/>
              <a:cxnLst>
                <a:cxn ang="0">
                  <a:pos x="12" y="0"/>
                </a:cxn>
                <a:cxn ang="0">
                  <a:pos x="11" y="5"/>
                </a:cxn>
                <a:cxn ang="0">
                  <a:pos x="6" y="9"/>
                </a:cxn>
                <a:cxn ang="0">
                  <a:pos x="8" y="1"/>
                </a:cxn>
                <a:cxn ang="0">
                  <a:pos x="12" y="0"/>
                </a:cxn>
              </a:cxnLst>
              <a:rect l="0" t="0" r="r" b="b"/>
              <a:pathLst>
                <a:path w="14" h="9">
                  <a:moveTo>
                    <a:pt x="12" y="0"/>
                  </a:moveTo>
                  <a:cubicBezTo>
                    <a:pt x="14" y="3"/>
                    <a:pt x="13" y="3"/>
                    <a:pt x="11" y="5"/>
                  </a:cubicBezTo>
                  <a:cubicBezTo>
                    <a:pt x="10" y="6"/>
                    <a:pt x="7" y="9"/>
                    <a:pt x="6" y="9"/>
                  </a:cubicBezTo>
                  <a:cubicBezTo>
                    <a:pt x="2" y="9"/>
                    <a:pt x="0" y="3"/>
                    <a:pt x="8" y="1"/>
                  </a:cubicBezTo>
                  <a:cubicBezTo>
                    <a:pt x="10" y="1"/>
                    <a:pt x="10" y="1"/>
                    <a:pt x="12"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52"/>
            <p:cNvSpPr>
              <a:spLocks/>
            </p:cNvSpPr>
            <p:nvPr/>
          </p:nvSpPr>
          <p:spPr bwMode="auto">
            <a:xfrm>
              <a:off x="4960938" y="1754188"/>
              <a:ext cx="17463" cy="19050"/>
            </a:xfrm>
            <a:custGeom>
              <a:avLst/>
              <a:gdLst/>
              <a:ahLst/>
              <a:cxnLst>
                <a:cxn ang="0">
                  <a:pos x="8" y="0"/>
                </a:cxn>
                <a:cxn ang="0">
                  <a:pos x="4" y="7"/>
                </a:cxn>
                <a:cxn ang="0">
                  <a:pos x="0" y="9"/>
                </a:cxn>
                <a:cxn ang="0">
                  <a:pos x="8" y="0"/>
                </a:cxn>
              </a:cxnLst>
              <a:rect l="0" t="0" r="r" b="b"/>
              <a:pathLst>
                <a:path w="8" h="9">
                  <a:moveTo>
                    <a:pt x="8" y="0"/>
                  </a:moveTo>
                  <a:cubicBezTo>
                    <a:pt x="7" y="3"/>
                    <a:pt x="7" y="5"/>
                    <a:pt x="4" y="7"/>
                  </a:cubicBezTo>
                  <a:cubicBezTo>
                    <a:pt x="0" y="9"/>
                    <a:pt x="0" y="9"/>
                    <a:pt x="0" y="9"/>
                  </a:cubicBezTo>
                  <a:cubicBezTo>
                    <a:pt x="0" y="8"/>
                    <a:pt x="6" y="0"/>
                    <a:pt x="8"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53"/>
            <p:cNvSpPr>
              <a:spLocks/>
            </p:cNvSpPr>
            <p:nvPr/>
          </p:nvSpPr>
          <p:spPr bwMode="auto">
            <a:xfrm>
              <a:off x="4978401" y="1776413"/>
              <a:ext cx="15875" cy="17463"/>
            </a:xfrm>
            <a:custGeom>
              <a:avLst/>
              <a:gdLst/>
              <a:ahLst/>
              <a:cxnLst>
                <a:cxn ang="0">
                  <a:pos x="8" y="0"/>
                </a:cxn>
                <a:cxn ang="0">
                  <a:pos x="4" y="6"/>
                </a:cxn>
                <a:cxn ang="0">
                  <a:pos x="0" y="8"/>
                </a:cxn>
                <a:cxn ang="0">
                  <a:pos x="0" y="7"/>
                </a:cxn>
                <a:cxn ang="0">
                  <a:pos x="8" y="0"/>
                </a:cxn>
              </a:cxnLst>
              <a:rect l="0" t="0" r="r" b="b"/>
              <a:pathLst>
                <a:path w="8" h="8">
                  <a:moveTo>
                    <a:pt x="8" y="0"/>
                  </a:moveTo>
                  <a:cubicBezTo>
                    <a:pt x="8" y="5"/>
                    <a:pt x="8" y="4"/>
                    <a:pt x="4" y="6"/>
                  </a:cubicBezTo>
                  <a:cubicBezTo>
                    <a:pt x="3" y="6"/>
                    <a:pt x="2" y="8"/>
                    <a:pt x="0" y="8"/>
                  </a:cubicBezTo>
                  <a:cubicBezTo>
                    <a:pt x="0" y="8"/>
                    <a:pt x="0" y="7"/>
                    <a:pt x="0" y="7"/>
                  </a:cubicBezTo>
                  <a:cubicBezTo>
                    <a:pt x="0" y="4"/>
                    <a:pt x="5" y="0"/>
                    <a:pt x="8"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54"/>
            <p:cNvSpPr>
              <a:spLocks/>
            </p:cNvSpPr>
            <p:nvPr/>
          </p:nvSpPr>
          <p:spPr bwMode="auto">
            <a:xfrm>
              <a:off x="4994276" y="1751013"/>
              <a:ext cx="144463" cy="101600"/>
            </a:xfrm>
            <a:custGeom>
              <a:avLst/>
              <a:gdLst/>
              <a:ahLst/>
              <a:cxnLst>
                <a:cxn ang="0">
                  <a:pos x="64" y="15"/>
                </a:cxn>
                <a:cxn ang="0">
                  <a:pos x="62" y="17"/>
                </a:cxn>
                <a:cxn ang="0">
                  <a:pos x="59" y="24"/>
                </a:cxn>
                <a:cxn ang="0">
                  <a:pos x="53" y="29"/>
                </a:cxn>
                <a:cxn ang="0">
                  <a:pos x="50" y="32"/>
                </a:cxn>
                <a:cxn ang="0">
                  <a:pos x="50" y="35"/>
                </a:cxn>
                <a:cxn ang="0">
                  <a:pos x="52" y="35"/>
                </a:cxn>
                <a:cxn ang="0">
                  <a:pos x="48" y="39"/>
                </a:cxn>
                <a:cxn ang="0">
                  <a:pos x="45" y="37"/>
                </a:cxn>
                <a:cxn ang="0">
                  <a:pos x="45" y="40"/>
                </a:cxn>
                <a:cxn ang="0">
                  <a:pos x="45" y="41"/>
                </a:cxn>
                <a:cxn ang="0">
                  <a:pos x="39" y="39"/>
                </a:cxn>
                <a:cxn ang="0">
                  <a:pos x="36" y="40"/>
                </a:cxn>
                <a:cxn ang="0">
                  <a:pos x="33" y="44"/>
                </a:cxn>
                <a:cxn ang="0">
                  <a:pos x="29" y="42"/>
                </a:cxn>
                <a:cxn ang="0">
                  <a:pos x="29" y="46"/>
                </a:cxn>
                <a:cxn ang="0">
                  <a:pos x="21" y="42"/>
                </a:cxn>
                <a:cxn ang="0">
                  <a:pos x="16" y="43"/>
                </a:cxn>
                <a:cxn ang="0">
                  <a:pos x="15" y="41"/>
                </a:cxn>
                <a:cxn ang="0">
                  <a:pos x="15" y="37"/>
                </a:cxn>
                <a:cxn ang="0">
                  <a:pos x="14" y="42"/>
                </a:cxn>
                <a:cxn ang="0">
                  <a:pos x="12" y="45"/>
                </a:cxn>
                <a:cxn ang="0">
                  <a:pos x="7" y="46"/>
                </a:cxn>
                <a:cxn ang="0">
                  <a:pos x="0" y="33"/>
                </a:cxn>
                <a:cxn ang="0">
                  <a:pos x="1" y="27"/>
                </a:cxn>
                <a:cxn ang="0">
                  <a:pos x="6" y="28"/>
                </a:cxn>
                <a:cxn ang="0">
                  <a:pos x="8" y="25"/>
                </a:cxn>
                <a:cxn ang="0">
                  <a:pos x="7" y="26"/>
                </a:cxn>
                <a:cxn ang="0">
                  <a:pos x="2" y="19"/>
                </a:cxn>
                <a:cxn ang="0">
                  <a:pos x="1" y="15"/>
                </a:cxn>
                <a:cxn ang="0">
                  <a:pos x="13" y="0"/>
                </a:cxn>
                <a:cxn ang="0">
                  <a:pos x="29" y="2"/>
                </a:cxn>
                <a:cxn ang="0">
                  <a:pos x="38" y="3"/>
                </a:cxn>
                <a:cxn ang="0">
                  <a:pos x="39" y="3"/>
                </a:cxn>
                <a:cxn ang="0">
                  <a:pos x="58" y="4"/>
                </a:cxn>
              </a:cxnLst>
              <a:rect l="0" t="0" r="r" b="b"/>
              <a:pathLst>
                <a:path w="68" h="48">
                  <a:moveTo>
                    <a:pt x="66" y="4"/>
                  </a:moveTo>
                  <a:cubicBezTo>
                    <a:pt x="68" y="6"/>
                    <a:pt x="64" y="12"/>
                    <a:pt x="64" y="15"/>
                  </a:cubicBezTo>
                  <a:cubicBezTo>
                    <a:pt x="63" y="19"/>
                    <a:pt x="64" y="16"/>
                    <a:pt x="61" y="16"/>
                  </a:cubicBezTo>
                  <a:cubicBezTo>
                    <a:pt x="61" y="15"/>
                    <a:pt x="62" y="16"/>
                    <a:pt x="62" y="17"/>
                  </a:cubicBezTo>
                  <a:cubicBezTo>
                    <a:pt x="63" y="18"/>
                    <a:pt x="63" y="21"/>
                    <a:pt x="62" y="22"/>
                  </a:cubicBezTo>
                  <a:cubicBezTo>
                    <a:pt x="61" y="23"/>
                    <a:pt x="59" y="23"/>
                    <a:pt x="59" y="24"/>
                  </a:cubicBezTo>
                  <a:cubicBezTo>
                    <a:pt x="59" y="25"/>
                    <a:pt x="60" y="25"/>
                    <a:pt x="60" y="26"/>
                  </a:cubicBezTo>
                  <a:cubicBezTo>
                    <a:pt x="59" y="28"/>
                    <a:pt x="54" y="30"/>
                    <a:pt x="53" y="29"/>
                  </a:cubicBezTo>
                  <a:cubicBezTo>
                    <a:pt x="50" y="27"/>
                    <a:pt x="58" y="33"/>
                    <a:pt x="54" y="36"/>
                  </a:cubicBezTo>
                  <a:cubicBezTo>
                    <a:pt x="54" y="36"/>
                    <a:pt x="50" y="31"/>
                    <a:pt x="50" y="32"/>
                  </a:cubicBezTo>
                  <a:cubicBezTo>
                    <a:pt x="50" y="33"/>
                    <a:pt x="51" y="32"/>
                    <a:pt x="51" y="33"/>
                  </a:cubicBezTo>
                  <a:cubicBezTo>
                    <a:pt x="51" y="34"/>
                    <a:pt x="49" y="34"/>
                    <a:pt x="50" y="35"/>
                  </a:cubicBezTo>
                  <a:cubicBezTo>
                    <a:pt x="50" y="35"/>
                    <a:pt x="51" y="34"/>
                    <a:pt x="51" y="34"/>
                  </a:cubicBezTo>
                  <a:cubicBezTo>
                    <a:pt x="51" y="34"/>
                    <a:pt x="52" y="34"/>
                    <a:pt x="52" y="35"/>
                  </a:cubicBezTo>
                  <a:cubicBezTo>
                    <a:pt x="53" y="35"/>
                    <a:pt x="55" y="36"/>
                    <a:pt x="54" y="37"/>
                  </a:cubicBezTo>
                  <a:cubicBezTo>
                    <a:pt x="54" y="37"/>
                    <a:pt x="49" y="39"/>
                    <a:pt x="48" y="39"/>
                  </a:cubicBezTo>
                  <a:cubicBezTo>
                    <a:pt x="47" y="39"/>
                    <a:pt x="45" y="34"/>
                    <a:pt x="44" y="35"/>
                  </a:cubicBezTo>
                  <a:cubicBezTo>
                    <a:pt x="44" y="36"/>
                    <a:pt x="45" y="36"/>
                    <a:pt x="45" y="37"/>
                  </a:cubicBezTo>
                  <a:cubicBezTo>
                    <a:pt x="45" y="37"/>
                    <a:pt x="44" y="38"/>
                    <a:pt x="44" y="39"/>
                  </a:cubicBezTo>
                  <a:cubicBezTo>
                    <a:pt x="44" y="39"/>
                    <a:pt x="45" y="39"/>
                    <a:pt x="45" y="40"/>
                  </a:cubicBezTo>
                  <a:cubicBezTo>
                    <a:pt x="44" y="40"/>
                    <a:pt x="43" y="40"/>
                    <a:pt x="43" y="40"/>
                  </a:cubicBezTo>
                  <a:cubicBezTo>
                    <a:pt x="44" y="41"/>
                    <a:pt x="45" y="40"/>
                    <a:pt x="45" y="41"/>
                  </a:cubicBezTo>
                  <a:cubicBezTo>
                    <a:pt x="45" y="41"/>
                    <a:pt x="44" y="41"/>
                    <a:pt x="43" y="41"/>
                  </a:cubicBezTo>
                  <a:cubicBezTo>
                    <a:pt x="43" y="41"/>
                    <a:pt x="39" y="39"/>
                    <a:pt x="39" y="39"/>
                  </a:cubicBezTo>
                  <a:cubicBezTo>
                    <a:pt x="39" y="38"/>
                    <a:pt x="40" y="37"/>
                    <a:pt x="39" y="37"/>
                  </a:cubicBezTo>
                  <a:cubicBezTo>
                    <a:pt x="37" y="37"/>
                    <a:pt x="40" y="41"/>
                    <a:pt x="36" y="40"/>
                  </a:cubicBezTo>
                  <a:cubicBezTo>
                    <a:pt x="36" y="39"/>
                    <a:pt x="35" y="37"/>
                    <a:pt x="35" y="38"/>
                  </a:cubicBezTo>
                  <a:cubicBezTo>
                    <a:pt x="35" y="41"/>
                    <a:pt x="36" y="43"/>
                    <a:pt x="33" y="44"/>
                  </a:cubicBezTo>
                  <a:cubicBezTo>
                    <a:pt x="32" y="45"/>
                    <a:pt x="32" y="46"/>
                    <a:pt x="31" y="46"/>
                  </a:cubicBezTo>
                  <a:cubicBezTo>
                    <a:pt x="30" y="46"/>
                    <a:pt x="29" y="43"/>
                    <a:pt x="29" y="42"/>
                  </a:cubicBezTo>
                  <a:cubicBezTo>
                    <a:pt x="29" y="41"/>
                    <a:pt x="30" y="40"/>
                    <a:pt x="30" y="40"/>
                  </a:cubicBezTo>
                  <a:cubicBezTo>
                    <a:pt x="28" y="40"/>
                    <a:pt x="31" y="45"/>
                    <a:pt x="29" y="46"/>
                  </a:cubicBezTo>
                  <a:cubicBezTo>
                    <a:pt x="27" y="47"/>
                    <a:pt x="23" y="45"/>
                    <a:pt x="22" y="45"/>
                  </a:cubicBezTo>
                  <a:cubicBezTo>
                    <a:pt x="22" y="45"/>
                    <a:pt x="21" y="42"/>
                    <a:pt x="21" y="42"/>
                  </a:cubicBezTo>
                  <a:cubicBezTo>
                    <a:pt x="20" y="44"/>
                    <a:pt x="19" y="48"/>
                    <a:pt x="16" y="44"/>
                  </a:cubicBezTo>
                  <a:cubicBezTo>
                    <a:pt x="16" y="44"/>
                    <a:pt x="16" y="43"/>
                    <a:pt x="16" y="43"/>
                  </a:cubicBezTo>
                  <a:cubicBezTo>
                    <a:pt x="16" y="42"/>
                    <a:pt x="16" y="42"/>
                    <a:pt x="16" y="41"/>
                  </a:cubicBezTo>
                  <a:cubicBezTo>
                    <a:pt x="16" y="41"/>
                    <a:pt x="15" y="41"/>
                    <a:pt x="15" y="41"/>
                  </a:cubicBezTo>
                  <a:cubicBezTo>
                    <a:pt x="15" y="40"/>
                    <a:pt x="16" y="40"/>
                    <a:pt x="16" y="40"/>
                  </a:cubicBezTo>
                  <a:cubicBezTo>
                    <a:pt x="16" y="39"/>
                    <a:pt x="16" y="38"/>
                    <a:pt x="15" y="37"/>
                  </a:cubicBezTo>
                  <a:cubicBezTo>
                    <a:pt x="15" y="37"/>
                    <a:pt x="16" y="45"/>
                    <a:pt x="15" y="44"/>
                  </a:cubicBezTo>
                  <a:cubicBezTo>
                    <a:pt x="14" y="44"/>
                    <a:pt x="15" y="43"/>
                    <a:pt x="14" y="42"/>
                  </a:cubicBezTo>
                  <a:cubicBezTo>
                    <a:pt x="13" y="41"/>
                    <a:pt x="16" y="44"/>
                    <a:pt x="15" y="45"/>
                  </a:cubicBezTo>
                  <a:cubicBezTo>
                    <a:pt x="14" y="46"/>
                    <a:pt x="13" y="44"/>
                    <a:pt x="12" y="45"/>
                  </a:cubicBezTo>
                  <a:cubicBezTo>
                    <a:pt x="12" y="46"/>
                    <a:pt x="14" y="46"/>
                    <a:pt x="14" y="46"/>
                  </a:cubicBezTo>
                  <a:cubicBezTo>
                    <a:pt x="14" y="48"/>
                    <a:pt x="7" y="47"/>
                    <a:pt x="7" y="46"/>
                  </a:cubicBezTo>
                  <a:cubicBezTo>
                    <a:pt x="5" y="45"/>
                    <a:pt x="7" y="45"/>
                    <a:pt x="6" y="43"/>
                  </a:cubicBezTo>
                  <a:cubicBezTo>
                    <a:pt x="4" y="39"/>
                    <a:pt x="0" y="37"/>
                    <a:pt x="0" y="33"/>
                  </a:cubicBezTo>
                  <a:cubicBezTo>
                    <a:pt x="0" y="32"/>
                    <a:pt x="1" y="31"/>
                    <a:pt x="2" y="30"/>
                  </a:cubicBezTo>
                  <a:cubicBezTo>
                    <a:pt x="2" y="29"/>
                    <a:pt x="0" y="27"/>
                    <a:pt x="1" y="27"/>
                  </a:cubicBezTo>
                  <a:cubicBezTo>
                    <a:pt x="2" y="27"/>
                    <a:pt x="6" y="30"/>
                    <a:pt x="7" y="29"/>
                  </a:cubicBezTo>
                  <a:cubicBezTo>
                    <a:pt x="8" y="29"/>
                    <a:pt x="6" y="28"/>
                    <a:pt x="6" y="28"/>
                  </a:cubicBezTo>
                  <a:cubicBezTo>
                    <a:pt x="6" y="26"/>
                    <a:pt x="8" y="28"/>
                    <a:pt x="8" y="27"/>
                  </a:cubicBezTo>
                  <a:cubicBezTo>
                    <a:pt x="9" y="26"/>
                    <a:pt x="6" y="26"/>
                    <a:pt x="8" y="25"/>
                  </a:cubicBezTo>
                  <a:cubicBezTo>
                    <a:pt x="8" y="25"/>
                    <a:pt x="9" y="25"/>
                    <a:pt x="9" y="25"/>
                  </a:cubicBezTo>
                  <a:cubicBezTo>
                    <a:pt x="10" y="25"/>
                    <a:pt x="8" y="25"/>
                    <a:pt x="7" y="26"/>
                  </a:cubicBezTo>
                  <a:cubicBezTo>
                    <a:pt x="6" y="27"/>
                    <a:pt x="3" y="28"/>
                    <a:pt x="1" y="26"/>
                  </a:cubicBezTo>
                  <a:cubicBezTo>
                    <a:pt x="0" y="25"/>
                    <a:pt x="0" y="19"/>
                    <a:pt x="2" y="19"/>
                  </a:cubicBezTo>
                  <a:cubicBezTo>
                    <a:pt x="2" y="19"/>
                    <a:pt x="3" y="19"/>
                    <a:pt x="2" y="19"/>
                  </a:cubicBezTo>
                  <a:cubicBezTo>
                    <a:pt x="2" y="18"/>
                    <a:pt x="1" y="17"/>
                    <a:pt x="1" y="15"/>
                  </a:cubicBezTo>
                  <a:cubicBezTo>
                    <a:pt x="2" y="13"/>
                    <a:pt x="4" y="2"/>
                    <a:pt x="7" y="2"/>
                  </a:cubicBezTo>
                  <a:cubicBezTo>
                    <a:pt x="10" y="2"/>
                    <a:pt x="11" y="0"/>
                    <a:pt x="13" y="0"/>
                  </a:cubicBezTo>
                  <a:cubicBezTo>
                    <a:pt x="16" y="1"/>
                    <a:pt x="16" y="1"/>
                    <a:pt x="16" y="1"/>
                  </a:cubicBezTo>
                  <a:cubicBezTo>
                    <a:pt x="20" y="1"/>
                    <a:pt x="25" y="2"/>
                    <a:pt x="29" y="2"/>
                  </a:cubicBezTo>
                  <a:cubicBezTo>
                    <a:pt x="30" y="3"/>
                    <a:pt x="31" y="4"/>
                    <a:pt x="32" y="4"/>
                  </a:cubicBezTo>
                  <a:cubicBezTo>
                    <a:pt x="34" y="3"/>
                    <a:pt x="37" y="3"/>
                    <a:pt x="38" y="3"/>
                  </a:cubicBezTo>
                  <a:cubicBezTo>
                    <a:pt x="38" y="3"/>
                    <a:pt x="39" y="4"/>
                    <a:pt x="39" y="4"/>
                  </a:cubicBezTo>
                  <a:cubicBezTo>
                    <a:pt x="40" y="4"/>
                    <a:pt x="39" y="3"/>
                    <a:pt x="39" y="3"/>
                  </a:cubicBezTo>
                  <a:cubicBezTo>
                    <a:pt x="38" y="2"/>
                    <a:pt x="43" y="1"/>
                    <a:pt x="44" y="1"/>
                  </a:cubicBezTo>
                  <a:cubicBezTo>
                    <a:pt x="49" y="1"/>
                    <a:pt x="53" y="3"/>
                    <a:pt x="58" y="4"/>
                  </a:cubicBezTo>
                  <a:cubicBezTo>
                    <a:pt x="61" y="4"/>
                    <a:pt x="66" y="4"/>
                    <a:pt x="66" y="4"/>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55"/>
            <p:cNvSpPr>
              <a:spLocks/>
            </p:cNvSpPr>
            <p:nvPr/>
          </p:nvSpPr>
          <p:spPr bwMode="auto">
            <a:xfrm>
              <a:off x="4927601" y="1770063"/>
              <a:ext cx="50800" cy="66675"/>
            </a:xfrm>
            <a:custGeom>
              <a:avLst/>
              <a:gdLst/>
              <a:ahLst/>
              <a:cxnLst>
                <a:cxn ang="0">
                  <a:pos x="9" y="16"/>
                </a:cxn>
                <a:cxn ang="0">
                  <a:pos x="18" y="2"/>
                </a:cxn>
                <a:cxn ang="0">
                  <a:pos x="19" y="4"/>
                </a:cxn>
                <a:cxn ang="0">
                  <a:pos x="18" y="2"/>
                </a:cxn>
                <a:cxn ang="0">
                  <a:pos x="23" y="7"/>
                </a:cxn>
                <a:cxn ang="0">
                  <a:pos x="10" y="24"/>
                </a:cxn>
                <a:cxn ang="0">
                  <a:pos x="1" y="27"/>
                </a:cxn>
                <a:cxn ang="0">
                  <a:pos x="9" y="16"/>
                </a:cxn>
              </a:cxnLst>
              <a:rect l="0" t="0" r="r" b="b"/>
              <a:pathLst>
                <a:path w="24" h="31">
                  <a:moveTo>
                    <a:pt x="9" y="16"/>
                  </a:moveTo>
                  <a:cubicBezTo>
                    <a:pt x="9" y="12"/>
                    <a:pt x="12" y="2"/>
                    <a:pt x="18" y="2"/>
                  </a:cubicBezTo>
                  <a:cubicBezTo>
                    <a:pt x="18" y="3"/>
                    <a:pt x="18" y="4"/>
                    <a:pt x="19" y="4"/>
                  </a:cubicBezTo>
                  <a:cubicBezTo>
                    <a:pt x="19" y="4"/>
                    <a:pt x="18" y="3"/>
                    <a:pt x="18" y="2"/>
                  </a:cubicBezTo>
                  <a:cubicBezTo>
                    <a:pt x="19" y="0"/>
                    <a:pt x="24" y="5"/>
                    <a:pt x="23" y="7"/>
                  </a:cubicBezTo>
                  <a:cubicBezTo>
                    <a:pt x="21" y="14"/>
                    <a:pt x="17" y="20"/>
                    <a:pt x="10" y="24"/>
                  </a:cubicBezTo>
                  <a:cubicBezTo>
                    <a:pt x="9" y="25"/>
                    <a:pt x="2" y="31"/>
                    <a:pt x="1" y="27"/>
                  </a:cubicBezTo>
                  <a:cubicBezTo>
                    <a:pt x="0" y="23"/>
                    <a:pt x="9" y="20"/>
                    <a:pt x="9" y="16"/>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56"/>
            <p:cNvSpPr>
              <a:spLocks/>
            </p:cNvSpPr>
            <p:nvPr/>
          </p:nvSpPr>
          <p:spPr bwMode="auto">
            <a:xfrm>
              <a:off x="5249863" y="3109913"/>
              <a:ext cx="15875" cy="20638"/>
            </a:xfrm>
            <a:custGeom>
              <a:avLst/>
              <a:gdLst/>
              <a:ahLst/>
              <a:cxnLst>
                <a:cxn ang="0">
                  <a:pos x="5" y="9"/>
                </a:cxn>
                <a:cxn ang="0">
                  <a:pos x="1" y="8"/>
                </a:cxn>
                <a:cxn ang="0">
                  <a:pos x="6" y="4"/>
                </a:cxn>
                <a:cxn ang="0">
                  <a:pos x="5" y="6"/>
                </a:cxn>
                <a:cxn ang="0">
                  <a:pos x="5" y="9"/>
                </a:cxn>
              </a:cxnLst>
              <a:rect l="0" t="0" r="r" b="b"/>
              <a:pathLst>
                <a:path w="8" h="10">
                  <a:moveTo>
                    <a:pt x="5" y="9"/>
                  </a:moveTo>
                  <a:cubicBezTo>
                    <a:pt x="4" y="6"/>
                    <a:pt x="2" y="10"/>
                    <a:pt x="1" y="8"/>
                  </a:cubicBezTo>
                  <a:cubicBezTo>
                    <a:pt x="0" y="6"/>
                    <a:pt x="6" y="0"/>
                    <a:pt x="6" y="4"/>
                  </a:cubicBezTo>
                  <a:cubicBezTo>
                    <a:pt x="6" y="5"/>
                    <a:pt x="5" y="5"/>
                    <a:pt x="5" y="6"/>
                  </a:cubicBezTo>
                  <a:cubicBezTo>
                    <a:pt x="4" y="8"/>
                    <a:pt x="8" y="8"/>
                    <a:pt x="5" y="9"/>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57"/>
            <p:cNvSpPr>
              <a:spLocks/>
            </p:cNvSpPr>
            <p:nvPr/>
          </p:nvSpPr>
          <p:spPr bwMode="auto">
            <a:xfrm>
              <a:off x="5064126" y="3243263"/>
              <a:ext cx="17463" cy="19050"/>
            </a:xfrm>
            <a:custGeom>
              <a:avLst/>
              <a:gdLst/>
              <a:ahLst/>
              <a:cxnLst>
                <a:cxn ang="0">
                  <a:pos x="3" y="9"/>
                </a:cxn>
                <a:cxn ang="0">
                  <a:pos x="0" y="7"/>
                </a:cxn>
                <a:cxn ang="0">
                  <a:pos x="2" y="6"/>
                </a:cxn>
                <a:cxn ang="0">
                  <a:pos x="3" y="9"/>
                </a:cxn>
              </a:cxnLst>
              <a:rect l="0" t="0" r="r" b="b"/>
              <a:pathLst>
                <a:path w="8" h="9">
                  <a:moveTo>
                    <a:pt x="3" y="9"/>
                  </a:moveTo>
                  <a:cubicBezTo>
                    <a:pt x="2" y="8"/>
                    <a:pt x="1" y="8"/>
                    <a:pt x="0" y="7"/>
                  </a:cubicBezTo>
                  <a:cubicBezTo>
                    <a:pt x="0" y="6"/>
                    <a:pt x="1" y="6"/>
                    <a:pt x="2" y="6"/>
                  </a:cubicBezTo>
                  <a:cubicBezTo>
                    <a:pt x="8" y="0"/>
                    <a:pt x="6" y="5"/>
                    <a:pt x="3" y="9"/>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58"/>
            <p:cNvSpPr>
              <a:spLocks/>
            </p:cNvSpPr>
            <p:nvPr/>
          </p:nvSpPr>
          <p:spPr bwMode="auto">
            <a:xfrm>
              <a:off x="5067301" y="3317876"/>
              <a:ext cx="12700" cy="25400"/>
            </a:xfrm>
            <a:custGeom>
              <a:avLst/>
              <a:gdLst/>
              <a:ahLst/>
              <a:cxnLst>
                <a:cxn ang="0">
                  <a:pos x="0" y="12"/>
                </a:cxn>
                <a:cxn ang="0">
                  <a:pos x="1" y="8"/>
                </a:cxn>
                <a:cxn ang="0">
                  <a:pos x="2" y="2"/>
                </a:cxn>
                <a:cxn ang="0">
                  <a:pos x="6" y="2"/>
                </a:cxn>
                <a:cxn ang="0">
                  <a:pos x="0" y="12"/>
                </a:cxn>
              </a:cxnLst>
              <a:rect l="0" t="0" r="r" b="b"/>
              <a:pathLst>
                <a:path w="6" h="12">
                  <a:moveTo>
                    <a:pt x="0" y="12"/>
                  </a:moveTo>
                  <a:cubicBezTo>
                    <a:pt x="0" y="10"/>
                    <a:pt x="0" y="9"/>
                    <a:pt x="1" y="8"/>
                  </a:cubicBezTo>
                  <a:cubicBezTo>
                    <a:pt x="1" y="6"/>
                    <a:pt x="1" y="3"/>
                    <a:pt x="2" y="2"/>
                  </a:cubicBezTo>
                  <a:cubicBezTo>
                    <a:pt x="3" y="0"/>
                    <a:pt x="5" y="0"/>
                    <a:pt x="6" y="2"/>
                  </a:cubicBezTo>
                  <a:cubicBezTo>
                    <a:pt x="6" y="4"/>
                    <a:pt x="2" y="11"/>
                    <a:pt x="0" y="12"/>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59"/>
            <p:cNvSpPr>
              <a:spLocks/>
            </p:cNvSpPr>
            <p:nvPr/>
          </p:nvSpPr>
          <p:spPr bwMode="auto">
            <a:xfrm>
              <a:off x="5351463" y="1863726"/>
              <a:ext cx="3175" cy="1588"/>
            </a:xfrm>
            <a:custGeom>
              <a:avLst/>
              <a:gdLst/>
              <a:ahLst/>
              <a:cxnLst>
                <a:cxn ang="0">
                  <a:pos x="1" y="0"/>
                </a:cxn>
                <a:cxn ang="0">
                  <a:pos x="2" y="0"/>
                </a:cxn>
                <a:cxn ang="0">
                  <a:pos x="1" y="0"/>
                </a:cxn>
                <a:cxn ang="0">
                  <a:pos x="1" y="0"/>
                </a:cxn>
              </a:cxnLst>
              <a:rect l="0" t="0" r="r" b="b"/>
              <a:pathLst>
                <a:path w="2">
                  <a:moveTo>
                    <a:pt x="1" y="0"/>
                  </a:moveTo>
                  <a:cubicBezTo>
                    <a:pt x="1" y="0"/>
                    <a:pt x="1" y="0"/>
                    <a:pt x="2" y="0"/>
                  </a:cubicBezTo>
                  <a:cubicBezTo>
                    <a:pt x="1" y="0"/>
                    <a:pt x="1" y="0"/>
                    <a:pt x="1" y="0"/>
                  </a:cubicBezTo>
                  <a:cubicBezTo>
                    <a:pt x="0" y="0"/>
                    <a:pt x="1" y="0"/>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60"/>
            <p:cNvSpPr>
              <a:spLocks/>
            </p:cNvSpPr>
            <p:nvPr/>
          </p:nvSpPr>
          <p:spPr bwMode="auto">
            <a:xfrm>
              <a:off x="5232401" y="1800226"/>
              <a:ext cx="1588" cy="1588"/>
            </a:xfrm>
            <a:custGeom>
              <a:avLst/>
              <a:gdLst/>
              <a:ahLst/>
              <a:cxnLst>
                <a:cxn ang="0">
                  <a:pos x="0" y="0"/>
                </a:cxn>
                <a:cxn ang="0">
                  <a:pos x="1" y="0"/>
                </a:cxn>
                <a:cxn ang="0">
                  <a:pos x="0" y="0"/>
                </a:cxn>
              </a:cxnLst>
              <a:rect l="0" t="0" r="r" b="b"/>
              <a:pathLst>
                <a:path w="1">
                  <a:moveTo>
                    <a:pt x="0" y="0"/>
                  </a:moveTo>
                  <a:cubicBezTo>
                    <a:pt x="1" y="0"/>
                    <a:pt x="1" y="0"/>
                    <a:pt x="1" y="0"/>
                  </a:cubicBezTo>
                  <a:cubicBezTo>
                    <a:pt x="1" y="0"/>
                    <a:pt x="1"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61"/>
            <p:cNvSpPr>
              <a:spLocks/>
            </p:cNvSpPr>
            <p:nvPr/>
          </p:nvSpPr>
          <p:spPr bwMode="auto">
            <a:xfrm>
              <a:off x="5348288" y="1851026"/>
              <a:ext cx="3175" cy="1588"/>
            </a:xfrm>
            <a:custGeom>
              <a:avLst/>
              <a:gdLst/>
              <a:ahLst/>
              <a:cxnLst>
                <a:cxn ang="0">
                  <a:pos x="1" y="0"/>
                </a:cxn>
                <a:cxn ang="0">
                  <a:pos x="0" y="0"/>
                </a:cxn>
                <a:cxn ang="0">
                  <a:pos x="1" y="0"/>
                </a:cxn>
              </a:cxnLst>
              <a:rect l="0" t="0" r="r" b="b"/>
              <a:pathLst>
                <a:path w="1">
                  <a:moveTo>
                    <a:pt x="1" y="0"/>
                  </a:moveTo>
                  <a:cubicBezTo>
                    <a:pt x="1" y="0"/>
                    <a:pt x="0" y="0"/>
                    <a:pt x="0" y="0"/>
                  </a:cubicBezTo>
                  <a:cubicBezTo>
                    <a:pt x="0" y="0"/>
                    <a:pt x="0" y="0"/>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62"/>
            <p:cNvSpPr>
              <a:spLocks/>
            </p:cNvSpPr>
            <p:nvPr/>
          </p:nvSpPr>
          <p:spPr bwMode="auto">
            <a:xfrm>
              <a:off x="5219701" y="1792288"/>
              <a:ext cx="3175" cy="1588"/>
            </a:xfrm>
            <a:custGeom>
              <a:avLst/>
              <a:gdLst/>
              <a:ahLst/>
              <a:cxnLst>
                <a:cxn ang="0">
                  <a:pos x="1" y="0"/>
                </a:cxn>
                <a:cxn ang="0">
                  <a:pos x="0" y="1"/>
                </a:cxn>
                <a:cxn ang="0">
                  <a:pos x="2" y="0"/>
                </a:cxn>
                <a:cxn ang="0">
                  <a:pos x="1" y="0"/>
                </a:cxn>
              </a:cxnLst>
              <a:rect l="0" t="0" r="r" b="b"/>
              <a:pathLst>
                <a:path w="2" h="1">
                  <a:moveTo>
                    <a:pt x="1" y="0"/>
                  </a:moveTo>
                  <a:cubicBezTo>
                    <a:pt x="0" y="0"/>
                    <a:pt x="0" y="1"/>
                    <a:pt x="0" y="1"/>
                  </a:cubicBezTo>
                  <a:cubicBezTo>
                    <a:pt x="1" y="1"/>
                    <a:pt x="1" y="0"/>
                    <a:pt x="2" y="0"/>
                  </a:cubicBezTo>
                  <a:cubicBezTo>
                    <a:pt x="1" y="0"/>
                    <a:pt x="1" y="0"/>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63"/>
            <p:cNvSpPr>
              <a:spLocks/>
            </p:cNvSpPr>
            <p:nvPr/>
          </p:nvSpPr>
          <p:spPr bwMode="auto">
            <a:xfrm>
              <a:off x="5238751" y="1800226"/>
              <a:ext cx="1588" cy="1588"/>
            </a:xfrm>
            <a:custGeom>
              <a:avLst/>
              <a:gdLst/>
              <a:ahLst/>
              <a:cxnLst>
                <a:cxn ang="0">
                  <a:pos x="0" y="1"/>
                </a:cxn>
                <a:cxn ang="0">
                  <a:pos x="0" y="1"/>
                </a:cxn>
              </a:cxnLst>
              <a:rect l="0" t="0" r="r" b="b"/>
              <a:pathLst>
                <a:path w="1" h="1">
                  <a:moveTo>
                    <a:pt x="0" y="1"/>
                  </a:moveTo>
                  <a:cubicBezTo>
                    <a:pt x="1" y="0"/>
                    <a:pt x="1" y="0"/>
                    <a:pt x="0"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64"/>
            <p:cNvSpPr>
              <a:spLocks/>
            </p:cNvSpPr>
            <p:nvPr/>
          </p:nvSpPr>
          <p:spPr bwMode="auto">
            <a:xfrm>
              <a:off x="5278438" y="1811338"/>
              <a:ext cx="1588" cy="1588"/>
            </a:xfrm>
            <a:custGeom>
              <a:avLst/>
              <a:gdLst/>
              <a:ahLst/>
              <a:cxnLst>
                <a:cxn ang="0">
                  <a:pos x="0" y="0"/>
                </a:cxn>
                <a:cxn ang="0">
                  <a:pos x="0" y="1"/>
                </a:cxn>
                <a:cxn ang="0">
                  <a:pos x="0" y="0"/>
                </a:cxn>
              </a:cxnLst>
              <a:rect l="0" t="0" r="r" b="b"/>
              <a:pathLst>
                <a:path h="1">
                  <a:moveTo>
                    <a:pt x="0" y="0"/>
                  </a:moveTo>
                  <a:cubicBezTo>
                    <a:pt x="0" y="0"/>
                    <a:pt x="0" y="0"/>
                    <a:pt x="0" y="1"/>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65"/>
            <p:cNvSpPr>
              <a:spLocks/>
            </p:cNvSpPr>
            <p:nvPr/>
          </p:nvSpPr>
          <p:spPr bwMode="auto">
            <a:xfrm>
              <a:off x="5276851" y="1812926"/>
              <a:ext cx="1588" cy="1588"/>
            </a:xfrm>
            <a:custGeom>
              <a:avLst/>
              <a:gdLst/>
              <a:ahLst/>
              <a:cxnLst>
                <a:cxn ang="0">
                  <a:pos x="1" y="0"/>
                </a:cxn>
                <a:cxn ang="0">
                  <a:pos x="0" y="0"/>
                </a:cxn>
                <a:cxn ang="0">
                  <a:pos x="1" y="1"/>
                </a:cxn>
                <a:cxn ang="0">
                  <a:pos x="1" y="0"/>
                </a:cxn>
              </a:cxnLst>
              <a:rect l="0" t="0" r="r" b="b"/>
              <a:pathLst>
                <a:path w="1" h="1">
                  <a:moveTo>
                    <a:pt x="1" y="0"/>
                  </a:moveTo>
                  <a:cubicBezTo>
                    <a:pt x="0" y="0"/>
                    <a:pt x="0" y="0"/>
                    <a:pt x="0" y="0"/>
                  </a:cubicBezTo>
                  <a:cubicBezTo>
                    <a:pt x="0" y="1"/>
                    <a:pt x="0" y="1"/>
                    <a:pt x="1" y="1"/>
                  </a:cubicBezTo>
                  <a:cubicBezTo>
                    <a:pt x="1" y="1"/>
                    <a:pt x="1" y="0"/>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66"/>
            <p:cNvSpPr>
              <a:spLocks/>
            </p:cNvSpPr>
            <p:nvPr/>
          </p:nvSpPr>
          <p:spPr bwMode="auto">
            <a:xfrm>
              <a:off x="5222876" y="1792288"/>
              <a:ext cx="20638" cy="7938"/>
            </a:xfrm>
            <a:custGeom>
              <a:avLst/>
              <a:gdLst/>
              <a:ahLst/>
              <a:cxnLst>
                <a:cxn ang="0">
                  <a:pos x="6" y="3"/>
                </a:cxn>
                <a:cxn ang="0">
                  <a:pos x="6" y="0"/>
                </a:cxn>
                <a:cxn ang="0">
                  <a:pos x="5" y="4"/>
                </a:cxn>
                <a:cxn ang="0">
                  <a:pos x="6" y="3"/>
                </a:cxn>
              </a:cxnLst>
              <a:rect l="0" t="0" r="r" b="b"/>
              <a:pathLst>
                <a:path w="9" h="4">
                  <a:moveTo>
                    <a:pt x="6" y="3"/>
                  </a:moveTo>
                  <a:cubicBezTo>
                    <a:pt x="7" y="3"/>
                    <a:pt x="7" y="0"/>
                    <a:pt x="6" y="0"/>
                  </a:cubicBezTo>
                  <a:cubicBezTo>
                    <a:pt x="0" y="0"/>
                    <a:pt x="9" y="3"/>
                    <a:pt x="5" y="4"/>
                  </a:cubicBezTo>
                  <a:cubicBezTo>
                    <a:pt x="6" y="4"/>
                    <a:pt x="6" y="4"/>
                    <a:pt x="6"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67"/>
            <p:cNvSpPr>
              <a:spLocks/>
            </p:cNvSpPr>
            <p:nvPr/>
          </p:nvSpPr>
          <p:spPr bwMode="auto">
            <a:xfrm>
              <a:off x="5357813" y="1882776"/>
              <a:ext cx="1588" cy="1588"/>
            </a:xfrm>
            <a:custGeom>
              <a:avLst/>
              <a:gdLst/>
              <a:ahLst/>
              <a:cxnLst>
                <a:cxn ang="0">
                  <a:pos x="0" y="0"/>
                </a:cxn>
                <a:cxn ang="0">
                  <a:pos x="1" y="0"/>
                </a:cxn>
                <a:cxn ang="0">
                  <a:pos x="0" y="0"/>
                </a:cxn>
              </a:cxnLst>
              <a:rect l="0" t="0" r="r" b="b"/>
              <a:pathLst>
                <a:path w="1">
                  <a:moveTo>
                    <a:pt x="0" y="0"/>
                  </a:moveTo>
                  <a:cubicBezTo>
                    <a:pt x="0" y="0"/>
                    <a:pt x="1" y="0"/>
                    <a:pt x="1" y="0"/>
                  </a:cubicBezTo>
                  <a:cubicBezTo>
                    <a:pt x="1" y="0"/>
                    <a:pt x="1"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68"/>
            <p:cNvSpPr>
              <a:spLocks/>
            </p:cNvSpPr>
            <p:nvPr/>
          </p:nvSpPr>
          <p:spPr bwMode="auto">
            <a:xfrm>
              <a:off x="5229226" y="1800226"/>
              <a:ext cx="4763" cy="1588"/>
            </a:xfrm>
            <a:custGeom>
              <a:avLst/>
              <a:gdLst/>
              <a:ahLst/>
              <a:cxnLst>
                <a:cxn ang="0">
                  <a:pos x="1" y="1"/>
                </a:cxn>
                <a:cxn ang="0">
                  <a:pos x="1" y="1"/>
                </a:cxn>
              </a:cxnLst>
              <a:rect l="0" t="0" r="r" b="b"/>
              <a:pathLst>
                <a:path w="2" h="1">
                  <a:moveTo>
                    <a:pt x="1" y="1"/>
                  </a:moveTo>
                  <a:cubicBezTo>
                    <a:pt x="2" y="0"/>
                    <a:pt x="0" y="1"/>
                    <a:pt x="1"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69"/>
            <p:cNvSpPr>
              <a:spLocks/>
            </p:cNvSpPr>
            <p:nvPr/>
          </p:nvSpPr>
          <p:spPr bwMode="auto">
            <a:xfrm>
              <a:off x="5338763" y="1838326"/>
              <a:ext cx="1588" cy="1588"/>
            </a:xfrm>
            <a:custGeom>
              <a:avLst/>
              <a:gdLst/>
              <a:ahLst/>
              <a:cxnLst>
                <a:cxn ang="0">
                  <a:pos x="1" y="1"/>
                </a:cxn>
                <a:cxn ang="0">
                  <a:pos x="0" y="0"/>
                </a:cxn>
                <a:cxn ang="0">
                  <a:pos x="0" y="1"/>
                </a:cxn>
                <a:cxn ang="0">
                  <a:pos x="1" y="1"/>
                </a:cxn>
              </a:cxnLst>
              <a:rect l="0" t="0" r="r" b="b"/>
              <a:pathLst>
                <a:path w="1" h="1">
                  <a:moveTo>
                    <a:pt x="1" y="1"/>
                  </a:moveTo>
                  <a:cubicBezTo>
                    <a:pt x="1" y="1"/>
                    <a:pt x="1" y="1"/>
                    <a:pt x="0" y="0"/>
                  </a:cubicBezTo>
                  <a:cubicBezTo>
                    <a:pt x="0" y="0"/>
                    <a:pt x="0" y="1"/>
                    <a:pt x="0" y="1"/>
                  </a:cubicBezTo>
                  <a:cubicBezTo>
                    <a:pt x="0" y="1"/>
                    <a:pt x="1" y="1"/>
                    <a:pt x="1"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70"/>
            <p:cNvSpPr>
              <a:spLocks/>
            </p:cNvSpPr>
            <p:nvPr/>
          </p:nvSpPr>
          <p:spPr bwMode="auto">
            <a:xfrm>
              <a:off x="5073651" y="3232151"/>
              <a:ext cx="1588" cy="1588"/>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71"/>
            <p:cNvSpPr>
              <a:spLocks/>
            </p:cNvSpPr>
            <p:nvPr/>
          </p:nvSpPr>
          <p:spPr bwMode="auto">
            <a:xfrm>
              <a:off x="5300663" y="1830388"/>
              <a:ext cx="1588" cy="1588"/>
            </a:xfrm>
            <a:custGeom>
              <a:avLst/>
              <a:gdLst/>
              <a:ahLst/>
              <a:cxnLst>
                <a:cxn ang="0">
                  <a:pos x="1" y="0"/>
                </a:cxn>
                <a:cxn ang="0">
                  <a:pos x="0" y="1"/>
                </a:cxn>
                <a:cxn ang="0">
                  <a:pos x="1" y="0"/>
                </a:cxn>
                <a:cxn ang="0">
                  <a:pos x="1" y="0"/>
                </a:cxn>
              </a:cxnLst>
              <a:rect l="0" t="0" r="r" b="b"/>
              <a:pathLst>
                <a:path w="1" h="1">
                  <a:moveTo>
                    <a:pt x="1" y="0"/>
                  </a:moveTo>
                  <a:cubicBezTo>
                    <a:pt x="1" y="0"/>
                    <a:pt x="0" y="0"/>
                    <a:pt x="0" y="1"/>
                  </a:cubicBezTo>
                  <a:cubicBezTo>
                    <a:pt x="0" y="1"/>
                    <a:pt x="1" y="1"/>
                    <a:pt x="1" y="0"/>
                  </a:cubicBezTo>
                  <a:cubicBezTo>
                    <a:pt x="1" y="0"/>
                    <a:pt x="1" y="0"/>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72"/>
            <p:cNvSpPr>
              <a:spLocks/>
            </p:cNvSpPr>
            <p:nvPr/>
          </p:nvSpPr>
          <p:spPr bwMode="auto">
            <a:xfrm>
              <a:off x="5197476" y="1782763"/>
              <a:ext cx="4763" cy="3175"/>
            </a:xfrm>
            <a:custGeom>
              <a:avLst/>
              <a:gdLst/>
              <a:ahLst/>
              <a:cxnLst>
                <a:cxn ang="0">
                  <a:pos x="2" y="1"/>
                </a:cxn>
                <a:cxn ang="0">
                  <a:pos x="2" y="1"/>
                </a:cxn>
              </a:cxnLst>
              <a:rect l="0" t="0" r="r" b="b"/>
              <a:pathLst>
                <a:path w="2" h="1">
                  <a:moveTo>
                    <a:pt x="2" y="1"/>
                  </a:moveTo>
                  <a:cubicBezTo>
                    <a:pt x="0" y="0"/>
                    <a:pt x="1" y="1"/>
                    <a:pt x="2"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73"/>
            <p:cNvSpPr>
              <a:spLocks/>
            </p:cNvSpPr>
            <p:nvPr/>
          </p:nvSpPr>
          <p:spPr bwMode="auto">
            <a:xfrm>
              <a:off x="5049838" y="1857376"/>
              <a:ext cx="1588" cy="4763"/>
            </a:xfrm>
            <a:custGeom>
              <a:avLst/>
              <a:gdLst/>
              <a:ahLst/>
              <a:cxnLst>
                <a:cxn ang="0">
                  <a:pos x="1" y="2"/>
                </a:cxn>
                <a:cxn ang="0">
                  <a:pos x="0" y="0"/>
                </a:cxn>
                <a:cxn ang="0">
                  <a:pos x="0" y="0"/>
                </a:cxn>
                <a:cxn ang="0">
                  <a:pos x="1" y="2"/>
                </a:cxn>
              </a:cxnLst>
              <a:rect l="0" t="0" r="r" b="b"/>
              <a:pathLst>
                <a:path w="1" h="2">
                  <a:moveTo>
                    <a:pt x="1" y="2"/>
                  </a:moveTo>
                  <a:cubicBezTo>
                    <a:pt x="1" y="1"/>
                    <a:pt x="1" y="0"/>
                    <a:pt x="0" y="0"/>
                  </a:cubicBezTo>
                  <a:cubicBezTo>
                    <a:pt x="0" y="0"/>
                    <a:pt x="0" y="0"/>
                    <a:pt x="0" y="0"/>
                  </a:cubicBezTo>
                  <a:cubicBezTo>
                    <a:pt x="0" y="0"/>
                    <a:pt x="0" y="1"/>
                    <a:pt x="1" y="2"/>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74"/>
            <p:cNvSpPr>
              <a:spLocks/>
            </p:cNvSpPr>
            <p:nvPr/>
          </p:nvSpPr>
          <p:spPr bwMode="auto">
            <a:xfrm>
              <a:off x="5276851" y="1817688"/>
              <a:ext cx="6350" cy="3175"/>
            </a:xfrm>
            <a:custGeom>
              <a:avLst/>
              <a:gdLst/>
              <a:ahLst/>
              <a:cxnLst>
                <a:cxn ang="0">
                  <a:pos x="2" y="0"/>
                </a:cxn>
                <a:cxn ang="0">
                  <a:pos x="2" y="0"/>
                </a:cxn>
              </a:cxnLst>
              <a:rect l="0" t="0" r="r" b="b"/>
              <a:pathLst>
                <a:path w="3" h="2">
                  <a:moveTo>
                    <a:pt x="2" y="0"/>
                  </a:moveTo>
                  <a:cubicBezTo>
                    <a:pt x="0" y="2"/>
                    <a:pt x="3" y="1"/>
                    <a:pt x="2"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75"/>
            <p:cNvSpPr>
              <a:spLocks/>
            </p:cNvSpPr>
            <p:nvPr/>
          </p:nvSpPr>
          <p:spPr bwMode="auto">
            <a:xfrm>
              <a:off x="5257801" y="1804988"/>
              <a:ext cx="1588" cy="7938"/>
            </a:xfrm>
            <a:custGeom>
              <a:avLst/>
              <a:gdLst/>
              <a:ahLst/>
              <a:cxnLst>
                <a:cxn ang="0">
                  <a:pos x="0" y="0"/>
                </a:cxn>
                <a:cxn ang="0">
                  <a:pos x="0" y="0"/>
                </a:cxn>
              </a:cxnLst>
              <a:rect l="0" t="0" r="r" b="b"/>
              <a:pathLst>
                <a:path w="1" h="4">
                  <a:moveTo>
                    <a:pt x="0" y="0"/>
                  </a:moveTo>
                  <a:cubicBezTo>
                    <a:pt x="0" y="4"/>
                    <a:pt x="1" y="1"/>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76"/>
            <p:cNvSpPr>
              <a:spLocks/>
            </p:cNvSpPr>
            <p:nvPr/>
          </p:nvSpPr>
          <p:spPr bwMode="auto">
            <a:xfrm>
              <a:off x="5219701" y="1792288"/>
              <a:ext cx="3175" cy="6350"/>
            </a:xfrm>
            <a:custGeom>
              <a:avLst/>
              <a:gdLst/>
              <a:ahLst/>
              <a:cxnLst>
                <a:cxn ang="0">
                  <a:pos x="2" y="0"/>
                </a:cxn>
                <a:cxn ang="0">
                  <a:pos x="2" y="0"/>
                </a:cxn>
                <a:cxn ang="0">
                  <a:pos x="0" y="1"/>
                </a:cxn>
                <a:cxn ang="0">
                  <a:pos x="2" y="0"/>
                </a:cxn>
              </a:cxnLst>
              <a:rect l="0" t="0" r="r" b="b"/>
              <a:pathLst>
                <a:path w="2" h="3">
                  <a:moveTo>
                    <a:pt x="2" y="0"/>
                  </a:moveTo>
                  <a:cubicBezTo>
                    <a:pt x="2" y="0"/>
                    <a:pt x="2" y="0"/>
                    <a:pt x="2" y="0"/>
                  </a:cubicBezTo>
                  <a:cubicBezTo>
                    <a:pt x="1" y="0"/>
                    <a:pt x="1" y="1"/>
                    <a:pt x="0" y="1"/>
                  </a:cubicBezTo>
                  <a:cubicBezTo>
                    <a:pt x="0" y="3"/>
                    <a:pt x="2" y="0"/>
                    <a:pt x="2"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77"/>
            <p:cNvSpPr>
              <a:spLocks/>
            </p:cNvSpPr>
            <p:nvPr/>
          </p:nvSpPr>
          <p:spPr bwMode="auto">
            <a:xfrm>
              <a:off x="5222876" y="1792288"/>
              <a:ext cx="1588" cy="1588"/>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78"/>
            <p:cNvSpPr>
              <a:spLocks/>
            </p:cNvSpPr>
            <p:nvPr/>
          </p:nvSpPr>
          <p:spPr bwMode="auto">
            <a:xfrm>
              <a:off x="3659188" y="1443038"/>
              <a:ext cx="2249488" cy="2225675"/>
            </a:xfrm>
            <a:custGeom>
              <a:avLst/>
              <a:gdLst/>
              <a:ahLst/>
              <a:cxnLst>
                <a:cxn ang="0">
                  <a:pos x="1008" y="284"/>
                </a:cxn>
                <a:cxn ang="0">
                  <a:pos x="910" y="220"/>
                </a:cxn>
                <a:cxn ang="0">
                  <a:pos x="863" y="221"/>
                </a:cxn>
                <a:cxn ang="0">
                  <a:pos x="823" y="211"/>
                </a:cxn>
                <a:cxn ang="0">
                  <a:pos x="811" y="220"/>
                </a:cxn>
                <a:cxn ang="0">
                  <a:pos x="805" y="215"/>
                </a:cxn>
                <a:cxn ang="0">
                  <a:pos x="798" y="208"/>
                </a:cxn>
                <a:cxn ang="0">
                  <a:pos x="802" y="198"/>
                </a:cxn>
                <a:cxn ang="0">
                  <a:pos x="790" y="188"/>
                </a:cxn>
                <a:cxn ang="0">
                  <a:pos x="779" y="179"/>
                </a:cxn>
                <a:cxn ang="0">
                  <a:pos x="773" y="180"/>
                </a:cxn>
                <a:cxn ang="0">
                  <a:pos x="763" y="174"/>
                </a:cxn>
                <a:cxn ang="0">
                  <a:pos x="752" y="170"/>
                </a:cxn>
                <a:cxn ang="0">
                  <a:pos x="739" y="165"/>
                </a:cxn>
                <a:cxn ang="0">
                  <a:pos x="730" y="164"/>
                </a:cxn>
                <a:cxn ang="0">
                  <a:pos x="719" y="160"/>
                </a:cxn>
                <a:cxn ang="0">
                  <a:pos x="688" y="183"/>
                </a:cxn>
                <a:cxn ang="0">
                  <a:pos x="657" y="196"/>
                </a:cxn>
                <a:cxn ang="0">
                  <a:pos x="639" y="197"/>
                </a:cxn>
                <a:cxn ang="0">
                  <a:pos x="613" y="179"/>
                </a:cxn>
                <a:cxn ang="0">
                  <a:pos x="627" y="139"/>
                </a:cxn>
                <a:cxn ang="0">
                  <a:pos x="631" y="75"/>
                </a:cxn>
                <a:cxn ang="0">
                  <a:pos x="582" y="74"/>
                </a:cxn>
                <a:cxn ang="0">
                  <a:pos x="512" y="73"/>
                </a:cxn>
                <a:cxn ang="0">
                  <a:pos x="425" y="101"/>
                </a:cxn>
                <a:cxn ang="0">
                  <a:pos x="383" y="46"/>
                </a:cxn>
                <a:cxn ang="0">
                  <a:pos x="344" y="20"/>
                </a:cxn>
                <a:cxn ang="0">
                  <a:pos x="267" y="31"/>
                </a:cxn>
                <a:cxn ang="0">
                  <a:pos x="238" y="117"/>
                </a:cxn>
                <a:cxn ang="0">
                  <a:pos x="126" y="96"/>
                </a:cxn>
                <a:cxn ang="0">
                  <a:pos x="105" y="127"/>
                </a:cxn>
                <a:cxn ang="0">
                  <a:pos x="93" y="257"/>
                </a:cxn>
                <a:cxn ang="0">
                  <a:pos x="49" y="271"/>
                </a:cxn>
                <a:cxn ang="0">
                  <a:pos x="18" y="375"/>
                </a:cxn>
                <a:cxn ang="0">
                  <a:pos x="93" y="443"/>
                </a:cxn>
                <a:cxn ang="0">
                  <a:pos x="223" y="409"/>
                </a:cxn>
                <a:cxn ang="0">
                  <a:pos x="254" y="474"/>
                </a:cxn>
                <a:cxn ang="0">
                  <a:pos x="330" y="511"/>
                </a:cxn>
                <a:cxn ang="0">
                  <a:pos x="419" y="586"/>
                </a:cxn>
                <a:cxn ang="0">
                  <a:pos x="428" y="688"/>
                </a:cxn>
                <a:cxn ang="0">
                  <a:pos x="434" y="730"/>
                </a:cxn>
                <a:cxn ang="0">
                  <a:pos x="497" y="791"/>
                </a:cxn>
                <a:cxn ang="0">
                  <a:pos x="535" y="845"/>
                </a:cxn>
                <a:cxn ang="0">
                  <a:pos x="486" y="910"/>
                </a:cxn>
                <a:cxn ang="0">
                  <a:pos x="462" y="959"/>
                </a:cxn>
                <a:cxn ang="0">
                  <a:pos x="535" y="1034"/>
                </a:cxn>
                <a:cxn ang="0">
                  <a:pos x="567" y="1001"/>
                </a:cxn>
                <a:cxn ang="0">
                  <a:pos x="597" y="963"/>
                </a:cxn>
                <a:cxn ang="0">
                  <a:pos x="605" y="974"/>
                </a:cxn>
                <a:cxn ang="0">
                  <a:pos x="572" y="1004"/>
                </a:cxn>
                <a:cxn ang="0">
                  <a:pos x="664" y="882"/>
                </a:cxn>
                <a:cxn ang="0">
                  <a:pos x="667" y="845"/>
                </a:cxn>
                <a:cxn ang="0">
                  <a:pos x="670" y="835"/>
                </a:cxn>
                <a:cxn ang="0">
                  <a:pos x="709" y="807"/>
                </a:cxn>
                <a:cxn ang="0">
                  <a:pos x="760" y="784"/>
                </a:cxn>
                <a:cxn ang="0">
                  <a:pos x="781" y="768"/>
                </a:cxn>
                <a:cxn ang="0">
                  <a:pos x="818" y="771"/>
                </a:cxn>
                <a:cxn ang="0">
                  <a:pos x="892" y="700"/>
                </a:cxn>
                <a:cxn ang="0">
                  <a:pos x="936" y="534"/>
                </a:cxn>
                <a:cxn ang="0">
                  <a:pos x="935" y="518"/>
                </a:cxn>
                <a:cxn ang="0">
                  <a:pos x="953" y="494"/>
                </a:cxn>
                <a:cxn ang="0">
                  <a:pos x="990" y="449"/>
                </a:cxn>
                <a:cxn ang="0">
                  <a:pos x="1055" y="369"/>
                </a:cxn>
              </a:cxnLst>
              <a:rect l="0" t="0" r="r" b="b"/>
              <a:pathLst>
                <a:path w="1061" h="1051">
                  <a:moveTo>
                    <a:pt x="1057" y="357"/>
                  </a:moveTo>
                  <a:cubicBezTo>
                    <a:pt x="1057" y="358"/>
                    <a:pt x="1058" y="356"/>
                    <a:pt x="1058" y="356"/>
                  </a:cubicBezTo>
                  <a:cubicBezTo>
                    <a:pt x="1059" y="354"/>
                    <a:pt x="1057" y="353"/>
                    <a:pt x="1056" y="353"/>
                  </a:cubicBezTo>
                  <a:cubicBezTo>
                    <a:pt x="1056" y="354"/>
                    <a:pt x="1055" y="354"/>
                    <a:pt x="1055" y="354"/>
                  </a:cubicBezTo>
                  <a:cubicBezTo>
                    <a:pt x="1055" y="352"/>
                    <a:pt x="1058" y="353"/>
                    <a:pt x="1058" y="353"/>
                  </a:cubicBezTo>
                  <a:cubicBezTo>
                    <a:pt x="1059" y="352"/>
                    <a:pt x="1059" y="338"/>
                    <a:pt x="1058" y="338"/>
                  </a:cubicBezTo>
                  <a:cubicBezTo>
                    <a:pt x="1058" y="337"/>
                    <a:pt x="1058" y="338"/>
                    <a:pt x="1058" y="339"/>
                  </a:cubicBezTo>
                  <a:cubicBezTo>
                    <a:pt x="1058" y="340"/>
                    <a:pt x="1058" y="342"/>
                    <a:pt x="1056" y="342"/>
                  </a:cubicBezTo>
                  <a:cubicBezTo>
                    <a:pt x="1055" y="342"/>
                    <a:pt x="1056" y="341"/>
                    <a:pt x="1056" y="340"/>
                  </a:cubicBezTo>
                  <a:cubicBezTo>
                    <a:pt x="1057" y="340"/>
                    <a:pt x="1058" y="336"/>
                    <a:pt x="1058" y="336"/>
                  </a:cubicBezTo>
                  <a:cubicBezTo>
                    <a:pt x="1053" y="331"/>
                    <a:pt x="1057" y="327"/>
                    <a:pt x="1055" y="321"/>
                  </a:cubicBezTo>
                  <a:cubicBezTo>
                    <a:pt x="1054" y="320"/>
                    <a:pt x="1054" y="318"/>
                    <a:pt x="1054" y="317"/>
                  </a:cubicBezTo>
                  <a:cubicBezTo>
                    <a:pt x="1053" y="315"/>
                    <a:pt x="1050" y="317"/>
                    <a:pt x="1051" y="316"/>
                  </a:cubicBezTo>
                  <a:cubicBezTo>
                    <a:pt x="1051" y="316"/>
                    <a:pt x="1052" y="316"/>
                    <a:pt x="1052" y="315"/>
                  </a:cubicBezTo>
                  <a:cubicBezTo>
                    <a:pt x="1053" y="309"/>
                    <a:pt x="1048" y="296"/>
                    <a:pt x="1046" y="290"/>
                  </a:cubicBezTo>
                  <a:cubicBezTo>
                    <a:pt x="1044" y="285"/>
                    <a:pt x="1034" y="283"/>
                    <a:pt x="1030" y="283"/>
                  </a:cubicBezTo>
                  <a:cubicBezTo>
                    <a:pt x="1028" y="283"/>
                    <a:pt x="1026" y="285"/>
                    <a:pt x="1023" y="285"/>
                  </a:cubicBezTo>
                  <a:cubicBezTo>
                    <a:pt x="1020" y="285"/>
                    <a:pt x="1012" y="286"/>
                    <a:pt x="1008" y="284"/>
                  </a:cubicBezTo>
                  <a:cubicBezTo>
                    <a:pt x="1007" y="282"/>
                    <a:pt x="1007" y="282"/>
                    <a:pt x="1005" y="280"/>
                  </a:cubicBezTo>
                  <a:cubicBezTo>
                    <a:pt x="1003" y="279"/>
                    <a:pt x="1000" y="281"/>
                    <a:pt x="998" y="280"/>
                  </a:cubicBezTo>
                  <a:cubicBezTo>
                    <a:pt x="995" y="279"/>
                    <a:pt x="996" y="275"/>
                    <a:pt x="994" y="273"/>
                  </a:cubicBezTo>
                  <a:cubicBezTo>
                    <a:pt x="991" y="272"/>
                    <a:pt x="989" y="272"/>
                    <a:pt x="987" y="271"/>
                  </a:cubicBezTo>
                  <a:cubicBezTo>
                    <a:pt x="983" y="269"/>
                    <a:pt x="984" y="266"/>
                    <a:pt x="982" y="265"/>
                  </a:cubicBezTo>
                  <a:cubicBezTo>
                    <a:pt x="982" y="264"/>
                    <a:pt x="981" y="265"/>
                    <a:pt x="980" y="264"/>
                  </a:cubicBezTo>
                  <a:cubicBezTo>
                    <a:pt x="978" y="264"/>
                    <a:pt x="976" y="261"/>
                    <a:pt x="975" y="260"/>
                  </a:cubicBezTo>
                  <a:cubicBezTo>
                    <a:pt x="972" y="257"/>
                    <a:pt x="971" y="254"/>
                    <a:pt x="968" y="252"/>
                  </a:cubicBezTo>
                  <a:cubicBezTo>
                    <a:pt x="966" y="251"/>
                    <a:pt x="965" y="247"/>
                    <a:pt x="964" y="245"/>
                  </a:cubicBezTo>
                  <a:cubicBezTo>
                    <a:pt x="963" y="244"/>
                    <a:pt x="960" y="245"/>
                    <a:pt x="959" y="245"/>
                  </a:cubicBezTo>
                  <a:cubicBezTo>
                    <a:pt x="957" y="244"/>
                    <a:pt x="955" y="242"/>
                    <a:pt x="954" y="241"/>
                  </a:cubicBezTo>
                  <a:cubicBezTo>
                    <a:pt x="952" y="240"/>
                    <a:pt x="952" y="239"/>
                    <a:pt x="951" y="237"/>
                  </a:cubicBezTo>
                  <a:cubicBezTo>
                    <a:pt x="949" y="235"/>
                    <a:pt x="950" y="238"/>
                    <a:pt x="947" y="237"/>
                  </a:cubicBezTo>
                  <a:cubicBezTo>
                    <a:pt x="946" y="236"/>
                    <a:pt x="944" y="234"/>
                    <a:pt x="943" y="232"/>
                  </a:cubicBezTo>
                  <a:cubicBezTo>
                    <a:pt x="940" y="231"/>
                    <a:pt x="933" y="227"/>
                    <a:pt x="930" y="227"/>
                  </a:cubicBezTo>
                  <a:cubicBezTo>
                    <a:pt x="930" y="227"/>
                    <a:pt x="925" y="222"/>
                    <a:pt x="923" y="222"/>
                  </a:cubicBezTo>
                  <a:cubicBezTo>
                    <a:pt x="922" y="221"/>
                    <a:pt x="920" y="222"/>
                    <a:pt x="919" y="222"/>
                  </a:cubicBezTo>
                  <a:cubicBezTo>
                    <a:pt x="916" y="221"/>
                    <a:pt x="913" y="220"/>
                    <a:pt x="910" y="220"/>
                  </a:cubicBezTo>
                  <a:cubicBezTo>
                    <a:pt x="909" y="220"/>
                    <a:pt x="901" y="223"/>
                    <a:pt x="901" y="222"/>
                  </a:cubicBezTo>
                  <a:cubicBezTo>
                    <a:pt x="900" y="222"/>
                    <a:pt x="900" y="222"/>
                    <a:pt x="900" y="222"/>
                  </a:cubicBezTo>
                  <a:cubicBezTo>
                    <a:pt x="898" y="222"/>
                    <a:pt x="895" y="223"/>
                    <a:pt x="894" y="223"/>
                  </a:cubicBezTo>
                  <a:cubicBezTo>
                    <a:pt x="892" y="223"/>
                    <a:pt x="891" y="222"/>
                    <a:pt x="889" y="222"/>
                  </a:cubicBezTo>
                  <a:cubicBezTo>
                    <a:pt x="886" y="223"/>
                    <a:pt x="889" y="224"/>
                    <a:pt x="890" y="225"/>
                  </a:cubicBezTo>
                  <a:cubicBezTo>
                    <a:pt x="890" y="225"/>
                    <a:pt x="890" y="226"/>
                    <a:pt x="890" y="226"/>
                  </a:cubicBezTo>
                  <a:cubicBezTo>
                    <a:pt x="888" y="226"/>
                    <a:pt x="887" y="222"/>
                    <a:pt x="885" y="223"/>
                  </a:cubicBezTo>
                  <a:cubicBezTo>
                    <a:pt x="884" y="223"/>
                    <a:pt x="885" y="224"/>
                    <a:pt x="884" y="224"/>
                  </a:cubicBezTo>
                  <a:cubicBezTo>
                    <a:pt x="884" y="225"/>
                    <a:pt x="884" y="223"/>
                    <a:pt x="884" y="223"/>
                  </a:cubicBezTo>
                  <a:cubicBezTo>
                    <a:pt x="884" y="222"/>
                    <a:pt x="883" y="223"/>
                    <a:pt x="882" y="223"/>
                  </a:cubicBezTo>
                  <a:cubicBezTo>
                    <a:pt x="880" y="223"/>
                    <a:pt x="874" y="219"/>
                    <a:pt x="874" y="218"/>
                  </a:cubicBezTo>
                  <a:cubicBezTo>
                    <a:pt x="873" y="218"/>
                    <a:pt x="873" y="218"/>
                    <a:pt x="872" y="218"/>
                  </a:cubicBezTo>
                  <a:cubicBezTo>
                    <a:pt x="872" y="219"/>
                    <a:pt x="871" y="219"/>
                    <a:pt x="870" y="219"/>
                  </a:cubicBezTo>
                  <a:cubicBezTo>
                    <a:pt x="870" y="219"/>
                    <a:pt x="869" y="218"/>
                    <a:pt x="869" y="218"/>
                  </a:cubicBezTo>
                  <a:cubicBezTo>
                    <a:pt x="869" y="219"/>
                    <a:pt x="873" y="220"/>
                    <a:pt x="870" y="221"/>
                  </a:cubicBezTo>
                  <a:cubicBezTo>
                    <a:pt x="870" y="222"/>
                    <a:pt x="870" y="221"/>
                    <a:pt x="869" y="220"/>
                  </a:cubicBezTo>
                  <a:cubicBezTo>
                    <a:pt x="867" y="220"/>
                    <a:pt x="865" y="220"/>
                    <a:pt x="864" y="220"/>
                  </a:cubicBezTo>
                  <a:cubicBezTo>
                    <a:pt x="863" y="220"/>
                    <a:pt x="863" y="221"/>
                    <a:pt x="863" y="221"/>
                  </a:cubicBezTo>
                  <a:cubicBezTo>
                    <a:pt x="862" y="221"/>
                    <a:pt x="862" y="219"/>
                    <a:pt x="862" y="219"/>
                  </a:cubicBezTo>
                  <a:cubicBezTo>
                    <a:pt x="861" y="218"/>
                    <a:pt x="860" y="219"/>
                    <a:pt x="860" y="219"/>
                  </a:cubicBezTo>
                  <a:cubicBezTo>
                    <a:pt x="858" y="219"/>
                    <a:pt x="855" y="218"/>
                    <a:pt x="856" y="217"/>
                  </a:cubicBezTo>
                  <a:cubicBezTo>
                    <a:pt x="856" y="217"/>
                    <a:pt x="856" y="216"/>
                    <a:pt x="856" y="216"/>
                  </a:cubicBezTo>
                  <a:cubicBezTo>
                    <a:pt x="856" y="216"/>
                    <a:pt x="855" y="217"/>
                    <a:pt x="855" y="217"/>
                  </a:cubicBezTo>
                  <a:cubicBezTo>
                    <a:pt x="853" y="217"/>
                    <a:pt x="851" y="214"/>
                    <a:pt x="850" y="214"/>
                  </a:cubicBezTo>
                  <a:cubicBezTo>
                    <a:pt x="850" y="213"/>
                    <a:pt x="849" y="214"/>
                    <a:pt x="849" y="214"/>
                  </a:cubicBezTo>
                  <a:cubicBezTo>
                    <a:pt x="848" y="214"/>
                    <a:pt x="848" y="214"/>
                    <a:pt x="848" y="214"/>
                  </a:cubicBezTo>
                  <a:cubicBezTo>
                    <a:pt x="843" y="211"/>
                    <a:pt x="835" y="206"/>
                    <a:pt x="830" y="208"/>
                  </a:cubicBezTo>
                  <a:cubicBezTo>
                    <a:pt x="829" y="208"/>
                    <a:pt x="829" y="209"/>
                    <a:pt x="830" y="209"/>
                  </a:cubicBezTo>
                  <a:cubicBezTo>
                    <a:pt x="830" y="210"/>
                    <a:pt x="832" y="211"/>
                    <a:pt x="830" y="213"/>
                  </a:cubicBezTo>
                  <a:cubicBezTo>
                    <a:pt x="830" y="213"/>
                    <a:pt x="829" y="213"/>
                    <a:pt x="828" y="211"/>
                  </a:cubicBezTo>
                  <a:cubicBezTo>
                    <a:pt x="828" y="211"/>
                    <a:pt x="828" y="209"/>
                    <a:pt x="828" y="210"/>
                  </a:cubicBezTo>
                  <a:cubicBezTo>
                    <a:pt x="827" y="211"/>
                    <a:pt x="828" y="214"/>
                    <a:pt x="826" y="213"/>
                  </a:cubicBezTo>
                  <a:cubicBezTo>
                    <a:pt x="825" y="212"/>
                    <a:pt x="824" y="210"/>
                    <a:pt x="824" y="213"/>
                  </a:cubicBezTo>
                  <a:cubicBezTo>
                    <a:pt x="824" y="213"/>
                    <a:pt x="828" y="213"/>
                    <a:pt x="823" y="213"/>
                  </a:cubicBezTo>
                  <a:cubicBezTo>
                    <a:pt x="823" y="213"/>
                    <a:pt x="823" y="213"/>
                    <a:pt x="823" y="213"/>
                  </a:cubicBezTo>
                  <a:cubicBezTo>
                    <a:pt x="823" y="212"/>
                    <a:pt x="823" y="211"/>
                    <a:pt x="823" y="211"/>
                  </a:cubicBezTo>
                  <a:cubicBezTo>
                    <a:pt x="822" y="211"/>
                    <a:pt x="822" y="213"/>
                    <a:pt x="822" y="213"/>
                  </a:cubicBezTo>
                  <a:cubicBezTo>
                    <a:pt x="821" y="214"/>
                    <a:pt x="819" y="212"/>
                    <a:pt x="818" y="213"/>
                  </a:cubicBezTo>
                  <a:cubicBezTo>
                    <a:pt x="818" y="214"/>
                    <a:pt x="819" y="215"/>
                    <a:pt x="819" y="215"/>
                  </a:cubicBezTo>
                  <a:cubicBezTo>
                    <a:pt x="818" y="215"/>
                    <a:pt x="818" y="212"/>
                    <a:pt x="817" y="213"/>
                  </a:cubicBezTo>
                  <a:cubicBezTo>
                    <a:pt x="816" y="213"/>
                    <a:pt x="816" y="214"/>
                    <a:pt x="816" y="214"/>
                  </a:cubicBezTo>
                  <a:cubicBezTo>
                    <a:pt x="816" y="215"/>
                    <a:pt x="817" y="215"/>
                    <a:pt x="816" y="215"/>
                  </a:cubicBezTo>
                  <a:cubicBezTo>
                    <a:pt x="816" y="216"/>
                    <a:pt x="815" y="215"/>
                    <a:pt x="815" y="215"/>
                  </a:cubicBezTo>
                  <a:cubicBezTo>
                    <a:pt x="814" y="216"/>
                    <a:pt x="813" y="218"/>
                    <a:pt x="813" y="219"/>
                  </a:cubicBezTo>
                  <a:cubicBezTo>
                    <a:pt x="813" y="219"/>
                    <a:pt x="813" y="219"/>
                    <a:pt x="813" y="219"/>
                  </a:cubicBezTo>
                  <a:cubicBezTo>
                    <a:pt x="813" y="220"/>
                    <a:pt x="813" y="220"/>
                    <a:pt x="813" y="220"/>
                  </a:cubicBezTo>
                  <a:cubicBezTo>
                    <a:pt x="813" y="220"/>
                    <a:pt x="813" y="220"/>
                    <a:pt x="813" y="220"/>
                  </a:cubicBezTo>
                  <a:cubicBezTo>
                    <a:pt x="813" y="220"/>
                    <a:pt x="813" y="220"/>
                    <a:pt x="813" y="220"/>
                  </a:cubicBezTo>
                  <a:cubicBezTo>
                    <a:pt x="813" y="220"/>
                    <a:pt x="813" y="220"/>
                    <a:pt x="813" y="220"/>
                  </a:cubicBezTo>
                  <a:cubicBezTo>
                    <a:pt x="813" y="220"/>
                    <a:pt x="813" y="220"/>
                    <a:pt x="813" y="220"/>
                  </a:cubicBezTo>
                  <a:cubicBezTo>
                    <a:pt x="813" y="220"/>
                    <a:pt x="813" y="220"/>
                    <a:pt x="813" y="220"/>
                  </a:cubicBezTo>
                  <a:cubicBezTo>
                    <a:pt x="813" y="220"/>
                    <a:pt x="813" y="219"/>
                    <a:pt x="813" y="219"/>
                  </a:cubicBezTo>
                  <a:cubicBezTo>
                    <a:pt x="813" y="219"/>
                    <a:pt x="813" y="219"/>
                    <a:pt x="813" y="218"/>
                  </a:cubicBezTo>
                  <a:cubicBezTo>
                    <a:pt x="812" y="218"/>
                    <a:pt x="812" y="219"/>
                    <a:pt x="811" y="220"/>
                  </a:cubicBezTo>
                  <a:cubicBezTo>
                    <a:pt x="811" y="221"/>
                    <a:pt x="811" y="221"/>
                    <a:pt x="810" y="222"/>
                  </a:cubicBezTo>
                  <a:cubicBezTo>
                    <a:pt x="808" y="222"/>
                    <a:pt x="812" y="220"/>
                    <a:pt x="810" y="219"/>
                  </a:cubicBezTo>
                  <a:cubicBezTo>
                    <a:pt x="808" y="218"/>
                    <a:pt x="809" y="220"/>
                    <a:pt x="807" y="221"/>
                  </a:cubicBezTo>
                  <a:cubicBezTo>
                    <a:pt x="806" y="221"/>
                    <a:pt x="807" y="219"/>
                    <a:pt x="806" y="219"/>
                  </a:cubicBezTo>
                  <a:cubicBezTo>
                    <a:pt x="806" y="219"/>
                    <a:pt x="807" y="221"/>
                    <a:pt x="806" y="221"/>
                  </a:cubicBezTo>
                  <a:cubicBezTo>
                    <a:pt x="806" y="221"/>
                    <a:pt x="806" y="220"/>
                    <a:pt x="806" y="219"/>
                  </a:cubicBezTo>
                  <a:cubicBezTo>
                    <a:pt x="806" y="218"/>
                    <a:pt x="808" y="218"/>
                    <a:pt x="809" y="218"/>
                  </a:cubicBezTo>
                  <a:cubicBezTo>
                    <a:pt x="810" y="217"/>
                    <a:pt x="809" y="216"/>
                    <a:pt x="809" y="216"/>
                  </a:cubicBezTo>
                  <a:cubicBezTo>
                    <a:pt x="810" y="216"/>
                    <a:pt x="810" y="217"/>
                    <a:pt x="810" y="217"/>
                  </a:cubicBezTo>
                  <a:cubicBezTo>
                    <a:pt x="811" y="217"/>
                    <a:pt x="814" y="212"/>
                    <a:pt x="814" y="212"/>
                  </a:cubicBezTo>
                  <a:cubicBezTo>
                    <a:pt x="814" y="210"/>
                    <a:pt x="814" y="212"/>
                    <a:pt x="813" y="211"/>
                  </a:cubicBezTo>
                  <a:cubicBezTo>
                    <a:pt x="813" y="210"/>
                    <a:pt x="812" y="210"/>
                    <a:pt x="812" y="210"/>
                  </a:cubicBezTo>
                  <a:cubicBezTo>
                    <a:pt x="813" y="210"/>
                    <a:pt x="814" y="210"/>
                    <a:pt x="814" y="210"/>
                  </a:cubicBezTo>
                  <a:cubicBezTo>
                    <a:pt x="815" y="210"/>
                    <a:pt x="814" y="209"/>
                    <a:pt x="813" y="209"/>
                  </a:cubicBezTo>
                  <a:cubicBezTo>
                    <a:pt x="812" y="209"/>
                    <a:pt x="808" y="211"/>
                    <a:pt x="807" y="211"/>
                  </a:cubicBezTo>
                  <a:cubicBezTo>
                    <a:pt x="807" y="212"/>
                    <a:pt x="808" y="214"/>
                    <a:pt x="807" y="214"/>
                  </a:cubicBezTo>
                  <a:cubicBezTo>
                    <a:pt x="807" y="214"/>
                    <a:pt x="807" y="213"/>
                    <a:pt x="807" y="212"/>
                  </a:cubicBezTo>
                  <a:cubicBezTo>
                    <a:pt x="804" y="212"/>
                    <a:pt x="805" y="214"/>
                    <a:pt x="805" y="215"/>
                  </a:cubicBezTo>
                  <a:cubicBezTo>
                    <a:pt x="805" y="215"/>
                    <a:pt x="804" y="224"/>
                    <a:pt x="803" y="225"/>
                  </a:cubicBezTo>
                  <a:cubicBezTo>
                    <a:pt x="800" y="227"/>
                    <a:pt x="798" y="229"/>
                    <a:pt x="795" y="231"/>
                  </a:cubicBezTo>
                  <a:cubicBezTo>
                    <a:pt x="794" y="231"/>
                    <a:pt x="795" y="235"/>
                    <a:pt x="794" y="233"/>
                  </a:cubicBezTo>
                  <a:cubicBezTo>
                    <a:pt x="792" y="232"/>
                    <a:pt x="798" y="229"/>
                    <a:pt x="798" y="227"/>
                  </a:cubicBezTo>
                  <a:cubicBezTo>
                    <a:pt x="799" y="225"/>
                    <a:pt x="796" y="226"/>
                    <a:pt x="797" y="223"/>
                  </a:cubicBezTo>
                  <a:cubicBezTo>
                    <a:pt x="797" y="221"/>
                    <a:pt x="797" y="218"/>
                    <a:pt x="798" y="217"/>
                  </a:cubicBezTo>
                  <a:cubicBezTo>
                    <a:pt x="801" y="213"/>
                    <a:pt x="801" y="213"/>
                    <a:pt x="801" y="213"/>
                  </a:cubicBezTo>
                  <a:cubicBezTo>
                    <a:pt x="801" y="212"/>
                    <a:pt x="798" y="215"/>
                    <a:pt x="797" y="214"/>
                  </a:cubicBezTo>
                  <a:cubicBezTo>
                    <a:pt x="796" y="213"/>
                    <a:pt x="800" y="214"/>
                    <a:pt x="801" y="211"/>
                  </a:cubicBezTo>
                  <a:cubicBezTo>
                    <a:pt x="802" y="210"/>
                    <a:pt x="802" y="209"/>
                    <a:pt x="802" y="208"/>
                  </a:cubicBezTo>
                  <a:cubicBezTo>
                    <a:pt x="802" y="208"/>
                    <a:pt x="801" y="208"/>
                    <a:pt x="801" y="208"/>
                  </a:cubicBezTo>
                  <a:cubicBezTo>
                    <a:pt x="801" y="209"/>
                    <a:pt x="800" y="209"/>
                    <a:pt x="800" y="208"/>
                  </a:cubicBezTo>
                  <a:cubicBezTo>
                    <a:pt x="800" y="208"/>
                    <a:pt x="801" y="208"/>
                    <a:pt x="801" y="208"/>
                  </a:cubicBezTo>
                  <a:cubicBezTo>
                    <a:pt x="802" y="208"/>
                    <a:pt x="802" y="208"/>
                    <a:pt x="802" y="208"/>
                  </a:cubicBezTo>
                  <a:cubicBezTo>
                    <a:pt x="803" y="209"/>
                    <a:pt x="805" y="209"/>
                    <a:pt x="805" y="208"/>
                  </a:cubicBezTo>
                  <a:cubicBezTo>
                    <a:pt x="806" y="208"/>
                    <a:pt x="805" y="204"/>
                    <a:pt x="804" y="203"/>
                  </a:cubicBezTo>
                  <a:cubicBezTo>
                    <a:pt x="802" y="200"/>
                    <a:pt x="800" y="203"/>
                    <a:pt x="799" y="205"/>
                  </a:cubicBezTo>
                  <a:cubicBezTo>
                    <a:pt x="797" y="206"/>
                    <a:pt x="798" y="207"/>
                    <a:pt x="798" y="208"/>
                  </a:cubicBezTo>
                  <a:cubicBezTo>
                    <a:pt x="798" y="209"/>
                    <a:pt x="798" y="210"/>
                    <a:pt x="798" y="210"/>
                  </a:cubicBezTo>
                  <a:cubicBezTo>
                    <a:pt x="797" y="209"/>
                    <a:pt x="798" y="208"/>
                    <a:pt x="797" y="208"/>
                  </a:cubicBezTo>
                  <a:cubicBezTo>
                    <a:pt x="797" y="208"/>
                    <a:pt x="796" y="209"/>
                    <a:pt x="796" y="209"/>
                  </a:cubicBezTo>
                  <a:cubicBezTo>
                    <a:pt x="795" y="209"/>
                    <a:pt x="797" y="207"/>
                    <a:pt x="797" y="206"/>
                  </a:cubicBezTo>
                  <a:cubicBezTo>
                    <a:pt x="797" y="205"/>
                    <a:pt x="797" y="206"/>
                    <a:pt x="796" y="206"/>
                  </a:cubicBezTo>
                  <a:cubicBezTo>
                    <a:pt x="796" y="206"/>
                    <a:pt x="796" y="205"/>
                    <a:pt x="795" y="205"/>
                  </a:cubicBezTo>
                  <a:cubicBezTo>
                    <a:pt x="795" y="205"/>
                    <a:pt x="794" y="207"/>
                    <a:pt x="793" y="206"/>
                  </a:cubicBezTo>
                  <a:cubicBezTo>
                    <a:pt x="793" y="205"/>
                    <a:pt x="794" y="205"/>
                    <a:pt x="795" y="205"/>
                  </a:cubicBezTo>
                  <a:cubicBezTo>
                    <a:pt x="797" y="204"/>
                    <a:pt x="796" y="205"/>
                    <a:pt x="799" y="203"/>
                  </a:cubicBezTo>
                  <a:cubicBezTo>
                    <a:pt x="799" y="203"/>
                    <a:pt x="800" y="203"/>
                    <a:pt x="799" y="202"/>
                  </a:cubicBezTo>
                  <a:cubicBezTo>
                    <a:pt x="799" y="202"/>
                    <a:pt x="798" y="203"/>
                    <a:pt x="798" y="202"/>
                  </a:cubicBezTo>
                  <a:cubicBezTo>
                    <a:pt x="798" y="201"/>
                    <a:pt x="799" y="202"/>
                    <a:pt x="799" y="201"/>
                  </a:cubicBezTo>
                  <a:cubicBezTo>
                    <a:pt x="800" y="201"/>
                    <a:pt x="801" y="200"/>
                    <a:pt x="802" y="199"/>
                  </a:cubicBezTo>
                  <a:cubicBezTo>
                    <a:pt x="802" y="199"/>
                    <a:pt x="801" y="199"/>
                    <a:pt x="800" y="199"/>
                  </a:cubicBezTo>
                  <a:cubicBezTo>
                    <a:pt x="799" y="199"/>
                    <a:pt x="799" y="199"/>
                    <a:pt x="799" y="199"/>
                  </a:cubicBezTo>
                  <a:cubicBezTo>
                    <a:pt x="799" y="199"/>
                    <a:pt x="798" y="199"/>
                    <a:pt x="799" y="199"/>
                  </a:cubicBezTo>
                  <a:cubicBezTo>
                    <a:pt x="799" y="199"/>
                    <a:pt x="799" y="199"/>
                    <a:pt x="800" y="199"/>
                  </a:cubicBezTo>
                  <a:cubicBezTo>
                    <a:pt x="800" y="199"/>
                    <a:pt x="802" y="199"/>
                    <a:pt x="802" y="198"/>
                  </a:cubicBezTo>
                  <a:cubicBezTo>
                    <a:pt x="802" y="194"/>
                    <a:pt x="799" y="195"/>
                    <a:pt x="799" y="195"/>
                  </a:cubicBezTo>
                  <a:cubicBezTo>
                    <a:pt x="799" y="194"/>
                    <a:pt x="802" y="193"/>
                    <a:pt x="801" y="193"/>
                  </a:cubicBezTo>
                  <a:cubicBezTo>
                    <a:pt x="800" y="193"/>
                    <a:pt x="800" y="193"/>
                    <a:pt x="799" y="194"/>
                  </a:cubicBezTo>
                  <a:cubicBezTo>
                    <a:pt x="799" y="194"/>
                    <a:pt x="798" y="194"/>
                    <a:pt x="798" y="193"/>
                  </a:cubicBezTo>
                  <a:cubicBezTo>
                    <a:pt x="797" y="193"/>
                    <a:pt x="797" y="193"/>
                    <a:pt x="797" y="193"/>
                  </a:cubicBezTo>
                  <a:cubicBezTo>
                    <a:pt x="797" y="193"/>
                    <a:pt x="798" y="193"/>
                    <a:pt x="798" y="193"/>
                  </a:cubicBezTo>
                  <a:cubicBezTo>
                    <a:pt x="798" y="193"/>
                    <a:pt x="798" y="193"/>
                    <a:pt x="798" y="193"/>
                  </a:cubicBezTo>
                  <a:cubicBezTo>
                    <a:pt x="799" y="193"/>
                    <a:pt x="800" y="190"/>
                    <a:pt x="798" y="190"/>
                  </a:cubicBezTo>
                  <a:cubicBezTo>
                    <a:pt x="797" y="190"/>
                    <a:pt x="798" y="191"/>
                    <a:pt x="798" y="191"/>
                  </a:cubicBezTo>
                  <a:cubicBezTo>
                    <a:pt x="797" y="192"/>
                    <a:pt x="794" y="193"/>
                    <a:pt x="793" y="193"/>
                  </a:cubicBezTo>
                  <a:cubicBezTo>
                    <a:pt x="793" y="192"/>
                    <a:pt x="795" y="190"/>
                    <a:pt x="794" y="187"/>
                  </a:cubicBezTo>
                  <a:cubicBezTo>
                    <a:pt x="793" y="187"/>
                    <a:pt x="793" y="186"/>
                    <a:pt x="793" y="186"/>
                  </a:cubicBezTo>
                  <a:cubicBezTo>
                    <a:pt x="792" y="186"/>
                    <a:pt x="792" y="187"/>
                    <a:pt x="792" y="187"/>
                  </a:cubicBezTo>
                  <a:cubicBezTo>
                    <a:pt x="793" y="188"/>
                    <a:pt x="793" y="188"/>
                    <a:pt x="793" y="188"/>
                  </a:cubicBezTo>
                  <a:cubicBezTo>
                    <a:pt x="793" y="188"/>
                    <a:pt x="792" y="188"/>
                    <a:pt x="792" y="188"/>
                  </a:cubicBezTo>
                  <a:cubicBezTo>
                    <a:pt x="792" y="188"/>
                    <a:pt x="792" y="187"/>
                    <a:pt x="792" y="187"/>
                  </a:cubicBezTo>
                  <a:cubicBezTo>
                    <a:pt x="792" y="187"/>
                    <a:pt x="791" y="186"/>
                    <a:pt x="791" y="187"/>
                  </a:cubicBezTo>
                  <a:cubicBezTo>
                    <a:pt x="790" y="188"/>
                    <a:pt x="792" y="188"/>
                    <a:pt x="790" y="188"/>
                  </a:cubicBezTo>
                  <a:cubicBezTo>
                    <a:pt x="789" y="188"/>
                    <a:pt x="793" y="183"/>
                    <a:pt x="792" y="182"/>
                  </a:cubicBezTo>
                  <a:cubicBezTo>
                    <a:pt x="792" y="182"/>
                    <a:pt x="792" y="182"/>
                    <a:pt x="791" y="183"/>
                  </a:cubicBezTo>
                  <a:cubicBezTo>
                    <a:pt x="790" y="184"/>
                    <a:pt x="790" y="186"/>
                    <a:pt x="789" y="187"/>
                  </a:cubicBezTo>
                  <a:cubicBezTo>
                    <a:pt x="789" y="187"/>
                    <a:pt x="788" y="187"/>
                    <a:pt x="788" y="187"/>
                  </a:cubicBezTo>
                  <a:cubicBezTo>
                    <a:pt x="788" y="186"/>
                    <a:pt x="789" y="186"/>
                    <a:pt x="789" y="185"/>
                  </a:cubicBezTo>
                  <a:cubicBezTo>
                    <a:pt x="789" y="185"/>
                    <a:pt x="787" y="184"/>
                    <a:pt x="787" y="184"/>
                  </a:cubicBezTo>
                  <a:cubicBezTo>
                    <a:pt x="787" y="183"/>
                    <a:pt x="787" y="182"/>
                    <a:pt x="786" y="182"/>
                  </a:cubicBezTo>
                  <a:cubicBezTo>
                    <a:pt x="786" y="182"/>
                    <a:pt x="787" y="183"/>
                    <a:pt x="786" y="184"/>
                  </a:cubicBezTo>
                  <a:cubicBezTo>
                    <a:pt x="786" y="184"/>
                    <a:pt x="786" y="184"/>
                    <a:pt x="786" y="184"/>
                  </a:cubicBezTo>
                  <a:cubicBezTo>
                    <a:pt x="785" y="184"/>
                    <a:pt x="785" y="185"/>
                    <a:pt x="785" y="185"/>
                  </a:cubicBezTo>
                  <a:cubicBezTo>
                    <a:pt x="784" y="185"/>
                    <a:pt x="784" y="183"/>
                    <a:pt x="784" y="184"/>
                  </a:cubicBezTo>
                  <a:cubicBezTo>
                    <a:pt x="783" y="184"/>
                    <a:pt x="784" y="185"/>
                    <a:pt x="783" y="185"/>
                  </a:cubicBezTo>
                  <a:cubicBezTo>
                    <a:pt x="779" y="190"/>
                    <a:pt x="783" y="184"/>
                    <a:pt x="782" y="189"/>
                  </a:cubicBezTo>
                  <a:cubicBezTo>
                    <a:pt x="782" y="190"/>
                    <a:pt x="779" y="191"/>
                    <a:pt x="779" y="190"/>
                  </a:cubicBezTo>
                  <a:cubicBezTo>
                    <a:pt x="777" y="189"/>
                    <a:pt x="780" y="187"/>
                    <a:pt x="779" y="186"/>
                  </a:cubicBezTo>
                  <a:cubicBezTo>
                    <a:pt x="779" y="185"/>
                    <a:pt x="778" y="186"/>
                    <a:pt x="778" y="186"/>
                  </a:cubicBezTo>
                  <a:cubicBezTo>
                    <a:pt x="777" y="186"/>
                    <a:pt x="777" y="184"/>
                    <a:pt x="778" y="184"/>
                  </a:cubicBezTo>
                  <a:cubicBezTo>
                    <a:pt x="779" y="182"/>
                    <a:pt x="782" y="181"/>
                    <a:pt x="779" y="179"/>
                  </a:cubicBezTo>
                  <a:cubicBezTo>
                    <a:pt x="778" y="178"/>
                    <a:pt x="778" y="181"/>
                    <a:pt x="778" y="182"/>
                  </a:cubicBezTo>
                  <a:cubicBezTo>
                    <a:pt x="777" y="184"/>
                    <a:pt x="776" y="181"/>
                    <a:pt x="776" y="183"/>
                  </a:cubicBezTo>
                  <a:cubicBezTo>
                    <a:pt x="776" y="184"/>
                    <a:pt x="776" y="185"/>
                    <a:pt x="776" y="185"/>
                  </a:cubicBezTo>
                  <a:cubicBezTo>
                    <a:pt x="776" y="186"/>
                    <a:pt x="776" y="184"/>
                    <a:pt x="776" y="184"/>
                  </a:cubicBezTo>
                  <a:cubicBezTo>
                    <a:pt x="775" y="184"/>
                    <a:pt x="775" y="185"/>
                    <a:pt x="774" y="184"/>
                  </a:cubicBezTo>
                  <a:cubicBezTo>
                    <a:pt x="774" y="184"/>
                    <a:pt x="775" y="184"/>
                    <a:pt x="775" y="183"/>
                  </a:cubicBezTo>
                  <a:cubicBezTo>
                    <a:pt x="775" y="184"/>
                    <a:pt x="774" y="184"/>
                    <a:pt x="774" y="184"/>
                  </a:cubicBezTo>
                  <a:cubicBezTo>
                    <a:pt x="774" y="184"/>
                    <a:pt x="774" y="184"/>
                    <a:pt x="774" y="184"/>
                  </a:cubicBezTo>
                  <a:cubicBezTo>
                    <a:pt x="774" y="184"/>
                    <a:pt x="774" y="184"/>
                    <a:pt x="774" y="184"/>
                  </a:cubicBezTo>
                  <a:cubicBezTo>
                    <a:pt x="774" y="183"/>
                    <a:pt x="775" y="183"/>
                    <a:pt x="775" y="183"/>
                  </a:cubicBezTo>
                  <a:cubicBezTo>
                    <a:pt x="775" y="183"/>
                    <a:pt x="775" y="183"/>
                    <a:pt x="775" y="183"/>
                  </a:cubicBezTo>
                  <a:cubicBezTo>
                    <a:pt x="775" y="183"/>
                    <a:pt x="775" y="183"/>
                    <a:pt x="775" y="183"/>
                  </a:cubicBezTo>
                  <a:cubicBezTo>
                    <a:pt x="776" y="182"/>
                    <a:pt x="775" y="181"/>
                    <a:pt x="776" y="180"/>
                  </a:cubicBezTo>
                  <a:cubicBezTo>
                    <a:pt x="776" y="180"/>
                    <a:pt x="778" y="179"/>
                    <a:pt x="777" y="179"/>
                  </a:cubicBezTo>
                  <a:cubicBezTo>
                    <a:pt x="776" y="178"/>
                    <a:pt x="775" y="180"/>
                    <a:pt x="775" y="181"/>
                  </a:cubicBezTo>
                  <a:cubicBezTo>
                    <a:pt x="774" y="181"/>
                    <a:pt x="774" y="182"/>
                    <a:pt x="774" y="182"/>
                  </a:cubicBezTo>
                  <a:cubicBezTo>
                    <a:pt x="774" y="181"/>
                    <a:pt x="774" y="180"/>
                    <a:pt x="774" y="179"/>
                  </a:cubicBezTo>
                  <a:cubicBezTo>
                    <a:pt x="774" y="179"/>
                    <a:pt x="774" y="180"/>
                    <a:pt x="773" y="180"/>
                  </a:cubicBezTo>
                  <a:cubicBezTo>
                    <a:pt x="773" y="180"/>
                    <a:pt x="773" y="180"/>
                    <a:pt x="773" y="179"/>
                  </a:cubicBezTo>
                  <a:cubicBezTo>
                    <a:pt x="773" y="179"/>
                    <a:pt x="774" y="178"/>
                    <a:pt x="774" y="178"/>
                  </a:cubicBezTo>
                  <a:cubicBezTo>
                    <a:pt x="773" y="178"/>
                    <a:pt x="773" y="179"/>
                    <a:pt x="772" y="179"/>
                  </a:cubicBezTo>
                  <a:cubicBezTo>
                    <a:pt x="772" y="180"/>
                    <a:pt x="772" y="178"/>
                    <a:pt x="772" y="178"/>
                  </a:cubicBezTo>
                  <a:cubicBezTo>
                    <a:pt x="772" y="178"/>
                    <a:pt x="771" y="183"/>
                    <a:pt x="769" y="180"/>
                  </a:cubicBezTo>
                  <a:cubicBezTo>
                    <a:pt x="768" y="179"/>
                    <a:pt x="770" y="176"/>
                    <a:pt x="769" y="174"/>
                  </a:cubicBezTo>
                  <a:cubicBezTo>
                    <a:pt x="769" y="174"/>
                    <a:pt x="769" y="175"/>
                    <a:pt x="768" y="175"/>
                  </a:cubicBezTo>
                  <a:cubicBezTo>
                    <a:pt x="768" y="177"/>
                    <a:pt x="767" y="179"/>
                    <a:pt x="766" y="179"/>
                  </a:cubicBezTo>
                  <a:cubicBezTo>
                    <a:pt x="766" y="180"/>
                    <a:pt x="766" y="176"/>
                    <a:pt x="766" y="176"/>
                  </a:cubicBezTo>
                  <a:cubicBezTo>
                    <a:pt x="765" y="176"/>
                    <a:pt x="765" y="177"/>
                    <a:pt x="765" y="177"/>
                  </a:cubicBezTo>
                  <a:cubicBezTo>
                    <a:pt x="766" y="178"/>
                    <a:pt x="763" y="179"/>
                    <a:pt x="765" y="177"/>
                  </a:cubicBezTo>
                  <a:cubicBezTo>
                    <a:pt x="765" y="177"/>
                    <a:pt x="765" y="177"/>
                    <a:pt x="765" y="177"/>
                  </a:cubicBezTo>
                  <a:cubicBezTo>
                    <a:pt x="764" y="176"/>
                    <a:pt x="764" y="178"/>
                    <a:pt x="764" y="178"/>
                  </a:cubicBezTo>
                  <a:cubicBezTo>
                    <a:pt x="764" y="177"/>
                    <a:pt x="765" y="176"/>
                    <a:pt x="765" y="176"/>
                  </a:cubicBezTo>
                  <a:cubicBezTo>
                    <a:pt x="765" y="173"/>
                    <a:pt x="764" y="177"/>
                    <a:pt x="764" y="176"/>
                  </a:cubicBezTo>
                  <a:cubicBezTo>
                    <a:pt x="764" y="177"/>
                    <a:pt x="763" y="177"/>
                    <a:pt x="763" y="177"/>
                  </a:cubicBezTo>
                  <a:cubicBezTo>
                    <a:pt x="762" y="177"/>
                    <a:pt x="762" y="176"/>
                    <a:pt x="761" y="176"/>
                  </a:cubicBezTo>
                  <a:cubicBezTo>
                    <a:pt x="760" y="174"/>
                    <a:pt x="762" y="175"/>
                    <a:pt x="763" y="174"/>
                  </a:cubicBezTo>
                  <a:cubicBezTo>
                    <a:pt x="763" y="174"/>
                    <a:pt x="762" y="174"/>
                    <a:pt x="762" y="173"/>
                  </a:cubicBezTo>
                  <a:cubicBezTo>
                    <a:pt x="762" y="173"/>
                    <a:pt x="762" y="173"/>
                    <a:pt x="762" y="173"/>
                  </a:cubicBezTo>
                  <a:cubicBezTo>
                    <a:pt x="760" y="173"/>
                    <a:pt x="760" y="177"/>
                    <a:pt x="760" y="176"/>
                  </a:cubicBezTo>
                  <a:cubicBezTo>
                    <a:pt x="760" y="176"/>
                    <a:pt x="760" y="175"/>
                    <a:pt x="760" y="175"/>
                  </a:cubicBezTo>
                  <a:cubicBezTo>
                    <a:pt x="759" y="175"/>
                    <a:pt x="759" y="176"/>
                    <a:pt x="758" y="176"/>
                  </a:cubicBezTo>
                  <a:cubicBezTo>
                    <a:pt x="758" y="174"/>
                    <a:pt x="762" y="174"/>
                    <a:pt x="758" y="172"/>
                  </a:cubicBezTo>
                  <a:cubicBezTo>
                    <a:pt x="757" y="172"/>
                    <a:pt x="758" y="175"/>
                    <a:pt x="758" y="175"/>
                  </a:cubicBezTo>
                  <a:cubicBezTo>
                    <a:pt x="757" y="176"/>
                    <a:pt x="758" y="174"/>
                    <a:pt x="757" y="173"/>
                  </a:cubicBezTo>
                  <a:cubicBezTo>
                    <a:pt x="756" y="173"/>
                    <a:pt x="755" y="175"/>
                    <a:pt x="754" y="175"/>
                  </a:cubicBezTo>
                  <a:cubicBezTo>
                    <a:pt x="754" y="176"/>
                    <a:pt x="754" y="175"/>
                    <a:pt x="755" y="174"/>
                  </a:cubicBezTo>
                  <a:cubicBezTo>
                    <a:pt x="755" y="173"/>
                    <a:pt x="755" y="172"/>
                    <a:pt x="755" y="171"/>
                  </a:cubicBezTo>
                  <a:cubicBezTo>
                    <a:pt x="756" y="170"/>
                    <a:pt x="758" y="168"/>
                    <a:pt x="757" y="168"/>
                  </a:cubicBezTo>
                  <a:cubicBezTo>
                    <a:pt x="755" y="167"/>
                    <a:pt x="753" y="170"/>
                    <a:pt x="754" y="171"/>
                  </a:cubicBezTo>
                  <a:cubicBezTo>
                    <a:pt x="755" y="172"/>
                    <a:pt x="754" y="175"/>
                    <a:pt x="754" y="171"/>
                  </a:cubicBezTo>
                  <a:cubicBezTo>
                    <a:pt x="753" y="171"/>
                    <a:pt x="753" y="174"/>
                    <a:pt x="753" y="173"/>
                  </a:cubicBezTo>
                  <a:cubicBezTo>
                    <a:pt x="752" y="173"/>
                    <a:pt x="753" y="172"/>
                    <a:pt x="753" y="172"/>
                  </a:cubicBezTo>
                  <a:cubicBezTo>
                    <a:pt x="752" y="169"/>
                    <a:pt x="751" y="174"/>
                    <a:pt x="751" y="172"/>
                  </a:cubicBezTo>
                  <a:cubicBezTo>
                    <a:pt x="751" y="171"/>
                    <a:pt x="752" y="170"/>
                    <a:pt x="752" y="170"/>
                  </a:cubicBezTo>
                  <a:cubicBezTo>
                    <a:pt x="751" y="169"/>
                    <a:pt x="751" y="171"/>
                    <a:pt x="750" y="171"/>
                  </a:cubicBezTo>
                  <a:cubicBezTo>
                    <a:pt x="750" y="171"/>
                    <a:pt x="749" y="171"/>
                    <a:pt x="749" y="171"/>
                  </a:cubicBezTo>
                  <a:cubicBezTo>
                    <a:pt x="747" y="171"/>
                    <a:pt x="748" y="172"/>
                    <a:pt x="747" y="171"/>
                  </a:cubicBezTo>
                  <a:cubicBezTo>
                    <a:pt x="746" y="170"/>
                    <a:pt x="746" y="170"/>
                    <a:pt x="746" y="170"/>
                  </a:cubicBezTo>
                  <a:cubicBezTo>
                    <a:pt x="745" y="170"/>
                    <a:pt x="744" y="172"/>
                    <a:pt x="744" y="171"/>
                  </a:cubicBezTo>
                  <a:cubicBezTo>
                    <a:pt x="744" y="170"/>
                    <a:pt x="745" y="170"/>
                    <a:pt x="745" y="170"/>
                  </a:cubicBezTo>
                  <a:cubicBezTo>
                    <a:pt x="745" y="170"/>
                    <a:pt x="745" y="170"/>
                    <a:pt x="744" y="170"/>
                  </a:cubicBezTo>
                  <a:cubicBezTo>
                    <a:pt x="743" y="170"/>
                    <a:pt x="742" y="170"/>
                    <a:pt x="742" y="170"/>
                  </a:cubicBezTo>
                  <a:cubicBezTo>
                    <a:pt x="742" y="170"/>
                    <a:pt x="741" y="170"/>
                    <a:pt x="741" y="171"/>
                  </a:cubicBezTo>
                  <a:cubicBezTo>
                    <a:pt x="740" y="171"/>
                    <a:pt x="742" y="169"/>
                    <a:pt x="742" y="169"/>
                  </a:cubicBezTo>
                  <a:cubicBezTo>
                    <a:pt x="742" y="169"/>
                    <a:pt x="742" y="169"/>
                    <a:pt x="742" y="169"/>
                  </a:cubicBezTo>
                  <a:cubicBezTo>
                    <a:pt x="742" y="169"/>
                    <a:pt x="742" y="169"/>
                    <a:pt x="741" y="169"/>
                  </a:cubicBezTo>
                  <a:cubicBezTo>
                    <a:pt x="741" y="169"/>
                    <a:pt x="742" y="168"/>
                    <a:pt x="742" y="167"/>
                  </a:cubicBezTo>
                  <a:cubicBezTo>
                    <a:pt x="742" y="167"/>
                    <a:pt x="741" y="166"/>
                    <a:pt x="740" y="166"/>
                  </a:cubicBezTo>
                  <a:cubicBezTo>
                    <a:pt x="740" y="166"/>
                    <a:pt x="740" y="166"/>
                    <a:pt x="740" y="167"/>
                  </a:cubicBezTo>
                  <a:cubicBezTo>
                    <a:pt x="740" y="167"/>
                    <a:pt x="740" y="168"/>
                    <a:pt x="740" y="168"/>
                  </a:cubicBezTo>
                  <a:cubicBezTo>
                    <a:pt x="739" y="168"/>
                    <a:pt x="740" y="166"/>
                    <a:pt x="739" y="165"/>
                  </a:cubicBezTo>
                  <a:cubicBezTo>
                    <a:pt x="739" y="165"/>
                    <a:pt x="739" y="165"/>
                    <a:pt x="739" y="165"/>
                  </a:cubicBezTo>
                  <a:cubicBezTo>
                    <a:pt x="739" y="164"/>
                    <a:pt x="739" y="164"/>
                    <a:pt x="739" y="164"/>
                  </a:cubicBezTo>
                  <a:cubicBezTo>
                    <a:pt x="740" y="163"/>
                    <a:pt x="739" y="162"/>
                    <a:pt x="739" y="163"/>
                  </a:cubicBezTo>
                  <a:cubicBezTo>
                    <a:pt x="738" y="163"/>
                    <a:pt x="738" y="164"/>
                    <a:pt x="738" y="164"/>
                  </a:cubicBezTo>
                  <a:cubicBezTo>
                    <a:pt x="738" y="165"/>
                    <a:pt x="738" y="165"/>
                    <a:pt x="738" y="165"/>
                  </a:cubicBezTo>
                  <a:cubicBezTo>
                    <a:pt x="738" y="165"/>
                    <a:pt x="738" y="165"/>
                    <a:pt x="738" y="165"/>
                  </a:cubicBezTo>
                  <a:cubicBezTo>
                    <a:pt x="738" y="165"/>
                    <a:pt x="736" y="168"/>
                    <a:pt x="736" y="166"/>
                  </a:cubicBezTo>
                  <a:cubicBezTo>
                    <a:pt x="736" y="166"/>
                    <a:pt x="736" y="166"/>
                    <a:pt x="735" y="167"/>
                  </a:cubicBezTo>
                  <a:cubicBezTo>
                    <a:pt x="735" y="167"/>
                    <a:pt x="736" y="168"/>
                    <a:pt x="735" y="168"/>
                  </a:cubicBezTo>
                  <a:cubicBezTo>
                    <a:pt x="735" y="168"/>
                    <a:pt x="735" y="167"/>
                    <a:pt x="735" y="167"/>
                  </a:cubicBezTo>
                  <a:cubicBezTo>
                    <a:pt x="735" y="166"/>
                    <a:pt x="736" y="166"/>
                    <a:pt x="736" y="166"/>
                  </a:cubicBezTo>
                  <a:cubicBezTo>
                    <a:pt x="736" y="165"/>
                    <a:pt x="736" y="165"/>
                    <a:pt x="735" y="164"/>
                  </a:cubicBezTo>
                  <a:cubicBezTo>
                    <a:pt x="735" y="164"/>
                    <a:pt x="735" y="164"/>
                    <a:pt x="735" y="164"/>
                  </a:cubicBezTo>
                  <a:cubicBezTo>
                    <a:pt x="735" y="164"/>
                    <a:pt x="736" y="163"/>
                    <a:pt x="735" y="162"/>
                  </a:cubicBezTo>
                  <a:cubicBezTo>
                    <a:pt x="735" y="162"/>
                    <a:pt x="735" y="163"/>
                    <a:pt x="735" y="163"/>
                  </a:cubicBezTo>
                  <a:cubicBezTo>
                    <a:pt x="734" y="164"/>
                    <a:pt x="734" y="166"/>
                    <a:pt x="733" y="167"/>
                  </a:cubicBezTo>
                  <a:cubicBezTo>
                    <a:pt x="732" y="167"/>
                    <a:pt x="732" y="162"/>
                    <a:pt x="732" y="161"/>
                  </a:cubicBezTo>
                  <a:cubicBezTo>
                    <a:pt x="732" y="161"/>
                    <a:pt x="731" y="163"/>
                    <a:pt x="730" y="165"/>
                  </a:cubicBezTo>
                  <a:cubicBezTo>
                    <a:pt x="730" y="165"/>
                    <a:pt x="730" y="164"/>
                    <a:pt x="730" y="164"/>
                  </a:cubicBezTo>
                  <a:cubicBezTo>
                    <a:pt x="730" y="164"/>
                    <a:pt x="729" y="164"/>
                    <a:pt x="729" y="164"/>
                  </a:cubicBezTo>
                  <a:cubicBezTo>
                    <a:pt x="729" y="164"/>
                    <a:pt x="731" y="163"/>
                    <a:pt x="730" y="163"/>
                  </a:cubicBezTo>
                  <a:cubicBezTo>
                    <a:pt x="729" y="162"/>
                    <a:pt x="728" y="162"/>
                    <a:pt x="728" y="162"/>
                  </a:cubicBezTo>
                  <a:cubicBezTo>
                    <a:pt x="727" y="162"/>
                    <a:pt x="726" y="161"/>
                    <a:pt x="728" y="162"/>
                  </a:cubicBezTo>
                  <a:cubicBezTo>
                    <a:pt x="728" y="162"/>
                    <a:pt x="729" y="162"/>
                    <a:pt x="729" y="161"/>
                  </a:cubicBezTo>
                  <a:cubicBezTo>
                    <a:pt x="729" y="161"/>
                    <a:pt x="728" y="160"/>
                    <a:pt x="728" y="161"/>
                  </a:cubicBezTo>
                  <a:cubicBezTo>
                    <a:pt x="728" y="162"/>
                    <a:pt x="727" y="162"/>
                    <a:pt x="726" y="161"/>
                  </a:cubicBezTo>
                  <a:cubicBezTo>
                    <a:pt x="726" y="160"/>
                    <a:pt x="727" y="160"/>
                    <a:pt x="726" y="159"/>
                  </a:cubicBezTo>
                  <a:cubicBezTo>
                    <a:pt x="725" y="159"/>
                    <a:pt x="725" y="162"/>
                    <a:pt x="724" y="162"/>
                  </a:cubicBezTo>
                  <a:cubicBezTo>
                    <a:pt x="721" y="162"/>
                    <a:pt x="726" y="157"/>
                    <a:pt x="721" y="159"/>
                  </a:cubicBezTo>
                  <a:cubicBezTo>
                    <a:pt x="721" y="159"/>
                    <a:pt x="721" y="160"/>
                    <a:pt x="721" y="160"/>
                  </a:cubicBezTo>
                  <a:cubicBezTo>
                    <a:pt x="721" y="160"/>
                    <a:pt x="721" y="161"/>
                    <a:pt x="721" y="161"/>
                  </a:cubicBezTo>
                  <a:cubicBezTo>
                    <a:pt x="721" y="162"/>
                    <a:pt x="721" y="163"/>
                    <a:pt x="721" y="163"/>
                  </a:cubicBezTo>
                  <a:cubicBezTo>
                    <a:pt x="722" y="164"/>
                    <a:pt x="727" y="163"/>
                    <a:pt x="723" y="165"/>
                  </a:cubicBezTo>
                  <a:cubicBezTo>
                    <a:pt x="723" y="165"/>
                    <a:pt x="723" y="164"/>
                    <a:pt x="723" y="164"/>
                  </a:cubicBezTo>
                  <a:cubicBezTo>
                    <a:pt x="722" y="164"/>
                    <a:pt x="721" y="164"/>
                    <a:pt x="720" y="164"/>
                  </a:cubicBezTo>
                  <a:cubicBezTo>
                    <a:pt x="720" y="164"/>
                    <a:pt x="721" y="163"/>
                    <a:pt x="721" y="163"/>
                  </a:cubicBezTo>
                  <a:cubicBezTo>
                    <a:pt x="721" y="162"/>
                    <a:pt x="720" y="160"/>
                    <a:pt x="719" y="160"/>
                  </a:cubicBezTo>
                  <a:cubicBezTo>
                    <a:pt x="718" y="160"/>
                    <a:pt x="716" y="165"/>
                    <a:pt x="714" y="164"/>
                  </a:cubicBezTo>
                  <a:cubicBezTo>
                    <a:pt x="713" y="163"/>
                    <a:pt x="717" y="161"/>
                    <a:pt x="714" y="160"/>
                  </a:cubicBezTo>
                  <a:cubicBezTo>
                    <a:pt x="714" y="160"/>
                    <a:pt x="709" y="163"/>
                    <a:pt x="708" y="163"/>
                  </a:cubicBezTo>
                  <a:cubicBezTo>
                    <a:pt x="708" y="164"/>
                    <a:pt x="708" y="164"/>
                    <a:pt x="708" y="164"/>
                  </a:cubicBezTo>
                  <a:cubicBezTo>
                    <a:pt x="707" y="164"/>
                    <a:pt x="707" y="161"/>
                    <a:pt x="706" y="161"/>
                  </a:cubicBezTo>
                  <a:cubicBezTo>
                    <a:pt x="702" y="160"/>
                    <a:pt x="703" y="170"/>
                    <a:pt x="702" y="171"/>
                  </a:cubicBezTo>
                  <a:cubicBezTo>
                    <a:pt x="701" y="172"/>
                    <a:pt x="699" y="171"/>
                    <a:pt x="699" y="172"/>
                  </a:cubicBezTo>
                  <a:cubicBezTo>
                    <a:pt x="697" y="176"/>
                    <a:pt x="701" y="172"/>
                    <a:pt x="701" y="173"/>
                  </a:cubicBezTo>
                  <a:cubicBezTo>
                    <a:pt x="701" y="174"/>
                    <a:pt x="699" y="175"/>
                    <a:pt x="699" y="175"/>
                  </a:cubicBezTo>
                  <a:cubicBezTo>
                    <a:pt x="698" y="179"/>
                    <a:pt x="698" y="179"/>
                    <a:pt x="698" y="179"/>
                  </a:cubicBezTo>
                  <a:cubicBezTo>
                    <a:pt x="696" y="180"/>
                    <a:pt x="695" y="176"/>
                    <a:pt x="694" y="179"/>
                  </a:cubicBezTo>
                  <a:cubicBezTo>
                    <a:pt x="693" y="180"/>
                    <a:pt x="694" y="180"/>
                    <a:pt x="693" y="181"/>
                  </a:cubicBezTo>
                  <a:cubicBezTo>
                    <a:pt x="693" y="182"/>
                    <a:pt x="693" y="183"/>
                    <a:pt x="693" y="183"/>
                  </a:cubicBezTo>
                  <a:cubicBezTo>
                    <a:pt x="694" y="184"/>
                    <a:pt x="695" y="183"/>
                    <a:pt x="695" y="183"/>
                  </a:cubicBezTo>
                  <a:cubicBezTo>
                    <a:pt x="696" y="183"/>
                    <a:pt x="697" y="182"/>
                    <a:pt x="698" y="183"/>
                  </a:cubicBezTo>
                  <a:cubicBezTo>
                    <a:pt x="699" y="184"/>
                    <a:pt x="693" y="183"/>
                    <a:pt x="694" y="184"/>
                  </a:cubicBezTo>
                  <a:cubicBezTo>
                    <a:pt x="694" y="185"/>
                    <a:pt x="696" y="188"/>
                    <a:pt x="695" y="188"/>
                  </a:cubicBezTo>
                  <a:cubicBezTo>
                    <a:pt x="693" y="190"/>
                    <a:pt x="692" y="183"/>
                    <a:pt x="688" y="183"/>
                  </a:cubicBezTo>
                  <a:cubicBezTo>
                    <a:pt x="687" y="183"/>
                    <a:pt x="683" y="190"/>
                    <a:pt x="681" y="192"/>
                  </a:cubicBezTo>
                  <a:cubicBezTo>
                    <a:pt x="679" y="194"/>
                    <a:pt x="676" y="193"/>
                    <a:pt x="675" y="195"/>
                  </a:cubicBezTo>
                  <a:cubicBezTo>
                    <a:pt x="672" y="197"/>
                    <a:pt x="669" y="205"/>
                    <a:pt x="668" y="208"/>
                  </a:cubicBezTo>
                  <a:cubicBezTo>
                    <a:pt x="668" y="208"/>
                    <a:pt x="668" y="211"/>
                    <a:pt x="668" y="211"/>
                  </a:cubicBezTo>
                  <a:cubicBezTo>
                    <a:pt x="667" y="213"/>
                    <a:pt x="663" y="218"/>
                    <a:pt x="661" y="216"/>
                  </a:cubicBezTo>
                  <a:cubicBezTo>
                    <a:pt x="660" y="216"/>
                    <a:pt x="665" y="213"/>
                    <a:pt x="665" y="211"/>
                  </a:cubicBezTo>
                  <a:cubicBezTo>
                    <a:pt x="665" y="207"/>
                    <a:pt x="667" y="201"/>
                    <a:pt x="669" y="198"/>
                  </a:cubicBezTo>
                  <a:cubicBezTo>
                    <a:pt x="672" y="193"/>
                    <a:pt x="667" y="195"/>
                    <a:pt x="667" y="193"/>
                  </a:cubicBezTo>
                  <a:cubicBezTo>
                    <a:pt x="667" y="193"/>
                    <a:pt x="668" y="192"/>
                    <a:pt x="668" y="192"/>
                  </a:cubicBezTo>
                  <a:cubicBezTo>
                    <a:pt x="668" y="191"/>
                    <a:pt x="667" y="193"/>
                    <a:pt x="667" y="193"/>
                  </a:cubicBezTo>
                  <a:cubicBezTo>
                    <a:pt x="666" y="192"/>
                    <a:pt x="667" y="190"/>
                    <a:pt x="666" y="193"/>
                  </a:cubicBezTo>
                  <a:cubicBezTo>
                    <a:pt x="665" y="193"/>
                    <a:pt x="665" y="194"/>
                    <a:pt x="665" y="194"/>
                  </a:cubicBezTo>
                  <a:cubicBezTo>
                    <a:pt x="664" y="194"/>
                    <a:pt x="663" y="193"/>
                    <a:pt x="662" y="194"/>
                  </a:cubicBezTo>
                  <a:cubicBezTo>
                    <a:pt x="661" y="195"/>
                    <a:pt x="663" y="196"/>
                    <a:pt x="664" y="197"/>
                  </a:cubicBezTo>
                  <a:cubicBezTo>
                    <a:pt x="664" y="197"/>
                    <a:pt x="664" y="198"/>
                    <a:pt x="664" y="198"/>
                  </a:cubicBezTo>
                  <a:cubicBezTo>
                    <a:pt x="663" y="197"/>
                    <a:pt x="663" y="195"/>
                    <a:pt x="661" y="195"/>
                  </a:cubicBezTo>
                  <a:cubicBezTo>
                    <a:pt x="661" y="195"/>
                    <a:pt x="658" y="195"/>
                    <a:pt x="657" y="195"/>
                  </a:cubicBezTo>
                  <a:cubicBezTo>
                    <a:pt x="657" y="195"/>
                    <a:pt x="657" y="196"/>
                    <a:pt x="657" y="196"/>
                  </a:cubicBezTo>
                  <a:cubicBezTo>
                    <a:pt x="656" y="196"/>
                    <a:pt x="657" y="194"/>
                    <a:pt x="656" y="195"/>
                  </a:cubicBezTo>
                  <a:cubicBezTo>
                    <a:pt x="656" y="195"/>
                    <a:pt x="656" y="195"/>
                    <a:pt x="656" y="196"/>
                  </a:cubicBezTo>
                  <a:cubicBezTo>
                    <a:pt x="656" y="196"/>
                    <a:pt x="656" y="196"/>
                    <a:pt x="656" y="196"/>
                  </a:cubicBezTo>
                  <a:cubicBezTo>
                    <a:pt x="657" y="196"/>
                    <a:pt x="657" y="197"/>
                    <a:pt x="657" y="198"/>
                  </a:cubicBezTo>
                  <a:cubicBezTo>
                    <a:pt x="657" y="198"/>
                    <a:pt x="657" y="199"/>
                    <a:pt x="657" y="199"/>
                  </a:cubicBezTo>
                  <a:cubicBezTo>
                    <a:pt x="657" y="200"/>
                    <a:pt x="658" y="201"/>
                    <a:pt x="657" y="200"/>
                  </a:cubicBezTo>
                  <a:cubicBezTo>
                    <a:pt x="657" y="200"/>
                    <a:pt x="657" y="199"/>
                    <a:pt x="656" y="199"/>
                  </a:cubicBezTo>
                  <a:cubicBezTo>
                    <a:pt x="656" y="199"/>
                    <a:pt x="656" y="200"/>
                    <a:pt x="656" y="200"/>
                  </a:cubicBezTo>
                  <a:cubicBezTo>
                    <a:pt x="656" y="199"/>
                    <a:pt x="656" y="199"/>
                    <a:pt x="657" y="198"/>
                  </a:cubicBezTo>
                  <a:cubicBezTo>
                    <a:pt x="656" y="197"/>
                    <a:pt x="656" y="196"/>
                    <a:pt x="656" y="196"/>
                  </a:cubicBezTo>
                  <a:cubicBezTo>
                    <a:pt x="656" y="196"/>
                    <a:pt x="655" y="197"/>
                    <a:pt x="655" y="197"/>
                  </a:cubicBezTo>
                  <a:cubicBezTo>
                    <a:pt x="655" y="196"/>
                    <a:pt x="656" y="195"/>
                    <a:pt x="656" y="194"/>
                  </a:cubicBezTo>
                  <a:cubicBezTo>
                    <a:pt x="655" y="192"/>
                    <a:pt x="650" y="192"/>
                    <a:pt x="648" y="194"/>
                  </a:cubicBezTo>
                  <a:cubicBezTo>
                    <a:pt x="648" y="194"/>
                    <a:pt x="648" y="195"/>
                    <a:pt x="648" y="195"/>
                  </a:cubicBezTo>
                  <a:cubicBezTo>
                    <a:pt x="647" y="195"/>
                    <a:pt x="646" y="195"/>
                    <a:pt x="646" y="195"/>
                  </a:cubicBezTo>
                  <a:cubicBezTo>
                    <a:pt x="643" y="195"/>
                    <a:pt x="643" y="199"/>
                    <a:pt x="641" y="200"/>
                  </a:cubicBezTo>
                  <a:cubicBezTo>
                    <a:pt x="640" y="200"/>
                    <a:pt x="642" y="196"/>
                    <a:pt x="640" y="196"/>
                  </a:cubicBezTo>
                  <a:cubicBezTo>
                    <a:pt x="640" y="196"/>
                    <a:pt x="640" y="197"/>
                    <a:pt x="639" y="197"/>
                  </a:cubicBezTo>
                  <a:cubicBezTo>
                    <a:pt x="639" y="197"/>
                    <a:pt x="640" y="196"/>
                    <a:pt x="640" y="196"/>
                  </a:cubicBezTo>
                  <a:cubicBezTo>
                    <a:pt x="639" y="195"/>
                    <a:pt x="639" y="196"/>
                    <a:pt x="638" y="196"/>
                  </a:cubicBezTo>
                  <a:cubicBezTo>
                    <a:pt x="637" y="195"/>
                    <a:pt x="637" y="194"/>
                    <a:pt x="636" y="193"/>
                  </a:cubicBezTo>
                  <a:cubicBezTo>
                    <a:pt x="635" y="192"/>
                    <a:pt x="634" y="192"/>
                    <a:pt x="633" y="192"/>
                  </a:cubicBezTo>
                  <a:cubicBezTo>
                    <a:pt x="633" y="191"/>
                    <a:pt x="632" y="191"/>
                    <a:pt x="632" y="191"/>
                  </a:cubicBezTo>
                  <a:cubicBezTo>
                    <a:pt x="633" y="191"/>
                    <a:pt x="634" y="192"/>
                    <a:pt x="634" y="192"/>
                  </a:cubicBezTo>
                  <a:cubicBezTo>
                    <a:pt x="637" y="191"/>
                    <a:pt x="632" y="186"/>
                    <a:pt x="632" y="185"/>
                  </a:cubicBezTo>
                  <a:cubicBezTo>
                    <a:pt x="630" y="182"/>
                    <a:pt x="631" y="180"/>
                    <a:pt x="630" y="177"/>
                  </a:cubicBezTo>
                  <a:cubicBezTo>
                    <a:pt x="630" y="175"/>
                    <a:pt x="627" y="174"/>
                    <a:pt x="627" y="174"/>
                  </a:cubicBezTo>
                  <a:cubicBezTo>
                    <a:pt x="627" y="173"/>
                    <a:pt x="628" y="174"/>
                    <a:pt x="628" y="174"/>
                  </a:cubicBezTo>
                  <a:cubicBezTo>
                    <a:pt x="629" y="173"/>
                    <a:pt x="631" y="170"/>
                    <a:pt x="630" y="168"/>
                  </a:cubicBezTo>
                  <a:cubicBezTo>
                    <a:pt x="630" y="168"/>
                    <a:pt x="630" y="168"/>
                    <a:pt x="629" y="168"/>
                  </a:cubicBezTo>
                  <a:cubicBezTo>
                    <a:pt x="625" y="166"/>
                    <a:pt x="626" y="170"/>
                    <a:pt x="624" y="171"/>
                  </a:cubicBezTo>
                  <a:cubicBezTo>
                    <a:pt x="623" y="172"/>
                    <a:pt x="621" y="172"/>
                    <a:pt x="620" y="173"/>
                  </a:cubicBezTo>
                  <a:cubicBezTo>
                    <a:pt x="619" y="174"/>
                    <a:pt x="618" y="177"/>
                    <a:pt x="616" y="177"/>
                  </a:cubicBezTo>
                  <a:cubicBezTo>
                    <a:pt x="616" y="178"/>
                    <a:pt x="616" y="177"/>
                    <a:pt x="616" y="177"/>
                  </a:cubicBezTo>
                  <a:cubicBezTo>
                    <a:pt x="616" y="176"/>
                    <a:pt x="615" y="177"/>
                    <a:pt x="614" y="177"/>
                  </a:cubicBezTo>
                  <a:cubicBezTo>
                    <a:pt x="614" y="177"/>
                    <a:pt x="614" y="179"/>
                    <a:pt x="613" y="179"/>
                  </a:cubicBezTo>
                  <a:cubicBezTo>
                    <a:pt x="611" y="181"/>
                    <a:pt x="609" y="180"/>
                    <a:pt x="607" y="181"/>
                  </a:cubicBezTo>
                  <a:cubicBezTo>
                    <a:pt x="604" y="183"/>
                    <a:pt x="601" y="186"/>
                    <a:pt x="597" y="187"/>
                  </a:cubicBezTo>
                  <a:cubicBezTo>
                    <a:pt x="595" y="188"/>
                    <a:pt x="591" y="189"/>
                    <a:pt x="591" y="189"/>
                  </a:cubicBezTo>
                  <a:cubicBezTo>
                    <a:pt x="591" y="189"/>
                    <a:pt x="592" y="185"/>
                    <a:pt x="591" y="184"/>
                  </a:cubicBezTo>
                  <a:cubicBezTo>
                    <a:pt x="591" y="184"/>
                    <a:pt x="580" y="187"/>
                    <a:pt x="580" y="186"/>
                  </a:cubicBezTo>
                  <a:cubicBezTo>
                    <a:pt x="579" y="185"/>
                    <a:pt x="584" y="184"/>
                    <a:pt x="585" y="184"/>
                  </a:cubicBezTo>
                  <a:cubicBezTo>
                    <a:pt x="587" y="182"/>
                    <a:pt x="589" y="181"/>
                    <a:pt x="592" y="180"/>
                  </a:cubicBezTo>
                  <a:cubicBezTo>
                    <a:pt x="595" y="178"/>
                    <a:pt x="596" y="184"/>
                    <a:pt x="600" y="179"/>
                  </a:cubicBezTo>
                  <a:cubicBezTo>
                    <a:pt x="601" y="178"/>
                    <a:pt x="599" y="176"/>
                    <a:pt x="600" y="175"/>
                  </a:cubicBezTo>
                  <a:cubicBezTo>
                    <a:pt x="611" y="168"/>
                    <a:pt x="602" y="168"/>
                    <a:pt x="606" y="163"/>
                  </a:cubicBezTo>
                  <a:cubicBezTo>
                    <a:pt x="606" y="163"/>
                    <a:pt x="609" y="160"/>
                    <a:pt x="609" y="160"/>
                  </a:cubicBezTo>
                  <a:cubicBezTo>
                    <a:pt x="610" y="159"/>
                    <a:pt x="610" y="159"/>
                    <a:pt x="610" y="158"/>
                  </a:cubicBezTo>
                  <a:cubicBezTo>
                    <a:pt x="610" y="158"/>
                    <a:pt x="609" y="158"/>
                    <a:pt x="609" y="157"/>
                  </a:cubicBezTo>
                  <a:cubicBezTo>
                    <a:pt x="613" y="156"/>
                    <a:pt x="612" y="157"/>
                    <a:pt x="614" y="154"/>
                  </a:cubicBezTo>
                  <a:cubicBezTo>
                    <a:pt x="616" y="152"/>
                    <a:pt x="619" y="146"/>
                    <a:pt x="616" y="145"/>
                  </a:cubicBezTo>
                  <a:cubicBezTo>
                    <a:pt x="617" y="145"/>
                    <a:pt x="617" y="145"/>
                    <a:pt x="618" y="145"/>
                  </a:cubicBezTo>
                  <a:cubicBezTo>
                    <a:pt x="618" y="145"/>
                    <a:pt x="622" y="144"/>
                    <a:pt x="623" y="144"/>
                  </a:cubicBezTo>
                  <a:cubicBezTo>
                    <a:pt x="624" y="143"/>
                    <a:pt x="625" y="140"/>
                    <a:pt x="627" y="139"/>
                  </a:cubicBezTo>
                  <a:cubicBezTo>
                    <a:pt x="628" y="138"/>
                    <a:pt x="630" y="139"/>
                    <a:pt x="632" y="138"/>
                  </a:cubicBezTo>
                  <a:cubicBezTo>
                    <a:pt x="636" y="134"/>
                    <a:pt x="637" y="129"/>
                    <a:pt x="640" y="125"/>
                  </a:cubicBezTo>
                  <a:cubicBezTo>
                    <a:pt x="643" y="121"/>
                    <a:pt x="647" y="119"/>
                    <a:pt x="650" y="116"/>
                  </a:cubicBezTo>
                  <a:cubicBezTo>
                    <a:pt x="651" y="115"/>
                    <a:pt x="651" y="114"/>
                    <a:pt x="652" y="113"/>
                  </a:cubicBezTo>
                  <a:cubicBezTo>
                    <a:pt x="652" y="113"/>
                    <a:pt x="652" y="114"/>
                    <a:pt x="652" y="114"/>
                  </a:cubicBezTo>
                  <a:cubicBezTo>
                    <a:pt x="653" y="114"/>
                    <a:pt x="654" y="113"/>
                    <a:pt x="654" y="113"/>
                  </a:cubicBezTo>
                  <a:cubicBezTo>
                    <a:pt x="655" y="112"/>
                    <a:pt x="656" y="105"/>
                    <a:pt x="656" y="104"/>
                  </a:cubicBezTo>
                  <a:cubicBezTo>
                    <a:pt x="654" y="91"/>
                    <a:pt x="640" y="96"/>
                    <a:pt x="638" y="92"/>
                  </a:cubicBezTo>
                  <a:cubicBezTo>
                    <a:pt x="637" y="91"/>
                    <a:pt x="637" y="85"/>
                    <a:pt x="635" y="85"/>
                  </a:cubicBezTo>
                  <a:cubicBezTo>
                    <a:pt x="634" y="85"/>
                    <a:pt x="634" y="85"/>
                    <a:pt x="633" y="85"/>
                  </a:cubicBezTo>
                  <a:cubicBezTo>
                    <a:pt x="633" y="85"/>
                    <a:pt x="633" y="85"/>
                    <a:pt x="633" y="85"/>
                  </a:cubicBezTo>
                  <a:cubicBezTo>
                    <a:pt x="632" y="86"/>
                    <a:pt x="631" y="87"/>
                    <a:pt x="631" y="87"/>
                  </a:cubicBezTo>
                  <a:cubicBezTo>
                    <a:pt x="631" y="83"/>
                    <a:pt x="632" y="85"/>
                    <a:pt x="633" y="85"/>
                  </a:cubicBezTo>
                  <a:cubicBezTo>
                    <a:pt x="633" y="85"/>
                    <a:pt x="633" y="85"/>
                    <a:pt x="633" y="85"/>
                  </a:cubicBezTo>
                  <a:cubicBezTo>
                    <a:pt x="634" y="84"/>
                    <a:pt x="634" y="84"/>
                    <a:pt x="634" y="84"/>
                  </a:cubicBezTo>
                  <a:cubicBezTo>
                    <a:pt x="635" y="82"/>
                    <a:pt x="632" y="80"/>
                    <a:pt x="632" y="78"/>
                  </a:cubicBezTo>
                  <a:cubicBezTo>
                    <a:pt x="632" y="78"/>
                    <a:pt x="632" y="77"/>
                    <a:pt x="632" y="76"/>
                  </a:cubicBezTo>
                  <a:cubicBezTo>
                    <a:pt x="632" y="76"/>
                    <a:pt x="632" y="75"/>
                    <a:pt x="631" y="75"/>
                  </a:cubicBezTo>
                  <a:cubicBezTo>
                    <a:pt x="631" y="74"/>
                    <a:pt x="630" y="75"/>
                    <a:pt x="630" y="75"/>
                  </a:cubicBezTo>
                  <a:cubicBezTo>
                    <a:pt x="629" y="74"/>
                    <a:pt x="630" y="70"/>
                    <a:pt x="629" y="68"/>
                  </a:cubicBezTo>
                  <a:cubicBezTo>
                    <a:pt x="629" y="68"/>
                    <a:pt x="629" y="67"/>
                    <a:pt x="628" y="67"/>
                  </a:cubicBezTo>
                  <a:cubicBezTo>
                    <a:pt x="628" y="67"/>
                    <a:pt x="627" y="67"/>
                    <a:pt x="627" y="66"/>
                  </a:cubicBezTo>
                  <a:cubicBezTo>
                    <a:pt x="626" y="62"/>
                    <a:pt x="624" y="56"/>
                    <a:pt x="623" y="51"/>
                  </a:cubicBezTo>
                  <a:cubicBezTo>
                    <a:pt x="623" y="49"/>
                    <a:pt x="623" y="46"/>
                    <a:pt x="623" y="43"/>
                  </a:cubicBezTo>
                  <a:cubicBezTo>
                    <a:pt x="623" y="42"/>
                    <a:pt x="623" y="41"/>
                    <a:pt x="623" y="41"/>
                  </a:cubicBezTo>
                  <a:cubicBezTo>
                    <a:pt x="622" y="40"/>
                    <a:pt x="621" y="40"/>
                    <a:pt x="621" y="39"/>
                  </a:cubicBezTo>
                  <a:cubicBezTo>
                    <a:pt x="620" y="38"/>
                    <a:pt x="621" y="35"/>
                    <a:pt x="620" y="34"/>
                  </a:cubicBezTo>
                  <a:cubicBezTo>
                    <a:pt x="620" y="32"/>
                    <a:pt x="612" y="23"/>
                    <a:pt x="610" y="23"/>
                  </a:cubicBezTo>
                  <a:cubicBezTo>
                    <a:pt x="608" y="22"/>
                    <a:pt x="611" y="31"/>
                    <a:pt x="612" y="32"/>
                  </a:cubicBezTo>
                  <a:cubicBezTo>
                    <a:pt x="612" y="32"/>
                    <a:pt x="614" y="36"/>
                    <a:pt x="613" y="36"/>
                  </a:cubicBezTo>
                  <a:cubicBezTo>
                    <a:pt x="611" y="35"/>
                    <a:pt x="611" y="29"/>
                    <a:pt x="610" y="29"/>
                  </a:cubicBezTo>
                  <a:cubicBezTo>
                    <a:pt x="607" y="28"/>
                    <a:pt x="608" y="34"/>
                    <a:pt x="606" y="33"/>
                  </a:cubicBezTo>
                  <a:cubicBezTo>
                    <a:pt x="605" y="35"/>
                    <a:pt x="588" y="56"/>
                    <a:pt x="588" y="57"/>
                  </a:cubicBezTo>
                  <a:cubicBezTo>
                    <a:pt x="588" y="58"/>
                    <a:pt x="589" y="58"/>
                    <a:pt x="589" y="59"/>
                  </a:cubicBezTo>
                  <a:cubicBezTo>
                    <a:pt x="588" y="61"/>
                    <a:pt x="586" y="63"/>
                    <a:pt x="585" y="65"/>
                  </a:cubicBezTo>
                  <a:cubicBezTo>
                    <a:pt x="584" y="68"/>
                    <a:pt x="584" y="72"/>
                    <a:pt x="582" y="74"/>
                  </a:cubicBezTo>
                  <a:cubicBezTo>
                    <a:pt x="581" y="76"/>
                    <a:pt x="575" y="82"/>
                    <a:pt x="573" y="83"/>
                  </a:cubicBezTo>
                  <a:cubicBezTo>
                    <a:pt x="572" y="83"/>
                    <a:pt x="569" y="82"/>
                    <a:pt x="567" y="82"/>
                  </a:cubicBezTo>
                  <a:cubicBezTo>
                    <a:pt x="563" y="83"/>
                    <a:pt x="563" y="83"/>
                    <a:pt x="563" y="83"/>
                  </a:cubicBezTo>
                  <a:cubicBezTo>
                    <a:pt x="563" y="82"/>
                    <a:pt x="565" y="82"/>
                    <a:pt x="565" y="82"/>
                  </a:cubicBezTo>
                  <a:cubicBezTo>
                    <a:pt x="561" y="79"/>
                    <a:pt x="561" y="79"/>
                    <a:pt x="561" y="79"/>
                  </a:cubicBezTo>
                  <a:cubicBezTo>
                    <a:pt x="560" y="79"/>
                    <a:pt x="559" y="81"/>
                    <a:pt x="558" y="82"/>
                  </a:cubicBezTo>
                  <a:cubicBezTo>
                    <a:pt x="555" y="83"/>
                    <a:pt x="552" y="79"/>
                    <a:pt x="550" y="78"/>
                  </a:cubicBezTo>
                  <a:cubicBezTo>
                    <a:pt x="549" y="78"/>
                    <a:pt x="543" y="84"/>
                    <a:pt x="541" y="85"/>
                  </a:cubicBezTo>
                  <a:cubicBezTo>
                    <a:pt x="538" y="86"/>
                    <a:pt x="540" y="84"/>
                    <a:pt x="538" y="84"/>
                  </a:cubicBezTo>
                  <a:cubicBezTo>
                    <a:pt x="536" y="83"/>
                    <a:pt x="533" y="84"/>
                    <a:pt x="530" y="82"/>
                  </a:cubicBezTo>
                  <a:cubicBezTo>
                    <a:pt x="528" y="80"/>
                    <a:pt x="528" y="80"/>
                    <a:pt x="528" y="80"/>
                  </a:cubicBezTo>
                  <a:cubicBezTo>
                    <a:pt x="528" y="79"/>
                    <a:pt x="527" y="80"/>
                    <a:pt x="526" y="80"/>
                  </a:cubicBezTo>
                  <a:cubicBezTo>
                    <a:pt x="526" y="80"/>
                    <a:pt x="525" y="80"/>
                    <a:pt x="525" y="80"/>
                  </a:cubicBezTo>
                  <a:cubicBezTo>
                    <a:pt x="523" y="79"/>
                    <a:pt x="525" y="77"/>
                    <a:pt x="525" y="76"/>
                  </a:cubicBezTo>
                  <a:cubicBezTo>
                    <a:pt x="522" y="74"/>
                    <a:pt x="522" y="78"/>
                    <a:pt x="520" y="77"/>
                  </a:cubicBezTo>
                  <a:cubicBezTo>
                    <a:pt x="518" y="76"/>
                    <a:pt x="518" y="73"/>
                    <a:pt x="517" y="73"/>
                  </a:cubicBezTo>
                  <a:cubicBezTo>
                    <a:pt x="516" y="71"/>
                    <a:pt x="514" y="74"/>
                    <a:pt x="513" y="74"/>
                  </a:cubicBezTo>
                  <a:cubicBezTo>
                    <a:pt x="512" y="74"/>
                    <a:pt x="512" y="73"/>
                    <a:pt x="512" y="73"/>
                  </a:cubicBezTo>
                  <a:cubicBezTo>
                    <a:pt x="508" y="73"/>
                    <a:pt x="503" y="79"/>
                    <a:pt x="496" y="78"/>
                  </a:cubicBezTo>
                  <a:cubicBezTo>
                    <a:pt x="494" y="77"/>
                    <a:pt x="492" y="74"/>
                    <a:pt x="490" y="74"/>
                  </a:cubicBezTo>
                  <a:cubicBezTo>
                    <a:pt x="489" y="74"/>
                    <a:pt x="489" y="78"/>
                    <a:pt x="488" y="79"/>
                  </a:cubicBezTo>
                  <a:cubicBezTo>
                    <a:pt x="487" y="79"/>
                    <a:pt x="486" y="79"/>
                    <a:pt x="486" y="79"/>
                  </a:cubicBezTo>
                  <a:cubicBezTo>
                    <a:pt x="482" y="81"/>
                    <a:pt x="491" y="85"/>
                    <a:pt x="491" y="87"/>
                  </a:cubicBezTo>
                  <a:cubicBezTo>
                    <a:pt x="492" y="88"/>
                    <a:pt x="492" y="92"/>
                    <a:pt x="490" y="92"/>
                  </a:cubicBezTo>
                  <a:cubicBezTo>
                    <a:pt x="486" y="94"/>
                    <a:pt x="480" y="89"/>
                    <a:pt x="476" y="90"/>
                  </a:cubicBezTo>
                  <a:cubicBezTo>
                    <a:pt x="475" y="90"/>
                    <a:pt x="475" y="91"/>
                    <a:pt x="474" y="91"/>
                  </a:cubicBezTo>
                  <a:cubicBezTo>
                    <a:pt x="473" y="91"/>
                    <a:pt x="472" y="90"/>
                    <a:pt x="471" y="90"/>
                  </a:cubicBezTo>
                  <a:cubicBezTo>
                    <a:pt x="469" y="90"/>
                    <a:pt x="465" y="91"/>
                    <a:pt x="462" y="91"/>
                  </a:cubicBezTo>
                  <a:cubicBezTo>
                    <a:pt x="458" y="90"/>
                    <a:pt x="461" y="90"/>
                    <a:pt x="460" y="88"/>
                  </a:cubicBezTo>
                  <a:cubicBezTo>
                    <a:pt x="459" y="87"/>
                    <a:pt x="456" y="90"/>
                    <a:pt x="455" y="90"/>
                  </a:cubicBezTo>
                  <a:cubicBezTo>
                    <a:pt x="454" y="90"/>
                    <a:pt x="454" y="89"/>
                    <a:pt x="453" y="89"/>
                  </a:cubicBezTo>
                  <a:cubicBezTo>
                    <a:pt x="450" y="89"/>
                    <a:pt x="449" y="96"/>
                    <a:pt x="446" y="97"/>
                  </a:cubicBezTo>
                  <a:cubicBezTo>
                    <a:pt x="443" y="97"/>
                    <a:pt x="437" y="95"/>
                    <a:pt x="435" y="98"/>
                  </a:cubicBezTo>
                  <a:cubicBezTo>
                    <a:pt x="434" y="98"/>
                    <a:pt x="435" y="101"/>
                    <a:pt x="434" y="102"/>
                  </a:cubicBezTo>
                  <a:cubicBezTo>
                    <a:pt x="431" y="102"/>
                    <a:pt x="428" y="99"/>
                    <a:pt x="425" y="99"/>
                  </a:cubicBezTo>
                  <a:cubicBezTo>
                    <a:pt x="425" y="99"/>
                    <a:pt x="425" y="100"/>
                    <a:pt x="425" y="101"/>
                  </a:cubicBezTo>
                  <a:cubicBezTo>
                    <a:pt x="424" y="101"/>
                    <a:pt x="421" y="102"/>
                    <a:pt x="420" y="103"/>
                  </a:cubicBezTo>
                  <a:cubicBezTo>
                    <a:pt x="420" y="105"/>
                    <a:pt x="423" y="107"/>
                    <a:pt x="420" y="108"/>
                  </a:cubicBezTo>
                  <a:cubicBezTo>
                    <a:pt x="419" y="109"/>
                    <a:pt x="416" y="107"/>
                    <a:pt x="415" y="108"/>
                  </a:cubicBezTo>
                  <a:cubicBezTo>
                    <a:pt x="411" y="110"/>
                    <a:pt x="418" y="109"/>
                    <a:pt x="412" y="111"/>
                  </a:cubicBezTo>
                  <a:cubicBezTo>
                    <a:pt x="410" y="111"/>
                    <a:pt x="410" y="109"/>
                    <a:pt x="409" y="107"/>
                  </a:cubicBezTo>
                  <a:cubicBezTo>
                    <a:pt x="406" y="106"/>
                    <a:pt x="403" y="107"/>
                    <a:pt x="400" y="105"/>
                  </a:cubicBezTo>
                  <a:cubicBezTo>
                    <a:pt x="397" y="103"/>
                    <a:pt x="395" y="98"/>
                    <a:pt x="392" y="96"/>
                  </a:cubicBezTo>
                  <a:cubicBezTo>
                    <a:pt x="391" y="96"/>
                    <a:pt x="388" y="96"/>
                    <a:pt x="388" y="95"/>
                  </a:cubicBezTo>
                  <a:cubicBezTo>
                    <a:pt x="389" y="93"/>
                    <a:pt x="389" y="93"/>
                    <a:pt x="389" y="93"/>
                  </a:cubicBezTo>
                  <a:cubicBezTo>
                    <a:pt x="386" y="92"/>
                    <a:pt x="386" y="92"/>
                    <a:pt x="386" y="92"/>
                  </a:cubicBezTo>
                  <a:cubicBezTo>
                    <a:pt x="386" y="91"/>
                    <a:pt x="386" y="91"/>
                    <a:pt x="386" y="90"/>
                  </a:cubicBezTo>
                  <a:cubicBezTo>
                    <a:pt x="386" y="88"/>
                    <a:pt x="387" y="85"/>
                    <a:pt x="387" y="83"/>
                  </a:cubicBezTo>
                  <a:cubicBezTo>
                    <a:pt x="387" y="82"/>
                    <a:pt x="387" y="81"/>
                    <a:pt x="387" y="81"/>
                  </a:cubicBezTo>
                  <a:cubicBezTo>
                    <a:pt x="386" y="80"/>
                    <a:pt x="384" y="80"/>
                    <a:pt x="384" y="79"/>
                  </a:cubicBezTo>
                  <a:cubicBezTo>
                    <a:pt x="384" y="79"/>
                    <a:pt x="382" y="75"/>
                    <a:pt x="382" y="75"/>
                  </a:cubicBezTo>
                  <a:cubicBezTo>
                    <a:pt x="379" y="67"/>
                    <a:pt x="381" y="61"/>
                    <a:pt x="383" y="54"/>
                  </a:cubicBezTo>
                  <a:cubicBezTo>
                    <a:pt x="383" y="52"/>
                    <a:pt x="385" y="50"/>
                    <a:pt x="384" y="49"/>
                  </a:cubicBezTo>
                  <a:cubicBezTo>
                    <a:pt x="383" y="46"/>
                    <a:pt x="383" y="46"/>
                    <a:pt x="383" y="46"/>
                  </a:cubicBezTo>
                  <a:cubicBezTo>
                    <a:pt x="383" y="45"/>
                    <a:pt x="392" y="37"/>
                    <a:pt x="393" y="35"/>
                  </a:cubicBezTo>
                  <a:cubicBezTo>
                    <a:pt x="393" y="34"/>
                    <a:pt x="391" y="34"/>
                    <a:pt x="390" y="34"/>
                  </a:cubicBezTo>
                  <a:cubicBezTo>
                    <a:pt x="390" y="33"/>
                    <a:pt x="390" y="31"/>
                    <a:pt x="389" y="30"/>
                  </a:cubicBezTo>
                  <a:cubicBezTo>
                    <a:pt x="389" y="30"/>
                    <a:pt x="388" y="30"/>
                    <a:pt x="388" y="29"/>
                  </a:cubicBezTo>
                  <a:cubicBezTo>
                    <a:pt x="384" y="27"/>
                    <a:pt x="391" y="24"/>
                    <a:pt x="386" y="22"/>
                  </a:cubicBezTo>
                  <a:cubicBezTo>
                    <a:pt x="383" y="21"/>
                    <a:pt x="378" y="22"/>
                    <a:pt x="375" y="20"/>
                  </a:cubicBezTo>
                  <a:cubicBezTo>
                    <a:pt x="374" y="19"/>
                    <a:pt x="378" y="16"/>
                    <a:pt x="379" y="15"/>
                  </a:cubicBezTo>
                  <a:cubicBezTo>
                    <a:pt x="380" y="13"/>
                    <a:pt x="380" y="9"/>
                    <a:pt x="380" y="6"/>
                  </a:cubicBezTo>
                  <a:cubicBezTo>
                    <a:pt x="380" y="6"/>
                    <a:pt x="381" y="5"/>
                    <a:pt x="380" y="4"/>
                  </a:cubicBezTo>
                  <a:cubicBezTo>
                    <a:pt x="380" y="4"/>
                    <a:pt x="374" y="0"/>
                    <a:pt x="374" y="0"/>
                  </a:cubicBezTo>
                  <a:cubicBezTo>
                    <a:pt x="372" y="0"/>
                    <a:pt x="370" y="2"/>
                    <a:pt x="368" y="2"/>
                  </a:cubicBezTo>
                  <a:cubicBezTo>
                    <a:pt x="365" y="2"/>
                    <a:pt x="363" y="1"/>
                    <a:pt x="360" y="1"/>
                  </a:cubicBezTo>
                  <a:cubicBezTo>
                    <a:pt x="363" y="5"/>
                    <a:pt x="364" y="8"/>
                    <a:pt x="362" y="11"/>
                  </a:cubicBezTo>
                  <a:cubicBezTo>
                    <a:pt x="361" y="13"/>
                    <a:pt x="357" y="13"/>
                    <a:pt x="355" y="15"/>
                  </a:cubicBezTo>
                  <a:cubicBezTo>
                    <a:pt x="354" y="16"/>
                    <a:pt x="355" y="19"/>
                    <a:pt x="353" y="20"/>
                  </a:cubicBezTo>
                  <a:cubicBezTo>
                    <a:pt x="352" y="20"/>
                    <a:pt x="351" y="20"/>
                    <a:pt x="351" y="20"/>
                  </a:cubicBezTo>
                  <a:cubicBezTo>
                    <a:pt x="349" y="20"/>
                    <a:pt x="347" y="20"/>
                    <a:pt x="345" y="20"/>
                  </a:cubicBezTo>
                  <a:cubicBezTo>
                    <a:pt x="344" y="20"/>
                    <a:pt x="344" y="20"/>
                    <a:pt x="344" y="20"/>
                  </a:cubicBezTo>
                  <a:cubicBezTo>
                    <a:pt x="343" y="21"/>
                    <a:pt x="345" y="21"/>
                    <a:pt x="344" y="22"/>
                  </a:cubicBezTo>
                  <a:cubicBezTo>
                    <a:pt x="344" y="24"/>
                    <a:pt x="340" y="22"/>
                    <a:pt x="338" y="23"/>
                  </a:cubicBezTo>
                  <a:cubicBezTo>
                    <a:pt x="338" y="24"/>
                    <a:pt x="339" y="26"/>
                    <a:pt x="337" y="27"/>
                  </a:cubicBezTo>
                  <a:cubicBezTo>
                    <a:pt x="337" y="27"/>
                    <a:pt x="336" y="27"/>
                    <a:pt x="335" y="27"/>
                  </a:cubicBezTo>
                  <a:cubicBezTo>
                    <a:pt x="335" y="27"/>
                    <a:pt x="334" y="27"/>
                    <a:pt x="333" y="27"/>
                  </a:cubicBezTo>
                  <a:cubicBezTo>
                    <a:pt x="333" y="27"/>
                    <a:pt x="332" y="27"/>
                    <a:pt x="332" y="27"/>
                  </a:cubicBezTo>
                  <a:cubicBezTo>
                    <a:pt x="330" y="28"/>
                    <a:pt x="329" y="30"/>
                    <a:pt x="328" y="30"/>
                  </a:cubicBezTo>
                  <a:cubicBezTo>
                    <a:pt x="327" y="30"/>
                    <a:pt x="326" y="30"/>
                    <a:pt x="326" y="30"/>
                  </a:cubicBezTo>
                  <a:cubicBezTo>
                    <a:pt x="325" y="30"/>
                    <a:pt x="324" y="30"/>
                    <a:pt x="323" y="30"/>
                  </a:cubicBezTo>
                  <a:cubicBezTo>
                    <a:pt x="323" y="30"/>
                    <a:pt x="322" y="31"/>
                    <a:pt x="322" y="31"/>
                  </a:cubicBezTo>
                  <a:cubicBezTo>
                    <a:pt x="318" y="33"/>
                    <a:pt x="314" y="27"/>
                    <a:pt x="310" y="30"/>
                  </a:cubicBezTo>
                  <a:cubicBezTo>
                    <a:pt x="305" y="35"/>
                    <a:pt x="307" y="32"/>
                    <a:pt x="305" y="33"/>
                  </a:cubicBezTo>
                  <a:cubicBezTo>
                    <a:pt x="301" y="36"/>
                    <a:pt x="309" y="46"/>
                    <a:pt x="301" y="46"/>
                  </a:cubicBezTo>
                  <a:cubicBezTo>
                    <a:pt x="296" y="46"/>
                    <a:pt x="293" y="38"/>
                    <a:pt x="289" y="35"/>
                  </a:cubicBezTo>
                  <a:cubicBezTo>
                    <a:pt x="285" y="33"/>
                    <a:pt x="287" y="39"/>
                    <a:pt x="284" y="38"/>
                  </a:cubicBezTo>
                  <a:cubicBezTo>
                    <a:pt x="281" y="37"/>
                    <a:pt x="280" y="34"/>
                    <a:pt x="274" y="35"/>
                  </a:cubicBezTo>
                  <a:cubicBezTo>
                    <a:pt x="273" y="35"/>
                    <a:pt x="271" y="39"/>
                    <a:pt x="269" y="37"/>
                  </a:cubicBezTo>
                  <a:cubicBezTo>
                    <a:pt x="268" y="36"/>
                    <a:pt x="268" y="32"/>
                    <a:pt x="267" y="31"/>
                  </a:cubicBezTo>
                  <a:cubicBezTo>
                    <a:pt x="264" y="28"/>
                    <a:pt x="258" y="32"/>
                    <a:pt x="254" y="31"/>
                  </a:cubicBezTo>
                  <a:cubicBezTo>
                    <a:pt x="253" y="30"/>
                    <a:pt x="253" y="27"/>
                    <a:pt x="249" y="26"/>
                  </a:cubicBezTo>
                  <a:cubicBezTo>
                    <a:pt x="249" y="26"/>
                    <a:pt x="249" y="26"/>
                    <a:pt x="248" y="26"/>
                  </a:cubicBezTo>
                  <a:cubicBezTo>
                    <a:pt x="246" y="32"/>
                    <a:pt x="262" y="41"/>
                    <a:pt x="265" y="44"/>
                  </a:cubicBezTo>
                  <a:cubicBezTo>
                    <a:pt x="266" y="45"/>
                    <a:pt x="263" y="55"/>
                    <a:pt x="264" y="58"/>
                  </a:cubicBezTo>
                  <a:cubicBezTo>
                    <a:pt x="265" y="61"/>
                    <a:pt x="269" y="64"/>
                    <a:pt x="270" y="67"/>
                  </a:cubicBezTo>
                  <a:cubicBezTo>
                    <a:pt x="270" y="68"/>
                    <a:pt x="269" y="75"/>
                    <a:pt x="269" y="76"/>
                  </a:cubicBezTo>
                  <a:cubicBezTo>
                    <a:pt x="274" y="78"/>
                    <a:pt x="289" y="72"/>
                    <a:pt x="288" y="81"/>
                  </a:cubicBezTo>
                  <a:cubicBezTo>
                    <a:pt x="287" y="87"/>
                    <a:pt x="270" y="89"/>
                    <a:pt x="269" y="91"/>
                  </a:cubicBezTo>
                  <a:cubicBezTo>
                    <a:pt x="268" y="93"/>
                    <a:pt x="269" y="96"/>
                    <a:pt x="268" y="98"/>
                  </a:cubicBezTo>
                  <a:cubicBezTo>
                    <a:pt x="268" y="100"/>
                    <a:pt x="265" y="101"/>
                    <a:pt x="263" y="102"/>
                  </a:cubicBezTo>
                  <a:cubicBezTo>
                    <a:pt x="263" y="103"/>
                    <a:pt x="261" y="107"/>
                    <a:pt x="260" y="106"/>
                  </a:cubicBezTo>
                  <a:cubicBezTo>
                    <a:pt x="259" y="105"/>
                    <a:pt x="261" y="101"/>
                    <a:pt x="260" y="102"/>
                  </a:cubicBezTo>
                  <a:cubicBezTo>
                    <a:pt x="256" y="102"/>
                    <a:pt x="254" y="107"/>
                    <a:pt x="251" y="108"/>
                  </a:cubicBezTo>
                  <a:cubicBezTo>
                    <a:pt x="248" y="110"/>
                    <a:pt x="251" y="108"/>
                    <a:pt x="248" y="108"/>
                  </a:cubicBezTo>
                  <a:cubicBezTo>
                    <a:pt x="246" y="108"/>
                    <a:pt x="244" y="112"/>
                    <a:pt x="242" y="112"/>
                  </a:cubicBezTo>
                  <a:cubicBezTo>
                    <a:pt x="242" y="112"/>
                    <a:pt x="241" y="111"/>
                    <a:pt x="240" y="112"/>
                  </a:cubicBezTo>
                  <a:cubicBezTo>
                    <a:pt x="238" y="112"/>
                    <a:pt x="239" y="116"/>
                    <a:pt x="238" y="117"/>
                  </a:cubicBezTo>
                  <a:cubicBezTo>
                    <a:pt x="237" y="119"/>
                    <a:pt x="236" y="117"/>
                    <a:pt x="235" y="117"/>
                  </a:cubicBezTo>
                  <a:cubicBezTo>
                    <a:pt x="231" y="119"/>
                    <a:pt x="232" y="125"/>
                    <a:pt x="229" y="125"/>
                  </a:cubicBezTo>
                  <a:cubicBezTo>
                    <a:pt x="224" y="126"/>
                    <a:pt x="231" y="119"/>
                    <a:pt x="227" y="117"/>
                  </a:cubicBezTo>
                  <a:cubicBezTo>
                    <a:pt x="222" y="113"/>
                    <a:pt x="217" y="122"/>
                    <a:pt x="212" y="123"/>
                  </a:cubicBezTo>
                  <a:cubicBezTo>
                    <a:pt x="211" y="123"/>
                    <a:pt x="208" y="123"/>
                    <a:pt x="207" y="122"/>
                  </a:cubicBezTo>
                  <a:cubicBezTo>
                    <a:pt x="205" y="121"/>
                    <a:pt x="193" y="112"/>
                    <a:pt x="192" y="110"/>
                  </a:cubicBezTo>
                  <a:cubicBezTo>
                    <a:pt x="191" y="110"/>
                    <a:pt x="187" y="112"/>
                    <a:pt x="186" y="110"/>
                  </a:cubicBezTo>
                  <a:cubicBezTo>
                    <a:pt x="185" y="109"/>
                    <a:pt x="186" y="109"/>
                    <a:pt x="186" y="108"/>
                  </a:cubicBezTo>
                  <a:cubicBezTo>
                    <a:pt x="186" y="105"/>
                    <a:pt x="186" y="103"/>
                    <a:pt x="186" y="101"/>
                  </a:cubicBezTo>
                  <a:cubicBezTo>
                    <a:pt x="186" y="100"/>
                    <a:pt x="187" y="99"/>
                    <a:pt x="186" y="98"/>
                  </a:cubicBezTo>
                  <a:cubicBezTo>
                    <a:pt x="186" y="96"/>
                    <a:pt x="179" y="84"/>
                    <a:pt x="177" y="84"/>
                  </a:cubicBezTo>
                  <a:cubicBezTo>
                    <a:pt x="173" y="84"/>
                    <a:pt x="169" y="95"/>
                    <a:pt x="162" y="95"/>
                  </a:cubicBezTo>
                  <a:cubicBezTo>
                    <a:pt x="159" y="95"/>
                    <a:pt x="159" y="87"/>
                    <a:pt x="156" y="88"/>
                  </a:cubicBezTo>
                  <a:cubicBezTo>
                    <a:pt x="155" y="88"/>
                    <a:pt x="153" y="93"/>
                    <a:pt x="153" y="93"/>
                  </a:cubicBezTo>
                  <a:cubicBezTo>
                    <a:pt x="154" y="94"/>
                    <a:pt x="157" y="95"/>
                    <a:pt x="157" y="96"/>
                  </a:cubicBezTo>
                  <a:cubicBezTo>
                    <a:pt x="157" y="96"/>
                    <a:pt x="150" y="96"/>
                    <a:pt x="147" y="96"/>
                  </a:cubicBezTo>
                  <a:cubicBezTo>
                    <a:pt x="142" y="96"/>
                    <a:pt x="136" y="96"/>
                    <a:pt x="130" y="96"/>
                  </a:cubicBezTo>
                  <a:cubicBezTo>
                    <a:pt x="129" y="96"/>
                    <a:pt x="127" y="96"/>
                    <a:pt x="126" y="96"/>
                  </a:cubicBezTo>
                  <a:cubicBezTo>
                    <a:pt x="125" y="96"/>
                    <a:pt x="124" y="96"/>
                    <a:pt x="123" y="96"/>
                  </a:cubicBezTo>
                  <a:cubicBezTo>
                    <a:pt x="118" y="95"/>
                    <a:pt x="124" y="94"/>
                    <a:pt x="119" y="95"/>
                  </a:cubicBezTo>
                  <a:cubicBezTo>
                    <a:pt x="118" y="95"/>
                    <a:pt x="111" y="95"/>
                    <a:pt x="111" y="96"/>
                  </a:cubicBezTo>
                  <a:cubicBezTo>
                    <a:pt x="110" y="97"/>
                    <a:pt x="111" y="97"/>
                    <a:pt x="111" y="98"/>
                  </a:cubicBezTo>
                  <a:cubicBezTo>
                    <a:pt x="111" y="100"/>
                    <a:pt x="111" y="101"/>
                    <a:pt x="111" y="103"/>
                  </a:cubicBezTo>
                  <a:cubicBezTo>
                    <a:pt x="110" y="105"/>
                    <a:pt x="110" y="107"/>
                    <a:pt x="110" y="109"/>
                  </a:cubicBezTo>
                  <a:cubicBezTo>
                    <a:pt x="110" y="114"/>
                    <a:pt x="110" y="114"/>
                    <a:pt x="110" y="114"/>
                  </a:cubicBezTo>
                  <a:cubicBezTo>
                    <a:pt x="111" y="114"/>
                    <a:pt x="112" y="114"/>
                    <a:pt x="112" y="114"/>
                  </a:cubicBezTo>
                  <a:cubicBezTo>
                    <a:pt x="113" y="113"/>
                    <a:pt x="113" y="113"/>
                    <a:pt x="114" y="113"/>
                  </a:cubicBezTo>
                  <a:cubicBezTo>
                    <a:pt x="117" y="114"/>
                    <a:pt x="123" y="114"/>
                    <a:pt x="126" y="115"/>
                  </a:cubicBezTo>
                  <a:cubicBezTo>
                    <a:pt x="128" y="115"/>
                    <a:pt x="128" y="117"/>
                    <a:pt x="128" y="118"/>
                  </a:cubicBezTo>
                  <a:cubicBezTo>
                    <a:pt x="130" y="122"/>
                    <a:pt x="127" y="121"/>
                    <a:pt x="129" y="124"/>
                  </a:cubicBezTo>
                  <a:cubicBezTo>
                    <a:pt x="130" y="124"/>
                    <a:pt x="131" y="125"/>
                    <a:pt x="130" y="126"/>
                  </a:cubicBezTo>
                  <a:cubicBezTo>
                    <a:pt x="126" y="127"/>
                    <a:pt x="124" y="124"/>
                    <a:pt x="121" y="123"/>
                  </a:cubicBezTo>
                  <a:cubicBezTo>
                    <a:pt x="119" y="122"/>
                    <a:pt x="119" y="125"/>
                    <a:pt x="117" y="125"/>
                  </a:cubicBezTo>
                  <a:cubicBezTo>
                    <a:pt x="116" y="125"/>
                    <a:pt x="116" y="124"/>
                    <a:pt x="115" y="124"/>
                  </a:cubicBezTo>
                  <a:cubicBezTo>
                    <a:pt x="112" y="124"/>
                    <a:pt x="110" y="127"/>
                    <a:pt x="107" y="127"/>
                  </a:cubicBezTo>
                  <a:cubicBezTo>
                    <a:pt x="106" y="127"/>
                    <a:pt x="105" y="127"/>
                    <a:pt x="105" y="127"/>
                  </a:cubicBezTo>
                  <a:cubicBezTo>
                    <a:pt x="105" y="128"/>
                    <a:pt x="105" y="128"/>
                    <a:pt x="105" y="129"/>
                  </a:cubicBezTo>
                  <a:cubicBezTo>
                    <a:pt x="105" y="131"/>
                    <a:pt x="105" y="132"/>
                    <a:pt x="105" y="134"/>
                  </a:cubicBezTo>
                  <a:cubicBezTo>
                    <a:pt x="105" y="137"/>
                    <a:pt x="105" y="140"/>
                    <a:pt x="105" y="143"/>
                  </a:cubicBezTo>
                  <a:cubicBezTo>
                    <a:pt x="105" y="147"/>
                    <a:pt x="105" y="147"/>
                    <a:pt x="105" y="147"/>
                  </a:cubicBezTo>
                  <a:cubicBezTo>
                    <a:pt x="105" y="148"/>
                    <a:pt x="107" y="151"/>
                    <a:pt x="108" y="152"/>
                  </a:cubicBezTo>
                  <a:cubicBezTo>
                    <a:pt x="110" y="154"/>
                    <a:pt x="115" y="154"/>
                    <a:pt x="117" y="157"/>
                  </a:cubicBezTo>
                  <a:cubicBezTo>
                    <a:pt x="119" y="159"/>
                    <a:pt x="117" y="160"/>
                    <a:pt x="117" y="163"/>
                  </a:cubicBezTo>
                  <a:cubicBezTo>
                    <a:pt x="117" y="167"/>
                    <a:pt x="122" y="171"/>
                    <a:pt x="123" y="175"/>
                  </a:cubicBezTo>
                  <a:cubicBezTo>
                    <a:pt x="124" y="179"/>
                    <a:pt x="121" y="187"/>
                    <a:pt x="120" y="192"/>
                  </a:cubicBezTo>
                  <a:cubicBezTo>
                    <a:pt x="117" y="206"/>
                    <a:pt x="115" y="221"/>
                    <a:pt x="112" y="235"/>
                  </a:cubicBezTo>
                  <a:cubicBezTo>
                    <a:pt x="112" y="239"/>
                    <a:pt x="111" y="253"/>
                    <a:pt x="109" y="256"/>
                  </a:cubicBezTo>
                  <a:cubicBezTo>
                    <a:pt x="108" y="256"/>
                    <a:pt x="108" y="256"/>
                    <a:pt x="108" y="256"/>
                  </a:cubicBezTo>
                  <a:cubicBezTo>
                    <a:pt x="108" y="258"/>
                    <a:pt x="108" y="258"/>
                    <a:pt x="108" y="258"/>
                  </a:cubicBezTo>
                  <a:cubicBezTo>
                    <a:pt x="108" y="259"/>
                    <a:pt x="107" y="262"/>
                    <a:pt x="106" y="262"/>
                  </a:cubicBezTo>
                  <a:cubicBezTo>
                    <a:pt x="105" y="261"/>
                    <a:pt x="105" y="259"/>
                    <a:pt x="104" y="259"/>
                  </a:cubicBezTo>
                  <a:cubicBezTo>
                    <a:pt x="102" y="258"/>
                    <a:pt x="103" y="262"/>
                    <a:pt x="102" y="261"/>
                  </a:cubicBezTo>
                  <a:cubicBezTo>
                    <a:pt x="98" y="260"/>
                    <a:pt x="99" y="256"/>
                    <a:pt x="98" y="256"/>
                  </a:cubicBezTo>
                  <a:cubicBezTo>
                    <a:pt x="96" y="255"/>
                    <a:pt x="95" y="257"/>
                    <a:pt x="93" y="257"/>
                  </a:cubicBezTo>
                  <a:cubicBezTo>
                    <a:pt x="93" y="257"/>
                    <a:pt x="93" y="256"/>
                    <a:pt x="92" y="256"/>
                  </a:cubicBezTo>
                  <a:cubicBezTo>
                    <a:pt x="91" y="256"/>
                    <a:pt x="92" y="257"/>
                    <a:pt x="91" y="257"/>
                  </a:cubicBezTo>
                  <a:cubicBezTo>
                    <a:pt x="90" y="257"/>
                    <a:pt x="91" y="256"/>
                    <a:pt x="90" y="255"/>
                  </a:cubicBezTo>
                  <a:cubicBezTo>
                    <a:pt x="89" y="255"/>
                    <a:pt x="88" y="257"/>
                    <a:pt x="88" y="257"/>
                  </a:cubicBezTo>
                  <a:cubicBezTo>
                    <a:pt x="85" y="258"/>
                    <a:pt x="87" y="255"/>
                    <a:pt x="84" y="257"/>
                  </a:cubicBezTo>
                  <a:cubicBezTo>
                    <a:pt x="83" y="258"/>
                    <a:pt x="83" y="263"/>
                    <a:pt x="81" y="263"/>
                  </a:cubicBezTo>
                  <a:cubicBezTo>
                    <a:pt x="80" y="263"/>
                    <a:pt x="80" y="261"/>
                    <a:pt x="80" y="261"/>
                  </a:cubicBezTo>
                  <a:cubicBezTo>
                    <a:pt x="78" y="261"/>
                    <a:pt x="77" y="263"/>
                    <a:pt x="76" y="263"/>
                  </a:cubicBezTo>
                  <a:cubicBezTo>
                    <a:pt x="76" y="263"/>
                    <a:pt x="76" y="262"/>
                    <a:pt x="75" y="262"/>
                  </a:cubicBezTo>
                  <a:cubicBezTo>
                    <a:pt x="75" y="262"/>
                    <a:pt x="75" y="263"/>
                    <a:pt x="74" y="264"/>
                  </a:cubicBezTo>
                  <a:cubicBezTo>
                    <a:pt x="74" y="264"/>
                    <a:pt x="74" y="263"/>
                    <a:pt x="73" y="263"/>
                  </a:cubicBezTo>
                  <a:cubicBezTo>
                    <a:pt x="73" y="263"/>
                    <a:pt x="72" y="262"/>
                    <a:pt x="72" y="263"/>
                  </a:cubicBezTo>
                  <a:cubicBezTo>
                    <a:pt x="72" y="263"/>
                    <a:pt x="72" y="264"/>
                    <a:pt x="72" y="264"/>
                  </a:cubicBezTo>
                  <a:cubicBezTo>
                    <a:pt x="71" y="264"/>
                    <a:pt x="71" y="264"/>
                    <a:pt x="70" y="264"/>
                  </a:cubicBezTo>
                  <a:cubicBezTo>
                    <a:pt x="70" y="264"/>
                    <a:pt x="69" y="264"/>
                    <a:pt x="69" y="264"/>
                  </a:cubicBezTo>
                  <a:cubicBezTo>
                    <a:pt x="67" y="264"/>
                    <a:pt x="64" y="266"/>
                    <a:pt x="62" y="266"/>
                  </a:cubicBezTo>
                  <a:cubicBezTo>
                    <a:pt x="60" y="266"/>
                    <a:pt x="58" y="265"/>
                    <a:pt x="55" y="266"/>
                  </a:cubicBezTo>
                  <a:cubicBezTo>
                    <a:pt x="53" y="268"/>
                    <a:pt x="51" y="270"/>
                    <a:pt x="49" y="271"/>
                  </a:cubicBezTo>
                  <a:cubicBezTo>
                    <a:pt x="47" y="272"/>
                    <a:pt x="44" y="273"/>
                    <a:pt x="42" y="274"/>
                  </a:cubicBezTo>
                  <a:cubicBezTo>
                    <a:pt x="41" y="276"/>
                    <a:pt x="40" y="278"/>
                    <a:pt x="37" y="280"/>
                  </a:cubicBezTo>
                  <a:cubicBezTo>
                    <a:pt x="35" y="281"/>
                    <a:pt x="30" y="282"/>
                    <a:pt x="29" y="283"/>
                  </a:cubicBezTo>
                  <a:cubicBezTo>
                    <a:pt x="27" y="286"/>
                    <a:pt x="28" y="293"/>
                    <a:pt x="27" y="296"/>
                  </a:cubicBezTo>
                  <a:cubicBezTo>
                    <a:pt x="26" y="301"/>
                    <a:pt x="22" y="304"/>
                    <a:pt x="21" y="309"/>
                  </a:cubicBezTo>
                  <a:cubicBezTo>
                    <a:pt x="20" y="312"/>
                    <a:pt x="23" y="316"/>
                    <a:pt x="22" y="320"/>
                  </a:cubicBezTo>
                  <a:cubicBezTo>
                    <a:pt x="22" y="322"/>
                    <a:pt x="9" y="328"/>
                    <a:pt x="6" y="332"/>
                  </a:cubicBezTo>
                  <a:cubicBezTo>
                    <a:pt x="4" y="337"/>
                    <a:pt x="7" y="339"/>
                    <a:pt x="8" y="342"/>
                  </a:cubicBezTo>
                  <a:cubicBezTo>
                    <a:pt x="8" y="343"/>
                    <a:pt x="8" y="343"/>
                    <a:pt x="8" y="343"/>
                  </a:cubicBezTo>
                  <a:cubicBezTo>
                    <a:pt x="7" y="344"/>
                    <a:pt x="4" y="345"/>
                    <a:pt x="3" y="345"/>
                  </a:cubicBezTo>
                  <a:cubicBezTo>
                    <a:pt x="2" y="345"/>
                    <a:pt x="1" y="344"/>
                    <a:pt x="1" y="344"/>
                  </a:cubicBezTo>
                  <a:cubicBezTo>
                    <a:pt x="0" y="345"/>
                    <a:pt x="1" y="346"/>
                    <a:pt x="1" y="346"/>
                  </a:cubicBezTo>
                  <a:cubicBezTo>
                    <a:pt x="1" y="348"/>
                    <a:pt x="1" y="349"/>
                    <a:pt x="1" y="351"/>
                  </a:cubicBezTo>
                  <a:cubicBezTo>
                    <a:pt x="2" y="354"/>
                    <a:pt x="8" y="355"/>
                    <a:pt x="8" y="357"/>
                  </a:cubicBezTo>
                  <a:cubicBezTo>
                    <a:pt x="8" y="361"/>
                    <a:pt x="8" y="356"/>
                    <a:pt x="6" y="358"/>
                  </a:cubicBezTo>
                  <a:cubicBezTo>
                    <a:pt x="5" y="360"/>
                    <a:pt x="10" y="363"/>
                    <a:pt x="11" y="365"/>
                  </a:cubicBezTo>
                  <a:cubicBezTo>
                    <a:pt x="11" y="367"/>
                    <a:pt x="12" y="370"/>
                    <a:pt x="13" y="372"/>
                  </a:cubicBezTo>
                  <a:cubicBezTo>
                    <a:pt x="14" y="373"/>
                    <a:pt x="17" y="373"/>
                    <a:pt x="18" y="375"/>
                  </a:cubicBezTo>
                  <a:cubicBezTo>
                    <a:pt x="19" y="376"/>
                    <a:pt x="19" y="379"/>
                    <a:pt x="20" y="380"/>
                  </a:cubicBezTo>
                  <a:cubicBezTo>
                    <a:pt x="20" y="380"/>
                    <a:pt x="23" y="381"/>
                    <a:pt x="23" y="381"/>
                  </a:cubicBezTo>
                  <a:cubicBezTo>
                    <a:pt x="25" y="383"/>
                    <a:pt x="28" y="387"/>
                    <a:pt x="29" y="389"/>
                  </a:cubicBezTo>
                  <a:cubicBezTo>
                    <a:pt x="31" y="393"/>
                    <a:pt x="22" y="398"/>
                    <a:pt x="25" y="400"/>
                  </a:cubicBezTo>
                  <a:cubicBezTo>
                    <a:pt x="29" y="403"/>
                    <a:pt x="44" y="399"/>
                    <a:pt x="47" y="404"/>
                  </a:cubicBezTo>
                  <a:cubicBezTo>
                    <a:pt x="48" y="405"/>
                    <a:pt x="47" y="408"/>
                    <a:pt x="48" y="409"/>
                  </a:cubicBezTo>
                  <a:cubicBezTo>
                    <a:pt x="49" y="411"/>
                    <a:pt x="51" y="411"/>
                    <a:pt x="52" y="413"/>
                  </a:cubicBezTo>
                  <a:cubicBezTo>
                    <a:pt x="51" y="416"/>
                    <a:pt x="51" y="416"/>
                    <a:pt x="51" y="416"/>
                  </a:cubicBezTo>
                  <a:cubicBezTo>
                    <a:pt x="51" y="417"/>
                    <a:pt x="52" y="416"/>
                    <a:pt x="53" y="416"/>
                  </a:cubicBezTo>
                  <a:cubicBezTo>
                    <a:pt x="55" y="416"/>
                    <a:pt x="58" y="416"/>
                    <a:pt x="60" y="416"/>
                  </a:cubicBezTo>
                  <a:cubicBezTo>
                    <a:pt x="73" y="416"/>
                    <a:pt x="72" y="418"/>
                    <a:pt x="83" y="410"/>
                  </a:cubicBezTo>
                  <a:cubicBezTo>
                    <a:pt x="86" y="408"/>
                    <a:pt x="94" y="399"/>
                    <a:pt x="95" y="401"/>
                  </a:cubicBezTo>
                  <a:cubicBezTo>
                    <a:pt x="95" y="402"/>
                    <a:pt x="93" y="404"/>
                    <a:pt x="93" y="405"/>
                  </a:cubicBezTo>
                  <a:cubicBezTo>
                    <a:pt x="95" y="407"/>
                    <a:pt x="95" y="407"/>
                    <a:pt x="95" y="407"/>
                  </a:cubicBezTo>
                  <a:cubicBezTo>
                    <a:pt x="96" y="410"/>
                    <a:pt x="93" y="410"/>
                    <a:pt x="92" y="411"/>
                  </a:cubicBezTo>
                  <a:cubicBezTo>
                    <a:pt x="92" y="416"/>
                    <a:pt x="92" y="416"/>
                    <a:pt x="92" y="416"/>
                  </a:cubicBezTo>
                  <a:cubicBezTo>
                    <a:pt x="93" y="421"/>
                    <a:pt x="93" y="427"/>
                    <a:pt x="93" y="432"/>
                  </a:cubicBezTo>
                  <a:cubicBezTo>
                    <a:pt x="93" y="433"/>
                    <a:pt x="93" y="443"/>
                    <a:pt x="93" y="443"/>
                  </a:cubicBezTo>
                  <a:cubicBezTo>
                    <a:pt x="94" y="444"/>
                    <a:pt x="95" y="441"/>
                    <a:pt x="96" y="441"/>
                  </a:cubicBezTo>
                  <a:cubicBezTo>
                    <a:pt x="99" y="442"/>
                    <a:pt x="99" y="446"/>
                    <a:pt x="103" y="445"/>
                  </a:cubicBezTo>
                  <a:cubicBezTo>
                    <a:pt x="106" y="444"/>
                    <a:pt x="109" y="441"/>
                    <a:pt x="112" y="441"/>
                  </a:cubicBezTo>
                  <a:cubicBezTo>
                    <a:pt x="114" y="440"/>
                    <a:pt x="117" y="440"/>
                    <a:pt x="121" y="441"/>
                  </a:cubicBezTo>
                  <a:cubicBezTo>
                    <a:pt x="127" y="441"/>
                    <a:pt x="132" y="442"/>
                    <a:pt x="135" y="442"/>
                  </a:cubicBezTo>
                  <a:cubicBezTo>
                    <a:pt x="137" y="442"/>
                    <a:pt x="144" y="443"/>
                    <a:pt x="144" y="443"/>
                  </a:cubicBezTo>
                  <a:cubicBezTo>
                    <a:pt x="145" y="445"/>
                    <a:pt x="140" y="446"/>
                    <a:pt x="145" y="446"/>
                  </a:cubicBezTo>
                  <a:cubicBezTo>
                    <a:pt x="148" y="446"/>
                    <a:pt x="154" y="444"/>
                    <a:pt x="156" y="442"/>
                  </a:cubicBezTo>
                  <a:cubicBezTo>
                    <a:pt x="158" y="440"/>
                    <a:pt x="159" y="436"/>
                    <a:pt x="161" y="434"/>
                  </a:cubicBezTo>
                  <a:cubicBezTo>
                    <a:pt x="164" y="432"/>
                    <a:pt x="171" y="435"/>
                    <a:pt x="172" y="434"/>
                  </a:cubicBezTo>
                  <a:cubicBezTo>
                    <a:pt x="172" y="434"/>
                    <a:pt x="172" y="433"/>
                    <a:pt x="173" y="432"/>
                  </a:cubicBezTo>
                  <a:cubicBezTo>
                    <a:pt x="174" y="430"/>
                    <a:pt x="180" y="425"/>
                    <a:pt x="182" y="424"/>
                  </a:cubicBezTo>
                  <a:cubicBezTo>
                    <a:pt x="183" y="424"/>
                    <a:pt x="184" y="424"/>
                    <a:pt x="184" y="424"/>
                  </a:cubicBezTo>
                  <a:cubicBezTo>
                    <a:pt x="185" y="424"/>
                    <a:pt x="186" y="424"/>
                    <a:pt x="186" y="424"/>
                  </a:cubicBezTo>
                  <a:cubicBezTo>
                    <a:pt x="190" y="422"/>
                    <a:pt x="193" y="417"/>
                    <a:pt x="196" y="415"/>
                  </a:cubicBezTo>
                  <a:cubicBezTo>
                    <a:pt x="201" y="412"/>
                    <a:pt x="210" y="409"/>
                    <a:pt x="215" y="409"/>
                  </a:cubicBezTo>
                  <a:cubicBezTo>
                    <a:pt x="217" y="409"/>
                    <a:pt x="221" y="408"/>
                    <a:pt x="222" y="408"/>
                  </a:cubicBezTo>
                  <a:cubicBezTo>
                    <a:pt x="222" y="408"/>
                    <a:pt x="222" y="409"/>
                    <a:pt x="223" y="409"/>
                  </a:cubicBezTo>
                  <a:cubicBezTo>
                    <a:pt x="223" y="409"/>
                    <a:pt x="223" y="408"/>
                    <a:pt x="223" y="408"/>
                  </a:cubicBezTo>
                  <a:cubicBezTo>
                    <a:pt x="224" y="408"/>
                    <a:pt x="227" y="410"/>
                    <a:pt x="228" y="411"/>
                  </a:cubicBezTo>
                  <a:cubicBezTo>
                    <a:pt x="230" y="412"/>
                    <a:pt x="231" y="405"/>
                    <a:pt x="234" y="407"/>
                  </a:cubicBezTo>
                  <a:cubicBezTo>
                    <a:pt x="236" y="411"/>
                    <a:pt x="236" y="411"/>
                    <a:pt x="236" y="411"/>
                  </a:cubicBezTo>
                  <a:cubicBezTo>
                    <a:pt x="236" y="411"/>
                    <a:pt x="236" y="423"/>
                    <a:pt x="236" y="423"/>
                  </a:cubicBezTo>
                  <a:cubicBezTo>
                    <a:pt x="235" y="425"/>
                    <a:pt x="233" y="427"/>
                    <a:pt x="232" y="429"/>
                  </a:cubicBezTo>
                  <a:cubicBezTo>
                    <a:pt x="231" y="434"/>
                    <a:pt x="237" y="439"/>
                    <a:pt x="237" y="441"/>
                  </a:cubicBezTo>
                  <a:cubicBezTo>
                    <a:pt x="236" y="443"/>
                    <a:pt x="234" y="445"/>
                    <a:pt x="234" y="447"/>
                  </a:cubicBezTo>
                  <a:cubicBezTo>
                    <a:pt x="233" y="449"/>
                    <a:pt x="235" y="450"/>
                    <a:pt x="236" y="451"/>
                  </a:cubicBezTo>
                  <a:cubicBezTo>
                    <a:pt x="236" y="452"/>
                    <a:pt x="235" y="454"/>
                    <a:pt x="236" y="455"/>
                  </a:cubicBezTo>
                  <a:cubicBezTo>
                    <a:pt x="238" y="457"/>
                    <a:pt x="240" y="457"/>
                    <a:pt x="240" y="460"/>
                  </a:cubicBezTo>
                  <a:cubicBezTo>
                    <a:pt x="240" y="460"/>
                    <a:pt x="239" y="461"/>
                    <a:pt x="239" y="462"/>
                  </a:cubicBezTo>
                  <a:cubicBezTo>
                    <a:pt x="239" y="464"/>
                    <a:pt x="242" y="462"/>
                    <a:pt x="243" y="463"/>
                  </a:cubicBezTo>
                  <a:cubicBezTo>
                    <a:pt x="245" y="465"/>
                    <a:pt x="244" y="469"/>
                    <a:pt x="245" y="470"/>
                  </a:cubicBezTo>
                  <a:cubicBezTo>
                    <a:pt x="245" y="470"/>
                    <a:pt x="250" y="470"/>
                    <a:pt x="250" y="470"/>
                  </a:cubicBezTo>
                  <a:cubicBezTo>
                    <a:pt x="251" y="471"/>
                    <a:pt x="251" y="473"/>
                    <a:pt x="252" y="473"/>
                  </a:cubicBezTo>
                  <a:cubicBezTo>
                    <a:pt x="253" y="473"/>
                    <a:pt x="253" y="472"/>
                    <a:pt x="254" y="472"/>
                  </a:cubicBezTo>
                  <a:cubicBezTo>
                    <a:pt x="254" y="472"/>
                    <a:pt x="253" y="473"/>
                    <a:pt x="254" y="474"/>
                  </a:cubicBezTo>
                  <a:cubicBezTo>
                    <a:pt x="254" y="474"/>
                    <a:pt x="255" y="474"/>
                    <a:pt x="255" y="474"/>
                  </a:cubicBezTo>
                  <a:cubicBezTo>
                    <a:pt x="256" y="475"/>
                    <a:pt x="259" y="475"/>
                    <a:pt x="259" y="476"/>
                  </a:cubicBezTo>
                  <a:cubicBezTo>
                    <a:pt x="260" y="476"/>
                    <a:pt x="257" y="480"/>
                    <a:pt x="261" y="482"/>
                  </a:cubicBezTo>
                  <a:cubicBezTo>
                    <a:pt x="262" y="482"/>
                    <a:pt x="274" y="484"/>
                    <a:pt x="274" y="484"/>
                  </a:cubicBezTo>
                  <a:cubicBezTo>
                    <a:pt x="277" y="483"/>
                    <a:pt x="277" y="481"/>
                    <a:pt x="281" y="482"/>
                  </a:cubicBezTo>
                  <a:cubicBezTo>
                    <a:pt x="284" y="483"/>
                    <a:pt x="289" y="488"/>
                    <a:pt x="293" y="488"/>
                  </a:cubicBezTo>
                  <a:cubicBezTo>
                    <a:pt x="294" y="488"/>
                    <a:pt x="295" y="485"/>
                    <a:pt x="297" y="487"/>
                  </a:cubicBezTo>
                  <a:cubicBezTo>
                    <a:pt x="299" y="489"/>
                    <a:pt x="300" y="496"/>
                    <a:pt x="305" y="497"/>
                  </a:cubicBezTo>
                  <a:cubicBezTo>
                    <a:pt x="305" y="497"/>
                    <a:pt x="307" y="495"/>
                    <a:pt x="307" y="495"/>
                  </a:cubicBezTo>
                  <a:cubicBezTo>
                    <a:pt x="307" y="495"/>
                    <a:pt x="310" y="498"/>
                    <a:pt x="310" y="498"/>
                  </a:cubicBezTo>
                  <a:cubicBezTo>
                    <a:pt x="310" y="498"/>
                    <a:pt x="313" y="498"/>
                    <a:pt x="313" y="498"/>
                  </a:cubicBezTo>
                  <a:cubicBezTo>
                    <a:pt x="314" y="498"/>
                    <a:pt x="314" y="500"/>
                    <a:pt x="315" y="500"/>
                  </a:cubicBezTo>
                  <a:cubicBezTo>
                    <a:pt x="316" y="500"/>
                    <a:pt x="316" y="500"/>
                    <a:pt x="317" y="500"/>
                  </a:cubicBezTo>
                  <a:cubicBezTo>
                    <a:pt x="318" y="500"/>
                    <a:pt x="320" y="500"/>
                    <a:pt x="321" y="500"/>
                  </a:cubicBezTo>
                  <a:cubicBezTo>
                    <a:pt x="321" y="500"/>
                    <a:pt x="322" y="500"/>
                    <a:pt x="323" y="500"/>
                  </a:cubicBezTo>
                  <a:cubicBezTo>
                    <a:pt x="324" y="501"/>
                    <a:pt x="324" y="504"/>
                    <a:pt x="325" y="506"/>
                  </a:cubicBezTo>
                  <a:cubicBezTo>
                    <a:pt x="325" y="506"/>
                    <a:pt x="329" y="508"/>
                    <a:pt x="329" y="508"/>
                  </a:cubicBezTo>
                  <a:cubicBezTo>
                    <a:pt x="330" y="509"/>
                    <a:pt x="330" y="510"/>
                    <a:pt x="330" y="511"/>
                  </a:cubicBezTo>
                  <a:cubicBezTo>
                    <a:pt x="332" y="512"/>
                    <a:pt x="335" y="509"/>
                    <a:pt x="337" y="510"/>
                  </a:cubicBezTo>
                  <a:cubicBezTo>
                    <a:pt x="340" y="510"/>
                    <a:pt x="337" y="512"/>
                    <a:pt x="341" y="511"/>
                  </a:cubicBezTo>
                  <a:cubicBezTo>
                    <a:pt x="341" y="511"/>
                    <a:pt x="344" y="509"/>
                    <a:pt x="344" y="509"/>
                  </a:cubicBezTo>
                  <a:cubicBezTo>
                    <a:pt x="345" y="509"/>
                    <a:pt x="347" y="511"/>
                    <a:pt x="348" y="510"/>
                  </a:cubicBezTo>
                  <a:cubicBezTo>
                    <a:pt x="351" y="509"/>
                    <a:pt x="351" y="509"/>
                    <a:pt x="351" y="509"/>
                  </a:cubicBezTo>
                  <a:cubicBezTo>
                    <a:pt x="351" y="509"/>
                    <a:pt x="357" y="514"/>
                    <a:pt x="358" y="515"/>
                  </a:cubicBezTo>
                  <a:cubicBezTo>
                    <a:pt x="360" y="516"/>
                    <a:pt x="364" y="516"/>
                    <a:pt x="366" y="518"/>
                  </a:cubicBezTo>
                  <a:cubicBezTo>
                    <a:pt x="372" y="522"/>
                    <a:pt x="367" y="524"/>
                    <a:pt x="367" y="527"/>
                  </a:cubicBezTo>
                  <a:cubicBezTo>
                    <a:pt x="366" y="532"/>
                    <a:pt x="371" y="535"/>
                    <a:pt x="370" y="539"/>
                  </a:cubicBezTo>
                  <a:cubicBezTo>
                    <a:pt x="370" y="541"/>
                    <a:pt x="368" y="543"/>
                    <a:pt x="368" y="545"/>
                  </a:cubicBezTo>
                  <a:cubicBezTo>
                    <a:pt x="368" y="546"/>
                    <a:pt x="370" y="552"/>
                    <a:pt x="369" y="553"/>
                  </a:cubicBezTo>
                  <a:cubicBezTo>
                    <a:pt x="368" y="554"/>
                    <a:pt x="365" y="551"/>
                    <a:pt x="366" y="555"/>
                  </a:cubicBezTo>
                  <a:cubicBezTo>
                    <a:pt x="366" y="558"/>
                    <a:pt x="373" y="560"/>
                    <a:pt x="373" y="565"/>
                  </a:cubicBezTo>
                  <a:cubicBezTo>
                    <a:pt x="374" y="567"/>
                    <a:pt x="375" y="584"/>
                    <a:pt x="375" y="584"/>
                  </a:cubicBezTo>
                  <a:cubicBezTo>
                    <a:pt x="376" y="585"/>
                    <a:pt x="377" y="584"/>
                    <a:pt x="377" y="584"/>
                  </a:cubicBezTo>
                  <a:cubicBezTo>
                    <a:pt x="380" y="584"/>
                    <a:pt x="382" y="584"/>
                    <a:pt x="384" y="584"/>
                  </a:cubicBezTo>
                  <a:cubicBezTo>
                    <a:pt x="394" y="585"/>
                    <a:pt x="403" y="585"/>
                    <a:pt x="413" y="586"/>
                  </a:cubicBezTo>
                  <a:cubicBezTo>
                    <a:pt x="415" y="586"/>
                    <a:pt x="417" y="586"/>
                    <a:pt x="419" y="586"/>
                  </a:cubicBezTo>
                  <a:cubicBezTo>
                    <a:pt x="420" y="586"/>
                    <a:pt x="420" y="586"/>
                    <a:pt x="421" y="586"/>
                  </a:cubicBezTo>
                  <a:cubicBezTo>
                    <a:pt x="422" y="586"/>
                    <a:pt x="423" y="584"/>
                    <a:pt x="424" y="585"/>
                  </a:cubicBezTo>
                  <a:cubicBezTo>
                    <a:pt x="426" y="588"/>
                    <a:pt x="421" y="592"/>
                    <a:pt x="420" y="594"/>
                  </a:cubicBezTo>
                  <a:cubicBezTo>
                    <a:pt x="419" y="596"/>
                    <a:pt x="420" y="609"/>
                    <a:pt x="422" y="611"/>
                  </a:cubicBezTo>
                  <a:cubicBezTo>
                    <a:pt x="424" y="614"/>
                    <a:pt x="438" y="616"/>
                    <a:pt x="439" y="620"/>
                  </a:cubicBezTo>
                  <a:cubicBezTo>
                    <a:pt x="439" y="621"/>
                    <a:pt x="438" y="621"/>
                    <a:pt x="438" y="621"/>
                  </a:cubicBezTo>
                  <a:cubicBezTo>
                    <a:pt x="438" y="622"/>
                    <a:pt x="443" y="634"/>
                    <a:pt x="443" y="635"/>
                  </a:cubicBezTo>
                  <a:cubicBezTo>
                    <a:pt x="443" y="635"/>
                    <a:pt x="446" y="636"/>
                    <a:pt x="446" y="636"/>
                  </a:cubicBezTo>
                  <a:cubicBezTo>
                    <a:pt x="446" y="637"/>
                    <a:pt x="444" y="637"/>
                    <a:pt x="444" y="637"/>
                  </a:cubicBezTo>
                  <a:cubicBezTo>
                    <a:pt x="442" y="639"/>
                    <a:pt x="442" y="644"/>
                    <a:pt x="441" y="647"/>
                  </a:cubicBezTo>
                  <a:cubicBezTo>
                    <a:pt x="440" y="649"/>
                    <a:pt x="438" y="654"/>
                    <a:pt x="438" y="656"/>
                  </a:cubicBezTo>
                  <a:cubicBezTo>
                    <a:pt x="438" y="656"/>
                    <a:pt x="441" y="658"/>
                    <a:pt x="440" y="659"/>
                  </a:cubicBezTo>
                  <a:cubicBezTo>
                    <a:pt x="439" y="660"/>
                    <a:pt x="438" y="659"/>
                    <a:pt x="437" y="660"/>
                  </a:cubicBezTo>
                  <a:cubicBezTo>
                    <a:pt x="435" y="663"/>
                    <a:pt x="433" y="668"/>
                    <a:pt x="432" y="671"/>
                  </a:cubicBezTo>
                  <a:cubicBezTo>
                    <a:pt x="431" y="672"/>
                    <a:pt x="428" y="676"/>
                    <a:pt x="429" y="678"/>
                  </a:cubicBezTo>
                  <a:cubicBezTo>
                    <a:pt x="429" y="681"/>
                    <a:pt x="439" y="683"/>
                    <a:pt x="433" y="686"/>
                  </a:cubicBezTo>
                  <a:cubicBezTo>
                    <a:pt x="432" y="686"/>
                    <a:pt x="431" y="688"/>
                    <a:pt x="429" y="688"/>
                  </a:cubicBezTo>
                  <a:cubicBezTo>
                    <a:pt x="429" y="688"/>
                    <a:pt x="428" y="688"/>
                    <a:pt x="428" y="688"/>
                  </a:cubicBezTo>
                  <a:cubicBezTo>
                    <a:pt x="428" y="688"/>
                    <a:pt x="428" y="688"/>
                    <a:pt x="428" y="688"/>
                  </a:cubicBezTo>
                  <a:cubicBezTo>
                    <a:pt x="427" y="689"/>
                    <a:pt x="427" y="689"/>
                    <a:pt x="427" y="689"/>
                  </a:cubicBezTo>
                  <a:cubicBezTo>
                    <a:pt x="430" y="691"/>
                    <a:pt x="425" y="691"/>
                    <a:pt x="428" y="692"/>
                  </a:cubicBezTo>
                  <a:cubicBezTo>
                    <a:pt x="428" y="693"/>
                    <a:pt x="429" y="692"/>
                    <a:pt x="429" y="692"/>
                  </a:cubicBezTo>
                  <a:cubicBezTo>
                    <a:pt x="429" y="695"/>
                    <a:pt x="429" y="695"/>
                    <a:pt x="429" y="695"/>
                  </a:cubicBezTo>
                  <a:cubicBezTo>
                    <a:pt x="429" y="695"/>
                    <a:pt x="432" y="696"/>
                    <a:pt x="432" y="696"/>
                  </a:cubicBezTo>
                  <a:cubicBezTo>
                    <a:pt x="432" y="697"/>
                    <a:pt x="431" y="704"/>
                    <a:pt x="432" y="704"/>
                  </a:cubicBezTo>
                  <a:cubicBezTo>
                    <a:pt x="432" y="704"/>
                    <a:pt x="433" y="703"/>
                    <a:pt x="433" y="703"/>
                  </a:cubicBezTo>
                  <a:cubicBezTo>
                    <a:pt x="435" y="702"/>
                    <a:pt x="435" y="705"/>
                    <a:pt x="434" y="705"/>
                  </a:cubicBezTo>
                  <a:cubicBezTo>
                    <a:pt x="433" y="706"/>
                    <a:pt x="432" y="706"/>
                    <a:pt x="433" y="706"/>
                  </a:cubicBezTo>
                  <a:cubicBezTo>
                    <a:pt x="433" y="707"/>
                    <a:pt x="434" y="707"/>
                    <a:pt x="435" y="707"/>
                  </a:cubicBezTo>
                  <a:cubicBezTo>
                    <a:pt x="435" y="708"/>
                    <a:pt x="434" y="708"/>
                    <a:pt x="434" y="709"/>
                  </a:cubicBezTo>
                  <a:cubicBezTo>
                    <a:pt x="434" y="710"/>
                    <a:pt x="436" y="709"/>
                    <a:pt x="436" y="710"/>
                  </a:cubicBezTo>
                  <a:cubicBezTo>
                    <a:pt x="437" y="711"/>
                    <a:pt x="436" y="716"/>
                    <a:pt x="436" y="717"/>
                  </a:cubicBezTo>
                  <a:cubicBezTo>
                    <a:pt x="434" y="719"/>
                    <a:pt x="434" y="719"/>
                    <a:pt x="434" y="719"/>
                  </a:cubicBezTo>
                  <a:cubicBezTo>
                    <a:pt x="434" y="720"/>
                    <a:pt x="435" y="720"/>
                    <a:pt x="435" y="721"/>
                  </a:cubicBezTo>
                  <a:cubicBezTo>
                    <a:pt x="435" y="722"/>
                    <a:pt x="433" y="724"/>
                    <a:pt x="433" y="725"/>
                  </a:cubicBezTo>
                  <a:cubicBezTo>
                    <a:pt x="432" y="727"/>
                    <a:pt x="434" y="728"/>
                    <a:pt x="434" y="730"/>
                  </a:cubicBezTo>
                  <a:cubicBezTo>
                    <a:pt x="434" y="733"/>
                    <a:pt x="433" y="733"/>
                    <a:pt x="433" y="736"/>
                  </a:cubicBezTo>
                  <a:cubicBezTo>
                    <a:pt x="433" y="737"/>
                    <a:pt x="431" y="739"/>
                    <a:pt x="431" y="741"/>
                  </a:cubicBezTo>
                  <a:cubicBezTo>
                    <a:pt x="432" y="744"/>
                    <a:pt x="439" y="740"/>
                    <a:pt x="440" y="741"/>
                  </a:cubicBezTo>
                  <a:cubicBezTo>
                    <a:pt x="441" y="741"/>
                    <a:pt x="440" y="742"/>
                    <a:pt x="441" y="743"/>
                  </a:cubicBezTo>
                  <a:cubicBezTo>
                    <a:pt x="442" y="744"/>
                    <a:pt x="455" y="745"/>
                    <a:pt x="457" y="745"/>
                  </a:cubicBezTo>
                  <a:cubicBezTo>
                    <a:pt x="460" y="745"/>
                    <a:pt x="460" y="745"/>
                    <a:pt x="460" y="745"/>
                  </a:cubicBezTo>
                  <a:cubicBezTo>
                    <a:pt x="460" y="745"/>
                    <a:pt x="458" y="748"/>
                    <a:pt x="461" y="747"/>
                  </a:cubicBezTo>
                  <a:cubicBezTo>
                    <a:pt x="463" y="746"/>
                    <a:pt x="462" y="744"/>
                    <a:pt x="465" y="744"/>
                  </a:cubicBezTo>
                  <a:cubicBezTo>
                    <a:pt x="465" y="744"/>
                    <a:pt x="466" y="746"/>
                    <a:pt x="466" y="746"/>
                  </a:cubicBezTo>
                  <a:cubicBezTo>
                    <a:pt x="469" y="745"/>
                    <a:pt x="469" y="740"/>
                    <a:pt x="472" y="740"/>
                  </a:cubicBezTo>
                  <a:cubicBezTo>
                    <a:pt x="474" y="741"/>
                    <a:pt x="476" y="745"/>
                    <a:pt x="477" y="746"/>
                  </a:cubicBezTo>
                  <a:cubicBezTo>
                    <a:pt x="480" y="747"/>
                    <a:pt x="484" y="745"/>
                    <a:pt x="486" y="746"/>
                  </a:cubicBezTo>
                  <a:cubicBezTo>
                    <a:pt x="487" y="747"/>
                    <a:pt x="492" y="756"/>
                    <a:pt x="492" y="758"/>
                  </a:cubicBezTo>
                  <a:cubicBezTo>
                    <a:pt x="493" y="760"/>
                    <a:pt x="491" y="763"/>
                    <a:pt x="492" y="765"/>
                  </a:cubicBezTo>
                  <a:cubicBezTo>
                    <a:pt x="492" y="769"/>
                    <a:pt x="494" y="773"/>
                    <a:pt x="495" y="776"/>
                  </a:cubicBezTo>
                  <a:cubicBezTo>
                    <a:pt x="495" y="777"/>
                    <a:pt x="494" y="780"/>
                    <a:pt x="494" y="782"/>
                  </a:cubicBezTo>
                  <a:cubicBezTo>
                    <a:pt x="495" y="784"/>
                    <a:pt x="496" y="786"/>
                    <a:pt x="496" y="788"/>
                  </a:cubicBezTo>
                  <a:cubicBezTo>
                    <a:pt x="496" y="789"/>
                    <a:pt x="496" y="791"/>
                    <a:pt x="497" y="791"/>
                  </a:cubicBezTo>
                  <a:cubicBezTo>
                    <a:pt x="505" y="797"/>
                    <a:pt x="511" y="787"/>
                    <a:pt x="517" y="787"/>
                  </a:cubicBezTo>
                  <a:cubicBezTo>
                    <a:pt x="518" y="787"/>
                    <a:pt x="522" y="790"/>
                    <a:pt x="523" y="791"/>
                  </a:cubicBezTo>
                  <a:cubicBezTo>
                    <a:pt x="523" y="791"/>
                    <a:pt x="526" y="794"/>
                    <a:pt x="526" y="794"/>
                  </a:cubicBezTo>
                  <a:cubicBezTo>
                    <a:pt x="526" y="795"/>
                    <a:pt x="524" y="795"/>
                    <a:pt x="524" y="796"/>
                  </a:cubicBezTo>
                  <a:cubicBezTo>
                    <a:pt x="523" y="799"/>
                    <a:pt x="527" y="800"/>
                    <a:pt x="525" y="804"/>
                  </a:cubicBezTo>
                  <a:cubicBezTo>
                    <a:pt x="524" y="807"/>
                    <a:pt x="520" y="817"/>
                    <a:pt x="520" y="820"/>
                  </a:cubicBezTo>
                  <a:cubicBezTo>
                    <a:pt x="520" y="821"/>
                    <a:pt x="521" y="822"/>
                    <a:pt x="521" y="823"/>
                  </a:cubicBezTo>
                  <a:cubicBezTo>
                    <a:pt x="521" y="825"/>
                    <a:pt x="516" y="828"/>
                    <a:pt x="516" y="831"/>
                  </a:cubicBezTo>
                  <a:cubicBezTo>
                    <a:pt x="515" y="831"/>
                    <a:pt x="516" y="833"/>
                    <a:pt x="516" y="834"/>
                  </a:cubicBezTo>
                  <a:cubicBezTo>
                    <a:pt x="522" y="839"/>
                    <a:pt x="521" y="833"/>
                    <a:pt x="524" y="834"/>
                  </a:cubicBezTo>
                  <a:cubicBezTo>
                    <a:pt x="525" y="834"/>
                    <a:pt x="525" y="835"/>
                    <a:pt x="525" y="835"/>
                  </a:cubicBezTo>
                  <a:cubicBezTo>
                    <a:pt x="525" y="835"/>
                    <a:pt x="528" y="831"/>
                    <a:pt x="529" y="833"/>
                  </a:cubicBezTo>
                  <a:cubicBezTo>
                    <a:pt x="529" y="833"/>
                    <a:pt x="528" y="834"/>
                    <a:pt x="528" y="834"/>
                  </a:cubicBezTo>
                  <a:cubicBezTo>
                    <a:pt x="528" y="835"/>
                    <a:pt x="529" y="835"/>
                    <a:pt x="529" y="835"/>
                  </a:cubicBezTo>
                  <a:cubicBezTo>
                    <a:pt x="529" y="835"/>
                    <a:pt x="529" y="834"/>
                    <a:pt x="529" y="834"/>
                  </a:cubicBezTo>
                  <a:cubicBezTo>
                    <a:pt x="531" y="833"/>
                    <a:pt x="532" y="836"/>
                    <a:pt x="532" y="837"/>
                  </a:cubicBezTo>
                  <a:cubicBezTo>
                    <a:pt x="533" y="837"/>
                    <a:pt x="533" y="836"/>
                    <a:pt x="534" y="836"/>
                  </a:cubicBezTo>
                  <a:cubicBezTo>
                    <a:pt x="536" y="838"/>
                    <a:pt x="534" y="843"/>
                    <a:pt x="535" y="845"/>
                  </a:cubicBezTo>
                  <a:cubicBezTo>
                    <a:pt x="536" y="847"/>
                    <a:pt x="538" y="849"/>
                    <a:pt x="539" y="851"/>
                  </a:cubicBezTo>
                  <a:cubicBezTo>
                    <a:pt x="540" y="854"/>
                    <a:pt x="538" y="855"/>
                    <a:pt x="537" y="858"/>
                  </a:cubicBezTo>
                  <a:cubicBezTo>
                    <a:pt x="537" y="862"/>
                    <a:pt x="538" y="873"/>
                    <a:pt x="535" y="875"/>
                  </a:cubicBezTo>
                  <a:cubicBezTo>
                    <a:pt x="534" y="876"/>
                    <a:pt x="528" y="879"/>
                    <a:pt x="527" y="880"/>
                  </a:cubicBezTo>
                  <a:cubicBezTo>
                    <a:pt x="527" y="880"/>
                    <a:pt x="526" y="880"/>
                    <a:pt x="526" y="880"/>
                  </a:cubicBezTo>
                  <a:cubicBezTo>
                    <a:pt x="525" y="880"/>
                    <a:pt x="526" y="879"/>
                    <a:pt x="525" y="879"/>
                  </a:cubicBezTo>
                  <a:cubicBezTo>
                    <a:pt x="524" y="879"/>
                    <a:pt x="523" y="884"/>
                    <a:pt x="522" y="884"/>
                  </a:cubicBezTo>
                  <a:cubicBezTo>
                    <a:pt x="518" y="883"/>
                    <a:pt x="518" y="885"/>
                    <a:pt x="516" y="885"/>
                  </a:cubicBezTo>
                  <a:cubicBezTo>
                    <a:pt x="515" y="885"/>
                    <a:pt x="515" y="884"/>
                    <a:pt x="515" y="884"/>
                  </a:cubicBezTo>
                  <a:cubicBezTo>
                    <a:pt x="513" y="884"/>
                    <a:pt x="512" y="887"/>
                    <a:pt x="510" y="887"/>
                  </a:cubicBezTo>
                  <a:cubicBezTo>
                    <a:pt x="510" y="887"/>
                    <a:pt x="510" y="886"/>
                    <a:pt x="509" y="886"/>
                  </a:cubicBezTo>
                  <a:cubicBezTo>
                    <a:pt x="508" y="887"/>
                    <a:pt x="507" y="891"/>
                    <a:pt x="506" y="892"/>
                  </a:cubicBezTo>
                  <a:cubicBezTo>
                    <a:pt x="505" y="893"/>
                    <a:pt x="502" y="893"/>
                    <a:pt x="502" y="893"/>
                  </a:cubicBezTo>
                  <a:cubicBezTo>
                    <a:pt x="502" y="894"/>
                    <a:pt x="504" y="895"/>
                    <a:pt x="503" y="895"/>
                  </a:cubicBezTo>
                  <a:cubicBezTo>
                    <a:pt x="500" y="895"/>
                    <a:pt x="498" y="895"/>
                    <a:pt x="495" y="898"/>
                  </a:cubicBezTo>
                  <a:cubicBezTo>
                    <a:pt x="494" y="899"/>
                    <a:pt x="494" y="900"/>
                    <a:pt x="493" y="901"/>
                  </a:cubicBezTo>
                  <a:cubicBezTo>
                    <a:pt x="491" y="903"/>
                    <a:pt x="487" y="903"/>
                    <a:pt x="485" y="904"/>
                  </a:cubicBezTo>
                  <a:cubicBezTo>
                    <a:pt x="483" y="905"/>
                    <a:pt x="490" y="908"/>
                    <a:pt x="486" y="910"/>
                  </a:cubicBezTo>
                  <a:cubicBezTo>
                    <a:pt x="485" y="910"/>
                    <a:pt x="484" y="907"/>
                    <a:pt x="482" y="908"/>
                  </a:cubicBezTo>
                  <a:cubicBezTo>
                    <a:pt x="480" y="908"/>
                    <a:pt x="482" y="909"/>
                    <a:pt x="481" y="911"/>
                  </a:cubicBezTo>
                  <a:cubicBezTo>
                    <a:pt x="481" y="911"/>
                    <a:pt x="478" y="911"/>
                    <a:pt x="478" y="912"/>
                  </a:cubicBezTo>
                  <a:cubicBezTo>
                    <a:pt x="478" y="912"/>
                    <a:pt x="478" y="913"/>
                    <a:pt x="478" y="914"/>
                  </a:cubicBezTo>
                  <a:cubicBezTo>
                    <a:pt x="477" y="916"/>
                    <a:pt x="473" y="917"/>
                    <a:pt x="471" y="919"/>
                  </a:cubicBezTo>
                  <a:cubicBezTo>
                    <a:pt x="470" y="921"/>
                    <a:pt x="469" y="924"/>
                    <a:pt x="468" y="926"/>
                  </a:cubicBezTo>
                  <a:cubicBezTo>
                    <a:pt x="467" y="927"/>
                    <a:pt x="465" y="927"/>
                    <a:pt x="464" y="928"/>
                  </a:cubicBezTo>
                  <a:cubicBezTo>
                    <a:pt x="462" y="929"/>
                    <a:pt x="462" y="932"/>
                    <a:pt x="461" y="934"/>
                  </a:cubicBezTo>
                  <a:cubicBezTo>
                    <a:pt x="459" y="937"/>
                    <a:pt x="455" y="940"/>
                    <a:pt x="452" y="943"/>
                  </a:cubicBezTo>
                  <a:cubicBezTo>
                    <a:pt x="451" y="945"/>
                    <a:pt x="447" y="945"/>
                    <a:pt x="446" y="946"/>
                  </a:cubicBezTo>
                  <a:cubicBezTo>
                    <a:pt x="445" y="948"/>
                    <a:pt x="446" y="949"/>
                    <a:pt x="445" y="951"/>
                  </a:cubicBezTo>
                  <a:cubicBezTo>
                    <a:pt x="444" y="953"/>
                    <a:pt x="439" y="955"/>
                    <a:pt x="438" y="956"/>
                  </a:cubicBezTo>
                  <a:cubicBezTo>
                    <a:pt x="438" y="956"/>
                    <a:pt x="438" y="956"/>
                    <a:pt x="438" y="956"/>
                  </a:cubicBezTo>
                  <a:cubicBezTo>
                    <a:pt x="440" y="957"/>
                    <a:pt x="438" y="955"/>
                    <a:pt x="439" y="958"/>
                  </a:cubicBezTo>
                  <a:cubicBezTo>
                    <a:pt x="440" y="959"/>
                    <a:pt x="446" y="959"/>
                    <a:pt x="448" y="959"/>
                  </a:cubicBezTo>
                  <a:cubicBezTo>
                    <a:pt x="451" y="958"/>
                    <a:pt x="449" y="951"/>
                    <a:pt x="458" y="954"/>
                  </a:cubicBezTo>
                  <a:cubicBezTo>
                    <a:pt x="459" y="954"/>
                    <a:pt x="462" y="957"/>
                    <a:pt x="462" y="958"/>
                  </a:cubicBezTo>
                  <a:cubicBezTo>
                    <a:pt x="462" y="958"/>
                    <a:pt x="462" y="959"/>
                    <a:pt x="462" y="959"/>
                  </a:cubicBezTo>
                  <a:cubicBezTo>
                    <a:pt x="463" y="962"/>
                    <a:pt x="474" y="967"/>
                    <a:pt x="477" y="972"/>
                  </a:cubicBezTo>
                  <a:cubicBezTo>
                    <a:pt x="478" y="974"/>
                    <a:pt x="477" y="976"/>
                    <a:pt x="477" y="978"/>
                  </a:cubicBezTo>
                  <a:cubicBezTo>
                    <a:pt x="477" y="979"/>
                    <a:pt x="476" y="979"/>
                    <a:pt x="477" y="980"/>
                  </a:cubicBezTo>
                  <a:cubicBezTo>
                    <a:pt x="479" y="982"/>
                    <a:pt x="487" y="974"/>
                    <a:pt x="487" y="974"/>
                  </a:cubicBezTo>
                  <a:cubicBezTo>
                    <a:pt x="492" y="976"/>
                    <a:pt x="492" y="981"/>
                    <a:pt x="495" y="984"/>
                  </a:cubicBezTo>
                  <a:cubicBezTo>
                    <a:pt x="499" y="988"/>
                    <a:pt x="499" y="985"/>
                    <a:pt x="500" y="985"/>
                  </a:cubicBezTo>
                  <a:cubicBezTo>
                    <a:pt x="503" y="988"/>
                    <a:pt x="503" y="988"/>
                    <a:pt x="503" y="988"/>
                  </a:cubicBezTo>
                  <a:cubicBezTo>
                    <a:pt x="505" y="989"/>
                    <a:pt x="509" y="989"/>
                    <a:pt x="511" y="990"/>
                  </a:cubicBezTo>
                  <a:cubicBezTo>
                    <a:pt x="513" y="992"/>
                    <a:pt x="512" y="994"/>
                    <a:pt x="513" y="996"/>
                  </a:cubicBezTo>
                  <a:cubicBezTo>
                    <a:pt x="514" y="997"/>
                    <a:pt x="518" y="1000"/>
                    <a:pt x="520" y="1001"/>
                  </a:cubicBezTo>
                  <a:cubicBezTo>
                    <a:pt x="520" y="1001"/>
                    <a:pt x="521" y="1002"/>
                    <a:pt x="521" y="1002"/>
                  </a:cubicBezTo>
                  <a:cubicBezTo>
                    <a:pt x="522" y="1002"/>
                    <a:pt x="522" y="1001"/>
                    <a:pt x="523" y="1001"/>
                  </a:cubicBezTo>
                  <a:cubicBezTo>
                    <a:pt x="525" y="1001"/>
                    <a:pt x="526" y="1004"/>
                    <a:pt x="527" y="1005"/>
                  </a:cubicBezTo>
                  <a:cubicBezTo>
                    <a:pt x="528" y="1006"/>
                    <a:pt x="529" y="1005"/>
                    <a:pt x="530" y="1006"/>
                  </a:cubicBezTo>
                  <a:cubicBezTo>
                    <a:pt x="532" y="1008"/>
                    <a:pt x="531" y="1012"/>
                    <a:pt x="533" y="1014"/>
                  </a:cubicBezTo>
                  <a:cubicBezTo>
                    <a:pt x="535" y="1019"/>
                    <a:pt x="543" y="1020"/>
                    <a:pt x="545" y="1024"/>
                  </a:cubicBezTo>
                  <a:cubicBezTo>
                    <a:pt x="545" y="1024"/>
                    <a:pt x="541" y="1028"/>
                    <a:pt x="538" y="1031"/>
                  </a:cubicBezTo>
                  <a:cubicBezTo>
                    <a:pt x="538" y="1031"/>
                    <a:pt x="535" y="1034"/>
                    <a:pt x="535" y="1034"/>
                  </a:cubicBezTo>
                  <a:cubicBezTo>
                    <a:pt x="533" y="1036"/>
                    <a:pt x="534" y="1041"/>
                    <a:pt x="534" y="1044"/>
                  </a:cubicBezTo>
                  <a:cubicBezTo>
                    <a:pt x="534" y="1044"/>
                    <a:pt x="533" y="1048"/>
                    <a:pt x="534" y="1049"/>
                  </a:cubicBezTo>
                  <a:cubicBezTo>
                    <a:pt x="534" y="1050"/>
                    <a:pt x="536" y="1050"/>
                    <a:pt x="537" y="1051"/>
                  </a:cubicBezTo>
                  <a:cubicBezTo>
                    <a:pt x="537" y="1051"/>
                    <a:pt x="537" y="1051"/>
                    <a:pt x="537" y="1051"/>
                  </a:cubicBezTo>
                  <a:cubicBezTo>
                    <a:pt x="537" y="1050"/>
                    <a:pt x="537" y="1050"/>
                    <a:pt x="537" y="1050"/>
                  </a:cubicBezTo>
                  <a:cubicBezTo>
                    <a:pt x="543" y="1045"/>
                    <a:pt x="551" y="1041"/>
                    <a:pt x="555" y="1035"/>
                  </a:cubicBezTo>
                  <a:cubicBezTo>
                    <a:pt x="560" y="1029"/>
                    <a:pt x="561" y="1021"/>
                    <a:pt x="565" y="1015"/>
                  </a:cubicBezTo>
                  <a:cubicBezTo>
                    <a:pt x="566" y="1012"/>
                    <a:pt x="569" y="1012"/>
                    <a:pt x="570" y="1010"/>
                  </a:cubicBezTo>
                  <a:cubicBezTo>
                    <a:pt x="570" y="1009"/>
                    <a:pt x="570" y="1009"/>
                    <a:pt x="570" y="1008"/>
                  </a:cubicBezTo>
                  <a:cubicBezTo>
                    <a:pt x="570" y="1008"/>
                    <a:pt x="571" y="1007"/>
                    <a:pt x="570" y="1007"/>
                  </a:cubicBezTo>
                  <a:cubicBezTo>
                    <a:pt x="569" y="1007"/>
                    <a:pt x="569" y="1008"/>
                    <a:pt x="569" y="1009"/>
                  </a:cubicBezTo>
                  <a:cubicBezTo>
                    <a:pt x="568" y="1009"/>
                    <a:pt x="569" y="1007"/>
                    <a:pt x="569" y="1007"/>
                  </a:cubicBezTo>
                  <a:cubicBezTo>
                    <a:pt x="569" y="1007"/>
                    <a:pt x="571" y="1006"/>
                    <a:pt x="570" y="1006"/>
                  </a:cubicBezTo>
                  <a:cubicBezTo>
                    <a:pt x="569" y="1006"/>
                    <a:pt x="569" y="1007"/>
                    <a:pt x="569" y="1007"/>
                  </a:cubicBezTo>
                  <a:cubicBezTo>
                    <a:pt x="565" y="1010"/>
                    <a:pt x="568" y="1007"/>
                    <a:pt x="567" y="1007"/>
                  </a:cubicBezTo>
                  <a:cubicBezTo>
                    <a:pt x="567" y="1006"/>
                    <a:pt x="566" y="1007"/>
                    <a:pt x="566" y="1007"/>
                  </a:cubicBezTo>
                  <a:cubicBezTo>
                    <a:pt x="565" y="1003"/>
                    <a:pt x="569" y="1005"/>
                    <a:pt x="569" y="1004"/>
                  </a:cubicBezTo>
                  <a:cubicBezTo>
                    <a:pt x="569" y="1003"/>
                    <a:pt x="566" y="1002"/>
                    <a:pt x="567" y="1001"/>
                  </a:cubicBezTo>
                  <a:cubicBezTo>
                    <a:pt x="567" y="1001"/>
                    <a:pt x="568" y="1001"/>
                    <a:pt x="568" y="1000"/>
                  </a:cubicBezTo>
                  <a:cubicBezTo>
                    <a:pt x="568" y="999"/>
                    <a:pt x="567" y="999"/>
                    <a:pt x="568" y="998"/>
                  </a:cubicBezTo>
                  <a:cubicBezTo>
                    <a:pt x="568" y="998"/>
                    <a:pt x="574" y="996"/>
                    <a:pt x="572" y="995"/>
                  </a:cubicBezTo>
                  <a:cubicBezTo>
                    <a:pt x="571" y="995"/>
                    <a:pt x="571" y="995"/>
                    <a:pt x="571" y="995"/>
                  </a:cubicBezTo>
                  <a:cubicBezTo>
                    <a:pt x="570" y="994"/>
                    <a:pt x="572" y="993"/>
                    <a:pt x="572" y="994"/>
                  </a:cubicBezTo>
                  <a:cubicBezTo>
                    <a:pt x="573" y="994"/>
                    <a:pt x="573" y="996"/>
                    <a:pt x="573" y="996"/>
                  </a:cubicBezTo>
                  <a:cubicBezTo>
                    <a:pt x="574" y="994"/>
                    <a:pt x="572" y="992"/>
                    <a:pt x="573" y="990"/>
                  </a:cubicBezTo>
                  <a:cubicBezTo>
                    <a:pt x="574" y="989"/>
                    <a:pt x="575" y="989"/>
                    <a:pt x="575" y="989"/>
                  </a:cubicBezTo>
                  <a:cubicBezTo>
                    <a:pt x="575" y="988"/>
                    <a:pt x="574" y="988"/>
                    <a:pt x="574" y="988"/>
                  </a:cubicBezTo>
                  <a:cubicBezTo>
                    <a:pt x="575" y="987"/>
                    <a:pt x="582" y="986"/>
                    <a:pt x="582" y="986"/>
                  </a:cubicBezTo>
                  <a:cubicBezTo>
                    <a:pt x="583" y="986"/>
                    <a:pt x="582" y="985"/>
                    <a:pt x="582" y="985"/>
                  </a:cubicBezTo>
                  <a:cubicBezTo>
                    <a:pt x="583" y="981"/>
                    <a:pt x="585" y="984"/>
                    <a:pt x="587" y="982"/>
                  </a:cubicBezTo>
                  <a:cubicBezTo>
                    <a:pt x="587" y="981"/>
                    <a:pt x="585" y="977"/>
                    <a:pt x="588" y="976"/>
                  </a:cubicBezTo>
                  <a:cubicBezTo>
                    <a:pt x="588" y="976"/>
                    <a:pt x="589" y="977"/>
                    <a:pt x="590" y="976"/>
                  </a:cubicBezTo>
                  <a:cubicBezTo>
                    <a:pt x="591" y="976"/>
                    <a:pt x="588" y="971"/>
                    <a:pt x="590" y="970"/>
                  </a:cubicBezTo>
                  <a:cubicBezTo>
                    <a:pt x="593" y="969"/>
                    <a:pt x="590" y="975"/>
                    <a:pt x="592" y="974"/>
                  </a:cubicBezTo>
                  <a:cubicBezTo>
                    <a:pt x="593" y="974"/>
                    <a:pt x="592" y="969"/>
                    <a:pt x="592" y="968"/>
                  </a:cubicBezTo>
                  <a:cubicBezTo>
                    <a:pt x="594" y="963"/>
                    <a:pt x="597" y="964"/>
                    <a:pt x="597" y="963"/>
                  </a:cubicBezTo>
                  <a:cubicBezTo>
                    <a:pt x="598" y="962"/>
                    <a:pt x="596" y="963"/>
                    <a:pt x="595" y="963"/>
                  </a:cubicBezTo>
                  <a:cubicBezTo>
                    <a:pt x="594" y="962"/>
                    <a:pt x="595" y="961"/>
                    <a:pt x="595" y="961"/>
                  </a:cubicBezTo>
                  <a:cubicBezTo>
                    <a:pt x="594" y="961"/>
                    <a:pt x="594" y="961"/>
                    <a:pt x="594" y="961"/>
                  </a:cubicBezTo>
                  <a:cubicBezTo>
                    <a:pt x="593" y="961"/>
                    <a:pt x="593" y="961"/>
                    <a:pt x="593" y="961"/>
                  </a:cubicBezTo>
                  <a:cubicBezTo>
                    <a:pt x="592" y="960"/>
                    <a:pt x="593" y="960"/>
                    <a:pt x="593" y="959"/>
                  </a:cubicBezTo>
                  <a:cubicBezTo>
                    <a:pt x="592" y="959"/>
                    <a:pt x="592" y="959"/>
                    <a:pt x="591" y="959"/>
                  </a:cubicBezTo>
                  <a:cubicBezTo>
                    <a:pt x="591" y="959"/>
                    <a:pt x="593" y="956"/>
                    <a:pt x="593" y="956"/>
                  </a:cubicBezTo>
                  <a:cubicBezTo>
                    <a:pt x="593" y="955"/>
                    <a:pt x="592" y="955"/>
                    <a:pt x="592" y="955"/>
                  </a:cubicBezTo>
                  <a:cubicBezTo>
                    <a:pt x="593" y="955"/>
                    <a:pt x="592" y="954"/>
                    <a:pt x="593" y="953"/>
                  </a:cubicBezTo>
                  <a:cubicBezTo>
                    <a:pt x="594" y="953"/>
                    <a:pt x="594" y="958"/>
                    <a:pt x="594" y="958"/>
                  </a:cubicBezTo>
                  <a:cubicBezTo>
                    <a:pt x="595" y="961"/>
                    <a:pt x="598" y="959"/>
                    <a:pt x="599" y="960"/>
                  </a:cubicBezTo>
                  <a:cubicBezTo>
                    <a:pt x="600" y="961"/>
                    <a:pt x="597" y="965"/>
                    <a:pt x="601" y="965"/>
                  </a:cubicBezTo>
                  <a:cubicBezTo>
                    <a:pt x="602" y="965"/>
                    <a:pt x="601" y="962"/>
                    <a:pt x="601" y="962"/>
                  </a:cubicBezTo>
                  <a:cubicBezTo>
                    <a:pt x="603" y="960"/>
                    <a:pt x="606" y="962"/>
                    <a:pt x="608" y="961"/>
                  </a:cubicBezTo>
                  <a:cubicBezTo>
                    <a:pt x="609" y="960"/>
                    <a:pt x="605" y="958"/>
                    <a:pt x="609" y="958"/>
                  </a:cubicBezTo>
                  <a:cubicBezTo>
                    <a:pt x="612" y="959"/>
                    <a:pt x="610" y="966"/>
                    <a:pt x="609" y="966"/>
                  </a:cubicBezTo>
                  <a:cubicBezTo>
                    <a:pt x="607" y="966"/>
                    <a:pt x="609" y="963"/>
                    <a:pt x="607" y="963"/>
                  </a:cubicBezTo>
                  <a:cubicBezTo>
                    <a:pt x="604" y="962"/>
                    <a:pt x="609" y="970"/>
                    <a:pt x="605" y="974"/>
                  </a:cubicBezTo>
                  <a:cubicBezTo>
                    <a:pt x="603" y="976"/>
                    <a:pt x="600" y="976"/>
                    <a:pt x="599" y="977"/>
                  </a:cubicBezTo>
                  <a:cubicBezTo>
                    <a:pt x="598" y="977"/>
                    <a:pt x="600" y="977"/>
                    <a:pt x="600" y="978"/>
                  </a:cubicBezTo>
                  <a:cubicBezTo>
                    <a:pt x="600" y="979"/>
                    <a:pt x="599" y="982"/>
                    <a:pt x="598" y="983"/>
                  </a:cubicBezTo>
                  <a:cubicBezTo>
                    <a:pt x="598" y="983"/>
                    <a:pt x="598" y="982"/>
                    <a:pt x="598" y="981"/>
                  </a:cubicBezTo>
                  <a:cubicBezTo>
                    <a:pt x="597" y="981"/>
                    <a:pt x="597" y="982"/>
                    <a:pt x="596" y="982"/>
                  </a:cubicBezTo>
                  <a:cubicBezTo>
                    <a:pt x="593" y="982"/>
                    <a:pt x="594" y="984"/>
                    <a:pt x="594" y="987"/>
                  </a:cubicBezTo>
                  <a:cubicBezTo>
                    <a:pt x="594" y="989"/>
                    <a:pt x="591" y="993"/>
                    <a:pt x="589" y="993"/>
                  </a:cubicBezTo>
                  <a:cubicBezTo>
                    <a:pt x="588" y="993"/>
                    <a:pt x="587" y="992"/>
                    <a:pt x="587" y="992"/>
                  </a:cubicBezTo>
                  <a:cubicBezTo>
                    <a:pt x="586" y="993"/>
                    <a:pt x="586" y="994"/>
                    <a:pt x="586" y="994"/>
                  </a:cubicBezTo>
                  <a:cubicBezTo>
                    <a:pt x="586" y="995"/>
                    <a:pt x="587" y="995"/>
                    <a:pt x="586" y="996"/>
                  </a:cubicBezTo>
                  <a:cubicBezTo>
                    <a:pt x="586" y="996"/>
                    <a:pt x="586" y="995"/>
                    <a:pt x="586" y="995"/>
                  </a:cubicBezTo>
                  <a:cubicBezTo>
                    <a:pt x="585" y="995"/>
                    <a:pt x="585" y="995"/>
                    <a:pt x="585" y="996"/>
                  </a:cubicBezTo>
                  <a:cubicBezTo>
                    <a:pt x="583" y="997"/>
                    <a:pt x="582" y="999"/>
                    <a:pt x="580" y="1000"/>
                  </a:cubicBezTo>
                  <a:cubicBezTo>
                    <a:pt x="577" y="1000"/>
                    <a:pt x="577" y="1000"/>
                    <a:pt x="577" y="1000"/>
                  </a:cubicBezTo>
                  <a:cubicBezTo>
                    <a:pt x="576" y="1000"/>
                    <a:pt x="577" y="1001"/>
                    <a:pt x="577" y="1001"/>
                  </a:cubicBezTo>
                  <a:cubicBezTo>
                    <a:pt x="577" y="1001"/>
                    <a:pt x="577" y="1002"/>
                    <a:pt x="576" y="1002"/>
                  </a:cubicBezTo>
                  <a:cubicBezTo>
                    <a:pt x="574" y="1003"/>
                    <a:pt x="573" y="999"/>
                    <a:pt x="571" y="1001"/>
                  </a:cubicBezTo>
                  <a:cubicBezTo>
                    <a:pt x="570" y="1001"/>
                    <a:pt x="572" y="1004"/>
                    <a:pt x="572" y="1004"/>
                  </a:cubicBezTo>
                  <a:cubicBezTo>
                    <a:pt x="572" y="1004"/>
                    <a:pt x="570" y="1010"/>
                    <a:pt x="570" y="1010"/>
                  </a:cubicBezTo>
                  <a:cubicBezTo>
                    <a:pt x="571" y="1010"/>
                    <a:pt x="571" y="1009"/>
                    <a:pt x="571" y="1009"/>
                  </a:cubicBezTo>
                  <a:cubicBezTo>
                    <a:pt x="574" y="1005"/>
                    <a:pt x="577" y="1003"/>
                    <a:pt x="582" y="1001"/>
                  </a:cubicBezTo>
                  <a:cubicBezTo>
                    <a:pt x="596" y="992"/>
                    <a:pt x="608" y="980"/>
                    <a:pt x="616" y="966"/>
                  </a:cubicBezTo>
                  <a:cubicBezTo>
                    <a:pt x="619" y="961"/>
                    <a:pt x="620" y="954"/>
                    <a:pt x="623" y="949"/>
                  </a:cubicBezTo>
                  <a:cubicBezTo>
                    <a:pt x="629" y="940"/>
                    <a:pt x="636" y="931"/>
                    <a:pt x="644" y="924"/>
                  </a:cubicBezTo>
                  <a:cubicBezTo>
                    <a:pt x="647" y="922"/>
                    <a:pt x="651" y="920"/>
                    <a:pt x="654" y="918"/>
                  </a:cubicBezTo>
                  <a:cubicBezTo>
                    <a:pt x="654" y="918"/>
                    <a:pt x="659" y="915"/>
                    <a:pt x="658" y="915"/>
                  </a:cubicBezTo>
                  <a:cubicBezTo>
                    <a:pt x="656" y="915"/>
                    <a:pt x="656" y="914"/>
                    <a:pt x="655" y="912"/>
                  </a:cubicBezTo>
                  <a:cubicBezTo>
                    <a:pt x="655" y="912"/>
                    <a:pt x="655" y="911"/>
                    <a:pt x="655" y="911"/>
                  </a:cubicBezTo>
                  <a:cubicBezTo>
                    <a:pt x="655" y="910"/>
                    <a:pt x="655" y="910"/>
                    <a:pt x="655" y="910"/>
                  </a:cubicBezTo>
                  <a:cubicBezTo>
                    <a:pt x="656" y="910"/>
                    <a:pt x="657" y="916"/>
                    <a:pt x="658" y="914"/>
                  </a:cubicBezTo>
                  <a:cubicBezTo>
                    <a:pt x="659" y="913"/>
                    <a:pt x="664" y="898"/>
                    <a:pt x="664" y="897"/>
                  </a:cubicBezTo>
                  <a:cubicBezTo>
                    <a:pt x="663" y="896"/>
                    <a:pt x="662" y="894"/>
                    <a:pt x="662" y="892"/>
                  </a:cubicBezTo>
                  <a:cubicBezTo>
                    <a:pt x="662" y="891"/>
                    <a:pt x="664" y="891"/>
                    <a:pt x="664" y="890"/>
                  </a:cubicBezTo>
                  <a:cubicBezTo>
                    <a:pt x="664" y="890"/>
                    <a:pt x="662" y="888"/>
                    <a:pt x="663" y="887"/>
                  </a:cubicBezTo>
                  <a:cubicBezTo>
                    <a:pt x="663" y="886"/>
                    <a:pt x="665" y="886"/>
                    <a:pt x="665" y="885"/>
                  </a:cubicBezTo>
                  <a:cubicBezTo>
                    <a:pt x="666" y="881"/>
                    <a:pt x="663" y="885"/>
                    <a:pt x="664" y="882"/>
                  </a:cubicBezTo>
                  <a:cubicBezTo>
                    <a:pt x="665" y="878"/>
                    <a:pt x="668" y="882"/>
                    <a:pt x="667" y="879"/>
                  </a:cubicBezTo>
                  <a:cubicBezTo>
                    <a:pt x="666" y="876"/>
                    <a:pt x="666" y="881"/>
                    <a:pt x="664" y="878"/>
                  </a:cubicBezTo>
                  <a:cubicBezTo>
                    <a:pt x="664" y="877"/>
                    <a:pt x="666" y="877"/>
                    <a:pt x="665" y="875"/>
                  </a:cubicBezTo>
                  <a:cubicBezTo>
                    <a:pt x="665" y="875"/>
                    <a:pt x="663" y="873"/>
                    <a:pt x="665" y="870"/>
                  </a:cubicBezTo>
                  <a:cubicBezTo>
                    <a:pt x="665" y="870"/>
                    <a:pt x="666" y="870"/>
                    <a:pt x="666" y="869"/>
                  </a:cubicBezTo>
                  <a:cubicBezTo>
                    <a:pt x="665" y="869"/>
                    <a:pt x="665" y="869"/>
                    <a:pt x="664" y="869"/>
                  </a:cubicBezTo>
                  <a:cubicBezTo>
                    <a:pt x="664" y="868"/>
                    <a:pt x="663" y="868"/>
                    <a:pt x="663" y="867"/>
                  </a:cubicBezTo>
                  <a:cubicBezTo>
                    <a:pt x="662" y="864"/>
                    <a:pt x="666" y="862"/>
                    <a:pt x="666" y="860"/>
                  </a:cubicBezTo>
                  <a:cubicBezTo>
                    <a:pt x="666" y="859"/>
                    <a:pt x="663" y="857"/>
                    <a:pt x="662" y="857"/>
                  </a:cubicBezTo>
                  <a:cubicBezTo>
                    <a:pt x="662" y="856"/>
                    <a:pt x="661" y="857"/>
                    <a:pt x="661" y="857"/>
                  </a:cubicBezTo>
                  <a:cubicBezTo>
                    <a:pt x="661" y="854"/>
                    <a:pt x="663" y="859"/>
                    <a:pt x="662" y="854"/>
                  </a:cubicBezTo>
                  <a:cubicBezTo>
                    <a:pt x="662" y="851"/>
                    <a:pt x="661" y="852"/>
                    <a:pt x="661" y="850"/>
                  </a:cubicBezTo>
                  <a:cubicBezTo>
                    <a:pt x="661" y="850"/>
                    <a:pt x="663" y="855"/>
                    <a:pt x="664" y="855"/>
                  </a:cubicBezTo>
                  <a:cubicBezTo>
                    <a:pt x="667" y="855"/>
                    <a:pt x="666" y="851"/>
                    <a:pt x="666" y="850"/>
                  </a:cubicBezTo>
                  <a:cubicBezTo>
                    <a:pt x="666" y="849"/>
                    <a:pt x="668" y="845"/>
                    <a:pt x="668" y="845"/>
                  </a:cubicBezTo>
                  <a:cubicBezTo>
                    <a:pt x="668" y="845"/>
                    <a:pt x="667" y="845"/>
                    <a:pt x="667" y="845"/>
                  </a:cubicBezTo>
                  <a:cubicBezTo>
                    <a:pt x="667" y="845"/>
                    <a:pt x="667" y="845"/>
                    <a:pt x="667" y="845"/>
                  </a:cubicBezTo>
                  <a:cubicBezTo>
                    <a:pt x="667" y="845"/>
                    <a:pt x="667" y="845"/>
                    <a:pt x="667" y="845"/>
                  </a:cubicBezTo>
                  <a:cubicBezTo>
                    <a:pt x="665" y="845"/>
                    <a:pt x="662" y="845"/>
                    <a:pt x="663" y="845"/>
                  </a:cubicBezTo>
                  <a:cubicBezTo>
                    <a:pt x="664" y="843"/>
                    <a:pt x="666" y="844"/>
                    <a:pt x="667" y="845"/>
                  </a:cubicBezTo>
                  <a:cubicBezTo>
                    <a:pt x="667" y="845"/>
                    <a:pt x="667" y="845"/>
                    <a:pt x="667" y="845"/>
                  </a:cubicBezTo>
                  <a:cubicBezTo>
                    <a:pt x="668" y="844"/>
                    <a:pt x="666" y="843"/>
                    <a:pt x="667" y="843"/>
                  </a:cubicBezTo>
                  <a:cubicBezTo>
                    <a:pt x="670" y="844"/>
                    <a:pt x="668" y="845"/>
                    <a:pt x="669" y="843"/>
                  </a:cubicBezTo>
                  <a:cubicBezTo>
                    <a:pt x="671" y="839"/>
                    <a:pt x="671" y="839"/>
                    <a:pt x="671" y="839"/>
                  </a:cubicBezTo>
                  <a:cubicBezTo>
                    <a:pt x="672" y="838"/>
                    <a:pt x="673" y="838"/>
                    <a:pt x="673" y="837"/>
                  </a:cubicBezTo>
                  <a:cubicBezTo>
                    <a:pt x="674" y="835"/>
                    <a:pt x="670" y="838"/>
                    <a:pt x="670" y="837"/>
                  </a:cubicBezTo>
                  <a:cubicBezTo>
                    <a:pt x="670" y="837"/>
                    <a:pt x="671" y="837"/>
                    <a:pt x="671" y="836"/>
                  </a:cubicBezTo>
                  <a:cubicBezTo>
                    <a:pt x="670" y="834"/>
                    <a:pt x="668" y="836"/>
                    <a:pt x="667" y="836"/>
                  </a:cubicBezTo>
                  <a:cubicBezTo>
                    <a:pt x="667" y="836"/>
                    <a:pt x="666" y="836"/>
                    <a:pt x="666" y="835"/>
                  </a:cubicBezTo>
                  <a:cubicBezTo>
                    <a:pt x="666" y="835"/>
                    <a:pt x="667" y="835"/>
                    <a:pt x="667" y="835"/>
                  </a:cubicBezTo>
                  <a:cubicBezTo>
                    <a:pt x="666" y="835"/>
                    <a:pt x="666" y="835"/>
                    <a:pt x="665" y="835"/>
                  </a:cubicBezTo>
                  <a:cubicBezTo>
                    <a:pt x="665" y="835"/>
                    <a:pt x="664" y="834"/>
                    <a:pt x="664" y="834"/>
                  </a:cubicBezTo>
                  <a:cubicBezTo>
                    <a:pt x="664" y="834"/>
                    <a:pt x="665" y="834"/>
                    <a:pt x="665" y="834"/>
                  </a:cubicBezTo>
                  <a:cubicBezTo>
                    <a:pt x="666" y="833"/>
                    <a:pt x="664" y="832"/>
                    <a:pt x="664" y="831"/>
                  </a:cubicBezTo>
                  <a:cubicBezTo>
                    <a:pt x="664" y="830"/>
                    <a:pt x="665" y="832"/>
                    <a:pt x="666" y="833"/>
                  </a:cubicBezTo>
                  <a:cubicBezTo>
                    <a:pt x="666" y="833"/>
                    <a:pt x="670" y="835"/>
                    <a:pt x="670" y="835"/>
                  </a:cubicBezTo>
                  <a:cubicBezTo>
                    <a:pt x="675" y="833"/>
                    <a:pt x="670" y="831"/>
                    <a:pt x="670" y="831"/>
                  </a:cubicBezTo>
                  <a:cubicBezTo>
                    <a:pt x="670" y="830"/>
                    <a:pt x="672" y="831"/>
                    <a:pt x="672" y="830"/>
                  </a:cubicBezTo>
                  <a:cubicBezTo>
                    <a:pt x="672" y="830"/>
                    <a:pt x="672" y="829"/>
                    <a:pt x="672" y="828"/>
                  </a:cubicBezTo>
                  <a:cubicBezTo>
                    <a:pt x="672" y="828"/>
                    <a:pt x="673" y="830"/>
                    <a:pt x="674" y="830"/>
                  </a:cubicBezTo>
                  <a:cubicBezTo>
                    <a:pt x="674" y="830"/>
                    <a:pt x="674" y="829"/>
                    <a:pt x="674" y="828"/>
                  </a:cubicBezTo>
                  <a:cubicBezTo>
                    <a:pt x="674" y="828"/>
                    <a:pt x="675" y="828"/>
                    <a:pt x="675" y="828"/>
                  </a:cubicBezTo>
                  <a:cubicBezTo>
                    <a:pt x="675" y="829"/>
                    <a:pt x="675" y="830"/>
                    <a:pt x="675" y="831"/>
                  </a:cubicBezTo>
                  <a:cubicBezTo>
                    <a:pt x="675" y="831"/>
                    <a:pt x="675" y="832"/>
                    <a:pt x="675" y="832"/>
                  </a:cubicBezTo>
                  <a:cubicBezTo>
                    <a:pt x="676" y="830"/>
                    <a:pt x="679" y="827"/>
                    <a:pt x="680" y="831"/>
                  </a:cubicBezTo>
                  <a:cubicBezTo>
                    <a:pt x="680" y="832"/>
                    <a:pt x="681" y="829"/>
                    <a:pt x="683" y="828"/>
                  </a:cubicBezTo>
                  <a:cubicBezTo>
                    <a:pt x="684" y="827"/>
                    <a:pt x="685" y="827"/>
                    <a:pt x="686" y="825"/>
                  </a:cubicBezTo>
                  <a:cubicBezTo>
                    <a:pt x="687" y="822"/>
                    <a:pt x="684" y="826"/>
                    <a:pt x="682" y="824"/>
                  </a:cubicBezTo>
                  <a:cubicBezTo>
                    <a:pt x="682" y="823"/>
                    <a:pt x="684" y="822"/>
                    <a:pt x="684" y="822"/>
                  </a:cubicBezTo>
                  <a:cubicBezTo>
                    <a:pt x="685" y="823"/>
                    <a:pt x="683" y="823"/>
                    <a:pt x="683" y="823"/>
                  </a:cubicBezTo>
                  <a:cubicBezTo>
                    <a:pt x="684" y="825"/>
                    <a:pt x="687" y="820"/>
                    <a:pt x="688" y="819"/>
                  </a:cubicBezTo>
                  <a:cubicBezTo>
                    <a:pt x="690" y="818"/>
                    <a:pt x="693" y="815"/>
                    <a:pt x="696" y="814"/>
                  </a:cubicBezTo>
                  <a:cubicBezTo>
                    <a:pt x="701" y="813"/>
                    <a:pt x="705" y="811"/>
                    <a:pt x="709" y="807"/>
                  </a:cubicBezTo>
                  <a:cubicBezTo>
                    <a:pt x="709" y="807"/>
                    <a:pt x="708" y="807"/>
                    <a:pt x="709" y="807"/>
                  </a:cubicBezTo>
                  <a:cubicBezTo>
                    <a:pt x="709" y="807"/>
                    <a:pt x="710" y="807"/>
                    <a:pt x="710" y="807"/>
                  </a:cubicBezTo>
                  <a:cubicBezTo>
                    <a:pt x="711" y="806"/>
                    <a:pt x="711" y="804"/>
                    <a:pt x="713" y="803"/>
                  </a:cubicBezTo>
                  <a:cubicBezTo>
                    <a:pt x="716" y="801"/>
                    <a:pt x="720" y="798"/>
                    <a:pt x="724" y="797"/>
                  </a:cubicBezTo>
                  <a:cubicBezTo>
                    <a:pt x="725" y="797"/>
                    <a:pt x="726" y="798"/>
                    <a:pt x="726" y="797"/>
                  </a:cubicBezTo>
                  <a:cubicBezTo>
                    <a:pt x="727" y="797"/>
                    <a:pt x="727" y="796"/>
                    <a:pt x="727" y="796"/>
                  </a:cubicBezTo>
                  <a:cubicBezTo>
                    <a:pt x="727" y="795"/>
                    <a:pt x="724" y="797"/>
                    <a:pt x="725" y="794"/>
                  </a:cubicBezTo>
                  <a:cubicBezTo>
                    <a:pt x="725" y="794"/>
                    <a:pt x="726" y="794"/>
                    <a:pt x="726" y="794"/>
                  </a:cubicBezTo>
                  <a:cubicBezTo>
                    <a:pt x="726" y="794"/>
                    <a:pt x="726" y="794"/>
                    <a:pt x="727" y="794"/>
                  </a:cubicBezTo>
                  <a:cubicBezTo>
                    <a:pt x="727" y="792"/>
                    <a:pt x="730" y="795"/>
                    <a:pt x="729" y="796"/>
                  </a:cubicBezTo>
                  <a:cubicBezTo>
                    <a:pt x="729" y="796"/>
                    <a:pt x="728" y="796"/>
                    <a:pt x="728" y="797"/>
                  </a:cubicBezTo>
                  <a:cubicBezTo>
                    <a:pt x="728" y="797"/>
                    <a:pt x="729" y="797"/>
                    <a:pt x="729" y="797"/>
                  </a:cubicBezTo>
                  <a:cubicBezTo>
                    <a:pt x="732" y="796"/>
                    <a:pt x="732" y="796"/>
                    <a:pt x="733" y="793"/>
                  </a:cubicBezTo>
                  <a:cubicBezTo>
                    <a:pt x="734" y="792"/>
                    <a:pt x="730" y="795"/>
                    <a:pt x="730" y="794"/>
                  </a:cubicBezTo>
                  <a:cubicBezTo>
                    <a:pt x="738" y="787"/>
                    <a:pt x="749" y="793"/>
                    <a:pt x="751" y="792"/>
                  </a:cubicBezTo>
                  <a:cubicBezTo>
                    <a:pt x="754" y="791"/>
                    <a:pt x="749" y="789"/>
                    <a:pt x="752" y="786"/>
                  </a:cubicBezTo>
                  <a:cubicBezTo>
                    <a:pt x="752" y="786"/>
                    <a:pt x="757" y="786"/>
                    <a:pt x="757" y="786"/>
                  </a:cubicBezTo>
                  <a:cubicBezTo>
                    <a:pt x="757" y="785"/>
                    <a:pt x="757" y="785"/>
                    <a:pt x="757" y="784"/>
                  </a:cubicBezTo>
                  <a:cubicBezTo>
                    <a:pt x="759" y="783"/>
                    <a:pt x="759" y="784"/>
                    <a:pt x="760" y="784"/>
                  </a:cubicBezTo>
                  <a:cubicBezTo>
                    <a:pt x="760" y="784"/>
                    <a:pt x="760" y="783"/>
                    <a:pt x="760" y="783"/>
                  </a:cubicBezTo>
                  <a:cubicBezTo>
                    <a:pt x="761" y="783"/>
                    <a:pt x="761" y="784"/>
                    <a:pt x="761" y="784"/>
                  </a:cubicBezTo>
                  <a:cubicBezTo>
                    <a:pt x="761" y="784"/>
                    <a:pt x="761" y="783"/>
                    <a:pt x="761" y="783"/>
                  </a:cubicBezTo>
                  <a:cubicBezTo>
                    <a:pt x="762" y="782"/>
                    <a:pt x="763" y="783"/>
                    <a:pt x="763" y="782"/>
                  </a:cubicBezTo>
                  <a:cubicBezTo>
                    <a:pt x="763" y="782"/>
                    <a:pt x="761" y="782"/>
                    <a:pt x="761" y="781"/>
                  </a:cubicBezTo>
                  <a:cubicBezTo>
                    <a:pt x="763" y="781"/>
                    <a:pt x="764" y="779"/>
                    <a:pt x="765" y="779"/>
                  </a:cubicBezTo>
                  <a:cubicBezTo>
                    <a:pt x="766" y="779"/>
                    <a:pt x="766" y="780"/>
                    <a:pt x="767" y="781"/>
                  </a:cubicBezTo>
                  <a:cubicBezTo>
                    <a:pt x="768" y="781"/>
                    <a:pt x="775" y="779"/>
                    <a:pt x="776" y="779"/>
                  </a:cubicBezTo>
                  <a:cubicBezTo>
                    <a:pt x="776" y="778"/>
                    <a:pt x="775" y="778"/>
                    <a:pt x="775" y="778"/>
                  </a:cubicBezTo>
                  <a:cubicBezTo>
                    <a:pt x="775" y="778"/>
                    <a:pt x="774" y="778"/>
                    <a:pt x="774" y="778"/>
                  </a:cubicBezTo>
                  <a:cubicBezTo>
                    <a:pt x="772" y="775"/>
                    <a:pt x="773" y="780"/>
                    <a:pt x="772" y="778"/>
                  </a:cubicBezTo>
                  <a:cubicBezTo>
                    <a:pt x="769" y="775"/>
                    <a:pt x="775" y="778"/>
                    <a:pt x="773" y="776"/>
                  </a:cubicBezTo>
                  <a:cubicBezTo>
                    <a:pt x="772" y="775"/>
                    <a:pt x="770" y="777"/>
                    <a:pt x="770" y="776"/>
                  </a:cubicBezTo>
                  <a:cubicBezTo>
                    <a:pt x="771" y="772"/>
                    <a:pt x="774" y="771"/>
                    <a:pt x="777" y="771"/>
                  </a:cubicBezTo>
                  <a:cubicBezTo>
                    <a:pt x="777" y="771"/>
                    <a:pt x="778" y="771"/>
                    <a:pt x="778" y="771"/>
                  </a:cubicBezTo>
                  <a:cubicBezTo>
                    <a:pt x="778" y="770"/>
                    <a:pt x="778" y="769"/>
                    <a:pt x="779" y="769"/>
                  </a:cubicBezTo>
                  <a:cubicBezTo>
                    <a:pt x="779" y="769"/>
                    <a:pt x="779" y="770"/>
                    <a:pt x="780" y="770"/>
                  </a:cubicBezTo>
                  <a:cubicBezTo>
                    <a:pt x="780" y="770"/>
                    <a:pt x="781" y="768"/>
                    <a:pt x="781" y="768"/>
                  </a:cubicBezTo>
                  <a:cubicBezTo>
                    <a:pt x="782" y="769"/>
                    <a:pt x="779" y="771"/>
                    <a:pt x="780" y="771"/>
                  </a:cubicBezTo>
                  <a:cubicBezTo>
                    <a:pt x="781" y="771"/>
                    <a:pt x="786" y="772"/>
                    <a:pt x="786" y="771"/>
                  </a:cubicBezTo>
                  <a:cubicBezTo>
                    <a:pt x="788" y="769"/>
                    <a:pt x="788" y="769"/>
                    <a:pt x="788" y="769"/>
                  </a:cubicBezTo>
                  <a:cubicBezTo>
                    <a:pt x="788" y="769"/>
                    <a:pt x="788" y="770"/>
                    <a:pt x="788" y="770"/>
                  </a:cubicBezTo>
                  <a:cubicBezTo>
                    <a:pt x="790" y="770"/>
                    <a:pt x="791" y="768"/>
                    <a:pt x="793" y="769"/>
                  </a:cubicBezTo>
                  <a:cubicBezTo>
                    <a:pt x="793" y="769"/>
                    <a:pt x="799" y="771"/>
                    <a:pt x="799" y="772"/>
                  </a:cubicBezTo>
                  <a:cubicBezTo>
                    <a:pt x="799" y="773"/>
                    <a:pt x="792" y="772"/>
                    <a:pt x="792" y="772"/>
                  </a:cubicBezTo>
                  <a:cubicBezTo>
                    <a:pt x="791" y="772"/>
                    <a:pt x="790" y="771"/>
                    <a:pt x="789" y="773"/>
                  </a:cubicBezTo>
                  <a:cubicBezTo>
                    <a:pt x="789" y="773"/>
                    <a:pt x="789" y="774"/>
                    <a:pt x="789" y="774"/>
                  </a:cubicBezTo>
                  <a:cubicBezTo>
                    <a:pt x="790" y="774"/>
                    <a:pt x="810" y="772"/>
                    <a:pt x="811" y="771"/>
                  </a:cubicBezTo>
                  <a:cubicBezTo>
                    <a:pt x="812" y="769"/>
                    <a:pt x="807" y="766"/>
                    <a:pt x="808" y="765"/>
                  </a:cubicBezTo>
                  <a:cubicBezTo>
                    <a:pt x="809" y="764"/>
                    <a:pt x="814" y="763"/>
                    <a:pt x="815" y="763"/>
                  </a:cubicBezTo>
                  <a:cubicBezTo>
                    <a:pt x="815" y="764"/>
                    <a:pt x="814" y="764"/>
                    <a:pt x="813" y="765"/>
                  </a:cubicBezTo>
                  <a:cubicBezTo>
                    <a:pt x="813" y="766"/>
                    <a:pt x="814" y="766"/>
                    <a:pt x="814" y="766"/>
                  </a:cubicBezTo>
                  <a:cubicBezTo>
                    <a:pt x="813" y="768"/>
                    <a:pt x="812" y="765"/>
                    <a:pt x="811" y="768"/>
                  </a:cubicBezTo>
                  <a:cubicBezTo>
                    <a:pt x="811" y="769"/>
                    <a:pt x="813" y="769"/>
                    <a:pt x="813" y="769"/>
                  </a:cubicBezTo>
                  <a:cubicBezTo>
                    <a:pt x="812" y="770"/>
                    <a:pt x="811" y="769"/>
                    <a:pt x="811" y="770"/>
                  </a:cubicBezTo>
                  <a:cubicBezTo>
                    <a:pt x="811" y="771"/>
                    <a:pt x="816" y="771"/>
                    <a:pt x="818" y="771"/>
                  </a:cubicBezTo>
                  <a:cubicBezTo>
                    <a:pt x="821" y="771"/>
                    <a:pt x="823" y="770"/>
                    <a:pt x="826" y="770"/>
                  </a:cubicBezTo>
                  <a:cubicBezTo>
                    <a:pt x="830" y="770"/>
                    <a:pt x="835" y="771"/>
                    <a:pt x="839" y="772"/>
                  </a:cubicBezTo>
                  <a:cubicBezTo>
                    <a:pt x="840" y="772"/>
                    <a:pt x="839" y="769"/>
                    <a:pt x="841" y="768"/>
                  </a:cubicBezTo>
                  <a:cubicBezTo>
                    <a:pt x="841" y="768"/>
                    <a:pt x="845" y="765"/>
                    <a:pt x="844" y="765"/>
                  </a:cubicBezTo>
                  <a:cubicBezTo>
                    <a:pt x="843" y="765"/>
                    <a:pt x="843" y="767"/>
                    <a:pt x="842" y="766"/>
                  </a:cubicBezTo>
                  <a:cubicBezTo>
                    <a:pt x="840" y="765"/>
                    <a:pt x="840" y="761"/>
                    <a:pt x="842" y="760"/>
                  </a:cubicBezTo>
                  <a:cubicBezTo>
                    <a:pt x="845" y="758"/>
                    <a:pt x="848" y="754"/>
                    <a:pt x="852" y="753"/>
                  </a:cubicBezTo>
                  <a:cubicBezTo>
                    <a:pt x="856" y="751"/>
                    <a:pt x="866" y="751"/>
                    <a:pt x="869" y="746"/>
                  </a:cubicBezTo>
                  <a:cubicBezTo>
                    <a:pt x="870" y="744"/>
                    <a:pt x="867" y="735"/>
                    <a:pt x="867" y="733"/>
                  </a:cubicBezTo>
                  <a:cubicBezTo>
                    <a:pt x="868" y="732"/>
                    <a:pt x="870" y="730"/>
                    <a:pt x="870" y="729"/>
                  </a:cubicBezTo>
                  <a:cubicBezTo>
                    <a:pt x="871" y="728"/>
                    <a:pt x="870" y="726"/>
                    <a:pt x="871" y="726"/>
                  </a:cubicBezTo>
                  <a:cubicBezTo>
                    <a:pt x="871" y="724"/>
                    <a:pt x="873" y="723"/>
                    <a:pt x="874" y="722"/>
                  </a:cubicBezTo>
                  <a:cubicBezTo>
                    <a:pt x="875" y="720"/>
                    <a:pt x="875" y="717"/>
                    <a:pt x="877" y="715"/>
                  </a:cubicBezTo>
                  <a:cubicBezTo>
                    <a:pt x="878" y="715"/>
                    <a:pt x="880" y="715"/>
                    <a:pt x="881" y="715"/>
                  </a:cubicBezTo>
                  <a:cubicBezTo>
                    <a:pt x="882" y="714"/>
                    <a:pt x="891" y="703"/>
                    <a:pt x="891" y="701"/>
                  </a:cubicBezTo>
                  <a:cubicBezTo>
                    <a:pt x="891" y="700"/>
                    <a:pt x="889" y="702"/>
                    <a:pt x="888" y="701"/>
                  </a:cubicBezTo>
                  <a:cubicBezTo>
                    <a:pt x="887" y="700"/>
                    <a:pt x="889" y="698"/>
                    <a:pt x="890" y="699"/>
                  </a:cubicBezTo>
                  <a:cubicBezTo>
                    <a:pt x="890" y="699"/>
                    <a:pt x="891" y="701"/>
                    <a:pt x="892" y="700"/>
                  </a:cubicBezTo>
                  <a:cubicBezTo>
                    <a:pt x="894" y="699"/>
                    <a:pt x="893" y="695"/>
                    <a:pt x="894" y="694"/>
                  </a:cubicBezTo>
                  <a:cubicBezTo>
                    <a:pt x="894" y="693"/>
                    <a:pt x="898" y="687"/>
                    <a:pt x="899" y="686"/>
                  </a:cubicBezTo>
                  <a:cubicBezTo>
                    <a:pt x="900" y="684"/>
                    <a:pt x="904" y="684"/>
                    <a:pt x="905" y="683"/>
                  </a:cubicBezTo>
                  <a:cubicBezTo>
                    <a:pt x="910" y="674"/>
                    <a:pt x="908" y="662"/>
                    <a:pt x="909" y="653"/>
                  </a:cubicBezTo>
                  <a:cubicBezTo>
                    <a:pt x="909" y="648"/>
                    <a:pt x="914" y="639"/>
                    <a:pt x="919" y="636"/>
                  </a:cubicBezTo>
                  <a:cubicBezTo>
                    <a:pt x="921" y="635"/>
                    <a:pt x="926" y="633"/>
                    <a:pt x="926" y="630"/>
                  </a:cubicBezTo>
                  <a:cubicBezTo>
                    <a:pt x="927" y="629"/>
                    <a:pt x="925" y="622"/>
                    <a:pt x="925" y="619"/>
                  </a:cubicBezTo>
                  <a:cubicBezTo>
                    <a:pt x="926" y="616"/>
                    <a:pt x="928" y="612"/>
                    <a:pt x="929" y="609"/>
                  </a:cubicBezTo>
                  <a:cubicBezTo>
                    <a:pt x="930" y="602"/>
                    <a:pt x="932" y="595"/>
                    <a:pt x="935" y="588"/>
                  </a:cubicBezTo>
                  <a:cubicBezTo>
                    <a:pt x="935" y="587"/>
                    <a:pt x="937" y="582"/>
                    <a:pt x="937" y="580"/>
                  </a:cubicBezTo>
                  <a:cubicBezTo>
                    <a:pt x="937" y="578"/>
                    <a:pt x="935" y="574"/>
                    <a:pt x="935" y="572"/>
                  </a:cubicBezTo>
                  <a:cubicBezTo>
                    <a:pt x="936" y="566"/>
                    <a:pt x="936" y="558"/>
                    <a:pt x="936" y="552"/>
                  </a:cubicBezTo>
                  <a:cubicBezTo>
                    <a:pt x="935" y="551"/>
                    <a:pt x="934" y="549"/>
                    <a:pt x="935" y="547"/>
                  </a:cubicBezTo>
                  <a:cubicBezTo>
                    <a:pt x="936" y="542"/>
                    <a:pt x="939" y="533"/>
                    <a:pt x="940" y="529"/>
                  </a:cubicBezTo>
                  <a:cubicBezTo>
                    <a:pt x="940" y="528"/>
                    <a:pt x="940" y="526"/>
                    <a:pt x="939" y="526"/>
                  </a:cubicBezTo>
                  <a:cubicBezTo>
                    <a:pt x="937" y="526"/>
                    <a:pt x="939" y="530"/>
                    <a:pt x="939" y="531"/>
                  </a:cubicBezTo>
                  <a:cubicBezTo>
                    <a:pt x="938" y="532"/>
                    <a:pt x="936" y="532"/>
                    <a:pt x="936" y="533"/>
                  </a:cubicBezTo>
                  <a:cubicBezTo>
                    <a:pt x="935" y="533"/>
                    <a:pt x="937" y="534"/>
                    <a:pt x="936" y="534"/>
                  </a:cubicBezTo>
                  <a:cubicBezTo>
                    <a:pt x="936" y="535"/>
                    <a:pt x="934" y="531"/>
                    <a:pt x="936" y="531"/>
                  </a:cubicBezTo>
                  <a:cubicBezTo>
                    <a:pt x="941" y="531"/>
                    <a:pt x="934" y="528"/>
                    <a:pt x="936" y="526"/>
                  </a:cubicBezTo>
                  <a:cubicBezTo>
                    <a:pt x="937" y="525"/>
                    <a:pt x="938" y="526"/>
                    <a:pt x="938" y="525"/>
                  </a:cubicBezTo>
                  <a:cubicBezTo>
                    <a:pt x="939" y="525"/>
                    <a:pt x="937" y="525"/>
                    <a:pt x="937" y="525"/>
                  </a:cubicBezTo>
                  <a:cubicBezTo>
                    <a:pt x="937" y="524"/>
                    <a:pt x="935" y="523"/>
                    <a:pt x="935" y="522"/>
                  </a:cubicBezTo>
                  <a:cubicBezTo>
                    <a:pt x="935" y="522"/>
                    <a:pt x="935" y="522"/>
                    <a:pt x="935" y="522"/>
                  </a:cubicBezTo>
                  <a:cubicBezTo>
                    <a:pt x="934" y="522"/>
                    <a:pt x="934" y="523"/>
                    <a:pt x="934" y="522"/>
                  </a:cubicBezTo>
                  <a:cubicBezTo>
                    <a:pt x="934" y="522"/>
                    <a:pt x="934" y="522"/>
                    <a:pt x="935" y="522"/>
                  </a:cubicBezTo>
                  <a:cubicBezTo>
                    <a:pt x="935" y="522"/>
                    <a:pt x="935" y="522"/>
                    <a:pt x="935" y="522"/>
                  </a:cubicBezTo>
                  <a:cubicBezTo>
                    <a:pt x="935" y="522"/>
                    <a:pt x="935" y="522"/>
                    <a:pt x="935" y="522"/>
                  </a:cubicBezTo>
                  <a:cubicBezTo>
                    <a:pt x="936" y="522"/>
                    <a:pt x="936" y="522"/>
                    <a:pt x="936" y="523"/>
                  </a:cubicBezTo>
                  <a:cubicBezTo>
                    <a:pt x="936" y="523"/>
                    <a:pt x="938" y="526"/>
                    <a:pt x="938" y="525"/>
                  </a:cubicBezTo>
                  <a:cubicBezTo>
                    <a:pt x="939" y="523"/>
                    <a:pt x="939" y="515"/>
                    <a:pt x="938" y="515"/>
                  </a:cubicBezTo>
                  <a:cubicBezTo>
                    <a:pt x="937" y="515"/>
                    <a:pt x="937" y="516"/>
                    <a:pt x="937" y="516"/>
                  </a:cubicBezTo>
                  <a:cubicBezTo>
                    <a:pt x="936" y="517"/>
                    <a:pt x="936" y="518"/>
                    <a:pt x="936" y="518"/>
                  </a:cubicBezTo>
                  <a:cubicBezTo>
                    <a:pt x="936" y="518"/>
                    <a:pt x="936" y="518"/>
                    <a:pt x="935" y="518"/>
                  </a:cubicBezTo>
                  <a:cubicBezTo>
                    <a:pt x="935" y="518"/>
                    <a:pt x="935" y="519"/>
                    <a:pt x="935" y="518"/>
                  </a:cubicBezTo>
                  <a:cubicBezTo>
                    <a:pt x="935" y="518"/>
                    <a:pt x="935" y="518"/>
                    <a:pt x="935" y="518"/>
                  </a:cubicBezTo>
                  <a:cubicBezTo>
                    <a:pt x="936" y="518"/>
                    <a:pt x="936" y="517"/>
                    <a:pt x="937" y="516"/>
                  </a:cubicBezTo>
                  <a:cubicBezTo>
                    <a:pt x="937" y="515"/>
                    <a:pt x="936" y="512"/>
                    <a:pt x="937" y="511"/>
                  </a:cubicBezTo>
                  <a:cubicBezTo>
                    <a:pt x="939" y="508"/>
                    <a:pt x="936" y="515"/>
                    <a:pt x="940" y="513"/>
                  </a:cubicBezTo>
                  <a:cubicBezTo>
                    <a:pt x="940" y="512"/>
                    <a:pt x="940" y="512"/>
                    <a:pt x="940" y="511"/>
                  </a:cubicBezTo>
                  <a:cubicBezTo>
                    <a:pt x="939" y="510"/>
                    <a:pt x="940" y="509"/>
                    <a:pt x="941" y="508"/>
                  </a:cubicBezTo>
                  <a:cubicBezTo>
                    <a:pt x="941" y="508"/>
                    <a:pt x="944" y="507"/>
                    <a:pt x="944" y="506"/>
                  </a:cubicBezTo>
                  <a:cubicBezTo>
                    <a:pt x="943" y="505"/>
                    <a:pt x="941" y="505"/>
                    <a:pt x="942" y="504"/>
                  </a:cubicBezTo>
                  <a:cubicBezTo>
                    <a:pt x="945" y="501"/>
                    <a:pt x="944" y="504"/>
                    <a:pt x="946" y="499"/>
                  </a:cubicBezTo>
                  <a:cubicBezTo>
                    <a:pt x="946" y="499"/>
                    <a:pt x="947" y="499"/>
                    <a:pt x="947" y="498"/>
                  </a:cubicBezTo>
                  <a:cubicBezTo>
                    <a:pt x="947" y="498"/>
                    <a:pt x="946" y="498"/>
                    <a:pt x="945" y="498"/>
                  </a:cubicBezTo>
                  <a:cubicBezTo>
                    <a:pt x="944" y="498"/>
                    <a:pt x="944" y="498"/>
                    <a:pt x="944" y="498"/>
                  </a:cubicBezTo>
                  <a:cubicBezTo>
                    <a:pt x="942" y="497"/>
                    <a:pt x="942" y="492"/>
                    <a:pt x="943" y="492"/>
                  </a:cubicBezTo>
                  <a:cubicBezTo>
                    <a:pt x="944" y="492"/>
                    <a:pt x="943" y="493"/>
                    <a:pt x="943" y="494"/>
                  </a:cubicBezTo>
                  <a:cubicBezTo>
                    <a:pt x="942" y="494"/>
                    <a:pt x="943" y="498"/>
                    <a:pt x="944" y="498"/>
                  </a:cubicBezTo>
                  <a:cubicBezTo>
                    <a:pt x="947" y="497"/>
                    <a:pt x="947" y="493"/>
                    <a:pt x="947" y="492"/>
                  </a:cubicBezTo>
                  <a:cubicBezTo>
                    <a:pt x="947" y="491"/>
                    <a:pt x="948" y="491"/>
                    <a:pt x="948" y="491"/>
                  </a:cubicBezTo>
                  <a:cubicBezTo>
                    <a:pt x="948" y="491"/>
                    <a:pt x="948" y="491"/>
                    <a:pt x="948" y="492"/>
                  </a:cubicBezTo>
                  <a:cubicBezTo>
                    <a:pt x="950" y="494"/>
                    <a:pt x="949" y="494"/>
                    <a:pt x="953" y="494"/>
                  </a:cubicBezTo>
                  <a:cubicBezTo>
                    <a:pt x="953" y="494"/>
                    <a:pt x="953" y="495"/>
                    <a:pt x="953" y="495"/>
                  </a:cubicBezTo>
                  <a:cubicBezTo>
                    <a:pt x="953" y="496"/>
                    <a:pt x="953" y="496"/>
                    <a:pt x="953" y="497"/>
                  </a:cubicBezTo>
                  <a:cubicBezTo>
                    <a:pt x="953" y="499"/>
                    <a:pt x="951" y="503"/>
                    <a:pt x="953" y="503"/>
                  </a:cubicBezTo>
                  <a:cubicBezTo>
                    <a:pt x="960" y="501"/>
                    <a:pt x="975" y="480"/>
                    <a:pt x="978" y="473"/>
                  </a:cubicBezTo>
                  <a:cubicBezTo>
                    <a:pt x="980" y="469"/>
                    <a:pt x="984" y="465"/>
                    <a:pt x="985" y="461"/>
                  </a:cubicBezTo>
                  <a:cubicBezTo>
                    <a:pt x="985" y="460"/>
                    <a:pt x="983" y="459"/>
                    <a:pt x="983" y="459"/>
                  </a:cubicBezTo>
                  <a:cubicBezTo>
                    <a:pt x="983" y="458"/>
                    <a:pt x="983" y="458"/>
                    <a:pt x="983" y="458"/>
                  </a:cubicBezTo>
                  <a:cubicBezTo>
                    <a:pt x="984" y="458"/>
                    <a:pt x="983" y="459"/>
                    <a:pt x="984" y="459"/>
                  </a:cubicBezTo>
                  <a:cubicBezTo>
                    <a:pt x="984" y="459"/>
                    <a:pt x="984" y="458"/>
                    <a:pt x="984" y="458"/>
                  </a:cubicBezTo>
                  <a:cubicBezTo>
                    <a:pt x="985" y="456"/>
                    <a:pt x="987" y="456"/>
                    <a:pt x="987" y="455"/>
                  </a:cubicBezTo>
                  <a:cubicBezTo>
                    <a:pt x="987" y="454"/>
                    <a:pt x="985" y="453"/>
                    <a:pt x="986" y="453"/>
                  </a:cubicBezTo>
                  <a:cubicBezTo>
                    <a:pt x="986" y="452"/>
                    <a:pt x="986" y="454"/>
                    <a:pt x="987" y="455"/>
                  </a:cubicBezTo>
                  <a:cubicBezTo>
                    <a:pt x="987" y="455"/>
                    <a:pt x="987" y="453"/>
                    <a:pt x="987" y="453"/>
                  </a:cubicBezTo>
                  <a:cubicBezTo>
                    <a:pt x="991" y="453"/>
                    <a:pt x="981" y="458"/>
                    <a:pt x="985" y="460"/>
                  </a:cubicBezTo>
                  <a:cubicBezTo>
                    <a:pt x="986" y="461"/>
                    <a:pt x="987" y="456"/>
                    <a:pt x="988" y="456"/>
                  </a:cubicBezTo>
                  <a:cubicBezTo>
                    <a:pt x="989" y="454"/>
                    <a:pt x="992" y="454"/>
                    <a:pt x="991" y="451"/>
                  </a:cubicBezTo>
                  <a:cubicBezTo>
                    <a:pt x="990" y="450"/>
                    <a:pt x="990" y="451"/>
                    <a:pt x="988" y="450"/>
                  </a:cubicBezTo>
                  <a:cubicBezTo>
                    <a:pt x="986" y="447"/>
                    <a:pt x="990" y="449"/>
                    <a:pt x="990" y="449"/>
                  </a:cubicBezTo>
                  <a:cubicBezTo>
                    <a:pt x="991" y="449"/>
                    <a:pt x="991" y="450"/>
                    <a:pt x="992" y="451"/>
                  </a:cubicBezTo>
                  <a:cubicBezTo>
                    <a:pt x="992" y="451"/>
                    <a:pt x="991" y="452"/>
                    <a:pt x="992" y="452"/>
                  </a:cubicBezTo>
                  <a:cubicBezTo>
                    <a:pt x="994" y="450"/>
                    <a:pt x="996" y="444"/>
                    <a:pt x="998" y="442"/>
                  </a:cubicBezTo>
                  <a:cubicBezTo>
                    <a:pt x="1002" y="438"/>
                    <a:pt x="1007" y="437"/>
                    <a:pt x="1012" y="435"/>
                  </a:cubicBezTo>
                  <a:cubicBezTo>
                    <a:pt x="1014" y="434"/>
                    <a:pt x="1015" y="429"/>
                    <a:pt x="1016" y="428"/>
                  </a:cubicBezTo>
                  <a:cubicBezTo>
                    <a:pt x="1019" y="425"/>
                    <a:pt x="1022" y="422"/>
                    <a:pt x="1025" y="419"/>
                  </a:cubicBezTo>
                  <a:cubicBezTo>
                    <a:pt x="1026" y="417"/>
                    <a:pt x="1027" y="416"/>
                    <a:pt x="1028" y="414"/>
                  </a:cubicBezTo>
                  <a:cubicBezTo>
                    <a:pt x="1028" y="414"/>
                    <a:pt x="1029" y="413"/>
                    <a:pt x="1029" y="413"/>
                  </a:cubicBezTo>
                  <a:cubicBezTo>
                    <a:pt x="1028" y="413"/>
                    <a:pt x="1028" y="414"/>
                    <a:pt x="1027" y="414"/>
                  </a:cubicBezTo>
                  <a:cubicBezTo>
                    <a:pt x="1026" y="414"/>
                    <a:pt x="1027" y="412"/>
                    <a:pt x="1026" y="412"/>
                  </a:cubicBezTo>
                  <a:cubicBezTo>
                    <a:pt x="1026" y="411"/>
                    <a:pt x="1025" y="410"/>
                    <a:pt x="1025" y="410"/>
                  </a:cubicBezTo>
                  <a:cubicBezTo>
                    <a:pt x="1027" y="409"/>
                    <a:pt x="1027" y="413"/>
                    <a:pt x="1027" y="413"/>
                  </a:cubicBezTo>
                  <a:cubicBezTo>
                    <a:pt x="1027" y="414"/>
                    <a:pt x="1029" y="414"/>
                    <a:pt x="1029" y="410"/>
                  </a:cubicBezTo>
                  <a:cubicBezTo>
                    <a:pt x="1029" y="409"/>
                    <a:pt x="1031" y="410"/>
                    <a:pt x="1031" y="411"/>
                  </a:cubicBezTo>
                  <a:cubicBezTo>
                    <a:pt x="1031" y="412"/>
                    <a:pt x="1029" y="412"/>
                    <a:pt x="1030" y="413"/>
                  </a:cubicBezTo>
                  <a:cubicBezTo>
                    <a:pt x="1031" y="414"/>
                    <a:pt x="1037" y="404"/>
                    <a:pt x="1038" y="403"/>
                  </a:cubicBezTo>
                  <a:cubicBezTo>
                    <a:pt x="1045" y="397"/>
                    <a:pt x="1052" y="382"/>
                    <a:pt x="1054" y="373"/>
                  </a:cubicBezTo>
                  <a:cubicBezTo>
                    <a:pt x="1054" y="373"/>
                    <a:pt x="1055" y="369"/>
                    <a:pt x="1055" y="369"/>
                  </a:cubicBezTo>
                  <a:cubicBezTo>
                    <a:pt x="1055" y="368"/>
                    <a:pt x="1054" y="367"/>
                    <a:pt x="1054" y="367"/>
                  </a:cubicBezTo>
                  <a:cubicBezTo>
                    <a:pt x="1054" y="366"/>
                    <a:pt x="1061" y="368"/>
                    <a:pt x="1057" y="362"/>
                  </a:cubicBezTo>
                  <a:cubicBezTo>
                    <a:pt x="1057" y="361"/>
                    <a:pt x="1056" y="361"/>
                    <a:pt x="1055" y="361"/>
                  </a:cubicBezTo>
                  <a:cubicBezTo>
                    <a:pt x="1054" y="358"/>
                    <a:pt x="1058" y="358"/>
                    <a:pt x="1057" y="358"/>
                  </a:cubicBezTo>
                  <a:cubicBezTo>
                    <a:pt x="1055" y="358"/>
                    <a:pt x="1056" y="358"/>
                    <a:pt x="1057" y="355"/>
                  </a:cubicBezTo>
                  <a:cubicBezTo>
                    <a:pt x="1057" y="354"/>
                    <a:pt x="1057" y="356"/>
                    <a:pt x="1057" y="357"/>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79"/>
            <p:cNvSpPr>
              <a:spLocks/>
            </p:cNvSpPr>
            <p:nvPr/>
          </p:nvSpPr>
          <p:spPr bwMode="auto">
            <a:xfrm>
              <a:off x="5383213" y="1908176"/>
              <a:ext cx="1588" cy="1588"/>
            </a:xfrm>
            <a:custGeom>
              <a:avLst/>
              <a:gdLst/>
              <a:ahLst/>
              <a:cxnLst>
                <a:cxn ang="0">
                  <a:pos x="0" y="0"/>
                </a:cxn>
                <a:cxn ang="0">
                  <a:pos x="0" y="0"/>
                </a:cxn>
              </a:cxnLst>
              <a:rect l="0" t="0" r="r" b="b"/>
              <a:pathLst>
                <a:path>
                  <a:moveTo>
                    <a:pt x="0" y="0"/>
                  </a:move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80"/>
            <p:cNvSpPr>
              <a:spLocks/>
            </p:cNvSpPr>
            <p:nvPr/>
          </p:nvSpPr>
          <p:spPr bwMode="auto">
            <a:xfrm>
              <a:off x="5383213" y="1906588"/>
              <a:ext cx="1588" cy="1588"/>
            </a:xfrm>
            <a:custGeom>
              <a:avLst/>
              <a:gdLst/>
              <a:ahLst/>
              <a:cxnLst>
                <a:cxn ang="0">
                  <a:pos x="0" y="0"/>
                </a:cxn>
                <a:cxn ang="0">
                  <a:pos x="0" y="0"/>
                </a:cxn>
                <a:cxn ang="0">
                  <a:pos x="0" y="1"/>
                </a:cxn>
                <a:cxn ang="0">
                  <a:pos x="0" y="0"/>
                </a:cxn>
              </a:cxnLst>
              <a:rect l="0" t="0" r="r" b="b"/>
              <a:pathLst>
                <a:path h="1">
                  <a:moveTo>
                    <a:pt x="0" y="0"/>
                  </a:moveTo>
                  <a:cubicBezTo>
                    <a:pt x="0" y="0"/>
                    <a:pt x="0" y="0"/>
                    <a:pt x="0" y="0"/>
                  </a:cubicBezTo>
                  <a:cubicBezTo>
                    <a:pt x="0" y="0"/>
                    <a:pt x="0" y="1"/>
                    <a:pt x="0" y="1"/>
                  </a:cubicBezTo>
                  <a:cubicBezTo>
                    <a:pt x="0" y="1"/>
                    <a:pt x="0" y="1"/>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81"/>
            <p:cNvSpPr>
              <a:spLocks/>
            </p:cNvSpPr>
            <p:nvPr/>
          </p:nvSpPr>
          <p:spPr bwMode="auto">
            <a:xfrm>
              <a:off x="5640388" y="2547938"/>
              <a:ext cx="1588" cy="1588"/>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82"/>
            <p:cNvSpPr>
              <a:spLocks/>
            </p:cNvSpPr>
            <p:nvPr/>
          </p:nvSpPr>
          <p:spPr bwMode="auto">
            <a:xfrm>
              <a:off x="5640388" y="2535238"/>
              <a:ext cx="4763" cy="4763"/>
            </a:xfrm>
            <a:custGeom>
              <a:avLst/>
              <a:gdLst/>
              <a:ahLst/>
              <a:cxnLst>
                <a:cxn ang="0">
                  <a:pos x="1" y="2"/>
                </a:cxn>
                <a:cxn ang="0">
                  <a:pos x="2" y="0"/>
                </a:cxn>
                <a:cxn ang="0">
                  <a:pos x="0" y="2"/>
                </a:cxn>
                <a:cxn ang="0">
                  <a:pos x="1" y="2"/>
                </a:cxn>
              </a:cxnLst>
              <a:rect l="0" t="0" r="r" b="b"/>
              <a:pathLst>
                <a:path w="2" h="2">
                  <a:moveTo>
                    <a:pt x="1" y="2"/>
                  </a:moveTo>
                  <a:cubicBezTo>
                    <a:pt x="1" y="2"/>
                    <a:pt x="1" y="1"/>
                    <a:pt x="2" y="0"/>
                  </a:cubicBezTo>
                  <a:cubicBezTo>
                    <a:pt x="1" y="1"/>
                    <a:pt x="1" y="2"/>
                    <a:pt x="0" y="2"/>
                  </a:cubicBezTo>
                  <a:cubicBezTo>
                    <a:pt x="1" y="2"/>
                    <a:pt x="1" y="2"/>
                    <a:pt x="1" y="2"/>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83"/>
            <p:cNvSpPr>
              <a:spLocks/>
            </p:cNvSpPr>
            <p:nvPr/>
          </p:nvSpPr>
          <p:spPr bwMode="auto">
            <a:xfrm>
              <a:off x="5000626" y="1622426"/>
              <a:ext cx="1588" cy="1588"/>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84"/>
            <p:cNvSpPr>
              <a:spLocks/>
            </p:cNvSpPr>
            <p:nvPr/>
          </p:nvSpPr>
          <p:spPr bwMode="auto">
            <a:xfrm>
              <a:off x="3778251" y="1187451"/>
              <a:ext cx="1588" cy="4763"/>
            </a:xfrm>
            <a:custGeom>
              <a:avLst/>
              <a:gdLst/>
              <a:ahLst/>
              <a:cxnLst>
                <a:cxn ang="0">
                  <a:pos x="1" y="2"/>
                </a:cxn>
                <a:cxn ang="0">
                  <a:pos x="0" y="0"/>
                </a:cxn>
                <a:cxn ang="0">
                  <a:pos x="0" y="1"/>
                </a:cxn>
                <a:cxn ang="0">
                  <a:pos x="1" y="2"/>
                </a:cxn>
              </a:cxnLst>
              <a:rect l="0" t="0" r="r" b="b"/>
              <a:pathLst>
                <a:path w="1" h="2">
                  <a:moveTo>
                    <a:pt x="1" y="2"/>
                  </a:moveTo>
                  <a:cubicBezTo>
                    <a:pt x="0" y="1"/>
                    <a:pt x="0" y="1"/>
                    <a:pt x="0" y="0"/>
                  </a:cubicBezTo>
                  <a:cubicBezTo>
                    <a:pt x="0" y="1"/>
                    <a:pt x="0" y="1"/>
                    <a:pt x="0" y="1"/>
                  </a:cubicBezTo>
                  <a:cubicBezTo>
                    <a:pt x="0" y="2"/>
                    <a:pt x="1" y="2"/>
                    <a:pt x="1" y="2"/>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85"/>
            <p:cNvSpPr>
              <a:spLocks/>
            </p:cNvSpPr>
            <p:nvPr/>
          </p:nvSpPr>
          <p:spPr bwMode="auto">
            <a:xfrm>
              <a:off x="3627438" y="1111251"/>
              <a:ext cx="9525" cy="6350"/>
            </a:xfrm>
            <a:custGeom>
              <a:avLst/>
              <a:gdLst/>
              <a:ahLst/>
              <a:cxnLst>
                <a:cxn ang="0">
                  <a:pos x="3" y="3"/>
                </a:cxn>
                <a:cxn ang="0">
                  <a:pos x="3" y="3"/>
                </a:cxn>
              </a:cxnLst>
              <a:rect l="0" t="0" r="r" b="b"/>
              <a:pathLst>
                <a:path w="4" h="3">
                  <a:moveTo>
                    <a:pt x="3" y="3"/>
                  </a:moveTo>
                  <a:cubicBezTo>
                    <a:pt x="4" y="2"/>
                    <a:pt x="0" y="0"/>
                    <a:pt x="3"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86"/>
            <p:cNvSpPr>
              <a:spLocks/>
            </p:cNvSpPr>
            <p:nvPr/>
          </p:nvSpPr>
          <p:spPr bwMode="auto">
            <a:xfrm>
              <a:off x="3473451" y="1522413"/>
              <a:ext cx="7938" cy="11113"/>
            </a:xfrm>
            <a:custGeom>
              <a:avLst/>
              <a:gdLst/>
              <a:ahLst/>
              <a:cxnLst>
                <a:cxn ang="0">
                  <a:pos x="0" y="3"/>
                </a:cxn>
                <a:cxn ang="0">
                  <a:pos x="0" y="3"/>
                </a:cxn>
              </a:cxnLst>
              <a:rect l="0" t="0" r="r" b="b"/>
              <a:pathLst>
                <a:path w="4" h="5">
                  <a:moveTo>
                    <a:pt x="0" y="3"/>
                  </a:moveTo>
                  <a:cubicBezTo>
                    <a:pt x="4" y="5"/>
                    <a:pt x="0" y="0"/>
                    <a:pt x="0"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87"/>
            <p:cNvSpPr>
              <a:spLocks/>
            </p:cNvSpPr>
            <p:nvPr/>
          </p:nvSpPr>
          <p:spPr bwMode="auto">
            <a:xfrm>
              <a:off x="3475038" y="1522413"/>
              <a:ext cx="3175" cy="6350"/>
            </a:xfrm>
            <a:custGeom>
              <a:avLst/>
              <a:gdLst/>
              <a:ahLst/>
              <a:cxnLst>
                <a:cxn ang="0">
                  <a:pos x="0" y="1"/>
                </a:cxn>
                <a:cxn ang="0">
                  <a:pos x="0" y="1"/>
                </a:cxn>
              </a:cxnLst>
              <a:rect l="0" t="0" r="r" b="b"/>
              <a:pathLst>
                <a:path w="1" h="3">
                  <a:moveTo>
                    <a:pt x="0" y="1"/>
                  </a:moveTo>
                  <a:cubicBezTo>
                    <a:pt x="1" y="3"/>
                    <a:pt x="1" y="0"/>
                    <a:pt x="0"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88"/>
            <p:cNvSpPr>
              <a:spLocks/>
            </p:cNvSpPr>
            <p:nvPr/>
          </p:nvSpPr>
          <p:spPr bwMode="auto">
            <a:xfrm>
              <a:off x="3475038" y="1527176"/>
              <a:ext cx="1588" cy="1588"/>
            </a:xfrm>
            <a:custGeom>
              <a:avLst/>
              <a:gdLst/>
              <a:ahLst/>
              <a:cxnLst>
                <a:cxn ang="0">
                  <a:pos x="0" y="0"/>
                </a:cxn>
                <a:cxn ang="0">
                  <a:pos x="0" y="0"/>
                </a:cxn>
              </a:cxnLst>
              <a:rect l="0" t="0" r="r" b="b"/>
              <a:pathLst>
                <a:path>
                  <a:moveTo>
                    <a:pt x="0" y="0"/>
                  </a:move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89"/>
            <p:cNvSpPr>
              <a:spLocks/>
            </p:cNvSpPr>
            <p:nvPr/>
          </p:nvSpPr>
          <p:spPr bwMode="auto">
            <a:xfrm>
              <a:off x="3475038" y="1527176"/>
              <a:ext cx="1588" cy="1588"/>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90"/>
            <p:cNvSpPr>
              <a:spLocks/>
            </p:cNvSpPr>
            <p:nvPr/>
          </p:nvSpPr>
          <p:spPr bwMode="auto">
            <a:xfrm>
              <a:off x="3365501" y="1050926"/>
              <a:ext cx="701675" cy="965200"/>
            </a:xfrm>
            <a:custGeom>
              <a:avLst/>
              <a:gdLst/>
              <a:ahLst/>
              <a:cxnLst>
                <a:cxn ang="0">
                  <a:pos x="38" y="317"/>
                </a:cxn>
                <a:cxn ang="0">
                  <a:pos x="64" y="332"/>
                </a:cxn>
                <a:cxn ang="0">
                  <a:pos x="106" y="341"/>
                </a:cxn>
                <a:cxn ang="0">
                  <a:pos x="126" y="356"/>
                </a:cxn>
                <a:cxn ang="0">
                  <a:pos x="142" y="374"/>
                </a:cxn>
                <a:cxn ang="0">
                  <a:pos x="161" y="397"/>
                </a:cxn>
                <a:cxn ang="0">
                  <a:pos x="172" y="406"/>
                </a:cxn>
                <a:cxn ang="0">
                  <a:pos x="192" y="404"/>
                </a:cxn>
                <a:cxn ang="0">
                  <a:pos x="207" y="405"/>
                </a:cxn>
                <a:cxn ang="0">
                  <a:pos x="228" y="407"/>
                </a:cxn>
                <a:cxn ang="0">
                  <a:pos x="244" y="414"/>
                </a:cxn>
                <a:cxn ang="0">
                  <a:pos x="259" y="389"/>
                </a:cxn>
                <a:cxn ang="0">
                  <a:pos x="244" y="339"/>
                </a:cxn>
                <a:cxn ang="0">
                  <a:pos x="256" y="322"/>
                </a:cxn>
                <a:cxn ang="0">
                  <a:pos x="253" y="310"/>
                </a:cxn>
                <a:cxn ang="0">
                  <a:pos x="250" y="293"/>
                </a:cxn>
                <a:cxn ang="0">
                  <a:pos x="296" y="293"/>
                </a:cxn>
                <a:cxn ang="0">
                  <a:pos x="325" y="298"/>
                </a:cxn>
                <a:cxn ang="0">
                  <a:pos x="323" y="281"/>
                </a:cxn>
                <a:cxn ang="0">
                  <a:pos x="317" y="245"/>
                </a:cxn>
                <a:cxn ang="0">
                  <a:pos x="306" y="202"/>
                </a:cxn>
                <a:cxn ang="0">
                  <a:pos x="316" y="171"/>
                </a:cxn>
                <a:cxn ang="0">
                  <a:pos x="267" y="174"/>
                </a:cxn>
                <a:cxn ang="0">
                  <a:pos x="232" y="146"/>
                </a:cxn>
                <a:cxn ang="0">
                  <a:pos x="183" y="120"/>
                </a:cxn>
                <a:cxn ang="0">
                  <a:pos x="169" y="91"/>
                </a:cxn>
                <a:cxn ang="0">
                  <a:pos x="180" y="41"/>
                </a:cxn>
                <a:cxn ang="0">
                  <a:pos x="215" y="14"/>
                </a:cxn>
                <a:cxn ang="0">
                  <a:pos x="204" y="1"/>
                </a:cxn>
                <a:cxn ang="0">
                  <a:pos x="194" y="5"/>
                </a:cxn>
                <a:cxn ang="0">
                  <a:pos x="172" y="23"/>
                </a:cxn>
                <a:cxn ang="0">
                  <a:pos x="142" y="29"/>
                </a:cxn>
                <a:cxn ang="0">
                  <a:pos x="127" y="44"/>
                </a:cxn>
                <a:cxn ang="0">
                  <a:pos x="128" y="39"/>
                </a:cxn>
                <a:cxn ang="0">
                  <a:pos x="108" y="44"/>
                </a:cxn>
                <a:cxn ang="0">
                  <a:pos x="102" y="54"/>
                </a:cxn>
                <a:cxn ang="0">
                  <a:pos x="98" y="57"/>
                </a:cxn>
                <a:cxn ang="0">
                  <a:pos x="84" y="83"/>
                </a:cxn>
                <a:cxn ang="0">
                  <a:pos x="60" y="120"/>
                </a:cxn>
                <a:cxn ang="0">
                  <a:pos x="60" y="112"/>
                </a:cxn>
                <a:cxn ang="0">
                  <a:pos x="49" y="109"/>
                </a:cxn>
                <a:cxn ang="0">
                  <a:pos x="39" y="127"/>
                </a:cxn>
                <a:cxn ang="0">
                  <a:pos x="40" y="146"/>
                </a:cxn>
                <a:cxn ang="0">
                  <a:pos x="48" y="160"/>
                </a:cxn>
                <a:cxn ang="0">
                  <a:pos x="44" y="166"/>
                </a:cxn>
                <a:cxn ang="0">
                  <a:pos x="50" y="210"/>
                </a:cxn>
                <a:cxn ang="0">
                  <a:pos x="46" y="220"/>
                </a:cxn>
                <a:cxn ang="0">
                  <a:pos x="51" y="228"/>
                </a:cxn>
                <a:cxn ang="0">
                  <a:pos x="52" y="236"/>
                </a:cxn>
                <a:cxn ang="0">
                  <a:pos x="52" y="237"/>
                </a:cxn>
                <a:cxn ang="0">
                  <a:pos x="51" y="238"/>
                </a:cxn>
                <a:cxn ang="0">
                  <a:pos x="50" y="242"/>
                </a:cxn>
                <a:cxn ang="0">
                  <a:pos x="46" y="246"/>
                </a:cxn>
                <a:cxn ang="0">
                  <a:pos x="41" y="253"/>
                </a:cxn>
                <a:cxn ang="0">
                  <a:pos x="38" y="260"/>
                </a:cxn>
                <a:cxn ang="0">
                  <a:pos x="35" y="268"/>
                </a:cxn>
                <a:cxn ang="0">
                  <a:pos x="19" y="273"/>
                </a:cxn>
                <a:cxn ang="0">
                  <a:pos x="11" y="277"/>
                </a:cxn>
                <a:cxn ang="0">
                  <a:pos x="0" y="295"/>
                </a:cxn>
              </a:cxnLst>
              <a:rect l="0" t="0" r="r" b="b"/>
              <a:pathLst>
                <a:path w="331" h="456">
                  <a:moveTo>
                    <a:pt x="13" y="307"/>
                  </a:moveTo>
                  <a:cubicBezTo>
                    <a:pt x="13" y="307"/>
                    <a:pt x="14" y="307"/>
                    <a:pt x="14" y="307"/>
                  </a:cubicBezTo>
                  <a:cubicBezTo>
                    <a:pt x="15" y="307"/>
                    <a:pt x="15" y="306"/>
                    <a:pt x="16" y="307"/>
                  </a:cubicBezTo>
                  <a:cubicBezTo>
                    <a:pt x="17" y="308"/>
                    <a:pt x="18" y="309"/>
                    <a:pt x="19" y="310"/>
                  </a:cubicBezTo>
                  <a:cubicBezTo>
                    <a:pt x="23" y="313"/>
                    <a:pt x="28" y="314"/>
                    <a:pt x="31" y="317"/>
                  </a:cubicBezTo>
                  <a:cubicBezTo>
                    <a:pt x="34" y="319"/>
                    <a:pt x="36" y="315"/>
                    <a:pt x="38" y="317"/>
                  </a:cubicBezTo>
                  <a:cubicBezTo>
                    <a:pt x="38" y="318"/>
                    <a:pt x="38" y="319"/>
                    <a:pt x="38" y="319"/>
                  </a:cubicBezTo>
                  <a:cubicBezTo>
                    <a:pt x="39" y="321"/>
                    <a:pt x="41" y="321"/>
                    <a:pt x="43" y="321"/>
                  </a:cubicBezTo>
                  <a:cubicBezTo>
                    <a:pt x="44" y="322"/>
                    <a:pt x="44" y="328"/>
                    <a:pt x="45" y="329"/>
                  </a:cubicBezTo>
                  <a:cubicBezTo>
                    <a:pt x="46" y="331"/>
                    <a:pt x="50" y="329"/>
                    <a:pt x="51" y="329"/>
                  </a:cubicBezTo>
                  <a:cubicBezTo>
                    <a:pt x="53" y="330"/>
                    <a:pt x="53" y="332"/>
                    <a:pt x="55" y="332"/>
                  </a:cubicBezTo>
                  <a:cubicBezTo>
                    <a:pt x="58" y="334"/>
                    <a:pt x="61" y="332"/>
                    <a:pt x="64" y="332"/>
                  </a:cubicBezTo>
                  <a:cubicBezTo>
                    <a:pt x="65" y="333"/>
                    <a:pt x="70" y="334"/>
                    <a:pt x="71" y="333"/>
                  </a:cubicBezTo>
                  <a:cubicBezTo>
                    <a:pt x="72" y="331"/>
                    <a:pt x="71" y="327"/>
                    <a:pt x="74" y="327"/>
                  </a:cubicBezTo>
                  <a:cubicBezTo>
                    <a:pt x="81" y="328"/>
                    <a:pt x="83" y="334"/>
                    <a:pt x="87" y="337"/>
                  </a:cubicBezTo>
                  <a:cubicBezTo>
                    <a:pt x="90" y="339"/>
                    <a:pt x="90" y="337"/>
                    <a:pt x="92" y="337"/>
                  </a:cubicBezTo>
                  <a:cubicBezTo>
                    <a:pt x="95" y="338"/>
                    <a:pt x="99" y="342"/>
                    <a:pt x="102" y="343"/>
                  </a:cubicBezTo>
                  <a:cubicBezTo>
                    <a:pt x="103" y="343"/>
                    <a:pt x="104" y="340"/>
                    <a:pt x="106" y="341"/>
                  </a:cubicBezTo>
                  <a:cubicBezTo>
                    <a:pt x="107" y="342"/>
                    <a:pt x="112" y="347"/>
                    <a:pt x="113" y="346"/>
                  </a:cubicBezTo>
                  <a:cubicBezTo>
                    <a:pt x="114" y="345"/>
                    <a:pt x="113" y="344"/>
                    <a:pt x="114" y="344"/>
                  </a:cubicBezTo>
                  <a:cubicBezTo>
                    <a:pt x="115" y="344"/>
                    <a:pt x="116" y="347"/>
                    <a:pt x="116" y="348"/>
                  </a:cubicBezTo>
                  <a:cubicBezTo>
                    <a:pt x="116" y="348"/>
                    <a:pt x="115" y="348"/>
                    <a:pt x="115" y="348"/>
                  </a:cubicBezTo>
                  <a:cubicBezTo>
                    <a:pt x="119" y="349"/>
                    <a:pt x="119" y="349"/>
                    <a:pt x="119" y="349"/>
                  </a:cubicBezTo>
                  <a:cubicBezTo>
                    <a:pt x="121" y="350"/>
                    <a:pt x="125" y="354"/>
                    <a:pt x="126" y="356"/>
                  </a:cubicBezTo>
                  <a:cubicBezTo>
                    <a:pt x="126" y="357"/>
                    <a:pt x="126" y="359"/>
                    <a:pt x="127" y="360"/>
                  </a:cubicBezTo>
                  <a:cubicBezTo>
                    <a:pt x="127" y="361"/>
                    <a:pt x="129" y="363"/>
                    <a:pt x="128" y="363"/>
                  </a:cubicBezTo>
                  <a:cubicBezTo>
                    <a:pt x="122" y="365"/>
                    <a:pt x="135" y="367"/>
                    <a:pt x="135" y="367"/>
                  </a:cubicBezTo>
                  <a:cubicBezTo>
                    <a:pt x="136" y="367"/>
                    <a:pt x="135" y="369"/>
                    <a:pt x="136" y="369"/>
                  </a:cubicBezTo>
                  <a:cubicBezTo>
                    <a:pt x="138" y="370"/>
                    <a:pt x="138" y="370"/>
                    <a:pt x="138" y="370"/>
                  </a:cubicBezTo>
                  <a:cubicBezTo>
                    <a:pt x="140" y="371"/>
                    <a:pt x="140" y="373"/>
                    <a:pt x="142" y="374"/>
                  </a:cubicBezTo>
                  <a:cubicBezTo>
                    <a:pt x="144" y="374"/>
                    <a:pt x="146" y="373"/>
                    <a:pt x="148" y="375"/>
                  </a:cubicBezTo>
                  <a:cubicBezTo>
                    <a:pt x="148" y="376"/>
                    <a:pt x="147" y="378"/>
                    <a:pt x="148" y="379"/>
                  </a:cubicBezTo>
                  <a:cubicBezTo>
                    <a:pt x="149" y="380"/>
                    <a:pt x="151" y="380"/>
                    <a:pt x="151" y="383"/>
                  </a:cubicBezTo>
                  <a:cubicBezTo>
                    <a:pt x="150" y="384"/>
                    <a:pt x="148" y="384"/>
                    <a:pt x="149" y="386"/>
                  </a:cubicBezTo>
                  <a:cubicBezTo>
                    <a:pt x="152" y="391"/>
                    <a:pt x="157" y="386"/>
                    <a:pt x="158" y="389"/>
                  </a:cubicBezTo>
                  <a:cubicBezTo>
                    <a:pt x="159" y="390"/>
                    <a:pt x="161" y="395"/>
                    <a:pt x="161" y="397"/>
                  </a:cubicBezTo>
                  <a:cubicBezTo>
                    <a:pt x="161" y="397"/>
                    <a:pt x="159" y="400"/>
                    <a:pt x="159" y="400"/>
                  </a:cubicBezTo>
                  <a:cubicBezTo>
                    <a:pt x="158" y="401"/>
                    <a:pt x="161" y="404"/>
                    <a:pt x="162" y="404"/>
                  </a:cubicBezTo>
                  <a:cubicBezTo>
                    <a:pt x="162" y="404"/>
                    <a:pt x="164" y="402"/>
                    <a:pt x="165" y="404"/>
                  </a:cubicBezTo>
                  <a:cubicBezTo>
                    <a:pt x="165" y="405"/>
                    <a:pt x="165" y="406"/>
                    <a:pt x="165" y="406"/>
                  </a:cubicBezTo>
                  <a:cubicBezTo>
                    <a:pt x="166" y="407"/>
                    <a:pt x="170" y="404"/>
                    <a:pt x="171" y="405"/>
                  </a:cubicBezTo>
                  <a:cubicBezTo>
                    <a:pt x="172" y="405"/>
                    <a:pt x="171" y="406"/>
                    <a:pt x="172" y="406"/>
                  </a:cubicBezTo>
                  <a:cubicBezTo>
                    <a:pt x="173" y="407"/>
                    <a:pt x="172" y="404"/>
                    <a:pt x="173" y="404"/>
                  </a:cubicBezTo>
                  <a:cubicBezTo>
                    <a:pt x="175" y="403"/>
                    <a:pt x="179" y="407"/>
                    <a:pt x="180" y="407"/>
                  </a:cubicBezTo>
                  <a:cubicBezTo>
                    <a:pt x="182" y="407"/>
                    <a:pt x="183" y="406"/>
                    <a:pt x="183" y="405"/>
                  </a:cubicBezTo>
                  <a:cubicBezTo>
                    <a:pt x="184" y="405"/>
                    <a:pt x="186" y="406"/>
                    <a:pt x="187" y="406"/>
                  </a:cubicBezTo>
                  <a:cubicBezTo>
                    <a:pt x="190" y="404"/>
                    <a:pt x="185" y="405"/>
                    <a:pt x="189" y="403"/>
                  </a:cubicBezTo>
                  <a:cubicBezTo>
                    <a:pt x="190" y="403"/>
                    <a:pt x="191" y="404"/>
                    <a:pt x="192" y="404"/>
                  </a:cubicBezTo>
                  <a:cubicBezTo>
                    <a:pt x="194" y="403"/>
                    <a:pt x="195" y="399"/>
                    <a:pt x="197" y="398"/>
                  </a:cubicBezTo>
                  <a:cubicBezTo>
                    <a:pt x="199" y="397"/>
                    <a:pt x="200" y="400"/>
                    <a:pt x="200" y="400"/>
                  </a:cubicBezTo>
                  <a:cubicBezTo>
                    <a:pt x="201" y="400"/>
                    <a:pt x="202" y="400"/>
                    <a:pt x="203" y="400"/>
                  </a:cubicBezTo>
                  <a:cubicBezTo>
                    <a:pt x="204" y="403"/>
                    <a:pt x="204" y="403"/>
                    <a:pt x="204" y="403"/>
                  </a:cubicBezTo>
                  <a:cubicBezTo>
                    <a:pt x="205" y="403"/>
                    <a:pt x="205" y="401"/>
                    <a:pt x="206" y="401"/>
                  </a:cubicBezTo>
                  <a:cubicBezTo>
                    <a:pt x="207" y="402"/>
                    <a:pt x="207" y="405"/>
                    <a:pt x="207" y="405"/>
                  </a:cubicBezTo>
                  <a:cubicBezTo>
                    <a:pt x="212" y="405"/>
                    <a:pt x="212" y="403"/>
                    <a:pt x="215" y="402"/>
                  </a:cubicBezTo>
                  <a:cubicBezTo>
                    <a:pt x="217" y="402"/>
                    <a:pt x="217" y="402"/>
                    <a:pt x="217" y="402"/>
                  </a:cubicBezTo>
                  <a:cubicBezTo>
                    <a:pt x="218" y="401"/>
                    <a:pt x="217" y="400"/>
                    <a:pt x="217" y="400"/>
                  </a:cubicBezTo>
                  <a:cubicBezTo>
                    <a:pt x="218" y="400"/>
                    <a:pt x="219" y="400"/>
                    <a:pt x="219" y="400"/>
                  </a:cubicBezTo>
                  <a:cubicBezTo>
                    <a:pt x="220" y="400"/>
                    <a:pt x="220" y="400"/>
                    <a:pt x="221" y="400"/>
                  </a:cubicBezTo>
                  <a:cubicBezTo>
                    <a:pt x="224" y="402"/>
                    <a:pt x="225" y="406"/>
                    <a:pt x="228" y="407"/>
                  </a:cubicBezTo>
                  <a:cubicBezTo>
                    <a:pt x="229" y="407"/>
                    <a:pt x="231" y="406"/>
                    <a:pt x="232" y="407"/>
                  </a:cubicBezTo>
                  <a:cubicBezTo>
                    <a:pt x="235" y="408"/>
                    <a:pt x="236" y="407"/>
                    <a:pt x="236" y="408"/>
                  </a:cubicBezTo>
                  <a:cubicBezTo>
                    <a:pt x="236" y="409"/>
                    <a:pt x="235" y="410"/>
                    <a:pt x="236" y="410"/>
                  </a:cubicBezTo>
                  <a:cubicBezTo>
                    <a:pt x="237" y="410"/>
                    <a:pt x="237" y="409"/>
                    <a:pt x="237" y="409"/>
                  </a:cubicBezTo>
                  <a:cubicBezTo>
                    <a:pt x="239" y="409"/>
                    <a:pt x="239" y="411"/>
                    <a:pt x="240" y="411"/>
                  </a:cubicBezTo>
                  <a:cubicBezTo>
                    <a:pt x="241" y="412"/>
                    <a:pt x="245" y="412"/>
                    <a:pt x="244" y="414"/>
                  </a:cubicBezTo>
                  <a:cubicBezTo>
                    <a:pt x="243" y="419"/>
                    <a:pt x="226" y="440"/>
                    <a:pt x="226" y="443"/>
                  </a:cubicBezTo>
                  <a:cubicBezTo>
                    <a:pt x="226" y="444"/>
                    <a:pt x="231" y="446"/>
                    <a:pt x="232" y="445"/>
                  </a:cubicBezTo>
                  <a:cubicBezTo>
                    <a:pt x="232" y="445"/>
                    <a:pt x="236" y="443"/>
                    <a:pt x="236" y="443"/>
                  </a:cubicBezTo>
                  <a:cubicBezTo>
                    <a:pt x="239" y="443"/>
                    <a:pt x="245" y="456"/>
                    <a:pt x="248" y="453"/>
                  </a:cubicBezTo>
                  <a:cubicBezTo>
                    <a:pt x="250" y="450"/>
                    <a:pt x="251" y="436"/>
                    <a:pt x="251" y="432"/>
                  </a:cubicBezTo>
                  <a:cubicBezTo>
                    <a:pt x="254" y="418"/>
                    <a:pt x="256" y="403"/>
                    <a:pt x="259" y="389"/>
                  </a:cubicBezTo>
                  <a:cubicBezTo>
                    <a:pt x="260" y="384"/>
                    <a:pt x="263" y="376"/>
                    <a:pt x="262" y="372"/>
                  </a:cubicBezTo>
                  <a:cubicBezTo>
                    <a:pt x="261" y="368"/>
                    <a:pt x="256" y="364"/>
                    <a:pt x="256" y="360"/>
                  </a:cubicBezTo>
                  <a:cubicBezTo>
                    <a:pt x="256" y="357"/>
                    <a:pt x="258" y="356"/>
                    <a:pt x="256" y="353"/>
                  </a:cubicBezTo>
                  <a:cubicBezTo>
                    <a:pt x="254" y="351"/>
                    <a:pt x="249" y="351"/>
                    <a:pt x="247" y="348"/>
                  </a:cubicBezTo>
                  <a:cubicBezTo>
                    <a:pt x="246" y="348"/>
                    <a:pt x="244" y="345"/>
                    <a:pt x="244" y="344"/>
                  </a:cubicBezTo>
                  <a:cubicBezTo>
                    <a:pt x="244" y="339"/>
                    <a:pt x="244" y="339"/>
                    <a:pt x="244" y="339"/>
                  </a:cubicBezTo>
                  <a:cubicBezTo>
                    <a:pt x="244" y="336"/>
                    <a:pt x="244" y="334"/>
                    <a:pt x="244" y="331"/>
                  </a:cubicBezTo>
                  <a:cubicBezTo>
                    <a:pt x="244" y="329"/>
                    <a:pt x="244" y="328"/>
                    <a:pt x="244" y="326"/>
                  </a:cubicBezTo>
                  <a:cubicBezTo>
                    <a:pt x="244" y="325"/>
                    <a:pt x="244" y="324"/>
                    <a:pt x="244" y="324"/>
                  </a:cubicBezTo>
                  <a:cubicBezTo>
                    <a:pt x="244" y="323"/>
                    <a:pt x="245" y="324"/>
                    <a:pt x="246" y="324"/>
                  </a:cubicBezTo>
                  <a:cubicBezTo>
                    <a:pt x="249" y="324"/>
                    <a:pt x="251" y="321"/>
                    <a:pt x="254" y="321"/>
                  </a:cubicBezTo>
                  <a:cubicBezTo>
                    <a:pt x="255" y="321"/>
                    <a:pt x="255" y="322"/>
                    <a:pt x="256" y="322"/>
                  </a:cubicBezTo>
                  <a:cubicBezTo>
                    <a:pt x="258" y="322"/>
                    <a:pt x="258" y="319"/>
                    <a:pt x="260" y="320"/>
                  </a:cubicBezTo>
                  <a:cubicBezTo>
                    <a:pt x="263" y="321"/>
                    <a:pt x="265" y="324"/>
                    <a:pt x="269" y="322"/>
                  </a:cubicBezTo>
                  <a:cubicBezTo>
                    <a:pt x="270" y="322"/>
                    <a:pt x="269" y="321"/>
                    <a:pt x="268" y="321"/>
                  </a:cubicBezTo>
                  <a:cubicBezTo>
                    <a:pt x="266" y="318"/>
                    <a:pt x="269" y="319"/>
                    <a:pt x="267" y="315"/>
                  </a:cubicBezTo>
                  <a:cubicBezTo>
                    <a:pt x="267" y="314"/>
                    <a:pt x="267" y="312"/>
                    <a:pt x="265" y="312"/>
                  </a:cubicBezTo>
                  <a:cubicBezTo>
                    <a:pt x="262" y="311"/>
                    <a:pt x="256" y="311"/>
                    <a:pt x="253" y="310"/>
                  </a:cubicBezTo>
                  <a:cubicBezTo>
                    <a:pt x="252" y="310"/>
                    <a:pt x="252" y="310"/>
                    <a:pt x="251" y="310"/>
                  </a:cubicBezTo>
                  <a:cubicBezTo>
                    <a:pt x="251" y="310"/>
                    <a:pt x="250" y="311"/>
                    <a:pt x="249" y="311"/>
                  </a:cubicBezTo>
                  <a:cubicBezTo>
                    <a:pt x="249" y="306"/>
                    <a:pt x="249" y="306"/>
                    <a:pt x="249" y="306"/>
                  </a:cubicBezTo>
                  <a:cubicBezTo>
                    <a:pt x="249" y="304"/>
                    <a:pt x="249" y="302"/>
                    <a:pt x="250" y="300"/>
                  </a:cubicBezTo>
                  <a:cubicBezTo>
                    <a:pt x="250" y="298"/>
                    <a:pt x="250" y="297"/>
                    <a:pt x="250" y="295"/>
                  </a:cubicBezTo>
                  <a:cubicBezTo>
                    <a:pt x="250" y="294"/>
                    <a:pt x="249" y="294"/>
                    <a:pt x="250" y="293"/>
                  </a:cubicBezTo>
                  <a:cubicBezTo>
                    <a:pt x="250" y="292"/>
                    <a:pt x="257" y="292"/>
                    <a:pt x="258" y="292"/>
                  </a:cubicBezTo>
                  <a:cubicBezTo>
                    <a:pt x="263" y="291"/>
                    <a:pt x="257" y="291"/>
                    <a:pt x="262" y="292"/>
                  </a:cubicBezTo>
                  <a:cubicBezTo>
                    <a:pt x="263" y="293"/>
                    <a:pt x="264" y="292"/>
                    <a:pt x="265" y="292"/>
                  </a:cubicBezTo>
                  <a:cubicBezTo>
                    <a:pt x="266" y="293"/>
                    <a:pt x="268" y="293"/>
                    <a:pt x="269" y="293"/>
                  </a:cubicBezTo>
                  <a:cubicBezTo>
                    <a:pt x="275" y="293"/>
                    <a:pt x="281" y="293"/>
                    <a:pt x="286" y="293"/>
                  </a:cubicBezTo>
                  <a:cubicBezTo>
                    <a:pt x="289" y="293"/>
                    <a:pt x="296" y="293"/>
                    <a:pt x="296" y="293"/>
                  </a:cubicBezTo>
                  <a:cubicBezTo>
                    <a:pt x="296" y="291"/>
                    <a:pt x="293" y="291"/>
                    <a:pt x="292" y="290"/>
                  </a:cubicBezTo>
                  <a:cubicBezTo>
                    <a:pt x="292" y="290"/>
                    <a:pt x="294" y="285"/>
                    <a:pt x="295" y="285"/>
                  </a:cubicBezTo>
                  <a:cubicBezTo>
                    <a:pt x="298" y="284"/>
                    <a:pt x="298" y="292"/>
                    <a:pt x="301" y="292"/>
                  </a:cubicBezTo>
                  <a:cubicBezTo>
                    <a:pt x="308" y="292"/>
                    <a:pt x="312" y="281"/>
                    <a:pt x="316" y="281"/>
                  </a:cubicBezTo>
                  <a:cubicBezTo>
                    <a:pt x="318" y="281"/>
                    <a:pt x="325" y="293"/>
                    <a:pt x="325" y="295"/>
                  </a:cubicBezTo>
                  <a:cubicBezTo>
                    <a:pt x="326" y="296"/>
                    <a:pt x="325" y="297"/>
                    <a:pt x="325" y="298"/>
                  </a:cubicBezTo>
                  <a:cubicBezTo>
                    <a:pt x="325" y="300"/>
                    <a:pt x="325" y="302"/>
                    <a:pt x="325" y="305"/>
                  </a:cubicBezTo>
                  <a:cubicBezTo>
                    <a:pt x="325" y="305"/>
                    <a:pt x="324" y="306"/>
                    <a:pt x="325" y="307"/>
                  </a:cubicBezTo>
                  <a:cubicBezTo>
                    <a:pt x="326" y="308"/>
                    <a:pt x="330" y="307"/>
                    <a:pt x="331" y="307"/>
                  </a:cubicBezTo>
                  <a:cubicBezTo>
                    <a:pt x="329" y="303"/>
                    <a:pt x="329" y="297"/>
                    <a:pt x="328" y="293"/>
                  </a:cubicBezTo>
                  <a:cubicBezTo>
                    <a:pt x="327" y="291"/>
                    <a:pt x="324" y="288"/>
                    <a:pt x="324" y="286"/>
                  </a:cubicBezTo>
                  <a:cubicBezTo>
                    <a:pt x="323" y="283"/>
                    <a:pt x="324" y="284"/>
                    <a:pt x="323" y="281"/>
                  </a:cubicBezTo>
                  <a:cubicBezTo>
                    <a:pt x="321" y="278"/>
                    <a:pt x="324" y="276"/>
                    <a:pt x="322" y="274"/>
                  </a:cubicBezTo>
                  <a:cubicBezTo>
                    <a:pt x="319" y="272"/>
                    <a:pt x="314" y="269"/>
                    <a:pt x="312" y="267"/>
                  </a:cubicBezTo>
                  <a:cubicBezTo>
                    <a:pt x="311" y="266"/>
                    <a:pt x="312" y="264"/>
                    <a:pt x="311" y="263"/>
                  </a:cubicBezTo>
                  <a:cubicBezTo>
                    <a:pt x="309" y="262"/>
                    <a:pt x="302" y="265"/>
                    <a:pt x="304" y="262"/>
                  </a:cubicBezTo>
                  <a:cubicBezTo>
                    <a:pt x="306" y="257"/>
                    <a:pt x="319" y="251"/>
                    <a:pt x="320" y="247"/>
                  </a:cubicBezTo>
                  <a:cubicBezTo>
                    <a:pt x="320" y="245"/>
                    <a:pt x="318" y="245"/>
                    <a:pt x="317" y="245"/>
                  </a:cubicBezTo>
                  <a:cubicBezTo>
                    <a:pt x="316" y="243"/>
                    <a:pt x="316" y="240"/>
                    <a:pt x="314" y="238"/>
                  </a:cubicBezTo>
                  <a:cubicBezTo>
                    <a:pt x="311" y="238"/>
                    <a:pt x="311" y="238"/>
                    <a:pt x="311" y="238"/>
                  </a:cubicBezTo>
                  <a:cubicBezTo>
                    <a:pt x="310" y="237"/>
                    <a:pt x="306" y="226"/>
                    <a:pt x="306" y="224"/>
                  </a:cubicBezTo>
                  <a:cubicBezTo>
                    <a:pt x="305" y="222"/>
                    <a:pt x="306" y="220"/>
                    <a:pt x="305" y="218"/>
                  </a:cubicBezTo>
                  <a:cubicBezTo>
                    <a:pt x="305" y="217"/>
                    <a:pt x="304" y="217"/>
                    <a:pt x="304" y="216"/>
                  </a:cubicBezTo>
                  <a:cubicBezTo>
                    <a:pt x="303" y="212"/>
                    <a:pt x="307" y="206"/>
                    <a:pt x="306" y="202"/>
                  </a:cubicBezTo>
                  <a:cubicBezTo>
                    <a:pt x="306" y="200"/>
                    <a:pt x="304" y="197"/>
                    <a:pt x="305" y="195"/>
                  </a:cubicBezTo>
                  <a:cubicBezTo>
                    <a:pt x="306" y="193"/>
                    <a:pt x="310" y="191"/>
                    <a:pt x="311" y="189"/>
                  </a:cubicBezTo>
                  <a:cubicBezTo>
                    <a:pt x="312" y="187"/>
                    <a:pt x="310" y="185"/>
                    <a:pt x="311" y="182"/>
                  </a:cubicBezTo>
                  <a:cubicBezTo>
                    <a:pt x="312" y="181"/>
                    <a:pt x="316" y="178"/>
                    <a:pt x="317" y="177"/>
                  </a:cubicBezTo>
                  <a:cubicBezTo>
                    <a:pt x="317" y="175"/>
                    <a:pt x="315" y="174"/>
                    <a:pt x="314" y="173"/>
                  </a:cubicBezTo>
                  <a:cubicBezTo>
                    <a:pt x="314" y="172"/>
                    <a:pt x="316" y="172"/>
                    <a:pt x="316" y="171"/>
                  </a:cubicBezTo>
                  <a:cubicBezTo>
                    <a:pt x="315" y="169"/>
                    <a:pt x="307" y="168"/>
                    <a:pt x="305" y="168"/>
                  </a:cubicBezTo>
                  <a:cubicBezTo>
                    <a:pt x="304" y="168"/>
                    <a:pt x="302" y="170"/>
                    <a:pt x="301" y="171"/>
                  </a:cubicBezTo>
                  <a:cubicBezTo>
                    <a:pt x="301" y="171"/>
                    <a:pt x="297" y="170"/>
                    <a:pt x="297" y="170"/>
                  </a:cubicBezTo>
                  <a:cubicBezTo>
                    <a:pt x="292" y="171"/>
                    <a:pt x="288" y="172"/>
                    <a:pt x="283" y="172"/>
                  </a:cubicBezTo>
                  <a:cubicBezTo>
                    <a:pt x="280" y="172"/>
                    <a:pt x="275" y="169"/>
                    <a:pt x="271" y="171"/>
                  </a:cubicBezTo>
                  <a:cubicBezTo>
                    <a:pt x="270" y="171"/>
                    <a:pt x="269" y="174"/>
                    <a:pt x="267" y="174"/>
                  </a:cubicBezTo>
                  <a:cubicBezTo>
                    <a:pt x="266" y="174"/>
                    <a:pt x="266" y="173"/>
                    <a:pt x="266" y="173"/>
                  </a:cubicBezTo>
                  <a:cubicBezTo>
                    <a:pt x="265" y="173"/>
                    <a:pt x="265" y="172"/>
                    <a:pt x="265" y="172"/>
                  </a:cubicBezTo>
                  <a:cubicBezTo>
                    <a:pt x="264" y="172"/>
                    <a:pt x="263" y="173"/>
                    <a:pt x="262" y="173"/>
                  </a:cubicBezTo>
                  <a:cubicBezTo>
                    <a:pt x="258" y="171"/>
                    <a:pt x="247" y="151"/>
                    <a:pt x="244" y="149"/>
                  </a:cubicBezTo>
                  <a:cubicBezTo>
                    <a:pt x="243" y="149"/>
                    <a:pt x="240" y="151"/>
                    <a:pt x="239" y="150"/>
                  </a:cubicBezTo>
                  <a:cubicBezTo>
                    <a:pt x="236" y="150"/>
                    <a:pt x="234" y="147"/>
                    <a:pt x="232" y="146"/>
                  </a:cubicBezTo>
                  <a:cubicBezTo>
                    <a:pt x="228" y="144"/>
                    <a:pt x="224" y="148"/>
                    <a:pt x="221" y="148"/>
                  </a:cubicBezTo>
                  <a:cubicBezTo>
                    <a:pt x="216" y="150"/>
                    <a:pt x="210" y="147"/>
                    <a:pt x="205" y="147"/>
                  </a:cubicBezTo>
                  <a:cubicBezTo>
                    <a:pt x="202" y="147"/>
                    <a:pt x="199" y="149"/>
                    <a:pt x="196" y="149"/>
                  </a:cubicBezTo>
                  <a:cubicBezTo>
                    <a:pt x="188" y="148"/>
                    <a:pt x="190" y="139"/>
                    <a:pt x="188" y="138"/>
                  </a:cubicBezTo>
                  <a:cubicBezTo>
                    <a:pt x="187" y="137"/>
                    <a:pt x="184" y="138"/>
                    <a:pt x="182" y="137"/>
                  </a:cubicBezTo>
                  <a:cubicBezTo>
                    <a:pt x="180" y="136"/>
                    <a:pt x="181" y="121"/>
                    <a:pt x="183" y="120"/>
                  </a:cubicBezTo>
                  <a:cubicBezTo>
                    <a:pt x="183" y="119"/>
                    <a:pt x="184" y="120"/>
                    <a:pt x="184" y="120"/>
                  </a:cubicBezTo>
                  <a:cubicBezTo>
                    <a:pt x="185" y="119"/>
                    <a:pt x="184" y="119"/>
                    <a:pt x="184" y="118"/>
                  </a:cubicBezTo>
                  <a:cubicBezTo>
                    <a:pt x="184" y="118"/>
                    <a:pt x="184" y="117"/>
                    <a:pt x="184" y="117"/>
                  </a:cubicBezTo>
                  <a:cubicBezTo>
                    <a:pt x="183" y="109"/>
                    <a:pt x="179" y="109"/>
                    <a:pt x="176" y="104"/>
                  </a:cubicBezTo>
                  <a:cubicBezTo>
                    <a:pt x="174" y="100"/>
                    <a:pt x="176" y="93"/>
                    <a:pt x="173" y="90"/>
                  </a:cubicBezTo>
                  <a:cubicBezTo>
                    <a:pt x="171" y="88"/>
                    <a:pt x="171" y="91"/>
                    <a:pt x="169" y="91"/>
                  </a:cubicBezTo>
                  <a:cubicBezTo>
                    <a:pt x="167" y="90"/>
                    <a:pt x="168" y="85"/>
                    <a:pt x="167" y="85"/>
                  </a:cubicBezTo>
                  <a:cubicBezTo>
                    <a:pt x="166" y="85"/>
                    <a:pt x="166" y="86"/>
                    <a:pt x="165" y="86"/>
                  </a:cubicBezTo>
                  <a:cubicBezTo>
                    <a:pt x="164" y="86"/>
                    <a:pt x="157" y="90"/>
                    <a:pt x="157" y="89"/>
                  </a:cubicBezTo>
                  <a:cubicBezTo>
                    <a:pt x="157" y="86"/>
                    <a:pt x="168" y="75"/>
                    <a:pt x="169" y="71"/>
                  </a:cubicBezTo>
                  <a:cubicBezTo>
                    <a:pt x="169" y="69"/>
                    <a:pt x="168" y="68"/>
                    <a:pt x="168" y="67"/>
                  </a:cubicBezTo>
                  <a:cubicBezTo>
                    <a:pt x="169" y="57"/>
                    <a:pt x="175" y="49"/>
                    <a:pt x="180" y="41"/>
                  </a:cubicBezTo>
                  <a:cubicBezTo>
                    <a:pt x="180" y="40"/>
                    <a:pt x="181" y="37"/>
                    <a:pt x="182" y="36"/>
                  </a:cubicBezTo>
                  <a:cubicBezTo>
                    <a:pt x="184" y="35"/>
                    <a:pt x="187" y="36"/>
                    <a:pt x="188" y="35"/>
                  </a:cubicBezTo>
                  <a:cubicBezTo>
                    <a:pt x="191" y="34"/>
                    <a:pt x="194" y="23"/>
                    <a:pt x="196" y="21"/>
                  </a:cubicBezTo>
                  <a:cubicBezTo>
                    <a:pt x="200" y="18"/>
                    <a:pt x="209" y="18"/>
                    <a:pt x="214" y="16"/>
                  </a:cubicBezTo>
                  <a:cubicBezTo>
                    <a:pt x="214" y="16"/>
                    <a:pt x="214" y="16"/>
                    <a:pt x="214" y="16"/>
                  </a:cubicBezTo>
                  <a:cubicBezTo>
                    <a:pt x="214" y="16"/>
                    <a:pt x="214" y="15"/>
                    <a:pt x="215" y="14"/>
                  </a:cubicBezTo>
                  <a:cubicBezTo>
                    <a:pt x="218" y="10"/>
                    <a:pt x="222" y="14"/>
                    <a:pt x="218" y="6"/>
                  </a:cubicBezTo>
                  <a:cubicBezTo>
                    <a:pt x="218" y="5"/>
                    <a:pt x="218" y="4"/>
                    <a:pt x="217" y="3"/>
                  </a:cubicBezTo>
                  <a:cubicBezTo>
                    <a:pt x="216" y="3"/>
                    <a:pt x="209" y="0"/>
                    <a:pt x="208" y="0"/>
                  </a:cubicBezTo>
                  <a:cubicBezTo>
                    <a:pt x="207" y="0"/>
                    <a:pt x="206" y="0"/>
                    <a:pt x="205" y="1"/>
                  </a:cubicBezTo>
                  <a:cubicBezTo>
                    <a:pt x="204" y="1"/>
                    <a:pt x="205" y="2"/>
                    <a:pt x="205" y="2"/>
                  </a:cubicBezTo>
                  <a:cubicBezTo>
                    <a:pt x="204" y="2"/>
                    <a:pt x="204" y="1"/>
                    <a:pt x="204" y="1"/>
                  </a:cubicBezTo>
                  <a:cubicBezTo>
                    <a:pt x="203" y="0"/>
                    <a:pt x="205" y="3"/>
                    <a:pt x="201" y="3"/>
                  </a:cubicBezTo>
                  <a:cubicBezTo>
                    <a:pt x="201" y="3"/>
                    <a:pt x="202" y="2"/>
                    <a:pt x="202" y="2"/>
                  </a:cubicBezTo>
                  <a:cubicBezTo>
                    <a:pt x="200" y="1"/>
                    <a:pt x="197" y="4"/>
                    <a:pt x="197" y="4"/>
                  </a:cubicBezTo>
                  <a:cubicBezTo>
                    <a:pt x="198" y="5"/>
                    <a:pt x="203" y="5"/>
                    <a:pt x="199" y="7"/>
                  </a:cubicBezTo>
                  <a:cubicBezTo>
                    <a:pt x="198" y="7"/>
                    <a:pt x="195" y="9"/>
                    <a:pt x="196" y="7"/>
                  </a:cubicBezTo>
                  <a:cubicBezTo>
                    <a:pt x="197" y="4"/>
                    <a:pt x="198" y="5"/>
                    <a:pt x="194" y="5"/>
                  </a:cubicBezTo>
                  <a:cubicBezTo>
                    <a:pt x="193" y="5"/>
                    <a:pt x="193" y="5"/>
                    <a:pt x="192" y="6"/>
                  </a:cubicBezTo>
                  <a:cubicBezTo>
                    <a:pt x="192" y="6"/>
                    <a:pt x="193" y="9"/>
                    <a:pt x="193" y="9"/>
                  </a:cubicBezTo>
                  <a:cubicBezTo>
                    <a:pt x="192" y="11"/>
                    <a:pt x="190" y="13"/>
                    <a:pt x="189" y="15"/>
                  </a:cubicBezTo>
                  <a:cubicBezTo>
                    <a:pt x="189" y="16"/>
                    <a:pt x="184" y="17"/>
                    <a:pt x="182" y="18"/>
                  </a:cubicBezTo>
                  <a:cubicBezTo>
                    <a:pt x="180" y="18"/>
                    <a:pt x="177" y="19"/>
                    <a:pt x="176" y="20"/>
                  </a:cubicBezTo>
                  <a:cubicBezTo>
                    <a:pt x="174" y="21"/>
                    <a:pt x="173" y="23"/>
                    <a:pt x="172" y="23"/>
                  </a:cubicBezTo>
                  <a:cubicBezTo>
                    <a:pt x="169" y="25"/>
                    <a:pt x="162" y="31"/>
                    <a:pt x="159" y="31"/>
                  </a:cubicBezTo>
                  <a:cubicBezTo>
                    <a:pt x="158" y="32"/>
                    <a:pt x="157" y="31"/>
                    <a:pt x="157" y="31"/>
                  </a:cubicBezTo>
                  <a:cubicBezTo>
                    <a:pt x="155" y="31"/>
                    <a:pt x="153" y="31"/>
                    <a:pt x="151" y="31"/>
                  </a:cubicBezTo>
                  <a:cubicBezTo>
                    <a:pt x="150" y="31"/>
                    <a:pt x="149" y="31"/>
                    <a:pt x="148" y="31"/>
                  </a:cubicBezTo>
                  <a:cubicBezTo>
                    <a:pt x="148" y="31"/>
                    <a:pt x="148" y="31"/>
                    <a:pt x="147" y="31"/>
                  </a:cubicBezTo>
                  <a:cubicBezTo>
                    <a:pt x="146" y="31"/>
                    <a:pt x="144" y="29"/>
                    <a:pt x="142" y="29"/>
                  </a:cubicBezTo>
                  <a:cubicBezTo>
                    <a:pt x="140" y="29"/>
                    <a:pt x="140" y="30"/>
                    <a:pt x="139" y="30"/>
                  </a:cubicBezTo>
                  <a:cubicBezTo>
                    <a:pt x="138" y="30"/>
                    <a:pt x="139" y="29"/>
                    <a:pt x="138" y="29"/>
                  </a:cubicBezTo>
                  <a:cubicBezTo>
                    <a:pt x="136" y="29"/>
                    <a:pt x="135" y="44"/>
                    <a:pt x="131" y="45"/>
                  </a:cubicBezTo>
                  <a:cubicBezTo>
                    <a:pt x="129" y="46"/>
                    <a:pt x="130" y="45"/>
                    <a:pt x="129" y="43"/>
                  </a:cubicBezTo>
                  <a:cubicBezTo>
                    <a:pt x="128" y="41"/>
                    <a:pt x="129" y="47"/>
                    <a:pt x="127" y="45"/>
                  </a:cubicBezTo>
                  <a:cubicBezTo>
                    <a:pt x="127" y="45"/>
                    <a:pt x="127" y="44"/>
                    <a:pt x="127" y="44"/>
                  </a:cubicBezTo>
                  <a:cubicBezTo>
                    <a:pt x="126" y="44"/>
                    <a:pt x="126" y="44"/>
                    <a:pt x="126" y="44"/>
                  </a:cubicBezTo>
                  <a:cubicBezTo>
                    <a:pt x="125" y="44"/>
                    <a:pt x="126" y="43"/>
                    <a:pt x="126" y="43"/>
                  </a:cubicBezTo>
                  <a:cubicBezTo>
                    <a:pt x="126" y="42"/>
                    <a:pt x="125" y="42"/>
                    <a:pt x="126" y="42"/>
                  </a:cubicBezTo>
                  <a:cubicBezTo>
                    <a:pt x="126" y="41"/>
                    <a:pt x="127" y="41"/>
                    <a:pt x="128" y="42"/>
                  </a:cubicBezTo>
                  <a:cubicBezTo>
                    <a:pt x="128" y="42"/>
                    <a:pt x="128" y="43"/>
                    <a:pt x="129" y="43"/>
                  </a:cubicBezTo>
                  <a:cubicBezTo>
                    <a:pt x="129" y="43"/>
                    <a:pt x="127" y="40"/>
                    <a:pt x="128" y="39"/>
                  </a:cubicBezTo>
                  <a:cubicBezTo>
                    <a:pt x="129" y="39"/>
                    <a:pt x="134" y="40"/>
                    <a:pt x="134" y="38"/>
                  </a:cubicBezTo>
                  <a:cubicBezTo>
                    <a:pt x="134" y="38"/>
                    <a:pt x="133" y="39"/>
                    <a:pt x="133" y="39"/>
                  </a:cubicBezTo>
                  <a:cubicBezTo>
                    <a:pt x="132" y="39"/>
                    <a:pt x="131" y="39"/>
                    <a:pt x="129" y="39"/>
                  </a:cubicBezTo>
                  <a:cubicBezTo>
                    <a:pt x="126" y="38"/>
                    <a:pt x="122" y="35"/>
                    <a:pt x="119" y="35"/>
                  </a:cubicBezTo>
                  <a:cubicBezTo>
                    <a:pt x="118" y="35"/>
                    <a:pt x="115" y="40"/>
                    <a:pt x="114" y="41"/>
                  </a:cubicBezTo>
                  <a:cubicBezTo>
                    <a:pt x="113" y="42"/>
                    <a:pt x="109" y="42"/>
                    <a:pt x="108" y="44"/>
                  </a:cubicBezTo>
                  <a:cubicBezTo>
                    <a:pt x="107" y="45"/>
                    <a:pt x="109" y="46"/>
                    <a:pt x="109" y="46"/>
                  </a:cubicBezTo>
                  <a:cubicBezTo>
                    <a:pt x="108" y="46"/>
                    <a:pt x="108" y="45"/>
                    <a:pt x="107" y="45"/>
                  </a:cubicBezTo>
                  <a:cubicBezTo>
                    <a:pt x="107" y="45"/>
                    <a:pt x="101" y="49"/>
                    <a:pt x="100" y="50"/>
                  </a:cubicBezTo>
                  <a:cubicBezTo>
                    <a:pt x="100" y="50"/>
                    <a:pt x="101" y="51"/>
                    <a:pt x="101" y="52"/>
                  </a:cubicBezTo>
                  <a:cubicBezTo>
                    <a:pt x="101" y="52"/>
                    <a:pt x="101" y="52"/>
                    <a:pt x="101" y="53"/>
                  </a:cubicBezTo>
                  <a:cubicBezTo>
                    <a:pt x="102" y="53"/>
                    <a:pt x="102" y="53"/>
                    <a:pt x="102" y="54"/>
                  </a:cubicBezTo>
                  <a:cubicBezTo>
                    <a:pt x="101" y="54"/>
                    <a:pt x="102" y="53"/>
                    <a:pt x="101" y="53"/>
                  </a:cubicBezTo>
                  <a:cubicBezTo>
                    <a:pt x="101" y="52"/>
                    <a:pt x="101" y="52"/>
                    <a:pt x="101" y="52"/>
                  </a:cubicBezTo>
                  <a:cubicBezTo>
                    <a:pt x="101" y="52"/>
                    <a:pt x="100" y="52"/>
                    <a:pt x="99" y="54"/>
                  </a:cubicBezTo>
                  <a:cubicBezTo>
                    <a:pt x="98" y="55"/>
                    <a:pt x="103" y="54"/>
                    <a:pt x="101" y="57"/>
                  </a:cubicBezTo>
                  <a:cubicBezTo>
                    <a:pt x="100" y="58"/>
                    <a:pt x="99" y="58"/>
                    <a:pt x="99" y="58"/>
                  </a:cubicBezTo>
                  <a:cubicBezTo>
                    <a:pt x="99" y="58"/>
                    <a:pt x="99" y="57"/>
                    <a:pt x="98" y="57"/>
                  </a:cubicBezTo>
                  <a:cubicBezTo>
                    <a:pt x="98" y="57"/>
                    <a:pt x="95" y="61"/>
                    <a:pt x="95" y="61"/>
                  </a:cubicBezTo>
                  <a:cubicBezTo>
                    <a:pt x="95" y="62"/>
                    <a:pt x="100" y="58"/>
                    <a:pt x="100" y="59"/>
                  </a:cubicBezTo>
                  <a:cubicBezTo>
                    <a:pt x="100" y="59"/>
                    <a:pt x="96" y="72"/>
                    <a:pt x="96" y="72"/>
                  </a:cubicBezTo>
                  <a:cubicBezTo>
                    <a:pt x="96" y="73"/>
                    <a:pt x="94" y="73"/>
                    <a:pt x="95" y="74"/>
                  </a:cubicBezTo>
                  <a:cubicBezTo>
                    <a:pt x="95" y="74"/>
                    <a:pt x="102" y="73"/>
                    <a:pt x="97" y="80"/>
                  </a:cubicBezTo>
                  <a:cubicBezTo>
                    <a:pt x="94" y="84"/>
                    <a:pt x="90" y="78"/>
                    <a:pt x="84" y="83"/>
                  </a:cubicBezTo>
                  <a:cubicBezTo>
                    <a:pt x="82" y="86"/>
                    <a:pt x="81" y="90"/>
                    <a:pt x="79" y="93"/>
                  </a:cubicBezTo>
                  <a:cubicBezTo>
                    <a:pt x="79" y="93"/>
                    <a:pt x="73" y="98"/>
                    <a:pt x="72" y="98"/>
                  </a:cubicBezTo>
                  <a:cubicBezTo>
                    <a:pt x="70" y="100"/>
                    <a:pt x="61" y="103"/>
                    <a:pt x="61" y="105"/>
                  </a:cubicBezTo>
                  <a:cubicBezTo>
                    <a:pt x="60" y="105"/>
                    <a:pt x="65" y="107"/>
                    <a:pt x="65" y="109"/>
                  </a:cubicBezTo>
                  <a:cubicBezTo>
                    <a:pt x="66" y="110"/>
                    <a:pt x="66" y="122"/>
                    <a:pt x="65" y="122"/>
                  </a:cubicBezTo>
                  <a:cubicBezTo>
                    <a:pt x="64" y="123"/>
                    <a:pt x="60" y="122"/>
                    <a:pt x="60" y="120"/>
                  </a:cubicBezTo>
                  <a:cubicBezTo>
                    <a:pt x="61" y="116"/>
                    <a:pt x="63" y="123"/>
                    <a:pt x="63" y="117"/>
                  </a:cubicBezTo>
                  <a:cubicBezTo>
                    <a:pt x="63" y="117"/>
                    <a:pt x="64" y="116"/>
                    <a:pt x="63" y="116"/>
                  </a:cubicBezTo>
                  <a:cubicBezTo>
                    <a:pt x="62" y="115"/>
                    <a:pt x="61" y="118"/>
                    <a:pt x="60" y="116"/>
                  </a:cubicBezTo>
                  <a:cubicBezTo>
                    <a:pt x="60" y="116"/>
                    <a:pt x="61" y="115"/>
                    <a:pt x="61" y="115"/>
                  </a:cubicBezTo>
                  <a:cubicBezTo>
                    <a:pt x="61" y="114"/>
                    <a:pt x="60" y="115"/>
                    <a:pt x="60" y="114"/>
                  </a:cubicBezTo>
                  <a:cubicBezTo>
                    <a:pt x="60" y="114"/>
                    <a:pt x="61" y="113"/>
                    <a:pt x="60" y="112"/>
                  </a:cubicBezTo>
                  <a:cubicBezTo>
                    <a:pt x="60" y="112"/>
                    <a:pt x="59" y="113"/>
                    <a:pt x="58" y="112"/>
                  </a:cubicBezTo>
                  <a:cubicBezTo>
                    <a:pt x="57" y="112"/>
                    <a:pt x="56" y="109"/>
                    <a:pt x="55" y="108"/>
                  </a:cubicBezTo>
                  <a:cubicBezTo>
                    <a:pt x="55" y="107"/>
                    <a:pt x="53" y="108"/>
                    <a:pt x="52" y="107"/>
                  </a:cubicBezTo>
                  <a:cubicBezTo>
                    <a:pt x="51" y="106"/>
                    <a:pt x="51" y="101"/>
                    <a:pt x="49" y="101"/>
                  </a:cubicBezTo>
                  <a:cubicBezTo>
                    <a:pt x="49" y="102"/>
                    <a:pt x="46" y="106"/>
                    <a:pt x="46" y="106"/>
                  </a:cubicBezTo>
                  <a:cubicBezTo>
                    <a:pt x="47" y="108"/>
                    <a:pt x="49" y="107"/>
                    <a:pt x="49" y="109"/>
                  </a:cubicBezTo>
                  <a:cubicBezTo>
                    <a:pt x="49" y="109"/>
                    <a:pt x="49" y="112"/>
                    <a:pt x="49" y="112"/>
                  </a:cubicBezTo>
                  <a:cubicBezTo>
                    <a:pt x="50" y="114"/>
                    <a:pt x="56" y="119"/>
                    <a:pt x="55" y="121"/>
                  </a:cubicBezTo>
                  <a:cubicBezTo>
                    <a:pt x="54" y="122"/>
                    <a:pt x="52" y="122"/>
                    <a:pt x="51" y="122"/>
                  </a:cubicBezTo>
                  <a:cubicBezTo>
                    <a:pt x="48" y="125"/>
                    <a:pt x="50" y="126"/>
                    <a:pt x="50" y="127"/>
                  </a:cubicBezTo>
                  <a:cubicBezTo>
                    <a:pt x="50" y="129"/>
                    <a:pt x="44" y="132"/>
                    <a:pt x="43" y="132"/>
                  </a:cubicBezTo>
                  <a:cubicBezTo>
                    <a:pt x="42" y="133"/>
                    <a:pt x="40" y="128"/>
                    <a:pt x="39" y="127"/>
                  </a:cubicBezTo>
                  <a:cubicBezTo>
                    <a:pt x="39" y="127"/>
                    <a:pt x="38" y="127"/>
                    <a:pt x="38" y="127"/>
                  </a:cubicBezTo>
                  <a:cubicBezTo>
                    <a:pt x="37" y="131"/>
                    <a:pt x="39" y="130"/>
                    <a:pt x="39" y="132"/>
                  </a:cubicBezTo>
                  <a:cubicBezTo>
                    <a:pt x="39" y="136"/>
                    <a:pt x="38" y="132"/>
                    <a:pt x="36" y="134"/>
                  </a:cubicBezTo>
                  <a:cubicBezTo>
                    <a:pt x="35" y="135"/>
                    <a:pt x="35" y="139"/>
                    <a:pt x="34" y="141"/>
                  </a:cubicBezTo>
                  <a:cubicBezTo>
                    <a:pt x="34" y="141"/>
                    <a:pt x="34" y="141"/>
                    <a:pt x="34" y="141"/>
                  </a:cubicBezTo>
                  <a:cubicBezTo>
                    <a:pt x="36" y="142"/>
                    <a:pt x="39" y="145"/>
                    <a:pt x="40" y="146"/>
                  </a:cubicBezTo>
                  <a:cubicBezTo>
                    <a:pt x="41" y="150"/>
                    <a:pt x="38" y="147"/>
                    <a:pt x="39" y="151"/>
                  </a:cubicBezTo>
                  <a:cubicBezTo>
                    <a:pt x="40" y="151"/>
                    <a:pt x="39" y="150"/>
                    <a:pt x="39" y="150"/>
                  </a:cubicBezTo>
                  <a:cubicBezTo>
                    <a:pt x="41" y="150"/>
                    <a:pt x="43" y="153"/>
                    <a:pt x="43" y="155"/>
                  </a:cubicBezTo>
                  <a:cubicBezTo>
                    <a:pt x="43" y="155"/>
                    <a:pt x="43" y="156"/>
                    <a:pt x="43" y="156"/>
                  </a:cubicBezTo>
                  <a:cubicBezTo>
                    <a:pt x="44" y="156"/>
                    <a:pt x="44" y="155"/>
                    <a:pt x="45" y="155"/>
                  </a:cubicBezTo>
                  <a:cubicBezTo>
                    <a:pt x="46" y="155"/>
                    <a:pt x="48" y="159"/>
                    <a:pt x="48" y="160"/>
                  </a:cubicBezTo>
                  <a:cubicBezTo>
                    <a:pt x="49" y="169"/>
                    <a:pt x="47" y="155"/>
                    <a:pt x="47" y="163"/>
                  </a:cubicBezTo>
                  <a:cubicBezTo>
                    <a:pt x="47" y="163"/>
                    <a:pt x="48" y="164"/>
                    <a:pt x="48" y="164"/>
                  </a:cubicBezTo>
                  <a:cubicBezTo>
                    <a:pt x="48" y="165"/>
                    <a:pt x="47" y="164"/>
                    <a:pt x="47" y="164"/>
                  </a:cubicBezTo>
                  <a:cubicBezTo>
                    <a:pt x="47" y="164"/>
                    <a:pt x="48" y="168"/>
                    <a:pt x="46" y="168"/>
                  </a:cubicBezTo>
                  <a:cubicBezTo>
                    <a:pt x="46" y="168"/>
                    <a:pt x="46" y="168"/>
                    <a:pt x="46" y="168"/>
                  </a:cubicBezTo>
                  <a:cubicBezTo>
                    <a:pt x="46" y="167"/>
                    <a:pt x="45" y="166"/>
                    <a:pt x="44" y="166"/>
                  </a:cubicBezTo>
                  <a:cubicBezTo>
                    <a:pt x="44" y="166"/>
                    <a:pt x="44" y="169"/>
                    <a:pt x="44" y="170"/>
                  </a:cubicBezTo>
                  <a:cubicBezTo>
                    <a:pt x="44" y="173"/>
                    <a:pt x="51" y="177"/>
                    <a:pt x="50" y="182"/>
                  </a:cubicBezTo>
                  <a:cubicBezTo>
                    <a:pt x="50" y="186"/>
                    <a:pt x="47" y="185"/>
                    <a:pt x="45" y="186"/>
                  </a:cubicBezTo>
                  <a:cubicBezTo>
                    <a:pt x="44" y="186"/>
                    <a:pt x="42" y="188"/>
                    <a:pt x="42" y="188"/>
                  </a:cubicBezTo>
                  <a:cubicBezTo>
                    <a:pt x="50" y="190"/>
                    <a:pt x="46" y="199"/>
                    <a:pt x="47" y="206"/>
                  </a:cubicBezTo>
                  <a:cubicBezTo>
                    <a:pt x="47" y="208"/>
                    <a:pt x="50" y="209"/>
                    <a:pt x="50" y="210"/>
                  </a:cubicBezTo>
                  <a:cubicBezTo>
                    <a:pt x="49" y="210"/>
                    <a:pt x="48" y="209"/>
                    <a:pt x="48" y="210"/>
                  </a:cubicBezTo>
                  <a:cubicBezTo>
                    <a:pt x="48" y="210"/>
                    <a:pt x="49" y="211"/>
                    <a:pt x="49" y="211"/>
                  </a:cubicBezTo>
                  <a:cubicBezTo>
                    <a:pt x="49" y="212"/>
                    <a:pt x="48" y="211"/>
                    <a:pt x="48" y="211"/>
                  </a:cubicBezTo>
                  <a:cubicBezTo>
                    <a:pt x="48" y="212"/>
                    <a:pt x="47" y="216"/>
                    <a:pt x="47" y="217"/>
                  </a:cubicBezTo>
                  <a:cubicBezTo>
                    <a:pt x="47" y="217"/>
                    <a:pt x="48" y="217"/>
                    <a:pt x="48" y="217"/>
                  </a:cubicBezTo>
                  <a:cubicBezTo>
                    <a:pt x="47" y="217"/>
                    <a:pt x="46" y="219"/>
                    <a:pt x="46" y="220"/>
                  </a:cubicBezTo>
                  <a:cubicBezTo>
                    <a:pt x="46" y="223"/>
                    <a:pt x="48" y="222"/>
                    <a:pt x="49" y="222"/>
                  </a:cubicBezTo>
                  <a:cubicBezTo>
                    <a:pt x="49" y="222"/>
                    <a:pt x="50" y="223"/>
                    <a:pt x="50" y="223"/>
                  </a:cubicBezTo>
                  <a:cubicBezTo>
                    <a:pt x="48" y="227"/>
                    <a:pt x="45" y="219"/>
                    <a:pt x="45" y="228"/>
                  </a:cubicBezTo>
                  <a:cubicBezTo>
                    <a:pt x="45" y="229"/>
                    <a:pt x="44" y="229"/>
                    <a:pt x="45" y="230"/>
                  </a:cubicBezTo>
                  <a:cubicBezTo>
                    <a:pt x="46" y="231"/>
                    <a:pt x="46" y="232"/>
                    <a:pt x="46" y="232"/>
                  </a:cubicBezTo>
                  <a:cubicBezTo>
                    <a:pt x="46" y="232"/>
                    <a:pt x="48" y="225"/>
                    <a:pt x="51" y="228"/>
                  </a:cubicBezTo>
                  <a:cubicBezTo>
                    <a:pt x="51" y="228"/>
                    <a:pt x="51" y="228"/>
                    <a:pt x="51" y="229"/>
                  </a:cubicBezTo>
                  <a:cubicBezTo>
                    <a:pt x="50" y="229"/>
                    <a:pt x="51" y="231"/>
                    <a:pt x="50" y="231"/>
                  </a:cubicBezTo>
                  <a:cubicBezTo>
                    <a:pt x="50" y="231"/>
                    <a:pt x="46" y="230"/>
                    <a:pt x="48" y="232"/>
                  </a:cubicBezTo>
                  <a:cubicBezTo>
                    <a:pt x="49" y="236"/>
                    <a:pt x="54" y="231"/>
                    <a:pt x="55" y="232"/>
                  </a:cubicBezTo>
                  <a:cubicBezTo>
                    <a:pt x="56" y="234"/>
                    <a:pt x="52" y="235"/>
                    <a:pt x="52" y="235"/>
                  </a:cubicBezTo>
                  <a:cubicBezTo>
                    <a:pt x="52" y="235"/>
                    <a:pt x="52" y="235"/>
                    <a:pt x="52" y="236"/>
                  </a:cubicBezTo>
                  <a:cubicBezTo>
                    <a:pt x="53" y="235"/>
                    <a:pt x="53" y="238"/>
                    <a:pt x="52" y="236"/>
                  </a:cubicBezTo>
                  <a:cubicBezTo>
                    <a:pt x="52" y="236"/>
                    <a:pt x="52" y="236"/>
                    <a:pt x="52" y="237"/>
                  </a:cubicBezTo>
                  <a:cubicBezTo>
                    <a:pt x="52" y="237"/>
                    <a:pt x="52" y="237"/>
                    <a:pt x="52" y="237"/>
                  </a:cubicBezTo>
                  <a:cubicBezTo>
                    <a:pt x="52" y="237"/>
                    <a:pt x="52" y="237"/>
                    <a:pt x="52" y="237"/>
                  </a:cubicBezTo>
                  <a:cubicBezTo>
                    <a:pt x="52" y="237"/>
                    <a:pt x="52" y="237"/>
                    <a:pt x="52" y="237"/>
                  </a:cubicBezTo>
                  <a:cubicBezTo>
                    <a:pt x="52" y="237"/>
                    <a:pt x="53" y="237"/>
                    <a:pt x="52" y="237"/>
                  </a:cubicBezTo>
                  <a:cubicBezTo>
                    <a:pt x="52" y="237"/>
                    <a:pt x="52" y="237"/>
                    <a:pt x="52" y="237"/>
                  </a:cubicBezTo>
                  <a:cubicBezTo>
                    <a:pt x="52" y="237"/>
                    <a:pt x="52" y="237"/>
                    <a:pt x="52" y="237"/>
                  </a:cubicBezTo>
                  <a:cubicBezTo>
                    <a:pt x="52" y="237"/>
                    <a:pt x="52" y="237"/>
                    <a:pt x="52" y="237"/>
                  </a:cubicBezTo>
                  <a:cubicBezTo>
                    <a:pt x="51" y="237"/>
                    <a:pt x="51" y="236"/>
                    <a:pt x="51" y="237"/>
                  </a:cubicBezTo>
                  <a:cubicBezTo>
                    <a:pt x="50" y="237"/>
                    <a:pt x="51" y="238"/>
                    <a:pt x="51" y="238"/>
                  </a:cubicBezTo>
                  <a:cubicBezTo>
                    <a:pt x="51" y="238"/>
                    <a:pt x="51" y="238"/>
                    <a:pt x="51" y="238"/>
                  </a:cubicBezTo>
                  <a:cubicBezTo>
                    <a:pt x="51" y="235"/>
                    <a:pt x="55" y="240"/>
                    <a:pt x="51" y="238"/>
                  </a:cubicBezTo>
                  <a:cubicBezTo>
                    <a:pt x="51" y="238"/>
                    <a:pt x="51" y="239"/>
                    <a:pt x="52" y="239"/>
                  </a:cubicBezTo>
                  <a:cubicBezTo>
                    <a:pt x="52" y="239"/>
                    <a:pt x="53" y="238"/>
                    <a:pt x="53" y="239"/>
                  </a:cubicBezTo>
                  <a:cubicBezTo>
                    <a:pt x="53" y="239"/>
                    <a:pt x="52" y="239"/>
                    <a:pt x="52" y="239"/>
                  </a:cubicBezTo>
                  <a:cubicBezTo>
                    <a:pt x="51" y="239"/>
                    <a:pt x="51" y="239"/>
                    <a:pt x="51" y="239"/>
                  </a:cubicBezTo>
                  <a:cubicBezTo>
                    <a:pt x="50" y="240"/>
                    <a:pt x="51" y="241"/>
                    <a:pt x="50" y="242"/>
                  </a:cubicBezTo>
                  <a:cubicBezTo>
                    <a:pt x="48" y="242"/>
                    <a:pt x="49" y="241"/>
                    <a:pt x="47" y="242"/>
                  </a:cubicBezTo>
                  <a:cubicBezTo>
                    <a:pt x="47" y="242"/>
                    <a:pt x="49" y="243"/>
                    <a:pt x="49" y="244"/>
                  </a:cubicBezTo>
                  <a:cubicBezTo>
                    <a:pt x="49" y="244"/>
                    <a:pt x="48" y="244"/>
                    <a:pt x="47" y="244"/>
                  </a:cubicBezTo>
                  <a:cubicBezTo>
                    <a:pt x="47" y="244"/>
                    <a:pt x="48" y="243"/>
                    <a:pt x="47" y="243"/>
                  </a:cubicBezTo>
                  <a:cubicBezTo>
                    <a:pt x="47" y="244"/>
                    <a:pt x="47" y="245"/>
                    <a:pt x="47" y="246"/>
                  </a:cubicBezTo>
                  <a:cubicBezTo>
                    <a:pt x="47" y="246"/>
                    <a:pt x="46" y="245"/>
                    <a:pt x="46" y="246"/>
                  </a:cubicBezTo>
                  <a:cubicBezTo>
                    <a:pt x="46" y="247"/>
                    <a:pt x="48" y="248"/>
                    <a:pt x="47" y="248"/>
                  </a:cubicBezTo>
                  <a:cubicBezTo>
                    <a:pt x="45" y="248"/>
                    <a:pt x="48" y="247"/>
                    <a:pt x="46" y="247"/>
                  </a:cubicBezTo>
                  <a:cubicBezTo>
                    <a:pt x="45" y="247"/>
                    <a:pt x="45" y="247"/>
                    <a:pt x="45" y="248"/>
                  </a:cubicBezTo>
                  <a:cubicBezTo>
                    <a:pt x="44" y="248"/>
                    <a:pt x="44" y="247"/>
                    <a:pt x="44" y="247"/>
                  </a:cubicBezTo>
                  <a:cubicBezTo>
                    <a:pt x="41" y="248"/>
                    <a:pt x="47" y="248"/>
                    <a:pt x="45" y="250"/>
                  </a:cubicBezTo>
                  <a:cubicBezTo>
                    <a:pt x="44" y="251"/>
                    <a:pt x="42" y="251"/>
                    <a:pt x="41" y="253"/>
                  </a:cubicBezTo>
                  <a:cubicBezTo>
                    <a:pt x="41" y="253"/>
                    <a:pt x="42" y="255"/>
                    <a:pt x="41" y="256"/>
                  </a:cubicBezTo>
                  <a:cubicBezTo>
                    <a:pt x="40" y="256"/>
                    <a:pt x="37" y="256"/>
                    <a:pt x="37" y="256"/>
                  </a:cubicBezTo>
                  <a:cubicBezTo>
                    <a:pt x="34" y="259"/>
                    <a:pt x="39" y="256"/>
                    <a:pt x="39" y="258"/>
                  </a:cubicBezTo>
                  <a:cubicBezTo>
                    <a:pt x="39" y="259"/>
                    <a:pt x="40" y="260"/>
                    <a:pt x="38" y="260"/>
                  </a:cubicBezTo>
                  <a:cubicBezTo>
                    <a:pt x="38" y="260"/>
                    <a:pt x="37" y="259"/>
                    <a:pt x="37" y="259"/>
                  </a:cubicBezTo>
                  <a:cubicBezTo>
                    <a:pt x="36" y="260"/>
                    <a:pt x="37" y="260"/>
                    <a:pt x="38" y="260"/>
                  </a:cubicBezTo>
                  <a:cubicBezTo>
                    <a:pt x="38" y="260"/>
                    <a:pt x="39" y="261"/>
                    <a:pt x="39" y="261"/>
                  </a:cubicBezTo>
                  <a:cubicBezTo>
                    <a:pt x="38" y="261"/>
                    <a:pt x="36" y="261"/>
                    <a:pt x="36" y="262"/>
                  </a:cubicBezTo>
                  <a:cubicBezTo>
                    <a:pt x="36" y="263"/>
                    <a:pt x="38" y="263"/>
                    <a:pt x="37" y="263"/>
                  </a:cubicBezTo>
                  <a:cubicBezTo>
                    <a:pt x="37" y="263"/>
                    <a:pt x="36" y="262"/>
                    <a:pt x="35" y="262"/>
                  </a:cubicBezTo>
                  <a:cubicBezTo>
                    <a:pt x="35" y="262"/>
                    <a:pt x="34" y="263"/>
                    <a:pt x="34" y="264"/>
                  </a:cubicBezTo>
                  <a:cubicBezTo>
                    <a:pt x="33" y="265"/>
                    <a:pt x="35" y="267"/>
                    <a:pt x="35" y="268"/>
                  </a:cubicBezTo>
                  <a:cubicBezTo>
                    <a:pt x="35" y="273"/>
                    <a:pt x="31" y="266"/>
                    <a:pt x="30" y="267"/>
                  </a:cubicBezTo>
                  <a:cubicBezTo>
                    <a:pt x="28" y="268"/>
                    <a:pt x="32" y="270"/>
                    <a:pt x="29" y="270"/>
                  </a:cubicBezTo>
                  <a:cubicBezTo>
                    <a:pt x="28" y="271"/>
                    <a:pt x="27" y="269"/>
                    <a:pt x="26" y="270"/>
                  </a:cubicBezTo>
                  <a:cubicBezTo>
                    <a:pt x="26" y="270"/>
                    <a:pt x="27" y="271"/>
                    <a:pt x="25" y="271"/>
                  </a:cubicBezTo>
                  <a:cubicBezTo>
                    <a:pt x="25" y="271"/>
                    <a:pt x="22" y="269"/>
                    <a:pt x="22" y="269"/>
                  </a:cubicBezTo>
                  <a:cubicBezTo>
                    <a:pt x="11" y="273"/>
                    <a:pt x="30" y="270"/>
                    <a:pt x="19" y="273"/>
                  </a:cubicBezTo>
                  <a:cubicBezTo>
                    <a:pt x="19" y="273"/>
                    <a:pt x="17" y="270"/>
                    <a:pt x="17" y="271"/>
                  </a:cubicBezTo>
                  <a:cubicBezTo>
                    <a:pt x="16" y="271"/>
                    <a:pt x="17" y="272"/>
                    <a:pt x="16" y="273"/>
                  </a:cubicBezTo>
                  <a:cubicBezTo>
                    <a:pt x="16" y="273"/>
                    <a:pt x="15" y="272"/>
                    <a:pt x="14" y="273"/>
                  </a:cubicBezTo>
                  <a:cubicBezTo>
                    <a:pt x="13" y="273"/>
                    <a:pt x="14" y="276"/>
                    <a:pt x="13" y="272"/>
                  </a:cubicBezTo>
                  <a:cubicBezTo>
                    <a:pt x="13" y="272"/>
                    <a:pt x="13" y="273"/>
                    <a:pt x="13" y="273"/>
                  </a:cubicBezTo>
                  <a:cubicBezTo>
                    <a:pt x="13" y="273"/>
                    <a:pt x="11" y="276"/>
                    <a:pt x="11" y="277"/>
                  </a:cubicBezTo>
                  <a:cubicBezTo>
                    <a:pt x="11" y="279"/>
                    <a:pt x="10" y="284"/>
                    <a:pt x="11" y="285"/>
                  </a:cubicBezTo>
                  <a:cubicBezTo>
                    <a:pt x="11" y="285"/>
                    <a:pt x="11" y="284"/>
                    <a:pt x="12" y="284"/>
                  </a:cubicBezTo>
                  <a:cubicBezTo>
                    <a:pt x="13" y="284"/>
                    <a:pt x="14" y="289"/>
                    <a:pt x="13" y="291"/>
                  </a:cubicBezTo>
                  <a:cubicBezTo>
                    <a:pt x="12" y="292"/>
                    <a:pt x="12" y="290"/>
                    <a:pt x="11" y="290"/>
                  </a:cubicBezTo>
                  <a:cubicBezTo>
                    <a:pt x="11" y="290"/>
                    <a:pt x="6" y="289"/>
                    <a:pt x="6" y="289"/>
                  </a:cubicBezTo>
                  <a:cubicBezTo>
                    <a:pt x="4" y="289"/>
                    <a:pt x="1" y="293"/>
                    <a:pt x="0" y="295"/>
                  </a:cubicBezTo>
                  <a:cubicBezTo>
                    <a:pt x="0" y="296"/>
                    <a:pt x="5" y="296"/>
                    <a:pt x="6" y="297"/>
                  </a:cubicBezTo>
                  <a:cubicBezTo>
                    <a:pt x="6" y="298"/>
                    <a:pt x="6" y="299"/>
                    <a:pt x="6" y="300"/>
                  </a:cubicBezTo>
                  <a:cubicBezTo>
                    <a:pt x="6" y="300"/>
                    <a:pt x="6" y="300"/>
                    <a:pt x="6" y="300"/>
                  </a:cubicBezTo>
                  <a:cubicBezTo>
                    <a:pt x="9" y="302"/>
                    <a:pt x="11" y="305"/>
                    <a:pt x="13" y="307"/>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91"/>
            <p:cNvSpPr>
              <a:spLocks/>
            </p:cNvSpPr>
            <p:nvPr/>
          </p:nvSpPr>
          <p:spPr bwMode="auto">
            <a:xfrm>
              <a:off x="3579813" y="1135063"/>
              <a:ext cx="1588" cy="1588"/>
            </a:xfrm>
            <a:custGeom>
              <a:avLst/>
              <a:gdLst/>
              <a:ahLst/>
              <a:cxnLst>
                <a:cxn ang="0">
                  <a:pos x="0" y="1"/>
                </a:cxn>
                <a:cxn ang="0">
                  <a:pos x="0" y="0"/>
                </a:cxn>
                <a:cxn ang="0">
                  <a:pos x="0" y="1"/>
                </a:cxn>
              </a:cxnLst>
              <a:rect l="0" t="0" r="r" b="b"/>
              <a:pathLst>
                <a:path h="1">
                  <a:moveTo>
                    <a:pt x="0" y="1"/>
                  </a:moveTo>
                  <a:cubicBezTo>
                    <a:pt x="0" y="0"/>
                    <a:pt x="0" y="0"/>
                    <a:pt x="0" y="0"/>
                  </a:cubicBezTo>
                  <a:cubicBezTo>
                    <a:pt x="0" y="0"/>
                    <a:pt x="0" y="0"/>
                    <a:pt x="0"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93"/>
            <p:cNvSpPr>
              <a:spLocks/>
            </p:cNvSpPr>
            <p:nvPr/>
          </p:nvSpPr>
          <p:spPr bwMode="auto">
            <a:xfrm>
              <a:off x="4411663" y="1090613"/>
              <a:ext cx="22225" cy="12700"/>
            </a:xfrm>
            <a:custGeom>
              <a:avLst/>
              <a:gdLst/>
              <a:ahLst/>
              <a:cxnLst>
                <a:cxn ang="0">
                  <a:pos x="10" y="0"/>
                </a:cxn>
                <a:cxn ang="0">
                  <a:pos x="2" y="5"/>
                </a:cxn>
                <a:cxn ang="0">
                  <a:pos x="6" y="2"/>
                </a:cxn>
                <a:cxn ang="0">
                  <a:pos x="10" y="0"/>
                </a:cxn>
              </a:cxnLst>
              <a:rect l="0" t="0" r="r" b="b"/>
              <a:pathLst>
                <a:path w="10" h="6">
                  <a:moveTo>
                    <a:pt x="10" y="0"/>
                  </a:moveTo>
                  <a:cubicBezTo>
                    <a:pt x="10" y="5"/>
                    <a:pt x="0" y="6"/>
                    <a:pt x="2" y="5"/>
                  </a:cubicBezTo>
                  <a:cubicBezTo>
                    <a:pt x="2" y="5"/>
                    <a:pt x="6" y="2"/>
                    <a:pt x="6" y="2"/>
                  </a:cubicBezTo>
                  <a:cubicBezTo>
                    <a:pt x="8" y="1"/>
                    <a:pt x="9" y="2"/>
                    <a:pt x="1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94"/>
            <p:cNvSpPr>
              <a:spLocks/>
            </p:cNvSpPr>
            <p:nvPr/>
          </p:nvSpPr>
          <p:spPr bwMode="auto">
            <a:xfrm>
              <a:off x="4352926" y="1120776"/>
              <a:ext cx="65088" cy="46038"/>
            </a:xfrm>
            <a:custGeom>
              <a:avLst/>
              <a:gdLst/>
              <a:ahLst/>
              <a:cxnLst>
                <a:cxn ang="0">
                  <a:pos x="23" y="1"/>
                </a:cxn>
                <a:cxn ang="0">
                  <a:pos x="26" y="0"/>
                </a:cxn>
                <a:cxn ang="0">
                  <a:pos x="25" y="5"/>
                </a:cxn>
                <a:cxn ang="0">
                  <a:pos x="24" y="10"/>
                </a:cxn>
                <a:cxn ang="0">
                  <a:pos x="26" y="14"/>
                </a:cxn>
                <a:cxn ang="0">
                  <a:pos x="25" y="17"/>
                </a:cxn>
                <a:cxn ang="0">
                  <a:pos x="25" y="19"/>
                </a:cxn>
                <a:cxn ang="0">
                  <a:pos x="20" y="21"/>
                </a:cxn>
                <a:cxn ang="0">
                  <a:pos x="7" y="21"/>
                </a:cxn>
                <a:cxn ang="0">
                  <a:pos x="1" y="22"/>
                </a:cxn>
                <a:cxn ang="0">
                  <a:pos x="5" y="19"/>
                </a:cxn>
                <a:cxn ang="0">
                  <a:pos x="8" y="16"/>
                </a:cxn>
                <a:cxn ang="0">
                  <a:pos x="13" y="15"/>
                </a:cxn>
                <a:cxn ang="0">
                  <a:pos x="12" y="12"/>
                </a:cxn>
                <a:cxn ang="0">
                  <a:pos x="12" y="6"/>
                </a:cxn>
                <a:cxn ang="0">
                  <a:pos x="7" y="4"/>
                </a:cxn>
                <a:cxn ang="0">
                  <a:pos x="23" y="1"/>
                </a:cxn>
              </a:cxnLst>
              <a:rect l="0" t="0" r="r" b="b"/>
              <a:pathLst>
                <a:path w="31" h="22">
                  <a:moveTo>
                    <a:pt x="23" y="1"/>
                  </a:moveTo>
                  <a:cubicBezTo>
                    <a:pt x="25" y="0"/>
                    <a:pt x="24" y="0"/>
                    <a:pt x="26" y="0"/>
                  </a:cubicBezTo>
                  <a:cubicBezTo>
                    <a:pt x="31" y="0"/>
                    <a:pt x="25" y="3"/>
                    <a:pt x="25" y="5"/>
                  </a:cubicBezTo>
                  <a:cubicBezTo>
                    <a:pt x="24" y="7"/>
                    <a:pt x="24" y="8"/>
                    <a:pt x="24" y="10"/>
                  </a:cubicBezTo>
                  <a:cubicBezTo>
                    <a:pt x="24" y="12"/>
                    <a:pt x="26" y="13"/>
                    <a:pt x="26" y="14"/>
                  </a:cubicBezTo>
                  <a:cubicBezTo>
                    <a:pt x="27" y="15"/>
                    <a:pt x="25" y="16"/>
                    <a:pt x="25" y="17"/>
                  </a:cubicBezTo>
                  <a:cubicBezTo>
                    <a:pt x="25" y="18"/>
                    <a:pt x="25" y="19"/>
                    <a:pt x="25" y="19"/>
                  </a:cubicBezTo>
                  <a:cubicBezTo>
                    <a:pt x="23" y="19"/>
                    <a:pt x="22" y="21"/>
                    <a:pt x="20" y="21"/>
                  </a:cubicBezTo>
                  <a:cubicBezTo>
                    <a:pt x="16" y="21"/>
                    <a:pt x="11" y="22"/>
                    <a:pt x="7" y="21"/>
                  </a:cubicBezTo>
                  <a:cubicBezTo>
                    <a:pt x="5" y="20"/>
                    <a:pt x="3" y="22"/>
                    <a:pt x="1" y="22"/>
                  </a:cubicBezTo>
                  <a:cubicBezTo>
                    <a:pt x="0" y="22"/>
                    <a:pt x="4" y="19"/>
                    <a:pt x="5" y="19"/>
                  </a:cubicBezTo>
                  <a:cubicBezTo>
                    <a:pt x="8" y="18"/>
                    <a:pt x="7" y="17"/>
                    <a:pt x="8" y="16"/>
                  </a:cubicBezTo>
                  <a:cubicBezTo>
                    <a:pt x="9" y="15"/>
                    <a:pt x="12" y="18"/>
                    <a:pt x="13" y="15"/>
                  </a:cubicBezTo>
                  <a:cubicBezTo>
                    <a:pt x="14" y="14"/>
                    <a:pt x="12" y="13"/>
                    <a:pt x="12" y="12"/>
                  </a:cubicBezTo>
                  <a:cubicBezTo>
                    <a:pt x="12" y="10"/>
                    <a:pt x="14" y="7"/>
                    <a:pt x="12" y="6"/>
                  </a:cubicBezTo>
                  <a:cubicBezTo>
                    <a:pt x="12" y="5"/>
                    <a:pt x="7" y="4"/>
                    <a:pt x="7" y="4"/>
                  </a:cubicBezTo>
                  <a:cubicBezTo>
                    <a:pt x="9" y="2"/>
                    <a:pt x="20" y="1"/>
                    <a:pt x="23"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95"/>
            <p:cNvSpPr>
              <a:spLocks/>
            </p:cNvSpPr>
            <p:nvPr/>
          </p:nvSpPr>
          <p:spPr bwMode="auto">
            <a:xfrm>
              <a:off x="3890963" y="1014413"/>
              <a:ext cx="19050" cy="17463"/>
            </a:xfrm>
            <a:custGeom>
              <a:avLst/>
              <a:gdLst/>
              <a:ahLst/>
              <a:cxnLst>
                <a:cxn ang="0">
                  <a:pos x="1" y="0"/>
                </a:cxn>
                <a:cxn ang="0">
                  <a:pos x="3" y="6"/>
                </a:cxn>
                <a:cxn ang="0">
                  <a:pos x="1" y="0"/>
                </a:cxn>
              </a:cxnLst>
              <a:rect l="0" t="0" r="r" b="b"/>
              <a:pathLst>
                <a:path w="9" h="8">
                  <a:moveTo>
                    <a:pt x="1" y="0"/>
                  </a:moveTo>
                  <a:cubicBezTo>
                    <a:pt x="2" y="1"/>
                    <a:pt x="9" y="8"/>
                    <a:pt x="3" y="6"/>
                  </a:cubicBezTo>
                  <a:cubicBezTo>
                    <a:pt x="1" y="4"/>
                    <a:pt x="0" y="3"/>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98"/>
            <p:cNvSpPr>
              <a:spLocks/>
            </p:cNvSpPr>
            <p:nvPr/>
          </p:nvSpPr>
          <p:spPr bwMode="auto">
            <a:xfrm>
              <a:off x="4210051" y="1101726"/>
              <a:ext cx="36513" cy="15875"/>
            </a:xfrm>
            <a:custGeom>
              <a:avLst/>
              <a:gdLst/>
              <a:ahLst/>
              <a:cxnLst>
                <a:cxn ang="0">
                  <a:pos x="3" y="3"/>
                </a:cxn>
                <a:cxn ang="0">
                  <a:pos x="10" y="5"/>
                </a:cxn>
                <a:cxn ang="0">
                  <a:pos x="15" y="0"/>
                </a:cxn>
                <a:cxn ang="0">
                  <a:pos x="16" y="1"/>
                </a:cxn>
                <a:cxn ang="0">
                  <a:pos x="17" y="6"/>
                </a:cxn>
                <a:cxn ang="0">
                  <a:pos x="10" y="8"/>
                </a:cxn>
                <a:cxn ang="0">
                  <a:pos x="7" y="6"/>
                </a:cxn>
                <a:cxn ang="0">
                  <a:pos x="1" y="6"/>
                </a:cxn>
                <a:cxn ang="0">
                  <a:pos x="3" y="3"/>
                </a:cxn>
              </a:cxnLst>
              <a:rect l="0" t="0" r="r" b="b"/>
              <a:pathLst>
                <a:path w="17" h="8">
                  <a:moveTo>
                    <a:pt x="3" y="3"/>
                  </a:moveTo>
                  <a:cubicBezTo>
                    <a:pt x="6" y="2"/>
                    <a:pt x="10" y="5"/>
                    <a:pt x="10" y="5"/>
                  </a:cubicBezTo>
                  <a:cubicBezTo>
                    <a:pt x="12" y="4"/>
                    <a:pt x="13" y="1"/>
                    <a:pt x="15" y="0"/>
                  </a:cubicBezTo>
                  <a:cubicBezTo>
                    <a:pt x="15" y="0"/>
                    <a:pt x="15" y="1"/>
                    <a:pt x="16" y="1"/>
                  </a:cubicBezTo>
                  <a:cubicBezTo>
                    <a:pt x="16" y="3"/>
                    <a:pt x="17" y="4"/>
                    <a:pt x="17" y="6"/>
                  </a:cubicBezTo>
                  <a:cubicBezTo>
                    <a:pt x="16" y="6"/>
                    <a:pt x="11" y="8"/>
                    <a:pt x="10" y="8"/>
                  </a:cubicBezTo>
                  <a:cubicBezTo>
                    <a:pt x="7" y="6"/>
                    <a:pt x="7" y="6"/>
                    <a:pt x="7" y="6"/>
                  </a:cubicBezTo>
                  <a:cubicBezTo>
                    <a:pt x="7" y="5"/>
                    <a:pt x="1" y="7"/>
                    <a:pt x="1" y="6"/>
                  </a:cubicBezTo>
                  <a:cubicBezTo>
                    <a:pt x="0" y="3"/>
                    <a:pt x="1" y="3"/>
                    <a:pt x="3" y="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99"/>
            <p:cNvSpPr>
              <a:spLocks/>
            </p:cNvSpPr>
            <p:nvPr/>
          </p:nvSpPr>
          <p:spPr bwMode="auto">
            <a:xfrm>
              <a:off x="4295776" y="1165226"/>
              <a:ext cx="1588" cy="1588"/>
            </a:xfrm>
            <a:custGeom>
              <a:avLst/>
              <a:gdLst/>
              <a:ahLst/>
              <a:cxnLst>
                <a:cxn ang="0">
                  <a:pos x="1" y="0"/>
                </a:cxn>
                <a:cxn ang="0">
                  <a:pos x="1" y="0"/>
                </a:cxn>
                <a:cxn ang="0">
                  <a:pos x="1" y="0"/>
                </a:cxn>
              </a:cxnLst>
              <a:rect l="0" t="0" r="r" b="b"/>
              <a:pathLst>
                <a:path w="1">
                  <a:moveTo>
                    <a:pt x="1" y="0"/>
                  </a:moveTo>
                  <a:cubicBezTo>
                    <a:pt x="1" y="0"/>
                    <a:pt x="0" y="0"/>
                    <a:pt x="1" y="0"/>
                  </a:cubicBezTo>
                  <a:cubicBezTo>
                    <a:pt x="1" y="0"/>
                    <a:pt x="1" y="0"/>
                    <a:pt x="1"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00"/>
            <p:cNvSpPr>
              <a:spLocks/>
            </p:cNvSpPr>
            <p:nvPr/>
          </p:nvSpPr>
          <p:spPr bwMode="auto">
            <a:xfrm>
              <a:off x="4170363" y="1165226"/>
              <a:ext cx="1588" cy="1588"/>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01"/>
            <p:cNvSpPr>
              <a:spLocks/>
            </p:cNvSpPr>
            <p:nvPr/>
          </p:nvSpPr>
          <p:spPr bwMode="auto">
            <a:xfrm>
              <a:off x="4214813" y="1147763"/>
              <a:ext cx="1588" cy="1588"/>
            </a:xfrm>
            <a:custGeom>
              <a:avLst/>
              <a:gdLst/>
              <a:ahLst/>
              <a:cxnLst>
                <a:cxn ang="0">
                  <a:pos x="0" y="0"/>
                </a:cxn>
                <a:cxn ang="0">
                  <a:pos x="0" y="1"/>
                </a:cxn>
                <a:cxn ang="0">
                  <a:pos x="0" y="0"/>
                </a:cxn>
              </a:cxnLst>
              <a:rect l="0" t="0" r="r" b="b"/>
              <a:pathLst>
                <a:path h="1">
                  <a:moveTo>
                    <a:pt x="0" y="0"/>
                  </a:moveTo>
                  <a:cubicBezTo>
                    <a:pt x="0" y="0"/>
                    <a:pt x="0" y="0"/>
                    <a:pt x="0" y="1"/>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102"/>
            <p:cNvSpPr>
              <a:spLocks/>
            </p:cNvSpPr>
            <p:nvPr/>
          </p:nvSpPr>
          <p:spPr bwMode="auto">
            <a:xfrm>
              <a:off x="4170363" y="1165226"/>
              <a:ext cx="1588" cy="1588"/>
            </a:xfrm>
            <a:custGeom>
              <a:avLst/>
              <a:gdLst/>
              <a:ahLst/>
              <a:cxnLst>
                <a:cxn ang="0">
                  <a:pos x="0" y="0"/>
                </a:cxn>
                <a:cxn ang="0">
                  <a:pos x="1" y="0"/>
                </a:cxn>
                <a:cxn ang="0">
                  <a:pos x="0" y="0"/>
                </a:cxn>
              </a:cxnLst>
              <a:rect l="0" t="0" r="r" b="b"/>
              <a:pathLst>
                <a:path w="1" h="1">
                  <a:moveTo>
                    <a:pt x="0" y="0"/>
                  </a:moveTo>
                  <a:cubicBezTo>
                    <a:pt x="0" y="0"/>
                    <a:pt x="1" y="0"/>
                    <a:pt x="1" y="0"/>
                  </a:cubicBezTo>
                  <a:cubicBezTo>
                    <a:pt x="1" y="1"/>
                    <a:pt x="1"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103"/>
            <p:cNvSpPr>
              <a:spLocks/>
            </p:cNvSpPr>
            <p:nvPr/>
          </p:nvSpPr>
          <p:spPr bwMode="auto">
            <a:xfrm>
              <a:off x="4297363" y="1165226"/>
              <a:ext cx="1588" cy="1588"/>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104"/>
            <p:cNvSpPr>
              <a:spLocks/>
            </p:cNvSpPr>
            <p:nvPr/>
          </p:nvSpPr>
          <p:spPr bwMode="auto">
            <a:xfrm>
              <a:off x="4213226" y="1147763"/>
              <a:ext cx="1588" cy="1588"/>
            </a:xfrm>
            <a:custGeom>
              <a:avLst/>
              <a:gdLst/>
              <a:ahLst/>
              <a:cxnLst>
                <a:cxn ang="0">
                  <a:pos x="1" y="1"/>
                </a:cxn>
                <a:cxn ang="0">
                  <a:pos x="1" y="0"/>
                </a:cxn>
                <a:cxn ang="0">
                  <a:pos x="0" y="0"/>
                </a:cxn>
                <a:cxn ang="0">
                  <a:pos x="1" y="1"/>
                </a:cxn>
              </a:cxnLst>
              <a:rect l="0" t="0" r="r" b="b"/>
              <a:pathLst>
                <a:path w="1" h="1">
                  <a:moveTo>
                    <a:pt x="1" y="1"/>
                  </a:moveTo>
                  <a:cubicBezTo>
                    <a:pt x="1" y="0"/>
                    <a:pt x="1" y="0"/>
                    <a:pt x="1" y="0"/>
                  </a:cubicBezTo>
                  <a:cubicBezTo>
                    <a:pt x="1" y="0"/>
                    <a:pt x="0" y="0"/>
                    <a:pt x="0" y="0"/>
                  </a:cubicBezTo>
                  <a:cubicBezTo>
                    <a:pt x="0" y="1"/>
                    <a:pt x="1" y="1"/>
                    <a:pt x="1"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105"/>
            <p:cNvSpPr>
              <a:spLocks/>
            </p:cNvSpPr>
            <p:nvPr/>
          </p:nvSpPr>
          <p:spPr bwMode="auto">
            <a:xfrm>
              <a:off x="4213226" y="1146176"/>
              <a:ext cx="1588" cy="1588"/>
            </a:xfrm>
            <a:custGeom>
              <a:avLst/>
              <a:gdLst/>
              <a:ahLst/>
              <a:cxnLst>
                <a:cxn ang="0">
                  <a:pos x="1" y="1"/>
                </a:cxn>
                <a:cxn ang="0">
                  <a:pos x="1" y="0"/>
                </a:cxn>
                <a:cxn ang="0">
                  <a:pos x="0" y="1"/>
                </a:cxn>
                <a:cxn ang="0">
                  <a:pos x="0" y="1"/>
                </a:cxn>
                <a:cxn ang="0">
                  <a:pos x="1" y="1"/>
                </a:cxn>
              </a:cxnLst>
              <a:rect l="0" t="0" r="r" b="b"/>
              <a:pathLst>
                <a:path w="1" h="1">
                  <a:moveTo>
                    <a:pt x="1" y="1"/>
                  </a:moveTo>
                  <a:cubicBezTo>
                    <a:pt x="1" y="1"/>
                    <a:pt x="1" y="1"/>
                    <a:pt x="1" y="0"/>
                  </a:cubicBezTo>
                  <a:cubicBezTo>
                    <a:pt x="0" y="0"/>
                    <a:pt x="0" y="1"/>
                    <a:pt x="0" y="1"/>
                  </a:cubicBezTo>
                  <a:cubicBezTo>
                    <a:pt x="0" y="1"/>
                    <a:pt x="0" y="1"/>
                    <a:pt x="0" y="1"/>
                  </a:cubicBezTo>
                  <a:cubicBezTo>
                    <a:pt x="0" y="1"/>
                    <a:pt x="1" y="1"/>
                    <a:pt x="1" y="1"/>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106"/>
            <p:cNvSpPr>
              <a:spLocks/>
            </p:cNvSpPr>
            <p:nvPr/>
          </p:nvSpPr>
          <p:spPr bwMode="auto">
            <a:xfrm>
              <a:off x="4295776" y="1147763"/>
              <a:ext cx="1588" cy="1588"/>
            </a:xfrm>
            <a:custGeom>
              <a:avLst/>
              <a:gdLst/>
              <a:ahLst/>
              <a:cxnLst>
                <a:cxn ang="0">
                  <a:pos x="0" y="0"/>
                </a:cxn>
                <a:cxn ang="0">
                  <a:pos x="0" y="0"/>
                </a:cxn>
                <a:cxn ang="0">
                  <a:pos x="0" y="1"/>
                </a:cxn>
                <a:cxn ang="0">
                  <a:pos x="0" y="0"/>
                </a:cxn>
              </a:cxnLst>
              <a:rect l="0" t="0" r="r" b="b"/>
              <a:pathLst>
                <a:path h="1">
                  <a:moveTo>
                    <a:pt x="0" y="0"/>
                  </a:moveTo>
                  <a:cubicBezTo>
                    <a:pt x="0" y="0"/>
                    <a:pt x="0" y="0"/>
                    <a:pt x="0" y="0"/>
                  </a:cubicBezTo>
                  <a:cubicBezTo>
                    <a:pt x="0" y="0"/>
                    <a:pt x="0" y="0"/>
                    <a:pt x="0" y="1"/>
                  </a:cubicBezTo>
                  <a:cubicBezTo>
                    <a:pt x="0" y="1"/>
                    <a:pt x="0" y="0"/>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107"/>
            <p:cNvSpPr>
              <a:spLocks/>
            </p:cNvSpPr>
            <p:nvPr/>
          </p:nvSpPr>
          <p:spPr bwMode="auto">
            <a:xfrm>
              <a:off x="3697288" y="1039813"/>
              <a:ext cx="777875" cy="669925"/>
            </a:xfrm>
            <a:custGeom>
              <a:avLst/>
              <a:gdLst/>
              <a:ahLst/>
              <a:cxnLst>
                <a:cxn ang="0">
                  <a:pos x="220" y="307"/>
                </a:cxn>
                <a:cxn ang="0">
                  <a:pos x="242" y="296"/>
                </a:cxn>
                <a:cxn ang="0">
                  <a:pos x="252" y="257"/>
                </a:cxn>
                <a:cxn ang="0">
                  <a:pos x="249" y="221"/>
                </a:cxn>
                <a:cxn ang="0">
                  <a:pos x="287" y="223"/>
                </a:cxn>
                <a:cxn ang="0">
                  <a:pos x="314" y="217"/>
                </a:cxn>
                <a:cxn ang="0">
                  <a:pos x="326" y="210"/>
                </a:cxn>
                <a:cxn ang="0">
                  <a:pos x="324" y="171"/>
                </a:cxn>
                <a:cxn ang="0">
                  <a:pos x="350" y="144"/>
                </a:cxn>
                <a:cxn ang="0">
                  <a:pos x="342" y="128"/>
                </a:cxn>
                <a:cxn ang="0">
                  <a:pos x="363" y="109"/>
                </a:cxn>
                <a:cxn ang="0">
                  <a:pos x="334" y="102"/>
                </a:cxn>
                <a:cxn ang="0">
                  <a:pos x="333" y="102"/>
                </a:cxn>
                <a:cxn ang="0">
                  <a:pos x="324" y="99"/>
                </a:cxn>
                <a:cxn ang="0">
                  <a:pos x="332" y="85"/>
                </a:cxn>
                <a:cxn ang="0">
                  <a:pos x="333" y="72"/>
                </a:cxn>
                <a:cxn ang="0">
                  <a:pos x="315" y="69"/>
                </a:cxn>
                <a:cxn ang="0">
                  <a:pos x="305" y="64"/>
                </a:cxn>
                <a:cxn ang="0">
                  <a:pos x="303" y="69"/>
                </a:cxn>
                <a:cxn ang="0">
                  <a:pos x="296" y="63"/>
                </a:cxn>
                <a:cxn ang="0">
                  <a:pos x="286" y="61"/>
                </a:cxn>
                <a:cxn ang="0">
                  <a:pos x="285" y="60"/>
                </a:cxn>
                <a:cxn ang="0">
                  <a:pos x="282" y="50"/>
                </a:cxn>
                <a:cxn ang="0">
                  <a:pos x="280" y="54"/>
                </a:cxn>
                <a:cxn ang="0">
                  <a:pos x="280" y="49"/>
                </a:cxn>
                <a:cxn ang="0">
                  <a:pos x="312" y="41"/>
                </a:cxn>
                <a:cxn ang="0">
                  <a:pos x="270" y="42"/>
                </a:cxn>
                <a:cxn ang="0">
                  <a:pos x="247" y="47"/>
                </a:cxn>
                <a:cxn ang="0">
                  <a:pos x="244" y="52"/>
                </a:cxn>
                <a:cxn ang="0">
                  <a:pos x="239" y="54"/>
                </a:cxn>
                <a:cxn ang="0">
                  <a:pos x="222" y="58"/>
                </a:cxn>
                <a:cxn ang="0">
                  <a:pos x="196" y="47"/>
                </a:cxn>
                <a:cxn ang="0">
                  <a:pos x="172" y="44"/>
                </a:cxn>
                <a:cxn ang="0">
                  <a:pos x="137" y="35"/>
                </a:cxn>
                <a:cxn ang="0">
                  <a:pos x="118" y="21"/>
                </a:cxn>
                <a:cxn ang="0">
                  <a:pos x="85" y="10"/>
                </a:cxn>
                <a:cxn ang="0">
                  <a:pos x="92" y="21"/>
                </a:cxn>
                <a:cxn ang="0">
                  <a:pos x="78" y="26"/>
                </a:cxn>
                <a:cxn ang="0">
                  <a:pos x="49" y="38"/>
                </a:cxn>
                <a:cxn ang="0">
                  <a:pos x="59" y="60"/>
                </a:cxn>
                <a:cxn ang="0">
                  <a:pos x="45" y="85"/>
                </a:cxn>
                <a:cxn ang="0">
                  <a:pos x="37" y="74"/>
                </a:cxn>
                <a:cxn ang="0">
                  <a:pos x="36" y="61"/>
                </a:cxn>
                <a:cxn ang="0">
                  <a:pos x="45" y="32"/>
                </a:cxn>
                <a:cxn ang="0">
                  <a:pos x="57" y="9"/>
                </a:cxn>
                <a:cxn ang="0">
                  <a:pos x="11" y="60"/>
                </a:cxn>
                <a:cxn ang="0">
                  <a:pos x="16" y="83"/>
                </a:cxn>
                <a:cxn ang="0">
                  <a:pos x="25" y="130"/>
                </a:cxn>
                <a:cxn ang="0">
                  <a:pos x="82" y="144"/>
                </a:cxn>
                <a:cxn ang="0">
                  <a:pos x="114" y="164"/>
                </a:cxn>
                <a:cxn ang="0">
                  <a:pos x="157" y="166"/>
                </a:cxn>
                <a:cxn ang="0">
                  <a:pos x="147" y="209"/>
                </a:cxn>
                <a:cxn ang="0">
                  <a:pos x="163" y="240"/>
                </a:cxn>
                <a:cxn ang="0">
                  <a:pos x="167" y="279"/>
                </a:cxn>
              </a:cxnLst>
              <a:rect l="0" t="0" r="r" b="b"/>
              <a:pathLst>
                <a:path w="367" h="316">
                  <a:moveTo>
                    <a:pt x="189" y="312"/>
                  </a:moveTo>
                  <a:cubicBezTo>
                    <a:pt x="190" y="313"/>
                    <a:pt x="193" y="313"/>
                    <a:pt x="194" y="313"/>
                  </a:cubicBezTo>
                  <a:cubicBezTo>
                    <a:pt x="199" y="312"/>
                    <a:pt x="204" y="303"/>
                    <a:pt x="209" y="307"/>
                  </a:cubicBezTo>
                  <a:cubicBezTo>
                    <a:pt x="213" y="309"/>
                    <a:pt x="206" y="316"/>
                    <a:pt x="211" y="315"/>
                  </a:cubicBezTo>
                  <a:cubicBezTo>
                    <a:pt x="214" y="315"/>
                    <a:pt x="213" y="309"/>
                    <a:pt x="217" y="307"/>
                  </a:cubicBezTo>
                  <a:cubicBezTo>
                    <a:pt x="218" y="307"/>
                    <a:pt x="219" y="309"/>
                    <a:pt x="220" y="307"/>
                  </a:cubicBezTo>
                  <a:cubicBezTo>
                    <a:pt x="221" y="306"/>
                    <a:pt x="220" y="302"/>
                    <a:pt x="222" y="302"/>
                  </a:cubicBezTo>
                  <a:cubicBezTo>
                    <a:pt x="223" y="301"/>
                    <a:pt x="224" y="302"/>
                    <a:pt x="224" y="302"/>
                  </a:cubicBezTo>
                  <a:cubicBezTo>
                    <a:pt x="226" y="302"/>
                    <a:pt x="228" y="298"/>
                    <a:pt x="230" y="298"/>
                  </a:cubicBezTo>
                  <a:cubicBezTo>
                    <a:pt x="233" y="298"/>
                    <a:pt x="230" y="300"/>
                    <a:pt x="233" y="298"/>
                  </a:cubicBezTo>
                  <a:cubicBezTo>
                    <a:pt x="236" y="297"/>
                    <a:pt x="238" y="292"/>
                    <a:pt x="242" y="292"/>
                  </a:cubicBezTo>
                  <a:cubicBezTo>
                    <a:pt x="243" y="291"/>
                    <a:pt x="241" y="295"/>
                    <a:pt x="242" y="296"/>
                  </a:cubicBezTo>
                  <a:cubicBezTo>
                    <a:pt x="243" y="297"/>
                    <a:pt x="245" y="293"/>
                    <a:pt x="245" y="292"/>
                  </a:cubicBezTo>
                  <a:cubicBezTo>
                    <a:pt x="247" y="291"/>
                    <a:pt x="250" y="290"/>
                    <a:pt x="250" y="288"/>
                  </a:cubicBezTo>
                  <a:cubicBezTo>
                    <a:pt x="251" y="286"/>
                    <a:pt x="250" y="283"/>
                    <a:pt x="251" y="281"/>
                  </a:cubicBezTo>
                  <a:cubicBezTo>
                    <a:pt x="252" y="279"/>
                    <a:pt x="269" y="277"/>
                    <a:pt x="270" y="271"/>
                  </a:cubicBezTo>
                  <a:cubicBezTo>
                    <a:pt x="271" y="262"/>
                    <a:pt x="256" y="268"/>
                    <a:pt x="251" y="266"/>
                  </a:cubicBezTo>
                  <a:cubicBezTo>
                    <a:pt x="251" y="265"/>
                    <a:pt x="252" y="258"/>
                    <a:pt x="252" y="257"/>
                  </a:cubicBezTo>
                  <a:cubicBezTo>
                    <a:pt x="251" y="254"/>
                    <a:pt x="247" y="251"/>
                    <a:pt x="246" y="248"/>
                  </a:cubicBezTo>
                  <a:cubicBezTo>
                    <a:pt x="245" y="245"/>
                    <a:pt x="248" y="235"/>
                    <a:pt x="247" y="234"/>
                  </a:cubicBezTo>
                  <a:cubicBezTo>
                    <a:pt x="244" y="231"/>
                    <a:pt x="228" y="222"/>
                    <a:pt x="230" y="216"/>
                  </a:cubicBezTo>
                  <a:cubicBezTo>
                    <a:pt x="231" y="216"/>
                    <a:pt x="231" y="216"/>
                    <a:pt x="231" y="216"/>
                  </a:cubicBezTo>
                  <a:cubicBezTo>
                    <a:pt x="235" y="217"/>
                    <a:pt x="235" y="220"/>
                    <a:pt x="236" y="221"/>
                  </a:cubicBezTo>
                  <a:cubicBezTo>
                    <a:pt x="240" y="222"/>
                    <a:pt x="246" y="218"/>
                    <a:pt x="249" y="221"/>
                  </a:cubicBezTo>
                  <a:cubicBezTo>
                    <a:pt x="250" y="222"/>
                    <a:pt x="250" y="226"/>
                    <a:pt x="251" y="227"/>
                  </a:cubicBezTo>
                  <a:cubicBezTo>
                    <a:pt x="253" y="229"/>
                    <a:pt x="255" y="225"/>
                    <a:pt x="256" y="225"/>
                  </a:cubicBezTo>
                  <a:cubicBezTo>
                    <a:pt x="262" y="224"/>
                    <a:pt x="263" y="227"/>
                    <a:pt x="266" y="228"/>
                  </a:cubicBezTo>
                  <a:cubicBezTo>
                    <a:pt x="269" y="229"/>
                    <a:pt x="267" y="223"/>
                    <a:pt x="271" y="225"/>
                  </a:cubicBezTo>
                  <a:cubicBezTo>
                    <a:pt x="275" y="228"/>
                    <a:pt x="278" y="236"/>
                    <a:pt x="283" y="236"/>
                  </a:cubicBezTo>
                  <a:cubicBezTo>
                    <a:pt x="291" y="236"/>
                    <a:pt x="283" y="226"/>
                    <a:pt x="287" y="223"/>
                  </a:cubicBezTo>
                  <a:cubicBezTo>
                    <a:pt x="289" y="222"/>
                    <a:pt x="287" y="225"/>
                    <a:pt x="292" y="220"/>
                  </a:cubicBezTo>
                  <a:cubicBezTo>
                    <a:pt x="296" y="217"/>
                    <a:pt x="300" y="223"/>
                    <a:pt x="304" y="221"/>
                  </a:cubicBezTo>
                  <a:cubicBezTo>
                    <a:pt x="304" y="221"/>
                    <a:pt x="305" y="220"/>
                    <a:pt x="305" y="220"/>
                  </a:cubicBezTo>
                  <a:cubicBezTo>
                    <a:pt x="306" y="220"/>
                    <a:pt x="307" y="220"/>
                    <a:pt x="308" y="220"/>
                  </a:cubicBezTo>
                  <a:cubicBezTo>
                    <a:pt x="308" y="220"/>
                    <a:pt x="309" y="220"/>
                    <a:pt x="310" y="220"/>
                  </a:cubicBezTo>
                  <a:cubicBezTo>
                    <a:pt x="311" y="220"/>
                    <a:pt x="312" y="218"/>
                    <a:pt x="314" y="217"/>
                  </a:cubicBezTo>
                  <a:cubicBezTo>
                    <a:pt x="314" y="217"/>
                    <a:pt x="315" y="217"/>
                    <a:pt x="315" y="217"/>
                  </a:cubicBezTo>
                  <a:cubicBezTo>
                    <a:pt x="316" y="217"/>
                    <a:pt x="317" y="217"/>
                    <a:pt x="317" y="217"/>
                  </a:cubicBezTo>
                  <a:cubicBezTo>
                    <a:pt x="318" y="217"/>
                    <a:pt x="319" y="217"/>
                    <a:pt x="319" y="217"/>
                  </a:cubicBezTo>
                  <a:cubicBezTo>
                    <a:pt x="321" y="216"/>
                    <a:pt x="320" y="214"/>
                    <a:pt x="320" y="213"/>
                  </a:cubicBezTo>
                  <a:cubicBezTo>
                    <a:pt x="322" y="212"/>
                    <a:pt x="326" y="214"/>
                    <a:pt x="326" y="212"/>
                  </a:cubicBezTo>
                  <a:cubicBezTo>
                    <a:pt x="327" y="211"/>
                    <a:pt x="325" y="211"/>
                    <a:pt x="326" y="210"/>
                  </a:cubicBezTo>
                  <a:cubicBezTo>
                    <a:pt x="326" y="210"/>
                    <a:pt x="326" y="210"/>
                    <a:pt x="327" y="210"/>
                  </a:cubicBezTo>
                  <a:cubicBezTo>
                    <a:pt x="329" y="210"/>
                    <a:pt x="331" y="210"/>
                    <a:pt x="333" y="210"/>
                  </a:cubicBezTo>
                  <a:cubicBezTo>
                    <a:pt x="333" y="210"/>
                    <a:pt x="334" y="210"/>
                    <a:pt x="335" y="210"/>
                  </a:cubicBezTo>
                  <a:cubicBezTo>
                    <a:pt x="337" y="209"/>
                    <a:pt x="336" y="206"/>
                    <a:pt x="337" y="205"/>
                  </a:cubicBezTo>
                  <a:cubicBezTo>
                    <a:pt x="339" y="203"/>
                    <a:pt x="343" y="203"/>
                    <a:pt x="344" y="201"/>
                  </a:cubicBezTo>
                  <a:cubicBezTo>
                    <a:pt x="351" y="193"/>
                    <a:pt x="324" y="177"/>
                    <a:pt x="324" y="171"/>
                  </a:cubicBezTo>
                  <a:cubicBezTo>
                    <a:pt x="324" y="168"/>
                    <a:pt x="330" y="167"/>
                    <a:pt x="331" y="165"/>
                  </a:cubicBezTo>
                  <a:cubicBezTo>
                    <a:pt x="332" y="163"/>
                    <a:pt x="329" y="155"/>
                    <a:pt x="329" y="154"/>
                  </a:cubicBezTo>
                  <a:cubicBezTo>
                    <a:pt x="328" y="149"/>
                    <a:pt x="335" y="151"/>
                    <a:pt x="337" y="149"/>
                  </a:cubicBezTo>
                  <a:cubicBezTo>
                    <a:pt x="337" y="148"/>
                    <a:pt x="336" y="148"/>
                    <a:pt x="336" y="147"/>
                  </a:cubicBezTo>
                  <a:cubicBezTo>
                    <a:pt x="338" y="147"/>
                    <a:pt x="341" y="149"/>
                    <a:pt x="342" y="149"/>
                  </a:cubicBezTo>
                  <a:cubicBezTo>
                    <a:pt x="345" y="149"/>
                    <a:pt x="347" y="144"/>
                    <a:pt x="350" y="144"/>
                  </a:cubicBezTo>
                  <a:cubicBezTo>
                    <a:pt x="351" y="144"/>
                    <a:pt x="351" y="145"/>
                    <a:pt x="351" y="144"/>
                  </a:cubicBezTo>
                  <a:cubicBezTo>
                    <a:pt x="353" y="143"/>
                    <a:pt x="355" y="138"/>
                    <a:pt x="352" y="137"/>
                  </a:cubicBezTo>
                  <a:cubicBezTo>
                    <a:pt x="348" y="136"/>
                    <a:pt x="348" y="139"/>
                    <a:pt x="347" y="139"/>
                  </a:cubicBezTo>
                  <a:cubicBezTo>
                    <a:pt x="346" y="139"/>
                    <a:pt x="346" y="139"/>
                    <a:pt x="346" y="138"/>
                  </a:cubicBezTo>
                  <a:cubicBezTo>
                    <a:pt x="343" y="136"/>
                    <a:pt x="345" y="137"/>
                    <a:pt x="346" y="134"/>
                  </a:cubicBezTo>
                  <a:cubicBezTo>
                    <a:pt x="346" y="132"/>
                    <a:pt x="342" y="130"/>
                    <a:pt x="342" y="128"/>
                  </a:cubicBezTo>
                  <a:cubicBezTo>
                    <a:pt x="342" y="127"/>
                    <a:pt x="344" y="126"/>
                    <a:pt x="344" y="126"/>
                  </a:cubicBezTo>
                  <a:cubicBezTo>
                    <a:pt x="346" y="125"/>
                    <a:pt x="346" y="122"/>
                    <a:pt x="347" y="121"/>
                  </a:cubicBezTo>
                  <a:cubicBezTo>
                    <a:pt x="348" y="120"/>
                    <a:pt x="351" y="120"/>
                    <a:pt x="352" y="119"/>
                  </a:cubicBezTo>
                  <a:cubicBezTo>
                    <a:pt x="354" y="119"/>
                    <a:pt x="355" y="117"/>
                    <a:pt x="356" y="116"/>
                  </a:cubicBezTo>
                  <a:cubicBezTo>
                    <a:pt x="361" y="114"/>
                    <a:pt x="361" y="114"/>
                    <a:pt x="361" y="114"/>
                  </a:cubicBezTo>
                  <a:cubicBezTo>
                    <a:pt x="362" y="113"/>
                    <a:pt x="362" y="110"/>
                    <a:pt x="363" y="109"/>
                  </a:cubicBezTo>
                  <a:cubicBezTo>
                    <a:pt x="363" y="109"/>
                    <a:pt x="367" y="110"/>
                    <a:pt x="367" y="108"/>
                  </a:cubicBezTo>
                  <a:cubicBezTo>
                    <a:pt x="367" y="107"/>
                    <a:pt x="366" y="106"/>
                    <a:pt x="365" y="105"/>
                  </a:cubicBezTo>
                  <a:cubicBezTo>
                    <a:pt x="361" y="102"/>
                    <a:pt x="363" y="100"/>
                    <a:pt x="356" y="99"/>
                  </a:cubicBezTo>
                  <a:cubicBezTo>
                    <a:pt x="348" y="97"/>
                    <a:pt x="351" y="101"/>
                    <a:pt x="349" y="101"/>
                  </a:cubicBezTo>
                  <a:cubicBezTo>
                    <a:pt x="345" y="101"/>
                    <a:pt x="339" y="97"/>
                    <a:pt x="335" y="101"/>
                  </a:cubicBezTo>
                  <a:cubicBezTo>
                    <a:pt x="334" y="101"/>
                    <a:pt x="334" y="102"/>
                    <a:pt x="334" y="102"/>
                  </a:cubicBezTo>
                  <a:cubicBezTo>
                    <a:pt x="333" y="102"/>
                    <a:pt x="333" y="103"/>
                    <a:pt x="332" y="103"/>
                  </a:cubicBezTo>
                  <a:cubicBezTo>
                    <a:pt x="332" y="104"/>
                    <a:pt x="333" y="104"/>
                    <a:pt x="332" y="104"/>
                  </a:cubicBezTo>
                  <a:cubicBezTo>
                    <a:pt x="331" y="104"/>
                    <a:pt x="332" y="104"/>
                    <a:pt x="332" y="103"/>
                  </a:cubicBezTo>
                  <a:cubicBezTo>
                    <a:pt x="332" y="103"/>
                    <a:pt x="332" y="103"/>
                    <a:pt x="332" y="103"/>
                  </a:cubicBezTo>
                  <a:cubicBezTo>
                    <a:pt x="333" y="103"/>
                    <a:pt x="333" y="102"/>
                    <a:pt x="334" y="102"/>
                  </a:cubicBezTo>
                  <a:cubicBezTo>
                    <a:pt x="334" y="102"/>
                    <a:pt x="334" y="102"/>
                    <a:pt x="333" y="102"/>
                  </a:cubicBezTo>
                  <a:cubicBezTo>
                    <a:pt x="330" y="100"/>
                    <a:pt x="329" y="104"/>
                    <a:pt x="327" y="104"/>
                  </a:cubicBezTo>
                  <a:cubicBezTo>
                    <a:pt x="324" y="105"/>
                    <a:pt x="326" y="103"/>
                    <a:pt x="325" y="102"/>
                  </a:cubicBezTo>
                  <a:cubicBezTo>
                    <a:pt x="324" y="102"/>
                    <a:pt x="317" y="101"/>
                    <a:pt x="316" y="99"/>
                  </a:cubicBezTo>
                  <a:cubicBezTo>
                    <a:pt x="315" y="98"/>
                    <a:pt x="317" y="98"/>
                    <a:pt x="318" y="98"/>
                  </a:cubicBezTo>
                  <a:cubicBezTo>
                    <a:pt x="319" y="98"/>
                    <a:pt x="319" y="99"/>
                    <a:pt x="320" y="99"/>
                  </a:cubicBezTo>
                  <a:cubicBezTo>
                    <a:pt x="324" y="99"/>
                    <a:pt x="324" y="99"/>
                    <a:pt x="324" y="99"/>
                  </a:cubicBezTo>
                  <a:cubicBezTo>
                    <a:pt x="325" y="99"/>
                    <a:pt x="328" y="101"/>
                    <a:pt x="329" y="99"/>
                  </a:cubicBezTo>
                  <a:cubicBezTo>
                    <a:pt x="329" y="97"/>
                    <a:pt x="331" y="89"/>
                    <a:pt x="332" y="88"/>
                  </a:cubicBezTo>
                  <a:cubicBezTo>
                    <a:pt x="333" y="87"/>
                    <a:pt x="336" y="86"/>
                    <a:pt x="336" y="84"/>
                  </a:cubicBezTo>
                  <a:cubicBezTo>
                    <a:pt x="336" y="83"/>
                    <a:pt x="333" y="86"/>
                    <a:pt x="333" y="86"/>
                  </a:cubicBezTo>
                  <a:cubicBezTo>
                    <a:pt x="332" y="86"/>
                    <a:pt x="332" y="88"/>
                    <a:pt x="332" y="87"/>
                  </a:cubicBezTo>
                  <a:cubicBezTo>
                    <a:pt x="331" y="87"/>
                    <a:pt x="332" y="86"/>
                    <a:pt x="332" y="85"/>
                  </a:cubicBezTo>
                  <a:cubicBezTo>
                    <a:pt x="333" y="83"/>
                    <a:pt x="338" y="83"/>
                    <a:pt x="339" y="81"/>
                  </a:cubicBezTo>
                  <a:cubicBezTo>
                    <a:pt x="340" y="81"/>
                    <a:pt x="339" y="80"/>
                    <a:pt x="339" y="80"/>
                  </a:cubicBezTo>
                  <a:cubicBezTo>
                    <a:pt x="340" y="79"/>
                    <a:pt x="340" y="80"/>
                    <a:pt x="340" y="80"/>
                  </a:cubicBezTo>
                  <a:cubicBezTo>
                    <a:pt x="341" y="78"/>
                    <a:pt x="338" y="76"/>
                    <a:pt x="337" y="75"/>
                  </a:cubicBezTo>
                  <a:cubicBezTo>
                    <a:pt x="337" y="75"/>
                    <a:pt x="336" y="75"/>
                    <a:pt x="335" y="75"/>
                  </a:cubicBezTo>
                  <a:cubicBezTo>
                    <a:pt x="335" y="75"/>
                    <a:pt x="336" y="73"/>
                    <a:pt x="333" y="72"/>
                  </a:cubicBezTo>
                  <a:cubicBezTo>
                    <a:pt x="330" y="72"/>
                    <a:pt x="328" y="73"/>
                    <a:pt x="325" y="71"/>
                  </a:cubicBezTo>
                  <a:cubicBezTo>
                    <a:pt x="323" y="69"/>
                    <a:pt x="322" y="65"/>
                    <a:pt x="318" y="64"/>
                  </a:cubicBezTo>
                  <a:cubicBezTo>
                    <a:pt x="317" y="64"/>
                    <a:pt x="317" y="64"/>
                    <a:pt x="317" y="64"/>
                  </a:cubicBezTo>
                  <a:cubicBezTo>
                    <a:pt x="317" y="65"/>
                    <a:pt x="319" y="65"/>
                    <a:pt x="319" y="66"/>
                  </a:cubicBezTo>
                  <a:cubicBezTo>
                    <a:pt x="319" y="68"/>
                    <a:pt x="313" y="65"/>
                    <a:pt x="312" y="66"/>
                  </a:cubicBezTo>
                  <a:cubicBezTo>
                    <a:pt x="312" y="67"/>
                    <a:pt x="314" y="68"/>
                    <a:pt x="315" y="69"/>
                  </a:cubicBezTo>
                  <a:cubicBezTo>
                    <a:pt x="315" y="70"/>
                    <a:pt x="315" y="70"/>
                    <a:pt x="315" y="70"/>
                  </a:cubicBezTo>
                  <a:cubicBezTo>
                    <a:pt x="315" y="71"/>
                    <a:pt x="315" y="71"/>
                    <a:pt x="315" y="71"/>
                  </a:cubicBezTo>
                  <a:cubicBezTo>
                    <a:pt x="314" y="68"/>
                    <a:pt x="304" y="58"/>
                    <a:pt x="301" y="61"/>
                  </a:cubicBezTo>
                  <a:cubicBezTo>
                    <a:pt x="301" y="62"/>
                    <a:pt x="301" y="62"/>
                    <a:pt x="302" y="63"/>
                  </a:cubicBezTo>
                  <a:cubicBezTo>
                    <a:pt x="302" y="63"/>
                    <a:pt x="302" y="63"/>
                    <a:pt x="302" y="63"/>
                  </a:cubicBezTo>
                  <a:cubicBezTo>
                    <a:pt x="302" y="63"/>
                    <a:pt x="304" y="63"/>
                    <a:pt x="305" y="64"/>
                  </a:cubicBezTo>
                  <a:cubicBezTo>
                    <a:pt x="305" y="64"/>
                    <a:pt x="306" y="64"/>
                    <a:pt x="306" y="64"/>
                  </a:cubicBezTo>
                  <a:cubicBezTo>
                    <a:pt x="306" y="64"/>
                    <a:pt x="307" y="65"/>
                    <a:pt x="307" y="65"/>
                  </a:cubicBezTo>
                  <a:cubicBezTo>
                    <a:pt x="307" y="65"/>
                    <a:pt x="306" y="64"/>
                    <a:pt x="305" y="64"/>
                  </a:cubicBezTo>
                  <a:cubicBezTo>
                    <a:pt x="304" y="63"/>
                    <a:pt x="303" y="63"/>
                    <a:pt x="302" y="63"/>
                  </a:cubicBezTo>
                  <a:cubicBezTo>
                    <a:pt x="302" y="64"/>
                    <a:pt x="305" y="69"/>
                    <a:pt x="301" y="71"/>
                  </a:cubicBezTo>
                  <a:cubicBezTo>
                    <a:pt x="301" y="71"/>
                    <a:pt x="303" y="70"/>
                    <a:pt x="303" y="69"/>
                  </a:cubicBezTo>
                  <a:cubicBezTo>
                    <a:pt x="303" y="68"/>
                    <a:pt x="302" y="62"/>
                    <a:pt x="301" y="62"/>
                  </a:cubicBezTo>
                  <a:cubicBezTo>
                    <a:pt x="300" y="62"/>
                    <a:pt x="301" y="63"/>
                    <a:pt x="301" y="63"/>
                  </a:cubicBezTo>
                  <a:cubicBezTo>
                    <a:pt x="301" y="65"/>
                    <a:pt x="301" y="66"/>
                    <a:pt x="300" y="68"/>
                  </a:cubicBezTo>
                  <a:cubicBezTo>
                    <a:pt x="299" y="68"/>
                    <a:pt x="299" y="69"/>
                    <a:pt x="299" y="69"/>
                  </a:cubicBezTo>
                  <a:cubicBezTo>
                    <a:pt x="298" y="69"/>
                    <a:pt x="299" y="67"/>
                    <a:pt x="298" y="66"/>
                  </a:cubicBezTo>
                  <a:cubicBezTo>
                    <a:pt x="298" y="65"/>
                    <a:pt x="297" y="64"/>
                    <a:pt x="296" y="63"/>
                  </a:cubicBezTo>
                  <a:cubicBezTo>
                    <a:pt x="296" y="63"/>
                    <a:pt x="295" y="63"/>
                    <a:pt x="295" y="63"/>
                  </a:cubicBezTo>
                  <a:cubicBezTo>
                    <a:pt x="295" y="62"/>
                    <a:pt x="296" y="62"/>
                    <a:pt x="296" y="62"/>
                  </a:cubicBezTo>
                  <a:cubicBezTo>
                    <a:pt x="296" y="61"/>
                    <a:pt x="293" y="55"/>
                    <a:pt x="292" y="55"/>
                  </a:cubicBezTo>
                  <a:cubicBezTo>
                    <a:pt x="290" y="55"/>
                    <a:pt x="292" y="58"/>
                    <a:pt x="291" y="59"/>
                  </a:cubicBezTo>
                  <a:cubicBezTo>
                    <a:pt x="288" y="61"/>
                    <a:pt x="289" y="59"/>
                    <a:pt x="287" y="59"/>
                  </a:cubicBezTo>
                  <a:cubicBezTo>
                    <a:pt x="286" y="59"/>
                    <a:pt x="286" y="61"/>
                    <a:pt x="286" y="61"/>
                  </a:cubicBezTo>
                  <a:cubicBezTo>
                    <a:pt x="285" y="62"/>
                    <a:pt x="285" y="60"/>
                    <a:pt x="284" y="60"/>
                  </a:cubicBezTo>
                  <a:cubicBezTo>
                    <a:pt x="284" y="59"/>
                    <a:pt x="283" y="60"/>
                    <a:pt x="283" y="60"/>
                  </a:cubicBezTo>
                  <a:cubicBezTo>
                    <a:pt x="283" y="60"/>
                    <a:pt x="283" y="59"/>
                    <a:pt x="283" y="59"/>
                  </a:cubicBezTo>
                  <a:cubicBezTo>
                    <a:pt x="283" y="60"/>
                    <a:pt x="283" y="61"/>
                    <a:pt x="282" y="61"/>
                  </a:cubicBezTo>
                  <a:cubicBezTo>
                    <a:pt x="281" y="61"/>
                    <a:pt x="280" y="57"/>
                    <a:pt x="283" y="58"/>
                  </a:cubicBezTo>
                  <a:cubicBezTo>
                    <a:pt x="283" y="58"/>
                    <a:pt x="285" y="60"/>
                    <a:pt x="285" y="60"/>
                  </a:cubicBezTo>
                  <a:cubicBezTo>
                    <a:pt x="286" y="60"/>
                    <a:pt x="286" y="59"/>
                    <a:pt x="287" y="59"/>
                  </a:cubicBezTo>
                  <a:cubicBezTo>
                    <a:pt x="287" y="58"/>
                    <a:pt x="290" y="60"/>
                    <a:pt x="291" y="58"/>
                  </a:cubicBezTo>
                  <a:cubicBezTo>
                    <a:pt x="291" y="57"/>
                    <a:pt x="290" y="56"/>
                    <a:pt x="289" y="56"/>
                  </a:cubicBezTo>
                  <a:cubicBezTo>
                    <a:pt x="289" y="54"/>
                    <a:pt x="289" y="50"/>
                    <a:pt x="286" y="50"/>
                  </a:cubicBezTo>
                  <a:cubicBezTo>
                    <a:pt x="285" y="50"/>
                    <a:pt x="284" y="51"/>
                    <a:pt x="284" y="51"/>
                  </a:cubicBezTo>
                  <a:cubicBezTo>
                    <a:pt x="283" y="51"/>
                    <a:pt x="282" y="50"/>
                    <a:pt x="282" y="50"/>
                  </a:cubicBezTo>
                  <a:cubicBezTo>
                    <a:pt x="281" y="50"/>
                    <a:pt x="281" y="51"/>
                    <a:pt x="282" y="51"/>
                  </a:cubicBezTo>
                  <a:cubicBezTo>
                    <a:pt x="282" y="51"/>
                    <a:pt x="282" y="51"/>
                    <a:pt x="282" y="51"/>
                  </a:cubicBezTo>
                  <a:cubicBezTo>
                    <a:pt x="282" y="51"/>
                    <a:pt x="282" y="52"/>
                    <a:pt x="282" y="52"/>
                  </a:cubicBezTo>
                  <a:cubicBezTo>
                    <a:pt x="282" y="52"/>
                    <a:pt x="282" y="52"/>
                    <a:pt x="282" y="52"/>
                  </a:cubicBezTo>
                  <a:cubicBezTo>
                    <a:pt x="282" y="52"/>
                    <a:pt x="282" y="53"/>
                    <a:pt x="282" y="53"/>
                  </a:cubicBezTo>
                  <a:cubicBezTo>
                    <a:pt x="282" y="53"/>
                    <a:pt x="281" y="54"/>
                    <a:pt x="280" y="54"/>
                  </a:cubicBezTo>
                  <a:cubicBezTo>
                    <a:pt x="280" y="54"/>
                    <a:pt x="281" y="52"/>
                    <a:pt x="282" y="52"/>
                  </a:cubicBezTo>
                  <a:cubicBezTo>
                    <a:pt x="282" y="51"/>
                    <a:pt x="282" y="51"/>
                    <a:pt x="282" y="51"/>
                  </a:cubicBezTo>
                  <a:cubicBezTo>
                    <a:pt x="281" y="51"/>
                    <a:pt x="280" y="51"/>
                    <a:pt x="280" y="50"/>
                  </a:cubicBezTo>
                  <a:cubicBezTo>
                    <a:pt x="281" y="48"/>
                    <a:pt x="284" y="51"/>
                    <a:pt x="284" y="51"/>
                  </a:cubicBezTo>
                  <a:cubicBezTo>
                    <a:pt x="285" y="51"/>
                    <a:pt x="285" y="47"/>
                    <a:pt x="284" y="47"/>
                  </a:cubicBezTo>
                  <a:cubicBezTo>
                    <a:pt x="282" y="46"/>
                    <a:pt x="282" y="49"/>
                    <a:pt x="280" y="49"/>
                  </a:cubicBezTo>
                  <a:cubicBezTo>
                    <a:pt x="280" y="49"/>
                    <a:pt x="281" y="48"/>
                    <a:pt x="282" y="48"/>
                  </a:cubicBezTo>
                  <a:cubicBezTo>
                    <a:pt x="283" y="46"/>
                    <a:pt x="285" y="46"/>
                    <a:pt x="287" y="46"/>
                  </a:cubicBezTo>
                  <a:cubicBezTo>
                    <a:pt x="290" y="45"/>
                    <a:pt x="295" y="48"/>
                    <a:pt x="298" y="46"/>
                  </a:cubicBezTo>
                  <a:cubicBezTo>
                    <a:pt x="299" y="46"/>
                    <a:pt x="300" y="44"/>
                    <a:pt x="301" y="44"/>
                  </a:cubicBezTo>
                  <a:cubicBezTo>
                    <a:pt x="302" y="43"/>
                    <a:pt x="305" y="44"/>
                    <a:pt x="307" y="44"/>
                  </a:cubicBezTo>
                  <a:cubicBezTo>
                    <a:pt x="307" y="44"/>
                    <a:pt x="313" y="42"/>
                    <a:pt x="312" y="41"/>
                  </a:cubicBezTo>
                  <a:cubicBezTo>
                    <a:pt x="311" y="41"/>
                    <a:pt x="304" y="42"/>
                    <a:pt x="303" y="42"/>
                  </a:cubicBezTo>
                  <a:cubicBezTo>
                    <a:pt x="299" y="43"/>
                    <a:pt x="292" y="39"/>
                    <a:pt x="289" y="40"/>
                  </a:cubicBezTo>
                  <a:cubicBezTo>
                    <a:pt x="287" y="41"/>
                    <a:pt x="285" y="42"/>
                    <a:pt x="283" y="42"/>
                  </a:cubicBezTo>
                  <a:cubicBezTo>
                    <a:pt x="281" y="42"/>
                    <a:pt x="278" y="42"/>
                    <a:pt x="276" y="41"/>
                  </a:cubicBezTo>
                  <a:cubicBezTo>
                    <a:pt x="275" y="41"/>
                    <a:pt x="275" y="42"/>
                    <a:pt x="274" y="42"/>
                  </a:cubicBezTo>
                  <a:cubicBezTo>
                    <a:pt x="272" y="43"/>
                    <a:pt x="271" y="42"/>
                    <a:pt x="270" y="42"/>
                  </a:cubicBezTo>
                  <a:cubicBezTo>
                    <a:pt x="269" y="42"/>
                    <a:pt x="268" y="43"/>
                    <a:pt x="267" y="44"/>
                  </a:cubicBezTo>
                  <a:cubicBezTo>
                    <a:pt x="265" y="45"/>
                    <a:pt x="259" y="41"/>
                    <a:pt x="258" y="41"/>
                  </a:cubicBezTo>
                  <a:cubicBezTo>
                    <a:pt x="258" y="42"/>
                    <a:pt x="258" y="43"/>
                    <a:pt x="258" y="43"/>
                  </a:cubicBezTo>
                  <a:cubicBezTo>
                    <a:pt x="257" y="43"/>
                    <a:pt x="251" y="44"/>
                    <a:pt x="250" y="44"/>
                  </a:cubicBezTo>
                  <a:cubicBezTo>
                    <a:pt x="249" y="44"/>
                    <a:pt x="245" y="41"/>
                    <a:pt x="245" y="44"/>
                  </a:cubicBezTo>
                  <a:cubicBezTo>
                    <a:pt x="247" y="47"/>
                    <a:pt x="247" y="47"/>
                    <a:pt x="247" y="47"/>
                  </a:cubicBezTo>
                  <a:cubicBezTo>
                    <a:pt x="248" y="47"/>
                    <a:pt x="251" y="45"/>
                    <a:pt x="253" y="45"/>
                  </a:cubicBezTo>
                  <a:cubicBezTo>
                    <a:pt x="255" y="45"/>
                    <a:pt x="260" y="47"/>
                    <a:pt x="263" y="47"/>
                  </a:cubicBezTo>
                  <a:cubicBezTo>
                    <a:pt x="263" y="47"/>
                    <a:pt x="262" y="48"/>
                    <a:pt x="261" y="48"/>
                  </a:cubicBezTo>
                  <a:cubicBezTo>
                    <a:pt x="260" y="49"/>
                    <a:pt x="258" y="49"/>
                    <a:pt x="257" y="49"/>
                  </a:cubicBezTo>
                  <a:cubicBezTo>
                    <a:pt x="252" y="48"/>
                    <a:pt x="248" y="47"/>
                    <a:pt x="244" y="50"/>
                  </a:cubicBezTo>
                  <a:cubicBezTo>
                    <a:pt x="244" y="51"/>
                    <a:pt x="244" y="51"/>
                    <a:pt x="244" y="52"/>
                  </a:cubicBezTo>
                  <a:cubicBezTo>
                    <a:pt x="244" y="52"/>
                    <a:pt x="244" y="52"/>
                    <a:pt x="244" y="52"/>
                  </a:cubicBezTo>
                  <a:cubicBezTo>
                    <a:pt x="244" y="52"/>
                    <a:pt x="243" y="52"/>
                    <a:pt x="243" y="51"/>
                  </a:cubicBezTo>
                  <a:cubicBezTo>
                    <a:pt x="242" y="51"/>
                    <a:pt x="242" y="52"/>
                    <a:pt x="241" y="52"/>
                  </a:cubicBezTo>
                  <a:cubicBezTo>
                    <a:pt x="240" y="52"/>
                    <a:pt x="243" y="52"/>
                    <a:pt x="243" y="53"/>
                  </a:cubicBezTo>
                  <a:cubicBezTo>
                    <a:pt x="244" y="53"/>
                    <a:pt x="243" y="53"/>
                    <a:pt x="243" y="53"/>
                  </a:cubicBezTo>
                  <a:cubicBezTo>
                    <a:pt x="241" y="54"/>
                    <a:pt x="241" y="54"/>
                    <a:pt x="239" y="54"/>
                  </a:cubicBezTo>
                  <a:cubicBezTo>
                    <a:pt x="237" y="54"/>
                    <a:pt x="238" y="54"/>
                    <a:pt x="235" y="56"/>
                  </a:cubicBezTo>
                  <a:cubicBezTo>
                    <a:pt x="234" y="57"/>
                    <a:pt x="235" y="55"/>
                    <a:pt x="234" y="55"/>
                  </a:cubicBezTo>
                  <a:cubicBezTo>
                    <a:pt x="233" y="55"/>
                    <a:pt x="234" y="57"/>
                    <a:pt x="234" y="58"/>
                  </a:cubicBezTo>
                  <a:cubicBezTo>
                    <a:pt x="232" y="59"/>
                    <a:pt x="229" y="58"/>
                    <a:pt x="228" y="58"/>
                  </a:cubicBezTo>
                  <a:cubicBezTo>
                    <a:pt x="224" y="60"/>
                    <a:pt x="224" y="60"/>
                    <a:pt x="224" y="60"/>
                  </a:cubicBezTo>
                  <a:cubicBezTo>
                    <a:pt x="223" y="60"/>
                    <a:pt x="221" y="58"/>
                    <a:pt x="222" y="58"/>
                  </a:cubicBezTo>
                  <a:cubicBezTo>
                    <a:pt x="222" y="59"/>
                    <a:pt x="223" y="59"/>
                    <a:pt x="223" y="59"/>
                  </a:cubicBezTo>
                  <a:cubicBezTo>
                    <a:pt x="223" y="59"/>
                    <a:pt x="223" y="59"/>
                    <a:pt x="223" y="59"/>
                  </a:cubicBezTo>
                  <a:cubicBezTo>
                    <a:pt x="221" y="58"/>
                    <a:pt x="219" y="58"/>
                    <a:pt x="217" y="57"/>
                  </a:cubicBezTo>
                  <a:cubicBezTo>
                    <a:pt x="214" y="57"/>
                    <a:pt x="203" y="54"/>
                    <a:pt x="201" y="53"/>
                  </a:cubicBezTo>
                  <a:cubicBezTo>
                    <a:pt x="201" y="53"/>
                    <a:pt x="203" y="53"/>
                    <a:pt x="203" y="52"/>
                  </a:cubicBezTo>
                  <a:cubicBezTo>
                    <a:pt x="202" y="50"/>
                    <a:pt x="197" y="49"/>
                    <a:pt x="196" y="47"/>
                  </a:cubicBezTo>
                  <a:cubicBezTo>
                    <a:pt x="196" y="46"/>
                    <a:pt x="198" y="46"/>
                    <a:pt x="198" y="45"/>
                  </a:cubicBezTo>
                  <a:cubicBezTo>
                    <a:pt x="198" y="44"/>
                    <a:pt x="197" y="45"/>
                    <a:pt x="197" y="45"/>
                  </a:cubicBezTo>
                  <a:cubicBezTo>
                    <a:pt x="196" y="44"/>
                    <a:pt x="195" y="43"/>
                    <a:pt x="193" y="43"/>
                  </a:cubicBezTo>
                  <a:cubicBezTo>
                    <a:pt x="190" y="42"/>
                    <a:pt x="193" y="43"/>
                    <a:pt x="190" y="44"/>
                  </a:cubicBezTo>
                  <a:cubicBezTo>
                    <a:pt x="187" y="43"/>
                    <a:pt x="187" y="43"/>
                    <a:pt x="187" y="43"/>
                  </a:cubicBezTo>
                  <a:cubicBezTo>
                    <a:pt x="182" y="43"/>
                    <a:pt x="176" y="43"/>
                    <a:pt x="172" y="44"/>
                  </a:cubicBezTo>
                  <a:cubicBezTo>
                    <a:pt x="171" y="44"/>
                    <a:pt x="169" y="45"/>
                    <a:pt x="168" y="46"/>
                  </a:cubicBezTo>
                  <a:cubicBezTo>
                    <a:pt x="164" y="46"/>
                    <a:pt x="161" y="45"/>
                    <a:pt x="158" y="46"/>
                  </a:cubicBezTo>
                  <a:cubicBezTo>
                    <a:pt x="151" y="47"/>
                    <a:pt x="149" y="48"/>
                    <a:pt x="142" y="47"/>
                  </a:cubicBezTo>
                  <a:cubicBezTo>
                    <a:pt x="140" y="47"/>
                    <a:pt x="136" y="40"/>
                    <a:pt x="137" y="38"/>
                  </a:cubicBezTo>
                  <a:cubicBezTo>
                    <a:pt x="137" y="37"/>
                    <a:pt x="140" y="36"/>
                    <a:pt x="140" y="36"/>
                  </a:cubicBezTo>
                  <a:cubicBezTo>
                    <a:pt x="139" y="36"/>
                    <a:pt x="136" y="35"/>
                    <a:pt x="137" y="35"/>
                  </a:cubicBezTo>
                  <a:cubicBezTo>
                    <a:pt x="137" y="35"/>
                    <a:pt x="138" y="36"/>
                    <a:pt x="139" y="35"/>
                  </a:cubicBezTo>
                  <a:cubicBezTo>
                    <a:pt x="139" y="35"/>
                    <a:pt x="136" y="30"/>
                    <a:pt x="136" y="30"/>
                  </a:cubicBezTo>
                  <a:cubicBezTo>
                    <a:pt x="135" y="29"/>
                    <a:pt x="136" y="28"/>
                    <a:pt x="135" y="28"/>
                  </a:cubicBezTo>
                  <a:cubicBezTo>
                    <a:pt x="131" y="27"/>
                    <a:pt x="128" y="22"/>
                    <a:pt x="123" y="21"/>
                  </a:cubicBezTo>
                  <a:cubicBezTo>
                    <a:pt x="123" y="21"/>
                    <a:pt x="122" y="21"/>
                    <a:pt x="121" y="21"/>
                  </a:cubicBezTo>
                  <a:cubicBezTo>
                    <a:pt x="118" y="21"/>
                    <a:pt x="118" y="21"/>
                    <a:pt x="118" y="21"/>
                  </a:cubicBezTo>
                  <a:cubicBezTo>
                    <a:pt x="116" y="20"/>
                    <a:pt x="114" y="18"/>
                    <a:pt x="112" y="18"/>
                  </a:cubicBezTo>
                  <a:cubicBezTo>
                    <a:pt x="111" y="18"/>
                    <a:pt x="110" y="20"/>
                    <a:pt x="109" y="20"/>
                  </a:cubicBezTo>
                  <a:cubicBezTo>
                    <a:pt x="109" y="20"/>
                    <a:pt x="105" y="19"/>
                    <a:pt x="105" y="19"/>
                  </a:cubicBezTo>
                  <a:cubicBezTo>
                    <a:pt x="104" y="19"/>
                    <a:pt x="104" y="22"/>
                    <a:pt x="102" y="20"/>
                  </a:cubicBezTo>
                  <a:cubicBezTo>
                    <a:pt x="97" y="17"/>
                    <a:pt x="99" y="0"/>
                    <a:pt x="93" y="0"/>
                  </a:cubicBezTo>
                  <a:cubicBezTo>
                    <a:pt x="89" y="0"/>
                    <a:pt x="85" y="6"/>
                    <a:pt x="85" y="10"/>
                  </a:cubicBezTo>
                  <a:cubicBezTo>
                    <a:pt x="85" y="10"/>
                    <a:pt x="88" y="12"/>
                    <a:pt x="87" y="13"/>
                  </a:cubicBezTo>
                  <a:cubicBezTo>
                    <a:pt x="87" y="13"/>
                    <a:pt x="86" y="12"/>
                    <a:pt x="86" y="12"/>
                  </a:cubicBezTo>
                  <a:cubicBezTo>
                    <a:pt x="86" y="12"/>
                    <a:pt x="86" y="16"/>
                    <a:pt x="87" y="16"/>
                  </a:cubicBezTo>
                  <a:cubicBezTo>
                    <a:pt x="89" y="18"/>
                    <a:pt x="100" y="10"/>
                    <a:pt x="100" y="19"/>
                  </a:cubicBezTo>
                  <a:cubicBezTo>
                    <a:pt x="99" y="25"/>
                    <a:pt x="90" y="17"/>
                    <a:pt x="89" y="17"/>
                  </a:cubicBezTo>
                  <a:cubicBezTo>
                    <a:pt x="88" y="18"/>
                    <a:pt x="92" y="20"/>
                    <a:pt x="92" y="21"/>
                  </a:cubicBezTo>
                  <a:cubicBezTo>
                    <a:pt x="91" y="22"/>
                    <a:pt x="90" y="20"/>
                    <a:pt x="88" y="20"/>
                  </a:cubicBezTo>
                  <a:cubicBezTo>
                    <a:pt x="88" y="20"/>
                    <a:pt x="89" y="20"/>
                    <a:pt x="89" y="21"/>
                  </a:cubicBezTo>
                  <a:cubicBezTo>
                    <a:pt x="89" y="22"/>
                    <a:pt x="88" y="22"/>
                    <a:pt x="87" y="23"/>
                  </a:cubicBezTo>
                  <a:cubicBezTo>
                    <a:pt x="87" y="23"/>
                    <a:pt x="80" y="24"/>
                    <a:pt x="79" y="24"/>
                  </a:cubicBezTo>
                  <a:cubicBezTo>
                    <a:pt x="79" y="25"/>
                    <a:pt x="79" y="25"/>
                    <a:pt x="78" y="25"/>
                  </a:cubicBezTo>
                  <a:cubicBezTo>
                    <a:pt x="78" y="26"/>
                    <a:pt x="79" y="26"/>
                    <a:pt x="78" y="26"/>
                  </a:cubicBezTo>
                  <a:cubicBezTo>
                    <a:pt x="76" y="27"/>
                    <a:pt x="72" y="26"/>
                    <a:pt x="69" y="27"/>
                  </a:cubicBezTo>
                  <a:cubicBezTo>
                    <a:pt x="66" y="28"/>
                    <a:pt x="62" y="31"/>
                    <a:pt x="59" y="32"/>
                  </a:cubicBezTo>
                  <a:cubicBezTo>
                    <a:pt x="58" y="33"/>
                    <a:pt x="52" y="33"/>
                    <a:pt x="52" y="33"/>
                  </a:cubicBezTo>
                  <a:cubicBezTo>
                    <a:pt x="51" y="35"/>
                    <a:pt x="56" y="34"/>
                    <a:pt x="53" y="38"/>
                  </a:cubicBezTo>
                  <a:cubicBezTo>
                    <a:pt x="53" y="38"/>
                    <a:pt x="52" y="38"/>
                    <a:pt x="51" y="38"/>
                  </a:cubicBezTo>
                  <a:cubicBezTo>
                    <a:pt x="51" y="38"/>
                    <a:pt x="50" y="37"/>
                    <a:pt x="49" y="38"/>
                  </a:cubicBezTo>
                  <a:cubicBezTo>
                    <a:pt x="49" y="39"/>
                    <a:pt x="51" y="39"/>
                    <a:pt x="51" y="40"/>
                  </a:cubicBezTo>
                  <a:cubicBezTo>
                    <a:pt x="52" y="43"/>
                    <a:pt x="51" y="41"/>
                    <a:pt x="50" y="44"/>
                  </a:cubicBezTo>
                  <a:cubicBezTo>
                    <a:pt x="50" y="45"/>
                    <a:pt x="52" y="45"/>
                    <a:pt x="52" y="46"/>
                  </a:cubicBezTo>
                  <a:cubicBezTo>
                    <a:pt x="53" y="47"/>
                    <a:pt x="52" y="48"/>
                    <a:pt x="52" y="48"/>
                  </a:cubicBezTo>
                  <a:cubicBezTo>
                    <a:pt x="52" y="51"/>
                    <a:pt x="56" y="53"/>
                    <a:pt x="57" y="56"/>
                  </a:cubicBezTo>
                  <a:cubicBezTo>
                    <a:pt x="59" y="58"/>
                    <a:pt x="58" y="58"/>
                    <a:pt x="59" y="60"/>
                  </a:cubicBezTo>
                  <a:cubicBezTo>
                    <a:pt x="60" y="61"/>
                    <a:pt x="62" y="62"/>
                    <a:pt x="63" y="64"/>
                  </a:cubicBezTo>
                  <a:cubicBezTo>
                    <a:pt x="63" y="67"/>
                    <a:pt x="62" y="69"/>
                    <a:pt x="62" y="72"/>
                  </a:cubicBezTo>
                  <a:cubicBezTo>
                    <a:pt x="62" y="74"/>
                    <a:pt x="63" y="76"/>
                    <a:pt x="63" y="77"/>
                  </a:cubicBezTo>
                  <a:cubicBezTo>
                    <a:pt x="63" y="79"/>
                    <a:pt x="61" y="79"/>
                    <a:pt x="60" y="79"/>
                  </a:cubicBezTo>
                  <a:cubicBezTo>
                    <a:pt x="59" y="80"/>
                    <a:pt x="59" y="81"/>
                    <a:pt x="58" y="82"/>
                  </a:cubicBezTo>
                  <a:cubicBezTo>
                    <a:pt x="55" y="85"/>
                    <a:pt x="48" y="86"/>
                    <a:pt x="45" y="85"/>
                  </a:cubicBezTo>
                  <a:cubicBezTo>
                    <a:pt x="43" y="84"/>
                    <a:pt x="44" y="82"/>
                    <a:pt x="44" y="81"/>
                  </a:cubicBezTo>
                  <a:cubicBezTo>
                    <a:pt x="44" y="78"/>
                    <a:pt x="43" y="83"/>
                    <a:pt x="42" y="81"/>
                  </a:cubicBezTo>
                  <a:cubicBezTo>
                    <a:pt x="42" y="80"/>
                    <a:pt x="47" y="78"/>
                    <a:pt x="44" y="76"/>
                  </a:cubicBezTo>
                  <a:cubicBezTo>
                    <a:pt x="43" y="76"/>
                    <a:pt x="40" y="77"/>
                    <a:pt x="40" y="76"/>
                  </a:cubicBezTo>
                  <a:cubicBezTo>
                    <a:pt x="38" y="74"/>
                    <a:pt x="41" y="75"/>
                    <a:pt x="41" y="75"/>
                  </a:cubicBezTo>
                  <a:cubicBezTo>
                    <a:pt x="40" y="71"/>
                    <a:pt x="38" y="76"/>
                    <a:pt x="37" y="74"/>
                  </a:cubicBezTo>
                  <a:cubicBezTo>
                    <a:pt x="37" y="73"/>
                    <a:pt x="38" y="74"/>
                    <a:pt x="38" y="73"/>
                  </a:cubicBezTo>
                  <a:cubicBezTo>
                    <a:pt x="38" y="72"/>
                    <a:pt x="37" y="72"/>
                    <a:pt x="37" y="71"/>
                  </a:cubicBezTo>
                  <a:cubicBezTo>
                    <a:pt x="37" y="71"/>
                    <a:pt x="37" y="70"/>
                    <a:pt x="38" y="70"/>
                  </a:cubicBezTo>
                  <a:cubicBezTo>
                    <a:pt x="38" y="70"/>
                    <a:pt x="38" y="70"/>
                    <a:pt x="38" y="70"/>
                  </a:cubicBezTo>
                  <a:cubicBezTo>
                    <a:pt x="37" y="69"/>
                    <a:pt x="39" y="71"/>
                    <a:pt x="37" y="68"/>
                  </a:cubicBezTo>
                  <a:cubicBezTo>
                    <a:pt x="34" y="65"/>
                    <a:pt x="35" y="64"/>
                    <a:pt x="36" y="61"/>
                  </a:cubicBezTo>
                  <a:cubicBezTo>
                    <a:pt x="38" y="57"/>
                    <a:pt x="41" y="57"/>
                    <a:pt x="42" y="54"/>
                  </a:cubicBezTo>
                  <a:cubicBezTo>
                    <a:pt x="44" y="50"/>
                    <a:pt x="44" y="50"/>
                    <a:pt x="44" y="50"/>
                  </a:cubicBezTo>
                  <a:cubicBezTo>
                    <a:pt x="44" y="49"/>
                    <a:pt x="48" y="48"/>
                    <a:pt x="48" y="47"/>
                  </a:cubicBezTo>
                  <a:cubicBezTo>
                    <a:pt x="49" y="45"/>
                    <a:pt x="49" y="42"/>
                    <a:pt x="49" y="40"/>
                  </a:cubicBezTo>
                  <a:cubicBezTo>
                    <a:pt x="49" y="39"/>
                    <a:pt x="48" y="39"/>
                    <a:pt x="47" y="38"/>
                  </a:cubicBezTo>
                  <a:cubicBezTo>
                    <a:pt x="47" y="38"/>
                    <a:pt x="45" y="32"/>
                    <a:pt x="45" y="32"/>
                  </a:cubicBezTo>
                  <a:cubicBezTo>
                    <a:pt x="44" y="30"/>
                    <a:pt x="49" y="34"/>
                    <a:pt x="49" y="32"/>
                  </a:cubicBezTo>
                  <a:cubicBezTo>
                    <a:pt x="49" y="32"/>
                    <a:pt x="44" y="29"/>
                    <a:pt x="44" y="28"/>
                  </a:cubicBezTo>
                  <a:cubicBezTo>
                    <a:pt x="42" y="25"/>
                    <a:pt x="39" y="21"/>
                    <a:pt x="40" y="17"/>
                  </a:cubicBezTo>
                  <a:cubicBezTo>
                    <a:pt x="40" y="15"/>
                    <a:pt x="45" y="15"/>
                    <a:pt x="47" y="14"/>
                  </a:cubicBezTo>
                  <a:cubicBezTo>
                    <a:pt x="50" y="13"/>
                    <a:pt x="53" y="13"/>
                    <a:pt x="56" y="12"/>
                  </a:cubicBezTo>
                  <a:cubicBezTo>
                    <a:pt x="57" y="11"/>
                    <a:pt x="57" y="10"/>
                    <a:pt x="57" y="9"/>
                  </a:cubicBezTo>
                  <a:cubicBezTo>
                    <a:pt x="57" y="9"/>
                    <a:pt x="57" y="9"/>
                    <a:pt x="57" y="9"/>
                  </a:cubicBezTo>
                  <a:cubicBezTo>
                    <a:pt x="52" y="12"/>
                    <a:pt x="43" y="12"/>
                    <a:pt x="39" y="14"/>
                  </a:cubicBezTo>
                  <a:cubicBezTo>
                    <a:pt x="37" y="16"/>
                    <a:pt x="34" y="27"/>
                    <a:pt x="31" y="28"/>
                  </a:cubicBezTo>
                  <a:cubicBezTo>
                    <a:pt x="30" y="29"/>
                    <a:pt x="27" y="28"/>
                    <a:pt x="25" y="29"/>
                  </a:cubicBezTo>
                  <a:cubicBezTo>
                    <a:pt x="24" y="30"/>
                    <a:pt x="23" y="33"/>
                    <a:pt x="23" y="34"/>
                  </a:cubicBezTo>
                  <a:cubicBezTo>
                    <a:pt x="18" y="42"/>
                    <a:pt x="12" y="50"/>
                    <a:pt x="11" y="60"/>
                  </a:cubicBezTo>
                  <a:cubicBezTo>
                    <a:pt x="11" y="61"/>
                    <a:pt x="12" y="62"/>
                    <a:pt x="12" y="64"/>
                  </a:cubicBezTo>
                  <a:cubicBezTo>
                    <a:pt x="11" y="68"/>
                    <a:pt x="0" y="79"/>
                    <a:pt x="0" y="82"/>
                  </a:cubicBezTo>
                  <a:cubicBezTo>
                    <a:pt x="0" y="83"/>
                    <a:pt x="7" y="80"/>
                    <a:pt x="8" y="79"/>
                  </a:cubicBezTo>
                  <a:cubicBezTo>
                    <a:pt x="9" y="79"/>
                    <a:pt x="9" y="78"/>
                    <a:pt x="10" y="78"/>
                  </a:cubicBezTo>
                  <a:cubicBezTo>
                    <a:pt x="11" y="78"/>
                    <a:pt x="10" y="84"/>
                    <a:pt x="12" y="84"/>
                  </a:cubicBezTo>
                  <a:cubicBezTo>
                    <a:pt x="14" y="84"/>
                    <a:pt x="14" y="81"/>
                    <a:pt x="16" y="83"/>
                  </a:cubicBezTo>
                  <a:cubicBezTo>
                    <a:pt x="19" y="86"/>
                    <a:pt x="17" y="94"/>
                    <a:pt x="19" y="97"/>
                  </a:cubicBezTo>
                  <a:cubicBezTo>
                    <a:pt x="22" y="103"/>
                    <a:pt x="26" y="102"/>
                    <a:pt x="27" y="110"/>
                  </a:cubicBezTo>
                  <a:cubicBezTo>
                    <a:pt x="27" y="110"/>
                    <a:pt x="27" y="111"/>
                    <a:pt x="27" y="111"/>
                  </a:cubicBezTo>
                  <a:cubicBezTo>
                    <a:pt x="27" y="112"/>
                    <a:pt x="28" y="112"/>
                    <a:pt x="27" y="113"/>
                  </a:cubicBezTo>
                  <a:cubicBezTo>
                    <a:pt x="27" y="113"/>
                    <a:pt x="26" y="112"/>
                    <a:pt x="26" y="113"/>
                  </a:cubicBezTo>
                  <a:cubicBezTo>
                    <a:pt x="24" y="114"/>
                    <a:pt x="23" y="129"/>
                    <a:pt x="25" y="130"/>
                  </a:cubicBezTo>
                  <a:cubicBezTo>
                    <a:pt x="27" y="131"/>
                    <a:pt x="30" y="130"/>
                    <a:pt x="31" y="131"/>
                  </a:cubicBezTo>
                  <a:cubicBezTo>
                    <a:pt x="33" y="132"/>
                    <a:pt x="31" y="141"/>
                    <a:pt x="39" y="142"/>
                  </a:cubicBezTo>
                  <a:cubicBezTo>
                    <a:pt x="42" y="142"/>
                    <a:pt x="45" y="140"/>
                    <a:pt x="48" y="140"/>
                  </a:cubicBezTo>
                  <a:cubicBezTo>
                    <a:pt x="53" y="140"/>
                    <a:pt x="59" y="143"/>
                    <a:pt x="64" y="142"/>
                  </a:cubicBezTo>
                  <a:cubicBezTo>
                    <a:pt x="67" y="141"/>
                    <a:pt x="71" y="137"/>
                    <a:pt x="75" y="139"/>
                  </a:cubicBezTo>
                  <a:cubicBezTo>
                    <a:pt x="77" y="141"/>
                    <a:pt x="79" y="143"/>
                    <a:pt x="82" y="144"/>
                  </a:cubicBezTo>
                  <a:cubicBezTo>
                    <a:pt x="83" y="144"/>
                    <a:pt x="86" y="142"/>
                    <a:pt x="87" y="142"/>
                  </a:cubicBezTo>
                  <a:cubicBezTo>
                    <a:pt x="90" y="144"/>
                    <a:pt x="101" y="164"/>
                    <a:pt x="105" y="166"/>
                  </a:cubicBezTo>
                  <a:cubicBezTo>
                    <a:pt x="106" y="166"/>
                    <a:pt x="107" y="165"/>
                    <a:pt x="108" y="165"/>
                  </a:cubicBezTo>
                  <a:cubicBezTo>
                    <a:pt x="108" y="165"/>
                    <a:pt x="108" y="166"/>
                    <a:pt x="109" y="166"/>
                  </a:cubicBezTo>
                  <a:cubicBezTo>
                    <a:pt x="109" y="166"/>
                    <a:pt x="109" y="167"/>
                    <a:pt x="110" y="167"/>
                  </a:cubicBezTo>
                  <a:cubicBezTo>
                    <a:pt x="112" y="167"/>
                    <a:pt x="113" y="164"/>
                    <a:pt x="114" y="164"/>
                  </a:cubicBezTo>
                  <a:cubicBezTo>
                    <a:pt x="118" y="162"/>
                    <a:pt x="123" y="166"/>
                    <a:pt x="126" y="166"/>
                  </a:cubicBezTo>
                  <a:cubicBezTo>
                    <a:pt x="131" y="166"/>
                    <a:pt x="135" y="164"/>
                    <a:pt x="140" y="163"/>
                  </a:cubicBezTo>
                  <a:cubicBezTo>
                    <a:pt x="140" y="163"/>
                    <a:pt x="144" y="164"/>
                    <a:pt x="144" y="164"/>
                  </a:cubicBezTo>
                  <a:cubicBezTo>
                    <a:pt x="145" y="163"/>
                    <a:pt x="147" y="161"/>
                    <a:pt x="148" y="161"/>
                  </a:cubicBezTo>
                  <a:cubicBezTo>
                    <a:pt x="150" y="161"/>
                    <a:pt x="158" y="162"/>
                    <a:pt x="159" y="164"/>
                  </a:cubicBezTo>
                  <a:cubicBezTo>
                    <a:pt x="159" y="165"/>
                    <a:pt x="157" y="165"/>
                    <a:pt x="157" y="166"/>
                  </a:cubicBezTo>
                  <a:cubicBezTo>
                    <a:pt x="158" y="168"/>
                    <a:pt x="160" y="168"/>
                    <a:pt x="160" y="170"/>
                  </a:cubicBezTo>
                  <a:cubicBezTo>
                    <a:pt x="159" y="171"/>
                    <a:pt x="155" y="174"/>
                    <a:pt x="154" y="175"/>
                  </a:cubicBezTo>
                  <a:cubicBezTo>
                    <a:pt x="153" y="178"/>
                    <a:pt x="155" y="180"/>
                    <a:pt x="154" y="182"/>
                  </a:cubicBezTo>
                  <a:cubicBezTo>
                    <a:pt x="153" y="184"/>
                    <a:pt x="149" y="186"/>
                    <a:pt x="148" y="188"/>
                  </a:cubicBezTo>
                  <a:cubicBezTo>
                    <a:pt x="147" y="190"/>
                    <a:pt x="149" y="193"/>
                    <a:pt x="149" y="195"/>
                  </a:cubicBezTo>
                  <a:cubicBezTo>
                    <a:pt x="150" y="200"/>
                    <a:pt x="146" y="205"/>
                    <a:pt x="147" y="209"/>
                  </a:cubicBezTo>
                  <a:cubicBezTo>
                    <a:pt x="147" y="210"/>
                    <a:pt x="148" y="210"/>
                    <a:pt x="148" y="211"/>
                  </a:cubicBezTo>
                  <a:cubicBezTo>
                    <a:pt x="149" y="213"/>
                    <a:pt x="148" y="215"/>
                    <a:pt x="149" y="217"/>
                  </a:cubicBezTo>
                  <a:cubicBezTo>
                    <a:pt x="149" y="219"/>
                    <a:pt x="153" y="230"/>
                    <a:pt x="154" y="231"/>
                  </a:cubicBezTo>
                  <a:cubicBezTo>
                    <a:pt x="157" y="232"/>
                    <a:pt x="157" y="232"/>
                    <a:pt x="157" y="232"/>
                  </a:cubicBezTo>
                  <a:cubicBezTo>
                    <a:pt x="159" y="233"/>
                    <a:pt x="159" y="236"/>
                    <a:pt x="160" y="238"/>
                  </a:cubicBezTo>
                  <a:cubicBezTo>
                    <a:pt x="161" y="239"/>
                    <a:pt x="163" y="238"/>
                    <a:pt x="163" y="240"/>
                  </a:cubicBezTo>
                  <a:cubicBezTo>
                    <a:pt x="162" y="244"/>
                    <a:pt x="149" y="250"/>
                    <a:pt x="147" y="255"/>
                  </a:cubicBezTo>
                  <a:cubicBezTo>
                    <a:pt x="145" y="258"/>
                    <a:pt x="152" y="255"/>
                    <a:pt x="154" y="257"/>
                  </a:cubicBezTo>
                  <a:cubicBezTo>
                    <a:pt x="155" y="257"/>
                    <a:pt x="154" y="259"/>
                    <a:pt x="155" y="260"/>
                  </a:cubicBezTo>
                  <a:cubicBezTo>
                    <a:pt x="157" y="262"/>
                    <a:pt x="162" y="265"/>
                    <a:pt x="165" y="267"/>
                  </a:cubicBezTo>
                  <a:cubicBezTo>
                    <a:pt x="167" y="269"/>
                    <a:pt x="164" y="271"/>
                    <a:pt x="166" y="274"/>
                  </a:cubicBezTo>
                  <a:cubicBezTo>
                    <a:pt x="167" y="277"/>
                    <a:pt x="166" y="276"/>
                    <a:pt x="167" y="279"/>
                  </a:cubicBezTo>
                  <a:cubicBezTo>
                    <a:pt x="167" y="281"/>
                    <a:pt x="170" y="284"/>
                    <a:pt x="171" y="287"/>
                  </a:cubicBezTo>
                  <a:cubicBezTo>
                    <a:pt x="172" y="290"/>
                    <a:pt x="172" y="296"/>
                    <a:pt x="174" y="300"/>
                  </a:cubicBezTo>
                  <a:cubicBezTo>
                    <a:pt x="175" y="302"/>
                    <a:pt x="187" y="311"/>
                    <a:pt x="189" y="312"/>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108"/>
            <p:cNvSpPr>
              <a:spLocks/>
            </p:cNvSpPr>
            <p:nvPr/>
          </p:nvSpPr>
          <p:spPr bwMode="auto">
            <a:xfrm>
              <a:off x="3292476" y="1900238"/>
              <a:ext cx="25400" cy="31750"/>
            </a:xfrm>
            <a:custGeom>
              <a:avLst/>
              <a:gdLst/>
              <a:ahLst/>
              <a:cxnLst>
                <a:cxn ang="0">
                  <a:pos x="6" y="10"/>
                </a:cxn>
                <a:cxn ang="0">
                  <a:pos x="5" y="6"/>
                </a:cxn>
                <a:cxn ang="0">
                  <a:pos x="8" y="6"/>
                </a:cxn>
                <a:cxn ang="0">
                  <a:pos x="11" y="3"/>
                </a:cxn>
                <a:cxn ang="0">
                  <a:pos x="3" y="2"/>
                </a:cxn>
                <a:cxn ang="0">
                  <a:pos x="6" y="10"/>
                </a:cxn>
              </a:cxnLst>
              <a:rect l="0" t="0" r="r" b="b"/>
              <a:pathLst>
                <a:path w="12" h="15">
                  <a:moveTo>
                    <a:pt x="6" y="10"/>
                  </a:moveTo>
                  <a:cubicBezTo>
                    <a:pt x="8" y="8"/>
                    <a:pt x="4" y="7"/>
                    <a:pt x="5" y="6"/>
                  </a:cubicBezTo>
                  <a:cubicBezTo>
                    <a:pt x="6" y="4"/>
                    <a:pt x="8" y="6"/>
                    <a:pt x="8" y="6"/>
                  </a:cubicBezTo>
                  <a:cubicBezTo>
                    <a:pt x="10" y="5"/>
                    <a:pt x="10" y="4"/>
                    <a:pt x="11" y="3"/>
                  </a:cubicBezTo>
                  <a:cubicBezTo>
                    <a:pt x="12" y="0"/>
                    <a:pt x="5" y="1"/>
                    <a:pt x="3" y="2"/>
                  </a:cubicBezTo>
                  <a:cubicBezTo>
                    <a:pt x="0" y="5"/>
                    <a:pt x="2" y="15"/>
                    <a:pt x="6" y="1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109"/>
            <p:cNvSpPr>
              <a:spLocks/>
            </p:cNvSpPr>
            <p:nvPr/>
          </p:nvSpPr>
          <p:spPr bwMode="auto">
            <a:xfrm>
              <a:off x="3252788" y="1660526"/>
              <a:ext cx="333375" cy="377825"/>
            </a:xfrm>
            <a:custGeom>
              <a:avLst/>
              <a:gdLst/>
              <a:ahLst/>
              <a:cxnLst>
                <a:cxn ang="0">
                  <a:pos x="24" y="147"/>
                </a:cxn>
                <a:cxn ang="0">
                  <a:pos x="18" y="158"/>
                </a:cxn>
                <a:cxn ang="0">
                  <a:pos x="25" y="158"/>
                </a:cxn>
                <a:cxn ang="0">
                  <a:pos x="41" y="164"/>
                </a:cxn>
                <a:cxn ang="0">
                  <a:pos x="54" y="178"/>
                </a:cxn>
                <a:cxn ang="0">
                  <a:pos x="65" y="166"/>
                </a:cxn>
                <a:cxn ang="0">
                  <a:pos x="68" y="148"/>
                </a:cxn>
                <a:cxn ang="0">
                  <a:pos x="73" y="134"/>
                </a:cxn>
                <a:cxn ang="0">
                  <a:pos x="76" y="133"/>
                </a:cxn>
                <a:cxn ang="0">
                  <a:pos x="85" y="123"/>
                </a:cxn>
                <a:cxn ang="0">
                  <a:pos x="147" y="82"/>
                </a:cxn>
                <a:cxn ang="0">
                  <a:pos x="155" y="67"/>
                </a:cxn>
                <a:cxn ang="0">
                  <a:pos x="155" y="60"/>
                </a:cxn>
                <a:cxn ang="0">
                  <a:pos x="153" y="53"/>
                </a:cxn>
                <a:cxn ang="0">
                  <a:pos x="146" y="45"/>
                </a:cxn>
                <a:cxn ang="0">
                  <a:pos x="145" y="38"/>
                </a:cxn>
                <a:cxn ang="0">
                  <a:pos x="127" y="28"/>
                </a:cxn>
                <a:cxn ang="0">
                  <a:pos x="117" y="33"/>
                </a:cxn>
                <a:cxn ang="0">
                  <a:pos x="104" y="29"/>
                </a:cxn>
                <a:cxn ang="0">
                  <a:pos x="96" y="22"/>
                </a:cxn>
                <a:cxn ang="0">
                  <a:pos x="91" y="17"/>
                </a:cxn>
                <a:cxn ang="0">
                  <a:pos x="72" y="10"/>
                </a:cxn>
                <a:cxn ang="0">
                  <a:pos x="67" y="7"/>
                </a:cxn>
                <a:cxn ang="0">
                  <a:pos x="59" y="0"/>
                </a:cxn>
                <a:cxn ang="0">
                  <a:pos x="59" y="2"/>
                </a:cxn>
                <a:cxn ang="0">
                  <a:pos x="59" y="4"/>
                </a:cxn>
                <a:cxn ang="0">
                  <a:pos x="58" y="6"/>
                </a:cxn>
                <a:cxn ang="0">
                  <a:pos x="55" y="9"/>
                </a:cxn>
                <a:cxn ang="0">
                  <a:pos x="52" y="7"/>
                </a:cxn>
                <a:cxn ang="0">
                  <a:pos x="42" y="10"/>
                </a:cxn>
                <a:cxn ang="0">
                  <a:pos x="37" y="13"/>
                </a:cxn>
                <a:cxn ang="0">
                  <a:pos x="37" y="12"/>
                </a:cxn>
                <a:cxn ang="0">
                  <a:pos x="26" y="17"/>
                </a:cxn>
                <a:cxn ang="0">
                  <a:pos x="26" y="27"/>
                </a:cxn>
                <a:cxn ang="0">
                  <a:pos x="25" y="40"/>
                </a:cxn>
                <a:cxn ang="0">
                  <a:pos x="17" y="57"/>
                </a:cxn>
                <a:cxn ang="0">
                  <a:pos x="16" y="56"/>
                </a:cxn>
                <a:cxn ang="0">
                  <a:pos x="3" y="68"/>
                </a:cxn>
                <a:cxn ang="0">
                  <a:pos x="5" y="84"/>
                </a:cxn>
                <a:cxn ang="0">
                  <a:pos x="3" y="101"/>
                </a:cxn>
                <a:cxn ang="0">
                  <a:pos x="1" y="101"/>
                </a:cxn>
                <a:cxn ang="0">
                  <a:pos x="9" y="106"/>
                </a:cxn>
                <a:cxn ang="0">
                  <a:pos x="20" y="112"/>
                </a:cxn>
                <a:cxn ang="0">
                  <a:pos x="29" y="104"/>
                </a:cxn>
                <a:cxn ang="0">
                  <a:pos x="28" y="108"/>
                </a:cxn>
                <a:cxn ang="0">
                  <a:pos x="27" y="109"/>
                </a:cxn>
                <a:cxn ang="0">
                  <a:pos x="31" y="98"/>
                </a:cxn>
                <a:cxn ang="0">
                  <a:pos x="32" y="98"/>
                </a:cxn>
                <a:cxn ang="0">
                  <a:pos x="32" y="106"/>
                </a:cxn>
                <a:cxn ang="0">
                  <a:pos x="31" y="122"/>
                </a:cxn>
                <a:cxn ang="0">
                  <a:pos x="27" y="128"/>
                </a:cxn>
                <a:cxn ang="0">
                  <a:pos x="20" y="133"/>
                </a:cxn>
                <a:cxn ang="0">
                  <a:pos x="19" y="133"/>
                </a:cxn>
                <a:cxn ang="0">
                  <a:pos x="23" y="144"/>
                </a:cxn>
              </a:cxnLst>
              <a:rect l="0" t="0" r="r" b="b"/>
              <a:pathLst>
                <a:path w="157" h="178">
                  <a:moveTo>
                    <a:pt x="23" y="144"/>
                  </a:moveTo>
                  <a:cubicBezTo>
                    <a:pt x="23" y="145"/>
                    <a:pt x="25" y="146"/>
                    <a:pt x="24" y="147"/>
                  </a:cubicBezTo>
                  <a:cubicBezTo>
                    <a:pt x="23" y="151"/>
                    <a:pt x="16" y="150"/>
                    <a:pt x="16" y="150"/>
                  </a:cubicBezTo>
                  <a:cubicBezTo>
                    <a:pt x="13" y="154"/>
                    <a:pt x="18" y="157"/>
                    <a:pt x="18" y="158"/>
                  </a:cubicBezTo>
                  <a:cubicBezTo>
                    <a:pt x="18" y="159"/>
                    <a:pt x="15" y="161"/>
                    <a:pt x="16" y="162"/>
                  </a:cubicBezTo>
                  <a:cubicBezTo>
                    <a:pt x="20" y="166"/>
                    <a:pt x="21" y="159"/>
                    <a:pt x="25" y="158"/>
                  </a:cubicBezTo>
                  <a:cubicBezTo>
                    <a:pt x="26" y="158"/>
                    <a:pt x="33" y="164"/>
                    <a:pt x="34" y="164"/>
                  </a:cubicBezTo>
                  <a:cubicBezTo>
                    <a:pt x="38" y="164"/>
                    <a:pt x="36" y="161"/>
                    <a:pt x="41" y="164"/>
                  </a:cubicBezTo>
                  <a:cubicBezTo>
                    <a:pt x="45" y="167"/>
                    <a:pt x="40" y="172"/>
                    <a:pt x="50" y="176"/>
                  </a:cubicBezTo>
                  <a:cubicBezTo>
                    <a:pt x="54" y="178"/>
                    <a:pt x="54" y="178"/>
                    <a:pt x="54" y="178"/>
                  </a:cubicBezTo>
                  <a:cubicBezTo>
                    <a:pt x="60" y="177"/>
                    <a:pt x="57" y="171"/>
                    <a:pt x="59" y="169"/>
                  </a:cubicBezTo>
                  <a:cubicBezTo>
                    <a:pt x="61" y="167"/>
                    <a:pt x="63" y="167"/>
                    <a:pt x="65" y="166"/>
                  </a:cubicBezTo>
                  <a:cubicBezTo>
                    <a:pt x="67" y="163"/>
                    <a:pt x="64" y="161"/>
                    <a:pt x="64" y="158"/>
                  </a:cubicBezTo>
                  <a:cubicBezTo>
                    <a:pt x="65" y="155"/>
                    <a:pt x="66" y="151"/>
                    <a:pt x="68" y="148"/>
                  </a:cubicBezTo>
                  <a:cubicBezTo>
                    <a:pt x="69" y="146"/>
                    <a:pt x="71" y="145"/>
                    <a:pt x="71" y="143"/>
                  </a:cubicBezTo>
                  <a:cubicBezTo>
                    <a:pt x="72" y="141"/>
                    <a:pt x="71" y="136"/>
                    <a:pt x="73" y="134"/>
                  </a:cubicBezTo>
                  <a:cubicBezTo>
                    <a:pt x="75" y="131"/>
                    <a:pt x="74" y="138"/>
                    <a:pt x="76" y="137"/>
                  </a:cubicBezTo>
                  <a:cubicBezTo>
                    <a:pt x="79" y="135"/>
                    <a:pt x="76" y="134"/>
                    <a:pt x="76" y="133"/>
                  </a:cubicBezTo>
                  <a:cubicBezTo>
                    <a:pt x="76" y="132"/>
                    <a:pt x="77" y="132"/>
                    <a:pt x="77" y="131"/>
                  </a:cubicBezTo>
                  <a:cubicBezTo>
                    <a:pt x="80" y="129"/>
                    <a:pt x="82" y="125"/>
                    <a:pt x="85" y="123"/>
                  </a:cubicBezTo>
                  <a:cubicBezTo>
                    <a:pt x="94" y="117"/>
                    <a:pt x="107" y="116"/>
                    <a:pt x="118" y="110"/>
                  </a:cubicBezTo>
                  <a:cubicBezTo>
                    <a:pt x="126" y="106"/>
                    <a:pt x="143" y="90"/>
                    <a:pt x="147" y="82"/>
                  </a:cubicBezTo>
                  <a:cubicBezTo>
                    <a:pt x="148" y="79"/>
                    <a:pt x="151" y="65"/>
                    <a:pt x="152" y="65"/>
                  </a:cubicBezTo>
                  <a:cubicBezTo>
                    <a:pt x="155" y="64"/>
                    <a:pt x="151" y="69"/>
                    <a:pt x="155" y="67"/>
                  </a:cubicBezTo>
                  <a:cubicBezTo>
                    <a:pt x="155" y="67"/>
                    <a:pt x="156" y="66"/>
                    <a:pt x="156" y="65"/>
                  </a:cubicBezTo>
                  <a:cubicBezTo>
                    <a:pt x="157" y="64"/>
                    <a:pt x="155" y="61"/>
                    <a:pt x="155" y="60"/>
                  </a:cubicBezTo>
                  <a:cubicBezTo>
                    <a:pt x="155" y="58"/>
                    <a:pt x="157" y="56"/>
                    <a:pt x="155" y="54"/>
                  </a:cubicBezTo>
                  <a:cubicBezTo>
                    <a:pt x="155" y="53"/>
                    <a:pt x="153" y="53"/>
                    <a:pt x="153" y="53"/>
                  </a:cubicBezTo>
                  <a:cubicBezTo>
                    <a:pt x="151" y="51"/>
                    <a:pt x="151" y="48"/>
                    <a:pt x="149" y="46"/>
                  </a:cubicBezTo>
                  <a:cubicBezTo>
                    <a:pt x="146" y="45"/>
                    <a:pt x="146" y="45"/>
                    <a:pt x="146" y="45"/>
                  </a:cubicBezTo>
                  <a:cubicBezTo>
                    <a:pt x="145" y="42"/>
                    <a:pt x="152" y="44"/>
                    <a:pt x="155" y="43"/>
                  </a:cubicBezTo>
                  <a:cubicBezTo>
                    <a:pt x="152" y="43"/>
                    <a:pt x="148" y="38"/>
                    <a:pt x="145" y="38"/>
                  </a:cubicBezTo>
                  <a:cubicBezTo>
                    <a:pt x="143" y="37"/>
                    <a:pt x="143" y="39"/>
                    <a:pt x="140" y="37"/>
                  </a:cubicBezTo>
                  <a:cubicBezTo>
                    <a:pt x="136" y="34"/>
                    <a:pt x="134" y="28"/>
                    <a:pt x="127" y="28"/>
                  </a:cubicBezTo>
                  <a:cubicBezTo>
                    <a:pt x="124" y="27"/>
                    <a:pt x="125" y="32"/>
                    <a:pt x="124" y="33"/>
                  </a:cubicBezTo>
                  <a:cubicBezTo>
                    <a:pt x="123" y="34"/>
                    <a:pt x="118" y="33"/>
                    <a:pt x="117" y="33"/>
                  </a:cubicBezTo>
                  <a:cubicBezTo>
                    <a:pt x="114" y="32"/>
                    <a:pt x="111" y="34"/>
                    <a:pt x="108" y="33"/>
                  </a:cubicBezTo>
                  <a:cubicBezTo>
                    <a:pt x="106" y="32"/>
                    <a:pt x="106" y="30"/>
                    <a:pt x="104" y="29"/>
                  </a:cubicBezTo>
                  <a:cubicBezTo>
                    <a:pt x="103" y="29"/>
                    <a:pt x="99" y="31"/>
                    <a:pt x="98" y="29"/>
                  </a:cubicBezTo>
                  <a:cubicBezTo>
                    <a:pt x="97" y="28"/>
                    <a:pt x="97" y="22"/>
                    <a:pt x="96" y="22"/>
                  </a:cubicBezTo>
                  <a:cubicBezTo>
                    <a:pt x="94" y="21"/>
                    <a:pt x="92" y="21"/>
                    <a:pt x="91" y="19"/>
                  </a:cubicBezTo>
                  <a:cubicBezTo>
                    <a:pt x="91" y="19"/>
                    <a:pt x="91" y="18"/>
                    <a:pt x="91" y="17"/>
                  </a:cubicBezTo>
                  <a:cubicBezTo>
                    <a:pt x="89" y="15"/>
                    <a:pt x="87" y="19"/>
                    <a:pt x="84" y="17"/>
                  </a:cubicBezTo>
                  <a:cubicBezTo>
                    <a:pt x="81" y="14"/>
                    <a:pt x="76" y="13"/>
                    <a:pt x="72" y="10"/>
                  </a:cubicBezTo>
                  <a:cubicBezTo>
                    <a:pt x="71" y="9"/>
                    <a:pt x="70" y="8"/>
                    <a:pt x="69" y="7"/>
                  </a:cubicBezTo>
                  <a:cubicBezTo>
                    <a:pt x="68" y="7"/>
                    <a:pt x="68" y="7"/>
                    <a:pt x="67" y="7"/>
                  </a:cubicBezTo>
                  <a:cubicBezTo>
                    <a:pt x="67" y="7"/>
                    <a:pt x="66" y="7"/>
                    <a:pt x="66" y="7"/>
                  </a:cubicBezTo>
                  <a:cubicBezTo>
                    <a:pt x="64" y="5"/>
                    <a:pt x="62" y="2"/>
                    <a:pt x="59" y="0"/>
                  </a:cubicBezTo>
                  <a:cubicBezTo>
                    <a:pt x="59" y="0"/>
                    <a:pt x="59" y="0"/>
                    <a:pt x="59" y="0"/>
                  </a:cubicBezTo>
                  <a:cubicBezTo>
                    <a:pt x="59" y="1"/>
                    <a:pt x="59" y="1"/>
                    <a:pt x="59" y="2"/>
                  </a:cubicBezTo>
                  <a:cubicBezTo>
                    <a:pt x="59" y="2"/>
                    <a:pt x="57" y="3"/>
                    <a:pt x="58" y="4"/>
                  </a:cubicBezTo>
                  <a:cubicBezTo>
                    <a:pt x="58" y="4"/>
                    <a:pt x="59" y="4"/>
                    <a:pt x="59" y="4"/>
                  </a:cubicBezTo>
                  <a:cubicBezTo>
                    <a:pt x="60" y="5"/>
                    <a:pt x="58" y="4"/>
                    <a:pt x="58" y="4"/>
                  </a:cubicBezTo>
                  <a:cubicBezTo>
                    <a:pt x="58" y="5"/>
                    <a:pt x="58" y="6"/>
                    <a:pt x="58" y="6"/>
                  </a:cubicBezTo>
                  <a:cubicBezTo>
                    <a:pt x="57" y="6"/>
                    <a:pt x="56" y="6"/>
                    <a:pt x="56" y="6"/>
                  </a:cubicBezTo>
                  <a:cubicBezTo>
                    <a:pt x="55" y="7"/>
                    <a:pt x="56" y="10"/>
                    <a:pt x="55" y="9"/>
                  </a:cubicBezTo>
                  <a:cubicBezTo>
                    <a:pt x="54" y="9"/>
                    <a:pt x="54" y="7"/>
                    <a:pt x="53" y="6"/>
                  </a:cubicBezTo>
                  <a:cubicBezTo>
                    <a:pt x="53" y="6"/>
                    <a:pt x="52" y="7"/>
                    <a:pt x="52" y="7"/>
                  </a:cubicBezTo>
                  <a:cubicBezTo>
                    <a:pt x="51" y="8"/>
                    <a:pt x="51" y="9"/>
                    <a:pt x="49" y="10"/>
                  </a:cubicBezTo>
                  <a:cubicBezTo>
                    <a:pt x="47" y="11"/>
                    <a:pt x="44" y="10"/>
                    <a:pt x="42" y="10"/>
                  </a:cubicBezTo>
                  <a:cubicBezTo>
                    <a:pt x="42" y="10"/>
                    <a:pt x="40" y="12"/>
                    <a:pt x="40" y="12"/>
                  </a:cubicBezTo>
                  <a:cubicBezTo>
                    <a:pt x="39" y="13"/>
                    <a:pt x="38" y="12"/>
                    <a:pt x="37" y="13"/>
                  </a:cubicBezTo>
                  <a:cubicBezTo>
                    <a:pt x="35" y="15"/>
                    <a:pt x="38" y="17"/>
                    <a:pt x="38" y="17"/>
                  </a:cubicBezTo>
                  <a:cubicBezTo>
                    <a:pt x="34" y="17"/>
                    <a:pt x="38" y="13"/>
                    <a:pt x="37" y="12"/>
                  </a:cubicBezTo>
                  <a:cubicBezTo>
                    <a:pt x="36" y="12"/>
                    <a:pt x="32" y="16"/>
                    <a:pt x="31" y="16"/>
                  </a:cubicBezTo>
                  <a:cubicBezTo>
                    <a:pt x="30" y="16"/>
                    <a:pt x="26" y="16"/>
                    <a:pt x="26" y="17"/>
                  </a:cubicBezTo>
                  <a:cubicBezTo>
                    <a:pt x="22" y="20"/>
                    <a:pt x="26" y="21"/>
                    <a:pt x="27" y="24"/>
                  </a:cubicBezTo>
                  <a:cubicBezTo>
                    <a:pt x="28" y="26"/>
                    <a:pt x="26" y="25"/>
                    <a:pt x="26" y="27"/>
                  </a:cubicBezTo>
                  <a:cubicBezTo>
                    <a:pt x="26" y="27"/>
                    <a:pt x="27" y="30"/>
                    <a:pt x="27" y="30"/>
                  </a:cubicBezTo>
                  <a:cubicBezTo>
                    <a:pt x="27" y="30"/>
                    <a:pt x="25" y="39"/>
                    <a:pt x="25" y="40"/>
                  </a:cubicBezTo>
                  <a:cubicBezTo>
                    <a:pt x="22" y="43"/>
                    <a:pt x="15" y="47"/>
                    <a:pt x="14" y="50"/>
                  </a:cubicBezTo>
                  <a:cubicBezTo>
                    <a:pt x="14" y="51"/>
                    <a:pt x="17" y="57"/>
                    <a:pt x="17" y="57"/>
                  </a:cubicBezTo>
                  <a:cubicBezTo>
                    <a:pt x="18" y="58"/>
                    <a:pt x="21" y="57"/>
                    <a:pt x="20" y="57"/>
                  </a:cubicBezTo>
                  <a:cubicBezTo>
                    <a:pt x="18" y="59"/>
                    <a:pt x="16" y="56"/>
                    <a:pt x="16" y="56"/>
                  </a:cubicBezTo>
                  <a:cubicBezTo>
                    <a:pt x="15" y="56"/>
                    <a:pt x="13" y="64"/>
                    <a:pt x="12" y="65"/>
                  </a:cubicBezTo>
                  <a:cubicBezTo>
                    <a:pt x="10" y="67"/>
                    <a:pt x="6" y="63"/>
                    <a:pt x="3" y="68"/>
                  </a:cubicBezTo>
                  <a:cubicBezTo>
                    <a:pt x="1" y="70"/>
                    <a:pt x="7" y="75"/>
                    <a:pt x="7" y="77"/>
                  </a:cubicBezTo>
                  <a:cubicBezTo>
                    <a:pt x="8" y="79"/>
                    <a:pt x="4" y="82"/>
                    <a:pt x="5" y="84"/>
                  </a:cubicBezTo>
                  <a:cubicBezTo>
                    <a:pt x="5" y="87"/>
                    <a:pt x="8" y="90"/>
                    <a:pt x="8" y="93"/>
                  </a:cubicBezTo>
                  <a:cubicBezTo>
                    <a:pt x="8" y="96"/>
                    <a:pt x="7" y="100"/>
                    <a:pt x="3" y="101"/>
                  </a:cubicBezTo>
                  <a:cubicBezTo>
                    <a:pt x="2" y="101"/>
                    <a:pt x="1" y="99"/>
                    <a:pt x="0" y="100"/>
                  </a:cubicBezTo>
                  <a:cubicBezTo>
                    <a:pt x="0" y="100"/>
                    <a:pt x="1" y="101"/>
                    <a:pt x="1" y="101"/>
                  </a:cubicBezTo>
                  <a:cubicBezTo>
                    <a:pt x="2" y="102"/>
                    <a:pt x="2" y="103"/>
                    <a:pt x="3" y="104"/>
                  </a:cubicBezTo>
                  <a:cubicBezTo>
                    <a:pt x="4" y="105"/>
                    <a:pt x="8" y="105"/>
                    <a:pt x="9" y="106"/>
                  </a:cubicBezTo>
                  <a:cubicBezTo>
                    <a:pt x="12" y="108"/>
                    <a:pt x="18" y="116"/>
                    <a:pt x="21" y="115"/>
                  </a:cubicBezTo>
                  <a:cubicBezTo>
                    <a:pt x="22" y="115"/>
                    <a:pt x="19" y="112"/>
                    <a:pt x="20" y="112"/>
                  </a:cubicBezTo>
                  <a:cubicBezTo>
                    <a:pt x="21" y="112"/>
                    <a:pt x="23" y="113"/>
                    <a:pt x="25" y="109"/>
                  </a:cubicBezTo>
                  <a:cubicBezTo>
                    <a:pt x="26" y="108"/>
                    <a:pt x="29" y="100"/>
                    <a:pt x="29" y="104"/>
                  </a:cubicBezTo>
                  <a:cubicBezTo>
                    <a:pt x="29" y="104"/>
                    <a:pt x="25" y="107"/>
                    <a:pt x="27" y="109"/>
                  </a:cubicBezTo>
                  <a:cubicBezTo>
                    <a:pt x="27" y="109"/>
                    <a:pt x="27" y="108"/>
                    <a:pt x="28" y="108"/>
                  </a:cubicBezTo>
                  <a:cubicBezTo>
                    <a:pt x="28" y="108"/>
                    <a:pt x="30" y="108"/>
                    <a:pt x="30" y="109"/>
                  </a:cubicBezTo>
                  <a:cubicBezTo>
                    <a:pt x="30" y="109"/>
                    <a:pt x="28" y="108"/>
                    <a:pt x="27" y="109"/>
                  </a:cubicBezTo>
                  <a:cubicBezTo>
                    <a:pt x="26" y="109"/>
                    <a:pt x="25" y="112"/>
                    <a:pt x="28" y="112"/>
                  </a:cubicBezTo>
                  <a:cubicBezTo>
                    <a:pt x="34" y="113"/>
                    <a:pt x="29" y="100"/>
                    <a:pt x="31" y="98"/>
                  </a:cubicBezTo>
                  <a:cubicBezTo>
                    <a:pt x="31" y="98"/>
                    <a:pt x="34" y="95"/>
                    <a:pt x="34" y="96"/>
                  </a:cubicBezTo>
                  <a:cubicBezTo>
                    <a:pt x="35" y="98"/>
                    <a:pt x="32" y="97"/>
                    <a:pt x="32" y="98"/>
                  </a:cubicBezTo>
                  <a:cubicBezTo>
                    <a:pt x="30" y="101"/>
                    <a:pt x="32" y="99"/>
                    <a:pt x="32" y="101"/>
                  </a:cubicBezTo>
                  <a:cubicBezTo>
                    <a:pt x="32" y="102"/>
                    <a:pt x="32" y="104"/>
                    <a:pt x="32" y="106"/>
                  </a:cubicBezTo>
                  <a:cubicBezTo>
                    <a:pt x="32" y="108"/>
                    <a:pt x="35" y="108"/>
                    <a:pt x="35" y="110"/>
                  </a:cubicBezTo>
                  <a:cubicBezTo>
                    <a:pt x="36" y="112"/>
                    <a:pt x="31" y="119"/>
                    <a:pt x="31" y="122"/>
                  </a:cubicBezTo>
                  <a:cubicBezTo>
                    <a:pt x="31" y="126"/>
                    <a:pt x="27" y="131"/>
                    <a:pt x="27" y="131"/>
                  </a:cubicBezTo>
                  <a:cubicBezTo>
                    <a:pt x="27" y="130"/>
                    <a:pt x="27" y="128"/>
                    <a:pt x="27" y="128"/>
                  </a:cubicBezTo>
                  <a:cubicBezTo>
                    <a:pt x="25" y="129"/>
                    <a:pt x="26" y="133"/>
                    <a:pt x="21" y="132"/>
                  </a:cubicBezTo>
                  <a:cubicBezTo>
                    <a:pt x="19" y="132"/>
                    <a:pt x="21" y="133"/>
                    <a:pt x="20" y="133"/>
                  </a:cubicBezTo>
                  <a:cubicBezTo>
                    <a:pt x="20" y="133"/>
                    <a:pt x="20" y="132"/>
                    <a:pt x="20" y="132"/>
                  </a:cubicBezTo>
                  <a:cubicBezTo>
                    <a:pt x="19" y="132"/>
                    <a:pt x="19" y="132"/>
                    <a:pt x="19" y="133"/>
                  </a:cubicBezTo>
                  <a:cubicBezTo>
                    <a:pt x="20" y="133"/>
                    <a:pt x="21" y="133"/>
                    <a:pt x="21" y="134"/>
                  </a:cubicBezTo>
                  <a:cubicBezTo>
                    <a:pt x="22" y="135"/>
                    <a:pt x="22" y="142"/>
                    <a:pt x="23" y="144"/>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110"/>
            <p:cNvSpPr>
              <a:spLocks/>
            </p:cNvSpPr>
            <p:nvPr/>
          </p:nvSpPr>
          <p:spPr bwMode="auto">
            <a:xfrm>
              <a:off x="3235326" y="1744663"/>
              <a:ext cx="736600" cy="1060450"/>
            </a:xfrm>
            <a:custGeom>
              <a:avLst/>
              <a:gdLst/>
              <a:ahLst/>
              <a:cxnLst>
                <a:cxn ang="0">
                  <a:pos x="332" y="412"/>
                </a:cxn>
                <a:cxn ang="0">
                  <a:pos x="340" y="388"/>
                </a:cxn>
                <a:cxn ang="0">
                  <a:pos x="340" y="365"/>
                </a:cxn>
                <a:cxn ang="0">
                  <a:pos x="344" y="344"/>
                </a:cxn>
                <a:cxn ang="0">
                  <a:pos x="312" y="298"/>
                </a:cxn>
                <a:cxn ang="0">
                  <a:pos x="292" y="273"/>
                </a:cxn>
                <a:cxn ang="0">
                  <a:pos x="283" y="267"/>
                </a:cxn>
                <a:cxn ang="0">
                  <a:pos x="248" y="266"/>
                </a:cxn>
                <a:cxn ang="0">
                  <a:pos x="220" y="237"/>
                </a:cxn>
                <a:cxn ang="0">
                  <a:pos x="208" y="214"/>
                </a:cxn>
                <a:cxn ang="0">
                  <a:pos x="208" y="200"/>
                </a:cxn>
                <a:cxn ang="0">
                  <a:pos x="227" y="153"/>
                </a:cxn>
                <a:cxn ang="0">
                  <a:pos x="255" y="123"/>
                </a:cxn>
                <a:cxn ang="0">
                  <a:pos x="272" y="120"/>
                </a:cxn>
                <a:cxn ang="0">
                  <a:pos x="280" y="118"/>
                </a:cxn>
                <a:cxn ang="0">
                  <a:pos x="291" y="114"/>
                </a:cxn>
                <a:cxn ang="0">
                  <a:pos x="304" y="116"/>
                </a:cxn>
                <a:cxn ang="0">
                  <a:pos x="293" y="106"/>
                </a:cxn>
                <a:cxn ang="0">
                  <a:pos x="297" y="70"/>
                </a:cxn>
                <a:cxn ang="0">
                  <a:pos x="280" y="60"/>
                </a:cxn>
                <a:cxn ang="0">
                  <a:pos x="267" y="61"/>
                </a:cxn>
                <a:cxn ang="0">
                  <a:pos x="253" y="64"/>
                </a:cxn>
                <a:cxn ang="0">
                  <a:pos x="234" y="64"/>
                </a:cxn>
                <a:cxn ang="0">
                  <a:pos x="223" y="64"/>
                </a:cxn>
                <a:cxn ang="0">
                  <a:pos x="212" y="43"/>
                </a:cxn>
                <a:cxn ang="0">
                  <a:pos x="197" y="30"/>
                </a:cxn>
                <a:cxn ang="0">
                  <a:pos x="180" y="9"/>
                </a:cxn>
                <a:cxn ang="0">
                  <a:pos x="167" y="1"/>
                </a:cxn>
                <a:cxn ang="0">
                  <a:pos x="163" y="14"/>
                </a:cxn>
                <a:cxn ang="0">
                  <a:pos x="155" y="42"/>
                </a:cxn>
                <a:cxn ang="0">
                  <a:pos x="84" y="97"/>
                </a:cxn>
                <a:cxn ang="0">
                  <a:pos x="73" y="126"/>
                </a:cxn>
                <a:cxn ang="0">
                  <a:pos x="42" y="124"/>
                </a:cxn>
                <a:cxn ang="0">
                  <a:pos x="32" y="107"/>
                </a:cxn>
                <a:cxn ang="0">
                  <a:pos x="22" y="97"/>
                </a:cxn>
                <a:cxn ang="0">
                  <a:pos x="8" y="113"/>
                </a:cxn>
                <a:cxn ang="0">
                  <a:pos x="5" y="144"/>
                </a:cxn>
                <a:cxn ang="0">
                  <a:pos x="35" y="183"/>
                </a:cxn>
                <a:cxn ang="0">
                  <a:pos x="50" y="206"/>
                </a:cxn>
                <a:cxn ang="0">
                  <a:pos x="72" y="236"/>
                </a:cxn>
                <a:cxn ang="0">
                  <a:pos x="78" y="254"/>
                </a:cxn>
                <a:cxn ang="0">
                  <a:pos x="83" y="261"/>
                </a:cxn>
                <a:cxn ang="0">
                  <a:pos x="107" y="308"/>
                </a:cxn>
                <a:cxn ang="0">
                  <a:pos x="119" y="331"/>
                </a:cxn>
                <a:cxn ang="0">
                  <a:pos x="137" y="353"/>
                </a:cxn>
                <a:cxn ang="0">
                  <a:pos x="145" y="381"/>
                </a:cxn>
                <a:cxn ang="0">
                  <a:pos x="150" y="393"/>
                </a:cxn>
                <a:cxn ang="0">
                  <a:pos x="171" y="414"/>
                </a:cxn>
                <a:cxn ang="0">
                  <a:pos x="184" y="424"/>
                </a:cxn>
                <a:cxn ang="0">
                  <a:pos x="217" y="443"/>
                </a:cxn>
                <a:cxn ang="0">
                  <a:pos x="242" y="454"/>
                </a:cxn>
                <a:cxn ang="0">
                  <a:pos x="267" y="468"/>
                </a:cxn>
                <a:cxn ang="0">
                  <a:pos x="290" y="487"/>
                </a:cxn>
                <a:cxn ang="0">
                  <a:pos x="329" y="476"/>
                </a:cxn>
                <a:cxn ang="0">
                  <a:pos x="342" y="447"/>
                </a:cxn>
              </a:cxnLst>
              <a:rect l="0" t="0" r="r" b="b"/>
              <a:pathLst>
                <a:path w="347" h="500">
                  <a:moveTo>
                    <a:pt x="335" y="440"/>
                  </a:moveTo>
                  <a:cubicBezTo>
                    <a:pt x="333" y="436"/>
                    <a:pt x="330" y="429"/>
                    <a:pt x="329" y="425"/>
                  </a:cubicBezTo>
                  <a:cubicBezTo>
                    <a:pt x="329" y="423"/>
                    <a:pt x="332" y="419"/>
                    <a:pt x="333" y="418"/>
                  </a:cubicBezTo>
                  <a:cubicBezTo>
                    <a:pt x="333" y="418"/>
                    <a:pt x="337" y="415"/>
                    <a:pt x="337" y="415"/>
                  </a:cubicBezTo>
                  <a:cubicBezTo>
                    <a:pt x="337" y="415"/>
                    <a:pt x="333" y="412"/>
                    <a:pt x="332" y="412"/>
                  </a:cubicBezTo>
                  <a:cubicBezTo>
                    <a:pt x="331" y="410"/>
                    <a:pt x="328" y="406"/>
                    <a:pt x="330" y="403"/>
                  </a:cubicBezTo>
                  <a:cubicBezTo>
                    <a:pt x="331" y="402"/>
                    <a:pt x="333" y="402"/>
                    <a:pt x="333" y="401"/>
                  </a:cubicBezTo>
                  <a:cubicBezTo>
                    <a:pt x="334" y="400"/>
                    <a:pt x="332" y="398"/>
                    <a:pt x="334" y="397"/>
                  </a:cubicBezTo>
                  <a:cubicBezTo>
                    <a:pt x="336" y="396"/>
                    <a:pt x="339" y="394"/>
                    <a:pt x="340" y="391"/>
                  </a:cubicBezTo>
                  <a:cubicBezTo>
                    <a:pt x="340" y="391"/>
                    <a:pt x="339" y="388"/>
                    <a:pt x="340" y="388"/>
                  </a:cubicBezTo>
                  <a:cubicBezTo>
                    <a:pt x="341" y="387"/>
                    <a:pt x="343" y="388"/>
                    <a:pt x="343" y="387"/>
                  </a:cubicBezTo>
                  <a:cubicBezTo>
                    <a:pt x="344" y="386"/>
                    <a:pt x="336" y="374"/>
                    <a:pt x="337" y="372"/>
                  </a:cubicBezTo>
                  <a:cubicBezTo>
                    <a:pt x="337" y="371"/>
                    <a:pt x="338" y="372"/>
                    <a:pt x="338" y="371"/>
                  </a:cubicBezTo>
                  <a:cubicBezTo>
                    <a:pt x="339" y="370"/>
                    <a:pt x="339" y="369"/>
                    <a:pt x="340" y="367"/>
                  </a:cubicBezTo>
                  <a:cubicBezTo>
                    <a:pt x="340" y="367"/>
                    <a:pt x="340" y="366"/>
                    <a:pt x="340" y="365"/>
                  </a:cubicBezTo>
                  <a:cubicBezTo>
                    <a:pt x="339" y="364"/>
                    <a:pt x="339" y="364"/>
                    <a:pt x="339" y="363"/>
                  </a:cubicBezTo>
                  <a:cubicBezTo>
                    <a:pt x="339" y="361"/>
                    <a:pt x="339" y="359"/>
                    <a:pt x="339" y="357"/>
                  </a:cubicBezTo>
                  <a:cubicBezTo>
                    <a:pt x="339" y="357"/>
                    <a:pt x="339" y="352"/>
                    <a:pt x="339" y="352"/>
                  </a:cubicBezTo>
                  <a:cubicBezTo>
                    <a:pt x="340" y="346"/>
                    <a:pt x="346" y="347"/>
                    <a:pt x="345" y="345"/>
                  </a:cubicBezTo>
                  <a:cubicBezTo>
                    <a:pt x="345" y="344"/>
                    <a:pt x="344" y="344"/>
                    <a:pt x="344" y="344"/>
                  </a:cubicBezTo>
                  <a:cubicBezTo>
                    <a:pt x="344" y="344"/>
                    <a:pt x="346" y="341"/>
                    <a:pt x="346" y="341"/>
                  </a:cubicBezTo>
                  <a:cubicBezTo>
                    <a:pt x="347" y="338"/>
                    <a:pt x="342" y="332"/>
                    <a:pt x="341" y="329"/>
                  </a:cubicBezTo>
                  <a:cubicBezTo>
                    <a:pt x="334" y="319"/>
                    <a:pt x="328" y="309"/>
                    <a:pt x="322" y="299"/>
                  </a:cubicBezTo>
                  <a:cubicBezTo>
                    <a:pt x="321" y="298"/>
                    <a:pt x="321" y="298"/>
                    <a:pt x="321" y="298"/>
                  </a:cubicBezTo>
                  <a:cubicBezTo>
                    <a:pt x="317" y="297"/>
                    <a:pt x="314" y="297"/>
                    <a:pt x="312" y="298"/>
                  </a:cubicBezTo>
                  <a:cubicBezTo>
                    <a:pt x="309" y="298"/>
                    <a:pt x="306" y="301"/>
                    <a:pt x="303" y="302"/>
                  </a:cubicBezTo>
                  <a:cubicBezTo>
                    <a:pt x="299" y="303"/>
                    <a:pt x="299" y="299"/>
                    <a:pt x="296" y="298"/>
                  </a:cubicBezTo>
                  <a:cubicBezTo>
                    <a:pt x="295" y="298"/>
                    <a:pt x="294" y="301"/>
                    <a:pt x="293" y="300"/>
                  </a:cubicBezTo>
                  <a:cubicBezTo>
                    <a:pt x="293" y="300"/>
                    <a:pt x="293" y="290"/>
                    <a:pt x="293" y="289"/>
                  </a:cubicBezTo>
                  <a:cubicBezTo>
                    <a:pt x="293" y="284"/>
                    <a:pt x="293" y="278"/>
                    <a:pt x="292" y="273"/>
                  </a:cubicBezTo>
                  <a:cubicBezTo>
                    <a:pt x="292" y="268"/>
                    <a:pt x="292" y="268"/>
                    <a:pt x="292" y="268"/>
                  </a:cubicBezTo>
                  <a:cubicBezTo>
                    <a:pt x="293" y="267"/>
                    <a:pt x="296" y="267"/>
                    <a:pt x="295" y="264"/>
                  </a:cubicBezTo>
                  <a:cubicBezTo>
                    <a:pt x="293" y="262"/>
                    <a:pt x="293" y="262"/>
                    <a:pt x="293" y="262"/>
                  </a:cubicBezTo>
                  <a:cubicBezTo>
                    <a:pt x="293" y="261"/>
                    <a:pt x="295" y="259"/>
                    <a:pt x="295" y="258"/>
                  </a:cubicBezTo>
                  <a:cubicBezTo>
                    <a:pt x="294" y="256"/>
                    <a:pt x="286" y="265"/>
                    <a:pt x="283" y="267"/>
                  </a:cubicBezTo>
                  <a:cubicBezTo>
                    <a:pt x="272" y="275"/>
                    <a:pt x="273" y="273"/>
                    <a:pt x="260" y="273"/>
                  </a:cubicBezTo>
                  <a:cubicBezTo>
                    <a:pt x="258" y="273"/>
                    <a:pt x="255" y="273"/>
                    <a:pt x="253" y="273"/>
                  </a:cubicBezTo>
                  <a:cubicBezTo>
                    <a:pt x="252" y="273"/>
                    <a:pt x="251" y="274"/>
                    <a:pt x="251" y="273"/>
                  </a:cubicBezTo>
                  <a:cubicBezTo>
                    <a:pt x="252" y="270"/>
                    <a:pt x="252" y="270"/>
                    <a:pt x="252" y="270"/>
                  </a:cubicBezTo>
                  <a:cubicBezTo>
                    <a:pt x="251" y="268"/>
                    <a:pt x="249" y="268"/>
                    <a:pt x="248" y="266"/>
                  </a:cubicBezTo>
                  <a:cubicBezTo>
                    <a:pt x="247" y="265"/>
                    <a:pt x="248" y="262"/>
                    <a:pt x="247" y="261"/>
                  </a:cubicBezTo>
                  <a:cubicBezTo>
                    <a:pt x="244" y="256"/>
                    <a:pt x="229" y="260"/>
                    <a:pt x="225" y="257"/>
                  </a:cubicBezTo>
                  <a:cubicBezTo>
                    <a:pt x="222" y="255"/>
                    <a:pt x="231" y="250"/>
                    <a:pt x="229" y="246"/>
                  </a:cubicBezTo>
                  <a:cubicBezTo>
                    <a:pt x="228" y="244"/>
                    <a:pt x="225" y="240"/>
                    <a:pt x="223" y="238"/>
                  </a:cubicBezTo>
                  <a:cubicBezTo>
                    <a:pt x="223" y="238"/>
                    <a:pt x="220" y="237"/>
                    <a:pt x="220" y="237"/>
                  </a:cubicBezTo>
                  <a:cubicBezTo>
                    <a:pt x="219" y="236"/>
                    <a:pt x="219" y="233"/>
                    <a:pt x="218" y="232"/>
                  </a:cubicBezTo>
                  <a:cubicBezTo>
                    <a:pt x="217" y="230"/>
                    <a:pt x="214" y="230"/>
                    <a:pt x="213" y="229"/>
                  </a:cubicBezTo>
                  <a:cubicBezTo>
                    <a:pt x="212" y="227"/>
                    <a:pt x="211" y="224"/>
                    <a:pt x="211" y="222"/>
                  </a:cubicBezTo>
                  <a:cubicBezTo>
                    <a:pt x="210" y="220"/>
                    <a:pt x="205" y="217"/>
                    <a:pt x="206" y="215"/>
                  </a:cubicBezTo>
                  <a:cubicBezTo>
                    <a:pt x="208" y="213"/>
                    <a:pt x="208" y="218"/>
                    <a:pt x="208" y="214"/>
                  </a:cubicBezTo>
                  <a:cubicBezTo>
                    <a:pt x="208" y="212"/>
                    <a:pt x="202" y="211"/>
                    <a:pt x="201" y="208"/>
                  </a:cubicBezTo>
                  <a:cubicBezTo>
                    <a:pt x="201" y="206"/>
                    <a:pt x="201" y="205"/>
                    <a:pt x="201" y="203"/>
                  </a:cubicBezTo>
                  <a:cubicBezTo>
                    <a:pt x="201" y="203"/>
                    <a:pt x="200" y="202"/>
                    <a:pt x="201" y="201"/>
                  </a:cubicBezTo>
                  <a:cubicBezTo>
                    <a:pt x="201" y="201"/>
                    <a:pt x="202" y="202"/>
                    <a:pt x="203" y="202"/>
                  </a:cubicBezTo>
                  <a:cubicBezTo>
                    <a:pt x="204" y="202"/>
                    <a:pt x="207" y="201"/>
                    <a:pt x="208" y="200"/>
                  </a:cubicBezTo>
                  <a:cubicBezTo>
                    <a:pt x="208" y="200"/>
                    <a:pt x="208" y="200"/>
                    <a:pt x="208" y="199"/>
                  </a:cubicBezTo>
                  <a:cubicBezTo>
                    <a:pt x="207" y="196"/>
                    <a:pt x="204" y="194"/>
                    <a:pt x="206" y="189"/>
                  </a:cubicBezTo>
                  <a:cubicBezTo>
                    <a:pt x="209" y="185"/>
                    <a:pt x="222" y="179"/>
                    <a:pt x="222" y="177"/>
                  </a:cubicBezTo>
                  <a:cubicBezTo>
                    <a:pt x="223" y="173"/>
                    <a:pt x="220" y="169"/>
                    <a:pt x="221" y="166"/>
                  </a:cubicBezTo>
                  <a:cubicBezTo>
                    <a:pt x="222" y="161"/>
                    <a:pt x="226" y="158"/>
                    <a:pt x="227" y="153"/>
                  </a:cubicBezTo>
                  <a:cubicBezTo>
                    <a:pt x="228" y="150"/>
                    <a:pt x="227" y="143"/>
                    <a:pt x="229" y="140"/>
                  </a:cubicBezTo>
                  <a:cubicBezTo>
                    <a:pt x="230" y="139"/>
                    <a:pt x="235" y="138"/>
                    <a:pt x="237" y="137"/>
                  </a:cubicBezTo>
                  <a:cubicBezTo>
                    <a:pt x="240" y="135"/>
                    <a:pt x="241" y="133"/>
                    <a:pt x="242" y="131"/>
                  </a:cubicBezTo>
                  <a:cubicBezTo>
                    <a:pt x="244" y="130"/>
                    <a:pt x="247" y="129"/>
                    <a:pt x="249" y="128"/>
                  </a:cubicBezTo>
                  <a:cubicBezTo>
                    <a:pt x="251" y="127"/>
                    <a:pt x="253" y="125"/>
                    <a:pt x="255" y="123"/>
                  </a:cubicBezTo>
                  <a:cubicBezTo>
                    <a:pt x="258" y="122"/>
                    <a:pt x="260" y="123"/>
                    <a:pt x="262" y="123"/>
                  </a:cubicBezTo>
                  <a:cubicBezTo>
                    <a:pt x="264" y="123"/>
                    <a:pt x="267" y="121"/>
                    <a:pt x="269" y="121"/>
                  </a:cubicBezTo>
                  <a:cubicBezTo>
                    <a:pt x="269" y="121"/>
                    <a:pt x="270" y="121"/>
                    <a:pt x="270" y="121"/>
                  </a:cubicBezTo>
                  <a:cubicBezTo>
                    <a:pt x="271" y="121"/>
                    <a:pt x="271" y="121"/>
                    <a:pt x="272" y="121"/>
                  </a:cubicBezTo>
                  <a:cubicBezTo>
                    <a:pt x="272" y="121"/>
                    <a:pt x="272" y="120"/>
                    <a:pt x="272" y="120"/>
                  </a:cubicBezTo>
                  <a:cubicBezTo>
                    <a:pt x="272" y="119"/>
                    <a:pt x="273" y="120"/>
                    <a:pt x="273" y="120"/>
                  </a:cubicBezTo>
                  <a:cubicBezTo>
                    <a:pt x="274" y="120"/>
                    <a:pt x="274" y="121"/>
                    <a:pt x="274" y="121"/>
                  </a:cubicBezTo>
                  <a:cubicBezTo>
                    <a:pt x="275" y="120"/>
                    <a:pt x="275" y="119"/>
                    <a:pt x="275" y="119"/>
                  </a:cubicBezTo>
                  <a:cubicBezTo>
                    <a:pt x="276" y="119"/>
                    <a:pt x="276" y="120"/>
                    <a:pt x="276" y="120"/>
                  </a:cubicBezTo>
                  <a:cubicBezTo>
                    <a:pt x="277" y="120"/>
                    <a:pt x="278" y="118"/>
                    <a:pt x="280" y="118"/>
                  </a:cubicBezTo>
                  <a:cubicBezTo>
                    <a:pt x="280" y="118"/>
                    <a:pt x="280" y="120"/>
                    <a:pt x="281" y="120"/>
                  </a:cubicBezTo>
                  <a:cubicBezTo>
                    <a:pt x="283" y="120"/>
                    <a:pt x="283" y="115"/>
                    <a:pt x="284" y="114"/>
                  </a:cubicBezTo>
                  <a:cubicBezTo>
                    <a:pt x="287" y="112"/>
                    <a:pt x="285" y="115"/>
                    <a:pt x="288" y="114"/>
                  </a:cubicBezTo>
                  <a:cubicBezTo>
                    <a:pt x="288" y="114"/>
                    <a:pt x="289" y="112"/>
                    <a:pt x="290" y="112"/>
                  </a:cubicBezTo>
                  <a:cubicBezTo>
                    <a:pt x="291" y="113"/>
                    <a:pt x="290" y="114"/>
                    <a:pt x="291" y="114"/>
                  </a:cubicBezTo>
                  <a:cubicBezTo>
                    <a:pt x="292" y="114"/>
                    <a:pt x="291" y="113"/>
                    <a:pt x="292" y="113"/>
                  </a:cubicBezTo>
                  <a:cubicBezTo>
                    <a:pt x="293" y="113"/>
                    <a:pt x="293" y="114"/>
                    <a:pt x="293" y="114"/>
                  </a:cubicBezTo>
                  <a:cubicBezTo>
                    <a:pt x="295" y="114"/>
                    <a:pt x="296" y="112"/>
                    <a:pt x="298" y="113"/>
                  </a:cubicBezTo>
                  <a:cubicBezTo>
                    <a:pt x="299" y="113"/>
                    <a:pt x="298" y="117"/>
                    <a:pt x="302" y="118"/>
                  </a:cubicBezTo>
                  <a:cubicBezTo>
                    <a:pt x="303" y="119"/>
                    <a:pt x="302" y="115"/>
                    <a:pt x="304" y="116"/>
                  </a:cubicBezTo>
                  <a:cubicBezTo>
                    <a:pt x="305" y="116"/>
                    <a:pt x="305" y="118"/>
                    <a:pt x="306" y="119"/>
                  </a:cubicBezTo>
                  <a:cubicBezTo>
                    <a:pt x="307" y="119"/>
                    <a:pt x="308" y="116"/>
                    <a:pt x="308" y="115"/>
                  </a:cubicBezTo>
                  <a:cubicBezTo>
                    <a:pt x="308" y="113"/>
                    <a:pt x="308" y="113"/>
                    <a:pt x="308" y="113"/>
                  </a:cubicBezTo>
                  <a:cubicBezTo>
                    <a:pt x="305" y="114"/>
                    <a:pt x="300" y="103"/>
                    <a:pt x="297" y="103"/>
                  </a:cubicBezTo>
                  <a:cubicBezTo>
                    <a:pt x="297" y="103"/>
                    <a:pt x="293" y="106"/>
                    <a:pt x="293" y="106"/>
                  </a:cubicBezTo>
                  <a:cubicBezTo>
                    <a:pt x="292" y="106"/>
                    <a:pt x="287" y="104"/>
                    <a:pt x="287" y="103"/>
                  </a:cubicBezTo>
                  <a:cubicBezTo>
                    <a:pt x="287" y="100"/>
                    <a:pt x="304" y="79"/>
                    <a:pt x="305" y="74"/>
                  </a:cubicBezTo>
                  <a:cubicBezTo>
                    <a:pt x="306" y="72"/>
                    <a:pt x="302" y="72"/>
                    <a:pt x="301" y="72"/>
                  </a:cubicBezTo>
                  <a:cubicBezTo>
                    <a:pt x="300" y="71"/>
                    <a:pt x="300" y="69"/>
                    <a:pt x="298" y="69"/>
                  </a:cubicBezTo>
                  <a:cubicBezTo>
                    <a:pt x="298" y="69"/>
                    <a:pt x="298" y="70"/>
                    <a:pt x="297" y="70"/>
                  </a:cubicBezTo>
                  <a:cubicBezTo>
                    <a:pt x="296" y="70"/>
                    <a:pt x="297" y="69"/>
                    <a:pt x="297" y="68"/>
                  </a:cubicBezTo>
                  <a:cubicBezTo>
                    <a:pt x="297" y="68"/>
                    <a:pt x="296" y="68"/>
                    <a:pt x="293" y="67"/>
                  </a:cubicBezTo>
                  <a:cubicBezTo>
                    <a:pt x="292" y="66"/>
                    <a:pt x="290" y="67"/>
                    <a:pt x="289" y="67"/>
                  </a:cubicBezTo>
                  <a:cubicBezTo>
                    <a:pt x="286" y="66"/>
                    <a:pt x="285" y="62"/>
                    <a:pt x="282" y="60"/>
                  </a:cubicBezTo>
                  <a:cubicBezTo>
                    <a:pt x="281" y="60"/>
                    <a:pt x="281" y="60"/>
                    <a:pt x="280" y="60"/>
                  </a:cubicBezTo>
                  <a:cubicBezTo>
                    <a:pt x="280" y="60"/>
                    <a:pt x="279" y="60"/>
                    <a:pt x="278" y="60"/>
                  </a:cubicBezTo>
                  <a:cubicBezTo>
                    <a:pt x="278" y="60"/>
                    <a:pt x="279" y="61"/>
                    <a:pt x="278" y="62"/>
                  </a:cubicBezTo>
                  <a:cubicBezTo>
                    <a:pt x="276" y="62"/>
                    <a:pt x="276" y="62"/>
                    <a:pt x="276" y="62"/>
                  </a:cubicBezTo>
                  <a:cubicBezTo>
                    <a:pt x="273" y="63"/>
                    <a:pt x="273" y="65"/>
                    <a:pt x="268" y="65"/>
                  </a:cubicBezTo>
                  <a:cubicBezTo>
                    <a:pt x="268" y="65"/>
                    <a:pt x="268" y="62"/>
                    <a:pt x="267" y="61"/>
                  </a:cubicBezTo>
                  <a:cubicBezTo>
                    <a:pt x="266" y="61"/>
                    <a:pt x="266" y="63"/>
                    <a:pt x="265" y="63"/>
                  </a:cubicBezTo>
                  <a:cubicBezTo>
                    <a:pt x="264" y="61"/>
                    <a:pt x="264" y="61"/>
                    <a:pt x="264" y="61"/>
                  </a:cubicBezTo>
                  <a:cubicBezTo>
                    <a:pt x="263" y="60"/>
                    <a:pt x="262" y="60"/>
                    <a:pt x="261" y="60"/>
                  </a:cubicBezTo>
                  <a:cubicBezTo>
                    <a:pt x="261" y="60"/>
                    <a:pt x="260" y="58"/>
                    <a:pt x="258" y="58"/>
                  </a:cubicBezTo>
                  <a:cubicBezTo>
                    <a:pt x="256" y="59"/>
                    <a:pt x="255" y="63"/>
                    <a:pt x="253" y="64"/>
                  </a:cubicBezTo>
                  <a:cubicBezTo>
                    <a:pt x="252" y="64"/>
                    <a:pt x="251" y="63"/>
                    <a:pt x="250" y="63"/>
                  </a:cubicBezTo>
                  <a:cubicBezTo>
                    <a:pt x="246" y="65"/>
                    <a:pt x="251" y="65"/>
                    <a:pt x="248" y="66"/>
                  </a:cubicBezTo>
                  <a:cubicBezTo>
                    <a:pt x="247" y="66"/>
                    <a:pt x="245" y="65"/>
                    <a:pt x="244" y="66"/>
                  </a:cubicBezTo>
                  <a:cubicBezTo>
                    <a:pt x="244" y="66"/>
                    <a:pt x="243" y="67"/>
                    <a:pt x="241" y="67"/>
                  </a:cubicBezTo>
                  <a:cubicBezTo>
                    <a:pt x="240" y="67"/>
                    <a:pt x="236" y="63"/>
                    <a:pt x="234" y="64"/>
                  </a:cubicBezTo>
                  <a:cubicBezTo>
                    <a:pt x="233" y="64"/>
                    <a:pt x="234" y="67"/>
                    <a:pt x="233" y="67"/>
                  </a:cubicBezTo>
                  <a:cubicBezTo>
                    <a:pt x="232" y="66"/>
                    <a:pt x="233" y="65"/>
                    <a:pt x="232" y="65"/>
                  </a:cubicBezTo>
                  <a:cubicBezTo>
                    <a:pt x="231" y="64"/>
                    <a:pt x="227" y="67"/>
                    <a:pt x="226" y="67"/>
                  </a:cubicBezTo>
                  <a:cubicBezTo>
                    <a:pt x="226" y="66"/>
                    <a:pt x="226" y="65"/>
                    <a:pt x="226" y="64"/>
                  </a:cubicBezTo>
                  <a:cubicBezTo>
                    <a:pt x="225" y="62"/>
                    <a:pt x="223" y="64"/>
                    <a:pt x="223" y="64"/>
                  </a:cubicBezTo>
                  <a:cubicBezTo>
                    <a:pt x="222" y="64"/>
                    <a:pt x="219" y="61"/>
                    <a:pt x="220" y="60"/>
                  </a:cubicBezTo>
                  <a:cubicBezTo>
                    <a:pt x="220" y="60"/>
                    <a:pt x="222" y="57"/>
                    <a:pt x="222" y="57"/>
                  </a:cubicBezTo>
                  <a:cubicBezTo>
                    <a:pt x="222" y="55"/>
                    <a:pt x="220" y="50"/>
                    <a:pt x="219" y="49"/>
                  </a:cubicBezTo>
                  <a:cubicBezTo>
                    <a:pt x="218" y="46"/>
                    <a:pt x="213" y="51"/>
                    <a:pt x="210" y="46"/>
                  </a:cubicBezTo>
                  <a:cubicBezTo>
                    <a:pt x="209" y="44"/>
                    <a:pt x="211" y="44"/>
                    <a:pt x="212" y="43"/>
                  </a:cubicBezTo>
                  <a:cubicBezTo>
                    <a:pt x="212" y="40"/>
                    <a:pt x="210" y="40"/>
                    <a:pt x="209" y="39"/>
                  </a:cubicBezTo>
                  <a:cubicBezTo>
                    <a:pt x="208" y="38"/>
                    <a:pt x="209" y="36"/>
                    <a:pt x="209" y="36"/>
                  </a:cubicBezTo>
                  <a:cubicBezTo>
                    <a:pt x="207" y="33"/>
                    <a:pt x="205" y="34"/>
                    <a:pt x="203" y="34"/>
                  </a:cubicBezTo>
                  <a:cubicBezTo>
                    <a:pt x="201" y="33"/>
                    <a:pt x="201" y="32"/>
                    <a:pt x="199" y="30"/>
                  </a:cubicBezTo>
                  <a:cubicBezTo>
                    <a:pt x="197" y="30"/>
                    <a:pt x="197" y="30"/>
                    <a:pt x="197" y="30"/>
                  </a:cubicBezTo>
                  <a:cubicBezTo>
                    <a:pt x="196" y="29"/>
                    <a:pt x="197" y="28"/>
                    <a:pt x="196" y="27"/>
                  </a:cubicBezTo>
                  <a:cubicBezTo>
                    <a:pt x="196" y="27"/>
                    <a:pt x="183" y="25"/>
                    <a:pt x="189" y="23"/>
                  </a:cubicBezTo>
                  <a:cubicBezTo>
                    <a:pt x="190" y="23"/>
                    <a:pt x="188" y="21"/>
                    <a:pt x="188" y="20"/>
                  </a:cubicBezTo>
                  <a:cubicBezTo>
                    <a:pt x="187" y="19"/>
                    <a:pt x="187" y="18"/>
                    <a:pt x="187" y="16"/>
                  </a:cubicBezTo>
                  <a:cubicBezTo>
                    <a:pt x="186" y="14"/>
                    <a:pt x="182" y="11"/>
                    <a:pt x="180" y="9"/>
                  </a:cubicBezTo>
                  <a:cubicBezTo>
                    <a:pt x="176" y="9"/>
                    <a:pt x="176" y="9"/>
                    <a:pt x="176" y="9"/>
                  </a:cubicBezTo>
                  <a:cubicBezTo>
                    <a:pt x="176" y="8"/>
                    <a:pt x="177" y="8"/>
                    <a:pt x="177" y="8"/>
                  </a:cubicBezTo>
                  <a:cubicBezTo>
                    <a:pt x="177" y="7"/>
                    <a:pt x="176" y="4"/>
                    <a:pt x="175" y="4"/>
                  </a:cubicBezTo>
                  <a:cubicBezTo>
                    <a:pt x="174" y="5"/>
                    <a:pt x="175" y="5"/>
                    <a:pt x="174" y="6"/>
                  </a:cubicBezTo>
                  <a:cubicBezTo>
                    <a:pt x="173" y="7"/>
                    <a:pt x="168" y="2"/>
                    <a:pt x="167" y="1"/>
                  </a:cubicBezTo>
                  <a:cubicBezTo>
                    <a:pt x="165" y="0"/>
                    <a:pt x="164" y="3"/>
                    <a:pt x="163" y="3"/>
                  </a:cubicBezTo>
                  <a:cubicBezTo>
                    <a:pt x="160" y="4"/>
                    <a:pt x="153" y="2"/>
                    <a:pt x="154" y="5"/>
                  </a:cubicBezTo>
                  <a:cubicBezTo>
                    <a:pt x="157" y="6"/>
                    <a:pt x="157" y="6"/>
                    <a:pt x="157" y="6"/>
                  </a:cubicBezTo>
                  <a:cubicBezTo>
                    <a:pt x="159" y="8"/>
                    <a:pt x="159" y="11"/>
                    <a:pt x="161" y="13"/>
                  </a:cubicBezTo>
                  <a:cubicBezTo>
                    <a:pt x="161" y="13"/>
                    <a:pt x="163" y="13"/>
                    <a:pt x="163" y="14"/>
                  </a:cubicBezTo>
                  <a:cubicBezTo>
                    <a:pt x="165" y="16"/>
                    <a:pt x="163" y="18"/>
                    <a:pt x="163" y="20"/>
                  </a:cubicBezTo>
                  <a:cubicBezTo>
                    <a:pt x="163" y="21"/>
                    <a:pt x="165" y="24"/>
                    <a:pt x="164" y="25"/>
                  </a:cubicBezTo>
                  <a:cubicBezTo>
                    <a:pt x="164" y="26"/>
                    <a:pt x="163" y="27"/>
                    <a:pt x="163" y="27"/>
                  </a:cubicBezTo>
                  <a:cubicBezTo>
                    <a:pt x="159" y="29"/>
                    <a:pt x="163" y="24"/>
                    <a:pt x="160" y="25"/>
                  </a:cubicBezTo>
                  <a:cubicBezTo>
                    <a:pt x="159" y="25"/>
                    <a:pt x="156" y="39"/>
                    <a:pt x="155" y="42"/>
                  </a:cubicBezTo>
                  <a:cubicBezTo>
                    <a:pt x="151" y="50"/>
                    <a:pt x="134" y="66"/>
                    <a:pt x="126" y="70"/>
                  </a:cubicBezTo>
                  <a:cubicBezTo>
                    <a:pt x="115" y="76"/>
                    <a:pt x="102" y="77"/>
                    <a:pt x="93" y="83"/>
                  </a:cubicBezTo>
                  <a:cubicBezTo>
                    <a:pt x="90" y="85"/>
                    <a:pt x="88" y="89"/>
                    <a:pt x="85" y="91"/>
                  </a:cubicBezTo>
                  <a:cubicBezTo>
                    <a:pt x="85" y="92"/>
                    <a:pt x="84" y="92"/>
                    <a:pt x="84" y="93"/>
                  </a:cubicBezTo>
                  <a:cubicBezTo>
                    <a:pt x="84" y="94"/>
                    <a:pt x="87" y="95"/>
                    <a:pt x="84" y="97"/>
                  </a:cubicBezTo>
                  <a:cubicBezTo>
                    <a:pt x="82" y="98"/>
                    <a:pt x="83" y="91"/>
                    <a:pt x="81" y="94"/>
                  </a:cubicBezTo>
                  <a:cubicBezTo>
                    <a:pt x="79" y="96"/>
                    <a:pt x="80" y="101"/>
                    <a:pt x="79" y="103"/>
                  </a:cubicBezTo>
                  <a:cubicBezTo>
                    <a:pt x="79" y="105"/>
                    <a:pt x="77" y="106"/>
                    <a:pt x="76" y="108"/>
                  </a:cubicBezTo>
                  <a:cubicBezTo>
                    <a:pt x="74" y="111"/>
                    <a:pt x="73" y="115"/>
                    <a:pt x="72" y="118"/>
                  </a:cubicBezTo>
                  <a:cubicBezTo>
                    <a:pt x="72" y="121"/>
                    <a:pt x="75" y="123"/>
                    <a:pt x="73" y="126"/>
                  </a:cubicBezTo>
                  <a:cubicBezTo>
                    <a:pt x="71" y="127"/>
                    <a:pt x="69" y="127"/>
                    <a:pt x="67" y="129"/>
                  </a:cubicBezTo>
                  <a:cubicBezTo>
                    <a:pt x="65" y="131"/>
                    <a:pt x="68" y="137"/>
                    <a:pt x="62" y="138"/>
                  </a:cubicBezTo>
                  <a:cubicBezTo>
                    <a:pt x="58" y="136"/>
                    <a:pt x="58" y="136"/>
                    <a:pt x="58" y="136"/>
                  </a:cubicBezTo>
                  <a:cubicBezTo>
                    <a:pt x="48" y="132"/>
                    <a:pt x="53" y="127"/>
                    <a:pt x="49" y="124"/>
                  </a:cubicBezTo>
                  <a:cubicBezTo>
                    <a:pt x="44" y="121"/>
                    <a:pt x="46" y="124"/>
                    <a:pt x="42" y="124"/>
                  </a:cubicBezTo>
                  <a:cubicBezTo>
                    <a:pt x="41" y="124"/>
                    <a:pt x="34" y="118"/>
                    <a:pt x="33" y="118"/>
                  </a:cubicBezTo>
                  <a:cubicBezTo>
                    <a:pt x="29" y="119"/>
                    <a:pt x="28" y="126"/>
                    <a:pt x="24" y="122"/>
                  </a:cubicBezTo>
                  <a:cubicBezTo>
                    <a:pt x="23" y="121"/>
                    <a:pt x="26" y="119"/>
                    <a:pt x="26" y="118"/>
                  </a:cubicBezTo>
                  <a:cubicBezTo>
                    <a:pt x="26" y="117"/>
                    <a:pt x="21" y="114"/>
                    <a:pt x="24" y="110"/>
                  </a:cubicBezTo>
                  <a:cubicBezTo>
                    <a:pt x="24" y="110"/>
                    <a:pt x="31" y="111"/>
                    <a:pt x="32" y="107"/>
                  </a:cubicBezTo>
                  <a:cubicBezTo>
                    <a:pt x="33" y="106"/>
                    <a:pt x="31" y="105"/>
                    <a:pt x="31" y="104"/>
                  </a:cubicBezTo>
                  <a:cubicBezTo>
                    <a:pt x="30" y="102"/>
                    <a:pt x="30" y="95"/>
                    <a:pt x="29" y="94"/>
                  </a:cubicBezTo>
                  <a:cubicBezTo>
                    <a:pt x="29" y="93"/>
                    <a:pt x="28" y="93"/>
                    <a:pt x="27" y="93"/>
                  </a:cubicBezTo>
                  <a:cubicBezTo>
                    <a:pt x="27" y="94"/>
                    <a:pt x="27" y="96"/>
                    <a:pt x="26" y="96"/>
                  </a:cubicBezTo>
                  <a:cubicBezTo>
                    <a:pt x="25" y="97"/>
                    <a:pt x="23" y="96"/>
                    <a:pt x="22" y="97"/>
                  </a:cubicBezTo>
                  <a:cubicBezTo>
                    <a:pt x="22" y="97"/>
                    <a:pt x="20" y="100"/>
                    <a:pt x="20" y="100"/>
                  </a:cubicBezTo>
                  <a:cubicBezTo>
                    <a:pt x="18" y="102"/>
                    <a:pt x="14" y="102"/>
                    <a:pt x="13" y="105"/>
                  </a:cubicBezTo>
                  <a:cubicBezTo>
                    <a:pt x="13" y="105"/>
                    <a:pt x="14" y="107"/>
                    <a:pt x="13" y="107"/>
                  </a:cubicBezTo>
                  <a:cubicBezTo>
                    <a:pt x="12" y="108"/>
                    <a:pt x="11" y="108"/>
                    <a:pt x="10" y="109"/>
                  </a:cubicBezTo>
                  <a:cubicBezTo>
                    <a:pt x="9" y="110"/>
                    <a:pt x="9" y="112"/>
                    <a:pt x="8" y="113"/>
                  </a:cubicBezTo>
                  <a:cubicBezTo>
                    <a:pt x="6" y="115"/>
                    <a:pt x="3" y="117"/>
                    <a:pt x="2" y="119"/>
                  </a:cubicBezTo>
                  <a:cubicBezTo>
                    <a:pt x="1" y="123"/>
                    <a:pt x="2" y="126"/>
                    <a:pt x="1" y="130"/>
                  </a:cubicBezTo>
                  <a:cubicBezTo>
                    <a:pt x="0" y="130"/>
                    <a:pt x="8" y="137"/>
                    <a:pt x="8" y="139"/>
                  </a:cubicBezTo>
                  <a:cubicBezTo>
                    <a:pt x="8" y="141"/>
                    <a:pt x="6" y="139"/>
                    <a:pt x="5" y="140"/>
                  </a:cubicBezTo>
                  <a:cubicBezTo>
                    <a:pt x="5" y="140"/>
                    <a:pt x="5" y="143"/>
                    <a:pt x="5" y="144"/>
                  </a:cubicBezTo>
                  <a:cubicBezTo>
                    <a:pt x="5" y="144"/>
                    <a:pt x="5" y="145"/>
                    <a:pt x="6" y="145"/>
                  </a:cubicBezTo>
                  <a:cubicBezTo>
                    <a:pt x="9" y="149"/>
                    <a:pt x="13" y="151"/>
                    <a:pt x="14" y="156"/>
                  </a:cubicBezTo>
                  <a:cubicBezTo>
                    <a:pt x="16" y="165"/>
                    <a:pt x="9" y="160"/>
                    <a:pt x="8" y="160"/>
                  </a:cubicBezTo>
                  <a:cubicBezTo>
                    <a:pt x="6" y="160"/>
                    <a:pt x="6" y="164"/>
                    <a:pt x="6" y="165"/>
                  </a:cubicBezTo>
                  <a:cubicBezTo>
                    <a:pt x="7" y="172"/>
                    <a:pt x="28" y="179"/>
                    <a:pt x="35" y="183"/>
                  </a:cubicBezTo>
                  <a:cubicBezTo>
                    <a:pt x="37" y="185"/>
                    <a:pt x="38" y="187"/>
                    <a:pt x="40" y="190"/>
                  </a:cubicBezTo>
                  <a:cubicBezTo>
                    <a:pt x="42" y="192"/>
                    <a:pt x="44" y="193"/>
                    <a:pt x="46" y="195"/>
                  </a:cubicBezTo>
                  <a:cubicBezTo>
                    <a:pt x="47" y="197"/>
                    <a:pt x="45" y="195"/>
                    <a:pt x="46" y="198"/>
                  </a:cubicBezTo>
                  <a:cubicBezTo>
                    <a:pt x="48" y="200"/>
                    <a:pt x="48" y="200"/>
                    <a:pt x="48" y="200"/>
                  </a:cubicBezTo>
                  <a:cubicBezTo>
                    <a:pt x="50" y="202"/>
                    <a:pt x="49" y="204"/>
                    <a:pt x="50" y="206"/>
                  </a:cubicBezTo>
                  <a:cubicBezTo>
                    <a:pt x="51" y="209"/>
                    <a:pt x="53" y="210"/>
                    <a:pt x="53" y="213"/>
                  </a:cubicBezTo>
                  <a:cubicBezTo>
                    <a:pt x="55" y="219"/>
                    <a:pt x="64" y="222"/>
                    <a:pt x="66" y="226"/>
                  </a:cubicBezTo>
                  <a:cubicBezTo>
                    <a:pt x="66" y="227"/>
                    <a:pt x="69" y="230"/>
                    <a:pt x="69" y="231"/>
                  </a:cubicBezTo>
                  <a:cubicBezTo>
                    <a:pt x="69" y="231"/>
                    <a:pt x="68" y="232"/>
                    <a:pt x="68" y="232"/>
                  </a:cubicBezTo>
                  <a:cubicBezTo>
                    <a:pt x="68" y="233"/>
                    <a:pt x="71" y="235"/>
                    <a:pt x="72" y="236"/>
                  </a:cubicBezTo>
                  <a:cubicBezTo>
                    <a:pt x="74" y="238"/>
                    <a:pt x="72" y="240"/>
                    <a:pt x="73" y="242"/>
                  </a:cubicBezTo>
                  <a:cubicBezTo>
                    <a:pt x="74" y="243"/>
                    <a:pt x="76" y="244"/>
                    <a:pt x="76" y="246"/>
                  </a:cubicBezTo>
                  <a:cubicBezTo>
                    <a:pt x="76" y="247"/>
                    <a:pt x="76" y="248"/>
                    <a:pt x="77" y="250"/>
                  </a:cubicBezTo>
                  <a:cubicBezTo>
                    <a:pt x="78" y="251"/>
                    <a:pt x="78" y="249"/>
                    <a:pt x="79" y="251"/>
                  </a:cubicBezTo>
                  <a:cubicBezTo>
                    <a:pt x="79" y="252"/>
                    <a:pt x="75" y="253"/>
                    <a:pt x="78" y="254"/>
                  </a:cubicBezTo>
                  <a:cubicBezTo>
                    <a:pt x="79" y="254"/>
                    <a:pt x="79" y="253"/>
                    <a:pt x="79" y="253"/>
                  </a:cubicBezTo>
                  <a:cubicBezTo>
                    <a:pt x="79" y="253"/>
                    <a:pt x="80" y="253"/>
                    <a:pt x="80" y="253"/>
                  </a:cubicBezTo>
                  <a:cubicBezTo>
                    <a:pt x="81" y="253"/>
                    <a:pt x="80" y="254"/>
                    <a:pt x="80" y="254"/>
                  </a:cubicBezTo>
                  <a:cubicBezTo>
                    <a:pt x="80" y="255"/>
                    <a:pt x="80" y="255"/>
                    <a:pt x="80" y="255"/>
                  </a:cubicBezTo>
                  <a:cubicBezTo>
                    <a:pt x="80" y="257"/>
                    <a:pt x="83" y="258"/>
                    <a:pt x="83" y="261"/>
                  </a:cubicBezTo>
                  <a:cubicBezTo>
                    <a:pt x="83" y="265"/>
                    <a:pt x="91" y="274"/>
                    <a:pt x="90" y="278"/>
                  </a:cubicBezTo>
                  <a:cubicBezTo>
                    <a:pt x="89" y="279"/>
                    <a:pt x="95" y="284"/>
                    <a:pt x="96" y="287"/>
                  </a:cubicBezTo>
                  <a:cubicBezTo>
                    <a:pt x="98" y="291"/>
                    <a:pt x="101" y="295"/>
                    <a:pt x="103" y="298"/>
                  </a:cubicBezTo>
                  <a:cubicBezTo>
                    <a:pt x="104" y="299"/>
                    <a:pt x="104" y="302"/>
                    <a:pt x="105" y="303"/>
                  </a:cubicBezTo>
                  <a:cubicBezTo>
                    <a:pt x="105" y="304"/>
                    <a:pt x="108" y="307"/>
                    <a:pt x="107" y="308"/>
                  </a:cubicBezTo>
                  <a:cubicBezTo>
                    <a:pt x="105" y="310"/>
                    <a:pt x="105" y="307"/>
                    <a:pt x="106" y="311"/>
                  </a:cubicBezTo>
                  <a:cubicBezTo>
                    <a:pt x="110" y="313"/>
                    <a:pt x="110" y="313"/>
                    <a:pt x="110" y="313"/>
                  </a:cubicBezTo>
                  <a:cubicBezTo>
                    <a:pt x="114" y="315"/>
                    <a:pt x="116" y="317"/>
                    <a:pt x="118" y="320"/>
                  </a:cubicBezTo>
                  <a:cubicBezTo>
                    <a:pt x="119" y="321"/>
                    <a:pt x="120" y="329"/>
                    <a:pt x="120" y="331"/>
                  </a:cubicBezTo>
                  <a:cubicBezTo>
                    <a:pt x="120" y="331"/>
                    <a:pt x="119" y="331"/>
                    <a:pt x="119" y="331"/>
                  </a:cubicBezTo>
                  <a:cubicBezTo>
                    <a:pt x="120" y="332"/>
                    <a:pt x="121" y="332"/>
                    <a:pt x="122" y="333"/>
                  </a:cubicBezTo>
                  <a:cubicBezTo>
                    <a:pt x="124" y="334"/>
                    <a:pt x="122" y="334"/>
                    <a:pt x="123" y="335"/>
                  </a:cubicBezTo>
                  <a:cubicBezTo>
                    <a:pt x="126" y="337"/>
                    <a:pt x="128" y="337"/>
                    <a:pt x="130" y="340"/>
                  </a:cubicBezTo>
                  <a:cubicBezTo>
                    <a:pt x="131" y="341"/>
                    <a:pt x="129" y="343"/>
                    <a:pt x="130" y="344"/>
                  </a:cubicBezTo>
                  <a:cubicBezTo>
                    <a:pt x="132" y="346"/>
                    <a:pt x="136" y="349"/>
                    <a:pt x="137" y="353"/>
                  </a:cubicBezTo>
                  <a:cubicBezTo>
                    <a:pt x="138" y="354"/>
                    <a:pt x="138" y="356"/>
                    <a:pt x="139" y="358"/>
                  </a:cubicBezTo>
                  <a:cubicBezTo>
                    <a:pt x="141" y="362"/>
                    <a:pt x="147" y="364"/>
                    <a:pt x="148" y="369"/>
                  </a:cubicBezTo>
                  <a:cubicBezTo>
                    <a:pt x="148" y="371"/>
                    <a:pt x="148" y="376"/>
                    <a:pt x="146" y="378"/>
                  </a:cubicBezTo>
                  <a:cubicBezTo>
                    <a:pt x="145" y="379"/>
                    <a:pt x="142" y="378"/>
                    <a:pt x="142" y="381"/>
                  </a:cubicBezTo>
                  <a:cubicBezTo>
                    <a:pt x="142" y="382"/>
                    <a:pt x="145" y="381"/>
                    <a:pt x="145" y="381"/>
                  </a:cubicBezTo>
                  <a:cubicBezTo>
                    <a:pt x="145" y="381"/>
                    <a:pt x="146" y="388"/>
                    <a:pt x="146" y="388"/>
                  </a:cubicBezTo>
                  <a:cubicBezTo>
                    <a:pt x="146" y="389"/>
                    <a:pt x="147" y="388"/>
                    <a:pt x="148" y="388"/>
                  </a:cubicBezTo>
                  <a:cubicBezTo>
                    <a:pt x="149" y="389"/>
                    <a:pt x="149" y="389"/>
                    <a:pt x="150" y="390"/>
                  </a:cubicBezTo>
                  <a:cubicBezTo>
                    <a:pt x="150" y="391"/>
                    <a:pt x="151" y="392"/>
                    <a:pt x="150" y="392"/>
                  </a:cubicBezTo>
                  <a:cubicBezTo>
                    <a:pt x="150" y="393"/>
                    <a:pt x="150" y="393"/>
                    <a:pt x="150" y="393"/>
                  </a:cubicBezTo>
                  <a:cubicBezTo>
                    <a:pt x="150" y="394"/>
                    <a:pt x="154" y="396"/>
                    <a:pt x="154" y="396"/>
                  </a:cubicBezTo>
                  <a:cubicBezTo>
                    <a:pt x="155" y="397"/>
                    <a:pt x="154" y="398"/>
                    <a:pt x="154" y="398"/>
                  </a:cubicBezTo>
                  <a:cubicBezTo>
                    <a:pt x="154" y="399"/>
                    <a:pt x="155" y="399"/>
                    <a:pt x="155" y="399"/>
                  </a:cubicBezTo>
                  <a:cubicBezTo>
                    <a:pt x="156" y="402"/>
                    <a:pt x="156" y="402"/>
                    <a:pt x="156" y="402"/>
                  </a:cubicBezTo>
                  <a:cubicBezTo>
                    <a:pt x="162" y="407"/>
                    <a:pt x="166" y="406"/>
                    <a:pt x="171" y="414"/>
                  </a:cubicBezTo>
                  <a:cubicBezTo>
                    <a:pt x="172" y="415"/>
                    <a:pt x="175" y="415"/>
                    <a:pt x="176" y="417"/>
                  </a:cubicBezTo>
                  <a:cubicBezTo>
                    <a:pt x="176" y="418"/>
                    <a:pt x="174" y="417"/>
                    <a:pt x="174" y="418"/>
                  </a:cubicBezTo>
                  <a:cubicBezTo>
                    <a:pt x="174" y="418"/>
                    <a:pt x="178" y="419"/>
                    <a:pt x="177" y="419"/>
                  </a:cubicBezTo>
                  <a:cubicBezTo>
                    <a:pt x="177" y="420"/>
                    <a:pt x="176" y="420"/>
                    <a:pt x="176" y="421"/>
                  </a:cubicBezTo>
                  <a:cubicBezTo>
                    <a:pt x="176" y="421"/>
                    <a:pt x="183" y="424"/>
                    <a:pt x="184" y="424"/>
                  </a:cubicBezTo>
                  <a:cubicBezTo>
                    <a:pt x="186" y="426"/>
                    <a:pt x="186" y="426"/>
                    <a:pt x="186" y="426"/>
                  </a:cubicBezTo>
                  <a:cubicBezTo>
                    <a:pt x="189" y="427"/>
                    <a:pt x="193" y="428"/>
                    <a:pt x="196" y="430"/>
                  </a:cubicBezTo>
                  <a:cubicBezTo>
                    <a:pt x="197" y="431"/>
                    <a:pt x="197" y="433"/>
                    <a:pt x="199" y="433"/>
                  </a:cubicBezTo>
                  <a:cubicBezTo>
                    <a:pt x="201" y="434"/>
                    <a:pt x="206" y="434"/>
                    <a:pt x="207" y="436"/>
                  </a:cubicBezTo>
                  <a:cubicBezTo>
                    <a:pt x="210" y="439"/>
                    <a:pt x="213" y="442"/>
                    <a:pt x="217" y="443"/>
                  </a:cubicBezTo>
                  <a:cubicBezTo>
                    <a:pt x="220" y="444"/>
                    <a:pt x="225" y="443"/>
                    <a:pt x="227" y="446"/>
                  </a:cubicBezTo>
                  <a:cubicBezTo>
                    <a:pt x="228" y="446"/>
                    <a:pt x="227" y="447"/>
                    <a:pt x="228" y="448"/>
                  </a:cubicBezTo>
                  <a:cubicBezTo>
                    <a:pt x="228" y="448"/>
                    <a:pt x="229" y="448"/>
                    <a:pt x="229" y="448"/>
                  </a:cubicBezTo>
                  <a:cubicBezTo>
                    <a:pt x="230" y="448"/>
                    <a:pt x="230" y="448"/>
                    <a:pt x="230" y="448"/>
                  </a:cubicBezTo>
                  <a:cubicBezTo>
                    <a:pt x="231" y="448"/>
                    <a:pt x="240" y="453"/>
                    <a:pt x="242" y="454"/>
                  </a:cubicBezTo>
                  <a:cubicBezTo>
                    <a:pt x="244" y="455"/>
                    <a:pt x="247" y="454"/>
                    <a:pt x="249" y="455"/>
                  </a:cubicBezTo>
                  <a:cubicBezTo>
                    <a:pt x="250" y="456"/>
                    <a:pt x="254" y="458"/>
                    <a:pt x="255" y="459"/>
                  </a:cubicBezTo>
                  <a:cubicBezTo>
                    <a:pt x="255" y="460"/>
                    <a:pt x="254" y="460"/>
                    <a:pt x="255" y="460"/>
                  </a:cubicBezTo>
                  <a:cubicBezTo>
                    <a:pt x="257" y="463"/>
                    <a:pt x="261" y="464"/>
                    <a:pt x="263" y="465"/>
                  </a:cubicBezTo>
                  <a:cubicBezTo>
                    <a:pt x="265" y="466"/>
                    <a:pt x="265" y="468"/>
                    <a:pt x="267" y="468"/>
                  </a:cubicBezTo>
                  <a:cubicBezTo>
                    <a:pt x="271" y="470"/>
                    <a:pt x="277" y="470"/>
                    <a:pt x="279" y="474"/>
                  </a:cubicBezTo>
                  <a:cubicBezTo>
                    <a:pt x="280" y="475"/>
                    <a:pt x="281" y="479"/>
                    <a:pt x="281" y="480"/>
                  </a:cubicBezTo>
                  <a:cubicBezTo>
                    <a:pt x="281" y="481"/>
                    <a:pt x="279" y="482"/>
                    <a:pt x="280" y="482"/>
                  </a:cubicBezTo>
                  <a:cubicBezTo>
                    <a:pt x="280" y="483"/>
                    <a:pt x="281" y="482"/>
                    <a:pt x="282" y="483"/>
                  </a:cubicBezTo>
                  <a:cubicBezTo>
                    <a:pt x="285" y="484"/>
                    <a:pt x="287" y="486"/>
                    <a:pt x="290" y="487"/>
                  </a:cubicBezTo>
                  <a:cubicBezTo>
                    <a:pt x="290" y="487"/>
                    <a:pt x="301" y="496"/>
                    <a:pt x="306" y="500"/>
                  </a:cubicBezTo>
                  <a:cubicBezTo>
                    <a:pt x="306" y="499"/>
                    <a:pt x="306" y="499"/>
                    <a:pt x="306" y="499"/>
                  </a:cubicBezTo>
                  <a:cubicBezTo>
                    <a:pt x="312" y="499"/>
                    <a:pt x="323" y="497"/>
                    <a:pt x="322" y="488"/>
                  </a:cubicBezTo>
                  <a:cubicBezTo>
                    <a:pt x="322" y="486"/>
                    <a:pt x="318" y="482"/>
                    <a:pt x="321" y="480"/>
                  </a:cubicBezTo>
                  <a:cubicBezTo>
                    <a:pt x="322" y="480"/>
                    <a:pt x="326" y="481"/>
                    <a:pt x="329" y="476"/>
                  </a:cubicBezTo>
                  <a:cubicBezTo>
                    <a:pt x="331" y="471"/>
                    <a:pt x="322" y="471"/>
                    <a:pt x="326" y="468"/>
                  </a:cubicBezTo>
                  <a:cubicBezTo>
                    <a:pt x="328" y="466"/>
                    <a:pt x="330" y="464"/>
                    <a:pt x="332" y="462"/>
                  </a:cubicBezTo>
                  <a:cubicBezTo>
                    <a:pt x="334" y="460"/>
                    <a:pt x="335" y="457"/>
                    <a:pt x="337" y="455"/>
                  </a:cubicBezTo>
                  <a:cubicBezTo>
                    <a:pt x="338" y="454"/>
                    <a:pt x="341" y="454"/>
                    <a:pt x="341" y="453"/>
                  </a:cubicBezTo>
                  <a:cubicBezTo>
                    <a:pt x="342" y="451"/>
                    <a:pt x="339" y="449"/>
                    <a:pt x="342" y="447"/>
                  </a:cubicBezTo>
                  <a:cubicBezTo>
                    <a:pt x="342" y="446"/>
                    <a:pt x="347" y="446"/>
                    <a:pt x="345" y="443"/>
                  </a:cubicBezTo>
                  <a:cubicBezTo>
                    <a:pt x="342" y="439"/>
                    <a:pt x="337" y="443"/>
                    <a:pt x="335" y="44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111"/>
            <p:cNvSpPr>
              <a:spLocks/>
            </p:cNvSpPr>
            <p:nvPr/>
          </p:nvSpPr>
          <p:spPr bwMode="auto">
            <a:xfrm>
              <a:off x="4384676" y="1258888"/>
              <a:ext cx="284163" cy="419100"/>
            </a:xfrm>
            <a:custGeom>
              <a:avLst/>
              <a:gdLst/>
              <a:ahLst/>
              <a:cxnLst>
                <a:cxn ang="0">
                  <a:pos x="116" y="154"/>
                </a:cxn>
                <a:cxn ang="0">
                  <a:pos x="116" y="153"/>
                </a:cxn>
                <a:cxn ang="0">
                  <a:pos x="114" y="150"/>
                </a:cxn>
                <a:cxn ang="0">
                  <a:pos x="111" y="141"/>
                </a:cxn>
                <a:cxn ang="0">
                  <a:pos x="103" y="139"/>
                </a:cxn>
                <a:cxn ang="0">
                  <a:pos x="97" y="130"/>
                </a:cxn>
                <a:cxn ang="0">
                  <a:pos x="93" y="113"/>
                </a:cxn>
                <a:cxn ang="0">
                  <a:pos x="97" y="103"/>
                </a:cxn>
                <a:cxn ang="0">
                  <a:pos x="111" y="93"/>
                </a:cxn>
                <a:cxn ang="0">
                  <a:pos x="114" y="89"/>
                </a:cxn>
                <a:cxn ang="0">
                  <a:pos x="112" y="87"/>
                </a:cxn>
                <a:cxn ang="0">
                  <a:pos x="111" y="85"/>
                </a:cxn>
                <a:cxn ang="0">
                  <a:pos x="112" y="81"/>
                </a:cxn>
                <a:cxn ang="0">
                  <a:pos x="114" y="63"/>
                </a:cxn>
                <a:cxn ang="0">
                  <a:pos x="105" y="59"/>
                </a:cxn>
                <a:cxn ang="0">
                  <a:pos x="102" y="53"/>
                </a:cxn>
                <a:cxn ang="0">
                  <a:pos x="87" y="44"/>
                </a:cxn>
                <a:cxn ang="0">
                  <a:pos x="73" y="56"/>
                </a:cxn>
                <a:cxn ang="0">
                  <a:pos x="75" y="50"/>
                </a:cxn>
                <a:cxn ang="0">
                  <a:pos x="72" y="22"/>
                </a:cxn>
                <a:cxn ang="0">
                  <a:pos x="70" y="20"/>
                </a:cxn>
                <a:cxn ang="0">
                  <a:pos x="44" y="1"/>
                </a:cxn>
                <a:cxn ang="0">
                  <a:pos x="52" y="8"/>
                </a:cxn>
                <a:cxn ang="0">
                  <a:pos x="42" y="2"/>
                </a:cxn>
                <a:cxn ang="0">
                  <a:pos x="43" y="5"/>
                </a:cxn>
                <a:cxn ang="0">
                  <a:pos x="37" y="11"/>
                </a:cxn>
                <a:cxn ang="0">
                  <a:pos x="28" y="16"/>
                </a:cxn>
                <a:cxn ang="0">
                  <a:pos x="20" y="23"/>
                </a:cxn>
                <a:cxn ang="0">
                  <a:pos x="22" y="31"/>
                </a:cxn>
                <a:cxn ang="0">
                  <a:pos x="23" y="36"/>
                </a:cxn>
                <a:cxn ang="0">
                  <a:pos x="27" y="41"/>
                </a:cxn>
                <a:cxn ang="0">
                  <a:pos x="18" y="46"/>
                </a:cxn>
                <a:cxn ang="0">
                  <a:pos x="13" y="46"/>
                </a:cxn>
                <a:cxn ang="0">
                  <a:pos x="7" y="62"/>
                </a:cxn>
                <a:cxn ang="0">
                  <a:pos x="18" y="88"/>
                </a:cxn>
                <a:cxn ang="0">
                  <a:pos x="32" y="87"/>
                </a:cxn>
                <a:cxn ang="0">
                  <a:pos x="38" y="93"/>
                </a:cxn>
                <a:cxn ang="0">
                  <a:pos x="33" y="107"/>
                </a:cxn>
                <a:cxn ang="0">
                  <a:pos x="46" y="116"/>
                </a:cxn>
                <a:cxn ang="0">
                  <a:pos x="48" y="121"/>
                </a:cxn>
                <a:cxn ang="0">
                  <a:pos x="41" y="133"/>
                </a:cxn>
                <a:cxn ang="0">
                  <a:pos x="41" y="141"/>
                </a:cxn>
                <a:cxn ang="0">
                  <a:pos x="42" y="166"/>
                </a:cxn>
                <a:cxn ang="0">
                  <a:pos x="45" y="170"/>
                </a:cxn>
                <a:cxn ang="0">
                  <a:pos x="44" y="179"/>
                </a:cxn>
                <a:cxn ang="0">
                  <a:pos x="46" y="182"/>
                </a:cxn>
                <a:cxn ang="0">
                  <a:pos x="58" y="192"/>
                </a:cxn>
                <a:cxn ang="0">
                  <a:pos x="70" y="198"/>
                </a:cxn>
                <a:cxn ang="0">
                  <a:pos x="78" y="195"/>
                </a:cxn>
                <a:cxn ang="0">
                  <a:pos x="83" y="188"/>
                </a:cxn>
                <a:cxn ang="0">
                  <a:pos x="92" y="189"/>
                </a:cxn>
                <a:cxn ang="0">
                  <a:pos x="104" y="184"/>
                </a:cxn>
                <a:cxn ang="0">
                  <a:pos x="113" y="177"/>
                </a:cxn>
                <a:cxn ang="0">
                  <a:pos x="120" y="178"/>
                </a:cxn>
                <a:cxn ang="0">
                  <a:pos x="132" y="178"/>
                </a:cxn>
                <a:cxn ang="0">
                  <a:pos x="128" y="175"/>
                </a:cxn>
              </a:cxnLst>
              <a:rect l="0" t="0" r="r" b="b"/>
              <a:pathLst>
                <a:path w="134" h="198">
                  <a:moveTo>
                    <a:pt x="117" y="156"/>
                  </a:moveTo>
                  <a:cubicBezTo>
                    <a:pt x="117" y="155"/>
                    <a:pt x="117" y="155"/>
                    <a:pt x="116" y="154"/>
                  </a:cubicBezTo>
                  <a:cubicBezTo>
                    <a:pt x="116" y="154"/>
                    <a:pt x="115" y="155"/>
                    <a:pt x="115" y="155"/>
                  </a:cubicBezTo>
                  <a:cubicBezTo>
                    <a:pt x="115" y="154"/>
                    <a:pt x="116" y="153"/>
                    <a:pt x="116" y="153"/>
                  </a:cubicBezTo>
                  <a:cubicBezTo>
                    <a:pt x="115" y="152"/>
                    <a:pt x="114" y="153"/>
                    <a:pt x="114" y="152"/>
                  </a:cubicBezTo>
                  <a:cubicBezTo>
                    <a:pt x="112" y="151"/>
                    <a:pt x="115" y="151"/>
                    <a:pt x="114" y="150"/>
                  </a:cubicBezTo>
                  <a:cubicBezTo>
                    <a:pt x="114" y="149"/>
                    <a:pt x="113" y="149"/>
                    <a:pt x="113" y="149"/>
                  </a:cubicBezTo>
                  <a:cubicBezTo>
                    <a:pt x="113" y="149"/>
                    <a:pt x="111" y="141"/>
                    <a:pt x="111" y="141"/>
                  </a:cubicBezTo>
                  <a:cubicBezTo>
                    <a:pt x="111" y="138"/>
                    <a:pt x="111" y="138"/>
                    <a:pt x="111" y="138"/>
                  </a:cubicBezTo>
                  <a:cubicBezTo>
                    <a:pt x="109" y="137"/>
                    <a:pt x="105" y="140"/>
                    <a:pt x="103" y="139"/>
                  </a:cubicBezTo>
                  <a:cubicBezTo>
                    <a:pt x="100" y="139"/>
                    <a:pt x="102" y="134"/>
                    <a:pt x="99" y="131"/>
                  </a:cubicBezTo>
                  <a:cubicBezTo>
                    <a:pt x="97" y="130"/>
                    <a:pt x="97" y="130"/>
                    <a:pt x="97" y="130"/>
                  </a:cubicBezTo>
                  <a:cubicBezTo>
                    <a:pt x="95" y="128"/>
                    <a:pt x="89" y="118"/>
                    <a:pt x="90" y="116"/>
                  </a:cubicBezTo>
                  <a:cubicBezTo>
                    <a:pt x="91" y="115"/>
                    <a:pt x="93" y="115"/>
                    <a:pt x="93" y="113"/>
                  </a:cubicBezTo>
                  <a:cubicBezTo>
                    <a:pt x="95" y="111"/>
                    <a:pt x="94" y="108"/>
                    <a:pt x="95" y="106"/>
                  </a:cubicBezTo>
                  <a:cubicBezTo>
                    <a:pt x="97" y="103"/>
                    <a:pt x="97" y="103"/>
                    <a:pt x="97" y="103"/>
                  </a:cubicBezTo>
                  <a:cubicBezTo>
                    <a:pt x="96" y="102"/>
                    <a:pt x="94" y="101"/>
                    <a:pt x="94" y="99"/>
                  </a:cubicBezTo>
                  <a:cubicBezTo>
                    <a:pt x="94" y="92"/>
                    <a:pt x="110" y="95"/>
                    <a:pt x="111" y="93"/>
                  </a:cubicBezTo>
                  <a:cubicBezTo>
                    <a:pt x="111" y="89"/>
                    <a:pt x="111" y="89"/>
                    <a:pt x="111" y="89"/>
                  </a:cubicBezTo>
                  <a:cubicBezTo>
                    <a:pt x="112" y="87"/>
                    <a:pt x="113" y="93"/>
                    <a:pt x="114" y="89"/>
                  </a:cubicBezTo>
                  <a:cubicBezTo>
                    <a:pt x="114" y="89"/>
                    <a:pt x="113" y="87"/>
                    <a:pt x="112" y="87"/>
                  </a:cubicBezTo>
                  <a:cubicBezTo>
                    <a:pt x="112" y="88"/>
                    <a:pt x="111" y="88"/>
                    <a:pt x="112" y="87"/>
                  </a:cubicBezTo>
                  <a:cubicBezTo>
                    <a:pt x="112" y="86"/>
                    <a:pt x="112" y="87"/>
                    <a:pt x="112" y="87"/>
                  </a:cubicBezTo>
                  <a:cubicBezTo>
                    <a:pt x="112" y="86"/>
                    <a:pt x="112" y="86"/>
                    <a:pt x="111" y="85"/>
                  </a:cubicBezTo>
                  <a:cubicBezTo>
                    <a:pt x="111" y="85"/>
                    <a:pt x="110" y="86"/>
                    <a:pt x="110" y="86"/>
                  </a:cubicBezTo>
                  <a:cubicBezTo>
                    <a:pt x="110" y="86"/>
                    <a:pt x="112" y="83"/>
                    <a:pt x="112" y="81"/>
                  </a:cubicBezTo>
                  <a:cubicBezTo>
                    <a:pt x="112" y="81"/>
                    <a:pt x="115" y="77"/>
                    <a:pt x="115" y="75"/>
                  </a:cubicBezTo>
                  <a:cubicBezTo>
                    <a:pt x="115" y="70"/>
                    <a:pt x="115" y="67"/>
                    <a:pt x="114" y="63"/>
                  </a:cubicBezTo>
                  <a:cubicBezTo>
                    <a:pt x="113" y="62"/>
                    <a:pt x="106" y="56"/>
                    <a:pt x="105" y="58"/>
                  </a:cubicBezTo>
                  <a:cubicBezTo>
                    <a:pt x="105" y="58"/>
                    <a:pt x="105" y="59"/>
                    <a:pt x="105" y="59"/>
                  </a:cubicBezTo>
                  <a:cubicBezTo>
                    <a:pt x="105" y="60"/>
                    <a:pt x="104" y="58"/>
                    <a:pt x="104" y="57"/>
                  </a:cubicBezTo>
                  <a:cubicBezTo>
                    <a:pt x="103" y="55"/>
                    <a:pt x="104" y="55"/>
                    <a:pt x="102" y="53"/>
                  </a:cubicBezTo>
                  <a:cubicBezTo>
                    <a:pt x="99" y="51"/>
                    <a:pt x="93" y="45"/>
                    <a:pt x="90" y="44"/>
                  </a:cubicBezTo>
                  <a:cubicBezTo>
                    <a:pt x="89" y="44"/>
                    <a:pt x="88" y="44"/>
                    <a:pt x="87" y="44"/>
                  </a:cubicBezTo>
                  <a:cubicBezTo>
                    <a:pt x="84" y="44"/>
                    <a:pt x="82" y="40"/>
                    <a:pt x="79" y="44"/>
                  </a:cubicBezTo>
                  <a:cubicBezTo>
                    <a:pt x="78" y="46"/>
                    <a:pt x="76" y="57"/>
                    <a:pt x="73" y="56"/>
                  </a:cubicBezTo>
                  <a:cubicBezTo>
                    <a:pt x="73" y="56"/>
                    <a:pt x="74" y="55"/>
                    <a:pt x="74" y="55"/>
                  </a:cubicBezTo>
                  <a:cubicBezTo>
                    <a:pt x="75" y="53"/>
                    <a:pt x="75" y="52"/>
                    <a:pt x="75" y="50"/>
                  </a:cubicBezTo>
                  <a:cubicBezTo>
                    <a:pt x="75" y="42"/>
                    <a:pt x="80" y="38"/>
                    <a:pt x="79" y="30"/>
                  </a:cubicBezTo>
                  <a:cubicBezTo>
                    <a:pt x="79" y="29"/>
                    <a:pt x="73" y="22"/>
                    <a:pt x="72" y="22"/>
                  </a:cubicBezTo>
                  <a:cubicBezTo>
                    <a:pt x="72" y="22"/>
                    <a:pt x="72" y="23"/>
                    <a:pt x="72" y="23"/>
                  </a:cubicBezTo>
                  <a:cubicBezTo>
                    <a:pt x="72" y="23"/>
                    <a:pt x="70" y="20"/>
                    <a:pt x="70" y="20"/>
                  </a:cubicBezTo>
                  <a:cubicBezTo>
                    <a:pt x="69" y="18"/>
                    <a:pt x="67" y="17"/>
                    <a:pt x="65" y="15"/>
                  </a:cubicBezTo>
                  <a:cubicBezTo>
                    <a:pt x="61" y="11"/>
                    <a:pt x="50" y="3"/>
                    <a:pt x="44" y="1"/>
                  </a:cubicBezTo>
                  <a:cubicBezTo>
                    <a:pt x="40" y="0"/>
                    <a:pt x="48" y="5"/>
                    <a:pt x="50" y="6"/>
                  </a:cubicBezTo>
                  <a:cubicBezTo>
                    <a:pt x="51" y="6"/>
                    <a:pt x="51" y="7"/>
                    <a:pt x="52" y="8"/>
                  </a:cubicBezTo>
                  <a:cubicBezTo>
                    <a:pt x="52" y="8"/>
                    <a:pt x="53" y="9"/>
                    <a:pt x="53" y="9"/>
                  </a:cubicBezTo>
                  <a:cubicBezTo>
                    <a:pt x="49" y="7"/>
                    <a:pt x="45" y="5"/>
                    <a:pt x="42" y="2"/>
                  </a:cubicBezTo>
                  <a:cubicBezTo>
                    <a:pt x="42" y="2"/>
                    <a:pt x="41" y="2"/>
                    <a:pt x="41" y="2"/>
                  </a:cubicBezTo>
                  <a:cubicBezTo>
                    <a:pt x="42" y="3"/>
                    <a:pt x="43" y="4"/>
                    <a:pt x="43" y="5"/>
                  </a:cubicBezTo>
                  <a:cubicBezTo>
                    <a:pt x="43" y="7"/>
                    <a:pt x="39" y="6"/>
                    <a:pt x="39" y="6"/>
                  </a:cubicBezTo>
                  <a:cubicBezTo>
                    <a:pt x="38" y="7"/>
                    <a:pt x="38" y="10"/>
                    <a:pt x="37" y="11"/>
                  </a:cubicBezTo>
                  <a:cubicBezTo>
                    <a:pt x="32" y="13"/>
                    <a:pt x="32" y="13"/>
                    <a:pt x="32" y="13"/>
                  </a:cubicBezTo>
                  <a:cubicBezTo>
                    <a:pt x="31" y="14"/>
                    <a:pt x="30" y="16"/>
                    <a:pt x="28" y="16"/>
                  </a:cubicBezTo>
                  <a:cubicBezTo>
                    <a:pt x="27" y="17"/>
                    <a:pt x="24" y="17"/>
                    <a:pt x="23" y="18"/>
                  </a:cubicBezTo>
                  <a:cubicBezTo>
                    <a:pt x="22" y="19"/>
                    <a:pt x="22" y="22"/>
                    <a:pt x="20" y="23"/>
                  </a:cubicBezTo>
                  <a:cubicBezTo>
                    <a:pt x="20" y="23"/>
                    <a:pt x="18" y="24"/>
                    <a:pt x="18" y="25"/>
                  </a:cubicBezTo>
                  <a:cubicBezTo>
                    <a:pt x="18" y="27"/>
                    <a:pt x="22" y="29"/>
                    <a:pt x="22" y="31"/>
                  </a:cubicBezTo>
                  <a:cubicBezTo>
                    <a:pt x="21" y="34"/>
                    <a:pt x="19" y="33"/>
                    <a:pt x="22" y="35"/>
                  </a:cubicBezTo>
                  <a:cubicBezTo>
                    <a:pt x="22" y="36"/>
                    <a:pt x="22" y="36"/>
                    <a:pt x="23" y="36"/>
                  </a:cubicBezTo>
                  <a:cubicBezTo>
                    <a:pt x="24" y="36"/>
                    <a:pt x="24" y="33"/>
                    <a:pt x="28" y="34"/>
                  </a:cubicBezTo>
                  <a:cubicBezTo>
                    <a:pt x="31" y="35"/>
                    <a:pt x="29" y="40"/>
                    <a:pt x="27" y="41"/>
                  </a:cubicBezTo>
                  <a:cubicBezTo>
                    <a:pt x="27" y="42"/>
                    <a:pt x="27" y="41"/>
                    <a:pt x="26" y="41"/>
                  </a:cubicBezTo>
                  <a:cubicBezTo>
                    <a:pt x="23" y="41"/>
                    <a:pt x="21" y="46"/>
                    <a:pt x="18" y="46"/>
                  </a:cubicBezTo>
                  <a:cubicBezTo>
                    <a:pt x="17" y="46"/>
                    <a:pt x="14" y="44"/>
                    <a:pt x="12" y="44"/>
                  </a:cubicBezTo>
                  <a:cubicBezTo>
                    <a:pt x="12" y="45"/>
                    <a:pt x="13" y="45"/>
                    <a:pt x="13" y="46"/>
                  </a:cubicBezTo>
                  <a:cubicBezTo>
                    <a:pt x="11" y="48"/>
                    <a:pt x="4" y="46"/>
                    <a:pt x="5" y="51"/>
                  </a:cubicBezTo>
                  <a:cubicBezTo>
                    <a:pt x="5" y="52"/>
                    <a:pt x="8" y="60"/>
                    <a:pt x="7" y="62"/>
                  </a:cubicBezTo>
                  <a:cubicBezTo>
                    <a:pt x="6" y="64"/>
                    <a:pt x="0" y="65"/>
                    <a:pt x="0" y="68"/>
                  </a:cubicBezTo>
                  <a:cubicBezTo>
                    <a:pt x="0" y="72"/>
                    <a:pt x="12" y="81"/>
                    <a:pt x="18" y="88"/>
                  </a:cubicBezTo>
                  <a:cubicBezTo>
                    <a:pt x="21" y="88"/>
                    <a:pt x="23" y="89"/>
                    <a:pt x="26" y="89"/>
                  </a:cubicBezTo>
                  <a:cubicBezTo>
                    <a:pt x="28" y="89"/>
                    <a:pt x="30" y="87"/>
                    <a:pt x="32" y="87"/>
                  </a:cubicBezTo>
                  <a:cubicBezTo>
                    <a:pt x="32" y="87"/>
                    <a:pt x="38" y="91"/>
                    <a:pt x="38" y="91"/>
                  </a:cubicBezTo>
                  <a:cubicBezTo>
                    <a:pt x="39" y="92"/>
                    <a:pt x="38" y="93"/>
                    <a:pt x="38" y="93"/>
                  </a:cubicBezTo>
                  <a:cubicBezTo>
                    <a:pt x="38" y="96"/>
                    <a:pt x="38" y="100"/>
                    <a:pt x="37" y="102"/>
                  </a:cubicBezTo>
                  <a:cubicBezTo>
                    <a:pt x="36" y="103"/>
                    <a:pt x="32" y="106"/>
                    <a:pt x="33" y="107"/>
                  </a:cubicBezTo>
                  <a:cubicBezTo>
                    <a:pt x="36" y="109"/>
                    <a:pt x="41" y="108"/>
                    <a:pt x="44" y="109"/>
                  </a:cubicBezTo>
                  <a:cubicBezTo>
                    <a:pt x="49" y="111"/>
                    <a:pt x="42" y="114"/>
                    <a:pt x="46" y="116"/>
                  </a:cubicBezTo>
                  <a:cubicBezTo>
                    <a:pt x="46" y="117"/>
                    <a:pt x="47" y="117"/>
                    <a:pt x="47" y="117"/>
                  </a:cubicBezTo>
                  <a:cubicBezTo>
                    <a:pt x="48" y="118"/>
                    <a:pt x="48" y="120"/>
                    <a:pt x="48" y="121"/>
                  </a:cubicBezTo>
                  <a:cubicBezTo>
                    <a:pt x="49" y="121"/>
                    <a:pt x="51" y="121"/>
                    <a:pt x="51" y="122"/>
                  </a:cubicBezTo>
                  <a:cubicBezTo>
                    <a:pt x="50" y="124"/>
                    <a:pt x="41" y="132"/>
                    <a:pt x="41" y="133"/>
                  </a:cubicBezTo>
                  <a:cubicBezTo>
                    <a:pt x="42" y="136"/>
                    <a:pt x="42" y="136"/>
                    <a:pt x="42" y="136"/>
                  </a:cubicBezTo>
                  <a:cubicBezTo>
                    <a:pt x="43" y="137"/>
                    <a:pt x="41" y="139"/>
                    <a:pt x="41" y="141"/>
                  </a:cubicBezTo>
                  <a:cubicBezTo>
                    <a:pt x="39" y="148"/>
                    <a:pt x="37" y="154"/>
                    <a:pt x="40" y="162"/>
                  </a:cubicBezTo>
                  <a:cubicBezTo>
                    <a:pt x="40" y="162"/>
                    <a:pt x="42" y="166"/>
                    <a:pt x="42" y="166"/>
                  </a:cubicBezTo>
                  <a:cubicBezTo>
                    <a:pt x="42" y="167"/>
                    <a:pt x="44" y="167"/>
                    <a:pt x="45" y="168"/>
                  </a:cubicBezTo>
                  <a:cubicBezTo>
                    <a:pt x="45" y="168"/>
                    <a:pt x="45" y="169"/>
                    <a:pt x="45" y="170"/>
                  </a:cubicBezTo>
                  <a:cubicBezTo>
                    <a:pt x="45" y="172"/>
                    <a:pt x="44" y="175"/>
                    <a:pt x="44" y="177"/>
                  </a:cubicBezTo>
                  <a:cubicBezTo>
                    <a:pt x="44" y="178"/>
                    <a:pt x="44" y="178"/>
                    <a:pt x="44" y="179"/>
                  </a:cubicBezTo>
                  <a:cubicBezTo>
                    <a:pt x="47" y="180"/>
                    <a:pt x="47" y="180"/>
                    <a:pt x="47" y="180"/>
                  </a:cubicBezTo>
                  <a:cubicBezTo>
                    <a:pt x="46" y="182"/>
                    <a:pt x="46" y="182"/>
                    <a:pt x="46" y="182"/>
                  </a:cubicBezTo>
                  <a:cubicBezTo>
                    <a:pt x="46" y="183"/>
                    <a:pt x="49" y="183"/>
                    <a:pt x="50" y="183"/>
                  </a:cubicBezTo>
                  <a:cubicBezTo>
                    <a:pt x="53" y="185"/>
                    <a:pt x="55" y="190"/>
                    <a:pt x="58" y="192"/>
                  </a:cubicBezTo>
                  <a:cubicBezTo>
                    <a:pt x="61" y="194"/>
                    <a:pt x="64" y="193"/>
                    <a:pt x="67" y="194"/>
                  </a:cubicBezTo>
                  <a:cubicBezTo>
                    <a:pt x="68" y="196"/>
                    <a:pt x="68" y="198"/>
                    <a:pt x="70" y="198"/>
                  </a:cubicBezTo>
                  <a:cubicBezTo>
                    <a:pt x="76" y="196"/>
                    <a:pt x="69" y="197"/>
                    <a:pt x="73" y="195"/>
                  </a:cubicBezTo>
                  <a:cubicBezTo>
                    <a:pt x="74" y="194"/>
                    <a:pt x="77" y="196"/>
                    <a:pt x="78" y="195"/>
                  </a:cubicBezTo>
                  <a:cubicBezTo>
                    <a:pt x="81" y="194"/>
                    <a:pt x="78" y="192"/>
                    <a:pt x="78" y="190"/>
                  </a:cubicBezTo>
                  <a:cubicBezTo>
                    <a:pt x="79" y="189"/>
                    <a:pt x="82" y="188"/>
                    <a:pt x="83" y="188"/>
                  </a:cubicBezTo>
                  <a:cubicBezTo>
                    <a:pt x="83" y="187"/>
                    <a:pt x="83" y="186"/>
                    <a:pt x="83" y="186"/>
                  </a:cubicBezTo>
                  <a:cubicBezTo>
                    <a:pt x="86" y="186"/>
                    <a:pt x="89" y="189"/>
                    <a:pt x="92" y="189"/>
                  </a:cubicBezTo>
                  <a:cubicBezTo>
                    <a:pt x="93" y="188"/>
                    <a:pt x="92" y="185"/>
                    <a:pt x="93" y="185"/>
                  </a:cubicBezTo>
                  <a:cubicBezTo>
                    <a:pt x="95" y="182"/>
                    <a:pt x="101" y="184"/>
                    <a:pt x="104" y="184"/>
                  </a:cubicBezTo>
                  <a:cubicBezTo>
                    <a:pt x="107" y="183"/>
                    <a:pt x="108" y="176"/>
                    <a:pt x="111" y="176"/>
                  </a:cubicBezTo>
                  <a:cubicBezTo>
                    <a:pt x="112" y="176"/>
                    <a:pt x="112" y="177"/>
                    <a:pt x="113" y="177"/>
                  </a:cubicBezTo>
                  <a:cubicBezTo>
                    <a:pt x="114" y="177"/>
                    <a:pt x="117" y="174"/>
                    <a:pt x="118" y="175"/>
                  </a:cubicBezTo>
                  <a:cubicBezTo>
                    <a:pt x="119" y="177"/>
                    <a:pt x="116" y="177"/>
                    <a:pt x="120" y="178"/>
                  </a:cubicBezTo>
                  <a:cubicBezTo>
                    <a:pt x="123" y="178"/>
                    <a:pt x="127" y="177"/>
                    <a:pt x="129" y="177"/>
                  </a:cubicBezTo>
                  <a:cubicBezTo>
                    <a:pt x="130" y="177"/>
                    <a:pt x="131" y="178"/>
                    <a:pt x="132" y="178"/>
                  </a:cubicBezTo>
                  <a:cubicBezTo>
                    <a:pt x="133" y="178"/>
                    <a:pt x="133" y="177"/>
                    <a:pt x="134" y="177"/>
                  </a:cubicBezTo>
                  <a:cubicBezTo>
                    <a:pt x="132" y="175"/>
                    <a:pt x="130" y="176"/>
                    <a:pt x="128" y="175"/>
                  </a:cubicBezTo>
                  <a:cubicBezTo>
                    <a:pt x="125" y="173"/>
                    <a:pt x="119" y="160"/>
                    <a:pt x="117" y="156"/>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112"/>
            <p:cNvSpPr>
              <a:spLocks/>
            </p:cNvSpPr>
            <p:nvPr/>
          </p:nvSpPr>
          <p:spPr bwMode="auto">
            <a:xfrm>
              <a:off x="4573588" y="1398588"/>
              <a:ext cx="241300" cy="242888"/>
            </a:xfrm>
            <a:custGeom>
              <a:avLst/>
              <a:gdLst/>
              <a:ahLst/>
              <a:cxnLst>
                <a:cxn ang="0">
                  <a:pos x="98" y="100"/>
                </a:cxn>
                <a:cxn ang="0">
                  <a:pos x="100" y="98"/>
                </a:cxn>
                <a:cxn ang="0">
                  <a:pos x="107" y="77"/>
                </a:cxn>
                <a:cxn ang="0">
                  <a:pos x="102" y="54"/>
                </a:cxn>
                <a:cxn ang="0">
                  <a:pos x="101" y="50"/>
                </a:cxn>
                <a:cxn ang="0">
                  <a:pos x="108" y="17"/>
                </a:cxn>
                <a:cxn ang="0">
                  <a:pos x="89" y="1"/>
                </a:cxn>
                <a:cxn ang="0">
                  <a:pos x="88" y="5"/>
                </a:cxn>
                <a:cxn ang="0">
                  <a:pos x="81" y="5"/>
                </a:cxn>
                <a:cxn ang="0">
                  <a:pos x="66" y="1"/>
                </a:cxn>
                <a:cxn ang="0">
                  <a:pos x="60" y="8"/>
                </a:cxn>
                <a:cxn ang="0">
                  <a:pos x="53" y="5"/>
                </a:cxn>
                <a:cxn ang="0">
                  <a:pos x="23" y="15"/>
                </a:cxn>
                <a:cxn ang="0">
                  <a:pos x="22" y="19"/>
                </a:cxn>
                <a:cxn ang="0">
                  <a:pos x="25" y="23"/>
                </a:cxn>
                <a:cxn ang="0">
                  <a:pos x="22" y="27"/>
                </a:cxn>
                <a:cxn ang="0">
                  <a:pos x="8" y="37"/>
                </a:cxn>
                <a:cxn ang="0">
                  <a:pos x="4" y="47"/>
                </a:cxn>
                <a:cxn ang="0">
                  <a:pos x="8" y="64"/>
                </a:cxn>
                <a:cxn ang="0">
                  <a:pos x="14" y="73"/>
                </a:cxn>
                <a:cxn ang="0">
                  <a:pos x="22" y="75"/>
                </a:cxn>
                <a:cxn ang="0">
                  <a:pos x="25" y="84"/>
                </a:cxn>
                <a:cxn ang="0">
                  <a:pos x="27" y="87"/>
                </a:cxn>
                <a:cxn ang="0">
                  <a:pos x="27" y="88"/>
                </a:cxn>
                <a:cxn ang="0">
                  <a:pos x="39" y="109"/>
                </a:cxn>
                <a:cxn ang="0">
                  <a:pos x="59" y="113"/>
                </a:cxn>
                <a:cxn ang="0">
                  <a:pos x="55" y="100"/>
                </a:cxn>
                <a:cxn ang="0">
                  <a:pos x="59" y="95"/>
                </a:cxn>
                <a:cxn ang="0">
                  <a:pos x="81" y="94"/>
                </a:cxn>
                <a:cxn ang="0">
                  <a:pos x="86" y="94"/>
                </a:cxn>
                <a:cxn ang="0">
                  <a:pos x="94" y="97"/>
                </a:cxn>
                <a:cxn ang="0">
                  <a:pos x="95" y="101"/>
                </a:cxn>
                <a:cxn ang="0">
                  <a:pos x="96" y="100"/>
                </a:cxn>
              </a:cxnLst>
              <a:rect l="0" t="0" r="r" b="b"/>
              <a:pathLst>
                <a:path w="114" h="115">
                  <a:moveTo>
                    <a:pt x="97" y="100"/>
                  </a:moveTo>
                  <a:cubicBezTo>
                    <a:pt x="97" y="100"/>
                    <a:pt x="98" y="101"/>
                    <a:pt x="98" y="100"/>
                  </a:cubicBezTo>
                  <a:cubicBezTo>
                    <a:pt x="99" y="98"/>
                    <a:pt x="99" y="98"/>
                    <a:pt x="99" y="98"/>
                  </a:cubicBezTo>
                  <a:cubicBezTo>
                    <a:pt x="99" y="97"/>
                    <a:pt x="100" y="98"/>
                    <a:pt x="100" y="98"/>
                  </a:cubicBezTo>
                  <a:cubicBezTo>
                    <a:pt x="102" y="96"/>
                    <a:pt x="106" y="89"/>
                    <a:pt x="107" y="87"/>
                  </a:cubicBezTo>
                  <a:cubicBezTo>
                    <a:pt x="108" y="84"/>
                    <a:pt x="106" y="80"/>
                    <a:pt x="107" y="77"/>
                  </a:cubicBezTo>
                  <a:cubicBezTo>
                    <a:pt x="108" y="73"/>
                    <a:pt x="114" y="71"/>
                    <a:pt x="113" y="66"/>
                  </a:cubicBezTo>
                  <a:cubicBezTo>
                    <a:pt x="112" y="64"/>
                    <a:pt x="102" y="55"/>
                    <a:pt x="102" y="54"/>
                  </a:cubicBezTo>
                  <a:cubicBezTo>
                    <a:pt x="103" y="51"/>
                    <a:pt x="103" y="51"/>
                    <a:pt x="103" y="51"/>
                  </a:cubicBezTo>
                  <a:cubicBezTo>
                    <a:pt x="103" y="50"/>
                    <a:pt x="101" y="50"/>
                    <a:pt x="101" y="50"/>
                  </a:cubicBezTo>
                  <a:cubicBezTo>
                    <a:pt x="100" y="48"/>
                    <a:pt x="100" y="37"/>
                    <a:pt x="99" y="35"/>
                  </a:cubicBezTo>
                  <a:cubicBezTo>
                    <a:pt x="97" y="27"/>
                    <a:pt x="104" y="23"/>
                    <a:pt x="108" y="17"/>
                  </a:cubicBezTo>
                  <a:cubicBezTo>
                    <a:pt x="108" y="15"/>
                    <a:pt x="114" y="7"/>
                    <a:pt x="111" y="5"/>
                  </a:cubicBezTo>
                  <a:cubicBezTo>
                    <a:pt x="109" y="4"/>
                    <a:pt x="91" y="1"/>
                    <a:pt x="89" y="1"/>
                  </a:cubicBezTo>
                  <a:cubicBezTo>
                    <a:pt x="88" y="1"/>
                    <a:pt x="82" y="0"/>
                    <a:pt x="82" y="1"/>
                  </a:cubicBezTo>
                  <a:cubicBezTo>
                    <a:pt x="80" y="6"/>
                    <a:pt x="88" y="3"/>
                    <a:pt x="88" y="5"/>
                  </a:cubicBezTo>
                  <a:cubicBezTo>
                    <a:pt x="88" y="5"/>
                    <a:pt x="83" y="4"/>
                    <a:pt x="82" y="4"/>
                  </a:cubicBezTo>
                  <a:cubicBezTo>
                    <a:pt x="82" y="4"/>
                    <a:pt x="82" y="6"/>
                    <a:pt x="81" y="5"/>
                  </a:cubicBezTo>
                  <a:cubicBezTo>
                    <a:pt x="81" y="5"/>
                    <a:pt x="82" y="4"/>
                    <a:pt x="81" y="4"/>
                  </a:cubicBezTo>
                  <a:cubicBezTo>
                    <a:pt x="80" y="2"/>
                    <a:pt x="68" y="1"/>
                    <a:pt x="66" y="1"/>
                  </a:cubicBezTo>
                  <a:cubicBezTo>
                    <a:pt x="56" y="2"/>
                    <a:pt x="62" y="4"/>
                    <a:pt x="60" y="10"/>
                  </a:cubicBezTo>
                  <a:cubicBezTo>
                    <a:pt x="60" y="9"/>
                    <a:pt x="60" y="9"/>
                    <a:pt x="60" y="8"/>
                  </a:cubicBezTo>
                  <a:cubicBezTo>
                    <a:pt x="60" y="8"/>
                    <a:pt x="60" y="7"/>
                    <a:pt x="60" y="7"/>
                  </a:cubicBezTo>
                  <a:cubicBezTo>
                    <a:pt x="59" y="5"/>
                    <a:pt x="55" y="5"/>
                    <a:pt x="53" y="5"/>
                  </a:cubicBezTo>
                  <a:cubicBezTo>
                    <a:pt x="47" y="3"/>
                    <a:pt x="38" y="0"/>
                    <a:pt x="31" y="1"/>
                  </a:cubicBezTo>
                  <a:cubicBezTo>
                    <a:pt x="25" y="1"/>
                    <a:pt x="28" y="12"/>
                    <a:pt x="23" y="15"/>
                  </a:cubicBezTo>
                  <a:cubicBezTo>
                    <a:pt x="23" y="17"/>
                    <a:pt x="21" y="20"/>
                    <a:pt x="21" y="20"/>
                  </a:cubicBezTo>
                  <a:cubicBezTo>
                    <a:pt x="21" y="20"/>
                    <a:pt x="22" y="19"/>
                    <a:pt x="22" y="19"/>
                  </a:cubicBezTo>
                  <a:cubicBezTo>
                    <a:pt x="23" y="20"/>
                    <a:pt x="23" y="20"/>
                    <a:pt x="23" y="21"/>
                  </a:cubicBezTo>
                  <a:cubicBezTo>
                    <a:pt x="24" y="21"/>
                    <a:pt x="25" y="23"/>
                    <a:pt x="25" y="23"/>
                  </a:cubicBezTo>
                  <a:cubicBezTo>
                    <a:pt x="24" y="27"/>
                    <a:pt x="23" y="21"/>
                    <a:pt x="22" y="23"/>
                  </a:cubicBezTo>
                  <a:cubicBezTo>
                    <a:pt x="22" y="27"/>
                    <a:pt x="22" y="27"/>
                    <a:pt x="22" y="27"/>
                  </a:cubicBezTo>
                  <a:cubicBezTo>
                    <a:pt x="21" y="29"/>
                    <a:pt x="5" y="26"/>
                    <a:pt x="5" y="33"/>
                  </a:cubicBezTo>
                  <a:cubicBezTo>
                    <a:pt x="5" y="35"/>
                    <a:pt x="7" y="36"/>
                    <a:pt x="8" y="37"/>
                  </a:cubicBezTo>
                  <a:cubicBezTo>
                    <a:pt x="6" y="40"/>
                    <a:pt x="6" y="40"/>
                    <a:pt x="6" y="40"/>
                  </a:cubicBezTo>
                  <a:cubicBezTo>
                    <a:pt x="5" y="42"/>
                    <a:pt x="6" y="45"/>
                    <a:pt x="4" y="47"/>
                  </a:cubicBezTo>
                  <a:cubicBezTo>
                    <a:pt x="4" y="49"/>
                    <a:pt x="2" y="49"/>
                    <a:pt x="1" y="50"/>
                  </a:cubicBezTo>
                  <a:cubicBezTo>
                    <a:pt x="0" y="52"/>
                    <a:pt x="6" y="62"/>
                    <a:pt x="8" y="64"/>
                  </a:cubicBezTo>
                  <a:cubicBezTo>
                    <a:pt x="10" y="65"/>
                    <a:pt x="10" y="65"/>
                    <a:pt x="10" y="65"/>
                  </a:cubicBezTo>
                  <a:cubicBezTo>
                    <a:pt x="13" y="68"/>
                    <a:pt x="11" y="73"/>
                    <a:pt x="14" y="73"/>
                  </a:cubicBezTo>
                  <a:cubicBezTo>
                    <a:pt x="16" y="74"/>
                    <a:pt x="20" y="71"/>
                    <a:pt x="22" y="72"/>
                  </a:cubicBezTo>
                  <a:cubicBezTo>
                    <a:pt x="22" y="75"/>
                    <a:pt x="22" y="75"/>
                    <a:pt x="22" y="75"/>
                  </a:cubicBezTo>
                  <a:cubicBezTo>
                    <a:pt x="22" y="75"/>
                    <a:pt x="24" y="83"/>
                    <a:pt x="24" y="83"/>
                  </a:cubicBezTo>
                  <a:cubicBezTo>
                    <a:pt x="24" y="83"/>
                    <a:pt x="25" y="83"/>
                    <a:pt x="25" y="84"/>
                  </a:cubicBezTo>
                  <a:cubicBezTo>
                    <a:pt x="26" y="85"/>
                    <a:pt x="23" y="85"/>
                    <a:pt x="25" y="86"/>
                  </a:cubicBezTo>
                  <a:cubicBezTo>
                    <a:pt x="25" y="87"/>
                    <a:pt x="26" y="86"/>
                    <a:pt x="27" y="87"/>
                  </a:cubicBezTo>
                  <a:cubicBezTo>
                    <a:pt x="27" y="87"/>
                    <a:pt x="26" y="88"/>
                    <a:pt x="26" y="89"/>
                  </a:cubicBezTo>
                  <a:cubicBezTo>
                    <a:pt x="26" y="89"/>
                    <a:pt x="27" y="88"/>
                    <a:pt x="27" y="88"/>
                  </a:cubicBezTo>
                  <a:cubicBezTo>
                    <a:pt x="28" y="89"/>
                    <a:pt x="28" y="89"/>
                    <a:pt x="28" y="90"/>
                  </a:cubicBezTo>
                  <a:cubicBezTo>
                    <a:pt x="30" y="94"/>
                    <a:pt x="36" y="107"/>
                    <a:pt x="39" y="109"/>
                  </a:cubicBezTo>
                  <a:cubicBezTo>
                    <a:pt x="41" y="110"/>
                    <a:pt x="43" y="109"/>
                    <a:pt x="45" y="111"/>
                  </a:cubicBezTo>
                  <a:cubicBezTo>
                    <a:pt x="49" y="110"/>
                    <a:pt x="55" y="115"/>
                    <a:pt x="59" y="113"/>
                  </a:cubicBezTo>
                  <a:cubicBezTo>
                    <a:pt x="61" y="113"/>
                    <a:pt x="61" y="109"/>
                    <a:pt x="60" y="108"/>
                  </a:cubicBezTo>
                  <a:cubicBezTo>
                    <a:pt x="60" y="106"/>
                    <a:pt x="51" y="102"/>
                    <a:pt x="55" y="100"/>
                  </a:cubicBezTo>
                  <a:cubicBezTo>
                    <a:pt x="55" y="100"/>
                    <a:pt x="56" y="100"/>
                    <a:pt x="57" y="100"/>
                  </a:cubicBezTo>
                  <a:cubicBezTo>
                    <a:pt x="58" y="99"/>
                    <a:pt x="58" y="95"/>
                    <a:pt x="59" y="95"/>
                  </a:cubicBezTo>
                  <a:cubicBezTo>
                    <a:pt x="61" y="95"/>
                    <a:pt x="63" y="98"/>
                    <a:pt x="65" y="99"/>
                  </a:cubicBezTo>
                  <a:cubicBezTo>
                    <a:pt x="72" y="100"/>
                    <a:pt x="77" y="94"/>
                    <a:pt x="81" y="94"/>
                  </a:cubicBezTo>
                  <a:cubicBezTo>
                    <a:pt x="81" y="94"/>
                    <a:pt x="81" y="95"/>
                    <a:pt x="82" y="95"/>
                  </a:cubicBezTo>
                  <a:cubicBezTo>
                    <a:pt x="83" y="95"/>
                    <a:pt x="85" y="92"/>
                    <a:pt x="86" y="94"/>
                  </a:cubicBezTo>
                  <a:cubicBezTo>
                    <a:pt x="87" y="94"/>
                    <a:pt x="87" y="97"/>
                    <a:pt x="89" y="98"/>
                  </a:cubicBezTo>
                  <a:cubicBezTo>
                    <a:pt x="91" y="99"/>
                    <a:pt x="91" y="95"/>
                    <a:pt x="94" y="97"/>
                  </a:cubicBezTo>
                  <a:cubicBezTo>
                    <a:pt x="94" y="98"/>
                    <a:pt x="92" y="100"/>
                    <a:pt x="94" y="101"/>
                  </a:cubicBezTo>
                  <a:cubicBezTo>
                    <a:pt x="94" y="101"/>
                    <a:pt x="95" y="101"/>
                    <a:pt x="95" y="101"/>
                  </a:cubicBezTo>
                  <a:cubicBezTo>
                    <a:pt x="96" y="101"/>
                    <a:pt x="96" y="101"/>
                    <a:pt x="96" y="101"/>
                  </a:cubicBezTo>
                  <a:cubicBezTo>
                    <a:pt x="96" y="100"/>
                    <a:pt x="96" y="100"/>
                    <a:pt x="96" y="100"/>
                  </a:cubicBezTo>
                  <a:cubicBezTo>
                    <a:pt x="96" y="100"/>
                    <a:pt x="96" y="100"/>
                    <a:pt x="97" y="10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113"/>
            <p:cNvSpPr>
              <a:spLocks/>
            </p:cNvSpPr>
            <p:nvPr/>
          </p:nvSpPr>
          <p:spPr bwMode="auto">
            <a:xfrm>
              <a:off x="4776788" y="1411288"/>
              <a:ext cx="171450" cy="212725"/>
            </a:xfrm>
            <a:custGeom>
              <a:avLst/>
              <a:gdLst/>
              <a:ahLst/>
              <a:cxnLst>
                <a:cxn ang="0">
                  <a:pos x="80" y="43"/>
                </a:cxn>
                <a:cxn ang="0">
                  <a:pos x="78" y="41"/>
                </a:cxn>
                <a:cxn ang="0">
                  <a:pos x="78" y="39"/>
                </a:cxn>
                <a:cxn ang="0">
                  <a:pos x="79" y="38"/>
                </a:cxn>
                <a:cxn ang="0">
                  <a:pos x="74" y="31"/>
                </a:cxn>
                <a:cxn ang="0">
                  <a:pos x="70" y="40"/>
                </a:cxn>
                <a:cxn ang="0">
                  <a:pos x="72" y="37"/>
                </a:cxn>
                <a:cxn ang="0">
                  <a:pos x="70" y="30"/>
                </a:cxn>
                <a:cxn ang="0">
                  <a:pos x="66" y="27"/>
                </a:cxn>
                <a:cxn ang="0">
                  <a:pos x="65" y="25"/>
                </a:cxn>
                <a:cxn ang="0">
                  <a:pos x="61" y="29"/>
                </a:cxn>
                <a:cxn ang="0">
                  <a:pos x="63" y="23"/>
                </a:cxn>
                <a:cxn ang="0">
                  <a:pos x="60" y="25"/>
                </a:cxn>
                <a:cxn ang="0">
                  <a:pos x="59" y="22"/>
                </a:cxn>
                <a:cxn ang="0">
                  <a:pos x="56" y="20"/>
                </a:cxn>
                <a:cxn ang="0">
                  <a:pos x="46" y="10"/>
                </a:cxn>
                <a:cxn ang="0">
                  <a:pos x="26" y="4"/>
                </a:cxn>
                <a:cxn ang="0">
                  <a:pos x="19" y="0"/>
                </a:cxn>
                <a:cxn ang="0">
                  <a:pos x="15" y="8"/>
                </a:cxn>
                <a:cxn ang="0">
                  <a:pos x="12" y="12"/>
                </a:cxn>
                <a:cxn ang="0">
                  <a:pos x="12" y="11"/>
                </a:cxn>
                <a:cxn ang="0">
                  <a:pos x="3" y="29"/>
                </a:cxn>
                <a:cxn ang="0">
                  <a:pos x="5" y="44"/>
                </a:cxn>
                <a:cxn ang="0">
                  <a:pos x="7" y="45"/>
                </a:cxn>
                <a:cxn ang="0">
                  <a:pos x="6" y="48"/>
                </a:cxn>
                <a:cxn ang="0">
                  <a:pos x="17" y="60"/>
                </a:cxn>
                <a:cxn ang="0">
                  <a:pos x="11" y="71"/>
                </a:cxn>
                <a:cxn ang="0">
                  <a:pos x="11" y="81"/>
                </a:cxn>
                <a:cxn ang="0">
                  <a:pos x="4" y="92"/>
                </a:cxn>
                <a:cxn ang="0">
                  <a:pos x="3" y="92"/>
                </a:cxn>
                <a:cxn ang="0">
                  <a:pos x="2" y="94"/>
                </a:cxn>
                <a:cxn ang="0">
                  <a:pos x="1" y="94"/>
                </a:cxn>
                <a:cxn ang="0">
                  <a:pos x="0" y="94"/>
                </a:cxn>
                <a:cxn ang="0">
                  <a:pos x="0" y="95"/>
                </a:cxn>
                <a:cxn ang="0">
                  <a:pos x="1" y="95"/>
                </a:cxn>
                <a:cxn ang="0">
                  <a:pos x="3" y="97"/>
                </a:cxn>
                <a:cxn ang="0">
                  <a:pos x="11" y="99"/>
                </a:cxn>
                <a:cxn ang="0">
                  <a:pos x="14" y="100"/>
                </a:cxn>
                <a:cxn ang="0">
                  <a:pos x="23" y="93"/>
                </a:cxn>
                <a:cxn ang="0">
                  <a:pos x="31" y="97"/>
                </a:cxn>
                <a:cxn ang="0">
                  <a:pos x="34" y="94"/>
                </a:cxn>
                <a:cxn ang="0">
                  <a:pos x="38" y="97"/>
                </a:cxn>
                <a:cxn ang="0">
                  <a:pos x="36" y="98"/>
                </a:cxn>
                <a:cxn ang="0">
                  <a:pos x="40" y="97"/>
                </a:cxn>
                <a:cxn ang="0">
                  <a:pos x="46" y="98"/>
                </a:cxn>
                <a:cxn ang="0">
                  <a:pos x="55" y="89"/>
                </a:cxn>
                <a:cxn ang="0">
                  <a:pos x="58" y="80"/>
                </a:cxn>
                <a:cxn ang="0">
                  <a:pos x="62" y="74"/>
                </a:cxn>
                <a:cxn ang="0">
                  <a:pos x="61" y="72"/>
                </a:cxn>
                <a:cxn ang="0">
                  <a:pos x="79" y="48"/>
                </a:cxn>
                <a:cxn ang="0">
                  <a:pos x="80" y="43"/>
                </a:cxn>
              </a:cxnLst>
              <a:rect l="0" t="0" r="r" b="b"/>
              <a:pathLst>
                <a:path w="81" h="101">
                  <a:moveTo>
                    <a:pt x="80" y="43"/>
                  </a:moveTo>
                  <a:cubicBezTo>
                    <a:pt x="80" y="43"/>
                    <a:pt x="78" y="41"/>
                    <a:pt x="78" y="41"/>
                  </a:cubicBezTo>
                  <a:cubicBezTo>
                    <a:pt x="78" y="40"/>
                    <a:pt x="78" y="40"/>
                    <a:pt x="78" y="39"/>
                  </a:cubicBezTo>
                  <a:cubicBezTo>
                    <a:pt x="78" y="39"/>
                    <a:pt x="79" y="39"/>
                    <a:pt x="79" y="38"/>
                  </a:cubicBezTo>
                  <a:cubicBezTo>
                    <a:pt x="79" y="38"/>
                    <a:pt x="74" y="31"/>
                    <a:pt x="74" y="31"/>
                  </a:cubicBezTo>
                  <a:cubicBezTo>
                    <a:pt x="70" y="31"/>
                    <a:pt x="75" y="38"/>
                    <a:pt x="70" y="40"/>
                  </a:cubicBezTo>
                  <a:cubicBezTo>
                    <a:pt x="69" y="40"/>
                    <a:pt x="72" y="38"/>
                    <a:pt x="72" y="37"/>
                  </a:cubicBezTo>
                  <a:cubicBezTo>
                    <a:pt x="72" y="36"/>
                    <a:pt x="71" y="32"/>
                    <a:pt x="70" y="30"/>
                  </a:cubicBezTo>
                  <a:cubicBezTo>
                    <a:pt x="69" y="29"/>
                    <a:pt x="68" y="28"/>
                    <a:pt x="66" y="27"/>
                  </a:cubicBezTo>
                  <a:cubicBezTo>
                    <a:pt x="66" y="27"/>
                    <a:pt x="66" y="26"/>
                    <a:pt x="65" y="25"/>
                  </a:cubicBezTo>
                  <a:cubicBezTo>
                    <a:pt x="63" y="23"/>
                    <a:pt x="62" y="29"/>
                    <a:pt x="61" y="29"/>
                  </a:cubicBezTo>
                  <a:cubicBezTo>
                    <a:pt x="61" y="29"/>
                    <a:pt x="63" y="24"/>
                    <a:pt x="63" y="23"/>
                  </a:cubicBezTo>
                  <a:cubicBezTo>
                    <a:pt x="61" y="21"/>
                    <a:pt x="61" y="25"/>
                    <a:pt x="60" y="25"/>
                  </a:cubicBezTo>
                  <a:cubicBezTo>
                    <a:pt x="59" y="25"/>
                    <a:pt x="60" y="22"/>
                    <a:pt x="59" y="22"/>
                  </a:cubicBezTo>
                  <a:cubicBezTo>
                    <a:pt x="58" y="21"/>
                    <a:pt x="57" y="21"/>
                    <a:pt x="56" y="20"/>
                  </a:cubicBezTo>
                  <a:cubicBezTo>
                    <a:pt x="52" y="19"/>
                    <a:pt x="49" y="13"/>
                    <a:pt x="46" y="10"/>
                  </a:cubicBezTo>
                  <a:cubicBezTo>
                    <a:pt x="45" y="9"/>
                    <a:pt x="30" y="6"/>
                    <a:pt x="26" y="4"/>
                  </a:cubicBezTo>
                  <a:cubicBezTo>
                    <a:pt x="24" y="3"/>
                    <a:pt x="21" y="0"/>
                    <a:pt x="19" y="0"/>
                  </a:cubicBezTo>
                  <a:cubicBezTo>
                    <a:pt x="15" y="1"/>
                    <a:pt x="16" y="6"/>
                    <a:pt x="15" y="8"/>
                  </a:cubicBezTo>
                  <a:cubicBezTo>
                    <a:pt x="15" y="8"/>
                    <a:pt x="12" y="12"/>
                    <a:pt x="12" y="12"/>
                  </a:cubicBezTo>
                  <a:cubicBezTo>
                    <a:pt x="12" y="12"/>
                    <a:pt x="12" y="11"/>
                    <a:pt x="12" y="11"/>
                  </a:cubicBezTo>
                  <a:cubicBezTo>
                    <a:pt x="8" y="17"/>
                    <a:pt x="1" y="21"/>
                    <a:pt x="3" y="29"/>
                  </a:cubicBezTo>
                  <a:cubicBezTo>
                    <a:pt x="4" y="31"/>
                    <a:pt x="4" y="42"/>
                    <a:pt x="5" y="44"/>
                  </a:cubicBezTo>
                  <a:cubicBezTo>
                    <a:pt x="5" y="44"/>
                    <a:pt x="7" y="44"/>
                    <a:pt x="7" y="45"/>
                  </a:cubicBezTo>
                  <a:cubicBezTo>
                    <a:pt x="6" y="48"/>
                    <a:pt x="6" y="48"/>
                    <a:pt x="6" y="48"/>
                  </a:cubicBezTo>
                  <a:cubicBezTo>
                    <a:pt x="6" y="49"/>
                    <a:pt x="16" y="58"/>
                    <a:pt x="17" y="60"/>
                  </a:cubicBezTo>
                  <a:cubicBezTo>
                    <a:pt x="18" y="65"/>
                    <a:pt x="12" y="67"/>
                    <a:pt x="11" y="71"/>
                  </a:cubicBezTo>
                  <a:cubicBezTo>
                    <a:pt x="10" y="74"/>
                    <a:pt x="12" y="78"/>
                    <a:pt x="11" y="81"/>
                  </a:cubicBezTo>
                  <a:cubicBezTo>
                    <a:pt x="10" y="83"/>
                    <a:pt x="6" y="90"/>
                    <a:pt x="4" y="92"/>
                  </a:cubicBezTo>
                  <a:cubicBezTo>
                    <a:pt x="4" y="92"/>
                    <a:pt x="3" y="91"/>
                    <a:pt x="3" y="92"/>
                  </a:cubicBezTo>
                  <a:cubicBezTo>
                    <a:pt x="2" y="94"/>
                    <a:pt x="2" y="94"/>
                    <a:pt x="2" y="94"/>
                  </a:cubicBezTo>
                  <a:cubicBezTo>
                    <a:pt x="2" y="95"/>
                    <a:pt x="1" y="94"/>
                    <a:pt x="1" y="94"/>
                  </a:cubicBezTo>
                  <a:cubicBezTo>
                    <a:pt x="0" y="94"/>
                    <a:pt x="0" y="94"/>
                    <a:pt x="0" y="94"/>
                  </a:cubicBezTo>
                  <a:cubicBezTo>
                    <a:pt x="0" y="95"/>
                    <a:pt x="0" y="95"/>
                    <a:pt x="0" y="95"/>
                  </a:cubicBezTo>
                  <a:cubicBezTo>
                    <a:pt x="0" y="95"/>
                    <a:pt x="1" y="95"/>
                    <a:pt x="1" y="95"/>
                  </a:cubicBezTo>
                  <a:cubicBezTo>
                    <a:pt x="3" y="97"/>
                    <a:pt x="3" y="97"/>
                    <a:pt x="3" y="97"/>
                  </a:cubicBezTo>
                  <a:cubicBezTo>
                    <a:pt x="6" y="99"/>
                    <a:pt x="9" y="98"/>
                    <a:pt x="11" y="99"/>
                  </a:cubicBezTo>
                  <a:cubicBezTo>
                    <a:pt x="13" y="99"/>
                    <a:pt x="11" y="101"/>
                    <a:pt x="14" y="100"/>
                  </a:cubicBezTo>
                  <a:cubicBezTo>
                    <a:pt x="16" y="99"/>
                    <a:pt x="22" y="93"/>
                    <a:pt x="23" y="93"/>
                  </a:cubicBezTo>
                  <a:cubicBezTo>
                    <a:pt x="25" y="94"/>
                    <a:pt x="28" y="98"/>
                    <a:pt x="31" y="97"/>
                  </a:cubicBezTo>
                  <a:cubicBezTo>
                    <a:pt x="32" y="96"/>
                    <a:pt x="33" y="94"/>
                    <a:pt x="34" y="94"/>
                  </a:cubicBezTo>
                  <a:cubicBezTo>
                    <a:pt x="38" y="97"/>
                    <a:pt x="38" y="97"/>
                    <a:pt x="38" y="97"/>
                  </a:cubicBezTo>
                  <a:cubicBezTo>
                    <a:pt x="38" y="97"/>
                    <a:pt x="36" y="97"/>
                    <a:pt x="36" y="98"/>
                  </a:cubicBezTo>
                  <a:cubicBezTo>
                    <a:pt x="40" y="97"/>
                    <a:pt x="40" y="97"/>
                    <a:pt x="40" y="97"/>
                  </a:cubicBezTo>
                  <a:cubicBezTo>
                    <a:pt x="42" y="97"/>
                    <a:pt x="45" y="98"/>
                    <a:pt x="46" y="98"/>
                  </a:cubicBezTo>
                  <a:cubicBezTo>
                    <a:pt x="48" y="97"/>
                    <a:pt x="54" y="91"/>
                    <a:pt x="55" y="89"/>
                  </a:cubicBezTo>
                  <a:cubicBezTo>
                    <a:pt x="57" y="87"/>
                    <a:pt x="57" y="83"/>
                    <a:pt x="58" y="80"/>
                  </a:cubicBezTo>
                  <a:cubicBezTo>
                    <a:pt x="59" y="78"/>
                    <a:pt x="61" y="76"/>
                    <a:pt x="62" y="74"/>
                  </a:cubicBezTo>
                  <a:cubicBezTo>
                    <a:pt x="62" y="73"/>
                    <a:pt x="61" y="73"/>
                    <a:pt x="61" y="72"/>
                  </a:cubicBezTo>
                  <a:cubicBezTo>
                    <a:pt x="61" y="71"/>
                    <a:pt x="78" y="50"/>
                    <a:pt x="79" y="48"/>
                  </a:cubicBezTo>
                  <a:cubicBezTo>
                    <a:pt x="79" y="48"/>
                    <a:pt x="81" y="45"/>
                    <a:pt x="80" y="43"/>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114"/>
            <p:cNvSpPr>
              <a:spLocks/>
            </p:cNvSpPr>
            <p:nvPr/>
          </p:nvSpPr>
          <p:spPr bwMode="auto">
            <a:xfrm>
              <a:off x="3916363" y="2300288"/>
              <a:ext cx="688975" cy="760413"/>
            </a:xfrm>
            <a:custGeom>
              <a:avLst/>
              <a:gdLst/>
              <a:ahLst/>
              <a:cxnLst>
                <a:cxn ang="0">
                  <a:pos x="84" y="346"/>
                </a:cxn>
                <a:cxn ang="0">
                  <a:pos x="97" y="328"/>
                </a:cxn>
                <a:cxn ang="0">
                  <a:pos x="141" y="344"/>
                </a:cxn>
                <a:cxn ang="0">
                  <a:pos x="148" y="351"/>
                </a:cxn>
                <a:cxn ang="0">
                  <a:pos x="187" y="337"/>
                </a:cxn>
                <a:cxn ang="0">
                  <a:pos x="200" y="308"/>
                </a:cxn>
                <a:cxn ang="0">
                  <a:pos x="199" y="295"/>
                </a:cxn>
                <a:cxn ang="0">
                  <a:pos x="231" y="267"/>
                </a:cxn>
                <a:cxn ang="0">
                  <a:pos x="282" y="262"/>
                </a:cxn>
                <a:cxn ang="0">
                  <a:pos x="312" y="281"/>
                </a:cxn>
                <a:cxn ang="0">
                  <a:pos x="316" y="255"/>
                </a:cxn>
                <a:cxn ang="0">
                  <a:pos x="320" y="242"/>
                </a:cxn>
                <a:cxn ang="0">
                  <a:pos x="322" y="230"/>
                </a:cxn>
                <a:cxn ang="0">
                  <a:pos x="301" y="206"/>
                </a:cxn>
                <a:cxn ang="0">
                  <a:pos x="300" y="181"/>
                </a:cxn>
                <a:cxn ang="0">
                  <a:pos x="263" y="179"/>
                </a:cxn>
                <a:cxn ang="0">
                  <a:pos x="252" y="160"/>
                </a:cxn>
                <a:cxn ang="0">
                  <a:pos x="247" y="140"/>
                </a:cxn>
                <a:cxn ang="0">
                  <a:pos x="245" y="113"/>
                </a:cxn>
                <a:cxn ang="0">
                  <a:pos x="227" y="105"/>
                </a:cxn>
                <a:cxn ang="0">
                  <a:pos x="216" y="105"/>
                </a:cxn>
                <a:cxn ang="0">
                  <a:pos x="204" y="101"/>
                </a:cxn>
                <a:cxn ang="0">
                  <a:pos x="196" y="95"/>
                </a:cxn>
                <a:cxn ang="0">
                  <a:pos x="189" y="93"/>
                </a:cxn>
                <a:cxn ang="0">
                  <a:pos x="176" y="82"/>
                </a:cxn>
                <a:cxn ang="0">
                  <a:pos x="153" y="79"/>
                </a:cxn>
                <a:cxn ang="0">
                  <a:pos x="134" y="69"/>
                </a:cxn>
                <a:cxn ang="0">
                  <a:pos x="131" y="68"/>
                </a:cxn>
                <a:cxn ang="0">
                  <a:pos x="122" y="58"/>
                </a:cxn>
                <a:cxn ang="0">
                  <a:pos x="115" y="50"/>
                </a:cxn>
                <a:cxn ang="0">
                  <a:pos x="116" y="36"/>
                </a:cxn>
                <a:cxn ang="0">
                  <a:pos x="115" y="6"/>
                </a:cxn>
                <a:cxn ang="0">
                  <a:pos x="102" y="3"/>
                </a:cxn>
                <a:cxn ang="0">
                  <a:pos x="94" y="4"/>
                </a:cxn>
                <a:cxn ang="0">
                  <a:pos x="63" y="19"/>
                </a:cxn>
                <a:cxn ang="0">
                  <a:pos x="51" y="29"/>
                </a:cxn>
                <a:cxn ang="0">
                  <a:pos x="24" y="41"/>
                </a:cxn>
                <a:cxn ang="0">
                  <a:pos x="0" y="36"/>
                </a:cxn>
                <a:cxn ang="0">
                  <a:pos x="25" y="79"/>
                </a:cxn>
                <a:cxn ang="0">
                  <a:pos x="18" y="90"/>
                </a:cxn>
                <a:cxn ang="0">
                  <a:pos x="19" y="103"/>
                </a:cxn>
                <a:cxn ang="0">
                  <a:pos x="16" y="110"/>
                </a:cxn>
                <a:cxn ang="0">
                  <a:pos x="19" y="129"/>
                </a:cxn>
                <a:cxn ang="0">
                  <a:pos x="9" y="141"/>
                </a:cxn>
                <a:cxn ang="0">
                  <a:pos x="12" y="156"/>
                </a:cxn>
                <a:cxn ang="0">
                  <a:pos x="24" y="181"/>
                </a:cxn>
                <a:cxn ang="0">
                  <a:pos x="16" y="193"/>
                </a:cxn>
                <a:cxn ang="0">
                  <a:pos x="8" y="214"/>
                </a:cxn>
                <a:cxn ang="0">
                  <a:pos x="19" y="228"/>
                </a:cxn>
                <a:cxn ang="0">
                  <a:pos x="22" y="248"/>
                </a:cxn>
                <a:cxn ang="0">
                  <a:pos x="38" y="266"/>
                </a:cxn>
                <a:cxn ang="0">
                  <a:pos x="30" y="284"/>
                </a:cxn>
                <a:cxn ang="0">
                  <a:pos x="33" y="295"/>
                </a:cxn>
                <a:cxn ang="0">
                  <a:pos x="40" y="306"/>
                </a:cxn>
                <a:cxn ang="0">
                  <a:pos x="49" y="328"/>
                </a:cxn>
                <a:cxn ang="0">
                  <a:pos x="55" y="346"/>
                </a:cxn>
                <a:cxn ang="0">
                  <a:pos x="78" y="352"/>
                </a:cxn>
              </a:cxnLst>
              <a:rect l="0" t="0" r="r" b="b"/>
              <a:pathLst>
                <a:path w="325" h="359">
                  <a:moveTo>
                    <a:pt x="78" y="352"/>
                  </a:moveTo>
                  <a:cubicBezTo>
                    <a:pt x="78" y="348"/>
                    <a:pt x="78" y="348"/>
                    <a:pt x="78" y="348"/>
                  </a:cubicBezTo>
                  <a:cubicBezTo>
                    <a:pt x="79" y="347"/>
                    <a:pt x="83" y="347"/>
                    <a:pt x="84" y="346"/>
                  </a:cubicBezTo>
                  <a:cubicBezTo>
                    <a:pt x="85" y="345"/>
                    <a:pt x="84" y="342"/>
                    <a:pt x="85" y="341"/>
                  </a:cubicBezTo>
                  <a:cubicBezTo>
                    <a:pt x="87" y="338"/>
                    <a:pt x="92" y="339"/>
                    <a:pt x="95" y="337"/>
                  </a:cubicBezTo>
                  <a:cubicBezTo>
                    <a:pt x="96" y="336"/>
                    <a:pt x="97" y="329"/>
                    <a:pt x="97" y="328"/>
                  </a:cubicBezTo>
                  <a:cubicBezTo>
                    <a:pt x="99" y="327"/>
                    <a:pt x="108" y="336"/>
                    <a:pt x="110" y="337"/>
                  </a:cubicBezTo>
                  <a:cubicBezTo>
                    <a:pt x="117" y="340"/>
                    <a:pt x="132" y="332"/>
                    <a:pt x="141" y="340"/>
                  </a:cubicBezTo>
                  <a:cubicBezTo>
                    <a:pt x="143" y="342"/>
                    <a:pt x="140" y="340"/>
                    <a:pt x="141" y="344"/>
                  </a:cubicBezTo>
                  <a:cubicBezTo>
                    <a:pt x="141" y="345"/>
                    <a:pt x="144" y="347"/>
                    <a:pt x="144" y="348"/>
                  </a:cubicBezTo>
                  <a:cubicBezTo>
                    <a:pt x="144" y="349"/>
                    <a:pt x="145" y="356"/>
                    <a:pt x="147" y="356"/>
                  </a:cubicBezTo>
                  <a:cubicBezTo>
                    <a:pt x="148" y="357"/>
                    <a:pt x="148" y="351"/>
                    <a:pt x="148" y="351"/>
                  </a:cubicBezTo>
                  <a:cubicBezTo>
                    <a:pt x="149" y="350"/>
                    <a:pt x="157" y="334"/>
                    <a:pt x="157" y="334"/>
                  </a:cubicBezTo>
                  <a:cubicBezTo>
                    <a:pt x="157" y="333"/>
                    <a:pt x="185" y="333"/>
                    <a:pt x="186" y="333"/>
                  </a:cubicBezTo>
                  <a:cubicBezTo>
                    <a:pt x="187" y="337"/>
                    <a:pt x="187" y="337"/>
                    <a:pt x="187" y="337"/>
                  </a:cubicBezTo>
                  <a:cubicBezTo>
                    <a:pt x="187" y="338"/>
                    <a:pt x="189" y="338"/>
                    <a:pt x="190" y="339"/>
                  </a:cubicBezTo>
                  <a:cubicBezTo>
                    <a:pt x="190" y="340"/>
                    <a:pt x="190" y="340"/>
                    <a:pt x="190" y="340"/>
                  </a:cubicBezTo>
                  <a:cubicBezTo>
                    <a:pt x="193" y="329"/>
                    <a:pt x="198" y="319"/>
                    <a:pt x="200" y="308"/>
                  </a:cubicBezTo>
                  <a:cubicBezTo>
                    <a:pt x="200" y="307"/>
                    <a:pt x="200" y="307"/>
                    <a:pt x="200" y="306"/>
                  </a:cubicBezTo>
                  <a:cubicBezTo>
                    <a:pt x="200" y="304"/>
                    <a:pt x="199" y="302"/>
                    <a:pt x="199" y="299"/>
                  </a:cubicBezTo>
                  <a:cubicBezTo>
                    <a:pt x="199" y="299"/>
                    <a:pt x="199" y="295"/>
                    <a:pt x="199" y="295"/>
                  </a:cubicBezTo>
                  <a:cubicBezTo>
                    <a:pt x="201" y="290"/>
                    <a:pt x="206" y="286"/>
                    <a:pt x="208" y="282"/>
                  </a:cubicBezTo>
                  <a:cubicBezTo>
                    <a:pt x="210" y="279"/>
                    <a:pt x="210" y="272"/>
                    <a:pt x="213" y="270"/>
                  </a:cubicBezTo>
                  <a:cubicBezTo>
                    <a:pt x="215" y="269"/>
                    <a:pt x="228" y="268"/>
                    <a:pt x="231" y="267"/>
                  </a:cubicBezTo>
                  <a:cubicBezTo>
                    <a:pt x="240" y="266"/>
                    <a:pt x="250" y="262"/>
                    <a:pt x="259" y="261"/>
                  </a:cubicBezTo>
                  <a:cubicBezTo>
                    <a:pt x="263" y="260"/>
                    <a:pt x="268" y="261"/>
                    <a:pt x="273" y="262"/>
                  </a:cubicBezTo>
                  <a:cubicBezTo>
                    <a:pt x="276" y="262"/>
                    <a:pt x="279" y="262"/>
                    <a:pt x="282" y="262"/>
                  </a:cubicBezTo>
                  <a:cubicBezTo>
                    <a:pt x="284" y="263"/>
                    <a:pt x="307" y="275"/>
                    <a:pt x="307" y="275"/>
                  </a:cubicBezTo>
                  <a:cubicBezTo>
                    <a:pt x="307" y="277"/>
                    <a:pt x="304" y="283"/>
                    <a:pt x="308" y="283"/>
                  </a:cubicBezTo>
                  <a:cubicBezTo>
                    <a:pt x="310" y="283"/>
                    <a:pt x="311" y="281"/>
                    <a:pt x="312" y="281"/>
                  </a:cubicBezTo>
                  <a:cubicBezTo>
                    <a:pt x="318" y="278"/>
                    <a:pt x="308" y="276"/>
                    <a:pt x="308" y="273"/>
                  </a:cubicBezTo>
                  <a:cubicBezTo>
                    <a:pt x="307" y="271"/>
                    <a:pt x="310" y="267"/>
                    <a:pt x="311" y="266"/>
                  </a:cubicBezTo>
                  <a:cubicBezTo>
                    <a:pt x="312" y="263"/>
                    <a:pt x="314" y="258"/>
                    <a:pt x="316" y="255"/>
                  </a:cubicBezTo>
                  <a:cubicBezTo>
                    <a:pt x="317" y="254"/>
                    <a:pt x="318" y="255"/>
                    <a:pt x="319" y="254"/>
                  </a:cubicBezTo>
                  <a:cubicBezTo>
                    <a:pt x="320" y="253"/>
                    <a:pt x="317" y="251"/>
                    <a:pt x="317" y="251"/>
                  </a:cubicBezTo>
                  <a:cubicBezTo>
                    <a:pt x="317" y="249"/>
                    <a:pt x="319" y="244"/>
                    <a:pt x="320" y="242"/>
                  </a:cubicBezTo>
                  <a:cubicBezTo>
                    <a:pt x="321" y="239"/>
                    <a:pt x="321" y="234"/>
                    <a:pt x="323" y="232"/>
                  </a:cubicBezTo>
                  <a:cubicBezTo>
                    <a:pt x="323" y="232"/>
                    <a:pt x="325" y="232"/>
                    <a:pt x="325" y="231"/>
                  </a:cubicBezTo>
                  <a:cubicBezTo>
                    <a:pt x="325" y="231"/>
                    <a:pt x="322" y="230"/>
                    <a:pt x="322" y="230"/>
                  </a:cubicBezTo>
                  <a:cubicBezTo>
                    <a:pt x="322" y="229"/>
                    <a:pt x="317" y="217"/>
                    <a:pt x="317" y="216"/>
                  </a:cubicBezTo>
                  <a:cubicBezTo>
                    <a:pt x="317" y="216"/>
                    <a:pt x="318" y="216"/>
                    <a:pt x="318" y="215"/>
                  </a:cubicBezTo>
                  <a:cubicBezTo>
                    <a:pt x="317" y="211"/>
                    <a:pt x="303" y="209"/>
                    <a:pt x="301" y="206"/>
                  </a:cubicBezTo>
                  <a:cubicBezTo>
                    <a:pt x="299" y="204"/>
                    <a:pt x="298" y="191"/>
                    <a:pt x="299" y="189"/>
                  </a:cubicBezTo>
                  <a:cubicBezTo>
                    <a:pt x="300" y="187"/>
                    <a:pt x="305" y="183"/>
                    <a:pt x="303" y="180"/>
                  </a:cubicBezTo>
                  <a:cubicBezTo>
                    <a:pt x="302" y="179"/>
                    <a:pt x="301" y="181"/>
                    <a:pt x="300" y="181"/>
                  </a:cubicBezTo>
                  <a:cubicBezTo>
                    <a:pt x="299" y="181"/>
                    <a:pt x="299" y="181"/>
                    <a:pt x="298" y="181"/>
                  </a:cubicBezTo>
                  <a:cubicBezTo>
                    <a:pt x="296" y="181"/>
                    <a:pt x="294" y="181"/>
                    <a:pt x="292" y="181"/>
                  </a:cubicBezTo>
                  <a:cubicBezTo>
                    <a:pt x="282" y="180"/>
                    <a:pt x="273" y="180"/>
                    <a:pt x="263" y="179"/>
                  </a:cubicBezTo>
                  <a:cubicBezTo>
                    <a:pt x="261" y="179"/>
                    <a:pt x="259" y="179"/>
                    <a:pt x="256" y="179"/>
                  </a:cubicBezTo>
                  <a:cubicBezTo>
                    <a:pt x="256" y="179"/>
                    <a:pt x="255" y="180"/>
                    <a:pt x="254" y="179"/>
                  </a:cubicBezTo>
                  <a:cubicBezTo>
                    <a:pt x="254" y="179"/>
                    <a:pt x="253" y="162"/>
                    <a:pt x="252" y="160"/>
                  </a:cubicBezTo>
                  <a:cubicBezTo>
                    <a:pt x="252" y="155"/>
                    <a:pt x="245" y="153"/>
                    <a:pt x="245" y="150"/>
                  </a:cubicBezTo>
                  <a:cubicBezTo>
                    <a:pt x="244" y="146"/>
                    <a:pt x="247" y="149"/>
                    <a:pt x="248" y="148"/>
                  </a:cubicBezTo>
                  <a:cubicBezTo>
                    <a:pt x="249" y="147"/>
                    <a:pt x="247" y="141"/>
                    <a:pt x="247" y="140"/>
                  </a:cubicBezTo>
                  <a:cubicBezTo>
                    <a:pt x="247" y="138"/>
                    <a:pt x="249" y="136"/>
                    <a:pt x="249" y="134"/>
                  </a:cubicBezTo>
                  <a:cubicBezTo>
                    <a:pt x="250" y="130"/>
                    <a:pt x="245" y="127"/>
                    <a:pt x="246" y="122"/>
                  </a:cubicBezTo>
                  <a:cubicBezTo>
                    <a:pt x="246" y="119"/>
                    <a:pt x="251" y="117"/>
                    <a:pt x="245" y="113"/>
                  </a:cubicBezTo>
                  <a:cubicBezTo>
                    <a:pt x="243" y="111"/>
                    <a:pt x="239" y="111"/>
                    <a:pt x="237" y="110"/>
                  </a:cubicBezTo>
                  <a:cubicBezTo>
                    <a:pt x="236" y="109"/>
                    <a:pt x="230" y="104"/>
                    <a:pt x="230" y="104"/>
                  </a:cubicBezTo>
                  <a:cubicBezTo>
                    <a:pt x="227" y="105"/>
                    <a:pt x="227" y="105"/>
                    <a:pt x="227" y="105"/>
                  </a:cubicBezTo>
                  <a:cubicBezTo>
                    <a:pt x="226" y="106"/>
                    <a:pt x="224" y="104"/>
                    <a:pt x="223" y="104"/>
                  </a:cubicBezTo>
                  <a:cubicBezTo>
                    <a:pt x="223" y="104"/>
                    <a:pt x="220" y="106"/>
                    <a:pt x="220" y="106"/>
                  </a:cubicBezTo>
                  <a:cubicBezTo>
                    <a:pt x="216" y="107"/>
                    <a:pt x="219" y="105"/>
                    <a:pt x="216" y="105"/>
                  </a:cubicBezTo>
                  <a:cubicBezTo>
                    <a:pt x="214" y="104"/>
                    <a:pt x="211" y="107"/>
                    <a:pt x="209" y="106"/>
                  </a:cubicBezTo>
                  <a:cubicBezTo>
                    <a:pt x="209" y="105"/>
                    <a:pt x="209" y="104"/>
                    <a:pt x="208" y="103"/>
                  </a:cubicBezTo>
                  <a:cubicBezTo>
                    <a:pt x="208" y="103"/>
                    <a:pt x="204" y="101"/>
                    <a:pt x="204" y="101"/>
                  </a:cubicBezTo>
                  <a:cubicBezTo>
                    <a:pt x="203" y="99"/>
                    <a:pt x="203" y="96"/>
                    <a:pt x="202" y="95"/>
                  </a:cubicBezTo>
                  <a:cubicBezTo>
                    <a:pt x="201" y="95"/>
                    <a:pt x="200" y="95"/>
                    <a:pt x="200" y="95"/>
                  </a:cubicBezTo>
                  <a:cubicBezTo>
                    <a:pt x="199" y="95"/>
                    <a:pt x="197" y="95"/>
                    <a:pt x="196" y="95"/>
                  </a:cubicBezTo>
                  <a:cubicBezTo>
                    <a:pt x="195" y="95"/>
                    <a:pt x="195" y="95"/>
                    <a:pt x="194" y="95"/>
                  </a:cubicBezTo>
                  <a:cubicBezTo>
                    <a:pt x="193" y="95"/>
                    <a:pt x="193" y="93"/>
                    <a:pt x="192" y="93"/>
                  </a:cubicBezTo>
                  <a:cubicBezTo>
                    <a:pt x="192" y="93"/>
                    <a:pt x="189" y="93"/>
                    <a:pt x="189" y="93"/>
                  </a:cubicBezTo>
                  <a:cubicBezTo>
                    <a:pt x="189" y="93"/>
                    <a:pt x="186" y="90"/>
                    <a:pt x="186" y="90"/>
                  </a:cubicBezTo>
                  <a:cubicBezTo>
                    <a:pt x="186" y="90"/>
                    <a:pt x="184" y="92"/>
                    <a:pt x="184" y="92"/>
                  </a:cubicBezTo>
                  <a:cubicBezTo>
                    <a:pt x="179" y="91"/>
                    <a:pt x="178" y="84"/>
                    <a:pt x="176" y="82"/>
                  </a:cubicBezTo>
                  <a:cubicBezTo>
                    <a:pt x="174" y="80"/>
                    <a:pt x="173" y="83"/>
                    <a:pt x="172" y="83"/>
                  </a:cubicBezTo>
                  <a:cubicBezTo>
                    <a:pt x="168" y="83"/>
                    <a:pt x="163" y="78"/>
                    <a:pt x="160" y="77"/>
                  </a:cubicBezTo>
                  <a:cubicBezTo>
                    <a:pt x="156" y="76"/>
                    <a:pt x="156" y="78"/>
                    <a:pt x="153" y="79"/>
                  </a:cubicBezTo>
                  <a:cubicBezTo>
                    <a:pt x="153" y="79"/>
                    <a:pt x="141" y="77"/>
                    <a:pt x="140" y="77"/>
                  </a:cubicBezTo>
                  <a:cubicBezTo>
                    <a:pt x="136" y="75"/>
                    <a:pt x="139" y="71"/>
                    <a:pt x="138" y="71"/>
                  </a:cubicBezTo>
                  <a:cubicBezTo>
                    <a:pt x="138" y="70"/>
                    <a:pt x="135" y="70"/>
                    <a:pt x="134" y="69"/>
                  </a:cubicBezTo>
                  <a:cubicBezTo>
                    <a:pt x="134" y="69"/>
                    <a:pt x="133" y="69"/>
                    <a:pt x="133" y="69"/>
                  </a:cubicBezTo>
                  <a:cubicBezTo>
                    <a:pt x="132" y="68"/>
                    <a:pt x="133" y="67"/>
                    <a:pt x="133" y="67"/>
                  </a:cubicBezTo>
                  <a:cubicBezTo>
                    <a:pt x="132" y="67"/>
                    <a:pt x="132" y="68"/>
                    <a:pt x="131" y="68"/>
                  </a:cubicBezTo>
                  <a:cubicBezTo>
                    <a:pt x="130" y="68"/>
                    <a:pt x="130" y="66"/>
                    <a:pt x="129" y="65"/>
                  </a:cubicBezTo>
                  <a:cubicBezTo>
                    <a:pt x="129" y="65"/>
                    <a:pt x="124" y="65"/>
                    <a:pt x="124" y="65"/>
                  </a:cubicBezTo>
                  <a:cubicBezTo>
                    <a:pt x="123" y="64"/>
                    <a:pt x="124" y="60"/>
                    <a:pt x="122" y="58"/>
                  </a:cubicBezTo>
                  <a:cubicBezTo>
                    <a:pt x="121" y="57"/>
                    <a:pt x="118" y="59"/>
                    <a:pt x="118" y="57"/>
                  </a:cubicBezTo>
                  <a:cubicBezTo>
                    <a:pt x="118" y="56"/>
                    <a:pt x="119" y="55"/>
                    <a:pt x="119" y="55"/>
                  </a:cubicBezTo>
                  <a:cubicBezTo>
                    <a:pt x="119" y="52"/>
                    <a:pt x="117" y="52"/>
                    <a:pt x="115" y="50"/>
                  </a:cubicBezTo>
                  <a:cubicBezTo>
                    <a:pt x="114" y="49"/>
                    <a:pt x="115" y="47"/>
                    <a:pt x="115" y="46"/>
                  </a:cubicBezTo>
                  <a:cubicBezTo>
                    <a:pt x="114" y="45"/>
                    <a:pt x="112" y="44"/>
                    <a:pt x="113" y="42"/>
                  </a:cubicBezTo>
                  <a:cubicBezTo>
                    <a:pt x="113" y="40"/>
                    <a:pt x="115" y="38"/>
                    <a:pt x="116" y="36"/>
                  </a:cubicBezTo>
                  <a:cubicBezTo>
                    <a:pt x="116" y="34"/>
                    <a:pt x="110" y="29"/>
                    <a:pt x="111" y="24"/>
                  </a:cubicBezTo>
                  <a:cubicBezTo>
                    <a:pt x="112" y="22"/>
                    <a:pt x="114" y="20"/>
                    <a:pt x="115" y="18"/>
                  </a:cubicBezTo>
                  <a:cubicBezTo>
                    <a:pt x="115" y="18"/>
                    <a:pt x="115" y="6"/>
                    <a:pt x="115" y="6"/>
                  </a:cubicBezTo>
                  <a:cubicBezTo>
                    <a:pt x="113" y="2"/>
                    <a:pt x="113" y="2"/>
                    <a:pt x="113" y="2"/>
                  </a:cubicBezTo>
                  <a:cubicBezTo>
                    <a:pt x="110" y="0"/>
                    <a:pt x="109" y="7"/>
                    <a:pt x="107" y="6"/>
                  </a:cubicBezTo>
                  <a:cubicBezTo>
                    <a:pt x="106" y="5"/>
                    <a:pt x="103" y="3"/>
                    <a:pt x="102" y="3"/>
                  </a:cubicBezTo>
                  <a:cubicBezTo>
                    <a:pt x="102" y="3"/>
                    <a:pt x="102" y="4"/>
                    <a:pt x="102" y="4"/>
                  </a:cubicBezTo>
                  <a:cubicBezTo>
                    <a:pt x="101" y="4"/>
                    <a:pt x="101" y="3"/>
                    <a:pt x="101" y="3"/>
                  </a:cubicBezTo>
                  <a:cubicBezTo>
                    <a:pt x="100" y="3"/>
                    <a:pt x="96" y="4"/>
                    <a:pt x="94" y="4"/>
                  </a:cubicBezTo>
                  <a:cubicBezTo>
                    <a:pt x="89" y="4"/>
                    <a:pt x="80" y="7"/>
                    <a:pt x="75" y="10"/>
                  </a:cubicBezTo>
                  <a:cubicBezTo>
                    <a:pt x="72" y="12"/>
                    <a:pt x="69" y="17"/>
                    <a:pt x="65" y="19"/>
                  </a:cubicBezTo>
                  <a:cubicBezTo>
                    <a:pt x="65" y="19"/>
                    <a:pt x="64" y="19"/>
                    <a:pt x="63" y="19"/>
                  </a:cubicBezTo>
                  <a:cubicBezTo>
                    <a:pt x="63" y="19"/>
                    <a:pt x="62" y="19"/>
                    <a:pt x="61" y="19"/>
                  </a:cubicBezTo>
                  <a:cubicBezTo>
                    <a:pt x="59" y="20"/>
                    <a:pt x="53" y="25"/>
                    <a:pt x="52" y="27"/>
                  </a:cubicBezTo>
                  <a:cubicBezTo>
                    <a:pt x="51" y="28"/>
                    <a:pt x="51" y="29"/>
                    <a:pt x="51" y="29"/>
                  </a:cubicBezTo>
                  <a:cubicBezTo>
                    <a:pt x="50" y="30"/>
                    <a:pt x="43" y="27"/>
                    <a:pt x="40" y="29"/>
                  </a:cubicBezTo>
                  <a:cubicBezTo>
                    <a:pt x="38" y="31"/>
                    <a:pt x="37" y="35"/>
                    <a:pt x="35" y="37"/>
                  </a:cubicBezTo>
                  <a:cubicBezTo>
                    <a:pt x="33" y="39"/>
                    <a:pt x="27" y="41"/>
                    <a:pt x="24" y="41"/>
                  </a:cubicBezTo>
                  <a:cubicBezTo>
                    <a:pt x="19" y="41"/>
                    <a:pt x="24" y="40"/>
                    <a:pt x="23" y="38"/>
                  </a:cubicBezTo>
                  <a:cubicBezTo>
                    <a:pt x="23" y="38"/>
                    <a:pt x="16" y="37"/>
                    <a:pt x="14" y="37"/>
                  </a:cubicBezTo>
                  <a:cubicBezTo>
                    <a:pt x="11" y="37"/>
                    <a:pt x="6" y="36"/>
                    <a:pt x="0" y="36"/>
                  </a:cubicBezTo>
                  <a:cubicBezTo>
                    <a:pt x="1" y="37"/>
                    <a:pt x="1" y="37"/>
                    <a:pt x="1" y="37"/>
                  </a:cubicBezTo>
                  <a:cubicBezTo>
                    <a:pt x="7" y="47"/>
                    <a:pt x="13" y="57"/>
                    <a:pt x="20" y="67"/>
                  </a:cubicBezTo>
                  <a:cubicBezTo>
                    <a:pt x="21" y="70"/>
                    <a:pt x="26" y="76"/>
                    <a:pt x="25" y="79"/>
                  </a:cubicBezTo>
                  <a:cubicBezTo>
                    <a:pt x="25" y="79"/>
                    <a:pt x="23" y="82"/>
                    <a:pt x="23" y="82"/>
                  </a:cubicBezTo>
                  <a:cubicBezTo>
                    <a:pt x="23" y="82"/>
                    <a:pt x="24" y="82"/>
                    <a:pt x="24" y="83"/>
                  </a:cubicBezTo>
                  <a:cubicBezTo>
                    <a:pt x="25" y="85"/>
                    <a:pt x="19" y="84"/>
                    <a:pt x="18" y="90"/>
                  </a:cubicBezTo>
                  <a:cubicBezTo>
                    <a:pt x="18" y="90"/>
                    <a:pt x="18" y="95"/>
                    <a:pt x="18" y="95"/>
                  </a:cubicBezTo>
                  <a:cubicBezTo>
                    <a:pt x="18" y="97"/>
                    <a:pt x="18" y="99"/>
                    <a:pt x="18" y="101"/>
                  </a:cubicBezTo>
                  <a:cubicBezTo>
                    <a:pt x="18" y="102"/>
                    <a:pt x="18" y="102"/>
                    <a:pt x="19" y="103"/>
                  </a:cubicBezTo>
                  <a:cubicBezTo>
                    <a:pt x="19" y="104"/>
                    <a:pt x="19" y="105"/>
                    <a:pt x="19" y="105"/>
                  </a:cubicBezTo>
                  <a:cubicBezTo>
                    <a:pt x="18" y="107"/>
                    <a:pt x="18" y="108"/>
                    <a:pt x="17" y="109"/>
                  </a:cubicBezTo>
                  <a:cubicBezTo>
                    <a:pt x="17" y="110"/>
                    <a:pt x="16" y="109"/>
                    <a:pt x="16" y="110"/>
                  </a:cubicBezTo>
                  <a:cubicBezTo>
                    <a:pt x="15" y="112"/>
                    <a:pt x="23" y="124"/>
                    <a:pt x="22" y="125"/>
                  </a:cubicBezTo>
                  <a:cubicBezTo>
                    <a:pt x="22" y="126"/>
                    <a:pt x="20" y="125"/>
                    <a:pt x="19" y="126"/>
                  </a:cubicBezTo>
                  <a:cubicBezTo>
                    <a:pt x="18" y="126"/>
                    <a:pt x="19" y="129"/>
                    <a:pt x="19" y="129"/>
                  </a:cubicBezTo>
                  <a:cubicBezTo>
                    <a:pt x="18" y="132"/>
                    <a:pt x="15" y="134"/>
                    <a:pt x="13" y="135"/>
                  </a:cubicBezTo>
                  <a:cubicBezTo>
                    <a:pt x="11" y="136"/>
                    <a:pt x="13" y="138"/>
                    <a:pt x="12" y="139"/>
                  </a:cubicBezTo>
                  <a:cubicBezTo>
                    <a:pt x="12" y="140"/>
                    <a:pt x="10" y="140"/>
                    <a:pt x="9" y="141"/>
                  </a:cubicBezTo>
                  <a:cubicBezTo>
                    <a:pt x="7" y="144"/>
                    <a:pt x="10" y="148"/>
                    <a:pt x="11" y="150"/>
                  </a:cubicBezTo>
                  <a:cubicBezTo>
                    <a:pt x="12" y="150"/>
                    <a:pt x="16" y="153"/>
                    <a:pt x="16" y="153"/>
                  </a:cubicBezTo>
                  <a:cubicBezTo>
                    <a:pt x="16" y="153"/>
                    <a:pt x="12" y="156"/>
                    <a:pt x="12" y="156"/>
                  </a:cubicBezTo>
                  <a:cubicBezTo>
                    <a:pt x="11" y="157"/>
                    <a:pt x="8" y="161"/>
                    <a:pt x="8" y="163"/>
                  </a:cubicBezTo>
                  <a:cubicBezTo>
                    <a:pt x="9" y="167"/>
                    <a:pt x="12" y="174"/>
                    <a:pt x="14" y="178"/>
                  </a:cubicBezTo>
                  <a:cubicBezTo>
                    <a:pt x="16" y="181"/>
                    <a:pt x="21" y="177"/>
                    <a:pt x="24" y="181"/>
                  </a:cubicBezTo>
                  <a:cubicBezTo>
                    <a:pt x="26" y="184"/>
                    <a:pt x="21" y="184"/>
                    <a:pt x="21" y="185"/>
                  </a:cubicBezTo>
                  <a:cubicBezTo>
                    <a:pt x="18" y="187"/>
                    <a:pt x="21" y="189"/>
                    <a:pt x="20" y="191"/>
                  </a:cubicBezTo>
                  <a:cubicBezTo>
                    <a:pt x="20" y="192"/>
                    <a:pt x="17" y="192"/>
                    <a:pt x="16" y="193"/>
                  </a:cubicBezTo>
                  <a:cubicBezTo>
                    <a:pt x="14" y="195"/>
                    <a:pt x="13" y="198"/>
                    <a:pt x="11" y="200"/>
                  </a:cubicBezTo>
                  <a:cubicBezTo>
                    <a:pt x="9" y="202"/>
                    <a:pt x="7" y="204"/>
                    <a:pt x="5" y="206"/>
                  </a:cubicBezTo>
                  <a:cubicBezTo>
                    <a:pt x="1" y="209"/>
                    <a:pt x="10" y="209"/>
                    <a:pt x="8" y="214"/>
                  </a:cubicBezTo>
                  <a:cubicBezTo>
                    <a:pt x="9" y="218"/>
                    <a:pt x="11" y="218"/>
                    <a:pt x="13" y="222"/>
                  </a:cubicBezTo>
                  <a:cubicBezTo>
                    <a:pt x="13" y="223"/>
                    <a:pt x="13" y="225"/>
                    <a:pt x="14" y="227"/>
                  </a:cubicBezTo>
                  <a:cubicBezTo>
                    <a:pt x="15" y="228"/>
                    <a:pt x="19" y="228"/>
                    <a:pt x="19" y="228"/>
                  </a:cubicBezTo>
                  <a:cubicBezTo>
                    <a:pt x="22" y="230"/>
                    <a:pt x="18" y="230"/>
                    <a:pt x="18" y="231"/>
                  </a:cubicBezTo>
                  <a:cubicBezTo>
                    <a:pt x="18" y="234"/>
                    <a:pt x="21" y="238"/>
                    <a:pt x="21" y="240"/>
                  </a:cubicBezTo>
                  <a:cubicBezTo>
                    <a:pt x="22" y="242"/>
                    <a:pt x="22" y="245"/>
                    <a:pt x="22" y="248"/>
                  </a:cubicBezTo>
                  <a:cubicBezTo>
                    <a:pt x="22" y="248"/>
                    <a:pt x="24" y="251"/>
                    <a:pt x="24" y="251"/>
                  </a:cubicBezTo>
                  <a:cubicBezTo>
                    <a:pt x="24" y="252"/>
                    <a:pt x="24" y="253"/>
                    <a:pt x="24" y="253"/>
                  </a:cubicBezTo>
                  <a:cubicBezTo>
                    <a:pt x="25" y="256"/>
                    <a:pt x="38" y="266"/>
                    <a:pt x="38" y="266"/>
                  </a:cubicBezTo>
                  <a:cubicBezTo>
                    <a:pt x="38" y="267"/>
                    <a:pt x="32" y="271"/>
                    <a:pt x="32" y="273"/>
                  </a:cubicBezTo>
                  <a:cubicBezTo>
                    <a:pt x="32" y="274"/>
                    <a:pt x="39" y="280"/>
                    <a:pt x="35" y="283"/>
                  </a:cubicBezTo>
                  <a:cubicBezTo>
                    <a:pt x="34" y="283"/>
                    <a:pt x="31" y="282"/>
                    <a:pt x="30" y="284"/>
                  </a:cubicBezTo>
                  <a:cubicBezTo>
                    <a:pt x="29" y="284"/>
                    <a:pt x="30" y="285"/>
                    <a:pt x="30" y="285"/>
                  </a:cubicBezTo>
                  <a:cubicBezTo>
                    <a:pt x="31" y="285"/>
                    <a:pt x="33" y="290"/>
                    <a:pt x="33" y="290"/>
                  </a:cubicBezTo>
                  <a:cubicBezTo>
                    <a:pt x="33" y="291"/>
                    <a:pt x="28" y="292"/>
                    <a:pt x="33" y="295"/>
                  </a:cubicBezTo>
                  <a:cubicBezTo>
                    <a:pt x="34" y="296"/>
                    <a:pt x="39" y="297"/>
                    <a:pt x="38" y="299"/>
                  </a:cubicBezTo>
                  <a:cubicBezTo>
                    <a:pt x="38" y="301"/>
                    <a:pt x="34" y="302"/>
                    <a:pt x="36" y="306"/>
                  </a:cubicBezTo>
                  <a:cubicBezTo>
                    <a:pt x="37" y="307"/>
                    <a:pt x="40" y="306"/>
                    <a:pt x="40" y="306"/>
                  </a:cubicBezTo>
                  <a:cubicBezTo>
                    <a:pt x="42" y="307"/>
                    <a:pt x="46" y="314"/>
                    <a:pt x="46" y="316"/>
                  </a:cubicBezTo>
                  <a:cubicBezTo>
                    <a:pt x="47" y="318"/>
                    <a:pt x="46" y="322"/>
                    <a:pt x="47" y="324"/>
                  </a:cubicBezTo>
                  <a:cubicBezTo>
                    <a:pt x="47" y="326"/>
                    <a:pt x="49" y="327"/>
                    <a:pt x="49" y="328"/>
                  </a:cubicBezTo>
                  <a:cubicBezTo>
                    <a:pt x="50" y="330"/>
                    <a:pt x="49" y="332"/>
                    <a:pt x="50" y="334"/>
                  </a:cubicBezTo>
                  <a:cubicBezTo>
                    <a:pt x="50" y="335"/>
                    <a:pt x="52" y="335"/>
                    <a:pt x="53" y="336"/>
                  </a:cubicBezTo>
                  <a:cubicBezTo>
                    <a:pt x="54" y="339"/>
                    <a:pt x="55" y="344"/>
                    <a:pt x="55" y="346"/>
                  </a:cubicBezTo>
                  <a:cubicBezTo>
                    <a:pt x="56" y="350"/>
                    <a:pt x="54" y="357"/>
                    <a:pt x="58" y="358"/>
                  </a:cubicBezTo>
                  <a:cubicBezTo>
                    <a:pt x="61" y="359"/>
                    <a:pt x="67" y="358"/>
                    <a:pt x="72" y="357"/>
                  </a:cubicBezTo>
                  <a:cubicBezTo>
                    <a:pt x="75" y="355"/>
                    <a:pt x="77" y="354"/>
                    <a:pt x="78" y="352"/>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115"/>
            <p:cNvSpPr>
              <a:spLocks/>
            </p:cNvSpPr>
            <p:nvPr/>
          </p:nvSpPr>
          <p:spPr bwMode="auto">
            <a:xfrm>
              <a:off x="4318001" y="2851151"/>
              <a:ext cx="458788" cy="473075"/>
            </a:xfrm>
            <a:custGeom>
              <a:avLst/>
              <a:gdLst/>
              <a:ahLst/>
              <a:cxnLst>
                <a:cxn ang="0">
                  <a:pos x="0" y="81"/>
                </a:cxn>
                <a:cxn ang="0">
                  <a:pos x="11" y="89"/>
                </a:cxn>
                <a:cxn ang="0">
                  <a:pos x="17" y="100"/>
                </a:cxn>
                <a:cxn ang="0">
                  <a:pos x="42" y="121"/>
                </a:cxn>
                <a:cxn ang="0">
                  <a:pos x="68" y="127"/>
                </a:cxn>
                <a:cxn ang="0">
                  <a:pos x="82" y="136"/>
                </a:cxn>
                <a:cxn ang="0">
                  <a:pos x="78" y="133"/>
                </a:cxn>
                <a:cxn ang="0">
                  <a:pos x="107" y="149"/>
                </a:cxn>
                <a:cxn ang="0">
                  <a:pos x="112" y="153"/>
                </a:cxn>
                <a:cxn ang="0">
                  <a:pos x="120" y="156"/>
                </a:cxn>
                <a:cxn ang="0">
                  <a:pos x="128" y="164"/>
                </a:cxn>
                <a:cxn ang="0">
                  <a:pos x="121" y="179"/>
                </a:cxn>
                <a:cxn ang="0">
                  <a:pos x="115" y="187"/>
                </a:cxn>
                <a:cxn ang="0">
                  <a:pos x="113" y="197"/>
                </a:cxn>
                <a:cxn ang="0">
                  <a:pos x="110" y="202"/>
                </a:cxn>
                <a:cxn ang="0">
                  <a:pos x="107" y="205"/>
                </a:cxn>
                <a:cxn ang="0">
                  <a:pos x="105" y="208"/>
                </a:cxn>
                <a:cxn ang="0">
                  <a:pos x="103" y="215"/>
                </a:cxn>
                <a:cxn ang="0">
                  <a:pos x="142" y="220"/>
                </a:cxn>
                <a:cxn ang="0">
                  <a:pos x="149" y="220"/>
                </a:cxn>
                <a:cxn ang="0">
                  <a:pos x="159" y="222"/>
                </a:cxn>
                <a:cxn ang="0">
                  <a:pos x="178" y="216"/>
                </a:cxn>
                <a:cxn ang="0">
                  <a:pos x="182" y="209"/>
                </a:cxn>
                <a:cxn ang="0">
                  <a:pos x="190" y="206"/>
                </a:cxn>
                <a:cxn ang="0">
                  <a:pos x="195" y="201"/>
                </a:cxn>
                <a:cxn ang="0">
                  <a:pos x="199" y="198"/>
                </a:cxn>
                <a:cxn ang="0">
                  <a:pos x="204" y="186"/>
                </a:cxn>
                <a:cxn ang="0">
                  <a:pos x="205" y="179"/>
                </a:cxn>
                <a:cxn ang="0">
                  <a:pos x="205" y="171"/>
                </a:cxn>
                <a:cxn ang="0">
                  <a:pos x="210" y="158"/>
                </a:cxn>
                <a:cxn ang="0">
                  <a:pos x="214" y="139"/>
                </a:cxn>
                <a:cxn ang="0">
                  <a:pos x="215" y="129"/>
                </a:cxn>
                <a:cxn ang="0">
                  <a:pos x="206" y="122"/>
                </a:cxn>
                <a:cxn ang="0">
                  <a:pos x="185" y="123"/>
                </a:cxn>
                <a:cxn ang="0">
                  <a:pos x="184" y="111"/>
                </a:cxn>
                <a:cxn ang="0">
                  <a:pos x="181" y="93"/>
                </a:cxn>
                <a:cxn ang="0">
                  <a:pos x="166" y="81"/>
                </a:cxn>
                <a:cxn ang="0">
                  <a:pos x="155" y="81"/>
                </a:cxn>
                <a:cxn ang="0">
                  <a:pos x="150" y="82"/>
                </a:cxn>
                <a:cxn ang="0">
                  <a:pos x="146" y="80"/>
                </a:cxn>
                <a:cxn ang="0">
                  <a:pos x="129" y="76"/>
                </a:cxn>
                <a:cxn ang="0">
                  <a:pos x="122" y="71"/>
                </a:cxn>
                <a:cxn ang="0">
                  <a:pos x="122" y="60"/>
                </a:cxn>
                <a:cxn ang="0">
                  <a:pos x="123" y="54"/>
                </a:cxn>
                <a:cxn ang="0">
                  <a:pos x="125" y="45"/>
                </a:cxn>
                <a:cxn ang="0">
                  <a:pos x="124" y="42"/>
                </a:cxn>
                <a:cxn ang="0">
                  <a:pos x="123" y="40"/>
                </a:cxn>
                <a:cxn ang="0">
                  <a:pos x="121" y="39"/>
                </a:cxn>
                <a:cxn ang="0">
                  <a:pos x="118" y="30"/>
                </a:cxn>
                <a:cxn ang="0">
                  <a:pos x="117" y="27"/>
                </a:cxn>
                <a:cxn ang="0">
                  <a:pos x="117" y="23"/>
                </a:cxn>
                <a:cxn ang="0">
                  <a:pos x="117" y="15"/>
                </a:cxn>
                <a:cxn ang="0">
                  <a:pos x="83" y="2"/>
                </a:cxn>
                <a:cxn ang="0">
                  <a:pos x="41" y="7"/>
                </a:cxn>
                <a:cxn ang="0">
                  <a:pos x="18" y="22"/>
                </a:cxn>
                <a:cxn ang="0">
                  <a:pos x="9" y="39"/>
                </a:cxn>
                <a:cxn ang="0">
                  <a:pos x="10" y="48"/>
                </a:cxn>
                <a:cxn ang="0">
                  <a:pos x="1" y="80"/>
                </a:cxn>
              </a:cxnLst>
              <a:rect l="0" t="0" r="r" b="b"/>
              <a:pathLst>
                <a:path w="216" h="223">
                  <a:moveTo>
                    <a:pt x="1" y="80"/>
                  </a:moveTo>
                  <a:cubicBezTo>
                    <a:pt x="1" y="81"/>
                    <a:pt x="0" y="81"/>
                    <a:pt x="0" y="81"/>
                  </a:cubicBezTo>
                  <a:cubicBezTo>
                    <a:pt x="2" y="84"/>
                    <a:pt x="8" y="85"/>
                    <a:pt x="10" y="87"/>
                  </a:cubicBezTo>
                  <a:cubicBezTo>
                    <a:pt x="10" y="88"/>
                    <a:pt x="11" y="88"/>
                    <a:pt x="11" y="89"/>
                  </a:cubicBezTo>
                  <a:cubicBezTo>
                    <a:pt x="11" y="89"/>
                    <a:pt x="10" y="89"/>
                    <a:pt x="10" y="89"/>
                  </a:cubicBezTo>
                  <a:cubicBezTo>
                    <a:pt x="10" y="91"/>
                    <a:pt x="16" y="99"/>
                    <a:pt x="17" y="100"/>
                  </a:cubicBezTo>
                  <a:cubicBezTo>
                    <a:pt x="21" y="106"/>
                    <a:pt x="35" y="111"/>
                    <a:pt x="40" y="116"/>
                  </a:cubicBezTo>
                  <a:cubicBezTo>
                    <a:pt x="41" y="117"/>
                    <a:pt x="41" y="120"/>
                    <a:pt x="42" y="121"/>
                  </a:cubicBezTo>
                  <a:cubicBezTo>
                    <a:pt x="44" y="123"/>
                    <a:pt x="58" y="127"/>
                    <a:pt x="60" y="127"/>
                  </a:cubicBezTo>
                  <a:cubicBezTo>
                    <a:pt x="63" y="128"/>
                    <a:pt x="66" y="127"/>
                    <a:pt x="68" y="127"/>
                  </a:cubicBezTo>
                  <a:cubicBezTo>
                    <a:pt x="71" y="128"/>
                    <a:pt x="75" y="132"/>
                    <a:pt x="79" y="134"/>
                  </a:cubicBezTo>
                  <a:cubicBezTo>
                    <a:pt x="82" y="136"/>
                    <a:pt x="82" y="136"/>
                    <a:pt x="82" y="136"/>
                  </a:cubicBezTo>
                  <a:cubicBezTo>
                    <a:pt x="81" y="136"/>
                    <a:pt x="80" y="135"/>
                    <a:pt x="79" y="134"/>
                  </a:cubicBezTo>
                  <a:cubicBezTo>
                    <a:pt x="78" y="133"/>
                    <a:pt x="78" y="133"/>
                    <a:pt x="78" y="133"/>
                  </a:cubicBezTo>
                  <a:cubicBezTo>
                    <a:pt x="80" y="137"/>
                    <a:pt x="97" y="147"/>
                    <a:pt x="102" y="149"/>
                  </a:cubicBezTo>
                  <a:cubicBezTo>
                    <a:pt x="103" y="149"/>
                    <a:pt x="106" y="149"/>
                    <a:pt x="107" y="149"/>
                  </a:cubicBezTo>
                  <a:cubicBezTo>
                    <a:pt x="108" y="150"/>
                    <a:pt x="109" y="152"/>
                    <a:pt x="110" y="152"/>
                  </a:cubicBezTo>
                  <a:cubicBezTo>
                    <a:pt x="110" y="152"/>
                    <a:pt x="111" y="153"/>
                    <a:pt x="112" y="153"/>
                  </a:cubicBezTo>
                  <a:cubicBezTo>
                    <a:pt x="113" y="153"/>
                    <a:pt x="113" y="152"/>
                    <a:pt x="113" y="152"/>
                  </a:cubicBezTo>
                  <a:cubicBezTo>
                    <a:pt x="115" y="152"/>
                    <a:pt x="118" y="155"/>
                    <a:pt x="120" y="156"/>
                  </a:cubicBezTo>
                  <a:cubicBezTo>
                    <a:pt x="123" y="156"/>
                    <a:pt x="123" y="156"/>
                    <a:pt x="123" y="156"/>
                  </a:cubicBezTo>
                  <a:cubicBezTo>
                    <a:pt x="125" y="157"/>
                    <a:pt x="127" y="161"/>
                    <a:pt x="128" y="164"/>
                  </a:cubicBezTo>
                  <a:cubicBezTo>
                    <a:pt x="130" y="165"/>
                    <a:pt x="130" y="165"/>
                    <a:pt x="130" y="165"/>
                  </a:cubicBezTo>
                  <a:cubicBezTo>
                    <a:pt x="131" y="168"/>
                    <a:pt x="121" y="174"/>
                    <a:pt x="121" y="179"/>
                  </a:cubicBezTo>
                  <a:cubicBezTo>
                    <a:pt x="121" y="179"/>
                    <a:pt x="123" y="179"/>
                    <a:pt x="123" y="180"/>
                  </a:cubicBezTo>
                  <a:cubicBezTo>
                    <a:pt x="122" y="182"/>
                    <a:pt x="116" y="185"/>
                    <a:pt x="115" y="187"/>
                  </a:cubicBezTo>
                  <a:cubicBezTo>
                    <a:pt x="113" y="190"/>
                    <a:pt x="114" y="193"/>
                    <a:pt x="114" y="196"/>
                  </a:cubicBezTo>
                  <a:cubicBezTo>
                    <a:pt x="115" y="200"/>
                    <a:pt x="114" y="197"/>
                    <a:pt x="113" y="197"/>
                  </a:cubicBezTo>
                  <a:cubicBezTo>
                    <a:pt x="113" y="197"/>
                    <a:pt x="112" y="200"/>
                    <a:pt x="112" y="200"/>
                  </a:cubicBezTo>
                  <a:cubicBezTo>
                    <a:pt x="110" y="202"/>
                    <a:pt x="110" y="202"/>
                    <a:pt x="110" y="202"/>
                  </a:cubicBezTo>
                  <a:cubicBezTo>
                    <a:pt x="110" y="202"/>
                    <a:pt x="111" y="203"/>
                    <a:pt x="111" y="204"/>
                  </a:cubicBezTo>
                  <a:cubicBezTo>
                    <a:pt x="110" y="205"/>
                    <a:pt x="108" y="204"/>
                    <a:pt x="107" y="205"/>
                  </a:cubicBezTo>
                  <a:cubicBezTo>
                    <a:pt x="106" y="206"/>
                    <a:pt x="107" y="208"/>
                    <a:pt x="106" y="208"/>
                  </a:cubicBezTo>
                  <a:cubicBezTo>
                    <a:pt x="105" y="209"/>
                    <a:pt x="105" y="208"/>
                    <a:pt x="105" y="208"/>
                  </a:cubicBezTo>
                  <a:cubicBezTo>
                    <a:pt x="104" y="208"/>
                    <a:pt x="105" y="209"/>
                    <a:pt x="104" y="210"/>
                  </a:cubicBezTo>
                  <a:cubicBezTo>
                    <a:pt x="104" y="210"/>
                    <a:pt x="100" y="213"/>
                    <a:pt x="103" y="215"/>
                  </a:cubicBezTo>
                  <a:cubicBezTo>
                    <a:pt x="106" y="216"/>
                    <a:pt x="120" y="213"/>
                    <a:pt x="125" y="215"/>
                  </a:cubicBezTo>
                  <a:cubicBezTo>
                    <a:pt x="130" y="216"/>
                    <a:pt x="136" y="220"/>
                    <a:pt x="142" y="220"/>
                  </a:cubicBezTo>
                  <a:cubicBezTo>
                    <a:pt x="143" y="219"/>
                    <a:pt x="145" y="217"/>
                    <a:pt x="147" y="218"/>
                  </a:cubicBezTo>
                  <a:cubicBezTo>
                    <a:pt x="147" y="218"/>
                    <a:pt x="149" y="220"/>
                    <a:pt x="149" y="220"/>
                  </a:cubicBezTo>
                  <a:cubicBezTo>
                    <a:pt x="150" y="221"/>
                    <a:pt x="152" y="219"/>
                    <a:pt x="154" y="219"/>
                  </a:cubicBezTo>
                  <a:cubicBezTo>
                    <a:pt x="155" y="219"/>
                    <a:pt x="158" y="223"/>
                    <a:pt x="159" y="222"/>
                  </a:cubicBezTo>
                  <a:cubicBezTo>
                    <a:pt x="162" y="220"/>
                    <a:pt x="161" y="217"/>
                    <a:pt x="165" y="215"/>
                  </a:cubicBezTo>
                  <a:cubicBezTo>
                    <a:pt x="170" y="213"/>
                    <a:pt x="173" y="221"/>
                    <a:pt x="178" y="216"/>
                  </a:cubicBezTo>
                  <a:cubicBezTo>
                    <a:pt x="180" y="215"/>
                    <a:pt x="178" y="213"/>
                    <a:pt x="179" y="211"/>
                  </a:cubicBezTo>
                  <a:cubicBezTo>
                    <a:pt x="179" y="211"/>
                    <a:pt x="182" y="209"/>
                    <a:pt x="182" y="209"/>
                  </a:cubicBezTo>
                  <a:cubicBezTo>
                    <a:pt x="184" y="207"/>
                    <a:pt x="184" y="205"/>
                    <a:pt x="188" y="205"/>
                  </a:cubicBezTo>
                  <a:cubicBezTo>
                    <a:pt x="189" y="205"/>
                    <a:pt x="189" y="207"/>
                    <a:pt x="190" y="206"/>
                  </a:cubicBezTo>
                  <a:cubicBezTo>
                    <a:pt x="191" y="203"/>
                    <a:pt x="191" y="203"/>
                    <a:pt x="191" y="203"/>
                  </a:cubicBezTo>
                  <a:cubicBezTo>
                    <a:pt x="192" y="202"/>
                    <a:pt x="194" y="202"/>
                    <a:pt x="195" y="201"/>
                  </a:cubicBezTo>
                  <a:cubicBezTo>
                    <a:pt x="196" y="200"/>
                    <a:pt x="195" y="198"/>
                    <a:pt x="197" y="198"/>
                  </a:cubicBezTo>
                  <a:cubicBezTo>
                    <a:pt x="198" y="198"/>
                    <a:pt x="198" y="199"/>
                    <a:pt x="199" y="198"/>
                  </a:cubicBezTo>
                  <a:cubicBezTo>
                    <a:pt x="200" y="198"/>
                    <a:pt x="202" y="192"/>
                    <a:pt x="202" y="190"/>
                  </a:cubicBezTo>
                  <a:cubicBezTo>
                    <a:pt x="203" y="189"/>
                    <a:pt x="203" y="187"/>
                    <a:pt x="204" y="186"/>
                  </a:cubicBezTo>
                  <a:cubicBezTo>
                    <a:pt x="204" y="185"/>
                    <a:pt x="202" y="181"/>
                    <a:pt x="203" y="180"/>
                  </a:cubicBezTo>
                  <a:cubicBezTo>
                    <a:pt x="203" y="180"/>
                    <a:pt x="204" y="180"/>
                    <a:pt x="205" y="179"/>
                  </a:cubicBezTo>
                  <a:cubicBezTo>
                    <a:pt x="206" y="177"/>
                    <a:pt x="203" y="173"/>
                    <a:pt x="204" y="171"/>
                  </a:cubicBezTo>
                  <a:cubicBezTo>
                    <a:pt x="204" y="171"/>
                    <a:pt x="205" y="171"/>
                    <a:pt x="205" y="171"/>
                  </a:cubicBezTo>
                  <a:cubicBezTo>
                    <a:pt x="206" y="170"/>
                    <a:pt x="204" y="167"/>
                    <a:pt x="205" y="166"/>
                  </a:cubicBezTo>
                  <a:cubicBezTo>
                    <a:pt x="205" y="163"/>
                    <a:pt x="210" y="160"/>
                    <a:pt x="210" y="158"/>
                  </a:cubicBezTo>
                  <a:cubicBezTo>
                    <a:pt x="210" y="157"/>
                    <a:pt x="209" y="156"/>
                    <a:pt x="209" y="155"/>
                  </a:cubicBezTo>
                  <a:cubicBezTo>
                    <a:pt x="209" y="152"/>
                    <a:pt x="213" y="142"/>
                    <a:pt x="214" y="139"/>
                  </a:cubicBezTo>
                  <a:cubicBezTo>
                    <a:pt x="216" y="135"/>
                    <a:pt x="212" y="134"/>
                    <a:pt x="213" y="131"/>
                  </a:cubicBezTo>
                  <a:cubicBezTo>
                    <a:pt x="213" y="130"/>
                    <a:pt x="215" y="130"/>
                    <a:pt x="215" y="129"/>
                  </a:cubicBezTo>
                  <a:cubicBezTo>
                    <a:pt x="215" y="129"/>
                    <a:pt x="212" y="126"/>
                    <a:pt x="212" y="126"/>
                  </a:cubicBezTo>
                  <a:cubicBezTo>
                    <a:pt x="211" y="125"/>
                    <a:pt x="207" y="122"/>
                    <a:pt x="206" y="122"/>
                  </a:cubicBezTo>
                  <a:cubicBezTo>
                    <a:pt x="200" y="122"/>
                    <a:pt x="194" y="132"/>
                    <a:pt x="186" y="126"/>
                  </a:cubicBezTo>
                  <a:cubicBezTo>
                    <a:pt x="185" y="126"/>
                    <a:pt x="185" y="124"/>
                    <a:pt x="185" y="123"/>
                  </a:cubicBezTo>
                  <a:cubicBezTo>
                    <a:pt x="185" y="121"/>
                    <a:pt x="184" y="119"/>
                    <a:pt x="183" y="117"/>
                  </a:cubicBezTo>
                  <a:cubicBezTo>
                    <a:pt x="183" y="115"/>
                    <a:pt x="184" y="112"/>
                    <a:pt x="184" y="111"/>
                  </a:cubicBezTo>
                  <a:cubicBezTo>
                    <a:pt x="183" y="108"/>
                    <a:pt x="181" y="104"/>
                    <a:pt x="181" y="100"/>
                  </a:cubicBezTo>
                  <a:cubicBezTo>
                    <a:pt x="180" y="98"/>
                    <a:pt x="182" y="95"/>
                    <a:pt x="181" y="93"/>
                  </a:cubicBezTo>
                  <a:cubicBezTo>
                    <a:pt x="181" y="91"/>
                    <a:pt x="176" y="82"/>
                    <a:pt x="175" y="81"/>
                  </a:cubicBezTo>
                  <a:cubicBezTo>
                    <a:pt x="173" y="80"/>
                    <a:pt x="169" y="82"/>
                    <a:pt x="166" y="81"/>
                  </a:cubicBezTo>
                  <a:cubicBezTo>
                    <a:pt x="165" y="80"/>
                    <a:pt x="163" y="76"/>
                    <a:pt x="161" y="75"/>
                  </a:cubicBezTo>
                  <a:cubicBezTo>
                    <a:pt x="158" y="75"/>
                    <a:pt x="158" y="80"/>
                    <a:pt x="155" y="81"/>
                  </a:cubicBezTo>
                  <a:cubicBezTo>
                    <a:pt x="155" y="81"/>
                    <a:pt x="154" y="79"/>
                    <a:pt x="154" y="79"/>
                  </a:cubicBezTo>
                  <a:cubicBezTo>
                    <a:pt x="151" y="79"/>
                    <a:pt x="152" y="81"/>
                    <a:pt x="150" y="82"/>
                  </a:cubicBezTo>
                  <a:cubicBezTo>
                    <a:pt x="147" y="83"/>
                    <a:pt x="149" y="80"/>
                    <a:pt x="149" y="80"/>
                  </a:cubicBezTo>
                  <a:cubicBezTo>
                    <a:pt x="146" y="80"/>
                    <a:pt x="146" y="80"/>
                    <a:pt x="146" y="80"/>
                  </a:cubicBezTo>
                  <a:cubicBezTo>
                    <a:pt x="144" y="80"/>
                    <a:pt x="131" y="79"/>
                    <a:pt x="130" y="78"/>
                  </a:cubicBezTo>
                  <a:cubicBezTo>
                    <a:pt x="129" y="77"/>
                    <a:pt x="130" y="76"/>
                    <a:pt x="129" y="76"/>
                  </a:cubicBezTo>
                  <a:cubicBezTo>
                    <a:pt x="128" y="75"/>
                    <a:pt x="121" y="79"/>
                    <a:pt x="120" y="76"/>
                  </a:cubicBezTo>
                  <a:cubicBezTo>
                    <a:pt x="120" y="74"/>
                    <a:pt x="122" y="72"/>
                    <a:pt x="122" y="71"/>
                  </a:cubicBezTo>
                  <a:cubicBezTo>
                    <a:pt x="122" y="68"/>
                    <a:pt x="123" y="68"/>
                    <a:pt x="123" y="65"/>
                  </a:cubicBezTo>
                  <a:cubicBezTo>
                    <a:pt x="123" y="63"/>
                    <a:pt x="121" y="62"/>
                    <a:pt x="122" y="60"/>
                  </a:cubicBezTo>
                  <a:cubicBezTo>
                    <a:pt x="122" y="59"/>
                    <a:pt x="124" y="57"/>
                    <a:pt x="124" y="56"/>
                  </a:cubicBezTo>
                  <a:cubicBezTo>
                    <a:pt x="124" y="55"/>
                    <a:pt x="123" y="55"/>
                    <a:pt x="123" y="54"/>
                  </a:cubicBezTo>
                  <a:cubicBezTo>
                    <a:pt x="125" y="52"/>
                    <a:pt x="125" y="52"/>
                    <a:pt x="125" y="52"/>
                  </a:cubicBezTo>
                  <a:cubicBezTo>
                    <a:pt x="125" y="51"/>
                    <a:pt x="126" y="46"/>
                    <a:pt x="125" y="45"/>
                  </a:cubicBezTo>
                  <a:cubicBezTo>
                    <a:pt x="125" y="44"/>
                    <a:pt x="123" y="45"/>
                    <a:pt x="123" y="44"/>
                  </a:cubicBezTo>
                  <a:cubicBezTo>
                    <a:pt x="123" y="43"/>
                    <a:pt x="124" y="43"/>
                    <a:pt x="124" y="42"/>
                  </a:cubicBezTo>
                  <a:cubicBezTo>
                    <a:pt x="123" y="42"/>
                    <a:pt x="122" y="42"/>
                    <a:pt x="122" y="41"/>
                  </a:cubicBezTo>
                  <a:cubicBezTo>
                    <a:pt x="121" y="41"/>
                    <a:pt x="122" y="41"/>
                    <a:pt x="123" y="40"/>
                  </a:cubicBezTo>
                  <a:cubicBezTo>
                    <a:pt x="124" y="40"/>
                    <a:pt x="124" y="37"/>
                    <a:pt x="122" y="38"/>
                  </a:cubicBezTo>
                  <a:cubicBezTo>
                    <a:pt x="122" y="38"/>
                    <a:pt x="121" y="39"/>
                    <a:pt x="121" y="39"/>
                  </a:cubicBezTo>
                  <a:cubicBezTo>
                    <a:pt x="120" y="39"/>
                    <a:pt x="121" y="32"/>
                    <a:pt x="121" y="31"/>
                  </a:cubicBezTo>
                  <a:cubicBezTo>
                    <a:pt x="121" y="31"/>
                    <a:pt x="118" y="30"/>
                    <a:pt x="118" y="30"/>
                  </a:cubicBezTo>
                  <a:cubicBezTo>
                    <a:pt x="118" y="27"/>
                    <a:pt x="118" y="27"/>
                    <a:pt x="118" y="27"/>
                  </a:cubicBezTo>
                  <a:cubicBezTo>
                    <a:pt x="118" y="27"/>
                    <a:pt x="117" y="28"/>
                    <a:pt x="117" y="27"/>
                  </a:cubicBezTo>
                  <a:cubicBezTo>
                    <a:pt x="114" y="26"/>
                    <a:pt x="119" y="26"/>
                    <a:pt x="116" y="24"/>
                  </a:cubicBezTo>
                  <a:cubicBezTo>
                    <a:pt x="117" y="23"/>
                    <a:pt x="117" y="23"/>
                    <a:pt x="117" y="23"/>
                  </a:cubicBezTo>
                  <a:cubicBezTo>
                    <a:pt x="117" y="23"/>
                    <a:pt x="117" y="23"/>
                    <a:pt x="117" y="23"/>
                  </a:cubicBezTo>
                  <a:cubicBezTo>
                    <a:pt x="115" y="21"/>
                    <a:pt x="117" y="17"/>
                    <a:pt x="117" y="15"/>
                  </a:cubicBezTo>
                  <a:cubicBezTo>
                    <a:pt x="117" y="15"/>
                    <a:pt x="94" y="3"/>
                    <a:pt x="92" y="2"/>
                  </a:cubicBezTo>
                  <a:cubicBezTo>
                    <a:pt x="89" y="2"/>
                    <a:pt x="86" y="2"/>
                    <a:pt x="83" y="2"/>
                  </a:cubicBezTo>
                  <a:cubicBezTo>
                    <a:pt x="78" y="1"/>
                    <a:pt x="73" y="0"/>
                    <a:pt x="69" y="1"/>
                  </a:cubicBezTo>
                  <a:cubicBezTo>
                    <a:pt x="60" y="2"/>
                    <a:pt x="50" y="6"/>
                    <a:pt x="41" y="7"/>
                  </a:cubicBezTo>
                  <a:cubicBezTo>
                    <a:pt x="38" y="8"/>
                    <a:pt x="25" y="9"/>
                    <a:pt x="23" y="10"/>
                  </a:cubicBezTo>
                  <a:cubicBezTo>
                    <a:pt x="20" y="12"/>
                    <a:pt x="20" y="19"/>
                    <a:pt x="18" y="22"/>
                  </a:cubicBezTo>
                  <a:cubicBezTo>
                    <a:pt x="16" y="26"/>
                    <a:pt x="11" y="30"/>
                    <a:pt x="9" y="35"/>
                  </a:cubicBezTo>
                  <a:cubicBezTo>
                    <a:pt x="9" y="35"/>
                    <a:pt x="9" y="39"/>
                    <a:pt x="9" y="39"/>
                  </a:cubicBezTo>
                  <a:cubicBezTo>
                    <a:pt x="9" y="42"/>
                    <a:pt x="10" y="44"/>
                    <a:pt x="10" y="46"/>
                  </a:cubicBezTo>
                  <a:cubicBezTo>
                    <a:pt x="10" y="47"/>
                    <a:pt x="10" y="47"/>
                    <a:pt x="10" y="48"/>
                  </a:cubicBezTo>
                  <a:cubicBezTo>
                    <a:pt x="8" y="58"/>
                    <a:pt x="3" y="69"/>
                    <a:pt x="1" y="80"/>
                  </a:cubicBezTo>
                  <a:cubicBezTo>
                    <a:pt x="1" y="80"/>
                    <a:pt x="1" y="80"/>
                    <a:pt x="1" y="8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116"/>
            <p:cNvSpPr>
              <a:spLocks/>
            </p:cNvSpPr>
            <p:nvPr/>
          </p:nvSpPr>
          <p:spPr bwMode="auto">
            <a:xfrm>
              <a:off x="4144963" y="4500563"/>
              <a:ext cx="1588" cy="3175"/>
            </a:xfrm>
            <a:custGeom>
              <a:avLst/>
              <a:gdLst/>
              <a:ahLst/>
              <a:cxnLst>
                <a:cxn ang="0">
                  <a:pos x="0" y="0"/>
                </a:cxn>
                <a:cxn ang="0">
                  <a:pos x="0" y="0"/>
                </a:cxn>
              </a:cxnLst>
              <a:rect l="0" t="0" r="r" b="b"/>
              <a:pathLst>
                <a:path h="1">
                  <a:moveTo>
                    <a:pt x="0" y="0"/>
                  </a:moveTo>
                  <a:cubicBezTo>
                    <a:pt x="0" y="1"/>
                    <a:pt x="0" y="1"/>
                    <a:pt x="0" y="0"/>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117"/>
            <p:cNvSpPr>
              <a:spLocks/>
            </p:cNvSpPr>
            <p:nvPr/>
          </p:nvSpPr>
          <p:spPr bwMode="auto">
            <a:xfrm>
              <a:off x="3895726" y="2992438"/>
              <a:ext cx="908050" cy="1681163"/>
            </a:xfrm>
            <a:custGeom>
              <a:avLst/>
              <a:gdLst/>
              <a:ahLst/>
              <a:cxnLst>
                <a:cxn ang="0">
                  <a:pos x="319" y="244"/>
                </a:cxn>
                <a:cxn ang="0">
                  <a:pos x="341" y="211"/>
                </a:cxn>
                <a:cxn ang="0">
                  <a:pos x="371" y="176"/>
                </a:cxn>
                <a:cxn ang="0">
                  <a:pos x="398" y="154"/>
                </a:cxn>
                <a:cxn ang="0">
                  <a:pos x="424" y="143"/>
                </a:cxn>
                <a:cxn ang="0">
                  <a:pos x="417" y="102"/>
                </a:cxn>
                <a:cxn ang="0">
                  <a:pos x="403" y="113"/>
                </a:cxn>
                <a:cxn ang="0">
                  <a:pos x="388" y="138"/>
                </a:cxn>
                <a:cxn ang="0">
                  <a:pos x="347" y="151"/>
                </a:cxn>
                <a:cxn ang="0">
                  <a:pos x="311" y="137"/>
                </a:cxn>
                <a:cxn ang="0">
                  <a:pos x="330" y="98"/>
                </a:cxn>
                <a:cxn ang="0">
                  <a:pos x="302" y="82"/>
                </a:cxn>
                <a:cxn ang="0">
                  <a:pos x="210" y="22"/>
                </a:cxn>
                <a:cxn ang="0">
                  <a:pos x="197" y="10"/>
                </a:cxn>
                <a:cxn ang="0">
                  <a:pos x="120" y="10"/>
                </a:cxn>
                <a:cxn ang="0">
                  <a:pos x="84" y="29"/>
                </a:cxn>
                <a:cxn ang="0">
                  <a:pos x="57" y="119"/>
                </a:cxn>
                <a:cxn ang="0">
                  <a:pos x="35" y="174"/>
                </a:cxn>
                <a:cxn ang="0">
                  <a:pos x="28" y="226"/>
                </a:cxn>
                <a:cxn ang="0">
                  <a:pos x="16" y="252"/>
                </a:cxn>
                <a:cxn ang="0">
                  <a:pos x="25" y="295"/>
                </a:cxn>
                <a:cxn ang="0">
                  <a:pos x="31" y="338"/>
                </a:cxn>
                <a:cxn ang="0">
                  <a:pos x="28" y="374"/>
                </a:cxn>
                <a:cxn ang="0">
                  <a:pos x="13" y="395"/>
                </a:cxn>
                <a:cxn ang="0">
                  <a:pos x="14" y="418"/>
                </a:cxn>
                <a:cxn ang="0">
                  <a:pos x="12" y="460"/>
                </a:cxn>
                <a:cxn ang="0">
                  <a:pos x="5" y="503"/>
                </a:cxn>
                <a:cxn ang="0">
                  <a:pos x="8" y="548"/>
                </a:cxn>
                <a:cxn ang="0">
                  <a:pos x="18" y="589"/>
                </a:cxn>
                <a:cxn ang="0">
                  <a:pos x="15" y="606"/>
                </a:cxn>
                <a:cxn ang="0">
                  <a:pos x="24" y="641"/>
                </a:cxn>
                <a:cxn ang="0">
                  <a:pos x="25" y="669"/>
                </a:cxn>
                <a:cxn ang="0">
                  <a:pos x="18" y="700"/>
                </a:cxn>
                <a:cxn ang="0">
                  <a:pos x="8" y="739"/>
                </a:cxn>
                <a:cxn ang="0">
                  <a:pos x="33" y="755"/>
                </a:cxn>
                <a:cxn ang="0">
                  <a:pos x="40" y="781"/>
                </a:cxn>
                <a:cxn ang="0">
                  <a:pos x="99" y="775"/>
                </a:cxn>
                <a:cxn ang="0">
                  <a:pos x="96" y="766"/>
                </a:cxn>
                <a:cxn ang="0">
                  <a:pos x="106" y="738"/>
                </a:cxn>
                <a:cxn ang="0">
                  <a:pos x="110" y="737"/>
                </a:cxn>
                <a:cxn ang="0">
                  <a:pos x="118" y="712"/>
                </a:cxn>
                <a:cxn ang="0">
                  <a:pos x="149" y="683"/>
                </a:cxn>
                <a:cxn ang="0">
                  <a:pos x="150" y="678"/>
                </a:cxn>
                <a:cxn ang="0">
                  <a:pos x="122" y="616"/>
                </a:cxn>
                <a:cxn ang="0">
                  <a:pos x="151" y="607"/>
                </a:cxn>
                <a:cxn ang="0">
                  <a:pos x="158" y="591"/>
                </a:cxn>
                <a:cxn ang="0">
                  <a:pos x="173" y="556"/>
                </a:cxn>
                <a:cxn ang="0">
                  <a:pos x="174" y="537"/>
                </a:cxn>
                <a:cxn ang="0">
                  <a:pos x="160" y="526"/>
                </a:cxn>
                <a:cxn ang="0">
                  <a:pos x="165" y="501"/>
                </a:cxn>
                <a:cxn ang="0">
                  <a:pos x="220" y="496"/>
                </a:cxn>
                <a:cxn ang="0">
                  <a:pos x="221" y="475"/>
                </a:cxn>
                <a:cxn ang="0">
                  <a:pos x="215" y="456"/>
                </a:cxn>
                <a:cxn ang="0">
                  <a:pos x="244" y="454"/>
                </a:cxn>
                <a:cxn ang="0">
                  <a:pos x="333" y="381"/>
                </a:cxn>
                <a:cxn ang="0">
                  <a:pos x="302" y="331"/>
                </a:cxn>
                <a:cxn ang="0">
                  <a:pos x="313" y="299"/>
                </a:cxn>
              </a:cxnLst>
              <a:rect l="0" t="0" r="r" b="b"/>
              <a:pathLst>
                <a:path w="429" h="793">
                  <a:moveTo>
                    <a:pt x="312" y="275"/>
                  </a:moveTo>
                  <a:cubicBezTo>
                    <a:pt x="312" y="275"/>
                    <a:pt x="313" y="271"/>
                    <a:pt x="313" y="271"/>
                  </a:cubicBezTo>
                  <a:cubicBezTo>
                    <a:pt x="313" y="270"/>
                    <a:pt x="311" y="269"/>
                    <a:pt x="312" y="268"/>
                  </a:cubicBezTo>
                  <a:cubicBezTo>
                    <a:pt x="314" y="265"/>
                    <a:pt x="316" y="267"/>
                    <a:pt x="317" y="261"/>
                  </a:cubicBezTo>
                  <a:cubicBezTo>
                    <a:pt x="318" y="260"/>
                    <a:pt x="314" y="258"/>
                    <a:pt x="315" y="257"/>
                  </a:cubicBezTo>
                  <a:cubicBezTo>
                    <a:pt x="315" y="256"/>
                    <a:pt x="317" y="257"/>
                    <a:pt x="317" y="256"/>
                  </a:cubicBezTo>
                  <a:cubicBezTo>
                    <a:pt x="318" y="254"/>
                    <a:pt x="321" y="249"/>
                    <a:pt x="321" y="247"/>
                  </a:cubicBezTo>
                  <a:cubicBezTo>
                    <a:pt x="321" y="245"/>
                    <a:pt x="319" y="245"/>
                    <a:pt x="319" y="244"/>
                  </a:cubicBezTo>
                  <a:cubicBezTo>
                    <a:pt x="319" y="243"/>
                    <a:pt x="322" y="244"/>
                    <a:pt x="322" y="242"/>
                  </a:cubicBezTo>
                  <a:cubicBezTo>
                    <a:pt x="322" y="239"/>
                    <a:pt x="319" y="235"/>
                    <a:pt x="321" y="232"/>
                  </a:cubicBezTo>
                  <a:cubicBezTo>
                    <a:pt x="322" y="230"/>
                    <a:pt x="325" y="229"/>
                    <a:pt x="326" y="226"/>
                  </a:cubicBezTo>
                  <a:cubicBezTo>
                    <a:pt x="327" y="226"/>
                    <a:pt x="326" y="226"/>
                    <a:pt x="326" y="225"/>
                  </a:cubicBezTo>
                  <a:cubicBezTo>
                    <a:pt x="326" y="225"/>
                    <a:pt x="326" y="224"/>
                    <a:pt x="326" y="224"/>
                  </a:cubicBezTo>
                  <a:cubicBezTo>
                    <a:pt x="327" y="223"/>
                    <a:pt x="333" y="221"/>
                    <a:pt x="334" y="219"/>
                  </a:cubicBezTo>
                  <a:cubicBezTo>
                    <a:pt x="335" y="217"/>
                    <a:pt x="334" y="216"/>
                    <a:pt x="335" y="214"/>
                  </a:cubicBezTo>
                  <a:cubicBezTo>
                    <a:pt x="336" y="213"/>
                    <a:pt x="340" y="213"/>
                    <a:pt x="341" y="211"/>
                  </a:cubicBezTo>
                  <a:cubicBezTo>
                    <a:pt x="344" y="208"/>
                    <a:pt x="348" y="205"/>
                    <a:pt x="350" y="202"/>
                  </a:cubicBezTo>
                  <a:cubicBezTo>
                    <a:pt x="351" y="200"/>
                    <a:pt x="351" y="197"/>
                    <a:pt x="353" y="196"/>
                  </a:cubicBezTo>
                  <a:cubicBezTo>
                    <a:pt x="354" y="195"/>
                    <a:pt x="356" y="195"/>
                    <a:pt x="357" y="194"/>
                  </a:cubicBezTo>
                  <a:cubicBezTo>
                    <a:pt x="358" y="192"/>
                    <a:pt x="359" y="189"/>
                    <a:pt x="360" y="187"/>
                  </a:cubicBezTo>
                  <a:cubicBezTo>
                    <a:pt x="362" y="185"/>
                    <a:pt x="366" y="184"/>
                    <a:pt x="367" y="182"/>
                  </a:cubicBezTo>
                  <a:cubicBezTo>
                    <a:pt x="367" y="181"/>
                    <a:pt x="367" y="180"/>
                    <a:pt x="367" y="180"/>
                  </a:cubicBezTo>
                  <a:cubicBezTo>
                    <a:pt x="367" y="179"/>
                    <a:pt x="370" y="179"/>
                    <a:pt x="370" y="179"/>
                  </a:cubicBezTo>
                  <a:cubicBezTo>
                    <a:pt x="371" y="177"/>
                    <a:pt x="369" y="176"/>
                    <a:pt x="371" y="176"/>
                  </a:cubicBezTo>
                  <a:cubicBezTo>
                    <a:pt x="373" y="175"/>
                    <a:pt x="374" y="178"/>
                    <a:pt x="375" y="178"/>
                  </a:cubicBezTo>
                  <a:cubicBezTo>
                    <a:pt x="379" y="176"/>
                    <a:pt x="372" y="173"/>
                    <a:pt x="374" y="172"/>
                  </a:cubicBezTo>
                  <a:cubicBezTo>
                    <a:pt x="376" y="171"/>
                    <a:pt x="380" y="171"/>
                    <a:pt x="382" y="169"/>
                  </a:cubicBezTo>
                  <a:cubicBezTo>
                    <a:pt x="383" y="168"/>
                    <a:pt x="383" y="167"/>
                    <a:pt x="384" y="166"/>
                  </a:cubicBezTo>
                  <a:cubicBezTo>
                    <a:pt x="387" y="163"/>
                    <a:pt x="389" y="163"/>
                    <a:pt x="392" y="163"/>
                  </a:cubicBezTo>
                  <a:cubicBezTo>
                    <a:pt x="393" y="163"/>
                    <a:pt x="391" y="162"/>
                    <a:pt x="391" y="161"/>
                  </a:cubicBezTo>
                  <a:cubicBezTo>
                    <a:pt x="391" y="161"/>
                    <a:pt x="394" y="161"/>
                    <a:pt x="395" y="160"/>
                  </a:cubicBezTo>
                  <a:cubicBezTo>
                    <a:pt x="396" y="159"/>
                    <a:pt x="397" y="155"/>
                    <a:pt x="398" y="154"/>
                  </a:cubicBezTo>
                  <a:cubicBezTo>
                    <a:pt x="399" y="154"/>
                    <a:pt x="399" y="155"/>
                    <a:pt x="399" y="155"/>
                  </a:cubicBezTo>
                  <a:cubicBezTo>
                    <a:pt x="401" y="155"/>
                    <a:pt x="402" y="152"/>
                    <a:pt x="404" y="152"/>
                  </a:cubicBezTo>
                  <a:cubicBezTo>
                    <a:pt x="404" y="152"/>
                    <a:pt x="404" y="153"/>
                    <a:pt x="405" y="153"/>
                  </a:cubicBezTo>
                  <a:cubicBezTo>
                    <a:pt x="407" y="153"/>
                    <a:pt x="407" y="151"/>
                    <a:pt x="411" y="152"/>
                  </a:cubicBezTo>
                  <a:cubicBezTo>
                    <a:pt x="412" y="152"/>
                    <a:pt x="413" y="147"/>
                    <a:pt x="414" y="147"/>
                  </a:cubicBezTo>
                  <a:cubicBezTo>
                    <a:pt x="415" y="147"/>
                    <a:pt x="414" y="148"/>
                    <a:pt x="415" y="148"/>
                  </a:cubicBezTo>
                  <a:cubicBezTo>
                    <a:pt x="415" y="148"/>
                    <a:pt x="416" y="148"/>
                    <a:pt x="416" y="148"/>
                  </a:cubicBezTo>
                  <a:cubicBezTo>
                    <a:pt x="417" y="147"/>
                    <a:pt x="423" y="144"/>
                    <a:pt x="424" y="143"/>
                  </a:cubicBezTo>
                  <a:cubicBezTo>
                    <a:pt x="427" y="141"/>
                    <a:pt x="426" y="130"/>
                    <a:pt x="426" y="126"/>
                  </a:cubicBezTo>
                  <a:cubicBezTo>
                    <a:pt x="427" y="123"/>
                    <a:pt x="429" y="122"/>
                    <a:pt x="428" y="119"/>
                  </a:cubicBezTo>
                  <a:cubicBezTo>
                    <a:pt x="427" y="117"/>
                    <a:pt x="425" y="115"/>
                    <a:pt x="424" y="113"/>
                  </a:cubicBezTo>
                  <a:cubicBezTo>
                    <a:pt x="423" y="111"/>
                    <a:pt x="425" y="106"/>
                    <a:pt x="423" y="104"/>
                  </a:cubicBezTo>
                  <a:cubicBezTo>
                    <a:pt x="422" y="104"/>
                    <a:pt x="422" y="105"/>
                    <a:pt x="421" y="105"/>
                  </a:cubicBezTo>
                  <a:cubicBezTo>
                    <a:pt x="421" y="104"/>
                    <a:pt x="420" y="101"/>
                    <a:pt x="418" y="102"/>
                  </a:cubicBezTo>
                  <a:cubicBezTo>
                    <a:pt x="418" y="102"/>
                    <a:pt x="418" y="103"/>
                    <a:pt x="418" y="103"/>
                  </a:cubicBezTo>
                  <a:cubicBezTo>
                    <a:pt x="418" y="103"/>
                    <a:pt x="417" y="103"/>
                    <a:pt x="417" y="102"/>
                  </a:cubicBezTo>
                  <a:cubicBezTo>
                    <a:pt x="417" y="102"/>
                    <a:pt x="418" y="101"/>
                    <a:pt x="418" y="101"/>
                  </a:cubicBezTo>
                  <a:cubicBezTo>
                    <a:pt x="417" y="99"/>
                    <a:pt x="414" y="103"/>
                    <a:pt x="414" y="103"/>
                  </a:cubicBezTo>
                  <a:cubicBezTo>
                    <a:pt x="414" y="103"/>
                    <a:pt x="414" y="102"/>
                    <a:pt x="413" y="102"/>
                  </a:cubicBezTo>
                  <a:cubicBezTo>
                    <a:pt x="410" y="101"/>
                    <a:pt x="411" y="107"/>
                    <a:pt x="405" y="102"/>
                  </a:cubicBezTo>
                  <a:cubicBezTo>
                    <a:pt x="406" y="103"/>
                    <a:pt x="406" y="104"/>
                    <a:pt x="405" y="104"/>
                  </a:cubicBezTo>
                  <a:cubicBezTo>
                    <a:pt x="405" y="104"/>
                    <a:pt x="404" y="104"/>
                    <a:pt x="404" y="104"/>
                  </a:cubicBezTo>
                  <a:cubicBezTo>
                    <a:pt x="403" y="106"/>
                    <a:pt x="406" y="110"/>
                    <a:pt x="405" y="112"/>
                  </a:cubicBezTo>
                  <a:cubicBezTo>
                    <a:pt x="404" y="113"/>
                    <a:pt x="403" y="113"/>
                    <a:pt x="403" y="113"/>
                  </a:cubicBezTo>
                  <a:cubicBezTo>
                    <a:pt x="402" y="114"/>
                    <a:pt x="404" y="118"/>
                    <a:pt x="404" y="119"/>
                  </a:cubicBezTo>
                  <a:cubicBezTo>
                    <a:pt x="403" y="120"/>
                    <a:pt x="403" y="122"/>
                    <a:pt x="402" y="123"/>
                  </a:cubicBezTo>
                  <a:cubicBezTo>
                    <a:pt x="402" y="125"/>
                    <a:pt x="400" y="131"/>
                    <a:pt x="399" y="131"/>
                  </a:cubicBezTo>
                  <a:cubicBezTo>
                    <a:pt x="398" y="132"/>
                    <a:pt x="398" y="131"/>
                    <a:pt x="397" y="131"/>
                  </a:cubicBezTo>
                  <a:cubicBezTo>
                    <a:pt x="395" y="131"/>
                    <a:pt x="396" y="133"/>
                    <a:pt x="395" y="134"/>
                  </a:cubicBezTo>
                  <a:cubicBezTo>
                    <a:pt x="394" y="135"/>
                    <a:pt x="392" y="135"/>
                    <a:pt x="391" y="136"/>
                  </a:cubicBezTo>
                  <a:cubicBezTo>
                    <a:pt x="390" y="139"/>
                    <a:pt x="390" y="139"/>
                    <a:pt x="390" y="139"/>
                  </a:cubicBezTo>
                  <a:cubicBezTo>
                    <a:pt x="389" y="140"/>
                    <a:pt x="389" y="138"/>
                    <a:pt x="388" y="138"/>
                  </a:cubicBezTo>
                  <a:cubicBezTo>
                    <a:pt x="384" y="138"/>
                    <a:pt x="384" y="140"/>
                    <a:pt x="382" y="142"/>
                  </a:cubicBezTo>
                  <a:cubicBezTo>
                    <a:pt x="382" y="142"/>
                    <a:pt x="379" y="144"/>
                    <a:pt x="379" y="144"/>
                  </a:cubicBezTo>
                  <a:cubicBezTo>
                    <a:pt x="378" y="146"/>
                    <a:pt x="380" y="148"/>
                    <a:pt x="378" y="149"/>
                  </a:cubicBezTo>
                  <a:cubicBezTo>
                    <a:pt x="373" y="154"/>
                    <a:pt x="370" y="146"/>
                    <a:pt x="365" y="148"/>
                  </a:cubicBezTo>
                  <a:cubicBezTo>
                    <a:pt x="361" y="150"/>
                    <a:pt x="362" y="153"/>
                    <a:pt x="359" y="155"/>
                  </a:cubicBezTo>
                  <a:cubicBezTo>
                    <a:pt x="358" y="156"/>
                    <a:pt x="355" y="152"/>
                    <a:pt x="354" y="152"/>
                  </a:cubicBezTo>
                  <a:cubicBezTo>
                    <a:pt x="352" y="152"/>
                    <a:pt x="350" y="154"/>
                    <a:pt x="349" y="153"/>
                  </a:cubicBezTo>
                  <a:cubicBezTo>
                    <a:pt x="349" y="153"/>
                    <a:pt x="347" y="151"/>
                    <a:pt x="347" y="151"/>
                  </a:cubicBezTo>
                  <a:cubicBezTo>
                    <a:pt x="345" y="150"/>
                    <a:pt x="343" y="152"/>
                    <a:pt x="342" y="153"/>
                  </a:cubicBezTo>
                  <a:cubicBezTo>
                    <a:pt x="336" y="153"/>
                    <a:pt x="330" y="149"/>
                    <a:pt x="325" y="148"/>
                  </a:cubicBezTo>
                  <a:cubicBezTo>
                    <a:pt x="320" y="146"/>
                    <a:pt x="306" y="149"/>
                    <a:pt x="303" y="148"/>
                  </a:cubicBezTo>
                  <a:cubicBezTo>
                    <a:pt x="300" y="146"/>
                    <a:pt x="304" y="143"/>
                    <a:pt x="304" y="143"/>
                  </a:cubicBezTo>
                  <a:cubicBezTo>
                    <a:pt x="305" y="142"/>
                    <a:pt x="304" y="141"/>
                    <a:pt x="305" y="141"/>
                  </a:cubicBezTo>
                  <a:cubicBezTo>
                    <a:pt x="305" y="141"/>
                    <a:pt x="305" y="142"/>
                    <a:pt x="306" y="141"/>
                  </a:cubicBezTo>
                  <a:cubicBezTo>
                    <a:pt x="307" y="141"/>
                    <a:pt x="306" y="139"/>
                    <a:pt x="307" y="138"/>
                  </a:cubicBezTo>
                  <a:cubicBezTo>
                    <a:pt x="308" y="137"/>
                    <a:pt x="310" y="138"/>
                    <a:pt x="311" y="137"/>
                  </a:cubicBezTo>
                  <a:cubicBezTo>
                    <a:pt x="311" y="136"/>
                    <a:pt x="310" y="135"/>
                    <a:pt x="310" y="135"/>
                  </a:cubicBezTo>
                  <a:cubicBezTo>
                    <a:pt x="312" y="133"/>
                    <a:pt x="312" y="133"/>
                    <a:pt x="312" y="133"/>
                  </a:cubicBezTo>
                  <a:cubicBezTo>
                    <a:pt x="312" y="133"/>
                    <a:pt x="313" y="130"/>
                    <a:pt x="313" y="130"/>
                  </a:cubicBezTo>
                  <a:cubicBezTo>
                    <a:pt x="314" y="130"/>
                    <a:pt x="315" y="133"/>
                    <a:pt x="314" y="129"/>
                  </a:cubicBezTo>
                  <a:cubicBezTo>
                    <a:pt x="314" y="126"/>
                    <a:pt x="313" y="123"/>
                    <a:pt x="315" y="120"/>
                  </a:cubicBezTo>
                  <a:cubicBezTo>
                    <a:pt x="316" y="118"/>
                    <a:pt x="322" y="115"/>
                    <a:pt x="323" y="113"/>
                  </a:cubicBezTo>
                  <a:cubicBezTo>
                    <a:pt x="323" y="112"/>
                    <a:pt x="321" y="112"/>
                    <a:pt x="321" y="112"/>
                  </a:cubicBezTo>
                  <a:cubicBezTo>
                    <a:pt x="321" y="107"/>
                    <a:pt x="331" y="101"/>
                    <a:pt x="330" y="98"/>
                  </a:cubicBezTo>
                  <a:cubicBezTo>
                    <a:pt x="328" y="97"/>
                    <a:pt x="328" y="97"/>
                    <a:pt x="328" y="97"/>
                  </a:cubicBezTo>
                  <a:cubicBezTo>
                    <a:pt x="327" y="94"/>
                    <a:pt x="325" y="90"/>
                    <a:pt x="323" y="89"/>
                  </a:cubicBezTo>
                  <a:cubicBezTo>
                    <a:pt x="320" y="89"/>
                    <a:pt x="320" y="89"/>
                    <a:pt x="320" y="89"/>
                  </a:cubicBezTo>
                  <a:cubicBezTo>
                    <a:pt x="318" y="88"/>
                    <a:pt x="315" y="85"/>
                    <a:pt x="313" y="85"/>
                  </a:cubicBezTo>
                  <a:cubicBezTo>
                    <a:pt x="313" y="85"/>
                    <a:pt x="313" y="86"/>
                    <a:pt x="312" y="86"/>
                  </a:cubicBezTo>
                  <a:cubicBezTo>
                    <a:pt x="311" y="86"/>
                    <a:pt x="310" y="85"/>
                    <a:pt x="310" y="85"/>
                  </a:cubicBezTo>
                  <a:cubicBezTo>
                    <a:pt x="309" y="85"/>
                    <a:pt x="308" y="83"/>
                    <a:pt x="307" y="82"/>
                  </a:cubicBezTo>
                  <a:cubicBezTo>
                    <a:pt x="306" y="82"/>
                    <a:pt x="303" y="82"/>
                    <a:pt x="302" y="82"/>
                  </a:cubicBezTo>
                  <a:cubicBezTo>
                    <a:pt x="297" y="80"/>
                    <a:pt x="280" y="70"/>
                    <a:pt x="278" y="66"/>
                  </a:cubicBezTo>
                  <a:cubicBezTo>
                    <a:pt x="279" y="67"/>
                    <a:pt x="279" y="67"/>
                    <a:pt x="279" y="67"/>
                  </a:cubicBezTo>
                  <a:cubicBezTo>
                    <a:pt x="275" y="65"/>
                    <a:pt x="271" y="61"/>
                    <a:pt x="268" y="60"/>
                  </a:cubicBezTo>
                  <a:cubicBezTo>
                    <a:pt x="266" y="60"/>
                    <a:pt x="263" y="61"/>
                    <a:pt x="260" y="60"/>
                  </a:cubicBezTo>
                  <a:cubicBezTo>
                    <a:pt x="258" y="60"/>
                    <a:pt x="244" y="56"/>
                    <a:pt x="242" y="54"/>
                  </a:cubicBezTo>
                  <a:cubicBezTo>
                    <a:pt x="241" y="53"/>
                    <a:pt x="241" y="50"/>
                    <a:pt x="240" y="49"/>
                  </a:cubicBezTo>
                  <a:cubicBezTo>
                    <a:pt x="235" y="44"/>
                    <a:pt x="221" y="39"/>
                    <a:pt x="217" y="33"/>
                  </a:cubicBezTo>
                  <a:cubicBezTo>
                    <a:pt x="216" y="32"/>
                    <a:pt x="210" y="24"/>
                    <a:pt x="210" y="22"/>
                  </a:cubicBezTo>
                  <a:cubicBezTo>
                    <a:pt x="210" y="22"/>
                    <a:pt x="211" y="22"/>
                    <a:pt x="211" y="22"/>
                  </a:cubicBezTo>
                  <a:cubicBezTo>
                    <a:pt x="211" y="21"/>
                    <a:pt x="210" y="21"/>
                    <a:pt x="210" y="20"/>
                  </a:cubicBezTo>
                  <a:cubicBezTo>
                    <a:pt x="208" y="18"/>
                    <a:pt x="202" y="17"/>
                    <a:pt x="200" y="14"/>
                  </a:cubicBezTo>
                  <a:cubicBezTo>
                    <a:pt x="200" y="14"/>
                    <a:pt x="201" y="14"/>
                    <a:pt x="201" y="13"/>
                  </a:cubicBezTo>
                  <a:cubicBezTo>
                    <a:pt x="201" y="13"/>
                    <a:pt x="201" y="13"/>
                    <a:pt x="201" y="13"/>
                  </a:cubicBezTo>
                  <a:cubicBezTo>
                    <a:pt x="200" y="13"/>
                    <a:pt x="200" y="13"/>
                    <a:pt x="200" y="13"/>
                  </a:cubicBezTo>
                  <a:cubicBezTo>
                    <a:pt x="200" y="12"/>
                    <a:pt x="200" y="12"/>
                    <a:pt x="200" y="12"/>
                  </a:cubicBezTo>
                  <a:cubicBezTo>
                    <a:pt x="199" y="11"/>
                    <a:pt x="197" y="11"/>
                    <a:pt x="197" y="10"/>
                  </a:cubicBezTo>
                  <a:cubicBezTo>
                    <a:pt x="196" y="6"/>
                    <a:pt x="196" y="6"/>
                    <a:pt x="196" y="6"/>
                  </a:cubicBezTo>
                  <a:cubicBezTo>
                    <a:pt x="195" y="6"/>
                    <a:pt x="167" y="6"/>
                    <a:pt x="167" y="7"/>
                  </a:cubicBezTo>
                  <a:cubicBezTo>
                    <a:pt x="167" y="7"/>
                    <a:pt x="159" y="23"/>
                    <a:pt x="158" y="24"/>
                  </a:cubicBezTo>
                  <a:cubicBezTo>
                    <a:pt x="158" y="24"/>
                    <a:pt x="158" y="30"/>
                    <a:pt x="157" y="29"/>
                  </a:cubicBezTo>
                  <a:cubicBezTo>
                    <a:pt x="155" y="29"/>
                    <a:pt x="154" y="22"/>
                    <a:pt x="154" y="21"/>
                  </a:cubicBezTo>
                  <a:cubicBezTo>
                    <a:pt x="154" y="20"/>
                    <a:pt x="151" y="18"/>
                    <a:pt x="151" y="17"/>
                  </a:cubicBezTo>
                  <a:cubicBezTo>
                    <a:pt x="150" y="13"/>
                    <a:pt x="153" y="15"/>
                    <a:pt x="151" y="13"/>
                  </a:cubicBezTo>
                  <a:cubicBezTo>
                    <a:pt x="142" y="5"/>
                    <a:pt x="127" y="13"/>
                    <a:pt x="120" y="10"/>
                  </a:cubicBezTo>
                  <a:cubicBezTo>
                    <a:pt x="118" y="9"/>
                    <a:pt x="109" y="0"/>
                    <a:pt x="107" y="1"/>
                  </a:cubicBezTo>
                  <a:cubicBezTo>
                    <a:pt x="107" y="2"/>
                    <a:pt x="106" y="9"/>
                    <a:pt x="105" y="10"/>
                  </a:cubicBezTo>
                  <a:cubicBezTo>
                    <a:pt x="102" y="12"/>
                    <a:pt x="97" y="11"/>
                    <a:pt x="95" y="14"/>
                  </a:cubicBezTo>
                  <a:cubicBezTo>
                    <a:pt x="94" y="15"/>
                    <a:pt x="95" y="18"/>
                    <a:pt x="94" y="19"/>
                  </a:cubicBezTo>
                  <a:cubicBezTo>
                    <a:pt x="93" y="20"/>
                    <a:pt x="89" y="20"/>
                    <a:pt x="88" y="21"/>
                  </a:cubicBezTo>
                  <a:cubicBezTo>
                    <a:pt x="88" y="25"/>
                    <a:pt x="88" y="25"/>
                    <a:pt x="88" y="25"/>
                  </a:cubicBezTo>
                  <a:cubicBezTo>
                    <a:pt x="87" y="27"/>
                    <a:pt x="85" y="28"/>
                    <a:pt x="82" y="30"/>
                  </a:cubicBezTo>
                  <a:cubicBezTo>
                    <a:pt x="84" y="29"/>
                    <a:pt x="84" y="29"/>
                    <a:pt x="84" y="29"/>
                  </a:cubicBezTo>
                  <a:cubicBezTo>
                    <a:pt x="85" y="30"/>
                    <a:pt x="88" y="33"/>
                    <a:pt x="89" y="34"/>
                  </a:cubicBezTo>
                  <a:cubicBezTo>
                    <a:pt x="89" y="35"/>
                    <a:pt x="87" y="39"/>
                    <a:pt x="87" y="41"/>
                  </a:cubicBezTo>
                  <a:cubicBezTo>
                    <a:pt x="85" y="44"/>
                    <a:pt x="83" y="60"/>
                    <a:pt x="81" y="61"/>
                  </a:cubicBezTo>
                  <a:cubicBezTo>
                    <a:pt x="79" y="65"/>
                    <a:pt x="59" y="70"/>
                    <a:pt x="55" y="75"/>
                  </a:cubicBezTo>
                  <a:cubicBezTo>
                    <a:pt x="54" y="75"/>
                    <a:pt x="50" y="83"/>
                    <a:pt x="51" y="85"/>
                  </a:cubicBezTo>
                  <a:cubicBezTo>
                    <a:pt x="53" y="86"/>
                    <a:pt x="55" y="85"/>
                    <a:pt x="56" y="90"/>
                  </a:cubicBezTo>
                  <a:cubicBezTo>
                    <a:pt x="56" y="92"/>
                    <a:pt x="50" y="95"/>
                    <a:pt x="51" y="102"/>
                  </a:cubicBezTo>
                  <a:cubicBezTo>
                    <a:pt x="52" y="106"/>
                    <a:pt x="58" y="115"/>
                    <a:pt x="57" y="119"/>
                  </a:cubicBezTo>
                  <a:cubicBezTo>
                    <a:pt x="56" y="123"/>
                    <a:pt x="51" y="123"/>
                    <a:pt x="53" y="129"/>
                  </a:cubicBezTo>
                  <a:cubicBezTo>
                    <a:pt x="54" y="132"/>
                    <a:pt x="64" y="139"/>
                    <a:pt x="60" y="143"/>
                  </a:cubicBezTo>
                  <a:cubicBezTo>
                    <a:pt x="59" y="144"/>
                    <a:pt x="56" y="143"/>
                    <a:pt x="55" y="144"/>
                  </a:cubicBezTo>
                  <a:cubicBezTo>
                    <a:pt x="54" y="144"/>
                    <a:pt x="55" y="146"/>
                    <a:pt x="54" y="146"/>
                  </a:cubicBezTo>
                  <a:cubicBezTo>
                    <a:pt x="51" y="146"/>
                    <a:pt x="50" y="143"/>
                    <a:pt x="48" y="145"/>
                  </a:cubicBezTo>
                  <a:cubicBezTo>
                    <a:pt x="47" y="146"/>
                    <a:pt x="41" y="166"/>
                    <a:pt x="40" y="167"/>
                  </a:cubicBezTo>
                  <a:cubicBezTo>
                    <a:pt x="39" y="168"/>
                    <a:pt x="38" y="168"/>
                    <a:pt x="37" y="168"/>
                  </a:cubicBezTo>
                  <a:cubicBezTo>
                    <a:pt x="36" y="169"/>
                    <a:pt x="36" y="174"/>
                    <a:pt x="35" y="174"/>
                  </a:cubicBezTo>
                  <a:cubicBezTo>
                    <a:pt x="34" y="174"/>
                    <a:pt x="34" y="173"/>
                    <a:pt x="33" y="173"/>
                  </a:cubicBezTo>
                  <a:cubicBezTo>
                    <a:pt x="33" y="173"/>
                    <a:pt x="32" y="177"/>
                    <a:pt x="32" y="177"/>
                  </a:cubicBezTo>
                  <a:cubicBezTo>
                    <a:pt x="32" y="177"/>
                    <a:pt x="29" y="179"/>
                    <a:pt x="29" y="179"/>
                  </a:cubicBezTo>
                  <a:cubicBezTo>
                    <a:pt x="27" y="183"/>
                    <a:pt x="28" y="193"/>
                    <a:pt x="27" y="198"/>
                  </a:cubicBezTo>
                  <a:cubicBezTo>
                    <a:pt x="26" y="200"/>
                    <a:pt x="22" y="201"/>
                    <a:pt x="21" y="203"/>
                  </a:cubicBezTo>
                  <a:cubicBezTo>
                    <a:pt x="21" y="204"/>
                    <a:pt x="24" y="213"/>
                    <a:pt x="25" y="214"/>
                  </a:cubicBezTo>
                  <a:cubicBezTo>
                    <a:pt x="27" y="217"/>
                    <a:pt x="23" y="221"/>
                    <a:pt x="24" y="224"/>
                  </a:cubicBezTo>
                  <a:cubicBezTo>
                    <a:pt x="25" y="226"/>
                    <a:pt x="28" y="223"/>
                    <a:pt x="28" y="226"/>
                  </a:cubicBezTo>
                  <a:cubicBezTo>
                    <a:pt x="28" y="228"/>
                    <a:pt x="27" y="231"/>
                    <a:pt x="25" y="232"/>
                  </a:cubicBezTo>
                  <a:cubicBezTo>
                    <a:pt x="24" y="233"/>
                    <a:pt x="20" y="231"/>
                    <a:pt x="20" y="231"/>
                  </a:cubicBezTo>
                  <a:cubicBezTo>
                    <a:pt x="20" y="232"/>
                    <a:pt x="21" y="233"/>
                    <a:pt x="21" y="233"/>
                  </a:cubicBezTo>
                  <a:cubicBezTo>
                    <a:pt x="21" y="237"/>
                    <a:pt x="18" y="241"/>
                    <a:pt x="17" y="245"/>
                  </a:cubicBezTo>
                  <a:cubicBezTo>
                    <a:pt x="17" y="246"/>
                    <a:pt x="17" y="246"/>
                    <a:pt x="17" y="247"/>
                  </a:cubicBezTo>
                  <a:cubicBezTo>
                    <a:pt x="17" y="248"/>
                    <a:pt x="20" y="248"/>
                    <a:pt x="19" y="249"/>
                  </a:cubicBezTo>
                  <a:cubicBezTo>
                    <a:pt x="19" y="250"/>
                    <a:pt x="18" y="249"/>
                    <a:pt x="17" y="250"/>
                  </a:cubicBezTo>
                  <a:cubicBezTo>
                    <a:pt x="17" y="251"/>
                    <a:pt x="16" y="252"/>
                    <a:pt x="16" y="252"/>
                  </a:cubicBezTo>
                  <a:cubicBezTo>
                    <a:pt x="14" y="252"/>
                    <a:pt x="14" y="250"/>
                    <a:pt x="13" y="253"/>
                  </a:cubicBezTo>
                  <a:cubicBezTo>
                    <a:pt x="12" y="258"/>
                    <a:pt x="12" y="268"/>
                    <a:pt x="17" y="272"/>
                  </a:cubicBezTo>
                  <a:cubicBezTo>
                    <a:pt x="19" y="273"/>
                    <a:pt x="21" y="271"/>
                    <a:pt x="22" y="274"/>
                  </a:cubicBezTo>
                  <a:cubicBezTo>
                    <a:pt x="23" y="279"/>
                    <a:pt x="19" y="274"/>
                    <a:pt x="18" y="276"/>
                  </a:cubicBezTo>
                  <a:cubicBezTo>
                    <a:pt x="18" y="279"/>
                    <a:pt x="21" y="281"/>
                    <a:pt x="22" y="283"/>
                  </a:cubicBezTo>
                  <a:cubicBezTo>
                    <a:pt x="22" y="283"/>
                    <a:pt x="23" y="286"/>
                    <a:pt x="23" y="286"/>
                  </a:cubicBezTo>
                  <a:cubicBezTo>
                    <a:pt x="24" y="287"/>
                    <a:pt x="25" y="286"/>
                    <a:pt x="25" y="288"/>
                  </a:cubicBezTo>
                  <a:cubicBezTo>
                    <a:pt x="25" y="290"/>
                    <a:pt x="24" y="292"/>
                    <a:pt x="25" y="295"/>
                  </a:cubicBezTo>
                  <a:cubicBezTo>
                    <a:pt x="26" y="296"/>
                    <a:pt x="29" y="297"/>
                    <a:pt x="29" y="298"/>
                  </a:cubicBezTo>
                  <a:cubicBezTo>
                    <a:pt x="29" y="301"/>
                    <a:pt x="26" y="302"/>
                    <a:pt x="27" y="305"/>
                  </a:cubicBezTo>
                  <a:cubicBezTo>
                    <a:pt x="30" y="312"/>
                    <a:pt x="32" y="304"/>
                    <a:pt x="35" y="308"/>
                  </a:cubicBezTo>
                  <a:cubicBezTo>
                    <a:pt x="37" y="311"/>
                    <a:pt x="34" y="313"/>
                    <a:pt x="34" y="316"/>
                  </a:cubicBezTo>
                  <a:cubicBezTo>
                    <a:pt x="34" y="317"/>
                    <a:pt x="35" y="318"/>
                    <a:pt x="34" y="319"/>
                  </a:cubicBezTo>
                  <a:cubicBezTo>
                    <a:pt x="33" y="325"/>
                    <a:pt x="35" y="327"/>
                    <a:pt x="36" y="333"/>
                  </a:cubicBezTo>
                  <a:cubicBezTo>
                    <a:pt x="37" y="334"/>
                    <a:pt x="32" y="334"/>
                    <a:pt x="32" y="334"/>
                  </a:cubicBezTo>
                  <a:cubicBezTo>
                    <a:pt x="30" y="335"/>
                    <a:pt x="32" y="337"/>
                    <a:pt x="31" y="338"/>
                  </a:cubicBezTo>
                  <a:cubicBezTo>
                    <a:pt x="31" y="339"/>
                    <a:pt x="26" y="346"/>
                    <a:pt x="26" y="347"/>
                  </a:cubicBezTo>
                  <a:cubicBezTo>
                    <a:pt x="26" y="347"/>
                    <a:pt x="27" y="347"/>
                    <a:pt x="27" y="348"/>
                  </a:cubicBezTo>
                  <a:cubicBezTo>
                    <a:pt x="27" y="349"/>
                    <a:pt x="25" y="352"/>
                    <a:pt x="25" y="353"/>
                  </a:cubicBezTo>
                  <a:cubicBezTo>
                    <a:pt x="25" y="353"/>
                    <a:pt x="25" y="357"/>
                    <a:pt x="25" y="357"/>
                  </a:cubicBezTo>
                  <a:cubicBezTo>
                    <a:pt x="25" y="359"/>
                    <a:pt x="21" y="358"/>
                    <a:pt x="21" y="360"/>
                  </a:cubicBezTo>
                  <a:cubicBezTo>
                    <a:pt x="21" y="363"/>
                    <a:pt x="24" y="361"/>
                    <a:pt x="25" y="362"/>
                  </a:cubicBezTo>
                  <a:cubicBezTo>
                    <a:pt x="25" y="363"/>
                    <a:pt x="24" y="363"/>
                    <a:pt x="24" y="363"/>
                  </a:cubicBezTo>
                  <a:cubicBezTo>
                    <a:pt x="24" y="366"/>
                    <a:pt x="28" y="372"/>
                    <a:pt x="28" y="374"/>
                  </a:cubicBezTo>
                  <a:cubicBezTo>
                    <a:pt x="28" y="376"/>
                    <a:pt x="26" y="377"/>
                    <a:pt x="26" y="379"/>
                  </a:cubicBezTo>
                  <a:cubicBezTo>
                    <a:pt x="26" y="379"/>
                    <a:pt x="28" y="380"/>
                    <a:pt x="28" y="381"/>
                  </a:cubicBezTo>
                  <a:cubicBezTo>
                    <a:pt x="28" y="384"/>
                    <a:pt x="24" y="383"/>
                    <a:pt x="23" y="383"/>
                  </a:cubicBezTo>
                  <a:cubicBezTo>
                    <a:pt x="20" y="386"/>
                    <a:pt x="22" y="388"/>
                    <a:pt x="21" y="391"/>
                  </a:cubicBezTo>
                  <a:cubicBezTo>
                    <a:pt x="21" y="391"/>
                    <a:pt x="17" y="390"/>
                    <a:pt x="16" y="390"/>
                  </a:cubicBezTo>
                  <a:cubicBezTo>
                    <a:pt x="16" y="391"/>
                    <a:pt x="16" y="392"/>
                    <a:pt x="16" y="392"/>
                  </a:cubicBezTo>
                  <a:cubicBezTo>
                    <a:pt x="15" y="393"/>
                    <a:pt x="14" y="392"/>
                    <a:pt x="13" y="392"/>
                  </a:cubicBezTo>
                  <a:cubicBezTo>
                    <a:pt x="13" y="393"/>
                    <a:pt x="13" y="394"/>
                    <a:pt x="13" y="395"/>
                  </a:cubicBezTo>
                  <a:cubicBezTo>
                    <a:pt x="13" y="396"/>
                    <a:pt x="13" y="397"/>
                    <a:pt x="13" y="398"/>
                  </a:cubicBezTo>
                  <a:cubicBezTo>
                    <a:pt x="13" y="399"/>
                    <a:pt x="12" y="397"/>
                    <a:pt x="11" y="398"/>
                  </a:cubicBezTo>
                  <a:cubicBezTo>
                    <a:pt x="11" y="398"/>
                    <a:pt x="11" y="402"/>
                    <a:pt x="11" y="402"/>
                  </a:cubicBezTo>
                  <a:cubicBezTo>
                    <a:pt x="12" y="405"/>
                    <a:pt x="12" y="405"/>
                    <a:pt x="12" y="405"/>
                  </a:cubicBezTo>
                  <a:cubicBezTo>
                    <a:pt x="12" y="406"/>
                    <a:pt x="11" y="405"/>
                    <a:pt x="11" y="406"/>
                  </a:cubicBezTo>
                  <a:cubicBezTo>
                    <a:pt x="11" y="407"/>
                    <a:pt x="13" y="407"/>
                    <a:pt x="14" y="409"/>
                  </a:cubicBezTo>
                  <a:cubicBezTo>
                    <a:pt x="14" y="410"/>
                    <a:pt x="11" y="413"/>
                    <a:pt x="12" y="414"/>
                  </a:cubicBezTo>
                  <a:cubicBezTo>
                    <a:pt x="12" y="416"/>
                    <a:pt x="13" y="416"/>
                    <a:pt x="14" y="418"/>
                  </a:cubicBezTo>
                  <a:cubicBezTo>
                    <a:pt x="15" y="420"/>
                    <a:pt x="12" y="422"/>
                    <a:pt x="13" y="425"/>
                  </a:cubicBezTo>
                  <a:cubicBezTo>
                    <a:pt x="14" y="428"/>
                    <a:pt x="16" y="431"/>
                    <a:pt x="17" y="435"/>
                  </a:cubicBezTo>
                  <a:cubicBezTo>
                    <a:pt x="18" y="436"/>
                    <a:pt x="18" y="437"/>
                    <a:pt x="19" y="439"/>
                  </a:cubicBezTo>
                  <a:cubicBezTo>
                    <a:pt x="19" y="441"/>
                    <a:pt x="24" y="446"/>
                    <a:pt x="23" y="447"/>
                  </a:cubicBezTo>
                  <a:cubicBezTo>
                    <a:pt x="23" y="448"/>
                    <a:pt x="22" y="448"/>
                    <a:pt x="22" y="448"/>
                  </a:cubicBezTo>
                  <a:cubicBezTo>
                    <a:pt x="22" y="449"/>
                    <a:pt x="23" y="449"/>
                    <a:pt x="23" y="450"/>
                  </a:cubicBezTo>
                  <a:cubicBezTo>
                    <a:pt x="22" y="451"/>
                    <a:pt x="13" y="454"/>
                    <a:pt x="11" y="456"/>
                  </a:cubicBezTo>
                  <a:cubicBezTo>
                    <a:pt x="11" y="457"/>
                    <a:pt x="12" y="459"/>
                    <a:pt x="12" y="460"/>
                  </a:cubicBezTo>
                  <a:cubicBezTo>
                    <a:pt x="12" y="462"/>
                    <a:pt x="13" y="465"/>
                    <a:pt x="13" y="467"/>
                  </a:cubicBezTo>
                  <a:cubicBezTo>
                    <a:pt x="12" y="467"/>
                    <a:pt x="10" y="471"/>
                    <a:pt x="10" y="472"/>
                  </a:cubicBezTo>
                  <a:cubicBezTo>
                    <a:pt x="11" y="474"/>
                    <a:pt x="13" y="470"/>
                    <a:pt x="12" y="474"/>
                  </a:cubicBezTo>
                  <a:cubicBezTo>
                    <a:pt x="11" y="475"/>
                    <a:pt x="8" y="472"/>
                    <a:pt x="7" y="473"/>
                  </a:cubicBezTo>
                  <a:cubicBezTo>
                    <a:pt x="4" y="474"/>
                    <a:pt x="12" y="483"/>
                    <a:pt x="9" y="487"/>
                  </a:cubicBezTo>
                  <a:cubicBezTo>
                    <a:pt x="9" y="487"/>
                    <a:pt x="6" y="487"/>
                    <a:pt x="6" y="487"/>
                  </a:cubicBezTo>
                  <a:cubicBezTo>
                    <a:pt x="4" y="490"/>
                    <a:pt x="9" y="492"/>
                    <a:pt x="10" y="492"/>
                  </a:cubicBezTo>
                  <a:cubicBezTo>
                    <a:pt x="10" y="493"/>
                    <a:pt x="4" y="500"/>
                    <a:pt x="5" y="503"/>
                  </a:cubicBezTo>
                  <a:cubicBezTo>
                    <a:pt x="5" y="505"/>
                    <a:pt x="7" y="507"/>
                    <a:pt x="8" y="509"/>
                  </a:cubicBezTo>
                  <a:cubicBezTo>
                    <a:pt x="8" y="509"/>
                    <a:pt x="8" y="510"/>
                    <a:pt x="8" y="511"/>
                  </a:cubicBezTo>
                  <a:cubicBezTo>
                    <a:pt x="8" y="513"/>
                    <a:pt x="7" y="517"/>
                    <a:pt x="8" y="519"/>
                  </a:cubicBezTo>
                  <a:cubicBezTo>
                    <a:pt x="8" y="521"/>
                    <a:pt x="10" y="523"/>
                    <a:pt x="10" y="524"/>
                  </a:cubicBezTo>
                  <a:cubicBezTo>
                    <a:pt x="10" y="525"/>
                    <a:pt x="8" y="525"/>
                    <a:pt x="8" y="526"/>
                  </a:cubicBezTo>
                  <a:cubicBezTo>
                    <a:pt x="8" y="529"/>
                    <a:pt x="15" y="535"/>
                    <a:pt x="14" y="538"/>
                  </a:cubicBezTo>
                  <a:cubicBezTo>
                    <a:pt x="12" y="542"/>
                    <a:pt x="6" y="536"/>
                    <a:pt x="6" y="543"/>
                  </a:cubicBezTo>
                  <a:cubicBezTo>
                    <a:pt x="6" y="544"/>
                    <a:pt x="9" y="546"/>
                    <a:pt x="8" y="548"/>
                  </a:cubicBezTo>
                  <a:cubicBezTo>
                    <a:pt x="8" y="549"/>
                    <a:pt x="7" y="549"/>
                    <a:pt x="7" y="549"/>
                  </a:cubicBezTo>
                  <a:cubicBezTo>
                    <a:pt x="6" y="550"/>
                    <a:pt x="8" y="562"/>
                    <a:pt x="9" y="563"/>
                  </a:cubicBezTo>
                  <a:cubicBezTo>
                    <a:pt x="10" y="565"/>
                    <a:pt x="17" y="564"/>
                    <a:pt x="17" y="566"/>
                  </a:cubicBezTo>
                  <a:cubicBezTo>
                    <a:pt x="18" y="570"/>
                    <a:pt x="15" y="568"/>
                    <a:pt x="14" y="571"/>
                  </a:cubicBezTo>
                  <a:cubicBezTo>
                    <a:pt x="13" y="573"/>
                    <a:pt x="18" y="575"/>
                    <a:pt x="19" y="576"/>
                  </a:cubicBezTo>
                  <a:cubicBezTo>
                    <a:pt x="22" y="579"/>
                    <a:pt x="17" y="578"/>
                    <a:pt x="17" y="580"/>
                  </a:cubicBezTo>
                  <a:cubicBezTo>
                    <a:pt x="17" y="580"/>
                    <a:pt x="21" y="583"/>
                    <a:pt x="21" y="584"/>
                  </a:cubicBezTo>
                  <a:cubicBezTo>
                    <a:pt x="22" y="586"/>
                    <a:pt x="18" y="588"/>
                    <a:pt x="18" y="589"/>
                  </a:cubicBezTo>
                  <a:cubicBezTo>
                    <a:pt x="17" y="591"/>
                    <a:pt x="20" y="593"/>
                    <a:pt x="19" y="595"/>
                  </a:cubicBezTo>
                  <a:cubicBezTo>
                    <a:pt x="19" y="595"/>
                    <a:pt x="18" y="596"/>
                    <a:pt x="19" y="597"/>
                  </a:cubicBezTo>
                  <a:cubicBezTo>
                    <a:pt x="23" y="598"/>
                    <a:pt x="33" y="594"/>
                    <a:pt x="34" y="599"/>
                  </a:cubicBezTo>
                  <a:cubicBezTo>
                    <a:pt x="35" y="601"/>
                    <a:pt x="33" y="601"/>
                    <a:pt x="33" y="602"/>
                  </a:cubicBezTo>
                  <a:cubicBezTo>
                    <a:pt x="31" y="604"/>
                    <a:pt x="34" y="605"/>
                    <a:pt x="32" y="606"/>
                  </a:cubicBezTo>
                  <a:cubicBezTo>
                    <a:pt x="31" y="607"/>
                    <a:pt x="29" y="605"/>
                    <a:pt x="27" y="605"/>
                  </a:cubicBezTo>
                  <a:cubicBezTo>
                    <a:pt x="25" y="605"/>
                    <a:pt x="23" y="606"/>
                    <a:pt x="21" y="606"/>
                  </a:cubicBezTo>
                  <a:cubicBezTo>
                    <a:pt x="20" y="606"/>
                    <a:pt x="15" y="606"/>
                    <a:pt x="15" y="606"/>
                  </a:cubicBezTo>
                  <a:cubicBezTo>
                    <a:pt x="14" y="612"/>
                    <a:pt x="22" y="609"/>
                    <a:pt x="26" y="611"/>
                  </a:cubicBezTo>
                  <a:cubicBezTo>
                    <a:pt x="27" y="612"/>
                    <a:pt x="28" y="615"/>
                    <a:pt x="30" y="616"/>
                  </a:cubicBezTo>
                  <a:cubicBezTo>
                    <a:pt x="30" y="617"/>
                    <a:pt x="34" y="617"/>
                    <a:pt x="33" y="619"/>
                  </a:cubicBezTo>
                  <a:cubicBezTo>
                    <a:pt x="33" y="620"/>
                    <a:pt x="30" y="621"/>
                    <a:pt x="29" y="622"/>
                  </a:cubicBezTo>
                  <a:cubicBezTo>
                    <a:pt x="29" y="623"/>
                    <a:pt x="31" y="624"/>
                    <a:pt x="30" y="625"/>
                  </a:cubicBezTo>
                  <a:cubicBezTo>
                    <a:pt x="28" y="626"/>
                    <a:pt x="26" y="624"/>
                    <a:pt x="25" y="627"/>
                  </a:cubicBezTo>
                  <a:cubicBezTo>
                    <a:pt x="23" y="634"/>
                    <a:pt x="29" y="634"/>
                    <a:pt x="29" y="636"/>
                  </a:cubicBezTo>
                  <a:cubicBezTo>
                    <a:pt x="29" y="639"/>
                    <a:pt x="24" y="641"/>
                    <a:pt x="24" y="641"/>
                  </a:cubicBezTo>
                  <a:cubicBezTo>
                    <a:pt x="23" y="641"/>
                    <a:pt x="26" y="642"/>
                    <a:pt x="27" y="643"/>
                  </a:cubicBezTo>
                  <a:cubicBezTo>
                    <a:pt x="28" y="644"/>
                    <a:pt x="29" y="649"/>
                    <a:pt x="30" y="650"/>
                  </a:cubicBezTo>
                  <a:cubicBezTo>
                    <a:pt x="32" y="657"/>
                    <a:pt x="28" y="655"/>
                    <a:pt x="25" y="657"/>
                  </a:cubicBezTo>
                  <a:cubicBezTo>
                    <a:pt x="24" y="659"/>
                    <a:pt x="27" y="662"/>
                    <a:pt x="27" y="662"/>
                  </a:cubicBezTo>
                  <a:cubicBezTo>
                    <a:pt x="27" y="663"/>
                    <a:pt x="25" y="663"/>
                    <a:pt x="25" y="664"/>
                  </a:cubicBezTo>
                  <a:cubicBezTo>
                    <a:pt x="24" y="665"/>
                    <a:pt x="28" y="665"/>
                    <a:pt x="28" y="667"/>
                  </a:cubicBezTo>
                  <a:cubicBezTo>
                    <a:pt x="28" y="670"/>
                    <a:pt x="26" y="667"/>
                    <a:pt x="25" y="668"/>
                  </a:cubicBezTo>
                  <a:cubicBezTo>
                    <a:pt x="25" y="668"/>
                    <a:pt x="25" y="668"/>
                    <a:pt x="25" y="669"/>
                  </a:cubicBezTo>
                  <a:cubicBezTo>
                    <a:pt x="25" y="669"/>
                    <a:pt x="25" y="669"/>
                    <a:pt x="25" y="669"/>
                  </a:cubicBezTo>
                  <a:cubicBezTo>
                    <a:pt x="25" y="669"/>
                    <a:pt x="25" y="670"/>
                    <a:pt x="25" y="670"/>
                  </a:cubicBezTo>
                  <a:cubicBezTo>
                    <a:pt x="25" y="670"/>
                    <a:pt x="24" y="673"/>
                    <a:pt x="23" y="673"/>
                  </a:cubicBezTo>
                  <a:cubicBezTo>
                    <a:pt x="23" y="673"/>
                    <a:pt x="19" y="673"/>
                    <a:pt x="19" y="675"/>
                  </a:cubicBezTo>
                  <a:cubicBezTo>
                    <a:pt x="19" y="675"/>
                    <a:pt x="20" y="675"/>
                    <a:pt x="20" y="675"/>
                  </a:cubicBezTo>
                  <a:cubicBezTo>
                    <a:pt x="21" y="677"/>
                    <a:pt x="17" y="686"/>
                    <a:pt x="18" y="687"/>
                  </a:cubicBezTo>
                  <a:cubicBezTo>
                    <a:pt x="19" y="689"/>
                    <a:pt x="26" y="692"/>
                    <a:pt x="24" y="697"/>
                  </a:cubicBezTo>
                  <a:cubicBezTo>
                    <a:pt x="23" y="698"/>
                    <a:pt x="19" y="699"/>
                    <a:pt x="18" y="700"/>
                  </a:cubicBezTo>
                  <a:cubicBezTo>
                    <a:pt x="18" y="702"/>
                    <a:pt x="21" y="706"/>
                    <a:pt x="20" y="708"/>
                  </a:cubicBezTo>
                  <a:cubicBezTo>
                    <a:pt x="19" y="712"/>
                    <a:pt x="14" y="711"/>
                    <a:pt x="12" y="714"/>
                  </a:cubicBezTo>
                  <a:cubicBezTo>
                    <a:pt x="11" y="715"/>
                    <a:pt x="10" y="718"/>
                    <a:pt x="10" y="719"/>
                  </a:cubicBezTo>
                  <a:cubicBezTo>
                    <a:pt x="10" y="720"/>
                    <a:pt x="12" y="721"/>
                    <a:pt x="11" y="721"/>
                  </a:cubicBezTo>
                  <a:cubicBezTo>
                    <a:pt x="11" y="721"/>
                    <a:pt x="7" y="722"/>
                    <a:pt x="7" y="722"/>
                  </a:cubicBezTo>
                  <a:cubicBezTo>
                    <a:pt x="0" y="726"/>
                    <a:pt x="7" y="731"/>
                    <a:pt x="7" y="734"/>
                  </a:cubicBezTo>
                  <a:cubicBezTo>
                    <a:pt x="7" y="734"/>
                    <a:pt x="5" y="737"/>
                    <a:pt x="5" y="737"/>
                  </a:cubicBezTo>
                  <a:cubicBezTo>
                    <a:pt x="6" y="738"/>
                    <a:pt x="7" y="738"/>
                    <a:pt x="8" y="739"/>
                  </a:cubicBezTo>
                  <a:cubicBezTo>
                    <a:pt x="8" y="740"/>
                    <a:pt x="6" y="742"/>
                    <a:pt x="7" y="743"/>
                  </a:cubicBezTo>
                  <a:cubicBezTo>
                    <a:pt x="8" y="744"/>
                    <a:pt x="10" y="744"/>
                    <a:pt x="11" y="745"/>
                  </a:cubicBezTo>
                  <a:cubicBezTo>
                    <a:pt x="14" y="747"/>
                    <a:pt x="13" y="750"/>
                    <a:pt x="14" y="753"/>
                  </a:cubicBezTo>
                  <a:cubicBezTo>
                    <a:pt x="15" y="754"/>
                    <a:pt x="16" y="757"/>
                    <a:pt x="17" y="758"/>
                  </a:cubicBezTo>
                  <a:cubicBezTo>
                    <a:pt x="20" y="759"/>
                    <a:pt x="22" y="753"/>
                    <a:pt x="24" y="754"/>
                  </a:cubicBezTo>
                  <a:cubicBezTo>
                    <a:pt x="25" y="754"/>
                    <a:pt x="26" y="754"/>
                    <a:pt x="26" y="755"/>
                  </a:cubicBezTo>
                  <a:cubicBezTo>
                    <a:pt x="28" y="755"/>
                    <a:pt x="31" y="751"/>
                    <a:pt x="33" y="754"/>
                  </a:cubicBezTo>
                  <a:cubicBezTo>
                    <a:pt x="33" y="754"/>
                    <a:pt x="33" y="755"/>
                    <a:pt x="33" y="755"/>
                  </a:cubicBezTo>
                  <a:cubicBezTo>
                    <a:pt x="33" y="756"/>
                    <a:pt x="32" y="756"/>
                    <a:pt x="33" y="756"/>
                  </a:cubicBezTo>
                  <a:cubicBezTo>
                    <a:pt x="33" y="759"/>
                    <a:pt x="36" y="760"/>
                    <a:pt x="35" y="763"/>
                  </a:cubicBezTo>
                  <a:cubicBezTo>
                    <a:pt x="35" y="763"/>
                    <a:pt x="33" y="765"/>
                    <a:pt x="33" y="765"/>
                  </a:cubicBezTo>
                  <a:cubicBezTo>
                    <a:pt x="32" y="767"/>
                    <a:pt x="36" y="767"/>
                    <a:pt x="36" y="768"/>
                  </a:cubicBezTo>
                  <a:cubicBezTo>
                    <a:pt x="37" y="771"/>
                    <a:pt x="35" y="774"/>
                    <a:pt x="34" y="776"/>
                  </a:cubicBezTo>
                  <a:cubicBezTo>
                    <a:pt x="34" y="777"/>
                    <a:pt x="35" y="777"/>
                    <a:pt x="36" y="777"/>
                  </a:cubicBezTo>
                  <a:cubicBezTo>
                    <a:pt x="37" y="779"/>
                    <a:pt x="37" y="779"/>
                    <a:pt x="37" y="779"/>
                  </a:cubicBezTo>
                  <a:cubicBezTo>
                    <a:pt x="38" y="780"/>
                    <a:pt x="39" y="781"/>
                    <a:pt x="40" y="781"/>
                  </a:cubicBezTo>
                  <a:cubicBezTo>
                    <a:pt x="40" y="781"/>
                    <a:pt x="44" y="783"/>
                    <a:pt x="44" y="783"/>
                  </a:cubicBezTo>
                  <a:cubicBezTo>
                    <a:pt x="46" y="784"/>
                    <a:pt x="43" y="786"/>
                    <a:pt x="45" y="787"/>
                  </a:cubicBezTo>
                  <a:cubicBezTo>
                    <a:pt x="55" y="789"/>
                    <a:pt x="71" y="784"/>
                    <a:pt x="81" y="785"/>
                  </a:cubicBezTo>
                  <a:cubicBezTo>
                    <a:pt x="85" y="786"/>
                    <a:pt x="89" y="789"/>
                    <a:pt x="94" y="788"/>
                  </a:cubicBezTo>
                  <a:cubicBezTo>
                    <a:pt x="96" y="788"/>
                    <a:pt x="108" y="791"/>
                    <a:pt x="111" y="793"/>
                  </a:cubicBezTo>
                  <a:cubicBezTo>
                    <a:pt x="112" y="793"/>
                    <a:pt x="112" y="793"/>
                    <a:pt x="112" y="792"/>
                  </a:cubicBezTo>
                  <a:cubicBezTo>
                    <a:pt x="113" y="790"/>
                    <a:pt x="107" y="786"/>
                    <a:pt x="106" y="785"/>
                  </a:cubicBezTo>
                  <a:cubicBezTo>
                    <a:pt x="104" y="782"/>
                    <a:pt x="102" y="776"/>
                    <a:pt x="99" y="775"/>
                  </a:cubicBezTo>
                  <a:cubicBezTo>
                    <a:pt x="98" y="775"/>
                    <a:pt x="96" y="777"/>
                    <a:pt x="95" y="777"/>
                  </a:cubicBezTo>
                  <a:cubicBezTo>
                    <a:pt x="94" y="777"/>
                    <a:pt x="96" y="776"/>
                    <a:pt x="96" y="776"/>
                  </a:cubicBezTo>
                  <a:cubicBezTo>
                    <a:pt x="95" y="775"/>
                    <a:pt x="95" y="775"/>
                    <a:pt x="94" y="775"/>
                  </a:cubicBezTo>
                  <a:cubicBezTo>
                    <a:pt x="92" y="774"/>
                    <a:pt x="89" y="775"/>
                    <a:pt x="87" y="776"/>
                  </a:cubicBezTo>
                  <a:cubicBezTo>
                    <a:pt x="87" y="776"/>
                    <a:pt x="88" y="775"/>
                    <a:pt x="88" y="775"/>
                  </a:cubicBezTo>
                  <a:cubicBezTo>
                    <a:pt x="89" y="775"/>
                    <a:pt x="90" y="774"/>
                    <a:pt x="92" y="774"/>
                  </a:cubicBezTo>
                  <a:cubicBezTo>
                    <a:pt x="93" y="773"/>
                    <a:pt x="97" y="776"/>
                    <a:pt x="99" y="774"/>
                  </a:cubicBezTo>
                  <a:cubicBezTo>
                    <a:pt x="100" y="773"/>
                    <a:pt x="96" y="767"/>
                    <a:pt x="96" y="766"/>
                  </a:cubicBezTo>
                  <a:cubicBezTo>
                    <a:pt x="95" y="765"/>
                    <a:pt x="94" y="759"/>
                    <a:pt x="93" y="759"/>
                  </a:cubicBezTo>
                  <a:cubicBezTo>
                    <a:pt x="93" y="759"/>
                    <a:pt x="92" y="759"/>
                    <a:pt x="92" y="759"/>
                  </a:cubicBezTo>
                  <a:cubicBezTo>
                    <a:pt x="91" y="760"/>
                    <a:pt x="91" y="760"/>
                    <a:pt x="91" y="760"/>
                  </a:cubicBezTo>
                  <a:cubicBezTo>
                    <a:pt x="90" y="761"/>
                    <a:pt x="89" y="763"/>
                    <a:pt x="89" y="762"/>
                  </a:cubicBezTo>
                  <a:cubicBezTo>
                    <a:pt x="90" y="762"/>
                    <a:pt x="91" y="760"/>
                    <a:pt x="92" y="759"/>
                  </a:cubicBezTo>
                  <a:cubicBezTo>
                    <a:pt x="93" y="759"/>
                    <a:pt x="94" y="758"/>
                    <a:pt x="94" y="757"/>
                  </a:cubicBezTo>
                  <a:cubicBezTo>
                    <a:pt x="95" y="754"/>
                    <a:pt x="91" y="751"/>
                    <a:pt x="96" y="744"/>
                  </a:cubicBezTo>
                  <a:cubicBezTo>
                    <a:pt x="99" y="741"/>
                    <a:pt x="105" y="742"/>
                    <a:pt x="106" y="738"/>
                  </a:cubicBezTo>
                  <a:cubicBezTo>
                    <a:pt x="107" y="738"/>
                    <a:pt x="105" y="737"/>
                    <a:pt x="105" y="737"/>
                  </a:cubicBezTo>
                  <a:cubicBezTo>
                    <a:pt x="104" y="737"/>
                    <a:pt x="103" y="734"/>
                    <a:pt x="102" y="734"/>
                  </a:cubicBezTo>
                  <a:cubicBezTo>
                    <a:pt x="101" y="734"/>
                    <a:pt x="94" y="735"/>
                    <a:pt x="94" y="735"/>
                  </a:cubicBezTo>
                  <a:cubicBezTo>
                    <a:pt x="93" y="735"/>
                    <a:pt x="94" y="735"/>
                    <a:pt x="94" y="735"/>
                  </a:cubicBezTo>
                  <a:cubicBezTo>
                    <a:pt x="96" y="734"/>
                    <a:pt x="100" y="735"/>
                    <a:pt x="101" y="734"/>
                  </a:cubicBezTo>
                  <a:cubicBezTo>
                    <a:pt x="103" y="732"/>
                    <a:pt x="98" y="728"/>
                    <a:pt x="98" y="728"/>
                  </a:cubicBezTo>
                  <a:cubicBezTo>
                    <a:pt x="98" y="728"/>
                    <a:pt x="99" y="729"/>
                    <a:pt x="100" y="729"/>
                  </a:cubicBezTo>
                  <a:cubicBezTo>
                    <a:pt x="103" y="732"/>
                    <a:pt x="104" y="739"/>
                    <a:pt x="110" y="737"/>
                  </a:cubicBezTo>
                  <a:cubicBezTo>
                    <a:pt x="117" y="735"/>
                    <a:pt x="117" y="730"/>
                    <a:pt x="118" y="724"/>
                  </a:cubicBezTo>
                  <a:cubicBezTo>
                    <a:pt x="118" y="722"/>
                    <a:pt x="119" y="721"/>
                    <a:pt x="118" y="720"/>
                  </a:cubicBezTo>
                  <a:cubicBezTo>
                    <a:pt x="118" y="717"/>
                    <a:pt x="116" y="720"/>
                    <a:pt x="115" y="719"/>
                  </a:cubicBezTo>
                  <a:cubicBezTo>
                    <a:pt x="114" y="718"/>
                    <a:pt x="117" y="718"/>
                    <a:pt x="117" y="717"/>
                  </a:cubicBezTo>
                  <a:cubicBezTo>
                    <a:pt x="118" y="717"/>
                    <a:pt x="116" y="717"/>
                    <a:pt x="117" y="716"/>
                  </a:cubicBezTo>
                  <a:cubicBezTo>
                    <a:pt x="117" y="716"/>
                    <a:pt x="119" y="714"/>
                    <a:pt x="119" y="714"/>
                  </a:cubicBezTo>
                  <a:cubicBezTo>
                    <a:pt x="119" y="711"/>
                    <a:pt x="118" y="712"/>
                    <a:pt x="118" y="712"/>
                  </a:cubicBezTo>
                  <a:cubicBezTo>
                    <a:pt x="118" y="713"/>
                    <a:pt x="118" y="713"/>
                    <a:pt x="118" y="712"/>
                  </a:cubicBezTo>
                  <a:cubicBezTo>
                    <a:pt x="118" y="712"/>
                    <a:pt x="118" y="711"/>
                    <a:pt x="119" y="710"/>
                  </a:cubicBezTo>
                  <a:cubicBezTo>
                    <a:pt x="120" y="708"/>
                    <a:pt x="123" y="707"/>
                    <a:pt x="125" y="704"/>
                  </a:cubicBezTo>
                  <a:cubicBezTo>
                    <a:pt x="126" y="703"/>
                    <a:pt x="127" y="701"/>
                    <a:pt x="128" y="700"/>
                  </a:cubicBezTo>
                  <a:cubicBezTo>
                    <a:pt x="128" y="699"/>
                    <a:pt x="138" y="695"/>
                    <a:pt x="140" y="694"/>
                  </a:cubicBezTo>
                  <a:cubicBezTo>
                    <a:pt x="142" y="692"/>
                    <a:pt x="144" y="688"/>
                    <a:pt x="147" y="686"/>
                  </a:cubicBezTo>
                  <a:cubicBezTo>
                    <a:pt x="147" y="686"/>
                    <a:pt x="148" y="686"/>
                    <a:pt x="149" y="686"/>
                  </a:cubicBezTo>
                  <a:cubicBezTo>
                    <a:pt x="149" y="686"/>
                    <a:pt x="150" y="686"/>
                    <a:pt x="150" y="686"/>
                  </a:cubicBezTo>
                  <a:cubicBezTo>
                    <a:pt x="151" y="685"/>
                    <a:pt x="149" y="684"/>
                    <a:pt x="149" y="683"/>
                  </a:cubicBezTo>
                  <a:cubicBezTo>
                    <a:pt x="149" y="681"/>
                    <a:pt x="152" y="683"/>
                    <a:pt x="152" y="682"/>
                  </a:cubicBezTo>
                  <a:cubicBezTo>
                    <a:pt x="153" y="682"/>
                    <a:pt x="151" y="681"/>
                    <a:pt x="150" y="679"/>
                  </a:cubicBezTo>
                  <a:cubicBezTo>
                    <a:pt x="149" y="675"/>
                    <a:pt x="142" y="682"/>
                    <a:pt x="140" y="680"/>
                  </a:cubicBezTo>
                  <a:cubicBezTo>
                    <a:pt x="140" y="680"/>
                    <a:pt x="141" y="680"/>
                    <a:pt x="141" y="680"/>
                  </a:cubicBezTo>
                  <a:cubicBezTo>
                    <a:pt x="142" y="680"/>
                    <a:pt x="142" y="680"/>
                    <a:pt x="142" y="680"/>
                  </a:cubicBezTo>
                  <a:cubicBezTo>
                    <a:pt x="144" y="680"/>
                    <a:pt x="146" y="678"/>
                    <a:pt x="147" y="678"/>
                  </a:cubicBezTo>
                  <a:cubicBezTo>
                    <a:pt x="148" y="677"/>
                    <a:pt x="149" y="678"/>
                    <a:pt x="150" y="678"/>
                  </a:cubicBezTo>
                  <a:cubicBezTo>
                    <a:pt x="150" y="678"/>
                    <a:pt x="150" y="678"/>
                    <a:pt x="150" y="678"/>
                  </a:cubicBezTo>
                  <a:cubicBezTo>
                    <a:pt x="153" y="673"/>
                    <a:pt x="154" y="660"/>
                    <a:pt x="146" y="660"/>
                  </a:cubicBezTo>
                  <a:cubicBezTo>
                    <a:pt x="142" y="660"/>
                    <a:pt x="134" y="662"/>
                    <a:pt x="130" y="658"/>
                  </a:cubicBezTo>
                  <a:cubicBezTo>
                    <a:pt x="126" y="656"/>
                    <a:pt x="116" y="648"/>
                    <a:pt x="114" y="645"/>
                  </a:cubicBezTo>
                  <a:cubicBezTo>
                    <a:pt x="111" y="640"/>
                    <a:pt x="111" y="633"/>
                    <a:pt x="115" y="629"/>
                  </a:cubicBezTo>
                  <a:cubicBezTo>
                    <a:pt x="115" y="629"/>
                    <a:pt x="116" y="629"/>
                    <a:pt x="117" y="628"/>
                  </a:cubicBezTo>
                  <a:cubicBezTo>
                    <a:pt x="117" y="628"/>
                    <a:pt x="116" y="625"/>
                    <a:pt x="117" y="624"/>
                  </a:cubicBezTo>
                  <a:cubicBezTo>
                    <a:pt x="117" y="624"/>
                    <a:pt x="119" y="622"/>
                    <a:pt x="119" y="622"/>
                  </a:cubicBezTo>
                  <a:cubicBezTo>
                    <a:pt x="120" y="620"/>
                    <a:pt x="121" y="618"/>
                    <a:pt x="122" y="616"/>
                  </a:cubicBezTo>
                  <a:cubicBezTo>
                    <a:pt x="125" y="613"/>
                    <a:pt x="129" y="614"/>
                    <a:pt x="132" y="613"/>
                  </a:cubicBezTo>
                  <a:cubicBezTo>
                    <a:pt x="133" y="613"/>
                    <a:pt x="131" y="612"/>
                    <a:pt x="131" y="612"/>
                  </a:cubicBezTo>
                  <a:cubicBezTo>
                    <a:pt x="133" y="612"/>
                    <a:pt x="133" y="612"/>
                    <a:pt x="133" y="612"/>
                  </a:cubicBezTo>
                  <a:cubicBezTo>
                    <a:pt x="133" y="611"/>
                    <a:pt x="131" y="611"/>
                    <a:pt x="132" y="610"/>
                  </a:cubicBezTo>
                  <a:cubicBezTo>
                    <a:pt x="133" y="609"/>
                    <a:pt x="136" y="610"/>
                    <a:pt x="137" y="609"/>
                  </a:cubicBezTo>
                  <a:cubicBezTo>
                    <a:pt x="138" y="609"/>
                    <a:pt x="138" y="608"/>
                    <a:pt x="138" y="607"/>
                  </a:cubicBezTo>
                  <a:cubicBezTo>
                    <a:pt x="142" y="606"/>
                    <a:pt x="148" y="610"/>
                    <a:pt x="151" y="608"/>
                  </a:cubicBezTo>
                  <a:cubicBezTo>
                    <a:pt x="151" y="608"/>
                    <a:pt x="151" y="607"/>
                    <a:pt x="151" y="607"/>
                  </a:cubicBezTo>
                  <a:cubicBezTo>
                    <a:pt x="151" y="606"/>
                    <a:pt x="153" y="606"/>
                    <a:pt x="152" y="605"/>
                  </a:cubicBezTo>
                  <a:cubicBezTo>
                    <a:pt x="151" y="604"/>
                    <a:pt x="148" y="605"/>
                    <a:pt x="148" y="602"/>
                  </a:cubicBezTo>
                  <a:cubicBezTo>
                    <a:pt x="149" y="600"/>
                    <a:pt x="152" y="596"/>
                    <a:pt x="154" y="596"/>
                  </a:cubicBezTo>
                  <a:cubicBezTo>
                    <a:pt x="154" y="596"/>
                    <a:pt x="155" y="596"/>
                    <a:pt x="155" y="596"/>
                  </a:cubicBezTo>
                  <a:cubicBezTo>
                    <a:pt x="156" y="596"/>
                    <a:pt x="155" y="595"/>
                    <a:pt x="155" y="595"/>
                  </a:cubicBezTo>
                  <a:cubicBezTo>
                    <a:pt x="156" y="594"/>
                    <a:pt x="157" y="595"/>
                    <a:pt x="157" y="595"/>
                  </a:cubicBezTo>
                  <a:cubicBezTo>
                    <a:pt x="157" y="594"/>
                    <a:pt x="156" y="594"/>
                    <a:pt x="156" y="593"/>
                  </a:cubicBezTo>
                  <a:cubicBezTo>
                    <a:pt x="158" y="591"/>
                    <a:pt x="158" y="591"/>
                    <a:pt x="158" y="591"/>
                  </a:cubicBezTo>
                  <a:cubicBezTo>
                    <a:pt x="158" y="590"/>
                    <a:pt x="156" y="588"/>
                    <a:pt x="156" y="587"/>
                  </a:cubicBezTo>
                  <a:cubicBezTo>
                    <a:pt x="156" y="586"/>
                    <a:pt x="159" y="583"/>
                    <a:pt x="158" y="581"/>
                  </a:cubicBezTo>
                  <a:cubicBezTo>
                    <a:pt x="157" y="581"/>
                    <a:pt x="157" y="581"/>
                    <a:pt x="156" y="581"/>
                  </a:cubicBezTo>
                  <a:cubicBezTo>
                    <a:pt x="155" y="580"/>
                    <a:pt x="154" y="575"/>
                    <a:pt x="155" y="573"/>
                  </a:cubicBezTo>
                  <a:cubicBezTo>
                    <a:pt x="156" y="571"/>
                    <a:pt x="163" y="562"/>
                    <a:pt x="166" y="561"/>
                  </a:cubicBezTo>
                  <a:cubicBezTo>
                    <a:pt x="168" y="559"/>
                    <a:pt x="174" y="559"/>
                    <a:pt x="176" y="557"/>
                  </a:cubicBezTo>
                  <a:cubicBezTo>
                    <a:pt x="176" y="556"/>
                    <a:pt x="176" y="555"/>
                    <a:pt x="175" y="555"/>
                  </a:cubicBezTo>
                  <a:cubicBezTo>
                    <a:pt x="175" y="555"/>
                    <a:pt x="174" y="556"/>
                    <a:pt x="173" y="556"/>
                  </a:cubicBezTo>
                  <a:cubicBezTo>
                    <a:pt x="171" y="556"/>
                    <a:pt x="160" y="551"/>
                    <a:pt x="160" y="550"/>
                  </a:cubicBezTo>
                  <a:cubicBezTo>
                    <a:pt x="161" y="548"/>
                    <a:pt x="169" y="544"/>
                    <a:pt x="172" y="544"/>
                  </a:cubicBezTo>
                  <a:cubicBezTo>
                    <a:pt x="173" y="544"/>
                    <a:pt x="177" y="546"/>
                    <a:pt x="178" y="547"/>
                  </a:cubicBezTo>
                  <a:cubicBezTo>
                    <a:pt x="178" y="547"/>
                    <a:pt x="175" y="554"/>
                    <a:pt x="180" y="554"/>
                  </a:cubicBezTo>
                  <a:cubicBezTo>
                    <a:pt x="189" y="553"/>
                    <a:pt x="194" y="548"/>
                    <a:pt x="191" y="539"/>
                  </a:cubicBezTo>
                  <a:cubicBezTo>
                    <a:pt x="190" y="538"/>
                    <a:pt x="188" y="534"/>
                    <a:pt x="187" y="533"/>
                  </a:cubicBezTo>
                  <a:cubicBezTo>
                    <a:pt x="186" y="533"/>
                    <a:pt x="177" y="537"/>
                    <a:pt x="176" y="537"/>
                  </a:cubicBezTo>
                  <a:cubicBezTo>
                    <a:pt x="175" y="537"/>
                    <a:pt x="175" y="537"/>
                    <a:pt x="174" y="537"/>
                  </a:cubicBezTo>
                  <a:cubicBezTo>
                    <a:pt x="174" y="537"/>
                    <a:pt x="175" y="538"/>
                    <a:pt x="175" y="538"/>
                  </a:cubicBezTo>
                  <a:cubicBezTo>
                    <a:pt x="177" y="538"/>
                    <a:pt x="182" y="536"/>
                    <a:pt x="181" y="540"/>
                  </a:cubicBezTo>
                  <a:cubicBezTo>
                    <a:pt x="180" y="543"/>
                    <a:pt x="176" y="542"/>
                    <a:pt x="174" y="542"/>
                  </a:cubicBezTo>
                  <a:cubicBezTo>
                    <a:pt x="173" y="542"/>
                    <a:pt x="169" y="542"/>
                    <a:pt x="169" y="542"/>
                  </a:cubicBezTo>
                  <a:cubicBezTo>
                    <a:pt x="169" y="541"/>
                    <a:pt x="171" y="538"/>
                    <a:pt x="171" y="538"/>
                  </a:cubicBezTo>
                  <a:cubicBezTo>
                    <a:pt x="171" y="537"/>
                    <a:pt x="170" y="538"/>
                    <a:pt x="170" y="538"/>
                  </a:cubicBezTo>
                  <a:cubicBezTo>
                    <a:pt x="166" y="537"/>
                    <a:pt x="162" y="537"/>
                    <a:pt x="159" y="534"/>
                  </a:cubicBezTo>
                  <a:cubicBezTo>
                    <a:pt x="156" y="530"/>
                    <a:pt x="160" y="529"/>
                    <a:pt x="160" y="526"/>
                  </a:cubicBezTo>
                  <a:cubicBezTo>
                    <a:pt x="160" y="526"/>
                    <a:pt x="158" y="523"/>
                    <a:pt x="158" y="523"/>
                  </a:cubicBezTo>
                  <a:cubicBezTo>
                    <a:pt x="158" y="522"/>
                    <a:pt x="159" y="520"/>
                    <a:pt x="159" y="519"/>
                  </a:cubicBezTo>
                  <a:cubicBezTo>
                    <a:pt x="157" y="517"/>
                    <a:pt x="157" y="517"/>
                    <a:pt x="157" y="517"/>
                  </a:cubicBezTo>
                  <a:cubicBezTo>
                    <a:pt x="155" y="512"/>
                    <a:pt x="154" y="507"/>
                    <a:pt x="155" y="502"/>
                  </a:cubicBezTo>
                  <a:cubicBezTo>
                    <a:pt x="156" y="499"/>
                    <a:pt x="162" y="499"/>
                    <a:pt x="163" y="499"/>
                  </a:cubicBezTo>
                  <a:cubicBezTo>
                    <a:pt x="165" y="501"/>
                    <a:pt x="158" y="501"/>
                    <a:pt x="161" y="501"/>
                  </a:cubicBezTo>
                  <a:cubicBezTo>
                    <a:pt x="161" y="502"/>
                    <a:pt x="162" y="501"/>
                    <a:pt x="163" y="501"/>
                  </a:cubicBezTo>
                  <a:cubicBezTo>
                    <a:pt x="163" y="501"/>
                    <a:pt x="164" y="501"/>
                    <a:pt x="165" y="501"/>
                  </a:cubicBezTo>
                  <a:cubicBezTo>
                    <a:pt x="168" y="502"/>
                    <a:pt x="172" y="504"/>
                    <a:pt x="175" y="505"/>
                  </a:cubicBezTo>
                  <a:cubicBezTo>
                    <a:pt x="176" y="505"/>
                    <a:pt x="176" y="506"/>
                    <a:pt x="177" y="506"/>
                  </a:cubicBezTo>
                  <a:cubicBezTo>
                    <a:pt x="178" y="506"/>
                    <a:pt x="178" y="505"/>
                    <a:pt x="179" y="505"/>
                  </a:cubicBezTo>
                  <a:cubicBezTo>
                    <a:pt x="179" y="506"/>
                    <a:pt x="179" y="506"/>
                    <a:pt x="179" y="507"/>
                  </a:cubicBezTo>
                  <a:cubicBezTo>
                    <a:pt x="180" y="507"/>
                    <a:pt x="184" y="509"/>
                    <a:pt x="185" y="510"/>
                  </a:cubicBezTo>
                  <a:cubicBezTo>
                    <a:pt x="193" y="511"/>
                    <a:pt x="212" y="507"/>
                    <a:pt x="217" y="502"/>
                  </a:cubicBezTo>
                  <a:cubicBezTo>
                    <a:pt x="218" y="501"/>
                    <a:pt x="218" y="498"/>
                    <a:pt x="219" y="496"/>
                  </a:cubicBezTo>
                  <a:cubicBezTo>
                    <a:pt x="219" y="496"/>
                    <a:pt x="220" y="496"/>
                    <a:pt x="220" y="496"/>
                  </a:cubicBezTo>
                  <a:cubicBezTo>
                    <a:pt x="219" y="495"/>
                    <a:pt x="218" y="497"/>
                    <a:pt x="217" y="497"/>
                  </a:cubicBezTo>
                  <a:cubicBezTo>
                    <a:pt x="216" y="497"/>
                    <a:pt x="217" y="496"/>
                    <a:pt x="217" y="496"/>
                  </a:cubicBezTo>
                  <a:cubicBezTo>
                    <a:pt x="217" y="495"/>
                    <a:pt x="216" y="495"/>
                    <a:pt x="217" y="495"/>
                  </a:cubicBezTo>
                  <a:cubicBezTo>
                    <a:pt x="217" y="495"/>
                    <a:pt x="220" y="498"/>
                    <a:pt x="218" y="494"/>
                  </a:cubicBezTo>
                  <a:cubicBezTo>
                    <a:pt x="217" y="491"/>
                    <a:pt x="213" y="491"/>
                    <a:pt x="213" y="487"/>
                  </a:cubicBezTo>
                  <a:cubicBezTo>
                    <a:pt x="213" y="484"/>
                    <a:pt x="217" y="486"/>
                    <a:pt x="216" y="482"/>
                  </a:cubicBezTo>
                  <a:cubicBezTo>
                    <a:pt x="216" y="478"/>
                    <a:pt x="217" y="475"/>
                    <a:pt x="217" y="475"/>
                  </a:cubicBezTo>
                  <a:cubicBezTo>
                    <a:pt x="219" y="475"/>
                    <a:pt x="219" y="476"/>
                    <a:pt x="221" y="475"/>
                  </a:cubicBezTo>
                  <a:cubicBezTo>
                    <a:pt x="222" y="475"/>
                    <a:pt x="222" y="468"/>
                    <a:pt x="222" y="468"/>
                  </a:cubicBezTo>
                  <a:cubicBezTo>
                    <a:pt x="222" y="467"/>
                    <a:pt x="223" y="466"/>
                    <a:pt x="222" y="466"/>
                  </a:cubicBezTo>
                  <a:cubicBezTo>
                    <a:pt x="222" y="466"/>
                    <a:pt x="219" y="463"/>
                    <a:pt x="218" y="463"/>
                  </a:cubicBezTo>
                  <a:cubicBezTo>
                    <a:pt x="218" y="462"/>
                    <a:pt x="217" y="462"/>
                    <a:pt x="217" y="462"/>
                  </a:cubicBezTo>
                  <a:cubicBezTo>
                    <a:pt x="219" y="461"/>
                    <a:pt x="224" y="466"/>
                    <a:pt x="223" y="463"/>
                  </a:cubicBezTo>
                  <a:cubicBezTo>
                    <a:pt x="223" y="460"/>
                    <a:pt x="218" y="462"/>
                    <a:pt x="216" y="461"/>
                  </a:cubicBezTo>
                  <a:cubicBezTo>
                    <a:pt x="215" y="460"/>
                    <a:pt x="217" y="461"/>
                    <a:pt x="217" y="461"/>
                  </a:cubicBezTo>
                  <a:cubicBezTo>
                    <a:pt x="217" y="459"/>
                    <a:pt x="215" y="458"/>
                    <a:pt x="215" y="456"/>
                  </a:cubicBezTo>
                  <a:cubicBezTo>
                    <a:pt x="216" y="454"/>
                    <a:pt x="216" y="455"/>
                    <a:pt x="217" y="454"/>
                  </a:cubicBezTo>
                  <a:cubicBezTo>
                    <a:pt x="217" y="453"/>
                    <a:pt x="217" y="453"/>
                    <a:pt x="217" y="453"/>
                  </a:cubicBezTo>
                  <a:cubicBezTo>
                    <a:pt x="216" y="452"/>
                    <a:pt x="214" y="451"/>
                    <a:pt x="214" y="449"/>
                  </a:cubicBezTo>
                  <a:cubicBezTo>
                    <a:pt x="214" y="448"/>
                    <a:pt x="215" y="449"/>
                    <a:pt x="216" y="449"/>
                  </a:cubicBezTo>
                  <a:cubicBezTo>
                    <a:pt x="221" y="449"/>
                    <a:pt x="222" y="453"/>
                    <a:pt x="227" y="453"/>
                  </a:cubicBezTo>
                  <a:cubicBezTo>
                    <a:pt x="230" y="453"/>
                    <a:pt x="231" y="454"/>
                    <a:pt x="233" y="454"/>
                  </a:cubicBezTo>
                  <a:cubicBezTo>
                    <a:pt x="235" y="454"/>
                    <a:pt x="236" y="453"/>
                    <a:pt x="237" y="453"/>
                  </a:cubicBezTo>
                  <a:cubicBezTo>
                    <a:pt x="239" y="453"/>
                    <a:pt x="242" y="454"/>
                    <a:pt x="244" y="454"/>
                  </a:cubicBezTo>
                  <a:cubicBezTo>
                    <a:pt x="249" y="452"/>
                    <a:pt x="254" y="452"/>
                    <a:pt x="259" y="451"/>
                  </a:cubicBezTo>
                  <a:cubicBezTo>
                    <a:pt x="280" y="448"/>
                    <a:pt x="303" y="445"/>
                    <a:pt x="322" y="433"/>
                  </a:cubicBezTo>
                  <a:cubicBezTo>
                    <a:pt x="326" y="430"/>
                    <a:pt x="325" y="423"/>
                    <a:pt x="330" y="419"/>
                  </a:cubicBezTo>
                  <a:cubicBezTo>
                    <a:pt x="333" y="416"/>
                    <a:pt x="344" y="404"/>
                    <a:pt x="345" y="400"/>
                  </a:cubicBezTo>
                  <a:cubicBezTo>
                    <a:pt x="346" y="398"/>
                    <a:pt x="345" y="385"/>
                    <a:pt x="344" y="384"/>
                  </a:cubicBezTo>
                  <a:cubicBezTo>
                    <a:pt x="344" y="384"/>
                    <a:pt x="341" y="386"/>
                    <a:pt x="340" y="386"/>
                  </a:cubicBezTo>
                  <a:cubicBezTo>
                    <a:pt x="339" y="386"/>
                    <a:pt x="340" y="385"/>
                    <a:pt x="340" y="385"/>
                  </a:cubicBezTo>
                  <a:cubicBezTo>
                    <a:pt x="338" y="384"/>
                    <a:pt x="335" y="383"/>
                    <a:pt x="333" y="381"/>
                  </a:cubicBezTo>
                  <a:cubicBezTo>
                    <a:pt x="331" y="379"/>
                    <a:pt x="331" y="377"/>
                    <a:pt x="329" y="375"/>
                  </a:cubicBezTo>
                  <a:cubicBezTo>
                    <a:pt x="327" y="372"/>
                    <a:pt x="334" y="365"/>
                    <a:pt x="336" y="362"/>
                  </a:cubicBezTo>
                  <a:cubicBezTo>
                    <a:pt x="337" y="360"/>
                    <a:pt x="333" y="355"/>
                    <a:pt x="331" y="354"/>
                  </a:cubicBezTo>
                  <a:cubicBezTo>
                    <a:pt x="325" y="349"/>
                    <a:pt x="318" y="347"/>
                    <a:pt x="311" y="343"/>
                  </a:cubicBezTo>
                  <a:cubicBezTo>
                    <a:pt x="309" y="342"/>
                    <a:pt x="309" y="340"/>
                    <a:pt x="307" y="339"/>
                  </a:cubicBezTo>
                  <a:cubicBezTo>
                    <a:pt x="306" y="339"/>
                    <a:pt x="305" y="339"/>
                    <a:pt x="305" y="338"/>
                  </a:cubicBezTo>
                  <a:cubicBezTo>
                    <a:pt x="303" y="335"/>
                    <a:pt x="305" y="336"/>
                    <a:pt x="304" y="333"/>
                  </a:cubicBezTo>
                  <a:cubicBezTo>
                    <a:pt x="304" y="333"/>
                    <a:pt x="302" y="331"/>
                    <a:pt x="302" y="331"/>
                  </a:cubicBezTo>
                  <a:cubicBezTo>
                    <a:pt x="302" y="330"/>
                    <a:pt x="304" y="331"/>
                    <a:pt x="306" y="331"/>
                  </a:cubicBezTo>
                  <a:cubicBezTo>
                    <a:pt x="307" y="330"/>
                    <a:pt x="307" y="326"/>
                    <a:pt x="307" y="325"/>
                  </a:cubicBezTo>
                  <a:cubicBezTo>
                    <a:pt x="306" y="325"/>
                    <a:pt x="305" y="325"/>
                    <a:pt x="305" y="324"/>
                  </a:cubicBezTo>
                  <a:cubicBezTo>
                    <a:pt x="305" y="324"/>
                    <a:pt x="306" y="323"/>
                    <a:pt x="306" y="323"/>
                  </a:cubicBezTo>
                  <a:cubicBezTo>
                    <a:pt x="306" y="318"/>
                    <a:pt x="301" y="316"/>
                    <a:pt x="304" y="308"/>
                  </a:cubicBezTo>
                  <a:cubicBezTo>
                    <a:pt x="305" y="307"/>
                    <a:pt x="306" y="307"/>
                    <a:pt x="306" y="306"/>
                  </a:cubicBezTo>
                  <a:cubicBezTo>
                    <a:pt x="307" y="304"/>
                    <a:pt x="306" y="301"/>
                    <a:pt x="306" y="300"/>
                  </a:cubicBezTo>
                  <a:cubicBezTo>
                    <a:pt x="307" y="298"/>
                    <a:pt x="311" y="302"/>
                    <a:pt x="313" y="299"/>
                  </a:cubicBezTo>
                  <a:cubicBezTo>
                    <a:pt x="315" y="294"/>
                    <a:pt x="310" y="289"/>
                    <a:pt x="312" y="283"/>
                  </a:cubicBezTo>
                  <a:cubicBezTo>
                    <a:pt x="312" y="283"/>
                    <a:pt x="314" y="280"/>
                    <a:pt x="314" y="280"/>
                  </a:cubicBezTo>
                  <a:cubicBezTo>
                    <a:pt x="315" y="278"/>
                    <a:pt x="312" y="277"/>
                    <a:pt x="312" y="275"/>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118"/>
            <p:cNvSpPr>
              <a:spLocks/>
            </p:cNvSpPr>
            <p:nvPr/>
          </p:nvSpPr>
          <p:spPr bwMode="auto">
            <a:xfrm>
              <a:off x="4537076" y="3457576"/>
              <a:ext cx="277813" cy="279400"/>
            </a:xfrm>
            <a:custGeom>
              <a:avLst/>
              <a:gdLst/>
              <a:ahLst/>
              <a:cxnLst>
                <a:cxn ang="0">
                  <a:pos x="120" y="93"/>
                </a:cxn>
                <a:cxn ang="0">
                  <a:pos x="124" y="80"/>
                </a:cxn>
                <a:cxn ang="0">
                  <a:pos x="119" y="63"/>
                </a:cxn>
                <a:cxn ang="0">
                  <a:pos x="113" y="54"/>
                </a:cxn>
                <a:cxn ang="0">
                  <a:pos x="107" y="51"/>
                </a:cxn>
                <a:cxn ang="0">
                  <a:pos x="99" y="45"/>
                </a:cxn>
                <a:cxn ang="0">
                  <a:pos x="89" y="37"/>
                </a:cxn>
                <a:cxn ang="0">
                  <a:pos x="81" y="33"/>
                </a:cxn>
                <a:cxn ang="0">
                  <a:pos x="63" y="29"/>
                </a:cxn>
                <a:cxn ang="0">
                  <a:pos x="63" y="21"/>
                </a:cxn>
                <a:cxn ang="0">
                  <a:pos x="48" y="7"/>
                </a:cxn>
                <a:cxn ang="0">
                  <a:pos x="34" y="8"/>
                </a:cxn>
                <a:cxn ang="0">
                  <a:pos x="24" y="5"/>
                </a:cxn>
                <a:cxn ang="0">
                  <a:pos x="23" y="5"/>
                </a:cxn>
                <a:cxn ang="0">
                  <a:pos x="23" y="7"/>
                </a:cxn>
                <a:cxn ang="0">
                  <a:pos x="19" y="23"/>
                </a:cxn>
                <a:cxn ang="0">
                  <a:pos x="18" y="28"/>
                </a:cxn>
                <a:cxn ang="0">
                  <a:pos x="12" y="38"/>
                </a:cxn>
                <a:cxn ang="0">
                  <a:pos x="9" y="49"/>
                </a:cxn>
                <a:cxn ang="0">
                  <a:pos x="9" y="56"/>
                </a:cxn>
                <a:cxn ang="0">
                  <a:pos x="9" y="64"/>
                </a:cxn>
                <a:cxn ang="0">
                  <a:pos x="10" y="70"/>
                </a:cxn>
                <a:cxn ang="0">
                  <a:pos x="10" y="81"/>
                </a:cxn>
                <a:cxn ang="0">
                  <a:pos x="5" y="86"/>
                </a:cxn>
                <a:cxn ang="0">
                  <a:pos x="6" y="105"/>
                </a:cxn>
                <a:cxn ang="0">
                  <a:pos x="11" y="110"/>
                </a:cxn>
                <a:cxn ang="0">
                  <a:pos x="17" y="118"/>
                </a:cxn>
                <a:cxn ang="0">
                  <a:pos x="34" y="117"/>
                </a:cxn>
                <a:cxn ang="0">
                  <a:pos x="51" y="126"/>
                </a:cxn>
                <a:cxn ang="0">
                  <a:pos x="54" y="128"/>
                </a:cxn>
                <a:cxn ang="0">
                  <a:pos x="67" y="125"/>
                </a:cxn>
                <a:cxn ang="0">
                  <a:pos x="77" y="129"/>
                </a:cxn>
                <a:cxn ang="0">
                  <a:pos x="84" y="130"/>
                </a:cxn>
                <a:cxn ang="0">
                  <a:pos x="93" y="127"/>
                </a:cxn>
                <a:cxn ang="0">
                  <a:pos x="99" y="123"/>
                </a:cxn>
                <a:cxn ang="0">
                  <a:pos x="99" y="121"/>
                </a:cxn>
                <a:cxn ang="0">
                  <a:pos x="110" y="117"/>
                </a:cxn>
                <a:cxn ang="0">
                  <a:pos x="115" y="111"/>
                </a:cxn>
                <a:cxn ang="0">
                  <a:pos x="123" y="100"/>
                </a:cxn>
                <a:cxn ang="0">
                  <a:pos x="120" y="98"/>
                </a:cxn>
              </a:cxnLst>
              <a:rect l="0" t="0" r="r" b="b"/>
              <a:pathLst>
                <a:path w="131" h="132">
                  <a:moveTo>
                    <a:pt x="120" y="98"/>
                  </a:moveTo>
                  <a:cubicBezTo>
                    <a:pt x="119" y="97"/>
                    <a:pt x="120" y="93"/>
                    <a:pt x="120" y="93"/>
                  </a:cubicBezTo>
                  <a:cubicBezTo>
                    <a:pt x="120" y="90"/>
                    <a:pt x="119" y="85"/>
                    <a:pt x="121" y="83"/>
                  </a:cubicBezTo>
                  <a:cubicBezTo>
                    <a:pt x="121" y="83"/>
                    <a:pt x="124" y="80"/>
                    <a:pt x="124" y="80"/>
                  </a:cubicBezTo>
                  <a:cubicBezTo>
                    <a:pt x="127" y="77"/>
                    <a:pt x="131" y="73"/>
                    <a:pt x="131" y="73"/>
                  </a:cubicBezTo>
                  <a:cubicBezTo>
                    <a:pt x="129" y="69"/>
                    <a:pt x="121" y="68"/>
                    <a:pt x="119" y="63"/>
                  </a:cubicBezTo>
                  <a:cubicBezTo>
                    <a:pt x="117" y="61"/>
                    <a:pt x="118" y="57"/>
                    <a:pt x="116" y="55"/>
                  </a:cubicBezTo>
                  <a:cubicBezTo>
                    <a:pt x="115" y="54"/>
                    <a:pt x="114" y="55"/>
                    <a:pt x="113" y="54"/>
                  </a:cubicBezTo>
                  <a:cubicBezTo>
                    <a:pt x="112" y="53"/>
                    <a:pt x="111" y="50"/>
                    <a:pt x="109" y="50"/>
                  </a:cubicBezTo>
                  <a:cubicBezTo>
                    <a:pt x="108" y="50"/>
                    <a:pt x="108" y="51"/>
                    <a:pt x="107" y="51"/>
                  </a:cubicBezTo>
                  <a:cubicBezTo>
                    <a:pt x="107" y="51"/>
                    <a:pt x="106" y="50"/>
                    <a:pt x="106" y="50"/>
                  </a:cubicBezTo>
                  <a:cubicBezTo>
                    <a:pt x="104" y="49"/>
                    <a:pt x="100" y="46"/>
                    <a:pt x="99" y="45"/>
                  </a:cubicBezTo>
                  <a:cubicBezTo>
                    <a:pt x="98" y="43"/>
                    <a:pt x="99" y="41"/>
                    <a:pt x="97" y="39"/>
                  </a:cubicBezTo>
                  <a:cubicBezTo>
                    <a:pt x="95" y="38"/>
                    <a:pt x="91" y="38"/>
                    <a:pt x="89" y="37"/>
                  </a:cubicBezTo>
                  <a:cubicBezTo>
                    <a:pt x="86" y="34"/>
                    <a:pt x="86" y="34"/>
                    <a:pt x="86" y="34"/>
                  </a:cubicBezTo>
                  <a:cubicBezTo>
                    <a:pt x="85" y="34"/>
                    <a:pt x="85" y="37"/>
                    <a:pt x="81" y="33"/>
                  </a:cubicBezTo>
                  <a:cubicBezTo>
                    <a:pt x="78" y="30"/>
                    <a:pt x="78" y="25"/>
                    <a:pt x="73" y="23"/>
                  </a:cubicBezTo>
                  <a:cubicBezTo>
                    <a:pt x="73" y="23"/>
                    <a:pt x="65" y="31"/>
                    <a:pt x="63" y="29"/>
                  </a:cubicBezTo>
                  <a:cubicBezTo>
                    <a:pt x="62" y="28"/>
                    <a:pt x="63" y="28"/>
                    <a:pt x="63" y="27"/>
                  </a:cubicBezTo>
                  <a:cubicBezTo>
                    <a:pt x="63" y="25"/>
                    <a:pt x="64" y="23"/>
                    <a:pt x="63" y="21"/>
                  </a:cubicBezTo>
                  <a:cubicBezTo>
                    <a:pt x="60" y="16"/>
                    <a:pt x="49" y="11"/>
                    <a:pt x="48" y="8"/>
                  </a:cubicBezTo>
                  <a:cubicBezTo>
                    <a:pt x="48" y="8"/>
                    <a:pt x="48" y="7"/>
                    <a:pt x="48" y="7"/>
                  </a:cubicBezTo>
                  <a:cubicBezTo>
                    <a:pt x="48" y="6"/>
                    <a:pt x="45" y="3"/>
                    <a:pt x="44" y="3"/>
                  </a:cubicBezTo>
                  <a:cubicBezTo>
                    <a:pt x="35" y="0"/>
                    <a:pt x="37" y="7"/>
                    <a:pt x="34" y="8"/>
                  </a:cubicBezTo>
                  <a:cubicBezTo>
                    <a:pt x="32" y="8"/>
                    <a:pt x="26" y="8"/>
                    <a:pt x="25" y="7"/>
                  </a:cubicBezTo>
                  <a:cubicBezTo>
                    <a:pt x="24" y="4"/>
                    <a:pt x="26" y="6"/>
                    <a:pt x="24" y="5"/>
                  </a:cubicBezTo>
                  <a:cubicBezTo>
                    <a:pt x="24" y="5"/>
                    <a:pt x="24" y="5"/>
                    <a:pt x="24" y="5"/>
                  </a:cubicBezTo>
                  <a:cubicBezTo>
                    <a:pt x="24" y="5"/>
                    <a:pt x="23" y="5"/>
                    <a:pt x="23" y="5"/>
                  </a:cubicBezTo>
                  <a:cubicBezTo>
                    <a:pt x="23" y="5"/>
                    <a:pt x="23" y="6"/>
                    <a:pt x="23" y="6"/>
                  </a:cubicBezTo>
                  <a:cubicBezTo>
                    <a:pt x="23" y="7"/>
                    <a:pt x="24" y="7"/>
                    <a:pt x="23" y="7"/>
                  </a:cubicBezTo>
                  <a:cubicBezTo>
                    <a:pt x="22" y="10"/>
                    <a:pt x="19" y="11"/>
                    <a:pt x="18" y="13"/>
                  </a:cubicBezTo>
                  <a:cubicBezTo>
                    <a:pt x="16" y="16"/>
                    <a:pt x="19" y="20"/>
                    <a:pt x="19" y="23"/>
                  </a:cubicBezTo>
                  <a:cubicBezTo>
                    <a:pt x="19" y="25"/>
                    <a:pt x="16" y="24"/>
                    <a:pt x="16" y="25"/>
                  </a:cubicBezTo>
                  <a:cubicBezTo>
                    <a:pt x="16" y="26"/>
                    <a:pt x="18" y="26"/>
                    <a:pt x="18" y="28"/>
                  </a:cubicBezTo>
                  <a:cubicBezTo>
                    <a:pt x="18" y="30"/>
                    <a:pt x="15" y="35"/>
                    <a:pt x="14" y="37"/>
                  </a:cubicBezTo>
                  <a:cubicBezTo>
                    <a:pt x="14" y="38"/>
                    <a:pt x="12" y="37"/>
                    <a:pt x="12" y="38"/>
                  </a:cubicBezTo>
                  <a:cubicBezTo>
                    <a:pt x="11" y="39"/>
                    <a:pt x="15" y="41"/>
                    <a:pt x="14" y="42"/>
                  </a:cubicBezTo>
                  <a:cubicBezTo>
                    <a:pt x="13" y="48"/>
                    <a:pt x="11" y="46"/>
                    <a:pt x="9" y="49"/>
                  </a:cubicBezTo>
                  <a:cubicBezTo>
                    <a:pt x="8" y="50"/>
                    <a:pt x="10" y="51"/>
                    <a:pt x="10" y="52"/>
                  </a:cubicBezTo>
                  <a:cubicBezTo>
                    <a:pt x="10" y="52"/>
                    <a:pt x="9" y="56"/>
                    <a:pt x="9" y="56"/>
                  </a:cubicBezTo>
                  <a:cubicBezTo>
                    <a:pt x="9" y="58"/>
                    <a:pt x="12" y="59"/>
                    <a:pt x="11" y="61"/>
                  </a:cubicBezTo>
                  <a:cubicBezTo>
                    <a:pt x="11" y="61"/>
                    <a:pt x="9" y="64"/>
                    <a:pt x="9" y="64"/>
                  </a:cubicBezTo>
                  <a:cubicBezTo>
                    <a:pt x="9" y="64"/>
                    <a:pt x="9" y="65"/>
                    <a:pt x="9" y="65"/>
                  </a:cubicBezTo>
                  <a:cubicBezTo>
                    <a:pt x="9" y="67"/>
                    <a:pt x="10" y="68"/>
                    <a:pt x="10" y="70"/>
                  </a:cubicBezTo>
                  <a:cubicBezTo>
                    <a:pt x="10" y="73"/>
                    <a:pt x="13" y="76"/>
                    <a:pt x="11" y="80"/>
                  </a:cubicBezTo>
                  <a:cubicBezTo>
                    <a:pt x="11" y="80"/>
                    <a:pt x="10" y="81"/>
                    <a:pt x="10" y="81"/>
                  </a:cubicBezTo>
                  <a:cubicBezTo>
                    <a:pt x="9" y="82"/>
                    <a:pt x="5" y="81"/>
                    <a:pt x="4" y="82"/>
                  </a:cubicBezTo>
                  <a:cubicBezTo>
                    <a:pt x="4" y="83"/>
                    <a:pt x="5" y="85"/>
                    <a:pt x="5" y="86"/>
                  </a:cubicBezTo>
                  <a:cubicBezTo>
                    <a:pt x="5" y="88"/>
                    <a:pt x="3" y="88"/>
                    <a:pt x="3" y="89"/>
                  </a:cubicBezTo>
                  <a:cubicBezTo>
                    <a:pt x="4" y="96"/>
                    <a:pt x="0" y="98"/>
                    <a:pt x="6" y="105"/>
                  </a:cubicBezTo>
                  <a:cubicBezTo>
                    <a:pt x="7" y="106"/>
                    <a:pt x="7" y="108"/>
                    <a:pt x="8" y="109"/>
                  </a:cubicBezTo>
                  <a:cubicBezTo>
                    <a:pt x="8" y="109"/>
                    <a:pt x="11" y="110"/>
                    <a:pt x="11" y="110"/>
                  </a:cubicBezTo>
                  <a:cubicBezTo>
                    <a:pt x="13" y="111"/>
                    <a:pt x="15" y="114"/>
                    <a:pt x="16" y="117"/>
                  </a:cubicBezTo>
                  <a:cubicBezTo>
                    <a:pt x="16" y="117"/>
                    <a:pt x="16" y="118"/>
                    <a:pt x="17" y="118"/>
                  </a:cubicBezTo>
                  <a:cubicBezTo>
                    <a:pt x="18" y="118"/>
                    <a:pt x="21" y="116"/>
                    <a:pt x="23" y="116"/>
                  </a:cubicBezTo>
                  <a:cubicBezTo>
                    <a:pt x="25" y="116"/>
                    <a:pt x="32" y="116"/>
                    <a:pt x="34" y="117"/>
                  </a:cubicBezTo>
                  <a:cubicBezTo>
                    <a:pt x="36" y="118"/>
                    <a:pt x="37" y="121"/>
                    <a:pt x="39" y="122"/>
                  </a:cubicBezTo>
                  <a:cubicBezTo>
                    <a:pt x="42" y="124"/>
                    <a:pt x="51" y="125"/>
                    <a:pt x="51" y="126"/>
                  </a:cubicBezTo>
                  <a:cubicBezTo>
                    <a:pt x="51" y="127"/>
                    <a:pt x="49" y="127"/>
                    <a:pt x="49" y="127"/>
                  </a:cubicBezTo>
                  <a:cubicBezTo>
                    <a:pt x="49" y="130"/>
                    <a:pt x="54" y="128"/>
                    <a:pt x="54" y="128"/>
                  </a:cubicBezTo>
                  <a:cubicBezTo>
                    <a:pt x="55" y="128"/>
                    <a:pt x="55" y="129"/>
                    <a:pt x="55" y="130"/>
                  </a:cubicBezTo>
                  <a:cubicBezTo>
                    <a:pt x="58" y="131"/>
                    <a:pt x="63" y="125"/>
                    <a:pt x="67" y="125"/>
                  </a:cubicBezTo>
                  <a:cubicBezTo>
                    <a:pt x="70" y="125"/>
                    <a:pt x="74" y="127"/>
                    <a:pt x="76" y="129"/>
                  </a:cubicBezTo>
                  <a:cubicBezTo>
                    <a:pt x="77" y="129"/>
                    <a:pt x="77" y="129"/>
                    <a:pt x="77" y="129"/>
                  </a:cubicBezTo>
                  <a:cubicBezTo>
                    <a:pt x="81" y="129"/>
                    <a:pt x="81" y="129"/>
                    <a:pt x="81" y="129"/>
                  </a:cubicBezTo>
                  <a:cubicBezTo>
                    <a:pt x="82" y="129"/>
                    <a:pt x="83" y="129"/>
                    <a:pt x="84" y="130"/>
                  </a:cubicBezTo>
                  <a:cubicBezTo>
                    <a:pt x="84" y="130"/>
                    <a:pt x="84" y="131"/>
                    <a:pt x="84" y="131"/>
                  </a:cubicBezTo>
                  <a:cubicBezTo>
                    <a:pt x="85" y="132"/>
                    <a:pt x="91" y="128"/>
                    <a:pt x="93" y="127"/>
                  </a:cubicBezTo>
                  <a:cubicBezTo>
                    <a:pt x="95" y="126"/>
                    <a:pt x="99" y="126"/>
                    <a:pt x="100" y="124"/>
                  </a:cubicBezTo>
                  <a:cubicBezTo>
                    <a:pt x="102" y="122"/>
                    <a:pt x="98" y="123"/>
                    <a:pt x="99" y="123"/>
                  </a:cubicBezTo>
                  <a:cubicBezTo>
                    <a:pt x="99" y="122"/>
                    <a:pt x="100" y="122"/>
                    <a:pt x="100" y="121"/>
                  </a:cubicBezTo>
                  <a:cubicBezTo>
                    <a:pt x="100" y="121"/>
                    <a:pt x="99" y="121"/>
                    <a:pt x="99" y="121"/>
                  </a:cubicBezTo>
                  <a:cubicBezTo>
                    <a:pt x="103" y="119"/>
                    <a:pt x="98" y="126"/>
                    <a:pt x="103" y="123"/>
                  </a:cubicBezTo>
                  <a:cubicBezTo>
                    <a:pt x="106" y="122"/>
                    <a:pt x="108" y="119"/>
                    <a:pt x="110" y="117"/>
                  </a:cubicBezTo>
                  <a:cubicBezTo>
                    <a:pt x="111" y="117"/>
                    <a:pt x="112" y="117"/>
                    <a:pt x="113" y="116"/>
                  </a:cubicBezTo>
                  <a:cubicBezTo>
                    <a:pt x="113" y="114"/>
                    <a:pt x="113" y="113"/>
                    <a:pt x="115" y="111"/>
                  </a:cubicBezTo>
                  <a:cubicBezTo>
                    <a:pt x="116" y="110"/>
                    <a:pt x="118" y="109"/>
                    <a:pt x="119" y="108"/>
                  </a:cubicBezTo>
                  <a:cubicBezTo>
                    <a:pt x="121" y="105"/>
                    <a:pt x="120" y="103"/>
                    <a:pt x="123" y="100"/>
                  </a:cubicBezTo>
                  <a:cubicBezTo>
                    <a:pt x="123" y="100"/>
                    <a:pt x="123" y="100"/>
                    <a:pt x="123" y="100"/>
                  </a:cubicBezTo>
                  <a:cubicBezTo>
                    <a:pt x="122" y="99"/>
                    <a:pt x="120" y="99"/>
                    <a:pt x="120" y="98"/>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119"/>
            <p:cNvSpPr>
              <a:spLocks/>
            </p:cNvSpPr>
            <p:nvPr/>
          </p:nvSpPr>
          <p:spPr bwMode="auto">
            <a:xfrm>
              <a:off x="3895726" y="2622551"/>
              <a:ext cx="85725" cy="80963"/>
            </a:xfrm>
            <a:custGeom>
              <a:avLst/>
              <a:gdLst/>
              <a:ahLst/>
              <a:cxnLst>
                <a:cxn ang="0">
                  <a:pos x="31" y="27"/>
                </a:cxn>
                <a:cxn ang="0">
                  <a:pos x="34" y="29"/>
                </a:cxn>
                <a:cxn ang="0">
                  <a:pos x="26" y="23"/>
                </a:cxn>
                <a:cxn ang="0">
                  <a:pos x="28" y="25"/>
                </a:cxn>
                <a:cxn ang="0">
                  <a:pos x="26" y="27"/>
                </a:cxn>
                <a:cxn ang="0">
                  <a:pos x="27" y="27"/>
                </a:cxn>
                <a:cxn ang="0">
                  <a:pos x="27" y="28"/>
                </a:cxn>
                <a:cxn ang="0">
                  <a:pos x="20" y="27"/>
                </a:cxn>
                <a:cxn ang="0">
                  <a:pos x="16" y="27"/>
                </a:cxn>
                <a:cxn ang="0">
                  <a:pos x="18" y="22"/>
                </a:cxn>
                <a:cxn ang="0">
                  <a:pos x="12" y="21"/>
                </a:cxn>
                <a:cxn ang="0">
                  <a:pos x="11" y="20"/>
                </a:cxn>
                <a:cxn ang="0">
                  <a:pos x="9" y="19"/>
                </a:cxn>
                <a:cxn ang="0">
                  <a:pos x="8" y="16"/>
                </a:cxn>
                <a:cxn ang="0">
                  <a:pos x="7" y="20"/>
                </a:cxn>
                <a:cxn ang="0">
                  <a:pos x="6" y="18"/>
                </a:cxn>
                <a:cxn ang="0">
                  <a:pos x="2" y="14"/>
                </a:cxn>
                <a:cxn ang="0">
                  <a:pos x="4" y="14"/>
                </a:cxn>
                <a:cxn ang="0">
                  <a:pos x="5" y="12"/>
                </a:cxn>
                <a:cxn ang="0">
                  <a:pos x="4" y="10"/>
                </a:cxn>
                <a:cxn ang="0">
                  <a:pos x="10" y="14"/>
                </a:cxn>
                <a:cxn ang="0">
                  <a:pos x="8" y="13"/>
                </a:cxn>
                <a:cxn ang="0">
                  <a:pos x="4" y="5"/>
                </a:cxn>
                <a:cxn ang="0">
                  <a:pos x="8" y="4"/>
                </a:cxn>
                <a:cxn ang="0">
                  <a:pos x="6" y="3"/>
                </a:cxn>
                <a:cxn ang="0">
                  <a:pos x="10" y="3"/>
                </a:cxn>
                <a:cxn ang="0">
                  <a:pos x="10" y="1"/>
                </a:cxn>
                <a:cxn ang="0">
                  <a:pos x="18" y="8"/>
                </a:cxn>
                <a:cxn ang="0">
                  <a:pos x="19" y="8"/>
                </a:cxn>
                <a:cxn ang="0">
                  <a:pos x="20" y="9"/>
                </a:cxn>
                <a:cxn ang="0">
                  <a:pos x="22" y="13"/>
                </a:cxn>
                <a:cxn ang="0">
                  <a:pos x="24" y="12"/>
                </a:cxn>
                <a:cxn ang="0">
                  <a:pos x="25" y="14"/>
                </a:cxn>
                <a:cxn ang="0">
                  <a:pos x="27" y="14"/>
                </a:cxn>
                <a:cxn ang="0">
                  <a:pos x="29" y="20"/>
                </a:cxn>
                <a:cxn ang="0">
                  <a:pos x="36" y="21"/>
                </a:cxn>
                <a:cxn ang="0">
                  <a:pos x="32" y="23"/>
                </a:cxn>
                <a:cxn ang="0">
                  <a:pos x="34" y="27"/>
                </a:cxn>
                <a:cxn ang="0">
                  <a:pos x="35" y="26"/>
                </a:cxn>
                <a:cxn ang="0">
                  <a:pos x="41" y="28"/>
                </a:cxn>
                <a:cxn ang="0">
                  <a:pos x="41" y="30"/>
                </a:cxn>
                <a:cxn ang="0">
                  <a:pos x="38" y="30"/>
                </a:cxn>
                <a:cxn ang="0">
                  <a:pos x="36" y="33"/>
                </a:cxn>
                <a:cxn ang="0">
                  <a:pos x="31" y="33"/>
                </a:cxn>
                <a:cxn ang="0">
                  <a:pos x="34" y="38"/>
                </a:cxn>
                <a:cxn ang="0">
                  <a:pos x="29" y="37"/>
                </a:cxn>
                <a:cxn ang="0">
                  <a:pos x="29" y="31"/>
                </a:cxn>
                <a:cxn ang="0">
                  <a:pos x="28" y="28"/>
                </a:cxn>
                <a:cxn ang="0">
                  <a:pos x="31" y="27"/>
                </a:cxn>
              </a:cxnLst>
              <a:rect l="0" t="0" r="r" b="b"/>
              <a:pathLst>
                <a:path w="41" h="38">
                  <a:moveTo>
                    <a:pt x="31" y="27"/>
                  </a:moveTo>
                  <a:cubicBezTo>
                    <a:pt x="32" y="27"/>
                    <a:pt x="33" y="30"/>
                    <a:pt x="34" y="29"/>
                  </a:cubicBezTo>
                  <a:cubicBezTo>
                    <a:pt x="34" y="28"/>
                    <a:pt x="27" y="23"/>
                    <a:pt x="26" y="23"/>
                  </a:cubicBezTo>
                  <a:cubicBezTo>
                    <a:pt x="25" y="23"/>
                    <a:pt x="28" y="25"/>
                    <a:pt x="28" y="25"/>
                  </a:cubicBezTo>
                  <a:cubicBezTo>
                    <a:pt x="28" y="26"/>
                    <a:pt x="26" y="26"/>
                    <a:pt x="26" y="27"/>
                  </a:cubicBezTo>
                  <a:cubicBezTo>
                    <a:pt x="26" y="27"/>
                    <a:pt x="27" y="27"/>
                    <a:pt x="27" y="27"/>
                  </a:cubicBezTo>
                  <a:cubicBezTo>
                    <a:pt x="27" y="27"/>
                    <a:pt x="27" y="27"/>
                    <a:pt x="27" y="28"/>
                  </a:cubicBezTo>
                  <a:cubicBezTo>
                    <a:pt x="26" y="30"/>
                    <a:pt x="20" y="29"/>
                    <a:pt x="20" y="27"/>
                  </a:cubicBezTo>
                  <a:cubicBezTo>
                    <a:pt x="19" y="26"/>
                    <a:pt x="17" y="28"/>
                    <a:pt x="16" y="27"/>
                  </a:cubicBezTo>
                  <a:cubicBezTo>
                    <a:pt x="16" y="26"/>
                    <a:pt x="21" y="23"/>
                    <a:pt x="18" y="22"/>
                  </a:cubicBezTo>
                  <a:cubicBezTo>
                    <a:pt x="17" y="21"/>
                    <a:pt x="13" y="22"/>
                    <a:pt x="12" y="21"/>
                  </a:cubicBezTo>
                  <a:cubicBezTo>
                    <a:pt x="11" y="21"/>
                    <a:pt x="11" y="20"/>
                    <a:pt x="11" y="20"/>
                  </a:cubicBezTo>
                  <a:cubicBezTo>
                    <a:pt x="12" y="17"/>
                    <a:pt x="10" y="21"/>
                    <a:pt x="9" y="19"/>
                  </a:cubicBezTo>
                  <a:cubicBezTo>
                    <a:pt x="9" y="19"/>
                    <a:pt x="8" y="16"/>
                    <a:pt x="8" y="16"/>
                  </a:cubicBezTo>
                  <a:cubicBezTo>
                    <a:pt x="3" y="16"/>
                    <a:pt x="12" y="21"/>
                    <a:pt x="7" y="20"/>
                  </a:cubicBezTo>
                  <a:cubicBezTo>
                    <a:pt x="6" y="20"/>
                    <a:pt x="6" y="19"/>
                    <a:pt x="6" y="18"/>
                  </a:cubicBezTo>
                  <a:cubicBezTo>
                    <a:pt x="6" y="18"/>
                    <a:pt x="0" y="17"/>
                    <a:pt x="2" y="14"/>
                  </a:cubicBezTo>
                  <a:cubicBezTo>
                    <a:pt x="3" y="13"/>
                    <a:pt x="3" y="14"/>
                    <a:pt x="4" y="14"/>
                  </a:cubicBezTo>
                  <a:cubicBezTo>
                    <a:pt x="4" y="13"/>
                    <a:pt x="4" y="13"/>
                    <a:pt x="5" y="12"/>
                  </a:cubicBezTo>
                  <a:cubicBezTo>
                    <a:pt x="5" y="11"/>
                    <a:pt x="4" y="10"/>
                    <a:pt x="4" y="10"/>
                  </a:cubicBezTo>
                  <a:cubicBezTo>
                    <a:pt x="5" y="9"/>
                    <a:pt x="8" y="16"/>
                    <a:pt x="10" y="14"/>
                  </a:cubicBezTo>
                  <a:cubicBezTo>
                    <a:pt x="10" y="14"/>
                    <a:pt x="9" y="13"/>
                    <a:pt x="8" y="13"/>
                  </a:cubicBezTo>
                  <a:cubicBezTo>
                    <a:pt x="7" y="11"/>
                    <a:pt x="4" y="7"/>
                    <a:pt x="4" y="5"/>
                  </a:cubicBezTo>
                  <a:cubicBezTo>
                    <a:pt x="4" y="4"/>
                    <a:pt x="7" y="5"/>
                    <a:pt x="8" y="4"/>
                  </a:cubicBezTo>
                  <a:cubicBezTo>
                    <a:pt x="8" y="4"/>
                    <a:pt x="5" y="3"/>
                    <a:pt x="6" y="3"/>
                  </a:cubicBezTo>
                  <a:cubicBezTo>
                    <a:pt x="7" y="2"/>
                    <a:pt x="9" y="4"/>
                    <a:pt x="10" y="3"/>
                  </a:cubicBezTo>
                  <a:cubicBezTo>
                    <a:pt x="10" y="3"/>
                    <a:pt x="8" y="0"/>
                    <a:pt x="10" y="1"/>
                  </a:cubicBezTo>
                  <a:cubicBezTo>
                    <a:pt x="11" y="1"/>
                    <a:pt x="17" y="7"/>
                    <a:pt x="18" y="8"/>
                  </a:cubicBezTo>
                  <a:cubicBezTo>
                    <a:pt x="18" y="8"/>
                    <a:pt x="20" y="6"/>
                    <a:pt x="19" y="8"/>
                  </a:cubicBezTo>
                  <a:cubicBezTo>
                    <a:pt x="19" y="8"/>
                    <a:pt x="20" y="9"/>
                    <a:pt x="20" y="9"/>
                  </a:cubicBezTo>
                  <a:cubicBezTo>
                    <a:pt x="22" y="10"/>
                    <a:pt x="22" y="13"/>
                    <a:pt x="22" y="13"/>
                  </a:cubicBezTo>
                  <a:cubicBezTo>
                    <a:pt x="23" y="13"/>
                    <a:pt x="24" y="12"/>
                    <a:pt x="24" y="12"/>
                  </a:cubicBezTo>
                  <a:cubicBezTo>
                    <a:pt x="26" y="12"/>
                    <a:pt x="24" y="13"/>
                    <a:pt x="25" y="14"/>
                  </a:cubicBezTo>
                  <a:cubicBezTo>
                    <a:pt x="25" y="14"/>
                    <a:pt x="26" y="14"/>
                    <a:pt x="27" y="14"/>
                  </a:cubicBezTo>
                  <a:cubicBezTo>
                    <a:pt x="29" y="15"/>
                    <a:pt x="29" y="18"/>
                    <a:pt x="29" y="20"/>
                  </a:cubicBezTo>
                  <a:cubicBezTo>
                    <a:pt x="30" y="21"/>
                    <a:pt x="35" y="19"/>
                    <a:pt x="36" y="21"/>
                  </a:cubicBezTo>
                  <a:cubicBezTo>
                    <a:pt x="36" y="22"/>
                    <a:pt x="32" y="23"/>
                    <a:pt x="32" y="23"/>
                  </a:cubicBezTo>
                  <a:cubicBezTo>
                    <a:pt x="32" y="24"/>
                    <a:pt x="34" y="26"/>
                    <a:pt x="34" y="27"/>
                  </a:cubicBezTo>
                  <a:cubicBezTo>
                    <a:pt x="34" y="28"/>
                    <a:pt x="35" y="26"/>
                    <a:pt x="35" y="26"/>
                  </a:cubicBezTo>
                  <a:cubicBezTo>
                    <a:pt x="36" y="26"/>
                    <a:pt x="41" y="27"/>
                    <a:pt x="41" y="28"/>
                  </a:cubicBezTo>
                  <a:cubicBezTo>
                    <a:pt x="41" y="29"/>
                    <a:pt x="41" y="29"/>
                    <a:pt x="41" y="30"/>
                  </a:cubicBezTo>
                  <a:cubicBezTo>
                    <a:pt x="41" y="31"/>
                    <a:pt x="39" y="29"/>
                    <a:pt x="38" y="30"/>
                  </a:cubicBezTo>
                  <a:cubicBezTo>
                    <a:pt x="38" y="30"/>
                    <a:pt x="39" y="32"/>
                    <a:pt x="36" y="33"/>
                  </a:cubicBezTo>
                  <a:cubicBezTo>
                    <a:pt x="35" y="33"/>
                    <a:pt x="33" y="32"/>
                    <a:pt x="31" y="33"/>
                  </a:cubicBezTo>
                  <a:cubicBezTo>
                    <a:pt x="31" y="33"/>
                    <a:pt x="37" y="36"/>
                    <a:pt x="34" y="38"/>
                  </a:cubicBezTo>
                  <a:cubicBezTo>
                    <a:pt x="33" y="38"/>
                    <a:pt x="29" y="37"/>
                    <a:pt x="29" y="37"/>
                  </a:cubicBezTo>
                  <a:cubicBezTo>
                    <a:pt x="27" y="33"/>
                    <a:pt x="29" y="34"/>
                    <a:pt x="29" y="31"/>
                  </a:cubicBezTo>
                  <a:cubicBezTo>
                    <a:pt x="29" y="30"/>
                    <a:pt x="27" y="29"/>
                    <a:pt x="28" y="28"/>
                  </a:cubicBezTo>
                  <a:cubicBezTo>
                    <a:pt x="29" y="28"/>
                    <a:pt x="29" y="30"/>
                    <a:pt x="31" y="27"/>
                  </a:cubicBezTo>
                </a:path>
              </a:pathLst>
            </a:custGeom>
            <a:grp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79" name="Oval 378"/>
          <p:cNvSpPr/>
          <p:nvPr/>
        </p:nvSpPr>
        <p:spPr>
          <a:xfrm>
            <a:off x="3904066" y="5491365"/>
            <a:ext cx="362050" cy="362050"/>
          </a:xfrm>
          <a:prstGeom prst="ellipse">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80" name="Oval 379"/>
          <p:cNvSpPr/>
          <p:nvPr/>
        </p:nvSpPr>
        <p:spPr>
          <a:xfrm>
            <a:off x="3690147" y="4628915"/>
            <a:ext cx="348200" cy="348200"/>
          </a:xfrm>
          <a:prstGeom prst="ellipse">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81" name="Oval 380"/>
          <p:cNvSpPr/>
          <p:nvPr/>
        </p:nvSpPr>
        <p:spPr>
          <a:xfrm>
            <a:off x="4144274" y="3408688"/>
            <a:ext cx="671172" cy="671172"/>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82" name="Oval 381"/>
          <p:cNvSpPr/>
          <p:nvPr/>
        </p:nvSpPr>
        <p:spPr>
          <a:xfrm>
            <a:off x="5168586" y="3828070"/>
            <a:ext cx="602310" cy="602310"/>
          </a:xfrm>
          <a:prstGeom prst="ellipse">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83" name="Oval 382"/>
          <p:cNvSpPr/>
          <p:nvPr/>
        </p:nvSpPr>
        <p:spPr>
          <a:xfrm>
            <a:off x="3178338" y="2541905"/>
            <a:ext cx="1001688" cy="1001688"/>
          </a:xfrm>
          <a:prstGeom prst="ellipse">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384" name="Oval 383"/>
          <p:cNvSpPr/>
          <p:nvPr/>
        </p:nvSpPr>
        <p:spPr>
          <a:xfrm>
            <a:off x="4440648" y="2758054"/>
            <a:ext cx="317526" cy="317526"/>
          </a:xfrm>
          <a:prstGeom prst="ellipse">
            <a:avLst/>
          </a:pr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cxnSp>
        <p:nvCxnSpPr>
          <p:cNvPr id="385" name="Straight Connector 384"/>
          <p:cNvCxnSpPr/>
          <p:nvPr/>
        </p:nvCxnSpPr>
        <p:spPr>
          <a:xfrm rot="10800000">
            <a:off x="2352676" y="3041955"/>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86" name="Straight Connector 385"/>
          <p:cNvCxnSpPr/>
          <p:nvPr/>
        </p:nvCxnSpPr>
        <p:spPr>
          <a:xfrm rot="10800000">
            <a:off x="4590589" y="2916024"/>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rot="10800000">
            <a:off x="3178338" y="3743480"/>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88" name="Straight Connector 387"/>
          <p:cNvCxnSpPr/>
          <p:nvPr/>
        </p:nvCxnSpPr>
        <p:spPr>
          <a:xfrm rot="10800000">
            <a:off x="5489825" y="4128432"/>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89" name="Straight Connector 388"/>
          <p:cNvCxnSpPr/>
          <p:nvPr/>
        </p:nvCxnSpPr>
        <p:spPr>
          <a:xfrm rot="10800000">
            <a:off x="2554336" y="4802221"/>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90" name="Straight Connector 389"/>
          <p:cNvCxnSpPr/>
          <p:nvPr/>
        </p:nvCxnSpPr>
        <p:spPr>
          <a:xfrm rot="10800000">
            <a:off x="4071590" y="5671596"/>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91" name="Text Placeholder 3"/>
          <p:cNvSpPr txBox="1">
            <a:spLocks/>
          </p:cNvSpPr>
          <p:nvPr/>
        </p:nvSpPr>
        <p:spPr>
          <a:xfrm>
            <a:off x="945204" y="2779903"/>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1"/>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92" name="Text Placeholder 3"/>
          <p:cNvSpPr txBox="1">
            <a:spLocks/>
          </p:cNvSpPr>
          <p:nvPr/>
        </p:nvSpPr>
        <p:spPr>
          <a:xfrm>
            <a:off x="6019567" y="2681590"/>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2"/>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93" name="Text Placeholder 3"/>
          <p:cNvSpPr txBox="1">
            <a:spLocks/>
          </p:cNvSpPr>
          <p:nvPr/>
        </p:nvSpPr>
        <p:spPr>
          <a:xfrm>
            <a:off x="6869754" y="3894127"/>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4"/>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94" name="Text Placeholder 3"/>
          <p:cNvSpPr txBox="1">
            <a:spLocks/>
          </p:cNvSpPr>
          <p:nvPr/>
        </p:nvSpPr>
        <p:spPr>
          <a:xfrm>
            <a:off x="1742292" y="3517557"/>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3"/>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95" name="Text Placeholder 3"/>
          <p:cNvSpPr txBox="1">
            <a:spLocks/>
          </p:cNvSpPr>
          <p:nvPr/>
        </p:nvSpPr>
        <p:spPr>
          <a:xfrm>
            <a:off x="1076656" y="4577065"/>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5"/>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
        <p:nvSpPr>
          <p:cNvPr id="396" name="Text Placeholder 3"/>
          <p:cNvSpPr txBox="1">
            <a:spLocks/>
          </p:cNvSpPr>
          <p:nvPr/>
        </p:nvSpPr>
        <p:spPr>
          <a:xfrm>
            <a:off x="5450529" y="5424837"/>
            <a:ext cx="1331271" cy="477054"/>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1100" b="1" dirty="0">
                <a:solidFill>
                  <a:schemeClr val="accent6"/>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There are many variations  passages but majority</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35"/>
                                        </p:tgtEl>
                                        <p:attrNameLst>
                                          <p:attrName>style.visibility</p:attrName>
                                        </p:attrNameLst>
                                      </p:cBhvr>
                                      <p:to>
                                        <p:strVal val="visible"/>
                                      </p:to>
                                    </p:set>
                                    <p:anim calcmode="lin" valueType="num">
                                      <p:cBhvr>
                                        <p:cTn id="7" dur="500" fill="hold"/>
                                        <p:tgtEl>
                                          <p:spTgt spid="135"/>
                                        </p:tgtEl>
                                        <p:attrNameLst>
                                          <p:attrName>ppt_w</p:attrName>
                                        </p:attrNameLst>
                                      </p:cBhvr>
                                      <p:tavLst>
                                        <p:tav tm="0">
                                          <p:val>
                                            <p:fltVal val="0"/>
                                          </p:val>
                                        </p:tav>
                                        <p:tav tm="100000">
                                          <p:val>
                                            <p:strVal val="#ppt_w"/>
                                          </p:val>
                                        </p:tav>
                                      </p:tavLst>
                                    </p:anim>
                                    <p:anim calcmode="lin" valueType="num">
                                      <p:cBhvr>
                                        <p:cTn id="8" dur="500" fill="hold"/>
                                        <p:tgtEl>
                                          <p:spTgt spid="135"/>
                                        </p:tgtEl>
                                        <p:attrNameLst>
                                          <p:attrName>ppt_h</p:attrName>
                                        </p:attrNameLst>
                                      </p:cBhvr>
                                      <p:tavLst>
                                        <p:tav tm="0">
                                          <p:val>
                                            <p:fltVal val="0"/>
                                          </p:val>
                                        </p:tav>
                                        <p:tav tm="100000">
                                          <p:val>
                                            <p:strVal val="#ppt_h"/>
                                          </p:val>
                                        </p:tav>
                                      </p:tavLst>
                                    </p:anim>
                                    <p:animEffect transition="in" filter="fade">
                                      <p:cBhvr>
                                        <p:cTn id="9" dur="500"/>
                                        <p:tgtEl>
                                          <p:spTgt spid="13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83"/>
                                        </p:tgtEl>
                                        <p:attrNameLst>
                                          <p:attrName>style.visibility</p:attrName>
                                        </p:attrNameLst>
                                      </p:cBhvr>
                                      <p:to>
                                        <p:strVal val="visible"/>
                                      </p:to>
                                    </p:set>
                                    <p:anim calcmode="lin" valueType="num">
                                      <p:cBhvr>
                                        <p:cTn id="13" dur="500" fill="hold"/>
                                        <p:tgtEl>
                                          <p:spTgt spid="383"/>
                                        </p:tgtEl>
                                        <p:attrNameLst>
                                          <p:attrName>ppt_w</p:attrName>
                                        </p:attrNameLst>
                                      </p:cBhvr>
                                      <p:tavLst>
                                        <p:tav tm="0">
                                          <p:val>
                                            <p:fltVal val="0"/>
                                          </p:val>
                                        </p:tav>
                                        <p:tav tm="100000">
                                          <p:val>
                                            <p:strVal val="#ppt_w"/>
                                          </p:val>
                                        </p:tav>
                                      </p:tavLst>
                                    </p:anim>
                                    <p:anim calcmode="lin" valueType="num">
                                      <p:cBhvr>
                                        <p:cTn id="14" dur="500" fill="hold"/>
                                        <p:tgtEl>
                                          <p:spTgt spid="383"/>
                                        </p:tgtEl>
                                        <p:attrNameLst>
                                          <p:attrName>ppt_h</p:attrName>
                                        </p:attrNameLst>
                                      </p:cBhvr>
                                      <p:tavLst>
                                        <p:tav tm="0">
                                          <p:val>
                                            <p:fltVal val="0"/>
                                          </p:val>
                                        </p:tav>
                                        <p:tav tm="100000">
                                          <p:val>
                                            <p:strVal val="#ppt_h"/>
                                          </p:val>
                                        </p:tav>
                                      </p:tavLst>
                                    </p:anim>
                                    <p:animEffect transition="in" filter="fade">
                                      <p:cBhvr>
                                        <p:cTn id="15" dur="500"/>
                                        <p:tgtEl>
                                          <p:spTgt spid="383"/>
                                        </p:tgtEl>
                                      </p:cBhvr>
                                    </p:animEffect>
                                  </p:childTnLst>
                                </p:cTn>
                              </p:par>
                            </p:childTnLst>
                          </p:cTn>
                        </p:par>
                        <p:par>
                          <p:cTn id="16" fill="hold">
                            <p:stCondLst>
                              <p:cond delay="1000"/>
                            </p:stCondLst>
                            <p:childTnLst>
                              <p:par>
                                <p:cTn id="17" presetID="22" presetClass="entr" presetSubtype="2" fill="hold" nodeType="afterEffect">
                                  <p:stCondLst>
                                    <p:cond delay="0"/>
                                  </p:stCondLst>
                                  <p:childTnLst>
                                    <p:set>
                                      <p:cBhvr>
                                        <p:cTn id="18" dur="1" fill="hold">
                                          <p:stCondLst>
                                            <p:cond delay="0"/>
                                          </p:stCondLst>
                                        </p:cTn>
                                        <p:tgtEl>
                                          <p:spTgt spid="385"/>
                                        </p:tgtEl>
                                        <p:attrNameLst>
                                          <p:attrName>style.visibility</p:attrName>
                                        </p:attrNameLst>
                                      </p:cBhvr>
                                      <p:to>
                                        <p:strVal val="visible"/>
                                      </p:to>
                                    </p:set>
                                    <p:animEffect transition="in" filter="wipe(right)">
                                      <p:cBhvr>
                                        <p:cTn id="19" dur="500"/>
                                        <p:tgtEl>
                                          <p:spTgt spid="385"/>
                                        </p:tgtEl>
                                      </p:cBhvr>
                                    </p:animEffect>
                                  </p:childTnLst>
                                </p:cTn>
                              </p:par>
                              <p:par>
                                <p:cTn id="20" presetID="2" presetClass="entr" presetSubtype="8" accel="50000" decel="50000" fill="hold" grpId="0" nodeType="withEffect">
                                  <p:stCondLst>
                                    <p:cond delay="0"/>
                                  </p:stCondLst>
                                  <p:childTnLst>
                                    <p:set>
                                      <p:cBhvr>
                                        <p:cTn id="21" dur="1" fill="hold">
                                          <p:stCondLst>
                                            <p:cond delay="0"/>
                                          </p:stCondLst>
                                        </p:cTn>
                                        <p:tgtEl>
                                          <p:spTgt spid="391"/>
                                        </p:tgtEl>
                                        <p:attrNameLst>
                                          <p:attrName>style.visibility</p:attrName>
                                        </p:attrNameLst>
                                      </p:cBhvr>
                                      <p:to>
                                        <p:strVal val="visible"/>
                                      </p:to>
                                    </p:set>
                                    <p:anim calcmode="lin" valueType="num">
                                      <p:cBhvr additive="base">
                                        <p:cTn id="22" dur="500" fill="hold"/>
                                        <p:tgtEl>
                                          <p:spTgt spid="391"/>
                                        </p:tgtEl>
                                        <p:attrNameLst>
                                          <p:attrName>ppt_x</p:attrName>
                                        </p:attrNameLst>
                                      </p:cBhvr>
                                      <p:tavLst>
                                        <p:tav tm="0">
                                          <p:val>
                                            <p:strVal val="0-#ppt_w/2"/>
                                          </p:val>
                                        </p:tav>
                                        <p:tav tm="100000">
                                          <p:val>
                                            <p:strVal val="#ppt_x"/>
                                          </p:val>
                                        </p:tav>
                                      </p:tavLst>
                                    </p:anim>
                                    <p:anim calcmode="lin" valueType="num">
                                      <p:cBhvr additive="base">
                                        <p:cTn id="23" dur="500" fill="hold"/>
                                        <p:tgtEl>
                                          <p:spTgt spid="391"/>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384"/>
                                        </p:tgtEl>
                                        <p:attrNameLst>
                                          <p:attrName>style.visibility</p:attrName>
                                        </p:attrNameLst>
                                      </p:cBhvr>
                                      <p:to>
                                        <p:strVal val="visible"/>
                                      </p:to>
                                    </p:set>
                                    <p:anim calcmode="lin" valueType="num">
                                      <p:cBhvr>
                                        <p:cTn id="27" dur="500" fill="hold"/>
                                        <p:tgtEl>
                                          <p:spTgt spid="384"/>
                                        </p:tgtEl>
                                        <p:attrNameLst>
                                          <p:attrName>ppt_w</p:attrName>
                                        </p:attrNameLst>
                                      </p:cBhvr>
                                      <p:tavLst>
                                        <p:tav tm="0">
                                          <p:val>
                                            <p:fltVal val="0"/>
                                          </p:val>
                                        </p:tav>
                                        <p:tav tm="100000">
                                          <p:val>
                                            <p:strVal val="#ppt_w"/>
                                          </p:val>
                                        </p:tav>
                                      </p:tavLst>
                                    </p:anim>
                                    <p:anim calcmode="lin" valueType="num">
                                      <p:cBhvr>
                                        <p:cTn id="28" dur="500" fill="hold"/>
                                        <p:tgtEl>
                                          <p:spTgt spid="384"/>
                                        </p:tgtEl>
                                        <p:attrNameLst>
                                          <p:attrName>ppt_h</p:attrName>
                                        </p:attrNameLst>
                                      </p:cBhvr>
                                      <p:tavLst>
                                        <p:tav tm="0">
                                          <p:val>
                                            <p:fltVal val="0"/>
                                          </p:val>
                                        </p:tav>
                                        <p:tav tm="100000">
                                          <p:val>
                                            <p:strVal val="#ppt_h"/>
                                          </p:val>
                                        </p:tav>
                                      </p:tavLst>
                                    </p:anim>
                                    <p:animEffect transition="in" filter="fade">
                                      <p:cBhvr>
                                        <p:cTn id="29" dur="500"/>
                                        <p:tgtEl>
                                          <p:spTgt spid="384"/>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386"/>
                                        </p:tgtEl>
                                        <p:attrNameLst>
                                          <p:attrName>style.visibility</p:attrName>
                                        </p:attrNameLst>
                                      </p:cBhvr>
                                      <p:to>
                                        <p:strVal val="visible"/>
                                      </p:to>
                                    </p:set>
                                    <p:animEffect transition="in" filter="wipe(left)">
                                      <p:cBhvr>
                                        <p:cTn id="33" dur="500"/>
                                        <p:tgtEl>
                                          <p:spTgt spid="386"/>
                                        </p:tgtEl>
                                      </p:cBhvr>
                                    </p:animEffect>
                                  </p:childTnLst>
                                </p:cTn>
                              </p:par>
                              <p:par>
                                <p:cTn id="34" presetID="2" presetClass="entr" presetSubtype="2" accel="50000" decel="50000" fill="hold" grpId="0" nodeType="withEffect">
                                  <p:stCondLst>
                                    <p:cond delay="0"/>
                                  </p:stCondLst>
                                  <p:childTnLst>
                                    <p:set>
                                      <p:cBhvr>
                                        <p:cTn id="35" dur="1" fill="hold">
                                          <p:stCondLst>
                                            <p:cond delay="0"/>
                                          </p:stCondLst>
                                        </p:cTn>
                                        <p:tgtEl>
                                          <p:spTgt spid="392"/>
                                        </p:tgtEl>
                                        <p:attrNameLst>
                                          <p:attrName>style.visibility</p:attrName>
                                        </p:attrNameLst>
                                      </p:cBhvr>
                                      <p:to>
                                        <p:strVal val="visible"/>
                                      </p:to>
                                    </p:set>
                                    <p:anim calcmode="lin" valueType="num">
                                      <p:cBhvr additive="base">
                                        <p:cTn id="36" dur="500" fill="hold"/>
                                        <p:tgtEl>
                                          <p:spTgt spid="392"/>
                                        </p:tgtEl>
                                        <p:attrNameLst>
                                          <p:attrName>ppt_x</p:attrName>
                                        </p:attrNameLst>
                                      </p:cBhvr>
                                      <p:tavLst>
                                        <p:tav tm="0">
                                          <p:val>
                                            <p:strVal val="1+#ppt_w/2"/>
                                          </p:val>
                                        </p:tav>
                                        <p:tav tm="100000">
                                          <p:val>
                                            <p:strVal val="#ppt_x"/>
                                          </p:val>
                                        </p:tav>
                                      </p:tavLst>
                                    </p:anim>
                                    <p:anim calcmode="lin" valueType="num">
                                      <p:cBhvr additive="base">
                                        <p:cTn id="37" dur="500" fill="hold"/>
                                        <p:tgtEl>
                                          <p:spTgt spid="392"/>
                                        </p:tgtEl>
                                        <p:attrNameLst>
                                          <p:attrName>ppt_y</p:attrName>
                                        </p:attrNameLst>
                                      </p:cBhvr>
                                      <p:tavLst>
                                        <p:tav tm="0">
                                          <p:val>
                                            <p:strVal val="#ppt_y"/>
                                          </p:val>
                                        </p:tav>
                                        <p:tav tm="100000">
                                          <p:val>
                                            <p:strVal val="#ppt_y"/>
                                          </p:val>
                                        </p:tav>
                                      </p:tavLst>
                                    </p:anim>
                                  </p:childTnLst>
                                </p:cTn>
                              </p:par>
                            </p:childTnLst>
                          </p:cTn>
                        </p:par>
                        <p:par>
                          <p:cTn id="38" fill="hold">
                            <p:stCondLst>
                              <p:cond delay="2500"/>
                            </p:stCondLst>
                            <p:childTnLst>
                              <p:par>
                                <p:cTn id="39" presetID="53" presetClass="entr" presetSubtype="0" fill="hold" grpId="0" nodeType="afterEffect">
                                  <p:stCondLst>
                                    <p:cond delay="0"/>
                                  </p:stCondLst>
                                  <p:childTnLst>
                                    <p:set>
                                      <p:cBhvr>
                                        <p:cTn id="40" dur="1" fill="hold">
                                          <p:stCondLst>
                                            <p:cond delay="0"/>
                                          </p:stCondLst>
                                        </p:cTn>
                                        <p:tgtEl>
                                          <p:spTgt spid="381"/>
                                        </p:tgtEl>
                                        <p:attrNameLst>
                                          <p:attrName>style.visibility</p:attrName>
                                        </p:attrNameLst>
                                      </p:cBhvr>
                                      <p:to>
                                        <p:strVal val="visible"/>
                                      </p:to>
                                    </p:set>
                                    <p:anim calcmode="lin" valueType="num">
                                      <p:cBhvr>
                                        <p:cTn id="41" dur="500" fill="hold"/>
                                        <p:tgtEl>
                                          <p:spTgt spid="381"/>
                                        </p:tgtEl>
                                        <p:attrNameLst>
                                          <p:attrName>ppt_w</p:attrName>
                                        </p:attrNameLst>
                                      </p:cBhvr>
                                      <p:tavLst>
                                        <p:tav tm="0">
                                          <p:val>
                                            <p:fltVal val="0"/>
                                          </p:val>
                                        </p:tav>
                                        <p:tav tm="100000">
                                          <p:val>
                                            <p:strVal val="#ppt_w"/>
                                          </p:val>
                                        </p:tav>
                                      </p:tavLst>
                                    </p:anim>
                                    <p:anim calcmode="lin" valueType="num">
                                      <p:cBhvr>
                                        <p:cTn id="42" dur="500" fill="hold"/>
                                        <p:tgtEl>
                                          <p:spTgt spid="381"/>
                                        </p:tgtEl>
                                        <p:attrNameLst>
                                          <p:attrName>ppt_h</p:attrName>
                                        </p:attrNameLst>
                                      </p:cBhvr>
                                      <p:tavLst>
                                        <p:tav tm="0">
                                          <p:val>
                                            <p:fltVal val="0"/>
                                          </p:val>
                                        </p:tav>
                                        <p:tav tm="100000">
                                          <p:val>
                                            <p:strVal val="#ppt_h"/>
                                          </p:val>
                                        </p:tav>
                                      </p:tavLst>
                                    </p:anim>
                                    <p:animEffect transition="in" filter="fade">
                                      <p:cBhvr>
                                        <p:cTn id="43" dur="500"/>
                                        <p:tgtEl>
                                          <p:spTgt spid="381"/>
                                        </p:tgtEl>
                                      </p:cBhvr>
                                    </p:animEffect>
                                  </p:childTnLst>
                                </p:cTn>
                              </p:par>
                            </p:childTnLst>
                          </p:cTn>
                        </p:par>
                        <p:par>
                          <p:cTn id="44" fill="hold">
                            <p:stCondLst>
                              <p:cond delay="3000"/>
                            </p:stCondLst>
                            <p:childTnLst>
                              <p:par>
                                <p:cTn id="45" presetID="22" presetClass="entr" presetSubtype="2" fill="hold" nodeType="afterEffect">
                                  <p:stCondLst>
                                    <p:cond delay="0"/>
                                  </p:stCondLst>
                                  <p:childTnLst>
                                    <p:set>
                                      <p:cBhvr>
                                        <p:cTn id="46" dur="1" fill="hold">
                                          <p:stCondLst>
                                            <p:cond delay="0"/>
                                          </p:stCondLst>
                                        </p:cTn>
                                        <p:tgtEl>
                                          <p:spTgt spid="387"/>
                                        </p:tgtEl>
                                        <p:attrNameLst>
                                          <p:attrName>style.visibility</p:attrName>
                                        </p:attrNameLst>
                                      </p:cBhvr>
                                      <p:to>
                                        <p:strVal val="visible"/>
                                      </p:to>
                                    </p:set>
                                    <p:animEffect transition="in" filter="wipe(right)">
                                      <p:cBhvr>
                                        <p:cTn id="47" dur="500"/>
                                        <p:tgtEl>
                                          <p:spTgt spid="387"/>
                                        </p:tgtEl>
                                      </p:cBhvr>
                                    </p:animEffect>
                                  </p:childTnLst>
                                </p:cTn>
                              </p:par>
                              <p:par>
                                <p:cTn id="48" presetID="2" presetClass="entr" presetSubtype="8" accel="50000" decel="50000" fill="hold" grpId="0" nodeType="withEffect">
                                  <p:stCondLst>
                                    <p:cond delay="0"/>
                                  </p:stCondLst>
                                  <p:childTnLst>
                                    <p:set>
                                      <p:cBhvr>
                                        <p:cTn id="49" dur="1" fill="hold">
                                          <p:stCondLst>
                                            <p:cond delay="0"/>
                                          </p:stCondLst>
                                        </p:cTn>
                                        <p:tgtEl>
                                          <p:spTgt spid="394"/>
                                        </p:tgtEl>
                                        <p:attrNameLst>
                                          <p:attrName>style.visibility</p:attrName>
                                        </p:attrNameLst>
                                      </p:cBhvr>
                                      <p:to>
                                        <p:strVal val="visible"/>
                                      </p:to>
                                    </p:set>
                                    <p:anim calcmode="lin" valueType="num">
                                      <p:cBhvr additive="base">
                                        <p:cTn id="50" dur="500" fill="hold"/>
                                        <p:tgtEl>
                                          <p:spTgt spid="394"/>
                                        </p:tgtEl>
                                        <p:attrNameLst>
                                          <p:attrName>ppt_x</p:attrName>
                                        </p:attrNameLst>
                                      </p:cBhvr>
                                      <p:tavLst>
                                        <p:tav tm="0">
                                          <p:val>
                                            <p:strVal val="0-#ppt_w/2"/>
                                          </p:val>
                                        </p:tav>
                                        <p:tav tm="100000">
                                          <p:val>
                                            <p:strVal val="#ppt_x"/>
                                          </p:val>
                                        </p:tav>
                                      </p:tavLst>
                                    </p:anim>
                                    <p:anim calcmode="lin" valueType="num">
                                      <p:cBhvr additive="base">
                                        <p:cTn id="51" dur="500" fill="hold"/>
                                        <p:tgtEl>
                                          <p:spTgt spid="394"/>
                                        </p:tgtEl>
                                        <p:attrNameLst>
                                          <p:attrName>ppt_y</p:attrName>
                                        </p:attrNameLst>
                                      </p:cBhvr>
                                      <p:tavLst>
                                        <p:tav tm="0">
                                          <p:val>
                                            <p:strVal val="#ppt_y"/>
                                          </p:val>
                                        </p:tav>
                                        <p:tav tm="100000">
                                          <p:val>
                                            <p:strVal val="#ppt_y"/>
                                          </p:val>
                                        </p:tav>
                                      </p:tavLst>
                                    </p:anim>
                                  </p:childTnLst>
                                </p:cTn>
                              </p:par>
                            </p:childTnLst>
                          </p:cTn>
                        </p:par>
                        <p:par>
                          <p:cTn id="52" fill="hold">
                            <p:stCondLst>
                              <p:cond delay="3500"/>
                            </p:stCondLst>
                            <p:childTnLst>
                              <p:par>
                                <p:cTn id="53" presetID="53" presetClass="entr" presetSubtype="0" fill="hold" grpId="0" nodeType="afterEffect">
                                  <p:stCondLst>
                                    <p:cond delay="0"/>
                                  </p:stCondLst>
                                  <p:childTnLst>
                                    <p:set>
                                      <p:cBhvr>
                                        <p:cTn id="54" dur="1" fill="hold">
                                          <p:stCondLst>
                                            <p:cond delay="0"/>
                                          </p:stCondLst>
                                        </p:cTn>
                                        <p:tgtEl>
                                          <p:spTgt spid="382"/>
                                        </p:tgtEl>
                                        <p:attrNameLst>
                                          <p:attrName>style.visibility</p:attrName>
                                        </p:attrNameLst>
                                      </p:cBhvr>
                                      <p:to>
                                        <p:strVal val="visible"/>
                                      </p:to>
                                    </p:set>
                                    <p:anim calcmode="lin" valueType="num">
                                      <p:cBhvr>
                                        <p:cTn id="55" dur="500" fill="hold"/>
                                        <p:tgtEl>
                                          <p:spTgt spid="382"/>
                                        </p:tgtEl>
                                        <p:attrNameLst>
                                          <p:attrName>ppt_w</p:attrName>
                                        </p:attrNameLst>
                                      </p:cBhvr>
                                      <p:tavLst>
                                        <p:tav tm="0">
                                          <p:val>
                                            <p:fltVal val="0"/>
                                          </p:val>
                                        </p:tav>
                                        <p:tav tm="100000">
                                          <p:val>
                                            <p:strVal val="#ppt_w"/>
                                          </p:val>
                                        </p:tav>
                                      </p:tavLst>
                                    </p:anim>
                                    <p:anim calcmode="lin" valueType="num">
                                      <p:cBhvr>
                                        <p:cTn id="56" dur="500" fill="hold"/>
                                        <p:tgtEl>
                                          <p:spTgt spid="382"/>
                                        </p:tgtEl>
                                        <p:attrNameLst>
                                          <p:attrName>ppt_h</p:attrName>
                                        </p:attrNameLst>
                                      </p:cBhvr>
                                      <p:tavLst>
                                        <p:tav tm="0">
                                          <p:val>
                                            <p:fltVal val="0"/>
                                          </p:val>
                                        </p:tav>
                                        <p:tav tm="100000">
                                          <p:val>
                                            <p:strVal val="#ppt_h"/>
                                          </p:val>
                                        </p:tav>
                                      </p:tavLst>
                                    </p:anim>
                                    <p:animEffect transition="in" filter="fade">
                                      <p:cBhvr>
                                        <p:cTn id="57" dur="500"/>
                                        <p:tgtEl>
                                          <p:spTgt spid="382"/>
                                        </p:tgtEl>
                                      </p:cBhvr>
                                    </p:animEffect>
                                  </p:childTnLst>
                                </p:cTn>
                              </p:par>
                            </p:childTnLst>
                          </p:cTn>
                        </p:par>
                        <p:par>
                          <p:cTn id="58" fill="hold">
                            <p:stCondLst>
                              <p:cond delay="4000"/>
                            </p:stCondLst>
                            <p:childTnLst>
                              <p:par>
                                <p:cTn id="59" presetID="22" presetClass="entr" presetSubtype="8" fill="hold" nodeType="afterEffect">
                                  <p:stCondLst>
                                    <p:cond delay="0"/>
                                  </p:stCondLst>
                                  <p:childTnLst>
                                    <p:set>
                                      <p:cBhvr>
                                        <p:cTn id="60" dur="1" fill="hold">
                                          <p:stCondLst>
                                            <p:cond delay="0"/>
                                          </p:stCondLst>
                                        </p:cTn>
                                        <p:tgtEl>
                                          <p:spTgt spid="388"/>
                                        </p:tgtEl>
                                        <p:attrNameLst>
                                          <p:attrName>style.visibility</p:attrName>
                                        </p:attrNameLst>
                                      </p:cBhvr>
                                      <p:to>
                                        <p:strVal val="visible"/>
                                      </p:to>
                                    </p:set>
                                    <p:animEffect transition="in" filter="wipe(left)">
                                      <p:cBhvr>
                                        <p:cTn id="61" dur="500"/>
                                        <p:tgtEl>
                                          <p:spTgt spid="388"/>
                                        </p:tgtEl>
                                      </p:cBhvr>
                                    </p:animEffect>
                                  </p:childTnLst>
                                </p:cTn>
                              </p:par>
                              <p:par>
                                <p:cTn id="62" presetID="2" presetClass="entr" presetSubtype="2" accel="50000" decel="50000" fill="hold" grpId="0" nodeType="withEffect">
                                  <p:stCondLst>
                                    <p:cond delay="0"/>
                                  </p:stCondLst>
                                  <p:childTnLst>
                                    <p:set>
                                      <p:cBhvr>
                                        <p:cTn id="63" dur="1" fill="hold">
                                          <p:stCondLst>
                                            <p:cond delay="0"/>
                                          </p:stCondLst>
                                        </p:cTn>
                                        <p:tgtEl>
                                          <p:spTgt spid="393"/>
                                        </p:tgtEl>
                                        <p:attrNameLst>
                                          <p:attrName>style.visibility</p:attrName>
                                        </p:attrNameLst>
                                      </p:cBhvr>
                                      <p:to>
                                        <p:strVal val="visible"/>
                                      </p:to>
                                    </p:set>
                                    <p:anim calcmode="lin" valueType="num">
                                      <p:cBhvr additive="base">
                                        <p:cTn id="64" dur="500" fill="hold"/>
                                        <p:tgtEl>
                                          <p:spTgt spid="393"/>
                                        </p:tgtEl>
                                        <p:attrNameLst>
                                          <p:attrName>ppt_x</p:attrName>
                                        </p:attrNameLst>
                                      </p:cBhvr>
                                      <p:tavLst>
                                        <p:tav tm="0">
                                          <p:val>
                                            <p:strVal val="1+#ppt_w/2"/>
                                          </p:val>
                                        </p:tav>
                                        <p:tav tm="100000">
                                          <p:val>
                                            <p:strVal val="#ppt_x"/>
                                          </p:val>
                                        </p:tav>
                                      </p:tavLst>
                                    </p:anim>
                                    <p:anim calcmode="lin" valueType="num">
                                      <p:cBhvr additive="base">
                                        <p:cTn id="65" dur="500" fill="hold"/>
                                        <p:tgtEl>
                                          <p:spTgt spid="393"/>
                                        </p:tgtEl>
                                        <p:attrNameLst>
                                          <p:attrName>ppt_y</p:attrName>
                                        </p:attrNameLst>
                                      </p:cBhvr>
                                      <p:tavLst>
                                        <p:tav tm="0">
                                          <p:val>
                                            <p:strVal val="#ppt_y"/>
                                          </p:val>
                                        </p:tav>
                                        <p:tav tm="100000">
                                          <p:val>
                                            <p:strVal val="#ppt_y"/>
                                          </p:val>
                                        </p:tav>
                                      </p:tavLst>
                                    </p:anim>
                                  </p:childTnLst>
                                </p:cTn>
                              </p:par>
                            </p:childTnLst>
                          </p:cTn>
                        </p:par>
                        <p:par>
                          <p:cTn id="66" fill="hold">
                            <p:stCondLst>
                              <p:cond delay="4500"/>
                            </p:stCondLst>
                            <p:childTnLst>
                              <p:par>
                                <p:cTn id="67" presetID="53" presetClass="entr" presetSubtype="0" fill="hold" grpId="0" nodeType="afterEffect">
                                  <p:stCondLst>
                                    <p:cond delay="0"/>
                                  </p:stCondLst>
                                  <p:childTnLst>
                                    <p:set>
                                      <p:cBhvr>
                                        <p:cTn id="68" dur="1" fill="hold">
                                          <p:stCondLst>
                                            <p:cond delay="0"/>
                                          </p:stCondLst>
                                        </p:cTn>
                                        <p:tgtEl>
                                          <p:spTgt spid="380"/>
                                        </p:tgtEl>
                                        <p:attrNameLst>
                                          <p:attrName>style.visibility</p:attrName>
                                        </p:attrNameLst>
                                      </p:cBhvr>
                                      <p:to>
                                        <p:strVal val="visible"/>
                                      </p:to>
                                    </p:set>
                                    <p:anim calcmode="lin" valueType="num">
                                      <p:cBhvr>
                                        <p:cTn id="69" dur="500" fill="hold"/>
                                        <p:tgtEl>
                                          <p:spTgt spid="380"/>
                                        </p:tgtEl>
                                        <p:attrNameLst>
                                          <p:attrName>ppt_w</p:attrName>
                                        </p:attrNameLst>
                                      </p:cBhvr>
                                      <p:tavLst>
                                        <p:tav tm="0">
                                          <p:val>
                                            <p:fltVal val="0"/>
                                          </p:val>
                                        </p:tav>
                                        <p:tav tm="100000">
                                          <p:val>
                                            <p:strVal val="#ppt_w"/>
                                          </p:val>
                                        </p:tav>
                                      </p:tavLst>
                                    </p:anim>
                                    <p:anim calcmode="lin" valueType="num">
                                      <p:cBhvr>
                                        <p:cTn id="70" dur="500" fill="hold"/>
                                        <p:tgtEl>
                                          <p:spTgt spid="380"/>
                                        </p:tgtEl>
                                        <p:attrNameLst>
                                          <p:attrName>ppt_h</p:attrName>
                                        </p:attrNameLst>
                                      </p:cBhvr>
                                      <p:tavLst>
                                        <p:tav tm="0">
                                          <p:val>
                                            <p:fltVal val="0"/>
                                          </p:val>
                                        </p:tav>
                                        <p:tav tm="100000">
                                          <p:val>
                                            <p:strVal val="#ppt_h"/>
                                          </p:val>
                                        </p:tav>
                                      </p:tavLst>
                                    </p:anim>
                                    <p:animEffect transition="in" filter="fade">
                                      <p:cBhvr>
                                        <p:cTn id="71" dur="500"/>
                                        <p:tgtEl>
                                          <p:spTgt spid="380"/>
                                        </p:tgtEl>
                                      </p:cBhvr>
                                    </p:animEffect>
                                  </p:childTnLst>
                                </p:cTn>
                              </p:par>
                            </p:childTnLst>
                          </p:cTn>
                        </p:par>
                        <p:par>
                          <p:cTn id="72" fill="hold">
                            <p:stCondLst>
                              <p:cond delay="5000"/>
                            </p:stCondLst>
                            <p:childTnLst>
                              <p:par>
                                <p:cTn id="73" presetID="22" presetClass="entr" presetSubtype="2" fill="hold" nodeType="afterEffect">
                                  <p:stCondLst>
                                    <p:cond delay="0"/>
                                  </p:stCondLst>
                                  <p:childTnLst>
                                    <p:set>
                                      <p:cBhvr>
                                        <p:cTn id="74" dur="1" fill="hold">
                                          <p:stCondLst>
                                            <p:cond delay="0"/>
                                          </p:stCondLst>
                                        </p:cTn>
                                        <p:tgtEl>
                                          <p:spTgt spid="389"/>
                                        </p:tgtEl>
                                        <p:attrNameLst>
                                          <p:attrName>style.visibility</p:attrName>
                                        </p:attrNameLst>
                                      </p:cBhvr>
                                      <p:to>
                                        <p:strVal val="visible"/>
                                      </p:to>
                                    </p:set>
                                    <p:animEffect transition="in" filter="wipe(right)">
                                      <p:cBhvr>
                                        <p:cTn id="75" dur="500"/>
                                        <p:tgtEl>
                                          <p:spTgt spid="389"/>
                                        </p:tgtEl>
                                      </p:cBhvr>
                                    </p:animEffect>
                                  </p:childTnLst>
                                </p:cTn>
                              </p:par>
                              <p:par>
                                <p:cTn id="76" presetID="2" presetClass="entr" presetSubtype="8" accel="50000" decel="50000" fill="hold" grpId="0" nodeType="withEffect">
                                  <p:stCondLst>
                                    <p:cond delay="0"/>
                                  </p:stCondLst>
                                  <p:childTnLst>
                                    <p:set>
                                      <p:cBhvr>
                                        <p:cTn id="77" dur="1" fill="hold">
                                          <p:stCondLst>
                                            <p:cond delay="0"/>
                                          </p:stCondLst>
                                        </p:cTn>
                                        <p:tgtEl>
                                          <p:spTgt spid="395"/>
                                        </p:tgtEl>
                                        <p:attrNameLst>
                                          <p:attrName>style.visibility</p:attrName>
                                        </p:attrNameLst>
                                      </p:cBhvr>
                                      <p:to>
                                        <p:strVal val="visible"/>
                                      </p:to>
                                    </p:set>
                                    <p:anim calcmode="lin" valueType="num">
                                      <p:cBhvr additive="base">
                                        <p:cTn id="78" dur="500" fill="hold"/>
                                        <p:tgtEl>
                                          <p:spTgt spid="395"/>
                                        </p:tgtEl>
                                        <p:attrNameLst>
                                          <p:attrName>ppt_x</p:attrName>
                                        </p:attrNameLst>
                                      </p:cBhvr>
                                      <p:tavLst>
                                        <p:tav tm="0">
                                          <p:val>
                                            <p:strVal val="0-#ppt_w/2"/>
                                          </p:val>
                                        </p:tav>
                                        <p:tav tm="100000">
                                          <p:val>
                                            <p:strVal val="#ppt_x"/>
                                          </p:val>
                                        </p:tav>
                                      </p:tavLst>
                                    </p:anim>
                                    <p:anim calcmode="lin" valueType="num">
                                      <p:cBhvr additive="base">
                                        <p:cTn id="79" dur="500" fill="hold"/>
                                        <p:tgtEl>
                                          <p:spTgt spid="395"/>
                                        </p:tgtEl>
                                        <p:attrNameLst>
                                          <p:attrName>ppt_y</p:attrName>
                                        </p:attrNameLst>
                                      </p:cBhvr>
                                      <p:tavLst>
                                        <p:tav tm="0">
                                          <p:val>
                                            <p:strVal val="#ppt_y"/>
                                          </p:val>
                                        </p:tav>
                                        <p:tav tm="100000">
                                          <p:val>
                                            <p:strVal val="#ppt_y"/>
                                          </p:val>
                                        </p:tav>
                                      </p:tavLst>
                                    </p:anim>
                                  </p:childTnLst>
                                </p:cTn>
                              </p:par>
                            </p:childTnLst>
                          </p:cTn>
                        </p:par>
                        <p:par>
                          <p:cTn id="80" fill="hold">
                            <p:stCondLst>
                              <p:cond delay="5500"/>
                            </p:stCondLst>
                            <p:childTnLst>
                              <p:par>
                                <p:cTn id="81" presetID="53" presetClass="entr" presetSubtype="0" fill="hold" grpId="0" nodeType="afterEffect">
                                  <p:stCondLst>
                                    <p:cond delay="0"/>
                                  </p:stCondLst>
                                  <p:childTnLst>
                                    <p:set>
                                      <p:cBhvr>
                                        <p:cTn id="82" dur="1" fill="hold">
                                          <p:stCondLst>
                                            <p:cond delay="0"/>
                                          </p:stCondLst>
                                        </p:cTn>
                                        <p:tgtEl>
                                          <p:spTgt spid="379"/>
                                        </p:tgtEl>
                                        <p:attrNameLst>
                                          <p:attrName>style.visibility</p:attrName>
                                        </p:attrNameLst>
                                      </p:cBhvr>
                                      <p:to>
                                        <p:strVal val="visible"/>
                                      </p:to>
                                    </p:set>
                                    <p:anim calcmode="lin" valueType="num">
                                      <p:cBhvr>
                                        <p:cTn id="83" dur="500" fill="hold"/>
                                        <p:tgtEl>
                                          <p:spTgt spid="379"/>
                                        </p:tgtEl>
                                        <p:attrNameLst>
                                          <p:attrName>ppt_w</p:attrName>
                                        </p:attrNameLst>
                                      </p:cBhvr>
                                      <p:tavLst>
                                        <p:tav tm="0">
                                          <p:val>
                                            <p:fltVal val="0"/>
                                          </p:val>
                                        </p:tav>
                                        <p:tav tm="100000">
                                          <p:val>
                                            <p:strVal val="#ppt_w"/>
                                          </p:val>
                                        </p:tav>
                                      </p:tavLst>
                                    </p:anim>
                                    <p:anim calcmode="lin" valueType="num">
                                      <p:cBhvr>
                                        <p:cTn id="84" dur="500" fill="hold"/>
                                        <p:tgtEl>
                                          <p:spTgt spid="379"/>
                                        </p:tgtEl>
                                        <p:attrNameLst>
                                          <p:attrName>ppt_h</p:attrName>
                                        </p:attrNameLst>
                                      </p:cBhvr>
                                      <p:tavLst>
                                        <p:tav tm="0">
                                          <p:val>
                                            <p:fltVal val="0"/>
                                          </p:val>
                                        </p:tav>
                                        <p:tav tm="100000">
                                          <p:val>
                                            <p:strVal val="#ppt_h"/>
                                          </p:val>
                                        </p:tav>
                                      </p:tavLst>
                                    </p:anim>
                                    <p:animEffect transition="in" filter="fade">
                                      <p:cBhvr>
                                        <p:cTn id="85" dur="500"/>
                                        <p:tgtEl>
                                          <p:spTgt spid="379"/>
                                        </p:tgtEl>
                                      </p:cBhvr>
                                    </p:animEffect>
                                  </p:childTnLst>
                                </p:cTn>
                              </p:par>
                            </p:childTnLst>
                          </p:cTn>
                        </p:par>
                        <p:par>
                          <p:cTn id="86" fill="hold">
                            <p:stCondLst>
                              <p:cond delay="6000"/>
                            </p:stCondLst>
                            <p:childTnLst>
                              <p:par>
                                <p:cTn id="87" presetID="22" presetClass="entr" presetSubtype="8" fill="hold" nodeType="afterEffect">
                                  <p:stCondLst>
                                    <p:cond delay="0"/>
                                  </p:stCondLst>
                                  <p:childTnLst>
                                    <p:set>
                                      <p:cBhvr>
                                        <p:cTn id="88" dur="1" fill="hold">
                                          <p:stCondLst>
                                            <p:cond delay="0"/>
                                          </p:stCondLst>
                                        </p:cTn>
                                        <p:tgtEl>
                                          <p:spTgt spid="390"/>
                                        </p:tgtEl>
                                        <p:attrNameLst>
                                          <p:attrName>style.visibility</p:attrName>
                                        </p:attrNameLst>
                                      </p:cBhvr>
                                      <p:to>
                                        <p:strVal val="visible"/>
                                      </p:to>
                                    </p:set>
                                    <p:animEffect transition="in" filter="wipe(left)">
                                      <p:cBhvr>
                                        <p:cTn id="89" dur="500"/>
                                        <p:tgtEl>
                                          <p:spTgt spid="390"/>
                                        </p:tgtEl>
                                      </p:cBhvr>
                                    </p:animEffect>
                                  </p:childTnLst>
                                </p:cTn>
                              </p:par>
                              <p:par>
                                <p:cTn id="90" presetID="2" presetClass="entr" presetSubtype="2" accel="50000" decel="50000" fill="hold" grpId="0" nodeType="withEffect">
                                  <p:stCondLst>
                                    <p:cond delay="0"/>
                                  </p:stCondLst>
                                  <p:childTnLst>
                                    <p:set>
                                      <p:cBhvr>
                                        <p:cTn id="91" dur="1" fill="hold">
                                          <p:stCondLst>
                                            <p:cond delay="0"/>
                                          </p:stCondLst>
                                        </p:cTn>
                                        <p:tgtEl>
                                          <p:spTgt spid="396"/>
                                        </p:tgtEl>
                                        <p:attrNameLst>
                                          <p:attrName>style.visibility</p:attrName>
                                        </p:attrNameLst>
                                      </p:cBhvr>
                                      <p:to>
                                        <p:strVal val="visible"/>
                                      </p:to>
                                    </p:set>
                                    <p:anim calcmode="lin" valueType="num">
                                      <p:cBhvr additive="base">
                                        <p:cTn id="92" dur="500" fill="hold"/>
                                        <p:tgtEl>
                                          <p:spTgt spid="396"/>
                                        </p:tgtEl>
                                        <p:attrNameLst>
                                          <p:attrName>ppt_x</p:attrName>
                                        </p:attrNameLst>
                                      </p:cBhvr>
                                      <p:tavLst>
                                        <p:tav tm="0">
                                          <p:val>
                                            <p:strVal val="1+#ppt_w/2"/>
                                          </p:val>
                                        </p:tav>
                                        <p:tav tm="100000">
                                          <p:val>
                                            <p:strVal val="#ppt_x"/>
                                          </p:val>
                                        </p:tav>
                                      </p:tavLst>
                                    </p:anim>
                                    <p:anim calcmode="lin" valueType="num">
                                      <p:cBhvr additive="base">
                                        <p:cTn id="93" dur="500" fill="hold"/>
                                        <p:tgtEl>
                                          <p:spTgt spid="3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animBg="1"/>
      <p:bldP spid="380" grpId="0" animBg="1"/>
      <p:bldP spid="381" grpId="0" animBg="1"/>
      <p:bldP spid="382" grpId="0" animBg="1"/>
      <p:bldP spid="383" grpId="0" animBg="1"/>
      <p:bldP spid="384" grpId="0" animBg="1"/>
      <p:bldP spid="391" grpId="0"/>
      <p:bldP spid="392" grpId="0"/>
      <p:bldP spid="393" grpId="0"/>
      <p:bldP spid="394" grpId="0"/>
      <p:bldP spid="395" grpId="0"/>
      <p:bldP spid="39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Brazil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Brazil Map Slide</a:t>
            </a:r>
            <a:endParaRPr lang="en-US" dirty="0"/>
          </a:p>
        </p:txBody>
      </p:sp>
      <p:sp>
        <p:nvSpPr>
          <p:cNvPr id="5123" name="AutoShape 3"/>
          <p:cNvSpPr>
            <a:spLocks noChangeAspect="1" noChangeArrowheads="1" noTextEdit="1"/>
          </p:cNvSpPr>
          <p:nvPr/>
        </p:nvSpPr>
        <p:spPr bwMode="auto">
          <a:xfrm>
            <a:off x="609600" y="1204385"/>
            <a:ext cx="4110038" cy="54483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baseline="-25000" dirty="0"/>
          </a:p>
        </p:txBody>
      </p:sp>
      <p:grpSp>
        <p:nvGrpSpPr>
          <p:cNvPr id="161" name="Group 160"/>
          <p:cNvGrpSpPr/>
          <p:nvPr/>
        </p:nvGrpSpPr>
        <p:grpSpPr>
          <a:xfrm>
            <a:off x="4800600" y="2057400"/>
            <a:ext cx="3943761" cy="4061943"/>
            <a:chOff x="2163763" y="449263"/>
            <a:chExt cx="5721350" cy="5892800"/>
          </a:xfrm>
          <a:solidFill>
            <a:schemeClr val="bg1">
              <a:lumMod val="95000"/>
            </a:schemeClr>
          </a:solidFill>
        </p:grpSpPr>
        <p:sp>
          <p:nvSpPr>
            <p:cNvPr id="162" name="Freeform 161"/>
            <p:cNvSpPr/>
            <p:nvPr/>
          </p:nvSpPr>
          <p:spPr>
            <a:xfrm>
              <a:off x="4962525" y="557213"/>
              <a:ext cx="714375" cy="827087"/>
            </a:xfrm>
            <a:custGeom>
              <a:avLst/>
              <a:gdLst>
                <a:gd name="connsiteX0" fmla="*/ 489284 w 713874"/>
                <a:gd name="connsiteY0" fmla="*/ 0 h 826169"/>
                <a:gd name="connsiteX1" fmla="*/ 421105 w 713874"/>
                <a:gd name="connsiteY1" fmla="*/ 72190 h 826169"/>
                <a:gd name="connsiteX2" fmla="*/ 429126 w 713874"/>
                <a:gd name="connsiteY2" fmla="*/ 96253 h 826169"/>
                <a:gd name="connsiteX3" fmla="*/ 364958 w 713874"/>
                <a:gd name="connsiteY3" fmla="*/ 168442 h 826169"/>
                <a:gd name="connsiteX4" fmla="*/ 328863 w 713874"/>
                <a:gd name="connsiteY4" fmla="*/ 292769 h 826169"/>
                <a:gd name="connsiteX5" fmla="*/ 252663 w 713874"/>
                <a:gd name="connsiteY5" fmla="*/ 352926 h 826169"/>
                <a:gd name="connsiteX6" fmla="*/ 188495 w 713874"/>
                <a:gd name="connsiteY6" fmla="*/ 356937 h 826169"/>
                <a:gd name="connsiteX7" fmla="*/ 128337 w 713874"/>
                <a:gd name="connsiteY7" fmla="*/ 389021 h 826169"/>
                <a:gd name="connsiteX8" fmla="*/ 40105 w 713874"/>
                <a:gd name="connsiteY8" fmla="*/ 368969 h 826169"/>
                <a:gd name="connsiteX9" fmla="*/ 0 w 713874"/>
                <a:gd name="connsiteY9" fmla="*/ 312821 h 826169"/>
                <a:gd name="connsiteX10" fmla="*/ 16042 w 713874"/>
                <a:gd name="connsiteY10" fmla="*/ 413084 h 826169"/>
                <a:gd name="connsiteX11" fmla="*/ 156410 w 713874"/>
                <a:gd name="connsiteY11" fmla="*/ 465221 h 826169"/>
                <a:gd name="connsiteX12" fmla="*/ 164431 w 713874"/>
                <a:gd name="connsiteY12" fmla="*/ 521369 h 826169"/>
                <a:gd name="connsiteX13" fmla="*/ 232610 w 713874"/>
                <a:gd name="connsiteY13" fmla="*/ 565484 h 826169"/>
                <a:gd name="connsiteX14" fmla="*/ 240631 w 713874"/>
                <a:gd name="connsiteY14" fmla="*/ 649705 h 826169"/>
                <a:gd name="connsiteX15" fmla="*/ 328863 w 713874"/>
                <a:gd name="connsiteY15" fmla="*/ 701842 h 826169"/>
                <a:gd name="connsiteX16" fmla="*/ 324852 w 713874"/>
                <a:gd name="connsiteY16" fmla="*/ 741948 h 826169"/>
                <a:gd name="connsiteX17" fmla="*/ 356937 w 713874"/>
                <a:gd name="connsiteY17" fmla="*/ 774032 h 826169"/>
                <a:gd name="connsiteX18" fmla="*/ 360947 w 713874"/>
                <a:gd name="connsiteY18" fmla="*/ 822158 h 826169"/>
                <a:gd name="connsiteX19" fmla="*/ 401052 w 713874"/>
                <a:gd name="connsiteY19" fmla="*/ 826169 h 826169"/>
                <a:gd name="connsiteX20" fmla="*/ 481263 w 713874"/>
                <a:gd name="connsiteY20" fmla="*/ 709863 h 826169"/>
                <a:gd name="connsiteX21" fmla="*/ 553452 w 713874"/>
                <a:gd name="connsiteY21" fmla="*/ 665748 h 826169"/>
                <a:gd name="connsiteX22" fmla="*/ 597568 w 713874"/>
                <a:gd name="connsiteY22" fmla="*/ 593558 h 826169"/>
                <a:gd name="connsiteX23" fmla="*/ 681789 w 713874"/>
                <a:gd name="connsiteY23" fmla="*/ 493295 h 826169"/>
                <a:gd name="connsiteX24" fmla="*/ 713874 w 713874"/>
                <a:gd name="connsiteY24" fmla="*/ 385011 h 826169"/>
                <a:gd name="connsiteX25" fmla="*/ 641684 w 713874"/>
                <a:gd name="connsiteY25" fmla="*/ 372979 h 826169"/>
                <a:gd name="connsiteX26" fmla="*/ 641684 w 713874"/>
                <a:gd name="connsiteY26" fmla="*/ 372979 h 826169"/>
                <a:gd name="connsiteX27" fmla="*/ 573505 w 713874"/>
                <a:gd name="connsiteY27" fmla="*/ 220579 h 826169"/>
                <a:gd name="connsiteX28" fmla="*/ 557463 w 713874"/>
                <a:gd name="connsiteY28" fmla="*/ 76200 h 826169"/>
                <a:gd name="connsiteX29" fmla="*/ 533400 w 713874"/>
                <a:gd name="connsiteY29" fmla="*/ 112295 h 826169"/>
                <a:gd name="connsiteX30" fmla="*/ 521368 w 713874"/>
                <a:gd name="connsiteY30" fmla="*/ 40105 h 826169"/>
                <a:gd name="connsiteX31" fmla="*/ 489284 w 713874"/>
                <a:gd name="connsiteY31" fmla="*/ 0 h 826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13874" h="826169">
                  <a:moveTo>
                    <a:pt x="489284" y="0"/>
                  </a:moveTo>
                  <a:lnTo>
                    <a:pt x="421105" y="72190"/>
                  </a:lnTo>
                  <a:lnTo>
                    <a:pt x="429126" y="96253"/>
                  </a:lnTo>
                  <a:lnTo>
                    <a:pt x="364958" y="168442"/>
                  </a:lnTo>
                  <a:lnTo>
                    <a:pt x="328863" y="292769"/>
                  </a:lnTo>
                  <a:lnTo>
                    <a:pt x="252663" y="352926"/>
                  </a:lnTo>
                  <a:lnTo>
                    <a:pt x="188495" y="356937"/>
                  </a:lnTo>
                  <a:lnTo>
                    <a:pt x="128337" y="389021"/>
                  </a:lnTo>
                  <a:lnTo>
                    <a:pt x="40105" y="368969"/>
                  </a:lnTo>
                  <a:lnTo>
                    <a:pt x="0" y="312821"/>
                  </a:lnTo>
                  <a:lnTo>
                    <a:pt x="16042" y="413084"/>
                  </a:lnTo>
                  <a:lnTo>
                    <a:pt x="156410" y="465221"/>
                  </a:lnTo>
                  <a:lnTo>
                    <a:pt x="164431" y="521369"/>
                  </a:lnTo>
                  <a:lnTo>
                    <a:pt x="232610" y="565484"/>
                  </a:lnTo>
                  <a:lnTo>
                    <a:pt x="240631" y="649705"/>
                  </a:lnTo>
                  <a:lnTo>
                    <a:pt x="328863" y="701842"/>
                  </a:lnTo>
                  <a:lnTo>
                    <a:pt x="324852" y="741948"/>
                  </a:lnTo>
                  <a:lnTo>
                    <a:pt x="356937" y="774032"/>
                  </a:lnTo>
                  <a:lnTo>
                    <a:pt x="360947" y="822158"/>
                  </a:lnTo>
                  <a:lnTo>
                    <a:pt x="401052" y="826169"/>
                  </a:lnTo>
                  <a:lnTo>
                    <a:pt x="481263" y="709863"/>
                  </a:lnTo>
                  <a:lnTo>
                    <a:pt x="553452" y="665748"/>
                  </a:lnTo>
                  <a:lnTo>
                    <a:pt x="597568" y="593558"/>
                  </a:lnTo>
                  <a:lnTo>
                    <a:pt x="681789" y="493295"/>
                  </a:lnTo>
                  <a:lnTo>
                    <a:pt x="713874" y="385011"/>
                  </a:lnTo>
                  <a:lnTo>
                    <a:pt x="641684" y="372979"/>
                  </a:lnTo>
                  <a:lnTo>
                    <a:pt x="641684" y="372979"/>
                  </a:lnTo>
                  <a:lnTo>
                    <a:pt x="573505" y="220579"/>
                  </a:lnTo>
                  <a:lnTo>
                    <a:pt x="557463" y="76200"/>
                  </a:lnTo>
                  <a:lnTo>
                    <a:pt x="533400" y="112295"/>
                  </a:lnTo>
                  <a:lnTo>
                    <a:pt x="521368" y="40105"/>
                  </a:lnTo>
                  <a:lnTo>
                    <a:pt x="489284"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63" name="Freeform 162"/>
            <p:cNvSpPr/>
            <p:nvPr/>
          </p:nvSpPr>
          <p:spPr>
            <a:xfrm>
              <a:off x="5619750" y="858838"/>
              <a:ext cx="23813" cy="50800"/>
            </a:xfrm>
            <a:custGeom>
              <a:avLst/>
              <a:gdLst>
                <a:gd name="connsiteX0" fmla="*/ 4011 w 24063"/>
                <a:gd name="connsiteY0" fmla="*/ 0 h 52136"/>
                <a:gd name="connsiteX1" fmla="*/ 0 w 24063"/>
                <a:gd name="connsiteY1" fmla="*/ 52136 h 52136"/>
                <a:gd name="connsiteX2" fmla="*/ 24063 w 24063"/>
                <a:gd name="connsiteY2" fmla="*/ 48126 h 52136"/>
                <a:gd name="connsiteX3" fmla="*/ 4011 w 24063"/>
                <a:gd name="connsiteY3" fmla="*/ 0 h 52136"/>
              </a:gdLst>
              <a:ahLst/>
              <a:cxnLst>
                <a:cxn ang="0">
                  <a:pos x="connsiteX0" y="connsiteY0"/>
                </a:cxn>
                <a:cxn ang="0">
                  <a:pos x="connsiteX1" y="connsiteY1"/>
                </a:cxn>
                <a:cxn ang="0">
                  <a:pos x="connsiteX2" y="connsiteY2"/>
                </a:cxn>
                <a:cxn ang="0">
                  <a:pos x="connsiteX3" y="connsiteY3"/>
                </a:cxn>
              </a:cxnLst>
              <a:rect l="l" t="t" r="r" b="b"/>
              <a:pathLst>
                <a:path w="24063" h="52136">
                  <a:moveTo>
                    <a:pt x="4011" y="0"/>
                  </a:moveTo>
                  <a:lnTo>
                    <a:pt x="0" y="52136"/>
                  </a:lnTo>
                  <a:lnTo>
                    <a:pt x="24063" y="48126"/>
                  </a:lnTo>
                  <a:lnTo>
                    <a:pt x="4011"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64" name="Freeform 163"/>
            <p:cNvSpPr/>
            <p:nvPr/>
          </p:nvSpPr>
          <p:spPr>
            <a:xfrm>
              <a:off x="4368800" y="858838"/>
              <a:ext cx="1884363" cy="1760537"/>
            </a:xfrm>
            <a:custGeom>
              <a:avLst/>
              <a:gdLst>
                <a:gd name="connsiteX0" fmla="*/ 589547 w 1816768"/>
                <a:gd name="connsiteY0" fmla="*/ 12031 h 1760621"/>
                <a:gd name="connsiteX1" fmla="*/ 537410 w 1816768"/>
                <a:gd name="connsiteY1" fmla="*/ 0 h 1760621"/>
                <a:gd name="connsiteX2" fmla="*/ 477253 w 1816768"/>
                <a:gd name="connsiteY2" fmla="*/ 16042 h 1760621"/>
                <a:gd name="connsiteX3" fmla="*/ 437147 w 1816768"/>
                <a:gd name="connsiteY3" fmla="*/ 4010 h 1760621"/>
                <a:gd name="connsiteX4" fmla="*/ 449179 w 1816768"/>
                <a:gd name="connsiteY4" fmla="*/ 52136 h 1760621"/>
                <a:gd name="connsiteX5" fmla="*/ 429126 w 1816768"/>
                <a:gd name="connsiteY5" fmla="*/ 84221 h 1760621"/>
                <a:gd name="connsiteX6" fmla="*/ 344905 w 1816768"/>
                <a:gd name="connsiteY6" fmla="*/ 80210 h 1760621"/>
                <a:gd name="connsiteX7" fmla="*/ 316832 w 1816768"/>
                <a:gd name="connsiteY7" fmla="*/ 100263 h 1760621"/>
                <a:gd name="connsiteX8" fmla="*/ 268705 w 1816768"/>
                <a:gd name="connsiteY8" fmla="*/ 104273 h 1760621"/>
                <a:gd name="connsiteX9" fmla="*/ 216568 w 1816768"/>
                <a:gd name="connsiteY9" fmla="*/ 68179 h 1760621"/>
                <a:gd name="connsiteX10" fmla="*/ 204537 w 1816768"/>
                <a:gd name="connsiteY10" fmla="*/ 100263 h 1760621"/>
                <a:gd name="connsiteX11" fmla="*/ 128337 w 1816768"/>
                <a:gd name="connsiteY11" fmla="*/ 128336 h 1760621"/>
                <a:gd name="connsiteX12" fmla="*/ 100263 w 1816768"/>
                <a:gd name="connsiteY12" fmla="*/ 124326 h 1760621"/>
                <a:gd name="connsiteX13" fmla="*/ 60158 w 1816768"/>
                <a:gd name="connsiteY13" fmla="*/ 140368 h 1760621"/>
                <a:gd name="connsiteX14" fmla="*/ 68179 w 1816768"/>
                <a:gd name="connsiteY14" fmla="*/ 168442 h 1760621"/>
                <a:gd name="connsiteX15" fmla="*/ 44116 w 1816768"/>
                <a:gd name="connsiteY15" fmla="*/ 184484 h 1760621"/>
                <a:gd name="connsiteX16" fmla="*/ 0 w 1816768"/>
                <a:gd name="connsiteY16" fmla="*/ 176463 h 1760621"/>
                <a:gd name="connsiteX17" fmla="*/ 36095 w 1816768"/>
                <a:gd name="connsiteY17" fmla="*/ 429126 h 1760621"/>
                <a:gd name="connsiteX18" fmla="*/ 100263 w 1816768"/>
                <a:gd name="connsiteY18" fmla="*/ 485273 h 1760621"/>
                <a:gd name="connsiteX19" fmla="*/ 132347 w 1816768"/>
                <a:gd name="connsiteY19" fmla="*/ 573505 h 1760621"/>
                <a:gd name="connsiteX20" fmla="*/ 268705 w 1816768"/>
                <a:gd name="connsiteY20" fmla="*/ 589547 h 1760621"/>
                <a:gd name="connsiteX21" fmla="*/ 308810 w 1816768"/>
                <a:gd name="connsiteY21" fmla="*/ 633663 h 1760621"/>
                <a:gd name="connsiteX22" fmla="*/ 372979 w 1816768"/>
                <a:gd name="connsiteY22" fmla="*/ 601579 h 1760621"/>
                <a:gd name="connsiteX23" fmla="*/ 417095 w 1816768"/>
                <a:gd name="connsiteY23" fmla="*/ 597568 h 1760621"/>
                <a:gd name="connsiteX24" fmla="*/ 389021 w 1816768"/>
                <a:gd name="connsiteY24" fmla="*/ 593558 h 1760621"/>
                <a:gd name="connsiteX25" fmla="*/ 332874 w 1816768"/>
                <a:gd name="connsiteY25" fmla="*/ 589547 h 1760621"/>
                <a:gd name="connsiteX26" fmla="*/ 276726 w 1816768"/>
                <a:gd name="connsiteY26" fmla="*/ 561473 h 1760621"/>
                <a:gd name="connsiteX27" fmla="*/ 256674 w 1816768"/>
                <a:gd name="connsiteY27" fmla="*/ 521368 h 1760621"/>
                <a:gd name="connsiteX28" fmla="*/ 292768 w 1816768"/>
                <a:gd name="connsiteY28" fmla="*/ 553452 h 1760621"/>
                <a:gd name="connsiteX29" fmla="*/ 328863 w 1816768"/>
                <a:gd name="connsiteY29" fmla="*/ 541421 h 1760621"/>
                <a:gd name="connsiteX30" fmla="*/ 356937 w 1816768"/>
                <a:gd name="connsiteY30" fmla="*/ 569494 h 1760621"/>
                <a:gd name="connsiteX31" fmla="*/ 397042 w 1816768"/>
                <a:gd name="connsiteY31" fmla="*/ 569494 h 1760621"/>
                <a:gd name="connsiteX32" fmla="*/ 449179 w 1816768"/>
                <a:gd name="connsiteY32" fmla="*/ 549442 h 1760621"/>
                <a:gd name="connsiteX33" fmla="*/ 453189 w 1816768"/>
                <a:gd name="connsiteY33" fmla="*/ 597568 h 1760621"/>
                <a:gd name="connsiteX34" fmla="*/ 469232 w 1816768"/>
                <a:gd name="connsiteY34" fmla="*/ 613610 h 1760621"/>
                <a:gd name="connsiteX35" fmla="*/ 521368 w 1816768"/>
                <a:gd name="connsiteY35" fmla="*/ 617621 h 1760621"/>
                <a:gd name="connsiteX36" fmla="*/ 513347 w 1816768"/>
                <a:gd name="connsiteY36" fmla="*/ 637673 h 1760621"/>
                <a:gd name="connsiteX37" fmla="*/ 453189 w 1816768"/>
                <a:gd name="connsiteY37" fmla="*/ 637673 h 1760621"/>
                <a:gd name="connsiteX38" fmla="*/ 409074 w 1816768"/>
                <a:gd name="connsiteY38" fmla="*/ 629652 h 1760621"/>
                <a:gd name="connsiteX39" fmla="*/ 324853 w 1816768"/>
                <a:gd name="connsiteY39" fmla="*/ 725905 h 1760621"/>
                <a:gd name="connsiteX40" fmla="*/ 56147 w 1816768"/>
                <a:gd name="connsiteY40" fmla="*/ 1291389 h 1760621"/>
                <a:gd name="connsiteX41" fmla="*/ 108284 w 1816768"/>
                <a:gd name="connsiteY41" fmla="*/ 1471863 h 1760621"/>
                <a:gd name="connsiteX42" fmla="*/ 184484 w 1816768"/>
                <a:gd name="connsiteY42" fmla="*/ 1640305 h 1760621"/>
                <a:gd name="connsiteX43" fmla="*/ 284747 w 1816768"/>
                <a:gd name="connsiteY43" fmla="*/ 1740568 h 1760621"/>
                <a:gd name="connsiteX44" fmla="*/ 360947 w 1816768"/>
                <a:gd name="connsiteY44" fmla="*/ 1752600 h 1760621"/>
                <a:gd name="connsiteX45" fmla="*/ 1303421 w 1816768"/>
                <a:gd name="connsiteY45" fmla="*/ 1760621 h 1760621"/>
                <a:gd name="connsiteX46" fmla="*/ 1427747 w 1816768"/>
                <a:gd name="connsiteY46" fmla="*/ 1556084 h 1760621"/>
                <a:gd name="connsiteX47" fmla="*/ 1407695 w 1816768"/>
                <a:gd name="connsiteY47" fmla="*/ 1499936 h 1760621"/>
                <a:gd name="connsiteX48" fmla="*/ 1431758 w 1816768"/>
                <a:gd name="connsiteY48" fmla="*/ 1403684 h 1760621"/>
                <a:gd name="connsiteX49" fmla="*/ 1407695 w 1816768"/>
                <a:gd name="connsiteY49" fmla="*/ 1359568 h 1760621"/>
                <a:gd name="connsiteX50" fmla="*/ 1511968 w 1816768"/>
                <a:gd name="connsiteY50" fmla="*/ 1323473 h 1760621"/>
                <a:gd name="connsiteX51" fmla="*/ 1544053 w 1816768"/>
                <a:gd name="connsiteY51" fmla="*/ 1187115 h 1760621"/>
                <a:gd name="connsiteX52" fmla="*/ 1487905 w 1816768"/>
                <a:gd name="connsiteY52" fmla="*/ 1143000 h 1760621"/>
                <a:gd name="connsiteX53" fmla="*/ 1495926 w 1816768"/>
                <a:gd name="connsiteY53" fmla="*/ 1082842 h 1760621"/>
                <a:gd name="connsiteX54" fmla="*/ 1592179 w 1816768"/>
                <a:gd name="connsiteY54" fmla="*/ 1050758 h 1760621"/>
                <a:gd name="connsiteX55" fmla="*/ 1716505 w 1816768"/>
                <a:gd name="connsiteY55" fmla="*/ 894347 h 1760621"/>
                <a:gd name="connsiteX56" fmla="*/ 1700463 w 1816768"/>
                <a:gd name="connsiteY56" fmla="*/ 798094 h 1760621"/>
                <a:gd name="connsiteX57" fmla="*/ 1816768 w 1816768"/>
                <a:gd name="connsiteY57" fmla="*/ 677779 h 1760621"/>
                <a:gd name="connsiteX58" fmla="*/ 1816768 w 1816768"/>
                <a:gd name="connsiteY58" fmla="*/ 497305 h 1760621"/>
                <a:gd name="connsiteX59" fmla="*/ 1752600 w 1816768"/>
                <a:gd name="connsiteY59" fmla="*/ 449179 h 1760621"/>
                <a:gd name="connsiteX60" fmla="*/ 1656347 w 1816768"/>
                <a:gd name="connsiteY60" fmla="*/ 417094 h 1760621"/>
                <a:gd name="connsiteX61" fmla="*/ 1580147 w 1816768"/>
                <a:gd name="connsiteY61" fmla="*/ 429126 h 1760621"/>
                <a:gd name="connsiteX62" fmla="*/ 1524000 w 1816768"/>
                <a:gd name="connsiteY62" fmla="*/ 489284 h 1760621"/>
                <a:gd name="connsiteX63" fmla="*/ 1524000 w 1816768"/>
                <a:gd name="connsiteY63" fmla="*/ 537410 h 1760621"/>
                <a:gd name="connsiteX64" fmla="*/ 1536032 w 1816768"/>
                <a:gd name="connsiteY64" fmla="*/ 549442 h 1760621"/>
                <a:gd name="connsiteX65" fmla="*/ 1503947 w 1816768"/>
                <a:gd name="connsiteY65" fmla="*/ 557463 h 1760621"/>
                <a:gd name="connsiteX66" fmla="*/ 1483895 w 1816768"/>
                <a:gd name="connsiteY66" fmla="*/ 545431 h 1760621"/>
                <a:gd name="connsiteX67" fmla="*/ 1371600 w 1816768"/>
                <a:gd name="connsiteY67" fmla="*/ 697831 h 1760621"/>
                <a:gd name="connsiteX68" fmla="*/ 1395663 w 1816768"/>
                <a:gd name="connsiteY68" fmla="*/ 593558 h 1760621"/>
                <a:gd name="connsiteX69" fmla="*/ 1155032 w 1816768"/>
                <a:gd name="connsiteY69" fmla="*/ 605589 h 1760621"/>
                <a:gd name="connsiteX70" fmla="*/ 1471863 w 1816768"/>
                <a:gd name="connsiteY70" fmla="*/ 533400 h 1760621"/>
                <a:gd name="connsiteX71" fmla="*/ 1524000 w 1816768"/>
                <a:gd name="connsiteY71" fmla="*/ 376989 h 1760621"/>
                <a:gd name="connsiteX72" fmla="*/ 1447800 w 1816768"/>
                <a:gd name="connsiteY72" fmla="*/ 352926 h 1760621"/>
                <a:gd name="connsiteX73" fmla="*/ 1251284 w 1816768"/>
                <a:gd name="connsiteY73" fmla="*/ 372979 h 1760621"/>
                <a:gd name="connsiteX74" fmla="*/ 1207168 w 1816768"/>
                <a:gd name="connsiteY74" fmla="*/ 501315 h 1760621"/>
                <a:gd name="connsiteX75" fmla="*/ 1167063 w 1816768"/>
                <a:gd name="connsiteY75" fmla="*/ 485273 h 1760621"/>
                <a:gd name="connsiteX76" fmla="*/ 986589 w 1816768"/>
                <a:gd name="connsiteY76" fmla="*/ 577515 h 1760621"/>
                <a:gd name="connsiteX77" fmla="*/ 966537 w 1816768"/>
                <a:gd name="connsiteY77" fmla="*/ 697831 h 1760621"/>
                <a:gd name="connsiteX78" fmla="*/ 946484 w 1816768"/>
                <a:gd name="connsiteY78" fmla="*/ 625642 h 1760621"/>
                <a:gd name="connsiteX79" fmla="*/ 970547 w 1816768"/>
                <a:gd name="connsiteY79" fmla="*/ 561473 h 1760621"/>
                <a:gd name="connsiteX80" fmla="*/ 830179 w 1816768"/>
                <a:gd name="connsiteY80" fmla="*/ 601579 h 1760621"/>
                <a:gd name="connsiteX81" fmla="*/ 962526 w 1816768"/>
                <a:gd name="connsiteY81" fmla="*/ 537410 h 1760621"/>
                <a:gd name="connsiteX82" fmla="*/ 946484 w 1816768"/>
                <a:gd name="connsiteY82" fmla="*/ 469231 h 1760621"/>
                <a:gd name="connsiteX83" fmla="*/ 922421 w 1816768"/>
                <a:gd name="connsiteY83" fmla="*/ 449179 h 1760621"/>
                <a:gd name="connsiteX84" fmla="*/ 918410 w 1816768"/>
                <a:gd name="connsiteY84" fmla="*/ 397042 h 1760621"/>
                <a:gd name="connsiteX85" fmla="*/ 830179 w 1816768"/>
                <a:gd name="connsiteY85" fmla="*/ 356936 h 1760621"/>
                <a:gd name="connsiteX86" fmla="*/ 818147 w 1816768"/>
                <a:gd name="connsiteY86" fmla="*/ 252663 h 1760621"/>
                <a:gd name="connsiteX87" fmla="*/ 774032 w 1816768"/>
                <a:gd name="connsiteY87" fmla="*/ 224589 h 1760621"/>
                <a:gd name="connsiteX88" fmla="*/ 737937 w 1816768"/>
                <a:gd name="connsiteY88" fmla="*/ 164431 h 1760621"/>
                <a:gd name="connsiteX89" fmla="*/ 605589 w 1816768"/>
                <a:gd name="connsiteY89" fmla="*/ 116305 h 1760621"/>
                <a:gd name="connsiteX90" fmla="*/ 589547 w 1816768"/>
                <a:gd name="connsiteY90" fmla="*/ 12031 h 1760621"/>
                <a:gd name="connsiteX0" fmla="*/ 589547 w 1816768"/>
                <a:gd name="connsiteY0" fmla="*/ 12031 h 1760621"/>
                <a:gd name="connsiteX1" fmla="*/ 537410 w 1816768"/>
                <a:gd name="connsiteY1" fmla="*/ 0 h 1760621"/>
                <a:gd name="connsiteX2" fmla="*/ 477253 w 1816768"/>
                <a:gd name="connsiteY2" fmla="*/ 16042 h 1760621"/>
                <a:gd name="connsiteX3" fmla="*/ 437147 w 1816768"/>
                <a:gd name="connsiteY3" fmla="*/ 4010 h 1760621"/>
                <a:gd name="connsiteX4" fmla="*/ 449179 w 1816768"/>
                <a:gd name="connsiteY4" fmla="*/ 52136 h 1760621"/>
                <a:gd name="connsiteX5" fmla="*/ 429126 w 1816768"/>
                <a:gd name="connsiteY5" fmla="*/ 84221 h 1760621"/>
                <a:gd name="connsiteX6" fmla="*/ 344905 w 1816768"/>
                <a:gd name="connsiteY6" fmla="*/ 80210 h 1760621"/>
                <a:gd name="connsiteX7" fmla="*/ 316832 w 1816768"/>
                <a:gd name="connsiteY7" fmla="*/ 100263 h 1760621"/>
                <a:gd name="connsiteX8" fmla="*/ 268705 w 1816768"/>
                <a:gd name="connsiteY8" fmla="*/ 104273 h 1760621"/>
                <a:gd name="connsiteX9" fmla="*/ 216568 w 1816768"/>
                <a:gd name="connsiteY9" fmla="*/ 68179 h 1760621"/>
                <a:gd name="connsiteX10" fmla="*/ 204537 w 1816768"/>
                <a:gd name="connsiteY10" fmla="*/ 100263 h 1760621"/>
                <a:gd name="connsiteX11" fmla="*/ 128337 w 1816768"/>
                <a:gd name="connsiteY11" fmla="*/ 128336 h 1760621"/>
                <a:gd name="connsiteX12" fmla="*/ 100263 w 1816768"/>
                <a:gd name="connsiteY12" fmla="*/ 124326 h 1760621"/>
                <a:gd name="connsiteX13" fmla="*/ 60158 w 1816768"/>
                <a:gd name="connsiteY13" fmla="*/ 140368 h 1760621"/>
                <a:gd name="connsiteX14" fmla="*/ 68179 w 1816768"/>
                <a:gd name="connsiteY14" fmla="*/ 168442 h 1760621"/>
                <a:gd name="connsiteX15" fmla="*/ 44116 w 1816768"/>
                <a:gd name="connsiteY15" fmla="*/ 184484 h 1760621"/>
                <a:gd name="connsiteX16" fmla="*/ 0 w 1816768"/>
                <a:gd name="connsiteY16" fmla="*/ 176463 h 1760621"/>
                <a:gd name="connsiteX17" fmla="*/ 36095 w 1816768"/>
                <a:gd name="connsiteY17" fmla="*/ 429126 h 1760621"/>
                <a:gd name="connsiteX18" fmla="*/ 100263 w 1816768"/>
                <a:gd name="connsiteY18" fmla="*/ 485273 h 1760621"/>
                <a:gd name="connsiteX19" fmla="*/ 132347 w 1816768"/>
                <a:gd name="connsiteY19" fmla="*/ 573505 h 1760621"/>
                <a:gd name="connsiteX20" fmla="*/ 268705 w 1816768"/>
                <a:gd name="connsiteY20" fmla="*/ 589547 h 1760621"/>
                <a:gd name="connsiteX21" fmla="*/ 308810 w 1816768"/>
                <a:gd name="connsiteY21" fmla="*/ 633663 h 1760621"/>
                <a:gd name="connsiteX22" fmla="*/ 372979 w 1816768"/>
                <a:gd name="connsiteY22" fmla="*/ 601579 h 1760621"/>
                <a:gd name="connsiteX23" fmla="*/ 417095 w 1816768"/>
                <a:gd name="connsiteY23" fmla="*/ 597568 h 1760621"/>
                <a:gd name="connsiteX24" fmla="*/ 389021 w 1816768"/>
                <a:gd name="connsiteY24" fmla="*/ 593558 h 1760621"/>
                <a:gd name="connsiteX25" fmla="*/ 332874 w 1816768"/>
                <a:gd name="connsiteY25" fmla="*/ 589547 h 1760621"/>
                <a:gd name="connsiteX26" fmla="*/ 276726 w 1816768"/>
                <a:gd name="connsiteY26" fmla="*/ 561473 h 1760621"/>
                <a:gd name="connsiteX27" fmla="*/ 256674 w 1816768"/>
                <a:gd name="connsiteY27" fmla="*/ 521368 h 1760621"/>
                <a:gd name="connsiteX28" fmla="*/ 292768 w 1816768"/>
                <a:gd name="connsiteY28" fmla="*/ 553452 h 1760621"/>
                <a:gd name="connsiteX29" fmla="*/ 328863 w 1816768"/>
                <a:gd name="connsiteY29" fmla="*/ 541421 h 1760621"/>
                <a:gd name="connsiteX30" fmla="*/ 356937 w 1816768"/>
                <a:gd name="connsiteY30" fmla="*/ 569494 h 1760621"/>
                <a:gd name="connsiteX31" fmla="*/ 397042 w 1816768"/>
                <a:gd name="connsiteY31" fmla="*/ 569494 h 1760621"/>
                <a:gd name="connsiteX32" fmla="*/ 449179 w 1816768"/>
                <a:gd name="connsiteY32" fmla="*/ 549442 h 1760621"/>
                <a:gd name="connsiteX33" fmla="*/ 453189 w 1816768"/>
                <a:gd name="connsiteY33" fmla="*/ 597568 h 1760621"/>
                <a:gd name="connsiteX34" fmla="*/ 469232 w 1816768"/>
                <a:gd name="connsiteY34" fmla="*/ 613610 h 1760621"/>
                <a:gd name="connsiteX35" fmla="*/ 521368 w 1816768"/>
                <a:gd name="connsiteY35" fmla="*/ 617621 h 1760621"/>
                <a:gd name="connsiteX36" fmla="*/ 513347 w 1816768"/>
                <a:gd name="connsiteY36" fmla="*/ 637673 h 1760621"/>
                <a:gd name="connsiteX37" fmla="*/ 453189 w 1816768"/>
                <a:gd name="connsiteY37" fmla="*/ 637673 h 1760621"/>
                <a:gd name="connsiteX38" fmla="*/ 409074 w 1816768"/>
                <a:gd name="connsiteY38" fmla="*/ 629652 h 1760621"/>
                <a:gd name="connsiteX39" fmla="*/ 324853 w 1816768"/>
                <a:gd name="connsiteY39" fmla="*/ 725905 h 1760621"/>
                <a:gd name="connsiteX40" fmla="*/ 56147 w 1816768"/>
                <a:gd name="connsiteY40" fmla="*/ 1291389 h 1760621"/>
                <a:gd name="connsiteX41" fmla="*/ 108284 w 1816768"/>
                <a:gd name="connsiteY41" fmla="*/ 1471863 h 1760621"/>
                <a:gd name="connsiteX42" fmla="*/ 184484 w 1816768"/>
                <a:gd name="connsiteY42" fmla="*/ 1640305 h 1760621"/>
                <a:gd name="connsiteX43" fmla="*/ 284747 w 1816768"/>
                <a:gd name="connsiteY43" fmla="*/ 1740568 h 1760621"/>
                <a:gd name="connsiteX44" fmla="*/ 360947 w 1816768"/>
                <a:gd name="connsiteY44" fmla="*/ 1752600 h 1760621"/>
                <a:gd name="connsiteX45" fmla="*/ 1303421 w 1816768"/>
                <a:gd name="connsiteY45" fmla="*/ 1760621 h 1760621"/>
                <a:gd name="connsiteX46" fmla="*/ 1427747 w 1816768"/>
                <a:gd name="connsiteY46" fmla="*/ 1556084 h 1760621"/>
                <a:gd name="connsiteX47" fmla="*/ 1407695 w 1816768"/>
                <a:gd name="connsiteY47" fmla="*/ 1499936 h 1760621"/>
                <a:gd name="connsiteX48" fmla="*/ 1431758 w 1816768"/>
                <a:gd name="connsiteY48" fmla="*/ 1403684 h 1760621"/>
                <a:gd name="connsiteX49" fmla="*/ 1407695 w 1816768"/>
                <a:gd name="connsiteY49" fmla="*/ 1359568 h 1760621"/>
                <a:gd name="connsiteX50" fmla="*/ 1511968 w 1816768"/>
                <a:gd name="connsiteY50" fmla="*/ 1323473 h 1760621"/>
                <a:gd name="connsiteX51" fmla="*/ 1544053 w 1816768"/>
                <a:gd name="connsiteY51" fmla="*/ 1187115 h 1760621"/>
                <a:gd name="connsiteX52" fmla="*/ 1487905 w 1816768"/>
                <a:gd name="connsiteY52" fmla="*/ 1143000 h 1760621"/>
                <a:gd name="connsiteX53" fmla="*/ 1495926 w 1816768"/>
                <a:gd name="connsiteY53" fmla="*/ 1082842 h 1760621"/>
                <a:gd name="connsiteX54" fmla="*/ 1592179 w 1816768"/>
                <a:gd name="connsiteY54" fmla="*/ 1050758 h 1760621"/>
                <a:gd name="connsiteX55" fmla="*/ 1716505 w 1816768"/>
                <a:gd name="connsiteY55" fmla="*/ 894347 h 1760621"/>
                <a:gd name="connsiteX56" fmla="*/ 1700463 w 1816768"/>
                <a:gd name="connsiteY56" fmla="*/ 798094 h 1760621"/>
                <a:gd name="connsiteX57" fmla="*/ 1816768 w 1816768"/>
                <a:gd name="connsiteY57" fmla="*/ 677779 h 1760621"/>
                <a:gd name="connsiteX58" fmla="*/ 1812758 w 1816768"/>
                <a:gd name="connsiteY58" fmla="*/ 577515 h 1760621"/>
                <a:gd name="connsiteX59" fmla="*/ 1816768 w 1816768"/>
                <a:gd name="connsiteY59" fmla="*/ 497305 h 1760621"/>
                <a:gd name="connsiteX60" fmla="*/ 1752600 w 1816768"/>
                <a:gd name="connsiteY60" fmla="*/ 449179 h 1760621"/>
                <a:gd name="connsiteX61" fmla="*/ 1656347 w 1816768"/>
                <a:gd name="connsiteY61" fmla="*/ 417094 h 1760621"/>
                <a:gd name="connsiteX62" fmla="*/ 1580147 w 1816768"/>
                <a:gd name="connsiteY62" fmla="*/ 429126 h 1760621"/>
                <a:gd name="connsiteX63" fmla="*/ 1524000 w 1816768"/>
                <a:gd name="connsiteY63" fmla="*/ 489284 h 1760621"/>
                <a:gd name="connsiteX64" fmla="*/ 1524000 w 1816768"/>
                <a:gd name="connsiteY64" fmla="*/ 537410 h 1760621"/>
                <a:gd name="connsiteX65" fmla="*/ 1536032 w 1816768"/>
                <a:gd name="connsiteY65" fmla="*/ 549442 h 1760621"/>
                <a:gd name="connsiteX66" fmla="*/ 1503947 w 1816768"/>
                <a:gd name="connsiteY66" fmla="*/ 557463 h 1760621"/>
                <a:gd name="connsiteX67" fmla="*/ 1483895 w 1816768"/>
                <a:gd name="connsiteY67" fmla="*/ 545431 h 1760621"/>
                <a:gd name="connsiteX68" fmla="*/ 1371600 w 1816768"/>
                <a:gd name="connsiteY68" fmla="*/ 697831 h 1760621"/>
                <a:gd name="connsiteX69" fmla="*/ 1395663 w 1816768"/>
                <a:gd name="connsiteY69" fmla="*/ 593558 h 1760621"/>
                <a:gd name="connsiteX70" fmla="*/ 1155032 w 1816768"/>
                <a:gd name="connsiteY70" fmla="*/ 605589 h 1760621"/>
                <a:gd name="connsiteX71" fmla="*/ 1471863 w 1816768"/>
                <a:gd name="connsiteY71" fmla="*/ 533400 h 1760621"/>
                <a:gd name="connsiteX72" fmla="*/ 1524000 w 1816768"/>
                <a:gd name="connsiteY72" fmla="*/ 376989 h 1760621"/>
                <a:gd name="connsiteX73" fmla="*/ 1447800 w 1816768"/>
                <a:gd name="connsiteY73" fmla="*/ 352926 h 1760621"/>
                <a:gd name="connsiteX74" fmla="*/ 1251284 w 1816768"/>
                <a:gd name="connsiteY74" fmla="*/ 372979 h 1760621"/>
                <a:gd name="connsiteX75" fmla="*/ 1207168 w 1816768"/>
                <a:gd name="connsiteY75" fmla="*/ 501315 h 1760621"/>
                <a:gd name="connsiteX76" fmla="*/ 1167063 w 1816768"/>
                <a:gd name="connsiteY76" fmla="*/ 485273 h 1760621"/>
                <a:gd name="connsiteX77" fmla="*/ 986589 w 1816768"/>
                <a:gd name="connsiteY77" fmla="*/ 577515 h 1760621"/>
                <a:gd name="connsiteX78" fmla="*/ 966537 w 1816768"/>
                <a:gd name="connsiteY78" fmla="*/ 697831 h 1760621"/>
                <a:gd name="connsiteX79" fmla="*/ 946484 w 1816768"/>
                <a:gd name="connsiteY79" fmla="*/ 625642 h 1760621"/>
                <a:gd name="connsiteX80" fmla="*/ 970547 w 1816768"/>
                <a:gd name="connsiteY80" fmla="*/ 561473 h 1760621"/>
                <a:gd name="connsiteX81" fmla="*/ 830179 w 1816768"/>
                <a:gd name="connsiteY81" fmla="*/ 601579 h 1760621"/>
                <a:gd name="connsiteX82" fmla="*/ 962526 w 1816768"/>
                <a:gd name="connsiteY82" fmla="*/ 537410 h 1760621"/>
                <a:gd name="connsiteX83" fmla="*/ 946484 w 1816768"/>
                <a:gd name="connsiteY83" fmla="*/ 469231 h 1760621"/>
                <a:gd name="connsiteX84" fmla="*/ 922421 w 1816768"/>
                <a:gd name="connsiteY84" fmla="*/ 449179 h 1760621"/>
                <a:gd name="connsiteX85" fmla="*/ 918410 w 1816768"/>
                <a:gd name="connsiteY85" fmla="*/ 397042 h 1760621"/>
                <a:gd name="connsiteX86" fmla="*/ 830179 w 1816768"/>
                <a:gd name="connsiteY86" fmla="*/ 356936 h 1760621"/>
                <a:gd name="connsiteX87" fmla="*/ 818147 w 1816768"/>
                <a:gd name="connsiteY87" fmla="*/ 252663 h 1760621"/>
                <a:gd name="connsiteX88" fmla="*/ 774032 w 1816768"/>
                <a:gd name="connsiteY88" fmla="*/ 224589 h 1760621"/>
                <a:gd name="connsiteX89" fmla="*/ 737937 w 1816768"/>
                <a:gd name="connsiteY89" fmla="*/ 164431 h 1760621"/>
                <a:gd name="connsiteX90" fmla="*/ 605589 w 1816768"/>
                <a:gd name="connsiteY90" fmla="*/ 116305 h 1760621"/>
                <a:gd name="connsiteX91" fmla="*/ 589547 w 1816768"/>
                <a:gd name="connsiteY91" fmla="*/ 12031 h 1760621"/>
                <a:gd name="connsiteX0" fmla="*/ 589547 w 1868906"/>
                <a:gd name="connsiteY0" fmla="*/ 12031 h 1760621"/>
                <a:gd name="connsiteX1" fmla="*/ 537410 w 1868906"/>
                <a:gd name="connsiteY1" fmla="*/ 0 h 1760621"/>
                <a:gd name="connsiteX2" fmla="*/ 477253 w 1868906"/>
                <a:gd name="connsiteY2" fmla="*/ 16042 h 1760621"/>
                <a:gd name="connsiteX3" fmla="*/ 437147 w 1868906"/>
                <a:gd name="connsiteY3" fmla="*/ 4010 h 1760621"/>
                <a:gd name="connsiteX4" fmla="*/ 449179 w 1868906"/>
                <a:gd name="connsiteY4" fmla="*/ 52136 h 1760621"/>
                <a:gd name="connsiteX5" fmla="*/ 429126 w 1868906"/>
                <a:gd name="connsiteY5" fmla="*/ 84221 h 1760621"/>
                <a:gd name="connsiteX6" fmla="*/ 344905 w 1868906"/>
                <a:gd name="connsiteY6" fmla="*/ 80210 h 1760621"/>
                <a:gd name="connsiteX7" fmla="*/ 316832 w 1868906"/>
                <a:gd name="connsiteY7" fmla="*/ 100263 h 1760621"/>
                <a:gd name="connsiteX8" fmla="*/ 268705 w 1868906"/>
                <a:gd name="connsiteY8" fmla="*/ 104273 h 1760621"/>
                <a:gd name="connsiteX9" fmla="*/ 216568 w 1868906"/>
                <a:gd name="connsiteY9" fmla="*/ 68179 h 1760621"/>
                <a:gd name="connsiteX10" fmla="*/ 204537 w 1868906"/>
                <a:gd name="connsiteY10" fmla="*/ 100263 h 1760621"/>
                <a:gd name="connsiteX11" fmla="*/ 128337 w 1868906"/>
                <a:gd name="connsiteY11" fmla="*/ 128336 h 1760621"/>
                <a:gd name="connsiteX12" fmla="*/ 100263 w 1868906"/>
                <a:gd name="connsiteY12" fmla="*/ 124326 h 1760621"/>
                <a:gd name="connsiteX13" fmla="*/ 60158 w 1868906"/>
                <a:gd name="connsiteY13" fmla="*/ 140368 h 1760621"/>
                <a:gd name="connsiteX14" fmla="*/ 68179 w 1868906"/>
                <a:gd name="connsiteY14" fmla="*/ 168442 h 1760621"/>
                <a:gd name="connsiteX15" fmla="*/ 44116 w 1868906"/>
                <a:gd name="connsiteY15" fmla="*/ 184484 h 1760621"/>
                <a:gd name="connsiteX16" fmla="*/ 0 w 1868906"/>
                <a:gd name="connsiteY16" fmla="*/ 176463 h 1760621"/>
                <a:gd name="connsiteX17" fmla="*/ 36095 w 1868906"/>
                <a:gd name="connsiteY17" fmla="*/ 429126 h 1760621"/>
                <a:gd name="connsiteX18" fmla="*/ 100263 w 1868906"/>
                <a:gd name="connsiteY18" fmla="*/ 485273 h 1760621"/>
                <a:gd name="connsiteX19" fmla="*/ 132347 w 1868906"/>
                <a:gd name="connsiteY19" fmla="*/ 573505 h 1760621"/>
                <a:gd name="connsiteX20" fmla="*/ 268705 w 1868906"/>
                <a:gd name="connsiteY20" fmla="*/ 589547 h 1760621"/>
                <a:gd name="connsiteX21" fmla="*/ 308810 w 1868906"/>
                <a:gd name="connsiteY21" fmla="*/ 633663 h 1760621"/>
                <a:gd name="connsiteX22" fmla="*/ 372979 w 1868906"/>
                <a:gd name="connsiteY22" fmla="*/ 601579 h 1760621"/>
                <a:gd name="connsiteX23" fmla="*/ 417095 w 1868906"/>
                <a:gd name="connsiteY23" fmla="*/ 597568 h 1760621"/>
                <a:gd name="connsiteX24" fmla="*/ 389021 w 1868906"/>
                <a:gd name="connsiteY24" fmla="*/ 593558 h 1760621"/>
                <a:gd name="connsiteX25" fmla="*/ 332874 w 1868906"/>
                <a:gd name="connsiteY25" fmla="*/ 589547 h 1760621"/>
                <a:gd name="connsiteX26" fmla="*/ 276726 w 1868906"/>
                <a:gd name="connsiteY26" fmla="*/ 561473 h 1760621"/>
                <a:gd name="connsiteX27" fmla="*/ 256674 w 1868906"/>
                <a:gd name="connsiteY27" fmla="*/ 521368 h 1760621"/>
                <a:gd name="connsiteX28" fmla="*/ 292768 w 1868906"/>
                <a:gd name="connsiteY28" fmla="*/ 553452 h 1760621"/>
                <a:gd name="connsiteX29" fmla="*/ 328863 w 1868906"/>
                <a:gd name="connsiteY29" fmla="*/ 541421 h 1760621"/>
                <a:gd name="connsiteX30" fmla="*/ 356937 w 1868906"/>
                <a:gd name="connsiteY30" fmla="*/ 569494 h 1760621"/>
                <a:gd name="connsiteX31" fmla="*/ 397042 w 1868906"/>
                <a:gd name="connsiteY31" fmla="*/ 569494 h 1760621"/>
                <a:gd name="connsiteX32" fmla="*/ 449179 w 1868906"/>
                <a:gd name="connsiteY32" fmla="*/ 549442 h 1760621"/>
                <a:gd name="connsiteX33" fmla="*/ 453189 w 1868906"/>
                <a:gd name="connsiteY33" fmla="*/ 597568 h 1760621"/>
                <a:gd name="connsiteX34" fmla="*/ 469232 w 1868906"/>
                <a:gd name="connsiteY34" fmla="*/ 613610 h 1760621"/>
                <a:gd name="connsiteX35" fmla="*/ 521368 w 1868906"/>
                <a:gd name="connsiteY35" fmla="*/ 617621 h 1760621"/>
                <a:gd name="connsiteX36" fmla="*/ 513347 w 1868906"/>
                <a:gd name="connsiteY36" fmla="*/ 637673 h 1760621"/>
                <a:gd name="connsiteX37" fmla="*/ 453189 w 1868906"/>
                <a:gd name="connsiteY37" fmla="*/ 637673 h 1760621"/>
                <a:gd name="connsiteX38" fmla="*/ 409074 w 1868906"/>
                <a:gd name="connsiteY38" fmla="*/ 629652 h 1760621"/>
                <a:gd name="connsiteX39" fmla="*/ 324853 w 1868906"/>
                <a:gd name="connsiteY39" fmla="*/ 725905 h 1760621"/>
                <a:gd name="connsiteX40" fmla="*/ 56147 w 1868906"/>
                <a:gd name="connsiteY40" fmla="*/ 1291389 h 1760621"/>
                <a:gd name="connsiteX41" fmla="*/ 108284 w 1868906"/>
                <a:gd name="connsiteY41" fmla="*/ 1471863 h 1760621"/>
                <a:gd name="connsiteX42" fmla="*/ 184484 w 1868906"/>
                <a:gd name="connsiteY42" fmla="*/ 1640305 h 1760621"/>
                <a:gd name="connsiteX43" fmla="*/ 284747 w 1868906"/>
                <a:gd name="connsiteY43" fmla="*/ 1740568 h 1760621"/>
                <a:gd name="connsiteX44" fmla="*/ 360947 w 1868906"/>
                <a:gd name="connsiteY44" fmla="*/ 1752600 h 1760621"/>
                <a:gd name="connsiteX45" fmla="*/ 1303421 w 1868906"/>
                <a:gd name="connsiteY45" fmla="*/ 1760621 h 1760621"/>
                <a:gd name="connsiteX46" fmla="*/ 1427747 w 1868906"/>
                <a:gd name="connsiteY46" fmla="*/ 1556084 h 1760621"/>
                <a:gd name="connsiteX47" fmla="*/ 1407695 w 1868906"/>
                <a:gd name="connsiteY47" fmla="*/ 1499936 h 1760621"/>
                <a:gd name="connsiteX48" fmla="*/ 1431758 w 1868906"/>
                <a:gd name="connsiteY48" fmla="*/ 1403684 h 1760621"/>
                <a:gd name="connsiteX49" fmla="*/ 1407695 w 1868906"/>
                <a:gd name="connsiteY49" fmla="*/ 1359568 h 1760621"/>
                <a:gd name="connsiteX50" fmla="*/ 1511968 w 1868906"/>
                <a:gd name="connsiteY50" fmla="*/ 1323473 h 1760621"/>
                <a:gd name="connsiteX51" fmla="*/ 1544053 w 1868906"/>
                <a:gd name="connsiteY51" fmla="*/ 1187115 h 1760621"/>
                <a:gd name="connsiteX52" fmla="*/ 1487905 w 1868906"/>
                <a:gd name="connsiteY52" fmla="*/ 1143000 h 1760621"/>
                <a:gd name="connsiteX53" fmla="*/ 1495926 w 1868906"/>
                <a:gd name="connsiteY53" fmla="*/ 1082842 h 1760621"/>
                <a:gd name="connsiteX54" fmla="*/ 1592179 w 1868906"/>
                <a:gd name="connsiteY54" fmla="*/ 1050758 h 1760621"/>
                <a:gd name="connsiteX55" fmla="*/ 1716505 w 1868906"/>
                <a:gd name="connsiteY55" fmla="*/ 894347 h 1760621"/>
                <a:gd name="connsiteX56" fmla="*/ 1700463 w 1868906"/>
                <a:gd name="connsiteY56" fmla="*/ 798094 h 1760621"/>
                <a:gd name="connsiteX57" fmla="*/ 1816768 w 1868906"/>
                <a:gd name="connsiteY57" fmla="*/ 677779 h 1760621"/>
                <a:gd name="connsiteX58" fmla="*/ 1868906 w 1868906"/>
                <a:gd name="connsiteY58" fmla="*/ 521368 h 1760621"/>
                <a:gd name="connsiteX59" fmla="*/ 1816768 w 1868906"/>
                <a:gd name="connsiteY59" fmla="*/ 497305 h 1760621"/>
                <a:gd name="connsiteX60" fmla="*/ 1752600 w 1868906"/>
                <a:gd name="connsiteY60" fmla="*/ 449179 h 1760621"/>
                <a:gd name="connsiteX61" fmla="*/ 1656347 w 1868906"/>
                <a:gd name="connsiteY61" fmla="*/ 417094 h 1760621"/>
                <a:gd name="connsiteX62" fmla="*/ 1580147 w 1868906"/>
                <a:gd name="connsiteY62" fmla="*/ 429126 h 1760621"/>
                <a:gd name="connsiteX63" fmla="*/ 1524000 w 1868906"/>
                <a:gd name="connsiteY63" fmla="*/ 489284 h 1760621"/>
                <a:gd name="connsiteX64" fmla="*/ 1524000 w 1868906"/>
                <a:gd name="connsiteY64" fmla="*/ 537410 h 1760621"/>
                <a:gd name="connsiteX65" fmla="*/ 1536032 w 1868906"/>
                <a:gd name="connsiteY65" fmla="*/ 549442 h 1760621"/>
                <a:gd name="connsiteX66" fmla="*/ 1503947 w 1868906"/>
                <a:gd name="connsiteY66" fmla="*/ 557463 h 1760621"/>
                <a:gd name="connsiteX67" fmla="*/ 1483895 w 1868906"/>
                <a:gd name="connsiteY67" fmla="*/ 545431 h 1760621"/>
                <a:gd name="connsiteX68" fmla="*/ 1371600 w 1868906"/>
                <a:gd name="connsiteY68" fmla="*/ 697831 h 1760621"/>
                <a:gd name="connsiteX69" fmla="*/ 1395663 w 1868906"/>
                <a:gd name="connsiteY69" fmla="*/ 593558 h 1760621"/>
                <a:gd name="connsiteX70" fmla="*/ 1155032 w 1868906"/>
                <a:gd name="connsiteY70" fmla="*/ 605589 h 1760621"/>
                <a:gd name="connsiteX71" fmla="*/ 1471863 w 1868906"/>
                <a:gd name="connsiteY71" fmla="*/ 533400 h 1760621"/>
                <a:gd name="connsiteX72" fmla="*/ 1524000 w 1868906"/>
                <a:gd name="connsiteY72" fmla="*/ 376989 h 1760621"/>
                <a:gd name="connsiteX73" fmla="*/ 1447800 w 1868906"/>
                <a:gd name="connsiteY73" fmla="*/ 352926 h 1760621"/>
                <a:gd name="connsiteX74" fmla="*/ 1251284 w 1868906"/>
                <a:gd name="connsiteY74" fmla="*/ 372979 h 1760621"/>
                <a:gd name="connsiteX75" fmla="*/ 1207168 w 1868906"/>
                <a:gd name="connsiteY75" fmla="*/ 501315 h 1760621"/>
                <a:gd name="connsiteX76" fmla="*/ 1167063 w 1868906"/>
                <a:gd name="connsiteY76" fmla="*/ 485273 h 1760621"/>
                <a:gd name="connsiteX77" fmla="*/ 986589 w 1868906"/>
                <a:gd name="connsiteY77" fmla="*/ 577515 h 1760621"/>
                <a:gd name="connsiteX78" fmla="*/ 966537 w 1868906"/>
                <a:gd name="connsiteY78" fmla="*/ 697831 h 1760621"/>
                <a:gd name="connsiteX79" fmla="*/ 946484 w 1868906"/>
                <a:gd name="connsiteY79" fmla="*/ 625642 h 1760621"/>
                <a:gd name="connsiteX80" fmla="*/ 970547 w 1868906"/>
                <a:gd name="connsiteY80" fmla="*/ 561473 h 1760621"/>
                <a:gd name="connsiteX81" fmla="*/ 830179 w 1868906"/>
                <a:gd name="connsiteY81" fmla="*/ 601579 h 1760621"/>
                <a:gd name="connsiteX82" fmla="*/ 962526 w 1868906"/>
                <a:gd name="connsiteY82" fmla="*/ 537410 h 1760621"/>
                <a:gd name="connsiteX83" fmla="*/ 946484 w 1868906"/>
                <a:gd name="connsiteY83" fmla="*/ 469231 h 1760621"/>
                <a:gd name="connsiteX84" fmla="*/ 922421 w 1868906"/>
                <a:gd name="connsiteY84" fmla="*/ 449179 h 1760621"/>
                <a:gd name="connsiteX85" fmla="*/ 918410 w 1868906"/>
                <a:gd name="connsiteY85" fmla="*/ 397042 h 1760621"/>
                <a:gd name="connsiteX86" fmla="*/ 830179 w 1868906"/>
                <a:gd name="connsiteY86" fmla="*/ 356936 h 1760621"/>
                <a:gd name="connsiteX87" fmla="*/ 818147 w 1868906"/>
                <a:gd name="connsiteY87" fmla="*/ 252663 h 1760621"/>
                <a:gd name="connsiteX88" fmla="*/ 774032 w 1868906"/>
                <a:gd name="connsiteY88" fmla="*/ 224589 h 1760621"/>
                <a:gd name="connsiteX89" fmla="*/ 737937 w 1868906"/>
                <a:gd name="connsiteY89" fmla="*/ 164431 h 1760621"/>
                <a:gd name="connsiteX90" fmla="*/ 605589 w 1868906"/>
                <a:gd name="connsiteY90" fmla="*/ 116305 h 1760621"/>
                <a:gd name="connsiteX91" fmla="*/ 589547 w 1868906"/>
                <a:gd name="connsiteY91" fmla="*/ 12031 h 1760621"/>
                <a:gd name="connsiteX0" fmla="*/ 589547 w 1868906"/>
                <a:gd name="connsiteY0" fmla="*/ 12031 h 1760621"/>
                <a:gd name="connsiteX1" fmla="*/ 537410 w 1868906"/>
                <a:gd name="connsiteY1" fmla="*/ 0 h 1760621"/>
                <a:gd name="connsiteX2" fmla="*/ 477253 w 1868906"/>
                <a:gd name="connsiteY2" fmla="*/ 16042 h 1760621"/>
                <a:gd name="connsiteX3" fmla="*/ 437147 w 1868906"/>
                <a:gd name="connsiteY3" fmla="*/ 4010 h 1760621"/>
                <a:gd name="connsiteX4" fmla="*/ 449179 w 1868906"/>
                <a:gd name="connsiteY4" fmla="*/ 52136 h 1760621"/>
                <a:gd name="connsiteX5" fmla="*/ 429126 w 1868906"/>
                <a:gd name="connsiteY5" fmla="*/ 84221 h 1760621"/>
                <a:gd name="connsiteX6" fmla="*/ 344905 w 1868906"/>
                <a:gd name="connsiteY6" fmla="*/ 80210 h 1760621"/>
                <a:gd name="connsiteX7" fmla="*/ 316832 w 1868906"/>
                <a:gd name="connsiteY7" fmla="*/ 100263 h 1760621"/>
                <a:gd name="connsiteX8" fmla="*/ 268705 w 1868906"/>
                <a:gd name="connsiteY8" fmla="*/ 104273 h 1760621"/>
                <a:gd name="connsiteX9" fmla="*/ 216568 w 1868906"/>
                <a:gd name="connsiteY9" fmla="*/ 68179 h 1760621"/>
                <a:gd name="connsiteX10" fmla="*/ 204537 w 1868906"/>
                <a:gd name="connsiteY10" fmla="*/ 100263 h 1760621"/>
                <a:gd name="connsiteX11" fmla="*/ 128337 w 1868906"/>
                <a:gd name="connsiteY11" fmla="*/ 128336 h 1760621"/>
                <a:gd name="connsiteX12" fmla="*/ 100263 w 1868906"/>
                <a:gd name="connsiteY12" fmla="*/ 124326 h 1760621"/>
                <a:gd name="connsiteX13" fmla="*/ 60158 w 1868906"/>
                <a:gd name="connsiteY13" fmla="*/ 140368 h 1760621"/>
                <a:gd name="connsiteX14" fmla="*/ 68179 w 1868906"/>
                <a:gd name="connsiteY14" fmla="*/ 168442 h 1760621"/>
                <a:gd name="connsiteX15" fmla="*/ 44116 w 1868906"/>
                <a:gd name="connsiteY15" fmla="*/ 184484 h 1760621"/>
                <a:gd name="connsiteX16" fmla="*/ 0 w 1868906"/>
                <a:gd name="connsiteY16" fmla="*/ 176463 h 1760621"/>
                <a:gd name="connsiteX17" fmla="*/ 36095 w 1868906"/>
                <a:gd name="connsiteY17" fmla="*/ 429126 h 1760621"/>
                <a:gd name="connsiteX18" fmla="*/ 100263 w 1868906"/>
                <a:gd name="connsiteY18" fmla="*/ 485273 h 1760621"/>
                <a:gd name="connsiteX19" fmla="*/ 132347 w 1868906"/>
                <a:gd name="connsiteY19" fmla="*/ 573505 h 1760621"/>
                <a:gd name="connsiteX20" fmla="*/ 268705 w 1868906"/>
                <a:gd name="connsiteY20" fmla="*/ 589547 h 1760621"/>
                <a:gd name="connsiteX21" fmla="*/ 308810 w 1868906"/>
                <a:gd name="connsiteY21" fmla="*/ 633663 h 1760621"/>
                <a:gd name="connsiteX22" fmla="*/ 372979 w 1868906"/>
                <a:gd name="connsiteY22" fmla="*/ 601579 h 1760621"/>
                <a:gd name="connsiteX23" fmla="*/ 417095 w 1868906"/>
                <a:gd name="connsiteY23" fmla="*/ 597568 h 1760621"/>
                <a:gd name="connsiteX24" fmla="*/ 389021 w 1868906"/>
                <a:gd name="connsiteY24" fmla="*/ 593558 h 1760621"/>
                <a:gd name="connsiteX25" fmla="*/ 332874 w 1868906"/>
                <a:gd name="connsiteY25" fmla="*/ 589547 h 1760621"/>
                <a:gd name="connsiteX26" fmla="*/ 276726 w 1868906"/>
                <a:gd name="connsiteY26" fmla="*/ 561473 h 1760621"/>
                <a:gd name="connsiteX27" fmla="*/ 256674 w 1868906"/>
                <a:gd name="connsiteY27" fmla="*/ 521368 h 1760621"/>
                <a:gd name="connsiteX28" fmla="*/ 292768 w 1868906"/>
                <a:gd name="connsiteY28" fmla="*/ 553452 h 1760621"/>
                <a:gd name="connsiteX29" fmla="*/ 328863 w 1868906"/>
                <a:gd name="connsiteY29" fmla="*/ 541421 h 1760621"/>
                <a:gd name="connsiteX30" fmla="*/ 356937 w 1868906"/>
                <a:gd name="connsiteY30" fmla="*/ 569494 h 1760621"/>
                <a:gd name="connsiteX31" fmla="*/ 397042 w 1868906"/>
                <a:gd name="connsiteY31" fmla="*/ 569494 h 1760621"/>
                <a:gd name="connsiteX32" fmla="*/ 449179 w 1868906"/>
                <a:gd name="connsiteY32" fmla="*/ 549442 h 1760621"/>
                <a:gd name="connsiteX33" fmla="*/ 453189 w 1868906"/>
                <a:gd name="connsiteY33" fmla="*/ 597568 h 1760621"/>
                <a:gd name="connsiteX34" fmla="*/ 469232 w 1868906"/>
                <a:gd name="connsiteY34" fmla="*/ 613610 h 1760621"/>
                <a:gd name="connsiteX35" fmla="*/ 521368 w 1868906"/>
                <a:gd name="connsiteY35" fmla="*/ 617621 h 1760621"/>
                <a:gd name="connsiteX36" fmla="*/ 513347 w 1868906"/>
                <a:gd name="connsiteY36" fmla="*/ 637673 h 1760621"/>
                <a:gd name="connsiteX37" fmla="*/ 453189 w 1868906"/>
                <a:gd name="connsiteY37" fmla="*/ 637673 h 1760621"/>
                <a:gd name="connsiteX38" fmla="*/ 409074 w 1868906"/>
                <a:gd name="connsiteY38" fmla="*/ 629652 h 1760621"/>
                <a:gd name="connsiteX39" fmla="*/ 324853 w 1868906"/>
                <a:gd name="connsiteY39" fmla="*/ 725905 h 1760621"/>
                <a:gd name="connsiteX40" fmla="*/ 56147 w 1868906"/>
                <a:gd name="connsiteY40" fmla="*/ 1291389 h 1760621"/>
                <a:gd name="connsiteX41" fmla="*/ 108284 w 1868906"/>
                <a:gd name="connsiteY41" fmla="*/ 1471863 h 1760621"/>
                <a:gd name="connsiteX42" fmla="*/ 184484 w 1868906"/>
                <a:gd name="connsiteY42" fmla="*/ 1640305 h 1760621"/>
                <a:gd name="connsiteX43" fmla="*/ 284747 w 1868906"/>
                <a:gd name="connsiteY43" fmla="*/ 1740568 h 1760621"/>
                <a:gd name="connsiteX44" fmla="*/ 360947 w 1868906"/>
                <a:gd name="connsiteY44" fmla="*/ 1752600 h 1760621"/>
                <a:gd name="connsiteX45" fmla="*/ 1303421 w 1868906"/>
                <a:gd name="connsiteY45" fmla="*/ 1760621 h 1760621"/>
                <a:gd name="connsiteX46" fmla="*/ 1427747 w 1868906"/>
                <a:gd name="connsiteY46" fmla="*/ 1556084 h 1760621"/>
                <a:gd name="connsiteX47" fmla="*/ 1407695 w 1868906"/>
                <a:gd name="connsiteY47" fmla="*/ 1499936 h 1760621"/>
                <a:gd name="connsiteX48" fmla="*/ 1431758 w 1868906"/>
                <a:gd name="connsiteY48" fmla="*/ 1403684 h 1760621"/>
                <a:gd name="connsiteX49" fmla="*/ 1407695 w 1868906"/>
                <a:gd name="connsiteY49" fmla="*/ 1359568 h 1760621"/>
                <a:gd name="connsiteX50" fmla="*/ 1511968 w 1868906"/>
                <a:gd name="connsiteY50" fmla="*/ 1323473 h 1760621"/>
                <a:gd name="connsiteX51" fmla="*/ 1544053 w 1868906"/>
                <a:gd name="connsiteY51" fmla="*/ 1187115 h 1760621"/>
                <a:gd name="connsiteX52" fmla="*/ 1487905 w 1868906"/>
                <a:gd name="connsiteY52" fmla="*/ 1143000 h 1760621"/>
                <a:gd name="connsiteX53" fmla="*/ 1495926 w 1868906"/>
                <a:gd name="connsiteY53" fmla="*/ 1082842 h 1760621"/>
                <a:gd name="connsiteX54" fmla="*/ 1592179 w 1868906"/>
                <a:gd name="connsiteY54" fmla="*/ 1050758 h 1760621"/>
                <a:gd name="connsiteX55" fmla="*/ 1716505 w 1868906"/>
                <a:gd name="connsiteY55" fmla="*/ 894347 h 1760621"/>
                <a:gd name="connsiteX56" fmla="*/ 1700463 w 1868906"/>
                <a:gd name="connsiteY56" fmla="*/ 798094 h 1760621"/>
                <a:gd name="connsiteX57" fmla="*/ 1816768 w 1868906"/>
                <a:gd name="connsiteY57" fmla="*/ 677779 h 1760621"/>
                <a:gd name="connsiteX58" fmla="*/ 1868906 w 1868906"/>
                <a:gd name="connsiteY58" fmla="*/ 521368 h 1760621"/>
                <a:gd name="connsiteX59" fmla="*/ 1822100 w 1868906"/>
                <a:gd name="connsiteY59" fmla="*/ 481309 h 1760621"/>
                <a:gd name="connsiteX60" fmla="*/ 1752600 w 1868906"/>
                <a:gd name="connsiteY60" fmla="*/ 449179 h 1760621"/>
                <a:gd name="connsiteX61" fmla="*/ 1656347 w 1868906"/>
                <a:gd name="connsiteY61" fmla="*/ 417094 h 1760621"/>
                <a:gd name="connsiteX62" fmla="*/ 1580147 w 1868906"/>
                <a:gd name="connsiteY62" fmla="*/ 429126 h 1760621"/>
                <a:gd name="connsiteX63" fmla="*/ 1524000 w 1868906"/>
                <a:gd name="connsiteY63" fmla="*/ 489284 h 1760621"/>
                <a:gd name="connsiteX64" fmla="*/ 1524000 w 1868906"/>
                <a:gd name="connsiteY64" fmla="*/ 537410 h 1760621"/>
                <a:gd name="connsiteX65" fmla="*/ 1536032 w 1868906"/>
                <a:gd name="connsiteY65" fmla="*/ 549442 h 1760621"/>
                <a:gd name="connsiteX66" fmla="*/ 1503947 w 1868906"/>
                <a:gd name="connsiteY66" fmla="*/ 557463 h 1760621"/>
                <a:gd name="connsiteX67" fmla="*/ 1483895 w 1868906"/>
                <a:gd name="connsiteY67" fmla="*/ 545431 h 1760621"/>
                <a:gd name="connsiteX68" fmla="*/ 1371600 w 1868906"/>
                <a:gd name="connsiteY68" fmla="*/ 697831 h 1760621"/>
                <a:gd name="connsiteX69" fmla="*/ 1395663 w 1868906"/>
                <a:gd name="connsiteY69" fmla="*/ 593558 h 1760621"/>
                <a:gd name="connsiteX70" fmla="*/ 1155032 w 1868906"/>
                <a:gd name="connsiteY70" fmla="*/ 605589 h 1760621"/>
                <a:gd name="connsiteX71" fmla="*/ 1471863 w 1868906"/>
                <a:gd name="connsiteY71" fmla="*/ 533400 h 1760621"/>
                <a:gd name="connsiteX72" fmla="*/ 1524000 w 1868906"/>
                <a:gd name="connsiteY72" fmla="*/ 376989 h 1760621"/>
                <a:gd name="connsiteX73" fmla="*/ 1447800 w 1868906"/>
                <a:gd name="connsiteY73" fmla="*/ 352926 h 1760621"/>
                <a:gd name="connsiteX74" fmla="*/ 1251284 w 1868906"/>
                <a:gd name="connsiteY74" fmla="*/ 372979 h 1760621"/>
                <a:gd name="connsiteX75" fmla="*/ 1207168 w 1868906"/>
                <a:gd name="connsiteY75" fmla="*/ 501315 h 1760621"/>
                <a:gd name="connsiteX76" fmla="*/ 1167063 w 1868906"/>
                <a:gd name="connsiteY76" fmla="*/ 485273 h 1760621"/>
                <a:gd name="connsiteX77" fmla="*/ 986589 w 1868906"/>
                <a:gd name="connsiteY77" fmla="*/ 577515 h 1760621"/>
                <a:gd name="connsiteX78" fmla="*/ 966537 w 1868906"/>
                <a:gd name="connsiteY78" fmla="*/ 697831 h 1760621"/>
                <a:gd name="connsiteX79" fmla="*/ 946484 w 1868906"/>
                <a:gd name="connsiteY79" fmla="*/ 625642 h 1760621"/>
                <a:gd name="connsiteX80" fmla="*/ 970547 w 1868906"/>
                <a:gd name="connsiteY80" fmla="*/ 561473 h 1760621"/>
                <a:gd name="connsiteX81" fmla="*/ 830179 w 1868906"/>
                <a:gd name="connsiteY81" fmla="*/ 601579 h 1760621"/>
                <a:gd name="connsiteX82" fmla="*/ 962526 w 1868906"/>
                <a:gd name="connsiteY82" fmla="*/ 537410 h 1760621"/>
                <a:gd name="connsiteX83" fmla="*/ 946484 w 1868906"/>
                <a:gd name="connsiteY83" fmla="*/ 469231 h 1760621"/>
                <a:gd name="connsiteX84" fmla="*/ 922421 w 1868906"/>
                <a:gd name="connsiteY84" fmla="*/ 449179 h 1760621"/>
                <a:gd name="connsiteX85" fmla="*/ 918410 w 1868906"/>
                <a:gd name="connsiteY85" fmla="*/ 397042 h 1760621"/>
                <a:gd name="connsiteX86" fmla="*/ 830179 w 1868906"/>
                <a:gd name="connsiteY86" fmla="*/ 356936 h 1760621"/>
                <a:gd name="connsiteX87" fmla="*/ 818147 w 1868906"/>
                <a:gd name="connsiteY87" fmla="*/ 252663 h 1760621"/>
                <a:gd name="connsiteX88" fmla="*/ 774032 w 1868906"/>
                <a:gd name="connsiteY88" fmla="*/ 224589 h 1760621"/>
                <a:gd name="connsiteX89" fmla="*/ 737937 w 1868906"/>
                <a:gd name="connsiteY89" fmla="*/ 164431 h 1760621"/>
                <a:gd name="connsiteX90" fmla="*/ 605589 w 1868906"/>
                <a:gd name="connsiteY90" fmla="*/ 116305 h 1760621"/>
                <a:gd name="connsiteX91" fmla="*/ 589547 w 1868906"/>
                <a:gd name="connsiteY91" fmla="*/ 12031 h 1760621"/>
                <a:gd name="connsiteX0" fmla="*/ 589547 w 1868906"/>
                <a:gd name="connsiteY0" fmla="*/ 12031 h 1760621"/>
                <a:gd name="connsiteX1" fmla="*/ 537410 w 1868906"/>
                <a:gd name="connsiteY1" fmla="*/ 0 h 1760621"/>
                <a:gd name="connsiteX2" fmla="*/ 477253 w 1868906"/>
                <a:gd name="connsiteY2" fmla="*/ 16042 h 1760621"/>
                <a:gd name="connsiteX3" fmla="*/ 437147 w 1868906"/>
                <a:gd name="connsiteY3" fmla="*/ 4010 h 1760621"/>
                <a:gd name="connsiteX4" fmla="*/ 449179 w 1868906"/>
                <a:gd name="connsiteY4" fmla="*/ 52136 h 1760621"/>
                <a:gd name="connsiteX5" fmla="*/ 429126 w 1868906"/>
                <a:gd name="connsiteY5" fmla="*/ 84221 h 1760621"/>
                <a:gd name="connsiteX6" fmla="*/ 344905 w 1868906"/>
                <a:gd name="connsiteY6" fmla="*/ 80210 h 1760621"/>
                <a:gd name="connsiteX7" fmla="*/ 316832 w 1868906"/>
                <a:gd name="connsiteY7" fmla="*/ 100263 h 1760621"/>
                <a:gd name="connsiteX8" fmla="*/ 268705 w 1868906"/>
                <a:gd name="connsiteY8" fmla="*/ 104273 h 1760621"/>
                <a:gd name="connsiteX9" fmla="*/ 216568 w 1868906"/>
                <a:gd name="connsiteY9" fmla="*/ 68179 h 1760621"/>
                <a:gd name="connsiteX10" fmla="*/ 204537 w 1868906"/>
                <a:gd name="connsiteY10" fmla="*/ 100263 h 1760621"/>
                <a:gd name="connsiteX11" fmla="*/ 128337 w 1868906"/>
                <a:gd name="connsiteY11" fmla="*/ 128336 h 1760621"/>
                <a:gd name="connsiteX12" fmla="*/ 100263 w 1868906"/>
                <a:gd name="connsiteY12" fmla="*/ 124326 h 1760621"/>
                <a:gd name="connsiteX13" fmla="*/ 60158 w 1868906"/>
                <a:gd name="connsiteY13" fmla="*/ 140368 h 1760621"/>
                <a:gd name="connsiteX14" fmla="*/ 68179 w 1868906"/>
                <a:gd name="connsiteY14" fmla="*/ 168442 h 1760621"/>
                <a:gd name="connsiteX15" fmla="*/ 44116 w 1868906"/>
                <a:gd name="connsiteY15" fmla="*/ 184484 h 1760621"/>
                <a:gd name="connsiteX16" fmla="*/ 0 w 1868906"/>
                <a:gd name="connsiteY16" fmla="*/ 176463 h 1760621"/>
                <a:gd name="connsiteX17" fmla="*/ 36095 w 1868906"/>
                <a:gd name="connsiteY17" fmla="*/ 429126 h 1760621"/>
                <a:gd name="connsiteX18" fmla="*/ 100263 w 1868906"/>
                <a:gd name="connsiteY18" fmla="*/ 485273 h 1760621"/>
                <a:gd name="connsiteX19" fmla="*/ 132347 w 1868906"/>
                <a:gd name="connsiteY19" fmla="*/ 573505 h 1760621"/>
                <a:gd name="connsiteX20" fmla="*/ 268705 w 1868906"/>
                <a:gd name="connsiteY20" fmla="*/ 589547 h 1760621"/>
                <a:gd name="connsiteX21" fmla="*/ 308810 w 1868906"/>
                <a:gd name="connsiteY21" fmla="*/ 633663 h 1760621"/>
                <a:gd name="connsiteX22" fmla="*/ 372979 w 1868906"/>
                <a:gd name="connsiteY22" fmla="*/ 601579 h 1760621"/>
                <a:gd name="connsiteX23" fmla="*/ 417095 w 1868906"/>
                <a:gd name="connsiteY23" fmla="*/ 597568 h 1760621"/>
                <a:gd name="connsiteX24" fmla="*/ 389021 w 1868906"/>
                <a:gd name="connsiteY24" fmla="*/ 593558 h 1760621"/>
                <a:gd name="connsiteX25" fmla="*/ 332874 w 1868906"/>
                <a:gd name="connsiteY25" fmla="*/ 589547 h 1760621"/>
                <a:gd name="connsiteX26" fmla="*/ 276726 w 1868906"/>
                <a:gd name="connsiteY26" fmla="*/ 561473 h 1760621"/>
                <a:gd name="connsiteX27" fmla="*/ 256674 w 1868906"/>
                <a:gd name="connsiteY27" fmla="*/ 521368 h 1760621"/>
                <a:gd name="connsiteX28" fmla="*/ 292768 w 1868906"/>
                <a:gd name="connsiteY28" fmla="*/ 553452 h 1760621"/>
                <a:gd name="connsiteX29" fmla="*/ 328863 w 1868906"/>
                <a:gd name="connsiteY29" fmla="*/ 541421 h 1760621"/>
                <a:gd name="connsiteX30" fmla="*/ 356937 w 1868906"/>
                <a:gd name="connsiteY30" fmla="*/ 569494 h 1760621"/>
                <a:gd name="connsiteX31" fmla="*/ 397042 w 1868906"/>
                <a:gd name="connsiteY31" fmla="*/ 569494 h 1760621"/>
                <a:gd name="connsiteX32" fmla="*/ 449179 w 1868906"/>
                <a:gd name="connsiteY32" fmla="*/ 549442 h 1760621"/>
                <a:gd name="connsiteX33" fmla="*/ 453189 w 1868906"/>
                <a:gd name="connsiteY33" fmla="*/ 597568 h 1760621"/>
                <a:gd name="connsiteX34" fmla="*/ 469232 w 1868906"/>
                <a:gd name="connsiteY34" fmla="*/ 613610 h 1760621"/>
                <a:gd name="connsiteX35" fmla="*/ 521368 w 1868906"/>
                <a:gd name="connsiteY35" fmla="*/ 617621 h 1760621"/>
                <a:gd name="connsiteX36" fmla="*/ 513347 w 1868906"/>
                <a:gd name="connsiteY36" fmla="*/ 637673 h 1760621"/>
                <a:gd name="connsiteX37" fmla="*/ 453189 w 1868906"/>
                <a:gd name="connsiteY37" fmla="*/ 637673 h 1760621"/>
                <a:gd name="connsiteX38" fmla="*/ 409074 w 1868906"/>
                <a:gd name="connsiteY38" fmla="*/ 629652 h 1760621"/>
                <a:gd name="connsiteX39" fmla="*/ 324853 w 1868906"/>
                <a:gd name="connsiteY39" fmla="*/ 725905 h 1760621"/>
                <a:gd name="connsiteX40" fmla="*/ 56147 w 1868906"/>
                <a:gd name="connsiteY40" fmla="*/ 1291389 h 1760621"/>
                <a:gd name="connsiteX41" fmla="*/ 108284 w 1868906"/>
                <a:gd name="connsiteY41" fmla="*/ 1471863 h 1760621"/>
                <a:gd name="connsiteX42" fmla="*/ 184484 w 1868906"/>
                <a:gd name="connsiteY42" fmla="*/ 1640305 h 1760621"/>
                <a:gd name="connsiteX43" fmla="*/ 284747 w 1868906"/>
                <a:gd name="connsiteY43" fmla="*/ 1740568 h 1760621"/>
                <a:gd name="connsiteX44" fmla="*/ 360947 w 1868906"/>
                <a:gd name="connsiteY44" fmla="*/ 1752600 h 1760621"/>
                <a:gd name="connsiteX45" fmla="*/ 1303421 w 1868906"/>
                <a:gd name="connsiteY45" fmla="*/ 1760621 h 1760621"/>
                <a:gd name="connsiteX46" fmla="*/ 1427747 w 1868906"/>
                <a:gd name="connsiteY46" fmla="*/ 1556084 h 1760621"/>
                <a:gd name="connsiteX47" fmla="*/ 1407695 w 1868906"/>
                <a:gd name="connsiteY47" fmla="*/ 1499936 h 1760621"/>
                <a:gd name="connsiteX48" fmla="*/ 1431758 w 1868906"/>
                <a:gd name="connsiteY48" fmla="*/ 1403684 h 1760621"/>
                <a:gd name="connsiteX49" fmla="*/ 1407695 w 1868906"/>
                <a:gd name="connsiteY49" fmla="*/ 1359568 h 1760621"/>
                <a:gd name="connsiteX50" fmla="*/ 1511968 w 1868906"/>
                <a:gd name="connsiteY50" fmla="*/ 1323473 h 1760621"/>
                <a:gd name="connsiteX51" fmla="*/ 1544053 w 1868906"/>
                <a:gd name="connsiteY51" fmla="*/ 1187115 h 1760621"/>
                <a:gd name="connsiteX52" fmla="*/ 1487905 w 1868906"/>
                <a:gd name="connsiteY52" fmla="*/ 1143000 h 1760621"/>
                <a:gd name="connsiteX53" fmla="*/ 1495926 w 1868906"/>
                <a:gd name="connsiteY53" fmla="*/ 1082842 h 1760621"/>
                <a:gd name="connsiteX54" fmla="*/ 1592179 w 1868906"/>
                <a:gd name="connsiteY54" fmla="*/ 1050758 h 1760621"/>
                <a:gd name="connsiteX55" fmla="*/ 1716505 w 1868906"/>
                <a:gd name="connsiteY55" fmla="*/ 894347 h 1760621"/>
                <a:gd name="connsiteX56" fmla="*/ 1700463 w 1868906"/>
                <a:gd name="connsiteY56" fmla="*/ 798094 h 1760621"/>
                <a:gd name="connsiteX57" fmla="*/ 1816768 w 1868906"/>
                <a:gd name="connsiteY57" fmla="*/ 677779 h 1760621"/>
                <a:gd name="connsiteX58" fmla="*/ 1868906 w 1868906"/>
                <a:gd name="connsiteY58" fmla="*/ 521368 h 1760621"/>
                <a:gd name="connsiteX59" fmla="*/ 1822100 w 1868906"/>
                <a:gd name="connsiteY59" fmla="*/ 481309 h 1760621"/>
                <a:gd name="connsiteX60" fmla="*/ 1843930 w 1868906"/>
                <a:gd name="connsiteY60" fmla="*/ 501350 h 1760621"/>
                <a:gd name="connsiteX61" fmla="*/ 1752600 w 1868906"/>
                <a:gd name="connsiteY61" fmla="*/ 449179 h 1760621"/>
                <a:gd name="connsiteX62" fmla="*/ 1656347 w 1868906"/>
                <a:gd name="connsiteY62" fmla="*/ 417094 h 1760621"/>
                <a:gd name="connsiteX63" fmla="*/ 1580147 w 1868906"/>
                <a:gd name="connsiteY63" fmla="*/ 429126 h 1760621"/>
                <a:gd name="connsiteX64" fmla="*/ 1524000 w 1868906"/>
                <a:gd name="connsiteY64" fmla="*/ 489284 h 1760621"/>
                <a:gd name="connsiteX65" fmla="*/ 1524000 w 1868906"/>
                <a:gd name="connsiteY65" fmla="*/ 537410 h 1760621"/>
                <a:gd name="connsiteX66" fmla="*/ 1536032 w 1868906"/>
                <a:gd name="connsiteY66" fmla="*/ 549442 h 1760621"/>
                <a:gd name="connsiteX67" fmla="*/ 1503947 w 1868906"/>
                <a:gd name="connsiteY67" fmla="*/ 557463 h 1760621"/>
                <a:gd name="connsiteX68" fmla="*/ 1483895 w 1868906"/>
                <a:gd name="connsiteY68" fmla="*/ 545431 h 1760621"/>
                <a:gd name="connsiteX69" fmla="*/ 1371600 w 1868906"/>
                <a:gd name="connsiteY69" fmla="*/ 697831 h 1760621"/>
                <a:gd name="connsiteX70" fmla="*/ 1395663 w 1868906"/>
                <a:gd name="connsiteY70" fmla="*/ 593558 h 1760621"/>
                <a:gd name="connsiteX71" fmla="*/ 1155032 w 1868906"/>
                <a:gd name="connsiteY71" fmla="*/ 605589 h 1760621"/>
                <a:gd name="connsiteX72" fmla="*/ 1471863 w 1868906"/>
                <a:gd name="connsiteY72" fmla="*/ 533400 h 1760621"/>
                <a:gd name="connsiteX73" fmla="*/ 1524000 w 1868906"/>
                <a:gd name="connsiteY73" fmla="*/ 376989 h 1760621"/>
                <a:gd name="connsiteX74" fmla="*/ 1447800 w 1868906"/>
                <a:gd name="connsiteY74" fmla="*/ 352926 h 1760621"/>
                <a:gd name="connsiteX75" fmla="*/ 1251284 w 1868906"/>
                <a:gd name="connsiteY75" fmla="*/ 372979 h 1760621"/>
                <a:gd name="connsiteX76" fmla="*/ 1207168 w 1868906"/>
                <a:gd name="connsiteY76" fmla="*/ 501315 h 1760621"/>
                <a:gd name="connsiteX77" fmla="*/ 1167063 w 1868906"/>
                <a:gd name="connsiteY77" fmla="*/ 485273 h 1760621"/>
                <a:gd name="connsiteX78" fmla="*/ 986589 w 1868906"/>
                <a:gd name="connsiteY78" fmla="*/ 577515 h 1760621"/>
                <a:gd name="connsiteX79" fmla="*/ 966537 w 1868906"/>
                <a:gd name="connsiteY79" fmla="*/ 697831 h 1760621"/>
                <a:gd name="connsiteX80" fmla="*/ 946484 w 1868906"/>
                <a:gd name="connsiteY80" fmla="*/ 625642 h 1760621"/>
                <a:gd name="connsiteX81" fmla="*/ 970547 w 1868906"/>
                <a:gd name="connsiteY81" fmla="*/ 561473 h 1760621"/>
                <a:gd name="connsiteX82" fmla="*/ 830179 w 1868906"/>
                <a:gd name="connsiteY82" fmla="*/ 601579 h 1760621"/>
                <a:gd name="connsiteX83" fmla="*/ 962526 w 1868906"/>
                <a:gd name="connsiteY83" fmla="*/ 537410 h 1760621"/>
                <a:gd name="connsiteX84" fmla="*/ 946484 w 1868906"/>
                <a:gd name="connsiteY84" fmla="*/ 469231 h 1760621"/>
                <a:gd name="connsiteX85" fmla="*/ 922421 w 1868906"/>
                <a:gd name="connsiteY85" fmla="*/ 449179 h 1760621"/>
                <a:gd name="connsiteX86" fmla="*/ 918410 w 1868906"/>
                <a:gd name="connsiteY86" fmla="*/ 397042 h 1760621"/>
                <a:gd name="connsiteX87" fmla="*/ 830179 w 1868906"/>
                <a:gd name="connsiteY87" fmla="*/ 356936 h 1760621"/>
                <a:gd name="connsiteX88" fmla="*/ 818147 w 1868906"/>
                <a:gd name="connsiteY88" fmla="*/ 252663 h 1760621"/>
                <a:gd name="connsiteX89" fmla="*/ 774032 w 1868906"/>
                <a:gd name="connsiteY89" fmla="*/ 224589 h 1760621"/>
                <a:gd name="connsiteX90" fmla="*/ 737937 w 1868906"/>
                <a:gd name="connsiteY90" fmla="*/ 164431 h 1760621"/>
                <a:gd name="connsiteX91" fmla="*/ 605589 w 1868906"/>
                <a:gd name="connsiteY91" fmla="*/ 116305 h 1760621"/>
                <a:gd name="connsiteX92" fmla="*/ 589547 w 1868906"/>
                <a:gd name="connsiteY92" fmla="*/ 12031 h 1760621"/>
                <a:gd name="connsiteX0" fmla="*/ 589547 w 1868906"/>
                <a:gd name="connsiteY0" fmla="*/ 12031 h 1760621"/>
                <a:gd name="connsiteX1" fmla="*/ 537410 w 1868906"/>
                <a:gd name="connsiteY1" fmla="*/ 0 h 1760621"/>
                <a:gd name="connsiteX2" fmla="*/ 477253 w 1868906"/>
                <a:gd name="connsiteY2" fmla="*/ 16042 h 1760621"/>
                <a:gd name="connsiteX3" fmla="*/ 437147 w 1868906"/>
                <a:gd name="connsiteY3" fmla="*/ 4010 h 1760621"/>
                <a:gd name="connsiteX4" fmla="*/ 449179 w 1868906"/>
                <a:gd name="connsiteY4" fmla="*/ 52136 h 1760621"/>
                <a:gd name="connsiteX5" fmla="*/ 429126 w 1868906"/>
                <a:gd name="connsiteY5" fmla="*/ 84221 h 1760621"/>
                <a:gd name="connsiteX6" fmla="*/ 344905 w 1868906"/>
                <a:gd name="connsiteY6" fmla="*/ 80210 h 1760621"/>
                <a:gd name="connsiteX7" fmla="*/ 316832 w 1868906"/>
                <a:gd name="connsiteY7" fmla="*/ 100263 h 1760621"/>
                <a:gd name="connsiteX8" fmla="*/ 268705 w 1868906"/>
                <a:gd name="connsiteY8" fmla="*/ 104273 h 1760621"/>
                <a:gd name="connsiteX9" fmla="*/ 216568 w 1868906"/>
                <a:gd name="connsiteY9" fmla="*/ 68179 h 1760621"/>
                <a:gd name="connsiteX10" fmla="*/ 204537 w 1868906"/>
                <a:gd name="connsiteY10" fmla="*/ 100263 h 1760621"/>
                <a:gd name="connsiteX11" fmla="*/ 128337 w 1868906"/>
                <a:gd name="connsiteY11" fmla="*/ 128336 h 1760621"/>
                <a:gd name="connsiteX12" fmla="*/ 100263 w 1868906"/>
                <a:gd name="connsiteY12" fmla="*/ 124326 h 1760621"/>
                <a:gd name="connsiteX13" fmla="*/ 60158 w 1868906"/>
                <a:gd name="connsiteY13" fmla="*/ 140368 h 1760621"/>
                <a:gd name="connsiteX14" fmla="*/ 68179 w 1868906"/>
                <a:gd name="connsiteY14" fmla="*/ 168442 h 1760621"/>
                <a:gd name="connsiteX15" fmla="*/ 44116 w 1868906"/>
                <a:gd name="connsiteY15" fmla="*/ 184484 h 1760621"/>
                <a:gd name="connsiteX16" fmla="*/ 0 w 1868906"/>
                <a:gd name="connsiteY16" fmla="*/ 176463 h 1760621"/>
                <a:gd name="connsiteX17" fmla="*/ 36095 w 1868906"/>
                <a:gd name="connsiteY17" fmla="*/ 429126 h 1760621"/>
                <a:gd name="connsiteX18" fmla="*/ 100263 w 1868906"/>
                <a:gd name="connsiteY18" fmla="*/ 485273 h 1760621"/>
                <a:gd name="connsiteX19" fmla="*/ 132347 w 1868906"/>
                <a:gd name="connsiteY19" fmla="*/ 573505 h 1760621"/>
                <a:gd name="connsiteX20" fmla="*/ 268705 w 1868906"/>
                <a:gd name="connsiteY20" fmla="*/ 589547 h 1760621"/>
                <a:gd name="connsiteX21" fmla="*/ 308810 w 1868906"/>
                <a:gd name="connsiteY21" fmla="*/ 633663 h 1760621"/>
                <a:gd name="connsiteX22" fmla="*/ 372979 w 1868906"/>
                <a:gd name="connsiteY22" fmla="*/ 601579 h 1760621"/>
                <a:gd name="connsiteX23" fmla="*/ 417095 w 1868906"/>
                <a:gd name="connsiteY23" fmla="*/ 597568 h 1760621"/>
                <a:gd name="connsiteX24" fmla="*/ 389021 w 1868906"/>
                <a:gd name="connsiteY24" fmla="*/ 593558 h 1760621"/>
                <a:gd name="connsiteX25" fmla="*/ 332874 w 1868906"/>
                <a:gd name="connsiteY25" fmla="*/ 589547 h 1760621"/>
                <a:gd name="connsiteX26" fmla="*/ 276726 w 1868906"/>
                <a:gd name="connsiteY26" fmla="*/ 561473 h 1760621"/>
                <a:gd name="connsiteX27" fmla="*/ 256674 w 1868906"/>
                <a:gd name="connsiteY27" fmla="*/ 521368 h 1760621"/>
                <a:gd name="connsiteX28" fmla="*/ 292768 w 1868906"/>
                <a:gd name="connsiteY28" fmla="*/ 553452 h 1760621"/>
                <a:gd name="connsiteX29" fmla="*/ 328863 w 1868906"/>
                <a:gd name="connsiteY29" fmla="*/ 541421 h 1760621"/>
                <a:gd name="connsiteX30" fmla="*/ 356937 w 1868906"/>
                <a:gd name="connsiteY30" fmla="*/ 569494 h 1760621"/>
                <a:gd name="connsiteX31" fmla="*/ 397042 w 1868906"/>
                <a:gd name="connsiteY31" fmla="*/ 569494 h 1760621"/>
                <a:gd name="connsiteX32" fmla="*/ 449179 w 1868906"/>
                <a:gd name="connsiteY32" fmla="*/ 549442 h 1760621"/>
                <a:gd name="connsiteX33" fmla="*/ 453189 w 1868906"/>
                <a:gd name="connsiteY33" fmla="*/ 597568 h 1760621"/>
                <a:gd name="connsiteX34" fmla="*/ 469232 w 1868906"/>
                <a:gd name="connsiteY34" fmla="*/ 613610 h 1760621"/>
                <a:gd name="connsiteX35" fmla="*/ 521368 w 1868906"/>
                <a:gd name="connsiteY35" fmla="*/ 617621 h 1760621"/>
                <a:gd name="connsiteX36" fmla="*/ 513347 w 1868906"/>
                <a:gd name="connsiteY36" fmla="*/ 637673 h 1760621"/>
                <a:gd name="connsiteX37" fmla="*/ 453189 w 1868906"/>
                <a:gd name="connsiteY37" fmla="*/ 637673 h 1760621"/>
                <a:gd name="connsiteX38" fmla="*/ 409074 w 1868906"/>
                <a:gd name="connsiteY38" fmla="*/ 629652 h 1760621"/>
                <a:gd name="connsiteX39" fmla="*/ 324853 w 1868906"/>
                <a:gd name="connsiteY39" fmla="*/ 725905 h 1760621"/>
                <a:gd name="connsiteX40" fmla="*/ 56147 w 1868906"/>
                <a:gd name="connsiteY40" fmla="*/ 1291389 h 1760621"/>
                <a:gd name="connsiteX41" fmla="*/ 108284 w 1868906"/>
                <a:gd name="connsiteY41" fmla="*/ 1471863 h 1760621"/>
                <a:gd name="connsiteX42" fmla="*/ 184484 w 1868906"/>
                <a:gd name="connsiteY42" fmla="*/ 1640305 h 1760621"/>
                <a:gd name="connsiteX43" fmla="*/ 284747 w 1868906"/>
                <a:gd name="connsiteY43" fmla="*/ 1740568 h 1760621"/>
                <a:gd name="connsiteX44" fmla="*/ 360947 w 1868906"/>
                <a:gd name="connsiteY44" fmla="*/ 1752600 h 1760621"/>
                <a:gd name="connsiteX45" fmla="*/ 1303421 w 1868906"/>
                <a:gd name="connsiteY45" fmla="*/ 1760621 h 1760621"/>
                <a:gd name="connsiteX46" fmla="*/ 1427747 w 1868906"/>
                <a:gd name="connsiteY46" fmla="*/ 1556084 h 1760621"/>
                <a:gd name="connsiteX47" fmla="*/ 1407695 w 1868906"/>
                <a:gd name="connsiteY47" fmla="*/ 1499936 h 1760621"/>
                <a:gd name="connsiteX48" fmla="*/ 1431758 w 1868906"/>
                <a:gd name="connsiteY48" fmla="*/ 1403684 h 1760621"/>
                <a:gd name="connsiteX49" fmla="*/ 1407695 w 1868906"/>
                <a:gd name="connsiteY49" fmla="*/ 1359568 h 1760621"/>
                <a:gd name="connsiteX50" fmla="*/ 1511968 w 1868906"/>
                <a:gd name="connsiteY50" fmla="*/ 1323473 h 1760621"/>
                <a:gd name="connsiteX51" fmla="*/ 1544053 w 1868906"/>
                <a:gd name="connsiteY51" fmla="*/ 1187115 h 1760621"/>
                <a:gd name="connsiteX52" fmla="*/ 1487905 w 1868906"/>
                <a:gd name="connsiteY52" fmla="*/ 1143000 h 1760621"/>
                <a:gd name="connsiteX53" fmla="*/ 1495926 w 1868906"/>
                <a:gd name="connsiteY53" fmla="*/ 1082842 h 1760621"/>
                <a:gd name="connsiteX54" fmla="*/ 1592179 w 1868906"/>
                <a:gd name="connsiteY54" fmla="*/ 1050758 h 1760621"/>
                <a:gd name="connsiteX55" fmla="*/ 1716505 w 1868906"/>
                <a:gd name="connsiteY55" fmla="*/ 894347 h 1760621"/>
                <a:gd name="connsiteX56" fmla="*/ 1700463 w 1868906"/>
                <a:gd name="connsiteY56" fmla="*/ 798094 h 1760621"/>
                <a:gd name="connsiteX57" fmla="*/ 1816768 w 1868906"/>
                <a:gd name="connsiteY57" fmla="*/ 677779 h 1760621"/>
                <a:gd name="connsiteX58" fmla="*/ 1868906 w 1868906"/>
                <a:gd name="connsiteY58" fmla="*/ 521368 h 1760621"/>
                <a:gd name="connsiteX59" fmla="*/ 1822100 w 1868906"/>
                <a:gd name="connsiteY59" fmla="*/ 481309 h 1760621"/>
                <a:gd name="connsiteX60" fmla="*/ 1854594 w 1868906"/>
                <a:gd name="connsiteY60" fmla="*/ 485354 h 1760621"/>
                <a:gd name="connsiteX61" fmla="*/ 1752600 w 1868906"/>
                <a:gd name="connsiteY61" fmla="*/ 449179 h 1760621"/>
                <a:gd name="connsiteX62" fmla="*/ 1656347 w 1868906"/>
                <a:gd name="connsiteY62" fmla="*/ 417094 h 1760621"/>
                <a:gd name="connsiteX63" fmla="*/ 1580147 w 1868906"/>
                <a:gd name="connsiteY63" fmla="*/ 429126 h 1760621"/>
                <a:gd name="connsiteX64" fmla="*/ 1524000 w 1868906"/>
                <a:gd name="connsiteY64" fmla="*/ 489284 h 1760621"/>
                <a:gd name="connsiteX65" fmla="*/ 1524000 w 1868906"/>
                <a:gd name="connsiteY65" fmla="*/ 537410 h 1760621"/>
                <a:gd name="connsiteX66" fmla="*/ 1536032 w 1868906"/>
                <a:gd name="connsiteY66" fmla="*/ 549442 h 1760621"/>
                <a:gd name="connsiteX67" fmla="*/ 1503947 w 1868906"/>
                <a:gd name="connsiteY67" fmla="*/ 557463 h 1760621"/>
                <a:gd name="connsiteX68" fmla="*/ 1483895 w 1868906"/>
                <a:gd name="connsiteY68" fmla="*/ 545431 h 1760621"/>
                <a:gd name="connsiteX69" fmla="*/ 1371600 w 1868906"/>
                <a:gd name="connsiteY69" fmla="*/ 697831 h 1760621"/>
                <a:gd name="connsiteX70" fmla="*/ 1395663 w 1868906"/>
                <a:gd name="connsiteY70" fmla="*/ 593558 h 1760621"/>
                <a:gd name="connsiteX71" fmla="*/ 1155032 w 1868906"/>
                <a:gd name="connsiteY71" fmla="*/ 605589 h 1760621"/>
                <a:gd name="connsiteX72" fmla="*/ 1471863 w 1868906"/>
                <a:gd name="connsiteY72" fmla="*/ 533400 h 1760621"/>
                <a:gd name="connsiteX73" fmla="*/ 1524000 w 1868906"/>
                <a:gd name="connsiteY73" fmla="*/ 376989 h 1760621"/>
                <a:gd name="connsiteX74" fmla="*/ 1447800 w 1868906"/>
                <a:gd name="connsiteY74" fmla="*/ 352926 h 1760621"/>
                <a:gd name="connsiteX75" fmla="*/ 1251284 w 1868906"/>
                <a:gd name="connsiteY75" fmla="*/ 372979 h 1760621"/>
                <a:gd name="connsiteX76" fmla="*/ 1207168 w 1868906"/>
                <a:gd name="connsiteY76" fmla="*/ 501315 h 1760621"/>
                <a:gd name="connsiteX77" fmla="*/ 1167063 w 1868906"/>
                <a:gd name="connsiteY77" fmla="*/ 485273 h 1760621"/>
                <a:gd name="connsiteX78" fmla="*/ 986589 w 1868906"/>
                <a:gd name="connsiteY78" fmla="*/ 577515 h 1760621"/>
                <a:gd name="connsiteX79" fmla="*/ 966537 w 1868906"/>
                <a:gd name="connsiteY79" fmla="*/ 697831 h 1760621"/>
                <a:gd name="connsiteX80" fmla="*/ 946484 w 1868906"/>
                <a:gd name="connsiteY80" fmla="*/ 625642 h 1760621"/>
                <a:gd name="connsiteX81" fmla="*/ 970547 w 1868906"/>
                <a:gd name="connsiteY81" fmla="*/ 561473 h 1760621"/>
                <a:gd name="connsiteX82" fmla="*/ 830179 w 1868906"/>
                <a:gd name="connsiteY82" fmla="*/ 601579 h 1760621"/>
                <a:gd name="connsiteX83" fmla="*/ 962526 w 1868906"/>
                <a:gd name="connsiteY83" fmla="*/ 537410 h 1760621"/>
                <a:gd name="connsiteX84" fmla="*/ 946484 w 1868906"/>
                <a:gd name="connsiteY84" fmla="*/ 469231 h 1760621"/>
                <a:gd name="connsiteX85" fmla="*/ 922421 w 1868906"/>
                <a:gd name="connsiteY85" fmla="*/ 449179 h 1760621"/>
                <a:gd name="connsiteX86" fmla="*/ 918410 w 1868906"/>
                <a:gd name="connsiteY86" fmla="*/ 397042 h 1760621"/>
                <a:gd name="connsiteX87" fmla="*/ 830179 w 1868906"/>
                <a:gd name="connsiteY87" fmla="*/ 356936 h 1760621"/>
                <a:gd name="connsiteX88" fmla="*/ 818147 w 1868906"/>
                <a:gd name="connsiteY88" fmla="*/ 252663 h 1760621"/>
                <a:gd name="connsiteX89" fmla="*/ 774032 w 1868906"/>
                <a:gd name="connsiteY89" fmla="*/ 224589 h 1760621"/>
                <a:gd name="connsiteX90" fmla="*/ 737937 w 1868906"/>
                <a:gd name="connsiteY90" fmla="*/ 164431 h 1760621"/>
                <a:gd name="connsiteX91" fmla="*/ 605589 w 1868906"/>
                <a:gd name="connsiteY91" fmla="*/ 116305 h 1760621"/>
                <a:gd name="connsiteX92" fmla="*/ 589547 w 1868906"/>
                <a:gd name="connsiteY92" fmla="*/ 12031 h 1760621"/>
                <a:gd name="connsiteX0" fmla="*/ 589547 w 1868906"/>
                <a:gd name="connsiteY0" fmla="*/ 12031 h 1760621"/>
                <a:gd name="connsiteX1" fmla="*/ 537410 w 1868906"/>
                <a:gd name="connsiteY1" fmla="*/ 0 h 1760621"/>
                <a:gd name="connsiteX2" fmla="*/ 477253 w 1868906"/>
                <a:gd name="connsiteY2" fmla="*/ 16042 h 1760621"/>
                <a:gd name="connsiteX3" fmla="*/ 437147 w 1868906"/>
                <a:gd name="connsiteY3" fmla="*/ 4010 h 1760621"/>
                <a:gd name="connsiteX4" fmla="*/ 449179 w 1868906"/>
                <a:gd name="connsiteY4" fmla="*/ 52136 h 1760621"/>
                <a:gd name="connsiteX5" fmla="*/ 429126 w 1868906"/>
                <a:gd name="connsiteY5" fmla="*/ 84221 h 1760621"/>
                <a:gd name="connsiteX6" fmla="*/ 344905 w 1868906"/>
                <a:gd name="connsiteY6" fmla="*/ 80210 h 1760621"/>
                <a:gd name="connsiteX7" fmla="*/ 316832 w 1868906"/>
                <a:gd name="connsiteY7" fmla="*/ 100263 h 1760621"/>
                <a:gd name="connsiteX8" fmla="*/ 268705 w 1868906"/>
                <a:gd name="connsiteY8" fmla="*/ 104273 h 1760621"/>
                <a:gd name="connsiteX9" fmla="*/ 216568 w 1868906"/>
                <a:gd name="connsiteY9" fmla="*/ 68179 h 1760621"/>
                <a:gd name="connsiteX10" fmla="*/ 204537 w 1868906"/>
                <a:gd name="connsiteY10" fmla="*/ 100263 h 1760621"/>
                <a:gd name="connsiteX11" fmla="*/ 128337 w 1868906"/>
                <a:gd name="connsiteY11" fmla="*/ 128336 h 1760621"/>
                <a:gd name="connsiteX12" fmla="*/ 100263 w 1868906"/>
                <a:gd name="connsiteY12" fmla="*/ 124326 h 1760621"/>
                <a:gd name="connsiteX13" fmla="*/ 60158 w 1868906"/>
                <a:gd name="connsiteY13" fmla="*/ 140368 h 1760621"/>
                <a:gd name="connsiteX14" fmla="*/ 68179 w 1868906"/>
                <a:gd name="connsiteY14" fmla="*/ 168442 h 1760621"/>
                <a:gd name="connsiteX15" fmla="*/ 44116 w 1868906"/>
                <a:gd name="connsiteY15" fmla="*/ 184484 h 1760621"/>
                <a:gd name="connsiteX16" fmla="*/ 0 w 1868906"/>
                <a:gd name="connsiteY16" fmla="*/ 176463 h 1760621"/>
                <a:gd name="connsiteX17" fmla="*/ 36095 w 1868906"/>
                <a:gd name="connsiteY17" fmla="*/ 429126 h 1760621"/>
                <a:gd name="connsiteX18" fmla="*/ 100263 w 1868906"/>
                <a:gd name="connsiteY18" fmla="*/ 485273 h 1760621"/>
                <a:gd name="connsiteX19" fmla="*/ 132347 w 1868906"/>
                <a:gd name="connsiteY19" fmla="*/ 573505 h 1760621"/>
                <a:gd name="connsiteX20" fmla="*/ 268705 w 1868906"/>
                <a:gd name="connsiteY20" fmla="*/ 589547 h 1760621"/>
                <a:gd name="connsiteX21" fmla="*/ 308810 w 1868906"/>
                <a:gd name="connsiteY21" fmla="*/ 633663 h 1760621"/>
                <a:gd name="connsiteX22" fmla="*/ 372979 w 1868906"/>
                <a:gd name="connsiteY22" fmla="*/ 601579 h 1760621"/>
                <a:gd name="connsiteX23" fmla="*/ 417095 w 1868906"/>
                <a:gd name="connsiteY23" fmla="*/ 597568 h 1760621"/>
                <a:gd name="connsiteX24" fmla="*/ 389021 w 1868906"/>
                <a:gd name="connsiteY24" fmla="*/ 593558 h 1760621"/>
                <a:gd name="connsiteX25" fmla="*/ 332874 w 1868906"/>
                <a:gd name="connsiteY25" fmla="*/ 589547 h 1760621"/>
                <a:gd name="connsiteX26" fmla="*/ 276726 w 1868906"/>
                <a:gd name="connsiteY26" fmla="*/ 561473 h 1760621"/>
                <a:gd name="connsiteX27" fmla="*/ 256674 w 1868906"/>
                <a:gd name="connsiteY27" fmla="*/ 521368 h 1760621"/>
                <a:gd name="connsiteX28" fmla="*/ 292768 w 1868906"/>
                <a:gd name="connsiteY28" fmla="*/ 553452 h 1760621"/>
                <a:gd name="connsiteX29" fmla="*/ 328863 w 1868906"/>
                <a:gd name="connsiteY29" fmla="*/ 541421 h 1760621"/>
                <a:gd name="connsiteX30" fmla="*/ 356937 w 1868906"/>
                <a:gd name="connsiteY30" fmla="*/ 569494 h 1760621"/>
                <a:gd name="connsiteX31" fmla="*/ 397042 w 1868906"/>
                <a:gd name="connsiteY31" fmla="*/ 569494 h 1760621"/>
                <a:gd name="connsiteX32" fmla="*/ 449179 w 1868906"/>
                <a:gd name="connsiteY32" fmla="*/ 549442 h 1760621"/>
                <a:gd name="connsiteX33" fmla="*/ 453189 w 1868906"/>
                <a:gd name="connsiteY33" fmla="*/ 597568 h 1760621"/>
                <a:gd name="connsiteX34" fmla="*/ 469232 w 1868906"/>
                <a:gd name="connsiteY34" fmla="*/ 613610 h 1760621"/>
                <a:gd name="connsiteX35" fmla="*/ 521368 w 1868906"/>
                <a:gd name="connsiteY35" fmla="*/ 617621 h 1760621"/>
                <a:gd name="connsiteX36" fmla="*/ 513347 w 1868906"/>
                <a:gd name="connsiteY36" fmla="*/ 637673 h 1760621"/>
                <a:gd name="connsiteX37" fmla="*/ 453189 w 1868906"/>
                <a:gd name="connsiteY37" fmla="*/ 637673 h 1760621"/>
                <a:gd name="connsiteX38" fmla="*/ 409074 w 1868906"/>
                <a:gd name="connsiteY38" fmla="*/ 629652 h 1760621"/>
                <a:gd name="connsiteX39" fmla="*/ 324853 w 1868906"/>
                <a:gd name="connsiteY39" fmla="*/ 725905 h 1760621"/>
                <a:gd name="connsiteX40" fmla="*/ 56147 w 1868906"/>
                <a:gd name="connsiteY40" fmla="*/ 1291389 h 1760621"/>
                <a:gd name="connsiteX41" fmla="*/ 108284 w 1868906"/>
                <a:gd name="connsiteY41" fmla="*/ 1471863 h 1760621"/>
                <a:gd name="connsiteX42" fmla="*/ 184484 w 1868906"/>
                <a:gd name="connsiteY42" fmla="*/ 1640305 h 1760621"/>
                <a:gd name="connsiteX43" fmla="*/ 284747 w 1868906"/>
                <a:gd name="connsiteY43" fmla="*/ 1740568 h 1760621"/>
                <a:gd name="connsiteX44" fmla="*/ 360947 w 1868906"/>
                <a:gd name="connsiteY44" fmla="*/ 1752600 h 1760621"/>
                <a:gd name="connsiteX45" fmla="*/ 1303421 w 1868906"/>
                <a:gd name="connsiteY45" fmla="*/ 1760621 h 1760621"/>
                <a:gd name="connsiteX46" fmla="*/ 1427747 w 1868906"/>
                <a:gd name="connsiteY46" fmla="*/ 1556084 h 1760621"/>
                <a:gd name="connsiteX47" fmla="*/ 1407695 w 1868906"/>
                <a:gd name="connsiteY47" fmla="*/ 1499936 h 1760621"/>
                <a:gd name="connsiteX48" fmla="*/ 1431758 w 1868906"/>
                <a:gd name="connsiteY48" fmla="*/ 1403684 h 1760621"/>
                <a:gd name="connsiteX49" fmla="*/ 1407695 w 1868906"/>
                <a:gd name="connsiteY49" fmla="*/ 1359568 h 1760621"/>
                <a:gd name="connsiteX50" fmla="*/ 1511968 w 1868906"/>
                <a:gd name="connsiteY50" fmla="*/ 1323473 h 1760621"/>
                <a:gd name="connsiteX51" fmla="*/ 1544053 w 1868906"/>
                <a:gd name="connsiteY51" fmla="*/ 1187115 h 1760621"/>
                <a:gd name="connsiteX52" fmla="*/ 1487905 w 1868906"/>
                <a:gd name="connsiteY52" fmla="*/ 1143000 h 1760621"/>
                <a:gd name="connsiteX53" fmla="*/ 1495926 w 1868906"/>
                <a:gd name="connsiteY53" fmla="*/ 1082842 h 1760621"/>
                <a:gd name="connsiteX54" fmla="*/ 1592179 w 1868906"/>
                <a:gd name="connsiteY54" fmla="*/ 1050758 h 1760621"/>
                <a:gd name="connsiteX55" fmla="*/ 1716505 w 1868906"/>
                <a:gd name="connsiteY55" fmla="*/ 894347 h 1760621"/>
                <a:gd name="connsiteX56" fmla="*/ 1700463 w 1868906"/>
                <a:gd name="connsiteY56" fmla="*/ 798094 h 1760621"/>
                <a:gd name="connsiteX57" fmla="*/ 1816768 w 1868906"/>
                <a:gd name="connsiteY57" fmla="*/ 677779 h 1760621"/>
                <a:gd name="connsiteX58" fmla="*/ 1868906 w 1868906"/>
                <a:gd name="connsiteY58" fmla="*/ 521368 h 1760621"/>
                <a:gd name="connsiteX59" fmla="*/ 1843930 w 1868906"/>
                <a:gd name="connsiteY59" fmla="*/ 501350 h 1760621"/>
                <a:gd name="connsiteX60" fmla="*/ 1822100 w 1868906"/>
                <a:gd name="connsiteY60" fmla="*/ 481309 h 1760621"/>
                <a:gd name="connsiteX61" fmla="*/ 1854594 w 1868906"/>
                <a:gd name="connsiteY61" fmla="*/ 485354 h 1760621"/>
                <a:gd name="connsiteX62" fmla="*/ 1752600 w 1868906"/>
                <a:gd name="connsiteY62" fmla="*/ 449179 h 1760621"/>
                <a:gd name="connsiteX63" fmla="*/ 1656347 w 1868906"/>
                <a:gd name="connsiteY63" fmla="*/ 417094 h 1760621"/>
                <a:gd name="connsiteX64" fmla="*/ 1580147 w 1868906"/>
                <a:gd name="connsiteY64" fmla="*/ 429126 h 1760621"/>
                <a:gd name="connsiteX65" fmla="*/ 1524000 w 1868906"/>
                <a:gd name="connsiteY65" fmla="*/ 489284 h 1760621"/>
                <a:gd name="connsiteX66" fmla="*/ 1524000 w 1868906"/>
                <a:gd name="connsiteY66" fmla="*/ 537410 h 1760621"/>
                <a:gd name="connsiteX67" fmla="*/ 1536032 w 1868906"/>
                <a:gd name="connsiteY67" fmla="*/ 549442 h 1760621"/>
                <a:gd name="connsiteX68" fmla="*/ 1503947 w 1868906"/>
                <a:gd name="connsiteY68" fmla="*/ 557463 h 1760621"/>
                <a:gd name="connsiteX69" fmla="*/ 1483895 w 1868906"/>
                <a:gd name="connsiteY69" fmla="*/ 545431 h 1760621"/>
                <a:gd name="connsiteX70" fmla="*/ 1371600 w 1868906"/>
                <a:gd name="connsiteY70" fmla="*/ 697831 h 1760621"/>
                <a:gd name="connsiteX71" fmla="*/ 1395663 w 1868906"/>
                <a:gd name="connsiteY71" fmla="*/ 593558 h 1760621"/>
                <a:gd name="connsiteX72" fmla="*/ 1155032 w 1868906"/>
                <a:gd name="connsiteY72" fmla="*/ 605589 h 1760621"/>
                <a:gd name="connsiteX73" fmla="*/ 1471863 w 1868906"/>
                <a:gd name="connsiteY73" fmla="*/ 533400 h 1760621"/>
                <a:gd name="connsiteX74" fmla="*/ 1524000 w 1868906"/>
                <a:gd name="connsiteY74" fmla="*/ 376989 h 1760621"/>
                <a:gd name="connsiteX75" fmla="*/ 1447800 w 1868906"/>
                <a:gd name="connsiteY75" fmla="*/ 352926 h 1760621"/>
                <a:gd name="connsiteX76" fmla="*/ 1251284 w 1868906"/>
                <a:gd name="connsiteY76" fmla="*/ 372979 h 1760621"/>
                <a:gd name="connsiteX77" fmla="*/ 1207168 w 1868906"/>
                <a:gd name="connsiteY77" fmla="*/ 501315 h 1760621"/>
                <a:gd name="connsiteX78" fmla="*/ 1167063 w 1868906"/>
                <a:gd name="connsiteY78" fmla="*/ 485273 h 1760621"/>
                <a:gd name="connsiteX79" fmla="*/ 986589 w 1868906"/>
                <a:gd name="connsiteY79" fmla="*/ 577515 h 1760621"/>
                <a:gd name="connsiteX80" fmla="*/ 966537 w 1868906"/>
                <a:gd name="connsiteY80" fmla="*/ 697831 h 1760621"/>
                <a:gd name="connsiteX81" fmla="*/ 946484 w 1868906"/>
                <a:gd name="connsiteY81" fmla="*/ 625642 h 1760621"/>
                <a:gd name="connsiteX82" fmla="*/ 970547 w 1868906"/>
                <a:gd name="connsiteY82" fmla="*/ 561473 h 1760621"/>
                <a:gd name="connsiteX83" fmla="*/ 830179 w 1868906"/>
                <a:gd name="connsiteY83" fmla="*/ 601579 h 1760621"/>
                <a:gd name="connsiteX84" fmla="*/ 962526 w 1868906"/>
                <a:gd name="connsiteY84" fmla="*/ 537410 h 1760621"/>
                <a:gd name="connsiteX85" fmla="*/ 946484 w 1868906"/>
                <a:gd name="connsiteY85" fmla="*/ 469231 h 1760621"/>
                <a:gd name="connsiteX86" fmla="*/ 922421 w 1868906"/>
                <a:gd name="connsiteY86" fmla="*/ 449179 h 1760621"/>
                <a:gd name="connsiteX87" fmla="*/ 918410 w 1868906"/>
                <a:gd name="connsiteY87" fmla="*/ 397042 h 1760621"/>
                <a:gd name="connsiteX88" fmla="*/ 830179 w 1868906"/>
                <a:gd name="connsiteY88" fmla="*/ 356936 h 1760621"/>
                <a:gd name="connsiteX89" fmla="*/ 818147 w 1868906"/>
                <a:gd name="connsiteY89" fmla="*/ 252663 h 1760621"/>
                <a:gd name="connsiteX90" fmla="*/ 774032 w 1868906"/>
                <a:gd name="connsiteY90" fmla="*/ 224589 h 1760621"/>
                <a:gd name="connsiteX91" fmla="*/ 737937 w 1868906"/>
                <a:gd name="connsiteY91" fmla="*/ 164431 h 1760621"/>
                <a:gd name="connsiteX92" fmla="*/ 605589 w 1868906"/>
                <a:gd name="connsiteY92" fmla="*/ 116305 h 1760621"/>
                <a:gd name="connsiteX93" fmla="*/ 589547 w 1868906"/>
                <a:gd name="connsiteY93" fmla="*/ 12031 h 1760621"/>
                <a:gd name="connsiteX0" fmla="*/ 589547 w 1872588"/>
                <a:gd name="connsiteY0" fmla="*/ 12031 h 1760621"/>
                <a:gd name="connsiteX1" fmla="*/ 537410 w 1872588"/>
                <a:gd name="connsiteY1" fmla="*/ 0 h 1760621"/>
                <a:gd name="connsiteX2" fmla="*/ 477253 w 1872588"/>
                <a:gd name="connsiteY2" fmla="*/ 16042 h 1760621"/>
                <a:gd name="connsiteX3" fmla="*/ 437147 w 1872588"/>
                <a:gd name="connsiteY3" fmla="*/ 4010 h 1760621"/>
                <a:gd name="connsiteX4" fmla="*/ 449179 w 1872588"/>
                <a:gd name="connsiteY4" fmla="*/ 52136 h 1760621"/>
                <a:gd name="connsiteX5" fmla="*/ 429126 w 1872588"/>
                <a:gd name="connsiteY5" fmla="*/ 84221 h 1760621"/>
                <a:gd name="connsiteX6" fmla="*/ 344905 w 1872588"/>
                <a:gd name="connsiteY6" fmla="*/ 80210 h 1760621"/>
                <a:gd name="connsiteX7" fmla="*/ 316832 w 1872588"/>
                <a:gd name="connsiteY7" fmla="*/ 100263 h 1760621"/>
                <a:gd name="connsiteX8" fmla="*/ 268705 w 1872588"/>
                <a:gd name="connsiteY8" fmla="*/ 104273 h 1760621"/>
                <a:gd name="connsiteX9" fmla="*/ 216568 w 1872588"/>
                <a:gd name="connsiteY9" fmla="*/ 68179 h 1760621"/>
                <a:gd name="connsiteX10" fmla="*/ 204537 w 1872588"/>
                <a:gd name="connsiteY10" fmla="*/ 100263 h 1760621"/>
                <a:gd name="connsiteX11" fmla="*/ 128337 w 1872588"/>
                <a:gd name="connsiteY11" fmla="*/ 128336 h 1760621"/>
                <a:gd name="connsiteX12" fmla="*/ 100263 w 1872588"/>
                <a:gd name="connsiteY12" fmla="*/ 124326 h 1760621"/>
                <a:gd name="connsiteX13" fmla="*/ 60158 w 1872588"/>
                <a:gd name="connsiteY13" fmla="*/ 140368 h 1760621"/>
                <a:gd name="connsiteX14" fmla="*/ 68179 w 1872588"/>
                <a:gd name="connsiteY14" fmla="*/ 168442 h 1760621"/>
                <a:gd name="connsiteX15" fmla="*/ 44116 w 1872588"/>
                <a:gd name="connsiteY15" fmla="*/ 184484 h 1760621"/>
                <a:gd name="connsiteX16" fmla="*/ 0 w 1872588"/>
                <a:gd name="connsiteY16" fmla="*/ 176463 h 1760621"/>
                <a:gd name="connsiteX17" fmla="*/ 36095 w 1872588"/>
                <a:gd name="connsiteY17" fmla="*/ 429126 h 1760621"/>
                <a:gd name="connsiteX18" fmla="*/ 100263 w 1872588"/>
                <a:gd name="connsiteY18" fmla="*/ 485273 h 1760621"/>
                <a:gd name="connsiteX19" fmla="*/ 132347 w 1872588"/>
                <a:gd name="connsiteY19" fmla="*/ 573505 h 1760621"/>
                <a:gd name="connsiteX20" fmla="*/ 268705 w 1872588"/>
                <a:gd name="connsiteY20" fmla="*/ 589547 h 1760621"/>
                <a:gd name="connsiteX21" fmla="*/ 308810 w 1872588"/>
                <a:gd name="connsiteY21" fmla="*/ 633663 h 1760621"/>
                <a:gd name="connsiteX22" fmla="*/ 372979 w 1872588"/>
                <a:gd name="connsiteY22" fmla="*/ 601579 h 1760621"/>
                <a:gd name="connsiteX23" fmla="*/ 417095 w 1872588"/>
                <a:gd name="connsiteY23" fmla="*/ 597568 h 1760621"/>
                <a:gd name="connsiteX24" fmla="*/ 389021 w 1872588"/>
                <a:gd name="connsiteY24" fmla="*/ 593558 h 1760621"/>
                <a:gd name="connsiteX25" fmla="*/ 332874 w 1872588"/>
                <a:gd name="connsiteY25" fmla="*/ 589547 h 1760621"/>
                <a:gd name="connsiteX26" fmla="*/ 276726 w 1872588"/>
                <a:gd name="connsiteY26" fmla="*/ 561473 h 1760621"/>
                <a:gd name="connsiteX27" fmla="*/ 256674 w 1872588"/>
                <a:gd name="connsiteY27" fmla="*/ 521368 h 1760621"/>
                <a:gd name="connsiteX28" fmla="*/ 292768 w 1872588"/>
                <a:gd name="connsiteY28" fmla="*/ 553452 h 1760621"/>
                <a:gd name="connsiteX29" fmla="*/ 328863 w 1872588"/>
                <a:gd name="connsiteY29" fmla="*/ 541421 h 1760621"/>
                <a:gd name="connsiteX30" fmla="*/ 356937 w 1872588"/>
                <a:gd name="connsiteY30" fmla="*/ 569494 h 1760621"/>
                <a:gd name="connsiteX31" fmla="*/ 397042 w 1872588"/>
                <a:gd name="connsiteY31" fmla="*/ 569494 h 1760621"/>
                <a:gd name="connsiteX32" fmla="*/ 449179 w 1872588"/>
                <a:gd name="connsiteY32" fmla="*/ 549442 h 1760621"/>
                <a:gd name="connsiteX33" fmla="*/ 453189 w 1872588"/>
                <a:gd name="connsiteY33" fmla="*/ 597568 h 1760621"/>
                <a:gd name="connsiteX34" fmla="*/ 469232 w 1872588"/>
                <a:gd name="connsiteY34" fmla="*/ 613610 h 1760621"/>
                <a:gd name="connsiteX35" fmla="*/ 521368 w 1872588"/>
                <a:gd name="connsiteY35" fmla="*/ 617621 h 1760621"/>
                <a:gd name="connsiteX36" fmla="*/ 513347 w 1872588"/>
                <a:gd name="connsiteY36" fmla="*/ 637673 h 1760621"/>
                <a:gd name="connsiteX37" fmla="*/ 453189 w 1872588"/>
                <a:gd name="connsiteY37" fmla="*/ 637673 h 1760621"/>
                <a:gd name="connsiteX38" fmla="*/ 409074 w 1872588"/>
                <a:gd name="connsiteY38" fmla="*/ 629652 h 1760621"/>
                <a:gd name="connsiteX39" fmla="*/ 324853 w 1872588"/>
                <a:gd name="connsiteY39" fmla="*/ 725905 h 1760621"/>
                <a:gd name="connsiteX40" fmla="*/ 56147 w 1872588"/>
                <a:gd name="connsiteY40" fmla="*/ 1291389 h 1760621"/>
                <a:gd name="connsiteX41" fmla="*/ 108284 w 1872588"/>
                <a:gd name="connsiteY41" fmla="*/ 1471863 h 1760621"/>
                <a:gd name="connsiteX42" fmla="*/ 184484 w 1872588"/>
                <a:gd name="connsiteY42" fmla="*/ 1640305 h 1760621"/>
                <a:gd name="connsiteX43" fmla="*/ 284747 w 1872588"/>
                <a:gd name="connsiteY43" fmla="*/ 1740568 h 1760621"/>
                <a:gd name="connsiteX44" fmla="*/ 360947 w 1872588"/>
                <a:gd name="connsiteY44" fmla="*/ 1752600 h 1760621"/>
                <a:gd name="connsiteX45" fmla="*/ 1303421 w 1872588"/>
                <a:gd name="connsiteY45" fmla="*/ 1760621 h 1760621"/>
                <a:gd name="connsiteX46" fmla="*/ 1427747 w 1872588"/>
                <a:gd name="connsiteY46" fmla="*/ 1556084 h 1760621"/>
                <a:gd name="connsiteX47" fmla="*/ 1407695 w 1872588"/>
                <a:gd name="connsiteY47" fmla="*/ 1499936 h 1760621"/>
                <a:gd name="connsiteX48" fmla="*/ 1431758 w 1872588"/>
                <a:gd name="connsiteY48" fmla="*/ 1403684 h 1760621"/>
                <a:gd name="connsiteX49" fmla="*/ 1407695 w 1872588"/>
                <a:gd name="connsiteY49" fmla="*/ 1359568 h 1760621"/>
                <a:gd name="connsiteX50" fmla="*/ 1511968 w 1872588"/>
                <a:gd name="connsiteY50" fmla="*/ 1323473 h 1760621"/>
                <a:gd name="connsiteX51" fmla="*/ 1544053 w 1872588"/>
                <a:gd name="connsiteY51" fmla="*/ 1187115 h 1760621"/>
                <a:gd name="connsiteX52" fmla="*/ 1487905 w 1872588"/>
                <a:gd name="connsiteY52" fmla="*/ 1143000 h 1760621"/>
                <a:gd name="connsiteX53" fmla="*/ 1495926 w 1872588"/>
                <a:gd name="connsiteY53" fmla="*/ 1082842 h 1760621"/>
                <a:gd name="connsiteX54" fmla="*/ 1592179 w 1872588"/>
                <a:gd name="connsiteY54" fmla="*/ 1050758 h 1760621"/>
                <a:gd name="connsiteX55" fmla="*/ 1716505 w 1872588"/>
                <a:gd name="connsiteY55" fmla="*/ 894347 h 1760621"/>
                <a:gd name="connsiteX56" fmla="*/ 1700463 w 1872588"/>
                <a:gd name="connsiteY56" fmla="*/ 798094 h 1760621"/>
                <a:gd name="connsiteX57" fmla="*/ 1816768 w 1872588"/>
                <a:gd name="connsiteY57" fmla="*/ 677779 h 1760621"/>
                <a:gd name="connsiteX58" fmla="*/ 1868906 w 1872588"/>
                <a:gd name="connsiteY58" fmla="*/ 521368 h 1760621"/>
                <a:gd name="connsiteX59" fmla="*/ 1843930 w 1872588"/>
                <a:gd name="connsiteY59" fmla="*/ 501350 h 1760621"/>
                <a:gd name="connsiteX60" fmla="*/ 1822100 w 1872588"/>
                <a:gd name="connsiteY60" fmla="*/ 481309 h 1760621"/>
                <a:gd name="connsiteX61" fmla="*/ 1854594 w 1872588"/>
                <a:gd name="connsiteY61" fmla="*/ 485354 h 1760621"/>
                <a:gd name="connsiteX62" fmla="*/ 1752600 w 1872588"/>
                <a:gd name="connsiteY62" fmla="*/ 449179 h 1760621"/>
                <a:gd name="connsiteX63" fmla="*/ 1656347 w 1872588"/>
                <a:gd name="connsiteY63" fmla="*/ 417094 h 1760621"/>
                <a:gd name="connsiteX64" fmla="*/ 1580147 w 1872588"/>
                <a:gd name="connsiteY64" fmla="*/ 429126 h 1760621"/>
                <a:gd name="connsiteX65" fmla="*/ 1524000 w 1872588"/>
                <a:gd name="connsiteY65" fmla="*/ 489284 h 1760621"/>
                <a:gd name="connsiteX66" fmla="*/ 1524000 w 1872588"/>
                <a:gd name="connsiteY66" fmla="*/ 537410 h 1760621"/>
                <a:gd name="connsiteX67" fmla="*/ 1536032 w 1872588"/>
                <a:gd name="connsiteY67" fmla="*/ 549442 h 1760621"/>
                <a:gd name="connsiteX68" fmla="*/ 1503947 w 1872588"/>
                <a:gd name="connsiteY68" fmla="*/ 557463 h 1760621"/>
                <a:gd name="connsiteX69" fmla="*/ 1483895 w 1872588"/>
                <a:gd name="connsiteY69" fmla="*/ 545431 h 1760621"/>
                <a:gd name="connsiteX70" fmla="*/ 1371600 w 1872588"/>
                <a:gd name="connsiteY70" fmla="*/ 697831 h 1760621"/>
                <a:gd name="connsiteX71" fmla="*/ 1395663 w 1872588"/>
                <a:gd name="connsiteY71" fmla="*/ 593558 h 1760621"/>
                <a:gd name="connsiteX72" fmla="*/ 1155032 w 1872588"/>
                <a:gd name="connsiteY72" fmla="*/ 605589 h 1760621"/>
                <a:gd name="connsiteX73" fmla="*/ 1471863 w 1872588"/>
                <a:gd name="connsiteY73" fmla="*/ 533400 h 1760621"/>
                <a:gd name="connsiteX74" fmla="*/ 1524000 w 1872588"/>
                <a:gd name="connsiteY74" fmla="*/ 376989 h 1760621"/>
                <a:gd name="connsiteX75" fmla="*/ 1447800 w 1872588"/>
                <a:gd name="connsiteY75" fmla="*/ 352926 h 1760621"/>
                <a:gd name="connsiteX76" fmla="*/ 1251284 w 1872588"/>
                <a:gd name="connsiteY76" fmla="*/ 372979 h 1760621"/>
                <a:gd name="connsiteX77" fmla="*/ 1207168 w 1872588"/>
                <a:gd name="connsiteY77" fmla="*/ 501315 h 1760621"/>
                <a:gd name="connsiteX78" fmla="*/ 1167063 w 1872588"/>
                <a:gd name="connsiteY78" fmla="*/ 485273 h 1760621"/>
                <a:gd name="connsiteX79" fmla="*/ 986589 w 1872588"/>
                <a:gd name="connsiteY79" fmla="*/ 577515 h 1760621"/>
                <a:gd name="connsiteX80" fmla="*/ 966537 w 1872588"/>
                <a:gd name="connsiteY80" fmla="*/ 697831 h 1760621"/>
                <a:gd name="connsiteX81" fmla="*/ 946484 w 1872588"/>
                <a:gd name="connsiteY81" fmla="*/ 625642 h 1760621"/>
                <a:gd name="connsiteX82" fmla="*/ 970547 w 1872588"/>
                <a:gd name="connsiteY82" fmla="*/ 561473 h 1760621"/>
                <a:gd name="connsiteX83" fmla="*/ 830179 w 1872588"/>
                <a:gd name="connsiteY83" fmla="*/ 601579 h 1760621"/>
                <a:gd name="connsiteX84" fmla="*/ 962526 w 1872588"/>
                <a:gd name="connsiteY84" fmla="*/ 537410 h 1760621"/>
                <a:gd name="connsiteX85" fmla="*/ 946484 w 1872588"/>
                <a:gd name="connsiteY85" fmla="*/ 469231 h 1760621"/>
                <a:gd name="connsiteX86" fmla="*/ 922421 w 1872588"/>
                <a:gd name="connsiteY86" fmla="*/ 449179 h 1760621"/>
                <a:gd name="connsiteX87" fmla="*/ 918410 w 1872588"/>
                <a:gd name="connsiteY87" fmla="*/ 397042 h 1760621"/>
                <a:gd name="connsiteX88" fmla="*/ 830179 w 1872588"/>
                <a:gd name="connsiteY88" fmla="*/ 356936 h 1760621"/>
                <a:gd name="connsiteX89" fmla="*/ 818147 w 1872588"/>
                <a:gd name="connsiteY89" fmla="*/ 252663 h 1760621"/>
                <a:gd name="connsiteX90" fmla="*/ 774032 w 1872588"/>
                <a:gd name="connsiteY90" fmla="*/ 224589 h 1760621"/>
                <a:gd name="connsiteX91" fmla="*/ 737937 w 1872588"/>
                <a:gd name="connsiteY91" fmla="*/ 164431 h 1760621"/>
                <a:gd name="connsiteX92" fmla="*/ 605589 w 1872588"/>
                <a:gd name="connsiteY92" fmla="*/ 116305 h 1760621"/>
                <a:gd name="connsiteX93" fmla="*/ 589547 w 1872588"/>
                <a:gd name="connsiteY93" fmla="*/ 12031 h 1760621"/>
                <a:gd name="connsiteX0" fmla="*/ 589547 w 1886081"/>
                <a:gd name="connsiteY0" fmla="*/ 12031 h 1760621"/>
                <a:gd name="connsiteX1" fmla="*/ 537410 w 1886081"/>
                <a:gd name="connsiteY1" fmla="*/ 0 h 1760621"/>
                <a:gd name="connsiteX2" fmla="*/ 477253 w 1886081"/>
                <a:gd name="connsiteY2" fmla="*/ 16042 h 1760621"/>
                <a:gd name="connsiteX3" fmla="*/ 437147 w 1886081"/>
                <a:gd name="connsiteY3" fmla="*/ 4010 h 1760621"/>
                <a:gd name="connsiteX4" fmla="*/ 449179 w 1886081"/>
                <a:gd name="connsiteY4" fmla="*/ 52136 h 1760621"/>
                <a:gd name="connsiteX5" fmla="*/ 429126 w 1886081"/>
                <a:gd name="connsiteY5" fmla="*/ 84221 h 1760621"/>
                <a:gd name="connsiteX6" fmla="*/ 344905 w 1886081"/>
                <a:gd name="connsiteY6" fmla="*/ 80210 h 1760621"/>
                <a:gd name="connsiteX7" fmla="*/ 316832 w 1886081"/>
                <a:gd name="connsiteY7" fmla="*/ 100263 h 1760621"/>
                <a:gd name="connsiteX8" fmla="*/ 268705 w 1886081"/>
                <a:gd name="connsiteY8" fmla="*/ 104273 h 1760621"/>
                <a:gd name="connsiteX9" fmla="*/ 216568 w 1886081"/>
                <a:gd name="connsiteY9" fmla="*/ 68179 h 1760621"/>
                <a:gd name="connsiteX10" fmla="*/ 204537 w 1886081"/>
                <a:gd name="connsiteY10" fmla="*/ 100263 h 1760621"/>
                <a:gd name="connsiteX11" fmla="*/ 128337 w 1886081"/>
                <a:gd name="connsiteY11" fmla="*/ 128336 h 1760621"/>
                <a:gd name="connsiteX12" fmla="*/ 100263 w 1886081"/>
                <a:gd name="connsiteY12" fmla="*/ 124326 h 1760621"/>
                <a:gd name="connsiteX13" fmla="*/ 60158 w 1886081"/>
                <a:gd name="connsiteY13" fmla="*/ 140368 h 1760621"/>
                <a:gd name="connsiteX14" fmla="*/ 68179 w 1886081"/>
                <a:gd name="connsiteY14" fmla="*/ 168442 h 1760621"/>
                <a:gd name="connsiteX15" fmla="*/ 44116 w 1886081"/>
                <a:gd name="connsiteY15" fmla="*/ 184484 h 1760621"/>
                <a:gd name="connsiteX16" fmla="*/ 0 w 1886081"/>
                <a:gd name="connsiteY16" fmla="*/ 176463 h 1760621"/>
                <a:gd name="connsiteX17" fmla="*/ 36095 w 1886081"/>
                <a:gd name="connsiteY17" fmla="*/ 429126 h 1760621"/>
                <a:gd name="connsiteX18" fmla="*/ 100263 w 1886081"/>
                <a:gd name="connsiteY18" fmla="*/ 485273 h 1760621"/>
                <a:gd name="connsiteX19" fmla="*/ 132347 w 1886081"/>
                <a:gd name="connsiteY19" fmla="*/ 573505 h 1760621"/>
                <a:gd name="connsiteX20" fmla="*/ 268705 w 1886081"/>
                <a:gd name="connsiteY20" fmla="*/ 589547 h 1760621"/>
                <a:gd name="connsiteX21" fmla="*/ 308810 w 1886081"/>
                <a:gd name="connsiteY21" fmla="*/ 633663 h 1760621"/>
                <a:gd name="connsiteX22" fmla="*/ 372979 w 1886081"/>
                <a:gd name="connsiteY22" fmla="*/ 601579 h 1760621"/>
                <a:gd name="connsiteX23" fmla="*/ 417095 w 1886081"/>
                <a:gd name="connsiteY23" fmla="*/ 597568 h 1760621"/>
                <a:gd name="connsiteX24" fmla="*/ 389021 w 1886081"/>
                <a:gd name="connsiteY24" fmla="*/ 593558 h 1760621"/>
                <a:gd name="connsiteX25" fmla="*/ 332874 w 1886081"/>
                <a:gd name="connsiteY25" fmla="*/ 589547 h 1760621"/>
                <a:gd name="connsiteX26" fmla="*/ 276726 w 1886081"/>
                <a:gd name="connsiteY26" fmla="*/ 561473 h 1760621"/>
                <a:gd name="connsiteX27" fmla="*/ 256674 w 1886081"/>
                <a:gd name="connsiteY27" fmla="*/ 521368 h 1760621"/>
                <a:gd name="connsiteX28" fmla="*/ 292768 w 1886081"/>
                <a:gd name="connsiteY28" fmla="*/ 553452 h 1760621"/>
                <a:gd name="connsiteX29" fmla="*/ 328863 w 1886081"/>
                <a:gd name="connsiteY29" fmla="*/ 541421 h 1760621"/>
                <a:gd name="connsiteX30" fmla="*/ 356937 w 1886081"/>
                <a:gd name="connsiteY30" fmla="*/ 569494 h 1760621"/>
                <a:gd name="connsiteX31" fmla="*/ 397042 w 1886081"/>
                <a:gd name="connsiteY31" fmla="*/ 569494 h 1760621"/>
                <a:gd name="connsiteX32" fmla="*/ 449179 w 1886081"/>
                <a:gd name="connsiteY32" fmla="*/ 549442 h 1760621"/>
                <a:gd name="connsiteX33" fmla="*/ 453189 w 1886081"/>
                <a:gd name="connsiteY33" fmla="*/ 597568 h 1760621"/>
                <a:gd name="connsiteX34" fmla="*/ 469232 w 1886081"/>
                <a:gd name="connsiteY34" fmla="*/ 613610 h 1760621"/>
                <a:gd name="connsiteX35" fmla="*/ 521368 w 1886081"/>
                <a:gd name="connsiteY35" fmla="*/ 617621 h 1760621"/>
                <a:gd name="connsiteX36" fmla="*/ 513347 w 1886081"/>
                <a:gd name="connsiteY36" fmla="*/ 637673 h 1760621"/>
                <a:gd name="connsiteX37" fmla="*/ 453189 w 1886081"/>
                <a:gd name="connsiteY37" fmla="*/ 637673 h 1760621"/>
                <a:gd name="connsiteX38" fmla="*/ 409074 w 1886081"/>
                <a:gd name="connsiteY38" fmla="*/ 629652 h 1760621"/>
                <a:gd name="connsiteX39" fmla="*/ 324853 w 1886081"/>
                <a:gd name="connsiteY39" fmla="*/ 725905 h 1760621"/>
                <a:gd name="connsiteX40" fmla="*/ 56147 w 1886081"/>
                <a:gd name="connsiteY40" fmla="*/ 1291389 h 1760621"/>
                <a:gd name="connsiteX41" fmla="*/ 108284 w 1886081"/>
                <a:gd name="connsiteY41" fmla="*/ 1471863 h 1760621"/>
                <a:gd name="connsiteX42" fmla="*/ 184484 w 1886081"/>
                <a:gd name="connsiteY42" fmla="*/ 1640305 h 1760621"/>
                <a:gd name="connsiteX43" fmla="*/ 284747 w 1886081"/>
                <a:gd name="connsiteY43" fmla="*/ 1740568 h 1760621"/>
                <a:gd name="connsiteX44" fmla="*/ 360947 w 1886081"/>
                <a:gd name="connsiteY44" fmla="*/ 1752600 h 1760621"/>
                <a:gd name="connsiteX45" fmla="*/ 1303421 w 1886081"/>
                <a:gd name="connsiteY45" fmla="*/ 1760621 h 1760621"/>
                <a:gd name="connsiteX46" fmla="*/ 1427747 w 1886081"/>
                <a:gd name="connsiteY46" fmla="*/ 1556084 h 1760621"/>
                <a:gd name="connsiteX47" fmla="*/ 1407695 w 1886081"/>
                <a:gd name="connsiteY47" fmla="*/ 1499936 h 1760621"/>
                <a:gd name="connsiteX48" fmla="*/ 1431758 w 1886081"/>
                <a:gd name="connsiteY48" fmla="*/ 1403684 h 1760621"/>
                <a:gd name="connsiteX49" fmla="*/ 1407695 w 1886081"/>
                <a:gd name="connsiteY49" fmla="*/ 1359568 h 1760621"/>
                <a:gd name="connsiteX50" fmla="*/ 1511968 w 1886081"/>
                <a:gd name="connsiteY50" fmla="*/ 1323473 h 1760621"/>
                <a:gd name="connsiteX51" fmla="*/ 1544053 w 1886081"/>
                <a:gd name="connsiteY51" fmla="*/ 1187115 h 1760621"/>
                <a:gd name="connsiteX52" fmla="*/ 1487905 w 1886081"/>
                <a:gd name="connsiteY52" fmla="*/ 1143000 h 1760621"/>
                <a:gd name="connsiteX53" fmla="*/ 1495926 w 1886081"/>
                <a:gd name="connsiteY53" fmla="*/ 1082842 h 1760621"/>
                <a:gd name="connsiteX54" fmla="*/ 1592179 w 1886081"/>
                <a:gd name="connsiteY54" fmla="*/ 1050758 h 1760621"/>
                <a:gd name="connsiteX55" fmla="*/ 1716505 w 1886081"/>
                <a:gd name="connsiteY55" fmla="*/ 894347 h 1760621"/>
                <a:gd name="connsiteX56" fmla="*/ 1700463 w 1886081"/>
                <a:gd name="connsiteY56" fmla="*/ 798094 h 1760621"/>
                <a:gd name="connsiteX57" fmla="*/ 1816768 w 1886081"/>
                <a:gd name="connsiteY57" fmla="*/ 677779 h 1760621"/>
                <a:gd name="connsiteX58" fmla="*/ 1868906 w 1886081"/>
                <a:gd name="connsiteY58" fmla="*/ 521368 h 1760621"/>
                <a:gd name="connsiteX59" fmla="*/ 1843930 w 1886081"/>
                <a:gd name="connsiteY59" fmla="*/ 501350 h 1760621"/>
                <a:gd name="connsiteX60" fmla="*/ 1886081 w 1886081"/>
                <a:gd name="connsiteY60" fmla="*/ 430658 h 1760621"/>
                <a:gd name="connsiteX61" fmla="*/ 1854594 w 1886081"/>
                <a:gd name="connsiteY61" fmla="*/ 485354 h 1760621"/>
                <a:gd name="connsiteX62" fmla="*/ 1752600 w 1886081"/>
                <a:gd name="connsiteY62" fmla="*/ 449179 h 1760621"/>
                <a:gd name="connsiteX63" fmla="*/ 1656347 w 1886081"/>
                <a:gd name="connsiteY63" fmla="*/ 417094 h 1760621"/>
                <a:gd name="connsiteX64" fmla="*/ 1580147 w 1886081"/>
                <a:gd name="connsiteY64" fmla="*/ 429126 h 1760621"/>
                <a:gd name="connsiteX65" fmla="*/ 1524000 w 1886081"/>
                <a:gd name="connsiteY65" fmla="*/ 489284 h 1760621"/>
                <a:gd name="connsiteX66" fmla="*/ 1524000 w 1886081"/>
                <a:gd name="connsiteY66" fmla="*/ 537410 h 1760621"/>
                <a:gd name="connsiteX67" fmla="*/ 1536032 w 1886081"/>
                <a:gd name="connsiteY67" fmla="*/ 549442 h 1760621"/>
                <a:gd name="connsiteX68" fmla="*/ 1503947 w 1886081"/>
                <a:gd name="connsiteY68" fmla="*/ 557463 h 1760621"/>
                <a:gd name="connsiteX69" fmla="*/ 1483895 w 1886081"/>
                <a:gd name="connsiteY69" fmla="*/ 545431 h 1760621"/>
                <a:gd name="connsiteX70" fmla="*/ 1371600 w 1886081"/>
                <a:gd name="connsiteY70" fmla="*/ 697831 h 1760621"/>
                <a:gd name="connsiteX71" fmla="*/ 1395663 w 1886081"/>
                <a:gd name="connsiteY71" fmla="*/ 593558 h 1760621"/>
                <a:gd name="connsiteX72" fmla="*/ 1155032 w 1886081"/>
                <a:gd name="connsiteY72" fmla="*/ 605589 h 1760621"/>
                <a:gd name="connsiteX73" fmla="*/ 1471863 w 1886081"/>
                <a:gd name="connsiteY73" fmla="*/ 533400 h 1760621"/>
                <a:gd name="connsiteX74" fmla="*/ 1524000 w 1886081"/>
                <a:gd name="connsiteY74" fmla="*/ 376989 h 1760621"/>
                <a:gd name="connsiteX75" fmla="*/ 1447800 w 1886081"/>
                <a:gd name="connsiteY75" fmla="*/ 352926 h 1760621"/>
                <a:gd name="connsiteX76" fmla="*/ 1251284 w 1886081"/>
                <a:gd name="connsiteY76" fmla="*/ 372979 h 1760621"/>
                <a:gd name="connsiteX77" fmla="*/ 1207168 w 1886081"/>
                <a:gd name="connsiteY77" fmla="*/ 501315 h 1760621"/>
                <a:gd name="connsiteX78" fmla="*/ 1167063 w 1886081"/>
                <a:gd name="connsiteY78" fmla="*/ 485273 h 1760621"/>
                <a:gd name="connsiteX79" fmla="*/ 986589 w 1886081"/>
                <a:gd name="connsiteY79" fmla="*/ 577515 h 1760621"/>
                <a:gd name="connsiteX80" fmla="*/ 966537 w 1886081"/>
                <a:gd name="connsiteY80" fmla="*/ 697831 h 1760621"/>
                <a:gd name="connsiteX81" fmla="*/ 946484 w 1886081"/>
                <a:gd name="connsiteY81" fmla="*/ 625642 h 1760621"/>
                <a:gd name="connsiteX82" fmla="*/ 970547 w 1886081"/>
                <a:gd name="connsiteY82" fmla="*/ 561473 h 1760621"/>
                <a:gd name="connsiteX83" fmla="*/ 830179 w 1886081"/>
                <a:gd name="connsiteY83" fmla="*/ 601579 h 1760621"/>
                <a:gd name="connsiteX84" fmla="*/ 962526 w 1886081"/>
                <a:gd name="connsiteY84" fmla="*/ 537410 h 1760621"/>
                <a:gd name="connsiteX85" fmla="*/ 946484 w 1886081"/>
                <a:gd name="connsiteY85" fmla="*/ 469231 h 1760621"/>
                <a:gd name="connsiteX86" fmla="*/ 922421 w 1886081"/>
                <a:gd name="connsiteY86" fmla="*/ 449179 h 1760621"/>
                <a:gd name="connsiteX87" fmla="*/ 918410 w 1886081"/>
                <a:gd name="connsiteY87" fmla="*/ 397042 h 1760621"/>
                <a:gd name="connsiteX88" fmla="*/ 830179 w 1886081"/>
                <a:gd name="connsiteY88" fmla="*/ 356936 h 1760621"/>
                <a:gd name="connsiteX89" fmla="*/ 818147 w 1886081"/>
                <a:gd name="connsiteY89" fmla="*/ 252663 h 1760621"/>
                <a:gd name="connsiteX90" fmla="*/ 774032 w 1886081"/>
                <a:gd name="connsiteY90" fmla="*/ 224589 h 1760621"/>
                <a:gd name="connsiteX91" fmla="*/ 737937 w 1886081"/>
                <a:gd name="connsiteY91" fmla="*/ 164431 h 1760621"/>
                <a:gd name="connsiteX92" fmla="*/ 605589 w 1886081"/>
                <a:gd name="connsiteY92" fmla="*/ 116305 h 1760621"/>
                <a:gd name="connsiteX93" fmla="*/ 589547 w 1886081"/>
                <a:gd name="connsiteY93" fmla="*/ 12031 h 1760621"/>
                <a:gd name="connsiteX0" fmla="*/ 589547 w 1949297"/>
                <a:gd name="connsiteY0" fmla="*/ 12031 h 1760621"/>
                <a:gd name="connsiteX1" fmla="*/ 537410 w 1949297"/>
                <a:gd name="connsiteY1" fmla="*/ 0 h 1760621"/>
                <a:gd name="connsiteX2" fmla="*/ 477253 w 1949297"/>
                <a:gd name="connsiteY2" fmla="*/ 16042 h 1760621"/>
                <a:gd name="connsiteX3" fmla="*/ 437147 w 1949297"/>
                <a:gd name="connsiteY3" fmla="*/ 4010 h 1760621"/>
                <a:gd name="connsiteX4" fmla="*/ 449179 w 1949297"/>
                <a:gd name="connsiteY4" fmla="*/ 52136 h 1760621"/>
                <a:gd name="connsiteX5" fmla="*/ 429126 w 1949297"/>
                <a:gd name="connsiteY5" fmla="*/ 84221 h 1760621"/>
                <a:gd name="connsiteX6" fmla="*/ 344905 w 1949297"/>
                <a:gd name="connsiteY6" fmla="*/ 80210 h 1760621"/>
                <a:gd name="connsiteX7" fmla="*/ 316832 w 1949297"/>
                <a:gd name="connsiteY7" fmla="*/ 100263 h 1760621"/>
                <a:gd name="connsiteX8" fmla="*/ 268705 w 1949297"/>
                <a:gd name="connsiteY8" fmla="*/ 104273 h 1760621"/>
                <a:gd name="connsiteX9" fmla="*/ 216568 w 1949297"/>
                <a:gd name="connsiteY9" fmla="*/ 68179 h 1760621"/>
                <a:gd name="connsiteX10" fmla="*/ 204537 w 1949297"/>
                <a:gd name="connsiteY10" fmla="*/ 100263 h 1760621"/>
                <a:gd name="connsiteX11" fmla="*/ 128337 w 1949297"/>
                <a:gd name="connsiteY11" fmla="*/ 128336 h 1760621"/>
                <a:gd name="connsiteX12" fmla="*/ 100263 w 1949297"/>
                <a:gd name="connsiteY12" fmla="*/ 124326 h 1760621"/>
                <a:gd name="connsiteX13" fmla="*/ 60158 w 1949297"/>
                <a:gd name="connsiteY13" fmla="*/ 140368 h 1760621"/>
                <a:gd name="connsiteX14" fmla="*/ 68179 w 1949297"/>
                <a:gd name="connsiteY14" fmla="*/ 168442 h 1760621"/>
                <a:gd name="connsiteX15" fmla="*/ 44116 w 1949297"/>
                <a:gd name="connsiteY15" fmla="*/ 184484 h 1760621"/>
                <a:gd name="connsiteX16" fmla="*/ 0 w 1949297"/>
                <a:gd name="connsiteY16" fmla="*/ 176463 h 1760621"/>
                <a:gd name="connsiteX17" fmla="*/ 36095 w 1949297"/>
                <a:gd name="connsiteY17" fmla="*/ 429126 h 1760621"/>
                <a:gd name="connsiteX18" fmla="*/ 100263 w 1949297"/>
                <a:gd name="connsiteY18" fmla="*/ 485273 h 1760621"/>
                <a:gd name="connsiteX19" fmla="*/ 132347 w 1949297"/>
                <a:gd name="connsiteY19" fmla="*/ 573505 h 1760621"/>
                <a:gd name="connsiteX20" fmla="*/ 268705 w 1949297"/>
                <a:gd name="connsiteY20" fmla="*/ 589547 h 1760621"/>
                <a:gd name="connsiteX21" fmla="*/ 308810 w 1949297"/>
                <a:gd name="connsiteY21" fmla="*/ 633663 h 1760621"/>
                <a:gd name="connsiteX22" fmla="*/ 372979 w 1949297"/>
                <a:gd name="connsiteY22" fmla="*/ 601579 h 1760621"/>
                <a:gd name="connsiteX23" fmla="*/ 417095 w 1949297"/>
                <a:gd name="connsiteY23" fmla="*/ 597568 h 1760621"/>
                <a:gd name="connsiteX24" fmla="*/ 389021 w 1949297"/>
                <a:gd name="connsiteY24" fmla="*/ 593558 h 1760621"/>
                <a:gd name="connsiteX25" fmla="*/ 332874 w 1949297"/>
                <a:gd name="connsiteY25" fmla="*/ 589547 h 1760621"/>
                <a:gd name="connsiteX26" fmla="*/ 276726 w 1949297"/>
                <a:gd name="connsiteY26" fmla="*/ 561473 h 1760621"/>
                <a:gd name="connsiteX27" fmla="*/ 256674 w 1949297"/>
                <a:gd name="connsiteY27" fmla="*/ 521368 h 1760621"/>
                <a:gd name="connsiteX28" fmla="*/ 292768 w 1949297"/>
                <a:gd name="connsiteY28" fmla="*/ 553452 h 1760621"/>
                <a:gd name="connsiteX29" fmla="*/ 328863 w 1949297"/>
                <a:gd name="connsiteY29" fmla="*/ 541421 h 1760621"/>
                <a:gd name="connsiteX30" fmla="*/ 356937 w 1949297"/>
                <a:gd name="connsiteY30" fmla="*/ 569494 h 1760621"/>
                <a:gd name="connsiteX31" fmla="*/ 397042 w 1949297"/>
                <a:gd name="connsiteY31" fmla="*/ 569494 h 1760621"/>
                <a:gd name="connsiteX32" fmla="*/ 449179 w 1949297"/>
                <a:gd name="connsiteY32" fmla="*/ 549442 h 1760621"/>
                <a:gd name="connsiteX33" fmla="*/ 453189 w 1949297"/>
                <a:gd name="connsiteY33" fmla="*/ 597568 h 1760621"/>
                <a:gd name="connsiteX34" fmla="*/ 469232 w 1949297"/>
                <a:gd name="connsiteY34" fmla="*/ 613610 h 1760621"/>
                <a:gd name="connsiteX35" fmla="*/ 521368 w 1949297"/>
                <a:gd name="connsiteY35" fmla="*/ 617621 h 1760621"/>
                <a:gd name="connsiteX36" fmla="*/ 513347 w 1949297"/>
                <a:gd name="connsiteY36" fmla="*/ 637673 h 1760621"/>
                <a:gd name="connsiteX37" fmla="*/ 453189 w 1949297"/>
                <a:gd name="connsiteY37" fmla="*/ 637673 h 1760621"/>
                <a:gd name="connsiteX38" fmla="*/ 409074 w 1949297"/>
                <a:gd name="connsiteY38" fmla="*/ 629652 h 1760621"/>
                <a:gd name="connsiteX39" fmla="*/ 324853 w 1949297"/>
                <a:gd name="connsiteY39" fmla="*/ 725905 h 1760621"/>
                <a:gd name="connsiteX40" fmla="*/ 56147 w 1949297"/>
                <a:gd name="connsiteY40" fmla="*/ 1291389 h 1760621"/>
                <a:gd name="connsiteX41" fmla="*/ 108284 w 1949297"/>
                <a:gd name="connsiteY41" fmla="*/ 1471863 h 1760621"/>
                <a:gd name="connsiteX42" fmla="*/ 184484 w 1949297"/>
                <a:gd name="connsiteY42" fmla="*/ 1640305 h 1760621"/>
                <a:gd name="connsiteX43" fmla="*/ 284747 w 1949297"/>
                <a:gd name="connsiteY43" fmla="*/ 1740568 h 1760621"/>
                <a:gd name="connsiteX44" fmla="*/ 360947 w 1949297"/>
                <a:gd name="connsiteY44" fmla="*/ 1752600 h 1760621"/>
                <a:gd name="connsiteX45" fmla="*/ 1303421 w 1949297"/>
                <a:gd name="connsiteY45" fmla="*/ 1760621 h 1760621"/>
                <a:gd name="connsiteX46" fmla="*/ 1427747 w 1949297"/>
                <a:gd name="connsiteY46" fmla="*/ 1556084 h 1760621"/>
                <a:gd name="connsiteX47" fmla="*/ 1407695 w 1949297"/>
                <a:gd name="connsiteY47" fmla="*/ 1499936 h 1760621"/>
                <a:gd name="connsiteX48" fmla="*/ 1431758 w 1949297"/>
                <a:gd name="connsiteY48" fmla="*/ 1403684 h 1760621"/>
                <a:gd name="connsiteX49" fmla="*/ 1407695 w 1949297"/>
                <a:gd name="connsiteY49" fmla="*/ 1359568 h 1760621"/>
                <a:gd name="connsiteX50" fmla="*/ 1511968 w 1949297"/>
                <a:gd name="connsiteY50" fmla="*/ 1323473 h 1760621"/>
                <a:gd name="connsiteX51" fmla="*/ 1544053 w 1949297"/>
                <a:gd name="connsiteY51" fmla="*/ 1187115 h 1760621"/>
                <a:gd name="connsiteX52" fmla="*/ 1487905 w 1949297"/>
                <a:gd name="connsiteY52" fmla="*/ 1143000 h 1760621"/>
                <a:gd name="connsiteX53" fmla="*/ 1495926 w 1949297"/>
                <a:gd name="connsiteY53" fmla="*/ 1082842 h 1760621"/>
                <a:gd name="connsiteX54" fmla="*/ 1592179 w 1949297"/>
                <a:gd name="connsiteY54" fmla="*/ 1050758 h 1760621"/>
                <a:gd name="connsiteX55" fmla="*/ 1716505 w 1949297"/>
                <a:gd name="connsiteY55" fmla="*/ 894347 h 1760621"/>
                <a:gd name="connsiteX56" fmla="*/ 1700463 w 1949297"/>
                <a:gd name="connsiteY56" fmla="*/ 798094 h 1760621"/>
                <a:gd name="connsiteX57" fmla="*/ 1816768 w 1949297"/>
                <a:gd name="connsiteY57" fmla="*/ 677779 h 1760621"/>
                <a:gd name="connsiteX58" fmla="*/ 1868906 w 1949297"/>
                <a:gd name="connsiteY58" fmla="*/ 521368 h 1760621"/>
                <a:gd name="connsiteX59" fmla="*/ 1937236 w 1949297"/>
                <a:gd name="connsiteY59" fmla="*/ 469359 h 1760621"/>
                <a:gd name="connsiteX60" fmla="*/ 1886081 w 1949297"/>
                <a:gd name="connsiteY60" fmla="*/ 430658 h 1760621"/>
                <a:gd name="connsiteX61" fmla="*/ 1854594 w 1949297"/>
                <a:gd name="connsiteY61" fmla="*/ 485354 h 1760621"/>
                <a:gd name="connsiteX62" fmla="*/ 1752600 w 1949297"/>
                <a:gd name="connsiteY62" fmla="*/ 449179 h 1760621"/>
                <a:gd name="connsiteX63" fmla="*/ 1656347 w 1949297"/>
                <a:gd name="connsiteY63" fmla="*/ 417094 h 1760621"/>
                <a:gd name="connsiteX64" fmla="*/ 1580147 w 1949297"/>
                <a:gd name="connsiteY64" fmla="*/ 429126 h 1760621"/>
                <a:gd name="connsiteX65" fmla="*/ 1524000 w 1949297"/>
                <a:gd name="connsiteY65" fmla="*/ 489284 h 1760621"/>
                <a:gd name="connsiteX66" fmla="*/ 1524000 w 1949297"/>
                <a:gd name="connsiteY66" fmla="*/ 537410 h 1760621"/>
                <a:gd name="connsiteX67" fmla="*/ 1536032 w 1949297"/>
                <a:gd name="connsiteY67" fmla="*/ 549442 h 1760621"/>
                <a:gd name="connsiteX68" fmla="*/ 1503947 w 1949297"/>
                <a:gd name="connsiteY68" fmla="*/ 557463 h 1760621"/>
                <a:gd name="connsiteX69" fmla="*/ 1483895 w 1949297"/>
                <a:gd name="connsiteY69" fmla="*/ 545431 h 1760621"/>
                <a:gd name="connsiteX70" fmla="*/ 1371600 w 1949297"/>
                <a:gd name="connsiteY70" fmla="*/ 697831 h 1760621"/>
                <a:gd name="connsiteX71" fmla="*/ 1395663 w 1949297"/>
                <a:gd name="connsiteY71" fmla="*/ 593558 h 1760621"/>
                <a:gd name="connsiteX72" fmla="*/ 1155032 w 1949297"/>
                <a:gd name="connsiteY72" fmla="*/ 605589 h 1760621"/>
                <a:gd name="connsiteX73" fmla="*/ 1471863 w 1949297"/>
                <a:gd name="connsiteY73" fmla="*/ 533400 h 1760621"/>
                <a:gd name="connsiteX74" fmla="*/ 1524000 w 1949297"/>
                <a:gd name="connsiteY74" fmla="*/ 376989 h 1760621"/>
                <a:gd name="connsiteX75" fmla="*/ 1447800 w 1949297"/>
                <a:gd name="connsiteY75" fmla="*/ 352926 h 1760621"/>
                <a:gd name="connsiteX76" fmla="*/ 1251284 w 1949297"/>
                <a:gd name="connsiteY76" fmla="*/ 372979 h 1760621"/>
                <a:gd name="connsiteX77" fmla="*/ 1207168 w 1949297"/>
                <a:gd name="connsiteY77" fmla="*/ 501315 h 1760621"/>
                <a:gd name="connsiteX78" fmla="*/ 1167063 w 1949297"/>
                <a:gd name="connsiteY78" fmla="*/ 485273 h 1760621"/>
                <a:gd name="connsiteX79" fmla="*/ 986589 w 1949297"/>
                <a:gd name="connsiteY79" fmla="*/ 577515 h 1760621"/>
                <a:gd name="connsiteX80" fmla="*/ 966537 w 1949297"/>
                <a:gd name="connsiteY80" fmla="*/ 697831 h 1760621"/>
                <a:gd name="connsiteX81" fmla="*/ 946484 w 1949297"/>
                <a:gd name="connsiteY81" fmla="*/ 625642 h 1760621"/>
                <a:gd name="connsiteX82" fmla="*/ 970547 w 1949297"/>
                <a:gd name="connsiteY82" fmla="*/ 561473 h 1760621"/>
                <a:gd name="connsiteX83" fmla="*/ 830179 w 1949297"/>
                <a:gd name="connsiteY83" fmla="*/ 601579 h 1760621"/>
                <a:gd name="connsiteX84" fmla="*/ 962526 w 1949297"/>
                <a:gd name="connsiteY84" fmla="*/ 537410 h 1760621"/>
                <a:gd name="connsiteX85" fmla="*/ 946484 w 1949297"/>
                <a:gd name="connsiteY85" fmla="*/ 469231 h 1760621"/>
                <a:gd name="connsiteX86" fmla="*/ 922421 w 1949297"/>
                <a:gd name="connsiteY86" fmla="*/ 449179 h 1760621"/>
                <a:gd name="connsiteX87" fmla="*/ 918410 w 1949297"/>
                <a:gd name="connsiteY87" fmla="*/ 397042 h 1760621"/>
                <a:gd name="connsiteX88" fmla="*/ 830179 w 1949297"/>
                <a:gd name="connsiteY88" fmla="*/ 356936 h 1760621"/>
                <a:gd name="connsiteX89" fmla="*/ 818147 w 1949297"/>
                <a:gd name="connsiteY89" fmla="*/ 252663 h 1760621"/>
                <a:gd name="connsiteX90" fmla="*/ 774032 w 1949297"/>
                <a:gd name="connsiteY90" fmla="*/ 224589 h 1760621"/>
                <a:gd name="connsiteX91" fmla="*/ 737937 w 1949297"/>
                <a:gd name="connsiteY91" fmla="*/ 164431 h 1760621"/>
                <a:gd name="connsiteX92" fmla="*/ 605589 w 1949297"/>
                <a:gd name="connsiteY92" fmla="*/ 116305 h 1760621"/>
                <a:gd name="connsiteX93" fmla="*/ 589547 w 1949297"/>
                <a:gd name="connsiteY93" fmla="*/ 12031 h 1760621"/>
                <a:gd name="connsiteX0" fmla="*/ 589547 w 1949297"/>
                <a:gd name="connsiteY0" fmla="*/ 12031 h 1760621"/>
                <a:gd name="connsiteX1" fmla="*/ 537410 w 1949297"/>
                <a:gd name="connsiteY1" fmla="*/ 0 h 1760621"/>
                <a:gd name="connsiteX2" fmla="*/ 477253 w 1949297"/>
                <a:gd name="connsiteY2" fmla="*/ 16042 h 1760621"/>
                <a:gd name="connsiteX3" fmla="*/ 437147 w 1949297"/>
                <a:gd name="connsiteY3" fmla="*/ 4010 h 1760621"/>
                <a:gd name="connsiteX4" fmla="*/ 449179 w 1949297"/>
                <a:gd name="connsiteY4" fmla="*/ 52136 h 1760621"/>
                <a:gd name="connsiteX5" fmla="*/ 429126 w 1949297"/>
                <a:gd name="connsiteY5" fmla="*/ 84221 h 1760621"/>
                <a:gd name="connsiteX6" fmla="*/ 344905 w 1949297"/>
                <a:gd name="connsiteY6" fmla="*/ 80210 h 1760621"/>
                <a:gd name="connsiteX7" fmla="*/ 316832 w 1949297"/>
                <a:gd name="connsiteY7" fmla="*/ 100263 h 1760621"/>
                <a:gd name="connsiteX8" fmla="*/ 268705 w 1949297"/>
                <a:gd name="connsiteY8" fmla="*/ 104273 h 1760621"/>
                <a:gd name="connsiteX9" fmla="*/ 216568 w 1949297"/>
                <a:gd name="connsiteY9" fmla="*/ 68179 h 1760621"/>
                <a:gd name="connsiteX10" fmla="*/ 204537 w 1949297"/>
                <a:gd name="connsiteY10" fmla="*/ 100263 h 1760621"/>
                <a:gd name="connsiteX11" fmla="*/ 128337 w 1949297"/>
                <a:gd name="connsiteY11" fmla="*/ 128336 h 1760621"/>
                <a:gd name="connsiteX12" fmla="*/ 100263 w 1949297"/>
                <a:gd name="connsiteY12" fmla="*/ 124326 h 1760621"/>
                <a:gd name="connsiteX13" fmla="*/ 60158 w 1949297"/>
                <a:gd name="connsiteY13" fmla="*/ 140368 h 1760621"/>
                <a:gd name="connsiteX14" fmla="*/ 68179 w 1949297"/>
                <a:gd name="connsiteY14" fmla="*/ 168442 h 1760621"/>
                <a:gd name="connsiteX15" fmla="*/ 44116 w 1949297"/>
                <a:gd name="connsiteY15" fmla="*/ 184484 h 1760621"/>
                <a:gd name="connsiteX16" fmla="*/ 0 w 1949297"/>
                <a:gd name="connsiteY16" fmla="*/ 176463 h 1760621"/>
                <a:gd name="connsiteX17" fmla="*/ 36095 w 1949297"/>
                <a:gd name="connsiteY17" fmla="*/ 429126 h 1760621"/>
                <a:gd name="connsiteX18" fmla="*/ 100263 w 1949297"/>
                <a:gd name="connsiteY18" fmla="*/ 485273 h 1760621"/>
                <a:gd name="connsiteX19" fmla="*/ 132347 w 1949297"/>
                <a:gd name="connsiteY19" fmla="*/ 573505 h 1760621"/>
                <a:gd name="connsiteX20" fmla="*/ 268705 w 1949297"/>
                <a:gd name="connsiteY20" fmla="*/ 589547 h 1760621"/>
                <a:gd name="connsiteX21" fmla="*/ 308810 w 1949297"/>
                <a:gd name="connsiteY21" fmla="*/ 633663 h 1760621"/>
                <a:gd name="connsiteX22" fmla="*/ 372979 w 1949297"/>
                <a:gd name="connsiteY22" fmla="*/ 601579 h 1760621"/>
                <a:gd name="connsiteX23" fmla="*/ 417095 w 1949297"/>
                <a:gd name="connsiteY23" fmla="*/ 597568 h 1760621"/>
                <a:gd name="connsiteX24" fmla="*/ 389021 w 1949297"/>
                <a:gd name="connsiteY24" fmla="*/ 593558 h 1760621"/>
                <a:gd name="connsiteX25" fmla="*/ 332874 w 1949297"/>
                <a:gd name="connsiteY25" fmla="*/ 589547 h 1760621"/>
                <a:gd name="connsiteX26" fmla="*/ 276726 w 1949297"/>
                <a:gd name="connsiteY26" fmla="*/ 561473 h 1760621"/>
                <a:gd name="connsiteX27" fmla="*/ 256674 w 1949297"/>
                <a:gd name="connsiteY27" fmla="*/ 521368 h 1760621"/>
                <a:gd name="connsiteX28" fmla="*/ 292768 w 1949297"/>
                <a:gd name="connsiteY28" fmla="*/ 553452 h 1760621"/>
                <a:gd name="connsiteX29" fmla="*/ 328863 w 1949297"/>
                <a:gd name="connsiteY29" fmla="*/ 541421 h 1760621"/>
                <a:gd name="connsiteX30" fmla="*/ 356937 w 1949297"/>
                <a:gd name="connsiteY30" fmla="*/ 569494 h 1760621"/>
                <a:gd name="connsiteX31" fmla="*/ 397042 w 1949297"/>
                <a:gd name="connsiteY31" fmla="*/ 569494 h 1760621"/>
                <a:gd name="connsiteX32" fmla="*/ 449179 w 1949297"/>
                <a:gd name="connsiteY32" fmla="*/ 549442 h 1760621"/>
                <a:gd name="connsiteX33" fmla="*/ 453189 w 1949297"/>
                <a:gd name="connsiteY33" fmla="*/ 597568 h 1760621"/>
                <a:gd name="connsiteX34" fmla="*/ 469232 w 1949297"/>
                <a:gd name="connsiteY34" fmla="*/ 613610 h 1760621"/>
                <a:gd name="connsiteX35" fmla="*/ 521368 w 1949297"/>
                <a:gd name="connsiteY35" fmla="*/ 617621 h 1760621"/>
                <a:gd name="connsiteX36" fmla="*/ 513347 w 1949297"/>
                <a:gd name="connsiteY36" fmla="*/ 637673 h 1760621"/>
                <a:gd name="connsiteX37" fmla="*/ 453189 w 1949297"/>
                <a:gd name="connsiteY37" fmla="*/ 637673 h 1760621"/>
                <a:gd name="connsiteX38" fmla="*/ 409074 w 1949297"/>
                <a:gd name="connsiteY38" fmla="*/ 629652 h 1760621"/>
                <a:gd name="connsiteX39" fmla="*/ 324853 w 1949297"/>
                <a:gd name="connsiteY39" fmla="*/ 725905 h 1760621"/>
                <a:gd name="connsiteX40" fmla="*/ 56147 w 1949297"/>
                <a:gd name="connsiteY40" fmla="*/ 1291389 h 1760621"/>
                <a:gd name="connsiteX41" fmla="*/ 108284 w 1949297"/>
                <a:gd name="connsiteY41" fmla="*/ 1471863 h 1760621"/>
                <a:gd name="connsiteX42" fmla="*/ 184484 w 1949297"/>
                <a:gd name="connsiteY42" fmla="*/ 1640305 h 1760621"/>
                <a:gd name="connsiteX43" fmla="*/ 284747 w 1949297"/>
                <a:gd name="connsiteY43" fmla="*/ 1740568 h 1760621"/>
                <a:gd name="connsiteX44" fmla="*/ 360947 w 1949297"/>
                <a:gd name="connsiteY44" fmla="*/ 1752600 h 1760621"/>
                <a:gd name="connsiteX45" fmla="*/ 1303421 w 1949297"/>
                <a:gd name="connsiteY45" fmla="*/ 1760621 h 1760621"/>
                <a:gd name="connsiteX46" fmla="*/ 1427747 w 1949297"/>
                <a:gd name="connsiteY46" fmla="*/ 1556084 h 1760621"/>
                <a:gd name="connsiteX47" fmla="*/ 1407695 w 1949297"/>
                <a:gd name="connsiteY47" fmla="*/ 1499936 h 1760621"/>
                <a:gd name="connsiteX48" fmla="*/ 1431758 w 1949297"/>
                <a:gd name="connsiteY48" fmla="*/ 1403684 h 1760621"/>
                <a:gd name="connsiteX49" fmla="*/ 1407695 w 1949297"/>
                <a:gd name="connsiteY49" fmla="*/ 1359568 h 1760621"/>
                <a:gd name="connsiteX50" fmla="*/ 1511968 w 1949297"/>
                <a:gd name="connsiteY50" fmla="*/ 1323473 h 1760621"/>
                <a:gd name="connsiteX51" fmla="*/ 1544053 w 1949297"/>
                <a:gd name="connsiteY51" fmla="*/ 1187115 h 1760621"/>
                <a:gd name="connsiteX52" fmla="*/ 1487905 w 1949297"/>
                <a:gd name="connsiteY52" fmla="*/ 1143000 h 1760621"/>
                <a:gd name="connsiteX53" fmla="*/ 1495926 w 1949297"/>
                <a:gd name="connsiteY53" fmla="*/ 1082842 h 1760621"/>
                <a:gd name="connsiteX54" fmla="*/ 1592179 w 1949297"/>
                <a:gd name="connsiteY54" fmla="*/ 1050758 h 1760621"/>
                <a:gd name="connsiteX55" fmla="*/ 1716505 w 1949297"/>
                <a:gd name="connsiteY55" fmla="*/ 894347 h 1760621"/>
                <a:gd name="connsiteX56" fmla="*/ 1700463 w 1949297"/>
                <a:gd name="connsiteY56" fmla="*/ 798094 h 1760621"/>
                <a:gd name="connsiteX57" fmla="*/ 1816768 w 1949297"/>
                <a:gd name="connsiteY57" fmla="*/ 677779 h 1760621"/>
                <a:gd name="connsiteX58" fmla="*/ 1868906 w 1949297"/>
                <a:gd name="connsiteY58" fmla="*/ 521368 h 1760621"/>
                <a:gd name="connsiteX59" fmla="*/ 1937236 w 1949297"/>
                <a:gd name="connsiteY59" fmla="*/ 469359 h 1760621"/>
                <a:gd name="connsiteX60" fmla="*/ 1886081 w 1949297"/>
                <a:gd name="connsiteY60" fmla="*/ 430658 h 1760621"/>
                <a:gd name="connsiteX61" fmla="*/ 1817271 w 1949297"/>
                <a:gd name="connsiteY61" fmla="*/ 450698 h 1760621"/>
                <a:gd name="connsiteX62" fmla="*/ 1752600 w 1949297"/>
                <a:gd name="connsiteY62" fmla="*/ 449179 h 1760621"/>
                <a:gd name="connsiteX63" fmla="*/ 1656347 w 1949297"/>
                <a:gd name="connsiteY63" fmla="*/ 417094 h 1760621"/>
                <a:gd name="connsiteX64" fmla="*/ 1580147 w 1949297"/>
                <a:gd name="connsiteY64" fmla="*/ 429126 h 1760621"/>
                <a:gd name="connsiteX65" fmla="*/ 1524000 w 1949297"/>
                <a:gd name="connsiteY65" fmla="*/ 489284 h 1760621"/>
                <a:gd name="connsiteX66" fmla="*/ 1524000 w 1949297"/>
                <a:gd name="connsiteY66" fmla="*/ 537410 h 1760621"/>
                <a:gd name="connsiteX67" fmla="*/ 1536032 w 1949297"/>
                <a:gd name="connsiteY67" fmla="*/ 549442 h 1760621"/>
                <a:gd name="connsiteX68" fmla="*/ 1503947 w 1949297"/>
                <a:gd name="connsiteY68" fmla="*/ 557463 h 1760621"/>
                <a:gd name="connsiteX69" fmla="*/ 1483895 w 1949297"/>
                <a:gd name="connsiteY69" fmla="*/ 545431 h 1760621"/>
                <a:gd name="connsiteX70" fmla="*/ 1371600 w 1949297"/>
                <a:gd name="connsiteY70" fmla="*/ 697831 h 1760621"/>
                <a:gd name="connsiteX71" fmla="*/ 1395663 w 1949297"/>
                <a:gd name="connsiteY71" fmla="*/ 593558 h 1760621"/>
                <a:gd name="connsiteX72" fmla="*/ 1155032 w 1949297"/>
                <a:gd name="connsiteY72" fmla="*/ 605589 h 1760621"/>
                <a:gd name="connsiteX73" fmla="*/ 1471863 w 1949297"/>
                <a:gd name="connsiteY73" fmla="*/ 533400 h 1760621"/>
                <a:gd name="connsiteX74" fmla="*/ 1524000 w 1949297"/>
                <a:gd name="connsiteY74" fmla="*/ 376989 h 1760621"/>
                <a:gd name="connsiteX75" fmla="*/ 1447800 w 1949297"/>
                <a:gd name="connsiteY75" fmla="*/ 352926 h 1760621"/>
                <a:gd name="connsiteX76" fmla="*/ 1251284 w 1949297"/>
                <a:gd name="connsiteY76" fmla="*/ 372979 h 1760621"/>
                <a:gd name="connsiteX77" fmla="*/ 1207168 w 1949297"/>
                <a:gd name="connsiteY77" fmla="*/ 501315 h 1760621"/>
                <a:gd name="connsiteX78" fmla="*/ 1167063 w 1949297"/>
                <a:gd name="connsiteY78" fmla="*/ 485273 h 1760621"/>
                <a:gd name="connsiteX79" fmla="*/ 986589 w 1949297"/>
                <a:gd name="connsiteY79" fmla="*/ 577515 h 1760621"/>
                <a:gd name="connsiteX80" fmla="*/ 966537 w 1949297"/>
                <a:gd name="connsiteY80" fmla="*/ 697831 h 1760621"/>
                <a:gd name="connsiteX81" fmla="*/ 946484 w 1949297"/>
                <a:gd name="connsiteY81" fmla="*/ 625642 h 1760621"/>
                <a:gd name="connsiteX82" fmla="*/ 970547 w 1949297"/>
                <a:gd name="connsiteY82" fmla="*/ 561473 h 1760621"/>
                <a:gd name="connsiteX83" fmla="*/ 830179 w 1949297"/>
                <a:gd name="connsiteY83" fmla="*/ 601579 h 1760621"/>
                <a:gd name="connsiteX84" fmla="*/ 962526 w 1949297"/>
                <a:gd name="connsiteY84" fmla="*/ 537410 h 1760621"/>
                <a:gd name="connsiteX85" fmla="*/ 946484 w 1949297"/>
                <a:gd name="connsiteY85" fmla="*/ 469231 h 1760621"/>
                <a:gd name="connsiteX86" fmla="*/ 922421 w 1949297"/>
                <a:gd name="connsiteY86" fmla="*/ 449179 h 1760621"/>
                <a:gd name="connsiteX87" fmla="*/ 918410 w 1949297"/>
                <a:gd name="connsiteY87" fmla="*/ 397042 h 1760621"/>
                <a:gd name="connsiteX88" fmla="*/ 830179 w 1949297"/>
                <a:gd name="connsiteY88" fmla="*/ 356936 h 1760621"/>
                <a:gd name="connsiteX89" fmla="*/ 818147 w 1949297"/>
                <a:gd name="connsiteY89" fmla="*/ 252663 h 1760621"/>
                <a:gd name="connsiteX90" fmla="*/ 774032 w 1949297"/>
                <a:gd name="connsiteY90" fmla="*/ 224589 h 1760621"/>
                <a:gd name="connsiteX91" fmla="*/ 737937 w 1949297"/>
                <a:gd name="connsiteY91" fmla="*/ 164431 h 1760621"/>
                <a:gd name="connsiteX92" fmla="*/ 605589 w 1949297"/>
                <a:gd name="connsiteY92" fmla="*/ 116305 h 1760621"/>
                <a:gd name="connsiteX93" fmla="*/ 589547 w 1949297"/>
                <a:gd name="connsiteY93" fmla="*/ 12031 h 1760621"/>
                <a:gd name="connsiteX0" fmla="*/ 589547 w 1949297"/>
                <a:gd name="connsiteY0" fmla="*/ 12031 h 1760621"/>
                <a:gd name="connsiteX1" fmla="*/ 537410 w 1949297"/>
                <a:gd name="connsiteY1" fmla="*/ 0 h 1760621"/>
                <a:gd name="connsiteX2" fmla="*/ 477253 w 1949297"/>
                <a:gd name="connsiteY2" fmla="*/ 16042 h 1760621"/>
                <a:gd name="connsiteX3" fmla="*/ 437147 w 1949297"/>
                <a:gd name="connsiteY3" fmla="*/ 4010 h 1760621"/>
                <a:gd name="connsiteX4" fmla="*/ 449179 w 1949297"/>
                <a:gd name="connsiteY4" fmla="*/ 52136 h 1760621"/>
                <a:gd name="connsiteX5" fmla="*/ 429126 w 1949297"/>
                <a:gd name="connsiteY5" fmla="*/ 84221 h 1760621"/>
                <a:gd name="connsiteX6" fmla="*/ 344905 w 1949297"/>
                <a:gd name="connsiteY6" fmla="*/ 80210 h 1760621"/>
                <a:gd name="connsiteX7" fmla="*/ 316832 w 1949297"/>
                <a:gd name="connsiteY7" fmla="*/ 100263 h 1760621"/>
                <a:gd name="connsiteX8" fmla="*/ 268705 w 1949297"/>
                <a:gd name="connsiteY8" fmla="*/ 104273 h 1760621"/>
                <a:gd name="connsiteX9" fmla="*/ 216568 w 1949297"/>
                <a:gd name="connsiteY9" fmla="*/ 68179 h 1760621"/>
                <a:gd name="connsiteX10" fmla="*/ 204537 w 1949297"/>
                <a:gd name="connsiteY10" fmla="*/ 100263 h 1760621"/>
                <a:gd name="connsiteX11" fmla="*/ 128337 w 1949297"/>
                <a:gd name="connsiteY11" fmla="*/ 128336 h 1760621"/>
                <a:gd name="connsiteX12" fmla="*/ 100263 w 1949297"/>
                <a:gd name="connsiteY12" fmla="*/ 124326 h 1760621"/>
                <a:gd name="connsiteX13" fmla="*/ 60158 w 1949297"/>
                <a:gd name="connsiteY13" fmla="*/ 140368 h 1760621"/>
                <a:gd name="connsiteX14" fmla="*/ 68179 w 1949297"/>
                <a:gd name="connsiteY14" fmla="*/ 168442 h 1760621"/>
                <a:gd name="connsiteX15" fmla="*/ 44116 w 1949297"/>
                <a:gd name="connsiteY15" fmla="*/ 184484 h 1760621"/>
                <a:gd name="connsiteX16" fmla="*/ 0 w 1949297"/>
                <a:gd name="connsiteY16" fmla="*/ 176463 h 1760621"/>
                <a:gd name="connsiteX17" fmla="*/ 36095 w 1949297"/>
                <a:gd name="connsiteY17" fmla="*/ 429126 h 1760621"/>
                <a:gd name="connsiteX18" fmla="*/ 100263 w 1949297"/>
                <a:gd name="connsiteY18" fmla="*/ 485273 h 1760621"/>
                <a:gd name="connsiteX19" fmla="*/ 132347 w 1949297"/>
                <a:gd name="connsiteY19" fmla="*/ 573505 h 1760621"/>
                <a:gd name="connsiteX20" fmla="*/ 268705 w 1949297"/>
                <a:gd name="connsiteY20" fmla="*/ 589547 h 1760621"/>
                <a:gd name="connsiteX21" fmla="*/ 308810 w 1949297"/>
                <a:gd name="connsiteY21" fmla="*/ 633663 h 1760621"/>
                <a:gd name="connsiteX22" fmla="*/ 372979 w 1949297"/>
                <a:gd name="connsiteY22" fmla="*/ 601579 h 1760621"/>
                <a:gd name="connsiteX23" fmla="*/ 417095 w 1949297"/>
                <a:gd name="connsiteY23" fmla="*/ 597568 h 1760621"/>
                <a:gd name="connsiteX24" fmla="*/ 389021 w 1949297"/>
                <a:gd name="connsiteY24" fmla="*/ 593558 h 1760621"/>
                <a:gd name="connsiteX25" fmla="*/ 332874 w 1949297"/>
                <a:gd name="connsiteY25" fmla="*/ 589547 h 1760621"/>
                <a:gd name="connsiteX26" fmla="*/ 276726 w 1949297"/>
                <a:gd name="connsiteY26" fmla="*/ 561473 h 1760621"/>
                <a:gd name="connsiteX27" fmla="*/ 256674 w 1949297"/>
                <a:gd name="connsiteY27" fmla="*/ 521368 h 1760621"/>
                <a:gd name="connsiteX28" fmla="*/ 292768 w 1949297"/>
                <a:gd name="connsiteY28" fmla="*/ 553452 h 1760621"/>
                <a:gd name="connsiteX29" fmla="*/ 328863 w 1949297"/>
                <a:gd name="connsiteY29" fmla="*/ 541421 h 1760621"/>
                <a:gd name="connsiteX30" fmla="*/ 356937 w 1949297"/>
                <a:gd name="connsiteY30" fmla="*/ 569494 h 1760621"/>
                <a:gd name="connsiteX31" fmla="*/ 397042 w 1949297"/>
                <a:gd name="connsiteY31" fmla="*/ 569494 h 1760621"/>
                <a:gd name="connsiteX32" fmla="*/ 449179 w 1949297"/>
                <a:gd name="connsiteY32" fmla="*/ 549442 h 1760621"/>
                <a:gd name="connsiteX33" fmla="*/ 453189 w 1949297"/>
                <a:gd name="connsiteY33" fmla="*/ 597568 h 1760621"/>
                <a:gd name="connsiteX34" fmla="*/ 469232 w 1949297"/>
                <a:gd name="connsiteY34" fmla="*/ 613610 h 1760621"/>
                <a:gd name="connsiteX35" fmla="*/ 521368 w 1949297"/>
                <a:gd name="connsiteY35" fmla="*/ 617621 h 1760621"/>
                <a:gd name="connsiteX36" fmla="*/ 513347 w 1949297"/>
                <a:gd name="connsiteY36" fmla="*/ 637673 h 1760621"/>
                <a:gd name="connsiteX37" fmla="*/ 453189 w 1949297"/>
                <a:gd name="connsiteY37" fmla="*/ 637673 h 1760621"/>
                <a:gd name="connsiteX38" fmla="*/ 409074 w 1949297"/>
                <a:gd name="connsiteY38" fmla="*/ 629652 h 1760621"/>
                <a:gd name="connsiteX39" fmla="*/ 324853 w 1949297"/>
                <a:gd name="connsiteY39" fmla="*/ 725905 h 1760621"/>
                <a:gd name="connsiteX40" fmla="*/ 56147 w 1949297"/>
                <a:gd name="connsiteY40" fmla="*/ 1291389 h 1760621"/>
                <a:gd name="connsiteX41" fmla="*/ 108284 w 1949297"/>
                <a:gd name="connsiteY41" fmla="*/ 1471863 h 1760621"/>
                <a:gd name="connsiteX42" fmla="*/ 184484 w 1949297"/>
                <a:gd name="connsiteY42" fmla="*/ 1640305 h 1760621"/>
                <a:gd name="connsiteX43" fmla="*/ 284747 w 1949297"/>
                <a:gd name="connsiteY43" fmla="*/ 1740568 h 1760621"/>
                <a:gd name="connsiteX44" fmla="*/ 360947 w 1949297"/>
                <a:gd name="connsiteY44" fmla="*/ 1752600 h 1760621"/>
                <a:gd name="connsiteX45" fmla="*/ 1303421 w 1949297"/>
                <a:gd name="connsiteY45" fmla="*/ 1760621 h 1760621"/>
                <a:gd name="connsiteX46" fmla="*/ 1427747 w 1949297"/>
                <a:gd name="connsiteY46" fmla="*/ 1556084 h 1760621"/>
                <a:gd name="connsiteX47" fmla="*/ 1407695 w 1949297"/>
                <a:gd name="connsiteY47" fmla="*/ 1499936 h 1760621"/>
                <a:gd name="connsiteX48" fmla="*/ 1431758 w 1949297"/>
                <a:gd name="connsiteY48" fmla="*/ 1403684 h 1760621"/>
                <a:gd name="connsiteX49" fmla="*/ 1407695 w 1949297"/>
                <a:gd name="connsiteY49" fmla="*/ 1359568 h 1760621"/>
                <a:gd name="connsiteX50" fmla="*/ 1511968 w 1949297"/>
                <a:gd name="connsiteY50" fmla="*/ 1323473 h 1760621"/>
                <a:gd name="connsiteX51" fmla="*/ 1544053 w 1949297"/>
                <a:gd name="connsiteY51" fmla="*/ 1187115 h 1760621"/>
                <a:gd name="connsiteX52" fmla="*/ 1487905 w 1949297"/>
                <a:gd name="connsiteY52" fmla="*/ 1143000 h 1760621"/>
                <a:gd name="connsiteX53" fmla="*/ 1495926 w 1949297"/>
                <a:gd name="connsiteY53" fmla="*/ 1082842 h 1760621"/>
                <a:gd name="connsiteX54" fmla="*/ 1592179 w 1949297"/>
                <a:gd name="connsiteY54" fmla="*/ 1050758 h 1760621"/>
                <a:gd name="connsiteX55" fmla="*/ 1716505 w 1949297"/>
                <a:gd name="connsiteY55" fmla="*/ 894347 h 1760621"/>
                <a:gd name="connsiteX56" fmla="*/ 1700463 w 1949297"/>
                <a:gd name="connsiteY56" fmla="*/ 798094 h 1760621"/>
                <a:gd name="connsiteX57" fmla="*/ 1816768 w 1949297"/>
                <a:gd name="connsiteY57" fmla="*/ 677779 h 1760621"/>
                <a:gd name="connsiteX58" fmla="*/ 1868906 w 1949297"/>
                <a:gd name="connsiteY58" fmla="*/ 521368 h 1760621"/>
                <a:gd name="connsiteX59" fmla="*/ 1937236 w 1949297"/>
                <a:gd name="connsiteY59" fmla="*/ 469359 h 1760621"/>
                <a:gd name="connsiteX60" fmla="*/ 1886081 w 1949297"/>
                <a:gd name="connsiteY60" fmla="*/ 430658 h 1760621"/>
                <a:gd name="connsiteX61" fmla="*/ 1801276 w 1949297"/>
                <a:gd name="connsiteY61" fmla="*/ 474691 h 1760621"/>
                <a:gd name="connsiteX62" fmla="*/ 1752600 w 1949297"/>
                <a:gd name="connsiteY62" fmla="*/ 449179 h 1760621"/>
                <a:gd name="connsiteX63" fmla="*/ 1656347 w 1949297"/>
                <a:gd name="connsiteY63" fmla="*/ 417094 h 1760621"/>
                <a:gd name="connsiteX64" fmla="*/ 1580147 w 1949297"/>
                <a:gd name="connsiteY64" fmla="*/ 429126 h 1760621"/>
                <a:gd name="connsiteX65" fmla="*/ 1524000 w 1949297"/>
                <a:gd name="connsiteY65" fmla="*/ 489284 h 1760621"/>
                <a:gd name="connsiteX66" fmla="*/ 1524000 w 1949297"/>
                <a:gd name="connsiteY66" fmla="*/ 537410 h 1760621"/>
                <a:gd name="connsiteX67" fmla="*/ 1536032 w 1949297"/>
                <a:gd name="connsiteY67" fmla="*/ 549442 h 1760621"/>
                <a:gd name="connsiteX68" fmla="*/ 1503947 w 1949297"/>
                <a:gd name="connsiteY68" fmla="*/ 557463 h 1760621"/>
                <a:gd name="connsiteX69" fmla="*/ 1483895 w 1949297"/>
                <a:gd name="connsiteY69" fmla="*/ 545431 h 1760621"/>
                <a:gd name="connsiteX70" fmla="*/ 1371600 w 1949297"/>
                <a:gd name="connsiteY70" fmla="*/ 697831 h 1760621"/>
                <a:gd name="connsiteX71" fmla="*/ 1395663 w 1949297"/>
                <a:gd name="connsiteY71" fmla="*/ 593558 h 1760621"/>
                <a:gd name="connsiteX72" fmla="*/ 1155032 w 1949297"/>
                <a:gd name="connsiteY72" fmla="*/ 605589 h 1760621"/>
                <a:gd name="connsiteX73" fmla="*/ 1471863 w 1949297"/>
                <a:gd name="connsiteY73" fmla="*/ 533400 h 1760621"/>
                <a:gd name="connsiteX74" fmla="*/ 1524000 w 1949297"/>
                <a:gd name="connsiteY74" fmla="*/ 376989 h 1760621"/>
                <a:gd name="connsiteX75" fmla="*/ 1447800 w 1949297"/>
                <a:gd name="connsiteY75" fmla="*/ 352926 h 1760621"/>
                <a:gd name="connsiteX76" fmla="*/ 1251284 w 1949297"/>
                <a:gd name="connsiteY76" fmla="*/ 372979 h 1760621"/>
                <a:gd name="connsiteX77" fmla="*/ 1207168 w 1949297"/>
                <a:gd name="connsiteY77" fmla="*/ 501315 h 1760621"/>
                <a:gd name="connsiteX78" fmla="*/ 1167063 w 1949297"/>
                <a:gd name="connsiteY78" fmla="*/ 485273 h 1760621"/>
                <a:gd name="connsiteX79" fmla="*/ 986589 w 1949297"/>
                <a:gd name="connsiteY79" fmla="*/ 577515 h 1760621"/>
                <a:gd name="connsiteX80" fmla="*/ 966537 w 1949297"/>
                <a:gd name="connsiteY80" fmla="*/ 697831 h 1760621"/>
                <a:gd name="connsiteX81" fmla="*/ 946484 w 1949297"/>
                <a:gd name="connsiteY81" fmla="*/ 625642 h 1760621"/>
                <a:gd name="connsiteX82" fmla="*/ 970547 w 1949297"/>
                <a:gd name="connsiteY82" fmla="*/ 561473 h 1760621"/>
                <a:gd name="connsiteX83" fmla="*/ 830179 w 1949297"/>
                <a:gd name="connsiteY83" fmla="*/ 601579 h 1760621"/>
                <a:gd name="connsiteX84" fmla="*/ 962526 w 1949297"/>
                <a:gd name="connsiteY84" fmla="*/ 537410 h 1760621"/>
                <a:gd name="connsiteX85" fmla="*/ 946484 w 1949297"/>
                <a:gd name="connsiteY85" fmla="*/ 469231 h 1760621"/>
                <a:gd name="connsiteX86" fmla="*/ 922421 w 1949297"/>
                <a:gd name="connsiteY86" fmla="*/ 449179 h 1760621"/>
                <a:gd name="connsiteX87" fmla="*/ 918410 w 1949297"/>
                <a:gd name="connsiteY87" fmla="*/ 397042 h 1760621"/>
                <a:gd name="connsiteX88" fmla="*/ 830179 w 1949297"/>
                <a:gd name="connsiteY88" fmla="*/ 356936 h 1760621"/>
                <a:gd name="connsiteX89" fmla="*/ 818147 w 1949297"/>
                <a:gd name="connsiteY89" fmla="*/ 252663 h 1760621"/>
                <a:gd name="connsiteX90" fmla="*/ 774032 w 1949297"/>
                <a:gd name="connsiteY90" fmla="*/ 224589 h 1760621"/>
                <a:gd name="connsiteX91" fmla="*/ 737937 w 1949297"/>
                <a:gd name="connsiteY91" fmla="*/ 164431 h 1760621"/>
                <a:gd name="connsiteX92" fmla="*/ 605589 w 1949297"/>
                <a:gd name="connsiteY92" fmla="*/ 116305 h 1760621"/>
                <a:gd name="connsiteX93" fmla="*/ 589547 w 1949297"/>
                <a:gd name="connsiteY93" fmla="*/ 12031 h 1760621"/>
                <a:gd name="connsiteX0" fmla="*/ 589547 w 1949297"/>
                <a:gd name="connsiteY0" fmla="*/ 12031 h 1760621"/>
                <a:gd name="connsiteX1" fmla="*/ 537410 w 1949297"/>
                <a:gd name="connsiteY1" fmla="*/ 0 h 1760621"/>
                <a:gd name="connsiteX2" fmla="*/ 477253 w 1949297"/>
                <a:gd name="connsiteY2" fmla="*/ 16042 h 1760621"/>
                <a:gd name="connsiteX3" fmla="*/ 437147 w 1949297"/>
                <a:gd name="connsiteY3" fmla="*/ 4010 h 1760621"/>
                <a:gd name="connsiteX4" fmla="*/ 449179 w 1949297"/>
                <a:gd name="connsiteY4" fmla="*/ 52136 h 1760621"/>
                <a:gd name="connsiteX5" fmla="*/ 429126 w 1949297"/>
                <a:gd name="connsiteY5" fmla="*/ 84221 h 1760621"/>
                <a:gd name="connsiteX6" fmla="*/ 344905 w 1949297"/>
                <a:gd name="connsiteY6" fmla="*/ 80210 h 1760621"/>
                <a:gd name="connsiteX7" fmla="*/ 316832 w 1949297"/>
                <a:gd name="connsiteY7" fmla="*/ 100263 h 1760621"/>
                <a:gd name="connsiteX8" fmla="*/ 268705 w 1949297"/>
                <a:gd name="connsiteY8" fmla="*/ 104273 h 1760621"/>
                <a:gd name="connsiteX9" fmla="*/ 216568 w 1949297"/>
                <a:gd name="connsiteY9" fmla="*/ 68179 h 1760621"/>
                <a:gd name="connsiteX10" fmla="*/ 204537 w 1949297"/>
                <a:gd name="connsiteY10" fmla="*/ 100263 h 1760621"/>
                <a:gd name="connsiteX11" fmla="*/ 128337 w 1949297"/>
                <a:gd name="connsiteY11" fmla="*/ 128336 h 1760621"/>
                <a:gd name="connsiteX12" fmla="*/ 100263 w 1949297"/>
                <a:gd name="connsiteY12" fmla="*/ 124326 h 1760621"/>
                <a:gd name="connsiteX13" fmla="*/ 60158 w 1949297"/>
                <a:gd name="connsiteY13" fmla="*/ 140368 h 1760621"/>
                <a:gd name="connsiteX14" fmla="*/ 68179 w 1949297"/>
                <a:gd name="connsiteY14" fmla="*/ 168442 h 1760621"/>
                <a:gd name="connsiteX15" fmla="*/ 44116 w 1949297"/>
                <a:gd name="connsiteY15" fmla="*/ 184484 h 1760621"/>
                <a:gd name="connsiteX16" fmla="*/ 0 w 1949297"/>
                <a:gd name="connsiteY16" fmla="*/ 176463 h 1760621"/>
                <a:gd name="connsiteX17" fmla="*/ 36095 w 1949297"/>
                <a:gd name="connsiteY17" fmla="*/ 429126 h 1760621"/>
                <a:gd name="connsiteX18" fmla="*/ 100263 w 1949297"/>
                <a:gd name="connsiteY18" fmla="*/ 485273 h 1760621"/>
                <a:gd name="connsiteX19" fmla="*/ 132347 w 1949297"/>
                <a:gd name="connsiteY19" fmla="*/ 573505 h 1760621"/>
                <a:gd name="connsiteX20" fmla="*/ 268705 w 1949297"/>
                <a:gd name="connsiteY20" fmla="*/ 589547 h 1760621"/>
                <a:gd name="connsiteX21" fmla="*/ 308810 w 1949297"/>
                <a:gd name="connsiteY21" fmla="*/ 633663 h 1760621"/>
                <a:gd name="connsiteX22" fmla="*/ 372979 w 1949297"/>
                <a:gd name="connsiteY22" fmla="*/ 601579 h 1760621"/>
                <a:gd name="connsiteX23" fmla="*/ 417095 w 1949297"/>
                <a:gd name="connsiteY23" fmla="*/ 597568 h 1760621"/>
                <a:gd name="connsiteX24" fmla="*/ 389021 w 1949297"/>
                <a:gd name="connsiteY24" fmla="*/ 593558 h 1760621"/>
                <a:gd name="connsiteX25" fmla="*/ 332874 w 1949297"/>
                <a:gd name="connsiteY25" fmla="*/ 589547 h 1760621"/>
                <a:gd name="connsiteX26" fmla="*/ 276726 w 1949297"/>
                <a:gd name="connsiteY26" fmla="*/ 561473 h 1760621"/>
                <a:gd name="connsiteX27" fmla="*/ 256674 w 1949297"/>
                <a:gd name="connsiteY27" fmla="*/ 521368 h 1760621"/>
                <a:gd name="connsiteX28" fmla="*/ 292768 w 1949297"/>
                <a:gd name="connsiteY28" fmla="*/ 553452 h 1760621"/>
                <a:gd name="connsiteX29" fmla="*/ 328863 w 1949297"/>
                <a:gd name="connsiteY29" fmla="*/ 541421 h 1760621"/>
                <a:gd name="connsiteX30" fmla="*/ 356937 w 1949297"/>
                <a:gd name="connsiteY30" fmla="*/ 569494 h 1760621"/>
                <a:gd name="connsiteX31" fmla="*/ 397042 w 1949297"/>
                <a:gd name="connsiteY31" fmla="*/ 569494 h 1760621"/>
                <a:gd name="connsiteX32" fmla="*/ 449179 w 1949297"/>
                <a:gd name="connsiteY32" fmla="*/ 549442 h 1760621"/>
                <a:gd name="connsiteX33" fmla="*/ 453189 w 1949297"/>
                <a:gd name="connsiteY33" fmla="*/ 597568 h 1760621"/>
                <a:gd name="connsiteX34" fmla="*/ 469232 w 1949297"/>
                <a:gd name="connsiteY34" fmla="*/ 613610 h 1760621"/>
                <a:gd name="connsiteX35" fmla="*/ 521368 w 1949297"/>
                <a:gd name="connsiteY35" fmla="*/ 617621 h 1760621"/>
                <a:gd name="connsiteX36" fmla="*/ 513347 w 1949297"/>
                <a:gd name="connsiteY36" fmla="*/ 637673 h 1760621"/>
                <a:gd name="connsiteX37" fmla="*/ 453189 w 1949297"/>
                <a:gd name="connsiteY37" fmla="*/ 637673 h 1760621"/>
                <a:gd name="connsiteX38" fmla="*/ 409074 w 1949297"/>
                <a:gd name="connsiteY38" fmla="*/ 629652 h 1760621"/>
                <a:gd name="connsiteX39" fmla="*/ 324853 w 1949297"/>
                <a:gd name="connsiteY39" fmla="*/ 725905 h 1760621"/>
                <a:gd name="connsiteX40" fmla="*/ 56147 w 1949297"/>
                <a:gd name="connsiteY40" fmla="*/ 1291389 h 1760621"/>
                <a:gd name="connsiteX41" fmla="*/ 108284 w 1949297"/>
                <a:gd name="connsiteY41" fmla="*/ 1471863 h 1760621"/>
                <a:gd name="connsiteX42" fmla="*/ 184484 w 1949297"/>
                <a:gd name="connsiteY42" fmla="*/ 1640305 h 1760621"/>
                <a:gd name="connsiteX43" fmla="*/ 284747 w 1949297"/>
                <a:gd name="connsiteY43" fmla="*/ 1740568 h 1760621"/>
                <a:gd name="connsiteX44" fmla="*/ 360947 w 1949297"/>
                <a:gd name="connsiteY44" fmla="*/ 1752600 h 1760621"/>
                <a:gd name="connsiteX45" fmla="*/ 1303421 w 1949297"/>
                <a:gd name="connsiteY45" fmla="*/ 1760621 h 1760621"/>
                <a:gd name="connsiteX46" fmla="*/ 1427747 w 1949297"/>
                <a:gd name="connsiteY46" fmla="*/ 1556084 h 1760621"/>
                <a:gd name="connsiteX47" fmla="*/ 1407695 w 1949297"/>
                <a:gd name="connsiteY47" fmla="*/ 1499936 h 1760621"/>
                <a:gd name="connsiteX48" fmla="*/ 1431758 w 1949297"/>
                <a:gd name="connsiteY48" fmla="*/ 1403684 h 1760621"/>
                <a:gd name="connsiteX49" fmla="*/ 1407695 w 1949297"/>
                <a:gd name="connsiteY49" fmla="*/ 1359568 h 1760621"/>
                <a:gd name="connsiteX50" fmla="*/ 1511968 w 1949297"/>
                <a:gd name="connsiteY50" fmla="*/ 1323473 h 1760621"/>
                <a:gd name="connsiteX51" fmla="*/ 1544053 w 1949297"/>
                <a:gd name="connsiteY51" fmla="*/ 1187115 h 1760621"/>
                <a:gd name="connsiteX52" fmla="*/ 1487905 w 1949297"/>
                <a:gd name="connsiteY52" fmla="*/ 1143000 h 1760621"/>
                <a:gd name="connsiteX53" fmla="*/ 1495926 w 1949297"/>
                <a:gd name="connsiteY53" fmla="*/ 1082842 h 1760621"/>
                <a:gd name="connsiteX54" fmla="*/ 1592179 w 1949297"/>
                <a:gd name="connsiteY54" fmla="*/ 1050758 h 1760621"/>
                <a:gd name="connsiteX55" fmla="*/ 1716505 w 1949297"/>
                <a:gd name="connsiteY55" fmla="*/ 894347 h 1760621"/>
                <a:gd name="connsiteX56" fmla="*/ 1700463 w 1949297"/>
                <a:gd name="connsiteY56" fmla="*/ 798094 h 1760621"/>
                <a:gd name="connsiteX57" fmla="*/ 1816768 w 1949297"/>
                <a:gd name="connsiteY57" fmla="*/ 677779 h 1760621"/>
                <a:gd name="connsiteX58" fmla="*/ 1868906 w 1949297"/>
                <a:gd name="connsiteY58" fmla="*/ 521368 h 1760621"/>
                <a:gd name="connsiteX59" fmla="*/ 1937236 w 1949297"/>
                <a:gd name="connsiteY59" fmla="*/ 469359 h 1760621"/>
                <a:gd name="connsiteX60" fmla="*/ 1830098 w 1949297"/>
                <a:gd name="connsiteY60" fmla="*/ 467981 h 1760621"/>
                <a:gd name="connsiteX61" fmla="*/ 1801276 w 1949297"/>
                <a:gd name="connsiteY61" fmla="*/ 474691 h 1760621"/>
                <a:gd name="connsiteX62" fmla="*/ 1752600 w 1949297"/>
                <a:gd name="connsiteY62" fmla="*/ 449179 h 1760621"/>
                <a:gd name="connsiteX63" fmla="*/ 1656347 w 1949297"/>
                <a:gd name="connsiteY63" fmla="*/ 417094 h 1760621"/>
                <a:gd name="connsiteX64" fmla="*/ 1580147 w 1949297"/>
                <a:gd name="connsiteY64" fmla="*/ 429126 h 1760621"/>
                <a:gd name="connsiteX65" fmla="*/ 1524000 w 1949297"/>
                <a:gd name="connsiteY65" fmla="*/ 489284 h 1760621"/>
                <a:gd name="connsiteX66" fmla="*/ 1524000 w 1949297"/>
                <a:gd name="connsiteY66" fmla="*/ 537410 h 1760621"/>
                <a:gd name="connsiteX67" fmla="*/ 1536032 w 1949297"/>
                <a:gd name="connsiteY67" fmla="*/ 549442 h 1760621"/>
                <a:gd name="connsiteX68" fmla="*/ 1503947 w 1949297"/>
                <a:gd name="connsiteY68" fmla="*/ 557463 h 1760621"/>
                <a:gd name="connsiteX69" fmla="*/ 1483895 w 1949297"/>
                <a:gd name="connsiteY69" fmla="*/ 545431 h 1760621"/>
                <a:gd name="connsiteX70" fmla="*/ 1371600 w 1949297"/>
                <a:gd name="connsiteY70" fmla="*/ 697831 h 1760621"/>
                <a:gd name="connsiteX71" fmla="*/ 1395663 w 1949297"/>
                <a:gd name="connsiteY71" fmla="*/ 593558 h 1760621"/>
                <a:gd name="connsiteX72" fmla="*/ 1155032 w 1949297"/>
                <a:gd name="connsiteY72" fmla="*/ 605589 h 1760621"/>
                <a:gd name="connsiteX73" fmla="*/ 1471863 w 1949297"/>
                <a:gd name="connsiteY73" fmla="*/ 533400 h 1760621"/>
                <a:gd name="connsiteX74" fmla="*/ 1524000 w 1949297"/>
                <a:gd name="connsiteY74" fmla="*/ 376989 h 1760621"/>
                <a:gd name="connsiteX75" fmla="*/ 1447800 w 1949297"/>
                <a:gd name="connsiteY75" fmla="*/ 352926 h 1760621"/>
                <a:gd name="connsiteX76" fmla="*/ 1251284 w 1949297"/>
                <a:gd name="connsiteY76" fmla="*/ 372979 h 1760621"/>
                <a:gd name="connsiteX77" fmla="*/ 1207168 w 1949297"/>
                <a:gd name="connsiteY77" fmla="*/ 501315 h 1760621"/>
                <a:gd name="connsiteX78" fmla="*/ 1167063 w 1949297"/>
                <a:gd name="connsiteY78" fmla="*/ 485273 h 1760621"/>
                <a:gd name="connsiteX79" fmla="*/ 986589 w 1949297"/>
                <a:gd name="connsiteY79" fmla="*/ 577515 h 1760621"/>
                <a:gd name="connsiteX80" fmla="*/ 966537 w 1949297"/>
                <a:gd name="connsiteY80" fmla="*/ 697831 h 1760621"/>
                <a:gd name="connsiteX81" fmla="*/ 946484 w 1949297"/>
                <a:gd name="connsiteY81" fmla="*/ 625642 h 1760621"/>
                <a:gd name="connsiteX82" fmla="*/ 970547 w 1949297"/>
                <a:gd name="connsiteY82" fmla="*/ 561473 h 1760621"/>
                <a:gd name="connsiteX83" fmla="*/ 830179 w 1949297"/>
                <a:gd name="connsiteY83" fmla="*/ 601579 h 1760621"/>
                <a:gd name="connsiteX84" fmla="*/ 962526 w 1949297"/>
                <a:gd name="connsiteY84" fmla="*/ 537410 h 1760621"/>
                <a:gd name="connsiteX85" fmla="*/ 946484 w 1949297"/>
                <a:gd name="connsiteY85" fmla="*/ 469231 h 1760621"/>
                <a:gd name="connsiteX86" fmla="*/ 922421 w 1949297"/>
                <a:gd name="connsiteY86" fmla="*/ 449179 h 1760621"/>
                <a:gd name="connsiteX87" fmla="*/ 918410 w 1949297"/>
                <a:gd name="connsiteY87" fmla="*/ 397042 h 1760621"/>
                <a:gd name="connsiteX88" fmla="*/ 830179 w 1949297"/>
                <a:gd name="connsiteY88" fmla="*/ 356936 h 1760621"/>
                <a:gd name="connsiteX89" fmla="*/ 818147 w 1949297"/>
                <a:gd name="connsiteY89" fmla="*/ 252663 h 1760621"/>
                <a:gd name="connsiteX90" fmla="*/ 774032 w 1949297"/>
                <a:gd name="connsiteY90" fmla="*/ 224589 h 1760621"/>
                <a:gd name="connsiteX91" fmla="*/ 737937 w 1949297"/>
                <a:gd name="connsiteY91" fmla="*/ 164431 h 1760621"/>
                <a:gd name="connsiteX92" fmla="*/ 605589 w 1949297"/>
                <a:gd name="connsiteY92" fmla="*/ 116305 h 1760621"/>
                <a:gd name="connsiteX93" fmla="*/ 589547 w 1949297"/>
                <a:gd name="connsiteY93" fmla="*/ 12031 h 1760621"/>
                <a:gd name="connsiteX0" fmla="*/ 589547 w 1885035"/>
                <a:gd name="connsiteY0" fmla="*/ 12031 h 1760621"/>
                <a:gd name="connsiteX1" fmla="*/ 537410 w 1885035"/>
                <a:gd name="connsiteY1" fmla="*/ 0 h 1760621"/>
                <a:gd name="connsiteX2" fmla="*/ 477253 w 1885035"/>
                <a:gd name="connsiteY2" fmla="*/ 16042 h 1760621"/>
                <a:gd name="connsiteX3" fmla="*/ 437147 w 1885035"/>
                <a:gd name="connsiteY3" fmla="*/ 4010 h 1760621"/>
                <a:gd name="connsiteX4" fmla="*/ 449179 w 1885035"/>
                <a:gd name="connsiteY4" fmla="*/ 52136 h 1760621"/>
                <a:gd name="connsiteX5" fmla="*/ 429126 w 1885035"/>
                <a:gd name="connsiteY5" fmla="*/ 84221 h 1760621"/>
                <a:gd name="connsiteX6" fmla="*/ 344905 w 1885035"/>
                <a:gd name="connsiteY6" fmla="*/ 80210 h 1760621"/>
                <a:gd name="connsiteX7" fmla="*/ 316832 w 1885035"/>
                <a:gd name="connsiteY7" fmla="*/ 100263 h 1760621"/>
                <a:gd name="connsiteX8" fmla="*/ 268705 w 1885035"/>
                <a:gd name="connsiteY8" fmla="*/ 104273 h 1760621"/>
                <a:gd name="connsiteX9" fmla="*/ 216568 w 1885035"/>
                <a:gd name="connsiteY9" fmla="*/ 68179 h 1760621"/>
                <a:gd name="connsiteX10" fmla="*/ 204537 w 1885035"/>
                <a:gd name="connsiteY10" fmla="*/ 100263 h 1760621"/>
                <a:gd name="connsiteX11" fmla="*/ 128337 w 1885035"/>
                <a:gd name="connsiteY11" fmla="*/ 128336 h 1760621"/>
                <a:gd name="connsiteX12" fmla="*/ 100263 w 1885035"/>
                <a:gd name="connsiteY12" fmla="*/ 124326 h 1760621"/>
                <a:gd name="connsiteX13" fmla="*/ 60158 w 1885035"/>
                <a:gd name="connsiteY13" fmla="*/ 140368 h 1760621"/>
                <a:gd name="connsiteX14" fmla="*/ 68179 w 1885035"/>
                <a:gd name="connsiteY14" fmla="*/ 168442 h 1760621"/>
                <a:gd name="connsiteX15" fmla="*/ 44116 w 1885035"/>
                <a:gd name="connsiteY15" fmla="*/ 184484 h 1760621"/>
                <a:gd name="connsiteX16" fmla="*/ 0 w 1885035"/>
                <a:gd name="connsiteY16" fmla="*/ 176463 h 1760621"/>
                <a:gd name="connsiteX17" fmla="*/ 36095 w 1885035"/>
                <a:gd name="connsiteY17" fmla="*/ 429126 h 1760621"/>
                <a:gd name="connsiteX18" fmla="*/ 100263 w 1885035"/>
                <a:gd name="connsiteY18" fmla="*/ 485273 h 1760621"/>
                <a:gd name="connsiteX19" fmla="*/ 132347 w 1885035"/>
                <a:gd name="connsiteY19" fmla="*/ 573505 h 1760621"/>
                <a:gd name="connsiteX20" fmla="*/ 268705 w 1885035"/>
                <a:gd name="connsiteY20" fmla="*/ 589547 h 1760621"/>
                <a:gd name="connsiteX21" fmla="*/ 308810 w 1885035"/>
                <a:gd name="connsiteY21" fmla="*/ 633663 h 1760621"/>
                <a:gd name="connsiteX22" fmla="*/ 372979 w 1885035"/>
                <a:gd name="connsiteY22" fmla="*/ 601579 h 1760621"/>
                <a:gd name="connsiteX23" fmla="*/ 417095 w 1885035"/>
                <a:gd name="connsiteY23" fmla="*/ 597568 h 1760621"/>
                <a:gd name="connsiteX24" fmla="*/ 389021 w 1885035"/>
                <a:gd name="connsiteY24" fmla="*/ 593558 h 1760621"/>
                <a:gd name="connsiteX25" fmla="*/ 332874 w 1885035"/>
                <a:gd name="connsiteY25" fmla="*/ 589547 h 1760621"/>
                <a:gd name="connsiteX26" fmla="*/ 276726 w 1885035"/>
                <a:gd name="connsiteY26" fmla="*/ 561473 h 1760621"/>
                <a:gd name="connsiteX27" fmla="*/ 256674 w 1885035"/>
                <a:gd name="connsiteY27" fmla="*/ 521368 h 1760621"/>
                <a:gd name="connsiteX28" fmla="*/ 292768 w 1885035"/>
                <a:gd name="connsiteY28" fmla="*/ 553452 h 1760621"/>
                <a:gd name="connsiteX29" fmla="*/ 328863 w 1885035"/>
                <a:gd name="connsiteY29" fmla="*/ 541421 h 1760621"/>
                <a:gd name="connsiteX30" fmla="*/ 356937 w 1885035"/>
                <a:gd name="connsiteY30" fmla="*/ 569494 h 1760621"/>
                <a:gd name="connsiteX31" fmla="*/ 397042 w 1885035"/>
                <a:gd name="connsiteY31" fmla="*/ 569494 h 1760621"/>
                <a:gd name="connsiteX32" fmla="*/ 449179 w 1885035"/>
                <a:gd name="connsiteY32" fmla="*/ 549442 h 1760621"/>
                <a:gd name="connsiteX33" fmla="*/ 453189 w 1885035"/>
                <a:gd name="connsiteY33" fmla="*/ 597568 h 1760621"/>
                <a:gd name="connsiteX34" fmla="*/ 469232 w 1885035"/>
                <a:gd name="connsiteY34" fmla="*/ 613610 h 1760621"/>
                <a:gd name="connsiteX35" fmla="*/ 521368 w 1885035"/>
                <a:gd name="connsiteY35" fmla="*/ 617621 h 1760621"/>
                <a:gd name="connsiteX36" fmla="*/ 513347 w 1885035"/>
                <a:gd name="connsiteY36" fmla="*/ 637673 h 1760621"/>
                <a:gd name="connsiteX37" fmla="*/ 453189 w 1885035"/>
                <a:gd name="connsiteY37" fmla="*/ 637673 h 1760621"/>
                <a:gd name="connsiteX38" fmla="*/ 409074 w 1885035"/>
                <a:gd name="connsiteY38" fmla="*/ 629652 h 1760621"/>
                <a:gd name="connsiteX39" fmla="*/ 324853 w 1885035"/>
                <a:gd name="connsiteY39" fmla="*/ 725905 h 1760621"/>
                <a:gd name="connsiteX40" fmla="*/ 56147 w 1885035"/>
                <a:gd name="connsiteY40" fmla="*/ 1291389 h 1760621"/>
                <a:gd name="connsiteX41" fmla="*/ 108284 w 1885035"/>
                <a:gd name="connsiteY41" fmla="*/ 1471863 h 1760621"/>
                <a:gd name="connsiteX42" fmla="*/ 184484 w 1885035"/>
                <a:gd name="connsiteY42" fmla="*/ 1640305 h 1760621"/>
                <a:gd name="connsiteX43" fmla="*/ 284747 w 1885035"/>
                <a:gd name="connsiteY43" fmla="*/ 1740568 h 1760621"/>
                <a:gd name="connsiteX44" fmla="*/ 360947 w 1885035"/>
                <a:gd name="connsiteY44" fmla="*/ 1752600 h 1760621"/>
                <a:gd name="connsiteX45" fmla="*/ 1303421 w 1885035"/>
                <a:gd name="connsiteY45" fmla="*/ 1760621 h 1760621"/>
                <a:gd name="connsiteX46" fmla="*/ 1427747 w 1885035"/>
                <a:gd name="connsiteY46" fmla="*/ 1556084 h 1760621"/>
                <a:gd name="connsiteX47" fmla="*/ 1407695 w 1885035"/>
                <a:gd name="connsiteY47" fmla="*/ 1499936 h 1760621"/>
                <a:gd name="connsiteX48" fmla="*/ 1431758 w 1885035"/>
                <a:gd name="connsiteY48" fmla="*/ 1403684 h 1760621"/>
                <a:gd name="connsiteX49" fmla="*/ 1407695 w 1885035"/>
                <a:gd name="connsiteY49" fmla="*/ 1359568 h 1760621"/>
                <a:gd name="connsiteX50" fmla="*/ 1511968 w 1885035"/>
                <a:gd name="connsiteY50" fmla="*/ 1323473 h 1760621"/>
                <a:gd name="connsiteX51" fmla="*/ 1544053 w 1885035"/>
                <a:gd name="connsiteY51" fmla="*/ 1187115 h 1760621"/>
                <a:gd name="connsiteX52" fmla="*/ 1487905 w 1885035"/>
                <a:gd name="connsiteY52" fmla="*/ 1143000 h 1760621"/>
                <a:gd name="connsiteX53" fmla="*/ 1495926 w 1885035"/>
                <a:gd name="connsiteY53" fmla="*/ 1082842 h 1760621"/>
                <a:gd name="connsiteX54" fmla="*/ 1592179 w 1885035"/>
                <a:gd name="connsiteY54" fmla="*/ 1050758 h 1760621"/>
                <a:gd name="connsiteX55" fmla="*/ 1716505 w 1885035"/>
                <a:gd name="connsiteY55" fmla="*/ 894347 h 1760621"/>
                <a:gd name="connsiteX56" fmla="*/ 1700463 w 1885035"/>
                <a:gd name="connsiteY56" fmla="*/ 798094 h 1760621"/>
                <a:gd name="connsiteX57" fmla="*/ 1816768 w 1885035"/>
                <a:gd name="connsiteY57" fmla="*/ 677779 h 1760621"/>
                <a:gd name="connsiteX58" fmla="*/ 1868906 w 1885035"/>
                <a:gd name="connsiteY58" fmla="*/ 521368 h 1760621"/>
                <a:gd name="connsiteX59" fmla="*/ 1862591 w 1885035"/>
                <a:gd name="connsiteY59" fmla="*/ 496018 h 1760621"/>
                <a:gd name="connsiteX60" fmla="*/ 1830098 w 1885035"/>
                <a:gd name="connsiteY60" fmla="*/ 467981 h 1760621"/>
                <a:gd name="connsiteX61" fmla="*/ 1801276 w 1885035"/>
                <a:gd name="connsiteY61" fmla="*/ 474691 h 1760621"/>
                <a:gd name="connsiteX62" fmla="*/ 1752600 w 1885035"/>
                <a:gd name="connsiteY62" fmla="*/ 449179 h 1760621"/>
                <a:gd name="connsiteX63" fmla="*/ 1656347 w 1885035"/>
                <a:gd name="connsiteY63" fmla="*/ 417094 h 1760621"/>
                <a:gd name="connsiteX64" fmla="*/ 1580147 w 1885035"/>
                <a:gd name="connsiteY64" fmla="*/ 429126 h 1760621"/>
                <a:gd name="connsiteX65" fmla="*/ 1524000 w 1885035"/>
                <a:gd name="connsiteY65" fmla="*/ 489284 h 1760621"/>
                <a:gd name="connsiteX66" fmla="*/ 1524000 w 1885035"/>
                <a:gd name="connsiteY66" fmla="*/ 537410 h 1760621"/>
                <a:gd name="connsiteX67" fmla="*/ 1536032 w 1885035"/>
                <a:gd name="connsiteY67" fmla="*/ 549442 h 1760621"/>
                <a:gd name="connsiteX68" fmla="*/ 1503947 w 1885035"/>
                <a:gd name="connsiteY68" fmla="*/ 557463 h 1760621"/>
                <a:gd name="connsiteX69" fmla="*/ 1483895 w 1885035"/>
                <a:gd name="connsiteY69" fmla="*/ 545431 h 1760621"/>
                <a:gd name="connsiteX70" fmla="*/ 1371600 w 1885035"/>
                <a:gd name="connsiteY70" fmla="*/ 697831 h 1760621"/>
                <a:gd name="connsiteX71" fmla="*/ 1395663 w 1885035"/>
                <a:gd name="connsiteY71" fmla="*/ 593558 h 1760621"/>
                <a:gd name="connsiteX72" fmla="*/ 1155032 w 1885035"/>
                <a:gd name="connsiteY72" fmla="*/ 605589 h 1760621"/>
                <a:gd name="connsiteX73" fmla="*/ 1471863 w 1885035"/>
                <a:gd name="connsiteY73" fmla="*/ 533400 h 1760621"/>
                <a:gd name="connsiteX74" fmla="*/ 1524000 w 1885035"/>
                <a:gd name="connsiteY74" fmla="*/ 376989 h 1760621"/>
                <a:gd name="connsiteX75" fmla="*/ 1447800 w 1885035"/>
                <a:gd name="connsiteY75" fmla="*/ 352926 h 1760621"/>
                <a:gd name="connsiteX76" fmla="*/ 1251284 w 1885035"/>
                <a:gd name="connsiteY76" fmla="*/ 372979 h 1760621"/>
                <a:gd name="connsiteX77" fmla="*/ 1207168 w 1885035"/>
                <a:gd name="connsiteY77" fmla="*/ 501315 h 1760621"/>
                <a:gd name="connsiteX78" fmla="*/ 1167063 w 1885035"/>
                <a:gd name="connsiteY78" fmla="*/ 485273 h 1760621"/>
                <a:gd name="connsiteX79" fmla="*/ 986589 w 1885035"/>
                <a:gd name="connsiteY79" fmla="*/ 577515 h 1760621"/>
                <a:gd name="connsiteX80" fmla="*/ 966537 w 1885035"/>
                <a:gd name="connsiteY80" fmla="*/ 697831 h 1760621"/>
                <a:gd name="connsiteX81" fmla="*/ 946484 w 1885035"/>
                <a:gd name="connsiteY81" fmla="*/ 625642 h 1760621"/>
                <a:gd name="connsiteX82" fmla="*/ 970547 w 1885035"/>
                <a:gd name="connsiteY82" fmla="*/ 561473 h 1760621"/>
                <a:gd name="connsiteX83" fmla="*/ 830179 w 1885035"/>
                <a:gd name="connsiteY83" fmla="*/ 601579 h 1760621"/>
                <a:gd name="connsiteX84" fmla="*/ 962526 w 1885035"/>
                <a:gd name="connsiteY84" fmla="*/ 537410 h 1760621"/>
                <a:gd name="connsiteX85" fmla="*/ 946484 w 1885035"/>
                <a:gd name="connsiteY85" fmla="*/ 469231 h 1760621"/>
                <a:gd name="connsiteX86" fmla="*/ 922421 w 1885035"/>
                <a:gd name="connsiteY86" fmla="*/ 449179 h 1760621"/>
                <a:gd name="connsiteX87" fmla="*/ 918410 w 1885035"/>
                <a:gd name="connsiteY87" fmla="*/ 397042 h 1760621"/>
                <a:gd name="connsiteX88" fmla="*/ 830179 w 1885035"/>
                <a:gd name="connsiteY88" fmla="*/ 356936 h 1760621"/>
                <a:gd name="connsiteX89" fmla="*/ 818147 w 1885035"/>
                <a:gd name="connsiteY89" fmla="*/ 252663 h 1760621"/>
                <a:gd name="connsiteX90" fmla="*/ 774032 w 1885035"/>
                <a:gd name="connsiteY90" fmla="*/ 224589 h 1760621"/>
                <a:gd name="connsiteX91" fmla="*/ 737937 w 1885035"/>
                <a:gd name="connsiteY91" fmla="*/ 164431 h 1760621"/>
                <a:gd name="connsiteX92" fmla="*/ 605589 w 1885035"/>
                <a:gd name="connsiteY92" fmla="*/ 116305 h 1760621"/>
                <a:gd name="connsiteX93" fmla="*/ 589547 w 1885035"/>
                <a:gd name="connsiteY93" fmla="*/ 12031 h 176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885035" h="1760621">
                  <a:moveTo>
                    <a:pt x="589547" y="12031"/>
                  </a:moveTo>
                  <a:lnTo>
                    <a:pt x="537410" y="0"/>
                  </a:lnTo>
                  <a:lnTo>
                    <a:pt x="477253" y="16042"/>
                  </a:lnTo>
                  <a:lnTo>
                    <a:pt x="437147" y="4010"/>
                  </a:lnTo>
                  <a:lnTo>
                    <a:pt x="449179" y="52136"/>
                  </a:lnTo>
                  <a:lnTo>
                    <a:pt x="429126" y="84221"/>
                  </a:lnTo>
                  <a:lnTo>
                    <a:pt x="344905" y="80210"/>
                  </a:lnTo>
                  <a:lnTo>
                    <a:pt x="316832" y="100263"/>
                  </a:lnTo>
                  <a:lnTo>
                    <a:pt x="268705" y="104273"/>
                  </a:lnTo>
                  <a:lnTo>
                    <a:pt x="216568" y="68179"/>
                  </a:lnTo>
                  <a:lnTo>
                    <a:pt x="204537" y="100263"/>
                  </a:lnTo>
                  <a:lnTo>
                    <a:pt x="128337" y="128336"/>
                  </a:lnTo>
                  <a:lnTo>
                    <a:pt x="100263" y="124326"/>
                  </a:lnTo>
                  <a:lnTo>
                    <a:pt x="60158" y="140368"/>
                  </a:lnTo>
                  <a:lnTo>
                    <a:pt x="68179" y="168442"/>
                  </a:lnTo>
                  <a:lnTo>
                    <a:pt x="44116" y="184484"/>
                  </a:lnTo>
                  <a:lnTo>
                    <a:pt x="0" y="176463"/>
                  </a:lnTo>
                  <a:lnTo>
                    <a:pt x="36095" y="429126"/>
                  </a:lnTo>
                  <a:lnTo>
                    <a:pt x="100263" y="485273"/>
                  </a:lnTo>
                  <a:lnTo>
                    <a:pt x="132347" y="573505"/>
                  </a:lnTo>
                  <a:lnTo>
                    <a:pt x="268705" y="589547"/>
                  </a:lnTo>
                  <a:lnTo>
                    <a:pt x="308810" y="633663"/>
                  </a:lnTo>
                  <a:lnTo>
                    <a:pt x="372979" y="601579"/>
                  </a:lnTo>
                  <a:lnTo>
                    <a:pt x="417095" y="597568"/>
                  </a:lnTo>
                  <a:lnTo>
                    <a:pt x="389021" y="593558"/>
                  </a:lnTo>
                  <a:lnTo>
                    <a:pt x="332874" y="589547"/>
                  </a:lnTo>
                  <a:lnTo>
                    <a:pt x="276726" y="561473"/>
                  </a:lnTo>
                  <a:lnTo>
                    <a:pt x="256674" y="521368"/>
                  </a:lnTo>
                  <a:lnTo>
                    <a:pt x="292768" y="553452"/>
                  </a:lnTo>
                  <a:lnTo>
                    <a:pt x="328863" y="541421"/>
                  </a:lnTo>
                  <a:lnTo>
                    <a:pt x="356937" y="569494"/>
                  </a:lnTo>
                  <a:lnTo>
                    <a:pt x="397042" y="569494"/>
                  </a:lnTo>
                  <a:lnTo>
                    <a:pt x="449179" y="549442"/>
                  </a:lnTo>
                  <a:lnTo>
                    <a:pt x="453189" y="597568"/>
                  </a:lnTo>
                  <a:lnTo>
                    <a:pt x="469232" y="613610"/>
                  </a:lnTo>
                  <a:lnTo>
                    <a:pt x="521368" y="617621"/>
                  </a:lnTo>
                  <a:lnTo>
                    <a:pt x="513347" y="637673"/>
                  </a:lnTo>
                  <a:lnTo>
                    <a:pt x="453189" y="637673"/>
                  </a:lnTo>
                  <a:lnTo>
                    <a:pt x="409074" y="629652"/>
                  </a:lnTo>
                  <a:lnTo>
                    <a:pt x="324853" y="725905"/>
                  </a:lnTo>
                  <a:lnTo>
                    <a:pt x="56147" y="1291389"/>
                  </a:lnTo>
                  <a:lnTo>
                    <a:pt x="108284" y="1471863"/>
                  </a:lnTo>
                  <a:lnTo>
                    <a:pt x="184484" y="1640305"/>
                  </a:lnTo>
                  <a:lnTo>
                    <a:pt x="284747" y="1740568"/>
                  </a:lnTo>
                  <a:lnTo>
                    <a:pt x="360947" y="1752600"/>
                  </a:lnTo>
                  <a:lnTo>
                    <a:pt x="1303421" y="1760621"/>
                  </a:lnTo>
                  <a:lnTo>
                    <a:pt x="1427747" y="1556084"/>
                  </a:lnTo>
                  <a:lnTo>
                    <a:pt x="1407695" y="1499936"/>
                  </a:lnTo>
                  <a:lnTo>
                    <a:pt x="1431758" y="1403684"/>
                  </a:lnTo>
                  <a:lnTo>
                    <a:pt x="1407695" y="1359568"/>
                  </a:lnTo>
                  <a:lnTo>
                    <a:pt x="1511968" y="1323473"/>
                  </a:lnTo>
                  <a:lnTo>
                    <a:pt x="1544053" y="1187115"/>
                  </a:lnTo>
                  <a:lnTo>
                    <a:pt x="1487905" y="1143000"/>
                  </a:lnTo>
                  <a:lnTo>
                    <a:pt x="1495926" y="1082842"/>
                  </a:lnTo>
                  <a:lnTo>
                    <a:pt x="1592179" y="1050758"/>
                  </a:lnTo>
                  <a:lnTo>
                    <a:pt x="1716505" y="894347"/>
                  </a:lnTo>
                  <a:lnTo>
                    <a:pt x="1700463" y="798094"/>
                  </a:lnTo>
                  <a:lnTo>
                    <a:pt x="1816768" y="677779"/>
                  </a:lnTo>
                  <a:lnTo>
                    <a:pt x="1868906" y="521368"/>
                  </a:lnTo>
                  <a:cubicBezTo>
                    <a:pt x="1860581" y="514695"/>
                    <a:pt x="1913570" y="484030"/>
                    <a:pt x="1862591" y="496018"/>
                  </a:cubicBezTo>
                  <a:lnTo>
                    <a:pt x="1830098" y="467981"/>
                  </a:lnTo>
                  <a:lnTo>
                    <a:pt x="1801276" y="474691"/>
                  </a:lnTo>
                  <a:lnTo>
                    <a:pt x="1752600" y="449179"/>
                  </a:lnTo>
                  <a:lnTo>
                    <a:pt x="1656347" y="417094"/>
                  </a:lnTo>
                  <a:lnTo>
                    <a:pt x="1580147" y="429126"/>
                  </a:lnTo>
                  <a:lnTo>
                    <a:pt x="1524000" y="489284"/>
                  </a:lnTo>
                  <a:lnTo>
                    <a:pt x="1524000" y="537410"/>
                  </a:lnTo>
                  <a:lnTo>
                    <a:pt x="1536032" y="549442"/>
                  </a:lnTo>
                  <a:lnTo>
                    <a:pt x="1503947" y="557463"/>
                  </a:lnTo>
                  <a:lnTo>
                    <a:pt x="1483895" y="545431"/>
                  </a:lnTo>
                  <a:lnTo>
                    <a:pt x="1371600" y="697831"/>
                  </a:lnTo>
                  <a:lnTo>
                    <a:pt x="1395663" y="593558"/>
                  </a:lnTo>
                  <a:lnTo>
                    <a:pt x="1155032" y="605589"/>
                  </a:lnTo>
                  <a:lnTo>
                    <a:pt x="1471863" y="533400"/>
                  </a:lnTo>
                  <a:lnTo>
                    <a:pt x="1524000" y="376989"/>
                  </a:lnTo>
                  <a:lnTo>
                    <a:pt x="1447800" y="352926"/>
                  </a:lnTo>
                  <a:lnTo>
                    <a:pt x="1251284" y="372979"/>
                  </a:lnTo>
                  <a:lnTo>
                    <a:pt x="1207168" y="501315"/>
                  </a:lnTo>
                  <a:lnTo>
                    <a:pt x="1167063" y="485273"/>
                  </a:lnTo>
                  <a:lnTo>
                    <a:pt x="986589" y="577515"/>
                  </a:lnTo>
                  <a:lnTo>
                    <a:pt x="966537" y="697831"/>
                  </a:lnTo>
                  <a:lnTo>
                    <a:pt x="946484" y="625642"/>
                  </a:lnTo>
                  <a:lnTo>
                    <a:pt x="970547" y="561473"/>
                  </a:lnTo>
                  <a:lnTo>
                    <a:pt x="830179" y="601579"/>
                  </a:lnTo>
                  <a:lnTo>
                    <a:pt x="962526" y="537410"/>
                  </a:lnTo>
                  <a:lnTo>
                    <a:pt x="946484" y="469231"/>
                  </a:lnTo>
                  <a:lnTo>
                    <a:pt x="922421" y="449179"/>
                  </a:lnTo>
                  <a:lnTo>
                    <a:pt x="918410" y="397042"/>
                  </a:lnTo>
                  <a:lnTo>
                    <a:pt x="830179" y="356936"/>
                  </a:lnTo>
                  <a:lnTo>
                    <a:pt x="818147" y="252663"/>
                  </a:lnTo>
                  <a:lnTo>
                    <a:pt x="774032" y="224589"/>
                  </a:lnTo>
                  <a:lnTo>
                    <a:pt x="737937" y="164431"/>
                  </a:lnTo>
                  <a:lnTo>
                    <a:pt x="605589" y="116305"/>
                  </a:lnTo>
                  <a:lnTo>
                    <a:pt x="589547" y="1203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65" name="Freeform 164"/>
            <p:cNvSpPr/>
            <p:nvPr/>
          </p:nvSpPr>
          <p:spPr>
            <a:xfrm>
              <a:off x="5386388" y="1252538"/>
              <a:ext cx="133350" cy="136525"/>
            </a:xfrm>
            <a:custGeom>
              <a:avLst/>
              <a:gdLst>
                <a:gd name="connsiteX0" fmla="*/ 126206 w 133350"/>
                <a:gd name="connsiteY0" fmla="*/ 0 h 135731"/>
                <a:gd name="connsiteX1" fmla="*/ 59531 w 133350"/>
                <a:gd name="connsiteY1" fmla="*/ 23812 h 135731"/>
                <a:gd name="connsiteX2" fmla="*/ 28575 w 133350"/>
                <a:gd name="connsiteY2" fmla="*/ 85725 h 135731"/>
                <a:gd name="connsiteX3" fmla="*/ 33338 w 133350"/>
                <a:gd name="connsiteY3" fmla="*/ 102393 h 135731"/>
                <a:gd name="connsiteX4" fmla="*/ 0 w 133350"/>
                <a:gd name="connsiteY4" fmla="*/ 135731 h 135731"/>
                <a:gd name="connsiteX5" fmla="*/ 76200 w 133350"/>
                <a:gd name="connsiteY5" fmla="*/ 116681 h 135731"/>
                <a:gd name="connsiteX6" fmla="*/ 76200 w 133350"/>
                <a:gd name="connsiteY6" fmla="*/ 116681 h 135731"/>
                <a:gd name="connsiteX7" fmla="*/ 133350 w 133350"/>
                <a:gd name="connsiteY7" fmla="*/ 71437 h 135731"/>
                <a:gd name="connsiteX8" fmla="*/ 126206 w 133350"/>
                <a:gd name="connsiteY8" fmla="*/ 0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 h="135731">
                  <a:moveTo>
                    <a:pt x="126206" y="0"/>
                  </a:moveTo>
                  <a:lnTo>
                    <a:pt x="59531" y="23812"/>
                  </a:lnTo>
                  <a:lnTo>
                    <a:pt x="28575" y="85725"/>
                  </a:lnTo>
                  <a:lnTo>
                    <a:pt x="33338" y="102393"/>
                  </a:lnTo>
                  <a:lnTo>
                    <a:pt x="0" y="135731"/>
                  </a:lnTo>
                  <a:lnTo>
                    <a:pt x="76200" y="116681"/>
                  </a:lnTo>
                  <a:lnTo>
                    <a:pt x="76200" y="116681"/>
                  </a:lnTo>
                  <a:lnTo>
                    <a:pt x="133350" y="71437"/>
                  </a:lnTo>
                  <a:lnTo>
                    <a:pt x="126206"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66" name="Freeform 165"/>
            <p:cNvSpPr/>
            <p:nvPr/>
          </p:nvSpPr>
          <p:spPr>
            <a:xfrm>
              <a:off x="5622925" y="1073150"/>
              <a:ext cx="23813" cy="52388"/>
            </a:xfrm>
            <a:custGeom>
              <a:avLst/>
              <a:gdLst>
                <a:gd name="connsiteX0" fmla="*/ 4011 w 24063"/>
                <a:gd name="connsiteY0" fmla="*/ 0 h 52136"/>
                <a:gd name="connsiteX1" fmla="*/ 0 w 24063"/>
                <a:gd name="connsiteY1" fmla="*/ 52136 h 52136"/>
                <a:gd name="connsiteX2" fmla="*/ 24063 w 24063"/>
                <a:gd name="connsiteY2" fmla="*/ 48126 h 52136"/>
                <a:gd name="connsiteX3" fmla="*/ 4011 w 24063"/>
                <a:gd name="connsiteY3" fmla="*/ 0 h 52136"/>
              </a:gdLst>
              <a:ahLst/>
              <a:cxnLst>
                <a:cxn ang="0">
                  <a:pos x="connsiteX0" y="connsiteY0"/>
                </a:cxn>
                <a:cxn ang="0">
                  <a:pos x="connsiteX1" y="connsiteY1"/>
                </a:cxn>
                <a:cxn ang="0">
                  <a:pos x="connsiteX2" y="connsiteY2"/>
                </a:cxn>
                <a:cxn ang="0">
                  <a:pos x="connsiteX3" y="connsiteY3"/>
                </a:cxn>
              </a:cxnLst>
              <a:rect l="l" t="t" r="r" b="b"/>
              <a:pathLst>
                <a:path w="24063" h="52136">
                  <a:moveTo>
                    <a:pt x="4011" y="0"/>
                  </a:moveTo>
                  <a:lnTo>
                    <a:pt x="0" y="52136"/>
                  </a:lnTo>
                  <a:lnTo>
                    <a:pt x="24063" y="48126"/>
                  </a:lnTo>
                  <a:lnTo>
                    <a:pt x="4011"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67" name="Freeform 166"/>
            <p:cNvSpPr/>
            <p:nvPr/>
          </p:nvSpPr>
          <p:spPr>
            <a:xfrm>
              <a:off x="5638800" y="1154113"/>
              <a:ext cx="100013" cy="38100"/>
            </a:xfrm>
            <a:custGeom>
              <a:avLst/>
              <a:gdLst>
                <a:gd name="connsiteX0" fmla="*/ 100012 w 100012"/>
                <a:gd name="connsiteY0" fmla="*/ 11907 h 38100"/>
                <a:gd name="connsiteX1" fmla="*/ 52387 w 100012"/>
                <a:gd name="connsiteY1" fmla="*/ 38100 h 38100"/>
                <a:gd name="connsiteX2" fmla="*/ 38100 w 100012"/>
                <a:gd name="connsiteY2" fmla="*/ 26194 h 38100"/>
                <a:gd name="connsiteX3" fmla="*/ 0 w 100012"/>
                <a:gd name="connsiteY3" fmla="*/ 26194 h 38100"/>
                <a:gd name="connsiteX4" fmla="*/ 11906 w 100012"/>
                <a:gd name="connsiteY4" fmla="*/ 0 h 38100"/>
                <a:gd name="connsiteX5" fmla="*/ 100012 w 100012"/>
                <a:gd name="connsiteY5" fmla="*/ 11907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12" h="38100">
                  <a:moveTo>
                    <a:pt x="100012" y="11907"/>
                  </a:moveTo>
                  <a:lnTo>
                    <a:pt x="52387" y="38100"/>
                  </a:lnTo>
                  <a:lnTo>
                    <a:pt x="38100" y="26194"/>
                  </a:lnTo>
                  <a:lnTo>
                    <a:pt x="0" y="26194"/>
                  </a:lnTo>
                  <a:lnTo>
                    <a:pt x="11906" y="0"/>
                  </a:lnTo>
                  <a:lnTo>
                    <a:pt x="100012" y="11907"/>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68" name="Freeform 167"/>
            <p:cNvSpPr/>
            <p:nvPr/>
          </p:nvSpPr>
          <p:spPr>
            <a:xfrm>
              <a:off x="5565775" y="1160463"/>
              <a:ext cx="30163" cy="53975"/>
            </a:xfrm>
            <a:custGeom>
              <a:avLst/>
              <a:gdLst>
                <a:gd name="connsiteX0" fmla="*/ 30956 w 30956"/>
                <a:gd name="connsiteY0" fmla="*/ 0 h 54769"/>
                <a:gd name="connsiteX1" fmla="*/ 19050 w 30956"/>
                <a:gd name="connsiteY1" fmla="*/ 54769 h 54769"/>
                <a:gd name="connsiteX2" fmla="*/ 0 w 30956"/>
                <a:gd name="connsiteY2" fmla="*/ 40481 h 54769"/>
                <a:gd name="connsiteX3" fmla="*/ 30956 w 30956"/>
                <a:gd name="connsiteY3" fmla="*/ 0 h 54769"/>
              </a:gdLst>
              <a:ahLst/>
              <a:cxnLst>
                <a:cxn ang="0">
                  <a:pos x="connsiteX0" y="connsiteY0"/>
                </a:cxn>
                <a:cxn ang="0">
                  <a:pos x="connsiteX1" y="connsiteY1"/>
                </a:cxn>
                <a:cxn ang="0">
                  <a:pos x="connsiteX2" y="connsiteY2"/>
                </a:cxn>
                <a:cxn ang="0">
                  <a:pos x="connsiteX3" y="connsiteY3"/>
                </a:cxn>
              </a:cxnLst>
              <a:rect l="l" t="t" r="r" b="b"/>
              <a:pathLst>
                <a:path w="30956" h="54769">
                  <a:moveTo>
                    <a:pt x="30956" y="0"/>
                  </a:moveTo>
                  <a:lnTo>
                    <a:pt x="19050" y="54769"/>
                  </a:lnTo>
                  <a:lnTo>
                    <a:pt x="0" y="40481"/>
                  </a:lnTo>
                  <a:lnTo>
                    <a:pt x="30956"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69" name="Freeform 168"/>
            <p:cNvSpPr/>
            <p:nvPr/>
          </p:nvSpPr>
          <p:spPr>
            <a:xfrm>
              <a:off x="3556000" y="449263"/>
              <a:ext cx="823913" cy="936625"/>
            </a:xfrm>
            <a:custGeom>
              <a:avLst/>
              <a:gdLst>
                <a:gd name="connsiteX0" fmla="*/ 809171 w 823686"/>
                <a:gd name="connsiteY0" fmla="*/ 587828 h 936171"/>
                <a:gd name="connsiteX1" fmla="*/ 758371 w 823686"/>
                <a:gd name="connsiteY1" fmla="*/ 566057 h 936171"/>
                <a:gd name="connsiteX2" fmla="*/ 678543 w 823686"/>
                <a:gd name="connsiteY2" fmla="*/ 478971 h 936171"/>
                <a:gd name="connsiteX3" fmla="*/ 682171 w 823686"/>
                <a:gd name="connsiteY3" fmla="*/ 399143 h 936171"/>
                <a:gd name="connsiteX4" fmla="*/ 620486 w 823686"/>
                <a:gd name="connsiteY4" fmla="*/ 388257 h 936171"/>
                <a:gd name="connsiteX5" fmla="*/ 635000 w 823686"/>
                <a:gd name="connsiteY5" fmla="*/ 326571 h 936171"/>
                <a:gd name="connsiteX6" fmla="*/ 664028 w 823686"/>
                <a:gd name="connsiteY6" fmla="*/ 264886 h 936171"/>
                <a:gd name="connsiteX7" fmla="*/ 653143 w 823686"/>
                <a:gd name="connsiteY7" fmla="*/ 188686 h 936171"/>
                <a:gd name="connsiteX8" fmla="*/ 703943 w 823686"/>
                <a:gd name="connsiteY8" fmla="*/ 156028 h 936171"/>
                <a:gd name="connsiteX9" fmla="*/ 649514 w 823686"/>
                <a:gd name="connsiteY9" fmla="*/ 108857 h 936171"/>
                <a:gd name="connsiteX10" fmla="*/ 631371 w 823686"/>
                <a:gd name="connsiteY10" fmla="*/ 108857 h 936171"/>
                <a:gd name="connsiteX11" fmla="*/ 616857 w 823686"/>
                <a:gd name="connsiteY11" fmla="*/ 83457 h 936171"/>
                <a:gd name="connsiteX12" fmla="*/ 620486 w 823686"/>
                <a:gd name="connsiteY12" fmla="*/ 0 h 936171"/>
                <a:gd name="connsiteX13" fmla="*/ 558800 w 823686"/>
                <a:gd name="connsiteY13" fmla="*/ 0 h 936171"/>
                <a:gd name="connsiteX14" fmla="*/ 558800 w 823686"/>
                <a:gd name="connsiteY14" fmla="*/ 68943 h 936171"/>
                <a:gd name="connsiteX15" fmla="*/ 460828 w 823686"/>
                <a:gd name="connsiteY15" fmla="*/ 94343 h 936171"/>
                <a:gd name="connsiteX16" fmla="*/ 439057 w 823686"/>
                <a:gd name="connsiteY16" fmla="*/ 123371 h 936171"/>
                <a:gd name="connsiteX17" fmla="*/ 351971 w 823686"/>
                <a:gd name="connsiteY17" fmla="*/ 152400 h 936171"/>
                <a:gd name="connsiteX18" fmla="*/ 286657 w 823686"/>
                <a:gd name="connsiteY18" fmla="*/ 156028 h 936171"/>
                <a:gd name="connsiteX19" fmla="*/ 203200 w 823686"/>
                <a:gd name="connsiteY19" fmla="*/ 206828 h 936171"/>
                <a:gd name="connsiteX20" fmla="*/ 134257 w 823686"/>
                <a:gd name="connsiteY20" fmla="*/ 203200 h 936171"/>
                <a:gd name="connsiteX21" fmla="*/ 90714 w 823686"/>
                <a:gd name="connsiteY21" fmla="*/ 199571 h 936171"/>
                <a:gd name="connsiteX22" fmla="*/ 0 w 823686"/>
                <a:gd name="connsiteY22" fmla="*/ 145143 h 936171"/>
                <a:gd name="connsiteX23" fmla="*/ 76200 w 823686"/>
                <a:gd name="connsiteY23" fmla="*/ 232228 h 936171"/>
                <a:gd name="connsiteX24" fmla="*/ 47171 w 823686"/>
                <a:gd name="connsiteY24" fmla="*/ 286657 h 936171"/>
                <a:gd name="connsiteX25" fmla="*/ 61686 w 823686"/>
                <a:gd name="connsiteY25" fmla="*/ 373743 h 936171"/>
                <a:gd name="connsiteX26" fmla="*/ 130628 w 823686"/>
                <a:gd name="connsiteY26" fmla="*/ 377371 h 936171"/>
                <a:gd name="connsiteX27" fmla="*/ 181428 w 823686"/>
                <a:gd name="connsiteY27" fmla="*/ 406400 h 936171"/>
                <a:gd name="connsiteX28" fmla="*/ 174171 w 823686"/>
                <a:gd name="connsiteY28" fmla="*/ 446314 h 936171"/>
                <a:gd name="connsiteX29" fmla="*/ 217714 w 823686"/>
                <a:gd name="connsiteY29" fmla="*/ 468086 h 936171"/>
                <a:gd name="connsiteX30" fmla="*/ 275771 w 823686"/>
                <a:gd name="connsiteY30" fmla="*/ 598714 h 936171"/>
                <a:gd name="connsiteX31" fmla="*/ 308428 w 823686"/>
                <a:gd name="connsiteY31" fmla="*/ 754743 h 936171"/>
                <a:gd name="connsiteX32" fmla="*/ 319314 w 823686"/>
                <a:gd name="connsiteY32" fmla="*/ 801914 h 936171"/>
                <a:gd name="connsiteX33" fmla="*/ 315686 w 823686"/>
                <a:gd name="connsiteY33" fmla="*/ 841828 h 936171"/>
                <a:gd name="connsiteX34" fmla="*/ 417286 w 823686"/>
                <a:gd name="connsiteY34" fmla="*/ 936171 h 936171"/>
                <a:gd name="connsiteX35" fmla="*/ 435428 w 823686"/>
                <a:gd name="connsiteY35" fmla="*/ 856343 h 936171"/>
                <a:gd name="connsiteX36" fmla="*/ 497114 w 823686"/>
                <a:gd name="connsiteY36" fmla="*/ 805543 h 936171"/>
                <a:gd name="connsiteX37" fmla="*/ 526143 w 823686"/>
                <a:gd name="connsiteY37" fmla="*/ 849086 h 936171"/>
                <a:gd name="connsiteX38" fmla="*/ 609600 w 823686"/>
                <a:gd name="connsiteY38" fmla="*/ 845457 h 936171"/>
                <a:gd name="connsiteX39" fmla="*/ 598714 w 823686"/>
                <a:gd name="connsiteY39" fmla="*/ 772886 h 936171"/>
                <a:gd name="connsiteX40" fmla="*/ 660400 w 823686"/>
                <a:gd name="connsiteY40" fmla="*/ 747486 h 936171"/>
                <a:gd name="connsiteX41" fmla="*/ 674914 w 823686"/>
                <a:gd name="connsiteY41" fmla="*/ 674914 h 936171"/>
                <a:gd name="connsiteX42" fmla="*/ 823686 w 823686"/>
                <a:gd name="connsiteY42" fmla="*/ 689428 h 936171"/>
                <a:gd name="connsiteX43" fmla="*/ 809171 w 823686"/>
                <a:gd name="connsiteY43" fmla="*/ 587828 h 936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23686" h="936171">
                  <a:moveTo>
                    <a:pt x="809171" y="587828"/>
                  </a:moveTo>
                  <a:lnTo>
                    <a:pt x="758371" y="566057"/>
                  </a:lnTo>
                  <a:lnTo>
                    <a:pt x="678543" y="478971"/>
                  </a:lnTo>
                  <a:lnTo>
                    <a:pt x="682171" y="399143"/>
                  </a:lnTo>
                  <a:lnTo>
                    <a:pt x="620486" y="388257"/>
                  </a:lnTo>
                  <a:lnTo>
                    <a:pt x="635000" y="326571"/>
                  </a:lnTo>
                  <a:lnTo>
                    <a:pt x="664028" y="264886"/>
                  </a:lnTo>
                  <a:lnTo>
                    <a:pt x="653143" y="188686"/>
                  </a:lnTo>
                  <a:lnTo>
                    <a:pt x="703943" y="156028"/>
                  </a:lnTo>
                  <a:lnTo>
                    <a:pt x="649514" y="108857"/>
                  </a:lnTo>
                  <a:lnTo>
                    <a:pt x="631371" y="108857"/>
                  </a:lnTo>
                  <a:lnTo>
                    <a:pt x="616857" y="83457"/>
                  </a:lnTo>
                  <a:lnTo>
                    <a:pt x="620486" y="0"/>
                  </a:lnTo>
                  <a:lnTo>
                    <a:pt x="558800" y="0"/>
                  </a:lnTo>
                  <a:lnTo>
                    <a:pt x="558800" y="68943"/>
                  </a:lnTo>
                  <a:lnTo>
                    <a:pt x="460828" y="94343"/>
                  </a:lnTo>
                  <a:lnTo>
                    <a:pt x="439057" y="123371"/>
                  </a:lnTo>
                  <a:lnTo>
                    <a:pt x="351971" y="152400"/>
                  </a:lnTo>
                  <a:lnTo>
                    <a:pt x="286657" y="156028"/>
                  </a:lnTo>
                  <a:lnTo>
                    <a:pt x="203200" y="206828"/>
                  </a:lnTo>
                  <a:lnTo>
                    <a:pt x="134257" y="203200"/>
                  </a:lnTo>
                  <a:lnTo>
                    <a:pt x="90714" y="199571"/>
                  </a:lnTo>
                  <a:lnTo>
                    <a:pt x="0" y="145143"/>
                  </a:lnTo>
                  <a:lnTo>
                    <a:pt x="76200" y="232228"/>
                  </a:lnTo>
                  <a:lnTo>
                    <a:pt x="47171" y="286657"/>
                  </a:lnTo>
                  <a:lnTo>
                    <a:pt x="61686" y="373743"/>
                  </a:lnTo>
                  <a:lnTo>
                    <a:pt x="130628" y="377371"/>
                  </a:lnTo>
                  <a:lnTo>
                    <a:pt x="181428" y="406400"/>
                  </a:lnTo>
                  <a:lnTo>
                    <a:pt x="174171" y="446314"/>
                  </a:lnTo>
                  <a:lnTo>
                    <a:pt x="217714" y="468086"/>
                  </a:lnTo>
                  <a:lnTo>
                    <a:pt x="275771" y="598714"/>
                  </a:lnTo>
                  <a:lnTo>
                    <a:pt x="308428" y="754743"/>
                  </a:lnTo>
                  <a:lnTo>
                    <a:pt x="319314" y="801914"/>
                  </a:lnTo>
                  <a:lnTo>
                    <a:pt x="315686" y="841828"/>
                  </a:lnTo>
                  <a:lnTo>
                    <a:pt x="417286" y="936171"/>
                  </a:lnTo>
                  <a:lnTo>
                    <a:pt x="435428" y="856343"/>
                  </a:lnTo>
                  <a:lnTo>
                    <a:pt x="497114" y="805543"/>
                  </a:lnTo>
                  <a:lnTo>
                    <a:pt x="526143" y="849086"/>
                  </a:lnTo>
                  <a:lnTo>
                    <a:pt x="609600" y="845457"/>
                  </a:lnTo>
                  <a:lnTo>
                    <a:pt x="598714" y="772886"/>
                  </a:lnTo>
                  <a:lnTo>
                    <a:pt x="660400" y="747486"/>
                  </a:lnTo>
                  <a:lnTo>
                    <a:pt x="674914" y="674914"/>
                  </a:lnTo>
                  <a:lnTo>
                    <a:pt x="823686" y="689428"/>
                  </a:lnTo>
                  <a:lnTo>
                    <a:pt x="809171" y="587828"/>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0" name="Freeform 169"/>
            <p:cNvSpPr/>
            <p:nvPr/>
          </p:nvSpPr>
          <p:spPr>
            <a:xfrm>
              <a:off x="2195513" y="892175"/>
              <a:ext cx="2570162" cy="1738313"/>
            </a:xfrm>
            <a:custGeom>
              <a:avLst/>
              <a:gdLst>
                <a:gd name="connsiteX0" fmla="*/ 1513114 w 2569028"/>
                <a:gd name="connsiteY0" fmla="*/ 0 h 1738085"/>
                <a:gd name="connsiteX1" fmla="*/ 1433285 w 2569028"/>
                <a:gd name="connsiteY1" fmla="*/ 39914 h 1738085"/>
                <a:gd name="connsiteX2" fmla="*/ 1418771 w 2569028"/>
                <a:gd name="connsiteY2" fmla="*/ 90714 h 1738085"/>
                <a:gd name="connsiteX3" fmla="*/ 1378857 w 2569028"/>
                <a:gd name="connsiteY3" fmla="*/ 123371 h 1738085"/>
                <a:gd name="connsiteX4" fmla="*/ 1346200 w 2569028"/>
                <a:gd name="connsiteY4" fmla="*/ 101600 h 1738085"/>
                <a:gd name="connsiteX5" fmla="*/ 1320800 w 2569028"/>
                <a:gd name="connsiteY5" fmla="*/ 134257 h 1738085"/>
                <a:gd name="connsiteX6" fmla="*/ 1230085 w 2569028"/>
                <a:gd name="connsiteY6" fmla="*/ 152400 h 1738085"/>
                <a:gd name="connsiteX7" fmla="*/ 1179285 w 2569028"/>
                <a:gd name="connsiteY7" fmla="*/ 203200 h 1738085"/>
                <a:gd name="connsiteX8" fmla="*/ 1128485 w 2569028"/>
                <a:gd name="connsiteY8" fmla="*/ 195942 h 1738085"/>
                <a:gd name="connsiteX9" fmla="*/ 1092200 w 2569028"/>
                <a:gd name="connsiteY9" fmla="*/ 214085 h 1738085"/>
                <a:gd name="connsiteX10" fmla="*/ 1012371 w 2569028"/>
                <a:gd name="connsiteY10" fmla="*/ 148771 h 1738085"/>
                <a:gd name="connsiteX11" fmla="*/ 979714 w 2569028"/>
                <a:gd name="connsiteY11" fmla="*/ 163285 h 1738085"/>
                <a:gd name="connsiteX12" fmla="*/ 947057 w 2569028"/>
                <a:gd name="connsiteY12" fmla="*/ 137885 h 1738085"/>
                <a:gd name="connsiteX13" fmla="*/ 936171 w 2569028"/>
                <a:gd name="connsiteY13" fmla="*/ 72571 h 1738085"/>
                <a:gd name="connsiteX14" fmla="*/ 918028 w 2569028"/>
                <a:gd name="connsiteY14" fmla="*/ 36285 h 1738085"/>
                <a:gd name="connsiteX15" fmla="*/ 885371 w 2569028"/>
                <a:gd name="connsiteY15" fmla="*/ 76200 h 1738085"/>
                <a:gd name="connsiteX16" fmla="*/ 845457 w 2569028"/>
                <a:gd name="connsiteY16" fmla="*/ 90714 h 1738085"/>
                <a:gd name="connsiteX17" fmla="*/ 809171 w 2569028"/>
                <a:gd name="connsiteY17" fmla="*/ 25400 h 1738085"/>
                <a:gd name="connsiteX18" fmla="*/ 794657 w 2569028"/>
                <a:gd name="connsiteY18" fmla="*/ 68942 h 1738085"/>
                <a:gd name="connsiteX19" fmla="*/ 616857 w 2569028"/>
                <a:gd name="connsiteY19" fmla="*/ 72571 h 1738085"/>
                <a:gd name="connsiteX20" fmla="*/ 598714 w 2569028"/>
                <a:gd name="connsiteY20" fmla="*/ 97971 h 1738085"/>
                <a:gd name="connsiteX21" fmla="*/ 638628 w 2569028"/>
                <a:gd name="connsiteY21" fmla="*/ 116114 h 1738085"/>
                <a:gd name="connsiteX22" fmla="*/ 685800 w 2569028"/>
                <a:gd name="connsiteY22" fmla="*/ 127000 h 1738085"/>
                <a:gd name="connsiteX23" fmla="*/ 700314 w 2569028"/>
                <a:gd name="connsiteY23" fmla="*/ 174171 h 1738085"/>
                <a:gd name="connsiteX24" fmla="*/ 674914 w 2569028"/>
                <a:gd name="connsiteY24" fmla="*/ 235857 h 1738085"/>
                <a:gd name="connsiteX25" fmla="*/ 642257 w 2569028"/>
                <a:gd name="connsiteY25" fmla="*/ 243114 h 1738085"/>
                <a:gd name="connsiteX26" fmla="*/ 591457 w 2569028"/>
                <a:gd name="connsiteY26" fmla="*/ 217714 h 1738085"/>
                <a:gd name="connsiteX27" fmla="*/ 562428 w 2569028"/>
                <a:gd name="connsiteY27" fmla="*/ 250371 h 1738085"/>
                <a:gd name="connsiteX28" fmla="*/ 587828 w 2569028"/>
                <a:gd name="connsiteY28" fmla="*/ 359228 h 1738085"/>
                <a:gd name="connsiteX29" fmla="*/ 624114 w 2569028"/>
                <a:gd name="connsiteY29" fmla="*/ 395514 h 1738085"/>
                <a:gd name="connsiteX30" fmla="*/ 624114 w 2569028"/>
                <a:gd name="connsiteY30" fmla="*/ 446314 h 1738085"/>
                <a:gd name="connsiteX31" fmla="*/ 667657 w 2569028"/>
                <a:gd name="connsiteY31" fmla="*/ 504371 h 1738085"/>
                <a:gd name="connsiteX32" fmla="*/ 587828 w 2569028"/>
                <a:gd name="connsiteY32" fmla="*/ 957942 h 1738085"/>
                <a:gd name="connsiteX33" fmla="*/ 566057 w 2569028"/>
                <a:gd name="connsiteY33" fmla="*/ 976085 h 1738085"/>
                <a:gd name="connsiteX34" fmla="*/ 529771 w 2569028"/>
                <a:gd name="connsiteY34" fmla="*/ 954314 h 1738085"/>
                <a:gd name="connsiteX35" fmla="*/ 431800 w 2569028"/>
                <a:gd name="connsiteY35" fmla="*/ 950685 h 1738085"/>
                <a:gd name="connsiteX36" fmla="*/ 391885 w 2569028"/>
                <a:gd name="connsiteY36" fmla="*/ 976085 h 1738085"/>
                <a:gd name="connsiteX37" fmla="*/ 283028 w 2569028"/>
                <a:gd name="connsiteY37" fmla="*/ 997857 h 1738085"/>
                <a:gd name="connsiteX38" fmla="*/ 159657 w 2569028"/>
                <a:gd name="connsiteY38" fmla="*/ 1066800 h 1738085"/>
                <a:gd name="connsiteX39" fmla="*/ 101600 w 2569028"/>
                <a:gd name="connsiteY39" fmla="*/ 1201057 h 1738085"/>
                <a:gd name="connsiteX40" fmla="*/ 108857 w 2569028"/>
                <a:gd name="connsiteY40" fmla="*/ 1237342 h 1738085"/>
                <a:gd name="connsiteX41" fmla="*/ 10885 w 2569028"/>
                <a:gd name="connsiteY41" fmla="*/ 1309914 h 1738085"/>
                <a:gd name="connsiteX42" fmla="*/ 0 w 2569028"/>
                <a:gd name="connsiteY42" fmla="*/ 1386114 h 1738085"/>
                <a:gd name="connsiteX43" fmla="*/ 224971 w 2569028"/>
                <a:gd name="connsiteY43" fmla="*/ 1447800 h 1738085"/>
                <a:gd name="connsiteX44" fmla="*/ 497114 w 2569028"/>
                <a:gd name="connsiteY44" fmla="*/ 1494971 h 1738085"/>
                <a:gd name="connsiteX45" fmla="*/ 1066800 w 2569028"/>
                <a:gd name="connsiteY45" fmla="*/ 1730828 h 1738085"/>
                <a:gd name="connsiteX46" fmla="*/ 1266371 w 2569028"/>
                <a:gd name="connsiteY46" fmla="*/ 1738085 h 1738085"/>
                <a:gd name="connsiteX47" fmla="*/ 1284514 w 2569028"/>
                <a:gd name="connsiteY47" fmla="*/ 1712685 h 1738085"/>
                <a:gd name="connsiteX48" fmla="*/ 1331685 w 2569028"/>
                <a:gd name="connsiteY48" fmla="*/ 1694542 h 1738085"/>
                <a:gd name="connsiteX49" fmla="*/ 1320800 w 2569028"/>
                <a:gd name="connsiteY49" fmla="*/ 1625600 h 1738085"/>
                <a:gd name="connsiteX50" fmla="*/ 1455057 w 2569028"/>
                <a:gd name="connsiteY50" fmla="*/ 1567542 h 1738085"/>
                <a:gd name="connsiteX51" fmla="*/ 1451428 w 2569028"/>
                <a:gd name="connsiteY51" fmla="*/ 1498600 h 1738085"/>
                <a:gd name="connsiteX52" fmla="*/ 1534885 w 2569028"/>
                <a:gd name="connsiteY52" fmla="*/ 1440542 h 1738085"/>
                <a:gd name="connsiteX53" fmla="*/ 1618342 w 2569028"/>
                <a:gd name="connsiteY53" fmla="*/ 1440542 h 1738085"/>
                <a:gd name="connsiteX54" fmla="*/ 1651000 w 2569028"/>
                <a:gd name="connsiteY54" fmla="*/ 1516742 h 1738085"/>
                <a:gd name="connsiteX55" fmla="*/ 1803400 w 2569028"/>
                <a:gd name="connsiteY55" fmla="*/ 1563914 h 1738085"/>
                <a:gd name="connsiteX56" fmla="*/ 1843314 w 2569028"/>
                <a:gd name="connsiteY56" fmla="*/ 1589314 h 1738085"/>
                <a:gd name="connsiteX57" fmla="*/ 2253342 w 2569028"/>
                <a:gd name="connsiteY57" fmla="*/ 1560285 h 1738085"/>
                <a:gd name="connsiteX58" fmla="*/ 2278742 w 2569028"/>
                <a:gd name="connsiteY58" fmla="*/ 1513114 h 1738085"/>
                <a:gd name="connsiteX59" fmla="*/ 2260600 w 2569028"/>
                <a:gd name="connsiteY59" fmla="*/ 1451428 h 1738085"/>
                <a:gd name="connsiteX60" fmla="*/ 2278742 w 2569028"/>
                <a:gd name="connsiteY60" fmla="*/ 1422400 h 1738085"/>
                <a:gd name="connsiteX61" fmla="*/ 2235200 w 2569028"/>
                <a:gd name="connsiteY61" fmla="*/ 1262742 h 1738085"/>
                <a:gd name="connsiteX62" fmla="*/ 2489200 w 2569028"/>
                <a:gd name="connsiteY62" fmla="*/ 685800 h 1738085"/>
                <a:gd name="connsiteX63" fmla="*/ 2569028 w 2569028"/>
                <a:gd name="connsiteY63" fmla="*/ 616857 h 1738085"/>
                <a:gd name="connsiteX64" fmla="*/ 2550885 w 2569028"/>
                <a:gd name="connsiteY64" fmla="*/ 584200 h 1738085"/>
                <a:gd name="connsiteX65" fmla="*/ 2471057 w 2569028"/>
                <a:gd name="connsiteY65" fmla="*/ 649514 h 1738085"/>
                <a:gd name="connsiteX66" fmla="*/ 2452914 w 2569028"/>
                <a:gd name="connsiteY66" fmla="*/ 631371 h 1738085"/>
                <a:gd name="connsiteX67" fmla="*/ 2445657 w 2569028"/>
                <a:gd name="connsiteY67" fmla="*/ 591457 h 1738085"/>
                <a:gd name="connsiteX68" fmla="*/ 2456542 w 2569028"/>
                <a:gd name="connsiteY68" fmla="*/ 576942 h 1738085"/>
                <a:gd name="connsiteX69" fmla="*/ 2413000 w 2569028"/>
                <a:gd name="connsiteY69" fmla="*/ 555171 h 1738085"/>
                <a:gd name="connsiteX70" fmla="*/ 2300514 w 2569028"/>
                <a:gd name="connsiteY70" fmla="*/ 547914 h 1738085"/>
                <a:gd name="connsiteX71" fmla="*/ 2271485 w 2569028"/>
                <a:gd name="connsiteY71" fmla="*/ 449942 h 1738085"/>
                <a:gd name="connsiteX72" fmla="*/ 2206171 w 2569028"/>
                <a:gd name="connsiteY72" fmla="*/ 406400 h 1738085"/>
                <a:gd name="connsiteX73" fmla="*/ 2173514 w 2569028"/>
                <a:gd name="connsiteY73" fmla="*/ 246742 h 1738085"/>
                <a:gd name="connsiteX74" fmla="*/ 2032000 w 2569028"/>
                <a:gd name="connsiteY74" fmla="*/ 232228 h 1738085"/>
                <a:gd name="connsiteX75" fmla="*/ 2021114 w 2569028"/>
                <a:gd name="connsiteY75" fmla="*/ 308428 h 1738085"/>
                <a:gd name="connsiteX76" fmla="*/ 1966685 w 2569028"/>
                <a:gd name="connsiteY76" fmla="*/ 330200 h 1738085"/>
                <a:gd name="connsiteX77" fmla="*/ 1966685 w 2569028"/>
                <a:gd name="connsiteY77" fmla="*/ 399142 h 1738085"/>
                <a:gd name="connsiteX78" fmla="*/ 1901371 w 2569028"/>
                <a:gd name="connsiteY78" fmla="*/ 410028 h 1738085"/>
                <a:gd name="connsiteX79" fmla="*/ 1854200 w 2569028"/>
                <a:gd name="connsiteY79" fmla="*/ 362857 h 1738085"/>
                <a:gd name="connsiteX80" fmla="*/ 1799771 w 2569028"/>
                <a:gd name="connsiteY80" fmla="*/ 406400 h 1738085"/>
                <a:gd name="connsiteX81" fmla="*/ 1781628 w 2569028"/>
                <a:gd name="connsiteY81" fmla="*/ 493485 h 1738085"/>
                <a:gd name="connsiteX82" fmla="*/ 1680028 w 2569028"/>
                <a:gd name="connsiteY82" fmla="*/ 402771 h 1738085"/>
                <a:gd name="connsiteX83" fmla="*/ 1680028 w 2569028"/>
                <a:gd name="connsiteY83" fmla="*/ 351971 h 1738085"/>
                <a:gd name="connsiteX84" fmla="*/ 1629228 w 2569028"/>
                <a:gd name="connsiteY84" fmla="*/ 148771 h 1738085"/>
                <a:gd name="connsiteX85" fmla="*/ 1582057 w 2569028"/>
                <a:gd name="connsiteY85" fmla="*/ 29028 h 1738085"/>
                <a:gd name="connsiteX86" fmla="*/ 1513114 w 2569028"/>
                <a:gd name="connsiteY86" fmla="*/ 0 h 173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569028" h="1738085">
                  <a:moveTo>
                    <a:pt x="1513114" y="0"/>
                  </a:moveTo>
                  <a:lnTo>
                    <a:pt x="1433285" y="39914"/>
                  </a:lnTo>
                  <a:lnTo>
                    <a:pt x="1418771" y="90714"/>
                  </a:lnTo>
                  <a:lnTo>
                    <a:pt x="1378857" y="123371"/>
                  </a:lnTo>
                  <a:lnTo>
                    <a:pt x="1346200" y="101600"/>
                  </a:lnTo>
                  <a:lnTo>
                    <a:pt x="1320800" y="134257"/>
                  </a:lnTo>
                  <a:lnTo>
                    <a:pt x="1230085" y="152400"/>
                  </a:lnTo>
                  <a:lnTo>
                    <a:pt x="1179285" y="203200"/>
                  </a:lnTo>
                  <a:lnTo>
                    <a:pt x="1128485" y="195942"/>
                  </a:lnTo>
                  <a:lnTo>
                    <a:pt x="1092200" y="214085"/>
                  </a:lnTo>
                  <a:lnTo>
                    <a:pt x="1012371" y="148771"/>
                  </a:lnTo>
                  <a:lnTo>
                    <a:pt x="979714" y="163285"/>
                  </a:lnTo>
                  <a:lnTo>
                    <a:pt x="947057" y="137885"/>
                  </a:lnTo>
                  <a:lnTo>
                    <a:pt x="936171" y="72571"/>
                  </a:lnTo>
                  <a:lnTo>
                    <a:pt x="918028" y="36285"/>
                  </a:lnTo>
                  <a:lnTo>
                    <a:pt x="885371" y="76200"/>
                  </a:lnTo>
                  <a:lnTo>
                    <a:pt x="845457" y="90714"/>
                  </a:lnTo>
                  <a:lnTo>
                    <a:pt x="809171" y="25400"/>
                  </a:lnTo>
                  <a:lnTo>
                    <a:pt x="794657" y="68942"/>
                  </a:lnTo>
                  <a:lnTo>
                    <a:pt x="616857" y="72571"/>
                  </a:lnTo>
                  <a:lnTo>
                    <a:pt x="598714" y="97971"/>
                  </a:lnTo>
                  <a:lnTo>
                    <a:pt x="638628" y="116114"/>
                  </a:lnTo>
                  <a:lnTo>
                    <a:pt x="685800" y="127000"/>
                  </a:lnTo>
                  <a:lnTo>
                    <a:pt x="700314" y="174171"/>
                  </a:lnTo>
                  <a:lnTo>
                    <a:pt x="674914" y="235857"/>
                  </a:lnTo>
                  <a:lnTo>
                    <a:pt x="642257" y="243114"/>
                  </a:lnTo>
                  <a:lnTo>
                    <a:pt x="591457" y="217714"/>
                  </a:lnTo>
                  <a:lnTo>
                    <a:pt x="562428" y="250371"/>
                  </a:lnTo>
                  <a:lnTo>
                    <a:pt x="587828" y="359228"/>
                  </a:lnTo>
                  <a:lnTo>
                    <a:pt x="624114" y="395514"/>
                  </a:lnTo>
                  <a:lnTo>
                    <a:pt x="624114" y="446314"/>
                  </a:lnTo>
                  <a:lnTo>
                    <a:pt x="667657" y="504371"/>
                  </a:lnTo>
                  <a:lnTo>
                    <a:pt x="587828" y="957942"/>
                  </a:lnTo>
                  <a:lnTo>
                    <a:pt x="566057" y="976085"/>
                  </a:lnTo>
                  <a:lnTo>
                    <a:pt x="529771" y="954314"/>
                  </a:lnTo>
                  <a:lnTo>
                    <a:pt x="431800" y="950685"/>
                  </a:lnTo>
                  <a:lnTo>
                    <a:pt x="391885" y="976085"/>
                  </a:lnTo>
                  <a:lnTo>
                    <a:pt x="283028" y="997857"/>
                  </a:lnTo>
                  <a:lnTo>
                    <a:pt x="159657" y="1066800"/>
                  </a:lnTo>
                  <a:lnTo>
                    <a:pt x="101600" y="1201057"/>
                  </a:lnTo>
                  <a:lnTo>
                    <a:pt x="108857" y="1237342"/>
                  </a:lnTo>
                  <a:lnTo>
                    <a:pt x="10885" y="1309914"/>
                  </a:lnTo>
                  <a:lnTo>
                    <a:pt x="0" y="1386114"/>
                  </a:lnTo>
                  <a:lnTo>
                    <a:pt x="224971" y="1447800"/>
                  </a:lnTo>
                  <a:lnTo>
                    <a:pt x="497114" y="1494971"/>
                  </a:lnTo>
                  <a:lnTo>
                    <a:pt x="1066800" y="1730828"/>
                  </a:lnTo>
                  <a:lnTo>
                    <a:pt x="1266371" y="1738085"/>
                  </a:lnTo>
                  <a:lnTo>
                    <a:pt x="1284514" y="1712685"/>
                  </a:lnTo>
                  <a:lnTo>
                    <a:pt x="1331685" y="1694542"/>
                  </a:lnTo>
                  <a:lnTo>
                    <a:pt x="1320800" y="1625600"/>
                  </a:lnTo>
                  <a:lnTo>
                    <a:pt x="1455057" y="1567542"/>
                  </a:lnTo>
                  <a:lnTo>
                    <a:pt x="1451428" y="1498600"/>
                  </a:lnTo>
                  <a:lnTo>
                    <a:pt x="1534885" y="1440542"/>
                  </a:lnTo>
                  <a:lnTo>
                    <a:pt x="1618342" y="1440542"/>
                  </a:lnTo>
                  <a:lnTo>
                    <a:pt x="1651000" y="1516742"/>
                  </a:lnTo>
                  <a:lnTo>
                    <a:pt x="1803400" y="1563914"/>
                  </a:lnTo>
                  <a:lnTo>
                    <a:pt x="1843314" y="1589314"/>
                  </a:lnTo>
                  <a:lnTo>
                    <a:pt x="2253342" y="1560285"/>
                  </a:lnTo>
                  <a:lnTo>
                    <a:pt x="2278742" y="1513114"/>
                  </a:lnTo>
                  <a:lnTo>
                    <a:pt x="2260600" y="1451428"/>
                  </a:lnTo>
                  <a:lnTo>
                    <a:pt x="2278742" y="1422400"/>
                  </a:lnTo>
                  <a:lnTo>
                    <a:pt x="2235200" y="1262742"/>
                  </a:lnTo>
                  <a:lnTo>
                    <a:pt x="2489200" y="685800"/>
                  </a:lnTo>
                  <a:lnTo>
                    <a:pt x="2569028" y="616857"/>
                  </a:lnTo>
                  <a:lnTo>
                    <a:pt x="2550885" y="584200"/>
                  </a:lnTo>
                  <a:lnTo>
                    <a:pt x="2471057" y="649514"/>
                  </a:lnTo>
                  <a:lnTo>
                    <a:pt x="2452914" y="631371"/>
                  </a:lnTo>
                  <a:lnTo>
                    <a:pt x="2445657" y="591457"/>
                  </a:lnTo>
                  <a:lnTo>
                    <a:pt x="2456542" y="576942"/>
                  </a:lnTo>
                  <a:lnTo>
                    <a:pt x="2413000" y="555171"/>
                  </a:lnTo>
                  <a:lnTo>
                    <a:pt x="2300514" y="547914"/>
                  </a:lnTo>
                  <a:lnTo>
                    <a:pt x="2271485" y="449942"/>
                  </a:lnTo>
                  <a:lnTo>
                    <a:pt x="2206171" y="406400"/>
                  </a:lnTo>
                  <a:lnTo>
                    <a:pt x="2173514" y="246742"/>
                  </a:lnTo>
                  <a:lnTo>
                    <a:pt x="2032000" y="232228"/>
                  </a:lnTo>
                  <a:lnTo>
                    <a:pt x="2021114" y="308428"/>
                  </a:lnTo>
                  <a:lnTo>
                    <a:pt x="1966685" y="330200"/>
                  </a:lnTo>
                  <a:lnTo>
                    <a:pt x="1966685" y="399142"/>
                  </a:lnTo>
                  <a:lnTo>
                    <a:pt x="1901371" y="410028"/>
                  </a:lnTo>
                  <a:lnTo>
                    <a:pt x="1854200" y="362857"/>
                  </a:lnTo>
                  <a:lnTo>
                    <a:pt x="1799771" y="406400"/>
                  </a:lnTo>
                  <a:lnTo>
                    <a:pt x="1781628" y="493485"/>
                  </a:lnTo>
                  <a:lnTo>
                    <a:pt x="1680028" y="402771"/>
                  </a:lnTo>
                  <a:lnTo>
                    <a:pt x="1680028" y="351971"/>
                  </a:lnTo>
                  <a:lnTo>
                    <a:pt x="1629228" y="148771"/>
                  </a:lnTo>
                  <a:lnTo>
                    <a:pt x="1582057" y="29028"/>
                  </a:lnTo>
                  <a:lnTo>
                    <a:pt x="1513114"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1" name="Freeform 170"/>
            <p:cNvSpPr/>
            <p:nvPr/>
          </p:nvSpPr>
          <p:spPr>
            <a:xfrm>
              <a:off x="2163763" y="2268538"/>
              <a:ext cx="1092200" cy="522287"/>
            </a:xfrm>
            <a:custGeom>
              <a:avLst/>
              <a:gdLst>
                <a:gd name="connsiteX0" fmla="*/ 25400 w 1092200"/>
                <a:gd name="connsiteY0" fmla="*/ 0 h 522514"/>
                <a:gd name="connsiteX1" fmla="*/ 0 w 1092200"/>
                <a:gd name="connsiteY1" fmla="*/ 39914 h 522514"/>
                <a:gd name="connsiteX2" fmla="*/ 54429 w 1092200"/>
                <a:gd name="connsiteY2" fmla="*/ 116114 h 522514"/>
                <a:gd name="connsiteX3" fmla="*/ 145143 w 1092200"/>
                <a:gd name="connsiteY3" fmla="*/ 217714 h 522514"/>
                <a:gd name="connsiteX4" fmla="*/ 145143 w 1092200"/>
                <a:gd name="connsiteY4" fmla="*/ 283029 h 522514"/>
                <a:gd name="connsiteX5" fmla="*/ 130629 w 1092200"/>
                <a:gd name="connsiteY5" fmla="*/ 319314 h 522514"/>
                <a:gd name="connsiteX6" fmla="*/ 221343 w 1092200"/>
                <a:gd name="connsiteY6" fmla="*/ 326572 h 522514"/>
                <a:gd name="connsiteX7" fmla="*/ 290286 w 1092200"/>
                <a:gd name="connsiteY7" fmla="*/ 395514 h 522514"/>
                <a:gd name="connsiteX8" fmla="*/ 381000 w 1092200"/>
                <a:gd name="connsiteY8" fmla="*/ 373743 h 522514"/>
                <a:gd name="connsiteX9" fmla="*/ 410029 w 1092200"/>
                <a:gd name="connsiteY9" fmla="*/ 337457 h 522514"/>
                <a:gd name="connsiteX10" fmla="*/ 457200 w 1092200"/>
                <a:gd name="connsiteY10" fmla="*/ 257629 h 522514"/>
                <a:gd name="connsiteX11" fmla="*/ 500743 w 1092200"/>
                <a:gd name="connsiteY11" fmla="*/ 272143 h 522514"/>
                <a:gd name="connsiteX12" fmla="*/ 500743 w 1092200"/>
                <a:gd name="connsiteY12" fmla="*/ 297543 h 522514"/>
                <a:gd name="connsiteX13" fmla="*/ 486229 w 1092200"/>
                <a:gd name="connsiteY13" fmla="*/ 326572 h 522514"/>
                <a:gd name="connsiteX14" fmla="*/ 511629 w 1092200"/>
                <a:gd name="connsiteY14" fmla="*/ 381000 h 522514"/>
                <a:gd name="connsiteX15" fmla="*/ 522515 w 1092200"/>
                <a:gd name="connsiteY15" fmla="*/ 460829 h 522514"/>
                <a:gd name="connsiteX16" fmla="*/ 540658 w 1092200"/>
                <a:gd name="connsiteY16" fmla="*/ 482600 h 522514"/>
                <a:gd name="connsiteX17" fmla="*/ 602343 w 1092200"/>
                <a:gd name="connsiteY17" fmla="*/ 442686 h 522514"/>
                <a:gd name="connsiteX18" fmla="*/ 725715 w 1092200"/>
                <a:gd name="connsiteY18" fmla="*/ 449943 h 522514"/>
                <a:gd name="connsiteX19" fmla="*/ 827315 w 1092200"/>
                <a:gd name="connsiteY19" fmla="*/ 522514 h 522514"/>
                <a:gd name="connsiteX20" fmla="*/ 856343 w 1092200"/>
                <a:gd name="connsiteY20" fmla="*/ 449943 h 522514"/>
                <a:gd name="connsiteX21" fmla="*/ 907143 w 1092200"/>
                <a:gd name="connsiteY21" fmla="*/ 428172 h 522514"/>
                <a:gd name="connsiteX22" fmla="*/ 1030515 w 1092200"/>
                <a:gd name="connsiteY22" fmla="*/ 410029 h 522514"/>
                <a:gd name="connsiteX23" fmla="*/ 1092200 w 1092200"/>
                <a:gd name="connsiteY23" fmla="*/ 362857 h 522514"/>
                <a:gd name="connsiteX24" fmla="*/ 537029 w 1092200"/>
                <a:gd name="connsiteY24" fmla="*/ 123372 h 522514"/>
                <a:gd name="connsiteX25" fmla="*/ 25400 w 1092200"/>
                <a:gd name="connsiteY25" fmla="*/ 0 h 52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92200" h="522514">
                  <a:moveTo>
                    <a:pt x="25400" y="0"/>
                  </a:moveTo>
                  <a:lnTo>
                    <a:pt x="0" y="39914"/>
                  </a:lnTo>
                  <a:lnTo>
                    <a:pt x="54429" y="116114"/>
                  </a:lnTo>
                  <a:lnTo>
                    <a:pt x="145143" y="217714"/>
                  </a:lnTo>
                  <a:lnTo>
                    <a:pt x="145143" y="283029"/>
                  </a:lnTo>
                  <a:lnTo>
                    <a:pt x="130629" y="319314"/>
                  </a:lnTo>
                  <a:lnTo>
                    <a:pt x="221343" y="326572"/>
                  </a:lnTo>
                  <a:lnTo>
                    <a:pt x="290286" y="395514"/>
                  </a:lnTo>
                  <a:lnTo>
                    <a:pt x="381000" y="373743"/>
                  </a:lnTo>
                  <a:lnTo>
                    <a:pt x="410029" y="337457"/>
                  </a:lnTo>
                  <a:lnTo>
                    <a:pt x="457200" y="257629"/>
                  </a:lnTo>
                  <a:lnTo>
                    <a:pt x="500743" y="272143"/>
                  </a:lnTo>
                  <a:lnTo>
                    <a:pt x="500743" y="297543"/>
                  </a:lnTo>
                  <a:lnTo>
                    <a:pt x="486229" y="326572"/>
                  </a:lnTo>
                  <a:lnTo>
                    <a:pt x="511629" y="381000"/>
                  </a:lnTo>
                  <a:lnTo>
                    <a:pt x="522515" y="460829"/>
                  </a:lnTo>
                  <a:lnTo>
                    <a:pt x="540658" y="482600"/>
                  </a:lnTo>
                  <a:lnTo>
                    <a:pt x="602343" y="442686"/>
                  </a:lnTo>
                  <a:lnTo>
                    <a:pt x="725715" y="449943"/>
                  </a:lnTo>
                  <a:lnTo>
                    <a:pt x="827315" y="522514"/>
                  </a:lnTo>
                  <a:lnTo>
                    <a:pt x="856343" y="449943"/>
                  </a:lnTo>
                  <a:lnTo>
                    <a:pt x="907143" y="428172"/>
                  </a:lnTo>
                  <a:lnTo>
                    <a:pt x="1030515" y="410029"/>
                  </a:lnTo>
                  <a:lnTo>
                    <a:pt x="1092200" y="362857"/>
                  </a:lnTo>
                  <a:lnTo>
                    <a:pt x="537029" y="123372"/>
                  </a:lnTo>
                  <a:lnTo>
                    <a:pt x="25400"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2" name="Freeform 171"/>
            <p:cNvSpPr/>
            <p:nvPr/>
          </p:nvSpPr>
          <p:spPr>
            <a:xfrm>
              <a:off x="3436938" y="2332038"/>
              <a:ext cx="798512" cy="828675"/>
            </a:xfrm>
            <a:custGeom>
              <a:avLst/>
              <a:gdLst>
                <a:gd name="connsiteX0" fmla="*/ 210457 w 798286"/>
                <a:gd name="connsiteY0" fmla="*/ 50800 h 816429"/>
                <a:gd name="connsiteX1" fmla="*/ 214086 w 798286"/>
                <a:gd name="connsiteY1" fmla="*/ 112486 h 816429"/>
                <a:gd name="connsiteX2" fmla="*/ 87086 w 798286"/>
                <a:gd name="connsiteY2" fmla="*/ 170543 h 816429"/>
                <a:gd name="connsiteX3" fmla="*/ 87086 w 798286"/>
                <a:gd name="connsiteY3" fmla="*/ 246743 h 816429"/>
                <a:gd name="connsiteX4" fmla="*/ 0 w 798286"/>
                <a:gd name="connsiteY4" fmla="*/ 308429 h 816429"/>
                <a:gd name="connsiteX5" fmla="*/ 18143 w 798286"/>
                <a:gd name="connsiteY5" fmla="*/ 319314 h 816429"/>
                <a:gd name="connsiteX6" fmla="*/ 21771 w 798286"/>
                <a:gd name="connsiteY6" fmla="*/ 435429 h 816429"/>
                <a:gd name="connsiteX7" fmla="*/ 72571 w 798286"/>
                <a:gd name="connsiteY7" fmla="*/ 551543 h 816429"/>
                <a:gd name="connsiteX8" fmla="*/ 137886 w 798286"/>
                <a:gd name="connsiteY8" fmla="*/ 580572 h 816429"/>
                <a:gd name="connsiteX9" fmla="*/ 163286 w 798286"/>
                <a:gd name="connsiteY9" fmla="*/ 624114 h 816429"/>
                <a:gd name="connsiteX10" fmla="*/ 268514 w 798286"/>
                <a:gd name="connsiteY10" fmla="*/ 620486 h 816429"/>
                <a:gd name="connsiteX11" fmla="*/ 304800 w 798286"/>
                <a:gd name="connsiteY11" fmla="*/ 653143 h 816429"/>
                <a:gd name="connsiteX12" fmla="*/ 341086 w 798286"/>
                <a:gd name="connsiteY12" fmla="*/ 642257 h 816429"/>
                <a:gd name="connsiteX13" fmla="*/ 417286 w 798286"/>
                <a:gd name="connsiteY13" fmla="*/ 722086 h 816429"/>
                <a:gd name="connsiteX14" fmla="*/ 464457 w 798286"/>
                <a:gd name="connsiteY14" fmla="*/ 714829 h 816429"/>
                <a:gd name="connsiteX15" fmla="*/ 500743 w 798286"/>
                <a:gd name="connsiteY15" fmla="*/ 765629 h 816429"/>
                <a:gd name="connsiteX16" fmla="*/ 638629 w 798286"/>
                <a:gd name="connsiteY16" fmla="*/ 783772 h 816429"/>
                <a:gd name="connsiteX17" fmla="*/ 718457 w 798286"/>
                <a:gd name="connsiteY17" fmla="*/ 816429 h 816429"/>
                <a:gd name="connsiteX18" fmla="*/ 743857 w 798286"/>
                <a:gd name="connsiteY18" fmla="*/ 783772 h 816429"/>
                <a:gd name="connsiteX19" fmla="*/ 725714 w 798286"/>
                <a:gd name="connsiteY19" fmla="*/ 703943 h 816429"/>
                <a:gd name="connsiteX20" fmla="*/ 791029 w 798286"/>
                <a:gd name="connsiteY20" fmla="*/ 696686 h 816429"/>
                <a:gd name="connsiteX21" fmla="*/ 783771 w 798286"/>
                <a:gd name="connsiteY21" fmla="*/ 642257 h 816429"/>
                <a:gd name="connsiteX22" fmla="*/ 798286 w 798286"/>
                <a:gd name="connsiteY22" fmla="*/ 613229 h 816429"/>
                <a:gd name="connsiteX23" fmla="*/ 762000 w 798286"/>
                <a:gd name="connsiteY23" fmla="*/ 544286 h 816429"/>
                <a:gd name="connsiteX24" fmla="*/ 772886 w 798286"/>
                <a:gd name="connsiteY24" fmla="*/ 497114 h 816429"/>
                <a:gd name="connsiteX25" fmla="*/ 762000 w 798286"/>
                <a:gd name="connsiteY25" fmla="*/ 464457 h 816429"/>
                <a:gd name="connsiteX26" fmla="*/ 682171 w 798286"/>
                <a:gd name="connsiteY26" fmla="*/ 431800 h 816429"/>
                <a:gd name="connsiteX27" fmla="*/ 631371 w 798286"/>
                <a:gd name="connsiteY27" fmla="*/ 449943 h 816429"/>
                <a:gd name="connsiteX28" fmla="*/ 595086 w 798286"/>
                <a:gd name="connsiteY28" fmla="*/ 410029 h 816429"/>
                <a:gd name="connsiteX29" fmla="*/ 555171 w 798286"/>
                <a:gd name="connsiteY29" fmla="*/ 406400 h 816429"/>
                <a:gd name="connsiteX30" fmla="*/ 573314 w 798286"/>
                <a:gd name="connsiteY30" fmla="*/ 221343 h 816429"/>
                <a:gd name="connsiteX31" fmla="*/ 544286 w 798286"/>
                <a:gd name="connsiteY31" fmla="*/ 170543 h 816429"/>
                <a:gd name="connsiteX32" fmla="*/ 584200 w 798286"/>
                <a:gd name="connsiteY32" fmla="*/ 130629 h 816429"/>
                <a:gd name="connsiteX33" fmla="*/ 402771 w 798286"/>
                <a:gd name="connsiteY33" fmla="*/ 68943 h 816429"/>
                <a:gd name="connsiteX34" fmla="*/ 373743 w 798286"/>
                <a:gd name="connsiteY34" fmla="*/ 3629 h 816429"/>
                <a:gd name="connsiteX35" fmla="*/ 286657 w 798286"/>
                <a:gd name="connsiteY35" fmla="*/ 0 h 816429"/>
                <a:gd name="connsiteX36" fmla="*/ 210457 w 798286"/>
                <a:gd name="connsiteY36" fmla="*/ 50800 h 816429"/>
                <a:gd name="connsiteX0" fmla="*/ 210457 w 798286"/>
                <a:gd name="connsiteY0" fmla="*/ 62411 h 828040"/>
                <a:gd name="connsiteX1" fmla="*/ 214086 w 798286"/>
                <a:gd name="connsiteY1" fmla="*/ 124097 h 828040"/>
                <a:gd name="connsiteX2" fmla="*/ 87086 w 798286"/>
                <a:gd name="connsiteY2" fmla="*/ 182154 h 828040"/>
                <a:gd name="connsiteX3" fmla="*/ 87086 w 798286"/>
                <a:gd name="connsiteY3" fmla="*/ 258354 h 828040"/>
                <a:gd name="connsiteX4" fmla="*/ 0 w 798286"/>
                <a:gd name="connsiteY4" fmla="*/ 320040 h 828040"/>
                <a:gd name="connsiteX5" fmla="*/ 18143 w 798286"/>
                <a:gd name="connsiteY5" fmla="*/ 330925 h 828040"/>
                <a:gd name="connsiteX6" fmla="*/ 21771 w 798286"/>
                <a:gd name="connsiteY6" fmla="*/ 447040 h 828040"/>
                <a:gd name="connsiteX7" fmla="*/ 72571 w 798286"/>
                <a:gd name="connsiteY7" fmla="*/ 563154 h 828040"/>
                <a:gd name="connsiteX8" fmla="*/ 137886 w 798286"/>
                <a:gd name="connsiteY8" fmla="*/ 592183 h 828040"/>
                <a:gd name="connsiteX9" fmla="*/ 163286 w 798286"/>
                <a:gd name="connsiteY9" fmla="*/ 635725 h 828040"/>
                <a:gd name="connsiteX10" fmla="*/ 268514 w 798286"/>
                <a:gd name="connsiteY10" fmla="*/ 632097 h 828040"/>
                <a:gd name="connsiteX11" fmla="*/ 304800 w 798286"/>
                <a:gd name="connsiteY11" fmla="*/ 664754 h 828040"/>
                <a:gd name="connsiteX12" fmla="*/ 341086 w 798286"/>
                <a:gd name="connsiteY12" fmla="*/ 653868 h 828040"/>
                <a:gd name="connsiteX13" fmla="*/ 417286 w 798286"/>
                <a:gd name="connsiteY13" fmla="*/ 733697 h 828040"/>
                <a:gd name="connsiteX14" fmla="*/ 464457 w 798286"/>
                <a:gd name="connsiteY14" fmla="*/ 726440 h 828040"/>
                <a:gd name="connsiteX15" fmla="*/ 500743 w 798286"/>
                <a:gd name="connsiteY15" fmla="*/ 777240 h 828040"/>
                <a:gd name="connsiteX16" fmla="*/ 638629 w 798286"/>
                <a:gd name="connsiteY16" fmla="*/ 795383 h 828040"/>
                <a:gd name="connsiteX17" fmla="*/ 718457 w 798286"/>
                <a:gd name="connsiteY17" fmla="*/ 828040 h 828040"/>
                <a:gd name="connsiteX18" fmla="*/ 743857 w 798286"/>
                <a:gd name="connsiteY18" fmla="*/ 795383 h 828040"/>
                <a:gd name="connsiteX19" fmla="*/ 725714 w 798286"/>
                <a:gd name="connsiteY19" fmla="*/ 715554 h 828040"/>
                <a:gd name="connsiteX20" fmla="*/ 791029 w 798286"/>
                <a:gd name="connsiteY20" fmla="*/ 708297 h 828040"/>
                <a:gd name="connsiteX21" fmla="*/ 783771 w 798286"/>
                <a:gd name="connsiteY21" fmla="*/ 653868 h 828040"/>
                <a:gd name="connsiteX22" fmla="*/ 798286 w 798286"/>
                <a:gd name="connsiteY22" fmla="*/ 624840 h 828040"/>
                <a:gd name="connsiteX23" fmla="*/ 762000 w 798286"/>
                <a:gd name="connsiteY23" fmla="*/ 555897 h 828040"/>
                <a:gd name="connsiteX24" fmla="*/ 772886 w 798286"/>
                <a:gd name="connsiteY24" fmla="*/ 508725 h 828040"/>
                <a:gd name="connsiteX25" fmla="*/ 762000 w 798286"/>
                <a:gd name="connsiteY25" fmla="*/ 476068 h 828040"/>
                <a:gd name="connsiteX26" fmla="*/ 682171 w 798286"/>
                <a:gd name="connsiteY26" fmla="*/ 443411 h 828040"/>
                <a:gd name="connsiteX27" fmla="*/ 631371 w 798286"/>
                <a:gd name="connsiteY27" fmla="*/ 461554 h 828040"/>
                <a:gd name="connsiteX28" fmla="*/ 595086 w 798286"/>
                <a:gd name="connsiteY28" fmla="*/ 421640 h 828040"/>
                <a:gd name="connsiteX29" fmla="*/ 555171 w 798286"/>
                <a:gd name="connsiteY29" fmla="*/ 418011 h 828040"/>
                <a:gd name="connsiteX30" fmla="*/ 573314 w 798286"/>
                <a:gd name="connsiteY30" fmla="*/ 232954 h 828040"/>
                <a:gd name="connsiteX31" fmla="*/ 544286 w 798286"/>
                <a:gd name="connsiteY31" fmla="*/ 182154 h 828040"/>
                <a:gd name="connsiteX32" fmla="*/ 584200 w 798286"/>
                <a:gd name="connsiteY32" fmla="*/ 142240 h 828040"/>
                <a:gd name="connsiteX33" fmla="*/ 402771 w 798286"/>
                <a:gd name="connsiteY33" fmla="*/ 80554 h 828040"/>
                <a:gd name="connsiteX34" fmla="*/ 385173 w 798286"/>
                <a:gd name="connsiteY34" fmla="*/ 0 h 828040"/>
                <a:gd name="connsiteX35" fmla="*/ 286657 w 798286"/>
                <a:gd name="connsiteY35" fmla="*/ 11611 h 828040"/>
                <a:gd name="connsiteX36" fmla="*/ 210457 w 798286"/>
                <a:gd name="connsiteY36" fmla="*/ 62411 h 82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98286" h="828040">
                  <a:moveTo>
                    <a:pt x="210457" y="62411"/>
                  </a:moveTo>
                  <a:lnTo>
                    <a:pt x="214086" y="124097"/>
                  </a:lnTo>
                  <a:lnTo>
                    <a:pt x="87086" y="182154"/>
                  </a:lnTo>
                  <a:lnTo>
                    <a:pt x="87086" y="258354"/>
                  </a:lnTo>
                  <a:lnTo>
                    <a:pt x="0" y="320040"/>
                  </a:lnTo>
                  <a:lnTo>
                    <a:pt x="18143" y="330925"/>
                  </a:lnTo>
                  <a:lnTo>
                    <a:pt x="21771" y="447040"/>
                  </a:lnTo>
                  <a:lnTo>
                    <a:pt x="72571" y="563154"/>
                  </a:lnTo>
                  <a:lnTo>
                    <a:pt x="137886" y="592183"/>
                  </a:lnTo>
                  <a:lnTo>
                    <a:pt x="163286" y="635725"/>
                  </a:lnTo>
                  <a:lnTo>
                    <a:pt x="268514" y="632097"/>
                  </a:lnTo>
                  <a:lnTo>
                    <a:pt x="304800" y="664754"/>
                  </a:lnTo>
                  <a:lnTo>
                    <a:pt x="341086" y="653868"/>
                  </a:lnTo>
                  <a:lnTo>
                    <a:pt x="417286" y="733697"/>
                  </a:lnTo>
                  <a:lnTo>
                    <a:pt x="464457" y="726440"/>
                  </a:lnTo>
                  <a:lnTo>
                    <a:pt x="500743" y="777240"/>
                  </a:lnTo>
                  <a:lnTo>
                    <a:pt x="638629" y="795383"/>
                  </a:lnTo>
                  <a:lnTo>
                    <a:pt x="718457" y="828040"/>
                  </a:lnTo>
                  <a:lnTo>
                    <a:pt x="743857" y="795383"/>
                  </a:lnTo>
                  <a:lnTo>
                    <a:pt x="725714" y="715554"/>
                  </a:lnTo>
                  <a:lnTo>
                    <a:pt x="791029" y="708297"/>
                  </a:lnTo>
                  <a:lnTo>
                    <a:pt x="783771" y="653868"/>
                  </a:lnTo>
                  <a:lnTo>
                    <a:pt x="798286" y="624840"/>
                  </a:lnTo>
                  <a:lnTo>
                    <a:pt x="762000" y="555897"/>
                  </a:lnTo>
                  <a:lnTo>
                    <a:pt x="772886" y="508725"/>
                  </a:lnTo>
                  <a:lnTo>
                    <a:pt x="762000" y="476068"/>
                  </a:lnTo>
                  <a:lnTo>
                    <a:pt x="682171" y="443411"/>
                  </a:lnTo>
                  <a:lnTo>
                    <a:pt x="631371" y="461554"/>
                  </a:lnTo>
                  <a:lnTo>
                    <a:pt x="595086" y="421640"/>
                  </a:lnTo>
                  <a:lnTo>
                    <a:pt x="555171" y="418011"/>
                  </a:lnTo>
                  <a:lnTo>
                    <a:pt x="573314" y="232954"/>
                  </a:lnTo>
                  <a:lnTo>
                    <a:pt x="544286" y="182154"/>
                  </a:lnTo>
                  <a:lnTo>
                    <a:pt x="584200" y="142240"/>
                  </a:lnTo>
                  <a:lnTo>
                    <a:pt x="402771" y="80554"/>
                  </a:lnTo>
                  <a:lnTo>
                    <a:pt x="385173" y="0"/>
                  </a:lnTo>
                  <a:lnTo>
                    <a:pt x="286657" y="11611"/>
                  </a:lnTo>
                  <a:lnTo>
                    <a:pt x="210457" y="6241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3" name="Freeform 172"/>
            <p:cNvSpPr/>
            <p:nvPr/>
          </p:nvSpPr>
          <p:spPr>
            <a:xfrm>
              <a:off x="3987800" y="2322513"/>
              <a:ext cx="1670050" cy="1530350"/>
            </a:xfrm>
            <a:custGeom>
              <a:avLst/>
              <a:gdLst>
                <a:gd name="connsiteX0" fmla="*/ 1669143 w 1669143"/>
                <a:gd name="connsiteY0" fmla="*/ 297543 h 1531257"/>
                <a:gd name="connsiteX1" fmla="*/ 783771 w 1669143"/>
                <a:gd name="connsiteY1" fmla="*/ 290285 h 1531257"/>
                <a:gd name="connsiteX2" fmla="*/ 674914 w 1669143"/>
                <a:gd name="connsiteY2" fmla="*/ 290285 h 1531257"/>
                <a:gd name="connsiteX3" fmla="*/ 566057 w 1669143"/>
                <a:gd name="connsiteY3" fmla="*/ 177800 h 1531257"/>
                <a:gd name="connsiteX4" fmla="*/ 468086 w 1669143"/>
                <a:gd name="connsiteY4" fmla="*/ 0 h 1531257"/>
                <a:gd name="connsiteX5" fmla="*/ 460828 w 1669143"/>
                <a:gd name="connsiteY5" fmla="*/ 32657 h 1531257"/>
                <a:gd name="connsiteX6" fmla="*/ 475343 w 1669143"/>
                <a:gd name="connsiteY6" fmla="*/ 87085 h 1531257"/>
                <a:gd name="connsiteX7" fmla="*/ 446314 w 1669143"/>
                <a:gd name="connsiteY7" fmla="*/ 137885 h 1531257"/>
                <a:gd name="connsiteX8" fmla="*/ 32657 w 1669143"/>
                <a:gd name="connsiteY8" fmla="*/ 156028 h 1531257"/>
                <a:gd name="connsiteX9" fmla="*/ 3628 w 1669143"/>
                <a:gd name="connsiteY9" fmla="*/ 185057 h 1531257"/>
                <a:gd name="connsiteX10" fmla="*/ 21771 w 1669143"/>
                <a:gd name="connsiteY10" fmla="*/ 257628 h 1531257"/>
                <a:gd name="connsiteX11" fmla="*/ 0 w 1669143"/>
                <a:gd name="connsiteY11" fmla="*/ 424543 h 1531257"/>
                <a:gd name="connsiteX12" fmla="*/ 58057 w 1669143"/>
                <a:gd name="connsiteY12" fmla="*/ 435428 h 1531257"/>
                <a:gd name="connsiteX13" fmla="*/ 76200 w 1669143"/>
                <a:gd name="connsiteY13" fmla="*/ 471714 h 1531257"/>
                <a:gd name="connsiteX14" fmla="*/ 141514 w 1669143"/>
                <a:gd name="connsiteY14" fmla="*/ 453571 h 1531257"/>
                <a:gd name="connsiteX15" fmla="*/ 217714 w 1669143"/>
                <a:gd name="connsiteY15" fmla="*/ 489857 h 1531257"/>
                <a:gd name="connsiteX16" fmla="*/ 217714 w 1669143"/>
                <a:gd name="connsiteY16" fmla="*/ 540657 h 1531257"/>
                <a:gd name="connsiteX17" fmla="*/ 214086 w 1669143"/>
                <a:gd name="connsiteY17" fmla="*/ 580571 h 1531257"/>
                <a:gd name="connsiteX18" fmla="*/ 257628 w 1669143"/>
                <a:gd name="connsiteY18" fmla="*/ 638628 h 1531257"/>
                <a:gd name="connsiteX19" fmla="*/ 228600 w 1669143"/>
                <a:gd name="connsiteY19" fmla="*/ 682171 h 1531257"/>
                <a:gd name="connsiteX20" fmla="*/ 239486 w 1669143"/>
                <a:gd name="connsiteY20" fmla="*/ 707571 h 1531257"/>
                <a:gd name="connsiteX21" fmla="*/ 185057 w 1669143"/>
                <a:gd name="connsiteY21" fmla="*/ 729343 h 1531257"/>
                <a:gd name="connsiteX22" fmla="*/ 192314 w 1669143"/>
                <a:gd name="connsiteY22" fmla="*/ 809171 h 1531257"/>
                <a:gd name="connsiteX23" fmla="*/ 163286 w 1669143"/>
                <a:gd name="connsiteY23" fmla="*/ 845457 h 1531257"/>
                <a:gd name="connsiteX24" fmla="*/ 192314 w 1669143"/>
                <a:gd name="connsiteY24" fmla="*/ 939800 h 1531257"/>
                <a:gd name="connsiteX25" fmla="*/ 188686 w 1669143"/>
                <a:gd name="connsiteY25" fmla="*/ 1081314 h 1531257"/>
                <a:gd name="connsiteX26" fmla="*/ 170543 w 1669143"/>
                <a:gd name="connsiteY26" fmla="*/ 1095828 h 1531257"/>
                <a:gd name="connsiteX27" fmla="*/ 210457 w 1669143"/>
                <a:gd name="connsiteY27" fmla="*/ 1201057 h 1531257"/>
                <a:gd name="connsiteX28" fmla="*/ 319314 w 1669143"/>
                <a:gd name="connsiteY28" fmla="*/ 1233714 h 1531257"/>
                <a:gd name="connsiteX29" fmla="*/ 399143 w 1669143"/>
                <a:gd name="connsiteY29" fmla="*/ 1215571 h 1531257"/>
                <a:gd name="connsiteX30" fmla="*/ 489857 w 1669143"/>
                <a:gd name="connsiteY30" fmla="*/ 1244600 h 1531257"/>
                <a:gd name="connsiteX31" fmla="*/ 489857 w 1669143"/>
                <a:gd name="connsiteY31" fmla="*/ 1291771 h 1531257"/>
                <a:gd name="connsiteX32" fmla="*/ 500743 w 1669143"/>
                <a:gd name="connsiteY32" fmla="*/ 1407885 h 1531257"/>
                <a:gd name="connsiteX33" fmla="*/ 566057 w 1669143"/>
                <a:gd name="connsiteY33" fmla="*/ 1433285 h 1531257"/>
                <a:gd name="connsiteX34" fmla="*/ 609600 w 1669143"/>
                <a:gd name="connsiteY34" fmla="*/ 1531257 h 1531257"/>
                <a:gd name="connsiteX35" fmla="*/ 696686 w 1669143"/>
                <a:gd name="connsiteY35" fmla="*/ 1404257 h 1531257"/>
                <a:gd name="connsiteX36" fmla="*/ 725714 w 1669143"/>
                <a:gd name="connsiteY36" fmla="*/ 1422400 h 1531257"/>
                <a:gd name="connsiteX37" fmla="*/ 776514 w 1669143"/>
                <a:gd name="connsiteY37" fmla="*/ 1393371 h 1531257"/>
                <a:gd name="connsiteX38" fmla="*/ 816428 w 1669143"/>
                <a:gd name="connsiteY38" fmla="*/ 1393371 h 1531257"/>
                <a:gd name="connsiteX39" fmla="*/ 892628 w 1669143"/>
                <a:gd name="connsiteY39" fmla="*/ 1451428 h 1531257"/>
                <a:gd name="connsiteX40" fmla="*/ 950686 w 1669143"/>
                <a:gd name="connsiteY40" fmla="*/ 1469571 h 1531257"/>
                <a:gd name="connsiteX41" fmla="*/ 1012371 w 1669143"/>
                <a:gd name="connsiteY41" fmla="*/ 1422400 h 1531257"/>
                <a:gd name="connsiteX42" fmla="*/ 1070428 w 1669143"/>
                <a:gd name="connsiteY42" fmla="*/ 1440543 h 1531257"/>
                <a:gd name="connsiteX43" fmla="*/ 1128486 w 1669143"/>
                <a:gd name="connsiteY43" fmla="*/ 1393371 h 1531257"/>
                <a:gd name="connsiteX44" fmla="*/ 1164771 w 1669143"/>
                <a:gd name="connsiteY44" fmla="*/ 1400628 h 1531257"/>
                <a:gd name="connsiteX45" fmla="*/ 1161143 w 1669143"/>
                <a:gd name="connsiteY45" fmla="*/ 1473200 h 1531257"/>
                <a:gd name="connsiteX46" fmla="*/ 1211943 w 1669143"/>
                <a:gd name="connsiteY46" fmla="*/ 1509485 h 1531257"/>
                <a:gd name="connsiteX47" fmla="*/ 1240971 w 1669143"/>
                <a:gd name="connsiteY47" fmla="*/ 1487714 h 1531257"/>
                <a:gd name="connsiteX48" fmla="*/ 1211943 w 1669143"/>
                <a:gd name="connsiteY48" fmla="*/ 1429657 h 1531257"/>
                <a:gd name="connsiteX49" fmla="*/ 1222828 w 1669143"/>
                <a:gd name="connsiteY49" fmla="*/ 1357085 h 1531257"/>
                <a:gd name="connsiteX50" fmla="*/ 1244600 w 1669143"/>
                <a:gd name="connsiteY50" fmla="*/ 1331685 h 1531257"/>
                <a:gd name="connsiteX51" fmla="*/ 1244600 w 1669143"/>
                <a:gd name="connsiteY51" fmla="*/ 1284514 h 1531257"/>
                <a:gd name="connsiteX52" fmla="*/ 1313543 w 1669143"/>
                <a:gd name="connsiteY52" fmla="*/ 1270000 h 1531257"/>
                <a:gd name="connsiteX53" fmla="*/ 1320800 w 1669143"/>
                <a:gd name="connsiteY53" fmla="*/ 1219200 h 1531257"/>
                <a:gd name="connsiteX54" fmla="*/ 1382486 w 1669143"/>
                <a:gd name="connsiteY54" fmla="*/ 1164771 h 1531257"/>
                <a:gd name="connsiteX55" fmla="*/ 1458686 w 1669143"/>
                <a:gd name="connsiteY55" fmla="*/ 1168400 h 1531257"/>
                <a:gd name="connsiteX56" fmla="*/ 1444171 w 1669143"/>
                <a:gd name="connsiteY56" fmla="*/ 1077685 h 1531257"/>
                <a:gd name="connsiteX57" fmla="*/ 1491343 w 1669143"/>
                <a:gd name="connsiteY57" fmla="*/ 1048657 h 1531257"/>
                <a:gd name="connsiteX58" fmla="*/ 1513114 w 1669143"/>
                <a:gd name="connsiteY58" fmla="*/ 1063171 h 1531257"/>
                <a:gd name="connsiteX59" fmla="*/ 1553028 w 1669143"/>
                <a:gd name="connsiteY59" fmla="*/ 979714 h 1531257"/>
                <a:gd name="connsiteX60" fmla="*/ 1553028 w 1669143"/>
                <a:gd name="connsiteY60" fmla="*/ 936171 h 1531257"/>
                <a:gd name="connsiteX61" fmla="*/ 1574800 w 1669143"/>
                <a:gd name="connsiteY61" fmla="*/ 892628 h 1531257"/>
                <a:gd name="connsiteX62" fmla="*/ 1574800 w 1669143"/>
                <a:gd name="connsiteY62" fmla="*/ 849085 h 1531257"/>
                <a:gd name="connsiteX63" fmla="*/ 1603828 w 1669143"/>
                <a:gd name="connsiteY63" fmla="*/ 805543 h 1531257"/>
                <a:gd name="connsiteX64" fmla="*/ 1603828 w 1669143"/>
                <a:gd name="connsiteY64" fmla="*/ 765628 h 1531257"/>
                <a:gd name="connsiteX65" fmla="*/ 1621971 w 1669143"/>
                <a:gd name="connsiteY65" fmla="*/ 711200 h 1531257"/>
                <a:gd name="connsiteX66" fmla="*/ 1600200 w 1669143"/>
                <a:gd name="connsiteY66" fmla="*/ 649514 h 1531257"/>
                <a:gd name="connsiteX67" fmla="*/ 1614714 w 1669143"/>
                <a:gd name="connsiteY67" fmla="*/ 595085 h 1531257"/>
                <a:gd name="connsiteX68" fmla="*/ 1592943 w 1669143"/>
                <a:gd name="connsiteY68" fmla="*/ 569685 h 1531257"/>
                <a:gd name="connsiteX69" fmla="*/ 1596571 w 1669143"/>
                <a:gd name="connsiteY69" fmla="*/ 493485 h 1531257"/>
                <a:gd name="connsiteX70" fmla="*/ 1661886 w 1669143"/>
                <a:gd name="connsiteY70" fmla="*/ 399143 h 1531257"/>
                <a:gd name="connsiteX71" fmla="*/ 1669143 w 1669143"/>
                <a:gd name="connsiteY71" fmla="*/ 297543 h 1531257"/>
                <a:gd name="connsiteX0" fmla="*/ 1669143 w 1669143"/>
                <a:gd name="connsiteY0" fmla="*/ 297543 h 1531257"/>
                <a:gd name="connsiteX1" fmla="*/ 783771 w 1669143"/>
                <a:gd name="connsiteY1" fmla="*/ 290285 h 1531257"/>
                <a:gd name="connsiteX2" fmla="*/ 674914 w 1669143"/>
                <a:gd name="connsiteY2" fmla="*/ 290285 h 1531257"/>
                <a:gd name="connsiteX3" fmla="*/ 566057 w 1669143"/>
                <a:gd name="connsiteY3" fmla="*/ 177800 h 1531257"/>
                <a:gd name="connsiteX4" fmla="*/ 494756 w 1669143"/>
                <a:gd name="connsiteY4" fmla="*/ 0 h 1531257"/>
                <a:gd name="connsiteX5" fmla="*/ 460828 w 1669143"/>
                <a:gd name="connsiteY5" fmla="*/ 32657 h 1531257"/>
                <a:gd name="connsiteX6" fmla="*/ 475343 w 1669143"/>
                <a:gd name="connsiteY6" fmla="*/ 87085 h 1531257"/>
                <a:gd name="connsiteX7" fmla="*/ 446314 w 1669143"/>
                <a:gd name="connsiteY7" fmla="*/ 137885 h 1531257"/>
                <a:gd name="connsiteX8" fmla="*/ 32657 w 1669143"/>
                <a:gd name="connsiteY8" fmla="*/ 156028 h 1531257"/>
                <a:gd name="connsiteX9" fmla="*/ 3628 w 1669143"/>
                <a:gd name="connsiteY9" fmla="*/ 185057 h 1531257"/>
                <a:gd name="connsiteX10" fmla="*/ 21771 w 1669143"/>
                <a:gd name="connsiteY10" fmla="*/ 257628 h 1531257"/>
                <a:gd name="connsiteX11" fmla="*/ 0 w 1669143"/>
                <a:gd name="connsiteY11" fmla="*/ 424543 h 1531257"/>
                <a:gd name="connsiteX12" fmla="*/ 58057 w 1669143"/>
                <a:gd name="connsiteY12" fmla="*/ 435428 h 1531257"/>
                <a:gd name="connsiteX13" fmla="*/ 76200 w 1669143"/>
                <a:gd name="connsiteY13" fmla="*/ 471714 h 1531257"/>
                <a:gd name="connsiteX14" fmla="*/ 141514 w 1669143"/>
                <a:gd name="connsiteY14" fmla="*/ 453571 h 1531257"/>
                <a:gd name="connsiteX15" fmla="*/ 217714 w 1669143"/>
                <a:gd name="connsiteY15" fmla="*/ 489857 h 1531257"/>
                <a:gd name="connsiteX16" fmla="*/ 217714 w 1669143"/>
                <a:gd name="connsiteY16" fmla="*/ 540657 h 1531257"/>
                <a:gd name="connsiteX17" fmla="*/ 214086 w 1669143"/>
                <a:gd name="connsiteY17" fmla="*/ 580571 h 1531257"/>
                <a:gd name="connsiteX18" fmla="*/ 257628 w 1669143"/>
                <a:gd name="connsiteY18" fmla="*/ 638628 h 1531257"/>
                <a:gd name="connsiteX19" fmla="*/ 228600 w 1669143"/>
                <a:gd name="connsiteY19" fmla="*/ 682171 h 1531257"/>
                <a:gd name="connsiteX20" fmla="*/ 239486 w 1669143"/>
                <a:gd name="connsiteY20" fmla="*/ 707571 h 1531257"/>
                <a:gd name="connsiteX21" fmla="*/ 185057 w 1669143"/>
                <a:gd name="connsiteY21" fmla="*/ 729343 h 1531257"/>
                <a:gd name="connsiteX22" fmla="*/ 192314 w 1669143"/>
                <a:gd name="connsiteY22" fmla="*/ 809171 h 1531257"/>
                <a:gd name="connsiteX23" fmla="*/ 163286 w 1669143"/>
                <a:gd name="connsiteY23" fmla="*/ 845457 h 1531257"/>
                <a:gd name="connsiteX24" fmla="*/ 192314 w 1669143"/>
                <a:gd name="connsiteY24" fmla="*/ 939800 h 1531257"/>
                <a:gd name="connsiteX25" fmla="*/ 188686 w 1669143"/>
                <a:gd name="connsiteY25" fmla="*/ 1081314 h 1531257"/>
                <a:gd name="connsiteX26" fmla="*/ 170543 w 1669143"/>
                <a:gd name="connsiteY26" fmla="*/ 1095828 h 1531257"/>
                <a:gd name="connsiteX27" fmla="*/ 210457 w 1669143"/>
                <a:gd name="connsiteY27" fmla="*/ 1201057 h 1531257"/>
                <a:gd name="connsiteX28" fmla="*/ 319314 w 1669143"/>
                <a:gd name="connsiteY28" fmla="*/ 1233714 h 1531257"/>
                <a:gd name="connsiteX29" fmla="*/ 399143 w 1669143"/>
                <a:gd name="connsiteY29" fmla="*/ 1215571 h 1531257"/>
                <a:gd name="connsiteX30" fmla="*/ 489857 w 1669143"/>
                <a:gd name="connsiteY30" fmla="*/ 1244600 h 1531257"/>
                <a:gd name="connsiteX31" fmla="*/ 489857 w 1669143"/>
                <a:gd name="connsiteY31" fmla="*/ 1291771 h 1531257"/>
                <a:gd name="connsiteX32" fmla="*/ 500743 w 1669143"/>
                <a:gd name="connsiteY32" fmla="*/ 1407885 h 1531257"/>
                <a:gd name="connsiteX33" fmla="*/ 566057 w 1669143"/>
                <a:gd name="connsiteY33" fmla="*/ 1433285 h 1531257"/>
                <a:gd name="connsiteX34" fmla="*/ 609600 w 1669143"/>
                <a:gd name="connsiteY34" fmla="*/ 1531257 h 1531257"/>
                <a:gd name="connsiteX35" fmla="*/ 696686 w 1669143"/>
                <a:gd name="connsiteY35" fmla="*/ 1404257 h 1531257"/>
                <a:gd name="connsiteX36" fmla="*/ 725714 w 1669143"/>
                <a:gd name="connsiteY36" fmla="*/ 1422400 h 1531257"/>
                <a:gd name="connsiteX37" fmla="*/ 776514 w 1669143"/>
                <a:gd name="connsiteY37" fmla="*/ 1393371 h 1531257"/>
                <a:gd name="connsiteX38" fmla="*/ 816428 w 1669143"/>
                <a:gd name="connsiteY38" fmla="*/ 1393371 h 1531257"/>
                <a:gd name="connsiteX39" fmla="*/ 892628 w 1669143"/>
                <a:gd name="connsiteY39" fmla="*/ 1451428 h 1531257"/>
                <a:gd name="connsiteX40" fmla="*/ 950686 w 1669143"/>
                <a:gd name="connsiteY40" fmla="*/ 1469571 h 1531257"/>
                <a:gd name="connsiteX41" fmla="*/ 1012371 w 1669143"/>
                <a:gd name="connsiteY41" fmla="*/ 1422400 h 1531257"/>
                <a:gd name="connsiteX42" fmla="*/ 1070428 w 1669143"/>
                <a:gd name="connsiteY42" fmla="*/ 1440543 h 1531257"/>
                <a:gd name="connsiteX43" fmla="*/ 1128486 w 1669143"/>
                <a:gd name="connsiteY43" fmla="*/ 1393371 h 1531257"/>
                <a:gd name="connsiteX44" fmla="*/ 1164771 w 1669143"/>
                <a:gd name="connsiteY44" fmla="*/ 1400628 h 1531257"/>
                <a:gd name="connsiteX45" fmla="*/ 1161143 w 1669143"/>
                <a:gd name="connsiteY45" fmla="*/ 1473200 h 1531257"/>
                <a:gd name="connsiteX46" fmla="*/ 1211943 w 1669143"/>
                <a:gd name="connsiteY46" fmla="*/ 1509485 h 1531257"/>
                <a:gd name="connsiteX47" fmla="*/ 1240971 w 1669143"/>
                <a:gd name="connsiteY47" fmla="*/ 1487714 h 1531257"/>
                <a:gd name="connsiteX48" fmla="*/ 1211943 w 1669143"/>
                <a:gd name="connsiteY48" fmla="*/ 1429657 h 1531257"/>
                <a:gd name="connsiteX49" fmla="*/ 1222828 w 1669143"/>
                <a:gd name="connsiteY49" fmla="*/ 1357085 h 1531257"/>
                <a:gd name="connsiteX50" fmla="*/ 1244600 w 1669143"/>
                <a:gd name="connsiteY50" fmla="*/ 1331685 h 1531257"/>
                <a:gd name="connsiteX51" fmla="*/ 1244600 w 1669143"/>
                <a:gd name="connsiteY51" fmla="*/ 1284514 h 1531257"/>
                <a:gd name="connsiteX52" fmla="*/ 1313543 w 1669143"/>
                <a:gd name="connsiteY52" fmla="*/ 1270000 h 1531257"/>
                <a:gd name="connsiteX53" fmla="*/ 1320800 w 1669143"/>
                <a:gd name="connsiteY53" fmla="*/ 1219200 h 1531257"/>
                <a:gd name="connsiteX54" fmla="*/ 1382486 w 1669143"/>
                <a:gd name="connsiteY54" fmla="*/ 1164771 h 1531257"/>
                <a:gd name="connsiteX55" fmla="*/ 1458686 w 1669143"/>
                <a:gd name="connsiteY55" fmla="*/ 1168400 h 1531257"/>
                <a:gd name="connsiteX56" fmla="*/ 1444171 w 1669143"/>
                <a:gd name="connsiteY56" fmla="*/ 1077685 h 1531257"/>
                <a:gd name="connsiteX57" fmla="*/ 1491343 w 1669143"/>
                <a:gd name="connsiteY57" fmla="*/ 1048657 h 1531257"/>
                <a:gd name="connsiteX58" fmla="*/ 1513114 w 1669143"/>
                <a:gd name="connsiteY58" fmla="*/ 1063171 h 1531257"/>
                <a:gd name="connsiteX59" fmla="*/ 1553028 w 1669143"/>
                <a:gd name="connsiteY59" fmla="*/ 979714 h 1531257"/>
                <a:gd name="connsiteX60" fmla="*/ 1553028 w 1669143"/>
                <a:gd name="connsiteY60" fmla="*/ 936171 h 1531257"/>
                <a:gd name="connsiteX61" fmla="*/ 1574800 w 1669143"/>
                <a:gd name="connsiteY61" fmla="*/ 892628 h 1531257"/>
                <a:gd name="connsiteX62" fmla="*/ 1574800 w 1669143"/>
                <a:gd name="connsiteY62" fmla="*/ 849085 h 1531257"/>
                <a:gd name="connsiteX63" fmla="*/ 1603828 w 1669143"/>
                <a:gd name="connsiteY63" fmla="*/ 805543 h 1531257"/>
                <a:gd name="connsiteX64" fmla="*/ 1603828 w 1669143"/>
                <a:gd name="connsiteY64" fmla="*/ 765628 h 1531257"/>
                <a:gd name="connsiteX65" fmla="*/ 1621971 w 1669143"/>
                <a:gd name="connsiteY65" fmla="*/ 711200 h 1531257"/>
                <a:gd name="connsiteX66" fmla="*/ 1600200 w 1669143"/>
                <a:gd name="connsiteY66" fmla="*/ 649514 h 1531257"/>
                <a:gd name="connsiteX67" fmla="*/ 1614714 w 1669143"/>
                <a:gd name="connsiteY67" fmla="*/ 595085 h 1531257"/>
                <a:gd name="connsiteX68" fmla="*/ 1592943 w 1669143"/>
                <a:gd name="connsiteY68" fmla="*/ 569685 h 1531257"/>
                <a:gd name="connsiteX69" fmla="*/ 1596571 w 1669143"/>
                <a:gd name="connsiteY69" fmla="*/ 493485 h 1531257"/>
                <a:gd name="connsiteX70" fmla="*/ 1661886 w 1669143"/>
                <a:gd name="connsiteY70" fmla="*/ 399143 h 1531257"/>
                <a:gd name="connsiteX71" fmla="*/ 1669143 w 1669143"/>
                <a:gd name="connsiteY71" fmla="*/ 297543 h 1531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669143" h="1531257">
                  <a:moveTo>
                    <a:pt x="1669143" y="297543"/>
                  </a:moveTo>
                  <a:lnTo>
                    <a:pt x="783771" y="290285"/>
                  </a:lnTo>
                  <a:lnTo>
                    <a:pt x="674914" y="290285"/>
                  </a:lnTo>
                  <a:lnTo>
                    <a:pt x="566057" y="177800"/>
                  </a:lnTo>
                  <a:lnTo>
                    <a:pt x="494756" y="0"/>
                  </a:lnTo>
                  <a:lnTo>
                    <a:pt x="460828" y="32657"/>
                  </a:lnTo>
                  <a:lnTo>
                    <a:pt x="475343" y="87085"/>
                  </a:lnTo>
                  <a:lnTo>
                    <a:pt x="446314" y="137885"/>
                  </a:lnTo>
                  <a:lnTo>
                    <a:pt x="32657" y="156028"/>
                  </a:lnTo>
                  <a:lnTo>
                    <a:pt x="3628" y="185057"/>
                  </a:lnTo>
                  <a:lnTo>
                    <a:pt x="21771" y="257628"/>
                  </a:lnTo>
                  <a:lnTo>
                    <a:pt x="0" y="424543"/>
                  </a:lnTo>
                  <a:lnTo>
                    <a:pt x="58057" y="435428"/>
                  </a:lnTo>
                  <a:lnTo>
                    <a:pt x="76200" y="471714"/>
                  </a:lnTo>
                  <a:lnTo>
                    <a:pt x="141514" y="453571"/>
                  </a:lnTo>
                  <a:lnTo>
                    <a:pt x="217714" y="489857"/>
                  </a:lnTo>
                  <a:lnTo>
                    <a:pt x="217714" y="540657"/>
                  </a:lnTo>
                  <a:lnTo>
                    <a:pt x="214086" y="580571"/>
                  </a:lnTo>
                  <a:lnTo>
                    <a:pt x="257628" y="638628"/>
                  </a:lnTo>
                  <a:lnTo>
                    <a:pt x="228600" y="682171"/>
                  </a:lnTo>
                  <a:lnTo>
                    <a:pt x="239486" y="707571"/>
                  </a:lnTo>
                  <a:lnTo>
                    <a:pt x="185057" y="729343"/>
                  </a:lnTo>
                  <a:lnTo>
                    <a:pt x="192314" y="809171"/>
                  </a:lnTo>
                  <a:lnTo>
                    <a:pt x="163286" y="845457"/>
                  </a:lnTo>
                  <a:lnTo>
                    <a:pt x="192314" y="939800"/>
                  </a:lnTo>
                  <a:cubicBezTo>
                    <a:pt x="191105" y="986971"/>
                    <a:pt x="189895" y="1034143"/>
                    <a:pt x="188686" y="1081314"/>
                  </a:cubicBezTo>
                  <a:lnTo>
                    <a:pt x="170543" y="1095828"/>
                  </a:lnTo>
                  <a:lnTo>
                    <a:pt x="210457" y="1201057"/>
                  </a:lnTo>
                  <a:lnTo>
                    <a:pt x="319314" y="1233714"/>
                  </a:lnTo>
                  <a:lnTo>
                    <a:pt x="399143" y="1215571"/>
                  </a:lnTo>
                  <a:lnTo>
                    <a:pt x="489857" y="1244600"/>
                  </a:lnTo>
                  <a:lnTo>
                    <a:pt x="489857" y="1291771"/>
                  </a:lnTo>
                  <a:lnTo>
                    <a:pt x="500743" y="1407885"/>
                  </a:lnTo>
                  <a:lnTo>
                    <a:pt x="566057" y="1433285"/>
                  </a:lnTo>
                  <a:lnTo>
                    <a:pt x="609600" y="1531257"/>
                  </a:lnTo>
                  <a:lnTo>
                    <a:pt x="696686" y="1404257"/>
                  </a:lnTo>
                  <a:lnTo>
                    <a:pt x="725714" y="1422400"/>
                  </a:lnTo>
                  <a:lnTo>
                    <a:pt x="776514" y="1393371"/>
                  </a:lnTo>
                  <a:lnTo>
                    <a:pt x="816428" y="1393371"/>
                  </a:lnTo>
                  <a:lnTo>
                    <a:pt x="892628" y="1451428"/>
                  </a:lnTo>
                  <a:lnTo>
                    <a:pt x="950686" y="1469571"/>
                  </a:lnTo>
                  <a:lnTo>
                    <a:pt x="1012371" y="1422400"/>
                  </a:lnTo>
                  <a:lnTo>
                    <a:pt x="1070428" y="1440543"/>
                  </a:lnTo>
                  <a:lnTo>
                    <a:pt x="1128486" y="1393371"/>
                  </a:lnTo>
                  <a:lnTo>
                    <a:pt x="1164771" y="1400628"/>
                  </a:lnTo>
                  <a:lnTo>
                    <a:pt x="1161143" y="1473200"/>
                  </a:lnTo>
                  <a:lnTo>
                    <a:pt x="1211943" y="1509485"/>
                  </a:lnTo>
                  <a:lnTo>
                    <a:pt x="1240971" y="1487714"/>
                  </a:lnTo>
                  <a:lnTo>
                    <a:pt x="1211943" y="1429657"/>
                  </a:lnTo>
                  <a:lnTo>
                    <a:pt x="1222828" y="1357085"/>
                  </a:lnTo>
                  <a:lnTo>
                    <a:pt x="1244600" y="1331685"/>
                  </a:lnTo>
                  <a:lnTo>
                    <a:pt x="1244600" y="1284514"/>
                  </a:lnTo>
                  <a:lnTo>
                    <a:pt x="1313543" y="1270000"/>
                  </a:lnTo>
                  <a:lnTo>
                    <a:pt x="1320800" y="1219200"/>
                  </a:lnTo>
                  <a:lnTo>
                    <a:pt x="1382486" y="1164771"/>
                  </a:lnTo>
                  <a:lnTo>
                    <a:pt x="1458686" y="1168400"/>
                  </a:lnTo>
                  <a:lnTo>
                    <a:pt x="1444171" y="1077685"/>
                  </a:lnTo>
                  <a:lnTo>
                    <a:pt x="1491343" y="1048657"/>
                  </a:lnTo>
                  <a:lnTo>
                    <a:pt x="1513114" y="1063171"/>
                  </a:lnTo>
                  <a:lnTo>
                    <a:pt x="1553028" y="979714"/>
                  </a:lnTo>
                  <a:lnTo>
                    <a:pt x="1553028" y="936171"/>
                  </a:lnTo>
                  <a:lnTo>
                    <a:pt x="1574800" y="892628"/>
                  </a:lnTo>
                  <a:lnTo>
                    <a:pt x="1574800" y="849085"/>
                  </a:lnTo>
                  <a:lnTo>
                    <a:pt x="1603828" y="805543"/>
                  </a:lnTo>
                  <a:lnTo>
                    <a:pt x="1603828" y="765628"/>
                  </a:lnTo>
                  <a:lnTo>
                    <a:pt x="1621971" y="711200"/>
                  </a:lnTo>
                  <a:lnTo>
                    <a:pt x="1600200" y="649514"/>
                  </a:lnTo>
                  <a:lnTo>
                    <a:pt x="1614714" y="595085"/>
                  </a:lnTo>
                  <a:lnTo>
                    <a:pt x="1592943" y="569685"/>
                  </a:lnTo>
                  <a:lnTo>
                    <a:pt x="1596571" y="493485"/>
                  </a:lnTo>
                  <a:lnTo>
                    <a:pt x="1661886" y="399143"/>
                  </a:lnTo>
                  <a:lnTo>
                    <a:pt x="1669143" y="297543"/>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4" name="Freeform 173"/>
            <p:cNvSpPr/>
            <p:nvPr/>
          </p:nvSpPr>
          <p:spPr>
            <a:xfrm>
              <a:off x="4511675" y="3708400"/>
              <a:ext cx="1062038" cy="1030288"/>
            </a:xfrm>
            <a:custGeom>
              <a:avLst/>
              <a:gdLst>
                <a:gd name="connsiteX0" fmla="*/ 94343 w 1063172"/>
                <a:gd name="connsiteY0" fmla="*/ 137886 h 1030514"/>
                <a:gd name="connsiteX1" fmla="*/ 3629 w 1063172"/>
                <a:gd name="connsiteY1" fmla="*/ 366486 h 1030514"/>
                <a:gd name="connsiteX2" fmla="*/ 39914 w 1063172"/>
                <a:gd name="connsiteY2" fmla="*/ 428171 h 1030514"/>
                <a:gd name="connsiteX3" fmla="*/ 0 w 1063172"/>
                <a:gd name="connsiteY3" fmla="*/ 471714 h 1030514"/>
                <a:gd name="connsiteX4" fmla="*/ 50800 w 1063172"/>
                <a:gd name="connsiteY4" fmla="*/ 551543 h 1030514"/>
                <a:gd name="connsiteX5" fmla="*/ 54429 w 1063172"/>
                <a:gd name="connsiteY5" fmla="*/ 573314 h 1030514"/>
                <a:gd name="connsiteX6" fmla="*/ 18143 w 1063172"/>
                <a:gd name="connsiteY6" fmla="*/ 718457 h 1030514"/>
                <a:gd name="connsiteX7" fmla="*/ 32657 w 1063172"/>
                <a:gd name="connsiteY7" fmla="*/ 743857 h 1030514"/>
                <a:gd name="connsiteX8" fmla="*/ 264886 w 1063172"/>
                <a:gd name="connsiteY8" fmla="*/ 743857 h 1030514"/>
                <a:gd name="connsiteX9" fmla="*/ 297543 w 1063172"/>
                <a:gd name="connsiteY9" fmla="*/ 754743 h 1030514"/>
                <a:gd name="connsiteX10" fmla="*/ 330200 w 1063172"/>
                <a:gd name="connsiteY10" fmla="*/ 740229 h 1030514"/>
                <a:gd name="connsiteX11" fmla="*/ 366486 w 1063172"/>
                <a:gd name="connsiteY11" fmla="*/ 780143 h 1030514"/>
                <a:gd name="connsiteX12" fmla="*/ 402772 w 1063172"/>
                <a:gd name="connsiteY12" fmla="*/ 1008743 h 1030514"/>
                <a:gd name="connsiteX13" fmla="*/ 435429 w 1063172"/>
                <a:gd name="connsiteY13" fmla="*/ 1019629 h 1030514"/>
                <a:gd name="connsiteX14" fmla="*/ 497114 w 1063172"/>
                <a:gd name="connsiteY14" fmla="*/ 983343 h 1030514"/>
                <a:gd name="connsiteX15" fmla="*/ 576943 w 1063172"/>
                <a:gd name="connsiteY15" fmla="*/ 1030514 h 1030514"/>
                <a:gd name="connsiteX16" fmla="*/ 627743 w 1063172"/>
                <a:gd name="connsiteY16" fmla="*/ 1023257 h 1030514"/>
                <a:gd name="connsiteX17" fmla="*/ 667657 w 1063172"/>
                <a:gd name="connsiteY17" fmla="*/ 903514 h 1030514"/>
                <a:gd name="connsiteX18" fmla="*/ 878114 w 1063172"/>
                <a:gd name="connsiteY18" fmla="*/ 703943 h 1030514"/>
                <a:gd name="connsiteX19" fmla="*/ 994229 w 1063172"/>
                <a:gd name="connsiteY19" fmla="*/ 504371 h 1030514"/>
                <a:gd name="connsiteX20" fmla="*/ 1045029 w 1063172"/>
                <a:gd name="connsiteY20" fmla="*/ 446314 h 1030514"/>
                <a:gd name="connsiteX21" fmla="*/ 1063172 w 1063172"/>
                <a:gd name="connsiteY21" fmla="*/ 341086 h 1030514"/>
                <a:gd name="connsiteX22" fmla="*/ 968829 w 1063172"/>
                <a:gd name="connsiteY22" fmla="*/ 330200 h 1030514"/>
                <a:gd name="connsiteX23" fmla="*/ 925286 w 1063172"/>
                <a:gd name="connsiteY23" fmla="*/ 272143 h 1030514"/>
                <a:gd name="connsiteX24" fmla="*/ 867229 w 1063172"/>
                <a:gd name="connsiteY24" fmla="*/ 279400 h 1030514"/>
                <a:gd name="connsiteX25" fmla="*/ 823686 w 1063172"/>
                <a:gd name="connsiteY25" fmla="*/ 243114 h 1030514"/>
                <a:gd name="connsiteX26" fmla="*/ 751114 w 1063172"/>
                <a:gd name="connsiteY26" fmla="*/ 232229 h 1030514"/>
                <a:gd name="connsiteX27" fmla="*/ 725714 w 1063172"/>
                <a:gd name="connsiteY27" fmla="*/ 170543 h 1030514"/>
                <a:gd name="connsiteX28" fmla="*/ 689429 w 1063172"/>
                <a:gd name="connsiteY28" fmla="*/ 170543 h 1030514"/>
                <a:gd name="connsiteX29" fmla="*/ 660400 w 1063172"/>
                <a:gd name="connsiteY29" fmla="*/ 112486 h 1030514"/>
                <a:gd name="connsiteX30" fmla="*/ 638629 w 1063172"/>
                <a:gd name="connsiteY30" fmla="*/ 83457 h 1030514"/>
                <a:gd name="connsiteX31" fmla="*/ 635000 w 1063172"/>
                <a:gd name="connsiteY31" fmla="*/ 18143 h 1030514"/>
                <a:gd name="connsiteX32" fmla="*/ 605972 w 1063172"/>
                <a:gd name="connsiteY32" fmla="*/ 14514 h 1030514"/>
                <a:gd name="connsiteX33" fmla="*/ 537029 w 1063172"/>
                <a:gd name="connsiteY33" fmla="*/ 54429 h 1030514"/>
                <a:gd name="connsiteX34" fmla="*/ 489857 w 1063172"/>
                <a:gd name="connsiteY34" fmla="*/ 29029 h 1030514"/>
                <a:gd name="connsiteX35" fmla="*/ 420914 w 1063172"/>
                <a:gd name="connsiteY35" fmla="*/ 72571 h 1030514"/>
                <a:gd name="connsiteX36" fmla="*/ 279400 w 1063172"/>
                <a:gd name="connsiteY36" fmla="*/ 0 h 1030514"/>
                <a:gd name="connsiteX37" fmla="*/ 203200 w 1063172"/>
                <a:gd name="connsiteY37" fmla="*/ 39914 h 1030514"/>
                <a:gd name="connsiteX38" fmla="*/ 156029 w 1063172"/>
                <a:gd name="connsiteY38" fmla="*/ 18143 h 1030514"/>
                <a:gd name="connsiteX39" fmla="*/ 94343 w 1063172"/>
                <a:gd name="connsiteY39" fmla="*/ 137886 h 1030514"/>
                <a:gd name="connsiteX0" fmla="*/ 94343 w 1063172"/>
                <a:gd name="connsiteY0" fmla="*/ 137886 h 1030514"/>
                <a:gd name="connsiteX1" fmla="*/ 3629 w 1063172"/>
                <a:gd name="connsiteY1" fmla="*/ 366486 h 1030514"/>
                <a:gd name="connsiteX2" fmla="*/ 39914 w 1063172"/>
                <a:gd name="connsiteY2" fmla="*/ 428171 h 1030514"/>
                <a:gd name="connsiteX3" fmla="*/ 0 w 1063172"/>
                <a:gd name="connsiteY3" fmla="*/ 471714 h 1030514"/>
                <a:gd name="connsiteX4" fmla="*/ 50800 w 1063172"/>
                <a:gd name="connsiteY4" fmla="*/ 551543 h 1030514"/>
                <a:gd name="connsiteX5" fmla="*/ 54429 w 1063172"/>
                <a:gd name="connsiteY5" fmla="*/ 573314 h 1030514"/>
                <a:gd name="connsiteX6" fmla="*/ 18143 w 1063172"/>
                <a:gd name="connsiteY6" fmla="*/ 718457 h 1030514"/>
                <a:gd name="connsiteX7" fmla="*/ 32657 w 1063172"/>
                <a:gd name="connsiteY7" fmla="*/ 743857 h 1030514"/>
                <a:gd name="connsiteX8" fmla="*/ 264886 w 1063172"/>
                <a:gd name="connsiteY8" fmla="*/ 743857 h 1030514"/>
                <a:gd name="connsiteX9" fmla="*/ 297543 w 1063172"/>
                <a:gd name="connsiteY9" fmla="*/ 754743 h 1030514"/>
                <a:gd name="connsiteX10" fmla="*/ 330200 w 1063172"/>
                <a:gd name="connsiteY10" fmla="*/ 740229 h 1030514"/>
                <a:gd name="connsiteX11" fmla="*/ 366486 w 1063172"/>
                <a:gd name="connsiteY11" fmla="*/ 780143 h 1030514"/>
                <a:gd name="connsiteX12" fmla="*/ 402772 w 1063172"/>
                <a:gd name="connsiteY12" fmla="*/ 1008743 h 1030514"/>
                <a:gd name="connsiteX13" fmla="*/ 435429 w 1063172"/>
                <a:gd name="connsiteY13" fmla="*/ 1019629 h 1030514"/>
                <a:gd name="connsiteX14" fmla="*/ 497114 w 1063172"/>
                <a:gd name="connsiteY14" fmla="*/ 983343 h 1030514"/>
                <a:gd name="connsiteX15" fmla="*/ 576943 w 1063172"/>
                <a:gd name="connsiteY15" fmla="*/ 1030514 h 1030514"/>
                <a:gd name="connsiteX16" fmla="*/ 627743 w 1063172"/>
                <a:gd name="connsiteY16" fmla="*/ 1023257 h 1030514"/>
                <a:gd name="connsiteX17" fmla="*/ 667657 w 1063172"/>
                <a:gd name="connsiteY17" fmla="*/ 903514 h 1030514"/>
                <a:gd name="connsiteX18" fmla="*/ 878114 w 1063172"/>
                <a:gd name="connsiteY18" fmla="*/ 703943 h 1030514"/>
                <a:gd name="connsiteX19" fmla="*/ 994229 w 1063172"/>
                <a:gd name="connsiteY19" fmla="*/ 504371 h 1030514"/>
                <a:gd name="connsiteX20" fmla="*/ 1045029 w 1063172"/>
                <a:gd name="connsiteY20" fmla="*/ 446314 h 1030514"/>
                <a:gd name="connsiteX21" fmla="*/ 1063172 w 1063172"/>
                <a:gd name="connsiteY21" fmla="*/ 341086 h 1030514"/>
                <a:gd name="connsiteX22" fmla="*/ 968829 w 1063172"/>
                <a:gd name="connsiteY22" fmla="*/ 330200 h 1030514"/>
                <a:gd name="connsiteX23" fmla="*/ 925286 w 1063172"/>
                <a:gd name="connsiteY23" fmla="*/ 272143 h 1030514"/>
                <a:gd name="connsiteX24" fmla="*/ 867229 w 1063172"/>
                <a:gd name="connsiteY24" fmla="*/ 279400 h 1030514"/>
                <a:gd name="connsiteX25" fmla="*/ 823686 w 1063172"/>
                <a:gd name="connsiteY25" fmla="*/ 243114 h 1030514"/>
                <a:gd name="connsiteX26" fmla="*/ 751114 w 1063172"/>
                <a:gd name="connsiteY26" fmla="*/ 232229 h 1030514"/>
                <a:gd name="connsiteX27" fmla="*/ 725714 w 1063172"/>
                <a:gd name="connsiteY27" fmla="*/ 170543 h 1030514"/>
                <a:gd name="connsiteX28" fmla="*/ 689429 w 1063172"/>
                <a:gd name="connsiteY28" fmla="*/ 170543 h 1030514"/>
                <a:gd name="connsiteX29" fmla="*/ 683260 w 1063172"/>
                <a:gd name="connsiteY29" fmla="*/ 123916 h 1030514"/>
                <a:gd name="connsiteX30" fmla="*/ 638629 w 1063172"/>
                <a:gd name="connsiteY30" fmla="*/ 83457 h 1030514"/>
                <a:gd name="connsiteX31" fmla="*/ 635000 w 1063172"/>
                <a:gd name="connsiteY31" fmla="*/ 18143 h 1030514"/>
                <a:gd name="connsiteX32" fmla="*/ 605972 w 1063172"/>
                <a:gd name="connsiteY32" fmla="*/ 14514 h 1030514"/>
                <a:gd name="connsiteX33" fmla="*/ 537029 w 1063172"/>
                <a:gd name="connsiteY33" fmla="*/ 54429 h 1030514"/>
                <a:gd name="connsiteX34" fmla="*/ 489857 w 1063172"/>
                <a:gd name="connsiteY34" fmla="*/ 29029 h 1030514"/>
                <a:gd name="connsiteX35" fmla="*/ 420914 w 1063172"/>
                <a:gd name="connsiteY35" fmla="*/ 72571 h 1030514"/>
                <a:gd name="connsiteX36" fmla="*/ 279400 w 1063172"/>
                <a:gd name="connsiteY36" fmla="*/ 0 h 1030514"/>
                <a:gd name="connsiteX37" fmla="*/ 203200 w 1063172"/>
                <a:gd name="connsiteY37" fmla="*/ 39914 h 1030514"/>
                <a:gd name="connsiteX38" fmla="*/ 156029 w 1063172"/>
                <a:gd name="connsiteY38" fmla="*/ 18143 h 1030514"/>
                <a:gd name="connsiteX39" fmla="*/ 94343 w 1063172"/>
                <a:gd name="connsiteY39" fmla="*/ 137886 h 1030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63172" h="1030514">
                  <a:moveTo>
                    <a:pt x="94343" y="137886"/>
                  </a:moveTo>
                  <a:lnTo>
                    <a:pt x="3629" y="366486"/>
                  </a:lnTo>
                  <a:lnTo>
                    <a:pt x="39914" y="428171"/>
                  </a:lnTo>
                  <a:lnTo>
                    <a:pt x="0" y="471714"/>
                  </a:lnTo>
                  <a:lnTo>
                    <a:pt x="50800" y="551543"/>
                  </a:lnTo>
                  <a:lnTo>
                    <a:pt x="54429" y="573314"/>
                  </a:lnTo>
                  <a:lnTo>
                    <a:pt x="18143" y="718457"/>
                  </a:lnTo>
                  <a:lnTo>
                    <a:pt x="32657" y="743857"/>
                  </a:lnTo>
                  <a:lnTo>
                    <a:pt x="264886" y="743857"/>
                  </a:lnTo>
                  <a:lnTo>
                    <a:pt x="297543" y="754743"/>
                  </a:lnTo>
                  <a:lnTo>
                    <a:pt x="330200" y="740229"/>
                  </a:lnTo>
                  <a:lnTo>
                    <a:pt x="366486" y="780143"/>
                  </a:lnTo>
                  <a:lnTo>
                    <a:pt x="402772" y="1008743"/>
                  </a:lnTo>
                  <a:lnTo>
                    <a:pt x="435429" y="1019629"/>
                  </a:lnTo>
                  <a:lnTo>
                    <a:pt x="497114" y="983343"/>
                  </a:lnTo>
                  <a:lnTo>
                    <a:pt x="576943" y="1030514"/>
                  </a:lnTo>
                  <a:lnTo>
                    <a:pt x="627743" y="1023257"/>
                  </a:lnTo>
                  <a:lnTo>
                    <a:pt x="667657" y="903514"/>
                  </a:lnTo>
                  <a:lnTo>
                    <a:pt x="878114" y="703943"/>
                  </a:lnTo>
                  <a:lnTo>
                    <a:pt x="994229" y="504371"/>
                  </a:lnTo>
                  <a:lnTo>
                    <a:pt x="1045029" y="446314"/>
                  </a:lnTo>
                  <a:lnTo>
                    <a:pt x="1063172" y="341086"/>
                  </a:lnTo>
                  <a:lnTo>
                    <a:pt x="968829" y="330200"/>
                  </a:lnTo>
                  <a:lnTo>
                    <a:pt x="925286" y="272143"/>
                  </a:lnTo>
                  <a:lnTo>
                    <a:pt x="867229" y="279400"/>
                  </a:lnTo>
                  <a:lnTo>
                    <a:pt x="823686" y="243114"/>
                  </a:lnTo>
                  <a:lnTo>
                    <a:pt x="751114" y="232229"/>
                  </a:lnTo>
                  <a:lnTo>
                    <a:pt x="725714" y="170543"/>
                  </a:lnTo>
                  <a:lnTo>
                    <a:pt x="689429" y="170543"/>
                  </a:lnTo>
                  <a:lnTo>
                    <a:pt x="683260" y="123916"/>
                  </a:lnTo>
                  <a:lnTo>
                    <a:pt x="638629" y="83457"/>
                  </a:lnTo>
                  <a:lnTo>
                    <a:pt x="635000" y="18143"/>
                  </a:lnTo>
                  <a:lnTo>
                    <a:pt x="605972" y="14514"/>
                  </a:lnTo>
                  <a:lnTo>
                    <a:pt x="537029" y="54429"/>
                  </a:lnTo>
                  <a:lnTo>
                    <a:pt x="489857" y="29029"/>
                  </a:lnTo>
                  <a:lnTo>
                    <a:pt x="420914" y="72571"/>
                  </a:lnTo>
                  <a:lnTo>
                    <a:pt x="279400" y="0"/>
                  </a:lnTo>
                  <a:lnTo>
                    <a:pt x="203200" y="39914"/>
                  </a:lnTo>
                  <a:lnTo>
                    <a:pt x="156029" y="18143"/>
                  </a:lnTo>
                  <a:lnTo>
                    <a:pt x="94343" y="137886"/>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5" name="Freeform 174"/>
            <p:cNvSpPr/>
            <p:nvPr/>
          </p:nvSpPr>
          <p:spPr>
            <a:xfrm>
              <a:off x="5045075" y="4543425"/>
              <a:ext cx="923925" cy="655638"/>
            </a:xfrm>
            <a:custGeom>
              <a:avLst/>
              <a:gdLst>
                <a:gd name="connsiteX0" fmla="*/ 54429 w 925286"/>
                <a:gd name="connsiteY0" fmla="*/ 206829 h 656772"/>
                <a:gd name="connsiteX1" fmla="*/ 0 w 925286"/>
                <a:gd name="connsiteY1" fmla="*/ 439058 h 656772"/>
                <a:gd name="connsiteX2" fmla="*/ 76200 w 925286"/>
                <a:gd name="connsiteY2" fmla="*/ 464458 h 656772"/>
                <a:gd name="connsiteX3" fmla="*/ 116114 w 925286"/>
                <a:gd name="connsiteY3" fmla="*/ 580572 h 656772"/>
                <a:gd name="connsiteX4" fmla="*/ 188686 w 925286"/>
                <a:gd name="connsiteY4" fmla="*/ 602343 h 656772"/>
                <a:gd name="connsiteX5" fmla="*/ 221343 w 925286"/>
                <a:gd name="connsiteY5" fmla="*/ 584200 h 656772"/>
                <a:gd name="connsiteX6" fmla="*/ 257629 w 925286"/>
                <a:gd name="connsiteY6" fmla="*/ 616858 h 656772"/>
                <a:gd name="connsiteX7" fmla="*/ 449943 w 925286"/>
                <a:gd name="connsiteY7" fmla="*/ 656772 h 656772"/>
                <a:gd name="connsiteX8" fmla="*/ 460829 w 925286"/>
                <a:gd name="connsiteY8" fmla="*/ 591458 h 656772"/>
                <a:gd name="connsiteX9" fmla="*/ 558800 w 925286"/>
                <a:gd name="connsiteY9" fmla="*/ 533400 h 656772"/>
                <a:gd name="connsiteX10" fmla="*/ 689429 w 925286"/>
                <a:gd name="connsiteY10" fmla="*/ 566058 h 656772"/>
                <a:gd name="connsiteX11" fmla="*/ 758372 w 925286"/>
                <a:gd name="connsiteY11" fmla="*/ 526143 h 656772"/>
                <a:gd name="connsiteX12" fmla="*/ 849086 w 925286"/>
                <a:gd name="connsiteY12" fmla="*/ 569686 h 656772"/>
                <a:gd name="connsiteX13" fmla="*/ 849086 w 925286"/>
                <a:gd name="connsiteY13" fmla="*/ 518886 h 656772"/>
                <a:gd name="connsiteX14" fmla="*/ 838200 w 925286"/>
                <a:gd name="connsiteY14" fmla="*/ 497115 h 656772"/>
                <a:gd name="connsiteX15" fmla="*/ 870857 w 925286"/>
                <a:gd name="connsiteY15" fmla="*/ 460829 h 656772"/>
                <a:gd name="connsiteX16" fmla="*/ 830943 w 925286"/>
                <a:gd name="connsiteY16" fmla="*/ 442686 h 656772"/>
                <a:gd name="connsiteX17" fmla="*/ 863600 w 925286"/>
                <a:gd name="connsiteY17" fmla="*/ 417286 h 656772"/>
                <a:gd name="connsiteX18" fmla="*/ 885372 w 925286"/>
                <a:gd name="connsiteY18" fmla="*/ 413658 h 656772"/>
                <a:gd name="connsiteX19" fmla="*/ 903514 w 925286"/>
                <a:gd name="connsiteY19" fmla="*/ 457200 h 656772"/>
                <a:gd name="connsiteX20" fmla="*/ 925286 w 925286"/>
                <a:gd name="connsiteY20" fmla="*/ 417286 h 656772"/>
                <a:gd name="connsiteX21" fmla="*/ 921657 w 925286"/>
                <a:gd name="connsiteY21" fmla="*/ 355600 h 656772"/>
                <a:gd name="connsiteX22" fmla="*/ 881743 w 925286"/>
                <a:gd name="connsiteY22" fmla="*/ 366486 h 656772"/>
                <a:gd name="connsiteX23" fmla="*/ 827314 w 925286"/>
                <a:gd name="connsiteY23" fmla="*/ 333829 h 656772"/>
                <a:gd name="connsiteX24" fmla="*/ 801914 w 925286"/>
                <a:gd name="connsiteY24" fmla="*/ 261258 h 656772"/>
                <a:gd name="connsiteX25" fmla="*/ 714829 w 925286"/>
                <a:gd name="connsiteY25" fmla="*/ 261258 h 656772"/>
                <a:gd name="connsiteX26" fmla="*/ 678543 w 925286"/>
                <a:gd name="connsiteY26" fmla="*/ 177800 h 656772"/>
                <a:gd name="connsiteX27" fmla="*/ 689429 w 925286"/>
                <a:gd name="connsiteY27" fmla="*/ 79829 h 656772"/>
                <a:gd name="connsiteX28" fmla="*/ 642257 w 925286"/>
                <a:gd name="connsiteY28" fmla="*/ 43543 h 656772"/>
                <a:gd name="connsiteX29" fmla="*/ 547914 w 925286"/>
                <a:gd name="connsiteY29" fmla="*/ 72572 h 656772"/>
                <a:gd name="connsiteX30" fmla="*/ 453572 w 925286"/>
                <a:gd name="connsiteY30" fmla="*/ 21772 h 656772"/>
                <a:gd name="connsiteX31" fmla="*/ 373743 w 925286"/>
                <a:gd name="connsiteY31" fmla="*/ 21772 h 656772"/>
                <a:gd name="connsiteX32" fmla="*/ 370114 w 925286"/>
                <a:gd name="connsiteY32" fmla="*/ 0 h 656772"/>
                <a:gd name="connsiteX33" fmla="*/ 221343 w 925286"/>
                <a:gd name="connsiteY33" fmla="*/ 7258 h 656772"/>
                <a:gd name="connsiteX34" fmla="*/ 123372 w 925286"/>
                <a:gd name="connsiteY34" fmla="*/ 68943 h 656772"/>
                <a:gd name="connsiteX35" fmla="*/ 54429 w 925286"/>
                <a:gd name="connsiteY35" fmla="*/ 206829 h 656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25286" h="656772">
                  <a:moveTo>
                    <a:pt x="54429" y="206829"/>
                  </a:moveTo>
                  <a:lnTo>
                    <a:pt x="0" y="439058"/>
                  </a:lnTo>
                  <a:lnTo>
                    <a:pt x="76200" y="464458"/>
                  </a:lnTo>
                  <a:lnTo>
                    <a:pt x="116114" y="580572"/>
                  </a:lnTo>
                  <a:lnTo>
                    <a:pt x="188686" y="602343"/>
                  </a:lnTo>
                  <a:lnTo>
                    <a:pt x="221343" y="584200"/>
                  </a:lnTo>
                  <a:lnTo>
                    <a:pt x="257629" y="616858"/>
                  </a:lnTo>
                  <a:lnTo>
                    <a:pt x="449943" y="656772"/>
                  </a:lnTo>
                  <a:lnTo>
                    <a:pt x="460829" y="591458"/>
                  </a:lnTo>
                  <a:lnTo>
                    <a:pt x="558800" y="533400"/>
                  </a:lnTo>
                  <a:lnTo>
                    <a:pt x="689429" y="566058"/>
                  </a:lnTo>
                  <a:lnTo>
                    <a:pt x="758372" y="526143"/>
                  </a:lnTo>
                  <a:lnTo>
                    <a:pt x="849086" y="569686"/>
                  </a:lnTo>
                  <a:lnTo>
                    <a:pt x="849086" y="518886"/>
                  </a:lnTo>
                  <a:lnTo>
                    <a:pt x="838200" y="497115"/>
                  </a:lnTo>
                  <a:lnTo>
                    <a:pt x="870857" y="460829"/>
                  </a:lnTo>
                  <a:lnTo>
                    <a:pt x="830943" y="442686"/>
                  </a:lnTo>
                  <a:lnTo>
                    <a:pt x="863600" y="417286"/>
                  </a:lnTo>
                  <a:lnTo>
                    <a:pt x="885372" y="413658"/>
                  </a:lnTo>
                  <a:lnTo>
                    <a:pt x="903514" y="457200"/>
                  </a:lnTo>
                  <a:lnTo>
                    <a:pt x="925286" y="417286"/>
                  </a:lnTo>
                  <a:lnTo>
                    <a:pt x="921657" y="355600"/>
                  </a:lnTo>
                  <a:lnTo>
                    <a:pt x="881743" y="366486"/>
                  </a:lnTo>
                  <a:lnTo>
                    <a:pt x="827314" y="333829"/>
                  </a:lnTo>
                  <a:lnTo>
                    <a:pt x="801914" y="261258"/>
                  </a:lnTo>
                  <a:lnTo>
                    <a:pt x="714829" y="261258"/>
                  </a:lnTo>
                  <a:lnTo>
                    <a:pt x="678543" y="177800"/>
                  </a:lnTo>
                  <a:lnTo>
                    <a:pt x="689429" y="79829"/>
                  </a:lnTo>
                  <a:lnTo>
                    <a:pt x="642257" y="43543"/>
                  </a:lnTo>
                  <a:lnTo>
                    <a:pt x="547914" y="72572"/>
                  </a:lnTo>
                  <a:lnTo>
                    <a:pt x="453572" y="21772"/>
                  </a:lnTo>
                  <a:lnTo>
                    <a:pt x="373743" y="21772"/>
                  </a:lnTo>
                  <a:lnTo>
                    <a:pt x="370114" y="0"/>
                  </a:lnTo>
                  <a:lnTo>
                    <a:pt x="221343" y="7258"/>
                  </a:lnTo>
                  <a:lnTo>
                    <a:pt x="123372" y="68943"/>
                  </a:lnTo>
                  <a:lnTo>
                    <a:pt x="54429" y="206829"/>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6" name="Freeform 175"/>
            <p:cNvSpPr/>
            <p:nvPr/>
          </p:nvSpPr>
          <p:spPr>
            <a:xfrm>
              <a:off x="5146675" y="5072063"/>
              <a:ext cx="787400" cy="563562"/>
            </a:xfrm>
            <a:custGeom>
              <a:avLst/>
              <a:gdLst>
                <a:gd name="connsiteX0" fmla="*/ 10886 w 787400"/>
                <a:gd name="connsiteY0" fmla="*/ 50800 h 562428"/>
                <a:gd name="connsiteX1" fmla="*/ 29029 w 787400"/>
                <a:gd name="connsiteY1" fmla="*/ 145143 h 562428"/>
                <a:gd name="connsiteX2" fmla="*/ 0 w 787400"/>
                <a:gd name="connsiteY2" fmla="*/ 203200 h 562428"/>
                <a:gd name="connsiteX3" fmla="*/ 181429 w 787400"/>
                <a:gd name="connsiteY3" fmla="*/ 203200 h 562428"/>
                <a:gd name="connsiteX4" fmla="*/ 250372 w 787400"/>
                <a:gd name="connsiteY4" fmla="*/ 239486 h 562428"/>
                <a:gd name="connsiteX5" fmla="*/ 384629 w 787400"/>
                <a:gd name="connsiteY5" fmla="*/ 290286 h 562428"/>
                <a:gd name="connsiteX6" fmla="*/ 460829 w 787400"/>
                <a:gd name="connsiteY6" fmla="*/ 424543 h 562428"/>
                <a:gd name="connsiteX7" fmla="*/ 533400 w 787400"/>
                <a:gd name="connsiteY7" fmla="*/ 410028 h 562428"/>
                <a:gd name="connsiteX8" fmla="*/ 573314 w 787400"/>
                <a:gd name="connsiteY8" fmla="*/ 413657 h 562428"/>
                <a:gd name="connsiteX9" fmla="*/ 573314 w 787400"/>
                <a:gd name="connsiteY9" fmla="*/ 449943 h 562428"/>
                <a:gd name="connsiteX10" fmla="*/ 497114 w 787400"/>
                <a:gd name="connsiteY10" fmla="*/ 529771 h 562428"/>
                <a:gd name="connsiteX11" fmla="*/ 533400 w 787400"/>
                <a:gd name="connsiteY11" fmla="*/ 562428 h 562428"/>
                <a:gd name="connsiteX12" fmla="*/ 689429 w 787400"/>
                <a:gd name="connsiteY12" fmla="*/ 428171 h 562428"/>
                <a:gd name="connsiteX13" fmla="*/ 707572 w 787400"/>
                <a:gd name="connsiteY13" fmla="*/ 428171 h 562428"/>
                <a:gd name="connsiteX14" fmla="*/ 707572 w 787400"/>
                <a:gd name="connsiteY14" fmla="*/ 377371 h 562428"/>
                <a:gd name="connsiteX15" fmla="*/ 740229 w 787400"/>
                <a:gd name="connsiteY15" fmla="*/ 381000 h 562428"/>
                <a:gd name="connsiteX16" fmla="*/ 743857 w 787400"/>
                <a:gd name="connsiteY16" fmla="*/ 293914 h 562428"/>
                <a:gd name="connsiteX17" fmla="*/ 747486 w 787400"/>
                <a:gd name="connsiteY17" fmla="*/ 228600 h 562428"/>
                <a:gd name="connsiteX18" fmla="*/ 787400 w 787400"/>
                <a:gd name="connsiteY18" fmla="*/ 185057 h 562428"/>
                <a:gd name="connsiteX19" fmla="*/ 747486 w 787400"/>
                <a:gd name="connsiteY19" fmla="*/ 166914 h 562428"/>
                <a:gd name="connsiteX20" fmla="*/ 722086 w 787400"/>
                <a:gd name="connsiteY20" fmla="*/ 43543 h 562428"/>
                <a:gd name="connsiteX21" fmla="*/ 631372 w 787400"/>
                <a:gd name="connsiteY21" fmla="*/ 0 h 562428"/>
                <a:gd name="connsiteX22" fmla="*/ 573314 w 787400"/>
                <a:gd name="connsiteY22" fmla="*/ 39914 h 562428"/>
                <a:gd name="connsiteX23" fmla="*/ 457200 w 787400"/>
                <a:gd name="connsiteY23" fmla="*/ 0 h 562428"/>
                <a:gd name="connsiteX24" fmla="*/ 362857 w 787400"/>
                <a:gd name="connsiteY24" fmla="*/ 65314 h 562428"/>
                <a:gd name="connsiteX25" fmla="*/ 348343 w 787400"/>
                <a:gd name="connsiteY25" fmla="*/ 134257 h 562428"/>
                <a:gd name="connsiteX26" fmla="*/ 141514 w 787400"/>
                <a:gd name="connsiteY26" fmla="*/ 83457 h 562428"/>
                <a:gd name="connsiteX27" fmla="*/ 116114 w 787400"/>
                <a:gd name="connsiteY27" fmla="*/ 58057 h 562428"/>
                <a:gd name="connsiteX28" fmla="*/ 76200 w 787400"/>
                <a:gd name="connsiteY28" fmla="*/ 79828 h 562428"/>
                <a:gd name="connsiteX29" fmla="*/ 10886 w 787400"/>
                <a:gd name="connsiteY29" fmla="*/ 50800 h 56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87400" h="562428">
                  <a:moveTo>
                    <a:pt x="10886" y="50800"/>
                  </a:moveTo>
                  <a:lnTo>
                    <a:pt x="29029" y="145143"/>
                  </a:lnTo>
                  <a:lnTo>
                    <a:pt x="0" y="203200"/>
                  </a:lnTo>
                  <a:lnTo>
                    <a:pt x="181429" y="203200"/>
                  </a:lnTo>
                  <a:lnTo>
                    <a:pt x="250372" y="239486"/>
                  </a:lnTo>
                  <a:lnTo>
                    <a:pt x="384629" y="290286"/>
                  </a:lnTo>
                  <a:lnTo>
                    <a:pt x="460829" y="424543"/>
                  </a:lnTo>
                  <a:lnTo>
                    <a:pt x="533400" y="410028"/>
                  </a:lnTo>
                  <a:lnTo>
                    <a:pt x="573314" y="413657"/>
                  </a:lnTo>
                  <a:lnTo>
                    <a:pt x="573314" y="449943"/>
                  </a:lnTo>
                  <a:lnTo>
                    <a:pt x="497114" y="529771"/>
                  </a:lnTo>
                  <a:lnTo>
                    <a:pt x="533400" y="562428"/>
                  </a:lnTo>
                  <a:lnTo>
                    <a:pt x="689429" y="428171"/>
                  </a:lnTo>
                  <a:lnTo>
                    <a:pt x="707572" y="428171"/>
                  </a:lnTo>
                  <a:lnTo>
                    <a:pt x="707572" y="377371"/>
                  </a:lnTo>
                  <a:lnTo>
                    <a:pt x="740229" y="381000"/>
                  </a:lnTo>
                  <a:lnTo>
                    <a:pt x="743857" y="293914"/>
                  </a:lnTo>
                  <a:lnTo>
                    <a:pt x="747486" y="228600"/>
                  </a:lnTo>
                  <a:lnTo>
                    <a:pt x="787400" y="185057"/>
                  </a:lnTo>
                  <a:lnTo>
                    <a:pt x="747486" y="166914"/>
                  </a:lnTo>
                  <a:lnTo>
                    <a:pt x="722086" y="43543"/>
                  </a:lnTo>
                  <a:lnTo>
                    <a:pt x="631372" y="0"/>
                  </a:lnTo>
                  <a:lnTo>
                    <a:pt x="573314" y="39914"/>
                  </a:lnTo>
                  <a:lnTo>
                    <a:pt x="457200" y="0"/>
                  </a:lnTo>
                  <a:lnTo>
                    <a:pt x="362857" y="65314"/>
                  </a:lnTo>
                  <a:lnTo>
                    <a:pt x="348343" y="134257"/>
                  </a:lnTo>
                  <a:lnTo>
                    <a:pt x="141514" y="83457"/>
                  </a:lnTo>
                  <a:lnTo>
                    <a:pt x="116114" y="58057"/>
                  </a:lnTo>
                  <a:lnTo>
                    <a:pt x="76200" y="79828"/>
                  </a:lnTo>
                  <a:lnTo>
                    <a:pt x="10886" y="5080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7" name="Freeform 176"/>
            <p:cNvSpPr/>
            <p:nvPr/>
          </p:nvSpPr>
          <p:spPr>
            <a:xfrm>
              <a:off x="4613275" y="5275263"/>
              <a:ext cx="1098550" cy="1066800"/>
            </a:xfrm>
            <a:custGeom>
              <a:avLst/>
              <a:gdLst>
                <a:gd name="connsiteX0" fmla="*/ 529772 w 1099457"/>
                <a:gd name="connsiteY0" fmla="*/ 0 h 1066800"/>
                <a:gd name="connsiteX1" fmla="*/ 322943 w 1099457"/>
                <a:gd name="connsiteY1" fmla="*/ 94343 h 1066800"/>
                <a:gd name="connsiteX2" fmla="*/ 214086 w 1099457"/>
                <a:gd name="connsiteY2" fmla="*/ 181428 h 1066800"/>
                <a:gd name="connsiteX3" fmla="*/ 123372 w 1099457"/>
                <a:gd name="connsiteY3" fmla="*/ 348343 h 1066800"/>
                <a:gd name="connsiteX4" fmla="*/ 0 w 1099457"/>
                <a:gd name="connsiteY4" fmla="*/ 460828 h 1066800"/>
                <a:gd name="connsiteX5" fmla="*/ 83457 w 1099457"/>
                <a:gd name="connsiteY5" fmla="*/ 482600 h 1066800"/>
                <a:gd name="connsiteX6" fmla="*/ 119743 w 1099457"/>
                <a:gd name="connsiteY6" fmla="*/ 533400 h 1066800"/>
                <a:gd name="connsiteX7" fmla="*/ 166914 w 1099457"/>
                <a:gd name="connsiteY7" fmla="*/ 526143 h 1066800"/>
                <a:gd name="connsiteX8" fmla="*/ 221343 w 1099457"/>
                <a:gd name="connsiteY8" fmla="*/ 616857 h 1066800"/>
                <a:gd name="connsiteX9" fmla="*/ 254000 w 1099457"/>
                <a:gd name="connsiteY9" fmla="*/ 584200 h 1066800"/>
                <a:gd name="connsiteX10" fmla="*/ 283029 w 1099457"/>
                <a:gd name="connsiteY10" fmla="*/ 587828 h 1066800"/>
                <a:gd name="connsiteX11" fmla="*/ 478972 w 1099457"/>
                <a:gd name="connsiteY11" fmla="*/ 769257 h 1066800"/>
                <a:gd name="connsiteX12" fmla="*/ 522514 w 1099457"/>
                <a:gd name="connsiteY12" fmla="*/ 776514 h 1066800"/>
                <a:gd name="connsiteX13" fmla="*/ 613229 w 1099457"/>
                <a:gd name="connsiteY13" fmla="*/ 903514 h 1066800"/>
                <a:gd name="connsiteX14" fmla="*/ 667657 w 1099457"/>
                <a:gd name="connsiteY14" fmla="*/ 881743 h 1066800"/>
                <a:gd name="connsiteX15" fmla="*/ 711200 w 1099457"/>
                <a:gd name="connsiteY15" fmla="*/ 812800 h 1066800"/>
                <a:gd name="connsiteX16" fmla="*/ 685800 w 1099457"/>
                <a:gd name="connsiteY16" fmla="*/ 932543 h 1066800"/>
                <a:gd name="connsiteX17" fmla="*/ 660400 w 1099457"/>
                <a:gd name="connsiteY17" fmla="*/ 925286 h 1066800"/>
                <a:gd name="connsiteX18" fmla="*/ 595086 w 1099457"/>
                <a:gd name="connsiteY18" fmla="*/ 961571 h 1066800"/>
                <a:gd name="connsiteX19" fmla="*/ 595086 w 1099457"/>
                <a:gd name="connsiteY19" fmla="*/ 1066800 h 1066800"/>
                <a:gd name="connsiteX20" fmla="*/ 627743 w 1099457"/>
                <a:gd name="connsiteY20" fmla="*/ 1023257 h 1066800"/>
                <a:gd name="connsiteX21" fmla="*/ 645886 w 1099457"/>
                <a:gd name="connsiteY21" fmla="*/ 979714 h 1066800"/>
                <a:gd name="connsiteX22" fmla="*/ 678543 w 1099457"/>
                <a:gd name="connsiteY22" fmla="*/ 943428 h 1066800"/>
                <a:gd name="connsiteX23" fmla="*/ 689429 w 1099457"/>
                <a:gd name="connsiteY23" fmla="*/ 979714 h 1066800"/>
                <a:gd name="connsiteX24" fmla="*/ 758372 w 1099457"/>
                <a:gd name="connsiteY24" fmla="*/ 812800 h 1066800"/>
                <a:gd name="connsiteX25" fmla="*/ 754743 w 1099457"/>
                <a:gd name="connsiteY25" fmla="*/ 762000 h 1066800"/>
                <a:gd name="connsiteX26" fmla="*/ 791029 w 1099457"/>
                <a:gd name="connsiteY26" fmla="*/ 696686 h 1066800"/>
                <a:gd name="connsiteX27" fmla="*/ 830943 w 1099457"/>
                <a:gd name="connsiteY27" fmla="*/ 689428 h 1066800"/>
                <a:gd name="connsiteX28" fmla="*/ 852714 w 1099457"/>
                <a:gd name="connsiteY28" fmla="*/ 631371 h 1066800"/>
                <a:gd name="connsiteX29" fmla="*/ 892629 w 1099457"/>
                <a:gd name="connsiteY29" fmla="*/ 584200 h 1066800"/>
                <a:gd name="connsiteX30" fmla="*/ 867229 w 1099457"/>
                <a:gd name="connsiteY30" fmla="*/ 540657 h 1066800"/>
                <a:gd name="connsiteX31" fmla="*/ 914400 w 1099457"/>
                <a:gd name="connsiteY31" fmla="*/ 562428 h 1066800"/>
                <a:gd name="connsiteX32" fmla="*/ 983343 w 1099457"/>
                <a:gd name="connsiteY32" fmla="*/ 540657 h 1066800"/>
                <a:gd name="connsiteX33" fmla="*/ 961572 w 1099457"/>
                <a:gd name="connsiteY33" fmla="*/ 587828 h 1066800"/>
                <a:gd name="connsiteX34" fmla="*/ 914400 w 1099457"/>
                <a:gd name="connsiteY34" fmla="*/ 664028 h 1066800"/>
                <a:gd name="connsiteX35" fmla="*/ 910772 w 1099457"/>
                <a:gd name="connsiteY35" fmla="*/ 696686 h 1066800"/>
                <a:gd name="connsiteX36" fmla="*/ 856343 w 1099457"/>
                <a:gd name="connsiteY36" fmla="*/ 714828 h 1066800"/>
                <a:gd name="connsiteX37" fmla="*/ 783772 w 1099457"/>
                <a:gd name="connsiteY37" fmla="*/ 776514 h 1066800"/>
                <a:gd name="connsiteX38" fmla="*/ 783772 w 1099457"/>
                <a:gd name="connsiteY38" fmla="*/ 816428 h 1066800"/>
                <a:gd name="connsiteX39" fmla="*/ 976086 w 1099457"/>
                <a:gd name="connsiteY39" fmla="*/ 645886 h 1066800"/>
                <a:gd name="connsiteX40" fmla="*/ 1081314 w 1099457"/>
                <a:gd name="connsiteY40" fmla="*/ 359228 h 1066800"/>
                <a:gd name="connsiteX41" fmla="*/ 1041400 w 1099457"/>
                <a:gd name="connsiteY41" fmla="*/ 330200 h 1066800"/>
                <a:gd name="connsiteX42" fmla="*/ 1099457 w 1099457"/>
                <a:gd name="connsiteY42" fmla="*/ 232228 h 1066800"/>
                <a:gd name="connsiteX43" fmla="*/ 1088572 w 1099457"/>
                <a:gd name="connsiteY43" fmla="*/ 199571 h 1066800"/>
                <a:gd name="connsiteX44" fmla="*/ 994229 w 1099457"/>
                <a:gd name="connsiteY44" fmla="*/ 221343 h 1066800"/>
                <a:gd name="connsiteX45" fmla="*/ 921657 w 1099457"/>
                <a:gd name="connsiteY45" fmla="*/ 79828 h 1066800"/>
                <a:gd name="connsiteX46" fmla="*/ 700314 w 1099457"/>
                <a:gd name="connsiteY46" fmla="*/ 3628 h 1066800"/>
                <a:gd name="connsiteX47" fmla="*/ 529772 w 1099457"/>
                <a:gd name="connsiteY47" fmla="*/ 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099457" h="1066800">
                  <a:moveTo>
                    <a:pt x="529772" y="0"/>
                  </a:moveTo>
                  <a:lnTo>
                    <a:pt x="322943" y="94343"/>
                  </a:lnTo>
                  <a:lnTo>
                    <a:pt x="214086" y="181428"/>
                  </a:lnTo>
                  <a:lnTo>
                    <a:pt x="123372" y="348343"/>
                  </a:lnTo>
                  <a:lnTo>
                    <a:pt x="0" y="460828"/>
                  </a:lnTo>
                  <a:lnTo>
                    <a:pt x="83457" y="482600"/>
                  </a:lnTo>
                  <a:lnTo>
                    <a:pt x="119743" y="533400"/>
                  </a:lnTo>
                  <a:lnTo>
                    <a:pt x="166914" y="526143"/>
                  </a:lnTo>
                  <a:lnTo>
                    <a:pt x="221343" y="616857"/>
                  </a:lnTo>
                  <a:lnTo>
                    <a:pt x="254000" y="584200"/>
                  </a:lnTo>
                  <a:lnTo>
                    <a:pt x="283029" y="587828"/>
                  </a:lnTo>
                  <a:lnTo>
                    <a:pt x="478972" y="769257"/>
                  </a:lnTo>
                  <a:lnTo>
                    <a:pt x="522514" y="776514"/>
                  </a:lnTo>
                  <a:lnTo>
                    <a:pt x="613229" y="903514"/>
                  </a:lnTo>
                  <a:lnTo>
                    <a:pt x="667657" y="881743"/>
                  </a:lnTo>
                  <a:lnTo>
                    <a:pt x="711200" y="812800"/>
                  </a:lnTo>
                  <a:lnTo>
                    <a:pt x="685800" y="932543"/>
                  </a:lnTo>
                  <a:lnTo>
                    <a:pt x="660400" y="925286"/>
                  </a:lnTo>
                  <a:lnTo>
                    <a:pt x="595086" y="961571"/>
                  </a:lnTo>
                  <a:lnTo>
                    <a:pt x="595086" y="1066800"/>
                  </a:lnTo>
                  <a:lnTo>
                    <a:pt x="627743" y="1023257"/>
                  </a:lnTo>
                  <a:lnTo>
                    <a:pt x="645886" y="979714"/>
                  </a:lnTo>
                  <a:lnTo>
                    <a:pt x="678543" y="943428"/>
                  </a:lnTo>
                  <a:lnTo>
                    <a:pt x="689429" y="979714"/>
                  </a:lnTo>
                  <a:lnTo>
                    <a:pt x="758372" y="812800"/>
                  </a:lnTo>
                  <a:lnTo>
                    <a:pt x="754743" y="762000"/>
                  </a:lnTo>
                  <a:lnTo>
                    <a:pt x="791029" y="696686"/>
                  </a:lnTo>
                  <a:lnTo>
                    <a:pt x="830943" y="689428"/>
                  </a:lnTo>
                  <a:lnTo>
                    <a:pt x="852714" y="631371"/>
                  </a:lnTo>
                  <a:lnTo>
                    <a:pt x="892629" y="584200"/>
                  </a:lnTo>
                  <a:lnTo>
                    <a:pt x="867229" y="540657"/>
                  </a:lnTo>
                  <a:lnTo>
                    <a:pt x="914400" y="562428"/>
                  </a:lnTo>
                  <a:lnTo>
                    <a:pt x="983343" y="540657"/>
                  </a:lnTo>
                  <a:lnTo>
                    <a:pt x="961572" y="587828"/>
                  </a:lnTo>
                  <a:lnTo>
                    <a:pt x="914400" y="664028"/>
                  </a:lnTo>
                  <a:lnTo>
                    <a:pt x="910772" y="696686"/>
                  </a:lnTo>
                  <a:lnTo>
                    <a:pt x="856343" y="714828"/>
                  </a:lnTo>
                  <a:lnTo>
                    <a:pt x="783772" y="776514"/>
                  </a:lnTo>
                  <a:lnTo>
                    <a:pt x="783772" y="816428"/>
                  </a:lnTo>
                  <a:lnTo>
                    <a:pt x="976086" y="645886"/>
                  </a:lnTo>
                  <a:lnTo>
                    <a:pt x="1081314" y="359228"/>
                  </a:lnTo>
                  <a:lnTo>
                    <a:pt x="1041400" y="330200"/>
                  </a:lnTo>
                  <a:lnTo>
                    <a:pt x="1099457" y="232228"/>
                  </a:lnTo>
                  <a:lnTo>
                    <a:pt x="1088572" y="199571"/>
                  </a:lnTo>
                  <a:lnTo>
                    <a:pt x="994229" y="221343"/>
                  </a:lnTo>
                  <a:lnTo>
                    <a:pt x="921657" y="79828"/>
                  </a:lnTo>
                  <a:lnTo>
                    <a:pt x="700314" y="3628"/>
                  </a:lnTo>
                  <a:lnTo>
                    <a:pt x="529772"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8" name="Freeform 177"/>
            <p:cNvSpPr/>
            <p:nvPr/>
          </p:nvSpPr>
          <p:spPr>
            <a:xfrm>
              <a:off x="5237163" y="4143375"/>
              <a:ext cx="1230312" cy="776288"/>
            </a:xfrm>
            <a:custGeom>
              <a:avLst/>
              <a:gdLst>
                <a:gd name="connsiteX0" fmla="*/ 732972 w 1230086"/>
                <a:gd name="connsiteY0" fmla="*/ 776514 h 776514"/>
                <a:gd name="connsiteX1" fmla="*/ 914400 w 1230086"/>
                <a:gd name="connsiteY1" fmla="*/ 609600 h 776514"/>
                <a:gd name="connsiteX2" fmla="*/ 979715 w 1230086"/>
                <a:gd name="connsiteY2" fmla="*/ 595085 h 776514"/>
                <a:gd name="connsiteX3" fmla="*/ 979715 w 1230086"/>
                <a:gd name="connsiteY3" fmla="*/ 595085 h 776514"/>
                <a:gd name="connsiteX4" fmla="*/ 1063172 w 1230086"/>
                <a:gd name="connsiteY4" fmla="*/ 569685 h 776514"/>
                <a:gd name="connsiteX5" fmla="*/ 1124858 w 1230086"/>
                <a:gd name="connsiteY5" fmla="*/ 569685 h 776514"/>
                <a:gd name="connsiteX6" fmla="*/ 1197429 w 1230086"/>
                <a:gd name="connsiteY6" fmla="*/ 497114 h 776514"/>
                <a:gd name="connsiteX7" fmla="*/ 1168400 w 1230086"/>
                <a:gd name="connsiteY7" fmla="*/ 464457 h 776514"/>
                <a:gd name="connsiteX8" fmla="*/ 1230086 w 1230086"/>
                <a:gd name="connsiteY8" fmla="*/ 377371 h 776514"/>
                <a:gd name="connsiteX9" fmla="*/ 1215572 w 1230086"/>
                <a:gd name="connsiteY9" fmla="*/ 330200 h 776514"/>
                <a:gd name="connsiteX10" fmla="*/ 1037772 w 1230086"/>
                <a:gd name="connsiteY10" fmla="*/ 344714 h 776514"/>
                <a:gd name="connsiteX11" fmla="*/ 1052286 w 1230086"/>
                <a:gd name="connsiteY11" fmla="*/ 381000 h 776514"/>
                <a:gd name="connsiteX12" fmla="*/ 925286 w 1230086"/>
                <a:gd name="connsiteY12" fmla="*/ 406400 h 776514"/>
                <a:gd name="connsiteX13" fmla="*/ 928915 w 1230086"/>
                <a:gd name="connsiteY13" fmla="*/ 326571 h 776514"/>
                <a:gd name="connsiteX14" fmla="*/ 936172 w 1230086"/>
                <a:gd name="connsiteY14" fmla="*/ 261257 h 776514"/>
                <a:gd name="connsiteX15" fmla="*/ 928915 w 1230086"/>
                <a:gd name="connsiteY15" fmla="*/ 192314 h 776514"/>
                <a:gd name="connsiteX16" fmla="*/ 845458 w 1230086"/>
                <a:gd name="connsiteY16" fmla="*/ 148771 h 776514"/>
                <a:gd name="connsiteX17" fmla="*/ 841829 w 1230086"/>
                <a:gd name="connsiteY17" fmla="*/ 112485 h 776514"/>
                <a:gd name="connsiteX18" fmla="*/ 805543 w 1230086"/>
                <a:gd name="connsiteY18" fmla="*/ 32657 h 776514"/>
                <a:gd name="connsiteX19" fmla="*/ 635000 w 1230086"/>
                <a:gd name="connsiteY19" fmla="*/ 61685 h 776514"/>
                <a:gd name="connsiteX20" fmla="*/ 515258 w 1230086"/>
                <a:gd name="connsiteY20" fmla="*/ 50800 h 776514"/>
                <a:gd name="connsiteX21" fmla="*/ 457200 w 1230086"/>
                <a:gd name="connsiteY21" fmla="*/ 0 h 776514"/>
                <a:gd name="connsiteX22" fmla="*/ 315686 w 1230086"/>
                <a:gd name="connsiteY22" fmla="*/ 3628 h 776514"/>
                <a:gd name="connsiteX23" fmla="*/ 152400 w 1230086"/>
                <a:gd name="connsiteY23" fmla="*/ 257628 h 776514"/>
                <a:gd name="connsiteX24" fmla="*/ 0 w 1230086"/>
                <a:gd name="connsiteY24" fmla="*/ 406400 h 776514"/>
                <a:gd name="connsiteX25" fmla="*/ 174172 w 1230086"/>
                <a:gd name="connsiteY25" fmla="*/ 402771 h 776514"/>
                <a:gd name="connsiteX26" fmla="*/ 185058 w 1230086"/>
                <a:gd name="connsiteY26" fmla="*/ 424542 h 776514"/>
                <a:gd name="connsiteX27" fmla="*/ 268515 w 1230086"/>
                <a:gd name="connsiteY27" fmla="*/ 424542 h 776514"/>
                <a:gd name="connsiteX28" fmla="*/ 351972 w 1230086"/>
                <a:gd name="connsiteY28" fmla="*/ 468085 h 776514"/>
                <a:gd name="connsiteX29" fmla="*/ 453572 w 1230086"/>
                <a:gd name="connsiteY29" fmla="*/ 453571 h 776514"/>
                <a:gd name="connsiteX30" fmla="*/ 486229 w 1230086"/>
                <a:gd name="connsiteY30" fmla="*/ 489857 h 776514"/>
                <a:gd name="connsiteX31" fmla="*/ 486229 w 1230086"/>
                <a:gd name="connsiteY31" fmla="*/ 587828 h 776514"/>
                <a:gd name="connsiteX32" fmla="*/ 522515 w 1230086"/>
                <a:gd name="connsiteY32" fmla="*/ 656771 h 776514"/>
                <a:gd name="connsiteX33" fmla="*/ 602343 w 1230086"/>
                <a:gd name="connsiteY33" fmla="*/ 664028 h 776514"/>
                <a:gd name="connsiteX34" fmla="*/ 638629 w 1230086"/>
                <a:gd name="connsiteY34" fmla="*/ 736600 h 776514"/>
                <a:gd name="connsiteX35" fmla="*/ 732972 w 1230086"/>
                <a:gd name="connsiteY35" fmla="*/ 776514 h 776514"/>
                <a:gd name="connsiteX0" fmla="*/ 732972 w 1230086"/>
                <a:gd name="connsiteY0" fmla="*/ 776514 h 776514"/>
                <a:gd name="connsiteX1" fmla="*/ 914400 w 1230086"/>
                <a:gd name="connsiteY1" fmla="*/ 609600 h 776514"/>
                <a:gd name="connsiteX2" fmla="*/ 979715 w 1230086"/>
                <a:gd name="connsiteY2" fmla="*/ 595085 h 776514"/>
                <a:gd name="connsiteX3" fmla="*/ 979715 w 1230086"/>
                <a:gd name="connsiteY3" fmla="*/ 595085 h 776514"/>
                <a:gd name="connsiteX4" fmla="*/ 1063172 w 1230086"/>
                <a:gd name="connsiteY4" fmla="*/ 569685 h 776514"/>
                <a:gd name="connsiteX5" fmla="*/ 1124858 w 1230086"/>
                <a:gd name="connsiteY5" fmla="*/ 569685 h 776514"/>
                <a:gd name="connsiteX6" fmla="*/ 1197429 w 1230086"/>
                <a:gd name="connsiteY6" fmla="*/ 497114 h 776514"/>
                <a:gd name="connsiteX7" fmla="*/ 1168400 w 1230086"/>
                <a:gd name="connsiteY7" fmla="*/ 464457 h 776514"/>
                <a:gd name="connsiteX8" fmla="*/ 1230086 w 1230086"/>
                <a:gd name="connsiteY8" fmla="*/ 377371 h 776514"/>
                <a:gd name="connsiteX9" fmla="*/ 1215572 w 1230086"/>
                <a:gd name="connsiteY9" fmla="*/ 330200 h 776514"/>
                <a:gd name="connsiteX10" fmla="*/ 1056822 w 1230086"/>
                <a:gd name="connsiteY10" fmla="*/ 329474 h 776514"/>
                <a:gd name="connsiteX11" fmla="*/ 1052286 w 1230086"/>
                <a:gd name="connsiteY11" fmla="*/ 381000 h 776514"/>
                <a:gd name="connsiteX12" fmla="*/ 925286 w 1230086"/>
                <a:gd name="connsiteY12" fmla="*/ 406400 h 776514"/>
                <a:gd name="connsiteX13" fmla="*/ 928915 w 1230086"/>
                <a:gd name="connsiteY13" fmla="*/ 326571 h 776514"/>
                <a:gd name="connsiteX14" fmla="*/ 936172 w 1230086"/>
                <a:gd name="connsiteY14" fmla="*/ 261257 h 776514"/>
                <a:gd name="connsiteX15" fmla="*/ 928915 w 1230086"/>
                <a:gd name="connsiteY15" fmla="*/ 192314 h 776514"/>
                <a:gd name="connsiteX16" fmla="*/ 845458 w 1230086"/>
                <a:gd name="connsiteY16" fmla="*/ 148771 h 776514"/>
                <a:gd name="connsiteX17" fmla="*/ 841829 w 1230086"/>
                <a:gd name="connsiteY17" fmla="*/ 112485 h 776514"/>
                <a:gd name="connsiteX18" fmla="*/ 805543 w 1230086"/>
                <a:gd name="connsiteY18" fmla="*/ 32657 h 776514"/>
                <a:gd name="connsiteX19" fmla="*/ 635000 w 1230086"/>
                <a:gd name="connsiteY19" fmla="*/ 61685 h 776514"/>
                <a:gd name="connsiteX20" fmla="*/ 515258 w 1230086"/>
                <a:gd name="connsiteY20" fmla="*/ 50800 h 776514"/>
                <a:gd name="connsiteX21" fmla="*/ 457200 w 1230086"/>
                <a:gd name="connsiteY21" fmla="*/ 0 h 776514"/>
                <a:gd name="connsiteX22" fmla="*/ 315686 w 1230086"/>
                <a:gd name="connsiteY22" fmla="*/ 3628 h 776514"/>
                <a:gd name="connsiteX23" fmla="*/ 152400 w 1230086"/>
                <a:gd name="connsiteY23" fmla="*/ 257628 h 776514"/>
                <a:gd name="connsiteX24" fmla="*/ 0 w 1230086"/>
                <a:gd name="connsiteY24" fmla="*/ 406400 h 776514"/>
                <a:gd name="connsiteX25" fmla="*/ 174172 w 1230086"/>
                <a:gd name="connsiteY25" fmla="*/ 402771 h 776514"/>
                <a:gd name="connsiteX26" fmla="*/ 185058 w 1230086"/>
                <a:gd name="connsiteY26" fmla="*/ 424542 h 776514"/>
                <a:gd name="connsiteX27" fmla="*/ 268515 w 1230086"/>
                <a:gd name="connsiteY27" fmla="*/ 424542 h 776514"/>
                <a:gd name="connsiteX28" fmla="*/ 351972 w 1230086"/>
                <a:gd name="connsiteY28" fmla="*/ 468085 h 776514"/>
                <a:gd name="connsiteX29" fmla="*/ 453572 w 1230086"/>
                <a:gd name="connsiteY29" fmla="*/ 453571 h 776514"/>
                <a:gd name="connsiteX30" fmla="*/ 486229 w 1230086"/>
                <a:gd name="connsiteY30" fmla="*/ 489857 h 776514"/>
                <a:gd name="connsiteX31" fmla="*/ 486229 w 1230086"/>
                <a:gd name="connsiteY31" fmla="*/ 587828 h 776514"/>
                <a:gd name="connsiteX32" fmla="*/ 522515 w 1230086"/>
                <a:gd name="connsiteY32" fmla="*/ 656771 h 776514"/>
                <a:gd name="connsiteX33" fmla="*/ 602343 w 1230086"/>
                <a:gd name="connsiteY33" fmla="*/ 664028 h 776514"/>
                <a:gd name="connsiteX34" fmla="*/ 638629 w 1230086"/>
                <a:gd name="connsiteY34" fmla="*/ 736600 h 776514"/>
                <a:gd name="connsiteX35" fmla="*/ 732972 w 1230086"/>
                <a:gd name="connsiteY35" fmla="*/ 776514 h 776514"/>
                <a:gd name="connsiteX0" fmla="*/ 732972 w 1230086"/>
                <a:gd name="connsiteY0" fmla="*/ 776514 h 776514"/>
                <a:gd name="connsiteX1" fmla="*/ 914400 w 1230086"/>
                <a:gd name="connsiteY1" fmla="*/ 609600 h 776514"/>
                <a:gd name="connsiteX2" fmla="*/ 979715 w 1230086"/>
                <a:gd name="connsiteY2" fmla="*/ 595085 h 776514"/>
                <a:gd name="connsiteX3" fmla="*/ 979715 w 1230086"/>
                <a:gd name="connsiteY3" fmla="*/ 595085 h 776514"/>
                <a:gd name="connsiteX4" fmla="*/ 1063172 w 1230086"/>
                <a:gd name="connsiteY4" fmla="*/ 569685 h 776514"/>
                <a:gd name="connsiteX5" fmla="*/ 1124858 w 1230086"/>
                <a:gd name="connsiteY5" fmla="*/ 569685 h 776514"/>
                <a:gd name="connsiteX6" fmla="*/ 1197429 w 1230086"/>
                <a:gd name="connsiteY6" fmla="*/ 497114 h 776514"/>
                <a:gd name="connsiteX7" fmla="*/ 1191260 w 1230086"/>
                <a:gd name="connsiteY7" fmla="*/ 464457 h 776514"/>
                <a:gd name="connsiteX8" fmla="*/ 1230086 w 1230086"/>
                <a:gd name="connsiteY8" fmla="*/ 377371 h 776514"/>
                <a:gd name="connsiteX9" fmla="*/ 1215572 w 1230086"/>
                <a:gd name="connsiteY9" fmla="*/ 330200 h 776514"/>
                <a:gd name="connsiteX10" fmla="*/ 1056822 w 1230086"/>
                <a:gd name="connsiteY10" fmla="*/ 329474 h 776514"/>
                <a:gd name="connsiteX11" fmla="*/ 1052286 w 1230086"/>
                <a:gd name="connsiteY11" fmla="*/ 381000 h 776514"/>
                <a:gd name="connsiteX12" fmla="*/ 925286 w 1230086"/>
                <a:gd name="connsiteY12" fmla="*/ 406400 h 776514"/>
                <a:gd name="connsiteX13" fmla="*/ 928915 w 1230086"/>
                <a:gd name="connsiteY13" fmla="*/ 326571 h 776514"/>
                <a:gd name="connsiteX14" fmla="*/ 936172 w 1230086"/>
                <a:gd name="connsiteY14" fmla="*/ 261257 h 776514"/>
                <a:gd name="connsiteX15" fmla="*/ 928915 w 1230086"/>
                <a:gd name="connsiteY15" fmla="*/ 192314 h 776514"/>
                <a:gd name="connsiteX16" fmla="*/ 845458 w 1230086"/>
                <a:gd name="connsiteY16" fmla="*/ 148771 h 776514"/>
                <a:gd name="connsiteX17" fmla="*/ 841829 w 1230086"/>
                <a:gd name="connsiteY17" fmla="*/ 112485 h 776514"/>
                <a:gd name="connsiteX18" fmla="*/ 805543 w 1230086"/>
                <a:gd name="connsiteY18" fmla="*/ 32657 h 776514"/>
                <a:gd name="connsiteX19" fmla="*/ 635000 w 1230086"/>
                <a:gd name="connsiteY19" fmla="*/ 61685 h 776514"/>
                <a:gd name="connsiteX20" fmla="*/ 515258 w 1230086"/>
                <a:gd name="connsiteY20" fmla="*/ 50800 h 776514"/>
                <a:gd name="connsiteX21" fmla="*/ 457200 w 1230086"/>
                <a:gd name="connsiteY21" fmla="*/ 0 h 776514"/>
                <a:gd name="connsiteX22" fmla="*/ 315686 w 1230086"/>
                <a:gd name="connsiteY22" fmla="*/ 3628 h 776514"/>
                <a:gd name="connsiteX23" fmla="*/ 152400 w 1230086"/>
                <a:gd name="connsiteY23" fmla="*/ 257628 h 776514"/>
                <a:gd name="connsiteX24" fmla="*/ 0 w 1230086"/>
                <a:gd name="connsiteY24" fmla="*/ 406400 h 776514"/>
                <a:gd name="connsiteX25" fmla="*/ 174172 w 1230086"/>
                <a:gd name="connsiteY25" fmla="*/ 402771 h 776514"/>
                <a:gd name="connsiteX26" fmla="*/ 185058 w 1230086"/>
                <a:gd name="connsiteY26" fmla="*/ 424542 h 776514"/>
                <a:gd name="connsiteX27" fmla="*/ 268515 w 1230086"/>
                <a:gd name="connsiteY27" fmla="*/ 424542 h 776514"/>
                <a:gd name="connsiteX28" fmla="*/ 351972 w 1230086"/>
                <a:gd name="connsiteY28" fmla="*/ 468085 h 776514"/>
                <a:gd name="connsiteX29" fmla="*/ 453572 w 1230086"/>
                <a:gd name="connsiteY29" fmla="*/ 453571 h 776514"/>
                <a:gd name="connsiteX30" fmla="*/ 486229 w 1230086"/>
                <a:gd name="connsiteY30" fmla="*/ 489857 h 776514"/>
                <a:gd name="connsiteX31" fmla="*/ 486229 w 1230086"/>
                <a:gd name="connsiteY31" fmla="*/ 587828 h 776514"/>
                <a:gd name="connsiteX32" fmla="*/ 522515 w 1230086"/>
                <a:gd name="connsiteY32" fmla="*/ 656771 h 776514"/>
                <a:gd name="connsiteX33" fmla="*/ 602343 w 1230086"/>
                <a:gd name="connsiteY33" fmla="*/ 664028 h 776514"/>
                <a:gd name="connsiteX34" fmla="*/ 638629 w 1230086"/>
                <a:gd name="connsiteY34" fmla="*/ 736600 h 776514"/>
                <a:gd name="connsiteX35" fmla="*/ 732972 w 1230086"/>
                <a:gd name="connsiteY35" fmla="*/ 776514 h 776514"/>
                <a:gd name="connsiteX0" fmla="*/ 732972 w 1230086"/>
                <a:gd name="connsiteY0" fmla="*/ 776514 h 776514"/>
                <a:gd name="connsiteX1" fmla="*/ 914400 w 1230086"/>
                <a:gd name="connsiteY1" fmla="*/ 609600 h 776514"/>
                <a:gd name="connsiteX2" fmla="*/ 979715 w 1230086"/>
                <a:gd name="connsiteY2" fmla="*/ 595085 h 776514"/>
                <a:gd name="connsiteX3" fmla="*/ 979715 w 1230086"/>
                <a:gd name="connsiteY3" fmla="*/ 595085 h 776514"/>
                <a:gd name="connsiteX4" fmla="*/ 1063172 w 1230086"/>
                <a:gd name="connsiteY4" fmla="*/ 569685 h 776514"/>
                <a:gd name="connsiteX5" fmla="*/ 1124858 w 1230086"/>
                <a:gd name="connsiteY5" fmla="*/ 569685 h 776514"/>
                <a:gd name="connsiteX6" fmla="*/ 1197429 w 1230086"/>
                <a:gd name="connsiteY6" fmla="*/ 497114 h 776514"/>
                <a:gd name="connsiteX7" fmla="*/ 1191260 w 1230086"/>
                <a:gd name="connsiteY7" fmla="*/ 464457 h 776514"/>
                <a:gd name="connsiteX8" fmla="*/ 1230086 w 1230086"/>
                <a:gd name="connsiteY8" fmla="*/ 377371 h 776514"/>
                <a:gd name="connsiteX9" fmla="*/ 1215572 w 1230086"/>
                <a:gd name="connsiteY9" fmla="*/ 330200 h 776514"/>
                <a:gd name="connsiteX10" fmla="*/ 1056822 w 1230086"/>
                <a:gd name="connsiteY10" fmla="*/ 329474 h 776514"/>
                <a:gd name="connsiteX11" fmla="*/ 1052286 w 1230086"/>
                <a:gd name="connsiteY11" fmla="*/ 381000 h 776514"/>
                <a:gd name="connsiteX12" fmla="*/ 925286 w 1230086"/>
                <a:gd name="connsiteY12" fmla="*/ 406400 h 776514"/>
                <a:gd name="connsiteX13" fmla="*/ 928915 w 1230086"/>
                <a:gd name="connsiteY13" fmla="*/ 326571 h 776514"/>
                <a:gd name="connsiteX14" fmla="*/ 936172 w 1230086"/>
                <a:gd name="connsiteY14" fmla="*/ 261257 h 776514"/>
                <a:gd name="connsiteX15" fmla="*/ 928915 w 1230086"/>
                <a:gd name="connsiteY15" fmla="*/ 192314 h 776514"/>
                <a:gd name="connsiteX16" fmla="*/ 845458 w 1230086"/>
                <a:gd name="connsiteY16" fmla="*/ 148771 h 776514"/>
                <a:gd name="connsiteX17" fmla="*/ 841829 w 1230086"/>
                <a:gd name="connsiteY17" fmla="*/ 112485 h 776514"/>
                <a:gd name="connsiteX18" fmla="*/ 805543 w 1230086"/>
                <a:gd name="connsiteY18" fmla="*/ 32657 h 776514"/>
                <a:gd name="connsiteX19" fmla="*/ 635000 w 1230086"/>
                <a:gd name="connsiteY19" fmla="*/ 61685 h 776514"/>
                <a:gd name="connsiteX20" fmla="*/ 515258 w 1230086"/>
                <a:gd name="connsiteY20" fmla="*/ 50800 h 776514"/>
                <a:gd name="connsiteX21" fmla="*/ 457200 w 1230086"/>
                <a:gd name="connsiteY21" fmla="*/ 0 h 776514"/>
                <a:gd name="connsiteX22" fmla="*/ 315686 w 1230086"/>
                <a:gd name="connsiteY22" fmla="*/ 3628 h 776514"/>
                <a:gd name="connsiteX23" fmla="*/ 152400 w 1230086"/>
                <a:gd name="connsiteY23" fmla="*/ 257628 h 776514"/>
                <a:gd name="connsiteX24" fmla="*/ 0 w 1230086"/>
                <a:gd name="connsiteY24" fmla="*/ 406400 h 776514"/>
                <a:gd name="connsiteX25" fmla="*/ 174172 w 1230086"/>
                <a:gd name="connsiteY25" fmla="*/ 402771 h 776514"/>
                <a:gd name="connsiteX26" fmla="*/ 185058 w 1230086"/>
                <a:gd name="connsiteY26" fmla="*/ 424542 h 776514"/>
                <a:gd name="connsiteX27" fmla="*/ 268515 w 1230086"/>
                <a:gd name="connsiteY27" fmla="*/ 424542 h 776514"/>
                <a:gd name="connsiteX28" fmla="*/ 351972 w 1230086"/>
                <a:gd name="connsiteY28" fmla="*/ 468085 h 776514"/>
                <a:gd name="connsiteX29" fmla="*/ 453572 w 1230086"/>
                <a:gd name="connsiteY29" fmla="*/ 453571 h 776514"/>
                <a:gd name="connsiteX30" fmla="*/ 486229 w 1230086"/>
                <a:gd name="connsiteY30" fmla="*/ 489857 h 776514"/>
                <a:gd name="connsiteX31" fmla="*/ 486229 w 1230086"/>
                <a:gd name="connsiteY31" fmla="*/ 587828 h 776514"/>
                <a:gd name="connsiteX32" fmla="*/ 522515 w 1230086"/>
                <a:gd name="connsiteY32" fmla="*/ 656771 h 776514"/>
                <a:gd name="connsiteX33" fmla="*/ 602343 w 1230086"/>
                <a:gd name="connsiteY33" fmla="*/ 664028 h 776514"/>
                <a:gd name="connsiteX34" fmla="*/ 638629 w 1230086"/>
                <a:gd name="connsiteY34" fmla="*/ 736600 h 776514"/>
                <a:gd name="connsiteX35" fmla="*/ 732972 w 1230086"/>
                <a:gd name="connsiteY35" fmla="*/ 776514 h 77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30086" h="776514">
                  <a:moveTo>
                    <a:pt x="732972" y="776514"/>
                  </a:moveTo>
                  <a:lnTo>
                    <a:pt x="914400" y="609600"/>
                  </a:lnTo>
                  <a:lnTo>
                    <a:pt x="979715" y="595085"/>
                  </a:lnTo>
                  <a:lnTo>
                    <a:pt x="979715" y="595085"/>
                  </a:lnTo>
                  <a:lnTo>
                    <a:pt x="1063172" y="569685"/>
                  </a:lnTo>
                  <a:lnTo>
                    <a:pt x="1124858" y="569685"/>
                  </a:lnTo>
                  <a:lnTo>
                    <a:pt x="1197429" y="497114"/>
                  </a:lnTo>
                  <a:cubicBezTo>
                    <a:pt x="1195373" y="486228"/>
                    <a:pt x="1204746" y="475343"/>
                    <a:pt x="1191260" y="464457"/>
                  </a:cubicBezTo>
                  <a:lnTo>
                    <a:pt x="1230086" y="377371"/>
                  </a:lnTo>
                  <a:lnTo>
                    <a:pt x="1215572" y="330200"/>
                  </a:lnTo>
                  <a:lnTo>
                    <a:pt x="1056822" y="329474"/>
                  </a:lnTo>
                  <a:lnTo>
                    <a:pt x="1052286" y="381000"/>
                  </a:lnTo>
                  <a:lnTo>
                    <a:pt x="925286" y="406400"/>
                  </a:lnTo>
                  <a:lnTo>
                    <a:pt x="928915" y="326571"/>
                  </a:lnTo>
                  <a:lnTo>
                    <a:pt x="936172" y="261257"/>
                  </a:lnTo>
                  <a:lnTo>
                    <a:pt x="928915" y="192314"/>
                  </a:lnTo>
                  <a:lnTo>
                    <a:pt x="845458" y="148771"/>
                  </a:lnTo>
                  <a:lnTo>
                    <a:pt x="841829" y="112485"/>
                  </a:lnTo>
                  <a:lnTo>
                    <a:pt x="805543" y="32657"/>
                  </a:lnTo>
                  <a:lnTo>
                    <a:pt x="635000" y="61685"/>
                  </a:lnTo>
                  <a:lnTo>
                    <a:pt x="515258" y="50800"/>
                  </a:lnTo>
                  <a:lnTo>
                    <a:pt x="457200" y="0"/>
                  </a:lnTo>
                  <a:lnTo>
                    <a:pt x="315686" y="3628"/>
                  </a:lnTo>
                  <a:lnTo>
                    <a:pt x="152400" y="257628"/>
                  </a:lnTo>
                  <a:lnTo>
                    <a:pt x="0" y="406400"/>
                  </a:lnTo>
                  <a:lnTo>
                    <a:pt x="174172" y="402771"/>
                  </a:lnTo>
                  <a:lnTo>
                    <a:pt x="185058" y="424542"/>
                  </a:lnTo>
                  <a:lnTo>
                    <a:pt x="268515" y="424542"/>
                  </a:lnTo>
                  <a:lnTo>
                    <a:pt x="351972" y="468085"/>
                  </a:lnTo>
                  <a:lnTo>
                    <a:pt x="453572" y="453571"/>
                  </a:lnTo>
                  <a:lnTo>
                    <a:pt x="486229" y="489857"/>
                  </a:lnTo>
                  <a:lnTo>
                    <a:pt x="486229" y="587828"/>
                  </a:lnTo>
                  <a:lnTo>
                    <a:pt x="522515" y="656771"/>
                  </a:lnTo>
                  <a:lnTo>
                    <a:pt x="602343" y="664028"/>
                  </a:lnTo>
                  <a:lnTo>
                    <a:pt x="638629" y="736600"/>
                  </a:lnTo>
                  <a:lnTo>
                    <a:pt x="732972" y="776514"/>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79" name="Freeform 178"/>
            <p:cNvSpPr/>
            <p:nvPr/>
          </p:nvSpPr>
          <p:spPr>
            <a:xfrm>
              <a:off x="6423025" y="4264025"/>
              <a:ext cx="569913" cy="384175"/>
            </a:xfrm>
            <a:custGeom>
              <a:avLst/>
              <a:gdLst>
                <a:gd name="connsiteX0" fmla="*/ 0 w 569686"/>
                <a:gd name="connsiteY0" fmla="*/ 384629 h 384629"/>
                <a:gd name="connsiteX1" fmla="*/ 90715 w 569686"/>
                <a:gd name="connsiteY1" fmla="*/ 377372 h 384629"/>
                <a:gd name="connsiteX2" fmla="*/ 39915 w 569686"/>
                <a:gd name="connsiteY2" fmla="*/ 333829 h 384629"/>
                <a:gd name="connsiteX3" fmla="*/ 65315 w 569686"/>
                <a:gd name="connsiteY3" fmla="*/ 308429 h 384629"/>
                <a:gd name="connsiteX4" fmla="*/ 97972 w 569686"/>
                <a:gd name="connsiteY4" fmla="*/ 322943 h 384629"/>
                <a:gd name="connsiteX5" fmla="*/ 199572 w 569686"/>
                <a:gd name="connsiteY5" fmla="*/ 322943 h 384629"/>
                <a:gd name="connsiteX6" fmla="*/ 275772 w 569686"/>
                <a:gd name="connsiteY6" fmla="*/ 279400 h 384629"/>
                <a:gd name="connsiteX7" fmla="*/ 275772 w 569686"/>
                <a:gd name="connsiteY7" fmla="*/ 330200 h 384629"/>
                <a:gd name="connsiteX8" fmla="*/ 468086 w 569686"/>
                <a:gd name="connsiteY8" fmla="*/ 322943 h 384629"/>
                <a:gd name="connsiteX9" fmla="*/ 446315 w 569686"/>
                <a:gd name="connsiteY9" fmla="*/ 235858 h 384629"/>
                <a:gd name="connsiteX10" fmla="*/ 569686 w 569686"/>
                <a:gd name="connsiteY10" fmla="*/ 177800 h 384629"/>
                <a:gd name="connsiteX11" fmla="*/ 569686 w 569686"/>
                <a:gd name="connsiteY11" fmla="*/ 72572 h 384629"/>
                <a:gd name="connsiteX12" fmla="*/ 482600 w 569686"/>
                <a:gd name="connsiteY12" fmla="*/ 61686 h 384629"/>
                <a:gd name="connsiteX13" fmla="*/ 442686 w 569686"/>
                <a:gd name="connsiteY13" fmla="*/ 0 h 384629"/>
                <a:gd name="connsiteX14" fmla="*/ 373743 w 569686"/>
                <a:gd name="connsiteY14" fmla="*/ 25400 h 384629"/>
                <a:gd name="connsiteX15" fmla="*/ 410029 w 569686"/>
                <a:gd name="connsiteY15" fmla="*/ 65315 h 384629"/>
                <a:gd name="connsiteX16" fmla="*/ 370115 w 569686"/>
                <a:gd name="connsiteY16" fmla="*/ 79829 h 384629"/>
                <a:gd name="connsiteX17" fmla="*/ 370115 w 569686"/>
                <a:gd name="connsiteY17" fmla="*/ 137886 h 384629"/>
                <a:gd name="connsiteX18" fmla="*/ 330200 w 569686"/>
                <a:gd name="connsiteY18" fmla="*/ 166915 h 384629"/>
                <a:gd name="connsiteX19" fmla="*/ 290286 w 569686"/>
                <a:gd name="connsiteY19" fmla="*/ 141515 h 384629"/>
                <a:gd name="connsiteX20" fmla="*/ 224972 w 569686"/>
                <a:gd name="connsiteY20" fmla="*/ 170543 h 384629"/>
                <a:gd name="connsiteX21" fmla="*/ 25400 w 569686"/>
                <a:gd name="connsiteY21" fmla="*/ 221343 h 384629"/>
                <a:gd name="connsiteX22" fmla="*/ 32657 w 569686"/>
                <a:gd name="connsiteY22" fmla="*/ 264886 h 384629"/>
                <a:gd name="connsiteX23" fmla="*/ 0 w 569686"/>
                <a:gd name="connsiteY23" fmla="*/ 384629 h 384629"/>
                <a:gd name="connsiteX0" fmla="*/ 0 w 569686"/>
                <a:gd name="connsiteY0" fmla="*/ 384629 h 384629"/>
                <a:gd name="connsiteX1" fmla="*/ 90715 w 569686"/>
                <a:gd name="connsiteY1" fmla="*/ 377372 h 384629"/>
                <a:gd name="connsiteX2" fmla="*/ 39915 w 569686"/>
                <a:gd name="connsiteY2" fmla="*/ 333829 h 384629"/>
                <a:gd name="connsiteX3" fmla="*/ 65315 w 569686"/>
                <a:gd name="connsiteY3" fmla="*/ 308429 h 384629"/>
                <a:gd name="connsiteX4" fmla="*/ 97972 w 569686"/>
                <a:gd name="connsiteY4" fmla="*/ 322943 h 384629"/>
                <a:gd name="connsiteX5" fmla="*/ 199572 w 569686"/>
                <a:gd name="connsiteY5" fmla="*/ 322943 h 384629"/>
                <a:gd name="connsiteX6" fmla="*/ 275772 w 569686"/>
                <a:gd name="connsiteY6" fmla="*/ 279400 h 384629"/>
                <a:gd name="connsiteX7" fmla="*/ 275772 w 569686"/>
                <a:gd name="connsiteY7" fmla="*/ 330200 h 384629"/>
                <a:gd name="connsiteX8" fmla="*/ 468086 w 569686"/>
                <a:gd name="connsiteY8" fmla="*/ 322943 h 384629"/>
                <a:gd name="connsiteX9" fmla="*/ 446315 w 569686"/>
                <a:gd name="connsiteY9" fmla="*/ 235858 h 384629"/>
                <a:gd name="connsiteX10" fmla="*/ 569686 w 569686"/>
                <a:gd name="connsiteY10" fmla="*/ 177800 h 384629"/>
                <a:gd name="connsiteX11" fmla="*/ 569686 w 569686"/>
                <a:gd name="connsiteY11" fmla="*/ 57332 h 384629"/>
                <a:gd name="connsiteX12" fmla="*/ 482600 w 569686"/>
                <a:gd name="connsiteY12" fmla="*/ 61686 h 384629"/>
                <a:gd name="connsiteX13" fmla="*/ 442686 w 569686"/>
                <a:gd name="connsiteY13" fmla="*/ 0 h 384629"/>
                <a:gd name="connsiteX14" fmla="*/ 373743 w 569686"/>
                <a:gd name="connsiteY14" fmla="*/ 25400 h 384629"/>
                <a:gd name="connsiteX15" fmla="*/ 410029 w 569686"/>
                <a:gd name="connsiteY15" fmla="*/ 65315 h 384629"/>
                <a:gd name="connsiteX16" fmla="*/ 370115 w 569686"/>
                <a:gd name="connsiteY16" fmla="*/ 79829 h 384629"/>
                <a:gd name="connsiteX17" fmla="*/ 370115 w 569686"/>
                <a:gd name="connsiteY17" fmla="*/ 137886 h 384629"/>
                <a:gd name="connsiteX18" fmla="*/ 330200 w 569686"/>
                <a:gd name="connsiteY18" fmla="*/ 166915 h 384629"/>
                <a:gd name="connsiteX19" fmla="*/ 290286 w 569686"/>
                <a:gd name="connsiteY19" fmla="*/ 141515 h 384629"/>
                <a:gd name="connsiteX20" fmla="*/ 224972 w 569686"/>
                <a:gd name="connsiteY20" fmla="*/ 170543 h 384629"/>
                <a:gd name="connsiteX21" fmla="*/ 25400 w 569686"/>
                <a:gd name="connsiteY21" fmla="*/ 221343 h 384629"/>
                <a:gd name="connsiteX22" fmla="*/ 32657 w 569686"/>
                <a:gd name="connsiteY22" fmla="*/ 264886 h 384629"/>
                <a:gd name="connsiteX23" fmla="*/ 0 w 569686"/>
                <a:gd name="connsiteY23" fmla="*/ 384629 h 38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9686" h="384629">
                  <a:moveTo>
                    <a:pt x="0" y="384629"/>
                  </a:moveTo>
                  <a:lnTo>
                    <a:pt x="90715" y="377372"/>
                  </a:lnTo>
                  <a:lnTo>
                    <a:pt x="39915" y="333829"/>
                  </a:lnTo>
                  <a:lnTo>
                    <a:pt x="65315" y="308429"/>
                  </a:lnTo>
                  <a:lnTo>
                    <a:pt x="97972" y="322943"/>
                  </a:lnTo>
                  <a:lnTo>
                    <a:pt x="199572" y="322943"/>
                  </a:lnTo>
                  <a:lnTo>
                    <a:pt x="275772" y="279400"/>
                  </a:lnTo>
                  <a:lnTo>
                    <a:pt x="275772" y="330200"/>
                  </a:lnTo>
                  <a:lnTo>
                    <a:pt x="468086" y="322943"/>
                  </a:lnTo>
                  <a:lnTo>
                    <a:pt x="446315" y="235858"/>
                  </a:lnTo>
                  <a:lnTo>
                    <a:pt x="569686" y="177800"/>
                  </a:lnTo>
                  <a:lnTo>
                    <a:pt x="569686" y="57332"/>
                  </a:lnTo>
                  <a:lnTo>
                    <a:pt x="482600" y="61686"/>
                  </a:lnTo>
                  <a:lnTo>
                    <a:pt x="442686" y="0"/>
                  </a:lnTo>
                  <a:lnTo>
                    <a:pt x="373743" y="25400"/>
                  </a:lnTo>
                  <a:lnTo>
                    <a:pt x="410029" y="65315"/>
                  </a:lnTo>
                  <a:lnTo>
                    <a:pt x="370115" y="79829"/>
                  </a:lnTo>
                  <a:lnTo>
                    <a:pt x="370115" y="137886"/>
                  </a:lnTo>
                  <a:lnTo>
                    <a:pt x="330200" y="166915"/>
                  </a:lnTo>
                  <a:lnTo>
                    <a:pt x="290286" y="141515"/>
                  </a:lnTo>
                  <a:lnTo>
                    <a:pt x="224972" y="170543"/>
                  </a:lnTo>
                  <a:lnTo>
                    <a:pt x="25400" y="221343"/>
                  </a:lnTo>
                  <a:lnTo>
                    <a:pt x="32657" y="264886"/>
                  </a:lnTo>
                  <a:lnTo>
                    <a:pt x="0" y="384629"/>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0" name="Freeform 179"/>
            <p:cNvSpPr/>
            <p:nvPr/>
          </p:nvSpPr>
          <p:spPr>
            <a:xfrm>
              <a:off x="6854825" y="3798888"/>
              <a:ext cx="333375" cy="522287"/>
            </a:xfrm>
            <a:custGeom>
              <a:avLst/>
              <a:gdLst>
                <a:gd name="connsiteX0" fmla="*/ 148772 w 333829"/>
                <a:gd name="connsiteY0" fmla="*/ 522515 h 522515"/>
                <a:gd name="connsiteX1" fmla="*/ 235857 w 333829"/>
                <a:gd name="connsiteY1" fmla="*/ 442686 h 522515"/>
                <a:gd name="connsiteX2" fmla="*/ 250372 w 333829"/>
                <a:gd name="connsiteY2" fmla="*/ 326572 h 522515"/>
                <a:gd name="connsiteX3" fmla="*/ 333829 w 333829"/>
                <a:gd name="connsiteY3" fmla="*/ 217715 h 522515"/>
                <a:gd name="connsiteX4" fmla="*/ 326572 w 333829"/>
                <a:gd name="connsiteY4" fmla="*/ 79829 h 522515"/>
                <a:gd name="connsiteX5" fmla="*/ 177800 w 333829"/>
                <a:gd name="connsiteY5" fmla="*/ 0 h 522515"/>
                <a:gd name="connsiteX6" fmla="*/ 188686 w 333829"/>
                <a:gd name="connsiteY6" fmla="*/ 65315 h 522515"/>
                <a:gd name="connsiteX7" fmla="*/ 123372 w 333829"/>
                <a:gd name="connsiteY7" fmla="*/ 61686 h 522515"/>
                <a:gd name="connsiteX8" fmla="*/ 119743 w 333829"/>
                <a:gd name="connsiteY8" fmla="*/ 134257 h 522515"/>
                <a:gd name="connsiteX9" fmla="*/ 79829 w 333829"/>
                <a:gd name="connsiteY9" fmla="*/ 152400 h 522515"/>
                <a:gd name="connsiteX10" fmla="*/ 145143 w 333829"/>
                <a:gd name="connsiteY10" fmla="*/ 221343 h 522515"/>
                <a:gd name="connsiteX11" fmla="*/ 134257 w 333829"/>
                <a:gd name="connsiteY11" fmla="*/ 279400 h 522515"/>
                <a:gd name="connsiteX12" fmla="*/ 101600 w 333829"/>
                <a:gd name="connsiteY12" fmla="*/ 279400 h 522515"/>
                <a:gd name="connsiteX13" fmla="*/ 72572 w 333829"/>
                <a:gd name="connsiteY13" fmla="*/ 370115 h 522515"/>
                <a:gd name="connsiteX14" fmla="*/ 3629 w 333829"/>
                <a:gd name="connsiteY14" fmla="*/ 370115 h 522515"/>
                <a:gd name="connsiteX15" fmla="*/ 0 w 333829"/>
                <a:gd name="connsiteY15" fmla="*/ 471715 h 522515"/>
                <a:gd name="connsiteX16" fmla="*/ 47172 w 333829"/>
                <a:gd name="connsiteY16" fmla="*/ 518886 h 522515"/>
                <a:gd name="connsiteX17" fmla="*/ 148772 w 333829"/>
                <a:gd name="connsiteY17" fmla="*/ 522515 h 52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3829" h="522515">
                  <a:moveTo>
                    <a:pt x="148772" y="522515"/>
                  </a:moveTo>
                  <a:lnTo>
                    <a:pt x="235857" y="442686"/>
                  </a:lnTo>
                  <a:lnTo>
                    <a:pt x="250372" y="326572"/>
                  </a:lnTo>
                  <a:lnTo>
                    <a:pt x="333829" y="217715"/>
                  </a:lnTo>
                  <a:lnTo>
                    <a:pt x="326572" y="79829"/>
                  </a:lnTo>
                  <a:lnTo>
                    <a:pt x="177800" y="0"/>
                  </a:lnTo>
                  <a:lnTo>
                    <a:pt x="188686" y="65315"/>
                  </a:lnTo>
                  <a:lnTo>
                    <a:pt x="123372" y="61686"/>
                  </a:lnTo>
                  <a:lnTo>
                    <a:pt x="119743" y="134257"/>
                  </a:lnTo>
                  <a:lnTo>
                    <a:pt x="79829" y="152400"/>
                  </a:lnTo>
                  <a:lnTo>
                    <a:pt x="145143" y="221343"/>
                  </a:lnTo>
                  <a:lnTo>
                    <a:pt x="134257" y="279400"/>
                  </a:lnTo>
                  <a:lnTo>
                    <a:pt x="101600" y="279400"/>
                  </a:lnTo>
                  <a:lnTo>
                    <a:pt x="72572" y="370115"/>
                  </a:lnTo>
                  <a:lnTo>
                    <a:pt x="3629" y="370115"/>
                  </a:lnTo>
                  <a:lnTo>
                    <a:pt x="0" y="471715"/>
                  </a:lnTo>
                  <a:lnTo>
                    <a:pt x="47172" y="518886"/>
                  </a:lnTo>
                  <a:lnTo>
                    <a:pt x="148772" y="522515"/>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1" name="Freeform 180"/>
            <p:cNvSpPr/>
            <p:nvPr/>
          </p:nvSpPr>
          <p:spPr>
            <a:xfrm>
              <a:off x="5562600" y="3268663"/>
              <a:ext cx="1568450" cy="1274762"/>
            </a:xfrm>
            <a:custGeom>
              <a:avLst/>
              <a:gdLst>
                <a:gd name="connsiteX0" fmla="*/ 1542143 w 1567543"/>
                <a:gd name="connsiteY0" fmla="*/ 551543 h 1273628"/>
                <a:gd name="connsiteX1" fmla="*/ 1527628 w 1567543"/>
                <a:gd name="connsiteY1" fmla="*/ 497114 h 1273628"/>
                <a:gd name="connsiteX2" fmla="*/ 1527628 w 1567543"/>
                <a:gd name="connsiteY2" fmla="*/ 497114 h 1273628"/>
                <a:gd name="connsiteX3" fmla="*/ 1498600 w 1567543"/>
                <a:gd name="connsiteY3" fmla="*/ 497114 h 1273628"/>
                <a:gd name="connsiteX4" fmla="*/ 1498600 w 1567543"/>
                <a:gd name="connsiteY4" fmla="*/ 428171 h 1273628"/>
                <a:gd name="connsiteX5" fmla="*/ 1527628 w 1567543"/>
                <a:gd name="connsiteY5" fmla="*/ 373743 h 1273628"/>
                <a:gd name="connsiteX6" fmla="*/ 1549400 w 1567543"/>
                <a:gd name="connsiteY6" fmla="*/ 330200 h 1273628"/>
                <a:gd name="connsiteX7" fmla="*/ 1567543 w 1567543"/>
                <a:gd name="connsiteY7" fmla="*/ 275771 h 1273628"/>
                <a:gd name="connsiteX8" fmla="*/ 1513114 w 1567543"/>
                <a:gd name="connsiteY8" fmla="*/ 206828 h 1273628"/>
                <a:gd name="connsiteX9" fmla="*/ 1418771 w 1567543"/>
                <a:gd name="connsiteY9" fmla="*/ 195943 h 1273628"/>
                <a:gd name="connsiteX10" fmla="*/ 1386114 w 1567543"/>
                <a:gd name="connsiteY10" fmla="*/ 217714 h 1273628"/>
                <a:gd name="connsiteX11" fmla="*/ 1357086 w 1567543"/>
                <a:gd name="connsiteY11" fmla="*/ 181428 h 1273628"/>
                <a:gd name="connsiteX12" fmla="*/ 1270000 w 1567543"/>
                <a:gd name="connsiteY12" fmla="*/ 116114 h 1273628"/>
                <a:gd name="connsiteX13" fmla="*/ 1219200 w 1567543"/>
                <a:gd name="connsiteY13" fmla="*/ 134257 h 1273628"/>
                <a:gd name="connsiteX14" fmla="*/ 1182914 w 1567543"/>
                <a:gd name="connsiteY14" fmla="*/ 87086 h 1273628"/>
                <a:gd name="connsiteX15" fmla="*/ 1146628 w 1567543"/>
                <a:gd name="connsiteY15" fmla="*/ 72571 h 1273628"/>
                <a:gd name="connsiteX16" fmla="*/ 1124857 w 1567543"/>
                <a:gd name="connsiteY16" fmla="*/ 29028 h 1273628"/>
                <a:gd name="connsiteX17" fmla="*/ 1070428 w 1567543"/>
                <a:gd name="connsiteY17" fmla="*/ 29028 h 1273628"/>
                <a:gd name="connsiteX18" fmla="*/ 1045028 w 1567543"/>
                <a:gd name="connsiteY18" fmla="*/ 58057 h 1273628"/>
                <a:gd name="connsiteX19" fmla="*/ 990600 w 1567543"/>
                <a:gd name="connsiteY19" fmla="*/ 0 h 1273628"/>
                <a:gd name="connsiteX20" fmla="*/ 870857 w 1567543"/>
                <a:gd name="connsiteY20" fmla="*/ 25400 h 1273628"/>
                <a:gd name="connsiteX21" fmla="*/ 867228 w 1567543"/>
                <a:gd name="connsiteY21" fmla="*/ 58057 h 1273628"/>
                <a:gd name="connsiteX22" fmla="*/ 762000 w 1567543"/>
                <a:gd name="connsiteY22" fmla="*/ 108857 h 1273628"/>
                <a:gd name="connsiteX23" fmla="*/ 722086 w 1567543"/>
                <a:gd name="connsiteY23" fmla="*/ 123371 h 1273628"/>
                <a:gd name="connsiteX24" fmla="*/ 667657 w 1567543"/>
                <a:gd name="connsiteY24" fmla="*/ 148771 h 1273628"/>
                <a:gd name="connsiteX25" fmla="*/ 667657 w 1567543"/>
                <a:gd name="connsiteY25" fmla="*/ 94343 h 1273628"/>
                <a:gd name="connsiteX26" fmla="*/ 620486 w 1567543"/>
                <a:gd name="connsiteY26" fmla="*/ 54428 h 1273628"/>
                <a:gd name="connsiteX27" fmla="*/ 605971 w 1567543"/>
                <a:gd name="connsiteY27" fmla="*/ 76200 h 1273628"/>
                <a:gd name="connsiteX28" fmla="*/ 620486 w 1567543"/>
                <a:gd name="connsiteY28" fmla="*/ 108857 h 1273628"/>
                <a:gd name="connsiteX29" fmla="*/ 598714 w 1567543"/>
                <a:gd name="connsiteY29" fmla="*/ 119743 h 1273628"/>
                <a:gd name="connsiteX30" fmla="*/ 580571 w 1567543"/>
                <a:gd name="connsiteY30" fmla="*/ 97971 h 1273628"/>
                <a:gd name="connsiteX31" fmla="*/ 566057 w 1567543"/>
                <a:gd name="connsiteY31" fmla="*/ 127000 h 1273628"/>
                <a:gd name="connsiteX32" fmla="*/ 584200 w 1567543"/>
                <a:gd name="connsiteY32" fmla="*/ 174171 h 1273628"/>
                <a:gd name="connsiteX33" fmla="*/ 555171 w 1567543"/>
                <a:gd name="connsiteY33" fmla="*/ 177800 h 1273628"/>
                <a:gd name="connsiteX34" fmla="*/ 573314 w 1567543"/>
                <a:gd name="connsiteY34" fmla="*/ 228600 h 1273628"/>
                <a:gd name="connsiteX35" fmla="*/ 482600 w 1567543"/>
                <a:gd name="connsiteY35" fmla="*/ 330200 h 1273628"/>
                <a:gd name="connsiteX36" fmla="*/ 518886 w 1567543"/>
                <a:gd name="connsiteY36" fmla="*/ 399143 h 1273628"/>
                <a:gd name="connsiteX37" fmla="*/ 475343 w 1567543"/>
                <a:gd name="connsiteY37" fmla="*/ 457200 h 1273628"/>
                <a:gd name="connsiteX38" fmla="*/ 508000 w 1567543"/>
                <a:gd name="connsiteY38" fmla="*/ 475343 h 1273628"/>
                <a:gd name="connsiteX39" fmla="*/ 511628 w 1567543"/>
                <a:gd name="connsiteY39" fmla="*/ 504371 h 1273628"/>
                <a:gd name="connsiteX40" fmla="*/ 478971 w 1567543"/>
                <a:gd name="connsiteY40" fmla="*/ 529771 h 1273628"/>
                <a:gd name="connsiteX41" fmla="*/ 482600 w 1567543"/>
                <a:gd name="connsiteY41" fmla="*/ 576943 h 1273628"/>
                <a:gd name="connsiteX42" fmla="*/ 478971 w 1567543"/>
                <a:gd name="connsiteY42" fmla="*/ 587828 h 1273628"/>
                <a:gd name="connsiteX43" fmla="*/ 399143 w 1567543"/>
                <a:gd name="connsiteY43" fmla="*/ 638628 h 1273628"/>
                <a:gd name="connsiteX44" fmla="*/ 304800 w 1567543"/>
                <a:gd name="connsiteY44" fmla="*/ 616857 h 1273628"/>
                <a:gd name="connsiteX45" fmla="*/ 232228 w 1567543"/>
                <a:gd name="connsiteY45" fmla="*/ 674914 h 1273628"/>
                <a:gd name="connsiteX46" fmla="*/ 83457 w 1567543"/>
                <a:gd name="connsiteY46" fmla="*/ 711200 h 1273628"/>
                <a:gd name="connsiteX47" fmla="*/ 7257 w 1567543"/>
                <a:gd name="connsiteY47" fmla="*/ 791028 h 1273628"/>
                <a:gd name="connsiteX48" fmla="*/ 0 w 1567543"/>
                <a:gd name="connsiteY48" fmla="*/ 881743 h 1273628"/>
                <a:gd name="connsiteX49" fmla="*/ 116114 w 1567543"/>
                <a:gd name="connsiteY49" fmla="*/ 867228 h 1273628"/>
                <a:gd name="connsiteX50" fmla="*/ 188686 w 1567543"/>
                <a:gd name="connsiteY50" fmla="*/ 932543 h 1273628"/>
                <a:gd name="connsiteX51" fmla="*/ 319314 w 1567543"/>
                <a:gd name="connsiteY51" fmla="*/ 939800 h 1273628"/>
                <a:gd name="connsiteX52" fmla="*/ 453571 w 1567543"/>
                <a:gd name="connsiteY52" fmla="*/ 914400 h 1273628"/>
                <a:gd name="connsiteX53" fmla="*/ 508000 w 1567543"/>
                <a:gd name="connsiteY53" fmla="*/ 961571 h 1273628"/>
                <a:gd name="connsiteX54" fmla="*/ 518886 w 1567543"/>
                <a:gd name="connsiteY54" fmla="*/ 1037771 h 1273628"/>
                <a:gd name="connsiteX55" fmla="*/ 605971 w 1567543"/>
                <a:gd name="connsiteY55" fmla="*/ 1081314 h 1273628"/>
                <a:gd name="connsiteX56" fmla="*/ 613228 w 1567543"/>
                <a:gd name="connsiteY56" fmla="*/ 1273628 h 1273628"/>
                <a:gd name="connsiteX57" fmla="*/ 725714 w 1567543"/>
                <a:gd name="connsiteY57" fmla="*/ 1251857 h 1273628"/>
                <a:gd name="connsiteX58" fmla="*/ 725714 w 1567543"/>
                <a:gd name="connsiteY58" fmla="*/ 1251857 h 1273628"/>
                <a:gd name="connsiteX59" fmla="*/ 722086 w 1567543"/>
                <a:gd name="connsiteY59" fmla="*/ 1208314 h 1273628"/>
                <a:gd name="connsiteX60" fmla="*/ 885371 w 1567543"/>
                <a:gd name="connsiteY60" fmla="*/ 1197428 h 1273628"/>
                <a:gd name="connsiteX61" fmla="*/ 925286 w 1567543"/>
                <a:gd name="connsiteY61" fmla="*/ 1208314 h 1273628"/>
                <a:gd name="connsiteX62" fmla="*/ 1161143 w 1567543"/>
                <a:gd name="connsiteY62" fmla="*/ 1143000 h 1273628"/>
                <a:gd name="connsiteX63" fmla="*/ 1204686 w 1567543"/>
                <a:gd name="connsiteY63" fmla="*/ 1164771 h 1273628"/>
                <a:gd name="connsiteX64" fmla="*/ 1240971 w 1567543"/>
                <a:gd name="connsiteY64" fmla="*/ 1135743 h 1273628"/>
                <a:gd name="connsiteX65" fmla="*/ 1226457 w 1567543"/>
                <a:gd name="connsiteY65" fmla="*/ 1066800 h 1273628"/>
                <a:gd name="connsiteX66" fmla="*/ 1262743 w 1567543"/>
                <a:gd name="connsiteY66" fmla="*/ 1052286 h 1273628"/>
                <a:gd name="connsiteX67" fmla="*/ 1248228 w 1567543"/>
                <a:gd name="connsiteY67" fmla="*/ 1019628 h 1273628"/>
                <a:gd name="connsiteX68" fmla="*/ 1295400 w 1567543"/>
                <a:gd name="connsiteY68" fmla="*/ 990600 h 1273628"/>
                <a:gd name="connsiteX69" fmla="*/ 1302657 w 1567543"/>
                <a:gd name="connsiteY69" fmla="*/ 896257 h 1273628"/>
                <a:gd name="connsiteX70" fmla="*/ 1367971 w 1567543"/>
                <a:gd name="connsiteY70" fmla="*/ 892628 h 1273628"/>
                <a:gd name="connsiteX71" fmla="*/ 1397000 w 1567543"/>
                <a:gd name="connsiteY71" fmla="*/ 816428 h 1273628"/>
                <a:gd name="connsiteX72" fmla="*/ 1426028 w 1567543"/>
                <a:gd name="connsiteY72" fmla="*/ 805543 h 1273628"/>
                <a:gd name="connsiteX73" fmla="*/ 1433286 w 1567543"/>
                <a:gd name="connsiteY73" fmla="*/ 743857 h 1273628"/>
                <a:gd name="connsiteX74" fmla="*/ 1367971 w 1567543"/>
                <a:gd name="connsiteY74" fmla="*/ 674914 h 1273628"/>
                <a:gd name="connsiteX75" fmla="*/ 1415143 w 1567543"/>
                <a:gd name="connsiteY75" fmla="*/ 653143 h 1273628"/>
                <a:gd name="connsiteX76" fmla="*/ 1407886 w 1567543"/>
                <a:gd name="connsiteY76" fmla="*/ 598714 h 1273628"/>
                <a:gd name="connsiteX77" fmla="*/ 1473200 w 1567543"/>
                <a:gd name="connsiteY77" fmla="*/ 598714 h 1273628"/>
                <a:gd name="connsiteX78" fmla="*/ 1469571 w 1567543"/>
                <a:gd name="connsiteY78" fmla="*/ 537028 h 1273628"/>
                <a:gd name="connsiteX79" fmla="*/ 1542143 w 1567543"/>
                <a:gd name="connsiteY79" fmla="*/ 551543 h 1273628"/>
                <a:gd name="connsiteX0" fmla="*/ 1542143 w 1567543"/>
                <a:gd name="connsiteY0" fmla="*/ 551543 h 1273628"/>
                <a:gd name="connsiteX1" fmla="*/ 1527628 w 1567543"/>
                <a:gd name="connsiteY1" fmla="*/ 497114 h 1273628"/>
                <a:gd name="connsiteX2" fmla="*/ 1527628 w 1567543"/>
                <a:gd name="connsiteY2" fmla="*/ 497114 h 1273628"/>
                <a:gd name="connsiteX3" fmla="*/ 1498600 w 1567543"/>
                <a:gd name="connsiteY3" fmla="*/ 497114 h 1273628"/>
                <a:gd name="connsiteX4" fmla="*/ 1521460 w 1567543"/>
                <a:gd name="connsiteY4" fmla="*/ 424361 h 1273628"/>
                <a:gd name="connsiteX5" fmla="*/ 1527628 w 1567543"/>
                <a:gd name="connsiteY5" fmla="*/ 373743 h 1273628"/>
                <a:gd name="connsiteX6" fmla="*/ 1549400 w 1567543"/>
                <a:gd name="connsiteY6" fmla="*/ 330200 h 1273628"/>
                <a:gd name="connsiteX7" fmla="*/ 1567543 w 1567543"/>
                <a:gd name="connsiteY7" fmla="*/ 275771 h 1273628"/>
                <a:gd name="connsiteX8" fmla="*/ 1513114 w 1567543"/>
                <a:gd name="connsiteY8" fmla="*/ 206828 h 1273628"/>
                <a:gd name="connsiteX9" fmla="*/ 1418771 w 1567543"/>
                <a:gd name="connsiteY9" fmla="*/ 195943 h 1273628"/>
                <a:gd name="connsiteX10" fmla="*/ 1386114 w 1567543"/>
                <a:gd name="connsiteY10" fmla="*/ 217714 h 1273628"/>
                <a:gd name="connsiteX11" fmla="*/ 1357086 w 1567543"/>
                <a:gd name="connsiteY11" fmla="*/ 181428 h 1273628"/>
                <a:gd name="connsiteX12" fmla="*/ 1270000 w 1567543"/>
                <a:gd name="connsiteY12" fmla="*/ 116114 h 1273628"/>
                <a:gd name="connsiteX13" fmla="*/ 1219200 w 1567543"/>
                <a:gd name="connsiteY13" fmla="*/ 134257 h 1273628"/>
                <a:gd name="connsiteX14" fmla="*/ 1182914 w 1567543"/>
                <a:gd name="connsiteY14" fmla="*/ 87086 h 1273628"/>
                <a:gd name="connsiteX15" fmla="*/ 1146628 w 1567543"/>
                <a:gd name="connsiteY15" fmla="*/ 72571 h 1273628"/>
                <a:gd name="connsiteX16" fmla="*/ 1124857 w 1567543"/>
                <a:gd name="connsiteY16" fmla="*/ 29028 h 1273628"/>
                <a:gd name="connsiteX17" fmla="*/ 1070428 w 1567543"/>
                <a:gd name="connsiteY17" fmla="*/ 29028 h 1273628"/>
                <a:gd name="connsiteX18" fmla="*/ 1045028 w 1567543"/>
                <a:gd name="connsiteY18" fmla="*/ 58057 h 1273628"/>
                <a:gd name="connsiteX19" fmla="*/ 990600 w 1567543"/>
                <a:gd name="connsiteY19" fmla="*/ 0 h 1273628"/>
                <a:gd name="connsiteX20" fmla="*/ 870857 w 1567543"/>
                <a:gd name="connsiteY20" fmla="*/ 25400 h 1273628"/>
                <a:gd name="connsiteX21" fmla="*/ 867228 w 1567543"/>
                <a:gd name="connsiteY21" fmla="*/ 58057 h 1273628"/>
                <a:gd name="connsiteX22" fmla="*/ 762000 w 1567543"/>
                <a:gd name="connsiteY22" fmla="*/ 108857 h 1273628"/>
                <a:gd name="connsiteX23" fmla="*/ 722086 w 1567543"/>
                <a:gd name="connsiteY23" fmla="*/ 123371 h 1273628"/>
                <a:gd name="connsiteX24" fmla="*/ 667657 w 1567543"/>
                <a:gd name="connsiteY24" fmla="*/ 148771 h 1273628"/>
                <a:gd name="connsiteX25" fmla="*/ 667657 w 1567543"/>
                <a:gd name="connsiteY25" fmla="*/ 94343 h 1273628"/>
                <a:gd name="connsiteX26" fmla="*/ 620486 w 1567543"/>
                <a:gd name="connsiteY26" fmla="*/ 54428 h 1273628"/>
                <a:gd name="connsiteX27" fmla="*/ 605971 w 1567543"/>
                <a:gd name="connsiteY27" fmla="*/ 76200 h 1273628"/>
                <a:gd name="connsiteX28" fmla="*/ 620486 w 1567543"/>
                <a:gd name="connsiteY28" fmla="*/ 108857 h 1273628"/>
                <a:gd name="connsiteX29" fmla="*/ 598714 w 1567543"/>
                <a:gd name="connsiteY29" fmla="*/ 119743 h 1273628"/>
                <a:gd name="connsiteX30" fmla="*/ 580571 w 1567543"/>
                <a:gd name="connsiteY30" fmla="*/ 97971 h 1273628"/>
                <a:gd name="connsiteX31" fmla="*/ 566057 w 1567543"/>
                <a:gd name="connsiteY31" fmla="*/ 127000 h 1273628"/>
                <a:gd name="connsiteX32" fmla="*/ 584200 w 1567543"/>
                <a:gd name="connsiteY32" fmla="*/ 174171 h 1273628"/>
                <a:gd name="connsiteX33" fmla="*/ 555171 w 1567543"/>
                <a:gd name="connsiteY33" fmla="*/ 177800 h 1273628"/>
                <a:gd name="connsiteX34" fmla="*/ 573314 w 1567543"/>
                <a:gd name="connsiteY34" fmla="*/ 228600 h 1273628"/>
                <a:gd name="connsiteX35" fmla="*/ 482600 w 1567543"/>
                <a:gd name="connsiteY35" fmla="*/ 330200 h 1273628"/>
                <a:gd name="connsiteX36" fmla="*/ 518886 w 1567543"/>
                <a:gd name="connsiteY36" fmla="*/ 399143 h 1273628"/>
                <a:gd name="connsiteX37" fmla="*/ 475343 w 1567543"/>
                <a:gd name="connsiteY37" fmla="*/ 457200 h 1273628"/>
                <a:gd name="connsiteX38" fmla="*/ 508000 w 1567543"/>
                <a:gd name="connsiteY38" fmla="*/ 475343 h 1273628"/>
                <a:gd name="connsiteX39" fmla="*/ 511628 w 1567543"/>
                <a:gd name="connsiteY39" fmla="*/ 504371 h 1273628"/>
                <a:gd name="connsiteX40" fmla="*/ 478971 w 1567543"/>
                <a:gd name="connsiteY40" fmla="*/ 529771 h 1273628"/>
                <a:gd name="connsiteX41" fmla="*/ 482600 w 1567543"/>
                <a:gd name="connsiteY41" fmla="*/ 576943 h 1273628"/>
                <a:gd name="connsiteX42" fmla="*/ 478971 w 1567543"/>
                <a:gd name="connsiteY42" fmla="*/ 587828 h 1273628"/>
                <a:gd name="connsiteX43" fmla="*/ 399143 w 1567543"/>
                <a:gd name="connsiteY43" fmla="*/ 638628 h 1273628"/>
                <a:gd name="connsiteX44" fmla="*/ 304800 w 1567543"/>
                <a:gd name="connsiteY44" fmla="*/ 616857 h 1273628"/>
                <a:gd name="connsiteX45" fmla="*/ 232228 w 1567543"/>
                <a:gd name="connsiteY45" fmla="*/ 674914 h 1273628"/>
                <a:gd name="connsiteX46" fmla="*/ 83457 w 1567543"/>
                <a:gd name="connsiteY46" fmla="*/ 711200 h 1273628"/>
                <a:gd name="connsiteX47" fmla="*/ 7257 w 1567543"/>
                <a:gd name="connsiteY47" fmla="*/ 791028 h 1273628"/>
                <a:gd name="connsiteX48" fmla="*/ 0 w 1567543"/>
                <a:gd name="connsiteY48" fmla="*/ 881743 h 1273628"/>
                <a:gd name="connsiteX49" fmla="*/ 116114 w 1567543"/>
                <a:gd name="connsiteY49" fmla="*/ 867228 h 1273628"/>
                <a:gd name="connsiteX50" fmla="*/ 188686 w 1567543"/>
                <a:gd name="connsiteY50" fmla="*/ 932543 h 1273628"/>
                <a:gd name="connsiteX51" fmla="*/ 319314 w 1567543"/>
                <a:gd name="connsiteY51" fmla="*/ 939800 h 1273628"/>
                <a:gd name="connsiteX52" fmla="*/ 453571 w 1567543"/>
                <a:gd name="connsiteY52" fmla="*/ 914400 h 1273628"/>
                <a:gd name="connsiteX53" fmla="*/ 508000 w 1567543"/>
                <a:gd name="connsiteY53" fmla="*/ 961571 h 1273628"/>
                <a:gd name="connsiteX54" fmla="*/ 518886 w 1567543"/>
                <a:gd name="connsiteY54" fmla="*/ 1037771 h 1273628"/>
                <a:gd name="connsiteX55" fmla="*/ 605971 w 1567543"/>
                <a:gd name="connsiteY55" fmla="*/ 1081314 h 1273628"/>
                <a:gd name="connsiteX56" fmla="*/ 613228 w 1567543"/>
                <a:gd name="connsiteY56" fmla="*/ 1273628 h 1273628"/>
                <a:gd name="connsiteX57" fmla="*/ 725714 w 1567543"/>
                <a:gd name="connsiteY57" fmla="*/ 1251857 h 1273628"/>
                <a:gd name="connsiteX58" fmla="*/ 725714 w 1567543"/>
                <a:gd name="connsiteY58" fmla="*/ 1251857 h 1273628"/>
                <a:gd name="connsiteX59" fmla="*/ 722086 w 1567543"/>
                <a:gd name="connsiteY59" fmla="*/ 1208314 h 1273628"/>
                <a:gd name="connsiteX60" fmla="*/ 885371 w 1567543"/>
                <a:gd name="connsiteY60" fmla="*/ 1197428 h 1273628"/>
                <a:gd name="connsiteX61" fmla="*/ 925286 w 1567543"/>
                <a:gd name="connsiteY61" fmla="*/ 1208314 h 1273628"/>
                <a:gd name="connsiteX62" fmla="*/ 1161143 w 1567543"/>
                <a:gd name="connsiteY62" fmla="*/ 1143000 h 1273628"/>
                <a:gd name="connsiteX63" fmla="*/ 1204686 w 1567543"/>
                <a:gd name="connsiteY63" fmla="*/ 1164771 h 1273628"/>
                <a:gd name="connsiteX64" fmla="*/ 1240971 w 1567543"/>
                <a:gd name="connsiteY64" fmla="*/ 1135743 h 1273628"/>
                <a:gd name="connsiteX65" fmla="*/ 1226457 w 1567543"/>
                <a:gd name="connsiteY65" fmla="*/ 1066800 h 1273628"/>
                <a:gd name="connsiteX66" fmla="*/ 1262743 w 1567543"/>
                <a:gd name="connsiteY66" fmla="*/ 1052286 h 1273628"/>
                <a:gd name="connsiteX67" fmla="*/ 1248228 w 1567543"/>
                <a:gd name="connsiteY67" fmla="*/ 1019628 h 1273628"/>
                <a:gd name="connsiteX68" fmla="*/ 1295400 w 1567543"/>
                <a:gd name="connsiteY68" fmla="*/ 990600 h 1273628"/>
                <a:gd name="connsiteX69" fmla="*/ 1302657 w 1567543"/>
                <a:gd name="connsiteY69" fmla="*/ 896257 h 1273628"/>
                <a:gd name="connsiteX70" fmla="*/ 1367971 w 1567543"/>
                <a:gd name="connsiteY70" fmla="*/ 892628 h 1273628"/>
                <a:gd name="connsiteX71" fmla="*/ 1397000 w 1567543"/>
                <a:gd name="connsiteY71" fmla="*/ 816428 h 1273628"/>
                <a:gd name="connsiteX72" fmla="*/ 1426028 w 1567543"/>
                <a:gd name="connsiteY72" fmla="*/ 805543 h 1273628"/>
                <a:gd name="connsiteX73" fmla="*/ 1433286 w 1567543"/>
                <a:gd name="connsiteY73" fmla="*/ 743857 h 1273628"/>
                <a:gd name="connsiteX74" fmla="*/ 1367971 w 1567543"/>
                <a:gd name="connsiteY74" fmla="*/ 674914 h 1273628"/>
                <a:gd name="connsiteX75" fmla="*/ 1415143 w 1567543"/>
                <a:gd name="connsiteY75" fmla="*/ 653143 h 1273628"/>
                <a:gd name="connsiteX76" fmla="*/ 1407886 w 1567543"/>
                <a:gd name="connsiteY76" fmla="*/ 598714 h 1273628"/>
                <a:gd name="connsiteX77" fmla="*/ 1473200 w 1567543"/>
                <a:gd name="connsiteY77" fmla="*/ 598714 h 1273628"/>
                <a:gd name="connsiteX78" fmla="*/ 1469571 w 1567543"/>
                <a:gd name="connsiteY78" fmla="*/ 537028 h 1273628"/>
                <a:gd name="connsiteX79" fmla="*/ 1542143 w 1567543"/>
                <a:gd name="connsiteY79" fmla="*/ 551543 h 1273628"/>
                <a:gd name="connsiteX0" fmla="*/ 1542143 w 1567543"/>
                <a:gd name="connsiteY0" fmla="*/ 551543 h 1273628"/>
                <a:gd name="connsiteX1" fmla="*/ 1527628 w 1567543"/>
                <a:gd name="connsiteY1" fmla="*/ 497114 h 1273628"/>
                <a:gd name="connsiteX2" fmla="*/ 1527628 w 1567543"/>
                <a:gd name="connsiteY2" fmla="*/ 497114 h 1273628"/>
                <a:gd name="connsiteX3" fmla="*/ 1498600 w 1567543"/>
                <a:gd name="connsiteY3" fmla="*/ 497114 h 1273628"/>
                <a:gd name="connsiteX4" fmla="*/ 1521460 w 1567543"/>
                <a:gd name="connsiteY4" fmla="*/ 424361 h 1273628"/>
                <a:gd name="connsiteX5" fmla="*/ 1539058 w 1567543"/>
                <a:gd name="connsiteY5" fmla="*/ 377553 h 1273628"/>
                <a:gd name="connsiteX6" fmla="*/ 1549400 w 1567543"/>
                <a:gd name="connsiteY6" fmla="*/ 330200 h 1273628"/>
                <a:gd name="connsiteX7" fmla="*/ 1567543 w 1567543"/>
                <a:gd name="connsiteY7" fmla="*/ 275771 h 1273628"/>
                <a:gd name="connsiteX8" fmla="*/ 1513114 w 1567543"/>
                <a:gd name="connsiteY8" fmla="*/ 206828 h 1273628"/>
                <a:gd name="connsiteX9" fmla="*/ 1418771 w 1567543"/>
                <a:gd name="connsiteY9" fmla="*/ 195943 h 1273628"/>
                <a:gd name="connsiteX10" fmla="*/ 1386114 w 1567543"/>
                <a:gd name="connsiteY10" fmla="*/ 217714 h 1273628"/>
                <a:gd name="connsiteX11" fmla="*/ 1357086 w 1567543"/>
                <a:gd name="connsiteY11" fmla="*/ 181428 h 1273628"/>
                <a:gd name="connsiteX12" fmla="*/ 1270000 w 1567543"/>
                <a:gd name="connsiteY12" fmla="*/ 116114 h 1273628"/>
                <a:gd name="connsiteX13" fmla="*/ 1219200 w 1567543"/>
                <a:gd name="connsiteY13" fmla="*/ 134257 h 1273628"/>
                <a:gd name="connsiteX14" fmla="*/ 1182914 w 1567543"/>
                <a:gd name="connsiteY14" fmla="*/ 87086 h 1273628"/>
                <a:gd name="connsiteX15" fmla="*/ 1146628 w 1567543"/>
                <a:gd name="connsiteY15" fmla="*/ 72571 h 1273628"/>
                <a:gd name="connsiteX16" fmla="*/ 1124857 w 1567543"/>
                <a:gd name="connsiteY16" fmla="*/ 29028 h 1273628"/>
                <a:gd name="connsiteX17" fmla="*/ 1070428 w 1567543"/>
                <a:gd name="connsiteY17" fmla="*/ 29028 h 1273628"/>
                <a:gd name="connsiteX18" fmla="*/ 1045028 w 1567543"/>
                <a:gd name="connsiteY18" fmla="*/ 58057 h 1273628"/>
                <a:gd name="connsiteX19" fmla="*/ 990600 w 1567543"/>
                <a:gd name="connsiteY19" fmla="*/ 0 h 1273628"/>
                <a:gd name="connsiteX20" fmla="*/ 870857 w 1567543"/>
                <a:gd name="connsiteY20" fmla="*/ 25400 h 1273628"/>
                <a:gd name="connsiteX21" fmla="*/ 867228 w 1567543"/>
                <a:gd name="connsiteY21" fmla="*/ 58057 h 1273628"/>
                <a:gd name="connsiteX22" fmla="*/ 762000 w 1567543"/>
                <a:gd name="connsiteY22" fmla="*/ 108857 h 1273628"/>
                <a:gd name="connsiteX23" fmla="*/ 722086 w 1567543"/>
                <a:gd name="connsiteY23" fmla="*/ 123371 h 1273628"/>
                <a:gd name="connsiteX24" fmla="*/ 667657 w 1567543"/>
                <a:gd name="connsiteY24" fmla="*/ 148771 h 1273628"/>
                <a:gd name="connsiteX25" fmla="*/ 667657 w 1567543"/>
                <a:gd name="connsiteY25" fmla="*/ 94343 h 1273628"/>
                <a:gd name="connsiteX26" fmla="*/ 620486 w 1567543"/>
                <a:gd name="connsiteY26" fmla="*/ 54428 h 1273628"/>
                <a:gd name="connsiteX27" fmla="*/ 605971 w 1567543"/>
                <a:gd name="connsiteY27" fmla="*/ 76200 h 1273628"/>
                <a:gd name="connsiteX28" fmla="*/ 620486 w 1567543"/>
                <a:gd name="connsiteY28" fmla="*/ 108857 h 1273628"/>
                <a:gd name="connsiteX29" fmla="*/ 598714 w 1567543"/>
                <a:gd name="connsiteY29" fmla="*/ 119743 h 1273628"/>
                <a:gd name="connsiteX30" fmla="*/ 580571 w 1567543"/>
                <a:gd name="connsiteY30" fmla="*/ 97971 h 1273628"/>
                <a:gd name="connsiteX31" fmla="*/ 566057 w 1567543"/>
                <a:gd name="connsiteY31" fmla="*/ 127000 h 1273628"/>
                <a:gd name="connsiteX32" fmla="*/ 584200 w 1567543"/>
                <a:gd name="connsiteY32" fmla="*/ 174171 h 1273628"/>
                <a:gd name="connsiteX33" fmla="*/ 555171 w 1567543"/>
                <a:gd name="connsiteY33" fmla="*/ 177800 h 1273628"/>
                <a:gd name="connsiteX34" fmla="*/ 573314 w 1567543"/>
                <a:gd name="connsiteY34" fmla="*/ 228600 h 1273628"/>
                <a:gd name="connsiteX35" fmla="*/ 482600 w 1567543"/>
                <a:gd name="connsiteY35" fmla="*/ 330200 h 1273628"/>
                <a:gd name="connsiteX36" fmla="*/ 518886 w 1567543"/>
                <a:gd name="connsiteY36" fmla="*/ 399143 h 1273628"/>
                <a:gd name="connsiteX37" fmla="*/ 475343 w 1567543"/>
                <a:gd name="connsiteY37" fmla="*/ 457200 h 1273628"/>
                <a:gd name="connsiteX38" fmla="*/ 508000 w 1567543"/>
                <a:gd name="connsiteY38" fmla="*/ 475343 h 1273628"/>
                <a:gd name="connsiteX39" fmla="*/ 511628 w 1567543"/>
                <a:gd name="connsiteY39" fmla="*/ 504371 h 1273628"/>
                <a:gd name="connsiteX40" fmla="*/ 478971 w 1567543"/>
                <a:gd name="connsiteY40" fmla="*/ 529771 h 1273628"/>
                <a:gd name="connsiteX41" fmla="*/ 482600 w 1567543"/>
                <a:gd name="connsiteY41" fmla="*/ 576943 h 1273628"/>
                <a:gd name="connsiteX42" fmla="*/ 478971 w 1567543"/>
                <a:gd name="connsiteY42" fmla="*/ 587828 h 1273628"/>
                <a:gd name="connsiteX43" fmla="*/ 399143 w 1567543"/>
                <a:gd name="connsiteY43" fmla="*/ 638628 h 1273628"/>
                <a:gd name="connsiteX44" fmla="*/ 304800 w 1567543"/>
                <a:gd name="connsiteY44" fmla="*/ 616857 h 1273628"/>
                <a:gd name="connsiteX45" fmla="*/ 232228 w 1567543"/>
                <a:gd name="connsiteY45" fmla="*/ 674914 h 1273628"/>
                <a:gd name="connsiteX46" fmla="*/ 83457 w 1567543"/>
                <a:gd name="connsiteY46" fmla="*/ 711200 h 1273628"/>
                <a:gd name="connsiteX47" fmla="*/ 7257 w 1567543"/>
                <a:gd name="connsiteY47" fmla="*/ 791028 h 1273628"/>
                <a:gd name="connsiteX48" fmla="*/ 0 w 1567543"/>
                <a:gd name="connsiteY48" fmla="*/ 881743 h 1273628"/>
                <a:gd name="connsiteX49" fmla="*/ 116114 w 1567543"/>
                <a:gd name="connsiteY49" fmla="*/ 867228 h 1273628"/>
                <a:gd name="connsiteX50" fmla="*/ 188686 w 1567543"/>
                <a:gd name="connsiteY50" fmla="*/ 932543 h 1273628"/>
                <a:gd name="connsiteX51" fmla="*/ 319314 w 1567543"/>
                <a:gd name="connsiteY51" fmla="*/ 939800 h 1273628"/>
                <a:gd name="connsiteX52" fmla="*/ 453571 w 1567543"/>
                <a:gd name="connsiteY52" fmla="*/ 914400 h 1273628"/>
                <a:gd name="connsiteX53" fmla="*/ 508000 w 1567543"/>
                <a:gd name="connsiteY53" fmla="*/ 961571 h 1273628"/>
                <a:gd name="connsiteX54" fmla="*/ 518886 w 1567543"/>
                <a:gd name="connsiteY54" fmla="*/ 1037771 h 1273628"/>
                <a:gd name="connsiteX55" fmla="*/ 605971 w 1567543"/>
                <a:gd name="connsiteY55" fmla="*/ 1081314 h 1273628"/>
                <a:gd name="connsiteX56" fmla="*/ 613228 w 1567543"/>
                <a:gd name="connsiteY56" fmla="*/ 1273628 h 1273628"/>
                <a:gd name="connsiteX57" fmla="*/ 725714 w 1567543"/>
                <a:gd name="connsiteY57" fmla="*/ 1251857 h 1273628"/>
                <a:gd name="connsiteX58" fmla="*/ 725714 w 1567543"/>
                <a:gd name="connsiteY58" fmla="*/ 1251857 h 1273628"/>
                <a:gd name="connsiteX59" fmla="*/ 722086 w 1567543"/>
                <a:gd name="connsiteY59" fmla="*/ 1208314 h 1273628"/>
                <a:gd name="connsiteX60" fmla="*/ 885371 w 1567543"/>
                <a:gd name="connsiteY60" fmla="*/ 1197428 h 1273628"/>
                <a:gd name="connsiteX61" fmla="*/ 925286 w 1567543"/>
                <a:gd name="connsiteY61" fmla="*/ 1208314 h 1273628"/>
                <a:gd name="connsiteX62" fmla="*/ 1161143 w 1567543"/>
                <a:gd name="connsiteY62" fmla="*/ 1143000 h 1273628"/>
                <a:gd name="connsiteX63" fmla="*/ 1204686 w 1567543"/>
                <a:gd name="connsiteY63" fmla="*/ 1164771 h 1273628"/>
                <a:gd name="connsiteX64" fmla="*/ 1240971 w 1567543"/>
                <a:gd name="connsiteY64" fmla="*/ 1135743 h 1273628"/>
                <a:gd name="connsiteX65" fmla="*/ 1226457 w 1567543"/>
                <a:gd name="connsiteY65" fmla="*/ 1066800 h 1273628"/>
                <a:gd name="connsiteX66" fmla="*/ 1262743 w 1567543"/>
                <a:gd name="connsiteY66" fmla="*/ 1052286 h 1273628"/>
                <a:gd name="connsiteX67" fmla="*/ 1248228 w 1567543"/>
                <a:gd name="connsiteY67" fmla="*/ 1019628 h 1273628"/>
                <a:gd name="connsiteX68" fmla="*/ 1295400 w 1567543"/>
                <a:gd name="connsiteY68" fmla="*/ 990600 h 1273628"/>
                <a:gd name="connsiteX69" fmla="*/ 1302657 w 1567543"/>
                <a:gd name="connsiteY69" fmla="*/ 896257 h 1273628"/>
                <a:gd name="connsiteX70" fmla="*/ 1367971 w 1567543"/>
                <a:gd name="connsiteY70" fmla="*/ 892628 h 1273628"/>
                <a:gd name="connsiteX71" fmla="*/ 1397000 w 1567543"/>
                <a:gd name="connsiteY71" fmla="*/ 816428 h 1273628"/>
                <a:gd name="connsiteX72" fmla="*/ 1426028 w 1567543"/>
                <a:gd name="connsiteY72" fmla="*/ 805543 h 1273628"/>
                <a:gd name="connsiteX73" fmla="*/ 1433286 w 1567543"/>
                <a:gd name="connsiteY73" fmla="*/ 743857 h 1273628"/>
                <a:gd name="connsiteX74" fmla="*/ 1367971 w 1567543"/>
                <a:gd name="connsiteY74" fmla="*/ 674914 h 1273628"/>
                <a:gd name="connsiteX75" fmla="*/ 1415143 w 1567543"/>
                <a:gd name="connsiteY75" fmla="*/ 653143 h 1273628"/>
                <a:gd name="connsiteX76" fmla="*/ 1407886 w 1567543"/>
                <a:gd name="connsiteY76" fmla="*/ 598714 h 1273628"/>
                <a:gd name="connsiteX77" fmla="*/ 1473200 w 1567543"/>
                <a:gd name="connsiteY77" fmla="*/ 598714 h 1273628"/>
                <a:gd name="connsiteX78" fmla="*/ 1469571 w 1567543"/>
                <a:gd name="connsiteY78" fmla="*/ 537028 h 1273628"/>
                <a:gd name="connsiteX79" fmla="*/ 1542143 w 1567543"/>
                <a:gd name="connsiteY79" fmla="*/ 551543 h 1273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567543" h="1273628">
                  <a:moveTo>
                    <a:pt x="1542143" y="551543"/>
                  </a:moveTo>
                  <a:lnTo>
                    <a:pt x="1527628" y="497114"/>
                  </a:lnTo>
                  <a:lnTo>
                    <a:pt x="1527628" y="497114"/>
                  </a:lnTo>
                  <a:lnTo>
                    <a:pt x="1498600" y="497114"/>
                  </a:lnTo>
                  <a:lnTo>
                    <a:pt x="1521460" y="424361"/>
                  </a:lnTo>
                  <a:lnTo>
                    <a:pt x="1539058" y="377553"/>
                  </a:lnTo>
                  <a:lnTo>
                    <a:pt x="1549400" y="330200"/>
                  </a:lnTo>
                  <a:lnTo>
                    <a:pt x="1567543" y="275771"/>
                  </a:lnTo>
                  <a:lnTo>
                    <a:pt x="1513114" y="206828"/>
                  </a:lnTo>
                  <a:lnTo>
                    <a:pt x="1418771" y="195943"/>
                  </a:lnTo>
                  <a:lnTo>
                    <a:pt x="1386114" y="217714"/>
                  </a:lnTo>
                  <a:lnTo>
                    <a:pt x="1357086" y="181428"/>
                  </a:lnTo>
                  <a:lnTo>
                    <a:pt x="1270000" y="116114"/>
                  </a:lnTo>
                  <a:lnTo>
                    <a:pt x="1219200" y="134257"/>
                  </a:lnTo>
                  <a:lnTo>
                    <a:pt x="1182914" y="87086"/>
                  </a:lnTo>
                  <a:lnTo>
                    <a:pt x="1146628" y="72571"/>
                  </a:lnTo>
                  <a:lnTo>
                    <a:pt x="1124857" y="29028"/>
                  </a:lnTo>
                  <a:lnTo>
                    <a:pt x="1070428" y="29028"/>
                  </a:lnTo>
                  <a:lnTo>
                    <a:pt x="1045028" y="58057"/>
                  </a:lnTo>
                  <a:lnTo>
                    <a:pt x="990600" y="0"/>
                  </a:lnTo>
                  <a:lnTo>
                    <a:pt x="870857" y="25400"/>
                  </a:lnTo>
                  <a:lnTo>
                    <a:pt x="867228" y="58057"/>
                  </a:lnTo>
                  <a:lnTo>
                    <a:pt x="762000" y="108857"/>
                  </a:lnTo>
                  <a:lnTo>
                    <a:pt x="722086" y="123371"/>
                  </a:lnTo>
                  <a:lnTo>
                    <a:pt x="667657" y="148771"/>
                  </a:lnTo>
                  <a:lnTo>
                    <a:pt x="667657" y="94343"/>
                  </a:lnTo>
                  <a:lnTo>
                    <a:pt x="620486" y="54428"/>
                  </a:lnTo>
                  <a:lnTo>
                    <a:pt x="605971" y="76200"/>
                  </a:lnTo>
                  <a:lnTo>
                    <a:pt x="620486" y="108857"/>
                  </a:lnTo>
                  <a:lnTo>
                    <a:pt x="598714" y="119743"/>
                  </a:lnTo>
                  <a:lnTo>
                    <a:pt x="580571" y="97971"/>
                  </a:lnTo>
                  <a:lnTo>
                    <a:pt x="566057" y="127000"/>
                  </a:lnTo>
                  <a:lnTo>
                    <a:pt x="584200" y="174171"/>
                  </a:lnTo>
                  <a:lnTo>
                    <a:pt x="555171" y="177800"/>
                  </a:lnTo>
                  <a:lnTo>
                    <a:pt x="573314" y="228600"/>
                  </a:lnTo>
                  <a:lnTo>
                    <a:pt x="482600" y="330200"/>
                  </a:lnTo>
                  <a:lnTo>
                    <a:pt x="518886" y="399143"/>
                  </a:lnTo>
                  <a:lnTo>
                    <a:pt x="475343" y="457200"/>
                  </a:lnTo>
                  <a:lnTo>
                    <a:pt x="508000" y="475343"/>
                  </a:lnTo>
                  <a:lnTo>
                    <a:pt x="511628" y="504371"/>
                  </a:lnTo>
                  <a:lnTo>
                    <a:pt x="478971" y="529771"/>
                  </a:lnTo>
                  <a:lnTo>
                    <a:pt x="482600" y="576943"/>
                  </a:lnTo>
                  <a:lnTo>
                    <a:pt x="478971" y="587828"/>
                  </a:lnTo>
                  <a:lnTo>
                    <a:pt x="399143" y="638628"/>
                  </a:lnTo>
                  <a:lnTo>
                    <a:pt x="304800" y="616857"/>
                  </a:lnTo>
                  <a:lnTo>
                    <a:pt x="232228" y="674914"/>
                  </a:lnTo>
                  <a:lnTo>
                    <a:pt x="83457" y="711200"/>
                  </a:lnTo>
                  <a:lnTo>
                    <a:pt x="7257" y="791028"/>
                  </a:lnTo>
                  <a:lnTo>
                    <a:pt x="0" y="881743"/>
                  </a:lnTo>
                  <a:lnTo>
                    <a:pt x="116114" y="867228"/>
                  </a:lnTo>
                  <a:lnTo>
                    <a:pt x="188686" y="932543"/>
                  </a:lnTo>
                  <a:lnTo>
                    <a:pt x="319314" y="939800"/>
                  </a:lnTo>
                  <a:lnTo>
                    <a:pt x="453571" y="914400"/>
                  </a:lnTo>
                  <a:lnTo>
                    <a:pt x="508000" y="961571"/>
                  </a:lnTo>
                  <a:lnTo>
                    <a:pt x="518886" y="1037771"/>
                  </a:lnTo>
                  <a:lnTo>
                    <a:pt x="605971" y="1081314"/>
                  </a:lnTo>
                  <a:lnTo>
                    <a:pt x="613228" y="1273628"/>
                  </a:lnTo>
                  <a:lnTo>
                    <a:pt x="725714" y="1251857"/>
                  </a:lnTo>
                  <a:lnTo>
                    <a:pt x="725714" y="1251857"/>
                  </a:lnTo>
                  <a:lnTo>
                    <a:pt x="722086" y="1208314"/>
                  </a:lnTo>
                  <a:lnTo>
                    <a:pt x="885371" y="1197428"/>
                  </a:lnTo>
                  <a:lnTo>
                    <a:pt x="925286" y="1208314"/>
                  </a:lnTo>
                  <a:lnTo>
                    <a:pt x="1161143" y="1143000"/>
                  </a:lnTo>
                  <a:lnTo>
                    <a:pt x="1204686" y="1164771"/>
                  </a:lnTo>
                  <a:lnTo>
                    <a:pt x="1240971" y="1135743"/>
                  </a:lnTo>
                  <a:lnTo>
                    <a:pt x="1226457" y="1066800"/>
                  </a:lnTo>
                  <a:lnTo>
                    <a:pt x="1262743" y="1052286"/>
                  </a:lnTo>
                  <a:lnTo>
                    <a:pt x="1248228" y="1019628"/>
                  </a:lnTo>
                  <a:lnTo>
                    <a:pt x="1295400" y="990600"/>
                  </a:lnTo>
                  <a:lnTo>
                    <a:pt x="1302657" y="896257"/>
                  </a:lnTo>
                  <a:lnTo>
                    <a:pt x="1367971" y="892628"/>
                  </a:lnTo>
                  <a:lnTo>
                    <a:pt x="1397000" y="816428"/>
                  </a:lnTo>
                  <a:lnTo>
                    <a:pt x="1426028" y="805543"/>
                  </a:lnTo>
                  <a:lnTo>
                    <a:pt x="1433286" y="743857"/>
                  </a:lnTo>
                  <a:lnTo>
                    <a:pt x="1367971" y="674914"/>
                  </a:lnTo>
                  <a:lnTo>
                    <a:pt x="1415143" y="653143"/>
                  </a:lnTo>
                  <a:lnTo>
                    <a:pt x="1407886" y="598714"/>
                  </a:lnTo>
                  <a:lnTo>
                    <a:pt x="1473200" y="598714"/>
                  </a:lnTo>
                  <a:lnTo>
                    <a:pt x="1469571" y="537028"/>
                  </a:lnTo>
                  <a:lnTo>
                    <a:pt x="1542143" y="551543"/>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2" name="Freeform 181"/>
            <p:cNvSpPr/>
            <p:nvPr/>
          </p:nvSpPr>
          <p:spPr>
            <a:xfrm>
              <a:off x="5192713" y="2986088"/>
              <a:ext cx="1074737" cy="1069975"/>
            </a:xfrm>
            <a:custGeom>
              <a:avLst/>
              <a:gdLst>
                <a:gd name="connsiteX0" fmla="*/ 1055914 w 1074057"/>
                <a:gd name="connsiteY0" fmla="*/ 388257 h 1070429"/>
                <a:gd name="connsiteX1" fmla="*/ 1074057 w 1074057"/>
                <a:gd name="connsiteY1" fmla="*/ 283029 h 1070429"/>
                <a:gd name="connsiteX2" fmla="*/ 1037771 w 1074057"/>
                <a:gd name="connsiteY2" fmla="*/ 264886 h 1070429"/>
                <a:gd name="connsiteX3" fmla="*/ 1012371 w 1074057"/>
                <a:gd name="connsiteY3" fmla="*/ 206829 h 1070429"/>
                <a:gd name="connsiteX4" fmla="*/ 1045028 w 1074057"/>
                <a:gd name="connsiteY4" fmla="*/ 141515 h 1070429"/>
                <a:gd name="connsiteX5" fmla="*/ 1023257 w 1074057"/>
                <a:gd name="connsiteY5" fmla="*/ 97972 h 1070429"/>
                <a:gd name="connsiteX6" fmla="*/ 1063171 w 1074057"/>
                <a:gd name="connsiteY6" fmla="*/ 90715 h 1070429"/>
                <a:gd name="connsiteX7" fmla="*/ 1048657 w 1074057"/>
                <a:gd name="connsiteY7" fmla="*/ 61686 h 1070429"/>
                <a:gd name="connsiteX8" fmla="*/ 794657 w 1074057"/>
                <a:gd name="connsiteY8" fmla="*/ 134257 h 1070429"/>
                <a:gd name="connsiteX9" fmla="*/ 751114 w 1074057"/>
                <a:gd name="connsiteY9" fmla="*/ 101600 h 1070429"/>
                <a:gd name="connsiteX10" fmla="*/ 664028 w 1074057"/>
                <a:gd name="connsiteY10" fmla="*/ 119743 h 1070429"/>
                <a:gd name="connsiteX11" fmla="*/ 653142 w 1074057"/>
                <a:gd name="connsiteY11" fmla="*/ 54429 h 1070429"/>
                <a:gd name="connsiteX12" fmla="*/ 584200 w 1074057"/>
                <a:gd name="connsiteY12" fmla="*/ 47172 h 1070429"/>
                <a:gd name="connsiteX13" fmla="*/ 540657 w 1074057"/>
                <a:gd name="connsiteY13" fmla="*/ 116115 h 1070429"/>
                <a:gd name="connsiteX14" fmla="*/ 453571 w 1074057"/>
                <a:gd name="connsiteY14" fmla="*/ 76200 h 1070429"/>
                <a:gd name="connsiteX15" fmla="*/ 457200 w 1074057"/>
                <a:gd name="connsiteY15" fmla="*/ 0 h 1070429"/>
                <a:gd name="connsiteX16" fmla="*/ 399142 w 1074057"/>
                <a:gd name="connsiteY16" fmla="*/ 58057 h 1070429"/>
                <a:gd name="connsiteX17" fmla="*/ 406400 w 1074057"/>
                <a:gd name="connsiteY17" fmla="*/ 141515 h 1070429"/>
                <a:gd name="connsiteX18" fmla="*/ 362857 w 1074057"/>
                <a:gd name="connsiteY18" fmla="*/ 181429 h 1070429"/>
                <a:gd name="connsiteX19" fmla="*/ 370114 w 1074057"/>
                <a:gd name="connsiteY19" fmla="*/ 235857 h 1070429"/>
                <a:gd name="connsiteX20" fmla="*/ 348342 w 1074057"/>
                <a:gd name="connsiteY20" fmla="*/ 261257 h 1070429"/>
                <a:gd name="connsiteX21" fmla="*/ 344714 w 1074057"/>
                <a:gd name="connsiteY21" fmla="*/ 326572 h 1070429"/>
                <a:gd name="connsiteX22" fmla="*/ 308428 w 1074057"/>
                <a:gd name="connsiteY22" fmla="*/ 402772 h 1070429"/>
                <a:gd name="connsiteX23" fmla="*/ 279400 w 1074057"/>
                <a:gd name="connsiteY23" fmla="*/ 384629 h 1070429"/>
                <a:gd name="connsiteX24" fmla="*/ 228600 w 1074057"/>
                <a:gd name="connsiteY24" fmla="*/ 413657 h 1070429"/>
                <a:gd name="connsiteX25" fmla="*/ 250371 w 1074057"/>
                <a:gd name="connsiteY25" fmla="*/ 497115 h 1070429"/>
                <a:gd name="connsiteX26" fmla="*/ 177800 w 1074057"/>
                <a:gd name="connsiteY26" fmla="*/ 508000 h 1070429"/>
                <a:gd name="connsiteX27" fmla="*/ 119742 w 1074057"/>
                <a:gd name="connsiteY27" fmla="*/ 551543 h 1070429"/>
                <a:gd name="connsiteX28" fmla="*/ 112485 w 1074057"/>
                <a:gd name="connsiteY28" fmla="*/ 613229 h 1070429"/>
                <a:gd name="connsiteX29" fmla="*/ 32657 w 1074057"/>
                <a:gd name="connsiteY29" fmla="*/ 624115 h 1070429"/>
                <a:gd name="connsiteX30" fmla="*/ 32657 w 1074057"/>
                <a:gd name="connsiteY30" fmla="*/ 660400 h 1070429"/>
                <a:gd name="connsiteX31" fmla="*/ 7257 w 1074057"/>
                <a:gd name="connsiteY31" fmla="*/ 769257 h 1070429"/>
                <a:gd name="connsiteX32" fmla="*/ 25400 w 1074057"/>
                <a:gd name="connsiteY32" fmla="*/ 823686 h 1070429"/>
                <a:gd name="connsiteX33" fmla="*/ 0 w 1074057"/>
                <a:gd name="connsiteY33" fmla="*/ 852715 h 1070429"/>
                <a:gd name="connsiteX34" fmla="*/ 7257 w 1074057"/>
                <a:gd name="connsiteY34" fmla="*/ 881743 h 1070429"/>
                <a:gd name="connsiteX35" fmla="*/ 47171 w 1074057"/>
                <a:gd name="connsiteY35" fmla="*/ 896257 h 1070429"/>
                <a:gd name="connsiteX36" fmla="*/ 68942 w 1074057"/>
                <a:gd name="connsiteY36" fmla="*/ 950686 h 1070429"/>
                <a:gd name="connsiteX37" fmla="*/ 137885 w 1074057"/>
                <a:gd name="connsiteY37" fmla="*/ 968829 h 1070429"/>
                <a:gd name="connsiteX38" fmla="*/ 210457 w 1074057"/>
                <a:gd name="connsiteY38" fmla="*/ 1005115 h 1070429"/>
                <a:gd name="connsiteX39" fmla="*/ 250371 w 1074057"/>
                <a:gd name="connsiteY39" fmla="*/ 994229 h 1070429"/>
                <a:gd name="connsiteX40" fmla="*/ 290285 w 1074057"/>
                <a:gd name="connsiteY40" fmla="*/ 1052286 h 1070429"/>
                <a:gd name="connsiteX41" fmla="*/ 381000 w 1074057"/>
                <a:gd name="connsiteY41" fmla="*/ 1070429 h 1070429"/>
                <a:gd name="connsiteX42" fmla="*/ 449942 w 1074057"/>
                <a:gd name="connsiteY42" fmla="*/ 997857 h 1070429"/>
                <a:gd name="connsiteX43" fmla="*/ 609600 w 1074057"/>
                <a:gd name="connsiteY43" fmla="*/ 947057 h 1070429"/>
                <a:gd name="connsiteX44" fmla="*/ 678542 w 1074057"/>
                <a:gd name="connsiteY44" fmla="*/ 896257 h 1070429"/>
                <a:gd name="connsiteX45" fmla="*/ 765628 w 1074057"/>
                <a:gd name="connsiteY45" fmla="*/ 918029 h 1070429"/>
                <a:gd name="connsiteX46" fmla="*/ 856342 w 1074057"/>
                <a:gd name="connsiteY46" fmla="*/ 859972 h 1070429"/>
                <a:gd name="connsiteX47" fmla="*/ 845457 w 1074057"/>
                <a:gd name="connsiteY47" fmla="*/ 816429 h 1070429"/>
                <a:gd name="connsiteX48" fmla="*/ 885371 w 1074057"/>
                <a:gd name="connsiteY48" fmla="*/ 780143 h 1070429"/>
                <a:gd name="connsiteX49" fmla="*/ 852714 w 1074057"/>
                <a:gd name="connsiteY49" fmla="*/ 740229 h 1070429"/>
                <a:gd name="connsiteX50" fmla="*/ 878114 w 1074057"/>
                <a:gd name="connsiteY50" fmla="*/ 682172 h 1070429"/>
                <a:gd name="connsiteX51" fmla="*/ 867228 w 1074057"/>
                <a:gd name="connsiteY51" fmla="*/ 609600 h 1070429"/>
                <a:gd name="connsiteX52" fmla="*/ 943428 w 1074057"/>
                <a:gd name="connsiteY52" fmla="*/ 500743 h 1070429"/>
                <a:gd name="connsiteX53" fmla="*/ 925285 w 1074057"/>
                <a:gd name="connsiteY53" fmla="*/ 453572 h 1070429"/>
                <a:gd name="connsiteX54" fmla="*/ 961571 w 1074057"/>
                <a:gd name="connsiteY54" fmla="*/ 457200 h 1070429"/>
                <a:gd name="connsiteX55" fmla="*/ 947057 w 1074057"/>
                <a:gd name="connsiteY55" fmla="*/ 381000 h 1070429"/>
                <a:gd name="connsiteX56" fmla="*/ 972457 w 1074057"/>
                <a:gd name="connsiteY56" fmla="*/ 402772 h 1070429"/>
                <a:gd name="connsiteX57" fmla="*/ 986971 w 1074057"/>
                <a:gd name="connsiteY57" fmla="*/ 391886 h 1070429"/>
                <a:gd name="connsiteX58" fmla="*/ 979714 w 1074057"/>
                <a:gd name="connsiteY58" fmla="*/ 351972 h 1070429"/>
                <a:gd name="connsiteX59" fmla="*/ 1005114 w 1074057"/>
                <a:gd name="connsiteY59" fmla="*/ 351972 h 1070429"/>
                <a:gd name="connsiteX60" fmla="*/ 1055914 w 1074057"/>
                <a:gd name="connsiteY60" fmla="*/ 388257 h 107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74057" h="1070429">
                  <a:moveTo>
                    <a:pt x="1055914" y="388257"/>
                  </a:moveTo>
                  <a:lnTo>
                    <a:pt x="1074057" y="283029"/>
                  </a:lnTo>
                  <a:lnTo>
                    <a:pt x="1037771" y="264886"/>
                  </a:lnTo>
                  <a:lnTo>
                    <a:pt x="1012371" y="206829"/>
                  </a:lnTo>
                  <a:lnTo>
                    <a:pt x="1045028" y="141515"/>
                  </a:lnTo>
                  <a:lnTo>
                    <a:pt x="1023257" y="97972"/>
                  </a:lnTo>
                  <a:lnTo>
                    <a:pt x="1063171" y="90715"/>
                  </a:lnTo>
                  <a:lnTo>
                    <a:pt x="1048657" y="61686"/>
                  </a:lnTo>
                  <a:lnTo>
                    <a:pt x="794657" y="134257"/>
                  </a:lnTo>
                  <a:lnTo>
                    <a:pt x="751114" y="101600"/>
                  </a:lnTo>
                  <a:lnTo>
                    <a:pt x="664028" y="119743"/>
                  </a:lnTo>
                  <a:lnTo>
                    <a:pt x="653142" y="54429"/>
                  </a:lnTo>
                  <a:lnTo>
                    <a:pt x="584200" y="47172"/>
                  </a:lnTo>
                  <a:lnTo>
                    <a:pt x="540657" y="116115"/>
                  </a:lnTo>
                  <a:lnTo>
                    <a:pt x="453571" y="76200"/>
                  </a:lnTo>
                  <a:lnTo>
                    <a:pt x="457200" y="0"/>
                  </a:lnTo>
                  <a:lnTo>
                    <a:pt x="399142" y="58057"/>
                  </a:lnTo>
                  <a:lnTo>
                    <a:pt x="406400" y="141515"/>
                  </a:lnTo>
                  <a:lnTo>
                    <a:pt x="362857" y="181429"/>
                  </a:lnTo>
                  <a:lnTo>
                    <a:pt x="370114" y="235857"/>
                  </a:lnTo>
                  <a:lnTo>
                    <a:pt x="348342" y="261257"/>
                  </a:lnTo>
                  <a:lnTo>
                    <a:pt x="344714" y="326572"/>
                  </a:lnTo>
                  <a:lnTo>
                    <a:pt x="308428" y="402772"/>
                  </a:lnTo>
                  <a:lnTo>
                    <a:pt x="279400" y="384629"/>
                  </a:lnTo>
                  <a:lnTo>
                    <a:pt x="228600" y="413657"/>
                  </a:lnTo>
                  <a:lnTo>
                    <a:pt x="250371" y="497115"/>
                  </a:lnTo>
                  <a:lnTo>
                    <a:pt x="177800" y="508000"/>
                  </a:lnTo>
                  <a:lnTo>
                    <a:pt x="119742" y="551543"/>
                  </a:lnTo>
                  <a:lnTo>
                    <a:pt x="112485" y="613229"/>
                  </a:lnTo>
                  <a:lnTo>
                    <a:pt x="32657" y="624115"/>
                  </a:lnTo>
                  <a:lnTo>
                    <a:pt x="32657" y="660400"/>
                  </a:lnTo>
                  <a:lnTo>
                    <a:pt x="7257" y="769257"/>
                  </a:lnTo>
                  <a:lnTo>
                    <a:pt x="25400" y="823686"/>
                  </a:lnTo>
                  <a:lnTo>
                    <a:pt x="0" y="852715"/>
                  </a:lnTo>
                  <a:lnTo>
                    <a:pt x="7257" y="881743"/>
                  </a:lnTo>
                  <a:lnTo>
                    <a:pt x="47171" y="896257"/>
                  </a:lnTo>
                  <a:lnTo>
                    <a:pt x="68942" y="950686"/>
                  </a:lnTo>
                  <a:lnTo>
                    <a:pt x="137885" y="968829"/>
                  </a:lnTo>
                  <a:lnTo>
                    <a:pt x="210457" y="1005115"/>
                  </a:lnTo>
                  <a:lnTo>
                    <a:pt x="250371" y="994229"/>
                  </a:lnTo>
                  <a:lnTo>
                    <a:pt x="290285" y="1052286"/>
                  </a:lnTo>
                  <a:lnTo>
                    <a:pt x="381000" y="1070429"/>
                  </a:lnTo>
                  <a:lnTo>
                    <a:pt x="449942" y="997857"/>
                  </a:lnTo>
                  <a:lnTo>
                    <a:pt x="609600" y="947057"/>
                  </a:lnTo>
                  <a:lnTo>
                    <a:pt x="678542" y="896257"/>
                  </a:lnTo>
                  <a:lnTo>
                    <a:pt x="765628" y="918029"/>
                  </a:lnTo>
                  <a:lnTo>
                    <a:pt x="856342" y="859972"/>
                  </a:lnTo>
                  <a:lnTo>
                    <a:pt x="845457" y="816429"/>
                  </a:lnTo>
                  <a:lnTo>
                    <a:pt x="885371" y="780143"/>
                  </a:lnTo>
                  <a:lnTo>
                    <a:pt x="852714" y="740229"/>
                  </a:lnTo>
                  <a:lnTo>
                    <a:pt x="878114" y="682172"/>
                  </a:lnTo>
                  <a:lnTo>
                    <a:pt x="867228" y="609600"/>
                  </a:lnTo>
                  <a:lnTo>
                    <a:pt x="943428" y="500743"/>
                  </a:lnTo>
                  <a:lnTo>
                    <a:pt x="925285" y="453572"/>
                  </a:lnTo>
                  <a:lnTo>
                    <a:pt x="961571" y="457200"/>
                  </a:lnTo>
                  <a:lnTo>
                    <a:pt x="947057" y="381000"/>
                  </a:lnTo>
                  <a:lnTo>
                    <a:pt x="972457" y="402772"/>
                  </a:lnTo>
                  <a:lnTo>
                    <a:pt x="986971" y="391886"/>
                  </a:lnTo>
                  <a:lnTo>
                    <a:pt x="979714" y="351972"/>
                  </a:lnTo>
                  <a:lnTo>
                    <a:pt x="1005114" y="351972"/>
                  </a:lnTo>
                  <a:lnTo>
                    <a:pt x="1055914" y="388257"/>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3" name="Freeform 182"/>
            <p:cNvSpPr/>
            <p:nvPr/>
          </p:nvSpPr>
          <p:spPr>
            <a:xfrm>
              <a:off x="6165850" y="2433638"/>
              <a:ext cx="1357313" cy="1444625"/>
            </a:xfrm>
            <a:custGeom>
              <a:avLst/>
              <a:gdLst>
                <a:gd name="connsiteX0" fmla="*/ 1030514 w 1357085"/>
                <a:gd name="connsiteY0" fmla="*/ 1433286 h 1433286"/>
                <a:gd name="connsiteX1" fmla="*/ 1099457 w 1357085"/>
                <a:gd name="connsiteY1" fmla="*/ 1338943 h 1433286"/>
                <a:gd name="connsiteX2" fmla="*/ 1081314 w 1357085"/>
                <a:gd name="connsiteY2" fmla="*/ 1273629 h 1433286"/>
                <a:gd name="connsiteX3" fmla="*/ 1121228 w 1357085"/>
                <a:gd name="connsiteY3" fmla="*/ 1034143 h 1433286"/>
                <a:gd name="connsiteX4" fmla="*/ 1099457 w 1357085"/>
                <a:gd name="connsiteY4" fmla="*/ 997857 h 1433286"/>
                <a:gd name="connsiteX5" fmla="*/ 1121228 w 1357085"/>
                <a:gd name="connsiteY5" fmla="*/ 947057 h 1433286"/>
                <a:gd name="connsiteX6" fmla="*/ 1113971 w 1357085"/>
                <a:gd name="connsiteY6" fmla="*/ 849086 h 1433286"/>
                <a:gd name="connsiteX7" fmla="*/ 1132114 w 1357085"/>
                <a:gd name="connsiteY7" fmla="*/ 740229 h 1433286"/>
                <a:gd name="connsiteX8" fmla="*/ 1150257 w 1357085"/>
                <a:gd name="connsiteY8" fmla="*/ 631372 h 1433286"/>
                <a:gd name="connsiteX9" fmla="*/ 1164771 w 1357085"/>
                <a:gd name="connsiteY9" fmla="*/ 584200 h 1433286"/>
                <a:gd name="connsiteX10" fmla="*/ 1201057 w 1357085"/>
                <a:gd name="connsiteY10" fmla="*/ 631372 h 1433286"/>
                <a:gd name="connsiteX11" fmla="*/ 1357085 w 1357085"/>
                <a:gd name="connsiteY11" fmla="*/ 406400 h 1433286"/>
                <a:gd name="connsiteX12" fmla="*/ 1317171 w 1357085"/>
                <a:gd name="connsiteY12" fmla="*/ 399143 h 1433286"/>
                <a:gd name="connsiteX13" fmla="*/ 1299028 w 1357085"/>
                <a:gd name="connsiteY13" fmla="*/ 366486 h 1433286"/>
                <a:gd name="connsiteX14" fmla="*/ 1259114 w 1357085"/>
                <a:gd name="connsiteY14" fmla="*/ 359229 h 1433286"/>
                <a:gd name="connsiteX15" fmla="*/ 1255485 w 1357085"/>
                <a:gd name="connsiteY15" fmla="*/ 304800 h 1433286"/>
                <a:gd name="connsiteX16" fmla="*/ 1299028 w 1357085"/>
                <a:gd name="connsiteY16" fmla="*/ 279400 h 1433286"/>
                <a:gd name="connsiteX17" fmla="*/ 1291771 w 1357085"/>
                <a:gd name="connsiteY17" fmla="*/ 239486 h 1433286"/>
                <a:gd name="connsiteX18" fmla="*/ 1237343 w 1357085"/>
                <a:gd name="connsiteY18" fmla="*/ 217714 h 1433286"/>
                <a:gd name="connsiteX19" fmla="*/ 1233714 w 1357085"/>
                <a:gd name="connsiteY19" fmla="*/ 181429 h 1433286"/>
                <a:gd name="connsiteX20" fmla="*/ 1161143 w 1357085"/>
                <a:gd name="connsiteY20" fmla="*/ 112486 h 1433286"/>
                <a:gd name="connsiteX21" fmla="*/ 1124857 w 1357085"/>
                <a:gd name="connsiteY21" fmla="*/ 119743 h 1433286"/>
                <a:gd name="connsiteX22" fmla="*/ 1103085 w 1357085"/>
                <a:gd name="connsiteY22" fmla="*/ 87086 h 1433286"/>
                <a:gd name="connsiteX23" fmla="*/ 1005114 w 1357085"/>
                <a:gd name="connsiteY23" fmla="*/ 29029 h 1433286"/>
                <a:gd name="connsiteX24" fmla="*/ 957943 w 1357085"/>
                <a:gd name="connsiteY24" fmla="*/ 87086 h 1433286"/>
                <a:gd name="connsiteX25" fmla="*/ 907143 w 1357085"/>
                <a:gd name="connsiteY25" fmla="*/ 127000 h 1433286"/>
                <a:gd name="connsiteX26" fmla="*/ 867228 w 1357085"/>
                <a:gd name="connsiteY26" fmla="*/ 156029 h 1433286"/>
                <a:gd name="connsiteX27" fmla="*/ 816428 w 1357085"/>
                <a:gd name="connsiteY27" fmla="*/ 170543 h 1433286"/>
                <a:gd name="connsiteX28" fmla="*/ 780143 w 1357085"/>
                <a:gd name="connsiteY28" fmla="*/ 192314 h 1433286"/>
                <a:gd name="connsiteX29" fmla="*/ 736600 w 1357085"/>
                <a:gd name="connsiteY29" fmla="*/ 210457 h 1433286"/>
                <a:gd name="connsiteX30" fmla="*/ 653143 w 1357085"/>
                <a:gd name="connsiteY30" fmla="*/ 210457 h 1433286"/>
                <a:gd name="connsiteX31" fmla="*/ 620485 w 1357085"/>
                <a:gd name="connsiteY31" fmla="*/ 250372 h 1433286"/>
                <a:gd name="connsiteX32" fmla="*/ 602343 w 1357085"/>
                <a:gd name="connsiteY32" fmla="*/ 290286 h 1433286"/>
                <a:gd name="connsiteX33" fmla="*/ 555171 w 1357085"/>
                <a:gd name="connsiteY33" fmla="*/ 322943 h 1433286"/>
                <a:gd name="connsiteX34" fmla="*/ 529771 w 1357085"/>
                <a:gd name="connsiteY34" fmla="*/ 330200 h 1433286"/>
                <a:gd name="connsiteX35" fmla="*/ 551543 w 1357085"/>
                <a:gd name="connsiteY35" fmla="*/ 279400 h 1433286"/>
                <a:gd name="connsiteX36" fmla="*/ 547914 w 1357085"/>
                <a:gd name="connsiteY36" fmla="*/ 232229 h 1433286"/>
                <a:gd name="connsiteX37" fmla="*/ 595085 w 1357085"/>
                <a:gd name="connsiteY37" fmla="*/ 221343 h 1433286"/>
                <a:gd name="connsiteX38" fmla="*/ 664028 w 1357085"/>
                <a:gd name="connsiteY38" fmla="*/ 166914 h 1433286"/>
                <a:gd name="connsiteX39" fmla="*/ 725714 w 1357085"/>
                <a:gd name="connsiteY39" fmla="*/ 163286 h 1433286"/>
                <a:gd name="connsiteX40" fmla="*/ 798285 w 1357085"/>
                <a:gd name="connsiteY40" fmla="*/ 127000 h 1433286"/>
                <a:gd name="connsiteX41" fmla="*/ 834571 w 1357085"/>
                <a:gd name="connsiteY41" fmla="*/ 134257 h 1433286"/>
                <a:gd name="connsiteX42" fmla="*/ 892628 w 1357085"/>
                <a:gd name="connsiteY42" fmla="*/ 112486 h 1433286"/>
                <a:gd name="connsiteX43" fmla="*/ 838200 w 1357085"/>
                <a:gd name="connsiteY43" fmla="*/ 7257 h 1433286"/>
                <a:gd name="connsiteX44" fmla="*/ 783771 w 1357085"/>
                <a:gd name="connsiteY44" fmla="*/ 0 h 1433286"/>
                <a:gd name="connsiteX45" fmla="*/ 729343 w 1357085"/>
                <a:gd name="connsiteY45" fmla="*/ 39914 h 1433286"/>
                <a:gd name="connsiteX46" fmla="*/ 671285 w 1357085"/>
                <a:gd name="connsiteY46" fmla="*/ 76200 h 1433286"/>
                <a:gd name="connsiteX47" fmla="*/ 605971 w 1357085"/>
                <a:gd name="connsiteY47" fmla="*/ 108857 h 1433286"/>
                <a:gd name="connsiteX48" fmla="*/ 562428 w 1357085"/>
                <a:gd name="connsiteY48" fmla="*/ 123372 h 1433286"/>
                <a:gd name="connsiteX49" fmla="*/ 508000 w 1357085"/>
                <a:gd name="connsiteY49" fmla="*/ 83457 h 1433286"/>
                <a:gd name="connsiteX50" fmla="*/ 475343 w 1357085"/>
                <a:gd name="connsiteY50" fmla="*/ 101600 h 1433286"/>
                <a:gd name="connsiteX51" fmla="*/ 439057 w 1357085"/>
                <a:gd name="connsiteY51" fmla="*/ 76200 h 1433286"/>
                <a:gd name="connsiteX52" fmla="*/ 417285 w 1357085"/>
                <a:gd name="connsiteY52" fmla="*/ 108857 h 1433286"/>
                <a:gd name="connsiteX53" fmla="*/ 442685 w 1357085"/>
                <a:gd name="connsiteY53" fmla="*/ 174172 h 1433286"/>
                <a:gd name="connsiteX54" fmla="*/ 428171 w 1357085"/>
                <a:gd name="connsiteY54" fmla="*/ 210457 h 1433286"/>
                <a:gd name="connsiteX55" fmla="*/ 391885 w 1357085"/>
                <a:gd name="connsiteY55" fmla="*/ 217714 h 1433286"/>
                <a:gd name="connsiteX56" fmla="*/ 373743 w 1357085"/>
                <a:gd name="connsiteY56" fmla="*/ 264886 h 1433286"/>
                <a:gd name="connsiteX57" fmla="*/ 322943 w 1357085"/>
                <a:gd name="connsiteY57" fmla="*/ 275772 h 1433286"/>
                <a:gd name="connsiteX58" fmla="*/ 283028 w 1357085"/>
                <a:gd name="connsiteY58" fmla="*/ 304800 h 1433286"/>
                <a:gd name="connsiteX59" fmla="*/ 203200 w 1357085"/>
                <a:gd name="connsiteY59" fmla="*/ 297543 h 1433286"/>
                <a:gd name="connsiteX60" fmla="*/ 145143 w 1357085"/>
                <a:gd name="connsiteY60" fmla="*/ 239486 h 1433286"/>
                <a:gd name="connsiteX61" fmla="*/ 87085 w 1357085"/>
                <a:gd name="connsiteY61" fmla="*/ 250372 h 1433286"/>
                <a:gd name="connsiteX62" fmla="*/ 39914 w 1357085"/>
                <a:gd name="connsiteY62" fmla="*/ 279400 h 1433286"/>
                <a:gd name="connsiteX63" fmla="*/ 39914 w 1357085"/>
                <a:gd name="connsiteY63" fmla="*/ 322943 h 1433286"/>
                <a:gd name="connsiteX64" fmla="*/ 0 w 1357085"/>
                <a:gd name="connsiteY64" fmla="*/ 377372 h 1433286"/>
                <a:gd name="connsiteX65" fmla="*/ 50800 w 1357085"/>
                <a:gd name="connsiteY65" fmla="*/ 406400 h 1433286"/>
                <a:gd name="connsiteX66" fmla="*/ 72571 w 1357085"/>
                <a:gd name="connsiteY66" fmla="*/ 413657 h 1433286"/>
                <a:gd name="connsiteX67" fmla="*/ 72571 w 1357085"/>
                <a:gd name="connsiteY67" fmla="*/ 464457 h 1433286"/>
                <a:gd name="connsiteX68" fmla="*/ 39914 w 1357085"/>
                <a:gd name="connsiteY68" fmla="*/ 522514 h 1433286"/>
                <a:gd name="connsiteX69" fmla="*/ 54428 w 1357085"/>
                <a:gd name="connsiteY69" fmla="*/ 598714 h 1433286"/>
                <a:gd name="connsiteX70" fmla="*/ 79828 w 1357085"/>
                <a:gd name="connsiteY70" fmla="*/ 613229 h 1433286"/>
                <a:gd name="connsiteX71" fmla="*/ 90714 w 1357085"/>
                <a:gd name="connsiteY71" fmla="*/ 642257 h 1433286"/>
                <a:gd name="connsiteX72" fmla="*/ 54428 w 1357085"/>
                <a:gd name="connsiteY72" fmla="*/ 653143 h 1433286"/>
                <a:gd name="connsiteX73" fmla="*/ 68943 w 1357085"/>
                <a:gd name="connsiteY73" fmla="*/ 689429 h 1433286"/>
                <a:gd name="connsiteX74" fmla="*/ 43543 w 1357085"/>
                <a:gd name="connsiteY74" fmla="*/ 758372 h 1433286"/>
                <a:gd name="connsiteX75" fmla="*/ 61685 w 1357085"/>
                <a:gd name="connsiteY75" fmla="*/ 801914 h 1433286"/>
                <a:gd name="connsiteX76" fmla="*/ 101600 w 1357085"/>
                <a:gd name="connsiteY76" fmla="*/ 830943 h 1433286"/>
                <a:gd name="connsiteX77" fmla="*/ 83457 w 1357085"/>
                <a:gd name="connsiteY77" fmla="*/ 928914 h 1433286"/>
                <a:gd name="connsiteX78" fmla="*/ 68943 w 1357085"/>
                <a:gd name="connsiteY78" fmla="*/ 947057 h 1433286"/>
                <a:gd name="connsiteX79" fmla="*/ 72571 w 1357085"/>
                <a:gd name="connsiteY79" fmla="*/ 961572 h 1433286"/>
                <a:gd name="connsiteX80" fmla="*/ 264885 w 1357085"/>
                <a:gd name="connsiteY80" fmla="*/ 889000 h 1433286"/>
                <a:gd name="connsiteX81" fmla="*/ 264885 w 1357085"/>
                <a:gd name="connsiteY81" fmla="*/ 852714 h 1433286"/>
                <a:gd name="connsiteX82" fmla="*/ 391885 w 1357085"/>
                <a:gd name="connsiteY82" fmla="*/ 830943 h 1433286"/>
                <a:gd name="connsiteX83" fmla="*/ 449943 w 1357085"/>
                <a:gd name="connsiteY83" fmla="*/ 881743 h 1433286"/>
                <a:gd name="connsiteX84" fmla="*/ 482600 w 1357085"/>
                <a:gd name="connsiteY84" fmla="*/ 845457 h 1433286"/>
                <a:gd name="connsiteX85" fmla="*/ 526143 w 1357085"/>
                <a:gd name="connsiteY85" fmla="*/ 849086 h 1433286"/>
                <a:gd name="connsiteX86" fmla="*/ 555171 w 1357085"/>
                <a:gd name="connsiteY86" fmla="*/ 914400 h 1433286"/>
                <a:gd name="connsiteX87" fmla="*/ 587828 w 1357085"/>
                <a:gd name="connsiteY87" fmla="*/ 932543 h 1433286"/>
                <a:gd name="connsiteX88" fmla="*/ 620485 w 1357085"/>
                <a:gd name="connsiteY88" fmla="*/ 954314 h 1433286"/>
                <a:gd name="connsiteX89" fmla="*/ 674914 w 1357085"/>
                <a:gd name="connsiteY89" fmla="*/ 936172 h 1433286"/>
                <a:gd name="connsiteX90" fmla="*/ 791028 w 1357085"/>
                <a:gd name="connsiteY90" fmla="*/ 1034143 h 1433286"/>
                <a:gd name="connsiteX91" fmla="*/ 834571 w 1357085"/>
                <a:gd name="connsiteY91" fmla="*/ 1023257 h 1433286"/>
                <a:gd name="connsiteX92" fmla="*/ 921657 w 1357085"/>
                <a:gd name="connsiteY92" fmla="*/ 1045029 h 1433286"/>
                <a:gd name="connsiteX93" fmla="*/ 961571 w 1357085"/>
                <a:gd name="connsiteY93" fmla="*/ 1113972 h 1433286"/>
                <a:gd name="connsiteX94" fmla="*/ 903514 w 1357085"/>
                <a:gd name="connsiteY94" fmla="*/ 1280886 h 1433286"/>
                <a:gd name="connsiteX95" fmla="*/ 903514 w 1357085"/>
                <a:gd name="connsiteY95" fmla="*/ 1317172 h 1433286"/>
                <a:gd name="connsiteX96" fmla="*/ 932543 w 1357085"/>
                <a:gd name="connsiteY96" fmla="*/ 1328057 h 1433286"/>
                <a:gd name="connsiteX97" fmla="*/ 936171 w 1357085"/>
                <a:gd name="connsiteY97" fmla="*/ 1378857 h 1433286"/>
                <a:gd name="connsiteX98" fmla="*/ 1030514 w 1357085"/>
                <a:gd name="connsiteY98" fmla="*/ 1433286 h 1433286"/>
                <a:gd name="connsiteX0" fmla="*/ 1030514 w 1357085"/>
                <a:gd name="connsiteY0" fmla="*/ 1433286 h 1433286"/>
                <a:gd name="connsiteX1" fmla="*/ 1099457 w 1357085"/>
                <a:gd name="connsiteY1" fmla="*/ 1338943 h 1433286"/>
                <a:gd name="connsiteX2" fmla="*/ 1081314 w 1357085"/>
                <a:gd name="connsiteY2" fmla="*/ 1273629 h 1433286"/>
                <a:gd name="connsiteX3" fmla="*/ 1121228 w 1357085"/>
                <a:gd name="connsiteY3" fmla="*/ 1034143 h 1433286"/>
                <a:gd name="connsiteX4" fmla="*/ 1099457 w 1357085"/>
                <a:gd name="connsiteY4" fmla="*/ 997857 h 1433286"/>
                <a:gd name="connsiteX5" fmla="*/ 1121228 w 1357085"/>
                <a:gd name="connsiteY5" fmla="*/ 947057 h 1433286"/>
                <a:gd name="connsiteX6" fmla="*/ 1113971 w 1357085"/>
                <a:gd name="connsiteY6" fmla="*/ 849086 h 1433286"/>
                <a:gd name="connsiteX7" fmla="*/ 1132114 w 1357085"/>
                <a:gd name="connsiteY7" fmla="*/ 740229 h 1433286"/>
                <a:gd name="connsiteX8" fmla="*/ 1150257 w 1357085"/>
                <a:gd name="connsiteY8" fmla="*/ 631372 h 1433286"/>
                <a:gd name="connsiteX9" fmla="*/ 1164771 w 1357085"/>
                <a:gd name="connsiteY9" fmla="*/ 584200 h 1433286"/>
                <a:gd name="connsiteX10" fmla="*/ 1201057 w 1357085"/>
                <a:gd name="connsiteY10" fmla="*/ 631372 h 1433286"/>
                <a:gd name="connsiteX11" fmla="*/ 1357085 w 1357085"/>
                <a:gd name="connsiteY11" fmla="*/ 406400 h 1433286"/>
                <a:gd name="connsiteX12" fmla="*/ 1317171 w 1357085"/>
                <a:gd name="connsiteY12" fmla="*/ 399143 h 1433286"/>
                <a:gd name="connsiteX13" fmla="*/ 1299028 w 1357085"/>
                <a:gd name="connsiteY13" fmla="*/ 366486 h 1433286"/>
                <a:gd name="connsiteX14" fmla="*/ 1259114 w 1357085"/>
                <a:gd name="connsiteY14" fmla="*/ 359229 h 1433286"/>
                <a:gd name="connsiteX15" fmla="*/ 1255485 w 1357085"/>
                <a:gd name="connsiteY15" fmla="*/ 304800 h 1433286"/>
                <a:gd name="connsiteX16" fmla="*/ 1299028 w 1357085"/>
                <a:gd name="connsiteY16" fmla="*/ 279400 h 1433286"/>
                <a:gd name="connsiteX17" fmla="*/ 1291771 w 1357085"/>
                <a:gd name="connsiteY17" fmla="*/ 239486 h 1433286"/>
                <a:gd name="connsiteX18" fmla="*/ 1237343 w 1357085"/>
                <a:gd name="connsiteY18" fmla="*/ 217714 h 1433286"/>
                <a:gd name="connsiteX19" fmla="*/ 1233714 w 1357085"/>
                <a:gd name="connsiteY19" fmla="*/ 181429 h 1433286"/>
                <a:gd name="connsiteX20" fmla="*/ 1161143 w 1357085"/>
                <a:gd name="connsiteY20" fmla="*/ 112486 h 1433286"/>
                <a:gd name="connsiteX21" fmla="*/ 1124857 w 1357085"/>
                <a:gd name="connsiteY21" fmla="*/ 119743 h 1433286"/>
                <a:gd name="connsiteX22" fmla="*/ 1103085 w 1357085"/>
                <a:gd name="connsiteY22" fmla="*/ 87086 h 1433286"/>
                <a:gd name="connsiteX23" fmla="*/ 1005114 w 1357085"/>
                <a:gd name="connsiteY23" fmla="*/ 29029 h 1433286"/>
                <a:gd name="connsiteX24" fmla="*/ 957943 w 1357085"/>
                <a:gd name="connsiteY24" fmla="*/ 87086 h 1433286"/>
                <a:gd name="connsiteX25" fmla="*/ 907143 w 1357085"/>
                <a:gd name="connsiteY25" fmla="*/ 127000 h 1433286"/>
                <a:gd name="connsiteX26" fmla="*/ 867228 w 1357085"/>
                <a:gd name="connsiteY26" fmla="*/ 156029 h 1433286"/>
                <a:gd name="connsiteX27" fmla="*/ 816428 w 1357085"/>
                <a:gd name="connsiteY27" fmla="*/ 170543 h 1433286"/>
                <a:gd name="connsiteX28" fmla="*/ 780143 w 1357085"/>
                <a:gd name="connsiteY28" fmla="*/ 192314 h 1433286"/>
                <a:gd name="connsiteX29" fmla="*/ 736600 w 1357085"/>
                <a:gd name="connsiteY29" fmla="*/ 210457 h 1433286"/>
                <a:gd name="connsiteX30" fmla="*/ 653143 w 1357085"/>
                <a:gd name="connsiteY30" fmla="*/ 210457 h 1433286"/>
                <a:gd name="connsiteX31" fmla="*/ 620485 w 1357085"/>
                <a:gd name="connsiteY31" fmla="*/ 250372 h 1433286"/>
                <a:gd name="connsiteX32" fmla="*/ 602343 w 1357085"/>
                <a:gd name="connsiteY32" fmla="*/ 290286 h 1433286"/>
                <a:gd name="connsiteX33" fmla="*/ 555171 w 1357085"/>
                <a:gd name="connsiteY33" fmla="*/ 322943 h 1433286"/>
                <a:gd name="connsiteX34" fmla="*/ 529771 w 1357085"/>
                <a:gd name="connsiteY34" fmla="*/ 330200 h 1433286"/>
                <a:gd name="connsiteX35" fmla="*/ 551543 w 1357085"/>
                <a:gd name="connsiteY35" fmla="*/ 279400 h 1433286"/>
                <a:gd name="connsiteX36" fmla="*/ 547914 w 1357085"/>
                <a:gd name="connsiteY36" fmla="*/ 232229 h 1433286"/>
                <a:gd name="connsiteX37" fmla="*/ 595085 w 1357085"/>
                <a:gd name="connsiteY37" fmla="*/ 221343 h 1433286"/>
                <a:gd name="connsiteX38" fmla="*/ 664028 w 1357085"/>
                <a:gd name="connsiteY38" fmla="*/ 166914 h 1433286"/>
                <a:gd name="connsiteX39" fmla="*/ 725714 w 1357085"/>
                <a:gd name="connsiteY39" fmla="*/ 163286 h 1433286"/>
                <a:gd name="connsiteX40" fmla="*/ 798285 w 1357085"/>
                <a:gd name="connsiteY40" fmla="*/ 127000 h 1433286"/>
                <a:gd name="connsiteX41" fmla="*/ 834571 w 1357085"/>
                <a:gd name="connsiteY41" fmla="*/ 134257 h 1433286"/>
                <a:gd name="connsiteX42" fmla="*/ 892628 w 1357085"/>
                <a:gd name="connsiteY42" fmla="*/ 112486 h 1433286"/>
                <a:gd name="connsiteX43" fmla="*/ 838200 w 1357085"/>
                <a:gd name="connsiteY43" fmla="*/ 7257 h 1433286"/>
                <a:gd name="connsiteX44" fmla="*/ 783771 w 1357085"/>
                <a:gd name="connsiteY44" fmla="*/ 0 h 1433286"/>
                <a:gd name="connsiteX45" fmla="*/ 717913 w 1357085"/>
                <a:gd name="connsiteY45" fmla="*/ 32294 h 1433286"/>
                <a:gd name="connsiteX46" fmla="*/ 671285 w 1357085"/>
                <a:gd name="connsiteY46" fmla="*/ 76200 h 1433286"/>
                <a:gd name="connsiteX47" fmla="*/ 605971 w 1357085"/>
                <a:gd name="connsiteY47" fmla="*/ 108857 h 1433286"/>
                <a:gd name="connsiteX48" fmla="*/ 562428 w 1357085"/>
                <a:gd name="connsiteY48" fmla="*/ 123372 h 1433286"/>
                <a:gd name="connsiteX49" fmla="*/ 508000 w 1357085"/>
                <a:gd name="connsiteY49" fmla="*/ 83457 h 1433286"/>
                <a:gd name="connsiteX50" fmla="*/ 475343 w 1357085"/>
                <a:gd name="connsiteY50" fmla="*/ 101600 h 1433286"/>
                <a:gd name="connsiteX51" fmla="*/ 439057 w 1357085"/>
                <a:gd name="connsiteY51" fmla="*/ 76200 h 1433286"/>
                <a:gd name="connsiteX52" fmla="*/ 417285 w 1357085"/>
                <a:gd name="connsiteY52" fmla="*/ 108857 h 1433286"/>
                <a:gd name="connsiteX53" fmla="*/ 442685 w 1357085"/>
                <a:gd name="connsiteY53" fmla="*/ 174172 h 1433286"/>
                <a:gd name="connsiteX54" fmla="*/ 428171 w 1357085"/>
                <a:gd name="connsiteY54" fmla="*/ 210457 h 1433286"/>
                <a:gd name="connsiteX55" fmla="*/ 391885 w 1357085"/>
                <a:gd name="connsiteY55" fmla="*/ 217714 h 1433286"/>
                <a:gd name="connsiteX56" fmla="*/ 373743 w 1357085"/>
                <a:gd name="connsiteY56" fmla="*/ 264886 h 1433286"/>
                <a:gd name="connsiteX57" fmla="*/ 322943 w 1357085"/>
                <a:gd name="connsiteY57" fmla="*/ 275772 h 1433286"/>
                <a:gd name="connsiteX58" fmla="*/ 283028 w 1357085"/>
                <a:gd name="connsiteY58" fmla="*/ 304800 h 1433286"/>
                <a:gd name="connsiteX59" fmla="*/ 203200 w 1357085"/>
                <a:gd name="connsiteY59" fmla="*/ 297543 h 1433286"/>
                <a:gd name="connsiteX60" fmla="*/ 145143 w 1357085"/>
                <a:gd name="connsiteY60" fmla="*/ 239486 h 1433286"/>
                <a:gd name="connsiteX61" fmla="*/ 87085 w 1357085"/>
                <a:gd name="connsiteY61" fmla="*/ 250372 h 1433286"/>
                <a:gd name="connsiteX62" fmla="*/ 39914 w 1357085"/>
                <a:gd name="connsiteY62" fmla="*/ 279400 h 1433286"/>
                <a:gd name="connsiteX63" fmla="*/ 39914 w 1357085"/>
                <a:gd name="connsiteY63" fmla="*/ 322943 h 1433286"/>
                <a:gd name="connsiteX64" fmla="*/ 0 w 1357085"/>
                <a:gd name="connsiteY64" fmla="*/ 377372 h 1433286"/>
                <a:gd name="connsiteX65" fmla="*/ 50800 w 1357085"/>
                <a:gd name="connsiteY65" fmla="*/ 406400 h 1433286"/>
                <a:gd name="connsiteX66" fmla="*/ 72571 w 1357085"/>
                <a:gd name="connsiteY66" fmla="*/ 413657 h 1433286"/>
                <a:gd name="connsiteX67" fmla="*/ 72571 w 1357085"/>
                <a:gd name="connsiteY67" fmla="*/ 464457 h 1433286"/>
                <a:gd name="connsiteX68" fmla="*/ 39914 w 1357085"/>
                <a:gd name="connsiteY68" fmla="*/ 522514 h 1433286"/>
                <a:gd name="connsiteX69" fmla="*/ 54428 w 1357085"/>
                <a:gd name="connsiteY69" fmla="*/ 598714 h 1433286"/>
                <a:gd name="connsiteX70" fmla="*/ 79828 w 1357085"/>
                <a:gd name="connsiteY70" fmla="*/ 613229 h 1433286"/>
                <a:gd name="connsiteX71" fmla="*/ 90714 w 1357085"/>
                <a:gd name="connsiteY71" fmla="*/ 642257 h 1433286"/>
                <a:gd name="connsiteX72" fmla="*/ 54428 w 1357085"/>
                <a:gd name="connsiteY72" fmla="*/ 653143 h 1433286"/>
                <a:gd name="connsiteX73" fmla="*/ 68943 w 1357085"/>
                <a:gd name="connsiteY73" fmla="*/ 689429 h 1433286"/>
                <a:gd name="connsiteX74" fmla="*/ 43543 w 1357085"/>
                <a:gd name="connsiteY74" fmla="*/ 758372 h 1433286"/>
                <a:gd name="connsiteX75" fmla="*/ 61685 w 1357085"/>
                <a:gd name="connsiteY75" fmla="*/ 801914 h 1433286"/>
                <a:gd name="connsiteX76" fmla="*/ 101600 w 1357085"/>
                <a:gd name="connsiteY76" fmla="*/ 830943 h 1433286"/>
                <a:gd name="connsiteX77" fmla="*/ 83457 w 1357085"/>
                <a:gd name="connsiteY77" fmla="*/ 928914 h 1433286"/>
                <a:gd name="connsiteX78" fmla="*/ 68943 w 1357085"/>
                <a:gd name="connsiteY78" fmla="*/ 947057 h 1433286"/>
                <a:gd name="connsiteX79" fmla="*/ 72571 w 1357085"/>
                <a:gd name="connsiteY79" fmla="*/ 961572 h 1433286"/>
                <a:gd name="connsiteX80" fmla="*/ 264885 w 1357085"/>
                <a:gd name="connsiteY80" fmla="*/ 889000 h 1433286"/>
                <a:gd name="connsiteX81" fmla="*/ 264885 w 1357085"/>
                <a:gd name="connsiteY81" fmla="*/ 852714 h 1433286"/>
                <a:gd name="connsiteX82" fmla="*/ 391885 w 1357085"/>
                <a:gd name="connsiteY82" fmla="*/ 830943 h 1433286"/>
                <a:gd name="connsiteX83" fmla="*/ 449943 w 1357085"/>
                <a:gd name="connsiteY83" fmla="*/ 881743 h 1433286"/>
                <a:gd name="connsiteX84" fmla="*/ 482600 w 1357085"/>
                <a:gd name="connsiteY84" fmla="*/ 845457 h 1433286"/>
                <a:gd name="connsiteX85" fmla="*/ 526143 w 1357085"/>
                <a:gd name="connsiteY85" fmla="*/ 849086 h 1433286"/>
                <a:gd name="connsiteX86" fmla="*/ 555171 w 1357085"/>
                <a:gd name="connsiteY86" fmla="*/ 914400 h 1433286"/>
                <a:gd name="connsiteX87" fmla="*/ 587828 w 1357085"/>
                <a:gd name="connsiteY87" fmla="*/ 932543 h 1433286"/>
                <a:gd name="connsiteX88" fmla="*/ 620485 w 1357085"/>
                <a:gd name="connsiteY88" fmla="*/ 954314 h 1433286"/>
                <a:gd name="connsiteX89" fmla="*/ 674914 w 1357085"/>
                <a:gd name="connsiteY89" fmla="*/ 936172 h 1433286"/>
                <a:gd name="connsiteX90" fmla="*/ 791028 w 1357085"/>
                <a:gd name="connsiteY90" fmla="*/ 1034143 h 1433286"/>
                <a:gd name="connsiteX91" fmla="*/ 834571 w 1357085"/>
                <a:gd name="connsiteY91" fmla="*/ 1023257 h 1433286"/>
                <a:gd name="connsiteX92" fmla="*/ 921657 w 1357085"/>
                <a:gd name="connsiteY92" fmla="*/ 1045029 h 1433286"/>
                <a:gd name="connsiteX93" fmla="*/ 961571 w 1357085"/>
                <a:gd name="connsiteY93" fmla="*/ 1113972 h 1433286"/>
                <a:gd name="connsiteX94" fmla="*/ 903514 w 1357085"/>
                <a:gd name="connsiteY94" fmla="*/ 1280886 h 1433286"/>
                <a:gd name="connsiteX95" fmla="*/ 903514 w 1357085"/>
                <a:gd name="connsiteY95" fmla="*/ 1317172 h 1433286"/>
                <a:gd name="connsiteX96" fmla="*/ 932543 w 1357085"/>
                <a:gd name="connsiteY96" fmla="*/ 1328057 h 1433286"/>
                <a:gd name="connsiteX97" fmla="*/ 936171 w 1357085"/>
                <a:gd name="connsiteY97" fmla="*/ 1378857 h 1433286"/>
                <a:gd name="connsiteX98" fmla="*/ 1030514 w 1357085"/>
                <a:gd name="connsiteY98" fmla="*/ 1433286 h 1433286"/>
                <a:gd name="connsiteX0" fmla="*/ 1030514 w 1357085"/>
                <a:gd name="connsiteY0" fmla="*/ 1433286 h 1433286"/>
                <a:gd name="connsiteX1" fmla="*/ 1099457 w 1357085"/>
                <a:gd name="connsiteY1" fmla="*/ 1338943 h 1433286"/>
                <a:gd name="connsiteX2" fmla="*/ 1081314 w 1357085"/>
                <a:gd name="connsiteY2" fmla="*/ 1273629 h 1433286"/>
                <a:gd name="connsiteX3" fmla="*/ 1121228 w 1357085"/>
                <a:gd name="connsiteY3" fmla="*/ 1034143 h 1433286"/>
                <a:gd name="connsiteX4" fmla="*/ 1099457 w 1357085"/>
                <a:gd name="connsiteY4" fmla="*/ 997857 h 1433286"/>
                <a:gd name="connsiteX5" fmla="*/ 1121228 w 1357085"/>
                <a:gd name="connsiteY5" fmla="*/ 947057 h 1433286"/>
                <a:gd name="connsiteX6" fmla="*/ 1113971 w 1357085"/>
                <a:gd name="connsiteY6" fmla="*/ 849086 h 1433286"/>
                <a:gd name="connsiteX7" fmla="*/ 1132114 w 1357085"/>
                <a:gd name="connsiteY7" fmla="*/ 740229 h 1433286"/>
                <a:gd name="connsiteX8" fmla="*/ 1150257 w 1357085"/>
                <a:gd name="connsiteY8" fmla="*/ 631372 h 1433286"/>
                <a:gd name="connsiteX9" fmla="*/ 1164771 w 1357085"/>
                <a:gd name="connsiteY9" fmla="*/ 584200 h 1433286"/>
                <a:gd name="connsiteX10" fmla="*/ 1201057 w 1357085"/>
                <a:gd name="connsiteY10" fmla="*/ 631372 h 1433286"/>
                <a:gd name="connsiteX11" fmla="*/ 1357085 w 1357085"/>
                <a:gd name="connsiteY11" fmla="*/ 406400 h 1433286"/>
                <a:gd name="connsiteX12" fmla="*/ 1317171 w 1357085"/>
                <a:gd name="connsiteY12" fmla="*/ 399143 h 1433286"/>
                <a:gd name="connsiteX13" fmla="*/ 1299028 w 1357085"/>
                <a:gd name="connsiteY13" fmla="*/ 366486 h 1433286"/>
                <a:gd name="connsiteX14" fmla="*/ 1259114 w 1357085"/>
                <a:gd name="connsiteY14" fmla="*/ 359229 h 1433286"/>
                <a:gd name="connsiteX15" fmla="*/ 1255485 w 1357085"/>
                <a:gd name="connsiteY15" fmla="*/ 304800 h 1433286"/>
                <a:gd name="connsiteX16" fmla="*/ 1299028 w 1357085"/>
                <a:gd name="connsiteY16" fmla="*/ 279400 h 1433286"/>
                <a:gd name="connsiteX17" fmla="*/ 1291771 w 1357085"/>
                <a:gd name="connsiteY17" fmla="*/ 239486 h 1433286"/>
                <a:gd name="connsiteX18" fmla="*/ 1237343 w 1357085"/>
                <a:gd name="connsiteY18" fmla="*/ 217714 h 1433286"/>
                <a:gd name="connsiteX19" fmla="*/ 1233714 w 1357085"/>
                <a:gd name="connsiteY19" fmla="*/ 181429 h 1433286"/>
                <a:gd name="connsiteX20" fmla="*/ 1161143 w 1357085"/>
                <a:gd name="connsiteY20" fmla="*/ 112486 h 1433286"/>
                <a:gd name="connsiteX21" fmla="*/ 1124857 w 1357085"/>
                <a:gd name="connsiteY21" fmla="*/ 119743 h 1433286"/>
                <a:gd name="connsiteX22" fmla="*/ 1103085 w 1357085"/>
                <a:gd name="connsiteY22" fmla="*/ 87086 h 1433286"/>
                <a:gd name="connsiteX23" fmla="*/ 1005114 w 1357085"/>
                <a:gd name="connsiteY23" fmla="*/ 29029 h 1433286"/>
                <a:gd name="connsiteX24" fmla="*/ 957943 w 1357085"/>
                <a:gd name="connsiteY24" fmla="*/ 87086 h 1433286"/>
                <a:gd name="connsiteX25" fmla="*/ 907143 w 1357085"/>
                <a:gd name="connsiteY25" fmla="*/ 127000 h 1433286"/>
                <a:gd name="connsiteX26" fmla="*/ 867228 w 1357085"/>
                <a:gd name="connsiteY26" fmla="*/ 156029 h 1433286"/>
                <a:gd name="connsiteX27" fmla="*/ 816428 w 1357085"/>
                <a:gd name="connsiteY27" fmla="*/ 170543 h 1433286"/>
                <a:gd name="connsiteX28" fmla="*/ 780143 w 1357085"/>
                <a:gd name="connsiteY28" fmla="*/ 192314 h 1433286"/>
                <a:gd name="connsiteX29" fmla="*/ 736600 w 1357085"/>
                <a:gd name="connsiteY29" fmla="*/ 210457 h 1433286"/>
                <a:gd name="connsiteX30" fmla="*/ 653143 w 1357085"/>
                <a:gd name="connsiteY30" fmla="*/ 210457 h 1433286"/>
                <a:gd name="connsiteX31" fmla="*/ 620485 w 1357085"/>
                <a:gd name="connsiteY31" fmla="*/ 250372 h 1433286"/>
                <a:gd name="connsiteX32" fmla="*/ 602343 w 1357085"/>
                <a:gd name="connsiteY32" fmla="*/ 290286 h 1433286"/>
                <a:gd name="connsiteX33" fmla="*/ 555171 w 1357085"/>
                <a:gd name="connsiteY33" fmla="*/ 322943 h 1433286"/>
                <a:gd name="connsiteX34" fmla="*/ 529771 w 1357085"/>
                <a:gd name="connsiteY34" fmla="*/ 330200 h 1433286"/>
                <a:gd name="connsiteX35" fmla="*/ 551543 w 1357085"/>
                <a:gd name="connsiteY35" fmla="*/ 279400 h 1433286"/>
                <a:gd name="connsiteX36" fmla="*/ 547914 w 1357085"/>
                <a:gd name="connsiteY36" fmla="*/ 232229 h 1433286"/>
                <a:gd name="connsiteX37" fmla="*/ 595085 w 1357085"/>
                <a:gd name="connsiteY37" fmla="*/ 221343 h 1433286"/>
                <a:gd name="connsiteX38" fmla="*/ 664028 w 1357085"/>
                <a:gd name="connsiteY38" fmla="*/ 166914 h 1433286"/>
                <a:gd name="connsiteX39" fmla="*/ 725714 w 1357085"/>
                <a:gd name="connsiteY39" fmla="*/ 163286 h 1433286"/>
                <a:gd name="connsiteX40" fmla="*/ 798285 w 1357085"/>
                <a:gd name="connsiteY40" fmla="*/ 127000 h 1433286"/>
                <a:gd name="connsiteX41" fmla="*/ 834571 w 1357085"/>
                <a:gd name="connsiteY41" fmla="*/ 134257 h 1433286"/>
                <a:gd name="connsiteX42" fmla="*/ 892628 w 1357085"/>
                <a:gd name="connsiteY42" fmla="*/ 112486 h 1433286"/>
                <a:gd name="connsiteX43" fmla="*/ 838200 w 1357085"/>
                <a:gd name="connsiteY43" fmla="*/ 7257 h 1433286"/>
                <a:gd name="connsiteX44" fmla="*/ 783771 w 1357085"/>
                <a:gd name="connsiteY44" fmla="*/ 0 h 1433286"/>
                <a:gd name="connsiteX45" fmla="*/ 717913 w 1357085"/>
                <a:gd name="connsiteY45" fmla="*/ 32294 h 1433286"/>
                <a:gd name="connsiteX46" fmla="*/ 667475 w 1357085"/>
                <a:gd name="connsiteY46" fmla="*/ 64770 h 1433286"/>
                <a:gd name="connsiteX47" fmla="*/ 605971 w 1357085"/>
                <a:gd name="connsiteY47" fmla="*/ 108857 h 1433286"/>
                <a:gd name="connsiteX48" fmla="*/ 562428 w 1357085"/>
                <a:gd name="connsiteY48" fmla="*/ 123372 h 1433286"/>
                <a:gd name="connsiteX49" fmla="*/ 508000 w 1357085"/>
                <a:gd name="connsiteY49" fmla="*/ 83457 h 1433286"/>
                <a:gd name="connsiteX50" fmla="*/ 475343 w 1357085"/>
                <a:gd name="connsiteY50" fmla="*/ 101600 h 1433286"/>
                <a:gd name="connsiteX51" fmla="*/ 439057 w 1357085"/>
                <a:gd name="connsiteY51" fmla="*/ 76200 h 1433286"/>
                <a:gd name="connsiteX52" fmla="*/ 417285 w 1357085"/>
                <a:gd name="connsiteY52" fmla="*/ 108857 h 1433286"/>
                <a:gd name="connsiteX53" fmla="*/ 442685 w 1357085"/>
                <a:gd name="connsiteY53" fmla="*/ 174172 h 1433286"/>
                <a:gd name="connsiteX54" fmla="*/ 428171 w 1357085"/>
                <a:gd name="connsiteY54" fmla="*/ 210457 h 1433286"/>
                <a:gd name="connsiteX55" fmla="*/ 391885 w 1357085"/>
                <a:gd name="connsiteY55" fmla="*/ 217714 h 1433286"/>
                <a:gd name="connsiteX56" fmla="*/ 373743 w 1357085"/>
                <a:gd name="connsiteY56" fmla="*/ 264886 h 1433286"/>
                <a:gd name="connsiteX57" fmla="*/ 322943 w 1357085"/>
                <a:gd name="connsiteY57" fmla="*/ 275772 h 1433286"/>
                <a:gd name="connsiteX58" fmla="*/ 283028 w 1357085"/>
                <a:gd name="connsiteY58" fmla="*/ 304800 h 1433286"/>
                <a:gd name="connsiteX59" fmla="*/ 203200 w 1357085"/>
                <a:gd name="connsiteY59" fmla="*/ 297543 h 1433286"/>
                <a:gd name="connsiteX60" fmla="*/ 145143 w 1357085"/>
                <a:gd name="connsiteY60" fmla="*/ 239486 h 1433286"/>
                <a:gd name="connsiteX61" fmla="*/ 87085 w 1357085"/>
                <a:gd name="connsiteY61" fmla="*/ 250372 h 1433286"/>
                <a:gd name="connsiteX62" fmla="*/ 39914 w 1357085"/>
                <a:gd name="connsiteY62" fmla="*/ 279400 h 1433286"/>
                <a:gd name="connsiteX63" fmla="*/ 39914 w 1357085"/>
                <a:gd name="connsiteY63" fmla="*/ 322943 h 1433286"/>
                <a:gd name="connsiteX64" fmla="*/ 0 w 1357085"/>
                <a:gd name="connsiteY64" fmla="*/ 377372 h 1433286"/>
                <a:gd name="connsiteX65" fmla="*/ 50800 w 1357085"/>
                <a:gd name="connsiteY65" fmla="*/ 406400 h 1433286"/>
                <a:gd name="connsiteX66" fmla="*/ 72571 w 1357085"/>
                <a:gd name="connsiteY66" fmla="*/ 413657 h 1433286"/>
                <a:gd name="connsiteX67" fmla="*/ 72571 w 1357085"/>
                <a:gd name="connsiteY67" fmla="*/ 464457 h 1433286"/>
                <a:gd name="connsiteX68" fmla="*/ 39914 w 1357085"/>
                <a:gd name="connsiteY68" fmla="*/ 522514 h 1433286"/>
                <a:gd name="connsiteX69" fmla="*/ 54428 w 1357085"/>
                <a:gd name="connsiteY69" fmla="*/ 598714 h 1433286"/>
                <a:gd name="connsiteX70" fmla="*/ 79828 w 1357085"/>
                <a:gd name="connsiteY70" fmla="*/ 613229 h 1433286"/>
                <a:gd name="connsiteX71" fmla="*/ 90714 w 1357085"/>
                <a:gd name="connsiteY71" fmla="*/ 642257 h 1433286"/>
                <a:gd name="connsiteX72" fmla="*/ 54428 w 1357085"/>
                <a:gd name="connsiteY72" fmla="*/ 653143 h 1433286"/>
                <a:gd name="connsiteX73" fmla="*/ 68943 w 1357085"/>
                <a:gd name="connsiteY73" fmla="*/ 689429 h 1433286"/>
                <a:gd name="connsiteX74" fmla="*/ 43543 w 1357085"/>
                <a:gd name="connsiteY74" fmla="*/ 758372 h 1433286"/>
                <a:gd name="connsiteX75" fmla="*/ 61685 w 1357085"/>
                <a:gd name="connsiteY75" fmla="*/ 801914 h 1433286"/>
                <a:gd name="connsiteX76" fmla="*/ 101600 w 1357085"/>
                <a:gd name="connsiteY76" fmla="*/ 830943 h 1433286"/>
                <a:gd name="connsiteX77" fmla="*/ 83457 w 1357085"/>
                <a:gd name="connsiteY77" fmla="*/ 928914 h 1433286"/>
                <a:gd name="connsiteX78" fmla="*/ 68943 w 1357085"/>
                <a:gd name="connsiteY78" fmla="*/ 947057 h 1433286"/>
                <a:gd name="connsiteX79" fmla="*/ 72571 w 1357085"/>
                <a:gd name="connsiteY79" fmla="*/ 961572 h 1433286"/>
                <a:gd name="connsiteX80" fmla="*/ 264885 w 1357085"/>
                <a:gd name="connsiteY80" fmla="*/ 889000 h 1433286"/>
                <a:gd name="connsiteX81" fmla="*/ 264885 w 1357085"/>
                <a:gd name="connsiteY81" fmla="*/ 852714 h 1433286"/>
                <a:gd name="connsiteX82" fmla="*/ 391885 w 1357085"/>
                <a:gd name="connsiteY82" fmla="*/ 830943 h 1433286"/>
                <a:gd name="connsiteX83" fmla="*/ 449943 w 1357085"/>
                <a:gd name="connsiteY83" fmla="*/ 881743 h 1433286"/>
                <a:gd name="connsiteX84" fmla="*/ 482600 w 1357085"/>
                <a:gd name="connsiteY84" fmla="*/ 845457 h 1433286"/>
                <a:gd name="connsiteX85" fmla="*/ 526143 w 1357085"/>
                <a:gd name="connsiteY85" fmla="*/ 849086 h 1433286"/>
                <a:gd name="connsiteX86" fmla="*/ 555171 w 1357085"/>
                <a:gd name="connsiteY86" fmla="*/ 914400 h 1433286"/>
                <a:gd name="connsiteX87" fmla="*/ 587828 w 1357085"/>
                <a:gd name="connsiteY87" fmla="*/ 932543 h 1433286"/>
                <a:gd name="connsiteX88" fmla="*/ 620485 w 1357085"/>
                <a:gd name="connsiteY88" fmla="*/ 954314 h 1433286"/>
                <a:gd name="connsiteX89" fmla="*/ 674914 w 1357085"/>
                <a:gd name="connsiteY89" fmla="*/ 936172 h 1433286"/>
                <a:gd name="connsiteX90" fmla="*/ 791028 w 1357085"/>
                <a:gd name="connsiteY90" fmla="*/ 1034143 h 1433286"/>
                <a:gd name="connsiteX91" fmla="*/ 834571 w 1357085"/>
                <a:gd name="connsiteY91" fmla="*/ 1023257 h 1433286"/>
                <a:gd name="connsiteX92" fmla="*/ 921657 w 1357085"/>
                <a:gd name="connsiteY92" fmla="*/ 1045029 h 1433286"/>
                <a:gd name="connsiteX93" fmla="*/ 961571 w 1357085"/>
                <a:gd name="connsiteY93" fmla="*/ 1113972 h 1433286"/>
                <a:gd name="connsiteX94" fmla="*/ 903514 w 1357085"/>
                <a:gd name="connsiteY94" fmla="*/ 1280886 h 1433286"/>
                <a:gd name="connsiteX95" fmla="*/ 903514 w 1357085"/>
                <a:gd name="connsiteY95" fmla="*/ 1317172 h 1433286"/>
                <a:gd name="connsiteX96" fmla="*/ 932543 w 1357085"/>
                <a:gd name="connsiteY96" fmla="*/ 1328057 h 1433286"/>
                <a:gd name="connsiteX97" fmla="*/ 936171 w 1357085"/>
                <a:gd name="connsiteY97" fmla="*/ 1378857 h 1433286"/>
                <a:gd name="connsiteX98" fmla="*/ 1030514 w 1357085"/>
                <a:gd name="connsiteY98" fmla="*/ 1433286 h 1433286"/>
                <a:gd name="connsiteX0" fmla="*/ 1030514 w 1357085"/>
                <a:gd name="connsiteY0" fmla="*/ 1444716 h 1444716"/>
                <a:gd name="connsiteX1" fmla="*/ 1099457 w 1357085"/>
                <a:gd name="connsiteY1" fmla="*/ 1350373 h 1444716"/>
                <a:gd name="connsiteX2" fmla="*/ 1081314 w 1357085"/>
                <a:gd name="connsiteY2" fmla="*/ 1285059 h 1444716"/>
                <a:gd name="connsiteX3" fmla="*/ 1121228 w 1357085"/>
                <a:gd name="connsiteY3" fmla="*/ 1045573 h 1444716"/>
                <a:gd name="connsiteX4" fmla="*/ 1099457 w 1357085"/>
                <a:gd name="connsiteY4" fmla="*/ 1009287 h 1444716"/>
                <a:gd name="connsiteX5" fmla="*/ 1121228 w 1357085"/>
                <a:gd name="connsiteY5" fmla="*/ 958487 h 1444716"/>
                <a:gd name="connsiteX6" fmla="*/ 1113971 w 1357085"/>
                <a:gd name="connsiteY6" fmla="*/ 860516 h 1444716"/>
                <a:gd name="connsiteX7" fmla="*/ 1132114 w 1357085"/>
                <a:gd name="connsiteY7" fmla="*/ 751659 h 1444716"/>
                <a:gd name="connsiteX8" fmla="*/ 1150257 w 1357085"/>
                <a:gd name="connsiteY8" fmla="*/ 642802 h 1444716"/>
                <a:gd name="connsiteX9" fmla="*/ 1164771 w 1357085"/>
                <a:gd name="connsiteY9" fmla="*/ 595630 h 1444716"/>
                <a:gd name="connsiteX10" fmla="*/ 1201057 w 1357085"/>
                <a:gd name="connsiteY10" fmla="*/ 642802 h 1444716"/>
                <a:gd name="connsiteX11" fmla="*/ 1357085 w 1357085"/>
                <a:gd name="connsiteY11" fmla="*/ 417830 h 1444716"/>
                <a:gd name="connsiteX12" fmla="*/ 1317171 w 1357085"/>
                <a:gd name="connsiteY12" fmla="*/ 410573 h 1444716"/>
                <a:gd name="connsiteX13" fmla="*/ 1299028 w 1357085"/>
                <a:gd name="connsiteY13" fmla="*/ 377916 h 1444716"/>
                <a:gd name="connsiteX14" fmla="*/ 1259114 w 1357085"/>
                <a:gd name="connsiteY14" fmla="*/ 370659 h 1444716"/>
                <a:gd name="connsiteX15" fmla="*/ 1255485 w 1357085"/>
                <a:gd name="connsiteY15" fmla="*/ 316230 h 1444716"/>
                <a:gd name="connsiteX16" fmla="*/ 1299028 w 1357085"/>
                <a:gd name="connsiteY16" fmla="*/ 290830 h 1444716"/>
                <a:gd name="connsiteX17" fmla="*/ 1291771 w 1357085"/>
                <a:gd name="connsiteY17" fmla="*/ 250916 h 1444716"/>
                <a:gd name="connsiteX18" fmla="*/ 1237343 w 1357085"/>
                <a:gd name="connsiteY18" fmla="*/ 229144 h 1444716"/>
                <a:gd name="connsiteX19" fmla="*/ 1233714 w 1357085"/>
                <a:gd name="connsiteY19" fmla="*/ 192859 h 1444716"/>
                <a:gd name="connsiteX20" fmla="*/ 1161143 w 1357085"/>
                <a:gd name="connsiteY20" fmla="*/ 123916 h 1444716"/>
                <a:gd name="connsiteX21" fmla="*/ 1124857 w 1357085"/>
                <a:gd name="connsiteY21" fmla="*/ 131173 h 1444716"/>
                <a:gd name="connsiteX22" fmla="*/ 1103085 w 1357085"/>
                <a:gd name="connsiteY22" fmla="*/ 98516 h 1444716"/>
                <a:gd name="connsiteX23" fmla="*/ 1005114 w 1357085"/>
                <a:gd name="connsiteY23" fmla="*/ 40459 h 1444716"/>
                <a:gd name="connsiteX24" fmla="*/ 957943 w 1357085"/>
                <a:gd name="connsiteY24" fmla="*/ 98516 h 1444716"/>
                <a:gd name="connsiteX25" fmla="*/ 907143 w 1357085"/>
                <a:gd name="connsiteY25" fmla="*/ 138430 h 1444716"/>
                <a:gd name="connsiteX26" fmla="*/ 867228 w 1357085"/>
                <a:gd name="connsiteY26" fmla="*/ 167459 h 1444716"/>
                <a:gd name="connsiteX27" fmla="*/ 816428 w 1357085"/>
                <a:gd name="connsiteY27" fmla="*/ 181973 h 1444716"/>
                <a:gd name="connsiteX28" fmla="*/ 780143 w 1357085"/>
                <a:gd name="connsiteY28" fmla="*/ 203744 h 1444716"/>
                <a:gd name="connsiteX29" fmla="*/ 736600 w 1357085"/>
                <a:gd name="connsiteY29" fmla="*/ 221887 h 1444716"/>
                <a:gd name="connsiteX30" fmla="*/ 653143 w 1357085"/>
                <a:gd name="connsiteY30" fmla="*/ 221887 h 1444716"/>
                <a:gd name="connsiteX31" fmla="*/ 620485 w 1357085"/>
                <a:gd name="connsiteY31" fmla="*/ 261802 h 1444716"/>
                <a:gd name="connsiteX32" fmla="*/ 602343 w 1357085"/>
                <a:gd name="connsiteY32" fmla="*/ 301716 h 1444716"/>
                <a:gd name="connsiteX33" fmla="*/ 555171 w 1357085"/>
                <a:gd name="connsiteY33" fmla="*/ 334373 h 1444716"/>
                <a:gd name="connsiteX34" fmla="*/ 529771 w 1357085"/>
                <a:gd name="connsiteY34" fmla="*/ 341630 h 1444716"/>
                <a:gd name="connsiteX35" fmla="*/ 551543 w 1357085"/>
                <a:gd name="connsiteY35" fmla="*/ 290830 h 1444716"/>
                <a:gd name="connsiteX36" fmla="*/ 547914 w 1357085"/>
                <a:gd name="connsiteY36" fmla="*/ 243659 h 1444716"/>
                <a:gd name="connsiteX37" fmla="*/ 595085 w 1357085"/>
                <a:gd name="connsiteY37" fmla="*/ 232773 h 1444716"/>
                <a:gd name="connsiteX38" fmla="*/ 664028 w 1357085"/>
                <a:gd name="connsiteY38" fmla="*/ 178344 h 1444716"/>
                <a:gd name="connsiteX39" fmla="*/ 725714 w 1357085"/>
                <a:gd name="connsiteY39" fmla="*/ 174716 h 1444716"/>
                <a:gd name="connsiteX40" fmla="*/ 798285 w 1357085"/>
                <a:gd name="connsiteY40" fmla="*/ 138430 h 1444716"/>
                <a:gd name="connsiteX41" fmla="*/ 834571 w 1357085"/>
                <a:gd name="connsiteY41" fmla="*/ 145687 h 1444716"/>
                <a:gd name="connsiteX42" fmla="*/ 892628 w 1357085"/>
                <a:gd name="connsiteY42" fmla="*/ 123916 h 1444716"/>
                <a:gd name="connsiteX43" fmla="*/ 838200 w 1357085"/>
                <a:gd name="connsiteY43" fmla="*/ 18687 h 1444716"/>
                <a:gd name="connsiteX44" fmla="*/ 783771 w 1357085"/>
                <a:gd name="connsiteY44" fmla="*/ 0 h 1444716"/>
                <a:gd name="connsiteX45" fmla="*/ 717913 w 1357085"/>
                <a:gd name="connsiteY45" fmla="*/ 43724 h 1444716"/>
                <a:gd name="connsiteX46" fmla="*/ 667475 w 1357085"/>
                <a:gd name="connsiteY46" fmla="*/ 76200 h 1444716"/>
                <a:gd name="connsiteX47" fmla="*/ 605971 w 1357085"/>
                <a:gd name="connsiteY47" fmla="*/ 120287 h 1444716"/>
                <a:gd name="connsiteX48" fmla="*/ 562428 w 1357085"/>
                <a:gd name="connsiteY48" fmla="*/ 134802 h 1444716"/>
                <a:gd name="connsiteX49" fmla="*/ 508000 w 1357085"/>
                <a:gd name="connsiteY49" fmla="*/ 94887 h 1444716"/>
                <a:gd name="connsiteX50" fmla="*/ 475343 w 1357085"/>
                <a:gd name="connsiteY50" fmla="*/ 113030 h 1444716"/>
                <a:gd name="connsiteX51" fmla="*/ 439057 w 1357085"/>
                <a:gd name="connsiteY51" fmla="*/ 87630 h 1444716"/>
                <a:gd name="connsiteX52" fmla="*/ 417285 w 1357085"/>
                <a:gd name="connsiteY52" fmla="*/ 120287 h 1444716"/>
                <a:gd name="connsiteX53" fmla="*/ 442685 w 1357085"/>
                <a:gd name="connsiteY53" fmla="*/ 185602 h 1444716"/>
                <a:gd name="connsiteX54" fmla="*/ 428171 w 1357085"/>
                <a:gd name="connsiteY54" fmla="*/ 221887 h 1444716"/>
                <a:gd name="connsiteX55" fmla="*/ 391885 w 1357085"/>
                <a:gd name="connsiteY55" fmla="*/ 229144 h 1444716"/>
                <a:gd name="connsiteX56" fmla="*/ 373743 w 1357085"/>
                <a:gd name="connsiteY56" fmla="*/ 276316 h 1444716"/>
                <a:gd name="connsiteX57" fmla="*/ 322943 w 1357085"/>
                <a:gd name="connsiteY57" fmla="*/ 287202 h 1444716"/>
                <a:gd name="connsiteX58" fmla="*/ 283028 w 1357085"/>
                <a:gd name="connsiteY58" fmla="*/ 316230 h 1444716"/>
                <a:gd name="connsiteX59" fmla="*/ 203200 w 1357085"/>
                <a:gd name="connsiteY59" fmla="*/ 308973 h 1444716"/>
                <a:gd name="connsiteX60" fmla="*/ 145143 w 1357085"/>
                <a:gd name="connsiteY60" fmla="*/ 250916 h 1444716"/>
                <a:gd name="connsiteX61" fmla="*/ 87085 w 1357085"/>
                <a:gd name="connsiteY61" fmla="*/ 261802 h 1444716"/>
                <a:gd name="connsiteX62" fmla="*/ 39914 w 1357085"/>
                <a:gd name="connsiteY62" fmla="*/ 290830 h 1444716"/>
                <a:gd name="connsiteX63" fmla="*/ 39914 w 1357085"/>
                <a:gd name="connsiteY63" fmla="*/ 334373 h 1444716"/>
                <a:gd name="connsiteX64" fmla="*/ 0 w 1357085"/>
                <a:gd name="connsiteY64" fmla="*/ 388802 h 1444716"/>
                <a:gd name="connsiteX65" fmla="*/ 50800 w 1357085"/>
                <a:gd name="connsiteY65" fmla="*/ 417830 h 1444716"/>
                <a:gd name="connsiteX66" fmla="*/ 72571 w 1357085"/>
                <a:gd name="connsiteY66" fmla="*/ 425087 h 1444716"/>
                <a:gd name="connsiteX67" fmla="*/ 72571 w 1357085"/>
                <a:gd name="connsiteY67" fmla="*/ 475887 h 1444716"/>
                <a:gd name="connsiteX68" fmla="*/ 39914 w 1357085"/>
                <a:gd name="connsiteY68" fmla="*/ 533944 h 1444716"/>
                <a:gd name="connsiteX69" fmla="*/ 54428 w 1357085"/>
                <a:gd name="connsiteY69" fmla="*/ 610144 h 1444716"/>
                <a:gd name="connsiteX70" fmla="*/ 79828 w 1357085"/>
                <a:gd name="connsiteY70" fmla="*/ 624659 h 1444716"/>
                <a:gd name="connsiteX71" fmla="*/ 90714 w 1357085"/>
                <a:gd name="connsiteY71" fmla="*/ 653687 h 1444716"/>
                <a:gd name="connsiteX72" fmla="*/ 54428 w 1357085"/>
                <a:gd name="connsiteY72" fmla="*/ 664573 h 1444716"/>
                <a:gd name="connsiteX73" fmla="*/ 68943 w 1357085"/>
                <a:gd name="connsiteY73" fmla="*/ 700859 h 1444716"/>
                <a:gd name="connsiteX74" fmla="*/ 43543 w 1357085"/>
                <a:gd name="connsiteY74" fmla="*/ 769802 h 1444716"/>
                <a:gd name="connsiteX75" fmla="*/ 61685 w 1357085"/>
                <a:gd name="connsiteY75" fmla="*/ 813344 h 1444716"/>
                <a:gd name="connsiteX76" fmla="*/ 101600 w 1357085"/>
                <a:gd name="connsiteY76" fmla="*/ 842373 h 1444716"/>
                <a:gd name="connsiteX77" fmla="*/ 83457 w 1357085"/>
                <a:gd name="connsiteY77" fmla="*/ 940344 h 1444716"/>
                <a:gd name="connsiteX78" fmla="*/ 68943 w 1357085"/>
                <a:gd name="connsiteY78" fmla="*/ 958487 h 1444716"/>
                <a:gd name="connsiteX79" fmla="*/ 72571 w 1357085"/>
                <a:gd name="connsiteY79" fmla="*/ 973002 h 1444716"/>
                <a:gd name="connsiteX80" fmla="*/ 264885 w 1357085"/>
                <a:gd name="connsiteY80" fmla="*/ 900430 h 1444716"/>
                <a:gd name="connsiteX81" fmla="*/ 264885 w 1357085"/>
                <a:gd name="connsiteY81" fmla="*/ 864144 h 1444716"/>
                <a:gd name="connsiteX82" fmla="*/ 391885 w 1357085"/>
                <a:gd name="connsiteY82" fmla="*/ 842373 h 1444716"/>
                <a:gd name="connsiteX83" fmla="*/ 449943 w 1357085"/>
                <a:gd name="connsiteY83" fmla="*/ 893173 h 1444716"/>
                <a:gd name="connsiteX84" fmla="*/ 482600 w 1357085"/>
                <a:gd name="connsiteY84" fmla="*/ 856887 h 1444716"/>
                <a:gd name="connsiteX85" fmla="*/ 526143 w 1357085"/>
                <a:gd name="connsiteY85" fmla="*/ 860516 h 1444716"/>
                <a:gd name="connsiteX86" fmla="*/ 555171 w 1357085"/>
                <a:gd name="connsiteY86" fmla="*/ 925830 h 1444716"/>
                <a:gd name="connsiteX87" fmla="*/ 587828 w 1357085"/>
                <a:gd name="connsiteY87" fmla="*/ 943973 h 1444716"/>
                <a:gd name="connsiteX88" fmla="*/ 620485 w 1357085"/>
                <a:gd name="connsiteY88" fmla="*/ 965744 h 1444716"/>
                <a:gd name="connsiteX89" fmla="*/ 674914 w 1357085"/>
                <a:gd name="connsiteY89" fmla="*/ 947602 h 1444716"/>
                <a:gd name="connsiteX90" fmla="*/ 791028 w 1357085"/>
                <a:gd name="connsiteY90" fmla="*/ 1045573 h 1444716"/>
                <a:gd name="connsiteX91" fmla="*/ 834571 w 1357085"/>
                <a:gd name="connsiteY91" fmla="*/ 1034687 h 1444716"/>
                <a:gd name="connsiteX92" fmla="*/ 921657 w 1357085"/>
                <a:gd name="connsiteY92" fmla="*/ 1056459 h 1444716"/>
                <a:gd name="connsiteX93" fmla="*/ 961571 w 1357085"/>
                <a:gd name="connsiteY93" fmla="*/ 1125402 h 1444716"/>
                <a:gd name="connsiteX94" fmla="*/ 903514 w 1357085"/>
                <a:gd name="connsiteY94" fmla="*/ 1292316 h 1444716"/>
                <a:gd name="connsiteX95" fmla="*/ 903514 w 1357085"/>
                <a:gd name="connsiteY95" fmla="*/ 1328602 h 1444716"/>
                <a:gd name="connsiteX96" fmla="*/ 932543 w 1357085"/>
                <a:gd name="connsiteY96" fmla="*/ 1339487 h 1444716"/>
                <a:gd name="connsiteX97" fmla="*/ 936171 w 1357085"/>
                <a:gd name="connsiteY97" fmla="*/ 1390287 h 1444716"/>
                <a:gd name="connsiteX98" fmla="*/ 1030514 w 1357085"/>
                <a:gd name="connsiteY98" fmla="*/ 1444716 h 144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357085" h="1444716">
                  <a:moveTo>
                    <a:pt x="1030514" y="1444716"/>
                  </a:moveTo>
                  <a:lnTo>
                    <a:pt x="1099457" y="1350373"/>
                  </a:lnTo>
                  <a:lnTo>
                    <a:pt x="1081314" y="1285059"/>
                  </a:lnTo>
                  <a:lnTo>
                    <a:pt x="1121228" y="1045573"/>
                  </a:lnTo>
                  <a:lnTo>
                    <a:pt x="1099457" y="1009287"/>
                  </a:lnTo>
                  <a:lnTo>
                    <a:pt x="1121228" y="958487"/>
                  </a:lnTo>
                  <a:lnTo>
                    <a:pt x="1113971" y="860516"/>
                  </a:lnTo>
                  <a:lnTo>
                    <a:pt x="1132114" y="751659"/>
                  </a:lnTo>
                  <a:lnTo>
                    <a:pt x="1150257" y="642802"/>
                  </a:lnTo>
                  <a:lnTo>
                    <a:pt x="1164771" y="595630"/>
                  </a:lnTo>
                  <a:lnTo>
                    <a:pt x="1201057" y="642802"/>
                  </a:lnTo>
                  <a:lnTo>
                    <a:pt x="1357085" y="417830"/>
                  </a:lnTo>
                  <a:lnTo>
                    <a:pt x="1317171" y="410573"/>
                  </a:lnTo>
                  <a:lnTo>
                    <a:pt x="1299028" y="377916"/>
                  </a:lnTo>
                  <a:lnTo>
                    <a:pt x="1259114" y="370659"/>
                  </a:lnTo>
                  <a:lnTo>
                    <a:pt x="1255485" y="316230"/>
                  </a:lnTo>
                  <a:lnTo>
                    <a:pt x="1299028" y="290830"/>
                  </a:lnTo>
                  <a:lnTo>
                    <a:pt x="1291771" y="250916"/>
                  </a:lnTo>
                  <a:lnTo>
                    <a:pt x="1237343" y="229144"/>
                  </a:lnTo>
                  <a:lnTo>
                    <a:pt x="1233714" y="192859"/>
                  </a:lnTo>
                  <a:lnTo>
                    <a:pt x="1161143" y="123916"/>
                  </a:lnTo>
                  <a:lnTo>
                    <a:pt x="1124857" y="131173"/>
                  </a:lnTo>
                  <a:lnTo>
                    <a:pt x="1103085" y="98516"/>
                  </a:lnTo>
                  <a:lnTo>
                    <a:pt x="1005114" y="40459"/>
                  </a:lnTo>
                  <a:lnTo>
                    <a:pt x="957943" y="98516"/>
                  </a:lnTo>
                  <a:lnTo>
                    <a:pt x="907143" y="138430"/>
                  </a:lnTo>
                  <a:lnTo>
                    <a:pt x="867228" y="167459"/>
                  </a:lnTo>
                  <a:lnTo>
                    <a:pt x="816428" y="181973"/>
                  </a:lnTo>
                  <a:lnTo>
                    <a:pt x="780143" y="203744"/>
                  </a:lnTo>
                  <a:lnTo>
                    <a:pt x="736600" y="221887"/>
                  </a:lnTo>
                  <a:lnTo>
                    <a:pt x="653143" y="221887"/>
                  </a:lnTo>
                  <a:lnTo>
                    <a:pt x="620485" y="261802"/>
                  </a:lnTo>
                  <a:lnTo>
                    <a:pt x="602343" y="301716"/>
                  </a:lnTo>
                  <a:lnTo>
                    <a:pt x="555171" y="334373"/>
                  </a:lnTo>
                  <a:lnTo>
                    <a:pt x="529771" y="341630"/>
                  </a:lnTo>
                  <a:lnTo>
                    <a:pt x="551543" y="290830"/>
                  </a:lnTo>
                  <a:lnTo>
                    <a:pt x="547914" y="243659"/>
                  </a:lnTo>
                  <a:lnTo>
                    <a:pt x="595085" y="232773"/>
                  </a:lnTo>
                  <a:lnTo>
                    <a:pt x="664028" y="178344"/>
                  </a:lnTo>
                  <a:lnTo>
                    <a:pt x="725714" y="174716"/>
                  </a:lnTo>
                  <a:lnTo>
                    <a:pt x="798285" y="138430"/>
                  </a:lnTo>
                  <a:lnTo>
                    <a:pt x="834571" y="145687"/>
                  </a:lnTo>
                  <a:lnTo>
                    <a:pt x="892628" y="123916"/>
                  </a:lnTo>
                  <a:lnTo>
                    <a:pt x="838200" y="18687"/>
                  </a:lnTo>
                  <a:lnTo>
                    <a:pt x="783771" y="0"/>
                  </a:lnTo>
                  <a:lnTo>
                    <a:pt x="717913" y="43724"/>
                  </a:lnTo>
                  <a:lnTo>
                    <a:pt x="667475" y="76200"/>
                  </a:lnTo>
                  <a:lnTo>
                    <a:pt x="605971" y="120287"/>
                  </a:lnTo>
                  <a:lnTo>
                    <a:pt x="562428" y="134802"/>
                  </a:lnTo>
                  <a:lnTo>
                    <a:pt x="508000" y="94887"/>
                  </a:lnTo>
                  <a:lnTo>
                    <a:pt x="475343" y="113030"/>
                  </a:lnTo>
                  <a:lnTo>
                    <a:pt x="439057" y="87630"/>
                  </a:lnTo>
                  <a:lnTo>
                    <a:pt x="417285" y="120287"/>
                  </a:lnTo>
                  <a:lnTo>
                    <a:pt x="442685" y="185602"/>
                  </a:lnTo>
                  <a:lnTo>
                    <a:pt x="428171" y="221887"/>
                  </a:lnTo>
                  <a:lnTo>
                    <a:pt x="391885" y="229144"/>
                  </a:lnTo>
                  <a:lnTo>
                    <a:pt x="373743" y="276316"/>
                  </a:lnTo>
                  <a:lnTo>
                    <a:pt x="322943" y="287202"/>
                  </a:lnTo>
                  <a:lnTo>
                    <a:pt x="283028" y="316230"/>
                  </a:lnTo>
                  <a:lnTo>
                    <a:pt x="203200" y="308973"/>
                  </a:lnTo>
                  <a:lnTo>
                    <a:pt x="145143" y="250916"/>
                  </a:lnTo>
                  <a:lnTo>
                    <a:pt x="87085" y="261802"/>
                  </a:lnTo>
                  <a:lnTo>
                    <a:pt x="39914" y="290830"/>
                  </a:lnTo>
                  <a:lnTo>
                    <a:pt x="39914" y="334373"/>
                  </a:lnTo>
                  <a:lnTo>
                    <a:pt x="0" y="388802"/>
                  </a:lnTo>
                  <a:lnTo>
                    <a:pt x="50800" y="417830"/>
                  </a:lnTo>
                  <a:lnTo>
                    <a:pt x="72571" y="425087"/>
                  </a:lnTo>
                  <a:lnTo>
                    <a:pt x="72571" y="475887"/>
                  </a:lnTo>
                  <a:lnTo>
                    <a:pt x="39914" y="533944"/>
                  </a:lnTo>
                  <a:lnTo>
                    <a:pt x="54428" y="610144"/>
                  </a:lnTo>
                  <a:lnTo>
                    <a:pt x="79828" y="624659"/>
                  </a:lnTo>
                  <a:lnTo>
                    <a:pt x="90714" y="653687"/>
                  </a:lnTo>
                  <a:lnTo>
                    <a:pt x="54428" y="664573"/>
                  </a:lnTo>
                  <a:lnTo>
                    <a:pt x="68943" y="700859"/>
                  </a:lnTo>
                  <a:lnTo>
                    <a:pt x="43543" y="769802"/>
                  </a:lnTo>
                  <a:lnTo>
                    <a:pt x="61685" y="813344"/>
                  </a:lnTo>
                  <a:lnTo>
                    <a:pt x="101600" y="842373"/>
                  </a:lnTo>
                  <a:lnTo>
                    <a:pt x="83457" y="940344"/>
                  </a:lnTo>
                  <a:lnTo>
                    <a:pt x="68943" y="958487"/>
                  </a:lnTo>
                  <a:lnTo>
                    <a:pt x="72571" y="973002"/>
                  </a:lnTo>
                  <a:lnTo>
                    <a:pt x="264885" y="900430"/>
                  </a:lnTo>
                  <a:lnTo>
                    <a:pt x="264885" y="864144"/>
                  </a:lnTo>
                  <a:lnTo>
                    <a:pt x="391885" y="842373"/>
                  </a:lnTo>
                  <a:lnTo>
                    <a:pt x="449943" y="893173"/>
                  </a:lnTo>
                  <a:lnTo>
                    <a:pt x="482600" y="856887"/>
                  </a:lnTo>
                  <a:lnTo>
                    <a:pt x="526143" y="860516"/>
                  </a:lnTo>
                  <a:lnTo>
                    <a:pt x="555171" y="925830"/>
                  </a:lnTo>
                  <a:lnTo>
                    <a:pt x="587828" y="943973"/>
                  </a:lnTo>
                  <a:lnTo>
                    <a:pt x="620485" y="965744"/>
                  </a:lnTo>
                  <a:lnTo>
                    <a:pt x="674914" y="947602"/>
                  </a:lnTo>
                  <a:lnTo>
                    <a:pt x="791028" y="1045573"/>
                  </a:lnTo>
                  <a:lnTo>
                    <a:pt x="834571" y="1034687"/>
                  </a:lnTo>
                  <a:lnTo>
                    <a:pt x="921657" y="1056459"/>
                  </a:lnTo>
                  <a:lnTo>
                    <a:pt x="961571" y="1125402"/>
                  </a:lnTo>
                  <a:lnTo>
                    <a:pt x="903514" y="1292316"/>
                  </a:lnTo>
                  <a:lnTo>
                    <a:pt x="903514" y="1328602"/>
                  </a:lnTo>
                  <a:lnTo>
                    <a:pt x="932543" y="1339487"/>
                  </a:lnTo>
                  <a:lnTo>
                    <a:pt x="936171" y="1390287"/>
                  </a:lnTo>
                  <a:lnTo>
                    <a:pt x="1030514" y="1444716"/>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4" name="Freeform 183"/>
            <p:cNvSpPr/>
            <p:nvPr/>
          </p:nvSpPr>
          <p:spPr>
            <a:xfrm>
              <a:off x="5572125" y="1973263"/>
              <a:ext cx="695325" cy="1146175"/>
            </a:xfrm>
            <a:custGeom>
              <a:avLst/>
              <a:gdLst>
                <a:gd name="connsiteX0" fmla="*/ 695194 w 695194"/>
                <a:gd name="connsiteY0" fmla="*/ 717115 h 1146132"/>
                <a:gd name="connsiteX1" fmla="*/ 638827 w 695194"/>
                <a:gd name="connsiteY1" fmla="*/ 692063 h 1146132"/>
                <a:gd name="connsiteX2" fmla="*/ 638827 w 695194"/>
                <a:gd name="connsiteY2" fmla="*/ 654485 h 1146132"/>
                <a:gd name="connsiteX3" fmla="*/ 604381 w 695194"/>
                <a:gd name="connsiteY3" fmla="*/ 629433 h 1146132"/>
                <a:gd name="connsiteX4" fmla="*/ 607512 w 695194"/>
                <a:gd name="connsiteY4" fmla="*/ 598118 h 1146132"/>
                <a:gd name="connsiteX5" fmla="*/ 569934 w 695194"/>
                <a:gd name="connsiteY5" fmla="*/ 569935 h 1146132"/>
                <a:gd name="connsiteX6" fmla="*/ 544882 w 695194"/>
                <a:gd name="connsiteY6" fmla="*/ 529225 h 1146132"/>
                <a:gd name="connsiteX7" fmla="*/ 513567 w 695194"/>
                <a:gd name="connsiteY7" fmla="*/ 519830 h 1146132"/>
                <a:gd name="connsiteX8" fmla="*/ 532356 w 695194"/>
                <a:gd name="connsiteY8" fmla="*/ 494778 h 1146132"/>
                <a:gd name="connsiteX9" fmla="*/ 551145 w 695194"/>
                <a:gd name="connsiteY9" fmla="*/ 488515 h 1146132"/>
                <a:gd name="connsiteX10" fmla="*/ 551145 w 695194"/>
                <a:gd name="connsiteY10" fmla="*/ 432148 h 1146132"/>
                <a:gd name="connsiteX11" fmla="*/ 610644 w 695194"/>
                <a:gd name="connsiteY11" fmla="*/ 447806 h 1146132"/>
                <a:gd name="connsiteX12" fmla="*/ 610644 w 695194"/>
                <a:gd name="connsiteY12" fmla="*/ 419622 h 1146132"/>
                <a:gd name="connsiteX13" fmla="*/ 585592 w 695194"/>
                <a:gd name="connsiteY13" fmla="*/ 400833 h 1146132"/>
                <a:gd name="connsiteX14" fmla="*/ 616907 w 695194"/>
                <a:gd name="connsiteY14" fmla="*/ 347598 h 1146132"/>
                <a:gd name="connsiteX15" fmla="*/ 582460 w 695194"/>
                <a:gd name="connsiteY15" fmla="*/ 341335 h 1146132"/>
                <a:gd name="connsiteX16" fmla="*/ 541750 w 695194"/>
                <a:gd name="connsiteY16" fmla="*/ 385176 h 1146132"/>
                <a:gd name="connsiteX17" fmla="*/ 497909 w 695194"/>
                <a:gd name="connsiteY17" fmla="*/ 322546 h 1146132"/>
                <a:gd name="connsiteX18" fmla="*/ 447805 w 695194"/>
                <a:gd name="connsiteY18" fmla="*/ 291230 h 1146132"/>
                <a:gd name="connsiteX19" fmla="*/ 444674 w 695194"/>
                <a:gd name="connsiteY19" fmla="*/ 147181 h 1146132"/>
                <a:gd name="connsiteX20" fmla="*/ 394570 w 695194"/>
                <a:gd name="connsiteY20" fmla="*/ 0 h 1146132"/>
                <a:gd name="connsiteX21" fmla="*/ 310019 w 695194"/>
                <a:gd name="connsiteY21" fmla="*/ 31315 h 1146132"/>
                <a:gd name="connsiteX22" fmla="*/ 331940 w 695194"/>
                <a:gd name="connsiteY22" fmla="*/ 72025 h 1146132"/>
                <a:gd name="connsiteX23" fmla="*/ 297493 w 695194"/>
                <a:gd name="connsiteY23" fmla="*/ 212943 h 1146132"/>
                <a:gd name="connsiteX24" fmla="*/ 209811 w 695194"/>
                <a:gd name="connsiteY24" fmla="*/ 244258 h 1146132"/>
                <a:gd name="connsiteX25" fmla="*/ 225468 w 695194"/>
                <a:gd name="connsiteY25" fmla="*/ 294362 h 1146132"/>
                <a:gd name="connsiteX26" fmla="*/ 209811 w 695194"/>
                <a:gd name="connsiteY26" fmla="*/ 407096 h 1146132"/>
                <a:gd name="connsiteX27" fmla="*/ 212942 w 695194"/>
                <a:gd name="connsiteY27" fmla="*/ 435280 h 1146132"/>
                <a:gd name="connsiteX28" fmla="*/ 84550 w 695194"/>
                <a:gd name="connsiteY28" fmla="*/ 648222 h 1146132"/>
                <a:gd name="connsiteX29" fmla="*/ 75156 w 695194"/>
                <a:gd name="connsiteY29" fmla="*/ 748430 h 1146132"/>
                <a:gd name="connsiteX30" fmla="*/ 6263 w 695194"/>
                <a:gd name="connsiteY30" fmla="*/ 864296 h 1146132"/>
                <a:gd name="connsiteX31" fmla="*/ 0 w 695194"/>
                <a:gd name="connsiteY31" fmla="*/ 926926 h 1146132"/>
                <a:gd name="connsiteX32" fmla="*/ 25052 w 695194"/>
                <a:gd name="connsiteY32" fmla="*/ 958241 h 1146132"/>
                <a:gd name="connsiteX33" fmla="*/ 12526 w 695194"/>
                <a:gd name="connsiteY33" fmla="*/ 1014609 h 1146132"/>
                <a:gd name="connsiteX34" fmla="*/ 28183 w 695194"/>
                <a:gd name="connsiteY34" fmla="*/ 1052187 h 1146132"/>
                <a:gd name="connsiteX35" fmla="*/ 78287 w 695194"/>
                <a:gd name="connsiteY35" fmla="*/ 1017740 h 1146132"/>
                <a:gd name="connsiteX36" fmla="*/ 81419 w 695194"/>
                <a:gd name="connsiteY36" fmla="*/ 1092896 h 1146132"/>
                <a:gd name="connsiteX37" fmla="*/ 162838 w 695194"/>
                <a:gd name="connsiteY37" fmla="*/ 1130474 h 1146132"/>
                <a:gd name="connsiteX38" fmla="*/ 203548 w 695194"/>
                <a:gd name="connsiteY38" fmla="*/ 1074107 h 1146132"/>
                <a:gd name="connsiteX39" fmla="*/ 263046 w 695194"/>
                <a:gd name="connsiteY39" fmla="*/ 1077239 h 1146132"/>
                <a:gd name="connsiteX40" fmla="*/ 294361 w 695194"/>
                <a:gd name="connsiteY40" fmla="*/ 1136737 h 1146132"/>
                <a:gd name="connsiteX41" fmla="*/ 369518 w 695194"/>
                <a:gd name="connsiteY41" fmla="*/ 1117948 h 1146132"/>
                <a:gd name="connsiteX42" fmla="*/ 410227 w 695194"/>
                <a:gd name="connsiteY42" fmla="*/ 1146132 h 1146132"/>
                <a:gd name="connsiteX43" fmla="*/ 657616 w 695194"/>
                <a:gd name="connsiteY43" fmla="*/ 1086633 h 1146132"/>
                <a:gd name="connsiteX44" fmla="*/ 641959 w 695194"/>
                <a:gd name="connsiteY44" fmla="*/ 998951 h 1146132"/>
                <a:gd name="connsiteX45" fmla="*/ 670142 w 695194"/>
                <a:gd name="connsiteY45" fmla="*/ 908137 h 1146132"/>
                <a:gd name="connsiteX46" fmla="*/ 663879 w 695194"/>
                <a:gd name="connsiteY46" fmla="*/ 879954 h 1146132"/>
                <a:gd name="connsiteX47" fmla="*/ 613775 w 695194"/>
                <a:gd name="connsiteY47" fmla="*/ 851770 h 1146132"/>
                <a:gd name="connsiteX48" fmla="*/ 604381 w 695194"/>
                <a:gd name="connsiteY48" fmla="*/ 836113 h 1146132"/>
                <a:gd name="connsiteX49" fmla="*/ 635696 w 695194"/>
                <a:gd name="connsiteY49" fmla="*/ 789140 h 1146132"/>
                <a:gd name="connsiteX50" fmla="*/ 632564 w 695194"/>
                <a:gd name="connsiteY50" fmla="*/ 757825 h 1146132"/>
                <a:gd name="connsiteX51" fmla="*/ 695194 w 695194"/>
                <a:gd name="connsiteY51" fmla="*/ 717115 h 114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95194" h="1146132">
                  <a:moveTo>
                    <a:pt x="695194" y="717115"/>
                  </a:moveTo>
                  <a:lnTo>
                    <a:pt x="638827" y="692063"/>
                  </a:lnTo>
                  <a:lnTo>
                    <a:pt x="638827" y="654485"/>
                  </a:lnTo>
                  <a:lnTo>
                    <a:pt x="604381" y="629433"/>
                  </a:lnTo>
                  <a:lnTo>
                    <a:pt x="607512" y="598118"/>
                  </a:lnTo>
                  <a:lnTo>
                    <a:pt x="569934" y="569935"/>
                  </a:lnTo>
                  <a:lnTo>
                    <a:pt x="544882" y="529225"/>
                  </a:lnTo>
                  <a:lnTo>
                    <a:pt x="513567" y="519830"/>
                  </a:lnTo>
                  <a:lnTo>
                    <a:pt x="532356" y="494778"/>
                  </a:lnTo>
                  <a:lnTo>
                    <a:pt x="551145" y="488515"/>
                  </a:lnTo>
                  <a:lnTo>
                    <a:pt x="551145" y="432148"/>
                  </a:lnTo>
                  <a:lnTo>
                    <a:pt x="610644" y="447806"/>
                  </a:lnTo>
                  <a:lnTo>
                    <a:pt x="610644" y="419622"/>
                  </a:lnTo>
                  <a:lnTo>
                    <a:pt x="585592" y="400833"/>
                  </a:lnTo>
                  <a:lnTo>
                    <a:pt x="616907" y="347598"/>
                  </a:lnTo>
                  <a:lnTo>
                    <a:pt x="582460" y="341335"/>
                  </a:lnTo>
                  <a:lnTo>
                    <a:pt x="541750" y="385176"/>
                  </a:lnTo>
                  <a:lnTo>
                    <a:pt x="497909" y="322546"/>
                  </a:lnTo>
                  <a:lnTo>
                    <a:pt x="447805" y="291230"/>
                  </a:lnTo>
                  <a:cubicBezTo>
                    <a:pt x="446761" y="243214"/>
                    <a:pt x="445718" y="195197"/>
                    <a:pt x="444674" y="147181"/>
                  </a:cubicBezTo>
                  <a:lnTo>
                    <a:pt x="394570" y="0"/>
                  </a:lnTo>
                  <a:lnTo>
                    <a:pt x="310019" y="31315"/>
                  </a:lnTo>
                  <a:lnTo>
                    <a:pt x="331940" y="72025"/>
                  </a:lnTo>
                  <a:lnTo>
                    <a:pt x="297493" y="212943"/>
                  </a:lnTo>
                  <a:lnTo>
                    <a:pt x="209811" y="244258"/>
                  </a:lnTo>
                  <a:lnTo>
                    <a:pt x="225468" y="294362"/>
                  </a:lnTo>
                  <a:lnTo>
                    <a:pt x="209811" y="407096"/>
                  </a:lnTo>
                  <a:lnTo>
                    <a:pt x="212942" y="435280"/>
                  </a:lnTo>
                  <a:lnTo>
                    <a:pt x="84550" y="648222"/>
                  </a:lnTo>
                  <a:lnTo>
                    <a:pt x="75156" y="748430"/>
                  </a:lnTo>
                  <a:lnTo>
                    <a:pt x="6263" y="864296"/>
                  </a:lnTo>
                  <a:lnTo>
                    <a:pt x="0" y="926926"/>
                  </a:lnTo>
                  <a:lnTo>
                    <a:pt x="25052" y="958241"/>
                  </a:lnTo>
                  <a:lnTo>
                    <a:pt x="12526" y="1014609"/>
                  </a:lnTo>
                  <a:lnTo>
                    <a:pt x="28183" y="1052187"/>
                  </a:lnTo>
                  <a:lnTo>
                    <a:pt x="78287" y="1017740"/>
                  </a:lnTo>
                  <a:lnTo>
                    <a:pt x="81419" y="1092896"/>
                  </a:lnTo>
                  <a:lnTo>
                    <a:pt x="162838" y="1130474"/>
                  </a:lnTo>
                  <a:lnTo>
                    <a:pt x="203548" y="1074107"/>
                  </a:lnTo>
                  <a:lnTo>
                    <a:pt x="263046" y="1077239"/>
                  </a:lnTo>
                  <a:lnTo>
                    <a:pt x="294361" y="1136737"/>
                  </a:lnTo>
                  <a:lnTo>
                    <a:pt x="369518" y="1117948"/>
                  </a:lnTo>
                  <a:lnTo>
                    <a:pt x="410227" y="1146132"/>
                  </a:lnTo>
                  <a:lnTo>
                    <a:pt x="657616" y="1086633"/>
                  </a:lnTo>
                  <a:lnTo>
                    <a:pt x="641959" y="998951"/>
                  </a:lnTo>
                  <a:lnTo>
                    <a:pt x="670142" y="908137"/>
                  </a:lnTo>
                  <a:lnTo>
                    <a:pt x="663879" y="879954"/>
                  </a:lnTo>
                  <a:lnTo>
                    <a:pt x="613775" y="851770"/>
                  </a:lnTo>
                  <a:lnTo>
                    <a:pt x="604381" y="836113"/>
                  </a:lnTo>
                  <a:lnTo>
                    <a:pt x="635696" y="789140"/>
                  </a:lnTo>
                  <a:lnTo>
                    <a:pt x="632564" y="757825"/>
                  </a:lnTo>
                  <a:lnTo>
                    <a:pt x="695194" y="717115"/>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5" name="Freeform 184"/>
            <p:cNvSpPr/>
            <p:nvPr/>
          </p:nvSpPr>
          <p:spPr>
            <a:xfrm>
              <a:off x="5857875" y="1357313"/>
              <a:ext cx="985838" cy="1320800"/>
            </a:xfrm>
            <a:custGeom>
              <a:avLst/>
              <a:gdLst>
                <a:gd name="connsiteX0" fmla="*/ 411956 w 985837"/>
                <a:gd name="connsiteY0" fmla="*/ 1321593 h 1321593"/>
                <a:gd name="connsiteX1" fmla="*/ 438150 w 985837"/>
                <a:gd name="connsiteY1" fmla="*/ 1254918 h 1321593"/>
                <a:gd name="connsiteX2" fmla="*/ 402431 w 985837"/>
                <a:gd name="connsiteY2" fmla="*/ 1197768 h 1321593"/>
                <a:gd name="connsiteX3" fmla="*/ 411956 w 985837"/>
                <a:gd name="connsiteY3" fmla="*/ 1166812 h 1321593"/>
                <a:gd name="connsiteX4" fmla="*/ 447675 w 985837"/>
                <a:gd name="connsiteY4" fmla="*/ 1119187 h 1321593"/>
                <a:gd name="connsiteX5" fmla="*/ 442912 w 985837"/>
                <a:gd name="connsiteY5" fmla="*/ 1014412 h 1321593"/>
                <a:gd name="connsiteX6" fmla="*/ 650081 w 985837"/>
                <a:gd name="connsiteY6" fmla="*/ 897731 h 1321593"/>
                <a:gd name="connsiteX7" fmla="*/ 692943 w 985837"/>
                <a:gd name="connsiteY7" fmla="*/ 850106 h 1321593"/>
                <a:gd name="connsiteX8" fmla="*/ 733425 w 985837"/>
                <a:gd name="connsiteY8" fmla="*/ 840581 h 1321593"/>
                <a:gd name="connsiteX9" fmla="*/ 788193 w 985837"/>
                <a:gd name="connsiteY9" fmla="*/ 862012 h 1321593"/>
                <a:gd name="connsiteX10" fmla="*/ 828675 w 985837"/>
                <a:gd name="connsiteY10" fmla="*/ 771525 h 1321593"/>
                <a:gd name="connsiteX11" fmla="*/ 788193 w 985837"/>
                <a:gd name="connsiteY11" fmla="*/ 683418 h 1321593"/>
                <a:gd name="connsiteX12" fmla="*/ 871537 w 985837"/>
                <a:gd name="connsiteY12" fmla="*/ 600075 h 1321593"/>
                <a:gd name="connsiteX13" fmla="*/ 847725 w 985837"/>
                <a:gd name="connsiteY13" fmla="*/ 561975 h 1321593"/>
                <a:gd name="connsiteX14" fmla="*/ 814387 w 985837"/>
                <a:gd name="connsiteY14" fmla="*/ 533400 h 1321593"/>
                <a:gd name="connsiteX15" fmla="*/ 831056 w 985837"/>
                <a:gd name="connsiteY15" fmla="*/ 476250 h 1321593"/>
                <a:gd name="connsiteX16" fmla="*/ 883443 w 985837"/>
                <a:gd name="connsiteY16" fmla="*/ 400050 h 1321593"/>
                <a:gd name="connsiteX17" fmla="*/ 985837 w 985837"/>
                <a:gd name="connsiteY17" fmla="*/ 309562 h 1321593"/>
                <a:gd name="connsiteX18" fmla="*/ 985837 w 985837"/>
                <a:gd name="connsiteY18" fmla="*/ 238125 h 1321593"/>
                <a:gd name="connsiteX19" fmla="*/ 919162 w 985837"/>
                <a:gd name="connsiteY19" fmla="*/ 235743 h 1321593"/>
                <a:gd name="connsiteX20" fmla="*/ 769143 w 985837"/>
                <a:gd name="connsiteY20" fmla="*/ 169068 h 1321593"/>
                <a:gd name="connsiteX21" fmla="*/ 759618 w 985837"/>
                <a:gd name="connsiteY21" fmla="*/ 190500 h 1321593"/>
                <a:gd name="connsiteX22" fmla="*/ 709612 w 985837"/>
                <a:gd name="connsiteY22" fmla="*/ 183356 h 1321593"/>
                <a:gd name="connsiteX23" fmla="*/ 678656 w 985837"/>
                <a:gd name="connsiteY23" fmla="*/ 216693 h 1321593"/>
                <a:gd name="connsiteX24" fmla="*/ 642937 w 985837"/>
                <a:gd name="connsiteY24" fmla="*/ 211931 h 1321593"/>
                <a:gd name="connsiteX25" fmla="*/ 652462 w 985837"/>
                <a:gd name="connsiteY25" fmla="*/ 269081 h 1321593"/>
                <a:gd name="connsiteX26" fmla="*/ 616743 w 985837"/>
                <a:gd name="connsiteY26" fmla="*/ 269081 h 1321593"/>
                <a:gd name="connsiteX27" fmla="*/ 592931 w 985837"/>
                <a:gd name="connsiteY27" fmla="*/ 228600 h 1321593"/>
                <a:gd name="connsiteX28" fmla="*/ 616743 w 985837"/>
                <a:gd name="connsiteY28" fmla="*/ 145256 h 1321593"/>
                <a:gd name="connsiteX29" fmla="*/ 573881 w 985837"/>
                <a:gd name="connsiteY29" fmla="*/ 166687 h 1321593"/>
                <a:gd name="connsiteX30" fmla="*/ 595312 w 985837"/>
                <a:gd name="connsiteY30" fmla="*/ 114300 h 1321593"/>
                <a:gd name="connsiteX31" fmla="*/ 566737 w 985837"/>
                <a:gd name="connsiteY31" fmla="*/ 45243 h 1321593"/>
                <a:gd name="connsiteX32" fmla="*/ 492918 w 985837"/>
                <a:gd name="connsiteY32" fmla="*/ 69056 h 1321593"/>
                <a:gd name="connsiteX33" fmla="*/ 485775 w 985837"/>
                <a:gd name="connsiteY33" fmla="*/ 95250 h 1321593"/>
                <a:gd name="connsiteX34" fmla="*/ 466725 w 985837"/>
                <a:gd name="connsiteY34" fmla="*/ 69056 h 1321593"/>
                <a:gd name="connsiteX35" fmla="*/ 478631 w 985837"/>
                <a:gd name="connsiteY35" fmla="*/ 38100 h 1321593"/>
                <a:gd name="connsiteX36" fmla="*/ 400050 w 985837"/>
                <a:gd name="connsiteY36" fmla="*/ 0 h 1321593"/>
                <a:gd name="connsiteX37" fmla="*/ 316706 w 985837"/>
                <a:gd name="connsiteY37" fmla="*/ 190500 h 1321593"/>
                <a:gd name="connsiteX38" fmla="*/ 204787 w 985837"/>
                <a:gd name="connsiteY38" fmla="*/ 297656 h 1321593"/>
                <a:gd name="connsiteX39" fmla="*/ 216693 w 985837"/>
                <a:gd name="connsiteY39" fmla="*/ 392906 h 1321593"/>
                <a:gd name="connsiteX40" fmla="*/ 102393 w 985837"/>
                <a:gd name="connsiteY40" fmla="*/ 557212 h 1321593"/>
                <a:gd name="connsiteX41" fmla="*/ 0 w 985837"/>
                <a:gd name="connsiteY41" fmla="*/ 590550 h 1321593"/>
                <a:gd name="connsiteX42" fmla="*/ 7143 w 985837"/>
                <a:gd name="connsiteY42" fmla="*/ 650081 h 1321593"/>
                <a:gd name="connsiteX43" fmla="*/ 38100 w 985837"/>
                <a:gd name="connsiteY43" fmla="*/ 652462 h 1321593"/>
                <a:gd name="connsiteX44" fmla="*/ 107156 w 985837"/>
                <a:gd name="connsiteY44" fmla="*/ 626268 h 1321593"/>
                <a:gd name="connsiteX45" fmla="*/ 159543 w 985837"/>
                <a:gd name="connsiteY45" fmla="*/ 766762 h 1321593"/>
                <a:gd name="connsiteX46" fmla="*/ 161925 w 985837"/>
                <a:gd name="connsiteY46" fmla="*/ 904875 h 1321593"/>
                <a:gd name="connsiteX47" fmla="*/ 259556 w 985837"/>
                <a:gd name="connsiteY47" fmla="*/ 1000125 h 1321593"/>
                <a:gd name="connsiteX48" fmla="*/ 288131 w 985837"/>
                <a:gd name="connsiteY48" fmla="*/ 964406 h 1321593"/>
                <a:gd name="connsiteX49" fmla="*/ 323850 w 985837"/>
                <a:gd name="connsiteY49" fmla="*/ 969168 h 1321593"/>
                <a:gd name="connsiteX50" fmla="*/ 304800 w 985837"/>
                <a:gd name="connsiteY50" fmla="*/ 1014412 h 1321593"/>
                <a:gd name="connsiteX51" fmla="*/ 323850 w 985837"/>
                <a:gd name="connsiteY51" fmla="*/ 1045368 h 1321593"/>
                <a:gd name="connsiteX52" fmla="*/ 323850 w 985837"/>
                <a:gd name="connsiteY52" fmla="*/ 1066800 h 1321593"/>
                <a:gd name="connsiteX53" fmla="*/ 264318 w 985837"/>
                <a:gd name="connsiteY53" fmla="*/ 1052512 h 1321593"/>
                <a:gd name="connsiteX54" fmla="*/ 259556 w 985837"/>
                <a:gd name="connsiteY54" fmla="*/ 1102518 h 1321593"/>
                <a:gd name="connsiteX55" fmla="*/ 235743 w 985837"/>
                <a:gd name="connsiteY55" fmla="*/ 1143000 h 1321593"/>
                <a:gd name="connsiteX56" fmla="*/ 278606 w 985837"/>
                <a:gd name="connsiteY56" fmla="*/ 1164431 h 1321593"/>
                <a:gd name="connsiteX57" fmla="*/ 326231 w 985837"/>
                <a:gd name="connsiteY57" fmla="*/ 1233487 h 1321593"/>
                <a:gd name="connsiteX58" fmla="*/ 328612 w 985837"/>
                <a:gd name="connsiteY58" fmla="*/ 1252537 h 1321593"/>
                <a:gd name="connsiteX59" fmla="*/ 357187 w 985837"/>
                <a:gd name="connsiteY59" fmla="*/ 1271587 h 1321593"/>
                <a:gd name="connsiteX60" fmla="*/ 352425 w 985837"/>
                <a:gd name="connsiteY60" fmla="*/ 1321593 h 1321593"/>
                <a:gd name="connsiteX61" fmla="*/ 411956 w 985837"/>
                <a:gd name="connsiteY61" fmla="*/ 1321593 h 1321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85837" h="1321593">
                  <a:moveTo>
                    <a:pt x="411956" y="1321593"/>
                  </a:moveTo>
                  <a:lnTo>
                    <a:pt x="438150" y="1254918"/>
                  </a:lnTo>
                  <a:lnTo>
                    <a:pt x="402431" y="1197768"/>
                  </a:lnTo>
                  <a:lnTo>
                    <a:pt x="411956" y="1166812"/>
                  </a:lnTo>
                  <a:lnTo>
                    <a:pt x="447675" y="1119187"/>
                  </a:lnTo>
                  <a:lnTo>
                    <a:pt x="442912" y="1014412"/>
                  </a:lnTo>
                  <a:lnTo>
                    <a:pt x="650081" y="897731"/>
                  </a:lnTo>
                  <a:lnTo>
                    <a:pt x="692943" y="850106"/>
                  </a:lnTo>
                  <a:lnTo>
                    <a:pt x="733425" y="840581"/>
                  </a:lnTo>
                  <a:lnTo>
                    <a:pt x="788193" y="862012"/>
                  </a:lnTo>
                  <a:lnTo>
                    <a:pt x="828675" y="771525"/>
                  </a:lnTo>
                  <a:lnTo>
                    <a:pt x="788193" y="683418"/>
                  </a:lnTo>
                  <a:lnTo>
                    <a:pt x="871537" y="600075"/>
                  </a:lnTo>
                  <a:lnTo>
                    <a:pt x="847725" y="561975"/>
                  </a:lnTo>
                  <a:lnTo>
                    <a:pt x="814387" y="533400"/>
                  </a:lnTo>
                  <a:lnTo>
                    <a:pt x="831056" y="476250"/>
                  </a:lnTo>
                  <a:lnTo>
                    <a:pt x="883443" y="400050"/>
                  </a:lnTo>
                  <a:lnTo>
                    <a:pt x="985837" y="309562"/>
                  </a:lnTo>
                  <a:lnTo>
                    <a:pt x="985837" y="238125"/>
                  </a:lnTo>
                  <a:lnTo>
                    <a:pt x="919162" y="235743"/>
                  </a:lnTo>
                  <a:lnTo>
                    <a:pt x="769143" y="169068"/>
                  </a:lnTo>
                  <a:lnTo>
                    <a:pt x="759618" y="190500"/>
                  </a:lnTo>
                  <a:lnTo>
                    <a:pt x="709612" y="183356"/>
                  </a:lnTo>
                  <a:lnTo>
                    <a:pt x="678656" y="216693"/>
                  </a:lnTo>
                  <a:lnTo>
                    <a:pt x="642937" y="211931"/>
                  </a:lnTo>
                  <a:lnTo>
                    <a:pt x="652462" y="269081"/>
                  </a:lnTo>
                  <a:lnTo>
                    <a:pt x="616743" y="269081"/>
                  </a:lnTo>
                  <a:lnTo>
                    <a:pt x="592931" y="228600"/>
                  </a:lnTo>
                  <a:lnTo>
                    <a:pt x="616743" y="145256"/>
                  </a:lnTo>
                  <a:lnTo>
                    <a:pt x="573881" y="166687"/>
                  </a:lnTo>
                  <a:lnTo>
                    <a:pt x="595312" y="114300"/>
                  </a:lnTo>
                  <a:lnTo>
                    <a:pt x="566737" y="45243"/>
                  </a:lnTo>
                  <a:lnTo>
                    <a:pt x="492918" y="69056"/>
                  </a:lnTo>
                  <a:lnTo>
                    <a:pt x="485775" y="95250"/>
                  </a:lnTo>
                  <a:lnTo>
                    <a:pt x="466725" y="69056"/>
                  </a:lnTo>
                  <a:lnTo>
                    <a:pt x="478631" y="38100"/>
                  </a:lnTo>
                  <a:lnTo>
                    <a:pt x="400050" y="0"/>
                  </a:lnTo>
                  <a:lnTo>
                    <a:pt x="316706" y="190500"/>
                  </a:lnTo>
                  <a:lnTo>
                    <a:pt x="204787" y="297656"/>
                  </a:lnTo>
                  <a:lnTo>
                    <a:pt x="216693" y="392906"/>
                  </a:lnTo>
                  <a:lnTo>
                    <a:pt x="102393" y="557212"/>
                  </a:lnTo>
                  <a:lnTo>
                    <a:pt x="0" y="590550"/>
                  </a:lnTo>
                  <a:lnTo>
                    <a:pt x="7143" y="650081"/>
                  </a:lnTo>
                  <a:lnTo>
                    <a:pt x="38100" y="652462"/>
                  </a:lnTo>
                  <a:lnTo>
                    <a:pt x="107156" y="626268"/>
                  </a:lnTo>
                  <a:lnTo>
                    <a:pt x="159543" y="766762"/>
                  </a:lnTo>
                  <a:lnTo>
                    <a:pt x="161925" y="904875"/>
                  </a:lnTo>
                  <a:lnTo>
                    <a:pt x="259556" y="1000125"/>
                  </a:lnTo>
                  <a:lnTo>
                    <a:pt x="288131" y="964406"/>
                  </a:lnTo>
                  <a:lnTo>
                    <a:pt x="323850" y="969168"/>
                  </a:lnTo>
                  <a:lnTo>
                    <a:pt x="304800" y="1014412"/>
                  </a:lnTo>
                  <a:lnTo>
                    <a:pt x="323850" y="1045368"/>
                  </a:lnTo>
                  <a:lnTo>
                    <a:pt x="323850" y="1066800"/>
                  </a:lnTo>
                  <a:lnTo>
                    <a:pt x="264318" y="1052512"/>
                  </a:lnTo>
                  <a:lnTo>
                    <a:pt x="259556" y="1102518"/>
                  </a:lnTo>
                  <a:lnTo>
                    <a:pt x="235743" y="1143000"/>
                  </a:lnTo>
                  <a:lnTo>
                    <a:pt x="278606" y="1164431"/>
                  </a:lnTo>
                  <a:lnTo>
                    <a:pt x="326231" y="1233487"/>
                  </a:lnTo>
                  <a:lnTo>
                    <a:pt x="328612" y="1252537"/>
                  </a:lnTo>
                  <a:lnTo>
                    <a:pt x="357187" y="1271587"/>
                  </a:lnTo>
                  <a:lnTo>
                    <a:pt x="352425" y="1321593"/>
                  </a:lnTo>
                  <a:lnTo>
                    <a:pt x="411956" y="1321593"/>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6" name="Freeform 185"/>
            <p:cNvSpPr/>
            <p:nvPr/>
          </p:nvSpPr>
          <p:spPr>
            <a:xfrm>
              <a:off x="6261100" y="1590675"/>
              <a:ext cx="800100" cy="1160463"/>
            </a:xfrm>
            <a:custGeom>
              <a:avLst/>
              <a:gdLst>
                <a:gd name="connsiteX0" fmla="*/ 692944 w 800100"/>
                <a:gd name="connsiteY0" fmla="*/ 838200 h 1159669"/>
                <a:gd name="connsiteX1" fmla="*/ 795337 w 800100"/>
                <a:gd name="connsiteY1" fmla="*/ 769144 h 1159669"/>
                <a:gd name="connsiteX2" fmla="*/ 778669 w 800100"/>
                <a:gd name="connsiteY2" fmla="*/ 654844 h 1159669"/>
                <a:gd name="connsiteX3" fmla="*/ 800100 w 800100"/>
                <a:gd name="connsiteY3" fmla="*/ 597694 h 1159669"/>
                <a:gd name="connsiteX4" fmla="*/ 800100 w 800100"/>
                <a:gd name="connsiteY4" fmla="*/ 545306 h 1159669"/>
                <a:gd name="connsiteX5" fmla="*/ 759619 w 800100"/>
                <a:gd name="connsiteY5" fmla="*/ 552450 h 1159669"/>
                <a:gd name="connsiteX6" fmla="*/ 742950 w 800100"/>
                <a:gd name="connsiteY6" fmla="*/ 421481 h 1159669"/>
                <a:gd name="connsiteX7" fmla="*/ 721519 w 800100"/>
                <a:gd name="connsiteY7" fmla="*/ 395288 h 1159669"/>
                <a:gd name="connsiteX8" fmla="*/ 681037 w 800100"/>
                <a:gd name="connsiteY8" fmla="*/ 264319 h 1159669"/>
                <a:gd name="connsiteX9" fmla="*/ 707231 w 800100"/>
                <a:gd name="connsiteY9" fmla="*/ 202406 h 1159669"/>
                <a:gd name="connsiteX10" fmla="*/ 697706 w 800100"/>
                <a:gd name="connsiteY10" fmla="*/ 133350 h 1159669"/>
                <a:gd name="connsiteX11" fmla="*/ 661987 w 800100"/>
                <a:gd name="connsiteY11" fmla="*/ 80963 h 1159669"/>
                <a:gd name="connsiteX12" fmla="*/ 681037 w 800100"/>
                <a:gd name="connsiteY12" fmla="*/ 28575 h 1159669"/>
                <a:gd name="connsiteX13" fmla="*/ 590550 w 800100"/>
                <a:gd name="connsiteY13" fmla="*/ 0 h 1159669"/>
                <a:gd name="connsiteX14" fmla="*/ 581025 w 800100"/>
                <a:gd name="connsiteY14" fmla="*/ 78581 h 1159669"/>
                <a:gd name="connsiteX15" fmla="*/ 473869 w 800100"/>
                <a:gd name="connsiteY15" fmla="*/ 169069 h 1159669"/>
                <a:gd name="connsiteX16" fmla="*/ 423862 w 800100"/>
                <a:gd name="connsiteY16" fmla="*/ 300038 h 1159669"/>
                <a:gd name="connsiteX17" fmla="*/ 464344 w 800100"/>
                <a:gd name="connsiteY17" fmla="*/ 354806 h 1159669"/>
                <a:gd name="connsiteX18" fmla="*/ 383381 w 800100"/>
                <a:gd name="connsiteY18" fmla="*/ 450056 h 1159669"/>
                <a:gd name="connsiteX19" fmla="*/ 421481 w 800100"/>
                <a:gd name="connsiteY19" fmla="*/ 552450 h 1159669"/>
                <a:gd name="connsiteX20" fmla="*/ 385762 w 800100"/>
                <a:gd name="connsiteY20" fmla="*/ 635794 h 1159669"/>
                <a:gd name="connsiteX21" fmla="*/ 323850 w 800100"/>
                <a:gd name="connsiteY21" fmla="*/ 607219 h 1159669"/>
                <a:gd name="connsiteX22" fmla="*/ 280987 w 800100"/>
                <a:gd name="connsiteY22" fmla="*/ 626269 h 1159669"/>
                <a:gd name="connsiteX23" fmla="*/ 242887 w 800100"/>
                <a:gd name="connsiteY23" fmla="*/ 676275 h 1159669"/>
                <a:gd name="connsiteX24" fmla="*/ 35719 w 800100"/>
                <a:gd name="connsiteY24" fmla="*/ 785813 h 1159669"/>
                <a:gd name="connsiteX25" fmla="*/ 30956 w 800100"/>
                <a:gd name="connsiteY25" fmla="*/ 892969 h 1159669"/>
                <a:gd name="connsiteX26" fmla="*/ 0 w 800100"/>
                <a:gd name="connsiteY26" fmla="*/ 957263 h 1159669"/>
                <a:gd name="connsiteX27" fmla="*/ 26194 w 800100"/>
                <a:gd name="connsiteY27" fmla="*/ 1028700 h 1159669"/>
                <a:gd name="connsiteX28" fmla="*/ 14287 w 800100"/>
                <a:gd name="connsiteY28" fmla="*/ 1095375 h 1159669"/>
                <a:gd name="connsiteX29" fmla="*/ 54769 w 800100"/>
                <a:gd name="connsiteY29" fmla="*/ 1102519 h 1159669"/>
                <a:gd name="connsiteX30" fmla="*/ 109537 w 800100"/>
                <a:gd name="connsiteY30" fmla="*/ 1145381 h 1159669"/>
                <a:gd name="connsiteX31" fmla="*/ 192881 w 800100"/>
                <a:gd name="connsiteY31" fmla="*/ 1159669 h 1159669"/>
                <a:gd name="connsiteX32" fmla="*/ 238125 w 800100"/>
                <a:gd name="connsiteY32" fmla="*/ 1133475 h 1159669"/>
                <a:gd name="connsiteX33" fmla="*/ 288131 w 800100"/>
                <a:gd name="connsiteY33" fmla="*/ 1126331 h 1159669"/>
                <a:gd name="connsiteX34" fmla="*/ 311944 w 800100"/>
                <a:gd name="connsiteY34" fmla="*/ 1066800 h 1159669"/>
                <a:gd name="connsiteX35" fmla="*/ 342900 w 800100"/>
                <a:gd name="connsiteY35" fmla="*/ 1045369 h 1159669"/>
                <a:gd name="connsiteX36" fmla="*/ 323850 w 800100"/>
                <a:gd name="connsiteY36" fmla="*/ 966788 h 1159669"/>
                <a:gd name="connsiteX37" fmla="*/ 338137 w 800100"/>
                <a:gd name="connsiteY37" fmla="*/ 938213 h 1159669"/>
                <a:gd name="connsiteX38" fmla="*/ 376237 w 800100"/>
                <a:gd name="connsiteY38" fmla="*/ 954881 h 1159669"/>
                <a:gd name="connsiteX39" fmla="*/ 414337 w 800100"/>
                <a:gd name="connsiteY39" fmla="*/ 950119 h 1159669"/>
                <a:gd name="connsiteX40" fmla="*/ 476250 w 800100"/>
                <a:gd name="connsiteY40" fmla="*/ 983456 h 1159669"/>
                <a:gd name="connsiteX41" fmla="*/ 692944 w 800100"/>
                <a:gd name="connsiteY41" fmla="*/ 838200 h 1159669"/>
                <a:gd name="connsiteX0" fmla="*/ 692944 w 800100"/>
                <a:gd name="connsiteY0" fmla="*/ 838200 h 1159669"/>
                <a:gd name="connsiteX1" fmla="*/ 795337 w 800100"/>
                <a:gd name="connsiteY1" fmla="*/ 769144 h 1159669"/>
                <a:gd name="connsiteX2" fmla="*/ 778669 w 800100"/>
                <a:gd name="connsiteY2" fmla="*/ 654844 h 1159669"/>
                <a:gd name="connsiteX3" fmla="*/ 800100 w 800100"/>
                <a:gd name="connsiteY3" fmla="*/ 597694 h 1159669"/>
                <a:gd name="connsiteX4" fmla="*/ 800100 w 800100"/>
                <a:gd name="connsiteY4" fmla="*/ 545306 h 1159669"/>
                <a:gd name="connsiteX5" fmla="*/ 759619 w 800100"/>
                <a:gd name="connsiteY5" fmla="*/ 552450 h 1159669"/>
                <a:gd name="connsiteX6" fmla="*/ 742950 w 800100"/>
                <a:gd name="connsiteY6" fmla="*/ 421481 h 1159669"/>
                <a:gd name="connsiteX7" fmla="*/ 721519 w 800100"/>
                <a:gd name="connsiteY7" fmla="*/ 395288 h 1159669"/>
                <a:gd name="connsiteX8" fmla="*/ 681037 w 800100"/>
                <a:gd name="connsiteY8" fmla="*/ 264319 h 1159669"/>
                <a:gd name="connsiteX9" fmla="*/ 707231 w 800100"/>
                <a:gd name="connsiteY9" fmla="*/ 202406 h 1159669"/>
                <a:gd name="connsiteX10" fmla="*/ 697706 w 800100"/>
                <a:gd name="connsiteY10" fmla="*/ 133350 h 1159669"/>
                <a:gd name="connsiteX11" fmla="*/ 661987 w 800100"/>
                <a:gd name="connsiteY11" fmla="*/ 80963 h 1159669"/>
                <a:gd name="connsiteX12" fmla="*/ 681037 w 800100"/>
                <a:gd name="connsiteY12" fmla="*/ 28575 h 1159669"/>
                <a:gd name="connsiteX13" fmla="*/ 590550 w 800100"/>
                <a:gd name="connsiteY13" fmla="*/ 0 h 1159669"/>
                <a:gd name="connsiteX14" fmla="*/ 581025 w 800100"/>
                <a:gd name="connsiteY14" fmla="*/ 78581 h 1159669"/>
                <a:gd name="connsiteX15" fmla="*/ 473869 w 800100"/>
                <a:gd name="connsiteY15" fmla="*/ 169069 h 1159669"/>
                <a:gd name="connsiteX16" fmla="*/ 416242 w 800100"/>
                <a:gd name="connsiteY16" fmla="*/ 258128 h 1159669"/>
                <a:gd name="connsiteX17" fmla="*/ 464344 w 800100"/>
                <a:gd name="connsiteY17" fmla="*/ 354806 h 1159669"/>
                <a:gd name="connsiteX18" fmla="*/ 383381 w 800100"/>
                <a:gd name="connsiteY18" fmla="*/ 450056 h 1159669"/>
                <a:gd name="connsiteX19" fmla="*/ 421481 w 800100"/>
                <a:gd name="connsiteY19" fmla="*/ 552450 h 1159669"/>
                <a:gd name="connsiteX20" fmla="*/ 385762 w 800100"/>
                <a:gd name="connsiteY20" fmla="*/ 635794 h 1159669"/>
                <a:gd name="connsiteX21" fmla="*/ 323850 w 800100"/>
                <a:gd name="connsiteY21" fmla="*/ 607219 h 1159669"/>
                <a:gd name="connsiteX22" fmla="*/ 280987 w 800100"/>
                <a:gd name="connsiteY22" fmla="*/ 626269 h 1159669"/>
                <a:gd name="connsiteX23" fmla="*/ 242887 w 800100"/>
                <a:gd name="connsiteY23" fmla="*/ 676275 h 1159669"/>
                <a:gd name="connsiteX24" fmla="*/ 35719 w 800100"/>
                <a:gd name="connsiteY24" fmla="*/ 785813 h 1159669"/>
                <a:gd name="connsiteX25" fmla="*/ 30956 w 800100"/>
                <a:gd name="connsiteY25" fmla="*/ 892969 h 1159669"/>
                <a:gd name="connsiteX26" fmla="*/ 0 w 800100"/>
                <a:gd name="connsiteY26" fmla="*/ 957263 h 1159669"/>
                <a:gd name="connsiteX27" fmla="*/ 26194 w 800100"/>
                <a:gd name="connsiteY27" fmla="*/ 1028700 h 1159669"/>
                <a:gd name="connsiteX28" fmla="*/ 14287 w 800100"/>
                <a:gd name="connsiteY28" fmla="*/ 1095375 h 1159669"/>
                <a:gd name="connsiteX29" fmla="*/ 54769 w 800100"/>
                <a:gd name="connsiteY29" fmla="*/ 1102519 h 1159669"/>
                <a:gd name="connsiteX30" fmla="*/ 109537 w 800100"/>
                <a:gd name="connsiteY30" fmla="*/ 1145381 h 1159669"/>
                <a:gd name="connsiteX31" fmla="*/ 192881 w 800100"/>
                <a:gd name="connsiteY31" fmla="*/ 1159669 h 1159669"/>
                <a:gd name="connsiteX32" fmla="*/ 238125 w 800100"/>
                <a:gd name="connsiteY32" fmla="*/ 1133475 h 1159669"/>
                <a:gd name="connsiteX33" fmla="*/ 288131 w 800100"/>
                <a:gd name="connsiteY33" fmla="*/ 1126331 h 1159669"/>
                <a:gd name="connsiteX34" fmla="*/ 311944 w 800100"/>
                <a:gd name="connsiteY34" fmla="*/ 1066800 h 1159669"/>
                <a:gd name="connsiteX35" fmla="*/ 342900 w 800100"/>
                <a:gd name="connsiteY35" fmla="*/ 1045369 h 1159669"/>
                <a:gd name="connsiteX36" fmla="*/ 323850 w 800100"/>
                <a:gd name="connsiteY36" fmla="*/ 966788 h 1159669"/>
                <a:gd name="connsiteX37" fmla="*/ 338137 w 800100"/>
                <a:gd name="connsiteY37" fmla="*/ 938213 h 1159669"/>
                <a:gd name="connsiteX38" fmla="*/ 376237 w 800100"/>
                <a:gd name="connsiteY38" fmla="*/ 954881 h 1159669"/>
                <a:gd name="connsiteX39" fmla="*/ 414337 w 800100"/>
                <a:gd name="connsiteY39" fmla="*/ 950119 h 1159669"/>
                <a:gd name="connsiteX40" fmla="*/ 476250 w 800100"/>
                <a:gd name="connsiteY40" fmla="*/ 983456 h 1159669"/>
                <a:gd name="connsiteX41" fmla="*/ 692944 w 800100"/>
                <a:gd name="connsiteY41" fmla="*/ 838200 h 1159669"/>
                <a:gd name="connsiteX0" fmla="*/ 692944 w 800100"/>
                <a:gd name="connsiteY0" fmla="*/ 838200 h 1159669"/>
                <a:gd name="connsiteX1" fmla="*/ 795337 w 800100"/>
                <a:gd name="connsiteY1" fmla="*/ 769144 h 1159669"/>
                <a:gd name="connsiteX2" fmla="*/ 778669 w 800100"/>
                <a:gd name="connsiteY2" fmla="*/ 654844 h 1159669"/>
                <a:gd name="connsiteX3" fmla="*/ 800100 w 800100"/>
                <a:gd name="connsiteY3" fmla="*/ 597694 h 1159669"/>
                <a:gd name="connsiteX4" fmla="*/ 800100 w 800100"/>
                <a:gd name="connsiteY4" fmla="*/ 545306 h 1159669"/>
                <a:gd name="connsiteX5" fmla="*/ 759619 w 800100"/>
                <a:gd name="connsiteY5" fmla="*/ 552450 h 1159669"/>
                <a:gd name="connsiteX6" fmla="*/ 742950 w 800100"/>
                <a:gd name="connsiteY6" fmla="*/ 421481 h 1159669"/>
                <a:gd name="connsiteX7" fmla="*/ 721519 w 800100"/>
                <a:gd name="connsiteY7" fmla="*/ 395288 h 1159669"/>
                <a:gd name="connsiteX8" fmla="*/ 681037 w 800100"/>
                <a:gd name="connsiteY8" fmla="*/ 264319 h 1159669"/>
                <a:gd name="connsiteX9" fmla="*/ 707231 w 800100"/>
                <a:gd name="connsiteY9" fmla="*/ 202406 h 1159669"/>
                <a:gd name="connsiteX10" fmla="*/ 697706 w 800100"/>
                <a:gd name="connsiteY10" fmla="*/ 133350 h 1159669"/>
                <a:gd name="connsiteX11" fmla="*/ 661987 w 800100"/>
                <a:gd name="connsiteY11" fmla="*/ 80963 h 1159669"/>
                <a:gd name="connsiteX12" fmla="*/ 681037 w 800100"/>
                <a:gd name="connsiteY12" fmla="*/ 28575 h 1159669"/>
                <a:gd name="connsiteX13" fmla="*/ 590550 w 800100"/>
                <a:gd name="connsiteY13" fmla="*/ 0 h 1159669"/>
                <a:gd name="connsiteX14" fmla="*/ 581025 w 800100"/>
                <a:gd name="connsiteY14" fmla="*/ 78581 h 1159669"/>
                <a:gd name="connsiteX15" fmla="*/ 473869 w 800100"/>
                <a:gd name="connsiteY15" fmla="*/ 169069 h 1159669"/>
                <a:gd name="connsiteX16" fmla="*/ 416242 w 800100"/>
                <a:gd name="connsiteY16" fmla="*/ 258128 h 1159669"/>
                <a:gd name="connsiteX17" fmla="*/ 440531 w 800100"/>
                <a:gd name="connsiteY17" fmla="*/ 310515 h 1159669"/>
                <a:gd name="connsiteX18" fmla="*/ 464344 w 800100"/>
                <a:gd name="connsiteY18" fmla="*/ 354806 h 1159669"/>
                <a:gd name="connsiteX19" fmla="*/ 383381 w 800100"/>
                <a:gd name="connsiteY19" fmla="*/ 450056 h 1159669"/>
                <a:gd name="connsiteX20" fmla="*/ 421481 w 800100"/>
                <a:gd name="connsiteY20" fmla="*/ 552450 h 1159669"/>
                <a:gd name="connsiteX21" fmla="*/ 385762 w 800100"/>
                <a:gd name="connsiteY21" fmla="*/ 635794 h 1159669"/>
                <a:gd name="connsiteX22" fmla="*/ 323850 w 800100"/>
                <a:gd name="connsiteY22" fmla="*/ 607219 h 1159669"/>
                <a:gd name="connsiteX23" fmla="*/ 280987 w 800100"/>
                <a:gd name="connsiteY23" fmla="*/ 626269 h 1159669"/>
                <a:gd name="connsiteX24" fmla="*/ 242887 w 800100"/>
                <a:gd name="connsiteY24" fmla="*/ 676275 h 1159669"/>
                <a:gd name="connsiteX25" fmla="*/ 35719 w 800100"/>
                <a:gd name="connsiteY25" fmla="*/ 785813 h 1159669"/>
                <a:gd name="connsiteX26" fmla="*/ 30956 w 800100"/>
                <a:gd name="connsiteY26" fmla="*/ 892969 h 1159669"/>
                <a:gd name="connsiteX27" fmla="*/ 0 w 800100"/>
                <a:gd name="connsiteY27" fmla="*/ 957263 h 1159669"/>
                <a:gd name="connsiteX28" fmla="*/ 26194 w 800100"/>
                <a:gd name="connsiteY28" fmla="*/ 1028700 h 1159669"/>
                <a:gd name="connsiteX29" fmla="*/ 14287 w 800100"/>
                <a:gd name="connsiteY29" fmla="*/ 1095375 h 1159669"/>
                <a:gd name="connsiteX30" fmla="*/ 54769 w 800100"/>
                <a:gd name="connsiteY30" fmla="*/ 1102519 h 1159669"/>
                <a:gd name="connsiteX31" fmla="*/ 109537 w 800100"/>
                <a:gd name="connsiteY31" fmla="*/ 1145381 h 1159669"/>
                <a:gd name="connsiteX32" fmla="*/ 192881 w 800100"/>
                <a:gd name="connsiteY32" fmla="*/ 1159669 h 1159669"/>
                <a:gd name="connsiteX33" fmla="*/ 238125 w 800100"/>
                <a:gd name="connsiteY33" fmla="*/ 1133475 h 1159669"/>
                <a:gd name="connsiteX34" fmla="*/ 288131 w 800100"/>
                <a:gd name="connsiteY34" fmla="*/ 1126331 h 1159669"/>
                <a:gd name="connsiteX35" fmla="*/ 311944 w 800100"/>
                <a:gd name="connsiteY35" fmla="*/ 1066800 h 1159669"/>
                <a:gd name="connsiteX36" fmla="*/ 342900 w 800100"/>
                <a:gd name="connsiteY36" fmla="*/ 1045369 h 1159669"/>
                <a:gd name="connsiteX37" fmla="*/ 323850 w 800100"/>
                <a:gd name="connsiteY37" fmla="*/ 966788 h 1159669"/>
                <a:gd name="connsiteX38" fmla="*/ 338137 w 800100"/>
                <a:gd name="connsiteY38" fmla="*/ 938213 h 1159669"/>
                <a:gd name="connsiteX39" fmla="*/ 376237 w 800100"/>
                <a:gd name="connsiteY39" fmla="*/ 954881 h 1159669"/>
                <a:gd name="connsiteX40" fmla="*/ 414337 w 800100"/>
                <a:gd name="connsiteY40" fmla="*/ 950119 h 1159669"/>
                <a:gd name="connsiteX41" fmla="*/ 476250 w 800100"/>
                <a:gd name="connsiteY41" fmla="*/ 983456 h 1159669"/>
                <a:gd name="connsiteX42" fmla="*/ 692944 w 800100"/>
                <a:gd name="connsiteY42" fmla="*/ 838200 h 1159669"/>
                <a:gd name="connsiteX0" fmla="*/ 692944 w 800100"/>
                <a:gd name="connsiteY0" fmla="*/ 838200 h 1159669"/>
                <a:gd name="connsiteX1" fmla="*/ 795337 w 800100"/>
                <a:gd name="connsiteY1" fmla="*/ 769144 h 1159669"/>
                <a:gd name="connsiteX2" fmla="*/ 778669 w 800100"/>
                <a:gd name="connsiteY2" fmla="*/ 654844 h 1159669"/>
                <a:gd name="connsiteX3" fmla="*/ 800100 w 800100"/>
                <a:gd name="connsiteY3" fmla="*/ 597694 h 1159669"/>
                <a:gd name="connsiteX4" fmla="*/ 800100 w 800100"/>
                <a:gd name="connsiteY4" fmla="*/ 545306 h 1159669"/>
                <a:gd name="connsiteX5" fmla="*/ 759619 w 800100"/>
                <a:gd name="connsiteY5" fmla="*/ 552450 h 1159669"/>
                <a:gd name="connsiteX6" fmla="*/ 742950 w 800100"/>
                <a:gd name="connsiteY6" fmla="*/ 421481 h 1159669"/>
                <a:gd name="connsiteX7" fmla="*/ 721519 w 800100"/>
                <a:gd name="connsiteY7" fmla="*/ 395288 h 1159669"/>
                <a:gd name="connsiteX8" fmla="*/ 681037 w 800100"/>
                <a:gd name="connsiteY8" fmla="*/ 264319 h 1159669"/>
                <a:gd name="connsiteX9" fmla="*/ 707231 w 800100"/>
                <a:gd name="connsiteY9" fmla="*/ 202406 h 1159669"/>
                <a:gd name="connsiteX10" fmla="*/ 697706 w 800100"/>
                <a:gd name="connsiteY10" fmla="*/ 133350 h 1159669"/>
                <a:gd name="connsiteX11" fmla="*/ 661987 w 800100"/>
                <a:gd name="connsiteY11" fmla="*/ 80963 h 1159669"/>
                <a:gd name="connsiteX12" fmla="*/ 681037 w 800100"/>
                <a:gd name="connsiteY12" fmla="*/ 28575 h 1159669"/>
                <a:gd name="connsiteX13" fmla="*/ 590550 w 800100"/>
                <a:gd name="connsiteY13" fmla="*/ 0 h 1159669"/>
                <a:gd name="connsiteX14" fmla="*/ 581025 w 800100"/>
                <a:gd name="connsiteY14" fmla="*/ 78581 h 1159669"/>
                <a:gd name="connsiteX15" fmla="*/ 473869 w 800100"/>
                <a:gd name="connsiteY15" fmla="*/ 169069 h 1159669"/>
                <a:gd name="connsiteX16" fmla="*/ 416242 w 800100"/>
                <a:gd name="connsiteY16" fmla="*/ 258128 h 1159669"/>
                <a:gd name="connsiteX17" fmla="*/ 421481 w 800100"/>
                <a:gd name="connsiteY17" fmla="*/ 306705 h 1159669"/>
                <a:gd name="connsiteX18" fmla="*/ 464344 w 800100"/>
                <a:gd name="connsiteY18" fmla="*/ 354806 h 1159669"/>
                <a:gd name="connsiteX19" fmla="*/ 383381 w 800100"/>
                <a:gd name="connsiteY19" fmla="*/ 450056 h 1159669"/>
                <a:gd name="connsiteX20" fmla="*/ 421481 w 800100"/>
                <a:gd name="connsiteY20" fmla="*/ 552450 h 1159669"/>
                <a:gd name="connsiteX21" fmla="*/ 385762 w 800100"/>
                <a:gd name="connsiteY21" fmla="*/ 635794 h 1159669"/>
                <a:gd name="connsiteX22" fmla="*/ 323850 w 800100"/>
                <a:gd name="connsiteY22" fmla="*/ 607219 h 1159669"/>
                <a:gd name="connsiteX23" fmla="*/ 280987 w 800100"/>
                <a:gd name="connsiteY23" fmla="*/ 626269 h 1159669"/>
                <a:gd name="connsiteX24" fmla="*/ 242887 w 800100"/>
                <a:gd name="connsiteY24" fmla="*/ 676275 h 1159669"/>
                <a:gd name="connsiteX25" fmla="*/ 35719 w 800100"/>
                <a:gd name="connsiteY25" fmla="*/ 785813 h 1159669"/>
                <a:gd name="connsiteX26" fmla="*/ 30956 w 800100"/>
                <a:gd name="connsiteY26" fmla="*/ 892969 h 1159669"/>
                <a:gd name="connsiteX27" fmla="*/ 0 w 800100"/>
                <a:gd name="connsiteY27" fmla="*/ 957263 h 1159669"/>
                <a:gd name="connsiteX28" fmla="*/ 26194 w 800100"/>
                <a:gd name="connsiteY28" fmla="*/ 1028700 h 1159669"/>
                <a:gd name="connsiteX29" fmla="*/ 14287 w 800100"/>
                <a:gd name="connsiteY29" fmla="*/ 1095375 h 1159669"/>
                <a:gd name="connsiteX30" fmla="*/ 54769 w 800100"/>
                <a:gd name="connsiteY30" fmla="*/ 1102519 h 1159669"/>
                <a:gd name="connsiteX31" fmla="*/ 109537 w 800100"/>
                <a:gd name="connsiteY31" fmla="*/ 1145381 h 1159669"/>
                <a:gd name="connsiteX32" fmla="*/ 192881 w 800100"/>
                <a:gd name="connsiteY32" fmla="*/ 1159669 h 1159669"/>
                <a:gd name="connsiteX33" fmla="*/ 238125 w 800100"/>
                <a:gd name="connsiteY33" fmla="*/ 1133475 h 1159669"/>
                <a:gd name="connsiteX34" fmla="*/ 288131 w 800100"/>
                <a:gd name="connsiteY34" fmla="*/ 1126331 h 1159669"/>
                <a:gd name="connsiteX35" fmla="*/ 311944 w 800100"/>
                <a:gd name="connsiteY35" fmla="*/ 1066800 h 1159669"/>
                <a:gd name="connsiteX36" fmla="*/ 342900 w 800100"/>
                <a:gd name="connsiteY36" fmla="*/ 1045369 h 1159669"/>
                <a:gd name="connsiteX37" fmla="*/ 323850 w 800100"/>
                <a:gd name="connsiteY37" fmla="*/ 966788 h 1159669"/>
                <a:gd name="connsiteX38" fmla="*/ 338137 w 800100"/>
                <a:gd name="connsiteY38" fmla="*/ 938213 h 1159669"/>
                <a:gd name="connsiteX39" fmla="*/ 376237 w 800100"/>
                <a:gd name="connsiteY39" fmla="*/ 954881 h 1159669"/>
                <a:gd name="connsiteX40" fmla="*/ 414337 w 800100"/>
                <a:gd name="connsiteY40" fmla="*/ 950119 h 1159669"/>
                <a:gd name="connsiteX41" fmla="*/ 476250 w 800100"/>
                <a:gd name="connsiteY41" fmla="*/ 983456 h 1159669"/>
                <a:gd name="connsiteX42" fmla="*/ 692944 w 800100"/>
                <a:gd name="connsiteY42" fmla="*/ 838200 h 115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0100" h="1159669">
                  <a:moveTo>
                    <a:pt x="692944" y="838200"/>
                  </a:moveTo>
                  <a:lnTo>
                    <a:pt x="795337" y="769144"/>
                  </a:lnTo>
                  <a:lnTo>
                    <a:pt x="778669" y="654844"/>
                  </a:lnTo>
                  <a:lnTo>
                    <a:pt x="800100" y="597694"/>
                  </a:lnTo>
                  <a:lnTo>
                    <a:pt x="800100" y="545306"/>
                  </a:lnTo>
                  <a:lnTo>
                    <a:pt x="759619" y="552450"/>
                  </a:lnTo>
                  <a:lnTo>
                    <a:pt x="742950" y="421481"/>
                  </a:lnTo>
                  <a:lnTo>
                    <a:pt x="721519" y="395288"/>
                  </a:lnTo>
                  <a:lnTo>
                    <a:pt x="681037" y="264319"/>
                  </a:lnTo>
                  <a:lnTo>
                    <a:pt x="707231" y="202406"/>
                  </a:lnTo>
                  <a:lnTo>
                    <a:pt x="697706" y="133350"/>
                  </a:lnTo>
                  <a:lnTo>
                    <a:pt x="661987" y="80963"/>
                  </a:lnTo>
                  <a:lnTo>
                    <a:pt x="681037" y="28575"/>
                  </a:lnTo>
                  <a:lnTo>
                    <a:pt x="590550" y="0"/>
                  </a:lnTo>
                  <a:lnTo>
                    <a:pt x="581025" y="78581"/>
                  </a:lnTo>
                  <a:lnTo>
                    <a:pt x="473869" y="169069"/>
                  </a:lnTo>
                  <a:lnTo>
                    <a:pt x="416242" y="258128"/>
                  </a:lnTo>
                  <a:lnTo>
                    <a:pt x="421481" y="306705"/>
                  </a:lnTo>
                  <a:lnTo>
                    <a:pt x="464344" y="354806"/>
                  </a:lnTo>
                  <a:lnTo>
                    <a:pt x="383381" y="450056"/>
                  </a:lnTo>
                  <a:lnTo>
                    <a:pt x="421481" y="552450"/>
                  </a:lnTo>
                  <a:lnTo>
                    <a:pt x="385762" y="635794"/>
                  </a:lnTo>
                  <a:lnTo>
                    <a:pt x="323850" y="607219"/>
                  </a:lnTo>
                  <a:lnTo>
                    <a:pt x="280987" y="626269"/>
                  </a:lnTo>
                  <a:lnTo>
                    <a:pt x="242887" y="676275"/>
                  </a:lnTo>
                  <a:lnTo>
                    <a:pt x="35719" y="785813"/>
                  </a:lnTo>
                  <a:lnTo>
                    <a:pt x="30956" y="892969"/>
                  </a:lnTo>
                  <a:lnTo>
                    <a:pt x="0" y="957263"/>
                  </a:lnTo>
                  <a:lnTo>
                    <a:pt x="26194" y="1028700"/>
                  </a:lnTo>
                  <a:lnTo>
                    <a:pt x="14287" y="1095375"/>
                  </a:lnTo>
                  <a:lnTo>
                    <a:pt x="54769" y="1102519"/>
                  </a:lnTo>
                  <a:lnTo>
                    <a:pt x="109537" y="1145381"/>
                  </a:lnTo>
                  <a:lnTo>
                    <a:pt x="192881" y="1159669"/>
                  </a:lnTo>
                  <a:lnTo>
                    <a:pt x="238125" y="1133475"/>
                  </a:lnTo>
                  <a:lnTo>
                    <a:pt x="288131" y="1126331"/>
                  </a:lnTo>
                  <a:lnTo>
                    <a:pt x="311944" y="1066800"/>
                  </a:lnTo>
                  <a:lnTo>
                    <a:pt x="342900" y="1045369"/>
                  </a:lnTo>
                  <a:lnTo>
                    <a:pt x="323850" y="966788"/>
                  </a:lnTo>
                  <a:lnTo>
                    <a:pt x="338137" y="938213"/>
                  </a:lnTo>
                  <a:lnTo>
                    <a:pt x="376237" y="954881"/>
                  </a:lnTo>
                  <a:lnTo>
                    <a:pt x="414337" y="950119"/>
                  </a:lnTo>
                  <a:lnTo>
                    <a:pt x="476250" y="983456"/>
                  </a:lnTo>
                  <a:lnTo>
                    <a:pt x="692944" y="83820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7" name="Freeform 186"/>
            <p:cNvSpPr/>
            <p:nvPr/>
          </p:nvSpPr>
          <p:spPr>
            <a:xfrm>
              <a:off x="7343775" y="2571750"/>
              <a:ext cx="304800" cy="277813"/>
            </a:xfrm>
            <a:custGeom>
              <a:avLst/>
              <a:gdLst>
                <a:gd name="connsiteX0" fmla="*/ 185737 w 304800"/>
                <a:gd name="connsiteY0" fmla="*/ 278606 h 278606"/>
                <a:gd name="connsiteX1" fmla="*/ 219075 w 304800"/>
                <a:gd name="connsiteY1" fmla="*/ 202406 h 278606"/>
                <a:gd name="connsiteX2" fmla="*/ 304800 w 304800"/>
                <a:gd name="connsiteY2" fmla="*/ 157163 h 278606"/>
                <a:gd name="connsiteX3" fmla="*/ 304800 w 304800"/>
                <a:gd name="connsiteY3" fmla="*/ 102394 h 278606"/>
                <a:gd name="connsiteX4" fmla="*/ 240506 w 304800"/>
                <a:gd name="connsiteY4" fmla="*/ 61913 h 278606"/>
                <a:gd name="connsiteX5" fmla="*/ 204787 w 304800"/>
                <a:gd name="connsiteY5" fmla="*/ 66675 h 278606"/>
                <a:gd name="connsiteX6" fmla="*/ 147637 w 304800"/>
                <a:gd name="connsiteY6" fmla="*/ 7144 h 278606"/>
                <a:gd name="connsiteX7" fmla="*/ 0 w 304800"/>
                <a:gd name="connsiteY7" fmla="*/ 0 h 278606"/>
                <a:gd name="connsiteX8" fmla="*/ 61912 w 304800"/>
                <a:gd name="connsiteY8" fmla="*/ 66675 h 278606"/>
                <a:gd name="connsiteX9" fmla="*/ 57150 w 304800"/>
                <a:gd name="connsiteY9" fmla="*/ 102394 h 278606"/>
                <a:gd name="connsiteX10" fmla="*/ 111918 w 304800"/>
                <a:gd name="connsiteY10" fmla="*/ 111919 h 278606"/>
                <a:gd name="connsiteX11" fmla="*/ 116681 w 304800"/>
                <a:gd name="connsiteY11" fmla="*/ 147638 h 278606"/>
                <a:gd name="connsiteX12" fmla="*/ 88106 w 304800"/>
                <a:gd name="connsiteY12" fmla="*/ 185738 h 278606"/>
                <a:gd name="connsiteX13" fmla="*/ 85725 w 304800"/>
                <a:gd name="connsiteY13" fmla="*/ 230981 h 278606"/>
                <a:gd name="connsiteX14" fmla="*/ 114300 w 304800"/>
                <a:gd name="connsiteY14" fmla="*/ 247650 h 278606"/>
                <a:gd name="connsiteX15" fmla="*/ 185737 w 304800"/>
                <a:gd name="connsiteY15" fmla="*/ 278606 h 27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800" h="278606">
                  <a:moveTo>
                    <a:pt x="185737" y="278606"/>
                  </a:moveTo>
                  <a:lnTo>
                    <a:pt x="219075" y="202406"/>
                  </a:lnTo>
                  <a:lnTo>
                    <a:pt x="304800" y="157163"/>
                  </a:lnTo>
                  <a:lnTo>
                    <a:pt x="304800" y="102394"/>
                  </a:lnTo>
                  <a:lnTo>
                    <a:pt x="240506" y="61913"/>
                  </a:lnTo>
                  <a:lnTo>
                    <a:pt x="204787" y="66675"/>
                  </a:lnTo>
                  <a:lnTo>
                    <a:pt x="147637" y="7144"/>
                  </a:lnTo>
                  <a:lnTo>
                    <a:pt x="0" y="0"/>
                  </a:lnTo>
                  <a:lnTo>
                    <a:pt x="61912" y="66675"/>
                  </a:lnTo>
                  <a:lnTo>
                    <a:pt x="57150" y="102394"/>
                  </a:lnTo>
                  <a:lnTo>
                    <a:pt x="111918" y="111919"/>
                  </a:lnTo>
                  <a:lnTo>
                    <a:pt x="116681" y="147638"/>
                  </a:lnTo>
                  <a:lnTo>
                    <a:pt x="88106" y="185738"/>
                  </a:lnTo>
                  <a:lnTo>
                    <a:pt x="85725" y="230981"/>
                  </a:lnTo>
                  <a:lnTo>
                    <a:pt x="114300" y="247650"/>
                  </a:lnTo>
                  <a:lnTo>
                    <a:pt x="185737" y="278606"/>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8" name="Freeform 187"/>
            <p:cNvSpPr/>
            <p:nvPr/>
          </p:nvSpPr>
          <p:spPr>
            <a:xfrm>
              <a:off x="7356475" y="2449513"/>
              <a:ext cx="485775" cy="255587"/>
            </a:xfrm>
            <a:custGeom>
              <a:avLst/>
              <a:gdLst>
                <a:gd name="connsiteX0" fmla="*/ 302419 w 485775"/>
                <a:gd name="connsiteY0" fmla="*/ 254794 h 254794"/>
                <a:gd name="connsiteX1" fmla="*/ 352425 w 485775"/>
                <a:gd name="connsiteY1" fmla="*/ 226219 h 254794"/>
                <a:gd name="connsiteX2" fmla="*/ 350044 w 485775"/>
                <a:gd name="connsiteY2" fmla="*/ 192882 h 254794"/>
                <a:gd name="connsiteX3" fmla="*/ 428625 w 485775"/>
                <a:gd name="connsiteY3" fmla="*/ 130969 h 254794"/>
                <a:gd name="connsiteX4" fmla="*/ 485775 w 485775"/>
                <a:gd name="connsiteY4" fmla="*/ 30957 h 254794"/>
                <a:gd name="connsiteX5" fmla="*/ 431006 w 485775"/>
                <a:gd name="connsiteY5" fmla="*/ 0 h 254794"/>
                <a:gd name="connsiteX6" fmla="*/ 373856 w 485775"/>
                <a:gd name="connsiteY6" fmla="*/ 26194 h 254794"/>
                <a:gd name="connsiteX7" fmla="*/ 328612 w 485775"/>
                <a:gd name="connsiteY7" fmla="*/ 16669 h 254794"/>
                <a:gd name="connsiteX8" fmla="*/ 316706 w 485775"/>
                <a:gd name="connsiteY8" fmla="*/ 80963 h 254794"/>
                <a:gd name="connsiteX9" fmla="*/ 271462 w 485775"/>
                <a:gd name="connsiteY9" fmla="*/ 64294 h 254794"/>
                <a:gd name="connsiteX10" fmla="*/ 221456 w 485775"/>
                <a:gd name="connsiteY10" fmla="*/ 95250 h 254794"/>
                <a:gd name="connsiteX11" fmla="*/ 188119 w 485775"/>
                <a:gd name="connsiteY11" fmla="*/ 69057 h 254794"/>
                <a:gd name="connsiteX12" fmla="*/ 180975 w 485775"/>
                <a:gd name="connsiteY12" fmla="*/ 38100 h 254794"/>
                <a:gd name="connsiteX13" fmla="*/ 157162 w 485775"/>
                <a:gd name="connsiteY13" fmla="*/ 28575 h 254794"/>
                <a:gd name="connsiteX14" fmla="*/ 133350 w 485775"/>
                <a:gd name="connsiteY14" fmla="*/ 50007 h 254794"/>
                <a:gd name="connsiteX15" fmla="*/ 111919 w 485775"/>
                <a:gd name="connsiteY15" fmla="*/ 14288 h 254794"/>
                <a:gd name="connsiteX16" fmla="*/ 83344 w 485775"/>
                <a:gd name="connsiteY16" fmla="*/ 50007 h 254794"/>
                <a:gd name="connsiteX17" fmla="*/ 0 w 485775"/>
                <a:gd name="connsiteY17" fmla="*/ 100013 h 254794"/>
                <a:gd name="connsiteX18" fmla="*/ 0 w 485775"/>
                <a:gd name="connsiteY18" fmla="*/ 119063 h 254794"/>
                <a:gd name="connsiteX19" fmla="*/ 133350 w 485775"/>
                <a:gd name="connsiteY19" fmla="*/ 133350 h 254794"/>
                <a:gd name="connsiteX20" fmla="*/ 202406 w 485775"/>
                <a:gd name="connsiteY20" fmla="*/ 190500 h 254794"/>
                <a:gd name="connsiteX21" fmla="*/ 247650 w 485775"/>
                <a:gd name="connsiteY21" fmla="*/ 188119 h 254794"/>
                <a:gd name="connsiteX22" fmla="*/ 302419 w 485775"/>
                <a:gd name="connsiteY22" fmla="*/ 254794 h 254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5775" h="254794">
                  <a:moveTo>
                    <a:pt x="302419" y="254794"/>
                  </a:moveTo>
                  <a:lnTo>
                    <a:pt x="352425" y="226219"/>
                  </a:lnTo>
                  <a:lnTo>
                    <a:pt x="350044" y="192882"/>
                  </a:lnTo>
                  <a:lnTo>
                    <a:pt x="428625" y="130969"/>
                  </a:lnTo>
                  <a:lnTo>
                    <a:pt x="485775" y="30957"/>
                  </a:lnTo>
                  <a:lnTo>
                    <a:pt x="431006" y="0"/>
                  </a:lnTo>
                  <a:lnTo>
                    <a:pt x="373856" y="26194"/>
                  </a:lnTo>
                  <a:lnTo>
                    <a:pt x="328612" y="16669"/>
                  </a:lnTo>
                  <a:lnTo>
                    <a:pt x="316706" y="80963"/>
                  </a:lnTo>
                  <a:lnTo>
                    <a:pt x="271462" y="64294"/>
                  </a:lnTo>
                  <a:lnTo>
                    <a:pt x="221456" y="95250"/>
                  </a:lnTo>
                  <a:lnTo>
                    <a:pt x="188119" y="69057"/>
                  </a:lnTo>
                  <a:lnTo>
                    <a:pt x="180975" y="38100"/>
                  </a:lnTo>
                  <a:lnTo>
                    <a:pt x="157162" y="28575"/>
                  </a:lnTo>
                  <a:lnTo>
                    <a:pt x="133350" y="50007"/>
                  </a:lnTo>
                  <a:lnTo>
                    <a:pt x="111919" y="14288"/>
                  </a:lnTo>
                  <a:lnTo>
                    <a:pt x="83344" y="50007"/>
                  </a:lnTo>
                  <a:lnTo>
                    <a:pt x="0" y="100013"/>
                  </a:lnTo>
                  <a:lnTo>
                    <a:pt x="0" y="119063"/>
                  </a:lnTo>
                  <a:lnTo>
                    <a:pt x="133350" y="133350"/>
                  </a:lnTo>
                  <a:lnTo>
                    <a:pt x="202406" y="190500"/>
                  </a:lnTo>
                  <a:lnTo>
                    <a:pt x="247650" y="188119"/>
                  </a:lnTo>
                  <a:lnTo>
                    <a:pt x="302419" y="254794"/>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89" name="Freeform 188"/>
            <p:cNvSpPr/>
            <p:nvPr/>
          </p:nvSpPr>
          <p:spPr>
            <a:xfrm>
              <a:off x="6951663" y="2198688"/>
              <a:ext cx="933450" cy="371475"/>
            </a:xfrm>
            <a:custGeom>
              <a:avLst/>
              <a:gdLst>
                <a:gd name="connsiteX0" fmla="*/ 900113 w 933450"/>
                <a:gd name="connsiteY0" fmla="*/ 280987 h 371475"/>
                <a:gd name="connsiteX1" fmla="*/ 933450 w 933450"/>
                <a:gd name="connsiteY1" fmla="*/ 128587 h 371475"/>
                <a:gd name="connsiteX2" fmla="*/ 926307 w 933450"/>
                <a:gd name="connsiteY2" fmla="*/ 0 h 371475"/>
                <a:gd name="connsiteX3" fmla="*/ 881063 w 933450"/>
                <a:gd name="connsiteY3" fmla="*/ 11906 h 371475"/>
                <a:gd name="connsiteX4" fmla="*/ 869157 w 933450"/>
                <a:gd name="connsiteY4" fmla="*/ 76200 h 371475"/>
                <a:gd name="connsiteX5" fmla="*/ 831057 w 933450"/>
                <a:gd name="connsiteY5" fmla="*/ 61912 h 371475"/>
                <a:gd name="connsiteX6" fmla="*/ 797719 w 933450"/>
                <a:gd name="connsiteY6" fmla="*/ 85725 h 371475"/>
                <a:gd name="connsiteX7" fmla="*/ 807244 w 933450"/>
                <a:gd name="connsiteY7" fmla="*/ 119062 h 371475"/>
                <a:gd name="connsiteX8" fmla="*/ 776288 w 933450"/>
                <a:gd name="connsiteY8" fmla="*/ 116681 h 371475"/>
                <a:gd name="connsiteX9" fmla="*/ 752475 w 933450"/>
                <a:gd name="connsiteY9" fmla="*/ 95250 h 371475"/>
                <a:gd name="connsiteX10" fmla="*/ 678657 w 933450"/>
                <a:gd name="connsiteY10" fmla="*/ 135731 h 371475"/>
                <a:gd name="connsiteX11" fmla="*/ 666750 w 933450"/>
                <a:gd name="connsiteY11" fmla="*/ 183356 h 371475"/>
                <a:gd name="connsiteX12" fmla="*/ 628650 w 933450"/>
                <a:gd name="connsiteY12" fmla="*/ 178594 h 371475"/>
                <a:gd name="connsiteX13" fmla="*/ 611982 w 933450"/>
                <a:gd name="connsiteY13" fmla="*/ 147637 h 371475"/>
                <a:gd name="connsiteX14" fmla="*/ 578644 w 933450"/>
                <a:gd name="connsiteY14" fmla="*/ 154781 h 371475"/>
                <a:gd name="connsiteX15" fmla="*/ 566738 w 933450"/>
                <a:gd name="connsiteY15" fmla="*/ 119062 h 371475"/>
                <a:gd name="connsiteX16" fmla="*/ 597694 w 933450"/>
                <a:gd name="connsiteY16" fmla="*/ 92869 h 371475"/>
                <a:gd name="connsiteX17" fmla="*/ 597694 w 933450"/>
                <a:gd name="connsiteY17" fmla="*/ 59531 h 371475"/>
                <a:gd name="connsiteX18" fmla="*/ 619125 w 933450"/>
                <a:gd name="connsiteY18" fmla="*/ 64294 h 371475"/>
                <a:gd name="connsiteX19" fmla="*/ 626269 w 933450"/>
                <a:gd name="connsiteY19" fmla="*/ 30956 h 371475"/>
                <a:gd name="connsiteX20" fmla="*/ 559594 w 933450"/>
                <a:gd name="connsiteY20" fmla="*/ 40481 h 371475"/>
                <a:gd name="connsiteX21" fmla="*/ 526257 w 933450"/>
                <a:gd name="connsiteY21" fmla="*/ 66675 h 371475"/>
                <a:gd name="connsiteX22" fmla="*/ 488157 w 933450"/>
                <a:gd name="connsiteY22" fmla="*/ 66675 h 371475"/>
                <a:gd name="connsiteX23" fmla="*/ 435769 w 933450"/>
                <a:gd name="connsiteY23" fmla="*/ 116681 h 371475"/>
                <a:gd name="connsiteX24" fmla="*/ 388144 w 933450"/>
                <a:gd name="connsiteY24" fmla="*/ 76200 h 371475"/>
                <a:gd name="connsiteX25" fmla="*/ 316707 w 933450"/>
                <a:gd name="connsiteY25" fmla="*/ 111919 h 371475"/>
                <a:gd name="connsiteX26" fmla="*/ 233363 w 933450"/>
                <a:gd name="connsiteY26" fmla="*/ 33337 h 371475"/>
                <a:gd name="connsiteX27" fmla="*/ 195263 w 933450"/>
                <a:gd name="connsiteY27" fmla="*/ 23812 h 371475"/>
                <a:gd name="connsiteX28" fmla="*/ 154782 w 933450"/>
                <a:gd name="connsiteY28" fmla="*/ 47625 h 371475"/>
                <a:gd name="connsiteX29" fmla="*/ 104775 w 933450"/>
                <a:gd name="connsiteY29" fmla="*/ 50006 h 371475"/>
                <a:gd name="connsiteX30" fmla="*/ 95250 w 933450"/>
                <a:gd name="connsiteY30" fmla="*/ 161925 h 371475"/>
                <a:gd name="connsiteX31" fmla="*/ 0 w 933450"/>
                <a:gd name="connsiteY31" fmla="*/ 250031 h 371475"/>
                <a:gd name="connsiteX32" fmla="*/ 64294 w 933450"/>
                <a:gd name="connsiteY32" fmla="*/ 271462 h 371475"/>
                <a:gd name="connsiteX33" fmla="*/ 114300 w 933450"/>
                <a:gd name="connsiteY33" fmla="*/ 371475 h 371475"/>
                <a:gd name="connsiteX34" fmla="*/ 166688 w 933450"/>
                <a:gd name="connsiteY34" fmla="*/ 338137 h 371475"/>
                <a:gd name="connsiteX35" fmla="*/ 221457 w 933450"/>
                <a:gd name="connsiteY35" fmla="*/ 278606 h 371475"/>
                <a:gd name="connsiteX36" fmla="*/ 283369 w 933450"/>
                <a:gd name="connsiteY36" fmla="*/ 311944 h 371475"/>
                <a:gd name="connsiteX37" fmla="*/ 321469 w 933450"/>
                <a:gd name="connsiteY37" fmla="*/ 297656 h 371475"/>
                <a:gd name="connsiteX38" fmla="*/ 350044 w 933450"/>
                <a:gd name="connsiteY38" fmla="*/ 280987 h 371475"/>
                <a:gd name="connsiteX39" fmla="*/ 345282 w 933450"/>
                <a:gd name="connsiteY39" fmla="*/ 316706 h 371475"/>
                <a:gd name="connsiteX40" fmla="*/ 390525 w 933450"/>
                <a:gd name="connsiteY40" fmla="*/ 321469 h 371475"/>
                <a:gd name="connsiteX41" fmla="*/ 395288 w 933450"/>
                <a:gd name="connsiteY41" fmla="*/ 352425 h 371475"/>
                <a:gd name="connsiteX42" fmla="*/ 492919 w 933450"/>
                <a:gd name="connsiteY42" fmla="*/ 292894 h 371475"/>
                <a:gd name="connsiteX43" fmla="*/ 509588 w 933450"/>
                <a:gd name="connsiteY43" fmla="*/ 269081 h 371475"/>
                <a:gd name="connsiteX44" fmla="*/ 542925 w 933450"/>
                <a:gd name="connsiteY44" fmla="*/ 297656 h 371475"/>
                <a:gd name="connsiteX45" fmla="*/ 573882 w 933450"/>
                <a:gd name="connsiteY45" fmla="*/ 283369 h 371475"/>
                <a:gd name="connsiteX46" fmla="*/ 590550 w 933450"/>
                <a:gd name="connsiteY46" fmla="*/ 297656 h 371475"/>
                <a:gd name="connsiteX47" fmla="*/ 597694 w 933450"/>
                <a:gd name="connsiteY47" fmla="*/ 328612 h 371475"/>
                <a:gd name="connsiteX48" fmla="*/ 628650 w 933450"/>
                <a:gd name="connsiteY48" fmla="*/ 347662 h 371475"/>
                <a:gd name="connsiteX49" fmla="*/ 683419 w 933450"/>
                <a:gd name="connsiteY49" fmla="*/ 316706 h 371475"/>
                <a:gd name="connsiteX50" fmla="*/ 711994 w 933450"/>
                <a:gd name="connsiteY50" fmla="*/ 335756 h 371475"/>
                <a:gd name="connsiteX51" fmla="*/ 742950 w 933450"/>
                <a:gd name="connsiteY51" fmla="*/ 261937 h 371475"/>
                <a:gd name="connsiteX52" fmla="*/ 783432 w 933450"/>
                <a:gd name="connsiteY52" fmla="*/ 269081 h 371475"/>
                <a:gd name="connsiteX53" fmla="*/ 833438 w 933450"/>
                <a:gd name="connsiteY53" fmla="*/ 257175 h 371475"/>
                <a:gd name="connsiteX54" fmla="*/ 900113 w 933450"/>
                <a:gd name="connsiteY54" fmla="*/ 280987 h 371475"/>
                <a:gd name="connsiteX0" fmla="*/ 900113 w 933450"/>
                <a:gd name="connsiteY0" fmla="*/ 280987 h 371475"/>
                <a:gd name="connsiteX1" fmla="*/ 933450 w 933450"/>
                <a:gd name="connsiteY1" fmla="*/ 128587 h 371475"/>
                <a:gd name="connsiteX2" fmla="*/ 926307 w 933450"/>
                <a:gd name="connsiteY2" fmla="*/ 0 h 371475"/>
                <a:gd name="connsiteX3" fmla="*/ 881063 w 933450"/>
                <a:gd name="connsiteY3" fmla="*/ 11906 h 371475"/>
                <a:gd name="connsiteX4" fmla="*/ 869157 w 933450"/>
                <a:gd name="connsiteY4" fmla="*/ 76200 h 371475"/>
                <a:gd name="connsiteX5" fmla="*/ 831057 w 933450"/>
                <a:gd name="connsiteY5" fmla="*/ 61912 h 371475"/>
                <a:gd name="connsiteX6" fmla="*/ 797719 w 933450"/>
                <a:gd name="connsiteY6" fmla="*/ 85725 h 371475"/>
                <a:gd name="connsiteX7" fmla="*/ 807244 w 933450"/>
                <a:gd name="connsiteY7" fmla="*/ 119062 h 371475"/>
                <a:gd name="connsiteX8" fmla="*/ 776288 w 933450"/>
                <a:gd name="connsiteY8" fmla="*/ 116681 h 371475"/>
                <a:gd name="connsiteX9" fmla="*/ 752475 w 933450"/>
                <a:gd name="connsiteY9" fmla="*/ 95250 h 371475"/>
                <a:gd name="connsiteX10" fmla="*/ 678657 w 933450"/>
                <a:gd name="connsiteY10" fmla="*/ 135731 h 371475"/>
                <a:gd name="connsiteX11" fmla="*/ 666750 w 933450"/>
                <a:gd name="connsiteY11" fmla="*/ 183356 h 371475"/>
                <a:gd name="connsiteX12" fmla="*/ 628650 w 933450"/>
                <a:gd name="connsiteY12" fmla="*/ 178594 h 371475"/>
                <a:gd name="connsiteX13" fmla="*/ 611982 w 933450"/>
                <a:gd name="connsiteY13" fmla="*/ 147637 h 371475"/>
                <a:gd name="connsiteX14" fmla="*/ 578644 w 933450"/>
                <a:gd name="connsiteY14" fmla="*/ 154781 h 371475"/>
                <a:gd name="connsiteX15" fmla="*/ 566738 w 933450"/>
                <a:gd name="connsiteY15" fmla="*/ 119062 h 371475"/>
                <a:gd name="connsiteX16" fmla="*/ 597694 w 933450"/>
                <a:gd name="connsiteY16" fmla="*/ 92869 h 371475"/>
                <a:gd name="connsiteX17" fmla="*/ 597694 w 933450"/>
                <a:gd name="connsiteY17" fmla="*/ 59531 h 371475"/>
                <a:gd name="connsiteX18" fmla="*/ 619125 w 933450"/>
                <a:gd name="connsiteY18" fmla="*/ 64294 h 371475"/>
                <a:gd name="connsiteX19" fmla="*/ 626269 w 933450"/>
                <a:gd name="connsiteY19" fmla="*/ 30956 h 371475"/>
                <a:gd name="connsiteX20" fmla="*/ 559594 w 933450"/>
                <a:gd name="connsiteY20" fmla="*/ 40481 h 371475"/>
                <a:gd name="connsiteX21" fmla="*/ 526257 w 933450"/>
                <a:gd name="connsiteY21" fmla="*/ 66675 h 371475"/>
                <a:gd name="connsiteX22" fmla="*/ 488157 w 933450"/>
                <a:gd name="connsiteY22" fmla="*/ 66675 h 371475"/>
                <a:gd name="connsiteX23" fmla="*/ 435769 w 933450"/>
                <a:gd name="connsiteY23" fmla="*/ 116681 h 371475"/>
                <a:gd name="connsiteX24" fmla="*/ 388144 w 933450"/>
                <a:gd name="connsiteY24" fmla="*/ 76200 h 371475"/>
                <a:gd name="connsiteX25" fmla="*/ 316707 w 933450"/>
                <a:gd name="connsiteY25" fmla="*/ 111919 h 371475"/>
                <a:gd name="connsiteX26" fmla="*/ 233363 w 933450"/>
                <a:gd name="connsiteY26" fmla="*/ 33337 h 371475"/>
                <a:gd name="connsiteX27" fmla="*/ 195263 w 933450"/>
                <a:gd name="connsiteY27" fmla="*/ 23812 h 371475"/>
                <a:gd name="connsiteX28" fmla="*/ 154782 w 933450"/>
                <a:gd name="connsiteY28" fmla="*/ 47625 h 371475"/>
                <a:gd name="connsiteX29" fmla="*/ 93345 w 933450"/>
                <a:gd name="connsiteY29" fmla="*/ 72866 h 371475"/>
                <a:gd name="connsiteX30" fmla="*/ 95250 w 933450"/>
                <a:gd name="connsiteY30" fmla="*/ 161925 h 371475"/>
                <a:gd name="connsiteX31" fmla="*/ 0 w 933450"/>
                <a:gd name="connsiteY31" fmla="*/ 250031 h 371475"/>
                <a:gd name="connsiteX32" fmla="*/ 64294 w 933450"/>
                <a:gd name="connsiteY32" fmla="*/ 271462 h 371475"/>
                <a:gd name="connsiteX33" fmla="*/ 114300 w 933450"/>
                <a:gd name="connsiteY33" fmla="*/ 371475 h 371475"/>
                <a:gd name="connsiteX34" fmla="*/ 166688 w 933450"/>
                <a:gd name="connsiteY34" fmla="*/ 338137 h 371475"/>
                <a:gd name="connsiteX35" fmla="*/ 221457 w 933450"/>
                <a:gd name="connsiteY35" fmla="*/ 278606 h 371475"/>
                <a:gd name="connsiteX36" fmla="*/ 283369 w 933450"/>
                <a:gd name="connsiteY36" fmla="*/ 311944 h 371475"/>
                <a:gd name="connsiteX37" fmla="*/ 321469 w 933450"/>
                <a:gd name="connsiteY37" fmla="*/ 297656 h 371475"/>
                <a:gd name="connsiteX38" fmla="*/ 350044 w 933450"/>
                <a:gd name="connsiteY38" fmla="*/ 280987 h 371475"/>
                <a:gd name="connsiteX39" fmla="*/ 345282 w 933450"/>
                <a:gd name="connsiteY39" fmla="*/ 316706 h 371475"/>
                <a:gd name="connsiteX40" fmla="*/ 390525 w 933450"/>
                <a:gd name="connsiteY40" fmla="*/ 321469 h 371475"/>
                <a:gd name="connsiteX41" fmla="*/ 395288 w 933450"/>
                <a:gd name="connsiteY41" fmla="*/ 352425 h 371475"/>
                <a:gd name="connsiteX42" fmla="*/ 492919 w 933450"/>
                <a:gd name="connsiteY42" fmla="*/ 292894 h 371475"/>
                <a:gd name="connsiteX43" fmla="*/ 509588 w 933450"/>
                <a:gd name="connsiteY43" fmla="*/ 269081 h 371475"/>
                <a:gd name="connsiteX44" fmla="*/ 542925 w 933450"/>
                <a:gd name="connsiteY44" fmla="*/ 297656 h 371475"/>
                <a:gd name="connsiteX45" fmla="*/ 573882 w 933450"/>
                <a:gd name="connsiteY45" fmla="*/ 283369 h 371475"/>
                <a:gd name="connsiteX46" fmla="*/ 590550 w 933450"/>
                <a:gd name="connsiteY46" fmla="*/ 297656 h 371475"/>
                <a:gd name="connsiteX47" fmla="*/ 597694 w 933450"/>
                <a:gd name="connsiteY47" fmla="*/ 328612 h 371475"/>
                <a:gd name="connsiteX48" fmla="*/ 628650 w 933450"/>
                <a:gd name="connsiteY48" fmla="*/ 347662 h 371475"/>
                <a:gd name="connsiteX49" fmla="*/ 683419 w 933450"/>
                <a:gd name="connsiteY49" fmla="*/ 316706 h 371475"/>
                <a:gd name="connsiteX50" fmla="*/ 711994 w 933450"/>
                <a:gd name="connsiteY50" fmla="*/ 335756 h 371475"/>
                <a:gd name="connsiteX51" fmla="*/ 742950 w 933450"/>
                <a:gd name="connsiteY51" fmla="*/ 261937 h 371475"/>
                <a:gd name="connsiteX52" fmla="*/ 783432 w 933450"/>
                <a:gd name="connsiteY52" fmla="*/ 269081 h 371475"/>
                <a:gd name="connsiteX53" fmla="*/ 833438 w 933450"/>
                <a:gd name="connsiteY53" fmla="*/ 257175 h 371475"/>
                <a:gd name="connsiteX54" fmla="*/ 900113 w 933450"/>
                <a:gd name="connsiteY54" fmla="*/ 280987 h 371475"/>
                <a:gd name="connsiteX0" fmla="*/ 900113 w 933450"/>
                <a:gd name="connsiteY0" fmla="*/ 280987 h 371475"/>
                <a:gd name="connsiteX1" fmla="*/ 933450 w 933450"/>
                <a:gd name="connsiteY1" fmla="*/ 128587 h 371475"/>
                <a:gd name="connsiteX2" fmla="*/ 926307 w 933450"/>
                <a:gd name="connsiteY2" fmla="*/ 0 h 371475"/>
                <a:gd name="connsiteX3" fmla="*/ 881063 w 933450"/>
                <a:gd name="connsiteY3" fmla="*/ 11906 h 371475"/>
                <a:gd name="connsiteX4" fmla="*/ 869157 w 933450"/>
                <a:gd name="connsiteY4" fmla="*/ 76200 h 371475"/>
                <a:gd name="connsiteX5" fmla="*/ 831057 w 933450"/>
                <a:gd name="connsiteY5" fmla="*/ 61912 h 371475"/>
                <a:gd name="connsiteX6" fmla="*/ 797719 w 933450"/>
                <a:gd name="connsiteY6" fmla="*/ 85725 h 371475"/>
                <a:gd name="connsiteX7" fmla="*/ 807244 w 933450"/>
                <a:gd name="connsiteY7" fmla="*/ 119062 h 371475"/>
                <a:gd name="connsiteX8" fmla="*/ 776288 w 933450"/>
                <a:gd name="connsiteY8" fmla="*/ 116681 h 371475"/>
                <a:gd name="connsiteX9" fmla="*/ 752475 w 933450"/>
                <a:gd name="connsiteY9" fmla="*/ 95250 h 371475"/>
                <a:gd name="connsiteX10" fmla="*/ 678657 w 933450"/>
                <a:gd name="connsiteY10" fmla="*/ 135731 h 371475"/>
                <a:gd name="connsiteX11" fmla="*/ 666750 w 933450"/>
                <a:gd name="connsiteY11" fmla="*/ 183356 h 371475"/>
                <a:gd name="connsiteX12" fmla="*/ 628650 w 933450"/>
                <a:gd name="connsiteY12" fmla="*/ 178594 h 371475"/>
                <a:gd name="connsiteX13" fmla="*/ 611982 w 933450"/>
                <a:gd name="connsiteY13" fmla="*/ 147637 h 371475"/>
                <a:gd name="connsiteX14" fmla="*/ 578644 w 933450"/>
                <a:gd name="connsiteY14" fmla="*/ 154781 h 371475"/>
                <a:gd name="connsiteX15" fmla="*/ 566738 w 933450"/>
                <a:gd name="connsiteY15" fmla="*/ 119062 h 371475"/>
                <a:gd name="connsiteX16" fmla="*/ 597694 w 933450"/>
                <a:gd name="connsiteY16" fmla="*/ 92869 h 371475"/>
                <a:gd name="connsiteX17" fmla="*/ 597694 w 933450"/>
                <a:gd name="connsiteY17" fmla="*/ 59531 h 371475"/>
                <a:gd name="connsiteX18" fmla="*/ 619125 w 933450"/>
                <a:gd name="connsiteY18" fmla="*/ 64294 h 371475"/>
                <a:gd name="connsiteX19" fmla="*/ 626269 w 933450"/>
                <a:gd name="connsiteY19" fmla="*/ 30956 h 371475"/>
                <a:gd name="connsiteX20" fmla="*/ 559594 w 933450"/>
                <a:gd name="connsiteY20" fmla="*/ 40481 h 371475"/>
                <a:gd name="connsiteX21" fmla="*/ 526257 w 933450"/>
                <a:gd name="connsiteY21" fmla="*/ 66675 h 371475"/>
                <a:gd name="connsiteX22" fmla="*/ 488157 w 933450"/>
                <a:gd name="connsiteY22" fmla="*/ 66675 h 371475"/>
                <a:gd name="connsiteX23" fmla="*/ 435769 w 933450"/>
                <a:gd name="connsiteY23" fmla="*/ 116681 h 371475"/>
                <a:gd name="connsiteX24" fmla="*/ 388144 w 933450"/>
                <a:gd name="connsiteY24" fmla="*/ 76200 h 371475"/>
                <a:gd name="connsiteX25" fmla="*/ 316707 w 933450"/>
                <a:gd name="connsiteY25" fmla="*/ 111919 h 371475"/>
                <a:gd name="connsiteX26" fmla="*/ 233363 w 933450"/>
                <a:gd name="connsiteY26" fmla="*/ 33337 h 371475"/>
                <a:gd name="connsiteX27" fmla="*/ 195263 w 933450"/>
                <a:gd name="connsiteY27" fmla="*/ 23812 h 371475"/>
                <a:gd name="connsiteX28" fmla="*/ 154782 w 933450"/>
                <a:gd name="connsiteY28" fmla="*/ 47625 h 371475"/>
                <a:gd name="connsiteX29" fmla="*/ 93345 w 933450"/>
                <a:gd name="connsiteY29" fmla="*/ 72866 h 371475"/>
                <a:gd name="connsiteX30" fmla="*/ 95250 w 933450"/>
                <a:gd name="connsiteY30" fmla="*/ 161925 h 371475"/>
                <a:gd name="connsiteX31" fmla="*/ 0 w 933450"/>
                <a:gd name="connsiteY31" fmla="*/ 250031 h 371475"/>
                <a:gd name="connsiteX32" fmla="*/ 64294 w 933450"/>
                <a:gd name="connsiteY32" fmla="*/ 271462 h 371475"/>
                <a:gd name="connsiteX33" fmla="*/ 114300 w 933450"/>
                <a:gd name="connsiteY33" fmla="*/ 371475 h 371475"/>
                <a:gd name="connsiteX34" fmla="*/ 166688 w 933450"/>
                <a:gd name="connsiteY34" fmla="*/ 338137 h 371475"/>
                <a:gd name="connsiteX35" fmla="*/ 221457 w 933450"/>
                <a:gd name="connsiteY35" fmla="*/ 278606 h 371475"/>
                <a:gd name="connsiteX36" fmla="*/ 283369 w 933450"/>
                <a:gd name="connsiteY36" fmla="*/ 311944 h 371475"/>
                <a:gd name="connsiteX37" fmla="*/ 321469 w 933450"/>
                <a:gd name="connsiteY37" fmla="*/ 297656 h 371475"/>
                <a:gd name="connsiteX38" fmla="*/ 350044 w 933450"/>
                <a:gd name="connsiteY38" fmla="*/ 280987 h 371475"/>
                <a:gd name="connsiteX39" fmla="*/ 345282 w 933450"/>
                <a:gd name="connsiteY39" fmla="*/ 316706 h 371475"/>
                <a:gd name="connsiteX40" fmla="*/ 390525 w 933450"/>
                <a:gd name="connsiteY40" fmla="*/ 321469 h 371475"/>
                <a:gd name="connsiteX41" fmla="*/ 395288 w 933450"/>
                <a:gd name="connsiteY41" fmla="*/ 352425 h 371475"/>
                <a:gd name="connsiteX42" fmla="*/ 492919 w 933450"/>
                <a:gd name="connsiteY42" fmla="*/ 292894 h 371475"/>
                <a:gd name="connsiteX43" fmla="*/ 509588 w 933450"/>
                <a:gd name="connsiteY43" fmla="*/ 269081 h 371475"/>
                <a:gd name="connsiteX44" fmla="*/ 542925 w 933450"/>
                <a:gd name="connsiteY44" fmla="*/ 297656 h 371475"/>
                <a:gd name="connsiteX45" fmla="*/ 573882 w 933450"/>
                <a:gd name="connsiteY45" fmla="*/ 283369 h 371475"/>
                <a:gd name="connsiteX46" fmla="*/ 590550 w 933450"/>
                <a:gd name="connsiteY46" fmla="*/ 297656 h 371475"/>
                <a:gd name="connsiteX47" fmla="*/ 597694 w 933450"/>
                <a:gd name="connsiteY47" fmla="*/ 328612 h 371475"/>
                <a:gd name="connsiteX48" fmla="*/ 628650 w 933450"/>
                <a:gd name="connsiteY48" fmla="*/ 347662 h 371475"/>
                <a:gd name="connsiteX49" fmla="*/ 683419 w 933450"/>
                <a:gd name="connsiteY49" fmla="*/ 316706 h 371475"/>
                <a:gd name="connsiteX50" fmla="*/ 711994 w 933450"/>
                <a:gd name="connsiteY50" fmla="*/ 335756 h 371475"/>
                <a:gd name="connsiteX51" fmla="*/ 742950 w 933450"/>
                <a:gd name="connsiteY51" fmla="*/ 261937 h 371475"/>
                <a:gd name="connsiteX52" fmla="*/ 783432 w 933450"/>
                <a:gd name="connsiteY52" fmla="*/ 269081 h 371475"/>
                <a:gd name="connsiteX53" fmla="*/ 833438 w 933450"/>
                <a:gd name="connsiteY53" fmla="*/ 257175 h 371475"/>
                <a:gd name="connsiteX54" fmla="*/ 900113 w 933450"/>
                <a:gd name="connsiteY54" fmla="*/ 28098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3450" h="371475">
                  <a:moveTo>
                    <a:pt x="900113" y="280987"/>
                  </a:moveTo>
                  <a:lnTo>
                    <a:pt x="933450" y="128587"/>
                  </a:lnTo>
                  <a:lnTo>
                    <a:pt x="926307" y="0"/>
                  </a:lnTo>
                  <a:lnTo>
                    <a:pt x="881063" y="11906"/>
                  </a:lnTo>
                  <a:lnTo>
                    <a:pt x="869157" y="76200"/>
                  </a:lnTo>
                  <a:lnTo>
                    <a:pt x="831057" y="61912"/>
                  </a:lnTo>
                  <a:lnTo>
                    <a:pt x="797719" y="85725"/>
                  </a:lnTo>
                  <a:lnTo>
                    <a:pt x="807244" y="119062"/>
                  </a:lnTo>
                  <a:lnTo>
                    <a:pt x="776288" y="116681"/>
                  </a:lnTo>
                  <a:lnTo>
                    <a:pt x="752475" y="95250"/>
                  </a:lnTo>
                  <a:lnTo>
                    <a:pt x="678657" y="135731"/>
                  </a:lnTo>
                  <a:lnTo>
                    <a:pt x="666750" y="183356"/>
                  </a:lnTo>
                  <a:lnTo>
                    <a:pt x="628650" y="178594"/>
                  </a:lnTo>
                  <a:lnTo>
                    <a:pt x="611982" y="147637"/>
                  </a:lnTo>
                  <a:lnTo>
                    <a:pt x="578644" y="154781"/>
                  </a:lnTo>
                  <a:lnTo>
                    <a:pt x="566738" y="119062"/>
                  </a:lnTo>
                  <a:lnTo>
                    <a:pt x="597694" y="92869"/>
                  </a:lnTo>
                  <a:lnTo>
                    <a:pt x="597694" y="59531"/>
                  </a:lnTo>
                  <a:lnTo>
                    <a:pt x="619125" y="64294"/>
                  </a:lnTo>
                  <a:lnTo>
                    <a:pt x="626269" y="30956"/>
                  </a:lnTo>
                  <a:lnTo>
                    <a:pt x="559594" y="40481"/>
                  </a:lnTo>
                  <a:lnTo>
                    <a:pt x="526257" y="66675"/>
                  </a:lnTo>
                  <a:lnTo>
                    <a:pt x="488157" y="66675"/>
                  </a:lnTo>
                  <a:lnTo>
                    <a:pt x="435769" y="116681"/>
                  </a:lnTo>
                  <a:lnTo>
                    <a:pt x="388144" y="76200"/>
                  </a:lnTo>
                  <a:lnTo>
                    <a:pt x="316707" y="111919"/>
                  </a:lnTo>
                  <a:lnTo>
                    <a:pt x="233363" y="33337"/>
                  </a:lnTo>
                  <a:lnTo>
                    <a:pt x="195263" y="23812"/>
                  </a:lnTo>
                  <a:lnTo>
                    <a:pt x="154782" y="47625"/>
                  </a:lnTo>
                  <a:cubicBezTo>
                    <a:pt x="134303" y="56039"/>
                    <a:pt x="90964" y="26352"/>
                    <a:pt x="93345" y="72866"/>
                  </a:cubicBezTo>
                  <a:lnTo>
                    <a:pt x="95250" y="161925"/>
                  </a:lnTo>
                  <a:lnTo>
                    <a:pt x="0" y="250031"/>
                  </a:lnTo>
                  <a:lnTo>
                    <a:pt x="64294" y="271462"/>
                  </a:lnTo>
                  <a:lnTo>
                    <a:pt x="114300" y="371475"/>
                  </a:lnTo>
                  <a:lnTo>
                    <a:pt x="166688" y="338137"/>
                  </a:lnTo>
                  <a:lnTo>
                    <a:pt x="221457" y="278606"/>
                  </a:lnTo>
                  <a:lnTo>
                    <a:pt x="283369" y="311944"/>
                  </a:lnTo>
                  <a:lnTo>
                    <a:pt x="321469" y="297656"/>
                  </a:lnTo>
                  <a:lnTo>
                    <a:pt x="350044" y="280987"/>
                  </a:lnTo>
                  <a:lnTo>
                    <a:pt x="345282" y="316706"/>
                  </a:lnTo>
                  <a:lnTo>
                    <a:pt x="390525" y="321469"/>
                  </a:lnTo>
                  <a:lnTo>
                    <a:pt x="395288" y="352425"/>
                  </a:lnTo>
                  <a:lnTo>
                    <a:pt x="492919" y="292894"/>
                  </a:lnTo>
                  <a:lnTo>
                    <a:pt x="509588" y="269081"/>
                  </a:lnTo>
                  <a:lnTo>
                    <a:pt x="542925" y="297656"/>
                  </a:lnTo>
                  <a:lnTo>
                    <a:pt x="573882" y="283369"/>
                  </a:lnTo>
                  <a:lnTo>
                    <a:pt x="590550" y="297656"/>
                  </a:lnTo>
                  <a:lnTo>
                    <a:pt x="597694" y="328612"/>
                  </a:lnTo>
                  <a:lnTo>
                    <a:pt x="628650" y="347662"/>
                  </a:lnTo>
                  <a:lnTo>
                    <a:pt x="683419" y="316706"/>
                  </a:lnTo>
                  <a:lnTo>
                    <a:pt x="711994" y="335756"/>
                  </a:lnTo>
                  <a:lnTo>
                    <a:pt x="742950" y="261937"/>
                  </a:lnTo>
                  <a:lnTo>
                    <a:pt x="783432" y="269081"/>
                  </a:lnTo>
                  <a:lnTo>
                    <a:pt x="833438" y="257175"/>
                  </a:lnTo>
                  <a:lnTo>
                    <a:pt x="900113" y="280987"/>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dirty="0">
                <a:solidFill>
                  <a:schemeClr val="bg1"/>
                </a:solidFill>
                <a:ea typeface="ＭＳ Ｐゴシック" charset="-128"/>
              </a:endParaRPr>
            </a:p>
          </p:txBody>
        </p:sp>
        <p:sp>
          <p:nvSpPr>
            <p:cNvPr id="190" name="Freeform 189"/>
            <p:cNvSpPr/>
            <p:nvPr/>
          </p:nvSpPr>
          <p:spPr>
            <a:xfrm>
              <a:off x="7304088" y="2038350"/>
              <a:ext cx="571500" cy="334963"/>
            </a:xfrm>
            <a:custGeom>
              <a:avLst/>
              <a:gdLst>
                <a:gd name="connsiteX0" fmla="*/ 571500 w 571500"/>
                <a:gd name="connsiteY0" fmla="*/ 154781 h 335756"/>
                <a:gd name="connsiteX1" fmla="*/ 547688 w 571500"/>
                <a:gd name="connsiteY1" fmla="*/ 66675 h 335756"/>
                <a:gd name="connsiteX2" fmla="*/ 485775 w 571500"/>
                <a:gd name="connsiteY2" fmla="*/ 78581 h 335756"/>
                <a:gd name="connsiteX3" fmla="*/ 433388 w 571500"/>
                <a:gd name="connsiteY3" fmla="*/ 59531 h 335756"/>
                <a:gd name="connsiteX4" fmla="*/ 390525 w 571500"/>
                <a:gd name="connsiteY4" fmla="*/ 85725 h 335756"/>
                <a:gd name="connsiteX5" fmla="*/ 369094 w 571500"/>
                <a:gd name="connsiteY5" fmla="*/ 54769 h 335756"/>
                <a:gd name="connsiteX6" fmla="*/ 314325 w 571500"/>
                <a:gd name="connsiteY6" fmla="*/ 78581 h 335756"/>
                <a:gd name="connsiteX7" fmla="*/ 330994 w 571500"/>
                <a:gd name="connsiteY7" fmla="*/ 123825 h 335756"/>
                <a:gd name="connsiteX8" fmla="*/ 304800 w 571500"/>
                <a:gd name="connsiteY8" fmla="*/ 142875 h 335756"/>
                <a:gd name="connsiteX9" fmla="*/ 269082 w 571500"/>
                <a:gd name="connsiteY9" fmla="*/ 109538 h 335756"/>
                <a:gd name="connsiteX10" fmla="*/ 228600 w 571500"/>
                <a:gd name="connsiteY10" fmla="*/ 123825 h 335756"/>
                <a:gd name="connsiteX11" fmla="*/ 209550 w 571500"/>
                <a:gd name="connsiteY11" fmla="*/ 92869 h 335756"/>
                <a:gd name="connsiteX12" fmla="*/ 183357 w 571500"/>
                <a:gd name="connsiteY12" fmla="*/ 83344 h 335756"/>
                <a:gd name="connsiteX13" fmla="*/ 221457 w 571500"/>
                <a:gd name="connsiteY13" fmla="*/ 42863 h 335756"/>
                <a:gd name="connsiteX14" fmla="*/ 257175 w 571500"/>
                <a:gd name="connsiteY14" fmla="*/ 40481 h 335756"/>
                <a:gd name="connsiteX15" fmla="*/ 259557 w 571500"/>
                <a:gd name="connsiteY15" fmla="*/ 4763 h 335756"/>
                <a:gd name="connsiteX16" fmla="*/ 188119 w 571500"/>
                <a:gd name="connsiteY16" fmla="*/ 0 h 335756"/>
                <a:gd name="connsiteX17" fmla="*/ 183357 w 571500"/>
                <a:gd name="connsiteY17" fmla="*/ 38100 h 335756"/>
                <a:gd name="connsiteX18" fmla="*/ 147638 w 571500"/>
                <a:gd name="connsiteY18" fmla="*/ 30956 h 335756"/>
                <a:gd name="connsiteX19" fmla="*/ 109538 w 571500"/>
                <a:gd name="connsiteY19" fmla="*/ 69056 h 335756"/>
                <a:gd name="connsiteX20" fmla="*/ 95250 w 571500"/>
                <a:gd name="connsiteY20" fmla="*/ 121444 h 335756"/>
                <a:gd name="connsiteX21" fmla="*/ 0 w 571500"/>
                <a:gd name="connsiteY21" fmla="*/ 130969 h 335756"/>
                <a:gd name="connsiteX22" fmla="*/ 7144 w 571500"/>
                <a:gd name="connsiteY22" fmla="*/ 157163 h 335756"/>
                <a:gd name="connsiteX23" fmla="*/ 33338 w 571500"/>
                <a:gd name="connsiteY23" fmla="*/ 171450 h 335756"/>
                <a:gd name="connsiteX24" fmla="*/ 40482 w 571500"/>
                <a:gd name="connsiteY24" fmla="*/ 214313 h 335756"/>
                <a:gd name="connsiteX25" fmla="*/ 42863 w 571500"/>
                <a:gd name="connsiteY25" fmla="*/ 252413 h 335756"/>
                <a:gd name="connsiteX26" fmla="*/ 83344 w 571500"/>
                <a:gd name="connsiteY26" fmla="*/ 271463 h 335756"/>
                <a:gd name="connsiteX27" fmla="*/ 130969 w 571500"/>
                <a:gd name="connsiteY27" fmla="*/ 223838 h 335756"/>
                <a:gd name="connsiteX28" fmla="*/ 197644 w 571500"/>
                <a:gd name="connsiteY28" fmla="*/ 214313 h 335756"/>
                <a:gd name="connsiteX29" fmla="*/ 228600 w 571500"/>
                <a:gd name="connsiteY29" fmla="*/ 202406 h 335756"/>
                <a:gd name="connsiteX30" fmla="*/ 278607 w 571500"/>
                <a:gd name="connsiteY30" fmla="*/ 195263 h 335756"/>
                <a:gd name="connsiteX31" fmla="*/ 259557 w 571500"/>
                <a:gd name="connsiteY31" fmla="*/ 226219 h 335756"/>
                <a:gd name="connsiteX32" fmla="*/ 259557 w 571500"/>
                <a:gd name="connsiteY32" fmla="*/ 226219 h 335756"/>
                <a:gd name="connsiteX33" fmla="*/ 242888 w 571500"/>
                <a:gd name="connsiteY33" fmla="*/ 257175 h 335756"/>
                <a:gd name="connsiteX34" fmla="*/ 219075 w 571500"/>
                <a:gd name="connsiteY34" fmla="*/ 280988 h 335756"/>
                <a:gd name="connsiteX35" fmla="*/ 219075 w 571500"/>
                <a:gd name="connsiteY35" fmla="*/ 309563 h 335756"/>
                <a:gd name="connsiteX36" fmla="*/ 254794 w 571500"/>
                <a:gd name="connsiteY36" fmla="*/ 309563 h 335756"/>
                <a:gd name="connsiteX37" fmla="*/ 278607 w 571500"/>
                <a:gd name="connsiteY37" fmla="*/ 330994 h 335756"/>
                <a:gd name="connsiteX38" fmla="*/ 309563 w 571500"/>
                <a:gd name="connsiteY38" fmla="*/ 335756 h 335756"/>
                <a:gd name="connsiteX39" fmla="*/ 335757 w 571500"/>
                <a:gd name="connsiteY39" fmla="*/ 278606 h 335756"/>
                <a:gd name="connsiteX40" fmla="*/ 400050 w 571500"/>
                <a:gd name="connsiteY40" fmla="*/ 259556 h 335756"/>
                <a:gd name="connsiteX41" fmla="*/ 435769 w 571500"/>
                <a:gd name="connsiteY41" fmla="*/ 285750 h 335756"/>
                <a:gd name="connsiteX42" fmla="*/ 461963 w 571500"/>
                <a:gd name="connsiteY42" fmla="*/ 278606 h 335756"/>
                <a:gd name="connsiteX43" fmla="*/ 447675 w 571500"/>
                <a:gd name="connsiteY43" fmla="*/ 230981 h 335756"/>
                <a:gd name="connsiteX44" fmla="*/ 478632 w 571500"/>
                <a:gd name="connsiteY44" fmla="*/ 226219 h 335756"/>
                <a:gd name="connsiteX45" fmla="*/ 516732 w 571500"/>
                <a:gd name="connsiteY45" fmla="*/ 230981 h 335756"/>
                <a:gd name="connsiteX46" fmla="*/ 571500 w 571500"/>
                <a:gd name="connsiteY46" fmla="*/ 154781 h 335756"/>
                <a:gd name="connsiteX0" fmla="*/ 571500 w 571500"/>
                <a:gd name="connsiteY0" fmla="*/ 154781 h 335756"/>
                <a:gd name="connsiteX1" fmla="*/ 547688 w 571500"/>
                <a:gd name="connsiteY1" fmla="*/ 66675 h 335756"/>
                <a:gd name="connsiteX2" fmla="*/ 493395 w 571500"/>
                <a:gd name="connsiteY2" fmla="*/ 59531 h 335756"/>
                <a:gd name="connsiteX3" fmla="*/ 433388 w 571500"/>
                <a:gd name="connsiteY3" fmla="*/ 59531 h 335756"/>
                <a:gd name="connsiteX4" fmla="*/ 390525 w 571500"/>
                <a:gd name="connsiteY4" fmla="*/ 85725 h 335756"/>
                <a:gd name="connsiteX5" fmla="*/ 369094 w 571500"/>
                <a:gd name="connsiteY5" fmla="*/ 54769 h 335756"/>
                <a:gd name="connsiteX6" fmla="*/ 314325 w 571500"/>
                <a:gd name="connsiteY6" fmla="*/ 78581 h 335756"/>
                <a:gd name="connsiteX7" fmla="*/ 330994 w 571500"/>
                <a:gd name="connsiteY7" fmla="*/ 123825 h 335756"/>
                <a:gd name="connsiteX8" fmla="*/ 304800 w 571500"/>
                <a:gd name="connsiteY8" fmla="*/ 142875 h 335756"/>
                <a:gd name="connsiteX9" fmla="*/ 269082 w 571500"/>
                <a:gd name="connsiteY9" fmla="*/ 109538 h 335756"/>
                <a:gd name="connsiteX10" fmla="*/ 228600 w 571500"/>
                <a:gd name="connsiteY10" fmla="*/ 123825 h 335756"/>
                <a:gd name="connsiteX11" fmla="*/ 209550 w 571500"/>
                <a:gd name="connsiteY11" fmla="*/ 92869 h 335756"/>
                <a:gd name="connsiteX12" fmla="*/ 183357 w 571500"/>
                <a:gd name="connsiteY12" fmla="*/ 83344 h 335756"/>
                <a:gd name="connsiteX13" fmla="*/ 221457 w 571500"/>
                <a:gd name="connsiteY13" fmla="*/ 42863 h 335756"/>
                <a:gd name="connsiteX14" fmla="*/ 257175 w 571500"/>
                <a:gd name="connsiteY14" fmla="*/ 40481 h 335756"/>
                <a:gd name="connsiteX15" fmla="*/ 259557 w 571500"/>
                <a:gd name="connsiteY15" fmla="*/ 4763 h 335756"/>
                <a:gd name="connsiteX16" fmla="*/ 188119 w 571500"/>
                <a:gd name="connsiteY16" fmla="*/ 0 h 335756"/>
                <a:gd name="connsiteX17" fmla="*/ 183357 w 571500"/>
                <a:gd name="connsiteY17" fmla="*/ 38100 h 335756"/>
                <a:gd name="connsiteX18" fmla="*/ 147638 w 571500"/>
                <a:gd name="connsiteY18" fmla="*/ 30956 h 335756"/>
                <a:gd name="connsiteX19" fmla="*/ 109538 w 571500"/>
                <a:gd name="connsiteY19" fmla="*/ 69056 h 335756"/>
                <a:gd name="connsiteX20" fmla="*/ 95250 w 571500"/>
                <a:gd name="connsiteY20" fmla="*/ 121444 h 335756"/>
                <a:gd name="connsiteX21" fmla="*/ 0 w 571500"/>
                <a:gd name="connsiteY21" fmla="*/ 130969 h 335756"/>
                <a:gd name="connsiteX22" fmla="*/ 7144 w 571500"/>
                <a:gd name="connsiteY22" fmla="*/ 157163 h 335756"/>
                <a:gd name="connsiteX23" fmla="*/ 33338 w 571500"/>
                <a:gd name="connsiteY23" fmla="*/ 171450 h 335756"/>
                <a:gd name="connsiteX24" fmla="*/ 40482 w 571500"/>
                <a:gd name="connsiteY24" fmla="*/ 214313 h 335756"/>
                <a:gd name="connsiteX25" fmla="*/ 42863 w 571500"/>
                <a:gd name="connsiteY25" fmla="*/ 252413 h 335756"/>
                <a:gd name="connsiteX26" fmla="*/ 83344 w 571500"/>
                <a:gd name="connsiteY26" fmla="*/ 271463 h 335756"/>
                <a:gd name="connsiteX27" fmla="*/ 130969 w 571500"/>
                <a:gd name="connsiteY27" fmla="*/ 223838 h 335756"/>
                <a:gd name="connsiteX28" fmla="*/ 197644 w 571500"/>
                <a:gd name="connsiteY28" fmla="*/ 214313 h 335756"/>
                <a:gd name="connsiteX29" fmla="*/ 228600 w 571500"/>
                <a:gd name="connsiteY29" fmla="*/ 202406 h 335756"/>
                <a:gd name="connsiteX30" fmla="*/ 278607 w 571500"/>
                <a:gd name="connsiteY30" fmla="*/ 195263 h 335756"/>
                <a:gd name="connsiteX31" fmla="*/ 259557 w 571500"/>
                <a:gd name="connsiteY31" fmla="*/ 226219 h 335756"/>
                <a:gd name="connsiteX32" fmla="*/ 259557 w 571500"/>
                <a:gd name="connsiteY32" fmla="*/ 226219 h 335756"/>
                <a:gd name="connsiteX33" fmla="*/ 242888 w 571500"/>
                <a:gd name="connsiteY33" fmla="*/ 257175 h 335756"/>
                <a:gd name="connsiteX34" fmla="*/ 219075 w 571500"/>
                <a:gd name="connsiteY34" fmla="*/ 280988 h 335756"/>
                <a:gd name="connsiteX35" fmla="*/ 219075 w 571500"/>
                <a:gd name="connsiteY35" fmla="*/ 309563 h 335756"/>
                <a:gd name="connsiteX36" fmla="*/ 254794 w 571500"/>
                <a:gd name="connsiteY36" fmla="*/ 309563 h 335756"/>
                <a:gd name="connsiteX37" fmla="*/ 278607 w 571500"/>
                <a:gd name="connsiteY37" fmla="*/ 330994 h 335756"/>
                <a:gd name="connsiteX38" fmla="*/ 309563 w 571500"/>
                <a:gd name="connsiteY38" fmla="*/ 335756 h 335756"/>
                <a:gd name="connsiteX39" fmla="*/ 335757 w 571500"/>
                <a:gd name="connsiteY39" fmla="*/ 278606 h 335756"/>
                <a:gd name="connsiteX40" fmla="*/ 400050 w 571500"/>
                <a:gd name="connsiteY40" fmla="*/ 259556 h 335756"/>
                <a:gd name="connsiteX41" fmla="*/ 435769 w 571500"/>
                <a:gd name="connsiteY41" fmla="*/ 285750 h 335756"/>
                <a:gd name="connsiteX42" fmla="*/ 461963 w 571500"/>
                <a:gd name="connsiteY42" fmla="*/ 278606 h 335756"/>
                <a:gd name="connsiteX43" fmla="*/ 447675 w 571500"/>
                <a:gd name="connsiteY43" fmla="*/ 230981 h 335756"/>
                <a:gd name="connsiteX44" fmla="*/ 478632 w 571500"/>
                <a:gd name="connsiteY44" fmla="*/ 226219 h 335756"/>
                <a:gd name="connsiteX45" fmla="*/ 516732 w 571500"/>
                <a:gd name="connsiteY45" fmla="*/ 230981 h 335756"/>
                <a:gd name="connsiteX46" fmla="*/ 571500 w 571500"/>
                <a:gd name="connsiteY46" fmla="*/ 154781 h 335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1500" h="335756">
                  <a:moveTo>
                    <a:pt x="571500" y="154781"/>
                  </a:moveTo>
                  <a:lnTo>
                    <a:pt x="547688" y="66675"/>
                  </a:lnTo>
                  <a:lnTo>
                    <a:pt x="493395" y="59531"/>
                  </a:lnTo>
                  <a:lnTo>
                    <a:pt x="433388" y="59531"/>
                  </a:lnTo>
                  <a:lnTo>
                    <a:pt x="390525" y="85725"/>
                  </a:lnTo>
                  <a:lnTo>
                    <a:pt x="369094" y="54769"/>
                  </a:lnTo>
                  <a:lnTo>
                    <a:pt x="314325" y="78581"/>
                  </a:lnTo>
                  <a:lnTo>
                    <a:pt x="330994" y="123825"/>
                  </a:lnTo>
                  <a:lnTo>
                    <a:pt x="304800" y="142875"/>
                  </a:lnTo>
                  <a:lnTo>
                    <a:pt x="269082" y="109538"/>
                  </a:lnTo>
                  <a:lnTo>
                    <a:pt x="228600" y="123825"/>
                  </a:lnTo>
                  <a:lnTo>
                    <a:pt x="209550" y="92869"/>
                  </a:lnTo>
                  <a:lnTo>
                    <a:pt x="183357" y="83344"/>
                  </a:lnTo>
                  <a:lnTo>
                    <a:pt x="221457" y="42863"/>
                  </a:lnTo>
                  <a:lnTo>
                    <a:pt x="257175" y="40481"/>
                  </a:lnTo>
                  <a:lnTo>
                    <a:pt x="259557" y="4763"/>
                  </a:lnTo>
                  <a:lnTo>
                    <a:pt x="188119" y="0"/>
                  </a:lnTo>
                  <a:lnTo>
                    <a:pt x="183357" y="38100"/>
                  </a:lnTo>
                  <a:lnTo>
                    <a:pt x="147638" y="30956"/>
                  </a:lnTo>
                  <a:lnTo>
                    <a:pt x="109538" y="69056"/>
                  </a:lnTo>
                  <a:lnTo>
                    <a:pt x="95250" y="121444"/>
                  </a:lnTo>
                  <a:lnTo>
                    <a:pt x="0" y="130969"/>
                  </a:lnTo>
                  <a:lnTo>
                    <a:pt x="7144" y="157163"/>
                  </a:lnTo>
                  <a:lnTo>
                    <a:pt x="33338" y="171450"/>
                  </a:lnTo>
                  <a:lnTo>
                    <a:pt x="40482" y="214313"/>
                  </a:lnTo>
                  <a:lnTo>
                    <a:pt x="42863" y="252413"/>
                  </a:lnTo>
                  <a:lnTo>
                    <a:pt x="83344" y="271463"/>
                  </a:lnTo>
                  <a:lnTo>
                    <a:pt x="130969" y="223838"/>
                  </a:lnTo>
                  <a:lnTo>
                    <a:pt x="197644" y="214313"/>
                  </a:lnTo>
                  <a:lnTo>
                    <a:pt x="228600" y="202406"/>
                  </a:lnTo>
                  <a:lnTo>
                    <a:pt x="278607" y="195263"/>
                  </a:lnTo>
                  <a:lnTo>
                    <a:pt x="259557" y="226219"/>
                  </a:lnTo>
                  <a:lnTo>
                    <a:pt x="259557" y="226219"/>
                  </a:lnTo>
                  <a:lnTo>
                    <a:pt x="242888" y="257175"/>
                  </a:lnTo>
                  <a:lnTo>
                    <a:pt x="219075" y="280988"/>
                  </a:lnTo>
                  <a:lnTo>
                    <a:pt x="219075" y="309563"/>
                  </a:lnTo>
                  <a:lnTo>
                    <a:pt x="254794" y="309563"/>
                  </a:lnTo>
                  <a:lnTo>
                    <a:pt x="278607" y="330994"/>
                  </a:lnTo>
                  <a:lnTo>
                    <a:pt x="309563" y="335756"/>
                  </a:lnTo>
                  <a:lnTo>
                    <a:pt x="335757" y="278606"/>
                  </a:lnTo>
                  <a:lnTo>
                    <a:pt x="400050" y="259556"/>
                  </a:lnTo>
                  <a:lnTo>
                    <a:pt x="435769" y="285750"/>
                  </a:lnTo>
                  <a:lnTo>
                    <a:pt x="461963" y="278606"/>
                  </a:lnTo>
                  <a:lnTo>
                    <a:pt x="447675" y="230981"/>
                  </a:lnTo>
                  <a:lnTo>
                    <a:pt x="478632" y="226219"/>
                  </a:lnTo>
                  <a:lnTo>
                    <a:pt x="516732" y="230981"/>
                  </a:lnTo>
                  <a:lnTo>
                    <a:pt x="571500" y="15478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91" name="Freeform 190"/>
            <p:cNvSpPr/>
            <p:nvPr/>
          </p:nvSpPr>
          <p:spPr>
            <a:xfrm>
              <a:off x="7339013" y="1878013"/>
              <a:ext cx="504825" cy="293687"/>
            </a:xfrm>
            <a:custGeom>
              <a:avLst/>
              <a:gdLst>
                <a:gd name="connsiteX0" fmla="*/ 504825 w 504825"/>
                <a:gd name="connsiteY0" fmla="*/ 214313 h 292894"/>
                <a:gd name="connsiteX1" fmla="*/ 485775 w 504825"/>
                <a:gd name="connsiteY1" fmla="*/ 135732 h 292894"/>
                <a:gd name="connsiteX2" fmla="*/ 457200 w 504825"/>
                <a:gd name="connsiteY2" fmla="*/ 71438 h 292894"/>
                <a:gd name="connsiteX3" fmla="*/ 354806 w 504825"/>
                <a:gd name="connsiteY3" fmla="*/ 57150 h 292894"/>
                <a:gd name="connsiteX4" fmla="*/ 316706 w 504825"/>
                <a:gd name="connsiteY4" fmla="*/ 57150 h 292894"/>
                <a:gd name="connsiteX5" fmla="*/ 257175 w 504825"/>
                <a:gd name="connsiteY5" fmla="*/ 50007 h 292894"/>
                <a:gd name="connsiteX6" fmla="*/ 250031 w 504825"/>
                <a:gd name="connsiteY6" fmla="*/ 33338 h 292894"/>
                <a:gd name="connsiteX7" fmla="*/ 221456 w 504825"/>
                <a:gd name="connsiteY7" fmla="*/ 42863 h 292894"/>
                <a:gd name="connsiteX8" fmla="*/ 188119 w 504825"/>
                <a:gd name="connsiteY8" fmla="*/ 0 h 292894"/>
                <a:gd name="connsiteX9" fmla="*/ 109538 w 504825"/>
                <a:gd name="connsiteY9" fmla="*/ 66675 h 292894"/>
                <a:gd name="connsiteX10" fmla="*/ 76200 w 504825"/>
                <a:gd name="connsiteY10" fmla="*/ 142875 h 292894"/>
                <a:gd name="connsiteX11" fmla="*/ 0 w 504825"/>
                <a:gd name="connsiteY11" fmla="*/ 204788 h 292894"/>
                <a:gd name="connsiteX12" fmla="*/ 4763 w 504825"/>
                <a:gd name="connsiteY12" fmla="*/ 233363 h 292894"/>
                <a:gd name="connsiteX13" fmla="*/ 47625 w 504825"/>
                <a:gd name="connsiteY13" fmla="*/ 226219 h 292894"/>
                <a:gd name="connsiteX14" fmla="*/ 76200 w 504825"/>
                <a:gd name="connsiteY14" fmla="*/ 240507 h 292894"/>
                <a:gd name="connsiteX15" fmla="*/ 123825 w 504825"/>
                <a:gd name="connsiteY15" fmla="*/ 192882 h 292894"/>
                <a:gd name="connsiteX16" fmla="*/ 138113 w 504825"/>
                <a:gd name="connsiteY16" fmla="*/ 195263 h 292894"/>
                <a:gd name="connsiteX17" fmla="*/ 147638 w 504825"/>
                <a:gd name="connsiteY17" fmla="*/ 147638 h 292894"/>
                <a:gd name="connsiteX18" fmla="*/ 219075 w 504825"/>
                <a:gd name="connsiteY18" fmla="*/ 164307 h 292894"/>
                <a:gd name="connsiteX19" fmla="*/ 207169 w 504825"/>
                <a:gd name="connsiteY19" fmla="*/ 195263 h 292894"/>
                <a:gd name="connsiteX20" fmla="*/ 176213 w 504825"/>
                <a:gd name="connsiteY20" fmla="*/ 209550 h 292894"/>
                <a:gd name="connsiteX21" fmla="*/ 145256 w 504825"/>
                <a:gd name="connsiteY21" fmla="*/ 245269 h 292894"/>
                <a:gd name="connsiteX22" fmla="*/ 192881 w 504825"/>
                <a:gd name="connsiteY22" fmla="*/ 273844 h 292894"/>
                <a:gd name="connsiteX23" fmla="*/ 230981 w 504825"/>
                <a:gd name="connsiteY23" fmla="*/ 257175 h 292894"/>
                <a:gd name="connsiteX24" fmla="*/ 278606 w 504825"/>
                <a:gd name="connsiteY24" fmla="*/ 292894 h 292894"/>
                <a:gd name="connsiteX25" fmla="*/ 297656 w 504825"/>
                <a:gd name="connsiteY25" fmla="*/ 278607 h 292894"/>
                <a:gd name="connsiteX26" fmla="*/ 292894 w 504825"/>
                <a:gd name="connsiteY26" fmla="*/ 221457 h 292894"/>
                <a:gd name="connsiteX27" fmla="*/ 330994 w 504825"/>
                <a:gd name="connsiteY27" fmla="*/ 214313 h 292894"/>
                <a:gd name="connsiteX28" fmla="*/ 357188 w 504825"/>
                <a:gd name="connsiteY28" fmla="*/ 238125 h 292894"/>
                <a:gd name="connsiteX29" fmla="*/ 392906 w 504825"/>
                <a:gd name="connsiteY29" fmla="*/ 214313 h 292894"/>
                <a:gd name="connsiteX30" fmla="*/ 504825 w 504825"/>
                <a:gd name="connsiteY30" fmla="*/ 214313 h 29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04825" h="292894">
                  <a:moveTo>
                    <a:pt x="504825" y="214313"/>
                  </a:moveTo>
                  <a:lnTo>
                    <a:pt x="485775" y="135732"/>
                  </a:lnTo>
                  <a:lnTo>
                    <a:pt x="457200" y="71438"/>
                  </a:lnTo>
                  <a:lnTo>
                    <a:pt x="354806" y="57150"/>
                  </a:lnTo>
                  <a:lnTo>
                    <a:pt x="316706" y="57150"/>
                  </a:lnTo>
                  <a:lnTo>
                    <a:pt x="257175" y="50007"/>
                  </a:lnTo>
                  <a:lnTo>
                    <a:pt x="250031" y="33338"/>
                  </a:lnTo>
                  <a:lnTo>
                    <a:pt x="221456" y="42863"/>
                  </a:lnTo>
                  <a:lnTo>
                    <a:pt x="188119" y="0"/>
                  </a:lnTo>
                  <a:lnTo>
                    <a:pt x="109538" y="66675"/>
                  </a:lnTo>
                  <a:lnTo>
                    <a:pt x="76200" y="142875"/>
                  </a:lnTo>
                  <a:lnTo>
                    <a:pt x="0" y="204788"/>
                  </a:lnTo>
                  <a:lnTo>
                    <a:pt x="4763" y="233363"/>
                  </a:lnTo>
                  <a:lnTo>
                    <a:pt x="47625" y="226219"/>
                  </a:lnTo>
                  <a:lnTo>
                    <a:pt x="76200" y="240507"/>
                  </a:lnTo>
                  <a:lnTo>
                    <a:pt x="123825" y="192882"/>
                  </a:lnTo>
                  <a:lnTo>
                    <a:pt x="138113" y="195263"/>
                  </a:lnTo>
                  <a:lnTo>
                    <a:pt x="147638" y="147638"/>
                  </a:lnTo>
                  <a:lnTo>
                    <a:pt x="219075" y="164307"/>
                  </a:lnTo>
                  <a:lnTo>
                    <a:pt x="207169" y="195263"/>
                  </a:lnTo>
                  <a:lnTo>
                    <a:pt x="176213" y="209550"/>
                  </a:lnTo>
                  <a:lnTo>
                    <a:pt x="145256" y="245269"/>
                  </a:lnTo>
                  <a:lnTo>
                    <a:pt x="192881" y="273844"/>
                  </a:lnTo>
                  <a:lnTo>
                    <a:pt x="230981" y="257175"/>
                  </a:lnTo>
                  <a:lnTo>
                    <a:pt x="278606" y="292894"/>
                  </a:lnTo>
                  <a:lnTo>
                    <a:pt x="297656" y="278607"/>
                  </a:lnTo>
                  <a:lnTo>
                    <a:pt x="292894" y="221457"/>
                  </a:lnTo>
                  <a:lnTo>
                    <a:pt x="330994" y="214313"/>
                  </a:lnTo>
                  <a:lnTo>
                    <a:pt x="357188" y="238125"/>
                  </a:lnTo>
                  <a:lnTo>
                    <a:pt x="392906" y="214313"/>
                  </a:lnTo>
                  <a:lnTo>
                    <a:pt x="504825" y="214313"/>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sp>
          <p:nvSpPr>
            <p:cNvPr id="192" name="Freeform 191"/>
            <p:cNvSpPr/>
            <p:nvPr/>
          </p:nvSpPr>
          <p:spPr>
            <a:xfrm>
              <a:off x="6923088" y="1589088"/>
              <a:ext cx="611187" cy="711200"/>
            </a:xfrm>
            <a:custGeom>
              <a:avLst/>
              <a:gdLst>
                <a:gd name="connsiteX0" fmla="*/ 611982 w 611982"/>
                <a:gd name="connsiteY0" fmla="*/ 288131 h 711994"/>
                <a:gd name="connsiteX1" fmla="*/ 545307 w 611982"/>
                <a:gd name="connsiteY1" fmla="*/ 276225 h 711994"/>
                <a:gd name="connsiteX2" fmla="*/ 519113 w 611982"/>
                <a:gd name="connsiteY2" fmla="*/ 221456 h 711994"/>
                <a:gd name="connsiteX3" fmla="*/ 457200 w 611982"/>
                <a:gd name="connsiteY3" fmla="*/ 192881 h 711994"/>
                <a:gd name="connsiteX4" fmla="*/ 314325 w 611982"/>
                <a:gd name="connsiteY4" fmla="*/ 66675 h 711994"/>
                <a:gd name="connsiteX5" fmla="*/ 276225 w 611982"/>
                <a:gd name="connsiteY5" fmla="*/ 66675 h 711994"/>
                <a:gd name="connsiteX6" fmla="*/ 188119 w 611982"/>
                <a:gd name="connsiteY6" fmla="*/ 0 h 711994"/>
                <a:gd name="connsiteX7" fmla="*/ 19050 w 611982"/>
                <a:gd name="connsiteY7" fmla="*/ 28575 h 711994"/>
                <a:gd name="connsiteX8" fmla="*/ 0 w 611982"/>
                <a:gd name="connsiteY8" fmla="*/ 97631 h 711994"/>
                <a:gd name="connsiteX9" fmla="*/ 40482 w 611982"/>
                <a:gd name="connsiteY9" fmla="*/ 135731 h 711994"/>
                <a:gd name="connsiteX10" fmla="*/ 47625 w 611982"/>
                <a:gd name="connsiteY10" fmla="*/ 209550 h 711994"/>
                <a:gd name="connsiteX11" fmla="*/ 26194 w 611982"/>
                <a:gd name="connsiteY11" fmla="*/ 266700 h 711994"/>
                <a:gd name="connsiteX12" fmla="*/ 57150 w 611982"/>
                <a:gd name="connsiteY12" fmla="*/ 400050 h 711994"/>
                <a:gd name="connsiteX13" fmla="*/ 80963 w 611982"/>
                <a:gd name="connsiteY13" fmla="*/ 442912 h 711994"/>
                <a:gd name="connsiteX14" fmla="*/ 92869 w 611982"/>
                <a:gd name="connsiteY14" fmla="*/ 545306 h 711994"/>
                <a:gd name="connsiteX15" fmla="*/ 133350 w 611982"/>
                <a:gd name="connsiteY15" fmla="*/ 547687 h 711994"/>
                <a:gd name="connsiteX16" fmla="*/ 121444 w 611982"/>
                <a:gd name="connsiteY16" fmla="*/ 647700 h 711994"/>
                <a:gd name="connsiteX17" fmla="*/ 176213 w 611982"/>
                <a:gd name="connsiteY17" fmla="*/ 659606 h 711994"/>
                <a:gd name="connsiteX18" fmla="*/ 252413 w 611982"/>
                <a:gd name="connsiteY18" fmla="*/ 638175 h 711994"/>
                <a:gd name="connsiteX19" fmla="*/ 316707 w 611982"/>
                <a:gd name="connsiteY19" fmla="*/ 690562 h 711994"/>
                <a:gd name="connsiteX20" fmla="*/ 352425 w 611982"/>
                <a:gd name="connsiteY20" fmla="*/ 711994 h 711994"/>
                <a:gd name="connsiteX21" fmla="*/ 414338 w 611982"/>
                <a:gd name="connsiteY21" fmla="*/ 695325 h 711994"/>
                <a:gd name="connsiteX22" fmla="*/ 428625 w 611982"/>
                <a:gd name="connsiteY22" fmla="*/ 659606 h 711994"/>
                <a:gd name="connsiteX23" fmla="*/ 407194 w 611982"/>
                <a:gd name="connsiteY23" fmla="*/ 602456 h 711994"/>
                <a:gd name="connsiteX24" fmla="*/ 383382 w 611982"/>
                <a:gd name="connsiteY24" fmla="*/ 597694 h 711994"/>
                <a:gd name="connsiteX25" fmla="*/ 376238 w 611982"/>
                <a:gd name="connsiteY25" fmla="*/ 578644 h 711994"/>
                <a:gd name="connsiteX26" fmla="*/ 404813 w 611982"/>
                <a:gd name="connsiteY26" fmla="*/ 578644 h 711994"/>
                <a:gd name="connsiteX27" fmla="*/ 466725 w 611982"/>
                <a:gd name="connsiteY27" fmla="*/ 576262 h 711994"/>
                <a:gd name="connsiteX28" fmla="*/ 490538 w 611982"/>
                <a:gd name="connsiteY28" fmla="*/ 531019 h 711994"/>
                <a:gd name="connsiteX29" fmla="*/ 457200 w 611982"/>
                <a:gd name="connsiteY29" fmla="*/ 516731 h 711994"/>
                <a:gd name="connsiteX30" fmla="*/ 414338 w 611982"/>
                <a:gd name="connsiteY30" fmla="*/ 521494 h 711994"/>
                <a:gd name="connsiteX31" fmla="*/ 421482 w 611982"/>
                <a:gd name="connsiteY31" fmla="*/ 483394 h 711994"/>
                <a:gd name="connsiteX32" fmla="*/ 488157 w 611982"/>
                <a:gd name="connsiteY32" fmla="*/ 433387 h 711994"/>
                <a:gd name="connsiteX33" fmla="*/ 523875 w 611982"/>
                <a:gd name="connsiteY33" fmla="*/ 350044 h 711994"/>
                <a:gd name="connsiteX34" fmla="*/ 611982 w 611982"/>
                <a:gd name="connsiteY34" fmla="*/ 288131 h 71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11982" h="711994">
                  <a:moveTo>
                    <a:pt x="611982" y="288131"/>
                  </a:moveTo>
                  <a:lnTo>
                    <a:pt x="545307" y="276225"/>
                  </a:lnTo>
                  <a:lnTo>
                    <a:pt x="519113" y="221456"/>
                  </a:lnTo>
                  <a:lnTo>
                    <a:pt x="457200" y="192881"/>
                  </a:lnTo>
                  <a:lnTo>
                    <a:pt x="314325" y="66675"/>
                  </a:lnTo>
                  <a:lnTo>
                    <a:pt x="276225" y="66675"/>
                  </a:lnTo>
                  <a:lnTo>
                    <a:pt x="188119" y="0"/>
                  </a:lnTo>
                  <a:lnTo>
                    <a:pt x="19050" y="28575"/>
                  </a:lnTo>
                  <a:lnTo>
                    <a:pt x="0" y="97631"/>
                  </a:lnTo>
                  <a:lnTo>
                    <a:pt x="40482" y="135731"/>
                  </a:lnTo>
                  <a:lnTo>
                    <a:pt x="47625" y="209550"/>
                  </a:lnTo>
                  <a:lnTo>
                    <a:pt x="26194" y="266700"/>
                  </a:lnTo>
                  <a:lnTo>
                    <a:pt x="57150" y="400050"/>
                  </a:lnTo>
                  <a:lnTo>
                    <a:pt x="80963" y="442912"/>
                  </a:lnTo>
                  <a:lnTo>
                    <a:pt x="92869" y="545306"/>
                  </a:lnTo>
                  <a:lnTo>
                    <a:pt x="133350" y="547687"/>
                  </a:lnTo>
                  <a:lnTo>
                    <a:pt x="121444" y="647700"/>
                  </a:lnTo>
                  <a:lnTo>
                    <a:pt x="176213" y="659606"/>
                  </a:lnTo>
                  <a:lnTo>
                    <a:pt x="252413" y="638175"/>
                  </a:lnTo>
                  <a:lnTo>
                    <a:pt x="316707" y="690562"/>
                  </a:lnTo>
                  <a:lnTo>
                    <a:pt x="352425" y="711994"/>
                  </a:lnTo>
                  <a:lnTo>
                    <a:pt x="414338" y="695325"/>
                  </a:lnTo>
                  <a:lnTo>
                    <a:pt x="428625" y="659606"/>
                  </a:lnTo>
                  <a:lnTo>
                    <a:pt x="407194" y="602456"/>
                  </a:lnTo>
                  <a:lnTo>
                    <a:pt x="383382" y="597694"/>
                  </a:lnTo>
                  <a:lnTo>
                    <a:pt x="376238" y="578644"/>
                  </a:lnTo>
                  <a:lnTo>
                    <a:pt x="404813" y="578644"/>
                  </a:lnTo>
                  <a:lnTo>
                    <a:pt x="466725" y="576262"/>
                  </a:lnTo>
                  <a:lnTo>
                    <a:pt x="490538" y="531019"/>
                  </a:lnTo>
                  <a:lnTo>
                    <a:pt x="457200" y="516731"/>
                  </a:lnTo>
                  <a:lnTo>
                    <a:pt x="414338" y="521494"/>
                  </a:lnTo>
                  <a:lnTo>
                    <a:pt x="421482" y="483394"/>
                  </a:lnTo>
                  <a:lnTo>
                    <a:pt x="488157" y="433387"/>
                  </a:lnTo>
                  <a:lnTo>
                    <a:pt x="523875" y="350044"/>
                  </a:lnTo>
                  <a:lnTo>
                    <a:pt x="611982" y="28813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buClr>
                  <a:srgbClr val="000000"/>
                </a:buClr>
                <a:buSzPct val="100000"/>
                <a:buFont typeface="Times New Roman" pitchFamily="16" charset="0"/>
                <a:buNone/>
                <a:defRPr/>
              </a:pPr>
              <a:endParaRPr lang="en-GB">
                <a:solidFill>
                  <a:schemeClr val="bg1"/>
                </a:solidFill>
                <a:ea typeface="ＭＳ Ｐゴシック" charset="-128"/>
              </a:endParaRPr>
            </a:p>
          </p:txBody>
        </p:sp>
      </p:grpSp>
      <p:grpSp>
        <p:nvGrpSpPr>
          <p:cNvPr id="193" name="Group 279"/>
          <p:cNvGrpSpPr/>
          <p:nvPr/>
        </p:nvGrpSpPr>
        <p:grpSpPr>
          <a:xfrm>
            <a:off x="6627702" y="4423893"/>
            <a:ext cx="230298" cy="230298"/>
            <a:chOff x="846989" y="1401020"/>
            <a:chExt cx="877416" cy="877416"/>
          </a:xfrm>
          <a:effectLst/>
        </p:grpSpPr>
        <p:sp>
          <p:nvSpPr>
            <p:cNvPr id="194" name="Teardrop 193"/>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95" name="Oval 194"/>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96" name="Group 279"/>
          <p:cNvGrpSpPr/>
          <p:nvPr/>
        </p:nvGrpSpPr>
        <p:grpSpPr>
          <a:xfrm>
            <a:off x="6565420" y="3608951"/>
            <a:ext cx="230298" cy="230298"/>
            <a:chOff x="846989" y="1401020"/>
            <a:chExt cx="877416" cy="877416"/>
          </a:xfrm>
          <a:effectLst/>
        </p:grpSpPr>
        <p:sp>
          <p:nvSpPr>
            <p:cNvPr id="197" name="Teardrop 196"/>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198" name="Oval 197"/>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99" name="Group 279"/>
          <p:cNvGrpSpPr/>
          <p:nvPr/>
        </p:nvGrpSpPr>
        <p:grpSpPr>
          <a:xfrm>
            <a:off x="5935370" y="3497214"/>
            <a:ext cx="230298" cy="230298"/>
            <a:chOff x="846989" y="1401020"/>
            <a:chExt cx="877416" cy="877416"/>
          </a:xfrm>
          <a:effectLst/>
        </p:grpSpPr>
        <p:sp>
          <p:nvSpPr>
            <p:cNvPr id="200" name="Teardrop 199"/>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01" name="Oval 20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02" name="Group 279"/>
          <p:cNvGrpSpPr/>
          <p:nvPr/>
        </p:nvGrpSpPr>
        <p:grpSpPr>
          <a:xfrm>
            <a:off x="6897577" y="2857859"/>
            <a:ext cx="230298" cy="230298"/>
            <a:chOff x="846989" y="1401020"/>
            <a:chExt cx="877416" cy="877416"/>
          </a:xfrm>
          <a:effectLst/>
        </p:grpSpPr>
        <p:sp>
          <p:nvSpPr>
            <p:cNvPr id="203" name="Teardrop 202"/>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04" name="Oval 20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05" name="Group 279"/>
          <p:cNvGrpSpPr/>
          <p:nvPr/>
        </p:nvGrpSpPr>
        <p:grpSpPr>
          <a:xfrm>
            <a:off x="7735407" y="4064692"/>
            <a:ext cx="230298" cy="230298"/>
            <a:chOff x="846989" y="1401020"/>
            <a:chExt cx="877416" cy="877416"/>
          </a:xfrm>
          <a:effectLst/>
        </p:grpSpPr>
        <p:sp>
          <p:nvSpPr>
            <p:cNvPr id="206" name="Teardrop 205"/>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07" name="Oval 20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08" name="Group 279"/>
          <p:cNvGrpSpPr/>
          <p:nvPr/>
        </p:nvGrpSpPr>
        <p:grpSpPr>
          <a:xfrm>
            <a:off x="5698094" y="2736716"/>
            <a:ext cx="230298" cy="230298"/>
            <a:chOff x="846989" y="1401020"/>
            <a:chExt cx="877416" cy="877416"/>
          </a:xfrm>
          <a:effectLst/>
        </p:grpSpPr>
        <p:sp>
          <p:nvSpPr>
            <p:cNvPr id="209" name="Teardrop 208"/>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10" name="Oval 20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11" name="Group 279"/>
          <p:cNvGrpSpPr/>
          <p:nvPr/>
        </p:nvGrpSpPr>
        <p:grpSpPr>
          <a:xfrm>
            <a:off x="6843415" y="5364940"/>
            <a:ext cx="230298" cy="230298"/>
            <a:chOff x="846989" y="1401020"/>
            <a:chExt cx="877416" cy="877416"/>
          </a:xfrm>
          <a:effectLst/>
        </p:grpSpPr>
        <p:sp>
          <p:nvSpPr>
            <p:cNvPr id="212" name="Teardrop 211"/>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13" name="Oval 21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14" name="Group 279"/>
          <p:cNvGrpSpPr/>
          <p:nvPr/>
        </p:nvGrpSpPr>
        <p:grpSpPr>
          <a:xfrm>
            <a:off x="7690847" y="3202257"/>
            <a:ext cx="230298" cy="230298"/>
            <a:chOff x="846989" y="1401020"/>
            <a:chExt cx="877416" cy="877416"/>
          </a:xfrm>
          <a:effectLst/>
        </p:grpSpPr>
        <p:sp>
          <p:nvSpPr>
            <p:cNvPr id="215" name="Teardrop 214"/>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16" name="Oval 21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17" name="Group 279"/>
          <p:cNvGrpSpPr/>
          <p:nvPr/>
        </p:nvGrpSpPr>
        <p:grpSpPr>
          <a:xfrm>
            <a:off x="5125927" y="3202257"/>
            <a:ext cx="230298" cy="230298"/>
            <a:chOff x="846989" y="1401020"/>
            <a:chExt cx="877416" cy="877416"/>
          </a:xfrm>
          <a:effectLst/>
        </p:grpSpPr>
        <p:sp>
          <p:nvSpPr>
            <p:cNvPr id="218" name="Teardrop 217"/>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19" name="Oval 21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220" name="Group 279"/>
          <p:cNvGrpSpPr/>
          <p:nvPr/>
        </p:nvGrpSpPr>
        <p:grpSpPr>
          <a:xfrm>
            <a:off x="7080815" y="4100519"/>
            <a:ext cx="230298" cy="230298"/>
            <a:chOff x="846989" y="1401020"/>
            <a:chExt cx="877416" cy="877416"/>
          </a:xfrm>
          <a:effectLst/>
        </p:grpSpPr>
        <p:sp>
          <p:nvSpPr>
            <p:cNvPr id="221" name="Teardrop 220"/>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222" name="Oval 221"/>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sp>
        <p:nvSpPr>
          <p:cNvPr id="223" name="Footer Text"/>
          <p:cNvSpPr txBox="1"/>
          <p:nvPr/>
        </p:nvSpPr>
        <p:spPr>
          <a:xfrm>
            <a:off x="685800" y="2443794"/>
            <a:ext cx="3810000"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a:t>
            </a:r>
          </a:p>
        </p:txBody>
      </p:sp>
      <p:grpSp>
        <p:nvGrpSpPr>
          <p:cNvPr id="224" name="Group 79"/>
          <p:cNvGrpSpPr/>
          <p:nvPr/>
        </p:nvGrpSpPr>
        <p:grpSpPr>
          <a:xfrm>
            <a:off x="685800" y="3093911"/>
            <a:ext cx="1621812" cy="726711"/>
            <a:chOff x="659295" y="3313522"/>
            <a:chExt cx="1779209" cy="797236"/>
          </a:xfrm>
        </p:grpSpPr>
        <p:sp>
          <p:nvSpPr>
            <p:cNvPr id="225" name="Text Placeholder 3"/>
            <p:cNvSpPr txBox="1">
              <a:spLocks/>
            </p:cNvSpPr>
            <p:nvPr/>
          </p:nvSpPr>
          <p:spPr>
            <a:xfrm>
              <a:off x="1040068" y="3313522"/>
              <a:ext cx="650672" cy="47270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grpSp>
          <p:nvGrpSpPr>
            <p:cNvPr id="226" name="Group 179"/>
            <p:cNvGrpSpPr/>
            <p:nvPr/>
          </p:nvGrpSpPr>
          <p:grpSpPr>
            <a:xfrm>
              <a:off x="659295" y="3323584"/>
              <a:ext cx="305892" cy="782870"/>
              <a:chOff x="5054600" y="1678181"/>
              <a:chExt cx="187325" cy="479425"/>
            </a:xfrm>
            <a:solidFill>
              <a:schemeClr val="tx1">
                <a:lumMod val="50000"/>
                <a:lumOff val="50000"/>
              </a:schemeClr>
            </a:solidFill>
          </p:grpSpPr>
          <p:sp>
            <p:nvSpPr>
              <p:cNvPr id="228" name="Freeform 96"/>
              <p:cNvSpPr>
                <a:spLocks/>
              </p:cNvSpPr>
              <p:nvPr/>
            </p:nvSpPr>
            <p:spPr bwMode="auto">
              <a:xfrm>
                <a:off x="5054600" y="1759144"/>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229" name="Oval 97"/>
              <p:cNvSpPr>
                <a:spLocks noChangeArrowheads="1"/>
              </p:cNvSpPr>
              <p:nvPr/>
            </p:nvSpPr>
            <p:spPr bwMode="auto">
              <a:xfrm>
                <a:off x="5110163" y="1678181"/>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227" name="Text Placeholder 3"/>
            <p:cNvSpPr txBox="1">
              <a:spLocks/>
            </p:cNvSpPr>
            <p:nvPr/>
          </p:nvSpPr>
          <p:spPr>
            <a:xfrm>
              <a:off x="1009932" y="3773112"/>
              <a:ext cx="1428572" cy="33764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230" name="Group 80"/>
          <p:cNvGrpSpPr/>
          <p:nvPr/>
        </p:nvGrpSpPr>
        <p:grpSpPr>
          <a:xfrm>
            <a:off x="2590800" y="3090110"/>
            <a:ext cx="1738719" cy="734312"/>
            <a:chOff x="2551072" y="3271738"/>
            <a:chExt cx="1907462" cy="805574"/>
          </a:xfrm>
        </p:grpSpPr>
        <p:grpSp>
          <p:nvGrpSpPr>
            <p:cNvPr id="231" name="Group 184"/>
            <p:cNvGrpSpPr/>
            <p:nvPr/>
          </p:nvGrpSpPr>
          <p:grpSpPr>
            <a:xfrm>
              <a:off x="2551072" y="3271738"/>
              <a:ext cx="362111" cy="777397"/>
              <a:chOff x="6213475" y="1668463"/>
              <a:chExt cx="227013" cy="487362"/>
            </a:xfrm>
            <a:solidFill>
              <a:schemeClr val="tx1">
                <a:lumMod val="50000"/>
                <a:lumOff val="50000"/>
              </a:schemeClr>
            </a:solidFill>
          </p:grpSpPr>
          <p:sp>
            <p:nvSpPr>
              <p:cNvPr id="234"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235"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232" name="Text Placeholder 3"/>
            <p:cNvSpPr txBox="1">
              <a:spLocks/>
            </p:cNvSpPr>
            <p:nvPr/>
          </p:nvSpPr>
          <p:spPr>
            <a:xfrm>
              <a:off x="2971909" y="3288630"/>
              <a:ext cx="650673" cy="47270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233" name="Text Placeholder 3"/>
            <p:cNvSpPr txBox="1">
              <a:spLocks/>
            </p:cNvSpPr>
            <p:nvPr/>
          </p:nvSpPr>
          <p:spPr>
            <a:xfrm>
              <a:off x="2913155" y="3739666"/>
              <a:ext cx="1545379" cy="33764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236" name="Group 394"/>
          <p:cNvGrpSpPr/>
          <p:nvPr/>
        </p:nvGrpSpPr>
        <p:grpSpPr>
          <a:xfrm>
            <a:off x="1034604" y="4083231"/>
            <a:ext cx="3994596" cy="276225"/>
            <a:chOff x="3724275" y="1396446"/>
            <a:chExt cx="2028825" cy="276225"/>
          </a:xfrm>
        </p:grpSpPr>
        <p:sp>
          <p:nvSpPr>
            <p:cNvPr id="237" name="Rounded Rectangle 236"/>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Rounded Rectangle 237"/>
            <p:cNvSpPr/>
            <p:nvPr/>
          </p:nvSpPr>
          <p:spPr>
            <a:xfrm>
              <a:off x="3724275" y="1396446"/>
              <a:ext cx="1061290" cy="27622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239" name="Group 397"/>
          <p:cNvGrpSpPr/>
          <p:nvPr/>
        </p:nvGrpSpPr>
        <p:grpSpPr>
          <a:xfrm>
            <a:off x="1034604" y="4612710"/>
            <a:ext cx="3994596" cy="276225"/>
            <a:chOff x="3724275" y="1396446"/>
            <a:chExt cx="2028825" cy="276225"/>
          </a:xfrm>
        </p:grpSpPr>
        <p:sp>
          <p:nvSpPr>
            <p:cNvPr id="240" name="Rounded Rectangle 239"/>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Rounded Rectangle 240"/>
            <p:cNvSpPr/>
            <p:nvPr/>
          </p:nvSpPr>
          <p:spPr>
            <a:xfrm>
              <a:off x="3724275" y="1396446"/>
              <a:ext cx="1216096" cy="27622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60%</a:t>
              </a:r>
            </a:p>
          </p:txBody>
        </p:sp>
      </p:grpSp>
      <p:grpSp>
        <p:nvGrpSpPr>
          <p:cNvPr id="242" name="Group 400"/>
          <p:cNvGrpSpPr/>
          <p:nvPr/>
        </p:nvGrpSpPr>
        <p:grpSpPr>
          <a:xfrm>
            <a:off x="1034604" y="5142189"/>
            <a:ext cx="3994596" cy="276225"/>
            <a:chOff x="3724275" y="1396446"/>
            <a:chExt cx="2028825" cy="276225"/>
          </a:xfrm>
        </p:grpSpPr>
        <p:sp>
          <p:nvSpPr>
            <p:cNvPr id="243" name="Rounded Rectangle 242"/>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Rounded Rectangle 243"/>
            <p:cNvSpPr/>
            <p:nvPr/>
          </p:nvSpPr>
          <p:spPr>
            <a:xfrm>
              <a:off x="3724276" y="1396446"/>
              <a:ext cx="1409603" cy="27622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70%</a:t>
              </a:r>
            </a:p>
          </p:txBody>
        </p:sp>
      </p:grpSp>
      <p:grpSp>
        <p:nvGrpSpPr>
          <p:cNvPr id="245" name="Group 403"/>
          <p:cNvGrpSpPr/>
          <p:nvPr/>
        </p:nvGrpSpPr>
        <p:grpSpPr>
          <a:xfrm>
            <a:off x="1034604" y="5671668"/>
            <a:ext cx="3994596" cy="276225"/>
            <a:chOff x="3724275" y="1396446"/>
            <a:chExt cx="2028825" cy="276225"/>
          </a:xfrm>
        </p:grpSpPr>
        <p:sp>
          <p:nvSpPr>
            <p:cNvPr id="246" name="Rounded Rectangle 245"/>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ounded Rectangle 246"/>
            <p:cNvSpPr/>
            <p:nvPr/>
          </p:nvSpPr>
          <p:spPr>
            <a:xfrm>
              <a:off x="3724276" y="1396446"/>
              <a:ext cx="847825" cy="27622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40%</a:t>
              </a:r>
            </a:p>
          </p:txBody>
        </p:sp>
      </p:grpSp>
      <p:grpSp>
        <p:nvGrpSpPr>
          <p:cNvPr id="248" name="Group 412"/>
          <p:cNvGrpSpPr/>
          <p:nvPr/>
        </p:nvGrpSpPr>
        <p:grpSpPr>
          <a:xfrm>
            <a:off x="685800" y="4136705"/>
            <a:ext cx="282129" cy="1757714"/>
            <a:chOff x="3394521" y="1406024"/>
            <a:chExt cx="282129" cy="1757714"/>
          </a:xfrm>
        </p:grpSpPr>
        <p:sp>
          <p:nvSpPr>
            <p:cNvPr id="249" name="Text Placeholder 3"/>
            <p:cNvSpPr txBox="1">
              <a:spLocks/>
            </p:cNvSpPr>
            <p:nvPr/>
          </p:nvSpPr>
          <p:spPr>
            <a:xfrm>
              <a:off x="3394521" y="1406024"/>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2010</a:t>
              </a:r>
            </a:p>
          </p:txBody>
        </p:sp>
        <p:sp>
          <p:nvSpPr>
            <p:cNvPr id="250" name="Text Placeholder 3"/>
            <p:cNvSpPr txBox="1">
              <a:spLocks/>
            </p:cNvSpPr>
            <p:nvPr/>
          </p:nvSpPr>
          <p:spPr>
            <a:xfrm>
              <a:off x="3394521" y="1935503"/>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2011</a:t>
              </a:r>
            </a:p>
          </p:txBody>
        </p:sp>
        <p:sp>
          <p:nvSpPr>
            <p:cNvPr id="251" name="Text Placeholder 3"/>
            <p:cNvSpPr txBox="1">
              <a:spLocks/>
            </p:cNvSpPr>
            <p:nvPr/>
          </p:nvSpPr>
          <p:spPr>
            <a:xfrm>
              <a:off x="3394521" y="2464982"/>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2012</a:t>
              </a:r>
            </a:p>
          </p:txBody>
        </p:sp>
        <p:sp>
          <p:nvSpPr>
            <p:cNvPr id="252" name="Text Placeholder 3"/>
            <p:cNvSpPr txBox="1">
              <a:spLocks/>
            </p:cNvSpPr>
            <p:nvPr/>
          </p:nvSpPr>
          <p:spPr>
            <a:xfrm>
              <a:off x="3394521" y="2994461"/>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2013</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61"/>
                                        </p:tgtEl>
                                        <p:attrNameLst>
                                          <p:attrName>style.visibility</p:attrName>
                                        </p:attrNameLst>
                                      </p:cBhvr>
                                      <p:to>
                                        <p:strVal val="visible"/>
                                      </p:to>
                                    </p:set>
                                    <p:anim calcmode="lin" valueType="num">
                                      <p:cBhvr>
                                        <p:cTn id="7" dur="500" fill="hold"/>
                                        <p:tgtEl>
                                          <p:spTgt spid="161"/>
                                        </p:tgtEl>
                                        <p:attrNameLst>
                                          <p:attrName>ppt_w</p:attrName>
                                        </p:attrNameLst>
                                      </p:cBhvr>
                                      <p:tavLst>
                                        <p:tav tm="0">
                                          <p:val>
                                            <p:fltVal val="0"/>
                                          </p:val>
                                        </p:tav>
                                        <p:tav tm="100000">
                                          <p:val>
                                            <p:strVal val="#ppt_w"/>
                                          </p:val>
                                        </p:tav>
                                      </p:tavLst>
                                    </p:anim>
                                    <p:anim calcmode="lin" valueType="num">
                                      <p:cBhvr>
                                        <p:cTn id="8" dur="500" fill="hold"/>
                                        <p:tgtEl>
                                          <p:spTgt spid="161"/>
                                        </p:tgtEl>
                                        <p:attrNameLst>
                                          <p:attrName>ppt_h</p:attrName>
                                        </p:attrNameLst>
                                      </p:cBhvr>
                                      <p:tavLst>
                                        <p:tav tm="0">
                                          <p:val>
                                            <p:fltVal val="0"/>
                                          </p:val>
                                        </p:tav>
                                        <p:tav tm="100000">
                                          <p:val>
                                            <p:strVal val="#ppt_h"/>
                                          </p:val>
                                        </p:tav>
                                      </p:tavLst>
                                    </p:anim>
                                    <p:animEffect transition="in" filter="fade">
                                      <p:cBhvr>
                                        <p:cTn id="9" dur="500"/>
                                        <p:tgtEl>
                                          <p:spTgt spid="161"/>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ppt_x"/>
                                          </p:val>
                                        </p:tav>
                                        <p:tav tm="100000">
                                          <p:val>
                                            <p:strVal val="#ppt_x"/>
                                          </p:val>
                                        </p:tav>
                                      </p:tavLst>
                                    </p:anim>
                                    <p:anim calcmode="lin" valueType="num">
                                      <p:cBhvr additive="base">
                                        <p:cTn id="14" dur="500" fill="hold"/>
                                        <p:tgtEl>
                                          <p:spTgt spid="202"/>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193"/>
                                        </p:tgtEl>
                                        <p:attrNameLst>
                                          <p:attrName>style.visibility</p:attrName>
                                        </p:attrNameLst>
                                      </p:cBhvr>
                                      <p:to>
                                        <p:strVal val="visible"/>
                                      </p:to>
                                    </p:set>
                                    <p:anim calcmode="lin" valueType="num">
                                      <p:cBhvr additive="base">
                                        <p:cTn id="18" dur="500" fill="hold"/>
                                        <p:tgtEl>
                                          <p:spTgt spid="193"/>
                                        </p:tgtEl>
                                        <p:attrNameLst>
                                          <p:attrName>ppt_x</p:attrName>
                                        </p:attrNameLst>
                                      </p:cBhvr>
                                      <p:tavLst>
                                        <p:tav tm="0">
                                          <p:val>
                                            <p:strVal val="#ppt_x"/>
                                          </p:val>
                                        </p:tav>
                                        <p:tav tm="100000">
                                          <p:val>
                                            <p:strVal val="#ppt_x"/>
                                          </p:val>
                                        </p:tav>
                                      </p:tavLst>
                                    </p:anim>
                                    <p:anim calcmode="lin" valueType="num">
                                      <p:cBhvr additive="base">
                                        <p:cTn id="19" dur="500" fill="hold"/>
                                        <p:tgtEl>
                                          <p:spTgt spid="193"/>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196"/>
                                        </p:tgtEl>
                                        <p:attrNameLst>
                                          <p:attrName>style.visibility</p:attrName>
                                        </p:attrNameLst>
                                      </p:cBhvr>
                                      <p:to>
                                        <p:strVal val="visible"/>
                                      </p:to>
                                    </p:set>
                                    <p:anim calcmode="lin" valueType="num">
                                      <p:cBhvr additive="base">
                                        <p:cTn id="23" dur="500" fill="hold"/>
                                        <p:tgtEl>
                                          <p:spTgt spid="196"/>
                                        </p:tgtEl>
                                        <p:attrNameLst>
                                          <p:attrName>ppt_x</p:attrName>
                                        </p:attrNameLst>
                                      </p:cBhvr>
                                      <p:tavLst>
                                        <p:tav tm="0">
                                          <p:val>
                                            <p:strVal val="#ppt_x"/>
                                          </p:val>
                                        </p:tav>
                                        <p:tav tm="100000">
                                          <p:val>
                                            <p:strVal val="#ppt_x"/>
                                          </p:val>
                                        </p:tav>
                                      </p:tavLst>
                                    </p:anim>
                                    <p:anim calcmode="lin" valueType="num">
                                      <p:cBhvr additive="base">
                                        <p:cTn id="24" dur="500" fill="hold"/>
                                        <p:tgtEl>
                                          <p:spTgt spid="196"/>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199"/>
                                        </p:tgtEl>
                                        <p:attrNameLst>
                                          <p:attrName>style.visibility</p:attrName>
                                        </p:attrNameLst>
                                      </p:cBhvr>
                                      <p:to>
                                        <p:strVal val="visible"/>
                                      </p:to>
                                    </p:set>
                                    <p:anim calcmode="lin" valueType="num">
                                      <p:cBhvr additive="base">
                                        <p:cTn id="28" dur="500" fill="hold"/>
                                        <p:tgtEl>
                                          <p:spTgt spid="199"/>
                                        </p:tgtEl>
                                        <p:attrNameLst>
                                          <p:attrName>ppt_x</p:attrName>
                                        </p:attrNameLst>
                                      </p:cBhvr>
                                      <p:tavLst>
                                        <p:tav tm="0">
                                          <p:val>
                                            <p:strVal val="#ppt_x"/>
                                          </p:val>
                                        </p:tav>
                                        <p:tav tm="100000">
                                          <p:val>
                                            <p:strVal val="#ppt_x"/>
                                          </p:val>
                                        </p:tav>
                                      </p:tavLst>
                                    </p:anim>
                                    <p:anim calcmode="lin" valueType="num">
                                      <p:cBhvr additive="base">
                                        <p:cTn id="29" dur="500" fill="hold"/>
                                        <p:tgtEl>
                                          <p:spTgt spid="199"/>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205"/>
                                        </p:tgtEl>
                                        <p:attrNameLst>
                                          <p:attrName>style.visibility</p:attrName>
                                        </p:attrNameLst>
                                      </p:cBhvr>
                                      <p:to>
                                        <p:strVal val="visible"/>
                                      </p:to>
                                    </p:set>
                                    <p:anim calcmode="lin" valueType="num">
                                      <p:cBhvr additive="base">
                                        <p:cTn id="33" dur="500" fill="hold"/>
                                        <p:tgtEl>
                                          <p:spTgt spid="205"/>
                                        </p:tgtEl>
                                        <p:attrNameLst>
                                          <p:attrName>ppt_x</p:attrName>
                                        </p:attrNameLst>
                                      </p:cBhvr>
                                      <p:tavLst>
                                        <p:tav tm="0">
                                          <p:val>
                                            <p:strVal val="#ppt_x"/>
                                          </p:val>
                                        </p:tav>
                                        <p:tav tm="100000">
                                          <p:val>
                                            <p:strVal val="#ppt_x"/>
                                          </p:val>
                                        </p:tav>
                                      </p:tavLst>
                                    </p:anim>
                                    <p:anim calcmode="lin" valueType="num">
                                      <p:cBhvr additive="base">
                                        <p:cTn id="34" dur="500" fill="hold"/>
                                        <p:tgtEl>
                                          <p:spTgt spid="205"/>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208"/>
                                        </p:tgtEl>
                                        <p:attrNameLst>
                                          <p:attrName>style.visibility</p:attrName>
                                        </p:attrNameLst>
                                      </p:cBhvr>
                                      <p:to>
                                        <p:strVal val="visible"/>
                                      </p:to>
                                    </p:set>
                                    <p:anim calcmode="lin" valueType="num">
                                      <p:cBhvr additive="base">
                                        <p:cTn id="38" dur="500" fill="hold"/>
                                        <p:tgtEl>
                                          <p:spTgt spid="208"/>
                                        </p:tgtEl>
                                        <p:attrNameLst>
                                          <p:attrName>ppt_x</p:attrName>
                                        </p:attrNameLst>
                                      </p:cBhvr>
                                      <p:tavLst>
                                        <p:tav tm="0">
                                          <p:val>
                                            <p:strVal val="#ppt_x"/>
                                          </p:val>
                                        </p:tav>
                                        <p:tav tm="100000">
                                          <p:val>
                                            <p:strVal val="#ppt_x"/>
                                          </p:val>
                                        </p:tav>
                                      </p:tavLst>
                                    </p:anim>
                                    <p:anim calcmode="lin" valueType="num">
                                      <p:cBhvr additive="base">
                                        <p:cTn id="39" dur="500" fill="hold"/>
                                        <p:tgtEl>
                                          <p:spTgt spid="208"/>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 presetClass="entr" presetSubtype="1" accel="50000" decel="50000" fill="hold" nodeType="afterEffect">
                                  <p:stCondLst>
                                    <p:cond delay="0"/>
                                  </p:stCondLst>
                                  <p:childTnLst>
                                    <p:set>
                                      <p:cBhvr>
                                        <p:cTn id="42" dur="1" fill="hold">
                                          <p:stCondLst>
                                            <p:cond delay="0"/>
                                          </p:stCondLst>
                                        </p:cTn>
                                        <p:tgtEl>
                                          <p:spTgt spid="211"/>
                                        </p:tgtEl>
                                        <p:attrNameLst>
                                          <p:attrName>style.visibility</p:attrName>
                                        </p:attrNameLst>
                                      </p:cBhvr>
                                      <p:to>
                                        <p:strVal val="visible"/>
                                      </p:to>
                                    </p:set>
                                    <p:anim calcmode="lin" valueType="num">
                                      <p:cBhvr additive="base">
                                        <p:cTn id="43" dur="500" fill="hold"/>
                                        <p:tgtEl>
                                          <p:spTgt spid="211"/>
                                        </p:tgtEl>
                                        <p:attrNameLst>
                                          <p:attrName>ppt_x</p:attrName>
                                        </p:attrNameLst>
                                      </p:cBhvr>
                                      <p:tavLst>
                                        <p:tav tm="0">
                                          <p:val>
                                            <p:strVal val="#ppt_x"/>
                                          </p:val>
                                        </p:tav>
                                        <p:tav tm="100000">
                                          <p:val>
                                            <p:strVal val="#ppt_x"/>
                                          </p:val>
                                        </p:tav>
                                      </p:tavLst>
                                    </p:anim>
                                    <p:anim calcmode="lin" valueType="num">
                                      <p:cBhvr additive="base">
                                        <p:cTn id="44" dur="500" fill="hold"/>
                                        <p:tgtEl>
                                          <p:spTgt spid="211"/>
                                        </p:tgtEl>
                                        <p:attrNameLst>
                                          <p:attrName>ppt_y</p:attrName>
                                        </p:attrNameLst>
                                      </p:cBhvr>
                                      <p:tavLst>
                                        <p:tav tm="0">
                                          <p:val>
                                            <p:strVal val="0-#ppt_h/2"/>
                                          </p:val>
                                        </p:tav>
                                        <p:tav tm="100000">
                                          <p:val>
                                            <p:strVal val="#ppt_y"/>
                                          </p:val>
                                        </p:tav>
                                      </p:tavLst>
                                    </p:anim>
                                  </p:childTnLst>
                                </p:cTn>
                              </p:par>
                            </p:childTnLst>
                          </p:cTn>
                        </p:par>
                        <p:par>
                          <p:cTn id="45" fill="hold">
                            <p:stCondLst>
                              <p:cond delay="4000"/>
                            </p:stCondLst>
                            <p:childTnLst>
                              <p:par>
                                <p:cTn id="46" presetID="2" presetClass="entr" presetSubtype="1" accel="50000" decel="50000" fill="hold" nodeType="afterEffect">
                                  <p:stCondLst>
                                    <p:cond delay="0"/>
                                  </p:stCondLst>
                                  <p:childTnLst>
                                    <p:set>
                                      <p:cBhvr>
                                        <p:cTn id="47" dur="1" fill="hold">
                                          <p:stCondLst>
                                            <p:cond delay="0"/>
                                          </p:stCondLst>
                                        </p:cTn>
                                        <p:tgtEl>
                                          <p:spTgt spid="214"/>
                                        </p:tgtEl>
                                        <p:attrNameLst>
                                          <p:attrName>style.visibility</p:attrName>
                                        </p:attrNameLst>
                                      </p:cBhvr>
                                      <p:to>
                                        <p:strVal val="visible"/>
                                      </p:to>
                                    </p:set>
                                    <p:anim calcmode="lin" valueType="num">
                                      <p:cBhvr additive="base">
                                        <p:cTn id="48" dur="500" fill="hold"/>
                                        <p:tgtEl>
                                          <p:spTgt spid="214"/>
                                        </p:tgtEl>
                                        <p:attrNameLst>
                                          <p:attrName>ppt_x</p:attrName>
                                        </p:attrNameLst>
                                      </p:cBhvr>
                                      <p:tavLst>
                                        <p:tav tm="0">
                                          <p:val>
                                            <p:strVal val="#ppt_x"/>
                                          </p:val>
                                        </p:tav>
                                        <p:tav tm="100000">
                                          <p:val>
                                            <p:strVal val="#ppt_x"/>
                                          </p:val>
                                        </p:tav>
                                      </p:tavLst>
                                    </p:anim>
                                    <p:anim calcmode="lin" valueType="num">
                                      <p:cBhvr additive="base">
                                        <p:cTn id="49" dur="500" fill="hold"/>
                                        <p:tgtEl>
                                          <p:spTgt spid="214"/>
                                        </p:tgtEl>
                                        <p:attrNameLst>
                                          <p:attrName>ppt_y</p:attrName>
                                        </p:attrNameLst>
                                      </p:cBhvr>
                                      <p:tavLst>
                                        <p:tav tm="0">
                                          <p:val>
                                            <p:strVal val="0-#ppt_h/2"/>
                                          </p:val>
                                        </p:tav>
                                        <p:tav tm="100000">
                                          <p:val>
                                            <p:strVal val="#ppt_y"/>
                                          </p:val>
                                        </p:tav>
                                      </p:tavLst>
                                    </p:anim>
                                  </p:childTnLst>
                                </p:cTn>
                              </p:par>
                            </p:childTnLst>
                          </p:cTn>
                        </p:par>
                        <p:par>
                          <p:cTn id="50" fill="hold">
                            <p:stCondLst>
                              <p:cond delay="4500"/>
                            </p:stCondLst>
                            <p:childTnLst>
                              <p:par>
                                <p:cTn id="51" presetID="2" presetClass="entr" presetSubtype="1" accel="50000" decel="50000" fill="hold" nodeType="afterEffect">
                                  <p:stCondLst>
                                    <p:cond delay="0"/>
                                  </p:stCondLst>
                                  <p:childTnLst>
                                    <p:set>
                                      <p:cBhvr>
                                        <p:cTn id="52" dur="1" fill="hold">
                                          <p:stCondLst>
                                            <p:cond delay="0"/>
                                          </p:stCondLst>
                                        </p:cTn>
                                        <p:tgtEl>
                                          <p:spTgt spid="217"/>
                                        </p:tgtEl>
                                        <p:attrNameLst>
                                          <p:attrName>style.visibility</p:attrName>
                                        </p:attrNameLst>
                                      </p:cBhvr>
                                      <p:to>
                                        <p:strVal val="visible"/>
                                      </p:to>
                                    </p:set>
                                    <p:anim calcmode="lin" valueType="num">
                                      <p:cBhvr additive="base">
                                        <p:cTn id="53" dur="500" fill="hold"/>
                                        <p:tgtEl>
                                          <p:spTgt spid="217"/>
                                        </p:tgtEl>
                                        <p:attrNameLst>
                                          <p:attrName>ppt_x</p:attrName>
                                        </p:attrNameLst>
                                      </p:cBhvr>
                                      <p:tavLst>
                                        <p:tav tm="0">
                                          <p:val>
                                            <p:strVal val="#ppt_x"/>
                                          </p:val>
                                        </p:tav>
                                        <p:tav tm="100000">
                                          <p:val>
                                            <p:strVal val="#ppt_x"/>
                                          </p:val>
                                        </p:tav>
                                      </p:tavLst>
                                    </p:anim>
                                    <p:anim calcmode="lin" valueType="num">
                                      <p:cBhvr additive="base">
                                        <p:cTn id="54" dur="500" fill="hold"/>
                                        <p:tgtEl>
                                          <p:spTgt spid="217"/>
                                        </p:tgtEl>
                                        <p:attrNameLst>
                                          <p:attrName>ppt_y</p:attrName>
                                        </p:attrNameLst>
                                      </p:cBhvr>
                                      <p:tavLst>
                                        <p:tav tm="0">
                                          <p:val>
                                            <p:strVal val="0-#ppt_h/2"/>
                                          </p:val>
                                        </p:tav>
                                        <p:tav tm="100000">
                                          <p:val>
                                            <p:strVal val="#ppt_y"/>
                                          </p:val>
                                        </p:tav>
                                      </p:tavLst>
                                    </p:anim>
                                  </p:childTnLst>
                                </p:cTn>
                              </p:par>
                            </p:childTnLst>
                          </p:cTn>
                        </p:par>
                        <p:par>
                          <p:cTn id="55" fill="hold">
                            <p:stCondLst>
                              <p:cond delay="5000"/>
                            </p:stCondLst>
                            <p:childTnLst>
                              <p:par>
                                <p:cTn id="56" presetID="2" presetClass="entr" presetSubtype="1" accel="50000" decel="50000" fill="hold" nodeType="afterEffect">
                                  <p:stCondLst>
                                    <p:cond delay="0"/>
                                  </p:stCondLst>
                                  <p:childTnLst>
                                    <p:set>
                                      <p:cBhvr>
                                        <p:cTn id="57" dur="1" fill="hold">
                                          <p:stCondLst>
                                            <p:cond delay="0"/>
                                          </p:stCondLst>
                                        </p:cTn>
                                        <p:tgtEl>
                                          <p:spTgt spid="220"/>
                                        </p:tgtEl>
                                        <p:attrNameLst>
                                          <p:attrName>style.visibility</p:attrName>
                                        </p:attrNameLst>
                                      </p:cBhvr>
                                      <p:to>
                                        <p:strVal val="visible"/>
                                      </p:to>
                                    </p:set>
                                    <p:anim calcmode="lin" valueType="num">
                                      <p:cBhvr additive="base">
                                        <p:cTn id="58" dur="500" fill="hold"/>
                                        <p:tgtEl>
                                          <p:spTgt spid="220"/>
                                        </p:tgtEl>
                                        <p:attrNameLst>
                                          <p:attrName>ppt_x</p:attrName>
                                        </p:attrNameLst>
                                      </p:cBhvr>
                                      <p:tavLst>
                                        <p:tav tm="0">
                                          <p:val>
                                            <p:strVal val="#ppt_x"/>
                                          </p:val>
                                        </p:tav>
                                        <p:tav tm="100000">
                                          <p:val>
                                            <p:strVal val="#ppt_x"/>
                                          </p:val>
                                        </p:tav>
                                      </p:tavLst>
                                    </p:anim>
                                    <p:anim calcmode="lin" valueType="num">
                                      <p:cBhvr additive="base">
                                        <p:cTn id="59" dur="500" fill="hold"/>
                                        <p:tgtEl>
                                          <p:spTgt spid="220"/>
                                        </p:tgtEl>
                                        <p:attrNameLst>
                                          <p:attrName>ppt_y</p:attrName>
                                        </p:attrNameLst>
                                      </p:cBhvr>
                                      <p:tavLst>
                                        <p:tav tm="0">
                                          <p:val>
                                            <p:strVal val="0-#ppt_h/2"/>
                                          </p:val>
                                        </p:tav>
                                        <p:tav tm="100000">
                                          <p:val>
                                            <p:strVal val="#ppt_y"/>
                                          </p:val>
                                        </p:tav>
                                      </p:tavLst>
                                    </p:anim>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223"/>
                                        </p:tgtEl>
                                        <p:attrNameLst>
                                          <p:attrName>style.visibility</p:attrName>
                                        </p:attrNameLst>
                                      </p:cBhvr>
                                      <p:to>
                                        <p:strVal val="visible"/>
                                      </p:to>
                                    </p:set>
                                    <p:animEffect transition="in" filter="wipe(left)">
                                      <p:cBhvr>
                                        <p:cTn id="63" dur="500"/>
                                        <p:tgtEl>
                                          <p:spTgt spid="223"/>
                                        </p:tgtEl>
                                      </p:cBhvr>
                                    </p:animEffect>
                                  </p:childTnLst>
                                </p:cTn>
                              </p:par>
                            </p:childTnLst>
                          </p:cTn>
                        </p:par>
                        <p:par>
                          <p:cTn id="64" fill="hold">
                            <p:stCondLst>
                              <p:cond delay="6000"/>
                            </p:stCondLst>
                            <p:childTnLst>
                              <p:par>
                                <p:cTn id="65" presetID="12" presetClass="entr" presetSubtype="4" fill="hold" nodeType="afterEffect">
                                  <p:stCondLst>
                                    <p:cond delay="0"/>
                                  </p:stCondLst>
                                  <p:childTnLst>
                                    <p:set>
                                      <p:cBhvr>
                                        <p:cTn id="66" dur="1" fill="hold">
                                          <p:stCondLst>
                                            <p:cond delay="0"/>
                                          </p:stCondLst>
                                        </p:cTn>
                                        <p:tgtEl>
                                          <p:spTgt spid="224"/>
                                        </p:tgtEl>
                                        <p:attrNameLst>
                                          <p:attrName>style.visibility</p:attrName>
                                        </p:attrNameLst>
                                      </p:cBhvr>
                                      <p:to>
                                        <p:strVal val="visible"/>
                                      </p:to>
                                    </p:set>
                                    <p:animEffect transition="in" filter="slide(fromBottom)">
                                      <p:cBhvr>
                                        <p:cTn id="67" dur="500"/>
                                        <p:tgtEl>
                                          <p:spTgt spid="224"/>
                                        </p:tgtEl>
                                      </p:cBhvr>
                                    </p:animEffect>
                                  </p:childTnLst>
                                </p:cTn>
                              </p:par>
                            </p:childTnLst>
                          </p:cTn>
                        </p:par>
                        <p:par>
                          <p:cTn id="68" fill="hold">
                            <p:stCondLst>
                              <p:cond delay="6500"/>
                            </p:stCondLst>
                            <p:childTnLst>
                              <p:par>
                                <p:cTn id="69" presetID="12" presetClass="entr" presetSubtype="4" fill="hold" nodeType="afterEffect">
                                  <p:stCondLst>
                                    <p:cond delay="0"/>
                                  </p:stCondLst>
                                  <p:childTnLst>
                                    <p:set>
                                      <p:cBhvr>
                                        <p:cTn id="70" dur="1" fill="hold">
                                          <p:stCondLst>
                                            <p:cond delay="0"/>
                                          </p:stCondLst>
                                        </p:cTn>
                                        <p:tgtEl>
                                          <p:spTgt spid="230"/>
                                        </p:tgtEl>
                                        <p:attrNameLst>
                                          <p:attrName>style.visibility</p:attrName>
                                        </p:attrNameLst>
                                      </p:cBhvr>
                                      <p:to>
                                        <p:strVal val="visible"/>
                                      </p:to>
                                    </p:set>
                                    <p:animEffect transition="in" filter="slide(fromBottom)">
                                      <p:cBhvr>
                                        <p:cTn id="71" dur="500"/>
                                        <p:tgtEl>
                                          <p:spTgt spid="230"/>
                                        </p:tgtEl>
                                      </p:cBhvr>
                                    </p:animEffect>
                                  </p:childTnLst>
                                </p:cTn>
                              </p:par>
                            </p:childTnLst>
                          </p:cTn>
                        </p:par>
                        <p:par>
                          <p:cTn id="72" fill="hold">
                            <p:stCondLst>
                              <p:cond delay="7000"/>
                            </p:stCondLst>
                            <p:childTnLst>
                              <p:par>
                                <p:cTn id="73" presetID="22" presetClass="entr" presetSubtype="8" fill="hold" nodeType="afterEffect">
                                  <p:stCondLst>
                                    <p:cond delay="0"/>
                                  </p:stCondLst>
                                  <p:childTnLst>
                                    <p:set>
                                      <p:cBhvr>
                                        <p:cTn id="74" dur="1" fill="hold">
                                          <p:stCondLst>
                                            <p:cond delay="0"/>
                                          </p:stCondLst>
                                        </p:cTn>
                                        <p:tgtEl>
                                          <p:spTgt spid="248"/>
                                        </p:tgtEl>
                                        <p:attrNameLst>
                                          <p:attrName>style.visibility</p:attrName>
                                        </p:attrNameLst>
                                      </p:cBhvr>
                                      <p:to>
                                        <p:strVal val="visible"/>
                                      </p:to>
                                    </p:set>
                                    <p:animEffect transition="in" filter="wipe(left)">
                                      <p:cBhvr>
                                        <p:cTn id="75" dur="500"/>
                                        <p:tgtEl>
                                          <p:spTgt spid="248"/>
                                        </p:tgtEl>
                                      </p:cBhvr>
                                    </p:animEffect>
                                  </p:childTnLst>
                                </p:cTn>
                              </p:par>
                            </p:childTnLst>
                          </p:cTn>
                        </p:par>
                        <p:par>
                          <p:cTn id="76" fill="hold">
                            <p:stCondLst>
                              <p:cond delay="7500"/>
                            </p:stCondLst>
                            <p:childTnLst>
                              <p:par>
                                <p:cTn id="77" presetID="22" presetClass="entr" presetSubtype="8" fill="hold" nodeType="afterEffect">
                                  <p:stCondLst>
                                    <p:cond delay="0"/>
                                  </p:stCondLst>
                                  <p:childTnLst>
                                    <p:set>
                                      <p:cBhvr>
                                        <p:cTn id="78" dur="1" fill="hold">
                                          <p:stCondLst>
                                            <p:cond delay="0"/>
                                          </p:stCondLst>
                                        </p:cTn>
                                        <p:tgtEl>
                                          <p:spTgt spid="236"/>
                                        </p:tgtEl>
                                        <p:attrNameLst>
                                          <p:attrName>style.visibility</p:attrName>
                                        </p:attrNameLst>
                                      </p:cBhvr>
                                      <p:to>
                                        <p:strVal val="visible"/>
                                      </p:to>
                                    </p:set>
                                    <p:animEffect transition="in" filter="wipe(left)">
                                      <p:cBhvr>
                                        <p:cTn id="79" dur="500"/>
                                        <p:tgtEl>
                                          <p:spTgt spid="236"/>
                                        </p:tgtEl>
                                      </p:cBhvr>
                                    </p:animEffect>
                                  </p:childTnLst>
                                </p:cTn>
                              </p:par>
                            </p:childTnLst>
                          </p:cTn>
                        </p:par>
                        <p:par>
                          <p:cTn id="80" fill="hold">
                            <p:stCondLst>
                              <p:cond delay="8000"/>
                            </p:stCondLst>
                            <p:childTnLst>
                              <p:par>
                                <p:cTn id="81" presetID="22" presetClass="entr" presetSubtype="8" fill="hold" nodeType="afterEffect">
                                  <p:stCondLst>
                                    <p:cond delay="0"/>
                                  </p:stCondLst>
                                  <p:childTnLst>
                                    <p:set>
                                      <p:cBhvr>
                                        <p:cTn id="82" dur="1" fill="hold">
                                          <p:stCondLst>
                                            <p:cond delay="0"/>
                                          </p:stCondLst>
                                        </p:cTn>
                                        <p:tgtEl>
                                          <p:spTgt spid="239"/>
                                        </p:tgtEl>
                                        <p:attrNameLst>
                                          <p:attrName>style.visibility</p:attrName>
                                        </p:attrNameLst>
                                      </p:cBhvr>
                                      <p:to>
                                        <p:strVal val="visible"/>
                                      </p:to>
                                    </p:set>
                                    <p:animEffect transition="in" filter="wipe(left)">
                                      <p:cBhvr>
                                        <p:cTn id="83" dur="500"/>
                                        <p:tgtEl>
                                          <p:spTgt spid="239"/>
                                        </p:tgtEl>
                                      </p:cBhvr>
                                    </p:animEffect>
                                  </p:childTnLst>
                                </p:cTn>
                              </p:par>
                            </p:childTnLst>
                          </p:cTn>
                        </p:par>
                        <p:par>
                          <p:cTn id="84" fill="hold">
                            <p:stCondLst>
                              <p:cond delay="8500"/>
                            </p:stCondLst>
                            <p:childTnLst>
                              <p:par>
                                <p:cTn id="85" presetID="22" presetClass="entr" presetSubtype="8" fill="hold" nodeType="afterEffect">
                                  <p:stCondLst>
                                    <p:cond delay="0"/>
                                  </p:stCondLst>
                                  <p:childTnLst>
                                    <p:set>
                                      <p:cBhvr>
                                        <p:cTn id="86" dur="1" fill="hold">
                                          <p:stCondLst>
                                            <p:cond delay="0"/>
                                          </p:stCondLst>
                                        </p:cTn>
                                        <p:tgtEl>
                                          <p:spTgt spid="242"/>
                                        </p:tgtEl>
                                        <p:attrNameLst>
                                          <p:attrName>style.visibility</p:attrName>
                                        </p:attrNameLst>
                                      </p:cBhvr>
                                      <p:to>
                                        <p:strVal val="visible"/>
                                      </p:to>
                                    </p:set>
                                    <p:animEffect transition="in" filter="wipe(left)">
                                      <p:cBhvr>
                                        <p:cTn id="87" dur="500"/>
                                        <p:tgtEl>
                                          <p:spTgt spid="242"/>
                                        </p:tgtEl>
                                      </p:cBhvr>
                                    </p:animEffect>
                                  </p:childTnLst>
                                </p:cTn>
                              </p:par>
                            </p:childTnLst>
                          </p:cTn>
                        </p:par>
                        <p:par>
                          <p:cTn id="88" fill="hold">
                            <p:stCondLst>
                              <p:cond delay="9000"/>
                            </p:stCondLst>
                            <p:childTnLst>
                              <p:par>
                                <p:cTn id="89" presetID="22" presetClass="entr" presetSubtype="8" fill="hold" nodeType="afterEffect">
                                  <p:stCondLst>
                                    <p:cond delay="0"/>
                                  </p:stCondLst>
                                  <p:childTnLst>
                                    <p:set>
                                      <p:cBhvr>
                                        <p:cTn id="90" dur="1" fill="hold">
                                          <p:stCondLst>
                                            <p:cond delay="0"/>
                                          </p:stCondLst>
                                        </p:cTn>
                                        <p:tgtEl>
                                          <p:spTgt spid="245"/>
                                        </p:tgtEl>
                                        <p:attrNameLst>
                                          <p:attrName>style.visibility</p:attrName>
                                        </p:attrNameLst>
                                      </p:cBhvr>
                                      <p:to>
                                        <p:strVal val="visible"/>
                                      </p:to>
                                    </p:set>
                                    <p:animEffect transition="in" filter="wipe(left)">
                                      <p:cBhvr>
                                        <p:cTn id="91" dur="500"/>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India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India Map Slide</a:t>
            </a:r>
            <a:endParaRPr lang="en-US" dirty="0"/>
          </a:p>
        </p:txBody>
      </p:sp>
      <p:sp>
        <p:nvSpPr>
          <p:cNvPr id="5123" name="AutoShape 3"/>
          <p:cNvSpPr>
            <a:spLocks noChangeAspect="1" noChangeArrowheads="1" noTextEdit="1"/>
          </p:cNvSpPr>
          <p:nvPr/>
        </p:nvSpPr>
        <p:spPr bwMode="auto">
          <a:xfrm>
            <a:off x="609600" y="1204385"/>
            <a:ext cx="4110038" cy="54483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baseline="-25000" dirty="0"/>
          </a:p>
        </p:txBody>
      </p:sp>
      <p:sp>
        <p:nvSpPr>
          <p:cNvPr id="65" name="AutoShape 3"/>
          <p:cNvSpPr>
            <a:spLocks noChangeAspect="1" noChangeArrowheads="1" noTextEdit="1"/>
          </p:cNvSpPr>
          <p:nvPr/>
        </p:nvSpPr>
        <p:spPr bwMode="auto">
          <a:xfrm>
            <a:off x="609600" y="2293938"/>
            <a:ext cx="4110038" cy="408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baseline="-25000" dirty="0"/>
          </a:p>
        </p:txBody>
      </p:sp>
      <p:grpSp>
        <p:nvGrpSpPr>
          <p:cNvPr id="66" name="Group 65"/>
          <p:cNvGrpSpPr/>
          <p:nvPr/>
        </p:nvGrpSpPr>
        <p:grpSpPr>
          <a:xfrm>
            <a:off x="680532" y="1828800"/>
            <a:ext cx="3843843" cy="4196535"/>
            <a:chOff x="2906713" y="1266825"/>
            <a:chExt cx="4948237" cy="5402263"/>
          </a:xfrm>
          <a:solidFill>
            <a:schemeClr val="bg1">
              <a:lumMod val="95000"/>
            </a:schemeClr>
          </a:solidFill>
        </p:grpSpPr>
        <p:sp>
          <p:nvSpPr>
            <p:cNvPr id="67" name="Freeform 66"/>
            <p:cNvSpPr/>
            <p:nvPr/>
          </p:nvSpPr>
          <p:spPr>
            <a:xfrm>
              <a:off x="3848100" y="1266825"/>
              <a:ext cx="1214438" cy="966788"/>
            </a:xfrm>
            <a:custGeom>
              <a:avLst/>
              <a:gdLst>
                <a:gd name="connsiteX0" fmla="*/ 0 w 1213253"/>
                <a:gd name="connsiteY0" fmla="*/ 93671 h 967926"/>
                <a:gd name="connsiteX1" fmla="*/ 8921 w 1213253"/>
                <a:gd name="connsiteY1" fmla="*/ 196262 h 967926"/>
                <a:gd name="connsiteX2" fmla="*/ 75828 w 1213253"/>
                <a:gd name="connsiteY2" fmla="*/ 214104 h 967926"/>
                <a:gd name="connsiteX3" fmla="*/ 111512 w 1213253"/>
                <a:gd name="connsiteY3" fmla="*/ 236406 h 967926"/>
                <a:gd name="connsiteX4" fmla="*/ 151656 w 1213253"/>
                <a:gd name="connsiteY4" fmla="*/ 289932 h 967926"/>
                <a:gd name="connsiteX5" fmla="*/ 182880 w 1213253"/>
                <a:gd name="connsiteY5" fmla="*/ 298853 h 967926"/>
                <a:gd name="connsiteX6" fmla="*/ 209643 w 1213253"/>
                <a:gd name="connsiteY6" fmla="*/ 347919 h 967926"/>
                <a:gd name="connsiteX7" fmla="*/ 209643 w 1213253"/>
                <a:gd name="connsiteY7" fmla="*/ 392523 h 967926"/>
                <a:gd name="connsiteX8" fmla="*/ 129354 w 1213253"/>
                <a:gd name="connsiteY8" fmla="*/ 472812 h 967926"/>
                <a:gd name="connsiteX9" fmla="*/ 115973 w 1213253"/>
                <a:gd name="connsiteY9" fmla="*/ 504036 h 967926"/>
                <a:gd name="connsiteX10" fmla="*/ 120433 w 1213253"/>
                <a:gd name="connsiteY10" fmla="*/ 722600 h 967926"/>
                <a:gd name="connsiteX11" fmla="*/ 156117 w 1213253"/>
                <a:gd name="connsiteY11" fmla="*/ 762744 h 967926"/>
                <a:gd name="connsiteX12" fmla="*/ 200722 w 1213253"/>
                <a:gd name="connsiteY12" fmla="*/ 771665 h 967926"/>
                <a:gd name="connsiteX13" fmla="*/ 218564 w 1213253"/>
                <a:gd name="connsiteY13" fmla="*/ 802888 h 967926"/>
                <a:gd name="connsiteX14" fmla="*/ 245327 w 1213253"/>
                <a:gd name="connsiteY14" fmla="*/ 802888 h 967926"/>
                <a:gd name="connsiteX15" fmla="*/ 285471 w 1213253"/>
                <a:gd name="connsiteY15" fmla="*/ 860875 h 967926"/>
                <a:gd name="connsiteX16" fmla="*/ 356839 w 1213253"/>
                <a:gd name="connsiteY16" fmla="*/ 860875 h 967926"/>
                <a:gd name="connsiteX17" fmla="*/ 356839 w 1213253"/>
                <a:gd name="connsiteY17" fmla="*/ 909940 h 967926"/>
                <a:gd name="connsiteX18" fmla="*/ 432667 w 1213253"/>
                <a:gd name="connsiteY18" fmla="*/ 905480 h 967926"/>
                <a:gd name="connsiteX19" fmla="*/ 450509 w 1213253"/>
                <a:gd name="connsiteY19" fmla="*/ 896559 h 967926"/>
                <a:gd name="connsiteX20" fmla="*/ 454970 w 1213253"/>
                <a:gd name="connsiteY20" fmla="*/ 820730 h 967926"/>
                <a:gd name="connsiteX21" fmla="*/ 481733 w 1213253"/>
                <a:gd name="connsiteY21" fmla="*/ 785046 h 967926"/>
                <a:gd name="connsiteX22" fmla="*/ 499575 w 1213253"/>
                <a:gd name="connsiteY22" fmla="*/ 749362 h 967926"/>
                <a:gd name="connsiteX23" fmla="*/ 544179 w 1213253"/>
                <a:gd name="connsiteY23" fmla="*/ 740441 h 967926"/>
                <a:gd name="connsiteX24" fmla="*/ 597705 w 1213253"/>
                <a:gd name="connsiteY24" fmla="*/ 740441 h 967926"/>
                <a:gd name="connsiteX25" fmla="*/ 624468 w 1213253"/>
                <a:gd name="connsiteY25" fmla="*/ 785046 h 967926"/>
                <a:gd name="connsiteX26" fmla="*/ 651231 w 1213253"/>
                <a:gd name="connsiteY26" fmla="*/ 802888 h 967926"/>
                <a:gd name="connsiteX27" fmla="*/ 709217 w 1213253"/>
                <a:gd name="connsiteY27" fmla="*/ 825191 h 967926"/>
                <a:gd name="connsiteX28" fmla="*/ 771664 w 1213253"/>
                <a:gd name="connsiteY28" fmla="*/ 816270 h 967926"/>
                <a:gd name="connsiteX29" fmla="*/ 785046 w 1213253"/>
                <a:gd name="connsiteY29" fmla="*/ 851954 h 967926"/>
                <a:gd name="connsiteX30" fmla="*/ 807348 w 1213253"/>
                <a:gd name="connsiteY30" fmla="*/ 869796 h 967926"/>
                <a:gd name="connsiteX31" fmla="*/ 865335 w 1213253"/>
                <a:gd name="connsiteY31" fmla="*/ 905480 h 967926"/>
                <a:gd name="connsiteX32" fmla="*/ 932242 w 1213253"/>
                <a:gd name="connsiteY32" fmla="*/ 878717 h 967926"/>
                <a:gd name="connsiteX33" fmla="*/ 945623 w 1213253"/>
                <a:gd name="connsiteY33" fmla="*/ 874256 h 967926"/>
                <a:gd name="connsiteX34" fmla="*/ 936702 w 1213253"/>
                <a:gd name="connsiteY34" fmla="*/ 918861 h 967926"/>
                <a:gd name="connsiteX35" fmla="*/ 945623 w 1213253"/>
                <a:gd name="connsiteY35" fmla="*/ 959005 h 967926"/>
                <a:gd name="connsiteX36" fmla="*/ 999149 w 1213253"/>
                <a:gd name="connsiteY36" fmla="*/ 967926 h 967926"/>
                <a:gd name="connsiteX37" fmla="*/ 1008070 w 1213253"/>
                <a:gd name="connsiteY37" fmla="*/ 936703 h 967926"/>
                <a:gd name="connsiteX38" fmla="*/ 1016991 w 1213253"/>
                <a:gd name="connsiteY38" fmla="*/ 901019 h 967926"/>
                <a:gd name="connsiteX39" fmla="*/ 1052675 w 1213253"/>
                <a:gd name="connsiteY39" fmla="*/ 892098 h 967926"/>
                <a:gd name="connsiteX40" fmla="*/ 1074977 w 1213253"/>
                <a:gd name="connsiteY40" fmla="*/ 878717 h 967926"/>
                <a:gd name="connsiteX41" fmla="*/ 1061596 w 1213253"/>
                <a:gd name="connsiteY41" fmla="*/ 843033 h 967926"/>
                <a:gd name="connsiteX42" fmla="*/ 1034833 w 1213253"/>
                <a:gd name="connsiteY42" fmla="*/ 807349 h 967926"/>
                <a:gd name="connsiteX43" fmla="*/ 1043754 w 1213253"/>
                <a:gd name="connsiteY43" fmla="*/ 762744 h 967926"/>
                <a:gd name="connsiteX44" fmla="*/ 1008070 w 1213253"/>
                <a:gd name="connsiteY44" fmla="*/ 758283 h 967926"/>
                <a:gd name="connsiteX45" fmla="*/ 972386 w 1213253"/>
                <a:gd name="connsiteY45" fmla="*/ 695837 h 967926"/>
                <a:gd name="connsiteX46" fmla="*/ 985768 w 1213253"/>
                <a:gd name="connsiteY46" fmla="*/ 664613 h 967926"/>
                <a:gd name="connsiteX47" fmla="*/ 994689 w 1213253"/>
                <a:gd name="connsiteY47" fmla="*/ 646771 h 967926"/>
                <a:gd name="connsiteX48" fmla="*/ 990228 w 1213253"/>
                <a:gd name="connsiteY48" fmla="*/ 615548 h 967926"/>
                <a:gd name="connsiteX49" fmla="*/ 1003610 w 1213253"/>
                <a:gd name="connsiteY49" fmla="*/ 606627 h 967926"/>
                <a:gd name="connsiteX50" fmla="*/ 1034833 w 1213253"/>
                <a:gd name="connsiteY50" fmla="*/ 624469 h 967926"/>
                <a:gd name="connsiteX51" fmla="*/ 1066056 w 1213253"/>
                <a:gd name="connsiteY51" fmla="*/ 588785 h 967926"/>
                <a:gd name="connsiteX52" fmla="*/ 1074977 w 1213253"/>
                <a:gd name="connsiteY52" fmla="*/ 570943 h 967926"/>
                <a:gd name="connsiteX53" fmla="*/ 1074977 w 1213253"/>
                <a:gd name="connsiteY53" fmla="*/ 553101 h 967926"/>
                <a:gd name="connsiteX54" fmla="*/ 1092819 w 1213253"/>
                <a:gd name="connsiteY54" fmla="*/ 530799 h 967926"/>
                <a:gd name="connsiteX55" fmla="*/ 1159727 w 1213253"/>
                <a:gd name="connsiteY55" fmla="*/ 517417 h 967926"/>
                <a:gd name="connsiteX56" fmla="*/ 1168648 w 1213253"/>
                <a:gd name="connsiteY56" fmla="*/ 468352 h 967926"/>
                <a:gd name="connsiteX57" fmla="*/ 1190950 w 1213253"/>
                <a:gd name="connsiteY57" fmla="*/ 437128 h 967926"/>
                <a:gd name="connsiteX58" fmla="*/ 1195411 w 1213253"/>
                <a:gd name="connsiteY58" fmla="*/ 379142 h 967926"/>
                <a:gd name="connsiteX59" fmla="*/ 1213253 w 1213253"/>
                <a:gd name="connsiteY59" fmla="*/ 325616 h 967926"/>
                <a:gd name="connsiteX60" fmla="*/ 1204332 w 1213253"/>
                <a:gd name="connsiteY60" fmla="*/ 281011 h 967926"/>
                <a:gd name="connsiteX61" fmla="*/ 1155266 w 1213253"/>
                <a:gd name="connsiteY61" fmla="*/ 272090 h 967926"/>
                <a:gd name="connsiteX62" fmla="*/ 1110661 w 1213253"/>
                <a:gd name="connsiteY62" fmla="*/ 281011 h 967926"/>
                <a:gd name="connsiteX63" fmla="*/ 1030373 w 1213253"/>
                <a:gd name="connsiteY63" fmla="*/ 227485 h 967926"/>
                <a:gd name="connsiteX64" fmla="*/ 1003610 w 1213253"/>
                <a:gd name="connsiteY64" fmla="*/ 231946 h 967926"/>
                <a:gd name="connsiteX65" fmla="*/ 985768 w 1213253"/>
                <a:gd name="connsiteY65" fmla="*/ 285472 h 967926"/>
                <a:gd name="connsiteX66" fmla="*/ 967926 w 1213253"/>
                <a:gd name="connsiteY66" fmla="*/ 289932 h 967926"/>
                <a:gd name="connsiteX67" fmla="*/ 896558 w 1213253"/>
                <a:gd name="connsiteY67" fmla="*/ 281011 h 967926"/>
                <a:gd name="connsiteX68" fmla="*/ 878716 w 1213253"/>
                <a:gd name="connsiteY68" fmla="*/ 325616 h 967926"/>
                <a:gd name="connsiteX69" fmla="*/ 856414 w 1213253"/>
                <a:gd name="connsiteY69" fmla="*/ 325616 h 967926"/>
                <a:gd name="connsiteX70" fmla="*/ 802888 w 1213253"/>
                <a:gd name="connsiteY70" fmla="*/ 307774 h 967926"/>
                <a:gd name="connsiteX71" fmla="*/ 758283 w 1213253"/>
                <a:gd name="connsiteY71" fmla="*/ 321156 h 967926"/>
                <a:gd name="connsiteX72" fmla="*/ 677994 w 1213253"/>
                <a:gd name="connsiteY72" fmla="*/ 272090 h 967926"/>
                <a:gd name="connsiteX73" fmla="*/ 669073 w 1213253"/>
                <a:gd name="connsiteY73" fmla="*/ 205183 h 967926"/>
                <a:gd name="connsiteX74" fmla="*/ 664613 w 1213253"/>
                <a:gd name="connsiteY74" fmla="*/ 182880 h 967926"/>
                <a:gd name="connsiteX75" fmla="*/ 620008 w 1213253"/>
                <a:gd name="connsiteY75" fmla="*/ 173960 h 967926"/>
                <a:gd name="connsiteX76" fmla="*/ 597705 w 1213253"/>
                <a:gd name="connsiteY76" fmla="*/ 124894 h 967926"/>
                <a:gd name="connsiteX77" fmla="*/ 526337 w 1213253"/>
                <a:gd name="connsiteY77" fmla="*/ 120434 h 967926"/>
                <a:gd name="connsiteX78" fmla="*/ 504035 w 1213253"/>
                <a:gd name="connsiteY78" fmla="*/ 57987 h 967926"/>
                <a:gd name="connsiteX79" fmla="*/ 454970 w 1213253"/>
                <a:gd name="connsiteY79" fmla="*/ 8921 h 967926"/>
                <a:gd name="connsiteX80" fmla="*/ 419286 w 1213253"/>
                <a:gd name="connsiteY80" fmla="*/ 0 h 967926"/>
                <a:gd name="connsiteX81" fmla="*/ 401444 w 1213253"/>
                <a:gd name="connsiteY81" fmla="*/ 22303 h 967926"/>
                <a:gd name="connsiteX82" fmla="*/ 361299 w 1213253"/>
                <a:gd name="connsiteY82" fmla="*/ 4461 h 967926"/>
                <a:gd name="connsiteX83" fmla="*/ 343457 w 1213253"/>
                <a:gd name="connsiteY83" fmla="*/ 13382 h 967926"/>
                <a:gd name="connsiteX84" fmla="*/ 321155 w 1213253"/>
                <a:gd name="connsiteY84" fmla="*/ 31224 h 967926"/>
                <a:gd name="connsiteX85" fmla="*/ 281011 w 1213253"/>
                <a:gd name="connsiteY85" fmla="*/ 22303 h 967926"/>
                <a:gd name="connsiteX86" fmla="*/ 249787 w 1213253"/>
                <a:gd name="connsiteY86" fmla="*/ 40145 h 967926"/>
                <a:gd name="connsiteX87" fmla="*/ 165038 w 1213253"/>
                <a:gd name="connsiteY87" fmla="*/ 40145 h 967926"/>
                <a:gd name="connsiteX88" fmla="*/ 133815 w 1213253"/>
                <a:gd name="connsiteY88" fmla="*/ 35684 h 967926"/>
                <a:gd name="connsiteX89" fmla="*/ 133815 w 1213253"/>
                <a:gd name="connsiteY89" fmla="*/ 35684 h 967926"/>
                <a:gd name="connsiteX90" fmla="*/ 98131 w 1213253"/>
                <a:gd name="connsiteY90" fmla="*/ 75829 h 967926"/>
                <a:gd name="connsiteX91" fmla="*/ 98131 w 1213253"/>
                <a:gd name="connsiteY91" fmla="*/ 129355 h 967926"/>
                <a:gd name="connsiteX92" fmla="*/ 84749 w 1213253"/>
                <a:gd name="connsiteY92" fmla="*/ 129355 h 967926"/>
                <a:gd name="connsiteX93" fmla="*/ 0 w 1213253"/>
                <a:gd name="connsiteY93" fmla="*/ 93671 h 96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213253" h="967926">
                  <a:moveTo>
                    <a:pt x="0" y="93671"/>
                  </a:moveTo>
                  <a:lnTo>
                    <a:pt x="8921" y="196262"/>
                  </a:lnTo>
                  <a:lnTo>
                    <a:pt x="75828" y="214104"/>
                  </a:lnTo>
                  <a:lnTo>
                    <a:pt x="111512" y="236406"/>
                  </a:lnTo>
                  <a:lnTo>
                    <a:pt x="151656" y="289932"/>
                  </a:lnTo>
                  <a:lnTo>
                    <a:pt x="182880" y="298853"/>
                  </a:lnTo>
                  <a:lnTo>
                    <a:pt x="209643" y="347919"/>
                  </a:lnTo>
                  <a:lnTo>
                    <a:pt x="209643" y="392523"/>
                  </a:lnTo>
                  <a:lnTo>
                    <a:pt x="129354" y="472812"/>
                  </a:lnTo>
                  <a:lnTo>
                    <a:pt x="115973" y="504036"/>
                  </a:lnTo>
                  <a:cubicBezTo>
                    <a:pt x="117460" y="576891"/>
                    <a:pt x="118946" y="649745"/>
                    <a:pt x="120433" y="722600"/>
                  </a:cubicBezTo>
                  <a:lnTo>
                    <a:pt x="156117" y="762744"/>
                  </a:lnTo>
                  <a:lnTo>
                    <a:pt x="200722" y="771665"/>
                  </a:lnTo>
                  <a:lnTo>
                    <a:pt x="218564" y="802888"/>
                  </a:lnTo>
                  <a:lnTo>
                    <a:pt x="245327" y="802888"/>
                  </a:lnTo>
                  <a:lnTo>
                    <a:pt x="285471" y="860875"/>
                  </a:lnTo>
                  <a:lnTo>
                    <a:pt x="356839" y="860875"/>
                  </a:lnTo>
                  <a:lnTo>
                    <a:pt x="356839" y="909940"/>
                  </a:lnTo>
                  <a:lnTo>
                    <a:pt x="432667" y="905480"/>
                  </a:lnTo>
                  <a:lnTo>
                    <a:pt x="450509" y="896559"/>
                  </a:lnTo>
                  <a:lnTo>
                    <a:pt x="454970" y="820730"/>
                  </a:lnTo>
                  <a:lnTo>
                    <a:pt x="481733" y="785046"/>
                  </a:lnTo>
                  <a:lnTo>
                    <a:pt x="499575" y="749362"/>
                  </a:lnTo>
                  <a:lnTo>
                    <a:pt x="544179" y="740441"/>
                  </a:lnTo>
                  <a:lnTo>
                    <a:pt x="597705" y="740441"/>
                  </a:lnTo>
                  <a:lnTo>
                    <a:pt x="624468" y="785046"/>
                  </a:lnTo>
                  <a:lnTo>
                    <a:pt x="651231" y="802888"/>
                  </a:lnTo>
                  <a:lnTo>
                    <a:pt x="709217" y="825191"/>
                  </a:lnTo>
                  <a:lnTo>
                    <a:pt x="771664" y="816270"/>
                  </a:lnTo>
                  <a:lnTo>
                    <a:pt x="785046" y="851954"/>
                  </a:lnTo>
                  <a:lnTo>
                    <a:pt x="807348" y="869796"/>
                  </a:lnTo>
                  <a:lnTo>
                    <a:pt x="865335" y="905480"/>
                  </a:lnTo>
                  <a:lnTo>
                    <a:pt x="932242" y="878717"/>
                  </a:lnTo>
                  <a:lnTo>
                    <a:pt x="945623" y="874256"/>
                  </a:lnTo>
                  <a:lnTo>
                    <a:pt x="936702" y="918861"/>
                  </a:lnTo>
                  <a:lnTo>
                    <a:pt x="945623" y="959005"/>
                  </a:lnTo>
                  <a:lnTo>
                    <a:pt x="999149" y="967926"/>
                  </a:lnTo>
                  <a:lnTo>
                    <a:pt x="1008070" y="936703"/>
                  </a:lnTo>
                  <a:lnTo>
                    <a:pt x="1016991" y="901019"/>
                  </a:lnTo>
                  <a:lnTo>
                    <a:pt x="1052675" y="892098"/>
                  </a:lnTo>
                  <a:lnTo>
                    <a:pt x="1074977" y="878717"/>
                  </a:lnTo>
                  <a:lnTo>
                    <a:pt x="1061596" y="843033"/>
                  </a:lnTo>
                  <a:lnTo>
                    <a:pt x="1034833" y="807349"/>
                  </a:lnTo>
                  <a:lnTo>
                    <a:pt x="1043754" y="762744"/>
                  </a:lnTo>
                  <a:lnTo>
                    <a:pt x="1008070" y="758283"/>
                  </a:lnTo>
                  <a:lnTo>
                    <a:pt x="972386" y="695837"/>
                  </a:lnTo>
                  <a:lnTo>
                    <a:pt x="985768" y="664613"/>
                  </a:lnTo>
                  <a:lnTo>
                    <a:pt x="994689" y="646771"/>
                  </a:lnTo>
                  <a:lnTo>
                    <a:pt x="990228" y="615548"/>
                  </a:lnTo>
                  <a:lnTo>
                    <a:pt x="1003610" y="606627"/>
                  </a:lnTo>
                  <a:lnTo>
                    <a:pt x="1034833" y="624469"/>
                  </a:lnTo>
                  <a:lnTo>
                    <a:pt x="1066056" y="588785"/>
                  </a:lnTo>
                  <a:lnTo>
                    <a:pt x="1074977" y="570943"/>
                  </a:lnTo>
                  <a:lnTo>
                    <a:pt x="1074977" y="553101"/>
                  </a:lnTo>
                  <a:lnTo>
                    <a:pt x="1092819" y="530799"/>
                  </a:lnTo>
                  <a:lnTo>
                    <a:pt x="1159727" y="517417"/>
                  </a:lnTo>
                  <a:lnTo>
                    <a:pt x="1168648" y="468352"/>
                  </a:lnTo>
                  <a:lnTo>
                    <a:pt x="1190950" y="437128"/>
                  </a:lnTo>
                  <a:lnTo>
                    <a:pt x="1195411" y="379142"/>
                  </a:lnTo>
                  <a:lnTo>
                    <a:pt x="1213253" y="325616"/>
                  </a:lnTo>
                  <a:lnTo>
                    <a:pt x="1204332" y="281011"/>
                  </a:lnTo>
                  <a:lnTo>
                    <a:pt x="1155266" y="272090"/>
                  </a:lnTo>
                  <a:lnTo>
                    <a:pt x="1110661" y="281011"/>
                  </a:lnTo>
                  <a:lnTo>
                    <a:pt x="1030373" y="227485"/>
                  </a:lnTo>
                  <a:lnTo>
                    <a:pt x="1003610" y="231946"/>
                  </a:lnTo>
                  <a:lnTo>
                    <a:pt x="985768" y="285472"/>
                  </a:lnTo>
                  <a:lnTo>
                    <a:pt x="967926" y="289932"/>
                  </a:lnTo>
                  <a:lnTo>
                    <a:pt x="896558" y="281011"/>
                  </a:lnTo>
                  <a:lnTo>
                    <a:pt x="878716" y="325616"/>
                  </a:lnTo>
                  <a:lnTo>
                    <a:pt x="856414" y="325616"/>
                  </a:lnTo>
                  <a:lnTo>
                    <a:pt x="802888" y="307774"/>
                  </a:lnTo>
                  <a:lnTo>
                    <a:pt x="758283" y="321156"/>
                  </a:lnTo>
                  <a:lnTo>
                    <a:pt x="677994" y="272090"/>
                  </a:lnTo>
                  <a:lnTo>
                    <a:pt x="669073" y="205183"/>
                  </a:lnTo>
                  <a:lnTo>
                    <a:pt x="664613" y="182880"/>
                  </a:lnTo>
                  <a:lnTo>
                    <a:pt x="620008" y="173960"/>
                  </a:lnTo>
                  <a:lnTo>
                    <a:pt x="597705" y="124894"/>
                  </a:lnTo>
                  <a:lnTo>
                    <a:pt x="526337" y="120434"/>
                  </a:lnTo>
                  <a:lnTo>
                    <a:pt x="504035" y="57987"/>
                  </a:lnTo>
                  <a:lnTo>
                    <a:pt x="454970" y="8921"/>
                  </a:lnTo>
                  <a:lnTo>
                    <a:pt x="419286" y="0"/>
                  </a:lnTo>
                  <a:lnTo>
                    <a:pt x="401444" y="22303"/>
                  </a:lnTo>
                  <a:lnTo>
                    <a:pt x="361299" y="4461"/>
                  </a:lnTo>
                  <a:lnTo>
                    <a:pt x="343457" y="13382"/>
                  </a:lnTo>
                  <a:lnTo>
                    <a:pt x="321155" y="31224"/>
                  </a:lnTo>
                  <a:lnTo>
                    <a:pt x="281011" y="22303"/>
                  </a:lnTo>
                  <a:lnTo>
                    <a:pt x="249787" y="40145"/>
                  </a:lnTo>
                  <a:lnTo>
                    <a:pt x="165038" y="40145"/>
                  </a:lnTo>
                  <a:lnTo>
                    <a:pt x="133815" y="35684"/>
                  </a:lnTo>
                  <a:lnTo>
                    <a:pt x="133815" y="35684"/>
                  </a:lnTo>
                  <a:lnTo>
                    <a:pt x="98131" y="75829"/>
                  </a:lnTo>
                  <a:lnTo>
                    <a:pt x="98131" y="129355"/>
                  </a:lnTo>
                  <a:lnTo>
                    <a:pt x="84749" y="129355"/>
                  </a:lnTo>
                  <a:lnTo>
                    <a:pt x="0" y="9367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68" name="Freeform 67"/>
            <p:cNvSpPr/>
            <p:nvPr/>
          </p:nvSpPr>
          <p:spPr>
            <a:xfrm>
              <a:off x="4276725" y="2001838"/>
              <a:ext cx="482600" cy="539750"/>
            </a:xfrm>
            <a:custGeom>
              <a:avLst/>
              <a:gdLst>
                <a:gd name="connsiteX0" fmla="*/ 165038 w 481732"/>
                <a:gd name="connsiteY0" fmla="*/ 0 h 539719"/>
                <a:gd name="connsiteX1" fmla="*/ 75828 w 481732"/>
                <a:gd name="connsiteY1" fmla="*/ 8921 h 539719"/>
                <a:gd name="connsiteX2" fmla="*/ 31223 w 481732"/>
                <a:gd name="connsiteY2" fmla="*/ 80289 h 539719"/>
                <a:gd name="connsiteX3" fmla="*/ 22302 w 481732"/>
                <a:gd name="connsiteY3" fmla="*/ 160578 h 539719"/>
                <a:gd name="connsiteX4" fmla="*/ 0 w 481732"/>
                <a:gd name="connsiteY4" fmla="*/ 178419 h 539719"/>
                <a:gd name="connsiteX5" fmla="*/ 0 w 481732"/>
                <a:gd name="connsiteY5" fmla="*/ 223024 h 539719"/>
                <a:gd name="connsiteX6" fmla="*/ 35684 w 481732"/>
                <a:gd name="connsiteY6" fmla="*/ 258708 h 539719"/>
                <a:gd name="connsiteX7" fmla="*/ 62447 w 481732"/>
                <a:gd name="connsiteY7" fmla="*/ 338997 h 539719"/>
                <a:gd name="connsiteX8" fmla="*/ 107051 w 481732"/>
                <a:gd name="connsiteY8" fmla="*/ 356839 h 539719"/>
                <a:gd name="connsiteX9" fmla="*/ 133814 w 481732"/>
                <a:gd name="connsiteY9" fmla="*/ 414825 h 539719"/>
                <a:gd name="connsiteX10" fmla="*/ 214103 w 481732"/>
                <a:gd name="connsiteY10" fmla="*/ 437128 h 539719"/>
                <a:gd name="connsiteX11" fmla="*/ 223024 w 481732"/>
                <a:gd name="connsiteY11" fmla="*/ 486193 h 539719"/>
                <a:gd name="connsiteX12" fmla="*/ 249787 w 481732"/>
                <a:gd name="connsiteY12" fmla="*/ 486193 h 539719"/>
                <a:gd name="connsiteX13" fmla="*/ 281010 w 481732"/>
                <a:gd name="connsiteY13" fmla="*/ 539719 h 539719"/>
                <a:gd name="connsiteX14" fmla="*/ 330076 w 481732"/>
                <a:gd name="connsiteY14" fmla="*/ 472812 h 539719"/>
                <a:gd name="connsiteX15" fmla="*/ 321155 w 481732"/>
                <a:gd name="connsiteY15" fmla="*/ 414825 h 539719"/>
                <a:gd name="connsiteX16" fmla="*/ 388062 w 481732"/>
                <a:gd name="connsiteY16" fmla="*/ 379141 h 539719"/>
                <a:gd name="connsiteX17" fmla="*/ 437128 w 481732"/>
                <a:gd name="connsiteY17" fmla="*/ 392523 h 539719"/>
                <a:gd name="connsiteX18" fmla="*/ 437128 w 481732"/>
                <a:gd name="connsiteY18" fmla="*/ 392523 h 539719"/>
                <a:gd name="connsiteX19" fmla="*/ 481732 w 481732"/>
                <a:gd name="connsiteY19" fmla="*/ 383602 h 539719"/>
                <a:gd name="connsiteX20" fmla="*/ 468351 w 481732"/>
                <a:gd name="connsiteY20" fmla="*/ 347918 h 539719"/>
                <a:gd name="connsiteX21" fmla="*/ 468351 w 481732"/>
                <a:gd name="connsiteY21" fmla="*/ 298853 h 539719"/>
                <a:gd name="connsiteX22" fmla="*/ 481732 w 481732"/>
                <a:gd name="connsiteY22" fmla="*/ 263169 h 539719"/>
                <a:gd name="connsiteX23" fmla="*/ 459430 w 481732"/>
                <a:gd name="connsiteY23" fmla="*/ 231945 h 539719"/>
                <a:gd name="connsiteX24" fmla="*/ 437128 w 481732"/>
                <a:gd name="connsiteY24" fmla="*/ 173959 h 539719"/>
                <a:gd name="connsiteX25" fmla="*/ 361299 w 481732"/>
                <a:gd name="connsiteY25" fmla="*/ 120433 h 539719"/>
                <a:gd name="connsiteX26" fmla="*/ 338997 w 481732"/>
                <a:gd name="connsiteY26" fmla="*/ 75828 h 539719"/>
                <a:gd name="connsiteX27" fmla="*/ 281010 w 481732"/>
                <a:gd name="connsiteY27" fmla="*/ 89210 h 539719"/>
                <a:gd name="connsiteX28" fmla="*/ 209643 w 481732"/>
                <a:gd name="connsiteY28" fmla="*/ 62447 h 539719"/>
                <a:gd name="connsiteX29" fmla="*/ 165038 w 481732"/>
                <a:gd name="connsiteY29" fmla="*/ 0 h 539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81732" h="539719">
                  <a:moveTo>
                    <a:pt x="165038" y="0"/>
                  </a:moveTo>
                  <a:lnTo>
                    <a:pt x="75828" y="8921"/>
                  </a:lnTo>
                  <a:lnTo>
                    <a:pt x="31223" y="80289"/>
                  </a:lnTo>
                  <a:lnTo>
                    <a:pt x="22302" y="160578"/>
                  </a:lnTo>
                  <a:lnTo>
                    <a:pt x="0" y="178419"/>
                  </a:lnTo>
                  <a:lnTo>
                    <a:pt x="0" y="223024"/>
                  </a:lnTo>
                  <a:lnTo>
                    <a:pt x="35684" y="258708"/>
                  </a:lnTo>
                  <a:lnTo>
                    <a:pt x="62447" y="338997"/>
                  </a:lnTo>
                  <a:lnTo>
                    <a:pt x="107051" y="356839"/>
                  </a:lnTo>
                  <a:lnTo>
                    <a:pt x="133814" y="414825"/>
                  </a:lnTo>
                  <a:lnTo>
                    <a:pt x="214103" y="437128"/>
                  </a:lnTo>
                  <a:lnTo>
                    <a:pt x="223024" y="486193"/>
                  </a:lnTo>
                  <a:lnTo>
                    <a:pt x="249787" y="486193"/>
                  </a:lnTo>
                  <a:lnTo>
                    <a:pt x="281010" y="539719"/>
                  </a:lnTo>
                  <a:lnTo>
                    <a:pt x="330076" y="472812"/>
                  </a:lnTo>
                  <a:lnTo>
                    <a:pt x="321155" y="414825"/>
                  </a:lnTo>
                  <a:lnTo>
                    <a:pt x="388062" y="379141"/>
                  </a:lnTo>
                  <a:lnTo>
                    <a:pt x="437128" y="392523"/>
                  </a:lnTo>
                  <a:lnTo>
                    <a:pt x="437128" y="392523"/>
                  </a:lnTo>
                  <a:lnTo>
                    <a:pt x="481732" y="383602"/>
                  </a:lnTo>
                  <a:lnTo>
                    <a:pt x="468351" y="347918"/>
                  </a:lnTo>
                  <a:lnTo>
                    <a:pt x="468351" y="298853"/>
                  </a:lnTo>
                  <a:lnTo>
                    <a:pt x="481732" y="263169"/>
                  </a:lnTo>
                  <a:lnTo>
                    <a:pt x="459430" y="231945"/>
                  </a:lnTo>
                  <a:lnTo>
                    <a:pt x="437128" y="173959"/>
                  </a:lnTo>
                  <a:lnTo>
                    <a:pt x="361299" y="120433"/>
                  </a:lnTo>
                  <a:lnTo>
                    <a:pt x="338997" y="75828"/>
                  </a:lnTo>
                  <a:lnTo>
                    <a:pt x="281010" y="89210"/>
                  </a:lnTo>
                  <a:lnTo>
                    <a:pt x="209643" y="62447"/>
                  </a:lnTo>
                  <a:lnTo>
                    <a:pt x="165038"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69" name="Freeform 68"/>
            <p:cNvSpPr/>
            <p:nvPr/>
          </p:nvSpPr>
          <p:spPr>
            <a:xfrm>
              <a:off x="3935413" y="2174875"/>
              <a:ext cx="522287" cy="465138"/>
            </a:xfrm>
            <a:custGeom>
              <a:avLst/>
              <a:gdLst>
                <a:gd name="connsiteX0" fmla="*/ 336884 w 521791"/>
                <a:gd name="connsiteY0" fmla="*/ 0 h 466065"/>
                <a:gd name="connsiteX1" fmla="*/ 271027 w 521791"/>
                <a:gd name="connsiteY1" fmla="*/ 2533 h 466065"/>
                <a:gd name="connsiteX2" fmla="*/ 238099 w 521791"/>
                <a:gd name="connsiteY2" fmla="*/ 48126 h 466065"/>
                <a:gd name="connsiteX3" fmla="*/ 200104 w 521791"/>
                <a:gd name="connsiteY3" fmla="*/ 60791 h 466065"/>
                <a:gd name="connsiteX4" fmla="*/ 131714 w 521791"/>
                <a:gd name="connsiteY4" fmla="*/ 98785 h 466065"/>
                <a:gd name="connsiteX5" fmla="*/ 131714 w 521791"/>
                <a:gd name="connsiteY5" fmla="*/ 134247 h 466065"/>
                <a:gd name="connsiteX6" fmla="*/ 151978 w 521791"/>
                <a:gd name="connsiteY6" fmla="*/ 174774 h 466065"/>
                <a:gd name="connsiteX7" fmla="*/ 159577 w 521791"/>
                <a:gd name="connsiteY7" fmla="*/ 207703 h 466065"/>
                <a:gd name="connsiteX8" fmla="*/ 169709 w 521791"/>
                <a:gd name="connsiteY8" fmla="*/ 222900 h 466065"/>
                <a:gd name="connsiteX9" fmla="*/ 141846 w 521791"/>
                <a:gd name="connsiteY9" fmla="*/ 235565 h 466065"/>
                <a:gd name="connsiteX10" fmla="*/ 53192 w 521791"/>
                <a:gd name="connsiteY10" fmla="*/ 263428 h 466065"/>
                <a:gd name="connsiteX11" fmla="*/ 22797 w 521791"/>
                <a:gd name="connsiteY11" fmla="*/ 321686 h 466065"/>
                <a:gd name="connsiteX12" fmla="*/ 0 w 521791"/>
                <a:gd name="connsiteY12" fmla="*/ 339417 h 466065"/>
                <a:gd name="connsiteX13" fmla="*/ 7599 w 521791"/>
                <a:gd name="connsiteY13" fmla="*/ 369812 h 466065"/>
                <a:gd name="connsiteX14" fmla="*/ 20264 w 521791"/>
                <a:gd name="connsiteY14" fmla="*/ 397675 h 466065"/>
                <a:gd name="connsiteX15" fmla="*/ 113983 w 521791"/>
                <a:gd name="connsiteY15" fmla="*/ 402741 h 466065"/>
                <a:gd name="connsiteX16" fmla="*/ 134247 w 521791"/>
                <a:gd name="connsiteY16" fmla="*/ 390076 h 466065"/>
                <a:gd name="connsiteX17" fmla="*/ 162110 w 521791"/>
                <a:gd name="connsiteY17" fmla="*/ 387543 h 466065"/>
                <a:gd name="connsiteX18" fmla="*/ 189972 w 521791"/>
                <a:gd name="connsiteY18" fmla="*/ 405274 h 466065"/>
                <a:gd name="connsiteX19" fmla="*/ 243165 w 521791"/>
                <a:gd name="connsiteY19" fmla="*/ 466065 h 466065"/>
                <a:gd name="connsiteX20" fmla="*/ 288758 w 521791"/>
                <a:gd name="connsiteY20" fmla="*/ 430604 h 466065"/>
                <a:gd name="connsiteX21" fmla="*/ 359681 w 521791"/>
                <a:gd name="connsiteY21" fmla="*/ 433136 h 466065"/>
                <a:gd name="connsiteX22" fmla="*/ 390077 w 521791"/>
                <a:gd name="connsiteY22" fmla="*/ 405274 h 466065"/>
                <a:gd name="connsiteX23" fmla="*/ 423005 w 521791"/>
                <a:gd name="connsiteY23" fmla="*/ 359681 h 466065"/>
                <a:gd name="connsiteX24" fmla="*/ 466065 w 521791"/>
                <a:gd name="connsiteY24" fmla="*/ 341950 h 466065"/>
                <a:gd name="connsiteX25" fmla="*/ 488862 w 521791"/>
                <a:gd name="connsiteY25" fmla="*/ 331818 h 466065"/>
                <a:gd name="connsiteX26" fmla="*/ 521791 w 521791"/>
                <a:gd name="connsiteY26" fmla="*/ 344483 h 466065"/>
                <a:gd name="connsiteX27" fmla="*/ 519258 w 521791"/>
                <a:gd name="connsiteY27" fmla="*/ 321686 h 466065"/>
                <a:gd name="connsiteX28" fmla="*/ 501527 w 521791"/>
                <a:gd name="connsiteY28" fmla="*/ 296356 h 466065"/>
                <a:gd name="connsiteX29" fmla="*/ 516725 w 521791"/>
                <a:gd name="connsiteY29" fmla="*/ 253296 h 466065"/>
                <a:gd name="connsiteX30" fmla="*/ 476197 w 521791"/>
                <a:gd name="connsiteY30" fmla="*/ 240631 h 466065"/>
                <a:gd name="connsiteX31" fmla="*/ 448335 w 521791"/>
                <a:gd name="connsiteY31" fmla="*/ 192505 h 466065"/>
                <a:gd name="connsiteX32" fmla="*/ 410340 w 521791"/>
                <a:gd name="connsiteY32" fmla="*/ 167175 h 466065"/>
                <a:gd name="connsiteX33" fmla="*/ 379945 w 521791"/>
                <a:gd name="connsiteY33" fmla="*/ 88653 h 466065"/>
                <a:gd name="connsiteX34" fmla="*/ 349549 w 521791"/>
                <a:gd name="connsiteY34" fmla="*/ 53192 h 466065"/>
                <a:gd name="connsiteX35" fmla="*/ 336884 w 521791"/>
                <a:gd name="connsiteY35" fmla="*/ 0 h 466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791" h="466065">
                  <a:moveTo>
                    <a:pt x="336884" y="0"/>
                  </a:moveTo>
                  <a:lnTo>
                    <a:pt x="271027" y="2533"/>
                  </a:lnTo>
                  <a:lnTo>
                    <a:pt x="238099" y="48126"/>
                  </a:lnTo>
                  <a:lnTo>
                    <a:pt x="200104" y="60791"/>
                  </a:lnTo>
                  <a:lnTo>
                    <a:pt x="131714" y="98785"/>
                  </a:lnTo>
                  <a:lnTo>
                    <a:pt x="131714" y="134247"/>
                  </a:lnTo>
                  <a:lnTo>
                    <a:pt x="151978" y="174774"/>
                  </a:lnTo>
                  <a:lnTo>
                    <a:pt x="159577" y="207703"/>
                  </a:lnTo>
                  <a:lnTo>
                    <a:pt x="169709" y="222900"/>
                  </a:lnTo>
                  <a:lnTo>
                    <a:pt x="141846" y="235565"/>
                  </a:lnTo>
                  <a:lnTo>
                    <a:pt x="53192" y="263428"/>
                  </a:lnTo>
                  <a:lnTo>
                    <a:pt x="22797" y="321686"/>
                  </a:lnTo>
                  <a:lnTo>
                    <a:pt x="0" y="339417"/>
                  </a:lnTo>
                  <a:lnTo>
                    <a:pt x="7599" y="369812"/>
                  </a:lnTo>
                  <a:lnTo>
                    <a:pt x="20264" y="397675"/>
                  </a:lnTo>
                  <a:lnTo>
                    <a:pt x="113983" y="402741"/>
                  </a:lnTo>
                  <a:lnTo>
                    <a:pt x="134247" y="390076"/>
                  </a:lnTo>
                  <a:lnTo>
                    <a:pt x="162110" y="387543"/>
                  </a:lnTo>
                  <a:lnTo>
                    <a:pt x="189972" y="405274"/>
                  </a:lnTo>
                  <a:lnTo>
                    <a:pt x="243165" y="466065"/>
                  </a:lnTo>
                  <a:lnTo>
                    <a:pt x="288758" y="430604"/>
                  </a:lnTo>
                  <a:lnTo>
                    <a:pt x="359681" y="433136"/>
                  </a:lnTo>
                  <a:lnTo>
                    <a:pt x="390077" y="405274"/>
                  </a:lnTo>
                  <a:lnTo>
                    <a:pt x="423005" y="359681"/>
                  </a:lnTo>
                  <a:lnTo>
                    <a:pt x="466065" y="341950"/>
                  </a:lnTo>
                  <a:lnTo>
                    <a:pt x="488862" y="331818"/>
                  </a:lnTo>
                  <a:lnTo>
                    <a:pt x="521791" y="344483"/>
                  </a:lnTo>
                  <a:lnTo>
                    <a:pt x="519258" y="321686"/>
                  </a:lnTo>
                  <a:lnTo>
                    <a:pt x="501527" y="296356"/>
                  </a:lnTo>
                  <a:lnTo>
                    <a:pt x="516725" y="253296"/>
                  </a:lnTo>
                  <a:lnTo>
                    <a:pt x="476197" y="240631"/>
                  </a:lnTo>
                  <a:lnTo>
                    <a:pt x="448335" y="192505"/>
                  </a:lnTo>
                  <a:lnTo>
                    <a:pt x="410340" y="167175"/>
                  </a:lnTo>
                  <a:lnTo>
                    <a:pt x="379945" y="88653"/>
                  </a:lnTo>
                  <a:lnTo>
                    <a:pt x="349549" y="53192"/>
                  </a:lnTo>
                  <a:lnTo>
                    <a:pt x="336884"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0" name="Freeform 69"/>
            <p:cNvSpPr/>
            <p:nvPr/>
          </p:nvSpPr>
          <p:spPr>
            <a:xfrm>
              <a:off x="4019550" y="2430463"/>
              <a:ext cx="542925" cy="561975"/>
            </a:xfrm>
            <a:custGeom>
              <a:avLst/>
              <a:gdLst>
                <a:gd name="connsiteX0" fmla="*/ 22797 w 542054"/>
                <a:gd name="connsiteY0" fmla="*/ 146912 h 562318"/>
                <a:gd name="connsiteX1" fmla="*/ 0 w 542054"/>
                <a:gd name="connsiteY1" fmla="*/ 205170 h 562318"/>
                <a:gd name="connsiteX2" fmla="*/ 55725 w 542054"/>
                <a:gd name="connsiteY2" fmla="*/ 245697 h 562318"/>
                <a:gd name="connsiteX3" fmla="*/ 96252 w 542054"/>
                <a:gd name="connsiteY3" fmla="*/ 321686 h 562318"/>
                <a:gd name="connsiteX4" fmla="*/ 157044 w 542054"/>
                <a:gd name="connsiteY4" fmla="*/ 347016 h 562318"/>
                <a:gd name="connsiteX5" fmla="*/ 151978 w 542054"/>
                <a:gd name="connsiteY5" fmla="*/ 400208 h 562318"/>
                <a:gd name="connsiteX6" fmla="*/ 164643 w 542054"/>
                <a:gd name="connsiteY6" fmla="*/ 415406 h 562318"/>
                <a:gd name="connsiteX7" fmla="*/ 164643 w 542054"/>
                <a:gd name="connsiteY7" fmla="*/ 438203 h 562318"/>
                <a:gd name="connsiteX8" fmla="*/ 164643 w 542054"/>
                <a:gd name="connsiteY8" fmla="*/ 501527 h 562318"/>
                <a:gd name="connsiteX9" fmla="*/ 197571 w 542054"/>
                <a:gd name="connsiteY9" fmla="*/ 552186 h 562318"/>
                <a:gd name="connsiteX10" fmla="*/ 248230 w 542054"/>
                <a:gd name="connsiteY10" fmla="*/ 557252 h 562318"/>
                <a:gd name="connsiteX11" fmla="*/ 298890 w 542054"/>
                <a:gd name="connsiteY11" fmla="*/ 526857 h 562318"/>
                <a:gd name="connsiteX12" fmla="*/ 311554 w 542054"/>
                <a:gd name="connsiteY12" fmla="*/ 526857 h 562318"/>
                <a:gd name="connsiteX13" fmla="*/ 324219 w 542054"/>
                <a:gd name="connsiteY13" fmla="*/ 557252 h 562318"/>
                <a:gd name="connsiteX14" fmla="*/ 387543 w 542054"/>
                <a:gd name="connsiteY14" fmla="*/ 562318 h 562318"/>
                <a:gd name="connsiteX15" fmla="*/ 440736 w 542054"/>
                <a:gd name="connsiteY15" fmla="*/ 544587 h 562318"/>
                <a:gd name="connsiteX16" fmla="*/ 481263 w 542054"/>
                <a:gd name="connsiteY16" fmla="*/ 491395 h 562318"/>
                <a:gd name="connsiteX17" fmla="*/ 488862 w 542054"/>
                <a:gd name="connsiteY17" fmla="*/ 448335 h 562318"/>
                <a:gd name="connsiteX18" fmla="*/ 466065 w 542054"/>
                <a:gd name="connsiteY18" fmla="*/ 433137 h 562318"/>
                <a:gd name="connsiteX19" fmla="*/ 453400 w 542054"/>
                <a:gd name="connsiteY19" fmla="*/ 453401 h 562318"/>
                <a:gd name="connsiteX20" fmla="*/ 438203 w 542054"/>
                <a:gd name="connsiteY20" fmla="*/ 458466 h 562318"/>
                <a:gd name="connsiteX21" fmla="*/ 402741 w 542054"/>
                <a:gd name="connsiteY21" fmla="*/ 440736 h 562318"/>
                <a:gd name="connsiteX22" fmla="*/ 382477 w 542054"/>
                <a:gd name="connsiteY22" fmla="*/ 428071 h 562318"/>
                <a:gd name="connsiteX23" fmla="*/ 395142 w 542054"/>
                <a:gd name="connsiteY23" fmla="*/ 407807 h 562318"/>
                <a:gd name="connsiteX24" fmla="*/ 387543 w 542054"/>
                <a:gd name="connsiteY24" fmla="*/ 397675 h 562318"/>
                <a:gd name="connsiteX25" fmla="*/ 407807 w 542054"/>
                <a:gd name="connsiteY25" fmla="*/ 359681 h 562318"/>
                <a:gd name="connsiteX26" fmla="*/ 445802 w 542054"/>
                <a:gd name="connsiteY26" fmla="*/ 362214 h 562318"/>
                <a:gd name="connsiteX27" fmla="*/ 468598 w 542054"/>
                <a:gd name="connsiteY27" fmla="*/ 354615 h 562318"/>
                <a:gd name="connsiteX28" fmla="*/ 493928 w 542054"/>
                <a:gd name="connsiteY28" fmla="*/ 316620 h 562318"/>
                <a:gd name="connsiteX29" fmla="*/ 491395 w 542054"/>
                <a:gd name="connsiteY29" fmla="*/ 293824 h 562318"/>
                <a:gd name="connsiteX30" fmla="*/ 460999 w 542054"/>
                <a:gd name="connsiteY30" fmla="*/ 263428 h 562318"/>
                <a:gd name="connsiteX31" fmla="*/ 481263 w 542054"/>
                <a:gd name="connsiteY31" fmla="*/ 220368 h 562318"/>
                <a:gd name="connsiteX32" fmla="*/ 483796 w 542054"/>
                <a:gd name="connsiteY32" fmla="*/ 205170 h 562318"/>
                <a:gd name="connsiteX33" fmla="*/ 476197 w 542054"/>
                <a:gd name="connsiteY33" fmla="*/ 169709 h 562318"/>
                <a:gd name="connsiteX34" fmla="*/ 491395 w 542054"/>
                <a:gd name="connsiteY34" fmla="*/ 144379 h 562318"/>
                <a:gd name="connsiteX35" fmla="*/ 542054 w 542054"/>
                <a:gd name="connsiteY35" fmla="*/ 113983 h 562318"/>
                <a:gd name="connsiteX36" fmla="*/ 506593 w 542054"/>
                <a:gd name="connsiteY36" fmla="*/ 58258 h 562318"/>
                <a:gd name="connsiteX37" fmla="*/ 471131 w 542054"/>
                <a:gd name="connsiteY37" fmla="*/ 60791 h 562318"/>
                <a:gd name="connsiteX38" fmla="*/ 466065 w 542054"/>
                <a:gd name="connsiteY38" fmla="*/ 20264 h 562318"/>
                <a:gd name="connsiteX39" fmla="*/ 466065 w 542054"/>
                <a:gd name="connsiteY39" fmla="*/ 12665 h 562318"/>
                <a:gd name="connsiteX40" fmla="*/ 433137 w 542054"/>
                <a:gd name="connsiteY40" fmla="*/ 0 h 562318"/>
                <a:gd name="connsiteX41" fmla="*/ 420472 w 542054"/>
                <a:gd name="connsiteY41" fmla="*/ 45593 h 562318"/>
                <a:gd name="connsiteX42" fmla="*/ 435670 w 542054"/>
                <a:gd name="connsiteY42" fmla="*/ 68390 h 562318"/>
                <a:gd name="connsiteX43" fmla="*/ 435670 w 542054"/>
                <a:gd name="connsiteY43" fmla="*/ 91187 h 562318"/>
                <a:gd name="connsiteX44" fmla="*/ 407807 w 542054"/>
                <a:gd name="connsiteY44" fmla="*/ 81055 h 562318"/>
                <a:gd name="connsiteX45" fmla="*/ 344483 w 542054"/>
                <a:gd name="connsiteY45" fmla="*/ 98786 h 562318"/>
                <a:gd name="connsiteX46" fmla="*/ 278626 w 542054"/>
                <a:gd name="connsiteY46" fmla="*/ 174775 h 562318"/>
                <a:gd name="connsiteX47" fmla="*/ 210236 w 542054"/>
                <a:gd name="connsiteY47" fmla="*/ 182373 h 562318"/>
                <a:gd name="connsiteX48" fmla="*/ 162110 w 542054"/>
                <a:gd name="connsiteY48" fmla="*/ 210236 h 562318"/>
                <a:gd name="connsiteX49" fmla="*/ 88654 w 542054"/>
                <a:gd name="connsiteY49" fmla="*/ 136780 h 562318"/>
                <a:gd name="connsiteX50" fmla="*/ 22797 w 542054"/>
                <a:gd name="connsiteY50" fmla="*/ 146912 h 56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42054" h="562318">
                  <a:moveTo>
                    <a:pt x="22797" y="146912"/>
                  </a:moveTo>
                  <a:lnTo>
                    <a:pt x="0" y="205170"/>
                  </a:lnTo>
                  <a:lnTo>
                    <a:pt x="55725" y="245697"/>
                  </a:lnTo>
                  <a:lnTo>
                    <a:pt x="96252" y="321686"/>
                  </a:lnTo>
                  <a:lnTo>
                    <a:pt x="157044" y="347016"/>
                  </a:lnTo>
                  <a:lnTo>
                    <a:pt x="151978" y="400208"/>
                  </a:lnTo>
                  <a:lnTo>
                    <a:pt x="164643" y="415406"/>
                  </a:lnTo>
                  <a:lnTo>
                    <a:pt x="164643" y="438203"/>
                  </a:lnTo>
                  <a:lnTo>
                    <a:pt x="164643" y="501527"/>
                  </a:lnTo>
                  <a:lnTo>
                    <a:pt x="197571" y="552186"/>
                  </a:lnTo>
                  <a:lnTo>
                    <a:pt x="248230" y="557252"/>
                  </a:lnTo>
                  <a:lnTo>
                    <a:pt x="298890" y="526857"/>
                  </a:lnTo>
                  <a:lnTo>
                    <a:pt x="311554" y="526857"/>
                  </a:lnTo>
                  <a:lnTo>
                    <a:pt x="324219" y="557252"/>
                  </a:lnTo>
                  <a:lnTo>
                    <a:pt x="387543" y="562318"/>
                  </a:lnTo>
                  <a:lnTo>
                    <a:pt x="440736" y="544587"/>
                  </a:lnTo>
                  <a:lnTo>
                    <a:pt x="481263" y="491395"/>
                  </a:lnTo>
                  <a:lnTo>
                    <a:pt x="488862" y="448335"/>
                  </a:lnTo>
                  <a:lnTo>
                    <a:pt x="466065" y="433137"/>
                  </a:lnTo>
                  <a:lnTo>
                    <a:pt x="453400" y="453401"/>
                  </a:lnTo>
                  <a:lnTo>
                    <a:pt x="438203" y="458466"/>
                  </a:lnTo>
                  <a:lnTo>
                    <a:pt x="402741" y="440736"/>
                  </a:lnTo>
                  <a:lnTo>
                    <a:pt x="382477" y="428071"/>
                  </a:lnTo>
                  <a:lnTo>
                    <a:pt x="395142" y="407807"/>
                  </a:lnTo>
                  <a:lnTo>
                    <a:pt x="387543" y="397675"/>
                  </a:lnTo>
                  <a:lnTo>
                    <a:pt x="407807" y="359681"/>
                  </a:lnTo>
                  <a:lnTo>
                    <a:pt x="445802" y="362214"/>
                  </a:lnTo>
                  <a:lnTo>
                    <a:pt x="468598" y="354615"/>
                  </a:lnTo>
                  <a:lnTo>
                    <a:pt x="493928" y="316620"/>
                  </a:lnTo>
                  <a:lnTo>
                    <a:pt x="491395" y="293824"/>
                  </a:lnTo>
                  <a:lnTo>
                    <a:pt x="460999" y="263428"/>
                  </a:lnTo>
                  <a:lnTo>
                    <a:pt x="481263" y="220368"/>
                  </a:lnTo>
                  <a:lnTo>
                    <a:pt x="483796" y="205170"/>
                  </a:lnTo>
                  <a:lnTo>
                    <a:pt x="476197" y="169709"/>
                  </a:lnTo>
                  <a:lnTo>
                    <a:pt x="491395" y="144379"/>
                  </a:lnTo>
                  <a:lnTo>
                    <a:pt x="542054" y="113983"/>
                  </a:lnTo>
                  <a:lnTo>
                    <a:pt x="506593" y="58258"/>
                  </a:lnTo>
                  <a:lnTo>
                    <a:pt x="471131" y="60791"/>
                  </a:lnTo>
                  <a:lnTo>
                    <a:pt x="466065" y="20264"/>
                  </a:lnTo>
                  <a:lnTo>
                    <a:pt x="466065" y="12665"/>
                  </a:lnTo>
                  <a:lnTo>
                    <a:pt x="433137" y="0"/>
                  </a:lnTo>
                  <a:lnTo>
                    <a:pt x="420472" y="45593"/>
                  </a:lnTo>
                  <a:lnTo>
                    <a:pt x="435670" y="68390"/>
                  </a:lnTo>
                  <a:lnTo>
                    <a:pt x="435670" y="91187"/>
                  </a:lnTo>
                  <a:lnTo>
                    <a:pt x="407807" y="81055"/>
                  </a:lnTo>
                  <a:lnTo>
                    <a:pt x="344483" y="98786"/>
                  </a:lnTo>
                  <a:lnTo>
                    <a:pt x="278626" y="174775"/>
                  </a:lnTo>
                  <a:lnTo>
                    <a:pt x="210236" y="182373"/>
                  </a:lnTo>
                  <a:lnTo>
                    <a:pt x="162110" y="210236"/>
                  </a:lnTo>
                  <a:lnTo>
                    <a:pt x="88654" y="136780"/>
                  </a:lnTo>
                  <a:lnTo>
                    <a:pt x="22797" y="146912"/>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1" name="Freeform 70"/>
            <p:cNvSpPr/>
            <p:nvPr/>
          </p:nvSpPr>
          <p:spPr>
            <a:xfrm>
              <a:off x="4405313" y="2782888"/>
              <a:ext cx="82550" cy="104775"/>
            </a:xfrm>
            <a:custGeom>
              <a:avLst/>
              <a:gdLst>
                <a:gd name="connsiteX0" fmla="*/ 70923 w 83588"/>
                <a:gd name="connsiteY0" fmla="*/ 0 h 93719"/>
                <a:gd name="connsiteX1" fmla="*/ 7599 w 83588"/>
                <a:gd name="connsiteY1" fmla="*/ 32928 h 93719"/>
                <a:gd name="connsiteX2" fmla="*/ 10132 w 83588"/>
                <a:gd name="connsiteY2" fmla="*/ 45593 h 93719"/>
                <a:gd name="connsiteX3" fmla="*/ 0 w 83588"/>
                <a:gd name="connsiteY3" fmla="*/ 65857 h 93719"/>
                <a:gd name="connsiteX4" fmla="*/ 58259 w 83588"/>
                <a:gd name="connsiteY4" fmla="*/ 93719 h 93719"/>
                <a:gd name="connsiteX5" fmla="*/ 73456 w 83588"/>
                <a:gd name="connsiteY5" fmla="*/ 88654 h 93719"/>
                <a:gd name="connsiteX6" fmla="*/ 83588 w 83588"/>
                <a:gd name="connsiteY6" fmla="*/ 70923 h 93719"/>
                <a:gd name="connsiteX7" fmla="*/ 70923 w 83588"/>
                <a:gd name="connsiteY7" fmla="*/ 0 h 93719"/>
                <a:gd name="connsiteX0" fmla="*/ 70923 w 83588"/>
                <a:gd name="connsiteY0" fmla="*/ 0 h 93719"/>
                <a:gd name="connsiteX1" fmla="*/ 35521 w 83588"/>
                <a:gd name="connsiteY1" fmla="*/ 14386 h 93719"/>
                <a:gd name="connsiteX2" fmla="*/ 7599 w 83588"/>
                <a:gd name="connsiteY2" fmla="*/ 32928 h 93719"/>
                <a:gd name="connsiteX3" fmla="*/ 10132 w 83588"/>
                <a:gd name="connsiteY3" fmla="*/ 45593 h 93719"/>
                <a:gd name="connsiteX4" fmla="*/ 0 w 83588"/>
                <a:gd name="connsiteY4" fmla="*/ 65857 h 93719"/>
                <a:gd name="connsiteX5" fmla="*/ 58259 w 83588"/>
                <a:gd name="connsiteY5" fmla="*/ 93719 h 93719"/>
                <a:gd name="connsiteX6" fmla="*/ 73456 w 83588"/>
                <a:gd name="connsiteY6" fmla="*/ 88654 h 93719"/>
                <a:gd name="connsiteX7" fmla="*/ 83588 w 83588"/>
                <a:gd name="connsiteY7" fmla="*/ 70923 h 93719"/>
                <a:gd name="connsiteX8" fmla="*/ 70923 w 83588"/>
                <a:gd name="connsiteY8" fmla="*/ 0 h 93719"/>
                <a:gd name="connsiteX0" fmla="*/ 70923 w 83588"/>
                <a:gd name="connsiteY0" fmla="*/ 11808 h 105527"/>
                <a:gd name="connsiteX1" fmla="*/ 21234 w 83588"/>
                <a:gd name="connsiteY1" fmla="*/ 0 h 105527"/>
                <a:gd name="connsiteX2" fmla="*/ 7599 w 83588"/>
                <a:gd name="connsiteY2" fmla="*/ 44736 h 105527"/>
                <a:gd name="connsiteX3" fmla="*/ 10132 w 83588"/>
                <a:gd name="connsiteY3" fmla="*/ 57401 h 105527"/>
                <a:gd name="connsiteX4" fmla="*/ 0 w 83588"/>
                <a:gd name="connsiteY4" fmla="*/ 77665 h 105527"/>
                <a:gd name="connsiteX5" fmla="*/ 58259 w 83588"/>
                <a:gd name="connsiteY5" fmla="*/ 105527 h 105527"/>
                <a:gd name="connsiteX6" fmla="*/ 73456 w 83588"/>
                <a:gd name="connsiteY6" fmla="*/ 100462 h 105527"/>
                <a:gd name="connsiteX7" fmla="*/ 83588 w 83588"/>
                <a:gd name="connsiteY7" fmla="*/ 82731 h 105527"/>
                <a:gd name="connsiteX8" fmla="*/ 70923 w 83588"/>
                <a:gd name="connsiteY8" fmla="*/ 11808 h 10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88" h="105527">
                  <a:moveTo>
                    <a:pt x="70923" y="11808"/>
                  </a:moveTo>
                  <a:lnTo>
                    <a:pt x="21234" y="0"/>
                  </a:lnTo>
                  <a:lnTo>
                    <a:pt x="7599" y="44736"/>
                  </a:lnTo>
                  <a:lnTo>
                    <a:pt x="10132" y="57401"/>
                  </a:lnTo>
                  <a:lnTo>
                    <a:pt x="0" y="77665"/>
                  </a:lnTo>
                  <a:lnTo>
                    <a:pt x="58259" y="105527"/>
                  </a:lnTo>
                  <a:lnTo>
                    <a:pt x="73456" y="100462"/>
                  </a:lnTo>
                  <a:lnTo>
                    <a:pt x="83588" y="82731"/>
                  </a:lnTo>
                  <a:lnTo>
                    <a:pt x="70923" y="11808"/>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2" name="Freeform 71"/>
            <p:cNvSpPr/>
            <p:nvPr/>
          </p:nvSpPr>
          <p:spPr>
            <a:xfrm>
              <a:off x="4564063" y="2368550"/>
              <a:ext cx="509587" cy="514350"/>
            </a:xfrm>
            <a:custGeom>
              <a:avLst/>
              <a:gdLst>
                <a:gd name="connsiteX0" fmla="*/ 0 w 509588"/>
                <a:gd name="connsiteY0" fmla="*/ 180975 h 514350"/>
                <a:gd name="connsiteX1" fmla="*/ 54769 w 509588"/>
                <a:gd name="connsiteY1" fmla="*/ 264319 h 514350"/>
                <a:gd name="connsiteX2" fmla="*/ 80963 w 509588"/>
                <a:gd name="connsiteY2" fmla="*/ 271463 h 514350"/>
                <a:gd name="connsiteX3" fmla="*/ 88107 w 509588"/>
                <a:gd name="connsiteY3" fmla="*/ 326231 h 514350"/>
                <a:gd name="connsiteX4" fmla="*/ 66675 w 509588"/>
                <a:gd name="connsiteY4" fmla="*/ 426244 h 514350"/>
                <a:gd name="connsiteX5" fmla="*/ 111919 w 509588"/>
                <a:gd name="connsiteY5" fmla="*/ 433388 h 514350"/>
                <a:gd name="connsiteX6" fmla="*/ 178594 w 509588"/>
                <a:gd name="connsiteY6" fmla="*/ 414338 h 514350"/>
                <a:gd name="connsiteX7" fmla="*/ 221457 w 509588"/>
                <a:gd name="connsiteY7" fmla="*/ 433388 h 514350"/>
                <a:gd name="connsiteX8" fmla="*/ 330994 w 509588"/>
                <a:gd name="connsiteY8" fmla="*/ 509588 h 514350"/>
                <a:gd name="connsiteX9" fmla="*/ 395288 w 509588"/>
                <a:gd name="connsiteY9" fmla="*/ 514350 h 514350"/>
                <a:gd name="connsiteX10" fmla="*/ 414338 w 509588"/>
                <a:gd name="connsiteY10" fmla="*/ 495300 h 514350"/>
                <a:gd name="connsiteX11" fmla="*/ 385763 w 509588"/>
                <a:gd name="connsiteY11" fmla="*/ 473869 h 514350"/>
                <a:gd name="connsiteX12" fmla="*/ 385763 w 509588"/>
                <a:gd name="connsiteY12" fmla="*/ 440531 h 514350"/>
                <a:gd name="connsiteX13" fmla="*/ 423863 w 509588"/>
                <a:gd name="connsiteY13" fmla="*/ 419100 h 514350"/>
                <a:gd name="connsiteX14" fmla="*/ 431007 w 509588"/>
                <a:gd name="connsiteY14" fmla="*/ 376238 h 514350"/>
                <a:gd name="connsiteX15" fmla="*/ 435769 w 509588"/>
                <a:gd name="connsiteY15" fmla="*/ 335756 h 514350"/>
                <a:gd name="connsiteX16" fmla="*/ 497682 w 509588"/>
                <a:gd name="connsiteY16" fmla="*/ 278606 h 514350"/>
                <a:gd name="connsiteX17" fmla="*/ 509588 w 509588"/>
                <a:gd name="connsiteY17" fmla="*/ 200025 h 514350"/>
                <a:gd name="connsiteX18" fmla="*/ 390525 w 509588"/>
                <a:gd name="connsiteY18" fmla="*/ 95250 h 514350"/>
                <a:gd name="connsiteX19" fmla="*/ 323850 w 509588"/>
                <a:gd name="connsiteY19" fmla="*/ 100013 h 514350"/>
                <a:gd name="connsiteX20" fmla="*/ 295275 w 509588"/>
                <a:gd name="connsiteY20" fmla="*/ 76200 h 514350"/>
                <a:gd name="connsiteX21" fmla="*/ 283369 w 509588"/>
                <a:gd name="connsiteY21" fmla="*/ 42863 h 514350"/>
                <a:gd name="connsiteX22" fmla="*/ 266700 w 509588"/>
                <a:gd name="connsiteY22" fmla="*/ 16669 h 514350"/>
                <a:gd name="connsiteX23" fmla="*/ 192882 w 509588"/>
                <a:gd name="connsiteY23" fmla="*/ 0 h 514350"/>
                <a:gd name="connsiteX24" fmla="*/ 195263 w 509588"/>
                <a:gd name="connsiteY24" fmla="*/ 21431 h 514350"/>
                <a:gd name="connsiteX25" fmla="*/ 159544 w 509588"/>
                <a:gd name="connsiteY25" fmla="*/ 33338 h 514350"/>
                <a:gd name="connsiteX26" fmla="*/ 100013 w 509588"/>
                <a:gd name="connsiteY26" fmla="*/ 16669 h 514350"/>
                <a:gd name="connsiteX27" fmla="*/ 38100 w 509588"/>
                <a:gd name="connsiteY27" fmla="*/ 52388 h 514350"/>
                <a:gd name="connsiteX28" fmla="*/ 42863 w 509588"/>
                <a:gd name="connsiteY28" fmla="*/ 109538 h 514350"/>
                <a:gd name="connsiteX29" fmla="*/ 0 w 509588"/>
                <a:gd name="connsiteY29" fmla="*/ 18097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9588" h="514350">
                  <a:moveTo>
                    <a:pt x="0" y="180975"/>
                  </a:moveTo>
                  <a:lnTo>
                    <a:pt x="54769" y="264319"/>
                  </a:lnTo>
                  <a:lnTo>
                    <a:pt x="80963" y="271463"/>
                  </a:lnTo>
                  <a:lnTo>
                    <a:pt x="88107" y="326231"/>
                  </a:lnTo>
                  <a:lnTo>
                    <a:pt x="66675" y="426244"/>
                  </a:lnTo>
                  <a:lnTo>
                    <a:pt x="111919" y="433388"/>
                  </a:lnTo>
                  <a:lnTo>
                    <a:pt x="178594" y="414338"/>
                  </a:lnTo>
                  <a:lnTo>
                    <a:pt x="221457" y="433388"/>
                  </a:lnTo>
                  <a:lnTo>
                    <a:pt x="330994" y="509588"/>
                  </a:lnTo>
                  <a:lnTo>
                    <a:pt x="395288" y="514350"/>
                  </a:lnTo>
                  <a:lnTo>
                    <a:pt x="414338" y="495300"/>
                  </a:lnTo>
                  <a:lnTo>
                    <a:pt x="385763" y="473869"/>
                  </a:lnTo>
                  <a:lnTo>
                    <a:pt x="385763" y="440531"/>
                  </a:lnTo>
                  <a:lnTo>
                    <a:pt x="423863" y="419100"/>
                  </a:lnTo>
                  <a:lnTo>
                    <a:pt x="431007" y="376238"/>
                  </a:lnTo>
                  <a:lnTo>
                    <a:pt x="435769" y="335756"/>
                  </a:lnTo>
                  <a:lnTo>
                    <a:pt x="497682" y="278606"/>
                  </a:lnTo>
                  <a:lnTo>
                    <a:pt x="509588" y="200025"/>
                  </a:lnTo>
                  <a:lnTo>
                    <a:pt x="390525" y="95250"/>
                  </a:lnTo>
                  <a:lnTo>
                    <a:pt x="323850" y="100013"/>
                  </a:lnTo>
                  <a:lnTo>
                    <a:pt x="295275" y="76200"/>
                  </a:lnTo>
                  <a:lnTo>
                    <a:pt x="283369" y="42863"/>
                  </a:lnTo>
                  <a:lnTo>
                    <a:pt x="266700" y="16669"/>
                  </a:lnTo>
                  <a:lnTo>
                    <a:pt x="192882" y="0"/>
                  </a:lnTo>
                  <a:lnTo>
                    <a:pt x="195263" y="21431"/>
                  </a:lnTo>
                  <a:lnTo>
                    <a:pt x="159544" y="33338"/>
                  </a:lnTo>
                  <a:lnTo>
                    <a:pt x="100013" y="16669"/>
                  </a:lnTo>
                  <a:lnTo>
                    <a:pt x="38100" y="52388"/>
                  </a:lnTo>
                  <a:lnTo>
                    <a:pt x="42863" y="109538"/>
                  </a:lnTo>
                  <a:lnTo>
                    <a:pt x="0" y="180975"/>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3" name="Freeform 72"/>
            <p:cNvSpPr/>
            <p:nvPr/>
          </p:nvSpPr>
          <p:spPr>
            <a:xfrm>
              <a:off x="4416425" y="2552700"/>
              <a:ext cx="1225550" cy="1201738"/>
            </a:xfrm>
            <a:custGeom>
              <a:avLst/>
              <a:gdLst>
                <a:gd name="connsiteX0" fmla="*/ 0 w 1226344"/>
                <a:gd name="connsiteY0" fmla="*/ 452438 h 1152525"/>
                <a:gd name="connsiteX1" fmla="*/ 28575 w 1226344"/>
                <a:gd name="connsiteY1" fmla="*/ 526257 h 1152525"/>
                <a:gd name="connsiteX2" fmla="*/ 73819 w 1226344"/>
                <a:gd name="connsiteY2" fmla="*/ 564357 h 1152525"/>
                <a:gd name="connsiteX3" fmla="*/ 109537 w 1226344"/>
                <a:gd name="connsiteY3" fmla="*/ 657225 h 1152525"/>
                <a:gd name="connsiteX4" fmla="*/ 128587 w 1226344"/>
                <a:gd name="connsiteY4" fmla="*/ 685800 h 1152525"/>
                <a:gd name="connsiteX5" fmla="*/ 142875 w 1226344"/>
                <a:gd name="connsiteY5" fmla="*/ 666750 h 1152525"/>
                <a:gd name="connsiteX6" fmla="*/ 142875 w 1226344"/>
                <a:gd name="connsiteY6" fmla="*/ 633413 h 1152525"/>
                <a:gd name="connsiteX7" fmla="*/ 180975 w 1226344"/>
                <a:gd name="connsiteY7" fmla="*/ 666750 h 1152525"/>
                <a:gd name="connsiteX8" fmla="*/ 240506 w 1226344"/>
                <a:gd name="connsiteY8" fmla="*/ 673894 h 1152525"/>
                <a:gd name="connsiteX9" fmla="*/ 271462 w 1226344"/>
                <a:gd name="connsiteY9" fmla="*/ 702469 h 1152525"/>
                <a:gd name="connsiteX10" fmla="*/ 326231 w 1226344"/>
                <a:gd name="connsiteY10" fmla="*/ 721519 h 1152525"/>
                <a:gd name="connsiteX11" fmla="*/ 338137 w 1226344"/>
                <a:gd name="connsiteY11" fmla="*/ 762000 h 1152525"/>
                <a:gd name="connsiteX12" fmla="*/ 321469 w 1226344"/>
                <a:gd name="connsiteY12" fmla="*/ 781050 h 1152525"/>
                <a:gd name="connsiteX13" fmla="*/ 311944 w 1226344"/>
                <a:gd name="connsiteY13" fmla="*/ 807244 h 1152525"/>
                <a:gd name="connsiteX14" fmla="*/ 266700 w 1226344"/>
                <a:gd name="connsiteY14" fmla="*/ 826294 h 1152525"/>
                <a:gd name="connsiteX15" fmla="*/ 219075 w 1226344"/>
                <a:gd name="connsiteY15" fmla="*/ 900113 h 1152525"/>
                <a:gd name="connsiteX16" fmla="*/ 204787 w 1226344"/>
                <a:gd name="connsiteY16" fmla="*/ 909638 h 1152525"/>
                <a:gd name="connsiteX17" fmla="*/ 192881 w 1226344"/>
                <a:gd name="connsiteY17" fmla="*/ 973932 h 1152525"/>
                <a:gd name="connsiteX18" fmla="*/ 152400 w 1226344"/>
                <a:gd name="connsiteY18" fmla="*/ 1042988 h 1152525"/>
                <a:gd name="connsiteX19" fmla="*/ 157162 w 1226344"/>
                <a:gd name="connsiteY19" fmla="*/ 1071563 h 1152525"/>
                <a:gd name="connsiteX20" fmla="*/ 204787 w 1226344"/>
                <a:gd name="connsiteY20" fmla="*/ 1083469 h 1152525"/>
                <a:gd name="connsiteX21" fmla="*/ 233362 w 1226344"/>
                <a:gd name="connsiteY21" fmla="*/ 1133475 h 1152525"/>
                <a:gd name="connsiteX22" fmla="*/ 247650 w 1226344"/>
                <a:gd name="connsiteY22" fmla="*/ 1133475 h 1152525"/>
                <a:gd name="connsiteX23" fmla="*/ 266700 w 1226344"/>
                <a:gd name="connsiteY23" fmla="*/ 1102519 h 1152525"/>
                <a:gd name="connsiteX24" fmla="*/ 257175 w 1226344"/>
                <a:gd name="connsiteY24" fmla="*/ 1081088 h 1152525"/>
                <a:gd name="connsiteX25" fmla="*/ 230981 w 1226344"/>
                <a:gd name="connsiteY25" fmla="*/ 1076325 h 1152525"/>
                <a:gd name="connsiteX26" fmla="*/ 230981 w 1226344"/>
                <a:gd name="connsiteY26" fmla="*/ 1052513 h 1152525"/>
                <a:gd name="connsiteX27" fmla="*/ 228600 w 1226344"/>
                <a:gd name="connsiteY27" fmla="*/ 1009650 h 1152525"/>
                <a:gd name="connsiteX28" fmla="*/ 216694 w 1226344"/>
                <a:gd name="connsiteY28" fmla="*/ 976313 h 1152525"/>
                <a:gd name="connsiteX29" fmla="*/ 223837 w 1226344"/>
                <a:gd name="connsiteY29" fmla="*/ 940594 h 1152525"/>
                <a:gd name="connsiteX30" fmla="*/ 266700 w 1226344"/>
                <a:gd name="connsiteY30" fmla="*/ 900113 h 1152525"/>
                <a:gd name="connsiteX31" fmla="*/ 278606 w 1226344"/>
                <a:gd name="connsiteY31" fmla="*/ 897732 h 1152525"/>
                <a:gd name="connsiteX32" fmla="*/ 290512 w 1226344"/>
                <a:gd name="connsiteY32" fmla="*/ 938213 h 1152525"/>
                <a:gd name="connsiteX33" fmla="*/ 302419 w 1226344"/>
                <a:gd name="connsiteY33" fmla="*/ 938213 h 1152525"/>
                <a:gd name="connsiteX34" fmla="*/ 321469 w 1226344"/>
                <a:gd name="connsiteY34" fmla="*/ 962025 h 1152525"/>
                <a:gd name="connsiteX35" fmla="*/ 338137 w 1226344"/>
                <a:gd name="connsiteY35" fmla="*/ 957263 h 1152525"/>
                <a:gd name="connsiteX36" fmla="*/ 359569 w 1226344"/>
                <a:gd name="connsiteY36" fmla="*/ 942975 h 1152525"/>
                <a:gd name="connsiteX37" fmla="*/ 483394 w 1226344"/>
                <a:gd name="connsiteY37" fmla="*/ 954882 h 1152525"/>
                <a:gd name="connsiteX38" fmla="*/ 516731 w 1226344"/>
                <a:gd name="connsiteY38" fmla="*/ 947738 h 1152525"/>
                <a:gd name="connsiteX39" fmla="*/ 545306 w 1226344"/>
                <a:gd name="connsiteY39" fmla="*/ 964407 h 1152525"/>
                <a:gd name="connsiteX40" fmla="*/ 561975 w 1226344"/>
                <a:gd name="connsiteY40" fmla="*/ 978694 h 1152525"/>
                <a:gd name="connsiteX41" fmla="*/ 604837 w 1226344"/>
                <a:gd name="connsiteY41" fmla="*/ 981075 h 1152525"/>
                <a:gd name="connsiteX42" fmla="*/ 640556 w 1226344"/>
                <a:gd name="connsiteY42" fmla="*/ 1021557 h 1152525"/>
                <a:gd name="connsiteX43" fmla="*/ 659606 w 1226344"/>
                <a:gd name="connsiteY43" fmla="*/ 1019175 h 1152525"/>
                <a:gd name="connsiteX44" fmla="*/ 702469 w 1226344"/>
                <a:gd name="connsiteY44" fmla="*/ 976313 h 1152525"/>
                <a:gd name="connsiteX45" fmla="*/ 735806 w 1226344"/>
                <a:gd name="connsiteY45" fmla="*/ 1000125 h 1152525"/>
                <a:gd name="connsiteX46" fmla="*/ 752475 w 1226344"/>
                <a:gd name="connsiteY46" fmla="*/ 1023938 h 1152525"/>
                <a:gd name="connsiteX47" fmla="*/ 785812 w 1226344"/>
                <a:gd name="connsiteY47" fmla="*/ 1021557 h 1152525"/>
                <a:gd name="connsiteX48" fmla="*/ 819150 w 1226344"/>
                <a:gd name="connsiteY48" fmla="*/ 1042988 h 1152525"/>
                <a:gd name="connsiteX49" fmla="*/ 823912 w 1226344"/>
                <a:gd name="connsiteY49" fmla="*/ 1064419 h 1152525"/>
                <a:gd name="connsiteX50" fmla="*/ 842962 w 1226344"/>
                <a:gd name="connsiteY50" fmla="*/ 1066800 h 1152525"/>
                <a:gd name="connsiteX51" fmla="*/ 904875 w 1226344"/>
                <a:gd name="connsiteY51" fmla="*/ 1073944 h 1152525"/>
                <a:gd name="connsiteX52" fmla="*/ 933450 w 1226344"/>
                <a:gd name="connsiteY52" fmla="*/ 1112044 h 1152525"/>
                <a:gd name="connsiteX53" fmla="*/ 938212 w 1226344"/>
                <a:gd name="connsiteY53" fmla="*/ 1140619 h 1152525"/>
                <a:gd name="connsiteX54" fmla="*/ 940594 w 1226344"/>
                <a:gd name="connsiteY54" fmla="*/ 1152525 h 1152525"/>
                <a:gd name="connsiteX55" fmla="*/ 1042987 w 1226344"/>
                <a:gd name="connsiteY55" fmla="*/ 1150144 h 1152525"/>
                <a:gd name="connsiteX56" fmla="*/ 1071562 w 1226344"/>
                <a:gd name="connsiteY56" fmla="*/ 1069182 h 1152525"/>
                <a:gd name="connsiteX57" fmla="*/ 1062037 w 1226344"/>
                <a:gd name="connsiteY57" fmla="*/ 1045369 h 1152525"/>
                <a:gd name="connsiteX58" fmla="*/ 1059656 w 1226344"/>
                <a:gd name="connsiteY58" fmla="*/ 1012032 h 1152525"/>
                <a:gd name="connsiteX59" fmla="*/ 1066800 w 1226344"/>
                <a:gd name="connsiteY59" fmla="*/ 992982 h 1152525"/>
                <a:gd name="connsiteX60" fmla="*/ 1083469 w 1226344"/>
                <a:gd name="connsiteY60" fmla="*/ 973932 h 1152525"/>
                <a:gd name="connsiteX61" fmla="*/ 1107281 w 1226344"/>
                <a:gd name="connsiteY61" fmla="*/ 964407 h 1152525"/>
                <a:gd name="connsiteX62" fmla="*/ 1133475 w 1226344"/>
                <a:gd name="connsiteY62" fmla="*/ 921544 h 1152525"/>
                <a:gd name="connsiteX63" fmla="*/ 1150144 w 1226344"/>
                <a:gd name="connsiteY63" fmla="*/ 921544 h 1152525"/>
                <a:gd name="connsiteX64" fmla="*/ 1197769 w 1226344"/>
                <a:gd name="connsiteY64" fmla="*/ 940594 h 1152525"/>
                <a:gd name="connsiteX65" fmla="*/ 1226344 w 1226344"/>
                <a:gd name="connsiteY65" fmla="*/ 904875 h 1152525"/>
                <a:gd name="connsiteX66" fmla="*/ 1195387 w 1226344"/>
                <a:gd name="connsiteY66" fmla="*/ 852488 h 1152525"/>
                <a:gd name="connsiteX67" fmla="*/ 1159669 w 1226344"/>
                <a:gd name="connsiteY67" fmla="*/ 804863 h 1152525"/>
                <a:gd name="connsiteX68" fmla="*/ 1162050 w 1226344"/>
                <a:gd name="connsiteY68" fmla="*/ 762000 h 1152525"/>
                <a:gd name="connsiteX69" fmla="*/ 1216819 w 1226344"/>
                <a:gd name="connsiteY69" fmla="*/ 702469 h 1152525"/>
                <a:gd name="connsiteX70" fmla="*/ 1219200 w 1226344"/>
                <a:gd name="connsiteY70" fmla="*/ 676275 h 1152525"/>
                <a:gd name="connsiteX71" fmla="*/ 1181100 w 1226344"/>
                <a:gd name="connsiteY71" fmla="*/ 661988 h 1152525"/>
                <a:gd name="connsiteX72" fmla="*/ 1150144 w 1226344"/>
                <a:gd name="connsiteY72" fmla="*/ 635794 h 1152525"/>
                <a:gd name="connsiteX73" fmla="*/ 1133475 w 1226344"/>
                <a:gd name="connsiteY73" fmla="*/ 602457 h 1152525"/>
                <a:gd name="connsiteX74" fmla="*/ 1083469 w 1226344"/>
                <a:gd name="connsiteY74" fmla="*/ 604838 h 1152525"/>
                <a:gd name="connsiteX75" fmla="*/ 1033462 w 1226344"/>
                <a:gd name="connsiteY75" fmla="*/ 604838 h 1152525"/>
                <a:gd name="connsiteX76" fmla="*/ 1014412 w 1226344"/>
                <a:gd name="connsiteY76" fmla="*/ 583407 h 1152525"/>
                <a:gd name="connsiteX77" fmla="*/ 950119 w 1226344"/>
                <a:gd name="connsiteY77" fmla="*/ 578644 h 1152525"/>
                <a:gd name="connsiteX78" fmla="*/ 933450 w 1226344"/>
                <a:gd name="connsiteY78" fmla="*/ 561975 h 1152525"/>
                <a:gd name="connsiteX79" fmla="*/ 933450 w 1226344"/>
                <a:gd name="connsiteY79" fmla="*/ 547688 h 1152525"/>
                <a:gd name="connsiteX80" fmla="*/ 859631 w 1226344"/>
                <a:gd name="connsiteY80" fmla="*/ 511969 h 1152525"/>
                <a:gd name="connsiteX81" fmla="*/ 850106 w 1226344"/>
                <a:gd name="connsiteY81" fmla="*/ 492919 h 1152525"/>
                <a:gd name="connsiteX82" fmla="*/ 828675 w 1226344"/>
                <a:gd name="connsiteY82" fmla="*/ 476250 h 1152525"/>
                <a:gd name="connsiteX83" fmla="*/ 795337 w 1226344"/>
                <a:gd name="connsiteY83" fmla="*/ 478632 h 1152525"/>
                <a:gd name="connsiteX84" fmla="*/ 773906 w 1226344"/>
                <a:gd name="connsiteY84" fmla="*/ 471488 h 1152525"/>
                <a:gd name="connsiteX85" fmla="*/ 728662 w 1226344"/>
                <a:gd name="connsiteY85" fmla="*/ 428625 h 1152525"/>
                <a:gd name="connsiteX86" fmla="*/ 700087 w 1226344"/>
                <a:gd name="connsiteY86" fmla="*/ 421482 h 1152525"/>
                <a:gd name="connsiteX87" fmla="*/ 666750 w 1226344"/>
                <a:gd name="connsiteY87" fmla="*/ 383382 h 1152525"/>
                <a:gd name="connsiteX88" fmla="*/ 626269 w 1226344"/>
                <a:gd name="connsiteY88" fmla="*/ 369094 h 1152525"/>
                <a:gd name="connsiteX89" fmla="*/ 585787 w 1226344"/>
                <a:gd name="connsiteY89" fmla="*/ 335757 h 1152525"/>
                <a:gd name="connsiteX90" fmla="*/ 564356 w 1226344"/>
                <a:gd name="connsiteY90" fmla="*/ 311944 h 1152525"/>
                <a:gd name="connsiteX91" fmla="*/ 550069 w 1226344"/>
                <a:gd name="connsiteY91" fmla="*/ 330994 h 1152525"/>
                <a:gd name="connsiteX92" fmla="*/ 478631 w 1226344"/>
                <a:gd name="connsiteY92" fmla="*/ 328613 h 1152525"/>
                <a:gd name="connsiteX93" fmla="*/ 330994 w 1226344"/>
                <a:gd name="connsiteY93" fmla="*/ 230982 h 1152525"/>
                <a:gd name="connsiteX94" fmla="*/ 259556 w 1226344"/>
                <a:gd name="connsiteY94" fmla="*/ 254794 h 1152525"/>
                <a:gd name="connsiteX95" fmla="*/ 221456 w 1226344"/>
                <a:gd name="connsiteY95" fmla="*/ 245269 h 1152525"/>
                <a:gd name="connsiteX96" fmla="*/ 238125 w 1226344"/>
                <a:gd name="connsiteY96" fmla="*/ 150019 h 1152525"/>
                <a:gd name="connsiteX97" fmla="*/ 228600 w 1226344"/>
                <a:gd name="connsiteY97" fmla="*/ 95250 h 1152525"/>
                <a:gd name="connsiteX98" fmla="*/ 197644 w 1226344"/>
                <a:gd name="connsiteY98" fmla="*/ 78582 h 1152525"/>
                <a:gd name="connsiteX99" fmla="*/ 145256 w 1226344"/>
                <a:gd name="connsiteY99" fmla="*/ 0 h 1152525"/>
                <a:gd name="connsiteX100" fmla="*/ 88106 w 1226344"/>
                <a:gd name="connsiteY100" fmla="*/ 30957 h 1152525"/>
                <a:gd name="connsiteX101" fmla="*/ 83344 w 1226344"/>
                <a:gd name="connsiteY101" fmla="*/ 54769 h 1152525"/>
                <a:gd name="connsiteX102" fmla="*/ 90487 w 1226344"/>
                <a:gd name="connsiteY102" fmla="*/ 100013 h 1152525"/>
                <a:gd name="connsiteX103" fmla="*/ 71437 w 1226344"/>
                <a:gd name="connsiteY103" fmla="*/ 135732 h 1152525"/>
                <a:gd name="connsiteX104" fmla="*/ 66675 w 1226344"/>
                <a:gd name="connsiteY104" fmla="*/ 145257 h 1152525"/>
                <a:gd name="connsiteX105" fmla="*/ 97631 w 1226344"/>
                <a:gd name="connsiteY105" fmla="*/ 185738 h 1152525"/>
                <a:gd name="connsiteX106" fmla="*/ 83344 w 1226344"/>
                <a:gd name="connsiteY106" fmla="*/ 223838 h 1152525"/>
                <a:gd name="connsiteX107" fmla="*/ 59531 w 1226344"/>
                <a:gd name="connsiteY107" fmla="*/ 240507 h 1152525"/>
                <a:gd name="connsiteX108" fmla="*/ 69056 w 1226344"/>
                <a:gd name="connsiteY108" fmla="*/ 309563 h 1152525"/>
                <a:gd name="connsiteX109" fmla="*/ 92869 w 1226344"/>
                <a:gd name="connsiteY109" fmla="*/ 321469 h 1152525"/>
                <a:gd name="connsiteX110" fmla="*/ 85725 w 1226344"/>
                <a:gd name="connsiteY110" fmla="*/ 369094 h 1152525"/>
                <a:gd name="connsiteX111" fmla="*/ 42862 w 1226344"/>
                <a:gd name="connsiteY111" fmla="*/ 421482 h 1152525"/>
                <a:gd name="connsiteX112" fmla="*/ 0 w 1226344"/>
                <a:gd name="connsiteY112" fmla="*/ 452438 h 1152525"/>
                <a:gd name="connsiteX0" fmla="*/ 0 w 1226344"/>
                <a:gd name="connsiteY0" fmla="*/ 452438 h 1152525"/>
                <a:gd name="connsiteX1" fmla="*/ 28575 w 1226344"/>
                <a:gd name="connsiteY1" fmla="*/ 526257 h 1152525"/>
                <a:gd name="connsiteX2" fmla="*/ 73819 w 1226344"/>
                <a:gd name="connsiteY2" fmla="*/ 564357 h 1152525"/>
                <a:gd name="connsiteX3" fmla="*/ 109537 w 1226344"/>
                <a:gd name="connsiteY3" fmla="*/ 657225 h 1152525"/>
                <a:gd name="connsiteX4" fmla="*/ 128587 w 1226344"/>
                <a:gd name="connsiteY4" fmla="*/ 685800 h 1152525"/>
                <a:gd name="connsiteX5" fmla="*/ 142875 w 1226344"/>
                <a:gd name="connsiteY5" fmla="*/ 666750 h 1152525"/>
                <a:gd name="connsiteX6" fmla="*/ 142875 w 1226344"/>
                <a:gd name="connsiteY6" fmla="*/ 633413 h 1152525"/>
                <a:gd name="connsiteX7" fmla="*/ 180975 w 1226344"/>
                <a:gd name="connsiteY7" fmla="*/ 666750 h 1152525"/>
                <a:gd name="connsiteX8" fmla="*/ 240506 w 1226344"/>
                <a:gd name="connsiteY8" fmla="*/ 673894 h 1152525"/>
                <a:gd name="connsiteX9" fmla="*/ 271462 w 1226344"/>
                <a:gd name="connsiteY9" fmla="*/ 702469 h 1152525"/>
                <a:gd name="connsiteX10" fmla="*/ 326231 w 1226344"/>
                <a:gd name="connsiteY10" fmla="*/ 721519 h 1152525"/>
                <a:gd name="connsiteX11" fmla="*/ 338137 w 1226344"/>
                <a:gd name="connsiteY11" fmla="*/ 762000 h 1152525"/>
                <a:gd name="connsiteX12" fmla="*/ 321469 w 1226344"/>
                <a:gd name="connsiteY12" fmla="*/ 781050 h 1152525"/>
                <a:gd name="connsiteX13" fmla="*/ 311944 w 1226344"/>
                <a:gd name="connsiteY13" fmla="*/ 807244 h 1152525"/>
                <a:gd name="connsiteX14" fmla="*/ 266700 w 1226344"/>
                <a:gd name="connsiteY14" fmla="*/ 826294 h 1152525"/>
                <a:gd name="connsiteX15" fmla="*/ 219075 w 1226344"/>
                <a:gd name="connsiteY15" fmla="*/ 900113 h 1152525"/>
                <a:gd name="connsiteX16" fmla="*/ 204787 w 1226344"/>
                <a:gd name="connsiteY16" fmla="*/ 909638 h 1152525"/>
                <a:gd name="connsiteX17" fmla="*/ 192881 w 1226344"/>
                <a:gd name="connsiteY17" fmla="*/ 973932 h 1152525"/>
                <a:gd name="connsiteX18" fmla="*/ 152400 w 1226344"/>
                <a:gd name="connsiteY18" fmla="*/ 1042988 h 1152525"/>
                <a:gd name="connsiteX19" fmla="*/ 157162 w 1226344"/>
                <a:gd name="connsiteY19" fmla="*/ 1071563 h 1152525"/>
                <a:gd name="connsiteX20" fmla="*/ 204787 w 1226344"/>
                <a:gd name="connsiteY20" fmla="*/ 1083469 h 1152525"/>
                <a:gd name="connsiteX21" fmla="*/ 233362 w 1226344"/>
                <a:gd name="connsiteY21" fmla="*/ 1133475 h 1152525"/>
                <a:gd name="connsiteX22" fmla="*/ 247650 w 1226344"/>
                <a:gd name="connsiteY22" fmla="*/ 1133475 h 1152525"/>
                <a:gd name="connsiteX23" fmla="*/ 266700 w 1226344"/>
                <a:gd name="connsiteY23" fmla="*/ 1102519 h 1152525"/>
                <a:gd name="connsiteX24" fmla="*/ 257175 w 1226344"/>
                <a:gd name="connsiteY24" fmla="*/ 1081088 h 1152525"/>
                <a:gd name="connsiteX25" fmla="*/ 230981 w 1226344"/>
                <a:gd name="connsiteY25" fmla="*/ 1076325 h 1152525"/>
                <a:gd name="connsiteX26" fmla="*/ 230981 w 1226344"/>
                <a:gd name="connsiteY26" fmla="*/ 1052513 h 1152525"/>
                <a:gd name="connsiteX27" fmla="*/ 228600 w 1226344"/>
                <a:gd name="connsiteY27" fmla="*/ 1009650 h 1152525"/>
                <a:gd name="connsiteX28" fmla="*/ 216694 w 1226344"/>
                <a:gd name="connsiteY28" fmla="*/ 976313 h 1152525"/>
                <a:gd name="connsiteX29" fmla="*/ 223837 w 1226344"/>
                <a:gd name="connsiteY29" fmla="*/ 940594 h 1152525"/>
                <a:gd name="connsiteX30" fmla="*/ 266700 w 1226344"/>
                <a:gd name="connsiteY30" fmla="*/ 900113 h 1152525"/>
                <a:gd name="connsiteX31" fmla="*/ 278606 w 1226344"/>
                <a:gd name="connsiteY31" fmla="*/ 897732 h 1152525"/>
                <a:gd name="connsiteX32" fmla="*/ 290512 w 1226344"/>
                <a:gd name="connsiteY32" fmla="*/ 938213 h 1152525"/>
                <a:gd name="connsiteX33" fmla="*/ 302419 w 1226344"/>
                <a:gd name="connsiteY33" fmla="*/ 938213 h 1152525"/>
                <a:gd name="connsiteX34" fmla="*/ 321469 w 1226344"/>
                <a:gd name="connsiteY34" fmla="*/ 962025 h 1152525"/>
                <a:gd name="connsiteX35" fmla="*/ 338137 w 1226344"/>
                <a:gd name="connsiteY35" fmla="*/ 957263 h 1152525"/>
                <a:gd name="connsiteX36" fmla="*/ 359569 w 1226344"/>
                <a:gd name="connsiteY36" fmla="*/ 942975 h 1152525"/>
                <a:gd name="connsiteX37" fmla="*/ 483394 w 1226344"/>
                <a:gd name="connsiteY37" fmla="*/ 954882 h 1152525"/>
                <a:gd name="connsiteX38" fmla="*/ 516731 w 1226344"/>
                <a:gd name="connsiteY38" fmla="*/ 947738 h 1152525"/>
                <a:gd name="connsiteX39" fmla="*/ 545306 w 1226344"/>
                <a:gd name="connsiteY39" fmla="*/ 964407 h 1152525"/>
                <a:gd name="connsiteX40" fmla="*/ 561975 w 1226344"/>
                <a:gd name="connsiteY40" fmla="*/ 978694 h 1152525"/>
                <a:gd name="connsiteX41" fmla="*/ 604837 w 1226344"/>
                <a:gd name="connsiteY41" fmla="*/ 981075 h 1152525"/>
                <a:gd name="connsiteX42" fmla="*/ 640556 w 1226344"/>
                <a:gd name="connsiteY42" fmla="*/ 1021557 h 1152525"/>
                <a:gd name="connsiteX43" fmla="*/ 659606 w 1226344"/>
                <a:gd name="connsiteY43" fmla="*/ 1019175 h 1152525"/>
                <a:gd name="connsiteX44" fmla="*/ 702469 w 1226344"/>
                <a:gd name="connsiteY44" fmla="*/ 976313 h 1152525"/>
                <a:gd name="connsiteX45" fmla="*/ 735806 w 1226344"/>
                <a:gd name="connsiteY45" fmla="*/ 1000125 h 1152525"/>
                <a:gd name="connsiteX46" fmla="*/ 752475 w 1226344"/>
                <a:gd name="connsiteY46" fmla="*/ 1023938 h 1152525"/>
                <a:gd name="connsiteX47" fmla="*/ 785812 w 1226344"/>
                <a:gd name="connsiteY47" fmla="*/ 1021557 h 1152525"/>
                <a:gd name="connsiteX48" fmla="*/ 819150 w 1226344"/>
                <a:gd name="connsiteY48" fmla="*/ 1042988 h 1152525"/>
                <a:gd name="connsiteX49" fmla="*/ 823912 w 1226344"/>
                <a:gd name="connsiteY49" fmla="*/ 1064419 h 1152525"/>
                <a:gd name="connsiteX50" fmla="*/ 842962 w 1226344"/>
                <a:gd name="connsiteY50" fmla="*/ 1066800 h 1152525"/>
                <a:gd name="connsiteX51" fmla="*/ 904875 w 1226344"/>
                <a:gd name="connsiteY51" fmla="*/ 1073944 h 1152525"/>
                <a:gd name="connsiteX52" fmla="*/ 933450 w 1226344"/>
                <a:gd name="connsiteY52" fmla="*/ 1112044 h 1152525"/>
                <a:gd name="connsiteX53" fmla="*/ 938212 w 1226344"/>
                <a:gd name="connsiteY53" fmla="*/ 1140619 h 1152525"/>
                <a:gd name="connsiteX54" fmla="*/ 940594 w 1226344"/>
                <a:gd name="connsiteY54" fmla="*/ 1152525 h 1152525"/>
                <a:gd name="connsiteX55" fmla="*/ 990600 w 1226344"/>
                <a:gd name="connsiteY55" fmla="*/ 1150144 h 1152525"/>
                <a:gd name="connsiteX56" fmla="*/ 1042987 w 1226344"/>
                <a:gd name="connsiteY56" fmla="*/ 1150144 h 1152525"/>
                <a:gd name="connsiteX57" fmla="*/ 1071562 w 1226344"/>
                <a:gd name="connsiteY57" fmla="*/ 1069182 h 1152525"/>
                <a:gd name="connsiteX58" fmla="*/ 1062037 w 1226344"/>
                <a:gd name="connsiteY58" fmla="*/ 1045369 h 1152525"/>
                <a:gd name="connsiteX59" fmla="*/ 1059656 w 1226344"/>
                <a:gd name="connsiteY59" fmla="*/ 1012032 h 1152525"/>
                <a:gd name="connsiteX60" fmla="*/ 1066800 w 1226344"/>
                <a:gd name="connsiteY60" fmla="*/ 992982 h 1152525"/>
                <a:gd name="connsiteX61" fmla="*/ 1083469 w 1226344"/>
                <a:gd name="connsiteY61" fmla="*/ 973932 h 1152525"/>
                <a:gd name="connsiteX62" fmla="*/ 1107281 w 1226344"/>
                <a:gd name="connsiteY62" fmla="*/ 964407 h 1152525"/>
                <a:gd name="connsiteX63" fmla="*/ 1133475 w 1226344"/>
                <a:gd name="connsiteY63" fmla="*/ 921544 h 1152525"/>
                <a:gd name="connsiteX64" fmla="*/ 1150144 w 1226344"/>
                <a:gd name="connsiteY64" fmla="*/ 921544 h 1152525"/>
                <a:gd name="connsiteX65" fmla="*/ 1197769 w 1226344"/>
                <a:gd name="connsiteY65" fmla="*/ 940594 h 1152525"/>
                <a:gd name="connsiteX66" fmla="*/ 1226344 w 1226344"/>
                <a:gd name="connsiteY66" fmla="*/ 904875 h 1152525"/>
                <a:gd name="connsiteX67" fmla="*/ 1195387 w 1226344"/>
                <a:gd name="connsiteY67" fmla="*/ 852488 h 1152525"/>
                <a:gd name="connsiteX68" fmla="*/ 1159669 w 1226344"/>
                <a:gd name="connsiteY68" fmla="*/ 804863 h 1152525"/>
                <a:gd name="connsiteX69" fmla="*/ 1162050 w 1226344"/>
                <a:gd name="connsiteY69" fmla="*/ 762000 h 1152525"/>
                <a:gd name="connsiteX70" fmla="*/ 1216819 w 1226344"/>
                <a:gd name="connsiteY70" fmla="*/ 702469 h 1152525"/>
                <a:gd name="connsiteX71" fmla="*/ 1219200 w 1226344"/>
                <a:gd name="connsiteY71" fmla="*/ 676275 h 1152525"/>
                <a:gd name="connsiteX72" fmla="*/ 1181100 w 1226344"/>
                <a:gd name="connsiteY72" fmla="*/ 661988 h 1152525"/>
                <a:gd name="connsiteX73" fmla="*/ 1150144 w 1226344"/>
                <a:gd name="connsiteY73" fmla="*/ 635794 h 1152525"/>
                <a:gd name="connsiteX74" fmla="*/ 1133475 w 1226344"/>
                <a:gd name="connsiteY74" fmla="*/ 602457 h 1152525"/>
                <a:gd name="connsiteX75" fmla="*/ 1083469 w 1226344"/>
                <a:gd name="connsiteY75" fmla="*/ 604838 h 1152525"/>
                <a:gd name="connsiteX76" fmla="*/ 1033462 w 1226344"/>
                <a:gd name="connsiteY76" fmla="*/ 604838 h 1152525"/>
                <a:gd name="connsiteX77" fmla="*/ 1014412 w 1226344"/>
                <a:gd name="connsiteY77" fmla="*/ 583407 h 1152525"/>
                <a:gd name="connsiteX78" fmla="*/ 950119 w 1226344"/>
                <a:gd name="connsiteY78" fmla="*/ 578644 h 1152525"/>
                <a:gd name="connsiteX79" fmla="*/ 933450 w 1226344"/>
                <a:gd name="connsiteY79" fmla="*/ 561975 h 1152525"/>
                <a:gd name="connsiteX80" fmla="*/ 933450 w 1226344"/>
                <a:gd name="connsiteY80" fmla="*/ 547688 h 1152525"/>
                <a:gd name="connsiteX81" fmla="*/ 859631 w 1226344"/>
                <a:gd name="connsiteY81" fmla="*/ 511969 h 1152525"/>
                <a:gd name="connsiteX82" fmla="*/ 850106 w 1226344"/>
                <a:gd name="connsiteY82" fmla="*/ 492919 h 1152525"/>
                <a:gd name="connsiteX83" fmla="*/ 828675 w 1226344"/>
                <a:gd name="connsiteY83" fmla="*/ 476250 h 1152525"/>
                <a:gd name="connsiteX84" fmla="*/ 795337 w 1226344"/>
                <a:gd name="connsiteY84" fmla="*/ 478632 h 1152525"/>
                <a:gd name="connsiteX85" fmla="*/ 773906 w 1226344"/>
                <a:gd name="connsiteY85" fmla="*/ 471488 h 1152525"/>
                <a:gd name="connsiteX86" fmla="*/ 728662 w 1226344"/>
                <a:gd name="connsiteY86" fmla="*/ 428625 h 1152525"/>
                <a:gd name="connsiteX87" fmla="*/ 700087 w 1226344"/>
                <a:gd name="connsiteY87" fmla="*/ 421482 h 1152525"/>
                <a:gd name="connsiteX88" fmla="*/ 666750 w 1226344"/>
                <a:gd name="connsiteY88" fmla="*/ 383382 h 1152525"/>
                <a:gd name="connsiteX89" fmla="*/ 626269 w 1226344"/>
                <a:gd name="connsiteY89" fmla="*/ 369094 h 1152525"/>
                <a:gd name="connsiteX90" fmla="*/ 585787 w 1226344"/>
                <a:gd name="connsiteY90" fmla="*/ 335757 h 1152525"/>
                <a:gd name="connsiteX91" fmla="*/ 564356 w 1226344"/>
                <a:gd name="connsiteY91" fmla="*/ 311944 h 1152525"/>
                <a:gd name="connsiteX92" fmla="*/ 550069 w 1226344"/>
                <a:gd name="connsiteY92" fmla="*/ 330994 h 1152525"/>
                <a:gd name="connsiteX93" fmla="*/ 478631 w 1226344"/>
                <a:gd name="connsiteY93" fmla="*/ 328613 h 1152525"/>
                <a:gd name="connsiteX94" fmla="*/ 330994 w 1226344"/>
                <a:gd name="connsiteY94" fmla="*/ 230982 h 1152525"/>
                <a:gd name="connsiteX95" fmla="*/ 259556 w 1226344"/>
                <a:gd name="connsiteY95" fmla="*/ 254794 h 1152525"/>
                <a:gd name="connsiteX96" fmla="*/ 221456 w 1226344"/>
                <a:gd name="connsiteY96" fmla="*/ 245269 h 1152525"/>
                <a:gd name="connsiteX97" fmla="*/ 238125 w 1226344"/>
                <a:gd name="connsiteY97" fmla="*/ 150019 h 1152525"/>
                <a:gd name="connsiteX98" fmla="*/ 228600 w 1226344"/>
                <a:gd name="connsiteY98" fmla="*/ 95250 h 1152525"/>
                <a:gd name="connsiteX99" fmla="*/ 197644 w 1226344"/>
                <a:gd name="connsiteY99" fmla="*/ 78582 h 1152525"/>
                <a:gd name="connsiteX100" fmla="*/ 145256 w 1226344"/>
                <a:gd name="connsiteY100" fmla="*/ 0 h 1152525"/>
                <a:gd name="connsiteX101" fmla="*/ 88106 w 1226344"/>
                <a:gd name="connsiteY101" fmla="*/ 30957 h 1152525"/>
                <a:gd name="connsiteX102" fmla="*/ 83344 w 1226344"/>
                <a:gd name="connsiteY102" fmla="*/ 54769 h 1152525"/>
                <a:gd name="connsiteX103" fmla="*/ 90487 w 1226344"/>
                <a:gd name="connsiteY103" fmla="*/ 100013 h 1152525"/>
                <a:gd name="connsiteX104" fmla="*/ 71437 w 1226344"/>
                <a:gd name="connsiteY104" fmla="*/ 135732 h 1152525"/>
                <a:gd name="connsiteX105" fmla="*/ 66675 w 1226344"/>
                <a:gd name="connsiteY105" fmla="*/ 145257 h 1152525"/>
                <a:gd name="connsiteX106" fmla="*/ 97631 w 1226344"/>
                <a:gd name="connsiteY106" fmla="*/ 185738 h 1152525"/>
                <a:gd name="connsiteX107" fmla="*/ 83344 w 1226344"/>
                <a:gd name="connsiteY107" fmla="*/ 223838 h 1152525"/>
                <a:gd name="connsiteX108" fmla="*/ 59531 w 1226344"/>
                <a:gd name="connsiteY108" fmla="*/ 240507 h 1152525"/>
                <a:gd name="connsiteX109" fmla="*/ 69056 w 1226344"/>
                <a:gd name="connsiteY109" fmla="*/ 309563 h 1152525"/>
                <a:gd name="connsiteX110" fmla="*/ 92869 w 1226344"/>
                <a:gd name="connsiteY110" fmla="*/ 321469 h 1152525"/>
                <a:gd name="connsiteX111" fmla="*/ 85725 w 1226344"/>
                <a:gd name="connsiteY111" fmla="*/ 369094 h 1152525"/>
                <a:gd name="connsiteX112" fmla="*/ 42862 w 1226344"/>
                <a:gd name="connsiteY112" fmla="*/ 421482 h 1152525"/>
                <a:gd name="connsiteX113" fmla="*/ 0 w 1226344"/>
                <a:gd name="connsiteY113" fmla="*/ 452438 h 1152525"/>
                <a:gd name="connsiteX0" fmla="*/ 0 w 1226344"/>
                <a:gd name="connsiteY0" fmla="*/ 452438 h 1200150"/>
                <a:gd name="connsiteX1" fmla="*/ 28575 w 1226344"/>
                <a:gd name="connsiteY1" fmla="*/ 526257 h 1200150"/>
                <a:gd name="connsiteX2" fmla="*/ 73819 w 1226344"/>
                <a:gd name="connsiteY2" fmla="*/ 564357 h 1200150"/>
                <a:gd name="connsiteX3" fmla="*/ 109537 w 1226344"/>
                <a:gd name="connsiteY3" fmla="*/ 657225 h 1200150"/>
                <a:gd name="connsiteX4" fmla="*/ 128587 w 1226344"/>
                <a:gd name="connsiteY4" fmla="*/ 685800 h 1200150"/>
                <a:gd name="connsiteX5" fmla="*/ 142875 w 1226344"/>
                <a:gd name="connsiteY5" fmla="*/ 666750 h 1200150"/>
                <a:gd name="connsiteX6" fmla="*/ 142875 w 1226344"/>
                <a:gd name="connsiteY6" fmla="*/ 633413 h 1200150"/>
                <a:gd name="connsiteX7" fmla="*/ 180975 w 1226344"/>
                <a:gd name="connsiteY7" fmla="*/ 666750 h 1200150"/>
                <a:gd name="connsiteX8" fmla="*/ 240506 w 1226344"/>
                <a:gd name="connsiteY8" fmla="*/ 673894 h 1200150"/>
                <a:gd name="connsiteX9" fmla="*/ 271462 w 1226344"/>
                <a:gd name="connsiteY9" fmla="*/ 702469 h 1200150"/>
                <a:gd name="connsiteX10" fmla="*/ 326231 w 1226344"/>
                <a:gd name="connsiteY10" fmla="*/ 721519 h 1200150"/>
                <a:gd name="connsiteX11" fmla="*/ 338137 w 1226344"/>
                <a:gd name="connsiteY11" fmla="*/ 762000 h 1200150"/>
                <a:gd name="connsiteX12" fmla="*/ 321469 w 1226344"/>
                <a:gd name="connsiteY12" fmla="*/ 781050 h 1200150"/>
                <a:gd name="connsiteX13" fmla="*/ 311944 w 1226344"/>
                <a:gd name="connsiteY13" fmla="*/ 807244 h 1200150"/>
                <a:gd name="connsiteX14" fmla="*/ 266700 w 1226344"/>
                <a:gd name="connsiteY14" fmla="*/ 826294 h 1200150"/>
                <a:gd name="connsiteX15" fmla="*/ 219075 w 1226344"/>
                <a:gd name="connsiteY15" fmla="*/ 900113 h 1200150"/>
                <a:gd name="connsiteX16" fmla="*/ 204787 w 1226344"/>
                <a:gd name="connsiteY16" fmla="*/ 909638 h 1200150"/>
                <a:gd name="connsiteX17" fmla="*/ 192881 w 1226344"/>
                <a:gd name="connsiteY17" fmla="*/ 973932 h 1200150"/>
                <a:gd name="connsiteX18" fmla="*/ 152400 w 1226344"/>
                <a:gd name="connsiteY18" fmla="*/ 1042988 h 1200150"/>
                <a:gd name="connsiteX19" fmla="*/ 157162 w 1226344"/>
                <a:gd name="connsiteY19" fmla="*/ 1071563 h 1200150"/>
                <a:gd name="connsiteX20" fmla="*/ 204787 w 1226344"/>
                <a:gd name="connsiteY20" fmla="*/ 1083469 h 1200150"/>
                <a:gd name="connsiteX21" fmla="*/ 233362 w 1226344"/>
                <a:gd name="connsiteY21" fmla="*/ 1133475 h 1200150"/>
                <a:gd name="connsiteX22" fmla="*/ 247650 w 1226344"/>
                <a:gd name="connsiteY22" fmla="*/ 1133475 h 1200150"/>
                <a:gd name="connsiteX23" fmla="*/ 266700 w 1226344"/>
                <a:gd name="connsiteY23" fmla="*/ 1102519 h 1200150"/>
                <a:gd name="connsiteX24" fmla="*/ 257175 w 1226344"/>
                <a:gd name="connsiteY24" fmla="*/ 1081088 h 1200150"/>
                <a:gd name="connsiteX25" fmla="*/ 230981 w 1226344"/>
                <a:gd name="connsiteY25" fmla="*/ 1076325 h 1200150"/>
                <a:gd name="connsiteX26" fmla="*/ 230981 w 1226344"/>
                <a:gd name="connsiteY26" fmla="*/ 1052513 h 1200150"/>
                <a:gd name="connsiteX27" fmla="*/ 228600 w 1226344"/>
                <a:gd name="connsiteY27" fmla="*/ 1009650 h 1200150"/>
                <a:gd name="connsiteX28" fmla="*/ 216694 w 1226344"/>
                <a:gd name="connsiteY28" fmla="*/ 976313 h 1200150"/>
                <a:gd name="connsiteX29" fmla="*/ 223837 w 1226344"/>
                <a:gd name="connsiteY29" fmla="*/ 940594 h 1200150"/>
                <a:gd name="connsiteX30" fmla="*/ 266700 w 1226344"/>
                <a:gd name="connsiteY30" fmla="*/ 900113 h 1200150"/>
                <a:gd name="connsiteX31" fmla="*/ 278606 w 1226344"/>
                <a:gd name="connsiteY31" fmla="*/ 897732 h 1200150"/>
                <a:gd name="connsiteX32" fmla="*/ 290512 w 1226344"/>
                <a:gd name="connsiteY32" fmla="*/ 938213 h 1200150"/>
                <a:gd name="connsiteX33" fmla="*/ 302419 w 1226344"/>
                <a:gd name="connsiteY33" fmla="*/ 938213 h 1200150"/>
                <a:gd name="connsiteX34" fmla="*/ 321469 w 1226344"/>
                <a:gd name="connsiteY34" fmla="*/ 962025 h 1200150"/>
                <a:gd name="connsiteX35" fmla="*/ 338137 w 1226344"/>
                <a:gd name="connsiteY35" fmla="*/ 957263 h 1200150"/>
                <a:gd name="connsiteX36" fmla="*/ 359569 w 1226344"/>
                <a:gd name="connsiteY36" fmla="*/ 942975 h 1200150"/>
                <a:gd name="connsiteX37" fmla="*/ 483394 w 1226344"/>
                <a:gd name="connsiteY37" fmla="*/ 954882 h 1200150"/>
                <a:gd name="connsiteX38" fmla="*/ 516731 w 1226344"/>
                <a:gd name="connsiteY38" fmla="*/ 947738 h 1200150"/>
                <a:gd name="connsiteX39" fmla="*/ 545306 w 1226344"/>
                <a:gd name="connsiteY39" fmla="*/ 964407 h 1200150"/>
                <a:gd name="connsiteX40" fmla="*/ 561975 w 1226344"/>
                <a:gd name="connsiteY40" fmla="*/ 978694 h 1200150"/>
                <a:gd name="connsiteX41" fmla="*/ 604837 w 1226344"/>
                <a:gd name="connsiteY41" fmla="*/ 981075 h 1200150"/>
                <a:gd name="connsiteX42" fmla="*/ 640556 w 1226344"/>
                <a:gd name="connsiteY42" fmla="*/ 1021557 h 1200150"/>
                <a:gd name="connsiteX43" fmla="*/ 659606 w 1226344"/>
                <a:gd name="connsiteY43" fmla="*/ 1019175 h 1200150"/>
                <a:gd name="connsiteX44" fmla="*/ 702469 w 1226344"/>
                <a:gd name="connsiteY44" fmla="*/ 976313 h 1200150"/>
                <a:gd name="connsiteX45" fmla="*/ 735806 w 1226344"/>
                <a:gd name="connsiteY45" fmla="*/ 1000125 h 1200150"/>
                <a:gd name="connsiteX46" fmla="*/ 752475 w 1226344"/>
                <a:gd name="connsiteY46" fmla="*/ 1023938 h 1200150"/>
                <a:gd name="connsiteX47" fmla="*/ 785812 w 1226344"/>
                <a:gd name="connsiteY47" fmla="*/ 1021557 h 1200150"/>
                <a:gd name="connsiteX48" fmla="*/ 819150 w 1226344"/>
                <a:gd name="connsiteY48" fmla="*/ 1042988 h 1200150"/>
                <a:gd name="connsiteX49" fmla="*/ 823912 w 1226344"/>
                <a:gd name="connsiteY49" fmla="*/ 1064419 h 1200150"/>
                <a:gd name="connsiteX50" fmla="*/ 842962 w 1226344"/>
                <a:gd name="connsiteY50" fmla="*/ 1066800 h 1200150"/>
                <a:gd name="connsiteX51" fmla="*/ 904875 w 1226344"/>
                <a:gd name="connsiteY51" fmla="*/ 1073944 h 1200150"/>
                <a:gd name="connsiteX52" fmla="*/ 933450 w 1226344"/>
                <a:gd name="connsiteY52" fmla="*/ 1112044 h 1200150"/>
                <a:gd name="connsiteX53" fmla="*/ 938212 w 1226344"/>
                <a:gd name="connsiteY53" fmla="*/ 1140619 h 1200150"/>
                <a:gd name="connsiteX54" fmla="*/ 940594 w 1226344"/>
                <a:gd name="connsiteY54" fmla="*/ 1152525 h 1200150"/>
                <a:gd name="connsiteX55" fmla="*/ 954882 w 1226344"/>
                <a:gd name="connsiteY55" fmla="*/ 1200150 h 1200150"/>
                <a:gd name="connsiteX56" fmla="*/ 1042987 w 1226344"/>
                <a:gd name="connsiteY56" fmla="*/ 1150144 h 1200150"/>
                <a:gd name="connsiteX57" fmla="*/ 1071562 w 1226344"/>
                <a:gd name="connsiteY57" fmla="*/ 1069182 h 1200150"/>
                <a:gd name="connsiteX58" fmla="*/ 1062037 w 1226344"/>
                <a:gd name="connsiteY58" fmla="*/ 1045369 h 1200150"/>
                <a:gd name="connsiteX59" fmla="*/ 1059656 w 1226344"/>
                <a:gd name="connsiteY59" fmla="*/ 1012032 h 1200150"/>
                <a:gd name="connsiteX60" fmla="*/ 1066800 w 1226344"/>
                <a:gd name="connsiteY60" fmla="*/ 992982 h 1200150"/>
                <a:gd name="connsiteX61" fmla="*/ 1083469 w 1226344"/>
                <a:gd name="connsiteY61" fmla="*/ 973932 h 1200150"/>
                <a:gd name="connsiteX62" fmla="*/ 1107281 w 1226344"/>
                <a:gd name="connsiteY62" fmla="*/ 964407 h 1200150"/>
                <a:gd name="connsiteX63" fmla="*/ 1133475 w 1226344"/>
                <a:gd name="connsiteY63" fmla="*/ 921544 h 1200150"/>
                <a:gd name="connsiteX64" fmla="*/ 1150144 w 1226344"/>
                <a:gd name="connsiteY64" fmla="*/ 921544 h 1200150"/>
                <a:gd name="connsiteX65" fmla="*/ 1197769 w 1226344"/>
                <a:gd name="connsiteY65" fmla="*/ 940594 h 1200150"/>
                <a:gd name="connsiteX66" fmla="*/ 1226344 w 1226344"/>
                <a:gd name="connsiteY66" fmla="*/ 904875 h 1200150"/>
                <a:gd name="connsiteX67" fmla="*/ 1195387 w 1226344"/>
                <a:gd name="connsiteY67" fmla="*/ 852488 h 1200150"/>
                <a:gd name="connsiteX68" fmla="*/ 1159669 w 1226344"/>
                <a:gd name="connsiteY68" fmla="*/ 804863 h 1200150"/>
                <a:gd name="connsiteX69" fmla="*/ 1162050 w 1226344"/>
                <a:gd name="connsiteY69" fmla="*/ 762000 h 1200150"/>
                <a:gd name="connsiteX70" fmla="*/ 1216819 w 1226344"/>
                <a:gd name="connsiteY70" fmla="*/ 702469 h 1200150"/>
                <a:gd name="connsiteX71" fmla="*/ 1219200 w 1226344"/>
                <a:gd name="connsiteY71" fmla="*/ 676275 h 1200150"/>
                <a:gd name="connsiteX72" fmla="*/ 1181100 w 1226344"/>
                <a:gd name="connsiteY72" fmla="*/ 661988 h 1200150"/>
                <a:gd name="connsiteX73" fmla="*/ 1150144 w 1226344"/>
                <a:gd name="connsiteY73" fmla="*/ 635794 h 1200150"/>
                <a:gd name="connsiteX74" fmla="*/ 1133475 w 1226344"/>
                <a:gd name="connsiteY74" fmla="*/ 602457 h 1200150"/>
                <a:gd name="connsiteX75" fmla="*/ 1083469 w 1226344"/>
                <a:gd name="connsiteY75" fmla="*/ 604838 h 1200150"/>
                <a:gd name="connsiteX76" fmla="*/ 1033462 w 1226344"/>
                <a:gd name="connsiteY76" fmla="*/ 604838 h 1200150"/>
                <a:gd name="connsiteX77" fmla="*/ 1014412 w 1226344"/>
                <a:gd name="connsiteY77" fmla="*/ 583407 h 1200150"/>
                <a:gd name="connsiteX78" fmla="*/ 950119 w 1226344"/>
                <a:gd name="connsiteY78" fmla="*/ 578644 h 1200150"/>
                <a:gd name="connsiteX79" fmla="*/ 933450 w 1226344"/>
                <a:gd name="connsiteY79" fmla="*/ 561975 h 1200150"/>
                <a:gd name="connsiteX80" fmla="*/ 933450 w 1226344"/>
                <a:gd name="connsiteY80" fmla="*/ 547688 h 1200150"/>
                <a:gd name="connsiteX81" fmla="*/ 859631 w 1226344"/>
                <a:gd name="connsiteY81" fmla="*/ 511969 h 1200150"/>
                <a:gd name="connsiteX82" fmla="*/ 850106 w 1226344"/>
                <a:gd name="connsiteY82" fmla="*/ 492919 h 1200150"/>
                <a:gd name="connsiteX83" fmla="*/ 828675 w 1226344"/>
                <a:gd name="connsiteY83" fmla="*/ 476250 h 1200150"/>
                <a:gd name="connsiteX84" fmla="*/ 795337 w 1226344"/>
                <a:gd name="connsiteY84" fmla="*/ 478632 h 1200150"/>
                <a:gd name="connsiteX85" fmla="*/ 773906 w 1226344"/>
                <a:gd name="connsiteY85" fmla="*/ 471488 h 1200150"/>
                <a:gd name="connsiteX86" fmla="*/ 728662 w 1226344"/>
                <a:gd name="connsiteY86" fmla="*/ 428625 h 1200150"/>
                <a:gd name="connsiteX87" fmla="*/ 700087 w 1226344"/>
                <a:gd name="connsiteY87" fmla="*/ 421482 h 1200150"/>
                <a:gd name="connsiteX88" fmla="*/ 666750 w 1226344"/>
                <a:gd name="connsiteY88" fmla="*/ 383382 h 1200150"/>
                <a:gd name="connsiteX89" fmla="*/ 626269 w 1226344"/>
                <a:gd name="connsiteY89" fmla="*/ 369094 h 1200150"/>
                <a:gd name="connsiteX90" fmla="*/ 585787 w 1226344"/>
                <a:gd name="connsiteY90" fmla="*/ 335757 h 1200150"/>
                <a:gd name="connsiteX91" fmla="*/ 564356 w 1226344"/>
                <a:gd name="connsiteY91" fmla="*/ 311944 h 1200150"/>
                <a:gd name="connsiteX92" fmla="*/ 550069 w 1226344"/>
                <a:gd name="connsiteY92" fmla="*/ 330994 h 1200150"/>
                <a:gd name="connsiteX93" fmla="*/ 478631 w 1226344"/>
                <a:gd name="connsiteY93" fmla="*/ 328613 h 1200150"/>
                <a:gd name="connsiteX94" fmla="*/ 330994 w 1226344"/>
                <a:gd name="connsiteY94" fmla="*/ 230982 h 1200150"/>
                <a:gd name="connsiteX95" fmla="*/ 259556 w 1226344"/>
                <a:gd name="connsiteY95" fmla="*/ 254794 h 1200150"/>
                <a:gd name="connsiteX96" fmla="*/ 221456 w 1226344"/>
                <a:gd name="connsiteY96" fmla="*/ 245269 h 1200150"/>
                <a:gd name="connsiteX97" fmla="*/ 238125 w 1226344"/>
                <a:gd name="connsiteY97" fmla="*/ 150019 h 1200150"/>
                <a:gd name="connsiteX98" fmla="*/ 228600 w 1226344"/>
                <a:gd name="connsiteY98" fmla="*/ 95250 h 1200150"/>
                <a:gd name="connsiteX99" fmla="*/ 197644 w 1226344"/>
                <a:gd name="connsiteY99" fmla="*/ 78582 h 1200150"/>
                <a:gd name="connsiteX100" fmla="*/ 145256 w 1226344"/>
                <a:gd name="connsiteY100" fmla="*/ 0 h 1200150"/>
                <a:gd name="connsiteX101" fmla="*/ 88106 w 1226344"/>
                <a:gd name="connsiteY101" fmla="*/ 30957 h 1200150"/>
                <a:gd name="connsiteX102" fmla="*/ 83344 w 1226344"/>
                <a:gd name="connsiteY102" fmla="*/ 54769 h 1200150"/>
                <a:gd name="connsiteX103" fmla="*/ 90487 w 1226344"/>
                <a:gd name="connsiteY103" fmla="*/ 100013 h 1200150"/>
                <a:gd name="connsiteX104" fmla="*/ 71437 w 1226344"/>
                <a:gd name="connsiteY104" fmla="*/ 135732 h 1200150"/>
                <a:gd name="connsiteX105" fmla="*/ 66675 w 1226344"/>
                <a:gd name="connsiteY105" fmla="*/ 145257 h 1200150"/>
                <a:gd name="connsiteX106" fmla="*/ 97631 w 1226344"/>
                <a:gd name="connsiteY106" fmla="*/ 185738 h 1200150"/>
                <a:gd name="connsiteX107" fmla="*/ 83344 w 1226344"/>
                <a:gd name="connsiteY107" fmla="*/ 223838 h 1200150"/>
                <a:gd name="connsiteX108" fmla="*/ 59531 w 1226344"/>
                <a:gd name="connsiteY108" fmla="*/ 240507 h 1200150"/>
                <a:gd name="connsiteX109" fmla="*/ 69056 w 1226344"/>
                <a:gd name="connsiteY109" fmla="*/ 309563 h 1200150"/>
                <a:gd name="connsiteX110" fmla="*/ 92869 w 1226344"/>
                <a:gd name="connsiteY110" fmla="*/ 321469 h 1200150"/>
                <a:gd name="connsiteX111" fmla="*/ 85725 w 1226344"/>
                <a:gd name="connsiteY111" fmla="*/ 369094 h 1200150"/>
                <a:gd name="connsiteX112" fmla="*/ 42862 w 1226344"/>
                <a:gd name="connsiteY112" fmla="*/ 421482 h 1200150"/>
                <a:gd name="connsiteX113" fmla="*/ 0 w 1226344"/>
                <a:gd name="connsiteY113" fmla="*/ 452438 h 1200150"/>
                <a:gd name="connsiteX0" fmla="*/ 0 w 1226344"/>
                <a:gd name="connsiteY0" fmla="*/ 452438 h 1200150"/>
                <a:gd name="connsiteX1" fmla="*/ 28575 w 1226344"/>
                <a:gd name="connsiteY1" fmla="*/ 526257 h 1200150"/>
                <a:gd name="connsiteX2" fmla="*/ 73819 w 1226344"/>
                <a:gd name="connsiteY2" fmla="*/ 564357 h 1200150"/>
                <a:gd name="connsiteX3" fmla="*/ 109537 w 1226344"/>
                <a:gd name="connsiteY3" fmla="*/ 657225 h 1200150"/>
                <a:gd name="connsiteX4" fmla="*/ 128587 w 1226344"/>
                <a:gd name="connsiteY4" fmla="*/ 685800 h 1200150"/>
                <a:gd name="connsiteX5" fmla="*/ 142875 w 1226344"/>
                <a:gd name="connsiteY5" fmla="*/ 666750 h 1200150"/>
                <a:gd name="connsiteX6" fmla="*/ 142875 w 1226344"/>
                <a:gd name="connsiteY6" fmla="*/ 633413 h 1200150"/>
                <a:gd name="connsiteX7" fmla="*/ 180975 w 1226344"/>
                <a:gd name="connsiteY7" fmla="*/ 666750 h 1200150"/>
                <a:gd name="connsiteX8" fmla="*/ 240506 w 1226344"/>
                <a:gd name="connsiteY8" fmla="*/ 673894 h 1200150"/>
                <a:gd name="connsiteX9" fmla="*/ 271462 w 1226344"/>
                <a:gd name="connsiteY9" fmla="*/ 702469 h 1200150"/>
                <a:gd name="connsiteX10" fmla="*/ 326231 w 1226344"/>
                <a:gd name="connsiteY10" fmla="*/ 721519 h 1200150"/>
                <a:gd name="connsiteX11" fmla="*/ 338137 w 1226344"/>
                <a:gd name="connsiteY11" fmla="*/ 762000 h 1200150"/>
                <a:gd name="connsiteX12" fmla="*/ 321469 w 1226344"/>
                <a:gd name="connsiteY12" fmla="*/ 781050 h 1200150"/>
                <a:gd name="connsiteX13" fmla="*/ 311944 w 1226344"/>
                <a:gd name="connsiteY13" fmla="*/ 807244 h 1200150"/>
                <a:gd name="connsiteX14" fmla="*/ 266700 w 1226344"/>
                <a:gd name="connsiteY14" fmla="*/ 826294 h 1200150"/>
                <a:gd name="connsiteX15" fmla="*/ 219075 w 1226344"/>
                <a:gd name="connsiteY15" fmla="*/ 900113 h 1200150"/>
                <a:gd name="connsiteX16" fmla="*/ 204787 w 1226344"/>
                <a:gd name="connsiteY16" fmla="*/ 909638 h 1200150"/>
                <a:gd name="connsiteX17" fmla="*/ 192881 w 1226344"/>
                <a:gd name="connsiteY17" fmla="*/ 973932 h 1200150"/>
                <a:gd name="connsiteX18" fmla="*/ 152400 w 1226344"/>
                <a:gd name="connsiteY18" fmla="*/ 1042988 h 1200150"/>
                <a:gd name="connsiteX19" fmla="*/ 157162 w 1226344"/>
                <a:gd name="connsiteY19" fmla="*/ 1071563 h 1200150"/>
                <a:gd name="connsiteX20" fmla="*/ 204787 w 1226344"/>
                <a:gd name="connsiteY20" fmla="*/ 1083469 h 1200150"/>
                <a:gd name="connsiteX21" fmla="*/ 233362 w 1226344"/>
                <a:gd name="connsiteY21" fmla="*/ 1133475 h 1200150"/>
                <a:gd name="connsiteX22" fmla="*/ 247650 w 1226344"/>
                <a:gd name="connsiteY22" fmla="*/ 1133475 h 1200150"/>
                <a:gd name="connsiteX23" fmla="*/ 266700 w 1226344"/>
                <a:gd name="connsiteY23" fmla="*/ 1102519 h 1200150"/>
                <a:gd name="connsiteX24" fmla="*/ 257175 w 1226344"/>
                <a:gd name="connsiteY24" fmla="*/ 1081088 h 1200150"/>
                <a:gd name="connsiteX25" fmla="*/ 230981 w 1226344"/>
                <a:gd name="connsiteY25" fmla="*/ 1076325 h 1200150"/>
                <a:gd name="connsiteX26" fmla="*/ 230981 w 1226344"/>
                <a:gd name="connsiteY26" fmla="*/ 1052513 h 1200150"/>
                <a:gd name="connsiteX27" fmla="*/ 228600 w 1226344"/>
                <a:gd name="connsiteY27" fmla="*/ 1009650 h 1200150"/>
                <a:gd name="connsiteX28" fmla="*/ 216694 w 1226344"/>
                <a:gd name="connsiteY28" fmla="*/ 976313 h 1200150"/>
                <a:gd name="connsiteX29" fmla="*/ 223837 w 1226344"/>
                <a:gd name="connsiteY29" fmla="*/ 940594 h 1200150"/>
                <a:gd name="connsiteX30" fmla="*/ 266700 w 1226344"/>
                <a:gd name="connsiteY30" fmla="*/ 900113 h 1200150"/>
                <a:gd name="connsiteX31" fmla="*/ 278606 w 1226344"/>
                <a:gd name="connsiteY31" fmla="*/ 897732 h 1200150"/>
                <a:gd name="connsiteX32" fmla="*/ 290512 w 1226344"/>
                <a:gd name="connsiteY32" fmla="*/ 938213 h 1200150"/>
                <a:gd name="connsiteX33" fmla="*/ 302419 w 1226344"/>
                <a:gd name="connsiteY33" fmla="*/ 938213 h 1200150"/>
                <a:gd name="connsiteX34" fmla="*/ 321469 w 1226344"/>
                <a:gd name="connsiteY34" fmla="*/ 962025 h 1200150"/>
                <a:gd name="connsiteX35" fmla="*/ 338137 w 1226344"/>
                <a:gd name="connsiteY35" fmla="*/ 957263 h 1200150"/>
                <a:gd name="connsiteX36" fmla="*/ 359569 w 1226344"/>
                <a:gd name="connsiteY36" fmla="*/ 942975 h 1200150"/>
                <a:gd name="connsiteX37" fmla="*/ 483394 w 1226344"/>
                <a:gd name="connsiteY37" fmla="*/ 954882 h 1200150"/>
                <a:gd name="connsiteX38" fmla="*/ 516731 w 1226344"/>
                <a:gd name="connsiteY38" fmla="*/ 947738 h 1200150"/>
                <a:gd name="connsiteX39" fmla="*/ 545306 w 1226344"/>
                <a:gd name="connsiteY39" fmla="*/ 964407 h 1200150"/>
                <a:gd name="connsiteX40" fmla="*/ 561975 w 1226344"/>
                <a:gd name="connsiteY40" fmla="*/ 978694 h 1200150"/>
                <a:gd name="connsiteX41" fmla="*/ 604837 w 1226344"/>
                <a:gd name="connsiteY41" fmla="*/ 981075 h 1200150"/>
                <a:gd name="connsiteX42" fmla="*/ 640556 w 1226344"/>
                <a:gd name="connsiteY42" fmla="*/ 1021557 h 1200150"/>
                <a:gd name="connsiteX43" fmla="*/ 659606 w 1226344"/>
                <a:gd name="connsiteY43" fmla="*/ 1019175 h 1200150"/>
                <a:gd name="connsiteX44" fmla="*/ 702469 w 1226344"/>
                <a:gd name="connsiteY44" fmla="*/ 976313 h 1200150"/>
                <a:gd name="connsiteX45" fmla="*/ 735806 w 1226344"/>
                <a:gd name="connsiteY45" fmla="*/ 1000125 h 1200150"/>
                <a:gd name="connsiteX46" fmla="*/ 752475 w 1226344"/>
                <a:gd name="connsiteY46" fmla="*/ 1023938 h 1200150"/>
                <a:gd name="connsiteX47" fmla="*/ 785812 w 1226344"/>
                <a:gd name="connsiteY47" fmla="*/ 1021557 h 1200150"/>
                <a:gd name="connsiteX48" fmla="*/ 819150 w 1226344"/>
                <a:gd name="connsiteY48" fmla="*/ 1042988 h 1200150"/>
                <a:gd name="connsiteX49" fmla="*/ 823912 w 1226344"/>
                <a:gd name="connsiteY49" fmla="*/ 1064419 h 1200150"/>
                <a:gd name="connsiteX50" fmla="*/ 842962 w 1226344"/>
                <a:gd name="connsiteY50" fmla="*/ 1066800 h 1200150"/>
                <a:gd name="connsiteX51" fmla="*/ 904875 w 1226344"/>
                <a:gd name="connsiteY51" fmla="*/ 1073944 h 1200150"/>
                <a:gd name="connsiteX52" fmla="*/ 933450 w 1226344"/>
                <a:gd name="connsiteY52" fmla="*/ 1112044 h 1200150"/>
                <a:gd name="connsiteX53" fmla="*/ 938212 w 1226344"/>
                <a:gd name="connsiteY53" fmla="*/ 1140619 h 1200150"/>
                <a:gd name="connsiteX54" fmla="*/ 940594 w 1226344"/>
                <a:gd name="connsiteY54" fmla="*/ 1152525 h 1200150"/>
                <a:gd name="connsiteX55" fmla="*/ 954882 w 1226344"/>
                <a:gd name="connsiteY55" fmla="*/ 1200150 h 1200150"/>
                <a:gd name="connsiteX56" fmla="*/ 1002506 w 1226344"/>
                <a:gd name="connsiteY56" fmla="*/ 1173956 h 1200150"/>
                <a:gd name="connsiteX57" fmla="*/ 1042987 w 1226344"/>
                <a:gd name="connsiteY57" fmla="*/ 1150144 h 1200150"/>
                <a:gd name="connsiteX58" fmla="*/ 1071562 w 1226344"/>
                <a:gd name="connsiteY58" fmla="*/ 1069182 h 1200150"/>
                <a:gd name="connsiteX59" fmla="*/ 1062037 w 1226344"/>
                <a:gd name="connsiteY59" fmla="*/ 1045369 h 1200150"/>
                <a:gd name="connsiteX60" fmla="*/ 1059656 w 1226344"/>
                <a:gd name="connsiteY60" fmla="*/ 1012032 h 1200150"/>
                <a:gd name="connsiteX61" fmla="*/ 1066800 w 1226344"/>
                <a:gd name="connsiteY61" fmla="*/ 992982 h 1200150"/>
                <a:gd name="connsiteX62" fmla="*/ 1083469 w 1226344"/>
                <a:gd name="connsiteY62" fmla="*/ 973932 h 1200150"/>
                <a:gd name="connsiteX63" fmla="*/ 1107281 w 1226344"/>
                <a:gd name="connsiteY63" fmla="*/ 964407 h 1200150"/>
                <a:gd name="connsiteX64" fmla="*/ 1133475 w 1226344"/>
                <a:gd name="connsiteY64" fmla="*/ 921544 h 1200150"/>
                <a:gd name="connsiteX65" fmla="*/ 1150144 w 1226344"/>
                <a:gd name="connsiteY65" fmla="*/ 921544 h 1200150"/>
                <a:gd name="connsiteX66" fmla="*/ 1197769 w 1226344"/>
                <a:gd name="connsiteY66" fmla="*/ 940594 h 1200150"/>
                <a:gd name="connsiteX67" fmla="*/ 1226344 w 1226344"/>
                <a:gd name="connsiteY67" fmla="*/ 904875 h 1200150"/>
                <a:gd name="connsiteX68" fmla="*/ 1195387 w 1226344"/>
                <a:gd name="connsiteY68" fmla="*/ 852488 h 1200150"/>
                <a:gd name="connsiteX69" fmla="*/ 1159669 w 1226344"/>
                <a:gd name="connsiteY69" fmla="*/ 804863 h 1200150"/>
                <a:gd name="connsiteX70" fmla="*/ 1162050 w 1226344"/>
                <a:gd name="connsiteY70" fmla="*/ 762000 h 1200150"/>
                <a:gd name="connsiteX71" fmla="*/ 1216819 w 1226344"/>
                <a:gd name="connsiteY71" fmla="*/ 702469 h 1200150"/>
                <a:gd name="connsiteX72" fmla="*/ 1219200 w 1226344"/>
                <a:gd name="connsiteY72" fmla="*/ 676275 h 1200150"/>
                <a:gd name="connsiteX73" fmla="*/ 1181100 w 1226344"/>
                <a:gd name="connsiteY73" fmla="*/ 661988 h 1200150"/>
                <a:gd name="connsiteX74" fmla="*/ 1150144 w 1226344"/>
                <a:gd name="connsiteY74" fmla="*/ 635794 h 1200150"/>
                <a:gd name="connsiteX75" fmla="*/ 1133475 w 1226344"/>
                <a:gd name="connsiteY75" fmla="*/ 602457 h 1200150"/>
                <a:gd name="connsiteX76" fmla="*/ 1083469 w 1226344"/>
                <a:gd name="connsiteY76" fmla="*/ 604838 h 1200150"/>
                <a:gd name="connsiteX77" fmla="*/ 1033462 w 1226344"/>
                <a:gd name="connsiteY77" fmla="*/ 604838 h 1200150"/>
                <a:gd name="connsiteX78" fmla="*/ 1014412 w 1226344"/>
                <a:gd name="connsiteY78" fmla="*/ 583407 h 1200150"/>
                <a:gd name="connsiteX79" fmla="*/ 950119 w 1226344"/>
                <a:gd name="connsiteY79" fmla="*/ 578644 h 1200150"/>
                <a:gd name="connsiteX80" fmla="*/ 933450 w 1226344"/>
                <a:gd name="connsiteY80" fmla="*/ 561975 h 1200150"/>
                <a:gd name="connsiteX81" fmla="*/ 933450 w 1226344"/>
                <a:gd name="connsiteY81" fmla="*/ 547688 h 1200150"/>
                <a:gd name="connsiteX82" fmla="*/ 859631 w 1226344"/>
                <a:gd name="connsiteY82" fmla="*/ 511969 h 1200150"/>
                <a:gd name="connsiteX83" fmla="*/ 850106 w 1226344"/>
                <a:gd name="connsiteY83" fmla="*/ 492919 h 1200150"/>
                <a:gd name="connsiteX84" fmla="*/ 828675 w 1226344"/>
                <a:gd name="connsiteY84" fmla="*/ 476250 h 1200150"/>
                <a:gd name="connsiteX85" fmla="*/ 795337 w 1226344"/>
                <a:gd name="connsiteY85" fmla="*/ 478632 h 1200150"/>
                <a:gd name="connsiteX86" fmla="*/ 773906 w 1226344"/>
                <a:gd name="connsiteY86" fmla="*/ 471488 h 1200150"/>
                <a:gd name="connsiteX87" fmla="*/ 728662 w 1226344"/>
                <a:gd name="connsiteY87" fmla="*/ 428625 h 1200150"/>
                <a:gd name="connsiteX88" fmla="*/ 700087 w 1226344"/>
                <a:gd name="connsiteY88" fmla="*/ 421482 h 1200150"/>
                <a:gd name="connsiteX89" fmla="*/ 666750 w 1226344"/>
                <a:gd name="connsiteY89" fmla="*/ 383382 h 1200150"/>
                <a:gd name="connsiteX90" fmla="*/ 626269 w 1226344"/>
                <a:gd name="connsiteY90" fmla="*/ 369094 h 1200150"/>
                <a:gd name="connsiteX91" fmla="*/ 585787 w 1226344"/>
                <a:gd name="connsiteY91" fmla="*/ 335757 h 1200150"/>
                <a:gd name="connsiteX92" fmla="*/ 564356 w 1226344"/>
                <a:gd name="connsiteY92" fmla="*/ 311944 h 1200150"/>
                <a:gd name="connsiteX93" fmla="*/ 550069 w 1226344"/>
                <a:gd name="connsiteY93" fmla="*/ 330994 h 1200150"/>
                <a:gd name="connsiteX94" fmla="*/ 478631 w 1226344"/>
                <a:gd name="connsiteY94" fmla="*/ 328613 h 1200150"/>
                <a:gd name="connsiteX95" fmla="*/ 330994 w 1226344"/>
                <a:gd name="connsiteY95" fmla="*/ 230982 h 1200150"/>
                <a:gd name="connsiteX96" fmla="*/ 259556 w 1226344"/>
                <a:gd name="connsiteY96" fmla="*/ 254794 h 1200150"/>
                <a:gd name="connsiteX97" fmla="*/ 221456 w 1226344"/>
                <a:gd name="connsiteY97" fmla="*/ 245269 h 1200150"/>
                <a:gd name="connsiteX98" fmla="*/ 238125 w 1226344"/>
                <a:gd name="connsiteY98" fmla="*/ 150019 h 1200150"/>
                <a:gd name="connsiteX99" fmla="*/ 228600 w 1226344"/>
                <a:gd name="connsiteY99" fmla="*/ 95250 h 1200150"/>
                <a:gd name="connsiteX100" fmla="*/ 197644 w 1226344"/>
                <a:gd name="connsiteY100" fmla="*/ 78582 h 1200150"/>
                <a:gd name="connsiteX101" fmla="*/ 145256 w 1226344"/>
                <a:gd name="connsiteY101" fmla="*/ 0 h 1200150"/>
                <a:gd name="connsiteX102" fmla="*/ 88106 w 1226344"/>
                <a:gd name="connsiteY102" fmla="*/ 30957 h 1200150"/>
                <a:gd name="connsiteX103" fmla="*/ 83344 w 1226344"/>
                <a:gd name="connsiteY103" fmla="*/ 54769 h 1200150"/>
                <a:gd name="connsiteX104" fmla="*/ 90487 w 1226344"/>
                <a:gd name="connsiteY104" fmla="*/ 100013 h 1200150"/>
                <a:gd name="connsiteX105" fmla="*/ 71437 w 1226344"/>
                <a:gd name="connsiteY105" fmla="*/ 135732 h 1200150"/>
                <a:gd name="connsiteX106" fmla="*/ 66675 w 1226344"/>
                <a:gd name="connsiteY106" fmla="*/ 145257 h 1200150"/>
                <a:gd name="connsiteX107" fmla="*/ 97631 w 1226344"/>
                <a:gd name="connsiteY107" fmla="*/ 185738 h 1200150"/>
                <a:gd name="connsiteX108" fmla="*/ 83344 w 1226344"/>
                <a:gd name="connsiteY108" fmla="*/ 223838 h 1200150"/>
                <a:gd name="connsiteX109" fmla="*/ 59531 w 1226344"/>
                <a:gd name="connsiteY109" fmla="*/ 240507 h 1200150"/>
                <a:gd name="connsiteX110" fmla="*/ 69056 w 1226344"/>
                <a:gd name="connsiteY110" fmla="*/ 309563 h 1200150"/>
                <a:gd name="connsiteX111" fmla="*/ 92869 w 1226344"/>
                <a:gd name="connsiteY111" fmla="*/ 321469 h 1200150"/>
                <a:gd name="connsiteX112" fmla="*/ 85725 w 1226344"/>
                <a:gd name="connsiteY112" fmla="*/ 369094 h 1200150"/>
                <a:gd name="connsiteX113" fmla="*/ 42862 w 1226344"/>
                <a:gd name="connsiteY113" fmla="*/ 421482 h 1200150"/>
                <a:gd name="connsiteX114" fmla="*/ 0 w 1226344"/>
                <a:gd name="connsiteY114" fmla="*/ 452438 h 1200150"/>
                <a:gd name="connsiteX0" fmla="*/ 0 w 1226344"/>
                <a:gd name="connsiteY0" fmla="*/ 452438 h 1202531"/>
                <a:gd name="connsiteX1" fmla="*/ 28575 w 1226344"/>
                <a:gd name="connsiteY1" fmla="*/ 526257 h 1202531"/>
                <a:gd name="connsiteX2" fmla="*/ 73819 w 1226344"/>
                <a:gd name="connsiteY2" fmla="*/ 564357 h 1202531"/>
                <a:gd name="connsiteX3" fmla="*/ 109537 w 1226344"/>
                <a:gd name="connsiteY3" fmla="*/ 657225 h 1202531"/>
                <a:gd name="connsiteX4" fmla="*/ 128587 w 1226344"/>
                <a:gd name="connsiteY4" fmla="*/ 685800 h 1202531"/>
                <a:gd name="connsiteX5" fmla="*/ 142875 w 1226344"/>
                <a:gd name="connsiteY5" fmla="*/ 666750 h 1202531"/>
                <a:gd name="connsiteX6" fmla="*/ 142875 w 1226344"/>
                <a:gd name="connsiteY6" fmla="*/ 633413 h 1202531"/>
                <a:gd name="connsiteX7" fmla="*/ 180975 w 1226344"/>
                <a:gd name="connsiteY7" fmla="*/ 666750 h 1202531"/>
                <a:gd name="connsiteX8" fmla="*/ 240506 w 1226344"/>
                <a:gd name="connsiteY8" fmla="*/ 673894 h 1202531"/>
                <a:gd name="connsiteX9" fmla="*/ 271462 w 1226344"/>
                <a:gd name="connsiteY9" fmla="*/ 702469 h 1202531"/>
                <a:gd name="connsiteX10" fmla="*/ 326231 w 1226344"/>
                <a:gd name="connsiteY10" fmla="*/ 721519 h 1202531"/>
                <a:gd name="connsiteX11" fmla="*/ 338137 w 1226344"/>
                <a:gd name="connsiteY11" fmla="*/ 762000 h 1202531"/>
                <a:gd name="connsiteX12" fmla="*/ 321469 w 1226344"/>
                <a:gd name="connsiteY12" fmla="*/ 781050 h 1202531"/>
                <a:gd name="connsiteX13" fmla="*/ 311944 w 1226344"/>
                <a:gd name="connsiteY13" fmla="*/ 807244 h 1202531"/>
                <a:gd name="connsiteX14" fmla="*/ 266700 w 1226344"/>
                <a:gd name="connsiteY14" fmla="*/ 826294 h 1202531"/>
                <a:gd name="connsiteX15" fmla="*/ 219075 w 1226344"/>
                <a:gd name="connsiteY15" fmla="*/ 900113 h 1202531"/>
                <a:gd name="connsiteX16" fmla="*/ 204787 w 1226344"/>
                <a:gd name="connsiteY16" fmla="*/ 909638 h 1202531"/>
                <a:gd name="connsiteX17" fmla="*/ 192881 w 1226344"/>
                <a:gd name="connsiteY17" fmla="*/ 973932 h 1202531"/>
                <a:gd name="connsiteX18" fmla="*/ 152400 w 1226344"/>
                <a:gd name="connsiteY18" fmla="*/ 1042988 h 1202531"/>
                <a:gd name="connsiteX19" fmla="*/ 157162 w 1226344"/>
                <a:gd name="connsiteY19" fmla="*/ 1071563 h 1202531"/>
                <a:gd name="connsiteX20" fmla="*/ 204787 w 1226344"/>
                <a:gd name="connsiteY20" fmla="*/ 1083469 h 1202531"/>
                <a:gd name="connsiteX21" fmla="*/ 233362 w 1226344"/>
                <a:gd name="connsiteY21" fmla="*/ 1133475 h 1202531"/>
                <a:gd name="connsiteX22" fmla="*/ 247650 w 1226344"/>
                <a:gd name="connsiteY22" fmla="*/ 1133475 h 1202531"/>
                <a:gd name="connsiteX23" fmla="*/ 266700 w 1226344"/>
                <a:gd name="connsiteY23" fmla="*/ 1102519 h 1202531"/>
                <a:gd name="connsiteX24" fmla="*/ 257175 w 1226344"/>
                <a:gd name="connsiteY24" fmla="*/ 1081088 h 1202531"/>
                <a:gd name="connsiteX25" fmla="*/ 230981 w 1226344"/>
                <a:gd name="connsiteY25" fmla="*/ 1076325 h 1202531"/>
                <a:gd name="connsiteX26" fmla="*/ 230981 w 1226344"/>
                <a:gd name="connsiteY26" fmla="*/ 1052513 h 1202531"/>
                <a:gd name="connsiteX27" fmla="*/ 228600 w 1226344"/>
                <a:gd name="connsiteY27" fmla="*/ 1009650 h 1202531"/>
                <a:gd name="connsiteX28" fmla="*/ 216694 w 1226344"/>
                <a:gd name="connsiteY28" fmla="*/ 976313 h 1202531"/>
                <a:gd name="connsiteX29" fmla="*/ 223837 w 1226344"/>
                <a:gd name="connsiteY29" fmla="*/ 940594 h 1202531"/>
                <a:gd name="connsiteX30" fmla="*/ 266700 w 1226344"/>
                <a:gd name="connsiteY30" fmla="*/ 900113 h 1202531"/>
                <a:gd name="connsiteX31" fmla="*/ 278606 w 1226344"/>
                <a:gd name="connsiteY31" fmla="*/ 897732 h 1202531"/>
                <a:gd name="connsiteX32" fmla="*/ 290512 w 1226344"/>
                <a:gd name="connsiteY32" fmla="*/ 938213 h 1202531"/>
                <a:gd name="connsiteX33" fmla="*/ 302419 w 1226344"/>
                <a:gd name="connsiteY33" fmla="*/ 938213 h 1202531"/>
                <a:gd name="connsiteX34" fmla="*/ 321469 w 1226344"/>
                <a:gd name="connsiteY34" fmla="*/ 962025 h 1202531"/>
                <a:gd name="connsiteX35" fmla="*/ 338137 w 1226344"/>
                <a:gd name="connsiteY35" fmla="*/ 957263 h 1202531"/>
                <a:gd name="connsiteX36" fmla="*/ 359569 w 1226344"/>
                <a:gd name="connsiteY36" fmla="*/ 942975 h 1202531"/>
                <a:gd name="connsiteX37" fmla="*/ 483394 w 1226344"/>
                <a:gd name="connsiteY37" fmla="*/ 954882 h 1202531"/>
                <a:gd name="connsiteX38" fmla="*/ 516731 w 1226344"/>
                <a:gd name="connsiteY38" fmla="*/ 947738 h 1202531"/>
                <a:gd name="connsiteX39" fmla="*/ 545306 w 1226344"/>
                <a:gd name="connsiteY39" fmla="*/ 964407 h 1202531"/>
                <a:gd name="connsiteX40" fmla="*/ 561975 w 1226344"/>
                <a:gd name="connsiteY40" fmla="*/ 978694 h 1202531"/>
                <a:gd name="connsiteX41" fmla="*/ 604837 w 1226344"/>
                <a:gd name="connsiteY41" fmla="*/ 981075 h 1202531"/>
                <a:gd name="connsiteX42" fmla="*/ 640556 w 1226344"/>
                <a:gd name="connsiteY42" fmla="*/ 1021557 h 1202531"/>
                <a:gd name="connsiteX43" fmla="*/ 659606 w 1226344"/>
                <a:gd name="connsiteY43" fmla="*/ 1019175 h 1202531"/>
                <a:gd name="connsiteX44" fmla="*/ 702469 w 1226344"/>
                <a:gd name="connsiteY44" fmla="*/ 976313 h 1202531"/>
                <a:gd name="connsiteX45" fmla="*/ 735806 w 1226344"/>
                <a:gd name="connsiteY45" fmla="*/ 1000125 h 1202531"/>
                <a:gd name="connsiteX46" fmla="*/ 752475 w 1226344"/>
                <a:gd name="connsiteY46" fmla="*/ 1023938 h 1202531"/>
                <a:gd name="connsiteX47" fmla="*/ 785812 w 1226344"/>
                <a:gd name="connsiteY47" fmla="*/ 1021557 h 1202531"/>
                <a:gd name="connsiteX48" fmla="*/ 819150 w 1226344"/>
                <a:gd name="connsiteY48" fmla="*/ 1042988 h 1202531"/>
                <a:gd name="connsiteX49" fmla="*/ 823912 w 1226344"/>
                <a:gd name="connsiteY49" fmla="*/ 1064419 h 1202531"/>
                <a:gd name="connsiteX50" fmla="*/ 842962 w 1226344"/>
                <a:gd name="connsiteY50" fmla="*/ 1066800 h 1202531"/>
                <a:gd name="connsiteX51" fmla="*/ 904875 w 1226344"/>
                <a:gd name="connsiteY51" fmla="*/ 1073944 h 1202531"/>
                <a:gd name="connsiteX52" fmla="*/ 933450 w 1226344"/>
                <a:gd name="connsiteY52" fmla="*/ 1112044 h 1202531"/>
                <a:gd name="connsiteX53" fmla="*/ 938212 w 1226344"/>
                <a:gd name="connsiteY53" fmla="*/ 1140619 h 1202531"/>
                <a:gd name="connsiteX54" fmla="*/ 940594 w 1226344"/>
                <a:gd name="connsiteY54" fmla="*/ 1152525 h 1202531"/>
                <a:gd name="connsiteX55" fmla="*/ 954882 w 1226344"/>
                <a:gd name="connsiteY55" fmla="*/ 1200150 h 1202531"/>
                <a:gd name="connsiteX56" fmla="*/ 990599 w 1226344"/>
                <a:gd name="connsiteY56" fmla="*/ 1202531 h 1202531"/>
                <a:gd name="connsiteX57" fmla="*/ 1042987 w 1226344"/>
                <a:gd name="connsiteY57" fmla="*/ 1150144 h 1202531"/>
                <a:gd name="connsiteX58" fmla="*/ 1071562 w 1226344"/>
                <a:gd name="connsiteY58" fmla="*/ 1069182 h 1202531"/>
                <a:gd name="connsiteX59" fmla="*/ 1062037 w 1226344"/>
                <a:gd name="connsiteY59" fmla="*/ 1045369 h 1202531"/>
                <a:gd name="connsiteX60" fmla="*/ 1059656 w 1226344"/>
                <a:gd name="connsiteY60" fmla="*/ 1012032 h 1202531"/>
                <a:gd name="connsiteX61" fmla="*/ 1066800 w 1226344"/>
                <a:gd name="connsiteY61" fmla="*/ 992982 h 1202531"/>
                <a:gd name="connsiteX62" fmla="*/ 1083469 w 1226344"/>
                <a:gd name="connsiteY62" fmla="*/ 973932 h 1202531"/>
                <a:gd name="connsiteX63" fmla="*/ 1107281 w 1226344"/>
                <a:gd name="connsiteY63" fmla="*/ 964407 h 1202531"/>
                <a:gd name="connsiteX64" fmla="*/ 1133475 w 1226344"/>
                <a:gd name="connsiteY64" fmla="*/ 921544 h 1202531"/>
                <a:gd name="connsiteX65" fmla="*/ 1150144 w 1226344"/>
                <a:gd name="connsiteY65" fmla="*/ 921544 h 1202531"/>
                <a:gd name="connsiteX66" fmla="*/ 1197769 w 1226344"/>
                <a:gd name="connsiteY66" fmla="*/ 940594 h 1202531"/>
                <a:gd name="connsiteX67" fmla="*/ 1226344 w 1226344"/>
                <a:gd name="connsiteY67" fmla="*/ 904875 h 1202531"/>
                <a:gd name="connsiteX68" fmla="*/ 1195387 w 1226344"/>
                <a:gd name="connsiteY68" fmla="*/ 852488 h 1202531"/>
                <a:gd name="connsiteX69" fmla="*/ 1159669 w 1226344"/>
                <a:gd name="connsiteY69" fmla="*/ 804863 h 1202531"/>
                <a:gd name="connsiteX70" fmla="*/ 1162050 w 1226344"/>
                <a:gd name="connsiteY70" fmla="*/ 762000 h 1202531"/>
                <a:gd name="connsiteX71" fmla="*/ 1216819 w 1226344"/>
                <a:gd name="connsiteY71" fmla="*/ 702469 h 1202531"/>
                <a:gd name="connsiteX72" fmla="*/ 1219200 w 1226344"/>
                <a:gd name="connsiteY72" fmla="*/ 676275 h 1202531"/>
                <a:gd name="connsiteX73" fmla="*/ 1181100 w 1226344"/>
                <a:gd name="connsiteY73" fmla="*/ 661988 h 1202531"/>
                <a:gd name="connsiteX74" fmla="*/ 1150144 w 1226344"/>
                <a:gd name="connsiteY74" fmla="*/ 635794 h 1202531"/>
                <a:gd name="connsiteX75" fmla="*/ 1133475 w 1226344"/>
                <a:gd name="connsiteY75" fmla="*/ 602457 h 1202531"/>
                <a:gd name="connsiteX76" fmla="*/ 1083469 w 1226344"/>
                <a:gd name="connsiteY76" fmla="*/ 604838 h 1202531"/>
                <a:gd name="connsiteX77" fmla="*/ 1033462 w 1226344"/>
                <a:gd name="connsiteY77" fmla="*/ 604838 h 1202531"/>
                <a:gd name="connsiteX78" fmla="*/ 1014412 w 1226344"/>
                <a:gd name="connsiteY78" fmla="*/ 583407 h 1202531"/>
                <a:gd name="connsiteX79" fmla="*/ 950119 w 1226344"/>
                <a:gd name="connsiteY79" fmla="*/ 578644 h 1202531"/>
                <a:gd name="connsiteX80" fmla="*/ 933450 w 1226344"/>
                <a:gd name="connsiteY80" fmla="*/ 561975 h 1202531"/>
                <a:gd name="connsiteX81" fmla="*/ 933450 w 1226344"/>
                <a:gd name="connsiteY81" fmla="*/ 547688 h 1202531"/>
                <a:gd name="connsiteX82" fmla="*/ 859631 w 1226344"/>
                <a:gd name="connsiteY82" fmla="*/ 511969 h 1202531"/>
                <a:gd name="connsiteX83" fmla="*/ 850106 w 1226344"/>
                <a:gd name="connsiteY83" fmla="*/ 492919 h 1202531"/>
                <a:gd name="connsiteX84" fmla="*/ 828675 w 1226344"/>
                <a:gd name="connsiteY84" fmla="*/ 476250 h 1202531"/>
                <a:gd name="connsiteX85" fmla="*/ 795337 w 1226344"/>
                <a:gd name="connsiteY85" fmla="*/ 478632 h 1202531"/>
                <a:gd name="connsiteX86" fmla="*/ 773906 w 1226344"/>
                <a:gd name="connsiteY86" fmla="*/ 471488 h 1202531"/>
                <a:gd name="connsiteX87" fmla="*/ 728662 w 1226344"/>
                <a:gd name="connsiteY87" fmla="*/ 428625 h 1202531"/>
                <a:gd name="connsiteX88" fmla="*/ 700087 w 1226344"/>
                <a:gd name="connsiteY88" fmla="*/ 421482 h 1202531"/>
                <a:gd name="connsiteX89" fmla="*/ 666750 w 1226344"/>
                <a:gd name="connsiteY89" fmla="*/ 383382 h 1202531"/>
                <a:gd name="connsiteX90" fmla="*/ 626269 w 1226344"/>
                <a:gd name="connsiteY90" fmla="*/ 369094 h 1202531"/>
                <a:gd name="connsiteX91" fmla="*/ 585787 w 1226344"/>
                <a:gd name="connsiteY91" fmla="*/ 335757 h 1202531"/>
                <a:gd name="connsiteX92" fmla="*/ 564356 w 1226344"/>
                <a:gd name="connsiteY92" fmla="*/ 311944 h 1202531"/>
                <a:gd name="connsiteX93" fmla="*/ 550069 w 1226344"/>
                <a:gd name="connsiteY93" fmla="*/ 330994 h 1202531"/>
                <a:gd name="connsiteX94" fmla="*/ 478631 w 1226344"/>
                <a:gd name="connsiteY94" fmla="*/ 328613 h 1202531"/>
                <a:gd name="connsiteX95" fmla="*/ 330994 w 1226344"/>
                <a:gd name="connsiteY95" fmla="*/ 230982 h 1202531"/>
                <a:gd name="connsiteX96" fmla="*/ 259556 w 1226344"/>
                <a:gd name="connsiteY96" fmla="*/ 254794 h 1202531"/>
                <a:gd name="connsiteX97" fmla="*/ 221456 w 1226344"/>
                <a:gd name="connsiteY97" fmla="*/ 245269 h 1202531"/>
                <a:gd name="connsiteX98" fmla="*/ 238125 w 1226344"/>
                <a:gd name="connsiteY98" fmla="*/ 150019 h 1202531"/>
                <a:gd name="connsiteX99" fmla="*/ 228600 w 1226344"/>
                <a:gd name="connsiteY99" fmla="*/ 95250 h 1202531"/>
                <a:gd name="connsiteX100" fmla="*/ 197644 w 1226344"/>
                <a:gd name="connsiteY100" fmla="*/ 78582 h 1202531"/>
                <a:gd name="connsiteX101" fmla="*/ 145256 w 1226344"/>
                <a:gd name="connsiteY101" fmla="*/ 0 h 1202531"/>
                <a:gd name="connsiteX102" fmla="*/ 88106 w 1226344"/>
                <a:gd name="connsiteY102" fmla="*/ 30957 h 1202531"/>
                <a:gd name="connsiteX103" fmla="*/ 83344 w 1226344"/>
                <a:gd name="connsiteY103" fmla="*/ 54769 h 1202531"/>
                <a:gd name="connsiteX104" fmla="*/ 90487 w 1226344"/>
                <a:gd name="connsiteY104" fmla="*/ 100013 h 1202531"/>
                <a:gd name="connsiteX105" fmla="*/ 71437 w 1226344"/>
                <a:gd name="connsiteY105" fmla="*/ 135732 h 1202531"/>
                <a:gd name="connsiteX106" fmla="*/ 66675 w 1226344"/>
                <a:gd name="connsiteY106" fmla="*/ 145257 h 1202531"/>
                <a:gd name="connsiteX107" fmla="*/ 97631 w 1226344"/>
                <a:gd name="connsiteY107" fmla="*/ 185738 h 1202531"/>
                <a:gd name="connsiteX108" fmla="*/ 83344 w 1226344"/>
                <a:gd name="connsiteY108" fmla="*/ 223838 h 1202531"/>
                <a:gd name="connsiteX109" fmla="*/ 59531 w 1226344"/>
                <a:gd name="connsiteY109" fmla="*/ 240507 h 1202531"/>
                <a:gd name="connsiteX110" fmla="*/ 69056 w 1226344"/>
                <a:gd name="connsiteY110" fmla="*/ 309563 h 1202531"/>
                <a:gd name="connsiteX111" fmla="*/ 92869 w 1226344"/>
                <a:gd name="connsiteY111" fmla="*/ 321469 h 1202531"/>
                <a:gd name="connsiteX112" fmla="*/ 85725 w 1226344"/>
                <a:gd name="connsiteY112" fmla="*/ 369094 h 1202531"/>
                <a:gd name="connsiteX113" fmla="*/ 42862 w 1226344"/>
                <a:gd name="connsiteY113" fmla="*/ 421482 h 1202531"/>
                <a:gd name="connsiteX114" fmla="*/ 0 w 1226344"/>
                <a:gd name="connsiteY114" fmla="*/ 452438 h 120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226344" h="1202531">
                  <a:moveTo>
                    <a:pt x="0" y="452438"/>
                  </a:moveTo>
                  <a:lnTo>
                    <a:pt x="28575" y="526257"/>
                  </a:lnTo>
                  <a:lnTo>
                    <a:pt x="73819" y="564357"/>
                  </a:lnTo>
                  <a:lnTo>
                    <a:pt x="109537" y="657225"/>
                  </a:lnTo>
                  <a:lnTo>
                    <a:pt x="128587" y="685800"/>
                  </a:lnTo>
                  <a:lnTo>
                    <a:pt x="142875" y="666750"/>
                  </a:lnTo>
                  <a:lnTo>
                    <a:pt x="142875" y="633413"/>
                  </a:lnTo>
                  <a:lnTo>
                    <a:pt x="180975" y="666750"/>
                  </a:lnTo>
                  <a:lnTo>
                    <a:pt x="240506" y="673894"/>
                  </a:lnTo>
                  <a:lnTo>
                    <a:pt x="271462" y="702469"/>
                  </a:lnTo>
                  <a:lnTo>
                    <a:pt x="326231" y="721519"/>
                  </a:lnTo>
                  <a:lnTo>
                    <a:pt x="338137" y="762000"/>
                  </a:lnTo>
                  <a:lnTo>
                    <a:pt x="321469" y="781050"/>
                  </a:lnTo>
                  <a:lnTo>
                    <a:pt x="311944" y="807244"/>
                  </a:lnTo>
                  <a:lnTo>
                    <a:pt x="266700" y="826294"/>
                  </a:lnTo>
                  <a:lnTo>
                    <a:pt x="219075" y="900113"/>
                  </a:lnTo>
                  <a:lnTo>
                    <a:pt x="204787" y="909638"/>
                  </a:lnTo>
                  <a:lnTo>
                    <a:pt x="192881" y="973932"/>
                  </a:lnTo>
                  <a:lnTo>
                    <a:pt x="152400" y="1042988"/>
                  </a:lnTo>
                  <a:lnTo>
                    <a:pt x="157162" y="1071563"/>
                  </a:lnTo>
                  <a:lnTo>
                    <a:pt x="204787" y="1083469"/>
                  </a:lnTo>
                  <a:lnTo>
                    <a:pt x="233362" y="1133475"/>
                  </a:lnTo>
                  <a:lnTo>
                    <a:pt x="247650" y="1133475"/>
                  </a:lnTo>
                  <a:lnTo>
                    <a:pt x="266700" y="1102519"/>
                  </a:lnTo>
                  <a:lnTo>
                    <a:pt x="257175" y="1081088"/>
                  </a:lnTo>
                  <a:lnTo>
                    <a:pt x="230981" y="1076325"/>
                  </a:lnTo>
                  <a:lnTo>
                    <a:pt x="230981" y="1052513"/>
                  </a:lnTo>
                  <a:lnTo>
                    <a:pt x="228600" y="1009650"/>
                  </a:lnTo>
                  <a:lnTo>
                    <a:pt x="216694" y="976313"/>
                  </a:lnTo>
                  <a:lnTo>
                    <a:pt x="223837" y="940594"/>
                  </a:lnTo>
                  <a:lnTo>
                    <a:pt x="266700" y="900113"/>
                  </a:lnTo>
                  <a:lnTo>
                    <a:pt x="278606" y="897732"/>
                  </a:lnTo>
                  <a:lnTo>
                    <a:pt x="290512" y="938213"/>
                  </a:lnTo>
                  <a:lnTo>
                    <a:pt x="302419" y="938213"/>
                  </a:lnTo>
                  <a:lnTo>
                    <a:pt x="321469" y="962025"/>
                  </a:lnTo>
                  <a:lnTo>
                    <a:pt x="338137" y="957263"/>
                  </a:lnTo>
                  <a:lnTo>
                    <a:pt x="359569" y="942975"/>
                  </a:lnTo>
                  <a:lnTo>
                    <a:pt x="483394" y="954882"/>
                  </a:lnTo>
                  <a:lnTo>
                    <a:pt x="516731" y="947738"/>
                  </a:lnTo>
                  <a:lnTo>
                    <a:pt x="545306" y="964407"/>
                  </a:lnTo>
                  <a:lnTo>
                    <a:pt x="561975" y="978694"/>
                  </a:lnTo>
                  <a:lnTo>
                    <a:pt x="604837" y="981075"/>
                  </a:lnTo>
                  <a:lnTo>
                    <a:pt x="640556" y="1021557"/>
                  </a:lnTo>
                  <a:lnTo>
                    <a:pt x="659606" y="1019175"/>
                  </a:lnTo>
                  <a:lnTo>
                    <a:pt x="702469" y="976313"/>
                  </a:lnTo>
                  <a:lnTo>
                    <a:pt x="735806" y="1000125"/>
                  </a:lnTo>
                  <a:lnTo>
                    <a:pt x="752475" y="1023938"/>
                  </a:lnTo>
                  <a:lnTo>
                    <a:pt x="785812" y="1021557"/>
                  </a:lnTo>
                  <a:lnTo>
                    <a:pt x="819150" y="1042988"/>
                  </a:lnTo>
                  <a:lnTo>
                    <a:pt x="823912" y="1064419"/>
                  </a:lnTo>
                  <a:lnTo>
                    <a:pt x="842962" y="1066800"/>
                  </a:lnTo>
                  <a:lnTo>
                    <a:pt x="904875" y="1073944"/>
                  </a:lnTo>
                  <a:lnTo>
                    <a:pt x="933450" y="1112044"/>
                  </a:lnTo>
                  <a:lnTo>
                    <a:pt x="938212" y="1140619"/>
                  </a:lnTo>
                  <a:lnTo>
                    <a:pt x="940594" y="1152525"/>
                  </a:lnTo>
                  <a:lnTo>
                    <a:pt x="954882" y="1200150"/>
                  </a:lnTo>
                  <a:lnTo>
                    <a:pt x="990599" y="1202531"/>
                  </a:lnTo>
                  <a:lnTo>
                    <a:pt x="1042987" y="1150144"/>
                  </a:lnTo>
                  <a:lnTo>
                    <a:pt x="1071562" y="1069182"/>
                  </a:lnTo>
                  <a:lnTo>
                    <a:pt x="1062037" y="1045369"/>
                  </a:lnTo>
                  <a:lnTo>
                    <a:pt x="1059656" y="1012032"/>
                  </a:lnTo>
                  <a:lnTo>
                    <a:pt x="1066800" y="992982"/>
                  </a:lnTo>
                  <a:lnTo>
                    <a:pt x="1083469" y="973932"/>
                  </a:lnTo>
                  <a:lnTo>
                    <a:pt x="1107281" y="964407"/>
                  </a:lnTo>
                  <a:lnTo>
                    <a:pt x="1133475" y="921544"/>
                  </a:lnTo>
                  <a:lnTo>
                    <a:pt x="1150144" y="921544"/>
                  </a:lnTo>
                  <a:lnTo>
                    <a:pt x="1197769" y="940594"/>
                  </a:lnTo>
                  <a:lnTo>
                    <a:pt x="1226344" y="904875"/>
                  </a:lnTo>
                  <a:lnTo>
                    <a:pt x="1195387" y="852488"/>
                  </a:lnTo>
                  <a:lnTo>
                    <a:pt x="1159669" y="804863"/>
                  </a:lnTo>
                  <a:lnTo>
                    <a:pt x="1162050" y="762000"/>
                  </a:lnTo>
                  <a:lnTo>
                    <a:pt x="1216819" y="702469"/>
                  </a:lnTo>
                  <a:lnTo>
                    <a:pt x="1219200" y="676275"/>
                  </a:lnTo>
                  <a:lnTo>
                    <a:pt x="1181100" y="661988"/>
                  </a:lnTo>
                  <a:lnTo>
                    <a:pt x="1150144" y="635794"/>
                  </a:lnTo>
                  <a:lnTo>
                    <a:pt x="1133475" y="602457"/>
                  </a:lnTo>
                  <a:lnTo>
                    <a:pt x="1083469" y="604838"/>
                  </a:lnTo>
                  <a:lnTo>
                    <a:pt x="1033462" y="604838"/>
                  </a:lnTo>
                  <a:lnTo>
                    <a:pt x="1014412" y="583407"/>
                  </a:lnTo>
                  <a:lnTo>
                    <a:pt x="950119" y="578644"/>
                  </a:lnTo>
                  <a:lnTo>
                    <a:pt x="933450" y="561975"/>
                  </a:lnTo>
                  <a:lnTo>
                    <a:pt x="933450" y="547688"/>
                  </a:lnTo>
                  <a:lnTo>
                    <a:pt x="859631" y="511969"/>
                  </a:lnTo>
                  <a:lnTo>
                    <a:pt x="850106" y="492919"/>
                  </a:lnTo>
                  <a:lnTo>
                    <a:pt x="828675" y="476250"/>
                  </a:lnTo>
                  <a:lnTo>
                    <a:pt x="795337" y="478632"/>
                  </a:lnTo>
                  <a:lnTo>
                    <a:pt x="773906" y="471488"/>
                  </a:lnTo>
                  <a:lnTo>
                    <a:pt x="728662" y="428625"/>
                  </a:lnTo>
                  <a:lnTo>
                    <a:pt x="700087" y="421482"/>
                  </a:lnTo>
                  <a:lnTo>
                    <a:pt x="666750" y="383382"/>
                  </a:lnTo>
                  <a:lnTo>
                    <a:pt x="626269" y="369094"/>
                  </a:lnTo>
                  <a:lnTo>
                    <a:pt x="585787" y="335757"/>
                  </a:lnTo>
                  <a:lnTo>
                    <a:pt x="564356" y="311944"/>
                  </a:lnTo>
                  <a:lnTo>
                    <a:pt x="550069" y="330994"/>
                  </a:lnTo>
                  <a:lnTo>
                    <a:pt x="478631" y="328613"/>
                  </a:lnTo>
                  <a:lnTo>
                    <a:pt x="330994" y="230982"/>
                  </a:lnTo>
                  <a:lnTo>
                    <a:pt x="259556" y="254794"/>
                  </a:lnTo>
                  <a:lnTo>
                    <a:pt x="221456" y="245269"/>
                  </a:lnTo>
                  <a:lnTo>
                    <a:pt x="238125" y="150019"/>
                  </a:lnTo>
                  <a:lnTo>
                    <a:pt x="228600" y="95250"/>
                  </a:lnTo>
                  <a:lnTo>
                    <a:pt x="197644" y="78582"/>
                  </a:lnTo>
                  <a:lnTo>
                    <a:pt x="145256" y="0"/>
                  </a:lnTo>
                  <a:lnTo>
                    <a:pt x="88106" y="30957"/>
                  </a:lnTo>
                  <a:lnTo>
                    <a:pt x="83344" y="54769"/>
                  </a:lnTo>
                  <a:lnTo>
                    <a:pt x="90487" y="100013"/>
                  </a:lnTo>
                  <a:lnTo>
                    <a:pt x="71437" y="135732"/>
                  </a:lnTo>
                  <a:lnTo>
                    <a:pt x="66675" y="145257"/>
                  </a:lnTo>
                  <a:lnTo>
                    <a:pt x="97631" y="185738"/>
                  </a:lnTo>
                  <a:lnTo>
                    <a:pt x="83344" y="223838"/>
                  </a:lnTo>
                  <a:lnTo>
                    <a:pt x="59531" y="240507"/>
                  </a:lnTo>
                  <a:lnTo>
                    <a:pt x="69056" y="309563"/>
                  </a:lnTo>
                  <a:lnTo>
                    <a:pt x="92869" y="321469"/>
                  </a:lnTo>
                  <a:lnTo>
                    <a:pt x="85725" y="369094"/>
                  </a:lnTo>
                  <a:lnTo>
                    <a:pt x="42862" y="421482"/>
                  </a:lnTo>
                  <a:lnTo>
                    <a:pt x="0" y="452438"/>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4" name="Freeform 73"/>
            <p:cNvSpPr/>
            <p:nvPr/>
          </p:nvSpPr>
          <p:spPr>
            <a:xfrm>
              <a:off x="3163888" y="2563813"/>
              <a:ext cx="1377950" cy="1289050"/>
            </a:xfrm>
            <a:custGeom>
              <a:avLst/>
              <a:gdLst>
                <a:gd name="connsiteX0" fmla="*/ 783432 w 1378744"/>
                <a:gd name="connsiteY0" fmla="*/ 0 h 1138237"/>
                <a:gd name="connsiteX1" fmla="*/ 738188 w 1378744"/>
                <a:gd name="connsiteY1" fmla="*/ 26193 h 1138237"/>
                <a:gd name="connsiteX2" fmla="*/ 685800 w 1378744"/>
                <a:gd name="connsiteY2" fmla="*/ 28575 h 1138237"/>
                <a:gd name="connsiteX3" fmla="*/ 635794 w 1378744"/>
                <a:gd name="connsiteY3" fmla="*/ 73818 h 1138237"/>
                <a:gd name="connsiteX4" fmla="*/ 633413 w 1378744"/>
                <a:gd name="connsiteY4" fmla="*/ 114300 h 1138237"/>
                <a:gd name="connsiteX5" fmla="*/ 561975 w 1378744"/>
                <a:gd name="connsiteY5" fmla="*/ 190500 h 1138237"/>
                <a:gd name="connsiteX6" fmla="*/ 519113 w 1378744"/>
                <a:gd name="connsiteY6" fmla="*/ 214312 h 1138237"/>
                <a:gd name="connsiteX7" fmla="*/ 485775 w 1378744"/>
                <a:gd name="connsiteY7" fmla="*/ 252412 h 1138237"/>
                <a:gd name="connsiteX8" fmla="*/ 461963 w 1378744"/>
                <a:gd name="connsiteY8" fmla="*/ 273843 h 1138237"/>
                <a:gd name="connsiteX9" fmla="*/ 423863 w 1378744"/>
                <a:gd name="connsiteY9" fmla="*/ 333375 h 1138237"/>
                <a:gd name="connsiteX10" fmla="*/ 378619 w 1378744"/>
                <a:gd name="connsiteY10" fmla="*/ 357187 h 1138237"/>
                <a:gd name="connsiteX11" fmla="*/ 292894 w 1378744"/>
                <a:gd name="connsiteY11" fmla="*/ 376237 h 1138237"/>
                <a:gd name="connsiteX12" fmla="*/ 264319 w 1378744"/>
                <a:gd name="connsiteY12" fmla="*/ 373856 h 1138237"/>
                <a:gd name="connsiteX13" fmla="*/ 240507 w 1378744"/>
                <a:gd name="connsiteY13" fmla="*/ 359568 h 1138237"/>
                <a:gd name="connsiteX14" fmla="*/ 226219 w 1378744"/>
                <a:gd name="connsiteY14" fmla="*/ 338137 h 1138237"/>
                <a:gd name="connsiteX15" fmla="*/ 219075 w 1378744"/>
                <a:gd name="connsiteY15" fmla="*/ 311943 h 1138237"/>
                <a:gd name="connsiteX16" fmla="*/ 204788 w 1378744"/>
                <a:gd name="connsiteY16" fmla="*/ 309562 h 1138237"/>
                <a:gd name="connsiteX17" fmla="*/ 188119 w 1378744"/>
                <a:gd name="connsiteY17" fmla="*/ 304800 h 1138237"/>
                <a:gd name="connsiteX18" fmla="*/ 173832 w 1378744"/>
                <a:gd name="connsiteY18" fmla="*/ 302418 h 1138237"/>
                <a:gd name="connsiteX19" fmla="*/ 128588 w 1378744"/>
                <a:gd name="connsiteY19" fmla="*/ 352425 h 1138237"/>
                <a:gd name="connsiteX20" fmla="*/ 97632 w 1378744"/>
                <a:gd name="connsiteY20" fmla="*/ 371475 h 1138237"/>
                <a:gd name="connsiteX21" fmla="*/ 80963 w 1378744"/>
                <a:gd name="connsiteY21" fmla="*/ 390525 h 1138237"/>
                <a:gd name="connsiteX22" fmla="*/ 66675 w 1378744"/>
                <a:gd name="connsiteY22" fmla="*/ 435768 h 1138237"/>
                <a:gd name="connsiteX23" fmla="*/ 54769 w 1378744"/>
                <a:gd name="connsiteY23" fmla="*/ 447675 h 1138237"/>
                <a:gd name="connsiteX24" fmla="*/ 9525 w 1378744"/>
                <a:gd name="connsiteY24" fmla="*/ 466725 h 1138237"/>
                <a:gd name="connsiteX25" fmla="*/ 2382 w 1378744"/>
                <a:gd name="connsiteY25" fmla="*/ 481012 h 1138237"/>
                <a:gd name="connsiteX26" fmla="*/ 4763 w 1378744"/>
                <a:gd name="connsiteY26" fmla="*/ 533400 h 1138237"/>
                <a:gd name="connsiteX27" fmla="*/ 0 w 1378744"/>
                <a:gd name="connsiteY27" fmla="*/ 545306 h 1138237"/>
                <a:gd name="connsiteX28" fmla="*/ 73819 w 1378744"/>
                <a:gd name="connsiteY28" fmla="*/ 588168 h 1138237"/>
                <a:gd name="connsiteX29" fmla="*/ 90488 w 1378744"/>
                <a:gd name="connsiteY29" fmla="*/ 628650 h 1138237"/>
                <a:gd name="connsiteX30" fmla="*/ 83344 w 1378744"/>
                <a:gd name="connsiteY30" fmla="*/ 654843 h 1138237"/>
                <a:gd name="connsiteX31" fmla="*/ 73819 w 1378744"/>
                <a:gd name="connsiteY31" fmla="*/ 697706 h 1138237"/>
                <a:gd name="connsiteX32" fmla="*/ 78582 w 1378744"/>
                <a:gd name="connsiteY32" fmla="*/ 726281 h 1138237"/>
                <a:gd name="connsiteX33" fmla="*/ 95250 w 1378744"/>
                <a:gd name="connsiteY33" fmla="*/ 738187 h 1138237"/>
                <a:gd name="connsiteX34" fmla="*/ 116682 w 1378744"/>
                <a:gd name="connsiteY34" fmla="*/ 735806 h 1138237"/>
                <a:gd name="connsiteX35" fmla="*/ 123825 w 1378744"/>
                <a:gd name="connsiteY35" fmla="*/ 762000 h 1138237"/>
                <a:gd name="connsiteX36" fmla="*/ 126207 w 1378744"/>
                <a:gd name="connsiteY36" fmla="*/ 783431 h 1138237"/>
                <a:gd name="connsiteX37" fmla="*/ 152400 w 1378744"/>
                <a:gd name="connsiteY37" fmla="*/ 812006 h 1138237"/>
                <a:gd name="connsiteX38" fmla="*/ 164307 w 1378744"/>
                <a:gd name="connsiteY38" fmla="*/ 823912 h 1138237"/>
                <a:gd name="connsiteX39" fmla="*/ 173832 w 1378744"/>
                <a:gd name="connsiteY39" fmla="*/ 850106 h 1138237"/>
                <a:gd name="connsiteX40" fmla="*/ 169069 w 1378744"/>
                <a:gd name="connsiteY40" fmla="*/ 878681 h 1138237"/>
                <a:gd name="connsiteX41" fmla="*/ 176213 w 1378744"/>
                <a:gd name="connsiteY41" fmla="*/ 897731 h 1138237"/>
                <a:gd name="connsiteX42" fmla="*/ 200025 w 1378744"/>
                <a:gd name="connsiteY42" fmla="*/ 916781 h 1138237"/>
                <a:gd name="connsiteX43" fmla="*/ 226219 w 1378744"/>
                <a:gd name="connsiteY43" fmla="*/ 916781 h 1138237"/>
                <a:gd name="connsiteX44" fmla="*/ 300038 w 1378744"/>
                <a:gd name="connsiteY44" fmla="*/ 921543 h 1138237"/>
                <a:gd name="connsiteX45" fmla="*/ 395288 w 1378744"/>
                <a:gd name="connsiteY45" fmla="*/ 952500 h 1138237"/>
                <a:gd name="connsiteX46" fmla="*/ 414338 w 1378744"/>
                <a:gd name="connsiteY46" fmla="*/ 988218 h 1138237"/>
                <a:gd name="connsiteX47" fmla="*/ 435769 w 1378744"/>
                <a:gd name="connsiteY47" fmla="*/ 992981 h 1138237"/>
                <a:gd name="connsiteX48" fmla="*/ 464344 w 1378744"/>
                <a:gd name="connsiteY48" fmla="*/ 995362 h 1138237"/>
                <a:gd name="connsiteX49" fmla="*/ 507207 w 1378744"/>
                <a:gd name="connsiteY49" fmla="*/ 1026318 h 1138237"/>
                <a:gd name="connsiteX50" fmla="*/ 521494 w 1378744"/>
                <a:gd name="connsiteY50" fmla="*/ 1069181 h 1138237"/>
                <a:gd name="connsiteX51" fmla="*/ 545307 w 1378744"/>
                <a:gd name="connsiteY51" fmla="*/ 1107281 h 1138237"/>
                <a:gd name="connsiteX52" fmla="*/ 573882 w 1378744"/>
                <a:gd name="connsiteY52" fmla="*/ 1121568 h 1138237"/>
                <a:gd name="connsiteX53" fmla="*/ 585788 w 1378744"/>
                <a:gd name="connsiteY53" fmla="*/ 1131093 h 1138237"/>
                <a:gd name="connsiteX54" fmla="*/ 814388 w 1378744"/>
                <a:gd name="connsiteY54" fmla="*/ 1138237 h 1138237"/>
                <a:gd name="connsiteX55" fmla="*/ 828675 w 1378744"/>
                <a:gd name="connsiteY55" fmla="*/ 1109662 h 1138237"/>
                <a:gd name="connsiteX56" fmla="*/ 833438 w 1378744"/>
                <a:gd name="connsiteY56" fmla="*/ 1085850 h 1138237"/>
                <a:gd name="connsiteX57" fmla="*/ 797719 w 1378744"/>
                <a:gd name="connsiteY57" fmla="*/ 1059656 h 1138237"/>
                <a:gd name="connsiteX58" fmla="*/ 790575 w 1378744"/>
                <a:gd name="connsiteY58" fmla="*/ 1038225 h 1138237"/>
                <a:gd name="connsiteX59" fmla="*/ 790575 w 1378744"/>
                <a:gd name="connsiteY59" fmla="*/ 1021556 h 1138237"/>
                <a:gd name="connsiteX60" fmla="*/ 845344 w 1378744"/>
                <a:gd name="connsiteY60" fmla="*/ 952500 h 1138237"/>
                <a:gd name="connsiteX61" fmla="*/ 845344 w 1378744"/>
                <a:gd name="connsiteY61" fmla="*/ 952500 h 1138237"/>
                <a:gd name="connsiteX62" fmla="*/ 888207 w 1378744"/>
                <a:gd name="connsiteY62" fmla="*/ 966787 h 1138237"/>
                <a:gd name="connsiteX63" fmla="*/ 907257 w 1378744"/>
                <a:gd name="connsiteY63" fmla="*/ 981075 h 1138237"/>
                <a:gd name="connsiteX64" fmla="*/ 938213 w 1378744"/>
                <a:gd name="connsiteY64" fmla="*/ 990600 h 1138237"/>
                <a:gd name="connsiteX65" fmla="*/ 964407 w 1378744"/>
                <a:gd name="connsiteY65" fmla="*/ 985837 h 1138237"/>
                <a:gd name="connsiteX66" fmla="*/ 985838 w 1378744"/>
                <a:gd name="connsiteY66" fmla="*/ 985837 h 1138237"/>
                <a:gd name="connsiteX67" fmla="*/ 995363 w 1378744"/>
                <a:gd name="connsiteY67" fmla="*/ 995362 h 1138237"/>
                <a:gd name="connsiteX68" fmla="*/ 978694 w 1378744"/>
                <a:gd name="connsiteY68" fmla="*/ 1012031 h 1138237"/>
                <a:gd name="connsiteX69" fmla="*/ 969169 w 1378744"/>
                <a:gd name="connsiteY69" fmla="*/ 1031081 h 1138237"/>
                <a:gd name="connsiteX70" fmla="*/ 954882 w 1378744"/>
                <a:gd name="connsiteY70" fmla="*/ 1054893 h 1138237"/>
                <a:gd name="connsiteX71" fmla="*/ 950119 w 1378744"/>
                <a:gd name="connsiteY71" fmla="*/ 1083468 h 1138237"/>
                <a:gd name="connsiteX72" fmla="*/ 962025 w 1378744"/>
                <a:gd name="connsiteY72" fmla="*/ 1107281 h 1138237"/>
                <a:gd name="connsiteX73" fmla="*/ 983457 w 1378744"/>
                <a:gd name="connsiteY73" fmla="*/ 1131093 h 1138237"/>
                <a:gd name="connsiteX74" fmla="*/ 1002507 w 1378744"/>
                <a:gd name="connsiteY74" fmla="*/ 1133475 h 1138237"/>
                <a:gd name="connsiteX75" fmla="*/ 1028700 w 1378744"/>
                <a:gd name="connsiteY75" fmla="*/ 1126331 h 1138237"/>
                <a:gd name="connsiteX76" fmla="*/ 1031082 w 1378744"/>
                <a:gd name="connsiteY76" fmla="*/ 1097756 h 1138237"/>
                <a:gd name="connsiteX77" fmla="*/ 1057275 w 1378744"/>
                <a:gd name="connsiteY77" fmla="*/ 1085850 h 1138237"/>
                <a:gd name="connsiteX78" fmla="*/ 1076325 w 1378744"/>
                <a:gd name="connsiteY78" fmla="*/ 1097756 h 1138237"/>
                <a:gd name="connsiteX79" fmla="*/ 1100138 w 1378744"/>
                <a:gd name="connsiteY79" fmla="*/ 1107281 h 1138237"/>
                <a:gd name="connsiteX80" fmla="*/ 1123950 w 1378744"/>
                <a:gd name="connsiteY80" fmla="*/ 1121568 h 1138237"/>
                <a:gd name="connsiteX81" fmla="*/ 1143000 w 1378744"/>
                <a:gd name="connsiteY81" fmla="*/ 1123950 h 1138237"/>
                <a:gd name="connsiteX82" fmla="*/ 1157288 w 1378744"/>
                <a:gd name="connsiteY82" fmla="*/ 1112043 h 1138237"/>
                <a:gd name="connsiteX83" fmla="*/ 1159669 w 1378744"/>
                <a:gd name="connsiteY83" fmla="*/ 1085850 h 1138237"/>
                <a:gd name="connsiteX84" fmla="*/ 1166813 w 1378744"/>
                <a:gd name="connsiteY84" fmla="*/ 1052512 h 1138237"/>
                <a:gd name="connsiteX85" fmla="*/ 1197769 w 1378744"/>
                <a:gd name="connsiteY85" fmla="*/ 1016793 h 1138237"/>
                <a:gd name="connsiteX86" fmla="*/ 1195388 w 1378744"/>
                <a:gd name="connsiteY86" fmla="*/ 954881 h 1138237"/>
                <a:gd name="connsiteX87" fmla="*/ 1209675 w 1378744"/>
                <a:gd name="connsiteY87" fmla="*/ 945356 h 1138237"/>
                <a:gd name="connsiteX88" fmla="*/ 1235869 w 1378744"/>
                <a:gd name="connsiteY88" fmla="*/ 945356 h 1138237"/>
                <a:gd name="connsiteX89" fmla="*/ 1235869 w 1378744"/>
                <a:gd name="connsiteY89" fmla="*/ 931068 h 1138237"/>
                <a:gd name="connsiteX90" fmla="*/ 1212057 w 1378744"/>
                <a:gd name="connsiteY90" fmla="*/ 912018 h 1138237"/>
                <a:gd name="connsiteX91" fmla="*/ 1195388 w 1378744"/>
                <a:gd name="connsiteY91" fmla="*/ 881062 h 1138237"/>
                <a:gd name="connsiteX92" fmla="*/ 1157288 w 1378744"/>
                <a:gd name="connsiteY92" fmla="*/ 871537 h 1138237"/>
                <a:gd name="connsiteX93" fmla="*/ 1119188 w 1378744"/>
                <a:gd name="connsiteY93" fmla="*/ 859631 h 1138237"/>
                <a:gd name="connsiteX94" fmla="*/ 1119188 w 1378744"/>
                <a:gd name="connsiteY94" fmla="*/ 831056 h 1138237"/>
                <a:gd name="connsiteX95" fmla="*/ 1135857 w 1378744"/>
                <a:gd name="connsiteY95" fmla="*/ 807243 h 1138237"/>
                <a:gd name="connsiteX96" fmla="*/ 1197769 w 1378744"/>
                <a:gd name="connsiteY96" fmla="*/ 759618 h 1138237"/>
                <a:gd name="connsiteX97" fmla="*/ 1247775 w 1378744"/>
                <a:gd name="connsiteY97" fmla="*/ 762000 h 1138237"/>
                <a:gd name="connsiteX98" fmla="*/ 1278732 w 1378744"/>
                <a:gd name="connsiteY98" fmla="*/ 762000 h 1138237"/>
                <a:gd name="connsiteX99" fmla="*/ 1271588 w 1378744"/>
                <a:gd name="connsiteY99" fmla="*/ 735806 h 1138237"/>
                <a:gd name="connsiteX100" fmla="*/ 1378744 w 1378744"/>
                <a:gd name="connsiteY100" fmla="*/ 678656 h 1138237"/>
                <a:gd name="connsiteX101" fmla="*/ 1331119 w 1378744"/>
                <a:gd name="connsiteY101" fmla="*/ 552450 h 1138237"/>
                <a:gd name="connsiteX102" fmla="*/ 1278732 w 1378744"/>
                <a:gd name="connsiteY102" fmla="*/ 514350 h 1138237"/>
                <a:gd name="connsiteX103" fmla="*/ 1252538 w 1378744"/>
                <a:gd name="connsiteY103" fmla="*/ 431006 h 1138237"/>
                <a:gd name="connsiteX104" fmla="*/ 1181100 w 1378744"/>
                <a:gd name="connsiteY104" fmla="*/ 431006 h 1138237"/>
                <a:gd name="connsiteX105" fmla="*/ 1166813 w 1378744"/>
                <a:gd name="connsiteY105" fmla="*/ 395287 h 1138237"/>
                <a:gd name="connsiteX106" fmla="*/ 1107282 w 1378744"/>
                <a:gd name="connsiteY106" fmla="*/ 421481 h 1138237"/>
                <a:gd name="connsiteX107" fmla="*/ 1054894 w 1378744"/>
                <a:gd name="connsiteY107" fmla="*/ 414337 h 1138237"/>
                <a:gd name="connsiteX108" fmla="*/ 1028700 w 1378744"/>
                <a:gd name="connsiteY108" fmla="*/ 371475 h 1138237"/>
                <a:gd name="connsiteX109" fmla="*/ 1023938 w 1378744"/>
                <a:gd name="connsiteY109" fmla="*/ 288131 h 1138237"/>
                <a:gd name="connsiteX110" fmla="*/ 1012032 w 1378744"/>
                <a:gd name="connsiteY110" fmla="*/ 269081 h 1138237"/>
                <a:gd name="connsiteX111" fmla="*/ 1012032 w 1378744"/>
                <a:gd name="connsiteY111" fmla="*/ 211931 h 1138237"/>
                <a:gd name="connsiteX112" fmla="*/ 959644 w 1378744"/>
                <a:gd name="connsiteY112" fmla="*/ 190500 h 1138237"/>
                <a:gd name="connsiteX113" fmla="*/ 914400 w 1378744"/>
                <a:gd name="connsiteY113" fmla="*/ 111918 h 1138237"/>
                <a:gd name="connsiteX114" fmla="*/ 854869 w 1378744"/>
                <a:gd name="connsiteY114" fmla="*/ 76200 h 1138237"/>
                <a:gd name="connsiteX115" fmla="*/ 873919 w 1378744"/>
                <a:gd name="connsiteY115" fmla="*/ 16668 h 1138237"/>
                <a:gd name="connsiteX116" fmla="*/ 783432 w 1378744"/>
                <a:gd name="connsiteY116" fmla="*/ 0 h 1138237"/>
                <a:gd name="connsiteX0" fmla="*/ 783432 w 1378744"/>
                <a:gd name="connsiteY0" fmla="*/ 0 h 1138237"/>
                <a:gd name="connsiteX1" fmla="*/ 738188 w 1378744"/>
                <a:gd name="connsiteY1" fmla="*/ 26193 h 1138237"/>
                <a:gd name="connsiteX2" fmla="*/ 685800 w 1378744"/>
                <a:gd name="connsiteY2" fmla="*/ 28575 h 1138237"/>
                <a:gd name="connsiteX3" fmla="*/ 635794 w 1378744"/>
                <a:gd name="connsiteY3" fmla="*/ 73818 h 1138237"/>
                <a:gd name="connsiteX4" fmla="*/ 633413 w 1378744"/>
                <a:gd name="connsiteY4" fmla="*/ 114300 h 1138237"/>
                <a:gd name="connsiteX5" fmla="*/ 561975 w 1378744"/>
                <a:gd name="connsiteY5" fmla="*/ 190500 h 1138237"/>
                <a:gd name="connsiteX6" fmla="*/ 519113 w 1378744"/>
                <a:gd name="connsiteY6" fmla="*/ 214312 h 1138237"/>
                <a:gd name="connsiteX7" fmla="*/ 485775 w 1378744"/>
                <a:gd name="connsiteY7" fmla="*/ 252412 h 1138237"/>
                <a:gd name="connsiteX8" fmla="*/ 461963 w 1378744"/>
                <a:gd name="connsiteY8" fmla="*/ 273843 h 1138237"/>
                <a:gd name="connsiteX9" fmla="*/ 423863 w 1378744"/>
                <a:gd name="connsiteY9" fmla="*/ 333375 h 1138237"/>
                <a:gd name="connsiteX10" fmla="*/ 378619 w 1378744"/>
                <a:gd name="connsiteY10" fmla="*/ 357187 h 1138237"/>
                <a:gd name="connsiteX11" fmla="*/ 292894 w 1378744"/>
                <a:gd name="connsiteY11" fmla="*/ 376237 h 1138237"/>
                <a:gd name="connsiteX12" fmla="*/ 264319 w 1378744"/>
                <a:gd name="connsiteY12" fmla="*/ 373856 h 1138237"/>
                <a:gd name="connsiteX13" fmla="*/ 240507 w 1378744"/>
                <a:gd name="connsiteY13" fmla="*/ 359568 h 1138237"/>
                <a:gd name="connsiteX14" fmla="*/ 226219 w 1378744"/>
                <a:gd name="connsiteY14" fmla="*/ 338137 h 1138237"/>
                <a:gd name="connsiteX15" fmla="*/ 219075 w 1378744"/>
                <a:gd name="connsiteY15" fmla="*/ 311943 h 1138237"/>
                <a:gd name="connsiteX16" fmla="*/ 204788 w 1378744"/>
                <a:gd name="connsiteY16" fmla="*/ 309562 h 1138237"/>
                <a:gd name="connsiteX17" fmla="*/ 188119 w 1378744"/>
                <a:gd name="connsiteY17" fmla="*/ 304800 h 1138237"/>
                <a:gd name="connsiteX18" fmla="*/ 173832 w 1378744"/>
                <a:gd name="connsiteY18" fmla="*/ 302418 h 1138237"/>
                <a:gd name="connsiteX19" fmla="*/ 128588 w 1378744"/>
                <a:gd name="connsiteY19" fmla="*/ 352425 h 1138237"/>
                <a:gd name="connsiteX20" fmla="*/ 97632 w 1378744"/>
                <a:gd name="connsiteY20" fmla="*/ 371475 h 1138237"/>
                <a:gd name="connsiteX21" fmla="*/ 80963 w 1378744"/>
                <a:gd name="connsiteY21" fmla="*/ 390525 h 1138237"/>
                <a:gd name="connsiteX22" fmla="*/ 66675 w 1378744"/>
                <a:gd name="connsiteY22" fmla="*/ 435768 h 1138237"/>
                <a:gd name="connsiteX23" fmla="*/ 54769 w 1378744"/>
                <a:gd name="connsiteY23" fmla="*/ 447675 h 1138237"/>
                <a:gd name="connsiteX24" fmla="*/ 9525 w 1378744"/>
                <a:gd name="connsiteY24" fmla="*/ 466725 h 1138237"/>
                <a:gd name="connsiteX25" fmla="*/ 2382 w 1378744"/>
                <a:gd name="connsiteY25" fmla="*/ 481012 h 1138237"/>
                <a:gd name="connsiteX26" fmla="*/ 4763 w 1378744"/>
                <a:gd name="connsiteY26" fmla="*/ 533400 h 1138237"/>
                <a:gd name="connsiteX27" fmla="*/ 0 w 1378744"/>
                <a:gd name="connsiteY27" fmla="*/ 545306 h 1138237"/>
                <a:gd name="connsiteX28" fmla="*/ 73819 w 1378744"/>
                <a:gd name="connsiteY28" fmla="*/ 588168 h 1138237"/>
                <a:gd name="connsiteX29" fmla="*/ 90488 w 1378744"/>
                <a:gd name="connsiteY29" fmla="*/ 628650 h 1138237"/>
                <a:gd name="connsiteX30" fmla="*/ 83344 w 1378744"/>
                <a:gd name="connsiteY30" fmla="*/ 654843 h 1138237"/>
                <a:gd name="connsiteX31" fmla="*/ 73819 w 1378744"/>
                <a:gd name="connsiteY31" fmla="*/ 697706 h 1138237"/>
                <a:gd name="connsiteX32" fmla="*/ 78582 w 1378744"/>
                <a:gd name="connsiteY32" fmla="*/ 726281 h 1138237"/>
                <a:gd name="connsiteX33" fmla="*/ 95250 w 1378744"/>
                <a:gd name="connsiteY33" fmla="*/ 738187 h 1138237"/>
                <a:gd name="connsiteX34" fmla="*/ 116682 w 1378744"/>
                <a:gd name="connsiteY34" fmla="*/ 735806 h 1138237"/>
                <a:gd name="connsiteX35" fmla="*/ 123825 w 1378744"/>
                <a:gd name="connsiteY35" fmla="*/ 762000 h 1138237"/>
                <a:gd name="connsiteX36" fmla="*/ 126207 w 1378744"/>
                <a:gd name="connsiteY36" fmla="*/ 783431 h 1138237"/>
                <a:gd name="connsiteX37" fmla="*/ 152400 w 1378744"/>
                <a:gd name="connsiteY37" fmla="*/ 812006 h 1138237"/>
                <a:gd name="connsiteX38" fmla="*/ 164307 w 1378744"/>
                <a:gd name="connsiteY38" fmla="*/ 823912 h 1138237"/>
                <a:gd name="connsiteX39" fmla="*/ 173832 w 1378744"/>
                <a:gd name="connsiteY39" fmla="*/ 850106 h 1138237"/>
                <a:gd name="connsiteX40" fmla="*/ 169069 w 1378744"/>
                <a:gd name="connsiteY40" fmla="*/ 878681 h 1138237"/>
                <a:gd name="connsiteX41" fmla="*/ 176213 w 1378744"/>
                <a:gd name="connsiteY41" fmla="*/ 897731 h 1138237"/>
                <a:gd name="connsiteX42" fmla="*/ 200025 w 1378744"/>
                <a:gd name="connsiteY42" fmla="*/ 916781 h 1138237"/>
                <a:gd name="connsiteX43" fmla="*/ 226219 w 1378744"/>
                <a:gd name="connsiteY43" fmla="*/ 916781 h 1138237"/>
                <a:gd name="connsiteX44" fmla="*/ 300038 w 1378744"/>
                <a:gd name="connsiteY44" fmla="*/ 921543 h 1138237"/>
                <a:gd name="connsiteX45" fmla="*/ 395288 w 1378744"/>
                <a:gd name="connsiteY45" fmla="*/ 952500 h 1138237"/>
                <a:gd name="connsiteX46" fmla="*/ 414338 w 1378744"/>
                <a:gd name="connsiteY46" fmla="*/ 988218 h 1138237"/>
                <a:gd name="connsiteX47" fmla="*/ 435769 w 1378744"/>
                <a:gd name="connsiteY47" fmla="*/ 992981 h 1138237"/>
                <a:gd name="connsiteX48" fmla="*/ 464344 w 1378744"/>
                <a:gd name="connsiteY48" fmla="*/ 995362 h 1138237"/>
                <a:gd name="connsiteX49" fmla="*/ 507207 w 1378744"/>
                <a:gd name="connsiteY49" fmla="*/ 1026318 h 1138237"/>
                <a:gd name="connsiteX50" fmla="*/ 521494 w 1378744"/>
                <a:gd name="connsiteY50" fmla="*/ 1069181 h 1138237"/>
                <a:gd name="connsiteX51" fmla="*/ 545307 w 1378744"/>
                <a:gd name="connsiteY51" fmla="*/ 1107281 h 1138237"/>
                <a:gd name="connsiteX52" fmla="*/ 573882 w 1378744"/>
                <a:gd name="connsiteY52" fmla="*/ 1121568 h 1138237"/>
                <a:gd name="connsiteX53" fmla="*/ 585788 w 1378744"/>
                <a:gd name="connsiteY53" fmla="*/ 1131093 h 1138237"/>
                <a:gd name="connsiteX54" fmla="*/ 638175 w 1378744"/>
                <a:gd name="connsiteY54" fmla="*/ 1131093 h 1138237"/>
                <a:gd name="connsiteX55" fmla="*/ 814388 w 1378744"/>
                <a:gd name="connsiteY55" fmla="*/ 1138237 h 1138237"/>
                <a:gd name="connsiteX56" fmla="*/ 828675 w 1378744"/>
                <a:gd name="connsiteY56" fmla="*/ 1109662 h 1138237"/>
                <a:gd name="connsiteX57" fmla="*/ 833438 w 1378744"/>
                <a:gd name="connsiteY57" fmla="*/ 1085850 h 1138237"/>
                <a:gd name="connsiteX58" fmla="*/ 797719 w 1378744"/>
                <a:gd name="connsiteY58" fmla="*/ 1059656 h 1138237"/>
                <a:gd name="connsiteX59" fmla="*/ 790575 w 1378744"/>
                <a:gd name="connsiteY59" fmla="*/ 1038225 h 1138237"/>
                <a:gd name="connsiteX60" fmla="*/ 790575 w 1378744"/>
                <a:gd name="connsiteY60" fmla="*/ 1021556 h 1138237"/>
                <a:gd name="connsiteX61" fmla="*/ 845344 w 1378744"/>
                <a:gd name="connsiteY61" fmla="*/ 952500 h 1138237"/>
                <a:gd name="connsiteX62" fmla="*/ 845344 w 1378744"/>
                <a:gd name="connsiteY62" fmla="*/ 952500 h 1138237"/>
                <a:gd name="connsiteX63" fmla="*/ 888207 w 1378744"/>
                <a:gd name="connsiteY63" fmla="*/ 966787 h 1138237"/>
                <a:gd name="connsiteX64" fmla="*/ 907257 w 1378744"/>
                <a:gd name="connsiteY64" fmla="*/ 981075 h 1138237"/>
                <a:gd name="connsiteX65" fmla="*/ 938213 w 1378744"/>
                <a:gd name="connsiteY65" fmla="*/ 990600 h 1138237"/>
                <a:gd name="connsiteX66" fmla="*/ 964407 w 1378744"/>
                <a:gd name="connsiteY66" fmla="*/ 985837 h 1138237"/>
                <a:gd name="connsiteX67" fmla="*/ 985838 w 1378744"/>
                <a:gd name="connsiteY67" fmla="*/ 985837 h 1138237"/>
                <a:gd name="connsiteX68" fmla="*/ 995363 w 1378744"/>
                <a:gd name="connsiteY68" fmla="*/ 995362 h 1138237"/>
                <a:gd name="connsiteX69" fmla="*/ 978694 w 1378744"/>
                <a:gd name="connsiteY69" fmla="*/ 1012031 h 1138237"/>
                <a:gd name="connsiteX70" fmla="*/ 969169 w 1378744"/>
                <a:gd name="connsiteY70" fmla="*/ 1031081 h 1138237"/>
                <a:gd name="connsiteX71" fmla="*/ 954882 w 1378744"/>
                <a:gd name="connsiteY71" fmla="*/ 1054893 h 1138237"/>
                <a:gd name="connsiteX72" fmla="*/ 950119 w 1378744"/>
                <a:gd name="connsiteY72" fmla="*/ 1083468 h 1138237"/>
                <a:gd name="connsiteX73" fmla="*/ 962025 w 1378744"/>
                <a:gd name="connsiteY73" fmla="*/ 1107281 h 1138237"/>
                <a:gd name="connsiteX74" fmla="*/ 983457 w 1378744"/>
                <a:gd name="connsiteY74" fmla="*/ 1131093 h 1138237"/>
                <a:gd name="connsiteX75" fmla="*/ 1002507 w 1378744"/>
                <a:gd name="connsiteY75" fmla="*/ 1133475 h 1138237"/>
                <a:gd name="connsiteX76" fmla="*/ 1028700 w 1378744"/>
                <a:gd name="connsiteY76" fmla="*/ 1126331 h 1138237"/>
                <a:gd name="connsiteX77" fmla="*/ 1031082 w 1378744"/>
                <a:gd name="connsiteY77" fmla="*/ 1097756 h 1138237"/>
                <a:gd name="connsiteX78" fmla="*/ 1057275 w 1378744"/>
                <a:gd name="connsiteY78" fmla="*/ 1085850 h 1138237"/>
                <a:gd name="connsiteX79" fmla="*/ 1076325 w 1378744"/>
                <a:gd name="connsiteY79" fmla="*/ 1097756 h 1138237"/>
                <a:gd name="connsiteX80" fmla="*/ 1100138 w 1378744"/>
                <a:gd name="connsiteY80" fmla="*/ 1107281 h 1138237"/>
                <a:gd name="connsiteX81" fmla="*/ 1123950 w 1378744"/>
                <a:gd name="connsiteY81" fmla="*/ 1121568 h 1138237"/>
                <a:gd name="connsiteX82" fmla="*/ 1143000 w 1378744"/>
                <a:gd name="connsiteY82" fmla="*/ 1123950 h 1138237"/>
                <a:gd name="connsiteX83" fmla="*/ 1157288 w 1378744"/>
                <a:gd name="connsiteY83" fmla="*/ 1112043 h 1138237"/>
                <a:gd name="connsiteX84" fmla="*/ 1159669 w 1378744"/>
                <a:gd name="connsiteY84" fmla="*/ 1085850 h 1138237"/>
                <a:gd name="connsiteX85" fmla="*/ 1166813 w 1378744"/>
                <a:gd name="connsiteY85" fmla="*/ 1052512 h 1138237"/>
                <a:gd name="connsiteX86" fmla="*/ 1197769 w 1378744"/>
                <a:gd name="connsiteY86" fmla="*/ 1016793 h 1138237"/>
                <a:gd name="connsiteX87" fmla="*/ 1195388 w 1378744"/>
                <a:gd name="connsiteY87" fmla="*/ 954881 h 1138237"/>
                <a:gd name="connsiteX88" fmla="*/ 1209675 w 1378744"/>
                <a:gd name="connsiteY88" fmla="*/ 945356 h 1138237"/>
                <a:gd name="connsiteX89" fmla="*/ 1235869 w 1378744"/>
                <a:gd name="connsiteY89" fmla="*/ 945356 h 1138237"/>
                <a:gd name="connsiteX90" fmla="*/ 1235869 w 1378744"/>
                <a:gd name="connsiteY90" fmla="*/ 931068 h 1138237"/>
                <a:gd name="connsiteX91" fmla="*/ 1212057 w 1378744"/>
                <a:gd name="connsiteY91" fmla="*/ 912018 h 1138237"/>
                <a:gd name="connsiteX92" fmla="*/ 1195388 w 1378744"/>
                <a:gd name="connsiteY92" fmla="*/ 881062 h 1138237"/>
                <a:gd name="connsiteX93" fmla="*/ 1157288 w 1378744"/>
                <a:gd name="connsiteY93" fmla="*/ 871537 h 1138237"/>
                <a:gd name="connsiteX94" fmla="*/ 1119188 w 1378744"/>
                <a:gd name="connsiteY94" fmla="*/ 859631 h 1138237"/>
                <a:gd name="connsiteX95" fmla="*/ 1119188 w 1378744"/>
                <a:gd name="connsiteY95" fmla="*/ 831056 h 1138237"/>
                <a:gd name="connsiteX96" fmla="*/ 1135857 w 1378744"/>
                <a:gd name="connsiteY96" fmla="*/ 807243 h 1138237"/>
                <a:gd name="connsiteX97" fmla="*/ 1197769 w 1378744"/>
                <a:gd name="connsiteY97" fmla="*/ 759618 h 1138237"/>
                <a:gd name="connsiteX98" fmla="*/ 1247775 w 1378744"/>
                <a:gd name="connsiteY98" fmla="*/ 762000 h 1138237"/>
                <a:gd name="connsiteX99" fmla="*/ 1278732 w 1378744"/>
                <a:gd name="connsiteY99" fmla="*/ 762000 h 1138237"/>
                <a:gd name="connsiteX100" fmla="*/ 1271588 w 1378744"/>
                <a:gd name="connsiteY100" fmla="*/ 735806 h 1138237"/>
                <a:gd name="connsiteX101" fmla="*/ 1378744 w 1378744"/>
                <a:gd name="connsiteY101" fmla="*/ 678656 h 1138237"/>
                <a:gd name="connsiteX102" fmla="*/ 1331119 w 1378744"/>
                <a:gd name="connsiteY102" fmla="*/ 552450 h 1138237"/>
                <a:gd name="connsiteX103" fmla="*/ 1278732 w 1378744"/>
                <a:gd name="connsiteY103" fmla="*/ 514350 h 1138237"/>
                <a:gd name="connsiteX104" fmla="*/ 1252538 w 1378744"/>
                <a:gd name="connsiteY104" fmla="*/ 431006 h 1138237"/>
                <a:gd name="connsiteX105" fmla="*/ 1181100 w 1378744"/>
                <a:gd name="connsiteY105" fmla="*/ 431006 h 1138237"/>
                <a:gd name="connsiteX106" fmla="*/ 1166813 w 1378744"/>
                <a:gd name="connsiteY106" fmla="*/ 395287 h 1138237"/>
                <a:gd name="connsiteX107" fmla="*/ 1107282 w 1378744"/>
                <a:gd name="connsiteY107" fmla="*/ 421481 h 1138237"/>
                <a:gd name="connsiteX108" fmla="*/ 1054894 w 1378744"/>
                <a:gd name="connsiteY108" fmla="*/ 414337 h 1138237"/>
                <a:gd name="connsiteX109" fmla="*/ 1028700 w 1378744"/>
                <a:gd name="connsiteY109" fmla="*/ 371475 h 1138237"/>
                <a:gd name="connsiteX110" fmla="*/ 1023938 w 1378744"/>
                <a:gd name="connsiteY110" fmla="*/ 288131 h 1138237"/>
                <a:gd name="connsiteX111" fmla="*/ 1012032 w 1378744"/>
                <a:gd name="connsiteY111" fmla="*/ 269081 h 1138237"/>
                <a:gd name="connsiteX112" fmla="*/ 1012032 w 1378744"/>
                <a:gd name="connsiteY112" fmla="*/ 211931 h 1138237"/>
                <a:gd name="connsiteX113" fmla="*/ 959644 w 1378744"/>
                <a:gd name="connsiteY113" fmla="*/ 190500 h 1138237"/>
                <a:gd name="connsiteX114" fmla="*/ 914400 w 1378744"/>
                <a:gd name="connsiteY114" fmla="*/ 111918 h 1138237"/>
                <a:gd name="connsiteX115" fmla="*/ 854869 w 1378744"/>
                <a:gd name="connsiteY115" fmla="*/ 76200 h 1138237"/>
                <a:gd name="connsiteX116" fmla="*/ 873919 w 1378744"/>
                <a:gd name="connsiteY116" fmla="*/ 16668 h 1138237"/>
                <a:gd name="connsiteX117" fmla="*/ 783432 w 1378744"/>
                <a:gd name="connsiteY117" fmla="*/ 0 h 1138237"/>
                <a:gd name="connsiteX0" fmla="*/ 783432 w 1378744"/>
                <a:gd name="connsiteY0" fmla="*/ 0 h 1181100"/>
                <a:gd name="connsiteX1" fmla="*/ 738188 w 1378744"/>
                <a:gd name="connsiteY1" fmla="*/ 26193 h 1181100"/>
                <a:gd name="connsiteX2" fmla="*/ 685800 w 1378744"/>
                <a:gd name="connsiteY2" fmla="*/ 28575 h 1181100"/>
                <a:gd name="connsiteX3" fmla="*/ 635794 w 1378744"/>
                <a:gd name="connsiteY3" fmla="*/ 73818 h 1181100"/>
                <a:gd name="connsiteX4" fmla="*/ 633413 w 1378744"/>
                <a:gd name="connsiteY4" fmla="*/ 114300 h 1181100"/>
                <a:gd name="connsiteX5" fmla="*/ 561975 w 1378744"/>
                <a:gd name="connsiteY5" fmla="*/ 190500 h 1181100"/>
                <a:gd name="connsiteX6" fmla="*/ 519113 w 1378744"/>
                <a:gd name="connsiteY6" fmla="*/ 214312 h 1181100"/>
                <a:gd name="connsiteX7" fmla="*/ 485775 w 1378744"/>
                <a:gd name="connsiteY7" fmla="*/ 252412 h 1181100"/>
                <a:gd name="connsiteX8" fmla="*/ 461963 w 1378744"/>
                <a:gd name="connsiteY8" fmla="*/ 273843 h 1181100"/>
                <a:gd name="connsiteX9" fmla="*/ 423863 w 1378744"/>
                <a:gd name="connsiteY9" fmla="*/ 333375 h 1181100"/>
                <a:gd name="connsiteX10" fmla="*/ 378619 w 1378744"/>
                <a:gd name="connsiteY10" fmla="*/ 357187 h 1181100"/>
                <a:gd name="connsiteX11" fmla="*/ 292894 w 1378744"/>
                <a:gd name="connsiteY11" fmla="*/ 376237 h 1181100"/>
                <a:gd name="connsiteX12" fmla="*/ 264319 w 1378744"/>
                <a:gd name="connsiteY12" fmla="*/ 373856 h 1181100"/>
                <a:gd name="connsiteX13" fmla="*/ 240507 w 1378744"/>
                <a:gd name="connsiteY13" fmla="*/ 359568 h 1181100"/>
                <a:gd name="connsiteX14" fmla="*/ 226219 w 1378744"/>
                <a:gd name="connsiteY14" fmla="*/ 338137 h 1181100"/>
                <a:gd name="connsiteX15" fmla="*/ 219075 w 1378744"/>
                <a:gd name="connsiteY15" fmla="*/ 311943 h 1181100"/>
                <a:gd name="connsiteX16" fmla="*/ 204788 w 1378744"/>
                <a:gd name="connsiteY16" fmla="*/ 309562 h 1181100"/>
                <a:gd name="connsiteX17" fmla="*/ 188119 w 1378744"/>
                <a:gd name="connsiteY17" fmla="*/ 304800 h 1181100"/>
                <a:gd name="connsiteX18" fmla="*/ 173832 w 1378744"/>
                <a:gd name="connsiteY18" fmla="*/ 302418 h 1181100"/>
                <a:gd name="connsiteX19" fmla="*/ 128588 w 1378744"/>
                <a:gd name="connsiteY19" fmla="*/ 352425 h 1181100"/>
                <a:gd name="connsiteX20" fmla="*/ 97632 w 1378744"/>
                <a:gd name="connsiteY20" fmla="*/ 371475 h 1181100"/>
                <a:gd name="connsiteX21" fmla="*/ 80963 w 1378744"/>
                <a:gd name="connsiteY21" fmla="*/ 390525 h 1181100"/>
                <a:gd name="connsiteX22" fmla="*/ 66675 w 1378744"/>
                <a:gd name="connsiteY22" fmla="*/ 435768 h 1181100"/>
                <a:gd name="connsiteX23" fmla="*/ 54769 w 1378744"/>
                <a:gd name="connsiteY23" fmla="*/ 447675 h 1181100"/>
                <a:gd name="connsiteX24" fmla="*/ 9525 w 1378744"/>
                <a:gd name="connsiteY24" fmla="*/ 466725 h 1181100"/>
                <a:gd name="connsiteX25" fmla="*/ 2382 w 1378744"/>
                <a:gd name="connsiteY25" fmla="*/ 481012 h 1181100"/>
                <a:gd name="connsiteX26" fmla="*/ 4763 w 1378744"/>
                <a:gd name="connsiteY26" fmla="*/ 533400 h 1181100"/>
                <a:gd name="connsiteX27" fmla="*/ 0 w 1378744"/>
                <a:gd name="connsiteY27" fmla="*/ 545306 h 1181100"/>
                <a:gd name="connsiteX28" fmla="*/ 73819 w 1378744"/>
                <a:gd name="connsiteY28" fmla="*/ 588168 h 1181100"/>
                <a:gd name="connsiteX29" fmla="*/ 90488 w 1378744"/>
                <a:gd name="connsiteY29" fmla="*/ 628650 h 1181100"/>
                <a:gd name="connsiteX30" fmla="*/ 83344 w 1378744"/>
                <a:gd name="connsiteY30" fmla="*/ 654843 h 1181100"/>
                <a:gd name="connsiteX31" fmla="*/ 73819 w 1378744"/>
                <a:gd name="connsiteY31" fmla="*/ 697706 h 1181100"/>
                <a:gd name="connsiteX32" fmla="*/ 78582 w 1378744"/>
                <a:gd name="connsiteY32" fmla="*/ 726281 h 1181100"/>
                <a:gd name="connsiteX33" fmla="*/ 95250 w 1378744"/>
                <a:gd name="connsiteY33" fmla="*/ 738187 h 1181100"/>
                <a:gd name="connsiteX34" fmla="*/ 116682 w 1378744"/>
                <a:gd name="connsiteY34" fmla="*/ 735806 h 1181100"/>
                <a:gd name="connsiteX35" fmla="*/ 123825 w 1378744"/>
                <a:gd name="connsiteY35" fmla="*/ 762000 h 1181100"/>
                <a:gd name="connsiteX36" fmla="*/ 126207 w 1378744"/>
                <a:gd name="connsiteY36" fmla="*/ 783431 h 1181100"/>
                <a:gd name="connsiteX37" fmla="*/ 152400 w 1378744"/>
                <a:gd name="connsiteY37" fmla="*/ 812006 h 1181100"/>
                <a:gd name="connsiteX38" fmla="*/ 164307 w 1378744"/>
                <a:gd name="connsiteY38" fmla="*/ 823912 h 1181100"/>
                <a:gd name="connsiteX39" fmla="*/ 173832 w 1378744"/>
                <a:gd name="connsiteY39" fmla="*/ 850106 h 1181100"/>
                <a:gd name="connsiteX40" fmla="*/ 169069 w 1378744"/>
                <a:gd name="connsiteY40" fmla="*/ 878681 h 1181100"/>
                <a:gd name="connsiteX41" fmla="*/ 176213 w 1378744"/>
                <a:gd name="connsiteY41" fmla="*/ 897731 h 1181100"/>
                <a:gd name="connsiteX42" fmla="*/ 200025 w 1378744"/>
                <a:gd name="connsiteY42" fmla="*/ 916781 h 1181100"/>
                <a:gd name="connsiteX43" fmla="*/ 226219 w 1378744"/>
                <a:gd name="connsiteY43" fmla="*/ 916781 h 1181100"/>
                <a:gd name="connsiteX44" fmla="*/ 300038 w 1378744"/>
                <a:gd name="connsiteY44" fmla="*/ 921543 h 1181100"/>
                <a:gd name="connsiteX45" fmla="*/ 395288 w 1378744"/>
                <a:gd name="connsiteY45" fmla="*/ 952500 h 1181100"/>
                <a:gd name="connsiteX46" fmla="*/ 414338 w 1378744"/>
                <a:gd name="connsiteY46" fmla="*/ 988218 h 1181100"/>
                <a:gd name="connsiteX47" fmla="*/ 435769 w 1378744"/>
                <a:gd name="connsiteY47" fmla="*/ 992981 h 1181100"/>
                <a:gd name="connsiteX48" fmla="*/ 464344 w 1378744"/>
                <a:gd name="connsiteY48" fmla="*/ 995362 h 1181100"/>
                <a:gd name="connsiteX49" fmla="*/ 507207 w 1378744"/>
                <a:gd name="connsiteY49" fmla="*/ 1026318 h 1181100"/>
                <a:gd name="connsiteX50" fmla="*/ 521494 w 1378744"/>
                <a:gd name="connsiteY50" fmla="*/ 1069181 h 1181100"/>
                <a:gd name="connsiteX51" fmla="*/ 545307 w 1378744"/>
                <a:gd name="connsiteY51" fmla="*/ 1107281 h 1181100"/>
                <a:gd name="connsiteX52" fmla="*/ 573882 w 1378744"/>
                <a:gd name="connsiteY52" fmla="*/ 1121568 h 1181100"/>
                <a:gd name="connsiteX53" fmla="*/ 585788 w 1378744"/>
                <a:gd name="connsiteY53" fmla="*/ 1131093 h 1181100"/>
                <a:gd name="connsiteX54" fmla="*/ 597694 w 1378744"/>
                <a:gd name="connsiteY54" fmla="*/ 1181100 h 1181100"/>
                <a:gd name="connsiteX55" fmla="*/ 814388 w 1378744"/>
                <a:gd name="connsiteY55" fmla="*/ 1138237 h 1181100"/>
                <a:gd name="connsiteX56" fmla="*/ 828675 w 1378744"/>
                <a:gd name="connsiteY56" fmla="*/ 1109662 h 1181100"/>
                <a:gd name="connsiteX57" fmla="*/ 833438 w 1378744"/>
                <a:gd name="connsiteY57" fmla="*/ 1085850 h 1181100"/>
                <a:gd name="connsiteX58" fmla="*/ 797719 w 1378744"/>
                <a:gd name="connsiteY58" fmla="*/ 1059656 h 1181100"/>
                <a:gd name="connsiteX59" fmla="*/ 790575 w 1378744"/>
                <a:gd name="connsiteY59" fmla="*/ 1038225 h 1181100"/>
                <a:gd name="connsiteX60" fmla="*/ 790575 w 1378744"/>
                <a:gd name="connsiteY60" fmla="*/ 1021556 h 1181100"/>
                <a:gd name="connsiteX61" fmla="*/ 845344 w 1378744"/>
                <a:gd name="connsiteY61" fmla="*/ 952500 h 1181100"/>
                <a:gd name="connsiteX62" fmla="*/ 845344 w 1378744"/>
                <a:gd name="connsiteY62" fmla="*/ 952500 h 1181100"/>
                <a:gd name="connsiteX63" fmla="*/ 888207 w 1378744"/>
                <a:gd name="connsiteY63" fmla="*/ 966787 h 1181100"/>
                <a:gd name="connsiteX64" fmla="*/ 907257 w 1378744"/>
                <a:gd name="connsiteY64" fmla="*/ 981075 h 1181100"/>
                <a:gd name="connsiteX65" fmla="*/ 938213 w 1378744"/>
                <a:gd name="connsiteY65" fmla="*/ 990600 h 1181100"/>
                <a:gd name="connsiteX66" fmla="*/ 964407 w 1378744"/>
                <a:gd name="connsiteY66" fmla="*/ 985837 h 1181100"/>
                <a:gd name="connsiteX67" fmla="*/ 985838 w 1378744"/>
                <a:gd name="connsiteY67" fmla="*/ 985837 h 1181100"/>
                <a:gd name="connsiteX68" fmla="*/ 995363 w 1378744"/>
                <a:gd name="connsiteY68" fmla="*/ 995362 h 1181100"/>
                <a:gd name="connsiteX69" fmla="*/ 978694 w 1378744"/>
                <a:gd name="connsiteY69" fmla="*/ 1012031 h 1181100"/>
                <a:gd name="connsiteX70" fmla="*/ 969169 w 1378744"/>
                <a:gd name="connsiteY70" fmla="*/ 1031081 h 1181100"/>
                <a:gd name="connsiteX71" fmla="*/ 954882 w 1378744"/>
                <a:gd name="connsiteY71" fmla="*/ 1054893 h 1181100"/>
                <a:gd name="connsiteX72" fmla="*/ 950119 w 1378744"/>
                <a:gd name="connsiteY72" fmla="*/ 1083468 h 1181100"/>
                <a:gd name="connsiteX73" fmla="*/ 962025 w 1378744"/>
                <a:gd name="connsiteY73" fmla="*/ 1107281 h 1181100"/>
                <a:gd name="connsiteX74" fmla="*/ 983457 w 1378744"/>
                <a:gd name="connsiteY74" fmla="*/ 1131093 h 1181100"/>
                <a:gd name="connsiteX75" fmla="*/ 1002507 w 1378744"/>
                <a:gd name="connsiteY75" fmla="*/ 1133475 h 1181100"/>
                <a:gd name="connsiteX76" fmla="*/ 1028700 w 1378744"/>
                <a:gd name="connsiteY76" fmla="*/ 1126331 h 1181100"/>
                <a:gd name="connsiteX77" fmla="*/ 1031082 w 1378744"/>
                <a:gd name="connsiteY77" fmla="*/ 1097756 h 1181100"/>
                <a:gd name="connsiteX78" fmla="*/ 1057275 w 1378744"/>
                <a:gd name="connsiteY78" fmla="*/ 1085850 h 1181100"/>
                <a:gd name="connsiteX79" fmla="*/ 1076325 w 1378744"/>
                <a:gd name="connsiteY79" fmla="*/ 1097756 h 1181100"/>
                <a:gd name="connsiteX80" fmla="*/ 1100138 w 1378744"/>
                <a:gd name="connsiteY80" fmla="*/ 1107281 h 1181100"/>
                <a:gd name="connsiteX81" fmla="*/ 1123950 w 1378744"/>
                <a:gd name="connsiteY81" fmla="*/ 1121568 h 1181100"/>
                <a:gd name="connsiteX82" fmla="*/ 1143000 w 1378744"/>
                <a:gd name="connsiteY82" fmla="*/ 1123950 h 1181100"/>
                <a:gd name="connsiteX83" fmla="*/ 1157288 w 1378744"/>
                <a:gd name="connsiteY83" fmla="*/ 1112043 h 1181100"/>
                <a:gd name="connsiteX84" fmla="*/ 1159669 w 1378744"/>
                <a:gd name="connsiteY84" fmla="*/ 1085850 h 1181100"/>
                <a:gd name="connsiteX85" fmla="*/ 1166813 w 1378744"/>
                <a:gd name="connsiteY85" fmla="*/ 1052512 h 1181100"/>
                <a:gd name="connsiteX86" fmla="*/ 1197769 w 1378744"/>
                <a:gd name="connsiteY86" fmla="*/ 1016793 h 1181100"/>
                <a:gd name="connsiteX87" fmla="*/ 1195388 w 1378744"/>
                <a:gd name="connsiteY87" fmla="*/ 954881 h 1181100"/>
                <a:gd name="connsiteX88" fmla="*/ 1209675 w 1378744"/>
                <a:gd name="connsiteY88" fmla="*/ 945356 h 1181100"/>
                <a:gd name="connsiteX89" fmla="*/ 1235869 w 1378744"/>
                <a:gd name="connsiteY89" fmla="*/ 945356 h 1181100"/>
                <a:gd name="connsiteX90" fmla="*/ 1235869 w 1378744"/>
                <a:gd name="connsiteY90" fmla="*/ 931068 h 1181100"/>
                <a:gd name="connsiteX91" fmla="*/ 1212057 w 1378744"/>
                <a:gd name="connsiteY91" fmla="*/ 912018 h 1181100"/>
                <a:gd name="connsiteX92" fmla="*/ 1195388 w 1378744"/>
                <a:gd name="connsiteY92" fmla="*/ 881062 h 1181100"/>
                <a:gd name="connsiteX93" fmla="*/ 1157288 w 1378744"/>
                <a:gd name="connsiteY93" fmla="*/ 871537 h 1181100"/>
                <a:gd name="connsiteX94" fmla="*/ 1119188 w 1378744"/>
                <a:gd name="connsiteY94" fmla="*/ 859631 h 1181100"/>
                <a:gd name="connsiteX95" fmla="*/ 1119188 w 1378744"/>
                <a:gd name="connsiteY95" fmla="*/ 831056 h 1181100"/>
                <a:gd name="connsiteX96" fmla="*/ 1135857 w 1378744"/>
                <a:gd name="connsiteY96" fmla="*/ 807243 h 1181100"/>
                <a:gd name="connsiteX97" fmla="*/ 1197769 w 1378744"/>
                <a:gd name="connsiteY97" fmla="*/ 759618 h 1181100"/>
                <a:gd name="connsiteX98" fmla="*/ 1247775 w 1378744"/>
                <a:gd name="connsiteY98" fmla="*/ 762000 h 1181100"/>
                <a:gd name="connsiteX99" fmla="*/ 1278732 w 1378744"/>
                <a:gd name="connsiteY99" fmla="*/ 762000 h 1181100"/>
                <a:gd name="connsiteX100" fmla="*/ 1271588 w 1378744"/>
                <a:gd name="connsiteY100" fmla="*/ 735806 h 1181100"/>
                <a:gd name="connsiteX101" fmla="*/ 1378744 w 1378744"/>
                <a:gd name="connsiteY101" fmla="*/ 678656 h 1181100"/>
                <a:gd name="connsiteX102" fmla="*/ 1331119 w 1378744"/>
                <a:gd name="connsiteY102" fmla="*/ 552450 h 1181100"/>
                <a:gd name="connsiteX103" fmla="*/ 1278732 w 1378744"/>
                <a:gd name="connsiteY103" fmla="*/ 514350 h 1181100"/>
                <a:gd name="connsiteX104" fmla="*/ 1252538 w 1378744"/>
                <a:gd name="connsiteY104" fmla="*/ 431006 h 1181100"/>
                <a:gd name="connsiteX105" fmla="*/ 1181100 w 1378744"/>
                <a:gd name="connsiteY105" fmla="*/ 431006 h 1181100"/>
                <a:gd name="connsiteX106" fmla="*/ 1166813 w 1378744"/>
                <a:gd name="connsiteY106" fmla="*/ 395287 h 1181100"/>
                <a:gd name="connsiteX107" fmla="*/ 1107282 w 1378744"/>
                <a:gd name="connsiteY107" fmla="*/ 421481 h 1181100"/>
                <a:gd name="connsiteX108" fmla="*/ 1054894 w 1378744"/>
                <a:gd name="connsiteY108" fmla="*/ 414337 h 1181100"/>
                <a:gd name="connsiteX109" fmla="*/ 1028700 w 1378744"/>
                <a:gd name="connsiteY109" fmla="*/ 371475 h 1181100"/>
                <a:gd name="connsiteX110" fmla="*/ 1023938 w 1378744"/>
                <a:gd name="connsiteY110" fmla="*/ 288131 h 1181100"/>
                <a:gd name="connsiteX111" fmla="*/ 1012032 w 1378744"/>
                <a:gd name="connsiteY111" fmla="*/ 269081 h 1181100"/>
                <a:gd name="connsiteX112" fmla="*/ 1012032 w 1378744"/>
                <a:gd name="connsiteY112" fmla="*/ 211931 h 1181100"/>
                <a:gd name="connsiteX113" fmla="*/ 959644 w 1378744"/>
                <a:gd name="connsiteY113" fmla="*/ 190500 h 1181100"/>
                <a:gd name="connsiteX114" fmla="*/ 914400 w 1378744"/>
                <a:gd name="connsiteY114" fmla="*/ 111918 h 1181100"/>
                <a:gd name="connsiteX115" fmla="*/ 854869 w 1378744"/>
                <a:gd name="connsiteY115" fmla="*/ 76200 h 1181100"/>
                <a:gd name="connsiteX116" fmla="*/ 873919 w 1378744"/>
                <a:gd name="connsiteY116" fmla="*/ 16668 h 1181100"/>
                <a:gd name="connsiteX117" fmla="*/ 783432 w 1378744"/>
                <a:gd name="connsiteY117" fmla="*/ 0 h 1181100"/>
                <a:gd name="connsiteX0" fmla="*/ 783432 w 1378744"/>
                <a:gd name="connsiteY0" fmla="*/ 0 h 1181100"/>
                <a:gd name="connsiteX1" fmla="*/ 738188 w 1378744"/>
                <a:gd name="connsiteY1" fmla="*/ 26193 h 1181100"/>
                <a:gd name="connsiteX2" fmla="*/ 685800 w 1378744"/>
                <a:gd name="connsiteY2" fmla="*/ 28575 h 1181100"/>
                <a:gd name="connsiteX3" fmla="*/ 635794 w 1378744"/>
                <a:gd name="connsiteY3" fmla="*/ 73818 h 1181100"/>
                <a:gd name="connsiteX4" fmla="*/ 633413 w 1378744"/>
                <a:gd name="connsiteY4" fmla="*/ 114300 h 1181100"/>
                <a:gd name="connsiteX5" fmla="*/ 561975 w 1378744"/>
                <a:gd name="connsiteY5" fmla="*/ 190500 h 1181100"/>
                <a:gd name="connsiteX6" fmla="*/ 519113 w 1378744"/>
                <a:gd name="connsiteY6" fmla="*/ 214312 h 1181100"/>
                <a:gd name="connsiteX7" fmla="*/ 485775 w 1378744"/>
                <a:gd name="connsiteY7" fmla="*/ 252412 h 1181100"/>
                <a:gd name="connsiteX8" fmla="*/ 461963 w 1378744"/>
                <a:gd name="connsiteY8" fmla="*/ 273843 h 1181100"/>
                <a:gd name="connsiteX9" fmla="*/ 423863 w 1378744"/>
                <a:gd name="connsiteY9" fmla="*/ 333375 h 1181100"/>
                <a:gd name="connsiteX10" fmla="*/ 378619 w 1378744"/>
                <a:gd name="connsiteY10" fmla="*/ 357187 h 1181100"/>
                <a:gd name="connsiteX11" fmla="*/ 292894 w 1378744"/>
                <a:gd name="connsiteY11" fmla="*/ 376237 h 1181100"/>
                <a:gd name="connsiteX12" fmla="*/ 264319 w 1378744"/>
                <a:gd name="connsiteY12" fmla="*/ 373856 h 1181100"/>
                <a:gd name="connsiteX13" fmla="*/ 240507 w 1378744"/>
                <a:gd name="connsiteY13" fmla="*/ 359568 h 1181100"/>
                <a:gd name="connsiteX14" fmla="*/ 226219 w 1378744"/>
                <a:gd name="connsiteY14" fmla="*/ 338137 h 1181100"/>
                <a:gd name="connsiteX15" fmla="*/ 219075 w 1378744"/>
                <a:gd name="connsiteY15" fmla="*/ 311943 h 1181100"/>
                <a:gd name="connsiteX16" fmla="*/ 204788 w 1378744"/>
                <a:gd name="connsiteY16" fmla="*/ 309562 h 1181100"/>
                <a:gd name="connsiteX17" fmla="*/ 188119 w 1378744"/>
                <a:gd name="connsiteY17" fmla="*/ 304800 h 1181100"/>
                <a:gd name="connsiteX18" fmla="*/ 173832 w 1378744"/>
                <a:gd name="connsiteY18" fmla="*/ 302418 h 1181100"/>
                <a:gd name="connsiteX19" fmla="*/ 128588 w 1378744"/>
                <a:gd name="connsiteY19" fmla="*/ 352425 h 1181100"/>
                <a:gd name="connsiteX20" fmla="*/ 97632 w 1378744"/>
                <a:gd name="connsiteY20" fmla="*/ 371475 h 1181100"/>
                <a:gd name="connsiteX21" fmla="*/ 80963 w 1378744"/>
                <a:gd name="connsiteY21" fmla="*/ 390525 h 1181100"/>
                <a:gd name="connsiteX22" fmla="*/ 66675 w 1378744"/>
                <a:gd name="connsiteY22" fmla="*/ 435768 h 1181100"/>
                <a:gd name="connsiteX23" fmla="*/ 54769 w 1378744"/>
                <a:gd name="connsiteY23" fmla="*/ 447675 h 1181100"/>
                <a:gd name="connsiteX24" fmla="*/ 9525 w 1378744"/>
                <a:gd name="connsiteY24" fmla="*/ 466725 h 1181100"/>
                <a:gd name="connsiteX25" fmla="*/ 2382 w 1378744"/>
                <a:gd name="connsiteY25" fmla="*/ 481012 h 1181100"/>
                <a:gd name="connsiteX26" fmla="*/ 4763 w 1378744"/>
                <a:gd name="connsiteY26" fmla="*/ 533400 h 1181100"/>
                <a:gd name="connsiteX27" fmla="*/ 0 w 1378744"/>
                <a:gd name="connsiteY27" fmla="*/ 545306 h 1181100"/>
                <a:gd name="connsiteX28" fmla="*/ 73819 w 1378744"/>
                <a:gd name="connsiteY28" fmla="*/ 588168 h 1181100"/>
                <a:gd name="connsiteX29" fmla="*/ 90488 w 1378744"/>
                <a:gd name="connsiteY29" fmla="*/ 628650 h 1181100"/>
                <a:gd name="connsiteX30" fmla="*/ 83344 w 1378744"/>
                <a:gd name="connsiteY30" fmla="*/ 654843 h 1181100"/>
                <a:gd name="connsiteX31" fmla="*/ 73819 w 1378744"/>
                <a:gd name="connsiteY31" fmla="*/ 697706 h 1181100"/>
                <a:gd name="connsiteX32" fmla="*/ 78582 w 1378744"/>
                <a:gd name="connsiteY32" fmla="*/ 726281 h 1181100"/>
                <a:gd name="connsiteX33" fmla="*/ 95250 w 1378744"/>
                <a:gd name="connsiteY33" fmla="*/ 738187 h 1181100"/>
                <a:gd name="connsiteX34" fmla="*/ 116682 w 1378744"/>
                <a:gd name="connsiteY34" fmla="*/ 735806 h 1181100"/>
                <a:gd name="connsiteX35" fmla="*/ 123825 w 1378744"/>
                <a:gd name="connsiteY35" fmla="*/ 762000 h 1181100"/>
                <a:gd name="connsiteX36" fmla="*/ 126207 w 1378744"/>
                <a:gd name="connsiteY36" fmla="*/ 783431 h 1181100"/>
                <a:gd name="connsiteX37" fmla="*/ 152400 w 1378744"/>
                <a:gd name="connsiteY37" fmla="*/ 812006 h 1181100"/>
                <a:gd name="connsiteX38" fmla="*/ 164307 w 1378744"/>
                <a:gd name="connsiteY38" fmla="*/ 823912 h 1181100"/>
                <a:gd name="connsiteX39" fmla="*/ 173832 w 1378744"/>
                <a:gd name="connsiteY39" fmla="*/ 850106 h 1181100"/>
                <a:gd name="connsiteX40" fmla="*/ 169069 w 1378744"/>
                <a:gd name="connsiteY40" fmla="*/ 878681 h 1181100"/>
                <a:gd name="connsiteX41" fmla="*/ 176213 w 1378744"/>
                <a:gd name="connsiteY41" fmla="*/ 897731 h 1181100"/>
                <a:gd name="connsiteX42" fmla="*/ 200025 w 1378744"/>
                <a:gd name="connsiteY42" fmla="*/ 916781 h 1181100"/>
                <a:gd name="connsiteX43" fmla="*/ 226219 w 1378744"/>
                <a:gd name="connsiteY43" fmla="*/ 916781 h 1181100"/>
                <a:gd name="connsiteX44" fmla="*/ 300038 w 1378744"/>
                <a:gd name="connsiteY44" fmla="*/ 921543 h 1181100"/>
                <a:gd name="connsiteX45" fmla="*/ 395288 w 1378744"/>
                <a:gd name="connsiteY45" fmla="*/ 952500 h 1181100"/>
                <a:gd name="connsiteX46" fmla="*/ 414338 w 1378744"/>
                <a:gd name="connsiteY46" fmla="*/ 988218 h 1181100"/>
                <a:gd name="connsiteX47" fmla="*/ 435769 w 1378744"/>
                <a:gd name="connsiteY47" fmla="*/ 992981 h 1181100"/>
                <a:gd name="connsiteX48" fmla="*/ 464344 w 1378744"/>
                <a:gd name="connsiteY48" fmla="*/ 995362 h 1181100"/>
                <a:gd name="connsiteX49" fmla="*/ 507207 w 1378744"/>
                <a:gd name="connsiteY49" fmla="*/ 1026318 h 1181100"/>
                <a:gd name="connsiteX50" fmla="*/ 521494 w 1378744"/>
                <a:gd name="connsiteY50" fmla="*/ 1069181 h 1181100"/>
                <a:gd name="connsiteX51" fmla="*/ 545307 w 1378744"/>
                <a:gd name="connsiteY51" fmla="*/ 1107281 h 1181100"/>
                <a:gd name="connsiteX52" fmla="*/ 573882 w 1378744"/>
                <a:gd name="connsiteY52" fmla="*/ 1121568 h 1181100"/>
                <a:gd name="connsiteX53" fmla="*/ 585788 w 1378744"/>
                <a:gd name="connsiteY53" fmla="*/ 1131093 h 1181100"/>
                <a:gd name="connsiteX54" fmla="*/ 597694 w 1378744"/>
                <a:gd name="connsiteY54" fmla="*/ 1181100 h 1181100"/>
                <a:gd name="connsiteX55" fmla="*/ 626269 w 1378744"/>
                <a:gd name="connsiteY55" fmla="*/ 1171574 h 1181100"/>
                <a:gd name="connsiteX56" fmla="*/ 814388 w 1378744"/>
                <a:gd name="connsiteY56" fmla="*/ 1138237 h 1181100"/>
                <a:gd name="connsiteX57" fmla="*/ 828675 w 1378744"/>
                <a:gd name="connsiteY57" fmla="*/ 1109662 h 1181100"/>
                <a:gd name="connsiteX58" fmla="*/ 833438 w 1378744"/>
                <a:gd name="connsiteY58" fmla="*/ 1085850 h 1181100"/>
                <a:gd name="connsiteX59" fmla="*/ 797719 w 1378744"/>
                <a:gd name="connsiteY59" fmla="*/ 1059656 h 1181100"/>
                <a:gd name="connsiteX60" fmla="*/ 790575 w 1378744"/>
                <a:gd name="connsiteY60" fmla="*/ 1038225 h 1181100"/>
                <a:gd name="connsiteX61" fmla="*/ 790575 w 1378744"/>
                <a:gd name="connsiteY61" fmla="*/ 1021556 h 1181100"/>
                <a:gd name="connsiteX62" fmla="*/ 845344 w 1378744"/>
                <a:gd name="connsiteY62" fmla="*/ 952500 h 1181100"/>
                <a:gd name="connsiteX63" fmla="*/ 845344 w 1378744"/>
                <a:gd name="connsiteY63" fmla="*/ 952500 h 1181100"/>
                <a:gd name="connsiteX64" fmla="*/ 888207 w 1378744"/>
                <a:gd name="connsiteY64" fmla="*/ 966787 h 1181100"/>
                <a:gd name="connsiteX65" fmla="*/ 907257 w 1378744"/>
                <a:gd name="connsiteY65" fmla="*/ 981075 h 1181100"/>
                <a:gd name="connsiteX66" fmla="*/ 938213 w 1378744"/>
                <a:gd name="connsiteY66" fmla="*/ 990600 h 1181100"/>
                <a:gd name="connsiteX67" fmla="*/ 964407 w 1378744"/>
                <a:gd name="connsiteY67" fmla="*/ 985837 h 1181100"/>
                <a:gd name="connsiteX68" fmla="*/ 985838 w 1378744"/>
                <a:gd name="connsiteY68" fmla="*/ 985837 h 1181100"/>
                <a:gd name="connsiteX69" fmla="*/ 995363 w 1378744"/>
                <a:gd name="connsiteY69" fmla="*/ 995362 h 1181100"/>
                <a:gd name="connsiteX70" fmla="*/ 978694 w 1378744"/>
                <a:gd name="connsiteY70" fmla="*/ 1012031 h 1181100"/>
                <a:gd name="connsiteX71" fmla="*/ 969169 w 1378744"/>
                <a:gd name="connsiteY71" fmla="*/ 1031081 h 1181100"/>
                <a:gd name="connsiteX72" fmla="*/ 954882 w 1378744"/>
                <a:gd name="connsiteY72" fmla="*/ 1054893 h 1181100"/>
                <a:gd name="connsiteX73" fmla="*/ 950119 w 1378744"/>
                <a:gd name="connsiteY73" fmla="*/ 1083468 h 1181100"/>
                <a:gd name="connsiteX74" fmla="*/ 962025 w 1378744"/>
                <a:gd name="connsiteY74" fmla="*/ 1107281 h 1181100"/>
                <a:gd name="connsiteX75" fmla="*/ 983457 w 1378744"/>
                <a:gd name="connsiteY75" fmla="*/ 1131093 h 1181100"/>
                <a:gd name="connsiteX76" fmla="*/ 1002507 w 1378744"/>
                <a:gd name="connsiteY76" fmla="*/ 1133475 h 1181100"/>
                <a:gd name="connsiteX77" fmla="*/ 1028700 w 1378744"/>
                <a:gd name="connsiteY77" fmla="*/ 1126331 h 1181100"/>
                <a:gd name="connsiteX78" fmla="*/ 1031082 w 1378744"/>
                <a:gd name="connsiteY78" fmla="*/ 1097756 h 1181100"/>
                <a:gd name="connsiteX79" fmla="*/ 1057275 w 1378744"/>
                <a:gd name="connsiteY79" fmla="*/ 1085850 h 1181100"/>
                <a:gd name="connsiteX80" fmla="*/ 1076325 w 1378744"/>
                <a:gd name="connsiteY80" fmla="*/ 1097756 h 1181100"/>
                <a:gd name="connsiteX81" fmla="*/ 1100138 w 1378744"/>
                <a:gd name="connsiteY81" fmla="*/ 1107281 h 1181100"/>
                <a:gd name="connsiteX82" fmla="*/ 1123950 w 1378744"/>
                <a:gd name="connsiteY82" fmla="*/ 1121568 h 1181100"/>
                <a:gd name="connsiteX83" fmla="*/ 1143000 w 1378744"/>
                <a:gd name="connsiteY83" fmla="*/ 1123950 h 1181100"/>
                <a:gd name="connsiteX84" fmla="*/ 1157288 w 1378744"/>
                <a:gd name="connsiteY84" fmla="*/ 1112043 h 1181100"/>
                <a:gd name="connsiteX85" fmla="*/ 1159669 w 1378744"/>
                <a:gd name="connsiteY85" fmla="*/ 1085850 h 1181100"/>
                <a:gd name="connsiteX86" fmla="*/ 1166813 w 1378744"/>
                <a:gd name="connsiteY86" fmla="*/ 1052512 h 1181100"/>
                <a:gd name="connsiteX87" fmla="*/ 1197769 w 1378744"/>
                <a:gd name="connsiteY87" fmla="*/ 1016793 h 1181100"/>
                <a:gd name="connsiteX88" fmla="*/ 1195388 w 1378744"/>
                <a:gd name="connsiteY88" fmla="*/ 954881 h 1181100"/>
                <a:gd name="connsiteX89" fmla="*/ 1209675 w 1378744"/>
                <a:gd name="connsiteY89" fmla="*/ 945356 h 1181100"/>
                <a:gd name="connsiteX90" fmla="*/ 1235869 w 1378744"/>
                <a:gd name="connsiteY90" fmla="*/ 945356 h 1181100"/>
                <a:gd name="connsiteX91" fmla="*/ 1235869 w 1378744"/>
                <a:gd name="connsiteY91" fmla="*/ 931068 h 1181100"/>
                <a:gd name="connsiteX92" fmla="*/ 1212057 w 1378744"/>
                <a:gd name="connsiteY92" fmla="*/ 912018 h 1181100"/>
                <a:gd name="connsiteX93" fmla="*/ 1195388 w 1378744"/>
                <a:gd name="connsiteY93" fmla="*/ 881062 h 1181100"/>
                <a:gd name="connsiteX94" fmla="*/ 1157288 w 1378744"/>
                <a:gd name="connsiteY94" fmla="*/ 871537 h 1181100"/>
                <a:gd name="connsiteX95" fmla="*/ 1119188 w 1378744"/>
                <a:gd name="connsiteY95" fmla="*/ 859631 h 1181100"/>
                <a:gd name="connsiteX96" fmla="*/ 1119188 w 1378744"/>
                <a:gd name="connsiteY96" fmla="*/ 831056 h 1181100"/>
                <a:gd name="connsiteX97" fmla="*/ 1135857 w 1378744"/>
                <a:gd name="connsiteY97" fmla="*/ 807243 h 1181100"/>
                <a:gd name="connsiteX98" fmla="*/ 1197769 w 1378744"/>
                <a:gd name="connsiteY98" fmla="*/ 759618 h 1181100"/>
                <a:gd name="connsiteX99" fmla="*/ 1247775 w 1378744"/>
                <a:gd name="connsiteY99" fmla="*/ 762000 h 1181100"/>
                <a:gd name="connsiteX100" fmla="*/ 1278732 w 1378744"/>
                <a:gd name="connsiteY100" fmla="*/ 762000 h 1181100"/>
                <a:gd name="connsiteX101" fmla="*/ 1271588 w 1378744"/>
                <a:gd name="connsiteY101" fmla="*/ 735806 h 1181100"/>
                <a:gd name="connsiteX102" fmla="*/ 1378744 w 1378744"/>
                <a:gd name="connsiteY102" fmla="*/ 678656 h 1181100"/>
                <a:gd name="connsiteX103" fmla="*/ 1331119 w 1378744"/>
                <a:gd name="connsiteY103" fmla="*/ 552450 h 1181100"/>
                <a:gd name="connsiteX104" fmla="*/ 1278732 w 1378744"/>
                <a:gd name="connsiteY104" fmla="*/ 514350 h 1181100"/>
                <a:gd name="connsiteX105" fmla="*/ 1252538 w 1378744"/>
                <a:gd name="connsiteY105" fmla="*/ 431006 h 1181100"/>
                <a:gd name="connsiteX106" fmla="*/ 1181100 w 1378744"/>
                <a:gd name="connsiteY106" fmla="*/ 431006 h 1181100"/>
                <a:gd name="connsiteX107" fmla="*/ 1166813 w 1378744"/>
                <a:gd name="connsiteY107" fmla="*/ 395287 h 1181100"/>
                <a:gd name="connsiteX108" fmla="*/ 1107282 w 1378744"/>
                <a:gd name="connsiteY108" fmla="*/ 421481 h 1181100"/>
                <a:gd name="connsiteX109" fmla="*/ 1054894 w 1378744"/>
                <a:gd name="connsiteY109" fmla="*/ 414337 h 1181100"/>
                <a:gd name="connsiteX110" fmla="*/ 1028700 w 1378744"/>
                <a:gd name="connsiteY110" fmla="*/ 371475 h 1181100"/>
                <a:gd name="connsiteX111" fmla="*/ 1023938 w 1378744"/>
                <a:gd name="connsiteY111" fmla="*/ 288131 h 1181100"/>
                <a:gd name="connsiteX112" fmla="*/ 1012032 w 1378744"/>
                <a:gd name="connsiteY112" fmla="*/ 269081 h 1181100"/>
                <a:gd name="connsiteX113" fmla="*/ 1012032 w 1378744"/>
                <a:gd name="connsiteY113" fmla="*/ 211931 h 1181100"/>
                <a:gd name="connsiteX114" fmla="*/ 959644 w 1378744"/>
                <a:gd name="connsiteY114" fmla="*/ 190500 h 1181100"/>
                <a:gd name="connsiteX115" fmla="*/ 914400 w 1378744"/>
                <a:gd name="connsiteY115" fmla="*/ 111918 h 1181100"/>
                <a:gd name="connsiteX116" fmla="*/ 854869 w 1378744"/>
                <a:gd name="connsiteY116" fmla="*/ 76200 h 1181100"/>
                <a:gd name="connsiteX117" fmla="*/ 873919 w 1378744"/>
                <a:gd name="connsiteY117" fmla="*/ 16668 h 1181100"/>
                <a:gd name="connsiteX118" fmla="*/ 783432 w 1378744"/>
                <a:gd name="connsiteY118" fmla="*/ 0 h 1181100"/>
                <a:gd name="connsiteX0" fmla="*/ 783432 w 1378744"/>
                <a:gd name="connsiteY0" fmla="*/ 0 h 1250156"/>
                <a:gd name="connsiteX1" fmla="*/ 738188 w 1378744"/>
                <a:gd name="connsiteY1" fmla="*/ 26193 h 1250156"/>
                <a:gd name="connsiteX2" fmla="*/ 685800 w 1378744"/>
                <a:gd name="connsiteY2" fmla="*/ 28575 h 1250156"/>
                <a:gd name="connsiteX3" fmla="*/ 635794 w 1378744"/>
                <a:gd name="connsiteY3" fmla="*/ 73818 h 1250156"/>
                <a:gd name="connsiteX4" fmla="*/ 633413 w 1378744"/>
                <a:gd name="connsiteY4" fmla="*/ 114300 h 1250156"/>
                <a:gd name="connsiteX5" fmla="*/ 561975 w 1378744"/>
                <a:gd name="connsiteY5" fmla="*/ 190500 h 1250156"/>
                <a:gd name="connsiteX6" fmla="*/ 519113 w 1378744"/>
                <a:gd name="connsiteY6" fmla="*/ 214312 h 1250156"/>
                <a:gd name="connsiteX7" fmla="*/ 485775 w 1378744"/>
                <a:gd name="connsiteY7" fmla="*/ 252412 h 1250156"/>
                <a:gd name="connsiteX8" fmla="*/ 461963 w 1378744"/>
                <a:gd name="connsiteY8" fmla="*/ 273843 h 1250156"/>
                <a:gd name="connsiteX9" fmla="*/ 423863 w 1378744"/>
                <a:gd name="connsiteY9" fmla="*/ 333375 h 1250156"/>
                <a:gd name="connsiteX10" fmla="*/ 378619 w 1378744"/>
                <a:gd name="connsiteY10" fmla="*/ 357187 h 1250156"/>
                <a:gd name="connsiteX11" fmla="*/ 292894 w 1378744"/>
                <a:gd name="connsiteY11" fmla="*/ 376237 h 1250156"/>
                <a:gd name="connsiteX12" fmla="*/ 264319 w 1378744"/>
                <a:gd name="connsiteY12" fmla="*/ 373856 h 1250156"/>
                <a:gd name="connsiteX13" fmla="*/ 240507 w 1378744"/>
                <a:gd name="connsiteY13" fmla="*/ 359568 h 1250156"/>
                <a:gd name="connsiteX14" fmla="*/ 226219 w 1378744"/>
                <a:gd name="connsiteY14" fmla="*/ 338137 h 1250156"/>
                <a:gd name="connsiteX15" fmla="*/ 219075 w 1378744"/>
                <a:gd name="connsiteY15" fmla="*/ 311943 h 1250156"/>
                <a:gd name="connsiteX16" fmla="*/ 204788 w 1378744"/>
                <a:gd name="connsiteY16" fmla="*/ 309562 h 1250156"/>
                <a:gd name="connsiteX17" fmla="*/ 188119 w 1378744"/>
                <a:gd name="connsiteY17" fmla="*/ 304800 h 1250156"/>
                <a:gd name="connsiteX18" fmla="*/ 173832 w 1378744"/>
                <a:gd name="connsiteY18" fmla="*/ 302418 h 1250156"/>
                <a:gd name="connsiteX19" fmla="*/ 128588 w 1378744"/>
                <a:gd name="connsiteY19" fmla="*/ 352425 h 1250156"/>
                <a:gd name="connsiteX20" fmla="*/ 97632 w 1378744"/>
                <a:gd name="connsiteY20" fmla="*/ 371475 h 1250156"/>
                <a:gd name="connsiteX21" fmla="*/ 80963 w 1378744"/>
                <a:gd name="connsiteY21" fmla="*/ 390525 h 1250156"/>
                <a:gd name="connsiteX22" fmla="*/ 66675 w 1378744"/>
                <a:gd name="connsiteY22" fmla="*/ 435768 h 1250156"/>
                <a:gd name="connsiteX23" fmla="*/ 54769 w 1378744"/>
                <a:gd name="connsiteY23" fmla="*/ 447675 h 1250156"/>
                <a:gd name="connsiteX24" fmla="*/ 9525 w 1378744"/>
                <a:gd name="connsiteY24" fmla="*/ 466725 h 1250156"/>
                <a:gd name="connsiteX25" fmla="*/ 2382 w 1378744"/>
                <a:gd name="connsiteY25" fmla="*/ 481012 h 1250156"/>
                <a:gd name="connsiteX26" fmla="*/ 4763 w 1378744"/>
                <a:gd name="connsiteY26" fmla="*/ 533400 h 1250156"/>
                <a:gd name="connsiteX27" fmla="*/ 0 w 1378744"/>
                <a:gd name="connsiteY27" fmla="*/ 545306 h 1250156"/>
                <a:gd name="connsiteX28" fmla="*/ 73819 w 1378744"/>
                <a:gd name="connsiteY28" fmla="*/ 588168 h 1250156"/>
                <a:gd name="connsiteX29" fmla="*/ 90488 w 1378744"/>
                <a:gd name="connsiteY29" fmla="*/ 628650 h 1250156"/>
                <a:gd name="connsiteX30" fmla="*/ 83344 w 1378744"/>
                <a:gd name="connsiteY30" fmla="*/ 654843 h 1250156"/>
                <a:gd name="connsiteX31" fmla="*/ 73819 w 1378744"/>
                <a:gd name="connsiteY31" fmla="*/ 697706 h 1250156"/>
                <a:gd name="connsiteX32" fmla="*/ 78582 w 1378744"/>
                <a:gd name="connsiteY32" fmla="*/ 726281 h 1250156"/>
                <a:gd name="connsiteX33" fmla="*/ 95250 w 1378744"/>
                <a:gd name="connsiteY33" fmla="*/ 738187 h 1250156"/>
                <a:gd name="connsiteX34" fmla="*/ 116682 w 1378744"/>
                <a:gd name="connsiteY34" fmla="*/ 735806 h 1250156"/>
                <a:gd name="connsiteX35" fmla="*/ 123825 w 1378744"/>
                <a:gd name="connsiteY35" fmla="*/ 762000 h 1250156"/>
                <a:gd name="connsiteX36" fmla="*/ 126207 w 1378744"/>
                <a:gd name="connsiteY36" fmla="*/ 783431 h 1250156"/>
                <a:gd name="connsiteX37" fmla="*/ 152400 w 1378744"/>
                <a:gd name="connsiteY37" fmla="*/ 812006 h 1250156"/>
                <a:gd name="connsiteX38" fmla="*/ 164307 w 1378744"/>
                <a:gd name="connsiteY38" fmla="*/ 823912 h 1250156"/>
                <a:gd name="connsiteX39" fmla="*/ 173832 w 1378744"/>
                <a:gd name="connsiteY39" fmla="*/ 850106 h 1250156"/>
                <a:gd name="connsiteX40" fmla="*/ 169069 w 1378744"/>
                <a:gd name="connsiteY40" fmla="*/ 878681 h 1250156"/>
                <a:gd name="connsiteX41" fmla="*/ 176213 w 1378744"/>
                <a:gd name="connsiteY41" fmla="*/ 897731 h 1250156"/>
                <a:gd name="connsiteX42" fmla="*/ 200025 w 1378744"/>
                <a:gd name="connsiteY42" fmla="*/ 916781 h 1250156"/>
                <a:gd name="connsiteX43" fmla="*/ 226219 w 1378744"/>
                <a:gd name="connsiteY43" fmla="*/ 916781 h 1250156"/>
                <a:gd name="connsiteX44" fmla="*/ 300038 w 1378744"/>
                <a:gd name="connsiteY44" fmla="*/ 921543 h 1250156"/>
                <a:gd name="connsiteX45" fmla="*/ 395288 w 1378744"/>
                <a:gd name="connsiteY45" fmla="*/ 952500 h 1250156"/>
                <a:gd name="connsiteX46" fmla="*/ 414338 w 1378744"/>
                <a:gd name="connsiteY46" fmla="*/ 988218 h 1250156"/>
                <a:gd name="connsiteX47" fmla="*/ 435769 w 1378744"/>
                <a:gd name="connsiteY47" fmla="*/ 992981 h 1250156"/>
                <a:gd name="connsiteX48" fmla="*/ 464344 w 1378744"/>
                <a:gd name="connsiteY48" fmla="*/ 995362 h 1250156"/>
                <a:gd name="connsiteX49" fmla="*/ 507207 w 1378744"/>
                <a:gd name="connsiteY49" fmla="*/ 1026318 h 1250156"/>
                <a:gd name="connsiteX50" fmla="*/ 521494 w 1378744"/>
                <a:gd name="connsiteY50" fmla="*/ 1069181 h 1250156"/>
                <a:gd name="connsiteX51" fmla="*/ 545307 w 1378744"/>
                <a:gd name="connsiteY51" fmla="*/ 1107281 h 1250156"/>
                <a:gd name="connsiteX52" fmla="*/ 573882 w 1378744"/>
                <a:gd name="connsiteY52" fmla="*/ 1121568 h 1250156"/>
                <a:gd name="connsiteX53" fmla="*/ 585788 w 1378744"/>
                <a:gd name="connsiteY53" fmla="*/ 1131093 h 1250156"/>
                <a:gd name="connsiteX54" fmla="*/ 597694 w 1378744"/>
                <a:gd name="connsiteY54" fmla="*/ 1181100 h 1250156"/>
                <a:gd name="connsiteX55" fmla="*/ 633413 w 1378744"/>
                <a:gd name="connsiteY55" fmla="*/ 1250156 h 1250156"/>
                <a:gd name="connsiteX56" fmla="*/ 814388 w 1378744"/>
                <a:gd name="connsiteY56" fmla="*/ 1138237 h 1250156"/>
                <a:gd name="connsiteX57" fmla="*/ 828675 w 1378744"/>
                <a:gd name="connsiteY57" fmla="*/ 1109662 h 1250156"/>
                <a:gd name="connsiteX58" fmla="*/ 833438 w 1378744"/>
                <a:gd name="connsiteY58" fmla="*/ 1085850 h 1250156"/>
                <a:gd name="connsiteX59" fmla="*/ 797719 w 1378744"/>
                <a:gd name="connsiteY59" fmla="*/ 1059656 h 1250156"/>
                <a:gd name="connsiteX60" fmla="*/ 790575 w 1378744"/>
                <a:gd name="connsiteY60" fmla="*/ 1038225 h 1250156"/>
                <a:gd name="connsiteX61" fmla="*/ 790575 w 1378744"/>
                <a:gd name="connsiteY61" fmla="*/ 1021556 h 1250156"/>
                <a:gd name="connsiteX62" fmla="*/ 845344 w 1378744"/>
                <a:gd name="connsiteY62" fmla="*/ 952500 h 1250156"/>
                <a:gd name="connsiteX63" fmla="*/ 845344 w 1378744"/>
                <a:gd name="connsiteY63" fmla="*/ 952500 h 1250156"/>
                <a:gd name="connsiteX64" fmla="*/ 888207 w 1378744"/>
                <a:gd name="connsiteY64" fmla="*/ 966787 h 1250156"/>
                <a:gd name="connsiteX65" fmla="*/ 907257 w 1378744"/>
                <a:gd name="connsiteY65" fmla="*/ 981075 h 1250156"/>
                <a:gd name="connsiteX66" fmla="*/ 938213 w 1378744"/>
                <a:gd name="connsiteY66" fmla="*/ 990600 h 1250156"/>
                <a:gd name="connsiteX67" fmla="*/ 964407 w 1378744"/>
                <a:gd name="connsiteY67" fmla="*/ 985837 h 1250156"/>
                <a:gd name="connsiteX68" fmla="*/ 985838 w 1378744"/>
                <a:gd name="connsiteY68" fmla="*/ 985837 h 1250156"/>
                <a:gd name="connsiteX69" fmla="*/ 995363 w 1378744"/>
                <a:gd name="connsiteY69" fmla="*/ 995362 h 1250156"/>
                <a:gd name="connsiteX70" fmla="*/ 978694 w 1378744"/>
                <a:gd name="connsiteY70" fmla="*/ 1012031 h 1250156"/>
                <a:gd name="connsiteX71" fmla="*/ 969169 w 1378744"/>
                <a:gd name="connsiteY71" fmla="*/ 1031081 h 1250156"/>
                <a:gd name="connsiteX72" fmla="*/ 954882 w 1378744"/>
                <a:gd name="connsiteY72" fmla="*/ 1054893 h 1250156"/>
                <a:gd name="connsiteX73" fmla="*/ 950119 w 1378744"/>
                <a:gd name="connsiteY73" fmla="*/ 1083468 h 1250156"/>
                <a:gd name="connsiteX74" fmla="*/ 962025 w 1378744"/>
                <a:gd name="connsiteY74" fmla="*/ 1107281 h 1250156"/>
                <a:gd name="connsiteX75" fmla="*/ 983457 w 1378744"/>
                <a:gd name="connsiteY75" fmla="*/ 1131093 h 1250156"/>
                <a:gd name="connsiteX76" fmla="*/ 1002507 w 1378744"/>
                <a:gd name="connsiteY76" fmla="*/ 1133475 h 1250156"/>
                <a:gd name="connsiteX77" fmla="*/ 1028700 w 1378744"/>
                <a:gd name="connsiteY77" fmla="*/ 1126331 h 1250156"/>
                <a:gd name="connsiteX78" fmla="*/ 1031082 w 1378744"/>
                <a:gd name="connsiteY78" fmla="*/ 1097756 h 1250156"/>
                <a:gd name="connsiteX79" fmla="*/ 1057275 w 1378744"/>
                <a:gd name="connsiteY79" fmla="*/ 1085850 h 1250156"/>
                <a:gd name="connsiteX80" fmla="*/ 1076325 w 1378744"/>
                <a:gd name="connsiteY80" fmla="*/ 1097756 h 1250156"/>
                <a:gd name="connsiteX81" fmla="*/ 1100138 w 1378744"/>
                <a:gd name="connsiteY81" fmla="*/ 1107281 h 1250156"/>
                <a:gd name="connsiteX82" fmla="*/ 1123950 w 1378744"/>
                <a:gd name="connsiteY82" fmla="*/ 1121568 h 1250156"/>
                <a:gd name="connsiteX83" fmla="*/ 1143000 w 1378744"/>
                <a:gd name="connsiteY83" fmla="*/ 1123950 h 1250156"/>
                <a:gd name="connsiteX84" fmla="*/ 1157288 w 1378744"/>
                <a:gd name="connsiteY84" fmla="*/ 1112043 h 1250156"/>
                <a:gd name="connsiteX85" fmla="*/ 1159669 w 1378744"/>
                <a:gd name="connsiteY85" fmla="*/ 1085850 h 1250156"/>
                <a:gd name="connsiteX86" fmla="*/ 1166813 w 1378744"/>
                <a:gd name="connsiteY86" fmla="*/ 1052512 h 1250156"/>
                <a:gd name="connsiteX87" fmla="*/ 1197769 w 1378744"/>
                <a:gd name="connsiteY87" fmla="*/ 1016793 h 1250156"/>
                <a:gd name="connsiteX88" fmla="*/ 1195388 w 1378744"/>
                <a:gd name="connsiteY88" fmla="*/ 954881 h 1250156"/>
                <a:gd name="connsiteX89" fmla="*/ 1209675 w 1378744"/>
                <a:gd name="connsiteY89" fmla="*/ 945356 h 1250156"/>
                <a:gd name="connsiteX90" fmla="*/ 1235869 w 1378744"/>
                <a:gd name="connsiteY90" fmla="*/ 945356 h 1250156"/>
                <a:gd name="connsiteX91" fmla="*/ 1235869 w 1378744"/>
                <a:gd name="connsiteY91" fmla="*/ 931068 h 1250156"/>
                <a:gd name="connsiteX92" fmla="*/ 1212057 w 1378744"/>
                <a:gd name="connsiteY92" fmla="*/ 912018 h 1250156"/>
                <a:gd name="connsiteX93" fmla="*/ 1195388 w 1378744"/>
                <a:gd name="connsiteY93" fmla="*/ 881062 h 1250156"/>
                <a:gd name="connsiteX94" fmla="*/ 1157288 w 1378744"/>
                <a:gd name="connsiteY94" fmla="*/ 871537 h 1250156"/>
                <a:gd name="connsiteX95" fmla="*/ 1119188 w 1378744"/>
                <a:gd name="connsiteY95" fmla="*/ 859631 h 1250156"/>
                <a:gd name="connsiteX96" fmla="*/ 1119188 w 1378744"/>
                <a:gd name="connsiteY96" fmla="*/ 831056 h 1250156"/>
                <a:gd name="connsiteX97" fmla="*/ 1135857 w 1378744"/>
                <a:gd name="connsiteY97" fmla="*/ 807243 h 1250156"/>
                <a:gd name="connsiteX98" fmla="*/ 1197769 w 1378744"/>
                <a:gd name="connsiteY98" fmla="*/ 759618 h 1250156"/>
                <a:gd name="connsiteX99" fmla="*/ 1247775 w 1378744"/>
                <a:gd name="connsiteY99" fmla="*/ 762000 h 1250156"/>
                <a:gd name="connsiteX100" fmla="*/ 1278732 w 1378744"/>
                <a:gd name="connsiteY100" fmla="*/ 762000 h 1250156"/>
                <a:gd name="connsiteX101" fmla="*/ 1271588 w 1378744"/>
                <a:gd name="connsiteY101" fmla="*/ 735806 h 1250156"/>
                <a:gd name="connsiteX102" fmla="*/ 1378744 w 1378744"/>
                <a:gd name="connsiteY102" fmla="*/ 678656 h 1250156"/>
                <a:gd name="connsiteX103" fmla="*/ 1331119 w 1378744"/>
                <a:gd name="connsiteY103" fmla="*/ 552450 h 1250156"/>
                <a:gd name="connsiteX104" fmla="*/ 1278732 w 1378744"/>
                <a:gd name="connsiteY104" fmla="*/ 514350 h 1250156"/>
                <a:gd name="connsiteX105" fmla="*/ 1252538 w 1378744"/>
                <a:gd name="connsiteY105" fmla="*/ 431006 h 1250156"/>
                <a:gd name="connsiteX106" fmla="*/ 1181100 w 1378744"/>
                <a:gd name="connsiteY106" fmla="*/ 431006 h 1250156"/>
                <a:gd name="connsiteX107" fmla="*/ 1166813 w 1378744"/>
                <a:gd name="connsiteY107" fmla="*/ 395287 h 1250156"/>
                <a:gd name="connsiteX108" fmla="*/ 1107282 w 1378744"/>
                <a:gd name="connsiteY108" fmla="*/ 421481 h 1250156"/>
                <a:gd name="connsiteX109" fmla="*/ 1054894 w 1378744"/>
                <a:gd name="connsiteY109" fmla="*/ 414337 h 1250156"/>
                <a:gd name="connsiteX110" fmla="*/ 1028700 w 1378744"/>
                <a:gd name="connsiteY110" fmla="*/ 371475 h 1250156"/>
                <a:gd name="connsiteX111" fmla="*/ 1023938 w 1378744"/>
                <a:gd name="connsiteY111" fmla="*/ 288131 h 1250156"/>
                <a:gd name="connsiteX112" fmla="*/ 1012032 w 1378744"/>
                <a:gd name="connsiteY112" fmla="*/ 269081 h 1250156"/>
                <a:gd name="connsiteX113" fmla="*/ 1012032 w 1378744"/>
                <a:gd name="connsiteY113" fmla="*/ 211931 h 1250156"/>
                <a:gd name="connsiteX114" fmla="*/ 959644 w 1378744"/>
                <a:gd name="connsiteY114" fmla="*/ 190500 h 1250156"/>
                <a:gd name="connsiteX115" fmla="*/ 914400 w 1378744"/>
                <a:gd name="connsiteY115" fmla="*/ 111918 h 1250156"/>
                <a:gd name="connsiteX116" fmla="*/ 854869 w 1378744"/>
                <a:gd name="connsiteY116" fmla="*/ 76200 h 1250156"/>
                <a:gd name="connsiteX117" fmla="*/ 873919 w 1378744"/>
                <a:gd name="connsiteY117" fmla="*/ 16668 h 1250156"/>
                <a:gd name="connsiteX118" fmla="*/ 783432 w 1378744"/>
                <a:gd name="connsiteY118" fmla="*/ 0 h 1250156"/>
                <a:gd name="connsiteX0" fmla="*/ 783432 w 1378744"/>
                <a:gd name="connsiteY0" fmla="*/ 0 h 1250156"/>
                <a:gd name="connsiteX1" fmla="*/ 738188 w 1378744"/>
                <a:gd name="connsiteY1" fmla="*/ 26193 h 1250156"/>
                <a:gd name="connsiteX2" fmla="*/ 685800 w 1378744"/>
                <a:gd name="connsiteY2" fmla="*/ 28575 h 1250156"/>
                <a:gd name="connsiteX3" fmla="*/ 635794 w 1378744"/>
                <a:gd name="connsiteY3" fmla="*/ 73818 h 1250156"/>
                <a:gd name="connsiteX4" fmla="*/ 633413 w 1378744"/>
                <a:gd name="connsiteY4" fmla="*/ 114300 h 1250156"/>
                <a:gd name="connsiteX5" fmla="*/ 561975 w 1378744"/>
                <a:gd name="connsiteY5" fmla="*/ 190500 h 1250156"/>
                <a:gd name="connsiteX6" fmla="*/ 519113 w 1378744"/>
                <a:gd name="connsiteY6" fmla="*/ 214312 h 1250156"/>
                <a:gd name="connsiteX7" fmla="*/ 485775 w 1378744"/>
                <a:gd name="connsiteY7" fmla="*/ 252412 h 1250156"/>
                <a:gd name="connsiteX8" fmla="*/ 461963 w 1378744"/>
                <a:gd name="connsiteY8" fmla="*/ 273843 h 1250156"/>
                <a:gd name="connsiteX9" fmla="*/ 423863 w 1378744"/>
                <a:gd name="connsiteY9" fmla="*/ 333375 h 1250156"/>
                <a:gd name="connsiteX10" fmla="*/ 378619 w 1378744"/>
                <a:gd name="connsiteY10" fmla="*/ 357187 h 1250156"/>
                <a:gd name="connsiteX11" fmla="*/ 292894 w 1378744"/>
                <a:gd name="connsiteY11" fmla="*/ 376237 h 1250156"/>
                <a:gd name="connsiteX12" fmla="*/ 264319 w 1378744"/>
                <a:gd name="connsiteY12" fmla="*/ 373856 h 1250156"/>
                <a:gd name="connsiteX13" fmla="*/ 240507 w 1378744"/>
                <a:gd name="connsiteY13" fmla="*/ 359568 h 1250156"/>
                <a:gd name="connsiteX14" fmla="*/ 226219 w 1378744"/>
                <a:gd name="connsiteY14" fmla="*/ 338137 h 1250156"/>
                <a:gd name="connsiteX15" fmla="*/ 219075 w 1378744"/>
                <a:gd name="connsiteY15" fmla="*/ 311943 h 1250156"/>
                <a:gd name="connsiteX16" fmla="*/ 204788 w 1378744"/>
                <a:gd name="connsiteY16" fmla="*/ 309562 h 1250156"/>
                <a:gd name="connsiteX17" fmla="*/ 188119 w 1378744"/>
                <a:gd name="connsiteY17" fmla="*/ 304800 h 1250156"/>
                <a:gd name="connsiteX18" fmla="*/ 173832 w 1378744"/>
                <a:gd name="connsiteY18" fmla="*/ 302418 h 1250156"/>
                <a:gd name="connsiteX19" fmla="*/ 128588 w 1378744"/>
                <a:gd name="connsiteY19" fmla="*/ 352425 h 1250156"/>
                <a:gd name="connsiteX20" fmla="*/ 97632 w 1378744"/>
                <a:gd name="connsiteY20" fmla="*/ 371475 h 1250156"/>
                <a:gd name="connsiteX21" fmla="*/ 80963 w 1378744"/>
                <a:gd name="connsiteY21" fmla="*/ 390525 h 1250156"/>
                <a:gd name="connsiteX22" fmla="*/ 66675 w 1378744"/>
                <a:gd name="connsiteY22" fmla="*/ 435768 h 1250156"/>
                <a:gd name="connsiteX23" fmla="*/ 54769 w 1378744"/>
                <a:gd name="connsiteY23" fmla="*/ 447675 h 1250156"/>
                <a:gd name="connsiteX24" fmla="*/ 9525 w 1378744"/>
                <a:gd name="connsiteY24" fmla="*/ 466725 h 1250156"/>
                <a:gd name="connsiteX25" fmla="*/ 2382 w 1378744"/>
                <a:gd name="connsiteY25" fmla="*/ 481012 h 1250156"/>
                <a:gd name="connsiteX26" fmla="*/ 4763 w 1378744"/>
                <a:gd name="connsiteY26" fmla="*/ 533400 h 1250156"/>
                <a:gd name="connsiteX27" fmla="*/ 0 w 1378744"/>
                <a:gd name="connsiteY27" fmla="*/ 545306 h 1250156"/>
                <a:gd name="connsiteX28" fmla="*/ 73819 w 1378744"/>
                <a:gd name="connsiteY28" fmla="*/ 588168 h 1250156"/>
                <a:gd name="connsiteX29" fmla="*/ 90488 w 1378744"/>
                <a:gd name="connsiteY29" fmla="*/ 628650 h 1250156"/>
                <a:gd name="connsiteX30" fmla="*/ 83344 w 1378744"/>
                <a:gd name="connsiteY30" fmla="*/ 654843 h 1250156"/>
                <a:gd name="connsiteX31" fmla="*/ 73819 w 1378744"/>
                <a:gd name="connsiteY31" fmla="*/ 697706 h 1250156"/>
                <a:gd name="connsiteX32" fmla="*/ 78582 w 1378744"/>
                <a:gd name="connsiteY32" fmla="*/ 726281 h 1250156"/>
                <a:gd name="connsiteX33" fmla="*/ 95250 w 1378744"/>
                <a:gd name="connsiteY33" fmla="*/ 738187 h 1250156"/>
                <a:gd name="connsiteX34" fmla="*/ 116682 w 1378744"/>
                <a:gd name="connsiteY34" fmla="*/ 735806 h 1250156"/>
                <a:gd name="connsiteX35" fmla="*/ 123825 w 1378744"/>
                <a:gd name="connsiteY35" fmla="*/ 762000 h 1250156"/>
                <a:gd name="connsiteX36" fmla="*/ 126207 w 1378744"/>
                <a:gd name="connsiteY36" fmla="*/ 783431 h 1250156"/>
                <a:gd name="connsiteX37" fmla="*/ 152400 w 1378744"/>
                <a:gd name="connsiteY37" fmla="*/ 812006 h 1250156"/>
                <a:gd name="connsiteX38" fmla="*/ 164307 w 1378744"/>
                <a:gd name="connsiteY38" fmla="*/ 823912 h 1250156"/>
                <a:gd name="connsiteX39" fmla="*/ 173832 w 1378744"/>
                <a:gd name="connsiteY39" fmla="*/ 850106 h 1250156"/>
                <a:gd name="connsiteX40" fmla="*/ 169069 w 1378744"/>
                <a:gd name="connsiteY40" fmla="*/ 878681 h 1250156"/>
                <a:gd name="connsiteX41" fmla="*/ 176213 w 1378744"/>
                <a:gd name="connsiteY41" fmla="*/ 897731 h 1250156"/>
                <a:gd name="connsiteX42" fmla="*/ 200025 w 1378744"/>
                <a:gd name="connsiteY42" fmla="*/ 916781 h 1250156"/>
                <a:gd name="connsiteX43" fmla="*/ 226219 w 1378744"/>
                <a:gd name="connsiteY43" fmla="*/ 916781 h 1250156"/>
                <a:gd name="connsiteX44" fmla="*/ 300038 w 1378744"/>
                <a:gd name="connsiteY44" fmla="*/ 921543 h 1250156"/>
                <a:gd name="connsiteX45" fmla="*/ 395288 w 1378744"/>
                <a:gd name="connsiteY45" fmla="*/ 952500 h 1250156"/>
                <a:gd name="connsiteX46" fmla="*/ 414338 w 1378744"/>
                <a:gd name="connsiteY46" fmla="*/ 988218 h 1250156"/>
                <a:gd name="connsiteX47" fmla="*/ 435769 w 1378744"/>
                <a:gd name="connsiteY47" fmla="*/ 992981 h 1250156"/>
                <a:gd name="connsiteX48" fmla="*/ 464344 w 1378744"/>
                <a:gd name="connsiteY48" fmla="*/ 995362 h 1250156"/>
                <a:gd name="connsiteX49" fmla="*/ 507207 w 1378744"/>
                <a:gd name="connsiteY49" fmla="*/ 1026318 h 1250156"/>
                <a:gd name="connsiteX50" fmla="*/ 521494 w 1378744"/>
                <a:gd name="connsiteY50" fmla="*/ 1069181 h 1250156"/>
                <a:gd name="connsiteX51" fmla="*/ 545307 w 1378744"/>
                <a:gd name="connsiteY51" fmla="*/ 1107281 h 1250156"/>
                <a:gd name="connsiteX52" fmla="*/ 573882 w 1378744"/>
                <a:gd name="connsiteY52" fmla="*/ 1121568 h 1250156"/>
                <a:gd name="connsiteX53" fmla="*/ 585788 w 1378744"/>
                <a:gd name="connsiteY53" fmla="*/ 1131093 h 1250156"/>
                <a:gd name="connsiteX54" fmla="*/ 597694 w 1378744"/>
                <a:gd name="connsiteY54" fmla="*/ 1181100 h 1250156"/>
                <a:gd name="connsiteX55" fmla="*/ 633413 w 1378744"/>
                <a:gd name="connsiteY55" fmla="*/ 1250156 h 1250156"/>
                <a:gd name="connsiteX56" fmla="*/ 681038 w 1378744"/>
                <a:gd name="connsiteY56" fmla="*/ 1216817 h 1250156"/>
                <a:gd name="connsiteX57" fmla="*/ 814388 w 1378744"/>
                <a:gd name="connsiteY57" fmla="*/ 1138237 h 1250156"/>
                <a:gd name="connsiteX58" fmla="*/ 828675 w 1378744"/>
                <a:gd name="connsiteY58" fmla="*/ 1109662 h 1250156"/>
                <a:gd name="connsiteX59" fmla="*/ 833438 w 1378744"/>
                <a:gd name="connsiteY59" fmla="*/ 1085850 h 1250156"/>
                <a:gd name="connsiteX60" fmla="*/ 797719 w 1378744"/>
                <a:gd name="connsiteY60" fmla="*/ 1059656 h 1250156"/>
                <a:gd name="connsiteX61" fmla="*/ 790575 w 1378744"/>
                <a:gd name="connsiteY61" fmla="*/ 1038225 h 1250156"/>
                <a:gd name="connsiteX62" fmla="*/ 790575 w 1378744"/>
                <a:gd name="connsiteY62" fmla="*/ 1021556 h 1250156"/>
                <a:gd name="connsiteX63" fmla="*/ 845344 w 1378744"/>
                <a:gd name="connsiteY63" fmla="*/ 952500 h 1250156"/>
                <a:gd name="connsiteX64" fmla="*/ 845344 w 1378744"/>
                <a:gd name="connsiteY64" fmla="*/ 952500 h 1250156"/>
                <a:gd name="connsiteX65" fmla="*/ 888207 w 1378744"/>
                <a:gd name="connsiteY65" fmla="*/ 966787 h 1250156"/>
                <a:gd name="connsiteX66" fmla="*/ 907257 w 1378744"/>
                <a:gd name="connsiteY66" fmla="*/ 981075 h 1250156"/>
                <a:gd name="connsiteX67" fmla="*/ 938213 w 1378744"/>
                <a:gd name="connsiteY67" fmla="*/ 990600 h 1250156"/>
                <a:gd name="connsiteX68" fmla="*/ 964407 w 1378744"/>
                <a:gd name="connsiteY68" fmla="*/ 985837 h 1250156"/>
                <a:gd name="connsiteX69" fmla="*/ 985838 w 1378744"/>
                <a:gd name="connsiteY69" fmla="*/ 985837 h 1250156"/>
                <a:gd name="connsiteX70" fmla="*/ 995363 w 1378744"/>
                <a:gd name="connsiteY70" fmla="*/ 995362 h 1250156"/>
                <a:gd name="connsiteX71" fmla="*/ 978694 w 1378744"/>
                <a:gd name="connsiteY71" fmla="*/ 1012031 h 1250156"/>
                <a:gd name="connsiteX72" fmla="*/ 969169 w 1378744"/>
                <a:gd name="connsiteY72" fmla="*/ 1031081 h 1250156"/>
                <a:gd name="connsiteX73" fmla="*/ 954882 w 1378744"/>
                <a:gd name="connsiteY73" fmla="*/ 1054893 h 1250156"/>
                <a:gd name="connsiteX74" fmla="*/ 950119 w 1378744"/>
                <a:gd name="connsiteY74" fmla="*/ 1083468 h 1250156"/>
                <a:gd name="connsiteX75" fmla="*/ 962025 w 1378744"/>
                <a:gd name="connsiteY75" fmla="*/ 1107281 h 1250156"/>
                <a:gd name="connsiteX76" fmla="*/ 983457 w 1378744"/>
                <a:gd name="connsiteY76" fmla="*/ 1131093 h 1250156"/>
                <a:gd name="connsiteX77" fmla="*/ 1002507 w 1378744"/>
                <a:gd name="connsiteY77" fmla="*/ 1133475 h 1250156"/>
                <a:gd name="connsiteX78" fmla="*/ 1028700 w 1378744"/>
                <a:gd name="connsiteY78" fmla="*/ 1126331 h 1250156"/>
                <a:gd name="connsiteX79" fmla="*/ 1031082 w 1378744"/>
                <a:gd name="connsiteY79" fmla="*/ 1097756 h 1250156"/>
                <a:gd name="connsiteX80" fmla="*/ 1057275 w 1378744"/>
                <a:gd name="connsiteY80" fmla="*/ 1085850 h 1250156"/>
                <a:gd name="connsiteX81" fmla="*/ 1076325 w 1378744"/>
                <a:gd name="connsiteY81" fmla="*/ 1097756 h 1250156"/>
                <a:gd name="connsiteX82" fmla="*/ 1100138 w 1378744"/>
                <a:gd name="connsiteY82" fmla="*/ 1107281 h 1250156"/>
                <a:gd name="connsiteX83" fmla="*/ 1123950 w 1378744"/>
                <a:gd name="connsiteY83" fmla="*/ 1121568 h 1250156"/>
                <a:gd name="connsiteX84" fmla="*/ 1143000 w 1378744"/>
                <a:gd name="connsiteY84" fmla="*/ 1123950 h 1250156"/>
                <a:gd name="connsiteX85" fmla="*/ 1157288 w 1378744"/>
                <a:gd name="connsiteY85" fmla="*/ 1112043 h 1250156"/>
                <a:gd name="connsiteX86" fmla="*/ 1159669 w 1378744"/>
                <a:gd name="connsiteY86" fmla="*/ 1085850 h 1250156"/>
                <a:gd name="connsiteX87" fmla="*/ 1166813 w 1378744"/>
                <a:gd name="connsiteY87" fmla="*/ 1052512 h 1250156"/>
                <a:gd name="connsiteX88" fmla="*/ 1197769 w 1378744"/>
                <a:gd name="connsiteY88" fmla="*/ 1016793 h 1250156"/>
                <a:gd name="connsiteX89" fmla="*/ 1195388 w 1378744"/>
                <a:gd name="connsiteY89" fmla="*/ 954881 h 1250156"/>
                <a:gd name="connsiteX90" fmla="*/ 1209675 w 1378744"/>
                <a:gd name="connsiteY90" fmla="*/ 945356 h 1250156"/>
                <a:gd name="connsiteX91" fmla="*/ 1235869 w 1378744"/>
                <a:gd name="connsiteY91" fmla="*/ 945356 h 1250156"/>
                <a:gd name="connsiteX92" fmla="*/ 1235869 w 1378744"/>
                <a:gd name="connsiteY92" fmla="*/ 931068 h 1250156"/>
                <a:gd name="connsiteX93" fmla="*/ 1212057 w 1378744"/>
                <a:gd name="connsiteY93" fmla="*/ 912018 h 1250156"/>
                <a:gd name="connsiteX94" fmla="*/ 1195388 w 1378744"/>
                <a:gd name="connsiteY94" fmla="*/ 881062 h 1250156"/>
                <a:gd name="connsiteX95" fmla="*/ 1157288 w 1378744"/>
                <a:gd name="connsiteY95" fmla="*/ 871537 h 1250156"/>
                <a:gd name="connsiteX96" fmla="*/ 1119188 w 1378744"/>
                <a:gd name="connsiteY96" fmla="*/ 859631 h 1250156"/>
                <a:gd name="connsiteX97" fmla="*/ 1119188 w 1378744"/>
                <a:gd name="connsiteY97" fmla="*/ 831056 h 1250156"/>
                <a:gd name="connsiteX98" fmla="*/ 1135857 w 1378744"/>
                <a:gd name="connsiteY98" fmla="*/ 807243 h 1250156"/>
                <a:gd name="connsiteX99" fmla="*/ 1197769 w 1378744"/>
                <a:gd name="connsiteY99" fmla="*/ 759618 h 1250156"/>
                <a:gd name="connsiteX100" fmla="*/ 1247775 w 1378744"/>
                <a:gd name="connsiteY100" fmla="*/ 762000 h 1250156"/>
                <a:gd name="connsiteX101" fmla="*/ 1278732 w 1378744"/>
                <a:gd name="connsiteY101" fmla="*/ 762000 h 1250156"/>
                <a:gd name="connsiteX102" fmla="*/ 1271588 w 1378744"/>
                <a:gd name="connsiteY102" fmla="*/ 735806 h 1250156"/>
                <a:gd name="connsiteX103" fmla="*/ 1378744 w 1378744"/>
                <a:gd name="connsiteY103" fmla="*/ 678656 h 1250156"/>
                <a:gd name="connsiteX104" fmla="*/ 1331119 w 1378744"/>
                <a:gd name="connsiteY104" fmla="*/ 552450 h 1250156"/>
                <a:gd name="connsiteX105" fmla="*/ 1278732 w 1378744"/>
                <a:gd name="connsiteY105" fmla="*/ 514350 h 1250156"/>
                <a:gd name="connsiteX106" fmla="*/ 1252538 w 1378744"/>
                <a:gd name="connsiteY106" fmla="*/ 431006 h 1250156"/>
                <a:gd name="connsiteX107" fmla="*/ 1181100 w 1378744"/>
                <a:gd name="connsiteY107" fmla="*/ 431006 h 1250156"/>
                <a:gd name="connsiteX108" fmla="*/ 1166813 w 1378744"/>
                <a:gd name="connsiteY108" fmla="*/ 395287 h 1250156"/>
                <a:gd name="connsiteX109" fmla="*/ 1107282 w 1378744"/>
                <a:gd name="connsiteY109" fmla="*/ 421481 h 1250156"/>
                <a:gd name="connsiteX110" fmla="*/ 1054894 w 1378744"/>
                <a:gd name="connsiteY110" fmla="*/ 414337 h 1250156"/>
                <a:gd name="connsiteX111" fmla="*/ 1028700 w 1378744"/>
                <a:gd name="connsiteY111" fmla="*/ 371475 h 1250156"/>
                <a:gd name="connsiteX112" fmla="*/ 1023938 w 1378744"/>
                <a:gd name="connsiteY112" fmla="*/ 288131 h 1250156"/>
                <a:gd name="connsiteX113" fmla="*/ 1012032 w 1378744"/>
                <a:gd name="connsiteY113" fmla="*/ 269081 h 1250156"/>
                <a:gd name="connsiteX114" fmla="*/ 1012032 w 1378744"/>
                <a:gd name="connsiteY114" fmla="*/ 211931 h 1250156"/>
                <a:gd name="connsiteX115" fmla="*/ 959644 w 1378744"/>
                <a:gd name="connsiteY115" fmla="*/ 190500 h 1250156"/>
                <a:gd name="connsiteX116" fmla="*/ 914400 w 1378744"/>
                <a:gd name="connsiteY116" fmla="*/ 111918 h 1250156"/>
                <a:gd name="connsiteX117" fmla="*/ 854869 w 1378744"/>
                <a:gd name="connsiteY117" fmla="*/ 76200 h 1250156"/>
                <a:gd name="connsiteX118" fmla="*/ 873919 w 1378744"/>
                <a:gd name="connsiteY118" fmla="*/ 16668 h 1250156"/>
                <a:gd name="connsiteX119" fmla="*/ 783432 w 1378744"/>
                <a:gd name="connsiteY119" fmla="*/ 0 h 1250156"/>
                <a:gd name="connsiteX0" fmla="*/ 783432 w 1378744"/>
                <a:gd name="connsiteY0" fmla="*/ 0 h 1278730"/>
                <a:gd name="connsiteX1" fmla="*/ 738188 w 1378744"/>
                <a:gd name="connsiteY1" fmla="*/ 26193 h 1278730"/>
                <a:gd name="connsiteX2" fmla="*/ 685800 w 1378744"/>
                <a:gd name="connsiteY2" fmla="*/ 28575 h 1278730"/>
                <a:gd name="connsiteX3" fmla="*/ 635794 w 1378744"/>
                <a:gd name="connsiteY3" fmla="*/ 73818 h 1278730"/>
                <a:gd name="connsiteX4" fmla="*/ 633413 w 1378744"/>
                <a:gd name="connsiteY4" fmla="*/ 114300 h 1278730"/>
                <a:gd name="connsiteX5" fmla="*/ 561975 w 1378744"/>
                <a:gd name="connsiteY5" fmla="*/ 190500 h 1278730"/>
                <a:gd name="connsiteX6" fmla="*/ 519113 w 1378744"/>
                <a:gd name="connsiteY6" fmla="*/ 214312 h 1278730"/>
                <a:gd name="connsiteX7" fmla="*/ 485775 w 1378744"/>
                <a:gd name="connsiteY7" fmla="*/ 252412 h 1278730"/>
                <a:gd name="connsiteX8" fmla="*/ 461963 w 1378744"/>
                <a:gd name="connsiteY8" fmla="*/ 273843 h 1278730"/>
                <a:gd name="connsiteX9" fmla="*/ 423863 w 1378744"/>
                <a:gd name="connsiteY9" fmla="*/ 333375 h 1278730"/>
                <a:gd name="connsiteX10" fmla="*/ 378619 w 1378744"/>
                <a:gd name="connsiteY10" fmla="*/ 357187 h 1278730"/>
                <a:gd name="connsiteX11" fmla="*/ 292894 w 1378744"/>
                <a:gd name="connsiteY11" fmla="*/ 376237 h 1278730"/>
                <a:gd name="connsiteX12" fmla="*/ 264319 w 1378744"/>
                <a:gd name="connsiteY12" fmla="*/ 373856 h 1278730"/>
                <a:gd name="connsiteX13" fmla="*/ 240507 w 1378744"/>
                <a:gd name="connsiteY13" fmla="*/ 359568 h 1278730"/>
                <a:gd name="connsiteX14" fmla="*/ 226219 w 1378744"/>
                <a:gd name="connsiteY14" fmla="*/ 338137 h 1278730"/>
                <a:gd name="connsiteX15" fmla="*/ 219075 w 1378744"/>
                <a:gd name="connsiteY15" fmla="*/ 311943 h 1278730"/>
                <a:gd name="connsiteX16" fmla="*/ 204788 w 1378744"/>
                <a:gd name="connsiteY16" fmla="*/ 309562 h 1278730"/>
                <a:gd name="connsiteX17" fmla="*/ 188119 w 1378744"/>
                <a:gd name="connsiteY17" fmla="*/ 304800 h 1278730"/>
                <a:gd name="connsiteX18" fmla="*/ 173832 w 1378744"/>
                <a:gd name="connsiteY18" fmla="*/ 302418 h 1278730"/>
                <a:gd name="connsiteX19" fmla="*/ 128588 w 1378744"/>
                <a:gd name="connsiteY19" fmla="*/ 352425 h 1278730"/>
                <a:gd name="connsiteX20" fmla="*/ 97632 w 1378744"/>
                <a:gd name="connsiteY20" fmla="*/ 371475 h 1278730"/>
                <a:gd name="connsiteX21" fmla="*/ 80963 w 1378744"/>
                <a:gd name="connsiteY21" fmla="*/ 390525 h 1278730"/>
                <a:gd name="connsiteX22" fmla="*/ 66675 w 1378744"/>
                <a:gd name="connsiteY22" fmla="*/ 435768 h 1278730"/>
                <a:gd name="connsiteX23" fmla="*/ 54769 w 1378744"/>
                <a:gd name="connsiteY23" fmla="*/ 447675 h 1278730"/>
                <a:gd name="connsiteX24" fmla="*/ 9525 w 1378744"/>
                <a:gd name="connsiteY24" fmla="*/ 466725 h 1278730"/>
                <a:gd name="connsiteX25" fmla="*/ 2382 w 1378744"/>
                <a:gd name="connsiteY25" fmla="*/ 481012 h 1278730"/>
                <a:gd name="connsiteX26" fmla="*/ 4763 w 1378744"/>
                <a:gd name="connsiteY26" fmla="*/ 533400 h 1278730"/>
                <a:gd name="connsiteX27" fmla="*/ 0 w 1378744"/>
                <a:gd name="connsiteY27" fmla="*/ 545306 h 1278730"/>
                <a:gd name="connsiteX28" fmla="*/ 73819 w 1378744"/>
                <a:gd name="connsiteY28" fmla="*/ 588168 h 1278730"/>
                <a:gd name="connsiteX29" fmla="*/ 90488 w 1378744"/>
                <a:gd name="connsiteY29" fmla="*/ 628650 h 1278730"/>
                <a:gd name="connsiteX30" fmla="*/ 83344 w 1378744"/>
                <a:gd name="connsiteY30" fmla="*/ 654843 h 1278730"/>
                <a:gd name="connsiteX31" fmla="*/ 73819 w 1378744"/>
                <a:gd name="connsiteY31" fmla="*/ 697706 h 1278730"/>
                <a:gd name="connsiteX32" fmla="*/ 78582 w 1378744"/>
                <a:gd name="connsiteY32" fmla="*/ 726281 h 1278730"/>
                <a:gd name="connsiteX33" fmla="*/ 95250 w 1378744"/>
                <a:gd name="connsiteY33" fmla="*/ 738187 h 1278730"/>
                <a:gd name="connsiteX34" fmla="*/ 116682 w 1378744"/>
                <a:gd name="connsiteY34" fmla="*/ 735806 h 1278730"/>
                <a:gd name="connsiteX35" fmla="*/ 123825 w 1378744"/>
                <a:gd name="connsiteY35" fmla="*/ 762000 h 1278730"/>
                <a:gd name="connsiteX36" fmla="*/ 126207 w 1378744"/>
                <a:gd name="connsiteY36" fmla="*/ 783431 h 1278730"/>
                <a:gd name="connsiteX37" fmla="*/ 152400 w 1378744"/>
                <a:gd name="connsiteY37" fmla="*/ 812006 h 1278730"/>
                <a:gd name="connsiteX38" fmla="*/ 164307 w 1378744"/>
                <a:gd name="connsiteY38" fmla="*/ 823912 h 1278730"/>
                <a:gd name="connsiteX39" fmla="*/ 173832 w 1378744"/>
                <a:gd name="connsiteY39" fmla="*/ 850106 h 1278730"/>
                <a:gd name="connsiteX40" fmla="*/ 169069 w 1378744"/>
                <a:gd name="connsiteY40" fmla="*/ 878681 h 1278730"/>
                <a:gd name="connsiteX41" fmla="*/ 176213 w 1378744"/>
                <a:gd name="connsiteY41" fmla="*/ 897731 h 1278730"/>
                <a:gd name="connsiteX42" fmla="*/ 200025 w 1378744"/>
                <a:gd name="connsiteY42" fmla="*/ 916781 h 1278730"/>
                <a:gd name="connsiteX43" fmla="*/ 226219 w 1378744"/>
                <a:gd name="connsiteY43" fmla="*/ 916781 h 1278730"/>
                <a:gd name="connsiteX44" fmla="*/ 300038 w 1378744"/>
                <a:gd name="connsiteY44" fmla="*/ 921543 h 1278730"/>
                <a:gd name="connsiteX45" fmla="*/ 395288 w 1378744"/>
                <a:gd name="connsiteY45" fmla="*/ 952500 h 1278730"/>
                <a:gd name="connsiteX46" fmla="*/ 414338 w 1378744"/>
                <a:gd name="connsiteY46" fmla="*/ 988218 h 1278730"/>
                <a:gd name="connsiteX47" fmla="*/ 435769 w 1378744"/>
                <a:gd name="connsiteY47" fmla="*/ 992981 h 1278730"/>
                <a:gd name="connsiteX48" fmla="*/ 464344 w 1378744"/>
                <a:gd name="connsiteY48" fmla="*/ 995362 h 1278730"/>
                <a:gd name="connsiteX49" fmla="*/ 507207 w 1378744"/>
                <a:gd name="connsiteY49" fmla="*/ 1026318 h 1278730"/>
                <a:gd name="connsiteX50" fmla="*/ 521494 w 1378744"/>
                <a:gd name="connsiteY50" fmla="*/ 1069181 h 1278730"/>
                <a:gd name="connsiteX51" fmla="*/ 545307 w 1378744"/>
                <a:gd name="connsiteY51" fmla="*/ 1107281 h 1278730"/>
                <a:gd name="connsiteX52" fmla="*/ 573882 w 1378744"/>
                <a:gd name="connsiteY52" fmla="*/ 1121568 h 1278730"/>
                <a:gd name="connsiteX53" fmla="*/ 585788 w 1378744"/>
                <a:gd name="connsiteY53" fmla="*/ 1131093 h 1278730"/>
                <a:gd name="connsiteX54" fmla="*/ 597694 w 1378744"/>
                <a:gd name="connsiteY54" fmla="*/ 1181100 h 1278730"/>
                <a:gd name="connsiteX55" fmla="*/ 633413 w 1378744"/>
                <a:gd name="connsiteY55" fmla="*/ 1250156 h 1278730"/>
                <a:gd name="connsiteX56" fmla="*/ 692944 w 1378744"/>
                <a:gd name="connsiteY56" fmla="*/ 1278730 h 1278730"/>
                <a:gd name="connsiteX57" fmla="*/ 814388 w 1378744"/>
                <a:gd name="connsiteY57" fmla="*/ 1138237 h 1278730"/>
                <a:gd name="connsiteX58" fmla="*/ 828675 w 1378744"/>
                <a:gd name="connsiteY58" fmla="*/ 1109662 h 1278730"/>
                <a:gd name="connsiteX59" fmla="*/ 833438 w 1378744"/>
                <a:gd name="connsiteY59" fmla="*/ 1085850 h 1278730"/>
                <a:gd name="connsiteX60" fmla="*/ 797719 w 1378744"/>
                <a:gd name="connsiteY60" fmla="*/ 1059656 h 1278730"/>
                <a:gd name="connsiteX61" fmla="*/ 790575 w 1378744"/>
                <a:gd name="connsiteY61" fmla="*/ 1038225 h 1278730"/>
                <a:gd name="connsiteX62" fmla="*/ 790575 w 1378744"/>
                <a:gd name="connsiteY62" fmla="*/ 1021556 h 1278730"/>
                <a:gd name="connsiteX63" fmla="*/ 845344 w 1378744"/>
                <a:gd name="connsiteY63" fmla="*/ 952500 h 1278730"/>
                <a:gd name="connsiteX64" fmla="*/ 845344 w 1378744"/>
                <a:gd name="connsiteY64" fmla="*/ 952500 h 1278730"/>
                <a:gd name="connsiteX65" fmla="*/ 888207 w 1378744"/>
                <a:gd name="connsiteY65" fmla="*/ 966787 h 1278730"/>
                <a:gd name="connsiteX66" fmla="*/ 907257 w 1378744"/>
                <a:gd name="connsiteY66" fmla="*/ 981075 h 1278730"/>
                <a:gd name="connsiteX67" fmla="*/ 938213 w 1378744"/>
                <a:gd name="connsiteY67" fmla="*/ 990600 h 1278730"/>
                <a:gd name="connsiteX68" fmla="*/ 964407 w 1378744"/>
                <a:gd name="connsiteY68" fmla="*/ 985837 h 1278730"/>
                <a:gd name="connsiteX69" fmla="*/ 985838 w 1378744"/>
                <a:gd name="connsiteY69" fmla="*/ 985837 h 1278730"/>
                <a:gd name="connsiteX70" fmla="*/ 995363 w 1378744"/>
                <a:gd name="connsiteY70" fmla="*/ 995362 h 1278730"/>
                <a:gd name="connsiteX71" fmla="*/ 978694 w 1378744"/>
                <a:gd name="connsiteY71" fmla="*/ 1012031 h 1278730"/>
                <a:gd name="connsiteX72" fmla="*/ 969169 w 1378744"/>
                <a:gd name="connsiteY72" fmla="*/ 1031081 h 1278730"/>
                <a:gd name="connsiteX73" fmla="*/ 954882 w 1378744"/>
                <a:gd name="connsiteY73" fmla="*/ 1054893 h 1278730"/>
                <a:gd name="connsiteX74" fmla="*/ 950119 w 1378744"/>
                <a:gd name="connsiteY74" fmla="*/ 1083468 h 1278730"/>
                <a:gd name="connsiteX75" fmla="*/ 962025 w 1378744"/>
                <a:gd name="connsiteY75" fmla="*/ 1107281 h 1278730"/>
                <a:gd name="connsiteX76" fmla="*/ 983457 w 1378744"/>
                <a:gd name="connsiteY76" fmla="*/ 1131093 h 1278730"/>
                <a:gd name="connsiteX77" fmla="*/ 1002507 w 1378744"/>
                <a:gd name="connsiteY77" fmla="*/ 1133475 h 1278730"/>
                <a:gd name="connsiteX78" fmla="*/ 1028700 w 1378744"/>
                <a:gd name="connsiteY78" fmla="*/ 1126331 h 1278730"/>
                <a:gd name="connsiteX79" fmla="*/ 1031082 w 1378744"/>
                <a:gd name="connsiteY79" fmla="*/ 1097756 h 1278730"/>
                <a:gd name="connsiteX80" fmla="*/ 1057275 w 1378744"/>
                <a:gd name="connsiteY80" fmla="*/ 1085850 h 1278730"/>
                <a:gd name="connsiteX81" fmla="*/ 1076325 w 1378744"/>
                <a:gd name="connsiteY81" fmla="*/ 1097756 h 1278730"/>
                <a:gd name="connsiteX82" fmla="*/ 1100138 w 1378744"/>
                <a:gd name="connsiteY82" fmla="*/ 1107281 h 1278730"/>
                <a:gd name="connsiteX83" fmla="*/ 1123950 w 1378744"/>
                <a:gd name="connsiteY83" fmla="*/ 1121568 h 1278730"/>
                <a:gd name="connsiteX84" fmla="*/ 1143000 w 1378744"/>
                <a:gd name="connsiteY84" fmla="*/ 1123950 h 1278730"/>
                <a:gd name="connsiteX85" fmla="*/ 1157288 w 1378744"/>
                <a:gd name="connsiteY85" fmla="*/ 1112043 h 1278730"/>
                <a:gd name="connsiteX86" fmla="*/ 1159669 w 1378744"/>
                <a:gd name="connsiteY86" fmla="*/ 1085850 h 1278730"/>
                <a:gd name="connsiteX87" fmla="*/ 1166813 w 1378744"/>
                <a:gd name="connsiteY87" fmla="*/ 1052512 h 1278730"/>
                <a:gd name="connsiteX88" fmla="*/ 1197769 w 1378744"/>
                <a:gd name="connsiteY88" fmla="*/ 1016793 h 1278730"/>
                <a:gd name="connsiteX89" fmla="*/ 1195388 w 1378744"/>
                <a:gd name="connsiteY89" fmla="*/ 954881 h 1278730"/>
                <a:gd name="connsiteX90" fmla="*/ 1209675 w 1378744"/>
                <a:gd name="connsiteY90" fmla="*/ 945356 h 1278730"/>
                <a:gd name="connsiteX91" fmla="*/ 1235869 w 1378744"/>
                <a:gd name="connsiteY91" fmla="*/ 945356 h 1278730"/>
                <a:gd name="connsiteX92" fmla="*/ 1235869 w 1378744"/>
                <a:gd name="connsiteY92" fmla="*/ 931068 h 1278730"/>
                <a:gd name="connsiteX93" fmla="*/ 1212057 w 1378744"/>
                <a:gd name="connsiteY93" fmla="*/ 912018 h 1278730"/>
                <a:gd name="connsiteX94" fmla="*/ 1195388 w 1378744"/>
                <a:gd name="connsiteY94" fmla="*/ 881062 h 1278730"/>
                <a:gd name="connsiteX95" fmla="*/ 1157288 w 1378744"/>
                <a:gd name="connsiteY95" fmla="*/ 871537 h 1278730"/>
                <a:gd name="connsiteX96" fmla="*/ 1119188 w 1378744"/>
                <a:gd name="connsiteY96" fmla="*/ 859631 h 1278730"/>
                <a:gd name="connsiteX97" fmla="*/ 1119188 w 1378744"/>
                <a:gd name="connsiteY97" fmla="*/ 831056 h 1278730"/>
                <a:gd name="connsiteX98" fmla="*/ 1135857 w 1378744"/>
                <a:gd name="connsiteY98" fmla="*/ 807243 h 1278730"/>
                <a:gd name="connsiteX99" fmla="*/ 1197769 w 1378744"/>
                <a:gd name="connsiteY99" fmla="*/ 759618 h 1278730"/>
                <a:gd name="connsiteX100" fmla="*/ 1247775 w 1378744"/>
                <a:gd name="connsiteY100" fmla="*/ 762000 h 1278730"/>
                <a:gd name="connsiteX101" fmla="*/ 1278732 w 1378744"/>
                <a:gd name="connsiteY101" fmla="*/ 762000 h 1278730"/>
                <a:gd name="connsiteX102" fmla="*/ 1271588 w 1378744"/>
                <a:gd name="connsiteY102" fmla="*/ 735806 h 1278730"/>
                <a:gd name="connsiteX103" fmla="*/ 1378744 w 1378744"/>
                <a:gd name="connsiteY103" fmla="*/ 678656 h 1278730"/>
                <a:gd name="connsiteX104" fmla="*/ 1331119 w 1378744"/>
                <a:gd name="connsiteY104" fmla="*/ 552450 h 1278730"/>
                <a:gd name="connsiteX105" fmla="*/ 1278732 w 1378744"/>
                <a:gd name="connsiteY105" fmla="*/ 514350 h 1278730"/>
                <a:gd name="connsiteX106" fmla="*/ 1252538 w 1378744"/>
                <a:gd name="connsiteY106" fmla="*/ 431006 h 1278730"/>
                <a:gd name="connsiteX107" fmla="*/ 1181100 w 1378744"/>
                <a:gd name="connsiteY107" fmla="*/ 431006 h 1278730"/>
                <a:gd name="connsiteX108" fmla="*/ 1166813 w 1378744"/>
                <a:gd name="connsiteY108" fmla="*/ 395287 h 1278730"/>
                <a:gd name="connsiteX109" fmla="*/ 1107282 w 1378744"/>
                <a:gd name="connsiteY109" fmla="*/ 421481 h 1278730"/>
                <a:gd name="connsiteX110" fmla="*/ 1054894 w 1378744"/>
                <a:gd name="connsiteY110" fmla="*/ 414337 h 1278730"/>
                <a:gd name="connsiteX111" fmla="*/ 1028700 w 1378744"/>
                <a:gd name="connsiteY111" fmla="*/ 371475 h 1278730"/>
                <a:gd name="connsiteX112" fmla="*/ 1023938 w 1378744"/>
                <a:gd name="connsiteY112" fmla="*/ 288131 h 1278730"/>
                <a:gd name="connsiteX113" fmla="*/ 1012032 w 1378744"/>
                <a:gd name="connsiteY113" fmla="*/ 269081 h 1278730"/>
                <a:gd name="connsiteX114" fmla="*/ 1012032 w 1378744"/>
                <a:gd name="connsiteY114" fmla="*/ 211931 h 1278730"/>
                <a:gd name="connsiteX115" fmla="*/ 959644 w 1378744"/>
                <a:gd name="connsiteY115" fmla="*/ 190500 h 1278730"/>
                <a:gd name="connsiteX116" fmla="*/ 914400 w 1378744"/>
                <a:gd name="connsiteY116" fmla="*/ 111918 h 1278730"/>
                <a:gd name="connsiteX117" fmla="*/ 854869 w 1378744"/>
                <a:gd name="connsiteY117" fmla="*/ 76200 h 1278730"/>
                <a:gd name="connsiteX118" fmla="*/ 873919 w 1378744"/>
                <a:gd name="connsiteY118" fmla="*/ 16668 h 1278730"/>
                <a:gd name="connsiteX119" fmla="*/ 783432 w 1378744"/>
                <a:gd name="connsiteY119" fmla="*/ 0 h 1278730"/>
                <a:gd name="connsiteX0" fmla="*/ 783432 w 1378744"/>
                <a:gd name="connsiteY0" fmla="*/ 0 h 1278730"/>
                <a:gd name="connsiteX1" fmla="*/ 738188 w 1378744"/>
                <a:gd name="connsiteY1" fmla="*/ 26193 h 1278730"/>
                <a:gd name="connsiteX2" fmla="*/ 685800 w 1378744"/>
                <a:gd name="connsiteY2" fmla="*/ 28575 h 1278730"/>
                <a:gd name="connsiteX3" fmla="*/ 635794 w 1378744"/>
                <a:gd name="connsiteY3" fmla="*/ 73818 h 1278730"/>
                <a:gd name="connsiteX4" fmla="*/ 633413 w 1378744"/>
                <a:gd name="connsiteY4" fmla="*/ 114300 h 1278730"/>
                <a:gd name="connsiteX5" fmla="*/ 561975 w 1378744"/>
                <a:gd name="connsiteY5" fmla="*/ 190500 h 1278730"/>
                <a:gd name="connsiteX6" fmla="*/ 519113 w 1378744"/>
                <a:gd name="connsiteY6" fmla="*/ 214312 h 1278730"/>
                <a:gd name="connsiteX7" fmla="*/ 485775 w 1378744"/>
                <a:gd name="connsiteY7" fmla="*/ 252412 h 1278730"/>
                <a:gd name="connsiteX8" fmla="*/ 461963 w 1378744"/>
                <a:gd name="connsiteY8" fmla="*/ 273843 h 1278730"/>
                <a:gd name="connsiteX9" fmla="*/ 423863 w 1378744"/>
                <a:gd name="connsiteY9" fmla="*/ 333375 h 1278730"/>
                <a:gd name="connsiteX10" fmla="*/ 378619 w 1378744"/>
                <a:gd name="connsiteY10" fmla="*/ 357187 h 1278730"/>
                <a:gd name="connsiteX11" fmla="*/ 292894 w 1378744"/>
                <a:gd name="connsiteY11" fmla="*/ 376237 h 1278730"/>
                <a:gd name="connsiteX12" fmla="*/ 264319 w 1378744"/>
                <a:gd name="connsiteY12" fmla="*/ 373856 h 1278730"/>
                <a:gd name="connsiteX13" fmla="*/ 240507 w 1378744"/>
                <a:gd name="connsiteY13" fmla="*/ 359568 h 1278730"/>
                <a:gd name="connsiteX14" fmla="*/ 226219 w 1378744"/>
                <a:gd name="connsiteY14" fmla="*/ 338137 h 1278730"/>
                <a:gd name="connsiteX15" fmla="*/ 219075 w 1378744"/>
                <a:gd name="connsiteY15" fmla="*/ 311943 h 1278730"/>
                <a:gd name="connsiteX16" fmla="*/ 204788 w 1378744"/>
                <a:gd name="connsiteY16" fmla="*/ 309562 h 1278730"/>
                <a:gd name="connsiteX17" fmla="*/ 188119 w 1378744"/>
                <a:gd name="connsiteY17" fmla="*/ 304800 h 1278730"/>
                <a:gd name="connsiteX18" fmla="*/ 173832 w 1378744"/>
                <a:gd name="connsiteY18" fmla="*/ 302418 h 1278730"/>
                <a:gd name="connsiteX19" fmla="*/ 128588 w 1378744"/>
                <a:gd name="connsiteY19" fmla="*/ 352425 h 1278730"/>
                <a:gd name="connsiteX20" fmla="*/ 97632 w 1378744"/>
                <a:gd name="connsiteY20" fmla="*/ 371475 h 1278730"/>
                <a:gd name="connsiteX21" fmla="*/ 80963 w 1378744"/>
                <a:gd name="connsiteY21" fmla="*/ 390525 h 1278730"/>
                <a:gd name="connsiteX22" fmla="*/ 66675 w 1378744"/>
                <a:gd name="connsiteY22" fmla="*/ 435768 h 1278730"/>
                <a:gd name="connsiteX23" fmla="*/ 54769 w 1378744"/>
                <a:gd name="connsiteY23" fmla="*/ 447675 h 1278730"/>
                <a:gd name="connsiteX24" fmla="*/ 9525 w 1378744"/>
                <a:gd name="connsiteY24" fmla="*/ 466725 h 1278730"/>
                <a:gd name="connsiteX25" fmla="*/ 2382 w 1378744"/>
                <a:gd name="connsiteY25" fmla="*/ 481012 h 1278730"/>
                <a:gd name="connsiteX26" fmla="*/ 4763 w 1378744"/>
                <a:gd name="connsiteY26" fmla="*/ 533400 h 1278730"/>
                <a:gd name="connsiteX27" fmla="*/ 0 w 1378744"/>
                <a:gd name="connsiteY27" fmla="*/ 545306 h 1278730"/>
                <a:gd name="connsiteX28" fmla="*/ 73819 w 1378744"/>
                <a:gd name="connsiteY28" fmla="*/ 588168 h 1278730"/>
                <a:gd name="connsiteX29" fmla="*/ 90488 w 1378744"/>
                <a:gd name="connsiteY29" fmla="*/ 628650 h 1278730"/>
                <a:gd name="connsiteX30" fmla="*/ 83344 w 1378744"/>
                <a:gd name="connsiteY30" fmla="*/ 654843 h 1278730"/>
                <a:gd name="connsiteX31" fmla="*/ 73819 w 1378744"/>
                <a:gd name="connsiteY31" fmla="*/ 697706 h 1278730"/>
                <a:gd name="connsiteX32" fmla="*/ 78582 w 1378744"/>
                <a:gd name="connsiteY32" fmla="*/ 726281 h 1278730"/>
                <a:gd name="connsiteX33" fmla="*/ 95250 w 1378744"/>
                <a:gd name="connsiteY33" fmla="*/ 738187 h 1278730"/>
                <a:gd name="connsiteX34" fmla="*/ 116682 w 1378744"/>
                <a:gd name="connsiteY34" fmla="*/ 735806 h 1278730"/>
                <a:gd name="connsiteX35" fmla="*/ 123825 w 1378744"/>
                <a:gd name="connsiteY35" fmla="*/ 762000 h 1278730"/>
                <a:gd name="connsiteX36" fmla="*/ 126207 w 1378744"/>
                <a:gd name="connsiteY36" fmla="*/ 783431 h 1278730"/>
                <a:gd name="connsiteX37" fmla="*/ 152400 w 1378744"/>
                <a:gd name="connsiteY37" fmla="*/ 812006 h 1278730"/>
                <a:gd name="connsiteX38" fmla="*/ 164307 w 1378744"/>
                <a:gd name="connsiteY38" fmla="*/ 823912 h 1278730"/>
                <a:gd name="connsiteX39" fmla="*/ 173832 w 1378744"/>
                <a:gd name="connsiteY39" fmla="*/ 850106 h 1278730"/>
                <a:gd name="connsiteX40" fmla="*/ 169069 w 1378744"/>
                <a:gd name="connsiteY40" fmla="*/ 878681 h 1278730"/>
                <a:gd name="connsiteX41" fmla="*/ 176213 w 1378744"/>
                <a:gd name="connsiteY41" fmla="*/ 897731 h 1278730"/>
                <a:gd name="connsiteX42" fmla="*/ 200025 w 1378744"/>
                <a:gd name="connsiteY42" fmla="*/ 916781 h 1278730"/>
                <a:gd name="connsiteX43" fmla="*/ 226219 w 1378744"/>
                <a:gd name="connsiteY43" fmla="*/ 916781 h 1278730"/>
                <a:gd name="connsiteX44" fmla="*/ 300038 w 1378744"/>
                <a:gd name="connsiteY44" fmla="*/ 921543 h 1278730"/>
                <a:gd name="connsiteX45" fmla="*/ 395288 w 1378744"/>
                <a:gd name="connsiteY45" fmla="*/ 952500 h 1278730"/>
                <a:gd name="connsiteX46" fmla="*/ 414338 w 1378744"/>
                <a:gd name="connsiteY46" fmla="*/ 988218 h 1278730"/>
                <a:gd name="connsiteX47" fmla="*/ 435769 w 1378744"/>
                <a:gd name="connsiteY47" fmla="*/ 992981 h 1278730"/>
                <a:gd name="connsiteX48" fmla="*/ 464344 w 1378744"/>
                <a:gd name="connsiteY48" fmla="*/ 995362 h 1278730"/>
                <a:gd name="connsiteX49" fmla="*/ 507207 w 1378744"/>
                <a:gd name="connsiteY49" fmla="*/ 1026318 h 1278730"/>
                <a:gd name="connsiteX50" fmla="*/ 521494 w 1378744"/>
                <a:gd name="connsiteY50" fmla="*/ 1069181 h 1278730"/>
                <a:gd name="connsiteX51" fmla="*/ 545307 w 1378744"/>
                <a:gd name="connsiteY51" fmla="*/ 1107281 h 1278730"/>
                <a:gd name="connsiteX52" fmla="*/ 573882 w 1378744"/>
                <a:gd name="connsiteY52" fmla="*/ 1121568 h 1278730"/>
                <a:gd name="connsiteX53" fmla="*/ 585788 w 1378744"/>
                <a:gd name="connsiteY53" fmla="*/ 1131093 h 1278730"/>
                <a:gd name="connsiteX54" fmla="*/ 597694 w 1378744"/>
                <a:gd name="connsiteY54" fmla="*/ 1181100 h 1278730"/>
                <a:gd name="connsiteX55" fmla="*/ 633413 w 1378744"/>
                <a:gd name="connsiteY55" fmla="*/ 1250156 h 1278730"/>
                <a:gd name="connsiteX56" fmla="*/ 692944 w 1378744"/>
                <a:gd name="connsiteY56" fmla="*/ 1278730 h 1278730"/>
                <a:gd name="connsiteX57" fmla="*/ 721519 w 1378744"/>
                <a:gd name="connsiteY57" fmla="*/ 1245392 h 1278730"/>
                <a:gd name="connsiteX58" fmla="*/ 814388 w 1378744"/>
                <a:gd name="connsiteY58" fmla="*/ 1138237 h 1278730"/>
                <a:gd name="connsiteX59" fmla="*/ 828675 w 1378744"/>
                <a:gd name="connsiteY59" fmla="*/ 1109662 h 1278730"/>
                <a:gd name="connsiteX60" fmla="*/ 833438 w 1378744"/>
                <a:gd name="connsiteY60" fmla="*/ 1085850 h 1278730"/>
                <a:gd name="connsiteX61" fmla="*/ 797719 w 1378744"/>
                <a:gd name="connsiteY61" fmla="*/ 1059656 h 1278730"/>
                <a:gd name="connsiteX62" fmla="*/ 790575 w 1378744"/>
                <a:gd name="connsiteY62" fmla="*/ 1038225 h 1278730"/>
                <a:gd name="connsiteX63" fmla="*/ 790575 w 1378744"/>
                <a:gd name="connsiteY63" fmla="*/ 1021556 h 1278730"/>
                <a:gd name="connsiteX64" fmla="*/ 845344 w 1378744"/>
                <a:gd name="connsiteY64" fmla="*/ 952500 h 1278730"/>
                <a:gd name="connsiteX65" fmla="*/ 845344 w 1378744"/>
                <a:gd name="connsiteY65" fmla="*/ 952500 h 1278730"/>
                <a:gd name="connsiteX66" fmla="*/ 888207 w 1378744"/>
                <a:gd name="connsiteY66" fmla="*/ 966787 h 1278730"/>
                <a:gd name="connsiteX67" fmla="*/ 907257 w 1378744"/>
                <a:gd name="connsiteY67" fmla="*/ 981075 h 1278730"/>
                <a:gd name="connsiteX68" fmla="*/ 938213 w 1378744"/>
                <a:gd name="connsiteY68" fmla="*/ 990600 h 1278730"/>
                <a:gd name="connsiteX69" fmla="*/ 964407 w 1378744"/>
                <a:gd name="connsiteY69" fmla="*/ 985837 h 1278730"/>
                <a:gd name="connsiteX70" fmla="*/ 985838 w 1378744"/>
                <a:gd name="connsiteY70" fmla="*/ 985837 h 1278730"/>
                <a:gd name="connsiteX71" fmla="*/ 995363 w 1378744"/>
                <a:gd name="connsiteY71" fmla="*/ 995362 h 1278730"/>
                <a:gd name="connsiteX72" fmla="*/ 978694 w 1378744"/>
                <a:gd name="connsiteY72" fmla="*/ 1012031 h 1278730"/>
                <a:gd name="connsiteX73" fmla="*/ 969169 w 1378744"/>
                <a:gd name="connsiteY73" fmla="*/ 1031081 h 1278730"/>
                <a:gd name="connsiteX74" fmla="*/ 954882 w 1378744"/>
                <a:gd name="connsiteY74" fmla="*/ 1054893 h 1278730"/>
                <a:gd name="connsiteX75" fmla="*/ 950119 w 1378744"/>
                <a:gd name="connsiteY75" fmla="*/ 1083468 h 1278730"/>
                <a:gd name="connsiteX76" fmla="*/ 962025 w 1378744"/>
                <a:gd name="connsiteY76" fmla="*/ 1107281 h 1278730"/>
                <a:gd name="connsiteX77" fmla="*/ 983457 w 1378744"/>
                <a:gd name="connsiteY77" fmla="*/ 1131093 h 1278730"/>
                <a:gd name="connsiteX78" fmla="*/ 1002507 w 1378744"/>
                <a:gd name="connsiteY78" fmla="*/ 1133475 h 1278730"/>
                <a:gd name="connsiteX79" fmla="*/ 1028700 w 1378744"/>
                <a:gd name="connsiteY79" fmla="*/ 1126331 h 1278730"/>
                <a:gd name="connsiteX80" fmla="*/ 1031082 w 1378744"/>
                <a:gd name="connsiteY80" fmla="*/ 1097756 h 1278730"/>
                <a:gd name="connsiteX81" fmla="*/ 1057275 w 1378744"/>
                <a:gd name="connsiteY81" fmla="*/ 1085850 h 1278730"/>
                <a:gd name="connsiteX82" fmla="*/ 1076325 w 1378744"/>
                <a:gd name="connsiteY82" fmla="*/ 1097756 h 1278730"/>
                <a:gd name="connsiteX83" fmla="*/ 1100138 w 1378744"/>
                <a:gd name="connsiteY83" fmla="*/ 1107281 h 1278730"/>
                <a:gd name="connsiteX84" fmla="*/ 1123950 w 1378744"/>
                <a:gd name="connsiteY84" fmla="*/ 1121568 h 1278730"/>
                <a:gd name="connsiteX85" fmla="*/ 1143000 w 1378744"/>
                <a:gd name="connsiteY85" fmla="*/ 1123950 h 1278730"/>
                <a:gd name="connsiteX86" fmla="*/ 1157288 w 1378744"/>
                <a:gd name="connsiteY86" fmla="*/ 1112043 h 1278730"/>
                <a:gd name="connsiteX87" fmla="*/ 1159669 w 1378744"/>
                <a:gd name="connsiteY87" fmla="*/ 1085850 h 1278730"/>
                <a:gd name="connsiteX88" fmla="*/ 1166813 w 1378744"/>
                <a:gd name="connsiteY88" fmla="*/ 1052512 h 1278730"/>
                <a:gd name="connsiteX89" fmla="*/ 1197769 w 1378744"/>
                <a:gd name="connsiteY89" fmla="*/ 1016793 h 1278730"/>
                <a:gd name="connsiteX90" fmla="*/ 1195388 w 1378744"/>
                <a:gd name="connsiteY90" fmla="*/ 954881 h 1278730"/>
                <a:gd name="connsiteX91" fmla="*/ 1209675 w 1378744"/>
                <a:gd name="connsiteY91" fmla="*/ 945356 h 1278730"/>
                <a:gd name="connsiteX92" fmla="*/ 1235869 w 1378744"/>
                <a:gd name="connsiteY92" fmla="*/ 945356 h 1278730"/>
                <a:gd name="connsiteX93" fmla="*/ 1235869 w 1378744"/>
                <a:gd name="connsiteY93" fmla="*/ 931068 h 1278730"/>
                <a:gd name="connsiteX94" fmla="*/ 1212057 w 1378744"/>
                <a:gd name="connsiteY94" fmla="*/ 912018 h 1278730"/>
                <a:gd name="connsiteX95" fmla="*/ 1195388 w 1378744"/>
                <a:gd name="connsiteY95" fmla="*/ 881062 h 1278730"/>
                <a:gd name="connsiteX96" fmla="*/ 1157288 w 1378744"/>
                <a:gd name="connsiteY96" fmla="*/ 871537 h 1278730"/>
                <a:gd name="connsiteX97" fmla="*/ 1119188 w 1378744"/>
                <a:gd name="connsiteY97" fmla="*/ 859631 h 1278730"/>
                <a:gd name="connsiteX98" fmla="*/ 1119188 w 1378744"/>
                <a:gd name="connsiteY98" fmla="*/ 831056 h 1278730"/>
                <a:gd name="connsiteX99" fmla="*/ 1135857 w 1378744"/>
                <a:gd name="connsiteY99" fmla="*/ 807243 h 1278730"/>
                <a:gd name="connsiteX100" fmla="*/ 1197769 w 1378744"/>
                <a:gd name="connsiteY100" fmla="*/ 759618 h 1278730"/>
                <a:gd name="connsiteX101" fmla="*/ 1247775 w 1378744"/>
                <a:gd name="connsiteY101" fmla="*/ 762000 h 1278730"/>
                <a:gd name="connsiteX102" fmla="*/ 1278732 w 1378744"/>
                <a:gd name="connsiteY102" fmla="*/ 762000 h 1278730"/>
                <a:gd name="connsiteX103" fmla="*/ 1271588 w 1378744"/>
                <a:gd name="connsiteY103" fmla="*/ 735806 h 1278730"/>
                <a:gd name="connsiteX104" fmla="*/ 1378744 w 1378744"/>
                <a:gd name="connsiteY104" fmla="*/ 678656 h 1278730"/>
                <a:gd name="connsiteX105" fmla="*/ 1331119 w 1378744"/>
                <a:gd name="connsiteY105" fmla="*/ 552450 h 1278730"/>
                <a:gd name="connsiteX106" fmla="*/ 1278732 w 1378744"/>
                <a:gd name="connsiteY106" fmla="*/ 514350 h 1278730"/>
                <a:gd name="connsiteX107" fmla="*/ 1252538 w 1378744"/>
                <a:gd name="connsiteY107" fmla="*/ 431006 h 1278730"/>
                <a:gd name="connsiteX108" fmla="*/ 1181100 w 1378744"/>
                <a:gd name="connsiteY108" fmla="*/ 431006 h 1278730"/>
                <a:gd name="connsiteX109" fmla="*/ 1166813 w 1378744"/>
                <a:gd name="connsiteY109" fmla="*/ 395287 h 1278730"/>
                <a:gd name="connsiteX110" fmla="*/ 1107282 w 1378744"/>
                <a:gd name="connsiteY110" fmla="*/ 421481 h 1278730"/>
                <a:gd name="connsiteX111" fmla="*/ 1054894 w 1378744"/>
                <a:gd name="connsiteY111" fmla="*/ 414337 h 1278730"/>
                <a:gd name="connsiteX112" fmla="*/ 1028700 w 1378744"/>
                <a:gd name="connsiteY112" fmla="*/ 371475 h 1278730"/>
                <a:gd name="connsiteX113" fmla="*/ 1023938 w 1378744"/>
                <a:gd name="connsiteY113" fmla="*/ 288131 h 1278730"/>
                <a:gd name="connsiteX114" fmla="*/ 1012032 w 1378744"/>
                <a:gd name="connsiteY114" fmla="*/ 269081 h 1278730"/>
                <a:gd name="connsiteX115" fmla="*/ 1012032 w 1378744"/>
                <a:gd name="connsiteY115" fmla="*/ 211931 h 1278730"/>
                <a:gd name="connsiteX116" fmla="*/ 959644 w 1378744"/>
                <a:gd name="connsiteY116" fmla="*/ 190500 h 1278730"/>
                <a:gd name="connsiteX117" fmla="*/ 914400 w 1378744"/>
                <a:gd name="connsiteY117" fmla="*/ 111918 h 1278730"/>
                <a:gd name="connsiteX118" fmla="*/ 854869 w 1378744"/>
                <a:gd name="connsiteY118" fmla="*/ 76200 h 1278730"/>
                <a:gd name="connsiteX119" fmla="*/ 873919 w 1378744"/>
                <a:gd name="connsiteY119" fmla="*/ 16668 h 1278730"/>
                <a:gd name="connsiteX120" fmla="*/ 783432 w 1378744"/>
                <a:gd name="connsiteY120" fmla="*/ 0 h 1278730"/>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814388 w 1378744"/>
                <a:gd name="connsiteY58" fmla="*/ 1138237 h 1288255"/>
                <a:gd name="connsiteX59" fmla="*/ 828675 w 1378744"/>
                <a:gd name="connsiteY59" fmla="*/ 1109662 h 1288255"/>
                <a:gd name="connsiteX60" fmla="*/ 833438 w 1378744"/>
                <a:gd name="connsiteY60" fmla="*/ 1085850 h 1288255"/>
                <a:gd name="connsiteX61" fmla="*/ 797719 w 1378744"/>
                <a:gd name="connsiteY61" fmla="*/ 1059656 h 1288255"/>
                <a:gd name="connsiteX62" fmla="*/ 790575 w 1378744"/>
                <a:gd name="connsiteY62" fmla="*/ 1038225 h 1288255"/>
                <a:gd name="connsiteX63" fmla="*/ 790575 w 1378744"/>
                <a:gd name="connsiteY63" fmla="*/ 1021556 h 1288255"/>
                <a:gd name="connsiteX64" fmla="*/ 845344 w 1378744"/>
                <a:gd name="connsiteY64" fmla="*/ 952500 h 1288255"/>
                <a:gd name="connsiteX65" fmla="*/ 845344 w 1378744"/>
                <a:gd name="connsiteY65" fmla="*/ 952500 h 1288255"/>
                <a:gd name="connsiteX66" fmla="*/ 888207 w 1378744"/>
                <a:gd name="connsiteY66" fmla="*/ 966787 h 1288255"/>
                <a:gd name="connsiteX67" fmla="*/ 907257 w 1378744"/>
                <a:gd name="connsiteY67" fmla="*/ 981075 h 1288255"/>
                <a:gd name="connsiteX68" fmla="*/ 938213 w 1378744"/>
                <a:gd name="connsiteY68" fmla="*/ 990600 h 1288255"/>
                <a:gd name="connsiteX69" fmla="*/ 964407 w 1378744"/>
                <a:gd name="connsiteY69" fmla="*/ 985837 h 1288255"/>
                <a:gd name="connsiteX70" fmla="*/ 985838 w 1378744"/>
                <a:gd name="connsiteY70" fmla="*/ 985837 h 1288255"/>
                <a:gd name="connsiteX71" fmla="*/ 995363 w 1378744"/>
                <a:gd name="connsiteY71" fmla="*/ 995362 h 1288255"/>
                <a:gd name="connsiteX72" fmla="*/ 978694 w 1378744"/>
                <a:gd name="connsiteY72" fmla="*/ 1012031 h 1288255"/>
                <a:gd name="connsiteX73" fmla="*/ 969169 w 1378744"/>
                <a:gd name="connsiteY73" fmla="*/ 1031081 h 1288255"/>
                <a:gd name="connsiteX74" fmla="*/ 954882 w 1378744"/>
                <a:gd name="connsiteY74" fmla="*/ 1054893 h 1288255"/>
                <a:gd name="connsiteX75" fmla="*/ 950119 w 1378744"/>
                <a:gd name="connsiteY75" fmla="*/ 1083468 h 1288255"/>
                <a:gd name="connsiteX76" fmla="*/ 962025 w 1378744"/>
                <a:gd name="connsiteY76" fmla="*/ 1107281 h 1288255"/>
                <a:gd name="connsiteX77" fmla="*/ 983457 w 1378744"/>
                <a:gd name="connsiteY77" fmla="*/ 1131093 h 1288255"/>
                <a:gd name="connsiteX78" fmla="*/ 1002507 w 1378744"/>
                <a:gd name="connsiteY78" fmla="*/ 1133475 h 1288255"/>
                <a:gd name="connsiteX79" fmla="*/ 1028700 w 1378744"/>
                <a:gd name="connsiteY79" fmla="*/ 1126331 h 1288255"/>
                <a:gd name="connsiteX80" fmla="*/ 1031082 w 1378744"/>
                <a:gd name="connsiteY80" fmla="*/ 1097756 h 1288255"/>
                <a:gd name="connsiteX81" fmla="*/ 1057275 w 1378744"/>
                <a:gd name="connsiteY81" fmla="*/ 1085850 h 1288255"/>
                <a:gd name="connsiteX82" fmla="*/ 1076325 w 1378744"/>
                <a:gd name="connsiteY82" fmla="*/ 1097756 h 1288255"/>
                <a:gd name="connsiteX83" fmla="*/ 1100138 w 1378744"/>
                <a:gd name="connsiteY83" fmla="*/ 1107281 h 1288255"/>
                <a:gd name="connsiteX84" fmla="*/ 1123950 w 1378744"/>
                <a:gd name="connsiteY84" fmla="*/ 1121568 h 1288255"/>
                <a:gd name="connsiteX85" fmla="*/ 1143000 w 1378744"/>
                <a:gd name="connsiteY85" fmla="*/ 1123950 h 1288255"/>
                <a:gd name="connsiteX86" fmla="*/ 1157288 w 1378744"/>
                <a:gd name="connsiteY86" fmla="*/ 1112043 h 1288255"/>
                <a:gd name="connsiteX87" fmla="*/ 1159669 w 1378744"/>
                <a:gd name="connsiteY87" fmla="*/ 1085850 h 1288255"/>
                <a:gd name="connsiteX88" fmla="*/ 1166813 w 1378744"/>
                <a:gd name="connsiteY88" fmla="*/ 1052512 h 1288255"/>
                <a:gd name="connsiteX89" fmla="*/ 1197769 w 1378744"/>
                <a:gd name="connsiteY89" fmla="*/ 1016793 h 1288255"/>
                <a:gd name="connsiteX90" fmla="*/ 1195388 w 1378744"/>
                <a:gd name="connsiteY90" fmla="*/ 954881 h 1288255"/>
                <a:gd name="connsiteX91" fmla="*/ 1209675 w 1378744"/>
                <a:gd name="connsiteY91" fmla="*/ 945356 h 1288255"/>
                <a:gd name="connsiteX92" fmla="*/ 1235869 w 1378744"/>
                <a:gd name="connsiteY92" fmla="*/ 945356 h 1288255"/>
                <a:gd name="connsiteX93" fmla="*/ 1235869 w 1378744"/>
                <a:gd name="connsiteY93" fmla="*/ 931068 h 1288255"/>
                <a:gd name="connsiteX94" fmla="*/ 1212057 w 1378744"/>
                <a:gd name="connsiteY94" fmla="*/ 912018 h 1288255"/>
                <a:gd name="connsiteX95" fmla="*/ 1195388 w 1378744"/>
                <a:gd name="connsiteY95" fmla="*/ 881062 h 1288255"/>
                <a:gd name="connsiteX96" fmla="*/ 1157288 w 1378744"/>
                <a:gd name="connsiteY96" fmla="*/ 871537 h 1288255"/>
                <a:gd name="connsiteX97" fmla="*/ 1119188 w 1378744"/>
                <a:gd name="connsiteY97" fmla="*/ 859631 h 1288255"/>
                <a:gd name="connsiteX98" fmla="*/ 1119188 w 1378744"/>
                <a:gd name="connsiteY98" fmla="*/ 831056 h 1288255"/>
                <a:gd name="connsiteX99" fmla="*/ 1135857 w 1378744"/>
                <a:gd name="connsiteY99" fmla="*/ 807243 h 1288255"/>
                <a:gd name="connsiteX100" fmla="*/ 1197769 w 1378744"/>
                <a:gd name="connsiteY100" fmla="*/ 759618 h 1288255"/>
                <a:gd name="connsiteX101" fmla="*/ 1247775 w 1378744"/>
                <a:gd name="connsiteY101" fmla="*/ 762000 h 1288255"/>
                <a:gd name="connsiteX102" fmla="*/ 1278732 w 1378744"/>
                <a:gd name="connsiteY102" fmla="*/ 762000 h 1288255"/>
                <a:gd name="connsiteX103" fmla="*/ 1271588 w 1378744"/>
                <a:gd name="connsiteY103" fmla="*/ 735806 h 1288255"/>
                <a:gd name="connsiteX104" fmla="*/ 1378744 w 1378744"/>
                <a:gd name="connsiteY104" fmla="*/ 678656 h 1288255"/>
                <a:gd name="connsiteX105" fmla="*/ 1331119 w 1378744"/>
                <a:gd name="connsiteY105" fmla="*/ 552450 h 1288255"/>
                <a:gd name="connsiteX106" fmla="*/ 1278732 w 1378744"/>
                <a:gd name="connsiteY106" fmla="*/ 514350 h 1288255"/>
                <a:gd name="connsiteX107" fmla="*/ 1252538 w 1378744"/>
                <a:gd name="connsiteY107" fmla="*/ 431006 h 1288255"/>
                <a:gd name="connsiteX108" fmla="*/ 1181100 w 1378744"/>
                <a:gd name="connsiteY108" fmla="*/ 431006 h 1288255"/>
                <a:gd name="connsiteX109" fmla="*/ 1166813 w 1378744"/>
                <a:gd name="connsiteY109" fmla="*/ 395287 h 1288255"/>
                <a:gd name="connsiteX110" fmla="*/ 1107282 w 1378744"/>
                <a:gd name="connsiteY110" fmla="*/ 421481 h 1288255"/>
                <a:gd name="connsiteX111" fmla="*/ 1054894 w 1378744"/>
                <a:gd name="connsiteY111" fmla="*/ 414337 h 1288255"/>
                <a:gd name="connsiteX112" fmla="*/ 1028700 w 1378744"/>
                <a:gd name="connsiteY112" fmla="*/ 371475 h 1288255"/>
                <a:gd name="connsiteX113" fmla="*/ 1023938 w 1378744"/>
                <a:gd name="connsiteY113" fmla="*/ 288131 h 1288255"/>
                <a:gd name="connsiteX114" fmla="*/ 1012032 w 1378744"/>
                <a:gd name="connsiteY114" fmla="*/ 269081 h 1288255"/>
                <a:gd name="connsiteX115" fmla="*/ 1012032 w 1378744"/>
                <a:gd name="connsiteY115" fmla="*/ 211931 h 1288255"/>
                <a:gd name="connsiteX116" fmla="*/ 959644 w 1378744"/>
                <a:gd name="connsiteY116" fmla="*/ 190500 h 1288255"/>
                <a:gd name="connsiteX117" fmla="*/ 914400 w 1378744"/>
                <a:gd name="connsiteY117" fmla="*/ 111918 h 1288255"/>
                <a:gd name="connsiteX118" fmla="*/ 854869 w 1378744"/>
                <a:gd name="connsiteY118" fmla="*/ 76200 h 1288255"/>
                <a:gd name="connsiteX119" fmla="*/ 873919 w 1378744"/>
                <a:gd name="connsiteY119" fmla="*/ 16668 h 1288255"/>
                <a:gd name="connsiteX120" fmla="*/ 783432 w 1378744"/>
                <a:gd name="connsiteY120"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47713 w 1378744"/>
                <a:gd name="connsiteY58" fmla="*/ 1257299 h 1288255"/>
                <a:gd name="connsiteX59" fmla="*/ 814388 w 1378744"/>
                <a:gd name="connsiteY59" fmla="*/ 1138237 h 1288255"/>
                <a:gd name="connsiteX60" fmla="*/ 828675 w 1378744"/>
                <a:gd name="connsiteY60" fmla="*/ 1109662 h 1288255"/>
                <a:gd name="connsiteX61" fmla="*/ 833438 w 1378744"/>
                <a:gd name="connsiteY61" fmla="*/ 1085850 h 1288255"/>
                <a:gd name="connsiteX62" fmla="*/ 797719 w 1378744"/>
                <a:gd name="connsiteY62" fmla="*/ 1059656 h 1288255"/>
                <a:gd name="connsiteX63" fmla="*/ 790575 w 1378744"/>
                <a:gd name="connsiteY63" fmla="*/ 1038225 h 1288255"/>
                <a:gd name="connsiteX64" fmla="*/ 790575 w 1378744"/>
                <a:gd name="connsiteY64" fmla="*/ 1021556 h 1288255"/>
                <a:gd name="connsiteX65" fmla="*/ 845344 w 1378744"/>
                <a:gd name="connsiteY65" fmla="*/ 952500 h 1288255"/>
                <a:gd name="connsiteX66" fmla="*/ 845344 w 1378744"/>
                <a:gd name="connsiteY66" fmla="*/ 952500 h 1288255"/>
                <a:gd name="connsiteX67" fmla="*/ 888207 w 1378744"/>
                <a:gd name="connsiteY67" fmla="*/ 966787 h 1288255"/>
                <a:gd name="connsiteX68" fmla="*/ 907257 w 1378744"/>
                <a:gd name="connsiteY68" fmla="*/ 981075 h 1288255"/>
                <a:gd name="connsiteX69" fmla="*/ 938213 w 1378744"/>
                <a:gd name="connsiteY69" fmla="*/ 990600 h 1288255"/>
                <a:gd name="connsiteX70" fmla="*/ 964407 w 1378744"/>
                <a:gd name="connsiteY70" fmla="*/ 985837 h 1288255"/>
                <a:gd name="connsiteX71" fmla="*/ 985838 w 1378744"/>
                <a:gd name="connsiteY71" fmla="*/ 985837 h 1288255"/>
                <a:gd name="connsiteX72" fmla="*/ 995363 w 1378744"/>
                <a:gd name="connsiteY72" fmla="*/ 995362 h 1288255"/>
                <a:gd name="connsiteX73" fmla="*/ 978694 w 1378744"/>
                <a:gd name="connsiteY73" fmla="*/ 1012031 h 1288255"/>
                <a:gd name="connsiteX74" fmla="*/ 969169 w 1378744"/>
                <a:gd name="connsiteY74" fmla="*/ 1031081 h 1288255"/>
                <a:gd name="connsiteX75" fmla="*/ 954882 w 1378744"/>
                <a:gd name="connsiteY75" fmla="*/ 1054893 h 1288255"/>
                <a:gd name="connsiteX76" fmla="*/ 950119 w 1378744"/>
                <a:gd name="connsiteY76" fmla="*/ 1083468 h 1288255"/>
                <a:gd name="connsiteX77" fmla="*/ 962025 w 1378744"/>
                <a:gd name="connsiteY77" fmla="*/ 1107281 h 1288255"/>
                <a:gd name="connsiteX78" fmla="*/ 983457 w 1378744"/>
                <a:gd name="connsiteY78" fmla="*/ 1131093 h 1288255"/>
                <a:gd name="connsiteX79" fmla="*/ 1002507 w 1378744"/>
                <a:gd name="connsiteY79" fmla="*/ 1133475 h 1288255"/>
                <a:gd name="connsiteX80" fmla="*/ 1028700 w 1378744"/>
                <a:gd name="connsiteY80" fmla="*/ 1126331 h 1288255"/>
                <a:gd name="connsiteX81" fmla="*/ 1031082 w 1378744"/>
                <a:gd name="connsiteY81" fmla="*/ 1097756 h 1288255"/>
                <a:gd name="connsiteX82" fmla="*/ 1057275 w 1378744"/>
                <a:gd name="connsiteY82" fmla="*/ 1085850 h 1288255"/>
                <a:gd name="connsiteX83" fmla="*/ 1076325 w 1378744"/>
                <a:gd name="connsiteY83" fmla="*/ 1097756 h 1288255"/>
                <a:gd name="connsiteX84" fmla="*/ 1100138 w 1378744"/>
                <a:gd name="connsiteY84" fmla="*/ 1107281 h 1288255"/>
                <a:gd name="connsiteX85" fmla="*/ 1123950 w 1378744"/>
                <a:gd name="connsiteY85" fmla="*/ 1121568 h 1288255"/>
                <a:gd name="connsiteX86" fmla="*/ 1143000 w 1378744"/>
                <a:gd name="connsiteY86" fmla="*/ 1123950 h 1288255"/>
                <a:gd name="connsiteX87" fmla="*/ 1157288 w 1378744"/>
                <a:gd name="connsiteY87" fmla="*/ 1112043 h 1288255"/>
                <a:gd name="connsiteX88" fmla="*/ 1159669 w 1378744"/>
                <a:gd name="connsiteY88" fmla="*/ 1085850 h 1288255"/>
                <a:gd name="connsiteX89" fmla="*/ 1166813 w 1378744"/>
                <a:gd name="connsiteY89" fmla="*/ 1052512 h 1288255"/>
                <a:gd name="connsiteX90" fmla="*/ 1197769 w 1378744"/>
                <a:gd name="connsiteY90" fmla="*/ 1016793 h 1288255"/>
                <a:gd name="connsiteX91" fmla="*/ 1195388 w 1378744"/>
                <a:gd name="connsiteY91" fmla="*/ 954881 h 1288255"/>
                <a:gd name="connsiteX92" fmla="*/ 1209675 w 1378744"/>
                <a:gd name="connsiteY92" fmla="*/ 945356 h 1288255"/>
                <a:gd name="connsiteX93" fmla="*/ 1235869 w 1378744"/>
                <a:gd name="connsiteY93" fmla="*/ 945356 h 1288255"/>
                <a:gd name="connsiteX94" fmla="*/ 1235869 w 1378744"/>
                <a:gd name="connsiteY94" fmla="*/ 931068 h 1288255"/>
                <a:gd name="connsiteX95" fmla="*/ 1212057 w 1378744"/>
                <a:gd name="connsiteY95" fmla="*/ 912018 h 1288255"/>
                <a:gd name="connsiteX96" fmla="*/ 1195388 w 1378744"/>
                <a:gd name="connsiteY96" fmla="*/ 881062 h 1288255"/>
                <a:gd name="connsiteX97" fmla="*/ 1157288 w 1378744"/>
                <a:gd name="connsiteY97" fmla="*/ 871537 h 1288255"/>
                <a:gd name="connsiteX98" fmla="*/ 1119188 w 1378744"/>
                <a:gd name="connsiteY98" fmla="*/ 859631 h 1288255"/>
                <a:gd name="connsiteX99" fmla="*/ 1119188 w 1378744"/>
                <a:gd name="connsiteY99" fmla="*/ 831056 h 1288255"/>
                <a:gd name="connsiteX100" fmla="*/ 1135857 w 1378744"/>
                <a:gd name="connsiteY100" fmla="*/ 807243 h 1288255"/>
                <a:gd name="connsiteX101" fmla="*/ 1197769 w 1378744"/>
                <a:gd name="connsiteY101" fmla="*/ 759618 h 1288255"/>
                <a:gd name="connsiteX102" fmla="*/ 1247775 w 1378744"/>
                <a:gd name="connsiteY102" fmla="*/ 762000 h 1288255"/>
                <a:gd name="connsiteX103" fmla="*/ 1278732 w 1378744"/>
                <a:gd name="connsiteY103" fmla="*/ 762000 h 1288255"/>
                <a:gd name="connsiteX104" fmla="*/ 1271588 w 1378744"/>
                <a:gd name="connsiteY104" fmla="*/ 735806 h 1288255"/>
                <a:gd name="connsiteX105" fmla="*/ 1378744 w 1378744"/>
                <a:gd name="connsiteY105" fmla="*/ 678656 h 1288255"/>
                <a:gd name="connsiteX106" fmla="*/ 1331119 w 1378744"/>
                <a:gd name="connsiteY106" fmla="*/ 552450 h 1288255"/>
                <a:gd name="connsiteX107" fmla="*/ 1278732 w 1378744"/>
                <a:gd name="connsiteY107" fmla="*/ 514350 h 1288255"/>
                <a:gd name="connsiteX108" fmla="*/ 1252538 w 1378744"/>
                <a:gd name="connsiteY108" fmla="*/ 431006 h 1288255"/>
                <a:gd name="connsiteX109" fmla="*/ 1181100 w 1378744"/>
                <a:gd name="connsiteY109" fmla="*/ 431006 h 1288255"/>
                <a:gd name="connsiteX110" fmla="*/ 1166813 w 1378744"/>
                <a:gd name="connsiteY110" fmla="*/ 395287 h 1288255"/>
                <a:gd name="connsiteX111" fmla="*/ 1107282 w 1378744"/>
                <a:gd name="connsiteY111" fmla="*/ 421481 h 1288255"/>
                <a:gd name="connsiteX112" fmla="*/ 1054894 w 1378744"/>
                <a:gd name="connsiteY112" fmla="*/ 414337 h 1288255"/>
                <a:gd name="connsiteX113" fmla="*/ 1028700 w 1378744"/>
                <a:gd name="connsiteY113" fmla="*/ 371475 h 1288255"/>
                <a:gd name="connsiteX114" fmla="*/ 1023938 w 1378744"/>
                <a:gd name="connsiteY114" fmla="*/ 288131 h 1288255"/>
                <a:gd name="connsiteX115" fmla="*/ 1012032 w 1378744"/>
                <a:gd name="connsiteY115" fmla="*/ 269081 h 1288255"/>
                <a:gd name="connsiteX116" fmla="*/ 1012032 w 1378744"/>
                <a:gd name="connsiteY116" fmla="*/ 211931 h 1288255"/>
                <a:gd name="connsiteX117" fmla="*/ 959644 w 1378744"/>
                <a:gd name="connsiteY117" fmla="*/ 190500 h 1288255"/>
                <a:gd name="connsiteX118" fmla="*/ 914400 w 1378744"/>
                <a:gd name="connsiteY118" fmla="*/ 111918 h 1288255"/>
                <a:gd name="connsiteX119" fmla="*/ 854869 w 1378744"/>
                <a:gd name="connsiteY119" fmla="*/ 76200 h 1288255"/>
                <a:gd name="connsiteX120" fmla="*/ 873919 w 1378744"/>
                <a:gd name="connsiteY120" fmla="*/ 16668 h 1288255"/>
                <a:gd name="connsiteX121" fmla="*/ 783432 w 1378744"/>
                <a:gd name="connsiteY121"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814388 w 1378744"/>
                <a:gd name="connsiteY59" fmla="*/ 1138237 h 1288255"/>
                <a:gd name="connsiteX60" fmla="*/ 828675 w 1378744"/>
                <a:gd name="connsiteY60" fmla="*/ 1109662 h 1288255"/>
                <a:gd name="connsiteX61" fmla="*/ 833438 w 1378744"/>
                <a:gd name="connsiteY61" fmla="*/ 1085850 h 1288255"/>
                <a:gd name="connsiteX62" fmla="*/ 797719 w 1378744"/>
                <a:gd name="connsiteY62" fmla="*/ 1059656 h 1288255"/>
                <a:gd name="connsiteX63" fmla="*/ 790575 w 1378744"/>
                <a:gd name="connsiteY63" fmla="*/ 1038225 h 1288255"/>
                <a:gd name="connsiteX64" fmla="*/ 790575 w 1378744"/>
                <a:gd name="connsiteY64" fmla="*/ 1021556 h 1288255"/>
                <a:gd name="connsiteX65" fmla="*/ 845344 w 1378744"/>
                <a:gd name="connsiteY65" fmla="*/ 952500 h 1288255"/>
                <a:gd name="connsiteX66" fmla="*/ 845344 w 1378744"/>
                <a:gd name="connsiteY66" fmla="*/ 952500 h 1288255"/>
                <a:gd name="connsiteX67" fmla="*/ 888207 w 1378744"/>
                <a:gd name="connsiteY67" fmla="*/ 966787 h 1288255"/>
                <a:gd name="connsiteX68" fmla="*/ 907257 w 1378744"/>
                <a:gd name="connsiteY68" fmla="*/ 981075 h 1288255"/>
                <a:gd name="connsiteX69" fmla="*/ 938213 w 1378744"/>
                <a:gd name="connsiteY69" fmla="*/ 990600 h 1288255"/>
                <a:gd name="connsiteX70" fmla="*/ 964407 w 1378744"/>
                <a:gd name="connsiteY70" fmla="*/ 985837 h 1288255"/>
                <a:gd name="connsiteX71" fmla="*/ 985838 w 1378744"/>
                <a:gd name="connsiteY71" fmla="*/ 985837 h 1288255"/>
                <a:gd name="connsiteX72" fmla="*/ 995363 w 1378744"/>
                <a:gd name="connsiteY72" fmla="*/ 995362 h 1288255"/>
                <a:gd name="connsiteX73" fmla="*/ 978694 w 1378744"/>
                <a:gd name="connsiteY73" fmla="*/ 1012031 h 1288255"/>
                <a:gd name="connsiteX74" fmla="*/ 969169 w 1378744"/>
                <a:gd name="connsiteY74" fmla="*/ 1031081 h 1288255"/>
                <a:gd name="connsiteX75" fmla="*/ 954882 w 1378744"/>
                <a:gd name="connsiteY75" fmla="*/ 1054893 h 1288255"/>
                <a:gd name="connsiteX76" fmla="*/ 950119 w 1378744"/>
                <a:gd name="connsiteY76" fmla="*/ 1083468 h 1288255"/>
                <a:gd name="connsiteX77" fmla="*/ 962025 w 1378744"/>
                <a:gd name="connsiteY77" fmla="*/ 1107281 h 1288255"/>
                <a:gd name="connsiteX78" fmla="*/ 983457 w 1378744"/>
                <a:gd name="connsiteY78" fmla="*/ 1131093 h 1288255"/>
                <a:gd name="connsiteX79" fmla="*/ 1002507 w 1378744"/>
                <a:gd name="connsiteY79" fmla="*/ 1133475 h 1288255"/>
                <a:gd name="connsiteX80" fmla="*/ 1028700 w 1378744"/>
                <a:gd name="connsiteY80" fmla="*/ 1126331 h 1288255"/>
                <a:gd name="connsiteX81" fmla="*/ 1031082 w 1378744"/>
                <a:gd name="connsiteY81" fmla="*/ 1097756 h 1288255"/>
                <a:gd name="connsiteX82" fmla="*/ 1057275 w 1378744"/>
                <a:gd name="connsiteY82" fmla="*/ 1085850 h 1288255"/>
                <a:gd name="connsiteX83" fmla="*/ 1076325 w 1378744"/>
                <a:gd name="connsiteY83" fmla="*/ 1097756 h 1288255"/>
                <a:gd name="connsiteX84" fmla="*/ 1100138 w 1378744"/>
                <a:gd name="connsiteY84" fmla="*/ 1107281 h 1288255"/>
                <a:gd name="connsiteX85" fmla="*/ 1123950 w 1378744"/>
                <a:gd name="connsiteY85" fmla="*/ 1121568 h 1288255"/>
                <a:gd name="connsiteX86" fmla="*/ 1143000 w 1378744"/>
                <a:gd name="connsiteY86" fmla="*/ 1123950 h 1288255"/>
                <a:gd name="connsiteX87" fmla="*/ 1157288 w 1378744"/>
                <a:gd name="connsiteY87" fmla="*/ 1112043 h 1288255"/>
                <a:gd name="connsiteX88" fmla="*/ 1159669 w 1378744"/>
                <a:gd name="connsiteY88" fmla="*/ 1085850 h 1288255"/>
                <a:gd name="connsiteX89" fmla="*/ 1166813 w 1378744"/>
                <a:gd name="connsiteY89" fmla="*/ 1052512 h 1288255"/>
                <a:gd name="connsiteX90" fmla="*/ 1197769 w 1378744"/>
                <a:gd name="connsiteY90" fmla="*/ 1016793 h 1288255"/>
                <a:gd name="connsiteX91" fmla="*/ 1195388 w 1378744"/>
                <a:gd name="connsiteY91" fmla="*/ 954881 h 1288255"/>
                <a:gd name="connsiteX92" fmla="*/ 1209675 w 1378744"/>
                <a:gd name="connsiteY92" fmla="*/ 945356 h 1288255"/>
                <a:gd name="connsiteX93" fmla="*/ 1235869 w 1378744"/>
                <a:gd name="connsiteY93" fmla="*/ 945356 h 1288255"/>
                <a:gd name="connsiteX94" fmla="*/ 1235869 w 1378744"/>
                <a:gd name="connsiteY94" fmla="*/ 931068 h 1288255"/>
                <a:gd name="connsiteX95" fmla="*/ 1212057 w 1378744"/>
                <a:gd name="connsiteY95" fmla="*/ 912018 h 1288255"/>
                <a:gd name="connsiteX96" fmla="*/ 1195388 w 1378744"/>
                <a:gd name="connsiteY96" fmla="*/ 881062 h 1288255"/>
                <a:gd name="connsiteX97" fmla="*/ 1157288 w 1378744"/>
                <a:gd name="connsiteY97" fmla="*/ 871537 h 1288255"/>
                <a:gd name="connsiteX98" fmla="*/ 1119188 w 1378744"/>
                <a:gd name="connsiteY98" fmla="*/ 859631 h 1288255"/>
                <a:gd name="connsiteX99" fmla="*/ 1119188 w 1378744"/>
                <a:gd name="connsiteY99" fmla="*/ 831056 h 1288255"/>
                <a:gd name="connsiteX100" fmla="*/ 1135857 w 1378744"/>
                <a:gd name="connsiteY100" fmla="*/ 807243 h 1288255"/>
                <a:gd name="connsiteX101" fmla="*/ 1197769 w 1378744"/>
                <a:gd name="connsiteY101" fmla="*/ 759618 h 1288255"/>
                <a:gd name="connsiteX102" fmla="*/ 1247775 w 1378744"/>
                <a:gd name="connsiteY102" fmla="*/ 762000 h 1288255"/>
                <a:gd name="connsiteX103" fmla="*/ 1278732 w 1378744"/>
                <a:gd name="connsiteY103" fmla="*/ 762000 h 1288255"/>
                <a:gd name="connsiteX104" fmla="*/ 1271588 w 1378744"/>
                <a:gd name="connsiteY104" fmla="*/ 735806 h 1288255"/>
                <a:gd name="connsiteX105" fmla="*/ 1378744 w 1378744"/>
                <a:gd name="connsiteY105" fmla="*/ 678656 h 1288255"/>
                <a:gd name="connsiteX106" fmla="*/ 1331119 w 1378744"/>
                <a:gd name="connsiteY106" fmla="*/ 552450 h 1288255"/>
                <a:gd name="connsiteX107" fmla="*/ 1278732 w 1378744"/>
                <a:gd name="connsiteY107" fmla="*/ 514350 h 1288255"/>
                <a:gd name="connsiteX108" fmla="*/ 1252538 w 1378744"/>
                <a:gd name="connsiteY108" fmla="*/ 431006 h 1288255"/>
                <a:gd name="connsiteX109" fmla="*/ 1181100 w 1378744"/>
                <a:gd name="connsiteY109" fmla="*/ 431006 h 1288255"/>
                <a:gd name="connsiteX110" fmla="*/ 1166813 w 1378744"/>
                <a:gd name="connsiteY110" fmla="*/ 395287 h 1288255"/>
                <a:gd name="connsiteX111" fmla="*/ 1107282 w 1378744"/>
                <a:gd name="connsiteY111" fmla="*/ 421481 h 1288255"/>
                <a:gd name="connsiteX112" fmla="*/ 1054894 w 1378744"/>
                <a:gd name="connsiteY112" fmla="*/ 414337 h 1288255"/>
                <a:gd name="connsiteX113" fmla="*/ 1028700 w 1378744"/>
                <a:gd name="connsiteY113" fmla="*/ 371475 h 1288255"/>
                <a:gd name="connsiteX114" fmla="*/ 1023938 w 1378744"/>
                <a:gd name="connsiteY114" fmla="*/ 288131 h 1288255"/>
                <a:gd name="connsiteX115" fmla="*/ 1012032 w 1378744"/>
                <a:gd name="connsiteY115" fmla="*/ 269081 h 1288255"/>
                <a:gd name="connsiteX116" fmla="*/ 1012032 w 1378744"/>
                <a:gd name="connsiteY116" fmla="*/ 211931 h 1288255"/>
                <a:gd name="connsiteX117" fmla="*/ 959644 w 1378744"/>
                <a:gd name="connsiteY117" fmla="*/ 190500 h 1288255"/>
                <a:gd name="connsiteX118" fmla="*/ 914400 w 1378744"/>
                <a:gd name="connsiteY118" fmla="*/ 111918 h 1288255"/>
                <a:gd name="connsiteX119" fmla="*/ 854869 w 1378744"/>
                <a:gd name="connsiteY119" fmla="*/ 76200 h 1288255"/>
                <a:gd name="connsiteX120" fmla="*/ 873919 w 1378744"/>
                <a:gd name="connsiteY120" fmla="*/ 16668 h 1288255"/>
                <a:gd name="connsiteX121" fmla="*/ 783432 w 1378744"/>
                <a:gd name="connsiteY121"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81050 w 1378744"/>
                <a:gd name="connsiteY59" fmla="*/ 1240630 h 1288255"/>
                <a:gd name="connsiteX60" fmla="*/ 814388 w 1378744"/>
                <a:gd name="connsiteY60" fmla="*/ 1138237 h 1288255"/>
                <a:gd name="connsiteX61" fmla="*/ 828675 w 1378744"/>
                <a:gd name="connsiteY61" fmla="*/ 1109662 h 1288255"/>
                <a:gd name="connsiteX62" fmla="*/ 833438 w 1378744"/>
                <a:gd name="connsiteY62" fmla="*/ 1085850 h 1288255"/>
                <a:gd name="connsiteX63" fmla="*/ 797719 w 1378744"/>
                <a:gd name="connsiteY63" fmla="*/ 1059656 h 1288255"/>
                <a:gd name="connsiteX64" fmla="*/ 790575 w 1378744"/>
                <a:gd name="connsiteY64" fmla="*/ 1038225 h 1288255"/>
                <a:gd name="connsiteX65" fmla="*/ 790575 w 1378744"/>
                <a:gd name="connsiteY65" fmla="*/ 1021556 h 1288255"/>
                <a:gd name="connsiteX66" fmla="*/ 845344 w 1378744"/>
                <a:gd name="connsiteY66" fmla="*/ 952500 h 1288255"/>
                <a:gd name="connsiteX67" fmla="*/ 845344 w 1378744"/>
                <a:gd name="connsiteY67" fmla="*/ 952500 h 1288255"/>
                <a:gd name="connsiteX68" fmla="*/ 888207 w 1378744"/>
                <a:gd name="connsiteY68" fmla="*/ 966787 h 1288255"/>
                <a:gd name="connsiteX69" fmla="*/ 907257 w 1378744"/>
                <a:gd name="connsiteY69" fmla="*/ 981075 h 1288255"/>
                <a:gd name="connsiteX70" fmla="*/ 938213 w 1378744"/>
                <a:gd name="connsiteY70" fmla="*/ 990600 h 1288255"/>
                <a:gd name="connsiteX71" fmla="*/ 964407 w 1378744"/>
                <a:gd name="connsiteY71" fmla="*/ 985837 h 1288255"/>
                <a:gd name="connsiteX72" fmla="*/ 985838 w 1378744"/>
                <a:gd name="connsiteY72" fmla="*/ 985837 h 1288255"/>
                <a:gd name="connsiteX73" fmla="*/ 995363 w 1378744"/>
                <a:gd name="connsiteY73" fmla="*/ 995362 h 1288255"/>
                <a:gd name="connsiteX74" fmla="*/ 978694 w 1378744"/>
                <a:gd name="connsiteY74" fmla="*/ 1012031 h 1288255"/>
                <a:gd name="connsiteX75" fmla="*/ 969169 w 1378744"/>
                <a:gd name="connsiteY75" fmla="*/ 1031081 h 1288255"/>
                <a:gd name="connsiteX76" fmla="*/ 954882 w 1378744"/>
                <a:gd name="connsiteY76" fmla="*/ 1054893 h 1288255"/>
                <a:gd name="connsiteX77" fmla="*/ 950119 w 1378744"/>
                <a:gd name="connsiteY77" fmla="*/ 1083468 h 1288255"/>
                <a:gd name="connsiteX78" fmla="*/ 962025 w 1378744"/>
                <a:gd name="connsiteY78" fmla="*/ 1107281 h 1288255"/>
                <a:gd name="connsiteX79" fmla="*/ 983457 w 1378744"/>
                <a:gd name="connsiteY79" fmla="*/ 1131093 h 1288255"/>
                <a:gd name="connsiteX80" fmla="*/ 1002507 w 1378744"/>
                <a:gd name="connsiteY80" fmla="*/ 1133475 h 1288255"/>
                <a:gd name="connsiteX81" fmla="*/ 1028700 w 1378744"/>
                <a:gd name="connsiteY81" fmla="*/ 1126331 h 1288255"/>
                <a:gd name="connsiteX82" fmla="*/ 1031082 w 1378744"/>
                <a:gd name="connsiteY82" fmla="*/ 1097756 h 1288255"/>
                <a:gd name="connsiteX83" fmla="*/ 1057275 w 1378744"/>
                <a:gd name="connsiteY83" fmla="*/ 1085850 h 1288255"/>
                <a:gd name="connsiteX84" fmla="*/ 1076325 w 1378744"/>
                <a:gd name="connsiteY84" fmla="*/ 1097756 h 1288255"/>
                <a:gd name="connsiteX85" fmla="*/ 1100138 w 1378744"/>
                <a:gd name="connsiteY85" fmla="*/ 1107281 h 1288255"/>
                <a:gd name="connsiteX86" fmla="*/ 1123950 w 1378744"/>
                <a:gd name="connsiteY86" fmla="*/ 1121568 h 1288255"/>
                <a:gd name="connsiteX87" fmla="*/ 1143000 w 1378744"/>
                <a:gd name="connsiteY87" fmla="*/ 1123950 h 1288255"/>
                <a:gd name="connsiteX88" fmla="*/ 1157288 w 1378744"/>
                <a:gd name="connsiteY88" fmla="*/ 1112043 h 1288255"/>
                <a:gd name="connsiteX89" fmla="*/ 1159669 w 1378744"/>
                <a:gd name="connsiteY89" fmla="*/ 1085850 h 1288255"/>
                <a:gd name="connsiteX90" fmla="*/ 1166813 w 1378744"/>
                <a:gd name="connsiteY90" fmla="*/ 1052512 h 1288255"/>
                <a:gd name="connsiteX91" fmla="*/ 1197769 w 1378744"/>
                <a:gd name="connsiteY91" fmla="*/ 1016793 h 1288255"/>
                <a:gd name="connsiteX92" fmla="*/ 1195388 w 1378744"/>
                <a:gd name="connsiteY92" fmla="*/ 954881 h 1288255"/>
                <a:gd name="connsiteX93" fmla="*/ 1209675 w 1378744"/>
                <a:gd name="connsiteY93" fmla="*/ 945356 h 1288255"/>
                <a:gd name="connsiteX94" fmla="*/ 1235869 w 1378744"/>
                <a:gd name="connsiteY94" fmla="*/ 945356 h 1288255"/>
                <a:gd name="connsiteX95" fmla="*/ 1235869 w 1378744"/>
                <a:gd name="connsiteY95" fmla="*/ 931068 h 1288255"/>
                <a:gd name="connsiteX96" fmla="*/ 1212057 w 1378744"/>
                <a:gd name="connsiteY96" fmla="*/ 912018 h 1288255"/>
                <a:gd name="connsiteX97" fmla="*/ 1195388 w 1378744"/>
                <a:gd name="connsiteY97" fmla="*/ 881062 h 1288255"/>
                <a:gd name="connsiteX98" fmla="*/ 1157288 w 1378744"/>
                <a:gd name="connsiteY98" fmla="*/ 871537 h 1288255"/>
                <a:gd name="connsiteX99" fmla="*/ 1119188 w 1378744"/>
                <a:gd name="connsiteY99" fmla="*/ 859631 h 1288255"/>
                <a:gd name="connsiteX100" fmla="*/ 1119188 w 1378744"/>
                <a:gd name="connsiteY100" fmla="*/ 831056 h 1288255"/>
                <a:gd name="connsiteX101" fmla="*/ 1135857 w 1378744"/>
                <a:gd name="connsiteY101" fmla="*/ 807243 h 1288255"/>
                <a:gd name="connsiteX102" fmla="*/ 1197769 w 1378744"/>
                <a:gd name="connsiteY102" fmla="*/ 759618 h 1288255"/>
                <a:gd name="connsiteX103" fmla="*/ 1247775 w 1378744"/>
                <a:gd name="connsiteY103" fmla="*/ 762000 h 1288255"/>
                <a:gd name="connsiteX104" fmla="*/ 1278732 w 1378744"/>
                <a:gd name="connsiteY104" fmla="*/ 762000 h 1288255"/>
                <a:gd name="connsiteX105" fmla="*/ 1271588 w 1378744"/>
                <a:gd name="connsiteY105" fmla="*/ 735806 h 1288255"/>
                <a:gd name="connsiteX106" fmla="*/ 1378744 w 1378744"/>
                <a:gd name="connsiteY106" fmla="*/ 678656 h 1288255"/>
                <a:gd name="connsiteX107" fmla="*/ 1331119 w 1378744"/>
                <a:gd name="connsiteY107" fmla="*/ 552450 h 1288255"/>
                <a:gd name="connsiteX108" fmla="*/ 1278732 w 1378744"/>
                <a:gd name="connsiteY108" fmla="*/ 514350 h 1288255"/>
                <a:gd name="connsiteX109" fmla="*/ 1252538 w 1378744"/>
                <a:gd name="connsiteY109" fmla="*/ 431006 h 1288255"/>
                <a:gd name="connsiteX110" fmla="*/ 1181100 w 1378744"/>
                <a:gd name="connsiteY110" fmla="*/ 431006 h 1288255"/>
                <a:gd name="connsiteX111" fmla="*/ 1166813 w 1378744"/>
                <a:gd name="connsiteY111" fmla="*/ 395287 h 1288255"/>
                <a:gd name="connsiteX112" fmla="*/ 1107282 w 1378744"/>
                <a:gd name="connsiteY112" fmla="*/ 421481 h 1288255"/>
                <a:gd name="connsiteX113" fmla="*/ 1054894 w 1378744"/>
                <a:gd name="connsiteY113" fmla="*/ 414337 h 1288255"/>
                <a:gd name="connsiteX114" fmla="*/ 1028700 w 1378744"/>
                <a:gd name="connsiteY114" fmla="*/ 371475 h 1288255"/>
                <a:gd name="connsiteX115" fmla="*/ 1023938 w 1378744"/>
                <a:gd name="connsiteY115" fmla="*/ 288131 h 1288255"/>
                <a:gd name="connsiteX116" fmla="*/ 1012032 w 1378744"/>
                <a:gd name="connsiteY116" fmla="*/ 269081 h 1288255"/>
                <a:gd name="connsiteX117" fmla="*/ 1012032 w 1378744"/>
                <a:gd name="connsiteY117" fmla="*/ 211931 h 1288255"/>
                <a:gd name="connsiteX118" fmla="*/ 959644 w 1378744"/>
                <a:gd name="connsiteY118" fmla="*/ 190500 h 1288255"/>
                <a:gd name="connsiteX119" fmla="*/ 914400 w 1378744"/>
                <a:gd name="connsiteY119" fmla="*/ 111918 h 1288255"/>
                <a:gd name="connsiteX120" fmla="*/ 854869 w 1378744"/>
                <a:gd name="connsiteY120" fmla="*/ 76200 h 1288255"/>
                <a:gd name="connsiteX121" fmla="*/ 873919 w 1378744"/>
                <a:gd name="connsiteY121" fmla="*/ 16668 h 1288255"/>
                <a:gd name="connsiteX122" fmla="*/ 783432 w 1378744"/>
                <a:gd name="connsiteY122"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814388 w 1378744"/>
                <a:gd name="connsiteY60" fmla="*/ 1138237 h 1288255"/>
                <a:gd name="connsiteX61" fmla="*/ 828675 w 1378744"/>
                <a:gd name="connsiteY61" fmla="*/ 1109662 h 1288255"/>
                <a:gd name="connsiteX62" fmla="*/ 833438 w 1378744"/>
                <a:gd name="connsiteY62" fmla="*/ 1085850 h 1288255"/>
                <a:gd name="connsiteX63" fmla="*/ 797719 w 1378744"/>
                <a:gd name="connsiteY63" fmla="*/ 1059656 h 1288255"/>
                <a:gd name="connsiteX64" fmla="*/ 790575 w 1378744"/>
                <a:gd name="connsiteY64" fmla="*/ 1038225 h 1288255"/>
                <a:gd name="connsiteX65" fmla="*/ 790575 w 1378744"/>
                <a:gd name="connsiteY65" fmla="*/ 1021556 h 1288255"/>
                <a:gd name="connsiteX66" fmla="*/ 845344 w 1378744"/>
                <a:gd name="connsiteY66" fmla="*/ 952500 h 1288255"/>
                <a:gd name="connsiteX67" fmla="*/ 845344 w 1378744"/>
                <a:gd name="connsiteY67" fmla="*/ 952500 h 1288255"/>
                <a:gd name="connsiteX68" fmla="*/ 888207 w 1378744"/>
                <a:gd name="connsiteY68" fmla="*/ 966787 h 1288255"/>
                <a:gd name="connsiteX69" fmla="*/ 907257 w 1378744"/>
                <a:gd name="connsiteY69" fmla="*/ 981075 h 1288255"/>
                <a:gd name="connsiteX70" fmla="*/ 938213 w 1378744"/>
                <a:gd name="connsiteY70" fmla="*/ 990600 h 1288255"/>
                <a:gd name="connsiteX71" fmla="*/ 964407 w 1378744"/>
                <a:gd name="connsiteY71" fmla="*/ 985837 h 1288255"/>
                <a:gd name="connsiteX72" fmla="*/ 985838 w 1378744"/>
                <a:gd name="connsiteY72" fmla="*/ 985837 h 1288255"/>
                <a:gd name="connsiteX73" fmla="*/ 995363 w 1378744"/>
                <a:gd name="connsiteY73" fmla="*/ 995362 h 1288255"/>
                <a:gd name="connsiteX74" fmla="*/ 978694 w 1378744"/>
                <a:gd name="connsiteY74" fmla="*/ 1012031 h 1288255"/>
                <a:gd name="connsiteX75" fmla="*/ 969169 w 1378744"/>
                <a:gd name="connsiteY75" fmla="*/ 1031081 h 1288255"/>
                <a:gd name="connsiteX76" fmla="*/ 954882 w 1378744"/>
                <a:gd name="connsiteY76" fmla="*/ 1054893 h 1288255"/>
                <a:gd name="connsiteX77" fmla="*/ 950119 w 1378744"/>
                <a:gd name="connsiteY77" fmla="*/ 1083468 h 1288255"/>
                <a:gd name="connsiteX78" fmla="*/ 962025 w 1378744"/>
                <a:gd name="connsiteY78" fmla="*/ 1107281 h 1288255"/>
                <a:gd name="connsiteX79" fmla="*/ 983457 w 1378744"/>
                <a:gd name="connsiteY79" fmla="*/ 1131093 h 1288255"/>
                <a:gd name="connsiteX80" fmla="*/ 1002507 w 1378744"/>
                <a:gd name="connsiteY80" fmla="*/ 1133475 h 1288255"/>
                <a:gd name="connsiteX81" fmla="*/ 1028700 w 1378744"/>
                <a:gd name="connsiteY81" fmla="*/ 1126331 h 1288255"/>
                <a:gd name="connsiteX82" fmla="*/ 1031082 w 1378744"/>
                <a:gd name="connsiteY82" fmla="*/ 1097756 h 1288255"/>
                <a:gd name="connsiteX83" fmla="*/ 1057275 w 1378744"/>
                <a:gd name="connsiteY83" fmla="*/ 1085850 h 1288255"/>
                <a:gd name="connsiteX84" fmla="*/ 1076325 w 1378744"/>
                <a:gd name="connsiteY84" fmla="*/ 1097756 h 1288255"/>
                <a:gd name="connsiteX85" fmla="*/ 1100138 w 1378744"/>
                <a:gd name="connsiteY85" fmla="*/ 1107281 h 1288255"/>
                <a:gd name="connsiteX86" fmla="*/ 1123950 w 1378744"/>
                <a:gd name="connsiteY86" fmla="*/ 1121568 h 1288255"/>
                <a:gd name="connsiteX87" fmla="*/ 1143000 w 1378744"/>
                <a:gd name="connsiteY87" fmla="*/ 1123950 h 1288255"/>
                <a:gd name="connsiteX88" fmla="*/ 1157288 w 1378744"/>
                <a:gd name="connsiteY88" fmla="*/ 1112043 h 1288255"/>
                <a:gd name="connsiteX89" fmla="*/ 1159669 w 1378744"/>
                <a:gd name="connsiteY89" fmla="*/ 1085850 h 1288255"/>
                <a:gd name="connsiteX90" fmla="*/ 1166813 w 1378744"/>
                <a:gd name="connsiteY90" fmla="*/ 1052512 h 1288255"/>
                <a:gd name="connsiteX91" fmla="*/ 1197769 w 1378744"/>
                <a:gd name="connsiteY91" fmla="*/ 1016793 h 1288255"/>
                <a:gd name="connsiteX92" fmla="*/ 1195388 w 1378744"/>
                <a:gd name="connsiteY92" fmla="*/ 954881 h 1288255"/>
                <a:gd name="connsiteX93" fmla="*/ 1209675 w 1378744"/>
                <a:gd name="connsiteY93" fmla="*/ 945356 h 1288255"/>
                <a:gd name="connsiteX94" fmla="*/ 1235869 w 1378744"/>
                <a:gd name="connsiteY94" fmla="*/ 945356 h 1288255"/>
                <a:gd name="connsiteX95" fmla="*/ 1235869 w 1378744"/>
                <a:gd name="connsiteY95" fmla="*/ 931068 h 1288255"/>
                <a:gd name="connsiteX96" fmla="*/ 1212057 w 1378744"/>
                <a:gd name="connsiteY96" fmla="*/ 912018 h 1288255"/>
                <a:gd name="connsiteX97" fmla="*/ 1195388 w 1378744"/>
                <a:gd name="connsiteY97" fmla="*/ 881062 h 1288255"/>
                <a:gd name="connsiteX98" fmla="*/ 1157288 w 1378744"/>
                <a:gd name="connsiteY98" fmla="*/ 871537 h 1288255"/>
                <a:gd name="connsiteX99" fmla="*/ 1119188 w 1378744"/>
                <a:gd name="connsiteY99" fmla="*/ 859631 h 1288255"/>
                <a:gd name="connsiteX100" fmla="*/ 1119188 w 1378744"/>
                <a:gd name="connsiteY100" fmla="*/ 831056 h 1288255"/>
                <a:gd name="connsiteX101" fmla="*/ 1135857 w 1378744"/>
                <a:gd name="connsiteY101" fmla="*/ 807243 h 1288255"/>
                <a:gd name="connsiteX102" fmla="*/ 1197769 w 1378744"/>
                <a:gd name="connsiteY102" fmla="*/ 759618 h 1288255"/>
                <a:gd name="connsiteX103" fmla="*/ 1247775 w 1378744"/>
                <a:gd name="connsiteY103" fmla="*/ 762000 h 1288255"/>
                <a:gd name="connsiteX104" fmla="*/ 1278732 w 1378744"/>
                <a:gd name="connsiteY104" fmla="*/ 762000 h 1288255"/>
                <a:gd name="connsiteX105" fmla="*/ 1271588 w 1378744"/>
                <a:gd name="connsiteY105" fmla="*/ 735806 h 1288255"/>
                <a:gd name="connsiteX106" fmla="*/ 1378744 w 1378744"/>
                <a:gd name="connsiteY106" fmla="*/ 678656 h 1288255"/>
                <a:gd name="connsiteX107" fmla="*/ 1331119 w 1378744"/>
                <a:gd name="connsiteY107" fmla="*/ 552450 h 1288255"/>
                <a:gd name="connsiteX108" fmla="*/ 1278732 w 1378744"/>
                <a:gd name="connsiteY108" fmla="*/ 514350 h 1288255"/>
                <a:gd name="connsiteX109" fmla="*/ 1252538 w 1378744"/>
                <a:gd name="connsiteY109" fmla="*/ 431006 h 1288255"/>
                <a:gd name="connsiteX110" fmla="*/ 1181100 w 1378744"/>
                <a:gd name="connsiteY110" fmla="*/ 431006 h 1288255"/>
                <a:gd name="connsiteX111" fmla="*/ 1166813 w 1378744"/>
                <a:gd name="connsiteY111" fmla="*/ 395287 h 1288255"/>
                <a:gd name="connsiteX112" fmla="*/ 1107282 w 1378744"/>
                <a:gd name="connsiteY112" fmla="*/ 421481 h 1288255"/>
                <a:gd name="connsiteX113" fmla="*/ 1054894 w 1378744"/>
                <a:gd name="connsiteY113" fmla="*/ 414337 h 1288255"/>
                <a:gd name="connsiteX114" fmla="*/ 1028700 w 1378744"/>
                <a:gd name="connsiteY114" fmla="*/ 371475 h 1288255"/>
                <a:gd name="connsiteX115" fmla="*/ 1023938 w 1378744"/>
                <a:gd name="connsiteY115" fmla="*/ 288131 h 1288255"/>
                <a:gd name="connsiteX116" fmla="*/ 1012032 w 1378744"/>
                <a:gd name="connsiteY116" fmla="*/ 269081 h 1288255"/>
                <a:gd name="connsiteX117" fmla="*/ 1012032 w 1378744"/>
                <a:gd name="connsiteY117" fmla="*/ 211931 h 1288255"/>
                <a:gd name="connsiteX118" fmla="*/ 959644 w 1378744"/>
                <a:gd name="connsiteY118" fmla="*/ 190500 h 1288255"/>
                <a:gd name="connsiteX119" fmla="*/ 914400 w 1378744"/>
                <a:gd name="connsiteY119" fmla="*/ 111918 h 1288255"/>
                <a:gd name="connsiteX120" fmla="*/ 854869 w 1378744"/>
                <a:gd name="connsiteY120" fmla="*/ 76200 h 1288255"/>
                <a:gd name="connsiteX121" fmla="*/ 873919 w 1378744"/>
                <a:gd name="connsiteY121" fmla="*/ 16668 h 1288255"/>
                <a:gd name="connsiteX122" fmla="*/ 783432 w 1378744"/>
                <a:gd name="connsiteY122"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814388 w 1378744"/>
                <a:gd name="connsiteY60" fmla="*/ 1138237 h 1288255"/>
                <a:gd name="connsiteX61" fmla="*/ 788194 w 1378744"/>
                <a:gd name="connsiteY61" fmla="*/ 1193005 h 1288255"/>
                <a:gd name="connsiteX62" fmla="*/ 828675 w 1378744"/>
                <a:gd name="connsiteY62" fmla="*/ 1109662 h 1288255"/>
                <a:gd name="connsiteX63" fmla="*/ 833438 w 1378744"/>
                <a:gd name="connsiteY63" fmla="*/ 1085850 h 1288255"/>
                <a:gd name="connsiteX64" fmla="*/ 797719 w 1378744"/>
                <a:gd name="connsiteY64" fmla="*/ 1059656 h 1288255"/>
                <a:gd name="connsiteX65" fmla="*/ 790575 w 1378744"/>
                <a:gd name="connsiteY65" fmla="*/ 1038225 h 1288255"/>
                <a:gd name="connsiteX66" fmla="*/ 790575 w 1378744"/>
                <a:gd name="connsiteY66" fmla="*/ 1021556 h 1288255"/>
                <a:gd name="connsiteX67" fmla="*/ 845344 w 1378744"/>
                <a:gd name="connsiteY67" fmla="*/ 952500 h 1288255"/>
                <a:gd name="connsiteX68" fmla="*/ 845344 w 1378744"/>
                <a:gd name="connsiteY68" fmla="*/ 952500 h 1288255"/>
                <a:gd name="connsiteX69" fmla="*/ 888207 w 1378744"/>
                <a:gd name="connsiteY69" fmla="*/ 966787 h 1288255"/>
                <a:gd name="connsiteX70" fmla="*/ 907257 w 1378744"/>
                <a:gd name="connsiteY70" fmla="*/ 981075 h 1288255"/>
                <a:gd name="connsiteX71" fmla="*/ 938213 w 1378744"/>
                <a:gd name="connsiteY71" fmla="*/ 990600 h 1288255"/>
                <a:gd name="connsiteX72" fmla="*/ 964407 w 1378744"/>
                <a:gd name="connsiteY72" fmla="*/ 985837 h 1288255"/>
                <a:gd name="connsiteX73" fmla="*/ 985838 w 1378744"/>
                <a:gd name="connsiteY73" fmla="*/ 985837 h 1288255"/>
                <a:gd name="connsiteX74" fmla="*/ 995363 w 1378744"/>
                <a:gd name="connsiteY74" fmla="*/ 995362 h 1288255"/>
                <a:gd name="connsiteX75" fmla="*/ 978694 w 1378744"/>
                <a:gd name="connsiteY75" fmla="*/ 1012031 h 1288255"/>
                <a:gd name="connsiteX76" fmla="*/ 969169 w 1378744"/>
                <a:gd name="connsiteY76" fmla="*/ 1031081 h 1288255"/>
                <a:gd name="connsiteX77" fmla="*/ 954882 w 1378744"/>
                <a:gd name="connsiteY77" fmla="*/ 1054893 h 1288255"/>
                <a:gd name="connsiteX78" fmla="*/ 950119 w 1378744"/>
                <a:gd name="connsiteY78" fmla="*/ 1083468 h 1288255"/>
                <a:gd name="connsiteX79" fmla="*/ 962025 w 1378744"/>
                <a:gd name="connsiteY79" fmla="*/ 1107281 h 1288255"/>
                <a:gd name="connsiteX80" fmla="*/ 983457 w 1378744"/>
                <a:gd name="connsiteY80" fmla="*/ 1131093 h 1288255"/>
                <a:gd name="connsiteX81" fmla="*/ 1002507 w 1378744"/>
                <a:gd name="connsiteY81" fmla="*/ 1133475 h 1288255"/>
                <a:gd name="connsiteX82" fmla="*/ 1028700 w 1378744"/>
                <a:gd name="connsiteY82" fmla="*/ 1126331 h 1288255"/>
                <a:gd name="connsiteX83" fmla="*/ 1031082 w 1378744"/>
                <a:gd name="connsiteY83" fmla="*/ 1097756 h 1288255"/>
                <a:gd name="connsiteX84" fmla="*/ 1057275 w 1378744"/>
                <a:gd name="connsiteY84" fmla="*/ 1085850 h 1288255"/>
                <a:gd name="connsiteX85" fmla="*/ 1076325 w 1378744"/>
                <a:gd name="connsiteY85" fmla="*/ 1097756 h 1288255"/>
                <a:gd name="connsiteX86" fmla="*/ 1100138 w 1378744"/>
                <a:gd name="connsiteY86" fmla="*/ 1107281 h 1288255"/>
                <a:gd name="connsiteX87" fmla="*/ 1123950 w 1378744"/>
                <a:gd name="connsiteY87" fmla="*/ 1121568 h 1288255"/>
                <a:gd name="connsiteX88" fmla="*/ 1143000 w 1378744"/>
                <a:gd name="connsiteY88" fmla="*/ 1123950 h 1288255"/>
                <a:gd name="connsiteX89" fmla="*/ 1157288 w 1378744"/>
                <a:gd name="connsiteY89" fmla="*/ 1112043 h 1288255"/>
                <a:gd name="connsiteX90" fmla="*/ 1159669 w 1378744"/>
                <a:gd name="connsiteY90" fmla="*/ 1085850 h 1288255"/>
                <a:gd name="connsiteX91" fmla="*/ 1166813 w 1378744"/>
                <a:gd name="connsiteY91" fmla="*/ 1052512 h 1288255"/>
                <a:gd name="connsiteX92" fmla="*/ 1197769 w 1378744"/>
                <a:gd name="connsiteY92" fmla="*/ 1016793 h 1288255"/>
                <a:gd name="connsiteX93" fmla="*/ 1195388 w 1378744"/>
                <a:gd name="connsiteY93" fmla="*/ 954881 h 1288255"/>
                <a:gd name="connsiteX94" fmla="*/ 1209675 w 1378744"/>
                <a:gd name="connsiteY94" fmla="*/ 945356 h 1288255"/>
                <a:gd name="connsiteX95" fmla="*/ 1235869 w 1378744"/>
                <a:gd name="connsiteY95" fmla="*/ 945356 h 1288255"/>
                <a:gd name="connsiteX96" fmla="*/ 1235869 w 1378744"/>
                <a:gd name="connsiteY96" fmla="*/ 931068 h 1288255"/>
                <a:gd name="connsiteX97" fmla="*/ 1212057 w 1378744"/>
                <a:gd name="connsiteY97" fmla="*/ 912018 h 1288255"/>
                <a:gd name="connsiteX98" fmla="*/ 1195388 w 1378744"/>
                <a:gd name="connsiteY98" fmla="*/ 881062 h 1288255"/>
                <a:gd name="connsiteX99" fmla="*/ 1157288 w 1378744"/>
                <a:gd name="connsiteY99" fmla="*/ 871537 h 1288255"/>
                <a:gd name="connsiteX100" fmla="*/ 1119188 w 1378744"/>
                <a:gd name="connsiteY100" fmla="*/ 859631 h 1288255"/>
                <a:gd name="connsiteX101" fmla="*/ 1119188 w 1378744"/>
                <a:gd name="connsiteY101" fmla="*/ 831056 h 1288255"/>
                <a:gd name="connsiteX102" fmla="*/ 1135857 w 1378744"/>
                <a:gd name="connsiteY102" fmla="*/ 807243 h 1288255"/>
                <a:gd name="connsiteX103" fmla="*/ 1197769 w 1378744"/>
                <a:gd name="connsiteY103" fmla="*/ 759618 h 1288255"/>
                <a:gd name="connsiteX104" fmla="*/ 1247775 w 1378744"/>
                <a:gd name="connsiteY104" fmla="*/ 762000 h 1288255"/>
                <a:gd name="connsiteX105" fmla="*/ 1278732 w 1378744"/>
                <a:gd name="connsiteY105" fmla="*/ 762000 h 1288255"/>
                <a:gd name="connsiteX106" fmla="*/ 1271588 w 1378744"/>
                <a:gd name="connsiteY106" fmla="*/ 735806 h 1288255"/>
                <a:gd name="connsiteX107" fmla="*/ 1378744 w 1378744"/>
                <a:gd name="connsiteY107" fmla="*/ 678656 h 1288255"/>
                <a:gd name="connsiteX108" fmla="*/ 1331119 w 1378744"/>
                <a:gd name="connsiteY108" fmla="*/ 552450 h 1288255"/>
                <a:gd name="connsiteX109" fmla="*/ 1278732 w 1378744"/>
                <a:gd name="connsiteY109" fmla="*/ 514350 h 1288255"/>
                <a:gd name="connsiteX110" fmla="*/ 1252538 w 1378744"/>
                <a:gd name="connsiteY110" fmla="*/ 431006 h 1288255"/>
                <a:gd name="connsiteX111" fmla="*/ 1181100 w 1378744"/>
                <a:gd name="connsiteY111" fmla="*/ 431006 h 1288255"/>
                <a:gd name="connsiteX112" fmla="*/ 1166813 w 1378744"/>
                <a:gd name="connsiteY112" fmla="*/ 395287 h 1288255"/>
                <a:gd name="connsiteX113" fmla="*/ 1107282 w 1378744"/>
                <a:gd name="connsiteY113" fmla="*/ 421481 h 1288255"/>
                <a:gd name="connsiteX114" fmla="*/ 1054894 w 1378744"/>
                <a:gd name="connsiteY114" fmla="*/ 414337 h 1288255"/>
                <a:gd name="connsiteX115" fmla="*/ 1028700 w 1378744"/>
                <a:gd name="connsiteY115" fmla="*/ 371475 h 1288255"/>
                <a:gd name="connsiteX116" fmla="*/ 1023938 w 1378744"/>
                <a:gd name="connsiteY116" fmla="*/ 288131 h 1288255"/>
                <a:gd name="connsiteX117" fmla="*/ 1012032 w 1378744"/>
                <a:gd name="connsiteY117" fmla="*/ 269081 h 1288255"/>
                <a:gd name="connsiteX118" fmla="*/ 1012032 w 1378744"/>
                <a:gd name="connsiteY118" fmla="*/ 211931 h 1288255"/>
                <a:gd name="connsiteX119" fmla="*/ 959644 w 1378744"/>
                <a:gd name="connsiteY119" fmla="*/ 190500 h 1288255"/>
                <a:gd name="connsiteX120" fmla="*/ 914400 w 1378744"/>
                <a:gd name="connsiteY120" fmla="*/ 111918 h 1288255"/>
                <a:gd name="connsiteX121" fmla="*/ 854869 w 1378744"/>
                <a:gd name="connsiteY121" fmla="*/ 76200 h 1288255"/>
                <a:gd name="connsiteX122" fmla="*/ 873919 w 1378744"/>
                <a:gd name="connsiteY122" fmla="*/ 16668 h 1288255"/>
                <a:gd name="connsiteX123" fmla="*/ 783432 w 1378744"/>
                <a:gd name="connsiteY123"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814388 w 1378744"/>
                <a:gd name="connsiteY60" fmla="*/ 1138237 h 1288255"/>
                <a:gd name="connsiteX61" fmla="*/ 795337 w 1378744"/>
                <a:gd name="connsiteY61" fmla="*/ 1212055 h 1288255"/>
                <a:gd name="connsiteX62" fmla="*/ 828675 w 1378744"/>
                <a:gd name="connsiteY62" fmla="*/ 1109662 h 1288255"/>
                <a:gd name="connsiteX63" fmla="*/ 833438 w 1378744"/>
                <a:gd name="connsiteY63" fmla="*/ 1085850 h 1288255"/>
                <a:gd name="connsiteX64" fmla="*/ 797719 w 1378744"/>
                <a:gd name="connsiteY64" fmla="*/ 1059656 h 1288255"/>
                <a:gd name="connsiteX65" fmla="*/ 790575 w 1378744"/>
                <a:gd name="connsiteY65" fmla="*/ 1038225 h 1288255"/>
                <a:gd name="connsiteX66" fmla="*/ 790575 w 1378744"/>
                <a:gd name="connsiteY66" fmla="*/ 1021556 h 1288255"/>
                <a:gd name="connsiteX67" fmla="*/ 845344 w 1378744"/>
                <a:gd name="connsiteY67" fmla="*/ 952500 h 1288255"/>
                <a:gd name="connsiteX68" fmla="*/ 845344 w 1378744"/>
                <a:gd name="connsiteY68" fmla="*/ 952500 h 1288255"/>
                <a:gd name="connsiteX69" fmla="*/ 888207 w 1378744"/>
                <a:gd name="connsiteY69" fmla="*/ 966787 h 1288255"/>
                <a:gd name="connsiteX70" fmla="*/ 907257 w 1378744"/>
                <a:gd name="connsiteY70" fmla="*/ 981075 h 1288255"/>
                <a:gd name="connsiteX71" fmla="*/ 938213 w 1378744"/>
                <a:gd name="connsiteY71" fmla="*/ 990600 h 1288255"/>
                <a:gd name="connsiteX72" fmla="*/ 964407 w 1378744"/>
                <a:gd name="connsiteY72" fmla="*/ 985837 h 1288255"/>
                <a:gd name="connsiteX73" fmla="*/ 985838 w 1378744"/>
                <a:gd name="connsiteY73" fmla="*/ 985837 h 1288255"/>
                <a:gd name="connsiteX74" fmla="*/ 995363 w 1378744"/>
                <a:gd name="connsiteY74" fmla="*/ 995362 h 1288255"/>
                <a:gd name="connsiteX75" fmla="*/ 978694 w 1378744"/>
                <a:gd name="connsiteY75" fmla="*/ 1012031 h 1288255"/>
                <a:gd name="connsiteX76" fmla="*/ 969169 w 1378744"/>
                <a:gd name="connsiteY76" fmla="*/ 1031081 h 1288255"/>
                <a:gd name="connsiteX77" fmla="*/ 954882 w 1378744"/>
                <a:gd name="connsiteY77" fmla="*/ 1054893 h 1288255"/>
                <a:gd name="connsiteX78" fmla="*/ 950119 w 1378744"/>
                <a:gd name="connsiteY78" fmla="*/ 1083468 h 1288255"/>
                <a:gd name="connsiteX79" fmla="*/ 962025 w 1378744"/>
                <a:gd name="connsiteY79" fmla="*/ 1107281 h 1288255"/>
                <a:gd name="connsiteX80" fmla="*/ 983457 w 1378744"/>
                <a:gd name="connsiteY80" fmla="*/ 1131093 h 1288255"/>
                <a:gd name="connsiteX81" fmla="*/ 1002507 w 1378744"/>
                <a:gd name="connsiteY81" fmla="*/ 1133475 h 1288255"/>
                <a:gd name="connsiteX82" fmla="*/ 1028700 w 1378744"/>
                <a:gd name="connsiteY82" fmla="*/ 1126331 h 1288255"/>
                <a:gd name="connsiteX83" fmla="*/ 1031082 w 1378744"/>
                <a:gd name="connsiteY83" fmla="*/ 1097756 h 1288255"/>
                <a:gd name="connsiteX84" fmla="*/ 1057275 w 1378744"/>
                <a:gd name="connsiteY84" fmla="*/ 1085850 h 1288255"/>
                <a:gd name="connsiteX85" fmla="*/ 1076325 w 1378744"/>
                <a:gd name="connsiteY85" fmla="*/ 1097756 h 1288255"/>
                <a:gd name="connsiteX86" fmla="*/ 1100138 w 1378744"/>
                <a:gd name="connsiteY86" fmla="*/ 1107281 h 1288255"/>
                <a:gd name="connsiteX87" fmla="*/ 1123950 w 1378744"/>
                <a:gd name="connsiteY87" fmla="*/ 1121568 h 1288255"/>
                <a:gd name="connsiteX88" fmla="*/ 1143000 w 1378744"/>
                <a:gd name="connsiteY88" fmla="*/ 1123950 h 1288255"/>
                <a:gd name="connsiteX89" fmla="*/ 1157288 w 1378744"/>
                <a:gd name="connsiteY89" fmla="*/ 1112043 h 1288255"/>
                <a:gd name="connsiteX90" fmla="*/ 1159669 w 1378744"/>
                <a:gd name="connsiteY90" fmla="*/ 1085850 h 1288255"/>
                <a:gd name="connsiteX91" fmla="*/ 1166813 w 1378744"/>
                <a:gd name="connsiteY91" fmla="*/ 1052512 h 1288255"/>
                <a:gd name="connsiteX92" fmla="*/ 1197769 w 1378744"/>
                <a:gd name="connsiteY92" fmla="*/ 1016793 h 1288255"/>
                <a:gd name="connsiteX93" fmla="*/ 1195388 w 1378744"/>
                <a:gd name="connsiteY93" fmla="*/ 954881 h 1288255"/>
                <a:gd name="connsiteX94" fmla="*/ 1209675 w 1378744"/>
                <a:gd name="connsiteY94" fmla="*/ 945356 h 1288255"/>
                <a:gd name="connsiteX95" fmla="*/ 1235869 w 1378744"/>
                <a:gd name="connsiteY95" fmla="*/ 945356 h 1288255"/>
                <a:gd name="connsiteX96" fmla="*/ 1235869 w 1378744"/>
                <a:gd name="connsiteY96" fmla="*/ 931068 h 1288255"/>
                <a:gd name="connsiteX97" fmla="*/ 1212057 w 1378744"/>
                <a:gd name="connsiteY97" fmla="*/ 912018 h 1288255"/>
                <a:gd name="connsiteX98" fmla="*/ 1195388 w 1378744"/>
                <a:gd name="connsiteY98" fmla="*/ 881062 h 1288255"/>
                <a:gd name="connsiteX99" fmla="*/ 1157288 w 1378744"/>
                <a:gd name="connsiteY99" fmla="*/ 871537 h 1288255"/>
                <a:gd name="connsiteX100" fmla="*/ 1119188 w 1378744"/>
                <a:gd name="connsiteY100" fmla="*/ 859631 h 1288255"/>
                <a:gd name="connsiteX101" fmla="*/ 1119188 w 1378744"/>
                <a:gd name="connsiteY101" fmla="*/ 831056 h 1288255"/>
                <a:gd name="connsiteX102" fmla="*/ 1135857 w 1378744"/>
                <a:gd name="connsiteY102" fmla="*/ 807243 h 1288255"/>
                <a:gd name="connsiteX103" fmla="*/ 1197769 w 1378744"/>
                <a:gd name="connsiteY103" fmla="*/ 759618 h 1288255"/>
                <a:gd name="connsiteX104" fmla="*/ 1247775 w 1378744"/>
                <a:gd name="connsiteY104" fmla="*/ 762000 h 1288255"/>
                <a:gd name="connsiteX105" fmla="*/ 1278732 w 1378744"/>
                <a:gd name="connsiteY105" fmla="*/ 762000 h 1288255"/>
                <a:gd name="connsiteX106" fmla="*/ 1271588 w 1378744"/>
                <a:gd name="connsiteY106" fmla="*/ 735806 h 1288255"/>
                <a:gd name="connsiteX107" fmla="*/ 1378744 w 1378744"/>
                <a:gd name="connsiteY107" fmla="*/ 678656 h 1288255"/>
                <a:gd name="connsiteX108" fmla="*/ 1331119 w 1378744"/>
                <a:gd name="connsiteY108" fmla="*/ 552450 h 1288255"/>
                <a:gd name="connsiteX109" fmla="*/ 1278732 w 1378744"/>
                <a:gd name="connsiteY109" fmla="*/ 514350 h 1288255"/>
                <a:gd name="connsiteX110" fmla="*/ 1252538 w 1378744"/>
                <a:gd name="connsiteY110" fmla="*/ 431006 h 1288255"/>
                <a:gd name="connsiteX111" fmla="*/ 1181100 w 1378744"/>
                <a:gd name="connsiteY111" fmla="*/ 431006 h 1288255"/>
                <a:gd name="connsiteX112" fmla="*/ 1166813 w 1378744"/>
                <a:gd name="connsiteY112" fmla="*/ 395287 h 1288255"/>
                <a:gd name="connsiteX113" fmla="*/ 1107282 w 1378744"/>
                <a:gd name="connsiteY113" fmla="*/ 421481 h 1288255"/>
                <a:gd name="connsiteX114" fmla="*/ 1054894 w 1378744"/>
                <a:gd name="connsiteY114" fmla="*/ 414337 h 1288255"/>
                <a:gd name="connsiteX115" fmla="*/ 1028700 w 1378744"/>
                <a:gd name="connsiteY115" fmla="*/ 371475 h 1288255"/>
                <a:gd name="connsiteX116" fmla="*/ 1023938 w 1378744"/>
                <a:gd name="connsiteY116" fmla="*/ 288131 h 1288255"/>
                <a:gd name="connsiteX117" fmla="*/ 1012032 w 1378744"/>
                <a:gd name="connsiteY117" fmla="*/ 269081 h 1288255"/>
                <a:gd name="connsiteX118" fmla="*/ 1012032 w 1378744"/>
                <a:gd name="connsiteY118" fmla="*/ 211931 h 1288255"/>
                <a:gd name="connsiteX119" fmla="*/ 959644 w 1378744"/>
                <a:gd name="connsiteY119" fmla="*/ 190500 h 1288255"/>
                <a:gd name="connsiteX120" fmla="*/ 914400 w 1378744"/>
                <a:gd name="connsiteY120" fmla="*/ 111918 h 1288255"/>
                <a:gd name="connsiteX121" fmla="*/ 854869 w 1378744"/>
                <a:gd name="connsiteY121" fmla="*/ 76200 h 1288255"/>
                <a:gd name="connsiteX122" fmla="*/ 873919 w 1378744"/>
                <a:gd name="connsiteY122" fmla="*/ 16668 h 1288255"/>
                <a:gd name="connsiteX123" fmla="*/ 783432 w 1378744"/>
                <a:gd name="connsiteY123"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814388 w 1378744"/>
                <a:gd name="connsiteY60" fmla="*/ 1138237 h 1288255"/>
                <a:gd name="connsiteX61" fmla="*/ 795337 w 1378744"/>
                <a:gd name="connsiteY61" fmla="*/ 1212055 h 1288255"/>
                <a:gd name="connsiteX62" fmla="*/ 828675 w 1378744"/>
                <a:gd name="connsiteY62" fmla="*/ 1109662 h 1288255"/>
                <a:gd name="connsiteX63" fmla="*/ 812007 w 1378744"/>
                <a:gd name="connsiteY63" fmla="*/ 1171574 h 1288255"/>
                <a:gd name="connsiteX64" fmla="*/ 833438 w 1378744"/>
                <a:gd name="connsiteY64" fmla="*/ 1085850 h 1288255"/>
                <a:gd name="connsiteX65" fmla="*/ 797719 w 1378744"/>
                <a:gd name="connsiteY65" fmla="*/ 1059656 h 1288255"/>
                <a:gd name="connsiteX66" fmla="*/ 790575 w 1378744"/>
                <a:gd name="connsiteY66" fmla="*/ 1038225 h 1288255"/>
                <a:gd name="connsiteX67" fmla="*/ 790575 w 1378744"/>
                <a:gd name="connsiteY67" fmla="*/ 1021556 h 1288255"/>
                <a:gd name="connsiteX68" fmla="*/ 845344 w 1378744"/>
                <a:gd name="connsiteY68" fmla="*/ 952500 h 1288255"/>
                <a:gd name="connsiteX69" fmla="*/ 845344 w 1378744"/>
                <a:gd name="connsiteY69" fmla="*/ 952500 h 1288255"/>
                <a:gd name="connsiteX70" fmla="*/ 888207 w 1378744"/>
                <a:gd name="connsiteY70" fmla="*/ 966787 h 1288255"/>
                <a:gd name="connsiteX71" fmla="*/ 907257 w 1378744"/>
                <a:gd name="connsiteY71" fmla="*/ 981075 h 1288255"/>
                <a:gd name="connsiteX72" fmla="*/ 938213 w 1378744"/>
                <a:gd name="connsiteY72" fmla="*/ 990600 h 1288255"/>
                <a:gd name="connsiteX73" fmla="*/ 964407 w 1378744"/>
                <a:gd name="connsiteY73" fmla="*/ 985837 h 1288255"/>
                <a:gd name="connsiteX74" fmla="*/ 985838 w 1378744"/>
                <a:gd name="connsiteY74" fmla="*/ 985837 h 1288255"/>
                <a:gd name="connsiteX75" fmla="*/ 995363 w 1378744"/>
                <a:gd name="connsiteY75" fmla="*/ 995362 h 1288255"/>
                <a:gd name="connsiteX76" fmla="*/ 978694 w 1378744"/>
                <a:gd name="connsiteY76" fmla="*/ 1012031 h 1288255"/>
                <a:gd name="connsiteX77" fmla="*/ 969169 w 1378744"/>
                <a:gd name="connsiteY77" fmla="*/ 1031081 h 1288255"/>
                <a:gd name="connsiteX78" fmla="*/ 954882 w 1378744"/>
                <a:gd name="connsiteY78" fmla="*/ 1054893 h 1288255"/>
                <a:gd name="connsiteX79" fmla="*/ 950119 w 1378744"/>
                <a:gd name="connsiteY79" fmla="*/ 1083468 h 1288255"/>
                <a:gd name="connsiteX80" fmla="*/ 962025 w 1378744"/>
                <a:gd name="connsiteY80" fmla="*/ 1107281 h 1288255"/>
                <a:gd name="connsiteX81" fmla="*/ 983457 w 1378744"/>
                <a:gd name="connsiteY81" fmla="*/ 1131093 h 1288255"/>
                <a:gd name="connsiteX82" fmla="*/ 1002507 w 1378744"/>
                <a:gd name="connsiteY82" fmla="*/ 1133475 h 1288255"/>
                <a:gd name="connsiteX83" fmla="*/ 1028700 w 1378744"/>
                <a:gd name="connsiteY83" fmla="*/ 1126331 h 1288255"/>
                <a:gd name="connsiteX84" fmla="*/ 1031082 w 1378744"/>
                <a:gd name="connsiteY84" fmla="*/ 1097756 h 1288255"/>
                <a:gd name="connsiteX85" fmla="*/ 1057275 w 1378744"/>
                <a:gd name="connsiteY85" fmla="*/ 1085850 h 1288255"/>
                <a:gd name="connsiteX86" fmla="*/ 1076325 w 1378744"/>
                <a:gd name="connsiteY86" fmla="*/ 1097756 h 1288255"/>
                <a:gd name="connsiteX87" fmla="*/ 1100138 w 1378744"/>
                <a:gd name="connsiteY87" fmla="*/ 1107281 h 1288255"/>
                <a:gd name="connsiteX88" fmla="*/ 1123950 w 1378744"/>
                <a:gd name="connsiteY88" fmla="*/ 1121568 h 1288255"/>
                <a:gd name="connsiteX89" fmla="*/ 1143000 w 1378744"/>
                <a:gd name="connsiteY89" fmla="*/ 1123950 h 1288255"/>
                <a:gd name="connsiteX90" fmla="*/ 1157288 w 1378744"/>
                <a:gd name="connsiteY90" fmla="*/ 1112043 h 1288255"/>
                <a:gd name="connsiteX91" fmla="*/ 1159669 w 1378744"/>
                <a:gd name="connsiteY91" fmla="*/ 1085850 h 1288255"/>
                <a:gd name="connsiteX92" fmla="*/ 1166813 w 1378744"/>
                <a:gd name="connsiteY92" fmla="*/ 1052512 h 1288255"/>
                <a:gd name="connsiteX93" fmla="*/ 1197769 w 1378744"/>
                <a:gd name="connsiteY93" fmla="*/ 1016793 h 1288255"/>
                <a:gd name="connsiteX94" fmla="*/ 1195388 w 1378744"/>
                <a:gd name="connsiteY94" fmla="*/ 954881 h 1288255"/>
                <a:gd name="connsiteX95" fmla="*/ 1209675 w 1378744"/>
                <a:gd name="connsiteY95" fmla="*/ 945356 h 1288255"/>
                <a:gd name="connsiteX96" fmla="*/ 1235869 w 1378744"/>
                <a:gd name="connsiteY96" fmla="*/ 945356 h 1288255"/>
                <a:gd name="connsiteX97" fmla="*/ 1235869 w 1378744"/>
                <a:gd name="connsiteY97" fmla="*/ 931068 h 1288255"/>
                <a:gd name="connsiteX98" fmla="*/ 1212057 w 1378744"/>
                <a:gd name="connsiteY98" fmla="*/ 912018 h 1288255"/>
                <a:gd name="connsiteX99" fmla="*/ 1195388 w 1378744"/>
                <a:gd name="connsiteY99" fmla="*/ 881062 h 1288255"/>
                <a:gd name="connsiteX100" fmla="*/ 1157288 w 1378744"/>
                <a:gd name="connsiteY100" fmla="*/ 871537 h 1288255"/>
                <a:gd name="connsiteX101" fmla="*/ 1119188 w 1378744"/>
                <a:gd name="connsiteY101" fmla="*/ 859631 h 1288255"/>
                <a:gd name="connsiteX102" fmla="*/ 1119188 w 1378744"/>
                <a:gd name="connsiteY102" fmla="*/ 831056 h 1288255"/>
                <a:gd name="connsiteX103" fmla="*/ 1135857 w 1378744"/>
                <a:gd name="connsiteY103" fmla="*/ 807243 h 1288255"/>
                <a:gd name="connsiteX104" fmla="*/ 1197769 w 1378744"/>
                <a:gd name="connsiteY104" fmla="*/ 759618 h 1288255"/>
                <a:gd name="connsiteX105" fmla="*/ 1247775 w 1378744"/>
                <a:gd name="connsiteY105" fmla="*/ 762000 h 1288255"/>
                <a:gd name="connsiteX106" fmla="*/ 1278732 w 1378744"/>
                <a:gd name="connsiteY106" fmla="*/ 762000 h 1288255"/>
                <a:gd name="connsiteX107" fmla="*/ 1271588 w 1378744"/>
                <a:gd name="connsiteY107" fmla="*/ 735806 h 1288255"/>
                <a:gd name="connsiteX108" fmla="*/ 1378744 w 1378744"/>
                <a:gd name="connsiteY108" fmla="*/ 678656 h 1288255"/>
                <a:gd name="connsiteX109" fmla="*/ 1331119 w 1378744"/>
                <a:gd name="connsiteY109" fmla="*/ 552450 h 1288255"/>
                <a:gd name="connsiteX110" fmla="*/ 1278732 w 1378744"/>
                <a:gd name="connsiteY110" fmla="*/ 514350 h 1288255"/>
                <a:gd name="connsiteX111" fmla="*/ 1252538 w 1378744"/>
                <a:gd name="connsiteY111" fmla="*/ 431006 h 1288255"/>
                <a:gd name="connsiteX112" fmla="*/ 1181100 w 1378744"/>
                <a:gd name="connsiteY112" fmla="*/ 431006 h 1288255"/>
                <a:gd name="connsiteX113" fmla="*/ 1166813 w 1378744"/>
                <a:gd name="connsiteY113" fmla="*/ 395287 h 1288255"/>
                <a:gd name="connsiteX114" fmla="*/ 1107282 w 1378744"/>
                <a:gd name="connsiteY114" fmla="*/ 421481 h 1288255"/>
                <a:gd name="connsiteX115" fmla="*/ 1054894 w 1378744"/>
                <a:gd name="connsiteY115" fmla="*/ 414337 h 1288255"/>
                <a:gd name="connsiteX116" fmla="*/ 1028700 w 1378744"/>
                <a:gd name="connsiteY116" fmla="*/ 371475 h 1288255"/>
                <a:gd name="connsiteX117" fmla="*/ 1023938 w 1378744"/>
                <a:gd name="connsiteY117" fmla="*/ 288131 h 1288255"/>
                <a:gd name="connsiteX118" fmla="*/ 1012032 w 1378744"/>
                <a:gd name="connsiteY118" fmla="*/ 269081 h 1288255"/>
                <a:gd name="connsiteX119" fmla="*/ 1012032 w 1378744"/>
                <a:gd name="connsiteY119" fmla="*/ 211931 h 1288255"/>
                <a:gd name="connsiteX120" fmla="*/ 959644 w 1378744"/>
                <a:gd name="connsiteY120" fmla="*/ 190500 h 1288255"/>
                <a:gd name="connsiteX121" fmla="*/ 914400 w 1378744"/>
                <a:gd name="connsiteY121" fmla="*/ 111918 h 1288255"/>
                <a:gd name="connsiteX122" fmla="*/ 854869 w 1378744"/>
                <a:gd name="connsiteY122" fmla="*/ 76200 h 1288255"/>
                <a:gd name="connsiteX123" fmla="*/ 873919 w 1378744"/>
                <a:gd name="connsiteY123" fmla="*/ 16668 h 1288255"/>
                <a:gd name="connsiteX124" fmla="*/ 783432 w 1378744"/>
                <a:gd name="connsiteY124"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814388 w 1378744"/>
                <a:gd name="connsiteY60" fmla="*/ 1138237 h 1288255"/>
                <a:gd name="connsiteX61" fmla="*/ 795337 w 1378744"/>
                <a:gd name="connsiteY61" fmla="*/ 1212055 h 1288255"/>
                <a:gd name="connsiteX62" fmla="*/ 828675 w 1378744"/>
                <a:gd name="connsiteY62" fmla="*/ 1109662 h 1288255"/>
                <a:gd name="connsiteX63" fmla="*/ 809625 w 1378744"/>
                <a:gd name="connsiteY63" fmla="*/ 1197768 h 1288255"/>
                <a:gd name="connsiteX64" fmla="*/ 833438 w 1378744"/>
                <a:gd name="connsiteY64" fmla="*/ 1085850 h 1288255"/>
                <a:gd name="connsiteX65" fmla="*/ 797719 w 1378744"/>
                <a:gd name="connsiteY65" fmla="*/ 1059656 h 1288255"/>
                <a:gd name="connsiteX66" fmla="*/ 790575 w 1378744"/>
                <a:gd name="connsiteY66" fmla="*/ 1038225 h 1288255"/>
                <a:gd name="connsiteX67" fmla="*/ 790575 w 1378744"/>
                <a:gd name="connsiteY67" fmla="*/ 1021556 h 1288255"/>
                <a:gd name="connsiteX68" fmla="*/ 845344 w 1378744"/>
                <a:gd name="connsiteY68" fmla="*/ 952500 h 1288255"/>
                <a:gd name="connsiteX69" fmla="*/ 845344 w 1378744"/>
                <a:gd name="connsiteY69" fmla="*/ 952500 h 1288255"/>
                <a:gd name="connsiteX70" fmla="*/ 888207 w 1378744"/>
                <a:gd name="connsiteY70" fmla="*/ 966787 h 1288255"/>
                <a:gd name="connsiteX71" fmla="*/ 907257 w 1378744"/>
                <a:gd name="connsiteY71" fmla="*/ 981075 h 1288255"/>
                <a:gd name="connsiteX72" fmla="*/ 938213 w 1378744"/>
                <a:gd name="connsiteY72" fmla="*/ 990600 h 1288255"/>
                <a:gd name="connsiteX73" fmla="*/ 964407 w 1378744"/>
                <a:gd name="connsiteY73" fmla="*/ 985837 h 1288255"/>
                <a:gd name="connsiteX74" fmla="*/ 985838 w 1378744"/>
                <a:gd name="connsiteY74" fmla="*/ 985837 h 1288255"/>
                <a:gd name="connsiteX75" fmla="*/ 995363 w 1378744"/>
                <a:gd name="connsiteY75" fmla="*/ 995362 h 1288255"/>
                <a:gd name="connsiteX76" fmla="*/ 978694 w 1378744"/>
                <a:gd name="connsiteY76" fmla="*/ 1012031 h 1288255"/>
                <a:gd name="connsiteX77" fmla="*/ 969169 w 1378744"/>
                <a:gd name="connsiteY77" fmla="*/ 1031081 h 1288255"/>
                <a:gd name="connsiteX78" fmla="*/ 954882 w 1378744"/>
                <a:gd name="connsiteY78" fmla="*/ 1054893 h 1288255"/>
                <a:gd name="connsiteX79" fmla="*/ 950119 w 1378744"/>
                <a:gd name="connsiteY79" fmla="*/ 1083468 h 1288255"/>
                <a:gd name="connsiteX80" fmla="*/ 962025 w 1378744"/>
                <a:gd name="connsiteY80" fmla="*/ 1107281 h 1288255"/>
                <a:gd name="connsiteX81" fmla="*/ 983457 w 1378744"/>
                <a:gd name="connsiteY81" fmla="*/ 1131093 h 1288255"/>
                <a:gd name="connsiteX82" fmla="*/ 1002507 w 1378744"/>
                <a:gd name="connsiteY82" fmla="*/ 1133475 h 1288255"/>
                <a:gd name="connsiteX83" fmla="*/ 1028700 w 1378744"/>
                <a:gd name="connsiteY83" fmla="*/ 1126331 h 1288255"/>
                <a:gd name="connsiteX84" fmla="*/ 1031082 w 1378744"/>
                <a:gd name="connsiteY84" fmla="*/ 1097756 h 1288255"/>
                <a:gd name="connsiteX85" fmla="*/ 1057275 w 1378744"/>
                <a:gd name="connsiteY85" fmla="*/ 1085850 h 1288255"/>
                <a:gd name="connsiteX86" fmla="*/ 1076325 w 1378744"/>
                <a:gd name="connsiteY86" fmla="*/ 1097756 h 1288255"/>
                <a:gd name="connsiteX87" fmla="*/ 1100138 w 1378744"/>
                <a:gd name="connsiteY87" fmla="*/ 1107281 h 1288255"/>
                <a:gd name="connsiteX88" fmla="*/ 1123950 w 1378744"/>
                <a:gd name="connsiteY88" fmla="*/ 1121568 h 1288255"/>
                <a:gd name="connsiteX89" fmla="*/ 1143000 w 1378744"/>
                <a:gd name="connsiteY89" fmla="*/ 1123950 h 1288255"/>
                <a:gd name="connsiteX90" fmla="*/ 1157288 w 1378744"/>
                <a:gd name="connsiteY90" fmla="*/ 1112043 h 1288255"/>
                <a:gd name="connsiteX91" fmla="*/ 1159669 w 1378744"/>
                <a:gd name="connsiteY91" fmla="*/ 1085850 h 1288255"/>
                <a:gd name="connsiteX92" fmla="*/ 1166813 w 1378744"/>
                <a:gd name="connsiteY92" fmla="*/ 1052512 h 1288255"/>
                <a:gd name="connsiteX93" fmla="*/ 1197769 w 1378744"/>
                <a:gd name="connsiteY93" fmla="*/ 1016793 h 1288255"/>
                <a:gd name="connsiteX94" fmla="*/ 1195388 w 1378744"/>
                <a:gd name="connsiteY94" fmla="*/ 954881 h 1288255"/>
                <a:gd name="connsiteX95" fmla="*/ 1209675 w 1378744"/>
                <a:gd name="connsiteY95" fmla="*/ 945356 h 1288255"/>
                <a:gd name="connsiteX96" fmla="*/ 1235869 w 1378744"/>
                <a:gd name="connsiteY96" fmla="*/ 945356 h 1288255"/>
                <a:gd name="connsiteX97" fmla="*/ 1235869 w 1378744"/>
                <a:gd name="connsiteY97" fmla="*/ 931068 h 1288255"/>
                <a:gd name="connsiteX98" fmla="*/ 1212057 w 1378744"/>
                <a:gd name="connsiteY98" fmla="*/ 912018 h 1288255"/>
                <a:gd name="connsiteX99" fmla="*/ 1195388 w 1378744"/>
                <a:gd name="connsiteY99" fmla="*/ 881062 h 1288255"/>
                <a:gd name="connsiteX100" fmla="*/ 1157288 w 1378744"/>
                <a:gd name="connsiteY100" fmla="*/ 871537 h 1288255"/>
                <a:gd name="connsiteX101" fmla="*/ 1119188 w 1378744"/>
                <a:gd name="connsiteY101" fmla="*/ 859631 h 1288255"/>
                <a:gd name="connsiteX102" fmla="*/ 1119188 w 1378744"/>
                <a:gd name="connsiteY102" fmla="*/ 831056 h 1288255"/>
                <a:gd name="connsiteX103" fmla="*/ 1135857 w 1378744"/>
                <a:gd name="connsiteY103" fmla="*/ 807243 h 1288255"/>
                <a:gd name="connsiteX104" fmla="*/ 1197769 w 1378744"/>
                <a:gd name="connsiteY104" fmla="*/ 759618 h 1288255"/>
                <a:gd name="connsiteX105" fmla="*/ 1247775 w 1378744"/>
                <a:gd name="connsiteY105" fmla="*/ 762000 h 1288255"/>
                <a:gd name="connsiteX106" fmla="*/ 1278732 w 1378744"/>
                <a:gd name="connsiteY106" fmla="*/ 762000 h 1288255"/>
                <a:gd name="connsiteX107" fmla="*/ 1271588 w 1378744"/>
                <a:gd name="connsiteY107" fmla="*/ 735806 h 1288255"/>
                <a:gd name="connsiteX108" fmla="*/ 1378744 w 1378744"/>
                <a:gd name="connsiteY108" fmla="*/ 678656 h 1288255"/>
                <a:gd name="connsiteX109" fmla="*/ 1331119 w 1378744"/>
                <a:gd name="connsiteY109" fmla="*/ 552450 h 1288255"/>
                <a:gd name="connsiteX110" fmla="*/ 1278732 w 1378744"/>
                <a:gd name="connsiteY110" fmla="*/ 514350 h 1288255"/>
                <a:gd name="connsiteX111" fmla="*/ 1252538 w 1378744"/>
                <a:gd name="connsiteY111" fmla="*/ 431006 h 1288255"/>
                <a:gd name="connsiteX112" fmla="*/ 1181100 w 1378744"/>
                <a:gd name="connsiteY112" fmla="*/ 431006 h 1288255"/>
                <a:gd name="connsiteX113" fmla="*/ 1166813 w 1378744"/>
                <a:gd name="connsiteY113" fmla="*/ 395287 h 1288255"/>
                <a:gd name="connsiteX114" fmla="*/ 1107282 w 1378744"/>
                <a:gd name="connsiteY114" fmla="*/ 421481 h 1288255"/>
                <a:gd name="connsiteX115" fmla="*/ 1054894 w 1378744"/>
                <a:gd name="connsiteY115" fmla="*/ 414337 h 1288255"/>
                <a:gd name="connsiteX116" fmla="*/ 1028700 w 1378744"/>
                <a:gd name="connsiteY116" fmla="*/ 371475 h 1288255"/>
                <a:gd name="connsiteX117" fmla="*/ 1023938 w 1378744"/>
                <a:gd name="connsiteY117" fmla="*/ 288131 h 1288255"/>
                <a:gd name="connsiteX118" fmla="*/ 1012032 w 1378744"/>
                <a:gd name="connsiteY118" fmla="*/ 269081 h 1288255"/>
                <a:gd name="connsiteX119" fmla="*/ 1012032 w 1378744"/>
                <a:gd name="connsiteY119" fmla="*/ 211931 h 1288255"/>
                <a:gd name="connsiteX120" fmla="*/ 959644 w 1378744"/>
                <a:gd name="connsiteY120" fmla="*/ 190500 h 1288255"/>
                <a:gd name="connsiteX121" fmla="*/ 914400 w 1378744"/>
                <a:gd name="connsiteY121" fmla="*/ 111918 h 1288255"/>
                <a:gd name="connsiteX122" fmla="*/ 854869 w 1378744"/>
                <a:gd name="connsiteY122" fmla="*/ 76200 h 1288255"/>
                <a:gd name="connsiteX123" fmla="*/ 873919 w 1378744"/>
                <a:gd name="connsiteY123" fmla="*/ 16668 h 1288255"/>
                <a:gd name="connsiteX124" fmla="*/ 783432 w 1378744"/>
                <a:gd name="connsiteY124"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800101 w 1378744"/>
                <a:gd name="connsiteY60" fmla="*/ 1142999 h 1288255"/>
                <a:gd name="connsiteX61" fmla="*/ 795337 w 1378744"/>
                <a:gd name="connsiteY61" fmla="*/ 1212055 h 1288255"/>
                <a:gd name="connsiteX62" fmla="*/ 828675 w 1378744"/>
                <a:gd name="connsiteY62" fmla="*/ 1109662 h 1288255"/>
                <a:gd name="connsiteX63" fmla="*/ 809625 w 1378744"/>
                <a:gd name="connsiteY63" fmla="*/ 1197768 h 1288255"/>
                <a:gd name="connsiteX64" fmla="*/ 833438 w 1378744"/>
                <a:gd name="connsiteY64" fmla="*/ 1085850 h 1288255"/>
                <a:gd name="connsiteX65" fmla="*/ 797719 w 1378744"/>
                <a:gd name="connsiteY65" fmla="*/ 1059656 h 1288255"/>
                <a:gd name="connsiteX66" fmla="*/ 790575 w 1378744"/>
                <a:gd name="connsiteY66" fmla="*/ 1038225 h 1288255"/>
                <a:gd name="connsiteX67" fmla="*/ 790575 w 1378744"/>
                <a:gd name="connsiteY67" fmla="*/ 1021556 h 1288255"/>
                <a:gd name="connsiteX68" fmla="*/ 845344 w 1378744"/>
                <a:gd name="connsiteY68" fmla="*/ 952500 h 1288255"/>
                <a:gd name="connsiteX69" fmla="*/ 845344 w 1378744"/>
                <a:gd name="connsiteY69" fmla="*/ 952500 h 1288255"/>
                <a:gd name="connsiteX70" fmla="*/ 888207 w 1378744"/>
                <a:gd name="connsiteY70" fmla="*/ 966787 h 1288255"/>
                <a:gd name="connsiteX71" fmla="*/ 907257 w 1378744"/>
                <a:gd name="connsiteY71" fmla="*/ 981075 h 1288255"/>
                <a:gd name="connsiteX72" fmla="*/ 938213 w 1378744"/>
                <a:gd name="connsiteY72" fmla="*/ 990600 h 1288255"/>
                <a:gd name="connsiteX73" fmla="*/ 964407 w 1378744"/>
                <a:gd name="connsiteY73" fmla="*/ 985837 h 1288255"/>
                <a:gd name="connsiteX74" fmla="*/ 985838 w 1378744"/>
                <a:gd name="connsiteY74" fmla="*/ 985837 h 1288255"/>
                <a:gd name="connsiteX75" fmla="*/ 995363 w 1378744"/>
                <a:gd name="connsiteY75" fmla="*/ 995362 h 1288255"/>
                <a:gd name="connsiteX76" fmla="*/ 978694 w 1378744"/>
                <a:gd name="connsiteY76" fmla="*/ 1012031 h 1288255"/>
                <a:gd name="connsiteX77" fmla="*/ 969169 w 1378744"/>
                <a:gd name="connsiteY77" fmla="*/ 1031081 h 1288255"/>
                <a:gd name="connsiteX78" fmla="*/ 954882 w 1378744"/>
                <a:gd name="connsiteY78" fmla="*/ 1054893 h 1288255"/>
                <a:gd name="connsiteX79" fmla="*/ 950119 w 1378744"/>
                <a:gd name="connsiteY79" fmla="*/ 1083468 h 1288255"/>
                <a:gd name="connsiteX80" fmla="*/ 962025 w 1378744"/>
                <a:gd name="connsiteY80" fmla="*/ 1107281 h 1288255"/>
                <a:gd name="connsiteX81" fmla="*/ 983457 w 1378744"/>
                <a:gd name="connsiteY81" fmla="*/ 1131093 h 1288255"/>
                <a:gd name="connsiteX82" fmla="*/ 1002507 w 1378744"/>
                <a:gd name="connsiteY82" fmla="*/ 1133475 h 1288255"/>
                <a:gd name="connsiteX83" fmla="*/ 1028700 w 1378744"/>
                <a:gd name="connsiteY83" fmla="*/ 1126331 h 1288255"/>
                <a:gd name="connsiteX84" fmla="*/ 1031082 w 1378744"/>
                <a:gd name="connsiteY84" fmla="*/ 1097756 h 1288255"/>
                <a:gd name="connsiteX85" fmla="*/ 1057275 w 1378744"/>
                <a:gd name="connsiteY85" fmla="*/ 1085850 h 1288255"/>
                <a:gd name="connsiteX86" fmla="*/ 1076325 w 1378744"/>
                <a:gd name="connsiteY86" fmla="*/ 1097756 h 1288255"/>
                <a:gd name="connsiteX87" fmla="*/ 1100138 w 1378744"/>
                <a:gd name="connsiteY87" fmla="*/ 1107281 h 1288255"/>
                <a:gd name="connsiteX88" fmla="*/ 1123950 w 1378744"/>
                <a:gd name="connsiteY88" fmla="*/ 1121568 h 1288255"/>
                <a:gd name="connsiteX89" fmla="*/ 1143000 w 1378744"/>
                <a:gd name="connsiteY89" fmla="*/ 1123950 h 1288255"/>
                <a:gd name="connsiteX90" fmla="*/ 1157288 w 1378744"/>
                <a:gd name="connsiteY90" fmla="*/ 1112043 h 1288255"/>
                <a:gd name="connsiteX91" fmla="*/ 1159669 w 1378744"/>
                <a:gd name="connsiteY91" fmla="*/ 1085850 h 1288255"/>
                <a:gd name="connsiteX92" fmla="*/ 1166813 w 1378744"/>
                <a:gd name="connsiteY92" fmla="*/ 1052512 h 1288255"/>
                <a:gd name="connsiteX93" fmla="*/ 1197769 w 1378744"/>
                <a:gd name="connsiteY93" fmla="*/ 1016793 h 1288255"/>
                <a:gd name="connsiteX94" fmla="*/ 1195388 w 1378744"/>
                <a:gd name="connsiteY94" fmla="*/ 954881 h 1288255"/>
                <a:gd name="connsiteX95" fmla="*/ 1209675 w 1378744"/>
                <a:gd name="connsiteY95" fmla="*/ 945356 h 1288255"/>
                <a:gd name="connsiteX96" fmla="*/ 1235869 w 1378744"/>
                <a:gd name="connsiteY96" fmla="*/ 945356 h 1288255"/>
                <a:gd name="connsiteX97" fmla="*/ 1235869 w 1378744"/>
                <a:gd name="connsiteY97" fmla="*/ 931068 h 1288255"/>
                <a:gd name="connsiteX98" fmla="*/ 1212057 w 1378744"/>
                <a:gd name="connsiteY98" fmla="*/ 912018 h 1288255"/>
                <a:gd name="connsiteX99" fmla="*/ 1195388 w 1378744"/>
                <a:gd name="connsiteY99" fmla="*/ 881062 h 1288255"/>
                <a:gd name="connsiteX100" fmla="*/ 1157288 w 1378744"/>
                <a:gd name="connsiteY100" fmla="*/ 871537 h 1288255"/>
                <a:gd name="connsiteX101" fmla="*/ 1119188 w 1378744"/>
                <a:gd name="connsiteY101" fmla="*/ 859631 h 1288255"/>
                <a:gd name="connsiteX102" fmla="*/ 1119188 w 1378744"/>
                <a:gd name="connsiteY102" fmla="*/ 831056 h 1288255"/>
                <a:gd name="connsiteX103" fmla="*/ 1135857 w 1378744"/>
                <a:gd name="connsiteY103" fmla="*/ 807243 h 1288255"/>
                <a:gd name="connsiteX104" fmla="*/ 1197769 w 1378744"/>
                <a:gd name="connsiteY104" fmla="*/ 759618 h 1288255"/>
                <a:gd name="connsiteX105" fmla="*/ 1247775 w 1378744"/>
                <a:gd name="connsiteY105" fmla="*/ 762000 h 1288255"/>
                <a:gd name="connsiteX106" fmla="*/ 1278732 w 1378744"/>
                <a:gd name="connsiteY106" fmla="*/ 762000 h 1288255"/>
                <a:gd name="connsiteX107" fmla="*/ 1271588 w 1378744"/>
                <a:gd name="connsiteY107" fmla="*/ 735806 h 1288255"/>
                <a:gd name="connsiteX108" fmla="*/ 1378744 w 1378744"/>
                <a:gd name="connsiteY108" fmla="*/ 678656 h 1288255"/>
                <a:gd name="connsiteX109" fmla="*/ 1331119 w 1378744"/>
                <a:gd name="connsiteY109" fmla="*/ 552450 h 1288255"/>
                <a:gd name="connsiteX110" fmla="*/ 1278732 w 1378744"/>
                <a:gd name="connsiteY110" fmla="*/ 514350 h 1288255"/>
                <a:gd name="connsiteX111" fmla="*/ 1252538 w 1378744"/>
                <a:gd name="connsiteY111" fmla="*/ 431006 h 1288255"/>
                <a:gd name="connsiteX112" fmla="*/ 1181100 w 1378744"/>
                <a:gd name="connsiteY112" fmla="*/ 431006 h 1288255"/>
                <a:gd name="connsiteX113" fmla="*/ 1166813 w 1378744"/>
                <a:gd name="connsiteY113" fmla="*/ 395287 h 1288255"/>
                <a:gd name="connsiteX114" fmla="*/ 1107282 w 1378744"/>
                <a:gd name="connsiteY114" fmla="*/ 421481 h 1288255"/>
                <a:gd name="connsiteX115" fmla="*/ 1054894 w 1378744"/>
                <a:gd name="connsiteY115" fmla="*/ 414337 h 1288255"/>
                <a:gd name="connsiteX116" fmla="*/ 1028700 w 1378744"/>
                <a:gd name="connsiteY116" fmla="*/ 371475 h 1288255"/>
                <a:gd name="connsiteX117" fmla="*/ 1023938 w 1378744"/>
                <a:gd name="connsiteY117" fmla="*/ 288131 h 1288255"/>
                <a:gd name="connsiteX118" fmla="*/ 1012032 w 1378744"/>
                <a:gd name="connsiteY118" fmla="*/ 269081 h 1288255"/>
                <a:gd name="connsiteX119" fmla="*/ 1012032 w 1378744"/>
                <a:gd name="connsiteY119" fmla="*/ 211931 h 1288255"/>
                <a:gd name="connsiteX120" fmla="*/ 959644 w 1378744"/>
                <a:gd name="connsiteY120" fmla="*/ 190500 h 1288255"/>
                <a:gd name="connsiteX121" fmla="*/ 914400 w 1378744"/>
                <a:gd name="connsiteY121" fmla="*/ 111918 h 1288255"/>
                <a:gd name="connsiteX122" fmla="*/ 854869 w 1378744"/>
                <a:gd name="connsiteY122" fmla="*/ 76200 h 1288255"/>
                <a:gd name="connsiteX123" fmla="*/ 873919 w 1378744"/>
                <a:gd name="connsiteY123" fmla="*/ 16668 h 1288255"/>
                <a:gd name="connsiteX124" fmla="*/ 783432 w 1378744"/>
                <a:gd name="connsiteY124"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795338 w 1378744"/>
                <a:gd name="connsiteY60" fmla="*/ 1209674 h 1288255"/>
                <a:gd name="connsiteX61" fmla="*/ 795337 w 1378744"/>
                <a:gd name="connsiteY61" fmla="*/ 1212055 h 1288255"/>
                <a:gd name="connsiteX62" fmla="*/ 828675 w 1378744"/>
                <a:gd name="connsiteY62" fmla="*/ 1109662 h 1288255"/>
                <a:gd name="connsiteX63" fmla="*/ 809625 w 1378744"/>
                <a:gd name="connsiteY63" fmla="*/ 1197768 h 1288255"/>
                <a:gd name="connsiteX64" fmla="*/ 833438 w 1378744"/>
                <a:gd name="connsiteY64" fmla="*/ 1085850 h 1288255"/>
                <a:gd name="connsiteX65" fmla="*/ 797719 w 1378744"/>
                <a:gd name="connsiteY65" fmla="*/ 1059656 h 1288255"/>
                <a:gd name="connsiteX66" fmla="*/ 790575 w 1378744"/>
                <a:gd name="connsiteY66" fmla="*/ 1038225 h 1288255"/>
                <a:gd name="connsiteX67" fmla="*/ 790575 w 1378744"/>
                <a:gd name="connsiteY67" fmla="*/ 1021556 h 1288255"/>
                <a:gd name="connsiteX68" fmla="*/ 845344 w 1378744"/>
                <a:gd name="connsiteY68" fmla="*/ 952500 h 1288255"/>
                <a:gd name="connsiteX69" fmla="*/ 845344 w 1378744"/>
                <a:gd name="connsiteY69" fmla="*/ 952500 h 1288255"/>
                <a:gd name="connsiteX70" fmla="*/ 888207 w 1378744"/>
                <a:gd name="connsiteY70" fmla="*/ 966787 h 1288255"/>
                <a:gd name="connsiteX71" fmla="*/ 907257 w 1378744"/>
                <a:gd name="connsiteY71" fmla="*/ 981075 h 1288255"/>
                <a:gd name="connsiteX72" fmla="*/ 938213 w 1378744"/>
                <a:gd name="connsiteY72" fmla="*/ 990600 h 1288255"/>
                <a:gd name="connsiteX73" fmla="*/ 964407 w 1378744"/>
                <a:gd name="connsiteY73" fmla="*/ 985837 h 1288255"/>
                <a:gd name="connsiteX74" fmla="*/ 985838 w 1378744"/>
                <a:gd name="connsiteY74" fmla="*/ 985837 h 1288255"/>
                <a:gd name="connsiteX75" fmla="*/ 995363 w 1378744"/>
                <a:gd name="connsiteY75" fmla="*/ 995362 h 1288255"/>
                <a:gd name="connsiteX76" fmla="*/ 978694 w 1378744"/>
                <a:gd name="connsiteY76" fmla="*/ 1012031 h 1288255"/>
                <a:gd name="connsiteX77" fmla="*/ 969169 w 1378744"/>
                <a:gd name="connsiteY77" fmla="*/ 1031081 h 1288255"/>
                <a:gd name="connsiteX78" fmla="*/ 954882 w 1378744"/>
                <a:gd name="connsiteY78" fmla="*/ 1054893 h 1288255"/>
                <a:gd name="connsiteX79" fmla="*/ 950119 w 1378744"/>
                <a:gd name="connsiteY79" fmla="*/ 1083468 h 1288255"/>
                <a:gd name="connsiteX80" fmla="*/ 962025 w 1378744"/>
                <a:gd name="connsiteY80" fmla="*/ 1107281 h 1288255"/>
                <a:gd name="connsiteX81" fmla="*/ 983457 w 1378744"/>
                <a:gd name="connsiteY81" fmla="*/ 1131093 h 1288255"/>
                <a:gd name="connsiteX82" fmla="*/ 1002507 w 1378744"/>
                <a:gd name="connsiteY82" fmla="*/ 1133475 h 1288255"/>
                <a:gd name="connsiteX83" fmla="*/ 1028700 w 1378744"/>
                <a:gd name="connsiteY83" fmla="*/ 1126331 h 1288255"/>
                <a:gd name="connsiteX84" fmla="*/ 1031082 w 1378744"/>
                <a:gd name="connsiteY84" fmla="*/ 1097756 h 1288255"/>
                <a:gd name="connsiteX85" fmla="*/ 1057275 w 1378744"/>
                <a:gd name="connsiteY85" fmla="*/ 1085850 h 1288255"/>
                <a:gd name="connsiteX86" fmla="*/ 1076325 w 1378744"/>
                <a:gd name="connsiteY86" fmla="*/ 1097756 h 1288255"/>
                <a:gd name="connsiteX87" fmla="*/ 1100138 w 1378744"/>
                <a:gd name="connsiteY87" fmla="*/ 1107281 h 1288255"/>
                <a:gd name="connsiteX88" fmla="*/ 1123950 w 1378744"/>
                <a:gd name="connsiteY88" fmla="*/ 1121568 h 1288255"/>
                <a:gd name="connsiteX89" fmla="*/ 1143000 w 1378744"/>
                <a:gd name="connsiteY89" fmla="*/ 1123950 h 1288255"/>
                <a:gd name="connsiteX90" fmla="*/ 1157288 w 1378744"/>
                <a:gd name="connsiteY90" fmla="*/ 1112043 h 1288255"/>
                <a:gd name="connsiteX91" fmla="*/ 1159669 w 1378744"/>
                <a:gd name="connsiteY91" fmla="*/ 1085850 h 1288255"/>
                <a:gd name="connsiteX92" fmla="*/ 1166813 w 1378744"/>
                <a:gd name="connsiteY92" fmla="*/ 1052512 h 1288255"/>
                <a:gd name="connsiteX93" fmla="*/ 1197769 w 1378744"/>
                <a:gd name="connsiteY93" fmla="*/ 1016793 h 1288255"/>
                <a:gd name="connsiteX94" fmla="*/ 1195388 w 1378744"/>
                <a:gd name="connsiteY94" fmla="*/ 954881 h 1288255"/>
                <a:gd name="connsiteX95" fmla="*/ 1209675 w 1378744"/>
                <a:gd name="connsiteY95" fmla="*/ 945356 h 1288255"/>
                <a:gd name="connsiteX96" fmla="*/ 1235869 w 1378744"/>
                <a:gd name="connsiteY96" fmla="*/ 945356 h 1288255"/>
                <a:gd name="connsiteX97" fmla="*/ 1235869 w 1378744"/>
                <a:gd name="connsiteY97" fmla="*/ 931068 h 1288255"/>
                <a:gd name="connsiteX98" fmla="*/ 1212057 w 1378744"/>
                <a:gd name="connsiteY98" fmla="*/ 912018 h 1288255"/>
                <a:gd name="connsiteX99" fmla="*/ 1195388 w 1378744"/>
                <a:gd name="connsiteY99" fmla="*/ 881062 h 1288255"/>
                <a:gd name="connsiteX100" fmla="*/ 1157288 w 1378744"/>
                <a:gd name="connsiteY100" fmla="*/ 871537 h 1288255"/>
                <a:gd name="connsiteX101" fmla="*/ 1119188 w 1378744"/>
                <a:gd name="connsiteY101" fmla="*/ 859631 h 1288255"/>
                <a:gd name="connsiteX102" fmla="*/ 1119188 w 1378744"/>
                <a:gd name="connsiteY102" fmla="*/ 831056 h 1288255"/>
                <a:gd name="connsiteX103" fmla="*/ 1135857 w 1378744"/>
                <a:gd name="connsiteY103" fmla="*/ 807243 h 1288255"/>
                <a:gd name="connsiteX104" fmla="*/ 1197769 w 1378744"/>
                <a:gd name="connsiteY104" fmla="*/ 759618 h 1288255"/>
                <a:gd name="connsiteX105" fmla="*/ 1247775 w 1378744"/>
                <a:gd name="connsiteY105" fmla="*/ 762000 h 1288255"/>
                <a:gd name="connsiteX106" fmla="*/ 1278732 w 1378744"/>
                <a:gd name="connsiteY106" fmla="*/ 762000 h 1288255"/>
                <a:gd name="connsiteX107" fmla="*/ 1271588 w 1378744"/>
                <a:gd name="connsiteY107" fmla="*/ 735806 h 1288255"/>
                <a:gd name="connsiteX108" fmla="*/ 1378744 w 1378744"/>
                <a:gd name="connsiteY108" fmla="*/ 678656 h 1288255"/>
                <a:gd name="connsiteX109" fmla="*/ 1331119 w 1378744"/>
                <a:gd name="connsiteY109" fmla="*/ 552450 h 1288255"/>
                <a:gd name="connsiteX110" fmla="*/ 1278732 w 1378744"/>
                <a:gd name="connsiteY110" fmla="*/ 514350 h 1288255"/>
                <a:gd name="connsiteX111" fmla="*/ 1252538 w 1378744"/>
                <a:gd name="connsiteY111" fmla="*/ 431006 h 1288255"/>
                <a:gd name="connsiteX112" fmla="*/ 1181100 w 1378744"/>
                <a:gd name="connsiteY112" fmla="*/ 431006 h 1288255"/>
                <a:gd name="connsiteX113" fmla="*/ 1166813 w 1378744"/>
                <a:gd name="connsiteY113" fmla="*/ 395287 h 1288255"/>
                <a:gd name="connsiteX114" fmla="*/ 1107282 w 1378744"/>
                <a:gd name="connsiteY114" fmla="*/ 421481 h 1288255"/>
                <a:gd name="connsiteX115" fmla="*/ 1054894 w 1378744"/>
                <a:gd name="connsiteY115" fmla="*/ 414337 h 1288255"/>
                <a:gd name="connsiteX116" fmla="*/ 1028700 w 1378744"/>
                <a:gd name="connsiteY116" fmla="*/ 371475 h 1288255"/>
                <a:gd name="connsiteX117" fmla="*/ 1023938 w 1378744"/>
                <a:gd name="connsiteY117" fmla="*/ 288131 h 1288255"/>
                <a:gd name="connsiteX118" fmla="*/ 1012032 w 1378744"/>
                <a:gd name="connsiteY118" fmla="*/ 269081 h 1288255"/>
                <a:gd name="connsiteX119" fmla="*/ 1012032 w 1378744"/>
                <a:gd name="connsiteY119" fmla="*/ 211931 h 1288255"/>
                <a:gd name="connsiteX120" fmla="*/ 959644 w 1378744"/>
                <a:gd name="connsiteY120" fmla="*/ 190500 h 1288255"/>
                <a:gd name="connsiteX121" fmla="*/ 914400 w 1378744"/>
                <a:gd name="connsiteY121" fmla="*/ 111918 h 1288255"/>
                <a:gd name="connsiteX122" fmla="*/ 854869 w 1378744"/>
                <a:gd name="connsiteY122" fmla="*/ 76200 h 1288255"/>
                <a:gd name="connsiteX123" fmla="*/ 873919 w 1378744"/>
                <a:gd name="connsiteY123" fmla="*/ 16668 h 1288255"/>
                <a:gd name="connsiteX124" fmla="*/ 783432 w 1378744"/>
                <a:gd name="connsiteY124"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795338 w 1378744"/>
                <a:gd name="connsiteY60" fmla="*/ 1209674 h 1288255"/>
                <a:gd name="connsiteX61" fmla="*/ 795337 w 1378744"/>
                <a:gd name="connsiteY61" fmla="*/ 1212055 h 1288255"/>
                <a:gd name="connsiteX62" fmla="*/ 809625 w 1378744"/>
                <a:gd name="connsiteY62" fmla="*/ 1197768 h 1288255"/>
                <a:gd name="connsiteX63" fmla="*/ 833438 w 1378744"/>
                <a:gd name="connsiteY63" fmla="*/ 1085850 h 1288255"/>
                <a:gd name="connsiteX64" fmla="*/ 797719 w 1378744"/>
                <a:gd name="connsiteY64" fmla="*/ 1059656 h 1288255"/>
                <a:gd name="connsiteX65" fmla="*/ 790575 w 1378744"/>
                <a:gd name="connsiteY65" fmla="*/ 1038225 h 1288255"/>
                <a:gd name="connsiteX66" fmla="*/ 790575 w 1378744"/>
                <a:gd name="connsiteY66" fmla="*/ 1021556 h 1288255"/>
                <a:gd name="connsiteX67" fmla="*/ 845344 w 1378744"/>
                <a:gd name="connsiteY67" fmla="*/ 952500 h 1288255"/>
                <a:gd name="connsiteX68" fmla="*/ 845344 w 1378744"/>
                <a:gd name="connsiteY68" fmla="*/ 952500 h 1288255"/>
                <a:gd name="connsiteX69" fmla="*/ 888207 w 1378744"/>
                <a:gd name="connsiteY69" fmla="*/ 966787 h 1288255"/>
                <a:gd name="connsiteX70" fmla="*/ 907257 w 1378744"/>
                <a:gd name="connsiteY70" fmla="*/ 981075 h 1288255"/>
                <a:gd name="connsiteX71" fmla="*/ 938213 w 1378744"/>
                <a:gd name="connsiteY71" fmla="*/ 990600 h 1288255"/>
                <a:gd name="connsiteX72" fmla="*/ 964407 w 1378744"/>
                <a:gd name="connsiteY72" fmla="*/ 985837 h 1288255"/>
                <a:gd name="connsiteX73" fmla="*/ 985838 w 1378744"/>
                <a:gd name="connsiteY73" fmla="*/ 985837 h 1288255"/>
                <a:gd name="connsiteX74" fmla="*/ 995363 w 1378744"/>
                <a:gd name="connsiteY74" fmla="*/ 995362 h 1288255"/>
                <a:gd name="connsiteX75" fmla="*/ 978694 w 1378744"/>
                <a:gd name="connsiteY75" fmla="*/ 1012031 h 1288255"/>
                <a:gd name="connsiteX76" fmla="*/ 969169 w 1378744"/>
                <a:gd name="connsiteY76" fmla="*/ 1031081 h 1288255"/>
                <a:gd name="connsiteX77" fmla="*/ 954882 w 1378744"/>
                <a:gd name="connsiteY77" fmla="*/ 1054893 h 1288255"/>
                <a:gd name="connsiteX78" fmla="*/ 950119 w 1378744"/>
                <a:gd name="connsiteY78" fmla="*/ 1083468 h 1288255"/>
                <a:gd name="connsiteX79" fmla="*/ 962025 w 1378744"/>
                <a:gd name="connsiteY79" fmla="*/ 1107281 h 1288255"/>
                <a:gd name="connsiteX80" fmla="*/ 983457 w 1378744"/>
                <a:gd name="connsiteY80" fmla="*/ 1131093 h 1288255"/>
                <a:gd name="connsiteX81" fmla="*/ 1002507 w 1378744"/>
                <a:gd name="connsiteY81" fmla="*/ 1133475 h 1288255"/>
                <a:gd name="connsiteX82" fmla="*/ 1028700 w 1378744"/>
                <a:gd name="connsiteY82" fmla="*/ 1126331 h 1288255"/>
                <a:gd name="connsiteX83" fmla="*/ 1031082 w 1378744"/>
                <a:gd name="connsiteY83" fmla="*/ 1097756 h 1288255"/>
                <a:gd name="connsiteX84" fmla="*/ 1057275 w 1378744"/>
                <a:gd name="connsiteY84" fmla="*/ 1085850 h 1288255"/>
                <a:gd name="connsiteX85" fmla="*/ 1076325 w 1378744"/>
                <a:gd name="connsiteY85" fmla="*/ 1097756 h 1288255"/>
                <a:gd name="connsiteX86" fmla="*/ 1100138 w 1378744"/>
                <a:gd name="connsiteY86" fmla="*/ 1107281 h 1288255"/>
                <a:gd name="connsiteX87" fmla="*/ 1123950 w 1378744"/>
                <a:gd name="connsiteY87" fmla="*/ 1121568 h 1288255"/>
                <a:gd name="connsiteX88" fmla="*/ 1143000 w 1378744"/>
                <a:gd name="connsiteY88" fmla="*/ 1123950 h 1288255"/>
                <a:gd name="connsiteX89" fmla="*/ 1157288 w 1378744"/>
                <a:gd name="connsiteY89" fmla="*/ 1112043 h 1288255"/>
                <a:gd name="connsiteX90" fmla="*/ 1159669 w 1378744"/>
                <a:gd name="connsiteY90" fmla="*/ 1085850 h 1288255"/>
                <a:gd name="connsiteX91" fmla="*/ 1166813 w 1378744"/>
                <a:gd name="connsiteY91" fmla="*/ 1052512 h 1288255"/>
                <a:gd name="connsiteX92" fmla="*/ 1197769 w 1378744"/>
                <a:gd name="connsiteY92" fmla="*/ 1016793 h 1288255"/>
                <a:gd name="connsiteX93" fmla="*/ 1195388 w 1378744"/>
                <a:gd name="connsiteY93" fmla="*/ 954881 h 1288255"/>
                <a:gd name="connsiteX94" fmla="*/ 1209675 w 1378744"/>
                <a:gd name="connsiteY94" fmla="*/ 945356 h 1288255"/>
                <a:gd name="connsiteX95" fmla="*/ 1235869 w 1378744"/>
                <a:gd name="connsiteY95" fmla="*/ 945356 h 1288255"/>
                <a:gd name="connsiteX96" fmla="*/ 1235869 w 1378744"/>
                <a:gd name="connsiteY96" fmla="*/ 931068 h 1288255"/>
                <a:gd name="connsiteX97" fmla="*/ 1212057 w 1378744"/>
                <a:gd name="connsiteY97" fmla="*/ 912018 h 1288255"/>
                <a:gd name="connsiteX98" fmla="*/ 1195388 w 1378744"/>
                <a:gd name="connsiteY98" fmla="*/ 881062 h 1288255"/>
                <a:gd name="connsiteX99" fmla="*/ 1157288 w 1378744"/>
                <a:gd name="connsiteY99" fmla="*/ 871537 h 1288255"/>
                <a:gd name="connsiteX100" fmla="*/ 1119188 w 1378744"/>
                <a:gd name="connsiteY100" fmla="*/ 859631 h 1288255"/>
                <a:gd name="connsiteX101" fmla="*/ 1119188 w 1378744"/>
                <a:gd name="connsiteY101" fmla="*/ 831056 h 1288255"/>
                <a:gd name="connsiteX102" fmla="*/ 1135857 w 1378744"/>
                <a:gd name="connsiteY102" fmla="*/ 807243 h 1288255"/>
                <a:gd name="connsiteX103" fmla="*/ 1197769 w 1378744"/>
                <a:gd name="connsiteY103" fmla="*/ 759618 h 1288255"/>
                <a:gd name="connsiteX104" fmla="*/ 1247775 w 1378744"/>
                <a:gd name="connsiteY104" fmla="*/ 762000 h 1288255"/>
                <a:gd name="connsiteX105" fmla="*/ 1278732 w 1378744"/>
                <a:gd name="connsiteY105" fmla="*/ 762000 h 1288255"/>
                <a:gd name="connsiteX106" fmla="*/ 1271588 w 1378744"/>
                <a:gd name="connsiteY106" fmla="*/ 735806 h 1288255"/>
                <a:gd name="connsiteX107" fmla="*/ 1378744 w 1378744"/>
                <a:gd name="connsiteY107" fmla="*/ 678656 h 1288255"/>
                <a:gd name="connsiteX108" fmla="*/ 1331119 w 1378744"/>
                <a:gd name="connsiteY108" fmla="*/ 552450 h 1288255"/>
                <a:gd name="connsiteX109" fmla="*/ 1278732 w 1378744"/>
                <a:gd name="connsiteY109" fmla="*/ 514350 h 1288255"/>
                <a:gd name="connsiteX110" fmla="*/ 1252538 w 1378744"/>
                <a:gd name="connsiteY110" fmla="*/ 431006 h 1288255"/>
                <a:gd name="connsiteX111" fmla="*/ 1181100 w 1378744"/>
                <a:gd name="connsiteY111" fmla="*/ 431006 h 1288255"/>
                <a:gd name="connsiteX112" fmla="*/ 1166813 w 1378744"/>
                <a:gd name="connsiteY112" fmla="*/ 395287 h 1288255"/>
                <a:gd name="connsiteX113" fmla="*/ 1107282 w 1378744"/>
                <a:gd name="connsiteY113" fmla="*/ 421481 h 1288255"/>
                <a:gd name="connsiteX114" fmla="*/ 1054894 w 1378744"/>
                <a:gd name="connsiteY114" fmla="*/ 414337 h 1288255"/>
                <a:gd name="connsiteX115" fmla="*/ 1028700 w 1378744"/>
                <a:gd name="connsiteY115" fmla="*/ 371475 h 1288255"/>
                <a:gd name="connsiteX116" fmla="*/ 1023938 w 1378744"/>
                <a:gd name="connsiteY116" fmla="*/ 288131 h 1288255"/>
                <a:gd name="connsiteX117" fmla="*/ 1012032 w 1378744"/>
                <a:gd name="connsiteY117" fmla="*/ 269081 h 1288255"/>
                <a:gd name="connsiteX118" fmla="*/ 1012032 w 1378744"/>
                <a:gd name="connsiteY118" fmla="*/ 211931 h 1288255"/>
                <a:gd name="connsiteX119" fmla="*/ 959644 w 1378744"/>
                <a:gd name="connsiteY119" fmla="*/ 190500 h 1288255"/>
                <a:gd name="connsiteX120" fmla="*/ 914400 w 1378744"/>
                <a:gd name="connsiteY120" fmla="*/ 111918 h 1288255"/>
                <a:gd name="connsiteX121" fmla="*/ 854869 w 1378744"/>
                <a:gd name="connsiteY121" fmla="*/ 76200 h 1288255"/>
                <a:gd name="connsiteX122" fmla="*/ 873919 w 1378744"/>
                <a:gd name="connsiteY122" fmla="*/ 16668 h 1288255"/>
                <a:gd name="connsiteX123" fmla="*/ 783432 w 1378744"/>
                <a:gd name="connsiteY123"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795338 w 1378744"/>
                <a:gd name="connsiteY60" fmla="*/ 1209674 h 1288255"/>
                <a:gd name="connsiteX61" fmla="*/ 795337 w 1378744"/>
                <a:gd name="connsiteY61" fmla="*/ 1212055 h 1288255"/>
                <a:gd name="connsiteX62" fmla="*/ 809625 w 1378744"/>
                <a:gd name="connsiteY62" fmla="*/ 1197768 h 1288255"/>
                <a:gd name="connsiteX63" fmla="*/ 821532 w 1378744"/>
                <a:gd name="connsiteY63" fmla="*/ 1133474 h 1288255"/>
                <a:gd name="connsiteX64" fmla="*/ 833438 w 1378744"/>
                <a:gd name="connsiteY64" fmla="*/ 1085850 h 1288255"/>
                <a:gd name="connsiteX65" fmla="*/ 797719 w 1378744"/>
                <a:gd name="connsiteY65" fmla="*/ 1059656 h 1288255"/>
                <a:gd name="connsiteX66" fmla="*/ 790575 w 1378744"/>
                <a:gd name="connsiteY66" fmla="*/ 1038225 h 1288255"/>
                <a:gd name="connsiteX67" fmla="*/ 790575 w 1378744"/>
                <a:gd name="connsiteY67" fmla="*/ 1021556 h 1288255"/>
                <a:gd name="connsiteX68" fmla="*/ 845344 w 1378744"/>
                <a:gd name="connsiteY68" fmla="*/ 952500 h 1288255"/>
                <a:gd name="connsiteX69" fmla="*/ 845344 w 1378744"/>
                <a:gd name="connsiteY69" fmla="*/ 952500 h 1288255"/>
                <a:gd name="connsiteX70" fmla="*/ 888207 w 1378744"/>
                <a:gd name="connsiteY70" fmla="*/ 966787 h 1288255"/>
                <a:gd name="connsiteX71" fmla="*/ 907257 w 1378744"/>
                <a:gd name="connsiteY71" fmla="*/ 981075 h 1288255"/>
                <a:gd name="connsiteX72" fmla="*/ 938213 w 1378744"/>
                <a:gd name="connsiteY72" fmla="*/ 990600 h 1288255"/>
                <a:gd name="connsiteX73" fmla="*/ 964407 w 1378744"/>
                <a:gd name="connsiteY73" fmla="*/ 985837 h 1288255"/>
                <a:gd name="connsiteX74" fmla="*/ 985838 w 1378744"/>
                <a:gd name="connsiteY74" fmla="*/ 985837 h 1288255"/>
                <a:gd name="connsiteX75" fmla="*/ 995363 w 1378744"/>
                <a:gd name="connsiteY75" fmla="*/ 995362 h 1288255"/>
                <a:gd name="connsiteX76" fmla="*/ 978694 w 1378744"/>
                <a:gd name="connsiteY76" fmla="*/ 1012031 h 1288255"/>
                <a:gd name="connsiteX77" fmla="*/ 969169 w 1378744"/>
                <a:gd name="connsiteY77" fmla="*/ 1031081 h 1288255"/>
                <a:gd name="connsiteX78" fmla="*/ 954882 w 1378744"/>
                <a:gd name="connsiteY78" fmla="*/ 1054893 h 1288255"/>
                <a:gd name="connsiteX79" fmla="*/ 950119 w 1378744"/>
                <a:gd name="connsiteY79" fmla="*/ 1083468 h 1288255"/>
                <a:gd name="connsiteX80" fmla="*/ 962025 w 1378744"/>
                <a:gd name="connsiteY80" fmla="*/ 1107281 h 1288255"/>
                <a:gd name="connsiteX81" fmla="*/ 983457 w 1378744"/>
                <a:gd name="connsiteY81" fmla="*/ 1131093 h 1288255"/>
                <a:gd name="connsiteX82" fmla="*/ 1002507 w 1378744"/>
                <a:gd name="connsiteY82" fmla="*/ 1133475 h 1288255"/>
                <a:gd name="connsiteX83" fmla="*/ 1028700 w 1378744"/>
                <a:gd name="connsiteY83" fmla="*/ 1126331 h 1288255"/>
                <a:gd name="connsiteX84" fmla="*/ 1031082 w 1378744"/>
                <a:gd name="connsiteY84" fmla="*/ 1097756 h 1288255"/>
                <a:gd name="connsiteX85" fmla="*/ 1057275 w 1378744"/>
                <a:gd name="connsiteY85" fmla="*/ 1085850 h 1288255"/>
                <a:gd name="connsiteX86" fmla="*/ 1076325 w 1378744"/>
                <a:gd name="connsiteY86" fmla="*/ 1097756 h 1288255"/>
                <a:gd name="connsiteX87" fmla="*/ 1100138 w 1378744"/>
                <a:gd name="connsiteY87" fmla="*/ 1107281 h 1288255"/>
                <a:gd name="connsiteX88" fmla="*/ 1123950 w 1378744"/>
                <a:gd name="connsiteY88" fmla="*/ 1121568 h 1288255"/>
                <a:gd name="connsiteX89" fmla="*/ 1143000 w 1378744"/>
                <a:gd name="connsiteY89" fmla="*/ 1123950 h 1288255"/>
                <a:gd name="connsiteX90" fmla="*/ 1157288 w 1378744"/>
                <a:gd name="connsiteY90" fmla="*/ 1112043 h 1288255"/>
                <a:gd name="connsiteX91" fmla="*/ 1159669 w 1378744"/>
                <a:gd name="connsiteY91" fmla="*/ 1085850 h 1288255"/>
                <a:gd name="connsiteX92" fmla="*/ 1166813 w 1378744"/>
                <a:gd name="connsiteY92" fmla="*/ 1052512 h 1288255"/>
                <a:gd name="connsiteX93" fmla="*/ 1197769 w 1378744"/>
                <a:gd name="connsiteY93" fmla="*/ 1016793 h 1288255"/>
                <a:gd name="connsiteX94" fmla="*/ 1195388 w 1378744"/>
                <a:gd name="connsiteY94" fmla="*/ 954881 h 1288255"/>
                <a:gd name="connsiteX95" fmla="*/ 1209675 w 1378744"/>
                <a:gd name="connsiteY95" fmla="*/ 945356 h 1288255"/>
                <a:gd name="connsiteX96" fmla="*/ 1235869 w 1378744"/>
                <a:gd name="connsiteY96" fmla="*/ 945356 h 1288255"/>
                <a:gd name="connsiteX97" fmla="*/ 1235869 w 1378744"/>
                <a:gd name="connsiteY97" fmla="*/ 931068 h 1288255"/>
                <a:gd name="connsiteX98" fmla="*/ 1212057 w 1378744"/>
                <a:gd name="connsiteY98" fmla="*/ 912018 h 1288255"/>
                <a:gd name="connsiteX99" fmla="*/ 1195388 w 1378744"/>
                <a:gd name="connsiteY99" fmla="*/ 881062 h 1288255"/>
                <a:gd name="connsiteX100" fmla="*/ 1157288 w 1378744"/>
                <a:gd name="connsiteY100" fmla="*/ 871537 h 1288255"/>
                <a:gd name="connsiteX101" fmla="*/ 1119188 w 1378744"/>
                <a:gd name="connsiteY101" fmla="*/ 859631 h 1288255"/>
                <a:gd name="connsiteX102" fmla="*/ 1119188 w 1378744"/>
                <a:gd name="connsiteY102" fmla="*/ 831056 h 1288255"/>
                <a:gd name="connsiteX103" fmla="*/ 1135857 w 1378744"/>
                <a:gd name="connsiteY103" fmla="*/ 807243 h 1288255"/>
                <a:gd name="connsiteX104" fmla="*/ 1197769 w 1378744"/>
                <a:gd name="connsiteY104" fmla="*/ 759618 h 1288255"/>
                <a:gd name="connsiteX105" fmla="*/ 1247775 w 1378744"/>
                <a:gd name="connsiteY105" fmla="*/ 762000 h 1288255"/>
                <a:gd name="connsiteX106" fmla="*/ 1278732 w 1378744"/>
                <a:gd name="connsiteY106" fmla="*/ 762000 h 1288255"/>
                <a:gd name="connsiteX107" fmla="*/ 1271588 w 1378744"/>
                <a:gd name="connsiteY107" fmla="*/ 735806 h 1288255"/>
                <a:gd name="connsiteX108" fmla="*/ 1378744 w 1378744"/>
                <a:gd name="connsiteY108" fmla="*/ 678656 h 1288255"/>
                <a:gd name="connsiteX109" fmla="*/ 1331119 w 1378744"/>
                <a:gd name="connsiteY109" fmla="*/ 552450 h 1288255"/>
                <a:gd name="connsiteX110" fmla="*/ 1278732 w 1378744"/>
                <a:gd name="connsiteY110" fmla="*/ 514350 h 1288255"/>
                <a:gd name="connsiteX111" fmla="*/ 1252538 w 1378744"/>
                <a:gd name="connsiteY111" fmla="*/ 431006 h 1288255"/>
                <a:gd name="connsiteX112" fmla="*/ 1181100 w 1378744"/>
                <a:gd name="connsiteY112" fmla="*/ 431006 h 1288255"/>
                <a:gd name="connsiteX113" fmla="*/ 1166813 w 1378744"/>
                <a:gd name="connsiteY113" fmla="*/ 395287 h 1288255"/>
                <a:gd name="connsiteX114" fmla="*/ 1107282 w 1378744"/>
                <a:gd name="connsiteY114" fmla="*/ 421481 h 1288255"/>
                <a:gd name="connsiteX115" fmla="*/ 1054894 w 1378744"/>
                <a:gd name="connsiteY115" fmla="*/ 414337 h 1288255"/>
                <a:gd name="connsiteX116" fmla="*/ 1028700 w 1378744"/>
                <a:gd name="connsiteY116" fmla="*/ 371475 h 1288255"/>
                <a:gd name="connsiteX117" fmla="*/ 1023938 w 1378744"/>
                <a:gd name="connsiteY117" fmla="*/ 288131 h 1288255"/>
                <a:gd name="connsiteX118" fmla="*/ 1012032 w 1378744"/>
                <a:gd name="connsiteY118" fmla="*/ 269081 h 1288255"/>
                <a:gd name="connsiteX119" fmla="*/ 1012032 w 1378744"/>
                <a:gd name="connsiteY119" fmla="*/ 211931 h 1288255"/>
                <a:gd name="connsiteX120" fmla="*/ 959644 w 1378744"/>
                <a:gd name="connsiteY120" fmla="*/ 190500 h 1288255"/>
                <a:gd name="connsiteX121" fmla="*/ 914400 w 1378744"/>
                <a:gd name="connsiteY121" fmla="*/ 111918 h 1288255"/>
                <a:gd name="connsiteX122" fmla="*/ 854869 w 1378744"/>
                <a:gd name="connsiteY122" fmla="*/ 76200 h 1288255"/>
                <a:gd name="connsiteX123" fmla="*/ 873919 w 1378744"/>
                <a:gd name="connsiteY123" fmla="*/ 16668 h 1288255"/>
                <a:gd name="connsiteX124" fmla="*/ 783432 w 1378744"/>
                <a:gd name="connsiteY124" fmla="*/ 0 h 1288255"/>
                <a:gd name="connsiteX0" fmla="*/ 783432 w 1378744"/>
                <a:gd name="connsiteY0" fmla="*/ 0 h 1288255"/>
                <a:gd name="connsiteX1" fmla="*/ 738188 w 1378744"/>
                <a:gd name="connsiteY1" fmla="*/ 26193 h 1288255"/>
                <a:gd name="connsiteX2" fmla="*/ 685800 w 1378744"/>
                <a:gd name="connsiteY2" fmla="*/ 28575 h 1288255"/>
                <a:gd name="connsiteX3" fmla="*/ 635794 w 1378744"/>
                <a:gd name="connsiteY3" fmla="*/ 73818 h 1288255"/>
                <a:gd name="connsiteX4" fmla="*/ 633413 w 1378744"/>
                <a:gd name="connsiteY4" fmla="*/ 114300 h 1288255"/>
                <a:gd name="connsiteX5" fmla="*/ 561975 w 1378744"/>
                <a:gd name="connsiteY5" fmla="*/ 190500 h 1288255"/>
                <a:gd name="connsiteX6" fmla="*/ 519113 w 1378744"/>
                <a:gd name="connsiteY6" fmla="*/ 214312 h 1288255"/>
                <a:gd name="connsiteX7" fmla="*/ 485775 w 1378744"/>
                <a:gd name="connsiteY7" fmla="*/ 252412 h 1288255"/>
                <a:gd name="connsiteX8" fmla="*/ 461963 w 1378744"/>
                <a:gd name="connsiteY8" fmla="*/ 273843 h 1288255"/>
                <a:gd name="connsiteX9" fmla="*/ 423863 w 1378744"/>
                <a:gd name="connsiteY9" fmla="*/ 333375 h 1288255"/>
                <a:gd name="connsiteX10" fmla="*/ 378619 w 1378744"/>
                <a:gd name="connsiteY10" fmla="*/ 357187 h 1288255"/>
                <a:gd name="connsiteX11" fmla="*/ 292894 w 1378744"/>
                <a:gd name="connsiteY11" fmla="*/ 376237 h 1288255"/>
                <a:gd name="connsiteX12" fmla="*/ 264319 w 1378744"/>
                <a:gd name="connsiteY12" fmla="*/ 373856 h 1288255"/>
                <a:gd name="connsiteX13" fmla="*/ 240507 w 1378744"/>
                <a:gd name="connsiteY13" fmla="*/ 359568 h 1288255"/>
                <a:gd name="connsiteX14" fmla="*/ 226219 w 1378744"/>
                <a:gd name="connsiteY14" fmla="*/ 338137 h 1288255"/>
                <a:gd name="connsiteX15" fmla="*/ 219075 w 1378744"/>
                <a:gd name="connsiteY15" fmla="*/ 311943 h 1288255"/>
                <a:gd name="connsiteX16" fmla="*/ 204788 w 1378744"/>
                <a:gd name="connsiteY16" fmla="*/ 309562 h 1288255"/>
                <a:gd name="connsiteX17" fmla="*/ 188119 w 1378744"/>
                <a:gd name="connsiteY17" fmla="*/ 304800 h 1288255"/>
                <a:gd name="connsiteX18" fmla="*/ 173832 w 1378744"/>
                <a:gd name="connsiteY18" fmla="*/ 302418 h 1288255"/>
                <a:gd name="connsiteX19" fmla="*/ 128588 w 1378744"/>
                <a:gd name="connsiteY19" fmla="*/ 352425 h 1288255"/>
                <a:gd name="connsiteX20" fmla="*/ 97632 w 1378744"/>
                <a:gd name="connsiteY20" fmla="*/ 371475 h 1288255"/>
                <a:gd name="connsiteX21" fmla="*/ 80963 w 1378744"/>
                <a:gd name="connsiteY21" fmla="*/ 390525 h 1288255"/>
                <a:gd name="connsiteX22" fmla="*/ 66675 w 1378744"/>
                <a:gd name="connsiteY22" fmla="*/ 435768 h 1288255"/>
                <a:gd name="connsiteX23" fmla="*/ 54769 w 1378744"/>
                <a:gd name="connsiteY23" fmla="*/ 447675 h 1288255"/>
                <a:gd name="connsiteX24" fmla="*/ 9525 w 1378744"/>
                <a:gd name="connsiteY24" fmla="*/ 466725 h 1288255"/>
                <a:gd name="connsiteX25" fmla="*/ 2382 w 1378744"/>
                <a:gd name="connsiteY25" fmla="*/ 481012 h 1288255"/>
                <a:gd name="connsiteX26" fmla="*/ 4763 w 1378744"/>
                <a:gd name="connsiteY26" fmla="*/ 533400 h 1288255"/>
                <a:gd name="connsiteX27" fmla="*/ 0 w 1378744"/>
                <a:gd name="connsiteY27" fmla="*/ 545306 h 1288255"/>
                <a:gd name="connsiteX28" fmla="*/ 73819 w 1378744"/>
                <a:gd name="connsiteY28" fmla="*/ 588168 h 1288255"/>
                <a:gd name="connsiteX29" fmla="*/ 90488 w 1378744"/>
                <a:gd name="connsiteY29" fmla="*/ 628650 h 1288255"/>
                <a:gd name="connsiteX30" fmla="*/ 83344 w 1378744"/>
                <a:gd name="connsiteY30" fmla="*/ 654843 h 1288255"/>
                <a:gd name="connsiteX31" fmla="*/ 73819 w 1378744"/>
                <a:gd name="connsiteY31" fmla="*/ 697706 h 1288255"/>
                <a:gd name="connsiteX32" fmla="*/ 78582 w 1378744"/>
                <a:gd name="connsiteY32" fmla="*/ 726281 h 1288255"/>
                <a:gd name="connsiteX33" fmla="*/ 95250 w 1378744"/>
                <a:gd name="connsiteY33" fmla="*/ 738187 h 1288255"/>
                <a:gd name="connsiteX34" fmla="*/ 116682 w 1378744"/>
                <a:gd name="connsiteY34" fmla="*/ 735806 h 1288255"/>
                <a:gd name="connsiteX35" fmla="*/ 123825 w 1378744"/>
                <a:gd name="connsiteY35" fmla="*/ 762000 h 1288255"/>
                <a:gd name="connsiteX36" fmla="*/ 126207 w 1378744"/>
                <a:gd name="connsiteY36" fmla="*/ 783431 h 1288255"/>
                <a:gd name="connsiteX37" fmla="*/ 152400 w 1378744"/>
                <a:gd name="connsiteY37" fmla="*/ 812006 h 1288255"/>
                <a:gd name="connsiteX38" fmla="*/ 164307 w 1378744"/>
                <a:gd name="connsiteY38" fmla="*/ 823912 h 1288255"/>
                <a:gd name="connsiteX39" fmla="*/ 173832 w 1378744"/>
                <a:gd name="connsiteY39" fmla="*/ 850106 h 1288255"/>
                <a:gd name="connsiteX40" fmla="*/ 169069 w 1378744"/>
                <a:gd name="connsiteY40" fmla="*/ 878681 h 1288255"/>
                <a:gd name="connsiteX41" fmla="*/ 176213 w 1378744"/>
                <a:gd name="connsiteY41" fmla="*/ 897731 h 1288255"/>
                <a:gd name="connsiteX42" fmla="*/ 200025 w 1378744"/>
                <a:gd name="connsiteY42" fmla="*/ 916781 h 1288255"/>
                <a:gd name="connsiteX43" fmla="*/ 226219 w 1378744"/>
                <a:gd name="connsiteY43" fmla="*/ 916781 h 1288255"/>
                <a:gd name="connsiteX44" fmla="*/ 300038 w 1378744"/>
                <a:gd name="connsiteY44" fmla="*/ 921543 h 1288255"/>
                <a:gd name="connsiteX45" fmla="*/ 395288 w 1378744"/>
                <a:gd name="connsiteY45" fmla="*/ 952500 h 1288255"/>
                <a:gd name="connsiteX46" fmla="*/ 414338 w 1378744"/>
                <a:gd name="connsiteY46" fmla="*/ 988218 h 1288255"/>
                <a:gd name="connsiteX47" fmla="*/ 435769 w 1378744"/>
                <a:gd name="connsiteY47" fmla="*/ 992981 h 1288255"/>
                <a:gd name="connsiteX48" fmla="*/ 464344 w 1378744"/>
                <a:gd name="connsiteY48" fmla="*/ 995362 h 1288255"/>
                <a:gd name="connsiteX49" fmla="*/ 507207 w 1378744"/>
                <a:gd name="connsiteY49" fmla="*/ 1026318 h 1288255"/>
                <a:gd name="connsiteX50" fmla="*/ 521494 w 1378744"/>
                <a:gd name="connsiteY50" fmla="*/ 1069181 h 1288255"/>
                <a:gd name="connsiteX51" fmla="*/ 545307 w 1378744"/>
                <a:gd name="connsiteY51" fmla="*/ 1107281 h 1288255"/>
                <a:gd name="connsiteX52" fmla="*/ 573882 w 1378744"/>
                <a:gd name="connsiteY52" fmla="*/ 1121568 h 1288255"/>
                <a:gd name="connsiteX53" fmla="*/ 585788 w 1378744"/>
                <a:gd name="connsiteY53" fmla="*/ 1131093 h 1288255"/>
                <a:gd name="connsiteX54" fmla="*/ 597694 w 1378744"/>
                <a:gd name="connsiteY54" fmla="*/ 1181100 h 1288255"/>
                <a:gd name="connsiteX55" fmla="*/ 633413 w 1378744"/>
                <a:gd name="connsiteY55" fmla="*/ 1250156 h 1288255"/>
                <a:gd name="connsiteX56" fmla="*/ 692944 w 1378744"/>
                <a:gd name="connsiteY56" fmla="*/ 1278730 h 1288255"/>
                <a:gd name="connsiteX57" fmla="*/ 728663 w 1378744"/>
                <a:gd name="connsiteY57" fmla="*/ 1288255 h 1288255"/>
                <a:gd name="connsiteX58" fmla="*/ 771525 w 1378744"/>
                <a:gd name="connsiteY58" fmla="*/ 1269205 h 1288255"/>
                <a:gd name="connsiteX59" fmla="*/ 771525 w 1378744"/>
                <a:gd name="connsiteY59" fmla="*/ 1235868 h 1288255"/>
                <a:gd name="connsiteX60" fmla="*/ 795338 w 1378744"/>
                <a:gd name="connsiteY60" fmla="*/ 1209674 h 1288255"/>
                <a:gd name="connsiteX61" fmla="*/ 795337 w 1378744"/>
                <a:gd name="connsiteY61" fmla="*/ 1212055 h 1288255"/>
                <a:gd name="connsiteX62" fmla="*/ 809625 w 1378744"/>
                <a:gd name="connsiteY62" fmla="*/ 1197768 h 1288255"/>
                <a:gd name="connsiteX63" fmla="*/ 823914 w 1378744"/>
                <a:gd name="connsiteY63" fmla="*/ 1147762 h 1288255"/>
                <a:gd name="connsiteX64" fmla="*/ 833438 w 1378744"/>
                <a:gd name="connsiteY64" fmla="*/ 1085850 h 1288255"/>
                <a:gd name="connsiteX65" fmla="*/ 797719 w 1378744"/>
                <a:gd name="connsiteY65" fmla="*/ 1059656 h 1288255"/>
                <a:gd name="connsiteX66" fmla="*/ 790575 w 1378744"/>
                <a:gd name="connsiteY66" fmla="*/ 1038225 h 1288255"/>
                <a:gd name="connsiteX67" fmla="*/ 790575 w 1378744"/>
                <a:gd name="connsiteY67" fmla="*/ 1021556 h 1288255"/>
                <a:gd name="connsiteX68" fmla="*/ 845344 w 1378744"/>
                <a:gd name="connsiteY68" fmla="*/ 952500 h 1288255"/>
                <a:gd name="connsiteX69" fmla="*/ 845344 w 1378744"/>
                <a:gd name="connsiteY69" fmla="*/ 952500 h 1288255"/>
                <a:gd name="connsiteX70" fmla="*/ 888207 w 1378744"/>
                <a:gd name="connsiteY70" fmla="*/ 966787 h 1288255"/>
                <a:gd name="connsiteX71" fmla="*/ 907257 w 1378744"/>
                <a:gd name="connsiteY71" fmla="*/ 981075 h 1288255"/>
                <a:gd name="connsiteX72" fmla="*/ 938213 w 1378744"/>
                <a:gd name="connsiteY72" fmla="*/ 990600 h 1288255"/>
                <a:gd name="connsiteX73" fmla="*/ 964407 w 1378744"/>
                <a:gd name="connsiteY73" fmla="*/ 985837 h 1288255"/>
                <a:gd name="connsiteX74" fmla="*/ 985838 w 1378744"/>
                <a:gd name="connsiteY74" fmla="*/ 985837 h 1288255"/>
                <a:gd name="connsiteX75" fmla="*/ 995363 w 1378744"/>
                <a:gd name="connsiteY75" fmla="*/ 995362 h 1288255"/>
                <a:gd name="connsiteX76" fmla="*/ 978694 w 1378744"/>
                <a:gd name="connsiteY76" fmla="*/ 1012031 h 1288255"/>
                <a:gd name="connsiteX77" fmla="*/ 969169 w 1378744"/>
                <a:gd name="connsiteY77" fmla="*/ 1031081 h 1288255"/>
                <a:gd name="connsiteX78" fmla="*/ 954882 w 1378744"/>
                <a:gd name="connsiteY78" fmla="*/ 1054893 h 1288255"/>
                <a:gd name="connsiteX79" fmla="*/ 950119 w 1378744"/>
                <a:gd name="connsiteY79" fmla="*/ 1083468 h 1288255"/>
                <a:gd name="connsiteX80" fmla="*/ 962025 w 1378744"/>
                <a:gd name="connsiteY80" fmla="*/ 1107281 h 1288255"/>
                <a:gd name="connsiteX81" fmla="*/ 983457 w 1378744"/>
                <a:gd name="connsiteY81" fmla="*/ 1131093 h 1288255"/>
                <a:gd name="connsiteX82" fmla="*/ 1002507 w 1378744"/>
                <a:gd name="connsiteY82" fmla="*/ 1133475 h 1288255"/>
                <a:gd name="connsiteX83" fmla="*/ 1028700 w 1378744"/>
                <a:gd name="connsiteY83" fmla="*/ 1126331 h 1288255"/>
                <a:gd name="connsiteX84" fmla="*/ 1031082 w 1378744"/>
                <a:gd name="connsiteY84" fmla="*/ 1097756 h 1288255"/>
                <a:gd name="connsiteX85" fmla="*/ 1057275 w 1378744"/>
                <a:gd name="connsiteY85" fmla="*/ 1085850 h 1288255"/>
                <a:gd name="connsiteX86" fmla="*/ 1076325 w 1378744"/>
                <a:gd name="connsiteY86" fmla="*/ 1097756 h 1288255"/>
                <a:gd name="connsiteX87" fmla="*/ 1100138 w 1378744"/>
                <a:gd name="connsiteY87" fmla="*/ 1107281 h 1288255"/>
                <a:gd name="connsiteX88" fmla="*/ 1123950 w 1378744"/>
                <a:gd name="connsiteY88" fmla="*/ 1121568 h 1288255"/>
                <a:gd name="connsiteX89" fmla="*/ 1143000 w 1378744"/>
                <a:gd name="connsiteY89" fmla="*/ 1123950 h 1288255"/>
                <a:gd name="connsiteX90" fmla="*/ 1157288 w 1378744"/>
                <a:gd name="connsiteY90" fmla="*/ 1112043 h 1288255"/>
                <a:gd name="connsiteX91" fmla="*/ 1159669 w 1378744"/>
                <a:gd name="connsiteY91" fmla="*/ 1085850 h 1288255"/>
                <a:gd name="connsiteX92" fmla="*/ 1166813 w 1378744"/>
                <a:gd name="connsiteY92" fmla="*/ 1052512 h 1288255"/>
                <a:gd name="connsiteX93" fmla="*/ 1197769 w 1378744"/>
                <a:gd name="connsiteY93" fmla="*/ 1016793 h 1288255"/>
                <a:gd name="connsiteX94" fmla="*/ 1195388 w 1378744"/>
                <a:gd name="connsiteY94" fmla="*/ 954881 h 1288255"/>
                <a:gd name="connsiteX95" fmla="*/ 1209675 w 1378744"/>
                <a:gd name="connsiteY95" fmla="*/ 945356 h 1288255"/>
                <a:gd name="connsiteX96" fmla="*/ 1235869 w 1378744"/>
                <a:gd name="connsiteY96" fmla="*/ 945356 h 1288255"/>
                <a:gd name="connsiteX97" fmla="*/ 1235869 w 1378744"/>
                <a:gd name="connsiteY97" fmla="*/ 931068 h 1288255"/>
                <a:gd name="connsiteX98" fmla="*/ 1212057 w 1378744"/>
                <a:gd name="connsiteY98" fmla="*/ 912018 h 1288255"/>
                <a:gd name="connsiteX99" fmla="*/ 1195388 w 1378744"/>
                <a:gd name="connsiteY99" fmla="*/ 881062 h 1288255"/>
                <a:gd name="connsiteX100" fmla="*/ 1157288 w 1378744"/>
                <a:gd name="connsiteY100" fmla="*/ 871537 h 1288255"/>
                <a:gd name="connsiteX101" fmla="*/ 1119188 w 1378744"/>
                <a:gd name="connsiteY101" fmla="*/ 859631 h 1288255"/>
                <a:gd name="connsiteX102" fmla="*/ 1119188 w 1378744"/>
                <a:gd name="connsiteY102" fmla="*/ 831056 h 1288255"/>
                <a:gd name="connsiteX103" fmla="*/ 1135857 w 1378744"/>
                <a:gd name="connsiteY103" fmla="*/ 807243 h 1288255"/>
                <a:gd name="connsiteX104" fmla="*/ 1197769 w 1378744"/>
                <a:gd name="connsiteY104" fmla="*/ 759618 h 1288255"/>
                <a:gd name="connsiteX105" fmla="*/ 1247775 w 1378744"/>
                <a:gd name="connsiteY105" fmla="*/ 762000 h 1288255"/>
                <a:gd name="connsiteX106" fmla="*/ 1278732 w 1378744"/>
                <a:gd name="connsiteY106" fmla="*/ 762000 h 1288255"/>
                <a:gd name="connsiteX107" fmla="*/ 1271588 w 1378744"/>
                <a:gd name="connsiteY107" fmla="*/ 735806 h 1288255"/>
                <a:gd name="connsiteX108" fmla="*/ 1378744 w 1378744"/>
                <a:gd name="connsiteY108" fmla="*/ 678656 h 1288255"/>
                <a:gd name="connsiteX109" fmla="*/ 1331119 w 1378744"/>
                <a:gd name="connsiteY109" fmla="*/ 552450 h 1288255"/>
                <a:gd name="connsiteX110" fmla="*/ 1278732 w 1378744"/>
                <a:gd name="connsiteY110" fmla="*/ 514350 h 1288255"/>
                <a:gd name="connsiteX111" fmla="*/ 1252538 w 1378744"/>
                <a:gd name="connsiteY111" fmla="*/ 431006 h 1288255"/>
                <a:gd name="connsiteX112" fmla="*/ 1181100 w 1378744"/>
                <a:gd name="connsiteY112" fmla="*/ 431006 h 1288255"/>
                <a:gd name="connsiteX113" fmla="*/ 1166813 w 1378744"/>
                <a:gd name="connsiteY113" fmla="*/ 395287 h 1288255"/>
                <a:gd name="connsiteX114" fmla="*/ 1107282 w 1378744"/>
                <a:gd name="connsiteY114" fmla="*/ 421481 h 1288255"/>
                <a:gd name="connsiteX115" fmla="*/ 1054894 w 1378744"/>
                <a:gd name="connsiteY115" fmla="*/ 414337 h 1288255"/>
                <a:gd name="connsiteX116" fmla="*/ 1028700 w 1378744"/>
                <a:gd name="connsiteY116" fmla="*/ 371475 h 1288255"/>
                <a:gd name="connsiteX117" fmla="*/ 1023938 w 1378744"/>
                <a:gd name="connsiteY117" fmla="*/ 288131 h 1288255"/>
                <a:gd name="connsiteX118" fmla="*/ 1012032 w 1378744"/>
                <a:gd name="connsiteY118" fmla="*/ 269081 h 1288255"/>
                <a:gd name="connsiteX119" fmla="*/ 1012032 w 1378744"/>
                <a:gd name="connsiteY119" fmla="*/ 211931 h 1288255"/>
                <a:gd name="connsiteX120" fmla="*/ 959644 w 1378744"/>
                <a:gd name="connsiteY120" fmla="*/ 190500 h 1288255"/>
                <a:gd name="connsiteX121" fmla="*/ 914400 w 1378744"/>
                <a:gd name="connsiteY121" fmla="*/ 111918 h 1288255"/>
                <a:gd name="connsiteX122" fmla="*/ 854869 w 1378744"/>
                <a:gd name="connsiteY122" fmla="*/ 76200 h 1288255"/>
                <a:gd name="connsiteX123" fmla="*/ 873919 w 1378744"/>
                <a:gd name="connsiteY123" fmla="*/ 16668 h 1288255"/>
                <a:gd name="connsiteX124" fmla="*/ 783432 w 1378744"/>
                <a:gd name="connsiteY124" fmla="*/ 0 h 1288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378744" h="1288255">
                  <a:moveTo>
                    <a:pt x="783432" y="0"/>
                  </a:moveTo>
                  <a:lnTo>
                    <a:pt x="738188" y="26193"/>
                  </a:lnTo>
                  <a:lnTo>
                    <a:pt x="685800" y="28575"/>
                  </a:lnTo>
                  <a:lnTo>
                    <a:pt x="635794" y="73818"/>
                  </a:lnTo>
                  <a:lnTo>
                    <a:pt x="633413" y="114300"/>
                  </a:lnTo>
                  <a:lnTo>
                    <a:pt x="561975" y="190500"/>
                  </a:lnTo>
                  <a:lnTo>
                    <a:pt x="519113" y="214312"/>
                  </a:lnTo>
                  <a:lnTo>
                    <a:pt x="485775" y="252412"/>
                  </a:lnTo>
                  <a:lnTo>
                    <a:pt x="461963" y="273843"/>
                  </a:lnTo>
                  <a:lnTo>
                    <a:pt x="423863" y="333375"/>
                  </a:lnTo>
                  <a:lnTo>
                    <a:pt x="378619" y="357187"/>
                  </a:lnTo>
                  <a:lnTo>
                    <a:pt x="292894" y="376237"/>
                  </a:lnTo>
                  <a:lnTo>
                    <a:pt x="264319" y="373856"/>
                  </a:lnTo>
                  <a:lnTo>
                    <a:pt x="240507" y="359568"/>
                  </a:lnTo>
                  <a:lnTo>
                    <a:pt x="226219" y="338137"/>
                  </a:lnTo>
                  <a:lnTo>
                    <a:pt x="219075" y="311943"/>
                  </a:lnTo>
                  <a:lnTo>
                    <a:pt x="204788" y="309562"/>
                  </a:lnTo>
                  <a:lnTo>
                    <a:pt x="188119" y="304800"/>
                  </a:lnTo>
                  <a:lnTo>
                    <a:pt x="173832" y="302418"/>
                  </a:lnTo>
                  <a:lnTo>
                    <a:pt x="128588" y="352425"/>
                  </a:lnTo>
                  <a:lnTo>
                    <a:pt x="97632" y="371475"/>
                  </a:lnTo>
                  <a:lnTo>
                    <a:pt x="80963" y="390525"/>
                  </a:lnTo>
                  <a:lnTo>
                    <a:pt x="66675" y="435768"/>
                  </a:lnTo>
                  <a:lnTo>
                    <a:pt x="54769" y="447675"/>
                  </a:lnTo>
                  <a:lnTo>
                    <a:pt x="9525" y="466725"/>
                  </a:lnTo>
                  <a:lnTo>
                    <a:pt x="2382" y="481012"/>
                  </a:lnTo>
                  <a:lnTo>
                    <a:pt x="4763" y="533400"/>
                  </a:lnTo>
                  <a:lnTo>
                    <a:pt x="0" y="545306"/>
                  </a:lnTo>
                  <a:lnTo>
                    <a:pt x="73819" y="588168"/>
                  </a:lnTo>
                  <a:lnTo>
                    <a:pt x="90488" y="628650"/>
                  </a:lnTo>
                  <a:lnTo>
                    <a:pt x="83344" y="654843"/>
                  </a:lnTo>
                  <a:lnTo>
                    <a:pt x="73819" y="697706"/>
                  </a:lnTo>
                  <a:lnTo>
                    <a:pt x="78582" y="726281"/>
                  </a:lnTo>
                  <a:lnTo>
                    <a:pt x="95250" y="738187"/>
                  </a:lnTo>
                  <a:lnTo>
                    <a:pt x="116682" y="735806"/>
                  </a:lnTo>
                  <a:lnTo>
                    <a:pt x="123825" y="762000"/>
                  </a:lnTo>
                  <a:lnTo>
                    <a:pt x="126207" y="783431"/>
                  </a:lnTo>
                  <a:lnTo>
                    <a:pt x="152400" y="812006"/>
                  </a:lnTo>
                  <a:lnTo>
                    <a:pt x="164307" y="823912"/>
                  </a:lnTo>
                  <a:lnTo>
                    <a:pt x="173832" y="850106"/>
                  </a:lnTo>
                  <a:lnTo>
                    <a:pt x="169069" y="878681"/>
                  </a:lnTo>
                  <a:lnTo>
                    <a:pt x="176213" y="897731"/>
                  </a:lnTo>
                  <a:lnTo>
                    <a:pt x="200025" y="916781"/>
                  </a:lnTo>
                  <a:lnTo>
                    <a:pt x="226219" y="916781"/>
                  </a:lnTo>
                  <a:lnTo>
                    <a:pt x="300038" y="921543"/>
                  </a:lnTo>
                  <a:lnTo>
                    <a:pt x="395288" y="952500"/>
                  </a:lnTo>
                  <a:lnTo>
                    <a:pt x="414338" y="988218"/>
                  </a:lnTo>
                  <a:lnTo>
                    <a:pt x="435769" y="992981"/>
                  </a:lnTo>
                  <a:lnTo>
                    <a:pt x="464344" y="995362"/>
                  </a:lnTo>
                  <a:lnTo>
                    <a:pt x="507207" y="1026318"/>
                  </a:lnTo>
                  <a:lnTo>
                    <a:pt x="521494" y="1069181"/>
                  </a:lnTo>
                  <a:lnTo>
                    <a:pt x="545307" y="1107281"/>
                  </a:lnTo>
                  <a:lnTo>
                    <a:pt x="573882" y="1121568"/>
                  </a:lnTo>
                  <a:lnTo>
                    <a:pt x="585788" y="1131093"/>
                  </a:lnTo>
                  <a:lnTo>
                    <a:pt x="597694" y="1181100"/>
                  </a:lnTo>
                  <a:lnTo>
                    <a:pt x="633413" y="1250156"/>
                  </a:lnTo>
                  <a:lnTo>
                    <a:pt x="692944" y="1278730"/>
                  </a:lnTo>
                  <a:lnTo>
                    <a:pt x="728663" y="1288255"/>
                  </a:lnTo>
                  <a:lnTo>
                    <a:pt x="771525" y="1269205"/>
                  </a:lnTo>
                  <a:lnTo>
                    <a:pt x="771525" y="1235868"/>
                  </a:lnTo>
                  <a:lnTo>
                    <a:pt x="795338" y="1209674"/>
                  </a:lnTo>
                  <a:cubicBezTo>
                    <a:pt x="795338" y="1210468"/>
                    <a:pt x="795337" y="1211261"/>
                    <a:pt x="795337" y="1212055"/>
                  </a:cubicBezTo>
                  <a:lnTo>
                    <a:pt x="809625" y="1197768"/>
                  </a:lnTo>
                  <a:lnTo>
                    <a:pt x="823914" y="1147762"/>
                  </a:lnTo>
                  <a:lnTo>
                    <a:pt x="833438" y="1085850"/>
                  </a:lnTo>
                  <a:lnTo>
                    <a:pt x="797719" y="1059656"/>
                  </a:lnTo>
                  <a:lnTo>
                    <a:pt x="790575" y="1038225"/>
                  </a:lnTo>
                  <a:lnTo>
                    <a:pt x="790575" y="1021556"/>
                  </a:lnTo>
                  <a:lnTo>
                    <a:pt x="845344" y="952500"/>
                  </a:lnTo>
                  <a:lnTo>
                    <a:pt x="845344" y="952500"/>
                  </a:lnTo>
                  <a:lnTo>
                    <a:pt x="888207" y="966787"/>
                  </a:lnTo>
                  <a:lnTo>
                    <a:pt x="907257" y="981075"/>
                  </a:lnTo>
                  <a:lnTo>
                    <a:pt x="938213" y="990600"/>
                  </a:lnTo>
                  <a:lnTo>
                    <a:pt x="964407" y="985837"/>
                  </a:lnTo>
                  <a:lnTo>
                    <a:pt x="985838" y="985837"/>
                  </a:lnTo>
                  <a:lnTo>
                    <a:pt x="995363" y="995362"/>
                  </a:lnTo>
                  <a:lnTo>
                    <a:pt x="978694" y="1012031"/>
                  </a:lnTo>
                  <a:lnTo>
                    <a:pt x="969169" y="1031081"/>
                  </a:lnTo>
                  <a:lnTo>
                    <a:pt x="954882" y="1054893"/>
                  </a:lnTo>
                  <a:lnTo>
                    <a:pt x="950119" y="1083468"/>
                  </a:lnTo>
                  <a:lnTo>
                    <a:pt x="962025" y="1107281"/>
                  </a:lnTo>
                  <a:lnTo>
                    <a:pt x="983457" y="1131093"/>
                  </a:lnTo>
                  <a:lnTo>
                    <a:pt x="1002507" y="1133475"/>
                  </a:lnTo>
                  <a:lnTo>
                    <a:pt x="1028700" y="1126331"/>
                  </a:lnTo>
                  <a:lnTo>
                    <a:pt x="1031082" y="1097756"/>
                  </a:lnTo>
                  <a:lnTo>
                    <a:pt x="1057275" y="1085850"/>
                  </a:lnTo>
                  <a:lnTo>
                    <a:pt x="1076325" y="1097756"/>
                  </a:lnTo>
                  <a:lnTo>
                    <a:pt x="1100138" y="1107281"/>
                  </a:lnTo>
                  <a:lnTo>
                    <a:pt x="1123950" y="1121568"/>
                  </a:lnTo>
                  <a:lnTo>
                    <a:pt x="1143000" y="1123950"/>
                  </a:lnTo>
                  <a:lnTo>
                    <a:pt x="1157288" y="1112043"/>
                  </a:lnTo>
                  <a:lnTo>
                    <a:pt x="1159669" y="1085850"/>
                  </a:lnTo>
                  <a:lnTo>
                    <a:pt x="1166813" y="1052512"/>
                  </a:lnTo>
                  <a:lnTo>
                    <a:pt x="1197769" y="1016793"/>
                  </a:lnTo>
                  <a:cubicBezTo>
                    <a:pt x="1196975" y="996156"/>
                    <a:pt x="1196182" y="975518"/>
                    <a:pt x="1195388" y="954881"/>
                  </a:cubicBezTo>
                  <a:lnTo>
                    <a:pt x="1209675" y="945356"/>
                  </a:lnTo>
                  <a:lnTo>
                    <a:pt x="1235869" y="945356"/>
                  </a:lnTo>
                  <a:lnTo>
                    <a:pt x="1235869" y="931068"/>
                  </a:lnTo>
                  <a:lnTo>
                    <a:pt x="1212057" y="912018"/>
                  </a:lnTo>
                  <a:lnTo>
                    <a:pt x="1195388" y="881062"/>
                  </a:lnTo>
                  <a:lnTo>
                    <a:pt x="1157288" y="871537"/>
                  </a:lnTo>
                  <a:lnTo>
                    <a:pt x="1119188" y="859631"/>
                  </a:lnTo>
                  <a:lnTo>
                    <a:pt x="1119188" y="831056"/>
                  </a:lnTo>
                  <a:lnTo>
                    <a:pt x="1135857" y="807243"/>
                  </a:lnTo>
                  <a:lnTo>
                    <a:pt x="1197769" y="759618"/>
                  </a:lnTo>
                  <a:lnTo>
                    <a:pt x="1247775" y="762000"/>
                  </a:lnTo>
                  <a:lnTo>
                    <a:pt x="1278732" y="762000"/>
                  </a:lnTo>
                  <a:lnTo>
                    <a:pt x="1271588" y="735806"/>
                  </a:lnTo>
                  <a:lnTo>
                    <a:pt x="1378744" y="678656"/>
                  </a:lnTo>
                  <a:lnTo>
                    <a:pt x="1331119" y="552450"/>
                  </a:lnTo>
                  <a:lnTo>
                    <a:pt x="1278732" y="514350"/>
                  </a:lnTo>
                  <a:lnTo>
                    <a:pt x="1252538" y="431006"/>
                  </a:lnTo>
                  <a:lnTo>
                    <a:pt x="1181100" y="431006"/>
                  </a:lnTo>
                  <a:lnTo>
                    <a:pt x="1166813" y="395287"/>
                  </a:lnTo>
                  <a:lnTo>
                    <a:pt x="1107282" y="421481"/>
                  </a:lnTo>
                  <a:lnTo>
                    <a:pt x="1054894" y="414337"/>
                  </a:lnTo>
                  <a:lnTo>
                    <a:pt x="1028700" y="371475"/>
                  </a:lnTo>
                  <a:lnTo>
                    <a:pt x="1023938" y="288131"/>
                  </a:lnTo>
                  <a:lnTo>
                    <a:pt x="1012032" y="269081"/>
                  </a:lnTo>
                  <a:lnTo>
                    <a:pt x="1012032" y="211931"/>
                  </a:lnTo>
                  <a:lnTo>
                    <a:pt x="959644" y="190500"/>
                  </a:lnTo>
                  <a:lnTo>
                    <a:pt x="914400" y="111918"/>
                  </a:lnTo>
                  <a:lnTo>
                    <a:pt x="854869" y="76200"/>
                  </a:lnTo>
                  <a:lnTo>
                    <a:pt x="873919" y="16668"/>
                  </a:lnTo>
                  <a:lnTo>
                    <a:pt x="783432"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5" name="Freeform 74"/>
            <p:cNvSpPr/>
            <p:nvPr/>
          </p:nvSpPr>
          <p:spPr>
            <a:xfrm>
              <a:off x="3798888" y="3190875"/>
              <a:ext cx="1584325" cy="1038225"/>
            </a:xfrm>
            <a:custGeom>
              <a:avLst/>
              <a:gdLst>
                <a:gd name="connsiteX0" fmla="*/ 33338 w 1583531"/>
                <a:gd name="connsiteY0" fmla="*/ 840582 h 1038225"/>
                <a:gd name="connsiteX1" fmla="*/ 116681 w 1583531"/>
                <a:gd name="connsiteY1" fmla="*/ 862013 h 1038225"/>
                <a:gd name="connsiteX2" fmla="*/ 126206 w 1583531"/>
                <a:gd name="connsiteY2" fmla="*/ 878682 h 1038225"/>
                <a:gd name="connsiteX3" fmla="*/ 123825 w 1583531"/>
                <a:gd name="connsiteY3" fmla="*/ 935832 h 1038225"/>
                <a:gd name="connsiteX4" fmla="*/ 130969 w 1583531"/>
                <a:gd name="connsiteY4" fmla="*/ 942975 h 1038225"/>
                <a:gd name="connsiteX5" fmla="*/ 188119 w 1583531"/>
                <a:gd name="connsiteY5" fmla="*/ 964407 h 1038225"/>
                <a:gd name="connsiteX6" fmla="*/ 204788 w 1583531"/>
                <a:gd name="connsiteY6" fmla="*/ 997744 h 1038225"/>
                <a:gd name="connsiteX7" fmla="*/ 228600 w 1583531"/>
                <a:gd name="connsiteY7" fmla="*/ 1002507 h 1038225"/>
                <a:gd name="connsiteX8" fmla="*/ 250031 w 1583531"/>
                <a:gd name="connsiteY8" fmla="*/ 990600 h 1038225"/>
                <a:gd name="connsiteX9" fmla="*/ 278606 w 1583531"/>
                <a:gd name="connsiteY9" fmla="*/ 973932 h 1038225"/>
                <a:gd name="connsiteX10" fmla="*/ 300038 w 1583531"/>
                <a:gd name="connsiteY10" fmla="*/ 981075 h 1038225"/>
                <a:gd name="connsiteX11" fmla="*/ 316706 w 1583531"/>
                <a:gd name="connsiteY11" fmla="*/ 1004888 h 1038225"/>
                <a:gd name="connsiteX12" fmla="*/ 326231 w 1583531"/>
                <a:gd name="connsiteY12" fmla="*/ 1023938 h 1038225"/>
                <a:gd name="connsiteX13" fmla="*/ 347663 w 1583531"/>
                <a:gd name="connsiteY13" fmla="*/ 1035844 h 1038225"/>
                <a:gd name="connsiteX14" fmla="*/ 402431 w 1583531"/>
                <a:gd name="connsiteY14" fmla="*/ 1038225 h 1038225"/>
                <a:gd name="connsiteX15" fmla="*/ 407194 w 1583531"/>
                <a:gd name="connsiteY15" fmla="*/ 1014413 h 1038225"/>
                <a:gd name="connsiteX16" fmla="*/ 411956 w 1583531"/>
                <a:gd name="connsiteY16" fmla="*/ 985838 h 1038225"/>
                <a:gd name="connsiteX17" fmla="*/ 428625 w 1583531"/>
                <a:gd name="connsiteY17" fmla="*/ 959644 h 1038225"/>
                <a:gd name="connsiteX18" fmla="*/ 535781 w 1583531"/>
                <a:gd name="connsiteY18" fmla="*/ 912019 h 1038225"/>
                <a:gd name="connsiteX19" fmla="*/ 557213 w 1583531"/>
                <a:gd name="connsiteY19" fmla="*/ 931069 h 1038225"/>
                <a:gd name="connsiteX20" fmla="*/ 566738 w 1583531"/>
                <a:gd name="connsiteY20" fmla="*/ 1004888 h 1038225"/>
                <a:gd name="connsiteX21" fmla="*/ 631031 w 1583531"/>
                <a:gd name="connsiteY21" fmla="*/ 1019175 h 1038225"/>
                <a:gd name="connsiteX22" fmla="*/ 669131 w 1583531"/>
                <a:gd name="connsiteY22" fmla="*/ 1019175 h 1038225"/>
                <a:gd name="connsiteX23" fmla="*/ 700088 w 1583531"/>
                <a:gd name="connsiteY23" fmla="*/ 995363 h 1038225"/>
                <a:gd name="connsiteX24" fmla="*/ 750094 w 1583531"/>
                <a:gd name="connsiteY24" fmla="*/ 978694 h 1038225"/>
                <a:gd name="connsiteX25" fmla="*/ 771525 w 1583531"/>
                <a:gd name="connsiteY25" fmla="*/ 985838 h 1038225"/>
                <a:gd name="connsiteX26" fmla="*/ 812006 w 1583531"/>
                <a:gd name="connsiteY26" fmla="*/ 1028700 h 1038225"/>
                <a:gd name="connsiteX27" fmla="*/ 826294 w 1583531"/>
                <a:gd name="connsiteY27" fmla="*/ 1028700 h 1038225"/>
                <a:gd name="connsiteX28" fmla="*/ 850106 w 1583531"/>
                <a:gd name="connsiteY28" fmla="*/ 992982 h 1038225"/>
                <a:gd name="connsiteX29" fmla="*/ 871538 w 1583531"/>
                <a:gd name="connsiteY29" fmla="*/ 966788 h 1038225"/>
                <a:gd name="connsiteX30" fmla="*/ 902494 w 1583531"/>
                <a:gd name="connsiteY30" fmla="*/ 959644 h 1038225"/>
                <a:gd name="connsiteX31" fmla="*/ 928688 w 1583531"/>
                <a:gd name="connsiteY31" fmla="*/ 964407 h 1038225"/>
                <a:gd name="connsiteX32" fmla="*/ 981075 w 1583531"/>
                <a:gd name="connsiteY32" fmla="*/ 995363 h 1038225"/>
                <a:gd name="connsiteX33" fmla="*/ 1047750 w 1583531"/>
                <a:gd name="connsiteY33" fmla="*/ 995363 h 1038225"/>
                <a:gd name="connsiteX34" fmla="*/ 1100138 w 1583531"/>
                <a:gd name="connsiteY34" fmla="*/ 1012032 h 1038225"/>
                <a:gd name="connsiteX35" fmla="*/ 1202531 w 1583531"/>
                <a:gd name="connsiteY35" fmla="*/ 862013 h 1038225"/>
                <a:gd name="connsiteX36" fmla="*/ 1243013 w 1583531"/>
                <a:gd name="connsiteY36" fmla="*/ 876300 h 1038225"/>
                <a:gd name="connsiteX37" fmla="*/ 1331119 w 1583531"/>
                <a:gd name="connsiteY37" fmla="*/ 752475 h 1038225"/>
                <a:gd name="connsiteX38" fmla="*/ 1269206 w 1583531"/>
                <a:gd name="connsiteY38" fmla="*/ 695325 h 1038225"/>
                <a:gd name="connsiteX39" fmla="*/ 1269206 w 1583531"/>
                <a:gd name="connsiteY39" fmla="*/ 685800 h 1038225"/>
                <a:gd name="connsiteX40" fmla="*/ 1364456 w 1583531"/>
                <a:gd name="connsiteY40" fmla="*/ 683419 h 1038225"/>
                <a:gd name="connsiteX41" fmla="*/ 1407319 w 1583531"/>
                <a:gd name="connsiteY41" fmla="*/ 700088 h 1038225"/>
                <a:gd name="connsiteX42" fmla="*/ 1431131 w 1583531"/>
                <a:gd name="connsiteY42" fmla="*/ 657225 h 1038225"/>
                <a:gd name="connsiteX43" fmla="*/ 1531144 w 1583531"/>
                <a:gd name="connsiteY43" fmla="*/ 623888 h 1038225"/>
                <a:gd name="connsiteX44" fmla="*/ 1578769 w 1583531"/>
                <a:gd name="connsiteY44" fmla="*/ 588169 h 1038225"/>
                <a:gd name="connsiteX45" fmla="*/ 1583531 w 1583531"/>
                <a:gd name="connsiteY45" fmla="*/ 564357 h 1038225"/>
                <a:gd name="connsiteX46" fmla="*/ 1564481 w 1583531"/>
                <a:gd name="connsiteY46" fmla="*/ 557213 h 1038225"/>
                <a:gd name="connsiteX47" fmla="*/ 1547813 w 1583531"/>
                <a:gd name="connsiteY47" fmla="*/ 466725 h 1038225"/>
                <a:gd name="connsiteX48" fmla="*/ 1519238 w 1583531"/>
                <a:gd name="connsiteY48" fmla="*/ 433388 h 1038225"/>
                <a:gd name="connsiteX49" fmla="*/ 1443038 w 1583531"/>
                <a:gd name="connsiteY49" fmla="*/ 426244 h 1038225"/>
                <a:gd name="connsiteX50" fmla="*/ 1431131 w 1583531"/>
                <a:gd name="connsiteY50" fmla="*/ 404813 h 1038225"/>
                <a:gd name="connsiteX51" fmla="*/ 1412081 w 1583531"/>
                <a:gd name="connsiteY51" fmla="*/ 388144 h 1038225"/>
                <a:gd name="connsiteX52" fmla="*/ 1373981 w 1583531"/>
                <a:gd name="connsiteY52" fmla="*/ 385763 h 1038225"/>
                <a:gd name="connsiteX53" fmla="*/ 1323975 w 1583531"/>
                <a:gd name="connsiteY53" fmla="*/ 342900 h 1038225"/>
                <a:gd name="connsiteX54" fmla="*/ 1276350 w 1583531"/>
                <a:gd name="connsiteY54" fmla="*/ 383382 h 1038225"/>
                <a:gd name="connsiteX55" fmla="*/ 1252538 w 1583531"/>
                <a:gd name="connsiteY55" fmla="*/ 383382 h 1038225"/>
                <a:gd name="connsiteX56" fmla="*/ 1219200 w 1583531"/>
                <a:gd name="connsiteY56" fmla="*/ 340519 h 1038225"/>
                <a:gd name="connsiteX57" fmla="*/ 1171575 w 1583531"/>
                <a:gd name="connsiteY57" fmla="*/ 340519 h 1038225"/>
                <a:gd name="connsiteX58" fmla="*/ 1135856 w 1583531"/>
                <a:gd name="connsiteY58" fmla="*/ 311944 h 1038225"/>
                <a:gd name="connsiteX59" fmla="*/ 1095375 w 1583531"/>
                <a:gd name="connsiteY59" fmla="*/ 319088 h 1038225"/>
                <a:gd name="connsiteX60" fmla="*/ 992981 w 1583531"/>
                <a:gd name="connsiteY60" fmla="*/ 309563 h 1038225"/>
                <a:gd name="connsiteX61" fmla="*/ 940594 w 1583531"/>
                <a:gd name="connsiteY61" fmla="*/ 326232 h 1038225"/>
                <a:gd name="connsiteX62" fmla="*/ 919163 w 1583531"/>
                <a:gd name="connsiteY62" fmla="*/ 304800 h 1038225"/>
                <a:gd name="connsiteX63" fmla="*/ 904875 w 1583531"/>
                <a:gd name="connsiteY63" fmla="*/ 302419 h 1038225"/>
                <a:gd name="connsiteX64" fmla="*/ 900113 w 1583531"/>
                <a:gd name="connsiteY64" fmla="*/ 269082 h 1038225"/>
                <a:gd name="connsiteX65" fmla="*/ 895350 w 1583531"/>
                <a:gd name="connsiteY65" fmla="*/ 261938 h 1038225"/>
                <a:gd name="connsiteX66" fmla="*/ 845344 w 1583531"/>
                <a:gd name="connsiteY66" fmla="*/ 297657 h 1038225"/>
                <a:gd name="connsiteX67" fmla="*/ 833438 w 1583531"/>
                <a:gd name="connsiteY67" fmla="*/ 345282 h 1038225"/>
                <a:gd name="connsiteX68" fmla="*/ 850106 w 1583531"/>
                <a:gd name="connsiteY68" fmla="*/ 369094 h 1038225"/>
                <a:gd name="connsiteX69" fmla="*/ 850106 w 1583531"/>
                <a:gd name="connsiteY69" fmla="*/ 438150 h 1038225"/>
                <a:gd name="connsiteX70" fmla="*/ 876300 w 1583531"/>
                <a:gd name="connsiteY70" fmla="*/ 450057 h 1038225"/>
                <a:gd name="connsiteX71" fmla="*/ 881063 w 1583531"/>
                <a:gd name="connsiteY71" fmla="*/ 469107 h 1038225"/>
                <a:gd name="connsiteX72" fmla="*/ 864394 w 1583531"/>
                <a:gd name="connsiteY72" fmla="*/ 495300 h 1038225"/>
                <a:gd name="connsiteX73" fmla="*/ 842963 w 1583531"/>
                <a:gd name="connsiteY73" fmla="*/ 495300 h 1038225"/>
                <a:gd name="connsiteX74" fmla="*/ 821531 w 1583531"/>
                <a:gd name="connsiteY74" fmla="*/ 447675 h 1038225"/>
                <a:gd name="connsiteX75" fmla="*/ 778669 w 1583531"/>
                <a:gd name="connsiteY75" fmla="*/ 433388 h 1038225"/>
                <a:gd name="connsiteX76" fmla="*/ 771525 w 1583531"/>
                <a:gd name="connsiteY76" fmla="*/ 414338 h 1038225"/>
                <a:gd name="connsiteX77" fmla="*/ 807244 w 1583531"/>
                <a:gd name="connsiteY77" fmla="*/ 340519 h 1038225"/>
                <a:gd name="connsiteX78" fmla="*/ 826294 w 1583531"/>
                <a:gd name="connsiteY78" fmla="*/ 269082 h 1038225"/>
                <a:gd name="connsiteX79" fmla="*/ 842963 w 1583531"/>
                <a:gd name="connsiteY79" fmla="*/ 259557 h 1038225"/>
                <a:gd name="connsiteX80" fmla="*/ 883444 w 1583531"/>
                <a:gd name="connsiteY80" fmla="*/ 192882 h 1038225"/>
                <a:gd name="connsiteX81" fmla="*/ 931069 w 1583531"/>
                <a:gd name="connsiteY81" fmla="*/ 171450 h 1038225"/>
                <a:gd name="connsiteX82" fmla="*/ 935831 w 1583531"/>
                <a:gd name="connsiteY82" fmla="*/ 140494 h 1038225"/>
                <a:gd name="connsiteX83" fmla="*/ 950119 w 1583531"/>
                <a:gd name="connsiteY83" fmla="*/ 123825 h 1038225"/>
                <a:gd name="connsiteX84" fmla="*/ 945356 w 1583531"/>
                <a:gd name="connsiteY84" fmla="*/ 83344 h 1038225"/>
                <a:gd name="connsiteX85" fmla="*/ 890588 w 1583531"/>
                <a:gd name="connsiteY85" fmla="*/ 69057 h 1038225"/>
                <a:gd name="connsiteX86" fmla="*/ 864394 w 1583531"/>
                <a:gd name="connsiteY86" fmla="*/ 38100 h 1038225"/>
                <a:gd name="connsiteX87" fmla="*/ 792956 w 1583531"/>
                <a:gd name="connsiteY87" fmla="*/ 33338 h 1038225"/>
                <a:gd name="connsiteX88" fmla="*/ 759619 w 1583531"/>
                <a:gd name="connsiteY88" fmla="*/ 0 h 1038225"/>
                <a:gd name="connsiteX89" fmla="*/ 757238 w 1583531"/>
                <a:gd name="connsiteY89" fmla="*/ 30957 h 1038225"/>
                <a:gd name="connsiteX90" fmla="*/ 745331 w 1583531"/>
                <a:gd name="connsiteY90" fmla="*/ 52388 h 1038225"/>
                <a:gd name="connsiteX91" fmla="*/ 635794 w 1583531"/>
                <a:gd name="connsiteY91" fmla="*/ 114300 h 1038225"/>
                <a:gd name="connsiteX92" fmla="*/ 642938 w 1583531"/>
                <a:gd name="connsiteY92" fmla="*/ 135732 h 1038225"/>
                <a:gd name="connsiteX93" fmla="*/ 561975 w 1583531"/>
                <a:gd name="connsiteY93" fmla="*/ 138113 h 1038225"/>
                <a:gd name="connsiteX94" fmla="*/ 495300 w 1583531"/>
                <a:gd name="connsiteY94" fmla="*/ 185738 h 1038225"/>
                <a:gd name="connsiteX95" fmla="*/ 483394 w 1583531"/>
                <a:gd name="connsiteY95" fmla="*/ 202407 h 1038225"/>
                <a:gd name="connsiteX96" fmla="*/ 485775 w 1583531"/>
                <a:gd name="connsiteY96" fmla="*/ 233363 h 1038225"/>
                <a:gd name="connsiteX97" fmla="*/ 552450 w 1583531"/>
                <a:gd name="connsiteY97" fmla="*/ 257175 h 1038225"/>
                <a:gd name="connsiteX98" fmla="*/ 571500 w 1583531"/>
                <a:gd name="connsiteY98" fmla="*/ 283369 h 1038225"/>
                <a:gd name="connsiteX99" fmla="*/ 597694 w 1583531"/>
                <a:gd name="connsiteY99" fmla="*/ 307182 h 1038225"/>
                <a:gd name="connsiteX100" fmla="*/ 597694 w 1583531"/>
                <a:gd name="connsiteY100" fmla="*/ 321469 h 1038225"/>
                <a:gd name="connsiteX101" fmla="*/ 573881 w 1583531"/>
                <a:gd name="connsiteY101" fmla="*/ 321469 h 1038225"/>
                <a:gd name="connsiteX102" fmla="*/ 566738 w 1583531"/>
                <a:gd name="connsiteY102" fmla="*/ 330994 h 1038225"/>
                <a:gd name="connsiteX103" fmla="*/ 557213 w 1583531"/>
                <a:gd name="connsiteY103" fmla="*/ 400050 h 1038225"/>
                <a:gd name="connsiteX104" fmla="*/ 538163 w 1583531"/>
                <a:gd name="connsiteY104" fmla="*/ 426244 h 1038225"/>
                <a:gd name="connsiteX105" fmla="*/ 523875 w 1583531"/>
                <a:gd name="connsiteY105" fmla="*/ 490538 h 1038225"/>
                <a:gd name="connsiteX106" fmla="*/ 495300 w 1583531"/>
                <a:gd name="connsiteY106" fmla="*/ 500063 h 1038225"/>
                <a:gd name="connsiteX107" fmla="*/ 454819 w 1583531"/>
                <a:gd name="connsiteY107" fmla="*/ 481013 h 1038225"/>
                <a:gd name="connsiteX108" fmla="*/ 428625 w 1583531"/>
                <a:gd name="connsiteY108" fmla="*/ 471488 h 1038225"/>
                <a:gd name="connsiteX109" fmla="*/ 428625 w 1583531"/>
                <a:gd name="connsiteY109" fmla="*/ 471488 h 1038225"/>
                <a:gd name="connsiteX110" fmla="*/ 392906 w 1583531"/>
                <a:gd name="connsiteY110" fmla="*/ 478632 h 1038225"/>
                <a:gd name="connsiteX111" fmla="*/ 388144 w 1583531"/>
                <a:gd name="connsiteY111" fmla="*/ 502444 h 1038225"/>
                <a:gd name="connsiteX112" fmla="*/ 352425 w 1583531"/>
                <a:gd name="connsiteY112" fmla="*/ 507207 h 1038225"/>
                <a:gd name="connsiteX113" fmla="*/ 319088 w 1583531"/>
                <a:gd name="connsiteY113" fmla="*/ 466725 h 1038225"/>
                <a:gd name="connsiteX114" fmla="*/ 316706 w 1583531"/>
                <a:gd name="connsiteY114" fmla="*/ 442913 h 1038225"/>
                <a:gd name="connsiteX115" fmla="*/ 326231 w 1583531"/>
                <a:gd name="connsiteY115" fmla="*/ 407194 h 1038225"/>
                <a:gd name="connsiteX116" fmla="*/ 345281 w 1583531"/>
                <a:gd name="connsiteY116" fmla="*/ 383382 h 1038225"/>
                <a:gd name="connsiteX117" fmla="*/ 359569 w 1583531"/>
                <a:gd name="connsiteY117" fmla="*/ 369094 h 1038225"/>
                <a:gd name="connsiteX118" fmla="*/ 345281 w 1583531"/>
                <a:gd name="connsiteY118" fmla="*/ 357188 h 1038225"/>
                <a:gd name="connsiteX119" fmla="*/ 302419 w 1583531"/>
                <a:gd name="connsiteY119" fmla="*/ 366713 h 1038225"/>
                <a:gd name="connsiteX120" fmla="*/ 266700 w 1583531"/>
                <a:gd name="connsiteY120" fmla="*/ 352425 h 1038225"/>
                <a:gd name="connsiteX121" fmla="*/ 242888 w 1583531"/>
                <a:gd name="connsiteY121" fmla="*/ 342900 h 1038225"/>
                <a:gd name="connsiteX122" fmla="*/ 211931 w 1583531"/>
                <a:gd name="connsiteY122" fmla="*/ 328613 h 1038225"/>
                <a:gd name="connsiteX123" fmla="*/ 154781 w 1583531"/>
                <a:gd name="connsiteY123" fmla="*/ 392907 h 1038225"/>
                <a:gd name="connsiteX124" fmla="*/ 157163 w 1583531"/>
                <a:gd name="connsiteY124" fmla="*/ 435769 h 1038225"/>
                <a:gd name="connsiteX125" fmla="*/ 190500 w 1583531"/>
                <a:gd name="connsiteY125" fmla="*/ 466725 h 1038225"/>
                <a:gd name="connsiteX126" fmla="*/ 169069 w 1583531"/>
                <a:gd name="connsiteY126" fmla="*/ 578644 h 1038225"/>
                <a:gd name="connsiteX127" fmla="*/ 138113 w 1583531"/>
                <a:gd name="connsiteY127" fmla="*/ 604838 h 1038225"/>
                <a:gd name="connsiteX128" fmla="*/ 130969 w 1583531"/>
                <a:gd name="connsiteY128" fmla="*/ 650082 h 1038225"/>
                <a:gd name="connsiteX129" fmla="*/ 85725 w 1583531"/>
                <a:gd name="connsiteY129" fmla="*/ 661988 h 1038225"/>
                <a:gd name="connsiteX130" fmla="*/ 80963 w 1583531"/>
                <a:gd name="connsiteY130" fmla="*/ 688182 h 1038225"/>
                <a:gd name="connsiteX131" fmla="*/ 11906 w 1583531"/>
                <a:gd name="connsiteY131" fmla="*/ 721519 h 1038225"/>
                <a:gd name="connsiteX132" fmla="*/ 0 w 1583531"/>
                <a:gd name="connsiteY132" fmla="*/ 738188 h 1038225"/>
                <a:gd name="connsiteX133" fmla="*/ 16669 w 1583531"/>
                <a:gd name="connsiteY133" fmla="*/ 771525 h 1038225"/>
                <a:gd name="connsiteX134" fmla="*/ 33338 w 1583531"/>
                <a:gd name="connsiteY134" fmla="*/ 840582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583531" h="1038225">
                  <a:moveTo>
                    <a:pt x="33338" y="840582"/>
                  </a:moveTo>
                  <a:lnTo>
                    <a:pt x="116681" y="862013"/>
                  </a:lnTo>
                  <a:lnTo>
                    <a:pt x="126206" y="878682"/>
                  </a:lnTo>
                  <a:cubicBezTo>
                    <a:pt x="125412" y="897732"/>
                    <a:pt x="124619" y="916782"/>
                    <a:pt x="123825" y="935832"/>
                  </a:cubicBezTo>
                  <a:lnTo>
                    <a:pt x="130969" y="942975"/>
                  </a:lnTo>
                  <a:lnTo>
                    <a:pt x="188119" y="964407"/>
                  </a:lnTo>
                  <a:lnTo>
                    <a:pt x="204788" y="997744"/>
                  </a:lnTo>
                  <a:lnTo>
                    <a:pt x="228600" y="1002507"/>
                  </a:lnTo>
                  <a:lnTo>
                    <a:pt x="250031" y="990600"/>
                  </a:lnTo>
                  <a:lnTo>
                    <a:pt x="278606" y="973932"/>
                  </a:lnTo>
                  <a:lnTo>
                    <a:pt x="300038" y="981075"/>
                  </a:lnTo>
                  <a:lnTo>
                    <a:pt x="316706" y="1004888"/>
                  </a:lnTo>
                  <a:lnTo>
                    <a:pt x="326231" y="1023938"/>
                  </a:lnTo>
                  <a:lnTo>
                    <a:pt x="347663" y="1035844"/>
                  </a:lnTo>
                  <a:lnTo>
                    <a:pt x="402431" y="1038225"/>
                  </a:lnTo>
                  <a:lnTo>
                    <a:pt x="407194" y="1014413"/>
                  </a:lnTo>
                  <a:lnTo>
                    <a:pt x="411956" y="985838"/>
                  </a:lnTo>
                  <a:lnTo>
                    <a:pt x="428625" y="959644"/>
                  </a:lnTo>
                  <a:lnTo>
                    <a:pt x="535781" y="912019"/>
                  </a:lnTo>
                  <a:lnTo>
                    <a:pt x="557213" y="931069"/>
                  </a:lnTo>
                  <a:lnTo>
                    <a:pt x="566738" y="1004888"/>
                  </a:lnTo>
                  <a:lnTo>
                    <a:pt x="631031" y="1019175"/>
                  </a:lnTo>
                  <a:lnTo>
                    <a:pt x="669131" y="1019175"/>
                  </a:lnTo>
                  <a:lnTo>
                    <a:pt x="700088" y="995363"/>
                  </a:lnTo>
                  <a:lnTo>
                    <a:pt x="750094" y="978694"/>
                  </a:lnTo>
                  <a:lnTo>
                    <a:pt x="771525" y="985838"/>
                  </a:lnTo>
                  <a:lnTo>
                    <a:pt x="812006" y="1028700"/>
                  </a:lnTo>
                  <a:lnTo>
                    <a:pt x="826294" y="1028700"/>
                  </a:lnTo>
                  <a:lnTo>
                    <a:pt x="850106" y="992982"/>
                  </a:lnTo>
                  <a:lnTo>
                    <a:pt x="871538" y="966788"/>
                  </a:lnTo>
                  <a:lnTo>
                    <a:pt x="902494" y="959644"/>
                  </a:lnTo>
                  <a:lnTo>
                    <a:pt x="928688" y="964407"/>
                  </a:lnTo>
                  <a:lnTo>
                    <a:pt x="981075" y="995363"/>
                  </a:lnTo>
                  <a:lnTo>
                    <a:pt x="1047750" y="995363"/>
                  </a:lnTo>
                  <a:lnTo>
                    <a:pt x="1100138" y="1012032"/>
                  </a:lnTo>
                  <a:lnTo>
                    <a:pt x="1202531" y="862013"/>
                  </a:lnTo>
                  <a:lnTo>
                    <a:pt x="1243013" y="876300"/>
                  </a:lnTo>
                  <a:lnTo>
                    <a:pt x="1331119" y="752475"/>
                  </a:lnTo>
                  <a:lnTo>
                    <a:pt x="1269206" y="695325"/>
                  </a:lnTo>
                  <a:lnTo>
                    <a:pt x="1269206" y="685800"/>
                  </a:lnTo>
                  <a:lnTo>
                    <a:pt x="1364456" y="683419"/>
                  </a:lnTo>
                  <a:lnTo>
                    <a:pt x="1407319" y="700088"/>
                  </a:lnTo>
                  <a:lnTo>
                    <a:pt x="1431131" y="657225"/>
                  </a:lnTo>
                  <a:lnTo>
                    <a:pt x="1531144" y="623888"/>
                  </a:lnTo>
                  <a:lnTo>
                    <a:pt x="1578769" y="588169"/>
                  </a:lnTo>
                  <a:lnTo>
                    <a:pt x="1583531" y="564357"/>
                  </a:lnTo>
                  <a:lnTo>
                    <a:pt x="1564481" y="557213"/>
                  </a:lnTo>
                  <a:lnTo>
                    <a:pt x="1547813" y="466725"/>
                  </a:lnTo>
                  <a:lnTo>
                    <a:pt x="1519238" y="433388"/>
                  </a:lnTo>
                  <a:lnTo>
                    <a:pt x="1443038" y="426244"/>
                  </a:lnTo>
                  <a:lnTo>
                    <a:pt x="1431131" y="404813"/>
                  </a:lnTo>
                  <a:lnTo>
                    <a:pt x="1412081" y="388144"/>
                  </a:lnTo>
                  <a:lnTo>
                    <a:pt x="1373981" y="385763"/>
                  </a:lnTo>
                  <a:lnTo>
                    <a:pt x="1323975" y="342900"/>
                  </a:lnTo>
                  <a:lnTo>
                    <a:pt x="1276350" y="383382"/>
                  </a:lnTo>
                  <a:lnTo>
                    <a:pt x="1252538" y="383382"/>
                  </a:lnTo>
                  <a:lnTo>
                    <a:pt x="1219200" y="340519"/>
                  </a:lnTo>
                  <a:lnTo>
                    <a:pt x="1171575" y="340519"/>
                  </a:lnTo>
                  <a:lnTo>
                    <a:pt x="1135856" y="311944"/>
                  </a:lnTo>
                  <a:lnTo>
                    <a:pt x="1095375" y="319088"/>
                  </a:lnTo>
                  <a:lnTo>
                    <a:pt x="992981" y="309563"/>
                  </a:lnTo>
                  <a:lnTo>
                    <a:pt x="940594" y="326232"/>
                  </a:lnTo>
                  <a:lnTo>
                    <a:pt x="919163" y="304800"/>
                  </a:lnTo>
                  <a:lnTo>
                    <a:pt x="904875" y="302419"/>
                  </a:lnTo>
                  <a:lnTo>
                    <a:pt x="900113" y="269082"/>
                  </a:lnTo>
                  <a:lnTo>
                    <a:pt x="895350" y="261938"/>
                  </a:lnTo>
                  <a:lnTo>
                    <a:pt x="845344" y="297657"/>
                  </a:lnTo>
                  <a:lnTo>
                    <a:pt x="833438" y="345282"/>
                  </a:lnTo>
                  <a:lnTo>
                    <a:pt x="850106" y="369094"/>
                  </a:lnTo>
                  <a:lnTo>
                    <a:pt x="850106" y="438150"/>
                  </a:lnTo>
                  <a:lnTo>
                    <a:pt x="876300" y="450057"/>
                  </a:lnTo>
                  <a:lnTo>
                    <a:pt x="881063" y="469107"/>
                  </a:lnTo>
                  <a:lnTo>
                    <a:pt x="864394" y="495300"/>
                  </a:lnTo>
                  <a:lnTo>
                    <a:pt x="842963" y="495300"/>
                  </a:lnTo>
                  <a:lnTo>
                    <a:pt x="821531" y="447675"/>
                  </a:lnTo>
                  <a:lnTo>
                    <a:pt x="778669" y="433388"/>
                  </a:lnTo>
                  <a:lnTo>
                    <a:pt x="771525" y="414338"/>
                  </a:lnTo>
                  <a:lnTo>
                    <a:pt x="807244" y="340519"/>
                  </a:lnTo>
                  <a:lnTo>
                    <a:pt x="826294" y="269082"/>
                  </a:lnTo>
                  <a:lnTo>
                    <a:pt x="842963" y="259557"/>
                  </a:lnTo>
                  <a:lnTo>
                    <a:pt x="883444" y="192882"/>
                  </a:lnTo>
                  <a:lnTo>
                    <a:pt x="931069" y="171450"/>
                  </a:lnTo>
                  <a:lnTo>
                    <a:pt x="935831" y="140494"/>
                  </a:lnTo>
                  <a:lnTo>
                    <a:pt x="950119" y="123825"/>
                  </a:lnTo>
                  <a:lnTo>
                    <a:pt x="945356" y="83344"/>
                  </a:lnTo>
                  <a:lnTo>
                    <a:pt x="890588" y="69057"/>
                  </a:lnTo>
                  <a:lnTo>
                    <a:pt x="864394" y="38100"/>
                  </a:lnTo>
                  <a:lnTo>
                    <a:pt x="792956" y="33338"/>
                  </a:lnTo>
                  <a:lnTo>
                    <a:pt x="759619" y="0"/>
                  </a:lnTo>
                  <a:lnTo>
                    <a:pt x="757238" y="30957"/>
                  </a:lnTo>
                  <a:lnTo>
                    <a:pt x="745331" y="52388"/>
                  </a:lnTo>
                  <a:lnTo>
                    <a:pt x="635794" y="114300"/>
                  </a:lnTo>
                  <a:lnTo>
                    <a:pt x="642938" y="135732"/>
                  </a:lnTo>
                  <a:lnTo>
                    <a:pt x="561975" y="138113"/>
                  </a:lnTo>
                  <a:lnTo>
                    <a:pt x="495300" y="185738"/>
                  </a:lnTo>
                  <a:lnTo>
                    <a:pt x="483394" y="202407"/>
                  </a:lnTo>
                  <a:lnTo>
                    <a:pt x="485775" y="233363"/>
                  </a:lnTo>
                  <a:lnTo>
                    <a:pt x="552450" y="257175"/>
                  </a:lnTo>
                  <a:lnTo>
                    <a:pt x="571500" y="283369"/>
                  </a:lnTo>
                  <a:lnTo>
                    <a:pt x="597694" y="307182"/>
                  </a:lnTo>
                  <a:lnTo>
                    <a:pt x="597694" y="321469"/>
                  </a:lnTo>
                  <a:lnTo>
                    <a:pt x="573881" y="321469"/>
                  </a:lnTo>
                  <a:lnTo>
                    <a:pt x="566738" y="330994"/>
                  </a:lnTo>
                  <a:lnTo>
                    <a:pt x="557213" y="400050"/>
                  </a:lnTo>
                  <a:lnTo>
                    <a:pt x="538163" y="426244"/>
                  </a:lnTo>
                  <a:lnTo>
                    <a:pt x="523875" y="490538"/>
                  </a:lnTo>
                  <a:lnTo>
                    <a:pt x="495300" y="500063"/>
                  </a:lnTo>
                  <a:lnTo>
                    <a:pt x="454819" y="481013"/>
                  </a:lnTo>
                  <a:lnTo>
                    <a:pt x="428625" y="471488"/>
                  </a:lnTo>
                  <a:lnTo>
                    <a:pt x="428625" y="471488"/>
                  </a:lnTo>
                  <a:lnTo>
                    <a:pt x="392906" y="478632"/>
                  </a:lnTo>
                  <a:lnTo>
                    <a:pt x="388144" y="502444"/>
                  </a:lnTo>
                  <a:lnTo>
                    <a:pt x="352425" y="507207"/>
                  </a:lnTo>
                  <a:lnTo>
                    <a:pt x="319088" y="466725"/>
                  </a:lnTo>
                  <a:lnTo>
                    <a:pt x="316706" y="442913"/>
                  </a:lnTo>
                  <a:lnTo>
                    <a:pt x="326231" y="407194"/>
                  </a:lnTo>
                  <a:lnTo>
                    <a:pt x="345281" y="383382"/>
                  </a:lnTo>
                  <a:lnTo>
                    <a:pt x="359569" y="369094"/>
                  </a:lnTo>
                  <a:lnTo>
                    <a:pt x="345281" y="357188"/>
                  </a:lnTo>
                  <a:lnTo>
                    <a:pt x="302419" y="366713"/>
                  </a:lnTo>
                  <a:lnTo>
                    <a:pt x="266700" y="352425"/>
                  </a:lnTo>
                  <a:lnTo>
                    <a:pt x="242888" y="342900"/>
                  </a:lnTo>
                  <a:lnTo>
                    <a:pt x="211931" y="328613"/>
                  </a:lnTo>
                  <a:lnTo>
                    <a:pt x="154781" y="392907"/>
                  </a:lnTo>
                  <a:lnTo>
                    <a:pt x="157163" y="435769"/>
                  </a:lnTo>
                  <a:lnTo>
                    <a:pt x="190500" y="466725"/>
                  </a:lnTo>
                  <a:lnTo>
                    <a:pt x="169069" y="578644"/>
                  </a:lnTo>
                  <a:lnTo>
                    <a:pt x="138113" y="604838"/>
                  </a:lnTo>
                  <a:lnTo>
                    <a:pt x="130969" y="650082"/>
                  </a:lnTo>
                  <a:lnTo>
                    <a:pt x="85725" y="661988"/>
                  </a:lnTo>
                  <a:lnTo>
                    <a:pt x="80963" y="688182"/>
                  </a:lnTo>
                  <a:lnTo>
                    <a:pt x="11906" y="721519"/>
                  </a:lnTo>
                  <a:lnTo>
                    <a:pt x="0" y="738188"/>
                  </a:lnTo>
                  <a:lnTo>
                    <a:pt x="16669" y="771525"/>
                  </a:lnTo>
                  <a:lnTo>
                    <a:pt x="33338" y="840582"/>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6" name="Freeform 75"/>
            <p:cNvSpPr/>
            <p:nvPr/>
          </p:nvSpPr>
          <p:spPr>
            <a:xfrm>
              <a:off x="5475288" y="3114675"/>
              <a:ext cx="766762" cy="592138"/>
            </a:xfrm>
            <a:custGeom>
              <a:avLst/>
              <a:gdLst>
                <a:gd name="connsiteX0" fmla="*/ 0 w 766763"/>
                <a:gd name="connsiteY0" fmla="*/ 559594 h 592932"/>
                <a:gd name="connsiteX1" fmla="*/ 97631 w 766763"/>
                <a:gd name="connsiteY1" fmla="*/ 564357 h 592932"/>
                <a:gd name="connsiteX2" fmla="*/ 111919 w 766763"/>
                <a:gd name="connsiteY2" fmla="*/ 573882 h 592932"/>
                <a:gd name="connsiteX3" fmla="*/ 123825 w 766763"/>
                <a:gd name="connsiteY3" fmla="*/ 571500 h 592932"/>
                <a:gd name="connsiteX4" fmla="*/ 154781 w 766763"/>
                <a:gd name="connsiteY4" fmla="*/ 592932 h 592932"/>
                <a:gd name="connsiteX5" fmla="*/ 192881 w 766763"/>
                <a:gd name="connsiteY5" fmla="*/ 566738 h 592932"/>
                <a:gd name="connsiteX6" fmla="*/ 192881 w 766763"/>
                <a:gd name="connsiteY6" fmla="*/ 566738 h 592932"/>
                <a:gd name="connsiteX7" fmla="*/ 269081 w 766763"/>
                <a:gd name="connsiteY7" fmla="*/ 588169 h 592932"/>
                <a:gd name="connsiteX8" fmla="*/ 290513 w 766763"/>
                <a:gd name="connsiteY8" fmla="*/ 550069 h 592932"/>
                <a:gd name="connsiteX9" fmla="*/ 350044 w 766763"/>
                <a:gd name="connsiteY9" fmla="*/ 550069 h 592932"/>
                <a:gd name="connsiteX10" fmla="*/ 385763 w 766763"/>
                <a:gd name="connsiteY10" fmla="*/ 523875 h 592932"/>
                <a:gd name="connsiteX11" fmla="*/ 414338 w 766763"/>
                <a:gd name="connsiteY11" fmla="*/ 521494 h 592932"/>
                <a:gd name="connsiteX12" fmla="*/ 464344 w 766763"/>
                <a:gd name="connsiteY12" fmla="*/ 540544 h 592932"/>
                <a:gd name="connsiteX13" fmla="*/ 497681 w 766763"/>
                <a:gd name="connsiteY13" fmla="*/ 561975 h 592932"/>
                <a:gd name="connsiteX14" fmla="*/ 550069 w 766763"/>
                <a:gd name="connsiteY14" fmla="*/ 528638 h 592932"/>
                <a:gd name="connsiteX15" fmla="*/ 590550 w 766763"/>
                <a:gd name="connsiteY15" fmla="*/ 533400 h 592932"/>
                <a:gd name="connsiteX16" fmla="*/ 604838 w 766763"/>
                <a:gd name="connsiteY16" fmla="*/ 464344 h 592932"/>
                <a:gd name="connsiteX17" fmla="*/ 602456 w 766763"/>
                <a:gd name="connsiteY17" fmla="*/ 445294 h 592932"/>
                <a:gd name="connsiteX18" fmla="*/ 688181 w 766763"/>
                <a:gd name="connsiteY18" fmla="*/ 395288 h 592932"/>
                <a:gd name="connsiteX19" fmla="*/ 702469 w 766763"/>
                <a:gd name="connsiteY19" fmla="*/ 381000 h 592932"/>
                <a:gd name="connsiteX20" fmla="*/ 762000 w 766763"/>
                <a:gd name="connsiteY20" fmla="*/ 361950 h 592932"/>
                <a:gd name="connsiteX21" fmla="*/ 762000 w 766763"/>
                <a:gd name="connsiteY21" fmla="*/ 316707 h 592932"/>
                <a:gd name="connsiteX22" fmla="*/ 733425 w 766763"/>
                <a:gd name="connsiteY22" fmla="*/ 307182 h 592932"/>
                <a:gd name="connsiteX23" fmla="*/ 719138 w 766763"/>
                <a:gd name="connsiteY23" fmla="*/ 283369 h 592932"/>
                <a:gd name="connsiteX24" fmla="*/ 726281 w 766763"/>
                <a:gd name="connsiteY24" fmla="*/ 254794 h 592932"/>
                <a:gd name="connsiteX25" fmla="*/ 762000 w 766763"/>
                <a:gd name="connsiteY25" fmla="*/ 245269 h 592932"/>
                <a:gd name="connsiteX26" fmla="*/ 766763 w 766763"/>
                <a:gd name="connsiteY26" fmla="*/ 223838 h 592932"/>
                <a:gd name="connsiteX27" fmla="*/ 754856 w 766763"/>
                <a:gd name="connsiteY27" fmla="*/ 214313 h 592932"/>
                <a:gd name="connsiteX28" fmla="*/ 754856 w 766763"/>
                <a:gd name="connsiteY28" fmla="*/ 183357 h 592932"/>
                <a:gd name="connsiteX29" fmla="*/ 650081 w 766763"/>
                <a:gd name="connsiteY29" fmla="*/ 214313 h 592932"/>
                <a:gd name="connsiteX30" fmla="*/ 631031 w 766763"/>
                <a:gd name="connsiteY30" fmla="*/ 214313 h 592932"/>
                <a:gd name="connsiteX31" fmla="*/ 592931 w 766763"/>
                <a:gd name="connsiteY31" fmla="*/ 180975 h 592932"/>
                <a:gd name="connsiteX32" fmla="*/ 561975 w 766763"/>
                <a:gd name="connsiteY32" fmla="*/ 188119 h 592932"/>
                <a:gd name="connsiteX33" fmla="*/ 540544 w 766763"/>
                <a:gd name="connsiteY33" fmla="*/ 202407 h 592932"/>
                <a:gd name="connsiteX34" fmla="*/ 509588 w 766763"/>
                <a:gd name="connsiteY34" fmla="*/ 195263 h 592932"/>
                <a:gd name="connsiteX35" fmla="*/ 473869 w 766763"/>
                <a:gd name="connsiteY35" fmla="*/ 190500 h 592932"/>
                <a:gd name="connsiteX36" fmla="*/ 414338 w 766763"/>
                <a:gd name="connsiteY36" fmla="*/ 185738 h 592932"/>
                <a:gd name="connsiteX37" fmla="*/ 392906 w 766763"/>
                <a:gd name="connsiteY37" fmla="*/ 154782 h 592932"/>
                <a:gd name="connsiteX38" fmla="*/ 371475 w 766763"/>
                <a:gd name="connsiteY38" fmla="*/ 126207 h 592932"/>
                <a:gd name="connsiteX39" fmla="*/ 342900 w 766763"/>
                <a:gd name="connsiteY39" fmla="*/ 126207 h 592932"/>
                <a:gd name="connsiteX40" fmla="*/ 311944 w 766763"/>
                <a:gd name="connsiteY40" fmla="*/ 142875 h 592932"/>
                <a:gd name="connsiteX41" fmla="*/ 283369 w 766763"/>
                <a:gd name="connsiteY41" fmla="*/ 135732 h 592932"/>
                <a:gd name="connsiteX42" fmla="*/ 259556 w 766763"/>
                <a:gd name="connsiteY42" fmla="*/ 97632 h 592932"/>
                <a:gd name="connsiteX43" fmla="*/ 233363 w 766763"/>
                <a:gd name="connsiteY43" fmla="*/ 76200 h 592932"/>
                <a:gd name="connsiteX44" fmla="*/ 221456 w 766763"/>
                <a:gd name="connsiteY44" fmla="*/ 73819 h 592932"/>
                <a:gd name="connsiteX45" fmla="*/ 180975 w 766763"/>
                <a:gd name="connsiteY45" fmla="*/ 21432 h 592932"/>
                <a:gd name="connsiteX46" fmla="*/ 159544 w 766763"/>
                <a:gd name="connsiteY46" fmla="*/ 0 h 592932"/>
                <a:gd name="connsiteX47" fmla="*/ 107156 w 766763"/>
                <a:gd name="connsiteY47" fmla="*/ 2382 h 592932"/>
                <a:gd name="connsiteX48" fmla="*/ 83344 w 766763"/>
                <a:gd name="connsiteY48" fmla="*/ 42863 h 592932"/>
                <a:gd name="connsiteX49" fmla="*/ 85725 w 766763"/>
                <a:gd name="connsiteY49" fmla="*/ 69057 h 592932"/>
                <a:gd name="connsiteX50" fmla="*/ 104775 w 766763"/>
                <a:gd name="connsiteY50" fmla="*/ 90488 h 592932"/>
                <a:gd name="connsiteX51" fmla="*/ 116681 w 766763"/>
                <a:gd name="connsiteY51" fmla="*/ 102394 h 592932"/>
                <a:gd name="connsiteX52" fmla="*/ 145256 w 766763"/>
                <a:gd name="connsiteY52" fmla="*/ 109538 h 592932"/>
                <a:gd name="connsiteX53" fmla="*/ 161925 w 766763"/>
                <a:gd name="connsiteY53" fmla="*/ 121444 h 592932"/>
                <a:gd name="connsiteX54" fmla="*/ 159544 w 766763"/>
                <a:gd name="connsiteY54" fmla="*/ 138113 h 592932"/>
                <a:gd name="connsiteX55" fmla="*/ 104775 w 766763"/>
                <a:gd name="connsiteY55" fmla="*/ 200025 h 592932"/>
                <a:gd name="connsiteX56" fmla="*/ 107156 w 766763"/>
                <a:gd name="connsiteY56" fmla="*/ 245269 h 592932"/>
                <a:gd name="connsiteX57" fmla="*/ 140494 w 766763"/>
                <a:gd name="connsiteY57" fmla="*/ 300038 h 592932"/>
                <a:gd name="connsiteX58" fmla="*/ 166688 w 766763"/>
                <a:gd name="connsiteY58" fmla="*/ 338138 h 592932"/>
                <a:gd name="connsiteX59" fmla="*/ 133350 w 766763"/>
                <a:gd name="connsiteY59" fmla="*/ 381000 h 592932"/>
                <a:gd name="connsiteX60" fmla="*/ 80963 w 766763"/>
                <a:gd name="connsiteY60" fmla="*/ 359569 h 592932"/>
                <a:gd name="connsiteX61" fmla="*/ 50006 w 766763"/>
                <a:gd name="connsiteY61" fmla="*/ 404813 h 592932"/>
                <a:gd name="connsiteX62" fmla="*/ 19050 w 766763"/>
                <a:gd name="connsiteY62" fmla="*/ 421482 h 592932"/>
                <a:gd name="connsiteX63" fmla="*/ 4763 w 766763"/>
                <a:gd name="connsiteY63" fmla="*/ 457200 h 592932"/>
                <a:gd name="connsiteX64" fmla="*/ 0 w 766763"/>
                <a:gd name="connsiteY64" fmla="*/ 559594 h 592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66763" h="592932">
                  <a:moveTo>
                    <a:pt x="0" y="559594"/>
                  </a:moveTo>
                  <a:lnTo>
                    <a:pt x="97631" y="564357"/>
                  </a:lnTo>
                  <a:lnTo>
                    <a:pt x="111919" y="573882"/>
                  </a:lnTo>
                  <a:lnTo>
                    <a:pt x="123825" y="571500"/>
                  </a:lnTo>
                  <a:lnTo>
                    <a:pt x="154781" y="592932"/>
                  </a:lnTo>
                  <a:lnTo>
                    <a:pt x="192881" y="566738"/>
                  </a:lnTo>
                  <a:lnTo>
                    <a:pt x="192881" y="566738"/>
                  </a:lnTo>
                  <a:lnTo>
                    <a:pt x="269081" y="588169"/>
                  </a:lnTo>
                  <a:lnTo>
                    <a:pt x="290513" y="550069"/>
                  </a:lnTo>
                  <a:lnTo>
                    <a:pt x="350044" y="550069"/>
                  </a:lnTo>
                  <a:lnTo>
                    <a:pt x="385763" y="523875"/>
                  </a:lnTo>
                  <a:lnTo>
                    <a:pt x="414338" y="521494"/>
                  </a:lnTo>
                  <a:lnTo>
                    <a:pt x="464344" y="540544"/>
                  </a:lnTo>
                  <a:lnTo>
                    <a:pt x="497681" y="561975"/>
                  </a:lnTo>
                  <a:lnTo>
                    <a:pt x="550069" y="528638"/>
                  </a:lnTo>
                  <a:lnTo>
                    <a:pt x="590550" y="533400"/>
                  </a:lnTo>
                  <a:lnTo>
                    <a:pt x="604838" y="464344"/>
                  </a:lnTo>
                  <a:lnTo>
                    <a:pt x="602456" y="445294"/>
                  </a:lnTo>
                  <a:lnTo>
                    <a:pt x="688181" y="395288"/>
                  </a:lnTo>
                  <a:lnTo>
                    <a:pt x="702469" y="381000"/>
                  </a:lnTo>
                  <a:lnTo>
                    <a:pt x="762000" y="361950"/>
                  </a:lnTo>
                  <a:lnTo>
                    <a:pt x="762000" y="316707"/>
                  </a:lnTo>
                  <a:lnTo>
                    <a:pt x="733425" y="307182"/>
                  </a:lnTo>
                  <a:lnTo>
                    <a:pt x="719138" y="283369"/>
                  </a:lnTo>
                  <a:lnTo>
                    <a:pt x="726281" y="254794"/>
                  </a:lnTo>
                  <a:lnTo>
                    <a:pt x="762000" y="245269"/>
                  </a:lnTo>
                  <a:lnTo>
                    <a:pt x="766763" y="223838"/>
                  </a:lnTo>
                  <a:lnTo>
                    <a:pt x="754856" y="214313"/>
                  </a:lnTo>
                  <a:lnTo>
                    <a:pt x="754856" y="183357"/>
                  </a:lnTo>
                  <a:lnTo>
                    <a:pt x="650081" y="214313"/>
                  </a:lnTo>
                  <a:lnTo>
                    <a:pt x="631031" y="214313"/>
                  </a:lnTo>
                  <a:lnTo>
                    <a:pt x="592931" y="180975"/>
                  </a:lnTo>
                  <a:lnTo>
                    <a:pt x="561975" y="188119"/>
                  </a:lnTo>
                  <a:lnTo>
                    <a:pt x="540544" y="202407"/>
                  </a:lnTo>
                  <a:lnTo>
                    <a:pt x="509588" y="195263"/>
                  </a:lnTo>
                  <a:lnTo>
                    <a:pt x="473869" y="190500"/>
                  </a:lnTo>
                  <a:lnTo>
                    <a:pt x="414338" y="185738"/>
                  </a:lnTo>
                  <a:lnTo>
                    <a:pt x="392906" y="154782"/>
                  </a:lnTo>
                  <a:lnTo>
                    <a:pt x="371475" y="126207"/>
                  </a:lnTo>
                  <a:lnTo>
                    <a:pt x="342900" y="126207"/>
                  </a:lnTo>
                  <a:lnTo>
                    <a:pt x="311944" y="142875"/>
                  </a:lnTo>
                  <a:lnTo>
                    <a:pt x="283369" y="135732"/>
                  </a:lnTo>
                  <a:lnTo>
                    <a:pt x="259556" y="97632"/>
                  </a:lnTo>
                  <a:lnTo>
                    <a:pt x="233363" y="76200"/>
                  </a:lnTo>
                  <a:lnTo>
                    <a:pt x="221456" y="73819"/>
                  </a:lnTo>
                  <a:lnTo>
                    <a:pt x="180975" y="21432"/>
                  </a:lnTo>
                  <a:lnTo>
                    <a:pt x="159544" y="0"/>
                  </a:lnTo>
                  <a:lnTo>
                    <a:pt x="107156" y="2382"/>
                  </a:lnTo>
                  <a:lnTo>
                    <a:pt x="83344" y="42863"/>
                  </a:lnTo>
                  <a:lnTo>
                    <a:pt x="85725" y="69057"/>
                  </a:lnTo>
                  <a:lnTo>
                    <a:pt x="104775" y="90488"/>
                  </a:lnTo>
                  <a:lnTo>
                    <a:pt x="116681" y="102394"/>
                  </a:lnTo>
                  <a:lnTo>
                    <a:pt x="145256" y="109538"/>
                  </a:lnTo>
                  <a:lnTo>
                    <a:pt x="161925" y="121444"/>
                  </a:lnTo>
                  <a:lnTo>
                    <a:pt x="159544" y="138113"/>
                  </a:lnTo>
                  <a:lnTo>
                    <a:pt x="104775" y="200025"/>
                  </a:lnTo>
                  <a:lnTo>
                    <a:pt x="107156" y="245269"/>
                  </a:lnTo>
                  <a:lnTo>
                    <a:pt x="140494" y="300038"/>
                  </a:lnTo>
                  <a:lnTo>
                    <a:pt x="166688" y="338138"/>
                  </a:lnTo>
                  <a:lnTo>
                    <a:pt x="133350" y="381000"/>
                  </a:lnTo>
                  <a:lnTo>
                    <a:pt x="80963" y="359569"/>
                  </a:lnTo>
                  <a:lnTo>
                    <a:pt x="50006" y="404813"/>
                  </a:lnTo>
                  <a:lnTo>
                    <a:pt x="19050" y="421482"/>
                  </a:lnTo>
                  <a:lnTo>
                    <a:pt x="4763" y="457200"/>
                  </a:lnTo>
                  <a:lnTo>
                    <a:pt x="0" y="559594"/>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7" name="Freeform 76"/>
            <p:cNvSpPr/>
            <p:nvPr/>
          </p:nvSpPr>
          <p:spPr>
            <a:xfrm>
              <a:off x="6259513" y="3011488"/>
              <a:ext cx="128587" cy="190500"/>
            </a:xfrm>
            <a:custGeom>
              <a:avLst/>
              <a:gdLst>
                <a:gd name="connsiteX0" fmla="*/ 2382 w 128588"/>
                <a:gd name="connsiteY0" fmla="*/ 11906 h 183356"/>
                <a:gd name="connsiteX1" fmla="*/ 16669 w 128588"/>
                <a:gd name="connsiteY1" fmla="*/ 71437 h 183356"/>
                <a:gd name="connsiteX2" fmla="*/ 16669 w 128588"/>
                <a:gd name="connsiteY2" fmla="*/ 95250 h 183356"/>
                <a:gd name="connsiteX3" fmla="*/ 4763 w 128588"/>
                <a:gd name="connsiteY3" fmla="*/ 114300 h 183356"/>
                <a:gd name="connsiteX4" fmla="*/ 0 w 128588"/>
                <a:gd name="connsiteY4" fmla="*/ 169068 h 183356"/>
                <a:gd name="connsiteX5" fmla="*/ 26194 w 128588"/>
                <a:gd name="connsiteY5" fmla="*/ 183356 h 183356"/>
                <a:gd name="connsiteX6" fmla="*/ 61913 w 128588"/>
                <a:gd name="connsiteY6" fmla="*/ 178593 h 183356"/>
                <a:gd name="connsiteX7" fmla="*/ 61913 w 128588"/>
                <a:gd name="connsiteY7" fmla="*/ 178593 h 183356"/>
                <a:gd name="connsiteX8" fmla="*/ 95250 w 128588"/>
                <a:gd name="connsiteY8" fmla="*/ 142875 h 183356"/>
                <a:gd name="connsiteX9" fmla="*/ 128588 w 128588"/>
                <a:gd name="connsiteY9" fmla="*/ 107156 h 183356"/>
                <a:gd name="connsiteX10" fmla="*/ 119063 w 128588"/>
                <a:gd name="connsiteY10" fmla="*/ 85725 h 183356"/>
                <a:gd name="connsiteX11" fmla="*/ 114300 w 128588"/>
                <a:gd name="connsiteY11" fmla="*/ 28575 h 183356"/>
                <a:gd name="connsiteX12" fmla="*/ 88107 w 128588"/>
                <a:gd name="connsiteY12" fmla="*/ 7143 h 183356"/>
                <a:gd name="connsiteX13" fmla="*/ 54769 w 128588"/>
                <a:gd name="connsiteY13" fmla="*/ 0 h 183356"/>
                <a:gd name="connsiteX14" fmla="*/ 2382 w 128588"/>
                <a:gd name="connsiteY14" fmla="*/ 11906 h 183356"/>
                <a:gd name="connsiteX0" fmla="*/ 2382 w 128588"/>
                <a:gd name="connsiteY0" fmla="*/ 11906 h 183356"/>
                <a:gd name="connsiteX1" fmla="*/ 16669 w 128588"/>
                <a:gd name="connsiteY1" fmla="*/ 71437 h 183356"/>
                <a:gd name="connsiteX2" fmla="*/ 16669 w 128588"/>
                <a:gd name="connsiteY2" fmla="*/ 95250 h 183356"/>
                <a:gd name="connsiteX3" fmla="*/ 4763 w 128588"/>
                <a:gd name="connsiteY3" fmla="*/ 114300 h 183356"/>
                <a:gd name="connsiteX4" fmla="*/ 0 w 128588"/>
                <a:gd name="connsiteY4" fmla="*/ 169068 h 183356"/>
                <a:gd name="connsiteX5" fmla="*/ 26194 w 128588"/>
                <a:gd name="connsiteY5" fmla="*/ 183356 h 183356"/>
                <a:gd name="connsiteX6" fmla="*/ 61913 w 128588"/>
                <a:gd name="connsiteY6" fmla="*/ 178593 h 183356"/>
                <a:gd name="connsiteX7" fmla="*/ 61913 w 128588"/>
                <a:gd name="connsiteY7" fmla="*/ 178593 h 183356"/>
                <a:gd name="connsiteX8" fmla="*/ 90488 w 128588"/>
                <a:gd name="connsiteY8" fmla="*/ 171450 h 183356"/>
                <a:gd name="connsiteX9" fmla="*/ 128588 w 128588"/>
                <a:gd name="connsiteY9" fmla="*/ 107156 h 183356"/>
                <a:gd name="connsiteX10" fmla="*/ 119063 w 128588"/>
                <a:gd name="connsiteY10" fmla="*/ 85725 h 183356"/>
                <a:gd name="connsiteX11" fmla="*/ 114300 w 128588"/>
                <a:gd name="connsiteY11" fmla="*/ 28575 h 183356"/>
                <a:gd name="connsiteX12" fmla="*/ 88107 w 128588"/>
                <a:gd name="connsiteY12" fmla="*/ 7143 h 183356"/>
                <a:gd name="connsiteX13" fmla="*/ 54769 w 128588"/>
                <a:gd name="connsiteY13" fmla="*/ 0 h 183356"/>
                <a:gd name="connsiteX14" fmla="*/ 2382 w 128588"/>
                <a:gd name="connsiteY14" fmla="*/ 11906 h 183356"/>
                <a:gd name="connsiteX0" fmla="*/ 2382 w 128588"/>
                <a:gd name="connsiteY0" fmla="*/ 11906 h 188118"/>
                <a:gd name="connsiteX1" fmla="*/ 16669 w 128588"/>
                <a:gd name="connsiteY1" fmla="*/ 71437 h 188118"/>
                <a:gd name="connsiteX2" fmla="*/ 16669 w 128588"/>
                <a:gd name="connsiteY2" fmla="*/ 95250 h 188118"/>
                <a:gd name="connsiteX3" fmla="*/ 4763 w 128588"/>
                <a:gd name="connsiteY3" fmla="*/ 114300 h 188118"/>
                <a:gd name="connsiteX4" fmla="*/ 0 w 128588"/>
                <a:gd name="connsiteY4" fmla="*/ 169068 h 188118"/>
                <a:gd name="connsiteX5" fmla="*/ 26194 w 128588"/>
                <a:gd name="connsiteY5" fmla="*/ 183356 h 188118"/>
                <a:gd name="connsiteX6" fmla="*/ 61913 w 128588"/>
                <a:gd name="connsiteY6" fmla="*/ 178593 h 188118"/>
                <a:gd name="connsiteX7" fmla="*/ 66675 w 128588"/>
                <a:gd name="connsiteY7" fmla="*/ 188118 h 188118"/>
                <a:gd name="connsiteX8" fmla="*/ 90488 w 128588"/>
                <a:gd name="connsiteY8" fmla="*/ 171450 h 188118"/>
                <a:gd name="connsiteX9" fmla="*/ 128588 w 128588"/>
                <a:gd name="connsiteY9" fmla="*/ 107156 h 188118"/>
                <a:gd name="connsiteX10" fmla="*/ 119063 w 128588"/>
                <a:gd name="connsiteY10" fmla="*/ 85725 h 188118"/>
                <a:gd name="connsiteX11" fmla="*/ 114300 w 128588"/>
                <a:gd name="connsiteY11" fmla="*/ 28575 h 188118"/>
                <a:gd name="connsiteX12" fmla="*/ 88107 w 128588"/>
                <a:gd name="connsiteY12" fmla="*/ 7143 h 188118"/>
                <a:gd name="connsiteX13" fmla="*/ 54769 w 128588"/>
                <a:gd name="connsiteY13" fmla="*/ 0 h 188118"/>
                <a:gd name="connsiteX14" fmla="*/ 2382 w 128588"/>
                <a:gd name="connsiteY14" fmla="*/ 11906 h 188118"/>
                <a:gd name="connsiteX0" fmla="*/ 2382 w 128588"/>
                <a:gd name="connsiteY0" fmla="*/ 11906 h 190940"/>
                <a:gd name="connsiteX1" fmla="*/ 16669 w 128588"/>
                <a:gd name="connsiteY1" fmla="*/ 71437 h 190940"/>
                <a:gd name="connsiteX2" fmla="*/ 16669 w 128588"/>
                <a:gd name="connsiteY2" fmla="*/ 95250 h 190940"/>
                <a:gd name="connsiteX3" fmla="*/ 4763 w 128588"/>
                <a:gd name="connsiteY3" fmla="*/ 114300 h 190940"/>
                <a:gd name="connsiteX4" fmla="*/ 0 w 128588"/>
                <a:gd name="connsiteY4" fmla="*/ 169068 h 190940"/>
                <a:gd name="connsiteX5" fmla="*/ 26194 w 128588"/>
                <a:gd name="connsiteY5" fmla="*/ 183356 h 190940"/>
                <a:gd name="connsiteX6" fmla="*/ 57151 w 128588"/>
                <a:gd name="connsiteY6" fmla="*/ 190499 h 190940"/>
                <a:gd name="connsiteX7" fmla="*/ 66675 w 128588"/>
                <a:gd name="connsiteY7" fmla="*/ 188118 h 190940"/>
                <a:gd name="connsiteX8" fmla="*/ 90488 w 128588"/>
                <a:gd name="connsiteY8" fmla="*/ 171450 h 190940"/>
                <a:gd name="connsiteX9" fmla="*/ 128588 w 128588"/>
                <a:gd name="connsiteY9" fmla="*/ 107156 h 190940"/>
                <a:gd name="connsiteX10" fmla="*/ 119063 w 128588"/>
                <a:gd name="connsiteY10" fmla="*/ 85725 h 190940"/>
                <a:gd name="connsiteX11" fmla="*/ 114300 w 128588"/>
                <a:gd name="connsiteY11" fmla="*/ 28575 h 190940"/>
                <a:gd name="connsiteX12" fmla="*/ 88107 w 128588"/>
                <a:gd name="connsiteY12" fmla="*/ 7143 h 190940"/>
                <a:gd name="connsiteX13" fmla="*/ 54769 w 128588"/>
                <a:gd name="connsiteY13" fmla="*/ 0 h 190940"/>
                <a:gd name="connsiteX14" fmla="*/ 2382 w 128588"/>
                <a:gd name="connsiteY14" fmla="*/ 11906 h 19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190940">
                  <a:moveTo>
                    <a:pt x="2382" y="11906"/>
                  </a:moveTo>
                  <a:lnTo>
                    <a:pt x="16669" y="71437"/>
                  </a:lnTo>
                  <a:lnTo>
                    <a:pt x="16669" y="95250"/>
                  </a:lnTo>
                  <a:lnTo>
                    <a:pt x="4763" y="114300"/>
                  </a:lnTo>
                  <a:lnTo>
                    <a:pt x="0" y="169068"/>
                  </a:lnTo>
                  <a:lnTo>
                    <a:pt x="26194" y="183356"/>
                  </a:lnTo>
                  <a:cubicBezTo>
                    <a:pt x="38100" y="181768"/>
                    <a:pt x="50404" y="189705"/>
                    <a:pt x="57151" y="190499"/>
                  </a:cubicBezTo>
                  <a:cubicBezTo>
                    <a:pt x="63898" y="191293"/>
                    <a:pt x="61119" y="191293"/>
                    <a:pt x="66675" y="188118"/>
                  </a:cubicBezTo>
                  <a:cubicBezTo>
                    <a:pt x="72231" y="184943"/>
                    <a:pt x="80169" y="184944"/>
                    <a:pt x="90488" y="171450"/>
                  </a:cubicBezTo>
                  <a:cubicBezTo>
                    <a:pt x="100807" y="157956"/>
                    <a:pt x="115888" y="128587"/>
                    <a:pt x="128588" y="107156"/>
                  </a:cubicBezTo>
                  <a:lnTo>
                    <a:pt x="119063" y="85725"/>
                  </a:lnTo>
                  <a:lnTo>
                    <a:pt x="114300" y="28575"/>
                  </a:lnTo>
                  <a:lnTo>
                    <a:pt x="88107" y="7143"/>
                  </a:lnTo>
                  <a:lnTo>
                    <a:pt x="54769" y="0"/>
                  </a:lnTo>
                  <a:lnTo>
                    <a:pt x="2382" y="11906"/>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8" name="Freeform 77"/>
            <p:cNvSpPr/>
            <p:nvPr/>
          </p:nvSpPr>
          <p:spPr>
            <a:xfrm>
              <a:off x="5849938" y="3114675"/>
              <a:ext cx="763587" cy="1087438"/>
            </a:xfrm>
            <a:custGeom>
              <a:avLst/>
              <a:gdLst>
                <a:gd name="connsiteX0" fmla="*/ 319088 w 764382"/>
                <a:gd name="connsiteY0" fmla="*/ 392907 h 1088232"/>
                <a:gd name="connsiteX1" fmla="*/ 350044 w 764382"/>
                <a:gd name="connsiteY1" fmla="*/ 466725 h 1088232"/>
                <a:gd name="connsiteX2" fmla="*/ 340519 w 764382"/>
                <a:gd name="connsiteY2" fmla="*/ 509588 h 1088232"/>
                <a:gd name="connsiteX3" fmla="*/ 333375 w 764382"/>
                <a:gd name="connsiteY3" fmla="*/ 559594 h 1088232"/>
                <a:gd name="connsiteX4" fmla="*/ 247650 w 764382"/>
                <a:gd name="connsiteY4" fmla="*/ 633413 h 1088232"/>
                <a:gd name="connsiteX5" fmla="*/ 238125 w 764382"/>
                <a:gd name="connsiteY5" fmla="*/ 690563 h 1088232"/>
                <a:gd name="connsiteX6" fmla="*/ 135732 w 764382"/>
                <a:gd name="connsiteY6" fmla="*/ 711994 h 1088232"/>
                <a:gd name="connsiteX7" fmla="*/ 116682 w 764382"/>
                <a:gd name="connsiteY7" fmla="*/ 738188 h 1088232"/>
                <a:gd name="connsiteX8" fmla="*/ 30957 w 764382"/>
                <a:gd name="connsiteY8" fmla="*/ 707232 h 1088232"/>
                <a:gd name="connsiteX9" fmla="*/ 16669 w 764382"/>
                <a:gd name="connsiteY9" fmla="*/ 707232 h 1088232"/>
                <a:gd name="connsiteX10" fmla="*/ 7144 w 764382"/>
                <a:gd name="connsiteY10" fmla="*/ 735807 h 1088232"/>
                <a:gd name="connsiteX11" fmla="*/ 0 w 764382"/>
                <a:gd name="connsiteY11" fmla="*/ 752475 h 1088232"/>
                <a:gd name="connsiteX12" fmla="*/ 26194 w 764382"/>
                <a:gd name="connsiteY12" fmla="*/ 781050 h 1088232"/>
                <a:gd name="connsiteX13" fmla="*/ 45244 w 764382"/>
                <a:gd name="connsiteY13" fmla="*/ 778669 h 1088232"/>
                <a:gd name="connsiteX14" fmla="*/ 52388 w 764382"/>
                <a:gd name="connsiteY14" fmla="*/ 819150 h 1088232"/>
                <a:gd name="connsiteX15" fmla="*/ 66675 w 764382"/>
                <a:gd name="connsiteY15" fmla="*/ 840582 h 1088232"/>
                <a:gd name="connsiteX16" fmla="*/ 92869 w 764382"/>
                <a:gd name="connsiteY16" fmla="*/ 831057 h 1088232"/>
                <a:gd name="connsiteX17" fmla="*/ 109538 w 764382"/>
                <a:gd name="connsiteY17" fmla="*/ 819150 h 1088232"/>
                <a:gd name="connsiteX18" fmla="*/ 133350 w 764382"/>
                <a:gd name="connsiteY18" fmla="*/ 819150 h 1088232"/>
                <a:gd name="connsiteX19" fmla="*/ 142875 w 764382"/>
                <a:gd name="connsiteY19" fmla="*/ 912019 h 1088232"/>
                <a:gd name="connsiteX20" fmla="*/ 171450 w 764382"/>
                <a:gd name="connsiteY20" fmla="*/ 933450 h 1088232"/>
                <a:gd name="connsiteX21" fmla="*/ 180975 w 764382"/>
                <a:gd name="connsiteY21" fmla="*/ 966788 h 1088232"/>
                <a:gd name="connsiteX22" fmla="*/ 221457 w 764382"/>
                <a:gd name="connsiteY22" fmla="*/ 992982 h 1088232"/>
                <a:gd name="connsiteX23" fmla="*/ 254794 w 764382"/>
                <a:gd name="connsiteY23" fmla="*/ 1035844 h 1088232"/>
                <a:gd name="connsiteX24" fmla="*/ 280988 w 764382"/>
                <a:gd name="connsiteY24" fmla="*/ 1054894 h 1088232"/>
                <a:gd name="connsiteX25" fmla="*/ 307182 w 764382"/>
                <a:gd name="connsiteY25" fmla="*/ 1081088 h 1088232"/>
                <a:gd name="connsiteX26" fmla="*/ 319088 w 764382"/>
                <a:gd name="connsiteY26" fmla="*/ 1088232 h 1088232"/>
                <a:gd name="connsiteX27" fmla="*/ 347663 w 764382"/>
                <a:gd name="connsiteY27" fmla="*/ 1076325 h 1088232"/>
                <a:gd name="connsiteX28" fmla="*/ 357188 w 764382"/>
                <a:gd name="connsiteY28" fmla="*/ 1050132 h 1088232"/>
                <a:gd name="connsiteX29" fmla="*/ 392907 w 764382"/>
                <a:gd name="connsiteY29" fmla="*/ 1033463 h 1088232"/>
                <a:gd name="connsiteX30" fmla="*/ 414338 w 764382"/>
                <a:gd name="connsiteY30" fmla="*/ 1033463 h 1088232"/>
                <a:gd name="connsiteX31" fmla="*/ 438150 w 764382"/>
                <a:gd name="connsiteY31" fmla="*/ 1045369 h 1088232"/>
                <a:gd name="connsiteX32" fmla="*/ 461963 w 764382"/>
                <a:gd name="connsiteY32" fmla="*/ 1073944 h 1088232"/>
                <a:gd name="connsiteX33" fmla="*/ 461963 w 764382"/>
                <a:gd name="connsiteY33" fmla="*/ 1073944 h 1088232"/>
                <a:gd name="connsiteX34" fmla="*/ 511969 w 764382"/>
                <a:gd name="connsiteY34" fmla="*/ 1033463 h 1088232"/>
                <a:gd name="connsiteX35" fmla="*/ 547688 w 764382"/>
                <a:gd name="connsiteY35" fmla="*/ 1033463 h 1088232"/>
                <a:gd name="connsiteX36" fmla="*/ 585788 w 764382"/>
                <a:gd name="connsiteY36" fmla="*/ 1012032 h 1088232"/>
                <a:gd name="connsiteX37" fmla="*/ 583407 w 764382"/>
                <a:gd name="connsiteY37" fmla="*/ 964407 h 1088232"/>
                <a:gd name="connsiteX38" fmla="*/ 578644 w 764382"/>
                <a:gd name="connsiteY38" fmla="*/ 947738 h 1088232"/>
                <a:gd name="connsiteX39" fmla="*/ 583407 w 764382"/>
                <a:gd name="connsiteY39" fmla="*/ 902494 h 1088232"/>
                <a:gd name="connsiteX40" fmla="*/ 581025 w 764382"/>
                <a:gd name="connsiteY40" fmla="*/ 842963 h 1088232"/>
                <a:gd name="connsiteX41" fmla="*/ 573882 w 764382"/>
                <a:gd name="connsiteY41" fmla="*/ 812007 h 1088232"/>
                <a:gd name="connsiteX42" fmla="*/ 542925 w 764382"/>
                <a:gd name="connsiteY42" fmla="*/ 778669 h 1088232"/>
                <a:gd name="connsiteX43" fmla="*/ 526257 w 764382"/>
                <a:gd name="connsiteY43" fmla="*/ 762000 h 1088232"/>
                <a:gd name="connsiteX44" fmla="*/ 531019 w 764382"/>
                <a:gd name="connsiteY44" fmla="*/ 742950 h 1088232"/>
                <a:gd name="connsiteX45" fmla="*/ 526257 w 764382"/>
                <a:gd name="connsiteY45" fmla="*/ 726282 h 1088232"/>
                <a:gd name="connsiteX46" fmla="*/ 519113 w 764382"/>
                <a:gd name="connsiteY46" fmla="*/ 700088 h 1088232"/>
                <a:gd name="connsiteX47" fmla="*/ 531019 w 764382"/>
                <a:gd name="connsiteY47" fmla="*/ 673894 h 1088232"/>
                <a:gd name="connsiteX48" fmla="*/ 542925 w 764382"/>
                <a:gd name="connsiteY48" fmla="*/ 659607 h 1088232"/>
                <a:gd name="connsiteX49" fmla="*/ 528638 w 764382"/>
                <a:gd name="connsiteY49" fmla="*/ 640557 h 1088232"/>
                <a:gd name="connsiteX50" fmla="*/ 519113 w 764382"/>
                <a:gd name="connsiteY50" fmla="*/ 616744 h 1088232"/>
                <a:gd name="connsiteX51" fmla="*/ 502444 w 764382"/>
                <a:gd name="connsiteY51" fmla="*/ 611982 h 1088232"/>
                <a:gd name="connsiteX52" fmla="*/ 488157 w 764382"/>
                <a:gd name="connsiteY52" fmla="*/ 604838 h 1088232"/>
                <a:gd name="connsiteX53" fmla="*/ 481013 w 764382"/>
                <a:gd name="connsiteY53" fmla="*/ 607219 h 1088232"/>
                <a:gd name="connsiteX54" fmla="*/ 464344 w 764382"/>
                <a:gd name="connsiteY54" fmla="*/ 557213 h 1088232"/>
                <a:gd name="connsiteX55" fmla="*/ 450057 w 764382"/>
                <a:gd name="connsiteY55" fmla="*/ 540544 h 1088232"/>
                <a:gd name="connsiteX56" fmla="*/ 445294 w 764382"/>
                <a:gd name="connsiteY56" fmla="*/ 492919 h 1088232"/>
                <a:gd name="connsiteX57" fmla="*/ 464344 w 764382"/>
                <a:gd name="connsiteY57" fmla="*/ 473869 h 1088232"/>
                <a:gd name="connsiteX58" fmla="*/ 476250 w 764382"/>
                <a:gd name="connsiteY58" fmla="*/ 438150 h 1088232"/>
                <a:gd name="connsiteX59" fmla="*/ 528638 w 764382"/>
                <a:gd name="connsiteY59" fmla="*/ 428625 h 1088232"/>
                <a:gd name="connsiteX60" fmla="*/ 557213 w 764382"/>
                <a:gd name="connsiteY60" fmla="*/ 426244 h 1088232"/>
                <a:gd name="connsiteX61" fmla="*/ 559594 w 764382"/>
                <a:gd name="connsiteY61" fmla="*/ 395288 h 1088232"/>
                <a:gd name="connsiteX62" fmla="*/ 540544 w 764382"/>
                <a:gd name="connsiteY62" fmla="*/ 364332 h 1088232"/>
                <a:gd name="connsiteX63" fmla="*/ 521494 w 764382"/>
                <a:gd name="connsiteY63" fmla="*/ 364332 h 1088232"/>
                <a:gd name="connsiteX64" fmla="*/ 497682 w 764382"/>
                <a:gd name="connsiteY64" fmla="*/ 335757 h 1088232"/>
                <a:gd name="connsiteX65" fmla="*/ 461963 w 764382"/>
                <a:gd name="connsiteY65" fmla="*/ 323850 h 1088232"/>
                <a:gd name="connsiteX66" fmla="*/ 433388 w 764382"/>
                <a:gd name="connsiteY66" fmla="*/ 319088 h 1088232"/>
                <a:gd name="connsiteX67" fmla="*/ 445294 w 764382"/>
                <a:gd name="connsiteY67" fmla="*/ 278607 h 1088232"/>
                <a:gd name="connsiteX68" fmla="*/ 442913 w 764382"/>
                <a:gd name="connsiteY68" fmla="*/ 250032 h 1088232"/>
                <a:gd name="connsiteX69" fmla="*/ 457200 w 764382"/>
                <a:gd name="connsiteY69" fmla="*/ 202407 h 1088232"/>
                <a:gd name="connsiteX70" fmla="*/ 500063 w 764382"/>
                <a:gd name="connsiteY70" fmla="*/ 200025 h 1088232"/>
                <a:gd name="connsiteX71" fmla="*/ 531019 w 764382"/>
                <a:gd name="connsiteY71" fmla="*/ 216694 h 1088232"/>
                <a:gd name="connsiteX72" fmla="*/ 578644 w 764382"/>
                <a:gd name="connsiteY72" fmla="*/ 233363 h 1088232"/>
                <a:gd name="connsiteX73" fmla="*/ 604838 w 764382"/>
                <a:gd name="connsiteY73" fmla="*/ 252413 h 1088232"/>
                <a:gd name="connsiteX74" fmla="*/ 614363 w 764382"/>
                <a:gd name="connsiteY74" fmla="*/ 271463 h 1088232"/>
                <a:gd name="connsiteX75" fmla="*/ 626269 w 764382"/>
                <a:gd name="connsiteY75" fmla="*/ 280988 h 1088232"/>
                <a:gd name="connsiteX76" fmla="*/ 650082 w 764382"/>
                <a:gd name="connsiteY76" fmla="*/ 271463 h 1088232"/>
                <a:gd name="connsiteX77" fmla="*/ 671513 w 764382"/>
                <a:gd name="connsiteY77" fmla="*/ 259557 h 1088232"/>
                <a:gd name="connsiteX78" fmla="*/ 683419 w 764382"/>
                <a:gd name="connsiteY78" fmla="*/ 230982 h 1088232"/>
                <a:gd name="connsiteX79" fmla="*/ 697707 w 764382"/>
                <a:gd name="connsiteY79" fmla="*/ 204788 h 1088232"/>
                <a:gd name="connsiteX80" fmla="*/ 716757 w 764382"/>
                <a:gd name="connsiteY80" fmla="*/ 166688 h 1088232"/>
                <a:gd name="connsiteX81" fmla="*/ 719138 w 764382"/>
                <a:gd name="connsiteY81" fmla="*/ 150019 h 1088232"/>
                <a:gd name="connsiteX82" fmla="*/ 750094 w 764382"/>
                <a:gd name="connsiteY82" fmla="*/ 140494 h 1088232"/>
                <a:gd name="connsiteX83" fmla="*/ 764382 w 764382"/>
                <a:gd name="connsiteY83" fmla="*/ 119063 h 1088232"/>
                <a:gd name="connsiteX84" fmla="*/ 759619 w 764382"/>
                <a:gd name="connsiteY84" fmla="*/ 102394 h 1088232"/>
                <a:gd name="connsiteX85" fmla="*/ 728663 w 764382"/>
                <a:gd name="connsiteY85" fmla="*/ 100013 h 1088232"/>
                <a:gd name="connsiteX86" fmla="*/ 704850 w 764382"/>
                <a:gd name="connsiteY86" fmla="*/ 107157 h 1088232"/>
                <a:gd name="connsiteX87" fmla="*/ 695325 w 764382"/>
                <a:gd name="connsiteY87" fmla="*/ 126207 h 1088232"/>
                <a:gd name="connsiteX88" fmla="*/ 661988 w 764382"/>
                <a:gd name="connsiteY88" fmla="*/ 121444 h 1088232"/>
                <a:gd name="connsiteX89" fmla="*/ 633413 w 764382"/>
                <a:gd name="connsiteY89" fmla="*/ 114300 h 1088232"/>
                <a:gd name="connsiteX90" fmla="*/ 602457 w 764382"/>
                <a:gd name="connsiteY90" fmla="*/ 102394 h 1088232"/>
                <a:gd name="connsiteX91" fmla="*/ 581025 w 764382"/>
                <a:gd name="connsiteY91" fmla="*/ 83344 h 1088232"/>
                <a:gd name="connsiteX92" fmla="*/ 569119 w 764382"/>
                <a:gd name="connsiteY92" fmla="*/ 50007 h 1088232"/>
                <a:gd name="connsiteX93" fmla="*/ 559594 w 764382"/>
                <a:gd name="connsiteY93" fmla="*/ 16669 h 1088232"/>
                <a:gd name="connsiteX94" fmla="*/ 550069 w 764382"/>
                <a:gd name="connsiteY94" fmla="*/ 0 h 1088232"/>
                <a:gd name="connsiteX95" fmla="*/ 535782 w 764382"/>
                <a:gd name="connsiteY95" fmla="*/ 9525 h 1088232"/>
                <a:gd name="connsiteX96" fmla="*/ 481013 w 764382"/>
                <a:gd name="connsiteY96" fmla="*/ 83344 h 1088232"/>
                <a:gd name="connsiteX97" fmla="*/ 433388 w 764382"/>
                <a:gd name="connsiteY97" fmla="*/ 80963 h 1088232"/>
                <a:gd name="connsiteX98" fmla="*/ 414338 w 764382"/>
                <a:gd name="connsiteY98" fmla="*/ 71438 h 1088232"/>
                <a:gd name="connsiteX99" fmla="*/ 404813 w 764382"/>
                <a:gd name="connsiteY99" fmla="*/ 61913 h 1088232"/>
                <a:gd name="connsiteX100" fmla="*/ 411957 w 764382"/>
                <a:gd name="connsiteY100" fmla="*/ 107157 h 1088232"/>
                <a:gd name="connsiteX101" fmla="*/ 421482 w 764382"/>
                <a:gd name="connsiteY101" fmla="*/ 130969 h 1088232"/>
                <a:gd name="connsiteX102" fmla="*/ 421482 w 764382"/>
                <a:gd name="connsiteY102" fmla="*/ 159544 h 1088232"/>
                <a:gd name="connsiteX103" fmla="*/ 411957 w 764382"/>
                <a:gd name="connsiteY103" fmla="*/ 180975 h 1088232"/>
                <a:gd name="connsiteX104" fmla="*/ 383382 w 764382"/>
                <a:gd name="connsiteY104" fmla="*/ 192882 h 1088232"/>
                <a:gd name="connsiteX105" fmla="*/ 388144 w 764382"/>
                <a:gd name="connsiteY105" fmla="*/ 221457 h 1088232"/>
                <a:gd name="connsiteX106" fmla="*/ 385763 w 764382"/>
                <a:gd name="connsiteY106" fmla="*/ 238125 h 1088232"/>
                <a:gd name="connsiteX107" fmla="*/ 376238 w 764382"/>
                <a:gd name="connsiteY107" fmla="*/ 254794 h 1088232"/>
                <a:gd name="connsiteX108" fmla="*/ 350044 w 764382"/>
                <a:gd name="connsiteY108" fmla="*/ 264319 h 1088232"/>
                <a:gd name="connsiteX109" fmla="*/ 347663 w 764382"/>
                <a:gd name="connsiteY109" fmla="*/ 292894 h 1088232"/>
                <a:gd name="connsiteX110" fmla="*/ 347663 w 764382"/>
                <a:gd name="connsiteY110" fmla="*/ 292894 h 1088232"/>
                <a:gd name="connsiteX111" fmla="*/ 385763 w 764382"/>
                <a:gd name="connsiteY111" fmla="*/ 314325 h 1088232"/>
                <a:gd name="connsiteX112" fmla="*/ 385763 w 764382"/>
                <a:gd name="connsiteY112" fmla="*/ 359569 h 1088232"/>
                <a:gd name="connsiteX113" fmla="*/ 319088 w 764382"/>
                <a:gd name="connsiteY113" fmla="*/ 392907 h 1088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764382" h="1088232">
                  <a:moveTo>
                    <a:pt x="319088" y="392907"/>
                  </a:moveTo>
                  <a:lnTo>
                    <a:pt x="350044" y="466725"/>
                  </a:lnTo>
                  <a:lnTo>
                    <a:pt x="340519" y="509588"/>
                  </a:lnTo>
                  <a:lnTo>
                    <a:pt x="333375" y="559594"/>
                  </a:lnTo>
                  <a:lnTo>
                    <a:pt x="247650" y="633413"/>
                  </a:lnTo>
                  <a:lnTo>
                    <a:pt x="238125" y="690563"/>
                  </a:lnTo>
                  <a:lnTo>
                    <a:pt x="135732" y="711994"/>
                  </a:lnTo>
                  <a:lnTo>
                    <a:pt x="116682" y="738188"/>
                  </a:lnTo>
                  <a:lnTo>
                    <a:pt x="30957" y="707232"/>
                  </a:lnTo>
                  <a:lnTo>
                    <a:pt x="16669" y="707232"/>
                  </a:lnTo>
                  <a:lnTo>
                    <a:pt x="7144" y="735807"/>
                  </a:lnTo>
                  <a:lnTo>
                    <a:pt x="0" y="752475"/>
                  </a:lnTo>
                  <a:lnTo>
                    <a:pt x="26194" y="781050"/>
                  </a:lnTo>
                  <a:lnTo>
                    <a:pt x="45244" y="778669"/>
                  </a:lnTo>
                  <a:lnTo>
                    <a:pt x="52388" y="819150"/>
                  </a:lnTo>
                  <a:lnTo>
                    <a:pt x="66675" y="840582"/>
                  </a:lnTo>
                  <a:lnTo>
                    <a:pt x="92869" y="831057"/>
                  </a:lnTo>
                  <a:lnTo>
                    <a:pt x="109538" y="819150"/>
                  </a:lnTo>
                  <a:lnTo>
                    <a:pt x="133350" y="819150"/>
                  </a:lnTo>
                  <a:lnTo>
                    <a:pt x="142875" y="912019"/>
                  </a:lnTo>
                  <a:lnTo>
                    <a:pt x="171450" y="933450"/>
                  </a:lnTo>
                  <a:lnTo>
                    <a:pt x="180975" y="966788"/>
                  </a:lnTo>
                  <a:lnTo>
                    <a:pt x="221457" y="992982"/>
                  </a:lnTo>
                  <a:lnTo>
                    <a:pt x="254794" y="1035844"/>
                  </a:lnTo>
                  <a:lnTo>
                    <a:pt x="280988" y="1054894"/>
                  </a:lnTo>
                  <a:lnTo>
                    <a:pt x="307182" y="1081088"/>
                  </a:lnTo>
                  <a:lnTo>
                    <a:pt x="319088" y="1088232"/>
                  </a:lnTo>
                  <a:lnTo>
                    <a:pt x="347663" y="1076325"/>
                  </a:lnTo>
                  <a:lnTo>
                    <a:pt x="357188" y="1050132"/>
                  </a:lnTo>
                  <a:lnTo>
                    <a:pt x="392907" y="1033463"/>
                  </a:lnTo>
                  <a:lnTo>
                    <a:pt x="414338" y="1033463"/>
                  </a:lnTo>
                  <a:lnTo>
                    <a:pt x="438150" y="1045369"/>
                  </a:lnTo>
                  <a:lnTo>
                    <a:pt x="461963" y="1073944"/>
                  </a:lnTo>
                  <a:lnTo>
                    <a:pt x="461963" y="1073944"/>
                  </a:lnTo>
                  <a:lnTo>
                    <a:pt x="511969" y="1033463"/>
                  </a:lnTo>
                  <a:lnTo>
                    <a:pt x="547688" y="1033463"/>
                  </a:lnTo>
                  <a:lnTo>
                    <a:pt x="585788" y="1012032"/>
                  </a:lnTo>
                  <a:lnTo>
                    <a:pt x="583407" y="964407"/>
                  </a:lnTo>
                  <a:lnTo>
                    <a:pt x="578644" y="947738"/>
                  </a:lnTo>
                  <a:lnTo>
                    <a:pt x="583407" y="902494"/>
                  </a:lnTo>
                  <a:lnTo>
                    <a:pt x="581025" y="842963"/>
                  </a:lnTo>
                  <a:lnTo>
                    <a:pt x="573882" y="812007"/>
                  </a:lnTo>
                  <a:lnTo>
                    <a:pt x="542925" y="778669"/>
                  </a:lnTo>
                  <a:lnTo>
                    <a:pt x="526257" y="762000"/>
                  </a:lnTo>
                  <a:lnTo>
                    <a:pt x="531019" y="742950"/>
                  </a:lnTo>
                  <a:lnTo>
                    <a:pt x="526257" y="726282"/>
                  </a:lnTo>
                  <a:lnTo>
                    <a:pt x="519113" y="700088"/>
                  </a:lnTo>
                  <a:lnTo>
                    <a:pt x="531019" y="673894"/>
                  </a:lnTo>
                  <a:lnTo>
                    <a:pt x="542925" y="659607"/>
                  </a:lnTo>
                  <a:lnTo>
                    <a:pt x="528638" y="640557"/>
                  </a:lnTo>
                  <a:lnTo>
                    <a:pt x="519113" y="616744"/>
                  </a:lnTo>
                  <a:lnTo>
                    <a:pt x="502444" y="611982"/>
                  </a:lnTo>
                  <a:lnTo>
                    <a:pt x="488157" y="604838"/>
                  </a:lnTo>
                  <a:lnTo>
                    <a:pt x="481013" y="607219"/>
                  </a:lnTo>
                  <a:lnTo>
                    <a:pt x="464344" y="557213"/>
                  </a:lnTo>
                  <a:lnTo>
                    <a:pt x="450057" y="540544"/>
                  </a:lnTo>
                  <a:lnTo>
                    <a:pt x="445294" y="492919"/>
                  </a:lnTo>
                  <a:lnTo>
                    <a:pt x="464344" y="473869"/>
                  </a:lnTo>
                  <a:lnTo>
                    <a:pt x="476250" y="438150"/>
                  </a:lnTo>
                  <a:lnTo>
                    <a:pt x="528638" y="428625"/>
                  </a:lnTo>
                  <a:lnTo>
                    <a:pt x="557213" y="426244"/>
                  </a:lnTo>
                  <a:lnTo>
                    <a:pt x="559594" y="395288"/>
                  </a:lnTo>
                  <a:lnTo>
                    <a:pt x="540544" y="364332"/>
                  </a:lnTo>
                  <a:lnTo>
                    <a:pt x="521494" y="364332"/>
                  </a:lnTo>
                  <a:lnTo>
                    <a:pt x="497682" y="335757"/>
                  </a:lnTo>
                  <a:lnTo>
                    <a:pt x="461963" y="323850"/>
                  </a:lnTo>
                  <a:lnTo>
                    <a:pt x="433388" y="319088"/>
                  </a:lnTo>
                  <a:lnTo>
                    <a:pt x="445294" y="278607"/>
                  </a:lnTo>
                  <a:lnTo>
                    <a:pt x="442913" y="250032"/>
                  </a:lnTo>
                  <a:lnTo>
                    <a:pt x="457200" y="202407"/>
                  </a:lnTo>
                  <a:lnTo>
                    <a:pt x="500063" y="200025"/>
                  </a:lnTo>
                  <a:lnTo>
                    <a:pt x="531019" y="216694"/>
                  </a:lnTo>
                  <a:lnTo>
                    <a:pt x="578644" y="233363"/>
                  </a:lnTo>
                  <a:lnTo>
                    <a:pt x="604838" y="252413"/>
                  </a:lnTo>
                  <a:lnTo>
                    <a:pt x="614363" y="271463"/>
                  </a:lnTo>
                  <a:lnTo>
                    <a:pt x="626269" y="280988"/>
                  </a:lnTo>
                  <a:lnTo>
                    <a:pt x="650082" y="271463"/>
                  </a:lnTo>
                  <a:lnTo>
                    <a:pt x="671513" y="259557"/>
                  </a:lnTo>
                  <a:lnTo>
                    <a:pt x="683419" y="230982"/>
                  </a:lnTo>
                  <a:lnTo>
                    <a:pt x="697707" y="204788"/>
                  </a:lnTo>
                  <a:lnTo>
                    <a:pt x="716757" y="166688"/>
                  </a:lnTo>
                  <a:lnTo>
                    <a:pt x="719138" y="150019"/>
                  </a:lnTo>
                  <a:lnTo>
                    <a:pt x="750094" y="140494"/>
                  </a:lnTo>
                  <a:lnTo>
                    <a:pt x="764382" y="119063"/>
                  </a:lnTo>
                  <a:lnTo>
                    <a:pt x="759619" y="102394"/>
                  </a:lnTo>
                  <a:lnTo>
                    <a:pt x="728663" y="100013"/>
                  </a:lnTo>
                  <a:lnTo>
                    <a:pt x="704850" y="107157"/>
                  </a:lnTo>
                  <a:lnTo>
                    <a:pt x="695325" y="126207"/>
                  </a:lnTo>
                  <a:lnTo>
                    <a:pt x="661988" y="121444"/>
                  </a:lnTo>
                  <a:lnTo>
                    <a:pt x="633413" y="114300"/>
                  </a:lnTo>
                  <a:lnTo>
                    <a:pt x="602457" y="102394"/>
                  </a:lnTo>
                  <a:lnTo>
                    <a:pt x="581025" y="83344"/>
                  </a:lnTo>
                  <a:lnTo>
                    <a:pt x="569119" y="50007"/>
                  </a:lnTo>
                  <a:lnTo>
                    <a:pt x="559594" y="16669"/>
                  </a:lnTo>
                  <a:lnTo>
                    <a:pt x="550069" y="0"/>
                  </a:lnTo>
                  <a:lnTo>
                    <a:pt x="535782" y="9525"/>
                  </a:lnTo>
                  <a:lnTo>
                    <a:pt x="481013" y="83344"/>
                  </a:lnTo>
                  <a:lnTo>
                    <a:pt x="433388" y="80963"/>
                  </a:lnTo>
                  <a:lnTo>
                    <a:pt x="414338" y="71438"/>
                  </a:lnTo>
                  <a:lnTo>
                    <a:pt x="404813" y="61913"/>
                  </a:lnTo>
                  <a:lnTo>
                    <a:pt x="411957" y="107157"/>
                  </a:lnTo>
                  <a:lnTo>
                    <a:pt x="421482" y="130969"/>
                  </a:lnTo>
                  <a:lnTo>
                    <a:pt x="421482" y="159544"/>
                  </a:lnTo>
                  <a:lnTo>
                    <a:pt x="411957" y="180975"/>
                  </a:lnTo>
                  <a:lnTo>
                    <a:pt x="383382" y="192882"/>
                  </a:lnTo>
                  <a:lnTo>
                    <a:pt x="388144" y="221457"/>
                  </a:lnTo>
                  <a:lnTo>
                    <a:pt x="385763" y="238125"/>
                  </a:lnTo>
                  <a:lnTo>
                    <a:pt x="376238" y="254794"/>
                  </a:lnTo>
                  <a:lnTo>
                    <a:pt x="350044" y="264319"/>
                  </a:lnTo>
                  <a:lnTo>
                    <a:pt x="347663" y="292894"/>
                  </a:lnTo>
                  <a:lnTo>
                    <a:pt x="347663" y="292894"/>
                  </a:lnTo>
                  <a:lnTo>
                    <a:pt x="385763" y="314325"/>
                  </a:lnTo>
                  <a:lnTo>
                    <a:pt x="385763" y="359569"/>
                  </a:lnTo>
                  <a:lnTo>
                    <a:pt x="319088" y="392907"/>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79" name="Freeform 78"/>
            <p:cNvSpPr/>
            <p:nvPr/>
          </p:nvSpPr>
          <p:spPr>
            <a:xfrm>
              <a:off x="2906713" y="3486150"/>
              <a:ext cx="973137" cy="863600"/>
            </a:xfrm>
            <a:custGeom>
              <a:avLst/>
              <a:gdLst>
                <a:gd name="connsiteX0" fmla="*/ 461963 w 973932"/>
                <a:gd name="connsiteY0" fmla="*/ 0 h 864394"/>
                <a:gd name="connsiteX1" fmla="*/ 454819 w 973932"/>
                <a:gd name="connsiteY1" fmla="*/ 71438 h 864394"/>
                <a:gd name="connsiteX2" fmla="*/ 411957 w 973932"/>
                <a:gd name="connsiteY2" fmla="*/ 78582 h 864394"/>
                <a:gd name="connsiteX3" fmla="*/ 395288 w 973932"/>
                <a:gd name="connsiteY3" fmla="*/ 66675 h 864394"/>
                <a:gd name="connsiteX4" fmla="*/ 359569 w 973932"/>
                <a:gd name="connsiteY4" fmla="*/ 64294 h 864394"/>
                <a:gd name="connsiteX5" fmla="*/ 333375 w 973932"/>
                <a:gd name="connsiteY5" fmla="*/ 64294 h 864394"/>
                <a:gd name="connsiteX6" fmla="*/ 304800 w 973932"/>
                <a:gd name="connsiteY6" fmla="*/ 76200 h 864394"/>
                <a:gd name="connsiteX7" fmla="*/ 271463 w 973932"/>
                <a:gd name="connsiteY7" fmla="*/ 100013 h 864394"/>
                <a:gd name="connsiteX8" fmla="*/ 214313 w 973932"/>
                <a:gd name="connsiteY8" fmla="*/ 59532 h 864394"/>
                <a:gd name="connsiteX9" fmla="*/ 142875 w 973932"/>
                <a:gd name="connsiteY9" fmla="*/ 61913 h 864394"/>
                <a:gd name="connsiteX10" fmla="*/ 92869 w 973932"/>
                <a:gd name="connsiteY10" fmla="*/ 50007 h 864394"/>
                <a:gd name="connsiteX11" fmla="*/ 33338 w 973932"/>
                <a:gd name="connsiteY11" fmla="*/ 97632 h 864394"/>
                <a:gd name="connsiteX12" fmla="*/ 4763 w 973932"/>
                <a:gd name="connsiteY12" fmla="*/ 121444 h 864394"/>
                <a:gd name="connsiteX13" fmla="*/ 0 w 973932"/>
                <a:gd name="connsiteY13" fmla="*/ 147638 h 864394"/>
                <a:gd name="connsiteX14" fmla="*/ 47625 w 973932"/>
                <a:gd name="connsiteY14" fmla="*/ 200025 h 864394"/>
                <a:gd name="connsiteX15" fmla="*/ 66675 w 973932"/>
                <a:gd name="connsiteY15" fmla="*/ 271463 h 864394"/>
                <a:gd name="connsiteX16" fmla="*/ 102394 w 973932"/>
                <a:gd name="connsiteY16" fmla="*/ 300038 h 864394"/>
                <a:gd name="connsiteX17" fmla="*/ 130969 w 973932"/>
                <a:gd name="connsiteY17" fmla="*/ 319088 h 864394"/>
                <a:gd name="connsiteX18" fmla="*/ 166688 w 973932"/>
                <a:gd name="connsiteY18" fmla="*/ 333375 h 864394"/>
                <a:gd name="connsiteX19" fmla="*/ 192882 w 973932"/>
                <a:gd name="connsiteY19" fmla="*/ 338138 h 864394"/>
                <a:gd name="connsiteX20" fmla="*/ 228600 w 973932"/>
                <a:gd name="connsiteY20" fmla="*/ 326232 h 864394"/>
                <a:gd name="connsiteX21" fmla="*/ 252413 w 973932"/>
                <a:gd name="connsiteY21" fmla="*/ 316707 h 864394"/>
                <a:gd name="connsiteX22" fmla="*/ 271463 w 973932"/>
                <a:gd name="connsiteY22" fmla="*/ 304800 h 864394"/>
                <a:gd name="connsiteX23" fmla="*/ 300038 w 973932"/>
                <a:gd name="connsiteY23" fmla="*/ 288132 h 864394"/>
                <a:gd name="connsiteX24" fmla="*/ 321469 w 973932"/>
                <a:gd name="connsiteY24" fmla="*/ 309563 h 864394"/>
                <a:gd name="connsiteX25" fmla="*/ 319088 w 973932"/>
                <a:gd name="connsiteY25" fmla="*/ 342900 h 864394"/>
                <a:gd name="connsiteX26" fmla="*/ 300038 w 973932"/>
                <a:gd name="connsiteY26" fmla="*/ 381000 h 864394"/>
                <a:gd name="connsiteX27" fmla="*/ 271463 w 973932"/>
                <a:gd name="connsiteY27" fmla="*/ 411957 h 864394"/>
                <a:gd name="connsiteX28" fmla="*/ 238125 w 973932"/>
                <a:gd name="connsiteY28" fmla="*/ 423863 h 864394"/>
                <a:gd name="connsiteX29" fmla="*/ 211932 w 973932"/>
                <a:gd name="connsiteY29" fmla="*/ 431007 h 864394"/>
                <a:gd name="connsiteX30" fmla="*/ 161925 w 973932"/>
                <a:gd name="connsiteY30" fmla="*/ 433388 h 864394"/>
                <a:gd name="connsiteX31" fmla="*/ 123825 w 973932"/>
                <a:gd name="connsiteY31" fmla="*/ 416719 h 864394"/>
                <a:gd name="connsiteX32" fmla="*/ 123825 w 973932"/>
                <a:gd name="connsiteY32" fmla="*/ 395288 h 864394"/>
                <a:gd name="connsiteX33" fmla="*/ 107157 w 973932"/>
                <a:gd name="connsiteY33" fmla="*/ 376238 h 864394"/>
                <a:gd name="connsiteX34" fmla="*/ 107157 w 973932"/>
                <a:gd name="connsiteY34" fmla="*/ 376238 h 864394"/>
                <a:gd name="connsiteX35" fmla="*/ 78582 w 973932"/>
                <a:gd name="connsiteY35" fmla="*/ 416719 h 864394"/>
                <a:gd name="connsiteX36" fmla="*/ 66675 w 973932"/>
                <a:gd name="connsiteY36" fmla="*/ 461963 h 864394"/>
                <a:gd name="connsiteX37" fmla="*/ 88107 w 973932"/>
                <a:gd name="connsiteY37" fmla="*/ 481013 h 864394"/>
                <a:gd name="connsiteX38" fmla="*/ 109538 w 973932"/>
                <a:gd name="connsiteY38" fmla="*/ 511969 h 864394"/>
                <a:gd name="connsiteX39" fmla="*/ 140494 w 973932"/>
                <a:gd name="connsiteY39" fmla="*/ 533400 h 864394"/>
                <a:gd name="connsiteX40" fmla="*/ 145257 w 973932"/>
                <a:gd name="connsiteY40" fmla="*/ 557213 h 864394"/>
                <a:gd name="connsiteX41" fmla="*/ 152400 w 973932"/>
                <a:gd name="connsiteY41" fmla="*/ 566738 h 864394"/>
                <a:gd name="connsiteX42" fmla="*/ 180975 w 973932"/>
                <a:gd name="connsiteY42" fmla="*/ 595313 h 864394"/>
                <a:gd name="connsiteX43" fmla="*/ 188119 w 973932"/>
                <a:gd name="connsiteY43" fmla="*/ 661988 h 864394"/>
                <a:gd name="connsiteX44" fmla="*/ 209550 w 973932"/>
                <a:gd name="connsiteY44" fmla="*/ 681038 h 864394"/>
                <a:gd name="connsiteX45" fmla="*/ 233363 w 973932"/>
                <a:gd name="connsiteY45" fmla="*/ 688182 h 864394"/>
                <a:gd name="connsiteX46" fmla="*/ 252413 w 973932"/>
                <a:gd name="connsiteY46" fmla="*/ 702469 h 864394"/>
                <a:gd name="connsiteX47" fmla="*/ 278607 w 973932"/>
                <a:gd name="connsiteY47" fmla="*/ 721519 h 864394"/>
                <a:gd name="connsiteX48" fmla="*/ 307182 w 973932"/>
                <a:gd name="connsiteY48" fmla="*/ 766763 h 864394"/>
                <a:gd name="connsiteX49" fmla="*/ 340519 w 973932"/>
                <a:gd name="connsiteY49" fmla="*/ 773907 h 864394"/>
                <a:gd name="connsiteX50" fmla="*/ 359569 w 973932"/>
                <a:gd name="connsiteY50" fmla="*/ 759619 h 864394"/>
                <a:gd name="connsiteX51" fmla="*/ 357188 w 973932"/>
                <a:gd name="connsiteY51" fmla="*/ 738188 h 864394"/>
                <a:gd name="connsiteX52" fmla="*/ 364332 w 973932"/>
                <a:gd name="connsiteY52" fmla="*/ 716757 h 864394"/>
                <a:gd name="connsiteX53" fmla="*/ 383382 w 973932"/>
                <a:gd name="connsiteY53" fmla="*/ 711994 h 864394"/>
                <a:gd name="connsiteX54" fmla="*/ 404813 w 973932"/>
                <a:gd name="connsiteY54" fmla="*/ 721519 h 864394"/>
                <a:gd name="connsiteX55" fmla="*/ 431007 w 973932"/>
                <a:gd name="connsiteY55" fmla="*/ 733425 h 864394"/>
                <a:gd name="connsiteX56" fmla="*/ 454819 w 973932"/>
                <a:gd name="connsiteY56" fmla="*/ 740569 h 864394"/>
                <a:gd name="connsiteX57" fmla="*/ 476250 w 973932"/>
                <a:gd name="connsiteY57" fmla="*/ 728663 h 864394"/>
                <a:gd name="connsiteX58" fmla="*/ 490538 w 973932"/>
                <a:gd name="connsiteY58" fmla="*/ 704850 h 864394"/>
                <a:gd name="connsiteX59" fmla="*/ 523875 w 973932"/>
                <a:gd name="connsiteY59" fmla="*/ 683419 h 864394"/>
                <a:gd name="connsiteX60" fmla="*/ 557213 w 973932"/>
                <a:gd name="connsiteY60" fmla="*/ 685800 h 864394"/>
                <a:gd name="connsiteX61" fmla="*/ 576263 w 973932"/>
                <a:gd name="connsiteY61" fmla="*/ 664369 h 864394"/>
                <a:gd name="connsiteX62" fmla="*/ 585788 w 973932"/>
                <a:gd name="connsiteY62" fmla="*/ 626269 h 864394"/>
                <a:gd name="connsiteX63" fmla="*/ 578644 w 973932"/>
                <a:gd name="connsiteY63" fmla="*/ 585788 h 864394"/>
                <a:gd name="connsiteX64" fmla="*/ 590550 w 973932"/>
                <a:gd name="connsiteY64" fmla="*/ 533400 h 864394"/>
                <a:gd name="connsiteX65" fmla="*/ 590550 w 973932"/>
                <a:gd name="connsiteY65" fmla="*/ 490538 h 864394"/>
                <a:gd name="connsiteX66" fmla="*/ 621507 w 973932"/>
                <a:gd name="connsiteY66" fmla="*/ 473869 h 864394"/>
                <a:gd name="connsiteX67" fmla="*/ 650082 w 973932"/>
                <a:gd name="connsiteY67" fmla="*/ 492919 h 864394"/>
                <a:gd name="connsiteX68" fmla="*/ 652463 w 973932"/>
                <a:gd name="connsiteY68" fmla="*/ 523875 h 864394"/>
                <a:gd name="connsiteX69" fmla="*/ 645319 w 973932"/>
                <a:gd name="connsiteY69" fmla="*/ 550069 h 864394"/>
                <a:gd name="connsiteX70" fmla="*/ 645319 w 973932"/>
                <a:gd name="connsiteY70" fmla="*/ 581025 h 864394"/>
                <a:gd name="connsiteX71" fmla="*/ 666750 w 973932"/>
                <a:gd name="connsiteY71" fmla="*/ 602457 h 864394"/>
                <a:gd name="connsiteX72" fmla="*/ 669132 w 973932"/>
                <a:gd name="connsiteY72" fmla="*/ 654844 h 864394"/>
                <a:gd name="connsiteX73" fmla="*/ 645319 w 973932"/>
                <a:gd name="connsiteY73" fmla="*/ 709613 h 864394"/>
                <a:gd name="connsiteX74" fmla="*/ 642938 w 973932"/>
                <a:gd name="connsiteY74" fmla="*/ 771525 h 864394"/>
                <a:gd name="connsiteX75" fmla="*/ 640557 w 973932"/>
                <a:gd name="connsiteY75" fmla="*/ 795338 h 864394"/>
                <a:gd name="connsiteX76" fmla="*/ 640557 w 973932"/>
                <a:gd name="connsiteY76" fmla="*/ 814388 h 864394"/>
                <a:gd name="connsiteX77" fmla="*/ 621507 w 973932"/>
                <a:gd name="connsiteY77" fmla="*/ 826294 h 864394"/>
                <a:gd name="connsiteX78" fmla="*/ 623888 w 973932"/>
                <a:gd name="connsiteY78" fmla="*/ 845344 h 864394"/>
                <a:gd name="connsiteX79" fmla="*/ 640557 w 973932"/>
                <a:gd name="connsiteY79" fmla="*/ 857250 h 864394"/>
                <a:gd name="connsiteX80" fmla="*/ 659607 w 973932"/>
                <a:gd name="connsiteY80" fmla="*/ 850107 h 864394"/>
                <a:gd name="connsiteX81" fmla="*/ 678657 w 973932"/>
                <a:gd name="connsiteY81" fmla="*/ 857250 h 864394"/>
                <a:gd name="connsiteX82" fmla="*/ 702469 w 973932"/>
                <a:gd name="connsiteY82" fmla="*/ 862013 h 864394"/>
                <a:gd name="connsiteX83" fmla="*/ 726282 w 973932"/>
                <a:gd name="connsiteY83" fmla="*/ 864394 h 864394"/>
                <a:gd name="connsiteX84" fmla="*/ 752475 w 973932"/>
                <a:gd name="connsiteY84" fmla="*/ 852488 h 864394"/>
                <a:gd name="connsiteX85" fmla="*/ 766763 w 973932"/>
                <a:gd name="connsiteY85" fmla="*/ 823913 h 864394"/>
                <a:gd name="connsiteX86" fmla="*/ 773907 w 973932"/>
                <a:gd name="connsiteY86" fmla="*/ 792957 h 864394"/>
                <a:gd name="connsiteX87" fmla="*/ 766763 w 973932"/>
                <a:gd name="connsiteY87" fmla="*/ 769144 h 864394"/>
                <a:gd name="connsiteX88" fmla="*/ 795338 w 973932"/>
                <a:gd name="connsiteY88" fmla="*/ 764382 h 864394"/>
                <a:gd name="connsiteX89" fmla="*/ 831057 w 973932"/>
                <a:gd name="connsiteY89" fmla="*/ 709613 h 864394"/>
                <a:gd name="connsiteX90" fmla="*/ 890588 w 973932"/>
                <a:gd name="connsiteY90" fmla="*/ 688182 h 864394"/>
                <a:gd name="connsiteX91" fmla="*/ 902494 w 973932"/>
                <a:gd name="connsiteY91" fmla="*/ 661988 h 864394"/>
                <a:gd name="connsiteX92" fmla="*/ 902494 w 973932"/>
                <a:gd name="connsiteY92" fmla="*/ 661988 h 864394"/>
                <a:gd name="connsiteX93" fmla="*/ 864394 w 973932"/>
                <a:gd name="connsiteY93" fmla="*/ 645319 h 864394"/>
                <a:gd name="connsiteX94" fmla="*/ 845344 w 973932"/>
                <a:gd name="connsiteY94" fmla="*/ 600075 h 864394"/>
                <a:gd name="connsiteX95" fmla="*/ 881063 w 973932"/>
                <a:gd name="connsiteY95" fmla="*/ 581025 h 864394"/>
                <a:gd name="connsiteX96" fmla="*/ 921544 w 973932"/>
                <a:gd name="connsiteY96" fmla="*/ 538163 h 864394"/>
                <a:gd name="connsiteX97" fmla="*/ 912019 w 973932"/>
                <a:gd name="connsiteY97" fmla="*/ 492919 h 864394"/>
                <a:gd name="connsiteX98" fmla="*/ 907257 w 973932"/>
                <a:gd name="connsiteY98" fmla="*/ 466725 h 864394"/>
                <a:gd name="connsiteX99" fmla="*/ 892969 w 973932"/>
                <a:gd name="connsiteY99" fmla="*/ 442913 h 864394"/>
                <a:gd name="connsiteX100" fmla="*/ 907257 w 973932"/>
                <a:gd name="connsiteY100" fmla="*/ 421482 h 864394"/>
                <a:gd name="connsiteX101" fmla="*/ 935832 w 973932"/>
                <a:gd name="connsiteY101" fmla="*/ 411957 h 864394"/>
                <a:gd name="connsiteX102" fmla="*/ 962025 w 973932"/>
                <a:gd name="connsiteY102" fmla="*/ 402432 h 864394"/>
                <a:gd name="connsiteX103" fmla="*/ 973932 w 973932"/>
                <a:gd name="connsiteY103" fmla="*/ 395288 h 864394"/>
                <a:gd name="connsiteX104" fmla="*/ 973932 w 973932"/>
                <a:gd name="connsiteY104" fmla="*/ 361950 h 864394"/>
                <a:gd name="connsiteX105" fmla="*/ 892969 w 973932"/>
                <a:gd name="connsiteY105" fmla="*/ 328613 h 864394"/>
                <a:gd name="connsiteX106" fmla="*/ 854869 w 973932"/>
                <a:gd name="connsiteY106" fmla="*/ 257175 h 864394"/>
                <a:gd name="connsiteX107" fmla="*/ 840582 w 973932"/>
                <a:gd name="connsiteY107" fmla="*/ 204788 h 864394"/>
                <a:gd name="connsiteX108" fmla="*/ 804863 w 973932"/>
                <a:gd name="connsiteY108" fmla="*/ 190500 h 864394"/>
                <a:gd name="connsiteX109" fmla="*/ 785813 w 973932"/>
                <a:gd name="connsiteY109" fmla="*/ 164307 h 864394"/>
                <a:gd name="connsiteX110" fmla="*/ 769144 w 973932"/>
                <a:gd name="connsiteY110" fmla="*/ 102394 h 864394"/>
                <a:gd name="connsiteX111" fmla="*/ 726282 w 973932"/>
                <a:gd name="connsiteY111" fmla="*/ 76200 h 864394"/>
                <a:gd name="connsiteX112" fmla="*/ 669132 w 973932"/>
                <a:gd name="connsiteY112" fmla="*/ 71438 h 864394"/>
                <a:gd name="connsiteX113" fmla="*/ 650082 w 973932"/>
                <a:gd name="connsiteY113" fmla="*/ 30957 h 864394"/>
                <a:gd name="connsiteX114" fmla="*/ 559594 w 973932"/>
                <a:gd name="connsiteY114" fmla="*/ 4763 h 864394"/>
                <a:gd name="connsiteX115" fmla="*/ 461963 w 973932"/>
                <a:gd name="connsiteY115" fmla="*/ 0 h 864394"/>
                <a:gd name="connsiteX0" fmla="*/ 461963 w 973932"/>
                <a:gd name="connsiteY0" fmla="*/ 0 h 864394"/>
                <a:gd name="connsiteX1" fmla="*/ 454819 w 973932"/>
                <a:gd name="connsiteY1" fmla="*/ 71438 h 864394"/>
                <a:gd name="connsiteX2" fmla="*/ 411957 w 973932"/>
                <a:gd name="connsiteY2" fmla="*/ 78582 h 864394"/>
                <a:gd name="connsiteX3" fmla="*/ 395288 w 973932"/>
                <a:gd name="connsiteY3" fmla="*/ 66675 h 864394"/>
                <a:gd name="connsiteX4" fmla="*/ 359569 w 973932"/>
                <a:gd name="connsiteY4" fmla="*/ 64294 h 864394"/>
                <a:gd name="connsiteX5" fmla="*/ 333375 w 973932"/>
                <a:gd name="connsiteY5" fmla="*/ 64294 h 864394"/>
                <a:gd name="connsiteX6" fmla="*/ 304800 w 973932"/>
                <a:gd name="connsiteY6" fmla="*/ 76200 h 864394"/>
                <a:gd name="connsiteX7" fmla="*/ 271463 w 973932"/>
                <a:gd name="connsiteY7" fmla="*/ 100013 h 864394"/>
                <a:gd name="connsiteX8" fmla="*/ 214313 w 973932"/>
                <a:gd name="connsiteY8" fmla="*/ 59532 h 864394"/>
                <a:gd name="connsiteX9" fmla="*/ 142875 w 973932"/>
                <a:gd name="connsiteY9" fmla="*/ 61913 h 864394"/>
                <a:gd name="connsiteX10" fmla="*/ 92869 w 973932"/>
                <a:gd name="connsiteY10" fmla="*/ 50007 h 864394"/>
                <a:gd name="connsiteX11" fmla="*/ 33338 w 973932"/>
                <a:gd name="connsiteY11" fmla="*/ 97632 h 864394"/>
                <a:gd name="connsiteX12" fmla="*/ 4763 w 973932"/>
                <a:gd name="connsiteY12" fmla="*/ 121444 h 864394"/>
                <a:gd name="connsiteX13" fmla="*/ 0 w 973932"/>
                <a:gd name="connsiteY13" fmla="*/ 147638 h 864394"/>
                <a:gd name="connsiteX14" fmla="*/ 47625 w 973932"/>
                <a:gd name="connsiteY14" fmla="*/ 200025 h 864394"/>
                <a:gd name="connsiteX15" fmla="*/ 66675 w 973932"/>
                <a:gd name="connsiteY15" fmla="*/ 271463 h 864394"/>
                <a:gd name="connsiteX16" fmla="*/ 102394 w 973932"/>
                <a:gd name="connsiteY16" fmla="*/ 300038 h 864394"/>
                <a:gd name="connsiteX17" fmla="*/ 130969 w 973932"/>
                <a:gd name="connsiteY17" fmla="*/ 319088 h 864394"/>
                <a:gd name="connsiteX18" fmla="*/ 166688 w 973932"/>
                <a:gd name="connsiteY18" fmla="*/ 333375 h 864394"/>
                <a:gd name="connsiteX19" fmla="*/ 192882 w 973932"/>
                <a:gd name="connsiteY19" fmla="*/ 338138 h 864394"/>
                <a:gd name="connsiteX20" fmla="*/ 228600 w 973932"/>
                <a:gd name="connsiteY20" fmla="*/ 326232 h 864394"/>
                <a:gd name="connsiteX21" fmla="*/ 252413 w 973932"/>
                <a:gd name="connsiteY21" fmla="*/ 316707 h 864394"/>
                <a:gd name="connsiteX22" fmla="*/ 271463 w 973932"/>
                <a:gd name="connsiteY22" fmla="*/ 304800 h 864394"/>
                <a:gd name="connsiteX23" fmla="*/ 300038 w 973932"/>
                <a:gd name="connsiteY23" fmla="*/ 288132 h 864394"/>
                <a:gd name="connsiteX24" fmla="*/ 321469 w 973932"/>
                <a:gd name="connsiteY24" fmla="*/ 309563 h 864394"/>
                <a:gd name="connsiteX25" fmla="*/ 319088 w 973932"/>
                <a:gd name="connsiteY25" fmla="*/ 342900 h 864394"/>
                <a:gd name="connsiteX26" fmla="*/ 300038 w 973932"/>
                <a:gd name="connsiteY26" fmla="*/ 381000 h 864394"/>
                <a:gd name="connsiteX27" fmla="*/ 271463 w 973932"/>
                <a:gd name="connsiteY27" fmla="*/ 411957 h 864394"/>
                <a:gd name="connsiteX28" fmla="*/ 238125 w 973932"/>
                <a:gd name="connsiteY28" fmla="*/ 423863 h 864394"/>
                <a:gd name="connsiteX29" fmla="*/ 211932 w 973932"/>
                <a:gd name="connsiteY29" fmla="*/ 431007 h 864394"/>
                <a:gd name="connsiteX30" fmla="*/ 161925 w 973932"/>
                <a:gd name="connsiteY30" fmla="*/ 433388 h 864394"/>
                <a:gd name="connsiteX31" fmla="*/ 123825 w 973932"/>
                <a:gd name="connsiteY31" fmla="*/ 416719 h 864394"/>
                <a:gd name="connsiteX32" fmla="*/ 123825 w 973932"/>
                <a:gd name="connsiteY32" fmla="*/ 395288 h 864394"/>
                <a:gd name="connsiteX33" fmla="*/ 107157 w 973932"/>
                <a:gd name="connsiteY33" fmla="*/ 376238 h 864394"/>
                <a:gd name="connsiteX34" fmla="*/ 107157 w 973932"/>
                <a:gd name="connsiteY34" fmla="*/ 376238 h 864394"/>
                <a:gd name="connsiteX35" fmla="*/ 78582 w 973932"/>
                <a:gd name="connsiteY35" fmla="*/ 416719 h 864394"/>
                <a:gd name="connsiteX36" fmla="*/ 66675 w 973932"/>
                <a:gd name="connsiteY36" fmla="*/ 461963 h 864394"/>
                <a:gd name="connsiteX37" fmla="*/ 88107 w 973932"/>
                <a:gd name="connsiteY37" fmla="*/ 481013 h 864394"/>
                <a:gd name="connsiteX38" fmla="*/ 109538 w 973932"/>
                <a:gd name="connsiteY38" fmla="*/ 511969 h 864394"/>
                <a:gd name="connsiteX39" fmla="*/ 140494 w 973932"/>
                <a:gd name="connsiteY39" fmla="*/ 533400 h 864394"/>
                <a:gd name="connsiteX40" fmla="*/ 145257 w 973932"/>
                <a:gd name="connsiteY40" fmla="*/ 557213 h 864394"/>
                <a:gd name="connsiteX41" fmla="*/ 152400 w 973932"/>
                <a:gd name="connsiteY41" fmla="*/ 566738 h 864394"/>
                <a:gd name="connsiteX42" fmla="*/ 180975 w 973932"/>
                <a:gd name="connsiteY42" fmla="*/ 595313 h 864394"/>
                <a:gd name="connsiteX43" fmla="*/ 188119 w 973932"/>
                <a:gd name="connsiteY43" fmla="*/ 661988 h 864394"/>
                <a:gd name="connsiteX44" fmla="*/ 209550 w 973932"/>
                <a:gd name="connsiteY44" fmla="*/ 681038 h 864394"/>
                <a:gd name="connsiteX45" fmla="*/ 233363 w 973932"/>
                <a:gd name="connsiteY45" fmla="*/ 688182 h 864394"/>
                <a:gd name="connsiteX46" fmla="*/ 252413 w 973932"/>
                <a:gd name="connsiteY46" fmla="*/ 702469 h 864394"/>
                <a:gd name="connsiteX47" fmla="*/ 278607 w 973932"/>
                <a:gd name="connsiteY47" fmla="*/ 721519 h 864394"/>
                <a:gd name="connsiteX48" fmla="*/ 307182 w 973932"/>
                <a:gd name="connsiteY48" fmla="*/ 766763 h 864394"/>
                <a:gd name="connsiteX49" fmla="*/ 340519 w 973932"/>
                <a:gd name="connsiteY49" fmla="*/ 773907 h 864394"/>
                <a:gd name="connsiteX50" fmla="*/ 359569 w 973932"/>
                <a:gd name="connsiteY50" fmla="*/ 759619 h 864394"/>
                <a:gd name="connsiteX51" fmla="*/ 357188 w 973932"/>
                <a:gd name="connsiteY51" fmla="*/ 738188 h 864394"/>
                <a:gd name="connsiteX52" fmla="*/ 364332 w 973932"/>
                <a:gd name="connsiteY52" fmla="*/ 716757 h 864394"/>
                <a:gd name="connsiteX53" fmla="*/ 383382 w 973932"/>
                <a:gd name="connsiteY53" fmla="*/ 711994 h 864394"/>
                <a:gd name="connsiteX54" fmla="*/ 404813 w 973932"/>
                <a:gd name="connsiteY54" fmla="*/ 721519 h 864394"/>
                <a:gd name="connsiteX55" fmla="*/ 431007 w 973932"/>
                <a:gd name="connsiteY55" fmla="*/ 733425 h 864394"/>
                <a:gd name="connsiteX56" fmla="*/ 454819 w 973932"/>
                <a:gd name="connsiteY56" fmla="*/ 740569 h 864394"/>
                <a:gd name="connsiteX57" fmla="*/ 476250 w 973932"/>
                <a:gd name="connsiteY57" fmla="*/ 728663 h 864394"/>
                <a:gd name="connsiteX58" fmla="*/ 490538 w 973932"/>
                <a:gd name="connsiteY58" fmla="*/ 704850 h 864394"/>
                <a:gd name="connsiteX59" fmla="*/ 523875 w 973932"/>
                <a:gd name="connsiteY59" fmla="*/ 683419 h 864394"/>
                <a:gd name="connsiteX60" fmla="*/ 557213 w 973932"/>
                <a:gd name="connsiteY60" fmla="*/ 685800 h 864394"/>
                <a:gd name="connsiteX61" fmla="*/ 576263 w 973932"/>
                <a:gd name="connsiteY61" fmla="*/ 664369 h 864394"/>
                <a:gd name="connsiteX62" fmla="*/ 585788 w 973932"/>
                <a:gd name="connsiteY62" fmla="*/ 626269 h 864394"/>
                <a:gd name="connsiteX63" fmla="*/ 578644 w 973932"/>
                <a:gd name="connsiteY63" fmla="*/ 585788 h 864394"/>
                <a:gd name="connsiteX64" fmla="*/ 602457 w 973932"/>
                <a:gd name="connsiteY64" fmla="*/ 535781 h 864394"/>
                <a:gd name="connsiteX65" fmla="*/ 590550 w 973932"/>
                <a:gd name="connsiteY65" fmla="*/ 490538 h 864394"/>
                <a:gd name="connsiteX66" fmla="*/ 621507 w 973932"/>
                <a:gd name="connsiteY66" fmla="*/ 473869 h 864394"/>
                <a:gd name="connsiteX67" fmla="*/ 650082 w 973932"/>
                <a:gd name="connsiteY67" fmla="*/ 492919 h 864394"/>
                <a:gd name="connsiteX68" fmla="*/ 652463 w 973932"/>
                <a:gd name="connsiteY68" fmla="*/ 523875 h 864394"/>
                <a:gd name="connsiteX69" fmla="*/ 645319 w 973932"/>
                <a:gd name="connsiteY69" fmla="*/ 550069 h 864394"/>
                <a:gd name="connsiteX70" fmla="*/ 645319 w 973932"/>
                <a:gd name="connsiteY70" fmla="*/ 581025 h 864394"/>
                <a:gd name="connsiteX71" fmla="*/ 666750 w 973932"/>
                <a:gd name="connsiteY71" fmla="*/ 602457 h 864394"/>
                <a:gd name="connsiteX72" fmla="*/ 669132 w 973932"/>
                <a:gd name="connsiteY72" fmla="*/ 654844 h 864394"/>
                <a:gd name="connsiteX73" fmla="*/ 645319 w 973932"/>
                <a:gd name="connsiteY73" fmla="*/ 709613 h 864394"/>
                <a:gd name="connsiteX74" fmla="*/ 642938 w 973932"/>
                <a:gd name="connsiteY74" fmla="*/ 771525 h 864394"/>
                <a:gd name="connsiteX75" fmla="*/ 640557 w 973932"/>
                <a:gd name="connsiteY75" fmla="*/ 795338 h 864394"/>
                <a:gd name="connsiteX76" fmla="*/ 640557 w 973932"/>
                <a:gd name="connsiteY76" fmla="*/ 814388 h 864394"/>
                <a:gd name="connsiteX77" fmla="*/ 621507 w 973932"/>
                <a:gd name="connsiteY77" fmla="*/ 826294 h 864394"/>
                <a:gd name="connsiteX78" fmla="*/ 623888 w 973932"/>
                <a:gd name="connsiteY78" fmla="*/ 845344 h 864394"/>
                <a:gd name="connsiteX79" fmla="*/ 640557 w 973932"/>
                <a:gd name="connsiteY79" fmla="*/ 857250 h 864394"/>
                <a:gd name="connsiteX80" fmla="*/ 659607 w 973932"/>
                <a:gd name="connsiteY80" fmla="*/ 850107 h 864394"/>
                <a:gd name="connsiteX81" fmla="*/ 678657 w 973932"/>
                <a:gd name="connsiteY81" fmla="*/ 857250 h 864394"/>
                <a:gd name="connsiteX82" fmla="*/ 702469 w 973932"/>
                <a:gd name="connsiteY82" fmla="*/ 862013 h 864394"/>
                <a:gd name="connsiteX83" fmla="*/ 726282 w 973932"/>
                <a:gd name="connsiteY83" fmla="*/ 864394 h 864394"/>
                <a:gd name="connsiteX84" fmla="*/ 752475 w 973932"/>
                <a:gd name="connsiteY84" fmla="*/ 852488 h 864394"/>
                <a:gd name="connsiteX85" fmla="*/ 766763 w 973932"/>
                <a:gd name="connsiteY85" fmla="*/ 823913 h 864394"/>
                <a:gd name="connsiteX86" fmla="*/ 773907 w 973932"/>
                <a:gd name="connsiteY86" fmla="*/ 792957 h 864394"/>
                <a:gd name="connsiteX87" fmla="*/ 766763 w 973932"/>
                <a:gd name="connsiteY87" fmla="*/ 769144 h 864394"/>
                <a:gd name="connsiteX88" fmla="*/ 795338 w 973932"/>
                <a:gd name="connsiteY88" fmla="*/ 764382 h 864394"/>
                <a:gd name="connsiteX89" fmla="*/ 831057 w 973932"/>
                <a:gd name="connsiteY89" fmla="*/ 709613 h 864394"/>
                <a:gd name="connsiteX90" fmla="*/ 890588 w 973932"/>
                <a:gd name="connsiteY90" fmla="*/ 688182 h 864394"/>
                <a:gd name="connsiteX91" fmla="*/ 902494 w 973932"/>
                <a:gd name="connsiteY91" fmla="*/ 661988 h 864394"/>
                <a:gd name="connsiteX92" fmla="*/ 902494 w 973932"/>
                <a:gd name="connsiteY92" fmla="*/ 661988 h 864394"/>
                <a:gd name="connsiteX93" fmla="*/ 864394 w 973932"/>
                <a:gd name="connsiteY93" fmla="*/ 645319 h 864394"/>
                <a:gd name="connsiteX94" fmla="*/ 845344 w 973932"/>
                <a:gd name="connsiteY94" fmla="*/ 600075 h 864394"/>
                <a:gd name="connsiteX95" fmla="*/ 881063 w 973932"/>
                <a:gd name="connsiteY95" fmla="*/ 581025 h 864394"/>
                <a:gd name="connsiteX96" fmla="*/ 921544 w 973932"/>
                <a:gd name="connsiteY96" fmla="*/ 538163 h 864394"/>
                <a:gd name="connsiteX97" fmla="*/ 912019 w 973932"/>
                <a:gd name="connsiteY97" fmla="*/ 492919 h 864394"/>
                <a:gd name="connsiteX98" fmla="*/ 907257 w 973932"/>
                <a:gd name="connsiteY98" fmla="*/ 466725 h 864394"/>
                <a:gd name="connsiteX99" fmla="*/ 892969 w 973932"/>
                <a:gd name="connsiteY99" fmla="*/ 442913 h 864394"/>
                <a:gd name="connsiteX100" fmla="*/ 907257 w 973932"/>
                <a:gd name="connsiteY100" fmla="*/ 421482 h 864394"/>
                <a:gd name="connsiteX101" fmla="*/ 935832 w 973932"/>
                <a:gd name="connsiteY101" fmla="*/ 411957 h 864394"/>
                <a:gd name="connsiteX102" fmla="*/ 962025 w 973932"/>
                <a:gd name="connsiteY102" fmla="*/ 402432 h 864394"/>
                <a:gd name="connsiteX103" fmla="*/ 973932 w 973932"/>
                <a:gd name="connsiteY103" fmla="*/ 395288 h 864394"/>
                <a:gd name="connsiteX104" fmla="*/ 973932 w 973932"/>
                <a:gd name="connsiteY104" fmla="*/ 361950 h 864394"/>
                <a:gd name="connsiteX105" fmla="*/ 892969 w 973932"/>
                <a:gd name="connsiteY105" fmla="*/ 328613 h 864394"/>
                <a:gd name="connsiteX106" fmla="*/ 854869 w 973932"/>
                <a:gd name="connsiteY106" fmla="*/ 257175 h 864394"/>
                <a:gd name="connsiteX107" fmla="*/ 840582 w 973932"/>
                <a:gd name="connsiteY107" fmla="*/ 204788 h 864394"/>
                <a:gd name="connsiteX108" fmla="*/ 804863 w 973932"/>
                <a:gd name="connsiteY108" fmla="*/ 190500 h 864394"/>
                <a:gd name="connsiteX109" fmla="*/ 785813 w 973932"/>
                <a:gd name="connsiteY109" fmla="*/ 164307 h 864394"/>
                <a:gd name="connsiteX110" fmla="*/ 769144 w 973932"/>
                <a:gd name="connsiteY110" fmla="*/ 102394 h 864394"/>
                <a:gd name="connsiteX111" fmla="*/ 726282 w 973932"/>
                <a:gd name="connsiteY111" fmla="*/ 76200 h 864394"/>
                <a:gd name="connsiteX112" fmla="*/ 669132 w 973932"/>
                <a:gd name="connsiteY112" fmla="*/ 71438 h 864394"/>
                <a:gd name="connsiteX113" fmla="*/ 650082 w 973932"/>
                <a:gd name="connsiteY113" fmla="*/ 30957 h 864394"/>
                <a:gd name="connsiteX114" fmla="*/ 559594 w 973932"/>
                <a:gd name="connsiteY114" fmla="*/ 4763 h 864394"/>
                <a:gd name="connsiteX115" fmla="*/ 461963 w 973932"/>
                <a:gd name="connsiteY115" fmla="*/ 0 h 86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973932" h="864394">
                  <a:moveTo>
                    <a:pt x="461963" y="0"/>
                  </a:moveTo>
                  <a:lnTo>
                    <a:pt x="454819" y="71438"/>
                  </a:lnTo>
                  <a:lnTo>
                    <a:pt x="411957" y="78582"/>
                  </a:lnTo>
                  <a:lnTo>
                    <a:pt x="395288" y="66675"/>
                  </a:lnTo>
                  <a:lnTo>
                    <a:pt x="359569" y="64294"/>
                  </a:lnTo>
                  <a:lnTo>
                    <a:pt x="333375" y="64294"/>
                  </a:lnTo>
                  <a:lnTo>
                    <a:pt x="304800" y="76200"/>
                  </a:lnTo>
                  <a:lnTo>
                    <a:pt x="271463" y="100013"/>
                  </a:lnTo>
                  <a:lnTo>
                    <a:pt x="214313" y="59532"/>
                  </a:lnTo>
                  <a:lnTo>
                    <a:pt x="142875" y="61913"/>
                  </a:lnTo>
                  <a:lnTo>
                    <a:pt x="92869" y="50007"/>
                  </a:lnTo>
                  <a:lnTo>
                    <a:pt x="33338" y="97632"/>
                  </a:lnTo>
                  <a:lnTo>
                    <a:pt x="4763" y="121444"/>
                  </a:lnTo>
                  <a:lnTo>
                    <a:pt x="0" y="147638"/>
                  </a:lnTo>
                  <a:lnTo>
                    <a:pt x="47625" y="200025"/>
                  </a:lnTo>
                  <a:lnTo>
                    <a:pt x="66675" y="271463"/>
                  </a:lnTo>
                  <a:lnTo>
                    <a:pt x="102394" y="300038"/>
                  </a:lnTo>
                  <a:lnTo>
                    <a:pt x="130969" y="319088"/>
                  </a:lnTo>
                  <a:lnTo>
                    <a:pt x="166688" y="333375"/>
                  </a:lnTo>
                  <a:lnTo>
                    <a:pt x="192882" y="338138"/>
                  </a:lnTo>
                  <a:lnTo>
                    <a:pt x="228600" y="326232"/>
                  </a:lnTo>
                  <a:lnTo>
                    <a:pt x="252413" y="316707"/>
                  </a:lnTo>
                  <a:lnTo>
                    <a:pt x="271463" y="304800"/>
                  </a:lnTo>
                  <a:lnTo>
                    <a:pt x="300038" y="288132"/>
                  </a:lnTo>
                  <a:lnTo>
                    <a:pt x="321469" y="309563"/>
                  </a:lnTo>
                  <a:lnTo>
                    <a:pt x="319088" y="342900"/>
                  </a:lnTo>
                  <a:lnTo>
                    <a:pt x="300038" y="381000"/>
                  </a:lnTo>
                  <a:lnTo>
                    <a:pt x="271463" y="411957"/>
                  </a:lnTo>
                  <a:lnTo>
                    <a:pt x="238125" y="423863"/>
                  </a:lnTo>
                  <a:lnTo>
                    <a:pt x="211932" y="431007"/>
                  </a:lnTo>
                  <a:lnTo>
                    <a:pt x="161925" y="433388"/>
                  </a:lnTo>
                  <a:lnTo>
                    <a:pt x="123825" y="416719"/>
                  </a:lnTo>
                  <a:lnTo>
                    <a:pt x="123825" y="395288"/>
                  </a:lnTo>
                  <a:lnTo>
                    <a:pt x="107157" y="376238"/>
                  </a:lnTo>
                  <a:lnTo>
                    <a:pt x="107157" y="376238"/>
                  </a:lnTo>
                  <a:lnTo>
                    <a:pt x="78582" y="416719"/>
                  </a:lnTo>
                  <a:lnTo>
                    <a:pt x="66675" y="461963"/>
                  </a:lnTo>
                  <a:lnTo>
                    <a:pt x="88107" y="481013"/>
                  </a:lnTo>
                  <a:lnTo>
                    <a:pt x="109538" y="511969"/>
                  </a:lnTo>
                  <a:lnTo>
                    <a:pt x="140494" y="533400"/>
                  </a:lnTo>
                  <a:lnTo>
                    <a:pt x="145257" y="557213"/>
                  </a:lnTo>
                  <a:lnTo>
                    <a:pt x="152400" y="566738"/>
                  </a:lnTo>
                  <a:lnTo>
                    <a:pt x="180975" y="595313"/>
                  </a:lnTo>
                  <a:lnTo>
                    <a:pt x="188119" y="661988"/>
                  </a:lnTo>
                  <a:lnTo>
                    <a:pt x="209550" y="681038"/>
                  </a:lnTo>
                  <a:lnTo>
                    <a:pt x="233363" y="688182"/>
                  </a:lnTo>
                  <a:lnTo>
                    <a:pt x="252413" y="702469"/>
                  </a:lnTo>
                  <a:lnTo>
                    <a:pt x="278607" y="721519"/>
                  </a:lnTo>
                  <a:lnTo>
                    <a:pt x="307182" y="766763"/>
                  </a:lnTo>
                  <a:lnTo>
                    <a:pt x="340519" y="773907"/>
                  </a:lnTo>
                  <a:lnTo>
                    <a:pt x="359569" y="759619"/>
                  </a:lnTo>
                  <a:lnTo>
                    <a:pt x="357188" y="738188"/>
                  </a:lnTo>
                  <a:lnTo>
                    <a:pt x="364332" y="716757"/>
                  </a:lnTo>
                  <a:lnTo>
                    <a:pt x="383382" y="711994"/>
                  </a:lnTo>
                  <a:lnTo>
                    <a:pt x="404813" y="721519"/>
                  </a:lnTo>
                  <a:lnTo>
                    <a:pt x="431007" y="733425"/>
                  </a:lnTo>
                  <a:lnTo>
                    <a:pt x="454819" y="740569"/>
                  </a:lnTo>
                  <a:lnTo>
                    <a:pt x="476250" y="728663"/>
                  </a:lnTo>
                  <a:lnTo>
                    <a:pt x="490538" y="704850"/>
                  </a:lnTo>
                  <a:lnTo>
                    <a:pt x="523875" y="683419"/>
                  </a:lnTo>
                  <a:lnTo>
                    <a:pt x="557213" y="685800"/>
                  </a:lnTo>
                  <a:lnTo>
                    <a:pt x="576263" y="664369"/>
                  </a:lnTo>
                  <a:lnTo>
                    <a:pt x="585788" y="626269"/>
                  </a:lnTo>
                  <a:lnTo>
                    <a:pt x="578644" y="585788"/>
                  </a:lnTo>
                  <a:lnTo>
                    <a:pt x="602457" y="535781"/>
                  </a:lnTo>
                  <a:lnTo>
                    <a:pt x="590550" y="490538"/>
                  </a:lnTo>
                  <a:lnTo>
                    <a:pt x="621507" y="473869"/>
                  </a:lnTo>
                  <a:lnTo>
                    <a:pt x="650082" y="492919"/>
                  </a:lnTo>
                  <a:lnTo>
                    <a:pt x="652463" y="523875"/>
                  </a:lnTo>
                  <a:lnTo>
                    <a:pt x="645319" y="550069"/>
                  </a:lnTo>
                  <a:lnTo>
                    <a:pt x="645319" y="581025"/>
                  </a:lnTo>
                  <a:lnTo>
                    <a:pt x="666750" y="602457"/>
                  </a:lnTo>
                  <a:lnTo>
                    <a:pt x="669132" y="654844"/>
                  </a:lnTo>
                  <a:lnTo>
                    <a:pt x="645319" y="709613"/>
                  </a:lnTo>
                  <a:cubicBezTo>
                    <a:pt x="644525" y="730250"/>
                    <a:pt x="643732" y="750888"/>
                    <a:pt x="642938" y="771525"/>
                  </a:cubicBezTo>
                  <a:lnTo>
                    <a:pt x="640557" y="795338"/>
                  </a:lnTo>
                  <a:lnTo>
                    <a:pt x="640557" y="814388"/>
                  </a:lnTo>
                  <a:lnTo>
                    <a:pt x="621507" y="826294"/>
                  </a:lnTo>
                  <a:lnTo>
                    <a:pt x="623888" y="845344"/>
                  </a:lnTo>
                  <a:lnTo>
                    <a:pt x="640557" y="857250"/>
                  </a:lnTo>
                  <a:lnTo>
                    <a:pt x="659607" y="850107"/>
                  </a:lnTo>
                  <a:lnTo>
                    <a:pt x="678657" y="857250"/>
                  </a:lnTo>
                  <a:lnTo>
                    <a:pt x="702469" y="862013"/>
                  </a:lnTo>
                  <a:lnTo>
                    <a:pt x="726282" y="864394"/>
                  </a:lnTo>
                  <a:lnTo>
                    <a:pt x="752475" y="852488"/>
                  </a:lnTo>
                  <a:lnTo>
                    <a:pt x="766763" y="823913"/>
                  </a:lnTo>
                  <a:lnTo>
                    <a:pt x="773907" y="792957"/>
                  </a:lnTo>
                  <a:lnTo>
                    <a:pt x="766763" y="769144"/>
                  </a:lnTo>
                  <a:lnTo>
                    <a:pt x="795338" y="764382"/>
                  </a:lnTo>
                  <a:lnTo>
                    <a:pt x="831057" y="709613"/>
                  </a:lnTo>
                  <a:lnTo>
                    <a:pt x="890588" y="688182"/>
                  </a:lnTo>
                  <a:lnTo>
                    <a:pt x="902494" y="661988"/>
                  </a:lnTo>
                  <a:lnTo>
                    <a:pt x="902494" y="661988"/>
                  </a:lnTo>
                  <a:lnTo>
                    <a:pt x="864394" y="645319"/>
                  </a:lnTo>
                  <a:lnTo>
                    <a:pt x="845344" y="600075"/>
                  </a:lnTo>
                  <a:lnTo>
                    <a:pt x="881063" y="581025"/>
                  </a:lnTo>
                  <a:lnTo>
                    <a:pt x="921544" y="538163"/>
                  </a:lnTo>
                  <a:lnTo>
                    <a:pt x="912019" y="492919"/>
                  </a:lnTo>
                  <a:lnTo>
                    <a:pt x="907257" y="466725"/>
                  </a:lnTo>
                  <a:lnTo>
                    <a:pt x="892969" y="442913"/>
                  </a:lnTo>
                  <a:lnTo>
                    <a:pt x="907257" y="421482"/>
                  </a:lnTo>
                  <a:lnTo>
                    <a:pt x="935832" y="411957"/>
                  </a:lnTo>
                  <a:lnTo>
                    <a:pt x="962025" y="402432"/>
                  </a:lnTo>
                  <a:lnTo>
                    <a:pt x="973932" y="395288"/>
                  </a:lnTo>
                  <a:lnTo>
                    <a:pt x="973932" y="361950"/>
                  </a:lnTo>
                  <a:lnTo>
                    <a:pt x="892969" y="328613"/>
                  </a:lnTo>
                  <a:lnTo>
                    <a:pt x="854869" y="257175"/>
                  </a:lnTo>
                  <a:lnTo>
                    <a:pt x="840582" y="204788"/>
                  </a:lnTo>
                  <a:lnTo>
                    <a:pt x="804863" y="190500"/>
                  </a:lnTo>
                  <a:lnTo>
                    <a:pt x="785813" y="164307"/>
                  </a:lnTo>
                  <a:lnTo>
                    <a:pt x="769144" y="102394"/>
                  </a:lnTo>
                  <a:lnTo>
                    <a:pt x="726282" y="76200"/>
                  </a:lnTo>
                  <a:lnTo>
                    <a:pt x="669132" y="71438"/>
                  </a:lnTo>
                  <a:lnTo>
                    <a:pt x="650082" y="30957"/>
                  </a:lnTo>
                  <a:lnTo>
                    <a:pt x="559594" y="4763"/>
                  </a:lnTo>
                  <a:lnTo>
                    <a:pt x="461963"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0" name="Freeform 79"/>
            <p:cNvSpPr/>
            <p:nvPr/>
          </p:nvSpPr>
          <p:spPr>
            <a:xfrm>
              <a:off x="3579813" y="5200650"/>
              <a:ext cx="117475" cy="157163"/>
            </a:xfrm>
            <a:custGeom>
              <a:avLst/>
              <a:gdLst>
                <a:gd name="connsiteX0" fmla="*/ 0 w 116681"/>
                <a:gd name="connsiteY0" fmla="*/ 0 h 157163"/>
                <a:gd name="connsiteX1" fmla="*/ 38100 w 116681"/>
                <a:gd name="connsiteY1" fmla="*/ 97632 h 157163"/>
                <a:gd name="connsiteX2" fmla="*/ 90488 w 116681"/>
                <a:gd name="connsiteY2" fmla="*/ 157163 h 157163"/>
                <a:gd name="connsiteX3" fmla="*/ 109538 w 116681"/>
                <a:gd name="connsiteY3" fmla="*/ 121444 h 157163"/>
                <a:gd name="connsiteX4" fmla="*/ 116681 w 116681"/>
                <a:gd name="connsiteY4" fmla="*/ 97632 h 157163"/>
                <a:gd name="connsiteX5" fmla="*/ 111919 w 116681"/>
                <a:gd name="connsiteY5" fmla="*/ 50007 h 157163"/>
                <a:gd name="connsiteX6" fmla="*/ 0 w 116681"/>
                <a:gd name="connsiteY6" fmla="*/ 0 h 15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681" h="157163">
                  <a:moveTo>
                    <a:pt x="0" y="0"/>
                  </a:moveTo>
                  <a:lnTo>
                    <a:pt x="38100" y="97632"/>
                  </a:lnTo>
                  <a:lnTo>
                    <a:pt x="90488" y="157163"/>
                  </a:lnTo>
                  <a:lnTo>
                    <a:pt x="109538" y="121444"/>
                  </a:lnTo>
                  <a:lnTo>
                    <a:pt x="116681" y="97632"/>
                  </a:lnTo>
                  <a:lnTo>
                    <a:pt x="111919" y="50007"/>
                  </a:lnTo>
                  <a:lnTo>
                    <a:pt x="0"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1" name="Freeform 80"/>
            <p:cNvSpPr/>
            <p:nvPr/>
          </p:nvSpPr>
          <p:spPr>
            <a:xfrm>
              <a:off x="3663950" y="4752975"/>
              <a:ext cx="782638" cy="1276350"/>
            </a:xfrm>
            <a:custGeom>
              <a:avLst/>
              <a:gdLst>
                <a:gd name="connsiteX0" fmla="*/ 0 w 783431"/>
                <a:gd name="connsiteY0" fmla="*/ 614363 h 1090613"/>
                <a:gd name="connsiteX1" fmla="*/ 21431 w 783431"/>
                <a:gd name="connsiteY1" fmla="*/ 661988 h 1090613"/>
                <a:gd name="connsiteX2" fmla="*/ 28575 w 783431"/>
                <a:gd name="connsiteY2" fmla="*/ 742950 h 1090613"/>
                <a:gd name="connsiteX3" fmla="*/ 76200 w 783431"/>
                <a:gd name="connsiteY3" fmla="*/ 814388 h 1090613"/>
                <a:gd name="connsiteX4" fmla="*/ 102394 w 783431"/>
                <a:gd name="connsiteY4" fmla="*/ 919163 h 1090613"/>
                <a:gd name="connsiteX5" fmla="*/ 116681 w 783431"/>
                <a:gd name="connsiteY5" fmla="*/ 947738 h 1090613"/>
                <a:gd name="connsiteX6" fmla="*/ 130969 w 783431"/>
                <a:gd name="connsiteY6" fmla="*/ 995363 h 1090613"/>
                <a:gd name="connsiteX7" fmla="*/ 150019 w 783431"/>
                <a:gd name="connsiteY7" fmla="*/ 1023938 h 1090613"/>
                <a:gd name="connsiteX8" fmla="*/ 159544 w 783431"/>
                <a:gd name="connsiteY8" fmla="*/ 1042988 h 1090613"/>
                <a:gd name="connsiteX9" fmla="*/ 197644 w 783431"/>
                <a:gd name="connsiteY9" fmla="*/ 1069182 h 1090613"/>
                <a:gd name="connsiteX10" fmla="*/ 245269 w 783431"/>
                <a:gd name="connsiteY10" fmla="*/ 1090613 h 1090613"/>
                <a:gd name="connsiteX11" fmla="*/ 604837 w 783431"/>
                <a:gd name="connsiteY11" fmla="*/ 1085850 h 1090613"/>
                <a:gd name="connsiteX12" fmla="*/ 585787 w 783431"/>
                <a:gd name="connsiteY12" fmla="*/ 1035844 h 1090613"/>
                <a:gd name="connsiteX13" fmla="*/ 607219 w 783431"/>
                <a:gd name="connsiteY13" fmla="*/ 1021557 h 1090613"/>
                <a:gd name="connsiteX14" fmla="*/ 645319 w 783431"/>
                <a:gd name="connsiteY14" fmla="*/ 1016794 h 1090613"/>
                <a:gd name="connsiteX15" fmla="*/ 685800 w 783431"/>
                <a:gd name="connsiteY15" fmla="*/ 997744 h 1090613"/>
                <a:gd name="connsiteX16" fmla="*/ 716756 w 783431"/>
                <a:gd name="connsiteY16" fmla="*/ 1002507 h 1090613"/>
                <a:gd name="connsiteX17" fmla="*/ 738187 w 783431"/>
                <a:gd name="connsiteY17" fmla="*/ 969169 h 1090613"/>
                <a:gd name="connsiteX18" fmla="*/ 783431 w 783431"/>
                <a:gd name="connsiteY18" fmla="*/ 933450 h 1090613"/>
                <a:gd name="connsiteX19" fmla="*/ 776287 w 783431"/>
                <a:gd name="connsiteY19" fmla="*/ 907257 h 1090613"/>
                <a:gd name="connsiteX20" fmla="*/ 752475 w 783431"/>
                <a:gd name="connsiteY20" fmla="*/ 888207 h 1090613"/>
                <a:gd name="connsiteX21" fmla="*/ 752475 w 783431"/>
                <a:gd name="connsiteY21" fmla="*/ 864394 h 1090613"/>
                <a:gd name="connsiteX22" fmla="*/ 728662 w 783431"/>
                <a:gd name="connsiteY22" fmla="*/ 852488 h 1090613"/>
                <a:gd name="connsiteX23" fmla="*/ 711994 w 783431"/>
                <a:gd name="connsiteY23" fmla="*/ 802482 h 1090613"/>
                <a:gd name="connsiteX24" fmla="*/ 688181 w 783431"/>
                <a:gd name="connsiteY24" fmla="*/ 814388 h 1090613"/>
                <a:gd name="connsiteX25" fmla="*/ 659606 w 783431"/>
                <a:gd name="connsiteY25" fmla="*/ 814388 h 1090613"/>
                <a:gd name="connsiteX26" fmla="*/ 647700 w 783431"/>
                <a:gd name="connsiteY26" fmla="*/ 847725 h 1090613"/>
                <a:gd name="connsiteX27" fmla="*/ 623887 w 783431"/>
                <a:gd name="connsiteY27" fmla="*/ 847725 h 1090613"/>
                <a:gd name="connsiteX28" fmla="*/ 576262 w 783431"/>
                <a:gd name="connsiteY28" fmla="*/ 828675 h 1090613"/>
                <a:gd name="connsiteX29" fmla="*/ 554831 w 783431"/>
                <a:gd name="connsiteY29" fmla="*/ 816769 h 1090613"/>
                <a:gd name="connsiteX30" fmla="*/ 547687 w 783431"/>
                <a:gd name="connsiteY30" fmla="*/ 783432 h 1090613"/>
                <a:gd name="connsiteX31" fmla="*/ 561975 w 783431"/>
                <a:gd name="connsiteY31" fmla="*/ 754857 h 1090613"/>
                <a:gd name="connsiteX32" fmla="*/ 533400 w 783431"/>
                <a:gd name="connsiteY32" fmla="*/ 733425 h 1090613"/>
                <a:gd name="connsiteX33" fmla="*/ 509587 w 783431"/>
                <a:gd name="connsiteY33" fmla="*/ 711994 h 1090613"/>
                <a:gd name="connsiteX34" fmla="*/ 473869 w 783431"/>
                <a:gd name="connsiteY34" fmla="*/ 711994 h 1090613"/>
                <a:gd name="connsiteX35" fmla="*/ 435769 w 783431"/>
                <a:gd name="connsiteY35" fmla="*/ 711994 h 1090613"/>
                <a:gd name="connsiteX36" fmla="*/ 438150 w 783431"/>
                <a:gd name="connsiteY36" fmla="*/ 669132 h 1090613"/>
                <a:gd name="connsiteX37" fmla="*/ 428625 w 783431"/>
                <a:gd name="connsiteY37" fmla="*/ 642938 h 1090613"/>
                <a:gd name="connsiteX38" fmla="*/ 423862 w 783431"/>
                <a:gd name="connsiteY38" fmla="*/ 607219 h 1090613"/>
                <a:gd name="connsiteX39" fmla="*/ 426244 w 783431"/>
                <a:gd name="connsiteY39" fmla="*/ 578644 h 1090613"/>
                <a:gd name="connsiteX40" fmla="*/ 440531 w 783431"/>
                <a:gd name="connsiteY40" fmla="*/ 566738 h 1090613"/>
                <a:gd name="connsiteX41" fmla="*/ 450056 w 783431"/>
                <a:gd name="connsiteY41" fmla="*/ 535782 h 1090613"/>
                <a:gd name="connsiteX42" fmla="*/ 457200 w 783431"/>
                <a:gd name="connsiteY42" fmla="*/ 519113 h 1090613"/>
                <a:gd name="connsiteX43" fmla="*/ 481012 w 783431"/>
                <a:gd name="connsiteY43" fmla="*/ 526257 h 1090613"/>
                <a:gd name="connsiteX44" fmla="*/ 495300 w 783431"/>
                <a:gd name="connsiteY44" fmla="*/ 576263 h 1090613"/>
                <a:gd name="connsiteX45" fmla="*/ 507206 w 783431"/>
                <a:gd name="connsiteY45" fmla="*/ 581025 h 1090613"/>
                <a:gd name="connsiteX46" fmla="*/ 526256 w 783431"/>
                <a:gd name="connsiteY46" fmla="*/ 583407 h 1090613"/>
                <a:gd name="connsiteX47" fmla="*/ 554831 w 783431"/>
                <a:gd name="connsiteY47" fmla="*/ 583407 h 1090613"/>
                <a:gd name="connsiteX48" fmla="*/ 557212 w 783431"/>
                <a:gd name="connsiteY48" fmla="*/ 547688 h 1090613"/>
                <a:gd name="connsiteX49" fmla="*/ 545306 w 783431"/>
                <a:gd name="connsiteY49" fmla="*/ 502444 h 1090613"/>
                <a:gd name="connsiteX50" fmla="*/ 545306 w 783431"/>
                <a:gd name="connsiteY50" fmla="*/ 476250 h 1090613"/>
                <a:gd name="connsiteX51" fmla="*/ 581025 w 783431"/>
                <a:gd name="connsiteY51" fmla="*/ 454819 h 1090613"/>
                <a:gd name="connsiteX52" fmla="*/ 604837 w 783431"/>
                <a:gd name="connsiteY52" fmla="*/ 435769 h 1090613"/>
                <a:gd name="connsiteX53" fmla="*/ 640556 w 783431"/>
                <a:gd name="connsiteY53" fmla="*/ 414338 h 1090613"/>
                <a:gd name="connsiteX54" fmla="*/ 645319 w 783431"/>
                <a:gd name="connsiteY54" fmla="*/ 395288 h 1090613"/>
                <a:gd name="connsiteX55" fmla="*/ 633412 w 783431"/>
                <a:gd name="connsiteY55" fmla="*/ 371475 h 1090613"/>
                <a:gd name="connsiteX56" fmla="*/ 614362 w 783431"/>
                <a:gd name="connsiteY56" fmla="*/ 369094 h 1090613"/>
                <a:gd name="connsiteX57" fmla="*/ 609600 w 783431"/>
                <a:gd name="connsiteY57" fmla="*/ 366713 h 1090613"/>
                <a:gd name="connsiteX58" fmla="*/ 597694 w 783431"/>
                <a:gd name="connsiteY58" fmla="*/ 357188 h 1090613"/>
                <a:gd name="connsiteX59" fmla="*/ 611981 w 783431"/>
                <a:gd name="connsiteY59" fmla="*/ 345282 h 1090613"/>
                <a:gd name="connsiteX60" fmla="*/ 652462 w 783431"/>
                <a:gd name="connsiteY60" fmla="*/ 316707 h 1090613"/>
                <a:gd name="connsiteX61" fmla="*/ 678656 w 783431"/>
                <a:gd name="connsiteY61" fmla="*/ 264319 h 1090613"/>
                <a:gd name="connsiteX62" fmla="*/ 666750 w 783431"/>
                <a:gd name="connsiteY62" fmla="*/ 242888 h 1090613"/>
                <a:gd name="connsiteX63" fmla="*/ 638175 w 783431"/>
                <a:gd name="connsiteY63" fmla="*/ 219075 h 1090613"/>
                <a:gd name="connsiteX64" fmla="*/ 642937 w 783431"/>
                <a:gd name="connsiteY64" fmla="*/ 180975 h 1090613"/>
                <a:gd name="connsiteX65" fmla="*/ 673894 w 783431"/>
                <a:gd name="connsiteY65" fmla="*/ 171450 h 1090613"/>
                <a:gd name="connsiteX66" fmla="*/ 700087 w 783431"/>
                <a:gd name="connsiteY66" fmla="*/ 142875 h 1090613"/>
                <a:gd name="connsiteX67" fmla="*/ 700087 w 783431"/>
                <a:gd name="connsiteY67" fmla="*/ 111919 h 1090613"/>
                <a:gd name="connsiteX68" fmla="*/ 666750 w 783431"/>
                <a:gd name="connsiteY68" fmla="*/ 107157 h 1090613"/>
                <a:gd name="connsiteX69" fmla="*/ 645319 w 783431"/>
                <a:gd name="connsiteY69" fmla="*/ 102394 h 1090613"/>
                <a:gd name="connsiteX70" fmla="*/ 645319 w 783431"/>
                <a:gd name="connsiteY70" fmla="*/ 102394 h 1090613"/>
                <a:gd name="connsiteX71" fmla="*/ 678656 w 783431"/>
                <a:gd name="connsiteY71" fmla="*/ 69057 h 1090613"/>
                <a:gd name="connsiteX72" fmla="*/ 685800 w 783431"/>
                <a:gd name="connsiteY72" fmla="*/ 40482 h 1090613"/>
                <a:gd name="connsiteX73" fmla="*/ 678656 w 783431"/>
                <a:gd name="connsiteY73" fmla="*/ 21432 h 1090613"/>
                <a:gd name="connsiteX74" fmla="*/ 695325 w 783431"/>
                <a:gd name="connsiteY74" fmla="*/ 2382 h 1090613"/>
                <a:gd name="connsiteX75" fmla="*/ 628650 w 783431"/>
                <a:gd name="connsiteY75" fmla="*/ 0 h 1090613"/>
                <a:gd name="connsiteX76" fmla="*/ 552450 w 783431"/>
                <a:gd name="connsiteY76" fmla="*/ 52388 h 1090613"/>
                <a:gd name="connsiteX77" fmla="*/ 538162 w 783431"/>
                <a:gd name="connsiteY77" fmla="*/ 90488 h 1090613"/>
                <a:gd name="connsiteX78" fmla="*/ 445294 w 783431"/>
                <a:gd name="connsiteY78" fmla="*/ 126207 h 1090613"/>
                <a:gd name="connsiteX79" fmla="*/ 397669 w 783431"/>
                <a:gd name="connsiteY79" fmla="*/ 159544 h 1090613"/>
                <a:gd name="connsiteX80" fmla="*/ 376237 w 783431"/>
                <a:gd name="connsiteY80" fmla="*/ 190500 h 1090613"/>
                <a:gd name="connsiteX81" fmla="*/ 350044 w 783431"/>
                <a:gd name="connsiteY81" fmla="*/ 140494 h 1090613"/>
                <a:gd name="connsiteX82" fmla="*/ 316706 w 783431"/>
                <a:gd name="connsiteY82" fmla="*/ 140494 h 1090613"/>
                <a:gd name="connsiteX83" fmla="*/ 304800 w 783431"/>
                <a:gd name="connsiteY83" fmla="*/ 166688 h 1090613"/>
                <a:gd name="connsiteX84" fmla="*/ 280987 w 783431"/>
                <a:gd name="connsiteY84" fmla="*/ 230982 h 1090613"/>
                <a:gd name="connsiteX85" fmla="*/ 154781 w 783431"/>
                <a:gd name="connsiteY85" fmla="*/ 223838 h 1090613"/>
                <a:gd name="connsiteX86" fmla="*/ 140494 w 783431"/>
                <a:gd name="connsiteY86" fmla="*/ 245269 h 1090613"/>
                <a:gd name="connsiteX87" fmla="*/ 138112 w 783431"/>
                <a:gd name="connsiteY87" fmla="*/ 280988 h 1090613"/>
                <a:gd name="connsiteX88" fmla="*/ 66675 w 783431"/>
                <a:gd name="connsiteY88" fmla="*/ 309563 h 1090613"/>
                <a:gd name="connsiteX89" fmla="*/ 54769 w 783431"/>
                <a:gd name="connsiteY89" fmla="*/ 323850 h 1090613"/>
                <a:gd name="connsiteX90" fmla="*/ 66675 w 783431"/>
                <a:gd name="connsiteY90" fmla="*/ 381000 h 1090613"/>
                <a:gd name="connsiteX91" fmla="*/ 19050 w 783431"/>
                <a:gd name="connsiteY91" fmla="*/ 423863 h 1090613"/>
                <a:gd name="connsiteX92" fmla="*/ 26194 w 783431"/>
                <a:gd name="connsiteY92" fmla="*/ 490538 h 1090613"/>
                <a:gd name="connsiteX93" fmla="*/ 33337 w 783431"/>
                <a:gd name="connsiteY93" fmla="*/ 554832 h 1090613"/>
                <a:gd name="connsiteX94" fmla="*/ 0 w 783431"/>
                <a:gd name="connsiteY94" fmla="*/ 614363 h 1090613"/>
                <a:gd name="connsiteX0" fmla="*/ 0 w 783431"/>
                <a:gd name="connsiteY0" fmla="*/ 614363 h 1090613"/>
                <a:gd name="connsiteX1" fmla="*/ 21431 w 783431"/>
                <a:gd name="connsiteY1" fmla="*/ 661988 h 1090613"/>
                <a:gd name="connsiteX2" fmla="*/ 28575 w 783431"/>
                <a:gd name="connsiteY2" fmla="*/ 742950 h 1090613"/>
                <a:gd name="connsiteX3" fmla="*/ 76200 w 783431"/>
                <a:gd name="connsiteY3" fmla="*/ 814388 h 1090613"/>
                <a:gd name="connsiteX4" fmla="*/ 102394 w 783431"/>
                <a:gd name="connsiteY4" fmla="*/ 919163 h 1090613"/>
                <a:gd name="connsiteX5" fmla="*/ 116681 w 783431"/>
                <a:gd name="connsiteY5" fmla="*/ 947738 h 1090613"/>
                <a:gd name="connsiteX6" fmla="*/ 130969 w 783431"/>
                <a:gd name="connsiteY6" fmla="*/ 995363 h 1090613"/>
                <a:gd name="connsiteX7" fmla="*/ 150019 w 783431"/>
                <a:gd name="connsiteY7" fmla="*/ 1023938 h 1090613"/>
                <a:gd name="connsiteX8" fmla="*/ 159544 w 783431"/>
                <a:gd name="connsiteY8" fmla="*/ 1042988 h 1090613"/>
                <a:gd name="connsiteX9" fmla="*/ 197644 w 783431"/>
                <a:gd name="connsiteY9" fmla="*/ 1069182 h 1090613"/>
                <a:gd name="connsiteX10" fmla="*/ 245269 w 783431"/>
                <a:gd name="connsiteY10" fmla="*/ 1090613 h 1090613"/>
                <a:gd name="connsiteX11" fmla="*/ 319087 w 783431"/>
                <a:gd name="connsiteY11" fmla="*/ 1090613 h 1090613"/>
                <a:gd name="connsiteX12" fmla="*/ 604837 w 783431"/>
                <a:gd name="connsiteY12" fmla="*/ 1085850 h 1090613"/>
                <a:gd name="connsiteX13" fmla="*/ 585787 w 783431"/>
                <a:gd name="connsiteY13" fmla="*/ 1035844 h 1090613"/>
                <a:gd name="connsiteX14" fmla="*/ 607219 w 783431"/>
                <a:gd name="connsiteY14" fmla="*/ 1021557 h 1090613"/>
                <a:gd name="connsiteX15" fmla="*/ 645319 w 783431"/>
                <a:gd name="connsiteY15" fmla="*/ 1016794 h 1090613"/>
                <a:gd name="connsiteX16" fmla="*/ 685800 w 783431"/>
                <a:gd name="connsiteY16" fmla="*/ 997744 h 1090613"/>
                <a:gd name="connsiteX17" fmla="*/ 716756 w 783431"/>
                <a:gd name="connsiteY17" fmla="*/ 1002507 h 1090613"/>
                <a:gd name="connsiteX18" fmla="*/ 738187 w 783431"/>
                <a:gd name="connsiteY18" fmla="*/ 969169 h 1090613"/>
                <a:gd name="connsiteX19" fmla="*/ 783431 w 783431"/>
                <a:gd name="connsiteY19" fmla="*/ 933450 h 1090613"/>
                <a:gd name="connsiteX20" fmla="*/ 776287 w 783431"/>
                <a:gd name="connsiteY20" fmla="*/ 907257 h 1090613"/>
                <a:gd name="connsiteX21" fmla="*/ 752475 w 783431"/>
                <a:gd name="connsiteY21" fmla="*/ 888207 h 1090613"/>
                <a:gd name="connsiteX22" fmla="*/ 752475 w 783431"/>
                <a:gd name="connsiteY22" fmla="*/ 864394 h 1090613"/>
                <a:gd name="connsiteX23" fmla="*/ 728662 w 783431"/>
                <a:gd name="connsiteY23" fmla="*/ 852488 h 1090613"/>
                <a:gd name="connsiteX24" fmla="*/ 711994 w 783431"/>
                <a:gd name="connsiteY24" fmla="*/ 802482 h 1090613"/>
                <a:gd name="connsiteX25" fmla="*/ 688181 w 783431"/>
                <a:gd name="connsiteY25" fmla="*/ 814388 h 1090613"/>
                <a:gd name="connsiteX26" fmla="*/ 659606 w 783431"/>
                <a:gd name="connsiteY26" fmla="*/ 814388 h 1090613"/>
                <a:gd name="connsiteX27" fmla="*/ 647700 w 783431"/>
                <a:gd name="connsiteY27" fmla="*/ 847725 h 1090613"/>
                <a:gd name="connsiteX28" fmla="*/ 623887 w 783431"/>
                <a:gd name="connsiteY28" fmla="*/ 847725 h 1090613"/>
                <a:gd name="connsiteX29" fmla="*/ 576262 w 783431"/>
                <a:gd name="connsiteY29" fmla="*/ 828675 h 1090613"/>
                <a:gd name="connsiteX30" fmla="*/ 554831 w 783431"/>
                <a:gd name="connsiteY30" fmla="*/ 816769 h 1090613"/>
                <a:gd name="connsiteX31" fmla="*/ 547687 w 783431"/>
                <a:gd name="connsiteY31" fmla="*/ 783432 h 1090613"/>
                <a:gd name="connsiteX32" fmla="*/ 561975 w 783431"/>
                <a:gd name="connsiteY32" fmla="*/ 754857 h 1090613"/>
                <a:gd name="connsiteX33" fmla="*/ 533400 w 783431"/>
                <a:gd name="connsiteY33" fmla="*/ 733425 h 1090613"/>
                <a:gd name="connsiteX34" fmla="*/ 509587 w 783431"/>
                <a:gd name="connsiteY34" fmla="*/ 711994 h 1090613"/>
                <a:gd name="connsiteX35" fmla="*/ 473869 w 783431"/>
                <a:gd name="connsiteY35" fmla="*/ 711994 h 1090613"/>
                <a:gd name="connsiteX36" fmla="*/ 435769 w 783431"/>
                <a:gd name="connsiteY36" fmla="*/ 711994 h 1090613"/>
                <a:gd name="connsiteX37" fmla="*/ 438150 w 783431"/>
                <a:gd name="connsiteY37" fmla="*/ 669132 h 1090613"/>
                <a:gd name="connsiteX38" fmla="*/ 428625 w 783431"/>
                <a:gd name="connsiteY38" fmla="*/ 642938 h 1090613"/>
                <a:gd name="connsiteX39" fmla="*/ 423862 w 783431"/>
                <a:gd name="connsiteY39" fmla="*/ 607219 h 1090613"/>
                <a:gd name="connsiteX40" fmla="*/ 426244 w 783431"/>
                <a:gd name="connsiteY40" fmla="*/ 578644 h 1090613"/>
                <a:gd name="connsiteX41" fmla="*/ 440531 w 783431"/>
                <a:gd name="connsiteY41" fmla="*/ 566738 h 1090613"/>
                <a:gd name="connsiteX42" fmla="*/ 450056 w 783431"/>
                <a:gd name="connsiteY42" fmla="*/ 535782 h 1090613"/>
                <a:gd name="connsiteX43" fmla="*/ 457200 w 783431"/>
                <a:gd name="connsiteY43" fmla="*/ 519113 h 1090613"/>
                <a:gd name="connsiteX44" fmla="*/ 481012 w 783431"/>
                <a:gd name="connsiteY44" fmla="*/ 526257 h 1090613"/>
                <a:gd name="connsiteX45" fmla="*/ 495300 w 783431"/>
                <a:gd name="connsiteY45" fmla="*/ 576263 h 1090613"/>
                <a:gd name="connsiteX46" fmla="*/ 507206 w 783431"/>
                <a:gd name="connsiteY46" fmla="*/ 581025 h 1090613"/>
                <a:gd name="connsiteX47" fmla="*/ 526256 w 783431"/>
                <a:gd name="connsiteY47" fmla="*/ 583407 h 1090613"/>
                <a:gd name="connsiteX48" fmla="*/ 554831 w 783431"/>
                <a:gd name="connsiteY48" fmla="*/ 583407 h 1090613"/>
                <a:gd name="connsiteX49" fmla="*/ 557212 w 783431"/>
                <a:gd name="connsiteY49" fmla="*/ 547688 h 1090613"/>
                <a:gd name="connsiteX50" fmla="*/ 545306 w 783431"/>
                <a:gd name="connsiteY50" fmla="*/ 502444 h 1090613"/>
                <a:gd name="connsiteX51" fmla="*/ 545306 w 783431"/>
                <a:gd name="connsiteY51" fmla="*/ 476250 h 1090613"/>
                <a:gd name="connsiteX52" fmla="*/ 581025 w 783431"/>
                <a:gd name="connsiteY52" fmla="*/ 454819 h 1090613"/>
                <a:gd name="connsiteX53" fmla="*/ 604837 w 783431"/>
                <a:gd name="connsiteY53" fmla="*/ 435769 h 1090613"/>
                <a:gd name="connsiteX54" fmla="*/ 640556 w 783431"/>
                <a:gd name="connsiteY54" fmla="*/ 414338 h 1090613"/>
                <a:gd name="connsiteX55" fmla="*/ 645319 w 783431"/>
                <a:gd name="connsiteY55" fmla="*/ 395288 h 1090613"/>
                <a:gd name="connsiteX56" fmla="*/ 633412 w 783431"/>
                <a:gd name="connsiteY56" fmla="*/ 371475 h 1090613"/>
                <a:gd name="connsiteX57" fmla="*/ 614362 w 783431"/>
                <a:gd name="connsiteY57" fmla="*/ 369094 h 1090613"/>
                <a:gd name="connsiteX58" fmla="*/ 609600 w 783431"/>
                <a:gd name="connsiteY58" fmla="*/ 366713 h 1090613"/>
                <a:gd name="connsiteX59" fmla="*/ 597694 w 783431"/>
                <a:gd name="connsiteY59" fmla="*/ 357188 h 1090613"/>
                <a:gd name="connsiteX60" fmla="*/ 611981 w 783431"/>
                <a:gd name="connsiteY60" fmla="*/ 345282 h 1090613"/>
                <a:gd name="connsiteX61" fmla="*/ 652462 w 783431"/>
                <a:gd name="connsiteY61" fmla="*/ 316707 h 1090613"/>
                <a:gd name="connsiteX62" fmla="*/ 678656 w 783431"/>
                <a:gd name="connsiteY62" fmla="*/ 264319 h 1090613"/>
                <a:gd name="connsiteX63" fmla="*/ 666750 w 783431"/>
                <a:gd name="connsiteY63" fmla="*/ 242888 h 1090613"/>
                <a:gd name="connsiteX64" fmla="*/ 638175 w 783431"/>
                <a:gd name="connsiteY64" fmla="*/ 219075 h 1090613"/>
                <a:gd name="connsiteX65" fmla="*/ 642937 w 783431"/>
                <a:gd name="connsiteY65" fmla="*/ 180975 h 1090613"/>
                <a:gd name="connsiteX66" fmla="*/ 673894 w 783431"/>
                <a:gd name="connsiteY66" fmla="*/ 171450 h 1090613"/>
                <a:gd name="connsiteX67" fmla="*/ 700087 w 783431"/>
                <a:gd name="connsiteY67" fmla="*/ 142875 h 1090613"/>
                <a:gd name="connsiteX68" fmla="*/ 700087 w 783431"/>
                <a:gd name="connsiteY68" fmla="*/ 111919 h 1090613"/>
                <a:gd name="connsiteX69" fmla="*/ 666750 w 783431"/>
                <a:gd name="connsiteY69" fmla="*/ 107157 h 1090613"/>
                <a:gd name="connsiteX70" fmla="*/ 645319 w 783431"/>
                <a:gd name="connsiteY70" fmla="*/ 102394 h 1090613"/>
                <a:gd name="connsiteX71" fmla="*/ 645319 w 783431"/>
                <a:gd name="connsiteY71" fmla="*/ 102394 h 1090613"/>
                <a:gd name="connsiteX72" fmla="*/ 678656 w 783431"/>
                <a:gd name="connsiteY72" fmla="*/ 69057 h 1090613"/>
                <a:gd name="connsiteX73" fmla="*/ 685800 w 783431"/>
                <a:gd name="connsiteY73" fmla="*/ 40482 h 1090613"/>
                <a:gd name="connsiteX74" fmla="*/ 678656 w 783431"/>
                <a:gd name="connsiteY74" fmla="*/ 21432 h 1090613"/>
                <a:gd name="connsiteX75" fmla="*/ 695325 w 783431"/>
                <a:gd name="connsiteY75" fmla="*/ 2382 h 1090613"/>
                <a:gd name="connsiteX76" fmla="*/ 628650 w 783431"/>
                <a:gd name="connsiteY76" fmla="*/ 0 h 1090613"/>
                <a:gd name="connsiteX77" fmla="*/ 552450 w 783431"/>
                <a:gd name="connsiteY77" fmla="*/ 52388 h 1090613"/>
                <a:gd name="connsiteX78" fmla="*/ 538162 w 783431"/>
                <a:gd name="connsiteY78" fmla="*/ 90488 h 1090613"/>
                <a:gd name="connsiteX79" fmla="*/ 445294 w 783431"/>
                <a:gd name="connsiteY79" fmla="*/ 126207 h 1090613"/>
                <a:gd name="connsiteX80" fmla="*/ 397669 w 783431"/>
                <a:gd name="connsiteY80" fmla="*/ 159544 h 1090613"/>
                <a:gd name="connsiteX81" fmla="*/ 376237 w 783431"/>
                <a:gd name="connsiteY81" fmla="*/ 190500 h 1090613"/>
                <a:gd name="connsiteX82" fmla="*/ 350044 w 783431"/>
                <a:gd name="connsiteY82" fmla="*/ 140494 h 1090613"/>
                <a:gd name="connsiteX83" fmla="*/ 316706 w 783431"/>
                <a:gd name="connsiteY83" fmla="*/ 140494 h 1090613"/>
                <a:gd name="connsiteX84" fmla="*/ 304800 w 783431"/>
                <a:gd name="connsiteY84" fmla="*/ 166688 h 1090613"/>
                <a:gd name="connsiteX85" fmla="*/ 280987 w 783431"/>
                <a:gd name="connsiteY85" fmla="*/ 230982 h 1090613"/>
                <a:gd name="connsiteX86" fmla="*/ 154781 w 783431"/>
                <a:gd name="connsiteY86" fmla="*/ 223838 h 1090613"/>
                <a:gd name="connsiteX87" fmla="*/ 140494 w 783431"/>
                <a:gd name="connsiteY87" fmla="*/ 245269 h 1090613"/>
                <a:gd name="connsiteX88" fmla="*/ 138112 w 783431"/>
                <a:gd name="connsiteY88" fmla="*/ 280988 h 1090613"/>
                <a:gd name="connsiteX89" fmla="*/ 66675 w 783431"/>
                <a:gd name="connsiteY89" fmla="*/ 309563 h 1090613"/>
                <a:gd name="connsiteX90" fmla="*/ 54769 w 783431"/>
                <a:gd name="connsiteY90" fmla="*/ 323850 h 1090613"/>
                <a:gd name="connsiteX91" fmla="*/ 66675 w 783431"/>
                <a:gd name="connsiteY91" fmla="*/ 381000 h 1090613"/>
                <a:gd name="connsiteX92" fmla="*/ 19050 w 783431"/>
                <a:gd name="connsiteY92" fmla="*/ 423863 h 1090613"/>
                <a:gd name="connsiteX93" fmla="*/ 26194 w 783431"/>
                <a:gd name="connsiteY93" fmla="*/ 490538 h 1090613"/>
                <a:gd name="connsiteX94" fmla="*/ 33337 w 783431"/>
                <a:gd name="connsiteY94" fmla="*/ 554832 h 1090613"/>
                <a:gd name="connsiteX95" fmla="*/ 0 w 783431"/>
                <a:gd name="connsiteY95" fmla="*/ 614363 h 1090613"/>
                <a:gd name="connsiteX0" fmla="*/ 0 w 783431"/>
                <a:gd name="connsiteY0" fmla="*/ 614363 h 1131094"/>
                <a:gd name="connsiteX1" fmla="*/ 21431 w 783431"/>
                <a:gd name="connsiteY1" fmla="*/ 661988 h 1131094"/>
                <a:gd name="connsiteX2" fmla="*/ 28575 w 783431"/>
                <a:gd name="connsiteY2" fmla="*/ 742950 h 1131094"/>
                <a:gd name="connsiteX3" fmla="*/ 76200 w 783431"/>
                <a:gd name="connsiteY3" fmla="*/ 814388 h 1131094"/>
                <a:gd name="connsiteX4" fmla="*/ 102394 w 783431"/>
                <a:gd name="connsiteY4" fmla="*/ 919163 h 1131094"/>
                <a:gd name="connsiteX5" fmla="*/ 116681 w 783431"/>
                <a:gd name="connsiteY5" fmla="*/ 947738 h 1131094"/>
                <a:gd name="connsiteX6" fmla="*/ 130969 w 783431"/>
                <a:gd name="connsiteY6" fmla="*/ 995363 h 1131094"/>
                <a:gd name="connsiteX7" fmla="*/ 150019 w 783431"/>
                <a:gd name="connsiteY7" fmla="*/ 1023938 h 1131094"/>
                <a:gd name="connsiteX8" fmla="*/ 159544 w 783431"/>
                <a:gd name="connsiteY8" fmla="*/ 1042988 h 1131094"/>
                <a:gd name="connsiteX9" fmla="*/ 197644 w 783431"/>
                <a:gd name="connsiteY9" fmla="*/ 1069182 h 1131094"/>
                <a:gd name="connsiteX10" fmla="*/ 245269 w 783431"/>
                <a:gd name="connsiteY10" fmla="*/ 1090613 h 1131094"/>
                <a:gd name="connsiteX11" fmla="*/ 264318 w 783431"/>
                <a:gd name="connsiteY11" fmla="*/ 1131094 h 1131094"/>
                <a:gd name="connsiteX12" fmla="*/ 604837 w 783431"/>
                <a:gd name="connsiteY12" fmla="*/ 1085850 h 1131094"/>
                <a:gd name="connsiteX13" fmla="*/ 585787 w 783431"/>
                <a:gd name="connsiteY13" fmla="*/ 1035844 h 1131094"/>
                <a:gd name="connsiteX14" fmla="*/ 607219 w 783431"/>
                <a:gd name="connsiteY14" fmla="*/ 1021557 h 1131094"/>
                <a:gd name="connsiteX15" fmla="*/ 645319 w 783431"/>
                <a:gd name="connsiteY15" fmla="*/ 1016794 h 1131094"/>
                <a:gd name="connsiteX16" fmla="*/ 685800 w 783431"/>
                <a:gd name="connsiteY16" fmla="*/ 997744 h 1131094"/>
                <a:gd name="connsiteX17" fmla="*/ 716756 w 783431"/>
                <a:gd name="connsiteY17" fmla="*/ 1002507 h 1131094"/>
                <a:gd name="connsiteX18" fmla="*/ 738187 w 783431"/>
                <a:gd name="connsiteY18" fmla="*/ 969169 h 1131094"/>
                <a:gd name="connsiteX19" fmla="*/ 783431 w 783431"/>
                <a:gd name="connsiteY19" fmla="*/ 933450 h 1131094"/>
                <a:gd name="connsiteX20" fmla="*/ 776287 w 783431"/>
                <a:gd name="connsiteY20" fmla="*/ 907257 h 1131094"/>
                <a:gd name="connsiteX21" fmla="*/ 752475 w 783431"/>
                <a:gd name="connsiteY21" fmla="*/ 888207 h 1131094"/>
                <a:gd name="connsiteX22" fmla="*/ 752475 w 783431"/>
                <a:gd name="connsiteY22" fmla="*/ 864394 h 1131094"/>
                <a:gd name="connsiteX23" fmla="*/ 728662 w 783431"/>
                <a:gd name="connsiteY23" fmla="*/ 852488 h 1131094"/>
                <a:gd name="connsiteX24" fmla="*/ 711994 w 783431"/>
                <a:gd name="connsiteY24" fmla="*/ 802482 h 1131094"/>
                <a:gd name="connsiteX25" fmla="*/ 688181 w 783431"/>
                <a:gd name="connsiteY25" fmla="*/ 814388 h 1131094"/>
                <a:gd name="connsiteX26" fmla="*/ 659606 w 783431"/>
                <a:gd name="connsiteY26" fmla="*/ 814388 h 1131094"/>
                <a:gd name="connsiteX27" fmla="*/ 647700 w 783431"/>
                <a:gd name="connsiteY27" fmla="*/ 847725 h 1131094"/>
                <a:gd name="connsiteX28" fmla="*/ 623887 w 783431"/>
                <a:gd name="connsiteY28" fmla="*/ 847725 h 1131094"/>
                <a:gd name="connsiteX29" fmla="*/ 576262 w 783431"/>
                <a:gd name="connsiteY29" fmla="*/ 828675 h 1131094"/>
                <a:gd name="connsiteX30" fmla="*/ 554831 w 783431"/>
                <a:gd name="connsiteY30" fmla="*/ 816769 h 1131094"/>
                <a:gd name="connsiteX31" fmla="*/ 547687 w 783431"/>
                <a:gd name="connsiteY31" fmla="*/ 783432 h 1131094"/>
                <a:gd name="connsiteX32" fmla="*/ 561975 w 783431"/>
                <a:gd name="connsiteY32" fmla="*/ 754857 h 1131094"/>
                <a:gd name="connsiteX33" fmla="*/ 533400 w 783431"/>
                <a:gd name="connsiteY33" fmla="*/ 733425 h 1131094"/>
                <a:gd name="connsiteX34" fmla="*/ 509587 w 783431"/>
                <a:gd name="connsiteY34" fmla="*/ 711994 h 1131094"/>
                <a:gd name="connsiteX35" fmla="*/ 473869 w 783431"/>
                <a:gd name="connsiteY35" fmla="*/ 711994 h 1131094"/>
                <a:gd name="connsiteX36" fmla="*/ 435769 w 783431"/>
                <a:gd name="connsiteY36" fmla="*/ 711994 h 1131094"/>
                <a:gd name="connsiteX37" fmla="*/ 438150 w 783431"/>
                <a:gd name="connsiteY37" fmla="*/ 669132 h 1131094"/>
                <a:gd name="connsiteX38" fmla="*/ 428625 w 783431"/>
                <a:gd name="connsiteY38" fmla="*/ 642938 h 1131094"/>
                <a:gd name="connsiteX39" fmla="*/ 423862 w 783431"/>
                <a:gd name="connsiteY39" fmla="*/ 607219 h 1131094"/>
                <a:gd name="connsiteX40" fmla="*/ 426244 w 783431"/>
                <a:gd name="connsiteY40" fmla="*/ 578644 h 1131094"/>
                <a:gd name="connsiteX41" fmla="*/ 440531 w 783431"/>
                <a:gd name="connsiteY41" fmla="*/ 566738 h 1131094"/>
                <a:gd name="connsiteX42" fmla="*/ 450056 w 783431"/>
                <a:gd name="connsiteY42" fmla="*/ 535782 h 1131094"/>
                <a:gd name="connsiteX43" fmla="*/ 457200 w 783431"/>
                <a:gd name="connsiteY43" fmla="*/ 519113 h 1131094"/>
                <a:gd name="connsiteX44" fmla="*/ 481012 w 783431"/>
                <a:gd name="connsiteY44" fmla="*/ 526257 h 1131094"/>
                <a:gd name="connsiteX45" fmla="*/ 495300 w 783431"/>
                <a:gd name="connsiteY45" fmla="*/ 576263 h 1131094"/>
                <a:gd name="connsiteX46" fmla="*/ 507206 w 783431"/>
                <a:gd name="connsiteY46" fmla="*/ 581025 h 1131094"/>
                <a:gd name="connsiteX47" fmla="*/ 526256 w 783431"/>
                <a:gd name="connsiteY47" fmla="*/ 583407 h 1131094"/>
                <a:gd name="connsiteX48" fmla="*/ 554831 w 783431"/>
                <a:gd name="connsiteY48" fmla="*/ 583407 h 1131094"/>
                <a:gd name="connsiteX49" fmla="*/ 557212 w 783431"/>
                <a:gd name="connsiteY49" fmla="*/ 547688 h 1131094"/>
                <a:gd name="connsiteX50" fmla="*/ 545306 w 783431"/>
                <a:gd name="connsiteY50" fmla="*/ 502444 h 1131094"/>
                <a:gd name="connsiteX51" fmla="*/ 545306 w 783431"/>
                <a:gd name="connsiteY51" fmla="*/ 476250 h 1131094"/>
                <a:gd name="connsiteX52" fmla="*/ 581025 w 783431"/>
                <a:gd name="connsiteY52" fmla="*/ 454819 h 1131094"/>
                <a:gd name="connsiteX53" fmla="*/ 604837 w 783431"/>
                <a:gd name="connsiteY53" fmla="*/ 435769 h 1131094"/>
                <a:gd name="connsiteX54" fmla="*/ 640556 w 783431"/>
                <a:gd name="connsiteY54" fmla="*/ 414338 h 1131094"/>
                <a:gd name="connsiteX55" fmla="*/ 645319 w 783431"/>
                <a:gd name="connsiteY55" fmla="*/ 395288 h 1131094"/>
                <a:gd name="connsiteX56" fmla="*/ 633412 w 783431"/>
                <a:gd name="connsiteY56" fmla="*/ 371475 h 1131094"/>
                <a:gd name="connsiteX57" fmla="*/ 614362 w 783431"/>
                <a:gd name="connsiteY57" fmla="*/ 369094 h 1131094"/>
                <a:gd name="connsiteX58" fmla="*/ 609600 w 783431"/>
                <a:gd name="connsiteY58" fmla="*/ 366713 h 1131094"/>
                <a:gd name="connsiteX59" fmla="*/ 597694 w 783431"/>
                <a:gd name="connsiteY59" fmla="*/ 357188 h 1131094"/>
                <a:gd name="connsiteX60" fmla="*/ 611981 w 783431"/>
                <a:gd name="connsiteY60" fmla="*/ 345282 h 1131094"/>
                <a:gd name="connsiteX61" fmla="*/ 652462 w 783431"/>
                <a:gd name="connsiteY61" fmla="*/ 316707 h 1131094"/>
                <a:gd name="connsiteX62" fmla="*/ 678656 w 783431"/>
                <a:gd name="connsiteY62" fmla="*/ 264319 h 1131094"/>
                <a:gd name="connsiteX63" fmla="*/ 666750 w 783431"/>
                <a:gd name="connsiteY63" fmla="*/ 242888 h 1131094"/>
                <a:gd name="connsiteX64" fmla="*/ 638175 w 783431"/>
                <a:gd name="connsiteY64" fmla="*/ 219075 h 1131094"/>
                <a:gd name="connsiteX65" fmla="*/ 642937 w 783431"/>
                <a:gd name="connsiteY65" fmla="*/ 180975 h 1131094"/>
                <a:gd name="connsiteX66" fmla="*/ 673894 w 783431"/>
                <a:gd name="connsiteY66" fmla="*/ 171450 h 1131094"/>
                <a:gd name="connsiteX67" fmla="*/ 700087 w 783431"/>
                <a:gd name="connsiteY67" fmla="*/ 142875 h 1131094"/>
                <a:gd name="connsiteX68" fmla="*/ 700087 w 783431"/>
                <a:gd name="connsiteY68" fmla="*/ 111919 h 1131094"/>
                <a:gd name="connsiteX69" fmla="*/ 666750 w 783431"/>
                <a:gd name="connsiteY69" fmla="*/ 107157 h 1131094"/>
                <a:gd name="connsiteX70" fmla="*/ 645319 w 783431"/>
                <a:gd name="connsiteY70" fmla="*/ 102394 h 1131094"/>
                <a:gd name="connsiteX71" fmla="*/ 645319 w 783431"/>
                <a:gd name="connsiteY71" fmla="*/ 102394 h 1131094"/>
                <a:gd name="connsiteX72" fmla="*/ 678656 w 783431"/>
                <a:gd name="connsiteY72" fmla="*/ 69057 h 1131094"/>
                <a:gd name="connsiteX73" fmla="*/ 685800 w 783431"/>
                <a:gd name="connsiteY73" fmla="*/ 40482 h 1131094"/>
                <a:gd name="connsiteX74" fmla="*/ 678656 w 783431"/>
                <a:gd name="connsiteY74" fmla="*/ 21432 h 1131094"/>
                <a:gd name="connsiteX75" fmla="*/ 695325 w 783431"/>
                <a:gd name="connsiteY75" fmla="*/ 2382 h 1131094"/>
                <a:gd name="connsiteX76" fmla="*/ 628650 w 783431"/>
                <a:gd name="connsiteY76" fmla="*/ 0 h 1131094"/>
                <a:gd name="connsiteX77" fmla="*/ 552450 w 783431"/>
                <a:gd name="connsiteY77" fmla="*/ 52388 h 1131094"/>
                <a:gd name="connsiteX78" fmla="*/ 538162 w 783431"/>
                <a:gd name="connsiteY78" fmla="*/ 90488 h 1131094"/>
                <a:gd name="connsiteX79" fmla="*/ 445294 w 783431"/>
                <a:gd name="connsiteY79" fmla="*/ 126207 h 1131094"/>
                <a:gd name="connsiteX80" fmla="*/ 397669 w 783431"/>
                <a:gd name="connsiteY80" fmla="*/ 159544 h 1131094"/>
                <a:gd name="connsiteX81" fmla="*/ 376237 w 783431"/>
                <a:gd name="connsiteY81" fmla="*/ 190500 h 1131094"/>
                <a:gd name="connsiteX82" fmla="*/ 350044 w 783431"/>
                <a:gd name="connsiteY82" fmla="*/ 140494 h 1131094"/>
                <a:gd name="connsiteX83" fmla="*/ 316706 w 783431"/>
                <a:gd name="connsiteY83" fmla="*/ 140494 h 1131094"/>
                <a:gd name="connsiteX84" fmla="*/ 304800 w 783431"/>
                <a:gd name="connsiteY84" fmla="*/ 166688 h 1131094"/>
                <a:gd name="connsiteX85" fmla="*/ 280987 w 783431"/>
                <a:gd name="connsiteY85" fmla="*/ 230982 h 1131094"/>
                <a:gd name="connsiteX86" fmla="*/ 154781 w 783431"/>
                <a:gd name="connsiteY86" fmla="*/ 223838 h 1131094"/>
                <a:gd name="connsiteX87" fmla="*/ 140494 w 783431"/>
                <a:gd name="connsiteY87" fmla="*/ 245269 h 1131094"/>
                <a:gd name="connsiteX88" fmla="*/ 138112 w 783431"/>
                <a:gd name="connsiteY88" fmla="*/ 280988 h 1131094"/>
                <a:gd name="connsiteX89" fmla="*/ 66675 w 783431"/>
                <a:gd name="connsiteY89" fmla="*/ 309563 h 1131094"/>
                <a:gd name="connsiteX90" fmla="*/ 54769 w 783431"/>
                <a:gd name="connsiteY90" fmla="*/ 323850 h 1131094"/>
                <a:gd name="connsiteX91" fmla="*/ 66675 w 783431"/>
                <a:gd name="connsiteY91" fmla="*/ 381000 h 1131094"/>
                <a:gd name="connsiteX92" fmla="*/ 19050 w 783431"/>
                <a:gd name="connsiteY92" fmla="*/ 423863 h 1131094"/>
                <a:gd name="connsiteX93" fmla="*/ 26194 w 783431"/>
                <a:gd name="connsiteY93" fmla="*/ 490538 h 1131094"/>
                <a:gd name="connsiteX94" fmla="*/ 33337 w 783431"/>
                <a:gd name="connsiteY94" fmla="*/ 554832 h 1131094"/>
                <a:gd name="connsiteX95" fmla="*/ 0 w 783431"/>
                <a:gd name="connsiteY95" fmla="*/ 614363 h 1131094"/>
                <a:gd name="connsiteX0" fmla="*/ 0 w 783431"/>
                <a:gd name="connsiteY0" fmla="*/ 614363 h 1131094"/>
                <a:gd name="connsiteX1" fmla="*/ 21431 w 783431"/>
                <a:gd name="connsiteY1" fmla="*/ 661988 h 1131094"/>
                <a:gd name="connsiteX2" fmla="*/ 28575 w 783431"/>
                <a:gd name="connsiteY2" fmla="*/ 742950 h 1131094"/>
                <a:gd name="connsiteX3" fmla="*/ 76200 w 783431"/>
                <a:gd name="connsiteY3" fmla="*/ 814388 h 1131094"/>
                <a:gd name="connsiteX4" fmla="*/ 102394 w 783431"/>
                <a:gd name="connsiteY4" fmla="*/ 919163 h 1131094"/>
                <a:gd name="connsiteX5" fmla="*/ 116681 w 783431"/>
                <a:gd name="connsiteY5" fmla="*/ 947738 h 1131094"/>
                <a:gd name="connsiteX6" fmla="*/ 130969 w 783431"/>
                <a:gd name="connsiteY6" fmla="*/ 995363 h 1131094"/>
                <a:gd name="connsiteX7" fmla="*/ 150019 w 783431"/>
                <a:gd name="connsiteY7" fmla="*/ 1023938 h 1131094"/>
                <a:gd name="connsiteX8" fmla="*/ 159544 w 783431"/>
                <a:gd name="connsiteY8" fmla="*/ 1042988 h 1131094"/>
                <a:gd name="connsiteX9" fmla="*/ 197644 w 783431"/>
                <a:gd name="connsiteY9" fmla="*/ 1069182 h 1131094"/>
                <a:gd name="connsiteX10" fmla="*/ 245269 w 783431"/>
                <a:gd name="connsiteY10" fmla="*/ 1090613 h 1131094"/>
                <a:gd name="connsiteX11" fmla="*/ 264318 w 783431"/>
                <a:gd name="connsiteY11" fmla="*/ 1131094 h 1131094"/>
                <a:gd name="connsiteX12" fmla="*/ 323850 w 783431"/>
                <a:gd name="connsiteY12" fmla="*/ 1123949 h 1131094"/>
                <a:gd name="connsiteX13" fmla="*/ 604837 w 783431"/>
                <a:gd name="connsiteY13" fmla="*/ 1085850 h 1131094"/>
                <a:gd name="connsiteX14" fmla="*/ 585787 w 783431"/>
                <a:gd name="connsiteY14" fmla="*/ 1035844 h 1131094"/>
                <a:gd name="connsiteX15" fmla="*/ 607219 w 783431"/>
                <a:gd name="connsiteY15" fmla="*/ 1021557 h 1131094"/>
                <a:gd name="connsiteX16" fmla="*/ 645319 w 783431"/>
                <a:gd name="connsiteY16" fmla="*/ 1016794 h 1131094"/>
                <a:gd name="connsiteX17" fmla="*/ 685800 w 783431"/>
                <a:gd name="connsiteY17" fmla="*/ 997744 h 1131094"/>
                <a:gd name="connsiteX18" fmla="*/ 716756 w 783431"/>
                <a:gd name="connsiteY18" fmla="*/ 1002507 h 1131094"/>
                <a:gd name="connsiteX19" fmla="*/ 738187 w 783431"/>
                <a:gd name="connsiteY19" fmla="*/ 969169 h 1131094"/>
                <a:gd name="connsiteX20" fmla="*/ 783431 w 783431"/>
                <a:gd name="connsiteY20" fmla="*/ 933450 h 1131094"/>
                <a:gd name="connsiteX21" fmla="*/ 776287 w 783431"/>
                <a:gd name="connsiteY21" fmla="*/ 907257 h 1131094"/>
                <a:gd name="connsiteX22" fmla="*/ 752475 w 783431"/>
                <a:gd name="connsiteY22" fmla="*/ 888207 h 1131094"/>
                <a:gd name="connsiteX23" fmla="*/ 752475 w 783431"/>
                <a:gd name="connsiteY23" fmla="*/ 864394 h 1131094"/>
                <a:gd name="connsiteX24" fmla="*/ 728662 w 783431"/>
                <a:gd name="connsiteY24" fmla="*/ 852488 h 1131094"/>
                <a:gd name="connsiteX25" fmla="*/ 711994 w 783431"/>
                <a:gd name="connsiteY25" fmla="*/ 802482 h 1131094"/>
                <a:gd name="connsiteX26" fmla="*/ 688181 w 783431"/>
                <a:gd name="connsiteY26" fmla="*/ 814388 h 1131094"/>
                <a:gd name="connsiteX27" fmla="*/ 659606 w 783431"/>
                <a:gd name="connsiteY27" fmla="*/ 814388 h 1131094"/>
                <a:gd name="connsiteX28" fmla="*/ 647700 w 783431"/>
                <a:gd name="connsiteY28" fmla="*/ 847725 h 1131094"/>
                <a:gd name="connsiteX29" fmla="*/ 623887 w 783431"/>
                <a:gd name="connsiteY29" fmla="*/ 847725 h 1131094"/>
                <a:gd name="connsiteX30" fmla="*/ 576262 w 783431"/>
                <a:gd name="connsiteY30" fmla="*/ 828675 h 1131094"/>
                <a:gd name="connsiteX31" fmla="*/ 554831 w 783431"/>
                <a:gd name="connsiteY31" fmla="*/ 816769 h 1131094"/>
                <a:gd name="connsiteX32" fmla="*/ 547687 w 783431"/>
                <a:gd name="connsiteY32" fmla="*/ 783432 h 1131094"/>
                <a:gd name="connsiteX33" fmla="*/ 561975 w 783431"/>
                <a:gd name="connsiteY33" fmla="*/ 754857 h 1131094"/>
                <a:gd name="connsiteX34" fmla="*/ 533400 w 783431"/>
                <a:gd name="connsiteY34" fmla="*/ 733425 h 1131094"/>
                <a:gd name="connsiteX35" fmla="*/ 509587 w 783431"/>
                <a:gd name="connsiteY35" fmla="*/ 711994 h 1131094"/>
                <a:gd name="connsiteX36" fmla="*/ 473869 w 783431"/>
                <a:gd name="connsiteY36" fmla="*/ 711994 h 1131094"/>
                <a:gd name="connsiteX37" fmla="*/ 435769 w 783431"/>
                <a:gd name="connsiteY37" fmla="*/ 711994 h 1131094"/>
                <a:gd name="connsiteX38" fmla="*/ 438150 w 783431"/>
                <a:gd name="connsiteY38" fmla="*/ 669132 h 1131094"/>
                <a:gd name="connsiteX39" fmla="*/ 428625 w 783431"/>
                <a:gd name="connsiteY39" fmla="*/ 642938 h 1131094"/>
                <a:gd name="connsiteX40" fmla="*/ 423862 w 783431"/>
                <a:gd name="connsiteY40" fmla="*/ 607219 h 1131094"/>
                <a:gd name="connsiteX41" fmla="*/ 426244 w 783431"/>
                <a:gd name="connsiteY41" fmla="*/ 578644 h 1131094"/>
                <a:gd name="connsiteX42" fmla="*/ 440531 w 783431"/>
                <a:gd name="connsiteY42" fmla="*/ 566738 h 1131094"/>
                <a:gd name="connsiteX43" fmla="*/ 450056 w 783431"/>
                <a:gd name="connsiteY43" fmla="*/ 535782 h 1131094"/>
                <a:gd name="connsiteX44" fmla="*/ 457200 w 783431"/>
                <a:gd name="connsiteY44" fmla="*/ 519113 h 1131094"/>
                <a:gd name="connsiteX45" fmla="*/ 481012 w 783431"/>
                <a:gd name="connsiteY45" fmla="*/ 526257 h 1131094"/>
                <a:gd name="connsiteX46" fmla="*/ 495300 w 783431"/>
                <a:gd name="connsiteY46" fmla="*/ 576263 h 1131094"/>
                <a:gd name="connsiteX47" fmla="*/ 507206 w 783431"/>
                <a:gd name="connsiteY47" fmla="*/ 581025 h 1131094"/>
                <a:gd name="connsiteX48" fmla="*/ 526256 w 783431"/>
                <a:gd name="connsiteY48" fmla="*/ 583407 h 1131094"/>
                <a:gd name="connsiteX49" fmla="*/ 554831 w 783431"/>
                <a:gd name="connsiteY49" fmla="*/ 583407 h 1131094"/>
                <a:gd name="connsiteX50" fmla="*/ 557212 w 783431"/>
                <a:gd name="connsiteY50" fmla="*/ 547688 h 1131094"/>
                <a:gd name="connsiteX51" fmla="*/ 545306 w 783431"/>
                <a:gd name="connsiteY51" fmla="*/ 502444 h 1131094"/>
                <a:gd name="connsiteX52" fmla="*/ 545306 w 783431"/>
                <a:gd name="connsiteY52" fmla="*/ 476250 h 1131094"/>
                <a:gd name="connsiteX53" fmla="*/ 581025 w 783431"/>
                <a:gd name="connsiteY53" fmla="*/ 454819 h 1131094"/>
                <a:gd name="connsiteX54" fmla="*/ 604837 w 783431"/>
                <a:gd name="connsiteY54" fmla="*/ 435769 h 1131094"/>
                <a:gd name="connsiteX55" fmla="*/ 640556 w 783431"/>
                <a:gd name="connsiteY55" fmla="*/ 414338 h 1131094"/>
                <a:gd name="connsiteX56" fmla="*/ 645319 w 783431"/>
                <a:gd name="connsiteY56" fmla="*/ 395288 h 1131094"/>
                <a:gd name="connsiteX57" fmla="*/ 633412 w 783431"/>
                <a:gd name="connsiteY57" fmla="*/ 371475 h 1131094"/>
                <a:gd name="connsiteX58" fmla="*/ 614362 w 783431"/>
                <a:gd name="connsiteY58" fmla="*/ 369094 h 1131094"/>
                <a:gd name="connsiteX59" fmla="*/ 609600 w 783431"/>
                <a:gd name="connsiteY59" fmla="*/ 366713 h 1131094"/>
                <a:gd name="connsiteX60" fmla="*/ 597694 w 783431"/>
                <a:gd name="connsiteY60" fmla="*/ 357188 h 1131094"/>
                <a:gd name="connsiteX61" fmla="*/ 611981 w 783431"/>
                <a:gd name="connsiteY61" fmla="*/ 345282 h 1131094"/>
                <a:gd name="connsiteX62" fmla="*/ 652462 w 783431"/>
                <a:gd name="connsiteY62" fmla="*/ 316707 h 1131094"/>
                <a:gd name="connsiteX63" fmla="*/ 678656 w 783431"/>
                <a:gd name="connsiteY63" fmla="*/ 264319 h 1131094"/>
                <a:gd name="connsiteX64" fmla="*/ 666750 w 783431"/>
                <a:gd name="connsiteY64" fmla="*/ 242888 h 1131094"/>
                <a:gd name="connsiteX65" fmla="*/ 638175 w 783431"/>
                <a:gd name="connsiteY65" fmla="*/ 219075 h 1131094"/>
                <a:gd name="connsiteX66" fmla="*/ 642937 w 783431"/>
                <a:gd name="connsiteY66" fmla="*/ 180975 h 1131094"/>
                <a:gd name="connsiteX67" fmla="*/ 673894 w 783431"/>
                <a:gd name="connsiteY67" fmla="*/ 171450 h 1131094"/>
                <a:gd name="connsiteX68" fmla="*/ 700087 w 783431"/>
                <a:gd name="connsiteY68" fmla="*/ 142875 h 1131094"/>
                <a:gd name="connsiteX69" fmla="*/ 700087 w 783431"/>
                <a:gd name="connsiteY69" fmla="*/ 111919 h 1131094"/>
                <a:gd name="connsiteX70" fmla="*/ 666750 w 783431"/>
                <a:gd name="connsiteY70" fmla="*/ 107157 h 1131094"/>
                <a:gd name="connsiteX71" fmla="*/ 645319 w 783431"/>
                <a:gd name="connsiteY71" fmla="*/ 102394 h 1131094"/>
                <a:gd name="connsiteX72" fmla="*/ 645319 w 783431"/>
                <a:gd name="connsiteY72" fmla="*/ 102394 h 1131094"/>
                <a:gd name="connsiteX73" fmla="*/ 678656 w 783431"/>
                <a:gd name="connsiteY73" fmla="*/ 69057 h 1131094"/>
                <a:gd name="connsiteX74" fmla="*/ 685800 w 783431"/>
                <a:gd name="connsiteY74" fmla="*/ 40482 h 1131094"/>
                <a:gd name="connsiteX75" fmla="*/ 678656 w 783431"/>
                <a:gd name="connsiteY75" fmla="*/ 21432 h 1131094"/>
                <a:gd name="connsiteX76" fmla="*/ 695325 w 783431"/>
                <a:gd name="connsiteY76" fmla="*/ 2382 h 1131094"/>
                <a:gd name="connsiteX77" fmla="*/ 628650 w 783431"/>
                <a:gd name="connsiteY77" fmla="*/ 0 h 1131094"/>
                <a:gd name="connsiteX78" fmla="*/ 552450 w 783431"/>
                <a:gd name="connsiteY78" fmla="*/ 52388 h 1131094"/>
                <a:gd name="connsiteX79" fmla="*/ 538162 w 783431"/>
                <a:gd name="connsiteY79" fmla="*/ 90488 h 1131094"/>
                <a:gd name="connsiteX80" fmla="*/ 445294 w 783431"/>
                <a:gd name="connsiteY80" fmla="*/ 126207 h 1131094"/>
                <a:gd name="connsiteX81" fmla="*/ 397669 w 783431"/>
                <a:gd name="connsiteY81" fmla="*/ 159544 h 1131094"/>
                <a:gd name="connsiteX82" fmla="*/ 376237 w 783431"/>
                <a:gd name="connsiteY82" fmla="*/ 190500 h 1131094"/>
                <a:gd name="connsiteX83" fmla="*/ 350044 w 783431"/>
                <a:gd name="connsiteY83" fmla="*/ 140494 h 1131094"/>
                <a:gd name="connsiteX84" fmla="*/ 316706 w 783431"/>
                <a:gd name="connsiteY84" fmla="*/ 140494 h 1131094"/>
                <a:gd name="connsiteX85" fmla="*/ 304800 w 783431"/>
                <a:gd name="connsiteY85" fmla="*/ 166688 h 1131094"/>
                <a:gd name="connsiteX86" fmla="*/ 280987 w 783431"/>
                <a:gd name="connsiteY86" fmla="*/ 230982 h 1131094"/>
                <a:gd name="connsiteX87" fmla="*/ 154781 w 783431"/>
                <a:gd name="connsiteY87" fmla="*/ 223838 h 1131094"/>
                <a:gd name="connsiteX88" fmla="*/ 140494 w 783431"/>
                <a:gd name="connsiteY88" fmla="*/ 245269 h 1131094"/>
                <a:gd name="connsiteX89" fmla="*/ 138112 w 783431"/>
                <a:gd name="connsiteY89" fmla="*/ 280988 h 1131094"/>
                <a:gd name="connsiteX90" fmla="*/ 66675 w 783431"/>
                <a:gd name="connsiteY90" fmla="*/ 309563 h 1131094"/>
                <a:gd name="connsiteX91" fmla="*/ 54769 w 783431"/>
                <a:gd name="connsiteY91" fmla="*/ 323850 h 1131094"/>
                <a:gd name="connsiteX92" fmla="*/ 66675 w 783431"/>
                <a:gd name="connsiteY92" fmla="*/ 381000 h 1131094"/>
                <a:gd name="connsiteX93" fmla="*/ 19050 w 783431"/>
                <a:gd name="connsiteY93" fmla="*/ 423863 h 1131094"/>
                <a:gd name="connsiteX94" fmla="*/ 26194 w 783431"/>
                <a:gd name="connsiteY94" fmla="*/ 490538 h 1131094"/>
                <a:gd name="connsiteX95" fmla="*/ 33337 w 783431"/>
                <a:gd name="connsiteY95" fmla="*/ 554832 h 1131094"/>
                <a:gd name="connsiteX96" fmla="*/ 0 w 783431"/>
                <a:gd name="connsiteY96" fmla="*/ 614363 h 1131094"/>
                <a:gd name="connsiteX0" fmla="*/ 0 w 783431"/>
                <a:gd name="connsiteY0" fmla="*/ 614363 h 1164431"/>
                <a:gd name="connsiteX1" fmla="*/ 21431 w 783431"/>
                <a:gd name="connsiteY1" fmla="*/ 661988 h 1164431"/>
                <a:gd name="connsiteX2" fmla="*/ 28575 w 783431"/>
                <a:gd name="connsiteY2" fmla="*/ 742950 h 1164431"/>
                <a:gd name="connsiteX3" fmla="*/ 76200 w 783431"/>
                <a:gd name="connsiteY3" fmla="*/ 814388 h 1164431"/>
                <a:gd name="connsiteX4" fmla="*/ 102394 w 783431"/>
                <a:gd name="connsiteY4" fmla="*/ 919163 h 1164431"/>
                <a:gd name="connsiteX5" fmla="*/ 116681 w 783431"/>
                <a:gd name="connsiteY5" fmla="*/ 947738 h 1164431"/>
                <a:gd name="connsiteX6" fmla="*/ 130969 w 783431"/>
                <a:gd name="connsiteY6" fmla="*/ 995363 h 1164431"/>
                <a:gd name="connsiteX7" fmla="*/ 150019 w 783431"/>
                <a:gd name="connsiteY7" fmla="*/ 1023938 h 1164431"/>
                <a:gd name="connsiteX8" fmla="*/ 159544 w 783431"/>
                <a:gd name="connsiteY8" fmla="*/ 1042988 h 1164431"/>
                <a:gd name="connsiteX9" fmla="*/ 197644 w 783431"/>
                <a:gd name="connsiteY9" fmla="*/ 1069182 h 1164431"/>
                <a:gd name="connsiteX10" fmla="*/ 245269 w 783431"/>
                <a:gd name="connsiteY10" fmla="*/ 1090613 h 1164431"/>
                <a:gd name="connsiteX11" fmla="*/ 264318 w 783431"/>
                <a:gd name="connsiteY11" fmla="*/ 1131094 h 1164431"/>
                <a:gd name="connsiteX12" fmla="*/ 295275 w 783431"/>
                <a:gd name="connsiteY12" fmla="*/ 1164431 h 1164431"/>
                <a:gd name="connsiteX13" fmla="*/ 604837 w 783431"/>
                <a:gd name="connsiteY13" fmla="*/ 1085850 h 1164431"/>
                <a:gd name="connsiteX14" fmla="*/ 585787 w 783431"/>
                <a:gd name="connsiteY14" fmla="*/ 1035844 h 1164431"/>
                <a:gd name="connsiteX15" fmla="*/ 607219 w 783431"/>
                <a:gd name="connsiteY15" fmla="*/ 1021557 h 1164431"/>
                <a:gd name="connsiteX16" fmla="*/ 645319 w 783431"/>
                <a:gd name="connsiteY16" fmla="*/ 1016794 h 1164431"/>
                <a:gd name="connsiteX17" fmla="*/ 685800 w 783431"/>
                <a:gd name="connsiteY17" fmla="*/ 997744 h 1164431"/>
                <a:gd name="connsiteX18" fmla="*/ 716756 w 783431"/>
                <a:gd name="connsiteY18" fmla="*/ 1002507 h 1164431"/>
                <a:gd name="connsiteX19" fmla="*/ 738187 w 783431"/>
                <a:gd name="connsiteY19" fmla="*/ 969169 h 1164431"/>
                <a:gd name="connsiteX20" fmla="*/ 783431 w 783431"/>
                <a:gd name="connsiteY20" fmla="*/ 933450 h 1164431"/>
                <a:gd name="connsiteX21" fmla="*/ 776287 w 783431"/>
                <a:gd name="connsiteY21" fmla="*/ 907257 h 1164431"/>
                <a:gd name="connsiteX22" fmla="*/ 752475 w 783431"/>
                <a:gd name="connsiteY22" fmla="*/ 888207 h 1164431"/>
                <a:gd name="connsiteX23" fmla="*/ 752475 w 783431"/>
                <a:gd name="connsiteY23" fmla="*/ 864394 h 1164431"/>
                <a:gd name="connsiteX24" fmla="*/ 728662 w 783431"/>
                <a:gd name="connsiteY24" fmla="*/ 852488 h 1164431"/>
                <a:gd name="connsiteX25" fmla="*/ 711994 w 783431"/>
                <a:gd name="connsiteY25" fmla="*/ 802482 h 1164431"/>
                <a:gd name="connsiteX26" fmla="*/ 688181 w 783431"/>
                <a:gd name="connsiteY26" fmla="*/ 814388 h 1164431"/>
                <a:gd name="connsiteX27" fmla="*/ 659606 w 783431"/>
                <a:gd name="connsiteY27" fmla="*/ 814388 h 1164431"/>
                <a:gd name="connsiteX28" fmla="*/ 647700 w 783431"/>
                <a:gd name="connsiteY28" fmla="*/ 847725 h 1164431"/>
                <a:gd name="connsiteX29" fmla="*/ 623887 w 783431"/>
                <a:gd name="connsiteY29" fmla="*/ 847725 h 1164431"/>
                <a:gd name="connsiteX30" fmla="*/ 576262 w 783431"/>
                <a:gd name="connsiteY30" fmla="*/ 828675 h 1164431"/>
                <a:gd name="connsiteX31" fmla="*/ 554831 w 783431"/>
                <a:gd name="connsiteY31" fmla="*/ 816769 h 1164431"/>
                <a:gd name="connsiteX32" fmla="*/ 547687 w 783431"/>
                <a:gd name="connsiteY32" fmla="*/ 783432 h 1164431"/>
                <a:gd name="connsiteX33" fmla="*/ 561975 w 783431"/>
                <a:gd name="connsiteY33" fmla="*/ 754857 h 1164431"/>
                <a:gd name="connsiteX34" fmla="*/ 533400 w 783431"/>
                <a:gd name="connsiteY34" fmla="*/ 733425 h 1164431"/>
                <a:gd name="connsiteX35" fmla="*/ 509587 w 783431"/>
                <a:gd name="connsiteY35" fmla="*/ 711994 h 1164431"/>
                <a:gd name="connsiteX36" fmla="*/ 473869 w 783431"/>
                <a:gd name="connsiteY36" fmla="*/ 711994 h 1164431"/>
                <a:gd name="connsiteX37" fmla="*/ 435769 w 783431"/>
                <a:gd name="connsiteY37" fmla="*/ 711994 h 1164431"/>
                <a:gd name="connsiteX38" fmla="*/ 438150 w 783431"/>
                <a:gd name="connsiteY38" fmla="*/ 669132 h 1164431"/>
                <a:gd name="connsiteX39" fmla="*/ 428625 w 783431"/>
                <a:gd name="connsiteY39" fmla="*/ 642938 h 1164431"/>
                <a:gd name="connsiteX40" fmla="*/ 423862 w 783431"/>
                <a:gd name="connsiteY40" fmla="*/ 607219 h 1164431"/>
                <a:gd name="connsiteX41" fmla="*/ 426244 w 783431"/>
                <a:gd name="connsiteY41" fmla="*/ 578644 h 1164431"/>
                <a:gd name="connsiteX42" fmla="*/ 440531 w 783431"/>
                <a:gd name="connsiteY42" fmla="*/ 566738 h 1164431"/>
                <a:gd name="connsiteX43" fmla="*/ 450056 w 783431"/>
                <a:gd name="connsiteY43" fmla="*/ 535782 h 1164431"/>
                <a:gd name="connsiteX44" fmla="*/ 457200 w 783431"/>
                <a:gd name="connsiteY44" fmla="*/ 519113 h 1164431"/>
                <a:gd name="connsiteX45" fmla="*/ 481012 w 783431"/>
                <a:gd name="connsiteY45" fmla="*/ 526257 h 1164431"/>
                <a:gd name="connsiteX46" fmla="*/ 495300 w 783431"/>
                <a:gd name="connsiteY46" fmla="*/ 576263 h 1164431"/>
                <a:gd name="connsiteX47" fmla="*/ 507206 w 783431"/>
                <a:gd name="connsiteY47" fmla="*/ 581025 h 1164431"/>
                <a:gd name="connsiteX48" fmla="*/ 526256 w 783431"/>
                <a:gd name="connsiteY48" fmla="*/ 583407 h 1164431"/>
                <a:gd name="connsiteX49" fmla="*/ 554831 w 783431"/>
                <a:gd name="connsiteY49" fmla="*/ 583407 h 1164431"/>
                <a:gd name="connsiteX50" fmla="*/ 557212 w 783431"/>
                <a:gd name="connsiteY50" fmla="*/ 547688 h 1164431"/>
                <a:gd name="connsiteX51" fmla="*/ 545306 w 783431"/>
                <a:gd name="connsiteY51" fmla="*/ 502444 h 1164431"/>
                <a:gd name="connsiteX52" fmla="*/ 545306 w 783431"/>
                <a:gd name="connsiteY52" fmla="*/ 476250 h 1164431"/>
                <a:gd name="connsiteX53" fmla="*/ 581025 w 783431"/>
                <a:gd name="connsiteY53" fmla="*/ 454819 h 1164431"/>
                <a:gd name="connsiteX54" fmla="*/ 604837 w 783431"/>
                <a:gd name="connsiteY54" fmla="*/ 435769 h 1164431"/>
                <a:gd name="connsiteX55" fmla="*/ 640556 w 783431"/>
                <a:gd name="connsiteY55" fmla="*/ 414338 h 1164431"/>
                <a:gd name="connsiteX56" fmla="*/ 645319 w 783431"/>
                <a:gd name="connsiteY56" fmla="*/ 395288 h 1164431"/>
                <a:gd name="connsiteX57" fmla="*/ 633412 w 783431"/>
                <a:gd name="connsiteY57" fmla="*/ 371475 h 1164431"/>
                <a:gd name="connsiteX58" fmla="*/ 614362 w 783431"/>
                <a:gd name="connsiteY58" fmla="*/ 369094 h 1164431"/>
                <a:gd name="connsiteX59" fmla="*/ 609600 w 783431"/>
                <a:gd name="connsiteY59" fmla="*/ 366713 h 1164431"/>
                <a:gd name="connsiteX60" fmla="*/ 597694 w 783431"/>
                <a:gd name="connsiteY60" fmla="*/ 357188 h 1164431"/>
                <a:gd name="connsiteX61" fmla="*/ 611981 w 783431"/>
                <a:gd name="connsiteY61" fmla="*/ 345282 h 1164431"/>
                <a:gd name="connsiteX62" fmla="*/ 652462 w 783431"/>
                <a:gd name="connsiteY62" fmla="*/ 316707 h 1164431"/>
                <a:gd name="connsiteX63" fmla="*/ 678656 w 783431"/>
                <a:gd name="connsiteY63" fmla="*/ 264319 h 1164431"/>
                <a:gd name="connsiteX64" fmla="*/ 666750 w 783431"/>
                <a:gd name="connsiteY64" fmla="*/ 242888 h 1164431"/>
                <a:gd name="connsiteX65" fmla="*/ 638175 w 783431"/>
                <a:gd name="connsiteY65" fmla="*/ 219075 h 1164431"/>
                <a:gd name="connsiteX66" fmla="*/ 642937 w 783431"/>
                <a:gd name="connsiteY66" fmla="*/ 180975 h 1164431"/>
                <a:gd name="connsiteX67" fmla="*/ 673894 w 783431"/>
                <a:gd name="connsiteY67" fmla="*/ 171450 h 1164431"/>
                <a:gd name="connsiteX68" fmla="*/ 700087 w 783431"/>
                <a:gd name="connsiteY68" fmla="*/ 142875 h 1164431"/>
                <a:gd name="connsiteX69" fmla="*/ 700087 w 783431"/>
                <a:gd name="connsiteY69" fmla="*/ 111919 h 1164431"/>
                <a:gd name="connsiteX70" fmla="*/ 666750 w 783431"/>
                <a:gd name="connsiteY70" fmla="*/ 107157 h 1164431"/>
                <a:gd name="connsiteX71" fmla="*/ 645319 w 783431"/>
                <a:gd name="connsiteY71" fmla="*/ 102394 h 1164431"/>
                <a:gd name="connsiteX72" fmla="*/ 645319 w 783431"/>
                <a:gd name="connsiteY72" fmla="*/ 102394 h 1164431"/>
                <a:gd name="connsiteX73" fmla="*/ 678656 w 783431"/>
                <a:gd name="connsiteY73" fmla="*/ 69057 h 1164431"/>
                <a:gd name="connsiteX74" fmla="*/ 685800 w 783431"/>
                <a:gd name="connsiteY74" fmla="*/ 40482 h 1164431"/>
                <a:gd name="connsiteX75" fmla="*/ 678656 w 783431"/>
                <a:gd name="connsiteY75" fmla="*/ 21432 h 1164431"/>
                <a:gd name="connsiteX76" fmla="*/ 695325 w 783431"/>
                <a:gd name="connsiteY76" fmla="*/ 2382 h 1164431"/>
                <a:gd name="connsiteX77" fmla="*/ 628650 w 783431"/>
                <a:gd name="connsiteY77" fmla="*/ 0 h 1164431"/>
                <a:gd name="connsiteX78" fmla="*/ 552450 w 783431"/>
                <a:gd name="connsiteY78" fmla="*/ 52388 h 1164431"/>
                <a:gd name="connsiteX79" fmla="*/ 538162 w 783431"/>
                <a:gd name="connsiteY79" fmla="*/ 90488 h 1164431"/>
                <a:gd name="connsiteX80" fmla="*/ 445294 w 783431"/>
                <a:gd name="connsiteY80" fmla="*/ 126207 h 1164431"/>
                <a:gd name="connsiteX81" fmla="*/ 397669 w 783431"/>
                <a:gd name="connsiteY81" fmla="*/ 159544 h 1164431"/>
                <a:gd name="connsiteX82" fmla="*/ 376237 w 783431"/>
                <a:gd name="connsiteY82" fmla="*/ 190500 h 1164431"/>
                <a:gd name="connsiteX83" fmla="*/ 350044 w 783431"/>
                <a:gd name="connsiteY83" fmla="*/ 140494 h 1164431"/>
                <a:gd name="connsiteX84" fmla="*/ 316706 w 783431"/>
                <a:gd name="connsiteY84" fmla="*/ 140494 h 1164431"/>
                <a:gd name="connsiteX85" fmla="*/ 304800 w 783431"/>
                <a:gd name="connsiteY85" fmla="*/ 166688 h 1164431"/>
                <a:gd name="connsiteX86" fmla="*/ 280987 w 783431"/>
                <a:gd name="connsiteY86" fmla="*/ 230982 h 1164431"/>
                <a:gd name="connsiteX87" fmla="*/ 154781 w 783431"/>
                <a:gd name="connsiteY87" fmla="*/ 223838 h 1164431"/>
                <a:gd name="connsiteX88" fmla="*/ 140494 w 783431"/>
                <a:gd name="connsiteY88" fmla="*/ 245269 h 1164431"/>
                <a:gd name="connsiteX89" fmla="*/ 138112 w 783431"/>
                <a:gd name="connsiteY89" fmla="*/ 280988 h 1164431"/>
                <a:gd name="connsiteX90" fmla="*/ 66675 w 783431"/>
                <a:gd name="connsiteY90" fmla="*/ 309563 h 1164431"/>
                <a:gd name="connsiteX91" fmla="*/ 54769 w 783431"/>
                <a:gd name="connsiteY91" fmla="*/ 323850 h 1164431"/>
                <a:gd name="connsiteX92" fmla="*/ 66675 w 783431"/>
                <a:gd name="connsiteY92" fmla="*/ 381000 h 1164431"/>
                <a:gd name="connsiteX93" fmla="*/ 19050 w 783431"/>
                <a:gd name="connsiteY93" fmla="*/ 423863 h 1164431"/>
                <a:gd name="connsiteX94" fmla="*/ 26194 w 783431"/>
                <a:gd name="connsiteY94" fmla="*/ 490538 h 1164431"/>
                <a:gd name="connsiteX95" fmla="*/ 33337 w 783431"/>
                <a:gd name="connsiteY95" fmla="*/ 554832 h 1164431"/>
                <a:gd name="connsiteX96" fmla="*/ 0 w 783431"/>
                <a:gd name="connsiteY96" fmla="*/ 614363 h 1164431"/>
                <a:gd name="connsiteX0" fmla="*/ 0 w 783431"/>
                <a:gd name="connsiteY0" fmla="*/ 614363 h 1164431"/>
                <a:gd name="connsiteX1" fmla="*/ 21431 w 783431"/>
                <a:gd name="connsiteY1" fmla="*/ 661988 h 1164431"/>
                <a:gd name="connsiteX2" fmla="*/ 28575 w 783431"/>
                <a:gd name="connsiteY2" fmla="*/ 742950 h 1164431"/>
                <a:gd name="connsiteX3" fmla="*/ 76200 w 783431"/>
                <a:gd name="connsiteY3" fmla="*/ 814388 h 1164431"/>
                <a:gd name="connsiteX4" fmla="*/ 102394 w 783431"/>
                <a:gd name="connsiteY4" fmla="*/ 919163 h 1164431"/>
                <a:gd name="connsiteX5" fmla="*/ 116681 w 783431"/>
                <a:gd name="connsiteY5" fmla="*/ 947738 h 1164431"/>
                <a:gd name="connsiteX6" fmla="*/ 130969 w 783431"/>
                <a:gd name="connsiteY6" fmla="*/ 995363 h 1164431"/>
                <a:gd name="connsiteX7" fmla="*/ 150019 w 783431"/>
                <a:gd name="connsiteY7" fmla="*/ 1023938 h 1164431"/>
                <a:gd name="connsiteX8" fmla="*/ 159544 w 783431"/>
                <a:gd name="connsiteY8" fmla="*/ 1042988 h 1164431"/>
                <a:gd name="connsiteX9" fmla="*/ 197644 w 783431"/>
                <a:gd name="connsiteY9" fmla="*/ 1069182 h 1164431"/>
                <a:gd name="connsiteX10" fmla="*/ 245269 w 783431"/>
                <a:gd name="connsiteY10" fmla="*/ 1090613 h 1164431"/>
                <a:gd name="connsiteX11" fmla="*/ 264318 w 783431"/>
                <a:gd name="connsiteY11" fmla="*/ 1131094 h 1164431"/>
                <a:gd name="connsiteX12" fmla="*/ 295275 w 783431"/>
                <a:gd name="connsiteY12" fmla="*/ 1164431 h 1164431"/>
                <a:gd name="connsiteX13" fmla="*/ 354806 w 783431"/>
                <a:gd name="connsiteY13" fmla="*/ 1152524 h 1164431"/>
                <a:gd name="connsiteX14" fmla="*/ 604837 w 783431"/>
                <a:gd name="connsiteY14" fmla="*/ 1085850 h 1164431"/>
                <a:gd name="connsiteX15" fmla="*/ 585787 w 783431"/>
                <a:gd name="connsiteY15" fmla="*/ 1035844 h 1164431"/>
                <a:gd name="connsiteX16" fmla="*/ 607219 w 783431"/>
                <a:gd name="connsiteY16" fmla="*/ 1021557 h 1164431"/>
                <a:gd name="connsiteX17" fmla="*/ 645319 w 783431"/>
                <a:gd name="connsiteY17" fmla="*/ 1016794 h 1164431"/>
                <a:gd name="connsiteX18" fmla="*/ 685800 w 783431"/>
                <a:gd name="connsiteY18" fmla="*/ 997744 h 1164431"/>
                <a:gd name="connsiteX19" fmla="*/ 716756 w 783431"/>
                <a:gd name="connsiteY19" fmla="*/ 1002507 h 1164431"/>
                <a:gd name="connsiteX20" fmla="*/ 738187 w 783431"/>
                <a:gd name="connsiteY20" fmla="*/ 969169 h 1164431"/>
                <a:gd name="connsiteX21" fmla="*/ 783431 w 783431"/>
                <a:gd name="connsiteY21" fmla="*/ 933450 h 1164431"/>
                <a:gd name="connsiteX22" fmla="*/ 776287 w 783431"/>
                <a:gd name="connsiteY22" fmla="*/ 907257 h 1164431"/>
                <a:gd name="connsiteX23" fmla="*/ 752475 w 783431"/>
                <a:gd name="connsiteY23" fmla="*/ 888207 h 1164431"/>
                <a:gd name="connsiteX24" fmla="*/ 752475 w 783431"/>
                <a:gd name="connsiteY24" fmla="*/ 864394 h 1164431"/>
                <a:gd name="connsiteX25" fmla="*/ 728662 w 783431"/>
                <a:gd name="connsiteY25" fmla="*/ 852488 h 1164431"/>
                <a:gd name="connsiteX26" fmla="*/ 711994 w 783431"/>
                <a:gd name="connsiteY26" fmla="*/ 802482 h 1164431"/>
                <a:gd name="connsiteX27" fmla="*/ 688181 w 783431"/>
                <a:gd name="connsiteY27" fmla="*/ 814388 h 1164431"/>
                <a:gd name="connsiteX28" fmla="*/ 659606 w 783431"/>
                <a:gd name="connsiteY28" fmla="*/ 814388 h 1164431"/>
                <a:gd name="connsiteX29" fmla="*/ 647700 w 783431"/>
                <a:gd name="connsiteY29" fmla="*/ 847725 h 1164431"/>
                <a:gd name="connsiteX30" fmla="*/ 623887 w 783431"/>
                <a:gd name="connsiteY30" fmla="*/ 847725 h 1164431"/>
                <a:gd name="connsiteX31" fmla="*/ 576262 w 783431"/>
                <a:gd name="connsiteY31" fmla="*/ 828675 h 1164431"/>
                <a:gd name="connsiteX32" fmla="*/ 554831 w 783431"/>
                <a:gd name="connsiteY32" fmla="*/ 816769 h 1164431"/>
                <a:gd name="connsiteX33" fmla="*/ 547687 w 783431"/>
                <a:gd name="connsiteY33" fmla="*/ 783432 h 1164431"/>
                <a:gd name="connsiteX34" fmla="*/ 561975 w 783431"/>
                <a:gd name="connsiteY34" fmla="*/ 754857 h 1164431"/>
                <a:gd name="connsiteX35" fmla="*/ 533400 w 783431"/>
                <a:gd name="connsiteY35" fmla="*/ 733425 h 1164431"/>
                <a:gd name="connsiteX36" fmla="*/ 509587 w 783431"/>
                <a:gd name="connsiteY36" fmla="*/ 711994 h 1164431"/>
                <a:gd name="connsiteX37" fmla="*/ 473869 w 783431"/>
                <a:gd name="connsiteY37" fmla="*/ 711994 h 1164431"/>
                <a:gd name="connsiteX38" fmla="*/ 435769 w 783431"/>
                <a:gd name="connsiteY38" fmla="*/ 711994 h 1164431"/>
                <a:gd name="connsiteX39" fmla="*/ 438150 w 783431"/>
                <a:gd name="connsiteY39" fmla="*/ 669132 h 1164431"/>
                <a:gd name="connsiteX40" fmla="*/ 428625 w 783431"/>
                <a:gd name="connsiteY40" fmla="*/ 642938 h 1164431"/>
                <a:gd name="connsiteX41" fmla="*/ 423862 w 783431"/>
                <a:gd name="connsiteY41" fmla="*/ 607219 h 1164431"/>
                <a:gd name="connsiteX42" fmla="*/ 426244 w 783431"/>
                <a:gd name="connsiteY42" fmla="*/ 578644 h 1164431"/>
                <a:gd name="connsiteX43" fmla="*/ 440531 w 783431"/>
                <a:gd name="connsiteY43" fmla="*/ 566738 h 1164431"/>
                <a:gd name="connsiteX44" fmla="*/ 450056 w 783431"/>
                <a:gd name="connsiteY44" fmla="*/ 535782 h 1164431"/>
                <a:gd name="connsiteX45" fmla="*/ 457200 w 783431"/>
                <a:gd name="connsiteY45" fmla="*/ 519113 h 1164431"/>
                <a:gd name="connsiteX46" fmla="*/ 481012 w 783431"/>
                <a:gd name="connsiteY46" fmla="*/ 526257 h 1164431"/>
                <a:gd name="connsiteX47" fmla="*/ 495300 w 783431"/>
                <a:gd name="connsiteY47" fmla="*/ 576263 h 1164431"/>
                <a:gd name="connsiteX48" fmla="*/ 507206 w 783431"/>
                <a:gd name="connsiteY48" fmla="*/ 581025 h 1164431"/>
                <a:gd name="connsiteX49" fmla="*/ 526256 w 783431"/>
                <a:gd name="connsiteY49" fmla="*/ 583407 h 1164431"/>
                <a:gd name="connsiteX50" fmla="*/ 554831 w 783431"/>
                <a:gd name="connsiteY50" fmla="*/ 583407 h 1164431"/>
                <a:gd name="connsiteX51" fmla="*/ 557212 w 783431"/>
                <a:gd name="connsiteY51" fmla="*/ 547688 h 1164431"/>
                <a:gd name="connsiteX52" fmla="*/ 545306 w 783431"/>
                <a:gd name="connsiteY52" fmla="*/ 502444 h 1164431"/>
                <a:gd name="connsiteX53" fmla="*/ 545306 w 783431"/>
                <a:gd name="connsiteY53" fmla="*/ 476250 h 1164431"/>
                <a:gd name="connsiteX54" fmla="*/ 581025 w 783431"/>
                <a:gd name="connsiteY54" fmla="*/ 454819 h 1164431"/>
                <a:gd name="connsiteX55" fmla="*/ 604837 w 783431"/>
                <a:gd name="connsiteY55" fmla="*/ 435769 h 1164431"/>
                <a:gd name="connsiteX56" fmla="*/ 640556 w 783431"/>
                <a:gd name="connsiteY56" fmla="*/ 414338 h 1164431"/>
                <a:gd name="connsiteX57" fmla="*/ 645319 w 783431"/>
                <a:gd name="connsiteY57" fmla="*/ 395288 h 1164431"/>
                <a:gd name="connsiteX58" fmla="*/ 633412 w 783431"/>
                <a:gd name="connsiteY58" fmla="*/ 371475 h 1164431"/>
                <a:gd name="connsiteX59" fmla="*/ 614362 w 783431"/>
                <a:gd name="connsiteY59" fmla="*/ 369094 h 1164431"/>
                <a:gd name="connsiteX60" fmla="*/ 609600 w 783431"/>
                <a:gd name="connsiteY60" fmla="*/ 366713 h 1164431"/>
                <a:gd name="connsiteX61" fmla="*/ 597694 w 783431"/>
                <a:gd name="connsiteY61" fmla="*/ 357188 h 1164431"/>
                <a:gd name="connsiteX62" fmla="*/ 611981 w 783431"/>
                <a:gd name="connsiteY62" fmla="*/ 345282 h 1164431"/>
                <a:gd name="connsiteX63" fmla="*/ 652462 w 783431"/>
                <a:gd name="connsiteY63" fmla="*/ 316707 h 1164431"/>
                <a:gd name="connsiteX64" fmla="*/ 678656 w 783431"/>
                <a:gd name="connsiteY64" fmla="*/ 264319 h 1164431"/>
                <a:gd name="connsiteX65" fmla="*/ 666750 w 783431"/>
                <a:gd name="connsiteY65" fmla="*/ 242888 h 1164431"/>
                <a:gd name="connsiteX66" fmla="*/ 638175 w 783431"/>
                <a:gd name="connsiteY66" fmla="*/ 219075 h 1164431"/>
                <a:gd name="connsiteX67" fmla="*/ 642937 w 783431"/>
                <a:gd name="connsiteY67" fmla="*/ 180975 h 1164431"/>
                <a:gd name="connsiteX68" fmla="*/ 673894 w 783431"/>
                <a:gd name="connsiteY68" fmla="*/ 171450 h 1164431"/>
                <a:gd name="connsiteX69" fmla="*/ 700087 w 783431"/>
                <a:gd name="connsiteY69" fmla="*/ 142875 h 1164431"/>
                <a:gd name="connsiteX70" fmla="*/ 700087 w 783431"/>
                <a:gd name="connsiteY70" fmla="*/ 111919 h 1164431"/>
                <a:gd name="connsiteX71" fmla="*/ 666750 w 783431"/>
                <a:gd name="connsiteY71" fmla="*/ 107157 h 1164431"/>
                <a:gd name="connsiteX72" fmla="*/ 645319 w 783431"/>
                <a:gd name="connsiteY72" fmla="*/ 102394 h 1164431"/>
                <a:gd name="connsiteX73" fmla="*/ 645319 w 783431"/>
                <a:gd name="connsiteY73" fmla="*/ 102394 h 1164431"/>
                <a:gd name="connsiteX74" fmla="*/ 678656 w 783431"/>
                <a:gd name="connsiteY74" fmla="*/ 69057 h 1164431"/>
                <a:gd name="connsiteX75" fmla="*/ 685800 w 783431"/>
                <a:gd name="connsiteY75" fmla="*/ 40482 h 1164431"/>
                <a:gd name="connsiteX76" fmla="*/ 678656 w 783431"/>
                <a:gd name="connsiteY76" fmla="*/ 21432 h 1164431"/>
                <a:gd name="connsiteX77" fmla="*/ 695325 w 783431"/>
                <a:gd name="connsiteY77" fmla="*/ 2382 h 1164431"/>
                <a:gd name="connsiteX78" fmla="*/ 628650 w 783431"/>
                <a:gd name="connsiteY78" fmla="*/ 0 h 1164431"/>
                <a:gd name="connsiteX79" fmla="*/ 552450 w 783431"/>
                <a:gd name="connsiteY79" fmla="*/ 52388 h 1164431"/>
                <a:gd name="connsiteX80" fmla="*/ 538162 w 783431"/>
                <a:gd name="connsiteY80" fmla="*/ 90488 h 1164431"/>
                <a:gd name="connsiteX81" fmla="*/ 445294 w 783431"/>
                <a:gd name="connsiteY81" fmla="*/ 126207 h 1164431"/>
                <a:gd name="connsiteX82" fmla="*/ 397669 w 783431"/>
                <a:gd name="connsiteY82" fmla="*/ 159544 h 1164431"/>
                <a:gd name="connsiteX83" fmla="*/ 376237 w 783431"/>
                <a:gd name="connsiteY83" fmla="*/ 190500 h 1164431"/>
                <a:gd name="connsiteX84" fmla="*/ 350044 w 783431"/>
                <a:gd name="connsiteY84" fmla="*/ 140494 h 1164431"/>
                <a:gd name="connsiteX85" fmla="*/ 316706 w 783431"/>
                <a:gd name="connsiteY85" fmla="*/ 140494 h 1164431"/>
                <a:gd name="connsiteX86" fmla="*/ 304800 w 783431"/>
                <a:gd name="connsiteY86" fmla="*/ 166688 h 1164431"/>
                <a:gd name="connsiteX87" fmla="*/ 280987 w 783431"/>
                <a:gd name="connsiteY87" fmla="*/ 230982 h 1164431"/>
                <a:gd name="connsiteX88" fmla="*/ 154781 w 783431"/>
                <a:gd name="connsiteY88" fmla="*/ 223838 h 1164431"/>
                <a:gd name="connsiteX89" fmla="*/ 140494 w 783431"/>
                <a:gd name="connsiteY89" fmla="*/ 245269 h 1164431"/>
                <a:gd name="connsiteX90" fmla="*/ 138112 w 783431"/>
                <a:gd name="connsiteY90" fmla="*/ 280988 h 1164431"/>
                <a:gd name="connsiteX91" fmla="*/ 66675 w 783431"/>
                <a:gd name="connsiteY91" fmla="*/ 309563 h 1164431"/>
                <a:gd name="connsiteX92" fmla="*/ 54769 w 783431"/>
                <a:gd name="connsiteY92" fmla="*/ 323850 h 1164431"/>
                <a:gd name="connsiteX93" fmla="*/ 66675 w 783431"/>
                <a:gd name="connsiteY93" fmla="*/ 381000 h 1164431"/>
                <a:gd name="connsiteX94" fmla="*/ 19050 w 783431"/>
                <a:gd name="connsiteY94" fmla="*/ 423863 h 1164431"/>
                <a:gd name="connsiteX95" fmla="*/ 26194 w 783431"/>
                <a:gd name="connsiteY95" fmla="*/ 490538 h 1164431"/>
                <a:gd name="connsiteX96" fmla="*/ 33337 w 783431"/>
                <a:gd name="connsiteY96" fmla="*/ 554832 h 1164431"/>
                <a:gd name="connsiteX97" fmla="*/ 0 w 783431"/>
                <a:gd name="connsiteY97" fmla="*/ 614363 h 1164431"/>
                <a:gd name="connsiteX0" fmla="*/ 0 w 783431"/>
                <a:gd name="connsiteY0" fmla="*/ 614363 h 1200149"/>
                <a:gd name="connsiteX1" fmla="*/ 21431 w 783431"/>
                <a:gd name="connsiteY1" fmla="*/ 661988 h 1200149"/>
                <a:gd name="connsiteX2" fmla="*/ 28575 w 783431"/>
                <a:gd name="connsiteY2" fmla="*/ 742950 h 1200149"/>
                <a:gd name="connsiteX3" fmla="*/ 76200 w 783431"/>
                <a:gd name="connsiteY3" fmla="*/ 814388 h 1200149"/>
                <a:gd name="connsiteX4" fmla="*/ 102394 w 783431"/>
                <a:gd name="connsiteY4" fmla="*/ 919163 h 1200149"/>
                <a:gd name="connsiteX5" fmla="*/ 116681 w 783431"/>
                <a:gd name="connsiteY5" fmla="*/ 947738 h 1200149"/>
                <a:gd name="connsiteX6" fmla="*/ 130969 w 783431"/>
                <a:gd name="connsiteY6" fmla="*/ 995363 h 1200149"/>
                <a:gd name="connsiteX7" fmla="*/ 150019 w 783431"/>
                <a:gd name="connsiteY7" fmla="*/ 1023938 h 1200149"/>
                <a:gd name="connsiteX8" fmla="*/ 159544 w 783431"/>
                <a:gd name="connsiteY8" fmla="*/ 1042988 h 1200149"/>
                <a:gd name="connsiteX9" fmla="*/ 197644 w 783431"/>
                <a:gd name="connsiteY9" fmla="*/ 1069182 h 1200149"/>
                <a:gd name="connsiteX10" fmla="*/ 245269 w 783431"/>
                <a:gd name="connsiteY10" fmla="*/ 1090613 h 1200149"/>
                <a:gd name="connsiteX11" fmla="*/ 264318 w 783431"/>
                <a:gd name="connsiteY11" fmla="*/ 1131094 h 1200149"/>
                <a:gd name="connsiteX12" fmla="*/ 295275 w 783431"/>
                <a:gd name="connsiteY12" fmla="*/ 1164431 h 1200149"/>
                <a:gd name="connsiteX13" fmla="*/ 385762 w 783431"/>
                <a:gd name="connsiteY13" fmla="*/ 1200149 h 1200149"/>
                <a:gd name="connsiteX14" fmla="*/ 604837 w 783431"/>
                <a:gd name="connsiteY14" fmla="*/ 1085850 h 1200149"/>
                <a:gd name="connsiteX15" fmla="*/ 585787 w 783431"/>
                <a:gd name="connsiteY15" fmla="*/ 1035844 h 1200149"/>
                <a:gd name="connsiteX16" fmla="*/ 607219 w 783431"/>
                <a:gd name="connsiteY16" fmla="*/ 1021557 h 1200149"/>
                <a:gd name="connsiteX17" fmla="*/ 645319 w 783431"/>
                <a:gd name="connsiteY17" fmla="*/ 1016794 h 1200149"/>
                <a:gd name="connsiteX18" fmla="*/ 685800 w 783431"/>
                <a:gd name="connsiteY18" fmla="*/ 997744 h 1200149"/>
                <a:gd name="connsiteX19" fmla="*/ 716756 w 783431"/>
                <a:gd name="connsiteY19" fmla="*/ 1002507 h 1200149"/>
                <a:gd name="connsiteX20" fmla="*/ 738187 w 783431"/>
                <a:gd name="connsiteY20" fmla="*/ 969169 h 1200149"/>
                <a:gd name="connsiteX21" fmla="*/ 783431 w 783431"/>
                <a:gd name="connsiteY21" fmla="*/ 933450 h 1200149"/>
                <a:gd name="connsiteX22" fmla="*/ 776287 w 783431"/>
                <a:gd name="connsiteY22" fmla="*/ 907257 h 1200149"/>
                <a:gd name="connsiteX23" fmla="*/ 752475 w 783431"/>
                <a:gd name="connsiteY23" fmla="*/ 888207 h 1200149"/>
                <a:gd name="connsiteX24" fmla="*/ 752475 w 783431"/>
                <a:gd name="connsiteY24" fmla="*/ 864394 h 1200149"/>
                <a:gd name="connsiteX25" fmla="*/ 728662 w 783431"/>
                <a:gd name="connsiteY25" fmla="*/ 852488 h 1200149"/>
                <a:gd name="connsiteX26" fmla="*/ 711994 w 783431"/>
                <a:gd name="connsiteY26" fmla="*/ 802482 h 1200149"/>
                <a:gd name="connsiteX27" fmla="*/ 688181 w 783431"/>
                <a:gd name="connsiteY27" fmla="*/ 814388 h 1200149"/>
                <a:gd name="connsiteX28" fmla="*/ 659606 w 783431"/>
                <a:gd name="connsiteY28" fmla="*/ 814388 h 1200149"/>
                <a:gd name="connsiteX29" fmla="*/ 647700 w 783431"/>
                <a:gd name="connsiteY29" fmla="*/ 847725 h 1200149"/>
                <a:gd name="connsiteX30" fmla="*/ 623887 w 783431"/>
                <a:gd name="connsiteY30" fmla="*/ 847725 h 1200149"/>
                <a:gd name="connsiteX31" fmla="*/ 576262 w 783431"/>
                <a:gd name="connsiteY31" fmla="*/ 828675 h 1200149"/>
                <a:gd name="connsiteX32" fmla="*/ 554831 w 783431"/>
                <a:gd name="connsiteY32" fmla="*/ 816769 h 1200149"/>
                <a:gd name="connsiteX33" fmla="*/ 547687 w 783431"/>
                <a:gd name="connsiteY33" fmla="*/ 783432 h 1200149"/>
                <a:gd name="connsiteX34" fmla="*/ 561975 w 783431"/>
                <a:gd name="connsiteY34" fmla="*/ 754857 h 1200149"/>
                <a:gd name="connsiteX35" fmla="*/ 533400 w 783431"/>
                <a:gd name="connsiteY35" fmla="*/ 733425 h 1200149"/>
                <a:gd name="connsiteX36" fmla="*/ 509587 w 783431"/>
                <a:gd name="connsiteY36" fmla="*/ 711994 h 1200149"/>
                <a:gd name="connsiteX37" fmla="*/ 473869 w 783431"/>
                <a:gd name="connsiteY37" fmla="*/ 711994 h 1200149"/>
                <a:gd name="connsiteX38" fmla="*/ 435769 w 783431"/>
                <a:gd name="connsiteY38" fmla="*/ 711994 h 1200149"/>
                <a:gd name="connsiteX39" fmla="*/ 438150 w 783431"/>
                <a:gd name="connsiteY39" fmla="*/ 669132 h 1200149"/>
                <a:gd name="connsiteX40" fmla="*/ 428625 w 783431"/>
                <a:gd name="connsiteY40" fmla="*/ 642938 h 1200149"/>
                <a:gd name="connsiteX41" fmla="*/ 423862 w 783431"/>
                <a:gd name="connsiteY41" fmla="*/ 607219 h 1200149"/>
                <a:gd name="connsiteX42" fmla="*/ 426244 w 783431"/>
                <a:gd name="connsiteY42" fmla="*/ 578644 h 1200149"/>
                <a:gd name="connsiteX43" fmla="*/ 440531 w 783431"/>
                <a:gd name="connsiteY43" fmla="*/ 566738 h 1200149"/>
                <a:gd name="connsiteX44" fmla="*/ 450056 w 783431"/>
                <a:gd name="connsiteY44" fmla="*/ 535782 h 1200149"/>
                <a:gd name="connsiteX45" fmla="*/ 457200 w 783431"/>
                <a:gd name="connsiteY45" fmla="*/ 519113 h 1200149"/>
                <a:gd name="connsiteX46" fmla="*/ 481012 w 783431"/>
                <a:gd name="connsiteY46" fmla="*/ 526257 h 1200149"/>
                <a:gd name="connsiteX47" fmla="*/ 495300 w 783431"/>
                <a:gd name="connsiteY47" fmla="*/ 576263 h 1200149"/>
                <a:gd name="connsiteX48" fmla="*/ 507206 w 783431"/>
                <a:gd name="connsiteY48" fmla="*/ 581025 h 1200149"/>
                <a:gd name="connsiteX49" fmla="*/ 526256 w 783431"/>
                <a:gd name="connsiteY49" fmla="*/ 583407 h 1200149"/>
                <a:gd name="connsiteX50" fmla="*/ 554831 w 783431"/>
                <a:gd name="connsiteY50" fmla="*/ 583407 h 1200149"/>
                <a:gd name="connsiteX51" fmla="*/ 557212 w 783431"/>
                <a:gd name="connsiteY51" fmla="*/ 547688 h 1200149"/>
                <a:gd name="connsiteX52" fmla="*/ 545306 w 783431"/>
                <a:gd name="connsiteY52" fmla="*/ 502444 h 1200149"/>
                <a:gd name="connsiteX53" fmla="*/ 545306 w 783431"/>
                <a:gd name="connsiteY53" fmla="*/ 476250 h 1200149"/>
                <a:gd name="connsiteX54" fmla="*/ 581025 w 783431"/>
                <a:gd name="connsiteY54" fmla="*/ 454819 h 1200149"/>
                <a:gd name="connsiteX55" fmla="*/ 604837 w 783431"/>
                <a:gd name="connsiteY55" fmla="*/ 435769 h 1200149"/>
                <a:gd name="connsiteX56" fmla="*/ 640556 w 783431"/>
                <a:gd name="connsiteY56" fmla="*/ 414338 h 1200149"/>
                <a:gd name="connsiteX57" fmla="*/ 645319 w 783431"/>
                <a:gd name="connsiteY57" fmla="*/ 395288 h 1200149"/>
                <a:gd name="connsiteX58" fmla="*/ 633412 w 783431"/>
                <a:gd name="connsiteY58" fmla="*/ 371475 h 1200149"/>
                <a:gd name="connsiteX59" fmla="*/ 614362 w 783431"/>
                <a:gd name="connsiteY59" fmla="*/ 369094 h 1200149"/>
                <a:gd name="connsiteX60" fmla="*/ 609600 w 783431"/>
                <a:gd name="connsiteY60" fmla="*/ 366713 h 1200149"/>
                <a:gd name="connsiteX61" fmla="*/ 597694 w 783431"/>
                <a:gd name="connsiteY61" fmla="*/ 357188 h 1200149"/>
                <a:gd name="connsiteX62" fmla="*/ 611981 w 783431"/>
                <a:gd name="connsiteY62" fmla="*/ 345282 h 1200149"/>
                <a:gd name="connsiteX63" fmla="*/ 652462 w 783431"/>
                <a:gd name="connsiteY63" fmla="*/ 316707 h 1200149"/>
                <a:gd name="connsiteX64" fmla="*/ 678656 w 783431"/>
                <a:gd name="connsiteY64" fmla="*/ 264319 h 1200149"/>
                <a:gd name="connsiteX65" fmla="*/ 666750 w 783431"/>
                <a:gd name="connsiteY65" fmla="*/ 242888 h 1200149"/>
                <a:gd name="connsiteX66" fmla="*/ 638175 w 783431"/>
                <a:gd name="connsiteY66" fmla="*/ 219075 h 1200149"/>
                <a:gd name="connsiteX67" fmla="*/ 642937 w 783431"/>
                <a:gd name="connsiteY67" fmla="*/ 180975 h 1200149"/>
                <a:gd name="connsiteX68" fmla="*/ 673894 w 783431"/>
                <a:gd name="connsiteY68" fmla="*/ 171450 h 1200149"/>
                <a:gd name="connsiteX69" fmla="*/ 700087 w 783431"/>
                <a:gd name="connsiteY69" fmla="*/ 142875 h 1200149"/>
                <a:gd name="connsiteX70" fmla="*/ 700087 w 783431"/>
                <a:gd name="connsiteY70" fmla="*/ 111919 h 1200149"/>
                <a:gd name="connsiteX71" fmla="*/ 666750 w 783431"/>
                <a:gd name="connsiteY71" fmla="*/ 107157 h 1200149"/>
                <a:gd name="connsiteX72" fmla="*/ 645319 w 783431"/>
                <a:gd name="connsiteY72" fmla="*/ 102394 h 1200149"/>
                <a:gd name="connsiteX73" fmla="*/ 645319 w 783431"/>
                <a:gd name="connsiteY73" fmla="*/ 102394 h 1200149"/>
                <a:gd name="connsiteX74" fmla="*/ 678656 w 783431"/>
                <a:gd name="connsiteY74" fmla="*/ 69057 h 1200149"/>
                <a:gd name="connsiteX75" fmla="*/ 685800 w 783431"/>
                <a:gd name="connsiteY75" fmla="*/ 40482 h 1200149"/>
                <a:gd name="connsiteX76" fmla="*/ 678656 w 783431"/>
                <a:gd name="connsiteY76" fmla="*/ 21432 h 1200149"/>
                <a:gd name="connsiteX77" fmla="*/ 695325 w 783431"/>
                <a:gd name="connsiteY77" fmla="*/ 2382 h 1200149"/>
                <a:gd name="connsiteX78" fmla="*/ 628650 w 783431"/>
                <a:gd name="connsiteY78" fmla="*/ 0 h 1200149"/>
                <a:gd name="connsiteX79" fmla="*/ 552450 w 783431"/>
                <a:gd name="connsiteY79" fmla="*/ 52388 h 1200149"/>
                <a:gd name="connsiteX80" fmla="*/ 538162 w 783431"/>
                <a:gd name="connsiteY80" fmla="*/ 90488 h 1200149"/>
                <a:gd name="connsiteX81" fmla="*/ 445294 w 783431"/>
                <a:gd name="connsiteY81" fmla="*/ 126207 h 1200149"/>
                <a:gd name="connsiteX82" fmla="*/ 397669 w 783431"/>
                <a:gd name="connsiteY82" fmla="*/ 159544 h 1200149"/>
                <a:gd name="connsiteX83" fmla="*/ 376237 w 783431"/>
                <a:gd name="connsiteY83" fmla="*/ 190500 h 1200149"/>
                <a:gd name="connsiteX84" fmla="*/ 350044 w 783431"/>
                <a:gd name="connsiteY84" fmla="*/ 140494 h 1200149"/>
                <a:gd name="connsiteX85" fmla="*/ 316706 w 783431"/>
                <a:gd name="connsiteY85" fmla="*/ 140494 h 1200149"/>
                <a:gd name="connsiteX86" fmla="*/ 304800 w 783431"/>
                <a:gd name="connsiteY86" fmla="*/ 166688 h 1200149"/>
                <a:gd name="connsiteX87" fmla="*/ 280987 w 783431"/>
                <a:gd name="connsiteY87" fmla="*/ 230982 h 1200149"/>
                <a:gd name="connsiteX88" fmla="*/ 154781 w 783431"/>
                <a:gd name="connsiteY88" fmla="*/ 223838 h 1200149"/>
                <a:gd name="connsiteX89" fmla="*/ 140494 w 783431"/>
                <a:gd name="connsiteY89" fmla="*/ 245269 h 1200149"/>
                <a:gd name="connsiteX90" fmla="*/ 138112 w 783431"/>
                <a:gd name="connsiteY90" fmla="*/ 280988 h 1200149"/>
                <a:gd name="connsiteX91" fmla="*/ 66675 w 783431"/>
                <a:gd name="connsiteY91" fmla="*/ 309563 h 1200149"/>
                <a:gd name="connsiteX92" fmla="*/ 54769 w 783431"/>
                <a:gd name="connsiteY92" fmla="*/ 323850 h 1200149"/>
                <a:gd name="connsiteX93" fmla="*/ 66675 w 783431"/>
                <a:gd name="connsiteY93" fmla="*/ 381000 h 1200149"/>
                <a:gd name="connsiteX94" fmla="*/ 19050 w 783431"/>
                <a:gd name="connsiteY94" fmla="*/ 423863 h 1200149"/>
                <a:gd name="connsiteX95" fmla="*/ 26194 w 783431"/>
                <a:gd name="connsiteY95" fmla="*/ 490538 h 1200149"/>
                <a:gd name="connsiteX96" fmla="*/ 33337 w 783431"/>
                <a:gd name="connsiteY96" fmla="*/ 554832 h 1200149"/>
                <a:gd name="connsiteX97" fmla="*/ 0 w 783431"/>
                <a:gd name="connsiteY97" fmla="*/ 614363 h 1200149"/>
                <a:gd name="connsiteX0" fmla="*/ 0 w 783431"/>
                <a:gd name="connsiteY0" fmla="*/ 614363 h 1200149"/>
                <a:gd name="connsiteX1" fmla="*/ 21431 w 783431"/>
                <a:gd name="connsiteY1" fmla="*/ 661988 h 1200149"/>
                <a:gd name="connsiteX2" fmla="*/ 28575 w 783431"/>
                <a:gd name="connsiteY2" fmla="*/ 742950 h 1200149"/>
                <a:gd name="connsiteX3" fmla="*/ 76200 w 783431"/>
                <a:gd name="connsiteY3" fmla="*/ 814388 h 1200149"/>
                <a:gd name="connsiteX4" fmla="*/ 102394 w 783431"/>
                <a:gd name="connsiteY4" fmla="*/ 919163 h 1200149"/>
                <a:gd name="connsiteX5" fmla="*/ 116681 w 783431"/>
                <a:gd name="connsiteY5" fmla="*/ 947738 h 1200149"/>
                <a:gd name="connsiteX6" fmla="*/ 130969 w 783431"/>
                <a:gd name="connsiteY6" fmla="*/ 995363 h 1200149"/>
                <a:gd name="connsiteX7" fmla="*/ 150019 w 783431"/>
                <a:gd name="connsiteY7" fmla="*/ 1023938 h 1200149"/>
                <a:gd name="connsiteX8" fmla="*/ 159544 w 783431"/>
                <a:gd name="connsiteY8" fmla="*/ 1042988 h 1200149"/>
                <a:gd name="connsiteX9" fmla="*/ 197644 w 783431"/>
                <a:gd name="connsiteY9" fmla="*/ 1069182 h 1200149"/>
                <a:gd name="connsiteX10" fmla="*/ 245269 w 783431"/>
                <a:gd name="connsiteY10" fmla="*/ 1090613 h 1200149"/>
                <a:gd name="connsiteX11" fmla="*/ 264318 w 783431"/>
                <a:gd name="connsiteY11" fmla="*/ 1131094 h 1200149"/>
                <a:gd name="connsiteX12" fmla="*/ 295275 w 783431"/>
                <a:gd name="connsiteY12" fmla="*/ 1164431 h 1200149"/>
                <a:gd name="connsiteX13" fmla="*/ 385762 w 783431"/>
                <a:gd name="connsiteY13" fmla="*/ 1200149 h 1200149"/>
                <a:gd name="connsiteX14" fmla="*/ 557212 w 783431"/>
                <a:gd name="connsiteY14" fmla="*/ 1109662 h 1200149"/>
                <a:gd name="connsiteX15" fmla="*/ 604837 w 783431"/>
                <a:gd name="connsiteY15" fmla="*/ 1085850 h 1200149"/>
                <a:gd name="connsiteX16" fmla="*/ 585787 w 783431"/>
                <a:gd name="connsiteY16" fmla="*/ 1035844 h 1200149"/>
                <a:gd name="connsiteX17" fmla="*/ 607219 w 783431"/>
                <a:gd name="connsiteY17" fmla="*/ 1021557 h 1200149"/>
                <a:gd name="connsiteX18" fmla="*/ 645319 w 783431"/>
                <a:gd name="connsiteY18" fmla="*/ 1016794 h 1200149"/>
                <a:gd name="connsiteX19" fmla="*/ 685800 w 783431"/>
                <a:gd name="connsiteY19" fmla="*/ 997744 h 1200149"/>
                <a:gd name="connsiteX20" fmla="*/ 716756 w 783431"/>
                <a:gd name="connsiteY20" fmla="*/ 1002507 h 1200149"/>
                <a:gd name="connsiteX21" fmla="*/ 738187 w 783431"/>
                <a:gd name="connsiteY21" fmla="*/ 969169 h 1200149"/>
                <a:gd name="connsiteX22" fmla="*/ 783431 w 783431"/>
                <a:gd name="connsiteY22" fmla="*/ 933450 h 1200149"/>
                <a:gd name="connsiteX23" fmla="*/ 776287 w 783431"/>
                <a:gd name="connsiteY23" fmla="*/ 907257 h 1200149"/>
                <a:gd name="connsiteX24" fmla="*/ 752475 w 783431"/>
                <a:gd name="connsiteY24" fmla="*/ 888207 h 1200149"/>
                <a:gd name="connsiteX25" fmla="*/ 752475 w 783431"/>
                <a:gd name="connsiteY25" fmla="*/ 864394 h 1200149"/>
                <a:gd name="connsiteX26" fmla="*/ 728662 w 783431"/>
                <a:gd name="connsiteY26" fmla="*/ 852488 h 1200149"/>
                <a:gd name="connsiteX27" fmla="*/ 711994 w 783431"/>
                <a:gd name="connsiteY27" fmla="*/ 802482 h 1200149"/>
                <a:gd name="connsiteX28" fmla="*/ 688181 w 783431"/>
                <a:gd name="connsiteY28" fmla="*/ 814388 h 1200149"/>
                <a:gd name="connsiteX29" fmla="*/ 659606 w 783431"/>
                <a:gd name="connsiteY29" fmla="*/ 814388 h 1200149"/>
                <a:gd name="connsiteX30" fmla="*/ 647700 w 783431"/>
                <a:gd name="connsiteY30" fmla="*/ 847725 h 1200149"/>
                <a:gd name="connsiteX31" fmla="*/ 623887 w 783431"/>
                <a:gd name="connsiteY31" fmla="*/ 847725 h 1200149"/>
                <a:gd name="connsiteX32" fmla="*/ 576262 w 783431"/>
                <a:gd name="connsiteY32" fmla="*/ 828675 h 1200149"/>
                <a:gd name="connsiteX33" fmla="*/ 554831 w 783431"/>
                <a:gd name="connsiteY33" fmla="*/ 816769 h 1200149"/>
                <a:gd name="connsiteX34" fmla="*/ 547687 w 783431"/>
                <a:gd name="connsiteY34" fmla="*/ 783432 h 1200149"/>
                <a:gd name="connsiteX35" fmla="*/ 561975 w 783431"/>
                <a:gd name="connsiteY35" fmla="*/ 754857 h 1200149"/>
                <a:gd name="connsiteX36" fmla="*/ 533400 w 783431"/>
                <a:gd name="connsiteY36" fmla="*/ 733425 h 1200149"/>
                <a:gd name="connsiteX37" fmla="*/ 509587 w 783431"/>
                <a:gd name="connsiteY37" fmla="*/ 711994 h 1200149"/>
                <a:gd name="connsiteX38" fmla="*/ 473869 w 783431"/>
                <a:gd name="connsiteY38" fmla="*/ 711994 h 1200149"/>
                <a:gd name="connsiteX39" fmla="*/ 435769 w 783431"/>
                <a:gd name="connsiteY39" fmla="*/ 711994 h 1200149"/>
                <a:gd name="connsiteX40" fmla="*/ 438150 w 783431"/>
                <a:gd name="connsiteY40" fmla="*/ 669132 h 1200149"/>
                <a:gd name="connsiteX41" fmla="*/ 428625 w 783431"/>
                <a:gd name="connsiteY41" fmla="*/ 642938 h 1200149"/>
                <a:gd name="connsiteX42" fmla="*/ 423862 w 783431"/>
                <a:gd name="connsiteY42" fmla="*/ 607219 h 1200149"/>
                <a:gd name="connsiteX43" fmla="*/ 426244 w 783431"/>
                <a:gd name="connsiteY43" fmla="*/ 578644 h 1200149"/>
                <a:gd name="connsiteX44" fmla="*/ 440531 w 783431"/>
                <a:gd name="connsiteY44" fmla="*/ 566738 h 1200149"/>
                <a:gd name="connsiteX45" fmla="*/ 450056 w 783431"/>
                <a:gd name="connsiteY45" fmla="*/ 535782 h 1200149"/>
                <a:gd name="connsiteX46" fmla="*/ 457200 w 783431"/>
                <a:gd name="connsiteY46" fmla="*/ 519113 h 1200149"/>
                <a:gd name="connsiteX47" fmla="*/ 481012 w 783431"/>
                <a:gd name="connsiteY47" fmla="*/ 526257 h 1200149"/>
                <a:gd name="connsiteX48" fmla="*/ 495300 w 783431"/>
                <a:gd name="connsiteY48" fmla="*/ 576263 h 1200149"/>
                <a:gd name="connsiteX49" fmla="*/ 507206 w 783431"/>
                <a:gd name="connsiteY49" fmla="*/ 581025 h 1200149"/>
                <a:gd name="connsiteX50" fmla="*/ 526256 w 783431"/>
                <a:gd name="connsiteY50" fmla="*/ 583407 h 1200149"/>
                <a:gd name="connsiteX51" fmla="*/ 554831 w 783431"/>
                <a:gd name="connsiteY51" fmla="*/ 583407 h 1200149"/>
                <a:gd name="connsiteX52" fmla="*/ 557212 w 783431"/>
                <a:gd name="connsiteY52" fmla="*/ 547688 h 1200149"/>
                <a:gd name="connsiteX53" fmla="*/ 545306 w 783431"/>
                <a:gd name="connsiteY53" fmla="*/ 502444 h 1200149"/>
                <a:gd name="connsiteX54" fmla="*/ 545306 w 783431"/>
                <a:gd name="connsiteY54" fmla="*/ 476250 h 1200149"/>
                <a:gd name="connsiteX55" fmla="*/ 581025 w 783431"/>
                <a:gd name="connsiteY55" fmla="*/ 454819 h 1200149"/>
                <a:gd name="connsiteX56" fmla="*/ 604837 w 783431"/>
                <a:gd name="connsiteY56" fmla="*/ 435769 h 1200149"/>
                <a:gd name="connsiteX57" fmla="*/ 640556 w 783431"/>
                <a:gd name="connsiteY57" fmla="*/ 414338 h 1200149"/>
                <a:gd name="connsiteX58" fmla="*/ 645319 w 783431"/>
                <a:gd name="connsiteY58" fmla="*/ 395288 h 1200149"/>
                <a:gd name="connsiteX59" fmla="*/ 633412 w 783431"/>
                <a:gd name="connsiteY59" fmla="*/ 371475 h 1200149"/>
                <a:gd name="connsiteX60" fmla="*/ 614362 w 783431"/>
                <a:gd name="connsiteY60" fmla="*/ 369094 h 1200149"/>
                <a:gd name="connsiteX61" fmla="*/ 609600 w 783431"/>
                <a:gd name="connsiteY61" fmla="*/ 366713 h 1200149"/>
                <a:gd name="connsiteX62" fmla="*/ 597694 w 783431"/>
                <a:gd name="connsiteY62" fmla="*/ 357188 h 1200149"/>
                <a:gd name="connsiteX63" fmla="*/ 611981 w 783431"/>
                <a:gd name="connsiteY63" fmla="*/ 345282 h 1200149"/>
                <a:gd name="connsiteX64" fmla="*/ 652462 w 783431"/>
                <a:gd name="connsiteY64" fmla="*/ 316707 h 1200149"/>
                <a:gd name="connsiteX65" fmla="*/ 678656 w 783431"/>
                <a:gd name="connsiteY65" fmla="*/ 264319 h 1200149"/>
                <a:gd name="connsiteX66" fmla="*/ 666750 w 783431"/>
                <a:gd name="connsiteY66" fmla="*/ 242888 h 1200149"/>
                <a:gd name="connsiteX67" fmla="*/ 638175 w 783431"/>
                <a:gd name="connsiteY67" fmla="*/ 219075 h 1200149"/>
                <a:gd name="connsiteX68" fmla="*/ 642937 w 783431"/>
                <a:gd name="connsiteY68" fmla="*/ 180975 h 1200149"/>
                <a:gd name="connsiteX69" fmla="*/ 673894 w 783431"/>
                <a:gd name="connsiteY69" fmla="*/ 171450 h 1200149"/>
                <a:gd name="connsiteX70" fmla="*/ 700087 w 783431"/>
                <a:gd name="connsiteY70" fmla="*/ 142875 h 1200149"/>
                <a:gd name="connsiteX71" fmla="*/ 700087 w 783431"/>
                <a:gd name="connsiteY71" fmla="*/ 111919 h 1200149"/>
                <a:gd name="connsiteX72" fmla="*/ 666750 w 783431"/>
                <a:gd name="connsiteY72" fmla="*/ 107157 h 1200149"/>
                <a:gd name="connsiteX73" fmla="*/ 645319 w 783431"/>
                <a:gd name="connsiteY73" fmla="*/ 102394 h 1200149"/>
                <a:gd name="connsiteX74" fmla="*/ 645319 w 783431"/>
                <a:gd name="connsiteY74" fmla="*/ 102394 h 1200149"/>
                <a:gd name="connsiteX75" fmla="*/ 678656 w 783431"/>
                <a:gd name="connsiteY75" fmla="*/ 69057 h 1200149"/>
                <a:gd name="connsiteX76" fmla="*/ 685800 w 783431"/>
                <a:gd name="connsiteY76" fmla="*/ 40482 h 1200149"/>
                <a:gd name="connsiteX77" fmla="*/ 678656 w 783431"/>
                <a:gd name="connsiteY77" fmla="*/ 21432 h 1200149"/>
                <a:gd name="connsiteX78" fmla="*/ 695325 w 783431"/>
                <a:gd name="connsiteY78" fmla="*/ 2382 h 1200149"/>
                <a:gd name="connsiteX79" fmla="*/ 628650 w 783431"/>
                <a:gd name="connsiteY79" fmla="*/ 0 h 1200149"/>
                <a:gd name="connsiteX80" fmla="*/ 552450 w 783431"/>
                <a:gd name="connsiteY80" fmla="*/ 52388 h 1200149"/>
                <a:gd name="connsiteX81" fmla="*/ 538162 w 783431"/>
                <a:gd name="connsiteY81" fmla="*/ 90488 h 1200149"/>
                <a:gd name="connsiteX82" fmla="*/ 445294 w 783431"/>
                <a:gd name="connsiteY82" fmla="*/ 126207 h 1200149"/>
                <a:gd name="connsiteX83" fmla="*/ 397669 w 783431"/>
                <a:gd name="connsiteY83" fmla="*/ 159544 h 1200149"/>
                <a:gd name="connsiteX84" fmla="*/ 376237 w 783431"/>
                <a:gd name="connsiteY84" fmla="*/ 190500 h 1200149"/>
                <a:gd name="connsiteX85" fmla="*/ 350044 w 783431"/>
                <a:gd name="connsiteY85" fmla="*/ 140494 h 1200149"/>
                <a:gd name="connsiteX86" fmla="*/ 316706 w 783431"/>
                <a:gd name="connsiteY86" fmla="*/ 140494 h 1200149"/>
                <a:gd name="connsiteX87" fmla="*/ 304800 w 783431"/>
                <a:gd name="connsiteY87" fmla="*/ 166688 h 1200149"/>
                <a:gd name="connsiteX88" fmla="*/ 280987 w 783431"/>
                <a:gd name="connsiteY88" fmla="*/ 230982 h 1200149"/>
                <a:gd name="connsiteX89" fmla="*/ 154781 w 783431"/>
                <a:gd name="connsiteY89" fmla="*/ 223838 h 1200149"/>
                <a:gd name="connsiteX90" fmla="*/ 140494 w 783431"/>
                <a:gd name="connsiteY90" fmla="*/ 245269 h 1200149"/>
                <a:gd name="connsiteX91" fmla="*/ 138112 w 783431"/>
                <a:gd name="connsiteY91" fmla="*/ 280988 h 1200149"/>
                <a:gd name="connsiteX92" fmla="*/ 66675 w 783431"/>
                <a:gd name="connsiteY92" fmla="*/ 309563 h 1200149"/>
                <a:gd name="connsiteX93" fmla="*/ 54769 w 783431"/>
                <a:gd name="connsiteY93" fmla="*/ 323850 h 1200149"/>
                <a:gd name="connsiteX94" fmla="*/ 66675 w 783431"/>
                <a:gd name="connsiteY94" fmla="*/ 381000 h 1200149"/>
                <a:gd name="connsiteX95" fmla="*/ 19050 w 783431"/>
                <a:gd name="connsiteY95" fmla="*/ 423863 h 1200149"/>
                <a:gd name="connsiteX96" fmla="*/ 26194 w 783431"/>
                <a:gd name="connsiteY96" fmla="*/ 490538 h 1200149"/>
                <a:gd name="connsiteX97" fmla="*/ 33337 w 783431"/>
                <a:gd name="connsiteY97" fmla="*/ 554832 h 1200149"/>
                <a:gd name="connsiteX98" fmla="*/ 0 w 783431"/>
                <a:gd name="connsiteY98" fmla="*/ 614363 h 1200149"/>
                <a:gd name="connsiteX0" fmla="*/ 0 w 783431"/>
                <a:gd name="connsiteY0" fmla="*/ 614363 h 1200149"/>
                <a:gd name="connsiteX1" fmla="*/ 21431 w 783431"/>
                <a:gd name="connsiteY1" fmla="*/ 661988 h 1200149"/>
                <a:gd name="connsiteX2" fmla="*/ 28575 w 783431"/>
                <a:gd name="connsiteY2" fmla="*/ 742950 h 1200149"/>
                <a:gd name="connsiteX3" fmla="*/ 76200 w 783431"/>
                <a:gd name="connsiteY3" fmla="*/ 814388 h 1200149"/>
                <a:gd name="connsiteX4" fmla="*/ 102394 w 783431"/>
                <a:gd name="connsiteY4" fmla="*/ 919163 h 1200149"/>
                <a:gd name="connsiteX5" fmla="*/ 116681 w 783431"/>
                <a:gd name="connsiteY5" fmla="*/ 947738 h 1200149"/>
                <a:gd name="connsiteX6" fmla="*/ 130969 w 783431"/>
                <a:gd name="connsiteY6" fmla="*/ 995363 h 1200149"/>
                <a:gd name="connsiteX7" fmla="*/ 150019 w 783431"/>
                <a:gd name="connsiteY7" fmla="*/ 1023938 h 1200149"/>
                <a:gd name="connsiteX8" fmla="*/ 159544 w 783431"/>
                <a:gd name="connsiteY8" fmla="*/ 1042988 h 1200149"/>
                <a:gd name="connsiteX9" fmla="*/ 197644 w 783431"/>
                <a:gd name="connsiteY9" fmla="*/ 1069182 h 1200149"/>
                <a:gd name="connsiteX10" fmla="*/ 245269 w 783431"/>
                <a:gd name="connsiteY10" fmla="*/ 1090613 h 1200149"/>
                <a:gd name="connsiteX11" fmla="*/ 264318 w 783431"/>
                <a:gd name="connsiteY11" fmla="*/ 1131094 h 1200149"/>
                <a:gd name="connsiteX12" fmla="*/ 295275 w 783431"/>
                <a:gd name="connsiteY12" fmla="*/ 1164431 h 1200149"/>
                <a:gd name="connsiteX13" fmla="*/ 385762 w 783431"/>
                <a:gd name="connsiteY13" fmla="*/ 1200149 h 1200149"/>
                <a:gd name="connsiteX14" fmla="*/ 592931 w 783431"/>
                <a:gd name="connsiteY14" fmla="*/ 1126331 h 1200149"/>
                <a:gd name="connsiteX15" fmla="*/ 604837 w 783431"/>
                <a:gd name="connsiteY15" fmla="*/ 1085850 h 1200149"/>
                <a:gd name="connsiteX16" fmla="*/ 585787 w 783431"/>
                <a:gd name="connsiteY16" fmla="*/ 1035844 h 1200149"/>
                <a:gd name="connsiteX17" fmla="*/ 607219 w 783431"/>
                <a:gd name="connsiteY17" fmla="*/ 1021557 h 1200149"/>
                <a:gd name="connsiteX18" fmla="*/ 645319 w 783431"/>
                <a:gd name="connsiteY18" fmla="*/ 1016794 h 1200149"/>
                <a:gd name="connsiteX19" fmla="*/ 685800 w 783431"/>
                <a:gd name="connsiteY19" fmla="*/ 997744 h 1200149"/>
                <a:gd name="connsiteX20" fmla="*/ 716756 w 783431"/>
                <a:gd name="connsiteY20" fmla="*/ 1002507 h 1200149"/>
                <a:gd name="connsiteX21" fmla="*/ 738187 w 783431"/>
                <a:gd name="connsiteY21" fmla="*/ 969169 h 1200149"/>
                <a:gd name="connsiteX22" fmla="*/ 783431 w 783431"/>
                <a:gd name="connsiteY22" fmla="*/ 933450 h 1200149"/>
                <a:gd name="connsiteX23" fmla="*/ 776287 w 783431"/>
                <a:gd name="connsiteY23" fmla="*/ 907257 h 1200149"/>
                <a:gd name="connsiteX24" fmla="*/ 752475 w 783431"/>
                <a:gd name="connsiteY24" fmla="*/ 888207 h 1200149"/>
                <a:gd name="connsiteX25" fmla="*/ 752475 w 783431"/>
                <a:gd name="connsiteY25" fmla="*/ 864394 h 1200149"/>
                <a:gd name="connsiteX26" fmla="*/ 728662 w 783431"/>
                <a:gd name="connsiteY26" fmla="*/ 852488 h 1200149"/>
                <a:gd name="connsiteX27" fmla="*/ 711994 w 783431"/>
                <a:gd name="connsiteY27" fmla="*/ 802482 h 1200149"/>
                <a:gd name="connsiteX28" fmla="*/ 688181 w 783431"/>
                <a:gd name="connsiteY28" fmla="*/ 814388 h 1200149"/>
                <a:gd name="connsiteX29" fmla="*/ 659606 w 783431"/>
                <a:gd name="connsiteY29" fmla="*/ 814388 h 1200149"/>
                <a:gd name="connsiteX30" fmla="*/ 647700 w 783431"/>
                <a:gd name="connsiteY30" fmla="*/ 847725 h 1200149"/>
                <a:gd name="connsiteX31" fmla="*/ 623887 w 783431"/>
                <a:gd name="connsiteY31" fmla="*/ 847725 h 1200149"/>
                <a:gd name="connsiteX32" fmla="*/ 576262 w 783431"/>
                <a:gd name="connsiteY32" fmla="*/ 828675 h 1200149"/>
                <a:gd name="connsiteX33" fmla="*/ 554831 w 783431"/>
                <a:gd name="connsiteY33" fmla="*/ 816769 h 1200149"/>
                <a:gd name="connsiteX34" fmla="*/ 547687 w 783431"/>
                <a:gd name="connsiteY34" fmla="*/ 783432 h 1200149"/>
                <a:gd name="connsiteX35" fmla="*/ 561975 w 783431"/>
                <a:gd name="connsiteY35" fmla="*/ 754857 h 1200149"/>
                <a:gd name="connsiteX36" fmla="*/ 533400 w 783431"/>
                <a:gd name="connsiteY36" fmla="*/ 733425 h 1200149"/>
                <a:gd name="connsiteX37" fmla="*/ 509587 w 783431"/>
                <a:gd name="connsiteY37" fmla="*/ 711994 h 1200149"/>
                <a:gd name="connsiteX38" fmla="*/ 473869 w 783431"/>
                <a:gd name="connsiteY38" fmla="*/ 711994 h 1200149"/>
                <a:gd name="connsiteX39" fmla="*/ 435769 w 783431"/>
                <a:gd name="connsiteY39" fmla="*/ 711994 h 1200149"/>
                <a:gd name="connsiteX40" fmla="*/ 438150 w 783431"/>
                <a:gd name="connsiteY40" fmla="*/ 669132 h 1200149"/>
                <a:gd name="connsiteX41" fmla="*/ 428625 w 783431"/>
                <a:gd name="connsiteY41" fmla="*/ 642938 h 1200149"/>
                <a:gd name="connsiteX42" fmla="*/ 423862 w 783431"/>
                <a:gd name="connsiteY42" fmla="*/ 607219 h 1200149"/>
                <a:gd name="connsiteX43" fmla="*/ 426244 w 783431"/>
                <a:gd name="connsiteY43" fmla="*/ 578644 h 1200149"/>
                <a:gd name="connsiteX44" fmla="*/ 440531 w 783431"/>
                <a:gd name="connsiteY44" fmla="*/ 566738 h 1200149"/>
                <a:gd name="connsiteX45" fmla="*/ 450056 w 783431"/>
                <a:gd name="connsiteY45" fmla="*/ 535782 h 1200149"/>
                <a:gd name="connsiteX46" fmla="*/ 457200 w 783431"/>
                <a:gd name="connsiteY46" fmla="*/ 519113 h 1200149"/>
                <a:gd name="connsiteX47" fmla="*/ 481012 w 783431"/>
                <a:gd name="connsiteY47" fmla="*/ 526257 h 1200149"/>
                <a:gd name="connsiteX48" fmla="*/ 495300 w 783431"/>
                <a:gd name="connsiteY48" fmla="*/ 576263 h 1200149"/>
                <a:gd name="connsiteX49" fmla="*/ 507206 w 783431"/>
                <a:gd name="connsiteY49" fmla="*/ 581025 h 1200149"/>
                <a:gd name="connsiteX50" fmla="*/ 526256 w 783431"/>
                <a:gd name="connsiteY50" fmla="*/ 583407 h 1200149"/>
                <a:gd name="connsiteX51" fmla="*/ 554831 w 783431"/>
                <a:gd name="connsiteY51" fmla="*/ 583407 h 1200149"/>
                <a:gd name="connsiteX52" fmla="*/ 557212 w 783431"/>
                <a:gd name="connsiteY52" fmla="*/ 547688 h 1200149"/>
                <a:gd name="connsiteX53" fmla="*/ 545306 w 783431"/>
                <a:gd name="connsiteY53" fmla="*/ 502444 h 1200149"/>
                <a:gd name="connsiteX54" fmla="*/ 545306 w 783431"/>
                <a:gd name="connsiteY54" fmla="*/ 476250 h 1200149"/>
                <a:gd name="connsiteX55" fmla="*/ 581025 w 783431"/>
                <a:gd name="connsiteY55" fmla="*/ 454819 h 1200149"/>
                <a:gd name="connsiteX56" fmla="*/ 604837 w 783431"/>
                <a:gd name="connsiteY56" fmla="*/ 435769 h 1200149"/>
                <a:gd name="connsiteX57" fmla="*/ 640556 w 783431"/>
                <a:gd name="connsiteY57" fmla="*/ 414338 h 1200149"/>
                <a:gd name="connsiteX58" fmla="*/ 645319 w 783431"/>
                <a:gd name="connsiteY58" fmla="*/ 395288 h 1200149"/>
                <a:gd name="connsiteX59" fmla="*/ 633412 w 783431"/>
                <a:gd name="connsiteY59" fmla="*/ 371475 h 1200149"/>
                <a:gd name="connsiteX60" fmla="*/ 614362 w 783431"/>
                <a:gd name="connsiteY60" fmla="*/ 369094 h 1200149"/>
                <a:gd name="connsiteX61" fmla="*/ 609600 w 783431"/>
                <a:gd name="connsiteY61" fmla="*/ 366713 h 1200149"/>
                <a:gd name="connsiteX62" fmla="*/ 597694 w 783431"/>
                <a:gd name="connsiteY62" fmla="*/ 357188 h 1200149"/>
                <a:gd name="connsiteX63" fmla="*/ 611981 w 783431"/>
                <a:gd name="connsiteY63" fmla="*/ 345282 h 1200149"/>
                <a:gd name="connsiteX64" fmla="*/ 652462 w 783431"/>
                <a:gd name="connsiteY64" fmla="*/ 316707 h 1200149"/>
                <a:gd name="connsiteX65" fmla="*/ 678656 w 783431"/>
                <a:gd name="connsiteY65" fmla="*/ 264319 h 1200149"/>
                <a:gd name="connsiteX66" fmla="*/ 666750 w 783431"/>
                <a:gd name="connsiteY66" fmla="*/ 242888 h 1200149"/>
                <a:gd name="connsiteX67" fmla="*/ 638175 w 783431"/>
                <a:gd name="connsiteY67" fmla="*/ 219075 h 1200149"/>
                <a:gd name="connsiteX68" fmla="*/ 642937 w 783431"/>
                <a:gd name="connsiteY68" fmla="*/ 180975 h 1200149"/>
                <a:gd name="connsiteX69" fmla="*/ 673894 w 783431"/>
                <a:gd name="connsiteY69" fmla="*/ 171450 h 1200149"/>
                <a:gd name="connsiteX70" fmla="*/ 700087 w 783431"/>
                <a:gd name="connsiteY70" fmla="*/ 142875 h 1200149"/>
                <a:gd name="connsiteX71" fmla="*/ 700087 w 783431"/>
                <a:gd name="connsiteY71" fmla="*/ 111919 h 1200149"/>
                <a:gd name="connsiteX72" fmla="*/ 666750 w 783431"/>
                <a:gd name="connsiteY72" fmla="*/ 107157 h 1200149"/>
                <a:gd name="connsiteX73" fmla="*/ 645319 w 783431"/>
                <a:gd name="connsiteY73" fmla="*/ 102394 h 1200149"/>
                <a:gd name="connsiteX74" fmla="*/ 645319 w 783431"/>
                <a:gd name="connsiteY74" fmla="*/ 102394 h 1200149"/>
                <a:gd name="connsiteX75" fmla="*/ 678656 w 783431"/>
                <a:gd name="connsiteY75" fmla="*/ 69057 h 1200149"/>
                <a:gd name="connsiteX76" fmla="*/ 685800 w 783431"/>
                <a:gd name="connsiteY76" fmla="*/ 40482 h 1200149"/>
                <a:gd name="connsiteX77" fmla="*/ 678656 w 783431"/>
                <a:gd name="connsiteY77" fmla="*/ 21432 h 1200149"/>
                <a:gd name="connsiteX78" fmla="*/ 695325 w 783431"/>
                <a:gd name="connsiteY78" fmla="*/ 2382 h 1200149"/>
                <a:gd name="connsiteX79" fmla="*/ 628650 w 783431"/>
                <a:gd name="connsiteY79" fmla="*/ 0 h 1200149"/>
                <a:gd name="connsiteX80" fmla="*/ 552450 w 783431"/>
                <a:gd name="connsiteY80" fmla="*/ 52388 h 1200149"/>
                <a:gd name="connsiteX81" fmla="*/ 538162 w 783431"/>
                <a:gd name="connsiteY81" fmla="*/ 90488 h 1200149"/>
                <a:gd name="connsiteX82" fmla="*/ 445294 w 783431"/>
                <a:gd name="connsiteY82" fmla="*/ 126207 h 1200149"/>
                <a:gd name="connsiteX83" fmla="*/ 397669 w 783431"/>
                <a:gd name="connsiteY83" fmla="*/ 159544 h 1200149"/>
                <a:gd name="connsiteX84" fmla="*/ 376237 w 783431"/>
                <a:gd name="connsiteY84" fmla="*/ 190500 h 1200149"/>
                <a:gd name="connsiteX85" fmla="*/ 350044 w 783431"/>
                <a:gd name="connsiteY85" fmla="*/ 140494 h 1200149"/>
                <a:gd name="connsiteX86" fmla="*/ 316706 w 783431"/>
                <a:gd name="connsiteY86" fmla="*/ 140494 h 1200149"/>
                <a:gd name="connsiteX87" fmla="*/ 304800 w 783431"/>
                <a:gd name="connsiteY87" fmla="*/ 166688 h 1200149"/>
                <a:gd name="connsiteX88" fmla="*/ 280987 w 783431"/>
                <a:gd name="connsiteY88" fmla="*/ 230982 h 1200149"/>
                <a:gd name="connsiteX89" fmla="*/ 154781 w 783431"/>
                <a:gd name="connsiteY89" fmla="*/ 223838 h 1200149"/>
                <a:gd name="connsiteX90" fmla="*/ 140494 w 783431"/>
                <a:gd name="connsiteY90" fmla="*/ 245269 h 1200149"/>
                <a:gd name="connsiteX91" fmla="*/ 138112 w 783431"/>
                <a:gd name="connsiteY91" fmla="*/ 280988 h 1200149"/>
                <a:gd name="connsiteX92" fmla="*/ 66675 w 783431"/>
                <a:gd name="connsiteY92" fmla="*/ 309563 h 1200149"/>
                <a:gd name="connsiteX93" fmla="*/ 54769 w 783431"/>
                <a:gd name="connsiteY93" fmla="*/ 323850 h 1200149"/>
                <a:gd name="connsiteX94" fmla="*/ 66675 w 783431"/>
                <a:gd name="connsiteY94" fmla="*/ 381000 h 1200149"/>
                <a:gd name="connsiteX95" fmla="*/ 19050 w 783431"/>
                <a:gd name="connsiteY95" fmla="*/ 423863 h 1200149"/>
                <a:gd name="connsiteX96" fmla="*/ 26194 w 783431"/>
                <a:gd name="connsiteY96" fmla="*/ 490538 h 1200149"/>
                <a:gd name="connsiteX97" fmla="*/ 33337 w 783431"/>
                <a:gd name="connsiteY97" fmla="*/ 554832 h 1200149"/>
                <a:gd name="connsiteX98" fmla="*/ 0 w 783431"/>
                <a:gd name="connsiteY98" fmla="*/ 614363 h 1200149"/>
                <a:gd name="connsiteX0" fmla="*/ 0 w 783431"/>
                <a:gd name="connsiteY0" fmla="*/ 614363 h 1200149"/>
                <a:gd name="connsiteX1" fmla="*/ 21431 w 783431"/>
                <a:gd name="connsiteY1" fmla="*/ 661988 h 1200149"/>
                <a:gd name="connsiteX2" fmla="*/ 28575 w 783431"/>
                <a:gd name="connsiteY2" fmla="*/ 742950 h 1200149"/>
                <a:gd name="connsiteX3" fmla="*/ 76200 w 783431"/>
                <a:gd name="connsiteY3" fmla="*/ 814388 h 1200149"/>
                <a:gd name="connsiteX4" fmla="*/ 102394 w 783431"/>
                <a:gd name="connsiteY4" fmla="*/ 919163 h 1200149"/>
                <a:gd name="connsiteX5" fmla="*/ 116681 w 783431"/>
                <a:gd name="connsiteY5" fmla="*/ 947738 h 1200149"/>
                <a:gd name="connsiteX6" fmla="*/ 130969 w 783431"/>
                <a:gd name="connsiteY6" fmla="*/ 995363 h 1200149"/>
                <a:gd name="connsiteX7" fmla="*/ 150019 w 783431"/>
                <a:gd name="connsiteY7" fmla="*/ 1023938 h 1200149"/>
                <a:gd name="connsiteX8" fmla="*/ 159544 w 783431"/>
                <a:gd name="connsiteY8" fmla="*/ 1042988 h 1200149"/>
                <a:gd name="connsiteX9" fmla="*/ 197644 w 783431"/>
                <a:gd name="connsiteY9" fmla="*/ 1069182 h 1200149"/>
                <a:gd name="connsiteX10" fmla="*/ 245269 w 783431"/>
                <a:gd name="connsiteY10" fmla="*/ 1090613 h 1200149"/>
                <a:gd name="connsiteX11" fmla="*/ 264318 w 783431"/>
                <a:gd name="connsiteY11" fmla="*/ 1131094 h 1200149"/>
                <a:gd name="connsiteX12" fmla="*/ 295275 w 783431"/>
                <a:gd name="connsiteY12" fmla="*/ 1164431 h 1200149"/>
                <a:gd name="connsiteX13" fmla="*/ 385762 w 783431"/>
                <a:gd name="connsiteY13" fmla="*/ 1200149 h 1200149"/>
                <a:gd name="connsiteX14" fmla="*/ 545306 w 783431"/>
                <a:gd name="connsiteY14" fmla="*/ 1145381 h 1200149"/>
                <a:gd name="connsiteX15" fmla="*/ 592931 w 783431"/>
                <a:gd name="connsiteY15" fmla="*/ 1126331 h 1200149"/>
                <a:gd name="connsiteX16" fmla="*/ 604837 w 783431"/>
                <a:gd name="connsiteY16" fmla="*/ 1085850 h 1200149"/>
                <a:gd name="connsiteX17" fmla="*/ 585787 w 783431"/>
                <a:gd name="connsiteY17" fmla="*/ 1035844 h 1200149"/>
                <a:gd name="connsiteX18" fmla="*/ 607219 w 783431"/>
                <a:gd name="connsiteY18" fmla="*/ 1021557 h 1200149"/>
                <a:gd name="connsiteX19" fmla="*/ 645319 w 783431"/>
                <a:gd name="connsiteY19" fmla="*/ 1016794 h 1200149"/>
                <a:gd name="connsiteX20" fmla="*/ 685800 w 783431"/>
                <a:gd name="connsiteY20" fmla="*/ 997744 h 1200149"/>
                <a:gd name="connsiteX21" fmla="*/ 716756 w 783431"/>
                <a:gd name="connsiteY21" fmla="*/ 1002507 h 1200149"/>
                <a:gd name="connsiteX22" fmla="*/ 738187 w 783431"/>
                <a:gd name="connsiteY22" fmla="*/ 969169 h 1200149"/>
                <a:gd name="connsiteX23" fmla="*/ 783431 w 783431"/>
                <a:gd name="connsiteY23" fmla="*/ 933450 h 1200149"/>
                <a:gd name="connsiteX24" fmla="*/ 776287 w 783431"/>
                <a:gd name="connsiteY24" fmla="*/ 907257 h 1200149"/>
                <a:gd name="connsiteX25" fmla="*/ 752475 w 783431"/>
                <a:gd name="connsiteY25" fmla="*/ 888207 h 1200149"/>
                <a:gd name="connsiteX26" fmla="*/ 752475 w 783431"/>
                <a:gd name="connsiteY26" fmla="*/ 864394 h 1200149"/>
                <a:gd name="connsiteX27" fmla="*/ 728662 w 783431"/>
                <a:gd name="connsiteY27" fmla="*/ 852488 h 1200149"/>
                <a:gd name="connsiteX28" fmla="*/ 711994 w 783431"/>
                <a:gd name="connsiteY28" fmla="*/ 802482 h 1200149"/>
                <a:gd name="connsiteX29" fmla="*/ 688181 w 783431"/>
                <a:gd name="connsiteY29" fmla="*/ 814388 h 1200149"/>
                <a:gd name="connsiteX30" fmla="*/ 659606 w 783431"/>
                <a:gd name="connsiteY30" fmla="*/ 814388 h 1200149"/>
                <a:gd name="connsiteX31" fmla="*/ 647700 w 783431"/>
                <a:gd name="connsiteY31" fmla="*/ 847725 h 1200149"/>
                <a:gd name="connsiteX32" fmla="*/ 623887 w 783431"/>
                <a:gd name="connsiteY32" fmla="*/ 847725 h 1200149"/>
                <a:gd name="connsiteX33" fmla="*/ 576262 w 783431"/>
                <a:gd name="connsiteY33" fmla="*/ 828675 h 1200149"/>
                <a:gd name="connsiteX34" fmla="*/ 554831 w 783431"/>
                <a:gd name="connsiteY34" fmla="*/ 816769 h 1200149"/>
                <a:gd name="connsiteX35" fmla="*/ 547687 w 783431"/>
                <a:gd name="connsiteY35" fmla="*/ 783432 h 1200149"/>
                <a:gd name="connsiteX36" fmla="*/ 561975 w 783431"/>
                <a:gd name="connsiteY36" fmla="*/ 754857 h 1200149"/>
                <a:gd name="connsiteX37" fmla="*/ 533400 w 783431"/>
                <a:gd name="connsiteY37" fmla="*/ 733425 h 1200149"/>
                <a:gd name="connsiteX38" fmla="*/ 509587 w 783431"/>
                <a:gd name="connsiteY38" fmla="*/ 711994 h 1200149"/>
                <a:gd name="connsiteX39" fmla="*/ 473869 w 783431"/>
                <a:gd name="connsiteY39" fmla="*/ 711994 h 1200149"/>
                <a:gd name="connsiteX40" fmla="*/ 435769 w 783431"/>
                <a:gd name="connsiteY40" fmla="*/ 711994 h 1200149"/>
                <a:gd name="connsiteX41" fmla="*/ 438150 w 783431"/>
                <a:gd name="connsiteY41" fmla="*/ 669132 h 1200149"/>
                <a:gd name="connsiteX42" fmla="*/ 428625 w 783431"/>
                <a:gd name="connsiteY42" fmla="*/ 642938 h 1200149"/>
                <a:gd name="connsiteX43" fmla="*/ 423862 w 783431"/>
                <a:gd name="connsiteY43" fmla="*/ 607219 h 1200149"/>
                <a:gd name="connsiteX44" fmla="*/ 426244 w 783431"/>
                <a:gd name="connsiteY44" fmla="*/ 578644 h 1200149"/>
                <a:gd name="connsiteX45" fmla="*/ 440531 w 783431"/>
                <a:gd name="connsiteY45" fmla="*/ 566738 h 1200149"/>
                <a:gd name="connsiteX46" fmla="*/ 450056 w 783431"/>
                <a:gd name="connsiteY46" fmla="*/ 535782 h 1200149"/>
                <a:gd name="connsiteX47" fmla="*/ 457200 w 783431"/>
                <a:gd name="connsiteY47" fmla="*/ 519113 h 1200149"/>
                <a:gd name="connsiteX48" fmla="*/ 481012 w 783431"/>
                <a:gd name="connsiteY48" fmla="*/ 526257 h 1200149"/>
                <a:gd name="connsiteX49" fmla="*/ 495300 w 783431"/>
                <a:gd name="connsiteY49" fmla="*/ 576263 h 1200149"/>
                <a:gd name="connsiteX50" fmla="*/ 507206 w 783431"/>
                <a:gd name="connsiteY50" fmla="*/ 581025 h 1200149"/>
                <a:gd name="connsiteX51" fmla="*/ 526256 w 783431"/>
                <a:gd name="connsiteY51" fmla="*/ 583407 h 1200149"/>
                <a:gd name="connsiteX52" fmla="*/ 554831 w 783431"/>
                <a:gd name="connsiteY52" fmla="*/ 583407 h 1200149"/>
                <a:gd name="connsiteX53" fmla="*/ 557212 w 783431"/>
                <a:gd name="connsiteY53" fmla="*/ 547688 h 1200149"/>
                <a:gd name="connsiteX54" fmla="*/ 545306 w 783431"/>
                <a:gd name="connsiteY54" fmla="*/ 502444 h 1200149"/>
                <a:gd name="connsiteX55" fmla="*/ 545306 w 783431"/>
                <a:gd name="connsiteY55" fmla="*/ 476250 h 1200149"/>
                <a:gd name="connsiteX56" fmla="*/ 581025 w 783431"/>
                <a:gd name="connsiteY56" fmla="*/ 454819 h 1200149"/>
                <a:gd name="connsiteX57" fmla="*/ 604837 w 783431"/>
                <a:gd name="connsiteY57" fmla="*/ 435769 h 1200149"/>
                <a:gd name="connsiteX58" fmla="*/ 640556 w 783431"/>
                <a:gd name="connsiteY58" fmla="*/ 414338 h 1200149"/>
                <a:gd name="connsiteX59" fmla="*/ 645319 w 783431"/>
                <a:gd name="connsiteY59" fmla="*/ 395288 h 1200149"/>
                <a:gd name="connsiteX60" fmla="*/ 633412 w 783431"/>
                <a:gd name="connsiteY60" fmla="*/ 371475 h 1200149"/>
                <a:gd name="connsiteX61" fmla="*/ 614362 w 783431"/>
                <a:gd name="connsiteY61" fmla="*/ 369094 h 1200149"/>
                <a:gd name="connsiteX62" fmla="*/ 609600 w 783431"/>
                <a:gd name="connsiteY62" fmla="*/ 366713 h 1200149"/>
                <a:gd name="connsiteX63" fmla="*/ 597694 w 783431"/>
                <a:gd name="connsiteY63" fmla="*/ 357188 h 1200149"/>
                <a:gd name="connsiteX64" fmla="*/ 611981 w 783431"/>
                <a:gd name="connsiteY64" fmla="*/ 345282 h 1200149"/>
                <a:gd name="connsiteX65" fmla="*/ 652462 w 783431"/>
                <a:gd name="connsiteY65" fmla="*/ 316707 h 1200149"/>
                <a:gd name="connsiteX66" fmla="*/ 678656 w 783431"/>
                <a:gd name="connsiteY66" fmla="*/ 264319 h 1200149"/>
                <a:gd name="connsiteX67" fmla="*/ 666750 w 783431"/>
                <a:gd name="connsiteY67" fmla="*/ 242888 h 1200149"/>
                <a:gd name="connsiteX68" fmla="*/ 638175 w 783431"/>
                <a:gd name="connsiteY68" fmla="*/ 219075 h 1200149"/>
                <a:gd name="connsiteX69" fmla="*/ 642937 w 783431"/>
                <a:gd name="connsiteY69" fmla="*/ 180975 h 1200149"/>
                <a:gd name="connsiteX70" fmla="*/ 673894 w 783431"/>
                <a:gd name="connsiteY70" fmla="*/ 171450 h 1200149"/>
                <a:gd name="connsiteX71" fmla="*/ 700087 w 783431"/>
                <a:gd name="connsiteY71" fmla="*/ 142875 h 1200149"/>
                <a:gd name="connsiteX72" fmla="*/ 700087 w 783431"/>
                <a:gd name="connsiteY72" fmla="*/ 111919 h 1200149"/>
                <a:gd name="connsiteX73" fmla="*/ 666750 w 783431"/>
                <a:gd name="connsiteY73" fmla="*/ 107157 h 1200149"/>
                <a:gd name="connsiteX74" fmla="*/ 645319 w 783431"/>
                <a:gd name="connsiteY74" fmla="*/ 102394 h 1200149"/>
                <a:gd name="connsiteX75" fmla="*/ 645319 w 783431"/>
                <a:gd name="connsiteY75" fmla="*/ 102394 h 1200149"/>
                <a:gd name="connsiteX76" fmla="*/ 678656 w 783431"/>
                <a:gd name="connsiteY76" fmla="*/ 69057 h 1200149"/>
                <a:gd name="connsiteX77" fmla="*/ 685800 w 783431"/>
                <a:gd name="connsiteY77" fmla="*/ 40482 h 1200149"/>
                <a:gd name="connsiteX78" fmla="*/ 678656 w 783431"/>
                <a:gd name="connsiteY78" fmla="*/ 21432 h 1200149"/>
                <a:gd name="connsiteX79" fmla="*/ 695325 w 783431"/>
                <a:gd name="connsiteY79" fmla="*/ 2382 h 1200149"/>
                <a:gd name="connsiteX80" fmla="*/ 628650 w 783431"/>
                <a:gd name="connsiteY80" fmla="*/ 0 h 1200149"/>
                <a:gd name="connsiteX81" fmla="*/ 552450 w 783431"/>
                <a:gd name="connsiteY81" fmla="*/ 52388 h 1200149"/>
                <a:gd name="connsiteX82" fmla="*/ 538162 w 783431"/>
                <a:gd name="connsiteY82" fmla="*/ 90488 h 1200149"/>
                <a:gd name="connsiteX83" fmla="*/ 445294 w 783431"/>
                <a:gd name="connsiteY83" fmla="*/ 126207 h 1200149"/>
                <a:gd name="connsiteX84" fmla="*/ 397669 w 783431"/>
                <a:gd name="connsiteY84" fmla="*/ 159544 h 1200149"/>
                <a:gd name="connsiteX85" fmla="*/ 376237 w 783431"/>
                <a:gd name="connsiteY85" fmla="*/ 190500 h 1200149"/>
                <a:gd name="connsiteX86" fmla="*/ 350044 w 783431"/>
                <a:gd name="connsiteY86" fmla="*/ 140494 h 1200149"/>
                <a:gd name="connsiteX87" fmla="*/ 316706 w 783431"/>
                <a:gd name="connsiteY87" fmla="*/ 140494 h 1200149"/>
                <a:gd name="connsiteX88" fmla="*/ 304800 w 783431"/>
                <a:gd name="connsiteY88" fmla="*/ 166688 h 1200149"/>
                <a:gd name="connsiteX89" fmla="*/ 280987 w 783431"/>
                <a:gd name="connsiteY89" fmla="*/ 230982 h 1200149"/>
                <a:gd name="connsiteX90" fmla="*/ 154781 w 783431"/>
                <a:gd name="connsiteY90" fmla="*/ 223838 h 1200149"/>
                <a:gd name="connsiteX91" fmla="*/ 140494 w 783431"/>
                <a:gd name="connsiteY91" fmla="*/ 245269 h 1200149"/>
                <a:gd name="connsiteX92" fmla="*/ 138112 w 783431"/>
                <a:gd name="connsiteY92" fmla="*/ 280988 h 1200149"/>
                <a:gd name="connsiteX93" fmla="*/ 66675 w 783431"/>
                <a:gd name="connsiteY93" fmla="*/ 309563 h 1200149"/>
                <a:gd name="connsiteX94" fmla="*/ 54769 w 783431"/>
                <a:gd name="connsiteY94" fmla="*/ 323850 h 1200149"/>
                <a:gd name="connsiteX95" fmla="*/ 66675 w 783431"/>
                <a:gd name="connsiteY95" fmla="*/ 381000 h 1200149"/>
                <a:gd name="connsiteX96" fmla="*/ 19050 w 783431"/>
                <a:gd name="connsiteY96" fmla="*/ 423863 h 1200149"/>
                <a:gd name="connsiteX97" fmla="*/ 26194 w 783431"/>
                <a:gd name="connsiteY97" fmla="*/ 490538 h 1200149"/>
                <a:gd name="connsiteX98" fmla="*/ 33337 w 783431"/>
                <a:gd name="connsiteY98" fmla="*/ 554832 h 1200149"/>
                <a:gd name="connsiteX99" fmla="*/ 0 w 783431"/>
                <a:gd name="connsiteY99" fmla="*/ 614363 h 1200149"/>
                <a:gd name="connsiteX0" fmla="*/ 0 w 783431"/>
                <a:gd name="connsiteY0" fmla="*/ 614363 h 1202531"/>
                <a:gd name="connsiteX1" fmla="*/ 21431 w 783431"/>
                <a:gd name="connsiteY1" fmla="*/ 661988 h 1202531"/>
                <a:gd name="connsiteX2" fmla="*/ 28575 w 783431"/>
                <a:gd name="connsiteY2" fmla="*/ 742950 h 1202531"/>
                <a:gd name="connsiteX3" fmla="*/ 76200 w 783431"/>
                <a:gd name="connsiteY3" fmla="*/ 814388 h 1202531"/>
                <a:gd name="connsiteX4" fmla="*/ 102394 w 783431"/>
                <a:gd name="connsiteY4" fmla="*/ 919163 h 1202531"/>
                <a:gd name="connsiteX5" fmla="*/ 116681 w 783431"/>
                <a:gd name="connsiteY5" fmla="*/ 947738 h 1202531"/>
                <a:gd name="connsiteX6" fmla="*/ 130969 w 783431"/>
                <a:gd name="connsiteY6" fmla="*/ 995363 h 1202531"/>
                <a:gd name="connsiteX7" fmla="*/ 150019 w 783431"/>
                <a:gd name="connsiteY7" fmla="*/ 1023938 h 1202531"/>
                <a:gd name="connsiteX8" fmla="*/ 159544 w 783431"/>
                <a:gd name="connsiteY8" fmla="*/ 1042988 h 1202531"/>
                <a:gd name="connsiteX9" fmla="*/ 197644 w 783431"/>
                <a:gd name="connsiteY9" fmla="*/ 1069182 h 1202531"/>
                <a:gd name="connsiteX10" fmla="*/ 245269 w 783431"/>
                <a:gd name="connsiteY10" fmla="*/ 1090613 h 1202531"/>
                <a:gd name="connsiteX11" fmla="*/ 264318 w 783431"/>
                <a:gd name="connsiteY11" fmla="*/ 1131094 h 1202531"/>
                <a:gd name="connsiteX12" fmla="*/ 295275 w 783431"/>
                <a:gd name="connsiteY12" fmla="*/ 1164431 h 1202531"/>
                <a:gd name="connsiteX13" fmla="*/ 385762 w 783431"/>
                <a:gd name="connsiteY13" fmla="*/ 1200149 h 1202531"/>
                <a:gd name="connsiteX14" fmla="*/ 554831 w 783431"/>
                <a:gd name="connsiteY14" fmla="*/ 1202531 h 1202531"/>
                <a:gd name="connsiteX15" fmla="*/ 592931 w 783431"/>
                <a:gd name="connsiteY15" fmla="*/ 1126331 h 1202531"/>
                <a:gd name="connsiteX16" fmla="*/ 604837 w 783431"/>
                <a:gd name="connsiteY16" fmla="*/ 1085850 h 1202531"/>
                <a:gd name="connsiteX17" fmla="*/ 585787 w 783431"/>
                <a:gd name="connsiteY17" fmla="*/ 1035844 h 1202531"/>
                <a:gd name="connsiteX18" fmla="*/ 607219 w 783431"/>
                <a:gd name="connsiteY18" fmla="*/ 1021557 h 1202531"/>
                <a:gd name="connsiteX19" fmla="*/ 645319 w 783431"/>
                <a:gd name="connsiteY19" fmla="*/ 1016794 h 1202531"/>
                <a:gd name="connsiteX20" fmla="*/ 685800 w 783431"/>
                <a:gd name="connsiteY20" fmla="*/ 997744 h 1202531"/>
                <a:gd name="connsiteX21" fmla="*/ 716756 w 783431"/>
                <a:gd name="connsiteY21" fmla="*/ 1002507 h 1202531"/>
                <a:gd name="connsiteX22" fmla="*/ 738187 w 783431"/>
                <a:gd name="connsiteY22" fmla="*/ 969169 h 1202531"/>
                <a:gd name="connsiteX23" fmla="*/ 783431 w 783431"/>
                <a:gd name="connsiteY23" fmla="*/ 933450 h 1202531"/>
                <a:gd name="connsiteX24" fmla="*/ 776287 w 783431"/>
                <a:gd name="connsiteY24" fmla="*/ 907257 h 1202531"/>
                <a:gd name="connsiteX25" fmla="*/ 752475 w 783431"/>
                <a:gd name="connsiteY25" fmla="*/ 888207 h 1202531"/>
                <a:gd name="connsiteX26" fmla="*/ 752475 w 783431"/>
                <a:gd name="connsiteY26" fmla="*/ 864394 h 1202531"/>
                <a:gd name="connsiteX27" fmla="*/ 728662 w 783431"/>
                <a:gd name="connsiteY27" fmla="*/ 852488 h 1202531"/>
                <a:gd name="connsiteX28" fmla="*/ 711994 w 783431"/>
                <a:gd name="connsiteY28" fmla="*/ 802482 h 1202531"/>
                <a:gd name="connsiteX29" fmla="*/ 688181 w 783431"/>
                <a:gd name="connsiteY29" fmla="*/ 814388 h 1202531"/>
                <a:gd name="connsiteX30" fmla="*/ 659606 w 783431"/>
                <a:gd name="connsiteY30" fmla="*/ 814388 h 1202531"/>
                <a:gd name="connsiteX31" fmla="*/ 647700 w 783431"/>
                <a:gd name="connsiteY31" fmla="*/ 847725 h 1202531"/>
                <a:gd name="connsiteX32" fmla="*/ 623887 w 783431"/>
                <a:gd name="connsiteY32" fmla="*/ 847725 h 1202531"/>
                <a:gd name="connsiteX33" fmla="*/ 576262 w 783431"/>
                <a:gd name="connsiteY33" fmla="*/ 828675 h 1202531"/>
                <a:gd name="connsiteX34" fmla="*/ 554831 w 783431"/>
                <a:gd name="connsiteY34" fmla="*/ 816769 h 1202531"/>
                <a:gd name="connsiteX35" fmla="*/ 547687 w 783431"/>
                <a:gd name="connsiteY35" fmla="*/ 783432 h 1202531"/>
                <a:gd name="connsiteX36" fmla="*/ 561975 w 783431"/>
                <a:gd name="connsiteY36" fmla="*/ 754857 h 1202531"/>
                <a:gd name="connsiteX37" fmla="*/ 533400 w 783431"/>
                <a:gd name="connsiteY37" fmla="*/ 733425 h 1202531"/>
                <a:gd name="connsiteX38" fmla="*/ 509587 w 783431"/>
                <a:gd name="connsiteY38" fmla="*/ 711994 h 1202531"/>
                <a:gd name="connsiteX39" fmla="*/ 473869 w 783431"/>
                <a:gd name="connsiteY39" fmla="*/ 711994 h 1202531"/>
                <a:gd name="connsiteX40" fmla="*/ 435769 w 783431"/>
                <a:gd name="connsiteY40" fmla="*/ 711994 h 1202531"/>
                <a:gd name="connsiteX41" fmla="*/ 438150 w 783431"/>
                <a:gd name="connsiteY41" fmla="*/ 669132 h 1202531"/>
                <a:gd name="connsiteX42" fmla="*/ 428625 w 783431"/>
                <a:gd name="connsiteY42" fmla="*/ 642938 h 1202531"/>
                <a:gd name="connsiteX43" fmla="*/ 423862 w 783431"/>
                <a:gd name="connsiteY43" fmla="*/ 607219 h 1202531"/>
                <a:gd name="connsiteX44" fmla="*/ 426244 w 783431"/>
                <a:gd name="connsiteY44" fmla="*/ 578644 h 1202531"/>
                <a:gd name="connsiteX45" fmla="*/ 440531 w 783431"/>
                <a:gd name="connsiteY45" fmla="*/ 566738 h 1202531"/>
                <a:gd name="connsiteX46" fmla="*/ 450056 w 783431"/>
                <a:gd name="connsiteY46" fmla="*/ 535782 h 1202531"/>
                <a:gd name="connsiteX47" fmla="*/ 457200 w 783431"/>
                <a:gd name="connsiteY47" fmla="*/ 519113 h 1202531"/>
                <a:gd name="connsiteX48" fmla="*/ 481012 w 783431"/>
                <a:gd name="connsiteY48" fmla="*/ 526257 h 1202531"/>
                <a:gd name="connsiteX49" fmla="*/ 495300 w 783431"/>
                <a:gd name="connsiteY49" fmla="*/ 576263 h 1202531"/>
                <a:gd name="connsiteX50" fmla="*/ 507206 w 783431"/>
                <a:gd name="connsiteY50" fmla="*/ 581025 h 1202531"/>
                <a:gd name="connsiteX51" fmla="*/ 526256 w 783431"/>
                <a:gd name="connsiteY51" fmla="*/ 583407 h 1202531"/>
                <a:gd name="connsiteX52" fmla="*/ 554831 w 783431"/>
                <a:gd name="connsiteY52" fmla="*/ 583407 h 1202531"/>
                <a:gd name="connsiteX53" fmla="*/ 557212 w 783431"/>
                <a:gd name="connsiteY53" fmla="*/ 547688 h 1202531"/>
                <a:gd name="connsiteX54" fmla="*/ 545306 w 783431"/>
                <a:gd name="connsiteY54" fmla="*/ 502444 h 1202531"/>
                <a:gd name="connsiteX55" fmla="*/ 545306 w 783431"/>
                <a:gd name="connsiteY55" fmla="*/ 476250 h 1202531"/>
                <a:gd name="connsiteX56" fmla="*/ 581025 w 783431"/>
                <a:gd name="connsiteY56" fmla="*/ 454819 h 1202531"/>
                <a:gd name="connsiteX57" fmla="*/ 604837 w 783431"/>
                <a:gd name="connsiteY57" fmla="*/ 435769 h 1202531"/>
                <a:gd name="connsiteX58" fmla="*/ 640556 w 783431"/>
                <a:gd name="connsiteY58" fmla="*/ 414338 h 1202531"/>
                <a:gd name="connsiteX59" fmla="*/ 645319 w 783431"/>
                <a:gd name="connsiteY59" fmla="*/ 395288 h 1202531"/>
                <a:gd name="connsiteX60" fmla="*/ 633412 w 783431"/>
                <a:gd name="connsiteY60" fmla="*/ 371475 h 1202531"/>
                <a:gd name="connsiteX61" fmla="*/ 614362 w 783431"/>
                <a:gd name="connsiteY61" fmla="*/ 369094 h 1202531"/>
                <a:gd name="connsiteX62" fmla="*/ 609600 w 783431"/>
                <a:gd name="connsiteY62" fmla="*/ 366713 h 1202531"/>
                <a:gd name="connsiteX63" fmla="*/ 597694 w 783431"/>
                <a:gd name="connsiteY63" fmla="*/ 357188 h 1202531"/>
                <a:gd name="connsiteX64" fmla="*/ 611981 w 783431"/>
                <a:gd name="connsiteY64" fmla="*/ 345282 h 1202531"/>
                <a:gd name="connsiteX65" fmla="*/ 652462 w 783431"/>
                <a:gd name="connsiteY65" fmla="*/ 316707 h 1202531"/>
                <a:gd name="connsiteX66" fmla="*/ 678656 w 783431"/>
                <a:gd name="connsiteY66" fmla="*/ 264319 h 1202531"/>
                <a:gd name="connsiteX67" fmla="*/ 666750 w 783431"/>
                <a:gd name="connsiteY67" fmla="*/ 242888 h 1202531"/>
                <a:gd name="connsiteX68" fmla="*/ 638175 w 783431"/>
                <a:gd name="connsiteY68" fmla="*/ 219075 h 1202531"/>
                <a:gd name="connsiteX69" fmla="*/ 642937 w 783431"/>
                <a:gd name="connsiteY69" fmla="*/ 180975 h 1202531"/>
                <a:gd name="connsiteX70" fmla="*/ 673894 w 783431"/>
                <a:gd name="connsiteY70" fmla="*/ 171450 h 1202531"/>
                <a:gd name="connsiteX71" fmla="*/ 700087 w 783431"/>
                <a:gd name="connsiteY71" fmla="*/ 142875 h 1202531"/>
                <a:gd name="connsiteX72" fmla="*/ 700087 w 783431"/>
                <a:gd name="connsiteY72" fmla="*/ 111919 h 1202531"/>
                <a:gd name="connsiteX73" fmla="*/ 666750 w 783431"/>
                <a:gd name="connsiteY73" fmla="*/ 107157 h 1202531"/>
                <a:gd name="connsiteX74" fmla="*/ 645319 w 783431"/>
                <a:gd name="connsiteY74" fmla="*/ 102394 h 1202531"/>
                <a:gd name="connsiteX75" fmla="*/ 645319 w 783431"/>
                <a:gd name="connsiteY75" fmla="*/ 102394 h 1202531"/>
                <a:gd name="connsiteX76" fmla="*/ 678656 w 783431"/>
                <a:gd name="connsiteY76" fmla="*/ 69057 h 1202531"/>
                <a:gd name="connsiteX77" fmla="*/ 685800 w 783431"/>
                <a:gd name="connsiteY77" fmla="*/ 40482 h 1202531"/>
                <a:gd name="connsiteX78" fmla="*/ 678656 w 783431"/>
                <a:gd name="connsiteY78" fmla="*/ 21432 h 1202531"/>
                <a:gd name="connsiteX79" fmla="*/ 695325 w 783431"/>
                <a:gd name="connsiteY79" fmla="*/ 2382 h 1202531"/>
                <a:gd name="connsiteX80" fmla="*/ 628650 w 783431"/>
                <a:gd name="connsiteY80" fmla="*/ 0 h 1202531"/>
                <a:gd name="connsiteX81" fmla="*/ 552450 w 783431"/>
                <a:gd name="connsiteY81" fmla="*/ 52388 h 1202531"/>
                <a:gd name="connsiteX82" fmla="*/ 538162 w 783431"/>
                <a:gd name="connsiteY82" fmla="*/ 90488 h 1202531"/>
                <a:gd name="connsiteX83" fmla="*/ 445294 w 783431"/>
                <a:gd name="connsiteY83" fmla="*/ 126207 h 1202531"/>
                <a:gd name="connsiteX84" fmla="*/ 397669 w 783431"/>
                <a:gd name="connsiteY84" fmla="*/ 159544 h 1202531"/>
                <a:gd name="connsiteX85" fmla="*/ 376237 w 783431"/>
                <a:gd name="connsiteY85" fmla="*/ 190500 h 1202531"/>
                <a:gd name="connsiteX86" fmla="*/ 350044 w 783431"/>
                <a:gd name="connsiteY86" fmla="*/ 140494 h 1202531"/>
                <a:gd name="connsiteX87" fmla="*/ 316706 w 783431"/>
                <a:gd name="connsiteY87" fmla="*/ 140494 h 1202531"/>
                <a:gd name="connsiteX88" fmla="*/ 304800 w 783431"/>
                <a:gd name="connsiteY88" fmla="*/ 166688 h 1202531"/>
                <a:gd name="connsiteX89" fmla="*/ 280987 w 783431"/>
                <a:gd name="connsiteY89" fmla="*/ 230982 h 1202531"/>
                <a:gd name="connsiteX90" fmla="*/ 154781 w 783431"/>
                <a:gd name="connsiteY90" fmla="*/ 223838 h 1202531"/>
                <a:gd name="connsiteX91" fmla="*/ 140494 w 783431"/>
                <a:gd name="connsiteY91" fmla="*/ 245269 h 1202531"/>
                <a:gd name="connsiteX92" fmla="*/ 138112 w 783431"/>
                <a:gd name="connsiteY92" fmla="*/ 280988 h 1202531"/>
                <a:gd name="connsiteX93" fmla="*/ 66675 w 783431"/>
                <a:gd name="connsiteY93" fmla="*/ 309563 h 1202531"/>
                <a:gd name="connsiteX94" fmla="*/ 54769 w 783431"/>
                <a:gd name="connsiteY94" fmla="*/ 323850 h 1202531"/>
                <a:gd name="connsiteX95" fmla="*/ 66675 w 783431"/>
                <a:gd name="connsiteY95" fmla="*/ 381000 h 1202531"/>
                <a:gd name="connsiteX96" fmla="*/ 19050 w 783431"/>
                <a:gd name="connsiteY96" fmla="*/ 423863 h 1202531"/>
                <a:gd name="connsiteX97" fmla="*/ 26194 w 783431"/>
                <a:gd name="connsiteY97" fmla="*/ 490538 h 1202531"/>
                <a:gd name="connsiteX98" fmla="*/ 33337 w 783431"/>
                <a:gd name="connsiteY98" fmla="*/ 554832 h 1202531"/>
                <a:gd name="connsiteX99" fmla="*/ 0 w 783431"/>
                <a:gd name="connsiteY99" fmla="*/ 614363 h 1202531"/>
                <a:gd name="connsiteX0" fmla="*/ 0 w 783431"/>
                <a:gd name="connsiteY0" fmla="*/ 614363 h 1202531"/>
                <a:gd name="connsiteX1" fmla="*/ 21431 w 783431"/>
                <a:gd name="connsiteY1" fmla="*/ 661988 h 1202531"/>
                <a:gd name="connsiteX2" fmla="*/ 28575 w 783431"/>
                <a:gd name="connsiteY2" fmla="*/ 742950 h 1202531"/>
                <a:gd name="connsiteX3" fmla="*/ 76200 w 783431"/>
                <a:gd name="connsiteY3" fmla="*/ 814388 h 1202531"/>
                <a:gd name="connsiteX4" fmla="*/ 102394 w 783431"/>
                <a:gd name="connsiteY4" fmla="*/ 919163 h 1202531"/>
                <a:gd name="connsiteX5" fmla="*/ 116681 w 783431"/>
                <a:gd name="connsiteY5" fmla="*/ 947738 h 1202531"/>
                <a:gd name="connsiteX6" fmla="*/ 130969 w 783431"/>
                <a:gd name="connsiteY6" fmla="*/ 995363 h 1202531"/>
                <a:gd name="connsiteX7" fmla="*/ 150019 w 783431"/>
                <a:gd name="connsiteY7" fmla="*/ 1023938 h 1202531"/>
                <a:gd name="connsiteX8" fmla="*/ 159544 w 783431"/>
                <a:gd name="connsiteY8" fmla="*/ 1042988 h 1202531"/>
                <a:gd name="connsiteX9" fmla="*/ 197644 w 783431"/>
                <a:gd name="connsiteY9" fmla="*/ 1069182 h 1202531"/>
                <a:gd name="connsiteX10" fmla="*/ 245269 w 783431"/>
                <a:gd name="connsiteY10" fmla="*/ 1090613 h 1202531"/>
                <a:gd name="connsiteX11" fmla="*/ 264318 w 783431"/>
                <a:gd name="connsiteY11" fmla="*/ 1131094 h 1202531"/>
                <a:gd name="connsiteX12" fmla="*/ 295275 w 783431"/>
                <a:gd name="connsiteY12" fmla="*/ 1164431 h 1202531"/>
                <a:gd name="connsiteX13" fmla="*/ 385762 w 783431"/>
                <a:gd name="connsiteY13" fmla="*/ 1200149 h 1202531"/>
                <a:gd name="connsiteX14" fmla="*/ 461962 w 783431"/>
                <a:gd name="connsiteY14" fmla="*/ 1197768 h 1202531"/>
                <a:gd name="connsiteX15" fmla="*/ 554831 w 783431"/>
                <a:gd name="connsiteY15" fmla="*/ 1202531 h 1202531"/>
                <a:gd name="connsiteX16" fmla="*/ 592931 w 783431"/>
                <a:gd name="connsiteY16" fmla="*/ 1126331 h 1202531"/>
                <a:gd name="connsiteX17" fmla="*/ 604837 w 783431"/>
                <a:gd name="connsiteY17" fmla="*/ 1085850 h 1202531"/>
                <a:gd name="connsiteX18" fmla="*/ 585787 w 783431"/>
                <a:gd name="connsiteY18" fmla="*/ 1035844 h 1202531"/>
                <a:gd name="connsiteX19" fmla="*/ 607219 w 783431"/>
                <a:gd name="connsiteY19" fmla="*/ 1021557 h 1202531"/>
                <a:gd name="connsiteX20" fmla="*/ 645319 w 783431"/>
                <a:gd name="connsiteY20" fmla="*/ 1016794 h 1202531"/>
                <a:gd name="connsiteX21" fmla="*/ 685800 w 783431"/>
                <a:gd name="connsiteY21" fmla="*/ 997744 h 1202531"/>
                <a:gd name="connsiteX22" fmla="*/ 716756 w 783431"/>
                <a:gd name="connsiteY22" fmla="*/ 1002507 h 1202531"/>
                <a:gd name="connsiteX23" fmla="*/ 738187 w 783431"/>
                <a:gd name="connsiteY23" fmla="*/ 969169 h 1202531"/>
                <a:gd name="connsiteX24" fmla="*/ 783431 w 783431"/>
                <a:gd name="connsiteY24" fmla="*/ 933450 h 1202531"/>
                <a:gd name="connsiteX25" fmla="*/ 776287 w 783431"/>
                <a:gd name="connsiteY25" fmla="*/ 907257 h 1202531"/>
                <a:gd name="connsiteX26" fmla="*/ 752475 w 783431"/>
                <a:gd name="connsiteY26" fmla="*/ 888207 h 1202531"/>
                <a:gd name="connsiteX27" fmla="*/ 752475 w 783431"/>
                <a:gd name="connsiteY27" fmla="*/ 864394 h 1202531"/>
                <a:gd name="connsiteX28" fmla="*/ 728662 w 783431"/>
                <a:gd name="connsiteY28" fmla="*/ 852488 h 1202531"/>
                <a:gd name="connsiteX29" fmla="*/ 711994 w 783431"/>
                <a:gd name="connsiteY29" fmla="*/ 802482 h 1202531"/>
                <a:gd name="connsiteX30" fmla="*/ 688181 w 783431"/>
                <a:gd name="connsiteY30" fmla="*/ 814388 h 1202531"/>
                <a:gd name="connsiteX31" fmla="*/ 659606 w 783431"/>
                <a:gd name="connsiteY31" fmla="*/ 814388 h 1202531"/>
                <a:gd name="connsiteX32" fmla="*/ 647700 w 783431"/>
                <a:gd name="connsiteY32" fmla="*/ 847725 h 1202531"/>
                <a:gd name="connsiteX33" fmla="*/ 623887 w 783431"/>
                <a:gd name="connsiteY33" fmla="*/ 847725 h 1202531"/>
                <a:gd name="connsiteX34" fmla="*/ 576262 w 783431"/>
                <a:gd name="connsiteY34" fmla="*/ 828675 h 1202531"/>
                <a:gd name="connsiteX35" fmla="*/ 554831 w 783431"/>
                <a:gd name="connsiteY35" fmla="*/ 816769 h 1202531"/>
                <a:gd name="connsiteX36" fmla="*/ 547687 w 783431"/>
                <a:gd name="connsiteY36" fmla="*/ 783432 h 1202531"/>
                <a:gd name="connsiteX37" fmla="*/ 561975 w 783431"/>
                <a:gd name="connsiteY37" fmla="*/ 754857 h 1202531"/>
                <a:gd name="connsiteX38" fmla="*/ 533400 w 783431"/>
                <a:gd name="connsiteY38" fmla="*/ 733425 h 1202531"/>
                <a:gd name="connsiteX39" fmla="*/ 509587 w 783431"/>
                <a:gd name="connsiteY39" fmla="*/ 711994 h 1202531"/>
                <a:gd name="connsiteX40" fmla="*/ 473869 w 783431"/>
                <a:gd name="connsiteY40" fmla="*/ 711994 h 1202531"/>
                <a:gd name="connsiteX41" fmla="*/ 435769 w 783431"/>
                <a:gd name="connsiteY41" fmla="*/ 711994 h 1202531"/>
                <a:gd name="connsiteX42" fmla="*/ 438150 w 783431"/>
                <a:gd name="connsiteY42" fmla="*/ 669132 h 1202531"/>
                <a:gd name="connsiteX43" fmla="*/ 428625 w 783431"/>
                <a:gd name="connsiteY43" fmla="*/ 642938 h 1202531"/>
                <a:gd name="connsiteX44" fmla="*/ 423862 w 783431"/>
                <a:gd name="connsiteY44" fmla="*/ 607219 h 1202531"/>
                <a:gd name="connsiteX45" fmla="*/ 426244 w 783431"/>
                <a:gd name="connsiteY45" fmla="*/ 578644 h 1202531"/>
                <a:gd name="connsiteX46" fmla="*/ 440531 w 783431"/>
                <a:gd name="connsiteY46" fmla="*/ 566738 h 1202531"/>
                <a:gd name="connsiteX47" fmla="*/ 450056 w 783431"/>
                <a:gd name="connsiteY47" fmla="*/ 535782 h 1202531"/>
                <a:gd name="connsiteX48" fmla="*/ 457200 w 783431"/>
                <a:gd name="connsiteY48" fmla="*/ 519113 h 1202531"/>
                <a:gd name="connsiteX49" fmla="*/ 481012 w 783431"/>
                <a:gd name="connsiteY49" fmla="*/ 526257 h 1202531"/>
                <a:gd name="connsiteX50" fmla="*/ 495300 w 783431"/>
                <a:gd name="connsiteY50" fmla="*/ 576263 h 1202531"/>
                <a:gd name="connsiteX51" fmla="*/ 507206 w 783431"/>
                <a:gd name="connsiteY51" fmla="*/ 581025 h 1202531"/>
                <a:gd name="connsiteX52" fmla="*/ 526256 w 783431"/>
                <a:gd name="connsiteY52" fmla="*/ 583407 h 1202531"/>
                <a:gd name="connsiteX53" fmla="*/ 554831 w 783431"/>
                <a:gd name="connsiteY53" fmla="*/ 583407 h 1202531"/>
                <a:gd name="connsiteX54" fmla="*/ 557212 w 783431"/>
                <a:gd name="connsiteY54" fmla="*/ 547688 h 1202531"/>
                <a:gd name="connsiteX55" fmla="*/ 545306 w 783431"/>
                <a:gd name="connsiteY55" fmla="*/ 502444 h 1202531"/>
                <a:gd name="connsiteX56" fmla="*/ 545306 w 783431"/>
                <a:gd name="connsiteY56" fmla="*/ 476250 h 1202531"/>
                <a:gd name="connsiteX57" fmla="*/ 581025 w 783431"/>
                <a:gd name="connsiteY57" fmla="*/ 454819 h 1202531"/>
                <a:gd name="connsiteX58" fmla="*/ 604837 w 783431"/>
                <a:gd name="connsiteY58" fmla="*/ 435769 h 1202531"/>
                <a:gd name="connsiteX59" fmla="*/ 640556 w 783431"/>
                <a:gd name="connsiteY59" fmla="*/ 414338 h 1202531"/>
                <a:gd name="connsiteX60" fmla="*/ 645319 w 783431"/>
                <a:gd name="connsiteY60" fmla="*/ 395288 h 1202531"/>
                <a:gd name="connsiteX61" fmla="*/ 633412 w 783431"/>
                <a:gd name="connsiteY61" fmla="*/ 371475 h 1202531"/>
                <a:gd name="connsiteX62" fmla="*/ 614362 w 783431"/>
                <a:gd name="connsiteY62" fmla="*/ 369094 h 1202531"/>
                <a:gd name="connsiteX63" fmla="*/ 609600 w 783431"/>
                <a:gd name="connsiteY63" fmla="*/ 366713 h 1202531"/>
                <a:gd name="connsiteX64" fmla="*/ 597694 w 783431"/>
                <a:gd name="connsiteY64" fmla="*/ 357188 h 1202531"/>
                <a:gd name="connsiteX65" fmla="*/ 611981 w 783431"/>
                <a:gd name="connsiteY65" fmla="*/ 345282 h 1202531"/>
                <a:gd name="connsiteX66" fmla="*/ 652462 w 783431"/>
                <a:gd name="connsiteY66" fmla="*/ 316707 h 1202531"/>
                <a:gd name="connsiteX67" fmla="*/ 678656 w 783431"/>
                <a:gd name="connsiteY67" fmla="*/ 264319 h 1202531"/>
                <a:gd name="connsiteX68" fmla="*/ 666750 w 783431"/>
                <a:gd name="connsiteY68" fmla="*/ 242888 h 1202531"/>
                <a:gd name="connsiteX69" fmla="*/ 638175 w 783431"/>
                <a:gd name="connsiteY69" fmla="*/ 219075 h 1202531"/>
                <a:gd name="connsiteX70" fmla="*/ 642937 w 783431"/>
                <a:gd name="connsiteY70" fmla="*/ 180975 h 1202531"/>
                <a:gd name="connsiteX71" fmla="*/ 673894 w 783431"/>
                <a:gd name="connsiteY71" fmla="*/ 171450 h 1202531"/>
                <a:gd name="connsiteX72" fmla="*/ 700087 w 783431"/>
                <a:gd name="connsiteY72" fmla="*/ 142875 h 1202531"/>
                <a:gd name="connsiteX73" fmla="*/ 700087 w 783431"/>
                <a:gd name="connsiteY73" fmla="*/ 111919 h 1202531"/>
                <a:gd name="connsiteX74" fmla="*/ 666750 w 783431"/>
                <a:gd name="connsiteY74" fmla="*/ 107157 h 1202531"/>
                <a:gd name="connsiteX75" fmla="*/ 645319 w 783431"/>
                <a:gd name="connsiteY75" fmla="*/ 102394 h 1202531"/>
                <a:gd name="connsiteX76" fmla="*/ 645319 w 783431"/>
                <a:gd name="connsiteY76" fmla="*/ 102394 h 1202531"/>
                <a:gd name="connsiteX77" fmla="*/ 678656 w 783431"/>
                <a:gd name="connsiteY77" fmla="*/ 69057 h 1202531"/>
                <a:gd name="connsiteX78" fmla="*/ 685800 w 783431"/>
                <a:gd name="connsiteY78" fmla="*/ 40482 h 1202531"/>
                <a:gd name="connsiteX79" fmla="*/ 678656 w 783431"/>
                <a:gd name="connsiteY79" fmla="*/ 21432 h 1202531"/>
                <a:gd name="connsiteX80" fmla="*/ 695325 w 783431"/>
                <a:gd name="connsiteY80" fmla="*/ 2382 h 1202531"/>
                <a:gd name="connsiteX81" fmla="*/ 628650 w 783431"/>
                <a:gd name="connsiteY81" fmla="*/ 0 h 1202531"/>
                <a:gd name="connsiteX82" fmla="*/ 552450 w 783431"/>
                <a:gd name="connsiteY82" fmla="*/ 52388 h 1202531"/>
                <a:gd name="connsiteX83" fmla="*/ 538162 w 783431"/>
                <a:gd name="connsiteY83" fmla="*/ 90488 h 1202531"/>
                <a:gd name="connsiteX84" fmla="*/ 445294 w 783431"/>
                <a:gd name="connsiteY84" fmla="*/ 126207 h 1202531"/>
                <a:gd name="connsiteX85" fmla="*/ 397669 w 783431"/>
                <a:gd name="connsiteY85" fmla="*/ 159544 h 1202531"/>
                <a:gd name="connsiteX86" fmla="*/ 376237 w 783431"/>
                <a:gd name="connsiteY86" fmla="*/ 190500 h 1202531"/>
                <a:gd name="connsiteX87" fmla="*/ 350044 w 783431"/>
                <a:gd name="connsiteY87" fmla="*/ 140494 h 1202531"/>
                <a:gd name="connsiteX88" fmla="*/ 316706 w 783431"/>
                <a:gd name="connsiteY88" fmla="*/ 140494 h 1202531"/>
                <a:gd name="connsiteX89" fmla="*/ 304800 w 783431"/>
                <a:gd name="connsiteY89" fmla="*/ 166688 h 1202531"/>
                <a:gd name="connsiteX90" fmla="*/ 280987 w 783431"/>
                <a:gd name="connsiteY90" fmla="*/ 230982 h 1202531"/>
                <a:gd name="connsiteX91" fmla="*/ 154781 w 783431"/>
                <a:gd name="connsiteY91" fmla="*/ 223838 h 1202531"/>
                <a:gd name="connsiteX92" fmla="*/ 140494 w 783431"/>
                <a:gd name="connsiteY92" fmla="*/ 245269 h 1202531"/>
                <a:gd name="connsiteX93" fmla="*/ 138112 w 783431"/>
                <a:gd name="connsiteY93" fmla="*/ 280988 h 1202531"/>
                <a:gd name="connsiteX94" fmla="*/ 66675 w 783431"/>
                <a:gd name="connsiteY94" fmla="*/ 309563 h 1202531"/>
                <a:gd name="connsiteX95" fmla="*/ 54769 w 783431"/>
                <a:gd name="connsiteY95" fmla="*/ 323850 h 1202531"/>
                <a:gd name="connsiteX96" fmla="*/ 66675 w 783431"/>
                <a:gd name="connsiteY96" fmla="*/ 381000 h 1202531"/>
                <a:gd name="connsiteX97" fmla="*/ 19050 w 783431"/>
                <a:gd name="connsiteY97" fmla="*/ 423863 h 1202531"/>
                <a:gd name="connsiteX98" fmla="*/ 26194 w 783431"/>
                <a:gd name="connsiteY98" fmla="*/ 490538 h 1202531"/>
                <a:gd name="connsiteX99" fmla="*/ 33337 w 783431"/>
                <a:gd name="connsiteY99" fmla="*/ 554832 h 1202531"/>
                <a:gd name="connsiteX100" fmla="*/ 0 w 783431"/>
                <a:gd name="connsiteY100" fmla="*/ 614363 h 1202531"/>
                <a:gd name="connsiteX0" fmla="*/ 0 w 783431"/>
                <a:gd name="connsiteY0" fmla="*/ 614363 h 1202531"/>
                <a:gd name="connsiteX1" fmla="*/ 21431 w 783431"/>
                <a:gd name="connsiteY1" fmla="*/ 661988 h 1202531"/>
                <a:gd name="connsiteX2" fmla="*/ 28575 w 783431"/>
                <a:gd name="connsiteY2" fmla="*/ 742950 h 1202531"/>
                <a:gd name="connsiteX3" fmla="*/ 76200 w 783431"/>
                <a:gd name="connsiteY3" fmla="*/ 814388 h 1202531"/>
                <a:gd name="connsiteX4" fmla="*/ 102394 w 783431"/>
                <a:gd name="connsiteY4" fmla="*/ 919163 h 1202531"/>
                <a:gd name="connsiteX5" fmla="*/ 116681 w 783431"/>
                <a:gd name="connsiteY5" fmla="*/ 947738 h 1202531"/>
                <a:gd name="connsiteX6" fmla="*/ 130969 w 783431"/>
                <a:gd name="connsiteY6" fmla="*/ 995363 h 1202531"/>
                <a:gd name="connsiteX7" fmla="*/ 150019 w 783431"/>
                <a:gd name="connsiteY7" fmla="*/ 1023938 h 1202531"/>
                <a:gd name="connsiteX8" fmla="*/ 159544 w 783431"/>
                <a:gd name="connsiteY8" fmla="*/ 1042988 h 1202531"/>
                <a:gd name="connsiteX9" fmla="*/ 197644 w 783431"/>
                <a:gd name="connsiteY9" fmla="*/ 1069182 h 1202531"/>
                <a:gd name="connsiteX10" fmla="*/ 245269 w 783431"/>
                <a:gd name="connsiteY10" fmla="*/ 1090613 h 1202531"/>
                <a:gd name="connsiteX11" fmla="*/ 264318 w 783431"/>
                <a:gd name="connsiteY11" fmla="*/ 1131094 h 1202531"/>
                <a:gd name="connsiteX12" fmla="*/ 295275 w 783431"/>
                <a:gd name="connsiteY12" fmla="*/ 1164431 h 1202531"/>
                <a:gd name="connsiteX13" fmla="*/ 385762 w 783431"/>
                <a:gd name="connsiteY13" fmla="*/ 1200149 h 1202531"/>
                <a:gd name="connsiteX14" fmla="*/ 469106 w 783431"/>
                <a:gd name="connsiteY14" fmla="*/ 1181100 h 1202531"/>
                <a:gd name="connsiteX15" fmla="*/ 554831 w 783431"/>
                <a:gd name="connsiteY15" fmla="*/ 1202531 h 1202531"/>
                <a:gd name="connsiteX16" fmla="*/ 592931 w 783431"/>
                <a:gd name="connsiteY16" fmla="*/ 1126331 h 1202531"/>
                <a:gd name="connsiteX17" fmla="*/ 604837 w 783431"/>
                <a:gd name="connsiteY17" fmla="*/ 1085850 h 1202531"/>
                <a:gd name="connsiteX18" fmla="*/ 585787 w 783431"/>
                <a:gd name="connsiteY18" fmla="*/ 1035844 h 1202531"/>
                <a:gd name="connsiteX19" fmla="*/ 607219 w 783431"/>
                <a:gd name="connsiteY19" fmla="*/ 1021557 h 1202531"/>
                <a:gd name="connsiteX20" fmla="*/ 645319 w 783431"/>
                <a:gd name="connsiteY20" fmla="*/ 1016794 h 1202531"/>
                <a:gd name="connsiteX21" fmla="*/ 685800 w 783431"/>
                <a:gd name="connsiteY21" fmla="*/ 997744 h 1202531"/>
                <a:gd name="connsiteX22" fmla="*/ 716756 w 783431"/>
                <a:gd name="connsiteY22" fmla="*/ 1002507 h 1202531"/>
                <a:gd name="connsiteX23" fmla="*/ 738187 w 783431"/>
                <a:gd name="connsiteY23" fmla="*/ 969169 h 1202531"/>
                <a:gd name="connsiteX24" fmla="*/ 783431 w 783431"/>
                <a:gd name="connsiteY24" fmla="*/ 933450 h 1202531"/>
                <a:gd name="connsiteX25" fmla="*/ 776287 w 783431"/>
                <a:gd name="connsiteY25" fmla="*/ 907257 h 1202531"/>
                <a:gd name="connsiteX26" fmla="*/ 752475 w 783431"/>
                <a:gd name="connsiteY26" fmla="*/ 888207 h 1202531"/>
                <a:gd name="connsiteX27" fmla="*/ 752475 w 783431"/>
                <a:gd name="connsiteY27" fmla="*/ 864394 h 1202531"/>
                <a:gd name="connsiteX28" fmla="*/ 728662 w 783431"/>
                <a:gd name="connsiteY28" fmla="*/ 852488 h 1202531"/>
                <a:gd name="connsiteX29" fmla="*/ 711994 w 783431"/>
                <a:gd name="connsiteY29" fmla="*/ 802482 h 1202531"/>
                <a:gd name="connsiteX30" fmla="*/ 688181 w 783431"/>
                <a:gd name="connsiteY30" fmla="*/ 814388 h 1202531"/>
                <a:gd name="connsiteX31" fmla="*/ 659606 w 783431"/>
                <a:gd name="connsiteY31" fmla="*/ 814388 h 1202531"/>
                <a:gd name="connsiteX32" fmla="*/ 647700 w 783431"/>
                <a:gd name="connsiteY32" fmla="*/ 847725 h 1202531"/>
                <a:gd name="connsiteX33" fmla="*/ 623887 w 783431"/>
                <a:gd name="connsiteY33" fmla="*/ 847725 h 1202531"/>
                <a:gd name="connsiteX34" fmla="*/ 576262 w 783431"/>
                <a:gd name="connsiteY34" fmla="*/ 828675 h 1202531"/>
                <a:gd name="connsiteX35" fmla="*/ 554831 w 783431"/>
                <a:gd name="connsiteY35" fmla="*/ 816769 h 1202531"/>
                <a:gd name="connsiteX36" fmla="*/ 547687 w 783431"/>
                <a:gd name="connsiteY36" fmla="*/ 783432 h 1202531"/>
                <a:gd name="connsiteX37" fmla="*/ 561975 w 783431"/>
                <a:gd name="connsiteY37" fmla="*/ 754857 h 1202531"/>
                <a:gd name="connsiteX38" fmla="*/ 533400 w 783431"/>
                <a:gd name="connsiteY38" fmla="*/ 733425 h 1202531"/>
                <a:gd name="connsiteX39" fmla="*/ 509587 w 783431"/>
                <a:gd name="connsiteY39" fmla="*/ 711994 h 1202531"/>
                <a:gd name="connsiteX40" fmla="*/ 473869 w 783431"/>
                <a:gd name="connsiteY40" fmla="*/ 711994 h 1202531"/>
                <a:gd name="connsiteX41" fmla="*/ 435769 w 783431"/>
                <a:gd name="connsiteY41" fmla="*/ 711994 h 1202531"/>
                <a:gd name="connsiteX42" fmla="*/ 438150 w 783431"/>
                <a:gd name="connsiteY42" fmla="*/ 669132 h 1202531"/>
                <a:gd name="connsiteX43" fmla="*/ 428625 w 783431"/>
                <a:gd name="connsiteY43" fmla="*/ 642938 h 1202531"/>
                <a:gd name="connsiteX44" fmla="*/ 423862 w 783431"/>
                <a:gd name="connsiteY44" fmla="*/ 607219 h 1202531"/>
                <a:gd name="connsiteX45" fmla="*/ 426244 w 783431"/>
                <a:gd name="connsiteY45" fmla="*/ 578644 h 1202531"/>
                <a:gd name="connsiteX46" fmla="*/ 440531 w 783431"/>
                <a:gd name="connsiteY46" fmla="*/ 566738 h 1202531"/>
                <a:gd name="connsiteX47" fmla="*/ 450056 w 783431"/>
                <a:gd name="connsiteY47" fmla="*/ 535782 h 1202531"/>
                <a:gd name="connsiteX48" fmla="*/ 457200 w 783431"/>
                <a:gd name="connsiteY48" fmla="*/ 519113 h 1202531"/>
                <a:gd name="connsiteX49" fmla="*/ 481012 w 783431"/>
                <a:gd name="connsiteY49" fmla="*/ 526257 h 1202531"/>
                <a:gd name="connsiteX50" fmla="*/ 495300 w 783431"/>
                <a:gd name="connsiteY50" fmla="*/ 576263 h 1202531"/>
                <a:gd name="connsiteX51" fmla="*/ 507206 w 783431"/>
                <a:gd name="connsiteY51" fmla="*/ 581025 h 1202531"/>
                <a:gd name="connsiteX52" fmla="*/ 526256 w 783431"/>
                <a:gd name="connsiteY52" fmla="*/ 583407 h 1202531"/>
                <a:gd name="connsiteX53" fmla="*/ 554831 w 783431"/>
                <a:gd name="connsiteY53" fmla="*/ 583407 h 1202531"/>
                <a:gd name="connsiteX54" fmla="*/ 557212 w 783431"/>
                <a:gd name="connsiteY54" fmla="*/ 547688 h 1202531"/>
                <a:gd name="connsiteX55" fmla="*/ 545306 w 783431"/>
                <a:gd name="connsiteY55" fmla="*/ 502444 h 1202531"/>
                <a:gd name="connsiteX56" fmla="*/ 545306 w 783431"/>
                <a:gd name="connsiteY56" fmla="*/ 476250 h 1202531"/>
                <a:gd name="connsiteX57" fmla="*/ 581025 w 783431"/>
                <a:gd name="connsiteY57" fmla="*/ 454819 h 1202531"/>
                <a:gd name="connsiteX58" fmla="*/ 604837 w 783431"/>
                <a:gd name="connsiteY58" fmla="*/ 435769 h 1202531"/>
                <a:gd name="connsiteX59" fmla="*/ 640556 w 783431"/>
                <a:gd name="connsiteY59" fmla="*/ 414338 h 1202531"/>
                <a:gd name="connsiteX60" fmla="*/ 645319 w 783431"/>
                <a:gd name="connsiteY60" fmla="*/ 395288 h 1202531"/>
                <a:gd name="connsiteX61" fmla="*/ 633412 w 783431"/>
                <a:gd name="connsiteY61" fmla="*/ 371475 h 1202531"/>
                <a:gd name="connsiteX62" fmla="*/ 614362 w 783431"/>
                <a:gd name="connsiteY62" fmla="*/ 369094 h 1202531"/>
                <a:gd name="connsiteX63" fmla="*/ 609600 w 783431"/>
                <a:gd name="connsiteY63" fmla="*/ 366713 h 1202531"/>
                <a:gd name="connsiteX64" fmla="*/ 597694 w 783431"/>
                <a:gd name="connsiteY64" fmla="*/ 357188 h 1202531"/>
                <a:gd name="connsiteX65" fmla="*/ 611981 w 783431"/>
                <a:gd name="connsiteY65" fmla="*/ 345282 h 1202531"/>
                <a:gd name="connsiteX66" fmla="*/ 652462 w 783431"/>
                <a:gd name="connsiteY66" fmla="*/ 316707 h 1202531"/>
                <a:gd name="connsiteX67" fmla="*/ 678656 w 783431"/>
                <a:gd name="connsiteY67" fmla="*/ 264319 h 1202531"/>
                <a:gd name="connsiteX68" fmla="*/ 666750 w 783431"/>
                <a:gd name="connsiteY68" fmla="*/ 242888 h 1202531"/>
                <a:gd name="connsiteX69" fmla="*/ 638175 w 783431"/>
                <a:gd name="connsiteY69" fmla="*/ 219075 h 1202531"/>
                <a:gd name="connsiteX70" fmla="*/ 642937 w 783431"/>
                <a:gd name="connsiteY70" fmla="*/ 180975 h 1202531"/>
                <a:gd name="connsiteX71" fmla="*/ 673894 w 783431"/>
                <a:gd name="connsiteY71" fmla="*/ 171450 h 1202531"/>
                <a:gd name="connsiteX72" fmla="*/ 700087 w 783431"/>
                <a:gd name="connsiteY72" fmla="*/ 142875 h 1202531"/>
                <a:gd name="connsiteX73" fmla="*/ 700087 w 783431"/>
                <a:gd name="connsiteY73" fmla="*/ 111919 h 1202531"/>
                <a:gd name="connsiteX74" fmla="*/ 666750 w 783431"/>
                <a:gd name="connsiteY74" fmla="*/ 107157 h 1202531"/>
                <a:gd name="connsiteX75" fmla="*/ 645319 w 783431"/>
                <a:gd name="connsiteY75" fmla="*/ 102394 h 1202531"/>
                <a:gd name="connsiteX76" fmla="*/ 645319 w 783431"/>
                <a:gd name="connsiteY76" fmla="*/ 102394 h 1202531"/>
                <a:gd name="connsiteX77" fmla="*/ 678656 w 783431"/>
                <a:gd name="connsiteY77" fmla="*/ 69057 h 1202531"/>
                <a:gd name="connsiteX78" fmla="*/ 685800 w 783431"/>
                <a:gd name="connsiteY78" fmla="*/ 40482 h 1202531"/>
                <a:gd name="connsiteX79" fmla="*/ 678656 w 783431"/>
                <a:gd name="connsiteY79" fmla="*/ 21432 h 1202531"/>
                <a:gd name="connsiteX80" fmla="*/ 695325 w 783431"/>
                <a:gd name="connsiteY80" fmla="*/ 2382 h 1202531"/>
                <a:gd name="connsiteX81" fmla="*/ 628650 w 783431"/>
                <a:gd name="connsiteY81" fmla="*/ 0 h 1202531"/>
                <a:gd name="connsiteX82" fmla="*/ 552450 w 783431"/>
                <a:gd name="connsiteY82" fmla="*/ 52388 h 1202531"/>
                <a:gd name="connsiteX83" fmla="*/ 538162 w 783431"/>
                <a:gd name="connsiteY83" fmla="*/ 90488 h 1202531"/>
                <a:gd name="connsiteX84" fmla="*/ 445294 w 783431"/>
                <a:gd name="connsiteY84" fmla="*/ 126207 h 1202531"/>
                <a:gd name="connsiteX85" fmla="*/ 397669 w 783431"/>
                <a:gd name="connsiteY85" fmla="*/ 159544 h 1202531"/>
                <a:gd name="connsiteX86" fmla="*/ 376237 w 783431"/>
                <a:gd name="connsiteY86" fmla="*/ 190500 h 1202531"/>
                <a:gd name="connsiteX87" fmla="*/ 350044 w 783431"/>
                <a:gd name="connsiteY87" fmla="*/ 140494 h 1202531"/>
                <a:gd name="connsiteX88" fmla="*/ 316706 w 783431"/>
                <a:gd name="connsiteY88" fmla="*/ 140494 h 1202531"/>
                <a:gd name="connsiteX89" fmla="*/ 304800 w 783431"/>
                <a:gd name="connsiteY89" fmla="*/ 166688 h 1202531"/>
                <a:gd name="connsiteX90" fmla="*/ 280987 w 783431"/>
                <a:gd name="connsiteY90" fmla="*/ 230982 h 1202531"/>
                <a:gd name="connsiteX91" fmla="*/ 154781 w 783431"/>
                <a:gd name="connsiteY91" fmla="*/ 223838 h 1202531"/>
                <a:gd name="connsiteX92" fmla="*/ 140494 w 783431"/>
                <a:gd name="connsiteY92" fmla="*/ 245269 h 1202531"/>
                <a:gd name="connsiteX93" fmla="*/ 138112 w 783431"/>
                <a:gd name="connsiteY93" fmla="*/ 280988 h 1202531"/>
                <a:gd name="connsiteX94" fmla="*/ 66675 w 783431"/>
                <a:gd name="connsiteY94" fmla="*/ 309563 h 1202531"/>
                <a:gd name="connsiteX95" fmla="*/ 54769 w 783431"/>
                <a:gd name="connsiteY95" fmla="*/ 323850 h 1202531"/>
                <a:gd name="connsiteX96" fmla="*/ 66675 w 783431"/>
                <a:gd name="connsiteY96" fmla="*/ 381000 h 1202531"/>
                <a:gd name="connsiteX97" fmla="*/ 19050 w 783431"/>
                <a:gd name="connsiteY97" fmla="*/ 423863 h 1202531"/>
                <a:gd name="connsiteX98" fmla="*/ 26194 w 783431"/>
                <a:gd name="connsiteY98" fmla="*/ 490538 h 1202531"/>
                <a:gd name="connsiteX99" fmla="*/ 33337 w 783431"/>
                <a:gd name="connsiteY99" fmla="*/ 554832 h 1202531"/>
                <a:gd name="connsiteX100" fmla="*/ 0 w 783431"/>
                <a:gd name="connsiteY100" fmla="*/ 614363 h 1202531"/>
                <a:gd name="connsiteX0" fmla="*/ 0 w 783431"/>
                <a:gd name="connsiteY0" fmla="*/ 614363 h 1202531"/>
                <a:gd name="connsiteX1" fmla="*/ 21431 w 783431"/>
                <a:gd name="connsiteY1" fmla="*/ 661988 h 1202531"/>
                <a:gd name="connsiteX2" fmla="*/ 28575 w 783431"/>
                <a:gd name="connsiteY2" fmla="*/ 742950 h 1202531"/>
                <a:gd name="connsiteX3" fmla="*/ 76200 w 783431"/>
                <a:gd name="connsiteY3" fmla="*/ 814388 h 1202531"/>
                <a:gd name="connsiteX4" fmla="*/ 102394 w 783431"/>
                <a:gd name="connsiteY4" fmla="*/ 919163 h 1202531"/>
                <a:gd name="connsiteX5" fmla="*/ 116681 w 783431"/>
                <a:gd name="connsiteY5" fmla="*/ 947738 h 1202531"/>
                <a:gd name="connsiteX6" fmla="*/ 130969 w 783431"/>
                <a:gd name="connsiteY6" fmla="*/ 995363 h 1202531"/>
                <a:gd name="connsiteX7" fmla="*/ 150019 w 783431"/>
                <a:gd name="connsiteY7" fmla="*/ 1023938 h 1202531"/>
                <a:gd name="connsiteX8" fmla="*/ 159544 w 783431"/>
                <a:gd name="connsiteY8" fmla="*/ 1042988 h 1202531"/>
                <a:gd name="connsiteX9" fmla="*/ 197644 w 783431"/>
                <a:gd name="connsiteY9" fmla="*/ 1069182 h 1202531"/>
                <a:gd name="connsiteX10" fmla="*/ 245269 w 783431"/>
                <a:gd name="connsiteY10" fmla="*/ 1090613 h 1202531"/>
                <a:gd name="connsiteX11" fmla="*/ 264318 w 783431"/>
                <a:gd name="connsiteY11" fmla="*/ 1131094 h 1202531"/>
                <a:gd name="connsiteX12" fmla="*/ 295275 w 783431"/>
                <a:gd name="connsiteY12" fmla="*/ 1164431 h 1202531"/>
                <a:gd name="connsiteX13" fmla="*/ 385762 w 783431"/>
                <a:gd name="connsiteY13" fmla="*/ 1200149 h 1202531"/>
                <a:gd name="connsiteX14" fmla="*/ 419100 w 783431"/>
                <a:gd name="connsiteY14" fmla="*/ 1190624 h 1202531"/>
                <a:gd name="connsiteX15" fmla="*/ 469106 w 783431"/>
                <a:gd name="connsiteY15" fmla="*/ 1181100 h 1202531"/>
                <a:gd name="connsiteX16" fmla="*/ 554831 w 783431"/>
                <a:gd name="connsiteY16" fmla="*/ 1202531 h 1202531"/>
                <a:gd name="connsiteX17" fmla="*/ 592931 w 783431"/>
                <a:gd name="connsiteY17" fmla="*/ 1126331 h 1202531"/>
                <a:gd name="connsiteX18" fmla="*/ 604837 w 783431"/>
                <a:gd name="connsiteY18" fmla="*/ 1085850 h 1202531"/>
                <a:gd name="connsiteX19" fmla="*/ 585787 w 783431"/>
                <a:gd name="connsiteY19" fmla="*/ 1035844 h 1202531"/>
                <a:gd name="connsiteX20" fmla="*/ 607219 w 783431"/>
                <a:gd name="connsiteY20" fmla="*/ 1021557 h 1202531"/>
                <a:gd name="connsiteX21" fmla="*/ 645319 w 783431"/>
                <a:gd name="connsiteY21" fmla="*/ 1016794 h 1202531"/>
                <a:gd name="connsiteX22" fmla="*/ 685800 w 783431"/>
                <a:gd name="connsiteY22" fmla="*/ 997744 h 1202531"/>
                <a:gd name="connsiteX23" fmla="*/ 716756 w 783431"/>
                <a:gd name="connsiteY23" fmla="*/ 1002507 h 1202531"/>
                <a:gd name="connsiteX24" fmla="*/ 738187 w 783431"/>
                <a:gd name="connsiteY24" fmla="*/ 969169 h 1202531"/>
                <a:gd name="connsiteX25" fmla="*/ 783431 w 783431"/>
                <a:gd name="connsiteY25" fmla="*/ 933450 h 1202531"/>
                <a:gd name="connsiteX26" fmla="*/ 776287 w 783431"/>
                <a:gd name="connsiteY26" fmla="*/ 907257 h 1202531"/>
                <a:gd name="connsiteX27" fmla="*/ 752475 w 783431"/>
                <a:gd name="connsiteY27" fmla="*/ 888207 h 1202531"/>
                <a:gd name="connsiteX28" fmla="*/ 752475 w 783431"/>
                <a:gd name="connsiteY28" fmla="*/ 864394 h 1202531"/>
                <a:gd name="connsiteX29" fmla="*/ 728662 w 783431"/>
                <a:gd name="connsiteY29" fmla="*/ 852488 h 1202531"/>
                <a:gd name="connsiteX30" fmla="*/ 711994 w 783431"/>
                <a:gd name="connsiteY30" fmla="*/ 802482 h 1202531"/>
                <a:gd name="connsiteX31" fmla="*/ 688181 w 783431"/>
                <a:gd name="connsiteY31" fmla="*/ 814388 h 1202531"/>
                <a:gd name="connsiteX32" fmla="*/ 659606 w 783431"/>
                <a:gd name="connsiteY32" fmla="*/ 814388 h 1202531"/>
                <a:gd name="connsiteX33" fmla="*/ 647700 w 783431"/>
                <a:gd name="connsiteY33" fmla="*/ 847725 h 1202531"/>
                <a:gd name="connsiteX34" fmla="*/ 623887 w 783431"/>
                <a:gd name="connsiteY34" fmla="*/ 847725 h 1202531"/>
                <a:gd name="connsiteX35" fmla="*/ 576262 w 783431"/>
                <a:gd name="connsiteY35" fmla="*/ 828675 h 1202531"/>
                <a:gd name="connsiteX36" fmla="*/ 554831 w 783431"/>
                <a:gd name="connsiteY36" fmla="*/ 816769 h 1202531"/>
                <a:gd name="connsiteX37" fmla="*/ 547687 w 783431"/>
                <a:gd name="connsiteY37" fmla="*/ 783432 h 1202531"/>
                <a:gd name="connsiteX38" fmla="*/ 561975 w 783431"/>
                <a:gd name="connsiteY38" fmla="*/ 754857 h 1202531"/>
                <a:gd name="connsiteX39" fmla="*/ 533400 w 783431"/>
                <a:gd name="connsiteY39" fmla="*/ 733425 h 1202531"/>
                <a:gd name="connsiteX40" fmla="*/ 509587 w 783431"/>
                <a:gd name="connsiteY40" fmla="*/ 711994 h 1202531"/>
                <a:gd name="connsiteX41" fmla="*/ 473869 w 783431"/>
                <a:gd name="connsiteY41" fmla="*/ 711994 h 1202531"/>
                <a:gd name="connsiteX42" fmla="*/ 435769 w 783431"/>
                <a:gd name="connsiteY42" fmla="*/ 711994 h 1202531"/>
                <a:gd name="connsiteX43" fmla="*/ 438150 w 783431"/>
                <a:gd name="connsiteY43" fmla="*/ 669132 h 1202531"/>
                <a:gd name="connsiteX44" fmla="*/ 428625 w 783431"/>
                <a:gd name="connsiteY44" fmla="*/ 642938 h 1202531"/>
                <a:gd name="connsiteX45" fmla="*/ 423862 w 783431"/>
                <a:gd name="connsiteY45" fmla="*/ 607219 h 1202531"/>
                <a:gd name="connsiteX46" fmla="*/ 426244 w 783431"/>
                <a:gd name="connsiteY46" fmla="*/ 578644 h 1202531"/>
                <a:gd name="connsiteX47" fmla="*/ 440531 w 783431"/>
                <a:gd name="connsiteY47" fmla="*/ 566738 h 1202531"/>
                <a:gd name="connsiteX48" fmla="*/ 450056 w 783431"/>
                <a:gd name="connsiteY48" fmla="*/ 535782 h 1202531"/>
                <a:gd name="connsiteX49" fmla="*/ 457200 w 783431"/>
                <a:gd name="connsiteY49" fmla="*/ 519113 h 1202531"/>
                <a:gd name="connsiteX50" fmla="*/ 481012 w 783431"/>
                <a:gd name="connsiteY50" fmla="*/ 526257 h 1202531"/>
                <a:gd name="connsiteX51" fmla="*/ 495300 w 783431"/>
                <a:gd name="connsiteY51" fmla="*/ 576263 h 1202531"/>
                <a:gd name="connsiteX52" fmla="*/ 507206 w 783431"/>
                <a:gd name="connsiteY52" fmla="*/ 581025 h 1202531"/>
                <a:gd name="connsiteX53" fmla="*/ 526256 w 783431"/>
                <a:gd name="connsiteY53" fmla="*/ 583407 h 1202531"/>
                <a:gd name="connsiteX54" fmla="*/ 554831 w 783431"/>
                <a:gd name="connsiteY54" fmla="*/ 583407 h 1202531"/>
                <a:gd name="connsiteX55" fmla="*/ 557212 w 783431"/>
                <a:gd name="connsiteY55" fmla="*/ 547688 h 1202531"/>
                <a:gd name="connsiteX56" fmla="*/ 545306 w 783431"/>
                <a:gd name="connsiteY56" fmla="*/ 502444 h 1202531"/>
                <a:gd name="connsiteX57" fmla="*/ 545306 w 783431"/>
                <a:gd name="connsiteY57" fmla="*/ 476250 h 1202531"/>
                <a:gd name="connsiteX58" fmla="*/ 581025 w 783431"/>
                <a:gd name="connsiteY58" fmla="*/ 454819 h 1202531"/>
                <a:gd name="connsiteX59" fmla="*/ 604837 w 783431"/>
                <a:gd name="connsiteY59" fmla="*/ 435769 h 1202531"/>
                <a:gd name="connsiteX60" fmla="*/ 640556 w 783431"/>
                <a:gd name="connsiteY60" fmla="*/ 414338 h 1202531"/>
                <a:gd name="connsiteX61" fmla="*/ 645319 w 783431"/>
                <a:gd name="connsiteY61" fmla="*/ 395288 h 1202531"/>
                <a:gd name="connsiteX62" fmla="*/ 633412 w 783431"/>
                <a:gd name="connsiteY62" fmla="*/ 371475 h 1202531"/>
                <a:gd name="connsiteX63" fmla="*/ 614362 w 783431"/>
                <a:gd name="connsiteY63" fmla="*/ 369094 h 1202531"/>
                <a:gd name="connsiteX64" fmla="*/ 609600 w 783431"/>
                <a:gd name="connsiteY64" fmla="*/ 366713 h 1202531"/>
                <a:gd name="connsiteX65" fmla="*/ 597694 w 783431"/>
                <a:gd name="connsiteY65" fmla="*/ 357188 h 1202531"/>
                <a:gd name="connsiteX66" fmla="*/ 611981 w 783431"/>
                <a:gd name="connsiteY66" fmla="*/ 345282 h 1202531"/>
                <a:gd name="connsiteX67" fmla="*/ 652462 w 783431"/>
                <a:gd name="connsiteY67" fmla="*/ 316707 h 1202531"/>
                <a:gd name="connsiteX68" fmla="*/ 678656 w 783431"/>
                <a:gd name="connsiteY68" fmla="*/ 264319 h 1202531"/>
                <a:gd name="connsiteX69" fmla="*/ 666750 w 783431"/>
                <a:gd name="connsiteY69" fmla="*/ 242888 h 1202531"/>
                <a:gd name="connsiteX70" fmla="*/ 638175 w 783431"/>
                <a:gd name="connsiteY70" fmla="*/ 219075 h 1202531"/>
                <a:gd name="connsiteX71" fmla="*/ 642937 w 783431"/>
                <a:gd name="connsiteY71" fmla="*/ 180975 h 1202531"/>
                <a:gd name="connsiteX72" fmla="*/ 673894 w 783431"/>
                <a:gd name="connsiteY72" fmla="*/ 171450 h 1202531"/>
                <a:gd name="connsiteX73" fmla="*/ 700087 w 783431"/>
                <a:gd name="connsiteY73" fmla="*/ 142875 h 1202531"/>
                <a:gd name="connsiteX74" fmla="*/ 700087 w 783431"/>
                <a:gd name="connsiteY74" fmla="*/ 111919 h 1202531"/>
                <a:gd name="connsiteX75" fmla="*/ 666750 w 783431"/>
                <a:gd name="connsiteY75" fmla="*/ 107157 h 1202531"/>
                <a:gd name="connsiteX76" fmla="*/ 645319 w 783431"/>
                <a:gd name="connsiteY76" fmla="*/ 102394 h 1202531"/>
                <a:gd name="connsiteX77" fmla="*/ 645319 w 783431"/>
                <a:gd name="connsiteY77" fmla="*/ 102394 h 1202531"/>
                <a:gd name="connsiteX78" fmla="*/ 678656 w 783431"/>
                <a:gd name="connsiteY78" fmla="*/ 69057 h 1202531"/>
                <a:gd name="connsiteX79" fmla="*/ 685800 w 783431"/>
                <a:gd name="connsiteY79" fmla="*/ 40482 h 1202531"/>
                <a:gd name="connsiteX80" fmla="*/ 678656 w 783431"/>
                <a:gd name="connsiteY80" fmla="*/ 21432 h 1202531"/>
                <a:gd name="connsiteX81" fmla="*/ 695325 w 783431"/>
                <a:gd name="connsiteY81" fmla="*/ 2382 h 1202531"/>
                <a:gd name="connsiteX82" fmla="*/ 628650 w 783431"/>
                <a:gd name="connsiteY82" fmla="*/ 0 h 1202531"/>
                <a:gd name="connsiteX83" fmla="*/ 552450 w 783431"/>
                <a:gd name="connsiteY83" fmla="*/ 52388 h 1202531"/>
                <a:gd name="connsiteX84" fmla="*/ 538162 w 783431"/>
                <a:gd name="connsiteY84" fmla="*/ 90488 h 1202531"/>
                <a:gd name="connsiteX85" fmla="*/ 445294 w 783431"/>
                <a:gd name="connsiteY85" fmla="*/ 126207 h 1202531"/>
                <a:gd name="connsiteX86" fmla="*/ 397669 w 783431"/>
                <a:gd name="connsiteY86" fmla="*/ 159544 h 1202531"/>
                <a:gd name="connsiteX87" fmla="*/ 376237 w 783431"/>
                <a:gd name="connsiteY87" fmla="*/ 190500 h 1202531"/>
                <a:gd name="connsiteX88" fmla="*/ 350044 w 783431"/>
                <a:gd name="connsiteY88" fmla="*/ 140494 h 1202531"/>
                <a:gd name="connsiteX89" fmla="*/ 316706 w 783431"/>
                <a:gd name="connsiteY89" fmla="*/ 140494 h 1202531"/>
                <a:gd name="connsiteX90" fmla="*/ 304800 w 783431"/>
                <a:gd name="connsiteY90" fmla="*/ 166688 h 1202531"/>
                <a:gd name="connsiteX91" fmla="*/ 280987 w 783431"/>
                <a:gd name="connsiteY91" fmla="*/ 230982 h 1202531"/>
                <a:gd name="connsiteX92" fmla="*/ 154781 w 783431"/>
                <a:gd name="connsiteY92" fmla="*/ 223838 h 1202531"/>
                <a:gd name="connsiteX93" fmla="*/ 140494 w 783431"/>
                <a:gd name="connsiteY93" fmla="*/ 245269 h 1202531"/>
                <a:gd name="connsiteX94" fmla="*/ 138112 w 783431"/>
                <a:gd name="connsiteY94" fmla="*/ 280988 h 1202531"/>
                <a:gd name="connsiteX95" fmla="*/ 66675 w 783431"/>
                <a:gd name="connsiteY95" fmla="*/ 309563 h 1202531"/>
                <a:gd name="connsiteX96" fmla="*/ 54769 w 783431"/>
                <a:gd name="connsiteY96" fmla="*/ 323850 h 1202531"/>
                <a:gd name="connsiteX97" fmla="*/ 66675 w 783431"/>
                <a:gd name="connsiteY97" fmla="*/ 381000 h 1202531"/>
                <a:gd name="connsiteX98" fmla="*/ 19050 w 783431"/>
                <a:gd name="connsiteY98" fmla="*/ 423863 h 1202531"/>
                <a:gd name="connsiteX99" fmla="*/ 26194 w 783431"/>
                <a:gd name="connsiteY99" fmla="*/ 490538 h 1202531"/>
                <a:gd name="connsiteX100" fmla="*/ 33337 w 783431"/>
                <a:gd name="connsiteY100" fmla="*/ 554832 h 1202531"/>
                <a:gd name="connsiteX101" fmla="*/ 0 w 783431"/>
                <a:gd name="connsiteY101" fmla="*/ 614363 h 1202531"/>
                <a:gd name="connsiteX0" fmla="*/ 0 w 783431"/>
                <a:gd name="connsiteY0" fmla="*/ 614363 h 1276349"/>
                <a:gd name="connsiteX1" fmla="*/ 21431 w 783431"/>
                <a:gd name="connsiteY1" fmla="*/ 661988 h 1276349"/>
                <a:gd name="connsiteX2" fmla="*/ 28575 w 783431"/>
                <a:gd name="connsiteY2" fmla="*/ 742950 h 1276349"/>
                <a:gd name="connsiteX3" fmla="*/ 76200 w 783431"/>
                <a:gd name="connsiteY3" fmla="*/ 814388 h 1276349"/>
                <a:gd name="connsiteX4" fmla="*/ 102394 w 783431"/>
                <a:gd name="connsiteY4" fmla="*/ 919163 h 1276349"/>
                <a:gd name="connsiteX5" fmla="*/ 116681 w 783431"/>
                <a:gd name="connsiteY5" fmla="*/ 947738 h 1276349"/>
                <a:gd name="connsiteX6" fmla="*/ 130969 w 783431"/>
                <a:gd name="connsiteY6" fmla="*/ 995363 h 1276349"/>
                <a:gd name="connsiteX7" fmla="*/ 150019 w 783431"/>
                <a:gd name="connsiteY7" fmla="*/ 1023938 h 1276349"/>
                <a:gd name="connsiteX8" fmla="*/ 159544 w 783431"/>
                <a:gd name="connsiteY8" fmla="*/ 1042988 h 1276349"/>
                <a:gd name="connsiteX9" fmla="*/ 197644 w 783431"/>
                <a:gd name="connsiteY9" fmla="*/ 1069182 h 1276349"/>
                <a:gd name="connsiteX10" fmla="*/ 245269 w 783431"/>
                <a:gd name="connsiteY10" fmla="*/ 1090613 h 1276349"/>
                <a:gd name="connsiteX11" fmla="*/ 264318 w 783431"/>
                <a:gd name="connsiteY11" fmla="*/ 1131094 h 1276349"/>
                <a:gd name="connsiteX12" fmla="*/ 295275 w 783431"/>
                <a:gd name="connsiteY12" fmla="*/ 1164431 h 1276349"/>
                <a:gd name="connsiteX13" fmla="*/ 385762 w 783431"/>
                <a:gd name="connsiteY13" fmla="*/ 1200149 h 1276349"/>
                <a:gd name="connsiteX14" fmla="*/ 404812 w 783431"/>
                <a:gd name="connsiteY14" fmla="*/ 1276349 h 1276349"/>
                <a:gd name="connsiteX15" fmla="*/ 469106 w 783431"/>
                <a:gd name="connsiteY15" fmla="*/ 1181100 h 1276349"/>
                <a:gd name="connsiteX16" fmla="*/ 554831 w 783431"/>
                <a:gd name="connsiteY16" fmla="*/ 1202531 h 1276349"/>
                <a:gd name="connsiteX17" fmla="*/ 592931 w 783431"/>
                <a:gd name="connsiteY17" fmla="*/ 1126331 h 1276349"/>
                <a:gd name="connsiteX18" fmla="*/ 604837 w 783431"/>
                <a:gd name="connsiteY18" fmla="*/ 1085850 h 1276349"/>
                <a:gd name="connsiteX19" fmla="*/ 585787 w 783431"/>
                <a:gd name="connsiteY19" fmla="*/ 1035844 h 1276349"/>
                <a:gd name="connsiteX20" fmla="*/ 607219 w 783431"/>
                <a:gd name="connsiteY20" fmla="*/ 1021557 h 1276349"/>
                <a:gd name="connsiteX21" fmla="*/ 645319 w 783431"/>
                <a:gd name="connsiteY21" fmla="*/ 1016794 h 1276349"/>
                <a:gd name="connsiteX22" fmla="*/ 685800 w 783431"/>
                <a:gd name="connsiteY22" fmla="*/ 997744 h 1276349"/>
                <a:gd name="connsiteX23" fmla="*/ 716756 w 783431"/>
                <a:gd name="connsiteY23" fmla="*/ 1002507 h 1276349"/>
                <a:gd name="connsiteX24" fmla="*/ 738187 w 783431"/>
                <a:gd name="connsiteY24" fmla="*/ 969169 h 1276349"/>
                <a:gd name="connsiteX25" fmla="*/ 783431 w 783431"/>
                <a:gd name="connsiteY25" fmla="*/ 933450 h 1276349"/>
                <a:gd name="connsiteX26" fmla="*/ 776287 w 783431"/>
                <a:gd name="connsiteY26" fmla="*/ 907257 h 1276349"/>
                <a:gd name="connsiteX27" fmla="*/ 752475 w 783431"/>
                <a:gd name="connsiteY27" fmla="*/ 888207 h 1276349"/>
                <a:gd name="connsiteX28" fmla="*/ 752475 w 783431"/>
                <a:gd name="connsiteY28" fmla="*/ 864394 h 1276349"/>
                <a:gd name="connsiteX29" fmla="*/ 728662 w 783431"/>
                <a:gd name="connsiteY29" fmla="*/ 852488 h 1276349"/>
                <a:gd name="connsiteX30" fmla="*/ 711994 w 783431"/>
                <a:gd name="connsiteY30" fmla="*/ 802482 h 1276349"/>
                <a:gd name="connsiteX31" fmla="*/ 688181 w 783431"/>
                <a:gd name="connsiteY31" fmla="*/ 814388 h 1276349"/>
                <a:gd name="connsiteX32" fmla="*/ 659606 w 783431"/>
                <a:gd name="connsiteY32" fmla="*/ 814388 h 1276349"/>
                <a:gd name="connsiteX33" fmla="*/ 647700 w 783431"/>
                <a:gd name="connsiteY33" fmla="*/ 847725 h 1276349"/>
                <a:gd name="connsiteX34" fmla="*/ 623887 w 783431"/>
                <a:gd name="connsiteY34" fmla="*/ 847725 h 1276349"/>
                <a:gd name="connsiteX35" fmla="*/ 576262 w 783431"/>
                <a:gd name="connsiteY35" fmla="*/ 828675 h 1276349"/>
                <a:gd name="connsiteX36" fmla="*/ 554831 w 783431"/>
                <a:gd name="connsiteY36" fmla="*/ 816769 h 1276349"/>
                <a:gd name="connsiteX37" fmla="*/ 547687 w 783431"/>
                <a:gd name="connsiteY37" fmla="*/ 783432 h 1276349"/>
                <a:gd name="connsiteX38" fmla="*/ 561975 w 783431"/>
                <a:gd name="connsiteY38" fmla="*/ 754857 h 1276349"/>
                <a:gd name="connsiteX39" fmla="*/ 533400 w 783431"/>
                <a:gd name="connsiteY39" fmla="*/ 733425 h 1276349"/>
                <a:gd name="connsiteX40" fmla="*/ 509587 w 783431"/>
                <a:gd name="connsiteY40" fmla="*/ 711994 h 1276349"/>
                <a:gd name="connsiteX41" fmla="*/ 473869 w 783431"/>
                <a:gd name="connsiteY41" fmla="*/ 711994 h 1276349"/>
                <a:gd name="connsiteX42" fmla="*/ 435769 w 783431"/>
                <a:gd name="connsiteY42" fmla="*/ 711994 h 1276349"/>
                <a:gd name="connsiteX43" fmla="*/ 438150 w 783431"/>
                <a:gd name="connsiteY43" fmla="*/ 669132 h 1276349"/>
                <a:gd name="connsiteX44" fmla="*/ 428625 w 783431"/>
                <a:gd name="connsiteY44" fmla="*/ 642938 h 1276349"/>
                <a:gd name="connsiteX45" fmla="*/ 423862 w 783431"/>
                <a:gd name="connsiteY45" fmla="*/ 607219 h 1276349"/>
                <a:gd name="connsiteX46" fmla="*/ 426244 w 783431"/>
                <a:gd name="connsiteY46" fmla="*/ 578644 h 1276349"/>
                <a:gd name="connsiteX47" fmla="*/ 440531 w 783431"/>
                <a:gd name="connsiteY47" fmla="*/ 566738 h 1276349"/>
                <a:gd name="connsiteX48" fmla="*/ 450056 w 783431"/>
                <a:gd name="connsiteY48" fmla="*/ 535782 h 1276349"/>
                <a:gd name="connsiteX49" fmla="*/ 457200 w 783431"/>
                <a:gd name="connsiteY49" fmla="*/ 519113 h 1276349"/>
                <a:gd name="connsiteX50" fmla="*/ 481012 w 783431"/>
                <a:gd name="connsiteY50" fmla="*/ 526257 h 1276349"/>
                <a:gd name="connsiteX51" fmla="*/ 495300 w 783431"/>
                <a:gd name="connsiteY51" fmla="*/ 576263 h 1276349"/>
                <a:gd name="connsiteX52" fmla="*/ 507206 w 783431"/>
                <a:gd name="connsiteY52" fmla="*/ 581025 h 1276349"/>
                <a:gd name="connsiteX53" fmla="*/ 526256 w 783431"/>
                <a:gd name="connsiteY53" fmla="*/ 583407 h 1276349"/>
                <a:gd name="connsiteX54" fmla="*/ 554831 w 783431"/>
                <a:gd name="connsiteY54" fmla="*/ 583407 h 1276349"/>
                <a:gd name="connsiteX55" fmla="*/ 557212 w 783431"/>
                <a:gd name="connsiteY55" fmla="*/ 547688 h 1276349"/>
                <a:gd name="connsiteX56" fmla="*/ 545306 w 783431"/>
                <a:gd name="connsiteY56" fmla="*/ 502444 h 1276349"/>
                <a:gd name="connsiteX57" fmla="*/ 545306 w 783431"/>
                <a:gd name="connsiteY57" fmla="*/ 476250 h 1276349"/>
                <a:gd name="connsiteX58" fmla="*/ 581025 w 783431"/>
                <a:gd name="connsiteY58" fmla="*/ 454819 h 1276349"/>
                <a:gd name="connsiteX59" fmla="*/ 604837 w 783431"/>
                <a:gd name="connsiteY59" fmla="*/ 435769 h 1276349"/>
                <a:gd name="connsiteX60" fmla="*/ 640556 w 783431"/>
                <a:gd name="connsiteY60" fmla="*/ 414338 h 1276349"/>
                <a:gd name="connsiteX61" fmla="*/ 645319 w 783431"/>
                <a:gd name="connsiteY61" fmla="*/ 395288 h 1276349"/>
                <a:gd name="connsiteX62" fmla="*/ 633412 w 783431"/>
                <a:gd name="connsiteY62" fmla="*/ 371475 h 1276349"/>
                <a:gd name="connsiteX63" fmla="*/ 614362 w 783431"/>
                <a:gd name="connsiteY63" fmla="*/ 369094 h 1276349"/>
                <a:gd name="connsiteX64" fmla="*/ 609600 w 783431"/>
                <a:gd name="connsiteY64" fmla="*/ 366713 h 1276349"/>
                <a:gd name="connsiteX65" fmla="*/ 597694 w 783431"/>
                <a:gd name="connsiteY65" fmla="*/ 357188 h 1276349"/>
                <a:gd name="connsiteX66" fmla="*/ 611981 w 783431"/>
                <a:gd name="connsiteY66" fmla="*/ 345282 h 1276349"/>
                <a:gd name="connsiteX67" fmla="*/ 652462 w 783431"/>
                <a:gd name="connsiteY67" fmla="*/ 316707 h 1276349"/>
                <a:gd name="connsiteX68" fmla="*/ 678656 w 783431"/>
                <a:gd name="connsiteY68" fmla="*/ 264319 h 1276349"/>
                <a:gd name="connsiteX69" fmla="*/ 666750 w 783431"/>
                <a:gd name="connsiteY69" fmla="*/ 242888 h 1276349"/>
                <a:gd name="connsiteX70" fmla="*/ 638175 w 783431"/>
                <a:gd name="connsiteY70" fmla="*/ 219075 h 1276349"/>
                <a:gd name="connsiteX71" fmla="*/ 642937 w 783431"/>
                <a:gd name="connsiteY71" fmla="*/ 180975 h 1276349"/>
                <a:gd name="connsiteX72" fmla="*/ 673894 w 783431"/>
                <a:gd name="connsiteY72" fmla="*/ 171450 h 1276349"/>
                <a:gd name="connsiteX73" fmla="*/ 700087 w 783431"/>
                <a:gd name="connsiteY73" fmla="*/ 142875 h 1276349"/>
                <a:gd name="connsiteX74" fmla="*/ 700087 w 783431"/>
                <a:gd name="connsiteY74" fmla="*/ 111919 h 1276349"/>
                <a:gd name="connsiteX75" fmla="*/ 666750 w 783431"/>
                <a:gd name="connsiteY75" fmla="*/ 107157 h 1276349"/>
                <a:gd name="connsiteX76" fmla="*/ 645319 w 783431"/>
                <a:gd name="connsiteY76" fmla="*/ 102394 h 1276349"/>
                <a:gd name="connsiteX77" fmla="*/ 645319 w 783431"/>
                <a:gd name="connsiteY77" fmla="*/ 102394 h 1276349"/>
                <a:gd name="connsiteX78" fmla="*/ 678656 w 783431"/>
                <a:gd name="connsiteY78" fmla="*/ 69057 h 1276349"/>
                <a:gd name="connsiteX79" fmla="*/ 685800 w 783431"/>
                <a:gd name="connsiteY79" fmla="*/ 40482 h 1276349"/>
                <a:gd name="connsiteX80" fmla="*/ 678656 w 783431"/>
                <a:gd name="connsiteY80" fmla="*/ 21432 h 1276349"/>
                <a:gd name="connsiteX81" fmla="*/ 695325 w 783431"/>
                <a:gd name="connsiteY81" fmla="*/ 2382 h 1276349"/>
                <a:gd name="connsiteX82" fmla="*/ 628650 w 783431"/>
                <a:gd name="connsiteY82" fmla="*/ 0 h 1276349"/>
                <a:gd name="connsiteX83" fmla="*/ 552450 w 783431"/>
                <a:gd name="connsiteY83" fmla="*/ 52388 h 1276349"/>
                <a:gd name="connsiteX84" fmla="*/ 538162 w 783431"/>
                <a:gd name="connsiteY84" fmla="*/ 90488 h 1276349"/>
                <a:gd name="connsiteX85" fmla="*/ 445294 w 783431"/>
                <a:gd name="connsiteY85" fmla="*/ 126207 h 1276349"/>
                <a:gd name="connsiteX86" fmla="*/ 397669 w 783431"/>
                <a:gd name="connsiteY86" fmla="*/ 159544 h 1276349"/>
                <a:gd name="connsiteX87" fmla="*/ 376237 w 783431"/>
                <a:gd name="connsiteY87" fmla="*/ 190500 h 1276349"/>
                <a:gd name="connsiteX88" fmla="*/ 350044 w 783431"/>
                <a:gd name="connsiteY88" fmla="*/ 140494 h 1276349"/>
                <a:gd name="connsiteX89" fmla="*/ 316706 w 783431"/>
                <a:gd name="connsiteY89" fmla="*/ 140494 h 1276349"/>
                <a:gd name="connsiteX90" fmla="*/ 304800 w 783431"/>
                <a:gd name="connsiteY90" fmla="*/ 166688 h 1276349"/>
                <a:gd name="connsiteX91" fmla="*/ 280987 w 783431"/>
                <a:gd name="connsiteY91" fmla="*/ 230982 h 1276349"/>
                <a:gd name="connsiteX92" fmla="*/ 154781 w 783431"/>
                <a:gd name="connsiteY92" fmla="*/ 223838 h 1276349"/>
                <a:gd name="connsiteX93" fmla="*/ 140494 w 783431"/>
                <a:gd name="connsiteY93" fmla="*/ 245269 h 1276349"/>
                <a:gd name="connsiteX94" fmla="*/ 138112 w 783431"/>
                <a:gd name="connsiteY94" fmla="*/ 280988 h 1276349"/>
                <a:gd name="connsiteX95" fmla="*/ 66675 w 783431"/>
                <a:gd name="connsiteY95" fmla="*/ 309563 h 1276349"/>
                <a:gd name="connsiteX96" fmla="*/ 54769 w 783431"/>
                <a:gd name="connsiteY96" fmla="*/ 323850 h 1276349"/>
                <a:gd name="connsiteX97" fmla="*/ 66675 w 783431"/>
                <a:gd name="connsiteY97" fmla="*/ 381000 h 1276349"/>
                <a:gd name="connsiteX98" fmla="*/ 19050 w 783431"/>
                <a:gd name="connsiteY98" fmla="*/ 423863 h 1276349"/>
                <a:gd name="connsiteX99" fmla="*/ 26194 w 783431"/>
                <a:gd name="connsiteY99" fmla="*/ 490538 h 1276349"/>
                <a:gd name="connsiteX100" fmla="*/ 33337 w 783431"/>
                <a:gd name="connsiteY100" fmla="*/ 554832 h 1276349"/>
                <a:gd name="connsiteX101" fmla="*/ 0 w 783431"/>
                <a:gd name="connsiteY101" fmla="*/ 614363 h 1276349"/>
                <a:gd name="connsiteX0" fmla="*/ 0 w 783431"/>
                <a:gd name="connsiteY0" fmla="*/ 614363 h 1276349"/>
                <a:gd name="connsiteX1" fmla="*/ 21431 w 783431"/>
                <a:gd name="connsiteY1" fmla="*/ 661988 h 1276349"/>
                <a:gd name="connsiteX2" fmla="*/ 28575 w 783431"/>
                <a:gd name="connsiteY2" fmla="*/ 742950 h 1276349"/>
                <a:gd name="connsiteX3" fmla="*/ 76200 w 783431"/>
                <a:gd name="connsiteY3" fmla="*/ 814388 h 1276349"/>
                <a:gd name="connsiteX4" fmla="*/ 102394 w 783431"/>
                <a:gd name="connsiteY4" fmla="*/ 919163 h 1276349"/>
                <a:gd name="connsiteX5" fmla="*/ 116681 w 783431"/>
                <a:gd name="connsiteY5" fmla="*/ 947738 h 1276349"/>
                <a:gd name="connsiteX6" fmla="*/ 130969 w 783431"/>
                <a:gd name="connsiteY6" fmla="*/ 995363 h 1276349"/>
                <a:gd name="connsiteX7" fmla="*/ 150019 w 783431"/>
                <a:gd name="connsiteY7" fmla="*/ 1023938 h 1276349"/>
                <a:gd name="connsiteX8" fmla="*/ 159544 w 783431"/>
                <a:gd name="connsiteY8" fmla="*/ 1042988 h 1276349"/>
                <a:gd name="connsiteX9" fmla="*/ 197644 w 783431"/>
                <a:gd name="connsiteY9" fmla="*/ 1069182 h 1276349"/>
                <a:gd name="connsiteX10" fmla="*/ 245269 w 783431"/>
                <a:gd name="connsiteY10" fmla="*/ 1090613 h 1276349"/>
                <a:gd name="connsiteX11" fmla="*/ 264318 w 783431"/>
                <a:gd name="connsiteY11" fmla="*/ 1131094 h 1276349"/>
                <a:gd name="connsiteX12" fmla="*/ 295275 w 783431"/>
                <a:gd name="connsiteY12" fmla="*/ 1164431 h 1276349"/>
                <a:gd name="connsiteX13" fmla="*/ 385762 w 783431"/>
                <a:gd name="connsiteY13" fmla="*/ 1200149 h 1276349"/>
                <a:gd name="connsiteX14" fmla="*/ 404812 w 783431"/>
                <a:gd name="connsiteY14" fmla="*/ 1276349 h 1276349"/>
                <a:gd name="connsiteX15" fmla="*/ 438150 w 783431"/>
                <a:gd name="connsiteY15" fmla="*/ 1228724 h 1276349"/>
                <a:gd name="connsiteX16" fmla="*/ 469106 w 783431"/>
                <a:gd name="connsiteY16" fmla="*/ 1181100 h 1276349"/>
                <a:gd name="connsiteX17" fmla="*/ 554831 w 783431"/>
                <a:gd name="connsiteY17" fmla="*/ 1202531 h 1276349"/>
                <a:gd name="connsiteX18" fmla="*/ 592931 w 783431"/>
                <a:gd name="connsiteY18" fmla="*/ 1126331 h 1276349"/>
                <a:gd name="connsiteX19" fmla="*/ 604837 w 783431"/>
                <a:gd name="connsiteY19" fmla="*/ 1085850 h 1276349"/>
                <a:gd name="connsiteX20" fmla="*/ 585787 w 783431"/>
                <a:gd name="connsiteY20" fmla="*/ 1035844 h 1276349"/>
                <a:gd name="connsiteX21" fmla="*/ 607219 w 783431"/>
                <a:gd name="connsiteY21" fmla="*/ 1021557 h 1276349"/>
                <a:gd name="connsiteX22" fmla="*/ 645319 w 783431"/>
                <a:gd name="connsiteY22" fmla="*/ 1016794 h 1276349"/>
                <a:gd name="connsiteX23" fmla="*/ 685800 w 783431"/>
                <a:gd name="connsiteY23" fmla="*/ 997744 h 1276349"/>
                <a:gd name="connsiteX24" fmla="*/ 716756 w 783431"/>
                <a:gd name="connsiteY24" fmla="*/ 1002507 h 1276349"/>
                <a:gd name="connsiteX25" fmla="*/ 738187 w 783431"/>
                <a:gd name="connsiteY25" fmla="*/ 969169 h 1276349"/>
                <a:gd name="connsiteX26" fmla="*/ 783431 w 783431"/>
                <a:gd name="connsiteY26" fmla="*/ 933450 h 1276349"/>
                <a:gd name="connsiteX27" fmla="*/ 776287 w 783431"/>
                <a:gd name="connsiteY27" fmla="*/ 907257 h 1276349"/>
                <a:gd name="connsiteX28" fmla="*/ 752475 w 783431"/>
                <a:gd name="connsiteY28" fmla="*/ 888207 h 1276349"/>
                <a:gd name="connsiteX29" fmla="*/ 752475 w 783431"/>
                <a:gd name="connsiteY29" fmla="*/ 864394 h 1276349"/>
                <a:gd name="connsiteX30" fmla="*/ 728662 w 783431"/>
                <a:gd name="connsiteY30" fmla="*/ 852488 h 1276349"/>
                <a:gd name="connsiteX31" fmla="*/ 711994 w 783431"/>
                <a:gd name="connsiteY31" fmla="*/ 802482 h 1276349"/>
                <a:gd name="connsiteX32" fmla="*/ 688181 w 783431"/>
                <a:gd name="connsiteY32" fmla="*/ 814388 h 1276349"/>
                <a:gd name="connsiteX33" fmla="*/ 659606 w 783431"/>
                <a:gd name="connsiteY33" fmla="*/ 814388 h 1276349"/>
                <a:gd name="connsiteX34" fmla="*/ 647700 w 783431"/>
                <a:gd name="connsiteY34" fmla="*/ 847725 h 1276349"/>
                <a:gd name="connsiteX35" fmla="*/ 623887 w 783431"/>
                <a:gd name="connsiteY35" fmla="*/ 847725 h 1276349"/>
                <a:gd name="connsiteX36" fmla="*/ 576262 w 783431"/>
                <a:gd name="connsiteY36" fmla="*/ 828675 h 1276349"/>
                <a:gd name="connsiteX37" fmla="*/ 554831 w 783431"/>
                <a:gd name="connsiteY37" fmla="*/ 816769 h 1276349"/>
                <a:gd name="connsiteX38" fmla="*/ 547687 w 783431"/>
                <a:gd name="connsiteY38" fmla="*/ 783432 h 1276349"/>
                <a:gd name="connsiteX39" fmla="*/ 561975 w 783431"/>
                <a:gd name="connsiteY39" fmla="*/ 754857 h 1276349"/>
                <a:gd name="connsiteX40" fmla="*/ 533400 w 783431"/>
                <a:gd name="connsiteY40" fmla="*/ 733425 h 1276349"/>
                <a:gd name="connsiteX41" fmla="*/ 509587 w 783431"/>
                <a:gd name="connsiteY41" fmla="*/ 711994 h 1276349"/>
                <a:gd name="connsiteX42" fmla="*/ 473869 w 783431"/>
                <a:gd name="connsiteY42" fmla="*/ 711994 h 1276349"/>
                <a:gd name="connsiteX43" fmla="*/ 435769 w 783431"/>
                <a:gd name="connsiteY43" fmla="*/ 711994 h 1276349"/>
                <a:gd name="connsiteX44" fmla="*/ 438150 w 783431"/>
                <a:gd name="connsiteY44" fmla="*/ 669132 h 1276349"/>
                <a:gd name="connsiteX45" fmla="*/ 428625 w 783431"/>
                <a:gd name="connsiteY45" fmla="*/ 642938 h 1276349"/>
                <a:gd name="connsiteX46" fmla="*/ 423862 w 783431"/>
                <a:gd name="connsiteY46" fmla="*/ 607219 h 1276349"/>
                <a:gd name="connsiteX47" fmla="*/ 426244 w 783431"/>
                <a:gd name="connsiteY47" fmla="*/ 578644 h 1276349"/>
                <a:gd name="connsiteX48" fmla="*/ 440531 w 783431"/>
                <a:gd name="connsiteY48" fmla="*/ 566738 h 1276349"/>
                <a:gd name="connsiteX49" fmla="*/ 450056 w 783431"/>
                <a:gd name="connsiteY49" fmla="*/ 535782 h 1276349"/>
                <a:gd name="connsiteX50" fmla="*/ 457200 w 783431"/>
                <a:gd name="connsiteY50" fmla="*/ 519113 h 1276349"/>
                <a:gd name="connsiteX51" fmla="*/ 481012 w 783431"/>
                <a:gd name="connsiteY51" fmla="*/ 526257 h 1276349"/>
                <a:gd name="connsiteX52" fmla="*/ 495300 w 783431"/>
                <a:gd name="connsiteY52" fmla="*/ 576263 h 1276349"/>
                <a:gd name="connsiteX53" fmla="*/ 507206 w 783431"/>
                <a:gd name="connsiteY53" fmla="*/ 581025 h 1276349"/>
                <a:gd name="connsiteX54" fmla="*/ 526256 w 783431"/>
                <a:gd name="connsiteY54" fmla="*/ 583407 h 1276349"/>
                <a:gd name="connsiteX55" fmla="*/ 554831 w 783431"/>
                <a:gd name="connsiteY55" fmla="*/ 583407 h 1276349"/>
                <a:gd name="connsiteX56" fmla="*/ 557212 w 783431"/>
                <a:gd name="connsiteY56" fmla="*/ 547688 h 1276349"/>
                <a:gd name="connsiteX57" fmla="*/ 545306 w 783431"/>
                <a:gd name="connsiteY57" fmla="*/ 502444 h 1276349"/>
                <a:gd name="connsiteX58" fmla="*/ 545306 w 783431"/>
                <a:gd name="connsiteY58" fmla="*/ 476250 h 1276349"/>
                <a:gd name="connsiteX59" fmla="*/ 581025 w 783431"/>
                <a:gd name="connsiteY59" fmla="*/ 454819 h 1276349"/>
                <a:gd name="connsiteX60" fmla="*/ 604837 w 783431"/>
                <a:gd name="connsiteY60" fmla="*/ 435769 h 1276349"/>
                <a:gd name="connsiteX61" fmla="*/ 640556 w 783431"/>
                <a:gd name="connsiteY61" fmla="*/ 414338 h 1276349"/>
                <a:gd name="connsiteX62" fmla="*/ 645319 w 783431"/>
                <a:gd name="connsiteY62" fmla="*/ 395288 h 1276349"/>
                <a:gd name="connsiteX63" fmla="*/ 633412 w 783431"/>
                <a:gd name="connsiteY63" fmla="*/ 371475 h 1276349"/>
                <a:gd name="connsiteX64" fmla="*/ 614362 w 783431"/>
                <a:gd name="connsiteY64" fmla="*/ 369094 h 1276349"/>
                <a:gd name="connsiteX65" fmla="*/ 609600 w 783431"/>
                <a:gd name="connsiteY65" fmla="*/ 366713 h 1276349"/>
                <a:gd name="connsiteX66" fmla="*/ 597694 w 783431"/>
                <a:gd name="connsiteY66" fmla="*/ 357188 h 1276349"/>
                <a:gd name="connsiteX67" fmla="*/ 611981 w 783431"/>
                <a:gd name="connsiteY67" fmla="*/ 345282 h 1276349"/>
                <a:gd name="connsiteX68" fmla="*/ 652462 w 783431"/>
                <a:gd name="connsiteY68" fmla="*/ 316707 h 1276349"/>
                <a:gd name="connsiteX69" fmla="*/ 678656 w 783431"/>
                <a:gd name="connsiteY69" fmla="*/ 264319 h 1276349"/>
                <a:gd name="connsiteX70" fmla="*/ 666750 w 783431"/>
                <a:gd name="connsiteY70" fmla="*/ 242888 h 1276349"/>
                <a:gd name="connsiteX71" fmla="*/ 638175 w 783431"/>
                <a:gd name="connsiteY71" fmla="*/ 219075 h 1276349"/>
                <a:gd name="connsiteX72" fmla="*/ 642937 w 783431"/>
                <a:gd name="connsiteY72" fmla="*/ 180975 h 1276349"/>
                <a:gd name="connsiteX73" fmla="*/ 673894 w 783431"/>
                <a:gd name="connsiteY73" fmla="*/ 171450 h 1276349"/>
                <a:gd name="connsiteX74" fmla="*/ 700087 w 783431"/>
                <a:gd name="connsiteY74" fmla="*/ 142875 h 1276349"/>
                <a:gd name="connsiteX75" fmla="*/ 700087 w 783431"/>
                <a:gd name="connsiteY75" fmla="*/ 111919 h 1276349"/>
                <a:gd name="connsiteX76" fmla="*/ 666750 w 783431"/>
                <a:gd name="connsiteY76" fmla="*/ 107157 h 1276349"/>
                <a:gd name="connsiteX77" fmla="*/ 645319 w 783431"/>
                <a:gd name="connsiteY77" fmla="*/ 102394 h 1276349"/>
                <a:gd name="connsiteX78" fmla="*/ 645319 w 783431"/>
                <a:gd name="connsiteY78" fmla="*/ 102394 h 1276349"/>
                <a:gd name="connsiteX79" fmla="*/ 678656 w 783431"/>
                <a:gd name="connsiteY79" fmla="*/ 69057 h 1276349"/>
                <a:gd name="connsiteX80" fmla="*/ 685800 w 783431"/>
                <a:gd name="connsiteY80" fmla="*/ 40482 h 1276349"/>
                <a:gd name="connsiteX81" fmla="*/ 678656 w 783431"/>
                <a:gd name="connsiteY81" fmla="*/ 21432 h 1276349"/>
                <a:gd name="connsiteX82" fmla="*/ 695325 w 783431"/>
                <a:gd name="connsiteY82" fmla="*/ 2382 h 1276349"/>
                <a:gd name="connsiteX83" fmla="*/ 628650 w 783431"/>
                <a:gd name="connsiteY83" fmla="*/ 0 h 1276349"/>
                <a:gd name="connsiteX84" fmla="*/ 552450 w 783431"/>
                <a:gd name="connsiteY84" fmla="*/ 52388 h 1276349"/>
                <a:gd name="connsiteX85" fmla="*/ 538162 w 783431"/>
                <a:gd name="connsiteY85" fmla="*/ 90488 h 1276349"/>
                <a:gd name="connsiteX86" fmla="*/ 445294 w 783431"/>
                <a:gd name="connsiteY86" fmla="*/ 126207 h 1276349"/>
                <a:gd name="connsiteX87" fmla="*/ 397669 w 783431"/>
                <a:gd name="connsiteY87" fmla="*/ 159544 h 1276349"/>
                <a:gd name="connsiteX88" fmla="*/ 376237 w 783431"/>
                <a:gd name="connsiteY88" fmla="*/ 190500 h 1276349"/>
                <a:gd name="connsiteX89" fmla="*/ 350044 w 783431"/>
                <a:gd name="connsiteY89" fmla="*/ 140494 h 1276349"/>
                <a:gd name="connsiteX90" fmla="*/ 316706 w 783431"/>
                <a:gd name="connsiteY90" fmla="*/ 140494 h 1276349"/>
                <a:gd name="connsiteX91" fmla="*/ 304800 w 783431"/>
                <a:gd name="connsiteY91" fmla="*/ 166688 h 1276349"/>
                <a:gd name="connsiteX92" fmla="*/ 280987 w 783431"/>
                <a:gd name="connsiteY92" fmla="*/ 230982 h 1276349"/>
                <a:gd name="connsiteX93" fmla="*/ 154781 w 783431"/>
                <a:gd name="connsiteY93" fmla="*/ 223838 h 1276349"/>
                <a:gd name="connsiteX94" fmla="*/ 140494 w 783431"/>
                <a:gd name="connsiteY94" fmla="*/ 245269 h 1276349"/>
                <a:gd name="connsiteX95" fmla="*/ 138112 w 783431"/>
                <a:gd name="connsiteY95" fmla="*/ 280988 h 1276349"/>
                <a:gd name="connsiteX96" fmla="*/ 66675 w 783431"/>
                <a:gd name="connsiteY96" fmla="*/ 309563 h 1276349"/>
                <a:gd name="connsiteX97" fmla="*/ 54769 w 783431"/>
                <a:gd name="connsiteY97" fmla="*/ 323850 h 1276349"/>
                <a:gd name="connsiteX98" fmla="*/ 66675 w 783431"/>
                <a:gd name="connsiteY98" fmla="*/ 381000 h 1276349"/>
                <a:gd name="connsiteX99" fmla="*/ 19050 w 783431"/>
                <a:gd name="connsiteY99" fmla="*/ 423863 h 1276349"/>
                <a:gd name="connsiteX100" fmla="*/ 26194 w 783431"/>
                <a:gd name="connsiteY100" fmla="*/ 490538 h 1276349"/>
                <a:gd name="connsiteX101" fmla="*/ 33337 w 783431"/>
                <a:gd name="connsiteY101" fmla="*/ 554832 h 1276349"/>
                <a:gd name="connsiteX102" fmla="*/ 0 w 783431"/>
                <a:gd name="connsiteY102" fmla="*/ 614363 h 1276349"/>
                <a:gd name="connsiteX0" fmla="*/ 0 w 783431"/>
                <a:gd name="connsiteY0" fmla="*/ 614363 h 1276349"/>
                <a:gd name="connsiteX1" fmla="*/ 21431 w 783431"/>
                <a:gd name="connsiteY1" fmla="*/ 661988 h 1276349"/>
                <a:gd name="connsiteX2" fmla="*/ 28575 w 783431"/>
                <a:gd name="connsiteY2" fmla="*/ 742950 h 1276349"/>
                <a:gd name="connsiteX3" fmla="*/ 76200 w 783431"/>
                <a:gd name="connsiteY3" fmla="*/ 814388 h 1276349"/>
                <a:gd name="connsiteX4" fmla="*/ 102394 w 783431"/>
                <a:gd name="connsiteY4" fmla="*/ 919163 h 1276349"/>
                <a:gd name="connsiteX5" fmla="*/ 116681 w 783431"/>
                <a:gd name="connsiteY5" fmla="*/ 947738 h 1276349"/>
                <a:gd name="connsiteX6" fmla="*/ 130969 w 783431"/>
                <a:gd name="connsiteY6" fmla="*/ 995363 h 1276349"/>
                <a:gd name="connsiteX7" fmla="*/ 150019 w 783431"/>
                <a:gd name="connsiteY7" fmla="*/ 1023938 h 1276349"/>
                <a:gd name="connsiteX8" fmla="*/ 159544 w 783431"/>
                <a:gd name="connsiteY8" fmla="*/ 1042988 h 1276349"/>
                <a:gd name="connsiteX9" fmla="*/ 197644 w 783431"/>
                <a:gd name="connsiteY9" fmla="*/ 1069182 h 1276349"/>
                <a:gd name="connsiteX10" fmla="*/ 245269 w 783431"/>
                <a:gd name="connsiteY10" fmla="*/ 1090613 h 1276349"/>
                <a:gd name="connsiteX11" fmla="*/ 264318 w 783431"/>
                <a:gd name="connsiteY11" fmla="*/ 1131094 h 1276349"/>
                <a:gd name="connsiteX12" fmla="*/ 295275 w 783431"/>
                <a:gd name="connsiteY12" fmla="*/ 1164431 h 1276349"/>
                <a:gd name="connsiteX13" fmla="*/ 385762 w 783431"/>
                <a:gd name="connsiteY13" fmla="*/ 1200149 h 1276349"/>
                <a:gd name="connsiteX14" fmla="*/ 404812 w 783431"/>
                <a:gd name="connsiteY14" fmla="*/ 1276349 h 1276349"/>
                <a:gd name="connsiteX15" fmla="*/ 423863 w 783431"/>
                <a:gd name="connsiteY15" fmla="*/ 1221580 h 1276349"/>
                <a:gd name="connsiteX16" fmla="*/ 469106 w 783431"/>
                <a:gd name="connsiteY16" fmla="*/ 1181100 h 1276349"/>
                <a:gd name="connsiteX17" fmla="*/ 554831 w 783431"/>
                <a:gd name="connsiteY17" fmla="*/ 1202531 h 1276349"/>
                <a:gd name="connsiteX18" fmla="*/ 592931 w 783431"/>
                <a:gd name="connsiteY18" fmla="*/ 1126331 h 1276349"/>
                <a:gd name="connsiteX19" fmla="*/ 604837 w 783431"/>
                <a:gd name="connsiteY19" fmla="*/ 1085850 h 1276349"/>
                <a:gd name="connsiteX20" fmla="*/ 585787 w 783431"/>
                <a:gd name="connsiteY20" fmla="*/ 1035844 h 1276349"/>
                <a:gd name="connsiteX21" fmla="*/ 607219 w 783431"/>
                <a:gd name="connsiteY21" fmla="*/ 1021557 h 1276349"/>
                <a:gd name="connsiteX22" fmla="*/ 645319 w 783431"/>
                <a:gd name="connsiteY22" fmla="*/ 1016794 h 1276349"/>
                <a:gd name="connsiteX23" fmla="*/ 685800 w 783431"/>
                <a:gd name="connsiteY23" fmla="*/ 997744 h 1276349"/>
                <a:gd name="connsiteX24" fmla="*/ 716756 w 783431"/>
                <a:gd name="connsiteY24" fmla="*/ 1002507 h 1276349"/>
                <a:gd name="connsiteX25" fmla="*/ 738187 w 783431"/>
                <a:gd name="connsiteY25" fmla="*/ 969169 h 1276349"/>
                <a:gd name="connsiteX26" fmla="*/ 783431 w 783431"/>
                <a:gd name="connsiteY26" fmla="*/ 933450 h 1276349"/>
                <a:gd name="connsiteX27" fmla="*/ 776287 w 783431"/>
                <a:gd name="connsiteY27" fmla="*/ 907257 h 1276349"/>
                <a:gd name="connsiteX28" fmla="*/ 752475 w 783431"/>
                <a:gd name="connsiteY28" fmla="*/ 888207 h 1276349"/>
                <a:gd name="connsiteX29" fmla="*/ 752475 w 783431"/>
                <a:gd name="connsiteY29" fmla="*/ 864394 h 1276349"/>
                <a:gd name="connsiteX30" fmla="*/ 728662 w 783431"/>
                <a:gd name="connsiteY30" fmla="*/ 852488 h 1276349"/>
                <a:gd name="connsiteX31" fmla="*/ 711994 w 783431"/>
                <a:gd name="connsiteY31" fmla="*/ 802482 h 1276349"/>
                <a:gd name="connsiteX32" fmla="*/ 688181 w 783431"/>
                <a:gd name="connsiteY32" fmla="*/ 814388 h 1276349"/>
                <a:gd name="connsiteX33" fmla="*/ 659606 w 783431"/>
                <a:gd name="connsiteY33" fmla="*/ 814388 h 1276349"/>
                <a:gd name="connsiteX34" fmla="*/ 647700 w 783431"/>
                <a:gd name="connsiteY34" fmla="*/ 847725 h 1276349"/>
                <a:gd name="connsiteX35" fmla="*/ 623887 w 783431"/>
                <a:gd name="connsiteY35" fmla="*/ 847725 h 1276349"/>
                <a:gd name="connsiteX36" fmla="*/ 576262 w 783431"/>
                <a:gd name="connsiteY36" fmla="*/ 828675 h 1276349"/>
                <a:gd name="connsiteX37" fmla="*/ 554831 w 783431"/>
                <a:gd name="connsiteY37" fmla="*/ 816769 h 1276349"/>
                <a:gd name="connsiteX38" fmla="*/ 547687 w 783431"/>
                <a:gd name="connsiteY38" fmla="*/ 783432 h 1276349"/>
                <a:gd name="connsiteX39" fmla="*/ 561975 w 783431"/>
                <a:gd name="connsiteY39" fmla="*/ 754857 h 1276349"/>
                <a:gd name="connsiteX40" fmla="*/ 533400 w 783431"/>
                <a:gd name="connsiteY40" fmla="*/ 733425 h 1276349"/>
                <a:gd name="connsiteX41" fmla="*/ 509587 w 783431"/>
                <a:gd name="connsiteY41" fmla="*/ 711994 h 1276349"/>
                <a:gd name="connsiteX42" fmla="*/ 473869 w 783431"/>
                <a:gd name="connsiteY42" fmla="*/ 711994 h 1276349"/>
                <a:gd name="connsiteX43" fmla="*/ 435769 w 783431"/>
                <a:gd name="connsiteY43" fmla="*/ 711994 h 1276349"/>
                <a:gd name="connsiteX44" fmla="*/ 438150 w 783431"/>
                <a:gd name="connsiteY44" fmla="*/ 669132 h 1276349"/>
                <a:gd name="connsiteX45" fmla="*/ 428625 w 783431"/>
                <a:gd name="connsiteY45" fmla="*/ 642938 h 1276349"/>
                <a:gd name="connsiteX46" fmla="*/ 423862 w 783431"/>
                <a:gd name="connsiteY46" fmla="*/ 607219 h 1276349"/>
                <a:gd name="connsiteX47" fmla="*/ 426244 w 783431"/>
                <a:gd name="connsiteY47" fmla="*/ 578644 h 1276349"/>
                <a:gd name="connsiteX48" fmla="*/ 440531 w 783431"/>
                <a:gd name="connsiteY48" fmla="*/ 566738 h 1276349"/>
                <a:gd name="connsiteX49" fmla="*/ 450056 w 783431"/>
                <a:gd name="connsiteY49" fmla="*/ 535782 h 1276349"/>
                <a:gd name="connsiteX50" fmla="*/ 457200 w 783431"/>
                <a:gd name="connsiteY50" fmla="*/ 519113 h 1276349"/>
                <a:gd name="connsiteX51" fmla="*/ 481012 w 783431"/>
                <a:gd name="connsiteY51" fmla="*/ 526257 h 1276349"/>
                <a:gd name="connsiteX52" fmla="*/ 495300 w 783431"/>
                <a:gd name="connsiteY52" fmla="*/ 576263 h 1276349"/>
                <a:gd name="connsiteX53" fmla="*/ 507206 w 783431"/>
                <a:gd name="connsiteY53" fmla="*/ 581025 h 1276349"/>
                <a:gd name="connsiteX54" fmla="*/ 526256 w 783431"/>
                <a:gd name="connsiteY54" fmla="*/ 583407 h 1276349"/>
                <a:gd name="connsiteX55" fmla="*/ 554831 w 783431"/>
                <a:gd name="connsiteY55" fmla="*/ 583407 h 1276349"/>
                <a:gd name="connsiteX56" fmla="*/ 557212 w 783431"/>
                <a:gd name="connsiteY56" fmla="*/ 547688 h 1276349"/>
                <a:gd name="connsiteX57" fmla="*/ 545306 w 783431"/>
                <a:gd name="connsiteY57" fmla="*/ 502444 h 1276349"/>
                <a:gd name="connsiteX58" fmla="*/ 545306 w 783431"/>
                <a:gd name="connsiteY58" fmla="*/ 476250 h 1276349"/>
                <a:gd name="connsiteX59" fmla="*/ 581025 w 783431"/>
                <a:gd name="connsiteY59" fmla="*/ 454819 h 1276349"/>
                <a:gd name="connsiteX60" fmla="*/ 604837 w 783431"/>
                <a:gd name="connsiteY60" fmla="*/ 435769 h 1276349"/>
                <a:gd name="connsiteX61" fmla="*/ 640556 w 783431"/>
                <a:gd name="connsiteY61" fmla="*/ 414338 h 1276349"/>
                <a:gd name="connsiteX62" fmla="*/ 645319 w 783431"/>
                <a:gd name="connsiteY62" fmla="*/ 395288 h 1276349"/>
                <a:gd name="connsiteX63" fmla="*/ 633412 w 783431"/>
                <a:gd name="connsiteY63" fmla="*/ 371475 h 1276349"/>
                <a:gd name="connsiteX64" fmla="*/ 614362 w 783431"/>
                <a:gd name="connsiteY64" fmla="*/ 369094 h 1276349"/>
                <a:gd name="connsiteX65" fmla="*/ 609600 w 783431"/>
                <a:gd name="connsiteY65" fmla="*/ 366713 h 1276349"/>
                <a:gd name="connsiteX66" fmla="*/ 597694 w 783431"/>
                <a:gd name="connsiteY66" fmla="*/ 357188 h 1276349"/>
                <a:gd name="connsiteX67" fmla="*/ 611981 w 783431"/>
                <a:gd name="connsiteY67" fmla="*/ 345282 h 1276349"/>
                <a:gd name="connsiteX68" fmla="*/ 652462 w 783431"/>
                <a:gd name="connsiteY68" fmla="*/ 316707 h 1276349"/>
                <a:gd name="connsiteX69" fmla="*/ 678656 w 783431"/>
                <a:gd name="connsiteY69" fmla="*/ 264319 h 1276349"/>
                <a:gd name="connsiteX70" fmla="*/ 666750 w 783431"/>
                <a:gd name="connsiteY70" fmla="*/ 242888 h 1276349"/>
                <a:gd name="connsiteX71" fmla="*/ 638175 w 783431"/>
                <a:gd name="connsiteY71" fmla="*/ 219075 h 1276349"/>
                <a:gd name="connsiteX72" fmla="*/ 642937 w 783431"/>
                <a:gd name="connsiteY72" fmla="*/ 180975 h 1276349"/>
                <a:gd name="connsiteX73" fmla="*/ 673894 w 783431"/>
                <a:gd name="connsiteY73" fmla="*/ 171450 h 1276349"/>
                <a:gd name="connsiteX74" fmla="*/ 700087 w 783431"/>
                <a:gd name="connsiteY74" fmla="*/ 142875 h 1276349"/>
                <a:gd name="connsiteX75" fmla="*/ 700087 w 783431"/>
                <a:gd name="connsiteY75" fmla="*/ 111919 h 1276349"/>
                <a:gd name="connsiteX76" fmla="*/ 666750 w 783431"/>
                <a:gd name="connsiteY76" fmla="*/ 107157 h 1276349"/>
                <a:gd name="connsiteX77" fmla="*/ 645319 w 783431"/>
                <a:gd name="connsiteY77" fmla="*/ 102394 h 1276349"/>
                <a:gd name="connsiteX78" fmla="*/ 645319 w 783431"/>
                <a:gd name="connsiteY78" fmla="*/ 102394 h 1276349"/>
                <a:gd name="connsiteX79" fmla="*/ 678656 w 783431"/>
                <a:gd name="connsiteY79" fmla="*/ 69057 h 1276349"/>
                <a:gd name="connsiteX80" fmla="*/ 685800 w 783431"/>
                <a:gd name="connsiteY80" fmla="*/ 40482 h 1276349"/>
                <a:gd name="connsiteX81" fmla="*/ 678656 w 783431"/>
                <a:gd name="connsiteY81" fmla="*/ 21432 h 1276349"/>
                <a:gd name="connsiteX82" fmla="*/ 695325 w 783431"/>
                <a:gd name="connsiteY82" fmla="*/ 2382 h 1276349"/>
                <a:gd name="connsiteX83" fmla="*/ 628650 w 783431"/>
                <a:gd name="connsiteY83" fmla="*/ 0 h 1276349"/>
                <a:gd name="connsiteX84" fmla="*/ 552450 w 783431"/>
                <a:gd name="connsiteY84" fmla="*/ 52388 h 1276349"/>
                <a:gd name="connsiteX85" fmla="*/ 538162 w 783431"/>
                <a:gd name="connsiteY85" fmla="*/ 90488 h 1276349"/>
                <a:gd name="connsiteX86" fmla="*/ 445294 w 783431"/>
                <a:gd name="connsiteY86" fmla="*/ 126207 h 1276349"/>
                <a:gd name="connsiteX87" fmla="*/ 397669 w 783431"/>
                <a:gd name="connsiteY87" fmla="*/ 159544 h 1276349"/>
                <a:gd name="connsiteX88" fmla="*/ 376237 w 783431"/>
                <a:gd name="connsiteY88" fmla="*/ 190500 h 1276349"/>
                <a:gd name="connsiteX89" fmla="*/ 350044 w 783431"/>
                <a:gd name="connsiteY89" fmla="*/ 140494 h 1276349"/>
                <a:gd name="connsiteX90" fmla="*/ 316706 w 783431"/>
                <a:gd name="connsiteY90" fmla="*/ 140494 h 1276349"/>
                <a:gd name="connsiteX91" fmla="*/ 304800 w 783431"/>
                <a:gd name="connsiteY91" fmla="*/ 166688 h 1276349"/>
                <a:gd name="connsiteX92" fmla="*/ 280987 w 783431"/>
                <a:gd name="connsiteY92" fmla="*/ 230982 h 1276349"/>
                <a:gd name="connsiteX93" fmla="*/ 154781 w 783431"/>
                <a:gd name="connsiteY93" fmla="*/ 223838 h 1276349"/>
                <a:gd name="connsiteX94" fmla="*/ 140494 w 783431"/>
                <a:gd name="connsiteY94" fmla="*/ 245269 h 1276349"/>
                <a:gd name="connsiteX95" fmla="*/ 138112 w 783431"/>
                <a:gd name="connsiteY95" fmla="*/ 280988 h 1276349"/>
                <a:gd name="connsiteX96" fmla="*/ 66675 w 783431"/>
                <a:gd name="connsiteY96" fmla="*/ 309563 h 1276349"/>
                <a:gd name="connsiteX97" fmla="*/ 54769 w 783431"/>
                <a:gd name="connsiteY97" fmla="*/ 323850 h 1276349"/>
                <a:gd name="connsiteX98" fmla="*/ 66675 w 783431"/>
                <a:gd name="connsiteY98" fmla="*/ 381000 h 1276349"/>
                <a:gd name="connsiteX99" fmla="*/ 19050 w 783431"/>
                <a:gd name="connsiteY99" fmla="*/ 423863 h 1276349"/>
                <a:gd name="connsiteX100" fmla="*/ 26194 w 783431"/>
                <a:gd name="connsiteY100" fmla="*/ 490538 h 1276349"/>
                <a:gd name="connsiteX101" fmla="*/ 33337 w 783431"/>
                <a:gd name="connsiteY101" fmla="*/ 554832 h 1276349"/>
                <a:gd name="connsiteX102" fmla="*/ 0 w 783431"/>
                <a:gd name="connsiteY102" fmla="*/ 614363 h 1276349"/>
                <a:gd name="connsiteX0" fmla="*/ 0 w 783431"/>
                <a:gd name="connsiteY0" fmla="*/ 614363 h 1276349"/>
                <a:gd name="connsiteX1" fmla="*/ 21431 w 783431"/>
                <a:gd name="connsiteY1" fmla="*/ 661988 h 1276349"/>
                <a:gd name="connsiteX2" fmla="*/ 28575 w 783431"/>
                <a:gd name="connsiteY2" fmla="*/ 742950 h 1276349"/>
                <a:gd name="connsiteX3" fmla="*/ 76200 w 783431"/>
                <a:gd name="connsiteY3" fmla="*/ 814388 h 1276349"/>
                <a:gd name="connsiteX4" fmla="*/ 102394 w 783431"/>
                <a:gd name="connsiteY4" fmla="*/ 919163 h 1276349"/>
                <a:gd name="connsiteX5" fmla="*/ 116681 w 783431"/>
                <a:gd name="connsiteY5" fmla="*/ 947738 h 1276349"/>
                <a:gd name="connsiteX6" fmla="*/ 130969 w 783431"/>
                <a:gd name="connsiteY6" fmla="*/ 995363 h 1276349"/>
                <a:gd name="connsiteX7" fmla="*/ 150019 w 783431"/>
                <a:gd name="connsiteY7" fmla="*/ 1023938 h 1276349"/>
                <a:gd name="connsiteX8" fmla="*/ 159544 w 783431"/>
                <a:gd name="connsiteY8" fmla="*/ 1042988 h 1276349"/>
                <a:gd name="connsiteX9" fmla="*/ 197644 w 783431"/>
                <a:gd name="connsiteY9" fmla="*/ 1069182 h 1276349"/>
                <a:gd name="connsiteX10" fmla="*/ 245269 w 783431"/>
                <a:gd name="connsiteY10" fmla="*/ 1090613 h 1276349"/>
                <a:gd name="connsiteX11" fmla="*/ 264318 w 783431"/>
                <a:gd name="connsiteY11" fmla="*/ 1131094 h 1276349"/>
                <a:gd name="connsiteX12" fmla="*/ 295275 w 783431"/>
                <a:gd name="connsiteY12" fmla="*/ 1164431 h 1276349"/>
                <a:gd name="connsiteX13" fmla="*/ 385762 w 783431"/>
                <a:gd name="connsiteY13" fmla="*/ 1200149 h 1276349"/>
                <a:gd name="connsiteX14" fmla="*/ 404812 w 783431"/>
                <a:gd name="connsiteY14" fmla="*/ 1276349 h 1276349"/>
                <a:gd name="connsiteX15" fmla="*/ 416720 w 783431"/>
                <a:gd name="connsiteY15" fmla="*/ 1212055 h 1276349"/>
                <a:gd name="connsiteX16" fmla="*/ 469106 w 783431"/>
                <a:gd name="connsiteY16" fmla="*/ 1181100 h 1276349"/>
                <a:gd name="connsiteX17" fmla="*/ 554831 w 783431"/>
                <a:gd name="connsiteY17" fmla="*/ 1202531 h 1276349"/>
                <a:gd name="connsiteX18" fmla="*/ 592931 w 783431"/>
                <a:gd name="connsiteY18" fmla="*/ 1126331 h 1276349"/>
                <a:gd name="connsiteX19" fmla="*/ 604837 w 783431"/>
                <a:gd name="connsiteY19" fmla="*/ 1085850 h 1276349"/>
                <a:gd name="connsiteX20" fmla="*/ 585787 w 783431"/>
                <a:gd name="connsiteY20" fmla="*/ 1035844 h 1276349"/>
                <a:gd name="connsiteX21" fmla="*/ 607219 w 783431"/>
                <a:gd name="connsiteY21" fmla="*/ 1021557 h 1276349"/>
                <a:gd name="connsiteX22" fmla="*/ 645319 w 783431"/>
                <a:gd name="connsiteY22" fmla="*/ 1016794 h 1276349"/>
                <a:gd name="connsiteX23" fmla="*/ 685800 w 783431"/>
                <a:gd name="connsiteY23" fmla="*/ 997744 h 1276349"/>
                <a:gd name="connsiteX24" fmla="*/ 716756 w 783431"/>
                <a:gd name="connsiteY24" fmla="*/ 1002507 h 1276349"/>
                <a:gd name="connsiteX25" fmla="*/ 738187 w 783431"/>
                <a:gd name="connsiteY25" fmla="*/ 969169 h 1276349"/>
                <a:gd name="connsiteX26" fmla="*/ 783431 w 783431"/>
                <a:gd name="connsiteY26" fmla="*/ 933450 h 1276349"/>
                <a:gd name="connsiteX27" fmla="*/ 776287 w 783431"/>
                <a:gd name="connsiteY27" fmla="*/ 907257 h 1276349"/>
                <a:gd name="connsiteX28" fmla="*/ 752475 w 783431"/>
                <a:gd name="connsiteY28" fmla="*/ 888207 h 1276349"/>
                <a:gd name="connsiteX29" fmla="*/ 752475 w 783431"/>
                <a:gd name="connsiteY29" fmla="*/ 864394 h 1276349"/>
                <a:gd name="connsiteX30" fmla="*/ 728662 w 783431"/>
                <a:gd name="connsiteY30" fmla="*/ 852488 h 1276349"/>
                <a:gd name="connsiteX31" fmla="*/ 711994 w 783431"/>
                <a:gd name="connsiteY31" fmla="*/ 802482 h 1276349"/>
                <a:gd name="connsiteX32" fmla="*/ 688181 w 783431"/>
                <a:gd name="connsiteY32" fmla="*/ 814388 h 1276349"/>
                <a:gd name="connsiteX33" fmla="*/ 659606 w 783431"/>
                <a:gd name="connsiteY33" fmla="*/ 814388 h 1276349"/>
                <a:gd name="connsiteX34" fmla="*/ 647700 w 783431"/>
                <a:gd name="connsiteY34" fmla="*/ 847725 h 1276349"/>
                <a:gd name="connsiteX35" fmla="*/ 623887 w 783431"/>
                <a:gd name="connsiteY35" fmla="*/ 847725 h 1276349"/>
                <a:gd name="connsiteX36" fmla="*/ 576262 w 783431"/>
                <a:gd name="connsiteY36" fmla="*/ 828675 h 1276349"/>
                <a:gd name="connsiteX37" fmla="*/ 554831 w 783431"/>
                <a:gd name="connsiteY37" fmla="*/ 816769 h 1276349"/>
                <a:gd name="connsiteX38" fmla="*/ 547687 w 783431"/>
                <a:gd name="connsiteY38" fmla="*/ 783432 h 1276349"/>
                <a:gd name="connsiteX39" fmla="*/ 561975 w 783431"/>
                <a:gd name="connsiteY39" fmla="*/ 754857 h 1276349"/>
                <a:gd name="connsiteX40" fmla="*/ 533400 w 783431"/>
                <a:gd name="connsiteY40" fmla="*/ 733425 h 1276349"/>
                <a:gd name="connsiteX41" fmla="*/ 509587 w 783431"/>
                <a:gd name="connsiteY41" fmla="*/ 711994 h 1276349"/>
                <a:gd name="connsiteX42" fmla="*/ 473869 w 783431"/>
                <a:gd name="connsiteY42" fmla="*/ 711994 h 1276349"/>
                <a:gd name="connsiteX43" fmla="*/ 435769 w 783431"/>
                <a:gd name="connsiteY43" fmla="*/ 711994 h 1276349"/>
                <a:gd name="connsiteX44" fmla="*/ 438150 w 783431"/>
                <a:gd name="connsiteY44" fmla="*/ 669132 h 1276349"/>
                <a:gd name="connsiteX45" fmla="*/ 428625 w 783431"/>
                <a:gd name="connsiteY45" fmla="*/ 642938 h 1276349"/>
                <a:gd name="connsiteX46" fmla="*/ 423862 w 783431"/>
                <a:gd name="connsiteY46" fmla="*/ 607219 h 1276349"/>
                <a:gd name="connsiteX47" fmla="*/ 426244 w 783431"/>
                <a:gd name="connsiteY47" fmla="*/ 578644 h 1276349"/>
                <a:gd name="connsiteX48" fmla="*/ 440531 w 783431"/>
                <a:gd name="connsiteY48" fmla="*/ 566738 h 1276349"/>
                <a:gd name="connsiteX49" fmla="*/ 450056 w 783431"/>
                <a:gd name="connsiteY49" fmla="*/ 535782 h 1276349"/>
                <a:gd name="connsiteX50" fmla="*/ 457200 w 783431"/>
                <a:gd name="connsiteY50" fmla="*/ 519113 h 1276349"/>
                <a:gd name="connsiteX51" fmla="*/ 481012 w 783431"/>
                <a:gd name="connsiteY51" fmla="*/ 526257 h 1276349"/>
                <a:gd name="connsiteX52" fmla="*/ 495300 w 783431"/>
                <a:gd name="connsiteY52" fmla="*/ 576263 h 1276349"/>
                <a:gd name="connsiteX53" fmla="*/ 507206 w 783431"/>
                <a:gd name="connsiteY53" fmla="*/ 581025 h 1276349"/>
                <a:gd name="connsiteX54" fmla="*/ 526256 w 783431"/>
                <a:gd name="connsiteY54" fmla="*/ 583407 h 1276349"/>
                <a:gd name="connsiteX55" fmla="*/ 554831 w 783431"/>
                <a:gd name="connsiteY55" fmla="*/ 583407 h 1276349"/>
                <a:gd name="connsiteX56" fmla="*/ 557212 w 783431"/>
                <a:gd name="connsiteY56" fmla="*/ 547688 h 1276349"/>
                <a:gd name="connsiteX57" fmla="*/ 545306 w 783431"/>
                <a:gd name="connsiteY57" fmla="*/ 502444 h 1276349"/>
                <a:gd name="connsiteX58" fmla="*/ 545306 w 783431"/>
                <a:gd name="connsiteY58" fmla="*/ 476250 h 1276349"/>
                <a:gd name="connsiteX59" fmla="*/ 581025 w 783431"/>
                <a:gd name="connsiteY59" fmla="*/ 454819 h 1276349"/>
                <a:gd name="connsiteX60" fmla="*/ 604837 w 783431"/>
                <a:gd name="connsiteY60" fmla="*/ 435769 h 1276349"/>
                <a:gd name="connsiteX61" fmla="*/ 640556 w 783431"/>
                <a:gd name="connsiteY61" fmla="*/ 414338 h 1276349"/>
                <a:gd name="connsiteX62" fmla="*/ 645319 w 783431"/>
                <a:gd name="connsiteY62" fmla="*/ 395288 h 1276349"/>
                <a:gd name="connsiteX63" fmla="*/ 633412 w 783431"/>
                <a:gd name="connsiteY63" fmla="*/ 371475 h 1276349"/>
                <a:gd name="connsiteX64" fmla="*/ 614362 w 783431"/>
                <a:gd name="connsiteY64" fmla="*/ 369094 h 1276349"/>
                <a:gd name="connsiteX65" fmla="*/ 609600 w 783431"/>
                <a:gd name="connsiteY65" fmla="*/ 366713 h 1276349"/>
                <a:gd name="connsiteX66" fmla="*/ 597694 w 783431"/>
                <a:gd name="connsiteY66" fmla="*/ 357188 h 1276349"/>
                <a:gd name="connsiteX67" fmla="*/ 611981 w 783431"/>
                <a:gd name="connsiteY67" fmla="*/ 345282 h 1276349"/>
                <a:gd name="connsiteX68" fmla="*/ 652462 w 783431"/>
                <a:gd name="connsiteY68" fmla="*/ 316707 h 1276349"/>
                <a:gd name="connsiteX69" fmla="*/ 678656 w 783431"/>
                <a:gd name="connsiteY69" fmla="*/ 264319 h 1276349"/>
                <a:gd name="connsiteX70" fmla="*/ 666750 w 783431"/>
                <a:gd name="connsiteY70" fmla="*/ 242888 h 1276349"/>
                <a:gd name="connsiteX71" fmla="*/ 638175 w 783431"/>
                <a:gd name="connsiteY71" fmla="*/ 219075 h 1276349"/>
                <a:gd name="connsiteX72" fmla="*/ 642937 w 783431"/>
                <a:gd name="connsiteY72" fmla="*/ 180975 h 1276349"/>
                <a:gd name="connsiteX73" fmla="*/ 673894 w 783431"/>
                <a:gd name="connsiteY73" fmla="*/ 171450 h 1276349"/>
                <a:gd name="connsiteX74" fmla="*/ 700087 w 783431"/>
                <a:gd name="connsiteY74" fmla="*/ 142875 h 1276349"/>
                <a:gd name="connsiteX75" fmla="*/ 700087 w 783431"/>
                <a:gd name="connsiteY75" fmla="*/ 111919 h 1276349"/>
                <a:gd name="connsiteX76" fmla="*/ 666750 w 783431"/>
                <a:gd name="connsiteY76" fmla="*/ 107157 h 1276349"/>
                <a:gd name="connsiteX77" fmla="*/ 645319 w 783431"/>
                <a:gd name="connsiteY77" fmla="*/ 102394 h 1276349"/>
                <a:gd name="connsiteX78" fmla="*/ 645319 w 783431"/>
                <a:gd name="connsiteY78" fmla="*/ 102394 h 1276349"/>
                <a:gd name="connsiteX79" fmla="*/ 678656 w 783431"/>
                <a:gd name="connsiteY79" fmla="*/ 69057 h 1276349"/>
                <a:gd name="connsiteX80" fmla="*/ 685800 w 783431"/>
                <a:gd name="connsiteY80" fmla="*/ 40482 h 1276349"/>
                <a:gd name="connsiteX81" fmla="*/ 678656 w 783431"/>
                <a:gd name="connsiteY81" fmla="*/ 21432 h 1276349"/>
                <a:gd name="connsiteX82" fmla="*/ 695325 w 783431"/>
                <a:gd name="connsiteY82" fmla="*/ 2382 h 1276349"/>
                <a:gd name="connsiteX83" fmla="*/ 628650 w 783431"/>
                <a:gd name="connsiteY83" fmla="*/ 0 h 1276349"/>
                <a:gd name="connsiteX84" fmla="*/ 552450 w 783431"/>
                <a:gd name="connsiteY84" fmla="*/ 52388 h 1276349"/>
                <a:gd name="connsiteX85" fmla="*/ 538162 w 783431"/>
                <a:gd name="connsiteY85" fmla="*/ 90488 h 1276349"/>
                <a:gd name="connsiteX86" fmla="*/ 445294 w 783431"/>
                <a:gd name="connsiteY86" fmla="*/ 126207 h 1276349"/>
                <a:gd name="connsiteX87" fmla="*/ 397669 w 783431"/>
                <a:gd name="connsiteY87" fmla="*/ 159544 h 1276349"/>
                <a:gd name="connsiteX88" fmla="*/ 376237 w 783431"/>
                <a:gd name="connsiteY88" fmla="*/ 190500 h 1276349"/>
                <a:gd name="connsiteX89" fmla="*/ 350044 w 783431"/>
                <a:gd name="connsiteY89" fmla="*/ 140494 h 1276349"/>
                <a:gd name="connsiteX90" fmla="*/ 316706 w 783431"/>
                <a:gd name="connsiteY90" fmla="*/ 140494 h 1276349"/>
                <a:gd name="connsiteX91" fmla="*/ 304800 w 783431"/>
                <a:gd name="connsiteY91" fmla="*/ 166688 h 1276349"/>
                <a:gd name="connsiteX92" fmla="*/ 280987 w 783431"/>
                <a:gd name="connsiteY92" fmla="*/ 230982 h 1276349"/>
                <a:gd name="connsiteX93" fmla="*/ 154781 w 783431"/>
                <a:gd name="connsiteY93" fmla="*/ 223838 h 1276349"/>
                <a:gd name="connsiteX94" fmla="*/ 140494 w 783431"/>
                <a:gd name="connsiteY94" fmla="*/ 245269 h 1276349"/>
                <a:gd name="connsiteX95" fmla="*/ 138112 w 783431"/>
                <a:gd name="connsiteY95" fmla="*/ 280988 h 1276349"/>
                <a:gd name="connsiteX96" fmla="*/ 66675 w 783431"/>
                <a:gd name="connsiteY96" fmla="*/ 309563 h 1276349"/>
                <a:gd name="connsiteX97" fmla="*/ 54769 w 783431"/>
                <a:gd name="connsiteY97" fmla="*/ 323850 h 1276349"/>
                <a:gd name="connsiteX98" fmla="*/ 66675 w 783431"/>
                <a:gd name="connsiteY98" fmla="*/ 381000 h 1276349"/>
                <a:gd name="connsiteX99" fmla="*/ 19050 w 783431"/>
                <a:gd name="connsiteY99" fmla="*/ 423863 h 1276349"/>
                <a:gd name="connsiteX100" fmla="*/ 26194 w 783431"/>
                <a:gd name="connsiteY100" fmla="*/ 490538 h 1276349"/>
                <a:gd name="connsiteX101" fmla="*/ 33337 w 783431"/>
                <a:gd name="connsiteY101" fmla="*/ 554832 h 1276349"/>
                <a:gd name="connsiteX102" fmla="*/ 0 w 783431"/>
                <a:gd name="connsiteY102" fmla="*/ 614363 h 127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783431" h="1276349">
                  <a:moveTo>
                    <a:pt x="0" y="614363"/>
                  </a:moveTo>
                  <a:lnTo>
                    <a:pt x="21431" y="661988"/>
                  </a:lnTo>
                  <a:lnTo>
                    <a:pt x="28575" y="742950"/>
                  </a:lnTo>
                  <a:lnTo>
                    <a:pt x="76200" y="814388"/>
                  </a:lnTo>
                  <a:lnTo>
                    <a:pt x="102394" y="919163"/>
                  </a:lnTo>
                  <a:lnTo>
                    <a:pt x="116681" y="947738"/>
                  </a:lnTo>
                  <a:lnTo>
                    <a:pt x="130969" y="995363"/>
                  </a:lnTo>
                  <a:lnTo>
                    <a:pt x="150019" y="1023938"/>
                  </a:lnTo>
                  <a:lnTo>
                    <a:pt x="159544" y="1042988"/>
                  </a:lnTo>
                  <a:lnTo>
                    <a:pt x="197644" y="1069182"/>
                  </a:lnTo>
                  <a:lnTo>
                    <a:pt x="245269" y="1090613"/>
                  </a:lnTo>
                  <a:lnTo>
                    <a:pt x="264318" y="1131094"/>
                  </a:lnTo>
                  <a:lnTo>
                    <a:pt x="295275" y="1164431"/>
                  </a:lnTo>
                  <a:lnTo>
                    <a:pt x="385762" y="1200149"/>
                  </a:lnTo>
                  <a:lnTo>
                    <a:pt x="404812" y="1276349"/>
                  </a:lnTo>
                  <a:lnTo>
                    <a:pt x="416720" y="1212055"/>
                  </a:lnTo>
                  <a:lnTo>
                    <a:pt x="469106" y="1181100"/>
                  </a:lnTo>
                  <a:lnTo>
                    <a:pt x="554831" y="1202531"/>
                  </a:lnTo>
                  <a:lnTo>
                    <a:pt x="592931" y="1126331"/>
                  </a:lnTo>
                  <a:lnTo>
                    <a:pt x="604837" y="1085850"/>
                  </a:lnTo>
                  <a:lnTo>
                    <a:pt x="585787" y="1035844"/>
                  </a:lnTo>
                  <a:lnTo>
                    <a:pt x="607219" y="1021557"/>
                  </a:lnTo>
                  <a:lnTo>
                    <a:pt x="645319" y="1016794"/>
                  </a:lnTo>
                  <a:lnTo>
                    <a:pt x="685800" y="997744"/>
                  </a:lnTo>
                  <a:lnTo>
                    <a:pt x="716756" y="1002507"/>
                  </a:lnTo>
                  <a:lnTo>
                    <a:pt x="738187" y="969169"/>
                  </a:lnTo>
                  <a:lnTo>
                    <a:pt x="783431" y="933450"/>
                  </a:lnTo>
                  <a:lnTo>
                    <a:pt x="776287" y="907257"/>
                  </a:lnTo>
                  <a:lnTo>
                    <a:pt x="752475" y="888207"/>
                  </a:lnTo>
                  <a:lnTo>
                    <a:pt x="752475" y="864394"/>
                  </a:lnTo>
                  <a:lnTo>
                    <a:pt x="728662" y="852488"/>
                  </a:lnTo>
                  <a:lnTo>
                    <a:pt x="711994" y="802482"/>
                  </a:lnTo>
                  <a:lnTo>
                    <a:pt x="688181" y="814388"/>
                  </a:lnTo>
                  <a:lnTo>
                    <a:pt x="659606" y="814388"/>
                  </a:lnTo>
                  <a:lnTo>
                    <a:pt x="647700" y="847725"/>
                  </a:lnTo>
                  <a:lnTo>
                    <a:pt x="623887" y="847725"/>
                  </a:lnTo>
                  <a:lnTo>
                    <a:pt x="576262" y="828675"/>
                  </a:lnTo>
                  <a:lnTo>
                    <a:pt x="554831" y="816769"/>
                  </a:lnTo>
                  <a:lnTo>
                    <a:pt x="547687" y="783432"/>
                  </a:lnTo>
                  <a:lnTo>
                    <a:pt x="561975" y="754857"/>
                  </a:lnTo>
                  <a:lnTo>
                    <a:pt x="533400" y="733425"/>
                  </a:lnTo>
                  <a:lnTo>
                    <a:pt x="509587" y="711994"/>
                  </a:lnTo>
                  <a:lnTo>
                    <a:pt x="473869" y="711994"/>
                  </a:lnTo>
                  <a:lnTo>
                    <a:pt x="435769" y="711994"/>
                  </a:lnTo>
                  <a:lnTo>
                    <a:pt x="438150" y="669132"/>
                  </a:lnTo>
                  <a:lnTo>
                    <a:pt x="428625" y="642938"/>
                  </a:lnTo>
                  <a:lnTo>
                    <a:pt x="423862" y="607219"/>
                  </a:lnTo>
                  <a:lnTo>
                    <a:pt x="426244" y="578644"/>
                  </a:lnTo>
                  <a:lnTo>
                    <a:pt x="440531" y="566738"/>
                  </a:lnTo>
                  <a:lnTo>
                    <a:pt x="450056" y="535782"/>
                  </a:lnTo>
                  <a:lnTo>
                    <a:pt x="457200" y="519113"/>
                  </a:lnTo>
                  <a:lnTo>
                    <a:pt x="481012" y="526257"/>
                  </a:lnTo>
                  <a:lnTo>
                    <a:pt x="495300" y="576263"/>
                  </a:lnTo>
                  <a:lnTo>
                    <a:pt x="507206" y="581025"/>
                  </a:lnTo>
                  <a:lnTo>
                    <a:pt x="526256" y="583407"/>
                  </a:lnTo>
                  <a:lnTo>
                    <a:pt x="554831" y="583407"/>
                  </a:lnTo>
                  <a:lnTo>
                    <a:pt x="557212" y="547688"/>
                  </a:lnTo>
                  <a:lnTo>
                    <a:pt x="545306" y="502444"/>
                  </a:lnTo>
                  <a:lnTo>
                    <a:pt x="545306" y="476250"/>
                  </a:lnTo>
                  <a:lnTo>
                    <a:pt x="581025" y="454819"/>
                  </a:lnTo>
                  <a:lnTo>
                    <a:pt x="604837" y="435769"/>
                  </a:lnTo>
                  <a:lnTo>
                    <a:pt x="640556" y="414338"/>
                  </a:lnTo>
                  <a:lnTo>
                    <a:pt x="645319" y="395288"/>
                  </a:lnTo>
                  <a:lnTo>
                    <a:pt x="633412" y="371475"/>
                  </a:lnTo>
                  <a:lnTo>
                    <a:pt x="614362" y="369094"/>
                  </a:lnTo>
                  <a:lnTo>
                    <a:pt x="609600" y="366713"/>
                  </a:lnTo>
                  <a:lnTo>
                    <a:pt x="597694" y="357188"/>
                  </a:lnTo>
                  <a:lnTo>
                    <a:pt x="611981" y="345282"/>
                  </a:lnTo>
                  <a:lnTo>
                    <a:pt x="652462" y="316707"/>
                  </a:lnTo>
                  <a:lnTo>
                    <a:pt x="678656" y="264319"/>
                  </a:lnTo>
                  <a:lnTo>
                    <a:pt x="666750" y="242888"/>
                  </a:lnTo>
                  <a:lnTo>
                    <a:pt x="638175" y="219075"/>
                  </a:lnTo>
                  <a:lnTo>
                    <a:pt x="642937" y="180975"/>
                  </a:lnTo>
                  <a:lnTo>
                    <a:pt x="673894" y="171450"/>
                  </a:lnTo>
                  <a:lnTo>
                    <a:pt x="700087" y="142875"/>
                  </a:lnTo>
                  <a:lnTo>
                    <a:pt x="700087" y="111919"/>
                  </a:lnTo>
                  <a:lnTo>
                    <a:pt x="666750" y="107157"/>
                  </a:lnTo>
                  <a:lnTo>
                    <a:pt x="645319" y="102394"/>
                  </a:lnTo>
                  <a:lnTo>
                    <a:pt x="645319" y="102394"/>
                  </a:lnTo>
                  <a:lnTo>
                    <a:pt x="678656" y="69057"/>
                  </a:lnTo>
                  <a:lnTo>
                    <a:pt x="685800" y="40482"/>
                  </a:lnTo>
                  <a:lnTo>
                    <a:pt x="678656" y="21432"/>
                  </a:lnTo>
                  <a:lnTo>
                    <a:pt x="695325" y="2382"/>
                  </a:lnTo>
                  <a:lnTo>
                    <a:pt x="628650" y="0"/>
                  </a:lnTo>
                  <a:lnTo>
                    <a:pt x="552450" y="52388"/>
                  </a:lnTo>
                  <a:lnTo>
                    <a:pt x="538162" y="90488"/>
                  </a:lnTo>
                  <a:lnTo>
                    <a:pt x="445294" y="126207"/>
                  </a:lnTo>
                  <a:lnTo>
                    <a:pt x="397669" y="159544"/>
                  </a:lnTo>
                  <a:lnTo>
                    <a:pt x="376237" y="190500"/>
                  </a:lnTo>
                  <a:lnTo>
                    <a:pt x="350044" y="140494"/>
                  </a:lnTo>
                  <a:lnTo>
                    <a:pt x="316706" y="140494"/>
                  </a:lnTo>
                  <a:lnTo>
                    <a:pt x="304800" y="166688"/>
                  </a:lnTo>
                  <a:lnTo>
                    <a:pt x="280987" y="230982"/>
                  </a:lnTo>
                  <a:lnTo>
                    <a:pt x="154781" y="223838"/>
                  </a:lnTo>
                  <a:lnTo>
                    <a:pt x="140494" y="245269"/>
                  </a:lnTo>
                  <a:lnTo>
                    <a:pt x="138112" y="280988"/>
                  </a:lnTo>
                  <a:lnTo>
                    <a:pt x="66675" y="309563"/>
                  </a:lnTo>
                  <a:lnTo>
                    <a:pt x="54769" y="323850"/>
                  </a:lnTo>
                  <a:lnTo>
                    <a:pt x="66675" y="381000"/>
                  </a:lnTo>
                  <a:lnTo>
                    <a:pt x="19050" y="423863"/>
                  </a:lnTo>
                  <a:lnTo>
                    <a:pt x="26194" y="490538"/>
                  </a:lnTo>
                  <a:lnTo>
                    <a:pt x="33337" y="554832"/>
                  </a:lnTo>
                  <a:lnTo>
                    <a:pt x="0" y="614363"/>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2" name="Freeform 81"/>
            <p:cNvSpPr/>
            <p:nvPr/>
          </p:nvSpPr>
          <p:spPr>
            <a:xfrm>
              <a:off x="3784600" y="5743575"/>
              <a:ext cx="395288" cy="900113"/>
            </a:xfrm>
            <a:custGeom>
              <a:avLst/>
              <a:gdLst>
                <a:gd name="connsiteX0" fmla="*/ 0 w 395287"/>
                <a:gd name="connsiteY0" fmla="*/ 0 h 900113"/>
                <a:gd name="connsiteX1" fmla="*/ 0 w 395287"/>
                <a:gd name="connsiteY1" fmla="*/ 107157 h 900113"/>
                <a:gd name="connsiteX2" fmla="*/ 9525 w 395287"/>
                <a:gd name="connsiteY2" fmla="*/ 135732 h 900113"/>
                <a:gd name="connsiteX3" fmla="*/ 9525 w 395287"/>
                <a:gd name="connsiteY3" fmla="*/ 171450 h 900113"/>
                <a:gd name="connsiteX4" fmla="*/ 54768 w 395287"/>
                <a:gd name="connsiteY4" fmla="*/ 226219 h 900113"/>
                <a:gd name="connsiteX5" fmla="*/ 73818 w 395287"/>
                <a:gd name="connsiteY5" fmla="*/ 247650 h 900113"/>
                <a:gd name="connsiteX6" fmla="*/ 100012 w 395287"/>
                <a:gd name="connsiteY6" fmla="*/ 302419 h 900113"/>
                <a:gd name="connsiteX7" fmla="*/ 97631 w 395287"/>
                <a:gd name="connsiteY7" fmla="*/ 357188 h 900113"/>
                <a:gd name="connsiteX8" fmla="*/ 152400 w 395287"/>
                <a:gd name="connsiteY8" fmla="*/ 423863 h 900113"/>
                <a:gd name="connsiteX9" fmla="*/ 176212 w 395287"/>
                <a:gd name="connsiteY9" fmla="*/ 600075 h 900113"/>
                <a:gd name="connsiteX10" fmla="*/ 185737 w 395287"/>
                <a:gd name="connsiteY10" fmla="*/ 633413 h 900113"/>
                <a:gd name="connsiteX11" fmla="*/ 200025 w 395287"/>
                <a:gd name="connsiteY11" fmla="*/ 726282 h 900113"/>
                <a:gd name="connsiteX12" fmla="*/ 350043 w 395287"/>
                <a:gd name="connsiteY12" fmla="*/ 895350 h 900113"/>
                <a:gd name="connsiteX13" fmla="*/ 361950 w 395287"/>
                <a:gd name="connsiteY13" fmla="*/ 900113 h 900113"/>
                <a:gd name="connsiteX14" fmla="*/ 381000 w 395287"/>
                <a:gd name="connsiteY14" fmla="*/ 838200 h 900113"/>
                <a:gd name="connsiteX15" fmla="*/ 373856 w 395287"/>
                <a:gd name="connsiteY15" fmla="*/ 823913 h 900113"/>
                <a:gd name="connsiteX16" fmla="*/ 369093 w 395287"/>
                <a:gd name="connsiteY16" fmla="*/ 754857 h 900113"/>
                <a:gd name="connsiteX17" fmla="*/ 390525 w 395287"/>
                <a:gd name="connsiteY17" fmla="*/ 731044 h 900113"/>
                <a:gd name="connsiteX18" fmla="*/ 395287 w 395287"/>
                <a:gd name="connsiteY18" fmla="*/ 688182 h 900113"/>
                <a:gd name="connsiteX19" fmla="*/ 366712 w 395287"/>
                <a:gd name="connsiteY19" fmla="*/ 647700 h 900113"/>
                <a:gd name="connsiteX20" fmla="*/ 364331 w 395287"/>
                <a:gd name="connsiteY20" fmla="*/ 604838 h 900113"/>
                <a:gd name="connsiteX21" fmla="*/ 395287 w 395287"/>
                <a:gd name="connsiteY21" fmla="*/ 550069 h 900113"/>
                <a:gd name="connsiteX22" fmla="*/ 395287 w 395287"/>
                <a:gd name="connsiteY22" fmla="*/ 511969 h 900113"/>
                <a:gd name="connsiteX23" fmla="*/ 381000 w 395287"/>
                <a:gd name="connsiteY23" fmla="*/ 476250 h 900113"/>
                <a:gd name="connsiteX24" fmla="*/ 319087 w 395287"/>
                <a:gd name="connsiteY24" fmla="*/ 464344 h 900113"/>
                <a:gd name="connsiteX25" fmla="*/ 292893 w 395287"/>
                <a:gd name="connsiteY25" fmla="*/ 440532 h 900113"/>
                <a:gd name="connsiteX26" fmla="*/ 285750 w 395287"/>
                <a:gd name="connsiteY26" fmla="*/ 414338 h 900113"/>
                <a:gd name="connsiteX27" fmla="*/ 300037 w 395287"/>
                <a:gd name="connsiteY27" fmla="*/ 376238 h 900113"/>
                <a:gd name="connsiteX28" fmla="*/ 295275 w 395287"/>
                <a:gd name="connsiteY28" fmla="*/ 321469 h 900113"/>
                <a:gd name="connsiteX29" fmla="*/ 288131 w 395287"/>
                <a:gd name="connsiteY29" fmla="*/ 288132 h 900113"/>
                <a:gd name="connsiteX30" fmla="*/ 257175 w 395287"/>
                <a:gd name="connsiteY30" fmla="*/ 211932 h 900113"/>
                <a:gd name="connsiteX31" fmla="*/ 180975 w 395287"/>
                <a:gd name="connsiteY31" fmla="*/ 183357 h 900113"/>
                <a:gd name="connsiteX32" fmla="*/ 147637 w 395287"/>
                <a:gd name="connsiteY32" fmla="*/ 142875 h 900113"/>
                <a:gd name="connsiteX33" fmla="*/ 121443 w 395287"/>
                <a:gd name="connsiteY33" fmla="*/ 104775 h 900113"/>
                <a:gd name="connsiteX34" fmla="*/ 45243 w 395287"/>
                <a:gd name="connsiteY34" fmla="*/ 66675 h 900113"/>
                <a:gd name="connsiteX35" fmla="*/ 0 w 395287"/>
                <a:gd name="connsiteY35" fmla="*/ 0 h 90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95287" h="900113">
                  <a:moveTo>
                    <a:pt x="0" y="0"/>
                  </a:moveTo>
                  <a:lnTo>
                    <a:pt x="0" y="107157"/>
                  </a:lnTo>
                  <a:lnTo>
                    <a:pt x="9525" y="135732"/>
                  </a:lnTo>
                  <a:lnTo>
                    <a:pt x="9525" y="171450"/>
                  </a:lnTo>
                  <a:lnTo>
                    <a:pt x="54768" y="226219"/>
                  </a:lnTo>
                  <a:lnTo>
                    <a:pt x="73818" y="247650"/>
                  </a:lnTo>
                  <a:lnTo>
                    <a:pt x="100012" y="302419"/>
                  </a:lnTo>
                  <a:cubicBezTo>
                    <a:pt x="99218" y="320675"/>
                    <a:pt x="98425" y="338932"/>
                    <a:pt x="97631" y="357188"/>
                  </a:cubicBezTo>
                  <a:lnTo>
                    <a:pt x="152400" y="423863"/>
                  </a:lnTo>
                  <a:lnTo>
                    <a:pt x="176212" y="600075"/>
                  </a:lnTo>
                  <a:lnTo>
                    <a:pt x="185737" y="633413"/>
                  </a:lnTo>
                  <a:lnTo>
                    <a:pt x="200025" y="726282"/>
                  </a:lnTo>
                  <a:lnTo>
                    <a:pt x="350043" y="895350"/>
                  </a:lnTo>
                  <a:lnTo>
                    <a:pt x="361950" y="900113"/>
                  </a:lnTo>
                  <a:lnTo>
                    <a:pt x="381000" y="838200"/>
                  </a:lnTo>
                  <a:lnTo>
                    <a:pt x="373856" y="823913"/>
                  </a:lnTo>
                  <a:lnTo>
                    <a:pt x="369093" y="754857"/>
                  </a:lnTo>
                  <a:lnTo>
                    <a:pt x="390525" y="731044"/>
                  </a:lnTo>
                  <a:lnTo>
                    <a:pt x="395287" y="688182"/>
                  </a:lnTo>
                  <a:lnTo>
                    <a:pt x="366712" y="647700"/>
                  </a:lnTo>
                  <a:lnTo>
                    <a:pt x="364331" y="604838"/>
                  </a:lnTo>
                  <a:lnTo>
                    <a:pt x="395287" y="550069"/>
                  </a:lnTo>
                  <a:lnTo>
                    <a:pt x="395287" y="511969"/>
                  </a:lnTo>
                  <a:lnTo>
                    <a:pt x="381000" y="476250"/>
                  </a:lnTo>
                  <a:lnTo>
                    <a:pt x="319087" y="464344"/>
                  </a:lnTo>
                  <a:lnTo>
                    <a:pt x="292893" y="440532"/>
                  </a:lnTo>
                  <a:lnTo>
                    <a:pt x="285750" y="414338"/>
                  </a:lnTo>
                  <a:lnTo>
                    <a:pt x="300037" y="376238"/>
                  </a:lnTo>
                  <a:lnTo>
                    <a:pt x="295275" y="321469"/>
                  </a:lnTo>
                  <a:lnTo>
                    <a:pt x="288131" y="288132"/>
                  </a:lnTo>
                  <a:lnTo>
                    <a:pt x="257175" y="211932"/>
                  </a:lnTo>
                  <a:lnTo>
                    <a:pt x="180975" y="183357"/>
                  </a:lnTo>
                  <a:lnTo>
                    <a:pt x="147637" y="142875"/>
                  </a:lnTo>
                  <a:lnTo>
                    <a:pt x="121443" y="104775"/>
                  </a:lnTo>
                  <a:lnTo>
                    <a:pt x="45243" y="66675"/>
                  </a:lnTo>
                  <a:lnTo>
                    <a:pt x="0"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3" name="Freeform 82"/>
            <p:cNvSpPr/>
            <p:nvPr/>
          </p:nvSpPr>
          <p:spPr>
            <a:xfrm>
              <a:off x="4070350" y="5614988"/>
              <a:ext cx="708025" cy="1054100"/>
            </a:xfrm>
            <a:custGeom>
              <a:avLst/>
              <a:gdLst>
                <a:gd name="connsiteX0" fmla="*/ 85725 w 707231"/>
                <a:gd name="connsiteY0" fmla="*/ 1033462 h 1033462"/>
                <a:gd name="connsiteX1" fmla="*/ 154781 w 707231"/>
                <a:gd name="connsiteY1" fmla="*/ 1026319 h 1033462"/>
                <a:gd name="connsiteX2" fmla="*/ 200025 w 707231"/>
                <a:gd name="connsiteY2" fmla="*/ 1012031 h 1033462"/>
                <a:gd name="connsiteX3" fmla="*/ 247650 w 707231"/>
                <a:gd name="connsiteY3" fmla="*/ 969169 h 1033462"/>
                <a:gd name="connsiteX4" fmla="*/ 276225 w 707231"/>
                <a:gd name="connsiteY4" fmla="*/ 912019 h 1033462"/>
                <a:gd name="connsiteX5" fmla="*/ 350043 w 707231"/>
                <a:gd name="connsiteY5" fmla="*/ 871537 h 1033462"/>
                <a:gd name="connsiteX6" fmla="*/ 411956 w 707231"/>
                <a:gd name="connsiteY6" fmla="*/ 823912 h 1033462"/>
                <a:gd name="connsiteX7" fmla="*/ 411956 w 707231"/>
                <a:gd name="connsiteY7" fmla="*/ 781050 h 1033462"/>
                <a:gd name="connsiteX8" fmla="*/ 471487 w 707231"/>
                <a:gd name="connsiteY8" fmla="*/ 671512 h 1033462"/>
                <a:gd name="connsiteX9" fmla="*/ 547687 w 707231"/>
                <a:gd name="connsiteY9" fmla="*/ 642937 h 1033462"/>
                <a:gd name="connsiteX10" fmla="*/ 595312 w 707231"/>
                <a:gd name="connsiteY10" fmla="*/ 592931 h 1033462"/>
                <a:gd name="connsiteX11" fmla="*/ 597693 w 707231"/>
                <a:gd name="connsiteY11" fmla="*/ 438150 h 1033462"/>
                <a:gd name="connsiteX12" fmla="*/ 604837 w 707231"/>
                <a:gd name="connsiteY12" fmla="*/ 350044 h 1033462"/>
                <a:gd name="connsiteX13" fmla="*/ 614362 w 707231"/>
                <a:gd name="connsiteY13" fmla="*/ 295275 h 1033462"/>
                <a:gd name="connsiteX14" fmla="*/ 671512 w 707231"/>
                <a:gd name="connsiteY14" fmla="*/ 219075 h 1033462"/>
                <a:gd name="connsiteX15" fmla="*/ 707231 w 707231"/>
                <a:gd name="connsiteY15" fmla="*/ 147637 h 1033462"/>
                <a:gd name="connsiteX16" fmla="*/ 697706 w 707231"/>
                <a:gd name="connsiteY16" fmla="*/ 97631 h 1033462"/>
                <a:gd name="connsiteX17" fmla="*/ 702468 w 707231"/>
                <a:gd name="connsiteY17" fmla="*/ 35719 h 1033462"/>
                <a:gd name="connsiteX18" fmla="*/ 628650 w 707231"/>
                <a:gd name="connsiteY18" fmla="*/ 0 h 1033462"/>
                <a:gd name="connsiteX19" fmla="*/ 600075 w 707231"/>
                <a:gd name="connsiteY19" fmla="*/ 28575 h 1033462"/>
                <a:gd name="connsiteX20" fmla="*/ 597693 w 707231"/>
                <a:gd name="connsiteY20" fmla="*/ 69056 h 1033462"/>
                <a:gd name="connsiteX21" fmla="*/ 583406 w 707231"/>
                <a:gd name="connsiteY21" fmla="*/ 88106 h 1033462"/>
                <a:gd name="connsiteX22" fmla="*/ 523875 w 707231"/>
                <a:gd name="connsiteY22" fmla="*/ 95250 h 1033462"/>
                <a:gd name="connsiteX23" fmla="*/ 509587 w 707231"/>
                <a:gd name="connsiteY23" fmla="*/ 135731 h 1033462"/>
                <a:gd name="connsiteX24" fmla="*/ 478631 w 707231"/>
                <a:gd name="connsiteY24" fmla="*/ 128587 h 1033462"/>
                <a:gd name="connsiteX25" fmla="*/ 466725 w 707231"/>
                <a:gd name="connsiteY25" fmla="*/ 154781 h 1033462"/>
                <a:gd name="connsiteX26" fmla="*/ 431006 w 707231"/>
                <a:gd name="connsiteY26" fmla="*/ 147637 h 1033462"/>
                <a:gd name="connsiteX27" fmla="*/ 376237 w 707231"/>
                <a:gd name="connsiteY27" fmla="*/ 169069 h 1033462"/>
                <a:gd name="connsiteX28" fmla="*/ 319087 w 707231"/>
                <a:gd name="connsiteY28" fmla="*/ 166687 h 1033462"/>
                <a:gd name="connsiteX29" fmla="*/ 307181 w 707231"/>
                <a:gd name="connsiteY29" fmla="*/ 135731 h 1033462"/>
                <a:gd name="connsiteX30" fmla="*/ 273843 w 707231"/>
                <a:gd name="connsiteY30" fmla="*/ 147637 h 1033462"/>
                <a:gd name="connsiteX31" fmla="*/ 178593 w 707231"/>
                <a:gd name="connsiteY31" fmla="*/ 173831 h 1033462"/>
                <a:gd name="connsiteX32" fmla="*/ 188118 w 707231"/>
                <a:gd name="connsiteY32" fmla="*/ 202406 h 1033462"/>
                <a:gd name="connsiteX33" fmla="*/ 195262 w 707231"/>
                <a:gd name="connsiteY33" fmla="*/ 233362 h 1033462"/>
                <a:gd name="connsiteX34" fmla="*/ 142875 w 707231"/>
                <a:gd name="connsiteY34" fmla="*/ 338137 h 1033462"/>
                <a:gd name="connsiteX35" fmla="*/ 57150 w 707231"/>
                <a:gd name="connsiteY35" fmla="*/ 323850 h 1033462"/>
                <a:gd name="connsiteX36" fmla="*/ 11906 w 707231"/>
                <a:gd name="connsiteY36" fmla="*/ 347662 h 1033462"/>
                <a:gd name="connsiteX37" fmla="*/ 0 w 707231"/>
                <a:gd name="connsiteY37" fmla="*/ 400050 h 1033462"/>
                <a:gd name="connsiteX38" fmla="*/ 14287 w 707231"/>
                <a:gd name="connsiteY38" fmla="*/ 476250 h 1033462"/>
                <a:gd name="connsiteX39" fmla="*/ 11906 w 707231"/>
                <a:gd name="connsiteY39" fmla="*/ 519112 h 1033462"/>
                <a:gd name="connsiteX40" fmla="*/ 0 w 707231"/>
                <a:gd name="connsiteY40" fmla="*/ 550069 h 1033462"/>
                <a:gd name="connsiteX41" fmla="*/ 11906 w 707231"/>
                <a:gd name="connsiteY41" fmla="*/ 561975 h 1033462"/>
                <a:gd name="connsiteX42" fmla="*/ 30956 w 707231"/>
                <a:gd name="connsiteY42" fmla="*/ 592931 h 1033462"/>
                <a:gd name="connsiteX43" fmla="*/ 97631 w 707231"/>
                <a:gd name="connsiteY43" fmla="*/ 609600 h 1033462"/>
                <a:gd name="connsiteX44" fmla="*/ 104775 w 707231"/>
                <a:gd name="connsiteY44" fmla="*/ 676275 h 1033462"/>
                <a:gd name="connsiteX45" fmla="*/ 90487 w 707231"/>
                <a:gd name="connsiteY45" fmla="*/ 728662 h 1033462"/>
                <a:gd name="connsiteX46" fmla="*/ 80962 w 707231"/>
                <a:gd name="connsiteY46" fmla="*/ 747712 h 1033462"/>
                <a:gd name="connsiteX47" fmla="*/ 80962 w 707231"/>
                <a:gd name="connsiteY47" fmla="*/ 781050 h 1033462"/>
                <a:gd name="connsiteX48" fmla="*/ 109537 w 707231"/>
                <a:gd name="connsiteY48" fmla="*/ 819150 h 1033462"/>
                <a:gd name="connsiteX49" fmla="*/ 102393 w 707231"/>
                <a:gd name="connsiteY49" fmla="*/ 869156 h 1033462"/>
                <a:gd name="connsiteX50" fmla="*/ 83343 w 707231"/>
                <a:gd name="connsiteY50" fmla="*/ 890587 h 1033462"/>
                <a:gd name="connsiteX51" fmla="*/ 85725 w 707231"/>
                <a:gd name="connsiteY51" fmla="*/ 954881 h 1033462"/>
                <a:gd name="connsiteX52" fmla="*/ 92868 w 707231"/>
                <a:gd name="connsiteY52" fmla="*/ 966787 h 1033462"/>
                <a:gd name="connsiteX53" fmla="*/ 85725 w 707231"/>
                <a:gd name="connsiteY53" fmla="*/ 1033462 h 1033462"/>
                <a:gd name="connsiteX0" fmla="*/ 71437 w 707231"/>
                <a:gd name="connsiteY0" fmla="*/ 1031081 h 1031081"/>
                <a:gd name="connsiteX1" fmla="*/ 154781 w 707231"/>
                <a:gd name="connsiteY1" fmla="*/ 1026319 h 1031081"/>
                <a:gd name="connsiteX2" fmla="*/ 200025 w 707231"/>
                <a:gd name="connsiteY2" fmla="*/ 1012031 h 1031081"/>
                <a:gd name="connsiteX3" fmla="*/ 247650 w 707231"/>
                <a:gd name="connsiteY3" fmla="*/ 969169 h 1031081"/>
                <a:gd name="connsiteX4" fmla="*/ 276225 w 707231"/>
                <a:gd name="connsiteY4" fmla="*/ 912019 h 1031081"/>
                <a:gd name="connsiteX5" fmla="*/ 350043 w 707231"/>
                <a:gd name="connsiteY5" fmla="*/ 871537 h 1031081"/>
                <a:gd name="connsiteX6" fmla="*/ 411956 w 707231"/>
                <a:gd name="connsiteY6" fmla="*/ 823912 h 1031081"/>
                <a:gd name="connsiteX7" fmla="*/ 411956 w 707231"/>
                <a:gd name="connsiteY7" fmla="*/ 781050 h 1031081"/>
                <a:gd name="connsiteX8" fmla="*/ 471487 w 707231"/>
                <a:gd name="connsiteY8" fmla="*/ 671512 h 1031081"/>
                <a:gd name="connsiteX9" fmla="*/ 547687 w 707231"/>
                <a:gd name="connsiteY9" fmla="*/ 642937 h 1031081"/>
                <a:gd name="connsiteX10" fmla="*/ 595312 w 707231"/>
                <a:gd name="connsiteY10" fmla="*/ 592931 h 1031081"/>
                <a:gd name="connsiteX11" fmla="*/ 597693 w 707231"/>
                <a:gd name="connsiteY11" fmla="*/ 438150 h 1031081"/>
                <a:gd name="connsiteX12" fmla="*/ 604837 w 707231"/>
                <a:gd name="connsiteY12" fmla="*/ 350044 h 1031081"/>
                <a:gd name="connsiteX13" fmla="*/ 614362 w 707231"/>
                <a:gd name="connsiteY13" fmla="*/ 295275 h 1031081"/>
                <a:gd name="connsiteX14" fmla="*/ 671512 w 707231"/>
                <a:gd name="connsiteY14" fmla="*/ 219075 h 1031081"/>
                <a:gd name="connsiteX15" fmla="*/ 707231 w 707231"/>
                <a:gd name="connsiteY15" fmla="*/ 147637 h 1031081"/>
                <a:gd name="connsiteX16" fmla="*/ 697706 w 707231"/>
                <a:gd name="connsiteY16" fmla="*/ 97631 h 1031081"/>
                <a:gd name="connsiteX17" fmla="*/ 702468 w 707231"/>
                <a:gd name="connsiteY17" fmla="*/ 35719 h 1031081"/>
                <a:gd name="connsiteX18" fmla="*/ 628650 w 707231"/>
                <a:gd name="connsiteY18" fmla="*/ 0 h 1031081"/>
                <a:gd name="connsiteX19" fmla="*/ 600075 w 707231"/>
                <a:gd name="connsiteY19" fmla="*/ 28575 h 1031081"/>
                <a:gd name="connsiteX20" fmla="*/ 597693 w 707231"/>
                <a:gd name="connsiteY20" fmla="*/ 69056 h 1031081"/>
                <a:gd name="connsiteX21" fmla="*/ 583406 w 707231"/>
                <a:gd name="connsiteY21" fmla="*/ 88106 h 1031081"/>
                <a:gd name="connsiteX22" fmla="*/ 523875 w 707231"/>
                <a:gd name="connsiteY22" fmla="*/ 95250 h 1031081"/>
                <a:gd name="connsiteX23" fmla="*/ 509587 w 707231"/>
                <a:gd name="connsiteY23" fmla="*/ 135731 h 1031081"/>
                <a:gd name="connsiteX24" fmla="*/ 478631 w 707231"/>
                <a:gd name="connsiteY24" fmla="*/ 128587 h 1031081"/>
                <a:gd name="connsiteX25" fmla="*/ 466725 w 707231"/>
                <a:gd name="connsiteY25" fmla="*/ 154781 h 1031081"/>
                <a:gd name="connsiteX26" fmla="*/ 431006 w 707231"/>
                <a:gd name="connsiteY26" fmla="*/ 147637 h 1031081"/>
                <a:gd name="connsiteX27" fmla="*/ 376237 w 707231"/>
                <a:gd name="connsiteY27" fmla="*/ 169069 h 1031081"/>
                <a:gd name="connsiteX28" fmla="*/ 319087 w 707231"/>
                <a:gd name="connsiteY28" fmla="*/ 166687 h 1031081"/>
                <a:gd name="connsiteX29" fmla="*/ 307181 w 707231"/>
                <a:gd name="connsiteY29" fmla="*/ 135731 h 1031081"/>
                <a:gd name="connsiteX30" fmla="*/ 273843 w 707231"/>
                <a:gd name="connsiteY30" fmla="*/ 147637 h 1031081"/>
                <a:gd name="connsiteX31" fmla="*/ 178593 w 707231"/>
                <a:gd name="connsiteY31" fmla="*/ 173831 h 1031081"/>
                <a:gd name="connsiteX32" fmla="*/ 188118 w 707231"/>
                <a:gd name="connsiteY32" fmla="*/ 202406 h 1031081"/>
                <a:gd name="connsiteX33" fmla="*/ 195262 w 707231"/>
                <a:gd name="connsiteY33" fmla="*/ 233362 h 1031081"/>
                <a:gd name="connsiteX34" fmla="*/ 142875 w 707231"/>
                <a:gd name="connsiteY34" fmla="*/ 338137 h 1031081"/>
                <a:gd name="connsiteX35" fmla="*/ 57150 w 707231"/>
                <a:gd name="connsiteY35" fmla="*/ 323850 h 1031081"/>
                <a:gd name="connsiteX36" fmla="*/ 11906 w 707231"/>
                <a:gd name="connsiteY36" fmla="*/ 347662 h 1031081"/>
                <a:gd name="connsiteX37" fmla="*/ 0 w 707231"/>
                <a:gd name="connsiteY37" fmla="*/ 400050 h 1031081"/>
                <a:gd name="connsiteX38" fmla="*/ 14287 w 707231"/>
                <a:gd name="connsiteY38" fmla="*/ 476250 h 1031081"/>
                <a:gd name="connsiteX39" fmla="*/ 11906 w 707231"/>
                <a:gd name="connsiteY39" fmla="*/ 519112 h 1031081"/>
                <a:gd name="connsiteX40" fmla="*/ 0 w 707231"/>
                <a:gd name="connsiteY40" fmla="*/ 550069 h 1031081"/>
                <a:gd name="connsiteX41" fmla="*/ 11906 w 707231"/>
                <a:gd name="connsiteY41" fmla="*/ 561975 h 1031081"/>
                <a:gd name="connsiteX42" fmla="*/ 30956 w 707231"/>
                <a:gd name="connsiteY42" fmla="*/ 592931 h 1031081"/>
                <a:gd name="connsiteX43" fmla="*/ 97631 w 707231"/>
                <a:gd name="connsiteY43" fmla="*/ 609600 h 1031081"/>
                <a:gd name="connsiteX44" fmla="*/ 104775 w 707231"/>
                <a:gd name="connsiteY44" fmla="*/ 676275 h 1031081"/>
                <a:gd name="connsiteX45" fmla="*/ 90487 w 707231"/>
                <a:gd name="connsiteY45" fmla="*/ 728662 h 1031081"/>
                <a:gd name="connsiteX46" fmla="*/ 80962 w 707231"/>
                <a:gd name="connsiteY46" fmla="*/ 747712 h 1031081"/>
                <a:gd name="connsiteX47" fmla="*/ 80962 w 707231"/>
                <a:gd name="connsiteY47" fmla="*/ 781050 h 1031081"/>
                <a:gd name="connsiteX48" fmla="*/ 109537 w 707231"/>
                <a:gd name="connsiteY48" fmla="*/ 819150 h 1031081"/>
                <a:gd name="connsiteX49" fmla="*/ 102393 w 707231"/>
                <a:gd name="connsiteY49" fmla="*/ 869156 h 1031081"/>
                <a:gd name="connsiteX50" fmla="*/ 83343 w 707231"/>
                <a:gd name="connsiteY50" fmla="*/ 890587 h 1031081"/>
                <a:gd name="connsiteX51" fmla="*/ 85725 w 707231"/>
                <a:gd name="connsiteY51" fmla="*/ 954881 h 1031081"/>
                <a:gd name="connsiteX52" fmla="*/ 92868 w 707231"/>
                <a:gd name="connsiteY52" fmla="*/ 966787 h 1031081"/>
                <a:gd name="connsiteX53" fmla="*/ 71437 w 707231"/>
                <a:gd name="connsiteY53" fmla="*/ 1031081 h 1031081"/>
                <a:gd name="connsiteX0" fmla="*/ 71437 w 707231"/>
                <a:gd name="connsiteY0" fmla="*/ 1031081 h 1031082"/>
                <a:gd name="connsiteX1" fmla="*/ 119062 w 707231"/>
                <a:gd name="connsiteY1" fmla="*/ 1031082 h 1031082"/>
                <a:gd name="connsiteX2" fmla="*/ 154781 w 707231"/>
                <a:gd name="connsiteY2" fmla="*/ 1026319 h 1031082"/>
                <a:gd name="connsiteX3" fmla="*/ 200025 w 707231"/>
                <a:gd name="connsiteY3" fmla="*/ 1012031 h 1031082"/>
                <a:gd name="connsiteX4" fmla="*/ 247650 w 707231"/>
                <a:gd name="connsiteY4" fmla="*/ 969169 h 1031082"/>
                <a:gd name="connsiteX5" fmla="*/ 276225 w 707231"/>
                <a:gd name="connsiteY5" fmla="*/ 912019 h 1031082"/>
                <a:gd name="connsiteX6" fmla="*/ 350043 w 707231"/>
                <a:gd name="connsiteY6" fmla="*/ 871537 h 1031082"/>
                <a:gd name="connsiteX7" fmla="*/ 411956 w 707231"/>
                <a:gd name="connsiteY7" fmla="*/ 823912 h 1031082"/>
                <a:gd name="connsiteX8" fmla="*/ 411956 w 707231"/>
                <a:gd name="connsiteY8" fmla="*/ 781050 h 1031082"/>
                <a:gd name="connsiteX9" fmla="*/ 471487 w 707231"/>
                <a:gd name="connsiteY9" fmla="*/ 671512 h 1031082"/>
                <a:gd name="connsiteX10" fmla="*/ 547687 w 707231"/>
                <a:gd name="connsiteY10" fmla="*/ 642937 h 1031082"/>
                <a:gd name="connsiteX11" fmla="*/ 595312 w 707231"/>
                <a:gd name="connsiteY11" fmla="*/ 592931 h 1031082"/>
                <a:gd name="connsiteX12" fmla="*/ 597693 w 707231"/>
                <a:gd name="connsiteY12" fmla="*/ 438150 h 1031082"/>
                <a:gd name="connsiteX13" fmla="*/ 604837 w 707231"/>
                <a:gd name="connsiteY13" fmla="*/ 350044 h 1031082"/>
                <a:gd name="connsiteX14" fmla="*/ 614362 w 707231"/>
                <a:gd name="connsiteY14" fmla="*/ 295275 h 1031082"/>
                <a:gd name="connsiteX15" fmla="*/ 671512 w 707231"/>
                <a:gd name="connsiteY15" fmla="*/ 219075 h 1031082"/>
                <a:gd name="connsiteX16" fmla="*/ 707231 w 707231"/>
                <a:gd name="connsiteY16" fmla="*/ 147637 h 1031082"/>
                <a:gd name="connsiteX17" fmla="*/ 697706 w 707231"/>
                <a:gd name="connsiteY17" fmla="*/ 97631 h 1031082"/>
                <a:gd name="connsiteX18" fmla="*/ 702468 w 707231"/>
                <a:gd name="connsiteY18" fmla="*/ 35719 h 1031082"/>
                <a:gd name="connsiteX19" fmla="*/ 628650 w 707231"/>
                <a:gd name="connsiteY19" fmla="*/ 0 h 1031082"/>
                <a:gd name="connsiteX20" fmla="*/ 600075 w 707231"/>
                <a:gd name="connsiteY20" fmla="*/ 28575 h 1031082"/>
                <a:gd name="connsiteX21" fmla="*/ 597693 w 707231"/>
                <a:gd name="connsiteY21" fmla="*/ 69056 h 1031082"/>
                <a:gd name="connsiteX22" fmla="*/ 583406 w 707231"/>
                <a:gd name="connsiteY22" fmla="*/ 88106 h 1031082"/>
                <a:gd name="connsiteX23" fmla="*/ 523875 w 707231"/>
                <a:gd name="connsiteY23" fmla="*/ 95250 h 1031082"/>
                <a:gd name="connsiteX24" fmla="*/ 509587 w 707231"/>
                <a:gd name="connsiteY24" fmla="*/ 135731 h 1031082"/>
                <a:gd name="connsiteX25" fmla="*/ 478631 w 707231"/>
                <a:gd name="connsiteY25" fmla="*/ 128587 h 1031082"/>
                <a:gd name="connsiteX26" fmla="*/ 466725 w 707231"/>
                <a:gd name="connsiteY26" fmla="*/ 154781 h 1031082"/>
                <a:gd name="connsiteX27" fmla="*/ 431006 w 707231"/>
                <a:gd name="connsiteY27" fmla="*/ 147637 h 1031082"/>
                <a:gd name="connsiteX28" fmla="*/ 376237 w 707231"/>
                <a:gd name="connsiteY28" fmla="*/ 169069 h 1031082"/>
                <a:gd name="connsiteX29" fmla="*/ 319087 w 707231"/>
                <a:gd name="connsiteY29" fmla="*/ 166687 h 1031082"/>
                <a:gd name="connsiteX30" fmla="*/ 307181 w 707231"/>
                <a:gd name="connsiteY30" fmla="*/ 135731 h 1031082"/>
                <a:gd name="connsiteX31" fmla="*/ 273843 w 707231"/>
                <a:gd name="connsiteY31" fmla="*/ 147637 h 1031082"/>
                <a:gd name="connsiteX32" fmla="*/ 178593 w 707231"/>
                <a:gd name="connsiteY32" fmla="*/ 173831 h 1031082"/>
                <a:gd name="connsiteX33" fmla="*/ 188118 w 707231"/>
                <a:gd name="connsiteY33" fmla="*/ 202406 h 1031082"/>
                <a:gd name="connsiteX34" fmla="*/ 195262 w 707231"/>
                <a:gd name="connsiteY34" fmla="*/ 233362 h 1031082"/>
                <a:gd name="connsiteX35" fmla="*/ 142875 w 707231"/>
                <a:gd name="connsiteY35" fmla="*/ 338137 h 1031082"/>
                <a:gd name="connsiteX36" fmla="*/ 57150 w 707231"/>
                <a:gd name="connsiteY36" fmla="*/ 323850 h 1031082"/>
                <a:gd name="connsiteX37" fmla="*/ 11906 w 707231"/>
                <a:gd name="connsiteY37" fmla="*/ 347662 h 1031082"/>
                <a:gd name="connsiteX38" fmla="*/ 0 w 707231"/>
                <a:gd name="connsiteY38" fmla="*/ 400050 h 1031082"/>
                <a:gd name="connsiteX39" fmla="*/ 14287 w 707231"/>
                <a:gd name="connsiteY39" fmla="*/ 476250 h 1031082"/>
                <a:gd name="connsiteX40" fmla="*/ 11906 w 707231"/>
                <a:gd name="connsiteY40" fmla="*/ 519112 h 1031082"/>
                <a:gd name="connsiteX41" fmla="*/ 0 w 707231"/>
                <a:gd name="connsiteY41" fmla="*/ 550069 h 1031082"/>
                <a:gd name="connsiteX42" fmla="*/ 11906 w 707231"/>
                <a:gd name="connsiteY42" fmla="*/ 561975 h 1031082"/>
                <a:gd name="connsiteX43" fmla="*/ 30956 w 707231"/>
                <a:gd name="connsiteY43" fmla="*/ 592931 h 1031082"/>
                <a:gd name="connsiteX44" fmla="*/ 97631 w 707231"/>
                <a:gd name="connsiteY44" fmla="*/ 609600 h 1031082"/>
                <a:gd name="connsiteX45" fmla="*/ 104775 w 707231"/>
                <a:gd name="connsiteY45" fmla="*/ 676275 h 1031082"/>
                <a:gd name="connsiteX46" fmla="*/ 90487 w 707231"/>
                <a:gd name="connsiteY46" fmla="*/ 728662 h 1031082"/>
                <a:gd name="connsiteX47" fmla="*/ 80962 w 707231"/>
                <a:gd name="connsiteY47" fmla="*/ 747712 h 1031082"/>
                <a:gd name="connsiteX48" fmla="*/ 80962 w 707231"/>
                <a:gd name="connsiteY48" fmla="*/ 781050 h 1031082"/>
                <a:gd name="connsiteX49" fmla="*/ 109537 w 707231"/>
                <a:gd name="connsiteY49" fmla="*/ 819150 h 1031082"/>
                <a:gd name="connsiteX50" fmla="*/ 102393 w 707231"/>
                <a:gd name="connsiteY50" fmla="*/ 869156 h 1031082"/>
                <a:gd name="connsiteX51" fmla="*/ 83343 w 707231"/>
                <a:gd name="connsiteY51" fmla="*/ 890587 h 1031082"/>
                <a:gd name="connsiteX52" fmla="*/ 85725 w 707231"/>
                <a:gd name="connsiteY52" fmla="*/ 954881 h 1031082"/>
                <a:gd name="connsiteX53" fmla="*/ 92868 w 707231"/>
                <a:gd name="connsiteY53" fmla="*/ 966787 h 1031082"/>
                <a:gd name="connsiteX54" fmla="*/ 71437 w 707231"/>
                <a:gd name="connsiteY54" fmla="*/ 1031081 h 1031082"/>
                <a:gd name="connsiteX0" fmla="*/ 71437 w 707231"/>
                <a:gd name="connsiteY0" fmla="*/ 1031081 h 1059657"/>
                <a:gd name="connsiteX1" fmla="*/ 114299 w 707231"/>
                <a:gd name="connsiteY1" fmla="*/ 1059657 h 1059657"/>
                <a:gd name="connsiteX2" fmla="*/ 154781 w 707231"/>
                <a:gd name="connsiteY2" fmla="*/ 1026319 h 1059657"/>
                <a:gd name="connsiteX3" fmla="*/ 200025 w 707231"/>
                <a:gd name="connsiteY3" fmla="*/ 1012031 h 1059657"/>
                <a:gd name="connsiteX4" fmla="*/ 247650 w 707231"/>
                <a:gd name="connsiteY4" fmla="*/ 969169 h 1059657"/>
                <a:gd name="connsiteX5" fmla="*/ 276225 w 707231"/>
                <a:gd name="connsiteY5" fmla="*/ 912019 h 1059657"/>
                <a:gd name="connsiteX6" fmla="*/ 350043 w 707231"/>
                <a:gd name="connsiteY6" fmla="*/ 871537 h 1059657"/>
                <a:gd name="connsiteX7" fmla="*/ 411956 w 707231"/>
                <a:gd name="connsiteY7" fmla="*/ 823912 h 1059657"/>
                <a:gd name="connsiteX8" fmla="*/ 411956 w 707231"/>
                <a:gd name="connsiteY8" fmla="*/ 781050 h 1059657"/>
                <a:gd name="connsiteX9" fmla="*/ 471487 w 707231"/>
                <a:gd name="connsiteY9" fmla="*/ 671512 h 1059657"/>
                <a:gd name="connsiteX10" fmla="*/ 547687 w 707231"/>
                <a:gd name="connsiteY10" fmla="*/ 642937 h 1059657"/>
                <a:gd name="connsiteX11" fmla="*/ 595312 w 707231"/>
                <a:gd name="connsiteY11" fmla="*/ 592931 h 1059657"/>
                <a:gd name="connsiteX12" fmla="*/ 597693 w 707231"/>
                <a:gd name="connsiteY12" fmla="*/ 438150 h 1059657"/>
                <a:gd name="connsiteX13" fmla="*/ 604837 w 707231"/>
                <a:gd name="connsiteY13" fmla="*/ 350044 h 1059657"/>
                <a:gd name="connsiteX14" fmla="*/ 614362 w 707231"/>
                <a:gd name="connsiteY14" fmla="*/ 295275 h 1059657"/>
                <a:gd name="connsiteX15" fmla="*/ 671512 w 707231"/>
                <a:gd name="connsiteY15" fmla="*/ 219075 h 1059657"/>
                <a:gd name="connsiteX16" fmla="*/ 707231 w 707231"/>
                <a:gd name="connsiteY16" fmla="*/ 147637 h 1059657"/>
                <a:gd name="connsiteX17" fmla="*/ 697706 w 707231"/>
                <a:gd name="connsiteY17" fmla="*/ 97631 h 1059657"/>
                <a:gd name="connsiteX18" fmla="*/ 702468 w 707231"/>
                <a:gd name="connsiteY18" fmla="*/ 35719 h 1059657"/>
                <a:gd name="connsiteX19" fmla="*/ 628650 w 707231"/>
                <a:gd name="connsiteY19" fmla="*/ 0 h 1059657"/>
                <a:gd name="connsiteX20" fmla="*/ 600075 w 707231"/>
                <a:gd name="connsiteY20" fmla="*/ 28575 h 1059657"/>
                <a:gd name="connsiteX21" fmla="*/ 597693 w 707231"/>
                <a:gd name="connsiteY21" fmla="*/ 69056 h 1059657"/>
                <a:gd name="connsiteX22" fmla="*/ 583406 w 707231"/>
                <a:gd name="connsiteY22" fmla="*/ 88106 h 1059657"/>
                <a:gd name="connsiteX23" fmla="*/ 523875 w 707231"/>
                <a:gd name="connsiteY23" fmla="*/ 95250 h 1059657"/>
                <a:gd name="connsiteX24" fmla="*/ 509587 w 707231"/>
                <a:gd name="connsiteY24" fmla="*/ 135731 h 1059657"/>
                <a:gd name="connsiteX25" fmla="*/ 478631 w 707231"/>
                <a:gd name="connsiteY25" fmla="*/ 128587 h 1059657"/>
                <a:gd name="connsiteX26" fmla="*/ 466725 w 707231"/>
                <a:gd name="connsiteY26" fmla="*/ 154781 h 1059657"/>
                <a:gd name="connsiteX27" fmla="*/ 431006 w 707231"/>
                <a:gd name="connsiteY27" fmla="*/ 147637 h 1059657"/>
                <a:gd name="connsiteX28" fmla="*/ 376237 w 707231"/>
                <a:gd name="connsiteY28" fmla="*/ 169069 h 1059657"/>
                <a:gd name="connsiteX29" fmla="*/ 319087 w 707231"/>
                <a:gd name="connsiteY29" fmla="*/ 166687 h 1059657"/>
                <a:gd name="connsiteX30" fmla="*/ 307181 w 707231"/>
                <a:gd name="connsiteY30" fmla="*/ 135731 h 1059657"/>
                <a:gd name="connsiteX31" fmla="*/ 273843 w 707231"/>
                <a:gd name="connsiteY31" fmla="*/ 147637 h 1059657"/>
                <a:gd name="connsiteX32" fmla="*/ 178593 w 707231"/>
                <a:gd name="connsiteY32" fmla="*/ 173831 h 1059657"/>
                <a:gd name="connsiteX33" fmla="*/ 188118 w 707231"/>
                <a:gd name="connsiteY33" fmla="*/ 202406 h 1059657"/>
                <a:gd name="connsiteX34" fmla="*/ 195262 w 707231"/>
                <a:gd name="connsiteY34" fmla="*/ 233362 h 1059657"/>
                <a:gd name="connsiteX35" fmla="*/ 142875 w 707231"/>
                <a:gd name="connsiteY35" fmla="*/ 338137 h 1059657"/>
                <a:gd name="connsiteX36" fmla="*/ 57150 w 707231"/>
                <a:gd name="connsiteY36" fmla="*/ 323850 h 1059657"/>
                <a:gd name="connsiteX37" fmla="*/ 11906 w 707231"/>
                <a:gd name="connsiteY37" fmla="*/ 347662 h 1059657"/>
                <a:gd name="connsiteX38" fmla="*/ 0 w 707231"/>
                <a:gd name="connsiteY38" fmla="*/ 400050 h 1059657"/>
                <a:gd name="connsiteX39" fmla="*/ 14287 w 707231"/>
                <a:gd name="connsiteY39" fmla="*/ 476250 h 1059657"/>
                <a:gd name="connsiteX40" fmla="*/ 11906 w 707231"/>
                <a:gd name="connsiteY40" fmla="*/ 519112 h 1059657"/>
                <a:gd name="connsiteX41" fmla="*/ 0 w 707231"/>
                <a:gd name="connsiteY41" fmla="*/ 550069 h 1059657"/>
                <a:gd name="connsiteX42" fmla="*/ 11906 w 707231"/>
                <a:gd name="connsiteY42" fmla="*/ 561975 h 1059657"/>
                <a:gd name="connsiteX43" fmla="*/ 30956 w 707231"/>
                <a:gd name="connsiteY43" fmla="*/ 592931 h 1059657"/>
                <a:gd name="connsiteX44" fmla="*/ 97631 w 707231"/>
                <a:gd name="connsiteY44" fmla="*/ 609600 h 1059657"/>
                <a:gd name="connsiteX45" fmla="*/ 104775 w 707231"/>
                <a:gd name="connsiteY45" fmla="*/ 676275 h 1059657"/>
                <a:gd name="connsiteX46" fmla="*/ 90487 w 707231"/>
                <a:gd name="connsiteY46" fmla="*/ 728662 h 1059657"/>
                <a:gd name="connsiteX47" fmla="*/ 80962 w 707231"/>
                <a:gd name="connsiteY47" fmla="*/ 747712 h 1059657"/>
                <a:gd name="connsiteX48" fmla="*/ 80962 w 707231"/>
                <a:gd name="connsiteY48" fmla="*/ 781050 h 1059657"/>
                <a:gd name="connsiteX49" fmla="*/ 109537 w 707231"/>
                <a:gd name="connsiteY49" fmla="*/ 819150 h 1059657"/>
                <a:gd name="connsiteX50" fmla="*/ 102393 w 707231"/>
                <a:gd name="connsiteY50" fmla="*/ 869156 h 1059657"/>
                <a:gd name="connsiteX51" fmla="*/ 83343 w 707231"/>
                <a:gd name="connsiteY51" fmla="*/ 890587 h 1059657"/>
                <a:gd name="connsiteX52" fmla="*/ 85725 w 707231"/>
                <a:gd name="connsiteY52" fmla="*/ 954881 h 1059657"/>
                <a:gd name="connsiteX53" fmla="*/ 92868 w 707231"/>
                <a:gd name="connsiteY53" fmla="*/ 966787 h 1059657"/>
                <a:gd name="connsiteX54" fmla="*/ 71437 w 707231"/>
                <a:gd name="connsiteY54" fmla="*/ 1031081 h 1059657"/>
                <a:gd name="connsiteX0" fmla="*/ 71437 w 707231"/>
                <a:gd name="connsiteY0" fmla="*/ 1031081 h 1059657"/>
                <a:gd name="connsiteX1" fmla="*/ 114299 w 707231"/>
                <a:gd name="connsiteY1" fmla="*/ 1059657 h 1059657"/>
                <a:gd name="connsiteX2" fmla="*/ 164306 w 707231"/>
                <a:gd name="connsiteY2" fmla="*/ 1033462 h 1059657"/>
                <a:gd name="connsiteX3" fmla="*/ 200025 w 707231"/>
                <a:gd name="connsiteY3" fmla="*/ 1012031 h 1059657"/>
                <a:gd name="connsiteX4" fmla="*/ 247650 w 707231"/>
                <a:gd name="connsiteY4" fmla="*/ 969169 h 1059657"/>
                <a:gd name="connsiteX5" fmla="*/ 276225 w 707231"/>
                <a:gd name="connsiteY5" fmla="*/ 912019 h 1059657"/>
                <a:gd name="connsiteX6" fmla="*/ 350043 w 707231"/>
                <a:gd name="connsiteY6" fmla="*/ 871537 h 1059657"/>
                <a:gd name="connsiteX7" fmla="*/ 411956 w 707231"/>
                <a:gd name="connsiteY7" fmla="*/ 823912 h 1059657"/>
                <a:gd name="connsiteX8" fmla="*/ 411956 w 707231"/>
                <a:gd name="connsiteY8" fmla="*/ 781050 h 1059657"/>
                <a:gd name="connsiteX9" fmla="*/ 471487 w 707231"/>
                <a:gd name="connsiteY9" fmla="*/ 671512 h 1059657"/>
                <a:gd name="connsiteX10" fmla="*/ 547687 w 707231"/>
                <a:gd name="connsiteY10" fmla="*/ 642937 h 1059657"/>
                <a:gd name="connsiteX11" fmla="*/ 595312 w 707231"/>
                <a:gd name="connsiteY11" fmla="*/ 592931 h 1059657"/>
                <a:gd name="connsiteX12" fmla="*/ 597693 w 707231"/>
                <a:gd name="connsiteY12" fmla="*/ 438150 h 1059657"/>
                <a:gd name="connsiteX13" fmla="*/ 604837 w 707231"/>
                <a:gd name="connsiteY13" fmla="*/ 350044 h 1059657"/>
                <a:gd name="connsiteX14" fmla="*/ 614362 w 707231"/>
                <a:gd name="connsiteY14" fmla="*/ 295275 h 1059657"/>
                <a:gd name="connsiteX15" fmla="*/ 671512 w 707231"/>
                <a:gd name="connsiteY15" fmla="*/ 219075 h 1059657"/>
                <a:gd name="connsiteX16" fmla="*/ 707231 w 707231"/>
                <a:gd name="connsiteY16" fmla="*/ 147637 h 1059657"/>
                <a:gd name="connsiteX17" fmla="*/ 697706 w 707231"/>
                <a:gd name="connsiteY17" fmla="*/ 97631 h 1059657"/>
                <a:gd name="connsiteX18" fmla="*/ 702468 w 707231"/>
                <a:gd name="connsiteY18" fmla="*/ 35719 h 1059657"/>
                <a:gd name="connsiteX19" fmla="*/ 628650 w 707231"/>
                <a:gd name="connsiteY19" fmla="*/ 0 h 1059657"/>
                <a:gd name="connsiteX20" fmla="*/ 600075 w 707231"/>
                <a:gd name="connsiteY20" fmla="*/ 28575 h 1059657"/>
                <a:gd name="connsiteX21" fmla="*/ 597693 w 707231"/>
                <a:gd name="connsiteY21" fmla="*/ 69056 h 1059657"/>
                <a:gd name="connsiteX22" fmla="*/ 583406 w 707231"/>
                <a:gd name="connsiteY22" fmla="*/ 88106 h 1059657"/>
                <a:gd name="connsiteX23" fmla="*/ 523875 w 707231"/>
                <a:gd name="connsiteY23" fmla="*/ 95250 h 1059657"/>
                <a:gd name="connsiteX24" fmla="*/ 509587 w 707231"/>
                <a:gd name="connsiteY24" fmla="*/ 135731 h 1059657"/>
                <a:gd name="connsiteX25" fmla="*/ 478631 w 707231"/>
                <a:gd name="connsiteY25" fmla="*/ 128587 h 1059657"/>
                <a:gd name="connsiteX26" fmla="*/ 466725 w 707231"/>
                <a:gd name="connsiteY26" fmla="*/ 154781 h 1059657"/>
                <a:gd name="connsiteX27" fmla="*/ 431006 w 707231"/>
                <a:gd name="connsiteY27" fmla="*/ 147637 h 1059657"/>
                <a:gd name="connsiteX28" fmla="*/ 376237 w 707231"/>
                <a:gd name="connsiteY28" fmla="*/ 169069 h 1059657"/>
                <a:gd name="connsiteX29" fmla="*/ 319087 w 707231"/>
                <a:gd name="connsiteY29" fmla="*/ 166687 h 1059657"/>
                <a:gd name="connsiteX30" fmla="*/ 307181 w 707231"/>
                <a:gd name="connsiteY30" fmla="*/ 135731 h 1059657"/>
                <a:gd name="connsiteX31" fmla="*/ 273843 w 707231"/>
                <a:gd name="connsiteY31" fmla="*/ 147637 h 1059657"/>
                <a:gd name="connsiteX32" fmla="*/ 178593 w 707231"/>
                <a:gd name="connsiteY32" fmla="*/ 173831 h 1059657"/>
                <a:gd name="connsiteX33" fmla="*/ 188118 w 707231"/>
                <a:gd name="connsiteY33" fmla="*/ 202406 h 1059657"/>
                <a:gd name="connsiteX34" fmla="*/ 195262 w 707231"/>
                <a:gd name="connsiteY34" fmla="*/ 233362 h 1059657"/>
                <a:gd name="connsiteX35" fmla="*/ 142875 w 707231"/>
                <a:gd name="connsiteY35" fmla="*/ 338137 h 1059657"/>
                <a:gd name="connsiteX36" fmla="*/ 57150 w 707231"/>
                <a:gd name="connsiteY36" fmla="*/ 323850 h 1059657"/>
                <a:gd name="connsiteX37" fmla="*/ 11906 w 707231"/>
                <a:gd name="connsiteY37" fmla="*/ 347662 h 1059657"/>
                <a:gd name="connsiteX38" fmla="*/ 0 w 707231"/>
                <a:gd name="connsiteY38" fmla="*/ 400050 h 1059657"/>
                <a:gd name="connsiteX39" fmla="*/ 14287 w 707231"/>
                <a:gd name="connsiteY39" fmla="*/ 476250 h 1059657"/>
                <a:gd name="connsiteX40" fmla="*/ 11906 w 707231"/>
                <a:gd name="connsiteY40" fmla="*/ 519112 h 1059657"/>
                <a:gd name="connsiteX41" fmla="*/ 0 w 707231"/>
                <a:gd name="connsiteY41" fmla="*/ 550069 h 1059657"/>
                <a:gd name="connsiteX42" fmla="*/ 11906 w 707231"/>
                <a:gd name="connsiteY42" fmla="*/ 561975 h 1059657"/>
                <a:gd name="connsiteX43" fmla="*/ 30956 w 707231"/>
                <a:gd name="connsiteY43" fmla="*/ 592931 h 1059657"/>
                <a:gd name="connsiteX44" fmla="*/ 97631 w 707231"/>
                <a:gd name="connsiteY44" fmla="*/ 609600 h 1059657"/>
                <a:gd name="connsiteX45" fmla="*/ 104775 w 707231"/>
                <a:gd name="connsiteY45" fmla="*/ 676275 h 1059657"/>
                <a:gd name="connsiteX46" fmla="*/ 90487 w 707231"/>
                <a:gd name="connsiteY46" fmla="*/ 728662 h 1059657"/>
                <a:gd name="connsiteX47" fmla="*/ 80962 w 707231"/>
                <a:gd name="connsiteY47" fmla="*/ 747712 h 1059657"/>
                <a:gd name="connsiteX48" fmla="*/ 80962 w 707231"/>
                <a:gd name="connsiteY48" fmla="*/ 781050 h 1059657"/>
                <a:gd name="connsiteX49" fmla="*/ 109537 w 707231"/>
                <a:gd name="connsiteY49" fmla="*/ 819150 h 1059657"/>
                <a:gd name="connsiteX50" fmla="*/ 102393 w 707231"/>
                <a:gd name="connsiteY50" fmla="*/ 869156 h 1059657"/>
                <a:gd name="connsiteX51" fmla="*/ 83343 w 707231"/>
                <a:gd name="connsiteY51" fmla="*/ 890587 h 1059657"/>
                <a:gd name="connsiteX52" fmla="*/ 85725 w 707231"/>
                <a:gd name="connsiteY52" fmla="*/ 954881 h 1059657"/>
                <a:gd name="connsiteX53" fmla="*/ 92868 w 707231"/>
                <a:gd name="connsiteY53" fmla="*/ 966787 h 1059657"/>
                <a:gd name="connsiteX54" fmla="*/ 71437 w 707231"/>
                <a:gd name="connsiteY54" fmla="*/ 1031081 h 1059657"/>
                <a:gd name="connsiteX0" fmla="*/ 71437 w 707231"/>
                <a:gd name="connsiteY0" fmla="*/ 1031081 h 1054894"/>
                <a:gd name="connsiteX1" fmla="*/ 102393 w 707231"/>
                <a:gd name="connsiteY1" fmla="*/ 1054894 h 1054894"/>
                <a:gd name="connsiteX2" fmla="*/ 164306 w 707231"/>
                <a:gd name="connsiteY2" fmla="*/ 1033462 h 1054894"/>
                <a:gd name="connsiteX3" fmla="*/ 200025 w 707231"/>
                <a:gd name="connsiteY3" fmla="*/ 1012031 h 1054894"/>
                <a:gd name="connsiteX4" fmla="*/ 247650 w 707231"/>
                <a:gd name="connsiteY4" fmla="*/ 969169 h 1054894"/>
                <a:gd name="connsiteX5" fmla="*/ 276225 w 707231"/>
                <a:gd name="connsiteY5" fmla="*/ 912019 h 1054894"/>
                <a:gd name="connsiteX6" fmla="*/ 350043 w 707231"/>
                <a:gd name="connsiteY6" fmla="*/ 871537 h 1054894"/>
                <a:gd name="connsiteX7" fmla="*/ 411956 w 707231"/>
                <a:gd name="connsiteY7" fmla="*/ 823912 h 1054894"/>
                <a:gd name="connsiteX8" fmla="*/ 411956 w 707231"/>
                <a:gd name="connsiteY8" fmla="*/ 781050 h 1054894"/>
                <a:gd name="connsiteX9" fmla="*/ 471487 w 707231"/>
                <a:gd name="connsiteY9" fmla="*/ 671512 h 1054894"/>
                <a:gd name="connsiteX10" fmla="*/ 547687 w 707231"/>
                <a:gd name="connsiteY10" fmla="*/ 642937 h 1054894"/>
                <a:gd name="connsiteX11" fmla="*/ 595312 w 707231"/>
                <a:gd name="connsiteY11" fmla="*/ 592931 h 1054894"/>
                <a:gd name="connsiteX12" fmla="*/ 597693 w 707231"/>
                <a:gd name="connsiteY12" fmla="*/ 438150 h 1054894"/>
                <a:gd name="connsiteX13" fmla="*/ 604837 w 707231"/>
                <a:gd name="connsiteY13" fmla="*/ 350044 h 1054894"/>
                <a:gd name="connsiteX14" fmla="*/ 614362 w 707231"/>
                <a:gd name="connsiteY14" fmla="*/ 295275 h 1054894"/>
                <a:gd name="connsiteX15" fmla="*/ 671512 w 707231"/>
                <a:gd name="connsiteY15" fmla="*/ 219075 h 1054894"/>
                <a:gd name="connsiteX16" fmla="*/ 707231 w 707231"/>
                <a:gd name="connsiteY16" fmla="*/ 147637 h 1054894"/>
                <a:gd name="connsiteX17" fmla="*/ 697706 w 707231"/>
                <a:gd name="connsiteY17" fmla="*/ 97631 h 1054894"/>
                <a:gd name="connsiteX18" fmla="*/ 702468 w 707231"/>
                <a:gd name="connsiteY18" fmla="*/ 35719 h 1054894"/>
                <a:gd name="connsiteX19" fmla="*/ 628650 w 707231"/>
                <a:gd name="connsiteY19" fmla="*/ 0 h 1054894"/>
                <a:gd name="connsiteX20" fmla="*/ 600075 w 707231"/>
                <a:gd name="connsiteY20" fmla="*/ 28575 h 1054894"/>
                <a:gd name="connsiteX21" fmla="*/ 597693 w 707231"/>
                <a:gd name="connsiteY21" fmla="*/ 69056 h 1054894"/>
                <a:gd name="connsiteX22" fmla="*/ 583406 w 707231"/>
                <a:gd name="connsiteY22" fmla="*/ 88106 h 1054894"/>
                <a:gd name="connsiteX23" fmla="*/ 523875 w 707231"/>
                <a:gd name="connsiteY23" fmla="*/ 95250 h 1054894"/>
                <a:gd name="connsiteX24" fmla="*/ 509587 w 707231"/>
                <a:gd name="connsiteY24" fmla="*/ 135731 h 1054894"/>
                <a:gd name="connsiteX25" fmla="*/ 478631 w 707231"/>
                <a:gd name="connsiteY25" fmla="*/ 128587 h 1054894"/>
                <a:gd name="connsiteX26" fmla="*/ 466725 w 707231"/>
                <a:gd name="connsiteY26" fmla="*/ 154781 h 1054894"/>
                <a:gd name="connsiteX27" fmla="*/ 431006 w 707231"/>
                <a:gd name="connsiteY27" fmla="*/ 147637 h 1054894"/>
                <a:gd name="connsiteX28" fmla="*/ 376237 w 707231"/>
                <a:gd name="connsiteY28" fmla="*/ 169069 h 1054894"/>
                <a:gd name="connsiteX29" fmla="*/ 319087 w 707231"/>
                <a:gd name="connsiteY29" fmla="*/ 166687 h 1054894"/>
                <a:gd name="connsiteX30" fmla="*/ 307181 w 707231"/>
                <a:gd name="connsiteY30" fmla="*/ 135731 h 1054894"/>
                <a:gd name="connsiteX31" fmla="*/ 273843 w 707231"/>
                <a:gd name="connsiteY31" fmla="*/ 147637 h 1054894"/>
                <a:gd name="connsiteX32" fmla="*/ 178593 w 707231"/>
                <a:gd name="connsiteY32" fmla="*/ 173831 h 1054894"/>
                <a:gd name="connsiteX33" fmla="*/ 188118 w 707231"/>
                <a:gd name="connsiteY33" fmla="*/ 202406 h 1054894"/>
                <a:gd name="connsiteX34" fmla="*/ 195262 w 707231"/>
                <a:gd name="connsiteY34" fmla="*/ 233362 h 1054894"/>
                <a:gd name="connsiteX35" fmla="*/ 142875 w 707231"/>
                <a:gd name="connsiteY35" fmla="*/ 338137 h 1054894"/>
                <a:gd name="connsiteX36" fmla="*/ 57150 w 707231"/>
                <a:gd name="connsiteY36" fmla="*/ 323850 h 1054894"/>
                <a:gd name="connsiteX37" fmla="*/ 11906 w 707231"/>
                <a:gd name="connsiteY37" fmla="*/ 347662 h 1054894"/>
                <a:gd name="connsiteX38" fmla="*/ 0 w 707231"/>
                <a:gd name="connsiteY38" fmla="*/ 400050 h 1054894"/>
                <a:gd name="connsiteX39" fmla="*/ 14287 w 707231"/>
                <a:gd name="connsiteY39" fmla="*/ 476250 h 1054894"/>
                <a:gd name="connsiteX40" fmla="*/ 11906 w 707231"/>
                <a:gd name="connsiteY40" fmla="*/ 519112 h 1054894"/>
                <a:gd name="connsiteX41" fmla="*/ 0 w 707231"/>
                <a:gd name="connsiteY41" fmla="*/ 550069 h 1054894"/>
                <a:gd name="connsiteX42" fmla="*/ 11906 w 707231"/>
                <a:gd name="connsiteY42" fmla="*/ 561975 h 1054894"/>
                <a:gd name="connsiteX43" fmla="*/ 30956 w 707231"/>
                <a:gd name="connsiteY43" fmla="*/ 592931 h 1054894"/>
                <a:gd name="connsiteX44" fmla="*/ 97631 w 707231"/>
                <a:gd name="connsiteY44" fmla="*/ 609600 h 1054894"/>
                <a:gd name="connsiteX45" fmla="*/ 104775 w 707231"/>
                <a:gd name="connsiteY45" fmla="*/ 676275 h 1054894"/>
                <a:gd name="connsiteX46" fmla="*/ 90487 w 707231"/>
                <a:gd name="connsiteY46" fmla="*/ 728662 h 1054894"/>
                <a:gd name="connsiteX47" fmla="*/ 80962 w 707231"/>
                <a:gd name="connsiteY47" fmla="*/ 747712 h 1054894"/>
                <a:gd name="connsiteX48" fmla="*/ 80962 w 707231"/>
                <a:gd name="connsiteY48" fmla="*/ 781050 h 1054894"/>
                <a:gd name="connsiteX49" fmla="*/ 109537 w 707231"/>
                <a:gd name="connsiteY49" fmla="*/ 819150 h 1054894"/>
                <a:gd name="connsiteX50" fmla="*/ 102393 w 707231"/>
                <a:gd name="connsiteY50" fmla="*/ 869156 h 1054894"/>
                <a:gd name="connsiteX51" fmla="*/ 83343 w 707231"/>
                <a:gd name="connsiteY51" fmla="*/ 890587 h 1054894"/>
                <a:gd name="connsiteX52" fmla="*/ 85725 w 707231"/>
                <a:gd name="connsiteY52" fmla="*/ 954881 h 1054894"/>
                <a:gd name="connsiteX53" fmla="*/ 92868 w 707231"/>
                <a:gd name="connsiteY53" fmla="*/ 966787 h 1054894"/>
                <a:gd name="connsiteX54" fmla="*/ 71437 w 707231"/>
                <a:gd name="connsiteY54" fmla="*/ 1031081 h 1054894"/>
                <a:gd name="connsiteX0" fmla="*/ 71437 w 707231"/>
                <a:gd name="connsiteY0" fmla="*/ 1031081 h 1055124"/>
                <a:gd name="connsiteX1" fmla="*/ 102393 w 707231"/>
                <a:gd name="connsiteY1" fmla="*/ 1054894 h 1055124"/>
                <a:gd name="connsiteX2" fmla="*/ 164306 w 707231"/>
                <a:gd name="connsiteY2" fmla="*/ 1033462 h 1055124"/>
                <a:gd name="connsiteX3" fmla="*/ 200025 w 707231"/>
                <a:gd name="connsiteY3" fmla="*/ 1012031 h 1055124"/>
                <a:gd name="connsiteX4" fmla="*/ 247650 w 707231"/>
                <a:gd name="connsiteY4" fmla="*/ 969169 h 1055124"/>
                <a:gd name="connsiteX5" fmla="*/ 276225 w 707231"/>
                <a:gd name="connsiteY5" fmla="*/ 912019 h 1055124"/>
                <a:gd name="connsiteX6" fmla="*/ 350043 w 707231"/>
                <a:gd name="connsiteY6" fmla="*/ 871537 h 1055124"/>
                <a:gd name="connsiteX7" fmla="*/ 411956 w 707231"/>
                <a:gd name="connsiteY7" fmla="*/ 823912 h 1055124"/>
                <a:gd name="connsiteX8" fmla="*/ 411956 w 707231"/>
                <a:gd name="connsiteY8" fmla="*/ 781050 h 1055124"/>
                <a:gd name="connsiteX9" fmla="*/ 471487 w 707231"/>
                <a:gd name="connsiteY9" fmla="*/ 671512 h 1055124"/>
                <a:gd name="connsiteX10" fmla="*/ 547687 w 707231"/>
                <a:gd name="connsiteY10" fmla="*/ 642937 h 1055124"/>
                <a:gd name="connsiteX11" fmla="*/ 595312 w 707231"/>
                <a:gd name="connsiteY11" fmla="*/ 592931 h 1055124"/>
                <a:gd name="connsiteX12" fmla="*/ 597693 w 707231"/>
                <a:gd name="connsiteY12" fmla="*/ 438150 h 1055124"/>
                <a:gd name="connsiteX13" fmla="*/ 604837 w 707231"/>
                <a:gd name="connsiteY13" fmla="*/ 350044 h 1055124"/>
                <a:gd name="connsiteX14" fmla="*/ 614362 w 707231"/>
                <a:gd name="connsiteY14" fmla="*/ 295275 h 1055124"/>
                <a:gd name="connsiteX15" fmla="*/ 671512 w 707231"/>
                <a:gd name="connsiteY15" fmla="*/ 219075 h 1055124"/>
                <a:gd name="connsiteX16" fmla="*/ 707231 w 707231"/>
                <a:gd name="connsiteY16" fmla="*/ 147637 h 1055124"/>
                <a:gd name="connsiteX17" fmla="*/ 697706 w 707231"/>
                <a:gd name="connsiteY17" fmla="*/ 97631 h 1055124"/>
                <a:gd name="connsiteX18" fmla="*/ 702468 w 707231"/>
                <a:gd name="connsiteY18" fmla="*/ 35719 h 1055124"/>
                <a:gd name="connsiteX19" fmla="*/ 628650 w 707231"/>
                <a:gd name="connsiteY19" fmla="*/ 0 h 1055124"/>
                <a:gd name="connsiteX20" fmla="*/ 600075 w 707231"/>
                <a:gd name="connsiteY20" fmla="*/ 28575 h 1055124"/>
                <a:gd name="connsiteX21" fmla="*/ 597693 w 707231"/>
                <a:gd name="connsiteY21" fmla="*/ 69056 h 1055124"/>
                <a:gd name="connsiteX22" fmla="*/ 583406 w 707231"/>
                <a:gd name="connsiteY22" fmla="*/ 88106 h 1055124"/>
                <a:gd name="connsiteX23" fmla="*/ 523875 w 707231"/>
                <a:gd name="connsiteY23" fmla="*/ 95250 h 1055124"/>
                <a:gd name="connsiteX24" fmla="*/ 509587 w 707231"/>
                <a:gd name="connsiteY24" fmla="*/ 135731 h 1055124"/>
                <a:gd name="connsiteX25" fmla="*/ 478631 w 707231"/>
                <a:gd name="connsiteY25" fmla="*/ 128587 h 1055124"/>
                <a:gd name="connsiteX26" fmla="*/ 466725 w 707231"/>
                <a:gd name="connsiteY26" fmla="*/ 154781 h 1055124"/>
                <a:gd name="connsiteX27" fmla="*/ 431006 w 707231"/>
                <a:gd name="connsiteY27" fmla="*/ 147637 h 1055124"/>
                <a:gd name="connsiteX28" fmla="*/ 376237 w 707231"/>
                <a:gd name="connsiteY28" fmla="*/ 169069 h 1055124"/>
                <a:gd name="connsiteX29" fmla="*/ 319087 w 707231"/>
                <a:gd name="connsiteY29" fmla="*/ 166687 h 1055124"/>
                <a:gd name="connsiteX30" fmla="*/ 307181 w 707231"/>
                <a:gd name="connsiteY30" fmla="*/ 135731 h 1055124"/>
                <a:gd name="connsiteX31" fmla="*/ 273843 w 707231"/>
                <a:gd name="connsiteY31" fmla="*/ 147637 h 1055124"/>
                <a:gd name="connsiteX32" fmla="*/ 178593 w 707231"/>
                <a:gd name="connsiteY32" fmla="*/ 173831 h 1055124"/>
                <a:gd name="connsiteX33" fmla="*/ 188118 w 707231"/>
                <a:gd name="connsiteY33" fmla="*/ 202406 h 1055124"/>
                <a:gd name="connsiteX34" fmla="*/ 195262 w 707231"/>
                <a:gd name="connsiteY34" fmla="*/ 233362 h 1055124"/>
                <a:gd name="connsiteX35" fmla="*/ 142875 w 707231"/>
                <a:gd name="connsiteY35" fmla="*/ 338137 h 1055124"/>
                <a:gd name="connsiteX36" fmla="*/ 57150 w 707231"/>
                <a:gd name="connsiteY36" fmla="*/ 323850 h 1055124"/>
                <a:gd name="connsiteX37" fmla="*/ 11906 w 707231"/>
                <a:gd name="connsiteY37" fmla="*/ 347662 h 1055124"/>
                <a:gd name="connsiteX38" fmla="*/ 0 w 707231"/>
                <a:gd name="connsiteY38" fmla="*/ 400050 h 1055124"/>
                <a:gd name="connsiteX39" fmla="*/ 14287 w 707231"/>
                <a:gd name="connsiteY39" fmla="*/ 476250 h 1055124"/>
                <a:gd name="connsiteX40" fmla="*/ 11906 w 707231"/>
                <a:gd name="connsiteY40" fmla="*/ 519112 h 1055124"/>
                <a:gd name="connsiteX41" fmla="*/ 0 w 707231"/>
                <a:gd name="connsiteY41" fmla="*/ 550069 h 1055124"/>
                <a:gd name="connsiteX42" fmla="*/ 11906 w 707231"/>
                <a:gd name="connsiteY42" fmla="*/ 561975 h 1055124"/>
                <a:gd name="connsiteX43" fmla="*/ 30956 w 707231"/>
                <a:gd name="connsiteY43" fmla="*/ 592931 h 1055124"/>
                <a:gd name="connsiteX44" fmla="*/ 97631 w 707231"/>
                <a:gd name="connsiteY44" fmla="*/ 609600 h 1055124"/>
                <a:gd name="connsiteX45" fmla="*/ 104775 w 707231"/>
                <a:gd name="connsiteY45" fmla="*/ 676275 h 1055124"/>
                <a:gd name="connsiteX46" fmla="*/ 90487 w 707231"/>
                <a:gd name="connsiteY46" fmla="*/ 728662 h 1055124"/>
                <a:gd name="connsiteX47" fmla="*/ 80962 w 707231"/>
                <a:gd name="connsiteY47" fmla="*/ 747712 h 1055124"/>
                <a:gd name="connsiteX48" fmla="*/ 80962 w 707231"/>
                <a:gd name="connsiteY48" fmla="*/ 781050 h 1055124"/>
                <a:gd name="connsiteX49" fmla="*/ 109537 w 707231"/>
                <a:gd name="connsiteY49" fmla="*/ 819150 h 1055124"/>
                <a:gd name="connsiteX50" fmla="*/ 102393 w 707231"/>
                <a:gd name="connsiteY50" fmla="*/ 869156 h 1055124"/>
                <a:gd name="connsiteX51" fmla="*/ 83343 w 707231"/>
                <a:gd name="connsiteY51" fmla="*/ 890587 h 1055124"/>
                <a:gd name="connsiteX52" fmla="*/ 85725 w 707231"/>
                <a:gd name="connsiteY52" fmla="*/ 954881 h 1055124"/>
                <a:gd name="connsiteX53" fmla="*/ 92868 w 707231"/>
                <a:gd name="connsiteY53" fmla="*/ 966787 h 1055124"/>
                <a:gd name="connsiteX54" fmla="*/ 71437 w 707231"/>
                <a:gd name="connsiteY54" fmla="*/ 1031081 h 105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707231" h="1055124">
                  <a:moveTo>
                    <a:pt x="71437" y="1031081"/>
                  </a:moveTo>
                  <a:lnTo>
                    <a:pt x="102393" y="1054894"/>
                  </a:lnTo>
                  <a:cubicBezTo>
                    <a:pt x="127794" y="1057275"/>
                    <a:pt x="143668" y="1040606"/>
                    <a:pt x="164306" y="1033462"/>
                  </a:cubicBezTo>
                  <a:lnTo>
                    <a:pt x="200025" y="1012031"/>
                  </a:lnTo>
                  <a:lnTo>
                    <a:pt x="247650" y="969169"/>
                  </a:lnTo>
                  <a:lnTo>
                    <a:pt x="276225" y="912019"/>
                  </a:lnTo>
                  <a:lnTo>
                    <a:pt x="350043" y="871537"/>
                  </a:lnTo>
                  <a:lnTo>
                    <a:pt x="411956" y="823912"/>
                  </a:lnTo>
                  <a:lnTo>
                    <a:pt x="411956" y="781050"/>
                  </a:lnTo>
                  <a:lnTo>
                    <a:pt x="471487" y="671512"/>
                  </a:lnTo>
                  <a:lnTo>
                    <a:pt x="547687" y="642937"/>
                  </a:lnTo>
                  <a:lnTo>
                    <a:pt x="595312" y="592931"/>
                  </a:lnTo>
                  <a:cubicBezTo>
                    <a:pt x="596106" y="541337"/>
                    <a:pt x="596899" y="489744"/>
                    <a:pt x="597693" y="438150"/>
                  </a:cubicBezTo>
                  <a:lnTo>
                    <a:pt x="604837" y="350044"/>
                  </a:lnTo>
                  <a:lnTo>
                    <a:pt x="614362" y="295275"/>
                  </a:lnTo>
                  <a:lnTo>
                    <a:pt x="671512" y="219075"/>
                  </a:lnTo>
                  <a:lnTo>
                    <a:pt x="707231" y="147637"/>
                  </a:lnTo>
                  <a:lnTo>
                    <a:pt x="697706" y="97631"/>
                  </a:lnTo>
                  <a:lnTo>
                    <a:pt x="702468" y="35719"/>
                  </a:lnTo>
                  <a:lnTo>
                    <a:pt x="628650" y="0"/>
                  </a:lnTo>
                  <a:lnTo>
                    <a:pt x="600075" y="28575"/>
                  </a:lnTo>
                  <a:lnTo>
                    <a:pt x="597693" y="69056"/>
                  </a:lnTo>
                  <a:lnTo>
                    <a:pt x="583406" y="88106"/>
                  </a:lnTo>
                  <a:lnTo>
                    <a:pt x="523875" y="95250"/>
                  </a:lnTo>
                  <a:lnTo>
                    <a:pt x="509587" y="135731"/>
                  </a:lnTo>
                  <a:lnTo>
                    <a:pt x="478631" y="128587"/>
                  </a:lnTo>
                  <a:lnTo>
                    <a:pt x="466725" y="154781"/>
                  </a:lnTo>
                  <a:lnTo>
                    <a:pt x="431006" y="147637"/>
                  </a:lnTo>
                  <a:lnTo>
                    <a:pt x="376237" y="169069"/>
                  </a:lnTo>
                  <a:lnTo>
                    <a:pt x="319087" y="166687"/>
                  </a:lnTo>
                  <a:lnTo>
                    <a:pt x="307181" y="135731"/>
                  </a:lnTo>
                  <a:lnTo>
                    <a:pt x="273843" y="147637"/>
                  </a:lnTo>
                  <a:lnTo>
                    <a:pt x="178593" y="173831"/>
                  </a:lnTo>
                  <a:lnTo>
                    <a:pt x="188118" y="202406"/>
                  </a:lnTo>
                  <a:lnTo>
                    <a:pt x="195262" y="233362"/>
                  </a:lnTo>
                  <a:lnTo>
                    <a:pt x="142875" y="338137"/>
                  </a:lnTo>
                  <a:lnTo>
                    <a:pt x="57150" y="323850"/>
                  </a:lnTo>
                  <a:lnTo>
                    <a:pt x="11906" y="347662"/>
                  </a:lnTo>
                  <a:lnTo>
                    <a:pt x="0" y="400050"/>
                  </a:lnTo>
                  <a:lnTo>
                    <a:pt x="14287" y="476250"/>
                  </a:lnTo>
                  <a:lnTo>
                    <a:pt x="11906" y="519112"/>
                  </a:lnTo>
                  <a:lnTo>
                    <a:pt x="0" y="550069"/>
                  </a:lnTo>
                  <a:lnTo>
                    <a:pt x="11906" y="561975"/>
                  </a:lnTo>
                  <a:lnTo>
                    <a:pt x="30956" y="592931"/>
                  </a:lnTo>
                  <a:lnTo>
                    <a:pt x="97631" y="609600"/>
                  </a:lnTo>
                  <a:lnTo>
                    <a:pt x="104775" y="676275"/>
                  </a:lnTo>
                  <a:lnTo>
                    <a:pt x="90487" y="728662"/>
                  </a:lnTo>
                  <a:lnTo>
                    <a:pt x="80962" y="747712"/>
                  </a:lnTo>
                  <a:lnTo>
                    <a:pt x="80962" y="781050"/>
                  </a:lnTo>
                  <a:lnTo>
                    <a:pt x="109537" y="819150"/>
                  </a:lnTo>
                  <a:lnTo>
                    <a:pt x="102393" y="869156"/>
                  </a:lnTo>
                  <a:lnTo>
                    <a:pt x="83343" y="890587"/>
                  </a:lnTo>
                  <a:lnTo>
                    <a:pt x="85725" y="954881"/>
                  </a:lnTo>
                  <a:lnTo>
                    <a:pt x="92868" y="966787"/>
                  </a:lnTo>
                  <a:lnTo>
                    <a:pt x="71437" y="103108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4" name="Freeform 83"/>
            <p:cNvSpPr/>
            <p:nvPr/>
          </p:nvSpPr>
          <p:spPr>
            <a:xfrm>
              <a:off x="3492500" y="4033838"/>
              <a:ext cx="1466850" cy="1209675"/>
            </a:xfrm>
            <a:custGeom>
              <a:avLst/>
              <a:gdLst>
                <a:gd name="connsiteX0" fmla="*/ 30956 w 1466850"/>
                <a:gd name="connsiteY0" fmla="*/ 302419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30956 w 1466850"/>
                <a:gd name="connsiteY114" fmla="*/ 302419 h 1095375"/>
                <a:gd name="connsiteX0" fmla="*/ 30956 w 1466850"/>
                <a:gd name="connsiteY0" fmla="*/ 302419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83344 w 1466850"/>
                <a:gd name="connsiteY114" fmla="*/ 311944 h 1095375"/>
                <a:gd name="connsiteX115" fmla="*/ 30956 w 1466850"/>
                <a:gd name="connsiteY115" fmla="*/ 302419 h 1095375"/>
                <a:gd name="connsiteX0" fmla="*/ 30956 w 1466850"/>
                <a:gd name="connsiteY0" fmla="*/ 302419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78581 w 1466850"/>
                <a:gd name="connsiteY114" fmla="*/ 326232 h 1095375"/>
                <a:gd name="connsiteX115" fmla="*/ 30956 w 1466850"/>
                <a:gd name="connsiteY115" fmla="*/ 302419 h 1095375"/>
                <a:gd name="connsiteX0" fmla="*/ 30956 w 1466850"/>
                <a:gd name="connsiteY0" fmla="*/ 316706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78581 w 1466850"/>
                <a:gd name="connsiteY114" fmla="*/ 326232 h 1095375"/>
                <a:gd name="connsiteX115" fmla="*/ 30956 w 1466850"/>
                <a:gd name="connsiteY115" fmla="*/ 316706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78581 w 1466850"/>
                <a:gd name="connsiteY114" fmla="*/ 326232 h 1095375"/>
                <a:gd name="connsiteX115" fmla="*/ 30956 w 1466850"/>
                <a:gd name="connsiteY115"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54769 w 1466850"/>
                <a:gd name="connsiteY114" fmla="*/ 311945 h 1095375"/>
                <a:gd name="connsiteX115" fmla="*/ 30956 w 1466850"/>
                <a:gd name="connsiteY115"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54769 w 1466850"/>
                <a:gd name="connsiteY114" fmla="*/ 311945 h 1095375"/>
                <a:gd name="connsiteX115" fmla="*/ 90487 w 1466850"/>
                <a:gd name="connsiteY115" fmla="*/ 316706 h 1095375"/>
                <a:gd name="connsiteX116" fmla="*/ 30956 w 1466850"/>
                <a:gd name="connsiteY116"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54769 w 1466850"/>
                <a:gd name="connsiteY114" fmla="*/ 311945 h 1095375"/>
                <a:gd name="connsiteX115" fmla="*/ 83343 w 1466850"/>
                <a:gd name="connsiteY115" fmla="*/ 302418 h 1095375"/>
                <a:gd name="connsiteX116" fmla="*/ 30956 w 1466850"/>
                <a:gd name="connsiteY116"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109538 w 1466850"/>
                <a:gd name="connsiteY114" fmla="*/ 311945 h 1095375"/>
                <a:gd name="connsiteX115" fmla="*/ 83343 w 1466850"/>
                <a:gd name="connsiteY115" fmla="*/ 302418 h 1095375"/>
                <a:gd name="connsiteX116" fmla="*/ 30956 w 1466850"/>
                <a:gd name="connsiteY116"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109538 w 1466850"/>
                <a:gd name="connsiteY114" fmla="*/ 311945 h 1095375"/>
                <a:gd name="connsiteX115" fmla="*/ 59530 w 1466850"/>
                <a:gd name="connsiteY115" fmla="*/ 302418 h 1095375"/>
                <a:gd name="connsiteX116" fmla="*/ 30956 w 1466850"/>
                <a:gd name="connsiteY116"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66676 w 1466850"/>
                <a:gd name="connsiteY114" fmla="*/ 321470 h 1095375"/>
                <a:gd name="connsiteX115" fmla="*/ 59530 w 1466850"/>
                <a:gd name="connsiteY115" fmla="*/ 302418 h 1095375"/>
                <a:gd name="connsiteX116" fmla="*/ 30956 w 1466850"/>
                <a:gd name="connsiteY116"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242887 w 1466850"/>
                <a:gd name="connsiteY14" fmla="*/ 1092994 h 1095375"/>
                <a:gd name="connsiteX15" fmla="*/ 238125 w 1466850"/>
                <a:gd name="connsiteY15" fmla="*/ 1045369 h 1095375"/>
                <a:gd name="connsiteX16" fmla="*/ 230981 w 1466850"/>
                <a:gd name="connsiteY16" fmla="*/ 1035844 h 1095375"/>
                <a:gd name="connsiteX17" fmla="*/ 252412 w 1466850"/>
                <a:gd name="connsiteY17" fmla="*/ 1019175 h 1095375"/>
                <a:gd name="connsiteX18" fmla="*/ 314325 w 1466850"/>
                <a:gd name="connsiteY18" fmla="*/ 995362 h 1095375"/>
                <a:gd name="connsiteX19" fmla="*/ 311944 w 1466850"/>
                <a:gd name="connsiteY19" fmla="*/ 959644 h 1095375"/>
                <a:gd name="connsiteX20" fmla="*/ 326231 w 1466850"/>
                <a:gd name="connsiteY20" fmla="*/ 942975 h 1095375"/>
                <a:gd name="connsiteX21" fmla="*/ 452437 w 1466850"/>
                <a:gd name="connsiteY21" fmla="*/ 950119 h 1095375"/>
                <a:gd name="connsiteX22" fmla="*/ 464344 w 1466850"/>
                <a:gd name="connsiteY22" fmla="*/ 933450 h 1095375"/>
                <a:gd name="connsiteX23" fmla="*/ 476250 w 1466850"/>
                <a:gd name="connsiteY23" fmla="*/ 883444 h 1095375"/>
                <a:gd name="connsiteX24" fmla="*/ 488156 w 1466850"/>
                <a:gd name="connsiteY24" fmla="*/ 857250 h 1095375"/>
                <a:gd name="connsiteX25" fmla="*/ 526256 w 1466850"/>
                <a:gd name="connsiteY25" fmla="*/ 862012 h 1095375"/>
                <a:gd name="connsiteX26" fmla="*/ 545306 w 1466850"/>
                <a:gd name="connsiteY26" fmla="*/ 909637 h 1095375"/>
                <a:gd name="connsiteX27" fmla="*/ 566737 w 1466850"/>
                <a:gd name="connsiteY27" fmla="*/ 881062 h 1095375"/>
                <a:gd name="connsiteX28" fmla="*/ 621506 w 1466850"/>
                <a:gd name="connsiteY28" fmla="*/ 845344 h 1095375"/>
                <a:gd name="connsiteX29" fmla="*/ 709612 w 1466850"/>
                <a:gd name="connsiteY29" fmla="*/ 814387 h 1095375"/>
                <a:gd name="connsiteX30" fmla="*/ 716756 w 1466850"/>
                <a:gd name="connsiteY30" fmla="*/ 769144 h 1095375"/>
                <a:gd name="connsiteX31" fmla="*/ 742950 w 1466850"/>
                <a:gd name="connsiteY31" fmla="*/ 750094 h 1095375"/>
                <a:gd name="connsiteX32" fmla="*/ 785812 w 1466850"/>
                <a:gd name="connsiteY32" fmla="*/ 726281 h 1095375"/>
                <a:gd name="connsiteX33" fmla="*/ 800100 w 1466850"/>
                <a:gd name="connsiteY33" fmla="*/ 716756 h 1095375"/>
                <a:gd name="connsiteX34" fmla="*/ 862012 w 1466850"/>
                <a:gd name="connsiteY34" fmla="*/ 721519 h 1095375"/>
                <a:gd name="connsiteX35" fmla="*/ 883444 w 1466850"/>
                <a:gd name="connsiteY35" fmla="*/ 721519 h 1095375"/>
                <a:gd name="connsiteX36" fmla="*/ 892969 w 1466850"/>
                <a:gd name="connsiteY36" fmla="*/ 697706 h 1095375"/>
                <a:gd name="connsiteX37" fmla="*/ 892969 w 1466850"/>
                <a:gd name="connsiteY37" fmla="*/ 697706 h 1095375"/>
                <a:gd name="connsiteX38" fmla="*/ 921544 w 1466850"/>
                <a:gd name="connsiteY38" fmla="*/ 609600 h 1095375"/>
                <a:gd name="connsiteX39" fmla="*/ 909637 w 1466850"/>
                <a:gd name="connsiteY39" fmla="*/ 552450 h 1095375"/>
                <a:gd name="connsiteX40" fmla="*/ 928687 w 1466850"/>
                <a:gd name="connsiteY40" fmla="*/ 540544 h 1095375"/>
                <a:gd name="connsiteX41" fmla="*/ 973931 w 1466850"/>
                <a:gd name="connsiteY41" fmla="*/ 535781 h 1095375"/>
                <a:gd name="connsiteX42" fmla="*/ 1014412 w 1466850"/>
                <a:gd name="connsiteY42" fmla="*/ 447675 h 1095375"/>
                <a:gd name="connsiteX43" fmla="*/ 1038225 w 1466850"/>
                <a:gd name="connsiteY43" fmla="*/ 445294 h 1095375"/>
                <a:gd name="connsiteX44" fmla="*/ 1073944 w 1466850"/>
                <a:gd name="connsiteY44" fmla="*/ 476250 h 1095375"/>
                <a:gd name="connsiteX45" fmla="*/ 1112044 w 1466850"/>
                <a:gd name="connsiteY45" fmla="*/ 514350 h 1095375"/>
                <a:gd name="connsiteX46" fmla="*/ 1171575 w 1466850"/>
                <a:gd name="connsiteY46" fmla="*/ 540544 h 1095375"/>
                <a:gd name="connsiteX47" fmla="*/ 1219200 w 1466850"/>
                <a:gd name="connsiteY47" fmla="*/ 521494 h 1095375"/>
                <a:gd name="connsiteX48" fmla="*/ 1245394 w 1466850"/>
                <a:gd name="connsiteY48" fmla="*/ 502444 h 1095375"/>
                <a:gd name="connsiteX49" fmla="*/ 1278731 w 1466850"/>
                <a:gd name="connsiteY49" fmla="*/ 511969 h 1095375"/>
                <a:gd name="connsiteX50" fmla="*/ 1295400 w 1466850"/>
                <a:gd name="connsiteY50" fmla="*/ 531019 h 1095375"/>
                <a:gd name="connsiteX51" fmla="*/ 1273969 w 1466850"/>
                <a:gd name="connsiteY51" fmla="*/ 573881 h 1095375"/>
                <a:gd name="connsiteX52" fmla="*/ 1271587 w 1466850"/>
                <a:gd name="connsiteY52" fmla="*/ 602456 h 1095375"/>
                <a:gd name="connsiteX53" fmla="*/ 1285875 w 1466850"/>
                <a:gd name="connsiteY53" fmla="*/ 611981 h 1095375"/>
                <a:gd name="connsiteX54" fmla="*/ 1300162 w 1466850"/>
                <a:gd name="connsiteY54" fmla="*/ 628650 h 1095375"/>
                <a:gd name="connsiteX55" fmla="*/ 1321594 w 1466850"/>
                <a:gd name="connsiteY55" fmla="*/ 666750 h 1095375"/>
                <a:gd name="connsiteX56" fmla="*/ 1347787 w 1466850"/>
                <a:gd name="connsiteY56" fmla="*/ 681037 h 1095375"/>
                <a:gd name="connsiteX57" fmla="*/ 1371600 w 1466850"/>
                <a:gd name="connsiteY57" fmla="*/ 681037 h 1095375"/>
                <a:gd name="connsiteX58" fmla="*/ 1376362 w 1466850"/>
                <a:gd name="connsiteY58" fmla="*/ 628650 h 1095375"/>
                <a:gd name="connsiteX59" fmla="*/ 1395412 w 1466850"/>
                <a:gd name="connsiteY59" fmla="*/ 578644 h 1095375"/>
                <a:gd name="connsiteX60" fmla="*/ 1426369 w 1466850"/>
                <a:gd name="connsiteY60" fmla="*/ 571500 h 1095375"/>
                <a:gd name="connsiteX61" fmla="*/ 1466850 w 1466850"/>
                <a:gd name="connsiteY61" fmla="*/ 552450 h 1095375"/>
                <a:gd name="connsiteX62" fmla="*/ 1443037 w 1466850"/>
                <a:gd name="connsiteY62" fmla="*/ 509587 h 1095375"/>
                <a:gd name="connsiteX63" fmla="*/ 1414462 w 1466850"/>
                <a:gd name="connsiteY63" fmla="*/ 464344 h 1095375"/>
                <a:gd name="connsiteX64" fmla="*/ 1388269 w 1466850"/>
                <a:gd name="connsiteY64" fmla="*/ 438150 h 1095375"/>
                <a:gd name="connsiteX65" fmla="*/ 1404937 w 1466850"/>
                <a:gd name="connsiteY65" fmla="*/ 400050 h 1095375"/>
                <a:gd name="connsiteX66" fmla="*/ 1404937 w 1466850"/>
                <a:gd name="connsiteY66" fmla="*/ 383381 h 1095375"/>
                <a:gd name="connsiteX67" fmla="*/ 1431131 w 1466850"/>
                <a:gd name="connsiteY67" fmla="*/ 338137 h 1095375"/>
                <a:gd name="connsiteX68" fmla="*/ 1419225 w 1466850"/>
                <a:gd name="connsiteY68" fmla="*/ 264319 h 1095375"/>
                <a:gd name="connsiteX69" fmla="*/ 1438275 w 1466850"/>
                <a:gd name="connsiteY69" fmla="*/ 202406 h 1095375"/>
                <a:gd name="connsiteX70" fmla="*/ 1435894 w 1466850"/>
                <a:gd name="connsiteY70" fmla="*/ 173831 h 1095375"/>
                <a:gd name="connsiteX71" fmla="*/ 1404937 w 1466850"/>
                <a:gd name="connsiteY71" fmla="*/ 164306 h 1095375"/>
                <a:gd name="connsiteX72" fmla="*/ 1364456 w 1466850"/>
                <a:gd name="connsiteY72" fmla="*/ 154781 h 1095375"/>
                <a:gd name="connsiteX73" fmla="*/ 1293019 w 1466850"/>
                <a:gd name="connsiteY73" fmla="*/ 154781 h 1095375"/>
                <a:gd name="connsiteX74" fmla="*/ 1233487 w 1466850"/>
                <a:gd name="connsiteY74" fmla="*/ 121444 h 1095375"/>
                <a:gd name="connsiteX75" fmla="*/ 1207294 w 1466850"/>
                <a:gd name="connsiteY75" fmla="*/ 114300 h 1095375"/>
                <a:gd name="connsiteX76" fmla="*/ 1188244 w 1466850"/>
                <a:gd name="connsiteY76" fmla="*/ 126206 h 1095375"/>
                <a:gd name="connsiteX77" fmla="*/ 1133475 w 1466850"/>
                <a:gd name="connsiteY77" fmla="*/ 188119 h 1095375"/>
                <a:gd name="connsiteX78" fmla="*/ 1116806 w 1466850"/>
                <a:gd name="connsiteY78" fmla="*/ 188119 h 1095375"/>
                <a:gd name="connsiteX79" fmla="*/ 1078706 w 1466850"/>
                <a:gd name="connsiteY79" fmla="*/ 142875 h 1095375"/>
                <a:gd name="connsiteX80" fmla="*/ 1054894 w 1466850"/>
                <a:gd name="connsiteY80" fmla="*/ 138112 h 1095375"/>
                <a:gd name="connsiteX81" fmla="*/ 997744 w 1466850"/>
                <a:gd name="connsiteY81" fmla="*/ 157162 h 1095375"/>
                <a:gd name="connsiteX82" fmla="*/ 973931 w 1466850"/>
                <a:gd name="connsiteY82" fmla="*/ 178594 h 1095375"/>
                <a:gd name="connsiteX83" fmla="*/ 928687 w 1466850"/>
                <a:gd name="connsiteY83" fmla="*/ 173831 h 1095375"/>
                <a:gd name="connsiteX84" fmla="*/ 878681 w 1466850"/>
                <a:gd name="connsiteY84" fmla="*/ 164306 h 1095375"/>
                <a:gd name="connsiteX85" fmla="*/ 864394 w 1466850"/>
                <a:gd name="connsiteY85" fmla="*/ 83344 h 1095375"/>
                <a:gd name="connsiteX86" fmla="*/ 845344 w 1466850"/>
                <a:gd name="connsiteY86" fmla="*/ 69056 h 1095375"/>
                <a:gd name="connsiteX87" fmla="*/ 747712 w 1466850"/>
                <a:gd name="connsiteY87" fmla="*/ 119062 h 1095375"/>
                <a:gd name="connsiteX88" fmla="*/ 721519 w 1466850"/>
                <a:gd name="connsiteY88" fmla="*/ 140494 h 1095375"/>
                <a:gd name="connsiteX89" fmla="*/ 709612 w 1466850"/>
                <a:gd name="connsiteY89" fmla="*/ 190500 h 1095375"/>
                <a:gd name="connsiteX90" fmla="*/ 707231 w 1466850"/>
                <a:gd name="connsiteY90" fmla="*/ 195262 h 1095375"/>
                <a:gd name="connsiteX91" fmla="*/ 654844 w 1466850"/>
                <a:gd name="connsiteY91" fmla="*/ 190500 h 1095375"/>
                <a:gd name="connsiteX92" fmla="*/ 633412 w 1466850"/>
                <a:gd name="connsiteY92" fmla="*/ 180975 h 1095375"/>
                <a:gd name="connsiteX93" fmla="*/ 614362 w 1466850"/>
                <a:gd name="connsiteY93" fmla="*/ 142875 h 1095375"/>
                <a:gd name="connsiteX94" fmla="*/ 590550 w 1466850"/>
                <a:gd name="connsiteY94" fmla="*/ 130969 h 1095375"/>
                <a:gd name="connsiteX95" fmla="*/ 540544 w 1466850"/>
                <a:gd name="connsiteY95" fmla="*/ 161925 h 1095375"/>
                <a:gd name="connsiteX96" fmla="*/ 507206 w 1466850"/>
                <a:gd name="connsiteY96" fmla="*/ 154781 h 1095375"/>
                <a:gd name="connsiteX97" fmla="*/ 495300 w 1466850"/>
                <a:gd name="connsiteY97" fmla="*/ 123825 h 1095375"/>
                <a:gd name="connsiteX98" fmla="*/ 490537 w 1466850"/>
                <a:gd name="connsiteY98" fmla="*/ 114300 h 1095375"/>
                <a:gd name="connsiteX99" fmla="*/ 431006 w 1466850"/>
                <a:gd name="connsiteY99" fmla="*/ 97631 h 1095375"/>
                <a:gd name="connsiteX100" fmla="*/ 442912 w 1466850"/>
                <a:gd name="connsiteY100" fmla="*/ 33337 h 1095375"/>
                <a:gd name="connsiteX101" fmla="*/ 423862 w 1466850"/>
                <a:gd name="connsiteY101" fmla="*/ 19050 h 1095375"/>
                <a:gd name="connsiteX102" fmla="*/ 335756 w 1466850"/>
                <a:gd name="connsiteY102" fmla="*/ 0 h 1095375"/>
                <a:gd name="connsiteX103" fmla="*/ 302419 w 1466850"/>
                <a:gd name="connsiteY103" fmla="*/ 35719 h 1095375"/>
                <a:gd name="connsiteX104" fmla="*/ 266700 w 1466850"/>
                <a:gd name="connsiteY104" fmla="*/ 50006 h 1095375"/>
                <a:gd name="connsiteX105" fmla="*/ 271462 w 1466850"/>
                <a:gd name="connsiteY105" fmla="*/ 95250 h 1095375"/>
                <a:gd name="connsiteX106" fmla="*/ 316706 w 1466850"/>
                <a:gd name="connsiteY106" fmla="*/ 121444 h 1095375"/>
                <a:gd name="connsiteX107" fmla="*/ 302419 w 1466850"/>
                <a:gd name="connsiteY107" fmla="*/ 145256 h 1095375"/>
                <a:gd name="connsiteX108" fmla="*/ 247650 w 1466850"/>
                <a:gd name="connsiteY108" fmla="*/ 159544 h 1095375"/>
                <a:gd name="connsiteX109" fmla="*/ 214312 w 1466850"/>
                <a:gd name="connsiteY109" fmla="*/ 216694 h 1095375"/>
                <a:gd name="connsiteX110" fmla="*/ 183356 w 1466850"/>
                <a:gd name="connsiteY110" fmla="*/ 221456 h 1095375"/>
                <a:gd name="connsiteX111" fmla="*/ 183356 w 1466850"/>
                <a:gd name="connsiteY111" fmla="*/ 254794 h 1095375"/>
                <a:gd name="connsiteX112" fmla="*/ 161925 w 1466850"/>
                <a:gd name="connsiteY112" fmla="*/ 304800 h 1095375"/>
                <a:gd name="connsiteX113" fmla="*/ 140494 w 1466850"/>
                <a:gd name="connsiteY113" fmla="*/ 323850 h 1095375"/>
                <a:gd name="connsiteX114" fmla="*/ 71439 w 1466850"/>
                <a:gd name="connsiteY114" fmla="*/ 300039 h 1095375"/>
                <a:gd name="connsiteX115" fmla="*/ 59530 w 1466850"/>
                <a:gd name="connsiteY115" fmla="*/ 302418 h 1095375"/>
                <a:gd name="connsiteX116" fmla="*/ 30956 w 1466850"/>
                <a:gd name="connsiteY116" fmla="*/ 295274 h 1095375"/>
                <a:gd name="connsiteX0" fmla="*/ 30956 w 1466850"/>
                <a:gd name="connsiteY0" fmla="*/ 295274 h 1095375"/>
                <a:gd name="connsiteX1" fmla="*/ 19050 w 1466850"/>
                <a:gd name="connsiteY1" fmla="*/ 381000 h 1095375"/>
                <a:gd name="connsiteX2" fmla="*/ 19050 w 1466850"/>
                <a:gd name="connsiteY2" fmla="*/ 397669 h 1095375"/>
                <a:gd name="connsiteX3" fmla="*/ 0 w 1466850"/>
                <a:gd name="connsiteY3" fmla="*/ 459581 h 1095375"/>
                <a:gd name="connsiteX4" fmla="*/ 7144 w 1466850"/>
                <a:gd name="connsiteY4" fmla="*/ 497681 h 1095375"/>
                <a:gd name="connsiteX5" fmla="*/ 9525 w 1466850"/>
                <a:gd name="connsiteY5" fmla="*/ 535781 h 1095375"/>
                <a:gd name="connsiteX6" fmla="*/ 19050 w 1466850"/>
                <a:gd name="connsiteY6" fmla="*/ 583406 h 1095375"/>
                <a:gd name="connsiteX7" fmla="*/ 23812 w 1466850"/>
                <a:gd name="connsiteY7" fmla="*/ 688181 h 1095375"/>
                <a:gd name="connsiteX8" fmla="*/ 35719 w 1466850"/>
                <a:gd name="connsiteY8" fmla="*/ 747712 h 1095375"/>
                <a:gd name="connsiteX9" fmla="*/ 40481 w 1466850"/>
                <a:gd name="connsiteY9" fmla="*/ 778669 h 1095375"/>
                <a:gd name="connsiteX10" fmla="*/ 47625 w 1466850"/>
                <a:gd name="connsiteY10" fmla="*/ 831056 h 1095375"/>
                <a:gd name="connsiteX11" fmla="*/ 38100 w 1466850"/>
                <a:gd name="connsiteY11" fmla="*/ 919162 h 1095375"/>
                <a:gd name="connsiteX12" fmla="*/ 78581 w 1466850"/>
                <a:gd name="connsiteY12" fmla="*/ 1028700 h 1095375"/>
                <a:gd name="connsiteX13" fmla="*/ 71437 w 1466850"/>
                <a:gd name="connsiteY13" fmla="*/ 1095375 h 1095375"/>
                <a:gd name="connsiteX14" fmla="*/ 114300 w 1466850"/>
                <a:gd name="connsiteY14" fmla="*/ 1095375 h 1095375"/>
                <a:gd name="connsiteX15" fmla="*/ 242887 w 1466850"/>
                <a:gd name="connsiteY15" fmla="*/ 1092994 h 1095375"/>
                <a:gd name="connsiteX16" fmla="*/ 238125 w 1466850"/>
                <a:gd name="connsiteY16" fmla="*/ 1045369 h 1095375"/>
                <a:gd name="connsiteX17" fmla="*/ 230981 w 1466850"/>
                <a:gd name="connsiteY17" fmla="*/ 1035844 h 1095375"/>
                <a:gd name="connsiteX18" fmla="*/ 252412 w 1466850"/>
                <a:gd name="connsiteY18" fmla="*/ 1019175 h 1095375"/>
                <a:gd name="connsiteX19" fmla="*/ 314325 w 1466850"/>
                <a:gd name="connsiteY19" fmla="*/ 995362 h 1095375"/>
                <a:gd name="connsiteX20" fmla="*/ 311944 w 1466850"/>
                <a:gd name="connsiteY20" fmla="*/ 959644 h 1095375"/>
                <a:gd name="connsiteX21" fmla="*/ 326231 w 1466850"/>
                <a:gd name="connsiteY21" fmla="*/ 942975 h 1095375"/>
                <a:gd name="connsiteX22" fmla="*/ 452437 w 1466850"/>
                <a:gd name="connsiteY22" fmla="*/ 950119 h 1095375"/>
                <a:gd name="connsiteX23" fmla="*/ 464344 w 1466850"/>
                <a:gd name="connsiteY23" fmla="*/ 933450 h 1095375"/>
                <a:gd name="connsiteX24" fmla="*/ 476250 w 1466850"/>
                <a:gd name="connsiteY24" fmla="*/ 883444 h 1095375"/>
                <a:gd name="connsiteX25" fmla="*/ 488156 w 1466850"/>
                <a:gd name="connsiteY25" fmla="*/ 857250 h 1095375"/>
                <a:gd name="connsiteX26" fmla="*/ 526256 w 1466850"/>
                <a:gd name="connsiteY26" fmla="*/ 862012 h 1095375"/>
                <a:gd name="connsiteX27" fmla="*/ 545306 w 1466850"/>
                <a:gd name="connsiteY27" fmla="*/ 909637 h 1095375"/>
                <a:gd name="connsiteX28" fmla="*/ 566737 w 1466850"/>
                <a:gd name="connsiteY28" fmla="*/ 881062 h 1095375"/>
                <a:gd name="connsiteX29" fmla="*/ 621506 w 1466850"/>
                <a:gd name="connsiteY29" fmla="*/ 845344 h 1095375"/>
                <a:gd name="connsiteX30" fmla="*/ 709612 w 1466850"/>
                <a:gd name="connsiteY30" fmla="*/ 814387 h 1095375"/>
                <a:gd name="connsiteX31" fmla="*/ 716756 w 1466850"/>
                <a:gd name="connsiteY31" fmla="*/ 769144 h 1095375"/>
                <a:gd name="connsiteX32" fmla="*/ 742950 w 1466850"/>
                <a:gd name="connsiteY32" fmla="*/ 750094 h 1095375"/>
                <a:gd name="connsiteX33" fmla="*/ 785812 w 1466850"/>
                <a:gd name="connsiteY33" fmla="*/ 726281 h 1095375"/>
                <a:gd name="connsiteX34" fmla="*/ 800100 w 1466850"/>
                <a:gd name="connsiteY34" fmla="*/ 716756 h 1095375"/>
                <a:gd name="connsiteX35" fmla="*/ 862012 w 1466850"/>
                <a:gd name="connsiteY35" fmla="*/ 721519 h 1095375"/>
                <a:gd name="connsiteX36" fmla="*/ 883444 w 1466850"/>
                <a:gd name="connsiteY36" fmla="*/ 721519 h 1095375"/>
                <a:gd name="connsiteX37" fmla="*/ 892969 w 1466850"/>
                <a:gd name="connsiteY37" fmla="*/ 697706 h 1095375"/>
                <a:gd name="connsiteX38" fmla="*/ 892969 w 1466850"/>
                <a:gd name="connsiteY38" fmla="*/ 697706 h 1095375"/>
                <a:gd name="connsiteX39" fmla="*/ 921544 w 1466850"/>
                <a:gd name="connsiteY39" fmla="*/ 609600 h 1095375"/>
                <a:gd name="connsiteX40" fmla="*/ 909637 w 1466850"/>
                <a:gd name="connsiteY40" fmla="*/ 552450 h 1095375"/>
                <a:gd name="connsiteX41" fmla="*/ 928687 w 1466850"/>
                <a:gd name="connsiteY41" fmla="*/ 540544 h 1095375"/>
                <a:gd name="connsiteX42" fmla="*/ 973931 w 1466850"/>
                <a:gd name="connsiteY42" fmla="*/ 535781 h 1095375"/>
                <a:gd name="connsiteX43" fmla="*/ 1014412 w 1466850"/>
                <a:gd name="connsiteY43" fmla="*/ 447675 h 1095375"/>
                <a:gd name="connsiteX44" fmla="*/ 1038225 w 1466850"/>
                <a:gd name="connsiteY44" fmla="*/ 445294 h 1095375"/>
                <a:gd name="connsiteX45" fmla="*/ 1073944 w 1466850"/>
                <a:gd name="connsiteY45" fmla="*/ 476250 h 1095375"/>
                <a:gd name="connsiteX46" fmla="*/ 1112044 w 1466850"/>
                <a:gd name="connsiteY46" fmla="*/ 514350 h 1095375"/>
                <a:gd name="connsiteX47" fmla="*/ 1171575 w 1466850"/>
                <a:gd name="connsiteY47" fmla="*/ 540544 h 1095375"/>
                <a:gd name="connsiteX48" fmla="*/ 1219200 w 1466850"/>
                <a:gd name="connsiteY48" fmla="*/ 521494 h 1095375"/>
                <a:gd name="connsiteX49" fmla="*/ 1245394 w 1466850"/>
                <a:gd name="connsiteY49" fmla="*/ 502444 h 1095375"/>
                <a:gd name="connsiteX50" fmla="*/ 1278731 w 1466850"/>
                <a:gd name="connsiteY50" fmla="*/ 511969 h 1095375"/>
                <a:gd name="connsiteX51" fmla="*/ 1295400 w 1466850"/>
                <a:gd name="connsiteY51" fmla="*/ 531019 h 1095375"/>
                <a:gd name="connsiteX52" fmla="*/ 1273969 w 1466850"/>
                <a:gd name="connsiteY52" fmla="*/ 573881 h 1095375"/>
                <a:gd name="connsiteX53" fmla="*/ 1271587 w 1466850"/>
                <a:gd name="connsiteY53" fmla="*/ 602456 h 1095375"/>
                <a:gd name="connsiteX54" fmla="*/ 1285875 w 1466850"/>
                <a:gd name="connsiteY54" fmla="*/ 611981 h 1095375"/>
                <a:gd name="connsiteX55" fmla="*/ 1300162 w 1466850"/>
                <a:gd name="connsiteY55" fmla="*/ 628650 h 1095375"/>
                <a:gd name="connsiteX56" fmla="*/ 1321594 w 1466850"/>
                <a:gd name="connsiteY56" fmla="*/ 666750 h 1095375"/>
                <a:gd name="connsiteX57" fmla="*/ 1347787 w 1466850"/>
                <a:gd name="connsiteY57" fmla="*/ 681037 h 1095375"/>
                <a:gd name="connsiteX58" fmla="*/ 1371600 w 1466850"/>
                <a:gd name="connsiteY58" fmla="*/ 681037 h 1095375"/>
                <a:gd name="connsiteX59" fmla="*/ 1376362 w 1466850"/>
                <a:gd name="connsiteY59" fmla="*/ 628650 h 1095375"/>
                <a:gd name="connsiteX60" fmla="*/ 1395412 w 1466850"/>
                <a:gd name="connsiteY60" fmla="*/ 578644 h 1095375"/>
                <a:gd name="connsiteX61" fmla="*/ 1426369 w 1466850"/>
                <a:gd name="connsiteY61" fmla="*/ 571500 h 1095375"/>
                <a:gd name="connsiteX62" fmla="*/ 1466850 w 1466850"/>
                <a:gd name="connsiteY62" fmla="*/ 552450 h 1095375"/>
                <a:gd name="connsiteX63" fmla="*/ 1443037 w 1466850"/>
                <a:gd name="connsiteY63" fmla="*/ 509587 h 1095375"/>
                <a:gd name="connsiteX64" fmla="*/ 1414462 w 1466850"/>
                <a:gd name="connsiteY64" fmla="*/ 464344 h 1095375"/>
                <a:gd name="connsiteX65" fmla="*/ 1388269 w 1466850"/>
                <a:gd name="connsiteY65" fmla="*/ 438150 h 1095375"/>
                <a:gd name="connsiteX66" fmla="*/ 1404937 w 1466850"/>
                <a:gd name="connsiteY66" fmla="*/ 400050 h 1095375"/>
                <a:gd name="connsiteX67" fmla="*/ 1404937 w 1466850"/>
                <a:gd name="connsiteY67" fmla="*/ 383381 h 1095375"/>
                <a:gd name="connsiteX68" fmla="*/ 1431131 w 1466850"/>
                <a:gd name="connsiteY68" fmla="*/ 338137 h 1095375"/>
                <a:gd name="connsiteX69" fmla="*/ 1419225 w 1466850"/>
                <a:gd name="connsiteY69" fmla="*/ 264319 h 1095375"/>
                <a:gd name="connsiteX70" fmla="*/ 1438275 w 1466850"/>
                <a:gd name="connsiteY70" fmla="*/ 202406 h 1095375"/>
                <a:gd name="connsiteX71" fmla="*/ 1435894 w 1466850"/>
                <a:gd name="connsiteY71" fmla="*/ 173831 h 1095375"/>
                <a:gd name="connsiteX72" fmla="*/ 1404937 w 1466850"/>
                <a:gd name="connsiteY72" fmla="*/ 164306 h 1095375"/>
                <a:gd name="connsiteX73" fmla="*/ 1364456 w 1466850"/>
                <a:gd name="connsiteY73" fmla="*/ 154781 h 1095375"/>
                <a:gd name="connsiteX74" fmla="*/ 1293019 w 1466850"/>
                <a:gd name="connsiteY74" fmla="*/ 154781 h 1095375"/>
                <a:gd name="connsiteX75" fmla="*/ 1233487 w 1466850"/>
                <a:gd name="connsiteY75" fmla="*/ 121444 h 1095375"/>
                <a:gd name="connsiteX76" fmla="*/ 1207294 w 1466850"/>
                <a:gd name="connsiteY76" fmla="*/ 114300 h 1095375"/>
                <a:gd name="connsiteX77" fmla="*/ 1188244 w 1466850"/>
                <a:gd name="connsiteY77" fmla="*/ 126206 h 1095375"/>
                <a:gd name="connsiteX78" fmla="*/ 1133475 w 1466850"/>
                <a:gd name="connsiteY78" fmla="*/ 188119 h 1095375"/>
                <a:gd name="connsiteX79" fmla="*/ 1116806 w 1466850"/>
                <a:gd name="connsiteY79" fmla="*/ 188119 h 1095375"/>
                <a:gd name="connsiteX80" fmla="*/ 1078706 w 1466850"/>
                <a:gd name="connsiteY80" fmla="*/ 142875 h 1095375"/>
                <a:gd name="connsiteX81" fmla="*/ 1054894 w 1466850"/>
                <a:gd name="connsiteY81" fmla="*/ 138112 h 1095375"/>
                <a:gd name="connsiteX82" fmla="*/ 997744 w 1466850"/>
                <a:gd name="connsiteY82" fmla="*/ 157162 h 1095375"/>
                <a:gd name="connsiteX83" fmla="*/ 973931 w 1466850"/>
                <a:gd name="connsiteY83" fmla="*/ 178594 h 1095375"/>
                <a:gd name="connsiteX84" fmla="*/ 928687 w 1466850"/>
                <a:gd name="connsiteY84" fmla="*/ 173831 h 1095375"/>
                <a:gd name="connsiteX85" fmla="*/ 878681 w 1466850"/>
                <a:gd name="connsiteY85" fmla="*/ 164306 h 1095375"/>
                <a:gd name="connsiteX86" fmla="*/ 864394 w 1466850"/>
                <a:gd name="connsiteY86" fmla="*/ 83344 h 1095375"/>
                <a:gd name="connsiteX87" fmla="*/ 845344 w 1466850"/>
                <a:gd name="connsiteY87" fmla="*/ 69056 h 1095375"/>
                <a:gd name="connsiteX88" fmla="*/ 747712 w 1466850"/>
                <a:gd name="connsiteY88" fmla="*/ 119062 h 1095375"/>
                <a:gd name="connsiteX89" fmla="*/ 721519 w 1466850"/>
                <a:gd name="connsiteY89" fmla="*/ 140494 h 1095375"/>
                <a:gd name="connsiteX90" fmla="*/ 709612 w 1466850"/>
                <a:gd name="connsiteY90" fmla="*/ 190500 h 1095375"/>
                <a:gd name="connsiteX91" fmla="*/ 707231 w 1466850"/>
                <a:gd name="connsiteY91" fmla="*/ 195262 h 1095375"/>
                <a:gd name="connsiteX92" fmla="*/ 654844 w 1466850"/>
                <a:gd name="connsiteY92" fmla="*/ 190500 h 1095375"/>
                <a:gd name="connsiteX93" fmla="*/ 633412 w 1466850"/>
                <a:gd name="connsiteY93" fmla="*/ 180975 h 1095375"/>
                <a:gd name="connsiteX94" fmla="*/ 614362 w 1466850"/>
                <a:gd name="connsiteY94" fmla="*/ 142875 h 1095375"/>
                <a:gd name="connsiteX95" fmla="*/ 590550 w 1466850"/>
                <a:gd name="connsiteY95" fmla="*/ 130969 h 1095375"/>
                <a:gd name="connsiteX96" fmla="*/ 540544 w 1466850"/>
                <a:gd name="connsiteY96" fmla="*/ 161925 h 1095375"/>
                <a:gd name="connsiteX97" fmla="*/ 507206 w 1466850"/>
                <a:gd name="connsiteY97" fmla="*/ 154781 h 1095375"/>
                <a:gd name="connsiteX98" fmla="*/ 495300 w 1466850"/>
                <a:gd name="connsiteY98" fmla="*/ 123825 h 1095375"/>
                <a:gd name="connsiteX99" fmla="*/ 490537 w 1466850"/>
                <a:gd name="connsiteY99" fmla="*/ 114300 h 1095375"/>
                <a:gd name="connsiteX100" fmla="*/ 431006 w 1466850"/>
                <a:gd name="connsiteY100" fmla="*/ 97631 h 1095375"/>
                <a:gd name="connsiteX101" fmla="*/ 442912 w 1466850"/>
                <a:gd name="connsiteY101" fmla="*/ 33337 h 1095375"/>
                <a:gd name="connsiteX102" fmla="*/ 423862 w 1466850"/>
                <a:gd name="connsiteY102" fmla="*/ 19050 h 1095375"/>
                <a:gd name="connsiteX103" fmla="*/ 335756 w 1466850"/>
                <a:gd name="connsiteY103" fmla="*/ 0 h 1095375"/>
                <a:gd name="connsiteX104" fmla="*/ 302419 w 1466850"/>
                <a:gd name="connsiteY104" fmla="*/ 35719 h 1095375"/>
                <a:gd name="connsiteX105" fmla="*/ 266700 w 1466850"/>
                <a:gd name="connsiteY105" fmla="*/ 50006 h 1095375"/>
                <a:gd name="connsiteX106" fmla="*/ 271462 w 1466850"/>
                <a:gd name="connsiteY106" fmla="*/ 95250 h 1095375"/>
                <a:gd name="connsiteX107" fmla="*/ 316706 w 1466850"/>
                <a:gd name="connsiteY107" fmla="*/ 121444 h 1095375"/>
                <a:gd name="connsiteX108" fmla="*/ 302419 w 1466850"/>
                <a:gd name="connsiteY108" fmla="*/ 145256 h 1095375"/>
                <a:gd name="connsiteX109" fmla="*/ 247650 w 1466850"/>
                <a:gd name="connsiteY109" fmla="*/ 159544 h 1095375"/>
                <a:gd name="connsiteX110" fmla="*/ 214312 w 1466850"/>
                <a:gd name="connsiteY110" fmla="*/ 216694 h 1095375"/>
                <a:gd name="connsiteX111" fmla="*/ 183356 w 1466850"/>
                <a:gd name="connsiteY111" fmla="*/ 221456 h 1095375"/>
                <a:gd name="connsiteX112" fmla="*/ 183356 w 1466850"/>
                <a:gd name="connsiteY112" fmla="*/ 254794 h 1095375"/>
                <a:gd name="connsiteX113" fmla="*/ 161925 w 1466850"/>
                <a:gd name="connsiteY113" fmla="*/ 304800 h 1095375"/>
                <a:gd name="connsiteX114" fmla="*/ 140494 w 1466850"/>
                <a:gd name="connsiteY114" fmla="*/ 323850 h 1095375"/>
                <a:gd name="connsiteX115" fmla="*/ 71439 w 1466850"/>
                <a:gd name="connsiteY115" fmla="*/ 300039 h 1095375"/>
                <a:gd name="connsiteX116" fmla="*/ 59530 w 1466850"/>
                <a:gd name="connsiteY116" fmla="*/ 302418 h 1095375"/>
                <a:gd name="connsiteX117" fmla="*/ 30956 w 1466850"/>
                <a:gd name="connsiteY117" fmla="*/ 295274 h 1095375"/>
                <a:gd name="connsiteX0" fmla="*/ 30956 w 1466850"/>
                <a:gd name="connsiteY0" fmla="*/ 295274 h 1164431"/>
                <a:gd name="connsiteX1" fmla="*/ 19050 w 1466850"/>
                <a:gd name="connsiteY1" fmla="*/ 381000 h 1164431"/>
                <a:gd name="connsiteX2" fmla="*/ 19050 w 1466850"/>
                <a:gd name="connsiteY2" fmla="*/ 397669 h 1164431"/>
                <a:gd name="connsiteX3" fmla="*/ 0 w 1466850"/>
                <a:gd name="connsiteY3" fmla="*/ 459581 h 1164431"/>
                <a:gd name="connsiteX4" fmla="*/ 7144 w 1466850"/>
                <a:gd name="connsiteY4" fmla="*/ 497681 h 1164431"/>
                <a:gd name="connsiteX5" fmla="*/ 9525 w 1466850"/>
                <a:gd name="connsiteY5" fmla="*/ 535781 h 1164431"/>
                <a:gd name="connsiteX6" fmla="*/ 19050 w 1466850"/>
                <a:gd name="connsiteY6" fmla="*/ 583406 h 1164431"/>
                <a:gd name="connsiteX7" fmla="*/ 23812 w 1466850"/>
                <a:gd name="connsiteY7" fmla="*/ 688181 h 1164431"/>
                <a:gd name="connsiteX8" fmla="*/ 35719 w 1466850"/>
                <a:gd name="connsiteY8" fmla="*/ 747712 h 1164431"/>
                <a:gd name="connsiteX9" fmla="*/ 40481 w 1466850"/>
                <a:gd name="connsiteY9" fmla="*/ 778669 h 1164431"/>
                <a:gd name="connsiteX10" fmla="*/ 47625 w 1466850"/>
                <a:gd name="connsiteY10" fmla="*/ 831056 h 1164431"/>
                <a:gd name="connsiteX11" fmla="*/ 38100 w 1466850"/>
                <a:gd name="connsiteY11" fmla="*/ 919162 h 1164431"/>
                <a:gd name="connsiteX12" fmla="*/ 78581 w 1466850"/>
                <a:gd name="connsiteY12" fmla="*/ 1028700 h 1164431"/>
                <a:gd name="connsiteX13" fmla="*/ 71437 w 1466850"/>
                <a:gd name="connsiteY13" fmla="*/ 1095375 h 1164431"/>
                <a:gd name="connsiteX14" fmla="*/ 88106 w 1466850"/>
                <a:gd name="connsiteY14" fmla="*/ 1164431 h 1164431"/>
                <a:gd name="connsiteX15" fmla="*/ 242887 w 1466850"/>
                <a:gd name="connsiteY15" fmla="*/ 1092994 h 1164431"/>
                <a:gd name="connsiteX16" fmla="*/ 238125 w 1466850"/>
                <a:gd name="connsiteY16" fmla="*/ 1045369 h 1164431"/>
                <a:gd name="connsiteX17" fmla="*/ 230981 w 1466850"/>
                <a:gd name="connsiteY17" fmla="*/ 1035844 h 1164431"/>
                <a:gd name="connsiteX18" fmla="*/ 252412 w 1466850"/>
                <a:gd name="connsiteY18" fmla="*/ 1019175 h 1164431"/>
                <a:gd name="connsiteX19" fmla="*/ 314325 w 1466850"/>
                <a:gd name="connsiteY19" fmla="*/ 995362 h 1164431"/>
                <a:gd name="connsiteX20" fmla="*/ 311944 w 1466850"/>
                <a:gd name="connsiteY20" fmla="*/ 959644 h 1164431"/>
                <a:gd name="connsiteX21" fmla="*/ 326231 w 1466850"/>
                <a:gd name="connsiteY21" fmla="*/ 942975 h 1164431"/>
                <a:gd name="connsiteX22" fmla="*/ 452437 w 1466850"/>
                <a:gd name="connsiteY22" fmla="*/ 950119 h 1164431"/>
                <a:gd name="connsiteX23" fmla="*/ 464344 w 1466850"/>
                <a:gd name="connsiteY23" fmla="*/ 933450 h 1164431"/>
                <a:gd name="connsiteX24" fmla="*/ 476250 w 1466850"/>
                <a:gd name="connsiteY24" fmla="*/ 883444 h 1164431"/>
                <a:gd name="connsiteX25" fmla="*/ 488156 w 1466850"/>
                <a:gd name="connsiteY25" fmla="*/ 857250 h 1164431"/>
                <a:gd name="connsiteX26" fmla="*/ 526256 w 1466850"/>
                <a:gd name="connsiteY26" fmla="*/ 862012 h 1164431"/>
                <a:gd name="connsiteX27" fmla="*/ 545306 w 1466850"/>
                <a:gd name="connsiteY27" fmla="*/ 909637 h 1164431"/>
                <a:gd name="connsiteX28" fmla="*/ 566737 w 1466850"/>
                <a:gd name="connsiteY28" fmla="*/ 881062 h 1164431"/>
                <a:gd name="connsiteX29" fmla="*/ 621506 w 1466850"/>
                <a:gd name="connsiteY29" fmla="*/ 845344 h 1164431"/>
                <a:gd name="connsiteX30" fmla="*/ 709612 w 1466850"/>
                <a:gd name="connsiteY30" fmla="*/ 814387 h 1164431"/>
                <a:gd name="connsiteX31" fmla="*/ 716756 w 1466850"/>
                <a:gd name="connsiteY31" fmla="*/ 769144 h 1164431"/>
                <a:gd name="connsiteX32" fmla="*/ 742950 w 1466850"/>
                <a:gd name="connsiteY32" fmla="*/ 750094 h 1164431"/>
                <a:gd name="connsiteX33" fmla="*/ 785812 w 1466850"/>
                <a:gd name="connsiteY33" fmla="*/ 726281 h 1164431"/>
                <a:gd name="connsiteX34" fmla="*/ 800100 w 1466850"/>
                <a:gd name="connsiteY34" fmla="*/ 716756 h 1164431"/>
                <a:gd name="connsiteX35" fmla="*/ 862012 w 1466850"/>
                <a:gd name="connsiteY35" fmla="*/ 721519 h 1164431"/>
                <a:gd name="connsiteX36" fmla="*/ 883444 w 1466850"/>
                <a:gd name="connsiteY36" fmla="*/ 721519 h 1164431"/>
                <a:gd name="connsiteX37" fmla="*/ 892969 w 1466850"/>
                <a:gd name="connsiteY37" fmla="*/ 697706 h 1164431"/>
                <a:gd name="connsiteX38" fmla="*/ 892969 w 1466850"/>
                <a:gd name="connsiteY38" fmla="*/ 697706 h 1164431"/>
                <a:gd name="connsiteX39" fmla="*/ 921544 w 1466850"/>
                <a:gd name="connsiteY39" fmla="*/ 609600 h 1164431"/>
                <a:gd name="connsiteX40" fmla="*/ 909637 w 1466850"/>
                <a:gd name="connsiteY40" fmla="*/ 552450 h 1164431"/>
                <a:gd name="connsiteX41" fmla="*/ 928687 w 1466850"/>
                <a:gd name="connsiteY41" fmla="*/ 540544 h 1164431"/>
                <a:gd name="connsiteX42" fmla="*/ 973931 w 1466850"/>
                <a:gd name="connsiteY42" fmla="*/ 535781 h 1164431"/>
                <a:gd name="connsiteX43" fmla="*/ 1014412 w 1466850"/>
                <a:gd name="connsiteY43" fmla="*/ 447675 h 1164431"/>
                <a:gd name="connsiteX44" fmla="*/ 1038225 w 1466850"/>
                <a:gd name="connsiteY44" fmla="*/ 445294 h 1164431"/>
                <a:gd name="connsiteX45" fmla="*/ 1073944 w 1466850"/>
                <a:gd name="connsiteY45" fmla="*/ 476250 h 1164431"/>
                <a:gd name="connsiteX46" fmla="*/ 1112044 w 1466850"/>
                <a:gd name="connsiteY46" fmla="*/ 514350 h 1164431"/>
                <a:gd name="connsiteX47" fmla="*/ 1171575 w 1466850"/>
                <a:gd name="connsiteY47" fmla="*/ 540544 h 1164431"/>
                <a:gd name="connsiteX48" fmla="*/ 1219200 w 1466850"/>
                <a:gd name="connsiteY48" fmla="*/ 521494 h 1164431"/>
                <a:gd name="connsiteX49" fmla="*/ 1245394 w 1466850"/>
                <a:gd name="connsiteY49" fmla="*/ 502444 h 1164431"/>
                <a:gd name="connsiteX50" fmla="*/ 1278731 w 1466850"/>
                <a:gd name="connsiteY50" fmla="*/ 511969 h 1164431"/>
                <a:gd name="connsiteX51" fmla="*/ 1295400 w 1466850"/>
                <a:gd name="connsiteY51" fmla="*/ 531019 h 1164431"/>
                <a:gd name="connsiteX52" fmla="*/ 1273969 w 1466850"/>
                <a:gd name="connsiteY52" fmla="*/ 573881 h 1164431"/>
                <a:gd name="connsiteX53" fmla="*/ 1271587 w 1466850"/>
                <a:gd name="connsiteY53" fmla="*/ 602456 h 1164431"/>
                <a:gd name="connsiteX54" fmla="*/ 1285875 w 1466850"/>
                <a:gd name="connsiteY54" fmla="*/ 611981 h 1164431"/>
                <a:gd name="connsiteX55" fmla="*/ 1300162 w 1466850"/>
                <a:gd name="connsiteY55" fmla="*/ 628650 h 1164431"/>
                <a:gd name="connsiteX56" fmla="*/ 1321594 w 1466850"/>
                <a:gd name="connsiteY56" fmla="*/ 666750 h 1164431"/>
                <a:gd name="connsiteX57" fmla="*/ 1347787 w 1466850"/>
                <a:gd name="connsiteY57" fmla="*/ 681037 h 1164431"/>
                <a:gd name="connsiteX58" fmla="*/ 1371600 w 1466850"/>
                <a:gd name="connsiteY58" fmla="*/ 681037 h 1164431"/>
                <a:gd name="connsiteX59" fmla="*/ 1376362 w 1466850"/>
                <a:gd name="connsiteY59" fmla="*/ 628650 h 1164431"/>
                <a:gd name="connsiteX60" fmla="*/ 1395412 w 1466850"/>
                <a:gd name="connsiteY60" fmla="*/ 578644 h 1164431"/>
                <a:gd name="connsiteX61" fmla="*/ 1426369 w 1466850"/>
                <a:gd name="connsiteY61" fmla="*/ 571500 h 1164431"/>
                <a:gd name="connsiteX62" fmla="*/ 1466850 w 1466850"/>
                <a:gd name="connsiteY62" fmla="*/ 552450 h 1164431"/>
                <a:gd name="connsiteX63" fmla="*/ 1443037 w 1466850"/>
                <a:gd name="connsiteY63" fmla="*/ 509587 h 1164431"/>
                <a:gd name="connsiteX64" fmla="*/ 1414462 w 1466850"/>
                <a:gd name="connsiteY64" fmla="*/ 464344 h 1164431"/>
                <a:gd name="connsiteX65" fmla="*/ 1388269 w 1466850"/>
                <a:gd name="connsiteY65" fmla="*/ 438150 h 1164431"/>
                <a:gd name="connsiteX66" fmla="*/ 1404937 w 1466850"/>
                <a:gd name="connsiteY66" fmla="*/ 400050 h 1164431"/>
                <a:gd name="connsiteX67" fmla="*/ 1404937 w 1466850"/>
                <a:gd name="connsiteY67" fmla="*/ 383381 h 1164431"/>
                <a:gd name="connsiteX68" fmla="*/ 1431131 w 1466850"/>
                <a:gd name="connsiteY68" fmla="*/ 338137 h 1164431"/>
                <a:gd name="connsiteX69" fmla="*/ 1419225 w 1466850"/>
                <a:gd name="connsiteY69" fmla="*/ 264319 h 1164431"/>
                <a:gd name="connsiteX70" fmla="*/ 1438275 w 1466850"/>
                <a:gd name="connsiteY70" fmla="*/ 202406 h 1164431"/>
                <a:gd name="connsiteX71" fmla="*/ 1435894 w 1466850"/>
                <a:gd name="connsiteY71" fmla="*/ 173831 h 1164431"/>
                <a:gd name="connsiteX72" fmla="*/ 1404937 w 1466850"/>
                <a:gd name="connsiteY72" fmla="*/ 164306 h 1164431"/>
                <a:gd name="connsiteX73" fmla="*/ 1364456 w 1466850"/>
                <a:gd name="connsiteY73" fmla="*/ 154781 h 1164431"/>
                <a:gd name="connsiteX74" fmla="*/ 1293019 w 1466850"/>
                <a:gd name="connsiteY74" fmla="*/ 154781 h 1164431"/>
                <a:gd name="connsiteX75" fmla="*/ 1233487 w 1466850"/>
                <a:gd name="connsiteY75" fmla="*/ 121444 h 1164431"/>
                <a:gd name="connsiteX76" fmla="*/ 1207294 w 1466850"/>
                <a:gd name="connsiteY76" fmla="*/ 114300 h 1164431"/>
                <a:gd name="connsiteX77" fmla="*/ 1188244 w 1466850"/>
                <a:gd name="connsiteY77" fmla="*/ 126206 h 1164431"/>
                <a:gd name="connsiteX78" fmla="*/ 1133475 w 1466850"/>
                <a:gd name="connsiteY78" fmla="*/ 188119 h 1164431"/>
                <a:gd name="connsiteX79" fmla="*/ 1116806 w 1466850"/>
                <a:gd name="connsiteY79" fmla="*/ 188119 h 1164431"/>
                <a:gd name="connsiteX80" fmla="*/ 1078706 w 1466850"/>
                <a:gd name="connsiteY80" fmla="*/ 142875 h 1164431"/>
                <a:gd name="connsiteX81" fmla="*/ 1054894 w 1466850"/>
                <a:gd name="connsiteY81" fmla="*/ 138112 h 1164431"/>
                <a:gd name="connsiteX82" fmla="*/ 997744 w 1466850"/>
                <a:gd name="connsiteY82" fmla="*/ 157162 h 1164431"/>
                <a:gd name="connsiteX83" fmla="*/ 973931 w 1466850"/>
                <a:gd name="connsiteY83" fmla="*/ 178594 h 1164431"/>
                <a:gd name="connsiteX84" fmla="*/ 928687 w 1466850"/>
                <a:gd name="connsiteY84" fmla="*/ 173831 h 1164431"/>
                <a:gd name="connsiteX85" fmla="*/ 878681 w 1466850"/>
                <a:gd name="connsiteY85" fmla="*/ 164306 h 1164431"/>
                <a:gd name="connsiteX86" fmla="*/ 864394 w 1466850"/>
                <a:gd name="connsiteY86" fmla="*/ 83344 h 1164431"/>
                <a:gd name="connsiteX87" fmla="*/ 845344 w 1466850"/>
                <a:gd name="connsiteY87" fmla="*/ 69056 h 1164431"/>
                <a:gd name="connsiteX88" fmla="*/ 747712 w 1466850"/>
                <a:gd name="connsiteY88" fmla="*/ 119062 h 1164431"/>
                <a:gd name="connsiteX89" fmla="*/ 721519 w 1466850"/>
                <a:gd name="connsiteY89" fmla="*/ 140494 h 1164431"/>
                <a:gd name="connsiteX90" fmla="*/ 709612 w 1466850"/>
                <a:gd name="connsiteY90" fmla="*/ 190500 h 1164431"/>
                <a:gd name="connsiteX91" fmla="*/ 707231 w 1466850"/>
                <a:gd name="connsiteY91" fmla="*/ 195262 h 1164431"/>
                <a:gd name="connsiteX92" fmla="*/ 654844 w 1466850"/>
                <a:gd name="connsiteY92" fmla="*/ 190500 h 1164431"/>
                <a:gd name="connsiteX93" fmla="*/ 633412 w 1466850"/>
                <a:gd name="connsiteY93" fmla="*/ 180975 h 1164431"/>
                <a:gd name="connsiteX94" fmla="*/ 614362 w 1466850"/>
                <a:gd name="connsiteY94" fmla="*/ 142875 h 1164431"/>
                <a:gd name="connsiteX95" fmla="*/ 590550 w 1466850"/>
                <a:gd name="connsiteY95" fmla="*/ 130969 h 1164431"/>
                <a:gd name="connsiteX96" fmla="*/ 540544 w 1466850"/>
                <a:gd name="connsiteY96" fmla="*/ 161925 h 1164431"/>
                <a:gd name="connsiteX97" fmla="*/ 507206 w 1466850"/>
                <a:gd name="connsiteY97" fmla="*/ 154781 h 1164431"/>
                <a:gd name="connsiteX98" fmla="*/ 495300 w 1466850"/>
                <a:gd name="connsiteY98" fmla="*/ 123825 h 1164431"/>
                <a:gd name="connsiteX99" fmla="*/ 490537 w 1466850"/>
                <a:gd name="connsiteY99" fmla="*/ 114300 h 1164431"/>
                <a:gd name="connsiteX100" fmla="*/ 431006 w 1466850"/>
                <a:gd name="connsiteY100" fmla="*/ 97631 h 1164431"/>
                <a:gd name="connsiteX101" fmla="*/ 442912 w 1466850"/>
                <a:gd name="connsiteY101" fmla="*/ 33337 h 1164431"/>
                <a:gd name="connsiteX102" fmla="*/ 423862 w 1466850"/>
                <a:gd name="connsiteY102" fmla="*/ 19050 h 1164431"/>
                <a:gd name="connsiteX103" fmla="*/ 335756 w 1466850"/>
                <a:gd name="connsiteY103" fmla="*/ 0 h 1164431"/>
                <a:gd name="connsiteX104" fmla="*/ 302419 w 1466850"/>
                <a:gd name="connsiteY104" fmla="*/ 35719 h 1164431"/>
                <a:gd name="connsiteX105" fmla="*/ 266700 w 1466850"/>
                <a:gd name="connsiteY105" fmla="*/ 50006 h 1164431"/>
                <a:gd name="connsiteX106" fmla="*/ 271462 w 1466850"/>
                <a:gd name="connsiteY106" fmla="*/ 95250 h 1164431"/>
                <a:gd name="connsiteX107" fmla="*/ 316706 w 1466850"/>
                <a:gd name="connsiteY107" fmla="*/ 121444 h 1164431"/>
                <a:gd name="connsiteX108" fmla="*/ 302419 w 1466850"/>
                <a:gd name="connsiteY108" fmla="*/ 145256 h 1164431"/>
                <a:gd name="connsiteX109" fmla="*/ 247650 w 1466850"/>
                <a:gd name="connsiteY109" fmla="*/ 159544 h 1164431"/>
                <a:gd name="connsiteX110" fmla="*/ 214312 w 1466850"/>
                <a:gd name="connsiteY110" fmla="*/ 216694 h 1164431"/>
                <a:gd name="connsiteX111" fmla="*/ 183356 w 1466850"/>
                <a:gd name="connsiteY111" fmla="*/ 221456 h 1164431"/>
                <a:gd name="connsiteX112" fmla="*/ 183356 w 1466850"/>
                <a:gd name="connsiteY112" fmla="*/ 254794 h 1164431"/>
                <a:gd name="connsiteX113" fmla="*/ 161925 w 1466850"/>
                <a:gd name="connsiteY113" fmla="*/ 304800 h 1164431"/>
                <a:gd name="connsiteX114" fmla="*/ 140494 w 1466850"/>
                <a:gd name="connsiteY114" fmla="*/ 323850 h 1164431"/>
                <a:gd name="connsiteX115" fmla="*/ 71439 w 1466850"/>
                <a:gd name="connsiteY115" fmla="*/ 300039 h 1164431"/>
                <a:gd name="connsiteX116" fmla="*/ 59530 w 1466850"/>
                <a:gd name="connsiteY116" fmla="*/ 302418 h 1164431"/>
                <a:gd name="connsiteX117" fmla="*/ 30956 w 1466850"/>
                <a:gd name="connsiteY117" fmla="*/ 295274 h 1164431"/>
                <a:gd name="connsiteX0" fmla="*/ 30956 w 1466850"/>
                <a:gd name="connsiteY0" fmla="*/ 295274 h 1164431"/>
                <a:gd name="connsiteX1" fmla="*/ 19050 w 1466850"/>
                <a:gd name="connsiteY1" fmla="*/ 381000 h 1164431"/>
                <a:gd name="connsiteX2" fmla="*/ 19050 w 1466850"/>
                <a:gd name="connsiteY2" fmla="*/ 397669 h 1164431"/>
                <a:gd name="connsiteX3" fmla="*/ 0 w 1466850"/>
                <a:gd name="connsiteY3" fmla="*/ 459581 h 1164431"/>
                <a:gd name="connsiteX4" fmla="*/ 7144 w 1466850"/>
                <a:gd name="connsiteY4" fmla="*/ 497681 h 1164431"/>
                <a:gd name="connsiteX5" fmla="*/ 9525 w 1466850"/>
                <a:gd name="connsiteY5" fmla="*/ 535781 h 1164431"/>
                <a:gd name="connsiteX6" fmla="*/ 19050 w 1466850"/>
                <a:gd name="connsiteY6" fmla="*/ 583406 h 1164431"/>
                <a:gd name="connsiteX7" fmla="*/ 23812 w 1466850"/>
                <a:gd name="connsiteY7" fmla="*/ 688181 h 1164431"/>
                <a:gd name="connsiteX8" fmla="*/ 35719 w 1466850"/>
                <a:gd name="connsiteY8" fmla="*/ 747712 h 1164431"/>
                <a:gd name="connsiteX9" fmla="*/ 40481 w 1466850"/>
                <a:gd name="connsiteY9" fmla="*/ 778669 h 1164431"/>
                <a:gd name="connsiteX10" fmla="*/ 47625 w 1466850"/>
                <a:gd name="connsiteY10" fmla="*/ 831056 h 1164431"/>
                <a:gd name="connsiteX11" fmla="*/ 38100 w 1466850"/>
                <a:gd name="connsiteY11" fmla="*/ 919162 h 1164431"/>
                <a:gd name="connsiteX12" fmla="*/ 78581 w 1466850"/>
                <a:gd name="connsiteY12" fmla="*/ 1028700 h 1164431"/>
                <a:gd name="connsiteX13" fmla="*/ 71437 w 1466850"/>
                <a:gd name="connsiteY13" fmla="*/ 1095375 h 1164431"/>
                <a:gd name="connsiteX14" fmla="*/ 88106 w 1466850"/>
                <a:gd name="connsiteY14" fmla="*/ 1164431 h 1164431"/>
                <a:gd name="connsiteX15" fmla="*/ 128587 w 1466850"/>
                <a:gd name="connsiteY15" fmla="*/ 1145381 h 1164431"/>
                <a:gd name="connsiteX16" fmla="*/ 242887 w 1466850"/>
                <a:gd name="connsiteY16" fmla="*/ 1092994 h 1164431"/>
                <a:gd name="connsiteX17" fmla="*/ 238125 w 1466850"/>
                <a:gd name="connsiteY17" fmla="*/ 1045369 h 1164431"/>
                <a:gd name="connsiteX18" fmla="*/ 230981 w 1466850"/>
                <a:gd name="connsiteY18" fmla="*/ 1035844 h 1164431"/>
                <a:gd name="connsiteX19" fmla="*/ 252412 w 1466850"/>
                <a:gd name="connsiteY19" fmla="*/ 1019175 h 1164431"/>
                <a:gd name="connsiteX20" fmla="*/ 314325 w 1466850"/>
                <a:gd name="connsiteY20" fmla="*/ 995362 h 1164431"/>
                <a:gd name="connsiteX21" fmla="*/ 311944 w 1466850"/>
                <a:gd name="connsiteY21" fmla="*/ 959644 h 1164431"/>
                <a:gd name="connsiteX22" fmla="*/ 326231 w 1466850"/>
                <a:gd name="connsiteY22" fmla="*/ 942975 h 1164431"/>
                <a:gd name="connsiteX23" fmla="*/ 452437 w 1466850"/>
                <a:gd name="connsiteY23" fmla="*/ 950119 h 1164431"/>
                <a:gd name="connsiteX24" fmla="*/ 464344 w 1466850"/>
                <a:gd name="connsiteY24" fmla="*/ 933450 h 1164431"/>
                <a:gd name="connsiteX25" fmla="*/ 476250 w 1466850"/>
                <a:gd name="connsiteY25" fmla="*/ 883444 h 1164431"/>
                <a:gd name="connsiteX26" fmla="*/ 488156 w 1466850"/>
                <a:gd name="connsiteY26" fmla="*/ 857250 h 1164431"/>
                <a:gd name="connsiteX27" fmla="*/ 526256 w 1466850"/>
                <a:gd name="connsiteY27" fmla="*/ 862012 h 1164431"/>
                <a:gd name="connsiteX28" fmla="*/ 545306 w 1466850"/>
                <a:gd name="connsiteY28" fmla="*/ 909637 h 1164431"/>
                <a:gd name="connsiteX29" fmla="*/ 566737 w 1466850"/>
                <a:gd name="connsiteY29" fmla="*/ 881062 h 1164431"/>
                <a:gd name="connsiteX30" fmla="*/ 621506 w 1466850"/>
                <a:gd name="connsiteY30" fmla="*/ 845344 h 1164431"/>
                <a:gd name="connsiteX31" fmla="*/ 709612 w 1466850"/>
                <a:gd name="connsiteY31" fmla="*/ 814387 h 1164431"/>
                <a:gd name="connsiteX32" fmla="*/ 716756 w 1466850"/>
                <a:gd name="connsiteY32" fmla="*/ 769144 h 1164431"/>
                <a:gd name="connsiteX33" fmla="*/ 742950 w 1466850"/>
                <a:gd name="connsiteY33" fmla="*/ 750094 h 1164431"/>
                <a:gd name="connsiteX34" fmla="*/ 785812 w 1466850"/>
                <a:gd name="connsiteY34" fmla="*/ 726281 h 1164431"/>
                <a:gd name="connsiteX35" fmla="*/ 800100 w 1466850"/>
                <a:gd name="connsiteY35" fmla="*/ 716756 h 1164431"/>
                <a:gd name="connsiteX36" fmla="*/ 862012 w 1466850"/>
                <a:gd name="connsiteY36" fmla="*/ 721519 h 1164431"/>
                <a:gd name="connsiteX37" fmla="*/ 883444 w 1466850"/>
                <a:gd name="connsiteY37" fmla="*/ 721519 h 1164431"/>
                <a:gd name="connsiteX38" fmla="*/ 892969 w 1466850"/>
                <a:gd name="connsiteY38" fmla="*/ 697706 h 1164431"/>
                <a:gd name="connsiteX39" fmla="*/ 892969 w 1466850"/>
                <a:gd name="connsiteY39" fmla="*/ 697706 h 1164431"/>
                <a:gd name="connsiteX40" fmla="*/ 921544 w 1466850"/>
                <a:gd name="connsiteY40" fmla="*/ 609600 h 1164431"/>
                <a:gd name="connsiteX41" fmla="*/ 909637 w 1466850"/>
                <a:gd name="connsiteY41" fmla="*/ 552450 h 1164431"/>
                <a:gd name="connsiteX42" fmla="*/ 928687 w 1466850"/>
                <a:gd name="connsiteY42" fmla="*/ 540544 h 1164431"/>
                <a:gd name="connsiteX43" fmla="*/ 973931 w 1466850"/>
                <a:gd name="connsiteY43" fmla="*/ 535781 h 1164431"/>
                <a:gd name="connsiteX44" fmla="*/ 1014412 w 1466850"/>
                <a:gd name="connsiteY44" fmla="*/ 447675 h 1164431"/>
                <a:gd name="connsiteX45" fmla="*/ 1038225 w 1466850"/>
                <a:gd name="connsiteY45" fmla="*/ 445294 h 1164431"/>
                <a:gd name="connsiteX46" fmla="*/ 1073944 w 1466850"/>
                <a:gd name="connsiteY46" fmla="*/ 476250 h 1164431"/>
                <a:gd name="connsiteX47" fmla="*/ 1112044 w 1466850"/>
                <a:gd name="connsiteY47" fmla="*/ 514350 h 1164431"/>
                <a:gd name="connsiteX48" fmla="*/ 1171575 w 1466850"/>
                <a:gd name="connsiteY48" fmla="*/ 540544 h 1164431"/>
                <a:gd name="connsiteX49" fmla="*/ 1219200 w 1466850"/>
                <a:gd name="connsiteY49" fmla="*/ 521494 h 1164431"/>
                <a:gd name="connsiteX50" fmla="*/ 1245394 w 1466850"/>
                <a:gd name="connsiteY50" fmla="*/ 502444 h 1164431"/>
                <a:gd name="connsiteX51" fmla="*/ 1278731 w 1466850"/>
                <a:gd name="connsiteY51" fmla="*/ 511969 h 1164431"/>
                <a:gd name="connsiteX52" fmla="*/ 1295400 w 1466850"/>
                <a:gd name="connsiteY52" fmla="*/ 531019 h 1164431"/>
                <a:gd name="connsiteX53" fmla="*/ 1273969 w 1466850"/>
                <a:gd name="connsiteY53" fmla="*/ 573881 h 1164431"/>
                <a:gd name="connsiteX54" fmla="*/ 1271587 w 1466850"/>
                <a:gd name="connsiteY54" fmla="*/ 602456 h 1164431"/>
                <a:gd name="connsiteX55" fmla="*/ 1285875 w 1466850"/>
                <a:gd name="connsiteY55" fmla="*/ 611981 h 1164431"/>
                <a:gd name="connsiteX56" fmla="*/ 1300162 w 1466850"/>
                <a:gd name="connsiteY56" fmla="*/ 628650 h 1164431"/>
                <a:gd name="connsiteX57" fmla="*/ 1321594 w 1466850"/>
                <a:gd name="connsiteY57" fmla="*/ 666750 h 1164431"/>
                <a:gd name="connsiteX58" fmla="*/ 1347787 w 1466850"/>
                <a:gd name="connsiteY58" fmla="*/ 681037 h 1164431"/>
                <a:gd name="connsiteX59" fmla="*/ 1371600 w 1466850"/>
                <a:gd name="connsiteY59" fmla="*/ 681037 h 1164431"/>
                <a:gd name="connsiteX60" fmla="*/ 1376362 w 1466850"/>
                <a:gd name="connsiteY60" fmla="*/ 628650 h 1164431"/>
                <a:gd name="connsiteX61" fmla="*/ 1395412 w 1466850"/>
                <a:gd name="connsiteY61" fmla="*/ 578644 h 1164431"/>
                <a:gd name="connsiteX62" fmla="*/ 1426369 w 1466850"/>
                <a:gd name="connsiteY62" fmla="*/ 571500 h 1164431"/>
                <a:gd name="connsiteX63" fmla="*/ 1466850 w 1466850"/>
                <a:gd name="connsiteY63" fmla="*/ 552450 h 1164431"/>
                <a:gd name="connsiteX64" fmla="*/ 1443037 w 1466850"/>
                <a:gd name="connsiteY64" fmla="*/ 509587 h 1164431"/>
                <a:gd name="connsiteX65" fmla="*/ 1414462 w 1466850"/>
                <a:gd name="connsiteY65" fmla="*/ 464344 h 1164431"/>
                <a:gd name="connsiteX66" fmla="*/ 1388269 w 1466850"/>
                <a:gd name="connsiteY66" fmla="*/ 438150 h 1164431"/>
                <a:gd name="connsiteX67" fmla="*/ 1404937 w 1466850"/>
                <a:gd name="connsiteY67" fmla="*/ 400050 h 1164431"/>
                <a:gd name="connsiteX68" fmla="*/ 1404937 w 1466850"/>
                <a:gd name="connsiteY68" fmla="*/ 383381 h 1164431"/>
                <a:gd name="connsiteX69" fmla="*/ 1431131 w 1466850"/>
                <a:gd name="connsiteY69" fmla="*/ 338137 h 1164431"/>
                <a:gd name="connsiteX70" fmla="*/ 1419225 w 1466850"/>
                <a:gd name="connsiteY70" fmla="*/ 264319 h 1164431"/>
                <a:gd name="connsiteX71" fmla="*/ 1438275 w 1466850"/>
                <a:gd name="connsiteY71" fmla="*/ 202406 h 1164431"/>
                <a:gd name="connsiteX72" fmla="*/ 1435894 w 1466850"/>
                <a:gd name="connsiteY72" fmla="*/ 173831 h 1164431"/>
                <a:gd name="connsiteX73" fmla="*/ 1404937 w 1466850"/>
                <a:gd name="connsiteY73" fmla="*/ 164306 h 1164431"/>
                <a:gd name="connsiteX74" fmla="*/ 1364456 w 1466850"/>
                <a:gd name="connsiteY74" fmla="*/ 154781 h 1164431"/>
                <a:gd name="connsiteX75" fmla="*/ 1293019 w 1466850"/>
                <a:gd name="connsiteY75" fmla="*/ 154781 h 1164431"/>
                <a:gd name="connsiteX76" fmla="*/ 1233487 w 1466850"/>
                <a:gd name="connsiteY76" fmla="*/ 121444 h 1164431"/>
                <a:gd name="connsiteX77" fmla="*/ 1207294 w 1466850"/>
                <a:gd name="connsiteY77" fmla="*/ 114300 h 1164431"/>
                <a:gd name="connsiteX78" fmla="*/ 1188244 w 1466850"/>
                <a:gd name="connsiteY78" fmla="*/ 126206 h 1164431"/>
                <a:gd name="connsiteX79" fmla="*/ 1133475 w 1466850"/>
                <a:gd name="connsiteY79" fmla="*/ 188119 h 1164431"/>
                <a:gd name="connsiteX80" fmla="*/ 1116806 w 1466850"/>
                <a:gd name="connsiteY80" fmla="*/ 188119 h 1164431"/>
                <a:gd name="connsiteX81" fmla="*/ 1078706 w 1466850"/>
                <a:gd name="connsiteY81" fmla="*/ 142875 h 1164431"/>
                <a:gd name="connsiteX82" fmla="*/ 1054894 w 1466850"/>
                <a:gd name="connsiteY82" fmla="*/ 138112 h 1164431"/>
                <a:gd name="connsiteX83" fmla="*/ 997744 w 1466850"/>
                <a:gd name="connsiteY83" fmla="*/ 157162 h 1164431"/>
                <a:gd name="connsiteX84" fmla="*/ 973931 w 1466850"/>
                <a:gd name="connsiteY84" fmla="*/ 178594 h 1164431"/>
                <a:gd name="connsiteX85" fmla="*/ 928687 w 1466850"/>
                <a:gd name="connsiteY85" fmla="*/ 173831 h 1164431"/>
                <a:gd name="connsiteX86" fmla="*/ 878681 w 1466850"/>
                <a:gd name="connsiteY86" fmla="*/ 164306 h 1164431"/>
                <a:gd name="connsiteX87" fmla="*/ 864394 w 1466850"/>
                <a:gd name="connsiteY87" fmla="*/ 83344 h 1164431"/>
                <a:gd name="connsiteX88" fmla="*/ 845344 w 1466850"/>
                <a:gd name="connsiteY88" fmla="*/ 69056 h 1164431"/>
                <a:gd name="connsiteX89" fmla="*/ 747712 w 1466850"/>
                <a:gd name="connsiteY89" fmla="*/ 119062 h 1164431"/>
                <a:gd name="connsiteX90" fmla="*/ 721519 w 1466850"/>
                <a:gd name="connsiteY90" fmla="*/ 140494 h 1164431"/>
                <a:gd name="connsiteX91" fmla="*/ 709612 w 1466850"/>
                <a:gd name="connsiteY91" fmla="*/ 190500 h 1164431"/>
                <a:gd name="connsiteX92" fmla="*/ 707231 w 1466850"/>
                <a:gd name="connsiteY92" fmla="*/ 195262 h 1164431"/>
                <a:gd name="connsiteX93" fmla="*/ 654844 w 1466850"/>
                <a:gd name="connsiteY93" fmla="*/ 190500 h 1164431"/>
                <a:gd name="connsiteX94" fmla="*/ 633412 w 1466850"/>
                <a:gd name="connsiteY94" fmla="*/ 180975 h 1164431"/>
                <a:gd name="connsiteX95" fmla="*/ 614362 w 1466850"/>
                <a:gd name="connsiteY95" fmla="*/ 142875 h 1164431"/>
                <a:gd name="connsiteX96" fmla="*/ 590550 w 1466850"/>
                <a:gd name="connsiteY96" fmla="*/ 130969 h 1164431"/>
                <a:gd name="connsiteX97" fmla="*/ 540544 w 1466850"/>
                <a:gd name="connsiteY97" fmla="*/ 161925 h 1164431"/>
                <a:gd name="connsiteX98" fmla="*/ 507206 w 1466850"/>
                <a:gd name="connsiteY98" fmla="*/ 154781 h 1164431"/>
                <a:gd name="connsiteX99" fmla="*/ 495300 w 1466850"/>
                <a:gd name="connsiteY99" fmla="*/ 123825 h 1164431"/>
                <a:gd name="connsiteX100" fmla="*/ 490537 w 1466850"/>
                <a:gd name="connsiteY100" fmla="*/ 114300 h 1164431"/>
                <a:gd name="connsiteX101" fmla="*/ 431006 w 1466850"/>
                <a:gd name="connsiteY101" fmla="*/ 97631 h 1164431"/>
                <a:gd name="connsiteX102" fmla="*/ 442912 w 1466850"/>
                <a:gd name="connsiteY102" fmla="*/ 33337 h 1164431"/>
                <a:gd name="connsiteX103" fmla="*/ 423862 w 1466850"/>
                <a:gd name="connsiteY103" fmla="*/ 19050 h 1164431"/>
                <a:gd name="connsiteX104" fmla="*/ 335756 w 1466850"/>
                <a:gd name="connsiteY104" fmla="*/ 0 h 1164431"/>
                <a:gd name="connsiteX105" fmla="*/ 302419 w 1466850"/>
                <a:gd name="connsiteY105" fmla="*/ 35719 h 1164431"/>
                <a:gd name="connsiteX106" fmla="*/ 266700 w 1466850"/>
                <a:gd name="connsiteY106" fmla="*/ 50006 h 1164431"/>
                <a:gd name="connsiteX107" fmla="*/ 271462 w 1466850"/>
                <a:gd name="connsiteY107" fmla="*/ 95250 h 1164431"/>
                <a:gd name="connsiteX108" fmla="*/ 316706 w 1466850"/>
                <a:gd name="connsiteY108" fmla="*/ 121444 h 1164431"/>
                <a:gd name="connsiteX109" fmla="*/ 302419 w 1466850"/>
                <a:gd name="connsiteY109" fmla="*/ 145256 h 1164431"/>
                <a:gd name="connsiteX110" fmla="*/ 247650 w 1466850"/>
                <a:gd name="connsiteY110" fmla="*/ 159544 h 1164431"/>
                <a:gd name="connsiteX111" fmla="*/ 214312 w 1466850"/>
                <a:gd name="connsiteY111" fmla="*/ 216694 h 1164431"/>
                <a:gd name="connsiteX112" fmla="*/ 183356 w 1466850"/>
                <a:gd name="connsiteY112" fmla="*/ 221456 h 1164431"/>
                <a:gd name="connsiteX113" fmla="*/ 183356 w 1466850"/>
                <a:gd name="connsiteY113" fmla="*/ 254794 h 1164431"/>
                <a:gd name="connsiteX114" fmla="*/ 161925 w 1466850"/>
                <a:gd name="connsiteY114" fmla="*/ 304800 h 1164431"/>
                <a:gd name="connsiteX115" fmla="*/ 140494 w 1466850"/>
                <a:gd name="connsiteY115" fmla="*/ 323850 h 1164431"/>
                <a:gd name="connsiteX116" fmla="*/ 71439 w 1466850"/>
                <a:gd name="connsiteY116" fmla="*/ 300039 h 1164431"/>
                <a:gd name="connsiteX117" fmla="*/ 59530 w 1466850"/>
                <a:gd name="connsiteY117" fmla="*/ 302418 h 1164431"/>
                <a:gd name="connsiteX118" fmla="*/ 30956 w 1466850"/>
                <a:gd name="connsiteY118" fmla="*/ 295274 h 1164431"/>
                <a:gd name="connsiteX0" fmla="*/ 30956 w 1466850"/>
                <a:gd name="connsiteY0" fmla="*/ 295274 h 1200149"/>
                <a:gd name="connsiteX1" fmla="*/ 19050 w 1466850"/>
                <a:gd name="connsiteY1" fmla="*/ 381000 h 1200149"/>
                <a:gd name="connsiteX2" fmla="*/ 19050 w 1466850"/>
                <a:gd name="connsiteY2" fmla="*/ 397669 h 1200149"/>
                <a:gd name="connsiteX3" fmla="*/ 0 w 1466850"/>
                <a:gd name="connsiteY3" fmla="*/ 459581 h 1200149"/>
                <a:gd name="connsiteX4" fmla="*/ 7144 w 1466850"/>
                <a:gd name="connsiteY4" fmla="*/ 497681 h 1200149"/>
                <a:gd name="connsiteX5" fmla="*/ 9525 w 1466850"/>
                <a:gd name="connsiteY5" fmla="*/ 535781 h 1200149"/>
                <a:gd name="connsiteX6" fmla="*/ 19050 w 1466850"/>
                <a:gd name="connsiteY6" fmla="*/ 583406 h 1200149"/>
                <a:gd name="connsiteX7" fmla="*/ 23812 w 1466850"/>
                <a:gd name="connsiteY7" fmla="*/ 688181 h 1200149"/>
                <a:gd name="connsiteX8" fmla="*/ 35719 w 1466850"/>
                <a:gd name="connsiteY8" fmla="*/ 747712 h 1200149"/>
                <a:gd name="connsiteX9" fmla="*/ 40481 w 1466850"/>
                <a:gd name="connsiteY9" fmla="*/ 778669 h 1200149"/>
                <a:gd name="connsiteX10" fmla="*/ 47625 w 1466850"/>
                <a:gd name="connsiteY10" fmla="*/ 831056 h 1200149"/>
                <a:gd name="connsiteX11" fmla="*/ 38100 w 1466850"/>
                <a:gd name="connsiteY11" fmla="*/ 919162 h 1200149"/>
                <a:gd name="connsiteX12" fmla="*/ 78581 w 1466850"/>
                <a:gd name="connsiteY12" fmla="*/ 1028700 h 1200149"/>
                <a:gd name="connsiteX13" fmla="*/ 71437 w 1466850"/>
                <a:gd name="connsiteY13" fmla="*/ 1095375 h 1200149"/>
                <a:gd name="connsiteX14" fmla="*/ 88106 w 1466850"/>
                <a:gd name="connsiteY14" fmla="*/ 1164431 h 1200149"/>
                <a:gd name="connsiteX15" fmla="*/ 166687 w 1466850"/>
                <a:gd name="connsiteY15" fmla="*/ 1200149 h 1200149"/>
                <a:gd name="connsiteX16" fmla="*/ 242887 w 1466850"/>
                <a:gd name="connsiteY16" fmla="*/ 1092994 h 1200149"/>
                <a:gd name="connsiteX17" fmla="*/ 238125 w 1466850"/>
                <a:gd name="connsiteY17" fmla="*/ 1045369 h 1200149"/>
                <a:gd name="connsiteX18" fmla="*/ 230981 w 1466850"/>
                <a:gd name="connsiteY18" fmla="*/ 1035844 h 1200149"/>
                <a:gd name="connsiteX19" fmla="*/ 252412 w 1466850"/>
                <a:gd name="connsiteY19" fmla="*/ 1019175 h 1200149"/>
                <a:gd name="connsiteX20" fmla="*/ 314325 w 1466850"/>
                <a:gd name="connsiteY20" fmla="*/ 995362 h 1200149"/>
                <a:gd name="connsiteX21" fmla="*/ 311944 w 1466850"/>
                <a:gd name="connsiteY21" fmla="*/ 959644 h 1200149"/>
                <a:gd name="connsiteX22" fmla="*/ 326231 w 1466850"/>
                <a:gd name="connsiteY22" fmla="*/ 942975 h 1200149"/>
                <a:gd name="connsiteX23" fmla="*/ 452437 w 1466850"/>
                <a:gd name="connsiteY23" fmla="*/ 950119 h 1200149"/>
                <a:gd name="connsiteX24" fmla="*/ 464344 w 1466850"/>
                <a:gd name="connsiteY24" fmla="*/ 933450 h 1200149"/>
                <a:gd name="connsiteX25" fmla="*/ 476250 w 1466850"/>
                <a:gd name="connsiteY25" fmla="*/ 883444 h 1200149"/>
                <a:gd name="connsiteX26" fmla="*/ 488156 w 1466850"/>
                <a:gd name="connsiteY26" fmla="*/ 857250 h 1200149"/>
                <a:gd name="connsiteX27" fmla="*/ 526256 w 1466850"/>
                <a:gd name="connsiteY27" fmla="*/ 862012 h 1200149"/>
                <a:gd name="connsiteX28" fmla="*/ 545306 w 1466850"/>
                <a:gd name="connsiteY28" fmla="*/ 909637 h 1200149"/>
                <a:gd name="connsiteX29" fmla="*/ 566737 w 1466850"/>
                <a:gd name="connsiteY29" fmla="*/ 881062 h 1200149"/>
                <a:gd name="connsiteX30" fmla="*/ 621506 w 1466850"/>
                <a:gd name="connsiteY30" fmla="*/ 845344 h 1200149"/>
                <a:gd name="connsiteX31" fmla="*/ 709612 w 1466850"/>
                <a:gd name="connsiteY31" fmla="*/ 814387 h 1200149"/>
                <a:gd name="connsiteX32" fmla="*/ 716756 w 1466850"/>
                <a:gd name="connsiteY32" fmla="*/ 769144 h 1200149"/>
                <a:gd name="connsiteX33" fmla="*/ 742950 w 1466850"/>
                <a:gd name="connsiteY33" fmla="*/ 750094 h 1200149"/>
                <a:gd name="connsiteX34" fmla="*/ 785812 w 1466850"/>
                <a:gd name="connsiteY34" fmla="*/ 726281 h 1200149"/>
                <a:gd name="connsiteX35" fmla="*/ 800100 w 1466850"/>
                <a:gd name="connsiteY35" fmla="*/ 716756 h 1200149"/>
                <a:gd name="connsiteX36" fmla="*/ 862012 w 1466850"/>
                <a:gd name="connsiteY36" fmla="*/ 721519 h 1200149"/>
                <a:gd name="connsiteX37" fmla="*/ 883444 w 1466850"/>
                <a:gd name="connsiteY37" fmla="*/ 721519 h 1200149"/>
                <a:gd name="connsiteX38" fmla="*/ 892969 w 1466850"/>
                <a:gd name="connsiteY38" fmla="*/ 697706 h 1200149"/>
                <a:gd name="connsiteX39" fmla="*/ 892969 w 1466850"/>
                <a:gd name="connsiteY39" fmla="*/ 697706 h 1200149"/>
                <a:gd name="connsiteX40" fmla="*/ 921544 w 1466850"/>
                <a:gd name="connsiteY40" fmla="*/ 609600 h 1200149"/>
                <a:gd name="connsiteX41" fmla="*/ 909637 w 1466850"/>
                <a:gd name="connsiteY41" fmla="*/ 552450 h 1200149"/>
                <a:gd name="connsiteX42" fmla="*/ 928687 w 1466850"/>
                <a:gd name="connsiteY42" fmla="*/ 540544 h 1200149"/>
                <a:gd name="connsiteX43" fmla="*/ 973931 w 1466850"/>
                <a:gd name="connsiteY43" fmla="*/ 535781 h 1200149"/>
                <a:gd name="connsiteX44" fmla="*/ 1014412 w 1466850"/>
                <a:gd name="connsiteY44" fmla="*/ 447675 h 1200149"/>
                <a:gd name="connsiteX45" fmla="*/ 1038225 w 1466850"/>
                <a:gd name="connsiteY45" fmla="*/ 445294 h 1200149"/>
                <a:gd name="connsiteX46" fmla="*/ 1073944 w 1466850"/>
                <a:gd name="connsiteY46" fmla="*/ 476250 h 1200149"/>
                <a:gd name="connsiteX47" fmla="*/ 1112044 w 1466850"/>
                <a:gd name="connsiteY47" fmla="*/ 514350 h 1200149"/>
                <a:gd name="connsiteX48" fmla="*/ 1171575 w 1466850"/>
                <a:gd name="connsiteY48" fmla="*/ 540544 h 1200149"/>
                <a:gd name="connsiteX49" fmla="*/ 1219200 w 1466850"/>
                <a:gd name="connsiteY49" fmla="*/ 521494 h 1200149"/>
                <a:gd name="connsiteX50" fmla="*/ 1245394 w 1466850"/>
                <a:gd name="connsiteY50" fmla="*/ 502444 h 1200149"/>
                <a:gd name="connsiteX51" fmla="*/ 1278731 w 1466850"/>
                <a:gd name="connsiteY51" fmla="*/ 511969 h 1200149"/>
                <a:gd name="connsiteX52" fmla="*/ 1295400 w 1466850"/>
                <a:gd name="connsiteY52" fmla="*/ 531019 h 1200149"/>
                <a:gd name="connsiteX53" fmla="*/ 1273969 w 1466850"/>
                <a:gd name="connsiteY53" fmla="*/ 573881 h 1200149"/>
                <a:gd name="connsiteX54" fmla="*/ 1271587 w 1466850"/>
                <a:gd name="connsiteY54" fmla="*/ 602456 h 1200149"/>
                <a:gd name="connsiteX55" fmla="*/ 1285875 w 1466850"/>
                <a:gd name="connsiteY55" fmla="*/ 611981 h 1200149"/>
                <a:gd name="connsiteX56" fmla="*/ 1300162 w 1466850"/>
                <a:gd name="connsiteY56" fmla="*/ 628650 h 1200149"/>
                <a:gd name="connsiteX57" fmla="*/ 1321594 w 1466850"/>
                <a:gd name="connsiteY57" fmla="*/ 666750 h 1200149"/>
                <a:gd name="connsiteX58" fmla="*/ 1347787 w 1466850"/>
                <a:gd name="connsiteY58" fmla="*/ 681037 h 1200149"/>
                <a:gd name="connsiteX59" fmla="*/ 1371600 w 1466850"/>
                <a:gd name="connsiteY59" fmla="*/ 681037 h 1200149"/>
                <a:gd name="connsiteX60" fmla="*/ 1376362 w 1466850"/>
                <a:gd name="connsiteY60" fmla="*/ 628650 h 1200149"/>
                <a:gd name="connsiteX61" fmla="*/ 1395412 w 1466850"/>
                <a:gd name="connsiteY61" fmla="*/ 578644 h 1200149"/>
                <a:gd name="connsiteX62" fmla="*/ 1426369 w 1466850"/>
                <a:gd name="connsiteY62" fmla="*/ 571500 h 1200149"/>
                <a:gd name="connsiteX63" fmla="*/ 1466850 w 1466850"/>
                <a:gd name="connsiteY63" fmla="*/ 552450 h 1200149"/>
                <a:gd name="connsiteX64" fmla="*/ 1443037 w 1466850"/>
                <a:gd name="connsiteY64" fmla="*/ 509587 h 1200149"/>
                <a:gd name="connsiteX65" fmla="*/ 1414462 w 1466850"/>
                <a:gd name="connsiteY65" fmla="*/ 464344 h 1200149"/>
                <a:gd name="connsiteX66" fmla="*/ 1388269 w 1466850"/>
                <a:gd name="connsiteY66" fmla="*/ 438150 h 1200149"/>
                <a:gd name="connsiteX67" fmla="*/ 1404937 w 1466850"/>
                <a:gd name="connsiteY67" fmla="*/ 400050 h 1200149"/>
                <a:gd name="connsiteX68" fmla="*/ 1404937 w 1466850"/>
                <a:gd name="connsiteY68" fmla="*/ 383381 h 1200149"/>
                <a:gd name="connsiteX69" fmla="*/ 1431131 w 1466850"/>
                <a:gd name="connsiteY69" fmla="*/ 338137 h 1200149"/>
                <a:gd name="connsiteX70" fmla="*/ 1419225 w 1466850"/>
                <a:gd name="connsiteY70" fmla="*/ 264319 h 1200149"/>
                <a:gd name="connsiteX71" fmla="*/ 1438275 w 1466850"/>
                <a:gd name="connsiteY71" fmla="*/ 202406 h 1200149"/>
                <a:gd name="connsiteX72" fmla="*/ 1435894 w 1466850"/>
                <a:gd name="connsiteY72" fmla="*/ 173831 h 1200149"/>
                <a:gd name="connsiteX73" fmla="*/ 1404937 w 1466850"/>
                <a:gd name="connsiteY73" fmla="*/ 164306 h 1200149"/>
                <a:gd name="connsiteX74" fmla="*/ 1364456 w 1466850"/>
                <a:gd name="connsiteY74" fmla="*/ 154781 h 1200149"/>
                <a:gd name="connsiteX75" fmla="*/ 1293019 w 1466850"/>
                <a:gd name="connsiteY75" fmla="*/ 154781 h 1200149"/>
                <a:gd name="connsiteX76" fmla="*/ 1233487 w 1466850"/>
                <a:gd name="connsiteY76" fmla="*/ 121444 h 1200149"/>
                <a:gd name="connsiteX77" fmla="*/ 1207294 w 1466850"/>
                <a:gd name="connsiteY77" fmla="*/ 114300 h 1200149"/>
                <a:gd name="connsiteX78" fmla="*/ 1188244 w 1466850"/>
                <a:gd name="connsiteY78" fmla="*/ 126206 h 1200149"/>
                <a:gd name="connsiteX79" fmla="*/ 1133475 w 1466850"/>
                <a:gd name="connsiteY79" fmla="*/ 188119 h 1200149"/>
                <a:gd name="connsiteX80" fmla="*/ 1116806 w 1466850"/>
                <a:gd name="connsiteY80" fmla="*/ 188119 h 1200149"/>
                <a:gd name="connsiteX81" fmla="*/ 1078706 w 1466850"/>
                <a:gd name="connsiteY81" fmla="*/ 142875 h 1200149"/>
                <a:gd name="connsiteX82" fmla="*/ 1054894 w 1466850"/>
                <a:gd name="connsiteY82" fmla="*/ 138112 h 1200149"/>
                <a:gd name="connsiteX83" fmla="*/ 997744 w 1466850"/>
                <a:gd name="connsiteY83" fmla="*/ 157162 h 1200149"/>
                <a:gd name="connsiteX84" fmla="*/ 973931 w 1466850"/>
                <a:gd name="connsiteY84" fmla="*/ 178594 h 1200149"/>
                <a:gd name="connsiteX85" fmla="*/ 928687 w 1466850"/>
                <a:gd name="connsiteY85" fmla="*/ 173831 h 1200149"/>
                <a:gd name="connsiteX86" fmla="*/ 878681 w 1466850"/>
                <a:gd name="connsiteY86" fmla="*/ 164306 h 1200149"/>
                <a:gd name="connsiteX87" fmla="*/ 864394 w 1466850"/>
                <a:gd name="connsiteY87" fmla="*/ 83344 h 1200149"/>
                <a:gd name="connsiteX88" fmla="*/ 845344 w 1466850"/>
                <a:gd name="connsiteY88" fmla="*/ 69056 h 1200149"/>
                <a:gd name="connsiteX89" fmla="*/ 747712 w 1466850"/>
                <a:gd name="connsiteY89" fmla="*/ 119062 h 1200149"/>
                <a:gd name="connsiteX90" fmla="*/ 721519 w 1466850"/>
                <a:gd name="connsiteY90" fmla="*/ 140494 h 1200149"/>
                <a:gd name="connsiteX91" fmla="*/ 709612 w 1466850"/>
                <a:gd name="connsiteY91" fmla="*/ 190500 h 1200149"/>
                <a:gd name="connsiteX92" fmla="*/ 707231 w 1466850"/>
                <a:gd name="connsiteY92" fmla="*/ 195262 h 1200149"/>
                <a:gd name="connsiteX93" fmla="*/ 654844 w 1466850"/>
                <a:gd name="connsiteY93" fmla="*/ 190500 h 1200149"/>
                <a:gd name="connsiteX94" fmla="*/ 633412 w 1466850"/>
                <a:gd name="connsiteY94" fmla="*/ 180975 h 1200149"/>
                <a:gd name="connsiteX95" fmla="*/ 614362 w 1466850"/>
                <a:gd name="connsiteY95" fmla="*/ 142875 h 1200149"/>
                <a:gd name="connsiteX96" fmla="*/ 590550 w 1466850"/>
                <a:gd name="connsiteY96" fmla="*/ 130969 h 1200149"/>
                <a:gd name="connsiteX97" fmla="*/ 540544 w 1466850"/>
                <a:gd name="connsiteY97" fmla="*/ 161925 h 1200149"/>
                <a:gd name="connsiteX98" fmla="*/ 507206 w 1466850"/>
                <a:gd name="connsiteY98" fmla="*/ 154781 h 1200149"/>
                <a:gd name="connsiteX99" fmla="*/ 495300 w 1466850"/>
                <a:gd name="connsiteY99" fmla="*/ 123825 h 1200149"/>
                <a:gd name="connsiteX100" fmla="*/ 490537 w 1466850"/>
                <a:gd name="connsiteY100" fmla="*/ 114300 h 1200149"/>
                <a:gd name="connsiteX101" fmla="*/ 431006 w 1466850"/>
                <a:gd name="connsiteY101" fmla="*/ 97631 h 1200149"/>
                <a:gd name="connsiteX102" fmla="*/ 442912 w 1466850"/>
                <a:gd name="connsiteY102" fmla="*/ 33337 h 1200149"/>
                <a:gd name="connsiteX103" fmla="*/ 423862 w 1466850"/>
                <a:gd name="connsiteY103" fmla="*/ 19050 h 1200149"/>
                <a:gd name="connsiteX104" fmla="*/ 335756 w 1466850"/>
                <a:gd name="connsiteY104" fmla="*/ 0 h 1200149"/>
                <a:gd name="connsiteX105" fmla="*/ 302419 w 1466850"/>
                <a:gd name="connsiteY105" fmla="*/ 35719 h 1200149"/>
                <a:gd name="connsiteX106" fmla="*/ 266700 w 1466850"/>
                <a:gd name="connsiteY106" fmla="*/ 50006 h 1200149"/>
                <a:gd name="connsiteX107" fmla="*/ 271462 w 1466850"/>
                <a:gd name="connsiteY107" fmla="*/ 95250 h 1200149"/>
                <a:gd name="connsiteX108" fmla="*/ 316706 w 1466850"/>
                <a:gd name="connsiteY108" fmla="*/ 121444 h 1200149"/>
                <a:gd name="connsiteX109" fmla="*/ 302419 w 1466850"/>
                <a:gd name="connsiteY109" fmla="*/ 145256 h 1200149"/>
                <a:gd name="connsiteX110" fmla="*/ 247650 w 1466850"/>
                <a:gd name="connsiteY110" fmla="*/ 159544 h 1200149"/>
                <a:gd name="connsiteX111" fmla="*/ 214312 w 1466850"/>
                <a:gd name="connsiteY111" fmla="*/ 216694 h 1200149"/>
                <a:gd name="connsiteX112" fmla="*/ 183356 w 1466850"/>
                <a:gd name="connsiteY112" fmla="*/ 221456 h 1200149"/>
                <a:gd name="connsiteX113" fmla="*/ 183356 w 1466850"/>
                <a:gd name="connsiteY113" fmla="*/ 254794 h 1200149"/>
                <a:gd name="connsiteX114" fmla="*/ 161925 w 1466850"/>
                <a:gd name="connsiteY114" fmla="*/ 304800 h 1200149"/>
                <a:gd name="connsiteX115" fmla="*/ 140494 w 1466850"/>
                <a:gd name="connsiteY115" fmla="*/ 323850 h 1200149"/>
                <a:gd name="connsiteX116" fmla="*/ 71439 w 1466850"/>
                <a:gd name="connsiteY116" fmla="*/ 300039 h 1200149"/>
                <a:gd name="connsiteX117" fmla="*/ 59530 w 1466850"/>
                <a:gd name="connsiteY117" fmla="*/ 302418 h 1200149"/>
                <a:gd name="connsiteX118" fmla="*/ 30956 w 1466850"/>
                <a:gd name="connsiteY118" fmla="*/ 295274 h 1200149"/>
                <a:gd name="connsiteX0" fmla="*/ 30956 w 1466850"/>
                <a:gd name="connsiteY0" fmla="*/ 295274 h 1200149"/>
                <a:gd name="connsiteX1" fmla="*/ 19050 w 1466850"/>
                <a:gd name="connsiteY1" fmla="*/ 381000 h 1200149"/>
                <a:gd name="connsiteX2" fmla="*/ 19050 w 1466850"/>
                <a:gd name="connsiteY2" fmla="*/ 397669 h 1200149"/>
                <a:gd name="connsiteX3" fmla="*/ 0 w 1466850"/>
                <a:gd name="connsiteY3" fmla="*/ 459581 h 1200149"/>
                <a:gd name="connsiteX4" fmla="*/ 7144 w 1466850"/>
                <a:gd name="connsiteY4" fmla="*/ 497681 h 1200149"/>
                <a:gd name="connsiteX5" fmla="*/ 9525 w 1466850"/>
                <a:gd name="connsiteY5" fmla="*/ 535781 h 1200149"/>
                <a:gd name="connsiteX6" fmla="*/ 19050 w 1466850"/>
                <a:gd name="connsiteY6" fmla="*/ 583406 h 1200149"/>
                <a:gd name="connsiteX7" fmla="*/ 23812 w 1466850"/>
                <a:gd name="connsiteY7" fmla="*/ 688181 h 1200149"/>
                <a:gd name="connsiteX8" fmla="*/ 35719 w 1466850"/>
                <a:gd name="connsiteY8" fmla="*/ 747712 h 1200149"/>
                <a:gd name="connsiteX9" fmla="*/ 40481 w 1466850"/>
                <a:gd name="connsiteY9" fmla="*/ 778669 h 1200149"/>
                <a:gd name="connsiteX10" fmla="*/ 47625 w 1466850"/>
                <a:gd name="connsiteY10" fmla="*/ 831056 h 1200149"/>
                <a:gd name="connsiteX11" fmla="*/ 38100 w 1466850"/>
                <a:gd name="connsiteY11" fmla="*/ 919162 h 1200149"/>
                <a:gd name="connsiteX12" fmla="*/ 78581 w 1466850"/>
                <a:gd name="connsiteY12" fmla="*/ 1028700 h 1200149"/>
                <a:gd name="connsiteX13" fmla="*/ 71437 w 1466850"/>
                <a:gd name="connsiteY13" fmla="*/ 1095375 h 1200149"/>
                <a:gd name="connsiteX14" fmla="*/ 88106 w 1466850"/>
                <a:gd name="connsiteY14" fmla="*/ 1164431 h 1200149"/>
                <a:gd name="connsiteX15" fmla="*/ 166687 w 1466850"/>
                <a:gd name="connsiteY15" fmla="*/ 1200149 h 1200149"/>
                <a:gd name="connsiteX16" fmla="*/ 185737 w 1466850"/>
                <a:gd name="connsiteY16" fmla="*/ 1173956 h 1200149"/>
                <a:gd name="connsiteX17" fmla="*/ 242887 w 1466850"/>
                <a:gd name="connsiteY17" fmla="*/ 1092994 h 1200149"/>
                <a:gd name="connsiteX18" fmla="*/ 238125 w 1466850"/>
                <a:gd name="connsiteY18" fmla="*/ 1045369 h 1200149"/>
                <a:gd name="connsiteX19" fmla="*/ 230981 w 1466850"/>
                <a:gd name="connsiteY19" fmla="*/ 1035844 h 1200149"/>
                <a:gd name="connsiteX20" fmla="*/ 252412 w 1466850"/>
                <a:gd name="connsiteY20" fmla="*/ 1019175 h 1200149"/>
                <a:gd name="connsiteX21" fmla="*/ 314325 w 1466850"/>
                <a:gd name="connsiteY21" fmla="*/ 995362 h 1200149"/>
                <a:gd name="connsiteX22" fmla="*/ 311944 w 1466850"/>
                <a:gd name="connsiteY22" fmla="*/ 959644 h 1200149"/>
                <a:gd name="connsiteX23" fmla="*/ 326231 w 1466850"/>
                <a:gd name="connsiteY23" fmla="*/ 942975 h 1200149"/>
                <a:gd name="connsiteX24" fmla="*/ 452437 w 1466850"/>
                <a:gd name="connsiteY24" fmla="*/ 950119 h 1200149"/>
                <a:gd name="connsiteX25" fmla="*/ 464344 w 1466850"/>
                <a:gd name="connsiteY25" fmla="*/ 933450 h 1200149"/>
                <a:gd name="connsiteX26" fmla="*/ 476250 w 1466850"/>
                <a:gd name="connsiteY26" fmla="*/ 883444 h 1200149"/>
                <a:gd name="connsiteX27" fmla="*/ 488156 w 1466850"/>
                <a:gd name="connsiteY27" fmla="*/ 857250 h 1200149"/>
                <a:gd name="connsiteX28" fmla="*/ 526256 w 1466850"/>
                <a:gd name="connsiteY28" fmla="*/ 862012 h 1200149"/>
                <a:gd name="connsiteX29" fmla="*/ 545306 w 1466850"/>
                <a:gd name="connsiteY29" fmla="*/ 909637 h 1200149"/>
                <a:gd name="connsiteX30" fmla="*/ 566737 w 1466850"/>
                <a:gd name="connsiteY30" fmla="*/ 881062 h 1200149"/>
                <a:gd name="connsiteX31" fmla="*/ 621506 w 1466850"/>
                <a:gd name="connsiteY31" fmla="*/ 845344 h 1200149"/>
                <a:gd name="connsiteX32" fmla="*/ 709612 w 1466850"/>
                <a:gd name="connsiteY32" fmla="*/ 814387 h 1200149"/>
                <a:gd name="connsiteX33" fmla="*/ 716756 w 1466850"/>
                <a:gd name="connsiteY33" fmla="*/ 769144 h 1200149"/>
                <a:gd name="connsiteX34" fmla="*/ 742950 w 1466850"/>
                <a:gd name="connsiteY34" fmla="*/ 750094 h 1200149"/>
                <a:gd name="connsiteX35" fmla="*/ 785812 w 1466850"/>
                <a:gd name="connsiteY35" fmla="*/ 726281 h 1200149"/>
                <a:gd name="connsiteX36" fmla="*/ 800100 w 1466850"/>
                <a:gd name="connsiteY36" fmla="*/ 716756 h 1200149"/>
                <a:gd name="connsiteX37" fmla="*/ 862012 w 1466850"/>
                <a:gd name="connsiteY37" fmla="*/ 721519 h 1200149"/>
                <a:gd name="connsiteX38" fmla="*/ 883444 w 1466850"/>
                <a:gd name="connsiteY38" fmla="*/ 721519 h 1200149"/>
                <a:gd name="connsiteX39" fmla="*/ 892969 w 1466850"/>
                <a:gd name="connsiteY39" fmla="*/ 697706 h 1200149"/>
                <a:gd name="connsiteX40" fmla="*/ 892969 w 1466850"/>
                <a:gd name="connsiteY40" fmla="*/ 697706 h 1200149"/>
                <a:gd name="connsiteX41" fmla="*/ 921544 w 1466850"/>
                <a:gd name="connsiteY41" fmla="*/ 609600 h 1200149"/>
                <a:gd name="connsiteX42" fmla="*/ 909637 w 1466850"/>
                <a:gd name="connsiteY42" fmla="*/ 552450 h 1200149"/>
                <a:gd name="connsiteX43" fmla="*/ 928687 w 1466850"/>
                <a:gd name="connsiteY43" fmla="*/ 540544 h 1200149"/>
                <a:gd name="connsiteX44" fmla="*/ 973931 w 1466850"/>
                <a:gd name="connsiteY44" fmla="*/ 535781 h 1200149"/>
                <a:gd name="connsiteX45" fmla="*/ 1014412 w 1466850"/>
                <a:gd name="connsiteY45" fmla="*/ 447675 h 1200149"/>
                <a:gd name="connsiteX46" fmla="*/ 1038225 w 1466850"/>
                <a:gd name="connsiteY46" fmla="*/ 445294 h 1200149"/>
                <a:gd name="connsiteX47" fmla="*/ 1073944 w 1466850"/>
                <a:gd name="connsiteY47" fmla="*/ 476250 h 1200149"/>
                <a:gd name="connsiteX48" fmla="*/ 1112044 w 1466850"/>
                <a:gd name="connsiteY48" fmla="*/ 514350 h 1200149"/>
                <a:gd name="connsiteX49" fmla="*/ 1171575 w 1466850"/>
                <a:gd name="connsiteY49" fmla="*/ 540544 h 1200149"/>
                <a:gd name="connsiteX50" fmla="*/ 1219200 w 1466850"/>
                <a:gd name="connsiteY50" fmla="*/ 521494 h 1200149"/>
                <a:gd name="connsiteX51" fmla="*/ 1245394 w 1466850"/>
                <a:gd name="connsiteY51" fmla="*/ 502444 h 1200149"/>
                <a:gd name="connsiteX52" fmla="*/ 1278731 w 1466850"/>
                <a:gd name="connsiteY52" fmla="*/ 511969 h 1200149"/>
                <a:gd name="connsiteX53" fmla="*/ 1295400 w 1466850"/>
                <a:gd name="connsiteY53" fmla="*/ 531019 h 1200149"/>
                <a:gd name="connsiteX54" fmla="*/ 1273969 w 1466850"/>
                <a:gd name="connsiteY54" fmla="*/ 573881 h 1200149"/>
                <a:gd name="connsiteX55" fmla="*/ 1271587 w 1466850"/>
                <a:gd name="connsiteY55" fmla="*/ 602456 h 1200149"/>
                <a:gd name="connsiteX56" fmla="*/ 1285875 w 1466850"/>
                <a:gd name="connsiteY56" fmla="*/ 611981 h 1200149"/>
                <a:gd name="connsiteX57" fmla="*/ 1300162 w 1466850"/>
                <a:gd name="connsiteY57" fmla="*/ 628650 h 1200149"/>
                <a:gd name="connsiteX58" fmla="*/ 1321594 w 1466850"/>
                <a:gd name="connsiteY58" fmla="*/ 666750 h 1200149"/>
                <a:gd name="connsiteX59" fmla="*/ 1347787 w 1466850"/>
                <a:gd name="connsiteY59" fmla="*/ 681037 h 1200149"/>
                <a:gd name="connsiteX60" fmla="*/ 1371600 w 1466850"/>
                <a:gd name="connsiteY60" fmla="*/ 681037 h 1200149"/>
                <a:gd name="connsiteX61" fmla="*/ 1376362 w 1466850"/>
                <a:gd name="connsiteY61" fmla="*/ 628650 h 1200149"/>
                <a:gd name="connsiteX62" fmla="*/ 1395412 w 1466850"/>
                <a:gd name="connsiteY62" fmla="*/ 578644 h 1200149"/>
                <a:gd name="connsiteX63" fmla="*/ 1426369 w 1466850"/>
                <a:gd name="connsiteY63" fmla="*/ 571500 h 1200149"/>
                <a:gd name="connsiteX64" fmla="*/ 1466850 w 1466850"/>
                <a:gd name="connsiteY64" fmla="*/ 552450 h 1200149"/>
                <a:gd name="connsiteX65" fmla="*/ 1443037 w 1466850"/>
                <a:gd name="connsiteY65" fmla="*/ 509587 h 1200149"/>
                <a:gd name="connsiteX66" fmla="*/ 1414462 w 1466850"/>
                <a:gd name="connsiteY66" fmla="*/ 464344 h 1200149"/>
                <a:gd name="connsiteX67" fmla="*/ 1388269 w 1466850"/>
                <a:gd name="connsiteY67" fmla="*/ 438150 h 1200149"/>
                <a:gd name="connsiteX68" fmla="*/ 1404937 w 1466850"/>
                <a:gd name="connsiteY68" fmla="*/ 400050 h 1200149"/>
                <a:gd name="connsiteX69" fmla="*/ 1404937 w 1466850"/>
                <a:gd name="connsiteY69" fmla="*/ 383381 h 1200149"/>
                <a:gd name="connsiteX70" fmla="*/ 1431131 w 1466850"/>
                <a:gd name="connsiteY70" fmla="*/ 338137 h 1200149"/>
                <a:gd name="connsiteX71" fmla="*/ 1419225 w 1466850"/>
                <a:gd name="connsiteY71" fmla="*/ 264319 h 1200149"/>
                <a:gd name="connsiteX72" fmla="*/ 1438275 w 1466850"/>
                <a:gd name="connsiteY72" fmla="*/ 202406 h 1200149"/>
                <a:gd name="connsiteX73" fmla="*/ 1435894 w 1466850"/>
                <a:gd name="connsiteY73" fmla="*/ 173831 h 1200149"/>
                <a:gd name="connsiteX74" fmla="*/ 1404937 w 1466850"/>
                <a:gd name="connsiteY74" fmla="*/ 164306 h 1200149"/>
                <a:gd name="connsiteX75" fmla="*/ 1364456 w 1466850"/>
                <a:gd name="connsiteY75" fmla="*/ 154781 h 1200149"/>
                <a:gd name="connsiteX76" fmla="*/ 1293019 w 1466850"/>
                <a:gd name="connsiteY76" fmla="*/ 154781 h 1200149"/>
                <a:gd name="connsiteX77" fmla="*/ 1233487 w 1466850"/>
                <a:gd name="connsiteY77" fmla="*/ 121444 h 1200149"/>
                <a:gd name="connsiteX78" fmla="*/ 1207294 w 1466850"/>
                <a:gd name="connsiteY78" fmla="*/ 114300 h 1200149"/>
                <a:gd name="connsiteX79" fmla="*/ 1188244 w 1466850"/>
                <a:gd name="connsiteY79" fmla="*/ 126206 h 1200149"/>
                <a:gd name="connsiteX80" fmla="*/ 1133475 w 1466850"/>
                <a:gd name="connsiteY80" fmla="*/ 188119 h 1200149"/>
                <a:gd name="connsiteX81" fmla="*/ 1116806 w 1466850"/>
                <a:gd name="connsiteY81" fmla="*/ 188119 h 1200149"/>
                <a:gd name="connsiteX82" fmla="*/ 1078706 w 1466850"/>
                <a:gd name="connsiteY82" fmla="*/ 142875 h 1200149"/>
                <a:gd name="connsiteX83" fmla="*/ 1054894 w 1466850"/>
                <a:gd name="connsiteY83" fmla="*/ 138112 h 1200149"/>
                <a:gd name="connsiteX84" fmla="*/ 997744 w 1466850"/>
                <a:gd name="connsiteY84" fmla="*/ 157162 h 1200149"/>
                <a:gd name="connsiteX85" fmla="*/ 973931 w 1466850"/>
                <a:gd name="connsiteY85" fmla="*/ 178594 h 1200149"/>
                <a:gd name="connsiteX86" fmla="*/ 928687 w 1466850"/>
                <a:gd name="connsiteY86" fmla="*/ 173831 h 1200149"/>
                <a:gd name="connsiteX87" fmla="*/ 878681 w 1466850"/>
                <a:gd name="connsiteY87" fmla="*/ 164306 h 1200149"/>
                <a:gd name="connsiteX88" fmla="*/ 864394 w 1466850"/>
                <a:gd name="connsiteY88" fmla="*/ 83344 h 1200149"/>
                <a:gd name="connsiteX89" fmla="*/ 845344 w 1466850"/>
                <a:gd name="connsiteY89" fmla="*/ 69056 h 1200149"/>
                <a:gd name="connsiteX90" fmla="*/ 747712 w 1466850"/>
                <a:gd name="connsiteY90" fmla="*/ 119062 h 1200149"/>
                <a:gd name="connsiteX91" fmla="*/ 721519 w 1466850"/>
                <a:gd name="connsiteY91" fmla="*/ 140494 h 1200149"/>
                <a:gd name="connsiteX92" fmla="*/ 709612 w 1466850"/>
                <a:gd name="connsiteY92" fmla="*/ 190500 h 1200149"/>
                <a:gd name="connsiteX93" fmla="*/ 707231 w 1466850"/>
                <a:gd name="connsiteY93" fmla="*/ 195262 h 1200149"/>
                <a:gd name="connsiteX94" fmla="*/ 654844 w 1466850"/>
                <a:gd name="connsiteY94" fmla="*/ 190500 h 1200149"/>
                <a:gd name="connsiteX95" fmla="*/ 633412 w 1466850"/>
                <a:gd name="connsiteY95" fmla="*/ 180975 h 1200149"/>
                <a:gd name="connsiteX96" fmla="*/ 614362 w 1466850"/>
                <a:gd name="connsiteY96" fmla="*/ 142875 h 1200149"/>
                <a:gd name="connsiteX97" fmla="*/ 590550 w 1466850"/>
                <a:gd name="connsiteY97" fmla="*/ 130969 h 1200149"/>
                <a:gd name="connsiteX98" fmla="*/ 540544 w 1466850"/>
                <a:gd name="connsiteY98" fmla="*/ 161925 h 1200149"/>
                <a:gd name="connsiteX99" fmla="*/ 507206 w 1466850"/>
                <a:gd name="connsiteY99" fmla="*/ 154781 h 1200149"/>
                <a:gd name="connsiteX100" fmla="*/ 495300 w 1466850"/>
                <a:gd name="connsiteY100" fmla="*/ 123825 h 1200149"/>
                <a:gd name="connsiteX101" fmla="*/ 490537 w 1466850"/>
                <a:gd name="connsiteY101" fmla="*/ 114300 h 1200149"/>
                <a:gd name="connsiteX102" fmla="*/ 431006 w 1466850"/>
                <a:gd name="connsiteY102" fmla="*/ 97631 h 1200149"/>
                <a:gd name="connsiteX103" fmla="*/ 442912 w 1466850"/>
                <a:gd name="connsiteY103" fmla="*/ 33337 h 1200149"/>
                <a:gd name="connsiteX104" fmla="*/ 423862 w 1466850"/>
                <a:gd name="connsiteY104" fmla="*/ 19050 h 1200149"/>
                <a:gd name="connsiteX105" fmla="*/ 335756 w 1466850"/>
                <a:gd name="connsiteY105" fmla="*/ 0 h 1200149"/>
                <a:gd name="connsiteX106" fmla="*/ 302419 w 1466850"/>
                <a:gd name="connsiteY106" fmla="*/ 35719 h 1200149"/>
                <a:gd name="connsiteX107" fmla="*/ 266700 w 1466850"/>
                <a:gd name="connsiteY107" fmla="*/ 50006 h 1200149"/>
                <a:gd name="connsiteX108" fmla="*/ 271462 w 1466850"/>
                <a:gd name="connsiteY108" fmla="*/ 95250 h 1200149"/>
                <a:gd name="connsiteX109" fmla="*/ 316706 w 1466850"/>
                <a:gd name="connsiteY109" fmla="*/ 121444 h 1200149"/>
                <a:gd name="connsiteX110" fmla="*/ 302419 w 1466850"/>
                <a:gd name="connsiteY110" fmla="*/ 145256 h 1200149"/>
                <a:gd name="connsiteX111" fmla="*/ 247650 w 1466850"/>
                <a:gd name="connsiteY111" fmla="*/ 159544 h 1200149"/>
                <a:gd name="connsiteX112" fmla="*/ 214312 w 1466850"/>
                <a:gd name="connsiteY112" fmla="*/ 216694 h 1200149"/>
                <a:gd name="connsiteX113" fmla="*/ 183356 w 1466850"/>
                <a:gd name="connsiteY113" fmla="*/ 221456 h 1200149"/>
                <a:gd name="connsiteX114" fmla="*/ 183356 w 1466850"/>
                <a:gd name="connsiteY114" fmla="*/ 254794 h 1200149"/>
                <a:gd name="connsiteX115" fmla="*/ 161925 w 1466850"/>
                <a:gd name="connsiteY115" fmla="*/ 304800 h 1200149"/>
                <a:gd name="connsiteX116" fmla="*/ 140494 w 1466850"/>
                <a:gd name="connsiteY116" fmla="*/ 323850 h 1200149"/>
                <a:gd name="connsiteX117" fmla="*/ 71439 w 1466850"/>
                <a:gd name="connsiteY117" fmla="*/ 300039 h 1200149"/>
                <a:gd name="connsiteX118" fmla="*/ 59530 w 1466850"/>
                <a:gd name="connsiteY118" fmla="*/ 302418 h 1200149"/>
                <a:gd name="connsiteX119" fmla="*/ 30956 w 1466850"/>
                <a:gd name="connsiteY119" fmla="*/ 295274 h 1200149"/>
                <a:gd name="connsiteX0" fmla="*/ 30956 w 1466850"/>
                <a:gd name="connsiteY0" fmla="*/ 295274 h 1209675"/>
                <a:gd name="connsiteX1" fmla="*/ 19050 w 1466850"/>
                <a:gd name="connsiteY1" fmla="*/ 381000 h 1209675"/>
                <a:gd name="connsiteX2" fmla="*/ 19050 w 1466850"/>
                <a:gd name="connsiteY2" fmla="*/ 397669 h 1209675"/>
                <a:gd name="connsiteX3" fmla="*/ 0 w 1466850"/>
                <a:gd name="connsiteY3" fmla="*/ 459581 h 1209675"/>
                <a:gd name="connsiteX4" fmla="*/ 7144 w 1466850"/>
                <a:gd name="connsiteY4" fmla="*/ 497681 h 1209675"/>
                <a:gd name="connsiteX5" fmla="*/ 9525 w 1466850"/>
                <a:gd name="connsiteY5" fmla="*/ 535781 h 1209675"/>
                <a:gd name="connsiteX6" fmla="*/ 19050 w 1466850"/>
                <a:gd name="connsiteY6" fmla="*/ 583406 h 1209675"/>
                <a:gd name="connsiteX7" fmla="*/ 23812 w 1466850"/>
                <a:gd name="connsiteY7" fmla="*/ 688181 h 1209675"/>
                <a:gd name="connsiteX8" fmla="*/ 35719 w 1466850"/>
                <a:gd name="connsiteY8" fmla="*/ 747712 h 1209675"/>
                <a:gd name="connsiteX9" fmla="*/ 40481 w 1466850"/>
                <a:gd name="connsiteY9" fmla="*/ 778669 h 1209675"/>
                <a:gd name="connsiteX10" fmla="*/ 47625 w 1466850"/>
                <a:gd name="connsiteY10" fmla="*/ 831056 h 1209675"/>
                <a:gd name="connsiteX11" fmla="*/ 38100 w 1466850"/>
                <a:gd name="connsiteY11" fmla="*/ 919162 h 1209675"/>
                <a:gd name="connsiteX12" fmla="*/ 78581 w 1466850"/>
                <a:gd name="connsiteY12" fmla="*/ 1028700 h 1209675"/>
                <a:gd name="connsiteX13" fmla="*/ 71437 w 1466850"/>
                <a:gd name="connsiteY13" fmla="*/ 1095375 h 1209675"/>
                <a:gd name="connsiteX14" fmla="*/ 88106 w 1466850"/>
                <a:gd name="connsiteY14" fmla="*/ 1164431 h 1209675"/>
                <a:gd name="connsiteX15" fmla="*/ 166687 w 1466850"/>
                <a:gd name="connsiteY15" fmla="*/ 1200149 h 1209675"/>
                <a:gd name="connsiteX16" fmla="*/ 202406 w 1466850"/>
                <a:gd name="connsiteY16" fmla="*/ 1209675 h 1209675"/>
                <a:gd name="connsiteX17" fmla="*/ 242887 w 1466850"/>
                <a:gd name="connsiteY17" fmla="*/ 1092994 h 1209675"/>
                <a:gd name="connsiteX18" fmla="*/ 238125 w 1466850"/>
                <a:gd name="connsiteY18" fmla="*/ 1045369 h 1209675"/>
                <a:gd name="connsiteX19" fmla="*/ 230981 w 1466850"/>
                <a:gd name="connsiteY19" fmla="*/ 1035844 h 1209675"/>
                <a:gd name="connsiteX20" fmla="*/ 252412 w 1466850"/>
                <a:gd name="connsiteY20" fmla="*/ 1019175 h 1209675"/>
                <a:gd name="connsiteX21" fmla="*/ 314325 w 1466850"/>
                <a:gd name="connsiteY21" fmla="*/ 995362 h 1209675"/>
                <a:gd name="connsiteX22" fmla="*/ 311944 w 1466850"/>
                <a:gd name="connsiteY22" fmla="*/ 959644 h 1209675"/>
                <a:gd name="connsiteX23" fmla="*/ 326231 w 1466850"/>
                <a:gd name="connsiteY23" fmla="*/ 942975 h 1209675"/>
                <a:gd name="connsiteX24" fmla="*/ 452437 w 1466850"/>
                <a:gd name="connsiteY24" fmla="*/ 950119 h 1209675"/>
                <a:gd name="connsiteX25" fmla="*/ 464344 w 1466850"/>
                <a:gd name="connsiteY25" fmla="*/ 933450 h 1209675"/>
                <a:gd name="connsiteX26" fmla="*/ 476250 w 1466850"/>
                <a:gd name="connsiteY26" fmla="*/ 883444 h 1209675"/>
                <a:gd name="connsiteX27" fmla="*/ 488156 w 1466850"/>
                <a:gd name="connsiteY27" fmla="*/ 857250 h 1209675"/>
                <a:gd name="connsiteX28" fmla="*/ 526256 w 1466850"/>
                <a:gd name="connsiteY28" fmla="*/ 862012 h 1209675"/>
                <a:gd name="connsiteX29" fmla="*/ 545306 w 1466850"/>
                <a:gd name="connsiteY29" fmla="*/ 909637 h 1209675"/>
                <a:gd name="connsiteX30" fmla="*/ 566737 w 1466850"/>
                <a:gd name="connsiteY30" fmla="*/ 881062 h 1209675"/>
                <a:gd name="connsiteX31" fmla="*/ 621506 w 1466850"/>
                <a:gd name="connsiteY31" fmla="*/ 845344 h 1209675"/>
                <a:gd name="connsiteX32" fmla="*/ 709612 w 1466850"/>
                <a:gd name="connsiteY32" fmla="*/ 814387 h 1209675"/>
                <a:gd name="connsiteX33" fmla="*/ 716756 w 1466850"/>
                <a:gd name="connsiteY33" fmla="*/ 769144 h 1209675"/>
                <a:gd name="connsiteX34" fmla="*/ 742950 w 1466850"/>
                <a:gd name="connsiteY34" fmla="*/ 750094 h 1209675"/>
                <a:gd name="connsiteX35" fmla="*/ 785812 w 1466850"/>
                <a:gd name="connsiteY35" fmla="*/ 726281 h 1209675"/>
                <a:gd name="connsiteX36" fmla="*/ 800100 w 1466850"/>
                <a:gd name="connsiteY36" fmla="*/ 716756 h 1209675"/>
                <a:gd name="connsiteX37" fmla="*/ 862012 w 1466850"/>
                <a:gd name="connsiteY37" fmla="*/ 721519 h 1209675"/>
                <a:gd name="connsiteX38" fmla="*/ 883444 w 1466850"/>
                <a:gd name="connsiteY38" fmla="*/ 721519 h 1209675"/>
                <a:gd name="connsiteX39" fmla="*/ 892969 w 1466850"/>
                <a:gd name="connsiteY39" fmla="*/ 697706 h 1209675"/>
                <a:gd name="connsiteX40" fmla="*/ 892969 w 1466850"/>
                <a:gd name="connsiteY40" fmla="*/ 697706 h 1209675"/>
                <a:gd name="connsiteX41" fmla="*/ 921544 w 1466850"/>
                <a:gd name="connsiteY41" fmla="*/ 609600 h 1209675"/>
                <a:gd name="connsiteX42" fmla="*/ 909637 w 1466850"/>
                <a:gd name="connsiteY42" fmla="*/ 552450 h 1209675"/>
                <a:gd name="connsiteX43" fmla="*/ 928687 w 1466850"/>
                <a:gd name="connsiteY43" fmla="*/ 540544 h 1209675"/>
                <a:gd name="connsiteX44" fmla="*/ 973931 w 1466850"/>
                <a:gd name="connsiteY44" fmla="*/ 535781 h 1209675"/>
                <a:gd name="connsiteX45" fmla="*/ 1014412 w 1466850"/>
                <a:gd name="connsiteY45" fmla="*/ 447675 h 1209675"/>
                <a:gd name="connsiteX46" fmla="*/ 1038225 w 1466850"/>
                <a:gd name="connsiteY46" fmla="*/ 445294 h 1209675"/>
                <a:gd name="connsiteX47" fmla="*/ 1073944 w 1466850"/>
                <a:gd name="connsiteY47" fmla="*/ 476250 h 1209675"/>
                <a:gd name="connsiteX48" fmla="*/ 1112044 w 1466850"/>
                <a:gd name="connsiteY48" fmla="*/ 514350 h 1209675"/>
                <a:gd name="connsiteX49" fmla="*/ 1171575 w 1466850"/>
                <a:gd name="connsiteY49" fmla="*/ 540544 h 1209675"/>
                <a:gd name="connsiteX50" fmla="*/ 1219200 w 1466850"/>
                <a:gd name="connsiteY50" fmla="*/ 521494 h 1209675"/>
                <a:gd name="connsiteX51" fmla="*/ 1245394 w 1466850"/>
                <a:gd name="connsiteY51" fmla="*/ 502444 h 1209675"/>
                <a:gd name="connsiteX52" fmla="*/ 1278731 w 1466850"/>
                <a:gd name="connsiteY52" fmla="*/ 511969 h 1209675"/>
                <a:gd name="connsiteX53" fmla="*/ 1295400 w 1466850"/>
                <a:gd name="connsiteY53" fmla="*/ 531019 h 1209675"/>
                <a:gd name="connsiteX54" fmla="*/ 1273969 w 1466850"/>
                <a:gd name="connsiteY54" fmla="*/ 573881 h 1209675"/>
                <a:gd name="connsiteX55" fmla="*/ 1271587 w 1466850"/>
                <a:gd name="connsiteY55" fmla="*/ 602456 h 1209675"/>
                <a:gd name="connsiteX56" fmla="*/ 1285875 w 1466850"/>
                <a:gd name="connsiteY56" fmla="*/ 611981 h 1209675"/>
                <a:gd name="connsiteX57" fmla="*/ 1300162 w 1466850"/>
                <a:gd name="connsiteY57" fmla="*/ 628650 h 1209675"/>
                <a:gd name="connsiteX58" fmla="*/ 1321594 w 1466850"/>
                <a:gd name="connsiteY58" fmla="*/ 666750 h 1209675"/>
                <a:gd name="connsiteX59" fmla="*/ 1347787 w 1466850"/>
                <a:gd name="connsiteY59" fmla="*/ 681037 h 1209675"/>
                <a:gd name="connsiteX60" fmla="*/ 1371600 w 1466850"/>
                <a:gd name="connsiteY60" fmla="*/ 681037 h 1209675"/>
                <a:gd name="connsiteX61" fmla="*/ 1376362 w 1466850"/>
                <a:gd name="connsiteY61" fmla="*/ 628650 h 1209675"/>
                <a:gd name="connsiteX62" fmla="*/ 1395412 w 1466850"/>
                <a:gd name="connsiteY62" fmla="*/ 578644 h 1209675"/>
                <a:gd name="connsiteX63" fmla="*/ 1426369 w 1466850"/>
                <a:gd name="connsiteY63" fmla="*/ 571500 h 1209675"/>
                <a:gd name="connsiteX64" fmla="*/ 1466850 w 1466850"/>
                <a:gd name="connsiteY64" fmla="*/ 552450 h 1209675"/>
                <a:gd name="connsiteX65" fmla="*/ 1443037 w 1466850"/>
                <a:gd name="connsiteY65" fmla="*/ 509587 h 1209675"/>
                <a:gd name="connsiteX66" fmla="*/ 1414462 w 1466850"/>
                <a:gd name="connsiteY66" fmla="*/ 464344 h 1209675"/>
                <a:gd name="connsiteX67" fmla="*/ 1388269 w 1466850"/>
                <a:gd name="connsiteY67" fmla="*/ 438150 h 1209675"/>
                <a:gd name="connsiteX68" fmla="*/ 1404937 w 1466850"/>
                <a:gd name="connsiteY68" fmla="*/ 400050 h 1209675"/>
                <a:gd name="connsiteX69" fmla="*/ 1404937 w 1466850"/>
                <a:gd name="connsiteY69" fmla="*/ 383381 h 1209675"/>
                <a:gd name="connsiteX70" fmla="*/ 1431131 w 1466850"/>
                <a:gd name="connsiteY70" fmla="*/ 338137 h 1209675"/>
                <a:gd name="connsiteX71" fmla="*/ 1419225 w 1466850"/>
                <a:gd name="connsiteY71" fmla="*/ 264319 h 1209675"/>
                <a:gd name="connsiteX72" fmla="*/ 1438275 w 1466850"/>
                <a:gd name="connsiteY72" fmla="*/ 202406 h 1209675"/>
                <a:gd name="connsiteX73" fmla="*/ 1435894 w 1466850"/>
                <a:gd name="connsiteY73" fmla="*/ 173831 h 1209675"/>
                <a:gd name="connsiteX74" fmla="*/ 1404937 w 1466850"/>
                <a:gd name="connsiteY74" fmla="*/ 164306 h 1209675"/>
                <a:gd name="connsiteX75" fmla="*/ 1364456 w 1466850"/>
                <a:gd name="connsiteY75" fmla="*/ 154781 h 1209675"/>
                <a:gd name="connsiteX76" fmla="*/ 1293019 w 1466850"/>
                <a:gd name="connsiteY76" fmla="*/ 154781 h 1209675"/>
                <a:gd name="connsiteX77" fmla="*/ 1233487 w 1466850"/>
                <a:gd name="connsiteY77" fmla="*/ 121444 h 1209675"/>
                <a:gd name="connsiteX78" fmla="*/ 1207294 w 1466850"/>
                <a:gd name="connsiteY78" fmla="*/ 114300 h 1209675"/>
                <a:gd name="connsiteX79" fmla="*/ 1188244 w 1466850"/>
                <a:gd name="connsiteY79" fmla="*/ 126206 h 1209675"/>
                <a:gd name="connsiteX80" fmla="*/ 1133475 w 1466850"/>
                <a:gd name="connsiteY80" fmla="*/ 188119 h 1209675"/>
                <a:gd name="connsiteX81" fmla="*/ 1116806 w 1466850"/>
                <a:gd name="connsiteY81" fmla="*/ 188119 h 1209675"/>
                <a:gd name="connsiteX82" fmla="*/ 1078706 w 1466850"/>
                <a:gd name="connsiteY82" fmla="*/ 142875 h 1209675"/>
                <a:gd name="connsiteX83" fmla="*/ 1054894 w 1466850"/>
                <a:gd name="connsiteY83" fmla="*/ 138112 h 1209675"/>
                <a:gd name="connsiteX84" fmla="*/ 997744 w 1466850"/>
                <a:gd name="connsiteY84" fmla="*/ 157162 h 1209675"/>
                <a:gd name="connsiteX85" fmla="*/ 973931 w 1466850"/>
                <a:gd name="connsiteY85" fmla="*/ 178594 h 1209675"/>
                <a:gd name="connsiteX86" fmla="*/ 928687 w 1466850"/>
                <a:gd name="connsiteY86" fmla="*/ 173831 h 1209675"/>
                <a:gd name="connsiteX87" fmla="*/ 878681 w 1466850"/>
                <a:gd name="connsiteY87" fmla="*/ 164306 h 1209675"/>
                <a:gd name="connsiteX88" fmla="*/ 864394 w 1466850"/>
                <a:gd name="connsiteY88" fmla="*/ 83344 h 1209675"/>
                <a:gd name="connsiteX89" fmla="*/ 845344 w 1466850"/>
                <a:gd name="connsiteY89" fmla="*/ 69056 h 1209675"/>
                <a:gd name="connsiteX90" fmla="*/ 747712 w 1466850"/>
                <a:gd name="connsiteY90" fmla="*/ 119062 h 1209675"/>
                <a:gd name="connsiteX91" fmla="*/ 721519 w 1466850"/>
                <a:gd name="connsiteY91" fmla="*/ 140494 h 1209675"/>
                <a:gd name="connsiteX92" fmla="*/ 709612 w 1466850"/>
                <a:gd name="connsiteY92" fmla="*/ 190500 h 1209675"/>
                <a:gd name="connsiteX93" fmla="*/ 707231 w 1466850"/>
                <a:gd name="connsiteY93" fmla="*/ 195262 h 1209675"/>
                <a:gd name="connsiteX94" fmla="*/ 654844 w 1466850"/>
                <a:gd name="connsiteY94" fmla="*/ 190500 h 1209675"/>
                <a:gd name="connsiteX95" fmla="*/ 633412 w 1466850"/>
                <a:gd name="connsiteY95" fmla="*/ 180975 h 1209675"/>
                <a:gd name="connsiteX96" fmla="*/ 614362 w 1466850"/>
                <a:gd name="connsiteY96" fmla="*/ 142875 h 1209675"/>
                <a:gd name="connsiteX97" fmla="*/ 590550 w 1466850"/>
                <a:gd name="connsiteY97" fmla="*/ 130969 h 1209675"/>
                <a:gd name="connsiteX98" fmla="*/ 540544 w 1466850"/>
                <a:gd name="connsiteY98" fmla="*/ 161925 h 1209675"/>
                <a:gd name="connsiteX99" fmla="*/ 507206 w 1466850"/>
                <a:gd name="connsiteY99" fmla="*/ 154781 h 1209675"/>
                <a:gd name="connsiteX100" fmla="*/ 495300 w 1466850"/>
                <a:gd name="connsiteY100" fmla="*/ 123825 h 1209675"/>
                <a:gd name="connsiteX101" fmla="*/ 490537 w 1466850"/>
                <a:gd name="connsiteY101" fmla="*/ 114300 h 1209675"/>
                <a:gd name="connsiteX102" fmla="*/ 431006 w 1466850"/>
                <a:gd name="connsiteY102" fmla="*/ 97631 h 1209675"/>
                <a:gd name="connsiteX103" fmla="*/ 442912 w 1466850"/>
                <a:gd name="connsiteY103" fmla="*/ 33337 h 1209675"/>
                <a:gd name="connsiteX104" fmla="*/ 423862 w 1466850"/>
                <a:gd name="connsiteY104" fmla="*/ 19050 h 1209675"/>
                <a:gd name="connsiteX105" fmla="*/ 335756 w 1466850"/>
                <a:gd name="connsiteY105" fmla="*/ 0 h 1209675"/>
                <a:gd name="connsiteX106" fmla="*/ 302419 w 1466850"/>
                <a:gd name="connsiteY106" fmla="*/ 35719 h 1209675"/>
                <a:gd name="connsiteX107" fmla="*/ 266700 w 1466850"/>
                <a:gd name="connsiteY107" fmla="*/ 50006 h 1209675"/>
                <a:gd name="connsiteX108" fmla="*/ 271462 w 1466850"/>
                <a:gd name="connsiteY108" fmla="*/ 95250 h 1209675"/>
                <a:gd name="connsiteX109" fmla="*/ 316706 w 1466850"/>
                <a:gd name="connsiteY109" fmla="*/ 121444 h 1209675"/>
                <a:gd name="connsiteX110" fmla="*/ 302419 w 1466850"/>
                <a:gd name="connsiteY110" fmla="*/ 145256 h 1209675"/>
                <a:gd name="connsiteX111" fmla="*/ 247650 w 1466850"/>
                <a:gd name="connsiteY111" fmla="*/ 159544 h 1209675"/>
                <a:gd name="connsiteX112" fmla="*/ 214312 w 1466850"/>
                <a:gd name="connsiteY112" fmla="*/ 216694 h 1209675"/>
                <a:gd name="connsiteX113" fmla="*/ 183356 w 1466850"/>
                <a:gd name="connsiteY113" fmla="*/ 221456 h 1209675"/>
                <a:gd name="connsiteX114" fmla="*/ 183356 w 1466850"/>
                <a:gd name="connsiteY114" fmla="*/ 254794 h 1209675"/>
                <a:gd name="connsiteX115" fmla="*/ 161925 w 1466850"/>
                <a:gd name="connsiteY115" fmla="*/ 304800 h 1209675"/>
                <a:gd name="connsiteX116" fmla="*/ 140494 w 1466850"/>
                <a:gd name="connsiteY116" fmla="*/ 323850 h 1209675"/>
                <a:gd name="connsiteX117" fmla="*/ 71439 w 1466850"/>
                <a:gd name="connsiteY117" fmla="*/ 300039 h 1209675"/>
                <a:gd name="connsiteX118" fmla="*/ 59530 w 1466850"/>
                <a:gd name="connsiteY118" fmla="*/ 302418 h 1209675"/>
                <a:gd name="connsiteX119" fmla="*/ 30956 w 1466850"/>
                <a:gd name="connsiteY119" fmla="*/ 295274 h 1209675"/>
                <a:gd name="connsiteX0" fmla="*/ 30956 w 1466850"/>
                <a:gd name="connsiteY0" fmla="*/ 295274 h 1209675"/>
                <a:gd name="connsiteX1" fmla="*/ 19050 w 1466850"/>
                <a:gd name="connsiteY1" fmla="*/ 381000 h 1209675"/>
                <a:gd name="connsiteX2" fmla="*/ 19050 w 1466850"/>
                <a:gd name="connsiteY2" fmla="*/ 397669 h 1209675"/>
                <a:gd name="connsiteX3" fmla="*/ 0 w 1466850"/>
                <a:gd name="connsiteY3" fmla="*/ 459581 h 1209675"/>
                <a:gd name="connsiteX4" fmla="*/ 7144 w 1466850"/>
                <a:gd name="connsiteY4" fmla="*/ 497681 h 1209675"/>
                <a:gd name="connsiteX5" fmla="*/ 9525 w 1466850"/>
                <a:gd name="connsiteY5" fmla="*/ 535781 h 1209675"/>
                <a:gd name="connsiteX6" fmla="*/ 19050 w 1466850"/>
                <a:gd name="connsiteY6" fmla="*/ 583406 h 1209675"/>
                <a:gd name="connsiteX7" fmla="*/ 23812 w 1466850"/>
                <a:gd name="connsiteY7" fmla="*/ 688181 h 1209675"/>
                <a:gd name="connsiteX8" fmla="*/ 35719 w 1466850"/>
                <a:gd name="connsiteY8" fmla="*/ 747712 h 1209675"/>
                <a:gd name="connsiteX9" fmla="*/ 40481 w 1466850"/>
                <a:gd name="connsiteY9" fmla="*/ 778669 h 1209675"/>
                <a:gd name="connsiteX10" fmla="*/ 47625 w 1466850"/>
                <a:gd name="connsiteY10" fmla="*/ 831056 h 1209675"/>
                <a:gd name="connsiteX11" fmla="*/ 38100 w 1466850"/>
                <a:gd name="connsiteY11" fmla="*/ 919162 h 1209675"/>
                <a:gd name="connsiteX12" fmla="*/ 78581 w 1466850"/>
                <a:gd name="connsiteY12" fmla="*/ 1028700 h 1209675"/>
                <a:gd name="connsiteX13" fmla="*/ 71437 w 1466850"/>
                <a:gd name="connsiteY13" fmla="*/ 1095375 h 1209675"/>
                <a:gd name="connsiteX14" fmla="*/ 88106 w 1466850"/>
                <a:gd name="connsiteY14" fmla="*/ 1164431 h 1209675"/>
                <a:gd name="connsiteX15" fmla="*/ 166687 w 1466850"/>
                <a:gd name="connsiteY15" fmla="*/ 1200149 h 1209675"/>
                <a:gd name="connsiteX16" fmla="*/ 202406 w 1466850"/>
                <a:gd name="connsiteY16" fmla="*/ 1209675 h 1209675"/>
                <a:gd name="connsiteX17" fmla="*/ 219075 w 1466850"/>
                <a:gd name="connsiteY17" fmla="*/ 1150144 h 1209675"/>
                <a:gd name="connsiteX18" fmla="*/ 242887 w 1466850"/>
                <a:gd name="connsiteY18" fmla="*/ 1092994 h 1209675"/>
                <a:gd name="connsiteX19" fmla="*/ 238125 w 1466850"/>
                <a:gd name="connsiteY19" fmla="*/ 1045369 h 1209675"/>
                <a:gd name="connsiteX20" fmla="*/ 230981 w 1466850"/>
                <a:gd name="connsiteY20" fmla="*/ 1035844 h 1209675"/>
                <a:gd name="connsiteX21" fmla="*/ 252412 w 1466850"/>
                <a:gd name="connsiteY21" fmla="*/ 1019175 h 1209675"/>
                <a:gd name="connsiteX22" fmla="*/ 314325 w 1466850"/>
                <a:gd name="connsiteY22" fmla="*/ 995362 h 1209675"/>
                <a:gd name="connsiteX23" fmla="*/ 311944 w 1466850"/>
                <a:gd name="connsiteY23" fmla="*/ 959644 h 1209675"/>
                <a:gd name="connsiteX24" fmla="*/ 326231 w 1466850"/>
                <a:gd name="connsiteY24" fmla="*/ 942975 h 1209675"/>
                <a:gd name="connsiteX25" fmla="*/ 452437 w 1466850"/>
                <a:gd name="connsiteY25" fmla="*/ 950119 h 1209675"/>
                <a:gd name="connsiteX26" fmla="*/ 464344 w 1466850"/>
                <a:gd name="connsiteY26" fmla="*/ 933450 h 1209675"/>
                <a:gd name="connsiteX27" fmla="*/ 476250 w 1466850"/>
                <a:gd name="connsiteY27" fmla="*/ 883444 h 1209675"/>
                <a:gd name="connsiteX28" fmla="*/ 488156 w 1466850"/>
                <a:gd name="connsiteY28" fmla="*/ 857250 h 1209675"/>
                <a:gd name="connsiteX29" fmla="*/ 526256 w 1466850"/>
                <a:gd name="connsiteY29" fmla="*/ 862012 h 1209675"/>
                <a:gd name="connsiteX30" fmla="*/ 545306 w 1466850"/>
                <a:gd name="connsiteY30" fmla="*/ 909637 h 1209675"/>
                <a:gd name="connsiteX31" fmla="*/ 566737 w 1466850"/>
                <a:gd name="connsiteY31" fmla="*/ 881062 h 1209675"/>
                <a:gd name="connsiteX32" fmla="*/ 621506 w 1466850"/>
                <a:gd name="connsiteY32" fmla="*/ 845344 h 1209675"/>
                <a:gd name="connsiteX33" fmla="*/ 709612 w 1466850"/>
                <a:gd name="connsiteY33" fmla="*/ 814387 h 1209675"/>
                <a:gd name="connsiteX34" fmla="*/ 716756 w 1466850"/>
                <a:gd name="connsiteY34" fmla="*/ 769144 h 1209675"/>
                <a:gd name="connsiteX35" fmla="*/ 742950 w 1466850"/>
                <a:gd name="connsiteY35" fmla="*/ 750094 h 1209675"/>
                <a:gd name="connsiteX36" fmla="*/ 785812 w 1466850"/>
                <a:gd name="connsiteY36" fmla="*/ 726281 h 1209675"/>
                <a:gd name="connsiteX37" fmla="*/ 800100 w 1466850"/>
                <a:gd name="connsiteY37" fmla="*/ 716756 h 1209675"/>
                <a:gd name="connsiteX38" fmla="*/ 862012 w 1466850"/>
                <a:gd name="connsiteY38" fmla="*/ 721519 h 1209675"/>
                <a:gd name="connsiteX39" fmla="*/ 883444 w 1466850"/>
                <a:gd name="connsiteY39" fmla="*/ 721519 h 1209675"/>
                <a:gd name="connsiteX40" fmla="*/ 892969 w 1466850"/>
                <a:gd name="connsiteY40" fmla="*/ 697706 h 1209675"/>
                <a:gd name="connsiteX41" fmla="*/ 892969 w 1466850"/>
                <a:gd name="connsiteY41" fmla="*/ 697706 h 1209675"/>
                <a:gd name="connsiteX42" fmla="*/ 921544 w 1466850"/>
                <a:gd name="connsiteY42" fmla="*/ 609600 h 1209675"/>
                <a:gd name="connsiteX43" fmla="*/ 909637 w 1466850"/>
                <a:gd name="connsiteY43" fmla="*/ 552450 h 1209675"/>
                <a:gd name="connsiteX44" fmla="*/ 928687 w 1466850"/>
                <a:gd name="connsiteY44" fmla="*/ 540544 h 1209675"/>
                <a:gd name="connsiteX45" fmla="*/ 973931 w 1466850"/>
                <a:gd name="connsiteY45" fmla="*/ 535781 h 1209675"/>
                <a:gd name="connsiteX46" fmla="*/ 1014412 w 1466850"/>
                <a:gd name="connsiteY46" fmla="*/ 447675 h 1209675"/>
                <a:gd name="connsiteX47" fmla="*/ 1038225 w 1466850"/>
                <a:gd name="connsiteY47" fmla="*/ 445294 h 1209675"/>
                <a:gd name="connsiteX48" fmla="*/ 1073944 w 1466850"/>
                <a:gd name="connsiteY48" fmla="*/ 476250 h 1209675"/>
                <a:gd name="connsiteX49" fmla="*/ 1112044 w 1466850"/>
                <a:gd name="connsiteY49" fmla="*/ 514350 h 1209675"/>
                <a:gd name="connsiteX50" fmla="*/ 1171575 w 1466850"/>
                <a:gd name="connsiteY50" fmla="*/ 540544 h 1209675"/>
                <a:gd name="connsiteX51" fmla="*/ 1219200 w 1466850"/>
                <a:gd name="connsiteY51" fmla="*/ 521494 h 1209675"/>
                <a:gd name="connsiteX52" fmla="*/ 1245394 w 1466850"/>
                <a:gd name="connsiteY52" fmla="*/ 502444 h 1209675"/>
                <a:gd name="connsiteX53" fmla="*/ 1278731 w 1466850"/>
                <a:gd name="connsiteY53" fmla="*/ 511969 h 1209675"/>
                <a:gd name="connsiteX54" fmla="*/ 1295400 w 1466850"/>
                <a:gd name="connsiteY54" fmla="*/ 531019 h 1209675"/>
                <a:gd name="connsiteX55" fmla="*/ 1273969 w 1466850"/>
                <a:gd name="connsiteY55" fmla="*/ 573881 h 1209675"/>
                <a:gd name="connsiteX56" fmla="*/ 1271587 w 1466850"/>
                <a:gd name="connsiteY56" fmla="*/ 602456 h 1209675"/>
                <a:gd name="connsiteX57" fmla="*/ 1285875 w 1466850"/>
                <a:gd name="connsiteY57" fmla="*/ 611981 h 1209675"/>
                <a:gd name="connsiteX58" fmla="*/ 1300162 w 1466850"/>
                <a:gd name="connsiteY58" fmla="*/ 628650 h 1209675"/>
                <a:gd name="connsiteX59" fmla="*/ 1321594 w 1466850"/>
                <a:gd name="connsiteY59" fmla="*/ 666750 h 1209675"/>
                <a:gd name="connsiteX60" fmla="*/ 1347787 w 1466850"/>
                <a:gd name="connsiteY60" fmla="*/ 681037 h 1209675"/>
                <a:gd name="connsiteX61" fmla="*/ 1371600 w 1466850"/>
                <a:gd name="connsiteY61" fmla="*/ 681037 h 1209675"/>
                <a:gd name="connsiteX62" fmla="*/ 1376362 w 1466850"/>
                <a:gd name="connsiteY62" fmla="*/ 628650 h 1209675"/>
                <a:gd name="connsiteX63" fmla="*/ 1395412 w 1466850"/>
                <a:gd name="connsiteY63" fmla="*/ 578644 h 1209675"/>
                <a:gd name="connsiteX64" fmla="*/ 1426369 w 1466850"/>
                <a:gd name="connsiteY64" fmla="*/ 571500 h 1209675"/>
                <a:gd name="connsiteX65" fmla="*/ 1466850 w 1466850"/>
                <a:gd name="connsiteY65" fmla="*/ 552450 h 1209675"/>
                <a:gd name="connsiteX66" fmla="*/ 1443037 w 1466850"/>
                <a:gd name="connsiteY66" fmla="*/ 509587 h 1209675"/>
                <a:gd name="connsiteX67" fmla="*/ 1414462 w 1466850"/>
                <a:gd name="connsiteY67" fmla="*/ 464344 h 1209675"/>
                <a:gd name="connsiteX68" fmla="*/ 1388269 w 1466850"/>
                <a:gd name="connsiteY68" fmla="*/ 438150 h 1209675"/>
                <a:gd name="connsiteX69" fmla="*/ 1404937 w 1466850"/>
                <a:gd name="connsiteY69" fmla="*/ 400050 h 1209675"/>
                <a:gd name="connsiteX70" fmla="*/ 1404937 w 1466850"/>
                <a:gd name="connsiteY70" fmla="*/ 383381 h 1209675"/>
                <a:gd name="connsiteX71" fmla="*/ 1431131 w 1466850"/>
                <a:gd name="connsiteY71" fmla="*/ 338137 h 1209675"/>
                <a:gd name="connsiteX72" fmla="*/ 1419225 w 1466850"/>
                <a:gd name="connsiteY72" fmla="*/ 264319 h 1209675"/>
                <a:gd name="connsiteX73" fmla="*/ 1438275 w 1466850"/>
                <a:gd name="connsiteY73" fmla="*/ 202406 h 1209675"/>
                <a:gd name="connsiteX74" fmla="*/ 1435894 w 1466850"/>
                <a:gd name="connsiteY74" fmla="*/ 173831 h 1209675"/>
                <a:gd name="connsiteX75" fmla="*/ 1404937 w 1466850"/>
                <a:gd name="connsiteY75" fmla="*/ 164306 h 1209675"/>
                <a:gd name="connsiteX76" fmla="*/ 1364456 w 1466850"/>
                <a:gd name="connsiteY76" fmla="*/ 154781 h 1209675"/>
                <a:gd name="connsiteX77" fmla="*/ 1293019 w 1466850"/>
                <a:gd name="connsiteY77" fmla="*/ 154781 h 1209675"/>
                <a:gd name="connsiteX78" fmla="*/ 1233487 w 1466850"/>
                <a:gd name="connsiteY78" fmla="*/ 121444 h 1209675"/>
                <a:gd name="connsiteX79" fmla="*/ 1207294 w 1466850"/>
                <a:gd name="connsiteY79" fmla="*/ 114300 h 1209675"/>
                <a:gd name="connsiteX80" fmla="*/ 1188244 w 1466850"/>
                <a:gd name="connsiteY80" fmla="*/ 126206 h 1209675"/>
                <a:gd name="connsiteX81" fmla="*/ 1133475 w 1466850"/>
                <a:gd name="connsiteY81" fmla="*/ 188119 h 1209675"/>
                <a:gd name="connsiteX82" fmla="*/ 1116806 w 1466850"/>
                <a:gd name="connsiteY82" fmla="*/ 188119 h 1209675"/>
                <a:gd name="connsiteX83" fmla="*/ 1078706 w 1466850"/>
                <a:gd name="connsiteY83" fmla="*/ 142875 h 1209675"/>
                <a:gd name="connsiteX84" fmla="*/ 1054894 w 1466850"/>
                <a:gd name="connsiteY84" fmla="*/ 138112 h 1209675"/>
                <a:gd name="connsiteX85" fmla="*/ 997744 w 1466850"/>
                <a:gd name="connsiteY85" fmla="*/ 157162 h 1209675"/>
                <a:gd name="connsiteX86" fmla="*/ 973931 w 1466850"/>
                <a:gd name="connsiteY86" fmla="*/ 178594 h 1209675"/>
                <a:gd name="connsiteX87" fmla="*/ 928687 w 1466850"/>
                <a:gd name="connsiteY87" fmla="*/ 173831 h 1209675"/>
                <a:gd name="connsiteX88" fmla="*/ 878681 w 1466850"/>
                <a:gd name="connsiteY88" fmla="*/ 164306 h 1209675"/>
                <a:gd name="connsiteX89" fmla="*/ 864394 w 1466850"/>
                <a:gd name="connsiteY89" fmla="*/ 83344 h 1209675"/>
                <a:gd name="connsiteX90" fmla="*/ 845344 w 1466850"/>
                <a:gd name="connsiteY90" fmla="*/ 69056 h 1209675"/>
                <a:gd name="connsiteX91" fmla="*/ 747712 w 1466850"/>
                <a:gd name="connsiteY91" fmla="*/ 119062 h 1209675"/>
                <a:gd name="connsiteX92" fmla="*/ 721519 w 1466850"/>
                <a:gd name="connsiteY92" fmla="*/ 140494 h 1209675"/>
                <a:gd name="connsiteX93" fmla="*/ 709612 w 1466850"/>
                <a:gd name="connsiteY93" fmla="*/ 190500 h 1209675"/>
                <a:gd name="connsiteX94" fmla="*/ 707231 w 1466850"/>
                <a:gd name="connsiteY94" fmla="*/ 195262 h 1209675"/>
                <a:gd name="connsiteX95" fmla="*/ 654844 w 1466850"/>
                <a:gd name="connsiteY95" fmla="*/ 190500 h 1209675"/>
                <a:gd name="connsiteX96" fmla="*/ 633412 w 1466850"/>
                <a:gd name="connsiteY96" fmla="*/ 180975 h 1209675"/>
                <a:gd name="connsiteX97" fmla="*/ 614362 w 1466850"/>
                <a:gd name="connsiteY97" fmla="*/ 142875 h 1209675"/>
                <a:gd name="connsiteX98" fmla="*/ 590550 w 1466850"/>
                <a:gd name="connsiteY98" fmla="*/ 130969 h 1209675"/>
                <a:gd name="connsiteX99" fmla="*/ 540544 w 1466850"/>
                <a:gd name="connsiteY99" fmla="*/ 161925 h 1209675"/>
                <a:gd name="connsiteX100" fmla="*/ 507206 w 1466850"/>
                <a:gd name="connsiteY100" fmla="*/ 154781 h 1209675"/>
                <a:gd name="connsiteX101" fmla="*/ 495300 w 1466850"/>
                <a:gd name="connsiteY101" fmla="*/ 123825 h 1209675"/>
                <a:gd name="connsiteX102" fmla="*/ 490537 w 1466850"/>
                <a:gd name="connsiteY102" fmla="*/ 114300 h 1209675"/>
                <a:gd name="connsiteX103" fmla="*/ 431006 w 1466850"/>
                <a:gd name="connsiteY103" fmla="*/ 97631 h 1209675"/>
                <a:gd name="connsiteX104" fmla="*/ 442912 w 1466850"/>
                <a:gd name="connsiteY104" fmla="*/ 33337 h 1209675"/>
                <a:gd name="connsiteX105" fmla="*/ 423862 w 1466850"/>
                <a:gd name="connsiteY105" fmla="*/ 19050 h 1209675"/>
                <a:gd name="connsiteX106" fmla="*/ 335756 w 1466850"/>
                <a:gd name="connsiteY106" fmla="*/ 0 h 1209675"/>
                <a:gd name="connsiteX107" fmla="*/ 302419 w 1466850"/>
                <a:gd name="connsiteY107" fmla="*/ 35719 h 1209675"/>
                <a:gd name="connsiteX108" fmla="*/ 266700 w 1466850"/>
                <a:gd name="connsiteY108" fmla="*/ 50006 h 1209675"/>
                <a:gd name="connsiteX109" fmla="*/ 271462 w 1466850"/>
                <a:gd name="connsiteY109" fmla="*/ 95250 h 1209675"/>
                <a:gd name="connsiteX110" fmla="*/ 316706 w 1466850"/>
                <a:gd name="connsiteY110" fmla="*/ 121444 h 1209675"/>
                <a:gd name="connsiteX111" fmla="*/ 302419 w 1466850"/>
                <a:gd name="connsiteY111" fmla="*/ 145256 h 1209675"/>
                <a:gd name="connsiteX112" fmla="*/ 247650 w 1466850"/>
                <a:gd name="connsiteY112" fmla="*/ 159544 h 1209675"/>
                <a:gd name="connsiteX113" fmla="*/ 214312 w 1466850"/>
                <a:gd name="connsiteY113" fmla="*/ 216694 h 1209675"/>
                <a:gd name="connsiteX114" fmla="*/ 183356 w 1466850"/>
                <a:gd name="connsiteY114" fmla="*/ 221456 h 1209675"/>
                <a:gd name="connsiteX115" fmla="*/ 183356 w 1466850"/>
                <a:gd name="connsiteY115" fmla="*/ 254794 h 1209675"/>
                <a:gd name="connsiteX116" fmla="*/ 161925 w 1466850"/>
                <a:gd name="connsiteY116" fmla="*/ 304800 h 1209675"/>
                <a:gd name="connsiteX117" fmla="*/ 140494 w 1466850"/>
                <a:gd name="connsiteY117" fmla="*/ 323850 h 1209675"/>
                <a:gd name="connsiteX118" fmla="*/ 71439 w 1466850"/>
                <a:gd name="connsiteY118" fmla="*/ 300039 h 1209675"/>
                <a:gd name="connsiteX119" fmla="*/ 59530 w 1466850"/>
                <a:gd name="connsiteY119" fmla="*/ 302418 h 1209675"/>
                <a:gd name="connsiteX120" fmla="*/ 30956 w 1466850"/>
                <a:gd name="connsiteY120" fmla="*/ 295274 h 1209675"/>
                <a:gd name="connsiteX0" fmla="*/ 30956 w 1466850"/>
                <a:gd name="connsiteY0" fmla="*/ 295274 h 1209675"/>
                <a:gd name="connsiteX1" fmla="*/ 19050 w 1466850"/>
                <a:gd name="connsiteY1" fmla="*/ 381000 h 1209675"/>
                <a:gd name="connsiteX2" fmla="*/ 19050 w 1466850"/>
                <a:gd name="connsiteY2" fmla="*/ 397669 h 1209675"/>
                <a:gd name="connsiteX3" fmla="*/ 0 w 1466850"/>
                <a:gd name="connsiteY3" fmla="*/ 459581 h 1209675"/>
                <a:gd name="connsiteX4" fmla="*/ 7144 w 1466850"/>
                <a:gd name="connsiteY4" fmla="*/ 497681 h 1209675"/>
                <a:gd name="connsiteX5" fmla="*/ 9525 w 1466850"/>
                <a:gd name="connsiteY5" fmla="*/ 535781 h 1209675"/>
                <a:gd name="connsiteX6" fmla="*/ 19050 w 1466850"/>
                <a:gd name="connsiteY6" fmla="*/ 583406 h 1209675"/>
                <a:gd name="connsiteX7" fmla="*/ 23812 w 1466850"/>
                <a:gd name="connsiteY7" fmla="*/ 688181 h 1209675"/>
                <a:gd name="connsiteX8" fmla="*/ 35719 w 1466850"/>
                <a:gd name="connsiteY8" fmla="*/ 747712 h 1209675"/>
                <a:gd name="connsiteX9" fmla="*/ 40481 w 1466850"/>
                <a:gd name="connsiteY9" fmla="*/ 778669 h 1209675"/>
                <a:gd name="connsiteX10" fmla="*/ 47625 w 1466850"/>
                <a:gd name="connsiteY10" fmla="*/ 831056 h 1209675"/>
                <a:gd name="connsiteX11" fmla="*/ 38100 w 1466850"/>
                <a:gd name="connsiteY11" fmla="*/ 919162 h 1209675"/>
                <a:gd name="connsiteX12" fmla="*/ 78581 w 1466850"/>
                <a:gd name="connsiteY12" fmla="*/ 1028700 h 1209675"/>
                <a:gd name="connsiteX13" fmla="*/ 71437 w 1466850"/>
                <a:gd name="connsiteY13" fmla="*/ 1095375 h 1209675"/>
                <a:gd name="connsiteX14" fmla="*/ 88106 w 1466850"/>
                <a:gd name="connsiteY14" fmla="*/ 1164431 h 1209675"/>
                <a:gd name="connsiteX15" fmla="*/ 166687 w 1466850"/>
                <a:gd name="connsiteY15" fmla="*/ 1200149 h 1209675"/>
                <a:gd name="connsiteX16" fmla="*/ 202406 w 1466850"/>
                <a:gd name="connsiteY16" fmla="*/ 1209675 h 1209675"/>
                <a:gd name="connsiteX17" fmla="*/ 159544 w 1466850"/>
                <a:gd name="connsiteY17" fmla="*/ 1112044 h 1209675"/>
                <a:gd name="connsiteX18" fmla="*/ 242887 w 1466850"/>
                <a:gd name="connsiteY18" fmla="*/ 1092994 h 1209675"/>
                <a:gd name="connsiteX19" fmla="*/ 238125 w 1466850"/>
                <a:gd name="connsiteY19" fmla="*/ 1045369 h 1209675"/>
                <a:gd name="connsiteX20" fmla="*/ 230981 w 1466850"/>
                <a:gd name="connsiteY20" fmla="*/ 1035844 h 1209675"/>
                <a:gd name="connsiteX21" fmla="*/ 252412 w 1466850"/>
                <a:gd name="connsiteY21" fmla="*/ 1019175 h 1209675"/>
                <a:gd name="connsiteX22" fmla="*/ 314325 w 1466850"/>
                <a:gd name="connsiteY22" fmla="*/ 995362 h 1209675"/>
                <a:gd name="connsiteX23" fmla="*/ 311944 w 1466850"/>
                <a:gd name="connsiteY23" fmla="*/ 959644 h 1209675"/>
                <a:gd name="connsiteX24" fmla="*/ 326231 w 1466850"/>
                <a:gd name="connsiteY24" fmla="*/ 942975 h 1209675"/>
                <a:gd name="connsiteX25" fmla="*/ 452437 w 1466850"/>
                <a:gd name="connsiteY25" fmla="*/ 950119 h 1209675"/>
                <a:gd name="connsiteX26" fmla="*/ 464344 w 1466850"/>
                <a:gd name="connsiteY26" fmla="*/ 933450 h 1209675"/>
                <a:gd name="connsiteX27" fmla="*/ 476250 w 1466850"/>
                <a:gd name="connsiteY27" fmla="*/ 883444 h 1209675"/>
                <a:gd name="connsiteX28" fmla="*/ 488156 w 1466850"/>
                <a:gd name="connsiteY28" fmla="*/ 857250 h 1209675"/>
                <a:gd name="connsiteX29" fmla="*/ 526256 w 1466850"/>
                <a:gd name="connsiteY29" fmla="*/ 862012 h 1209675"/>
                <a:gd name="connsiteX30" fmla="*/ 545306 w 1466850"/>
                <a:gd name="connsiteY30" fmla="*/ 909637 h 1209675"/>
                <a:gd name="connsiteX31" fmla="*/ 566737 w 1466850"/>
                <a:gd name="connsiteY31" fmla="*/ 881062 h 1209675"/>
                <a:gd name="connsiteX32" fmla="*/ 621506 w 1466850"/>
                <a:gd name="connsiteY32" fmla="*/ 845344 h 1209675"/>
                <a:gd name="connsiteX33" fmla="*/ 709612 w 1466850"/>
                <a:gd name="connsiteY33" fmla="*/ 814387 h 1209675"/>
                <a:gd name="connsiteX34" fmla="*/ 716756 w 1466850"/>
                <a:gd name="connsiteY34" fmla="*/ 769144 h 1209675"/>
                <a:gd name="connsiteX35" fmla="*/ 742950 w 1466850"/>
                <a:gd name="connsiteY35" fmla="*/ 750094 h 1209675"/>
                <a:gd name="connsiteX36" fmla="*/ 785812 w 1466850"/>
                <a:gd name="connsiteY36" fmla="*/ 726281 h 1209675"/>
                <a:gd name="connsiteX37" fmla="*/ 800100 w 1466850"/>
                <a:gd name="connsiteY37" fmla="*/ 716756 h 1209675"/>
                <a:gd name="connsiteX38" fmla="*/ 862012 w 1466850"/>
                <a:gd name="connsiteY38" fmla="*/ 721519 h 1209675"/>
                <a:gd name="connsiteX39" fmla="*/ 883444 w 1466850"/>
                <a:gd name="connsiteY39" fmla="*/ 721519 h 1209675"/>
                <a:gd name="connsiteX40" fmla="*/ 892969 w 1466850"/>
                <a:gd name="connsiteY40" fmla="*/ 697706 h 1209675"/>
                <a:gd name="connsiteX41" fmla="*/ 892969 w 1466850"/>
                <a:gd name="connsiteY41" fmla="*/ 697706 h 1209675"/>
                <a:gd name="connsiteX42" fmla="*/ 921544 w 1466850"/>
                <a:gd name="connsiteY42" fmla="*/ 609600 h 1209675"/>
                <a:gd name="connsiteX43" fmla="*/ 909637 w 1466850"/>
                <a:gd name="connsiteY43" fmla="*/ 552450 h 1209675"/>
                <a:gd name="connsiteX44" fmla="*/ 928687 w 1466850"/>
                <a:gd name="connsiteY44" fmla="*/ 540544 h 1209675"/>
                <a:gd name="connsiteX45" fmla="*/ 973931 w 1466850"/>
                <a:gd name="connsiteY45" fmla="*/ 535781 h 1209675"/>
                <a:gd name="connsiteX46" fmla="*/ 1014412 w 1466850"/>
                <a:gd name="connsiteY46" fmla="*/ 447675 h 1209675"/>
                <a:gd name="connsiteX47" fmla="*/ 1038225 w 1466850"/>
                <a:gd name="connsiteY47" fmla="*/ 445294 h 1209675"/>
                <a:gd name="connsiteX48" fmla="*/ 1073944 w 1466850"/>
                <a:gd name="connsiteY48" fmla="*/ 476250 h 1209675"/>
                <a:gd name="connsiteX49" fmla="*/ 1112044 w 1466850"/>
                <a:gd name="connsiteY49" fmla="*/ 514350 h 1209675"/>
                <a:gd name="connsiteX50" fmla="*/ 1171575 w 1466850"/>
                <a:gd name="connsiteY50" fmla="*/ 540544 h 1209675"/>
                <a:gd name="connsiteX51" fmla="*/ 1219200 w 1466850"/>
                <a:gd name="connsiteY51" fmla="*/ 521494 h 1209675"/>
                <a:gd name="connsiteX52" fmla="*/ 1245394 w 1466850"/>
                <a:gd name="connsiteY52" fmla="*/ 502444 h 1209675"/>
                <a:gd name="connsiteX53" fmla="*/ 1278731 w 1466850"/>
                <a:gd name="connsiteY53" fmla="*/ 511969 h 1209675"/>
                <a:gd name="connsiteX54" fmla="*/ 1295400 w 1466850"/>
                <a:gd name="connsiteY54" fmla="*/ 531019 h 1209675"/>
                <a:gd name="connsiteX55" fmla="*/ 1273969 w 1466850"/>
                <a:gd name="connsiteY55" fmla="*/ 573881 h 1209675"/>
                <a:gd name="connsiteX56" fmla="*/ 1271587 w 1466850"/>
                <a:gd name="connsiteY56" fmla="*/ 602456 h 1209675"/>
                <a:gd name="connsiteX57" fmla="*/ 1285875 w 1466850"/>
                <a:gd name="connsiteY57" fmla="*/ 611981 h 1209675"/>
                <a:gd name="connsiteX58" fmla="*/ 1300162 w 1466850"/>
                <a:gd name="connsiteY58" fmla="*/ 628650 h 1209675"/>
                <a:gd name="connsiteX59" fmla="*/ 1321594 w 1466850"/>
                <a:gd name="connsiteY59" fmla="*/ 666750 h 1209675"/>
                <a:gd name="connsiteX60" fmla="*/ 1347787 w 1466850"/>
                <a:gd name="connsiteY60" fmla="*/ 681037 h 1209675"/>
                <a:gd name="connsiteX61" fmla="*/ 1371600 w 1466850"/>
                <a:gd name="connsiteY61" fmla="*/ 681037 h 1209675"/>
                <a:gd name="connsiteX62" fmla="*/ 1376362 w 1466850"/>
                <a:gd name="connsiteY62" fmla="*/ 628650 h 1209675"/>
                <a:gd name="connsiteX63" fmla="*/ 1395412 w 1466850"/>
                <a:gd name="connsiteY63" fmla="*/ 578644 h 1209675"/>
                <a:gd name="connsiteX64" fmla="*/ 1426369 w 1466850"/>
                <a:gd name="connsiteY64" fmla="*/ 571500 h 1209675"/>
                <a:gd name="connsiteX65" fmla="*/ 1466850 w 1466850"/>
                <a:gd name="connsiteY65" fmla="*/ 552450 h 1209675"/>
                <a:gd name="connsiteX66" fmla="*/ 1443037 w 1466850"/>
                <a:gd name="connsiteY66" fmla="*/ 509587 h 1209675"/>
                <a:gd name="connsiteX67" fmla="*/ 1414462 w 1466850"/>
                <a:gd name="connsiteY67" fmla="*/ 464344 h 1209675"/>
                <a:gd name="connsiteX68" fmla="*/ 1388269 w 1466850"/>
                <a:gd name="connsiteY68" fmla="*/ 438150 h 1209675"/>
                <a:gd name="connsiteX69" fmla="*/ 1404937 w 1466850"/>
                <a:gd name="connsiteY69" fmla="*/ 400050 h 1209675"/>
                <a:gd name="connsiteX70" fmla="*/ 1404937 w 1466850"/>
                <a:gd name="connsiteY70" fmla="*/ 383381 h 1209675"/>
                <a:gd name="connsiteX71" fmla="*/ 1431131 w 1466850"/>
                <a:gd name="connsiteY71" fmla="*/ 338137 h 1209675"/>
                <a:gd name="connsiteX72" fmla="*/ 1419225 w 1466850"/>
                <a:gd name="connsiteY72" fmla="*/ 264319 h 1209675"/>
                <a:gd name="connsiteX73" fmla="*/ 1438275 w 1466850"/>
                <a:gd name="connsiteY73" fmla="*/ 202406 h 1209675"/>
                <a:gd name="connsiteX74" fmla="*/ 1435894 w 1466850"/>
                <a:gd name="connsiteY74" fmla="*/ 173831 h 1209675"/>
                <a:gd name="connsiteX75" fmla="*/ 1404937 w 1466850"/>
                <a:gd name="connsiteY75" fmla="*/ 164306 h 1209675"/>
                <a:gd name="connsiteX76" fmla="*/ 1364456 w 1466850"/>
                <a:gd name="connsiteY76" fmla="*/ 154781 h 1209675"/>
                <a:gd name="connsiteX77" fmla="*/ 1293019 w 1466850"/>
                <a:gd name="connsiteY77" fmla="*/ 154781 h 1209675"/>
                <a:gd name="connsiteX78" fmla="*/ 1233487 w 1466850"/>
                <a:gd name="connsiteY78" fmla="*/ 121444 h 1209675"/>
                <a:gd name="connsiteX79" fmla="*/ 1207294 w 1466850"/>
                <a:gd name="connsiteY79" fmla="*/ 114300 h 1209675"/>
                <a:gd name="connsiteX80" fmla="*/ 1188244 w 1466850"/>
                <a:gd name="connsiteY80" fmla="*/ 126206 h 1209675"/>
                <a:gd name="connsiteX81" fmla="*/ 1133475 w 1466850"/>
                <a:gd name="connsiteY81" fmla="*/ 188119 h 1209675"/>
                <a:gd name="connsiteX82" fmla="*/ 1116806 w 1466850"/>
                <a:gd name="connsiteY82" fmla="*/ 188119 h 1209675"/>
                <a:gd name="connsiteX83" fmla="*/ 1078706 w 1466850"/>
                <a:gd name="connsiteY83" fmla="*/ 142875 h 1209675"/>
                <a:gd name="connsiteX84" fmla="*/ 1054894 w 1466850"/>
                <a:gd name="connsiteY84" fmla="*/ 138112 h 1209675"/>
                <a:gd name="connsiteX85" fmla="*/ 997744 w 1466850"/>
                <a:gd name="connsiteY85" fmla="*/ 157162 h 1209675"/>
                <a:gd name="connsiteX86" fmla="*/ 973931 w 1466850"/>
                <a:gd name="connsiteY86" fmla="*/ 178594 h 1209675"/>
                <a:gd name="connsiteX87" fmla="*/ 928687 w 1466850"/>
                <a:gd name="connsiteY87" fmla="*/ 173831 h 1209675"/>
                <a:gd name="connsiteX88" fmla="*/ 878681 w 1466850"/>
                <a:gd name="connsiteY88" fmla="*/ 164306 h 1209675"/>
                <a:gd name="connsiteX89" fmla="*/ 864394 w 1466850"/>
                <a:gd name="connsiteY89" fmla="*/ 83344 h 1209675"/>
                <a:gd name="connsiteX90" fmla="*/ 845344 w 1466850"/>
                <a:gd name="connsiteY90" fmla="*/ 69056 h 1209675"/>
                <a:gd name="connsiteX91" fmla="*/ 747712 w 1466850"/>
                <a:gd name="connsiteY91" fmla="*/ 119062 h 1209675"/>
                <a:gd name="connsiteX92" fmla="*/ 721519 w 1466850"/>
                <a:gd name="connsiteY92" fmla="*/ 140494 h 1209675"/>
                <a:gd name="connsiteX93" fmla="*/ 709612 w 1466850"/>
                <a:gd name="connsiteY93" fmla="*/ 190500 h 1209675"/>
                <a:gd name="connsiteX94" fmla="*/ 707231 w 1466850"/>
                <a:gd name="connsiteY94" fmla="*/ 195262 h 1209675"/>
                <a:gd name="connsiteX95" fmla="*/ 654844 w 1466850"/>
                <a:gd name="connsiteY95" fmla="*/ 190500 h 1209675"/>
                <a:gd name="connsiteX96" fmla="*/ 633412 w 1466850"/>
                <a:gd name="connsiteY96" fmla="*/ 180975 h 1209675"/>
                <a:gd name="connsiteX97" fmla="*/ 614362 w 1466850"/>
                <a:gd name="connsiteY97" fmla="*/ 142875 h 1209675"/>
                <a:gd name="connsiteX98" fmla="*/ 590550 w 1466850"/>
                <a:gd name="connsiteY98" fmla="*/ 130969 h 1209675"/>
                <a:gd name="connsiteX99" fmla="*/ 540544 w 1466850"/>
                <a:gd name="connsiteY99" fmla="*/ 161925 h 1209675"/>
                <a:gd name="connsiteX100" fmla="*/ 507206 w 1466850"/>
                <a:gd name="connsiteY100" fmla="*/ 154781 h 1209675"/>
                <a:gd name="connsiteX101" fmla="*/ 495300 w 1466850"/>
                <a:gd name="connsiteY101" fmla="*/ 123825 h 1209675"/>
                <a:gd name="connsiteX102" fmla="*/ 490537 w 1466850"/>
                <a:gd name="connsiteY102" fmla="*/ 114300 h 1209675"/>
                <a:gd name="connsiteX103" fmla="*/ 431006 w 1466850"/>
                <a:gd name="connsiteY103" fmla="*/ 97631 h 1209675"/>
                <a:gd name="connsiteX104" fmla="*/ 442912 w 1466850"/>
                <a:gd name="connsiteY104" fmla="*/ 33337 h 1209675"/>
                <a:gd name="connsiteX105" fmla="*/ 423862 w 1466850"/>
                <a:gd name="connsiteY105" fmla="*/ 19050 h 1209675"/>
                <a:gd name="connsiteX106" fmla="*/ 335756 w 1466850"/>
                <a:gd name="connsiteY106" fmla="*/ 0 h 1209675"/>
                <a:gd name="connsiteX107" fmla="*/ 302419 w 1466850"/>
                <a:gd name="connsiteY107" fmla="*/ 35719 h 1209675"/>
                <a:gd name="connsiteX108" fmla="*/ 266700 w 1466850"/>
                <a:gd name="connsiteY108" fmla="*/ 50006 h 1209675"/>
                <a:gd name="connsiteX109" fmla="*/ 271462 w 1466850"/>
                <a:gd name="connsiteY109" fmla="*/ 95250 h 1209675"/>
                <a:gd name="connsiteX110" fmla="*/ 316706 w 1466850"/>
                <a:gd name="connsiteY110" fmla="*/ 121444 h 1209675"/>
                <a:gd name="connsiteX111" fmla="*/ 302419 w 1466850"/>
                <a:gd name="connsiteY111" fmla="*/ 145256 h 1209675"/>
                <a:gd name="connsiteX112" fmla="*/ 247650 w 1466850"/>
                <a:gd name="connsiteY112" fmla="*/ 159544 h 1209675"/>
                <a:gd name="connsiteX113" fmla="*/ 214312 w 1466850"/>
                <a:gd name="connsiteY113" fmla="*/ 216694 h 1209675"/>
                <a:gd name="connsiteX114" fmla="*/ 183356 w 1466850"/>
                <a:gd name="connsiteY114" fmla="*/ 221456 h 1209675"/>
                <a:gd name="connsiteX115" fmla="*/ 183356 w 1466850"/>
                <a:gd name="connsiteY115" fmla="*/ 254794 h 1209675"/>
                <a:gd name="connsiteX116" fmla="*/ 161925 w 1466850"/>
                <a:gd name="connsiteY116" fmla="*/ 304800 h 1209675"/>
                <a:gd name="connsiteX117" fmla="*/ 140494 w 1466850"/>
                <a:gd name="connsiteY117" fmla="*/ 323850 h 1209675"/>
                <a:gd name="connsiteX118" fmla="*/ 71439 w 1466850"/>
                <a:gd name="connsiteY118" fmla="*/ 300039 h 1209675"/>
                <a:gd name="connsiteX119" fmla="*/ 59530 w 1466850"/>
                <a:gd name="connsiteY119" fmla="*/ 302418 h 1209675"/>
                <a:gd name="connsiteX120" fmla="*/ 30956 w 1466850"/>
                <a:gd name="connsiteY120" fmla="*/ 295274 h 1209675"/>
                <a:gd name="connsiteX0" fmla="*/ 30956 w 1466850"/>
                <a:gd name="connsiteY0" fmla="*/ 295274 h 1209675"/>
                <a:gd name="connsiteX1" fmla="*/ 19050 w 1466850"/>
                <a:gd name="connsiteY1" fmla="*/ 381000 h 1209675"/>
                <a:gd name="connsiteX2" fmla="*/ 19050 w 1466850"/>
                <a:gd name="connsiteY2" fmla="*/ 397669 h 1209675"/>
                <a:gd name="connsiteX3" fmla="*/ 0 w 1466850"/>
                <a:gd name="connsiteY3" fmla="*/ 459581 h 1209675"/>
                <a:gd name="connsiteX4" fmla="*/ 7144 w 1466850"/>
                <a:gd name="connsiteY4" fmla="*/ 497681 h 1209675"/>
                <a:gd name="connsiteX5" fmla="*/ 9525 w 1466850"/>
                <a:gd name="connsiteY5" fmla="*/ 535781 h 1209675"/>
                <a:gd name="connsiteX6" fmla="*/ 19050 w 1466850"/>
                <a:gd name="connsiteY6" fmla="*/ 583406 h 1209675"/>
                <a:gd name="connsiteX7" fmla="*/ 23812 w 1466850"/>
                <a:gd name="connsiteY7" fmla="*/ 688181 h 1209675"/>
                <a:gd name="connsiteX8" fmla="*/ 35719 w 1466850"/>
                <a:gd name="connsiteY8" fmla="*/ 747712 h 1209675"/>
                <a:gd name="connsiteX9" fmla="*/ 40481 w 1466850"/>
                <a:gd name="connsiteY9" fmla="*/ 778669 h 1209675"/>
                <a:gd name="connsiteX10" fmla="*/ 47625 w 1466850"/>
                <a:gd name="connsiteY10" fmla="*/ 831056 h 1209675"/>
                <a:gd name="connsiteX11" fmla="*/ 38100 w 1466850"/>
                <a:gd name="connsiteY11" fmla="*/ 919162 h 1209675"/>
                <a:gd name="connsiteX12" fmla="*/ 78581 w 1466850"/>
                <a:gd name="connsiteY12" fmla="*/ 1028700 h 1209675"/>
                <a:gd name="connsiteX13" fmla="*/ 71437 w 1466850"/>
                <a:gd name="connsiteY13" fmla="*/ 1095375 h 1209675"/>
                <a:gd name="connsiteX14" fmla="*/ 88106 w 1466850"/>
                <a:gd name="connsiteY14" fmla="*/ 1164431 h 1209675"/>
                <a:gd name="connsiteX15" fmla="*/ 166687 w 1466850"/>
                <a:gd name="connsiteY15" fmla="*/ 1200149 h 1209675"/>
                <a:gd name="connsiteX16" fmla="*/ 202406 w 1466850"/>
                <a:gd name="connsiteY16" fmla="*/ 1209675 h 1209675"/>
                <a:gd name="connsiteX17" fmla="*/ 188119 w 1466850"/>
                <a:gd name="connsiteY17" fmla="*/ 1145381 h 1209675"/>
                <a:gd name="connsiteX18" fmla="*/ 242887 w 1466850"/>
                <a:gd name="connsiteY18" fmla="*/ 1092994 h 1209675"/>
                <a:gd name="connsiteX19" fmla="*/ 238125 w 1466850"/>
                <a:gd name="connsiteY19" fmla="*/ 1045369 h 1209675"/>
                <a:gd name="connsiteX20" fmla="*/ 230981 w 1466850"/>
                <a:gd name="connsiteY20" fmla="*/ 1035844 h 1209675"/>
                <a:gd name="connsiteX21" fmla="*/ 252412 w 1466850"/>
                <a:gd name="connsiteY21" fmla="*/ 1019175 h 1209675"/>
                <a:gd name="connsiteX22" fmla="*/ 314325 w 1466850"/>
                <a:gd name="connsiteY22" fmla="*/ 995362 h 1209675"/>
                <a:gd name="connsiteX23" fmla="*/ 311944 w 1466850"/>
                <a:gd name="connsiteY23" fmla="*/ 959644 h 1209675"/>
                <a:gd name="connsiteX24" fmla="*/ 326231 w 1466850"/>
                <a:gd name="connsiteY24" fmla="*/ 942975 h 1209675"/>
                <a:gd name="connsiteX25" fmla="*/ 452437 w 1466850"/>
                <a:gd name="connsiteY25" fmla="*/ 950119 h 1209675"/>
                <a:gd name="connsiteX26" fmla="*/ 464344 w 1466850"/>
                <a:gd name="connsiteY26" fmla="*/ 933450 h 1209675"/>
                <a:gd name="connsiteX27" fmla="*/ 476250 w 1466850"/>
                <a:gd name="connsiteY27" fmla="*/ 883444 h 1209675"/>
                <a:gd name="connsiteX28" fmla="*/ 488156 w 1466850"/>
                <a:gd name="connsiteY28" fmla="*/ 857250 h 1209675"/>
                <a:gd name="connsiteX29" fmla="*/ 526256 w 1466850"/>
                <a:gd name="connsiteY29" fmla="*/ 862012 h 1209675"/>
                <a:gd name="connsiteX30" fmla="*/ 545306 w 1466850"/>
                <a:gd name="connsiteY30" fmla="*/ 909637 h 1209675"/>
                <a:gd name="connsiteX31" fmla="*/ 566737 w 1466850"/>
                <a:gd name="connsiteY31" fmla="*/ 881062 h 1209675"/>
                <a:gd name="connsiteX32" fmla="*/ 621506 w 1466850"/>
                <a:gd name="connsiteY32" fmla="*/ 845344 h 1209675"/>
                <a:gd name="connsiteX33" fmla="*/ 709612 w 1466850"/>
                <a:gd name="connsiteY33" fmla="*/ 814387 h 1209675"/>
                <a:gd name="connsiteX34" fmla="*/ 716756 w 1466850"/>
                <a:gd name="connsiteY34" fmla="*/ 769144 h 1209675"/>
                <a:gd name="connsiteX35" fmla="*/ 742950 w 1466850"/>
                <a:gd name="connsiteY35" fmla="*/ 750094 h 1209675"/>
                <a:gd name="connsiteX36" fmla="*/ 785812 w 1466850"/>
                <a:gd name="connsiteY36" fmla="*/ 726281 h 1209675"/>
                <a:gd name="connsiteX37" fmla="*/ 800100 w 1466850"/>
                <a:gd name="connsiteY37" fmla="*/ 716756 h 1209675"/>
                <a:gd name="connsiteX38" fmla="*/ 862012 w 1466850"/>
                <a:gd name="connsiteY38" fmla="*/ 721519 h 1209675"/>
                <a:gd name="connsiteX39" fmla="*/ 883444 w 1466850"/>
                <a:gd name="connsiteY39" fmla="*/ 721519 h 1209675"/>
                <a:gd name="connsiteX40" fmla="*/ 892969 w 1466850"/>
                <a:gd name="connsiteY40" fmla="*/ 697706 h 1209675"/>
                <a:gd name="connsiteX41" fmla="*/ 892969 w 1466850"/>
                <a:gd name="connsiteY41" fmla="*/ 697706 h 1209675"/>
                <a:gd name="connsiteX42" fmla="*/ 921544 w 1466850"/>
                <a:gd name="connsiteY42" fmla="*/ 609600 h 1209675"/>
                <a:gd name="connsiteX43" fmla="*/ 909637 w 1466850"/>
                <a:gd name="connsiteY43" fmla="*/ 552450 h 1209675"/>
                <a:gd name="connsiteX44" fmla="*/ 928687 w 1466850"/>
                <a:gd name="connsiteY44" fmla="*/ 540544 h 1209675"/>
                <a:gd name="connsiteX45" fmla="*/ 973931 w 1466850"/>
                <a:gd name="connsiteY45" fmla="*/ 535781 h 1209675"/>
                <a:gd name="connsiteX46" fmla="*/ 1014412 w 1466850"/>
                <a:gd name="connsiteY46" fmla="*/ 447675 h 1209675"/>
                <a:gd name="connsiteX47" fmla="*/ 1038225 w 1466850"/>
                <a:gd name="connsiteY47" fmla="*/ 445294 h 1209675"/>
                <a:gd name="connsiteX48" fmla="*/ 1073944 w 1466850"/>
                <a:gd name="connsiteY48" fmla="*/ 476250 h 1209675"/>
                <a:gd name="connsiteX49" fmla="*/ 1112044 w 1466850"/>
                <a:gd name="connsiteY49" fmla="*/ 514350 h 1209675"/>
                <a:gd name="connsiteX50" fmla="*/ 1171575 w 1466850"/>
                <a:gd name="connsiteY50" fmla="*/ 540544 h 1209675"/>
                <a:gd name="connsiteX51" fmla="*/ 1219200 w 1466850"/>
                <a:gd name="connsiteY51" fmla="*/ 521494 h 1209675"/>
                <a:gd name="connsiteX52" fmla="*/ 1245394 w 1466850"/>
                <a:gd name="connsiteY52" fmla="*/ 502444 h 1209675"/>
                <a:gd name="connsiteX53" fmla="*/ 1278731 w 1466850"/>
                <a:gd name="connsiteY53" fmla="*/ 511969 h 1209675"/>
                <a:gd name="connsiteX54" fmla="*/ 1295400 w 1466850"/>
                <a:gd name="connsiteY54" fmla="*/ 531019 h 1209675"/>
                <a:gd name="connsiteX55" fmla="*/ 1273969 w 1466850"/>
                <a:gd name="connsiteY55" fmla="*/ 573881 h 1209675"/>
                <a:gd name="connsiteX56" fmla="*/ 1271587 w 1466850"/>
                <a:gd name="connsiteY56" fmla="*/ 602456 h 1209675"/>
                <a:gd name="connsiteX57" fmla="*/ 1285875 w 1466850"/>
                <a:gd name="connsiteY57" fmla="*/ 611981 h 1209675"/>
                <a:gd name="connsiteX58" fmla="*/ 1300162 w 1466850"/>
                <a:gd name="connsiteY58" fmla="*/ 628650 h 1209675"/>
                <a:gd name="connsiteX59" fmla="*/ 1321594 w 1466850"/>
                <a:gd name="connsiteY59" fmla="*/ 666750 h 1209675"/>
                <a:gd name="connsiteX60" fmla="*/ 1347787 w 1466850"/>
                <a:gd name="connsiteY60" fmla="*/ 681037 h 1209675"/>
                <a:gd name="connsiteX61" fmla="*/ 1371600 w 1466850"/>
                <a:gd name="connsiteY61" fmla="*/ 681037 h 1209675"/>
                <a:gd name="connsiteX62" fmla="*/ 1376362 w 1466850"/>
                <a:gd name="connsiteY62" fmla="*/ 628650 h 1209675"/>
                <a:gd name="connsiteX63" fmla="*/ 1395412 w 1466850"/>
                <a:gd name="connsiteY63" fmla="*/ 578644 h 1209675"/>
                <a:gd name="connsiteX64" fmla="*/ 1426369 w 1466850"/>
                <a:gd name="connsiteY64" fmla="*/ 571500 h 1209675"/>
                <a:gd name="connsiteX65" fmla="*/ 1466850 w 1466850"/>
                <a:gd name="connsiteY65" fmla="*/ 552450 h 1209675"/>
                <a:gd name="connsiteX66" fmla="*/ 1443037 w 1466850"/>
                <a:gd name="connsiteY66" fmla="*/ 509587 h 1209675"/>
                <a:gd name="connsiteX67" fmla="*/ 1414462 w 1466850"/>
                <a:gd name="connsiteY67" fmla="*/ 464344 h 1209675"/>
                <a:gd name="connsiteX68" fmla="*/ 1388269 w 1466850"/>
                <a:gd name="connsiteY68" fmla="*/ 438150 h 1209675"/>
                <a:gd name="connsiteX69" fmla="*/ 1404937 w 1466850"/>
                <a:gd name="connsiteY69" fmla="*/ 400050 h 1209675"/>
                <a:gd name="connsiteX70" fmla="*/ 1404937 w 1466850"/>
                <a:gd name="connsiteY70" fmla="*/ 383381 h 1209675"/>
                <a:gd name="connsiteX71" fmla="*/ 1431131 w 1466850"/>
                <a:gd name="connsiteY71" fmla="*/ 338137 h 1209675"/>
                <a:gd name="connsiteX72" fmla="*/ 1419225 w 1466850"/>
                <a:gd name="connsiteY72" fmla="*/ 264319 h 1209675"/>
                <a:gd name="connsiteX73" fmla="*/ 1438275 w 1466850"/>
                <a:gd name="connsiteY73" fmla="*/ 202406 h 1209675"/>
                <a:gd name="connsiteX74" fmla="*/ 1435894 w 1466850"/>
                <a:gd name="connsiteY74" fmla="*/ 173831 h 1209675"/>
                <a:gd name="connsiteX75" fmla="*/ 1404937 w 1466850"/>
                <a:gd name="connsiteY75" fmla="*/ 164306 h 1209675"/>
                <a:gd name="connsiteX76" fmla="*/ 1364456 w 1466850"/>
                <a:gd name="connsiteY76" fmla="*/ 154781 h 1209675"/>
                <a:gd name="connsiteX77" fmla="*/ 1293019 w 1466850"/>
                <a:gd name="connsiteY77" fmla="*/ 154781 h 1209675"/>
                <a:gd name="connsiteX78" fmla="*/ 1233487 w 1466850"/>
                <a:gd name="connsiteY78" fmla="*/ 121444 h 1209675"/>
                <a:gd name="connsiteX79" fmla="*/ 1207294 w 1466850"/>
                <a:gd name="connsiteY79" fmla="*/ 114300 h 1209675"/>
                <a:gd name="connsiteX80" fmla="*/ 1188244 w 1466850"/>
                <a:gd name="connsiteY80" fmla="*/ 126206 h 1209675"/>
                <a:gd name="connsiteX81" fmla="*/ 1133475 w 1466850"/>
                <a:gd name="connsiteY81" fmla="*/ 188119 h 1209675"/>
                <a:gd name="connsiteX82" fmla="*/ 1116806 w 1466850"/>
                <a:gd name="connsiteY82" fmla="*/ 188119 h 1209675"/>
                <a:gd name="connsiteX83" fmla="*/ 1078706 w 1466850"/>
                <a:gd name="connsiteY83" fmla="*/ 142875 h 1209675"/>
                <a:gd name="connsiteX84" fmla="*/ 1054894 w 1466850"/>
                <a:gd name="connsiteY84" fmla="*/ 138112 h 1209675"/>
                <a:gd name="connsiteX85" fmla="*/ 997744 w 1466850"/>
                <a:gd name="connsiteY85" fmla="*/ 157162 h 1209675"/>
                <a:gd name="connsiteX86" fmla="*/ 973931 w 1466850"/>
                <a:gd name="connsiteY86" fmla="*/ 178594 h 1209675"/>
                <a:gd name="connsiteX87" fmla="*/ 928687 w 1466850"/>
                <a:gd name="connsiteY87" fmla="*/ 173831 h 1209675"/>
                <a:gd name="connsiteX88" fmla="*/ 878681 w 1466850"/>
                <a:gd name="connsiteY88" fmla="*/ 164306 h 1209675"/>
                <a:gd name="connsiteX89" fmla="*/ 864394 w 1466850"/>
                <a:gd name="connsiteY89" fmla="*/ 83344 h 1209675"/>
                <a:gd name="connsiteX90" fmla="*/ 845344 w 1466850"/>
                <a:gd name="connsiteY90" fmla="*/ 69056 h 1209675"/>
                <a:gd name="connsiteX91" fmla="*/ 747712 w 1466850"/>
                <a:gd name="connsiteY91" fmla="*/ 119062 h 1209675"/>
                <a:gd name="connsiteX92" fmla="*/ 721519 w 1466850"/>
                <a:gd name="connsiteY92" fmla="*/ 140494 h 1209675"/>
                <a:gd name="connsiteX93" fmla="*/ 709612 w 1466850"/>
                <a:gd name="connsiteY93" fmla="*/ 190500 h 1209675"/>
                <a:gd name="connsiteX94" fmla="*/ 707231 w 1466850"/>
                <a:gd name="connsiteY94" fmla="*/ 195262 h 1209675"/>
                <a:gd name="connsiteX95" fmla="*/ 654844 w 1466850"/>
                <a:gd name="connsiteY95" fmla="*/ 190500 h 1209675"/>
                <a:gd name="connsiteX96" fmla="*/ 633412 w 1466850"/>
                <a:gd name="connsiteY96" fmla="*/ 180975 h 1209675"/>
                <a:gd name="connsiteX97" fmla="*/ 614362 w 1466850"/>
                <a:gd name="connsiteY97" fmla="*/ 142875 h 1209675"/>
                <a:gd name="connsiteX98" fmla="*/ 590550 w 1466850"/>
                <a:gd name="connsiteY98" fmla="*/ 130969 h 1209675"/>
                <a:gd name="connsiteX99" fmla="*/ 540544 w 1466850"/>
                <a:gd name="connsiteY99" fmla="*/ 161925 h 1209675"/>
                <a:gd name="connsiteX100" fmla="*/ 507206 w 1466850"/>
                <a:gd name="connsiteY100" fmla="*/ 154781 h 1209675"/>
                <a:gd name="connsiteX101" fmla="*/ 495300 w 1466850"/>
                <a:gd name="connsiteY101" fmla="*/ 123825 h 1209675"/>
                <a:gd name="connsiteX102" fmla="*/ 490537 w 1466850"/>
                <a:gd name="connsiteY102" fmla="*/ 114300 h 1209675"/>
                <a:gd name="connsiteX103" fmla="*/ 431006 w 1466850"/>
                <a:gd name="connsiteY103" fmla="*/ 97631 h 1209675"/>
                <a:gd name="connsiteX104" fmla="*/ 442912 w 1466850"/>
                <a:gd name="connsiteY104" fmla="*/ 33337 h 1209675"/>
                <a:gd name="connsiteX105" fmla="*/ 423862 w 1466850"/>
                <a:gd name="connsiteY105" fmla="*/ 19050 h 1209675"/>
                <a:gd name="connsiteX106" fmla="*/ 335756 w 1466850"/>
                <a:gd name="connsiteY106" fmla="*/ 0 h 1209675"/>
                <a:gd name="connsiteX107" fmla="*/ 302419 w 1466850"/>
                <a:gd name="connsiteY107" fmla="*/ 35719 h 1209675"/>
                <a:gd name="connsiteX108" fmla="*/ 266700 w 1466850"/>
                <a:gd name="connsiteY108" fmla="*/ 50006 h 1209675"/>
                <a:gd name="connsiteX109" fmla="*/ 271462 w 1466850"/>
                <a:gd name="connsiteY109" fmla="*/ 95250 h 1209675"/>
                <a:gd name="connsiteX110" fmla="*/ 316706 w 1466850"/>
                <a:gd name="connsiteY110" fmla="*/ 121444 h 1209675"/>
                <a:gd name="connsiteX111" fmla="*/ 302419 w 1466850"/>
                <a:gd name="connsiteY111" fmla="*/ 145256 h 1209675"/>
                <a:gd name="connsiteX112" fmla="*/ 247650 w 1466850"/>
                <a:gd name="connsiteY112" fmla="*/ 159544 h 1209675"/>
                <a:gd name="connsiteX113" fmla="*/ 214312 w 1466850"/>
                <a:gd name="connsiteY113" fmla="*/ 216694 h 1209675"/>
                <a:gd name="connsiteX114" fmla="*/ 183356 w 1466850"/>
                <a:gd name="connsiteY114" fmla="*/ 221456 h 1209675"/>
                <a:gd name="connsiteX115" fmla="*/ 183356 w 1466850"/>
                <a:gd name="connsiteY115" fmla="*/ 254794 h 1209675"/>
                <a:gd name="connsiteX116" fmla="*/ 161925 w 1466850"/>
                <a:gd name="connsiteY116" fmla="*/ 304800 h 1209675"/>
                <a:gd name="connsiteX117" fmla="*/ 140494 w 1466850"/>
                <a:gd name="connsiteY117" fmla="*/ 323850 h 1209675"/>
                <a:gd name="connsiteX118" fmla="*/ 71439 w 1466850"/>
                <a:gd name="connsiteY118" fmla="*/ 300039 h 1209675"/>
                <a:gd name="connsiteX119" fmla="*/ 59530 w 1466850"/>
                <a:gd name="connsiteY119" fmla="*/ 302418 h 1209675"/>
                <a:gd name="connsiteX120" fmla="*/ 30956 w 1466850"/>
                <a:gd name="connsiteY120" fmla="*/ 295274 h 1209675"/>
                <a:gd name="connsiteX0" fmla="*/ 30956 w 1466850"/>
                <a:gd name="connsiteY0" fmla="*/ 295274 h 1209675"/>
                <a:gd name="connsiteX1" fmla="*/ 19050 w 1466850"/>
                <a:gd name="connsiteY1" fmla="*/ 381000 h 1209675"/>
                <a:gd name="connsiteX2" fmla="*/ 19050 w 1466850"/>
                <a:gd name="connsiteY2" fmla="*/ 397669 h 1209675"/>
                <a:gd name="connsiteX3" fmla="*/ 0 w 1466850"/>
                <a:gd name="connsiteY3" fmla="*/ 459581 h 1209675"/>
                <a:gd name="connsiteX4" fmla="*/ 7144 w 1466850"/>
                <a:gd name="connsiteY4" fmla="*/ 497681 h 1209675"/>
                <a:gd name="connsiteX5" fmla="*/ 9525 w 1466850"/>
                <a:gd name="connsiteY5" fmla="*/ 535781 h 1209675"/>
                <a:gd name="connsiteX6" fmla="*/ 19050 w 1466850"/>
                <a:gd name="connsiteY6" fmla="*/ 583406 h 1209675"/>
                <a:gd name="connsiteX7" fmla="*/ 23812 w 1466850"/>
                <a:gd name="connsiteY7" fmla="*/ 688181 h 1209675"/>
                <a:gd name="connsiteX8" fmla="*/ 35719 w 1466850"/>
                <a:gd name="connsiteY8" fmla="*/ 747712 h 1209675"/>
                <a:gd name="connsiteX9" fmla="*/ 40481 w 1466850"/>
                <a:gd name="connsiteY9" fmla="*/ 778669 h 1209675"/>
                <a:gd name="connsiteX10" fmla="*/ 47625 w 1466850"/>
                <a:gd name="connsiteY10" fmla="*/ 831056 h 1209675"/>
                <a:gd name="connsiteX11" fmla="*/ 38100 w 1466850"/>
                <a:gd name="connsiteY11" fmla="*/ 919162 h 1209675"/>
                <a:gd name="connsiteX12" fmla="*/ 78581 w 1466850"/>
                <a:gd name="connsiteY12" fmla="*/ 1028700 h 1209675"/>
                <a:gd name="connsiteX13" fmla="*/ 71437 w 1466850"/>
                <a:gd name="connsiteY13" fmla="*/ 1095375 h 1209675"/>
                <a:gd name="connsiteX14" fmla="*/ 88106 w 1466850"/>
                <a:gd name="connsiteY14" fmla="*/ 1164431 h 1209675"/>
                <a:gd name="connsiteX15" fmla="*/ 166687 w 1466850"/>
                <a:gd name="connsiteY15" fmla="*/ 1200149 h 1209675"/>
                <a:gd name="connsiteX16" fmla="*/ 202406 w 1466850"/>
                <a:gd name="connsiteY16" fmla="*/ 1209675 h 1209675"/>
                <a:gd name="connsiteX17" fmla="*/ 188119 w 1466850"/>
                <a:gd name="connsiteY17" fmla="*/ 1145381 h 1209675"/>
                <a:gd name="connsiteX18" fmla="*/ 242887 w 1466850"/>
                <a:gd name="connsiteY18" fmla="*/ 1092994 h 1209675"/>
                <a:gd name="connsiteX19" fmla="*/ 238125 w 1466850"/>
                <a:gd name="connsiteY19" fmla="*/ 1045369 h 1209675"/>
                <a:gd name="connsiteX20" fmla="*/ 230981 w 1466850"/>
                <a:gd name="connsiteY20" fmla="*/ 1035844 h 1209675"/>
                <a:gd name="connsiteX21" fmla="*/ 252412 w 1466850"/>
                <a:gd name="connsiteY21" fmla="*/ 1019175 h 1209675"/>
                <a:gd name="connsiteX22" fmla="*/ 314325 w 1466850"/>
                <a:gd name="connsiteY22" fmla="*/ 995362 h 1209675"/>
                <a:gd name="connsiteX23" fmla="*/ 311944 w 1466850"/>
                <a:gd name="connsiteY23" fmla="*/ 959644 h 1209675"/>
                <a:gd name="connsiteX24" fmla="*/ 326231 w 1466850"/>
                <a:gd name="connsiteY24" fmla="*/ 942975 h 1209675"/>
                <a:gd name="connsiteX25" fmla="*/ 452437 w 1466850"/>
                <a:gd name="connsiteY25" fmla="*/ 950119 h 1209675"/>
                <a:gd name="connsiteX26" fmla="*/ 464344 w 1466850"/>
                <a:gd name="connsiteY26" fmla="*/ 933450 h 1209675"/>
                <a:gd name="connsiteX27" fmla="*/ 476250 w 1466850"/>
                <a:gd name="connsiteY27" fmla="*/ 883444 h 1209675"/>
                <a:gd name="connsiteX28" fmla="*/ 488156 w 1466850"/>
                <a:gd name="connsiteY28" fmla="*/ 857250 h 1209675"/>
                <a:gd name="connsiteX29" fmla="*/ 526256 w 1466850"/>
                <a:gd name="connsiteY29" fmla="*/ 862012 h 1209675"/>
                <a:gd name="connsiteX30" fmla="*/ 545306 w 1466850"/>
                <a:gd name="connsiteY30" fmla="*/ 909637 h 1209675"/>
                <a:gd name="connsiteX31" fmla="*/ 566737 w 1466850"/>
                <a:gd name="connsiteY31" fmla="*/ 881062 h 1209675"/>
                <a:gd name="connsiteX32" fmla="*/ 621506 w 1466850"/>
                <a:gd name="connsiteY32" fmla="*/ 845344 h 1209675"/>
                <a:gd name="connsiteX33" fmla="*/ 709612 w 1466850"/>
                <a:gd name="connsiteY33" fmla="*/ 814387 h 1209675"/>
                <a:gd name="connsiteX34" fmla="*/ 716756 w 1466850"/>
                <a:gd name="connsiteY34" fmla="*/ 769144 h 1209675"/>
                <a:gd name="connsiteX35" fmla="*/ 742950 w 1466850"/>
                <a:gd name="connsiteY35" fmla="*/ 750094 h 1209675"/>
                <a:gd name="connsiteX36" fmla="*/ 785812 w 1466850"/>
                <a:gd name="connsiteY36" fmla="*/ 726281 h 1209675"/>
                <a:gd name="connsiteX37" fmla="*/ 800100 w 1466850"/>
                <a:gd name="connsiteY37" fmla="*/ 716756 h 1209675"/>
                <a:gd name="connsiteX38" fmla="*/ 862012 w 1466850"/>
                <a:gd name="connsiteY38" fmla="*/ 721519 h 1209675"/>
                <a:gd name="connsiteX39" fmla="*/ 883444 w 1466850"/>
                <a:gd name="connsiteY39" fmla="*/ 721519 h 1209675"/>
                <a:gd name="connsiteX40" fmla="*/ 892969 w 1466850"/>
                <a:gd name="connsiteY40" fmla="*/ 697706 h 1209675"/>
                <a:gd name="connsiteX41" fmla="*/ 892969 w 1466850"/>
                <a:gd name="connsiteY41" fmla="*/ 697706 h 1209675"/>
                <a:gd name="connsiteX42" fmla="*/ 921544 w 1466850"/>
                <a:gd name="connsiteY42" fmla="*/ 609600 h 1209675"/>
                <a:gd name="connsiteX43" fmla="*/ 909637 w 1466850"/>
                <a:gd name="connsiteY43" fmla="*/ 552450 h 1209675"/>
                <a:gd name="connsiteX44" fmla="*/ 928687 w 1466850"/>
                <a:gd name="connsiteY44" fmla="*/ 540544 h 1209675"/>
                <a:gd name="connsiteX45" fmla="*/ 973931 w 1466850"/>
                <a:gd name="connsiteY45" fmla="*/ 535781 h 1209675"/>
                <a:gd name="connsiteX46" fmla="*/ 1014412 w 1466850"/>
                <a:gd name="connsiteY46" fmla="*/ 447675 h 1209675"/>
                <a:gd name="connsiteX47" fmla="*/ 1038225 w 1466850"/>
                <a:gd name="connsiteY47" fmla="*/ 445294 h 1209675"/>
                <a:gd name="connsiteX48" fmla="*/ 1073944 w 1466850"/>
                <a:gd name="connsiteY48" fmla="*/ 476250 h 1209675"/>
                <a:gd name="connsiteX49" fmla="*/ 1112044 w 1466850"/>
                <a:gd name="connsiteY49" fmla="*/ 514350 h 1209675"/>
                <a:gd name="connsiteX50" fmla="*/ 1171575 w 1466850"/>
                <a:gd name="connsiteY50" fmla="*/ 540544 h 1209675"/>
                <a:gd name="connsiteX51" fmla="*/ 1219200 w 1466850"/>
                <a:gd name="connsiteY51" fmla="*/ 521494 h 1209675"/>
                <a:gd name="connsiteX52" fmla="*/ 1245394 w 1466850"/>
                <a:gd name="connsiteY52" fmla="*/ 502444 h 1209675"/>
                <a:gd name="connsiteX53" fmla="*/ 1278731 w 1466850"/>
                <a:gd name="connsiteY53" fmla="*/ 511969 h 1209675"/>
                <a:gd name="connsiteX54" fmla="*/ 1295400 w 1466850"/>
                <a:gd name="connsiteY54" fmla="*/ 531019 h 1209675"/>
                <a:gd name="connsiteX55" fmla="*/ 1273969 w 1466850"/>
                <a:gd name="connsiteY55" fmla="*/ 573881 h 1209675"/>
                <a:gd name="connsiteX56" fmla="*/ 1271587 w 1466850"/>
                <a:gd name="connsiteY56" fmla="*/ 602456 h 1209675"/>
                <a:gd name="connsiteX57" fmla="*/ 1285875 w 1466850"/>
                <a:gd name="connsiteY57" fmla="*/ 611981 h 1209675"/>
                <a:gd name="connsiteX58" fmla="*/ 1300162 w 1466850"/>
                <a:gd name="connsiteY58" fmla="*/ 628650 h 1209675"/>
                <a:gd name="connsiteX59" fmla="*/ 1321594 w 1466850"/>
                <a:gd name="connsiteY59" fmla="*/ 666750 h 1209675"/>
                <a:gd name="connsiteX60" fmla="*/ 1347787 w 1466850"/>
                <a:gd name="connsiteY60" fmla="*/ 681037 h 1209675"/>
                <a:gd name="connsiteX61" fmla="*/ 1371600 w 1466850"/>
                <a:gd name="connsiteY61" fmla="*/ 681037 h 1209675"/>
                <a:gd name="connsiteX62" fmla="*/ 1376362 w 1466850"/>
                <a:gd name="connsiteY62" fmla="*/ 628650 h 1209675"/>
                <a:gd name="connsiteX63" fmla="*/ 1395412 w 1466850"/>
                <a:gd name="connsiteY63" fmla="*/ 578644 h 1209675"/>
                <a:gd name="connsiteX64" fmla="*/ 1426369 w 1466850"/>
                <a:gd name="connsiteY64" fmla="*/ 571500 h 1209675"/>
                <a:gd name="connsiteX65" fmla="*/ 1466850 w 1466850"/>
                <a:gd name="connsiteY65" fmla="*/ 552450 h 1209675"/>
                <a:gd name="connsiteX66" fmla="*/ 1443037 w 1466850"/>
                <a:gd name="connsiteY66" fmla="*/ 509587 h 1209675"/>
                <a:gd name="connsiteX67" fmla="*/ 1414462 w 1466850"/>
                <a:gd name="connsiteY67" fmla="*/ 464344 h 1209675"/>
                <a:gd name="connsiteX68" fmla="*/ 1388269 w 1466850"/>
                <a:gd name="connsiteY68" fmla="*/ 438150 h 1209675"/>
                <a:gd name="connsiteX69" fmla="*/ 1404937 w 1466850"/>
                <a:gd name="connsiteY69" fmla="*/ 400050 h 1209675"/>
                <a:gd name="connsiteX70" fmla="*/ 1404937 w 1466850"/>
                <a:gd name="connsiteY70" fmla="*/ 383381 h 1209675"/>
                <a:gd name="connsiteX71" fmla="*/ 1431131 w 1466850"/>
                <a:gd name="connsiteY71" fmla="*/ 338137 h 1209675"/>
                <a:gd name="connsiteX72" fmla="*/ 1419225 w 1466850"/>
                <a:gd name="connsiteY72" fmla="*/ 264319 h 1209675"/>
                <a:gd name="connsiteX73" fmla="*/ 1438275 w 1466850"/>
                <a:gd name="connsiteY73" fmla="*/ 202406 h 1209675"/>
                <a:gd name="connsiteX74" fmla="*/ 1435894 w 1466850"/>
                <a:gd name="connsiteY74" fmla="*/ 173831 h 1209675"/>
                <a:gd name="connsiteX75" fmla="*/ 1404937 w 1466850"/>
                <a:gd name="connsiteY75" fmla="*/ 164306 h 1209675"/>
                <a:gd name="connsiteX76" fmla="*/ 1364456 w 1466850"/>
                <a:gd name="connsiteY76" fmla="*/ 154781 h 1209675"/>
                <a:gd name="connsiteX77" fmla="*/ 1293019 w 1466850"/>
                <a:gd name="connsiteY77" fmla="*/ 154781 h 1209675"/>
                <a:gd name="connsiteX78" fmla="*/ 1233487 w 1466850"/>
                <a:gd name="connsiteY78" fmla="*/ 121444 h 1209675"/>
                <a:gd name="connsiteX79" fmla="*/ 1207294 w 1466850"/>
                <a:gd name="connsiteY79" fmla="*/ 114300 h 1209675"/>
                <a:gd name="connsiteX80" fmla="*/ 1188244 w 1466850"/>
                <a:gd name="connsiteY80" fmla="*/ 126206 h 1209675"/>
                <a:gd name="connsiteX81" fmla="*/ 1133475 w 1466850"/>
                <a:gd name="connsiteY81" fmla="*/ 188119 h 1209675"/>
                <a:gd name="connsiteX82" fmla="*/ 1116806 w 1466850"/>
                <a:gd name="connsiteY82" fmla="*/ 188119 h 1209675"/>
                <a:gd name="connsiteX83" fmla="*/ 1078706 w 1466850"/>
                <a:gd name="connsiteY83" fmla="*/ 142875 h 1209675"/>
                <a:gd name="connsiteX84" fmla="*/ 1054894 w 1466850"/>
                <a:gd name="connsiteY84" fmla="*/ 138112 h 1209675"/>
                <a:gd name="connsiteX85" fmla="*/ 997744 w 1466850"/>
                <a:gd name="connsiteY85" fmla="*/ 157162 h 1209675"/>
                <a:gd name="connsiteX86" fmla="*/ 973931 w 1466850"/>
                <a:gd name="connsiteY86" fmla="*/ 178594 h 1209675"/>
                <a:gd name="connsiteX87" fmla="*/ 928687 w 1466850"/>
                <a:gd name="connsiteY87" fmla="*/ 173831 h 1209675"/>
                <a:gd name="connsiteX88" fmla="*/ 878681 w 1466850"/>
                <a:gd name="connsiteY88" fmla="*/ 164306 h 1209675"/>
                <a:gd name="connsiteX89" fmla="*/ 864394 w 1466850"/>
                <a:gd name="connsiteY89" fmla="*/ 83344 h 1209675"/>
                <a:gd name="connsiteX90" fmla="*/ 845344 w 1466850"/>
                <a:gd name="connsiteY90" fmla="*/ 69056 h 1209675"/>
                <a:gd name="connsiteX91" fmla="*/ 747712 w 1466850"/>
                <a:gd name="connsiteY91" fmla="*/ 119062 h 1209675"/>
                <a:gd name="connsiteX92" fmla="*/ 721519 w 1466850"/>
                <a:gd name="connsiteY92" fmla="*/ 140494 h 1209675"/>
                <a:gd name="connsiteX93" fmla="*/ 709612 w 1466850"/>
                <a:gd name="connsiteY93" fmla="*/ 190500 h 1209675"/>
                <a:gd name="connsiteX94" fmla="*/ 707231 w 1466850"/>
                <a:gd name="connsiteY94" fmla="*/ 195262 h 1209675"/>
                <a:gd name="connsiteX95" fmla="*/ 654844 w 1466850"/>
                <a:gd name="connsiteY95" fmla="*/ 190500 h 1209675"/>
                <a:gd name="connsiteX96" fmla="*/ 633412 w 1466850"/>
                <a:gd name="connsiteY96" fmla="*/ 180975 h 1209675"/>
                <a:gd name="connsiteX97" fmla="*/ 614362 w 1466850"/>
                <a:gd name="connsiteY97" fmla="*/ 142875 h 1209675"/>
                <a:gd name="connsiteX98" fmla="*/ 590550 w 1466850"/>
                <a:gd name="connsiteY98" fmla="*/ 130969 h 1209675"/>
                <a:gd name="connsiteX99" fmla="*/ 540544 w 1466850"/>
                <a:gd name="connsiteY99" fmla="*/ 161925 h 1209675"/>
                <a:gd name="connsiteX100" fmla="*/ 507206 w 1466850"/>
                <a:gd name="connsiteY100" fmla="*/ 154781 h 1209675"/>
                <a:gd name="connsiteX101" fmla="*/ 495300 w 1466850"/>
                <a:gd name="connsiteY101" fmla="*/ 123825 h 1209675"/>
                <a:gd name="connsiteX102" fmla="*/ 490537 w 1466850"/>
                <a:gd name="connsiteY102" fmla="*/ 114300 h 1209675"/>
                <a:gd name="connsiteX103" fmla="*/ 431006 w 1466850"/>
                <a:gd name="connsiteY103" fmla="*/ 97631 h 1209675"/>
                <a:gd name="connsiteX104" fmla="*/ 442912 w 1466850"/>
                <a:gd name="connsiteY104" fmla="*/ 33337 h 1209675"/>
                <a:gd name="connsiteX105" fmla="*/ 423862 w 1466850"/>
                <a:gd name="connsiteY105" fmla="*/ 19050 h 1209675"/>
                <a:gd name="connsiteX106" fmla="*/ 335756 w 1466850"/>
                <a:gd name="connsiteY106" fmla="*/ 0 h 1209675"/>
                <a:gd name="connsiteX107" fmla="*/ 302419 w 1466850"/>
                <a:gd name="connsiteY107" fmla="*/ 35719 h 1209675"/>
                <a:gd name="connsiteX108" fmla="*/ 266700 w 1466850"/>
                <a:gd name="connsiteY108" fmla="*/ 50006 h 1209675"/>
                <a:gd name="connsiteX109" fmla="*/ 271462 w 1466850"/>
                <a:gd name="connsiteY109" fmla="*/ 95250 h 1209675"/>
                <a:gd name="connsiteX110" fmla="*/ 316706 w 1466850"/>
                <a:gd name="connsiteY110" fmla="*/ 121444 h 1209675"/>
                <a:gd name="connsiteX111" fmla="*/ 302419 w 1466850"/>
                <a:gd name="connsiteY111" fmla="*/ 145256 h 1209675"/>
                <a:gd name="connsiteX112" fmla="*/ 247650 w 1466850"/>
                <a:gd name="connsiteY112" fmla="*/ 159544 h 1209675"/>
                <a:gd name="connsiteX113" fmla="*/ 214312 w 1466850"/>
                <a:gd name="connsiteY113" fmla="*/ 216694 h 1209675"/>
                <a:gd name="connsiteX114" fmla="*/ 183356 w 1466850"/>
                <a:gd name="connsiteY114" fmla="*/ 221456 h 1209675"/>
                <a:gd name="connsiteX115" fmla="*/ 183356 w 1466850"/>
                <a:gd name="connsiteY115" fmla="*/ 254794 h 1209675"/>
                <a:gd name="connsiteX116" fmla="*/ 161925 w 1466850"/>
                <a:gd name="connsiteY116" fmla="*/ 304800 h 1209675"/>
                <a:gd name="connsiteX117" fmla="*/ 140494 w 1466850"/>
                <a:gd name="connsiteY117" fmla="*/ 323850 h 1209675"/>
                <a:gd name="connsiteX118" fmla="*/ 71439 w 1466850"/>
                <a:gd name="connsiteY118" fmla="*/ 300039 h 1209675"/>
                <a:gd name="connsiteX119" fmla="*/ 59530 w 1466850"/>
                <a:gd name="connsiteY119" fmla="*/ 302418 h 1209675"/>
                <a:gd name="connsiteX120" fmla="*/ 30956 w 1466850"/>
                <a:gd name="connsiteY120" fmla="*/ 295274 h 1209675"/>
                <a:gd name="connsiteX0" fmla="*/ 30956 w 1466850"/>
                <a:gd name="connsiteY0" fmla="*/ 295274 h 1209675"/>
                <a:gd name="connsiteX1" fmla="*/ 19050 w 1466850"/>
                <a:gd name="connsiteY1" fmla="*/ 381000 h 1209675"/>
                <a:gd name="connsiteX2" fmla="*/ 19050 w 1466850"/>
                <a:gd name="connsiteY2" fmla="*/ 397669 h 1209675"/>
                <a:gd name="connsiteX3" fmla="*/ 0 w 1466850"/>
                <a:gd name="connsiteY3" fmla="*/ 459581 h 1209675"/>
                <a:gd name="connsiteX4" fmla="*/ 7144 w 1466850"/>
                <a:gd name="connsiteY4" fmla="*/ 497681 h 1209675"/>
                <a:gd name="connsiteX5" fmla="*/ 9525 w 1466850"/>
                <a:gd name="connsiteY5" fmla="*/ 535781 h 1209675"/>
                <a:gd name="connsiteX6" fmla="*/ 19050 w 1466850"/>
                <a:gd name="connsiteY6" fmla="*/ 583406 h 1209675"/>
                <a:gd name="connsiteX7" fmla="*/ 23812 w 1466850"/>
                <a:gd name="connsiteY7" fmla="*/ 688181 h 1209675"/>
                <a:gd name="connsiteX8" fmla="*/ 35719 w 1466850"/>
                <a:gd name="connsiteY8" fmla="*/ 747712 h 1209675"/>
                <a:gd name="connsiteX9" fmla="*/ 40481 w 1466850"/>
                <a:gd name="connsiteY9" fmla="*/ 778669 h 1209675"/>
                <a:gd name="connsiteX10" fmla="*/ 47625 w 1466850"/>
                <a:gd name="connsiteY10" fmla="*/ 831056 h 1209675"/>
                <a:gd name="connsiteX11" fmla="*/ 38100 w 1466850"/>
                <a:gd name="connsiteY11" fmla="*/ 919162 h 1209675"/>
                <a:gd name="connsiteX12" fmla="*/ 78581 w 1466850"/>
                <a:gd name="connsiteY12" fmla="*/ 1028700 h 1209675"/>
                <a:gd name="connsiteX13" fmla="*/ 71437 w 1466850"/>
                <a:gd name="connsiteY13" fmla="*/ 1095375 h 1209675"/>
                <a:gd name="connsiteX14" fmla="*/ 88106 w 1466850"/>
                <a:gd name="connsiteY14" fmla="*/ 1164431 h 1209675"/>
                <a:gd name="connsiteX15" fmla="*/ 166687 w 1466850"/>
                <a:gd name="connsiteY15" fmla="*/ 1200149 h 1209675"/>
                <a:gd name="connsiteX16" fmla="*/ 202406 w 1466850"/>
                <a:gd name="connsiteY16" fmla="*/ 1209675 h 1209675"/>
                <a:gd name="connsiteX17" fmla="*/ 188119 w 1466850"/>
                <a:gd name="connsiteY17" fmla="*/ 1145381 h 1209675"/>
                <a:gd name="connsiteX18" fmla="*/ 242887 w 1466850"/>
                <a:gd name="connsiteY18" fmla="*/ 1092994 h 1209675"/>
                <a:gd name="connsiteX19" fmla="*/ 238125 w 1466850"/>
                <a:gd name="connsiteY19" fmla="*/ 1045369 h 1209675"/>
                <a:gd name="connsiteX20" fmla="*/ 230981 w 1466850"/>
                <a:gd name="connsiteY20" fmla="*/ 1035844 h 1209675"/>
                <a:gd name="connsiteX21" fmla="*/ 252412 w 1466850"/>
                <a:gd name="connsiteY21" fmla="*/ 1019175 h 1209675"/>
                <a:gd name="connsiteX22" fmla="*/ 314325 w 1466850"/>
                <a:gd name="connsiteY22" fmla="*/ 995362 h 1209675"/>
                <a:gd name="connsiteX23" fmla="*/ 311944 w 1466850"/>
                <a:gd name="connsiteY23" fmla="*/ 959644 h 1209675"/>
                <a:gd name="connsiteX24" fmla="*/ 326231 w 1466850"/>
                <a:gd name="connsiteY24" fmla="*/ 942975 h 1209675"/>
                <a:gd name="connsiteX25" fmla="*/ 452437 w 1466850"/>
                <a:gd name="connsiteY25" fmla="*/ 950119 h 1209675"/>
                <a:gd name="connsiteX26" fmla="*/ 464344 w 1466850"/>
                <a:gd name="connsiteY26" fmla="*/ 933450 h 1209675"/>
                <a:gd name="connsiteX27" fmla="*/ 476250 w 1466850"/>
                <a:gd name="connsiteY27" fmla="*/ 883444 h 1209675"/>
                <a:gd name="connsiteX28" fmla="*/ 488156 w 1466850"/>
                <a:gd name="connsiteY28" fmla="*/ 857250 h 1209675"/>
                <a:gd name="connsiteX29" fmla="*/ 526256 w 1466850"/>
                <a:gd name="connsiteY29" fmla="*/ 862012 h 1209675"/>
                <a:gd name="connsiteX30" fmla="*/ 545306 w 1466850"/>
                <a:gd name="connsiteY30" fmla="*/ 909637 h 1209675"/>
                <a:gd name="connsiteX31" fmla="*/ 566737 w 1466850"/>
                <a:gd name="connsiteY31" fmla="*/ 881062 h 1209675"/>
                <a:gd name="connsiteX32" fmla="*/ 621506 w 1466850"/>
                <a:gd name="connsiteY32" fmla="*/ 845344 h 1209675"/>
                <a:gd name="connsiteX33" fmla="*/ 709612 w 1466850"/>
                <a:gd name="connsiteY33" fmla="*/ 814387 h 1209675"/>
                <a:gd name="connsiteX34" fmla="*/ 716756 w 1466850"/>
                <a:gd name="connsiteY34" fmla="*/ 769144 h 1209675"/>
                <a:gd name="connsiteX35" fmla="*/ 742950 w 1466850"/>
                <a:gd name="connsiteY35" fmla="*/ 750094 h 1209675"/>
                <a:gd name="connsiteX36" fmla="*/ 785812 w 1466850"/>
                <a:gd name="connsiteY36" fmla="*/ 726281 h 1209675"/>
                <a:gd name="connsiteX37" fmla="*/ 800100 w 1466850"/>
                <a:gd name="connsiteY37" fmla="*/ 716756 h 1209675"/>
                <a:gd name="connsiteX38" fmla="*/ 862012 w 1466850"/>
                <a:gd name="connsiteY38" fmla="*/ 721519 h 1209675"/>
                <a:gd name="connsiteX39" fmla="*/ 883444 w 1466850"/>
                <a:gd name="connsiteY39" fmla="*/ 721519 h 1209675"/>
                <a:gd name="connsiteX40" fmla="*/ 892969 w 1466850"/>
                <a:gd name="connsiteY40" fmla="*/ 697706 h 1209675"/>
                <a:gd name="connsiteX41" fmla="*/ 892969 w 1466850"/>
                <a:gd name="connsiteY41" fmla="*/ 697706 h 1209675"/>
                <a:gd name="connsiteX42" fmla="*/ 921544 w 1466850"/>
                <a:gd name="connsiteY42" fmla="*/ 609600 h 1209675"/>
                <a:gd name="connsiteX43" fmla="*/ 909637 w 1466850"/>
                <a:gd name="connsiteY43" fmla="*/ 552450 h 1209675"/>
                <a:gd name="connsiteX44" fmla="*/ 928687 w 1466850"/>
                <a:gd name="connsiteY44" fmla="*/ 540544 h 1209675"/>
                <a:gd name="connsiteX45" fmla="*/ 973931 w 1466850"/>
                <a:gd name="connsiteY45" fmla="*/ 535781 h 1209675"/>
                <a:gd name="connsiteX46" fmla="*/ 1014412 w 1466850"/>
                <a:gd name="connsiteY46" fmla="*/ 447675 h 1209675"/>
                <a:gd name="connsiteX47" fmla="*/ 1038225 w 1466850"/>
                <a:gd name="connsiteY47" fmla="*/ 445294 h 1209675"/>
                <a:gd name="connsiteX48" fmla="*/ 1073944 w 1466850"/>
                <a:gd name="connsiteY48" fmla="*/ 476250 h 1209675"/>
                <a:gd name="connsiteX49" fmla="*/ 1112044 w 1466850"/>
                <a:gd name="connsiteY49" fmla="*/ 514350 h 1209675"/>
                <a:gd name="connsiteX50" fmla="*/ 1171575 w 1466850"/>
                <a:gd name="connsiteY50" fmla="*/ 540544 h 1209675"/>
                <a:gd name="connsiteX51" fmla="*/ 1219200 w 1466850"/>
                <a:gd name="connsiteY51" fmla="*/ 521494 h 1209675"/>
                <a:gd name="connsiteX52" fmla="*/ 1245394 w 1466850"/>
                <a:gd name="connsiteY52" fmla="*/ 502444 h 1209675"/>
                <a:gd name="connsiteX53" fmla="*/ 1278731 w 1466850"/>
                <a:gd name="connsiteY53" fmla="*/ 511969 h 1209675"/>
                <a:gd name="connsiteX54" fmla="*/ 1295400 w 1466850"/>
                <a:gd name="connsiteY54" fmla="*/ 531019 h 1209675"/>
                <a:gd name="connsiteX55" fmla="*/ 1273969 w 1466850"/>
                <a:gd name="connsiteY55" fmla="*/ 573881 h 1209675"/>
                <a:gd name="connsiteX56" fmla="*/ 1285875 w 1466850"/>
                <a:gd name="connsiteY56" fmla="*/ 611981 h 1209675"/>
                <a:gd name="connsiteX57" fmla="*/ 1300162 w 1466850"/>
                <a:gd name="connsiteY57" fmla="*/ 628650 h 1209675"/>
                <a:gd name="connsiteX58" fmla="*/ 1321594 w 1466850"/>
                <a:gd name="connsiteY58" fmla="*/ 666750 h 1209675"/>
                <a:gd name="connsiteX59" fmla="*/ 1347787 w 1466850"/>
                <a:gd name="connsiteY59" fmla="*/ 681037 h 1209675"/>
                <a:gd name="connsiteX60" fmla="*/ 1371600 w 1466850"/>
                <a:gd name="connsiteY60" fmla="*/ 681037 h 1209675"/>
                <a:gd name="connsiteX61" fmla="*/ 1376362 w 1466850"/>
                <a:gd name="connsiteY61" fmla="*/ 628650 h 1209675"/>
                <a:gd name="connsiteX62" fmla="*/ 1395412 w 1466850"/>
                <a:gd name="connsiteY62" fmla="*/ 578644 h 1209675"/>
                <a:gd name="connsiteX63" fmla="*/ 1426369 w 1466850"/>
                <a:gd name="connsiteY63" fmla="*/ 571500 h 1209675"/>
                <a:gd name="connsiteX64" fmla="*/ 1466850 w 1466850"/>
                <a:gd name="connsiteY64" fmla="*/ 552450 h 1209675"/>
                <a:gd name="connsiteX65" fmla="*/ 1443037 w 1466850"/>
                <a:gd name="connsiteY65" fmla="*/ 509587 h 1209675"/>
                <a:gd name="connsiteX66" fmla="*/ 1414462 w 1466850"/>
                <a:gd name="connsiteY66" fmla="*/ 464344 h 1209675"/>
                <a:gd name="connsiteX67" fmla="*/ 1388269 w 1466850"/>
                <a:gd name="connsiteY67" fmla="*/ 438150 h 1209675"/>
                <a:gd name="connsiteX68" fmla="*/ 1404937 w 1466850"/>
                <a:gd name="connsiteY68" fmla="*/ 400050 h 1209675"/>
                <a:gd name="connsiteX69" fmla="*/ 1404937 w 1466850"/>
                <a:gd name="connsiteY69" fmla="*/ 383381 h 1209675"/>
                <a:gd name="connsiteX70" fmla="*/ 1431131 w 1466850"/>
                <a:gd name="connsiteY70" fmla="*/ 338137 h 1209675"/>
                <a:gd name="connsiteX71" fmla="*/ 1419225 w 1466850"/>
                <a:gd name="connsiteY71" fmla="*/ 264319 h 1209675"/>
                <a:gd name="connsiteX72" fmla="*/ 1438275 w 1466850"/>
                <a:gd name="connsiteY72" fmla="*/ 202406 h 1209675"/>
                <a:gd name="connsiteX73" fmla="*/ 1435894 w 1466850"/>
                <a:gd name="connsiteY73" fmla="*/ 173831 h 1209675"/>
                <a:gd name="connsiteX74" fmla="*/ 1404937 w 1466850"/>
                <a:gd name="connsiteY74" fmla="*/ 164306 h 1209675"/>
                <a:gd name="connsiteX75" fmla="*/ 1364456 w 1466850"/>
                <a:gd name="connsiteY75" fmla="*/ 154781 h 1209675"/>
                <a:gd name="connsiteX76" fmla="*/ 1293019 w 1466850"/>
                <a:gd name="connsiteY76" fmla="*/ 154781 h 1209675"/>
                <a:gd name="connsiteX77" fmla="*/ 1233487 w 1466850"/>
                <a:gd name="connsiteY77" fmla="*/ 121444 h 1209675"/>
                <a:gd name="connsiteX78" fmla="*/ 1207294 w 1466850"/>
                <a:gd name="connsiteY78" fmla="*/ 114300 h 1209675"/>
                <a:gd name="connsiteX79" fmla="*/ 1188244 w 1466850"/>
                <a:gd name="connsiteY79" fmla="*/ 126206 h 1209675"/>
                <a:gd name="connsiteX80" fmla="*/ 1133475 w 1466850"/>
                <a:gd name="connsiteY80" fmla="*/ 188119 h 1209675"/>
                <a:gd name="connsiteX81" fmla="*/ 1116806 w 1466850"/>
                <a:gd name="connsiteY81" fmla="*/ 188119 h 1209675"/>
                <a:gd name="connsiteX82" fmla="*/ 1078706 w 1466850"/>
                <a:gd name="connsiteY82" fmla="*/ 142875 h 1209675"/>
                <a:gd name="connsiteX83" fmla="*/ 1054894 w 1466850"/>
                <a:gd name="connsiteY83" fmla="*/ 138112 h 1209675"/>
                <a:gd name="connsiteX84" fmla="*/ 997744 w 1466850"/>
                <a:gd name="connsiteY84" fmla="*/ 157162 h 1209675"/>
                <a:gd name="connsiteX85" fmla="*/ 973931 w 1466850"/>
                <a:gd name="connsiteY85" fmla="*/ 178594 h 1209675"/>
                <a:gd name="connsiteX86" fmla="*/ 928687 w 1466850"/>
                <a:gd name="connsiteY86" fmla="*/ 173831 h 1209675"/>
                <a:gd name="connsiteX87" fmla="*/ 878681 w 1466850"/>
                <a:gd name="connsiteY87" fmla="*/ 164306 h 1209675"/>
                <a:gd name="connsiteX88" fmla="*/ 864394 w 1466850"/>
                <a:gd name="connsiteY88" fmla="*/ 83344 h 1209675"/>
                <a:gd name="connsiteX89" fmla="*/ 845344 w 1466850"/>
                <a:gd name="connsiteY89" fmla="*/ 69056 h 1209675"/>
                <a:gd name="connsiteX90" fmla="*/ 747712 w 1466850"/>
                <a:gd name="connsiteY90" fmla="*/ 119062 h 1209675"/>
                <a:gd name="connsiteX91" fmla="*/ 721519 w 1466850"/>
                <a:gd name="connsiteY91" fmla="*/ 140494 h 1209675"/>
                <a:gd name="connsiteX92" fmla="*/ 709612 w 1466850"/>
                <a:gd name="connsiteY92" fmla="*/ 190500 h 1209675"/>
                <a:gd name="connsiteX93" fmla="*/ 707231 w 1466850"/>
                <a:gd name="connsiteY93" fmla="*/ 195262 h 1209675"/>
                <a:gd name="connsiteX94" fmla="*/ 654844 w 1466850"/>
                <a:gd name="connsiteY94" fmla="*/ 190500 h 1209675"/>
                <a:gd name="connsiteX95" fmla="*/ 633412 w 1466850"/>
                <a:gd name="connsiteY95" fmla="*/ 180975 h 1209675"/>
                <a:gd name="connsiteX96" fmla="*/ 614362 w 1466850"/>
                <a:gd name="connsiteY96" fmla="*/ 142875 h 1209675"/>
                <a:gd name="connsiteX97" fmla="*/ 590550 w 1466850"/>
                <a:gd name="connsiteY97" fmla="*/ 130969 h 1209675"/>
                <a:gd name="connsiteX98" fmla="*/ 540544 w 1466850"/>
                <a:gd name="connsiteY98" fmla="*/ 161925 h 1209675"/>
                <a:gd name="connsiteX99" fmla="*/ 507206 w 1466850"/>
                <a:gd name="connsiteY99" fmla="*/ 154781 h 1209675"/>
                <a:gd name="connsiteX100" fmla="*/ 495300 w 1466850"/>
                <a:gd name="connsiteY100" fmla="*/ 123825 h 1209675"/>
                <a:gd name="connsiteX101" fmla="*/ 490537 w 1466850"/>
                <a:gd name="connsiteY101" fmla="*/ 114300 h 1209675"/>
                <a:gd name="connsiteX102" fmla="*/ 431006 w 1466850"/>
                <a:gd name="connsiteY102" fmla="*/ 97631 h 1209675"/>
                <a:gd name="connsiteX103" fmla="*/ 442912 w 1466850"/>
                <a:gd name="connsiteY103" fmla="*/ 33337 h 1209675"/>
                <a:gd name="connsiteX104" fmla="*/ 423862 w 1466850"/>
                <a:gd name="connsiteY104" fmla="*/ 19050 h 1209675"/>
                <a:gd name="connsiteX105" fmla="*/ 335756 w 1466850"/>
                <a:gd name="connsiteY105" fmla="*/ 0 h 1209675"/>
                <a:gd name="connsiteX106" fmla="*/ 302419 w 1466850"/>
                <a:gd name="connsiteY106" fmla="*/ 35719 h 1209675"/>
                <a:gd name="connsiteX107" fmla="*/ 266700 w 1466850"/>
                <a:gd name="connsiteY107" fmla="*/ 50006 h 1209675"/>
                <a:gd name="connsiteX108" fmla="*/ 271462 w 1466850"/>
                <a:gd name="connsiteY108" fmla="*/ 95250 h 1209675"/>
                <a:gd name="connsiteX109" fmla="*/ 316706 w 1466850"/>
                <a:gd name="connsiteY109" fmla="*/ 121444 h 1209675"/>
                <a:gd name="connsiteX110" fmla="*/ 302419 w 1466850"/>
                <a:gd name="connsiteY110" fmla="*/ 145256 h 1209675"/>
                <a:gd name="connsiteX111" fmla="*/ 247650 w 1466850"/>
                <a:gd name="connsiteY111" fmla="*/ 159544 h 1209675"/>
                <a:gd name="connsiteX112" fmla="*/ 214312 w 1466850"/>
                <a:gd name="connsiteY112" fmla="*/ 216694 h 1209675"/>
                <a:gd name="connsiteX113" fmla="*/ 183356 w 1466850"/>
                <a:gd name="connsiteY113" fmla="*/ 221456 h 1209675"/>
                <a:gd name="connsiteX114" fmla="*/ 183356 w 1466850"/>
                <a:gd name="connsiteY114" fmla="*/ 254794 h 1209675"/>
                <a:gd name="connsiteX115" fmla="*/ 161925 w 1466850"/>
                <a:gd name="connsiteY115" fmla="*/ 304800 h 1209675"/>
                <a:gd name="connsiteX116" fmla="*/ 140494 w 1466850"/>
                <a:gd name="connsiteY116" fmla="*/ 323850 h 1209675"/>
                <a:gd name="connsiteX117" fmla="*/ 71439 w 1466850"/>
                <a:gd name="connsiteY117" fmla="*/ 300039 h 1209675"/>
                <a:gd name="connsiteX118" fmla="*/ 59530 w 1466850"/>
                <a:gd name="connsiteY118" fmla="*/ 302418 h 1209675"/>
                <a:gd name="connsiteX119" fmla="*/ 30956 w 1466850"/>
                <a:gd name="connsiteY119" fmla="*/ 295274 h 1209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466850" h="1209675">
                  <a:moveTo>
                    <a:pt x="30956" y="295274"/>
                  </a:moveTo>
                  <a:lnTo>
                    <a:pt x="19050" y="381000"/>
                  </a:lnTo>
                  <a:lnTo>
                    <a:pt x="19050" y="397669"/>
                  </a:lnTo>
                  <a:lnTo>
                    <a:pt x="0" y="459581"/>
                  </a:lnTo>
                  <a:lnTo>
                    <a:pt x="7144" y="497681"/>
                  </a:lnTo>
                  <a:lnTo>
                    <a:pt x="9525" y="535781"/>
                  </a:lnTo>
                  <a:lnTo>
                    <a:pt x="19050" y="583406"/>
                  </a:lnTo>
                  <a:lnTo>
                    <a:pt x="23812" y="688181"/>
                  </a:lnTo>
                  <a:lnTo>
                    <a:pt x="35719" y="747712"/>
                  </a:lnTo>
                  <a:lnTo>
                    <a:pt x="40481" y="778669"/>
                  </a:lnTo>
                  <a:lnTo>
                    <a:pt x="47625" y="831056"/>
                  </a:lnTo>
                  <a:lnTo>
                    <a:pt x="38100" y="919162"/>
                  </a:lnTo>
                  <a:lnTo>
                    <a:pt x="78581" y="1028700"/>
                  </a:lnTo>
                  <a:lnTo>
                    <a:pt x="71437" y="1095375"/>
                  </a:lnTo>
                  <a:lnTo>
                    <a:pt x="88106" y="1164431"/>
                  </a:lnTo>
                  <a:lnTo>
                    <a:pt x="166687" y="1200149"/>
                  </a:lnTo>
                  <a:lnTo>
                    <a:pt x="202406" y="1209675"/>
                  </a:lnTo>
                  <a:lnTo>
                    <a:pt x="188119" y="1145381"/>
                  </a:lnTo>
                  <a:cubicBezTo>
                    <a:pt x="211137" y="1135063"/>
                    <a:pt x="224631" y="1110456"/>
                    <a:pt x="242887" y="1092994"/>
                  </a:cubicBezTo>
                  <a:lnTo>
                    <a:pt x="238125" y="1045369"/>
                  </a:lnTo>
                  <a:lnTo>
                    <a:pt x="230981" y="1035844"/>
                  </a:lnTo>
                  <a:lnTo>
                    <a:pt x="252412" y="1019175"/>
                  </a:lnTo>
                  <a:lnTo>
                    <a:pt x="314325" y="995362"/>
                  </a:lnTo>
                  <a:lnTo>
                    <a:pt x="311944" y="959644"/>
                  </a:lnTo>
                  <a:lnTo>
                    <a:pt x="326231" y="942975"/>
                  </a:lnTo>
                  <a:lnTo>
                    <a:pt x="452437" y="950119"/>
                  </a:lnTo>
                  <a:lnTo>
                    <a:pt x="464344" y="933450"/>
                  </a:lnTo>
                  <a:lnTo>
                    <a:pt x="476250" y="883444"/>
                  </a:lnTo>
                  <a:lnTo>
                    <a:pt x="488156" y="857250"/>
                  </a:lnTo>
                  <a:lnTo>
                    <a:pt x="526256" y="862012"/>
                  </a:lnTo>
                  <a:lnTo>
                    <a:pt x="545306" y="909637"/>
                  </a:lnTo>
                  <a:lnTo>
                    <a:pt x="566737" y="881062"/>
                  </a:lnTo>
                  <a:lnTo>
                    <a:pt x="621506" y="845344"/>
                  </a:lnTo>
                  <a:lnTo>
                    <a:pt x="709612" y="814387"/>
                  </a:lnTo>
                  <a:lnTo>
                    <a:pt x="716756" y="769144"/>
                  </a:lnTo>
                  <a:lnTo>
                    <a:pt x="742950" y="750094"/>
                  </a:lnTo>
                  <a:lnTo>
                    <a:pt x="785812" y="726281"/>
                  </a:lnTo>
                  <a:lnTo>
                    <a:pt x="800100" y="716756"/>
                  </a:lnTo>
                  <a:lnTo>
                    <a:pt x="862012" y="721519"/>
                  </a:lnTo>
                  <a:lnTo>
                    <a:pt x="883444" y="721519"/>
                  </a:lnTo>
                  <a:lnTo>
                    <a:pt x="892969" y="697706"/>
                  </a:lnTo>
                  <a:lnTo>
                    <a:pt x="892969" y="697706"/>
                  </a:lnTo>
                  <a:lnTo>
                    <a:pt x="921544" y="609600"/>
                  </a:lnTo>
                  <a:lnTo>
                    <a:pt x="909637" y="552450"/>
                  </a:lnTo>
                  <a:lnTo>
                    <a:pt x="928687" y="540544"/>
                  </a:lnTo>
                  <a:lnTo>
                    <a:pt x="973931" y="535781"/>
                  </a:lnTo>
                  <a:lnTo>
                    <a:pt x="1014412" y="447675"/>
                  </a:lnTo>
                  <a:lnTo>
                    <a:pt x="1038225" y="445294"/>
                  </a:lnTo>
                  <a:lnTo>
                    <a:pt x="1073944" y="476250"/>
                  </a:lnTo>
                  <a:lnTo>
                    <a:pt x="1112044" y="514350"/>
                  </a:lnTo>
                  <a:lnTo>
                    <a:pt x="1171575" y="540544"/>
                  </a:lnTo>
                  <a:lnTo>
                    <a:pt x="1219200" y="521494"/>
                  </a:lnTo>
                  <a:lnTo>
                    <a:pt x="1245394" y="502444"/>
                  </a:lnTo>
                  <a:lnTo>
                    <a:pt x="1278731" y="511969"/>
                  </a:lnTo>
                  <a:lnTo>
                    <a:pt x="1295400" y="531019"/>
                  </a:lnTo>
                  <a:lnTo>
                    <a:pt x="1273969" y="573881"/>
                  </a:lnTo>
                  <a:lnTo>
                    <a:pt x="1285875" y="611981"/>
                  </a:lnTo>
                  <a:lnTo>
                    <a:pt x="1300162" y="628650"/>
                  </a:lnTo>
                  <a:lnTo>
                    <a:pt x="1321594" y="666750"/>
                  </a:lnTo>
                  <a:lnTo>
                    <a:pt x="1347787" y="681037"/>
                  </a:lnTo>
                  <a:lnTo>
                    <a:pt x="1371600" y="681037"/>
                  </a:lnTo>
                  <a:lnTo>
                    <a:pt x="1376362" y="628650"/>
                  </a:lnTo>
                  <a:lnTo>
                    <a:pt x="1395412" y="578644"/>
                  </a:lnTo>
                  <a:lnTo>
                    <a:pt x="1426369" y="571500"/>
                  </a:lnTo>
                  <a:lnTo>
                    <a:pt x="1466850" y="552450"/>
                  </a:lnTo>
                  <a:lnTo>
                    <a:pt x="1443037" y="509587"/>
                  </a:lnTo>
                  <a:lnTo>
                    <a:pt x="1414462" y="464344"/>
                  </a:lnTo>
                  <a:lnTo>
                    <a:pt x="1388269" y="438150"/>
                  </a:lnTo>
                  <a:lnTo>
                    <a:pt x="1404937" y="400050"/>
                  </a:lnTo>
                  <a:lnTo>
                    <a:pt x="1404937" y="383381"/>
                  </a:lnTo>
                  <a:lnTo>
                    <a:pt x="1431131" y="338137"/>
                  </a:lnTo>
                  <a:lnTo>
                    <a:pt x="1419225" y="264319"/>
                  </a:lnTo>
                  <a:lnTo>
                    <a:pt x="1438275" y="202406"/>
                  </a:lnTo>
                  <a:lnTo>
                    <a:pt x="1435894" y="173831"/>
                  </a:lnTo>
                  <a:lnTo>
                    <a:pt x="1404937" y="164306"/>
                  </a:lnTo>
                  <a:lnTo>
                    <a:pt x="1364456" y="154781"/>
                  </a:lnTo>
                  <a:lnTo>
                    <a:pt x="1293019" y="154781"/>
                  </a:lnTo>
                  <a:lnTo>
                    <a:pt x="1233487" y="121444"/>
                  </a:lnTo>
                  <a:lnTo>
                    <a:pt x="1207294" y="114300"/>
                  </a:lnTo>
                  <a:lnTo>
                    <a:pt x="1188244" y="126206"/>
                  </a:lnTo>
                  <a:lnTo>
                    <a:pt x="1133475" y="188119"/>
                  </a:lnTo>
                  <a:lnTo>
                    <a:pt x="1116806" y="188119"/>
                  </a:lnTo>
                  <a:lnTo>
                    <a:pt x="1078706" y="142875"/>
                  </a:lnTo>
                  <a:lnTo>
                    <a:pt x="1054894" y="138112"/>
                  </a:lnTo>
                  <a:lnTo>
                    <a:pt x="997744" y="157162"/>
                  </a:lnTo>
                  <a:lnTo>
                    <a:pt x="973931" y="178594"/>
                  </a:lnTo>
                  <a:lnTo>
                    <a:pt x="928687" y="173831"/>
                  </a:lnTo>
                  <a:lnTo>
                    <a:pt x="878681" y="164306"/>
                  </a:lnTo>
                  <a:lnTo>
                    <a:pt x="864394" y="83344"/>
                  </a:lnTo>
                  <a:lnTo>
                    <a:pt x="845344" y="69056"/>
                  </a:lnTo>
                  <a:lnTo>
                    <a:pt x="747712" y="119062"/>
                  </a:lnTo>
                  <a:lnTo>
                    <a:pt x="721519" y="140494"/>
                  </a:lnTo>
                  <a:lnTo>
                    <a:pt x="709612" y="190500"/>
                  </a:lnTo>
                  <a:lnTo>
                    <a:pt x="707231" y="195262"/>
                  </a:lnTo>
                  <a:lnTo>
                    <a:pt x="654844" y="190500"/>
                  </a:lnTo>
                  <a:lnTo>
                    <a:pt x="633412" y="180975"/>
                  </a:lnTo>
                  <a:lnTo>
                    <a:pt x="614362" y="142875"/>
                  </a:lnTo>
                  <a:lnTo>
                    <a:pt x="590550" y="130969"/>
                  </a:lnTo>
                  <a:lnTo>
                    <a:pt x="540544" y="161925"/>
                  </a:lnTo>
                  <a:lnTo>
                    <a:pt x="507206" y="154781"/>
                  </a:lnTo>
                  <a:lnTo>
                    <a:pt x="495300" y="123825"/>
                  </a:lnTo>
                  <a:lnTo>
                    <a:pt x="490537" y="114300"/>
                  </a:lnTo>
                  <a:lnTo>
                    <a:pt x="431006" y="97631"/>
                  </a:lnTo>
                  <a:lnTo>
                    <a:pt x="442912" y="33337"/>
                  </a:lnTo>
                  <a:lnTo>
                    <a:pt x="423862" y="19050"/>
                  </a:lnTo>
                  <a:lnTo>
                    <a:pt x="335756" y="0"/>
                  </a:lnTo>
                  <a:lnTo>
                    <a:pt x="302419" y="35719"/>
                  </a:lnTo>
                  <a:lnTo>
                    <a:pt x="266700" y="50006"/>
                  </a:lnTo>
                  <a:lnTo>
                    <a:pt x="271462" y="95250"/>
                  </a:lnTo>
                  <a:lnTo>
                    <a:pt x="316706" y="121444"/>
                  </a:lnTo>
                  <a:lnTo>
                    <a:pt x="302419" y="145256"/>
                  </a:lnTo>
                  <a:lnTo>
                    <a:pt x="247650" y="159544"/>
                  </a:lnTo>
                  <a:lnTo>
                    <a:pt x="214312" y="216694"/>
                  </a:lnTo>
                  <a:lnTo>
                    <a:pt x="183356" y="221456"/>
                  </a:lnTo>
                  <a:lnTo>
                    <a:pt x="183356" y="254794"/>
                  </a:lnTo>
                  <a:lnTo>
                    <a:pt x="161925" y="304800"/>
                  </a:lnTo>
                  <a:lnTo>
                    <a:pt x="140494" y="323850"/>
                  </a:lnTo>
                  <a:lnTo>
                    <a:pt x="71439" y="300039"/>
                  </a:lnTo>
                  <a:lnTo>
                    <a:pt x="59530" y="302418"/>
                  </a:lnTo>
                  <a:lnTo>
                    <a:pt x="30956" y="295274"/>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5" name="Freeform 84"/>
            <p:cNvSpPr/>
            <p:nvPr/>
          </p:nvSpPr>
          <p:spPr>
            <a:xfrm>
              <a:off x="4084638" y="4468813"/>
              <a:ext cx="1562100" cy="1309687"/>
            </a:xfrm>
            <a:custGeom>
              <a:avLst/>
              <a:gdLst>
                <a:gd name="connsiteX0" fmla="*/ 688181 w 1562100"/>
                <a:gd name="connsiteY0" fmla="*/ 1000125 h 1126331"/>
                <a:gd name="connsiteX1" fmla="*/ 688181 w 1562100"/>
                <a:gd name="connsiteY1" fmla="*/ 914400 h 1126331"/>
                <a:gd name="connsiteX2" fmla="*/ 692944 w 1562100"/>
                <a:gd name="connsiteY2" fmla="*/ 871537 h 1126331"/>
                <a:gd name="connsiteX3" fmla="*/ 692944 w 1562100"/>
                <a:gd name="connsiteY3" fmla="*/ 826294 h 1126331"/>
                <a:gd name="connsiteX4" fmla="*/ 676275 w 1562100"/>
                <a:gd name="connsiteY4" fmla="*/ 802481 h 1126331"/>
                <a:gd name="connsiteX5" fmla="*/ 690563 w 1562100"/>
                <a:gd name="connsiteY5" fmla="*/ 750094 h 1126331"/>
                <a:gd name="connsiteX6" fmla="*/ 685800 w 1562100"/>
                <a:gd name="connsiteY6" fmla="*/ 723900 h 1126331"/>
                <a:gd name="connsiteX7" fmla="*/ 697706 w 1562100"/>
                <a:gd name="connsiteY7" fmla="*/ 678656 h 1126331"/>
                <a:gd name="connsiteX8" fmla="*/ 714375 w 1562100"/>
                <a:gd name="connsiteY8" fmla="*/ 654844 h 1126331"/>
                <a:gd name="connsiteX9" fmla="*/ 721519 w 1562100"/>
                <a:gd name="connsiteY9" fmla="*/ 621506 h 1126331"/>
                <a:gd name="connsiteX10" fmla="*/ 735806 w 1562100"/>
                <a:gd name="connsiteY10" fmla="*/ 602456 h 1126331"/>
                <a:gd name="connsiteX11" fmla="*/ 792956 w 1562100"/>
                <a:gd name="connsiteY11" fmla="*/ 592931 h 1126331"/>
                <a:gd name="connsiteX12" fmla="*/ 838200 w 1562100"/>
                <a:gd name="connsiteY12" fmla="*/ 576262 h 1126331"/>
                <a:gd name="connsiteX13" fmla="*/ 876300 w 1562100"/>
                <a:gd name="connsiteY13" fmla="*/ 535781 h 1126331"/>
                <a:gd name="connsiteX14" fmla="*/ 923925 w 1562100"/>
                <a:gd name="connsiteY14" fmla="*/ 521494 h 1126331"/>
                <a:gd name="connsiteX15" fmla="*/ 995363 w 1562100"/>
                <a:gd name="connsiteY15" fmla="*/ 516731 h 1126331"/>
                <a:gd name="connsiteX16" fmla="*/ 1040606 w 1562100"/>
                <a:gd name="connsiteY16" fmla="*/ 507206 h 1126331"/>
                <a:gd name="connsiteX17" fmla="*/ 1119188 w 1562100"/>
                <a:gd name="connsiteY17" fmla="*/ 400050 h 1126331"/>
                <a:gd name="connsiteX18" fmla="*/ 1126331 w 1562100"/>
                <a:gd name="connsiteY18" fmla="*/ 366712 h 1126331"/>
                <a:gd name="connsiteX19" fmla="*/ 1152525 w 1562100"/>
                <a:gd name="connsiteY19" fmla="*/ 338137 h 1126331"/>
                <a:gd name="connsiteX20" fmla="*/ 1197769 w 1562100"/>
                <a:gd name="connsiteY20" fmla="*/ 328612 h 1126331"/>
                <a:gd name="connsiteX21" fmla="*/ 1290638 w 1562100"/>
                <a:gd name="connsiteY21" fmla="*/ 252412 h 1126331"/>
                <a:gd name="connsiteX22" fmla="*/ 1314450 w 1562100"/>
                <a:gd name="connsiteY22" fmla="*/ 250031 h 1126331"/>
                <a:gd name="connsiteX23" fmla="*/ 1409700 w 1562100"/>
                <a:gd name="connsiteY23" fmla="*/ 169069 h 1126331"/>
                <a:gd name="connsiteX24" fmla="*/ 1414463 w 1562100"/>
                <a:gd name="connsiteY24" fmla="*/ 150019 h 1126331"/>
                <a:gd name="connsiteX25" fmla="*/ 1507331 w 1562100"/>
                <a:gd name="connsiteY25" fmla="*/ 95250 h 1126331"/>
                <a:gd name="connsiteX26" fmla="*/ 1543050 w 1562100"/>
                <a:gd name="connsiteY26" fmla="*/ 50006 h 1126331"/>
                <a:gd name="connsiteX27" fmla="*/ 1562100 w 1562100"/>
                <a:gd name="connsiteY27" fmla="*/ 11906 h 1126331"/>
                <a:gd name="connsiteX28" fmla="*/ 1512094 w 1562100"/>
                <a:gd name="connsiteY28" fmla="*/ 30956 h 1126331"/>
                <a:gd name="connsiteX29" fmla="*/ 1478756 w 1562100"/>
                <a:gd name="connsiteY29" fmla="*/ 30956 h 1126331"/>
                <a:gd name="connsiteX30" fmla="*/ 1452563 w 1562100"/>
                <a:gd name="connsiteY30" fmla="*/ 69056 h 1126331"/>
                <a:gd name="connsiteX31" fmla="*/ 1421606 w 1562100"/>
                <a:gd name="connsiteY31" fmla="*/ 66675 h 1126331"/>
                <a:gd name="connsiteX32" fmla="*/ 1366838 w 1562100"/>
                <a:gd name="connsiteY32" fmla="*/ 35719 h 1126331"/>
                <a:gd name="connsiteX33" fmla="*/ 1323975 w 1562100"/>
                <a:gd name="connsiteY33" fmla="*/ 23812 h 1126331"/>
                <a:gd name="connsiteX34" fmla="*/ 1238250 w 1562100"/>
                <a:gd name="connsiteY34" fmla="*/ 59531 h 1126331"/>
                <a:gd name="connsiteX35" fmla="*/ 1223963 w 1562100"/>
                <a:gd name="connsiteY35" fmla="*/ 97631 h 1126331"/>
                <a:gd name="connsiteX36" fmla="*/ 1195388 w 1562100"/>
                <a:gd name="connsiteY36" fmla="*/ 154781 h 1126331"/>
                <a:gd name="connsiteX37" fmla="*/ 1109663 w 1562100"/>
                <a:gd name="connsiteY37" fmla="*/ 116681 h 1126331"/>
                <a:gd name="connsiteX38" fmla="*/ 1097756 w 1562100"/>
                <a:gd name="connsiteY38" fmla="*/ 159544 h 1126331"/>
                <a:gd name="connsiteX39" fmla="*/ 1083469 w 1562100"/>
                <a:gd name="connsiteY39" fmla="*/ 192881 h 1126331"/>
                <a:gd name="connsiteX40" fmla="*/ 959644 w 1562100"/>
                <a:gd name="connsiteY40" fmla="*/ 223837 h 1126331"/>
                <a:gd name="connsiteX41" fmla="*/ 945356 w 1562100"/>
                <a:gd name="connsiteY41" fmla="*/ 219075 h 1126331"/>
                <a:gd name="connsiteX42" fmla="*/ 926306 w 1562100"/>
                <a:gd name="connsiteY42" fmla="*/ 240506 h 1126331"/>
                <a:gd name="connsiteX43" fmla="*/ 890588 w 1562100"/>
                <a:gd name="connsiteY43" fmla="*/ 247650 h 1126331"/>
                <a:gd name="connsiteX44" fmla="*/ 854869 w 1562100"/>
                <a:gd name="connsiteY44" fmla="*/ 197644 h 1126331"/>
                <a:gd name="connsiteX45" fmla="*/ 835819 w 1562100"/>
                <a:gd name="connsiteY45" fmla="*/ 185737 h 1126331"/>
                <a:gd name="connsiteX46" fmla="*/ 826294 w 1562100"/>
                <a:gd name="connsiteY46" fmla="*/ 140494 h 1126331"/>
                <a:gd name="connsiteX47" fmla="*/ 792956 w 1562100"/>
                <a:gd name="connsiteY47" fmla="*/ 123825 h 1126331"/>
                <a:gd name="connsiteX48" fmla="*/ 759619 w 1562100"/>
                <a:gd name="connsiteY48" fmla="*/ 116681 h 1126331"/>
                <a:gd name="connsiteX49" fmla="*/ 740569 w 1562100"/>
                <a:gd name="connsiteY49" fmla="*/ 111919 h 1126331"/>
                <a:gd name="connsiteX50" fmla="*/ 728663 w 1562100"/>
                <a:gd name="connsiteY50" fmla="*/ 102394 h 1126331"/>
                <a:gd name="connsiteX51" fmla="*/ 735806 w 1562100"/>
                <a:gd name="connsiteY51" fmla="*/ 76200 h 1126331"/>
                <a:gd name="connsiteX52" fmla="*/ 742950 w 1562100"/>
                <a:gd name="connsiteY52" fmla="*/ 52387 h 1126331"/>
                <a:gd name="connsiteX53" fmla="*/ 700088 w 1562100"/>
                <a:gd name="connsiteY53" fmla="*/ 2381 h 1126331"/>
                <a:gd name="connsiteX54" fmla="*/ 328613 w 1562100"/>
                <a:gd name="connsiteY54" fmla="*/ 0 h 1126331"/>
                <a:gd name="connsiteX55" fmla="*/ 292894 w 1562100"/>
                <a:gd name="connsiteY55" fmla="*/ 102394 h 1126331"/>
                <a:gd name="connsiteX56" fmla="*/ 264319 w 1562100"/>
                <a:gd name="connsiteY56" fmla="*/ 109537 h 1126331"/>
                <a:gd name="connsiteX57" fmla="*/ 261938 w 1562100"/>
                <a:gd name="connsiteY57" fmla="*/ 123825 h 1126331"/>
                <a:gd name="connsiteX58" fmla="*/ 261938 w 1562100"/>
                <a:gd name="connsiteY58" fmla="*/ 157162 h 1126331"/>
                <a:gd name="connsiteX59" fmla="*/ 228600 w 1562100"/>
                <a:gd name="connsiteY59" fmla="*/ 200025 h 1126331"/>
                <a:gd name="connsiteX60" fmla="*/ 271463 w 1562100"/>
                <a:gd name="connsiteY60" fmla="*/ 216694 h 1126331"/>
                <a:gd name="connsiteX61" fmla="*/ 278606 w 1562100"/>
                <a:gd name="connsiteY61" fmla="*/ 235744 h 1126331"/>
                <a:gd name="connsiteX62" fmla="*/ 257175 w 1562100"/>
                <a:gd name="connsiteY62" fmla="*/ 271462 h 1126331"/>
                <a:gd name="connsiteX63" fmla="*/ 221456 w 1562100"/>
                <a:gd name="connsiteY63" fmla="*/ 280987 h 1126331"/>
                <a:gd name="connsiteX64" fmla="*/ 221456 w 1562100"/>
                <a:gd name="connsiteY64" fmla="*/ 321469 h 1126331"/>
                <a:gd name="connsiteX65" fmla="*/ 254794 w 1562100"/>
                <a:gd name="connsiteY65" fmla="*/ 359569 h 1126331"/>
                <a:gd name="connsiteX66" fmla="*/ 226219 w 1562100"/>
                <a:gd name="connsiteY66" fmla="*/ 423862 h 1126331"/>
                <a:gd name="connsiteX67" fmla="*/ 180975 w 1562100"/>
                <a:gd name="connsiteY67" fmla="*/ 452437 h 1126331"/>
                <a:gd name="connsiteX68" fmla="*/ 183356 w 1562100"/>
                <a:gd name="connsiteY68" fmla="*/ 469106 h 1126331"/>
                <a:gd name="connsiteX69" fmla="*/ 204788 w 1562100"/>
                <a:gd name="connsiteY69" fmla="*/ 478631 h 1126331"/>
                <a:gd name="connsiteX70" fmla="*/ 219075 w 1562100"/>
                <a:gd name="connsiteY70" fmla="*/ 488156 h 1126331"/>
                <a:gd name="connsiteX71" fmla="*/ 223838 w 1562100"/>
                <a:gd name="connsiteY71" fmla="*/ 507206 h 1126331"/>
                <a:gd name="connsiteX72" fmla="*/ 195263 w 1562100"/>
                <a:gd name="connsiteY72" fmla="*/ 533400 h 1126331"/>
                <a:gd name="connsiteX73" fmla="*/ 123825 w 1562100"/>
                <a:gd name="connsiteY73" fmla="*/ 578644 h 1126331"/>
                <a:gd name="connsiteX74" fmla="*/ 123825 w 1562100"/>
                <a:gd name="connsiteY74" fmla="*/ 614362 h 1126331"/>
                <a:gd name="connsiteX75" fmla="*/ 135731 w 1562100"/>
                <a:gd name="connsiteY75" fmla="*/ 645319 h 1126331"/>
                <a:gd name="connsiteX76" fmla="*/ 123825 w 1562100"/>
                <a:gd name="connsiteY76" fmla="*/ 685800 h 1126331"/>
                <a:gd name="connsiteX77" fmla="*/ 76200 w 1562100"/>
                <a:gd name="connsiteY77" fmla="*/ 681037 h 1126331"/>
                <a:gd name="connsiteX78" fmla="*/ 52388 w 1562100"/>
                <a:gd name="connsiteY78" fmla="*/ 626269 h 1126331"/>
                <a:gd name="connsiteX79" fmla="*/ 33338 w 1562100"/>
                <a:gd name="connsiteY79" fmla="*/ 619125 h 1126331"/>
                <a:gd name="connsiteX80" fmla="*/ 23813 w 1562100"/>
                <a:gd name="connsiteY80" fmla="*/ 657225 h 1126331"/>
                <a:gd name="connsiteX81" fmla="*/ 21431 w 1562100"/>
                <a:gd name="connsiteY81" fmla="*/ 666750 h 1126331"/>
                <a:gd name="connsiteX82" fmla="*/ 7144 w 1562100"/>
                <a:gd name="connsiteY82" fmla="*/ 683419 h 1126331"/>
                <a:gd name="connsiteX83" fmla="*/ 0 w 1562100"/>
                <a:gd name="connsiteY83" fmla="*/ 740569 h 1126331"/>
                <a:gd name="connsiteX84" fmla="*/ 23813 w 1562100"/>
                <a:gd name="connsiteY84" fmla="*/ 769144 h 1126331"/>
                <a:gd name="connsiteX85" fmla="*/ 16669 w 1562100"/>
                <a:gd name="connsiteY85" fmla="*/ 809625 h 1126331"/>
                <a:gd name="connsiteX86" fmla="*/ 35719 w 1562100"/>
                <a:gd name="connsiteY86" fmla="*/ 814387 h 1126331"/>
                <a:gd name="connsiteX87" fmla="*/ 69056 w 1562100"/>
                <a:gd name="connsiteY87" fmla="*/ 814387 h 1126331"/>
                <a:gd name="connsiteX88" fmla="*/ 85725 w 1562100"/>
                <a:gd name="connsiteY88" fmla="*/ 804862 h 1126331"/>
                <a:gd name="connsiteX89" fmla="*/ 135731 w 1562100"/>
                <a:gd name="connsiteY89" fmla="*/ 862012 h 1126331"/>
                <a:gd name="connsiteX90" fmla="*/ 123825 w 1562100"/>
                <a:gd name="connsiteY90" fmla="*/ 881062 h 1126331"/>
                <a:gd name="connsiteX91" fmla="*/ 133350 w 1562100"/>
                <a:gd name="connsiteY91" fmla="*/ 909637 h 1126331"/>
                <a:gd name="connsiteX92" fmla="*/ 164306 w 1562100"/>
                <a:gd name="connsiteY92" fmla="*/ 928687 h 1126331"/>
                <a:gd name="connsiteX93" fmla="*/ 190500 w 1562100"/>
                <a:gd name="connsiteY93" fmla="*/ 938212 h 1126331"/>
                <a:gd name="connsiteX94" fmla="*/ 216694 w 1562100"/>
                <a:gd name="connsiteY94" fmla="*/ 945356 h 1126331"/>
                <a:gd name="connsiteX95" fmla="*/ 228600 w 1562100"/>
                <a:gd name="connsiteY95" fmla="*/ 947737 h 1126331"/>
                <a:gd name="connsiteX96" fmla="*/ 240506 w 1562100"/>
                <a:gd name="connsiteY96" fmla="*/ 909637 h 1126331"/>
                <a:gd name="connsiteX97" fmla="*/ 269081 w 1562100"/>
                <a:gd name="connsiteY97" fmla="*/ 914400 h 1126331"/>
                <a:gd name="connsiteX98" fmla="*/ 288131 w 1562100"/>
                <a:gd name="connsiteY98" fmla="*/ 902494 h 1126331"/>
                <a:gd name="connsiteX99" fmla="*/ 307181 w 1562100"/>
                <a:gd name="connsiteY99" fmla="*/ 952500 h 1126331"/>
                <a:gd name="connsiteX100" fmla="*/ 330994 w 1562100"/>
                <a:gd name="connsiteY100" fmla="*/ 966787 h 1126331"/>
                <a:gd name="connsiteX101" fmla="*/ 340519 w 1562100"/>
                <a:gd name="connsiteY101" fmla="*/ 995362 h 1126331"/>
                <a:gd name="connsiteX102" fmla="*/ 357188 w 1562100"/>
                <a:gd name="connsiteY102" fmla="*/ 1004887 h 1126331"/>
                <a:gd name="connsiteX103" fmla="*/ 364331 w 1562100"/>
                <a:gd name="connsiteY103" fmla="*/ 1035844 h 1126331"/>
                <a:gd name="connsiteX104" fmla="*/ 335756 w 1562100"/>
                <a:gd name="connsiteY104" fmla="*/ 1062037 h 1126331"/>
                <a:gd name="connsiteX105" fmla="*/ 309563 w 1562100"/>
                <a:gd name="connsiteY105" fmla="*/ 1078706 h 1126331"/>
                <a:gd name="connsiteX106" fmla="*/ 297656 w 1562100"/>
                <a:gd name="connsiteY106" fmla="*/ 1102519 h 1126331"/>
                <a:gd name="connsiteX107" fmla="*/ 302419 w 1562100"/>
                <a:gd name="connsiteY107" fmla="*/ 1126331 h 1126331"/>
                <a:gd name="connsiteX108" fmla="*/ 342900 w 1562100"/>
                <a:gd name="connsiteY108" fmla="*/ 1126331 h 1126331"/>
                <a:gd name="connsiteX109" fmla="*/ 390525 w 1562100"/>
                <a:gd name="connsiteY109" fmla="*/ 1121569 h 1126331"/>
                <a:gd name="connsiteX110" fmla="*/ 428625 w 1562100"/>
                <a:gd name="connsiteY110" fmla="*/ 1112044 h 1126331"/>
                <a:gd name="connsiteX111" fmla="*/ 454819 w 1562100"/>
                <a:gd name="connsiteY111" fmla="*/ 1119187 h 1126331"/>
                <a:gd name="connsiteX112" fmla="*/ 473869 w 1562100"/>
                <a:gd name="connsiteY112" fmla="*/ 1097756 h 1126331"/>
                <a:gd name="connsiteX113" fmla="*/ 492919 w 1562100"/>
                <a:gd name="connsiteY113" fmla="*/ 1097756 h 1126331"/>
                <a:gd name="connsiteX114" fmla="*/ 507206 w 1562100"/>
                <a:gd name="connsiteY114" fmla="*/ 1066800 h 1126331"/>
                <a:gd name="connsiteX115" fmla="*/ 557213 w 1562100"/>
                <a:gd name="connsiteY115" fmla="*/ 1052512 h 1126331"/>
                <a:gd name="connsiteX116" fmla="*/ 583406 w 1562100"/>
                <a:gd name="connsiteY116" fmla="*/ 1033462 h 1126331"/>
                <a:gd name="connsiteX117" fmla="*/ 590550 w 1562100"/>
                <a:gd name="connsiteY117" fmla="*/ 995362 h 1126331"/>
                <a:gd name="connsiteX118" fmla="*/ 607219 w 1562100"/>
                <a:gd name="connsiteY118" fmla="*/ 969169 h 1126331"/>
                <a:gd name="connsiteX119" fmla="*/ 688181 w 1562100"/>
                <a:gd name="connsiteY119" fmla="*/ 1000125 h 1126331"/>
                <a:gd name="connsiteX0" fmla="*/ 688181 w 1562100"/>
                <a:gd name="connsiteY0" fmla="*/ 1000125 h 1126331"/>
                <a:gd name="connsiteX1" fmla="*/ 688181 w 1562100"/>
                <a:gd name="connsiteY1" fmla="*/ 914400 h 1126331"/>
                <a:gd name="connsiteX2" fmla="*/ 692944 w 1562100"/>
                <a:gd name="connsiteY2" fmla="*/ 871537 h 1126331"/>
                <a:gd name="connsiteX3" fmla="*/ 692944 w 1562100"/>
                <a:gd name="connsiteY3" fmla="*/ 826294 h 1126331"/>
                <a:gd name="connsiteX4" fmla="*/ 676275 w 1562100"/>
                <a:gd name="connsiteY4" fmla="*/ 802481 h 1126331"/>
                <a:gd name="connsiteX5" fmla="*/ 690563 w 1562100"/>
                <a:gd name="connsiteY5" fmla="*/ 750094 h 1126331"/>
                <a:gd name="connsiteX6" fmla="*/ 685800 w 1562100"/>
                <a:gd name="connsiteY6" fmla="*/ 723900 h 1126331"/>
                <a:gd name="connsiteX7" fmla="*/ 697706 w 1562100"/>
                <a:gd name="connsiteY7" fmla="*/ 678656 h 1126331"/>
                <a:gd name="connsiteX8" fmla="*/ 714375 w 1562100"/>
                <a:gd name="connsiteY8" fmla="*/ 654844 h 1126331"/>
                <a:gd name="connsiteX9" fmla="*/ 721519 w 1562100"/>
                <a:gd name="connsiteY9" fmla="*/ 621506 h 1126331"/>
                <a:gd name="connsiteX10" fmla="*/ 735806 w 1562100"/>
                <a:gd name="connsiteY10" fmla="*/ 602456 h 1126331"/>
                <a:gd name="connsiteX11" fmla="*/ 792956 w 1562100"/>
                <a:gd name="connsiteY11" fmla="*/ 592931 h 1126331"/>
                <a:gd name="connsiteX12" fmla="*/ 838200 w 1562100"/>
                <a:gd name="connsiteY12" fmla="*/ 576262 h 1126331"/>
                <a:gd name="connsiteX13" fmla="*/ 876300 w 1562100"/>
                <a:gd name="connsiteY13" fmla="*/ 535781 h 1126331"/>
                <a:gd name="connsiteX14" fmla="*/ 923925 w 1562100"/>
                <a:gd name="connsiteY14" fmla="*/ 521494 h 1126331"/>
                <a:gd name="connsiteX15" fmla="*/ 995363 w 1562100"/>
                <a:gd name="connsiteY15" fmla="*/ 516731 h 1126331"/>
                <a:gd name="connsiteX16" fmla="*/ 1040606 w 1562100"/>
                <a:gd name="connsiteY16" fmla="*/ 507206 h 1126331"/>
                <a:gd name="connsiteX17" fmla="*/ 1119188 w 1562100"/>
                <a:gd name="connsiteY17" fmla="*/ 400050 h 1126331"/>
                <a:gd name="connsiteX18" fmla="*/ 1126331 w 1562100"/>
                <a:gd name="connsiteY18" fmla="*/ 366712 h 1126331"/>
                <a:gd name="connsiteX19" fmla="*/ 1152525 w 1562100"/>
                <a:gd name="connsiteY19" fmla="*/ 338137 h 1126331"/>
                <a:gd name="connsiteX20" fmla="*/ 1197769 w 1562100"/>
                <a:gd name="connsiteY20" fmla="*/ 328612 h 1126331"/>
                <a:gd name="connsiteX21" fmla="*/ 1290638 w 1562100"/>
                <a:gd name="connsiteY21" fmla="*/ 252412 h 1126331"/>
                <a:gd name="connsiteX22" fmla="*/ 1314450 w 1562100"/>
                <a:gd name="connsiteY22" fmla="*/ 250031 h 1126331"/>
                <a:gd name="connsiteX23" fmla="*/ 1409700 w 1562100"/>
                <a:gd name="connsiteY23" fmla="*/ 169069 h 1126331"/>
                <a:gd name="connsiteX24" fmla="*/ 1414463 w 1562100"/>
                <a:gd name="connsiteY24" fmla="*/ 150019 h 1126331"/>
                <a:gd name="connsiteX25" fmla="*/ 1507331 w 1562100"/>
                <a:gd name="connsiteY25" fmla="*/ 95250 h 1126331"/>
                <a:gd name="connsiteX26" fmla="*/ 1543050 w 1562100"/>
                <a:gd name="connsiteY26" fmla="*/ 50006 h 1126331"/>
                <a:gd name="connsiteX27" fmla="*/ 1562100 w 1562100"/>
                <a:gd name="connsiteY27" fmla="*/ 11906 h 1126331"/>
                <a:gd name="connsiteX28" fmla="*/ 1512094 w 1562100"/>
                <a:gd name="connsiteY28" fmla="*/ 30956 h 1126331"/>
                <a:gd name="connsiteX29" fmla="*/ 1478756 w 1562100"/>
                <a:gd name="connsiteY29" fmla="*/ 30956 h 1126331"/>
                <a:gd name="connsiteX30" fmla="*/ 1452563 w 1562100"/>
                <a:gd name="connsiteY30" fmla="*/ 69056 h 1126331"/>
                <a:gd name="connsiteX31" fmla="*/ 1421606 w 1562100"/>
                <a:gd name="connsiteY31" fmla="*/ 66675 h 1126331"/>
                <a:gd name="connsiteX32" fmla="*/ 1366838 w 1562100"/>
                <a:gd name="connsiteY32" fmla="*/ 35719 h 1126331"/>
                <a:gd name="connsiteX33" fmla="*/ 1323975 w 1562100"/>
                <a:gd name="connsiteY33" fmla="*/ 23812 h 1126331"/>
                <a:gd name="connsiteX34" fmla="*/ 1238250 w 1562100"/>
                <a:gd name="connsiteY34" fmla="*/ 59531 h 1126331"/>
                <a:gd name="connsiteX35" fmla="*/ 1223963 w 1562100"/>
                <a:gd name="connsiteY35" fmla="*/ 97631 h 1126331"/>
                <a:gd name="connsiteX36" fmla="*/ 1195388 w 1562100"/>
                <a:gd name="connsiteY36" fmla="*/ 154781 h 1126331"/>
                <a:gd name="connsiteX37" fmla="*/ 1109663 w 1562100"/>
                <a:gd name="connsiteY37" fmla="*/ 116681 h 1126331"/>
                <a:gd name="connsiteX38" fmla="*/ 1097756 w 1562100"/>
                <a:gd name="connsiteY38" fmla="*/ 159544 h 1126331"/>
                <a:gd name="connsiteX39" fmla="*/ 1083469 w 1562100"/>
                <a:gd name="connsiteY39" fmla="*/ 192881 h 1126331"/>
                <a:gd name="connsiteX40" fmla="*/ 959644 w 1562100"/>
                <a:gd name="connsiteY40" fmla="*/ 223837 h 1126331"/>
                <a:gd name="connsiteX41" fmla="*/ 945356 w 1562100"/>
                <a:gd name="connsiteY41" fmla="*/ 219075 h 1126331"/>
                <a:gd name="connsiteX42" fmla="*/ 926306 w 1562100"/>
                <a:gd name="connsiteY42" fmla="*/ 240506 h 1126331"/>
                <a:gd name="connsiteX43" fmla="*/ 890588 w 1562100"/>
                <a:gd name="connsiteY43" fmla="*/ 247650 h 1126331"/>
                <a:gd name="connsiteX44" fmla="*/ 854869 w 1562100"/>
                <a:gd name="connsiteY44" fmla="*/ 197644 h 1126331"/>
                <a:gd name="connsiteX45" fmla="*/ 835819 w 1562100"/>
                <a:gd name="connsiteY45" fmla="*/ 185737 h 1126331"/>
                <a:gd name="connsiteX46" fmla="*/ 826294 w 1562100"/>
                <a:gd name="connsiteY46" fmla="*/ 140494 h 1126331"/>
                <a:gd name="connsiteX47" fmla="*/ 792956 w 1562100"/>
                <a:gd name="connsiteY47" fmla="*/ 123825 h 1126331"/>
                <a:gd name="connsiteX48" fmla="*/ 759619 w 1562100"/>
                <a:gd name="connsiteY48" fmla="*/ 116681 h 1126331"/>
                <a:gd name="connsiteX49" fmla="*/ 740569 w 1562100"/>
                <a:gd name="connsiteY49" fmla="*/ 111919 h 1126331"/>
                <a:gd name="connsiteX50" fmla="*/ 728663 w 1562100"/>
                <a:gd name="connsiteY50" fmla="*/ 102394 h 1126331"/>
                <a:gd name="connsiteX51" fmla="*/ 735806 w 1562100"/>
                <a:gd name="connsiteY51" fmla="*/ 76200 h 1126331"/>
                <a:gd name="connsiteX52" fmla="*/ 742950 w 1562100"/>
                <a:gd name="connsiteY52" fmla="*/ 52387 h 1126331"/>
                <a:gd name="connsiteX53" fmla="*/ 700088 w 1562100"/>
                <a:gd name="connsiteY53" fmla="*/ 2381 h 1126331"/>
                <a:gd name="connsiteX54" fmla="*/ 378619 w 1562100"/>
                <a:gd name="connsiteY54" fmla="*/ 2381 h 1126331"/>
                <a:gd name="connsiteX55" fmla="*/ 328613 w 1562100"/>
                <a:gd name="connsiteY55" fmla="*/ 0 h 1126331"/>
                <a:gd name="connsiteX56" fmla="*/ 292894 w 1562100"/>
                <a:gd name="connsiteY56" fmla="*/ 102394 h 1126331"/>
                <a:gd name="connsiteX57" fmla="*/ 264319 w 1562100"/>
                <a:gd name="connsiteY57" fmla="*/ 109537 h 1126331"/>
                <a:gd name="connsiteX58" fmla="*/ 261938 w 1562100"/>
                <a:gd name="connsiteY58" fmla="*/ 123825 h 1126331"/>
                <a:gd name="connsiteX59" fmla="*/ 261938 w 1562100"/>
                <a:gd name="connsiteY59" fmla="*/ 157162 h 1126331"/>
                <a:gd name="connsiteX60" fmla="*/ 228600 w 1562100"/>
                <a:gd name="connsiteY60" fmla="*/ 200025 h 1126331"/>
                <a:gd name="connsiteX61" fmla="*/ 271463 w 1562100"/>
                <a:gd name="connsiteY61" fmla="*/ 216694 h 1126331"/>
                <a:gd name="connsiteX62" fmla="*/ 278606 w 1562100"/>
                <a:gd name="connsiteY62" fmla="*/ 235744 h 1126331"/>
                <a:gd name="connsiteX63" fmla="*/ 257175 w 1562100"/>
                <a:gd name="connsiteY63" fmla="*/ 271462 h 1126331"/>
                <a:gd name="connsiteX64" fmla="*/ 221456 w 1562100"/>
                <a:gd name="connsiteY64" fmla="*/ 280987 h 1126331"/>
                <a:gd name="connsiteX65" fmla="*/ 221456 w 1562100"/>
                <a:gd name="connsiteY65" fmla="*/ 321469 h 1126331"/>
                <a:gd name="connsiteX66" fmla="*/ 254794 w 1562100"/>
                <a:gd name="connsiteY66" fmla="*/ 359569 h 1126331"/>
                <a:gd name="connsiteX67" fmla="*/ 226219 w 1562100"/>
                <a:gd name="connsiteY67" fmla="*/ 423862 h 1126331"/>
                <a:gd name="connsiteX68" fmla="*/ 180975 w 1562100"/>
                <a:gd name="connsiteY68" fmla="*/ 452437 h 1126331"/>
                <a:gd name="connsiteX69" fmla="*/ 183356 w 1562100"/>
                <a:gd name="connsiteY69" fmla="*/ 469106 h 1126331"/>
                <a:gd name="connsiteX70" fmla="*/ 204788 w 1562100"/>
                <a:gd name="connsiteY70" fmla="*/ 478631 h 1126331"/>
                <a:gd name="connsiteX71" fmla="*/ 219075 w 1562100"/>
                <a:gd name="connsiteY71" fmla="*/ 488156 h 1126331"/>
                <a:gd name="connsiteX72" fmla="*/ 223838 w 1562100"/>
                <a:gd name="connsiteY72" fmla="*/ 507206 h 1126331"/>
                <a:gd name="connsiteX73" fmla="*/ 195263 w 1562100"/>
                <a:gd name="connsiteY73" fmla="*/ 533400 h 1126331"/>
                <a:gd name="connsiteX74" fmla="*/ 123825 w 1562100"/>
                <a:gd name="connsiteY74" fmla="*/ 578644 h 1126331"/>
                <a:gd name="connsiteX75" fmla="*/ 123825 w 1562100"/>
                <a:gd name="connsiteY75" fmla="*/ 614362 h 1126331"/>
                <a:gd name="connsiteX76" fmla="*/ 135731 w 1562100"/>
                <a:gd name="connsiteY76" fmla="*/ 645319 h 1126331"/>
                <a:gd name="connsiteX77" fmla="*/ 123825 w 1562100"/>
                <a:gd name="connsiteY77" fmla="*/ 685800 h 1126331"/>
                <a:gd name="connsiteX78" fmla="*/ 76200 w 1562100"/>
                <a:gd name="connsiteY78" fmla="*/ 681037 h 1126331"/>
                <a:gd name="connsiteX79" fmla="*/ 52388 w 1562100"/>
                <a:gd name="connsiteY79" fmla="*/ 626269 h 1126331"/>
                <a:gd name="connsiteX80" fmla="*/ 33338 w 1562100"/>
                <a:gd name="connsiteY80" fmla="*/ 619125 h 1126331"/>
                <a:gd name="connsiteX81" fmla="*/ 23813 w 1562100"/>
                <a:gd name="connsiteY81" fmla="*/ 657225 h 1126331"/>
                <a:gd name="connsiteX82" fmla="*/ 21431 w 1562100"/>
                <a:gd name="connsiteY82" fmla="*/ 666750 h 1126331"/>
                <a:gd name="connsiteX83" fmla="*/ 7144 w 1562100"/>
                <a:gd name="connsiteY83" fmla="*/ 683419 h 1126331"/>
                <a:gd name="connsiteX84" fmla="*/ 0 w 1562100"/>
                <a:gd name="connsiteY84" fmla="*/ 740569 h 1126331"/>
                <a:gd name="connsiteX85" fmla="*/ 23813 w 1562100"/>
                <a:gd name="connsiteY85" fmla="*/ 769144 h 1126331"/>
                <a:gd name="connsiteX86" fmla="*/ 16669 w 1562100"/>
                <a:gd name="connsiteY86" fmla="*/ 809625 h 1126331"/>
                <a:gd name="connsiteX87" fmla="*/ 35719 w 1562100"/>
                <a:gd name="connsiteY87" fmla="*/ 814387 h 1126331"/>
                <a:gd name="connsiteX88" fmla="*/ 69056 w 1562100"/>
                <a:gd name="connsiteY88" fmla="*/ 814387 h 1126331"/>
                <a:gd name="connsiteX89" fmla="*/ 85725 w 1562100"/>
                <a:gd name="connsiteY89" fmla="*/ 804862 h 1126331"/>
                <a:gd name="connsiteX90" fmla="*/ 135731 w 1562100"/>
                <a:gd name="connsiteY90" fmla="*/ 862012 h 1126331"/>
                <a:gd name="connsiteX91" fmla="*/ 123825 w 1562100"/>
                <a:gd name="connsiteY91" fmla="*/ 881062 h 1126331"/>
                <a:gd name="connsiteX92" fmla="*/ 133350 w 1562100"/>
                <a:gd name="connsiteY92" fmla="*/ 909637 h 1126331"/>
                <a:gd name="connsiteX93" fmla="*/ 164306 w 1562100"/>
                <a:gd name="connsiteY93" fmla="*/ 928687 h 1126331"/>
                <a:gd name="connsiteX94" fmla="*/ 190500 w 1562100"/>
                <a:gd name="connsiteY94" fmla="*/ 938212 h 1126331"/>
                <a:gd name="connsiteX95" fmla="*/ 216694 w 1562100"/>
                <a:gd name="connsiteY95" fmla="*/ 945356 h 1126331"/>
                <a:gd name="connsiteX96" fmla="*/ 228600 w 1562100"/>
                <a:gd name="connsiteY96" fmla="*/ 947737 h 1126331"/>
                <a:gd name="connsiteX97" fmla="*/ 240506 w 1562100"/>
                <a:gd name="connsiteY97" fmla="*/ 909637 h 1126331"/>
                <a:gd name="connsiteX98" fmla="*/ 269081 w 1562100"/>
                <a:gd name="connsiteY98" fmla="*/ 914400 h 1126331"/>
                <a:gd name="connsiteX99" fmla="*/ 288131 w 1562100"/>
                <a:gd name="connsiteY99" fmla="*/ 902494 h 1126331"/>
                <a:gd name="connsiteX100" fmla="*/ 307181 w 1562100"/>
                <a:gd name="connsiteY100" fmla="*/ 952500 h 1126331"/>
                <a:gd name="connsiteX101" fmla="*/ 330994 w 1562100"/>
                <a:gd name="connsiteY101" fmla="*/ 966787 h 1126331"/>
                <a:gd name="connsiteX102" fmla="*/ 340519 w 1562100"/>
                <a:gd name="connsiteY102" fmla="*/ 995362 h 1126331"/>
                <a:gd name="connsiteX103" fmla="*/ 357188 w 1562100"/>
                <a:gd name="connsiteY103" fmla="*/ 1004887 h 1126331"/>
                <a:gd name="connsiteX104" fmla="*/ 364331 w 1562100"/>
                <a:gd name="connsiteY104" fmla="*/ 1035844 h 1126331"/>
                <a:gd name="connsiteX105" fmla="*/ 335756 w 1562100"/>
                <a:gd name="connsiteY105" fmla="*/ 1062037 h 1126331"/>
                <a:gd name="connsiteX106" fmla="*/ 309563 w 1562100"/>
                <a:gd name="connsiteY106" fmla="*/ 1078706 h 1126331"/>
                <a:gd name="connsiteX107" fmla="*/ 297656 w 1562100"/>
                <a:gd name="connsiteY107" fmla="*/ 1102519 h 1126331"/>
                <a:gd name="connsiteX108" fmla="*/ 302419 w 1562100"/>
                <a:gd name="connsiteY108" fmla="*/ 1126331 h 1126331"/>
                <a:gd name="connsiteX109" fmla="*/ 342900 w 1562100"/>
                <a:gd name="connsiteY109" fmla="*/ 1126331 h 1126331"/>
                <a:gd name="connsiteX110" fmla="*/ 390525 w 1562100"/>
                <a:gd name="connsiteY110" fmla="*/ 1121569 h 1126331"/>
                <a:gd name="connsiteX111" fmla="*/ 428625 w 1562100"/>
                <a:gd name="connsiteY111" fmla="*/ 1112044 h 1126331"/>
                <a:gd name="connsiteX112" fmla="*/ 454819 w 1562100"/>
                <a:gd name="connsiteY112" fmla="*/ 1119187 h 1126331"/>
                <a:gd name="connsiteX113" fmla="*/ 473869 w 1562100"/>
                <a:gd name="connsiteY113" fmla="*/ 1097756 h 1126331"/>
                <a:gd name="connsiteX114" fmla="*/ 492919 w 1562100"/>
                <a:gd name="connsiteY114" fmla="*/ 1097756 h 1126331"/>
                <a:gd name="connsiteX115" fmla="*/ 507206 w 1562100"/>
                <a:gd name="connsiteY115" fmla="*/ 1066800 h 1126331"/>
                <a:gd name="connsiteX116" fmla="*/ 557213 w 1562100"/>
                <a:gd name="connsiteY116" fmla="*/ 1052512 h 1126331"/>
                <a:gd name="connsiteX117" fmla="*/ 583406 w 1562100"/>
                <a:gd name="connsiteY117" fmla="*/ 1033462 h 1126331"/>
                <a:gd name="connsiteX118" fmla="*/ 590550 w 1562100"/>
                <a:gd name="connsiteY118" fmla="*/ 995362 h 1126331"/>
                <a:gd name="connsiteX119" fmla="*/ 607219 w 1562100"/>
                <a:gd name="connsiteY119" fmla="*/ 969169 h 1126331"/>
                <a:gd name="connsiteX120" fmla="*/ 688181 w 1562100"/>
                <a:gd name="connsiteY120" fmla="*/ 1000125 h 1126331"/>
                <a:gd name="connsiteX0" fmla="*/ 688181 w 1562100"/>
                <a:gd name="connsiteY0" fmla="*/ 1078707 h 1204913"/>
                <a:gd name="connsiteX1" fmla="*/ 688181 w 1562100"/>
                <a:gd name="connsiteY1" fmla="*/ 992982 h 1204913"/>
                <a:gd name="connsiteX2" fmla="*/ 692944 w 1562100"/>
                <a:gd name="connsiteY2" fmla="*/ 950119 h 1204913"/>
                <a:gd name="connsiteX3" fmla="*/ 692944 w 1562100"/>
                <a:gd name="connsiteY3" fmla="*/ 904876 h 1204913"/>
                <a:gd name="connsiteX4" fmla="*/ 676275 w 1562100"/>
                <a:gd name="connsiteY4" fmla="*/ 881063 h 1204913"/>
                <a:gd name="connsiteX5" fmla="*/ 690563 w 1562100"/>
                <a:gd name="connsiteY5" fmla="*/ 828676 h 1204913"/>
                <a:gd name="connsiteX6" fmla="*/ 685800 w 1562100"/>
                <a:gd name="connsiteY6" fmla="*/ 802482 h 1204913"/>
                <a:gd name="connsiteX7" fmla="*/ 697706 w 1562100"/>
                <a:gd name="connsiteY7" fmla="*/ 757238 h 1204913"/>
                <a:gd name="connsiteX8" fmla="*/ 714375 w 1562100"/>
                <a:gd name="connsiteY8" fmla="*/ 733426 h 1204913"/>
                <a:gd name="connsiteX9" fmla="*/ 721519 w 1562100"/>
                <a:gd name="connsiteY9" fmla="*/ 700088 h 1204913"/>
                <a:gd name="connsiteX10" fmla="*/ 735806 w 1562100"/>
                <a:gd name="connsiteY10" fmla="*/ 681038 h 1204913"/>
                <a:gd name="connsiteX11" fmla="*/ 792956 w 1562100"/>
                <a:gd name="connsiteY11" fmla="*/ 671513 h 1204913"/>
                <a:gd name="connsiteX12" fmla="*/ 838200 w 1562100"/>
                <a:gd name="connsiteY12" fmla="*/ 654844 h 1204913"/>
                <a:gd name="connsiteX13" fmla="*/ 876300 w 1562100"/>
                <a:gd name="connsiteY13" fmla="*/ 614363 h 1204913"/>
                <a:gd name="connsiteX14" fmla="*/ 923925 w 1562100"/>
                <a:gd name="connsiteY14" fmla="*/ 600076 h 1204913"/>
                <a:gd name="connsiteX15" fmla="*/ 995363 w 1562100"/>
                <a:gd name="connsiteY15" fmla="*/ 595313 h 1204913"/>
                <a:gd name="connsiteX16" fmla="*/ 1040606 w 1562100"/>
                <a:gd name="connsiteY16" fmla="*/ 585788 h 1204913"/>
                <a:gd name="connsiteX17" fmla="*/ 1119188 w 1562100"/>
                <a:gd name="connsiteY17" fmla="*/ 478632 h 1204913"/>
                <a:gd name="connsiteX18" fmla="*/ 1126331 w 1562100"/>
                <a:gd name="connsiteY18" fmla="*/ 445294 h 1204913"/>
                <a:gd name="connsiteX19" fmla="*/ 1152525 w 1562100"/>
                <a:gd name="connsiteY19" fmla="*/ 416719 h 1204913"/>
                <a:gd name="connsiteX20" fmla="*/ 1197769 w 1562100"/>
                <a:gd name="connsiteY20" fmla="*/ 407194 h 1204913"/>
                <a:gd name="connsiteX21" fmla="*/ 1290638 w 1562100"/>
                <a:gd name="connsiteY21" fmla="*/ 330994 h 1204913"/>
                <a:gd name="connsiteX22" fmla="*/ 1314450 w 1562100"/>
                <a:gd name="connsiteY22" fmla="*/ 328613 h 1204913"/>
                <a:gd name="connsiteX23" fmla="*/ 1409700 w 1562100"/>
                <a:gd name="connsiteY23" fmla="*/ 247651 h 1204913"/>
                <a:gd name="connsiteX24" fmla="*/ 1414463 w 1562100"/>
                <a:gd name="connsiteY24" fmla="*/ 228601 h 1204913"/>
                <a:gd name="connsiteX25" fmla="*/ 1507331 w 1562100"/>
                <a:gd name="connsiteY25" fmla="*/ 173832 h 1204913"/>
                <a:gd name="connsiteX26" fmla="*/ 1543050 w 1562100"/>
                <a:gd name="connsiteY26" fmla="*/ 128588 h 1204913"/>
                <a:gd name="connsiteX27" fmla="*/ 1562100 w 1562100"/>
                <a:gd name="connsiteY27" fmla="*/ 90488 h 1204913"/>
                <a:gd name="connsiteX28" fmla="*/ 1512094 w 1562100"/>
                <a:gd name="connsiteY28" fmla="*/ 109538 h 1204913"/>
                <a:gd name="connsiteX29" fmla="*/ 1478756 w 1562100"/>
                <a:gd name="connsiteY29" fmla="*/ 109538 h 1204913"/>
                <a:gd name="connsiteX30" fmla="*/ 1452563 w 1562100"/>
                <a:gd name="connsiteY30" fmla="*/ 147638 h 1204913"/>
                <a:gd name="connsiteX31" fmla="*/ 1421606 w 1562100"/>
                <a:gd name="connsiteY31" fmla="*/ 145257 h 1204913"/>
                <a:gd name="connsiteX32" fmla="*/ 1366838 w 1562100"/>
                <a:gd name="connsiteY32" fmla="*/ 114301 h 1204913"/>
                <a:gd name="connsiteX33" fmla="*/ 1323975 w 1562100"/>
                <a:gd name="connsiteY33" fmla="*/ 102394 h 1204913"/>
                <a:gd name="connsiteX34" fmla="*/ 1238250 w 1562100"/>
                <a:gd name="connsiteY34" fmla="*/ 138113 h 1204913"/>
                <a:gd name="connsiteX35" fmla="*/ 1223963 w 1562100"/>
                <a:gd name="connsiteY35" fmla="*/ 176213 h 1204913"/>
                <a:gd name="connsiteX36" fmla="*/ 1195388 w 1562100"/>
                <a:gd name="connsiteY36" fmla="*/ 233363 h 1204913"/>
                <a:gd name="connsiteX37" fmla="*/ 1109663 w 1562100"/>
                <a:gd name="connsiteY37" fmla="*/ 195263 h 1204913"/>
                <a:gd name="connsiteX38" fmla="*/ 1097756 w 1562100"/>
                <a:gd name="connsiteY38" fmla="*/ 238126 h 1204913"/>
                <a:gd name="connsiteX39" fmla="*/ 1083469 w 1562100"/>
                <a:gd name="connsiteY39" fmla="*/ 271463 h 1204913"/>
                <a:gd name="connsiteX40" fmla="*/ 959644 w 1562100"/>
                <a:gd name="connsiteY40" fmla="*/ 302419 h 1204913"/>
                <a:gd name="connsiteX41" fmla="*/ 945356 w 1562100"/>
                <a:gd name="connsiteY41" fmla="*/ 297657 h 1204913"/>
                <a:gd name="connsiteX42" fmla="*/ 926306 w 1562100"/>
                <a:gd name="connsiteY42" fmla="*/ 319088 h 1204913"/>
                <a:gd name="connsiteX43" fmla="*/ 890588 w 1562100"/>
                <a:gd name="connsiteY43" fmla="*/ 326232 h 1204913"/>
                <a:gd name="connsiteX44" fmla="*/ 854869 w 1562100"/>
                <a:gd name="connsiteY44" fmla="*/ 276226 h 1204913"/>
                <a:gd name="connsiteX45" fmla="*/ 835819 w 1562100"/>
                <a:gd name="connsiteY45" fmla="*/ 264319 h 1204913"/>
                <a:gd name="connsiteX46" fmla="*/ 826294 w 1562100"/>
                <a:gd name="connsiteY46" fmla="*/ 219076 h 1204913"/>
                <a:gd name="connsiteX47" fmla="*/ 792956 w 1562100"/>
                <a:gd name="connsiteY47" fmla="*/ 202407 h 1204913"/>
                <a:gd name="connsiteX48" fmla="*/ 759619 w 1562100"/>
                <a:gd name="connsiteY48" fmla="*/ 195263 h 1204913"/>
                <a:gd name="connsiteX49" fmla="*/ 740569 w 1562100"/>
                <a:gd name="connsiteY49" fmla="*/ 190501 h 1204913"/>
                <a:gd name="connsiteX50" fmla="*/ 728663 w 1562100"/>
                <a:gd name="connsiteY50" fmla="*/ 180976 h 1204913"/>
                <a:gd name="connsiteX51" fmla="*/ 735806 w 1562100"/>
                <a:gd name="connsiteY51" fmla="*/ 154782 h 1204913"/>
                <a:gd name="connsiteX52" fmla="*/ 742950 w 1562100"/>
                <a:gd name="connsiteY52" fmla="*/ 130969 h 1204913"/>
                <a:gd name="connsiteX53" fmla="*/ 700088 w 1562100"/>
                <a:gd name="connsiteY53" fmla="*/ 80963 h 1204913"/>
                <a:gd name="connsiteX54" fmla="*/ 314326 w 1562100"/>
                <a:gd name="connsiteY54" fmla="*/ 0 h 1204913"/>
                <a:gd name="connsiteX55" fmla="*/ 328613 w 1562100"/>
                <a:gd name="connsiteY55" fmla="*/ 78582 h 1204913"/>
                <a:gd name="connsiteX56" fmla="*/ 292894 w 1562100"/>
                <a:gd name="connsiteY56" fmla="*/ 180976 h 1204913"/>
                <a:gd name="connsiteX57" fmla="*/ 264319 w 1562100"/>
                <a:gd name="connsiteY57" fmla="*/ 188119 h 1204913"/>
                <a:gd name="connsiteX58" fmla="*/ 261938 w 1562100"/>
                <a:gd name="connsiteY58" fmla="*/ 202407 h 1204913"/>
                <a:gd name="connsiteX59" fmla="*/ 261938 w 1562100"/>
                <a:gd name="connsiteY59" fmla="*/ 235744 h 1204913"/>
                <a:gd name="connsiteX60" fmla="*/ 228600 w 1562100"/>
                <a:gd name="connsiteY60" fmla="*/ 278607 h 1204913"/>
                <a:gd name="connsiteX61" fmla="*/ 271463 w 1562100"/>
                <a:gd name="connsiteY61" fmla="*/ 295276 h 1204913"/>
                <a:gd name="connsiteX62" fmla="*/ 278606 w 1562100"/>
                <a:gd name="connsiteY62" fmla="*/ 314326 h 1204913"/>
                <a:gd name="connsiteX63" fmla="*/ 257175 w 1562100"/>
                <a:gd name="connsiteY63" fmla="*/ 350044 h 1204913"/>
                <a:gd name="connsiteX64" fmla="*/ 221456 w 1562100"/>
                <a:gd name="connsiteY64" fmla="*/ 359569 h 1204913"/>
                <a:gd name="connsiteX65" fmla="*/ 221456 w 1562100"/>
                <a:gd name="connsiteY65" fmla="*/ 400051 h 1204913"/>
                <a:gd name="connsiteX66" fmla="*/ 254794 w 1562100"/>
                <a:gd name="connsiteY66" fmla="*/ 438151 h 1204913"/>
                <a:gd name="connsiteX67" fmla="*/ 226219 w 1562100"/>
                <a:gd name="connsiteY67" fmla="*/ 502444 h 1204913"/>
                <a:gd name="connsiteX68" fmla="*/ 180975 w 1562100"/>
                <a:gd name="connsiteY68" fmla="*/ 531019 h 1204913"/>
                <a:gd name="connsiteX69" fmla="*/ 183356 w 1562100"/>
                <a:gd name="connsiteY69" fmla="*/ 547688 h 1204913"/>
                <a:gd name="connsiteX70" fmla="*/ 204788 w 1562100"/>
                <a:gd name="connsiteY70" fmla="*/ 557213 h 1204913"/>
                <a:gd name="connsiteX71" fmla="*/ 219075 w 1562100"/>
                <a:gd name="connsiteY71" fmla="*/ 566738 h 1204913"/>
                <a:gd name="connsiteX72" fmla="*/ 223838 w 1562100"/>
                <a:gd name="connsiteY72" fmla="*/ 585788 h 1204913"/>
                <a:gd name="connsiteX73" fmla="*/ 195263 w 1562100"/>
                <a:gd name="connsiteY73" fmla="*/ 611982 h 1204913"/>
                <a:gd name="connsiteX74" fmla="*/ 123825 w 1562100"/>
                <a:gd name="connsiteY74" fmla="*/ 657226 h 1204913"/>
                <a:gd name="connsiteX75" fmla="*/ 123825 w 1562100"/>
                <a:gd name="connsiteY75" fmla="*/ 692944 h 1204913"/>
                <a:gd name="connsiteX76" fmla="*/ 135731 w 1562100"/>
                <a:gd name="connsiteY76" fmla="*/ 723901 h 1204913"/>
                <a:gd name="connsiteX77" fmla="*/ 123825 w 1562100"/>
                <a:gd name="connsiteY77" fmla="*/ 764382 h 1204913"/>
                <a:gd name="connsiteX78" fmla="*/ 76200 w 1562100"/>
                <a:gd name="connsiteY78" fmla="*/ 759619 h 1204913"/>
                <a:gd name="connsiteX79" fmla="*/ 52388 w 1562100"/>
                <a:gd name="connsiteY79" fmla="*/ 704851 h 1204913"/>
                <a:gd name="connsiteX80" fmla="*/ 33338 w 1562100"/>
                <a:gd name="connsiteY80" fmla="*/ 697707 h 1204913"/>
                <a:gd name="connsiteX81" fmla="*/ 23813 w 1562100"/>
                <a:gd name="connsiteY81" fmla="*/ 735807 h 1204913"/>
                <a:gd name="connsiteX82" fmla="*/ 21431 w 1562100"/>
                <a:gd name="connsiteY82" fmla="*/ 745332 h 1204913"/>
                <a:gd name="connsiteX83" fmla="*/ 7144 w 1562100"/>
                <a:gd name="connsiteY83" fmla="*/ 762001 h 1204913"/>
                <a:gd name="connsiteX84" fmla="*/ 0 w 1562100"/>
                <a:gd name="connsiteY84" fmla="*/ 819151 h 1204913"/>
                <a:gd name="connsiteX85" fmla="*/ 23813 w 1562100"/>
                <a:gd name="connsiteY85" fmla="*/ 847726 h 1204913"/>
                <a:gd name="connsiteX86" fmla="*/ 16669 w 1562100"/>
                <a:gd name="connsiteY86" fmla="*/ 888207 h 1204913"/>
                <a:gd name="connsiteX87" fmla="*/ 35719 w 1562100"/>
                <a:gd name="connsiteY87" fmla="*/ 892969 h 1204913"/>
                <a:gd name="connsiteX88" fmla="*/ 69056 w 1562100"/>
                <a:gd name="connsiteY88" fmla="*/ 892969 h 1204913"/>
                <a:gd name="connsiteX89" fmla="*/ 85725 w 1562100"/>
                <a:gd name="connsiteY89" fmla="*/ 883444 h 1204913"/>
                <a:gd name="connsiteX90" fmla="*/ 135731 w 1562100"/>
                <a:gd name="connsiteY90" fmla="*/ 940594 h 1204913"/>
                <a:gd name="connsiteX91" fmla="*/ 123825 w 1562100"/>
                <a:gd name="connsiteY91" fmla="*/ 959644 h 1204913"/>
                <a:gd name="connsiteX92" fmla="*/ 133350 w 1562100"/>
                <a:gd name="connsiteY92" fmla="*/ 988219 h 1204913"/>
                <a:gd name="connsiteX93" fmla="*/ 164306 w 1562100"/>
                <a:gd name="connsiteY93" fmla="*/ 1007269 h 1204913"/>
                <a:gd name="connsiteX94" fmla="*/ 190500 w 1562100"/>
                <a:gd name="connsiteY94" fmla="*/ 1016794 h 1204913"/>
                <a:gd name="connsiteX95" fmla="*/ 216694 w 1562100"/>
                <a:gd name="connsiteY95" fmla="*/ 1023938 h 1204913"/>
                <a:gd name="connsiteX96" fmla="*/ 228600 w 1562100"/>
                <a:gd name="connsiteY96" fmla="*/ 1026319 h 1204913"/>
                <a:gd name="connsiteX97" fmla="*/ 240506 w 1562100"/>
                <a:gd name="connsiteY97" fmla="*/ 988219 h 1204913"/>
                <a:gd name="connsiteX98" fmla="*/ 269081 w 1562100"/>
                <a:gd name="connsiteY98" fmla="*/ 992982 h 1204913"/>
                <a:gd name="connsiteX99" fmla="*/ 288131 w 1562100"/>
                <a:gd name="connsiteY99" fmla="*/ 981076 h 1204913"/>
                <a:gd name="connsiteX100" fmla="*/ 307181 w 1562100"/>
                <a:gd name="connsiteY100" fmla="*/ 1031082 h 1204913"/>
                <a:gd name="connsiteX101" fmla="*/ 330994 w 1562100"/>
                <a:gd name="connsiteY101" fmla="*/ 1045369 h 1204913"/>
                <a:gd name="connsiteX102" fmla="*/ 340519 w 1562100"/>
                <a:gd name="connsiteY102" fmla="*/ 1073944 h 1204913"/>
                <a:gd name="connsiteX103" fmla="*/ 357188 w 1562100"/>
                <a:gd name="connsiteY103" fmla="*/ 1083469 h 1204913"/>
                <a:gd name="connsiteX104" fmla="*/ 364331 w 1562100"/>
                <a:gd name="connsiteY104" fmla="*/ 1114426 h 1204913"/>
                <a:gd name="connsiteX105" fmla="*/ 335756 w 1562100"/>
                <a:gd name="connsiteY105" fmla="*/ 1140619 h 1204913"/>
                <a:gd name="connsiteX106" fmla="*/ 309563 w 1562100"/>
                <a:gd name="connsiteY106" fmla="*/ 1157288 h 1204913"/>
                <a:gd name="connsiteX107" fmla="*/ 297656 w 1562100"/>
                <a:gd name="connsiteY107" fmla="*/ 1181101 h 1204913"/>
                <a:gd name="connsiteX108" fmla="*/ 302419 w 1562100"/>
                <a:gd name="connsiteY108" fmla="*/ 1204913 h 1204913"/>
                <a:gd name="connsiteX109" fmla="*/ 342900 w 1562100"/>
                <a:gd name="connsiteY109" fmla="*/ 1204913 h 1204913"/>
                <a:gd name="connsiteX110" fmla="*/ 390525 w 1562100"/>
                <a:gd name="connsiteY110" fmla="*/ 1200151 h 1204913"/>
                <a:gd name="connsiteX111" fmla="*/ 428625 w 1562100"/>
                <a:gd name="connsiteY111" fmla="*/ 1190626 h 1204913"/>
                <a:gd name="connsiteX112" fmla="*/ 454819 w 1562100"/>
                <a:gd name="connsiteY112" fmla="*/ 1197769 h 1204913"/>
                <a:gd name="connsiteX113" fmla="*/ 473869 w 1562100"/>
                <a:gd name="connsiteY113" fmla="*/ 1176338 h 1204913"/>
                <a:gd name="connsiteX114" fmla="*/ 492919 w 1562100"/>
                <a:gd name="connsiteY114" fmla="*/ 1176338 h 1204913"/>
                <a:gd name="connsiteX115" fmla="*/ 507206 w 1562100"/>
                <a:gd name="connsiteY115" fmla="*/ 1145382 h 1204913"/>
                <a:gd name="connsiteX116" fmla="*/ 557213 w 1562100"/>
                <a:gd name="connsiteY116" fmla="*/ 1131094 h 1204913"/>
                <a:gd name="connsiteX117" fmla="*/ 583406 w 1562100"/>
                <a:gd name="connsiteY117" fmla="*/ 1112044 h 1204913"/>
                <a:gd name="connsiteX118" fmla="*/ 590550 w 1562100"/>
                <a:gd name="connsiteY118" fmla="*/ 1073944 h 1204913"/>
                <a:gd name="connsiteX119" fmla="*/ 607219 w 1562100"/>
                <a:gd name="connsiteY119" fmla="*/ 1047751 h 1204913"/>
                <a:gd name="connsiteX120" fmla="*/ 688181 w 1562100"/>
                <a:gd name="connsiteY120" fmla="*/ 1078707 h 1204913"/>
                <a:gd name="connsiteX0" fmla="*/ 688181 w 1562100"/>
                <a:gd name="connsiteY0" fmla="*/ 1078707 h 1204913"/>
                <a:gd name="connsiteX1" fmla="*/ 688181 w 1562100"/>
                <a:gd name="connsiteY1" fmla="*/ 992982 h 1204913"/>
                <a:gd name="connsiteX2" fmla="*/ 692944 w 1562100"/>
                <a:gd name="connsiteY2" fmla="*/ 950119 h 1204913"/>
                <a:gd name="connsiteX3" fmla="*/ 692944 w 1562100"/>
                <a:gd name="connsiteY3" fmla="*/ 904876 h 1204913"/>
                <a:gd name="connsiteX4" fmla="*/ 676275 w 1562100"/>
                <a:gd name="connsiteY4" fmla="*/ 881063 h 1204913"/>
                <a:gd name="connsiteX5" fmla="*/ 690563 w 1562100"/>
                <a:gd name="connsiteY5" fmla="*/ 828676 h 1204913"/>
                <a:gd name="connsiteX6" fmla="*/ 685800 w 1562100"/>
                <a:gd name="connsiteY6" fmla="*/ 802482 h 1204913"/>
                <a:gd name="connsiteX7" fmla="*/ 697706 w 1562100"/>
                <a:gd name="connsiteY7" fmla="*/ 757238 h 1204913"/>
                <a:gd name="connsiteX8" fmla="*/ 714375 w 1562100"/>
                <a:gd name="connsiteY8" fmla="*/ 733426 h 1204913"/>
                <a:gd name="connsiteX9" fmla="*/ 721519 w 1562100"/>
                <a:gd name="connsiteY9" fmla="*/ 700088 h 1204913"/>
                <a:gd name="connsiteX10" fmla="*/ 735806 w 1562100"/>
                <a:gd name="connsiteY10" fmla="*/ 681038 h 1204913"/>
                <a:gd name="connsiteX11" fmla="*/ 792956 w 1562100"/>
                <a:gd name="connsiteY11" fmla="*/ 671513 h 1204913"/>
                <a:gd name="connsiteX12" fmla="*/ 838200 w 1562100"/>
                <a:gd name="connsiteY12" fmla="*/ 654844 h 1204913"/>
                <a:gd name="connsiteX13" fmla="*/ 876300 w 1562100"/>
                <a:gd name="connsiteY13" fmla="*/ 614363 h 1204913"/>
                <a:gd name="connsiteX14" fmla="*/ 923925 w 1562100"/>
                <a:gd name="connsiteY14" fmla="*/ 600076 h 1204913"/>
                <a:gd name="connsiteX15" fmla="*/ 995363 w 1562100"/>
                <a:gd name="connsiteY15" fmla="*/ 595313 h 1204913"/>
                <a:gd name="connsiteX16" fmla="*/ 1040606 w 1562100"/>
                <a:gd name="connsiteY16" fmla="*/ 585788 h 1204913"/>
                <a:gd name="connsiteX17" fmla="*/ 1119188 w 1562100"/>
                <a:gd name="connsiteY17" fmla="*/ 478632 h 1204913"/>
                <a:gd name="connsiteX18" fmla="*/ 1126331 w 1562100"/>
                <a:gd name="connsiteY18" fmla="*/ 445294 h 1204913"/>
                <a:gd name="connsiteX19" fmla="*/ 1152525 w 1562100"/>
                <a:gd name="connsiteY19" fmla="*/ 416719 h 1204913"/>
                <a:gd name="connsiteX20" fmla="*/ 1197769 w 1562100"/>
                <a:gd name="connsiteY20" fmla="*/ 407194 h 1204913"/>
                <a:gd name="connsiteX21" fmla="*/ 1290638 w 1562100"/>
                <a:gd name="connsiteY21" fmla="*/ 330994 h 1204913"/>
                <a:gd name="connsiteX22" fmla="*/ 1314450 w 1562100"/>
                <a:gd name="connsiteY22" fmla="*/ 328613 h 1204913"/>
                <a:gd name="connsiteX23" fmla="*/ 1409700 w 1562100"/>
                <a:gd name="connsiteY23" fmla="*/ 247651 h 1204913"/>
                <a:gd name="connsiteX24" fmla="*/ 1414463 w 1562100"/>
                <a:gd name="connsiteY24" fmla="*/ 228601 h 1204913"/>
                <a:gd name="connsiteX25" fmla="*/ 1507331 w 1562100"/>
                <a:gd name="connsiteY25" fmla="*/ 173832 h 1204913"/>
                <a:gd name="connsiteX26" fmla="*/ 1543050 w 1562100"/>
                <a:gd name="connsiteY26" fmla="*/ 128588 h 1204913"/>
                <a:gd name="connsiteX27" fmla="*/ 1562100 w 1562100"/>
                <a:gd name="connsiteY27" fmla="*/ 90488 h 1204913"/>
                <a:gd name="connsiteX28" fmla="*/ 1512094 w 1562100"/>
                <a:gd name="connsiteY28" fmla="*/ 109538 h 1204913"/>
                <a:gd name="connsiteX29" fmla="*/ 1478756 w 1562100"/>
                <a:gd name="connsiteY29" fmla="*/ 109538 h 1204913"/>
                <a:gd name="connsiteX30" fmla="*/ 1452563 w 1562100"/>
                <a:gd name="connsiteY30" fmla="*/ 147638 h 1204913"/>
                <a:gd name="connsiteX31" fmla="*/ 1421606 w 1562100"/>
                <a:gd name="connsiteY31" fmla="*/ 145257 h 1204913"/>
                <a:gd name="connsiteX32" fmla="*/ 1366838 w 1562100"/>
                <a:gd name="connsiteY32" fmla="*/ 114301 h 1204913"/>
                <a:gd name="connsiteX33" fmla="*/ 1323975 w 1562100"/>
                <a:gd name="connsiteY33" fmla="*/ 102394 h 1204913"/>
                <a:gd name="connsiteX34" fmla="*/ 1238250 w 1562100"/>
                <a:gd name="connsiteY34" fmla="*/ 138113 h 1204913"/>
                <a:gd name="connsiteX35" fmla="*/ 1223963 w 1562100"/>
                <a:gd name="connsiteY35" fmla="*/ 176213 h 1204913"/>
                <a:gd name="connsiteX36" fmla="*/ 1195388 w 1562100"/>
                <a:gd name="connsiteY36" fmla="*/ 233363 h 1204913"/>
                <a:gd name="connsiteX37" fmla="*/ 1109663 w 1562100"/>
                <a:gd name="connsiteY37" fmla="*/ 195263 h 1204913"/>
                <a:gd name="connsiteX38" fmla="*/ 1097756 w 1562100"/>
                <a:gd name="connsiteY38" fmla="*/ 238126 h 1204913"/>
                <a:gd name="connsiteX39" fmla="*/ 1083469 w 1562100"/>
                <a:gd name="connsiteY39" fmla="*/ 271463 h 1204913"/>
                <a:gd name="connsiteX40" fmla="*/ 959644 w 1562100"/>
                <a:gd name="connsiteY40" fmla="*/ 302419 h 1204913"/>
                <a:gd name="connsiteX41" fmla="*/ 945356 w 1562100"/>
                <a:gd name="connsiteY41" fmla="*/ 297657 h 1204913"/>
                <a:gd name="connsiteX42" fmla="*/ 926306 w 1562100"/>
                <a:gd name="connsiteY42" fmla="*/ 319088 h 1204913"/>
                <a:gd name="connsiteX43" fmla="*/ 890588 w 1562100"/>
                <a:gd name="connsiteY43" fmla="*/ 326232 h 1204913"/>
                <a:gd name="connsiteX44" fmla="*/ 854869 w 1562100"/>
                <a:gd name="connsiteY44" fmla="*/ 276226 h 1204913"/>
                <a:gd name="connsiteX45" fmla="*/ 835819 w 1562100"/>
                <a:gd name="connsiteY45" fmla="*/ 264319 h 1204913"/>
                <a:gd name="connsiteX46" fmla="*/ 826294 w 1562100"/>
                <a:gd name="connsiteY46" fmla="*/ 219076 h 1204913"/>
                <a:gd name="connsiteX47" fmla="*/ 792956 w 1562100"/>
                <a:gd name="connsiteY47" fmla="*/ 202407 h 1204913"/>
                <a:gd name="connsiteX48" fmla="*/ 759619 w 1562100"/>
                <a:gd name="connsiteY48" fmla="*/ 195263 h 1204913"/>
                <a:gd name="connsiteX49" fmla="*/ 740569 w 1562100"/>
                <a:gd name="connsiteY49" fmla="*/ 190501 h 1204913"/>
                <a:gd name="connsiteX50" fmla="*/ 728663 w 1562100"/>
                <a:gd name="connsiteY50" fmla="*/ 180976 h 1204913"/>
                <a:gd name="connsiteX51" fmla="*/ 735806 w 1562100"/>
                <a:gd name="connsiteY51" fmla="*/ 154782 h 1204913"/>
                <a:gd name="connsiteX52" fmla="*/ 742950 w 1562100"/>
                <a:gd name="connsiteY52" fmla="*/ 130969 h 1204913"/>
                <a:gd name="connsiteX53" fmla="*/ 700088 w 1562100"/>
                <a:gd name="connsiteY53" fmla="*/ 80963 h 1204913"/>
                <a:gd name="connsiteX54" fmla="*/ 392906 w 1562100"/>
                <a:gd name="connsiteY54" fmla="*/ 19051 h 1204913"/>
                <a:gd name="connsiteX55" fmla="*/ 314326 w 1562100"/>
                <a:gd name="connsiteY55" fmla="*/ 0 h 1204913"/>
                <a:gd name="connsiteX56" fmla="*/ 328613 w 1562100"/>
                <a:gd name="connsiteY56" fmla="*/ 78582 h 1204913"/>
                <a:gd name="connsiteX57" fmla="*/ 292894 w 1562100"/>
                <a:gd name="connsiteY57" fmla="*/ 180976 h 1204913"/>
                <a:gd name="connsiteX58" fmla="*/ 264319 w 1562100"/>
                <a:gd name="connsiteY58" fmla="*/ 188119 h 1204913"/>
                <a:gd name="connsiteX59" fmla="*/ 261938 w 1562100"/>
                <a:gd name="connsiteY59" fmla="*/ 202407 h 1204913"/>
                <a:gd name="connsiteX60" fmla="*/ 261938 w 1562100"/>
                <a:gd name="connsiteY60" fmla="*/ 235744 h 1204913"/>
                <a:gd name="connsiteX61" fmla="*/ 228600 w 1562100"/>
                <a:gd name="connsiteY61" fmla="*/ 278607 h 1204913"/>
                <a:gd name="connsiteX62" fmla="*/ 271463 w 1562100"/>
                <a:gd name="connsiteY62" fmla="*/ 295276 h 1204913"/>
                <a:gd name="connsiteX63" fmla="*/ 278606 w 1562100"/>
                <a:gd name="connsiteY63" fmla="*/ 314326 h 1204913"/>
                <a:gd name="connsiteX64" fmla="*/ 257175 w 1562100"/>
                <a:gd name="connsiteY64" fmla="*/ 350044 h 1204913"/>
                <a:gd name="connsiteX65" fmla="*/ 221456 w 1562100"/>
                <a:gd name="connsiteY65" fmla="*/ 359569 h 1204913"/>
                <a:gd name="connsiteX66" fmla="*/ 221456 w 1562100"/>
                <a:gd name="connsiteY66" fmla="*/ 400051 h 1204913"/>
                <a:gd name="connsiteX67" fmla="*/ 254794 w 1562100"/>
                <a:gd name="connsiteY67" fmla="*/ 438151 h 1204913"/>
                <a:gd name="connsiteX68" fmla="*/ 226219 w 1562100"/>
                <a:gd name="connsiteY68" fmla="*/ 502444 h 1204913"/>
                <a:gd name="connsiteX69" fmla="*/ 180975 w 1562100"/>
                <a:gd name="connsiteY69" fmla="*/ 531019 h 1204913"/>
                <a:gd name="connsiteX70" fmla="*/ 183356 w 1562100"/>
                <a:gd name="connsiteY70" fmla="*/ 547688 h 1204913"/>
                <a:gd name="connsiteX71" fmla="*/ 204788 w 1562100"/>
                <a:gd name="connsiteY71" fmla="*/ 557213 h 1204913"/>
                <a:gd name="connsiteX72" fmla="*/ 219075 w 1562100"/>
                <a:gd name="connsiteY72" fmla="*/ 566738 h 1204913"/>
                <a:gd name="connsiteX73" fmla="*/ 223838 w 1562100"/>
                <a:gd name="connsiteY73" fmla="*/ 585788 h 1204913"/>
                <a:gd name="connsiteX74" fmla="*/ 195263 w 1562100"/>
                <a:gd name="connsiteY74" fmla="*/ 611982 h 1204913"/>
                <a:gd name="connsiteX75" fmla="*/ 123825 w 1562100"/>
                <a:gd name="connsiteY75" fmla="*/ 657226 h 1204913"/>
                <a:gd name="connsiteX76" fmla="*/ 123825 w 1562100"/>
                <a:gd name="connsiteY76" fmla="*/ 692944 h 1204913"/>
                <a:gd name="connsiteX77" fmla="*/ 135731 w 1562100"/>
                <a:gd name="connsiteY77" fmla="*/ 723901 h 1204913"/>
                <a:gd name="connsiteX78" fmla="*/ 123825 w 1562100"/>
                <a:gd name="connsiteY78" fmla="*/ 764382 h 1204913"/>
                <a:gd name="connsiteX79" fmla="*/ 76200 w 1562100"/>
                <a:gd name="connsiteY79" fmla="*/ 759619 h 1204913"/>
                <a:gd name="connsiteX80" fmla="*/ 52388 w 1562100"/>
                <a:gd name="connsiteY80" fmla="*/ 704851 h 1204913"/>
                <a:gd name="connsiteX81" fmla="*/ 33338 w 1562100"/>
                <a:gd name="connsiteY81" fmla="*/ 697707 h 1204913"/>
                <a:gd name="connsiteX82" fmla="*/ 23813 w 1562100"/>
                <a:gd name="connsiteY82" fmla="*/ 735807 h 1204913"/>
                <a:gd name="connsiteX83" fmla="*/ 21431 w 1562100"/>
                <a:gd name="connsiteY83" fmla="*/ 745332 h 1204913"/>
                <a:gd name="connsiteX84" fmla="*/ 7144 w 1562100"/>
                <a:gd name="connsiteY84" fmla="*/ 762001 h 1204913"/>
                <a:gd name="connsiteX85" fmla="*/ 0 w 1562100"/>
                <a:gd name="connsiteY85" fmla="*/ 819151 h 1204913"/>
                <a:gd name="connsiteX86" fmla="*/ 23813 w 1562100"/>
                <a:gd name="connsiteY86" fmla="*/ 847726 h 1204913"/>
                <a:gd name="connsiteX87" fmla="*/ 16669 w 1562100"/>
                <a:gd name="connsiteY87" fmla="*/ 888207 h 1204913"/>
                <a:gd name="connsiteX88" fmla="*/ 35719 w 1562100"/>
                <a:gd name="connsiteY88" fmla="*/ 892969 h 1204913"/>
                <a:gd name="connsiteX89" fmla="*/ 69056 w 1562100"/>
                <a:gd name="connsiteY89" fmla="*/ 892969 h 1204913"/>
                <a:gd name="connsiteX90" fmla="*/ 85725 w 1562100"/>
                <a:gd name="connsiteY90" fmla="*/ 883444 h 1204913"/>
                <a:gd name="connsiteX91" fmla="*/ 135731 w 1562100"/>
                <a:gd name="connsiteY91" fmla="*/ 940594 h 1204913"/>
                <a:gd name="connsiteX92" fmla="*/ 123825 w 1562100"/>
                <a:gd name="connsiteY92" fmla="*/ 959644 h 1204913"/>
                <a:gd name="connsiteX93" fmla="*/ 133350 w 1562100"/>
                <a:gd name="connsiteY93" fmla="*/ 988219 h 1204913"/>
                <a:gd name="connsiteX94" fmla="*/ 164306 w 1562100"/>
                <a:gd name="connsiteY94" fmla="*/ 1007269 h 1204913"/>
                <a:gd name="connsiteX95" fmla="*/ 190500 w 1562100"/>
                <a:gd name="connsiteY95" fmla="*/ 1016794 h 1204913"/>
                <a:gd name="connsiteX96" fmla="*/ 216694 w 1562100"/>
                <a:gd name="connsiteY96" fmla="*/ 1023938 h 1204913"/>
                <a:gd name="connsiteX97" fmla="*/ 228600 w 1562100"/>
                <a:gd name="connsiteY97" fmla="*/ 1026319 h 1204913"/>
                <a:gd name="connsiteX98" fmla="*/ 240506 w 1562100"/>
                <a:gd name="connsiteY98" fmla="*/ 988219 h 1204913"/>
                <a:gd name="connsiteX99" fmla="*/ 269081 w 1562100"/>
                <a:gd name="connsiteY99" fmla="*/ 992982 h 1204913"/>
                <a:gd name="connsiteX100" fmla="*/ 288131 w 1562100"/>
                <a:gd name="connsiteY100" fmla="*/ 981076 h 1204913"/>
                <a:gd name="connsiteX101" fmla="*/ 307181 w 1562100"/>
                <a:gd name="connsiteY101" fmla="*/ 1031082 h 1204913"/>
                <a:gd name="connsiteX102" fmla="*/ 330994 w 1562100"/>
                <a:gd name="connsiteY102" fmla="*/ 1045369 h 1204913"/>
                <a:gd name="connsiteX103" fmla="*/ 340519 w 1562100"/>
                <a:gd name="connsiteY103" fmla="*/ 1073944 h 1204913"/>
                <a:gd name="connsiteX104" fmla="*/ 357188 w 1562100"/>
                <a:gd name="connsiteY104" fmla="*/ 1083469 h 1204913"/>
                <a:gd name="connsiteX105" fmla="*/ 364331 w 1562100"/>
                <a:gd name="connsiteY105" fmla="*/ 1114426 h 1204913"/>
                <a:gd name="connsiteX106" fmla="*/ 335756 w 1562100"/>
                <a:gd name="connsiteY106" fmla="*/ 1140619 h 1204913"/>
                <a:gd name="connsiteX107" fmla="*/ 309563 w 1562100"/>
                <a:gd name="connsiteY107" fmla="*/ 1157288 h 1204913"/>
                <a:gd name="connsiteX108" fmla="*/ 297656 w 1562100"/>
                <a:gd name="connsiteY108" fmla="*/ 1181101 h 1204913"/>
                <a:gd name="connsiteX109" fmla="*/ 302419 w 1562100"/>
                <a:gd name="connsiteY109" fmla="*/ 1204913 h 1204913"/>
                <a:gd name="connsiteX110" fmla="*/ 342900 w 1562100"/>
                <a:gd name="connsiteY110" fmla="*/ 1204913 h 1204913"/>
                <a:gd name="connsiteX111" fmla="*/ 390525 w 1562100"/>
                <a:gd name="connsiteY111" fmla="*/ 1200151 h 1204913"/>
                <a:gd name="connsiteX112" fmla="*/ 428625 w 1562100"/>
                <a:gd name="connsiteY112" fmla="*/ 1190626 h 1204913"/>
                <a:gd name="connsiteX113" fmla="*/ 454819 w 1562100"/>
                <a:gd name="connsiteY113" fmla="*/ 1197769 h 1204913"/>
                <a:gd name="connsiteX114" fmla="*/ 473869 w 1562100"/>
                <a:gd name="connsiteY114" fmla="*/ 1176338 h 1204913"/>
                <a:gd name="connsiteX115" fmla="*/ 492919 w 1562100"/>
                <a:gd name="connsiteY115" fmla="*/ 1176338 h 1204913"/>
                <a:gd name="connsiteX116" fmla="*/ 507206 w 1562100"/>
                <a:gd name="connsiteY116" fmla="*/ 1145382 h 1204913"/>
                <a:gd name="connsiteX117" fmla="*/ 557213 w 1562100"/>
                <a:gd name="connsiteY117" fmla="*/ 1131094 h 1204913"/>
                <a:gd name="connsiteX118" fmla="*/ 583406 w 1562100"/>
                <a:gd name="connsiteY118" fmla="*/ 1112044 h 1204913"/>
                <a:gd name="connsiteX119" fmla="*/ 590550 w 1562100"/>
                <a:gd name="connsiteY119" fmla="*/ 1073944 h 1204913"/>
                <a:gd name="connsiteX120" fmla="*/ 607219 w 1562100"/>
                <a:gd name="connsiteY120" fmla="*/ 1047751 h 1204913"/>
                <a:gd name="connsiteX121" fmla="*/ 688181 w 1562100"/>
                <a:gd name="connsiteY121" fmla="*/ 1078707 h 1204913"/>
                <a:gd name="connsiteX0" fmla="*/ 688181 w 1562100"/>
                <a:gd name="connsiteY0" fmla="*/ 1078707 h 1204913"/>
                <a:gd name="connsiteX1" fmla="*/ 688181 w 1562100"/>
                <a:gd name="connsiteY1" fmla="*/ 992982 h 1204913"/>
                <a:gd name="connsiteX2" fmla="*/ 692944 w 1562100"/>
                <a:gd name="connsiteY2" fmla="*/ 950119 h 1204913"/>
                <a:gd name="connsiteX3" fmla="*/ 692944 w 1562100"/>
                <a:gd name="connsiteY3" fmla="*/ 904876 h 1204913"/>
                <a:gd name="connsiteX4" fmla="*/ 676275 w 1562100"/>
                <a:gd name="connsiteY4" fmla="*/ 881063 h 1204913"/>
                <a:gd name="connsiteX5" fmla="*/ 690563 w 1562100"/>
                <a:gd name="connsiteY5" fmla="*/ 828676 h 1204913"/>
                <a:gd name="connsiteX6" fmla="*/ 685800 w 1562100"/>
                <a:gd name="connsiteY6" fmla="*/ 802482 h 1204913"/>
                <a:gd name="connsiteX7" fmla="*/ 697706 w 1562100"/>
                <a:gd name="connsiteY7" fmla="*/ 757238 h 1204913"/>
                <a:gd name="connsiteX8" fmla="*/ 714375 w 1562100"/>
                <a:gd name="connsiteY8" fmla="*/ 733426 h 1204913"/>
                <a:gd name="connsiteX9" fmla="*/ 721519 w 1562100"/>
                <a:gd name="connsiteY9" fmla="*/ 700088 h 1204913"/>
                <a:gd name="connsiteX10" fmla="*/ 735806 w 1562100"/>
                <a:gd name="connsiteY10" fmla="*/ 681038 h 1204913"/>
                <a:gd name="connsiteX11" fmla="*/ 792956 w 1562100"/>
                <a:gd name="connsiteY11" fmla="*/ 671513 h 1204913"/>
                <a:gd name="connsiteX12" fmla="*/ 838200 w 1562100"/>
                <a:gd name="connsiteY12" fmla="*/ 654844 h 1204913"/>
                <a:gd name="connsiteX13" fmla="*/ 876300 w 1562100"/>
                <a:gd name="connsiteY13" fmla="*/ 614363 h 1204913"/>
                <a:gd name="connsiteX14" fmla="*/ 923925 w 1562100"/>
                <a:gd name="connsiteY14" fmla="*/ 600076 h 1204913"/>
                <a:gd name="connsiteX15" fmla="*/ 995363 w 1562100"/>
                <a:gd name="connsiteY15" fmla="*/ 595313 h 1204913"/>
                <a:gd name="connsiteX16" fmla="*/ 1040606 w 1562100"/>
                <a:gd name="connsiteY16" fmla="*/ 585788 h 1204913"/>
                <a:gd name="connsiteX17" fmla="*/ 1119188 w 1562100"/>
                <a:gd name="connsiteY17" fmla="*/ 478632 h 1204913"/>
                <a:gd name="connsiteX18" fmla="*/ 1126331 w 1562100"/>
                <a:gd name="connsiteY18" fmla="*/ 445294 h 1204913"/>
                <a:gd name="connsiteX19" fmla="*/ 1152525 w 1562100"/>
                <a:gd name="connsiteY19" fmla="*/ 416719 h 1204913"/>
                <a:gd name="connsiteX20" fmla="*/ 1197769 w 1562100"/>
                <a:gd name="connsiteY20" fmla="*/ 407194 h 1204913"/>
                <a:gd name="connsiteX21" fmla="*/ 1290638 w 1562100"/>
                <a:gd name="connsiteY21" fmla="*/ 330994 h 1204913"/>
                <a:gd name="connsiteX22" fmla="*/ 1314450 w 1562100"/>
                <a:gd name="connsiteY22" fmla="*/ 328613 h 1204913"/>
                <a:gd name="connsiteX23" fmla="*/ 1409700 w 1562100"/>
                <a:gd name="connsiteY23" fmla="*/ 247651 h 1204913"/>
                <a:gd name="connsiteX24" fmla="*/ 1414463 w 1562100"/>
                <a:gd name="connsiteY24" fmla="*/ 228601 h 1204913"/>
                <a:gd name="connsiteX25" fmla="*/ 1507331 w 1562100"/>
                <a:gd name="connsiteY25" fmla="*/ 173832 h 1204913"/>
                <a:gd name="connsiteX26" fmla="*/ 1543050 w 1562100"/>
                <a:gd name="connsiteY26" fmla="*/ 128588 h 1204913"/>
                <a:gd name="connsiteX27" fmla="*/ 1562100 w 1562100"/>
                <a:gd name="connsiteY27" fmla="*/ 90488 h 1204913"/>
                <a:gd name="connsiteX28" fmla="*/ 1512094 w 1562100"/>
                <a:gd name="connsiteY28" fmla="*/ 109538 h 1204913"/>
                <a:gd name="connsiteX29" fmla="*/ 1478756 w 1562100"/>
                <a:gd name="connsiteY29" fmla="*/ 109538 h 1204913"/>
                <a:gd name="connsiteX30" fmla="*/ 1452563 w 1562100"/>
                <a:gd name="connsiteY30" fmla="*/ 147638 h 1204913"/>
                <a:gd name="connsiteX31" fmla="*/ 1421606 w 1562100"/>
                <a:gd name="connsiteY31" fmla="*/ 145257 h 1204913"/>
                <a:gd name="connsiteX32" fmla="*/ 1366838 w 1562100"/>
                <a:gd name="connsiteY32" fmla="*/ 114301 h 1204913"/>
                <a:gd name="connsiteX33" fmla="*/ 1323975 w 1562100"/>
                <a:gd name="connsiteY33" fmla="*/ 102394 h 1204913"/>
                <a:gd name="connsiteX34" fmla="*/ 1238250 w 1562100"/>
                <a:gd name="connsiteY34" fmla="*/ 138113 h 1204913"/>
                <a:gd name="connsiteX35" fmla="*/ 1223963 w 1562100"/>
                <a:gd name="connsiteY35" fmla="*/ 176213 h 1204913"/>
                <a:gd name="connsiteX36" fmla="*/ 1195388 w 1562100"/>
                <a:gd name="connsiteY36" fmla="*/ 233363 h 1204913"/>
                <a:gd name="connsiteX37" fmla="*/ 1109663 w 1562100"/>
                <a:gd name="connsiteY37" fmla="*/ 195263 h 1204913"/>
                <a:gd name="connsiteX38" fmla="*/ 1097756 w 1562100"/>
                <a:gd name="connsiteY38" fmla="*/ 238126 h 1204913"/>
                <a:gd name="connsiteX39" fmla="*/ 1083469 w 1562100"/>
                <a:gd name="connsiteY39" fmla="*/ 271463 h 1204913"/>
                <a:gd name="connsiteX40" fmla="*/ 959644 w 1562100"/>
                <a:gd name="connsiteY40" fmla="*/ 302419 h 1204913"/>
                <a:gd name="connsiteX41" fmla="*/ 945356 w 1562100"/>
                <a:gd name="connsiteY41" fmla="*/ 297657 h 1204913"/>
                <a:gd name="connsiteX42" fmla="*/ 926306 w 1562100"/>
                <a:gd name="connsiteY42" fmla="*/ 319088 h 1204913"/>
                <a:gd name="connsiteX43" fmla="*/ 890588 w 1562100"/>
                <a:gd name="connsiteY43" fmla="*/ 326232 h 1204913"/>
                <a:gd name="connsiteX44" fmla="*/ 854869 w 1562100"/>
                <a:gd name="connsiteY44" fmla="*/ 276226 h 1204913"/>
                <a:gd name="connsiteX45" fmla="*/ 835819 w 1562100"/>
                <a:gd name="connsiteY45" fmla="*/ 264319 h 1204913"/>
                <a:gd name="connsiteX46" fmla="*/ 826294 w 1562100"/>
                <a:gd name="connsiteY46" fmla="*/ 219076 h 1204913"/>
                <a:gd name="connsiteX47" fmla="*/ 792956 w 1562100"/>
                <a:gd name="connsiteY47" fmla="*/ 202407 h 1204913"/>
                <a:gd name="connsiteX48" fmla="*/ 759619 w 1562100"/>
                <a:gd name="connsiteY48" fmla="*/ 195263 h 1204913"/>
                <a:gd name="connsiteX49" fmla="*/ 740569 w 1562100"/>
                <a:gd name="connsiteY49" fmla="*/ 190501 h 1204913"/>
                <a:gd name="connsiteX50" fmla="*/ 728663 w 1562100"/>
                <a:gd name="connsiteY50" fmla="*/ 180976 h 1204913"/>
                <a:gd name="connsiteX51" fmla="*/ 735806 w 1562100"/>
                <a:gd name="connsiteY51" fmla="*/ 154782 h 1204913"/>
                <a:gd name="connsiteX52" fmla="*/ 742950 w 1562100"/>
                <a:gd name="connsiteY52" fmla="*/ 130969 h 1204913"/>
                <a:gd name="connsiteX53" fmla="*/ 700088 w 1562100"/>
                <a:gd name="connsiteY53" fmla="*/ 80963 h 1204913"/>
                <a:gd name="connsiteX54" fmla="*/ 392906 w 1562100"/>
                <a:gd name="connsiteY54" fmla="*/ 19051 h 1204913"/>
                <a:gd name="connsiteX55" fmla="*/ 314326 w 1562100"/>
                <a:gd name="connsiteY55" fmla="*/ 0 h 1204913"/>
                <a:gd name="connsiteX56" fmla="*/ 328613 w 1562100"/>
                <a:gd name="connsiteY56" fmla="*/ 78582 h 1204913"/>
                <a:gd name="connsiteX57" fmla="*/ 292894 w 1562100"/>
                <a:gd name="connsiteY57" fmla="*/ 180976 h 1204913"/>
                <a:gd name="connsiteX58" fmla="*/ 264319 w 1562100"/>
                <a:gd name="connsiteY58" fmla="*/ 188119 h 1204913"/>
                <a:gd name="connsiteX59" fmla="*/ 261938 w 1562100"/>
                <a:gd name="connsiteY59" fmla="*/ 202407 h 1204913"/>
                <a:gd name="connsiteX60" fmla="*/ 261938 w 1562100"/>
                <a:gd name="connsiteY60" fmla="*/ 235744 h 1204913"/>
                <a:gd name="connsiteX61" fmla="*/ 228600 w 1562100"/>
                <a:gd name="connsiteY61" fmla="*/ 278607 h 1204913"/>
                <a:gd name="connsiteX62" fmla="*/ 271463 w 1562100"/>
                <a:gd name="connsiteY62" fmla="*/ 295276 h 1204913"/>
                <a:gd name="connsiteX63" fmla="*/ 278606 w 1562100"/>
                <a:gd name="connsiteY63" fmla="*/ 314326 h 1204913"/>
                <a:gd name="connsiteX64" fmla="*/ 257175 w 1562100"/>
                <a:gd name="connsiteY64" fmla="*/ 350044 h 1204913"/>
                <a:gd name="connsiteX65" fmla="*/ 221456 w 1562100"/>
                <a:gd name="connsiteY65" fmla="*/ 359569 h 1204913"/>
                <a:gd name="connsiteX66" fmla="*/ 221456 w 1562100"/>
                <a:gd name="connsiteY66" fmla="*/ 400051 h 1204913"/>
                <a:gd name="connsiteX67" fmla="*/ 254794 w 1562100"/>
                <a:gd name="connsiteY67" fmla="*/ 438151 h 1204913"/>
                <a:gd name="connsiteX68" fmla="*/ 226219 w 1562100"/>
                <a:gd name="connsiteY68" fmla="*/ 502444 h 1204913"/>
                <a:gd name="connsiteX69" fmla="*/ 180975 w 1562100"/>
                <a:gd name="connsiteY69" fmla="*/ 531019 h 1204913"/>
                <a:gd name="connsiteX70" fmla="*/ 183356 w 1562100"/>
                <a:gd name="connsiteY70" fmla="*/ 547688 h 1204913"/>
                <a:gd name="connsiteX71" fmla="*/ 204788 w 1562100"/>
                <a:gd name="connsiteY71" fmla="*/ 557213 h 1204913"/>
                <a:gd name="connsiteX72" fmla="*/ 219075 w 1562100"/>
                <a:gd name="connsiteY72" fmla="*/ 566738 h 1204913"/>
                <a:gd name="connsiteX73" fmla="*/ 223838 w 1562100"/>
                <a:gd name="connsiteY73" fmla="*/ 585788 h 1204913"/>
                <a:gd name="connsiteX74" fmla="*/ 195263 w 1562100"/>
                <a:gd name="connsiteY74" fmla="*/ 611982 h 1204913"/>
                <a:gd name="connsiteX75" fmla="*/ 123825 w 1562100"/>
                <a:gd name="connsiteY75" fmla="*/ 657226 h 1204913"/>
                <a:gd name="connsiteX76" fmla="*/ 123825 w 1562100"/>
                <a:gd name="connsiteY76" fmla="*/ 692944 h 1204913"/>
                <a:gd name="connsiteX77" fmla="*/ 135731 w 1562100"/>
                <a:gd name="connsiteY77" fmla="*/ 723901 h 1204913"/>
                <a:gd name="connsiteX78" fmla="*/ 123825 w 1562100"/>
                <a:gd name="connsiteY78" fmla="*/ 764382 h 1204913"/>
                <a:gd name="connsiteX79" fmla="*/ 76200 w 1562100"/>
                <a:gd name="connsiteY79" fmla="*/ 759619 h 1204913"/>
                <a:gd name="connsiteX80" fmla="*/ 52388 w 1562100"/>
                <a:gd name="connsiteY80" fmla="*/ 704851 h 1204913"/>
                <a:gd name="connsiteX81" fmla="*/ 33338 w 1562100"/>
                <a:gd name="connsiteY81" fmla="*/ 697707 h 1204913"/>
                <a:gd name="connsiteX82" fmla="*/ 23813 w 1562100"/>
                <a:gd name="connsiteY82" fmla="*/ 735807 h 1204913"/>
                <a:gd name="connsiteX83" fmla="*/ 21431 w 1562100"/>
                <a:gd name="connsiteY83" fmla="*/ 745332 h 1204913"/>
                <a:gd name="connsiteX84" fmla="*/ 7144 w 1562100"/>
                <a:gd name="connsiteY84" fmla="*/ 762001 h 1204913"/>
                <a:gd name="connsiteX85" fmla="*/ 0 w 1562100"/>
                <a:gd name="connsiteY85" fmla="*/ 819151 h 1204913"/>
                <a:gd name="connsiteX86" fmla="*/ 23813 w 1562100"/>
                <a:gd name="connsiteY86" fmla="*/ 847726 h 1204913"/>
                <a:gd name="connsiteX87" fmla="*/ 16669 w 1562100"/>
                <a:gd name="connsiteY87" fmla="*/ 888207 h 1204913"/>
                <a:gd name="connsiteX88" fmla="*/ 35719 w 1562100"/>
                <a:gd name="connsiteY88" fmla="*/ 892969 h 1204913"/>
                <a:gd name="connsiteX89" fmla="*/ 69056 w 1562100"/>
                <a:gd name="connsiteY89" fmla="*/ 892969 h 1204913"/>
                <a:gd name="connsiteX90" fmla="*/ 85725 w 1562100"/>
                <a:gd name="connsiteY90" fmla="*/ 883444 h 1204913"/>
                <a:gd name="connsiteX91" fmla="*/ 135731 w 1562100"/>
                <a:gd name="connsiteY91" fmla="*/ 940594 h 1204913"/>
                <a:gd name="connsiteX92" fmla="*/ 123825 w 1562100"/>
                <a:gd name="connsiteY92" fmla="*/ 959644 h 1204913"/>
                <a:gd name="connsiteX93" fmla="*/ 133350 w 1562100"/>
                <a:gd name="connsiteY93" fmla="*/ 988219 h 1204913"/>
                <a:gd name="connsiteX94" fmla="*/ 164306 w 1562100"/>
                <a:gd name="connsiteY94" fmla="*/ 1007269 h 1204913"/>
                <a:gd name="connsiteX95" fmla="*/ 190500 w 1562100"/>
                <a:gd name="connsiteY95" fmla="*/ 1016794 h 1204913"/>
                <a:gd name="connsiteX96" fmla="*/ 216694 w 1562100"/>
                <a:gd name="connsiteY96" fmla="*/ 1023938 h 1204913"/>
                <a:gd name="connsiteX97" fmla="*/ 228600 w 1562100"/>
                <a:gd name="connsiteY97" fmla="*/ 1026319 h 1204913"/>
                <a:gd name="connsiteX98" fmla="*/ 240506 w 1562100"/>
                <a:gd name="connsiteY98" fmla="*/ 988219 h 1204913"/>
                <a:gd name="connsiteX99" fmla="*/ 269081 w 1562100"/>
                <a:gd name="connsiteY99" fmla="*/ 992982 h 1204913"/>
                <a:gd name="connsiteX100" fmla="*/ 288131 w 1562100"/>
                <a:gd name="connsiteY100" fmla="*/ 981076 h 1204913"/>
                <a:gd name="connsiteX101" fmla="*/ 307181 w 1562100"/>
                <a:gd name="connsiteY101" fmla="*/ 1031082 h 1204913"/>
                <a:gd name="connsiteX102" fmla="*/ 330994 w 1562100"/>
                <a:gd name="connsiteY102" fmla="*/ 1045369 h 1204913"/>
                <a:gd name="connsiteX103" fmla="*/ 340519 w 1562100"/>
                <a:gd name="connsiteY103" fmla="*/ 1073944 h 1204913"/>
                <a:gd name="connsiteX104" fmla="*/ 357188 w 1562100"/>
                <a:gd name="connsiteY104" fmla="*/ 1083469 h 1204913"/>
                <a:gd name="connsiteX105" fmla="*/ 364331 w 1562100"/>
                <a:gd name="connsiteY105" fmla="*/ 1114426 h 1204913"/>
                <a:gd name="connsiteX106" fmla="*/ 335756 w 1562100"/>
                <a:gd name="connsiteY106" fmla="*/ 1140619 h 1204913"/>
                <a:gd name="connsiteX107" fmla="*/ 309563 w 1562100"/>
                <a:gd name="connsiteY107" fmla="*/ 1157288 h 1204913"/>
                <a:gd name="connsiteX108" fmla="*/ 297656 w 1562100"/>
                <a:gd name="connsiteY108" fmla="*/ 1181101 h 1204913"/>
                <a:gd name="connsiteX109" fmla="*/ 302419 w 1562100"/>
                <a:gd name="connsiteY109" fmla="*/ 1204913 h 1204913"/>
                <a:gd name="connsiteX110" fmla="*/ 342900 w 1562100"/>
                <a:gd name="connsiteY110" fmla="*/ 1204913 h 1204913"/>
                <a:gd name="connsiteX111" fmla="*/ 390525 w 1562100"/>
                <a:gd name="connsiteY111" fmla="*/ 1200151 h 1204913"/>
                <a:gd name="connsiteX112" fmla="*/ 428625 w 1562100"/>
                <a:gd name="connsiteY112" fmla="*/ 1190626 h 1204913"/>
                <a:gd name="connsiteX113" fmla="*/ 454819 w 1562100"/>
                <a:gd name="connsiteY113" fmla="*/ 1197769 h 1204913"/>
                <a:gd name="connsiteX114" fmla="*/ 473869 w 1562100"/>
                <a:gd name="connsiteY114" fmla="*/ 1176338 h 1204913"/>
                <a:gd name="connsiteX115" fmla="*/ 492919 w 1562100"/>
                <a:gd name="connsiteY115" fmla="*/ 1176338 h 1204913"/>
                <a:gd name="connsiteX116" fmla="*/ 507206 w 1562100"/>
                <a:gd name="connsiteY116" fmla="*/ 1145382 h 1204913"/>
                <a:gd name="connsiteX117" fmla="*/ 557213 w 1562100"/>
                <a:gd name="connsiteY117" fmla="*/ 1131094 h 1204913"/>
                <a:gd name="connsiteX118" fmla="*/ 583406 w 1562100"/>
                <a:gd name="connsiteY118" fmla="*/ 1112044 h 1204913"/>
                <a:gd name="connsiteX119" fmla="*/ 590550 w 1562100"/>
                <a:gd name="connsiteY119" fmla="*/ 1073944 h 1204913"/>
                <a:gd name="connsiteX120" fmla="*/ 607219 w 1562100"/>
                <a:gd name="connsiteY120" fmla="*/ 1047751 h 1204913"/>
                <a:gd name="connsiteX121" fmla="*/ 688181 w 1562100"/>
                <a:gd name="connsiteY121" fmla="*/ 1078707 h 1204913"/>
                <a:gd name="connsiteX0" fmla="*/ 688181 w 1562100"/>
                <a:gd name="connsiteY0" fmla="*/ 1089758 h 1215964"/>
                <a:gd name="connsiteX1" fmla="*/ 688181 w 1562100"/>
                <a:gd name="connsiteY1" fmla="*/ 1004033 h 1215964"/>
                <a:gd name="connsiteX2" fmla="*/ 692944 w 1562100"/>
                <a:gd name="connsiteY2" fmla="*/ 961170 h 1215964"/>
                <a:gd name="connsiteX3" fmla="*/ 692944 w 1562100"/>
                <a:gd name="connsiteY3" fmla="*/ 915927 h 1215964"/>
                <a:gd name="connsiteX4" fmla="*/ 676275 w 1562100"/>
                <a:gd name="connsiteY4" fmla="*/ 892114 h 1215964"/>
                <a:gd name="connsiteX5" fmla="*/ 690563 w 1562100"/>
                <a:gd name="connsiteY5" fmla="*/ 839727 h 1215964"/>
                <a:gd name="connsiteX6" fmla="*/ 685800 w 1562100"/>
                <a:gd name="connsiteY6" fmla="*/ 813533 h 1215964"/>
                <a:gd name="connsiteX7" fmla="*/ 697706 w 1562100"/>
                <a:gd name="connsiteY7" fmla="*/ 768289 h 1215964"/>
                <a:gd name="connsiteX8" fmla="*/ 714375 w 1562100"/>
                <a:gd name="connsiteY8" fmla="*/ 744477 h 1215964"/>
                <a:gd name="connsiteX9" fmla="*/ 721519 w 1562100"/>
                <a:gd name="connsiteY9" fmla="*/ 711139 h 1215964"/>
                <a:gd name="connsiteX10" fmla="*/ 735806 w 1562100"/>
                <a:gd name="connsiteY10" fmla="*/ 692089 h 1215964"/>
                <a:gd name="connsiteX11" fmla="*/ 792956 w 1562100"/>
                <a:gd name="connsiteY11" fmla="*/ 682564 h 1215964"/>
                <a:gd name="connsiteX12" fmla="*/ 838200 w 1562100"/>
                <a:gd name="connsiteY12" fmla="*/ 665895 h 1215964"/>
                <a:gd name="connsiteX13" fmla="*/ 876300 w 1562100"/>
                <a:gd name="connsiteY13" fmla="*/ 625414 h 1215964"/>
                <a:gd name="connsiteX14" fmla="*/ 923925 w 1562100"/>
                <a:gd name="connsiteY14" fmla="*/ 611127 h 1215964"/>
                <a:gd name="connsiteX15" fmla="*/ 995363 w 1562100"/>
                <a:gd name="connsiteY15" fmla="*/ 606364 h 1215964"/>
                <a:gd name="connsiteX16" fmla="*/ 1040606 w 1562100"/>
                <a:gd name="connsiteY16" fmla="*/ 596839 h 1215964"/>
                <a:gd name="connsiteX17" fmla="*/ 1119188 w 1562100"/>
                <a:gd name="connsiteY17" fmla="*/ 489683 h 1215964"/>
                <a:gd name="connsiteX18" fmla="*/ 1126331 w 1562100"/>
                <a:gd name="connsiteY18" fmla="*/ 456345 h 1215964"/>
                <a:gd name="connsiteX19" fmla="*/ 1152525 w 1562100"/>
                <a:gd name="connsiteY19" fmla="*/ 427770 h 1215964"/>
                <a:gd name="connsiteX20" fmla="*/ 1197769 w 1562100"/>
                <a:gd name="connsiteY20" fmla="*/ 418245 h 1215964"/>
                <a:gd name="connsiteX21" fmla="*/ 1290638 w 1562100"/>
                <a:gd name="connsiteY21" fmla="*/ 342045 h 1215964"/>
                <a:gd name="connsiteX22" fmla="*/ 1314450 w 1562100"/>
                <a:gd name="connsiteY22" fmla="*/ 339664 h 1215964"/>
                <a:gd name="connsiteX23" fmla="*/ 1409700 w 1562100"/>
                <a:gd name="connsiteY23" fmla="*/ 258702 h 1215964"/>
                <a:gd name="connsiteX24" fmla="*/ 1414463 w 1562100"/>
                <a:gd name="connsiteY24" fmla="*/ 239652 h 1215964"/>
                <a:gd name="connsiteX25" fmla="*/ 1507331 w 1562100"/>
                <a:gd name="connsiteY25" fmla="*/ 184883 h 1215964"/>
                <a:gd name="connsiteX26" fmla="*/ 1543050 w 1562100"/>
                <a:gd name="connsiteY26" fmla="*/ 139639 h 1215964"/>
                <a:gd name="connsiteX27" fmla="*/ 1562100 w 1562100"/>
                <a:gd name="connsiteY27" fmla="*/ 101539 h 1215964"/>
                <a:gd name="connsiteX28" fmla="*/ 1512094 w 1562100"/>
                <a:gd name="connsiteY28" fmla="*/ 120589 h 1215964"/>
                <a:gd name="connsiteX29" fmla="*/ 1478756 w 1562100"/>
                <a:gd name="connsiteY29" fmla="*/ 120589 h 1215964"/>
                <a:gd name="connsiteX30" fmla="*/ 1452563 w 1562100"/>
                <a:gd name="connsiteY30" fmla="*/ 158689 h 1215964"/>
                <a:gd name="connsiteX31" fmla="*/ 1421606 w 1562100"/>
                <a:gd name="connsiteY31" fmla="*/ 156308 h 1215964"/>
                <a:gd name="connsiteX32" fmla="*/ 1366838 w 1562100"/>
                <a:gd name="connsiteY32" fmla="*/ 125352 h 1215964"/>
                <a:gd name="connsiteX33" fmla="*/ 1323975 w 1562100"/>
                <a:gd name="connsiteY33" fmla="*/ 113445 h 1215964"/>
                <a:gd name="connsiteX34" fmla="*/ 1238250 w 1562100"/>
                <a:gd name="connsiteY34" fmla="*/ 149164 h 1215964"/>
                <a:gd name="connsiteX35" fmla="*/ 1223963 w 1562100"/>
                <a:gd name="connsiteY35" fmla="*/ 187264 h 1215964"/>
                <a:gd name="connsiteX36" fmla="*/ 1195388 w 1562100"/>
                <a:gd name="connsiteY36" fmla="*/ 244414 h 1215964"/>
                <a:gd name="connsiteX37" fmla="*/ 1109663 w 1562100"/>
                <a:gd name="connsiteY37" fmla="*/ 206314 h 1215964"/>
                <a:gd name="connsiteX38" fmla="*/ 1097756 w 1562100"/>
                <a:gd name="connsiteY38" fmla="*/ 249177 h 1215964"/>
                <a:gd name="connsiteX39" fmla="*/ 1083469 w 1562100"/>
                <a:gd name="connsiteY39" fmla="*/ 282514 h 1215964"/>
                <a:gd name="connsiteX40" fmla="*/ 959644 w 1562100"/>
                <a:gd name="connsiteY40" fmla="*/ 313470 h 1215964"/>
                <a:gd name="connsiteX41" fmla="*/ 945356 w 1562100"/>
                <a:gd name="connsiteY41" fmla="*/ 308708 h 1215964"/>
                <a:gd name="connsiteX42" fmla="*/ 926306 w 1562100"/>
                <a:gd name="connsiteY42" fmla="*/ 330139 h 1215964"/>
                <a:gd name="connsiteX43" fmla="*/ 890588 w 1562100"/>
                <a:gd name="connsiteY43" fmla="*/ 337283 h 1215964"/>
                <a:gd name="connsiteX44" fmla="*/ 854869 w 1562100"/>
                <a:gd name="connsiteY44" fmla="*/ 287277 h 1215964"/>
                <a:gd name="connsiteX45" fmla="*/ 835819 w 1562100"/>
                <a:gd name="connsiteY45" fmla="*/ 275370 h 1215964"/>
                <a:gd name="connsiteX46" fmla="*/ 826294 w 1562100"/>
                <a:gd name="connsiteY46" fmla="*/ 230127 h 1215964"/>
                <a:gd name="connsiteX47" fmla="*/ 792956 w 1562100"/>
                <a:gd name="connsiteY47" fmla="*/ 213458 h 1215964"/>
                <a:gd name="connsiteX48" fmla="*/ 759619 w 1562100"/>
                <a:gd name="connsiteY48" fmla="*/ 206314 h 1215964"/>
                <a:gd name="connsiteX49" fmla="*/ 740569 w 1562100"/>
                <a:gd name="connsiteY49" fmla="*/ 201552 h 1215964"/>
                <a:gd name="connsiteX50" fmla="*/ 728663 w 1562100"/>
                <a:gd name="connsiteY50" fmla="*/ 192027 h 1215964"/>
                <a:gd name="connsiteX51" fmla="*/ 735806 w 1562100"/>
                <a:gd name="connsiteY51" fmla="*/ 165833 h 1215964"/>
                <a:gd name="connsiteX52" fmla="*/ 742950 w 1562100"/>
                <a:gd name="connsiteY52" fmla="*/ 142020 h 1215964"/>
                <a:gd name="connsiteX53" fmla="*/ 700088 w 1562100"/>
                <a:gd name="connsiteY53" fmla="*/ 92014 h 1215964"/>
                <a:gd name="connsiteX54" fmla="*/ 376238 w 1562100"/>
                <a:gd name="connsiteY54" fmla="*/ 11052 h 1215964"/>
                <a:gd name="connsiteX55" fmla="*/ 314326 w 1562100"/>
                <a:gd name="connsiteY55" fmla="*/ 11051 h 1215964"/>
                <a:gd name="connsiteX56" fmla="*/ 328613 w 1562100"/>
                <a:gd name="connsiteY56" fmla="*/ 89633 h 1215964"/>
                <a:gd name="connsiteX57" fmla="*/ 292894 w 1562100"/>
                <a:gd name="connsiteY57" fmla="*/ 192027 h 1215964"/>
                <a:gd name="connsiteX58" fmla="*/ 264319 w 1562100"/>
                <a:gd name="connsiteY58" fmla="*/ 199170 h 1215964"/>
                <a:gd name="connsiteX59" fmla="*/ 261938 w 1562100"/>
                <a:gd name="connsiteY59" fmla="*/ 213458 h 1215964"/>
                <a:gd name="connsiteX60" fmla="*/ 261938 w 1562100"/>
                <a:gd name="connsiteY60" fmla="*/ 246795 h 1215964"/>
                <a:gd name="connsiteX61" fmla="*/ 228600 w 1562100"/>
                <a:gd name="connsiteY61" fmla="*/ 289658 h 1215964"/>
                <a:gd name="connsiteX62" fmla="*/ 271463 w 1562100"/>
                <a:gd name="connsiteY62" fmla="*/ 306327 h 1215964"/>
                <a:gd name="connsiteX63" fmla="*/ 278606 w 1562100"/>
                <a:gd name="connsiteY63" fmla="*/ 325377 h 1215964"/>
                <a:gd name="connsiteX64" fmla="*/ 257175 w 1562100"/>
                <a:gd name="connsiteY64" fmla="*/ 361095 h 1215964"/>
                <a:gd name="connsiteX65" fmla="*/ 221456 w 1562100"/>
                <a:gd name="connsiteY65" fmla="*/ 370620 h 1215964"/>
                <a:gd name="connsiteX66" fmla="*/ 221456 w 1562100"/>
                <a:gd name="connsiteY66" fmla="*/ 411102 h 1215964"/>
                <a:gd name="connsiteX67" fmla="*/ 254794 w 1562100"/>
                <a:gd name="connsiteY67" fmla="*/ 449202 h 1215964"/>
                <a:gd name="connsiteX68" fmla="*/ 226219 w 1562100"/>
                <a:gd name="connsiteY68" fmla="*/ 513495 h 1215964"/>
                <a:gd name="connsiteX69" fmla="*/ 180975 w 1562100"/>
                <a:gd name="connsiteY69" fmla="*/ 542070 h 1215964"/>
                <a:gd name="connsiteX70" fmla="*/ 183356 w 1562100"/>
                <a:gd name="connsiteY70" fmla="*/ 558739 h 1215964"/>
                <a:gd name="connsiteX71" fmla="*/ 204788 w 1562100"/>
                <a:gd name="connsiteY71" fmla="*/ 568264 h 1215964"/>
                <a:gd name="connsiteX72" fmla="*/ 219075 w 1562100"/>
                <a:gd name="connsiteY72" fmla="*/ 577789 h 1215964"/>
                <a:gd name="connsiteX73" fmla="*/ 223838 w 1562100"/>
                <a:gd name="connsiteY73" fmla="*/ 596839 h 1215964"/>
                <a:gd name="connsiteX74" fmla="*/ 195263 w 1562100"/>
                <a:gd name="connsiteY74" fmla="*/ 623033 h 1215964"/>
                <a:gd name="connsiteX75" fmla="*/ 123825 w 1562100"/>
                <a:gd name="connsiteY75" fmla="*/ 668277 h 1215964"/>
                <a:gd name="connsiteX76" fmla="*/ 123825 w 1562100"/>
                <a:gd name="connsiteY76" fmla="*/ 703995 h 1215964"/>
                <a:gd name="connsiteX77" fmla="*/ 135731 w 1562100"/>
                <a:gd name="connsiteY77" fmla="*/ 734952 h 1215964"/>
                <a:gd name="connsiteX78" fmla="*/ 123825 w 1562100"/>
                <a:gd name="connsiteY78" fmla="*/ 775433 h 1215964"/>
                <a:gd name="connsiteX79" fmla="*/ 76200 w 1562100"/>
                <a:gd name="connsiteY79" fmla="*/ 770670 h 1215964"/>
                <a:gd name="connsiteX80" fmla="*/ 52388 w 1562100"/>
                <a:gd name="connsiteY80" fmla="*/ 715902 h 1215964"/>
                <a:gd name="connsiteX81" fmla="*/ 33338 w 1562100"/>
                <a:gd name="connsiteY81" fmla="*/ 708758 h 1215964"/>
                <a:gd name="connsiteX82" fmla="*/ 23813 w 1562100"/>
                <a:gd name="connsiteY82" fmla="*/ 746858 h 1215964"/>
                <a:gd name="connsiteX83" fmla="*/ 21431 w 1562100"/>
                <a:gd name="connsiteY83" fmla="*/ 756383 h 1215964"/>
                <a:gd name="connsiteX84" fmla="*/ 7144 w 1562100"/>
                <a:gd name="connsiteY84" fmla="*/ 773052 h 1215964"/>
                <a:gd name="connsiteX85" fmla="*/ 0 w 1562100"/>
                <a:gd name="connsiteY85" fmla="*/ 830202 h 1215964"/>
                <a:gd name="connsiteX86" fmla="*/ 23813 w 1562100"/>
                <a:gd name="connsiteY86" fmla="*/ 858777 h 1215964"/>
                <a:gd name="connsiteX87" fmla="*/ 16669 w 1562100"/>
                <a:gd name="connsiteY87" fmla="*/ 899258 h 1215964"/>
                <a:gd name="connsiteX88" fmla="*/ 35719 w 1562100"/>
                <a:gd name="connsiteY88" fmla="*/ 904020 h 1215964"/>
                <a:gd name="connsiteX89" fmla="*/ 69056 w 1562100"/>
                <a:gd name="connsiteY89" fmla="*/ 904020 h 1215964"/>
                <a:gd name="connsiteX90" fmla="*/ 85725 w 1562100"/>
                <a:gd name="connsiteY90" fmla="*/ 894495 h 1215964"/>
                <a:gd name="connsiteX91" fmla="*/ 135731 w 1562100"/>
                <a:gd name="connsiteY91" fmla="*/ 951645 h 1215964"/>
                <a:gd name="connsiteX92" fmla="*/ 123825 w 1562100"/>
                <a:gd name="connsiteY92" fmla="*/ 970695 h 1215964"/>
                <a:gd name="connsiteX93" fmla="*/ 133350 w 1562100"/>
                <a:gd name="connsiteY93" fmla="*/ 999270 h 1215964"/>
                <a:gd name="connsiteX94" fmla="*/ 164306 w 1562100"/>
                <a:gd name="connsiteY94" fmla="*/ 1018320 h 1215964"/>
                <a:gd name="connsiteX95" fmla="*/ 190500 w 1562100"/>
                <a:gd name="connsiteY95" fmla="*/ 1027845 h 1215964"/>
                <a:gd name="connsiteX96" fmla="*/ 216694 w 1562100"/>
                <a:gd name="connsiteY96" fmla="*/ 1034989 h 1215964"/>
                <a:gd name="connsiteX97" fmla="*/ 228600 w 1562100"/>
                <a:gd name="connsiteY97" fmla="*/ 1037370 h 1215964"/>
                <a:gd name="connsiteX98" fmla="*/ 240506 w 1562100"/>
                <a:gd name="connsiteY98" fmla="*/ 999270 h 1215964"/>
                <a:gd name="connsiteX99" fmla="*/ 269081 w 1562100"/>
                <a:gd name="connsiteY99" fmla="*/ 1004033 h 1215964"/>
                <a:gd name="connsiteX100" fmla="*/ 288131 w 1562100"/>
                <a:gd name="connsiteY100" fmla="*/ 992127 h 1215964"/>
                <a:gd name="connsiteX101" fmla="*/ 307181 w 1562100"/>
                <a:gd name="connsiteY101" fmla="*/ 1042133 h 1215964"/>
                <a:gd name="connsiteX102" fmla="*/ 330994 w 1562100"/>
                <a:gd name="connsiteY102" fmla="*/ 1056420 h 1215964"/>
                <a:gd name="connsiteX103" fmla="*/ 340519 w 1562100"/>
                <a:gd name="connsiteY103" fmla="*/ 1084995 h 1215964"/>
                <a:gd name="connsiteX104" fmla="*/ 357188 w 1562100"/>
                <a:gd name="connsiteY104" fmla="*/ 1094520 h 1215964"/>
                <a:gd name="connsiteX105" fmla="*/ 364331 w 1562100"/>
                <a:gd name="connsiteY105" fmla="*/ 1125477 h 1215964"/>
                <a:gd name="connsiteX106" fmla="*/ 335756 w 1562100"/>
                <a:gd name="connsiteY106" fmla="*/ 1151670 h 1215964"/>
                <a:gd name="connsiteX107" fmla="*/ 309563 w 1562100"/>
                <a:gd name="connsiteY107" fmla="*/ 1168339 h 1215964"/>
                <a:gd name="connsiteX108" fmla="*/ 297656 w 1562100"/>
                <a:gd name="connsiteY108" fmla="*/ 1192152 h 1215964"/>
                <a:gd name="connsiteX109" fmla="*/ 302419 w 1562100"/>
                <a:gd name="connsiteY109" fmla="*/ 1215964 h 1215964"/>
                <a:gd name="connsiteX110" fmla="*/ 342900 w 1562100"/>
                <a:gd name="connsiteY110" fmla="*/ 1215964 h 1215964"/>
                <a:gd name="connsiteX111" fmla="*/ 390525 w 1562100"/>
                <a:gd name="connsiteY111" fmla="*/ 1211202 h 1215964"/>
                <a:gd name="connsiteX112" fmla="*/ 428625 w 1562100"/>
                <a:gd name="connsiteY112" fmla="*/ 1201677 h 1215964"/>
                <a:gd name="connsiteX113" fmla="*/ 454819 w 1562100"/>
                <a:gd name="connsiteY113" fmla="*/ 1208820 h 1215964"/>
                <a:gd name="connsiteX114" fmla="*/ 473869 w 1562100"/>
                <a:gd name="connsiteY114" fmla="*/ 1187389 h 1215964"/>
                <a:gd name="connsiteX115" fmla="*/ 492919 w 1562100"/>
                <a:gd name="connsiteY115" fmla="*/ 1187389 h 1215964"/>
                <a:gd name="connsiteX116" fmla="*/ 507206 w 1562100"/>
                <a:gd name="connsiteY116" fmla="*/ 1156433 h 1215964"/>
                <a:gd name="connsiteX117" fmla="*/ 557213 w 1562100"/>
                <a:gd name="connsiteY117" fmla="*/ 1142145 h 1215964"/>
                <a:gd name="connsiteX118" fmla="*/ 583406 w 1562100"/>
                <a:gd name="connsiteY118" fmla="*/ 1123095 h 1215964"/>
                <a:gd name="connsiteX119" fmla="*/ 590550 w 1562100"/>
                <a:gd name="connsiteY119" fmla="*/ 1084995 h 1215964"/>
                <a:gd name="connsiteX120" fmla="*/ 607219 w 1562100"/>
                <a:gd name="connsiteY120" fmla="*/ 1058802 h 1215964"/>
                <a:gd name="connsiteX121" fmla="*/ 688181 w 1562100"/>
                <a:gd name="connsiteY121" fmla="*/ 1089758 h 1215964"/>
                <a:gd name="connsiteX0" fmla="*/ 688181 w 1562100"/>
                <a:gd name="connsiteY0" fmla="*/ 1089758 h 1215964"/>
                <a:gd name="connsiteX1" fmla="*/ 688181 w 1562100"/>
                <a:gd name="connsiteY1" fmla="*/ 1004033 h 1215964"/>
                <a:gd name="connsiteX2" fmla="*/ 692944 w 1562100"/>
                <a:gd name="connsiteY2" fmla="*/ 961170 h 1215964"/>
                <a:gd name="connsiteX3" fmla="*/ 692944 w 1562100"/>
                <a:gd name="connsiteY3" fmla="*/ 915927 h 1215964"/>
                <a:gd name="connsiteX4" fmla="*/ 676275 w 1562100"/>
                <a:gd name="connsiteY4" fmla="*/ 892114 h 1215964"/>
                <a:gd name="connsiteX5" fmla="*/ 690563 w 1562100"/>
                <a:gd name="connsiteY5" fmla="*/ 839727 h 1215964"/>
                <a:gd name="connsiteX6" fmla="*/ 685800 w 1562100"/>
                <a:gd name="connsiteY6" fmla="*/ 813533 h 1215964"/>
                <a:gd name="connsiteX7" fmla="*/ 697706 w 1562100"/>
                <a:gd name="connsiteY7" fmla="*/ 768289 h 1215964"/>
                <a:gd name="connsiteX8" fmla="*/ 714375 w 1562100"/>
                <a:gd name="connsiteY8" fmla="*/ 744477 h 1215964"/>
                <a:gd name="connsiteX9" fmla="*/ 721519 w 1562100"/>
                <a:gd name="connsiteY9" fmla="*/ 711139 h 1215964"/>
                <a:gd name="connsiteX10" fmla="*/ 735806 w 1562100"/>
                <a:gd name="connsiteY10" fmla="*/ 692089 h 1215964"/>
                <a:gd name="connsiteX11" fmla="*/ 792956 w 1562100"/>
                <a:gd name="connsiteY11" fmla="*/ 682564 h 1215964"/>
                <a:gd name="connsiteX12" fmla="*/ 838200 w 1562100"/>
                <a:gd name="connsiteY12" fmla="*/ 665895 h 1215964"/>
                <a:gd name="connsiteX13" fmla="*/ 876300 w 1562100"/>
                <a:gd name="connsiteY13" fmla="*/ 625414 h 1215964"/>
                <a:gd name="connsiteX14" fmla="*/ 923925 w 1562100"/>
                <a:gd name="connsiteY14" fmla="*/ 611127 h 1215964"/>
                <a:gd name="connsiteX15" fmla="*/ 995363 w 1562100"/>
                <a:gd name="connsiteY15" fmla="*/ 606364 h 1215964"/>
                <a:gd name="connsiteX16" fmla="*/ 1040606 w 1562100"/>
                <a:gd name="connsiteY16" fmla="*/ 596839 h 1215964"/>
                <a:gd name="connsiteX17" fmla="*/ 1119188 w 1562100"/>
                <a:gd name="connsiteY17" fmla="*/ 489683 h 1215964"/>
                <a:gd name="connsiteX18" fmla="*/ 1126331 w 1562100"/>
                <a:gd name="connsiteY18" fmla="*/ 456345 h 1215964"/>
                <a:gd name="connsiteX19" fmla="*/ 1152525 w 1562100"/>
                <a:gd name="connsiteY19" fmla="*/ 427770 h 1215964"/>
                <a:gd name="connsiteX20" fmla="*/ 1197769 w 1562100"/>
                <a:gd name="connsiteY20" fmla="*/ 418245 h 1215964"/>
                <a:gd name="connsiteX21" fmla="*/ 1290638 w 1562100"/>
                <a:gd name="connsiteY21" fmla="*/ 342045 h 1215964"/>
                <a:gd name="connsiteX22" fmla="*/ 1314450 w 1562100"/>
                <a:gd name="connsiteY22" fmla="*/ 339664 h 1215964"/>
                <a:gd name="connsiteX23" fmla="*/ 1409700 w 1562100"/>
                <a:gd name="connsiteY23" fmla="*/ 258702 h 1215964"/>
                <a:gd name="connsiteX24" fmla="*/ 1414463 w 1562100"/>
                <a:gd name="connsiteY24" fmla="*/ 239652 h 1215964"/>
                <a:gd name="connsiteX25" fmla="*/ 1507331 w 1562100"/>
                <a:gd name="connsiteY25" fmla="*/ 184883 h 1215964"/>
                <a:gd name="connsiteX26" fmla="*/ 1543050 w 1562100"/>
                <a:gd name="connsiteY26" fmla="*/ 139639 h 1215964"/>
                <a:gd name="connsiteX27" fmla="*/ 1562100 w 1562100"/>
                <a:gd name="connsiteY27" fmla="*/ 101539 h 1215964"/>
                <a:gd name="connsiteX28" fmla="*/ 1512094 w 1562100"/>
                <a:gd name="connsiteY28" fmla="*/ 120589 h 1215964"/>
                <a:gd name="connsiteX29" fmla="*/ 1478756 w 1562100"/>
                <a:gd name="connsiteY29" fmla="*/ 120589 h 1215964"/>
                <a:gd name="connsiteX30" fmla="*/ 1452563 w 1562100"/>
                <a:gd name="connsiteY30" fmla="*/ 158689 h 1215964"/>
                <a:gd name="connsiteX31" fmla="*/ 1421606 w 1562100"/>
                <a:gd name="connsiteY31" fmla="*/ 156308 h 1215964"/>
                <a:gd name="connsiteX32" fmla="*/ 1366838 w 1562100"/>
                <a:gd name="connsiteY32" fmla="*/ 125352 h 1215964"/>
                <a:gd name="connsiteX33" fmla="*/ 1323975 w 1562100"/>
                <a:gd name="connsiteY33" fmla="*/ 113445 h 1215964"/>
                <a:gd name="connsiteX34" fmla="*/ 1238250 w 1562100"/>
                <a:gd name="connsiteY34" fmla="*/ 149164 h 1215964"/>
                <a:gd name="connsiteX35" fmla="*/ 1223963 w 1562100"/>
                <a:gd name="connsiteY35" fmla="*/ 187264 h 1215964"/>
                <a:gd name="connsiteX36" fmla="*/ 1195388 w 1562100"/>
                <a:gd name="connsiteY36" fmla="*/ 244414 h 1215964"/>
                <a:gd name="connsiteX37" fmla="*/ 1109663 w 1562100"/>
                <a:gd name="connsiteY37" fmla="*/ 206314 h 1215964"/>
                <a:gd name="connsiteX38" fmla="*/ 1097756 w 1562100"/>
                <a:gd name="connsiteY38" fmla="*/ 249177 h 1215964"/>
                <a:gd name="connsiteX39" fmla="*/ 1083469 w 1562100"/>
                <a:gd name="connsiteY39" fmla="*/ 282514 h 1215964"/>
                <a:gd name="connsiteX40" fmla="*/ 959644 w 1562100"/>
                <a:gd name="connsiteY40" fmla="*/ 313470 h 1215964"/>
                <a:gd name="connsiteX41" fmla="*/ 945356 w 1562100"/>
                <a:gd name="connsiteY41" fmla="*/ 308708 h 1215964"/>
                <a:gd name="connsiteX42" fmla="*/ 926306 w 1562100"/>
                <a:gd name="connsiteY42" fmla="*/ 330139 h 1215964"/>
                <a:gd name="connsiteX43" fmla="*/ 890588 w 1562100"/>
                <a:gd name="connsiteY43" fmla="*/ 337283 h 1215964"/>
                <a:gd name="connsiteX44" fmla="*/ 854869 w 1562100"/>
                <a:gd name="connsiteY44" fmla="*/ 287277 h 1215964"/>
                <a:gd name="connsiteX45" fmla="*/ 835819 w 1562100"/>
                <a:gd name="connsiteY45" fmla="*/ 275370 h 1215964"/>
                <a:gd name="connsiteX46" fmla="*/ 826294 w 1562100"/>
                <a:gd name="connsiteY46" fmla="*/ 230127 h 1215964"/>
                <a:gd name="connsiteX47" fmla="*/ 792956 w 1562100"/>
                <a:gd name="connsiteY47" fmla="*/ 213458 h 1215964"/>
                <a:gd name="connsiteX48" fmla="*/ 759619 w 1562100"/>
                <a:gd name="connsiteY48" fmla="*/ 206314 h 1215964"/>
                <a:gd name="connsiteX49" fmla="*/ 740569 w 1562100"/>
                <a:gd name="connsiteY49" fmla="*/ 201552 h 1215964"/>
                <a:gd name="connsiteX50" fmla="*/ 728663 w 1562100"/>
                <a:gd name="connsiteY50" fmla="*/ 192027 h 1215964"/>
                <a:gd name="connsiteX51" fmla="*/ 735806 w 1562100"/>
                <a:gd name="connsiteY51" fmla="*/ 165833 h 1215964"/>
                <a:gd name="connsiteX52" fmla="*/ 742950 w 1562100"/>
                <a:gd name="connsiteY52" fmla="*/ 142020 h 1215964"/>
                <a:gd name="connsiteX53" fmla="*/ 700088 w 1562100"/>
                <a:gd name="connsiteY53" fmla="*/ 92014 h 1215964"/>
                <a:gd name="connsiteX54" fmla="*/ 447675 w 1562100"/>
                <a:gd name="connsiteY54" fmla="*/ 22958 h 1215964"/>
                <a:gd name="connsiteX55" fmla="*/ 376238 w 1562100"/>
                <a:gd name="connsiteY55" fmla="*/ 11052 h 1215964"/>
                <a:gd name="connsiteX56" fmla="*/ 314326 w 1562100"/>
                <a:gd name="connsiteY56" fmla="*/ 11051 h 1215964"/>
                <a:gd name="connsiteX57" fmla="*/ 328613 w 1562100"/>
                <a:gd name="connsiteY57" fmla="*/ 89633 h 1215964"/>
                <a:gd name="connsiteX58" fmla="*/ 292894 w 1562100"/>
                <a:gd name="connsiteY58" fmla="*/ 192027 h 1215964"/>
                <a:gd name="connsiteX59" fmla="*/ 264319 w 1562100"/>
                <a:gd name="connsiteY59" fmla="*/ 199170 h 1215964"/>
                <a:gd name="connsiteX60" fmla="*/ 261938 w 1562100"/>
                <a:gd name="connsiteY60" fmla="*/ 213458 h 1215964"/>
                <a:gd name="connsiteX61" fmla="*/ 261938 w 1562100"/>
                <a:gd name="connsiteY61" fmla="*/ 246795 h 1215964"/>
                <a:gd name="connsiteX62" fmla="*/ 228600 w 1562100"/>
                <a:gd name="connsiteY62" fmla="*/ 289658 h 1215964"/>
                <a:gd name="connsiteX63" fmla="*/ 271463 w 1562100"/>
                <a:gd name="connsiteY63" fmla="*/ 306327 h 1215964"/>
                <a:gd name="connsiteX64" fmla="*/ 278606 w 1562100"/>
                <a:gd name="connsiteY64" fmla="*/ 325377 h 1215964"/>
                <a:gd name="connsiteX65" fmla="*/ 257175 w 1562100"/>
                <a:gd name="connsiteY65" fmla="*/ 361095 h 1215964"/>
                <a:gd name="connsiteX66" fmla="*/ 221456 w 1562100"/>
                <a:gd name="connsiteY66" fmla="*/ 370620 h 1215964"/>
                <a:gd name="connsiteX67" fmla="*/ 221456 w 1562100"/>
                <a:gd name="connsiteY67" fmla="*/ 411102 h 1215964"/>
                <a:gd name="connsiteX68" fmla="*/ 254794 w 1562100"/>
                <a:gd name="connsiteY68" fmla="*/ 449202 h 1215964"/>
                <a:gd name="connsiteX69" fmla="*/ 226219 w 1562100"/>
                <a:gd name="connsiteY69" fmla="*/ 513495 h 1215964"/>
                <a:gd name="connsiteX70" fmla="*/ 180975 w 1562100"/>
                <a:gd name="connsiteY70" fmla="*/ 542070 h 1215964"/>
                <a:gd name="connsiteX71" fmla="*/ 183356 w 1562100"/>
                <a:gd name="connsiteY71" fmla="*/ 558739 h 1215964"/>
                <a:gd name="connsiteX72" fmla="*/ 204788 w 1562100"/>
                <a:gd name="connsiteY72" fmla="*/ 568264 h 1215964"/>
                <a:gd name="connsiteX73" fmla="*/ 219075 w 1562100"/>
                <a:gd name="connsiteY73" fmla="*/ 577789 h 1215964"/>
                <a:gd name="connsiteX74" fmla="*/ 223838 w 1562100"/>
                <a:gd name="connsiteY74" fmla="*/ 596839 h 1215964"/>
                <a:gd name="connsiteX75" fmla="*/ 195263 w 1562100"/>
                <a:gd name="connsiteY75" fmla="*/ 623033 h 1215964"/>
                <a:gd name="connsiteX76" fmla="*/ 123825 w 1562100"/>
                <a:gd name="connsiteY76" fmla="*/ 668277 h 1215964"/>
                <a:gd name="connsiteX77" fmla="*/ 123825 w 1562100"/>
                <a:gd name="connsiteY77" fmla="*/ 703995 h 1215964"/>
                <a:gd name="connsiteX78" fmla="*/ 135731 w 1562100"/>
                <a:gd name="connsiteY78" fmla="*/ 734952 h 1215964"/>
                <a:gd name="connsiteX79" fmla="*/ 123825 w 1562100"/>
                <a:gd name="connsiteY79" fmla="*/ 775433 h 1215964"/>
                <a:gd name="connsiteX80" fmla="*/ 76200 w 1562100"/>
                <a:gd name="connsiteY80" fmla="*/ 770670 h 1215964"/>
                <a:gd name="connsiteX81" fmla="*/ 52388 w 1562100"/>
                <a:gd name="connsiteY81" fmla="*/ 715902 h 1215964"/>
                <a:gd name="connsiteX82" fmla="*/ 33338 w 1562100"/>
                <a:gd name="connsiteY82" fmla="*/ 708758 h 1215964"/>
                <a:gd name="connsiteX83" fmla="*/ 23813 w 1562100"/>
                <a:gd name="connsiteY83" fmla="*/ 746858 h 1215964"/>
                <a:gd name="connsiteX84" fmla="*/ 21431 w 1562100"/>
                <a:gd name="connsiteY84" fmla="*/ 756383 h 1215964"/>
                <a:gd name="connsiteX85" fmla="*/ 7144 w 1562100"/>
                <a:gd name="connsiteY85" fmla="*/ 773052 h 1215964"/>
                <a:gd name="connsiteX86" fmla="*/ 0 w 1562100"/>
                <a:gd name="connsiteY86" fmla="*/ 830202 h 1215964"/>
                <a:gd name="connsiteX87" fmla="*/ 23813 w 1562100"/>
                <a:gd name="connsiteY87" fmla="*/ 858777 h 1215964"/>
                <a:gd name="connsiteX88" fmla="*/ 16669 w 1562100"/>
                <a:gd name="connsiteY88" fmla="*/ 899258 h 1215964"/>
                <a:gd name="connsiteX89" fmla="*/ 35719 w 1562100"/>
                <a:gd name="connsiteY89" fmla="*/ 904020 h 1215964"/>
                <a:gd name="connsiteX90" fmla="*/ 69056 w 1562100"/>
                <a:gd name="connsiteY90" fmla="*/ 904020 h 1215964"/>
                <a:gd name="connsiteX91" fmla="*/ 85725 w 1562100"/>
                <a:gd name="connsiteY91" fmla="*/ 894495 h 1215964"/>
                <a:gd name="connsiteX92" fmla="*/ 135731 w 1562100"/>
                <a:gd name="connsiteY92" fmla="*/ 951645 h 1215964"/>
                <a:gd name="connsiteX93" fmla="*/ 123825 w 1562100"/>
                <a:gd name="connsiteY93" fmla="*/ 970695 h 1215964"/>
                <a:gd name="connsiteX94" fmla="*/ 133350 w 1562100"/>
                <a:gd name="connsiteY94" fmla="*/ 999270 h 1215964"/>
                <a:gd name="connsiteX95" fmla="*/ 164306 w 1562100"/>
                <a:gd name="connsiteY95" fmla="*/ 1018320 h 1215964"/>
                <a:gd name="connsiteX96" fmla="*/ 190500 w 1562100"/>
                <a:gd name="connsiteY96" fmla="*/ 1027845 h 1215964"/>
                <a:gd name="connsiteX97" fmla="*/ 216694 w 1562100"/>
                <a:gd name="connsiteY97" fmla="*/ 1034989 h 1215964"/>
                <a:gd name="connsiteX98" fmla="*/ 228600 w 1562100"/>
                <a:gd name="connsiteY98" fmla="*/ 1037370 h 1215964"/>
                <a:gd name="connsiteX99" fmla="*/ 240506 w 1562100"/>
                <a:gd name="connsiteY99" fmla="*/ 999270 h 1215964"/>
                <a:gd name="connsiteX100" fmla="*/ 269081 w 1562100"/>
                <a:gd name="connsiteY100" fmla="*/ 1004033 h 1215964"/>
                <a:gd name="connsiteX101" fmla="*/ 288131 w 1562100"/>
                <a:gd name="connsiteY101" fmla="*/ 992127 h 1215964"/>
                <a:gd name="connsiteX102" fmla="*/ 307181 w 1562100"/>
                <a:gd name="connsiteY102" fmla="*/ 1042133 h 1215964"/>
                <a:gd name="connsiteX103" fmla="*/ 330994 w 1562100"/>
                <a:gd name="connsiteY103" fmla="*/ 1056420 h 1215964"/>
                <a:gd name="connsiteX104" fmla="*/ 340519 w 1562100"/>
                <a:gd name="connsiteY104" fmla="*/ 1084995 h 1215964"/>
                <a:gd name="connsiteX105" fmla="*/ 357188 w 1562100"/>
                <a:gd name="connsiteY105" fmla="*/ 1094520 h 1215964"/>
                <a:gd name="connsiteX106" fmla="*/ 364331 w 1562100"/>
                <a:gd name="connsiteY106" fmla="*/ 1125477 h 1215964"/>
                <a:gd name="connsiteX107" fmla="*/ 335756 w 1562100"/>
                <a:gd name="connsiteY107" fmla="*/ 1151670 h 1215964"/>
                <a:gd name="connsiteX108" fmla="*/ 309563 w 1562100"/>
                <a:gd name="connsiteY108" fmla="*/ 1168339 h 1215964"/>
                <a:gd name="connsiteX109" fmla="*/ 297656 w 1562100"/>
                <a:gd name="connsiteY109" fmla="*/ 1192152 h 1215964"/>
                <a:gd name="connsiteX110" fmla="*/ 302419 w 1562100"/>
                <a:gd name="connsiteY110" fmla="*/ 1215964 h 1215964"/>
                <a:gd name="connsiteX111" fmla="*/ 342900 w 1562100"/>
                <a:gd name="connsiteY111" fmla="*/ 1215964 h 1215964"/>
                <a:gd name="connsiteX112" fmla="*/ 390525 w 1562100"/>
                <a:gd name="connsiteY112" fmla="*/ 1211202 h 1215964"/>
                <a:gd name="connsiteX113" fmla="*/ 428625 w 1562100"/>
                <a:gd name="connsiteY113" fmla="*/ 1201677 h 1215964"/>
                <a:gd name="connsiteX114" fmla="*/ 454819 w 1562100"/>
                <a:gd name="connsiteY114" fmla="*/ 1208820 h 1215964"/>
                <a:gd name="connsiteX115" fmla="*/ 473869 w 1562100"/>
                <a:gd name="connsiteY115" fmla="*/ 1187389 h 1215964"/>
                <a:gd name="connsiteX116" fmla="*/ 492919 w 1562100"/>
                <a:gd name="connsiteY116" fmla="*/ 1187389 h 1215964"/>
                <a:gd name="connsiteX117" fmla="*/ 507206 w 1562100"/>
                <a:gd name="connsiteY117" fmla="*/ 1156433 h 1215964"/>
                <a:gd name="connsiteX118" fmla="*/ 557213 w 1562100"/>
                <a:gd name="connsiteY118" fmla="*/ 1142145 h 1215964"/>
                <a:gd name="connsiteX119" fmla="*/ 583406 w 1562100"/>
                <a:gd name="connsiteY119" fmla="*/ 1123095 h 1215964"/>
                <a:gd name="connsiteX120" fmla="*/ 590550 w 1562100"/>
                <a:gd name="connsiteY120" fmla="*/ 1084995 h 1215964"/>
                <a:gd name="connsiteX121" fmla="*/ 607219 w 1562100"/>
                <a:gd name="connsiteY121" fmla="*/ 1058802 h 1215964"/>
                <a:gd name="connsiteX122" fmla="*/ 688181 w 1562100"/>
                <a:gd name="connsiteY122" fmla="*/ 1089758 h 1215964"/>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428625 w 1562100"/>
                <a:gd name="connsiteY54" fmla="*/ 0 h 1309687"/>
                <a:gd name="connsiteX55" fmla="*/ 376238 w 1562100"/>
                <a:gd name="connsiteY55" fmla="*/ 104775 h 1309687"/>
                <a:gd name="connsiteX56" fmla="*/ 314326 w 1562100"/>
                <a:gd name="connsiteY56" fmla="*/ 104774 h 1309687"/>
                <a:gd name="connsiteX57" fmla="*/ 328613 w 1562100"/>
                <a:gd name="connsiteY57" fmla="*/ 183356 h 1309687"/>
                <a:gd name="connsiteX58" fmla="*/ 292894 w 1562100"/>
                <a:gd name="connsiteY58" fmla="*/ 285750 h 1309687"/>
                <a:gd name="connsiteX59" fmla="*/ 264319 w 1562100"/>
                <a:gd name="connsiteY59" fmla="*/ 292893 h 1309687"/>
                <a:gd name="connsiteX60" fmla="*/ 261938 w 1562100"/>
                <a:gd name="connsiteY60" fmla="*/ 307181 h 1309687"/>
                <a:gd name="connsiteX61" fmla="*/ 261938 w 1562100"/>
                <a:gd name="connsiteY61" fmla="*/ 340518 h 1309687"/>
                <a:gd name="connsiteX62" fmla="*/ 228600 w 1562100"/>
                <a:gd name="connsiteY62" fmla="*/ 383381 h 1309687"/>
                <a:gd name="connsiteX63" fmla="*/ 271463 w 1562100"/>
                <a:gd name="connsiteY63" fmla="*/ 400050 h 1309687"/>
                <a:gd name="connsiteX64" fmla="*/ 278606 w 1562100"/>
                <a:gd name="connsiteY64" fmla="*/ 419100 h 1309687"/>
                <a:gd name="connsiteX65" fmla="*/ 257175 w 1562100"/>
                <a:gd name="connsiteY65" fmla="*/ 454818 h 1309687"/>
                <a:gd name="connsiteX66" fmla="*/ 221456 w 1562100"/>
                <a:gd name="connsiteY66" fmla="*/ 464343 h 1309687"/>
                <a:gd name="connsiteX67" fmla="*/ 221456 w 1562100"/>
                <a:gd name="connsiteY67" fmla="*/ 504825 h 1309687"/>
                <a:gd name="connsiteX68" fmla="*/ 254794 w 1562100"/>
                <a:gd name="connsiteY68" fmla="*/ 542925 h 1309687"/>
                <a:gd name="connsiteX69" fmla="*/ 226219 w 1562100"/>
                <a:gd name="connsiteY69" fmla="*/ 607218 h 1309687"/>
                <a:gd name="connsiteX70" fmla="*/ 180975 w 1562100"/>
                <a:gd name="connsiteY70" fmla="*/ 635793 h 1309687"/>
                <a:gd name="connsiteX71" fmla="*/ 183356 w 1562100"/>
                <a:gd name="connsiteY71" fmla="*/ 652462 h 1309687"/>
                <a:gd name="connsiteX72" fmla="*/ 204788 w 1562100"/>
                <a:gd name="connsiteY72" fmla="*/ 661987 h 1309687"/>
                <a:gd name="connsiteX73" fmla="*/ 219075 w 1562100"/>
                <a:gd name="connsiteY73" fmla="*/ 671512 h 1309687"/>
                <a:gd name="connsiteX74" fmla="*/ 223838 w 1562100"/>
                <a:gd name="connsiteY74" fmla="*/ 690562 h 1309687"/>
                <a:gd name="connsiteX75" fmla="*/ 195263 w 1562100"/>
                <a:gd name="connsiteY75" fmla="*/ 716756 h 1309687"/>
                <a:gd name="connsiteX76" fmla="*/ 123825 w 1562100"/>
                <a:gd name="connsiteY76" fmla="*/ 762000 h 1309687"/>
                <a:gd name="connsiteX77" fmla="*/ 123825 w 1562100"/>
                <a:gd name="connsiteY77" fmla="*/ 797718 h 1309687"/>
                <a:gd name="connsiteX78" fmla="*/ 135731 w 1562100"/>
                <a:gd name="connsiteY78" fmla="*/ 828675 h 1309687"/>
                <a:gd name="connsiteX79" fmla="*/ 123825 w 1562100"/>
                <a:gd name="connsiteY79" fmla="*/ 869156 h 1309687"/>
                <a:gd name="connsiteX80" fmla="*/ 76200 w 1562100"/>
                <a:gd name="connsiteY80" fmla="*/ 864393 h 1309687"/>
                <a:gd name="connsiteX81" fmla="*/ 52388 w 1562100"/>
                <a:gd name="connsiteY81" fmla="*/ 809625 h 1309687"/>
                <a:gd name="connsiteX82" fmla="*/ 33338 w 1562100"/>
                <a:gd name="connsiteY82" fmla="*/ 802481 h 1309687"/>
                <a:gd name="connsiteX83" fmla="*/ 23813 w 1562100"/>
                <a:gd name="connsiteY83" fmla="*/ 840581 h 1309687"/>
                <a:gd name="connsiteX84" fmla="*/ 21431 w 1562100"/>
                <a:gd name="connsiteY84" fmla="*/ 850106 h 1309687"/>
                <a:gd name="connsiteX85" fmla="*/ 7144 w 1562100"/>
                <a:gd name="connsiteY85" fmla="*/ 866775 h 1309687"/>
                <a:gd name="connsiteX86" fmla="*/ 0 w 1562100"/>
                <a:gd name="connsiteY86" fmla="*/ 923925 h 1309687"/>
                <a:gd name="connsiteX87" fmla="*/ 23813 w 1562100"/>
                <a:gd name="connsiteY87" fmla="*/ 952500 h 1309687"/>
                <a:gd name="connsiteX88" fmla="*/ 16669 w 1562100"/>
                <a:gd name="connsiteY88" fmla="*/ 992981 h 1309687"/>
                <a:gd name="connsiteX89" fmla="*/ 35719 w 1562100"/>
                <a:gd name="connsiteY89" fmla="*/ 997743 h 1309687"/>
                <a:gd name="connsiteX90" fmla="*/ 69056 w 1562100"/>
                <a:gd name="connsiteY90" fmla="*/ 997743 h 1309687"/>
                <a:gd name="connsiteX91" fmla="*/ 85725 w 1562100"/>
                <a:gd name="connsiteY91" fmla="*/ 988218 h 1309687"/>
                <a:gd name="connsiteX92" fmla="*/ 135731 w 1562100"/>
                <a:gd name="connsiteY92" fmla="*/ 1045368 h 1309687"/>
                <a:gd name="connsiteX93" fmla="*/ 123825 w 1562100"/>
                <a:gd name="connsiteY93" fmla="*/ 1064418 h 1309687"/>
                <a:gd name="connsiteX94" fmla="*/ 133350 w 1562100"/>
                <a:gd name="connsiteY94" fmla="*/ 1092993 h 1309687"/>
                <a:gd name="connsiteX95" fmla="*/ 164306 w 1562100"/>
                <a:gd name="connsiteY95" fmla="*/ 1112043 h 1309687"/>
                <a:gd name="connsiteX96" fmla="*/ 190500 w 1562100"/>
                <a:gd name="connsiteY96" fmla="*/ 1121568 h 1309687"/>
                <a:gd name="connsiteX97" fmla="*/ 216694 w 1562100"/>
                <a:gd name="connsiteY97" fmla="*/ 1128712 h 1309687"/>
                <a:gd name="connsiteX98" fmla="*/ 228600 w 1562100"/>
                <a:gd name="connsiteY98" fmla="*/ 1131093 h 1309687"/>
                <a:gd name="connsiteX99" fmla="*/ 240506 w 1562100"/>
                <a:gd name="connsiteY99" fmla="*/ 1092993 h 1309687"/>
                <a:gd name="connsiteX100" fmla="*/ 269081 w 1562100"/>
                <a:gd name="connsiteY100" fmla="*/ 1097756 h 1309687"/>
                <a:gd name="connsiteX101" fmla="*/ 288131 w 1562100"/>
                <a:gd name="connsiteY101" fmla="*/ 1085850 h 1309687"/>
                <a:gd name="connsiteX102" fmla="*/ 307181 w 1562100"/>
                <a:gd name="connsiteY102" fmla="*/ 1135856 h 1309687"/>
                <a:gd name="connsiteX103" fmla="*/ 330994 w 1562100"/>
                <a:gd name="connsiteY103" fmla="*/ 1150143 h 1309687"/>
                <a:gd name="connsiteX104" fmla="*/ 340519 w 1562100"/>
                <a:gd name="connsiteY104" fmla="*/ 1178718 h 1309687"/>
                <a:gd name="connsiteX105" fmla="*/ 357188 w 1562100"/>
                <a:gd name="connsiteY105" fmla="*/ 1188243 h 1309687"/>
                <a:gd name="connsiteX106" fmla="*/ 364331 w 1562100"/>
                <a:gd name="connsiteY106" fmla="*/ 1219200 h 1309687"/>
                <a:gd name="connsiteX107" fmla="*/ 335756 w 1562100"/>
                <a:gd name="connsiteY107" fmla="*/ 1245393 h 1309687"/>
                <a:gd name="connsiteX108" fmla="*/ 309563 w 1562100"/>
                <a:gd name="connsiteY108" fmla="*/ 1262062 h 1309687"/>
                <a:gd name="connsiteX109" fmla="*/ 297656 w 1562100"/>
                <a:gd name="connsiteY109" fmla="*/ 1285875 h 1309687"/>
                <a:gd name="connsiteX110" fmla="*/ 302419 w 1562100"/>
                <a:gd name="connsiteY110" fmla="*/ 1309687 h 1309687"/>
                <a:gd name="connsiteX111" fmla="*/ 342900 w 1562100"/>
                <a:gd name="connsiteY111" fmla="*/ 1309687 h 1309687"/>
                <a:gd name="connsiteX112" fmla="*/ 390525 w 1562100"/>
                <a:gd name="connsiteY112" fmla="*/ 1304925 h 1309687"/>
                <a:gd name="connsiteX113" fmla="*/ 428625 w 1562100"/>
                <a:gd name="connsiteY113" fmla="*/ 1295400 h 1309687"/>
                <a:gd name="connsiteX114" fmla="*/ 454819 w 1562100"/>
                <a:gd name="connsiteY114" fmla="*/ 1302543 h 1309687"/>
                <a:gd name="connsiteX115" fmla="*/ 473869 w 1562100"/>
                <a:gd name="connsiteY115" fmla="*/ 1281112 h 1309687"/>
                <a:gd name="connsiteX116" fmla="*/ 492919 w 1562100"/>
                <a:gd name="connsiteY116" fmla="*/ 1281112 h 1309687"/>
                <a:gd name="connsiteX117" fmla="*/ 507206 w 1562100"/>
                <a:gd name="connsiteY117" fmla="*/ 1250156 h 1309687"/>
                <a:gd name="connsiteX118" fmla="*/ 557213 w 1562100"/>
                <a:gd name="connsiteY118" fmla="*/ 1235868 h 1309687"/>
                <a:gd name="connsiteX119" fmla="*/ 583406 w 1562100"/>
                <a:gd name="connsiteY119" fmla="*/ 1216818 h 1309687"/>
                <a:gd name="connsiteX120" fmla="*/ 590550 w 1562100"/>
                <a:gd name="connsiteY120" fmla="*/ 1178718 h 1309687"/>
                <a:gd name="connsiteX121" fmla="*/ 607219 w 1562100"/>
                <a:gd name="connsiteY121" fmla="*/ 1152525 h 1309687"/>
                <a:gd name="connsiteX122" fmla="*/ 688181 w 1562100"/>
                <a:gd name="connsiteY122"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461963 w 1562100"/>
                <a:gd name="connsiteY54" fmla="*/ 23813 h 1309687"/>
                <a:gd name="connsiteX55" fmla="*/ 428625 w 1562100"/>
                <a:gd name="connsiteY55" fmla="*/ 0 h 1309687"/>
                <a:gd name="connsiteX56" fmla="*/ 376238 w 1562100"/>
                <a:gd name="connsiteY56" fmla="*/ 104775 h 1309687"/>
                <a:gd name="connsiteX57" fmla="*/ 314326 w 1562100"/>
                <a:gd name="connsiteY57" fmla="*/ 104774 h 1309687"/>
                <a:gd name="connsiteX58" fmla="*/ 328613 w 1562100"/>
                <a:gd name="connsiteY58" fmla="*/ 183356 h 1309687"/>
                <a:gd name="connsiteX59" fmla="*/ 292894 w 1562100"/>
                <a:gd name="connsiteY59" fmla="*/ 285750 h 1309687"/>
                <a:gd name="connsiteX60" fmla="*/ 264319 w 1562100"/>
                <a:gd name="connsiteY60" fmla="*/ 292893 h 1309687"/>
                <a:gd name="connsiteX61" fmla="*/ 261938 w 1562100"/>
                <a:gd name="connsiteY61" fmla="*/ 307181 h 1309687"/>
                <a:gd name="connsiteX62" fmla="*/ 261938 w 1562100"/>
                <a:gd name="connsiteY62" fmla="*/ 340518 h 1309687"/>
                <a:gd name="connsiteX63" fmla="*/ 228600 w 1562100"/>
                <a:gd name="connsiteY63" fmla="*/ 383381 h 1309687"/>
                <a:gd name="connsiteX64" fmla="*/ 271463 w 1562100"/>
                <a:gd name="connsiteY64" fmla="*/ 400050 h 1309687"/>
                <a:gd name="connsiteX65" fmla="*/ 278606 w 1562100"/>
                <a:gd name="connsiteY65" fmla="*/ 419100 h 1309687"/>
                <a:gd name="connsiteX66" fmla="*/ 257175 w 1562100"/>
                <a:gd name="connsiteY66" fmla="*/ 454818 h 1309687"/>
                <a:gd name="connsiteX67" fmla="*/ 221456 w 1562100"/>
                <a:gd name="connsiteY67" fmla="*/ 464343 h 1309687"/>
                <a:gd name="connsiteX68" fmla="*/ 221456 w 1562100"/>
                <a:gd name="connsiteY68" fmla="*/ 504825 h 1309687"/>
                <a:gd name="connsiteX69" fmla="*/ 254794 w 1562100"/>
                <a:gd name="connsiteY69" fmla="*/ 542925 h 1309687"/>
                <a:gd name="connsiteX70" fmla="*/ 226219 w 1562100"/>
                <a:gd name="connsiteY70" fmla="*/ 607218 h 1309687"/>
                <a:gd name="connsiteX71" fmla="*/ 180975 w 1562100"/>
                <a:gd name="connsiteY71" fmla="*/ 635793 h 1309687"/>
                <a:gd name="connsiteX72" fmla="*/ 183356 w 1562100"/>
                <a:gd name="connsiteY72" fmla="*/ 652462 h 1309687"/>
                <a:gd name="connsiteX73" fmla="*/ 204788 w 1562100"/>
                <a:gd name="connsiteY73" fmla="*/ 661987 h 1309687"/>
                <a:gd name="connsiteX74" fmla="*/ 219075 w 1562100"/>
                <a:gd name="connsiteY74" fmla="*/ 671512 h 1309687"/>
                <a:gd name="connsiteX75" fmla="*/ 223838 w 1562100"/>
                <a:gd name="connsiteY75" fmla="*/ 690562 h 1309687"/>
                <a:gd name="connsiteX76" fmla="*/ 195263 w 1562100"/>
                <a:gd name="connsiteY76" fmla="*/ 716756 h 1309687"/>
                <a:gd name="connsiteX77" fmla="*/ 123825 w 1562100"/>
                <a:gd name="connsiteY77" fmla="*/ 762000 h 1309687"/>
                <a:gd name="connsiteX78" fmla="*/ 123825 w 1562100"/>
                <a:gd name="connsiteY78" fmla="*/ 797718 h 1309687"/>
                <a:gd name="connsiteX79" fmla="*/ 135731 w 1562100"/>
                <a:gd name="connsiteY79" fmla="*/ 828675 h 1309687"/>
                <a:gd name="connsiteX80" fmla="*/ 123825 w 1562100"/>
                <a:gd name="connsiteY80" fmla="*/ 869156 h 1309687"/>
                <a:gd name="connsiteX81" fmla="*/ 76200 w 1562100"/>
                <a:gd name="connsiteY81" fmla="*/ 864393 h 1309687"/>
                <a:gd name="connsiteX82" fmla="*/ 52388 w 1562100"/>
                <a:gd name="connsiteY82" fmla="*/ 809625 h 1309687"/>
                <a:gd name="connsiteX83" fmla="*/ 33338 w 1562100"/>
                <a:gd name="connsiteY83" fmla="*/ 802481 h 1309687"/>
                <a:gd name="connsiteX84" fmla="*/ 23813 w 1562100"/>
                <a:gd name="connsiteY84" fmla="*/ 840581 h 1309687"/>
                <a:gd name="connsiteX85" fmla="*/ 21431 w 1562100"/>
                <a:gd name="connsiteY85" fmla="*/ 850106 h 1309687"/>
                <a:gd name="connsiteX86" fmla="*/ 7144 w 1562100"/>
                <a:gd name="connsiteY86" fmla="*/ 866775 h 1309687"/>
                <a:gd name="connsiteX87" fmla="*/ 0 w 1562100"/>
                <a:gd name="connsiteY87" fmla="*/ 923925 h 1309687"/>
                <a:gd name="connsiteX88" fmla="*/ 23813 w 1562100"/>
                <a:gd name="connsiteY88" fmla="*/ 952500 h 1309687"/>
                <a:gd name="connsiteX89" fmla="*/ 16669 w 1562100"/>
                <a:gd name="connsiteY89" fmla="*/ 992981 h 1309687"/>
                <a:gd name="connsiteX90" fmla="*/ 35719 w 1562100"/>
                <a:gd name="connsiteY90" fmla="*/ 997743 h 1309687"/>
                <a:gd name="connsiteX91" fmla="*/ 69056 w 1562100"/>
                <a:gd name="connsiteY91" fmla="*/ 997743 h 1309687"/>
                <a:gd name="connsiteX92" fmla="*/ 85725 w 1562100"/>
                <a:gd name="connsiteY92" fmla="*/ 988218 h 1309687"/>
                <a:gd name="connsiteX93" fmla="*/ 135731 w 1562100"/>
                <a:gd name="connsiteY93" fmla="*/ 1045368 h 1309687"/>
                <a:gd name="connsiteX94" fmla="*/ 123825 w 1562100"/>
                <a:gd name="connsiteY94" fmla="*/ 1064418 h 1309687"/>
                <a:gd name="connsiteX95" fmla="*/ 133350 w 1562100"/>
                <a:gd name="connsiteY95" fmla="*/ 1092993 h 1309687"/>
                <a:gd name="connsiteX96" fmla="*/ 164306 w 1562100"/>
                <a:gd name="connsiteY96" fmla="*/ 1112043 h 1309687"/>
                <a:gd name="connsiteX97" fmla="*/ 190500 w 1562100"/>
                <a:gd name="connsiteY97" fmla="*/ 1121568 h 1309687"/>
                <a:gd name="connsiteX98" fmla="*/ 216694 w 1562100"/>
                <a:gd name="connsiteY98" fmla="*/ 1128712 h 1309687"/>
                <a:gd name="connsiteX99" fmla="*/ 228600 w 1562100"/>
                <a:gd name="connsiteY99" fmla="*/ 1131093 h 1309687"/>
                <a:gd name="connsiteX100" fmla="*/ 240506 w 1562100"/>
                <a:gd name="connsiteY100" fmla="*/ 1092993 h 1309687"/>
                <a:gd name="connsiteX101" fmla="*/ 269081 w 1562100"/>
                <a:gd name="connsiteY101" fmla="*/ 1097756 h 1309687"/>
                <a:gd name="connsiteX102" fmla="*/ 288131 w 1562100"/>
                <a:gd name="connsiteY102" fmla="*/ 1085850 h 1309687"/>
                <a:gd name="connsiteX103" fmla="*/ 307181 w 1562100"/>
                <a:gd name="connsiteY103" fmla="*/ 1135856 h 1309687"/>
                <a:gd name="connsiteX104" fmla="*/ 330994 w 1562100"/>
                <a:gd name="connsiteY104" fmla="*/ 1150143 h 1309687"/>
                <a:gd name="connsiteX105" fmla="*/ 340519 w 1562100"/>
                <a:gd name="connsiteY105" fmla="*/ 1178718 h 1309687"/>
                <a:gd name="connsiteX106" fmla="*/ 357188 w 1562100"/>
                <a:gd name="connsiteY106" fmla="*/ 1188243 h 1309687"/>
                <a:gd name="connsiteX107" fmla="*/ 364331 w 1562100"/>
                <a:gd name="connsiteY107" fmla="*/ 1219200 h 1309687"/>
                <a:gd name="connsiteX108" fmla="*/ 335756 w 1562100"/>
                <a:gd name="connsiteY108" fmla="*/ 1245393 h 1309687"/>
                <a:gd name="connsiteX109" fmla="*/ 309563 w 1562100"/>
                <a:gd name="connsiteY109" fmla="*/ 1262062 h 1309687"/>
                <a:gd name="connsiteX110" fmla="*/ 297656 w 1562100"/>
                <a:gd name="connsiteY110" fmla="*/ 1285875 h 1309687"/>
                <a:gd name="connsiteX111" fmla="*/ 302419 w 1562100"/>
                <a:gd name="connsiteY111" fmla="*/ 1309687 h 1309687"/>
                <a:gd name="connsiteX112" fmla="*/ 342900 w 1562100"/>
                <a:gd name="connsiteY112" fmla="*/ 1309687 h 1309687"/>
                <a:gd name="connsiteX113" fmla="*/ 390525 w 1562100"/>
                <a:gd name="connsiteY113" fmla="*/ 1304925 h 1309687"/>
                <a:gd name="connsiteX114" fmla="*/ 428625 w 1562100"/>
                <a:gd name="connsiteY114" fmla="*/ 1295400 h 1309687"/>
                <a:gd name="connsiteX115" fmla="*/ 454819 w 1562100"/>
                <a:gd name="connsiteY115" fmla="*/ 1302543 h 1309687"/>
                <a:gd name="connsiteX116" fmla="*/ 473869 w 1562100"/>
                <a:gd name="connsiteY116" fmla="*/ 1281112 h 1309687"/>
                <a:gd name="connsiteX117" fmla="*/ 492919 w 1562100"/>
                <a:gd name="connsiteY117" fmla="*/ 1281112 h 1309687"/>
                <a:gd name="connsiteX118" fmla="*/ 507206 w 1562100"/>
                <a:gd name="connsiteY118" fmla="*/ 1250156 h 1309687"/>
                <a:gd name="connsiteX119" fmla="*/ 557213 w 1562100"/>
                <a:gd name="connsiteY119" fmla="*/ 1235868 h 1309687"/>
                <a:gd name="connsiteX120" fmla="*/ 583406 w 1562100"/>
                <a:gd name="connsiteY120" fmla="*/ 1216818 h 1309687"/>
                <a:gd name="connsiteX121" fmla="*/ 590550 w 1562100"/>
                <a:gd name="connsiteY121" fmla="*/ 1178718 h 1309687"/>
                <a:gd name="connsiteX122" fmla="*/ 607219 w 1562100"/>
                <a:gd name="connsiteY122" fmla="*/ 1152525 h 1309687"/>
                <a:gd name="connsiteX123" fmla="*/ 688181 w 1562100"/>
                <a:gd name="connsiteY123"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450056 w 1562100"/>
                <a:gd name="connsiteY54" fmla="*/ 2382 h 1309687"/>
                <a:gd name="connsiteX55" fmla="*/ 428625 w 1562100"/>
                <a:gd name="connsiteY55" fmla="*/ 0 h 1309687"/>
                <a:gd name="connsiteX56" fmla="*/ 376238 w 1562100"/>
                <a:gd name="connsiteY56" fmla="*/ 104775 h 1309687"/>
                <a:gd name="connsiteX57" fmla="*/ 314326 w 1562100"/>
                <a:gd name="connsiteY57" fmla="*/ 104774 h 1309687"/>
                <a:gd name="connsiteX58" fmla="*/ 328613 w 1562100"/>
                <a:gd name="connsiteY58" fmla="*/ 183356 h 1309687"/>
                <a:gd name="connsiteX59" fmla="*/ 292894 w 1562100"/>
                <a:gd name="connsiteY59" fmla="*/ 285750 h 1309687"/>
                <a:gd name="connsiteX60" fmla="*/ 264319 w 1562100"/>
                <a:gd name="connsiteY60" fmla="*/ 292893 h 1309687"/>
                <a:gd name="connsiteX61" fmla="*/ 261938 w 1562100"/>
                <a:gd name="connsiteY61" fmla="*/ 307181 h 1309687"/>
                <a:gd name="connsiteX62" fmla="*/ 261938 w 1562100"/>
                <a:gd name="connsiteY62" fmla="*/ 340518 h 1309687"/>
                <a:gd name="connsiteX63" fmla="*/ 228600 w 1562100"/>
                <a:gd name="connsiteY63" fmla="*/ 383381 h 1309687"/>
                <a:gd name="connsiteX64" fmla="*/ 271463 w 1562100"/>
                <a:gd name="connsiteY64" fmla="*/ 400050 h 1309687"/>
                <a:gd name="connsiteX65" fmla="*/ 278606 w 1562100"/>
                <a:gd name="connsiteY65" fmla="*/ 419100 h 1309687"/>
                <a:gd name="connsiteX66" fmla="*/ 257175 w 1562100"/>
                <a:gd name="connsiteY66" fmla="*/ 454818 h 1309687"/>
                <a:gd name="connsiteX67" fmla="*/ 221456 w 1562100"/>
                <a:gd name="connsiteY67" fmla="*/ 464343 h 1309687"/>
                <a:gd name="connsiteX68" fmla="*/ 221456 w 1562100"/>
                <a:gd name="connsiteY68" fmla="*/ 504825 h 1309687"/>
                <a:gd name="connsiteX69" fmla="*/ 254794 w 1562100"/>
                <a:gd name="connsiteY69" fmla="*/ 542925 h 1309687"/>
                <a:gd name="connsiteX70" fmla="*/ 226219 w 1562100"/>
                <a:gd name="connsiteY70" fmla="*/ 607218 h 1309687"/>
                <a:gd name="connsiteX71" fmla="*/ 180975 w 1562100"/>
                <a:gd name="connsiteY71" fmla="*/ 635793 h 1309687"/>
                <a:gd name="connsiteX72" fmla="*/ 183356 w 1562100"/>
                <a:gd name="connsiteY72" fmla="*/ 652462 h 1309687"/>
                <a:gd name="connsiteX73" fmla="*/ 204788 w 1562100"/>
                <a:gd name="connsiteY73" fmla="*/ 661987 h 1309687"/>
                <a:gd name="connsiteX74" fmla="*/ 219075 w 1562100"/>
                <a:gd name="connsiteY74" fmla="*/ 671512 h 1309687"/>
                <a:gd name="connsiteX75" fmla="*/ 223838 w 1562100"/>
                <a:gd name="connsiteY75" fmla="*/ 690562 h 1309687"/>
                <a:gd name="connsiteX76" fmla="*/ 195263 w 1562100"/>
                <a:gd name="connsiteY76" fmla="*/ 716756 h 1309687"/>
                <a:gd name="connsiteX77" fmla="*/ 123825 w 1562100"/>
                <a:gd name="connsiteY77" fmla="*/ 762000 h 1309687"/>
                <a:gd name="connsiteX78" fmla="*/ 123825 w 1562100"/>
                <a:gd name="connsiteY78" fmla="*/ 797718 h 1309687"/>
                <a:gd name="connsiteX79" fmla="*/ 135731 w 1562100"/>
                <a:gd name="connsiteY79" fmla="*/ 828675 h 1309687"/>
                <a:gd name="connsiteX80" fmla="*/ 123825 w 1562100"/>
                <a:gd name="connsiteY80" fmla="*/ 869156 h 1309687"/>
                <a:gd name="connsiteX81" fmla="*/ 76200 w 1562100"/>
                <a:gd name="connsiteY81" fmla="*/ 864393 h 1309687"/>
                <a:gd name="connsiteX82" fmla="*/ 52388 w 1562100"/>
                <a:gd name="connsiteY82" fmla="*/ 809625 h 1309687"/>
                <a:gd name="connsiteX83" fmla="*/ 33338 w 1562100"/>
                <a:gd name="connsiteY83" fmla="*/ 802481 h 1309687"/>
                <a:gd name="connsiteX84" fmla="*/ 23813 w 1562100"/>
                <a:gd name="connsiteY84" fmla="*/ 840581 h 1309687"/>
                <a:gd name="connsiteX85" fmla="*/ 21431 w 1562100"/>
                <a:gd name="connsiteY85" fmla="*/ 850106 h 1309687"/>
                <a:gd name="connsiteX86" fmla="*/ 7144 w 1562100"/>
                <a:gd name="connsiteY86" fmla="*/ 866775 h 1309687"/>
                <a:gd name="connsiteX87" fmla="*/ 0 w 1562100"/>
                <a:gd name="connsiteY87" fmla="*/ 923925 h 1309687"/>
                <a:gd name="connsiteX88" fmla="*/ 23813 w 1562100"/>
                <a:gd name="connsiteY88" fmla="*/ 952500 h 1309687"/>
                <a:gd name="connsiteX89" fmla="*/ 16669 w 1562100"/>
                <a:gd name="connsiteY89" fmla="*/ 992981 h 1309687"/>
                <a:gd name="connsiteX90" fmla="*/ 35719 w 1562100"/>
                <a:gd name="connsiteY90" fmla="*/ 997743 h 1309687"/>
                <a:gd name="connsiteX91" fmla="*/ 69056 w 1562100"/>
                <a:gd name="connsiteY91" fmla="*/ 997743 h 1309687"/>
                <a:gd name="connsiteX92" fmla="*/ 85725 w 1562100"/>
                <a:gd name="connsiteY92" fmla="*/ 988218 h 1309687"/>
                <a:gd name="connsiteX93" fmla="*/ 135731 w 1562100"/>
                <a:gd name="connsiteY93" fmla="*/ 1045368 h 1309687"/>
                <a:gd name="connsiteX94" fmla="*/ 123825 w 1562100"/>
                <a:gd name="connsiteY94" fmla="*/ 1064418 h 1309687"/>
                <a:gd name="connsiteX95" fmla="*/ 133350 w 1562100"/>
                <a:gd name="connsiteY95" fmla="*/ 1092993 h 1309687"/>
                <a:gd name="connsiteX96" fmla="*/ 164306 w 1562100"/>
                <a:gd name="connsiteY96" fmla="*/ 1112043 h 1309687"/>
                <a:gd name="connsiteX97" fmla="*/ 190500 w 1562100"/>
                <a:gd name="connsiteY97" fmla="*/ 1121568 h 1309687"/>
                <a:gd name="connsiteX98" fmla="*/ 216694 w 1562100"/>
                <a:gd name="connsiteY98" fmla="*/ 1128712 h 1309687"/>
                <a:gd name="connsiteX99" fmla="*/ 228600 w 1562100"/>
                <a:gd name="connsiteY99" fmla="*/ 1131093 h 1309687"/>
                <a:gd name="connsiteX100" fmla="*/ 240506 w 1562100"/>
                <a:gd name="connsiteY100" fmla="*/ 1092993 h 1309687"/>
                <a:gd name="connsiteX101" fmla="*/ 269081 w 1562100"/>
                <a:gd name="connsiteY101" fmla="*/ 1097756 h 1309687"/>
                <a:gd name="connsiteX102" fmla="*/ 288131 w 1562100"/>
                <a:gd name="connsiteY102" fmla="*/ 1085850 h 1309687"/>
                <a:gd name="connsiteX103" fmla="*/ 307181 w 1562100"/>
                <a:gd name="connsiteY103" fmla="*/ 1135856 h 1309687"/>
                <a:gd name="connsiteX104" fmla="*/ 330994 w 1562100"/>
                <a:gd name="connsiteY104" fmla="*/ 1150143 h 1309687"/>
                <a:gd name="connsiteX105" fmla="*/ 340519 w 1562100"/>
                <a:gd name="connsiteY105" fmla="*/ 1178718 h 1309687"/>
                <a:gd name="connsiteX106" fmla="*/ 357188 w 1562100"/>
                <a:gd name="connsiteY106" fmla="*/ 1188243 h 1309687"/>
                <a:gd name="connsiteX107" fmla="*/ 364331 w 1562100"/>
                <a:gd name="connsiteY107" fmla="*/ 1219200 h 1309687"/>
                <a:gd name="connsiteX108" fmla="*/ 335756 w 1562100"/>
                <a:gd name="connsiteY108" fmla="*/ 1245393 h 1309687"/>
                <a:gd name="connsiteX109" fmla="*/ 309563 w 1562100"/>
                <a:gd name="connsiteY109" fmla="*/ 1262062 h 1309687"/>
                <a:gd name="connsiteX110" fmla="*/ 297656 w 1562100"/>
                <a:gd name="connsiteY110" fmla="*/ 1285875 h 1309687"/>
                <a:gd name="connsiteX111" fmla="*/ 302419 w 1562100"/>
                <a:gd name="connsiteY111" fmla="*/ 1309687 h 1309687"/>
                <a:gd name="connsiteX112" fmla="*/ 342900 w 1562100"/>
                <a:gd name="connsiteY112" fmla="*/ 1309687 h 1309687"/>
                <a:gd name="connsiteX113" fmla="*/ 390525 w 1562100"/>
                <a:gd name="connsiteY113" fmla="*/ 1304925 h 1309687"/>
                <a:gd name="connsiteX114" fmla="*/ 428625 w 1562100"/>
                <a:gd name="connsiteY114" fmla="*/ 1295400 h 1309687"/>
                <a:gd name="connsiteX115" fmla="*/ 454819 w 1562100"/>
                <a:gd name="connsiteY115" fmla="*/ 1302543 h 1309687"/>
                <a:gd name="connsiteX116" fmla="*/ 473869 w 1562100"/>
                <a:gd name="connsiteY116" fmla="*/ 1281112 h 1309687"/>
                <a:gd name="connsiteX117" fmla="*/ 492919 w 1562100"/>
                <a:gd name="connsiteY117" fmla="*/ 1281112 h 1309687"/>
                <a:gd name="connsiteX118" fmla="*/ 507206 w 1562100"/>
                <a:gd name="connsiteY118" fmla="*/ 1250156 h 1309687"/>
                <a:gd name="connsiteX119" fmla="*/ 557213 w 1562100"/>
                <a:gd name="connsiteY119" fmla="*/ 1235868 h 1309687"/>
                <a:gd name="connsiteX120" fmla="*/ 583406 w 1562100"/>
                <a:gd name="connsiteY120" fmla="*/ 1216818 h 1309687"/>
                <a:gd name="connsiteX121" fmla="*/ 590550 w 1562100"/>
                <a:gd name="connsiteY121" fmla="*/ 1178718 h 1309687"/>
                <a:gd name="connsiteX122" fmla="*/ 607219 w 1562100"/>
                <a:gd name="connsiteY122" fmla="*/ 1152525 h 1309687"/>
                <a:gd name="connsiteX123" fmla="*/ 688181 w 1562100"/>
                <a:gd name="connsiteY123"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450056 w 1562100"/>
                <a:gd name="connsiteY54" fmla="*/ 2382 h 1309687"/>
                <a:gd name="connsiteX55" fmla="*/ 428625 w 1562100"/>
                <a:gd name="connsiteY55" fmla="*/ 0 h 1309687"/>
                <a:gd name="connsiteX56" fmla="*/ 376238 w 1562100"/>
                <a:gd name="connsiteY56" fmla="*/ 104775 h 1309687"/>
                <a:gd name="connsiteX57" fmla="*/ 314326 w 1562100"/>
                <a:gd name="connsiteY57" fmla="*/ 104774 h 1309687"/>
                <a:gd name="connsiteX58" fmla="*/ 328613 w 1562100"/>
                <a:gd name="connsiteY58" fmla="*/ 183356 h 1309687"/>
                <a:gd name="connsiteX59" fmla="*/ 292894 w 1562100"/>
                <a:gd name="connsiteY59" fmla="*/ 285750 h 1309687"/>
                <a:gd name="connsiteX60" fmla="*/ 264319 w 1562100"/>
                <a:gd name="connsiteY60" fmla="*/ 292893 h 1309687"/>
                <a:gd name="connsiteX61" fmla="*/ 261938 w 1562100"/>
                <a:gd name="connsiteY61" fmla="*/ 307181 h 1309687"/>
                <a:gd name="connsiteX62" fmla="*/ 261938 w 1562100"/>
                <a:gd name="connsiteY62" fmla="*/ 340518 h 1309687"/>
                <a:gd name="connsiteX63" fmla="*/ 228600 w 1562100"/>
                <a:gd name="connsiteY63" fmla="*/ 383381 h 1309687"/>
                <a:gd name="connsiteX64" fmla="*/ 271463 w 1562100"/>
                <a:gd name="connsiteY64" fmla="*/ 400050 h 1309687"/>
                <a:gd name="connsiteX65" fmla="*/ 278606 w 1562100"/>
                <a:gd name="connsiteY65" fmla="*/ 419100 h 1309687"/>
                <a:gd name="connsiteX66" fmla="*/ 257175 w 1562100"/>
                <a:gd name="connsiteY66" fmla="*/ 454818 h 1309687"/>
                <a:gd name="connsiteX67" fmla="*/ 221456 w 1562100"/>
                <a:gd name="connsiteY67" fmla="*/ 464343 h 1309687"/>
                <a:gd name="connsiteX68" fmla="*/ 221456 w 1562100"/>
                <a:gd name="connsiteY68" fmla="*/ 504825 h 1309687"/>
                <a:gd name="connsiteX69" fmla="*/ 254794 w 1562100"/>
                <a:gd name="connsiteY69" fmla="*/ 542925 h 1309687"/>
                <a:gd name="connsiteX70" fmla="*/ 226219 w 1562100"/>
                <a:gd name="connsiteY70" fmla="*/ 607218 h 1309687"/>
                <a:gd name="connsiteX71" fmla="*/ 180975 w 1562100"/>
                <a:gd name="connsiteY71" fmla="*/ 635793 h 1309687"/>
                <a:gd name="connsiteX72" fmla="*/ 183356 w 1562100"/>
                <a:gd name="connsiteY72" fmla="*/ 652462 h 1309687"/>
                <a:gd name="connsiteX73" fmla="*/ 204788 w 1562100"/>
                <a:gd name="connsiteY73" fmla="*/ 661987 h 1309687"/>
                <a:gd name="connsiteX74" fmla="*/ 219075 w 1562100"/>
                <a:gd name="connsiteY74" fmla="*/ 671512 h 1309687"/>
                <a:gd name="connsiteX75" fmla="*/ 223838 w 1562100"/>
                <a:gd name="connsiteY75" fmla="*/ 690562 h 1309687"/>
                <a:gd name="connsiteX76" fmla="*/ 195263 w 1562100"/>
                <a:gd name="connsiteY76" fmla="*/ 716756 h 1309687"/>
                <a:gd name="connsiteX77" fmla="*/ 123825 w 1562100"/>
                <a:gd name="connsiteY77" fmla="*/ 762000 h 1309687"/>
                <a:gd name="connsiteX78" fmla="*/ 123825 w 1562100"/>
                <a:gd name="connsiteY78" fmla="*/ 797718 h 1309687"/>
                <a:gd name="connsiteX79" fmla="*/ 135731 w 1562100"/>
                <a:gd name="connsiteY79" fmla="*/ 828675 h 1309687"/>
                <a:gd name="connsiteX80" fmla="*/ 123825 w 1562100"/>
                <a:gd name="connsiteY80" fmla="*/ 869156 h 1309687"/>
                <a:gd name="connsiteX81" fmla="*/ 76200 w 1562100"/>
                <a:gd name="connsiteY81" fmla="*/ 864393 h 1309687"/>
                <a:gd name="connsiteX82" fmla="*/ 52388 w 1562100"/>
                <a:gd name="connsiteY82" fmla="*/ 809625 h 1309687"/>
                <a:gd name="connsiteX83" fmla="*/ 33338 w 1562100"/>
                <a:gd name="connsiteY83" fmla="*/ 802481 h 1309687"/>
                <a:gd name="connsiteX84" fmla="*/ 23813 w 1562100"/>
                <a:gd name="connsiteY84" fmla="*/ 840581 h 1309687"/>
                <a:gd name="connsiteX85" fmla="*/ 21431 w 1562100"/>
                <a:gd name="connsiteY85" fmla="*/ 850106 h 1309687"/>
                <a:gd name="connsiteX86" fmla="*/ 7144 w 1562100"/>
                <a:gd name="connsiteY86" fmla="*/ 866775 h 1309687"/>
                <a:gd name="connsiteX87" fmla="*/ 0 w 1562100"/>
                <a:gd name="connsiteY87" fmla="*/ 923925 h 1309687"/>
                <a:gd name="connsiteX88" fmla="*/ 23813 w 1562100"/>
                <a:gd name="connsiteY88" fmla="*/ 952500 h 1309687"/>
                <a:gd name="connsiteX89" fmla="*/ 16669 w 1562100"/>
                <a:gd name="connsiteY89" fmla="*/ 992981 h 1309687"/>
                <a:gd name="connsiteX90" fmla="*/ 35719 w 1562100"/>
                <a:gd name="connsiteY90" fmla="*/ 997743 h 1309687"/>
                <a:gd name="connsiteX91" fmla="*/ 69056 w 1562100"/>
                <a:gd name="connsiteY91" fmla="*/ 997743 h 1309687"/>
                <a:gd name="connsiteX92" fmla="*/ 85725 w 1562100"/>
                <a:gd name="connsiteY92" fmla="*/ 988218 h 1309687"/>
                <a:gd name="connsiteX93" fmla="*/ 135731 w 1562100"/>
                <a:gd name="connsiteY93" fmla="*/ 1045368 h 1309687"/>
                <a:gd name="connsiteX94" fmla="*/ 123825 w 1562100"/>
                <a:gd name="connsiteY94" fmla="*/ 1064418 h 1309687"/>
                <a:gd name="connsiteX95" fmla="*/ 133350 w 1562100"/>
                <a:gd name="connsiteY95" fmla="*/ 1092993 h 1309687"/>
                <a:gd name="connsiteX96" fmla="*/ 164306 w 1562100"/>
                <a:gd name="connsiteY96" fmla="*/ 1112043 h 1309687"/>
                <a:gd name="connsiteX97" fmla="*/ 190500 w 1562100"/>
                <a:gd name="connsiteY97" fmla="*/ 1121568 h 1309687"/>
                <a:gd name="connsiteX98" fmla="*/ 216694 w 1562100"/>
                <a:gd name="connsiteY98" fmla="*/ 1128712 h 1309687"/>
                <a:gd name="connsiteX99" fmla="*/ 228600 w 1562100"/>
                <a:gd name="connsiteY99" fmla="*/ 1131093 h 1309687"/>
                <a:gd name="connsiteX100" fmla="*/ 240506 w 1562100"/>
                <a:gd name="connsiteY100" fmla="*/ 1092993 h 1309687"/>
                <a:gd name="connsiteX101" fmla="*/ 269081 w 1562100"/>
                <a:gd name="connsiteY101" fmla="*/ 1097756 h 1309687"/>
                <a:gd name="connsiteX102" fmla="*/ 288131 w 1562100"/>
                <a:gd name="connsiteY102" fmla="*/ 1085850 h 1309687"/>
                <a:gd name="connsiteX103" fmla="*/ 307181 w 1562100"/>
                <a:gd name="connsiteY103" fmla="*/ 1135856 h 1309687"/>
                <a:gd name="connsiteX104" fmla="*/ 330994 w 1562100"/>
                <a:gd name="connsiteY104" fmla="*/ 1150143 h 1309687"/>
                <a:gd name="connsiteX105" fmla="*/ 340519 w 1562100"/>
                <a:gd name="connsiteY105" fmla="*/ 1178718 h 1309687"/>
                <a:gd name="connsiteX106" fmla="*/ 357188 w 1562100"/>
                <a:gd name="connsiteY106" fmla="*/ 1188243 h 1309687"/>
                <a:gd name="connsiteX107" fmla="*/ 364331 w 1562100"/>
                <a:gd name="connsiteY107" fmla="*/ 1219200 h 1309687"/>
                <a:gd name="connsiteX108" fmla="*/ 335756 w 1562100"/>
                <a:gd name="connsiteY108" fmla="*/ 1245393 h 1309687"/>
                <a:gd name="connsiteX109" fmla="*/ 309563 w 1562100"/>
                <a:gd name="connsiteY109" fmla="*/ 1262062 h 1309687"/>
                <a:gd name="connsiteX110" fmla="*/ 297656 w 1562100"/>
                <a:gd name="connsiteY110" fmla="*/ 1285875 h 1309687"/>
                <a:gd name="connsiteX111" fmla="*/ 302419 w 1562100"/>
                <a:gd name="connsiteY111" fmla="*/ 1309687 h 1309687"/>
                <a:gd name="connsiteX112" fmla="*/ 342900 w 1562100"/>
                <a:gd name="connsiteY112" fmla="*/ 1309687 h 1309687"/>
                <a:gd name="connsiteX113" fmla="*/ 390525 w 1562100"/>
                <a:gd name="connsiteY113" fmla="*/ 1304925 h 1309687"/>
                <a:gd name="connsiteX114" fmla="*/ 428625 w 1562100"/>
                <a:gd name="connsiteY114" fmla="*/ 1295400 h 1309687"/>
                <a:gd name="connsiteX115" fmla="*/ 454819 w 1562100"/>
                <a:gd name="connsiteY115" fmla="*/ 1302543 h 1309687"/>
                <a:gd name="connsiteX116" fmla="*/ 473869 w 1562100"/>
                <a:gd name="connsiteY116" fmla="*/ 1281112 h 1309687"/>
                <a:gd name="connsiteX117" fmla="*/ 492919 w 1562100"/>
                <a:gd name="connsiteY117" fmla="*/ 1281112 h 1309687"/>
                <a:gd name="connsiteX118" fmla="*/ 507206 w 1562100"/>
                <a:gd name="connsiteY118" fmla="*/ 1250156 h 1309687"/>
                <a:gd name="connsiteX119" fmla="*/ 557213 w 1562100"/>
                <a:gd name="connsiteY119" fmla="*/ 1235868 h 1309687"/>
                <a:gd name="connsiteX120" fmla="*/ 583406 w 1562100"/>
                <a:gd name="connsiteY120" fmla="*/ 1216818 h 1309687"/>
                <a:gd name="connsiteX121" fmla="*/ 590550 w 1562100"/>
                <a:gd name="connsiteY121" fmla="*/ 1178718 h 1309687"/>
                <a:gd name="connsiteX122" fmla="*/ 607219 w 1562100"/>
                <a:gd name="connsiteY122" fmla="*/ 1152525 h 1309687"/>
                <a:gd name="connsiteX123" fmla="*/ 688181 w 1562100"/>
                <a:gd name="connsiteY123"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552450 w 1562100"/>
                <a:gd name="connsiteY54" fmla="*/ 78582 h 1309687"/>
                <a:gd name="connsiteX55" fmla="*/ 450056 w 1562100"/>
                <a:gd name="connsiteY55" fmla="*/ 2382 h 1309687"/>
                <a:gd name="connsiteX56" fmla="*/ 428625 w 1562100"/>
                <a:gd name="connsiteY56" fmla="*/ 0 h 1309687"/>
                <a:gd name="connsiteX57" fmla="*/ 376238 w 1562100"/>
                <a:gd name="connsiteY57" fmla="*/ 104775 h 1309687"/>
                <a:gd name="connsiteX58" fmla="*/ 314326 w 1562100"/>
                <a:gd name="connsiteY58" fmla="*/ 104774 h 1309687"/>
                <a:gd name="connsiteX59" fmla="*/ 328613 w 1562100"/>
                <a:gd name="connsiteY59" fmla="*/ 183356 h 1309687"/>
                <a:gd name="connsiteX60" fmla="*/ 292894 w 1562100"/>
                <a:gd name="connsiteY60" fmla="*/ 285750 h 1309687"/>
                <a:gd name="connsiteX61" fmla="*/ 264319 w 1562100"/>
                <a:gd name="connsiteY61" fmla="*/ 292893 h 1309687"/>
                <a:gd name="connsiteX62" fmla="*/ 261938 w 1562100"/>
                <a:gd name="connsiteY62" fmla="*/ 307181 h 1309687"/>
                <a:gd name="connsiteX63" fmla="*/ 261938 w 1562100"/>
                <a:gd name="connsiteY63" fmla="*/ 340518 h 1309687"/>
                <a:gd name="connsiteX64" fmla="*/ 228600 w 1562100"/>
                <a:gd name="connsiteY64" fmla="*/ 383381 h 1309687"/>
                <a:gd name="connsiteX65" fmla="*/ 271463 w 1562100"/>
                <a:gd name="connsiteY65" fmla="*/ 400050 h 1309687"/>
                <a:gd name="connsiteX66" fmla="*/ 278606 w 1562100"/>
                <a:gd name="connsiteY66" fmla="*/ 419100 h 1309687"/>
                <a:gd name="connsiteX67" fmla="*/ 257175 w 1562100"/>
                <a:gd name="connsiteY67" fmla="*/ 454818 h 1309687"/>
                <a:gd name="connsiteX68" fmla="*/ 221456 w 1562100"/>
                <a:gd name="connsiteY68" fmla="*/ 464343 h 1309687"/>
                <a:gd name="connsiteX69" fmla="*/ 221456 w 1562100"/>
                <a:gd name="connsiteY69" fmla="*/ 504825 h 1309687"/>
                <a:gd name="connsiteX70" fmla="*/ 254794 w 1562100"/>
                <a:gd name="connsiteY70" fmla="*/ 542925 h 1309687"/>
                <a:gd name="connsiteX71" fmla="*/ 226219 w 1562100"/>
                <a:gd name="connsiteY71" fmla="*/ 607218 h 1309687"/>
                <a:gd name="connsiteX72" fmla="*/ 180975 w 1562100"/>
                <a:gd name="connsiteY72" fmla="*/ 635793 h 1309687"/>
                <a:gd name="connsiteX73" fmla="*/ 183356 w 1562100"/>
                <a:gd name="connsiteY73" fmla="*/ 652462 h 1309687"/>
                <a:gd name="connsiteX74" fmla="*/ 204788 w 1562100"/>
                <a:gd name="connsiteY74" fmla="*/ 661987 h 1309687"/>
                <a:gd name="connsiteX75" fmla="*/ 219075 w 1562100"/>
                <a:gd name="connsiteY75" fmla="*/ 671512 h 1309687"/>
                <a:gd name="connsiteX76" fmla="*/ 223838 w 1562100"/>
                <a:gd name="connsiteY76" fmla="*/ 690562 h 1309687"/>
                <a:gd name="connsiteX77" fmla="*/ 195263 w 1562100"/>
                <a:gd name="connsiteY77" fmla="*/ 716756 h 1309687"/>
                <a:gd name="connsiteX78" fmla="*/ 123825 w 1562100"/>
                <a:gd name="connsiteY78" fmla="*/ 762000 h 1309687"/>
                <a:gd name="connsiteX79" fmla="*/ 123825 w 1562100"/>
                <a:gd name="connsiteY79" fmla="*/ 797718 h 1309687"/>
                <a:gd name="connsiteX80" fmla="*/ 135731 w 1562100"/>
                <a:gd name="connsiteY80" fmla="*/ 828675 h 1309687"/>
                <a:gd name="connsiteX81" fmla="*/ 123825 w 1562100"/>
                <a:gd name="connsiteY81" fmla="*/ 869156 h 1309687"/>
                <a:gd name="connsiteX82" fmla="*/ 76200 w 1562100"/>
                <a:gd name="connsiteY82" fmla="*/ 864393 h 1309687"/>
                <a:gd name="connsiteX83" fmla="*/ 52388 w 1562100"/>
                <a:gd name="connsiteY83" fmla="*/ 809625 h 1309687"/>
                <a:gd name="connsiteX84" fmla="*/ 33338 w 1562100"/>
                <a:gd name="connsiteY84" fmla="*/ 802481 h 1309687"/>
                <a:gd name="connsiteX85" fmla="*/ 23813 w 1562100"/>
                <a:gd name="connsiteY85" fmla="*/ 840581 h 1309687"/>
                <a:gd name="connsiteX86" fmla="*/ 21431 w 1562100"/>
                <a:gd name="connsiteY86" fmla="*/ 850106 h 1309687"/>
                <a:gd name="connsiteX87" fmla="*/ 7144 w 1562100"/>
                <a:gd name="connsiteY87" fmla="*/ 866775 h 1309687"/>
                <a:gd name="connsiteX88" fmla="*/ 0 w 1562100"/>
                <a:gd name="connsiteY88" fmla="*/ 923925 h 1309687"/>
                <a:gd name="connsiteX89" fmla="*/ 23813 w 1562100"/>
                <a:gd name="connsiteY89" fmla="*/ 952500 h 1309687"/>
                <a:gd name="connsiteX90" fmla="*/ 16669 w 1562100"/>
                <a:gd name="connsiteY90" fmla="*/ 992981 h 1309687"/>
                <a:gd name="connsiteX91" fmla="*/ 35719 w 1562100"/>
                <a:gd name="connsiteY91" fmla="*/ 997743 h 1309687"/>
                <a:gd name="connsiteX92" fmla="*/ 69056 w 1562100"/>
                <a:gd name="connsiteY92" fmla="*/ 997743 h 1309687"/>
                <a:gd name="connsiteX93" fmla="*/ 85725 w 1562100"/>
                <a:gd name="connsiteY93" fmla="*/ 988218 h 1309687"/>
                <a:gd name="connsiteX94" fmla="*/ 135731 w 1562100"/>
                <a:gd name="connsiteY94" fmla="*/ 1045368 h 1309687"/>
                <a:gd name="connsiteX95" fmla="*/ 123825 w 1562100"/>
                <a:gd name="connsiteY95" fmla="*/ 1064418 h 1309687"/>
                <a:gd name="connsiteX96" fmla="*/ 133350 w 1562100"/>
                <a:gd name="connsiteY96" fmla="*/ 1092993 h 1309687"/>
                <a:gd name="connsiteX97" fmla="*/ 164306 w 1562100"/>
                <a:gd name="connsiteY97" fmla="*/ 1112043 h 1309687"/>
                <a:gd name="connsiteX98" fmla="*/ 190500 w 1562100"/>
                <a:gd name="connsiteY98" fmla="*/ 1121568 h 1309687"/>
                <a:gd name="connsiteX99" fmla="*/ 216694 w 1562100"/>
                <a:gd name="connsiteY99" fmla="*/ 1128712 h 1309687"/>
                <a:gd name="connsiteX100" fmla="*/ 228600 w 1562100"/>
                <a:gd name="connsiteY100" fmla="*/ 1131093 h 1309687"/>
                <a:gd name="connsiteX101" fmla="*/ 240506 w 1562100"/>
                <a:gd name="connsiteY101" fmla="*/ 1092993 h 1309687"/>
                <a:gd name="connsiteX102" fmla="*/ 269081 w 1562100"/>
                <a:gd name="connsiteY102" fmla="*/ 1097756 h 1309687"/>
                <a:gd name="connsiteX103" fmla="*/ 288131 w 1562100"/>
                <a:gd name="connsiteY103" fmla="*/ 1085850 h 1309687"/>
                <a:gd name="connsiteX104" fmla="*/ 307181 w 1562100"/>
                <a:gd name="connsiteY104" fmla="*/ 1135856 h 1309687"/>
                <a:gd name="connsiteX105" fmla="*/ 330994 w 1562100"/>
                <a:gd name="connsiteY105" fmla="*/ 1150143 h 1309687"/>
                <a:gd name="connsiteX106" fmla="*/ 340519 w 1562100"/>
                <a:gd name="connsiteY106" fmla="*/ 1178718 h 1309687"/>
                <a:gd name="connsiteX107" fmla="*/ 357188 w 1562100"/>
                <a:gd name="connsiteY107" fmla="*/ 1188243 h 1309687"/>
                <a:gd name="connsiteX108" fmla="*/ 364331 w 1562100"/>
                <a:gd name="connsiteY108" fmla="*/ 1219200 h 1309687"/>
                <a:gd name="connsiteX109" fmla="*/ 335756 w 1562100"/>
                <a:gd name="connsiteY109" fmla="*/ 1245393 h 1309687"/>
                <a:gd name="connsiteX110" fmla="*/ 309563 w 1562100"/>
                <a:gd name="connsiteY110" fmla="*/ 1262062 h 1309687"/>
                <a:gd name="connsiteX111" fmla="*/ 297656 w 1562100"/>
                <a:gd name="connsiteY111" fmla="*/ 1285875 h 1309687"/>
                <a:gd name="connsiteX112" fmla="*/ 302419 w 1562100"/>
                <a:gd name="connsiteY112" fmla="*/ 1309687 h 1309687"/>
                <a:gd name="connsiteX113" fmla="*/ 342900 w 1562100"/>
                <a:gd name="connsiteY113" fmla="*/ 1309687 h 1309687"/>
                <a:gd name="connsiteX114" fmla="*/ 390525 w 1562100"/>
                <a:gd name="connsiteY114" fmla="*/ 1304925 h 1309687"/>
                <a:gd name="connsiteX115" fmla="*/ 428625 w 1562100"/>
                <a:gd name="connsiteY115" fmla="*/ 1295400 h 1309687"/>
                <a:gd name="connsiteX116" fmla="*/ 454819 w 1562100"/>
                <a:gd name="connsiteY116" fmla="*/ 1302543 h 1309687"/>
                <a:gd name="connsiteX117" fmla="*/ 473869 w 1562100"/>
                <a:gd name="connsiteY117" fmla="*/ 1281112 h 1309687"/>
                <a:gd name="connsiteX118" fmla="*/ 492919 w 1562100"/>
                <a:gd name="connsiteY118" fmla="*/ 1281112 h 1309687"/>
                <a:gd name="connsiteX119" fmla="*/ 507206 w 1562100"/>
                <a:gd name="connsiteY119" fmla="*/ 1250156 h 1309687"/>
                <a:gd name="connsiteX120" fmla="*/ 557213 w 1562100"/>
                <a:gd name="connsiteY120" fmla="*/ 1235868 h 1309687"/>
                <a:gd name="connsiteX121" fmla="*/ 583406 w 1562100"/>
                <a:gd name="connsiteY121" fmla="*/ 1216818 h 1309687"/>
                <a:gd name="connsiteX122" fmla="*/ 590550 w 1562100"/>
                <a:gd name="connsiteY122" fmla="*/ 1178718 h 1309687"/>
                <a:gd name="connsiteX123" fmla="*/ 607219 w 1562100"/>
                <a:gd name="connsiteY123" fmla="*/ 1152525 h 1309687"/>
                <a:gd name="connsiteX124" fmla="*/ 688181 w 1562100"/>
                <a:gd name="connsiteY124"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497681 w 1562100"/>
                <a:gd name="connsiteY54" fmla="*/ 119063 h 1309687"/>
                <a:gd name="connsiteX55" fmla="*/ 450056 w 1562100"/>
                <a:gd name="connsiteY55" fmla="*/ 2382 h 1309687"/>
                <a:gd name="connsiteX56" fmla="*/ 428625 w 1562100"/>
                <a:gd name="connsiteY56" fmla="*/ 0 h 1309687"/>
                <a:gd name="connsiteX57" fmla="*/ 376238 w 1562100"/>
                <a:gd name="connsiteY57" fmla="*/ 104775 h 1309687"/>
                <a:gd name="connsiteX58" fmla="*/ 314326 w 1562100"/>
                <a:gd name="connsiteY58" fmla="*/ 104774 h 1309687"/>
                <a:gd name="connsiteX59" fmla="*/ 328613 w 1562100"/>
                <a:gd name="connsiteY59" fmla="*/ 183356 h 1309687"/>
                <a:gd name="connsiteX60" fmla="*/ 292894 w 1562100"/>
                <a:gd name="connsiteY60" fmla="*/ 285750 h 1309687"/>
                <a:gd name="connsiteX61" fmla="*/ 264319 w 1562100"/>
                <a:gd name="connsiteY61" fmla="*/ 292893 h 1309687"/>
                <a:gd name="connsiteX62" fmla="*/ 261938 w 1562100"/>
                <a:gd name="connsiteY62" fmla="*/ 307181 h 1309687"/>
                <a:gd name="connsiteX63" fmla="*/ 261938 w 1562100"/>
                <a:gd name="connsiteY63" fmla="*/ 340518 h 1309687"/>
                <a:gd name="connsiteX64" fmla="*/ 228600 w 1562100"/>
                <a:gd name="connsiteY64" fmla="*/ 383381 h 1309687"/>
                <a:gd name="connsiteX65" fmla="*/ 271463 w 1562100"/>
                <a:gd name="connsiteY65" fmla="*/ 400050 h 1309687"/>
                <a:gd name="connsiteX66" fmla="*/ 278606 w 1562100"/>
                <a:gd name="connsiteY66" fmla="*/ 419100 h 1309687"/>
                <a:gd name="connsiteX67" fmla="*/ 257175 w 1562100"/>
                <a:gd name="connsiteY67" fmla="*/ 454818 h 1309687"/>
                <a:gd name="connsiteX68" fmla="*/ 221456 w 1562100"/>
                <a:gd name="connsiteY68" fmla="*/ 464343 h 1309687"/>
                <a:gd name="connsiteX69" fmla="*/ 221456 w 1562100"/>
                <a:gd name="connsiteY69" fmla="*/ 504825 h 1309687"/>
                <a:gd name="connsiteX70" fmla="*/ 254794 w 1562100"/>
                <a:gd name="connsiteY70" fmla="*/ 542925 h 1309687"/>
                <a:gd name="connsiteX71" fmla="*/ 226219 w 1562100"/>
                <a:gd name="connsiteY71" fmla="*/ 607218 h 1309687"/>
                <a:gd name="connsiteX72" fmla="*/ 180975 w 1562100"/>
                <a:gd name="connsiteY72" fmla="*/ 635793 h 1309687"/>
                <a:gd name="connsiteX73" fmla="*/ 183356 w 1562100"/>
                <a:gd name="connsiteY73" fmla="*/ 652462 h 1309687"/>
                <a:gd name="connsiteX74" fmla="*/ 204788 w 1562100"/>
                <a:gd name="connsiteY74" fmla="*/ 661987 h 1309687"/>
                <a:gd name="connsiteX75" fmla="*/ 219075 w 1562100"/>
                <a:gd name="connsiteY75" fmla="*/ 671512 h 1309687"/>
                <a:gd name="connsiteX76" fmla="*/ 223838 w 1562100"/>
                <a:gd name="connsiteY76" fmla="*/ 690562 h 1309687"/>
                <a:gd name="connsiteX77" fmla="*/ 195263 w 1562100"/>
                <a:gd name="connsiteY77" fmla="*/ 716756 h 1309687"/>
                <a:gd name="connsiteX78" fmla="*/ 123825 w 1562100"/>
                <a:gd name="connsiteY78" fmla="*/ 762000 h 1309687"/>
                <a:gd name="connsiteX79" fmla="*/ 123825 w 1562100"/>
                <a:gd name="connsiteY79" fmla="*/ 797718 h 1309687"/>
                <a:gd name="connsiteX80" fmla="*/ 135731 w 1562100"/>
                <a:gd name="connsiteY80" fmla="*/ 828675 h 1309687"/>
                <a:gd name="connsiteX81" fmla="*/ 123825 w 1562100"/>
                <a:gd name="connsiteY81" fmla="*/ 869156 h 1309687"/>
                <a:gd name="connsiteX82" fmla="*/ 76200 w 1562100"/>
                <a:gd name="connsiteY82" fmla="*/ 864393 h 1309687"/>
                <a:gd name="connsiteX83" fmla="*/ 52388 w 1562100"/>
                <a:gd name="connsiteY83" fmla="*/ 809625 h 1309687"/>
                <a:gd name="connsiteX84" fmla="*/ 33338 w 1562100"/>
                <a:gd name="connsiteY84" fmla="*/ 802481 h 1309687"/>
                <a:gd name="connsiteX85" fmla="*/ 23813 w 1562100"/>
                <a:gd name="connsiteY85" fmla="*/ 840581 h 1309687"/>
                <a:gd name="connsiteX86" fmla="*/ 21431 w 1562100"/>
                <a:gd name="connsiteY86" fmla="*/ 850106 h 1309687"/>
                <a:gd name="connsiteX87" fmla="*/ 7144 w 1562100"/>
                <a:gd name="connsiteY87" fmla="*/ 866775 h 1309687"/>
                <a:gd name="connsiteX88" fmla="*/ 0 w 1562100"/>
                <a:gd name="connsiteY88" fmla="*/ 923925 h 1309687"/>
                <a:gd name="connsiteX89" fmla="*/ 23813 w 1562100"/>
                <a:gd name="connsiteY89" fmla="*/ 952500 h 1309687"/>
                <a:gd name="connsiteX90" fmla="*/ 16669 w 1562100"/>
                <a:gd name="connsiteY90" fmla="*/ 992981 h 1309687"/>
                <a:gd name="connsiteX91" fmla="*/ 35719 w 1562100"/>
                <a:gd name="connsiteY91" fmla="*/ 997743 h 1309687"/>
                <a:gd name="connsiteX92" fmla="*/ 69056 w 1562100"/>
                <a:gd name="connsiteY92" fmla="*/ 997743 h 1309687"/>
                <a:gd name="connsiteX93" fmla="*/ 85725 w 1562100"/>
                <a:gd name="connsiteY93" fmla="*/ 988218 h 1309687"/>
                <a:gd name="connsiteX94" fmla="*/ 135731 w 1562100"/>
                <a:gd name="connsiteY94" fmla="*/ 1045368 h 1309687"/>
                <a:gd name="connsiteX95" fmla="*/ 123825 w 1562100"/>
                <a:gd name="connsiteY95" fmla="*/ 1064418 h 1309687"/>
                <a:gd name="connsiteX96" fmla="*/ 133350 w 1562100"/>
                <a:gd name="connsiteY96" fmla="*/ 1092993 h 1309687"/>
                <a:gd name="connsiteX97" fmla="*/ 164306 w 1562100"/>
                <a:gd name="connsiteY97" fmla="*/ 1112043 h 1309687"/>
                <a:gd name="connsiteX98" fmla="*/ 190500 w 1562100"/>
                <a:gd name="connsiteY98" fmla="*/ 1121568 h 1309687"/>
                <a:gd name="connsiteX99" fmla="*/ 216694 w 1562100"/>
                <a:gd name="connsiteY99" fmla="*/ 1128712 h 1309687"/>
                <a:gd name="connsiteX100" fmla="*/ 228600 w 1562100"/>
                <a:gd name="connsiteY100" fmla="*/ 1131093 h 1309687"/>
                <a:gd name="connsiteX101" fmla="*/ 240506 w 1562100"/>
                <a:gd name="connsiteY101" fmla="*/ 1092993 h 1309687"/>
                <a:gd name="connsiteX102" fmla="*/ 269081 w 1562100"/>
                <a:gd name="connsiteY102" fmla="*/ 1097756 h 1309687"/>
                <a:gd name="connsiteX103" fmla="*/ 288131 w 1562100"/>
                <a:gd name="connsiteY103" fmla="*/ 1085850 h 1309687"/>
                <a:gd name="connsiteX104" fmla="*/ 307181 w 1562100"/>
                <a:gd name="connsiteY104" fmla="*/ 1135856 h 1309687"/>
                <a:gd name="connsiteX105" fmla="*/ 330994 w 1562100"/>
                <a:gd name="connsiteY105" fmla="*/ 1150143 h 1309687"/>
                <a:gd name="connsiteX106" fmla="*/ 340519 w 1562100"/>
                <a:gd name="connsiteY106" fmla="*/ 1178718 h 1309687"/>
                <a:gd name="connsiteX107" fmla="*/ 357188 w 1562100"/>
                <a:gd name="connsiteY107" fmla="*/ 1188243 h 1309687"/>
                <a:gd name="connsiteX108" fmla="*/ 364331 w 1562100"/>
                <a:gd name="connsiteY108" fmla="*/ 1219200 h 1309687"/>
                <a:gd name="connsiteX109" fmla="*/ 335756 w 1562100"/>
                <a:gd name="connsiteY109" fmla="*/ 1245393 h 1309687"/>
                <a:gd name="connsiteX110" fmla="*/ 309563 w 1562100"/>
                <a:gd name="connsiteY110" fmla="*/ 1262062 h 1309687"/>
                <a:gd name="connsiteX111" fmla="*/ 297656 w 1562100"/>
                <a:gd name="connsiteY111" fmla="*/ 1285875 h 1309687"/>
                <a:gd name="connsiteX112" fmla="*/ 302419 w 1562100"/>
                <a:gd name="connsiteY112" fmla="*/ 1309687 h 1309687"/>
                <a:gd name="connsiteX113" fmla="*/ 342900 w 1562100"/>
                <a:gd name="connsiteY113" fmla="*/ 1309687 h 1309687"/>
                <a:gd name="connsiteX114" fmla="*/ 390525 w 1562100"/>
                <a:gd name="connsiteY114" fmla="*/ 1304925 h 1309687"/>
                <a:gd name="connsiteX115" fmla="*/ 428625 w 1562100"/>
                <a:gd name="connsiteY115" fmla="*/ 1295400 h 1309687"/>
                <a:gd name="connsiteX116" fmla="*/ 454819 w 1562100"/>
                <a:gd name="connsiteY116" fmla="*/ 1302543 h 1309687"/>
                <a:gd name="connsiteX117" fmla="*/ 473869 w 1562100"/>
                <a:gd name="connsiteY117" fmla="*/ 1281112 h 1309687"/>
                <a:gd name="connsiteX118" fmla="*/ 492919 w 1562100"/>
                <a:gd name="connsiteY118" fmla="*/ 1281112 h 1309687"/>
                <a:gd name="connsiteX119" fmla="*/ 507206 w 1562100"/>
                <a:gd name="connsiteY119" fmla="*/ 1250156 h 1309687"/>
                <a:gd name="connsiteX120" fmla="*/ 557213 w 1562100"/>
                <a:gd name="connsiteY120" fmla="*/ 1235868 h 1309687"/>
                <a:gd name="connsiteX121" fmla="*/ 583406 w 1562100"/>
                <a:gd name="connsiteY121" fmla="*/ 1216818 h 1309687"/>
                <a:gd name="connsiteX122" fmla="*/ 590550 w 1562100"/>
                <a:gd name="connsiteY122" fmla="*/ 1178718 h 1309687"/>
                <a:gd name="connsiteX123" fmla="*/ 607219 w 1562100"/>
                <a:gd name="connsiteY123" fmla="*/ 1152525 h 1309687"/>
                <a:gd name="connsiteX124" fmla="*/ 688181 w 1562100"/>
                <a:gd name="connsiteY124"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500062 w 1562100"/>
                <a:gd name="connsiteY54" fmla="*/ 66676 h 1309687"/>
                <a:gd name="connsiteX55" fmla="*/ 450056 w 1562100"/>
                <a:gd name="connsiteY55" fmla="*/ 2382 h 1309687"/>
                <a:gd name="connsiteX56" fmla="*/ 428625 w 1562100"/>
                <a:gd name="connsiteY56" fmla="*/ 0 h 1309687"/>
                <a:gd name="connsiteX57" fmla="*/ 376238 w 1562100"/>
                <a:gd name="connsiteY57" fmla="*/ 104775 h 1309687"/>
                <a:gd name="connsiteX58" fmla="*/ 314326 w 1562100"/>
                <a:gd name="connsiteY58" fmla="*/ 104774 h 1309687"/>
                <a:gd name="connsiteX59" fmla="*/ 328613 w 1562100"/>
                <a:gd name="connsiteY59" fmla="*/ 183356 h 1309687"/>
                <a:gd name="connsiteX60" fmla="*/ 292894 w 1562100"/>
                <a:gd name="connsiteY60" fmla="*/ 285750 h 1309687"/>
                <a:gd name="connsiteX61" fmla="*/ 264319 w 1562100"/>
                <a:gd name="connsiteY61" fmla="*/ 292893 h 1309687"/>
                <a:gd name="connsiteX62" fmla="*/ 261938 w 1562100"/>
                <a:gd name="connsiteY62" fmla="*/ 307181 h 1309687"/>
                <a:gd name="connsiteX63" fmla="*/ 261938 w 1562100"/>
                <a:gd name="connsiteY63" fmla="*/ 340518 h 1309687"/>
                <a:gd name="connsiteX64" fmla="*/ 228600 w 1562100"/>
                <a:gd name="connsiteY64" fmla="*/ 383381 h 1309687"/>
                <a:gd name="connsiteX65" fmla="*/ 271463 w 1562100"/>
                <a:gd name="connsiteY65" fmla="*/ 400050 h 1309687"/>
                <a:gd name="connsiteX66" fmla="*/ 278606 w 1562100"/>
                <a:gd name="connsiteY66" fmla="*/ 419100 h 1309687"/>
                <a:gd name="connsiteX67" fmla="*/ 257175 w 1562100"/>
                <a:gd name="connsiteY67" fmla="*/ 454818 h 1309687"/>
                <a:gd name="connsiteX68" fmla="*/ 221456 w 1562100"/>
                <a:gd name="connsiteY68" fmla="*/ 464343 h 1309687"/>
                <a:gd name="connsiteX69" fmla="*/ 221456 w 1562100"/>
                <a:gd name="connsiteY69" fmla="*/ 504825 h 1309687"/>
                <a:gd name="connsiteX70" fmla="*/ 254794 w 1562100"/>
                <a:gd name="connsiteY70" fmla="*/ 542925 h 1309687"/>
                <a:gd name="connsiteX71" fmla="*/ 226219 w 1562100"/>
                <a:gd name="connsiteY71" fmla="*/ 607218 h 1309687"/>
                <a:gd name="connsiteX72" fmla="*/ 180975 w 1562100"/>
                <a:gd name="connsiteY72" fmla="*/ 635793 h 1309687"/>
                <a:gd name="connsiteX73" fmla="*/ 183356 w 1562100"/>
                <a:gd name="connsiteY73" fmla="*/ 652462 h 1309687"/>
                <a:gd name="connsiteX74" fmla="*/ 204788 w 1562100"/>
                <a:gd name="connsiteY74" fmla="*/ 661987 h 1309687"/>
                <a:gd name="connsiteX75" fmla="*/ 219075 w 1562100"/>
                <a:gd name="connsiteY75" fmla="*/ 671512 h 1309687"/>
                <a:gd name="connsiteX76" fmla="*/ 223838 w 1562100"/>
                <a:gd name="connsiteY76" fmla="*/ 690562 h 1309687"/>
                <a:gd name="connsiteX77" fmla="*/ 195263 w 1562100"/>
                <a:gd name="connsiteY77" fmla="*/ 716756 h 1309687"/>
                <a:gd name="connsiteX78" fmla="*/ 123825 w 1562100"/>
                <a:gd name="connsiteY78" fmla="*/ 762000 h 1309687"/>
                <a:gd name="connsiteX79" fmla="*/ 123825 w 1562100"/>
                <a:gd name="connsiteY79" fmla="*/ 797718 h 1309687"/>
                <a:gd name="connsiteX80" fmla="*/ 135731 w 1562100"/>
                <a:gd name="connsiteY80" fmla="*/ 828675 h 1309687"/>
                <a:gd name="connsiteX81" fmla="*/ 123825 w 1562100"/>
                <a:gd name="connsiteY81" fmla="*/ 869156 h 1309687"/>
                <a:gd name="connsiteX82" fmla="*/ 76200 w 1562100"/>
                <a:gd name="connsiteY82" fmla="*/ 864393 h 1309687"/>
                <a:gd name="connsiteX83" fmla="*/ 52388 w 1562100"/>
                <a:gd name="connsiteY83" fmla="*/ 809625 h 1309687"/>
                <a:gd name="connsiteX84" fmla="*/ 33338 w 1562100"/>
                <a:gd name="connsiteY84" fmla="*/ 802481 h 1309687"/>
                <a:gd name="connsiteX85" fmla="*/ 23813 w 1562100"/>
                <a:gd name="connsiteY85" fmla="*/ 840581 h 1309687"/>
                <a:gd name="connsiteX86" fmla="*/ 21431 w 1562100"/>
                <a:gd name="connsiteY86" fmla="*/ 850106 h 1309687"/>
                <a:gd name="connsiteX87" fmla="*/ 7144 w 1562100"/>
                <a:gd name="connsiteY87" fmla="*/ 866775 h 1309687"/>
                <a:gd name="connsiteX88" fmla="*/ 0 w 1562100"/>
                <a:gd name="connsiteY88" fmla="*/ 923925 h 1309687"/>
                <a:gd name="connsiteX89" fmla="*/ 23813 w 1562100"/>
                <a:gd name="connsiteY89" fmla="*/ 952500 h 1309687"/>
                <a:gd name="connsiteX90" fmla="*/ 16669 w 1562100"/>
                <a:gd name="connsiteY90" fmla="*/ 992981 h 1309687"/>
                <a:gd name="connsiteX91" fmla="*/ 35719 w 1562100"/>
                <a:gd name="connsiteY91" fmla="*/ 997743 h 1309687"/>
                <a:gd name="connsiteX92" fmla="*/ 69056 w 1562100"/>
                <a:gd name="connsiteY92" fmla="*/ 997743 h 1309687"/>
                <a:gd name="connsiteX93" fmla="*/ 85725 w 1562100"/>
                <a:gd name="connsiteY93" fmla="*/ 988218 h 1309687"/>
                <a:gd name="connsiteX94" fmla="*/ 135731 w 1562100"/>
                <a:gd name="connsiteY94" fmla="*/ 1045368 h 1309687"/>
                <a:gd name="connsiteX95" fmla="*/ 123825 w 1562100"/>
                <a:gd name="connsiteY95" fmla="*/ 1064418 h 1309687"/>
                <a:gd name="connsiteX96" fmla="*/ 133350 w 1562100"/>
                <a:gd name="connsiteY96" fmla="*/ 1092993 h 1309687"/>
                <a:gd name="connsiteX97" fmla="*/ 164306 w 1562100"/>
                <a:gd name="connsiteY97" fmla="*/ 1112043 h 1309687"/>
                <a:gd name="connsiteX98" fmla="*/ 190500 w 1562100"/>
                <a:gd name="connsiteY98" fmla="*/ 1121568 h 1309687"/>
                <a:gd name="connsiteX99" fmla="*/ 216694 w 1562100"/>
                <a:gd name="connsiteY99" fmla="*/ 1128712 h 1309687"/>
                <a:gd name="connsiteX100" fmla="*/ 228600 w 1562100"/>
                <a:gd name="connsiteY100" fmla="*/ 1131093 h 1309687"/>
                <a:gd name="connsiteX101" fmla="*/ 240506 w 1562100"/>
                <a:gd name="connsiteY101" fmla="*/ 1092993 h 1309687"/>
                <a:gd name="connsiteX102" fmla="*/ 269081 w 1562100"/>
                <a:gd name="connsiteY102" fmla="*/ 1097756 h 1309687"/>
                <a:gd name="connsiteX103" fmla="*/ 288131 w 1562100"/>
                <a:gd name="connsiteY103" fmla="*/ 1085850 h 1309687"/>
                <a:gd name="connsiteX104" fmla="*/ 307181 w 1562100"/>
                <a:gd name="connsiteY104" fmla="*/ 1135856 h 1309687"/>
                <a:gd name="connsiteX105" fmla="*/ 330994 w 1562100"/>
                <a:gd name="connsiteY105" fmla="*/ 1150143 h 1309687"/>
                <a:gd name="connsiteX106" fmla="*/ 340519 w 1562100"/>
                <a:gd name="connsiteY106" fmla="*/ 1178718 h 1309687"/>
                <a:gd name="connsiteX107" fmla="*/ 357188 w 1562100"/>
                <a:gd name="connsiteY107" fmla="*/ 1188243 h 1309687"/>
                <a:gd name="connsiteX108" fmla="*/ 364331 w 1562100"/>
                <a:gd name="connsiteY108" fmla="*/ 1219200 h 1309687"/>
                <a:gd name="connsiteX109" fmla="*/ 335756 w 1562100"/>
                <a:gd name="connsiteY109" fmla="*/ 1245393 h 1309687"/>
                <a:gd name="connsiteX110" fmla="*/ 309563 w 1562100"/>
                <a:gd name="connsiteY110" fmla="*/ 1262062 h 1309687"/>
                <a:gd name="connsiteX111" fmla="*/ 297656 w 1562100"/>
                <a:gd name="connsiteY111" fmla="*/ 1285875 h 1309687"/>
                <a:gd name="connsiteX112" fmla="*/ 302419 w 1562100"/>
                <a:gd name="connsiteY112" fmla="*/ 1309687 h 1309687"/>
                <a:gd name="connsiteX113" fmla="*/ 342900 w 1562100"/>
                <a:gd name="connsiteY113" fmla="*/ 1309687 h 1309687"/>
                <a:gd name="connsiteX114" fmla="*/ 390525 w 1562100"/>
                <a:gd name="connsiteY114" fmla="*/ 1304925 h 1309687"/>
                <a:gd name="connsiteX115" fmla="*/ 428625 w 1562100"/>
                <a:gd name="connsiteY115" fmla="*/ 1295400 h 1309687"/>
                <a:gd name="connsiteX116" fmla="*/ 454819 w 1562100"/>
                <a:gd name="connsiteY116" fmla="*/ 1302543 h 1309687"/>
                <a:gd name="connsiteX117" fmla="*/ 473869 w 1562100"/>
                <a:gd name="connsiteY117" fmla="*/ 1281112 h 1309687"/>
                <a:gd name="connsiteX118" fmla="*/ 492919 w 1562100"/>
                <a:gd name="connsiteY118" fmla="*/ 1281112 h 1309687"/>
                <a:gd name="connsiteX119" fmla="*/ 507206 w 1562100"/>
                <a:gd name="connsiteY119" fmla="*/ 1250156 h 1309687"/>
                <a:gd name="connsiteX120" fmla="*/ 557213 w 1562100"/>
                <a:gd name="connsiteY120" fmla="*/ 1235868 h 1309687"/>
                <a:gd name="connsiteX121" fmla="*/ 583406 w 1562100"/>
                <a:gd name="connsiteY121" fmla="*/ 1216818 h 1309687"/>
                <a:gd name="connsiteX122" fmla="*/ 590550 w 1562100"/>
                <a:gd name="connsiteY122" fmla="*/ 1178718 h 1309687"/>
                <a:gd name="connsiteX123" fmla="*/ 607219 w 1562100"/>
                <a:gd name="connsiteY123" fmla="*/ 1152525 h 1309687"/>
                <a:gd name="connsiteX124" fmla="*/ 688181 w 1562100"/>
                <a:gd name="connsiteY124"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602456 w 1562100"/>
                <a:gd name="connsiteY54" fmla="*/ 133351 h 1309687"/>
                <a:gd name="connsiteX55" fmla="*/ 500062 w 1562100"/>
                <a:gd name="connsiteY55" fmla="*/ 66676 h 1309687"/>
                <a:gd name="connsiteX56" fmla="*/ 450056 w 1562100"/>
                <a:gd name="connsiteY56" fmla="*/ 2382 h 1309687"/>
                <a:gd name="connsiteX57" fmla="*/ 428625 w 1562100"/>
                <a:gd name="connsiteY57" fmla="*/ 0 h 1309687"/>
                <a:gd name="connsiteX58" fmla="*/ 376238 w 1562100"/>
                <a:gd name="connsiteY58" fmla="*/ 104775 h 1309687"/>
                <a:gd name="connsiteX59" fmla="*/ 314326 w 1562100"/>
                <a:gd name="connsiteY59" fmla="*/ 104774 h 1309687"/>
                <a:gd name="connsiteX60" fmla="*/ 328613 w 1562100"/>
                <a:gd name="connsiteY60" fmla="*/ 183356 h 1309687"/>
                <a:gd name="connsiteX61" fmla="*/ 292894 w 1562100"/>
                <a:gd name="connsiteY61" fmla="*/ 285750 h 1309687"/>
                <a:gd name="connsiteX62" fmla="*/ 264319 w 1562100"/>
                <a:gd name="connsiteY62" fmla="*/ 292893 h 1309687"/>
                <a:gd name="connsiteX63" fmla="*/ 261938 w 1562100"/>
                <a:gd name="connsiteY63" fmla="*/ 307181 h 1309687"/>
                <a:gd name="connsiteX64" fmla="*/ 261938 w 1562100"/>
                <a:gd name="connsiteY64" fmla="*/ 340518 h 1309687"/>
                <a:gd name="connsiteX65" fmla="*/ 228600 w 1562100"/>
                <a:gd name="connsiteY65" fmla="*/ 383381 h 1309687"/>
                <a:gd name="connsiteX66" fmla="*/ 271463 w 1562100"/>
                <a:gd name="connsiteY66" fmla="*/ 400050 h 1309687"/>
                <a:gd name="connsiteX67" fmla="*/ 278606 w 1562100"/>
                <a:gd name="connsiteY67" fmla="*/ 419100 h 1309687"/>
                <a:gd name="connsiteX68" fmla="*/ 257175 w 1562100"/>
                <a:gd name="connsiteY68" fmla="*/ 454818 h 1309687"/>
                <a:gd name="connsiteX69" fmla="*/ 221456 w 1562100"/>
                <a:gd name="connsiteY69" fmla="*/ 464343 h 1309687"/>
                <a:gd name="connsiteX70" fmla="*/ 221456 w 1562100"/>
                <a:gd name="connsiteY70" fmla="*/ 504825 h 1309687"/>
                <a:gd name="connsiteX71" fmla="*/ 254794 w 1562100"/>
                <a:gd name="connsiteY71" fmla="*/ 542925 h 1309687"/>
                <a:gd name="connsiteX72" fmla="*/ 226219 w 1562100"/>
                <a:gd name="connsiteY72" fmla="*/ 607218 h 1309687"/>
                <a:gd name="connsiteX73" fmla="*/ 180975 w 1562100"/>
                <a:gd name="connsiteY73" fmla="*/ 635793 h 1309687"/>
                <a:gd name="connsiteX74" fmla="*/ 183356 w 1562100"/>
                <a:gd name="connsiteY74" fmla="*/ 652462 h 1309687"/>
                <a:gd name="connsiteX75" fmla="*/ 204788 w 1562100"/>
                <a:gd name="connsiteY75" fmla="*/ 661987 h 1309687"/>
                <a:gd name="connsiteX76" fmla="*/ 219075 w 1562100"/>
                <a:gd name="connsiteY76" fmla="*/ 671512 h 1309687"/>
                <a:gd name="connsiteX77" fmla="*/ 223838 w 1562100"/>
                <a:gd name="connsiteY77" fmla="*/ 690562 h 1309687"/>
                <a:gd name="connsiteX78" fmla="*/ 195263 w 1562100"/>
                <a:gd name="connsiteY78" fmla="*/ 716756 h 1309687"/>
                <a:gd name="connsiteX79" fmla="*/ 123825 w 1562100"/>
                <a:gd name="connsiteY79" fmla="*/ 762000 h 1309687"/>
                <a:gd name="connsiteX80" fmla="*/ 123825 w 1562100"/>
                <a:gd name="connsiteY80" fmla="*/ 797718 h 1309687"/>
                <a:gd name="connsiteX81" fmla="*/ 135731 w 1562100"/>
                <a:gd name="connsiteY81" fmla="*/ 828675 h 1309687"/>
                <a:gd name="connsiteX82" fmla="*/ 123825 w 1562100"/>
                <a:gd name="connsiteY82" fmla="*/ 869156 h 1309687"/>
                <a:gd name="connsiteX83" fmla="*/ 76200 w 1562100"/>
                <a:gd name="connsiteY83" fmla="*/ 864393 h 1309687"/>
                <a:gd name="connsiteX84" fmla="*/ 52388 w 1562100"/>
                <a:gd name="connsiteY84" fmla="*/ 809625 h 1309687"/>
                <a:gd name="connsiteX85" fmla="*/ 33338 w 1562100"/>
                <a:gd name="connsiteY85" fmla="*/ 802481 h 1309687"/>
                <a:gd name="connsiteX86" fmla="*/ 23813 w 1562100"/>
                <a:gd name="connsiteY86" fmla="*/ 840581 h 1309687"/>
                <a:gd name="connsiteX87" fmla="*/ 21431 w 1562100"/>
                <a:gd name="connsiteY87" fmla="*/ 850106 h 1309687"/>
                <a:gd name="connsiteX88" fmla="*/ 7144 w 1562100"/>
                <a:gd name="connsiteY88" fmla="*/ 866775 h 1309687"/>
                <a:gd name="connsiteX89" fmla="*/ 0 w 1562100"/>
                <a:gd name="connsiteY89" fmla="*/ 923925 h 1309687"/>
                <a:gd name="connsiteX90" fmla="*/ 23813 w 1562100"/>
                <a:gd name="connsiteY90" fmla="*/ 952500 h 1309687"/>
                <a:gd name="connsiteX91" fmla="*/ 16669 w 1562100"/>
                <a:gd name="connsiteY91" fmla="*/ 992981 h 1309687"/>
                <a:gd name="connsiteX92" fmla="*/ 35719 w 1562100"/>
                <a:gd name="connsiteY92" fmla="*/ 997743 h 1309687"/>
                <a:gd name="connsiteX93" fmla="*/ 69056 w 1562100"/>
                <a:gd name="connsiteY93" fmla="*/ 997743 h 1309687"/>
                <a:gd name="connsiteX94" fmla="*/ 85725 w 1562100"/>
                <a:gd name="connsiteY94" fmla="*/ 988218 h 1309687"/>
                <a:gd name="connsiteX95" fmla="*/ 135731 w 1562100"/>
                <a:gd name="connsiteY95" fmla="*/ 1045368 h 1309687"/>
                <a:gd name="connsiteX96" fmla="*/ 123825 w 1562100"/>
                <a:gd name="connsiteY96" fmla="*/ 1064418 h 1309687"/>
                <a:gd name="connsiteX97" fmla="*/ 133350 w 1562100"/>
                <a:gd name="connsiteY97" fmla="*/ 1092993 h 1309687"/>
                <a:gd name="connsiteX98" fmla="*/ 164306 w 1562100"/>
                <a:gd name="connsiteY98" fmla="*/ 1112043 h 1309687"/>
                <a:gd name="connsiteX99" fmla="*/ 190500 w 1562100"/>
                <a:gd name="connsiteY99" fmla="*/ 1121568 h 1309687"/>
                <a:gd name="connsiteX100" fmla="*/ 216694 w 1562100"/>
                <a:gd name="connsiteY100" fmla="*/ 1128712 h 1309687"/>
                <a:gd name="connsiteX101" fmla="*/ 228600 w 1562100"/>
                <a:gd name="connsiteY101" fmla="*/ 1131093 h 1309687"/>
                <a:gd name="connsiteX102" fmla="*/ 240506 w 1562100"/>
                <a:gd name="connsiteY102" fmla="*/ 1092993 h 1309687"/>
                <a:gd name="connsiteX103" fmla="*/ 269081 w 1562100"/>
                <a:gd name="connsiteY103" fmla="*/ 1097756 h 1309687"/>
                <a:gd name="connsiteX104" fmla="*/ 288131 w 1562100"/>
                <a:gd name="connsiteY104" fmla="*/ 1085850 h 1309687"/>
                <a:gd name="connsiteX105" fmla="*/ 307181 w 1562100"/>
                <a:gd name="connsiteY105" fmla="*/ 1135856 h 1309687"/>
                <a:gd name="connsiteX106" fmla="*/ 330994 w 1562100"/>
                <a:gd name="connsiteY106" fmla="*/ 1150143 h 1309687"/>
                <a:gd name="connsiteX107" fmla="*/ 340519 w 1562100"/>
                <a:gd name="connsiteY107" fmla="*/ 1178718 h 1309687"/>
                <a:gd name="connsiteX108" fmla="*/ 357188 w 1562100"/>
                <a:gd name="connsiteY108" fmla="*/ 1188243 h 1309687"/>
                <a:gd name="connsiteX109" fmla="*/ 364331 w 1562100"/>
                <a:gd name="connsiteY109" fmla="*/ 1219200 h 1309687"/>
                <a:gd name="connsiteX110" fmla="*/ 335756 w 1562100"/>
                <a:gd name="connsiteY110" fmla="*/ 1245393 h 1309687"/>
                <a:gd name="connsiteX111" fmla="*/ 309563 w 1562100"/>
                <a:gd name="connsiteY111" fmla="*/ 1262062 h 1309687"/>
                <a:gd name="connsiteX112" fmla="*/ 297656 w 1562100"/>
                <a:gd name="connsiteY112" fmla="*/ 1285875 h 1309687"/>
                <a:gd name="connsiteX113" fmla="*/ 302419 w 1562100"/>
                <a:gd name="connsiteY113" fmla="*/ 1309687 h 1309687"/>
                <a:gd name="connsiteX114" fmla="*/ 342900 w 1562100"/>
                <a:gd name="connsiteY114" fmla="*/ 1309687 h 1309687"/>
                <a:gd name="connsiteX115" fmla="*/ 390525 w 1562100"/>
                <a:gd name="connsiteY115" fmla="*/ 1304925 h 1309687"/>
                <a:gd name="connsiteX116" fmla="*/ 428625 w 1562100"/>
                <a:gd name="connsiteY116" fmla="*/ 1295400 h 1309687"/>
                <a:gd name="connsiteX117" fmla="*/ 454819 w 1562100"/>
                <a:gd name="connsiteY117" fmla="*/ 1302543 h 1309687"/>
                <a:gd name="connsiteX118" fmla="*/ 473869 w 1562100"/>
                <a:gd name="connsiteY118" fmla="*/ 1281112 h 1309687"/>
                <a:gd name="connsiteX119" fmla="*/ 492919 w 1562100"/>
                <a:gd name="connsiteY119" fmla="*/ 1281112 h 1309687"/>
                <a:gd name="connsiteX120" fmla="*/ 507206 w 1562100"/>
                <a:gd name="connsiteY120" fmla="*/ 1250156 h 1309687"/>
                <a:gd name="connsiteX121" fmla="*/ 557213 w 1562100"/>
                <a:gd name="connsiteY121" fmla="*/ 1235868 h 1309687"/>
                <a:gd name="connsiteX122" fmla="*/ 583406 w 1562100"/>
                <a:gd name="connsiteY122" fmla="*/ 1216818 h 1309687"/>
                <a:gd name="connsiteX123" fmla="*/ 590550 w 1562100"/>
                <a:gd name="connsiteY123" fmla="*/ 1178718 h 1309687"/>
                <a:gd name="connsiteX124" fmla="*/ 607219 w 1562100"/>
                <a:gd name="connsiteY124" fmla="*/ 1152525 h 1309687"/>
                <a:gd name="connsiteX125" fmla="*/ 688181 w 1562100"/>
                <a:gd name="connsiteY125"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602456 w 1562100"/>
                <a:gd name="connsiteY54" fmla="*/ 133351 h 1309687"/>
                <a:gd name="connsiteX55" fmla="*/ 628650 w 1562100"/>
                <a:gd name="connsiteY55" fmla="*/ 88107 h 1309687"/>
                <a:gd name="connsiteX56" fmla="*/ 500062 w 1562100"/>
                <a:gd name="connsiteY56" fmla="*/ 66676 h 1309687"/>
                <a:gd name="connsiteX57" fmla="*/ 450056 w 1562100"/>
                <a:gd name="connsiteY57" fmla="*/ 2382 h 1309687"/>
                <a:gd name="connsiteX58" fmla="*/ 428625 w 1562100"/>
                <a:gd name="connsiteY58" fmla="*/ 0 h 1309687"/>
                <a:gd name="connsiteX59" fmla="*/ 376238 w 1562100"/>
                <a:gd name="connsiteY59" fmla="*/ 104775 h 1309687"/>
                <a:gd name="connsiteX60" fmla="*/ 314326 w 1562100"/>
                <a:gd name="connsiteY60" fmla="*/ 104774 h 1309687"/>
                <a:gd name="connsiteX61" fmla="*/ 328613 w 1562100"/>
                <a:gd name="connsiteY61" fmla="*/ 183356 h 1309687"/>
                <a:gd name="connsiteX62" fmla="*/ 292894 w 1562100"/>
                <a:gd name="connsiteY62" fmla="*/ 285750 h 1309687"/>
                <a:gd name="connsiteX63" fmla="*/ 264319 w 1562100"/>
                <a:gd name="connsiteY63" fmla="*/ 292893 h 1309687"/>
                <a:gd name="connsiteX64" fmla="*/ 261938 w 1562100"/>
                <a:gd name="connsiteY64" fmla="*/ 307181 h 1309687"/>
                <a:gd name="connsiteX65" fmla="*/ 261938 w 1562100"/>
                <a:gd name="connsiteY65" fmla="*/ 340518 h 1309687"/>
                <a:gd name="connsiteX66" fmla="*/ 228600 w 1562100"/>
                <a:gd name="connsiteY66" fmla="*/ 383381 h 1309687"/>
                <a:gd name="connsiteX67" fmla="*/ 271463 w 1562100"/>
                <a:gd name="connsiteY67" fmla="*/ 400050 h 1309687"/>
                <a:gd name="connsiteX68" fmla="*/ 278606 w 1562100"/>
                <a:gd name="connsiteY68" fmla="*/ 419100 h 1309687"/>
                <a:gd name="connsiteX69" fmla="*/ 257175 w 1562100"/>
                <a:gd name="connsiteY69" fmla="*/ 454818 h 1309687"/>
                <a:gd name="connsiteX70" fmla="*/ 221456 w 1562100"/>
                <a:gd name="connsiteY70" fmla="*/ 464343 h 1309687"/>
                <a:gd name="connsiteX71" fmla="*/ 221456 w 1562100"/>
                <a:gd name="connsiteY71" fmla="*/ 504825 h 1309687"/>
                <a:gd name="connsiteX72" fmla="*/ 254794 w 1562100"/>
                <a:gd name="connsiteY72" fmla="*/ 542925 h 1309687"/>
                <a:gd name="connsiteX73" fmla="*/ 226219 w 1562100"/>
                <a:gd name="connsiteY73" fmla="*/ 607218 h 1309687"/>
                <a:gd name="connsiteX74" fmla="*/ 180975 w 1562100"/>
                <a:gd name="connsiteY74" fmla="*/ 635793 h 1309687"/>
                <a:gd name="connsiteX75" fmla="*/ 183356 w 1562100"/>
                <a:gd name="connsiteY75" fmla="*/ 652462 h 1309687"/>
                <a:gd name="connsiteX76" fmla="*/ 204788 w 1562100"/>
                <a:gd name="connsiteY76" fmla="*/ 661987 h 1309687"/>
                <a:gd name="connsiteX77" fmla="*/ 219075 w 1562100"/>
                <a:gd name="connsiteY77" fmla="*/ 671512 h 1309687"/>
                <a:gd name="connsiteX78" fmla="*/ 223838 w 1562100"/>
                <a:gd name="connsiteY78" fmla="*/ 690562 h 1309687"/>
                <a:gd name="connsiteX79" fmla="*/ 195263 w 1562100"/>
                <a:gd name="connsiteY79" fmla="*/ 716756 h 1309687"/>
                <a:gd name="connsiteX80" fmla="*/ 123825 w 1562100"/>
                <a:gd name="connsiteY80" fmla="*/ 762000 h 1309687"/>
                <a:gd name="connsiteX81" fmla="*/ 123825 w 1562100"/>
                <a:gd name="connsiteY81" fmla="*/ 797718 h 1309687"/>
                <a:gd name="connsiteX82" fmla="*/ 135731 w 1562100"/>
                <a:gd name="connsiteY82" fmla="*/ 828675 h 1309687"/>
                <a:gd name="connsiteX83" fmla="*/ 123825 w 1562100"/>
                <a:gd name="connsiteY83" fmla="*/ 869156 h 1309687"/>
                <a:gd name="connsiteX84" fmla="*/ 76200 w 1562100"/>
                <a:gd name="connsiteY84" fmla="*/ 864393 h 1309687"/>
                <a:gd name="connsiteX85" fmla="*/ 52388 w 1562100"/>
                <a:gd name="connsiteY85" fmla="*/ 809625 h 1309687"/>
                <a:gd name="connsiteX86" fmla="*/ 33338 w 1562100"/>
                <a:gd name="connsiteY86" fmla="*/ 802481 h 1309687"/>
                <a:gd name="connsiteX87" fmla="*/ 23813 w 1562100"/>
                <a:gd name="connsiteY87" fmla="*/ 840581 h 1309687"/>
                <a:gd name="connsiteX88" fmla="*/ 21431 w 1562100"/>
                <a:gd name="connsiteY88" fmla="*/ 850106 h 1309687"/>
                <a:gd name="connsiteX89" fmla="*/ 7144 w 1562100"/>
                <a:gd name="connsiteY89" fmla="*/ 866775 h 1309687"/>
                <a:gd name="connsiteX90" fmla="*/ 0 w 1562100"/>
                <a:gd name="connsiteY90" fmla="*/ 923925 h 1309687"/>
                <a:gd name="connsiteX91" fmla="*/ 23813 w 1562100"/>
                <a:gd name="connsiteY91" fmla="*/ 952500 h 1309687"/>
                <a:gd name="connsiteX92" fmla="*/ 16669 w 1562100"/>
                <a:gd name="connsiteY92" fmla="*/ 992981 h 1309687"/>
                <a:gd name="connsiteX93" fmla="*/ 35719 w 1562100"/>
                <a:gd name="connsiteY93" fmla="*/ 997743 h 1309687"/>
                <a:gd name="connsiteX94" fmla="*/ 69056 w 1562100"/>
                <a:gd name="connsiteY94" fmla="*/ 997743 h 1309687"/>
                <a:gd name="connsiteX95" fmla="*/ 85725 w 1562100"/>
                <a:gd name="connsiteY95" fmla="*/ 988218 h 1309687"/>
                <a:gd name="connsiteX96" fmla="*/ 135731 w 1562100"/>
                <a:gd name="connsiteY96" fmla="*/ 1045368 h 1309687"/>
                <a:gd name="connsiteX97" fmla="*/ 123825 w 1562100"/>
                <a:gd name="connsiteY97" fmla="*/ 1064418 h 1309687"/>
                <a:gd name="connsiteX98" fmla="*/ 133350 w 1562100"/>
                <a:gd name="connsiteY98" fmla="*/ 1092993 h 1309687"/>
                <a:gd name="connsiteX99" fmla="*/ 164306 w 1562100"/>
                <a:gd name="connsiteY99" fmla="*/ 1112043 h 1309687"/>
                <a:gd name="connsiteX100" fmla="*/ 190500 w 1562100"/>
                <a:gd name="connsiteY100" fmla="*/ 1121568 h 1309687"/>
                <a:gd name="connsiteX101" fmla="*/ 216694 w 1562100"/>
                <a:gd name="connsiteY101" fmla="*/ 1128712 h 1309687"/>
                <a:gd name="connsiteX102" fmla="*/ 228600 w 1562100"/>
                <a:gd name="connsiteY102" fmla="*/ 1131093 h 1309687"/>
                <a:gd name="connsiteX103" fmla="*/ 240506 w 1562100"/>
                <a:gd name="connsiteY103" fmla="*/ 1092993 h 1309687"/>
                <a:gd name="connsiteX104" fmla="*/ 269081 w 1562100"/>
                <a:gd name="connsiteY104" fmla="*/ 1097756 h 1309687"/>
                <a:gd name="connsiteX105" fmla="*/ 288131 w 1562100"/>
                <a:gd name="connsiteY105" fmla="*/ 1085850 h 1309687"/>
                <a:gd name="connsiteX106" fmla="*/ 307181 w 1562100"/>
                <a:gd name="connsiteY106" fmla="*/ 1135856 h 1309687"/>
                <a:gd name="connsiteX107" fmla="*/ 330994 w 1562100"/>
                <a:gd name="connsiteY107" fmla="*/ 1150143 h 1309687"/>
                <a:gd name="connsiteX108" fmla="*/ 340519 w 1562100"/>
                <a:gd name="connsiteY108" fmla="*/ 1178718 h 1309687"/>
                <a:gd name="connsiteX109" fmla="*/ 357188 w 1562100"/>
                <a:gd name="connsiteY109" fmla="*/ 1188243 h 1309687"/>
                <a:gd name="connsiteX110" fmla="*/ 364331 w 1562100"/>
                <a:gd name="connsiteY110" fmla="*/ 1219200 h 1309687"/>
                <a:gd name="connsiteX111" fmla="*/ 335756 w 1562100"/>
                <a:gd name="connsiteY111" fmla="*/ 1245393 h 1309687"/>
                <a:gd name="connsiteX112" fmla="*/ 309563 w 1562100"/>
                <a:gd name="connsiteY112" fmla="*/ 1262062 h 1309687"/>
                <a:gd name="connsiteX113" fmla="*/ 297656 w 1562100"/>
                <a:gd name="connsiteY113" fmla="*/ 1285875 h 1309687"/>
                <a:gd name="connsiteX114" fmla="*/ 302419 w 1562100"/>
                <a:gd name="connsiteY114" fmla="*/ 1309687 h 1309687"/>
                <a:gd name="connsiteX115" fmla="*/ 342900 w 1562100"/>
                <a:gd name="connsiteY115" fmla="*/ 1309687 h 1309687"/>
                <a:gd name="connsiteX116" fmla="*/ 390525 w 1562100"/>
                <a:gd name="connsiteY116" fmla="*/ 1304925 h 1309687"/>
                <a:gd name="connsiteX117" fmla="*/ 428625 w 1562100"/>
                <a:gd name="connsiteY117" fmla="*/ 1295400 h 1309687"/>
                <a:gd name="connsiteX118" fmla="*/ 454819 w 1562100"/>
                <a:gd name="connsiteY118" fmla="*/ 1302543 h 1309687"/>
                <a:gd name="connsiteX119" fmla="*/ 473869 w 1562100"/>
                <a:gd name="connsiteY119" fmla="*/ 1281112 h 1309687"/>
                <a:gd name="connsiteX120" fmla="*/ 492919 w 1562100"/>
                <a:gd name="connsiteY120" fmla="*/ 1281112 h 1309687"/>
                <a:gd name="connsiteX121" fmla="*/ 507206 w 1562100"/>
                <a:gd name="connsiteY121" fmla="*/ 1250156 h 1309687"/>
                <a:gd name="connsiteX122" fmla="*/ 557213 w 1562100"/>
                <a:gd name="connsiteY122" fmla="*/ 1235868 h 1309687"/>
                <a:gd name="connsiteX123" fmla="*/ 583406 w 1562100"/>
                <a:gd name="connsiteY123" fmla="*/ 1216818 h 1309687"/>
                <a:gd name="connsiteX124" fmla="*/ 590550 w 1562100"/>
                <a:gd name="connsiteY124" fmla="*/ 1178718 h 1309687"/>
                <a:gd name="connsiteX125" fmla="*/ 607219 w 1562100"/>
                <a:gd name="connsiteY125" fmla="*/ 1152525 h 1309687"/>
                <a:gd name="connsiteX126" fmla="*/ 688181 w 1562100"/>
                <a:gd name="connsiteY126"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657225 w 1562100"/>
                <a:gd name="connsiteY54" fmla="*/ 64294 h 1309687"/>
                <a:gd name="connsiteX55" fmla="*/ 628650 w 1562100"/>
                <a:gd name="connsiteY55" fmla="*/ 88107 h 1309687"/>
                <a:gd name="connsiteX56" fmla="*/ 500062 w 1562100"/>
                <a:gd name="connsiteY56" fmla="*/ 66676 h 1309687"/>
                <a:gd name="connsiteX57" fmla="*/ 450056 w 1562100"/>
                <a:gd name="connsiteY57" fmla="*/ 2382 h 1309687"/>
                <a:gd name="connsiteX58" fmla="*/ 428625 w 1562100"/>
                <a:gd name="connsiteY58" fmla="*/ 0 h 1309687"/>
                <a:gd name="connsiteX59" fmla="*/ 376238 w 1562100"/>
                <a:gd name="connsiteY59" fmla="*/ 104775 h 1309687"/>
                <a:gd name="connsiteX60" fmla="*/ 314326 w 1562100"/>
                <a:gd name="connsiteY60" fmla="*/ 104774 h 1309687"/>
                <a:gd name="connsiteX61" fmla="*/ 328613 w 1562100"/>
                <a:gd name="connsiteY61" fmla="*/ 183356 h 1309687"/>
                <a:gd name="connsiteX62" fmla="*/ 292894 w 1562100"/>
                <a:gd name="connsiteY62" fmla="*/ 285750 h 1309687"/>
                <a:gd name="connsiteX63" fmla="*/ 264319 w 1562100"/>
                <a:gd name="connsiteY63" fmla="*/ 292893 h 1309687"/>
                <a:gd name="connsiteX64" fmla="*/ 261938 w 1562100"/>
                <a:gd name="connsiteY64" fmla="*/ 307181 h 1309687"/>
                <a:gd name="connsiteX65" fmla="*/ 261938 w 1562100"/>
                <a:gd name="connsiteY65" fmla="*/ 340518 h 1309687"/>
                <a:gd name="connsiteX66" fmla="*/ 228600 w 1562100"/>
                <a:gd name="connsiteY66" fmla="*/ 383381 h 1309687"/>
                <a:gd name="connsiteX67" fmla="*/ 271463 w 1562100"/>
                <a:gd name="connsiteY67" fmla="*/ 400050 h 1309687"/>
                <a:gd name="connsiteX68" fmla="*/ 278606 w 1562100"/>
                <a:gd name="connsiteY68" fmla="*/ 419100 h 1309687"/>
                <a:gd name="connsiteX69" fmla="*/ 257175 w 1562100"/>
                <a:gd name="connsiteY69" fmla="*/ 454818 h 1309687"/>
                <a:gd name="connsiteX70" fmla="*/ 221456 w 1562100"/>
                <a:gd name="connsiteY70" fmla="*/ 464343 h 1309687"/>
                <a:gd name="connsiteX71" fmla="*/ 221456 w 1562100"/>
                <a:gd name="connsiteY71" fmla="*/ 504825 h 1309687"/>
                <a:gd name="connsiteX72" fmla="*/ 254794 w 1562100"/>
                <a:gd name="connsiteY72" fmla="*/ 542925 h 1309687"/>
                <a:gd name="connsiteX73" fmla="*/ 226219 w 1562100"/>
                <a:gd name="connsiteY73" fmla="*/ 607218 h 1309687"/>
                <a:gd name="connsiteX74" fmla="*/ 180975 w 1562100"/>
                <a:gd name="connsiteY74" fmla="*/ 635793 h 1309687"/>
                <a:gd name="connsiteX75" fmla="*/ 183356 w 1562100"/>
                <a:gd name="connsiteY75" fmla="*/ 652462 h 1309687"/>
                <a:gd name="connsiteX76" fmla="*/ 204788 w 1562100"/>
                <a:gd name="connsiteY76" fmla="*/ 661987 h 1309687"/>
                <a:gd name="connsiteX77" fmla="*/ 219075 w 1562100"/>
                <a:gd name="connsiteY77" fmla="*/ 671512 h 1309687"/>
                <a:gd name="connsiteX78" fmla="*/ 223838 w 1562100"/>
                <a:gd name="connsiteY78" fmla="*/ 690562 h 1309687"/>
                <a:gd name="connsiteX79" fmla="*/ 195263 w 1562100"/>
                <a:gd name="connsiteY79" fmla="*/ 716756 h 1309687"/>
                <a:gd name="connsiteX80" fmla="*/ 123825 w 1562100"/>
                <a:gd name="connsiteY80" fmla="*/ 762000 h 1309687"/>
                <a:gd name="connsiteX81" fmla="*/ 123825 w 1562100"/>
                <a:gd name="connsiteY81" fmla="*/ 797718 h 1309687"/>
                <a:gd name="connsiteX82" fmla="*/ 135731 w 1562100"/>
                <a:gd name="connsiteY82" fmla="*/ 828675 h 1309687"/>
                <a:gd name="connsiteX83" fmla="*/ 123825 w 1562100"/>
                <a:gd name="connsiteY83" fmla="*/ 869156 h 1309687"/>
                <a:gd name="connsiteX84" fmla="*/ 76200 w 1562100"/>
                <a:gd name="connsiteY84" fmla="*/ 864393 h 1309687"/>
                <a:gd name="connsiteX85" fmla="*/ 52388 w 1562100"/>
                <a:gd name="connsiteY85" fmla="*/ 809625 h 1309687"/>
                <a:gd name="connsiteX86" fmla="*/ 33338 w 1562100"/>
                <a:gd name="connsiteY86" fmla="*/ 802481 h 1309687"/>
                <a:gd name="connsiteX87" fmla="*/ 23813 w 1562100"/>
                <a:gd name="connsiteY87" fmla="*/ 840581 h 1309687"/>
                <a:gd name="connsiteX88" fmla="*/ 21431 w 1562100"/>
                <a:gd name="connsiteY88" fmla="*/ 850106 h 1309687"/>
                <a:gd name="connsiteX89" fmla="*/ 7144 w 1562100"/>
                <a:gd name="connsiteY89" fmla="*/ 866775 h 1309687"/>
                <a:gd name="connsiteX90" fmla="*/ 0 w 1562100"/>
                <a:gd name="connsiteY90" fmla="*/ 923925 h 1309687"/>
                <a:gd name="connsiteX91" fmla="*/ 23813 w 1562100"/>
                <a:gd name="connsiteY91" fmla="*/ 952500 h 1309687"/>
                <a:gd name="connsiteX92" fmla="*/ 16669 w 1562100"/>
                <a:gd name="connsiteY92" fmla="*/ 992981 h 1309687"/>
                <a:gd name="connsiteX93" fmla="*/ 35719 w 1562100"/>
                <a:gd name="connsiteY93" fmla="*/ 997743 h 1309687"/>
                <a:gd name="connsiteX94" fmla="*/ 69056 w 1562100"/>
                <a:gd name="connsiteY94" fmla="*/ 997743 h 1309687"/>
                <a:gd name="connsiteX95" fmla="*/ 85725 w 1562100"/>
                <a:gd name="connsiteY95" fmla="*/ 988218 h 1309687"/>
                <a:gd name="connsiteX96" fmla="*/ 135731 w 1562100"/>
                <a:gd name="connsiteY96" fmla="*/ 1045368 h 1309687"/>
                <a:gd name="connsiteX97" fmla="*/ 123825 w 1562100"/>
                <a:gd name="connsiteY97" fmla="*/ 1064418 h 1309687"/>
                <a:gd name="connsiteX98" fmla="*/ 133350 w 1562100"/>
                <a:gd name="connsiteY98" fmla="*/ 1092993 h 1309687"/>
                <a:gd name="connsiteX99" fmla="*/ 164306 w 1562100"/>
                <a:gd name="connsiteY99" fmla="*/ 1112043 h 1309687"/>
                <a:gd name="connsiteX100" fmla="*/ 190500 w 1562100"/>
                <a:gd name="connsiteY100" fmla="*/ 1121568 h 1309687"/>
                <a:gd name="connsiteX101" fmla="*/ 216694 w 1562100"/>
                <a:gd name="connsiteY101" fmla="*/ 1128712 h 1309687"/>
                <a:gd name="connsiteX102" fmla="*/ 228600 w 1562100"/>
                <a:gd name="connsiteY102" fmla="*/ 1131093 h 1309687"/>
                <a:gd name="connsiteX103" fmla="*/ 240506 w 1562100"/>
                <a:gd name="connsiteY103" fmla="*/ 1092993 h 1309687"/>
                <a:gd name="connsiteX104" fmla="*/ 269081 w 1562100"/>
                <a:gd name="connsiteY104" fmla="*/ 1097756 h 1309687"/>
                <a:gd name="connsiteX105" fmla="*/ 288131 w 1562100"/>
                <a:gd name="connsiteY105" fmla="*/ 1085850 h 1309687"/>
                <a:gd name="connsiteX106" fmla="*/ 307181 w 1562100"/>
                <a:gd name="connsiteY106" fmla="*/ 1135856 h 1309687"/>
                <a:gd name="connsiteX107" fmla="*/ 330994 w 1562100"/>
                <a:gd name="connsiteY107" fmla="*/ 1150143 h 1309687"/>
                <a:gd name="connsiteX108" fmla="*/ 340519 w 1562100"/>
                <a:gd name="connsiteY108" fmla="*/ 1178718 h 1309687"/>
                <a:gd name="connsiteX109" fmla="*/ 357188 w 1562100"/>
                <a:gd name="connsiteY109" fmla="*/ 1188243 h 1309687"/>
                <a:gd name="connsiteX110" fmla="*/ 364331 w 1562100"/>
                <a:gd name="connsiteY110" fmla="*/ 1219200 h 1309687"/>
                <a:gd name="connsiteX111" fmla="*/ 335756 w 1562100"/>
                <a:gd name="connsiteY111" fmla="*/ 1245393 h 1309687"/>
                <a:gd name="connsiteX112" fmla="*/ 309563 w 1562100"/>
                <a:gd name="connsiteY112" fmla="*/ 1262062 h 1309687"/>
                <a:gd name="connsiteX113" fmla="*/ 297656 w 1562100"/>
                <a:gd name="connsiteY113" fmla="*/ 1285875 h 1309687"/>
                <a:gd name="connsiteX114" fmla="*/ 302419 w 1562100"/>
                <a:gd name="connsiteY114" fmla="*/ 1309687 h 1309687"/>
                <a:gd name="connsiteX115" fmla="*/ 342900 w 1562100"/>
                <a:gd name="connsiteY115" fmla="*/ 1309687 h 1309687"/>
                <a:gd name="connsiteX116" fmla="*/ 390525 w 1562100"/>
                <a:gd name="connsiteY116" fmla="*/ 1304925 h 1309687"/>
                <a:gd name="connsiteX117" fmla="*/ 428625 w 1562100"/>
                <a:gd name="connsiteY117" fmla="*/ 1295400 h 1309687"/>
                <a:gd name="connsiteX118" fmla="*/ 454819 w 1562100"/>
                <a:gd name="connsiteY118" fmla="*/ 1302543 h 1309687"/>
                <a:gd name="connsiteX119" fmla="*/ 473869 w 1562100"/>
                <a:gd name="connsiteY119" fmla="*/ 1281112 h 1309687"/>
                <a:gd name="connsiteX120" fmla="*/ 492919 w 1562100"/>
                <a:gd name="connsiteY120" fmla="*/ 1281112 h 1309687"/>
                <a:gd name="connsiteX121" fmla="*/ 507206 w 1562100"/>
                <a:gd name="connsiteY121" fmla="*/ 1250156 h 1309687"/>
                <a:gd name="connsiteX122" fmla="*/ 557213 w 1562100"/>
                <a:gd name="connsiteY122" fmla="*/ 1235868 h 1309687"/>
                <a:gd name="connsiteX123" fmla="*/ 583406 w 1562100"/>
                <a:gd name="connsiteY123" fmla="*/ 1216818 h 1309687"/>
                <a:gd name="connsiteX124" fmla="*/ 590550 w 1562100"/>
                <a:gd name="connsiteY124" fmla="*/ 1178718 h 1309687"/>
                <a:gd name="connsiteX125" fmla="*/ 607219 w 1562100"/>
                <a:gd name="connsiteY125" fmla="*/ 1152525 h 1309687"/>
                <a:gd name="connsiteX126" fmla="*/ 688181 w 1562100"/>
                <a:gd name="connsiteY126"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671513 w 1562100"/>
                <a:gd name="connsiteY54" fmla="*/ 92869 h 1309687"/>
                <a:gd name="connsiteX55" fmla="*/ 657225 w 1562100"/>
                <a:gd name="connsiteY55" fmla="*/ 64294 h 1309687"/>
                <a:gd name="connsiteX56" fmla="*/ 628650 w 1562100"/>
                <a:gd name="connsiteY56" fmla="*/ 88107 h 1309687"/>
                <a:gd name="connsiteX57" fmla="*/ 500062 w 1562100"/>
                <a:gd name="connsiteY57" fmla="*/ 66676 h 1309687"/>
                <a:gd name="connsiteX58" fmla="*/ 450056 w 1562100"/>
                <a:gd name="connsiteY58" fmla="*/ 2382 h 1309687"/>
                <a:gd name="connsiteX59" fmla="*/ 428625 w 1562100"/>
                <a:gd name="connsiteY59" fmla="*/ 0 h 1309687"/>
                <a:gd name="connsiteX60" fmla="*/ 376238 w 1562100"/>
                <a:gd name="connsiteY60" fmla="*/ 104775 h 1309687"/>
                <a:gd name="connsiteX61" fmla="*/ 314326 w 1562100"/>
                <a:gd name="connsiteY61" fmla="*/ 104774 h 1309687"/>
                <a:gd name="connsiteX62" fmla="*/ 328613 w 1562100"/>
                <a:gd name="connsiteY62" fmla="*/ 183356 h 1309687"/>
                <a:gd name="connsiteX63" fmla="*/ 292894 w 1562100"/>
                <a:gd name="connsiteY63" fmla="*/ 285750 h 1309687"/>
                <a:gd name="connsiteX64" fmla="*/ 264319 w 1562100"/>
                <a:gd name="connsiteY64" fmla="*/ 292893 h 1309687"/>
                <a:gd name="connsiteX65" fmla="*/ 261938 w 1562100"/>
                <a:gd name="connsiteY65" fmla="*/ 307181 h 1309687"/>
                <a:gd name="connsiteX66" fmla="*/ 261938 w 1562100"/>
                <a:gd name="connsiteY66" fmla="*/ 340518 h 1309687"/>
                <a:gd name="connsiteX67" fmla="*/ 228600 w 1562100"/>
                <a:gd name="connsiteY67" fmla="*/ 383381 h 1309687"/>
                <a:gd name="connsiteX68" fmla="*/ 271463 w 1562100"/>
                <a:gd name="connsiteY68" fmla="*/ 400050 h 1309687"/>
                <a:gd name="connsiteX69" fmla="*/ 278606 w 1562100"/>
                <a:gd name="connsiteY69" fmla="*/ 419100 h 1309687"/>
                <a:gd name="connsiteX70" fmla="*/ 257175 w 1562100"/>
                <a:gd name="connsiteY70" fmla="*/ 454818 h 1309687"/>
                <a:gd name="connsiteX71" fmla="*/ 221456 w 1562100"/>
                <a:gd name="connsiteY71" fmla="*/ 464343 h 1309687"/>
                <a:gd name="connsiteX72" fmla="*/ 221456 w 1562100"/>
                <a:gd name="connsiteY72" fmla="*/ 504825 h 1309687"/>
                <a:gd name="connsiteX73" fmla="*/ 254794 w 1562100"/>
                <a:gd name="connsiteY73" fmla="*/ 542925 h 1309687"/>
                <a:gd name="connsiteX74" fmla="*/ 226219 w 1562100"/>
                <a:gd name="connsiteY74" fmla="*/ 607218 h 1309687"/>
                <a:gd name="connsiteX75" fmla="*/ 180975 w 1562100"/>
                <a:gd name="connsiteY75" fmla="*/ 635793 h 1309687"/>
                <a:gd name="connsiteX76" fmla="*/ 183356 w 1562100"/>
                <a:gd name="connsiteY76" fmla="*/ 652462 h 1309687"/>
                <a:gd name="connsiteX77" fmla="*/ 204788 w 1562100"/>
                <a:gd name="connsiteY77" fmla="*/ 661987 h 1309687"/>
                <a:gd name="connsiteX78" fmla="*/ 219075 w 1562100"/>
                <a:gd name="connsiteY78" fmla="*/ 671512 h 1309687"/>
                <a:gd name="connsiteX79" fmla="*/ 223838 w 1562100"/>
                <a:gd name="connsiteY79" fmla="*/ 690562 h 1309687"/>
                <a:gd name="connsiteX80" fmla="*/ 195263 w 1562100"/>
                <a:gd name="connsiteY80" fmla="*/ 716756 h 1309687"/>
                <a:gd name="connsiteX81" fmla="*/ 123825 w 1562100"/>
                <a:gd name="connsiteY81" fmla="*/ 762000 h 1309687"/>
                <a:gd name="connsiteX82" fmla="*/ 123825 w 1562100"/>
                <a:gd name="connsiteY82" fmla="*/ 797718 h 1309687"/>
                <a:gd name="connsiteX83" fmla="*/ 135731 w 1562100"/>
                <a:gd name="connsiteY83" fmla="*/ 828675 h 1309687"/>
                <a:gd name="connsiteX84" fmla="*/ 123825 w 1562100"/>
                <a:gd name="connsiteY84" fmla="*/ 869156 h 1309687"/>
                <a:gd name="connsiteX85" fmla="*/ 76200 w 1562100"/>
                <a:gd name="connsiteY85" fmla="*/ 864393 h 1309687"/>
                <a:gd name="connsiteX86" fmla="*/ 52388 w 1562100"/>
                <a:gd name="connsiteY86" fmla="*/ 809625 h 1309687"/>
                <a:gd name="connsiteX87" fmla="*/ 33338 w 1562100"/>
                <a:gd name="connsiteY87" fmla="*/ 802481 h 1309687"/>
                <a:gd name="connsiteX88" fmla="*/ 23813 w 1562100"/>
                <a:gd name="connsiteY88" fmla="*/ 840581 h 1309687"/>
                <a:gd name="connsiteX89" fmla="*/ 21431 w 1562100"/>
                <a:gd name="connsiteY89" fmla="*/ 850106 h 1309687"/>
                <a:gd name="connsiteX90" fmla="*/ 7144 w 1562100"/>
                <a:gd name="connsiteY90" fmla="*/ 866775 h 1309687"/>
                <a:gd name="connsiteX91" fmla="*/ 0 w 1562100"/>
                <a:gd name="connsiteY91" fmla="*/ 923925 h 1309687"/>
                <a:gd name="connsiteX92" fmla="*/ 23813 w 1562100"/>
                <a:gd name="connsiteY92" fmla="*/ 952500 h 1309687"/>
                <a:gd name="connsiteX93" fmla="*/ 16669 w 1562100"/>
                <a:gd name="connsiteY93" fmla="*/ 992981 h 1309687"/>
                <a:gd name="connsiteX94" fmla="*/ 35719 w 1562100"/>
                <a:gd name="connsiteY94" fmla="*/ 997743 h 1309687"/>
                <a:gd name="connsiteX95" fmla="*/ 69056 w 1562100"/>
                <a:gd name="connsiteY95" fmla="*/ 997743 h 1309687"/>
                <a:gd name="connsiteX96" fmla="*/ 85725 w 1562100"/>
                <a:gd name="connsiteY96" fmla="*/ 988218 h 1309687"/>
                <a:gd name="connsiteX97" fmla="*/ 135731 w 1562100"/>
                <a:gd name="connsiteY97" fmla="*/ 1045368 h 1309687"/>
                <a:gd name="connsiteX98" fmla="*/ 123825 w 1562100"/>
                <a:gd name="connsiteY98" fmla="*/ 1064418 h 1309687"/>
                <a:gd name="connsiteX99" fmla="*/ 133350 w 1562100"/>
                <a:gd name="connsiteY99" fmla="*/ 1092993 h 1309687"/>
                <a:gd name="connsiteX100" fmla="*/ 164306 w 1562100"/>
                <a:gd name="connsiteY100" fmla="*/ 1112043 h 1309687"/>
                <a:gd name="connsiteX101" fmla="*/ 190500 w 1562100"/>
                <a:gd name="connsiteY101" fmla="*/ 1121568 h 1309687"/>
                <a:gd name="connsiteX102" fmla="*/ 216694 w 1562100"/>
                <a:gd name="connsiteY102" fmla="*/ 1128712 h 1309687"/>
                <a:gd name="connsiteX103" fmla="*/ 228600 w 1562100"/>
                <a:gd name="connsiteY103" fmla="*/ 1131093 h 1309687"/>
                <a:gd name="connsiteX104" fmla="*/ 240506 w 1562100"/>
                <a:gd name="connsiteY104" fmla="*/ 1092993 h 1309687"/>
                <a:gd name="connsiteX105" fmla="*/ 269081 w 1562100"/>
                <a:gd name="connsiteY105" fmla="*/ 1097756 h 1309687"/>
                <a:gd name="connsiteX106" fmla="*/ 288131 w 1562100"/>
                <a:gd name="connsiteY106" fmla="*/ 1085850 h 1309687"/>
                <a:gd name="connsiteX107" fmla="*/ 307181 w 1562100"/>
                <a:gd name="connsiteY107" fmla="*/ 1135856 h 1309687"/>
                <a:gd name="connsiteX108" fmla="*/ 330994 w 1562100"/>
                <a:gd name="connsiteY108" fmla="*/ 1150143 h 1309687"/>
                <a:gd name="connsiteX109" fmla="*/ 340519 w 1562100"/>
                <a:gd name="connsiteY109" fmla="*/ 1178718 h 1309687"/>
                <a:gd name="connsiteX110" fmla="*/ 357188 w 1562100"/>
                <a:gd name="connsiteY110" fmla="*/ 1188243 h 1309687"/>
                <a:gd name="connsiteX111" fmla="*/ 364331 w 1562100"/>
                <a:gd name="connsiteY111" fmla="*/ 1219200 h 1309687"/>
                <a:gd name="connsiteX112" fmla="*/ 335756 w 1562100"/>
                <a:gd name="connsiteY112" fmla="*/ 1245393 h 1309687"/>
                <a:gd name="connsiteX113" fmla="*/ 309563 w 1562100"/>
                <a:gd name="connsiteY113" fmla="*/ 1262062 h 1309687"/>
                <a:gd name="connsiteX114" fmla="*/ 297656 w 1562100"/>
                <a:gd name="connsiteY114" fmla="*/ 1285875 h 1309687"/>
                <a:gd name="connsiteX115" fmla="*/ 302419 w 1562100"/>
                <a:gd name="connsiteY115" fmla="*/ 1309687 h 1309687"/>
                <a:gd name="connsiteX116" fmla="*/ 342900 w 1562100"/>
                <a:gd name="connsiteY116" fmla="*/ 1309687 h 1309687"/>
                <a:gd name="connsiteX117" fmla="*/ 390525 w 1562100"/>
                <a:gd name="connsiteY117" fmla="*/ 1304925 h 1309687"/>
                <a:gd name="connsiteX118" fmla="*/ 428625 w 1562100"/>
                <a:gd name="connsiteY118" fmla="*/ 1295400 h 1309687"/>
                <a:gd name="connsiteX119" fmla="*/ 454819 w 1562100"/>
                <a:gd name="connsiteY119" fmla="*/ 1302543 h 1309687"/>
                <a:gd name="connsiteX120" fmla="*/ 473869 w 1562100"/>
                <a:gd name="connsiteY120" fmla="*/ 1281112 h 1309687"/>
                <a:gd name="connsiteX121" fmla="*/ 492919 w 1562100"/>
                <a:gd name="connsiteY121" fmla="*/ 1281112 h 1309687"/>
                <a:gd name="connsiteX122" fmla="*/ 507206 w 1562100"/>
                <a:gd name="connsiteY122" fmla="*/ 1250156 h 1309687"/>
                <a:gd name="connsiteX123" fmla="*/ 557213 w 1562100"/>
                <a:gd name="connsiteY123" fmla="*/ 1235868 h 1309687"/>
                <a:gd name="connsiteX124" fmla="*/ 583406 w 1562100"/>
                <a:gd name="connsiteY124" fmla="*/ 1216818 h 1309687"/>
                <a:gd name="connsiteX125" fmla="*/ 590550 w 1562100"/>
                <a:gd name="connsiteY125" fmla="*/ 1178718 h 1309687"/>
                <a:gd name="connsiteX126" fmla="*/ 607219 w 1562100"/>
                <a:gd name="connsiteY126" fmla="*/ 1152525 h 1309687"/>
                <a:gd name="connsiteX127" fmla="*/ 688181 w 1562100"/>
                <a:gd name="connsiteY127"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704851 w 1562100"/>
                <a:gd name="connsiteY54" fmla="*/ 92869 h 1309687"/>
                <a:gd name="connsiteX55" fmla="*/ 657225 w 1562100"/>
                <a:gd name="connsiteY55" fmla="*/ 64294 h 1309687"/>
                <a:gd name="connsiteX56" fmla="*/ 628650 w 1562100"/>
                <a:gd name="connsiteY56" fmla="*/ 88107 h 1309687"/>
                <a:gd name="connsiteX57" fmla="*/ 500062 w 1562100"/>
                <a:gd name="connsiteY57" fmla="*/ 66676 h 1309687"/>
                <a:gd name="connsiteX58" fmla="*/ 450056 w 1562100"/>
                <a:gd name="connsiteY58" fmla="*/ 2382 h 1309687"/>
                <a:gd name="connsiteX59" fmla="*/ 428625 w 1562100"/>
                <a:gd name="connsiteY59" fmla="*/ 0 h 1309687"/>
                <a:gd name="connsiteX60" fmla="*/ 376238 w 1562100"/>
                <a:gd name="connsiteY60" fmla="*/ 104775 h 1309687"/>
                <a:gd name="connsiteX61" fmla="*/ 314326 w 1562100"/>
                <a:gd name="connsiteY61" fmla="*/ 104774 h 1309687"/>
                <a:gd name="connsiteX62" fmla="*/ 328613 w 1562100"/>
                <a:gd name="connsiteY62" fmla="*/ 183356 h 1309687"/>
                <a:gd name="connsiteX63" fmla="*/ 292894 w 1562100"/>
                <a:gd name="connsiteY63" fmla="*/ 285750 h 1309687"/>
                <a:gd name="connsiteX64" fmla="*/ 264319 w 1562100"/>
                <a:gd name="connsiteY64" fmla="*/ 292893 h 1309687"/>
                <a:gd name="connsiteX65" fmla="*/ 261938 w 1562100"/>
                <a:gd name="connsiteY65" fmla="*/ 307181 h 1309687"/>
                <a:gd name="connsiteX66" fmla="*/ 261938 w 1562100"/>
                <a:gd name="connsiteY66" fmla="*/ 340518 h 1309687"/>
                <a:gd name="connsiteX67" fmla="*/ 228600 w 1562100"/>
                <a:gd name="connsiteY67" fmla="*/ 383381 h 1309687"/>
                <a:gd name="connsiteX68" fmla="*/ 271463 w 1562100"/>
                <a:gd name="connsiteY68" fmla="*/ 400050 h 1309687"/>
                <a:gd name="connsiteX69" fmla="*/ 278606 w 1562100"/>
                <a:gd name="connsiteY69" fmla="*/ 419100 h 1309687"/>
                <a:gd name="connsiteX70" fmla="*/ 257175 w 1562100"/>
                <a:gd name="connsiteY70" fmla="*/ 454818 h 1309687"/>
                <a:gd name="connsiteX71" fmla="*/ 221456 w 1562100"/>
                <a:gd name="connsiteY71" fmla="*/ 464343 h 1309687"/>
                <a:gd name="connsiteX72" fmla="*/ 221456 w 1562100"/>
                <a:gd name="connsiteY72" fmla="*/ 504825 h 1309687"/>
                <a:gd name="connsiteX73" fmla="*/ 254794 w 1562100"/>
                <a:gd name="connsiteY73" fmla="*/ 542925 h 1309687"/>
                <a:gd name="connsiteX74" fmla="*/ 226219 w 1562100"/>
                <a:gd name="connsiteY74" fmla="*/ 607218 h 1309687"/>
                <a:gd name="connsiteX75" fmla="*/ 180975 w 1562100"/>
                <a:gd name="connsiteY75" fmla="*/ 635793 h 1309687"/>
                <a:gd name="connsiteX76" fmla="*/ 183356 w 1562100"/>
                <a:gd name="connsiteY76" fmla="*/ 652462 h 1309687"/>
                <a:gd name="connsiteX77" fmla="*/ 204788 w 1562100"/>
                <a:gd name="connsiteY77" fmla="*/ 661987 h 1309687"/>
                <a:gd name="connsiteX78" fmla="*/ 219075 w 1562100"/>
                <a:gd name="connsiteY78" fmla="*/ 671512 h 1309687"/>
                <a:gd name="connsiteX79" fmla="*/ 223838 w 1562100"/>
                <a:gd name="connsiteY79" fmla="*/ 690562 h 1309687"/>
                <a:gd name="connsiteX80" fmla="*/ 195263 w 1562100"/>
                <a:gd name="connsiteY80" fmla="*/ 716756 h 1309687"/>
                <a:gd name="connsiteX81" fmla="*/ 123825 w 1562100"/>
                <a:gd name="connsiteY81" fmla="*/ 762000 h 1309687"/>
                <a:gd name="connsiteX82" fmla="*/ 123825 w 1562100"/>
                <a:gd name="connsiteY82" fmla="*/ 797718 h 1309687"/>
                <a:gd name="connsiteX83" fmla="*/ 135731 w 1562100"/>
                <a:gd name="connsiteY83" fmla="*/ 828675 h 1309687"/>
                <a:gd name="connsiteX84" fmla="*/ 123825 w 1562100"/>
                <a:gd name="connsiteY84" fmla="*/ 869156 h 1309687"/>
                <a:gd name="connsiteX85" fmla="*/ 76200 w 1562100"/>
                <a:gd name="connsiteY85" fmla="*/ 864393 h 1309687"/>
                <a:gd name="connsiteX86" fmla="*/ 52388 w 1562100"/>
                <a:gd name="connsiteY86" fmla="*/ 809625 h 1309687"/>
                <a:gd name="connsiteX87" fmla="*/ 33338 w 1562100"/>
                <a:gd name="connsiteY87" fmla="*/ 802481 h 1309687"/>
                <a:gd name="connsiteX88" fmla="*/ 23813 w 1562100"/>
                <a:gd name="connsiteY88" fmla="*/ 840581 h 1309687"/>
                <a:gd name="connsiteX89" fmla="*/ 21431 w 1562100"/>
                <a:gd name="connsiteY89" fmla="*/ 850106 h 1309687"/>
                <a:gd name="connsiteX90" fmla="*/ 7144 w 1562100"/>
                <a:gd name="connsiteY90" fmla="*/ 866775 h 1309687"/>
                <a:gd name="connsiteX91" fmla="*/ 0 w 1562100"/>
                <a:gd name="connsiteY91" fmla="*/ 923925 h 1309687"/>
                <a:gd name="connsiteX92" fmla="*/ 23813 w 1562100"/>
                <a:gd name="connsiteY92" fmla="*/ 952500 h 1309687"/>
                <a:gd name="connsiteX93" fmla="*/ 16669 w 1562100"/>
                <a:gd name="connsiteY93" fmla="*/ 992981 h 1309687"/>
                <a:gd name="connsiteX94" fmla="*/ 35719 w 1562100"/>
                <a:gd name="connsiteY94" fmla="*/ 997743 h 1309687"/>
                <a:gd name="connsiteX95" fmla="*/ 69056 w 1562100"/>
                <a:gd name="connsiteY95" fmla="*/ 997743 h 1309687"/>
                <a:gd name="connsiteX96" fmla="*/ 85725 w 1562100"/>
                <a:gd name="connsiteY96" fmla="*/ 988218 h 1309687"/>
                <a:gd name="connsiteX97" fmla="*/ 135731 w 1562100"/>
                <a:gd name="connsiteY97" fmla="*/ 1045368 h 1309687"/>
                <a:gd name="connsiteX98" fmla="*/ 123825 w 1562100"/>
                <a:gd name="connsiteY98" fmla="*/ 1064418 h 1309687"/>
                <a:gd name="connsiteX99" fmla="*/ 133350 w 1562100"/>
                <a:gd name="connsiteY99" fmla="*/ 1092993 h 1309687"/>
                <a:gd name="connsiteX100" fmla="*/ 164306 w 1562100"/>
                <a:gd name="connsiteY100" fmla="*/ 1112043 h 1309687"/>
                <a:gd name="connsiteX101" fmla="*/ 190500 w 1562100"/>
                <a:gd name="connsiteY101" fmla="*/ 1121568 h 1309687"/>
                <a:gd name="connsiteX102" fmla="*/ 216694 w 1562100"/>
                <a:gd name="connsiteY102" fmla="*/ 1128712 h 1309687"/>
                <a:gd name="connsiteX103" fmla="*/ 228600 w 1562100"/>
                <a:gd name="connsiteY103" fmla="*/ 1131093 h 1309687"/>
                <a:gd name="connsiteX104" fmla="*/ 240506 w 1562100"/>
                <a:gd name="connsiteY104" fmla="*/ 1092993 h 1309687"/>
                <a:gd name="connsiteX105" fmla="*/ 269081 w 1562100"/>
                <a:gd name="connsiteY105" fmla="*/ 1097756 h 1309687"/>
                <a:gd name="connsiteX106" fmla="*/ 288131 w 1562100"/>
                <a:gd name="connsiteY106" fmla="*/ 1085850 h 1309687"/>
                <a:gd name="connsiteX107" fmla="*/ 307181 w 1562100"/>
                <a:gd name="connsiteY107" fmla="*/ 1135856 h 1309687"/>
                <a:gd name="connsiteX108" fmla="*/ 330994 w 1562100"/>
                <a:gd name="connsiteY108" fmla="*/ 1150143 h 1309687"/>
                <a:gd name="connsiteX109" fmla="*/ 340519 w 1562100"/>
                <a:gd name="connsiteY109" fmla="*/ 1178718 h 1309687"/>
                <a:gd name="connsiteX110" fmla="*/ 357188 w 1562100"/>
                <a:gd name="connsiteY110" fmla="*/ 1188243 h 1309687"/>
                <a:gd name="connsiteX111" fmla="*/ 364331 w 1562100"/>
                <a:gd name="connsiteY111" fmla="*/ 1219200 h 1309687"/>
                <a:gd name="connsiteX112" fmla="*/ 335756 w 1562100"/>
                <a:gd name="connsiteY112" fmla="*/ 1245393 h 1309687"/>
                <a:gd name="connsiteX113" fmla="*/ 309563 w 1562100"/>
                <a:gd name="connsiteY113" fmla="*/ 1262062 h 1309687"/>
                <a:gd name="connsiteX114" fmla="*/ 297656 w 1562100"/>
                <a:gd name="connsiteY114" fmla="*/ 1285875 h 1309687"/>
                <a:gd name="connsiteX115" fmla="*/ 302419 w 1562100"/>
                <a:gd name="connsiteY115" fmla="*/ 1309687 h 1309687"/>
                <a:gd name="connsiteX116" fmla="*/ 342900 w 1562100"/>
                <a:gd name="connsiteY116" fmla="*/ 1309687 h 1309687"/>
                <a:gd name="connsiteX117" fmla="*/ 390525 w 1562100"/>
                <a:gd name="connsiteY117" fmla="*/ 1304925 h 1309687"/>
                <a:gd name="connsiteX118" fmla="*/ 428625 w 1562100"/>
                <a:gd name="connsiteY118" fmla="*/ 1295400 h 1309687"/>
                <a:gd name="connsiteX119" fmla="*/ 454819 w 1562100"/>
                <a:gd name="connsiteY119" fmla="*/ 1302543 h 1309687"/>
                <a:gd name="connsiteX120" fmla="*/ 473869 w 1562100"/>
                <a:gd name="connsiteY120" fmla="*/ 1281112 h 1309687"/>
                <a:gd name="connsiteX121" fmla="*/ 492919 w 1562100"/>
                <a:gd name="connsiteY121" fmla="*/ 1281112 h 1309687"/>
                <a:gd name="connsiteX122" fmla="*/ 507206 w 1562100"/>
                <a:gd name="connsiteY122" fmla="*/ 1250156 h 1309687"/>
                <a:gd name="connsiteX123" fmla="*/ 557213 w 1562100"/>
                <a:gd name="connsiteY123" fmla="*/ 1235868 h 1309687"/>
                <a:gd name="connsiteX124" fmla="*/ 583406 w 1562100"/>
                <a:gd name="connsiteY124" fmla="*/ 1216818 h 1309687"/>
                <a:gd name="connsiteX125" fmla="*/ 590550 w 1562100"/>
                <a:gd name="connsiteY125" fmla="*/ 1178718 h 1309687"/>
                <a:gd name="connsiteX126" fmla="*/ 607219 w 1562100"/>
                <a:gd name="connsiteY126" fmla="*/ 1152525 h 1309687"/>
                <a:gd name="connsiteX127" fmla="*/ 688181 w 1562100"/>
                <a:gd name="connsiteY127"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702469 w 1562100"/>
                <a:gd name="connsiteY54" fmla="*/ 152401 h 1309687"/>
                <a:gd name="connsiteX55" fmla="*/ 704851 w 1562100"/>
                <a:gd name="connsiteY55" fmla="*/ 92869 h 1309687"/>
                <a:gd name="connsiteX56" fmla="*/ 657225 w 1562100"/>
                <a:gd name="connsiteY56" fmla="*/ 64294 h 1309687"/>
                <a:gd name="connsiteX57" fmla="*/ 628650 w 1562100"/>
                <a:gd name="connsiteY57" fmla="*/ 88107 h 1309687"/>
                <a:gd name="connsiteX58" fmla="*/ 500062 w 1562100"/>
                <a:gd name="connsiteY58" fmla="*/ 66676 h 1309687"/>
                <a:gd name="connsiteX59" fmla="*/ 450056 w 1562100"/>
                <a:gd name="connsiteY59" fmla="*/ 2382 h 1309687"/>
                <a:gd name="connsiteX60" fmla="*/ 428625 w 1562100"/>
                <a:gd name="connsiteY60" fmla="*/ 0 h 1309687"/>
                <a:gd name="connsiteX61" fmla="*/ 376238 w 1562100"/>
                <a:gd name="connsiteY61" fmla="*/ 104775 h 1309687"/>
                <a:gd name="connsiteX62" fmla="*/ 314326 w 1562100"/>
                <a:gd name="connsiteY62" fmla="*/ 104774 h 1309687"/>
                <a:gd name="connsiteX63" fmla="*/ 328613 w 1562100"/>
                <a:gd name="connsiteY63" fmla="*/ 183356 h 1309687"/>
                <a:gd name="connsiteX64" fmla="*/ 292894 w 1562100"/>
                <a:gd name="connsiteY64" fmla="*/ 285750 h 1309687"/>
                <a:gd name="connsiteX65" fmla="*/ 264319 w 1562100"/>
                <a:gd name="connsiteY65" fmla="*/ 292893 h 1309687"/>
                <a:gd name="connsiteX66" fmla="*/ 261938 w 1562100"/>
                <a:gd name="connsiteY66" fmla="*/ 307181 h 1309687"/>
                <a:gd name="connsiteX67" fmla="*/ 261938 w 1562100"/>
                <a:gd name="connsiteY67" fmla="*/ 340518 h 1309687"/>
                <a:gd name="connsiteX68" fmla="*/ 228600 w 1562100"/>
                <a:gd name="connsiteY68" fmla="*/ 383381 h 1309687"/>
                <a:gd name="connsiteX69" fmla="*/ 271463 w 1562100"/>
                <a:gd name="connsiteY69" fmla="*/ 400050 h 1309687"/>
                <a:gd name="connsiteX70" fmla="*/ 278606 w 1562100"/>
                <a:gd name="connsiteY70" fmla="*/ 419100 h 1309687"/>
                <a:gd name="connsiteX71" fmla="*/ 257175 w 1562100"/>
                <a:gd name="connsiteY71" fmla="*/ 454818 h 1309687"/>
                <a:gd name="connsiteX72" fmla="*/ 221456 w 1562100"/>
                <a:gd name="connsiteY72" fmla="*/ 464343 h 1309687"/>
                <a:gd name="connsiteX73" fmla="*/ 221456 w 1562100"/>
                <a:gd name="connsiteY73" fmla="*/ 504825 h 1309687"/>
                <a:gd name="connsiteX74" fmla="*/ 254794 w 1562100"/>
                <a:gd name="connsiteY74" fmla="*/ 542925 h 1309687"/>
                <a:gd name="connsiteX75" fmla="*/ 226219 w 1562100"/>
                <a:gd name="connsiteY75" fmla="*/ 607218 h 1309687"/>
                <a:gd name="connsiteX76" fmla="*/ 180975 w 1562100"/>
                <a:gd name="connsiteY76" fmla="*/ 635793 h 1309687"/>
                <a:gd name="connsiteX77" fmla="*/ 183356 w 1562100"/>
                <a:gd name="connsiteY77" fmla="*/ 652462 h 1309687"/>
                <a:gd name="connsiteX78" fmla="*/ 204788 w 1562100"/>
                <a:gd name="connsiteY78" fmla="*/ 661987 h 1309687"/>
                <a:gd name="connsiteX79" fmla="*/ 219075 w 1562100"/>
                <a:gd name="connsiteY79" fmla="*/ 671512 h 1309687"/>
                <a:gd name="connsiteX80" fmla="*/ 223838 w 1562100"/>
                <a:gd name="connsiteY80" fmla="*/ 690562 h 1309687"/>
                <a:gd name="connsiteX81" fmla="*/ 195263 w 1562100"/>
                <a:gd name="connsiteY81" fmla="*/ 716756 h 1309687"/>
                <a:gd name="connsiteX82" fmla="*/ 123825 w 1562100"/>
                <a:gd name="connsiteY82" fmla="*/ 762000 h 1309687"/>
                <a:gd name="connsiteX83" fmla="*/ 123825 w 1562100"/>
                <a:gd name="connsiteY83" fmla="*/ 797718 h 1309687"/>
                <a:gd name="connsiteX84" fmla="*/ 135731 w 1562100"/>
                <a:gd name="connsiteY84" fmla="*/ 828675 h 1309687"/>
                <a:gd name="connsiteX85" fmla="*/ 123825 w 1562100"/>
                <a:gd name="connsiteY85" fmla="*/ 869156 h 1309687"/>
                <a:gd name="connsiteX86" fmla="*/ 76200 w 1562100"/>
                <a:gd name="connsiteY86" fmla="*/ 864393 h 1309687"/>
                <a:gd name="connsiteX87" fmla="*/ 52388 w 1562100"/>
                <a:gd name="connsiteY87" fmla="*/ 809625 h 1309687"/>
                <a:gd name="connsiteX88" fmla="*/ 33338 w 1562100"/>
                <a:gd name="connsiteY88" fmla="*/ 802481 h 1309687"/>
                <a:gd name="connsiteX89" fmla="*/ 23813 w 1562100"/>
                <a:gd name="connsiteY89" fmla="*/ 840581 h 1309687"/>
                <a:gd name="connsiteX90" fmla="*/ 21431 w 1562100"/>
                <a:gd name="connsiteY90" fmla="*/ 850106 h 1309687"/>
                <a:gd name="connsiteX91" fmla="*/ 7144 w 1562100"/>
                <a:gd name="connsiteY91" fmla="*/ 866775 h 1309687"/>
                <a:gd name="connsiteX92" fmla="*/ 0 w 1562100"/>
                <a:gd name="connsiteY92" fmla="*/ 923925 h 1309687"/>
                <a:gd name="connsiteX93" fmla="*/ 23813 w 1562100"/>
                <a:gd name="connsiteY93" fmla="*/ 952500 h 1309687"/>
                <a:gd name="connsiteX94" fmla="*/ 16669 w 1562100"/>
                <a:gd name="connsiteY94" fmla="*/ 992981 h 1309687"/>
                <a:gd name="connsiteX95" fmla="*/ 35719 w 1562100"/>
                <a:gd name="connsiteY95" fmla="*/ 997743 h 1309687"/>
                <a:gd name="connsiteX96" fmla="*/ 69056 w 1562100"/>
                <a:gd name="connsiteY96" fmla="*/ 997743 h 1309687"/>
                <a:gd name="connsiteX97" fmla="*/ 85725 w 1562100"/>
                <a:gd name="connsiteY97" fmla="*/ 988218 h 1309687"/>
                <a:gd name="connsiteX98" fmla="*/ 135731 w 1562100"/>
                <a:gd name="connsiteY98" fmla="*/ 1045368 h 1309687"/>
                <a:gd name="connsiteX99" fmla="*/ 123825 w 1562100"/>
                <a:gd name="connsiteY99" fmla="*/ 1064418 h 1309687"/>
                <a:gd name="connsiteX100" fmla="*/ 133350 w 1562100"/>
                <a:gd name="connsiteY100" fmla="*/ 1092993 h 1309687"/>
                <a:gd name="connsiteX101" fmla="*/ 164306 w 1562100"/>
                <a:gd name="connsiteY101" fmla="*/ 1112043 h 1309687"/>
                <a:gd name="connsiteX102" fmla="*/ 190500 w 1562100"/>
                <a:gd name="connsiteY102" fmla="*/ 1121568 h 1309687"/>
                <a:gd name="connsiteX103" fmla="*/ 216694 w 1562100"/>
                <a:gd name="connsiteY103" fmla="*/ 1128712 h 1309687"/>
                <a:gd name="connsiteX104" fmla="*/ 228600 w 1562100"/>
                <a:gd name="connsiteY104" fmla="*/ 1131093 h 1309687"/>
                <a:gd name="connsiteX105" fmla="*/ 240506 w 1562100"/>
                <a:gd name="connsiteY105" fmla="*/ 1092993 h 1309687"/>
                <a:gd name="connsiteX106" fmla="*/ 269081 w 1562100"/>
                <a:gd name="connsiteY106" fmla="*/ 1097756 h 1309687"/>
                <a:gd name="connsiteX107" fmla="*/ 288131 w 1562100"/>
                <a:gd name="connsiteY107" fmla="*/ 1085850 h 1309687"/>
                <a:gd name="connsiteX108" fmla="*/ 307181 w 1562100"/>
                <a:gd name="connsiteY108" fmla="*/ 1135856 h 1309687"/>
                <a:gd name="connsiteX109" fmla="*/ 330994 w 1562100"/>
                <a:gd name="connsiteY109" fmla="*/ 1150143 h 1309687"/>
                <a:gd name="connsiteX110" fmla="*/ 340519 w 1562100"/>
                <a:gd name="connsiteY110" fmla="*/ 1178718 h 1309687"/>
                <a:gd name="connsiteX111" fmla="*/ 357188 w 1562100"/>
                <a:gd name="connsiteY111" fmla="*/ 1188243 h 1309687"/>
                <a:gd name="connsiteX112" fmla="*/ 364331 w 1562100"/>
                <a:gd name="connsiteY112" fmla="*/ 1219200 h 1309687"/>
                <a:gd name="connsiteX113" fmla="*/ 335756 w 1562100"/>
                <a:gd name="connsiteY113" fmla="*/ 1245393 h 1309687"/>
                <a:gd name="connsiteX114" fmla="*/ 309563 w 1562100"/>
                <a:gd name="connsiteY114" fmla="*/ 1262062 h 1309687"/>
                <a:gd name="connsiteX115" fmla="*/ 297656 w 1562100"/>
                <a:gd name="connsiteY115" fmla="*/ 1285875 h 1309687"/>
                <a:gd name="connsiteX116" fmla="*/ 302419 w 1562100"/>
                <a:gd name="connsiteY116" fmla="*/ 1309687 h 1309687"/>
                <a:gd name="connsiteX117" fmla="*/ 342900 w 1562100"/>
                <a:gd name="connsiteY117" fmla="*/ 1309687 h 1309687"/>
                <a:gd name="connsiteX118" fmla="*/ 390525 w 1562100"/>
                <a:gd name="connsiteY118" fmla="*/ 1304925 h 1309687"/>
                <a:gd name="connsiteX119" fmla="*/ 428625 w 1562100"/>
                <a:gd name="connsiteY119" fmla="*/ 1295400 h 1309687"/>
                <a:gd name="connsiteX120" fmla="*/ 454819 w 1562100"/>
                <a:gd name="connsiteY120" fmla="*/ 1302543 h 1309687"/>
                <a:gd name="connsiteX121" fmla="*/ 473869 w 1562100"/>
                <a:gd name="connsiteY121" fmla="*/ 1281112 h 1309687"/>
                <a:gd name="connsiteX122" fmla="*/ 492919 w 1562100"/>
                <a:gd name="connsiteY122" fmla="*/ 1281112 h 1309687"/>
                <a:gd name="connsiteX123" fmla="*/ 507206 w 1562100"/>
                <a:gd name="connsiteY123" fmla="*/ 1250156 h 1309687"/>
                <a:gd name="connsiteX124" fmla="*/ 557213 w 1562100"/>
                <a:gd name="connsiteY124" fmla="*/ 1235868 h 1309687"/>
                <a:gd name="connsiteX125" fmla="*/ 583406 w 1562100"/>
                <a:gd name="connsiteY125" fmla="*/ 1216818 h 1309687"/>
                <a:gd name="connsiteX126" fmla="*/ 590550 w 1562100"/>
                <a:gd name="connsiteY126" fmla="*/ 1178718 h 1309687"/>
                <a:gd name="connsiteX127" fmla="*/ 607219 w 1562100"/>
                <a:gd name="connsiteY127" fmla="*/ 1152525 h 1309687"/>
                <a:gd name="connsiteX128" fmla="*/ 688181 w 1562100"/>
                <a:gd name="connsiteY128"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702469 w 1562100"/>
                <a:gd name="connsiteY54" fmla="*/ 152401 h 1309687"/>
                <a:gd name="connsiteX55" fmla="*/ 704851 w 1562100"/>
                <a:gd name="connsiteY55" fmla="*/ 92869 h 1309687"/>
                <a:gd name="connsiteX56" fmla="*/ 657225 w 1562100"/>
                <a:gd name="connsiteY56" fmla="*/ 64294 h 1309687"/>
                <a:gd name="connsiteX57" fmla="*/ 628650 w 1562100"/>
                <a:gd name="connsiteY57" fmla="*/ 88107 h 1309687"/>
                <a:gd name="connsiteX58" fmla="*/ 500062 w 1562100"/>
                <a:gd name="connsiteY58" fmla="*/ 66676 h 1309687"/>
                <a:gd name="connsiteX59" fmla="*/ 450056 w 1562100"/>
                <a:gd name="connsiteY59" fmla="*/ 2382 h 1309687"/>
                <a:gd name="connsiteX60" fmla="*/ 428625 w 1562100"/>
                <a:gd name="connsiteY60" fmla="*/ 0 h 1309687"/>
                <a:gd name="connsiteX61" fmla="*/ 376238 w 1562100"/>
                <a:gd name="connsiteY61" fmla="*/ 104775 h 1309687"/>
                <a:gd name="connsiteX62" fmla="*/ 314326 w 1562100"/>
                <a:gd name="connsiteY62" fmla="*/ 104774 h 1309687"/>
                <a:gd name="connsiteX63" fmla="*/ 328613 w 1562100"/>
                <a:gd name="connsiteY63" fmla="*/ 183356 h 1309687"/>
                <a:gd name="connsiteX64" fmla="*/ 292894 w 1562100"/>
                <a:gd name="connsiteY64" fmla="*/ 285750 h 1309687"/>
                <a:gd name="connsiteX65" fmla="*/ 264319 w 1562100"/>
                <a:gd name="connsiteY65" fmla="*/ 292893 h 1309687"/>
                <a:gd name="connsiteX66" fmla="*/ 261938 w 1562100"/>
                <a:gd name="connsiteY66" fmla="*/ 307181 h 1309687"/>
                <a:gd name="connsiteX67" fmla="*/ 261938 w 1562100"/>
                <a:gd name="connsiteY67" fmla="*/ 340518 h 1309687"/>
                <a:gd name="connsiteX68" fmla="*/ 228600 w 1562100"/>
                <a:gd name="connsiteY68" fmla="*/ 383381 h 1309687"/>
                <a:gd name="connsiteX69" fmla="*/ 271463 w 1562100"/>
                <a:gd name="connsiteY69" fmla="*/ 400050 h 1309687"/>
                <a:gd name="connsiteX70" fmla="*/ 278606 w 1562100"/>
                <a:gd name="connsiteY70" fmla="*/ 419100 h 1309687"/>
                <a:gd name="connsiteX71" fmla="*/ 257175 w 1562100"/>
                <a:gd name="connsiteY71" fmla="*/ 454818 h 1309687"/>
                <a:gd name="connsiteX72" fmla="*/ 221456 w 1562100"/>
                <a:gd name="connsiteY72" fmla="*/ 464343 h 1309687"/>
                <a:gd name="connsiteX73" fmla="*/ 221456 w 1562100"/>
                <a:gd name="connsiteY73" fmla="*/ 504825 h 1309687"/>
                <a:gd name="connsiteX74" fmla="*/ 254794 w 1562100"/>
                <a:gd name="connsiteY74" fmla="*/ 542925 h 1309687"/>
                <a:gd name="connsiteX75" fmla="*/ 226219 w 1562100"/>
                <a:gd name="connsiteY75" fmla="*/ 607218 h 1309687"/>
                <a:gd name="connsiteX76" fmla="*/ 180975 w 1562100"/>
                <a:gd name="connsiteY76" fmla="*/ 635793 h 1309687"/>
                <a:gd name="connsiteX77" fmla="*/ 183356 w 1562100"/>
                <a:gd name="connsiteY77" fmla="*/ 652462 h 1309687"/>
                <a:gd name="connsiteX78" fmla="*/ 204788 w 1562100"/>
                <a:gd name="connsiteY78" fmla="*/ 661987 h 1309687"/>
                <a:gd name="connsiteX79" fmla="*/ 219075 w 1562100"/>
                <a:gd name="connsiteY79" fmla="*/ 671512 h 1309687"/>
                <a:gd name="connsiteX80" fmla="*/ 223838 w 1562100"/>
                <a:gd name="connsiteY80" fmla="*/ 690562 h 1309687"/>
                <a:gd name="connsiteX81" fmla="*/ 195263 w 1562100"/>
                <a:gd name="connsiteY81" fmla="*/ 716756 h 1309687"/>
                <a:gd name="connsiteX82" fmla="*/ 123825 w 1562100"/>
                <a:gd name="connsiteY82" fmla="*/ 762000 h 1309687"/>
                <a:gd name="connsiteX83" fmla="*/ 123825 w 1562100"/>
                <a:gd name="connsiteY83" fmla="*/ 797718 h 1309687"/>
                <a:gd name="connsiteX84" fmla="*/ 135731 w 1562100"/>
                <a:gd name="connsiteY84" fmla="*/ 828675 h 1309687"/>
                <a:gd name="connsiteX85" fmla="*/ 123825 w 1562100"/>
                <a:gd name="connsiteY85" fmla="*/ 869156 h 1309687"/>
                <a:gd name="connsiteX86" fmla="*/ 76200 w 1562100"/>
                <a:gd name="connsiteY86" fmla="*/ 864393 h 1309687"/>
                <a:gd name="connsiteX87" fmla="*/ 52388 w 1562100"/>
                <a:gd name="connsiteY87" fmla="*/ 809625 h 1309687"/>
                <a:gd name="connsiteX88" fmla="*/ 33338 w 1562100"/>
                <a:gd name="connsiteY88" fmla="*/ 802481 h 1309687"/>
                <a:gd name="connsiteX89" fmla="*/ 23813 w 1562100"/>
                <a:gd name="connsiteY89" fmla="*/ 840581 h 1309687"/>
                <a:gd name="connsiteX90" fmla="*/ 21431 w 1562100"/>
                <a:gd name="connsiteY90" fmla="*/ 850106 h 1309687"/>
                <a:gd name="connsiteX91" fmla="*/ 7144 w 1562100"/>
                <a:gd name="connsiteY91" fmla="*/ 866775 h 1309687"/>
                <a:gd name="connsiteX92" fmla="*/ 0 w 1562100"/>
                <a:gd name="connsiteY92" fmla="*/ 923925 h 1309687"/>
                <a:gd name="connsiteX93" fmla="*/ 23813 w 1562100"/>
                <a:gd name="connsiteY93" fmla="*/ 952500 h 1309687"/>
                <a:gd name="connsiteX94" fmla="*/ 16669 w 1562100"/>
                <a:gd name="connsiteY94" fmla="*/ 992981 h 1309687"/>
                <a:gd name="connsiteX95" fmla="*/ 35719 w 1562100"/>
                <a:gd name="connsiteY95" fmla="*/ 997743 h 1309687"/>
                <a:gd name="connsiteX96" fmla="*/ 69056 w 1562100"/>
                <a:gd name="connsiteY96" fmla="*/ 997743 h 1309687"/>
                <a:gd name="connsiteX97" fmla="*/ 85725 w 1562100"/>
                <a:gd name="connsiteY97" fmla="*/ 988218 h 1309687"/>
                <a:gd name="connsiteX98" fmla="*/ 135731 w 1562100"/>
                <a:gd name="connsiteY98" fmla="*/ 1045368 h 1309687"/>
                <a:gd name="connsiteX99" fmla="*/ 123825 w 1562100"/>
                <a:gd name="connsiteY99" fmla="*/ 1064418 h 1309687"/>
                <a:gd name="connsiteX100" fmla="*/ 133350 w 1562100"/>
                <a:gd name="connsiteY100" fmla="*/ 1092993 h 1309687"/>
                <a:gd name="connsiteX101" fmla="*/ 164306 w 1562100"/>
                <a:gd name="connsiteY101" fmla="*/ 1112043 h 1309687"/>
                <a:gd name="connsiteX102" fmla="*/ 190500 w 1562100"/>
                <a:gd name="connsiteY102" fmla="*/ 1121568 h 1309687"/>
                <a:gd name="connsiteX103" fmla="*/ 216694 w 1562100"/>
                <a:gd name="connsiteY103" fmla="*/ 1128712 h 1309687"/>
                <a:gd name="connsiteX104" fmla="*/ 228600 w 1562100"/>
                <a:gd name="connsiteY104" fmla="*/ 1131093 h 1309687"/>
                <a:gd name="connsiteX105" fmla="*/ 240506 w 1562100"/>
                <a:gd name="connsiteY105" fmla="*/ 1092993 h 1309687"/>
                <a:gd name="connsiteX106" fmla="*/ 269081 w 1562100"/>
                <a:gd name="connsiteY106" fmla="*/ 1097756 h 1309687"/>
                <a:gd name="connsiteX107" fmla="*/ 288131 w 1562100"/>
                <a:gd name="connsiteY107" fmla="*/ 1085850 h 1309687"/>
                <a:gd name="connsiteX108" fmla="*/ 307181 w 1562100"/>
                <a:gd name="connsiteY108" fmla="*/ 1135856 h 1309687"/>
                <a:gd name="connsiteX109" fmla="*/ 330994 w 1562100"/>
                <a:gd name="connsiteY109" fmla="*/ 1150143 h 1309687"/>
                <a:gd name="connsiteX110" fmla="*/ 340519 w 1562100"/>
                <a:gd name="connsiteY110" fmla="*/ 1178718 h 1309687"/>
                <a:gd name="connsiteX111" fmla="*/ 357188 w 1562100"/>
                <a:gd name="connsiteY111" fmla="*/ 1188243 h 1309687"/>
                <a:gd name="connsiteX112" fmla="*/ 364331 w 1562100"/>
                <a:gd name="connsiteY112" fmla="*/ 1219200 h 1309687"/>
                <a:gd name="connsiteX113" fmla="*/ 335756 w 1562100"/>
                <a:gd name="connsiteY113" fmla="*/ 1245393 h 1309687"/>
                <a:gd name="connsiteX114" fmla="*/ 309563 w 1562100"/>
                <a:gd name="connsiteY114" fmla="*/ 1262062 h 1309687"/>
                <a:gd name="connsiteX115" fmla="*/ 297656 w 1562100"/>
                <a:gd name="connsiteY115" fmla="*/ 1285875 h 1309687"/>
                <a:gd name="connsiteX116" fmla="*/ 302419 w 1562100"/>
                <a:gd name="connsiteY116" fmla="*/ 1309687 h 1309687"/>
                <a:gd name="connsiteX117" fmla="*/ 342900 w 1562100"/>
                <a:gd name="connsiteY117" fmla="*/ 1309687 h 1309687"/>
                <a:gd name="connsiteX118" fmla="*/ 390525 w 1562100"/>
                <a:gd name="connsiteY118" fmla="*/ 1304925 h 1309687"/>
                <a:gd name="connsiteX119" fmla="*/ 428625 w 1562100"/>
                <a:gd name="connsiteY119" fmla="*/ 1295400 h 1309687"/>
                <a:gd name="connsiteX120" fmla="*/ 454819 w 1562100"/>
                <a:gd name="connsiteY120" fmla="*/ 1302543 h 1309687"/>
                <a:gd name="connsiteX121" fmla="*/ 473869 w 1562100"/>
                <a:gd name="connsiteY121" fmla="*/ 1281112 h 1309687"/>
                <a:gd name="connsiteX122" fmla="*/ 492919 w 1562100"/>
                <a:gd name="connsiteY122" fmla="*/ 1281112 h 1309687"/>
                <a:gd name="connsiteX123" fmla="*/ 507206 w 1562100"/>
                <a:gd name="connsiteY123" fmla="*/ 1250156 h 1309687"/>
                <a:gd name="connsiteX124" fmla="*/ 557213 w 1562100"/>
                <a:gd name="connsiteY124" fmla="*/ 1235868 h 1309687"/>
                <a:gd name="connsiteX125" fmla="*/ 583406 w 1562100"/>
                <a:gd name="connsiteY125" fmla="*/ 1216818 h 1309687"/>
                <a:gd name="connsiteX126" fmla="*/ 590550 w 1562100"/>
                <a:gd name="connsiteY126" fmla="*/ 1178718 h 1309687"/>
                <a:gd name="connsiteX127" fmla="*/ 607219 w 1562100"/>
                <a:gd name="connsiteY127" fmla="*/ 1152525 h 1309687"/>
                <a:gd name="connsiteX128" fmla="*/ 688181 w 1562100"/>
                <a:gd name="connsiteY128"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681038 w 1562100"/>
                <a:gd name="connsiteY54" fmla="*/ 157164 h 1309687"/>
                <a:gd name="connsiteX55" fmla="*/ 704851 w 1562100"/>
                <a:gd name="connsiteY55" fmla="*/ 92869 h 1309687"/>
                <a:gd name="connsiteX56" fmla="*/ 657225 w 1562100"/>
                <a:gd name="connsiteY56" fmla="*/ 64294 h 1309687"/>
                <a:gd name="connsiteX57" fmla="*/ 628650 w 1562100"/>
                <a:gd name="connsiteY57" fmla="*/ 88107 h 1309687"/>
                <a:gd name="connsiteX58" fmla="*/ 500062 w 1562100"/>
                <a:gd name="connsiteY58" fmla="*/ 66676 h 1309687"/>
                <a:gd name="connsiteX59" fmla="*/ 450056 w 1562100"/>
                <a:gd name="connsiteY59" fmla="*/ 2382 h 1309687"/>
                <a:gd name="connsiteX60" fmla="*/ 428625 w 1562100"/>
                <a:gd name="connsiteY60" fmla="*/ 0 h 1309687"/>
                <a:gd name="connsiteX61" fmla="*/ 376238 w 1562100"/>
                <a:gd name="connsiteY61" fmla="*/ 104775 h 1309687"/>
                <a:gd name="connsiteX62" fmla="*/ 314326 w 1562100"/>
                <a:gd name="connsiteY62" fmla="*/ 104774 h 1309687"/>
                <a:gd name="connsiteX63" fmla="*/ 328613 w 1562100"/>
                <a:gd name="connsiteY63" fmla="*/ 183356 h 1309687"/>
                <a:gd name="connsiteX64" fmla="*/ 292894 w 1562100"/>
                <a:gd name="connsiteY64" fmla="*/ 285750 h 1309687"/>
                <a:gd name="connsiteX65" fmla="*/ 264319 w 1562100"/>
                <a:gd name="connsiteY65" fmla="*/ 292893 h 1309687"/>
                <a:gd name="connsiteX66" fmla="*/ 261938 w 1562100"/>
                <a:gd name="connsiteY66" fmla="*/ 307181 h 1309687"/>
                <a:gd name="connsiteX67" fmla="*/ 261938 w 1562100"/>
                <a:gd name="connsiteY67" fmla="*/ 340518 h 1309687"/>
                <a:gd name="connsiteX68" fmla="*/ 228600 w 1562100"/>
                <a:gd name="connsiteY68" fmla="*/ 383381 h 1309687"/>
                <a:gd name="connsiteX69" fmla="*/ 271463 w 1562100"/>
                <a:gd name="connsiteY69" fmla="*/ 400050 h 1309687"/>
                <a:gd name="connsiteX70" fmla="*/ 278606 w 1562100"/>
                <a:gd name="connsiteY70" fmla="*/ 419100 h 1309687"/>
                <a:gd name="connsiteX71" fmla="*/ 257175 w 1562100"/>
                <a:gd name="connsiteY71" fmla="*/ 454818 h 1309687"/>
                <a:gd name="connsiteX72" fmla="*/ 221456 w 1562100"/>
                <a:gd name="connsiteY72" fmla="*/ 464343 h 1309687"/>
                <a:gd name="connsiteX73" fmla="*/ 221456 w 1562100"/>
                <a:gd name="connsiteY73" fmla="*/ 504825 h 1309687"/>
                <a:gd name="connsiteX74" fmla="*/ 254794 w 1562100"/>
                <a:gd name="connsiteY74" fmla="*/ 542925 h 1309687"/>
                <a:gd name="connsiteX75" fmla="*/ 226219 w 1562100"/>
                <a:gd name="connsiteY75" fmla="*/ 607218 h 1309687"/>
                <a:gd name="connsiteX76" fmla="*/ 180975 w 1562100"/>
                <a:gd name="connsiteY76" fmla="*/ 635793 h 1309687"/>
                <a:gd name="connsiteX77" fmla="*/ 183356 w 1562100"/>
                <a:gd name="connsiteY77" fmla="*/ 652462 h 1309687"/>
                <a:gd name="connsiteX78" fmla="*/ 204788 w 1562100"/>
                <a:gd name="connsiteY78" fmla="*/ 661987 h 1309687"/>
                <a:gd name="connsiteX79" fmla="*/ 219075 w 1562100"/>
                <a:gd name="connsiteY79" fmla="*/ 671512 h 1309687"/>
                <a:gd name="connsiteX80" fmla="*/ 223838 w 1562100"/>
                <a:gd name="connsiteY80" fmla="*/ 690562 h 1309687"/>
                <a:gd name="connsiteX81" fmla="*/ 195263 w 1562100"/>
                <a:gd name="connsiteY81" fmla="*/ 716756 h 1309687"/>
                <a:gd name="connsiteX82" fmla="*/ 123825 w 1562100"/>
                <a:gd name="connsiteY82" fmla="*/ 762000 h 1309687"/>
                <a:gd name="connsiteX83" fmla="*/ 123825 w 1562100"/>
                <a:gd name="connsiteY83" fmla="*/ 797718 h 1309687"/>
                <a:gd name="connsiteX84" fmla="*/ 135731 w 1562100"/>
                <a:gd name="connsiteY84" fmla="*/ 828675 h 1309687"/>
                <a:gd name="connsiteX85" fmla="*/ 123825 w 1562100"/>
                <a:gd name="connsiteY85" fmla="*/ 869156 h 1309687"/>
                <a:gd name="connsiteX86" fmla="*/ 76200 w 1562100"/>
                <a:gd name="connsiteY86" fmla="*/ 864393 h 1309687"/>
                <a:gd name="connsiteX87" fmla="*/ 52388 w 1562100"/>
                <a:gd name="connsiteY87" fmla="*/ 809625 h 1309687"/>
                <a:gd name="connsiteX88" fmla="*/ 33338 w 1562100"/>
                <a:gd name="connsiteY88" fmla="*/ 802481 h 1309687"/>
                <a:gd name="connsiteX89" fmla="*/ 23813 w 1562100"/>
                <a:gd name="connsiteY89" fmla="*/ 840581 h 1309687"/>
                <a:gd name="connsiteX90" fmla="*/ 21431 w 1562100"/>
                <a:gd name="connsiteY90" fmla="*/ 850106 h 1309687"/>
                <a:gd name="connsiteX91" fmla="*/ 7144 w 1562100"/>
                <a:gd name="connsiteY91" fmla="*/ 866775 h 1309687"/>
                <a:gd name="connsiteX92" fmla="*/ 0 w 1562100"/>
                <a:gd name="connsiteY92" fmla="*/ 923925 h 1309687"/>
                <a:gd name="connsiteX93" fmla="*/ 23813 w 1562100"/>
                <a:gd name="connsiteY93" fmla="*/ 952500 h 1309687"/>
                <a:gd name="connsiteX94" fmla="*/ 16669 w 1562100"/>
                <a:gd name="connsiteY94" fmla="*/ 992981 h 1309687"/>
                <a:gd name="connsiteX95" fmla="*/ 35719 w 1562100"/>
                <a:gd name="connsiteY95" fmla="*/ 997743 h 1309687"/>
                <a:gd name="connsiteX96" fmla="*/ 69056 w 1562100"/>
                <a:gd name="connsiteY96" fmla="*/ 997743 h 1309687"/>
                <a:gd name="connsiteX97" fmla="*/ 85725 w 1562100"/>
                <a:gd name="connsiteY97" fmla="*/ 988218 h 1309687"/>
                <a:gd name="connsiteX98" fmla="*/ 135731 w 1562100"/>
                <a:gd name="connsiteY98" fmla="*/ 1045368 h 1309687"/>
                <a:gd name="connsiteX99" fmla="*/ 123825 w 1562100"/>
                <a:gd name="connsiteY99" fmla="*/ 1064418 h 1309687"/>
                <a:gd name="connsiteX100" fmla="*/ 133350 w 1562100"/>
                <a:gd name="connsiteY100" fmla="*/ 1092993 h 1309687"/>
                <a:gd name="connsiteX101" fmla="*/ 164306 w 1562100"/>
                <a:gd name="connsiteY101" fmla="*/ 1112043 h 1309687"/>
                <a:gd name="connsiteX102" fmla="*/ 190500 w 1562100"/>
                <a:gd name="connsiteY102" fmla="*/ 1121568 h 1309687"/>
                <a:gd name="connsiteX103" fmla="*/ 216694 w 1562100"/>
                <a:gd name="connsiteY103" fmla="*/ 1128712 h 1309687"/>
                <a:gd name="connsiteX104" fmla="*/ 228600 w 1562100"/>
                <a:gd name="connsiteY104" fmla="*/ 1131093 h 1309687"/>
                <a:gd name="connsiteX105" fmla="*/ 240506 w 1562100"/>
                <a:gd name="connsiteY105" fmla="*/ 1092993 h 1309687"/>
                <a:gd name="connsiteX106" fmla="*/ 269081 w 1562100"/>
                <a:gd name="connsiteY106" fmla="*/ 1097756 h 1309687"/>
                <a:gd name="connsiteX107" fmla="*/ 288131 w 1562100"/>
                <a:gd name="connsiteY107" fmla="*/ 1085850 h 1309687"/>
                <a:gd name="connsiteX108" fmla="*/ 307181 w 1562100"/>
                <a:gd name="connsiteY108" fmla="*/ 1135856 h 1309687"/>
                <a:gd name="connsiteX109" fmla="*/ 330994 w 1562100"/>
                <a:gd name="connsiteY109" fmla="*/ 1150143 h 1309687"/>
                <a:gd name="connsiteX110" fmla="*/ 340519 w 1562100"/>
                <a:gd name="connsiteY110" fmla="*/ 1178718 h 1309687"/>
                <a:gd name="connsiteX111" fmla="*/ 357188 w 1562100"/>
                <a:gd name="connsiteY111" fmla="*/ 1188243 h 1309687"/>
                <a:gd name="connsiteX112" fmla="*/ 364331 w 1562100"/>
                <a:gd name="connsiteY112" fmla="*/ 1219200 h 1309687"/>
                <a:gd name="connsiteX113" fmla="*/ 335756 w 1562100"/>
                <a:gd name="connsiteY113" fmla="*/ 1245393 h 1309687"/>
                <a:gd name="connsiteX114" fmla="*/ 309563 w 1562100"/>
                <a:gd name="connsiteY114" fmla="*/ 1262062 h 1309687"/>
                <a:gd name="connsiteX115" fmla="*/ 297656 w 1562100"/>
                <a:gd name="connsiteY115" fmla="*/ 1285875 h 1309687"/>
                <a:gd name="connsiteX116" fmla="*/ 302419 w 1562100"/>
                <a:gd name="connsiteY116" fmla="*/ 1309687 h 1309687"/>
                <a:gd name="connsiteX117" fmla="*/ 342900 w 1562100"/>
                <a:gd name="connsiteY117" fmla="*/ 1309687 h 1309687"/>
                <a:gd name="connsiteX118" fmla="*/ 390525 w 1562100"/>
                <a:gd name="connsiteY118" fmla="*/ 1304925 h 1309687"/>
                <a:gd name="connsiteX119" fmla="*/ 428625 w 1562100"/>
                <a:gd name="connsiteY119" fmla="*/ 1295400 h 1309687"/>
                <a:gd name="connsiteX120" fmla="*/ 454819 w 1562100"/>
                <a:gd name="connsiteY120" fmla="*/ 1302543 h 1309687"/>
                <a:gd name="connsiteX121" fmla="*/ 473869 w 1562100"/>
                <a:gd name="connsiteY121" fmla="*/ 1281112 h 1309687"/>
                <a:gd name="connsiteX122" fmla="*/ 492919 w 1562100"/>
                <a:gd name="connsiteY122" fmla="*/ 1281112 h 1309687"/>
                <a:gd name="connsiteX123" fmla="*/ 507206 w 1562100"/>
                <a:gd name="connsiteY123" fmla="*/ 1250156 h 1309687"/>
                <a:gd name="connsiteX124" fmla="*/ 557213 w 1562100"/>
                <a:gd name="connsiteY124" fmla="*/ 1235868 h 1309687"/>
                <a:gd name="connsiteX125" fmla="*/ 583406 w 1562100"/>
                <a:gd name="connsiteY125" fmla="*/ 1216818 h 1309687"/>
                <a:gd name="connsiteX126" fmla="*/ 590550 w 1562100"/>
                <a:gd name="connsiteY126" fmla="*/ 1178718 h 1309687"/>
                <a:gd name="connsiteX127" fmla="*/ 607219 w 1562100"/>
                <a:gd name="connsiteY127" fmla="*/ 1152525 h 1309687"/>
                <a:gd name="connsiteX128" fmla="*/ 688181 w 1562100"/>
                <a:gd name="connsiteY128"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681038 w 1562100"/>
                <a:gd name="connsiteY54" fmla="*/ 157164 h 1309687"/>
                <a:gd name="connsiteX55" fmla="*/ 704851 w 1562100"/>
                <a:gd name="connsiteY55" fmla="*/ 92869 h 1309687"/>
                <a:gd name="connsiteX56" fmla="*/ 657225 w 1562100"/>
                <a:gd name="connsiteY56" fmla="*/ 64294 h 1309687"/>
                <a:gd name="connsiteX57" fmla="*/ 628650 w 1562100"/>
                <a:gd name="connsiteY57" fmla="*/ 88107 h 1309687"/>
                <a:gd name="connsiteX58" fmla="*/ 500062 w 1562100"/>
                <a:gd name="connsiteY58" fmla="*/ 66676 h 1309687"/>
                <a:gd name="connsiteX59" fmla="*/ 450056 w 1562100"/>
                <a:gd name="connsiteY59" fmla="*/ 2382 h 1309687"/>
                <a:gd name="connsiteX60" fmla="*/ 428625 w 1562100"/>
                <a:gd name="connsiteY60" fmla="*/ 0 h 1309687"/>
                <a:gd name="connsiteX61" fmla="*/ 376238 w 1562100"/>
                <a:gd name="connsiteY61" fmla="*/ 104775 h 1309687"/>
                <a:gd name="connsiteX62" fmla="*/ 314326 w 1562100"/>
                <a:gd name="connsiteY62" fmla="*/ 104774 h 1309687"/>
                <a:gd name="connsiteX63" fmla="*/ 328613 w 1562100"/>
                <a:gd name="connsiteY63" fmla="*/ 183356 h 1309687"/>
                <a:gd name="connsiteX64" fmla="*/ 292894 w 1562100"/>
                <a:gd name="connsiteY64" fmla="*/ 285750 h 1309687"/>
                <a:gd name="connsiteX65" fmla="*/ 264319 w 1562100"/>
                <a:gd name="connsiteY65" fmla="*/ 292893 h 1309687"/>
                <a:gd name="connsiteX66" fmla="*/ 261938 w 1562100"/>
                <a:gd name="connsiteY66" fmla="*/ 307181 h 1309687"/>
                <a:gd name="connsiteX67" fmla="*/ 261938 w 1562100"/>
                <a:gd name="connsiteY67" fmla="*/ 340518 h 1309687"/>
                <a:gd name="connsiteX68" fmla="*/ 228600 w 1562100"/>
                <a:gd name="connsiteY68" fmla="*/ 383381 h 1309687"/>
                <a:gd name="connsiteX69" fmla="*/ 271463 w 1562100"/>
                <a:gd name="connsiteY69" fmla="*/ 400050 h 1309687"/>
                <a:gd name="connsiteX70" fmla="*/ 278606 w 1562100"/>
                <a:gd name="connsiteY70" fmla="*/ 419100 h 1309687"/>
                <a:gd name="connsiteX71" fmla="*/ 257175 w 1562100"/>
                <a:gd name="connsiteY71" fmla="*/ 454818 h 1309687"/>
                <a:gd name="connsiteX72" fmla="*/ 221456 w 1562100"/>
                <a:gd name="connsiteY72" fmla="*/ 464343 h 1309687"/>
                <a:gd name="connsiteX73" fmla="*/ 221456 w 1562100"/>
                <a:gd name="connsiteY73" fmla="*/ 504825 h 1309687"/>
                <a:gd name="connsiteX74" fmla="*/ 254794 w 1562100"/>
                <a:gd name="connsiteY74" fmla="*/ 542925 h 1309687"/>
                <a:gd name="connsiteX75" fmla="*/ 226219 w 1562100"/>
                <a:gd name="connsiteY75" fmla="*/ 607218 h 1309687"/>
                <a:gd name="connsiteX76" fmla="*/ 180975 w 1562100"/>
                <a:gd name="connsiteY76" fmla="*/ 635793 h 1309687"/>
                <a:gd name="connsiteX77" fmla="*/ 183356 w 1562100"/>
                <a:gd name="connsiteY77" fmla="*/ 652462 h 1309687"/>
                <a:gd name="connsiteX78" fmla="*/ 204788 w 1562100"/>
                <a:gd name="connsiteY78" fmla="*/ 661987 h 1309687"/>
                <a:gd name="connsiteX79" fmla="*/ 219075 w 1562100"/>
                <a:gd name="connsiteY79" fmla="*/ 671512 h 1309687"/>
                <a:gd name="connsiteX80" fmla="*/ 223838 w 1562100"/>
                <a:gd name="connsiteY80" fmla="*/ 690562 h 1309687"/>
                <a:gd name="connsiteX81" fmla="*/ 195263 w 1562100"/>
                <a:gd name="connsiteY81" fmla="*/ 716756 h 1309687"/>
                <a:gd name="connsiteX82" fmla="*/ 123825 w 1562100"/>
                <a:gd name="connsiteY82" fmla="*/ 762000 h 1309687"/>
                <a:gd name="connsiteX83" fmla="*/ 123825 w 1562100"/>
                <a:gd name="connsiteY83" fmla="*/ 797718 h 1309687"/>
                <a:gd name="connsiteX84" fmla="*/ 135731 w 1562100"/>
                <a:gd name="connsiteY84" fmla="*/ 828675 h 1309687"/>
                <a:gd name="connsiteX85" fmla="*/ 123825 w 1562100"/>
                <a:gd name="connsiteY85" fmla="*/ 869156 h 1309687"/>
                <a:gd name="connsiteX86" fmla="*/ 76200 w 1562100"/>
                <a:gd name="connsiteY86" fmla="*/ 864393 h 1309687"/>
                <a:gd name="connsiteX87" fmla="*/ 52388 w 1562100"/>
                <a:gd name="connsiteY87" fmla="*/ 809625 h 1309687"/>
                <a:gd name="connsiteX88" fmla="*/ 33338 w 1562100"/>
                <a:gd name="connsiteY88" fmla="*/ 802481 h 1309687"/>
                <a:gd name="connsiteX89" fmla="*/ 23813 w 1562100"/>
                <a:gd name="connsiteY89" fmla="*/ 840581 h 1309687"/>
                <a:gd name="connsiteX90" fmla="*/ 21431 w 1562100"/>
                <a:gd name="connsiteY90" fmla="*/ 850106 h 1309687"/>
                <a:gd name="connsiteX91" fmla="*/ 7144 w 1562100"/>
                <a:gd name="connsiteY91" fmla="*/ 866775 h 1309687"/>
                <a:gd name="connsiteX92" fmla="*/ 0 w 1562100"/>
                <a:gd name="connsiteY92" fmla="*/ 923925 h 1309687"/>
                <a:gd name="connsiteX93" fmla="*/ 23813 w 1562100"/>
                <a:gd name="connsiteY93" fmla="*/ 952500 h 1309687"/>
                <a:gd name="connsiteX94" fmla="*/ 16669 w 1562100"/>
                <a:gd name="connsiteY94" fmla="*/ 992981 h 1309687"/>
                <a:gd name="connsiteX95" fmla="*/ 35719 w 1562100"/>
                <a:gd name="connsiteY95" fmla="*/ 997743 h 1309687"/>
                <a:gd name="connsiteX96" fmla="*/ 69056 w 1562100"/>
                <a:gd name="connsiteY96" fmla="*/ 997743 h 1309687"/>
                <a:gd name="connsiteX97" fmla="*/ 85725 w 1562100"/>
                <a:gd name="connsiteY97" fmla="*/ 988218 h 1309687"/>
                <a:gd name="connsiteX98" fmla="*/ 135731 w 1562100"/>
                <a:gd name="connsiteY98" fmla="*/ 1045368 h 1309687"/>
                <a:gd name="connsiteX99" fmla="*/ 123825 w 1562100"/>
                <a:gd name="connsiteY99" fmla="*/ 1064418 h 1309687"/>
                <a:gd name="connsiteX100" fmla="*/ 133350 w 1562100"/>
                <a:gd name="connsiteY100" fmla="*/ 1092993 h 1309687"/>
                <a:gd name="connsiteX101" fmla="*/ 164306 w 1562100"/>
                <a:gd name="connsiteY101" fmla="*/ 1112043 h 1309687"/>
                <a:gd name="connsiteX102" fmla="*/ 190500 w 1562100"/>
                <a:gd name="connsiteY102" fmla="*/ 1121568 h 1309687"/>
                <a:gd name="connsiteX103" fmla="*/ 216694 w 1562100"/>
                <a:gd name="connsiteY103" fmla="*/ 1128712 h 1309687"/>
                <a:gd name="connsiteX104" fmla="*/ 228600 w 1562100"/>
                <a:gd name="connsiteY104" fmla="*/ 1131093 h 1309687"/>
                <a:gd name="connsiteX105" fmla="*/ 240506 w 1562100"/>
                <a:gd name="connsiteY105" fmla="*/ 1092993 h 1309687"/>
                <a:gd name="connsiteX106" fmla="*/ 269081 w 1562100"/>
                <a:gd name="connsiteY106" fmla="*/ 1097756 h 1309687"/>
                <a:gd name="connsiteX107" fmla="*/ 288131 w 1562100"/>
                <a:gd name="connsiteY107" fmla="*/ 1085850 h 1309687"/>
                <a:gd name="connsiteX108" fmla="*/ 307181 w 1562100"/>
                <a:gd name="connsiteY108" fmla="*/ 1135856 h 1309687"/>
                <a:gd name="connsiteX109" fmla="*/ 330994 w 1562100"/>
                <a:gd name="connsiteY109" fmla="*/ 1150143 h 1309687"/>
                <a:gd name="connsiteX110" fmla="*/ 340519 w 1562100"/>
                <a:gd name="connsiteY110" fmla="*/ 1178718 h 1309687"/>
                <a:gd name="connsiteX111" fmla="*/ 357188 w 1562100"/>
                <a:gd name="connsiteY111" fmla="*/ 1188243 h 1309687"/>
                <a:gd name="connsiteX112" fmla="*/ 364331 w 1562100"/>
                <a:gd name="connsiteY112" fmla="*/ 1219200 h 1309687"/>
                <a:gd name="connsiteX113" fmla="*/ 335756 w 1562100"/>
                <a:gd name="connsiteY113" fmla="*/ 1245393 h 1309687"/>
                <a:gd name="connsiteX114" fmla="*/ 309563 w 1562100"/>
                <a:gd name="connsiteY114" fmla="*/ 1262062 h 1309687"/>
                <a:gd name="connsiteX115" fmla="*/ 297656 w 1562100"/>
                <a:gd name="connsiteY115" fmla="*/ 1285875 h 1309687"/>
                <a:gd name="connsiteX116" fmla="*/ 302419 w 1562100"/>
                <a:gd name="connsiteY116" fmla="*/ 1309687 h 1309687"/>
                <a:gd name="connsiteX117" fmla="*/ 342900 w 1562100"/>
                <a:gd name="connsiteY117" fmla="*/ 1309687 h 1309687"/>
                <a:gd name="connsiteX118" fmla="*/ 390525 w 1562100"/>
                <a:gd name="connsiteY118" fmla="*/ 1304925 h 1309687"/>
                <a:gd name="connsiteX119" fmla="*/ 428625 w 1562100"/>
                <a:gd name="connsiteY119" fmla="*/ 1295400 h 1309687"/>
                <a:gd name="connsiteX120" fmla="*/ 454819 w 1562100"/>
                <a:gd name="connsiteY120" fmla="*/ 1302543 h 1309687"/>
                <a:gd name="connsiteX121" fmla="*/ 473869 w 1562100"/>
                <a:gd name="connsiteY121" fmla="*/ 1281112 h 1309687"/>
                <a:gd name="connsiteX122" fmla="*/ 492919 w 1562100"/>
                <a:gd name="connsiteY122" fmla="*/ 1281112 h 1309687"/>
                <a:gd name="connsiteX123" fmla="*/ 507206 w 1562100"/>
                <a:gd name="connsiteY123" fmla="*/ 1250156 h 1309687"/>
                <a:gd name="connsiteX124" fmla="*/ 557213 w 1562100"/>
                <a:gd name="connsiteY124" fmla="*/ 1235868 h 1309687"/>
                <a:gd name="connsiteX125" fmla="*/ 583406 w 1562100"/>
                <a:gd name="connsiteY125" fmla="*/ 1216818 h 1309687"/>
                <a:gd name="connsiteX126" fmla="*/ 590550 w 1562100"/>
                <a:gd name="connsiteY126" fmla="*/ 1178718 h 1309687"/>
                <a:gd name="connsiteX127" fmla="*/ 607219 w 1562100"/>
                <a:gd name="connsiteY127" fmla="*/ 1152525 h 1309687"/>
                <a:gd name="connsiteX128" fmla="*/ 688181 w 1562100"/>
                <a:gd name="connsiteY128"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692944 w 1562100"/>
                <a:gd name="connsiteY54" fmla="*/ 157164 h 1309687"/>
                <a:gd name="connsiteX55" fmla="*/ 704851 w 1562100"/>
                <a:gd name="connsiteY55" fmla="*/ 92869 h 1309687"/>
                <a:gd name="connsiteX56" fmla="*/ 657225 w 1562100"/>
                <a:gd name="connsiteY56" fmla="*/ 64294 h 1309687"/>
                <a:gd name="connsiteX57" fmla="*/ 628650 w 1562100"/>
                <a:gd name="connsiteY57" fmla="*/ 88107 h 1309687"/>
                <a:gd name="connsiteX58" fmla="*/ 500062 w 1562100"/>
                <a:gd name="connsiteY58" fmla="*/ 66676 h 1309687"/>
                <a:gd name="connsiteX59" fmla="*/ 450056 w 1562100"/>
                <a:gd name="connsiteY59" fmla="*/ 2382 h 1309687"/>
                <a:gd name="connsiteX60" fmla="*/ 428625 w 1562100"/>
                <a:gd name="connsiteY60" fmla="*/ 0 h 1309687"/>
                <a:gd name="connsiteX61" fmla="*/ 376238 w 1562100"/>
                <a:gd name="connsiteY61" fmla="*/ 104775 h 1309687"/>
                <a:gd name="connsiteX62" fmla="*/ 314326 w 1562100"/>
                <a:gd name="connsiteY62" fmla="*/ 104774 h 1309687"/>
                <a:gd name="connsiteX63" fmla="*/ 328613 w 1562100"/>
                <a:gd name="connsiteY63" fmla="*/ 183356 h 1309687"/>
                <a:gd name="connsiteX64" fmla="*/ 292894 w 1562100"/>
                <a:gd name="connsiteY64" fmla="*/ 285750 h 1309687"/>
                <a:gd name="connsiteX65" fmla="*/ 264319 w 1562100"/>
                <a:gd name="connsiteY65" fmla="*/ 292893 h 1309687"/>
                <a:gd name="connsiteX66" fmla="*/ 261938 w 1562100"/>
                <a:gd name="connsiteY66" fmla="*/ 307181 h 1309687"/>
                <a:gd name="connsiteX67" fmla="*/ 261938 w 1562100"/>
                <a:gd name="connsiteY67" fmla="*/ 340518 h 1309687"/>
                <a:gd name="connsiteX68" fmla="*/ 228600 w 1562100"/>
                <a:gd name="connsiteY68" fmla="*/ 383381 h 1309687"/>
                <a:gd name="connsiteX69" fmla="*/ 271463 w 1562100"/>
                <a:gd name="connsiteY69" fmla="*/ 400050 h 1309687"/>
                <a:gd name="connsiteX70" fmla="*/ 278606 w 1562100"/>
                <a:gd name="connsiteY70" fmla="*/ 419100 h 1309687"/>
                <a:gd name="connsiteX71" fmla="*/ 257175 w 1562100"/>
                <a:gd name="connsiteY71" fmla="*/ 454818 h 1309687"/>
                <a:gd name="connsiteX72" fmla="*/ 221456 w 1562100"/>
                <a:gd name="connsiteY72" fmla="*/ 464343 h 1309687"/>
                <a:gd name="connsiteX73" fmla="*/ 221456 w 1562100"/>
                <a:gd name="connsiteY73" fmla="*/ 504825 h 1309687"/>
                <a:gd name="connsiteX74" fmla="*/ 254794 w 1562100"/>
                <a:gd name="connsiteY74" fmla="*/ 542925 h 1309687"/>
                <a:gd name="connsiteX75" fmla="*/ 226219 w 1562100"/>
                <a:gd name="connsiteY75" fmla="*/ 607218 h 1309687"/>
                <a:gd name="connsiteX76" fmla="*/ 180975 w 1562100"/>
                <a:gd name="connsiteY76" fmla="*/ 635793 h 1309687"/>
                <a:gd name="connsiteX77" fmla="*/ 183356 w 1562100"/>
                <a:gd name="connsiteY77" fmla="*/ 652462 h 1309687"/>
                <a:gd name="connsiteX78" fmla="*/ 204788 w 1562100"/>
                <a:gd name="connsiteY78" fmla="*/ 661987 h 1309687"/>
                <a:gd name="connsiteX79" fmla="*/ 219075 w 1562100"/>
                <a:gd name="connsiteY79" fmla="*/ 671512 h 1309687"/>
                <a:gd name="connsiteX80" fmla="*/ 223838 w 1562100"/>
                <a:gd name="connsiteY80" fmla="*/ 690562 h 1309687"/>
                <a:gd name="connsiteX81" fmla="*/ 195263 w 1562100"/>
                <a:gd name="connsiteY81" fmla="*/ 716756 h 1309687"/>
                <a:gd name="connsiteX82" fmla="*/ 123825 w 1562100"/>
                <a:gd name="connsiteY82" fmla="*/ 762000 h 1309687"/>
                <a:gd name="connsiteX83" fmla="*/ 123825 w 1562100"/>
                <a:gd name="connsiteY83" fmla="*/ 797718 h 1309687"/>
                <a:gd name="connsiteX84" fmla="*/ 135731 w 1562100"/>
                <a:gd name="connsiteY84" fmla="*/ 828675 h 1309687"/>
                <a:gd name="connsiteX85" fmla="*/ 123825 w 1562100"/>
                <a:gd name="connsiteY85" fmla="*/ 869156 h 1309687"/>
                <a:gd name="connsiteX86" fmla="*/ 76200 w 1562100"/>
                <a:gd name="connsiteY86" fmla="*/ 864393 h 1309687"/>
                <a:gd name="connsiteX87" fmla="*/ 52388 w 1562100"/>
                <a:gd name="connsiteY87" fmla="*/ 809625 h 1309687"/>
                <a:gd name="connsiteX88" fmla="*/ 33338 w 1562100"/>
                <a:gd name="connsiteY88" fmla="*/ 802481 h 1309687"/>
                <a:gd name="connsiteX89" fmla="*/ 23813 w 1562100"/>
                <a:gd name="connsiteY89" fmla="*/ 840581 h 1309687"/>
                <a:gd name="connsiteX90" fmla="*/ 21431 w 1562100"/>
                <a:gd name="connsiteY90" fmla="*/ 850106 h 1309687"/>
                <a:gd name="connsiteX91" fmla="*/ 7144 w 1562100"/>
                <a:gd name="connsiteY91" fmla="*/ 866775 h 1309687"/>
                <a:gd name="connsiteX92" fmla="*/ 0 w 1562100"/>
                <a:gd name="connsiteY92" fmla="*/ 923925 h 1309687"/>
                <a:gd name="connsiteX93" fmla="*/ 23813 w 1562100"/>
                <a:gd name="connsiteY93" fmla="*/ 952500 h 1309687"/>
                <a:gd name="connsiteX94" fmla="*/ 16669 w 1562100"/>
                <a:gd name="connsiteY94" fmla="*/ 992981 h 1309687"/>
                <a:gd name="connsiteX95" fmla="*/ 35719 w 1562100"/>
                <a:gd name="connsiteY95" fmla="*/ 997743 h 1309687"/>
                <a:gd name="connsiteX96" fmla="*/ 69056 w 1562100"/>
                <a:gd name="connsiteY96" fmla="*/ 997743 h 1309687"/>
                <a:gd name="connsiteX97" fmla="*/ 85725 w 1562100"/>
                <a:gd name="connsiteY97" fmla="*/ 988218 h 1309687"/>
                <a:gd name="connsiteX98" fmla="*/ 135731 w 1562100"/>
                <a:gd name="connsiteY98" fmla="*/ 1045368 h 1309687"/>
                <a:gd name="connsiteX99" fmla="*/ 123825 w 1562100"/>
                <a:gd name="connsiteY99" fmla="*/ 1064418 h 1309687"/>
                <a:gd name="connsiteX100" fmla="*/ 133350 w 1562100"/>
                <a:gd name="connsiteY100" fmla="*/ 1092993 h 1309687"/>
                <a:gd name="connsiteX101" fmla="*/ 164306 w 1562100"/>
                <a:gd name="connsiteY101" fmla="*/ 1112043 h 1309687"/>
                <a:gd name="connsiteX102" fmla="*/ 190500 w 1562100"/>
                <a:gd name="connsiteY102" fmla="*/ 1121568 h 1309687"/>
                <a:gd name="connsiteX103" fmla="*/ 216694 w 1562100"/>
                <a:gd name="connsiteY103" fmla="*/ 1128712 h 1309687"/>
                <a:gd name="connsiteX104" fmla="*/ 228600 w 1562100"/>
                <a:gd name="connsiteY104" fmla="*/ 1131093 h 1309687"/>
                <a:gd name="connsiteX105" fmla="*/ 240506 w 1562100"/>
                <a:gd name="connsiteY105" fmla="*/ 1092993 h 1309687"/>
                <a:gd name="connsiteX106" fmla="*/ 269081 w 1562100"/>
                <a:gd name="connsiteY106" fmla="*/ 1097756 h 1309687"/>
                <a:gd name="connsiteX107" fmla="*/ 288131 w 1562100"/>
                <a:gd name="connsiteY107" fmla="*/ 1085850 h 1309687"/>
                <a:gd name="connsiteX108" fmla="*/ 307181 w 1562100"/>
                <a:gd name="connsiteY108" fmla="*/ 1135856 h 1309687"/>
                <a:gd name="connsiteX109" fmla="*/ 330994 w 1562100"/>
                <a:gd name="connsiteY109" fmla="*/ 1150143 h 1309687"/>
                <a:gd name="connsiteX110" fmla="*/ 340519 w 1562100"/>
                <a:gd name="connsiteY110" fmla="*/ 1178718 h 1309687"/>
                <a:gd name="connsiteX111" fmla="*/ 357188 w 1562100"/>
                <a:gd name="connsiteY111" fmla="*/ 1188243 h 1309687"/>
                <a:gd name="connsiteX112" fmla="*/ 364331 w 1562100"/>
                <a:gd name="connsiteY112" fmla="*/ 1219200 h 1309687"/>
                <a:gd name="connsiteX113" fmla="*/ 335756 w 1562100"/>
                <a:gd name="connsiteY113" fmla="*/ 1245393 h 1309687"/>
                <a:gd name="connsiteX114" fmla="*/ 309563 w 1562100"/>
                <a:gd name="connsiteY114" fmla="*/ 1262062 h 1309687"/>
                <a:gd name="connsiteX115" fmla="*/ 297656 w 1562100"/>
                <a:gd name="connsiteY115" fmla="*/ 1285875 h 1309687"/>
                <a:gd name="connsiteX116" fmla="*/ 302419 w 1562100"/>
                <a:gd name="connsiteY116" fmla="*/ 1309687 h 1309687"/>
                <a:gd name="connsiteX117" fmla="*/ 342900 w 1562100"/>
                <a:gd name="connsiteY117" fmla="*/ 1309687 h 1309687"/>
                <a:gd name="connsiteX118" fmla="*/ 390525 w 1562100"/>
                <a:gd name="connsiteY118" fmla="*/ 1304925 h 1309687"/>
                <a:gd name="connsiteX119" fmla="*/ 428625 w 1562100"/>
                <a:gd name="connsiteY119" fmla="*/ 1295400 h 1309687"/>
                <a:gd name="connsiteX120" fmla="*/ 454819 w 1562100"/>
                <a:gd name="connsiteY120" fmla="*/ 1302543 h 1309687"/>
                <a:gd name="connsiteX121" fmla="*/ 473869 w 1562100"/>
                <a:gd name="connsiteY121" fmla="*/ 1281112 h 1309687"/>
                <a:gd name="connsiteX122" fmla="*/ 492919 w 1562100"/>
                <a:gd name="connsiteY122" fmla="*/ 1281112 h 1309687"/>
                <a:gd name="connsiteX123" fmla="*/ 507206 w 1562100"/>
                <a:gd name="connsiteY123" fmla="*/ 1250156 h 1309687"/>
                <a:gd name="connsiteX124" fmla="*/ 557213 w 1562100"/>
                <a:gd name="connsiteY124" fmla="*/ 1235868 h 1309687"/>
                <a:gd name="connsiteX125" fmla="*/ 583406 w 1562100"/>
                <a:gd name="connsiteY125" fmla="*/ 1216818 h 1309687"/>
                <a:gd name="connsiteX126" fmla="*/ 590550 w 1562100"/>
                <a:gd name="connsiteY126" fmla="*/ 1178718 h 1309687"/>
                <a:gd name="connsiteX127" fmla="*/ 607219 w 1562100"/>
                <a:gd name="connsiteY127" fmla="*/ 1152525 h 1309687"/>
                <a:gd name="connsiteX128" fmla="*/ 688181 w 1562100"/>
                <a:gd name="connsiteY128" fmla="*/ 1183481 h 1309687"/>
                <a:gd name="connsiteX0" fmla="*/ 688181 w 1562100"/>
                <a:gd name="connsiteY0" fmla="*/ 1183481 h 1309687"/>
                <a:gd name="connsiteX1" fmla="*/ 688181 w 1562100"/>
                <a:gd name="connsiteY1" fmla="*/ 1097756 h 1309687"/>
                <a:gd name="connsiteX2" fmla="*/ 692944 w 1562100"/>
                <a:gd name="connsiteY2" fmla="*/ 1054893 h 1309687"/>
                <a:gd name="connsiteX3" fmla="*/ 692944 w 1562100"/>
                <a:gd name="connsiteY3" fmla="*/ 1009650 h 1309687"/>
                <a:gd name="connsiteX4" fmla="*/ 676275 w 1562100"/>
                <a:gd name="connsiteY4" fmla="*/ 985837 h 1309687"/>
                <a:gd name="connsiteX5" fmla="*/ 690563 w 1562100"/>
                <a:gd name="connsiteY5" fmla="*/ 933450 h 1309687"/>
                <a:gd name="connsiteX6" fmla="*/ 685800 w 1562100"/>
                <a:gd name="connsiteY6" fmla="*/ 907256 h 1309687"/>
                <a:gd name="connsiteX7" fmla="*/ 697706 w 1562100"/>
                <a:gd name="connsiteY7" fmla="*/ 862012 h 1309687"/>
                <a:gd name="connsiteX8" fmla="*/ 714375 w 1562100"/>
                <a:gd name="connsiteY8" fmla="*/ 838200 h 1309687"/>
                <a:gd name="connsiteX9" fmla="*/ 721519 w 1562100"/>
                <a:gd name="connsiteY9" fmla="*/ 804862 h 1309687"/>
                <a:gd name="connsiteX10" fmla="*/ 735806 w 1562100"/>
                <a:gd name="connsiteY10" fmla="*/ 785812 h 1309687"/>
                <a:gd name="connsiteX11" fmla="*/ 792956 w 1562100"/>
                <a:gd name="connsiteY11" fmla="*/ 776287 h 1309687"/>
                <a:gd name="connsiteX12" fmla="*/ 838200 w 1562100"/>
                <a:gd name="connsiteY12" fmla="*/ 759618 h 1309687"/>
                <a:gd name="connsiteX13" fmla="*/ 876300 w 1562100"/>
                <a:gd name="connsiteY13" fmla="*/ 719137 h 1309687"/>
                <a:gd name="connsiteX14" fmla="*/ 923925 w 1562100"/>
                <a:gd name="connsiteY14" fmla="*/ 704850 h 1309687"/>
                <a:gd name="connsiteX15" fmla="*/ 995363 w 1562100"/>
                <a:gd name="connsiteY15" fmla="*/ 700087 h 1309687"/>
                <a:gd name="connsiteX16" fmla="*/ 1040606 w 1562100"/>
                <a:gd name="connsiteY16" fmla="*/ 690562 h 1309687"/>
                <a:gd name="connsiteX17" fmla="*/ 1119188 w 1562100"/>
                <a:gd name="connsiteY17" fmla="*/ 583406 h 1309687"/>
                <a:gd name="connsiteX18" fmla="*/ 1126331 w 1562100"/>
                <a:gd name="connsiteY18" fmla="*/ 550068 h 1309687"/>
                <a:gd name="connsiteX19" fmla="*/ 1152525 w 1562100"/>
                <a:gd name="connsiteY19" fmla="*/ 521493 h 1309687"/>
                <a:gd name="connsiteX20" fmla="*/ 1197769 w 1562100"/>
                <a:gd name="connsiteY20" fmla="*/ 511968 h 1309687"/>
                <a:gd name="connsiteX21" fmla="*/ 1290638 w 1562100"/>
                <a:gd name="connsiteY21" fmla="*/ 435768 h 1309687"/>
                <a:gd name="connsiteX22" fmla="*/ 1314450 w 1562100"/>
                <a:gd name="connsiteY22" fmla="*/ 433387 h 1309687"/>
                <a:gd name="connsiteX23" fmla="*/ 1409700 w 1562100"/>
                <a:gd name="connsiteY23" fmla="*/ 352425 h 1309687"/>
                <a:gd name="connsiteX24" fmla="*/ 1414463 w 1562100"/>
                <a:gd name="connsiteY24" fmla="*/ 333375 h 1309687"/>
                <a:gd name="connsiteX25" fmla="*/ 1507331 w 1562100"/>
                <a:gd name="connsiteY25" fmla="*/ 278606 h 1309687"/>
                <a:gd name="connsiteX26" fmla="*/ 1543050 w 1562100"/>
                <a:gd name="connsiteY26" fmla="*/ 233362 h 1309687"/>
                <a:gd name="connsiteX27" fmla="*/ 1562100 w 1562100"/>
                <a:gd name="connsiteY27" fmla="*/ 195262 h 1309687"/>
                <a:gd name="connsiteX28" fmla="*/ 1512094 w 1562100"/>
                <a:gd name="connsiteY28" fmla="*/ 214312 h 1309687"/>
                <a:gd name="connsiteX29" fmla="*/ 1478756 w 1562100"/>
                <a:gd name="connsiteY29" fmla="*/ 214312 h 1309687"/>
                <a:gd name="connsiteX30" fmla="*/ 1452563 w 1562100"/>
                <a:gd name="connsiteY30" fmla="*/ 252412 h 1309687"/>
                <a:gd name="connsiteX31" fmla="*/ 1421606 w 1562100"/>
                <a:gd name="connsiteY31" fmla="*/ 250031 h 1309687"/>
                <a:gd name="connsiteX32" fmla="*/ 1366838 w 1562100"/>
                <a:gd name="connsiteY32" fmla="*/ 219075 h 1309687"/>
                <a:gd name="connsiteX33" fmla="*/ 1323975 w 1562100"/>
                <a:gd name="connsiteY33" fmla="*/ 207168 h 1309687"/>
                <a:gd name="connsiteX34" fmla="*/ 1238250 w 1562100"/>
                <a:gd name="connsiteY34" fmla="*/ 242887 h 1309687"/>
                <a:gd name="connsiteX35" fmla="*/ 1223963 w 1562100"/>
                <a:gd name="connsiteY35" fmla="*/ 280987 h 1309687"/>
                <a:gd name="connsiteX36" fmla="*/ 1195388 w 1562100"/>
                <a:gd name="connsiteY36" fmla="*/ 338137 h 1309687"/>
                <a:gd name="connsiteX37" fmla="*/ 1109663 w 1562100"/>
                <a:gd name="connsiteY37" fmla="*/ 300037 h 1309687"/>
                <a:gd name="connsiteX38" fmla="*/ 1097756 w 1562100"/>
                <a:gd name="connsiteY38" fmla="*/ 342900 h 1309687"/>
                <a:gd name="connsiteX39" fmla="*/ 1083469 w 1562100"/>
                <a:gd name="connsiteY39" fmla="*/ 376237 h 1309687"/>
                <a:gd name="connsiteX40" fmla="*/ 959644 w 1562100"/>
                <a:gd name="connsiteY40" fmla="*/ 407193 h 1309687"/>
                <a:gd name="connsiteX41" fmla="*/ 945356 w 1562100"/>
                <a:gd name="connsiteY41" fmla="*/ 402431 h 1309687"/>
                <a:gd name="connsiteX42" fmla="*/ 926306 w 1562100"/>
                <a:gd name="connsiteY42" fmla="*/ 423862 h 1309687"/>
                <a:gd name="connsiteX43" fmla="*/ 890588 w 1562100"/>
                <a:gd name="connsiteY43" fmla="*/ 431006 h 1309687"/>
                <a:gd name="connsiteX44" fmla="*/ 854869 w 1562100"/>
                <a:gd name="connsiteY44" fmla="*/ 381000 h 1309687"/>
                <a:gd name="connsiteX45" fmla="*/ 835819 w 1562100"/>
                <a:gd name="connsiteY45" fmla="*/ 369093 h 1309687"/>
                <a:gd name="connsiteX46" fmla="*/ 826294 w 1562100"/>
                <a:gd name="connsiteY46" fmla="*/ 323850 h 1309687"/>
                <a:gd name="connsiteX47" fmla="*/ 792956 w 1562100"/>
                <a:gd name="connsiteY47" fmla="*/ 307181 h 1309687"/>
                <a:gd name="connsiteX48" fmla="*/ 759619 w 1562100"/>
                <a:gd name="connsiteY48" fmla="*/ 300037 h 1309687"/>
                <a:gd name="connsiteX49" fmla="*/ 740569 w 1562100"/>
                <a:gd name="connsiteY49" fmla="*/ 295275 h 1309687"/>
                <a:gd name="connsiteX50" fmla="*/ 728663 w 1562100"/>
                <a:gd name="connsiteY50" fmla="*/ 285750 h 1309687"/>
                <a:gd name="connsiteX51" fmla="*/ 735806 w 1562100"/>
                <a:gd name="connsiteY51" fmla="*/ 259556 h 1309687"/>
                <a:gd name="connsiteX52" fmla="*/ 742950 w 1562100"/>
                <a:gd name="connsiteY52" fmla="*/ 235743 h 1309687"/>
                <a:gd name="connsiteX53" fmla="*/ 700088 w 1562100"/>
                <a:gd name="connsiteY53" fmla="*/ 185737 h 1309687"/>
                <a:gd name="connsiteX54" fmla="*/ 704851 w 1562100"/>
                <a:gd name="connsiteY54" fmla="*/ 92869 h 1309687"/>
                <a:gd name="connsiteX55" fmla="*/ 657225 w 1562100"/>
                <a:gd name="connsiteY55" fmla="*/ 64294 h 1309687"/>
                <a:gd name="connsiteX56" fmla="*/ 628650 w 1562100"/>
                <a:gd name="connsiteY56" fmla="*/ 88107 h 1309687"/>
                <a:gd name="connsiteX57" fmla="*/ 500062 w 1562100"/>
                <a:gd name="connsiteY57" fmla="*/ 66676 h 1309687"/>
                <a:gd name="connsiteX58" fmla="*/ 450056 w 1562100"/>
                <a:gd name="connsiteY58" fmla="*/ 2382 h 1309687"/>
                <a:gd name="connsiteX59" fmla="*/ 428625 w 1562100"/>
                <a:gd name="connsiteY59" fmla="*/ 0 h 1309687"/>
                <a:gd name="connsiteX60" fmla="*/ 376238 w 1562100"/>
                <a:gd name="connsiteY60" fmla="*/ 104775 h 1309687"/>
                <a:gd name="connsiteX61" fmla="*/ 314326 w 1562100"/>
                <a:gd name="connsiteY61" fmla="*/ 104774 h 1309687"/>
                <a:gd name="connsiteX62" fmla="*/ 328613 w 1562100"/>
                <a:gd name="connsiteY62" fmla="*/ 183356 h 1309687"/>
                <a:gd name="connsiteX63" fmla="*/ 292894 w 1562100"/>
                <a:gd name="connsiteY63" fmla="*/ 285750 h 1309687"/>
                <a:gd name="connsiteX64" fmla="*/ 264319 w 1562100"/>
                <a:gd name="connsiteY64" fmla="*/ 292893 h 1309687"/>
                <a:gd name="connsiteX65" fmla="*/ 261938 w 1562100"/>
                <a:gd name="connsiteY65" fmla="*/ 307181 h 1309687"/>
                <a:gd name="connsiteX66" fmla="*/ 261938 w 1562100"/>
                <a:gd name="connsiteY66" fmla="*/ 340518 h 1309687"/>
                <a:gd name="connsiteX67" fmla="*/ 228600 w 1562100"/>
                <a:gd name="connsiteY67" fmla="*/ 383381 h 1309687"/>
                <a:gd name="connsiteX68" fmla="*/ 271463 w 1562100"/>
                <a:gd name="connsiteY68" fmla="*/ 400050 h 1309687"/>
                <a:gd name="connsiteX69" fmla="*/ 278606 w 1562100"/>
                <a:gd name="connsiteY69" fmla="*/ 419100 h 1309687"/>
                <a:gd name="connsiteX70" fmla="*/ 257175 w 1562100"/>
                <a:gd name="connsiteY70" fmla="*/ 454818 h 1309687"/>
                <a:gd name="connsiteX71" fmla="*/ 221456 w 1562100"/>
                <a:gd name="connsiteY71" fmla="*/ 464343 h 1309687"/>
                <a:gd name="connsiteX72" fmla="*/ 221456 w 1562100"/>
                <a:gd name="connsiteY72" fmla="*/ 504825 h 1309687"/>
                <a:gd name="connsiteX73" fmla="*/ 254794 w 1562100"/>
                <a:gd name="connsiteY73" fmla="*/ 542925 h 1309687"/>
                <a:gd name="connsiteX74" fmla="*/ 226219 w 1562100"/>
                <a:gd name="connsiteY74" fmla="*/ 607218 h 1309687"/>
                <a:gd name="connsiteX75" fmla="*/ 180975 w 1562100"/>
                <a:gd name="connsiteY75" fmla="*/ 635793 h 1309687"/>
                <a:gd name="connsiteX76" fmla="*/ 183356 w 1562100"/>
                <a:gd name="connsiteY76" fmla="*/ 652462 h 1309687"/>
                <a:gd name="connsiteX77" fmla="*/ 204788 w 1562100"/>
                <a:gd name="connsiteY77" fmla="*/ 661987 h 1309687"/>
                <a:gd name="connsiteX78" fmla="*/ 219075 w 1562100"/>
                <a:gd name="connsiteY78" fmla="*/ 671512 h 1309687"/>
                <a:gd name="connsiteX79" fmla="*/ 223838 w 1562100"/>
                <a:gd name="connsiteY79" fmla="*/ 690562 h 1309687"/>
                <a:gd name="connsiteX80" fmla="*/ 195263 w 1562100"/>
                <a:gd name="connsiteY80" fmla="*/ 716756 h 1309687"/>
                <a:gd name="connsiteX81" fmla="*/ 123825 w 1562100"/>
                <a:gd name="connsiteY81" fmla="*/ 762000 h 1309687"/>
                <a:gd name="connsiteX82" fmla="*/ 123825 w 1562100"/>
                <a:gd name="connsiteY82" fmla="*/ 797718 h 1309687"/>
                <a:gd name="connsiteX83" fmla="*/ 135731 w 1562100"/>
                <a:gd name="connsiteY83" fmla="*/ 828675 h 1309687"/>
                <a:gd name="connsiteX84" fmla="*/ 123825 w 1562100"/>
                <a:gd name="connsiteY84" fmla="*/ 869156 h 1309687"/>
                <a:gd name="connsiteX85" fmla="*/ 76200 w 1562100"/>
                <a:gd name="connsiteY85" fmla="*/ 864393 h 1309687"/>
                <a:gd name="connsiteX86" fmla="*/ 52388 w 1562100"/>
                <a:gd name="connsiteY86" fmla="*/ 809625 h 1309687"/>
                <a:gd name="connsiteX87" fmla="*/ 33338 w 1562100"/>
                <a:gd name="connsiteY87" fmla="*/ 802481 h 1309687"/>
                <a:gd name="connsiteX88" fmla="*/ 23813 w 1562100"/>
                <a:gd name="connsiteY88" fmla="*/ 840581 h 1309687"/>
                <a:gd name="connsiteX89" fmla="*/ 21431 w 1562100"/>
                <a:gd name="connsiteY89" fmla="*/ 850106 h 1309687"/>
                <a:gd name="connsiteX90" fmla="*/ 7144 w 1562100"/>
                <a:gd name="connsiteY90" fmla="*/ 866775 h 1309687"/>
                <a:gd name="connsiteX91" fmla="*/ 0 w 1562100"/>
                <a:gd name="connsiteY91" fmla="*/ 923925 h 1309687"/>
                <a:gd name="connsiteX92" fmla="*/ 23813 w 1562100"/>
                <a:gd name="connsiteY92" fmla="*/ 952500 h 1309687"/>
                <a:gd name="connsiteX93" fmla="*/ 16669 w 1562100"/>
                <a:gd name="connsiteY93" fmla="*/ 992981 h 1309687"/>
                <a:gd name="connsiteX94" fmla="*/ 35719 w 1562100"/>
                <a:gd name="connsiteY94" fmla="*/ 997743 h 1309687"/>
                <a:gd name="connsiteX95" fmla="*/ 69056 w 1562100"/>
                <a:gd name="connsiteY95" fmla="*/ 997743 h 1309687"/>
                <a:gd name="connsiteX96" fmla="*/ 85725 w 1562100"/>
                <a:gd name="connsiteY96" fmla="*/ 988218 h 1309687"/>
                <a:gd name="connsiteX97" fmla="*/ 135731 w 1562100"/>
                <a:gd name="connsiteY97" fmla="*/ 1045368 h 1309687"/>
                <a:gd name="connsiteX98" fmla="*/ 123825 w 1562100"/>
                <a:gd name="connsiteY98" fmla="*/ 1064418 h 1309687"/>
                <a:gd name="connsiteX99" fmla="*/ 133350 w 1562100"/>
                <a:gd name="connsiteY99" fmla="*/ 1092993 h 1309687"/>
                <a:gd name="connsiteX100" fmla="*/ 164306 w 1562100"/>
                <a:gd name="connsiteY100" fmla="*/ 1112043 h 1309687"/>
                <a:gd name="connsiteX101" fmla="*/ 190500 w 1562100"/>
                <a:gd name="connsiteY101" fmla="*/ 1121568 h 1309687"/>
                <a:gd name="connsiteX102" fmla="*/ 216694 w 1562100"/>
                <a:gd name="connsiteY102" fmla="*/ 1128712 h 1309687"/>
                <a:gd name="connsiteX103" fmla="*/ 228600 w 1562100"/>
                <a:gd name="connsiteY103" fmla="*/ 1131093 h 1309687"/>
                <a:gd name="connsiteX104" fmla="*/ 240506 w 1562100"/>
                <a:gd name="connsiteY104" fmla="*/ 1092993 h 1309687"/>
                <a:gd name="connsiteX105" fmla="*/ 269081 w 1562100"/>
                <a:gd name="connsiteY105" fmla="*/ 1097756 h 1309687"/>
                <a:gd name="connsiteX106" fmla="*/ 288131 w 1562100"/>
                <a:gd name="connsiteY106" fmla="*/ 1085850 h 1309687"/>
                <a:gd name="connsiteX107" fmla="*/ 307181 w 1562100"/>
                <a:gd name="connsiteY107" fmla="*/ 1135856 h 1309687"/>
                <a:gd name="connsiteX108" fmla="*/ 330994 w 1562100"/>
                <a:gd name="connsiteY108" fmla="*/ 1150143 h 1309687"/>
                <a:gd name="connsiteX109" fmla="*/ 340519 w 1562100"/>
                <a:gd name="connsiteY109" fmla="*/ 1178718 h 1309687"/>
                <a:gd name="connsiteX110" fmla="*/ 357188 w 1562100"/>
                <a:gd name="connsiteY110" fmla="*/ 1188243 h 1309687"/>
                <a:gd name="connsiteX111" fmla="*/ 364331 w 1562100"/>
                <a:gd name="connsiteY111" fmla="*/ 1219200 h 1309687"/>
                <a:gd name="connsiteX112" fmla="*/ 335756 w 1562100"/>
                <a:gd name="connsiteY112" fmla="*/ 1245393 h 1309687"/>
                <a:gd name="connsiteX113" fmla="*/ 309563 w 1562100"/>
                <a:gd name="connsiteY113" fmla="*/ 1262062 h 1309687"/>
                <a:gd name="connsiteX114" fmla="*/ 297656 w 1562100"/>
                <a:gd name="connsiteY114" fmla="*/ 1285875 h 1309687"/>
                <a:gd name="connsiteX115" fmla="*/ 302419 w 1562100"/>
                <a:gd name="connsiteY115" fmla="*/ 1309687 h 1309687"/>
                <a:gd name="connsiteX116" fmla="*/ 342900 w 1562100"/>
                <a:gd name="connsiteY116" fmla="*/ 1309687 h 1309687"/>
                <a:gd name="connsiteX117" fmla="*/ 390525 w 1562100"/>
                <a:gd name="connsiteY117" fmla="*/ 1304925 h 1309687"/>
                <a:gd name="connsiteX118" fmla="*/ 428625 w 1562100"/>
                <a:gd name="connsiteY118" fmla="*/ 1295400 h 1309687"/>
                <a:gd name="connsiteX119" fmla="*/ 454819 w 1562100"/>
                <a:gd name="connsiteY119" fmla="*/ 1302543 h 1309687"/>
                <a:gd name="connsiteX120" fmla="*/ 473869 w 1562100"/>
                <a:gd name="connsiteY120" fmla="*/ 1281112 h 1309687"/>
                <a:gd name="connsiteX121" fmla="*/ 492919 w 1562100"/>
                <a:gd name="connsiteY121" fmla="*/ 1281112 h 1309687"/>
                <a:gd name="connsiteX122" fmla="*/ 507206 w 1562100"/>
                <a:gd name="connsiteY122" fmla="*/ 1250156 h 1309687"/>
                <a:gd name="connsiteX123" fmla="*/ 557213 w 1562100"/>
                <a:gd name="connsiteY123" fmla="*/ 1235868 h 1309687"/>
                <a:gd name="connsiteX124" fmla="*/ 583406 w 1562100"/>
                <a:gd name="connsiteY124" fmla="*/ 1216818 h 1309687"/>
                <a:gd name="connsiteX125" fmla="*/ 590550 w 1562100"/>
                <a:gd name="connsiteY125" fmla="*/ 1178718 h 1309687"/>
                <a:gd name="connsiteX126" fmla="*/ 607219 w 1562100"/>
                <a:gd name="connsiteY126" fmla="*/ 1152525 h 1309687"/>
                <a:gd name="connsiteX127" fmla="*/ 688181 w 1562100"/>
                <a:gd name="connsiteY127" fmla="*/ 1183481 h 1309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562100" h="1309687">
                  <a:moveTo>
                    <a:pt x="688181" y="1183481"/>
                  </a:moveTo>
                  <a:lnTo>
                    <a:pt x="688181" y="1097756"/>
                  </a:lnTo>
                  <a:lnTo>
                    <a:pt x="692944" y="1054893"/>
                  </a:lnTo>
                  <a:lnTo>
                    <a:pt x="692944" y="1009650"/>
                  </a:lnTo>
                  <a:lnTo>
                    <a:pt x="676275" y="985837"/>
                  </a:lnTo>
                  <a:lnTo>
                    <a:pt x="690563" y="933450"/>
                  </a:lnTo>
                  <a:lnTo>
                    <a:pt x="685800" y="907256"/>
                  </a:lnTo>
                  <a:lnTo>
                    <a:pt x="697706" y="862012"/>
                  </a:lnTo>
                  <a:lnTo>
                    <a:pt x="714375" y="838200"/>
                  </a:lnTo>
                  <a:lnTo>
                    <a:pt x="721519" y="804862"/>
                  </a:lnTo>
                  <a:lnTo>
                    <a:pt x="735806" y="785812"/>
                  </a:lnTo>
                  <a:lnTo>
                    <a:pt x="792956" y="776287"/>
                  </a:lnTo>
                  <a:lnTo>
                    <a:pt x="838200" y="759618"/>
                  </a:lnTo>
                  <a:lnTo>
                    <a:pt x="876300" y="719137"/>
                  </a:lnTo>
                  <a:lnTo>
                    <a:pt x="923925" y="704850"/>
                  </a:lnTo>
                  <a:lnTo>
                    <a:pt x="995363" y="700087"/>
                  </a:lnTo>
                  <a:lnTo>
                    <a:pt x="1040606" y="690562"/>
                  </a:lnTo>
                  <a:lnTo>
                    <a:pt x="1119188" y="583406"/>
                  </a:lnTo>
                  <a:lnTo>
                    <a:pt x="1126331" y="550068"/>
                  </a:lnTo>
                  <a:lnTo>
                    <a:pt x="1152525" y="521493"/>
                  </a:lnTo>
                  <a:lnTo>
                    <a:pt x="1197769" y="511968"/>
                  </a:lnTo>
                  <a:lnTo>
                    <a:pt x="1290638" y="435768"/>
                  </a:lnTo>
                  <a:lnTo>
                    <a:pt x="1314450" y="433387"/>
                  </a:lnTo>
                  <a:lnTo>
                    <a:pt x="1409700" y="352425"/>
                  </a:lnTo>
                  <a:lnTo>
                    <a:pt x="1414463" y="333375"/>
                  </a:lnTo>
                  <a:lnTo>
                    <a:pt x="1507331" y="278606"/>
                  </a:lnTo>
                  <a:lnTo>
                    <a:pt x="1543050" y="233362"/>
                  </a:lnTo>
                  <a:lnTo>
                    <a:pt x="1562100" y="195262"/>
                  </a:lnTo>
                  <a:lnTo>
                    <a:pt x="1512094" y="214312"/>
                  </a:lnTo>
                  <a:lnTo>
                    <a:pt x="1478756" y="214312"/>
                  </a:lnTo>
                  <a:lnTo>
                    <a:pt x="1452563" y="252412"/>
                  </a:lnTo>
                  <a:lnTo>
                    <a:pt x="1421606" y="250031"/>
                  </a:lnTo>
                  <a:lnTo>
                    <a:pt x="1366838" y="219075"/>
                  </a:lnTo>
                  <a:lnTo>
                    <a:pt x="1323975" y="207168"/>
                  </a:lnTo>
                  <a:lnTo>
                    <a:pt x="1238250" y="242887"/>
                  </a:lnTo>
                  <a:lnTo>
                    <a:pt x="1223963" y="280987"/>
                  </a:lnTo>
                  <a:lnTo>
                    <a:pt x="1195388" y="338137"/>
                  </a:lnTo>
                  <a:lnTo>
                    <a:pt x="1109663" y="300037"/>
                  </a:lnTo>
                  <a:lnTo>
                    <a:pt x="1097756" y="342900"/>
                  </a:lnTo>
                  <a:lnTo>
                    <a:pt x="1083469" y="376237"/>
                  </a:lnTo>
                  <a:lnTo>
                    <a:pt x="959644" y="407193"/>
                  </a:lnTo>
                  <a:lnTo>
                    <a:pt x="945356" y="402431"/>
                  </a:lnTo>
                  <a:lnTo>
                    <a:pt x="926306" y="423862"/>
                  </a:lnTo>
                  <a:lnTo>
                    <a:pt x="890588" y="431006"/>
                  </a:lnTo>
                  <a:lnTo>
                    <a:pt x="854869" y="381000"/>
                  </a:lnTo>
                  <a:lnTo>
                    <a:pt x="835819" y="369093"/>
                  </a:lnTo>
                  <a:lnTo>
                    <a:pt x="826294" y="323850"/>
                  </a:lnTo>
                  <a:lnTo>
                    <a:pt x="792956" y="307181"/>
                  </a:lnTo>
                  <a:lnTo>
                    <a:pt x="759619" y="300037"/>
                  </a:lnTo>
                  <a:lnTo>
                    <a:pt x="740569" y="295275"/>
                  </a:lnTo>
                  <a:lnTo>
                    <a:pt x="728663" y="285750"/>
                  </a:lnTo>
                  <a:lnTo>
                    <a:pt x="735806" y="259556"/>
                  </a:lnTo>
                  <a:lnTo>
                    <a:pt x="742950" y="235743"/>
                  </a:lnTo>
                  <a:lnTo>
                    <a:pt x="700088" y="185737"/>
                  </a:lnTo>
                  <a:cubicBezTo>
                    <a:pt x="693738" y="161925"/>
                    <a:pt x="711995" y="113109"/>
                    <a:pt x="704851" y="92869"/>
                  </a:cubicBezTo>
                  <a:lnTo>
                    <a:pt x="657225" y="64294"/>
                  </a:lnTo>
                  <a:cubicBezTo>
                    <a:pt x="653256" y="63500"/>
                    <a:pt x="632619" y="88901"/>
                    <a:pt x="628650" y="88107"/>
                  </a:cubicBezTo>
                  <a:lnTo>
                    <a:pt x="500062" y="66676"/>
                  </a:lnTo>
                  <a:lnTo>
                    <a:pt x="450056" y="2382"/>
                  </a:lnTo>
                  <a:lnTo>
                    <a:pt x="428625" y="0"/>
                  </a:lnTo>
                  <a:lnTo>
                    <a:pt x="376238" y="104775"/>
                  </a:lnTo>
                  <a:cubicBezTo>
                    <a:pt x="361951" y="76994"/>
                    <a:pt x="340519" y="111124"/>
                    <a:pt x="314326" y="104774"/>
                  </a:cubicBezTo>
                  <a:lnTo>
                    <a:pt x="328613" y="183356"/>
                  </a:lnTo>
                  <a:lnTo>
                    <a:pt x="292894" y="285750"/>
                  </a:lnTo>
                  <a:lnTo>
                    <a:pt x="264319" y="292893"/>
                  </a:lnTo>
                  <a:lnTo>
                    <a:pt x="261938" y="307181"/>
                  </a:lnTo>
                  <a:lnTo>
                    <a:pt x="261938" y="340518"/>
                  </a:lnTo>
                  <a:lnTo>
                    <a:pt x="228600" y="383381"/>
                  </a:lnTo>
                  <a:lnTo>
                    <a:pt x="271463" y="400050"/>
                  </a:lnTo>
                  <a:lnTo>
                    <a:pt x="278606" y="419100"/>
                  </a:lnTo>
                  <a:lnTo>
                    <a:pt x="257175" y="454818"/>
                  </a:lnTo>
                  <a:lnTo>
                    <a:pt x="221456" y="464343"/>
                  </a:lnTo>
                  <a:lnTo>
                    <a:pt x="221456" y="504825"/>
                  </a:lnTo>
                  <a:lnTo>
                    <a:pt x="254794" y="542925"/>
                  </a:lnTo>
                  <a:lnTo>
                    <a:pt x="226219" y="607218"/>
                  </a:lnTo>
                  <a:lnTo>
                    <a:pt x="180975" y="635793"/>
                  </a:lnTo>
                  <a:lnTo>
                    <a:pt x="183356" y="652462"/>
                  </a:lnTo>
                  <a:lnTo>
                    <a:pt x="204788" y="661987"/>
                  </a:lnTo>
                  <a:lnTo>
                    <a:pt x="219075" y="671512"/>
                  </a:lnTo>
                  <a:lnTo>
                    <a:pt x="223838" y="690562"/>
                  </a:lnTo>
                  <a:lnTo>
                    <a:pt x="195263" y="716756"/>
                  </a:lnTo>
                  <a:lnTo>
                    <a:pt x="123825" y="762000"/>
                  </a:lnTo>
                  <a:lnTo>
                    <a:pt x="123825" y="797718"/>
                  </a:lnTo>
                  <a:lnTo>
                    <a:pt x="135731" y="828675"/>
                  </a:lnTo>
                  <a:lnTo>
                    <a:pt x="123825" y="869156"/>
                  </a:lnTo>
                  <a:lnTo>
                    <a:pt x="76200" y="864393"/>
                  </a:lnTo>
                  <a:lnTo>
                    <a:pt x="52388" y="809625"/>
                  </a:lnTo>
                  <a:lnTo>
                    <a:pt x="33338" y="802481"/>
                  </a:lnTo>
                  <a:lnTo>
                    <a:pt x="23813" y="840581"/>
                  </a:lnTo>
                  <a:lnTo>
                    <a:pt x="21431" y="850106"/>
                  </a:lnTo>
                  <a:lnTo>
                    <a:pt x="7144" y="866775"/>
                  </a:lnTo>
                  <a:lnTo>
                    <a:pt x="0" y="923925"/>
                  </a:lnTo>
                  <a:lnTo>
                    <a:pt x="23813" y="952500"/>
                  </a:lnTo>
                  <a:lnTo>
                    <a:pt x="16669" y="992981"/>
                  </a:lnTo>
                  <a:lnTo>
                    <a:pt x="35719" y="997743"/>
                  </a:lnTo>
                  <a:lnTo>
                    <a:pt x="69056" y="997743"/>
                  </a:lnTo>
                  <a:lnTo>
                    <a:pt x="85725" y="988218"/>
                  </a:lnTo>
                  <a:lnTo>
                    <a:pt x="135731" y="1045368"/>
                  </a:lnTo>
                  <a:lnTo>
                    <a:pt x="123825" y="1064418"/>
                  </a:lnTo>
                  <a:lnTo>
                    <a:pt x="133350" y="1092993"/>
                  </a:lnTo>
                  <a:lnTo>
                    <a:pt x="164306" y="1112043"/>
                  </a:lnTo>
                  <a:lnTo>
                    <a:pt x="190500" y="1121568"/>
                  </a:lnTo>
                  <a:lnTo>
                    <a:pt x="216694" y="1128712"/>
                  </a:lnTo>
                  <a:lnTo>
                    <a:pt x="228600" y="1131093"/>
                  </a:lnTo>
                  <a:lnTo>
                    <a:pt x="240506" y="1092993"/>
                  </a:lnTo>
                  <a:lnTo>
                    <a:pt x="269081" y="1097756"/>
                  </a:lnTo>
                  <a:lnTo>
                    <a:pt x="288131" y="1085850"/>
                  </a:lnTo>
                  <a:lnTo>
                    <a:pt x="307181" y="1135856"/>
                  </a:lnTo>
                  <a:lnTo>
                    <a:pt x="330994" y="1150143"/>
                  </a:lnTo>
                  <a:lnTo>
                    <a:pt x="340519" y="1178718"/>
                  </a:lnTo>
                  <a:lnTo>
                    <a:pt x="357188" y="1188243"/>
                  </a:lnTo>
                  <a:lnTo>
                    <a:pt x="364331" y="1219200"/>
                  </a:lnTo>
                  <a:lnTo>
                    <a:pt x="335756" y="1245393"/>
                  </a:lnTo>
                  <a:lnTo>
                    <a:pt x="309563" y="1262062"/>
                  </a:lnTo>
                  <a:lnTo>
                    <a:pt x="297656" y="1285875"/>
                  </a:lnTo>
                  <a:lnTo>
                    <a:pt x="302419" y="1309687"/>
                  </a:lnTo>
                  <a:lnTo>
                    <a:pt x="342900" y="1309687"/>
                  </a:lnTo>
                  <a:lnTo>
                    <a:pt x="390525" y="1304925"/>
                  </a:lnTo>
                  <a:lnTo>
                    <a:pt x="428625" y="1295400"/>
                  </a:lnTo>
                  <a:lnTo>
                    <a:pt x="454819" y="1302543"/>
                  </a:lnTo>
                  <a:lnTo>
                    <a:pt x="473869" y="1281112"/>
                  </a:lnTo>
                  <a:lnTo>
                    <a:pt x="492919" y="1281112"/>
                  </a:lnTo>
                  <a:lnTo>
                    <a:pt x="507206" y="1250156"/>
                  </a:lnTo>
                  <a:lnTo>
                    <a:pt x="557213" y="1235868"/>
                  </a:lnTo>
                  <a:lnTo>
                    <a:pt x="583406" y="1216818"/>
                  </a:lnTo>
                  <a:lnTo>
                    <a:pt x="590550" y="1178718"/>
                  </a:lnTo>
                  <a:lnTo>
                    <a:pt x="607219" y="1152525"/>
                  </a:lnTo>
                  <a:lnTo>
                    <a:pt x="688181" y="118348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6" name="Freeform 85"/>
            <p:cNvSpPr/>
            <p:nvPr/>
          </p:nvSpPr>
          <p:spPr>
            <a:xfrm>
              <a:off x="4821238" y="3705225"/>
              <a:ext cx="771525" cy="1196975"/>
            </a:xfrm>
            <a:custGeom>
              <a:avLst/>
              <a:gdLst>
                <a:gd name="connsiteX0" fmla="*/ 202407 w 771525"/>
                <a:gd name="connsiteY0" fmla="*/ 1131094 h 1135856"/>
                <a:gd name="connsiteX1" fmla="*/ 221457 w 771525"/>
                <a:gd name="connsiteY1" fmla="*/ 1064419 h 1135856"/>
                <a:gd name="connsiteX2" fmla="*/ 238125 w 771525"/>
                <a:gd name="connsiteY2" fmla="*/ 1042987 h 1135856"/>
                <a:gd name="connsiteX3" fmla="*/ 247650 w 771525"/>
                <a:gd name="connsiteY3" fmla="*/ 1012031 h 1135856"/>
                <a:gd name="connsiteX4" fmla="*/ 283369 w 771525"/>
                <a:gd name="connsiteY4" fmla="*/ 985837 h 1135856"/>
                <a:gd name="connsiteX5" fmla="*/ 319088 w 771525"/>
                <a:gd name="connsiteY5" fmla="*/ 962025 h 1135856"/>
                <a:gd name="connsiteX6" fmla="*/ 350044 w 771525"/>
                <a:gd name="connsiteY6" fmla="*/ 928687 h 1135856"/>
                <a:gd name="connsiteX7" fmla="*/ 354807 w 771525"/>
                <a:gd name="connsiteY7" fmla="*/ 900112 h 1135856"/>
                <a:gd name="connsiteX8" fmla="*/ 321469 w 771525"/>
                <a:gd name="connsiteY8" fmla="*/ 854869 h 1135856"/>
                <a:gd name="connsiteX9" fmla="*/ 323850 w 771525"/>
                <a:gd name="connsiteY9" fmla="*/ 785812 h 1135856"/>
                <a:gd name="connsiteX10" fmla="*/ 280988 w 771525"/>
                <a:gd name="connsiteY10" fmla="*/ 735806 h 1135856"/>
                <a:gd name="connsiteX11" fmla="*/ 288132 w 771525"/>
                <a:gd name="connsiteY11" fmla="*/ 697706 h 1135856"/>
                <a:gd name="connsiteX12" fmla="*/ 316707 w 771525"/>
                <a:gd name="connsiteY12" fmla="*/ 681037 h 1135856"/>
                <a:gd name="connsiteX13" fmla="*/ 330994 w 771525"/>
                <a:gd name="connsiteY13" fmla="*/ 707231 h 1135856"/>
                <a:gd name="connsiteX14" fmla="*/ 354807 w 771525"/>
                <a:gd name="connsiteY14" fmla="*/ 726281 h 1135856"/>
                <a:gd name="connsiteX15" fmla="*/ 369094 w 771525"/>
                <a:gd name="connsiteY15" fmla="*/ 745331 h 1135856"/>
                <a:gd name="connsiteX16" fmla="*/ 378619 w 771525"/>
                <a:gd name="connsiteY16" fmla="*/ 781050 h 1135856"/>
                <a:gd name="connsiteX17" fmla="*/ 395288 w 771525"/>
                <a:gd name="connsiteY17" fmla="*/ 797719 h 1135856"/>
                <a:gd name="connsiteX18" fmla="*/ 409575 w 771525"/>
                <a:gd name="connsiteY18" fmla="*/ 792956 h 1135856"/>
                <a:gd name="connsiteX19" fmla="*/ 426244 w 771525"/>
                <a:gd name="connsiteY19" fmla="*/ 785812 h 1135856"/>
                <a:gd name="connsiteX20" fmla="*/ 423863 w 771525"/>
                <a:gd name="connsiteY20" fmla="*/ 676275 h 1135856"/>
                <a:gd name="connsiteX21" fmla="*/ 409575 w 771525"/>
                <a:gd name="connsiteY21" fmla="*/ 640556 h 1135856"/>
                <a:gd name="connsiteX22" fmla="*/ 411957 w 771525"/>
                <a:gd name="connsiteY22" fmla="*/ 614362 h 1135856"/>
                <a:gd name="connsiteX23" fmla="*/ 426244 w 771525"/>
                <a:gd name="connsiteY23" fmla="*/ 566737 h 1135856"/>
                <a:gd name="connsiteX24" fmla="*/ 473869 w 771525"/>
                <a:gd name="connsiteY24" fmla="*/ 566737 h 1135856"/>
                <a:gd name="connsiteX25" fmla="*/ 488157 w 771525"/>
                <a:gd name="connsiteY25" fmla="*/ 552450 h 1135856"/>
                <a:gd name="connsiteX26" fmla="*/ 509588 w 771525"/>
                <a:gd name="connsiteY26" fmla="*/ 502444 h 1135856"/>
                <a:gd name="connsiteX27" fmla="*/ 604838 w 771525"/>
                <a:gd name="connsiteY27" fmla="*/ 457200 h 1135856"/>
                <a:gd name="connsiteX28" fmla="*/ 628650 w 771525"/>
                <a:gd name="connsiteY28" fmla="*/ 447675 h 1135856"/>
                <a:gd name="connsiteX29" fmla="*/ 638175 w 771525"/>
                <a:gd name="connsiteY29" fmla="*/ 402431 h 1135856"/>
                <a:gd name="connsiteX30" fmla="*/ 638175 w 771525"/>
                <a:gd name="connsiteY30" fmla="*/ 361950 h 1135856"/>
                <a:gd name="connsiteX31" fmla="*/ 640557 w 771525"/>
                <a:gd name="connsiteY31" fmla="*/ 340519 h 1135856"/>
                <a:gd name="connsiteX32" fmla="*/ 652463 w 771525"/>
                <a:gd name="connsiteY32" fmla="*/ 333375 h 1135856"/>
                <a:gd name="connsiteX33" fmla="*/ 742950 w 771525"/>
                <a:gd name="connsiteY33" fmla="*/ 297656 h 1135856"/>
                <a:gd name="connsiteX34" fmla="*/ 766763 w 771525"/>
                <a:gd name="connsiteY34" fmla="*/ 280987 h 1135856"/>
                <a:gd name="connsiteX35" fmla="*/ 754857 w 771525"/>
                <a:gd name="connsiteY35" fmla="*/ 252412 h 1135856"/>
                <a:gd name="connsiteX36" fmla="*/ 742950 w 771525"/>
                <a:gd name="connsiteY36" fmla="*/ 221456 h 1135856"/>
                <a:gd name="connsiteX37" fmla="*/ 771525 w 771525"/>
                <a:gd name="connsiteY37" fmla="*/ 192881 h 1135856"/>
                <a:gd name="connsiteX38" fmla="*/ 752475 w 771525"/>
                <a:gd name="connsiteY38" fmla="*/ 161925 h 1135856"/>
                <a:gd name="connsiteX39" fmla="*/ 752475 w 771525"/>
                <a:gd name="connsiteY39" fmla="*/ 119062 h 1135856"/>
                <a:gd name="connsiteX40" fmla="*/ 719138 w 771525"/>
                <a:gd name="connsiteY40" fmla="*/ 85725 h 1135856"/>
                <a:gd name="connsiteX41" fmla="*/ 671513 w 771525"/>
                <a:gd name="connsiteY41" fmla="*/ 52387 h 1135856"/>
                <a:gd name="connsiteX42" fmla="*/ 645319 w 771525"/>
                <a:gd name="connsiteY42" fmla="*/ 35719 h 1135856"/>
                <a:gd name="connsiteX43" fmla="*/ 642938 w 771525"/>
                <a:gd name="connsiteY43" fmla="*/ 4762 h 1135856"/>
                <a:gd name="connsiteX44" fmla="*/ 609600 w 771525"/>
                <a:gd name="connsiteY44" fmla="*/ 0 h 1135856"/>
                <a:gd name="connsiteX45" fmla="*/ 583407 w 771525"/>
                <a:gd name="connsiteY45" fmla="*/ 23812 h 1135856"/>
                <a:gd name="connsiteX46" fmla="*/ 564357 w 771525"/>
                <a:gd name="connsiteY46" fmla="*/ 19050 h 1135856"/>
                <a:gd name="connsiteX47" fmla="*/ 554832 w 771525"/>
                <a:gd name="connsiteY47" fmla="*/ 42862 h 1135856"/>
                <a:gd name="connsiteX48" fmla="*/ 509588 w 771525"/>
                <a:gd name="connsiteY48" fmla="*/ 76200 h 1135856"/>
                <a:gd name="connsiteX49" fmla="*/ 407194 w 771525"/>
                <a:gd name="connsiteY49" fmla="*/ 114300 h 1135856"/>
                <a:gd name="connsiteX50" fmla="*/ 381000 w 771525"/>
                <a:gd name="connsiteY50" fmla="*/ 152400 h 1135856"/>
                <a:gd name="connsiteX51" fmla="*/ 340519 w 771525"/>
                <a:gd name="connsiteY51" fmla="*/ 140494 h 1135856"/>
                <a:gd name="connsiteX52" fmla="*/ 245269 w 771525"/>
                <a:gd name="connsiteY52" fmla="*/ 145256 h 1135856"/>
                <a:gd name="connsiteX53" fmla="*/ 250032 w 771525"/>
                <a:gd name="connsiteY53" fmla="*/ 154781 h 1135856"/>
                <a:gd name="connsiteX54" fmla="*/ 309563 w 771525"/>
                <a:gd name="connsiteY54" fmla="*/ 204787 h 1135856"/>
                <a:gd name="connsiteX55" fmla="*/ 211932 w 771525"/>
                <a:gd name="connsiteY55" fmla="*/ 328612 h 1135856"/>
                <a:gd name="connsiteX56" fmla="*/ 173832 w 771525"/>
                <a:gd name="connsiteY56" fmla="*/ 319087 h 1135856"/>
                <a:gd name="connsiteX57" fmla="*/ 80963 w 771525"/>
                <a:gd name="connsiteY57" fmla="*/ 452437 h 1135856"/>
                <a:gd name="connsiteX58" fmla="*/ 97632 w 771525"/>
                <a:gd name="connsiteY58" fmla="*/ 464344 h 1135856"/>
                <a:gd name="connsiteX59" fmla="*/ 114300 w 771525"/>
                <a:gd name="connsiteY59" fmla="*/ 504825 h 1135856"/>
                <a:gd name="connsiteX60" fmla="*/ 92869 w 771525"/>
                <a:gd name="connsiteY60" fmla="*/ 566737 h 1135856"/>
                <a:gd name="connsiteX61" fmla="*/ 102394 w 771525"/>
                <a:gd name="connsiteY61" fmla="*/ 640556 h 1135856"/>
                <a:gd name="connsiteX62" fmla="*/ 73819 w 771525"/>
                <a:gd name="connsiteY62" fmla="*/ 678656 h 1135856"/>
                <a:gd name="connsiteX63" fmla="*/ 73819 w 771525"/>
                <a:gd name="connsiteY63" fmla="*/ 704850 h 1135856"/>
                <a:gd name="connsiteX64" fmla="*/ 61913 w 771525"/>
                <a:gd name="connsiteY64" fmla="*/ 733425 h 1135856"/>
                <a:gd name="connsiteX65" fmla="*/ 88107 w 771525"/>
                <a:gd name="connsiteY65" fmla="*/ 762000 h 1135856"/>
                <a:gd name="connsiteX66" fmla="*/ 135732 w 771525"/>
                <a:gd name="connsiteY66" fmla="*/ 850106 h 1135856"/>
                <a:gd name="connsiteX67" fmla="*/ 69057 w 771525"/>
                <a:gd name="connsiteY67" fmla="*/ 876300 h 1135856"/>
                <a:gd name="connsiteX68" fmla="*/ 45244 w 771525"/>
                <a:gd name="connsiteY68" fmla="*/ 928687 h 1135856"/>
                <a:gd name="connsiteX69" fmla="*/ 33338 w 771525"/>
                <a:gd name="connsiteY69" fmla="*/ 983456 h 1135856"/>
                <a:gd name="connsiteX70" fmla="*/ 2382 w 771525"/>
                <a:gd name="connsiteY70" fmla="*/ 973931 h 1135856"/>
                <a:gd name="connsiteX71" fmla="*/ 0 w 771525"/>
                <a:gd name="connsiteY71" fmla="*/ 1021556 h 1135856"/>
                <a:gd name="connsiteX72" fmla="*/ 16669 w 771525"/>
                <a:gd name="connsiteY72" fmla="*/ 1031081 h 1135856"/>
                <a:gd name="connsiteX73" fmla="*/ 57150 w 771525"/>
                <a:gd name="connsiteY73" fmla="*/ 1040606 h 1135856"/>
                <a:gd name="connsiteX74" fmla="*/ 85725 w 771525"/>
                <a:gd name="connsiteY74" fmla="*/ 1054894 h 1135856"/>
                <a:gd name="connsiteX75" fmla="*/ 102394 w 771525"/>
                <a:gd name="connsiteY75" fmla="*/ 1109662 h 1135856"/>
                <a:gd name="connsiteX76" fmla="*/ 130969 w 771525"/>
                <a:gd name="connsiteY76" fmla="*/ 1135856 h 1135856"/>
                <a:gd name="connsiteX77" fmla="*/ 202407 w 771525"/>
                <a:gd name="connsiteY77" fmla="*/ 1131094 h 1135856"/>
                <a:gd name="connsiteX0" fmla="*/ 202407 w 771525"/>
                <a:gd name="connsiteY0" fmla="*/ 1131094 h 1135856"/>
                <a:gd name="connsiteX1" fmla="*/ 221457 w 771525"/>
                <a:gd name="connsiteY1" fmla="*/ 1064419 h 1135856"/>
                <a:gd name="connsiteX2" fmla="*/ 238125 w 771525"/>
                <a:gd name="connsiteY2" fmla="*/ 1042987 h 1135856"/>
                <a:gd name="connsiteX3" fmla="*/ 247650 w 771525"/>
                <a:gd name="connsiteY3" fmla="*/ 1012031 h 1135856"/>
                <a:gd name="connsiteX4" fmla="*/ 283369 w 771525"/>
                <a:gd name="connsiteY4" fmla="*/ 985837 h 1135856"/>
                <a:gd name="connsiteX5" fmla="*/ 319088 w 771525"/>
                <a:gd name="connsiteY5" fmla="*/ 962025 h 1135856"/>
                <a:gd name="connsiteX6" fmla="*/ 350044 w 771525"/>
                <a:gd name="connsiteY6" fmla="*/ 928687 h 1135856"/>
                <a:gd name="connsiteX7" fmla="*/ 354807 w 771525"/>
                <a:gd name="connsiteY7" fmla="*/ 900112 h 1135856"/>
                <a:gd name="connsiteX8" fmla="*/ 321469 w 771525"/>
                <a:gd name="connsiteY8" fmla="*/ 854869 h 1135856"/>
                <a:gd name="connsiteX9" fmla="*/ 323850 w 771525"/>
                <a:gd name="connsiteY9" fmla="*/ 785812 h 1135856"/>
                <a:gd name="connsiteX10" fmla="*/ 280988 w 771525"/>
                <a:gd name="connsiteY10" fmla="*/ 735806 h 1135856"/>
                <a:gd name="connsiteX11" fmla="*/ 288132 w 771525"/>
                <a:gd name="connsiteY11" fmla="*/ 697706 h 1135856"/>
                <a:gd name="connsiteX12" fmla="*/ 316707 w 771525"/>
                <a:gd name="connsiteY12" fmla="*/ 681037 h 1135856"/>
                <a:gd name="connsiteX13" fmla="*/ 330994 w 771525"/>
                <a:gd name="connsiteY13" fmla="*/ 707231 h 1135856"/>
                <a:gd name="connsiteX14" fmla="*/ 354807 w 771525"/>
                <a:gd name="connsiteY14" fmla="*/ 726281 h 1135856"/>
                <a:gd name="connsiteX15" fmla="*/ 369094 w 771525"/>
                <a:gd name="connsiteY15" fmla="*/ 745331 h 1135856"/>
                <a:gd name="connsiteX16" fmla="*/ 378619 w 771525"/>
                <a:gd name="connsiteY16" fmla="*/ 781050 h 1135856"/>
                <a:gd name="connsiteX17" fmla="*/ 395288 w 771525"/>
                <a:gd name="connsiteY17" fmla="*/ 797719 h 1135856"/>
                <a:gd name="connsiteX18" fmla="*/ 409575 w 771525"/>
                <a:gd name="connsiteY18" fmla="*/ 792956 h 1135856"/>
                <a:gd name="connsiteX19" fmla="*/ 426244 w 771525"/>
                <a:gd name="connsiteY19" fmla="*/ 785812 h 1135856"/>
                <a:gd name="connsiteX20" fmla="*/ 423863 w 771525"/>
                <a:gd name="connsiteY20" fmla="*/ 676275 h 1135856"/>
                <a:gd name="connsiteX21" fmla="*/ 409575 w 771525"/>
                <a:gd name="connsiteY21" fmla="*/ 640556 h 1135856"/>
                <a:gd name="connsiteX22" fmla="*/ 411957 w 771525"/>
                <a:gd name="connsiteY22" fmla="*/ 614362 h 1135856"/>
                <a:gd name="connsiteX23" fmla="*/ 426244 w 771525"/>
                <a:gd name="connsiteY23" fmla="*/ 566737 h 1135856"/>
                <a:gd name="connsiteX24" fmla="*/ 473869 w 771525"/>
                <a:gd name="connsiteY24" fmla="*/ 566737 h 1135856"/>
                <a:gd name="connsiteX25" fmla="*/ 488157 w 771525"/>
                <a:gd name="connsiteY25" fmla="*/ 552450 h 1135856"/>
                <a:gd name="connsiteX26" fmla="*/ 509588 w 771525"/>
                <a:gd name="connsiteY26" fmla="*/ 502444 h 1135856"/>
                <a:gd name="connsiteX27" fmla="*/ 604838 w 771525"/>
                <a:gd name="connsiteY27" fmla="*/ 457200 h 1135856"/>
                <a:gd name="connsiteX28" fmla="*/ 628650 w 771525"/>
                <a:gd name="connsiteY28" fmla="*/ 447675 h 1135856"/>
                <a:gd name="connsiteX29" fmla="*/ 638175 w 771525"/>
                <a:gd name="connsiteY29" fmla="*/ 402431 h 1135856"/>
                <a:gd name="connsiteX30" fmla="*/ 638175 w 771525"/>
                <a:gd name="connsiteY30" fmla="*/ 361950 h 1135856"/>
                <a:gd name="connsiteX31" fmla="*/ 640557 w 771525"/>
                <a:gd name="connsiteY31" fmla="*/ 340519 h 1135856"/>
                <a:gd name="connsiteX32" fmla="*/ 652463 w 771525"/>
                <a:gd name="connsiteY32" fmla="*/ 333375 h 1135856"/>
                <a:gd name="connsiteX33" fmla="*/ 742950 w 771525"/>
                <a:gd name="connsiteY33" fmla="*/ 297656 h 1135856"/>
                <a:gd name="connsiteX34" fmla="*/ 766763 w 771525"/>
                <a:gd name="connsiteY34" fmla="*/ 280987 h 1135856"/>
                <a:gd name="connsiteX35" fmla="*/ 754857 w 771525"/>
                <a:gd name="connsiteY35" fmla="*/ 252412 h 1135856"/>
                <a:gd name="connsiteX36" fmla="*/ 742950 w 771525"/>
                <a:gd name="connsiteY36" fmla="*/ 221456 h 1135856"/>
                <a:gd name="connsiteX37" fmla="*/ 771525 w 771525"/>
                <a:gd name="connsiteY37" fmla="*/ 192881 h 1135856"/>
                <a:gd name="connsiteX38" fmla="*/ 752475 w 771525"/>
                <a:gd name="connsiteY38" fmla="*/ 161925 h 1135856"/>
                <a:gd name="connsiteX39" fmla="*/ 752475 w 771525"/>
                <a:gd name="connsiteY39" fmla="*/ 119062 h 1135856"/>
                <a:gd name="connsiteX40" fmla="*/ 719138 w 771525"/>
                <a:gd name="connsiteY40" fmla="*/ 85725 h 1135856"/>
                <a:gd name="connsiteX41" fmla="*/ 671513 w 771525"/>
                <a:gd name="connsiteY41" fmla="*/ 52387 h 1135856"/>
                <a:gd name="connsiteX42" fmla="*/ 645319 w 771525"/>
                <a:gd name="connsiteY42" fmla="*/ 35719 h 1135856"/>
                <a:gd name="connsiteX43" fmla="*/ 642938 w 771525"/>
                <a:gd name="connsiteY43" fmla="*/ 4762 h 1135856"/>
                <a:gd name="connsiteX44" fmla="*/ 609600 w 771525"/>
                <a:gd name="connsiteY44" fmla="*/ 0 h 1135856"/>
                <a:gd name="connsiteX45" fmla="*/ 583407 w 771525"/>
                <a:gd name="connsiteY45" fmla="*/ 23812 h 1135856"/>
                <a:gd name="connsiteX46" fmla="*/ 564357 w 771525"/>
                <a:gd name="connsiteY46" fmla="*/ 19050 h 1135856"/>
                <a:gd name="connsiteX47" fmla="*/ 554832 w 771525"/>
                <a:gd name="connsiteY47" fmla="*/ 42862 h 1135856"/>
                <a:gd name="connsiteX48" fmla="*/ 509588 w 771525"/>
                <a:gd name="connsiteY48" fmla="*/ 76200 h 1135856"/>
                <a:gd name="connsiteX49" fmla="*/ 407194 w 771525"/>
                <a:gd name="connsiteY49" fmla="*/ 114300 h 1135856"/>
                <a:gd name="connsiteX50" fmla="*/ 381000 w 771525"/>
                <a:gd name="connsiteY50" fmla="*/ 152400 h 1135856"/>
                <a:gd name="connsiteX51" fmla="*/ 340519 w 771525"/>
                <a:gd name="connsiteY51" fmla="*/ 140494 h 1135856"/>
                <a:gd name="connsiteX52" fmla="*/ 245269 w 771525"/>
                <a:gd name="connsiteY52" fmla="*/ 145256 h 1135856"/>
                <a:gd name="connsiteX53" fmla="*/ 250032 w 771525"/>
                <a:gd name="connsiteY53" fmla="*/ 154781 h 1135856"/>
                <a:gd name="connsiteX54" fmla="*/ 309563 w 771525"/>
                <a:gd name="connsiteY54" fmla="*/ 204787 h 1135856"/>
                <a:gd name="connsiteX55" fmla="*/ 211932 w 771525"/>
                <a:gd name="connsiteY55" fmla="*/ 328612 h 1135856"/>
                <a:gd name="connsiteX56" fmla="*/ 173832 w 771525"/>
                <a:gd name="connsiteY56" fmla="*/ 319087 h 1135856"/>
                <a:gd name="connsiteX57" fmla="*/ 80963 w 771525"/>
                <a:gd name="connsiteY57" fmla="*/ 452437 h 1135856"/>
                <a:gd name="connsiteX58" fmla="*/ 97632 w 771525"/>
                <a:gd name="connsiteY58" fmla="*/ 464344 h 1135856"/>
                <a:gd name="connsiteX59" fmla="*/ 114300 w 771525"/>
                <a:gd name="connsiteY59" fmla="*/ 504825 h 1135856"/>
                <a:gd name="connsiteX60" fmla="*/ 92869 w 771525"/>
                <a:gd name="connsiteY60" fmla="*/ 566737 h 1135856"/>
                <a:gd name="connsiteX61" fmla="*/ 102394 w 771525"/>
                <a:gd name="connsiteY61" fmla="*/ 640556 h 1135856"/>
                <a:gd name="connsiteX62" fmla="*/ 73819 w 771525"/>
                <a:gd name="connsiteY62" fmla="*/ 678656 h 1135856"/>
                <a:gd name="connsiteX63" fmla="*/ 73819 w 771525"/>
                <a:gd name="connsiteY63" fmla="*/ 704850 h 1135856"/>
                <a:gd name="connsiteX64" fmla="*/ 61913 w 771525"/>
                <a:gd name="connsiteY64" fmla="*/ 733425 h 1135856"/>
                <a:gd name="connsiteX65" fmla="*/ 88107 w 771525"/>
                <a:gd name="connsiteY65" fmla="*/ 762000 h 1135856"/>
                <a:gd name="connsiteX66" fmla="*/ 135732 w 771525"/>
                <a:gd name="connsiteY66" fmla="*/ 850106 h 1135856"/>
                <a:gd name="connsiteX67" fmla="*/ 69057 w 771525"/>
                <a:gd name="connsiteY67" fmla="*/ 876300 h 1135856"/>
                <a:gd name="connsiteX68" fmla="*/ 45244 w 771525"/>
                <a:gd name="connsiteY68" fmla="*/ 928687 h 1135856"/>
                <a:gd name="connsiteX69" fmla="*/ 33338 w 771525"/>
                <a:gd name="connsiteY69" fmla="*/ 983456 h 1135856"/>
                <a:gd name="connsiteX70" fmla="*/ 2382 w 771525"/>
                <a:gd name="connsiteY70" fmla="*/ 973931 h 1135856"/>
                <a:gd name="connsiteX71" fmla="*/ 0 w 771525"/>
                <a:gd name="connsiteY71" fmla="*/ 1021556 h 1135856"/>
                <a:gd name="connsiteX72" fmla="*/ 16669 w 771525"/>
                <a:gd name="connsiteY72" fmla="*/ 1031081 h 1135856"/>
                <a:gd name="connsiteX73" fmla="*/ 57150 w 771525"/>
                <a:gd name="connsiteY73" fmla="*/ 1040606 h 1135856"/>
                <a:gd name="connsiteX74" fmla="*/ 85725 w 771525"/>
                <a:gd name="connsiteY74" fmla="*/ 1054894 h 1135856"/>
                <a:gd name="connsiteX75" fmla="*/ 102394 w 771525"/>
                <a:gd name="connsiteY75" fmla="*/ 1109662 h 1135856"/>
                <a:gd name="connsiteX76" fmla="*/ 130969 w 771525"/>
                <a:gd name="connsiteY76" fmla="*/ 1135856 h 1135856"/>
                <a:gd name="connsiteX77" fmla="*/ 157163 w 771525"/>
                <a:gd name="connsiteY77" fmla="*/ 1135856 h 1135856"/>
                <a:gd name="connsiteX78" fmla="*/ 202407 w 771525"/>
                <a:gd name="connsiteY78" fmla="*/ 1131094 h 1135856"/>
                <a:gd name="connsiteX0" fmla="*/ 202407 w 771525"/>
                <a:gd name="connsiteY0" fmla="*/ 1131094 h 1164431"/>
                <a:gd name="connsiteX1" fmla="*/ 221457 w 771525"/>
                <a:gd name="connsiteY1" fmla="*/ 1064419 h 1164431"/>
                <a:gd name="connsiteX2" fmla="*/ 238125 w 771525"/>
                <a:gd name="connsiteY2" fmla="*/ 1042987 h 1164431"/>
                <a:gd name="connsiteX3" fmla="*/ 247650 w 771525"/>
                <a:gd name="connsiteY3" fmla="*/ 1012031 h 1164431"/>
                <a:gd name="connsiteX4" fmla="*/ 283369 w 771525"/>
                <a:gd name="connsiteY4" fmla="*/ 985837 h 1164431"/>
                <a:gd name="connsiteX5" fmla="*/ 319088 w 771525"/>
                <a:gd name="connsiteY5" fmla="*/ 962025 h 1164431"/>
                <a:gd name="connsiteX6" fmla="*/ 350044 w 771525"/>
                <a:gd name="connsiteY6" fmla="*/ 928687 h 1164431"/>
                <a:gd name="connsiteX7" fmla="*/ 354807 w 771525"/>
                <a:gd name="connsiteY7" fmla="*/ 900112 h 1164431"/>
                <a:gd name="connsiteX8" fmla="*/ 321469 w 771525"/>
                <a:gd name="connsiteY8" fmla="*/ 854869 h 1164431"/>
                <a:gd name="connsiteX9" fmla="*/ 323850 w 771525"/>
                <a:gd name="connsiteY9" fmla="*/ 785812 h 1164431"/>
                <a:gd name="connsiteX10" fmla="*/ 280988 w 771525"/>
                <a:gd name="connsiteY10" fmla="*/ 735806 h 1164431"/>
                <a:gd name="connsiteX11" fmla="*/ 288132 w 771525"/>
                <a:gd name="connsiteY11" fmla="*/ 697706 h 1164431"/>
                <a:gd name="connsiteX12" fmla="*/ 316707 w 771525"/>
                <a:gd name="connsiteY12" fmla="*/ 681037 h 1164431"/>
                <a:gd name="connsiteX13" fmla="*/ 330994 w 771525"/>
                <a:gd name="connsiteY13" fmla="*/ 707231 h 1164431"/>
                <a:gd name="connsiteX14" fmla="*/ 354807 w 771525"/>
                <a:gd name="connsiteY14" fmla="*/ 726281 h 1164431"/>
                <a:gd name="connsiteX15" fmla="*/ 369094 w 771525"/>
                <a:gd name="connsiteY15" fmla="*/ 745331 h 1164431"/>
                <a:gd name="connsiteX16" fmla="*/ 378619 w 771525"/>
                <a:gd name="connsiteY16" fmla="*/ 781050 h 1164431"/>
                <a:gd name="connsiteX17" fmla="*/ 395288 w 771525"/>
                <a:gd name="connsiteY17" fmla="*/ 797719 h 1164431"/>
                <a:gd name="connsiteX18" fmla="*/ 409575 w 771525"/>
                <a:gd name="connsiteY18" fmla="*/ 792956 h 1164431"/>
                <a:gd name="connsiteX19" fmla="*/ 426244 w 771525"/>
                <a:gd name="connsiteY19" fmla="*/ 785812 h 1164431"/>
                <a:gd name="connsiteX20" fmla="*/ 423863 w 771525"/>
                <a:gd name="connsiteY20" fmla="*/ 676275 h 1164431"/>
                <a:gd name="connsiteX21" fmla="*/ 409575 w 771525"/>
                <a:gd name="connsiteY21" fmla="*/ 640556 h 1164431"/>
                <a:gd name="connsiteX22" fmla="*/ 411957 w 771525"/>
                <a:gd name="connsiteY22" fmla="*/ 614362 h 1164431"/>
                <a:gd name="connsiteX23" fmla="*/ 426244 w 771525"/>
                <a:gd name="connsiteY23" fmla="*/ 566737 h 1164431"/>
                <a:gd name="connsiteX24" fmla="*/ 473869 w 771525"/>
                <a:gd name="connsiteY24" fmla="*/ 566737 h 1164431"/>
                <a:gd name="connsiteX25" fmla="*/ 488157 w 771525"/>
                <a:gd name="connsiteY25" fmla="*/ 552450 h 1164431"/>
                <a:gd name="connsiteX26" fmla="*/ 509588 w 771525"/>
                <a:gd name="connsiteY26" fmla="*/ 502444 h 1164431"/>
                <a:gd name="connsiteX27" fmla="*/ 604838 w 771525"/>
                <a:gd name="connsiteY27" fmla="*/ 457200 h 1164431"/>
                <a:gd name="connsiteX28" fmla="*/ 628650 w 771525"/>
                <a:gd name="connsiteY28" fmla="*/ 447675 h 1164431"/>
                <a:gd name="connsiteX29" fmla="*/ 638175 w 771525"/>
                <a:gd name="connsiteY29" fmla="*/ 402431 h 1164431"/>
                <a:gd name="connsiteX30" fmla="*/ 638175 w 771525"/>
                <a:gd name="connsiteY30" fmla="*/ 361950 h 1164431"/>
                <a:gd name="connsiteX31" fmla="*/ 640557 w 771525"/>
                <a:gd name="connsiteY31" fmla="*/ 340519 h 1164431"/>
                <a:gd name="connsiteX32" fmla="*/ 652463 w 771525"/>
                <a:gd name="connsiteY32" fmla="*/ 333375 h 1164431"/>
                <a:gd name="connsiteX33" fmla="*/ 742950 w 771525"/>
                <a:gd name="connsiteY33" fmla="*/ 297656 h 1164431"/>
                <a:gd name="connsiteX34" fmla="*/ 766763 w 771525"/>
                <a:gd name="connsiteY34" fmla="*/ 280987 h 1164431"/>
                <a:gd name="connsiteX35" fmla="*/ 754857 w 771525"/>
                <a:gd name="connsiteY35" fmla="*/ 252412 h 1164431"/>
                <a:gd name="connsiteX36" fmla="*/ 742950 w 771525"/>
                <a:gd name="connsiteY36" fmla="*/ 221456 h 1164431"/>
                <a:gd name="connsiteX37" fmla="*/ 771525 w 771525"/>
                <a:gd name="connsiteY37" fmla="*/ 192881 h 1164431"/>
                <a:gd name="connsiteX38" fmla="*/ 752475 w 771525"/>
                <a:gd name="connsiteY38" fmla="*/ 161925 h 1164431"/>
                <a:gd name="connsiteX39" fmla="*/ 752475 w 771525"/>
                <a:gd name="connsiteY39" fmla="*/ 119062 h 1164431"/>
                <a:gd name="connsiteX40" fmla="*/ 719138 w 771525"/>
                <a:gd name="connsiteY40" fmla="*/ 85725 h 1164431"/>
                <a:gd name="connsiteX41" fmla="*/ 671513 w 771525"/>
                <a:gd name="connsiteY41" fmla="*/ 52387 h 1164431"/>
                <a:gd name="connsiteX42" fmla="*/ 645319 w 771525"/>
                <a:gd name="connsiteY42" fmla="*/ 35719 h 1164431"/>
                <a:gd name="connsiteX43" fmla="*/ 642938 w 771525"/>
                <a:gd name="connsiteY43" fmla="*/ 4762 h 1164431"/>
                <a:gd name="connsiteX44" fmla="*/ 609600 w 771525"/>
                <a:gd name="connsiteY44" fmla="*/ 0 h 1164431"/>
                <a:gd name="connsiteX45" fmla="*/ 583407 w 771525"/>
                <a:gd name="connsiteY45" fmla="*/ 23812 h 1164431"/>
                <a:gd name="connsiteX46" fmla="*/ 564357 w 771525"/>
                <a:gd name="connsiteY46" fmla="*/ 19050 h 1164431"/>
                <a:gd name="connsiteX47" fmla="*/ 554832 w 771525"/>
                <a:gd name="connsiteY47" fmla="*/ 42862 h 1164431"/>
                <a:gd name="connsiteX48" fmla="*/ 509588 w 771525"/>
                <a:gd name="connsiteY48" fmla="*/ 76200 h 1164431"/>
                <a:gd name="connsiteX49" fmla="*/ 407194 w 771525"/>
                <a:gd name="connsiteY49" fmla="*/ 114300 h 1164431"/>
                <a:gd name="connsiteX50" fmla="*/ 381000 w 771525"/>
                <a:gd name="connsiteY50" fmla="*/ 152400 h 1164431"/>
                <a:gd name="connsiteX51" fmla="*/ 340519 w 771525"/>
                <a:gd name="connsiteY51" fmla="*/ 140494 h 1164431"/>
                <a:gd name="connsiteX52" fmla="*/ 245269 w 771525"/>
                <a:gd name="connsiteY52" fmla="*/ 145256 h 1164431"/>
                <a:gd name="connsiteX53" fmla="*/ 250032 w 771525"/>
                <a:gd name="connsiteY53" fmla="*/ 154781 h 1164431"/>
                <a:gd name="connsiteX54" fmla="*/ 309563 w 771525"/>
                <a:gd name="connsiteY54" fmla="*/ 204787 h 1164431"/>
                <a:gd name="connsiteX55" fmla="*/ 211932 w 771525"/>
                <a:gd name="connsiteY55" fmla="*/ 328612 h 1164431"/>
                <a:gd name="connsiteX56" fmla="*/ 173832 w 771525"/>
                <a:gd name="connsiteY56" fmla="*/ 319087 h 1164431"/>
                <a:gd name="connsiteX57" fmla="*/ 80963 w 771525"/>
                <a:gd name="connsiteY57" fmla="*/ 452437 h 1164431"/>
                <a:gd name="connsiteX58" fmla="*/ 97632 w 771525"/>
                <a:gd name="connsiteY58" fmla="*/ 464344 h 1164431"/>
                <a:gd name="connsiteX59" fmla="*/ 114300 w 771525"/>
                <a:gd name="connsiteY59" fmla="*/ 504825 h 1164431"/>
                <a:gd name="connsiteX60" fmla="*/ 92869 w 771525"/>
                <a:gd name="connsiteY60" fmla="*/ 566737 h 1164431"/>
                <a:gd name="connsiteX61" fmla="*/ 102394 w 771525"/>
                <a:gd name="connsiteY61" fmla="*/ 640556 h 1164431"/>
                <a:gd name="connsiteX62" fmla="*/ 73819 w 771525"/>
                <a:gd name="connsiteY62" fmla="*/ 678656 h 1164431"/>
                <a:gd name="connsiteX63" fmla="*/ 73819 w 771525"/>
                <a:gd name="connsiteY63" fmla="*/ 704850 h 1164431"/>
                <a:gd name="connsiteX64" fmla="*/ 61913 w 771525"/>
                <a:gd name="connsiteY64" fmla="*/ 733425 h 1164431"/>
                <a:gd name="connsiteX65" fmla="*/ 88107 w 771525"/>
                <a:gd name="connsiteY65" fmla="*/ 762000 h 1164431"/>
                <a:gd name="connsiteX66" fmla="*/ 135732 w 771525"/>
                <a:gd name="connsiteY66" fmla="*/ 850106 h 1164431"/>
                <a:gd name="connsiteX67" fmla="*/ 69057 w 771525"/>
                <a:gd name="connsiteY67" fmla="*/ 876300 h 1164431"/>
                <a:gd name="connsiteX68" fmla="*/ 45244 w 771525"/>
                <a:gd name="connsiteY68" fmla="*/ 928687 h 1164431"/>
                <a:gd name="connsiteX69" fmla="*/ 33338 w 771525"/>
                <a:gd name="connsiteY69" fmla="*/ 983456 h 1164431"/>
                <a:gd name="connsiteX70" fmla="*/ 2382 w 771525"/>
                <a:gd name="connsiteY70" fmla="*/ 973931 h 1164431"/>
                <a:gd name="connsiteX71" fmla="*/ 0 w 771525"/>
                <a:gd name="connsiteY71" fmla="*/ 1021556 h 1164431"/>
                <a:gd name="connsiteX72" fmla="*/ 16669 w 771525"/>
                <a:gd name="connsiteY72" fmla="*/ 1031081 h 1164431"/>
                <a:gd name="connsiteX73" fmla="*/ 57150 w 771525"/>
                <a:gd name="connsiteY73" fmla="*/ 1040606 h 1164431"/>
                <a:gd name="connsiteX74" fmla="*/ 85725 w 771525"/>
                <a:gd name="connsiteY74" fmla="*/ 1054894 h 1164431"/>
                <a:gd name="connsiteX75" fmla="*/ 102394 w 771525"/>
                <a:gd name="connsiteY75" fmla="*/ 1109662 h 1164431"/>
                <a:gd name="connsiteX76" fmla="*/ 130969 w 771525"/>
                <a:gd name="connsiteY76" fmla="*/ 1135856 h 1164431"/>
                <a:gd name="connsiteX77" fmla="*/ 157163 w 771525"/>
                <a:gd name="connsiteY77" fmla="*/ 1164431 h 1164431"/>
                <a:gd name="connsiteX78" fmla="*/ 202407 w 771525"/>
                <a:gd name="connsiteY78" fmla="*/ 1131094 h 1164431"/>
                <a:gd name="connsiteX0" fmla="*/ 202407 w 771525"/>
                <a:gd name="connsiteY0" fmla="*/ 1131094 h 1164431"/>
                <a:gd name="connsiteX1" fmla="*/ 221457 w 771525"/>
                <a:gd name="connsiteY1" fmla="*/ 1064419 h 1164431"/>
                <a:gd name="connsiteX2" fmla="*/ 238125 w 771525"/>
                <a:gd name="connsiteY2" fmla="*/ 1042987 h 1164431"/>
                <a:gd name="connsiteX3" fmla="*/ 247650 w 771525"/>
                <a:gd name="connsiteY3" fmla="*/ 1012031 h 1164431"/>
                <a:gd name="connsiteX4" fmla="*/ 283369 w 771525"/>
                <a:gd name="connsiteY4" fmla="*/ 985837 h 1164431"/>
                <a:gd name="connsiteX5" fmla="*/ 319088 w 771525"/>
                <a:gd name="connsiteY5" fmla="*/ 962025 h 1164431"/>
                <a:gd name="connsiteX6" fmla="*/ 350044 w 771525"/>
                <a:gd name="connsiteY6" fmla="*/ 928687 h 1164431"/>
                <a:gd name="connsiteX7" fmla="*/ 354807 w 771525"/>
                <a:gd name="connsiteY7" fmla="*/ 900112 h 1164431"/>
                <a:gd name="connsiteX8" fmla="*/ 321469 w 771525"/>
                <a:gd name="connsiteY8" fmla="*/ 854869 h 1164431"/>
                <a:gd name="connsiteX9" fmla="*/ 323850 w 771525"/>
                <a:gd name="connsiteY9" fmla="*/ 785812 h 1164431"/>
                <a:gd name="connsiteX10" fmla="*/ 280988 w 771525"/>
                <a:gd name="connsiteY10" fmla="*/ 735806 h 1164431"/>
                <a:gd name="connsiteX11" fmla="*/ 288132 w 771525"/>
                <a:gd name="connsiteY11" fmla="*/ 697706 h 1164431"/>
                <a:gd name="connsiteX12" fmla="*/ 316707 w 771525"/>
                <a:gd name="connsiteY12" fmla="*/ 681037 h 1164431"/>
                <a:gd name="connsiteX13" fmla="*/ 330994 w 771525"/>
                <a:gd name="connsiteY13" fmla="*/ 707231 h 1164431"/>
                <a:gd name="connsiteX14" fmla="*/ 354807 w 771525"/>
                <a:gd name="connsiteY14" fmla="*/ 726281 h 1164431"/>
                <a:gd name="connsiteX15" fmla="*/ 369094 w 771525"/>
                <a:gd name="connsiteY15" fmla="*/ 745331 h 1164431"/>
                <a:gd name="connsiteX16" fmla="*/ 378619 w 771525"/>
                <a:gd name="connsiteY16" fmla="*/ 781050 h 1164431"/>
                <a:gd name="connsiteX17" fmla="*/ 395288 w 771525"/>
                <a:gd name="connsiteY17" fmla="*/ 797719 h 1164431"/>
                <a:gd name="connsiteX18" fmla="*/ 409575 w 771525"/>
                <a:gd name="connsiteY18" fmla="*/ 792956 h 1164431"/>
                <a:gd name="connsiteX19" fmla="*/ 426244 w 771525"/>
                <a:gd name="connsiteY19" fmla="*/ 785812 h 1164431"/>
                <a:gd name="connsiteX20" fmla="*/ 423863 w 771525"/>
                <a:gd name="connsiteY20" fmla="*/ 676275 h 1164431"/>
                <a:gd name="connsiteX21" fmla="*/ 409575 w 771525"/>
                <a:gd name="connsiteY21" fmla="*/ 640556 h 1164431"/>
                <a:gd name="connsiteX22" fmla="*/ 411957 w 771525"/>
                <a:gd name="connsiteY22" fmla="*/ 614362 h 1164431"/>
                <a:gd name="connsiteX23" fmla="*/ 426244 w 771525"/>
                <a:gd name="connsiteY23" fmla="*/ 566737 h 1164431"/>
                <a:gd name="connsiteX24" fmla="*/ 473869 w 771525"/>
                <a:gd name="connsiteY24" fmla="*/ 566737 h 1164431"/>
                <a:gd name="connsiteX25" fmla="*/ 488157 w 771525"/>
                <a:gd name="connsiteY25" fmla="*/ 552450 h 1164431"/>
                <a:gd name="connsiteX26" fmla="*/ 509588 w 771525"/>
                <a:gd name="connsiteY26" fmla="*/ 502444 h 1164431"/>
                <a:gd name="connsiteX27" fmla="*/ 604838 w 771525"/>
                <a:gd name="connsiteY27" fmla="*/ 457200 h 1164431"/>
                <a:gd name="connsiteX28" fmla="*/ 628650 w 771525"/>
                <a:gd name="connsiteY28" fmla="*/ 447675 h 1164431"/>
                <a:gd name="connsiteX29" fmla="*/ 638175 w 771525"/>
                <a:gd name="connsiteY29" fmla="*/ 402431 h 1164431"/>
                <a:gd name="connsiteX30" fmla="*/ 638175 w 771525"/>
                <a:gd name="connsiteY30" fmla="*/ 361950 h 1164431"/>
                <a:gd name="connsiteX31" fmla="*/ 640557 w 771525"/>
                <a:gd name="connsiteY31" fmla="*/ 340519 h 1164431"/>
                <a:gd name="connsiteX32" fmla="*/ 652463 w 771525"/>
                <a:gd name="connsiteY32" fmla="*/ 333375 h 1164431"/>
                <a:gd name="connsiteX33" fmla="*/ 742950 w 771525"/>
                <a:gd name="connsiteY33" fmla="*/ 297656 h 1164431"/>
                <a:gd name="connsiteX34" fmla="*/ 766763 w 771525"/>
                <a:gd name="connsiteY34" fmla="*/ 280987 h 1164431"/>
                <a:gd name="connsiteX35" fmla="*/ 754857 w 771525"/>
                <a:gd name="connsiteY35" fmla="*/ 252412 h 1164431"/>
                <a:gd name="connsiteX36" fmla="*/ 742950 w 771525"/>
                <a:gd name="connsiteY36" fmla="*/ 221456 h 1164431"/>
                <a:gd name="connsiteX37" fmla="*/ 771525 w 771525"/>
                <a:gd name="connsiteY37" fmla="*/ 192881 h 1164431"/>
                <a:gd name="connsiteX38" fmla="*/ 752475 w 771525"/>
                <a:gd name="connsiteY38" fmla="*/ 161925 h 1164431"/>
                <a:gd name="connsiteX39" fmla="*/ 752475 w 771525"/>
                <a:gd name="connsiteY39" fmla="*/ 119062 h 1164431"/>
                <a:gd name="connsiteX40" fmla="*/ 719138 w 771525"/>
                <a:gd name="connsiteY40" fmla="*/ 85725 h 1164431"/>
                <a:gd name="connsiteX41" fmla="*/ 671513 w 771525"/>
                <a:gd name="connsiteY41" fmla="*/ 52387 h 1164431"/>
                <a:gd name="connsiteX42" fmla="*/ 645319 w 771525"/>
                <a:gd name="connsiteY42" fmla="*/ 35719 h 1164431"/>
                <a:gd name="connsiteX43" fmla="*/ 642938 w 771525"/>
                <a:gd name="connsiteY43" fmla="*/ 4762 h 1164431"/>
                <a:gd name="connsiteX44" fmla="*/ 609600 w 771525"/>
                <a:gd name="connsiteY44" fmla="*/ 0 h 1164431"/>
                <a:gd name="connsiteX45" fmla="*/ 583407 w 771525"/>
                <a:gd name="connsiteY45" fmla="*/ 23812 h 1164431"/>
                <a:gd name="connsiteX46" fmla="*/ 564357 w 771525"/>
                <a:gd name="connsiteY46" fmla="*/ 19050 h 1164431"/>
                <a:gd name="connsiteX47" fmla="*/ 554832 w 771525"/>
                <a:gd name="connsiteY47" fmla="*/ 42862 h 1164431"/>
                <a:gd name="connsiteX48" fmla="*/ 509588 w 771525"/>
                <a:gd name="connsiteY48" fmla="*/ 76200 h 1164431"/>
                <a:gd name="connsiteX49" fmla="*/ 407194 w 771525"/>
                <a:gd name="connsiteY49" fmla="*/ 114300 h 1164431"/>
                <a:gd name="connsiteX50" fmla="*/ 381000 w 771525"/>
                <a:gd name="connsiteY50" fmla="*/ 152400 h 1164431"/>
                <a:gd name="connsiteX51" fmla="*/ 340519 w 771525"/>
                <a:gd name="connsiteY51" fmla="*/ 140494 h 1164431"/>
                <a:gd name="connsiteX52" fmla="*/ 245269 w 771525"/>
                <a:gd name="connsiteY52" fmla="*/ 145256 h 1164431"/>
                <a:gd name="connsiteX53" fmla="*/ 250032 w 771525"/>
                <a:gd name="connsiteY53" fmla="*/ 154781 h 1164431"/>
                <a:gd name="connsiteX54" fmla="*/ 309563 w 771525"/>
                <a:gd name="connsiteY54" fmla="*/ 204787 h 1164431"/>
                <a:gd name="connsiteX55" fmla="*/ 211932 w 771525"/>
                <a:gd name="connsiteY55" fmla="*/ 328612 h 1164431"/>
                <a:gd name="connsiteX56" fmla="*/ 173832 w 771525"/>
                <a:gd name="connsiteY56" fmla="*/ 319087 h 1164431"/>
                <a:gd name="connsiteX57" fmla="*/ 80963 w 771525"/>
                <a:gd name="connsiteY57" fmla="*/ 452437 h 1164431"/>
                <a:gd name="connsiteX58" fmla="*/ 97632 w 771525"/>
                <a:gd name="connsiteY58" fmla="*/ 464344 h 1164431"/>
                <a:gd name="connsiteX59" fmla="*/ 114300 w 771525"/>
                <a:gd name="connsiteY59" fmla="*/ 504825 h 1164431"/>
                <a:gd name="connsiteX60" fmla="*/ 92869 w 771525"/>
                <a:gd name="connsiteY60" fmla="*/ 566737 h 1164431"/>
                <a:gd name="connsiteX61" fmla="*/ 102394 w 771525"/>
                <a:gd name="connsiteY61" fmla="*/ 640556 h 1164431"/>
                <a:gd name="connsiteX62" fmla="*/ 73819 w 771525"/>
                <a:gd name="connsiteY62" fmla="*/ 678656 h 1164431"/>
                <a:gd name="connsiteX63" fmla="*/ 73819 w 771525"/>
                <a:gd name="connsiteY63" fmla="*/ 704850 h 1164431"/>
                <a:gd name="connsiteX64" fmla="*/ 61913 w 771525"/>
                <a:gd name="connsiteY64" fmla="*/ 733425 h 1164431"/>
                <a:gd name="connsiteX65" fmla="*/ 88107 w 771525"/>
                <a:gd name="connsiteY65" fmla="*/ 762000 h 1164431"/>
                <a:gd name="connsiteX66" fmla="*/ 135732 w 771525"/>
                <a:gd name="connsiteY66" fmla="*/ 850106 h 1164431"/>
                <a:gd name="connsiteX67" fmla="*/ 69057 w 771525"/>
                <a:gd name="connsiteY67" fmla="*/ 876300 h 1164431"/>
                <a:gd name="connsiteX68" fmla="*/ 45244 w 771525"/>
                <a:gd name="connsiteY68" fmla="*/ 928687 h 1164431"/>
                <a:gd name="connsiteX69" fmla="*/ 33338 w 771525"/>
                <a:gd name="connsiteY69" fmla="*/ 983456 h 1164431"/>
                <a:gd name="connsiteX70" fmla="*/ 2382 w 771525"/>
                <a:gd name="connsiteY70" fmla="*/ 973931 h 1164431"/>
                <a:gd name="connsiteX71" fmla="*/ 0 w 771525"/>
                <a:gd name="connsiteY71" fmla="*/ 1021556 h 1164431"/>
                <a:gd name="connsiteX72" fmla="*/ 16669 w 771525"/>
                <a:gd name="connsiteY72" fmla="*/ 1031081 h 1164431"/>
                <a:gd name="connsiteX73" fmla="*/ 57150 w 771525"/>
                <a:gd name="connsiteY73" fmla="*/ 1040606 h 1164431"/>
                <a:gd name="connsiteX74" fmla="*/ 85725 w 771525"/>
                <a:gd name="connsiteY74" fmla="*/ 1054894 h 1164431"/>
                <a:gd name="connsiteX75" fmla="*/ 102394 w 771525"/>
                <a:gd name="connsiteY75" fmla="*/ 1109662 h 1164431"/>
                <a:gd name="connsiteX76" fmla="*/ 130969 w 771525"/>
                <a:gd name="connsiteY76" fmla="*/ 1135856 h 1164431"/>
                <a:gd name="connsiteX77" fmla="*/ 157163 w 771525"/>
                <a:gd name="connsiteY77" fmla="*/ 1164431 h 1164431"/>
                <a:gd name="connsiteX78" fmla="*/ 185738 w 771525"/>
                <a:gd name="connsiteY78" fmla="*/ 1140619 h 1164431"/>
                <a:gd name="connsiteX79" fmla="*/ 202407 w 771525"/>
                <a:gd name="connsiteY79" fmla="*/ 1131094 h 1164431"/>
                <a:gd name="connsiteX0" fmla="*/ 202407 w 771525"/>
                <a:gd name="connsiteY0" fmla="*/ 1131094 h 1164431"/>
                <a:gd name="connsiteX1" fmla="*/ 221457 w 771525"/>
                <a:gd name="connsiteY1" fmla="*/ 1064419 h 1164431"/>
                <a:gd name="connsiteX2" fmla="*/ 238125 w 771525"/>
                <a:gd name="connsiteY2" fmla="*/ 1042987 h 1164431"/>
                <a:gd name="connsiteX3" fmla="*/ 247650 w 771525"/>
                <a:gd name="connsiteY3" fmla="*/ 1012031 h 1164431"/>
                <a:gd name="connsiteX4" fmla="*/ 283369 w 771525"/>
                <a:gd name="connsiteY4" fmla="*/ 985837 h 1164431"/>
                <a:gd name="connsiteX5" fmla="*/ 319088 w 771525"/>
                <a:gd name="connsiteY5" fmla="*/ 962025 h 1164431"/>
                <a:gd name="connsiteX6" fmla="*/ 350044 w 771525"/>
                <a:gd name="connsiteY6" fmla="*/ 928687 h 1164431"/>
                <a:gd name="connsiteX7" fmla="*/ 354807 w 771525"/>
                <a:gd name="connsiteY7" fmla="*/ 900112 h 1164431"/>
                <a:gd name="connsiteX8" fmla="*/ 321469 w 771525"/>
                <a:gd name="connsiteY8" fmla="*/ 854869 h 1164431"/>
                <a:gd name="connsiteX9" fmla="*/ 323850 w 771525"/>
                <a:gd name="connsiteY9" fmla="*/ 785812 h 1164431"/>
                <a:gd name="connsiteX10" fmla="*/ 280988 w 771525"/>
                <a:gd name="connsiteY10" fmla="*/ 735806 h 1164431"/>
                <a:gd name="connsiteX11" fmla="*/ 288132 w 771525"/>
                <a:gd name="connsiteY11" fmla="*/ 697706 h 1164431"/>
                <a:gd name="connsiteX12" fmla="*/ 316707 w 771525"/>
                <a:gd name="connsiteY12" fmla="*/ 681037 h 1164431"/>
                <a:gd name="connsiteX13" fmla="*/ 330994 w 771525"/>
                <a:gd name="connsiteY13" fmla="*/ 707231 h 1164431"/>
                <a:gd name="connsiteX14" fmla="*/ 354807 w 771525"/>
                <a:gd name="connsiteY14" fmla="*/ 726281 h 1164431"/>
                <a:gd name="connsiteX15" fmla="*/ 369094 w 771525"/>
                <a:gd name="connsiteY15" fmla="*/ 745331 h 1164431"/>
                <a:gd name="connsiteX16" fmla="*/ 378619 w 771525"/>
                <a:gd name="connsiteY16" fmla="*/ 781050 h 1164431"/>
                <a:gd name="connsiteX17" fmla="*/ 395288 w 771525"/>
                <a:gd name="connsiteY17" fmla="*/ 797719 h 1164431"/>
                <a:gd name="connsiteX18" fmla="*/ 409575 w 771525"/>
                <a:gd name="connsiteY18" fmla="*/ 792956 h 1164431"/>
                <a:gd name="connsiteX19" fmla="*/ 426244 w 771525"/>
                <a:gd name="connsiteY19" fmla="*/ 785812 h 1164431"/>
                <a:gd name="connsiteX20" fmla="*/ 423863 w 771525"/>
                <a:gd name="connsiteY20" fmla="*/ 676275 h 1164431"/>
                <a:gd name="connsiteX21" fmla="*/ 409575 w 771525"/>
                <a:gd name="connsiteY21" fmla="*/ 640556 h 1164431"/>
                <a:gd name="connsiteX22" fmla="*/ 411957 w 771525"/>
                <a:gd name="connsiteY22" fmla="*/ 614362 h 1164431"/>
                <a:gd name="connsiteX23" fmla="*/ 426244 w 771525"/>
                <a:gd name="connsiteY23" fmla="*/ 566737 h 1164431"/>
                <a:gd name="connsiteX24" fmla="*/ 473869 w 771525"/>
                <a:gd name="connsiteY24" fmla="*/ 566737 h 1164431"/>
                <a:gd name="connsiteX25" fmla="*/ 488157 w 771525"/>
                <a:gd name="connsiteY25" fmla="*/ 552450 h 1164431"/>
                <a:gd name="connsiteX26" fmla="*/ 509588 w 771525"/>
                <a:gd name="connsiteY26" fmla="*/ 502444 h 1164431"/>
                <a:gd name="connsiteX27" fmla="*/ 604838 w 771525"/>
                <a:gd name="connsiteY27" fmla="*/ 457200 h 1164431"/>
                <a:gd name="connsiteX28" fmla="*/ 628650 w 771525"/>
                <a:gd name="connsiteY28" fmla="*/ 447675 h 1164431"/>
                <a:gd name="connsiteX29" fmla="*/ 638175 w 771525"/>
                <a:gd name="connsiteY29" fmla="*/ 402431 h 1164431"/>
                <a:gd name="connsiteX30" fmla="*/ 638175 w 771525"/>
                <a:gd name="connsiteY30" fmla="*/ 361950 h 1164431"/>
                <a:gd name="connsiteX31" fmla="*/ 640557 w 771525"/>
                <a:gd name="connsiteY31" fmla="*/ 340519 h 1164431"/>
                <a:gd name="connsiteX32" fmla="*/ 652463 w 771525"/>
                <a:gd name="connsiteY32" fmla="*/ 333375 h 1164431"/>
                <a:gd name="connsiteX33" fmla="*/ 742950 w 771525"/>
                <a:gd name="connsiteY33" fmla="*/ 297656 h 1164431"/>
                <a:gd name="connsiteX34" fmla="*/ 766763 w 771525"/>
                <a:gd name="connsiteY34" fmla="*/ 280987 h 1164431"/>
                <a:gd name="connsiteX35" fmla="*/ 754857 w 771525"/>
                <a:gd name="connsiteY35" fmla="*/ 252412 h 1164431"/>
                <a:gd name="connsiteX36" fmla="*/ 742950 w 771525"/>
                <a:gd name="connsiteY36" fmla="*/ 221456 h 1164431"/>
                <a:gd name="connsiteX37" fmla="*/ 771525 w 771525"/>
                <a:gd name="connsiteY37" fmla="*/ 192881 h 1164431"/>
                <a:gd name="connsiteX38" fmla="*/ 752475 w 771525"/>
                <a:gd name="connsiteY38" fmla="*/ 161925 h 1164431"/>
                <a:gd name="connsiteX39" fmla="*/ 752475 w 771525"/>
                <a:gd name="connsiteY39" fmla="*/ 119062 h 1164431"/>
                <a:gd name="connsiteX40" fmla="*/ 719138 w 771525"/>
                <a:gd name="connsiteY40" fmla="*/ 85725 h 1164431"/>
                <a:gd name="connsiteX41" fmla="*/ 671513 w 771525"/>
                <a:gd name="connsiteY41" fmla="*/ 52387 h 1164431"/>
                <a:gd name="connsiteX42" fmla="*/ 645319 w 771525"/>
                <a:gd name="connsiteY42" fmla="*/ 35719 h 1164431"/>
                <a:gd name="connsiteX43" fmla="*/ 642938 w 771525"/>
                <a:gd name="connsiteY43" fmla="*/ 4762 h 1164431"/>
                <a:gd name="connsiteX44" fmla="*/ 609600 w 771525"/>
                <a:gd name="connsiteY44" fmla="*/ 0 h 1164431"/>
                <a:gd name="connsiteX45" fmla="*/ 583407 w 771525"/>
                <a:gd name="connsiteY45" fmla="*/ 23812 h 1164431"/>
                <a:gd name="connsiteX46" fmla="*/ 564357 w 771525"/>
                <a:gd name="connsiteY46" fmla="*/ 19050 h 1164431"/>
                <a:gd name="connsiteX47" fmla="*/ 554832 w 771525"/>
                <a:gd name="connsiteY47" fmla="*/ 42862 h 1164431"/>
                <a:gd name="connsiteX48" fmla="*/ 509588 w 771525"/>
                <a:gd name="connsiteY48" fmla="*/ 76200 h 1164431"/>
                <a:gd name="connsiteX49" fmla="*/ 407194 w 771525"/>
                <a:gd name="connsiteY49" fmla="*/ 114300 h 1164431"/>
                <a:gd name="connsiteX50" fmla="*/ 381000 w 771525"/>
                <a:gd name="connsiteY50" fmla="*/ 152400 h 1164431"/>
                <a:gd name="connsiteX51" fmla="*/ 340519 w 771525"/>
                <a:gd name="connsiteY51" fmla="*/ 140494 h 1164431"/>
                <a:gd name="connsiteX52" fmla="*/ 245269 w 771525"/>
                <a:gd name="connsiteY52" fmla="*/ 145256 h 1164431"/>
                <a:gd name="connsiteX53" fmla="*/ 250032 w 771525"/>
                <a:gd name="connsiteY53" fmla="*/ 154781 h 1164431"/>
                <a:gd name="connsiteX54" fmla="*/ 309563 w 771525"/>
                <a:gd name="connsiteY54" fmla="*/ 204787 h 1164431"/>
                <a:gd name="connsiteX55" fmla="*/ 211932 w 771525"/>
                <a:gd name="connsiteY55" fmla="*/ 328612 h 1164431"/>
                <a:gd name="connsiteX56" fmla="*/ 173832 w 771525"/>
                <a:gd name="connsiteY56" fmla="*/ 319087 h 1164431"/>
                <a:gd name="connsiteX57" fmla="*/ 80963 w 771525"/>
                <a:gd name="connsiteY57" fmla="*/ 452437 h 1164431"/>
                <a:gd name="connsiteX58" fmla="*/ 97632 w 771525"/>
                <a:gd name="connsiteY58" fmla="*/ 464344 h 1164431"/>
                <a:gd name="connsiteX59" fmla="*/ 114300 w 771525"/>
                <a:gd name="connsiteY59" fmla="*/ 504825 h 1164431"/>
                <a:gd name="connsiteX60" fmla="*/ 92869 w 771525"/>
                <a:gd name="connsiteY60" fmla="*/ 566737 h 1164431"/>
                <a:gd name="connsiteX61" fmla="*/ 102394 w 771525"/>
                <a:gd name="connsiteY61" fmla="*/ 640556 h 1164431"/>
                <a:gd name="connsiteX62" fmla="*/ 73819 w 771525"/>
                <a:gd name="connsiteY62" fmla="*/ 678656 h 1164431"/>
                <a:gd name="connsiteX63" fmla="*/ 73819 w 771525"/>
                <a:gd name="connsiteY63" fmla="*/ 704850 h 1164431"/>
                <a:gd name="connsiteX64" fmla="*/ 61913 w 771525"/>
                <a:gd name="connsiteY64" fmla="*/ 733425 h 1164431"/>
                <a:gd name="connsiteX65" fmla="*/ 88107 w 771525"/>
                <a:gd name="connsiteY65" fmla="*/ 762000 h 1164431"/>
                <a:gd name="connsiteX66" fmla="*/ 135732 w 771525"/>
                <a:gd name="connsiteY66" fmla="*/ 850106 h 1164431"/>
                <a:gd name="connsiteX67" fmla="*/ 69057 w 771525"/>
                <a:gd name="connsiteY67" fmla="*/ 876300 h 1164431"/>
                <a:gd name="connsiteX68" fmla="*/ 45244 w 771525"/>
                <a:gd name="connsiteY68" fmla="*/ 928687 h 1164431"/>
                <a:gd name="connsiteX69" fmla="*/ 33338 w 771525"/>
                <a:gd name="connsiteY69" fmla="*/ 983456 h 1164431"/>
                <a:gd name="connsiteX70" fmla="*/ 2382 w 771525"/>
                <a:gd name="connsiteY70" fmla="*/ 973931 h 1164431"/>
                <a:gd name="connsiteX71" fmla="*/ 0 w 771525"/>
                <a:gd name="connsiteY71" fmla="*/ 1021556 h 1164431"/>
                <a:gd name="connsiteX72" fmla="*/ 16669 w 771525"/>
                <a:gd name="connsiteY72" fmla="*/ 1031081 h 1164431"/>
                <a:gd name="connsiteX73" fmla="*/ 57150 w 771525"/>
                <a:gd name="connsiteY73" fmla="*/ 1040606 h 1164431"/>
                <a:gd name="connsiteX74" fmla="*/ 85725 w 771525"/>
                <a:gd name="connsiteY74" fmla="*/ 1054894 h 1164431"/>
                <a:gd name="connsiteX75" fmla="*/ 102394 w 771525"/>
                <a:gd name="connsiteY75" fmla="*/ 1109662 h 1164431"/>
                <a:gd name="connsiteX76" fmla="*/ 130969 w 771525"/>
                <a:gd name="connsiteY76" fmla="*/ 1135856 h 1164431"/>
                <a:gd name="connsiteX77" fmla="*/ 157163 w 771525"/>
                <a:gd name="connsiteY77" fmla="*/ 1164431 h 1164431"/>
                <a:gd name="connsiteX78" fmla="*/ 192882 w 771525"/>
                <a:gd name="connsiteY78" fmla="*/ 1157288 h 1164431"/>
                <a:gd name="connsiteX79" fmla="*/ 202407 w 771525"/>
                <a:gd name="connsiteY79" fmla="*/ 1131094 h 1164431"/>
                <a:gd name="connsiteX0" fmla="*/ 202407 w 771525"/>
                <a:gd name="connsiteY0" fmla="*/ 1164432 h 1197769"/>
                <a:gd name="connsiteX1" fmla="*/ 221457 w 771525"/>
                <a:gd name="connsiteY1" fmla="*/ 1097757 h 1197769"/>
                <a:gd name="connsiteX2" fmla="*/ 238125 w 771525"/>
                <a:gd name="connsiteY2" fmla="*/ 1076325 h 1197769"/>
                <a:gd name="connsiteX3" fmla="*/ 247650 w 771525"/>
                <a:gd name="connsiteY3" fmla="*/ 1045369 h 1197769"/>
                <a:gd name="connsiteX4" fmla="*/ 283369 w 771525"/>
                <a:gd name="connsiteY4" fmla="*/ 1019175 h 1197769"/>
                <a:gd name="connsiteX5" fmla="*/ 319088 w 771525"/>
                <a:gd name="connsiteY5" fmla="*/ 995363 h 1197769"/>
                <a:gd name="connsiteX6" fmla="*/ 350044 w 771525"/>
                <a:gd name="connsiteY6" fmla="*/ 962025 h 1197769"/>
                <a:gd name="connsiteX7" fmla="*/ 354807 w 771525"/>
                <a:gd name="connsiteY7" fmla="*/ 933450 h 1197769"/>
                <a:gd name="connsiteX8" fmla="*/ 321469 w 771525"/>
                <a:gd name="connsiteY8" fmla="*/ 888207 h 1197769"/>
                <a:gd name="connsiteX9" fmla="*/ 323850 w 771525"/>
                <a:gd name="connsiteY9" fmla="*/ 819150 h 1197769"/>
                <a:gd name="connsiteX10" fmla="*/ 280988 w 771525"/>
                <a:gd name="connsiteY10" fmla="*/ 769144 h 1197769"/>
                <a:gd name="connsiteX11" fmla="*/ 288132 w 771525"/>
                <a:gd name="connsiteY11" fmla="*/ 731044 h 1197769"/>
                <a:gd name="connsiteX12" fmla="*/ 316707 w 771525"/>
                <a:gd name="connsiteY12" fmla="*/ 714375 h 1197769"/>
                <a:gd name="connsiteX13" fmla="*/ 330994 w 771525"/>
                <a:gd name="connsiteY13" fmla="*/ 740569 h 1197769"/>
                <a:gd name="connsiteX14" fmla="*/ 354807 w 771525"/>
                <a:gd name="connsiteY14" fmla="*/ 759619 h 1197769"/>
                <a:gd name="connsiteX15" fmla="*/ 369094 w 771525"/>
                <a:gd name="connsiteY15" fmla="*/ 778669 h 1197769"/>
                <a:gd name="connsiteX16" fmla="*/ 378619 w 771525"/>
                <a:gd name="connsiteY16" fmla="*/ 814388 h 1197769"/>
                <a:gd name="connsiteX17" fmla="*/ 395288 w 771525"/>
                <a:gd name="connsiteY17" fmla="*/ 831057 h 1197769"/>
                <a:gd name="connsiteX18" fmla="*/ 409575 w 771525"/>
                <a:gd name="connsiteY18" fmla="*/ 826294 h 1197769"/>
                <a:gd name="connsiteX19" fmla="*/ 426244 w 771525"/>
                <a:gd name="connsiteY19" fmla="*/ 819150 h 1197769"/>
                <a:gd name="connsiteX20" fmla="*/ 423863 w 771525"/>
                <a:gd name="connsiteY20" fmla="*/ 709613 h 1197769"/>
                <a:gd name="connsiteX21" fmla="*/ 409575 w 771525"/>
                <a:gd name="connsiteY21" fmla="*/ 673894 h 1197769"/>
                <a:gd name="connsiteX22" fmla="*/ 411957 w 771525"/>
                <a:gd name="connsiteY22" fmla="*/ 647700 h 1197769"/>
                <a:gd name="connsiteX23" fmla="*/ 426244 w 771525"/>
                <a:gd name="connsiteY23" fmla="*/ 600075 h 1197769"/>
                <a:gd name="connsiteX24" fmla="*/ 473869 w 771525"/>
                <a:gd name="connsiteY24" fmla="*/ 600075 h 1197769"/>
                <a:gd name="connsiteX25" fmla="*/ 488157 w 771525"/>
                <a:gd name="connsiteY25" fmla="*/ 585788 h 1197769"/>
                <a:gd name="connsiteX26" fmla="*/ 509588 w 771525"/>
                <a:gd name="connsiteY26" fmla="*/ 535782 h 1197769"/>
                <a:gd name="connsiteX27" fmla="*/ 604838 w 771525"/>
                <a:gd name="connsiteY27" fmla="*/ 490538 h 1197769"/>
                <a:gd name="connsiteX28" fmla="*/ 628650 w 771525"/>
                <a:gd name="connsiteY28" fmla="*/ 481013 h 1197769"/>
                <a:gd name="connsiteX29" fmla="*/ 638175 w 771525"/>
                <a:gd name="connsiteY29" fmla="*/ 435769 h 1197769"/>
                <a:gd name="connsiteX30" fmla="*/ 638175 w 771525"/>
                <a:gd name="connsiteY30" fmla="*/ 395288 h 1197769"/>
                <a:gd name="connsiteX31" fmla="*/ 640557 w 771525"/>
                <a:gd name="connsiteY31" fmla="*/ 373857 h 1197769"/>
                <a:gd name="connsiteX32" fmla="*/ 652463 w 771525"/>
                <a:gd name="connsiteY32" fmla="*/ 366713 h 1197769"/>
                <a:gd name="connsiteX33" fmla="*/ 742950 w 771525"/>
                <a:gd name="connsiteY33" fmla="*/ 330994 h 1197769"/>
                <a:gd name="connsiteX34" fmla="*/ 766763 w 771525"/>
                <a:gd name="connsiteY34" fmla="*/ 314325 h 1197769"/>
                <a:gd name="connsiteX35" fmla="*/ 754857 w 771525"/>
                <a:gd name="connsiteY35" fmla="*/ 285750 h 1197769"/>
                <a:gd name="connsiteX36" fmla="*/ 742950 w 771525"/>
                <a:gd name="connsiteY36" fmla="*/ 254794 h 1197769"/>
                <a:gd name="connsiteX37" fmla="*/ 771525 w 771525"/>
                <a:gd name="connsiteY37" fmla="*/ 226219 h 1197769"/>
                <a:gd name="connsiteX38" fmla="*/ 752475 w 771525"/>
                <a:gd name="connsiteY38" fmla="*/ 195263 h 1197769"/>
                <a:gd name="connsiteX39" fmla="*/ 752475 w 771525"/>
                <a:gd name="connsiteY39" fmla="*/ 152400 h 1197769"/>
                <a:gd name="connsiteX40" fmla="*/ 719138 w 771525"/>
                <a:gd name="connsiteY40" fmla="*/ 119063 h 1197769"/>
                <a:gd name="connsiteX41" fmla="*/ 671513 w 771525"/>
                <a:gd name="connsiteY41" fmla="*/ 85725 h 1197769"/>
                <a:gd name="connsiteX42" fmla="*/ 645319 w 771525"/>
                <a:gd name="connsiteY42" fmla="*/ 69057 h 1197769"/>
                <a:gd name="connsiteX43" fmla="*/ 642938 w 771525"/>
                <a:gd name="connsiteY43" fmla="*/ 0 h 1197769"/>
                <a:gd name="connsiteX44" fmla="*/ 609600 w 771525"/>
                <a:gd name="connsiteY44" fmla="*/ 33338 h 1197769"/>
                <a:gd name="connsiteX45" fmla="*/ 583407 w 771525"/>
                <a:gd name="connsiteY45" fmla="*/ 57150 h 1197769"/>
                <a:gd name="connsiteX46" fmla="*/ 564357 w 771525"/>
                <a:gd name="connsiteY46" fmla="*/ 52388 h 1197769"/>
                <a:gd name="connsiteX47" fmla="*/ 554832 w 771525"/>
                <a:gd name="connsiteY47" fmla="*/ 76200 h 1197769"/>
                <a:gd name="connsiteX48" fmla="*/ 509588 w 771525"/>
                <a:gd name="connsiteY48" fmla="*/ 109538 h 1197769"/>
                <a:gd name="connsiteX49" fmla="*/ 407194 w 771525"/>
                <a:gd name="connsiteY49" fmla="*/ 147638 h 1197769"/>
                <a:gd name="connsiteX50" fmla="*/ 381000 w 771525"/>
                <a:gd name="connsiteY50" fmla="*/ 185738 h 1197769"/>
                <a:gd name="connsiteX51" fmla="*/ 340519 w 771525"/>
                <a:gd name="connsiteY51" fmla="*/ 173832 h 1197769"/>
                <a:gd name="connsiteX52" fmla="*/ 245269 w 771525"/>
                <a:gd name="connsiteY52" fmla="*/ 178594 h 1197769"/>
                <a:gd name="connsiteX53" fmla="*/ 250032 w 771525"/>
                <a:gd name="connsiteY53" fmla="*/ 188119 h 1197769"/>
                <a:gd name="connsiteX54" fmla="*/ 309563 w 771525"/>
                <a:gd name="connsiteY54" fmla="*/ 238125 h 1197769"/>
                <a:gd name="connsiteX55" fmla="*/ 211932 w 771525"/>
                <a:gd name="connsiteY55" fmla="*/ 361950 h 1197769"/>
                <a:gd name="connsiteX56" fmla="*/ 173832 w 771525"/>
                <a:gd name="connsiteY56" fmla="*/ 352425 h 1197769"/>
                <a:gd name="connsiteX57" fmla="*/ 80963 w 771525"/>
                <a:gd name="connsiteY57" fmla="*/ 485775 h 1197769"/>
                <a:gd name="connsiteX58" fmla="*/ 97632 w 771525"/>
                <a:gd name="connsiteY58" fmla="*/ 497682 h 1197769"/>
                <a:gd name="connsiteX59" fmla="*/ 114300 w 771525"/>
                <a:gd name="connsiteY59" fmla="*/ 538163 h 1197769"/>
                <a:gd name="connsiteX60" fmla="*/ 92869 w 771525"/>
                <a:gd name="connsiteY60" fmla="*/ 600075 h 1197769"/>
                <a:gd name="connsiteX61" fmla="*/ 102394 w 771525"/>
                <a:gd name="connsiteY61" fmla="*/ 673894 h 1197769"/>
                <a:gd name="connsiteX62" fmla="*/ 73819 w 771525"/>
                <a:gd name="connsiteY62" fmla="*/ 711994 h 1197769"/>
                <a:gd name="connsiteX63" fmla="*/ 73819 w 771525"/>
                <a:gd name="connsiteY63" fmla="*/ 738188 h 1197769"/>
                <a:gd name="connsiteX64" fmla="*/ 61913 w 771525"/>
                <a:gd name="connsiteY64" fmla="*/ 766763 h 1197769"/>
                <a:gd name="connsiteX65" fmla="*/ 88107 w 771525"/>
                <a:gd name="connsiteY65" fmla="*/ 795338 h 1197769"/>
                <a:gd name="connsiteX66" fmla="*/ 135732 w 771525"/>
                <a:gd name="connsiteY66" fmla="*/ 883444 h 1197769"/>
                <a:gd name="connsiteX67" fmla="*/ 69057 w 771525"/>
                <a:gd name="connsiteY67" fmla="*/ 909638 h 1197769"/>
                <a:gd name="connsiteX68" fmla="*/ 45244 w 771525"/>
                <a:gd name="connsiteY68" fmla="*/ 962025 h 1197769"/>
                <a:gd name="connsiteX69" fmla="*/ 33338 w 771525"/>
                <a:gd name="connsiteY69" fmla="*/ 1016794 h 1197769"/>
                <a:gd name="connsiteX70" fmla="*/ 2382 w 771525"/>
                <a:gd name="connsiteY70" fmla="*/ 1007269 h 1197769"/>
                <a:gd name="connsiteX71" fmla="*/ 0 w 771525"/>
                <a:gd name="connsiteY71" fmla="*/ 1054894 h 1197769"/>
                <a:gd name="connsiteX72" fmla="*/ 16669 w 771525"/>
                <a:gd name="connsiteY72" fmla="*/ 1064419 h 1197769"/>
                <a:gd name="connsiteX73" fmla="*/ 57150 w 771525"/>
                <a:gd name="connsiteY73" fmla="*/ 1073944 h 1197769"/>
                <a:gd name="connsiteX74" fmla="*/ 85725 w 771525"/>
                <a:gd name="connsiteY74" fmla="*/ 1088232 h 1197769"/>
                <a:gd name="connsiteX75" fmla="*/ 102394 w 771525"/>
                <a:gd name="connsiteY75" fmla="*/ 1143000 h 1197769"/>
                <a:gd name="connsiteX76" fmla="*/ 130969 w 771525"/>
                <a:gd name="connsiteY76" fmla="*/ 1169194 h 1197769"/>
                <a:gd name="connsiteX77" fmla="*/ 157163 w 771525"/>
                <a:gd name="connsiteY77" fmla="*/ 1197769 h 1197769"/>
                <a:gd name="connsiteX78" fmla="*/ 192882 w 771525"/>
                <a:gd name="connsiteY78" fmla="*/ 1190626 h 1197769"/>
                <a:gd name="connsiteX79" fmla="*/ 202407 w 771525"/>
                <a:gd name="connsiteY79" fmla="*/ 1164432 h 1197769"/>
                <a:gd name="connsiteX0" fmla="*/ 202407 w 771525"/>
                <a:gd name="connsiteY0" fmla="*/ 1164432 h 1197769"/>
                <a:gd name="connsiteX1" fmla="*/ 221457 w 771525"/>
                <a:gd name="connsiteY1" fmla="*/ 1097757 h 1197769"/>
                <a:gd name="connsiteX2" fmla="*/ 238125 w 771525"/>
                <a:gd name="connsiteY2" fmla="*/ 1076325 h 1197769"/>
                <a:gd name="connsiteX3" fmla="*/ 247650 w 771525"/>
                <a:gd name="connsiteY3" fmla="*/ 1045369 h 1197769"/>
                <a:gd name="connsiteX4" fmla="*/ 283369 w 771525"/>
                <a:gd name="connsiteY4" fmla="*/ 1019175 h 1197769"/>
                <a:gd name="connsiteX5" fmla="*/ 319088 w 771525"/>
                <a:gd name="connsiteY5" fmla="*/ 995363 h 1197769"/>
                <a:gd name="connsiteX6" fmla="*/ 350044 w 771525"/>
                <a:gd name="connsiteY6" fmla="*/ 962025 h 1197769"/>
                <a:gd name="connsiteX7" fmla="*/ 354807 w 771525"/>
                <a:gd name="connsiteY7" fmla="*/ 933450 h 1197769"/>
                <a:gd name="connsiteX8" fmla="*/ 321469 w 771525"/>
                <a:gd name="connsiteY8" fmla="*/ 888207 h 1197769"/>
                <a:gd name="connsiteX9" fmla="*/ 323850 w 771525"/>
                <a:gd name="connsiteY9" fmla="*/ 819150 h 1197769"/>
                <a:gd name="connsiteX10" fmla="*/ 280988 w 771525"/>
                <a:gd name="connsiteY10" fmla="*/ 769144 h 1197769"/>
                <a:gd name="connsiteX11" fmla="*/ 288132 w 771525"/>
                <a:gd name="connsiteY11" fmla="*/ 731044 h 1197769"/>
                <a:gd name="connsiteX12" fmla="*/ 316707 w 771525"/>
                <a:gd name="connsiteY12" fmla="*/ 714375 h 1197769"/>
                <a:gd name="connsiteX13" fmla="*/ 330994 w 771525"/>
                <a:gd name="connsiteY13" fmla="*/ 740569 h 1197769"/>
                <a:gd name="connsiteX14" fmla="*/ 354807 w 771525"/>
                <a:gd name="connsiteY14" fmla="*/ 759619 h 1197769"/>
                <a:gd name="connsiteX15" fmla="*/ 369094 w 771525"/>
                <a:gd name="connsiteY15" fmla="*/ 778669 h 1197769"/>
                <a:gd name="connsiteX16" fmla="*/ 378619 w 771525"/>
                <a:gd name="connsiteY16" fmla="*/ 814388 h 1197769"/>
                <a:gd name="connsiteX17" fmla="*/ 395288 w 771525"/>
                <a:gd name="connsiteY17" fmla="*/ 831057 h 1197769"/>
                <a:gd name="connsiteX18" fmla="*/ 409575 w 771525"/>
                <a:gd name="connsiteY18" fmla="*/ 826294 h 1197769"/>
                <a:gd name="connsiteX19" fmla="*/ 426244 w 771525"/>
                <a:gd name="connsiteY19" fmla="*/ 819150 h 1197769"/>
                <a:gd name="connsiteX20" fmla="*/ 423863 w 771525"/>
                <a:gd name="connsiteY20" fmla="*/ 709613 h 1197769"/>
                <a:gd name="connsiteX21" fmla="*/ 409575 w 771525"/>
                <a:gd name="connsiteY21" fmla="*/ 673894 h 1197769"/>
                <a:gd name="connsiteX22" fmla="*/ 411957 w 771525"/>
                <a:gd name="connsiteY22" fmla="*/ 647700 h 1197769"/>
                <a:gd name="connsiteX23" fmla="*/ 426244 w 771525"/>
                <a:gd name="connsiteY23" fmla="*/ 600075 h 1197769"/>
                <a:gd name="connsiteX24" fmla="*/ 473869 w 771525"/>
                <a:gd name="connsiteY24" fmla="*/ 600075 h 1197769"/>
                <a:gd name="connsiteX25" fmla="*/ 488157 w 771525"/>
                <a:gd name="connsiteY25" fmla="*/ 585788 h 1197769"/>
                <a:gd name="connsiteX26" fmla="*/ 509588 w 771525"/>
                <a:gd name="connsiteY26" fmla="*/ 535782 h 1197769"/>
                <a:gd name="connsiteX27" fmla="*/ 604838 w 771525"/>
                <a:gd name="connsiteY27" fmla="*/ 490538 h 1197769"/>
                <a:gd name="connsiteX28" fmla="*/ 628650 w 771525"/>
                <a:gd name="connsiteY28" fmla="*/ 481013 h 1197769"/>
                <a:gd name="connsiteX29" fmla="*/ 638175 w 771525"/>
                <a:gd name="connsiteY29" fmla="*/ 435769 h 1197769"/>
                <a:gd name="connsiteX30" fmla="*/ 638175 w 771525"/>
                <a:gd name="connsiteY30" fmla="*/ 395288 h 1197769"/>
                <a:gd name="connsiteX31" fmla="*/ 640557 w 771525"/>
                <a:gd name="connsiteY31" fmla="*/ 373857 h 1197769"/>
                <a:gd name="connsiteX32" fmla="*/ 652463 w 771525"/>
                <a:gd name="connsiteY32" fmla="*/ 366713 h 1197769"/>
                <a:gd name="connsiteX33" fmla="*/ 742950 w 771525"/>
                <a:gd name="connsiteY33" fmla="*/ 330994 h 1197769"/>
                <a:gd name="connsiteX34" fmla="*/ 766763 w 771525"/>
                <a:gd name="connsiteY34" fmla="*/ 314325 h 1197769"/>
                <a:gd name="connsiteX35" fmla="*/ 754857 w 771525"/>
                <a:gd name="connsiteY35" fmla="*/ 285750 h 1197769"/>
                <a:gd name="connsiteX36" fmla="*/ 742950 w 771525"/>
                <a:gd name="connsiteY36" fmla="*/ 254794 h 1197769"/>
                <a:gd name="connsiteX37" fmla="*/ 771525 w 771525"/>
                <a:gd name="connsiteY37" fmla="*/ 226219 h 1197769"/>
                <a:gd name="connsiteX38" fmla="*/ 752475 w 771525"/>
                <a:gd name="connsiteY38" fmla="*/ 195263 h 1197769"/>
                <a:gd name="connsiteX39" fmla="*/ 752475 w 771525"/>
                <a:gd name="connsiteY39" fmla="*/ 152400 h 1197769"/>
                <a:gd name="connsiteX40" fmla="*/ 719138 w 771525"/>
                <a:gd name="connsiteY40" fmla="*/ 119063 h 1197769"/>
                <a:gd name="connsiteX41" fmla="*/ 695325 w 771525"/>
                <a:gd name="connsiteY41" fmla="*/ 97632 h 1197769"/>
                <a:gd name="connsiteX42" fmla="*/ 671513 w 771525"/>
                <a:gd name="connsiteY42" fmla="*/ 85725 h 1197769"/>
                <a:gd name="connsiteX43" fmla="*/ 645319 w 771525"/>
                <a:gd name="connsiteY43" fmla="*/ 69057 h 1197769"/>
                <a:gd name="connsiteX44" fmla="*/ 642938 w 771525"/>
                <a:gd name="connsiteY44" fmla="*/ 0 h 1197769"/>
                <a:gd name="connsiteX45" fmla="*/ 609600 w 771525"/>
                <a:gd name="connsiteY45" fmla="*/ 33338 h 1197769"/>
                <a:gd name="connsiteX46" fmla="*/ 583407 w 771525"/>
                <a:gd name="connsiteY46" fmla="*/ 57150 h 1197769"/>
                <a:gd name="connsiteX47" fmla="*/ 564357 w 771525"/>
                <a:gd name="connsiteY47" fmla="*/ 52388 h 1197769"/>
                <a:gd name="connsiteX48" fmla="*/ 554832 w 771525"/>
                <a:gd name="connsiteY48" fmla="*/ 76200 h 1197769"/>
                <a:gd name="connsiteX49" fmla="*/ 509588 w 771525"/>
                <a:gd name="connsiteY49" fmla="*/ 109538 h 1197769"/>
                <a:gd name="connsiteX50" fmla="*/ 407194 w 771525"/>
                <a:gd name="connsiteY50" fmla="*/ 147638 h 1197769"/>
                <a:gd name="connsiteX51" fmla="*/ 381000 w 771525"/>
                <a:gd name="connsiteY51" fmla="*/ 185738 h 1197769"/>
                <a:gd name="connsiteX52" fmla="*/ 340519 w 771525"/>
                <a:gd name="connsiteY52" fmla="*/ 173832 h 1197769"/>
                <a:gd name="connsiteX53" fmla="*/ 245269 w 771525"/>
                <a:gd name="connsiteY53" fmla="*/ 178594 h 1197769"/>
                <a:gd name="connsiteX54" fmla="*/ 250032 w 771525"/>
                <a:gd name="connsiteY54" fmla="*/ 188119 h 1197769"/>
                <a:gd name="connsiteX55" fmla="*/ 309563 w 771525"/>
                <a:gd name="connsiteY55" fmla="*/ 238125 h 1197769"/>
                <a:gd name="connsiteX56" fmla="*/ 211932 w 771525"/>
                <a:gd name="connsiteY56" fmla="*/ 361950 h 1197769"/>
                <a:gd name="connsiteX57" fmla="*/ 173832 w 771525"/>
                <a:gd name="connsiteY57" fmla="*/ 352425 h 1197769"/>
                <a:gd name="connsiteX58" fmla="*/ 80963 w 771525"/>
                <a:gd name="connsiteY58" fmla="*/ 485775 h 1197769"/>
                <a:gd name="connsiteX59" fmla="*/ 97632 w 771525"/>
                <a:gd name="connsiteY59" fmla="*/ 497682 h 1197769"/>
                <a:gd name="connsiteX60" fmla="*/ 114300 w 771525"/>
                <a:gd name="connsiteY60" fmla="*/ 538163 h 1197769"/>
                <a:gd name="connsiteX61" fmla="*/ 92869 w 771525"/>
                <a:gd name="connsiteY61" fmla="*/ 600075 h 1197769"/>
                <a:gd name="connsiteX62" fmla="*/ 102394 w 771525"/>
                <a:gd name="connsiteY62" fmla="*/ 673894 h 1197769"/>
                <a:gd name="connsiteX63" fmla="*/ 73819 w 771525"/>
                <a:gd name="connsiteY63" fmla="*/ 711994 h 1197769"/>
                <a:gd name="connsiteX64" fmla="*/ 73819 w 771525"/>
                <a:gd name="connsiteY64" fmla="*/ 738188 h 1197769"/>
                <a:gd name="connsiteX65" fmla="*/ 61913 w 771525"/>
                <a:gd name="connsiteY65" fmla="*/ 766763 h 1197769"/>
                <a:gd name="connsiteX66" fmla="*/ 88107 w 771525"/>
                <a:gd name="connsiteY66" fmla="*/ 795338 h 1197769"/>
                <a:gd name="connsiteX67" fmla="*/ 135732 w 771525"/>
                <a:gd name="connsiteY67" fmla="*/ 883444 h 1197769"/>
                <a:gd name="connsiteX68" fmla="*/ 69057 w 771525"/>
                <a:gd name="connsiteY68" fmla="*/ 909638 h 1197769"/>
                <a:gd name="connsiteX69" fmla="*/ 45244 w 771525"/>
                <a:gd name="connsiteY69" fmla="*/ 962025 h 1197769"/>
                <a:gd name="connsiteX70" fmla="*/ 33338 w 771525"/>
                <a:gd name="connsiteY70" fmla="*/ 1016794 h 1197769"/>
                <a:gd name="connsiteX71" fmla="*/ 2382 w 771525"/>
                <a:gd name="connsiteY71" fmla="*/ 1007269 h 1197769"/>
                <a:gd name="connsiteX72" fmla="*/ 0 w 771525"/>
                <a:gd name="connsiteY72" fmla="*/ 1054894 h 1197769"/>
                <a:gd name="connsiteX73" fmla="*/ 16669 w 771525"/>
                <a:gd name="connsiteY73" fmla="*/ 1064419 h 1197769"/>
                <a:gd name="connsiteX74" fmla="*/ 57150 w 771525"/>
                <a:gd name="connsiteY74" fmla="*/ 1073944 h 1197769"/>
                <a:gd name="connsiteX75" fmla="*/ 85725 w 771525"/>
                <a:gd name="connsiteY75" fmla="*/ 1088232 h 1197769"/>
                <a:gd name="connsiteX76" fmla="*/ 102394 w 771525"/>
                <a:gd name="connsiteY76" fmla="*/ 1143000 h 1197769"/>
                <a:gd name="connsiteX77" fmla="*/ 130969 w 771525"/>
                <a:gd name="connsiteY77" fmla="*/ 1169194 h 1197769"/>
                <a:gd name="connsiteX78" fmla="*/ 157163 w 771525"/>
                <a:gd name="connsiteY78" fmla="*/ 1197769 h 1197769"/>
                <a:gd name="connsiteX79" fmla="*/ 192882 w 771525"/>
                <a:gd name="connsiteY79" fmla="*/ 1190626 h 1197769"/>
                <a:gd name="connsiteX80" fmla="*/ 202407 w 771525"/>
                <a:gd name="connsiteY80" fmla="*/ 1164432 h 1197769"/>
                <a:gd name="connsiteX0" fmla="*/ 202407 w 771525"/>
                <a:gd name="connsiteY0" fmla="*/ 1164432 h 1197769"/>
                <a:gd name="connsiteX1" fmla="*/ 221457 w 771525"/>
                <a:gd name="connsiteY1" fmla="*/ 1097757 h 1197769"/>
                <a:gd name="connsiteX2" fmla="*/ 238125 w 771525"/>
                <a:gd name="connsiteY2" fmla="*/ 1076325 h 1197769"/>
                <a:gd name="connsiteX3" fmla="*/ 247650 w 771525"/>
                <a:gd name="connsiteY3" fmla="*/ 1045369 h 1197769"/>
                <a:gd name="connsiteX4" fmla="*/ 283369 w 771525"/>
                <a:gd name="connsiteY4" fmla="*/ 1019175 h 1197769"/>
                <a:gd name="connsiteX5" fmla="*/ 319088 w 771525"/>
                <a:gd name="connsiteY5" fmla="*/ 995363 h 1197769"/>
                <a:gd name="connsiteX6" fmla="*/ 350044 w 771525"/>
                <a:gd name="connsiteY6" fmla="*/ 962025 h 1197769"/>
                <a:gd name="connsiteX7" fmla="*/ 354807 w 771525"/>
                <a:gd name="connsiteY7" fmla="*/ 933450 h 1197769"/>
                <a:gd name="connsiteX8" fmla="*/ 321469 w 771525"/>
                <a:gd name="connsiteY8" fmla="*/ 888207 h 1197769"/>
                <a:gd name="connsiteX9" fmla="*/ 323850 w 771525"/>
                <a:gd name="connsiteY9" fmla="*/ 819150 h 1197769"/>
                <a:gd name="connsiteX10" fmla="*/ 280988 w 771525"/>
                <a:gd name="connsiteY10" fmla="*/ 769144 h 1197769"/>
                <a:gd name="connsiteX11" fmla="*/ 288132 w 771525"/>
                <a:gd name="connsiteY11" fmla="*/ 731044 h 1197769"/>
                <a:gd name="connsiteX12" fmla="*/ 316707 w 771525"/>
                <a:gd name="connsiteY12" fmla="*/ 714375 h 1197769"/>
                <a:gd name="connsiteX13" fmla="*/ 330994 w 771525"/>
                <a:gd name="connsiteY13" fmla="*/ 740569 h 1197769"/>
                <a:gd name="connsiteX14" fmla="*/ 354807 w 771525"/>
                <a:gd name="connsiteY14" fmla="*/ 759619 h 1197769"/>
                <a:gd name="connsiteX15" fmla="*/ 369094 w 771525"/>
                <a:gd name="connsiteY15" fmla="*/ 778669 h 1197769"/>
                <a:gd name="connsiteX16" fmla="*/ 378619 w 771525"/>
                <a:gd name="connsiteY16" fmla="*/ 814388 h 1197769"/>
                <a:gd name="connsiteX17" fmla="*/ 395288 w 771525"/>
                <a:gd name="connsiteY17" fmla="*/ 831057 h 1197769"/>
                <a:gd name="connsiteX18" fmla="*/ 409575 w 771525"/>
                <a:gd name="connsiteY18" fmla="*/ 826294 h 1197769"/>
                <a:gd name="connsiteX19" fmla="*/ 426244 w 771525"/>
                <a:gd name="connsiteY19" fmla="*/ 819150 h 1197769"/>
                <a:gd name="connsiteX20" fmla="*/ 423863 w 771525"/>
                <a:gd name="connsiteY20" fmla="*/ 709613 h 1197769"/>
                <a:gd name="connsiteX21" fmla="*/ 409575 w 771525"/>
                <a:gd name="connsiteY21" fmla="*/ 673894 h 1197769"/>
                <a:gd name="connsiteX22" fmla="*/ 411957 w 771525"/>
                <a:gd name="connsiteY22" fmla="*/ 647700 h 1197769"/>
                <a:gd name="connsiteX23" fmla="*/ 426244 w 771525"/>
                <a:gd name="connsiteY23" fmla="*/ 600075 h 1197769"/>
                <a:gd name="connsiteX24" fmla="*/ 473869 w 771525"/>
                <a:gd name="connsiteY24" fmla="*/ 600075 h 1197769"/>
                <a:gd name="connsiteX25" fmla="*/ 488157 w 771525"/>
                <a:gd name="connsiteY25" fmla="*/ 585788 h 1197769"/>
                <a:gd name="connsiteX26" fmla="*/ 509588 w 771525"/>
                <a:gd name="connsiteY26" fmla="*/ 535782 h 1197769"/>
                <a:gd name="connsiteX27" fmla="*/ 604838 w 771525"/>
                <a:gd name="connsiteY27" fmla="*/ 490538 h 1197769"/>
                <a:gd name="connsiteX28" fmla="*/ 628650 w 771525"/>
                <a:gd name="connsiteY28" fmla="*/ 481013 h 1197769"/>
                <a:gd name="connsiteX29" fmla="*/ 638175 w 771525"/>
                <a:gd name="connsiteY29" fmla="*/ 435769 h 1197769"/>
                <a:gd name="connsiteX30" fmla="*/ 638175 w 771525"/>
                <a:gd name="connsiteY30" fmla="*/ 395288 h 1197769"/>
                <a:gd name="connsiteX31" fmla="*/ 640557 w 771525"/>
                <a:gd name="connsiteY31" fmla="*/ 373857 h 1197769"/>
                <a:gd name="connsiteX32" fmla="*/ 652463 w 771525"/>
                <a:gd name="connsiteY32" fmla="*/ 366713 h 1197769"/>
                <a:gd name="connsiteX33" fmla="*/ 742950 w 771525"/>
                <a:gd name="connsiteY33" fmla="*/ 330994 h 1197769"/>
                <a:gd name="connsiteX34" fmla="*/ 766763 w 771525"/>
                <a:gd name="connsiteY34" fmla="*/ 314325 h 1197769"/>
                <a:gd name="connsiteX35" fmla="*/ 754857 w 771525"/>
                <a:gd name="connsiteY35" fmla="*/ 285750 h 1197769"/>
                <a:gd name="connsiteX36" fmla="*/ 742950 w 771525"/>
                <a:gd name="connsiteY36" fmla="*/ 254794 h 1197769"/>
                <a:gd name="connsiteX37" fmla="*/ 771525 w 771525"/>
                <a:gd name="connsiteY37" fmla="*/ 226219 h 1197769"/>
                <a:gd name="connsiteX38" fmla="*/ 752475 w 771525"/>
                <a:gd name="connsiteY38" fmla="*/ 195263 h 1197769"/>
                <a:gd name="connsiteX39" fmla="*/ 752475 w 771525"/>
                <a:gd name="connsiteY39" fmla="*/ 152400 h 1197769"/>
                <a:gd name="connsiteX40" fmla="*/ 719138 w 771525"/>
                <a:gd name="connsiteY40" fmla="*/ 119063 h 1197769"/>
                <a:gd name="connsiteX41" fmla="*/ 707231 w 771525"/>
                <a:gd name="connsiteY41" fmla="*/ 92870 h 1197769"/>
                <a:gd name="connsiteX42" fmla="*/ 671513 w 771525"/>
                <a:gd name="connsiteY42" fmla="*/ 85725 h 1197769"/>
                <a:gd name="connsiteX43" fmla="*/ 645319 w 771525"/>
                <a:gd name="connsiteY43" fmla="*/ 69057 h 1197769"/>
                <a:gd name="connsiteX44" fmla="*/ 642938 w 771525"/>
                <a:gd name="connsiteY44" fmla="*/ 0 h 1197769"/>
                <a:gd name="connsiteX45" fmla="*/ 609600 w 771525"/>
                <a:gd name="connsiteY45" fmla="*/ 33338 h 1197769"/>
                <a:gd name="connsiteX46" fmla="*/ 583407 w 771525"/>
                <a:gd name="connsiteY46" fmla="*/ 57150 h 1197769"/>
                <a:gd name="connsiteX47" fmla="*/ 564357 w 771525"/>
                <a:gd name="connsiteY47" fmla="*/ 52388 h 1197769"/>
                <a:gd name="connsiteX48" fmla="*/ 554832 w 771525"/>
                <a:gd name="connsiteY48" fmla="*/ 76200 h 1197769"/>
                <a:gd name="connsiteX49" fmla="*/ 509588 w 771525"/>
                <a:gd name="connsiteY49" fmla="*/ 109538 h 1197769"/>
                <a:gd name="connsiteX50" fmla="*/ 407194 w 771525"/>
                <a:gd name="connsiteY50" fmla="*/ 147638 h 1197769"/>
                <a:gd name="connsiteX51" fmla="*/ 381000 w 771525"/>
                <a:gd name="connsiteY51" fmla="*/ 185738 h 1197769"/>
                <a:gd name="connsiteX52" fmla="*/ 340519 w 771525"/>
                <a:gd name="connsiteY52" fmla="*/ 173832 h 1197769"/>
                <a:gd name="connsiteX53" fmla="*/ 245269 w 771525"/>
                <a:gd name="connsiteY53" fmla="*/ 178594 h 1197769"/>
                <a:gd name="connsiteX54" fmla="*/ 250032 w 771525"/>
                <a:gd name="connsiteY54" fmla="*/ 188119 h 1197769"/>
                <a:gd name="connsiteX55" fmla="*/ 309563 w 771525"/>
                <a:gd name="connsiteY55" fmla="*/ 238125 h 1197769"/>
                <a:gd name="connsiteX56" fmla="*/ 211932 w 771525"/>
                <a:gd name="connsiteY56" fmla="*/ 361950 h 1197769"/>
                <a:gd name="connsiteX57" fmla="*/ 173832 w 771525"/>
                <a:gd name="connsiteY57" fmla="*/ 352425 h 1197769"/>
                <a:gd name="connsiteX58" fmla="*/ 80963 w 771525"/>
                <a:gd name="connsiteY58" fmla="*/ 485775 h 1197769"/>
                <a:gd name="connsiteX59" fmla="*/ 97632 w 771525"/>
                <a:gd name="connsiteY59" fmla="*/ 497682 h 1197769"/>
                <a:gd name="connsiteX60" fmla="*/ 114300 w 771525"/>
                <a:gd name="connsiteY60" fmla="*/ 538163 h 1197769"/>
                <a:gd name="connsiteX61" fmla="*/ 92869 w 771525"/>
                <a:gd name="connsiteY61" fmla="*/ 600075 h 1197769"/>
                <a:gd name="connsiteX62" fmla="*/ 102394 w 771525"/>
                <a:gd name="connsiteY62" fmla="*/ 673894 h 1197769"/>
                <a:gd name="connsiteX63" fmla="*/ 73819 w 771525"/>
                <a:gd name="connsiteY63" fmla="*/ 711994 h 1197769"/>
                <a:gd name="connsiteX64" fmla="*/ 73819 w 771525"/>
                <a:gd name="connsiteY64" fmla="*/ 738188 h 1197769"/>
                <a:gd name="connsiteX65" fmla="*/ 61913 w 771525"/>
                <a:gd name="connsiteY65" fmla="*/ 766763 h 1197769"/>
                <a:gd name="connsiteX66" fmla="*/ 88107 w 771525"/>
                <a:gd name="connsiteY66" fmla="*/ 795338 h 1197769"/>
                <a:gd name="connsiteX67" fmla="*/ 135732 w 771525"/>
                <a:gd name="connsiteY67" fmla="*/ 883444 h 1197769"/>
                <a:gd name="connsiteX68" fmla="*/ 69057 w 771525"/>
                <a:gd name="connsiteY68" fmla="*/ 909638 h 1197769"/>
                <a:gd name="connsiteX69" fmla="*/ 45244 w 771525"/>
                <a:gd name="connsiteY69" fmla="*/ 962025 h 1197769"/>
                <a:gd name="connsiteX70" fmla="*/ 33338 w 771525"/>
                <a:gd name="connsiteY70" fmla="*/ 1016794 h 1197769"/>
                <a:gd name="connsiteX71" fmla="*/ 2382 w 771525"/>
                <a:gd name="connsiteY71" fmla="*/ 1007269 h 1197769"/>
                <a:gd name="connsiteX72" fmla="*/ 0 w 771525"/>
                <a:gd name="connsiteY72" fmla="*/ 1054894 h 1197769"/>
                <a:gd name="connsiteX73" fmla="*/ 16669 w 771525"/>
                <a:gd name="connsiteY73" fmla="*/ 1064419 h 1197769"/>
                <a:gd name="connsiteX74" fmla="*/ 57150 w 771525"/>
                <a:gd name="connsiteY74" fmla="*/ 1073944 h 1197769"/>
                <a:gd name="connsiteX75" fmla="*/ 85725 w 771525"/>
                <a:gd name="connsiteY75" fmla="*/ 1088232 h 1197769"/>
                <a:gd name="connsiteX76" fmla="*/ 102394 w 771525"/>
                <a:gd name="connsiteY76" fmla="*/ 1143000 h 1197769"/>
                <a:gd name="connsiteX77" fmla="*/ 130969 w 771525"/>
                <a:gd name="connsiteY77" fmla="*/ 1169194 h 1197769"/>
                <a:gd name="connsiteX78" fmla="*/ 157163 w 771525"/>
                <a:gd name="connsiteY78" fmla="*/ 1197769 h 1197769"/>
                <a:gd name="connsiteX79" fmla="*/ 192882 w 771525"/>
                <a:gd name="connsiteY79" fmla="*/ 1190626 h 1197769"/>
                <a:gd name="connsiteX80" fmla="*/ 202407 w 771525"/>
                <a:gd name="connsiteY80" fmla="*/ 1164432 h 119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71525" h="1197769">
                  <a:moveTo>
                    <a:pt x="202407" y="1164432"/>
                  </a:moveTo>
                  <a:lnTo>
                    <a:pt x="221457" y="1097757"/>
                  </a:lnTo>
                  <a:lnTo>
                    <a:pt x="238125" y="1076325"/>
                  </a:lnTo>
                  <a:lnTo>
                    <a:pt x="247650" y="1045369"/>
                  </a:lnTo>
                  <a:lnTo>
                    <a:pt x="283369" y="1019175"/>
                  </a:lnTo>
                  <a:lnTo>
                    <a:pt x="319088" y="995363"/>
                  </a:lnTo>
                  <a:lnTo>
                    <a:pt x="350044" y="962025"/>
                  </a:lnTo>
                  <a:lnTo>
                    <a:pt x="354807" y="933450"/>
                  </a:lnTo>
                  <a:lnTo>
                    <a:pt x="321469" y="888207"/>
                  </a:lnTo>
                  <a:cubicBezTo>
                    <a:pt x="322263" y="865188"/>
                    <a:pt x="323056" y="842169"/>
                    <a:pt x="323850" y="819150"/>
                  </a:cubicBezTo>
                  <a:lnTo>
                    <a:pt x="280988" y="769144"/>
                  </a:lnTo>
                  <a:lnTo>
                    <a:pt x="288132" y="731044"/>
                  </a:lnTo>
                  <a:lnTo>
                    <a:pt x="316707" y="714375"/>
                  </a:lnTo>
                  <a:lnTo>
                    <a:pt x="330994" y="740569"/>
                  </a:lnTo>
                  <a:lnTo>
                    <a:pt x="354807" y="759619"/>
                  </a:lnTo>
                  <a:lnTo>
                    <a:pt x="369094" y="778669"/>
                  </a:lnTo>
                  <a:lnTo>
                    <a:pt x="378619" y="814388"/>
                  </a:lnTo>
                  <a:lnTo>
                    <a:pt x="395288" y="831057"/>
                  </a:lnTo>
                  <a:lnTo>
                    <a:pt x="409575" y="826294"/>
                  </a:lnTo>
                  <a:lnTo>
                    <a:pt x="426244" y="819150"/>
                  </a:lnTo>
                  <a:cubicBezTo>
                    <a:pt x="425450" y="782638"/>
                    <a:pt x="424657" y="746125"/>
                    <a:pt x="423863" y="709613"/>
                  </a:cubicBezTo>
                  <a:lnTo>
                    <a:pt x="409575" y="673894"/>
                  </a:lnTo>
                  <a:lnTo>
                    <a:pt x="411957" y="647700"/>
                  </a:lnTo>
                  <a:lnTo>
                    <a:pt x="426244" y="600075"/>
                  </a:lnTo>
                  <a:lnTo>
                    <a:pt x="473869" y="600075"/>
                  </a:lnTo>
                  <a:lnTo>
                    <a:pt x="488157" y="585788"/>
                  </a:lnTo>
                  <a:lnTo>
                    <a:pt x="509588" y="535782"/>
                  </a:lnTo>
                  <a:lnTo>
                    <a:pt x="604838" y="490538"/>
                  </a:lnTo>
                  <a:lnTo>
                    <a:pt x="628650" y="481013"/>
                  </a:lnTo>
                  <a:lnTo>
                    <a:pt x="638175" y="435769"/>
                  </a:lnTo>
                  <a:lnTo>
                    <a:pt x="638175" y="395288"/>
                  </a:lnTo>
                  <a:lnTo>
                    <a:pt x="640557" y="373857"/>
                  </a:lnTo>
                  <a:lnTo>
                    <a:pt x="652463" y="366713"/>
                  </a:lnTo>
                  <a:lnTo>
                    <a:pt x="742950" y="330994"/>
                  </a:lnTo>
                  <a:lnTo>
                    <a:pt x="766763" y="314325"/>
                  </a:lnTo>
                  <a:lnTo>
                    <a:pt x="754857" y="285750"/>
                  </a:lnTo>
                  <a:lnTo>
                    <a:pt x="742950" y="254794"/>
                  </a:lnTo>
                  <a:lnTo>
                    <a:pt x="771525" y="226219"/>
                  </a:lnTo>
                  <a:lnTo>
                    <a:pt x="752475" y="195263"/>
                  </a:lnTo>
                  <a:lnTo>
                    <a:pt x="752475" y="152400"/>
                  </a:lnTo>
                  <a:lnTo>
                    <a:pt x="719138" y="119063"/>
                  </a:lnTo>
                  <a:lnTo>
                    <a:pt x="707231" y="92870"/>
                  </a:lnTo>
                  <a:lnTo>
                    <a:pt x="671513" y="85725"/>
                  </a:lnTo>
                  <a:lnTo>
                    <a:pt x="645319" y="69057"/>
                  </a:lnTo>
                  <a:cubicBezTo>
                    <a:pt x="644525" y="46038"/>
                    <a:pt x="643732" y="23019"/>
                    <a:pt x="642938" y="0"/>
                  </a:cubicBezTo>
                  <a:lnTo>
                    <a:pt x="609600" y="33338"/>
                  </a:lnTo>
                  <a:lnTo>
                    <a:pt x="583407" y="57150"/>
                  </a:lnTo>
                  <a:lnTo>
                    <a:pt x="564357" y="52388"/>
                  </a:lnTo>
                  <a:lnTo>
                    <a:pt x="554832" y="76200"/>
                  </a:lnTo>
                  <a:lnTo>
                    <a:pt x="509588" y="109538"/>
                  </a:lnTo>
                  <a:lnTo>
                    <a:pt x="407194" y="147638"/>
                  </a:lnTo>
                  <a:lnTo>
                    <a:pt x="381000" y="185738"/>
                  </a:lnTo>
                  <a:lnTo>
                    <a:pt x="340519" y="173832"/>
                  </a:lnTo>
                  <a:lnTo>
                    <a:pt x="245269" y="178594"/>
                  </a:lnTo>
                  <a:lnTo>
                    <a:pt x="250032" y="188119"/>
                  </a:lnTo>
                  <a:lnTo>
                    <a:pt x="309563" y="238125"/>
                  </a:lnTo>
                  <a:lnTo>
                    <a:pt x="211932" y="361950"/>
                  </a:lnTo>
                  <a:lnTo>
                    <a:pt x="173832" y="352425"/>
                  </a:lnTo>
                  <a:lnTo>
                    <a:pt x="80963" y="485775"/>
                  </a:lnTo>
                  <a:lnTo>
                    <a:pt x="97632" y="497682"/>
                  </a:lnTo>
                  <a:lnTo>
                    <a:pt x="114300" y="538163"/>
                  </a:lnTo>
                  <a:lnTo>
                    <a:pt x="92869" y="600075"/>
                  </a:lnTo>
                  <a:lnTo>
                    <a:pt x="102394" y="673894"/>
                  </a:lnTo>
                  <a:lnTo>
                    <a:pt x="73819" y="711994"/>
                  </a:lnTo>
                  <a:lnTo>
                    <a:pt x="73819" y="738188"/>
                  </a:lnTo>
                  <a:lnTo>
                    <a:pt x="61913" y="766763"/>
                  </a:lnTo>
                  <a:lnTo>
                    <a:pt x="88107" y="795338"/>
                  </a:lnTo>
                  <a:lnTo>
                    <a:pt x="135732" y="883444"/>
                  </a:lnTo>
                  <a:lnTo>
                    <a:pt x="69057" y="909638"/>
                  </a:lnTo>
                  <a:lnTo>
                    <a:pt x="45244" y="962025"/>
                  </a:lnTo>
                  <a:lnTo>
                    <a:pt x="33338" y="1016794"/>
                  </a:lnTo>
                  <a:lnTo>
                    <a:pt x="2382" y="1007269"/>
                  </a:lnTo>
                  <a:lnTo>
                    <a:pt x="0" y="1054894"/>
                  </a:lnTo>
                  <a:lnTo>
                    <a:pt x="16669" y="1064419"/>
                  </a:lnTo>
                  <a:lnTo>
                    <a:pt x="57150" y="1073944"/>
                  </a:lnTo>
                  <a:lnTo>
                    <a:pt x="85725" y="1088232"/>
                  </a:lnTo>
                  <a:lnTo>
                    <a:pt x="102394" y="1143000"/>
                  </a:lnTo>
                  <a:lnTo>
                    <a:pt x="130969" y="1169194"/>
                  </a:lnTo>
                  <a:lnTo>
                    <a:pt x="157163" y="1197769"/>
                  </a:lnTo>
                  <a:lnTo>
                    <a:pt x="192882" y="1190626"/>
                  </a:lnTo>
                  <a:lnTo>
                    <a:pt x="202407" y="1164432"/>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7" name="Freeform 86"/>
            <p:cNvSpPr/>
            <p:nvPr/>
          </p:nvSpPr>
          <p:spPr>
            <a:xfrm>
              <a:off x="5022850" y="4014788"/>
              <a:ext cx="1138238" cy="862012"/>
            </a:xfrm>
            <a:custGeom>
              <a:avLst/>
              <a:gdLst>
                <a:gd name="connsiteX0" fmla="*/ 631031 w 1114425"/>
                <a:gd name="connsiteY0" fmla="*/ 650081 h 862012"/>
                <a:gd name="connsiteX1" fmla="*/ 678656 w 1114425"/>
                <a:gd name="connsiteY1" fmla="*/ 585787 h 862012"/>
                <a:gd name="connsiteX2" fmla="*/ 702468 w 1114425"/>
                <a:gd name="connsiteY2" fmla="*/ 573881 h 862012"/>
                <a:gd name="connsiteX3" fmla="*/ 733425 w 1114425"/>
                <a:gd name="connsiteY3" fmla="*/ 573881 h 862012"/>
                <a:gd name="connsiteX4" fmla="*/ 778668 w 1114425"/>
                <a:gd name="connsiteY4" fmla="*/ 554831 h 862012"/>
                <a:gd name="connsiteX5" fmla="*/ 833437 w 1114425"/>
                <a:gd name="connsiteY5" fmla="*/ 528637 h 862012"/>
                <a:gd name="connsiteX6" fmla="*/ 883443 w 1114425"/>
                <a:gd name="connsiteY6" fmla="*/ 495300 h 862012"/>
                <a:gd name="connsiteX7" fmla="*/ 900112 w 1114425"/>
                <a:gd name="connsiteY7" fmla="*/ 490537 h 862012"/>
                <a:gd name="connsiteX8" fmla="*/ 919162 w 1114425"/>
                <a:gd name="connsiteY8" fmla="*/ 485775 h 862012"/>
                <a:gd name="connsiteX9" fmla="*/ 916781 w 1114425"/>
                <a:gd name="connsiteY9" fmla="*/ 447675 h 862012"/>
                <a:gd name="connsiteX10" fmla="*/ 954881 w 1114425"/>
                <a:gd name="connsiteY10" fmla="*/ 428625 h 862012"/>
                <a:gd name="connsiteX11" fmla="*/ 985837 w 1114425"/>
                <a:gd name="connsiteY11" fmla="*/ 407194 h 862012"/>
                <a:gd name="connsiteX12" fmla="*/ 1000125 w 1114425"/>
                <a:gd name="connsiteY12" fmla="*/ 347662 h 862012"/>
                <a:gd name="connsiteX13" fmla="*/ 981075 w 1114425"/>
                <a:gd name="connsiteY13" fmla="*/ 316706 h 862012"/>
                <a:gd name="connsiteX14" fmla="*/ 997743 w 1114425"/>
                <a:gd name="connsiteY14" fmla="*/ 271462 h 862012"/>
                <a:gd name="connsiteX15" fmla="*/ 1033462 w 1114425"/>
                <a:gd name="connsiteY15" fmla="*/ 233362 h 862012"/>
                <a:gd name="connsiteX16" fmla="*/ 1097756 w 1114425"/>
                <a:gd name="connsiteY16" fmla="*/ 209550 h 862012"/>
                <a:gd name="connsiteX17" fmla="*/ 1114425 w 1114425"/>
                <a:gd name="connsiteY17" fmla="*/ 190500 h 862012"/>
                <a:gd name="connsiteX18" fmla="*/ 1100137 w 1114425"/>
                <a:gd name="connsiteY18" fmla="*/ 161925 h 862012"/>
                <a:gd name="connsiteX19" fmla="*/ 1052512 w 1114425"/>
                <a:gd name="connsiteY19" fmla="*/ 107156 h 862012"/>
                <a:gd name="connsiteX20" fmla="*/ 1009650 w 1114425"/>
                <a:gd name="connsiteY20" fmla="*/ 73819 h 862012"/>
                <a:gd name="connsiteX21" fmla="*/ 995362 w 1114425"/>
                <a:gd name="connsiteY21" fmla="*/ 47625 h 862012"/>
                <a:gd name="connsiteX22" fmla="*/ 983456 w 1114425"/>
                <a:gd name="connsiteY22" fmla="*/ 64294 h 862012"/>
                <a:gd name="connsiteX23" fmla="*/ 966787 w 1114425"/>
                <a:gd name="connsiteY23" fmla="*/ 69056 h 862012"/>
                <a:gd name="connsiteX24" fmla="*/ 935831 w 1114425"/>
                <a:gd name="connsiteY24" fmla="*/ 59531 h 862012"/>
                <a:gd name="connsiteX25" fmla="*/ 904875 w 1114425"/>
                <a:gd name="connsiteY25" fmla="*/ 23812 h 862012"/>
                <a:gd name="connsiteX26" fmla="*/ 888206 w 1114425"/>
                <a:gd name="connsiteY26" fmla="*/ 0 h 862012"/>
                <a:gd name="connsiteX27" fmla="*/ 869156 w 1114425"/>
                <a:gd name="connsiteY27" fmla="*/ 28575 h 862012"/>
                <a:gd name="connsiteX28" fmla="*/ 871537 w 1114425"/>
                <a:gd name="connsiteY28" fmla="*/ 69056 h 862012"/>
                <a:gd name="connsiteX29" fmla="*/ 847725 w 1114425"/>
                <a:gd name="connsiteY29" fmla="*/ 100012 h 862012"/>
                <a:gd name="connsiteX30" fmla="*/ 826293 w 1114425"/>
                <a:gd name="connsiteY30" fmla="*/ 97631 h 862012"/>
                <a:gd name="connsiteX31" fmla="*/ 800100 w 1114425"/>
                <a:gd name="connsiteY31" fmla="*/ 71437 h 862012"/>
                <a:gd name="connsiteX32" fmla="*/ 783431 w 1114425"/>
                <a:gd name="connsiteY32" fmla="*/ 57150 h 862012"/>
                <a:gd name="connsiteX33" fmla="*/ 764381 w 1114425"/>
                <a:gd name="connsiteY33" fmla="*/ 61912 h 862012"/>
                <a:gd name="connsiteX34" fmla="*/ 747712 w 1114425"/>
                <a:gd name="connsiteY34" fmla="*/ 92869 h 862012"/>
                <a:gd name="connsiteX35" fmla="*/ 742950 w 1114425"/>
                <a:gd name="connsiteY35" fmla="*/ 107156 h 862012"/>
                <a:gd name="connsiteX36" fmla="*/ 714375 w 1114425"/>
                <a:gd name="connsiteY36" fmla="*/ 107156 h 862012"/>
                <a:gd name="connsiteX37" fmla="*/ 700087 w 1114425"/>
                <a:gd name="connsiteY37" fmla="*/ 95250 h 862012"/>
                <a:gd name="connsiteX38" fmla="*/ 700087 w 1114425"/>
                <a:gd name="connsiteY38" fmla="*/ 66675 h 862012"/>
                <a:gd name="connsiteX39" fmla="*/ 704850 w 1114425"/>
                <a:gd name="connsiteY39" fmla="*/ 38100 h 862012"/>
                <a:gd name="connsiteX40" fmla="*/ 692943 w 1114425"/>
                <a:gd name="connsiteY40" fmla="*/ 23812 h 862012"/>
                <a:gd name="connsiteX41" fmla="*/ 669131 w 1114425"/>
                <a:gd name="connsiteY41" fmla="*/ 26194 h 862012"/>
                <a:gd name="connsiteX42" fmla="*/ 640556 w 1114425"/>
                <a:gd name="connsiteY42" fmla="*/ 19050 h 862012"/>
                <a:gd name="connsiteX43" fmla="*/ 604837 w 1114425"/>
                <a:gd name="connsiteY43" fmla="*/ 4762 h 862012"/>
                <a:gd name="connsiteX44" fmla="*/ 569118 w 1114425"/>
                <a:gd name="connsiteY44" fmla="*/ 4762 h 862012"/>
                <a:gd name="connsiteX45" fmla="*/ 557212 w 1114425"/>
                <a:gd name="connsiteY45" fmla="*/ 11906 h 862012"/>
                <a:gd name="connsiteX46" fmla="*/ 438150 w 1114425"/>
                <a:gd name="connsiteY46" fmla="*/ 69056 h 862012"/>
                <a:gd name="connsiteX47" fmla="*/ 421481 w 1114425"/>
                <a:gd name="connsiteY47" fmla="*/ 169069 h 862012"/>
                <a:gd name="connsiteX48" fmla="*/ 304800 w 1114425"/>
                <a:gd name="connsiteY48" fmla="*/ 228600 h 862012"/>
                <a:gd name="connsiteX49" fmla="*/ 276225 w 1114425"/>
                <a:gd name="connsiteY49" fmla="*/ 290512 h 862012"/>
                <a:gd name="connsiteX50" fmla="*/ 228600 w 1114425"/>
                <a:gd name="connsiteY50" fmla="*/ 285750 h 862012"/>
                <a:gd name="connsiteX51" fmla="*/ 211931 w 1114425"/>
                <a:gd name="connsiteY51" fmla="*/ 357187 h 862012"/>
                <a:gd name="connsiteX52" fmla="*/ 207168 w 1114425"/>
                <a:gd name="connsiteY52" fmla="*/ 369094 h 862012"/>
                <a:gd name="connsiteX53" fmla="*/ 223837 w 1114425"/>
                <a:gd name="connsiteY53" fmla="*/ 404812 h 862012"/>
                <a:gd name="connsiteX54" fmla="*/ 219075 w 1114425"/>
                <a:gd name="connsiteY54" fmla="*/ 511969 h 862012"/>
                <a:gd name="connsiteX55" fmla="*/ 195262 w 1114425"/>
                <a:gd name="connsiteY55" fmla="*/ 521494 h 862012"/>
                <a:gd name="connsiteX56" fmla="*/ 180975 w 1114425"/>
                <a:gd name="connsiteY56" fmla="*/ 502444 h 862012"/>
                <a:gd name="connsiteX57" fmla="*/ 161925 w 1114425"/>
                <a:gd name="connsiteY57" fmla="*/ 457200 h 862012"/>
                <a:gd name="connsiteX58" fmla="*/ 128587 w 1114425"/>
                <a:gd name="connsiteY58" fmla="*/ 433387 h 862012"/>
                <a:gd name="connsiteX59" fmla="*/ 116681 w 1114425"/>
                <a:gd name="connsiteY59" fmla="*/ 409575 h 862012"/>
                <a:gd name="connsiteX60" fmla="*/ 83343 w 1114425"/>
                <a:gd name="connsiteY60" fmla="*/ 421481 h 862012"/>
                <a:gd name="connsiteX61" fmla="*/ 78581 w 1114425"/>
                <a:gd name="connsiteY61" fmla="*/ 466725 h 862012"/>
                <a:gd name="connsiteX62" fmla="*/ 116681 w 1114425"/>
                <a:gd name="connsiteY62" fmla="*/ 514350 h 862012"/>
                <a:gd name="connsiteX63" fmla="*/ 123825 w 1114425"/>
                <a:gd name="connsiteY63" fmla="*/ 583406 h 862012"/>
                <a:gd name="connsiteX64" fmla="*/ 152400 w 1114425"/>
                <a:gd name="connsiteY64" fmla="*/ 631031 h 862012"/>
                <a:gd name="connsiteX65" fmla="*/ 142875 w 1114425"/>
                <a:gd name="connsiteY65" fmla="*/ 657225 h 862012"/>
                <a:gd name="connsiteX66" fmla="*/ 107156 w 1114425"/>
                <a:gd name="connsiteY66" fmla="*/ 697706 h 862012"/>
                <a:gd name="connsiteX67" fmla="*/ 42862 w 1114425"/>
                <a:gd name="connsiteY67" fmla="*/ 735806 h 862012"/>
                <a:gd name="connsiteX68" fmla="*/ 35718 w 1114425"/>
                <a:gd name="connsiteY68" fmla="*/ 769144 h 862012"/>
                <a:gd name="connsiteX69" fmla="*/ 19050 w 1114425"/>
                <a:gd name="connsiteY69" fmla="*/ 795337 h 862012"/>
                <a:gd name="connsiteX70" fmla="*/ 0 w 1114425"/>
                <a:gd name="connsiteY70" fmla="*/ 859631 h 862012"/>
                <a:gd name="connsiteX71" fmla="*/ 19050 w 1114425"/>
                <a:gd name="connsiteY71" fmla="*/ 862012 h 862012"/>
                <a:gd name="connsiteX72" fmla="*/ 154781 w 1114425"/>
                <a:gd name="connsiteY72" fmla="*/ 828675 h 862012"/>
                <a:gd name="connsiteX73" fmla="*/ 171450 w 1114425"/>
                <a:gd name="connsiteY73" fmla="*/ 757237 h 862012"/>
                <a:gd name="connsiteX74" fmla="*/ 259556 w 1114425"/>
                <a:gd name="connsiteY74" fmla="*/ 800100 h 862012"/>
                <a:gd name="connsiteX75" fmla="*/ 297656 w 1114425"/>
                <a:gd name="connsiteY75" fmla="*/ 700087 h 862012"/>
                <a:gd name="connsiteX76" fmla="*/ 385762 w 1114425"/>
                <a:gd name="connsiteY76" fmla="*/ 666750 h 862012"/>
                <a:gd name="connsiteX77" fmla="*/ 435768 w 1114425"/>
                <a:gd name="connsiteY77" fmla="*/ 681037 h 862012"/>
                <a:gd name="connsiteX78" fmla="*/ 473868 w 1114425"/>
                <a:gd name="connsiteY78" fmla="*/ 702469 h 862012"/>
                <a:gd name="connsiteX79" fmla="*/ 500062 w 1114425"/>
                <a:gd name="connsiteY79" fmla="*/ 707231 h 862012"/>
                <a:gd name="connsiteX80" fmla="*/ 516731 w 1114425"/>
                <a:gd name="connsiteY80" fmla="*/ 702469 h 862012"/>
                <a:gd name="connsiteX81" fmla="*/ 545306 w 1114425"/>
                <a:gd name="connsiteY81" fmla="*/ 671512 h 862012"/>
                <a:gd name="connsiteX82" fmla="*/ 576262 w 1114425"/>
                <a:gd name="connsiteY82" fmla="*/ 671512 h 862012"/>
                <a:gd name="connsiteX83" fmla="*/ 631031 w 1114425"/>
                <a:gd name="connsiteY83" fmla="*/ 650081 h 862012"/>
                <a:gd name="connsiteX0" fmla="*/ 631031 w 1138238"/>
                <a:gd name="connsiteY0" fmla="*/ 650081 h 862012"/>
                <a:gd name="connsiteX1" fmla="*/ 678656 w 1138238"/>
                <a:gd name="connsiteY1" fmla="*/ 585787 h 862012"/>
                <a:gd name="connsiteX2" fmla="*/ 702468 w 1138238"/>
                <a:gd name="connsiteY2" fmla="*/ 573881 h 862012"/>
                <a:gd name="connsiteX3" fmla="*/ 733425 w 1138238"/>
                <a:gd name="connsiteY3" fmla="*/ 573881 h 862012"/>
                <a:gd name="connsiteX4" fmla="*/ 778668 w 1138238"/>
                <a:gd name="connsiteY4" fmla="*/ 554831 h 862012"/>
                <a:gd name="connsiteX5" fmla="*/ 833437 w 1138238"/>
                <a:gd name="connsiteY5" fmla="*/ 528637 h 862012"/>
                <a:gd name="connsiteX6" fmla="*/ 883443 w 1138238"/>
                <a:gd name="connsiteY6" fmla="*/ 495300 h 862012"/>
                <a:gd name="connsiteX7" fmla="*/ 900112 w 1138238"/>
                <a:gd name="connsiteY7" fmla="*/ 490537 h 862012"/>
                <a:gd name="connsiteX8" fmla="*/ 919162 w 1138238"/>
                <a:gd name="connsiteY8" fmla="*/ 485775 h 862012"/>
                <a:gd name="connsiteX9" fmla="*/ 916781 w 1138238"/>
                <a:gd name="connsiteY9" fmla="*/ 447675 h 862012"/>
                <a:gd name="connsiteX10" fmla="*/ 954881 w 1138238"/>
                <a:gd name="connsiteY10" fmla="*/ 428625 h 862012"/>
                <a:gd name="connsiteX11" fmla="*/ 985837 w 1138238"/>
                <a:gd name="connsiteY11" fmla="*/ 407194 h 862012"/>
                <a:gd name="connsiteX12" fmla="*/ 1000125 w 1138238"/>
                <a:gd name="connsiteY12" fmla="*/ 347662 h 862012"/>
                <a:gd name="connsiteX13" fmla="*/ 981075 w 1138238"/>
                <a:gd name="connsiteY13" fmla="*/ 316706 h 862012"/>
                <a:gd name="connsiteX14" fmla="*/ 997743 w 1138238"/>
                <a:gd name="connsiteY14" fmla="*/ 271462 h 862012"/>
                <a:gd name="connsiteX15" fmla="*/ 1033462 w 1138238"/>
                <a:gd name="connsiteY15" fmla="*/ 233362 h 862012"/>
                <a:gd name="connsiteX16" fmla="*/ 1097756 w 1138238"/>
                <a:gd name="connsiteY16" fmla="*/ 209550 h 862012"/>
                <a:gd name="connsiteX17" fmla="*/ 1138238 w 1138238"/>
                <a:gd name="connsiteY17" fmla="*/ 185737 h 862012"/>
                <a:gd name="connsiteX18" fmla="*/ 1100137 w 1138238"/>
                <a:gd name="connsiteY18" fmla="*/ 161925 h 862012"/>
                <a:gd name="connsiteX19" fmla="*/ 1052512 w 1138238"/>
                <a:gd name="connsiteY19" fmla="*/ 107156 h 862012"/>
                <a:gd name="connsiteX20" fmla="*/ 1009650 w 1138238"/>
                <a:gd name="connsiteY20" fmla="*/ 73819 h 862012"/>
                <a:gd name="connsiteX21" fmla="*/ 995362 w 1138238"/>
                <a:gd name="connsiteY21" fmla="*/ 47625 h 862012"/>
                <a:gd name="connsiteX22" fmla="*/ 983456 w 1138238"/>
                <a:gd name="connsiteY22" fmla="*/ 64294 h 862012"/>
                <a:gd name="connsiteX23" fmla="*/ 966787 w 1138238"/>
                <a:gd name="connsiteY23" fmla="*/ 69056 h 862012"/>
                <a:gd name="connsiteX24" fmla="*/ 935831 w 1138238"/>
                <a:gd name="connsiteY24" fmla="*/ 59531 h 862012"/>
                <a:gd name="connsiteX25" fmla="*/ 904875 w 1138238"/>
                <a:gd name="connsiteY25" fmla="*/ 23812 h 862012"/>
                <a:gd name="connsiteX26" fmla="*/ 888206 w 1138238"/>
                <a:gd name="connsiteY26" fmla="*/ 0 h 862012"/>
                <a:gd name="connsiteX27" fmla="*/ 869156 w 1138238"/>
                <a:gd name="connsiteY27" fmla="*/ 28575 h 862012"/>
                <a:gd name="connsiteX28" fmla="*/ 871537 w 1138238"/>
                <a:gd name="connsiteY28" fmla="*/ 69056 h 862012"/>
                <a:gd name="connsiteX29" fmla="*/ 847725 w 1138238"/>
                <a:gd name="connsiteY29" fmla="*/ 100012 h 862012"/>
                <a:gd name="connsiteX30" fmla="*/ 826293 w 1138238"/>
                <a:gd name="connsiteY30" fmla="*/ 97631 h 862012"/>
                <a:gd name="connsiteX31" fmla="*/ 800100 w 1138238"/>
                <a:gd name="connsiteY31" fmla="*/ 71437 h 862012"/>
                <a:gd name="connsiteX32" fmla="*/ 783431 w 1138238"/>
                <a:gd name="connsiteY32" fmla="*/ 57150 h 862012"/>
                <a:gd name="connsiteX33" fmla="*/ 764381 w 1138238"/>
                <a:gd name="connsiteY33" fmla="*/ 61912 h 862012"/>
                <a:gd name="connsiteX34" fmla="*/ 747712 w 1138238"/>
                <a:gd name="connsiteY34" fmla="*/ 92869 h 862012"/>
                <a:gd name="connsiteX35" fmla="*/ 742950 w 1138238"/>
                <a:gd name="connsiteY35" fmla="*/ 107156 h 862012"/>
                <a:gd name="connsiteX36" fmla="*/ 714375 w 1138238"/>
                <a:gd name="connsiteY36" fmla="*/ 107156 h 862012"/>
                <a:gd name="connsiteX37" fmla="*/ 700087 w 1138238"/>
                <a:gd name="connsiteY37" fmla="*/ 95250 h 862012"/>
                <a:gd name="connsiteX38" fmla="*/ 700087 w 1138238"/>
                <a:gd name="connsiteY38" fmla="*/ 66675 h 862012"/>
                <a:gd name="connsiteX39" fmla="*/ 704850 w 1138238"/>
                <a:gd name="connsiteY39" fmla="*/ 38100 h 862012"/>
                <a:gd name="connsiteX40" fmla="*/ 692943 w 1138238"/>
                <a:gd name="connsiteY40" fmla="*/ 23812 h 862012"/>
                <a:gd name="connsiteX41" fmla="*/ 669131 w 1138238"/>
                <a:gd name="connsiteY41" fmla="*/ 26194 h 862012"/>
                <a:gd name="connsiteX42" fmla="*/ 640556 w 1138238"/>
                <a:gd name="connsiteY42" fmla="*/ 19050 h 862012"/>
                <a:gd name="connsiteX43" fmla="*/ 604837 w 1138238"/>
                <a:gd name="connsiteY43" fmla="*/ 4762 h 862012"/>
                <a:gd name="connsiteX44" fmla="*/ 569118 w 1138238"/>
                <a:gd name="connsiteY44" fmla="*/ 4762 h 862012"/>
                <a:gd name="connsiteX45" fmla="*/ 557212 w 1138238"/>
                <a:gd name="connsiteY45" fmla="*/ 11906 h 862012"/>
                <a:gd name="connsiteX46" fmla="*/ 438150 w 1138238"/>
                <a:gd name="connsiteY46" fmla="*/ 69056 h 862012"/>
                <a:gd name="connsiteX47" fmla="*/ 421481 w 1138238"/>
                <a:gd name="connsiteY47" fmla="*/ 169069 h 862012"/>
                <a:gd name="connsiteX48" fmla="*/ 304800 w 1138238"/>
                <a:gd name="connsiteY48" fmla="*/ 228600 h 862012"/>
                <a:gd name="connsiteX49" fmla="*/ 276225 w 1138238"/>
                <a:gd name="connsiteY49" fmla="*/ 290512 h 862012"/>
                <a:gd name="connsiteX50" fmla="*/ 228600 w 1138238"/>
                <a:gd name="connsiteY50" fmla="*/ 285750 h 862012"/>
                <a:gd name="connsiteX51" fmla="*/ 211931 w 1138238"/>
                <a:gd name="connsiteY51" fmla="*/ 357187 h 862012"/>
                <a:gd name="connsiteX52" fmla="*/ 207168 w 1138238"/>
                <a:gd name="connsiteY52" fmla="*/ 369094 h 862012"/>
                <a:gd name="connsiteX53" fmla="*/ 223837 w 1138238"/>
                <a:gd name="connsiteY53" fmla="*/ 404812 h 862012"/>
                <a:gd name="connsiteX54" fmla="*/ 219075 w 1138238"/>
                <a:gd name="connsiteY54" fmla="*/ 511969 h 862012"/>
                <a:gd name="connsiteX55" fmla="*/ 195262 w 1138238"/>
                <a:gd name="connsiteY55" fmla="*/ 521494 h 862012"/>
                <a:gd name="connsiteX56" fmla="*/ 180975 w 1138238"/>
                <a:gd name="connsiteY56" fmla="*/ 502444 h 862012"/>
                <a:gd name="connsiteX57" fmla="*/ 161925 w 1138238"/>
                <a:gd name="connsiteY57" fmla="*/ 457200 h 862012"/>
                <a:gd name="connsiteX58" fmla="*/ 128587 w 1138238"/>
                <a:gd name="connsiteY58" fmla="*/ 433387 h 862012"/>
                <a:gd name="connsiteX59" fmla="*/ 116681 w 1138238"/>
                <a:gd name="connsiteY59" fmla="*/ 409575 h 862012"/>
                <a:gd name="connsiteX60" fmla="*/ 83343 w 1138238"/>
                <a:gd name="connsiteY60" fmla="*/ 421481 h 862012"/>
                <a:gd name="connsiteX61" fmla="*/ 78581 w 1138238"/>
                <a:gd name="connsiteY61" fmla="*/ 466725 h 862012"/>
                <a:gd name="connsiteX62" fmla="*/ 116681 w 1138238"/>
                <a:gd name="connsiteY62" fmla="*/ 514350 h 862012"/>
                <a:gd name="connsiteX63" fmla="*/ 123825 w 1138238"/>
                <a:gd name="connsiteY63" fmla="*/ 583406 h 862012"/>
                <a:gd name="connsiteX64" fmla="*/ 152400 w 1138238"/>
                <a:gd name="connsiteY64" fmla="*/ 631031 h 862012"/>
                <a:gd name="connsiteX65" fmla="*/ 142875 w 1138238"/>
                <a:gd name="connsiteY65" fmla="*/ 657225 h 862012"/>
                <a:gd name="connsiteX66" fmla="*/ 107156 w 1138238"/>
                <a:gd name="connsiteY66" fmla="*/ 697706 h 862012"/>
                <a:gd name="connsiteX67" fmla="*/ 42862 w 1138238"/>
                <a:gd name="connsiteY67" fmla="*/ 735806 h 862012"/>
                <a:gd name="connsiteX68" fmla="*/ 35718 w 1138238"/>
                <a:gd name="connsiteY68" fmla="*/ 769144 h 862012"/>
                <a:gd name="connsiteX69" fmla="*/ 19050 w 1138238"/>
                <a:gd name="connsiteY69" fmla="*/ 795337 h 862012"/>
                <a:gd name="connsiteX70" fmla="*/ 0 w 1138238"/>
                <a:gd name="connsiteY70" fmla="*/ 859631 h 862012"/>
                <a:gd name="connsiteX71" fmla="*/ 19050 w 1138238"/>
                <a:gd name="connsiteY71" fmla="*/ 862012 h 862012"/>
                <a:gd name="connsiteX72" fmla="*/ 154781 w 1138238"/>
                <a:gd name="connsiteY72" fmla="*/ 828675 h 862012"/>
                <a:gd name="connsiteX73" fmla="*/ 171450 w 1138238"/>
                <a:gd name="connsiteY73" fmla="*/ 757237 h 862012"/>
                <a:gd name="connsiteX74" fmla="*/ 259556 w 1138238"/>
                <a:gd name="connsiteY74" fmla="*/ 800100 h 862012"/>
                <a:gd name="connsiteX75" fmla="*/ 297656 w 1138238"/>
                <a:gd name="connsiteY75" fmla="*/ 700087 h 862012"/>
                <a:gd name="connsiteX76" fmla="*/ 385762 w 1138238"/>
                <a:gd name="connsiteY76" fmla="*/ 666750 h 862012"/>
                <a:gd name="connsiteX77" fmla="*/ 435768 w 1138238"/>
                <a:gd name="connsiteY77" fmla="*/ 681037 h 862012"/>
                <a:gd name="connsiteX78" fmla="*/ 473868 w 1138238"/>
                <a:gd name="connsiteY78" fmla="*/ 702469 h 862012"/>
                <a:gd name="connsiteX79" fmla="*/ 500062 w 1138238"/>
                <a:gd name="connsiteY79" fmla="*/ 707231 h 862012"/>
                <a:gd name="connsiteX80" fmla="*/ 516731 w 1138238"/>
                <a:gd name="connsiteY80" fmla="*/ 702469 h 862012"/>
                <a:gd name="connsiteX81" fmla="*/ 545306 w 1138238"/>
                <a:gd name="connsiteY81" fmla="*/ 671512 h 862012"/>
                <a:gd name="connsiteX82" fmla="*/ 576262 w 1138238"/>
                <a:gd name="connsiteY82" fmla="*/ 671512 h 862012"/>
                <a:gd name="connsiteX83" fmla="*/ 631031 w 1138238"/>
                <a:gd name="connsiteY83" fmla="*/ 650081 h 862012"/>
                <a:gd name="connsiteX0" fmla="*/ 631031 w 1138238"/>
                <a:gd name="connsiteY0" fmla="*/ 650081 h 862012"/>
                <a:gd name="connsiteX1" fmla="*/ 678656 w 1138238"/>
                <a:gd name="connsiteY1" fmla="*/ 585787 h 862012"/>
                <a:gd name="connsiteX2" fmla="*/ 702468 w 1138238"/>
                <a:gd name="connsiteY2" fmla="*/ 573881 h 862012"/>
                <a:gd name="connsiteX3" fmla="*/ 733425 w 1138238"/>
                <a:gd name="connsiteY3" fmla="*/ 573881 h 862012"/>
                <a:gd name="connsiteX4" fmla="*/ 778668 w 1138238"/>
                <a:gd name="connsiteY4" fmla="*/ 554831 h 862012"/>
                <a:gd name="connsiteX5" fmla="*/ 833437 w 1138238"/>
                <a:gd name="connsiteY5" fmla="*/ 528637 h 862012"/>
                <a:gd name="connsiteX6" fmla="*/ 883443 w 1138238"/>
                <a:gd name="connsiteY6" fmla="*/ 495300 h 862012"/>
                <a:gd name="connsiteX7" fmla="*/ 900112 w 1138238"/>
                <a:gd name="connsiteY7" fmla="*/ 490537 h 862012"/>
                <a:gd name="connsiteX8" fmla="*/ 919162 w 1138238"/>
                <a:gd name="connsiteY8" fmla="*/ 485775 h 862012"/>
                <a:gd name="connsiteX9" fmla="*/ 916781 w 1138238"/>
                <a:gd name="connsiteY9" fmla="*/ 447675 h 862012"/>
                <a:gd name="connsiteX10" fmla="*/ 954881 w 1138238"/>
                <a:gd name="connsiteY10" fmla="*/ 428625 h 862012"/>
                <a:gd name="connsiteX11" fmla="*/ 985837 w 1138238"/>
                <a:gd name="connsiteY11" fmla="*/ 407194 h 862012"/>
                <a:gd name="connsiteX12" fmla="*/ 1000125 w 1138238"/>
                <a:gd name="connsiteY12" fmla="*/ 347662 h 862012"/>
                <a:gd name="connsiteX13" fmla="*/ 981075 w 1138238"/>
                <a:gd name="connsiteY13" fmla="*/ 316706 h 862012"/>
                <a:gd name="connsiteX14" fmla="*/ 997743 w 1138238"/>
                <a:gd name="connsiteY14" fmla="*/ 271462 h 862012"/>
                <a:gd name="connsiteX15" fmla="*/ 1033462 w 1138238"/>
                <a:gd name="connsiteY15" fmla="*/ 233362 h 862012"/>
                <a:gd name="connsiteX16" fmla="*/ 1097756 w 1138238"/>
                <a:gd name="connsiteY16" fmla="*/ 209550 h 862012"/>
                <a:gd name="connsiteX17" fmla="*/ 1138238 w 1138238"/>
                <a:gd name="connsiteY17" fmla="*/ 185737 h 862012"/>
                <a:gd name="connsiteX18" fmla="*/ 1107281 w 1138238"/>
                <a:gd name="connsiteY18" fmla="*/ 154781 h 862012"/>
                <a:gd name="connsiteX19" fmla="*/ 1052512 w 1138238"/>
                <a:gd name="connsiteY19" fmla="*/ 107156 h 862012"/>
                <a:gd name="connsiteX20" fmla="*/ 1009650 w 1138238"/>
                <a:gd name="connsiteY20" fmla="*/ 73819 h 862012"/>
                <a:gd name="connsiteX21" fmla="*/ 995362 w 1138238"/>
                <a:gd name="connsiteY21" fmla="*/ 47625 h 862012"/>
                <a:gd name="connsiteX22" fmla="*/ 983456 w 1138238"/>
                <a:gd name="connsiteY22" fmla="*/ 64294 h 862012"/>
                <a:gd name="connsiteX23" fmla="*/ 966787 w 1138238"/>
                <a:gd name="connsiteY23" fmla="*/ 69056 h 862012"/>
                <a:gd name="connsiteX24" fmla="*/ 935831 w 1138238"/>
                <a:gd name="connsiteY24" fmla="*/ 59531 h 862012"/>
                <a:gd name="connsiteX25" fmla="*/ 904875 w 1138238"/>
                <a:gd name="connsiteY25" fmla="*/ 23812 h 862012"/>
                <a:gd name="connsiteX26" fmla="*/ 888206 w 1138238"/>
                <a:gd name="connsiteY26" fmla="*/ 0 h 862012"/>
                <a:gd name="connsiteX27" fmla="*/ 869156 w 1138238"/>
                <a:gd name="connsiteY27" fmla="*/ 28575 h 862012"/>
                <a:gd name="connsiteX28" fmla="*/ 871537 w 1138238"/>
                <a:gd name="connsiteY28" fmla="*/ 69056 h 862012"/>
                <a:gd name="connsiteX29" fmla="*/ 847725 w 1138238"/>
                <a:gd name="connsiteY29" fmla="*/ 100012 h 862012"/>
                <a:gd name="connsiteX30" fmla="*/ 826293 w 1138238"/>
                <a:gd name="connsiteY30" fmla="*/ 97631 h 862012"/>
                <a:gd name="connsiteX31" fmla="*/ 800100 w 1138238"/>
                <a:gd name="connsiteY31" fmla="*/ 71437 h 862012"/>
                <a:gd name="connsiteX32" fmla="*/ 783431 w 1138238"/>
                <a:gd name="connsiteY32" fmla="*/ 57150 h 862012"/>
                <a:gd name="connsiteX33" fmla="*/ 764381 w 1138238"/>
                <a:gd name="connsiteY33" fmla="*/ 61912 h 862012"/>
                <a:gd name="connsiteX34" fmla="*/ 747712 w 1138238"/>
                <a:gd name="connsiteY34" fmla="*/ 92869 h 862012"/>
                <a:gd name="connsiteX35" fmla="*/ 742950 w 1138238"/>
                <a:gd name="connsiteY35" fmla="*/ 107156 h 862012"/>
                <a:gd name="connsiteX36" fmla="*/ 714375 w 1138238"/>
                <a:gd name="connsiteY36" fmla="*/ 107156 h 862012"/>
                <a:gd name="connsiteX37" fmla="*/ 700087 w 1138238"/>
                <a:gd name="connsiteY37" fmla="*/ 95250 h 862012"/>
                <a:gd name="connsiteX38" fmla="*/ 700087 w 1138238"/>
                <a:gd name="connsiteY38" fmla="*/ 66675 h 862012"/>
                <a:gd name="connsiteX39" fmla="*/ 704850 w 1138238"/>
                <a:gd name="connsiteY39" fmla="*/ 38100 h 862012"/>
                <a:gd name="connsiteX40" fmla="*/ 692943 w 1138238"/>
                <a:gd name="connsiteY40" fmla="*/ 23812 h 862012"/>
                <a:gd name="connsiteX41" fmla="*/ 669131 w 1138238"/>
                <a:gd name="connsiteY41" fmla="*/ 26194 h 862012"/>
                <a:gd name="connsiteX42" fmla="*/ 640556 w 1138238"/>
                <a:gd name="connsiteY42" fmla="*/ 19050 h 862012"/>
                <a:gd name="connsiteX43" fmla="*/ 604837 w 1138238"/>
                <a:gd name="connsiteY43" fmla="*/ 4762 h 862012"/>
                <a:gd name="connsiteX44" fmla="*/ 569118 w 1138238"/>
                <a:gd name="connsiteY44" fmla="*/ 4762 h 862012"/>
                <a:gd name="connsiteX45" fmla="*/ 557212 w 1138238"/>
                <a:gd name="connsiteY45" fmla="*/ 11906 h 862012"/>
                <a:gd name="connsiteX46" fmla="*/ 438150 w 1138238"/>
                <a:gd name="connsiteY46" fmla="*/ 69056 h 862012"/>
                <a:gd name="connsiteX47" fmla="*/ 421481 w 1138238"/>
                <a:gd name="connsiteY47" fmla="*/ 169069 h 862012"/>
                <a:gd name="connsiteX48" fmla="*/ 304800 w 1138238"/>
                <a:gd name="connsiteY48" fmla="*/ 228600 h 862012"/>
                <a:gd name="connsiteX49" fmla="*/ 276225 w 1138238"/>
                <a:gd name="connsiteY49" fmla="*/ 290512 h 862012"/>
                <a:gd name="connsiteX50" fmla="*/ 228600 w 1138238"/>
                <a:gd name="connsiteY50" fmla="*/ 285750 h 862012"/>
                <a:gd name="connsiteX51" fmla="*/ 211931 w 1138238"/>
                <a:gd name="connsiteY51" fmla="*/ 357187 h 862012"/>
                <a:gd name="connsiteX52" fmla="*/ 207168 w 1138238"/>
                <a:gd name="connsiteY52" fmla="*/ 369094 h 862012"/>
                <a:gd name="connsiteX53" fmla="*/ 223837 w 1138238"/>
                <a:gd name="connsiteY53" fmla="*/ 404812 h 862012"/>
                <a:gd name="connsiteX54" fmla="*/ 219075 w 1138238"/>
                <a:gd name="connsiteY54" fmla="*/ 511969 h 862012"/>
                <a:gd name="connsiteX55" fmla="*/ 195262 w 1138238"/>
                <a:gd name="connsiteY55" fmla="*/ 521494 h 862012"/>
                <a:gd name="connsiteX56" fmla="*/ 180975 w 1138238"/>
                <a:gd name="connsiteY56" fmla="*/ 502444 h 862012"/>
                <a:gd name="connsiteX57" fmla="*/ 161925 w 1138238"/>
                <a:gd name="connsiteY57" fmla="*/ 457200 h 862012"/>
                <a:gd name="connsiteX58" fmla="*/ 128587 w 1138238"/>
                <a:gd name="connsiteY58" fmla="*/ 433387 h 862012"/>
                <a:gd name="connsiteX59" fmla="*/ 116681 w 1138238"/>
                <a:gd name="connsiteY59" fmla="*/ 409575 h 862012"/>
                <a:gd name="connsiteX60" fmla="*/ 83343 w 1138238"/>
                <a:gd name="connsiteY60" fmla="*/ 421481 h 862012"/>
                <a:gd name="connsiteX61" fmla="*/ 78581 w 1138238"/>
                <a:gd name="connsiteY61" fmla="*/ 466725 h 862012"/>
                <a:gd name="connsiteX62" fmla="*/ 116681 w 1138238"/>
                <a:gd name="connsiteY62" fmla="*/ 514350 h 862012"/>
                <a:gd name="connsiteX63" fmla="*/ 123825 w 1138238"/>
                <a:gd name="connsiteY63" fmla="*/ 583406 h 862012"/>
                <a:gd name="connsiteX64" fmla="*/ 152400 w 1138238"/>
                <a:gd name="connsiteY64" fmla="*/ 631031 h 862012"/>
                <a:gd name="connsiteX65" fmla="*/ 142875 w 1138238"/>
                <a:gd name="connsiteY65" fmla="*/ 657225 h 862012"/>
                <a:gd name="connsiteX66" fmla="*/ 107156 w 1138238"/>
                <a:gd name="connsiteY66" fmla="*/ 697706 h 862012"/>
                <a:gd name="connsiteX67" fmla="*/ 42862 w 1138238"/>
                <a:gd name="connsiteY67" fmla="*/ 735806 h 862012"/>
                <a:gd name="connsiteX68" fmla="*/ 35718 w 1138238"/>
                <a:gd name="connsiteY68" fmla="*/ 769144 h 862012"/>
                <a:gd name="connsiteX69" fmla="*/ 19050 w 1138238"/>
                <a:gd name="connsiteY69" fmla="*/ 795337 h 862012"/>
                <a:gd name="connsiteX70" fmla="*/ 0 w 1138238"/>
                <a:gd name="connsiteY70" fmla="*/ 859631 h 862012"/>
                <a:gd name="connsiteX71" fmla="*/ 19050 w 1138238"/>
                <a:gd name="connsiteY71" fmla="*/ 862012 h 862012"/>
                <a:gd name="connsiteX72" fmla="*/ 154781 w 1138238"/>
                <a:gd name="connsiteY72" fmla="*/ 828675 h 862012"/>
                <a:gd name="connsiteX73" fmla="*/ 171450 w 1138238"/>
                <a:gd name="connsiteY73" fmla="*/ 757237 h 862012"/>
                <a:gd name="connsiteX74" fmla="*/ 259556 w 1138238"/>
                <a:gd name="connsiteY74" fmla="*/ 800100 h 862012"/>
                <a:gd name="connsiteX75" fmla="*/ 297656 w 1138238"/>
                <a:gd name="connsiteY75" fmla="*/ 700087 h 862012"/>
                <a:gd name="connsiteX76" fmla="*/ 385762 w 1138238"/>
                <a:gd name="connsiteY76" fmla="*/ 666750 h 862012"/>
                <a:gd name="connsiteX77" fmla="*/ 435768 w 1138238"/>
                <a:gd name="connsiteY77" fmla="*/ 681037 h 862012"/>
                <a:gd name="connsiteX78" fmla="*/ 473868 w 1138238"/>
                <a:gd name="connsiteY78" fmla="*/ 702469 h 862012"/>
                <a:gd name="connsiteX79" fmla="*/ 500062 w 1138238"/>
                <a:gd name="connsiteY79" fmla="*/ 707231 h 862012"/>
                <a:gd name="connsiteX80" fmla="*/ 516731 w 1138238"/>
                <a:gd name="connsiteY80" fmla="*/ 702469 h 862012"/>
                <a:gd name="connsiteX81" fmla="*/ 545306 w 1138238"/>
                <a:gd name="connsiteY81" fmla="*/ 671512 h 862012"/>
                <a:gd name="connsiteX82" fmla="*/ 576262 w 1138238"/>
                <a:gd name="connsiteY82" fmla="*/ 671512 h 862012"/>
                <a:gd name="connsiteX83" fmla="*/ 631031 w 1138238"/>
                <a:gd name="connsiteY83" fmla="*/ 650081 h 862012"/>
                <a:gd name="connsiteX0" fmla="*/ 631031 w 1138238"/>
                <a:gd name="connsiteY0" fmla="*/ 650081 h 862012"/>
                <a:gd name="connsiteX1" fmla="*/ 678656 w 1138238"/>
                <a:gd name="connsiteY1" fmla="*/ 585787 h 862012"/>
                <a:gd name="connsiteX2" fmla="*/ 702468 w 1138238"/>
                <a:gd name="connsiteY2" fmla="*/ 573881 h 862012"/>
                <a:gd name="connsiteX3" fmla="*/ 733425 w 1138238"/>
                <a:gd name="connsiteY3" fmla="*/ 573881 h 862012"/>
                <a:gd name="connsiteX4" fmla="*/ 778668 w 1138238"/>
                <a:gd name="connsiteY4" fmla="*/ 554831 h 862012"/>
                <a:gd name="connsiteX5" fmla="*/ 833437 w 1138238"/>
                <a:gd name="connsiteY5" fmla="*/ 528637 h 862012"/>
                <a:gd name="connsiteX6" fmla="*/ 883443 w 1138238"/>
                <a:gd name="connsiteY6" fmla="*/ 495300 h 862012"/>
                <a:gd name="connsiteX7" fmla="*/ 900112 w 1138238"/>
                <a:gd name="connsiteY7" fmla="*/ 490537 h 862012"/>
                <a:gd name="connsiteX8" fmla="*/ 919162 w 1138238"/>
                <a:gd name="connsiteY8" fmla="*/ 485775 h 862012"/>
                <a:gd name="connsiteX9" fmla="*/ 916781 w 1138238"/>
                <a:gd name="connsiteY9" fmla="*/ 447675 h 862012"/>
                <a:gd name="connsiteX10" fmla="*/ 954881 w 1138238"/>
                <a:gd name="connsiteY10" fmla="*/ 428625 h 862012"/>
                <a:gd name="connsiteX11" fmla="*/ 985837 w 1138238"/>
                <a:gd name="connsiteY11" fmla="*/ 407194 h 862012"/>
                <a:gd name="connsiteX12" fmla="*/ 1000125 w 1138238"/>
                <a:gd name="connsiteY12" fmla="*/ 347662 h 862012"/>
                <a:gd name="connsiteX13" fmla="*/ 981075 w 1138238"/>
                <a:gd name="connsiteY13" fmla="*/ 316706 h 862012"/>
                <a:gd name="connsiteX14" fmla="*/ 997743 w 1138238"/>
                <a:gd name="connsiteY14" fmla="*/ 271462 h 862012"/>
                <a:gd name="connsiteX15" fmla="*/ 1033462 w 1138238"/>
                <a:gd name="connsiteY15" fmla="*/ 233362 h 862012"/>
                <a:gd name="connsiteX16" fmla="*/ 1097756 w 1138238"/>
                <a:gd name="connsiteY16" fmla="*/ 209550 h 862012"/>
                <a:gd name="connsiteX17" fmla="*/ 1138238 w 1138238"/>
                <a:gd name="connsiteY17" fmla="*/ 185737 h 862012"/>
                <a:gd name="connsiteX18" fmla="*/ 1107281 w 1138238"/>
                <a:gd name="connsiteY18" fmla="*/ 154781 h 862012"/>
                <a:gd name="connsiteX19" fmla="*/ 1052512 w 1138238"/>
                <a:gd name="connsiteY19" fmla="*/ 97631 h 862012"/>
                <a:gd name="connsiteX20" fmla="*/ 1009650 w 1138238"/>
                <a:gd name="connsiteY20" fmla="*/ 73819 h 862012"/>
                <a:gd name="connsiteX21" fmla="*/ 995362 w 1138238"/>
                <a:gd name="connsiteY21" fmla="*/ 47625 h 862012"/>
                <a:gd name="connsiteX22" fmla="*/ 983456 w 1138238"/>
                <a:gd name="connsiteY22" fmla="*/ 64294 h 862012"/>
                <a:gd name="connsiteX23" fmla="*/ 966787 w 1138238"/>
                <a:gd name="connsiteY23" fmla="*/ 69056 h 862012"/>
                <a:gd name="connsiteX24" fmla="*/ 935831 w 1138238"/>
                <a:gd name="connsiteY24" fmla="*/ 59531 h 862012"/>
                <a:gd name="connsiteX25" fmla="*/ 904875 w 1138238"/>
                <a:gd name="connsiteY25" fmla="*/ 23812 h 862012"/>
                <a:gd name="connsiteX26" fmla="*/ 888206 w 1138238"/>
                <a:gd name="connsiteY26" fmla="*/ 0 h 862012"/>
                <a:gd name="connsiteX27" fmla="*/ 869156 w 1138238"/>
                <a:gd name="connsiteY27" fmla="*/ 28575 h 862012"/>
                <a:gd name="connsiteX28" fmla="*/ 871537 w 1138238"/>
                <a:gd name="connsiteY28" fmla="*/ 69056 h 862012"/>
                <a:gd name="connsiteX29" fmla="*/ 847725 w 1138238"/>
                <a:gd name="connsiteY29" fmla="*/ 100012 h 862012"/>
                <a:gd name="connsiteX30" fmla="*/ 826293 w 1138238"/>
                <a:gd name="connsiteY30" fmla="*/ 97631 h 862012"/>
                <a:gd name="connsiteX31" fmla="*/ 800100 w 1138238"/>
                <a:gd name="connsiteY31" fmla="*/ 71437 h 862012"/>
                <a:gd name="connsiteX32" fmla="*/ 783431 w 1138238"/>
                <a:gd name="connsiteY32" fmla="*/ 57150 h 862012"/>
                <a:gd name="connsiteX33" fmla="*/ 764381 w 1138238"/>
                <a:gd name="connsiteY33" fmla="*/ 61912 h 862012"/>
                <a:gd name="connsiteX34" fmla="*/ 747712 w 1138238"/>
                <a:gd name="connsiteY34" fmla="*/ 92869 h 862012"/>
                <a:gd name="connsiteX35" fmla="*/ 742950 w 1138238"/>
                <a:gd name="connsiteY35" fmla="*/ 107156 h 862012"/>
                <a:gd name="connsiteX36" fmla="*/ 714375 w 1138238"/>
                <a:gd name="connsiteY36" fmla="*/ 107156 h 862012"/>
                <a:gd name="connsiteX37" fmla="*/ 700087 w 1138238"/>
                <a:gd name="connsiteY37" fmla="*/ 95250 h 862012"/>
                <a:gd name="connsiteX38" fmla="*/ 700087 w 1138238"/>
                <a:gd name="connsiteY38" fmla="*/ 66675 h 862012"/>
                <a:gd name="connsiteX39" fmla="*/ 704850 w 1138238"/>
                <a:gd name="connsiteY39" fmla="*/ 38100 h 862012"/>
                <a:gd name="connsiteX40" fmla="*/ 692943 w 1138238"/>
                <a:gd name="connsiteY40" fmla="*/ 23812 h 862012"/>
                <a:gd name="connsiteX41" fmla="*/ 669131 w 1138238"/>
                <a:gd name="connsiteY41" fmla="*/ 26194 h 862012"/>
                <a:gd name="connsiteX42" fmla="*/ 640556 w 1138238"/>
                <a:gd name="connsiteY42" fmla="*/ 19050 h 862012"/>
                <a:gd name="connsiteX43" fmla="*/ 604837 w 1138238"/>
                <a:gd name="connsiteY43" fmla="*/ 4762 h 862012"/>
                <a:gd name="connsiteX44" fmla="*/ 569118 w 1138238"/>
                <a:gd name="connsiteY44" fmla="*/ 4762 h 862012"/>
                <a:gd name="connsiteX45" fmla="*/ 557212 w 1138238"/>
                <a:gd name="connsiteY45" fmla="*/ 11906 h 862012"/>
                <a:gd name="connsiteX46" fmla="*/ 438150 w 1138238"/>
                <a:gd name="connsiteY46" fmla="*/ 69056 h 862012"/>
                <a:gd name="connsiteX47" fmla="*/ 421481 w 1138238"/>
                <a:gd name="connsiteY47" fmla="*/ 169069 h 862012"/>
                <a:gd name="connsiteX48" fmla="*/ 304800 w 1138238"/>
                <a:gd name="connsiteY48" fmla="*/ 228600 h 862012"/>
                <a:gd name="connsiteX49" fmla="*/ 276225 w 1138238"/>
                <a:gd name="connsiteY49" fmla="*/ 290512 h 862012"/>
                <a:gd name="connsiteX50" fmla="*/ 228600 w 1138238"/>
                <a:gd name="connsiteY50" fmla="*/ 285750 h 862012"/>
                <a:gd name="connsiteX51" fmla="*/ 211931 w 1138238"/>
                <a:gd name="connsiteY51" fmla="*/ 357187 h 862012"/>
                <a:gd name="connsiteX52" fmla="*/ 207168 w 1138238"/>
                <a:gd name="connsiteY52" fmla="*/ 369094 h 862012"/>
                <a:gd name="connsiteX53" fmla="*/ 223837 w 1138238"/>
                <a:gd name="connsiteY53" fmla="*/ 404812 h 862012"/>
                <a:gd name="connsiteX54" fmla="*/ 219075 w 1138238"/>
                <a:gd name="connsiteY54" fmla="*/ 511969 h 862012"/>
                <a:gd name="connsiteX55" fmla="*/ 195262 w 1138238"/>
                <a:gd name="connsiteY55" fmla="*/ 521494 h 862012"/>
                <a:gd name="connsiteX56" fmla="*/ 180975 w 1138238"/>
                <a:gd name="connsiteY56" fmla="*/ 502444 h 862012"/>
                <a:gd name="connsiteX57" fmla="*/ 161925 w 1138238"/>
                <a:gd name="connsiteY57" fmla="*/ 457200 h 862012"/>
                <a:gd name="connsiteX58" fmla="*/ 128587 w 1138238"/>
                <a:gd name="connsiteY58" fmla="*/ 433387 h 862012"/>
                <a:gd name="connsiteX59" fmla="*/ 116681 w 1138238"/>
                <a:gd name="connsiteY59" fmla="*/ 409575 h 862012"/>
                <a:gd name="connsiteX60" fmla="*/ 83343 w 1138238"/>
                <a:gd name="connsiteY60" fmla="*/ 421481 h 862012"/>
                <a:gd name="connsiteX61" fmla="*/ 78581 w 1138238"/>
                <a:gd name="connsiteY61" fmla="*/ 466725 h 862012"/>
                <a:gd name="connsiteX62" fmla="*/ 116681 w 1138238"/>
                <a:gd name="connsiteY62" fmla="*/ 514350 h 862012"/>
                <a:gd name="connsiteX63" fmla="*/ 123825 w 1138238"/>
                <a:gd name="connsiteY63" fmla="*/ 583406 h 862012"/>
                <a:gd name="connsiteX64" fmla="*/ 152400 w 1138238"/>
                <a:gd name="connsiteY64" fmla="*/ 631031 h 862012"/>
                <a:gd name="connsiteX65" fmla="*/ 142875 w 1138238"/>
                <a:gd name="connsiteY65" fmla="*/ 657225 h 862012"/>
                <a:gd name="connsiteX66" fmla="*/ 107156 w 1138238"/>
                <a:gd name="connsiteY66" fmla="*/ 697706 h 862012"/>
                <a:gd name="connsiteX67" fmla="*/ 42862 w 1138238"/>
                <a:gd name="connsiteY67" fmla="*/ 735806 h 862012"/>
                <a:gd name="connsiteX68" fmla="*/ 35718 w 1138238"/>
                <a:gd name="connsiteY68" fmla="*/ 769144 h 862012"/>
                <a:gd name="connsiteX69" fmla="*/ 19050 w 1138238"/>
                <a:gd name="connsiteY69" fmla="*/ 795337 h 862012"/>
                <a:gd name="connsiteX70" fmla="*/ 0 w 1138238"/>
                <a:gd name="connsiteY70" fmla="*/ 859631 h 862012"/>
                <a:gd name="connsiteX71" fmla="*/ 19050 w 1138238"/>
                <a:gd name="connsiteY71" fmla="*/ 862012 h 862012"/>
                <a:gd name="connsiteX72" fmla="*/ 154781 w 1138238"/>
                <a:gd name="connsiteY72" fmla="*/ 828675 h 862012"/>
                <a:gd name="connsiteX73" fmla="*/ 171450 w 1138238"/>
                <a:gd name="connsiteY73" fmla="*/ 757237 h 862012"/>
                <a:gd name="connsiteX74" fmla="*/ 259556 w 1138238"/>
                <a:gd name="connsiteY74" fmla="*/ 800100 h 862012"/>
                <a:gd name="connsiteX75" fmla="*/ 297656 w 1138238"/>
                <a:gd name="connsiteY75" fmla="*/ 700087 h 862012"/>
                <a:gd name="connsiteX76" fmla="*/ 385762 w 1138238"/>
                <a:gd name="connsiteY76" fmla="*/ 666750 h 862012"/>
                <a:gd name="connsiteX77" fmla="*/ 435768 w 1138238"/>
                <a:gd name="connsiteY77" fmla="*/ 681037 h 862012"/>
                <a:gd name="connsiteX78" fmla="*/ 473868 w 1138238"/>
                <a:gd name="connsiteY78" fmla="*/ 702469 h 862012"/>
                <a:gd name="connsiteX79" fmla="*/ 500062 w 1138238"/>
                <a:gd name="connsiteY79" fmla="*/ 707231 h 862012"/>
                <a:gd name="connsiteX80" fmla="*/ 516731 w 1138238"/>
                <a:gd name="connsiteY80" fmla="*/ 702469 h 862012"/>
                <a:gd name="connsiteX81" fmla="*/ 545306 w 1138238"/>
                <a:gd name="connsiteY81" fmla="*/ 671512 h 862012"/>
                <a:gd name="connsiteX82" fmla="*/ 576262 w 1138238"/>
                <a:gd name="connsiteY82" fmla="*/ 671512 h 862012"/>
                <a:gd name="connsiteX83" fmla="*/ 631031 w 1138238"/>
                <a:gd name="connsiteY83" fmla="*/ 650081 h 86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138238" h="862012">
                  <a:moveTo>
                    <a:pt x="631031" y="650081"/>
                  </a:moveTo>
                  <a:lnTo>
                    <a:pt x="678656" y="585787"/>
                  </a:lnTo>
                  <a:lnTo>
                    <a:pt x="702468" y="573881"/>
                  </a:lnTo>
                  <a:lnTo>
                    <a:pt x="733425" y="573881"/>
                  </a:lnTo>
                  <a:lnTo>
                    <a:pt x="778668" y="554831"/>
                  </a:lnTo>
                  <a:lnTo>
                    <a:pt x="833437" y="528637"/>
                  </a:lnTo>
                  <a:lnTo>
                    <a:pt x="883443" y="495300"/>
                  </a:lnTo>
                  <a:lnTo>
                    <a:pt x="900112" y="490537"/>
                  </a:lnTo>
                  <a:lnTo>
                    <a:pt x="919162" y="485775"/>
                  </a:lnTo>
                  <a:lnTo>
                    <a:pt x="916781" y="447675"/>
                  </a:lnTo>
                  <a:lnTo>
                    <a:pt x="954881" y="428625"/>
                  </a:lnTo>
                  <a:lnTo>
                    <a:pt x="985837" y="407194"/>
                  </a:lnTo>
                  <a:lnTo>
                    <a:pt x="1000125" y="347662"/>
                  </a:lnTo>
                  <a:lnTo>
                    <a:pt x="981075" y="316706"/>
                  </a:lnTo>
                  <a:lnTo>
                    <a:pt x="997743" y="271462"/>
                  </a:lnTo>
                  <a:lnTo>
                    <a:pt x="1033462" y="233362"/>
                  </a:lnTo>
                  <a:lnTo>
                    <a:pt x="1097756" y="209550"/>
                  </a:lnTo>
                  <a:lnTo>
                    <a:pt x="1138238" y="185737"/>
                  </a:lnTo>
                  <a:lnTo>
                    <a:pt x="1107281" y="154781"/>
                  </a:lnTo>
                  <a:lnTo>
                    <a:pt x="1052512" y="97631"/>
                  </a:lnTo>
                  <a:lnTo>
                    <a:pt x="1009650" y="73819"/>
                  </a:lnTo>
                  <a:lnTo>
                    <a:pt x="995362" y="47625"/>
                  </a:lnTo>
                  <a:lnTo>
                    <a:pt x="983456" y="64294"/>
                  </a:lnTo>
                  <a:lnTo>
                    <a:pt x="966787" y="69056"/>
                  </a:lnTo>
                  <a:lnTo>
                    <a:pt x="935831" y="59531"/>
                  </a:lnTo>
                  <a:lnTo>
                    <a:pt x="904875" y="23812"/>
                  </a:lnTo>
                  <a:lnTo>
                    <a:pt x="888206" y="0"/>
                  </a:lnTo>
                  <a:lnTo>
                    <a:pt x="869156" y="28575"/>
                  </a:lnTo>
                  <a:lnTo>
                    <a:pt x="871537" y="69056"/>
                  </a:lnTo>
                  <a:lnTo>
                    <a:pt x="847725" y="100012"/>
                  </a:lnTo>
                  <a:lnTo>
                    <a:pt x="826293" y="97631"/>
                  </a:lnTo>
                  <a:lnTo>
                    <a:pt x="800100" y="71437"/>
                  </a:lnTo>
                  <a:lnTo>
                    <a:pt x="783431" y="57150"/>
                  </a:lnTo>
                  <a:lnTo>
                    <a:pt x="764381" y="61912"/>
                  </a:lnTo>
                  <a:lnTo>
                    <a:pt x="747712" y="92869"/>
                  </a:lnTo>
                  <a:lnTo>
                    <a:pt x="742950" y="107156"/>
                  </a:lnTo>
                  <a:lnTo>
                    <a:pt x="714375" y="107156"/>
                  </a:lnTo>
                  <a:lnTo>
                    <a:pt x="700087" y="95250"/>
                  </a:lnTo>
                  <a:lnTo>
                    <a:pt x="700087" y="66675"/>
                  </a:lnTo>
                  <a:lnTo>
                    <a:pt x="704850" y="38100"/>
                  </a:lnTo>
                  <a:lnTo>
                    <a:pt x="692943" y="23812"/>
                  </a:lnTo>
                  <a:lnTo>
                    <a:pt x="669131" y="26194"/>
                  </a:lnTo>
                  <a:lnTo>
                    <a:pt x="640556" y="19050"/>
                  </a:lnTo>
                  <a:lnTo>
                    <a:pt x="604837" y="4762"/>
                  </a:lnTo>
                  <a:lnTo>
                    <a:pt x="569118" y="4762"/>
                  </a:lnTo>
                  <a:lnTo>
                    <a:pt x="557212" y="11906"/>
                  </a:lnTo>
                  <a:lnTo>
                    <a:pt x="438150" y="69056"/>
                  </a:lnTo>
                  <a:lnTo>
                    <a:pt x="421481" y="169069"/>
                  </a:lnTo>
                  <a:lnTo>
                    <a:pt x="304800" y="228600"/>
                  </a:lnTo>
                  <a:lnTo>
                    <a:pt x="276225" y="290512"/>
                  </a:lnTo>
                  <a:lnTo>
                    <a:pt x="228600" y="285750"/>
                  </a:lnTo>
                  <a:lnTo>
                    <a:pt x="211931" y="357187"/>
                  </a:lnTo>
                  <a:lnTo>
                    <a:pt x="207168" y="369094"/>
                  </a:lnTo>
                  <a:lnTo>
                    <a:pt x="223837" y="404812"/>
                  </a:lnTo>
                  <a:lnTo>
                    <a:pt x="219075" y="511969"/>
                  </a:lnTo>
                  <a:lnTo>
                    <a:pt x="195262" y="521494"/>
                  </a:lnTo>
                  <a:lnTo>
                    <a:pt x="180975" y="502444"/>
                  </a:lnTo>
                  <a:lnTo>
                    <a:pt x="161925" y="457200"/>
                  </a:lnTo>
                  <a:lnTo>
                    <a:pt x="128587" y="433387"/>
                  </a:lnTo>
                  <a:lnTo>
                    <a:pt x="116681" y="409575"/>
                  </a:lnTo>
                  <a:lnTo>
                    <a:pt x="83343" y="421481"/>
                  </a:lnTo>
                  <a:lnTo>
                    <a:pt x="78581" y="466725"/>
                  </a:lnTo>
                  <a:lnTo>
                    <a:pt x="116681" y="514350"/>
                  </a:lnTo>
                  <a:lnTo>
                    <a:pt x="123825" y="583406"/>
                  </a:lnTo>
                  <a:lnTo>
                    <a:pt x="152400" y="631031"/>
                  </a:lnTo>
                  <a:lnTo>
                    <a:pt x="142875" y="657225"/>
                  </a:lnTo>
                  <a:lnTo>
                    <a:pt x="107156" y="697706"/>
                  </a:lnTo>
                  <a:lnTo>
                    <a:pt x="42862" y="735806"/>
                  </a:lnTo>
                  <a:lnTo>
                    <a:pt x="35718" y="769144"/>
                  </a:lnTo>
                  <a:lnTo>
                    <a:pt x="19050" y="795337"/>
                  </a:lnTo>
                  <a:lnTo>
                    <a:pt x="0" y="859631"/>
                  </a:lnTo>
                  <a:lnTo>
                    <a:pt x="19050" y="862012"/>
                  </a:lnTo>
                  <a:lnTo>
                    <a:pt x="154781" y="828675"/>
                  </a:lnTo>
                  <a:lnTo>
                    <a:pt x="171450" y="757237"/>
                  </a:lnTo>
                  <a:lnTo>
                    <a:pt x="259556" y="800100"/>
                  </a:lnTo>
                  <a:lnTo>
                    <a:pt x="297656" y="700087"/>
                  </a:lnTo>
                  <a:lnTo>
                    <a:pt x="385762" y="666750"/>
                  </a:lnTo>
                  <a:lnTo>
                    <a:pt x="435768" y="681037"/>
                  </a:lnTo>
                  <a:lnTo>
                    <a:pt x="473868" y="702469"/>
                  </a:lnTo>
                  <a:lnTo>
                    <a:pt x="500062" y="707231"/>
                  </a:lnTo>
                  <a:lnTo>
                    <a:pt x="516731" y="702469"/>
                  </a:lnTo>
                  <a:lnTo>
                    <a:pt x="545306" y="671512"/>
                  </a:lnTo>
                  <a:lnTo>
                    <a:pt x="576262" y="671512"/>
                  </a:lnTo>
                  <a:lnTo>
                    <a:pt x="631031" y="65008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88" name="Freeform 87"/>
            <p:cNvSpPr/>
            <p:nvPr/>
          </p:nvSpPr>
          <p:spPr>
            <a:xfrm>
              <a:off x="5464175" y="3511550"/>
              <a:ext cx="735013" cy="614363"/>
            </a:xfrm>
            <a:custGeom>
              <a:avLst/>
              <a:gdLst>
                <a:gd name="connsiteX0" fmla="*/ 123825 w 735806"/>
                <a:gd name="connsiteY0" fmla="*/ 504825 h 611981"/>
                <a:gd name="connsiteX1" fmla="*/ 207169 w 735806"/>
                <a:gd name="connsiteY1" fmla="*/ 528638 h 611981"/>
                <a:gd name="connsiteX2" fmla="*/ 235744 w 735806"/>
                <a:gd name="connsiteY2" fmla="*/ 535781 h 611981"/>
                <a:gd name="connsiteX3" fmla="*/ 257175 w 735806"/>
                <a:gd name="connsiteY3" fmla="*/ 531019 h 611981"/>
                <a:gd name="connsiteX4" fmla="*/ 259556 w 735806"/>
                <a:gd name="connsiteY4" fmla="*/ 547688 h 611981"/>
                <a:gd name="connsiteX5" fmla="*/ 266700 w 735806"/>
                <a:gd name="connsiteY5" fmla="*/ 604838 h 611981"/>
                <a:gd name="connsiteX6" fmla="*/ 276225 w 735806"/>
                <a:gd name="connsiteY6" fmla="*/ 611981 h 611981"/>
                <a:gd name="connsiteX7" fmla="*/ 276225 w 735806"/>
                <a:gd name="connsiteY7" fmla="*/ 611981 h 611981"/>
                <a:gd name="connsiteX8" fmla="*/ 311944 w 735806"/>
                <a:gd name="connsiteY8" fmla="*/ 592931 h 611981"/>
                <a:gd name="connsiteX9" fmla="*/ 323850 w 735806"/>
                <a:gd name="connsiteY9" fmla="*/ 566738 h 611981"/>
                <a:gd name="connsiteX10" fmla="*/ 340519 w 735806"/>
                <a:gd name="connsiteY10" fmla="*/ 561975 h 611981"/>
                <a:gd name="connsiteX11" fmla="*/ 364331 w 735806"/>
                <a:gd name="connsiteY11" fmla="*/ 585788 h 611981"/>
                <a:gd name="connsiteX12" fmla="*/ 381000 w 735806"/>
                <a:gd name="connsiteY12" fmla="*/ 600075 h 611981"/>
                <a:gd name="connsiteX13" fmla="*/ 400050 w 735806"/>
                <a:gd name="connsiteY13" fmla="*/ 607219 h 611981"/>
                <a:gd name="connsiteX14" fmla="*/ 426244 w 735806"/>
                <a:gd name="connsiteY14" fmla="*/ 573881 h 611981"/>
                <a:gd name="connsiteX15" fmla="*/ 433387 w 735806"/>
                <a:gd name="connsiteY15" fmla="*/ 533400 h 611981"/>
                <a:gd name="connsiteX16" fmla="*/ 447675 w 735806"/>
                <a:gd name="connsiteY16" fmla="*/ 504825 h 611981"/>
                <a:gd name="connsiteX17" fmla="*/ 473869 w 735806"/>
                <a:gd name="connsiteY17" fmla="*/ 542925 h 611981"/>
                <a:gd name="connsiteX18" fmla="*/ 495300 w 735806"/>
                <a:gd name="connsiteY18" fmla="*/ 561975 h 611981"/>
                <a:gd name="connsiteX19" fmla="*/ 516731 w 735806"/>
                <a:gd name="connsiteY19" fmla="*/ 578644 h 611981"/>
                <a:gd name="connsiteX20" fmla="*/ 550069 w 735806"/>
                <a:gd name="connsiteY20" fmla="*/ 566738 h 611981"/>
                <a:gd name="connsiteX21" fmla="*/ 557212 w 735806"/>
                <a:gd name="connsiteY21" fmla="*/ 547688 h 611981"/>
                <a:gd name="connsiteX22" fmla="*/ 557212 w 735806"/>
                <a:gd name="connsiteY22" fmla="*/ 535781 h 611981"/>
                <a:gd name="connsiteX23" fmla="*/ 531019 w 735806"/>
                <a:gd name="connsiteY23" fmla="*/ 511969 h 611981"/>
                <a:gd name="connsiteX24" fmla="*/ 514350 w 735806"/>
                <a:gd name="connsiteY24" fmla="*/ 421481 h 611981"/>
                <a:gd name="connsiteX25" fmla="*/ 514350 w 735806"/>
                <a:gd name="connsiteY25" fmla="*/ 421481 h 611981"/>
                <a:gd name="connsiteX26" fmla="*/ 464344 w 735806"/>
                <a:gd name="connsiteY26" fmla="*/ 445294 h 611981"/>
                <a:gd name="connsiteX27" fmla="*/ 438150 w 735806"/>
                <a:gd name="connsiteY27" fmla="*/ 431006 h 611981"/>
                <a:gd name="connsiteX28" fmla="*/ 426244 w 735806"/>
                <a:gd name="connsiteY28" fmla="*/ 385763 h 611981"/>
                <a:gd name="connsiteX29" fmla="*/ 411956 w 735806"/>
                <a:gd name="connsiteY29" fmla="*/ 381000 h 611981"/>
                <a:gd name="connsiteX30" fmla="*/ 388144 w 735806"/>
                <a:gd name="connsiteY30" fmla="*/ 350044 h 611981"/>
                <a:gd name="connsiteX31" fmla="*/ 409575 w 735806"/>
                <a:gd name="connsiteY31" fmla="*/ 314325 h 611981"/>
                <a:gd name="connsiteX32" fmla="*/ 507206 w 735806"/>
                <a:gd name="connsiteY32" fmla="*/ 338138 h 611981"/>
                <a:gd name="connsiteX33" fmla="*/ 528637 w 735806"/>
                <a:gd name="connsiteY33" fmla="*/ 311944 h 611981"/>
                <a:gd name="connsiteX34" fmla="*/ 626269 w 735806"/>
                <a:gd name="connsiteY34" fmla="*/ 290513 h 611981"/>
                <a:gd name="connsiteX35" fmla="*/ 631031 w 735806"/>
                <a:gd name="connsiteY35" fmla="*/ 240506 h 611981"/>
                <a:gd name="connsiteX36" fmla="*/ 714375 w 735806"/>
                <a:gd name="connsiteY36" fmla="*/ 166688 h 611981"/>
                <a:gd name="connsiteX37" fmla="*/ 735806 w 735806"/>
                <a:gd name="connsiteY37" fmla="*/ 71438 h 611981"/>
                <a:gd name="connsiteX38" fmla="*/ 707231 w 735806"/>
                <a:gd name="connsiteY38" fmla="*/ 0 h 611981"/>
                <a:gd name="connsiteX39" fmla="*/ 614362 w 735806"/>
                <a:gd name="connsiteY39" fmla="*/ 47625 h 611981"/>
                <a:gd name="connsiteX40" fmla="*/ 614362 w 735806"/>
                <a:gd name="connsiteY40" fmla="*/ 66675 h 611981"/>
                <a:gd name="connsiteX41" fmla="*/ 597694 w 735806"/>
                <a:gd name="connsiteY41" fmla="*/ 135731 h 611981"/>
                <a:gd name="connsiteX42" fmla="*/ 566737 w 735806"/>
                <a:gd name="connsiteY42" fmla="*/ 130969 h 611981"/>
                <a:gd name="connsiteX43" fmla="*/ 514350 w 735806"/>
                <a:gd name="connsiteY43" fmla="*/ 164306 h 611981"/>
                <a:gd name="connsiteX44" fmla="*/ 433387 w 735806"/>
                <a:gd name="connsiteY44" fmla="*/ 123825 h 611981"/>
                <a:gd name="connsiteX45" fmla="*/ 402431 w 735806"/>
                <a:gd name="connsiteY45" fmla="*/ 128588 h 611981"/>
                <a:gd name="connsiteX46" fmla="*/ 359569 w 735806"/>
                <a:gd name="connsiteY46" fmla="*/ 154781 h 611981"/>
                <a:gd name="connsiteX47" fmla="*/ 307181 w 735806"/>
                <a:gd name="connsiteY47" fmla="*/ 154781 h 611981"/>
                <a:gd name="connsiteX48" fmla="*/ 280987 w 735806"/>
                <a:gd name="connsiteY48" fmla="*/ 188119 h 611981"/>
                <a:gd name="connsiteX49" fmla="*/ 209550 w 735806"/>
                <a:gd name="connsiteY49" fmla="*/ 171450 h 611981"/>
                <a:gd name="connsiteX50" fmla="*/ 154781 w 735806"/>
                <a:gd name="connsiteY50" fmla="*/ 197644 h 611981"/>
                <a:gd name="connsiteX51" fmla="*/ 126206 w 735806"/>
                <a:gd name="connsiteY51" fmla="*/ 176213 h 611981"/>
                <a:gd name="connsiteX52" fmla="*/ 111919 w 735806"/>
                <a:gd name="connsiteY52" fmla="*/ 176213 h 611981"/>
                <a:gd name="connsiteX53" fmla="*/ 107156 w 735806"/>
                <a:gd name="connsiteY53" fmla="*/ 164306 h 611981"/>
                <a:gd name="connsiteX54" fmla="*/ 9525 w 735806"/>
                <a:gd name="connsiteY54" fmla="*/ 159544 h 611981"/>
                <a:gd name="connsiteX55" fmla="*/ 0 w 735806"/>
                <a:gd name="connsiteY55" fmla="*/ 190500 h 611981"/>
                <a:gd name="connsiteX56" fmla="*/ 2381 w 735806"/>
                <a:gd name="connsiteY56" fmla="*/ 261938 h 611981"/>
                <a:gd name="connsiteX57" fmla="*/ 30956 w 735806"/>
                <a:gd name="connsiteY57" fmla="*/ 278606 h 611981"/>
                <a:gd name="connsiteX58" fmla="*/ 47625 w 735806"/>
                <a:gd name="connsiteY58" fmla="*/ 285750 h 611981"/>
                <a:gd name="connsiteX59" fmla="*/ 69056 w 735806"/>
                <a:gd name="connsiteY59" fmla="*/ 292894 h 611981"/>
                <a:gd name="connsiteX60" fmla="*/ 80962 w 735806"/>
                <a:gd name="connsiteY60" fmla="*/ 319088 h 611981"/>
                <a:gd name="connsiteX61" fmla="*/ 109537 w 735806"/>
                <a:gd name="connsiteY61" fmla="*/ 340519 h 611981"/>
                <a:gd name="connsiteX62" fmla="*/ 111919 w 735806"/>
                <a:gd name="connsiteY62" fmla="*/ 390525 h 611981"/>
                <a:gd name="connsiteX63" fmla="*/ 128587 w 735806"/>
                <a:gd name="connsiteY63" fmla="*/ 428625 h 611981"/>
                <a:gd name="connsiteX64" fmla="*/ 104775 w 735806"/>
                <a:gd name="connsiteY64" fmla="*/ 445294 h 611981"/>
                <a:gd name="connsiteX65" fmla="*/ 123825 w 735806"/>
                <a:gd name="connsiteY65" fmla="*/ 504825 h 611981"/>
                <a:gd name="connsiteX0" fmla="*/ 123825 w 735806"/>
                <a:gd name="connsiteY0" fmla="*/ 504825 h 614362"/>
                <a:gd name="connsiteX1" fmla="*/ 207169 w 735806"/>
                <a:gd name="connsiteY1" fmla="*/ 528638 h 614362"/>
                <a:gd name="connsiteX2" fmla="*/ 235744 w 735806"/>
                <a:gd name="connsiteY2" fmla="*/ 535781 h 614362"/>
                <a:gd name="connsiteX3" fmla="*/ 257175 w 735806"/>
                <a:gd name="connsiteY3" fmla="*/ 531019 h 614362"/>
                <a:gd name="connsiteX4" fmla="*/ 259556 w 735806"/>
                <a:gd name="connsiteY4" fmla="*/ 547688 h 614362"/>
                <a:gd name="connsiteX5" fmla="*/ 266700 w 735806"/>
                <a:gd name="connsiteY5" fmla="*/ 604838 h 614362"/>
                <a:gd name="connsiteX6" fmla="*/ 276225 w 735806"/>
                <a:gd name="connsiteY6" fmla="*/ 611981 h 614362"/>
                <a:gd name="connsiteX7" fmla="*/ 276225 w 735806"/>
                <a:gd name="connsiteY7" fmla="*/ 611981 h 614362"/>
                <a:gd name="connsiteX8" fmla="*/ 311944 w 735806"/>
                <a:gd name="connsiteY8" fmla="*/ 614362 h 614362"/>
                <a:gd name="connsiteX9" fmla="*/ 323850 w 735806"/>
                <a:gd name="connsiteY9" fmla="*/ 566738 h 614362"/>
                <a:gd name="connsiteX10" fmla="*/ 340519 w 735806"/>
                <a:gd name="connsiteY10" fmla="*/ 561975 h 614362"/>
                <a:gd name="connsiteX11" fmla="*/ 364331 w 735806"/>
                <a:gd name="connsiteY11" fmla="*/ 585788 h 614362"/>
                <a:gd name="connsiteX12" fmla="*/ 381000 w 735806"/>
                <a:gd name="connsiteY12" fmla="*/ 600075 h 614362"/>
                <a:gd name="connsiteX13" fmla="*/ 400050 w 735806"/>
                <a:gd name="connsiteY13" fmla="*/ 607219 h 614362"/>
                <a:gd name="connsiteX14" fmla="*/ 426244 w 735806"/>
                <a:gd name="connsiteY14" fmla="*/ 573881 h 614362"/>
                <a:gd name="connsiteX15" fmla="*/ 433387 w 735806"/>
                <a:gd name="connsiteY15" fmla="*/ 533400 h 614362"/>
                <a:gd name="connsiteX16" fmla="*/ 447675 w 735806"/>
                <a:gd name="connsiteY16" fmla="*/ 504825 h 614362"/>
                <a:gd name="connsiteX17" fmla="*/ 473869 w 735806"/>
                <a:gd name="connsiteY17" fmla="*/ 542925 h 614362"/>
                <a:gd name="connsiteX18" fmla="*/ 495300 w 735806"/>
                <a:gd name="connsiteY18" fmla="*/ 561975 h 614362"/>
                <a:gd name="connsiteX19" fmla="*/ 516731 w 735806"/>
                <a:gd name="connsiteY19" fmla="*/ 578644 h 614362"/>
                <a:gd name="connsiteX20" fmla="*/ 550069 w 735806"/>
                <a:gd name="connsiteY20" fmla="*/ 566738 h 614362"/>
                <a:gd name="connsiteX21" fmla="*/ 557212 w 735806"/>
                <a:gd name="connsiteY21" fmla="*/ 547688 h 614362"/>
                <a:gd name="connsiteX22" fmla="*/ 557212 w 735806"/>
                <a:gd name="connsiteY22" fmla="*/ 535781 h 614362"/>
                <a:gd name="connsiteX23" fmla="*/ 531019 w 735806"/>
                <a:gd name="connsiteY23" fmla="*/ 511969 h 614362"/>
                <a:gd name="connsiteX24" fmla="*/ 514350 w 735806"/>
                <a:gd name="connsiteY24" fmla="*/ 421481 h 614362"/>
                <a:gd name="connsiteX25" fmla="*/ 514350 w 735806"/>
                <a:gd name="connsiteY25" fmla="*/ 421481 h 614362"/>
                <a:gd name="connsiteX26" fmla="*/ 464344 w 735806"/>
                <a:gd name="connsiteY26" fmla="*/ 445294 h 614362"/>
                <a:gd name="connsiteX27" fmla="*/ 438150 w 735806"/>
                <a:gd name="connsiteY27" fmla="*/ 431006 h 614362"/>
                <a:gd name="connsiteX28" fmla="*/ 426244 w 735806"/>
                <a:gd name="connsiteY28" fmla="*/ 385763 h 614362"/>
                <a:gd name="connsiteX29" fmla="*/ 411956 w 735806"/>
                <a:gd name="connsiteY29" fmla="*/ 381000 h 614362"/>
                <a:gd name="connsiteX30" fmla="*/ 388144 w 735806"/>
                <a:gd name="connsiteY30" fmla="*/ 350044 h 614362"/>
                <a:gd name="connsiteX31" fmla="*/ 409575 w 735806"/>
                <a:gd name="connsiteY31" fmla="*/ 314325 h 614362"/>
                <a:gd name="connsiteX32" fmla="*/ 507206 w 735806"/>
                <a:gd name="connsiteY32" fmla="*/ 338138 h 614362"/>
                <a:gd name="connsiteX33" fmla="*/ 528637 w 735806"/>
                <a:gd name="connsiteY33" fmla="*/ 311944 h 614362"/>
                <a:gd name="connsiteX34" fmla="*/ 626269 w 735806"/>
                <a:gd name="connsiteY34" fmla="*/ 290513 h 614362"/>
                <a:gd name="connsiteX35" fmla="*/ 631031 w 735806"/>
                <a:gd name="connsiteY35" fmla="*/ 240506 h 614362"/>
                <a:gd name="connsiteX36" fmla="*/ 714375 w 735806"/>
                <a:gd name="connsiteY36" fmla="*/ 166688 h 614362"/>
                <a:gd name="connsiteX37" fmla="*/ 735806 w 735806"/>
                <a:gd name="connsiteY37" fmla="*/ 71438 h 614362"/>
                <a:gd name="connsiteX38" fmla="*/ 707231 w 735806"/>
                <a:gd name="connsiteY38" fmla="*/ 0 h 614362"/>
                <a:gd name="connsiteX39" fmla="*/ 614362 w 735806"/>
                <a:gd name="connsiteY39" fmla="*/ 47625 h 614362"/>
                <a:gd name="connsiteX40" fmla="*/ 614362 w 735806"/>
                <a:gd name="connsiteY40" fmla="*/ 66675 h 614362"/>
                <a:gd name="connsiteX41" fmla="*/ 597694 w 735806"/>
                <a:gd name="connsiteY41" fmla="*/ 135731 h 614362"/>
                <a:gd name="connsiteX42" fmla="*/ 566737 w 735806"/>
                <a:gd name="connsiteY42" fmla="*/ 130969 h 614362"/>
                <a:gd name="connsiteX43" fmla="*/ 514350 w 735806"/>
                <a:gd name="connsiteY43" fmla="*/ 164306 h 614362"/>
                <a:gd name="connsiteX44" fmla="*/ 433387 w 735806"/>
                <a:gd name="connsiteY44" fmla="*/ 123825 h 614362"/>
                <a:gd name="connsiteX45" fmla="*/ 402431 w 735806"/>
                <a:gd name="connsiteY45" fmla="*/ 128588 h 614362"/>
                <a:gd name="connsiteX46" fmla="*/ 359569 w 735806"/>
                <a:gd name="connsiteY46" fmla="*/ 154781 h 614362"/>
                <a:gd name="connsiteX47" fmla="*/ 307181 w 735806"/>
                <a:gd name="connsiteY47" fmla="*/ 154781 h 614362"/>
                <a:gd name="connsiteX48" fmla="*/ 280987 w 735806"/>
                <a:gd name="connsiteY48" fmla="*/ 188119 h 614362"/>
                <a:gd name="connsiteX49" fmla="*/ 209550 w 735806"/>
                <a:gd name="connsiteY49" fmla="*/ 171450 h 614362"/>
                <a:gd name="connsiteX50" fmla="*/ 154781 w 735806"/>
                <a:gd name="connsiteY50" fmla="*/ 197644 h 614362"/>
                <a:gd name="connsiteX51" fmla="*/ 126206 w 735806"/>
                <a:gd name="connsiteY51" fmla="*/ 176213 h 614362"/>
                <a:gd name="connsiteX52" fmla="*/ 111919 w 735806"/>
                <a:gd name="connsiteY52" fmla="*/ 176213 h 614362"/>
                <a:gd name="connsiteX53" fmla="*/ 107156 w 735806"/>
                <a:gd name="connsiteY53" fmla="*/ 164306 h 614362"/>
                <a:gd name="connsiteX54" fmla="*/ 9525 w 735806"/>
                <a:gd name="connsiteY54" fmla="*/ 159544 h 614362"/>
                <a:gd name="connsiteX55" fmla="*/ 0 w 735806"/>
                <a:gd name="connsiteY55" fmla="*/ 190500 h 614362"/>
                <a:gd name="connsiteX56" fmla="*/ 2381 w 735806"/>
                <a:gd name="connsiteY56" fmla="*/ 261938 h 614362"/>
                <a:gd name="connsiteX57" fmla="*/ 30956 w 735806"/>
                <a:gd name="connsiteY57" fmla="*/ 278606 h 614362"/>
                <a:gd name="connsiteX58" fmla="*/ 47625 w 735806"/>
                <a:gd name="connsiteY58" fmla="*/ 285750 h 614362"/>
                <a:gd name="connsiteX59" fmla="*/ 69056 w 735806"/>
                <a:gd name="connsiteY59" fmla="*/ 292894 h 614362"/>
                <a:gd name="connsiteX60" fmla="*/ 80962 w 735806"/>
                <a:gd name="connsiteY60" fmla="*/ 319088 h 614362"/>
                <a:gd name="connsiteX61" fmla="*/ 109537 w 735806"/>
                <a:gd name="connsiteY61" fmla="*/ 340519 h 614362"/>
                <a:gd name="connsiteX62" fmla="*/ 111919 w 735806"/>
                <a:gd name="connsiteY62" fmla="*/ 390525 h 614362"/>
                <a:gd name="connsiteX63" fmla="*/ 128587 w 735806"/>
                <a:gd name="connsiteY63" fmla="*/ 428625 h 614362"/>
                <a:gd name="connsiteX64" fmla="*/ 104775 w 735806"/>
                <a:gd name="connsiteY64" fmla="*/ 445294 h 614362"/>
                <a:gd name="connsiteX65" fmla="*/ 123825 w 735806"/>
                <a:gd name="connsiteY65" fmla="*/ 504825 h 614362"/>
                <a:gd name="connsiteX0" fmla="*/ 123825 w 735806"/>
                <a:gd name="connsiteY0" fmla="*/ 504825 h 614362"/>
                <a:gd name="connsiteX1" fmla="*/ 207169 w 735806"/>
                <a:gd name="connsiteY1" fmla="*/ 528638 h 614362"/>
                <a:gd name="connsiteX2" fmla="*/ 235744 w 735806"/>
                <a:gd name="connsiteY2" fmla="*/ 535781 h 614362"/>
                <a:gd name="connsiteX3" fmla="*/ 257175 w 735806"/>
                <a:gd name="connsiteY3" fmla="*/ 531019 h 614362"/>
                <a:gd name="connsiteX4" fmla="*/ 259556 w 735806"/>
                <a:gd name="connsiteY4" fmla="*/ 547688 h 614362"/>
                <a:gd name="connsiteX5" fmla="*/ 259556 w 735806"/>
                <a:gd name="connsiteY5" fmla="*/ 592932 h 614362"/>
                <a:gd name="connsiteX6" fmla="*/ 276225 w 735806"/>
                <a:gd name="connsiteY6" fmla="*/ 611981 h 614362"/>
                <a:gd name="connsiteX7" fmla="*/ 276225 w 735806"/>
                <a:gd name="connsiteY7" fmla="*/ 611981 h 614362"/>
                <a:gd name="connsiteX8" fmla="*/ 311944 w 735806"/>
                <a:gd name="connsiteY8" fmla="*/ 614362 h 614362"/>
                <a:gd name="connsiteX9" fmla="*/ 323850 w 735806"/>
                <a:gd name="connsiteY9" fmla="*/ 566738 h 614362"/>
                <a:gd name="connsiteX10" fmla="*/ 340519 w 735806"/>
                <a:gd name="connsiteY10" fmla="*/ 561975 h 614362"/>
                <a:gd name="connsiteX11" fmla="*/ 364331 w 735806"/>
                <a:gd name="connsiteY11" fmla="*/ 585788 h 614362"/>
                <a:gd name="connsiteX12" fmla="*/ 381000 w 735806"/>
                <a:gd name="connsiteY12" fmla="*/ 600075 h 614362"/>
                <a:gd name="connsiteX13" fmla="*/ 400050 w 735806"/>
                <a:gd name="connsiteY13" fmla="*/ 607219 h 614362"/>
                <a:gd name="connsiteX14" fmla="*/ 426244 w 735806"/>
                <a:gd name="connsiteY14" fmla="*/ 573881 h 614362"/>
                <a:gd name="connsiteX15" fmla="*/ 433387 w 735806"/>
                <a:gd name="connsiteY15" fmla="*/ 533400 h 614362"/>
                <a:gd name="connsiteX16" fmla="*/ 447675 w 735806"/>
                <a:gd name="connsiteY16" fmla="*/ 504825 h 614362"/>
                <a:gd name="connsiteX17" fmla="*/ 473869 w 735806"/>
                <a:gd name="connsiteY17" fmla="*/ 542925 h 614362"/>
                <a:gd name="connsiteX18" fmla="*/ 495300 w 735806"/>
                <a:gd name="connsiteY18" fmla="*/ 561975 h 614362"/>
                <a:gd name="connsiteX19" fmla="*/ 516731 w 735806"/>
                <a:gd name="connsiteY19" fmla="*/ 578644 h 614362"/>
                <a:gd name="connsiteX20" fmla="*/ 550069 w 735806"/>
                <a:gd name="connsiteY20" fmla="*/ 566738 h 614362"/>
                <a:gd name="connsiteX21" fmla="*/ 557212 w 735806"/>
                <a:gd name="connsiteY21" fmla="*/ 547688 h 614362"/>
                <a:gd name="connsiteX22" fmla="*/ 557212 w 735806"/>
                <a:gd name="connsiteY22" fmla="*/ 535781 h 614362"/>
                <a:gd name="connsiteX23" fmla="*/ 531019 w 735806"/>
                <a:gd name="connsiteY23" fmla="*/ 511969 h 614362"/>
                <a:gd name="connsiteX24" fmla="*/ 514350 w 735806"/>
                <a:gd name="connsiteY24" fmla="*/ 421481 h 614362"/>
                <a:gd name="connsiteX25" fmla="*/ 514350 w 735806"/>
                <a:gd name="connsiteY25" fmla="*/ 421481 h 614362"/>
                <a:gd name="connsiteX26" fmla="*/ 464344 w 735806"/>
                <a:gd name="connsiteY26" fmla="*/ 445294 h 614362"/>
                <a:gd name="connsiteX27" fmla="*/ 438150 w 735806"/>
                <a:gd name="connsiteY27" fmla="*/ 431006 h 614362"/>
                <a:gd name="connsiteX28" fmla="*/ 426244 w 735806"/>
                <a:gd name="connsiteY28" fmla="*/ 385763 h 614362"/>
                <a:gd name="connsiteX29" fmla="*/ 411956 w 735806"/>
                <a:gd name="connsiteY29" fmla="*/ 381000 h 614362"/>
                <a:gd name="connsiteX30" fmla="*/ 388144 w 735806"/>
                <a:gd name="connsiteY30" fmla="*/ 350044 h 614362"/>
                <a:gd name="connsiteX31" fmla="*/ 409575 w 735806"/>
                <a:gd name="connsiteY31" fmla="*/ 314325 h 614362"/>
                <a:gd name="connsiteX32" fmla="*/ 507206 w 735806"/>
                <a:gd name="connsiteY32" fmla="*/ 338138 h 614362"/>
                <a:gd name="connsiteX33" fmla="*/ 528637 w 735806"/>
                <a:gd name="connsiteY33" fmla="*/ 311944 h 614362"/>
                <a:gd name="connsiteX34" fmla="*/ 626269 w 735806"/>
                <a:gd name="connsiteY34" fmla="*/ 290513 h 614362"/>
                <a:gd name="connsiteX35" fmla="*/ 631031 w 735806"/>
                <a:gd name="connsiteY35" fmla="*/ 240506 h 614362"/>
                <a:gd name="connsiteX36" fmla="*/ 714375 w 735806"/>
                <a:gd name="connsiteY36" fmla="*/ 166688 h 614362"/>
                <a:gd name="connsiteX37" fmla="*/ 735806 w 735806"/>
                <a:gd name="connsiteY37" fmla="*/ 71438 h 614362"/>
                <a:gd name="connsiteX38" fmla="*/ 707231 w 735806"/>
                <a:gd name="connsiteY38" fmla="*/ 0 h 614362"/>
                <a:gd name="connsiteX39" fmla="*/ 614362 w 735806"/>
                <a:gd name="connsiteY39" fmla="*/ 47625 h 614362"/>
                <a:gd name="connsiteX40" fmla="*/ 614362 w 735806"/>
                <a:gd name="connsiteY40" fmla="*/ 66675 h 614362"/>
                <a:gd name="connsiteX41" fmla="*/ 597694 w 735806"/>
                <a:gd name="connsiteY41" fmla="*/ 135731 h 614362"/>
                <a:gd name="connsiteX42" fmla="*/ 566737 w 735806"/>
                <a:gd name="connsiteY42" fmla="*/ 130969 h 614362"/>
                <a:gd name="connsiteX43" fmla="*/ 514350 w 735806"/>
                <a:gd name="connsiteY43" fmla="*/ 164306 h 614362"/>
                <a:gd name="connsiteX44" fmla="*/ 433387 w 735806"/>
                <a:gd name="connsiteY44" fmla="*/ 123825 h 614362"/>
                <a:gd name="connsiteX45" fmla="*/ 402431 w 735806"/>
                <a:gd name="connsiteY45" fmla="*/ 128588 h 614362"/>
                <a:gd name="connsiteX46" fmla="*/ 359569 w 735806"/>
                <a:gd name="connsiteY46" fmla="*/ 154781 h 614362"/>
                <a:gd name="connsiteX47" fmla="*/ 307181 w 735806"/>
                <a:gd name="connsiteY47" fmla="*/ 154781 h 614362"/>
                <a:gd name="connsiteX48" fmla="*/ 280987 w 735806"/>
                <a:gd name="connsiteY48" fmla="*/ 188119 h 614362"/>
                <a:gd name="connsiteX49" fmla="*/ 209550 w 735806"/>
                <a:gd name="connsiteY49" fmla="*/ 171450 h 614362"/>
                <a:gd name="connsiteX50" fmla="*/ 154781 w 735806"/>
                <a:gd name="connsiteY50" fmla="*/ 197644 h 614362"/>
                <a:gd name="connsiteX51" fmla="*/ 126206 w 735806"/>
                <a:gd name="connsiteY51" fmla="*/ 176213 h 614362"/>
                <a:gd name="connsiteX52" fmla="*/ 111919 w 735806"/>
                <a:gd name="connsiteY52" fmla="*/ 176213 h 614362"/>
                <a:gd name="connsiteX53" fmla="*/ 107156 w 735806"/>
                <a:gd name="connsiteY53" fmla="*/ 164306 h 614362"/>
                <a:gd name="connsiteX54" fmla="*/ 9525 w 735806"/>
                <a:gd name="connsiteY54" fmla="*/ 159544 h 614362"/>
                <a:gd name="connsiteX55" fmla="*/ 0 w 735806"/>
                <a:gd name="connsiteY55" fmla="*/ 190500 h 614362"/>
                <a:gd name="connsiteX56" fmla="*/ 2381 w 735806"/>
                <a:gd name="connsiteY56" fmla="*/ 261938 h 614362"/>
                <a:gd name="connsiteX57" fmla="*/ 30956 w 735806"/>
                <a:gd name="connsiteY57" fmla="*/ 278606 h 614362"/>
                <a:gd name="connsiteX58" fmla="*/ 47625 w 735806"/>
                <a:gd name="connsiteY58" fmla="*/ 285750 h 614362"/>
                <a:gd name="connsiteX59" fmla="*/ 69056 w 735806"/>
                <a:gd name="connsiteY59" fmla="*/ 292894 h 614362"/>
                <a:gd name="connsiteX60" fmla="*/ 80962 w 735806"/>
                <a:gd name="connsiteY60" fmla="*/ 319088 h 614362"/>
                <a:gd name="connsiteX61" fmla="*/ 109537 w 735806"/>
                <a:gd name="connsiteY61" fmla="*/ 340519 h 614362"/>
                <a:gd name="connsiteX62" fmla="*/ 111919 w 735806"/>
                <a:gd name="connsiteY62" fmla="*/ 390525 h 614362"/>
                <a:gd name="connsiteX63" fmla="*/ 128587 w 735806"/>
                <a:gd name="connsiteY63" fmla="*/ 428625 h 614362"/>
                <a:gd name="connsiteX64" fmla="*/ 104775 w 735806"/>
                <a:gd name="connsiteY64" fmla="*/ 445294 h 614362"/>
                <a:gd name="connsiteX65" fmla="*/ 123825 w 735806"/>
                <a:gd name="connsiteY65" fmla="*/ 504825 h 61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35806" h="614362">
                  <a:moveTo>
                    <a:pt x="123825" y="504825"/>
                  </a:moveTo>
                  <a:lnTo>
                    <a:pt x="207169" y="528638"/>
                  </a:lnTo>
                  <a:lnTo>
                    <a:pt x="235744" y="535781"/>
                  </a:lnTo>
                  <a:lnTo>
                    <a:pt x="257175" y="531019"/>
                  </a:lnTo>
                  <a:lnTo>
                    <a:pt x="259556" y="547688"/>
                  </a:lnTo>
                  <a:lnTo>
                    <a:pt x="259556" y="592932"/>
                  </a:lnTo>
                  <a:lnTo>
                    <a:pt x="276225" y="611981"/>
                  </a:lnTo>
                  <a:lnTo>
                    <a:pt x="276225" y="611981"/>
                  </a:lnTo>
                  <a:lnTo>
                    <a:pt x="311944" y="614362"/>
                  </a:lnTo>
                  <a:lnTo>
                    <a:pt x="323850" y="566738"/>
                  </a:lnTo>
                  <a:lnTo>
                    <a:pt x="340519" y="561975"/>
                  </a:lnTo>
                  <a:lnTo>
                    <a:pt x="364331" y="585788"/>
                  </a:lnTo>
                  <a:lnTo>
                    <a:pt x="381000" y="600075"/>
                  </a:lnTo>
                  <a:lnTo>
                    <a:pt x="400050" y="607219"/>
                  </a:lnTo>
                  <a:lnTo>
                    <a:pt x="426244" y="573881"/>
                  </a:lnTo>
                  <a:lnTo>
                    <a:pt x="433387" y="533400"/>
                  </a:lnTo>
                  <a:lnTo>
                    <a:pt x="447675" y="504825"/>
                  </a:lnTo>
                  <a:lnTo>
                    <a:pt x="473869" y="542925"/>
                  </a:lnTo>
                  <a:lnTo>
                    <a:pt x="495300" y="561975"/>
                  </a:lnTo>
                  <a:lnTo>
                    <a:pt x="516731" y="578644"/>
                  </a:lnTo>
                  <a:lnTo>
                    <a:pt x="550069" y="566738"/>
                  </a:lnTo>
                  <a:lnTo>
                    <a:pt x="557212" y="547688"/>
                  </a:lnTo>
                  <a:lnTo>
                    <a:pt x="557212" y="535781"/>
                  </a:lnTo>
                  <a:lnTo>
                    <a:pt x="531019" y="511969"/>
                  </a:lnTo>
                  <a:lnTo>
                    <a:pt x="514350" y="421481"/>
                  </a:lnTo>
                  <a:lnTo>
                    <a:pt x="514350" y="421481"/>
                  </a:lnTo>
                  <a:lnTo>
                    <a:pt x="464344" y="445294"/>
                  </a:lnTo>
                  <a:lnTo>
                    <a:pt x="438150" y="431006"/>
                  </a:lnTo>
                  <a:lnTo>
                    <a:pt x="426244" y="385763"/>
                  </a:lnTo>
                  <a:lnTo>
                    <a:pt x="411956" y="381000"/>
                  </a:lnTo>
                  <a:lnTo>
                    <a:pt x="388144" y="350044"/>
                  </a:lnTo>
                  <a:lnTo>
                    <a:pt x="409575" y="314325"/>
                  </a:lnTo>
                  <a:lnTo>
                    <a:pt x="507206" y="338138"/>
                  </a:lnTo>
                  <a:lnTo>
                    <a:pt x="528637" y="311944"/>
                  </a:lnTo>
                  <a:lnTo>
                    <a:pt x="626269" y="290513"/>
                  </a:lnTo>
                  <a:lnTo>
                    <a:pt x="631031" y="240506"/>
                  </a:lnTo>
                  <a:lnTo>
                    <a:pt x="714375" y="166688"/>
                  </a:lnTo>
                  <a:lnTo>
                    <a:pt x="735806" y="71438"/>
                  </a:lnTo>
                  <a:lnTo>
                    <a:pt x="707231" y="0"/>
                  </a:lnTo>
                  <a:lnTo>
                    <a:pt x="614362" y="47625"/>
                  </a:lnTo>
                  <a:lnTo>
                    <a:pt x="614362" y="66675"/>
                  </a:lnTo>
                  <a:lnTo>
                    <a:pt x="597694" y="135731"/>
                  </a:lnTo>
                  <a:lnTo>
                    <a:pt x="566737" y="130969"/>
                  </a:lnTo>
                  <a:lnTo>
                    <a:pt x="514350" y="164306"/>
                  </a:lnTo>
                  <a:lnTo>
                    <a:pt x="433387" y="123825"/>
                  </a:lnTo>
                  <a:lnTo>
                    <a:pt x="402431" y="128588"/>
                  </a:lnTo>
                  <a:lnTo>
                    <a:pt x="359569" y="154781"/>
                  </a:lnTo>
                  <a:lnTo>
                    <a:pt x="307181" y="154781"/>
                  </a:lnTo>
                  <a:lnTo>
                    <a:pt x="280987" y="188119"/>
                  </a:lnTo>
                  <a:lnTo>
                    <a:pt x="209550" y="171450"/>
                  </a:lnTo>
                  <a:lnTo>
                    <a:pt x="154781" y="197644"/>
                  </a:lnTo>
                  <a:lnTo>
                    <a:pt x="126206" y="176213"/>
                  </a:lnTo>
                  <a:lnTo>
                    <a:pt x="111919" y="176213"/>
                  </a:lnTo>
                  <a:lnTo>
                    <a:pt x="107156" y="164306"/>
                  </a:lnTo>
                  <a:lnTo>
                    <a:pt x="9525" y="159544"/>
                  </a:lnTo>
                  <a:lnTo>
                    <a:pt x="0" y="190500"/>
                  </a:lnTo>
                  <a:cubicBezTo>
                    <a:pt x="794" y="214313"/>
                    <a:pt x="1587" y="238125"/>
                    <a:pt x="2381" y="261938"/>
                  </a:cubicBezTo>
                  <a:lnTo>
                    <a:pt x="30956" y="278606"/>
                  </a:lnTo>
                  <a:lnTo>
                    <a:pt x="47625" y="285750"/>
                  </a:lnTo>
                  <a:lnTo>
                    <a:pt x="69056" y="292894"/>
                  </a:lnTo>
                  <a:lnTo>
                    <a:pt x="80962" y="319088"/>
                  </a:lnTo>
                  <a:lnTo>
                    <a:pt x="109537" y="340519"/>
                  </a:lnTo>
                  <a:lnTo>
                    <a:pt x="111919" y="390525"/>
                  </a:lnTo>
                  <a:lnTo>
                    <a:pt x="128587" y="428625"/>
                  </a:lnTo>
                  <a:lnTo>
                    <a:pt x="104775" y="445294"/>
                  </a:lnTo>
                  <a:lnTo>
                    <a:pt x="123825" y="504825"/>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dirty="0"/>
            </a:p>
          </p:txBody>
        </p:sp>
        <p:sp>
          <p:nvSpPr>
            <p:cNvPr id="89" name="Freeform 88"/>
            <p:cNvSpPr/>
            <p:nvPr/>
          </p:nvSpPr>
          <p:spPr>
            <a:xfrm>
              <a:off x="6775450" y="3702050"/>
              <a:ext cx="207963" cy="295275"/>
            </a:xfrm>
            <a:custGeom>
              <a:avLst/>
              <a:gdLst>
                <a:gd name="connsiteX0" fmla="*/ 195262 w 207168"/>
                <a:gd name="connsiteY0" fmla="*/ 0 h 295275"/>
                <a:gd name="connsiteX1" fmla="*/ 64293 w 207168"/>
                <a:gd name="connsiteY1" fmla="*/ 45244 h 295275"/>
                <a:gd name="connsiteX2" fmla="*/ 9525 w 207168"/>
                <a:gd name="connsiteY2" fmla="*/ 90488 h 295275"/>
                <a:gd name="connsiteX3" fmla="*/ 2381 w 207168"/>
                <a:gd name="connsiteY3" fmla="*/ 152400 h 295275"/>
                <a:gd name="connsiteX4" fmla="*/ 0 w 207168"/>
                <a:gd name="connsiteY4" fmla="*/ 197644 h 295275"/>
                <a:gd name="connsiteX5" fmla="*/ 7143 w 207168"/>
                <a:gd name="connsiteY5" fmla="*/ 204788 h 295275"/>
                <a:gd name="connsiteX6" fmla="*/ 4762 w 207168"/>
                <a:gd name="connsiteY6" fmla="*/ 228600 h 295275"/>
                <a:gd name="connsiteX7" fmla="*/ 30956 w 207168"/>
                <a:gd name="connsiteY7" fmla="*/ 252413 h 295275"/>
                <a:gd name="connsiteX8" fmla="*/ 52387 w 207168"/>
                <a:gd name="connsiteY8" fmla="*/ 295275 h 295275"/>
                <a:gd name="connsiteX9" fmla="*/ 69056 w 207168"/>
                <a:gd name="connsiteY9" fmla="*/ 288131 h 295275"/>
                <a:gd name="connsiteX10" fmla="*/ 69056 w 207168"/>
                <a:gd name="connsiteY10" fmla="*/ 259556 h 295275"/>
                <a:gd name="connsiteX11" fmla="*/ 88106 w 207168"/>
                <a:gd name="connsiteY11" fmla="*/ 233363 h 295275"/>
                <a:gd name="connsiteX12" fmla="*/ 104775 w 207168"/>
                <a:gd name="connsiteY12" fmla="*/ 228600 h 295275"/>
                <a:gd name="connsiteX13" fmla="*/ 176212 w 207168"/>
                <a:gd name="connsiteY13" fmla="*/ 161925 h 295275"/>
                <a:gd name="connsiteX14" fmla="*/ 180975 w 207168"/>
                <a:gd name="connsiteY14" fmla="*/ 128588 h 295275"/>
                <a:gd name="connsiteX15" fmla="*/ 185737 w 207168"/>
                <a:gd name="connsiteY15" fmla="*/ 97631 h 295275"/>
                <a:gd name="connsiteX16" fmla="*/ 185737 w 207168"/>
                <a:gd name="connsiteY16" fmla="*/ 88106 h 295275"/>
                <a:gd name="connsiteX17" fmla="*/ 207168 w 207168"/>
                <a:gd name="connsiteY17" fmla="*/ 59531 h 295275"/>
                <a:gd name="connsiteX18" fmla="*/ 195262 w 207168"/>
                <a:gd name="connsiteY18"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7168" h="295275">
                  <a:moveTo>
                    <a:pt x="195262" y="0"/>
                  </a:moveTo>
                  <a:lnTo>
                    <a:pt x="64293" y="45244"/>
                  </a:lnTo>
                  <a:lnTo>
                    <a:pt x="9525" y="90488"/>
                  </a:lnTo>
                  <a:lnTo>
                    <a:pt x="2381" y="152400"/>
                  </a:lnTo>
                  <a:lnTo>
                    <a:pt x="0" y="197644"/>
                  </a:lnTo>
                  <a:lnTo>
                    <a:pt x="7143" y="204788"/>
                  </a:lnTo>
                  <a:lnTo>
                    <a:pt x="4762" y="228600"/>
                  </a:lnTo>
                  <a:lnTo>
                    <a:pt x="30956" y="252413"/>
                  </a:lnTo>
                  <a:lnTo>
                    <a:pt x="52387" y="295275"/>
                  </a:lnTo>
                  <a:lnTo>
                    <a:pt x="69056" y="288131"/>
                  </a:lnTo>
                  <a:lnTo>
                    <a:pt x="69056" y="259556"/>
                  </a:lnTo>
                  <a:lnTo>
                    <a:pt x="88106" y="233363"/>
                  </a:lnTo>
                  <a:lnTo>
                    <a:pt x="104775" y="228600"/>
                  </a:lnTo>
                  <a:lnTo>
                    <a:pt x="176212" y="161925"/>
                  </a:lnTo>
                  <a:lnTo>
                    <a:pt x="180975" y="128588"/>
                  </a:lnTo>
                  <a:lnTo>
                    <a:pt x="185737" y="97631"/>
                  </a:lnTo>
                  <a:lnTo>
                    <a:pt x="185737" y="88106"/>
                  </a:lnTo>
                  <a:lnTo>
                    <a:pt x="207168" y="59531"/>
                  </a:lnTo>
                  <a:lnTo>
                    <a:pt x="195262" y="0"/>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90" name="Freeform 89"/>
            <p:cNvSpPr/>
            <p:nvPr/>
          </p:nvSpPr>
          <p:spPr>
            <a:xfrm>
              <a:off x="6946900" y="3686175"/>
              <a:ext cx="217488" cy="414338"/>
            </a:xfrm>
            <a:custGeom>
              <a:avLst/>
              <a:gdLst>
                <a:gd name="connsiteX0" fmla="*/ 0 w 216693"/>
                <a:gd name="connsiteY0" fmla="*/ 183356 h 411956"/>
                <a:gd name="connsiteX1" fmla="*/ 40481 w 216693"/>
                <a:gd name="connsiteY1" fmla="*/ 254793 h 411956"/>
                <a:gd name="connsiteX2" fmla="*/ 59531 w 216693"/>
                <a:gd name="connsiteY2" fmla="*/ 276225 h 411956"/>
                <a:gd name="connsiteX3" fmla="*/ 71437 w 216693"/>
                <a:gd name="connsiteY3" fmla="*/ 309562 h 411956"/>
                <a:gd name="connsiteX4" fmla="*/ 73818 w 216693"/>
                <a:gd name="connsiteY4" fmla="*/ 342900 h 411956"/>
                <a:gd name="connsiteX5" fmla="*/ 111918 w 216693"/>
                <a:gd name="connsiteY5" fmla="*/ 392906 h 411956"/>
                <a:gd name="connsiteX6" fmla="*/ 130968 w 216693"/>
                <a:gd name="connsiteY6" fmla="*/ 388143 h 411956"/>
                <a:gd name="connsiteX7" fmla="*/ 157162 w 216693"/>
                <a:gd name="connsiteY7" fmla="*/ 411956 h 411956"/>
                <a:gd name="connsiteX8" fmla="*/ 192881 w 216693"/>
                <a:gd name="connsiteY8" fmla="*/ 402431 h 411956"/>
                <a:gd name="connsiteX9" fmla="*/ 185737 w 216693"/>
                <a:gd name="connsiteY9" fmla="*/ 309562 h 411956"/>
                <a:gd name="connsiteX10" fmla="*/ 216693 w 216693"/>
                <a:gd name="connsiteY10" fmla="*/ 257175 h 411956"/>
                <a:gd name="connsiteX11" fmla="*/ 216693 w 216693"/>
                <a:gd name="connsiteY11" fmla="*/ 128587 h 411956"/>
                <a:gd name="connsiteX12" fmla="*/ 211931 w 216693"/>
                <a:gd name="connsiteY12" fmla="*/ 80962 h 411956"/>
                <a:gd name="connsiteX13" fmla="*/ 142875 w 216693"/>
                <a:gd name="connsiteY13" fmla="*/ 28575 h 411956"/>
                <a:gd name="connsiteX14" fmla="*/ 116681 w 216693"/>
                <a:gd name="connsiteY14" fmla="*/ 7143 h 411956"/>
                <a:gd name="connsiteX15" fmla="*/ 78581 w 216693"/>
                <a:gd name="connsiteY15" fmla="*/ 4762 h 411956"/>
                <a:gd name="connsiteX16" fmla="*/ 42862 w 216693"/>
                <a:gd name="connsiteY16" fmla="*/ 0 h 411956"/>
                <a:gd name="connsiteX17" fmla="*/ 35718 w 216693"/>
                <a:gd name="connsiteY17" fmla="*/ 19050 h 411956"/>
                <a:gd name="connsiteX18" fmla="*/ 35718 w 216693"/>
                <a:gd name="connsiteY18" fmla="*/ 19050 h 411956"/>
                <a:gd name="connsiteX19" fmla="*/ 38100 w 216693"/>
                <a:gd name="connsiteY19" fmla="*/ 88106 h 411956"/>
                <a:gd name="connsiteX20" fmla="*/ 11906 w 216693"/>
                <a:gd name="connsiteY20" fmla="*/ 114300 h 411956"/>
                <a:gd name="connsiteX21" fmla="*/ 0 w 216693"/>
                <a:gd name="connsiteY21" fmla="*/ 183356 h 411956"/>
                <a:gd name="connsiteX0" fmla="*/ 0 w 216693"/>
                <a:gd name="connsiteY0" fmla="*/ 183356 h 411956"/>
                <a:gd name="connsiteX1" fmla="*/ 40481 w 216693"/>
                <a:gd name="connsiteY1" fmla="*/ 254793 h 411956"/>
                <a:gd name="connsiteX2" fmla="*/ 59531 w 216693"/>
                <a:gd name="connsiteY2" fmla="*/ 276225 h 411956"/>
                <a:gd name="connsiteX3" fmla="*/ 71437 w 216693"/>
                <a:gd name="connsiteY3" fmla="*/ 309562 h 411956"/>
                <a:gd name="connsiteX4" fmla="*/ 73818 w 216693"/>
                <a:gd name="connsiteY4" fmla="*/ 342900 h 411956"/>
                <a:gd name="connsiteX5" fmla="*/ 111918 w 216693"/>
                <a:gd name="connsiteY5" fmla="*/ 392906 h 411956"/>
                <a:gd name="connsiteX6" fmla="*/ 130968 w 216693"/>
                <a:gd name="connsiteY6" fmla="*/ 388143 h 411956"/>
                <a:gd name="connsiteX7" fmla="*/ 157162 w 216693"/>
                <a:gd name="connsiteY7" fmla="*/ 411956 h 411956"/>
                <a:gd name="connsiteX8" fmla="*/ 192881 w 216693"/>
                <a:gd name="connsiteY8" fmla="*/ 402431 h 411956"/>
                <a:gd name="connsiteX9" fmla="*/ 185737 w 216693"/>
                <a:gd name="connsiteY9" fmla="*/ 309562 h 411956"/>
                <a:gd name="connsiteX10" fmla="*/ 216693 w 216693"/>
                <a:gd name="connsiteY10" fmla="*/ 257175 h 411956"/>
                <a:gd name="connsiteX11" fmla="*/ 216693 w 216693"/>
                <a:gd name="connsiteY11" fmla="*/ 128587 h 411956"/>
                <a:gd name="connsiteX12" fmla="*/ 211931 w 216693"/>
                <a:gd name="connsiteY12" fmla="*/ 80962 h 411956"/>
                <a:gd name="connsiteX13" fmla="*/ 142875 w 216693"/>
                <a:gd name="connsiteY13" fmla="*/ 28575 h 411956"/>
                <a:gd name="connsiteX14" fmla="*/ 116681 w 216693"/>
                <a:gd name="connsiteY14" fmla="*/ 7143 h 411956"/>
                <a:gd name="connsiteX15" fmla="*/ 78581 w 216693"/>
                <a:gd name="connsiteY15" fmla="*/ 4762 h 411956"/>
                <a:gd name="connsiteX16" fmla="*/ 42862 w 216693"/>
                <a:gd name="connsiteY16" fmla="*/ 0 h 411956"/>
                <a:gd name="connsiteX17" fmla="*/ 35718 w 216693"/>
                <a:gd name="connsiteY17" fmla="*/ 19050 h 411956"/>
                <a:gd name="connsiteX18" fmla="*/ 26193 w 216693"/>
                <a:gd name="connsiteY18" fmla="*/ 26194 h 411956"/>
                <a:gd name="connsiteX19" fmla="*/ 38100 w 216693"/>
                <a:gd name="connsiteY19" fmla="*/ 88106 h 411956"/>
                <a:gd name="connsiteX20" fmla="*/ 11906 w 216693"/>
                <a:gd name="connsiteY20" fmla="*/ 114300 h 411956"/>
                <a:gd name="connsiteX21" fmla="*/ 0 w 216693"/>
                <a:gd name="connsiteY21" fmla="*/ 183356 h 411956"/>
                <a:gd name="connsiteX0" fmla="*/ 0 w 216693"/>
                <a:gd name="connsiteY0" fmla="*/ 185737 h 414337"/>
                <a:gd name="connsiteX1" fmla="*/ 40481 w 216693"/>
                <a:gd name="connsiteY1" fmla="*/ 257174 h 414337"/>
                <a:gd name="connsiteX2" fmla="*/ 59531 w 216693"/>
                <a:gd name="connsiteY2" fmla="*/ 278606 h 414337"/>
                <a:gd name="connsiteX3" fmla="*/ 71437 w 216693"/>
                <a:gd name="connsiteY3" fmla="*/ 311943 h 414337"/>
                <a:gd name="connsiteX4" fmla="*/ 73818 w 216693"/>
                <a:gd name="connsiteY4" fmla="*/ 345281 h 414337"/>
                <a:gd name="connsiteX5" fmla="*/ 111918 w 216693"/>
                <a:gd name="connsiteY5" fmla="*/ 395287 h 414337"/>
                <a:gd name="connsiteX6" fmla="*/ 130968 w 216693"/>
                <a:gd name="connsiteY6" fmla="*/ 390524 h 414337"/>
                <a:gd name="connsiteX7" fmla="*/ 157162 w 216693"/>
                <a:gd name="connsiteY7" fmla="*/ 414337 h 414337"/>
                <a:gd name="connsiteX8" fmla="*/ 192881 w 216693"/>
                <a:gd name="connsiteY8" fmla="*/ 404812 h 414337"/>
                <a:gd name="connsiteX9" fmla="*/ 185737 w 216693"/>
                <a:gd name="connsiteY9" fmla="*/ 311943 h 414337"/>
                <a:gd name="connsiteX10" fmla="*/ 216693 w 216693"/>
                <a:gd name="connsiteY10" fmla="*/ 259556 h 414337"/>
                <a:gd name="connsiteX11" fmla="*/ 216693 w 216693"/>
                <a:gd name="connsiteY11" fmla="*/ 130968 h 414337"/>
                <a:gd name="connsiteX12" fmla="*/ 211931 w 216693"/>
                <a:gd name="connsiteY12" fmla="*/ 83343 h 414337"/>
                <a:gd name="connsiteX13" fmla="*/ 142875 w 216693"/>
                <a:gd name="connsiteY13" fmla="*/ 30956 h 414337"/>
                <a:gd name="connsiteX14" fmla="*/ 116681 w 216693"/>
                <a:gd name="connsiteY14" fmla="*/ 9524 h 414337"/>
                <a:gd name="connsiteX15" fmla="*/ 78581 w 216693"/>
                <a:gd name="connsiteY15" fmla="*/ 7143 h 414337"/>
                <a:gd name="connsiteX16" fmla="*/ 30956 w 216693"/>
                <a:gd name="connsiteY16" fmla="*/ 0 h 414337"/>
                <a:gd name="connsiteX17" fmla="*/ 35718 w 216693"/>
                <a:gd name="connsiteY17" fmla="*/ 21431 h 414337"/>
                <a:gd name="connsiteX18" fmla="*/ 26193 w 216693"/>
                <a:gd name="connsiteY18" fmla="*/ 28575 h 414337"/>
                <a:gd name="connsiteX19" fmla="*/ 38100 w 216693"/>
                <a:gd name="connsiteY19" fmla="*/ 90487 h 414337"/>
                <a:gd name="connsiteX20" fmla="*/ 11906 w 216693"/>
                <a:gd name="connsiteY20" fmla="*/ 116681 h 414337"/>
                <a:gd name="connsiteX21" fmla="*/ 0 w 216693"/>
                <a:gd name="connsiteY21" fmla="*/ 185737 h 414337"/>
                <a:gd name="connsiteX0" fmla="*/ 0 w 216693"/>
                <a:gd name="connsiteY0" fmla="*/ 185737 h 414337"/>
                <a:gd name="connsiteX1" fmla="*/ 40481 w 216693"/>
                <a:gd name="connsiteY1" fmla="*/ 257174 h 414337"/>
                <a:gd name="connsiteX2" fmla="*/ 59531 w 216693"/>
                <a:gd name="connsiteY2" fmla="*/ 278606 h 414337"/>
                <a:gd name="connsiteX3" fmla="*/ 71437 w 216693"/>
                <a:gd name="connsiteY3" fmla="*/ 311943 h 414337"/>
                <a:gd name="connsiteX4" fmla="*/ 73818 w 216693"/>
                <a:gd name="connsiteY4" fmla="*/ 345281 h 414337"/>
                <a:gd name="connsiteX5" fmla="*/ 111918 w 216693"/>
                <a:gd name="connsiteY5" fmla="*/ 395287 h 414337"/>
                <a:gd name="connsiteX6" fmla="*/ 130968 w 216693"/>
                <a:gd name="connsiteY6" fmla="*/ 390524 h 414337"/>
                <a:gd name="connsiteX7" fmla="*/ 157162 w 216693"/>
                <a:gd name="connsiteY7" fmla="*/ 414337 h 414337"/>
                <a:gd name="connsiteX8" fmla="*/ 192881 w 216693"/>
                <a:gd name="connsiteY8" fmla="*/ 404812 h 414337"/>
                <a:gd name="connsiteX9" fmla="*/ 185737 w 216693"/>
                <a:gd name="connsiteY9" fmla="*/ 311943 h 414337"/>
                <a:gd name="connsiteX10" fmla="*/ 216693 w 216693"/>
                <a:gd name="connsiteY10" fmla="*/ 259556 h 414337"/>
                <a:gd name="connsiteX11" fmla="*/ 216693 w 216693"/>
                <a:gd name="connsiteY11" fmla="*/ 130968 h 414337"/>
                <a:gd name="connsiteX12" fmla="*/ 211931 w 216693"/>
                <a:gd name="connsiteY12" fmla="*/ 83343 h 414337"/>
                <a:gd name="connsiteX13" fmla="*/ 142875 w 216693"/>
                <a:gd name="connsiteY13" fmla="*/ 30956 h 414337"/>
                <a:gd name="connsiteX14" fmla="*/ 116681 w 216693"/>
                <a:gd name="connsiteY14" fmla="*/ 9524 h 414337"/>
                <a:gd name="connsiteX15" fmla="*/ 78581 w 216693"/>
                <a:gd name="connsiteY15" fmla="*/ 7143 h 414337"/>
                <a:gd name="connsiteX16" fmla="*/ 30956 w 216693"/>
                <a:gd name="connsiteY16" fmla="*/ 0 h 414337"/>
                <a:gd name="connsiteX17" fmla="*/ 23812 w 216693"/>
                <a:gd name="connsiteY17" fmla="*/ 19050 h 414337"/>
                <a:gd name="connsiteX18" fmla="*/ 26193 w 216693"/>
                <a:gd name="connsiteY18" fmla="*/ 28575 h 414337"/>
                <a:gd name="connsiteX19" fmla="*/ 38100 w 216693"/>
                <a:gd name="connsiteY19" fmla="*/ 90487 h 414337"/>
                <a:gd name="connsiteX20" fmla="*/ 11906 w 216693"/>
                <a:gd name="connsiteY20" fmla="*/ 116681 h 414337"/>
                <a:gd name="connsiteX21" fmla="*/ 0 w 216693"/>
                <a:gd name="connsiteY21" fmla="*/ 185737 h 41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6693" h="414337">
                  <a:moveTo>
                    <a:pt x="0" y="185737"/>
                  </a:moveTo>
                  <a:lnTo>
                    <a:pt x="40481" y="257174"/>
                  </a:lnTo>
                  <a:lnTo>
                    <a:pt x="59531" y="278606"/>
                  </a:lnTo>
                  <a:lnTo>
                    <a:pt x="71437" y="311943"/>
                  </a:lnTo>
                  <a:lnTo>
                    <a:pt x="73818" y="345281"/>
                  </a:lnTo>
                  <a:lnTo>
                    <a:pt x="111918" y="395287"/>
                  </a:lnTo>
                  <a:lnTo>
                    <a:pt x="130968" y="390524"/>
                  </a:lnTo>
                  <a:lnTo>
                    <a:pt x="157162" y="414337"/>
                  </a:lnTo>
                  <a:lnTo>
                    <a:pt x="192881" y="404812"/>
                  </a:lnTo>
                  <a:lnTo>
                    <a:pt x="185737" y="311943"/>
                  </a:lnTo>
                  <a:lnTo>
                    <a:pt x="216693" y="259556"/>
                  </a:lnTo>
                  <a:lnTo>
                    <a:pt x="216693" y="130968"/>
                  </a:lnTo>
                  <a:lnTo>
                    <a:pt x="211931" y="83343"/>
                  </a:lnTo>
                  <a:lnTo>
                    <a:pt x="142875" y="30956"/>
                  </a:lnTo>
                  <a:lnTo>
                    <a:pt x="116681" y="9524"/>
                  </a:lnTo>
                  <a:lnTo>
                    <a:pt x="78581" y="7143"/>
                  </a:lnTo>
                  <a:lnTo>
                    <a:pt x="30956" y="0"/>
                  </a:lnTo>
                  <a:cubicBezTo>
                    <a:pt x="28575" y="6350"/>
                    <a:pt x="24606" y="14288"/>
                    <a:pt x="23812" y="19050"/>
                  </a:cubicBezTo>
                  <a:cubicBezTo>
                    <a:pt x="23018" y="23812"/>
                    <a:pt x="23812" y="16669"/>
                    <a:pt x="26193" y="28575"/>
                  </a:cubicBezTo>
                  <a:cubicBezTo>
                    <a:pt x="28574" y="40481"/>
                    <a:pt x="34131" y="69850"/>
                    <a:pt x="38100" y="90487"/>
                  </a:cubicBezTo>
                  <a:lnTo>
                    <a:pt x="11906" y="116681"/>
                  </a:lnTo>
                  <a:cubicBezTo>
                    <a:pt x="11112" y="139700"/>
                    <a:pt x="10319" y="162718"/>
                    <a:pt x="0" y="185737"/>
                  </a:cubicBez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91" name="Freeform 90"/>
            <p:cNvSpPr/>
            <p:nvPr/>
          </p:nvSpPr>
          <p:spPr>
            <a:xfrm>
              <a:off x="7059613" y="3467100"/>
              <a:ext cx="334962" cy="301625"/>
            </a:xfrm>
            <a:custGeom>
              <a:avLst/>
              <a:gdLst>
                <a:gd name="connsiteX0" fmla="*/ 104775 w 335757"/>
                <a:gd name="connsiteY0" fmla="*/ 302419 h 302419"/>
                <a:gd name="connsiteX1" fmla="*/ 247650 w 335757"/>
                <a:gd name="connsiteY1" fmla="*/ 276225 h 302419"/>
                <a:gd name="connsiteX2" fmla="*/ 280988 w 335757"/>
                <a:gd name="connsiteY2" fmla="*/ 209550 h 302419"/>
                <a:gd name="connsiteX3" fmla="*/ 302419 w 335757"/>
                <a:gd name="connsiteY3" fmla="*/ 173832 h 302419"/>
                <a:gd name="connsiteX4" fmla="*/ 316707 w 335757"/>
                <a:gd name="connsiteY4" fmla="*/ 138113 h 302419"/>
                <a:gd name="connsiteX5" fmla="*/ 335757 w 335757"/>
                <a:gd name="connsiteY5" fmla="*/ 114300 h 302419"/>
                <a:gd name="connsiteX6" fmla="*/ 314325 w 335757"/>
                <a:gd name="connsiteY6" fmla="*/ 66675 h 302419"/>
                <a:gd name="connsiteX7" fmla="*/ 309563 w 335757"/>
                <a:gd name="connsiteY7" fmla="*/ 30957 h 302419"/>
                <a:gd name="connsiteX8" fmla="*/ 252413 w 335757"/>
                <a:gd name="connsiteY8" fmla="*/ 7144 h 302419"/>
                <a:gd name="connsiteX9" fmla="*/ 216694 w 335757"/>
                <a:gd name="connsiteY9" fmla="*/ 0 h 302419"/>
                <a:gd name="connsiteX10" fmla="*/ 169069 w 335757"/>
                <a:gd name="connsiteY10" fmla="*/ 16669 h 302419"/>
                <a:gd name="connsiteX11" fmla="*/ 135732 w 335757"/>
                <a:gd name="connsiteY11" fmla="*/ 40482 h 302419"/>
                <a:gd name="connsiteX12" fmla="*/ 66675 w 335757"/>
                <a:gd name="connsiteY12" fmla="*/ 102394 h 302419"/>
                <a:gd name="connsiteX13" fmla="*/ 76200 w 335757"/>
                <a:gd name="connsiteY13" fmla="*/ 176213 h 302419"/>
                <a:gd name="connsiteX14" fmla="*/ 0 w 335757"/>
                <a:gd name="connsiteY14" fmla="*/ 221457 h 302419"/>
                <a:gd name="connsiteX15" fmla="*/ 104775 w 335757"/>
                <a:gd name="connsiteY15" fmla="*/ 302419 h 3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757" h="302419">
                  <a:moveTo>
                    <a:pt x="104775" y="302419"/>
                  </a:moveTo>
                  <a:lnTo>
                    <a:pt x="247650" y="276225"/>
                  </a:lnTo>
                  <a:lnTo>
                    <a:pt x="280988" y="209550"/>
                  </a:lnTo>
                  <a:lnTo>
                    <a:pt x="302419" y="173832"/>
                  </a:lnTo>
                  <a:lnTo>
                    <a:pt x="316707" y="138113"/>
                  </a:lnTo>
                  <a:lnTo>
                    <a:pt x="335757" y="114300"/>
                  </a:lnTo>
                  <a:lnTo>
                    <a:pt x="314325" y="66675"/>
                  </a:lnTo>
                  <a:lnTo>
                    <a:pt x="309563" y="30957"/>
                  </a:lnTo>
                  <a:lnTo>
                    <a:pt x="252413" y="7144"/>
                  </a:lnTo>
                  <a:lnTo>
                    <a:pt x="216694" y="0"/>
                  </a:lnTo>
                  <a:lnTo>
                    <a:pt x="169069" y="16669"/>
                  </a:lnTo>
                  <a:lnTo>
                    <a:pt x="135732" y="40482"/>
                  </a:lnTo>
                  <a:lnTo>
                    <a:pt x="66675" y="102394"/>
                  </a:lnTo>
                  <a:lnTo>
                    <a:pt x="76200" y="176213"/>
                  </a:lnTo>
                  <a:lnTo>
                    <a:pt x="0" y="221457"/>
                  </a:lnTo>
                  <a:lnTo>
                    <a:pt x="104775" y="302419"/>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92" name="Freeform 91"/>
            <p:cNvSpPr/>
            <p:nvPr/>
          </p:nvSpPr>
          <p:spPr>
            <a:xfrm>
              <a:off x="6459538" y="2959100"/>
              <a:ext cx="1119187" cy="736600"/>
            </a:xfrm>
            <a:custGeom>
              <a:avLst/>
              <a:gdLst>
                <a:gd name="connsiteX0" fmla="*/ 723900 w 1119188"/>
                <a:gd name="connsiteY0" fmla="*/ 554831 h 735806"/>
                <a:gd name="connsiteX1" fmla="*/ 716757 w 1119188"/>
                <a:gd name="connsiteY1" fmla="*/ 497681 h 735806"/>
                <a:gd name="connsiteX2" fmla="*/ 702469 w 1119188"/>
                <a:gd name="connsiteY2" fmla="*/ 473869 h 735806"/>
                <a:gd name="connsiteX3" fmla="*/ 716757 w 1119188"/>
                <a:gd name="connsiteY3" fmla="*/ 459581 h 735806"/>
                <a:gd name="connsiteX4" fmla="*/ 766763 w 1119188"/>
                <a:gd name="connsiteY4" fmla="*/ 461963 h 735806"/>
                <a:gd name="connsiteX5" fmla="*/ 764382 w 1119188"/>
                <a:gd name="connsiteY5" fmla="*/ 426244 h 735806"/>
                <a:gd name="connsiteX6" fmla="*/ 773907 w 1119188"/>
                <a:gd name="connsiteY6" fmla="*/ 407194 h 735806"/>
                <a:gd name="connsiteX7" fmla="*/ 819150 w 1119188"/>
                <a:gd name="connsiteY7" fmla="*/ 376238 h 735806"/>
                <a:gd name="connsiteX8" fmla="*/ 816769 w 1119188"/>
                <a:gd name="connsiteY8" fmla="*/ 283369 h 735806"/>
                <a:gd name="connsiteX9" fmla="*/ 840582 w 1119188"/>
                <a:gd name="connsiteY9" fmla="*/ 273844 h 735806"/>
                <a:gd name="connsiteX10" fmla="*/ 881063 w 1119188"/>
                <a:gd name="connsiteY10" fmla="*/ 321469 h 735806"/>
                <a:gd name="connsiteX11" fmla="*/ 909638 w 1119188"/>
                <a:gd name="connsiteY11" fmla="*/ 307181 h 735806"/>
                <a:gd name="connsiteX12" fmla="*/ 919163 w 1119188"/>
                <a:gd name="connsiteY12" fmla="*/ 264319 h 735806"/>
                <a:gd name="connsiteX13" fmla="*/ 952500 w 1119188"/>
                <a:gd name="connsiteY13" fmla="*/ 259556 h 735806"/>
                <a:gd name="connsiteX14" fmla="*/ 1004888 w 1119188"/>
                <a:gd name="connsiteY14" fmla="*/ 204788 h 735806"/>
                <a:gd name="connsiteX15" fmla="*/ 1035844 w 1119188"/>
                <a:gd name="connsiteY15" fmla="*/ 180975 h 735806"/>
                <a:gd name="connsiteX16" fmla="*/ 1104900 w 1119188"/>
                <a:gd name="connsiteY16" fmla="*/ 157163 h 735806"/>
                <a:gd name="connsiteX17" fmla="*/ 1116807 w 1119188"/>
                <a:gd name="connsiteY17" fmla="*/ 83344 h 735806"/>
                <a:gd name="connsiteX18" fmla="*/ 1116807 w 1119188"/>
                <a:gd name="connsiteY18" fmla="*/ 57150 h 735806"/>
                <a:gd name="connsiteX19" fmla="*/ 1119188 w 1119188"/>
                <a:gd name="connsiteY19" fmla="*/ 35719 h 735806"/>
                <a:gd name="connsiteX20" fmla="*/ 1104900 w 1119188"/>
                <a:gd name="connsiteY20" fmla="*/ 0 h 735806"/>
                <a:gd name="connsiteX21" fmla="*/ 1069182 w 1119188"/>
                <a:gd name="connsiteY21" fmla="*/ 7144 h 735806"/>
                <a:gd name="connsiteX22" fmla="*/ 992982 w 1119188"/>
                <a:gd name="connsiteY22" fmla="*/ 9525 h 735806"/>
                <a:gd name="connsiteX23" fmla="*/ 954882 w 1119188"/>
                <a:gd name="connsiteY23" fmla="*/ 38100 h 735806"/>
                <a:gd name="connsiteX24" fmla="*/ 931069 w 1119188"/>
                <a:gd name="connsiteY24" fmla="*/ 42863 h 735806"/>
                <a:gd name="connsiteX25" fmla="*/ 904875 w 1119188"/>
                <a:gd name="connsiteY25" fmla="*/ 42863 h 735806"/>
                <a:gd name="connsiteX26" fmla="*/ 831057 w 1119188"/>
                <a:gd name="connsiteY26" fmla="*/ 85725 h 735806"/>
                <a:gd name="connsiteX27" fmla="*/ 776288 w 1119188"/>
                <a:gd name="connsiteY27" fmla="*/ 104775 h 735806"/>
                <a:gd name="connsiteX28" fmla="*/ 707232 w 1119188"/>
                <a:gd name="connsiteY28" fmla="*/ 180975 h 735806"/>
                <a:gd name="connsiteX29" fmla="*/ 692944 w 1119188"/>
                <a:gd name="connsiteY29" fmla="*/ 195263 h 735806"/>
                <a:gd name="connsiteX30" fmla="*/ 626269 w 1119188"/>
                <a:gd name="connsiteY30" fmla="*/ 192881 h 735806"/>
                <a:gd name="connsiteX31" fmla="*/ 619125 w 1119188"/>
                <a:gd name="connsiteY31" fmla="*/ 207169 h 735806"/>
                <a:gd name="connsiteX32" fmla="*/ 519113 w 1119188"/>
                <a:gd name="connsiteY32" fmla="*/ 211931 h 735806"/>
                <a:gd name="connsiteX33" fmla="*/ 492919 w 1119188"/>
                <a:gd name="connsiteY33" fmla="*/ 230981 h 735806"/>
                <a:gd name="connsiteX34" fmla="*/ 459582 w 1119188"/>
                <a:gd name="connsiteY34" fmla="*/ 245269 h 735806"/>
                <a:gd name="connsiteX35" fmla="*/ 433388 w 1119188"/>
                <a:gd name="connsiteY35" fmla="*/ 271463 h 735806"/>
                <a:gd name="connsiteX36" fmla="*/ 416719 w 1119188"/>
                <a:gd name="connsiteY36" fmla="*/ 278606 h 735806"/>
                <a:gd name="connsiteX37" fmla="*/ 378619 w 1119188"/>
                <a:gd name="connsiteY37" fmla="*/ 278606 h 735806"/>
                <a:gd name="connsiteX38" fmla="*/ 335757 w 1119188"/>
                <a:gd name="connsiteY38" fmla="*/ 250031 h 735806"/>
                <a:gd name="connsiteX39" fmla="*/ 250032 w 1119188"/>
                <a:gd name="connsiteY39" fmla="*/ 250031 h 735806"/>
                <a:gd name="connsiteX40" fmla="*/ 211932 w 1119188"/>
                <a:gd name="connsiteY40" fmla="*/ 240506 h 735806"/>
                <a:gd name="connsiteX41" fmla="*/ 188119 w 1119188"/>
                <a:gd name="connsiteY41" fmla="*/ 221456 h 735806"/>
                <a:gd name="connsiteX42" fmla="*/ 171450 w 1119188"/>
                <a:gd name="connsiteY42" fmla="*/ 207169 h 735806"/>
                <a:gd name="connsiteX43" fmla="*/ 150019 w 1119188"/>
                <a:gd name="connsiteY43" fmla="*/ 202406 h 735806"/>
                <a:gd name="connsiteX44" fmla="*/ 126207 w 1119188"/>
                <a:gd name="connsiteY44" fmla="*/ 209550 h 735806"/>
                <a:gd name="connsiteX45" fmla="*/ 85725 w 1119188"/>
                <a:gd name="connsiteY45" fmla="*/ 226219 h 735806"/>
                <a:gd name="connsiteX46" fmla="*/ 54769 w 1119188"/>
                <a:gd name="connsiteY46" fmla="*/ 245269 h 735806"/>
                <a:gd name="connsiteX47" fmla="*/ 16669 w 1119188"/>
                <a:gd name="connsiteY47" fmla="*/ 254794 h 735806"/>
                <a:gd name="connsiteX48" fmla="*/ 0 w 1119188"/>
                <a:gd name="connsiteY48" fmla="*/ 261938 h 735806"/>
                <a:gd name="connsiteX49" fmla="*/ 28575 w 1119188"/>
                <a:gd name="connsiteY49" fmla="*/ 278606 h 735806"/>
                <a:gd name="connsiteX50" fmla="*/ 59532 w 1119188"/>
                <a:gd name="connsiteY50" fmla="*/ 278606 h 735806"/>
                <a:gd name="connsiteX51" fmla="*/ 80963 w 1119188"/>
                <a:gd name="connsiteY51" fmla="*/ 278606 h 735806"/>
                <a:gd name="connsiteX52" fmla="*/ 88107 w 1119188"/>
                <a:gd name="connsiteY52" fmla="*/ 276225 h 735806"/>
                <a:gd name="connsiteX53" fmla="*/ 100013 w 1119188"/>
                <a:gd name="connsiteY53" fmla="*/ 261938 h 735806"/>
                <a:gd name="connsiteX54" fmla="*/ 119063 w 1119188"/>
                <a:gd name="connsiteY54" fmla="*/ 259556 h 735806"/>
                <a:gd name="connsiteX55" fmla="*/ 142875 w 1119188"/>
                <a:gd name="connsiteY55" fmla="*/ 257175 h 735806"/>
                <a:gd name="connsiteX56" fmla="*/ 154782 w 1119188"/>
                <a:gd name="connsiteY56" fmla="*/ 271463 h 735806"/>
                <a:gd name="connsiteX57" fmla="*/ 145257 w 1119188"/>
                <a:gd name="connsiteY57" fmla="*/ 292894 h 735806"/>
                <a:gd name="connsiteX58" fmla="*/ 114300 w 1119188"/>
                <a:gd name="connsiteY58" fmla="*/ 304800 h 735806"/>
                <a:gd name="connsiteX59" fmla="*/ 78582 w 1119188"/>
                <a:gd name="connsiteY59" fmla="*/ 397669 h 735806"/>
                <a:gd name="connsiteX60" fmla="*/ 97632 w 1119188"/>
                <a:gd name="connsiteY60" fmla="*/ 421481 h 735806"/>
                <a:gd name="connsiteX61" fmla="*/ 102394 w 1119188"/>
                <a:gd name="connsiteY61" fmla="*/ 464344 h 735806"/>
                <a:gd name="connsiteX62" fmla="*/ 107157 w 1119188"/>
                <a:gd name="connsiteY62" fmla="*/ 481013 h 735806"/>
                <a:gd name="connsiteX63" fmla="*/ 142875 w 1119188"/>
                <a:gd name="connsiteY63" fmla="*/ 471488 h 735806"/>
                <a:gd name="connsiteX64" fmla="*/ 178594 w 1119188"/>
                <a:gd name="connsiteY64" fmla="*/ 459581 h 735806"/>
                <a:gd name="connsiteX65" fmla="*/ 228600 w 1119188"/>
                <a:gd name="connsiteY65" fmla="*/ 471488 h 735806"/>
                <a:gd name="connsiteX66" fmla="*/ 266700 w 1119188"/>
                <a:gd name="connsiteY66" fmla="*/ 481013 h 735806"/>
                <a:gd name="connsiteX67" fmla="*/ 319088 w 1119188"/>
                <a:gd name="connsiteY67" fmla="*/ 478631 h 735806"/>
                <a:gd name="connsiteX68" fmla="*/ 359569 w 1119188"/>
                <a:gd name="connsiteY68" fmla="*/ 461963 h 735806"/>
                <a:gd name="connsiteX69" fmla="*/ 395288 w 1119188"/>
                <a:gd name="connsiteY69" fmla="*/ 442913 h 735806"/>
                <a:gd name="connsiteX70" fmla="*/ 433388 w 1119188"/>
                <a:gd name="connsiteY70" fmla="*/ 450056 h 735806"/>
                <a:gd name="connsiteX71" fmla="*/ 473869 w 1119188"/>
                <a:gd name="connsiteY71" fmla="*/ 469106 h 735806"/>
                <a:gd name="connsiteX72" fmla="*/ 519113 w 1119188"/>
                <a:gd name="connsiteY72" fmla="*/ 495300 h 735806"/>
                <a:gd name="connsiteX73" fmla="*/ 550069 w 1119188"/>
                <a:gd name="connsiteY73" fmla="*/ 521494 h 735806"/>
                <a:gd name="connsiteX74" fmla="*/ 554832 w 1119188"/>
                <a:gd name="connsiteY74" fmla="*/ 559594 h 735806"/>
                <a:gd name="connsiteX75" fmla="*/ 550069 w 1119188"/>
                <a:gd name="connsiteY75" fmla="*/ 614363 h 735806"/>
                <a:gd name="connsiteX76" fmla="*/ 545307 w 1119188"/>
                <a:gd name="connsiteY76" fmla="*/ 645319 h 735806"/>
                <a:gd name="connsiteX77" fmla="*/ 519113 w 1119188"/>
                <a:gd name="connsiteY77" fmla="*/ 657225 h 735806"/>
                <a:gd name="connsiteX78" fmla="*/ 502444 w 1119188"/>
                <a:gd name="connsiteY78" fmla="*/ 673894 h 735806"/>
                <a:gd name="connsiteX79" fmla="*/ 504825 w 1119188"/>
                <a:gd name="connsiteY79" fmla="*/ 707231 h 735806"/>
                <a:gd name="connsiteX80" fmla="*/ 523875 w 1119188"/>
                <a:gd name="connsiteY80" fmla="*/ 731044 h 735806"/>
                <a:gd name="connsiteX81" fmla="*/ 604838 w 1119188"/>
                <a:gd name="connsiteY81" fmla="*/ 735806 h 735806"/>
                <a:gd name="connsiteX82" fmla="*/ 671513 w 1119188"/>
                <a:gd name="connsiteY82" fmla="*/ 685800 h 735806"/>
                <a:gd name="connsiteX83" fmla="*/ 671513 w 1119188"/>
                <a:gd name="connsiteY83" fmla="*/ 604838 h 735806"/>
                <a:gd name="connsiteX84" fmla="*/ 723900 w 1119188"/>
                <a:gd name="connsiteY84" fmla="*/ 554831 h 73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19188" h="735806">
                  <a:moveTo>
                    <a:pt x="723900" y="554831"/>
                  </a:moveTo>
                  <a:lnTo>
                    <a:pt x="716757" y="497681"/>
                  </a:lnTo>
                  <a:lnTo>
                    <a:pt x="702469" y="473869"/>
                  </a:lnTo>
                  <a:lnTo>
                    <a:pt x="716757" y="459581"/>
                  </a:lnTo>
                  <a:lnTo>
                    <a:pt x="766763" y="461963"/>
                  </a:lnTo>
                  <a:lnTo>
                    <a:pt x="764382" y="426244"/>
                  </a:lnTo>
                  <a:lnTo>
                    <a:pt x="773907" y="407194"/>
                  </a:lnTo>
                  <a:lnTo>
                    <a:pt x="819150" y="376238"/>
                  </a:lnTo>
                  <a:cubicBezTo>
                    <a:pt x="818356" y="345282"/>
                    <a:pt x="817563" y="314325"/>
                    <a:pt x="816769" y="283369"/>
                  </a:cubicBezTo>
                  <a:lnTo>
                    <a:pt x="840582" y="273844"/>
                  </a:lnTo>
                  <a:lnTo>
                    <a:pt x="881063" y="321469"/>
                  </a:lnTo>
                  <a:lnTo>
                    <a:pt x="909638" y="307181"/>
                  </a:lnTo>
                  <a:lnTo>
                    <a:pt x="919163" y="264319"/>
                  </a:lnTo>
                  <a:lnTo>
                    <a:pt x="952500" y="259556"/>
                  </a:lnTo>
                  <a:lnTo>
                    <a:pt x="1004888" y="204788"/>
                  </a:lnTo>
                  <a:lnTo>
                    <a:pt x="1035844" y="180975"/>
                  </a:lnTo>
                  <a:lnTo>
                    <a:pt x="1104900" y="157163"/>
                  </a:lnTo>
                  <a:lnTo>
                    <a:pt x="1116807" y="83344"/>
                  </a:lnTo>
                  <a:lnTo>
                    <a:pt x="1116807" y="57150"/>
                  </a:lnTo>
                  <a:lnTo>
                    <a:pt x="1119188" y="35719"/>
                  </a:lnTo>
                  <a:lnTo>
                    <a:pt x="1104900" y="0"/>
                  </a:lnTo>
                  <a:lnTo>
                    <a:pt x="1069182" y="7144"/>
                  </a:lnTo>
                  <a:lnTo>
                    <a:pt x="992982" y="9525"/>
                  </a:lnTo>
                  <a:lnTo>
                    <a:pt x="954882" y="38100"/>
                  </a:lnTo>
                  <a:lnTo>
                    <a:pt x="931069" y="42863"/>
                  </a:lnTo>
                  <a:lnTo>
                    <a:pt x="904875" y="42863"/>
                  </a:lnTo>
                  <a:lnTo>
                    <a:pt x="831057" y="85725"/>
                  </a:lnTo>
                  <a:lnTo>
                    <a:pt x="776288" y="104775"/>
                  </a:lnTo>
                  <a:lnTo>
                    <a:pt x="707232" y="180975"/>
                  </a:lnTo>
                  <a:lnTo>
                    <a:pt x="692944" y="195263"/>
                  </a:lnTo>
                  <a:lnTo>
                    <a:pt x="626269" y="192881"/>
                  </a:lnTo>
                  <a:lnTo>
                    <a:pt x="619125" y="207169"/>
                  </a:lnTo>
                  <a:lnTo>
                    <a:pt x="519113" y="211931"/>
                  </a:lnTo>
                  <a:lnTo>
                    <a:pt x="492919" y="230981"/>
                  </a:lnTo>
                  <a:lnTo>
                    <a:pt x="459582" y="245269"/>
                  </a:lnTo>
                  <a:lnTo>
                    <a:pt x="433388" y="271463"/>
                  </a:lnTo>
                  <a:lnTo>
                    <a:pt x="416719" y="278606"/>
                  </a:lnTo>
                  <a:lnTo>
                    <a:pt x="378619" y="278606"/>
                  </a:lnTo>
                  <a:lnTo>
                    <a:pt x="335757" y="250031"/>
                  </a:lnTo>
                  <a:lnTo>
                    <a:pt x="250032" y="250031"/>
                  </a:lnTo>
                  <a:lnTo>
                    <a:pt x="211932" y="240506"/>
                  </a:lnTo>
                  <a:lnTo>
                    <a:pt x="188119" y="221456"/>
                  </a:lnTo>
                  <a:lnTo>
                    <a:pt x="171450" y="207169"/>
                  </a:lnTo>
                  <a:lnTo>
                    <a:pt x="150019" y="202406"/>
                  </a:lnTo>
                  <a:lnTo>
                    <a:pt x="126207" y="209550"/>
                  </a:lnTo>
                  <a:lnTo>
                    <a:pt x="85725" y="226219"/>
                  </a:lnTo>
                  <a:lnTo>
                    <a:pt x="54769" y="245269"/>
                  </a:lnTo>
                  <a:lnTo>
                    <a:pt x="16669" y="254794"/>
                  </a:lnTo>
                  <a:lnTo>
                    <a:pt x="0" y="261938"/>
                  </a:lnTo>
                  <a:lnTo>
                    <a:pt x="28575" y="278606"/>
                  </a:lnTo>
                  <a:lnTo>
                    <a:pt x="59532" y="278606"/>
                  </a:lnTo>
                  <a:lnTo>
                    <a:pt x="80963" y="278606"/>
                  </a:lnTo>
                  <a:lnTo>
                    <a:pt x="88107" y="276225"/>
                  </a:lnTo>
                  <a:lnTo>
                    <a:pt x="100013" y="261938"/>
                  </a:lnTo>
                  <a:lnTo>
                    <a:pt x="119063" y="259556"/>
                  </a:lnTo>
                  <a:lnTo>
                    <a:pt x="142875" y="257175"/>
                  </a:lnTo>
                  <a:lnTo>
                    <a:pt x="154782" y="271463"/>
                  </a:lnTo>
                  <a:lnTo>
                    <a:pt x="145257" y="292894"/>
                  </a:lnTo>
                  <a:lnTo>
                    <a:pt x="114300" y="304800"/>
                  </a:lnTo>
                  <a:lnTo>
                    <a:pt x="78582" y="397669"/>
                  </a:lnTo>
                  <a:lnTo>
                    <a:pt x="97632" y="421481"/>
                  </a:lnTo>
                  <a:lnTo>
                    <a:pt x="102394" y="464344"/>
                  </a:lnTo>
                  <a:lnTo>
                    <a:pt x="107157" y="481013"/>
                  </a:lnTo>
                  <a:lnTo>
                    <a:pt x="142875" y="471488"/>
                  </a:lnTo>
                  <a:lnTo>
                    <a:pt x="178594" y="459581"/>
                  </a:lnTo>
                  <a:lnTo>
                    <a:pt x="228600" y="471488"/>
                  </a:lnTo>
                  <a:lnTo>
                    <a:pt x="266700" y="481013"/>
                  </a:lnTo>
                  <a:lnTo>
                    <a:pt x="319088" y="478631"/>
                  </a:lnTo>
                  <a:lnTo>
                    <a:pt x="359569" y="461963"/>
                  </a:lnTo>
                  <a:lnTo>
                    <a:pt x="395288" y="442913"/>
                  </a:lnTo>
                  <a:lnTo>
                    <a:pt x="433388" y="450056"/>
                  </a:lnTo>
                  <a:lnTo>
                    <a:pt x="473869" y="469106"/>
                  </a:lnTo>
                  <a:lnTo>
                    <a:pt x="519113" y="495300"/>
                  </a:lnTo>
                  <a:lnTo>
                    <a:pt x="550069" y="521494"/>
                  </a:lnTo>
                  <a:lnTo>
                    <a:pt x="554832" y="559594"/>
                  </a:lnTo>
                  <a:lnTo>
                    <a:pt x="550069" y="614363"/>
                  </a:lnTo>
                  <a:lnTo>
                    <a:pt x="545307" y="645319"/>
                  </a:lnTo>
                  <a:lnTo>
                    <a:pt x="519113" y="657225"/>
                  </a:lnTo>
                  <a:lnTo>
                    <a:pt x="502444" y="673894"/>
                  </a:lnTo>
                  <a:lnTo>
                    <a:pt x="504825" y="707231"/>
                  </a:lnTo>
                  <a:lnTo>
                    <a:pt x="523875" y="731044"/>
                  </a:lnTo>
                  <a:lnTo>
                    <a:pt x="604838" y="735806"/>
                  </a:lnTo>
                  <a:lnTo>
                    <a:pt x="671513" y="685800"/>
                  </a:lnTo>
                  <a:lnTo>
                    <a:pt x="671513" y="604838"/>
                  </a:lnTo>
                  <a:lnTo>
                    <a:pt x="723900" y="554831"/>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93" name="Freeform 92"/>
            <p:cNvSpPr/>
            <p:nvPr/>
          </p:nvSpPr>
          <p:spPr>
            <a:xfrm>
              <a:off x="6556375" y="3402013"/>
              <a:ext cx="460375" cy="212725"/>
            </a:xfrm>
            <a:custGeom>
              <a:avLst/>
              <a:gdLst>
                <a:gd name="connsiteX0" fmla="*/ 0 w 459581"/>
                <a:gd name="connsiteY0" fmla="*/ 42862 h 211931"/>
                <a:gd name="connsiteX1" fmla="*/ 7143 w 459581"/>
                <a:gd name="connsiteY1" fmla="*/ 104775 h 211931"/>
                <a:gd name="connsiteX2" fmla="*/ 30956 w 459581"/>
                <a:gd name="connsiteY2" fmla="*/ 119062 h 211931"/>
                <a:gd name="connsiteX3" fmla="*/ 33337 w 459581"/>
                <a:gd name="connsiteY3" fmla="*/ 171450 h 211931"/>
                <a:gd name="connsiteX4" fmla="*/ 38100 w 459581"/>
                <a:gd name="connsiteY4" fmla="*/ 188118 h 211931"/>
                <a:gd name="connsiteX5" fmla="*/ 88106 w 459581"/>
                <a:gd name="connsiteY5" fmla="*/ 204787 h 211931"/>
                <a:gd name="connsiteX6" fmla="*/ 88106 w 459581"/>
                <a:gd name="connsiteY6" fmla="*/ 204787 h 211931"/>
                <a:gd name="connsiteX7" fmla="*/ 147637 w 459581"/>
                <a:gd name="connsiteY7" fmla="*/ 211931 h 211931"/>
                <a:gd name="connsiteX8" fmla="*/ 180975 w 459581"/>
                <a:gd name="connsiteY8" fmla="*/ 197643 h 211931"/>
                <a:gd name="connsiteX9" fmla="*/ 214312 w 459581"/>
                <a:gd name="connsiteY9" fmla="*/ 192881 h 211931"/>
                <a:gd name="connsiteX10" fmla="*/ 242887 w 459581"/>
                <a:gd name="connsiteY10" fmla="*/ 204787 h 211931"/>
                <a:gd name="connsiteX11" fmla="*/ 261937 w 459581"/>
                <a:gd name="connsiteY11" fmla="*/ 204787 h 211931"/>
                <a:gd name="connsiteX12" fmla="*/ 321468 w 459581"/>
                <a:gd name="connsiteY12" fmla="*/ 178593 h 211931"/>
                <a:gd name="connsiteX13" fmla="*/ 350043 w 459581"/>
                <a:gd name="connsiteY13" fmla="*/ 180975 h 211931"/>
                <a:gd name="connsiteX14" fmla="*/ 402431 w 459581"/>
                <a:gd name="connsiteY14" fmla="*/ 161925 h 211931"/>
                <a:gd name="connsiteX15" fmla="*/ 457200 w 459581"/>
                <a:gd name="connsiteY15" fmla="*/ 173831 h 211931"/>
                <a:gd name="connsiteX16" fmla="*/ 459581 w 459581"/>
                <a:gd name="connsiteY16" fmla="*/ 128587 h 211931"/>
                <a:gd name="connsiteX17" fmla="*/ 450056 w 459581"/>
                <a:gd name="connsiteY17" fmla="*/ 83343 h 211931"/>
                <a:gd name="connsiteX18" fmla="*/ 423862 w 459581"/>
                <a:gd name="connsiteY18" fmla="*/ 52387 h 211931"/>
                <a:gd name="connsiteX19" fmla="*/ 357187 w 459581"/>
                <a:gd name="connsiteY19" fmla="*/ 19050 h 211931"/>
                <a:gd name="connsiteX20" fmla="*/ 319087 w 459581"/>
                <a:gd name="connsiteY20" fmla="*/ 0 h 211931"/>
                <a:gd name="connsiteX21" fmla="*/ 295275 w 459581"/>
                <a:gd name="connsiteY21" fmla="*/ 0 h 211931"/>
                <a:gd name="connsiteX22" fmla="*/ 240506 w 459581"/>
                <a:gd name="connsiteY22" fmla="*/ 33337 h 211931"/>
                <a:gd name="connsiteX23" fmla="*/ 176212 w 459581"/>
                <a:gd name="connsiteY23" fmla="*/ 45243 h 211931"/>
                <a:gd name="connsiteX24" fmla="*/ 95250 w 459581"/>
                <a:gd name="connsiteY24" fmla="*/ 19050 h 211931"/>
                <a:gd name="connsiteX25" fmla="*/ 78581 w 459581"/>
                <a:gd name="connsiteY25" fmla="*/ 16668 h 211931"/>
                <a:gd name="connsiteX26" fmla="*/ 0 w 459581"/>
                <a:gd name="connsiteY26" fmla="*/ 42862 h 21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9581" h="211931">
                  <a:moveTo>
                    <a:pt x="0" y="42862"/>
                  </a:moveTo>
                  <a:lnTo>
                    <a:pt x="7143" y="104775"/>
                  </a:lnTo>
                  <a:lnTo>
                    <a:pt x="30956" y="119062"/>
                  </a:lnTo>
                  <a:lnTo>
                    <a:pt x="33337" y="171450"/>
                  </a:lnTo>
                  <a:lnTo>
                    <a:pt x="38100" y="188118"/>
                  </a:lnTo>
                  <a:lnTo>
                    <a:pt x="88106" y="204787"/>
                  </a:lnTo>
                  <a:lnTo>
                    <a:pt x="88106" y="204787"/>
                  </a:lnTo>
                  <a:lnTo>
                    <a:pt x="147637" y="211931"/>
                  </a:lnTo>
                  <a:lnTo>
                    <a:pt x="180975" y="197643"/>
                  </a:lnTo>
                  <a:lnTo>
                    <a:pt x="214312" y="192881"/>
                  </a:lnTo>
                  <a:lnTo>
                    <a:pt x="242887" y="204787"/>
                  </a:lnTo>
                  <a:lnTo>
                    <a:pt x="261937" y="204787"/>
                  </a:lnTo>
                  <a:lnTo>
                    <a:pt x="321468" y="178593"/>
                  </a:lnTo>
                  <a:lnTo>
                    <a:pt x="350043" y="180975"/>
                  </a:lnTo>
                  <a:lnTo>
                    <a:pt x="402431" y="161925"/>
                  </a:lnTo>
                  <a:lnTo>
                    <a:pt x="457200" y="173831"/>
                  </a:lnTo>
                  <a:lnTo>
                    <a:pt x="459581" y="128587"/>
                  </a:lnTo>
                  <a:lnTo>
                    <a:pt x="450056" y="83343"/>
                  </a:lnTo>
                  <a:lnTo>
                    <a:pt x="423862" y="52387"/>
                  </a:lnTo>
                  <a:lnTo>
                    <a:pt x="357187" y="19050"/>
                  </a:lnTo>
                  <a:lnTo>
                    <a:pt x="319087" y="0"/>
                  </a:lnTo>
                  <a:lnTo>
                    <a:pt x="295275" y="0"/>
                  </a:lnTo>
                  <a:lnTo>
                    <a:pt x="240506" y="33337"/>
                  </a:lnTo>
                  <a:lnTo>
                    <a:pt x="176212" y="45243"/>
                  </a:lnTo>
                  <a:lnTo>
                    <a:pt x="95250" y="19050"/>
                  </a:lnTo>
                  <a:lnTo>
                    <a:pt x="78581" y="16668"/>
                  </a:lnTo>
                  <a:lnTo>
                    <a:pt x="0" y="42862"/>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94" name="Freeform 93"/>
            <p:cNvSpPr/>
            <p:nvPr/>
          </p:nvSpPr>
          <p:spPr>
            <a:xfrm>
              <a:off x="6794500" y="2676525"/>
              <a:ext cx="1060450" cy="563563"/>
            </a:xfrm>
            <a:custGeom>
              <a:avLst/>
              <a:gdLst>
                <a:gd name="connsiteX0" fmla="*/ 697706 w 1059656"/>
                <a:gd name="connsiteY0" fmla="*/ 531019 h 531019"/>
                <a:gd name="connsiteX1" fmla="*/ 778668 w 1059656"/>
                <a:gd name="connsiteY1" fmla="*/ 459581 h 531019"/>
                <a:gd name="connsiteX2" fmla="*/ 816768 w 1059656"/>
                <a:gd name="connsiteY2" fmla="*/ 440531 h 531019"/>
                <a:gd name="connsiteX3" fmla="*/ 852487 w 1059656"/>
                <a:gd name="connsiteY3" fmla="*/ 438150 h 531019"/>
                <a:gd name="connsiteX4" fmla="*/ 916781 w 1059656"/>
                <a:gd name="connsiteY4" fmla="*/ 423862 h 531019"/>
                <a:gd name="connsiteX5" fmla="*/ 950118 w 1059656"/>
                <a:gd name="connsiteY5" fmla="*/ 426244 h 531019"/>
                <a:gd name="connsiteX6" fmla="*/ 988218 w 1059656"/>
                <a:gd name="connsiteY6" fmla="*/ 442912 h 531019"/>
                <a:gd name="connsiteX7" fmla="*/ 1019175 w 1059656"/>
                <a:gd name="connsiteY7" fmla="*/ 411956 h 531019"/>
                <a:gd name="connsiteX8" fmla="*/ 992981 w 1059656"/>
                <a:gd name="connsiteY8" fmla="*/ 381000 h 531019"/>
                <a:gd name="connsiteX9" fmla="*/ 988218 w 1059656"/>
                <a:gd name="connsiteY9" fmla="*/ 350044 h 531019"/>
                <a:gd name="connsiteX10" fmla="*/ 995362 w 1059656"/>
                <a:gd name="connsiteY10" fmla="*/ 311944 h 531019"/>
                <a:gd name="connsiteX11" fmla="*/ 1023937 w 1059656"/>
                <a:gd name="connsiteY11" fmla="*/ 271462 h 531019"/>
                <a:gd name="connsiteX12" fmla="*/ 1052512 w 1059656"/>
                <a:gd name="connsiteY12" fmla="*/ 261937 h 531019"/>
                <a:gd name="connsiteX13" fmla="*/ 1059656 w 1059656"/>
                <a:gd name="connsiteY13" fmla="*/ 233362 h 531019"/>
                <a:gd name="connsiteX14" fmla="*/ 1047750 w 1059656"/>
                <a:gd name="connsiteY14" fmla="*/ 204787 h 531019"/>
                <a:gd name="connsiteX15" fmla="*/ 1019175 w 1059656"/>
                <a:gd name="connsiteY15" fmla="*/ 195262 h 531019"/>
                <a:gd name="connsiteX16" fmla="*/ 992981 w 1059656"/>
                <a:gd name="connsiteY16" fmla="*/ 202406 h 531019"/>
                <a:gd name="connsiteX17" fmla="*/ 935831 w 1059656"/>
                <a:gd name="connsiteY17" fmla="*/ 221456 h 531019"/>
                <a:gd name="connsiteX18" fmla="*/ 900112 w 1059656"/>
                <a:gd name="connsiteY18" fmla="*/ 226219 h 531019"/>
                <a:gd name="connsiteX19" fmla="*/ 878681 w 1059656"/>
                <a:gd name="connsiteY19" fmla="*/ 209550 h 531019"/>
                <a:gd name="connsiteX20" fmla="*/ 873918 w 1059656"/>
                <a:gd name="connsiteY20" fmla="*/ 195262 h 531019"/>
                <a:gd name="connsiteX21" fmla="*/ 881062 w 1059656"/>
                <a:gd name="connsiteY21" fmla="*/ 152400 h 531019"/>
                <a:gd name="connsiteX22" fmla="*/ 888206 w 1059656"/>
                <a:gd name="connsiteY22" fmla="*/ 116681 h 531019"/>
                <a:gd name="connsiteX23" fmla="*/ 871537 w 1059656"/>
                <a:gd name="connsiteY23" fmla="*/ 78581 h 531019"/>
                <a:gd name="connsiteX24" fmla="*/ 840581 w 1059656"/>
                <a:gd name="connsiteY24" fmla="*/ 61912 h 531019"/>
                <a:gd name="connsiteX25" fmla="*/ 862012 w 1059656"/>
                <a:gd name="connsiteY25" fmla="*/ 14287 h 531019"/>
                <a:gd name="connsiteX26" fmla="*/ 809625 w 1059656"/>
                <a:gd name="connsiteY26" fmla="*/ 0 h 531019"/>
                <a:gd name="connsiteX27" fmla="*/ 797718 w 1059656"/>
                <a:gd name="connsiteY27" fmla="*/ 16669 h 531019"/>
                <a:gd name="connsiteX28" fmla="*/ 757237 w 1059656"/>
                <a:gd name="connsiteY28" fmla="*/ 11906 h 531019"/>
                <a:gd name="connsiteX29" fmla="*/ 735806 w 1059656"/>
                <a:gd name="connsiteY29" fmla="*/ 16669 h 531019"/>
                <a:gd name="connsiteX30" fmla="*/ 719137 w 1059656"/>
                <a:gd name="connsiteY30" fmla="*/ 45244 h 531019"/>
                <a:gd name="connsiteX31" fmla="*/ 723900 w 1059656"/>
                <a:gd name="connsiteY31" fmla="*/ 64294 h 531019"/>
                <a:gd name="connsiteX32" fmla="*/ 707231 w 1059656"/>
                <a:gd name="connsiteY32" fmla="*/ 78581 h 531019"/>
                <a:gd name="connsiteX33" fmla="*/ 631031 w 1059656"/>
                <a:gd name="connsiteY33" fmla="*/ 80962 h 531019"/>
                <a:gd name="connsiteX34" fmla="*/ 597693 w 1059656"/>
                <a:gd name="connsiteY34" fmla="*/ 66675 h 531019"/>
                <a:gd name="connsiteX35" fmla="*/ 569118 w 1059656"/>
                <a:gd name="connsiteY35" fmla="*/ 38100 h 531019"/>
                <a:gd name="connsiteX36" fmla="*/ 531018 w 1059656"/>
                <a:gd name="connsiteY36" fmla="*/ 33337 h 531019"/>
                <a:gd name="connsiteX37" fmla="*/ 497681 w 1059656"/>
                <a:gd name="connsiteY37" fmla="*/ 57150 h 531019"/>
                <a:gd name="connsiteX38" fmla="*/ 481012 w 1059656"/>
                <a:gd name="connsiteY38" fmla="*/ 76200 h 531019"/>
                <a:gd name="connsiteX39" fmla="*/ 466725 w 1059656"/>
                <a:gd name="connsiteY39" fmla="*/ 92869 h 531019"/>
                <a:gd name="connsiteX40" fmla="*/ 450056 w 1059656"/>
                <a:gd name="connsiteY40" fmla="*/ 111919 h 531019"/>
                <a:gd name="connsiteX41" fmla="*/ 454818 w 1059656"/>
                <a:gd name="connsiteY41" fmla="*/ 138112 h 531019"/>
                <a:gd name="connsiteX42" fmla="*/ 423862 w 1059656"/>
                <a:gd name="connsiteY42" fmla="*/ 161925 h 531019"/>
                <a:gd name="connsiteX43" fmla="*/ 371475 w 1059656"/>
                <a:gd name="connsiteY43" fmla="*/ 171450 h 531019"/>
                <a:gd name="connsiteX44" fmla="*/ 330993 w 1059656"/>
                <a:gd name="connsiteY44" fmla="*/ 190500 h 531019"/>
                <a:gd name="connsiteX45" fmla="*/ 321468 w 1059656"/>
                <a:gd name="connsiteY45" fmla="*/ 228600 h 531019"/>
                <a:gd name="connsiteX46" fmla="*/ 319087 w 1059656"/>
                <a:gd name="connsiteY46" fmla="*/ 235744 h 531019"/>
                <a:gd name="connsiteX47" fmla="*/ 266700 w 1059656"/>
                <a:gd name="connsiteY47" fmla="*/ 252412 h 531019"/>
                <a:gd name="connsiteX48" fmla="*/ 180975 w 1059656"/>
                <a:gd name="connsiteY48" fmla="*/ 283369 h 531019"/>
                <a:gd name="connsiteX49" fmla="*/ 157162 w 1059656"/>
                <a:gd name="connsiteY49" fmla="*/ 276225 h 531019"/>
                <a:gd name="connsiteX50" fmla="*/ 128587 w 1059656"/>
                <a:gd name="connsiteY50" fmla="*/ 266700 h 531019"/>
                <a:gd name="connsiteX51" fmla="*/ 130968 w 1059656"/>
                <a:gd name="connsiteY51" fmla="*/ 326231 h 531019"/>
                <a:gd name="connsiteX52" fmla="*/ 169068 w 1059656"/>
                <a:gd name="connsiteY52" fmla="*/ 354806 h 531019"/>
                <a:gd name="connsiteX53" fmla="*/ 185737 w 1059656"/>
                <a:gd name="connsiteY53" fmla="*/ 378619 h 531019"/>
                <a:gd name="connsiteX54" fmla="*/ 180975 w 1059656"/>
                <a:gd name="connsiteY54" fmla="*/ 409575 h 531019"/>
                <a:gd name="connsiteX55" fmla="*/ 173831 w 1059656"/>
                <a:gd name="connsiteY55" fmla="*/ 438150 h 531019"/>
                <a:gd name="connsiteX56" fmla="*/ 130968 w 1059656"/>
                <a:gd name="connsiteY56" fmla="*/ 440531 h 531019"/>
                <a:gd name="connsiteX57" fmla="*/ 95250 w 1059656"/>
                <a:gd name="connsiteY57" fmla="*/ 454819 h 531019"/>
                <a:gd name="connsiteX58" fmla="*/ 71437 w 1059656"/>
                <a:gd name="connsiteY58" fmla="*/ 459581 h 531019"/>
                <a:gd name="connsiteX59" fmla="*/ 50006 w 1059656"/>
                <a:gd name="connsiteY59" fmla="*/ 471487 h 531019"/>
                <a:gd name="connsiteX60" fmla="*/ 30956 w 1059656"/>
                <a:gd name="connsiteY60" fmla="*/ 488156 h 531019"/>
                <a:gd name="connsiteX61" fmla="*/ 7143 w 1059656"/>
                <a:gd name="connsiteY61" fmla="*/ 495300 h 531019"/>
                <a:gd name="connsiteX62" fmla="*/ 0 w 1059656"/>
                <a:gd name="connsiteY62" fmla="*/ 500062 h 531019"/>
                <a:gd name="connsiteX63" fmla="*/ 38100 w 1059656"/>
                <a:gd name="connsiteY63" fmla="*/ 528637 h 531019"/>
                <a:gd name="connsiteX64" fmla="*/ 80962 w 1059656"/>
                <a:gd name="connsiteY64" fmla="*/ 526256 h 531019"/>
                <a:gd name="connsiteX65" fmla="*/ 116681 w 1059656"/>
                <a:gd name="connsiteY65" fmla="*/ 492919 h 531019"/>
                <a:gd name="connsiteX66" fmla="*/ 171450 w 1059656"/>
                <a:gd name="connsiteY66" fmla="*/ 466725 h 531019"/>
                <a:gd name="connsiteX67" fmla="*/ 278606 w 1059656"/>
                <a:gd name="connsiteY67" fmla="*/ 459581 h 531019"/>
                <a:gd name="connsiteX68" fmla="*/ 292893 w 1059656"/>
                <a:gd name="connsiteY68" fmla="*/ 447675 h 531019"/>
                <a:gd name="connsiteX69" fmla="*/ 357187 w 1059656"/>
                <a:gd name="connsiteY69" fmla="*/ 447675 h 531019"/>
                <a:gd name="connsiteX70" fmla="*/ 433387 w 1059656"/>
                <a:gd name="connsiteY70" fmla="*/ 354806 h 531019"/>
                <a:gd name="connsiteX71" fmla="*/ 559593 w 1059656"/>
                <a:gd name="connsiteY71" fmla="*/ 295275 h 531019"/>
                <a:gd name="connsiteX72" fmla="*/ 619125 w 1059656"/>
                <a:gd name="connsiteY72" fmla="*/ 288131 h 531019"/>
                <a:gd name="connsiteX73" fmla="*/ 654843 w 1059656"/>
                <a:gd name="connsiteY73" fmla="*/ 261937 h 531019"/>
                <a:gd name="connsiteX74" fmla="*/ 716756 w 1059656"/>
                <a:gd name="connsiteY74" fmla="*/ 259556 h 531019"/>
                <a:gd name="connsiteX75" fmla="*/ 771525 w 1059656"/>
                <a:gd name="connsiteY75" fmla="*/ 252412 h 531019"/>
                <a:gd name="connsiteX76" fmla="*/ 781050 w 1059656"/>
                <a:gd name="connsiteY76" fmla="*/ 290512 h 531019"/>
                <a:gd name="connsiteX77" fmla="*/ 773906 w 1059656"/>
                <a:gd name="connsiteY77" fmla="*/ 411956 h 531019"/>
                <a:gd name="connsiteX78" fmla="*/ 707231 w 1059656"/>
                <a:gd name="connsiteY78" fmla="*/ 428625 h 531019"/>
                <a:gd name="connsiteX79" fmla="*/ 652462 w 1059656"/>
                <a:gd name="connsiteY79" fmla="*/ 481012 h 531019"/>
                <a:gd name="connsiteX80" fmla="*/ 697706 w 1059656"/>
                <a:gd name="connsiteY80" fmla="*/ 531019 h 531019"/>
                <a:gd name="connsiteX0" fmla="*/ 697706 w 1059656"/>
                <a:gd name="connsiteY0" fmla="*/ 531019 h 531019"/>
                <a:gd name="connsiteX1" fmla="*/ 778668 w 1059656"/>
                <a:gd name="connsiteY1" fmla="*/ 459581 h 531019"/>
                <a:gd name="connsiteX2" fmla="*/ 816768 w 1059656"/>
                <a:gd name="connsiteY2" fmla="*/ 440531 h 531019"/>
                <a:gd name="connsiteX3" fmla="*/ 852487 w 1059656"/>
                <a:gd name="connsiteY3" fmla="*/ 438150 h 531019"/>
                <a:gd name="connsiteX4" fmla="*/ 916781 w 1059656"/>
                <a:gd name="connsiteY4" fmla="*/ 423862 h 531019"/>
                <a:gd name="connsiteX5" fmla="*/ 950118 w 1059656"/>
                <a:gd name="connsiteY5" fmla="*/ 426244 h 531019"/>
                <a:gd name="connsiteX6" fmla="*/ 988218 w 1059656"/>
                <a:gd name="connsiteY6" fmla="*/ 442912 h 531019"/>
                <a:gd name="connsiteX7" fmla="*/ 1019175 w 1059656"/>
                <a:gd name="connsiteY7" fmla="*/ 411956 h 531019"/>
                <a:gd name="connsiteX8" fmla="*/ 992981 w 1059656"/>
                <a:gd name="connsiteY8" fmla="*/ 381000 h 531019"/>
                <a:gd name="connsiteX9" fmla="*/ 988218 w 1059656"/>
                <a:gd name="connsiteY9" fmla="*/ 350044 h 531019"/>
                <a:gd name="connsiteX10" fmla="*/ 995362 w 1059656"/>
                <a:gd name="connsiteY10" fmla="*/ 311944 h 531019"/>
                <a:gd name="connsiteX11" fmla="*/ 1023937 w 1059656"/>
                <a:gd name="connsiteY11" fmla="*/ 271462 h 531019"/>
                <a:gd name="connsiteX12" fmla="*/ 1052512 w 1059656"/>
                <a:gd name="connsiteY12" fmla="*/ 261937 h 531019"/>
                <a:gd name="connsiteX13" fmla="*/ 1059656 w 1059656"/>
                <a:gd name="connsiteY13" fmla="*/ 233362 h 531019"/>
                <a:gd name="connsiteX14" fmla="*/ 1047750 w 1059656"/>
                <a:gd name="connsiteY14" fmla="*/ 204787 h 531019"/>
                <a:gd name="connsiteX15" fmla="*/ 1019175 w 1059656"/>
                <a:gd name="connsiteY15" fmla="*/ 195262 h 531019"/>
                <a:gd name="connsiteX16" fmla="*/ 992981 w 1059656"/>
                <a:gd name="connsiteY16" fmla="*/ 202406 h 531019"/>
                <a:gd name="connsiteX17" fmla="*/ 935831 w 1059656"/>
                <a:gd name="connsiteY17" fmla="*/ 221456 h 531019"/>
                <a:gd name="connsiteX18" fmla="*/ 900112 w 1059656"/>
                <a:gd name="connsiteY18" fmla="*/ 226219 h 531019"/>
                <a:gd name="connsiteX19" fmla="*/ 878681 w 1059656"/>
                <a:gd name="connsiteY19" fmla="*/ 209550 h 531019"/>
                <a:gd name="connsiteX20" fmla="*/ 873918 w 1059656"/>
                <a:gd name="connsiteY20" fmla="*/ 195262 h 531019"/>
                <a:gd name="connsiteX21" fmla="*/ 881062 w 1059656"/>
                <a:gd name="connsiteY21" fmla="*/ 152400 h 531019"/>
                <a:gd name="connsiteX22" fmla="*/ 888206 w 1059656"/>
                <a:gd name="connsiteY22" fmla="*/ 116681 h 531019"/>
                <a:gd name="connsiteX23" fmla="*/ 871537 w 1059656"/>
                <a:gd name="connsiteY23" fmla="*/ 78581 h 531019"/>
                <a:gd name="connsiteX24" fmla="*/ 840581 w 1059656"/>
                <a:gd name="connsiteY24" fmla="*/ 61912 h 531019"/>
                <a:gd name="connsiteX25" fmla="*/ 862012 w 1059656"/>
                <a:gd name="connsiteY25" fmla="*/ 14287 h 531019"/>
                <a:gd name="connsiteX26" fmla="*/ 809625 w 1059656"/>
                <a:gd name="connsiteY26" fmla="*/ 0 h 531019"/>
                <a:gd name="connsiteX27" fmla="*/ 797718 w 1059656"/>
                <a:gd name="connsiteY27" fmla="*/ 16669 h 531019"/>
                <a:gd name="connsiteX28" fmla="*/ 757237 w 1059656"/>
                <a:gd name="connsiteY28" fmla="*/ 11906 h 531019"/>
                <a:gd name="connsiteX29" fmla="*/ 735806 w 1059656"/>
                <a:gd name="connsiteY29" fmla="*/ 16669 h 531019"/>
                <a:gd name="connsiteX30" fmla="*/ 719137 w 1059656"/>
                <a:gd name="connsiteY30" fmla="*/ 45244 h 531019"/>
                <a:gd name="connsiteX31" fmla="*/ 723900 w 1059656"/>
                <a:gd name="connsiteY31" fmla="*/ 64294 h 531019"/>
                <a:gd name="connsiteX32" fmla="*/ 707231 w 1059656"/>
                <a:gd name="connsiteY32" fmla="*/ 78581 h 531019"/>
                <a:gd name="connsiteX33" fmla="*/ 631031 w 1059656"/>
                <a:gd name="connsiteY33" fmla="*/ 80962 h 531019"/>
                <a:gd name="connsiteX34" fmla="*/ 597693 w 1059656"/>
                <a:gd name="connsiteY34" fmla="*/ 66675 h 531019"/>
                <a:gd name="connsiteX35" fmla="*/ 569118 w 1059656"/>
                <a:gd name="connsiteY35" fmla="*/ 38100 h 531019"/>
                <a:gd name="connsiteX36" fmla="*/ 531018 w 1059656"/>
                <a:gd name="connsiteY36" fmla="*/ 33337 h 531019"/>
                <a:gd name="connsiteX37" fmla="*/ 497681 w 1059656"/>
                <a:gd name="connsiteY37" fmla="*/ 57150 h 531019"/>
                <a:gd name="connsiteX38" fmla="*/ 481012 w 1059656"/>
                <a:gd name="connsiteY38" fmla="*/ 76200 h 531019"/>
                <a:gd name="connsiteX39" fmla="*/ 466725 w 1059656"/>
                <a:gd name="connsiteY39" fmla="*/ 92869 h 531019"/>
                <a:gd name="connsiteX40" fmla="*/ 450056 w 1059656"/>
                <a:gd name="connsiteY40" fmla="*/ 111919 h 531019"/>
                <a:gd name="connsiteX41" fmla="*/ 454818 w 1059656"/>
                <a:gd name="connsiteY41" fmla="*/ 138112 h 531019"/>
                <a:gd name="connsiteX42" fmla="*/ 423862 w 1059656"/>
                <a:gd name="connsiteY42" fmla="*/ 161925 h 531019"/>
                <a:gd name="connsiteX43" fmla="*/ 371475 w 1059656"/>
                <a:gd name="connsiteY43" fmla="*/ 171450 h 531019"/>
                <a:gd name="connsiteX44" fmla="*/ 330993 w 1059656"/>
                <a:gd name="connsiteY44" fmla="*/ 190500 h 531019"/>
                <a:gd name="connsiteX45" fmla="*/ 321468 w 1059656"/>
                <a:gd name="connsiteY45" fmla="*/ 228600 h 531019"/>
                <a:gd name="connsiteX46" fmla="*/ 319087 w 1059656"/>
                <a:gd name="connsiteY46" fmla="*/ 235744 h 531019"/>
                <a:gd name="connsiteX47" fmla="*/ 266700 w 1059656"/>
                <a:gd name="connsiteY47" fmla="*/ 252412 h 531019"/>
                <a:gd name="connsiteX48" fmla="*/ 180975 w 1059656"/>
                <a:gd name="connsiteY48" fmla="*/ 283369 h 531019"/>
                <a:gd name="connsiteX49" fmla="*/ 157162 w 1059656"/>
                <a:gd name="connsiteY49" fmla="*/ 276225 h 531019"/>
                <a:gd name="connsiteX50" fmla="*/ 128587 w 1059656"/>
                <a:gd name="connsiteY50" fmla="*/ 266700 h 531019"/>
                <a:gd name="connsiteX51" fmla="*/ 130968 w 1059656"/>
                <a:gd name="connsiteY51" fmla="*/ 326231 h 531019"/>
                <a:gd name="connsiteX52" fmla="*/ 169068 w 1059656"/>
                <a:gd name="connsiteY52" fmla="*/ 354806 h 531019"/>
                <a:gd name="connsiteX53" fmla="*/ 185737 w 1059656"/>
                <a:gd name="connsiteY53" fmla="*/ 378619 h 531019"/>
                <a:gd name="connsiteX54" fmla="*/ 180975 w 1059656"/>
                <a:gd name="connsiteY54" fmla="*/ 409575 h 531019"/>
                <a:gd name="connsiteX55" fmla="*/ 173831 w 1059656"/>
                <a:gd name="connsiteY55" fmla="*/ 438150 h 531019"/>
                <a:gd name="connsiteX56" fmla="*/ 130968 w 1059656"/>
                <a:gd name="connsiteY56" fmla="*/ 440531 h 531019"/>
                <a:gd name="connsiteX57" fmla="*/ 95250 w 1059656"/>
                <a:gd name="connsiteY57" fmla="*/ 454819 h 531019"/>
                <a:gd name="connsiteX58" fmla="*/ 71437 w 1059656"/>
                <a:gd name="connsiteY58" fmla="*/ 459581 h 531019"/>
                <a:gd name="connsiteX59" fmla="*/ 50006 w 1059656"/>
                <a:gd name="connsiteY59" fmla="*/ 471487 h 531019"/>
                <a:gd name="connsiteX60" fmla="*/ 30956 w 1059656"/>
                <a:gd name="connsiteY60" fmla="*/ 488156 h 531019"/>
                <a:gd name="connsiteX61" fmla="*/ 7143 w 1059656"/>
                <a:gd name="connsiteY61" fmla="*/ 495300 h 531019"/>
                <a:gd name="connsiteX62" fmla="*/ 0 w 1059656"/>
                <a:gd name="connsiteY62" fmla="*/ 500062 h 531019"/>
                <a:gd name="connsiteX63" fmla="*/ 38100 w 1059656"/>
                <a:gd name="connsiteY63" fmla="*/ 528637 h 531019"/>
                <a:gd name="connsiteX64" fmla="*/ 80962 w 1059656"/>
                <a:gd name="connsiteY64" fmla="*/ 526256 h 531019"/>
                <a:gd name="connsiteX65" fmla="*/ 116681 w 1059656"/>
                <a:gd name="connsiteY65" fmla="*/ 492919 h 531019"/>
                <a:gd name="connsiteX66" fmla="*/ 171450 w 1059656"/>
                <a:gd name="connsiteY66" fmla="*/ 466725 h 531019"/>
                <a:gd name="connsiteX67" fmla="*/ 278606 w 1059656"/>
                <a:gd name="connsiteY67" fmla="*/ 459581 h 531019"/>
                <a:gd name="connsiteX68" fmla="*/ 292893 w 1059656"/>
                <a:gd name="connsiteY68" fmla="*/ 447675 h 531019"/>
                <a:gd name="connsiteX69" fmla="*/ 357187 w 1059656"/>
                <a:gd name="connsiteY69" fmla="*/ 447675 h 531019"/>
                <a:gd name="connsiteX70" fmla="*/ 433387 w 1059656"/>
                <a:gd name="connsiteY70" fmla="*/ 354806 h 531019"/>
                <a:gd name="connsiteX71" fmla="*/ 559593 w 1059656"/>
                <a:gd name="connsiteY71" fmla="*/ 295275 h 531019"/>
                <a:gd name="connsiteX72" fmla="*/ 619125 w 1059656"/>
                <a:gd name="connsiteY72" fmla="*/ 288131 h 531019"/>
                <a:gd name="connsiteX73" fmla="*/ 654843 w 1059656"/>
                <a:gd name="connsiteY73" fmla="*/ 261937 h 531019"/>
                <a:gd name="connsiteX74" fmla="*/ 716756 w 1059656"/>
                <a:gd name="connsiteY74" fmla="*/ 259556 h 531019"/>
                <a:gd name="connsiteX75" fmla="*/ 771525 w 1059656"/>
                <a:gd name="connsiteY75" fmla="*/ 252412 h 531019"/>
                <a:gd name="connsiteX76" fmla="*/ 781050 w 1059656"/>
                <a:gd name="connsiteY76" fmla="*/ 290512 h 531019"/>
                <a:gd name="connsiteX77" fmla="*/ 773906 w 1059656"/>
                <a:gd name="connsiteY77" fmla="*/ 411956 h 531019"/>
                <a:gd name="connsiteX78" fmla="*/ 707231 w 1059656"/>
                <a:gd name="connsiteY78" fmla="*/ 428625 h 531019"/>
                <a:gd name="connsiteX79" fmla="*/ 652462 w 1059656"/>
                <a:gd name="connsiteY79" fmla="*/ 481012 h 531019"/>
                <a:gd name="connsiteX80" fmla="*/ 676275 w 1059656"/>
                <a:gd name="connsiteY80" fmla="*/ 500062 h 531019"/>
                <a:gd name="connsiteX81" fmla="*/ 697706 w 1059656"/>
                <a:gd name="connsiteY81" fmla="*/ 531019 h 531019"/>
                <a:gd name="connsiteX0" fmla="*/ 697706 w 1059656"/>
                <a:gd name="connsiteY0" fmla="*/ 531019 h 531019"/>
                <a:gd name="connsiteX1" fmla="*/ 778668 w 1059656"/>
                <a:gd name="connsiteY1" fmla="*/ 459581 h 531019"/>
                <a:gd name="connsiteX2" fmla="*/ 816768 w 1059656"/>
                <a:gd name="connsiteY2" fmla="*/ 440531 h 531019"/>
                <a:gd name="connsiteX3" fmla="*/ 852487 w 1059656"/>
                <a:gd name="connsiteY3" fmla="*/ 438150 h 531019"/>
                <a:gd name="connsiteX4" fmla="*/ 916781 w 1059656"/>
                <a:gd name="connsiteY4" fmla="*/ 423862 h 531019"/>
                <a:gd name="connsiteX5" fmla="*/ 950118 w 1059656"/>
                <a:gd name="connsiteY5" fmla="*/ 426244 h 531019"/>
                <a:gd name="connsiteX6" fmla="*/ 988218 w 1059656"/>
                <a:gd name="connsiteY6" fmla="*/ 442912 h 531019"/>
                <a:gd name="connsiteX7" fmla="*/ 1019175 w 1059656"/>
                <a:gd name="connsiteY7" fmla="*/ 411956 h 531019"/>
                <a:gd name="connsiteX8" fmla="*/ 992981 w 1059656"/>
                <a:gd name="connsiteY8" fmla="*/ 381000 h 531019"/>
                <a:gd name="connsiteX9" fmla="*/ 988218 w 1059656"/>
                <a:gd name="connsiteY9" fmla="*/ 350044 h 531019"/>
                <a:gd name="connsiteX10" fmla="*/ 995362 w 1059656"/>
                <a:gd name="connsiteY10" fmla="*/ 311944 h 531019"/>
                <a:gd name="connsiteX11" fmla="*/ 1023937 w 1059656"/>
                <a:gd name="connsiteY11" fmla="*/ 271462 h 531019"/>
                <a:gd name="connsiteX12" fmla="*/ 1052512 w 1059656"/>
                <a:gd name="connsiteY12" fmla="*/ 261937 h 531019"/>
                <a:gd name="connsiteX13" fmla="*/ 1059656 w 1059656"/>
                <a:gd name="connsiteY13" fmla="*/ 233362 h 531019"/>
                <a:gd name="connsiteX14" fmla="*/ 1047750 w 1059656"/>
                <a:gd name="connsiteY14" fmla="*/ 204787 h 531019"/>
                <a:gd name="connsiteX15" fmla="*/ 1019175 w 1059656"/>
                <a:gd name="connsiteY15" fmla="*/ 195262 h 531019"/>
                <a:gd name="connsiteX16" fmla="*/ 992981 w 1059656"/>
                <a:gd name="connsiteY16" fmla="*/ 202406 h 531019"/>
                <a:gd name="connsiteX17" fmla="*/ 935831 w 1059656"/>
                <a:gd name="connsiteY17" fmla="*/ 221456 h 531019"/>
                <a:gd name="connsiteX18" fmla="*/ 900112 w 1059656"/>
                <a:gd name="connsiteY18" fmla="*/ 226219 h 531019"/>
                <a:gd name="connsiteX19" fmla="*/ 878681 w 1059656"/>
                <a:gd name="connsiteY19" fmla="*/ 209550 h 531019"/>
                <a:gd name="connsiteX20" fmla="*/ 873918 w 1059656"/>
                <a:gd name="connsiteY20" fmla="*/ 195262 h 531019"/>
                <a:gd name="connsiteX21" fmla="*/ 881062 w 1059656"/>
                <a:gd name="connsiteY21" fmla="*/ 152400 h 531019"/>
                <a:gd name="connsiteX22" fmla="*/ 888206 w 1059656"/>
                <a:gd name="connsiteY22" fmla="*/ 116681 h 531019"/>
                <a:gd name="connsiteX23" fmla="*/ 871537 w 1059656"/>
                <a:gd name="connsiteY23" fmla="*/ 78581 h 531019"/>
                <a:gd name="connsiteX24" fmla="*/ 840581 w 1059656"/>
                <a:gd name="connsiteY24" fmla="*/ 61912 h 531019"/>
                <a:gd name="connsiteX25" fmla="*/ 862012 w 1059656"/>
                <a:gd name="connsiteY25" fmla="*/ 14287 h 531019"/>
                <a:gd name="connsiteX26" fmla="*/ 809625 w 1059656"/>
                <a:gd name="connsiteY26" fmla="*/ 0 h 531019"/>
                <a:gd name="connsiteX27" fmla="*/ 797718 w 1059656"/>
                <a:gd name="connsiteY27" fmla="*/ 16669 h 531019"/>
                <a:gd name="connsiteX28" fmla="*/ 757237 w 1059656"/>
                <a:gd name="connsiteY28" fmla="*/ 11906 h 531019"/>
                <a:gd name="connsiteX29" fmla="*/ 735806 w 1059656"/>
                <a:gd name="connsiteY29" fmla="*/ 16669 h 531019"/>
                <a:gd name="connsiteX30" fmla="*/ 719137 w 1059656"/>
                <a:gd name="connsiteY30" fmla="*/ 45244 h 531019"/>
                <a:gd name="connsiteX31" fmla="*/ 723900 w 1059656"/>
                <a:gd name="connsiteY31" fmla="*/ 64294 h 531019"/>
                <a:gd name="connsiteX32" fmla="*/ 707231 w 1059656"/>
                <a:gd name="connsiteY32" fmla="*/ 78581 h 531019"/>
                <a:gd name="connsiteX33" fmla="*/ 631031 w 1059656"/>
                <a:gd name="connsiteY33" fmla="*/ 80962 h 531019"/>
                <a:gd name="connsiteX34" fmla="*/ 597693 w 1059656"/>
                <a:gd name="connsiteY34" fmla="*/ 66675 h 531019"/>
                <a:gd name="connsiteX35" fmla="*/ 569118 w 1059656"/>
                <a:gd name="connsiteY35" fmla="*/ 38100 h 531019"/>
                <a:gd name="connsiteX36" fmla="*/ 531018 w 1059656"/>
                <a:gd name="connsiteY36" fmla="*/ 33337 h 531019"/>
                <a:gd name="connsiteX37" fmla="*/ 497681 w 1059656"/>
                <a:gd name="connsiteY37" fmla="*/ 57150 h 531019"/>
                <a:gd name="connsiteX38" fmla="*/ 481012 w 1059656"/>
                <a:gd name="connsiteY38" fmla="*/ 76200 h 531019"/>
                <a:gd name="connsiteX39" fmla="*/ 466725 w 1059656"/>
                <a:gd name="connsiteY39" fmla="*/ 92869 h 531019"/>
                <a:gd name="connsiteX40" fmla="*/ 450056 w 1059656"/>
                <a:gd name="connsiteY40" fmla="*/ 111919 h 531019"/>
                <a:gd name="connsiteX41" fmla="*/ 454818 w 1059656"/>
                <a:gd name="connsiteY41" fmla="*/ 138112 h 531019"/>
                <a:gd name="connsiteX42" fmla="*/ 423862 w 1059656"/>
                <a:gd name="connsiteY42" fmla="*/ 161925 h 531019"/>
                <a:gd name="connsiteX43" fmla="*/ 371475 w 1059656"/>
                <a:gd name="connsiteY43" fmla="*/ 171450 h 531019"/>
                <a:gd name="connsiteX44" fmla="*/ 330993 w 1059656"/>
                <a:gd name="connsiteY44" fmla="*/ 190500 h 531019"/>
                <a:gd name="connsiteX45" fmla="*/ 321468 w 1059656"/>
                <a:gd name="connsiteY45" fmla="*/ 228600 h 531019"/>
                <a:gd name="connsiteX46" fmla="*/ 319087 w 1059656"/>
                <a:gd name="connsiteY46" fmla="*/ 235744 h 531019"/>
                <a:gd name="connsiteX47" fmla="*/ 266700 w 1059656"/>
                <a:gd name="connsiteY47" fmla="*/ 252412 h 531019"/>
                <a:gd name="connsiteX48" fmla="*/ 180975 w 1059656"/>
                <a:gd name="connsiteY48" fmla="*/ 283369 h 531019"/>
                <a:gd name="connsiteX49" fmla="*/ 157162 w 1059656"/>
                <a:gd name="connsiteY49" fmla="*/ 276225 h 531019"/>
                <a:gd name="connsiteX50" fmla="*/ 128587 w 1059656"/>
                <a:gd name="connsiteY50" fmla="*/ 266700 h 531019"/>
                <a:gd name="connsiteX51" fmla="*/ 130968 w 1059656"/>
                <a:gd name="connsiteY51" fmla="*/ 326231 h 531019"/>
                <a:gd name="connsiteX52" fmla="*/ 169068 w 1059656"/>
                <a:gd name="connsiteY52" fmla="*/ 354806 h 531019"/>
                <a:gd name="connsiteX53" fmla="*/ 185737 w 1059656"/>
                <a:gd name="connsiteY53" fmla="*/ 378619 h 531019"/>
                <a:gd name="connsiteX54" fmla="*/ 180975 w 1059656"/>
                <a:gd name="connsiteY54" fmla="*/ 409575 h 531019"/>
                <a:gd name="connsiteX55" fmla="*/ 173831 w 1059656"/>
                <a:gd name="connsiteY55" fmla="*/ 438150 h 531019"/>
                <a:gd name="connsiteX56" fmla="*/ 130968 w 1059656"/>
                <a:gd name="connsiteY56" fmla="*/ 440531 h 531019"/>
                <a:gd name="connsiteX57" fmla="*/ 95250 w 1059656"/>
                <a:gd name="connsiteY57" fmla="*/ 454819 h 531019"/>
                <a:gd name="connsiteX58" fmla="*/ 71437 w 1059656"/>
                <a:gd name="connsiteY58" fmla="*/ 459581 h 531019"/>
                <a:gd name="connsiteX59" fmla="*/ 50006 w 1059656"/>
                <a:gd name="connsiteY59" fmla="*/ 471487 h 531019"/>
                <a:gd name="connsiteX60" fmla="*/ 30956 w 1059656"/>
                <a:gd name="connsiteY60" fmla="*/ 488156 h 531019"/>
                <a:gd name="connsiteX61" fmla="*/ 7143 w 1059656"/>
                <a:gd name="connsiteY61" fmla="*/ 495300 h 531019"/>
                <a:gd name="connsiteX62" fmla="*/ 0 w 1059656"/>
                <a:gd name="connsiteY62" fmla="*/ 500062 h 531019"/>
                <a:gd name="connsiteX63" fmla="*/ 38100 w 1059656"/>
                <a:gd name="connsiteY63" fmla="*/ 528637 h 531019"/>
                <a:gd name="connsiteX64" fmla="*/ 80962 w 1059656"/>
                <a:gd name="connsiteY64" fmla="*/ 526256 h 531019"/>
                <a:gd name="connsiteX65" fmla="*/ 116681 w 1059656"/>
                <a:gd name="connsiteY65" fmla="*/ 492919 h 531019"/>
                <a:gd name="connsiteX66" fmla="*/ 171450 w 1059656"/>
                <a:gd name="connsiteY66" fmla="*/ 466725 h 531019"/>
                <a:gd name="connsiteX67" fmla="*/ 278606 w 1059656"/>
                <a:gd name="connsiteY67" fmla="*/ 459581 h 531019"/>
                <a:gd name="connsiteX68" fmla="*/ 292893 w 1059656"/>
                <a:gd name="connsiteY68" fmla="*/ 447675 h 531019"/>
                <a:gd name="connsiteX69" fmla="*/ 357187 w 1059656"/>
                <a:gd name="connsiteY69" fmla="*/ 447675 h 531019"/>
                <a:gd name="connsiteX70" fmla="*/ 433387 w 1059656"/>
                <a:gd name="connsiteY70" fmla="*/ 354806 h 531019"/>
                <a:gd name="connsiteX71" fmla="*/ 559593 w 1059656"/>
                <a:gd name="connsiteY71" fmla="*/ 295275 h 531019"/>
                <a:gd name="connsiteX72" fmla="*/ 619125 w 1059656"/>
                <a:gd name="connsiteY72" fmla="*/ 288131 h 531019"/>
                <a:gd name="connsiteX73" fmla="*/ 654843 w 1059656"/>
                <a:gd name="connsiteY73" fmla="*/ 261937 h 531019"/>
                <a:gd name="connsiteX74" fmla="*/ 716756 w 1059656"/>
                <a:gd name="connsiteY74" fmla="*/ 259556 h 531019"/>
                <a:gd name="connsiteX75" fmla="*/ 771525 w 1059656"/>
                <a:gd name="connsiteY75" fmla="*/ 252412 h 531019"/>
                <a:gd name="connsiteX76" fmla="*/ 781050 w 1059656"/>
                <a:gd name="connsiteY76" fmla="*/ 290512 h 531019"/>
                <a:gd name="connsiteX77" fmla="*/ 773906 w 1059656"/>
                <a:gd name="connsiteY77" fmla="*/ 411956 h 531019"/>
                <a:gd name="connsiteX78" fmla="*/ 707231 w 1059656"/>
                <a:gd name="connsiteY78" fmla="*/ 428625 h 531019"/>
                <a:gd name="connsiteX79" fmla="*/ 659605 w 1059656"/>
                <a:gd name="connsiteY79" fmla="*/ 471487 h 531019"/>
                <a:gd name="connsiteX80" fmla="*/ 676275 w 1059656"/>
                <a:gd name="connsiteY80" fmla="*/ 500062 h 531019"/>
                <a:gd name="connsiteX81" fmla="*/ 697706 w 1059656"/>
                <a:gd name="connsiteY81" fmla="*/ 531019 h 531019"/>
                <a:gd name="connsiteX0" fmla="*/ 697706 w 1059656"/>
                <a:gd name="connsiteY0" fmla="*/ 531019 h 531019"/>
                <a:gd name="connsiteX1" fmla="*/ 778668 w 1059656"/>
                <a:gd name="connsiteY1" fmla="*/ 459581 h 531019"/>
                <a:gd name="connsiteX2" fmla="*/ 816768 w 1059656"/>
                <a:gd name="connsiteY2" fmla="*/ 440531 h 531019"/>
                <a:gd name="connsiteX3" fmla="*/ 852487 w 1059656"/>
                <a:gd name="connsiteY3" fmla="*/ 438150 h 531019"/>
                <a:gd name="connsiteX4" fmla="*/ 916781 w 1059656"/>
                <a:gd name="connsiteY4" fmla="*/ 423862 h 531019"/>
                <a:gd name="connsiteX5" fmla="*/ 950118 w 1059656"/>
                <a:gd name="connsiteY5" fmla="*/ 426244 h 531019"/>
                <a:gd name="connsiteX6" fmla="*/ 988218 w 1059656"/>
                <a:gd name="connsiteY6" fmla="*/ 442912 h 531019"/>
                <a:gd name="connsiteX7" fmla="*/ 1019175 w 1059656"/>
                <a:gd name="connsiteY7" fmla="*/ 411956 h 531019"/>
                <a:gd name="connsiteX8" fmla="*/ 992981 w 1059656"/>
                <a:gd name="connsiteY8" fmla="*/ 381000 h 531019"/>
                <a:gd name="connsiteX9" fmla="*/ 988218 w 1059656"/>
                <a:gd name="connsiteY9" fmla="*/ 350044 h 531019"/>
                <a:gd name="connsiteX10" fmla="*/ 995362 w 1059656"/>
                <a:gd name="connsiteY10" fmla="*/ 311944 h 531019"/>
                <a:gd name="connsiteX11" fmla="*/ 1023937 w 1059656"/>
                <a:gd name="connsiteY11" fmla="*/ 271462 h 531019"/>
                <a:gd name="connsiteX12" fmla="*/ 1052512 w 1059656"/>
                <a:gd name="connsiteY12" fmla="*/ 261937 h 531019"/>
                <a:gd name="connsiteX13" fmla="*/ 1059656 w 1059656"/>
                <a:gd name="connsiteY13" fmla="*/ 233362 h 531019"/>
                <a:gd name="connsiteX14" fmla="*/ 1047750 w 1059656"/>
                <a:gd name="connsiteY14" fmla="*/ 204787 h 531019"/>
                <a:gd name="connsiteX15" fmla="*/ 1019175 w 1059656"/>
                <a:gd name="connsiteY15" fmla="*/ 195262 h 531019"/>
                <a:gd name="connsiteX16" fmla="*/ 992981 w 1059656"/>
                <a:gd name="connsiteY16" fmla="*/ 202406 h 531019"/>
                <a:gd name="connsiteX17" fmla="*/ 935831 w 1059656"/>
                <a:gd name="connsiteY17" fmla="*/ 221456 h 531019"/>
                <a:gd name="connsiteX18" fmla="*/ 900112 w 1059656"/>
                <a:gd name="connsiteY18" fmla="*/ 226219 h 531019"/>
                <a:gd name="connsiteX19" fmla="*/ 878681 w 1059656"/>
                <a:gd name="connsiteY19" fmla="*/ 209550 h 531019"/>
                <a:gd name="connsiteX20" fmla="*/ 873918 w 1059656"/>
                <a:gd name="connsiteY20" fmla="*/ 195262 h 531019"/>
                <a:gd name="connsiteX21" fmla="*/ 881062 w 1059656"/>
                <a:gd name="connsiteY21" fmla="*/ 152400 h 531019"/>
                <a:gd name="connsiteX22" fmla="*/ 888206 w 1059656"/>
                <a:gd name="connsiteY22" fmla="*/ 116681 h 531019"/>
                <a:gd name="connsiteX23" fmla="*/ 871537 w 1059656"/>
                <a:gd name="connsiteY23" fmla="*/ 78581 h 531019"/>
                <a:gd name="connsiteX24" fmla="*/ 840581 w 1059656"/>
                <a:gd name="connsiteY24" fmla="*/ 61912 h 531019"/>
                <a:gd name="connsiteX25" fmla="*/ 862012 w 1059656"/>
                <a:gd name="connsiteY25" fmla="*/ 14287 h 531019"/>
                <a:gd name="connsiteX26" fmla="*/ 809625 w 1059656"/>
                <a:gd name="connsiteY26" fmla="*/ 0 h 531019"/>
                <a:gd name="connsiteX27" fmla="*/ 797718 w 1059656"/>
                <a:gd name="connsiteY27" fmla="*/ 16669 h 531019"/>
                <a:gd name="connsiteX28" fmla="*/ 757237 w 1059656"/>
                <a:gd name="connsiteY28" fmla="*/ 11906 h 531019"/>
                <a:gd name="connsiteX29" fmla="*/ 735806 w 1059656"/>
                <a:gd name="connsiteY29" fmla="*/ 16669 h 531019"/>
                <a:gd name="connsiteX30" fmla="*/ 719137 w 1059656"/>
                <a:gd name="connsiteY30" fmla="*/ 45244 h 531019"/>
                <a:gd name="connsiteX31" fmla="*/ 723900 w 1059656"/>
                <a:gd name="connsiteY31" fmla="*/ 64294 h 531019"/>
                <a:gd name="connsiteX32" fmla="*/ 707231 w 1059656"/>
                <a:gd name="connsiteY32" fmla="*/ 78581 h 531019"/>
                <a:gd name="connsiteX33" fmla="*/ 631031 w 1059656"/>
                <a:gd name="connsiteY33" fmla="*/ 80962 h 531019"/>
                <a:gd name="connsiteX34" fmla="*/ 597693 w 1059656"/>
                <a:gd name="connsiteY34" fmla="*/ 66675 h 531019"/>
                <a:gd name="connsiteX35" fmla="*/ 569118 w 1059656"/>
                <a:gd name="connsiteY35" fmla="*/ 38100 h 531019"/>
                <a:gd name="connsiteX36" fmla="*/ 531018 w 1059656"/>
                <a:gd name="connsiteY36" fmla="*/ 33337 h 531019"/>
                <a:gd name="connsiteX37" fmla="*/ 497681 w 1059656"/>
                <a:gd name="connsiteY37" fmla="*/ 57150 h 531019"/>
                <a:gd name="connsiteX38" fmla="*/ 481012 w 1059656"/>
                <a:gd name="connsiteY38" fmla="*/ 76200 h 531019"/>
                <a:gd name="connsiteX39" fmla="*/ 466725 w 1059656"/>
                <a:gd name="connsiteY39" fmla="*/ 92869 h 531019"/>
                <a:gd name="connsiteX40" fmla="*/ 450056 w 1059656"/>
                <a:gd name="connsiteY40" fmla="*/ 111919 h 531019"/>
                <a:gd name="connsiteX41" fmla="*/ 454818 w 1059656"/>
                <a:gd name="connsiteY41" fmla="*/ 138112 h 531019"/>
                <a:gd name="connsiteX42" fmla="*/ 423862 w 1059656"/>
                <a:gd name="connsiteY42" fmla="*/ 161925 h 531019"/>
                <a:gd name="connsiteX43" fmla="*/ 371475 w 1059656"/>
                <a:gd name="connsiteY43" fmla="*/ 171450 h 531019"/>
                <a:gd name="connsiteX44" fmla="*/ 330993 w 1059656"/>
                <a:gd name="connsiteY44" fmla="*/ 190500 h 531019"/>
                <a:gd name="connsiteX45" fmla="*/ 321468 w 1059656"/>
                <a:gd name="connsiteY45" fmla="*/ 228600 h 531019"/>
                <a:gd name="connsiteX46" fmla="*/ 319087 w 1059656"/>
                <a:gd name="connsiteY46" fmla="*/ 235744 h 531019"/>
                <a:gd name="connsiteX47" fmla="*/ 266700 w 1059656"/>
                <a:gd name="connsiteY47" fmla="*/ 252412 h 531019"/>
                <a:gd name="connsiteX48" fmla="*/ 180975 w 1059656"/>
                <a:gd name="connsiteY48" fmla="*/ 283369 h 531019"/>
                <a:gd name="connsiteX49" fmla="*/ 157162 w 1059656"/>
                <a:gd name="connsiteY49" fmla="*/ 276225 h 531019"/>
                <a:gd name="connsiteX50" fmla="*/ 128587 w 1059656"/>
                <a:gd name="connsiteY50" fmla="*/ 266700 h 531019"/>
                <a:gd name="connsiteX51" fmla="*/ 130968 w 1059656"/>
                <a:gd name="connsiteY51" fmla="*/ 326231 h 531019"/>
                <a:gd name="connsiteX52" fmla="*/ 169068 w 1059656"/>
                <a:gd name="connsiteY52" fmla="*/ 354806 h 531019"/>
                <a:gd name="connsiteX53" fmla="*/ 185737 w 1059656"/>
                <a:gd name="connsiteY53" fmla="*/ 378619 h 531019"/>
                <a:gd name="connsiteX54" fmla="*/ 180975 w 1059656"/>
                <a:gd name="connsiteY54" fmla="*/ 409575 h 531019"/>
                <a:gd name="connsiteX55" fmla="*/ 173831 w 1059656"/>
                <a:gd name="connsiteY55" fmla="*/ 438150 h 531019"/>
                <a:gd name="connsiteX56" fmla="*/ 130968 w 1059656"/>
                <a:gd name="connsiteY56" fmla="*/ 440531 h 531019"/>
                <a:gd name="connsiteX57" fmla="*/ 95250 w 1059656"/>
                <a:gd name="connsiteY57" fmla="*/ 454819 h 531019"/>
                <a:gd name="connsiteX58" fmla="*/ 71437 w 1059656"/>
                <a:gd name="connsiteY58" fmla="*/ 459581 h 531019"/>
                <a:gd name="connsiteX59" fmla="*/ 50006 w 1059656"/>
                <a:gd name="connsiteY59" fmla="*/ 471487 h 531019"/>
                <a:gd name="connsiteX60" fmla="*/ 30956 w 1059656"/>
                <a:gd name="connsiteY60" fmla="*/ 488156 h 531019"/>
                <a:gd name="connsiteX61" fmla="*/ 7143 w 1059656"/>
                <a:gd name="connsiteY61" fmla="*/ 495300 h 531019"/>
                <a:gd name="connsiteX62" fmla="*/ 0 w 1059656"/>
                <a:gd name="connsiteY62" fmla="*/ 500062 h 531019"/>
                <a:gd name="connsiteX63" fmla="*/ 38100 w 1059656"/>
                <a:gd name="connsiteY63" fmla="*/ 528637 h 531019"/>
                <a:gd name="connsiteX64" fmla="*/ 80962 w 1059656"/>
                <a:gd name="connsiteY64" fmla="*/ 526256 h 531019"/>
                <a:gd name="connsiteX65" fmla="*/ 116681 w 1059656"/>
                <a:gd name="connsiteY65" fmla="*/ 492919 h 531019"/>
                <a:gd name="connsiteX66" fmla="*/ 171450 w 1059656"/>
                <a:gd name="connsiteY66" fmla="*/ 466725 h 531019"/>
                <a:gd name="connsiteX67" fmla="*/ 278606 w 1059656"/>
                <a:gd name="connsiteY67" fmla="*/ 459581 h 531019"/>
                <a:gd name="connsiteX68" fmla="*/ 292893 w 1059656"/>
                <a:gd name="connsiteY68" fmla="*/ 447675 h 531019"/>
                <a:gd name="connsiteX69" fmla="*/ 357187 w 1059656"/>
                <a:gd name="connsiteY69" fmla="*/ 447675 h 531019"/>
                <a:gd name="connsiteX70" fmla="*/ 433387 w 1059656"/>
                <a:gd name="connsiteY70" fmla="*/ 354806 h 531019"/>
                <a:gd name="connsiteX71" fmla="*/ 559593 w 1059656"/>
                <a:gd name="connsiteY71" fmla="*/ 295275 h 531019"/>
                <a:gd name="connsiteX72" fmla="*/ 619125 w 1059656"/>
                <a:gd name="connsiteY72" fmla="*/ 288131 h 531019"/>
                <a:gd name="connsiteX73" fmla="*/ 654843 w 1059656"/>
                <a:gd name="connsiteY73" fmla="*/ 261937 h 531019"/>
                <a:gd name="connsiteX74" fmla="*/ 716756 w 1059656"/>
                <a:gd name="connsiteY74" fmla="*/ 259556 h 531019"/>
                <a:gd name="connsiteX75" fmla="*/ 771525 w 1059656"/>
                <a:gd name="connsiteY75" fmla="*/ 252412 h 531019"/>
                <a:gd name="connsiteX76" fmla="*/ 781050 w 1059656"/>
                <a:gd name="connsiteY76" fmla="*/ 290512 h 531019"/>
                <a:gd name="connsiteX77" fmla="*/ 773906 w 1059656"/>
                <a:gd name="connsiteY77" fmla="*/ 411956 h 531019"/>
                <a:gd name="connsiteX78" fmla="*/ 707231 w 1059656"/>
                <a:gd name="connsiteY78" fmla="*/ 428625 h 531019"/>
                <a:gd name="connsiteX79" fmla="*/ 657224 w 1059656"/>
                <a:gd name="connsiteY79" fmla="*/ 483393 h 531019"/>
                <a:gd name="connsiteX80" fmla="*/ 676275 w 1059656"/>
                <a:gd name="connsiteY80" fmla="*/ 500062 h 531019"/>
                <a:gd name="connsiteX81" fmla="*/ 697706 w 1059656"/>
                <a:gd name="connsiteY81" fmla="*/ 531019 h 531019"/>
                <a:gd name="connsiteX0" fmla="*/ 697706 w 1059656"/>
                <a:gd name="connsiteY0" fmla="*/ 531019 h 531019"/>
                <a:gd name="connsiteX1" fmla="*/ 778668 w 1059656"/>
                <a:gd name="connsiteY1" fmla="*/ 459581 h 531019"/>
                <a:gd name="connsiteX2" fmla="*/ 816768 w 1059656"/>
                <a:gd name="connsiteY2" fmla="*/ 440531 h 531019"/>
                <a:gd name="connsiteX3" fmla="*/ 852487 w 1059656"/>
                <a:gd name="connsiteY3" fmla="*/ 438150 h 531019"/>
                <a:gd name="connsiteX4" fmla="*/ 916781 w 1059656"/>
                <a:gd name="connsiteY4" fmla="*/ 423862 h 531019"/>
                <a:gd name="connsiteX5" fmla="*/ 950118 w 1059656"/>
                <a:gd name="connsiteY5" fmla="*/ 426244 h 531019"/>
                <a:gd name="connsiteX6" fmla="*/ 988218 w 1059656"/>
                <a:gd name="connsiteY6" fmla="*/ 442912 h 531019"/>
                <a:gd name="connsiteX7" fmla="*/ 1019175 w 1059656"/>
                <a:gd name="connsiteY7" fmla="*/ 411956 h 531019"/>
                <a:gd name="connsiteX8" fmla="*/ 992981 w 1059656"/>
                <a:gd name="connsiteY8" fmla="*/ 381000 h 531019"/>
                <a:gd name="connsiteX9" fmla="*/ 988218 w 1059656"/>
                <a:gd name="connsiteY9" fmla="*/ 350044 h 531019"/>
                <a:gd name="connsiteX10" fmla="*/ 995362 w 1059656"/>
                <a:gd name="connsiteY10" fmla="*/ 311944 h 531019"/>
                <a:gd name="connsiteX11" fmla="*/ 1023937 w 1059656"/>
                <a:gd name="connsiteY11" fmla="*/ 271462 h 531019"/>
                <a:gd name="connsiteX12" fmla="*/ 1052512 w 1059656"/>
                <a:gd name="connsiteY12" fmla="*/ 261937 h 531019"/>
                <a:gd name="connsiteX13" fmla="*/ 1059656 w 1059656"/>
                <a:gd name="connsiteY13" fmla="*/ 233362 h 531019"/>
                <a:gd name="connsiteX14" fmla="*/ 1047750 w 1059656"/>
                <a:gd name="connsiteY14" fmla="*/ 204787 h 531019"/>
                <a:gd name="connsiteX15" fmla="*/ 1019175 w 1059656"/>
                <a:gd name="connsiteY15" fmla="*/ 195262 h 531019"/>
                <a:gd name="connsiteX16" fmla="*/ 992981 w 1059656"/>
                <a:gd name="connsiteY16" fmla="*/ 202406 h 531019"/>
                <a:gd name="connsiteX17" fmla="*/ 935831 w 1059656"/>
                <a:gd name="connsiteY17" fmla="*/ 221456 h 531019"/>
                <a:gd name="connsiteX18" fmla="*/ 900112 w 1059656"/>
                <a:gd name="connsiteY18" fmla="*/ 226219 h 531019"/>
                <a:gd name="connsiteX19" fmla="*/ 878681 w 1059656"/>
                <a:gd name="connsiteY19" fmla="*/ 209550 h 531019"/>
                <a:gd name="connsiteX20" fmla="*/ 873918 w 1059656"/>
                <a:gd name="connsiteY20" fmla="*/ 195262 h 531019"/>
                <a:gd name="connsiteX21" fmla="*/ 881062 w 1059656"/>
                <a:gd name="connsiteY21" fmla="*/ 152400 h 531019"/>
                <a:gd name="connsiteX22" fmla="*/ 888206 w 1059656"/>
                <a:gd name="connsiteY22" fmla="*/ 116681 h 531019"/>
                <a:gd name="connsiteX23" fmla="*/ 871537 w 1059656"/>
                <a:gd name="connsiteY23" fmla="*/ 78581 h 531019"/>
                <a:gd name="connsiteX24" fmla="*/ 840581 w 1059656"/>
                <a:gd name="connsiteY24" fmla="*/ 61912 h 531019"/>
                <a:gd name="connsiteX25" fmla="*/ 862012 w 1059656"/>
                <a:gd name="connsiteY25" fmla="*/ 14287 h 531019"/>
                <a:gd name="connsiteX26" fmla="*/ 809625 w 1059656"/>
                <a:gd name="connsiteY26" fmla="*/ 0 h 531019"/>
                <a:gd name="connsiteX27" fmla="*/ 797718 w 1059656"/>
                <a:gd name="connsiteY27" fmla="*/ 16669 h 531019"/>
                <a:gd name="connsiteX28" fmla="*/ 757237 w 1059656"/>
                <a:gd name="connsiteY28" fmla="*/ 11906 h 531019"/>
                <a:gd name="connsiteX29" fmla="*/ 735806 w 1059656"/>
                <a:gd name="connsiteY29" fmla="*/ 16669 h 531019"/>
                <a:gd name="connsiteX30" fmla="*/ 719137 w 1059656"/>
                <a:gd name="connsiteY30" fmla="*/ 45244 h 531019"/>
                <a:gd name="connsiteX31" fmla="*/ 723900 w 1059656"/>
                <a:gd name="connsiteY31" fmla="*/ 64294 h 531019"/>
                <a:gd name="connsiteX32" fmla="*/ 707231 w 1059656"/>
                <a:gd name="connsiteY32" fmla="*/ 78581 h 531019"/>
                <a:gd name="connsiteX33" fmla="*/ 631031 w 1059656"/>
                <a:gd name="connsiteY33" fmla="*/ 80962 h 531019"/>
                <a:gd name="connsiteX34" fmla="*/ 597693 w 1059656"/>
                <a:gd name="connsiteY34" fmla="*/ 66675 h 531019"/>
                <a:gd name="connsiteX35" fmla="*/ 569118 w 1059656"/>
                <a:gd name="connsiteY35" fmla="*/ 38100 h 531019"/>
                <a:gd name="connsiteX36" fmla="*/ 531018 w 1059656"/>
                <a:gd name="connsiteY36" fmla="*/ 33337 h 531019"/>
                <a:gd name="connsiteX37" fmla="*/ 497681 w 1059656"/>
                <a:gd name="connsiteY37" fmla="*/ 57150 h 531019"/>
                <a:gd name="connsiteX38" fmla="*/ 481012 w 1059656"/>
                <a:gd name="connsiteY38" fmla="*/ 76200 h 531019"/>
                <a:gd name="connsiteX39" fmla="*/ 466725 w 1059656"/>
                <a:gd name="connsiteY39" fmla="*/ 92869 h 531019"/>
                <a:gd name="connsiteX40" fmla="*/ 450056 w 1059656"/>
                <a:gd name="connsiteY40" fmla="*/ 111919 h 531019"/>
                <a:gd name="connsiteX41" fmla="*/ 454818 w 1059656"/>
                <a:gd name="connsiteY41" fmla="*/ 138112 h 531019"/>
                <a:gd name="connsiteX42" fmla="*/ 423862 w 1059656"/>
                <a:gd name="connsiteY42" fmla="*/ 161925 h 531019"/>
                <a:gd name="connsiteX43" fmla="*/ 371475 w 1059656"/>
                <a:gd name="connsiteY43" fmla="*/ 171450 h 531019"/>
                <a:gd name="connsiteX44" fmla="*/ 330993 w 1059656"/>
                <a:gd name="connsiteY44" fmla="*/ 190500 h 531019"/>
                <a:gd name="connsiteX45" fmla="*/ 321468 w 1059656"/>
                <a:gd name="connsiteY45" fmla="*/ 228600 h 531019"/>
                <a:gd name="connsiteX46" fmla="*/ 319087 w 1059656"/>
                <a:gd name="connsiteY46" fmla="*/ 235744 h 531019"/>
                <a:gd name="connsiteX47" fmla="*/ 266700 w 1059656"/>
                <a:gd name="connsiteY47" fmla="*/ 252412 h 531019"/>
                <a:gd name="connsiteX48" fmla="*/ 180975 w 1059656"/>
                <a:gd name="connsiteY48" fmla="*/ 283369 h 531019"/>
                <a:gd name="connsiteX49" fmla="*/ 157162 w 1059656"/>
                <a:gd name="connsiteY49" fmla="*/ 276225 h 531019"/>
                <a:gd name="connsiteX50" fmla="*/ 128587 w 1059656"/>
                <a:gd name="connsiteY50" fmla="*/ 266700 h 531019"/>
                <a:gd name="connsiteX51" fmla="*/ 130968 w 1059656"/>
                <a:gd name="connsiteY51" fmla="*/ 326231 h 531019"/>
                <a:gd name="connsiteX52" fmla="*/ 169068 w 1059656"/>
                <a:gd name="connsiteY52" fmla="*/ 354806 h 531019"/>
                <a:gd name="connsiteX53" fmla="*/ 185737 w 1059656"/>
                <a:gd name="connsiteY53" fmla="*/ 378619 h 531019"/>
                <a:gd name="connsiteX54" fmla="*/ 180975 w 1059656"/>
                <a:gd name="connsiteY54" fmla="*/ 409575 h 531019"/>
                <a:gd name="connsiteX55" fmla="*/ 173831 w 1059656"/>
                <a:gd name="connsiteY55" fmla="*/ 438150 h 531019"/>
                <a:gd name="connsiteX56" fmla="*/ 130968 w 1059656"/>
                <a:gd name="connsiteY56" fmla="*/ 440531 h 531019"/>
                <a:gd name="connsiteX57" fmla="*/ 95250 w 1059656"/>
                <a:gd name="connsiteY57" fmla="*/ 454819 h 531019"/>
                <a:gd name="connsiteX58" fmla="*/ 71437 w 1059656"/>
                <a:gd name="connsiteY58" fmla="*/ 459581 h 531019"/>
                <a:gd name="connsiteX59" fmla="*/ 50006 w 1059656"/>
                <a:gd name="connsiteY59" fmla="*/ 471487 h 531019"/>
                <a:gd name="connsiteX60" fmla="*/ 30956 w 1059656"/>
                <a:gd name="connsiteY60" fmla="*/ 488156 h 531019"/>
                <a:gd name="connsiteX61" fmla="*/ 7143 w 1059656"/>
                <a:gd name="connsiteY61" fmla="*/ 495300 h 531019"/>
                <a:gd name="connsiteX62" fmla="*/ 0 w 1059656"/>
                <a:gd name="connsiteY62" fmla="*/ 500062 h 531019"/>
                <a:gd name="connsiteX63" fmla="*/ 38100 w 1059656"/>
                <a:gd name="connsiteY63" fmla="*/ 528637 h 531019"/>
                <a:gd name="connsiteX64" fmla="*/ 80962 w 1059656"/>
                <a:gd name="connsiteY64" fmla="*/ 526256 h 531019"/>
                <a:gd name="connsiteX65" fmla="*/ 116681 w 1059656"/>
                <a:gd name="connsiteY65" fmla="*/ 492919 h 531019"/>
                <a:gd name="connsiteX66" fmla="*/ 171450 w 1059656"/>
                <a:gd name="connsiteY66" fmla="*/ 466725 h 531019"/>
                <a:gd name="connsiteX67" fmla="*/ 278606 w 1059656"/>
                <a:gd name="connsiteY67" fmla="*/ 459581 h 531019"/>
                <a:gd name="connsiteX68" fmla="*/ 292893 w 1059656"/>
                <a:gd name="connsiteY68" fmla="*/ 447675 h 531019"/>
                <a:gd name="connsiteX69" fmla="*/ 357187 w 1059656"/>
                <a:gd name="connsiteY69" fmla="*/ 447675 h 531019"/>
                <a:gd name="connsiteX70" fmla="*/ 433387 w 1059656"/>
                <a:gd name="connsiteY70" fmla="*/ 354806 h 531019"/>
                <a:gd name="connsiteX71" fmla="*/ 559593 w 1059656"/>
                <a:gd name="connsiteY71" fmla="*/ 295275 h 531019"/>
                <a:gd name="connsiteX72" fmla="*/ 619125 w 1059656"/>
                <a:gd name="connsiteY72" fmla="*/ 288131 h 531019"/>
                <a:gd name="connsiteX73" fmla="*/ 654843 w 1059656"/>
                <a:gd name="connsiteY73" fmla="*/ 261937 h 531019"/>
                <a:gd name="connsiteX74" fmla="*/ 716756 w 1059656"/>
                <a:gd name="connsiteY74" fmla="*/ 259556 h 531019"/>
                <a:gd name="connsiteX75" fmla="*/ 771525 w 1059656"/>
                <a:gd name="connsiteY75" fmla="*/ 252412 h 531019"/>
                <a:gd name="connsiteX76" fmla="*/ 781050 w 1059656"/>
                <a:gd name="connsiteY76" fmla="*/ 290512 h 531019"/>
                <a:gd name="connsiteX77" fmla="*/ 773906 w 1059656"/>
                <a:gd name="connsiteY77" fmla="*/ 411956 h 531019"/>
                <a:gd name="connsiteX78" fmla="*/ 707231 w 1059656"/>
                <a:gd name="connsiteY78" fmla="*/ 428625 h 531019"/>
                <a:gd name="connsiteX79" fmla="*/ 657224 w 1059656"/>
                <a:gd name="connsiteY79" fmla="*/ 483393 h 531019"/>
                <a:gd name="connsiteX80" fmla="*/ 654844 w 1059656"/>
                <a:gd name="connsiteY80" fmla="*/ 495300 h 531019"/>
                <a:gd name="connsiteX81" fmla="*/ 697706 w 1059656"/>
                <a:gd name="connsiteY81" fmla="*/ 531019 h 531019"/>
                <a:gd name="connsiteX0" fmla="*/ 697706 w 1059656"/>
                <a:gd name="connsiteY0" fmla="*/ 531019 h 531019"/>
                <a:gd name="connsiteX1" fmla="*/ 778668 w 1059656"/>
                <a:gd name="connsiteY1" fmla="*/ 459581 h 531019"/>
                <a:gd name="connsiteX2" fmla="*/ 816768 w 1059656"/>
                <a:gd name="connsiteY2" fmla="*/ 440531 h 531019"/>
                <a:gd name="connsiteX3" fmla="*/ 852487 w 1059656"/>
                <a:gd name="connsiteY3" fmla="*/ 438150 h 531019"/>
                <a:gd name="connsiteX4" fmla="*/ 916781 w 1059656"/>
                <a:gd name="connsiteY4" fmla="*/ 423862 h 531019"/>
                <a:gd name="connsiteX5" fmla="*/ 950118 w 1059656"/>
                <a:gd name="connsiteY5" fmla="*/ 426244 h 531019"/>
                <a:gd name="connsiteX6" fmla="*/ 988218 w 1059656"/>
                <a:gd name="connsiteY6" fmla="*/ 442912 h 531019"/>
                <a:gd name="connsiteX7" fmla="*/ 1019175 w 1059656"/>
                <a:gd name="connsiteY7" fmla="*/ 411956 h 531019"/>
                <a:gd name="connsiteX8" fmla="*/ 992981 w 1059656"/>
                <a:gd name="connsiteY8" fmla="*/ 381000 h 531019"/>
                <a:gd name="connsiteX9" fmla="*/ 988218 w 1059656"/>
                <a:gd name="connsiteY9" fmla="*/ 350044 h 531019"/>
                <a:gd name="connsiteX10" fmla="*/ 995362 w 1059656"/>
                <a:gd name="connsiteY10" fmla="*/ 311944 h 531019"/>
                <a:gd name="connsiteX11" fmla="*/ 1023937 w 1059656"/>
                <a:gd name="connsiteY11" fmla="*/ 271462 h 531019"/>
                <a:gd name="connsiteX12" fmla="*/ 1052512 w 1059656"/>
                <a:gd name="connsiteY12" fmla="*/ 261937 h 531019"/>
                <a:gd name="connsiteX13" fmla="*/ 1059656 w 1059656"/>
                <a:gd name="connsiteY13" fmla="*/ 233362 h 531019"/>
                <a:gd name="connsiteX14" fmla="*/ 1047750 w 1059656"/>
                <a:gd name="connsiteY14" fmla="*/ 204787 h 531019"/>
                <a:gd name="connsiteX15" fmla="*/ 1019175 w 1059656"/>
                <a:gd name="connsiteY15" fmla="*/ 195262 h 531019"/>
                <a:gd name="connsiteX16" fmla="*/ 992981 w 1059656"/>
                <a:gd name="connsiteY16" fmla="*/ 202406 h 531019"/>
                <a:gd name="connsiteX17" fmla="*/ 935831 w 1059656"/>
                <a:gd name="connsiteY17" fmla="*/ 221456 h 531019"/>
                <a:gd name="connsiteX18" fmla="*/ 900112 w 1059656"/>
                <a:gd name="connsiteY18" fmla="*/ 226219 h 531019"/>
                <a:gd name="connsiteX19" fmla="*/ 878681 w 1059656"/>
                <a:gd name="connsiteY19" fmla="*/ 209550 h 531019"/>
                <a:gd name="connsiteX20" fmla="*/ 873918 w 1059656"/>
                <a:gd name="connsiteY20" fmla="*/ 195262 h 531019"/>
                <a:gd name="connsiteX21" fmla="*/ 881062 w 1059656"/>
                <a:gd name="connsiteY21" fmla="*/ 152400 h 531019"/>
                <a:gd name="connsiteX22" fmla="*/ 888206 w 1059656"/>
                <a:gd name="connsiteY22" fmla="*/ 116681 h 531019"/>
                <a:gd name="connsiteX23" fmla="*/ 871537 w 1059656"/>
                <a:gd name="connsiteY23" fmla="*/ 78581 h 531019"/>
                <a:gd name="connsiteX24" fmla="*/ 840581 w 1059656"/>
                <a:gd name="connsiteY24" fmla="*/ 61912 h 531019"/>
                <a:gd name="connsiteX25" fmla="*/ 862012 w 1059656"/>
                <a:gd name="connsiteY25" fmla="*/ 14287 h 531019"/>
                <a:gd name="connsiteX26" fmla="*/ 809625 w 1059656"/>
                <a:gd name="connsiteY26" fmla="*/ 0 h 531019"/>
                <a:gd name="connsiteX27" fmla="*/ 797718 w 1059656"/>
                <a:gd name="connsiteY27" fmla="*/ 16669 h 531019"/>
                <a:gd name="connsiteX28" fmla="*/ 757237 w 1059656"/>
                <a:gd name="connsiteY28" fmla="*/ 11906 h 531019"/>
                <a:gd name="connsiteX29" fmla="*/ 735806 w 1059656"/>
                <a:gd name="connsiteY29" fmla="*/ 16669 h 531019"/>
                <a:gd name="connsiteX30" fmla="*/ 719137 w 1059656"/>
                <a:gd name="connsiteY30" fmla="*/ 45244 h 531019"/>
                <a:gd name="connsiteX31" fmla="*/ 723900 w 1059656"/>
                <a:gd name="connsiteY31" fmla="*/ 64294 h 531019"/>
                <a:gd name="connsiteX32" fmla="*/ 707231 w 1059656"/>
                <a:gd name="connsiteY32" fmla="*/ 78581 h 531019"/>
                <a:gd name="connsiteX33" fmla="*/ 631031 w 1059656"/>
                <a:gd name="connsiteY33" fmla="*/ 80962 h 531019"/>
                <a:gd name="connsiteX34" fmla="*/ 597693 w 1059656"/>
                <a:gd name="connsiteY34" fmla="*/ 66675 h 531019"/>
                <a:gd name="connsiteX35" fmla="*/ 569118 w 1059656"/>
                <a:gd name="connsiteY35" fmla="*/ 38100 h 531019"/>
                <a:gd name="connsiteX36" fmla="*/ 531018 w 1059656"/>
                <a:gd name="connsiteY36" fmla="*/ 33337 h 531019"/>
                <a:gd name="connsiteX37" fmla="*/ 497681 w 1059656"/>
                <a:gd name="connsiteY37" fmla="*/ 57150 h 531019"/>
                <a:gd name="connsiteX38" fmla="*/ 481012 w 1059656"/>
                <a:gd name="connsiteY38" fmla="*/ 76200 h 531019"/>
                <a:gd name="connsiteX39" fmla="*/ 466725 w 1059656"/>
                <a:gd name="connsiteY39" fmla="*/ 92869 h 531019"/>
                <a:gd name="connsiteX40" fmla="*/ 450056 w 1059656"/>
                <a:gd name="connsiteY40" fmla="*/ 111919 h 531019"/>
                <a:gd name="connsiteX41" fmla="*/ 454818 w 1059656"/>
                <a:gd name="connsiteY41" fmla="*/ 138112 h 531019"/>
                <a:gd name="connsiteX42" fmla="*/ 423862 w 1059656"/>
                <a:gd name="connsiteY42" fmla="*/ 161925 h 531019"/>
                <a:gd name="connsiteX43" fmla="*/ 371475 w 1059656"/>
                <a:gd name="connsiteY43" fmla="*/ 171450 h 531019"/>
                <a:gd name="connsiteX44" fmla="*/ 330993 w 1059656"/>
                <a:gd name="connsiteY44" fmla="*/ 190500 h 531019"/>
                <a:gd name="connsiteX45" fmla="*/ 321468 w 1059656"/>
                <a:gd name="connsiteY45" fmla="*/ 228600 h 531019"/>
                <a:gd name="connsiteX46" fmla="*/ 319087 w 1059656"/>
                <a:gd name="connsiteY46" fmla="*/ 235744 h 531019"/>
                <a:gd name="connsiteX47" fmla="*/ 266700 w 1059656"/>
                <a:gd name="connsiteY47" fmla="*/ 252412 h 531019"/>
                <a:gd name="connsiteX48" fmla="*/ 180975 w 1059656"/>
                <a:gd name="connsiteY48" fmla="*/ 283369 h 531019"/>
                <a:gd name="connsiteX49" fmla="*/ 157162 w 1059656"/>
                <a:gd name="connsiteY49" fmla="*/ 276225 h 531019"/>
                <a:gd name="connsiteX50" fmla="*/ 128587 w 1059656"/>
                <a:gd name="connsiteY50" fmla="*/ 266700 h 531019"/>
                <a:gd name="connsiteX51" fmla="*/ 130968 w 1059656"/>
                <a:gd name="connsiteY51" fmla="*/ 326231 h 531019"/>
                <a:gd name="connsiteX52" fmla="*/ 169068 w 1059656"/>
                <a:gd name="connsiteY52" fmla="*/ 354806 h 531019"/>
                <a:gd name="connsiteX53" fmla="*/ 185737 w 1059656"/>
                <a:gd name="connsiteY53" fmla="*/ 378619 h 531019"/>
                <a:gd name="connsiteX54" fmla="*/ 180975 w 1059656"/>
                <a:gd name="connsiteY54" fmla="*/ 409575 h 531019"/>
                <a:gd name="connsiteX55" fmla="*/ 173831 w 1059656"/>
                <a:gd name="connsiteY55" fmla="*/ 438150 h 531019"/>
                <a:gd name="connsiteX56" fmla="*/ 130968 w 1059656"/>
                <a:gd name="connsiteY56" fmla="*/ 440531 h 531019"/>
                <a:gd name="connsiteX57" fmla="*/ 95250 w 1059656"/>
                <a:gd name="connsiteY57" fmla="*/ 454819 h 531019"/>
                <a:gd name="connsiteX58" fmla="*/ 71437 w 1059656"/>
                <a:gd name="connsiteY58" fmla="*/ 459581 h 531019"/>
                <a:gd name="connsiteX59" fmla="*/ 50006 w 1059656"/>
                <a:gd name="connsiteY59" fmla="*/ 471487 h 531019"/>
                <a:gd name="connsiteX60" fmla="*/ 30956 w 1059656"/>
                <a:gd name="connsiteY60" fmla="*/ 488156 h 531019"/>
                <a:gd name="connsiteX61" fmla="*/ 7143 w 1059656"/>
                <a:gd name="connsiteY61" fmla="*/ 495300 h 531019"/>
                <a:gd name="connsiteX62" fmla="*/ 0 w 1059656"/>
                <a:gd name="connsiteY62" fmla="*/ 500062 h 531019"/>
                <a:gd name="connsiteX63" fmla="*/ 38100 w 1059656"/>
                <a:gd name="connsiteY63" fmla="*/ 528637 h 531019"/>
                <a:gd name="connsiteX64" fmla="*/ 80962 w 1059656"/>
                <a:gd name="connsiteY64" fmla="*/ 526256 h 531019"/>
                <a:gd name="connsiteX65" fmla="*/ 116681 w 1059656"/>
                <a:gd name="connsiteY65" fmla="*/ 492919 h 531019"/>
                <a:gd name="connsiteX66" fmla="*/ 171450 w 1059656"/>
                <a:gd name="connsiteY66" fmla="*/ 466725 h 531019"/>
                <a:gd name="connsiteX67" fmla="*/ 278606 w 1059656"/>
                <a:gd name="connsiteY67" fmla="*/ 459581 h 531019"/>
                <a:gd name="connsiteX68" fmla="*/ 292893 w 1059656"/>
                <a:gd name="connsiteY68" fmla="*/ 447675 h 531019"/>
                <a:gd name="connsiteX69" fmla="*/ 357187 w 1059656"/>
                <a:gd name="connsiteY69" fmla="*/ 447675 h 531019"/>
                <a:gd name="connsiteX70" fmla="*/ 433387 w 1059656"/>
                <a:gd name="connsiteY70" fmla="*/ 354806 h 531019"/>
                <a:gd name="connsiteX71" fmla="*/ 559593 w 1059656"/>
                <a:gd name="connsiteY71" fmla="*/ 295275 h 531019"/>
                <a:gd name="connsiteX72" fmla="*/ 619125 w 1059656"/>
                <a:gd name="connsiteY72" fmla="*/ 288131 h 531019"/>
                <a:gd name="connsiteX73" fmla="*/ 654843 w 1059656"/>
                <a:gd name="connsiteY73" fmla="*/ 261937 h 531019"/>
                <a:gd name="connsiteX74" fmla="*/ 716756 w 1059656"/>
                <a:gd name="connsiteY74" fmla="*/ 259556 h 531019"/>
                <a:gd name="connsiteX75" fmla="*/ 771525 w 1059656"/>
                <a:gd name="connsiteY75" fmla="*/ 252412 h 531019"/>
                <a:gd name="connsiteX76" fmla="*/ 781050 w 1059656"/>
                <a:gd name="connsiteY76" fmla="*/ 290512 h 531019"/>
                <a:gd name="connsiteX77" fmla="*/ 773906 w 1059656"/>
                <a:gd name="connsiteY77" fmla="*/ 411956 h 531019"/>
                <a:gd name="connsiteX78" fmla="*/ 707231 w 1059656"/>
                <a:gd name="connsiteY78" fmla="*/ 428625 h 531019"/>
                <a:gd name="connsiteX79" fmla="*/ 652461 w 1059656"/>
                <a:gd name="connsiteY79" fmla="*/ 476249 h 531019"/>
                <a:gd name="connsiteX80" fmla="*/ 654844 w 1059656"/>
                <a:gd name="connsiteY80" fmla="*/ 495300 h 531019"/>
                <a:gd name="connsiteX81" fmla="*/ 697706 w 1059656"/>
                <a:gd name="connsiteY81" fmla="*/ 531019 h 531019"/>
                <a:gd name="connsiteX0" fmla="*/ 697706 w 1059656"/>
                <a:gd name="connsiteY0" fmla="*/ 564357 h 564357"/>
                <a:gd name="connsiteX1" fmla="*/ 778668 w 1059656"/>
                <a:gd name="connsiteY1" fmla="*/ 492919 h 564357"/>
                <a:gd name="connsiteX2" fmla="*/ 816768 w 1059656"/>
                <a:gd name="connsiteY2" fmla="*/ 473869 h 564357"/>
                <a:gd name="connsiteX3" fmla="*/ 852487 w 1059656"/>
                <a:gd name="connsiteY3" fmla="*/ 471488 h 564357"/>
                <a:gd name="connsiteX4" fmla="*/ 916781 w 1059656"/>
                <a:gd name="connsiteY4" fmla="*/ 457200 h 564357"/>
                <a:gd name="connsiteX5" fmla="*/ 950118 w 1059656"/>
                <a:gd name="connsiteY5" fmla="*/ 459582 h 564357"/>
                <a:gd name="connsiteX6" fmla="*/ 988218 w 1059656"/>
                <a:gd name="connsiteY6" fmla="*/ 476250 h 564357"/>
                <a:gd name="connsiteX7" fmla="*/ 1019175 w 1059656"/>
                <a:gd name="connsiteY7" fmla="*/ 445294 h 564357"/>
                <a:gd name="connsiteX8" fmla="*/ 992981 w 1059656"/>
                <a:gd name="connsiteY8" fmla="*/ 414338 h 564357"/>
                <a:gd name="connsiteX9" fmla="*/ 988218 w 1059656"/>
                <a:gd name="connsiteY9" fmla="*/ 383382 h 564357"/>
                <a:gd name="connsiteX10" fmla="*/ 995362 w 1059656"/>
                <a:gd name="connsiteY10" fmla="*/ 345282 h 564357"/>
                <a:gd name="connsiteX11" fmla="*/ 1023937 w 1059656"/>
                <a:gd name="connsiteY11" fmla="*/ 304800 h 564357"/>
                <a:gd name="connsiteX12" fmla="*/ 1052512 w 1059656"/>
                <a:gd name="connsiteY12" fmla="*/ 295275 h 564357"/>
                <a:gd name="connsiteX13" fmla="*/ 1059656 w 1059656"/>
                <a:gd name="connsiteY13" fmla="*/ 266700 h 564357"/>
                <a:gd name="connsiteX14" fmla="*/ 1047750 w 1059656"/>
                <a:gd name="connsiteY14" fmla="*/ 238125 h 564357"/>
                <a:gd name="connsiteX15" fmla="*/ 1019175 w 1059656"/>
                <a:gd name="connsiteY15" fmla="*/ 228600 h 564357"/>
                <a:gd name="connsiteX16" fmla="*/ 992981 w 1059656"/>
                <a:gd name="connsiteY16" fmla="*/ 235744 h 564357"/>
                <a:gd name="connsiteX17" fmla="*/ 935831 w 1059656"/>
                <a:gd name="connsiteY17" fmla="*/ 254794 h 564357"/>
                <a:gd name="connsiteX18" fmla="*/ 900112 w 1059656"/>
                <a:gd name="connsiteY18" fmla="*/ 259557 h 564357"/>
                <a:gd name="connsiteX19" fmla="*/ 878681 w 1059656"/>
                <a:gd name="connsiteY19" fmla="*/ 242888 h 564357"/>
                <a:gd name="connsiteX20" fmla="*/ 873918 w 1059656"/>
                <a:gd name="connsiteY20" fmla="*/ 228600 h 564357"/>
                <a:gd name="connsiteX21" fmla="*/ 881062 w 1059656"/>
                <a:gd name="connsiteY21" fmla="*/ 185738 h 564357"/>
                <a:gd name="connsiteX22" fmla="*/ 888206 w 1059656"/>
                <a:gd name="connsiteY22" fmla="*/ 150019 h 564357"/>
                <a:gd name="connsiteX23" fmla="*/ 871537 w 1059656"/>
                <a:gd name="connsiteY23" fmla="*/ 111919 h 564357"/>
                <a:gd name="connsiteX24" fmla="*/ 840581 w 1059656"/>
                <a:gd name="connsiteY24" fmla="*/ 95250 h 564357"/>
                <a:gd name="connsiteX25" fmla="*/ 833437 w 1059656"/>
                <a:gd name="connsiteY25" fmla="*/ 0 h 564357"/>
                <a:gd name="connsiteX26" fmla="*/ 809625 w 1059656"/>
                <a:gd name="connsiteY26" fmla="*/ 33338 h 564357"/>
                <a:gd name="connsiteX27" fmla="*/ 797718 w 1059656"/>
                <a:gd name="connsiteY27" fmla="*/ 50007 h 564357"/>
                <a:gd name="connsiteX28" fmla="*/ 757237 w 1059656"/>
                <a:gd name="connsiteY28" fmla="*/ 45244 h 564357"/>
                <a:gd name="connsiteX29" fmla="*/ 735806 w 1059656"/>
                <a:gd name="connsiteY29" fmla="*/ 50007 h 564357"/>
                <a:gd name="connsiteX30" fmla="*/ 719137 w 1059656"/>
                <a:gd name="connsiteY30" fmla="*/ 78582 h 564357"/>
                <a:gd name="connsiteX31" fmla="*/ 723900 w 1059656"/>
                <a:gd name="connsiteY31" fmla="*/ 97632 h 564357"/>
                <a:gd name="connsiteX32" fmla="*/ 707231 w 1059656"/>
                <a:gd name="connsiteY32" fmla="*/ 111919 h 564357"/>
                <a:gd name="connsiteX33" fmla="*/ 631031 w 1059656"/>
                <a:gd name="connsiteY33" fmla="*/ 114300 h 564357"/>
                <a:gd name="connsiteX34" fmla="*/ 597693 w 1059656"/>
                <a:gd name="connsiteY34" fmla="*/ 100013 h 564357"/>
                <a:gd name="connsiteX35" fmla="*/ 569118 w 1059656"/>
                <a:gd name="connsiteY35" fmla="*/ 71438 h 564357"/>
                <a:gd name="connsiteX36" fmla="*/ 531018 w 1059656"/>
                <a:gd name="connsiteY36" fmla="*/ 66675 h 564357"/>
                <a:gd name="connsiteX37" fmla="*/ 497681 w 1059656"/>
                <a:gd name="connsiteY37" fmla="*/ 90488 h 564357"/>
                <a:gd name="connsiteX38" fmla="*/ 481012 w 1059656"/>
                <a:gd name="connsiteY38" fmla="*/ 109538 h 564357"/>
                <a:gd name="connsiteX39" fmla="*/ 466725 w 1059656"/>
                <a:gd name="connsiteY39" fmla="*/ 126207 h 564357"/>
                <a:gd name="connsiteX40" fmla="*/ 450056 w 1059656"/>
                <a:gd name="connsiteY40" fmla="*/ 145257 h 564357"/>
                <a:gd name="connsiteX41" fmla="*/ 454818 w 1059656"/>
                <a:gd name="connsiteY41" fmla="*/ 171450 h 564357"/>
                <a:gd name="connsiteX42" fmla="*/ 423862 w 1059656"/>
                <a:gd name="connsiteY42" fmla="*/ 195263 h 564357"/>
                <a:gd name="connsiteX43" fmla="*/ 371475 w 1059656"/>
                <a:gd name="connsiteY43" fmla="*/ 204788 h 564357"/>
                <a:gd name="connsiteX44" fmla="*/ 330993 w 1059656"/>
                <a:gd name="connsiteY44" fmla="*/ 223838 h 564357"/>
                <a:gd name="connsiteX45" fmla="*/ 321468 w 1059656"/>
                <a:gd name="connsiteY45" fmla="*/ 261938 h 564357"/>
                <a:gd name="connsiteX46" fmla="*/ 319087 w 1059656"/>
                <a:gd name="connsiteY46" fmla="*/ 269082 h 564357"/>
                <a:gd name="connsiteX47" fmla="*/ 266700 w 1059656"/>
                <a:gd name="connsiteY47" fmla="*/ 285750 h 564357"/>
                <a:gd name="connsiteX48" fmla="*/ 180975 w 1059656"/>
                <a:gd name="connsiteY48" fmla="*/ 316707 h 564357"/>
                <a:gd name="connsiteX49" fmla="*/ 157162 w 1059656"/>
                <a:gd name="connsiteY49" fmla="*/ 309563 h 564357"/>
                <a:gd name="connsiteX50" fmla="*/ 128587 w 1059656"/>
                <a:gd name="connsiteY50" fmla="*/ 300038 h 564357"/>
                <a:gd name="connsiteX51" fmla="*/ 130968 w 1059656"/>
                <a:gd name="connsiteY51" fmla="*/ 359569 h 564357"/>
                <a:gd name="connsiteX52" fmla="*/ 169068 w 1059656"/>
                <a:gd name="connsiteY52" fmla="*/ 388144 h 564357"/>
                <a:gd name="connsiteX53" fmla="*/ 185737 w 1059656"/>
                <a:gd name="connsiteY53" fmla="*/ 411957 h 564357"/>
                <a:gd name="connsiteX54" fmla="*/ 180975 w 1059656"/>
                <a:gd name="connsiteY54" fmla="*/ 442913 h 564357"/>
                <a:gd name="connsiteX55" fmla="*/ 173831 w 1059656"/>
                <a:gd name="connsiteY55" fmla="*/ 471488 h 564357"/>
                <a:gd name="connsiteX56" fmla="*/ 130968 w 1059656"/>
                <a:gd name="connsiteY56" fmla="*/ 473869 h 564357"/>
                <a:gd name="connsiteX57" fmla="*/ 95250 w 1059656"/>
                <a:gd name="connsiteY57" fmla="*/ 488157 h 564357"/>
                <a:gd name="connsiteX58" fmla="*/ 71437 w 1059656"/>
                <a:gd name="connsiteY58" fmla="*/ 492919 h 564357"/>
                <a:gd name="connsiteX59" fmla="*/ 50006 w 1059656"/>
                <a:gd name="connsiteY59" fmla="*/ 504825 h 564357"/>
                <a:gd name="connsiteX60" fmla="*/ 30956 w 1059656"/>
                <a:gd name="connsiteY60" fmla="*/ 521494 h 564357"/>
                <a:gd name="connsiteX61" fmla="*/ 7143 w 1059656"/>
                <a:gd name="connsiteY61" fmla="*/ 528638 h 564357"/>
                <a:gd name="connsiteX62" fmla="*/ 0 w 1059656"/>
                <a:gd name="connsiteY62" fmla="*/ 533400 h 564357"/>
                <a:gd name="connsiteX63" fmla="*/ 38100 w 1059656"/>
                <a:gd name="connsiteY63" fmla="*/ 561975 h 564357"/>
                <a:gd name="connsiteX64" fmla="*/ 80962 w 1059656"/>
                <a:gd name="connsiteY64" fmla="*/ 559594 h 564357"/>
                <a:gd name="connsiteX65" fmla="*/ 116681 w 1059656"/>
                <a:gd name="connsiteY65" fmla="*/ 526257 h 564357"/>
                <a:gd name="connsiteX66" fmla="*/ 171450 w 1059656"/>
                <a:gd name="connsiteY66" fmla="*/ 500063 h 564357"/>
                <a:gd name="connsiteX67" fmla="*/ 278606 w 1059656"/>
                <a:gd name="connsiteY67" fmla="*/ 492919 h 564357"/>
                <a:gd name="connsiteX68" fmla="*/ 292893 w 1059656"/>
                <a:gd name="connsiteY68" fmla="*/ 481013 h 564357"/>
                <a:gd name="connsiteX69" fmla="*/ 357187 w 1059656"/>
                <a:gd name="connsiteY69" fmla="*/ 481013 h 564357"/>
                <a:gd name="connsiteX70" fmla="*/ 433387 w 1059656"/>
                <a:gd name="connsiteY70" fmla="*/ 388144 h 564357"/>
                <a:gd name="connsiteX71" fmla="*/ 559593 w 1059656"/>
                <a:gd name="connsiteY71" fmla="*/ 328613 h 564357"/>
                <a:gd name="connsiteX72" fmla="*/ 619125 w 1059656"/>
                <a:gd name="connsiteY72" fmla="*/ 321469 h 564357"/>
                <a:gd name="connsiteX73" fmla="*/ 654843 w 1059656"/>
                <a:gd name="connsiteY73" fmla="*/ 295275 h 564357"/>
                <a:gd name="connsiteX74" fmla="*/ 716756 w 1059656"/>
                <a:gd name="connsiteY74" fmla="*/ 292894 h 564357"/>
                <a:gd name="connsiteX75" fmla="*/ 771525 w 1059656"/>
                <a:gd name="connsiteY75" fmla="*/ 285750 h 564357"/>
                <a:gd name="connsiteX76" fmla="*/ 781050 w 1059656"/>
                <a:gd name="connsiteY76" fmla="*/ 323850 h 564357"/>
                <a:gd name="connsiteX77" fmla="*/ 773906 w 1059656"/>
                <a:gd name="connsiteY77" fmla="*/ 445294 h 564357"/>
                <a:gd name="connsiteX78" fmla="*/ 707231 w 1059656"/>
                <a:gd name="connsiteY78" fmla="*/ 461963 h 564357"/>
                <a:gd name="connsiteX79" fmla="*/ 652461 w 1059656"/>
                <a:gd name="connsiteY79" fmla="*/ 509587 h 564357"/>
                <a:gd name="connsiteX80" fmla="*/ 654844 w 1059656"/>
                <a:gd name="connsiteY80" fmla="*/ 528638 h 564357"/>
                <a:gd name="connsiteX81" fmla="*/ 697706 w 1059656"/>
                <a:gd name="connsiteY81" fmla="*/ 564357 h 564357"/>
                <a:gd name="connsiteX0" fmla="*/ 697706 w 1059656"/>
                <a:gd name="connsiteY0" fmla="*/ 564357 h 564357"/>
                <a:gd name="connsiteX1" fmla="*/ 778668 w 1059656"/>
                <a:gd name="connsiteY1" fmla="*/ 492919 h 564357"/>
                <a:gd name="connsiteX2" fmla="*/ 816768 w 1059656"/>
                <a:gd name="connsiteY2" fmla="*/ 473869 h 564357"/>
                <a:gd name="connsiteX3" fmla="*/ 852487 w 1059656"/>
                <a:gd name="connsiteY3" fmla="*/ 471488 h 564357"/>
                <a:gd name="connsiteX4" fmla="*/ 916781 w 1059656"/>
                <a:gd name="connsiteY4" fmla="*/ 457200 h 564357"/>
                <a:gd name="connsiteX5" fmla="*/ 950118 w 1059656"/>
                <a:gd name="connsiteY5" fmla="*/ 459582 h 564357"/>
                <a:gd name="connsiteX6" fmla="*/ 988218 w 1059656"/>
                <a:gd name="connsiteY6" fmla="*/ 476250 h 564357"/>
                <a:gd name="connsiteX7" fmla="*/ 1019175 w 1059656"/>
                <a:gd name="connsiteY7" fmla="*/ 445294 h 564357"/>
                <a:gd name="connsiteX8" fmla="*/ 992981 w 1059656"/>
                <a:gd name="connsiteY8" fmla="*/ 414338 h 564357"/>
                <a:gd name="connsiteX9" fmla="*/ 988218 w 1059656"/>
                <a:gd name="connsiteY9" fmla="*/ 383382 h 564357"/>
                <a:gd name="connsiteX10" fmla="*/ 995362 w 1059656"/>
                <a:gd name="connsiteY10" fmla="*/ 345282 h 564357"/>
                <a:gd name="connsiteX11" fmla="*/ 1023937 w 1059656"/>
                <a:gd name="connsiteY11" fmla="*/ 304800 h 564357"/>
                <a:gd name="connsiteX12" fmla="*/ 1052512 w 1059656"/>
                <a:gd name="connsiteY12" fmla="*/ 295275 h 564357"/>
                <a:gd name="connsiteX13" fmla="*/ 1059656 w 1059656"/>
                <a:gd name="connsiteY13" fmla="*/ 266700 h 564357"/>
                <a:gd name="connsiteX14" fmla="*/ 1047750 w 1059656"/>
                <a:gd name="connsiteY14" fmla="*/ 238125 h 564357"/>
                <a:gd name="connsiteX15" fmla="*/ 1019175 w 1059656"/>
                <a:gd name="connsiteY15" fmla="*/ 228600 h 564357"/>
                <a:gd name="connsiteX16" fmla="*/ 992981 w 1059656"/>
                <a:gd name="connsiteY16" fmla="*/ 235744 h 564357"/>
                <a:gd name="connsiteX17" fmla="*/ 935831 w 1059656"/>
                <a:gd name="connsiteY17" fmla="*/ 254794 h 564357"/>
                <a:gd name="connsiteX18" fmla="*/ 900112 w 1059656"/>
                <a:gd name="connsiteY18" fmla="*/ 259557 h 564357"/>
                <a:gd name="connsiteX19" fmla="*/ 878681 w 1059656"/>
                <a:gd name="connsiteY19" fmla="*/ 242888 h 564357"/>
                <a:gd name="connsiteX20" fmla="*/ 873918 w 1059656"/>
                <a:gd name="connsiteY20" fmla="*/ 228600 h 564357"/>
                <a:gd name="connsiteX21" fmla="*/ 881062 w 1059656"/>
                <a:gd name="connsiteY21" fmla="*/ 185738 h 564357"/>
                <a:gd name="connsiteX22" fmla="*/ 888206 w 1059656"/>
                <a:gd name="connsiteY22" fmla="*/ 150019 h 564357"/>
                <a:gd name="connsiteX23" fmla="*/ 871537 w 1059656"/>
                <a:gd name="connsiteY23" fmla="*/ 111919 h 564357"/>
                <a:gd name="connsiteX24" fmla="*/ 840581 w 1059656"/>
                <a:gd name="connsiteY24" fmla="*/ 95250 h 564357"/>
                <a:gd name="connsiteX25" fmla="*/ 835818 w 1059656"/>
                <a:gd name="connsiteY25" fmla="*/ 52388 h 564357"/>
                <a:gd name="connsiteX26" fmla="*/ 833437 w 1059656"/>
                <a:gd name="connsiteY26" fmla="*/ 0 h 564357"/>
                <a:gd name="connsiteX27" fmla="*/ 809625 w 1059656"/>
                <a:gd name="connsiteY27" fmla="*/ 33338 h 564357"/>
                <a:gd name="connsiteX28" fmla="*/ 797718 w 1059656"/>
                <a:gd name="connsiteY28" fmla="*/ 50007 h 564357"/>
                <a:gd name="connsiteX29" fmla="*/ 757237 w 1059656"/>
                <a:gd name="connsiteY29" fmla="*/ 45244 h 564357"/>
                <a:gd name="connsiteX30" fmla="*/ 735806 w 1059656"/>
                <a:gd name="connsiteY30" fmla="*/ 50007 h 564357"/>
                <a:gd name="connsiteX31" fmla="*/ 719137 w 1059656"/>
                <a:gd name="connsiteY31" fmla="*/ 78582 h 564357"/>
                <a:gd name="connsiteX32" fmla="*/ 723900 w 1059656"/>
                <a:gd name="connsiteY32" fmla="*/ 97632 h 564357"/>
                <a:gd name="connsiteX33" fmla="*/ 707231 w 1059656"/>
                <a:gd name="connsiteY33" fmla="*/ 111919 h 564357"/>
                <a:gd name="connsiteX34" fmla="*/ 631031 w 1059656"/>
                <a:gd name="connsiteY34" fmla="*/ 114300 h 564357"/>
                <a:gd name="connsiteX35" fmla="*/ 597693 w 1059656"/>
                <a:gd name="connsiteY35" fmla="*/ 100013 h 564357"/>
                <a:gd name="connsiteX36" fmla="*/ 569118 w 1059656"/>
                <a:gd name="connsiteY36" fmla="*/ 71438 h 564357"/>
                <a:gd name="connsiteX37" fmla="*/ 531018 w 1059656"/>
                <a:gd name="connsiteY37" fmla="*/ 66675 h 564357"/>
                <a:gd name="connsiteX38" fmla="*/ 497681 w 1059656"/>
                <a:gd name="connsiteY38" fmla="*/ 90488 h 564357"/>
                <a:gd name="connsiteX39" fmla="*/ 481012 w 1059656"/>
                <a:gd name="connsiteY39" fmla="*/ 109538 h 564357"/>
                <a:gd name="connsiteX40" fmla="*/ 466725 w 1059656"/>
                <a:gd name="connsiteY40" fmla="*/ 126207 h 564357"/>
                <a:gd name="connsiteX41" fmla="*/ 450056 w 1059656"/>
                <a:gd name="connsiteY41" fmla="*/ 145257 h 564357"/>
                <a:gd name="connsiteX42" fmla="*/ 454818 w 1059656"/>
                <a:gd name="connsiteY42" fmla="*/ 171450 h 564357"/>
                <a:gd name="connsiteX43" fmla="*/ 423862 w 1059656"/>
                <a:gd name="connsiteY43" fmla="*/ 195263 h 564357"/>
                <a:gd name="connsiteX44" fmla="*/ 371475 w 1059656"/>
                <a:gd name="connsiteY44" fmla="*/ 204788 h 564357"/>
                <a:gd name="connsiteX45" fmla="*/ 330993 w 1059656"/>
                <a:gd name="connsiteY45" fmla="*/ 223838 h 564357"/>
                <a:gd name="connsiteX46" fmla="*/ 321468 w 1059656"/>
                <a:gd name="connsiteY46" fmla="*/ 261938 h 564357"/>
                <a:gd name="connsiteX47" fmla="*/ 319087 w 1059656"/>
                <a:gd name="connsiteY47" fmla="*/ 269082 h 564357"/>
                <a:gd name="connsiteX48" fmla="*/ 266700 w 1059656"/>
                <a:gd name="connsiteY48" fmla="*/ 285750 h 564357"/>
                <a:gd name="connsiteX49" fmla="*/ 180975 w 1059656"/>
                <a:gd name="connsiteY49" fmla="*/ 316707 h 564357"/>
                <a:gd name="connsiteX50" fmla="*/ 157162 w 1059656"/>
                <a:gd name="connsiteY50" fmla="*/ 309563 h 564357"/>
                <a:gd name="connsiteX51" fmla="*/ 128587 w 1059656"/>
                <a:gd name="connsiteY51" fmla="*/ 300038 h 564357"/>
                <a:gd name="connsiteX52" fmla="*/ 130968 w 1059656"/>
                <a:gd name="connsiteY52" fmla="*/ 359569 h 564357"/>
                <a:gd name="connsiteX53" fmla="*/ 169068 w 1059656"/>
                <a:gd name="connsiteY53" fmla="*/ 388144 h 564357"/>
                <a:gd name="connsiteX54" fmla="*/ 185737 w 1059656"/>
                <a:gd name="connsiteY54" fmla="*/ 411957 h 564357"/>
                <a:gd name="connsiteX55" fmla="*/ 180975 w 1059656"/>
                <a:gd name="connsiteY55" fmla="*/ 442913 h 564357"/>
                <a:gd name="connsiteX56" fmla="*/ 173831 w 1059656"/>
                <a:gd name="connsiteY56" fmla="*/ 471488 h 564357"/>
                <a:gd name="connsiteX57" fmla="*/ 130968 w 1059656"/>
                <a:gd name="connsiteY57" fmla="*/ 473869 h 564357"/>
                <a:gd name="connsiteX58" fmla="*/ 95250 w 1059656"/>
                <a:gd name="connsiteY58" fmla="*/ 488157 h 564357"/>
                <a:gd name="connsiteX59" fmla="*/ 71437 w 1059656"/>
                <a:gd name="connsiteY59" fmla="*/ 492919 h 564357"/>
                <a:gd name="connsiteX60" fmla="*/ 50006 w 1059656"/>
                <a:gd name="connsiteY60" fmla="*/ 504825 h 564357"/>
                <a:gd name="connsiteX61" fmla="*/ 30956 w 1059656"/>
                <a:gd name="connsiteY61" fmla="*/ 521494 h 564357"/>
                <a:gd name="connsiteX62" fmla="*/ 7143 w 1059656"/>
                <a:gd name="connsiteY62" fmla="*/ 528638 h 564357"/>
                <a:gd name="connsiteX63" fmla="*/ 0 w 1059656"/>
                <a:gd name="connsiteY63" fmla="*/ 533400 h 564357"/>
                <a:gd name="connsiteX64" fmla="*/ 38100 w 1059656"/>
                <a:gd name="connsiteY64" fmla="*/ 561975 h 564357"/>
                <a:gd name="connsiteX65" fmla="*/ 80962 w 1059656"/>
                <a:gd name="connsiteY65" fmla="*/ 559594 h 564357"/>
                <a:gd name="connsiteX66" fmla="*/ 116681 w 1059656"/>
                <a:gd name="connsiteY66" fmla="*/ 526257 h 564357"/>
                <a:gd name="connsiteX67" fmla="*/ 171450 w 1059656"/>
                <a:gd name="connsiteY67" fmla="*/ 500063 h 564357"/>
                <a:gd name="connsiteX68" fmla="*/ 278606 w 1059656"/>
                <a:gd name="connsiteY68" fmla="*/ 492919 h 564357"/>
                <a:gd name="connsiteX69" fmla="*/ 292893 w 1059656"/>
                <a:gd name="connsiteY69" fmla="*/ 481013 h 564357"/>
                <a:gd name="connsiteX70" fmla="*/ 357187 w 1059656"/>
                <a:gd name="connsiteY70" fmla="*/ 481013 h 564357"/>
                <a:gd name="connsiteX71" fmla="*/ 433387 w 1059656"/>
                <a:gd name="connsiteY71" fmla="*/ 388144 h 564357"/>
                <a:gd name="connsiteX72" fmla="*/ 559593 w 1059656"/>
                <a:gd name="connsiteY72" fmla="*/ 328613 h 564357"/>
                <a:gd name="connsiteX73" fmla="*/ 619125 w 1059656"/>
                <a:gd name="connsiteY73" fmla="*/ 321469 h 564357"/>
                <a:gd name="connsiteX74" fmla="*/ 654843 w 1059656"/>
                <a:gd name="connsiteY74" fmla="*/ 295275 h 564357"/>
                <a:gd name="connsiteX75" fmla="*/ 716756 w 1059656"/>
                <a:gd name="connsiteY75" fmla="*/ 292894 h 564357"/>
                <a:gd name="connsiteX76" fmla="*/ 771525 w 1059656"/>
                <a:gd name="connsiteY76" fmla="*/ 285750 h 564357"/>
                <a:gd name="connsiteX77" fmla="*/ 781050 w 1059656"/>
                <a:gd name="connsiteY77" fmla="*/ 323850 h 564357"/>
                <a:gd name="connsiteX78" fmla="*/ 773906 w 1059656"/>
                <a:gd name="connsiteY78" fmla="*/ 445294 h 564357"/>
                <a:gd name="connsiteX79" fmla="*/ 707231 w 1059656"/>
                <a:gd name="connsiteY79" fmla="*/ 461963 h 564357"/>
                <a:gd name="connsiteX80" fmla="*/ 652461 w 1059656"/>
                <a:gd name="connsiteY80" fmla="*/ 509587 h 564357"/>
                <a:gd name="connsiteX81" fmla="*/ 654844 w 1059656"/>
                <a:gd name="connsiteY81" fmla="*/ 528638 h 564357"/>
                <a:gd name="connsiteX82" fmla="*/ 697706 w 1059656"/>
                <a:gd name="connsiteY82" fmla="*/ 564357 h 564357"/>
                <a:gd name="connsiteX0" fmla="*/ 697706 w 1059656"/>
                <a:gd name="connsiteY0" fmla="*/ 564357 h 564357"/>
                <a:gd name="connsiteX1" fmla="*/ 778668 w 1059656"/>
                <a:gd name="connsiteY1" fmla="*/ 492919 h 564357"/>
                <a:gd name="connsiteX2" fmla="*/ 816768 w 1059656"/>
                <a:gd name="connsiteY2" fmla="*/ 473869 h 564357"/>
                <a:gd name="connsiteX3" fmla="*/ 852487 w 1059656"/>
                <a:gd name="connsiteY3" fmla="*/ 471488 h 564357"/>
                <a:gd name="connsiteX4" fmla="*/ 916781 w 1059656"/>
                <a:gd name="connsiteY4" fmla="*/ 457200 h 564357"/>
                <a:gd name="connsiteX5" fmla="*/ 950118 w 1059656"/>
                <a:gd name="connsiteY5" fmla="*/ 459582 h 564357"/>
                <a:gd name="connsiteX6" fmla="*/ 988218 w 1059656"/>
                <a:gd name="connsiteY6" fmla="*/ 476250 h 564357"/>
                <a:gd name="connsiteX7" fmla="*/ 1019175 w 1059656"/>
                <a:gd name="connsiteY7" fmla="*/ 445294 h 564357"/>
                <a:gd name="connsiteX8" fmla="*/ 992981 w 1059656"/>
                <a:gd name="connsiteY8" fmla="*/ 414338 h 564357"/>
                <a:gd name="connsiteX9" fmla="*/ 988218 w 1059656"/>
                <a:gd name="connsiteY9" fmla="*/ 383382 h 564357"/>
                <a:gd name="connsiteX10" fmla="*/ 995362 w 1059656"/>
                <a:gd name="connsiteY10" fmla="*/ 345282 h 564357"/>
                <a:gd name="connsiteX11" fmla="*/ 1023937 w 1059656"/>
                <a:gd name="connsiteY11" fmla="*/ 304800 h 564357"/>
                <a:gd name="connsiteX12" fmla="*/ 1052512 w 1059656"/>
                <a:gd name="connsiteY12" fmla="*/ 295275 h 564357"/>
                <a:gd name="connsiteX13" fmla="*/ 1059656 w 1059656"/>
                <a:gd name="connsiteY13" fmla="*/ 266700 h 564357"/>
                <a:gd name="connsiteX14" fmla="*/ 1047750 w 1059656"/>
                <a:gd name="connsiteY14" fmla="*/ 238125 h 564357"/>
                <a:gd name="connsiteX15" fmla="*/ 1019175 w 1059656"/>
                <a:gd name="connsiteY15" fmla="*/ 228600 h 564357"/>
                <a:gd name="connsiteX16" fmla="*/ 992981 w 1059656"/>
                <a:gd name="connsiteY16" fmla="*/ 235744 h 564357"/>
                <a:gd name="connsiteX17" fmla="*/ 935831 w 1059656"/>
                <a:gd name="connsiteY17" fmla="*/ 254794 h 564357"/>
                <a:gd name="connsiteX18" fmla="*/ 900112 w 1059656"/>
                <a:gd name="connsiteY18" fmla="*/ 259557 h 564357"/>
                <a:gd name="connsiteX19" fmla="*/ 878681 w 1059656"/>
                <a:gd name="connsiteY19" fmla="*/ 242888 h 564357"/>
                <a:gd name="connsiteX20" fmla="*/ 873918 w 1059656"/>
                <a:gd name="connsiteY20" fmla="*/ 228600 h 564357"/>
                <a:gd name="connsiteX21" fmla="*/ 881062 w 1059656"/>
                <a:gd name="connsiteY21" fmla="*/ 185738 h 564357"/>
                <a:gd name="connsiteX22" fmla="*/ 888206 w 1059656"/>
                <a:gd name="connsiteY22" fmla="*/ 150019 h 564357"/>
                <a:gd name="connsiteX23" fmla="*/ 871537 w 1059656"/>
                <a:gd name="connsiteY23" fmla="*/ 111919 h 564357"/>
                <a:gd name="connsiteX24" fmla="*/ 840581 w 1059656"/>
                <a:gd name="connsiteY24" fmla="*/ 95250 h 564357"/>
                <a:gd name="connsiteX25" fmla="*/ 857249 w 1059656"/>
                <a:gd name="connsiteY25" fmla="*/ 28576 h 564357"/>
                <a:gd name="connsiteX26" fmla="*/ 833437 w 1059656"/>
                <a:gd name="connsiteY26" fmla="*/ 0 h 564357"/>
                <a:gd name="connsiteX27" fmla="*/ 809625 w 1059656"/>
                <a:gd name="connsiteY27" fmla="*/ 33338 h 564357"/>
                <a:gd name="connsiteX28" fmla="*/ 797718 w 1059656"/>
                <a:gd name="connsiteY28" fmla="*/ 50007 h 564357"/>
                <a:gd name="connsiteX29" fmla="*/ 757237 w 1059656"/>
                <a:gd name="connsiteY29" fmla="*/ 45244 h 564357"/>
                <a:gd name="connsiteX30" fmla="*/ 735806 w 1059656"/>
                <a:gd name="connsiteY30" fmla="*/ 50007 h 564357"/>
                <a:gd name="connsiteX31" fmla="*/ 719137 w 1059656"/>
                <a:gd name="connsiteY31" fmla="*/ 78582 h 564357"/>
                <a:gd name="connsiteX32" fmla="*/ 723900 w 1059656"/>
                <a:gd name="connsiteY32" fmla="*/ 97632 h 564357"/>
                <a:gd name="connsiteX33" fmla="*/ 707231 w 1059656"/>
                <a:gd name="connsiteY33" fmla="*/ 111919 h 564357"/>
                <a:gd name="connsiteX34" fmla="*/ 631031 w 1059656"/>
                <a:gd name="connsiteY34" fmla="*/ 114300 h 564357"/>
                <a:gd name="connsiteX35" fmla="*/ 597693 w 1059656"/>
                <a:gd name="connsiteY35" fmla="*/ 100013 h 564357"/>
                <a:gd name="connsiteX36" fmla="*/ 569118 w 1059656"/>
                <a:gd name="connsiteY36" fmla="*/ 71438 h 564357"/>
                <a:gd name="connsiteX37" fmla="*/ 531018 w 1059656"/>
                <a:gd name="connsiteY37" fmla="*/ 66675 h 564357"/>
                <a:gd name="connsiteX38" fmla="*/ 497681 w 1059656"/>
                <a:gd name="connsiteY38" fmla="*/ 90488 h 564357"/>
                <a:gd name="connsiteX39" fmla="*/ 481012 w 1059656"/>
                <a:gd name="connsiteY39" fmla="*/ 109538 h 564357"/>
                <a:gd name="connsiteX40" fmla="*/ 466725 w 1059656"/>
                <a:gd name="connsiteY40" fmla="*/ 126207 h 564357"/>
                <a:gd name="connsiteX41" fmla="*/ 450056 w 1059656"/>
                <a:gd name="connsiteY41" fmla="*/ 145257 h 564357"/>
                <a:gd name="connsiteX42" fmla="*/ 454818 w 1059656"/>
                <a:gd name="connsiteY42" fmla="*/ 171450 h 564357"/>
                <a:gd name="connsiteX43" fmla="*/ 423862 w 1059656"/>
                <a:gd name="connsiteY43" fmla="*/ 195263 h 564357"/>
                <a:gd name="connsiteX44" fmla="*/ 371475 w 1059656"/>
                <a:gd name="connsiteY44" fmla="*/ 204788 h 564357"/>
                <a:gd name="connsiteX45" fmla="*/ 330993 w 1059656"/>
                <a:gd name="connsiteY45" fmla="*/ 223838 h 564357"/>
                <a:gd name="connsiteX46" fmla="*/ 321468 w 1059656"/>
                <a:gd name="connsiteY46" fmla="*/ 261938 h 564357"/>
                <a:gd name="connsiteX47" fmla="*/ 319087 w 1059656"/>
                <a:gd name="connsiteY47" fmla="*/ 269082 h 564357"/>
                <a:gd name="connsiteX48" fmla="*/ 266700 w 1059656"/>
                <a:gd name="connsiteY48" fmla="*/ 285750 h 564357"/>
                <a:gd name="connsiteX49" fmla="*/ 180975 w 1059656"/>
                <a:gd name="connsiteY49" fmla="*/ 316707 h 564357"/>
                <a:gd name="connsiteX50" fmla="*/ 157162 w 1059656"/>
                <a:gd name="connsiteY50" fmla="*/ 309563 h 564357"/>
                <a:gd name="connsiteX51" fmla="*/ 128587 w 1059656"/>
                <a:gd name="connsiteY51" fmla="*/ 300038 h 564357"/>
                <a:gd name="connsiteX52" fmla="*/ 130968 w 1059656"/>
                <a:gd name="connsiteY52" fmla="*/ 359569 h 564357"/>
                <a:gd name="connsiteX53" fmla="*/ 169068 w 1059656"/>
                <a:gd name="connsiteY53" fmla="*/ 388144 h 564357"/>
                <a:gd name="connsiteX54" fmla="*/ 185737 w 1059656"/>
                <a:gd name="connsiteY54" fmla="*/ 411957 h 564357"/>
                <a:gd name="connsiteX55" fmla="*/ 180975 w 1059656"/>
                <a:gd name="connsiteY55" fmla="*/ 442913 h 564357"/>
                <a:gd name="connsiteX56" fmla="*/ 173831 w 1059656"/>
                <a:gd name="connsiteY56" fmla="*/ 471488 h 564357"/>
                <a:gd name="connsiteX57" fmla="*/ 130968 w 1059656"/>
                <a:gd name="connsiteY57" fmla="*/ 473869 h 564357"/>
                <a:gd name="connsiteX58" fmla="*/ 95250 w 1059656"/>
                <a:gd name="connsiteY58" fmla="*/ 488157 h 564357"/>
                <a:gd name="connsiteX59" fmla="*/ 71437 w 1059656"/>
                <a:gd name="connsiteY59" fmla="*/ 492919 h 564357"/>
                <a:gd name="connsiteX60" fmla="*/ 50006 w 1059656"/>
                <a:gd name="connsiteY60" fmla="*/ 504825 h 564357"/>
                <a:gd name="connsiteX61" fmla="*/ 30956 w 1059656"/>
                <a:gd name="connsiteY61" fmla="*/ 521494 h 564357"/>
                <a:gd name="connsiteX62" fmla="*/ 7143 w 1059656"/>
                <a:gd name="connsiteY62" fmla="*/ 528638 h 564357"/>
                <a:gd name="connsiteX63" fmla="*/ 0 w 1059656"/>
                <a:gd name="connsiteY63" fmla="*/ 533400 h 564357"/>
                <a:gd name="connsiteX64" fmla="*/ 38100 w 1059656"/>
                <a:gd name="connsiteY64" fmla="*/ 561975 h 564357"/>
                <a:gd name="connsiteX65" fmla="*/ 80962 w 1059656"/>
                <a:gd name="connsiteY65" fmla="*/ 559594 h 564357"/>
                <a:gd name="connsiteX66" fmla="*/ 116681 w 1059656"/>
                <a:gd name="connsiteY66" fmla="*/ 526257 h 564357"/>
                <a:gd name="connsiteX67" fmla="*/ 171450 w 1059656"/>
                <a:gd name="connsiteY67" fmla="*/ 500063 h 564357"/>
                <a:gd name="connsiteX68" fmla="*/ 278606 w 1059656"/>
                <a:gd name="connsiteY68" fmla="*/ 492919 h 564357"/>
                <a:gd name="connsiteX69" fmla="*/ 292893 w 1059656"/>
                <a:gd name="connsiteY69" fmla="*/ 481013 h 564357"/>
                <a:gd name="connsiteX70" fmla="*/ 357187 w 1059656"/>
                <a:gd name="connsiteY70" fmla="*/ 481013 h 564357"/>
                <a:gd name="connsiteX71" fmla="*/ 433387 w 1059656"/>
                <a:gd name="connsiteY71" fmla="*/ 388144 h 564357"/>
                <a:gd name="connsiteX72" fmla="*/ 559593 w 1059656"/>
                <a:gd name="connsiteY72" fmla="*/ 328613 h 564357"/>
                <a:gd name="connsiteX73" fmla="*/ 619125 w 1059656"/>
                <a:gd name="connsiteY73" fmla="*/ 321469 h 564357"/>
                <a:gd name="connsiteX74" fmla="*/ 654843 w 1059656"/>
                <a:gd name="connsiteY74" fmla="*/ 295275 h 564357"/>
                <a:gd name="connsiteX75" fmla="*/ 716756 w 1059656"/>
                <a:gd name="connsiteY75" fmla="*/ 292894 h 564357"/>
                <a:gd name="connsiteX76" fmla="*/ 771525 w 1059656"/>
                <a:gd name="connsiteY76" fmla="*/ 285750 h 564357"/>
                <a:gd name="connsiteX77" fmla="*/ 781050 w 1059656"/>
                <a:gd name="connsiteY77" fmla="*/ 323850 h 564357"/>
                <a:gd name="connsiteX78" fmla="*/ 773906 w 1059656"/>
                <a:gd name="connsiteY78" fmla="*/ 445294 h 564357"/>
                <a:gd name="connsiteX79" fmla="*/ 707231 w 1059656"/>
                <a:gd name="connsiteY79" fmla="*/ 461963 h 564357"/>
                <a:gd name="connsiteX80" fmla="*/ 652461 w 1059656"/>
                <a:gd name="connsiteY80" fmla="*/ 509587 h 564357"/>
                <a:gd name="connsiteX81" fmla="*/ 654844 w 1059656"/>
                <a:gd name="connsiteY81" fmla="*/ 528638 h 564357"/>
                <a:gd name="connsiteX82" fmla="*/ 697706 w 1059656"/>
                <a:gd name="connsiteY82" fmla="*/ 564357 h 564357"/>
                <a:gd name="connsiteX0" fmla="*/ 697706 w 1059656"/>
                <a:gd name="connsiteY0" fmla="*/ 564357 h 564357"/>
                <a:gd name="connsiteX1" fmla="*/ 778668 w 1059656"/>
                <a:gd name="connsiteY1" fmla="*/ 492919 h 564357"/>
                <a:gd name="connsiteX2" fmla="*/ 816768 w 1059656"/>
                <a:gd name="connsiteY2" fmla="*/ 473869 h 564357"/>
                <a:gd name="connsiteX3" fmla="*/ 852487 w 1059656"/>
                <a:gd name="connsiteY3" fmla="*/ 471488 h 564357"/>
                <a:gd name="connsiteX4" fmla="*/ 916781 w 1059656"/>
                <a:gd name="connsiteY4" fmla="*/ 457200 h 564357"/>
                <a:gd name="connsiteX5" fmla="*/ 950118 w 1059656"/>
                <a:gd name="connsiteY5" fmla="*/ 459582 h 564357"/>
                <a:gd name="connsiteX6" fmla="*/ 988218 w 1059656"/>
                <a:gd name="connsiteY6" fmla="*/ 476250 h 564357"/>
                <a:gd name="connsiteX7" fmla="*/ 1019175 w 1059656"/>
                <a:gd name="connsiteY7" fmla="*/ 445294 h 564357"/>
                <a:gd name="connsiteX8" fmla="*/ 992981 w 1059656"/>
                <a:gd name="connsiteY8" fmla="*/ 414338 h 564357"/>
                <a:gd name="connsiteX9" fmla="*/ 988218 w 1059656"/>
                <a:gd name="connsiteY9" fmla="*/ 383382 h 564357"/>
                <a:gd name="connsiteX10" fmla="*/ 995362 w 1059656"/>
                <a:gd name="connsiteY10" fmla="*/ 345282 h 564357"/>
                <a:gd name="connsiteX11" fmla="*/ 1023937 w 1059656"/>
                <a:gd name="connsiteY11" fmla="*/ 304800 h 564357"/>
                <a:gd name="connsiteX12" fmla="*/ 1052512 w 1059656"/>
                <a:gd name="connsiteY12" fmla="*/ 295275 h 564357"/>
                <a:gd name="connsiteX13" fmla="*/ 1059656 w 1059656"/>
                <a:gd name="connsiteY13" fmla="*/ 266700 h 564357"/>
                <a:gd name="connsiteX14" fmla="*/ 1047750 w 1059656"/>
                <a:gd name="connsiteY14" fmla="*/ 238125 h 564357"/>
                <a:gd name="connsiteX15" fmla="*/ 1019175 w 1059656"/>
                <a:gd name="connsiteY15" fmla="*/ 228600 h 564357"/>
                <a:gd name="connsiteX16" fmla="*/ 992981 w 1059656"/>
                <a:gd name="connsiteY16" fmla="*/ 235744 h 564357"/>
                <a:gd name="connsiteX17" fmla="*/ 935831 w 1059656"/>
                <a:gd name="connsiteY17" fmla="*/ 254794 h 564357"/>
                <a:gd name="connsiteX18" fmla="*/ 900112 w 1059656"/>
                <a:gd name="connsiteY18" fmla="*/ 259557 h 564357"/>
                <a:gd name="connsiteX19" fmla="*/ 878681 w 1059656"/>
                <a:gd name="connsiteY19" fmla="*/ 242888 h 564357"/>
                <a:gd name="connsiteX20" fmla="*/ 873918 w 1059656"/>
                <a:gd name="connsiteY20" fmla="*/ 228600 h 564357"/>
                <a:gd name="connsiteX21" fmla="*/ 881062 w 1059656"/>
                <a:gd name="connsiteY21" fmla="*/ 185738 h 564357"/>
                <a:gd name="connsiteX22" fmla="*/ 888206 w 1059656"/>
                <a:gd name="connsiteY22" fmla="*/ 150019 h 564357"/>
                <a:gd name="connsiteX23" fmla="*/ 871537 w 1059656"/>
                <a:gd name="connsiteY23" fmla="*/ 111919 h 564357"/>
                <a:gd name="connsiteX24" fmla="*/ 840581 w 1059656"/>
                <a:gd name="connsiteY24" fmla="*/ 95250 h 564357"/>
                <a:gd name="connsiteX25" fmla="*/ 845343 w 1059656"/>
                <a:gd name="connsiteY25" fmla="*/ 61913 h 564357"/>
                <a:gd name="connsiteX26" fmla="*/ 857249 w 1059656"/>
                <a:gd name="connsiteY26" fmla="*/ 28576 h 564357"/>
                <a:gd name="connsiteX27" fmla="*/ 833437 w 1059656"/>
                <a:gd name="connsiteY27" fmla="*/ 0 h 564357"/>
                <a:gd name="connsiteX28" fmla="*/ 809625 w 1059656"/>
                <a:gd name="connsiteY28" fmla="*/ 33338 h 564357"/>
                <a:gd name="connsiteX29" fmla="*/ 797718 w 1059656"/>
                <a:gd name="connsiteY29" fmla="*/ 50007 h 564357"/>
                <a:gd name="connsiteX30" fmla="*/ 757237 w 1059656"/>
                <a:gd name="connsiteY30" fmla="*/ 45244 h 564357"/>
                <a:gd name="connsiteX31" fmla="*/ 735806 w 1059656"/>
                <a:gd name="connsiteY31" fmla="*/ 50007 h 564357"/>
                <a:gd name="connsiteX32" fmla="*/ 719137 w 1059656"/>
                <a:gd name="connsiteY32" fmla="*/ 78582 h 564357"/>
                <a:gd name="connsiteX33" fmla="*/ 723900 w 1059656"/>
                <a:gd name="connsiteY33" fmla="*/ 97632 h 564357"/>
                <a:gd name="connsiteX34" fmla="*/ 707231 w 1059656"/>
                <a:gd name="connsiteY34" fmla="*/ 111919 h 564357"/>
                <a:gd name="connsiteX35" fmla="*/ 631031 w 1059656"/>
                <a:gd name="connsiteY35" fmla="*/ 114300 h 564357"/>
                <a:gd name="connsiteX36" fmla="*/ 597693 w 1059656"/>
                <a:gd name="connsiteY36" fmla="*/ 100013 h 564357"/>
                <a:gd name="connsiteX37" fmla="*/ 569118 w 1059656"/>
                <a:gd name="connsiteY37" fmla="*/ 71438 h 564357"/>
                <a:gd name="connsiteX38" fmla="*/ 531018 w 1059656"/>
                <a:gd name="connsiteY38" fmla="*/ 66675 h 564357"/>
                <a:gd name="connsiteX39" fmla="*/ 497681 w 1059656"/>
                <a:gd name="connsiteY39" fmla="*/ 90488 h 564357"/>
                <a:gd name="connsiteX40" fmla="*/ 481012 w 1059656"/>
                <a:gd name="connsiteY40" fmla="*/ 109538 h 564357"/>
                <a:gd name="connsiteX41" fmla="*/ 466725 w 1059656"/>
                <a:gd name="connsiteY41" fmla="*/ 126207 h 564357"/>
                <a:gd name="connsiteX42" fmla="*/ 450056 w 1059656"/>
                <a:gd name="connsiteY42" fmla="*/ 145257 h 564357"/>
                <a:gd name="connsiteX43" fmla="*/ 454818 w 1059656"/>
                <a:gd name="connsiteY43" fmla="*/ 171450 h 564357"/>
                <a:gd name="connsiteX44" fmla="*/ 423862 w 1059656"/>
                <a:gd name="connsiteY44" fmla="*/ 195263 h 564357"/>
                <a:gd name="connsiteX45" fmla="*/ 371475 w 1059656"/>
                <a:gd name="connsiteY45" fmla="*/ 204788 h 564357"/>
                <a:gd name="connsiteX46" fmla="*/ 330993 w 1059656"/>
                <a:gd name="connsiteY46" fmla="*/ 223838 h 564357"/>
                <a:gd name="connsiteX47" fmla="*/ 321468 w 1059656"/>
                <a:gd name="connsiteY47" fmla="*/ 261938 h 564357"/>
                <a:gd name="connsiteX48" fmla="*/ 319087 w 1059656"/>
                <a:gd name="connsiteY48" fmla="*/ 269082 h 564357"/>
                <a:gd name="connsiteX49" fmla="*/ 266700 w 1059656"/>
                <a:gd name="connsiteY49" fmla="*/ 285750 h 564357"/>
                <a:gd name="connsiteX50" fmla="*/ 180975 w 1059656"/>
                <a:gd name="connsiteY50" fmla="*/ 316707 h 564357"/>
                <a:gd name="connsiteX51" fmla="*/ 157162 w 1059656"/>
                <a:gd name="connsiteY51" fmla="*/ 309563 h 564357"/>
                <a:gd name="connsiteX52" fmla="*/ 128587 w 1059656"/>
                <a:gd name="connsiteY52" fmla="*/ 300038 h 564357"/>
                <a:gd name="connsiteX53" fmla="*/ 130968 w 1059656"/>
                <a:gd name="connsiteY53" fmla="*/ 359569 h 564357"/>
                <a:gd name="connsiteX54" fmla="*/ 169068 w 1059656"/>
                <a:gd name="connsiteY54" fmla="*/ 388144 h 564357"/>
                <a:gd name="connsiteX55" fmla="*/ 185737 w 1059656"/>
                <a:gd name="connsiteY55" fmla="*/ 411957 h 564357"/>
                <a:gd name="connsiteX56" fmla="*/ 180975 w 1059656"/>
                <a:gd name="connsiteY56" fmla="*/ 442913 h 564357"/>
                <a:gd name="connsiteX57" fmla="*/ 173831 w 1059656"/>
                <a:gd name="connsiteY57" fmla="*/ 471488 h 564357"/>
                <a:gd name="connsiteX58" fmla="*/ 130968 w 1059656"/>
                <a:gd name="connsiteY58" fmla="*/ 473869 h 564357"/>
                <a:gd name="connsiteX59" fmla="*/ 95250 w 1059656"/>
                <a:gd name="connsiteY59" fmla="*/ 488157 h 564357"/>
                <a:gd name="connsiteX60" fmla="*/ 71437 w 1059656"/>
                <a:gd name="connsiteY60" fmla="*/ 492919 h 564357"/>
                <a:gd name="connsiteX61" fmla="*/ 50006 w 1059656"/>
                <a:gd name="connsiteY61" fmla="*/ 504825 h 564357"/>
                <a:gd name="connsiteX62" fmla="*/ 30956 w 1059656"/>
                <a:gd name="connsiteY62" fmla="*/ 521494 h 564357"/>
                <a:gd name="connsiteX63" fmla="*/ 7143 w 1059656"/>
                <a:gd name="connsiteY63" fmla="*/ 528638 h 564357"/>
                <a:gd name="connsiteX64" fmla="*/ 0 w 1059656"/>
                <a:gd name="connsiteY64" fmla="*/ 533400 h 564357"/>
                <a:gd name="connsiteX65" fmla="*/ 38100 w 1059656"/>
                <a:gd name="connsiteY65" fmla="*/ 561975 h 564357"/>
                <a:gd name="connsiteX66" fmla="*/ 80962 w 1059656"/>
                <a:gd name="connsiteY66" fmla="*/ 559594 h 564357"/>
                <a:gd name="connsiteX67" fmla="*/ 116681 w 1059656"/>
                <a:gd name="connsiteY67" fmla="*/ 526257 h 564357"/>
                <a:gd name="connsiteX68" fmla="*/ 171450 w 1059656"/>
                <a:gd name="connsiteY68" fmla="*/ 500063 h 564357"/>
                <a:gd name="connsiteX69" fmla="*/ 278606 w 1059656"/>
                <a:gd name="connsiteY69" fmla="*/ 492919 h 564357"/>
                <a:gd name="connsiteX70" fmla="*/ 292893 w 1059656"/>
                <a:gd name="connsiteY70" fmla="*/ 481013 h 564357"/>
                <a:gd name="connsiteX71" fmla="*/ 357187 w 1059656"/>
                <a:gd name="connsiteY71" fmla="*/ 481013 h 564357"/>
                <a:gd name="connsiteX72" fmla="*/ 433387 w 1059656"/>
                <a:gd name="connsiteY72" fmla="*/ 388144 h 564357"/>
                <a:gd name="connsiteX73" fmla="*/ 559593 w 1059656"/>
                <a:gd name="connsiteY73" fmla="*/ 328613 h 564357"/>
                <a:gd name="connsiteX74" fmla="*/ 619125 w 1059656"/>
                <a:gd name="connsiteY74" fmla="*/ 321469 h 564357"/>
                <a:gd name="connsiteX75" fmla="*/ 654843 w 1059656"/>
                <a:gd name="connsiteY75" fmla="*/ 295275 h 564357"/>
                <a:gd name="connsiteX76" fmla="*/ 716756 w 1059656"/>
                <a:gd name="connsiteY76" fmla="*/ 292894 h 564357"/>
                <a:gd name="connsiteX77" fmla="*/ 771525 w 1059656"/>
                <a:gd name="connsiteY77" fmla="*/ 285750 h 564357"/>
                <a:gd name="connsiteX78" fmla="*/ 781050 w 1059656"/>
                <a:gd name="connsiteY78" fmla="*/ 323850 h 564357"/>
                <a:gd name="connsiteX79" fmla="*/ 773906 w 1059656"/>
                <a:gd name="connsiteY79" fmla="*/ 445294 h 564357"/>
                <a:gd name="connsiteX80" fmla="*/ 707231 w 1059656"/>
                <a:gd name="connsiteY80" fmla="*/ 461963 h 564357"/>
                <a:gd name="connsiteX81" fmla="*/ 652461 w 1059656"/>
                <a:gd name="connsiteY81" fmla="*/ 509587 h 564357"/>
                <a:gd name="connsiteX82" fmla="*/ 654844 w 1059656"/>
                <a:gd name="connsiteY82" fmla="*/ 528638 h 564357"/>
                <a:gd name="connsiteX83" fmla="*/ 697706 w 1059656"/>
                <a:gd name="connsiteY83" fmla="*/ 564357 h 564357"/>
                <a:gd name="connsiteX0" fmla="*/ 697706 w 1059656"/>
                <a:gd name="connsiteY0" fmla="*/ 564357 h 564357"/>
                <a:gd name="connsiteX1" fmla="*/ 778668 w 1059656"/>
                <a:gd name="connsiteY1" fmla="*/ 492919 h 564357"/>
                <a:gd name="connsiteX2" fmla="*/ 816768 w 1059656"/>
                <a:gd name="connsiteY2" fmla="*/ 473869 h 564357"/>
                <a:gd name="connsiteX3" fmla="*/ 852487 w 1059656"/>
                <a:gd name="connsiteY3" fmla="*/ 471488 h 564357"/>
                <a:gd name="connsiteX4" fmla="*/ 916781 w 1059656"/>
                <a:gd name="connsiteY4" fmla="*/ 457200 h 564357"/>
                <a:gd name="connsiteX5" fmla="*/ 950118 w 1059656"/>
                <a:gd name="connsiteY5" fmla="*/ 459582 h 564357"/>
                <a:gd name="connsiteX6" fmla="*/ 988218 w 1059656"/>
                <a:gd name="connsiteY6" fmla="*/ 476250 h 564357"/>
                <a:gd name="connsiteX7" fmla="*/ 1019175 w 1059656"/>
                <a:gd name="connsiteY7" fmla="*/ 445294 h 564357"/>
                <a:gd name="connsiteX8" fmla="*/ 992981 w 1059656"/>
                <a:gd name="connsiteY8" fmla="*/ 414338 h 564357"/>
                <a:gd name="connsiteX9" fmla="*/ 988218 w 1059656"/>
                <a:gd name="connsiteY9" fmla="*/ 383382 h 564357"/>
                <a:gd name="connsiteX10" fmla="*/ 995362 w 1059656"/>
                <a:gd name="connsiteY10" fmla="*/ 345282 h 564357"/>
                <a:gd name="connsiteX11" fmla="*/ 1023937 w 1059656"/>
                <a:gd name="connsiteY11" fmla="*/ 304800 h 564357"/>
                <a:gd name="connsiteX12" fmla="*/ 1052512 w 1059656"/>
                <a:gd name="connsiteY12" fmla="*/ 295275 h 564357"/>
                <a:gd name="connsiteX13" fmla="*/ 1059656 w 1059656"/>
                <a:gd name="connsiteY13" fmla="*/ 266700 h 564357"/>
                <a:gd name="connsiteX14" fmla="*/ 1047750 w 1059656"/>
                <a:gd name="connsiteY14" fmla="*/ 238125 h 564357"/>
                <a:gd name="connsiteX15" fmla="*/ 1019175 w 1059656"/>
                <a:gd name="connsiteY15" fmla="*/ 228600 h 564357"/>
                <a:gd name="connsiteX16" fmla="*/ 992981 w 1059656"/>
                <a:gd name="connsiteY16" fmla="*/ 235744 h 564357"/>
                <a:gd name="connsiteX17" fmla="*/ 935831 w 1059656"/>
                <a:gd name="connsiteY17" fmla="*/ 254794 h 564357"/>
                <a:gd name="connsiteX18" fmla="*/ 900112 w 1059656"/>
                <a:gd name="connsiteY18" fmla="*/ 259557 h 564357"/>
                <a:gd name="connsiteX19" fmla="*/ 878681 w 1059656"/>
                <a:gd name="connsiteY19" fmla="*/ 242888 h 564357"/>
                <a:gd name="connsiteX20" fmla="*/ 873918 w 1059656"/>
                <a:gd name="connsiteY20" fmla="*/ 228600 h 564357"/>
                <a:gd name="connsiteX21" fmla="*/ 881062 w 1059656"/>
                <a:gd name="connsiteY21" fmla="*/ 185738 h 564357"/>
                <a:gd name="connsiteX22" fmla="*/ 888206 w 1059656"/>
                <a:gd name="connsiteY22" fmla="*/ 150019 h 564357"/>
                <a:gd name="connsiteX23" fmla="*/ 871537 w 1059656"/>
                <a:gd name="connsiteY23" fmla="*/ 111919 h 564357"/>
                <a:gd name="connsiteX24" fmla="*/ 840581 w 1059656"/>
                <a:gd name="connsiteY24" fmla="*/ 95250 h 564357"/>
                <a:gd name="connsiteX25" fmla="*/ 859630 w 1059656"/>
                <a:gd name="connsiteY25" fmla="*/ 66676 h 564357"/>
                <a:gd name="connsiteX26" fmla="*/ 857249 w 1059656"/>
                <a:gd name="connsiteY26" fmla="*/ 28576 h 564357"/>
                <a:gd name="connsiteX27" fmla="*/ 833437 w 1059656"/>
                <a:gd name="connsiteY27" fmla="*/ 0 h 564357"/>
                <a:gd name="connsiteX28" fmla="*/ 809625 w 1059656"/>
                <a:gd name="connsiteY28" fmla="*/ 33338 h 564357"/>
                <a:gd name="connsiteX29" fmla="*/ 797718 w 1059656"/>
                <a:gd name="connsiteY29" fmla="*/ 50007 h 564357"/>
                <a:gd name="connsiteX30" fmla="*/ 757237 w 1059656"/>
                <a:gd name="connsiteY30" fmla="*/ 45244 h 564357"/>
                <a:gd name="connsiteX31" fmla="*/ 735806 w 1059656"/>
                <a:gd name="connsiteY31" fmla="*/ 50007 h 564357"/>
                <a:gd name="connsiteX32" fmla="*/ 719137 w 1059656"/>
                <a:gd name="connsiteY32" fmla="*/ 78582 h 564357"/>
                <a:gd name="connsiteX33" fmla="*/ 723900 w 1059656"/>
                <a:gd name="connsiteY33" fmla="*/ 97632 h 564357"/>
                <a:gd name="connsiteX34" fmla="*/ 707231 w 1059656"/>
                <a:gd name="connsiteY34" fmla="*/ 111919 h 564357"/>
                <a:gd name="connsiteX35" fmla="*/ 631031 w 1059656"/>
                <a:gd name="connsiteY35" fmla="*/ 114300 h 564357"/>
                <a:gd name="connsiteX36" fmla="*/ 597693 w 1059656"/>
                <a:gd name="connsiteY36" fmla="*/ 100013 h 564357"/>
                <a:gd name="connsiteX37" fmla="*/ 569118 w 1059656"/>
                <a:gd name="connsiteY37" fmla="*/ 71438 h 564357"/>
                <a:gd name="connsiteX38" fmla="*/ 531018 w 1059656"/>
                <a:gd name="connsiteY38" fmla="*/ 66675 h 564357"/>
                <a:gd name="connsiteX39" fmla="*/ 497681 w 1059656"/>
                <a:gd name="connsiteY39" fmla="*/ 90488 h 564357"/>
                <a:gd name="connsiteX40" fmla="*/ 481012 w 1059656"/>
                <a:gd name="connsiteY40" fmla="*/ 109538 h 564357"/>
                <a:gd name="connsiteX41" fmla="*/ 466725 w 1059656"/>
                <a:gd name="connsiteY41" fmla="*/ 126207 h 564357"/>
                <a:gd name="connsiteX42" fmla="*/ 450056 w 1059656"/>
                <a:gd name="connsiteY42" fmla="*/ 145257 h 564357"/>
                <a:gd name="connsiteX43" fmla="*/ 454818 w 1059656"/>
                <a:gd name="connsiteY43" fmla="*/ 171450 h 564357"/>
                <a:gd name="connsiteX44" fmla="*/ 423862 w 1059656"/>
                <a:gd name="connsiteY44" fmla="*/ 195263 h 564357"/>
                <a:gd name="connsiteX45" fmla="*/ 371475 w 1059656"/>
                <a:gd name="connsiteY45" fmla="*/ 204788 h 564357"/>
                <a:gd name="connsiteX46" fmla="*/ 330993 w 1059656"/>
                <a:gd name="connsiteY46" fmla="*/ 223838 h 564357"/>
                <a:gd name="connsiteX47" fmla="*/ 321468 w 1059656"/>
                <a:gd name="connsiteY47" fmla="*/ 261938 h 564357"/>
                <a:gd name="connsiteX48" fmla="*/ 319087 w 1059656"/>
                <a:gd name="connsiteY48" fmla="*/ 269082 h 564357"/>
                <a:gd name="connsiteX49" fmla="*/ 266700 w 1059656"/>
                <a:gd name="connsiteY49" fmla="*/ 285750 h 564357"/>
                <a:gd name="connsiteX50" fmla="*/ 180975 w 1059656"/>
                <a:gd name="connsiteY50" fmla="*/ 316707 h 564357"/>
                <a:gd name="connsiteX51" fmla="*/ 157162 w 1059656"/>
                <a:gd name="connsiteY51" fmla="*/ 309563 h 564357"/>
                <a:gd name="connsiteX52" fmla="*/ 128587 w 1059656"/>
                <a:gd name="connsiteY52" fmla="*/ 300038 h 564357"/>
                <a:gd name="connsiteX53" fmla="*/ 130968 w 1059656"/>
                <a:gd name="connsiteY53" fmla="*/ 359569 h 564357"/>
                <a:gd name="connsiteX54" fmla="*/ 169068 w 1059656"/>
                <a:gd name="connsiteY54" fmla="*/ 388144 h 564357"/>
                <a:gd name="connsiteX55" fmla="*/ 185737 w 1059656"/>
                <a:gd name="connsiteY55" fmla="*/ 411957 h 564357"/>
                <a:gd name="connsiteX56" fmla="*/ 180975 w 1059656"/>
                <a:gd name="connsiteY56" fmla="*/ 442913 h 564357"/>
                <a:gd name="connsiteX57" fmla="*/ 173831 w 1059656"/>
                <a:gd name="connsiteY57" fmla="*/ 471488 h 564357"/>
                <a:gd name="connsiteX58" fmla="*/ 130968 w 1059656"/>
                <a:gd name="connsiteY58" fmla="*/ 473869 h 564357"/>
                <a:gd name="connsiteX59" fmla="*/ 95250 w 1059656"/>
                <a:gd name="connsiteY59" fmla="*/ 488157 h 564357"/>
                <a:gd name="connsiteX60" fmla="*/ 71437 w 1059656"/>
                <a:gd name="connsiteY60" fmla="*/ 492919 h 564357"/>
                <a:gd name="connsiteX61" fmla="*/ 50006 w 1059656"/>
                <a:gd name="connsiteY61" fmla="*/ 504825 h 564357"/>
                <a:gd name="connsiteX62" fmla="*/ 30956 w 1059656"/>
                <a:gd name="connsiteY62" fmla="*/ 521494 h 564357"/>
                <a:gd name="connsiteX63" fmla="*/ 7143 w 1059656"/>
                <a:gd name="connsiteY63" fmla="*/ 528638 h 564357"/>
                <a:gd name="connsiteX64" fmla="*/ 0 w 1059656"/>
                <a:gd name="connsiteY64" fmla="*/ 533400 h 564357"/>
                <a:gd name="connsiteX65" fmla="*/ 38100 w 1059656"/>
                <a:gd name="connsiteY65" fmla="*/ 561975 h 564357"/>
                <a:gd name="connsiteX66" fmla="*/ 80962 w 1059656"/>
                <a:gd name="connsiteY66" fmla="*/ 559594 h 564357"/>
                <a:gd name="connsiteX67" fmla="*/ 116681 w 1059656"/>
                <a:gd name="connsiteY67" fmla="*/ 526257 h 564357"/>
                <a:gd name="connsiteX68" fmla="*/ 171450 w 1059656"/>
                <a:gd name="connsiteY68" fmla="*/ 500063 h 564357"/>
                <a:gd name="connsiteX69" fmla="*/ 278606 w 1059656"/>
                <a:gd name="connsiteY69" fmla="*/ 492919 h 564357"/>
                <a:gd name="connsiteX70" fmla="*/ 292893 w 1059656"/>
                <a:gd name="connsiteY70" fmla="*/ 481013 h 564357"/>
                <a:gd name="connsiteX71" fmla="*/ 357187 w 1059656"/>
                <a:gd name="connsiteY71" fmla="*/ 481013 h 564357"/>
                <a:gd name="connsiteX72" fmla="*/ 433387 w 1059656"/>
                <a:gd name="connsiteY72" fmla="*/ 388144 h 564357"/>
                <a:gd name="connsiteX73" fmla="*/ 559593 w 1059656"/>
                <a:gd name="connsiteY73" fmla="*/ 328613 h 564357"/>
                <a:gd name="connsiteX74" fmla="*/ 619125 w 1059656"/>
                <a:gd name="connsiteY74" fmla="*/ 321469 h 564357"/>
                <a:gd name="connsiteX75" fmla="*/ 654843 w 1059656"/>
                <a:gd name="connsiteY75" fmla="*/ 295275 h 564357"/>
                <a:gd name="connsiteX76" fmla="*/ 716756 w 1059656"/>
                <a:gd name="connsiteY76" fmla="*/ 292894 h 564357"/>
                <a:gd name="connsiteX77" fmla="*/ 771525 w 1059656"/>
                <a:gd name="connsiteY77" fmla="*/ 285750 h 564357"/>
                <a:gd name="connsiteX78" fmla="*/ 781050 w 1059656"/>
                <a:gd name="connsiteY78" fmla="*/ 323850 h 564357"/>
                <a:gd name="connsiteX79" fmla="*/ 773906 w 1059656"/>
                <a:gd name="connsiteY79" fmla="*/ 445294 h 564357"/>
                <a:gd name="connsiteX80" fmla="*/ 707231 w 1059656"/>
                <a:gd name="connsiteY80" fmla="*/ 461963 h 564357"/>
                <a:gd name="connsiteX81" fmla="*/ 652461 w 1059656"/>
                <a:gd name="connsiteY81" fmla="*/ 509587 h 564357"/>
                <a:gd name="connsiteX82" fmla="*/ 654844 w 1059656"/>
                <a:gd name="connsiteY82" fmla="*/ 528638 h 564357"/>
                <a:gd name="connsiteX83" fmla="*/ 697706 w 1059656"/>
                <a:gd name="connsiteY83" fmla="*/ 564357 h 564357"/>
                <a:gd name="connsiteX0" fmla="*/ 697706 w 1059656"/>
                <a:gd name="connsiteY0" fmla="*/ 564357 h 564357"/>
                <a:gd name="connsiteX1" fmla="*/ 778668 w 1059656"/>
                <a:gd name="connsiteY1" fmla="*/ 492919 h 564357"/>
                <a:gd name="connsiteX2" fmla="*/ 816768 w 1059656"/>
                <a:gd name="connsiteY2" fmla="*/ 473869 h 564357"/>
                <a:gd name="connsiteX3" fmla="*/ 852487 w 1059656"/>
                <a:gd name="connsiteY3" fmla="*/ 471488 h 564357"/>
                <a:gd name="connsiteX4" fmla="*/ 916781 w 1059656"/>
                <a:gd name="connsiteY4" fmla="*/ 457200 h 564357"/>
                <a:gd name="connsiteX5" fmla="*/ 950118 w 1059656"/>
                <a:gd name="connsiteY5" fmla="*/ 459582 h 564357"/>
                <a:gd name="connsiteX6" fmla="*/ 988218 w 1059656"/>
                <a:gd name="connsiteY6" fmla="*/ 476250 h 564357"/>
                <a:gd name="connsiteX7" fmla="*/ 1019175 w 1059656"/>
                <a:gd name="connsiteY7" fmla="*/ 445294 h 564357"/>
                <a:gd name="connsiteX8" fmla="*/ 992981 w 1059656"/>
                <a:gd name="connsiteY8" fmla="*/ 414338 h 564357"/>
                <a:gd name="connsiteX9" fmla="*/ 988218 w 1059656"/>
                <a:gd name="connsiteY9" fmla="*/ 383382 h 564357"/>
                <a:gd name="connsiteX10" fmla="*/ 995362 w 1059656"/>
                <a:gd name="connsiteY10" fmla="*/ 345282 h 564357"/>
                <a:gd name="connsiteX11" fmla="*/ 1023937 w 1059656"/>
                <a:gd name="connsiteY11" fmla="*/ 304800 h 564357"/>
                <a:gd name="connsiteX12" fmla="*/ 1052512 w 1059656"/>
                <a:gd name="connsiteY12" fmla="*/ 295275 h 564357"/>
                <a:gd name="connsiteX13" fmla="*/ 1059656 w 1059656"/>
                <a:gd name="connsiteY13" fmla="*/ 266700 h 564357"/>
                <a:gd name="connsiteX14" fmla="*/ 1047750 w 1059656"/>
                <a:gd name="connsiteY14" fmla="*/ 238125 h 564357"/>
                <a:gd name="connsiteX15" fmla="*/ 1019175 w 1059656"/>
                <a:gd name="connsiteY15" fmla="*/ 228600 h 564357"/>
                <a:gd name="connsiteX16" fmla="*/ 992981 w 1059656"/>
                <a:gd name="connsiteY16" fmla="*/ 235744 h 564357"/>
                <a:gd name="connsiteX17" fmla="*/ 935831 w 1059656"/>
                <a:gd name="connsiteY17" fmla="*/ 254794 h 564357"/>
                <a:gd name="connsiteX18" fmla="*/ 900112 w 1059656"/>
                <a:gd name="connsiteY18" fmla="*/ 259557 h 564357"/>
                <a:gd name="connsiteX19" fmla="*/ 878681 w 1059656"/>
                <a:gd name="connsiteY19" fmla="*/ 242888 h 564357"/>
                <a:gd name="connsiteX20" fmla="*/ 873918 w 1059656"/>
                <a:gd name="connsiteY20" fmla="*/ 228600 h 564357"/>
                <a:gd name="connsiteX21" fmla="*/ 881062 w 1059656"/>
                <a:gd name="connsiteY21" fmla="*/ 185738 h 564357"/>
                <a:gd name="connsiteX22" fmla="*/ 888206 w 1059656"/>
                <a:gd name="connsiteY22" fmla="*/ 150019 h 564357"/>
                <a:gd name="connsiteX23" fmla="*/ 871537 w 1059656"/>
                <a:gd name="connsiteY23" fmla="*/ 111919 h 564357"/>
                <a:gd name="connsiteX24" fmla="*/ 852488 w 1059656"/>
                <a:gd name="connsiteY24" fmla="*/ 92869 h 564357"/>
                <a:gd name="connsiteX25" fmla="*/ 859630 w 1059656"/>
                <a:gd name="connsiteY25" fmla="*/ 66676 h 564357"/>
                <a:gd name="connsiteX26" fmla="*/ 857249 w 1059656"/>
                <a:gd name="connsiteY26" fmla="*/ 28576 h 564357"/>
                <a:gd name="connsiteX27" fmla="*/ 833437 w 1059656"/>
                <a:gd name="connsiteY27" fmla="*/ 0 h 564357"/>
                <a:gd name="connsiteX28" fmla="*/ 809625 w 1059656"/>
                <a:gd name="connsiteY28" fmla="*/ 33338 h 564357"/>
                <a:gd name="connsiteX29" fmla="*/ 797718 w 1059656"/>
                <a:gd name="connsiteY29" fmla="*/ 50007 h 564357"/>
                <a:gd name="connsiteX30" fmla="*/ 757237 w 1059656"/>
                <a:gd name="connsiteY30" fmla="*/ 45244 h 564357"/>
                <a:gd name="connsiteX31" fmla="*/ 735806 w 1059656"/>
                <a:gd name="connsiteY31" fmla="*/ 50007 h 564357"/>
                <a:gd name="connsiteX32" fmla="*/ 719137 w 1059656"/>
                <a:gd name="connsiteY32" fmla="*/ 78582 h 564357"/>
                <a:gd name="connsiteX33" fmla="*/ 723900 w 1059656"/>
                <a:gd name="connsiteY33" fmla="*/ 97632 h 564357"/>
                <a:gd name="connsiteX34" fmla="*/ 707231 w 1059656"/>
                <a:gd name="connsiteY34" fmla="*/ 111919 h 564357"/>
                <a:gd name="connsiteX35" fmla="*/ 631031 w 1059656"/>
                <a:gd name="connsiteY35" fmla="*/ 114300 h 564357"/>
                <a:gd name="connsiteX36" fmla="*/ 597693 w 1059656"/>
                <a:gd name="connsiteY36" fmla="*/ 100013 h 564357"/>
                <a:gd name="connsiteX37" fmla="*/ 569118 w 1059656"/>
                <a:gd name="connsiteY37" fmla="*/ 71438 h 564357"/>
                <a:gd name="connsiteX38" fmla="*/ 531018 w 1059656"/>
                <a:gd name="connsiteY38" fmla="*/ 66675 h 564357"/>
                <a:gd name="connsiteX39" fmla="*/ 497681 w 1059656"/>
                <a:gd name="connsiteY39" fmla="*/ 90488 h 564357"/>
                <a:gd name="connsiteX40" fmla="*/ 481012 w 1059656"/>
                <a:gd name="connsiteY40" fmla="*/ 109538 h 564357"/>
                <a:gd name="connsiteX41" fmla="*/ 466725 w 1059656"/>
                <a:gd name="connsiteY41" fmla="*/ 126207 h 564357"/>
                <a:gd name="connsiteX42" fmla="*/ 450056 w 1059656"/>
                <a:gd name="connsiteY42" fmla="*/ 145257 h 564357"/>
                <a:gd name="connsiteX43" fmla="*/ 454818 w 1059656"/>
                <a:gd name="connsiteY43" fmla="*/ 171450 h 564357"/>
                <a:gd name="connsiteX44" fmla="*/ 423862 w 1059656"/>
                <a:gd name="connsiteY44" fmla="*/ 195263 h 564357"/>
                <a:gd name="connsiteX45" fmla="*/ 371475 w 1059656"/>
                <a:gd name="connsiteY45" fmla="*/ 204788 h 564357"/>
                <a:gd name="connsiteX46" fmla="*/ 330993 w 1059656"/>
                <a:gd name="connsiteY46" fmla="*/ 223838 h 564357"/>
                <a:gd name="connsiteX47" fmla="*/ 321468 w 1059656"/>
                <a:gd name="connsiteY47" fmla="*/ 261938 h 564357"/>
                <a:gd name="connsiteX48" fmla="*/ 319087 w 1059656"/>
                <a:gd name="connsiteY48" fmla="*/ 269082 h 564357"/>
                <a:gd name="connsiteX49" fmla="*/ 266700 w 1059656"/>
                <a:gd name="connsiteY49" fmla="*/ 285750 h 564357"/>
                <a:gd name="connsiteX50" fmla="*/ 180975 w 1059656"/>
                <a:gd name="connsiteY50" fmla="*/ 316707 h 564357"/>
                <a:gd name="connsiteX51" fmla="*/ 157162 w 1059656"/>
                <a:gd name="connsiteY51" fmla="*/ 309563 h 564357"/>
                <a:gd name="connsiteX52" fmla="*/ 128587 w 1059656"/>
                <a:gd name="connsiteY52" fmla="*/ 300038 h 564357"/>
                <a:gd name="connsiteX53" fmla="*/ 130968 w 1059656"/>
                <a:gd name="connsiteY53" fmla="*/ 359569 h 564357"/>
                <a:gd name="connsiteX54" fmla="*/ 169068 w 1059656"/>
                <a:gd name="connsiteY54" fmla="*/ 388144 h 564357"/>
                <a:gd name="connsiteX55" fmla="*/ 185737 w 1059656"/>
                <a:gd name="connsiteY55" fmla="*/ 411957 h 564357"/>
                <a:gd name="connsiteX56" fmla="*/ 180975 w 1059656"/>
                <a:gd name="connsiteY56" fmla="*/ 442913 h 564357"/>
                <a:gd name="connsiteX57" fmla="*/ 173831 w 1059656"/>
                <a:gd name="connsiteY57" fmla="*/ 471488 h 564357"/>
                <a:gd name="connsiteX58" fmla="*/ 130968 w 1059656"/>
                <a:gd name="connsiteY58" fmla="*/ 473869 h 564357"/>
                <a:gd name="connsiteX59" fmla="*/ 95250 w 1059656"/>
                <a:gd name="connsiteY59" fmla="*/ 488157 h 564357"/>
                <a:gd name="connsiteX60" fmla="*/ 71437 w 1059656"/>
                <a:gd name="connsiteY60" fmla="*/ 492919 h 564357"/>
                <a:gd name="connsiteX61" fmla="*/ 50006 w 1059656"/>
                <a:gd name="connsiteY61" fmla="*/ 504825 h 564357"/>
                <a:gd name="connsiteX62" fmla="*/ 30956 w 1059656"/>
                <a:gd name="connsiteY62" fmla="*/ 521494 h 564357"/>
                <a:gd name="connsiteX63" fmla="*/ 7143 w 1059656"/>
                <a:gd name="connsiteY63" fmla="*/ 528638 h 564357"/>
                <a:gd name="connsiteX64" fmla="*/ 0 w 1059656"/>
                <a:gd name="connsiteY64" fmla="*/ 533400 h 564357"/>
                <a:gd name="connsiteX65" fmla="*/ 38100 w 1059656"/>
                <a:gd name="connsiteY65" fmla="*/ 561975 h 564357"/>
                <a:gd name="connsiteX66" fmla="*/ 80962 w 1059656"/>
                <a:gd name="connsiteY66" fmla="*/ 559594 h 564357"/>
                <a:gd name="connsiteX67" fmla="*/ 116681 w 1059656"/>
                <a:gd name="connsiteY67" fmla="*/ 526257 h 564357"/>
                <a:gd name="connsiteX68" fmla="*/ 171450 w 1059656"/>
                <a:gd name="connsiteY68" fmla="*/ 500063 h 564357"/>
                <a:gd name="connsiteX69" fmla="*/ 278606 w 1059656"/>
                <a:gd name="connsiteY69" fmla="*/ 492919 h 564357"/>
                <a:gd name="connsiteX70" fmla="*/ 292893 w 1059656"/>
                <a:gd name="connsiteY70" fmla="*/ 481013 h 564357"/>
                <a:gd name="connsiteX71" fmla="*/ 357187 w 1059656"/>
                <a:gd name="connsiteY71" fmla="*/ 481013 h 564357"/>
                <a:gd name="connsiteX72" fmla="*/ 433387 w 1059656"/>
                <a:gd name="connsiteY72" fmla="*/ 388144 h 564357"/>
                <a:gd name="connsiteX73" fmla="*/ 559593 w 1059656"/>
                <a:gd name="connsiteY73" fmla="*/ 328613 h 564357"/>
                <a:gd name="connsiteX74" fmla="*/ 619125 w 1059656"/>
                <a:gd name="connsiteY74" fmla="*/ 321469 h 564357"/>
                <a:gd name="connsiteX75" fmla="*/ 654843 w 1059656"/>
                <a:gd name="connsiteY75" fmla="*/ 295275 h 564357"/>
                <a:gd name="connsiteX76" fmla="*/ 716756 w 1059656"/>
                <a:gd name="connsiteY76" fmla="*/ 292894 h 564357"/>
                <a:gd name="connsiteX77" fmla="*/ 771525 w 1059656"/>
                <a:gd name="connsiteY77" fmla="*/ 285750 h 564357"/>
                <a:gd name="connsiteX78" fmla="*/ 781050 w 1059656"/>
                <a:gd name="connsiteY78" fmla="*/ 323850 h 564357"/>
                <a:gd name="connsiteX79" fmla="*/ 773906 w 1059656"/>
                <a:gd name="connsiteY79" fmla="*/ 445294 h 564357"/>
                <a:gd name="connsiteX80" fmla="*/ 707231 w 1059656"/>
                <a:gd name="connsiteY80" fmla="*/ 461963 h 564357"/>
                <a:gd name="connsiteX81" fmla="*/ 652461 w 1059656"/>
                <a:gd name="connsiteY81" fmla="*/ 509587 h 564357"/>
                <a:gd name="connsiteX82" fmla="*/ 654844 w 1059656"/>
                <a:gd name="connsiteY82" fmla="*/ 528638 h 564357"/>
                <a:gd name="connsiteX83" fmla="*/ 697706 w 1059656"/>
                <a:gd name="connsiteY83" fmla="*/ 564357 h 56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059656" h="564357">
                  <a:moveTo>
                    <a:pt x="697706" y="564357"/>
                  </a:moveTo>
                  <a:lnTo>
                    <a:pt x="778668" y="492919"/>
                  </a:lnTo>
                  <a:lnTo>
                    <a:pt x="816768" y="473869"/>
                  </a:lnTo>
                  <a:lnTo>
                    <a:pt x="852487" y="471488"/>
                  </a:lnTo>
                  <a:lnTo>
                    <a:pt x="916781" y="457200"/>
                  </a:lnTo>
                  <a:lnTo>
                    <a:pt x="950118" y="459582"/>
                  </a:lnTo>
                  <a:lnTo>
                    <a:pt x="988218" y="476250"/>
                  </a:lnTo>
                  <a:lnTo>
                    <a:pt x="1019175" y="445294"/>
                  </a:lnTo>
                  <a:lnTo>
                    <a:pt x="992981" y="414338"/>
                  </a:lnTo>
                  <a:lnTo>
                    <a:pt x="988218" y="383382"/>
                  </a:lnTo>
                  <a:lnTo>
                    <a:pt x="995362" y="345282"/>
                  </a:lnTo>
                  <a:lnTo>
                    <a:pt x="1023937" y="304800"/>
                  </a:lnTo>
                  <a:lnTo>
                    <a:pt x="1052512" y="295275"/>
                  </a:lnTo>
                  <a:lnTo>
                    <a:pt x="1059656" y="266700"/>
                  </a:lnTo>
                  <a:lnTo>
                    <a:pt x="1047750" y="238125"/>
                  </a:lnTo>
                  <a:lnTo>
                    <a:pt x="1019175" y="228600"/>
                  </a:lnTo>
                  <a:lnTo>
                    <a:pt x="992981" y="235744"/>
                  </a:lnTo>
                  <a:lnTo>
                    <a:pt x="935831" y="254794"/>
                  </a:lnTo>
                  <a:lnTo>
                    <a:pt x="900112" y="259557"/>
                  </a:lnTo>
                  <a:lnTo>
                    <a:pt x="878681" y="242888"/>
                  </a:lnTo>
                  <a:lnTo>
                    <a:pt x="873918" y="228600"/>
                  </a:lnTo>
                  <a:lnTo>
                    <a:pt x="881062" y="185738"/>
                  </a:lnTo>
                  <a:lnTo>
                    <a:pt x="888206" y="150019"/>
                  </a:lnTo>
                  <a:lnTo>
                    <a:pt x="871537" y="111919"/>
                  </a:lnTo>
                  <a:lnTo>
                    <a:pt x="852488" y="92869"/>
                  </a:lnTo>
                  <a:lnTo>
                    <a:pt x="859630" y="66676"/>
                  </a:lnTo>
                  <a:lnTo>
                    <a:pt x="857249" y="28576"/>
                  </a:lnTo>
                  <a:lnTo>
                    <a:pt x="833437" y="0"/>
                  </a:lnTo>
                  <a:lnTo>
                    <a:pt x="809625" y="33338"/>
                  </a:lnTo>
                  <a:lnTo>
                    <a:pt x="797718" y="50007"/>
                  </a:lnTo>
                  <a:lnTo>
                    <a:pt x="757237" y="45244"/>
                  </a:lnTo>
                  <a:lnTo>
                    <a:pt x="735806" y="50007"/>
                  </a:lnTo>
                  <a:lnTo>
                    <a:pt x="719137" y="78582"/>
                  </a:lnTo>
                  <a:lnTo>
                    <a:pt x="723900" y="97632"/>
                  </a:lnTo>
                  <a:lnTo>
                    <a:pt x="707231" y="111919"/>
                  </a:lnTo>
                  <a:lnTo>
                    <a:pt x="631031" y="114300"/>
                  </a:lnTo>
                  <a:lnTo>
                    <a:pt x="597693" y="100013"/>
                  </a:lnTo>
                  <a:lnTo>
                    <a:pt x="569118" y="71438"/>
                  </a:lnTo>
                  <a:lnTo>
                    <a:pt x="531018" y="66675"/>
                  </a:lnTo>
                  <a:lnTo>
                    <a:pt x="497681" y="90488"/>
                  </a:lnTo>
                  <a:lnTo>
                    <a:pt x="481012" y="109538"/>
                  </a:lnTo>
                  <a:lnTo>
                    <a:pt x="466725" y="126207"/>
                  </a:lnTo>
                  <a:lnTo>
                    <a:pt x="450056" y="145257"/>
                  </a:lnTo>
                  <a:lnTo>
                    <a:pt x="454818" y="171450"/>
                  </a:lnTo>
                  <a:lnTo>
                    <a:pt x="423862" y="195263"/>
                  </a:lnTo>
                  <a:lnTo>
                    <a:pt x="371475" y="204788"/>
                  </a:lnTo>
                  <a:lnTo>
                    <a:pt x="330993" y="223838"/>
                  </a:lnTo>
                  <a:lnTo>
                    <a:pt x="321468" y="261938"/>
                  </a:lnTo>
                  <a:lnTo>
                    <a:pt x="319087" y="269082"/>
                  </a:lnTo>
                  <a:lnTo>
                    <a:pt x="266700" y="285750"/>
                  </a:lnTo>
                  <a:lnTo>
                    <a:pt x="180975" y="316707"/>
                  </a:lnTo>
                  <a:lnTo>
                    <a:pt x="157162" y="309563"/>
                  </a:lnTo>
                  <a:lnTo>
                    <a:pt x="128587" y="300038"/>
                  </a:lnTo>
                  <a:cubicBezTo>
                    <a:pt x="129381" y="319882"/>
                    <a:pt x="130174" y="339725"/>
                    <a:pt x="130968" y="359569"/>
                  </a:cubicBezTo>
                  <a:lnTo>
                    <a:pt x="169068" y="388144"/>
                  </a:lnTo>
                  <a:lnTo>
                    <a:pt x="185737" y="411957"/>
                  </a:lnTo>
                  <a:lnTo>
                    <a:pt x="180975" y="442913"/>
                  </a:lnTo>
                  <a:lnTo>
                    <a:pt x="173831" y="471488"/>
                  </a:lnTo>
                  <a:lnTo>
                    <a:pt x="130968" y="473869"/>
                  </a:lnTo>
                  <a:lnTo>
                    <a:pt x="95250" y="488157"/>
                  </a:lnTo>
                  <a:lnTo>
                    <a:pt x="71437" y="492919"/>
                  </a:lnTo>
                  <a:lnTo>
                    <a:pt x="50006" y="504825"/>
                  </a:lnTo>
                  <a:lnTo>
                    <a:pt x="30956" y="521494"/>
                  </a:lnTo>
                  <a:lnTo>
                    <a:pt x="7143" y="528638"/>
                  </a:lnTo>
                  <a:lnTo>
                    <a:pt x="0" y="533400"/>
                  </a:lnTo>
                  <a:lnTo>
                    <a:pt x="38100" y="561975"/>
                  </a:lnTo>
                  <a:lnTo>
                    <a:pt x="80962" y="559594"/>
                  </a:lnTo>
                  <a:lnTo>
                    <a:pt x="116681" y="526257"/>
                  </a:lnTo>
                  <a:lnTo>
                    <a:pt x="171450" y="500063"/>
                  </a:lnTo>
                  <a:lnTo>
                    <a:pt x="278606" y="492919"/>
                  </a:lnTo>
                  <a:lnTo>
                    <a:pt x="292893" y="481013"/>
                  </a:lnTo>
                  <a:lnTo>
                    <a:pt x="357187" y="481013"/>
                  </a:lnTo>
                  <a:lnTo>
                    <a:pt x="433387" y="388144"/>
                  </a:lnTo>
                  <a:lnTo>
                    <a:pt x="559593" y="328613"/>
                  </a:lnTo>
                  <a:lnTo>
                    <a:pt x="619125" y="321469"/>
                  </a:lnTo>
                  <a:lnTo>
                    <a:pt x="654843" y="295275"/>
                  </a:lnTo>
                  <a:lnTo>
                    <a:pt x="716756" y="292894"/>
                  </a:lnTo>
                  <a:lnTo>
                    <a:pt x="771525" y="285750"/>
                  </a:lnTo>
                  <a:lnTo>
                    <a:pt x="781050" y="323850"/>
                  </a:lnTo>
                  <a:lnTo>
                    <a:pt x="773906" y="445294"/>
                  </a:lnTo>
                  <a:lnTo>
                    <a:pt x="707231" y="461963"/>
                  </a:lnTo>
                  <a:lnTo>
                    <a:pt x="652461" y="509587"/>
                  </a:lnTo>
                  <a:lnTo>
                    <a:pt x="654844" y="528638"/>
                  </a:lnTo>
                  <a:lnTo>
                    <a:pt x="697706" y="564357"/>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sp>
          <p:nvSpPr>
            <p:cNvPr id="95" name="Freeform 94"/>
            <p:cNvSpPr/>
            <p:nvPr/>
          </p:nvSpPr>
          <p:spPr>
            <a:xfrm>
              <a:off x="7169150" y="3186113"/>
              <a:ext cx="320675" cy="330200"/>
            </a:xfrm>
            <a:custGeom>
              <a:avLst/>
              <a:gdLst>
                <a:gd name="connsiteX0" fmla="*/ 190500 w 314325"/>
                <a:gd name="connsiteY0" fmla="*/ 302419 h 330994"/>
                <a:gd name="connsiteX1" fmla="*/ 221456 w 314325"/>
                <a:gd name="connsiteY1" fmla="*/ 240506 h 330994"/>
                <a:gd name="connsiteX2" fmla="*/ 250031 w 314325"/>
                <a:gd name="connsiteY2" fmla="*/ 214312 h 330994"/>
                <a:gd name="connsiteX3" fmla="*/ 266700 w 314325"/>
                <a:gd name="connsiteY3" fmla="*/ 169069 h 330994"/>
                <a:gd name="connsiteX4" fmla="*/ 273844 w 314325"/>
                <a:gd name="connsiteY4" fmla="*/ 119062 h 330994"/>
                <a:gd name="connsiteX5" fmla="*/ 314325 w 314325"/>
                <a:gd name="connsiteY5" fmla="*/ 52387 h 330994"/>
                <a:gd name="connsiteX6" fmla="*/ 295275 w 314325"/>
                <a:gd name="connsiteY6" fmla="*/ 14287 h 330994"/>
                <a:gd name="connsiteX7" fmla="*/ 285750 w 314325"/>
                <a:gd name="connsiteY7" fmla="*/ 21431 h 330994"/>
                <a:gd name="connsiteX8" fmla="*/ 273844 w 314325"/>
                <a:gd name="connsiteY8" fmla="*/ 0 h 330994"/>
                <a:gd name="connsiteX9" fmla="*/ 245269 w 314325"/>
                <a:gd name="connsiteY9" fmla="*/ 33337 h 330994"/>
                <a:gd name="connsiteX10" fmla="*/ 211931 w 314325"/>
                <a:gd name="connsiteY10" fmla="*/ 45244 h 330994"/>
                <a:gd name="connsiteX11" fmla="*/ 202406 w 314325"/>
                <a:gd name="connsiteY11" fmla="*/ 85725 h 330994"/>
                <a:gd name="connsiteX12" fmla="*/ 178594 w 314325"/>
                <a:gd name="connsiteY12" fmla="*/ 95250 h 330994"/>
                <a:gd name="connsiteX13" fmla="*/ 135731 w 314325"/>
                <a:gd name="connsiteY13" fmla="*/ 47625 h 330994"/>
                <a:gd name="connsiteX14" fmla="*/ 104775 w 314325"/>
                <a:gd name="connsiteY14" fmla="*/ 64294 h 330994"/>
                <a:gd name="connsiteX15" fmla="*/ 109537 w 314325"/>
                <a:gd name="connsiteY15" fmla="*/ 154781 h 330994"/>
                <a:gd name="connsiteX16" fmla="*/ 78581 w 314325"/>
                <a:gd name="connsiteY16" fmla="*/ 176212 h 330994"/>
                <a:gd name="connsiteX17" fmla="*/ 59531 w 314325"/>
                <a:gd name="connsiteY17" fmla="*/ 195262 h 330994"/>
                <a:gd name="connsiteX18" fmla="*/ 59531 w 314325"/>
                <a:gd name="connsiteY18" fmla="*/ 195262 h 330994"/>
                <a:gd name="connsiteX19" fmla="*/ 61912 w 314325"/>
                <a:gd name="connsiteY19" fmla="*/ 240506 h 330994"/>
                <a:gd name="connsiteX20" fmla="*/ 9525 w 314325"/>
                <a:gd name="connsiteY20" fmla="*/ 233362 h 330994"/>
                <a:gd name="connsiteX21" fmla="*/ 0 w 314325"/>
                <a:gd name="connsiteY21" fmla="*/ 254794 h 330994"/>
                <a:gd name="connsiteX22" fmla="*/ 14287 w 314325"/>
                <a:gd name="connsiteY22" fmla="*/ 330994 h 330994"/>
                <a:gd name="connsiteX23" fmla="*/ 59531 w 314325"/>
                <a:gd name="connsiteY23" fmla="*/ 302419 h 330994"/>
                <a:gd name="connsiteX24" fmla="*/ 100012 w 314325"/>
                <a:gd name="connsiteY24" fmla="*/ 285750 h 330994"/>
                <a:gd name="connsiteX25" fmla="*/ 126206 w 314325"/>
                <a:gd name="connsiteY25" fmla="*/ 288131 h 330994"/>
                <a:gd name="connsiteX26" fmla="*/ 190500 w 314325"/>
                <a:gd name="connsiteY26" fmla="*/ 302419 h 330994"/>
                <a:gd name="connsiteX0" fmla="*/ 190500 w 321468"/>
                <a:gd name="connsiteY0" fmla="*/ 302419 h 330994"/>
                <a:gd name="connsiteX1" fmla="*/ 221456 w 321468"/>
                <a:gd name="connsiteY1" fmla="*/ 240506 h 330994"/>
                <a:gd name="connsiteX2" fmla="*/ 250031 w 321468"/>
                <a:gd name="connsiteY2" fmla="*/ 214312 h 330994"/>
                <a:gd name="connsiteX3" fmla="*/ 266700 w 321468"/>
                <a:gd name="connsiteY3" fmla="*/ 169069 h 330994"/>
                <a:gd name="connsiteX4" fmla="*/ 273844 w 321468"/>
                <a:gd name="connsiteY4" fmla="*/ 119062 h 330994"/>
                <a:gd name="connsiteX5" fmla="*/ 321468 w 321468"/>
                <a:gd name="connsiteY5" fmla="*/ 61912 h 330994"/>
                <a:gd name="connsiteX6" fmla="*/ 295275 w 321468"/>
                <a:gd name="connsiteY6" fmla="*/ 14287 h 330994"/>
                <a:gd name="connsiteX7" fmla="*/ 285750 w 321468"/>
                <a:gd name="connsiteY7" fmla="*/ 21431 h 330994"/>
                <a:gd name="connsiteX8" fmla="*/ 273844 w 321468"/>
                <a:gd name="connsiteY8" fmla="*/ 0 h 330994"/>
                <a:gd name="connsiteX9" fmla="*/ 245269 w 321468"/>
                <a:gd name="connsiteY9" fmla="*/ 33337 h 330994"/>
                <a:gd name="connsiteX10" fmla="*/ 211931 w 321468"/>
                <a:gd name="connsiteY10" fmla="*/ 45244 h 330994"/>
                <a:gd name="connsiteX11" fmla="*/ 202406 w 321468"/>
                <a:gd name="connsiteY11" fmla="*/ 85725 h 330994"/>
                <a:gd name="connsiteX12" fmla="*/ 178594 w 321468"/>
                <a:gd name="connsiteY12" fmla="*/ 95250 h 330994"/>
                <a:gd name="connsiteX13" fmla="*/ 135731 w 321468"/>
                <a:gd name="connsiteY13" fmla="*/ 47625 h 330994"/>
                <a:gd name="connsiteX14" fmla="*/ 104775 w 321468"/>
                <a:gd name="connsiteY14" fmla="*/ 64294 h 330994"/>
                <a:gd name="connsiteX15" fmla="*/ 109537 w 321468"/>
                <a:gd name="connsiteY15" fmla="*/ 154781 h 330994"/>
                <a:gd name="connsiteX16" fmla="*/ 78581 w 321468"/>
                <a:gd name="connsiteY16" fmla="*/ 176212 h 330994"/>
                <a:gd name="connsiteX17" fmla="*/ 59531 w 321468"/>
                <a:gd name="connsiteY17" fmla="*/ 195262 h 330994"/>
                <a:gd name="connsiteX18" fmla="*/ 59531 w 321468"/>
                <a:gd name="connsiteY18" fmla="*/ 195262 h 330994"/>
                <a:gd name="connsiteX19" fmla="*/ 61912 w 321468"/>
                <a:gd name="connsiteY19" fmla="*/ 240506 h 330994"/>
                <a:gd name="connsiteX20" fmla="*/ 9525 w 321468"/>
                <a:gd name="connsiteY20" fmla="*/ 233362 h 330994"/>
                <a:gd name="connsiteX21" fmla="*/ 0 w 321468"/>
                <a:gd name="connsiteY21" fmla="*/ 254794 h 330994"/>
                <a:gd name="connsiteX22" fmla="*/ 14287 w 321468"/>
                <a:gd name="connsiteY22" fmla="*/ 330994 h 330994"/>
                <a:gd name="connsiteX23" fmla="*/ 59531 w 321468"/>
                <a:gd name="connsiteY23" fmla="*/ 302419 h 330994"/>
                <a:gd name="connsiteX24" fmla="*/ 100012 w 321468"/>
                <a:gd name="connsiteY24" fmla="*/ 285750 h 330994"/>
                <a:gd name="connsiteX25" fmla="*/ 126206 w 321468"/>
                <a:gd name="connsiteY25" fmla="*/ 288131 h 330994"/>
                <a:gd name="connsiteX26" fmla="*/ 190500 w 321468"/>
                <a:gd name="connsiteY26" fmla="*/ 302419 h 33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1468" h="330994">
                  <a:moveTo>
                    <a:pt x="190500" y="302419"/>
                  </a:moveTo>
                  <a:lnTo>
                    <a:pt x="221456" y="240506"/>
                  </a:lnTo>
                  <a:lnTo>
                    <a:pt x="250031" y="214312"/>
                  </a:lnTo>
                  <a:lnTo>
                    <a:pt x="266700" y="169069"/>
                  </a:lnTo>
                  <a:lnTo>
                    <a:pt x="273844" y="119062"/>
                  </a:lnTo>
                  <a:lnTo>
                    <a:pt x="321468" y="61912"/>
                  </a:lnTo>
                  <a:lnTo>
                    <a:pt x="295275" y="14287"/>
                  </a:lnTo>
                  <a:lnTo>
                    <a:pt x="285750" y="21431"/>
                  </a:lnTo>
                  <a:lnTo>
                    <a:pt x="273844" y="0"/>
                  </a:lnTo>
                  <a:lnTo>
                    <a:pt x="245269" y="33337"/>
                  </a:lnTo>
                  <a:lnTo>
                    <a:pt x="211931" y="45244"/>
                  </a:lnTo>
                  <a:lnTo>
                    <a:pt x="202406" y="85725"/>
                  </a:lnTo>
                  <a:lnTo>
                    <a:pt x="178594" y="95250"/>
                  </a:lnTo>
                  <a:lnTo>
                    <a:pt x="135731" y="47625"/>
                  </a:lnTo>
                  <a:lnTo>
                    <a:pt x="104775" y="64294"/>
                  </a:lnTo>
                  <a:lnTo>
                    <a:pt x="109537" y="154781"/>
                  </a:lnTo>
                  <a:lnTo>
                    <a:pt x="78581" y="176212"/>
                  </a:lnTo>
                  <a:lnTo>
                    <a:pt x="59531" y="195262"/>
                  </a:lnTo>
                  <a:lnTo>
                    <a:pt x="59531" y="195262"/>
                  </a:lnTo>
                  <a:lnTo>
                    <a:pt x="61912" y="240506"/>
                  </a:lnTo>
                  <a:lnTo>
                    <a:pt x="9525" y="233362"/>
                  </a:lnTo>
                  <a:lnTo>
                    <a:pt x="0" y="254794"/>
                  </a:lnTo>
                  <a:lnTo>
                    <a:pt x="14287" y="330994"/>
                  </a:lnTo>
                  <a:lnTo>
                    <a:pt x="59531" y="302419"/>
                  </a:lnTo>
                  <a:lnTo>
                    <a:pt x="100012" y="285750"/>
                  </a:lnTo>
                  <a:lnTo>
                    <a:pt x="126206" y="288131"/>
                  </a:lnTo>
                  <a:lnTo>
                    <a:pt x="190500" y="302419"/>
                  </a:lnTo>
                  <a:close/>
                </a:path>
              </a:pathLst>
            </a:custGeom>
            <a:grpFill/>
            <a:ln w="12700">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a:lstStyle/>
            <a:p>
              <a:pPr>
                <a:defRPr/>
              </a:pPr>
              <a:endParaRPr lang="en-GB"/>
            </a:p>
          </p:txBody>
        </p:sp>
      </p:grpSp>
      <p:grpSp>
        <p:nvGrpSpPr>
          <p:cNvPr id="96" name="Group 256"/>
          <p:cNvGrpSpPr/>
          <p:nvPr/>
        </p:nvGrpSpPr>
        <p:grpSpPr>
          <a:xfrm>
            <a:off x="919409" y="3219189"/>
            <a:ext cx="960050" cy="960048"/>
            <a:chOff x="2940010" y="3192425"/>
            <a:chExt cx="843823" cy="843823"/>
          </a:xfrm>
        </p:grpSpPr>
        <p:sp>
          <p:nvSpPr>
            <p:cNvPr id="97" name="Oval 96"/>
            <p:cNvSpPr/>
            <p:nvPr/>
          </p:nvSpPr>
          <p:spPr>
            <a:xfrm>
              <a:off x="2940010" y="3192425"/>
              <a:ext cx="843823" cy="843823"/>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98" name="Text Placeholder 3"/>
            <p:cNvSpPr txBox="1">
              <a:spLocks/>
            </p:cNvSpPr>
            <p:nvPr/>
          </p:nvSpPr>
          <p:spPr>
            <a:xfrm>
              <a:off x="3096006" y="3446634"/>
              <a:ext cx="531831" cy="33540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50</a:t>
              </a:r>
              <a:r>
                <a:rPr kumimoji="0" lang="en-US" sz="1600" b="1" i="0" u="none" strike="noStrike" kern="1200" cap="none" spc="0" normalizeH="0" baseline="0" noProof="0" dirty="0">
                  <a:ln>
                    <a:noFill/>
                  </a:ln>
                  <a:solidFill>
                    <a:schemeClr val="bg1"/>
                  </a:solidFill>
                  <a:effectLst/>
                  <a:uLnTx/>
                  <a:uFillTx/>
                  <a:latin typeface="+mn-lt"/>
                  <a:ea typeface="+mn-ea"/>
                  <a:cs typeface="+mn-cs"/>
                </a:rPr>
                <a:t>%</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p:txBody>
        </p:sp>
      </p:grpSp>
      <p:grpSp>
        <p:nvGrpSpPr>
          <p:cNvPr id="99" name="Group 259"/>
          <p:cNvGrpSpPr/>
          <p:nvPr/>
        </p:nvGrpSpPr>
        <p:grpSpPr>
          <a:xfrm>
            <a:off x="2104622" y="3106029"/>
            <a:ext cx="819956" cy="819954"/>
            <a:chOff x="2101572" y="1817173"/>
            <a:chExt cx="992839" cy="992839"/>
          </a:xfrm>
        </p:grpSpPr>
        <p:sp>
          <p:nvSpPr>
            <p:cNvPr id="100" name="Oval 99"/>
            <p:cNvSpPr/>
            <p:nvPr/>
          </p:nvSpPr>
          <p:spPr>
            <a:xfrm>
              <a:off x="2101572" y="1817173"/>
              <a:ext cx="992839" cy="992839"/>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02" name="Text Placeholder 3"/>
            <p:cNvSpPr txBox="1">
              <a:spLocks/>
            </p:cNvSpPr>
            <p:nvPr/>
          </p:nvSpPr>
          <p:spPr>
            <a:xfrm>
              <a:off x="2318489" y="2145890"/>
              <a:ext cx="559004" cy="335403"/>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103" name="Group 262"/>
          <p:cNvGrpSpPr/>
          <p:nvPr/>
        </p:nvGrpSpPr>
        <p:grpSpPr>
          <a:xfrm>
            <a:off x="3135313" y="3048000"/>
            <a:ext cx="1155056" cy="1155056"/>
            <a:chOff x="5199481" y="1739974"/>
            <a:chExt cx="1398594" cy="1398594"/>
          </a:xfrm>
        </p:grpSpPr>
        <p:sp>
          <p:nvSpPr>
            <p:cNvPr id="105" name="Oval 104"/>
            <p:cNvSpPr/>
            <p:nvPr/>
          </p:nvSpPr>
          <p:spPr>
            <a:xfrm>
              <a:off x="5199481" y="1739974"/>
              <a:ext cx="1398594" cy="1398594"/>
            </a:xfrm>
            <a:prstGeom prst="ellipse">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06" name="Text Placeholder 3"/>
            <p:cNvSpPr txBox="1">
              <a:spLocks/>
            </p:cNvSpPr>
            <p:nvPr/>
          </p:nvSpPr>
          <p:spPr>
            <a:xfrm>
              <a:off x="5525138" y="2215670"/>
              <a:ext cx="747282" cy="447204"/>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bg1"/>
                  </a:solidFill>
                  <a:effectLst/>
                  <a:uLnTx/>
                  <a:uFillTx/>
                  <a:latin typeface="+mn-lt"/>
                  <a:ea typeface="+mn-ea"/>
                  <a:cs typeface="+mn-cs"/>
                </a:rPr>
                <a:t>90%</a:t>
              </a:r>
            </a:p>
          </p:txBody>
        </p:sp>
      </p:grpSp>
      <p:grpSp>
        <p:nvGrpSpPr>
          <p:cNvPr id="108" name="Group 265"/>
          <p:cNvGrpSpPr/>
          <p:nvPr/>
        </p:nvGrpSpPr>
        <p:grpSpPr>
          <a:xfrm>
            <a:off x="1275706" y="4263778"/>
            <a:ext cx="996824" cy="996824"/>
            <a:chOff x="4373610" y="3094579"/>
            <a:chExt cx="684037" cy="684037"/>
          </a:xfrm>
        </p:grpSpPr>
        <p:sp>
          <p:nvSpPr>
            <p:cNvPr id="109" name="Oval 108"/>
            <p:cNvSpPr/>
            <p:nvPr/>
          </p:nvSpPr>
          <p:spPr>
            <a:xfrm>
              <a:off x="4373610" y="3094579"/>
              <a:ext cx="684037" cy="684037"/>
            </a:xfrm>
            <a:prstGeom prst="ellipse">
              <a:avLst/>
            </a:prstGeom>
            <a:solidFill>
              <a:schemeClr val="accent6">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11" name="Text Placeholder 3"/>
            <p:cNvSpPr txBox="1">
              <a:spLocks/>
            </p:cNvSpPr>
            <p:nvPr/>
          </p:nvSpPr>
          <p:spPr>
            <a:xfrm>
              <a:off x="4539626" y="3330996"/>
              <a:ext cx="352003" cy="21120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chemeClr val="bg1"/>
                  </a:solidFill>
                  <a:effectLst/>
                  <a:uLnTx/>
                  <a:uFillTx/>
                  <a:latin typeface="+mn-lt"/>
                  <a:ea typeface="+mn-ea"/>
                  <a:cs typeface="+mn-cs"/>
                </a:rPr>
                <a:t>40%</a:t>
              </a:r>
            </a:p>
          </p:txBody>
        </p:sp>
      </p:grpSp>
      <p:grpSp>
        <p:nvGrpSpPr>
          <p:cNvPr id="112" name="Group 268"/>
          <p:cNvGrpSpPr/>
          <p:nvPr/>
        </p:nvGrpSpPr>
        <p:grpSpPr>
          <a:xfrm>
            <a:off x="1436475" y="5410200"/>
            <a:ext cx="564926" cy="564924"/>
            <a:chOff x="4255116" y="1937462"/>
            <a:chExt cx="684037" cy="684037"/>
          </a:xfrm>
        </p:grpSpPr>
        <p:sp>
          <p:nvSpPr>
            <p:cNvPr id="114" name="Oval 113"/>
            <p:cNvSpPr/>
            <p:nvPr/>
          </p:nvSpPr>
          <p:spPr>
            <a:xfrm>
              <a:off x="4255116" y="1937462"/>
              <a:ext cx="684037" cy="684037"/>
            </a:xfrm>
            <a:prstGeom prst="ellipse">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15" name="Text Placeholder 3"/>
            <p:cNvSpPr txBox="1">
              <a:spLocks/>
            </p:cNvSpPr>
            <p:nvPr/>
          </p:nvSpPr>
          <p:spPr>
            <a:xfrm>
              <a:off x="4379744" y="2149044"/>
              <a:ext cx="434781" cy="260870"/>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117" name="Group 271"/>
          <p:cNvGrpSpPr/>
          <p:nvPr/>
        </p:nvGrpSpPr>
        <p:grpSpPr>
          <a:xfrm>
            <a:off x="1701977" y="2133600"/>
            <a:ext cx="434446" cy="434444"/>
            <a:chOff x="6607949" y="3519185"/>
            <a:chExt cx="526045" cy="526045"/>
          </a:xfrm>
        </p:grpSpPr>
        <p:sp>
          <p:nvSpPr>
            <p:cNvPr id="118" name="Oval 117"/>
            <p:cNvSpPr/>
            <p:nvPr/>
          </p:nvSpPr>
          <p:spPr>
            <a:xfrm>
              <a:off x="6607949" y="3519185"/>
              <a:ext cx="526045" cy="526045"/>
            </a:xfrm>
            <a:prstGeom prst="ellipse">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sp>
          <p:nvSpPr>
            <p:cNvPr id="120" name="Text Placeholder 3"/>
            <p:cNvSpPr txBox="1">
              <a:spLocks/>
            </p:cNvSpPr>
            <p:nvPr/>
          </p:nvSpPr>
          <p:spPr>
            <a:xfrm>
              <a:off x="6700164" y="3679721"/>
              <a:ext cx="341613" cy="20496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20%</a:t>
              </a:r>
            </a:p>
          </p:txBody>
        </p:sp>
      </p:grpSp>
      <p:sp>
        <p:nvSpPr>
          <p:cNvPr id="121" name="Footer Text"/>
          <p:cNvSpPr txBox="1"/>
          <p:nvPr/>
        </p:nvSpPr>
        <p:spPr>
          <a:xfrm>
            <a:off x="5962650" y="2637621"/>
            <a:ext cx="2525952"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a:t>
            </a:r>
          </a:p>
        </p:txBody>
      </p:sp>
      <p:sp>
        <p:nvSpPr>
          <p:cNvPr id="123" name="Freeform 46"/>
          <p:cNvSpPr>
            <a:spLocks noEditPoints="1"/>
          </p:cNvSpPr>
          <p:nvPr/>
        </p:nvSpPr>
        <p:spPr bwMode="auto">
          <a:xfrm>
            <a:off x="5931214" y="3443884"/>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Text Placeholder 3"/>
          <p:cNvSpPr txBox="1">
            <a:spLocks/>
          </p:cNvSpPr>
          <p:nvPr/>
        </p:nvSpPr>
        <p:spPr>
          <a:xfrm>
            <a:off x="6298258" y="3348017"/>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1"/>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26" name="Freeform 46"/>
          <p:cNvSpPr>
            <a:spLocks noEditPoints="1"/>
          </p:cNvSpPr>
          <p:nvPr/>
        </p:nvSpPr>
        <p:spPr bwMode="auto">
          <a:xfrm>
            <a:off x="5931214" y="39812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Text Placeholder 3"/>
          <p:cNvSpPr txBox="1">
            <a:spLocks/>
          </p:cNvSpPr>
          <p:nvPr/>
        </p:nvSpPr>
        <p:spPr>
          <a:xfrm>
            <a:off x="6298258" y="38853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2"/>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29" name="Freeform 46"/>
          <p:cNvSpPr>
            <a:spLocks noEditPoints="1"/>
          </p:cNvSpPr>
          <p:nvPr/>
        </p:nvSpPr>
        <p:spPr bwMode="auto">
          <a:xfrm>
            <a:off x="5931214" y="45146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Text Placeholder 3"/>
          <p:cNvSpPr txBox="1">
            <a:spLocks/>
          </p:cNvSpPr>
          <p:nvPr/>
        </p:nvSpPr>
        <p:spPr>
          <a:xfrm>
            <a:off x="6298258" y="44187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3"/>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31" name="Freeform 46"/>
          <p:cNvSpPr>
            <a:spLocks noEditPoints="1"/>
          </p:cNvSpPr>
          <p:nvPr/>
        </p:nvSpPr>
        <p:spPr bwMode="auto">
          <a:xfrm>
            <a:off x="5931214" y="50480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Text Placeholder 3"/>
          <p:cNvSpPr txBox="1">
            <a:spLocks/>
          </p:cNvSpPr>
          <p:nvPr/>
        </p:nvSpPr>
        <p:spPr>
          <a:xfrm>
            <a:off x="6298258" y="49521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4"/>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35" name="Freeform 46"/>
          <p:cNvSpPr>
            <a:spLocks noEditPoints="1"/>
          </p:cNvSpPr>
          <p:nvPr/>
        </p:nvSpPr>
        <p:spPr bwMode="auto">
          <a:xfrm>
            <a:off x="5931214" y="5581463"/>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Text Placeholder 3"/>
          <p:cNvSpPr txBox="1">
            <a:spLocks/>
          </p:cNvSpPr>
          <p:nvPr/>
        </p:nvSpPr>
        <p:spPr>
          <a:xfrm>
            <a:off x="6298258" y="5485596"/>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5"/>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graphicFrame>
        <p:nvGraphicFramePr>
          <p:cNvPr id="137" name="Chart 136"/>
          <p:cNvGraphicFramePr/>
          <p:nvPr/>
        </p:nvGraphicFramePr>
        <p:xfrm>
          <a:off x="2709078" y="4514663"/>
          <a:ext cx="3222136" cy="1552097"/>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animEffect transition="in" filter="fade">
                                      <p:cBhvr>
                                        <p:cTn id="9" dur="500"/>
                                        <p:tgtEl>
                                          <p:spTgt spid="66"/>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99"/>
                                        </p:tgtEl>
                                        <p:attrNameLst>
                                          <p:attrName>style.visibility</p:attrName>
                                        </p:attrNameLst>
                                      </p:cBhvr>
                                      <p:to>
                                        <p:strVal val="visible"/>
                                      </p:to>
                                    </p:set>
                                    <p:anim calcmode="lin" valueType="num">
                                      <p:cBhvr>
                                        <p:cTn id="13" dur="500" fill="hold"/>
                                        <p:tgtEl>
                                          <p:spTgt spid="99"/>
                                        </p:tgtEl>
                                        <p:attrNameLst>
                                          <p:attrName>ppt_w</p:attrName>
                                        </p:attrNameLst>
                                      </p:cBhvr>
                                      <p:tavLst>
                                        <p:tav tm="0">
                                          <p:val>
                                            <p:fltVal val="0"/>
                                          </p:val>
                                        </p:tav>
                                        <p:tav tm="100000">
                                          <p:val>
                                            <p:strVal val="#ppt_w"/>
                                          </p:val>
                                        </p:tav>
                                      </p:tavLst>
                                    </p:anim>
                                    <p:anim calcmode="lin" valueType="num">
                                      <p:cBhvr>
                                        <p:cTn id="14" dur="500" fill="hold"/>
                                        <p:tgtEl>
                                          <p:spTgt spid="99"/>
                                        </p:tgtEl>
                                        <p:attrNameLst>
                                          <p:attrName>ppt_h</p:attrName>
                                        </p:attrNameLst>
                                      </p:cBhvr>
                                      <p:tavLst>
                                        <p:tav tm="0">
                                          <p:val>
                                            <p:fltVal val="0"/>
                                          </p:val>
                                        </p:tav>
                                        <p:tav tm="100000">
                                          <p:val>
                                            <p:strVal val="#ppt_h"/>
                                          </p:val>
                                        </p:tav>
                                      </p:tavLst>
                                    </p:anim>
                                    <p:animEffect transition="in" filter="fade">
                                      <p:cBhvr>
                                        <p:cTn id="15" dur="500"/>
                                        <p:tgtEl>
                                          <p:spTgt spid="99"/>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96"/>
                                        </p:tgtEl>
                                        <p:attrNameLst>
                                          <p:attrName>style.visibility</p:attrName>
                                        </p:attrNameLst>
                                      </p:cBhvr>
                                      <p:to>
                                        <p:strVal val="visible"/>
                                      </p:to>
                                    </p:set>
                                    <p:anim calcmode="lin" valueType="num">
                                      <p:cBhvr>
                                        <p:cTn id="19" dur="500" fill="hold"/>
                                        <p:tgtEl>
                                          <p:spTgt spid="96"/>
                                        </p:tgtEl>
                                        <p:attrNameLst>
                                          <p:attrName>ppt_w</p:attrName>
                                        </p:attrNameLst>
                                      </p:cBhvr>
                                      <p:tavLst>
                                        <p:tav tm="0">
                                          <p:val>
                                            <p:fltVal val="0"/>
                                          </p:val>
                                        </p:tav>
                                        <p:tav tm="100000">
                                          <p:val>
                                            <p:strVal val="#ppt_w"/>
                                          </p:val>
                                        </p:tav>
                                      </p:tavLst>
                                    </p:anim>
                                    <p:anim calcmode="lin" valueType="num">
                                      <p:cBhvr>
                                        <p:cTn id="20" dur="500" fill="hold"/>
                                        <p:tgtEl>
                                          <p:spTgt spid="96"/>
                                        </p:tgtEl>
                                        <p:attrNameLst>
                                          <p:attrName>ppt_h</p:attrName>
                                        </p:attrNameLst>
                                      </p:cBhvr>
                                      <p:tavLst>
                                        <p:tav tm="0">
                                          <p:val>
                                            <p:fltVal val="0"/>
                                          </p:val>
                                        </p:tav>
                                        <p:tav tm="100000">
                                          <p:val>
                                            <p:strVal val="#ppt_h"/>
                                          </p:val>
                                        </p:tav>
                                      </p:tavLst>
                                    </p:anim>
                                    <p:animEffect transition="in" filter="fade">
                                      <p:cBhvr>
                                        <p:cTn id="21" dur="500"/>
                                        <p:tgtEl>
                                          <p:spTgt spid="96"/>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108"/>
                                        </p:tgtEl>
                                        <p:attrNameLst>
                                          <p:attrName>style.visibility</p:attrName>
                                        </p:attrNameLst>
                                      </p:cBhvr>
                                      <p:to>
                                        <p:strVal val="visible"/>
                                      </p:to>
                                    </p:set>
                                    <p:anim calcmode="lin" valueType="num">
                                      <p:cBhvr>
                                        <p:cTn id="25" dur="500" fill="hold"/>
                                        <p:tgtEl>
                                          <p:spTgt spid="108"/>
                                        </p:tgtEl>
                                        <p:attrNameLst>
                                          <p:attrName>ppt_w</p:attrName>
                                        </p:attrNameLst>
                                      </p:cBhvr>
                                      <p:tavLst>
                                        <p:tav tm="0">
                                          <p:val>
                                            <p:fltVal val="0"/>
                                          </p:val>
                                        </p:tav>
                                        <p:tav tm="100000">
                                          <p:val>
                                            <p:strVal val="#ppt_w"/>
                                          </p:val>
                                        </p:tav>
                                      </p:tavLst>
                                    </p:anim>
                                    <p:anim calcmode="lin" valueType="num">
                                      <p:cBhvr>
                                        <p:cTn id="26" dur="500" fill="hold"/>
                                        <p:tgtEl>
                                          <p:spTgt spid="108"/>
                                        </p:tgtEl>
                                        <p:attrNameLst>
                                          <p:attrName>ppt_h</p:attrName>
                                        </p:attrNameLst>
                                      </p:cBhvr>
                                      <p:tavLst>
                                        <p:tav tm="0">
                                          <p:val>
                                            <p:fltVal val="0"/>
                                          </p:val>
                                        </p:tav>
                                        <p:tav tm="100000">
                                          <p:val>
                                            <p:strVal val="#ppt_h"/>
                                          </p:val>
                                        </p:tav>
                                      </p:tavLst>
                                    </p:anim>
                                    <p:animEffect transition="in" filter="fade">
                                      <p:cBhvr>
                                        <p:cTn id="27" dur="500"/>
                                        <p:tgtEl>
                                          <p:spTgt spid="108"/>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112"/>
                                        </p:tgtEl>
                                        <p:attrNameLst>
                                          <p:attrName>style.visibility</p:attrName>
                                        </p:attrNameLst>
                                      </p:cBhvr>
                                      <p:to>
                                        <p:strVal val="visible"/>
                                      </p:to>
                                    </p:set>
                                    <p:anim calcmode="lin" valueType="num">
                                      <p:cBhvr>
                                        <p:cTn id="31" dur="500" fill="hold"/>
                                        <p:tgtEl>
                                          <p:spTgt spid="112"/>
                                        </p:tgtEl>
                                        <p:attrNameLst>
                                          <p:attrName>ppt_w</p:attrName>
                                        </p:attrNameLst>
                                      </p:cBhvr>
                                      <p:tavLst>
                                        <p:tav tm="0">
                                          <p:val>
                                            <p:fltVal val="0"/>
                                          </p:val>
                                        </p:tav>
                                        <p:tav tm="100000">
                                          <p:val>
                                            <p:strVal val="#ppt_w"/>
                                          </p:val>
                                        </p:tav>
                                      </p:tavLst>
                                    </p:anim>
                                    <p:anim calcmode="lin" valueType="num">
                                      <p:cBhvr>
                                        <p:cTn id="32" dur="500" fill="hold"/>
                                        <p:tgtEl>
                                          <p:spTgt spid="112"/>
                                        </p:tgtEl>
                                        <p:attrNameLst>
                                          <p:attrName>ppt_h</p:attrName>
                                        </p:attrNameLst>
                                      </p:cBhvr>
                                      <p:tavLst>
                                        <p:tav tm="0">
                                          <p:val>
                                            <p:fltVal val="0"/>
                                          </p:val>
                                        </p:tav>
                                        <p:tav tm="100000">
                                          <p:val>
                                            <p:strVal val="#ppt_h"/>
                                          </p:val>
                                        </p:tav>
                                      </p:tavLst>
                                    </p:anim>
                                    <p:animEffect transition="in" filter="fade">
                                      <p:cBhvr>
                                        <p:cTn id="33" dur="500"/>
                                        <p:tgtEl>
                                          <p:spTgt spid="112"/>
                                        </p:tgtEl>
                                      </p:cBhvr>
                                    </p:animEffect>
                                  </p:childTnLst>
                                </p:cTn>
                              </p:par>
                            </p:childTnLst>
                          </p:cTn>
                        </p:par>
                        <p:par>
                          <p:cTn id="34" fill="hold">
                            <p:stCondLst>
                              <p:cond delay="2500"/>
                            </p:stCondLst>
                            <p:childTnLst>
                              <p:par>
                                <p:cTn id="35" presetID="53" presetClass="entr" presetSubtype="0" fill="hold" nodeType="afterEffect">
                                  <p:stCondLst>
                                    <p:cond delay="0"/>
                                  </p:stCondLst>
                                  <p:childTnLst>
                                    <p:set>
                                      <p:cBhvr>
                                        <p:cTn id="36" dur="1" fill="hold">
                                          <p:stCondLst>
                                            <p:cond delay="0"/>
                                          </p:stCondLst>
                                        </p:cTn>
                                        <p:tgtEl>
                                          <p:spTgt spid="117"/>
                                        </p:tgtEl>
                                        <p:attrNameLst>
                                          <p:attrName>style.visibility</p:attrName>
                                        </p:attrNameLst>
                                      </p:cBhvr>
                                      <p:to>
                                        <p:strVal val="visible"/>
                                      </p:to>
                                    </p:set>
                                    <p:anim calcmode="lin" valueType="num">
                                      <p:cBhvr>
                                        <p:cTn id="37" dur="500" fill="hold"/>
                                        <p:tgtEl>
                                          <p:spTgt spid="117"/>
                                        </p:tgtEl>
                                        <p:attrNameLst>
                                          <p:attrName>ppt_w</p:attrName>
                                        </p:attrNameLst>
                                      </p:cBhvr>
                                      <p:tavLst>
                                        <p:tav tm="0">
                                          <p:val>
                                            <p:fltVal val="0"/>
                                          </p:val>
                                        </p:tav>
                                        <p:tav tm="100000">
                                          <p:val>
                                            <p:strVal val="#ppt_w"/>
                                          </p:val>
                                        </p:tav>
                                      </p:tavLst>
                                    </p:anim>
                                    <p:anim calcmode="lin" valueType="num">
                                      <p:cBhvr>
                                        <p:cTn id="38" dur="500" fill="hold"/>
                                        <p:tgtEl>
                                          <p:spTgt spid="117"/>
                                        </p:tgtEl>
                                        <p:attrNameLst>
                                          <p:attrName>ppt_h</p:attrName>
                                        </p:attrNameLst>
                                      </p:cBhvr>
                                      <p:tavLst>
                                        <p:tav tm="0">
                                          <p:val>
                                            <p:fltVal val="0"/>
                                          </p:val>
                                        </p:tav>
                                        <p:tav tm="100000">
                                          <p:val>
                                            <p:strVal val="#ppt_h"/>
                                          </p:val>
                                        </p:tav>
                                      </p:tavLst>
                                    </p:anim>
                                    <p:animEffect transition="in" filter="fade">
                                      <p:cBhvr>
                                        <p:cTn id="39" dur="500"/>
                                        <p:tgtEl>
                                          <p:spTgt spid="117"/>
                                        </p:tgtEl>
                                      </p:cBhvr>
                                    </p:animEffect>
                                  </p:childTnLst>
                                </p:cTn>
                              </p:par>
                            </p:childTnLst>
                          </p:cTn>
                        </p:par>
                        <p:par>
                          <p:cTn id="40" fill="hold">
                            <p:stCondLst>
                              <p:cond delay="3000"/>
                            </p:stCondLst>
                            <p:childTnLst>
                              <p:par>
                                <p:cTn id="41" presetID="53" presetClass="entr" presetSubtype="0" fill="hold" nodeType="afterEffect">
                                  <p:stCondLst>
                                    <p:cond delay="0"/>
                                  </p:stCondLst>
                                  <p:childTnLst>
                                    <p:set>
                                      <p:cBhvr>
                                        <p:cTn id="42" dur="1" fill="hold">
                                          <p:stCondLst>
                                            <p:cond delay="0"/>
                                          </p:stCondLst>
                                        </p:cTn>
                                        <p:tgtEl>
                                          <p:spTgt spid="103"/>
                                        </p:tgtEl>
                                        <p:attrNameLst>
                                          <p:attrName>style.visibility</p:attrName>
                                        </p:attrNameLst>
                                      </p:cBhvr>
                                      <p:to>
                                        <p:strVal val="visible"/>
                                      </p:to>
                                    </p:set>
                                    <p:anim calcmode="lin" valueType="num">
                                      <p:cBhvr>
                                        <p:cTn id="43" dur="500" fill="hold"/>
                                        <p:tgtEl>
                                          <p:spTgt spid="103"/>
                                        </p:tgtEl>
                                        <p:attrNameLst>
                                          <p:attrName>ppt_w</p:attrName>
                                        </p:attrNameLst>
                                      </p:cBhvr>
                                      <p:tavLst>
                                        <p:tav tm="0">
                                          <p:val>
                                            <p:fltVal val="0"/>
                                          </p:val>
                                        </p:tav>
                                        <p:tav tm="100000">
                                          <p:val>
                                            <p:strVal val="#ppt_w"/>
                                          </p:val>
                                        </p:tav>
                                      </p:tavLst>
                                    </p:anim>
                                    <p:anim calcmode="lin" valueType="num">
                                      <p:cBhvr>
                                        <p:cTn id="44" dur="500" fill="hold"/>
                                        <p:tgtEl>
                                          <p:spTgt spid="103"/>
                                        </p:tgtEl>
                                        <p:attrNameLst>
                                          <p:attrName>ppt_h</p:attrName>
                                        </p:attrNameLst>
                                      </p:cBhvr>
                                      <p:tavLst>
                                        <p:tav tm="0">
                                          <p:val>
                                            <p:fltVal val="0"/>
                                          </p:val>
                                        </p:tav>
                                        <p:tav tm="100000">
                                          <p:val>
                                            <p:strVal val="#ppt_h"/>
                                          </p:val>
                                        </p:tav>
                                      </p:tavLst>
                                    </p:anim>
                                    <p:animEffect transition="in" filter="fade">
                                      <p:cBhvr>
                                        <p:cTn id="45" dur="500"/>
                                        <p:tgtEl>
                                          <p:spTgt spid="103"/>
                                        </p:tgtEl>
                                      </p:cBhvr>
                                    </p:animEffect>
                                  </p:childTnLst>
                                </p:cTn>
                              </p:par>
                            </p:childTnLst>
                          </p:cTn>
                        </p:par>
                        <p:par>
                          <p:cTn id="46" fill="hold">
                            <p:stCondLst>
                              <p:cond delay="3500"/>
                            </p:stCondLst>
                            <p:childTnLst>
                              <p:par>
                                <p:cTn id="47" presetID="22" presetClass="entr" presetSubtype="8" fill="hold" grpId="0" nodeType="afterEffect">
                                  <p:stCondLst>
                                    <p:cond delay="0"/>
                                  </p:stCondLst>
                                  <p:childTnLst>
                                    <p:set>
                                      <p:cBhvr>
                                        <p:cTn id="48" dur="1" fill="hold">
                                          <p:stCondLst>
                                            <p:cond delay="0"/>
                                          </p:stCondLst>
                                        </p:cTn>
                                        <p:tgtEl>
                                          <p:spTgt spid="121"/>
                                        </p:tgtEl>
                                        <p:attrNameLst>
                                          <p:attrName>style.visibility</p:attrName>
                                        </p:attrNameLst>
                                      </p:cBhvr>
                                      <p:to>
                                        <p:strVal val="visible"/>
                                      </p:to>
                                    </p:set>
                                    <p:animEffect transition="in" filter="wipe(left)">
                                      <p:cBhvr>
                                        <p:cTn id="49" dur="500"/>
                                        <p:tgtEl>
                                          <p:spTgt spid="121"/>
                                        </p:tgtEl>
                                      </p:cBhvr>
                                    </p:animEffect>
                                  </p:childTnLst>
                                </p:cTn>
                              </p:par>
                            </p:childTnLst>
                          </p:cTn>
                        </p:par>
                        <p:par>
                          <p:cTn id="50" fill="hold">
                            <p:stCondLst>
                              <p:cond delay="4000"/>
                            </p:stCondLst>
                            <p:childTnLst>
                              <p:par>
                                <p:cTn id="51" presetID="53" presetClass="entr" presetSubtype="0" fill="hold" grpId="0" nodeType="afterEffect">
                                  <p:stCondLst>
                                    <p:cond delay="0"/>
                                  </p:stCondLst>
                                  <p:childTnLst>
                                    <p:set>
                                      <p:cBhvr>
                                        <p:cTn id="52" dur="1" fill="hold">
                                          <p:stCondLst>
                                            <p:cond delay="0"/>
                                          </p:stCondLst>
                                        </p:cTn>
                                        <p:tgtEl>
                                          <p:spTgt spid="123"/>
                                        </p:tgtEl>
                                        <p:attrNameLst>
                                          <p:attrName>style.visibility</p:attrName>
                                        </p:attrNameLst>
                                      </p:cBhvr>
                                      <p:to>
                                        <p:strVal val="visible"/>
                                      </p:to>
                                    </p:set>
                                    <p:anim calcmode="lin" valueType="num">
                                      <p:cBhvr>
                                        <p:cTn id="53" dur="500" fill="hold"/>
                                        <p:tgtEl>
                                          <p:spTgt spid="123"/>
                                        </p:tgtEl>
                                        <p:attrNameLst>
                                          <p:attrName>ppt_w</p:attrName>
                                        </p:attrNameLst>
                                      </p:cBhvr>
                                      <p:tavLst>
                                        <p:tav tm="0">
                                          <p:val>
                                            <p:fltVal val="0"/>
                                          </p:val>
                                        </p:tav>
                                        <p:tav tm="100000">
                                          <p:val>
                                            <p:strVal val="#ppt_w"/>
                                          </p:val>
                                        </p:tav>
                                      </p:tavLst>
                                    </p:anim>
                                    <p:anim calcmode="lin" valueType="num">
                                      <p:cBhvr>
                                        <p:cTn id="54" dur="500" fill="hold"/>
                                        <p:tgtEl>
                                          <p:spTgt spid="123"/>
                                        </p:tgtEl>
                                        <p:attrNameLst>
                                          <p:attrName>ppt_h</p:attrName>
                                        </p:attrNameLst>
                                      </p:cBhvr>
                                      <p:tavLst>
                                        <p:tav tm="0">
                                          <p:val>
                                            <p:fltVal val="0"/>
                                          </p:val>
                                        </p:tav>
                                        <p:tav tm="100000">
                                          <p:val>
                                            <p:strVal val="#ppt_h"/>
                                          </p:val>
                                        </p:tav>
                                      </p:tavLst>
                                    </p:anim>
                                    <p:animEffect transition="in" filter="fade">
                                      <p:cBhvr>
                                        <p:cTn id="55" dur="500"/>
                                        <p:tgtEl>
                                          <p:spTgt spid="123"/>
                                        </p:tgtEl>
                                      </p:cBhvr>
                                    </p:animEffect>
                                  </p:childTnLst>
                                </p:cTn>
                              </p:par>
                              <p:par>
                                <p:cTn id="56" presetID="2" presetClass="entr" presetSubtype="4" accel="50000" decel="50000" fill="hold" grpId="0" nodeType="withEffect">
                                  <p:stCondLst>
                                    <p:cond delay="0"/>
                                  </p:stCondLst>
                                  <p:childTnLst>
                                    <p:set>
                                      <p:cBhvr>
                                        <p:cTn id="57" dur="1" fill="hold">
                                          <p:stCondLst>
                                            <p:cond delay="0"/>
                                          </p:stCondLst>
                                        </p:cTn>
                                        <p:tgtEl>
                                          <p:spTgt spid="124"/>
                                        </p:tgtEl>
                                        <p:attrNameLst>
                                          <p:attrName>style.visibility</p:attrName>
                                        </p:attrNameLst>
                                      </p:cBhvr>
                                      <p:to>
                                        <p:strVal val="visible"/>
                                      </p:to>
                                    </p:set>
                                    <p:anim calcmode="lin" valueType="num">
                                      <p:cBhvr additive="base">
                                        <p:cTn id="58" dur="500" fill="hold"/>
                                        <p:tgtEl>
                                          <p:spTgt spid="124"/>
                                        </p:tgtEl>
                                        <p:attrNameLst>
                                          <p:attrName>ppt_x</p:attrName>
                                        </p:attrNameLst>
                                      </p:cBhvr>
                                      <p:tavLst>
                                        <p:tav tm="0">
                                          <p:val>
                                            <p:strVal val="#ppt_x"/>
                                          </p:val>
                                        </p:tav>
                                        <p:tav tm="100000">
                                          <p:val>
                                            <p:strVal val="#ppt_x"/>
                                          </p:val>
                                        </p:tav>
                                      </p:tavLst>
                                    </p:anim>
                                    <p:anim calcmode="lin" valueType="num">
                                      <p:cBhvr additive="base">
                                        <p:cTn id="59" dur="500" fill="hold"/>
                                        <p:tgtEl>
                                          <p:spTgt spid="124"/>
                                        </p:tgtEl>
                                        <p:attrNameLst>
                                          <p:attrName>ppt_y</p:attrName>
                                        </p:attrNameLst>
                                      </p:cBhvr>
                                      <p:tavLst>
                                        <p:tav tm="0">
                                          <p:val>
                                            <p:strVal val="1+#ppt_h/2"/>
                                          </p:val>
                                        </p:tav>
                                        <p:tav tm="100000">
                                          <p:val>
                                            <p:strVal val="#ppt_y"/>
                                          </p:val>
                                        </p:tav>
                                      </p:tavLst>
                                    </p:anim>
                                  </p:childTnLst>
                                </p:cTn>
                              </p:par>
                            </p:childTnLst>
                          </p:cTn>
                        </p:par>
                        <p:par>
                          <p:cTn id="60" fill="hold">
                            <p:stCondLst>
                              <p:cond delay="4500"/>
                            </p:stCondLst>
                            <p:childTnLst>
                              <p:par>
                                <p:cTn id="61" presetID="53" presetClass="entr" presetSubtype="0" fill="hold" grpId="0" nodeType="afterEffect">
                                  <p:stCondLst>
                                    <p:cond delay="0"/>
                                  </p:stCondLst>
                                  <p:childTnLst>
                                    <p:set>
                                      <p:cBhvr>
                                        <p:cTn id="62" dur="1" fill="hold">
                                          <p:stCondLst>
                                            <p:cond delay="0"/>
                                          </p:stCondLst>
                                        </p:cTn>
                                        <p:tgtEl>
                                          <p:spTgt spid="126"/>
                                        </p:tgtEl>
                                        <p:attrNameLst>
                                          <p:attrName>style.visibility</p:attrName>
                                        </p:attrNameLst>
                                      </p:cBhvr>
                                      <p:to>
                                        <p:strVal val="visible"/>
                                      </p:to>
                                    </p:set>
                                    <p:anim calcmode="lin" valueType="num">
                                      <p:cBhvr>
                                        <p:cTn id="63" dur="500" fill="hold"/>
                                        <p:tgtEl>
                                          <p:spTgt spid="126"/>
                                        </p:tgtEl>
                                        <p:attrNameLst>
                                          <p:attrName>ppt_w</p:attrName>
                                        </p:attrNameLst>
                                      </p:cBhvr>
                                      <p:tavLst>
                                        <p:tav tm="0">
                                          <p:val>
                                            <p:fltVal val="0"/>
                                          </p:val>
                                        </p:tav>
                                        <p:tav tm="100000">
                                          <p:val>
                                            <p:strVal val="#ppt_w"/>
                                          </p:val>
                                        </p:tav>
                                      </p:tavLst>
                                    </p:anim>
                                    <p:anim calcmode="lin" valueType="num">
                                      <p:cBhvr>
                                        <p:cTn id="64" dur="500" fill="hold"/>
                                        <p:tgtEl>
                                          <p:spTgt spid="126"/>
                                        </p:tgtEl>
                                        <p:attrNameLst>
                                          <p:attrName>ppt_h</p:attrName>
                                        </p:attrNameLst>
                                      </p:cBhvr>
                                      <p:tavLst>
                                        <p:tav tm="0">
                                          <p:val>
                                            <p:fltVal val="0"/>
                                          </p:val>
                                        </p:tav>
                                        <p:tav tm="100000">
                                          <p:val>
                                            <p:strVal val="#ppt_h"/>
                                          </p:val>
                                        </p:tav>
                                      </p:tavLst>
                                    </p:anim>
                                    <p:animEffect transition="in" filter="fade">
                                      <p:cBhvr>
                                        <p:cTn id="65" dur="500"/>
                                        <p:tgtEl>
                                          <p:spTgt spid="126"/>
                                        </p:tgtEl>
                                      </p:cBhvr>
                                    </p:animEffect>
                                  </p:childTnLst>
                                </p:cTn>
                              </p:par>
                              <p:par>
                                <p:cTn id="66" presetID="2" presetClass="entr" presetSubtype="4" accel="50000" decel="50000" fill="hold" grpId="0" nodeType="withEffect">
                                  <p:stCondLst>
                                    <p:cond delay="0"/>
                                  </p:stCondLst>
                                  <p:childTnLst>
                                    <p:set>
                                      <p:cBhvr>
                                        <p:cTn id="67" dur="1" fill="hold">
                                          <p:stCondLst>
                                            <p:cond delay="0"/>
                                          </p:stCondLst>
                                        </p:cTn>
                                        <p:tgtEl>
                                          <p:spTgt spid="127"/>
                                        </p:tgtEl>
                                        <p:attrNameLst>
                                          <p:attrName>style.visibility</p:attrName>
                                        </p:attrNameLst>
                                      </p:cBhvr>
                                      <p:to>
                                        <p:strVal val="visible"/>
                                      </p:to>
                                    </p:set>
                                    <p:anim calcmode="lin" valueType="num">
                                      <p:cBhvr additive="base">
                                        <p:cTn id="68" dur="500" fill="hold"/>
                                        <p:tgtEl>
                                          <p:spTgt spid="127"/>
                                        </p:tgtEl>
                                        <p:attrNameLst>
                                          <p:attrName>ppt_x</p:attrName>
                                        </p:attrNameLst>
                                      </p:cBhvr>
                                      <p:tavLst>
                                        <p:tav tm="0">
                                          <p:val>
                                            <p:strVal val="#ppt_x"/>
                                          </p:val>
                                        </p:tav>
                                        <p:tav tm="100000">
                                          <p:val>
                                            <p:strVal val="#ppt_x"/>
                                          </p:val>
                                        </p:tav>
                                      </p:tavLst>
                                    </p:anim>
                                    <p:anim calcmode="lin" valueType="num">
                                      <p:cBhvr additive="base">
                                        <p:cTn id="69" dur="500" fill="hold"/>
                                        <p:tgtEl>
                                          <p:spTgt spid="127"/>
                                        </p:tgtEl>
                                        <p:attrNameLst>
                                          <p:attrName>ppt_y</p:attrName>
                                        </p:attrNameLst>
                                      </p:cBhvr>
                                      <p:tavLst>
                                        <p:tav tm="0">
                                          <p:val>
                                            <p:strVal val="1+#ppt_h/2"/>
                                          </p:val>
                                        </p:tav>
                                        <p:tav tm="100000">
                                          <p:val>
                                            <p:strVal val="#ppt_y"/>
                                          </p:val>
                                        </p:tav>
                                      </p:tavLst>
                                    </p:anim>
                                  </p:childTnLst>
                                </p:cTn>
                              </p:par>
                            </p:childTnLst>
                          </p:cTn>
                        </p:par>
                        <p:par>
                          <p:cTn id="70" fill="hold">
                            <p:stCondLst>
                              <p:cond delay="5000"/>
                            </p:stCondLst>
                            <p:childTnLst>
                              <p:par>
                                <p:cTn id="71" presetID="53" presetClass="entr" presetSubtype="0" fill="hold" grpId="0" nodeType="afterEffect">
                                  <p:stCondLst>
                                    <p:cond delay="0"/>
                                  </p:stCondLst>
                                  <p:childTnLst>
                                    <p:set>
                                      <p:cBhvr>
                                        <p:cTn id="72" dur="1" fill="hold">
                                          <p:stCondLst>
                                            <p:cond delay="0"/>
                                          </p:stCondLst>
                                        </p:cTn>
                                        <p:tgtEl>
                                          <p:spTgt spid="129"/>
                                        </p:tgtEl>
                                        <p:attrNameLst>
                                          <p:attrName>style.visibility</p:attrName>
                                        </p:attrNameLst>
                                      </p:cBhvr>
                                      <p:to>
                                        <p:strVal val="visible"/>
                                      </p:to>
                                    </p:set>
                                    <p:anim calcmode="lin" valueType="num">
                                      <p:cBhvr>
                                        <p:cTn id="73" dur="500" fill="hold"/>
                                        <p:tgtEl>
                                          <p:spTgt spid="129"/>
                                        </p:tgtEl>
                                        <p:attrNameLst>
                                          <p:attrName>ppt_w</p:attrName>
                                        </p:attrNameLst>
                                      </p:cBhvr>
                                      <p:tavLst>
                                        <p:tav tm="0">
                                          <p:val>
                                            <p:fltVal val="0"/>
                                          </p:val>
                                        </p:tav>
                                        <p:tav tm="100000">
                                          <p:val>
                                            <p:strVal val="#ppt_w"/>
                                          </p:val>
                                        </p:tav>
                                      </p:tavLst>
                                    </p:anim>
                                    <p:anim calcmode="lin" valueType="num">
                                      <p:cBhvr>
                                        <p:cTn id="74" dur="500" fill="hold"/>
                                        <p:tgtEl>
                                          <p:spTgt spid="129"/>
                                        </p:tgtEl>
                                        <p:attrNameLst>
                                          <p:attrName>ppt_h</p:attrName>
                                        </p:attrNameLst>
                                      </p:cBhvr>
                                      <p:tavLst>
                                        <p:tav tm="0">
                                          <p:val>
                                            <p:fltVal val="0"/>
                                          </p:val>
                                        </p:tav>
                                        <p:tav tm="100000">
                                          <p:val>
                                            <p:strVal val="#ppt_h"/>
                                          </p:val>
                                        </p:tav>
                                      </p:tavLst>
                                    </p:anim>
                                    <p:animEffect transition="in" filter="fade">
                                      <p:cBhvr>
                                        <p:cTn id="75" dur="500"/>
                                        <p:tgtEl>
                                          <p:spTgt spid="129"/>
                                        </p:tgtEl>
                                      </p:cBhvr>
                                    </p:animEffect>
                                  </p:childTnLst>
                                </p:cTn>
                              </p:par>
                              <p:par>
                                <p:cTn id="76" presetID="2" presetClass="entr" presetSubtype="4" accel="50000" decel="50000" fill="hold" grpId="0" nodeType="withEffect">
                                  <p:stCondLst>
                                    <p:cond delay="0"/>
                                  </p:stCondLst>
                                  <p:childTnLst>
                                    <p:set>
                                      <p:cBhvr>
                                        <p:cTn id="77" dur="1" fill="hold">
                                          <p:stCondLst>
                                            <p:cond delay="0"/>
                                          </p:stCondLst>
                                        </p:cTn>
                                        <p:tgtEl>
                                          <p:spTgt spid="130"/>
                                        </p:tgtEl>
                                        <p:attrNameLst>
                                          <p:attrName>style.visibility</p:attrName>
                                        </p:attrNameLst>
                                      </p:cBhvr>
                                      <p:to>
                                        <p:strVal val="visible"/>
                                      </p:to>
                                    </p:set>
                                    <p:anim calcmode="lin" valueType="num">
                                      <p:cBhvr additive="base">
                                        <p:cTn id="78" dur="500" fill="hold"/>
                                        <p:tgtEl>
                                          <p:spTgt spid="130"/>
                                        </p:tgtEl>
                                        <p:attrNameLst>
                                          <p:attrName>ppt_x</p:attrName>
                                        </p:attrNameLst>
                                      </p:cBhvr>
                                      <p:tavLst>
                                        <p:tav tm="0">
                                          <p:val>
                                            <p:strVal val="#ppt_x"/>
                                          </p:val>
                                        </p:tav>
                                        <p:tav tm="100000">
                                          <p:val>
                                            <p:strVal val="#ppt_x"/>
                                          </p:val>
                                        </p:tav>
                                      </p:tavLst>
                                    </p:anim>
                                    <p:anim calcmode="lin" valueType="num">
                                      <p:cBhvr additive="base">
                                        <p:cTn id="79" dur="500" fill="hold"/>
                                        <p:tgtEl>
                                          <p:spTgt spid="130"/>
                                        </p:tgtEl>
                                        <p:attrNameLst>
                                          <p:attrName>ppt_y</p:attrName>
                                        </p:attrNameLst>
                                      </p:cBhvr>
                                      <p:tavLst>
                                        <p:tav tm="0">
                                          <p:val>
                                            <p:strVal val="1+#ppt_h/2"/>
                                          </p:val>
                                        </p:tav>
                                        <p:tav tm="100000">
                                          <p:val>
                                            <p:strVal val="#ppt_y"/>
                                          </p:val>
                                        </p:tav>
                                      </p:tavLst>
                                    </p:anim>
                                  </p:childTnLst>
                                </p:cTn>
                              </p:par>
                            </p:childTnLst>
                          </p:cTn>
                        </p:par>
                        <p:par>
                          <p:cTn id="80" fill="hold">
                            <p:stCondLst>
                              <p:cond delay="5500"/>
                            </p:stCondLst>
                            <p:childTnLst>
                              <p:par>
                                <p:cTn id="81" presetID="53" presetClass="entr" presetSubtype="0" fill="hold" grpId="0" nodeType="afterEffect">
                                  <p:stCondLst>
                                    <p:cond delay="0"/>
                                  </p:stCondLst>
                                  <p:childTnLst>
                                    <p:set>
                                      <p:cBhvr>
                                        <p:cTn id="82" dur="1" fill="hold">
                                          <p:stCondLst>
                                            <p:cond delay="0"/>
                                          </p:stCondLst>
                                        </p:cTn>
                                        <p:tgtEl>
                                          <p:spTgt spid="131"/>
                                        </p:tgtEl>
                                        <p:attrNameLst>
                                          <p:attrName>style.visibility</p:attrName>
                                        </p:attrNameLst>
                                      </p:cBhvr>
                                      <p:to>
                                        <p:strVal val="visible"/>
                                      </p:to>
                                    </p:set>
                                    <p:anim calcmode="lin" valueType="num">
                                      <p:cBhvr>
                                        <p:cTn id="83" dur="500" fill="hold"/>
                                        <p:tgtEl>
                                          <p:spTgt spid="131"/>
                                        </p:tgtEl>
                                        <p:attrNameLst>
                                          <p:attrName>ppt_w</p:attrName>
                                        </p:attrNameLst>
                                      </p:cBhvr>
                                      <p:tavLst>
                                        <p:tav tm="0">
                                          <p:val>
                                            <p:fltVal val="0"/>
                                          </p:val>
                                        </p:tav>
                                        <p:tav tm="100000">
                                          <p:val>
                                            <p:strVal val="#ppt_w"/>
                                          </p:val>
                                        </p:tav>
                                      </p:tavLst>
                                    </p:anim>
                                    <p:anim calcmode="lin" valueType="num">
                                      <p:cBhvr>
                                        <p:cTn id="84" dur="500" fill="hold"/>
                                        <p:tgtEl>
                                          <p:spTgt spid="131"/>
                                        </p:tgtEl>
                                        <p:attrNameLst>
                                          <p:attrName>ppt_h</p:attrName>
                                        </p:attrNameLst>
                                      </p:cBhvr>
                                      <p:tavLst>
                                        <p:tav tm="0">
                                          <p:val>
                                            <p:fltVal val="0"/>
                                          </p:val>
                                        </p:tav>
                                        <p:tav tm="100000">
                                          <p:val>
                                            <p:strVal val="#ppt_h"/>
                                          </p:val>
                                        </p:tav>
                                      </p:tavLst>
                                    </p:anim>
                                    <p:animEffect transition="in" filter="fade">
                                      <p:cBhvr>
                                        <p:cTn id="85" dur="500"/>
                                        <p:tgtEl>
                                          <p:spTgt spid="131"/>
                                        </p:tgtEl>
                                      </p:cBhvr>
                                    </p:animEffect>
                                  </p:childTnLst>
                                </p:cTn>
                              </p:par>
                              <p:par>
                                <p:cTn id="86" presetID="2" presetClass="entr" presetSubtype="4" accel="50000" decel="50000" fill="hold" grpId="0" nodeType="withEffect">
                                  <p:stCondLst>
                                    <p:cond delay="0"/>
                                  </p:stCondLst>
                                  <p:childTnLst>
                                    <p:set>
                                      <p:cBhvr>
                                        <p:cTn id="87" dur="1" fill="hold">
                                          <p:stCondLst>
                                            <p:cond delay="0"/>
                                          </p:stCondLst>
                                        </p:cTn>
                                        <p:tgtEl>
                                          <p:spTgt spid="133"/>
                                        </p:tgtEl>
                                        <p:attrNameLst>
                                          <p:attrName>style.visibility</p:attrName>
                                        </p:attrNameLst>
                                      </p:cBhvr>
                                      <p:to>
                                        <p:strVal val="visible"/>
                                      </p:to>
                                    </p:set>
                                    <p:anim calcmode="lin" valueType="num">
                                      <p:cBhvr additive="base">
                                        <p:cTn id="88" dur="500" fill="hold"/>
                                        <p:tgtEl>
                                          <p:spTgt spid="133"/>
                                        </p:tgtEl>
                                        <p:attrNameLst>
                                          <p:attrName>ppt_x</p:attrName>
                                        </p:attrNameLst>
                                      </p:cBhvr>
                                      <p:tavLst>
                                        <p:tav tm="0">
                                          <p:val>
                                            <p:strVal val="#ppt_x"/>
                                          </p:val>
                                        </p:tav>
                                        <p:tav tm="100000">
                                          <p:val>
                                            <p:strVal val="#ppt_x"/>
                                          </p:val>
                                        </p:tav>
                                      </p:tavLst>
                                    </p:anim>
                                    <p:anim calcmode="lin" valueType="num">
                                      <p:cBhvr additive="base">
                                        <p:cTn id="89" dur="500" fill="hold"/>
                                        <p:tgtEl>
                                          <p:spTgt spid="133"/>
                                        </p:tgtEl>
                                        <p:attrNameLst>
                                          <p:attrName>ppt_y</p:attrName>
                                        </p:attrNameLst>
                                      </p:cBhvr>
                                      <p:tavLst>
                                        <p:tav tm="0">
                                          <p:val>
                                            <p:strVal val="1+#ppt_h/2"/>
                                          </p:val>
                                        </p:tav>
                                        <p:tav tm="100000">
                                          <p:val>
                                            <p:strVal val="#ppt_y"/>
                                          </p:val>
                                        </p:tav>
                                      </p:tavLst>
                                    </p:anim>
                                  </p:childTnLst>
                                </p:cTn>
                              </p:par>
                            </p:childTnLst>
                          </p:cTn>
                        </p:par>
                        <p:par>
                          <p:cTn id="90" fill="hold">
                            <p:stCondLst>
                              <p:cond delay="6000"/>
                            </p:stCondLst>
                            <p:childTnLst>
                              <p:par>
                                <p:cTn id="91" presetID="53" presetClass="entr" presetSubtype="0" fill="hold" grpId="0" nodeType="afterEffect">
                                  <p:stCondLst>
                                    <p:cond delay="0"/>
                                  </p:stCondLst>
                                  <p:childTnLst>
                                    <p:set>
                                      <p:cBhvr>
                                        <p:cTn id="92" dur="1" fill="hold">
                                          <p:stCondLst>
                                            <p:cond delay="0"/>
                                          </p:stCondLst>
                                        </p:cTn>
                                        <p:tgtEl>
                                          <p:spTgt spid="135"/>
                                        </p:tgtEl>
                                        <p:attrNameLst>
                                          <p:attrName>style.visibility</p:attrName>
                                        </p:attrNameLst>
                                      </p:cBhvr>
                                      <p:to>
                                        <p:strVal val="visible"/>
                                      </p:to>
                                    </p:set>
                                    <p:anim calcmode="lin" valueType="num">
                                      <p:cBhvr>
                                        <p:cTn id="93" dur="500" fill="hold"/>
                                        <p:tgtEl>
                                          <p:spTgt spid="135"/>
                                        </p:tgtEl>
                                        <p:attrNameLst>
                                          <p:attrName>ppt_w</p:attrName>
                                        </p:attrNameLst>
                                      </p:cBhvr>
                                      <p:tavLst>
                                        <p:tav tm="0">
                                          <p:val>
                                            <p:fltVal val="0"/>
                                          </p:val>
                                        </p:tav>
                                        <p:tav tm="100000">
                                          <p:val>
                                            <p:strVal val="#ppt_w"/>
                                          </p:val>
                                        </p:tav>
                                      </p:tavLst>
                                    </p:anim>
                                    <p:anim calcmode="lin" valueType="num">
                                      <p:cBhvr>
                                        <p:cTn id="94" dur="500" fill="hold"/>
                                        <p:tgtEl>
                                          <p:spTgt spid="135"/>
                                        </p:tgtEl>
                                        <p:attrNameLst>
                                          <p:attrName>ppt_h</p:attrName>
                                        </p:attrNameLst>
                                      </p:cBhvr>
                                      <p:tavLst>
                                        <p:tav tm="0">
                                          <p:val>
                                            <p:fltVal val="0"/>
                                          </p:val>
                                        </p:tav>
                                        <p:tav tm="100000">
                                          <p:val>
                                            <p:strVal val="#ppt_h"/>
                                          </p:val>
                                        </p:tav>
                                      </p:tavLst>
                                    </p:anim>
                                    <p:animEffect transition="in" filter="fade">
                                      <p:cBhvr>
                                        <p:cTn id="95" dur="500"/>
                                        <p:tgtEl>
                                          <p:spTgt spid="135"/>
                                        </p:tgtEl>
                                      </p:cBhvr>
                                    </p:animEffect>
                                  </p:childTnLst>
                                </p:cTn>
                              </p:par>
                              <p:par>
                                <p:cTn id="96" presetID="2" presetClass="entr" presetSubtype="4" accel="50000" decel="50000" fill="hold" grpId="0" nodeType="withEffect">
                                  <p:stCondLst>
                                    <p:cond delay="0"/>
                                  </p:stCondLst>
                                  <p:childTnLst>
                                    <p:set>
                                      <p:cBhvr>
                                        <p:cTn id="97" dur="1" fill="hold">
                                          <p:stCondLst>
                                            <p:cond delay="0"/>
                                          </p:stCondLst>
                                        </p:cTn>
                                        <p:tgtEl>
                                          <p:spTgt spid="136"/>
                                        </p:tgtEl>
                                        <p:attrNameLst>
                                          <p:attrName>style.visibility</p:attrName>
                                        </p:attrNameLst>
                                      </p:cBhvr>
                                      <p:to>
                                        <p:strVal val="visible"/>
                                      </p:to>
                                    </p:set>
                                    <p:anim calcmode="lin" valueType="num">
                                      <p:cBhvr additive="base">
                                        <p:cTn id="98" dur="500" fill="hold"/>
                                        <p:tgtEl>
                                          <p:spTgt spid="136"/>
                                        </p:tgtEl>
                                        <p:attrNameLst>
                                          <p:attrName>ppt_x</p:attrName>
                                        </p:attrNameLst>
                                      </p:cBhvr>
                                      <p:tavLst>
                                        <p:tav tm="0">
                                          <p:val>
                                            <p:strVal val="#ppt_x"/>
                                          </p:val>
                                        </p:tav>
                                        <p:tav tm="100000">
                                          <p:val>
                                            <p:strVal val="#ppt_x"/>
                                          </p:val>
                                        </p:tav>
                                      </p:tavLst>
                                    </p:anim>
                                    <p:anim calcmode="lin" valueType="num">
                                      <p:cBhvr additive="base">
                                        <p:cTn id="99" dur="500" fill="hold"/>
                                        <p:tgtEl>
                                          <p:spTgt spid="136"/>
                                        </p:tgtEl>
                                        <p:attrNameLst>
                                          <p:attrName>ppt_y</p:attrName>
                                        </p:attrNameLst>
                                      </p:cBhvr>
                                      <p:tavLst>
                                        <p:tav tm="0">
                                          <p:val>
                                            <p:strVal val="1+#ppt_h/2"/>
                                          </p:val>
                                        </p:tav>
                                        <p:tav tm="100000">
                                          <p:val>
                                            <p:strVal val="#ppt_y"/>
                                          </p:val>
                                        </p:tav>
                                      </p:tavLst>
                                    </p:anim>
                                  </p:childTnLst>
                                </p:cTn>
                              </p:par>
                            </p:childTnLst>
                          </p:cTn>
                        </p:par>
                        <p:par>
                          <p:cTn id="100" fill="hold">
                            <p:stCondLst>
                              <p:cond delay="6500"/>
                            </p:stCondLst>
                            <p:childTnLst>
                              <p:par>
                                <p:cTn id="101" presetID="10" presetClass="entr" presetSubtype="0" fill="hold" grpId="0" nodeType="afterEffect">
                                  <p:stCondLst>
                                    <p:cond delay="0"/>
                                  </p:stCondLst>
                                  <p:childTnLst>
                                    <p:set>
                                      <p:cBhvr>
                                        <p:cTn id="102" dur="1" fill="hold">
                                          <p:stCondLst>
                                            <p:cond delay="0"/>
                                          </p:stCondLst>
                                        </p:cTn>
                                        <p:tgtEl>
                                          <p:spTgt spid="137">
                                            <p:graphicEl>
                                              <a:chart seriesIdx="-3" categoryIdx="-3" bldStep="gridLegend"/>
                                            </p:graphicEl>
                                          </p:spTgt>
                                        </p:tgtEl>
                                        <p:attrNameLst>
                                          <p:attrName>style.visibility</p:attrName>
                                        </p:attrNameLst>
                                      </p:cBhvr>
                                      <p:to>
                                        <p:strVal val="visible"/>
                                      </p:to>
                                    </p:set>
                                    <p:animEffect transition="in" filter="fade">
                                      <p:cBhvr>
                                        <p:cTn id="103" dur="1000"/>
                                        <p:tgtEl>
                                          <p:spTgt spid="137">
                                            <p:graphicEl>
                                              <a:chart seriesIdx="-3" categoryIdx="-3" bldStep="gridLegend"/>
                                            </p:graphicEl>
                                          </p:spTgt>
                                        </p:tgtEl>
                                      </p:cBhvr>
                                    </p:animEffect>
                                  </p:childTnLst>
                                </p:cTn>
                              </p:par>
                            </p:childTnLst>
                          </p:cTn>
                        </p:par>
                        <p:par>
                          <p:cTn id="104" fill="hold">
                            <p:stCondLst>
                              <p:cond delay="7500"/>
                            </p:stCondLst>
                            <p:childTnLst>
                              <p:par>
                                <p:cTn id="105" presetID="12" presetClass="entr" presetSubtype="4" fill="hold" grpId="0" nodeType="afterEffect">
                                  <p:stCondLst>
                                    <p:cond delay="0"/>
                                  </p:stCondLst>
                                  <p:childTnLst>
                                    <p:set>
                                      <p:cBhvr>
                                        <p:cTn id="106" dur="1" fill="hold">
                                          <p:stCondLst>
                                            <p:cond delay="0"/>
                                          </p:stCondLst>
                                        </p:cTn>
                                        <p:tgtEl>
                                          <p:spTgt spid="137">
                                            <p:graphicEl>
                                              <a:chart seriesIdx="0" categoryIdx="-4" bldStep="series"/>
                                            </p:graphicEl>
                                          </p:spTgt>
                                        </p:tgtEl>
                                        <p:attrNameLst>
                                          <p:attrName>style.visibility</p:attrName>
                                        </p:attrNameLst>
                                      </p:cBhvr>
                                      <p:to>
                                        <p:strVal val="visible"/>
                                      </p:to>
                                    </p:set>
                                    <p:animEffect transition="in" filter="slide(fromBottom)">
                                      <p:cBhvr>
                                        <p:cTn id="107" dur="500"/>
                                        <p:tgtEl>
                                          <p:spTgt spid="137">
                                            <p:graphicEl>
                                              <a:chart seriesIdx="0" categoryIdx="-4" bldStep="series"/>
                                            </p:graphicEl>
                                          </p:spTgt>
                                        </p:tgtEl>
                                      </p:cBhvr>
                                    </p:animEffect>
                                  </p:childTnLst>
                                </p:cTn>
                              </p:par>
                            </p:childTnLst>
                          </p:cTn>
                        </p:par>
                        <p:par>
                          <p:cTn id="108" fill="hold">
                            <p:stCondLst>
                              <p:cond delay="8000"/>
                            </p:stCondLst>
                            <p:childTnLst>
                              <p:par>
                                <p:cTn id="109" presetID="12" presetClass="entr" presetSubtype="4" fill="hold" grpId="0" nodeType="afterEffect">
                                  <p:stCondLst>
                                    <p:cond delay="0"/>
                                  </p:stCondLst>
                                  <p:childTnLst>
                                    <p:set>
                                      <p:cBhvr>
                                        <p:cTn id="110" dur="1" fill="hold">
                                          <p:stCondLst>
                                            <p:cond delay="0"/>
                                          </p:stCondLst>
                                        </p:cTn>
                                        <p:tgtEl>
                                          <p:spTgt spid="137">
                                            <p:graphicEl>
                                              <a:chart seriesIdx="1" categoryIdx="-4" bldStep="series"/>
                                            </p:graphicEl>
                                          </p:spTgt>
                                        </p:tgtEl>
                                        <p:attrNameLst>
                                          <p:attrName>style.visibility</p:attrName>
                                        </p:attrNameLst>
                                      </p:cBhvr>
                                      <p:to>
                                        <p:strVal val="visible"/>
                                      </p:to>
                                    </p:set>
                                    <p:animEffect transition="in" filter="slide(fromBottom)">
                                      <p:cBhvr>
                                        <p:cTn id="111" dur="500"/>
                                        <p:tgtEl>
                                          <p:spTgt spid="137">
                                            <p:graphicEl>
                                              <a:chart seriesIdx="1" categoryIdx="-4" bldStep="series"/>
                                            </p:graphicEl>
                                          </p:spTgt>
                                        </p:tgtEl>
                                      </p:cBhvr>
                                    </p:animEffect>
                                  </p:childTnLst>
                                </p:cTn>
                              </p:par>
                            </p:childTnLst>
                          </p:cTn>
                        </p:par>
                        <p:par>
                          <p:cTn id="112" fill="hold">
                            <p:stCondLst>
                              <p:cond delay="8500"/>
                            </p:stCondLst>
                            <p:childTnLst>
                              <p:par>
                                <p:cTn id="113" presetID="12" presetClass="entr" presetSubtype="4" fill="hold" grpId="0" nodeType="afterEffect">
                                  <p:stCondLst>
                                    <p:cond delay="0"/>
                                  </p:stCondLst>
                                  <p:childTnLst>
                                    <p:set>
                                      <p:cBhvr>
                                        <p:cTn id="114" dur="1" fill="hold">
                                          <p:stCondLst>
                                            <p:cond delay="0"/>
                                          </p:stCondLst>
                                        </p:cTn>
                                        <p:tgtEl>
                                          <p:spTgt spid="137">
                                            <p:graphicEl>
                                              <a:chart seriesIdx="2" categoryIdx="-4" bldStep="series"/>
                                            </p:graphicEl>
                                          </p:spTgt>
                                        </p:tgtEl>
                                        <p:attrNameLst>
                                          <p:attrName>style.visibility</p:attrName>
                                        </p:attrNameLst>
                                      </p:cBhvr>
                                      <p:to>
                                        <p:strVal val="visible"/>
                                      </p:to>
                                    </p:set>
                                    <p:animEffect transition="in" filter="slide(fromBottom)">
                                      <p:cBhvr>
                                        <p:cTn id="115" dur="500"/>
                                        <p:tgtEl>
                                          <p:spTgt spid="137">
                                            <p:graphicEl>
                                              <a:chart seriesIdx="2" categoryIdx="-4" bldStep="series"/>
                                            </p:graphicEl>
                                          </p:spTgt>
                                        </p:tgtEl>
                                      </p:cBhvr>
                                    </p:animEffect>
                                  </p:childTnLst>
                                </p:cTn>
                              </p:par>
                            </p:childTnLst>
                          </p:cTn>
                        </p:par>
                        <p:par>
                          <p:cTn id="116" fill="hold">
                            <p:stCondLst>
                              <p:cond delay="9000"/>
                            </p:stCondLst>
                            <p:childTnLst>
                              <p:par>
                                <p:cTn id="117" presetID="12" presetClass="entr" presetSubtype="4" fill="hold" grpId="0" nodeType="afterEffect">
                                  <p:stCondLst>
                                    <p:cond delay="0"/>
                                  </p:stCondLst>
                                  <p:childTnLst>
                                    <p:set>
                                      <p:cBhvr>
                                        <p:cTn id="118" dur="1" fill="hold">
                                          <p:stCondLst>
                                            <p:cond delay="0"/>
                                          </p:stCondLst>
                                        </p:cTn>
                                        <p:tgtEl>
                                          <p:spTgt spid="137">
                                            <p:graphicEl>
                                              <a:chart seriesIdx="3" categoryIdx="-4" bldStep="series"/>
                                            </p:graphicEl>
                                          </p:spTgt>
                                        </p:tgtEl>
                                        <p:attrNameLst>
                                          <p:attrName>style.visibility</p:attrName>
                                        </p:attrNameLst>
                                      </p:cBhvr>
                                      <p:to>
                                        <p:strVal val="visible"/>
                                      </p:to>
                                    </p:set>
                                    <p:animEffect transition="in" filter="slide(fromBottom)">
                                      <p:cBhvr>
                                        <p:cTn id="119" dur="500"/>
                                        <p:tgtEl>
                                          <p:spTgt spid="137">
                                            <p:graphicEl>
                                              <a:chart seriesIdx="3" categoryIdx="-4" bldStep="series"/>
                                            </p:graphicEl>
                                          </p:spTgt>
                                        </p:tgtEl>
                                      </p:cBhvr>
                                    </p:animEffect>
                                  </p:childTnLst>
                                </p:cTn>
                              </p:par>
                            </p:childTnLst>
                          </p:cTn>
                        </p:par>
                        <p:par>
                          <p:cTn id="120" fill="hold">
                            <p:stCondLst>
                              <p:cond delay="9500"/>
                            </p:stCondLst>
                            <p:childTnLst>
                              <p:par>
                                <p:cTn id="121" presetID="12" presetClass="entr" presetSubtype="4" fill="hold" grpId="0" nodeType="afterEffect">
                                  <p:stCondLst>
                                    <p:cond delay="0"/>
                                  </p:stCondLst>
                                  <p:childTnLst>
                                    <p:set>
                                      <p:cBhvr>
                                        <p:cTn id="122" dur="1" fill="hold">
                                          <p:stCondLst>
                                            <p:cond delay="0"/>
                                          </p:stCondLst>
                                        </p:cTn>
                                        <p:tgtEl>
                                          <p:spTgt spid="137">
                                            <p:graphicEl>
                                              <a:chart seriesIdx="4" categoryIdx="-4" bldStep="series"/>
                                            </p:graphicEl>
                                          </p:spTgt>
                                        </p:tgtEl>
                                        <p:attrNameLst>
                                          <p:attrName>style.visibility</p:attrName>
                                        </p:attrNameLst>
                                      </p:cBhvr>
                                      <p:to>
                                        <p:strVal val="visible"/>
                                      </p:to>
                                    </p:set>
                                    <p:animEffect transition="in" filter="slide(fromBottom)">
                                      <p:cBhvr>
                                        <p:cTn id="123" dur="500"/>
                                        <p:tgtEl>
                                          <p:spTgt spid="137">
                                            <p:graphicEl>
                                              <a:chart seriesIdx="4" categoryIdx="-4" bldStep="series"/>
                                            </p:graphicEl>
                                          </p:spTgt>
                                        </p:tgtEl>
                                      </p:cBhvr>
                                    </p:animEffect>
                                  </p:childTnLst>
                                </p:cTn>
                              </p:par>
                            </p:childTnLst>
                          </p:cTn>
                        </p:par>
                        <p:par>
                          <p:cTn id="124" fill="hold">
                            <p:stCondLst>
                              <p:cond delay="10000"/>
                            </p:stCondLst>
                            <p:childTnLst>
                              <p:par>
                                <p:cTn id="125" presetID="12" presetClass="entr" presetSubtype="4" fill="hold" grpId="0" nodeType="afterEffect">
                                  <p:stCondLst>
                                    <p:cond delay="0"/>
                                  </p:stCondLst>
                                  <p:childTnLst>
                                    <p:set>
                                      <p:cBhvr>
                                        <p:cTn id="126" dur="1" fill="hold">
                                          <p:stCondLst>
                                            <p:cond delay="0"/>
                                          </p:stCondLst>
                                        </p:cTn>
                                        <p:tgtEl>
                                          <p:spTgt spid="137">
                                            <p:graphicEl>
                                              <a:chart seriesIdx="5" categoryIdx="-4" bldStep="series"/>
                                            </p:graphicEl>
                                          </p:spTgt>
                                        </p:tgtEl>
                                        <p:attrNameLst>
                                          <p:attrName>style.visibility</p:attrName>
                                        </p:attrNameLst>
                                      </p:cBhvr>
                                      <p:to>
                                        <p:strVal val="visible"/>
                                      </p:to>
                                    </p:set>
                                    <p:animEffect transition="in" filter="slide(fromBottom)">
                                      <p:cBhvr>
                                        <p:cTn id="127" dur="500"/>
                                        <p:tgtEl>
                                          <p:spTgt spid="137">
                                            <p:graphicEl>
                                              <a:chart seriesIdx="5"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3" grpId="0" animBg="1"/>
      <p:bldP spid="124" grpId="0"/>
      <p:bldP spid="126" grpId="0" animBg="1"/>
      <p:bldP spid="127" grpId="0"/>
      <p:bldP spid="129" grpId="0" animBg="1"/>
      <p:bldP spid="130" grpId="0"/>
      <p:bldP spid="131" grpId="0" animBg="1"/>
      <p:bldP spid="133" grpId="0"/>
      <p:bldP spid="135" grpId="0" animBg="1"/>
      <p:bldP spid="136" grpId="0"/>
      <p:bldGraphic spid="137" grpId="0">
        <p:bldSub>
          <a:bldChart bld="series"/>
        </p:bldSub>
      </p:bldGraphic>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Japan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Japan Map Slide</a:t>
            </a:r>
            <a:endParaRPr lang="en-US" dirty="0"/>
          </a:p>
        </p:txBody>
      </p:sp>
      <p:grpSp>
        <p:nvGrpSpPr>
          <p:cNvPr id="73" name="Group 72"/>
          <p:cNvGrpSpPr/>
          <p:nvPr/>
        </p:nvGrpSpPr>
        <p:grpSpPr>
          <a:xfrm>
            <a:off x="330926" y="2133600"/>
            <a:ext cx="3130338" cy="3549611"/>
            <a:chOff x="1027113" y="912812"/>
            <a:chExt cx="2974975" cy="3373439"/>
          </a:xfrm>
        </p:grpSpPr>
        <p:sp>
          <p:nvSpPr>
            <p:cNvPr id="74" name="Freeform 94"/>
            <p:cNvSpPr>
              <a:spLocks noEditPoints="1"/>
            </p:cNvSpPr>
            <p:nvPr/>
          </p:nvSpPr>
          <p:spPr bwMode="auto">
            <a:xfrm>
              <a:off x="1027113" y="3370263"/>
              <a:ext cx="585788" cy="915988"/>
            </a:xfrm>
            <a:custGeom>
              <a:avLst/>
              <a:gdLst/>
              <a:ahLst/>
              <a:cxnLst>
                <a:cxn ang="0">
                  <a:pos x="259" y="554"/>
                </a:cxn>
                <a:cxn ang="0">
                  <a:pos x="263" y="578"/>
                </a:cxn>
                <a:cxn ang="0">
                  <a:pos x="274" y="536"/>
                </a:cxn>
                <a:cxn ang="0">
                  <a:pos x="210" y="596"/>
                </a:cxn>
                <a:cxn ang="0">
                  <a:pos x="215" y="568"/>
                </a:cxn>
                <a:cxn ang="0">
                  <a:pos x="177" y="570"/>
                </a:cxn>
                <a:cxn ang="0">
                  <a:pos x="116" y="410"/>
                </a:cxn>
                <a:cxn ang="0">
                  <a:pos x="139" y="379"/>
                </a:cxn>
                <a:cxn ang="0">
                  <a:pos x="175" y="335"/>
                </a:cxn>
                <a:cxn ang="0">
                  <a:pos x="177" y="342"/>
                </a:cxn>
                <a:cxn ang="0">
                  <a:pos x="194" y="313"/>
                </a:cxn>
                <a:cxn ang="0">
                  <a:pos x="172" y="325"/>
                </a:cxn>
                <a:cxn ang="0">
                  <a:pos x="154" y="327"/>
                </a:cxn>
                <a:cxn ang="0">
                  <a:pos x="158" y="302"/>
                </a:cxn>
                <a:cxn ang="0">
                  <a:pos x="196" y="294"/>
                </a:cxn>
                <a:cxn ang="0">
                  <a:pos x="130" y="184"/>
                </a:cxn>
                <a:cxn ang="0">
                  <a:pos x="138" y="165"/>
                </a:cxn>
                <a:cxn ang="0">
                  <a:pos x="174" y="147"/>
                </a:cxn>
                <a:cxn ang="0">
                  <a:pos x="204" y="122"/>
                </a:cxn>
                <a:cxn ang="0">
                  <a:pos x="262" y="119"/>
                </a:cxn>
                <a:cxn ang="0">
                  <a:pos x="350" y="160"/>
                </a:cxn>
                <a:cxn ang="0">
                  <a:pos x="366" y="197"/>
                </a:cxn>
                <a:cxn ang="0">
                  <a:pos x="381" y="239"/>
                </a:cxn>
                <a:cxn ang="0">
                  <a:pos x="346" y="287"/>
                </a:cxn>
                <a:cxn ang="0">
                  <a:pos x="322" y="359"/>
                </a:cxn>
                <a:cxn ang="0">
                  <a:pos x="303" y="444"/>
                </a:cxn>
                <a:cxn ang="0">
                  <a:pos x="276" y="459"/>
                </a:cxn>
                <a:cxn ang="0">
                  <a:pos x="239" y="472"/>
                </a:cxn>
                <a:cxn ang="0">
                  <a:pos x="225" y="424"/>
                </a:cxn>
                <a:cxn ang="0">
                  <a:pos x="233" y="397"/>
                </a:cxn>
                <a:cxn ang="0">
                  <a:pos x="223" y="461"/>
                </a:cxn>
                <a:cxn ang="0">
                  <a:pos x="184" y="462"/>
                </a:cxn>
                <a:cxn ang="0">
                  <a:pos x="188" y="434"/>
                </a:cxn>
                <a:cxn ang="0">
                  <a:pos x="177" y="364"/>
                </a:cxn>
                <a:cxn ang="0">
                  <a:pos x="201" y="331"/>
                </a:cxn>
                <a:cxn ang="0">
                  <a:pos x="224" y="279"/>
                </a:cxn>
                <a:cxn ang="0">
                  <a:pos x="221" y="262"/>
                </a:cxn>
                <a:cxn ang="0">
                  <a:pos x="194" y="213"/>
                </a:cxn>
                <a:cxn ang="0">
                  <a:pos x="171" y="248"/>
                </a:cxn>
                <a:cxn ang="0">
                  <a:pos x="169" y="276"/>
                </a:cxn>
                <a:cxn ang="0">
                  <a:pos x="129" y="289"/>
                </a:cxn>
                <a:cxn ang="0">
                  <a:pos x="119" y="218"/>
                </a:cxn>
                <a:cxn ang="0">
                  <a:pos x="137" y="249"/>
                </a:cxn>
                <a:cxn ang="0">
                  <a:pos x="133" y="222"/>
                </a:cxn>
                <a:cxn ang="0">
                  <a:pos x="102" y="186"/>
                </a:cxn>
                <a:cxn ang="0">
                  <a:pos x="91" y="175"/>
                </a:cxn>
                <a:cxn ang="0">
                  <a:pos x="85" y="206"/>
                </a:cxn>
                <a:cxn ang="0">
                  <a:pos x="55" y="196"/>
                </a:cxn>
                <a:cxn ang="0">
                  <a:pos x="41" y="242"/>
                </a:cxn>
                <a:cxn ang="0">
                  <a:pos x="59" y="236"/>
                </a:cxn>
                <a:cxn ang="0">
                  <a:pos x="43" y="235"/>
                </a:cxn>
                <a:cxn ang="0">
                  <a:pos x="30" y="258"/>
                </a:cxn>
                <a:cxn ang="0">
                  <a:pos x="29" y="278"/>
                </a:cxn>
                <a:cxn ang="0">
                  <a:pos x="14" y="287"/>
                </a:cxn>
                <a:cxn ang="0">
                  <a:pos x="3" y="276"/>
                </a:cxn>
                <a:cxn ang="0">
                  <a:pos x="118" y="122"/>
                </a:cxn>
                <a:cxn ang="0">
                  <a:pos x="128" y="126"/>
                </a:cxn>
                <a:cxn ang="0">
                  <a:pos x="76" y="16"/>
                </a:cxn>
                <a:cxn ang="0">
                  <a:pos x="76" y="47"/>
                </a:cxn>
                <a:cxn ang="0">
                  <a:pos x="69" y="54"/>
                </a:cxn>
                <a:cxn ang="0">
                  <a:pos x="70" y="81"/>
                </a:cxn>
                <a:cxn ang="0">
                  <a:pos x="87" y="48"/>
                </a:cxn>
                <a:cxn ang="0">
                  <a:pos x="93" y="11"/>
                </a:cxn>
              </a:cxnLst>
              <a:rect l="0" t="0" r="r" b="b"/>
              <a:pathLst>
                <a:path w="381" h="596">
                  <a:moveTo>
                    <a:pt x="273" y="518"/>
                  </a:moveTo>
                  <a:cubicBezTo>
                    <a:pt x="272" y="519"/>
                    <a:pt x="272" y="520"/>
                    <a:pt x="270" y="521"/>
                  </a:cubicBezTo>
                  <a:cubicBezTo>
                    <a:pt x="269" y="521"/>
                    <a:pt x="268" y="521"/>
                    <a:pt x="268" y="522"/>
                  </a:cubicBezTo>
                  <a:cubicBezTo>
                    <a:pt x="268" y="523"/>
                    <a:pt x="269" y="524"/>
                    <a:pt x="269" y="525"/>
                  </a:cubicBezTo>
                  <a:cubicBezTo>
                    <a:pt x="269" y="526"/>
                    <a:pt x="268" y="526"/>
                    <a:pt x="268" y="527"/>
                  </a:cubicBezTo>
                  <a:cubicBezTo>
                    <a:pt x="268" y="528"/>
                    <a:pt x="267" y="528"/>
                    <a:pt x="267" y="529"/>
                  </a:cubicBezTo>
                  <a:cubicBezTo>
                    <a:pt x="266" y="530"/>
                    <a:pt x="266" y="531"/>
                    <a:pt x="266" y="532"/>
                  </a:cubicBezTo>
                  <a:cubicBezTo>
                    <a:pt x="265" y="533"/>
                    <a:pt x="264" y="533"/>
                    <a:pt x="264" y="534"/>
                  </a:cubicBezTo>
                  <a:cubicBezTo>
                    <a:pt x="263" y="536"/>
                    <a:pt x="262" y="537"/>
                    <a:pt x="262" y="539"/>
                  </a:cubicBezTo>
                  <a:cubicBezTo>
                    <a:pt x="261" y="540"/>
                    <a:pt x="261" y="540"/>
                    <a:pt x="261" y="541"/>
                  </a:cubicBezTo>
                  <a:cubicBezTo>
                    <a:pt x="261" y="546"/>
                    <a:pt x="261" y="546"/>
                    <a:pt x="261" y="546"/>
                  </a:cubicBezTo>
                  <a:cubicBezTo>
                    <a:pt x="261" y="547"/>
                    <a:pt x="261" y="547"/>
                    <a:pt x="261" y="548"/>
                  </a:cubicBezTo>
                  <a:cubicBezTo>
                    <a:pt x="261" y="549"/>
                    <a:pt x="261" y="550"/>
                    <a:pt x="260" y="551"/>
                  </a:cubicBezTo>
                  <a:cubicBezTo>
                    <a:pt x="260" y="552"/>
                    <a:pt x="260" y="553"/>
                    <a:pt x="259" y="554"/>
                  </a:cubicBezTo>
                  <a:cubicBezTo>
                    <a:pt x="259" y="555"/>
                    <a:pt x="259" y="556"/>
                    <a:pt x="258" y="557"/>
                  </a:cubicBezTo>
                  <a:cubicBezTo>
                    <a:pt x="257" y="558"/>
                    <a:pt x="256" y="559"/>
                    <a:pt x="255" y="560"/>
                  </a:cubicBezTo>
                  <a:cubicBezTo>
                    <a:pt x="254" y="562"/>
                    <a:pt x="254" y="562"/>
                    <a:pt x="253" y="564"/>
                  </a:cubicBezTo>
                  <a:cubicBezTo>
                    <a:pt x="252" y="564"/>
                    <a:pt x="252" y="564"/>
                    <a:pt x="251" y="565"/>
                  </a:cubicBezTo>
                  <a:cubicBezTo>
                    <a:pt x="251" y="565"/>
                    <a:pt x="251" y="566"/>
                    <a:pt x="251" y="566"/>
                  </a:cubicBezTo>
                  <a:cubicBezTo>
                    <a:pt x="252" y="572"/>
                    <a:pt x="252" y="572"/>
                    <a:pt x="252" y="572"/>
                  </a:cubicBezTo>
                  <a:cubicBezTo>
                    <a:pt x="252" y="574"/>
                    <a:pt x="252" y="574"/>
                    <a:pt x="252" y="575"/>
                  </a:cubicBezTo>
                  <a:cubicBezTo>
                    <a:pt x="252" y="576"/>
                    <a:pt x="251" y="577"/>
                    <a:pt x="251" y="578"/>
                  </a:cubicBezTo>
                  <a:cubicBezTo>
                    <a:pt x="251" y="578"/>
                    <a:pt x="251" y="578"/>
                    <a:pt x="251" y="578"/>
                  </a:cubicBezTo>
                  <a:cubicBezTo>
                    <a:pt x="252" y="579"/>
                    <a:pt x="252" y="579"/>
                    <a:pt x="252" y="579"/>
                  </a:cubicBezTo>
                  <a:cubicBezTo>
                    <a:pt x="253" y="580"/>
                    <a:pt x="253" y="581"/>
                    <a:pt x="253" y="581"/>
                  </a:cubicBezTo>
                  <a:cubicBezTo>
                    <a:pt x="254" y="580"/>
                    <a:pt x="254" y="579"/>
                    <a:pt x="256" y="578"/>
                  </a:cubicBezTo>
                  <a:cubicBezTo>
                    <a:pt x="258" y="578"/>
                    <a:pt x="259" y="578"/>
                    <a:pt x="261" y="578"/>
                  </a:cubicBezTo>
                  <a:cubicBezTo>
                    <a:pt x="263" y="578"/>
                    <a:pt x="263" y="578"/>
                    <a:pt x="263" y="578"/>
                  </a:cubicBezTo>
                  <a:cubicBezTo>
                    <a:pt x="263" y="577"/>
                    <a:pt x="263" y="577"/>
                    <a:pt x="263" y="576"/>
                  </a:cubicBezTo>
                  <a:cubicBezTo>
                    <a:pt x="263" y="575"/>
                    <a:pt x="263" y="574"/>
                    <a:pt x="264" y="573"/>
                  </a:cubicBezTo>
                  <a:cubicBezTo>
                    <a:pt x="264" y="571"/>
                    <a:pt x="264" y="571"/>
                    <a:pt x="264" y="570"/>
                  </a:cubicBezTo>
                  <a:cubicBezTo>
                    <a:pt x="264" y="569"/>
                    <a:pt x="264" y="569"/>
                    <a:pt x="263" y="568"/>
                  </a:cubicBezTo>
                  <a:cubicBezTo>
                    <a:pt x="263" y="568"/>
                    <a:pt x="263" y="567"/>
                    <a:pt x="263" y="567"/>
                  </a:cubicBezTo>
                  <a:cubicBezTo>
                    <a:pt x="263" y="565"/>
                    <a:pt x="264" y="565"/>
                    <a:pt x="264" y="563"/>
                  </a:cubicBezTo>
                  <a:cubicBezTo>
                    <a:pt x="265" y="562"/>
                    <a:pt x="265" y="561"/>
                    <a:pt x="266" y="560"/>
                  </a:cubicBezTo>
                  <a:cubicBezTo>
                    <a:pt x="266" y="558"/>
                    <a:pt x="266" y="555"/>
                    <a:pt x="268" y="555"/>
                  </a:cubicBezTo>
                  <a:cubicBezTo>
                    <a:pt x="269" y="554"/>
                    <a:pt x="270" y="554"/>
                    <a:pt x="270" y="553"/>
                  </a:cubicBezTo>
                  <a:cubicBezTo>
                    <a:pt x="271" y="552"/>
                    <a:pt x="270" y="551"/>
                    <a:pt x="271" y="550"/>
                  </a:cubicBezTo>
                  <a:cubicBezTo>
                    <a:pt x="271" y="550"/>
                    <a:pt x="272" y="549"/>
                    <a:pt x="273" y="549"/>
                  </a:cubicBezTo>
                  <a:cubicBezTo>
                    <a:pt x="273" y="547"/>
                    <a:pt x="274" y="547"/>
                    <a:pt x="274" y="545"/>
                  </a:cubicBezTo>
                  <a:cubicBezTo>
                    <a:pt x="274" y="544"/>
                    <a:pt x="273" y="543"/>
                    <a:pt x="273" y="541"/>
                  </a:cubicBezTo>
                  <a:cubicBezTo>
                    <a:pt x="273" y="539"/>
                    <a:pt x="274" y="538"/>
                    <a:pt x="274" y="536"/>
                  </a:cubicBezTo>
                  <a:cubicBezTo>
                    <a:pt x="275" y="535"/>
                    <a:pt x="275" y="534"/>
                    <a:pt x="275" y="532"/>
                  </a:cubicBezTo>
                  <a:cubicBezTo>
                    <a:pt x="275" y="528"/>
                    <a:pt x="275" y="528"/>
                    <a:pt x="275" y="528"/>
                  </a:cubicBezTo>
                  <a:cubicBezTo>
                    <a:pt x="275" y="527"/>
                    <a:pt x="275" y="527"/>
                    <a:pt x="275" y="526"/>
                  </a:cubicBezTo>
                  <a:cubicBezTo>
                    <a:pt x="276" y="525"/>
                    <a:pt x="276" y="524"/>
                    <a:pt x="276" y="523"/>
                  </a:cubicBezTo>
                  <a:cubicBezTo>
                    <a:pt x="276" y="522"/>
                    <a:pt x="276" y="522"/>
                    <a:pt x="275" y="521"/>
                  </a:cubicBezTo>
                  <a:cubicBezTo>
                    <a:pt x="275" y="520"/>
                    <a:pt x="274" y="519"/>
                    <a:pt x="273" y="518"/>
                  </a:cubicBezTo>
                  <a:close/>
                  <a:moveTo>
                    <a:pt x="197" y="577"/>
                  </a:moveTo>
                  <a:cubicBezTo>
                    <a:pt x="197" y="577"/>
                    <a:pt x="197" y="577"/>
                    <a:pt x="198" y="578"/>
                  </a:cubicBezTo>
                  <a:cubicBezTo>
                    <a:pt x="198" y="578"/>
                    <a:pt x="198" y="579"/>
                    <a:pt x="199" y="580"/>
                  </a:cubicBezTo>
                  <a:cubicBezTo>
                    <a:pt x="199" y="582"/>
                    <a:pt x="199" y="583"/>
                    <a:pt x="200" y="584"/>
                  </a:cubicBezTo>
                  <a:cubicBezTo>
                    <a:pt x="200" y="587"/>
                    <a:pt x="201" y="589"/>
                    <a:pt x="202" y="591"/>
                  </a:cubicBezTo>
                  <a:cubicBezTo>
                    <a:pt x="203" y="593"/>
                    <a:pt x="203" y="594"/>
                    <a:pt x="204" y="595"/>
                  </a:cubicBezTo>
                  <a:cubicBezTo>
                    <a:pt x="205" y="595"/>
                    <a:pt x="206" y="595"/>
                    <a:pt x="208" y="595"/>
                  </a:cubicBezTo>
                  <a:cubicBezTo>
                    <a:pt x="208" y="595"/>
                    <a:pt x="209" y="596"/>
                    <a:pt x="210" y="596"/>
                  </a:cubicBezTo>
                  <a:cubicBezTo>
                    <a:pt x="212" y="596"/>
                    <a:pt x="213" y="596"/>
                    <a:pt x="215" y="596"/>
                  </a:cubicBezTo>
                  <a:cubicBezTo>
                    <a:pt x="216" y="596"/>
                    <a:pt x="217" y="596"/>
                    <a:pt x="218" y="595"/>
                  </a:cubicBezTo>
                  <a:cubicBezTo>
                    <a:pt x="219" y="595"/>
                    <a:pt x="220" y="595"/>
                    <a:pt x="220" y="594"/>
                  </a:cubicBezTo>
                  <a:cubicBezTo>
                    <a:pt x="221" y="594"/>
                    <a:pt x="222" y="594"/>
                    <a:pt x="223" y="593"/>
                  </a:cubicBezTo>
                  <a:cubicBezTo>
                    <a:pt x="224" y="591"/>
                    <a:pt x="225" y="591"/>
                    <a:pt x="225" y="589"/>
                  </a:cubicBezTo>
                  <a:cubicBezTo>
                    <a:pt x="226" y="588"/>
                    <a:pt x="227" y="587"/>
                    <a:pt x="228" y="585"/>
                  </a:cubicBezTo>
                  <a:cubicBezTo>
                    <a:pt x="229" y="583"/>
                    <a:pt x="229" y="582"/>
                    <a:pt x="229" y="580"/>
                  </a:cubicBezTo>
                  <a:cubicBezTo>
                    <a:pt x="229" y="580"/>
                    <a:pt x="229" y="579"/>
                    <a:pt x="229" y="578"/>
                  </a:cubicBezTo>
                  <a:cubicBezTo>
                    <a:pt x="229" y="575"/>
                    <a:pt x="229" y="575"/>
                    <a:pt x="229" y="575"/>
                  </a:cubicBezTo>
                  <a:cubicBezTo>
                    <a:pt x="228" y="576"/>
                    <a:pt x="227" y="575"/>
                    <a:pt x="226" y="575"/>
                  </a:cubicBezTo>
                  <a:cubicBezTo>
                    <a:pt x="225" y="575"/>
                    <a:pt x="225" y="574"/>
                    <a:pt x="224" y="574"/>
                  </a:cubicBezTo>
                  <a:cubicBezTo>
                    <a:pt x="223" y="573"/>
                    <a:pt x="223" y="573"/>
                    <a:pt x="222" y="573"/>
                  </a:cubicBezTo>
                  <a:cubicBezTo>
                    <a:pt x="220" y="572"/>
                    <a:pt x="219" y="571"/>
                    <a:pt x="218" y="569"/>
                  </a:cubicBezTo>
                  <a:cubicBezTo>
                    <a:pt x="217" y="569"/>
                    <a:pt x="216" y="568"/>
                    <a:pt x="215" y="568"/>
                  </a:cubicBezTo>
                  <a:cubicBezTo>
                    <a:pt x="214" y="567"/>
                    <a:pt x="213" y="567"/>
                    <a:pt x="212" y="567"/>
                  </a:cubicBezTo>
                  <a:cubicBezTo>
                    <a:pt x="211" y="567"/>
                    <a:pt x="210" y="567"/>
                    <a:pt x="209" y="567"/>
                  </a:cubicBezTo>
                  <a:cubicBezTo>
                    <a:pt x="207" y="567"/>
                    <a:pt x="207" y="568"/>
                    <a:pt x="206" y="570"/>
                  </a:cubicBezTo>
                  <a:cubicBezTo>
                    <a:pt x="206" y="570"/>
                    <a:pt x="205" y="570"/>
                    <a:pt x="205" y="570"/>
                  </a:cubicBezTo>
                  <a:cubicBezTo>
                    <a:pt x="204" y="571"/>
                    <a:pt x="204" y="572"/>
                    <a:pt x="204" y="573"/>
                  </a:cubicBezTo>
                  <a:cubicBezTo>
                    <a:pt x="203" y="574"/>
                    <a:pt x="202" y="574"/>
                    <a:pt x="201" y="574"/>
                  </a:cubicBezTo>
                  <a:cubicBezTo>
                    <a:pt x="200" y="574"/>
                    <a:pt x="200" y="575"/>
                    <a:pt x="199" y="575"/>
                  </a:cubicBezTo>
                  <a:cubicBezTo>
                    <a:pt x="198" y="575"/>
                    <a:pt x="197" y="575"/>
                    <a:pt x="197" y="577"/>
                  </a:cubicBezTo>
                  <a:close/>
                  <a:moveTo>
                    <a:pt x="172" y="562"/>
                  </a:moveTo>
                  <a:cubicBezTo>
                    <a:pt x="172" y="563"/>
                    <a:pt x="171" y="563"/>
                    <a:pt x="171" y="564"/>
                  </a:cubicBezTo>
                  <a:cubicBezTo>
                    <a:pt x="171" y="565"/>
                    <a:pt x="172" y="565"/>
                    <a:pt x="173" y="565"/>
                  </a:cubicBezTo>
                  <a:cubicBezTo>
                    <a:pt x="174" y="566"/>
                    <a:pt x="174" y="567"/>
                    <a:pt x="175" y="568"/>
                  </a:cubicBezTo>
                  <a:cubicBezTo>
                    <a:pt x="175" y="568"/>
                    <a:pt x="175" y="568"/>
                    <a:pt x="175" y="568"/>
                  </a:cubicBezTo>
                  <a:cubicBezTo>
                    <a:pt x="176" y="569"/>
                    <a:pt x="177" y="569"/>
                    <a:pt x="177" y="570"/>
                  </a:cubicBezTo>
                  <a:cubicBezTo>
                    <a:pt x="178" y="570"/>
                    <a:pt x="178" y="571"/>
                    <a:pt x="179" y="571"/>
                  </a:cubicBezTo>
                  <a:cubicBezTo>
                    <a:pt x="179" y="571"/>
                    <a:pt x="179" y="571"/>
                    <a:pt x="179" y="571"/>
                  </a:cubicBezTo>
                  <a:cubicBezTo>
                    <a:pt x="180" y="570"/>
                    <a:pt x="180" y="569"/>
                    <a:pt x="181" y="569"/>
                  </a:cubicBezTo>
                  <a:cubicBezTo>
                    <a:pt x="182" y="569"/>
                    <a:pt x="182" y="569"/>
                    <a:pt x="183" y="568"/>
                  </a:cubicBezTo>
                  <a:cubicBezTo>
                    <a:pt x="183" y="567"/>
                    <a:pt x="182" y="567"/>
                    <a:pt x="181" y="566"/>
                  </a:cubicBezTo>
                  <a:cubicBezTo>
                    <a:pt x="180" y="566"/>
                    <a:pt x="180" y="564"/>
                    <a:pt x="178" y="564"/>
                  </a:cubicBezTo>
                  <a:cubicBezTo>
                    <a:pt x="177" y="564"/>
                    <a:pt x="177" y="564"/>
                    <a:pt x="176" y="564"/>
                  </a:cubicBezTo>
                  <a:cubicBezTo>
                    <a:pt x="174" y="564"/>
                    <a:pt x="173" y="563"/>
                    <a:pt x="172" y="562"/>
                  </a:cubicBezTo>
                  <a:close/>
                  <a:moveTo>
                    <a:pt x="130" y="395"/>
                  </a:moveTo>
                  <a:cubicBezTo>
                    <a:pt x="129" y="398"/>
                    <a:pt x="126" y="398"/>
                    <a:pt x="124" y="399"/>
                  </a:cubicBezTo>
                  <a:cubicBezTo>
                    <a:pt x="123" y="400"/>
                    <a:pt x="122" y="400"/>
                    <a:pt x="121" y="401"/>
                  </a:cubicBezTo>
                  <a:cubicBezTo>
                    <a:pt x="120" y="402"/>
                    <a:pt x="120" y="403"/>
                    <a:pt x="119" y="405"/>
                  </a:cubicBezTo>
                  <a:cubicBezTo>
                    <a:pt x="118" y="406"/>
                    <a:pt x="119" y="408"/>
                    <a:pt x="118" y="409"/>
                  </a:cubicBezTo>
                  <a:cubicBezTo>
                    <a:pt x="117" y="409"/>
                    <a:pt x="116" y="410"/>
                    <a:pt x="116" y="410"/>
                  </a:cubicBezTo>
                  <a:cubicBezTo>
                    <a:pt x="117" y="411"/>
                    <a:pt x="117" y="411"/>
                    <a:pt x="118" y="412"/>
                  </a:cubicBezTo>
                  <a:cubicBezTo>
                    <a:pt x="118" y="413"/>
                    <a:pt x="119" y="413"/>
                    <a:pt x="120" y="413"/>
                  </a:cubicBezTo>
                  <a:cubicBezTo>
                    <a:pt x="121" y="413"/>
                    <a:pt x="121" y="413"/>
                    <a:pt x="122" y="412"/>
                  </a:cubicBezTo>
                  <a:cubicBezTo>
                    <a:pt x="123" y="411"/>
                    <a:pt x="123" y="410"/>
                    <a:pt x="124" y="409"/>
                  </a:cubicBezTo>
                  <a:cubicBezTo>
                    <a:pt x="124" y="408"/>
                    <a:pt x="124" y="408"/>
                    <a:pt x="125" y="406"/>
                  </a:cubicBezTo>
                  <a:cubicBezTo>
                    <a:pt x="125" y="406"/>
                    <a:pt x="125" y="405"/>
                    <a:pt x="125" y="404"/>
                  </a:cubicBezTo>
                  <a:cubicBezTo>
                    <a:pt x="125" y="403"/>
                    <a:pt x="125" y="403"/>
                    <a:pt x="126" y="402"/>
                  </a:cubicBezTo>
                  <a:cubicBezTo>
                    <a:pt x="126" y="402"/>
                    <a:pt x="127" y="402"/>
                    <a:pt x="127" y="402"/>
                  </a:cubicBezTo>
                  <a:cubicBezTo>
                    <a:pt x="128" y="402"/>
                    <a:pt x="128" y="401"/>
                    <a:pt x="128" y="400"/>
                  </a:cubicBezTo>
                  <a:cubicBezTo>
                    <a:pt x="128" y="400"/>
                    <a:pt x="128" y="400"/>
                    <a:pt x="128" y="399"/>
                  </a:cubicBezTo>
                  <a:cubicBezTo>
                    <a:pt x="129" y="398"/>
                    <a:pt x="129" y="398"/>
                    <a:pt x="130" y="397"/>
                  </a:cubicBezTo>
                  <a:cubicBezTo>
                    <a:pt x="130" y="397"/>
                    <a:pt x="130" y="396"/>
                    <a:pt x="130" y="396"/>
                  </a:cubicBezTo>
                  <a:cubicBezTo>
                    <a:pt x="130" y="395"/>
                    <a:pt x="130" y="395"/>
                    <a:pt x="130" y="395"/>
                  </a:cubicBezTo>
                  <a:close/>
                  <a:moveTo>
                    <a:pt x="139" y="379"/>
                  </a:moveTo>
                  <a:cubicBezTo>
                    <a:pt x="139" y="380"/>
                    <a:pt x="139" y="381"/>
                    <a:pt x="138" y="382"/>
                  </a:cubicBezTo>
                  <a:cubicBezTo>
                    <a:pt x="138" y="382"/>
                    <a:pt x="137" y="382"/>
                    <a:pt x="137" y="383"/>
                  </a:cubicBezTo>
                  <a:cubicBezTo>
                    <a:pt x="137" y="384"/>
                    <a:pt x="138" y="384"/>
                    <a:pt x="138" y="385"/>
                  </a:cubicBezTo>
                  <a:cubicBezTo>
                    <a:pt x="139" y="386"/>
                    <a:pt x="139" y="387"/>
                    <a:pt x="139" y="389"/>
                  </a:cubicBezTo>
                  <a:cubicBezTo>
                    <a:pt x="140" y="389"/>
                    <a:pt x="140" y="389"/>
                    <a:pt x="140" y="389"/>
                  </a:cubicBezTo>
                  <a:cubicBezTo>
                    <a:pt x="141" y="389"/>
                    <a:pt x="141" y="389"/>
                    <a:pt x="141" y="389"/>
                  </a:cubicBezTo>
                  <a:cubicBezTo>
                    <a:pt x="143" y="388"/>
                    <a:pt x="144" y="388"/>
                    <a:pt x="146" y="387"/>
                  </a:cubicBezTo>
                  <a:cubicBezTo>
                    <a:pt x="146" y="387"/>
                    <a:pt x="146" y="387"/>
                    <a:pt x="146" y="387"/>
                  </a:cubicBezTo>
                  <a:cubicBezTo>
                    <a:pt x="145" y="386"/>
                    <a:pt x="143" y="385"/>
                    <a:pt x="142" y="384"/>
                  </a:cubicBezTo>
                  <a:cubicBezTo>
                    <a:pt x="141" y="383"/>
                    <a:pt x="141" y="382"/>
                    <a:pt x="140" y="380"/>
                  </a:cubicBezTo>
                  <a:cubicBezTo>
                    <a:pt x="140" y="380"/>
                    <a:pt x="139" y="379"/>
                    <a:pt x="139" y="379"/>
                  </a:cubicBezTo>
                  <a:close/>
                  <a:moveTo>
                    <a:pt x="175" y="338"/>
                  </a:moveTo>
                  <a:cubicBezTo>
                    <a:pt x="175" y="337"/>
                    <a:pt x="175" y="336"/>
                    <a:pt x="175" y="335"/>
                  </a:cubicBezTo>
                  <a:cubicBezTo>
                    <a:pt x="175" y="335"/>
                    <a:pt x="175" y="335"/>
                    <a:pt x="175" y="335"/>
                  </a:cubicBezTo>
                  <a:cubicBezTo>
                    <a:pt x="174" y="335"/>
                    <a:pt x="174" y="335"/>
                    <a:pt x="174" y="336"/>
                  </a:cubicBezTo>
                  <a:cubicBezTo>
                    <a:pt x="173" y="336"/>
                    <a:pt x="173" y="336"/>
                    <a:pt x="172" y="336"/>
                  </a:cubicBezTo>
                  <a:cubicBezTo>
                    <a:pt x="170" y="336"/>
                    <a:pt x="170" y="335"/>
                    <a:pt x="168" y="335"/>
                  </a:cubicBezTo>
                  <a:cubicBezTo>
                    <a:pt x="167" y="335"/>
                    <a:pt x="167" y="335"/>
                    <a:pt x="167" y="335"/>
                  </a:cubicBezTo>
                  <a:cubicBezTo>
                    <a:pt x="167" y="336"/>
                    <a:pt x="167" y="337"/>
                    <a:pt x="167" y="338"/>
                  </a:cubicBezTo>
                  <a:cubicBezTo>
                    <a:pt x="167" y="339"/>
                    <a:pt x="166" y="339"/>
                    <a:pt x="166" y="340"/>
                  </a:cubicBezTo>
                  <a:cubicBezTo>
                    <a:pt x="166" y="343"/>
                    <a:pt x="168" y="344"/>
                    <a:pt x="168" y="346"/>
                  </a:cubicBezTo>
                  <a:cubicBezTo>
                    <a:pt x="168" y="347"/>
                    <a:pt x="169" y="348"/>
                    <a:pt x="169" y="348"/>
                  </a:cubicBezTo>
                  <a:cubicBezTo>
                    <a:pt x="170" y="349"/>
                    <a:pt x="170" y="350"/>
                    <a:pt x="171" y="350"/>
                  </a:cubicBezTo>
                  <a:cubicBezTo>
                    <a:pt x="171" y="350"/>
                    <a:pt x="171" y="350"/>
                    <a:pt x="171" y="351"/>
                  </a:cubicBezTo>
                  <a:cubicBezTo>
                    <a:pt x="172" y="349"/>
                    <a:pt x="172" y="348"/>
                    <a:pt x="173" y="347"/>
                  </a:cubicBezTo>
                  <a:cubicBezTo>
                    <a:pt x="173" y="346"/>
                    <a:pt x="174" y="346"/>
                    <a:pt x="175" y="345"/>
                  </a:cubicBezTo>
                  <a:cubicBezTo>
                    <a:pt x="176" y="344"/>
                    <a:pt x="176" y="344"/>
                    <a:pt x="177" y="342"/>
                  </a:cubicBezTo>
                  <a:cubicBezTo>
                    <a:pt x="177" y="342"/>
                    <a:pt x="177" y="342"/>
                    <a:pt x="177" y="342"/>
                  </a:cubicBezTo>
                  <a:cubicBezTo>
                    <a:pt x="177" y="342"/>
                    <a:pt x="176" y="342"/>
                    <a:pt x="176" y="341"/>
                  </a:cubicBezTo>
                  <a:cubicBezTo>
                    <a:pt x="175" y="340"/>
                    <a:pt x="175" y="339"/>
                    <a:pt x="175" y="338"/>
                  </a:cubicBezTo>
                  <a:close/>
                  <a:moveTo>
                    <a:pt x="200" y="297"/>
                  </a:moveTo>
                  <a:cubicBezTo>
                    <a:pt x="201" y="296"/>
                    <a:pt x="202" y="295"/>
                    <a:pt x="203" y="295"/>
                  </a:cubicBezTo>
                  <a:cubicBezTo>
                    <a:pt x="204" y="295"/>
                    <a:pt x="204" y="295"/>
                    <a:pt x="205" y="295"/>
                  </a:cubicBezTo>
                  <a:cubicBezTo>
                    <a:pt x="205" y="295"/>
                    <a:pt x="205" y="296"/>
                    <a:pt x="205" y="296"/>
                  </a:cubicBezTo>
                  <a:cubicBezTo>
                    <a:pt x="205" y="296"/>
                    <a:pt x="205" y="297"/>
                    <a:pt x="205" y="297"/>
                  </a:cubicBezTo>
                  <a:cubicBezTo>
                    <a:pt x="205" y="299"/>
                    <a:pt x="205" y="300"/>
                    <a:pt x="204" y="301"/>
                  </a:cubicBezTo>
                  <a:cubicBezTo>
                    <a:pt x="204" y="302"/>
                    <a:pt x="203" y="302"/>
                    <a:pt x="202" y="303"/>
                  </a:cubicBezTo>
                  <a:cubicBezTo>
                    <a:pt x="201" y="304"/>
                    <a:pt x="201" y="305"/>
                    <a:pt x="201" y="305"/>
                  </a:cubicBezTo>
                  <a:cubicBezTo>
                    <a:pt x="200" y="307"/>
                    <a:pt x="200" y="308"/>
                    <a:pt x="199" y="309"/>
                  </a:cubicBezTo>
                  <a:cubicBezTo>
                    <a:pt x="199" y="310"/>
                    <a:pt x="198" y="311"/>
                    <a:pt x="197" y="311"/>
                  </a:cubicBezTo>
                  <a:cubicBezTo>
                    <a:pt x="196" y="312"/>
                    <a:pt x="196" y="313"/>
                    <a:pt x="195" y="313"/>
                  </a:cubicBezTo>
                  <a:cubicBezTo>
                    <a:pt x="194" y="313"/>
                    <a:pt x="194" y="313"/>
                    <a:pt x="194" y="313"/>
                  </a:cubicBezTo>
                  <a:cubicBezTo>
                    <a:pt x="194" y="312"/>
                    <a:pt x="194" y="311"/>
                    <a:pt x="194" y="310"/>
                  </a:cubicBezTo>
                  <a:cubicBezTo>
                    <a:pt x="193" y="310"/>
                    <a:pt x="192" y="311"/>
                    <a:pt x="191" y="311"/>
                  </a:cubicBezTo>
                  <a:cubicBezTo>
                    <a:pt x="190" y="311"/>
                    <a:pt x="190" y="311"/>
                    <a:pt x="189" y="310"/>
                  </a:cubicBezTo>
                  <a:cubicBezTo>
                    <a:pt x="188" y="310"/>
                    <a:pt x="187" y="309"/>
                    <a:pt x="186" y="309"/>
                  </a:cubicBezTo>
                  <a:cubicBezTo>
                    <a:pt x="185" y="309"/>
                    <a:pt x="184" y="310"/>
                    <a:pt x="183" y="310"/>
                  </a:cubicBezTo>
                  <a:cubicBezTo>
                    <a:pt x="182" y="310"/>
                    <a:pt x="182" y="309"/>
                    <a:pt x="182" y="308"/>
                  </a:cubicBezTo>
                  <a:cubicBezTo>
                    <a:pt x="181" y="308"/>
                    <a:pt x="181" y="307"/>
                    <a:pt x="181" y="307"/>
                  </a:cubicBezTo>
                  <a:cubicBezTo>
                    <a:pt x="178" y="309"/>
                    <a:pt x="178" y="312"/>
                    <a:pt x="178" y="315"/>
                  </a:cubicBezTo>
                  <a:cubicBezTo>
                    <a:pt x="178" y="316"/>
                    <a:pt x="178" y="317"/>
                    <a:pt x="177" y="318"/>
                  </a:cubicBezTo>
                  <a:cubicBezTo>
                    <a:pt x="177" y="320"/>
                    <a:pt x="176" y="321"/>
                    <a:pt x="175" y="322"/>
                  </a:cubicBezTo>
                  <a:cubicBezTo>
                    <a:pt x="175" y="323"/>
                    <a:pt x="174" y="323"/>
                    <a:pt x="174" y="323"/>
                  </a:cubicBezTo>
                  <a:cubicBezTo>
                    <a:pt x="173" y="323"/>
                    <a:pt x="172" y="323"/>
                    <a:pt x="172" y="323"/>
                  </a:cubicBezTo>
                  <a:cubicBezTo>
                    <a:pt x="172" y="323"/>
                    <a:pt x="172" y="323"/>
                    <a:pt x="172" y="323"/>
                  </a:cubicBezTo>
                  <a:cubicBezTo>
                    <a:pt x="172" y="324"/>
                    <a:pt x="172" y="324"/>
                    <a:pt x="172" y="325"/>
                  </a:cubicBezTo>
                  <a:cubicBezTo>
                    <a:pt x="172" y="326"/>
                    <a:pt x="171" y="326"/>
                    <a:pt x="171" y="326"/>
                  </a:cubicBezTo>
                  <a:cubicBezTo>
                    <a:pt x="170" y="326"/>
                    <a:pt x="169" y="326"/>
                    <a:pt x="168" y="327"/>
                  </a:cubicBezTo>
                  <a:cubicBezTo>
                    <a:pt x="167" y="327"/>
                    <a:pt x="167" y="328"/>
                    <a:pt x="166" y="329"/>
                  </a:cubicBezTo>
                  <a:cubicBezTo>
                    <a:pt x="165" y="330"/>
                    <a:pt x="165" y="330"/>
                    <a:pt x="164" y="331"/>
                  </a:cubicBezTo>
                  <a:cubicBezTo>
                    <a:pt x="163" y="332"/>
                    <a:pt x="162" y="333"/>
                    <a:pt x="161" y="335"/>
                  </a:cubicBezTo>
                  <a:cubicBezTo>
                    <a:pt x="161" y="335"/>
                    <a:pt x="161" y="336"/>
                    <a:pt x="160" y="336"/>
                  </a:cubicBezTo>
                  <a:cubicBezTo>
                    <a:pt x="159" y="337"/>
                    <a:pt x="158" y="337"/>
                    <a:pt x="157" y="337"/>
                  </a:cubicBezTo>
                  <a:cubicBezTo>
                    <a:pt x="156" y="337"/>
                    <a:pt x="156" y="337"/>
                    <a:pt x="155" y="337"/>
                  </a:cubicBezTo>
                  <a:cubicBezTo>
                    <a:pt x="155" y="335"/>
                    <a:pt x="155" y="335"/>
                    <a:pt x="155" y="335"/>
                  </a:cubicBezTo>
                  <a:cubicBezTo>
                    <a:pt x="155" y="335"/>
                    <a:pt x="155" y="335"/>
                    <a:pt x="155" y="334"/>
                  </a:cubicBezTo>
                  <a:cubicBezTo>
                    <a:pt x="155" y="334"/>
                    <a:pt x="156" y="333"/>
                    <a:pt x="156" y="332"/>
                  </a:cubicBezTo>
                  <a:cubicBezTo>
                    <a:pt x="156" y="331"/>
                    <a:pt x="155" y="330"/>
                    <a:pt x="154" y="330"/>
                  </a:cubicBezTo>
                  <a:cubicBezTo>
                    <a:pt x="153" y="330"/>
                    <a:pt x="153" y="330"/>
                    <a:pt x="152" y="330"/>
                  </a:cubicBezTo>
                  <a:cubicBezTo>
                    <a:pt x="152" y="329"/>
                    <a:pt x="153" y="329"/>
                    <a:pt x="154" y="327"/>
                  </a:cubicBezTo>
                  <a:cubicBezTo>
                    <a:pt x="154" y="327"/>
                    <a:pt x="154" y="326"/>
                    <a:pt x="155" y="326"/>
                  </a:cubicBezTo>
                  <a:cubicBezTo>
                    <a:pt x="155" y="325"/>
                    <a:pt x="155" y="325"/>
                    <a:pt x="155" y="325"/>
                  </a:cubicBezTo>
                  <a:cubicBezTo>
                    <a:pt x="155" y="325"/>
                    <a:pt x="155" y="325"/>
                    <a:pt x="156" y="325"/>
                  </a:cubicBezTo>
                  <a:cubicBezTo>
                    <a:pt x="156" y="325"/>
                    <a:pt x="156" y="325"/>
                    <a:pt x="157" y="325"/>
                  </a:cubicBezTo>
                  <a:cubicBezTo>
                    <a:pt x="158" y="325"/>
                    <a:pt x="158" y="325"/>
                    <a:pt x="159" y="325"/>
                  </a:cubicBezTo>
                  <a:cubicBezTo>
                    <a:pt x="158" y="324"/>
                    <a:pt x="159" y="323"/>
                    <a:pt x="158" y="323"/>
                  </a:cubicBezTo>
                  <a:cubicBezTo>
                    <a:pt x="157" y="323"/>
                    <a:pt x="157" y="323"/>
                    <a:pt x="156" y="322"/>
                  </a:cubicBezTo>
                  <a:cubicBezTo>
                    <a:pt x="155" y="322"/>
                    <a:pt x="155" y="321"/>
                    <a:pt x="154" y="321"/>
                  </a:cubicBezTo>
                  <a:cubicBezTo>
                    <a:pt x="153" y="321"/>
                    <a:pt x="152" y="321"/>
                    <a:pt x="152" y="320"/>
                  </a:cubicBezTo>
                  <a:cubicBezTo>
                    <a:pt x="152" y="319"/>
                    <a:pt x="152" y="318"/>
                    <a:pt x="152" y="317"/>
                  </a:cubicBezTo>
                  <a:cubicBezTo>
                    <a:pt x="152" y="316"/>
                    <a:pt x="152" y="316"/>
                    <a:pt x="152" y="315"/>
                  </a:cubicBezTo>
                  <a:cubicBezTo>
                    <a:pt x="152" y="314"/>
                    <a:pt x="152" y="313"/>
                    <a:pt x="153" y="313"/>
                  </a:cubicBezTo>
                  <a:cubicBezTo>
                    <a:pt x="153" y="310"/>
                    <a:pt x="154" y="309"/>
                    <a:pt x="155" y="306"/>
                  </a:cubicBezTo>
                  <a:cubicBezTo>
                    <a:pt x="156" y="304"/>
                    <a:pt x="157" y="304"/>
                    <a:pt x="158" y="302"/>
                  </a:cubicBezTo>
                  <a:cubicBezTo>
                    <a:pt x="158" y="301"/>
                    <a:pt x="158" y="300"/>
                    <a:pt x="159" y="299"/>
                  </a:cubicBezTo>
                  <a:cubicBezTo>
                    <a:pt x="159" y="298"/>
                    <a:pt x="160" y="298"/>
                    <a:pt x="160" y="296"/>
                  </a:cubicBezTo>
                  <a:cubicBezTo>
                    <a:pt x="160" y="296"/>
                    <a:pt x="160" y="295"/>
                    <a:pt x="160" y="295"/>
                  </a:cubicBezTo>
                  <a:cubicBezTo>
                    <a:pt x="162" y="295"/>
                    <a:pt x="163" y="294"/>
                    <a:pt x="165" y="294"/>
                  </a:cubicBezTo>
                  <a:cubicBezTo>
                    <a:pt x="166" y="293"/>
                    <a:pt x="167" y="293"/>
                    <a:pt x="168" y="293"/>
                  </a:cubicBezTo>
                  <a:cubicBezTo>
                    <a:pt x="170" y="293"/>
                    <a:pt x="172" y="293"/>
                    <a:pt x="174" y="292"/>
                  </a:cubicBezTo>
                  <a:cubicBezTo>
                    <a:pt x="175" y="292"/>
                    <a:pt x="175" y="291"/>
                    <a:pt x="176" y="291"/>
                  </a:cubicBezTo>
                  <a:cubicBezTo>
                    <a:pt x="177" y="291"/>
                    <a:pt x="177" y="293"/>
                    <a:pt x="177" y="294"/>
                  </a:cubicBezTo>
                  <a:cubicBezTo>
                    <a:pt x="177" y="295"/>
                    <a:pt x="177" y="296"/>
                    <a:pt x="177" y="298"/>
                  </a:cubicBezTo>
                  <a:cubicBezTo>
                    <a:pt x="177" y="300"/>
                    <a:pt x="177" y="301"/>
                    <a:pt x="177" y="303"/>
                  </a:cubicBezTo>
                  <a:cubicBezTo>
                    <a:pt x="181" y="302"/>
                    <a:pt x="182" y="300"/>
                    <a:pt x="186" y="298"/>
                  </a:cubicBezTo>
                  <a:cubicBezTo>
                    <a:pt x="188" y="297"/>
                    <a:pt x="189" y="297"/>
                    <a:pt x="191" y="296"/>
                  </a:cubicBezTo>
                  <a:cubicBezTo>
                    <a:pt x="192" y="296"/>
                    <a:pt x="192" y="295"/>
                    <a:pt x="193" y="295"/>
                  </a:cubicBezTo>
                  <a:cubicBezTo>
                    <a:pt x="194" y="294"/>
                    <a:pt x="195" y="294"/>
                    <a:pt x="196" y="294"/>
                  </a:cubicBezTo>
                  <a:cubicBezTo>
                    <a:pt x="196" y="294"/>
                    <a:pt x="196" y="295"/>
                    <a:pt x="197" y="295"/>
                  </a:cubicBezTo>
                  <a:cubicBezTo>
                    <a:pt x="197" y="295"/>
                    <a:pt x="198" y="294"/>
                    <a:pt x="198" y="294"/>
                  </a:cubicBezTo>
                  <a:cubicBezTo>
                    <a:pt x="199" y="295"/>
                    <a:pt x="199" y="296"/>
                    <a:pt x="200" y="297"/>
                  </a:cubicBezTo>
                  <a:close/>
                  <a:moveTo>
                    <a:pt x="115" y="215"/>
                  </a:moveTo>
                  <a:cubicBezTo>
                    <a:pt x="114" y="213"/>
                    <a:pt x="114" y="213"/>
                    <a:pt x="114" y="211"/>
                  </a:cubicBezTo>
                  <a:cubicBezTo>
                    <a:pt x="113" y="208"/>
                    <a:pt x="111" y="206"/>
                    <a:pt x="108" y="204"/>
                  </a:cubicBezTo>
                  <a:cubicBezTo>
                    <a:pt x="107" y="202"/>
                    <a:pt x="105" y="202"/>
                    <a:pt x="105" y="200"/>
                  </a:cubicBezTo>
                  <a:cubicBezTo>
                    <a:pt x="105" y="197"/>
                    <a:pt x="107" y="196"/>
                    <a:pt x="107" y="193"/>
                  </a:cubicBezTo>
                  <a:cubicBezTo>
                    <a:pt x="107" y="186"/>
                    <a:pt x="107" y="186"/>
                    <a:pt x="107" y="186"/>
                  </a:cubicBezTo>
                  <a:cubicBezTo>
                    <a:pt x="107" y="185"/>
                    <a:pt x="106" y="184"/>
                    <a:pt x="106" y="183"/>
                  </a:cubicBezTo>
                  <a:cubicBezTo>
                    <a:pt x="106" y="183"/>
                    <a:pt x="106" y="183"/>
                    <a:pt x="107" y="182"/>
                  </a:cubicBezTo>
                  <a:cubicBezTo>
                    <a:pt x="115" y="182"/>
                    <a:pt x="119" y="182"/>
                    <a:pt x="127" y="182"/>
                  </a:cubicBezTo>
                  <a:cubicBezTo>
                    <a:pt x="128" y="182"/>
                    <a:pt x="128" y="181"/>
                    <a:pt x="128" y="181"/>
                  </a:cubicBezTo>
                  <a:cubicBezTo>
                    <a:pt x="129" y="183"/>
                    <a:pt x="130" y="183"/>
                    <a:pt x="130" y="184"/>
                  </a:cubicBezTo>
                  <a:cubicBezTo>
                    <a:pt x="131" y="185"/>
                    <a:pt x="131" y="186"/>
                    <a:pt x="131" y="186"/>
                  </a:cubicBezTo>
                  <a:cubicBezTo>
                    <a:pt x="132" y="188"/>
                    <a:pt x="133" y="188"/>
                    <a:pt x="134" y="189"/>
                  </a:cubicBezTo>
                  <a:cubicBezTo>
                    <a:pt x="135" y="190"/>
                    <a:pt x="135" y="191"/>
                    <a:pt x="136" y="192"/>
                  </a:cubicBezTo>
                  <a:cubicBezTo>
                    <a:pt x="136" y="191"/>
                    <a:pt x="136" y="191"/>
                    <a:pt x="136" y="191"/>
                  </a:cubicBezTo>
                  <a:cubicBezTo>
                    <a:pt x="136" y="188"/>
                    <a:pt x="136" y="188"/>
                    <a:pt x="136" y="188"/>
                  </a:cubicBezTo>
                  <a:cubicBezTo>
                    <a:pt x="136" y="187"/>
                    <a:pt x="136" y="186"/>
                    <a:pt x="137" y="184"/>
                  </a:cubicBezTo>
                  <a:cubicBezTo>
                    <a:pt x="138" y="183"/>
                    <a:pt x="139" y="182"/>
                    <a:pt x="139" y="181"/>
                  </a:cubicBezTo>
                  <a:cubicBezTo>
                    <a:pt x="139" y="180"/>
                    <a:pt x="139" y="179"/>
                    <a:pt x="138" y="179"/>
                  </a:cubicBezTo>
                  <a:cubicBezTo>
                    <a:pt x="138" y="178"/>
                    <a:pt x="137" y="178"/>
                    <a:pt x="137" y="178"/>
                  </a:cubicBezTo>
                  <a:cubicBezTo>
                    <a:pt x="137" y="177"/>
                    <a:pt x="137" y="177"/>
                    <a:pt x="137" y="177"/>
                  </a:cubicBezTo>
                  <a:cubicBezTo>
                    <a:pt x="137" y="177"/>
                    <a:pt x="137" y="177"/>
                    <a:pt x="137" y="177"/>
                  </a:cubicBezTo>
                  <a:cubicBezTo>
                    <a:pt x="137" y="172"/>
                    <a:pt x="135" y="170"/>
                    <a:pt x="132" y="166"/>
                  </a:cubicBezTo>
                  <a:cubicBezTo>
                    <a:pt x="132" y="166"/>
                    <a:pt x="132" y="165"/>
                    <a:pt x="133" y="165"/>
                  </a:cubicBezTo>
                  <a:cubicBezTo>
                    <a:pt x="135" y="165"/>
                    <a:pt x="136" y="166"/>
                    <a:pt x="138" y="165"/>
                  </a:cubicBezTo>
                  <a:cubicBezTo>
                    <a:pt x="139" y="165"/>
                    <a:pt x="139" y="164"/>
                    <a:pt x="139" y="164"/>
                  </a:cubicBezTo>
                  <a:cubicBezTo>
                    <a:pt x="141" y="161"/>
                    <a:pt x="141" y="159"/>
                    <a:pt x="142" y="156"/>
                  </a:cubicBezTo>
                  <a:cubicBezTo>
                    <a:pt x="145" y="158"/>
                    <a:pt x="146" y="159"/>
                    <a:pt x="148" y="161"/>
                  </a:cubicBezTo>
                  <a:cubicBezTo>
                    <a:pt x="149" y="161"/>
                    <a:pt x="150" y="161"/>
                    <a:pt x="151" y="162"/>
                  </a:cubicBezTo>
                  <a:cubicBezTo>
                    <a:pt x="152" y="163"/>
                    <a:pt x="151" y="164"/>
                    <a:pt x="151" y="166"/>
                  </a:cubicBezTo>
                  <a:cubicBezTo>
                    <a:pt x="151" y="167"/>
                    <a:pt x="152" y="167"/>
                    <a:pt x="153" y="168"/>
                  </a:cubicBezTo>
                  <a:cubicBezTo>
                    <a:pt x="153" y="169"/>
                    <a:pt x="154" y="170"/>
                    <a:pt x="155" y="170"/>
                  </a:cubicBezTo>
                  <a:cubicBezTo>
                    <a:pt x="156" y="170"/>
                    <a:pt x="156" y="169"/>
                    <a:pt x="157" y="168"/>
                  </a:cubicBezTo>
                  <a:cubicBezTo>
                    <a:pt x="160" y="167"/>
                    <a:pt x="161" y="166"/>
                    <a:pt x="163" y="164"/>
                  </a:cubicBezTo>
                  <a:cubicBezTo>
                    <a:pt x="165" y="163"/>
                    <a:pt x="166" y="162"/>
                    <a:pt x="168" y="161"/>
                  </a:cubicBezTo>
                  <a:cubicBezTo>
                    <a:pt x="170" y="160"/>
                    <a:pt x="173" y="160"/>
                    <a:pt x="173" y="158"/>
                  </a:cubicBezTo>
                  <a:cubicBezTo>
                    <a:pt x="173" y="155"/>
                    <a:pt x="170" y="155"/>
                    <a:pt x="167" y="153"/>
                  </a:cubicBezTo>
                  <a:cubicBezTo>
                    <a:pt x="168" y="151"/>
                    <a:pt x="170" y="150"/>
                    <a:pt x="171" y="149"/>
                  </a:cubicBezTo>
                  <a:cubicBezTo>
                    <a:pt x="172" y="148"/>
                    <a:pt x="173" y="148"/>
                    <a:pt x="174" y="147"/>
                  </a:cubicBezTo>
                  <a:cubicBezTo>
                    <a:pt x="175" y="147"/>
                    <a:pt x="176" y="147"/>
                    <a:pt x="178" y="146"/>
                  </a:cubicBezTo>
                  <a:cubicBezTo>
                    <a:pt x="178" y="145"/>
                    <a:pt x="179" y="144"/>
                    <a:pt x="179" y="144"/>
                  </a:cubicBezTo>
                  <a:cubicBezTo>
                    <a:pt x="180" y="144"/>
                    <a:pt x="180" y="144"/>
                    <a:pt x="181" y="144"/>
                  </a:cubicBezTo>
                  <a:cubicBezTo>
                    <a:pt x="182" y="146"/>
                    <a:pt x="181" y="148"/>
                    <a:pt x="182" y="150"/>
                  </a:cubicBezTo>
                  <a:cubicBezTo>
                    <a:pt x="182" y="152"/>
                    <a:pt x="183" y="153"/>
                    <a:pt x="184" y="154"/>
                  </a:cubicBezTo>
                  <a:cubicBezTo>
                    <a:pt x="184" y="154"/>
                    <a:pt x="185" y="154"/>
                    <a:pt x="186" y="154"/>
                  </a:cubicBezTo>
                  <a:cubicBezTo>
                    <a:pt x="190" y="154"/>
                    <a:pt x="194" y="153"/>
                    <a:pt x="197" y="150"/>
                  </a:cubicBezTo>
                  <a:cubicBezTo>
                    <a:pt x="199" y="147"/>
                    <a:pt x="202" y="146"/>
                    <a:pt x="202" y="143"/>
                  </a:cubicBezTo>
                  <a:cubicBezTo>
                    <a:pt x="202" y="142"/>
                    <a:pt x="202" y="141"/>
                    <a:pt x="202" y="140"/>
                  </a:cubicBezTo>
                  <a:cubicBezTo>
                    <a:pt x="202" y="138"/>
                    <a:pt x="203" y="137"/>
                    <a:pt x="204" y="136"/>
                  </a:cubicBezTo>
                  <a:cubicBezTo>
                    <a:pt x="205" y="134"/>
                    <a:pt x="205" y="133"/>
                    <a:pt x="205" y="132"/>
                  </a:cubicBezTo>
                  <a:cubicBezTo>
                    <a:pt x="206" y="131"/>
                    <a:pt x="207" y="131"/>
                    <a:pt x="207" y="130"/>
                  </a:cubicBezTo>
                  <a:cubicBezTo>
                    <a:pt x="207" y="127"/>
                    <a:pt x="206" y="126"/>
                    <a:pt x="205" y="123"/>
                  </a:cubicBezTo>
                  <a:cubicBezTo>
                    <a:pt x="205" y="123"/>
                    <a:pt x="204" y="123"/>
                    <a:pt x="204" y="122"/>
                  </a:cubicBezTo>
                  <a:cubicBezTo>
                    <a:pt x="204" y="118"/>
                    <a:pt x="208" y="117"/>
                    <a:pt x="211" y="115"/>
                  </a:cubicBezTo>
                  <a:cubicBezTo>
                    <a:pt x="214" y="113"/>
                    <a:pt x="216" y="112"/>
                    <a:pt x="219" y="112"/>
                  </a:cubicBezTo>
                  <a:cubicBezTo>
                    <a:pt x="223" y="111"/>
                    <a:pt x="225" y="111"/>
                    <a:pt x="228" y="110"/>
                  </a:cubicBezTo>
                  <a:cubicBezTo>
                    <a:pt x="230" y="108"/>
                    <a:pt x="229" y="106"/>
                    <a:pt x="230" y="105"/>
                  </a:cubicBezTo>
                  <a:cubicBezTo>
                    <a:pt x="231" y="104"/>
                    <a:pt x="233" y="104"/>
                    <a:pt x="234" y="104"/>
                  </a:cubicBezTo>
                  <a:cubicBezTo>
                    <a:pt x="237" y="104"/>
                    <a:pt x="238" y="104"/>
                    <a:pt x="240" y="105"/>
                  </a:cubicBezTo>
                  <a:cubicBezTo>
                    <a:pt x="241" y="105"/>
                    <a:pt x="241" y="106"/>
                    <a:pt x="242" y="106"/>
                  </a:cubicBezTo>
                  <a:cubicBezTo>
                    <a:pt x="245" y="106"/>
                    <a:pt x="245" y="103"/>
                    <a:pt x="247" y="103"/>
                  </a:cubicBezTo>
                  <a:cubicBezTo>
                    <a:pt x="249" y="103"/>
                    <a:pt x="249" y="104"/>
                    <a:pt x="250" y="105"/>
                  </a:cubicBezTo>
                  <a:cubicBezTo>
                    <a:pt x="251" y="108"/>
                    <a:pt x="251" y="111"/>
                    <a:pt x="254" y="111"/>
                  </a:cubicBezTo>
                  <a:cubicBezTo>
                    <a:pt x="256" y="111"/>
                    <a:pt x="257" y="110"/>
                    <a:pt x="258" y="108"/>
                  </a:cubicBezTo>
                  <a:cubicBezTo>
                    <a:pt x="261" y="108"/>
                    <a:pt x="262" y="108"/>
                    <a:pt x="265" y="108"/>
                  </a:cubicBezTo>
                  <a:cubicBezTo>
                    <a:pt x="265" y="109"/>
                    <a:pt x="265" y="110"/>
                    <a:pt x="265" y="111"/>
                  </a:cubicBezTo>
                  <a:cubicBezTo>
                    <a:pt x="265" y="114"/>
                    <a:pt x="262" y="116"/>
                    <a:pt x="262" y="119"/>
                  </a:cubicBezTo>
                  <a:cubicBezTo>
                    <a:pt x="262" y="122"/>
                    <a:pt x="264" y="123"/>
                    <a:pt x="265" y="125"/>
                  </a:cubicBezTo>
                  <a:cubicBezTo>
                    <a:pt x="268" y="128"/>
                    <a:pt x="269" y="131"/>
                    <a:pt x="271" y="135"/>
                  </a:cubicBezTo>
                  <a:cubicBezTo>
                    <a:pt x="272" y="138"/>
                    <a:pt x="274" y="139"/>
                    <a:pt x="276" y="142"/>
                  </a:cubicBezTo>
                  <a:cubicBezTo>
                    <a:pt x="279" y="144"/>
                    <a:pt x="280" y="146"/>
                    <a:pt x="283" y="147"/>
                  </a:cubicBezTo>
                  <a:cubicBezTo>
                    <a:pt x="286" y="149"/>
                    <a:pt x="289" y="150"/>
                    <a:pt x="293" y="151"/>
                  </a:cubicBezTo>
                  <a:cubicBezTo>
                    <a:pt x="297" y="151"/>
                    <a:pt x="300" y="152"/>
                    <a:pt x="305" y="152"/>
                  </a:cubicBezTo>
                  <a:cubicBezTo>
                    <a:pt x="307" y="153"/>
                    <a:pt x="308" y="153"/>
                    <a:pt x="309" y="153"/>
                  </a:cubicBezTo>
                  <a:cubicBezTo>
                    <a:pt x="313" y="153"/>
                    <a:pt x="315" y="152"/>
                    <a:pt x="317" y="149"/>
                  </a:cubicBezTo>
                  <a:cubicBezTo>
                    <a:pt x="318" y="149"/>
                    <a:pt x="319" y="148"/>
                    <a:pt x="320" y="148"/>
                  </a:cubicBezTo>
                  <a:cubicBezTo>
                    <a:pt x="322" y="145"/>
                    <a:pt x="323" y="143"/>
                    <a:pt x="325" y="140"/>
                  </a:cubicBezTo>
                  <a:cubicBezTo>
                    <a:pt x="329" y="140"/>
                    <a:pt x="332" y="140"/>
                    <a:pt x="336" y="140"/>
                  </a:cubicBezTo>
                  <a:cubicBezTo>
                    <a:pt x="340" y="140"/>
                    <a:pt x="343" y="142"/>
                    <a:pt x="345" y="145"/>
                  </a:cubicBezTo>
                  <a:cubicBezTo>
                    <a:pt x="346" y="146"/>
                    <a:pt x="346" y="147"/>
                    <a:pt x="346" y="149"/>
                  </a:cubicBezTo>
                  <a:cubicBezTo>
                    <a:pt x="348" y="153"/>
                    <a:pt x="350" y="155"/>
                    <a:pt x="350" y="160"/>
                  </a:cubicBezTo>
                  <a:cubicBezTo>
                    <a:pt x="350" y="163"/>
                    <a:pt x="349" y="164"/>
                    <a:pt x="348" y="167"/>
                  </a:cubicBezTo>
                  <a:cubicBezTo>
                    <a:pt x="346" y="170"/>
                    <a:pt x="345" y="172"/>
                    <a:pt x="343" y="174"/>
                  </a:cubicBezTo>
                  <a:cubicBezTo>
                    <a:pt x="342" y="176"/>
                    <a:pt x="340" y="177"/>
                    <a:pt x="339" y="179"/>
                  </a:cubicBezTo>
                  <a:cubicBezTo>
                    <a:pt x="338" y="182"/>
                    <a:pt x="336" y="185"/>
                    <a:pt x="332" y="185"/>
                  </a:cubicBezTo>
                  <a:cubicBezTo>
                    <a:pt x="330" y="185"/>
                    <a:pt x="329" y="183"/>
                    <a:pt x="327" y="183"/>
                  </a:cubicBezTo>
                  <a:cubicBezTo>
                    <a:pt x="326" y="183"/>
                    <a:pt x="325" y="183"/>
                    <a:pt x="324" y="183"/>
                  </a:cubicBezTo>
                  <a:cubicBezTo>
                    <a:pt x="324" y="186"/>
                    <a:pt x="324" y="186"/>
                    <a:pt x="324" y="186"/>
                  </a:cubicBezTo>
                  <a:cubicBezTo>
                    <a:pt x="324" y="187"/>
                    <a:pt x="325" y="187"/>
                    <a:pt x="325" y="188"/>
                  </a:cubicBezTo>
                  <a:cubicBezTo>
                    <a:pt x="326" y="191"/>
                    <a:pt x="326" y="193"/>
                    <a:pt x="328" y="194"/>
                  </a:cubicBezTo>
                  <a:cubicBezTo>
                    <a:pt x="330" y="196"/>
                    <a:pt x="332" y="197"/>
                    <a:pt x="335" y="197"/>
                  </a:cubicBezTo>
                  <a:cubicBezTo>
                    <a:pt x="340" y="197"/>
                    <a:pt x="342" y="195"/>
                    <a:pt x="347" y="195"/>
                  </a:cubicBezTo>
                  <a:cubicBezTo>
                    <a:pt x="348" y="195"/>
                    <a:pt x="348" y="197"/>
                    <a:pt x="350" y="197"/>
                  </a:cubicBezTo>
                  <a:cubicBezTo>
                    <a:pt x="353" y="198"/>
                    <a:pt x="354" y="199"/>
                    <a:pt x="357" y="199"/>
                  </a:cubicBezTo>
                  <a:cubicBezTo>
                    <a:pt x="361" y="199"/>
                    <a:pt x="363" y="197"/>
                    <a:pt x="366" y="197"/>
                  </a:cubicBezTo>
                  <a:cubicBezTo>
                    <a:pt x="365" y="199"/>
                    <a:pt x="364" y="200"/>
                    <a:pt x="363" y="202"/>
                  </a:cubicBezTo>
                  <a:cubicBezTo>
                    <a:pt x="360" y="205"/>
                    <a:pt x="359" y="208"/>
                    <a:pt x="357" y="212"/>
                  </a:cubicBezTo>
                  <a:cubicBezTo>
                    <a:pt x="360" y="213"/>
                    <a:pt x="363" y="214"/>
                    <a:pt x="366" y="213"/>
                  </a:cubicBezTo>
                  <a:cubicBezTo>
                    <a:pt x="366" y="215"/>
                    <a:pt x="366" y="215"/>
                    <a:pt x="366" y="215"/>
                  </a:cubicBezTo>
                  <a:cubicBezTo>
                    <a:pt x="366" y="216"/>
                    <a:pt x="365" y="217"/>
                    <a:pt x="365" y="218"/>
                  </a:cubicBezTo>
                  <a:cubicBezTo>
                    <a:pt x="365" y="220"/>
                    <a:pt x="366" y="220"/>
                    <a:pt x="368" y="221"/>
                  </a:cubicBezTo>
                  <a:cubicBezTo>
                    <a:pt x="370" y="222"/>
                    <a:pt x="372" y="221"/>
                    <a:pt x="375" y="221"/>
                  </a:cubicBezTo>
                  <a:cubicBezTo>
                    <a:pt x="375" y="223"/>
                    <a:pt x="375" y="223"/>
                    <a:pt x="375" y="223"/>
                  </a:cubicBezTo>
                  <a:cubicBezTo>
                    <a:pt x="374" y="224"/>
                    <a:pt x="373" y="224"/>
                    <a:pt x="372" y="225"/>
                  </a:cubicBezTo>
                  <a:cubicBezTo>
                    <a:pt x="370" y="226"/>
                    <a:pt x="369" y="227"/>
                    <a:pt x="369" y="229"/>
                  </a:cubicBezTo>
                  <a:cubicBezTo>
                    <a:pt x="369" y="230"/>
                    <a:pt x="369" y="231"/>
                    <a:pt x="370" y="232"/>
                  </a:cubicBezTo>
                  <a:cubicBezTo>
                    <a:pt x="370" y="233"/>
                    <a:pt x="370" y="235"/>
                    <a:pt x="371" y="236"/>
                  </a:cubicBezTo>
                  <a:cubicBezTo>
                    <a:pt x="372" y="236"/>
                    <a:pt x="373" y="236"/>
                    <a:pt x="374" y="236"/>
                  </a:cubicBezTo>
                  <a:cubicBezTo>
                    <a:pt x="377" y="238"/>
                    <a:pt x="379" y="238"/>
                    <a:pt x="381" y="239"/>
                  </a:cubicBezTo>
                  <a:cubicBezTo>
                    <a:pt x="380" y="241"/>
                    <a:pt x="378" y="242"/>
                    <a:pt x="378" y="244"/>
                  </a:cubicBezTo>
                  <a:cubicBezTo>
                    <a:pt x="378" y="246"/>
                    <a:pt x="378" y="247"/>
                    <a:pt x="378" y="249"/>
                  </a:cubicBezTo>
                  <a:cubicBezTo>
                    <a:pt x="378" y="250"/>
                    <a:pt x="377" y="251"/>
                    <a:pt x="376" y="252"/>
                  </a:cubicBezTo>
                  <a:cubicBezTo>
                    <a:pt x="375" y="254"/>
                    <a:pt x="376" y="255"/>
                    <a:pt x="376" y="257"/>
                  </a:cubicBezTo>
                  <a:cubicBezTo>
                    <a:pt x="375" y="257"/>
                    <a:pt x="375" y="258"/>
                    <a:pt x="374" y="258"/>
                  </a:cubicBezTo>
                  <a:cubicBezTo>
                    <a:pt x="371" y="258"/>
                    <a:pt x="369" y="257"/>
                    <a:pt x="367" y="257"/>
                  </a:cubicBezTo>
                  <a:cubicBezTo>
                    <a:pt x="366" y="259"/>
                    <a:pt x="365" y="260"/>
                    <a:pt x="364" y="263"/>
                  </a:cubicBezTo>
                  <a:cubicBezTo>
                    <a:pt x="364" y="264"/>
                    <a:pt x="364" y="265"/>
                    <a:pt x="364" y="265"/>
                  </a:cubicBezTo>
                  <a:cubicBezTo>
                    <a:pt x="363" y="266"/>
                    <a:pt x="363" y="266"/>
                    <a:pt x="362" y="266"/>
                  </a:cubicBezTo>
                  <a:cubicBezTo>
                    <a:pt x="361" y="267"/>
                    <a:pt x="360" y="268"/>
                    <a:pt x="359" y="269"/>
                  </a:cubicBezTo>
                  <a:cubicBezTo>
                    <a:pt x="357" y="272"/>
                    <a:pt x="357" y="274"/>
                    <a:pt x="355" y="277"/>
                  </a:cubicBezTo>
                  <a:cubicBezTo>
                    <a:pt x="353" y="280"/>
                    <a:pt x="353" y="283"/>
                    <a:pt x="350" y="285"/>
                  </a:cubicBezTo>
                  <a:cubicBezTo>
                    <a:pt x="349" y="286"/>
                    <a:pt x="348" y="286"/>
                    <a:pt x="347" y="287"/>
                  </a:cubicBezTo>
                  <a:cubicBezTo>
                    <a:pt x="347" y="287"/>
                    <a:pt x="346" y="286"/>
                    <a:pt x="346" y="287"/>
                  </a:cubicBezTo>
                  <a:cubicBezTo>
                    <a:pt x="345" y="287"/>
                    <a:pt x="345" y="288"/>
                    <a:pt x="345" y="289"/>
                  </a:cubicBezTo>
                  <a:cubicBezTo>
                    <a:pt x="344" y="291"/>
                    <a:pt x="344" y="292"/>
                    <a:pt x="344" y="294"/>
                  </a:cubicBezTo>
                  <a:cubicBezTo>
                    <a:pt x="344" y="294"/>
                    <a:pt x="344" y="295"/>
                    <a:pt x="345" y="295"/>
                  </a:cubicBezTo>
                  <a:cubicBezTo>
                    <a:pt x="345" y="296"/>
                    <a:pt x="346" y="297"/>
                    <a:pt x="346" y="298"/>
                  </a:cubicBezTo>
                  <a:cubicBezTo>
                    <a:pt x="346" y="300"/>
                    <a:pt x="345" y="301"/>
                    <a:pt x="345" y="303"/>
                  </a:cubicBezTo>
                  <a:cubicBezTo>
                    <a:pt x="344" y="305"/>
                    <a:pt x="343" y="306"/>
                    <a:pt x="342" y="308"/>
                  </a:cubicBezTo>
                  <a:cubicBezTo>
                    <a:pt x="342" y="308"/>
                    <a:pt x="342" y="309"/>
                    <a:pt x="341" y="309"/>
                  </a:cubicBezTo>
                  <a:cubicBezTo>
                    <a:pt x="340" y="310"/>
                    <a:pt x="339" y="310"/>
                    <a:pt x="338" y="312"/>
                  </a:cubicBezTo>
                  <a:cubicBezTo>
                    <a:pt x="337" y="314"/>
                    <a:pt x="337" y="316"/>
                    <a:pt x="336" y="318"/>
                  </a:cubicBezTo>
                  <a:cubicBezTo>
                    <a:pt x="335" y="321"/>
                    <a:pt x="333" y="322"/>
                    <a:pt x="332" y="325"/>
                  </a:cubicBezTo>
                  <a:cubicBezTo>
                    <a:pt x="330" y="329"/>
                    <a:pt x="331" y="331"/>
                    <a:pt x="330" y="336"/>
                  </a:cubicBezTo>
                  <a:cubicBezTo>
                    <a:pt x="329" y="338"/>
                    <a:pt x="328" y="339"/>
                    <a:pt x="328" y="342"/>
                  </a:cubicBezTo>
                  <a:cubicBezTo>
                    <a:pt x="327" y="346"/>
                    <a:pt x="328" y="349"/>
                    <a:pt x="326" y="353"/>
                  </a:cubicBezTo>
                  <a:cubicBezTo>
                    <a:pt x="325" y="356"/>
                    <a:pt x="323" y="357"/>
                    <a:pt x="322" y="359"/>
                  </a:cubicBezTo>
                  <a:cubicBezTo>
                    <a:pt x="319" y="364"/>
                    <a:pt x="320" y="367"/>
                    <a:pt x="319" y="372"/>
                  </a:cubicBezTo>
                  <a:cubicBezTo>
                    <a:pt x="319" y="376"/>
                    <a:pt x="319" y="378"/>
                    <a:pt x="318" y="381"/>
                  </a:cubicBezTo>
                  <a:cubicBezTo>
                    <a:pt x="318" y="383"/>
                    <a:pt x="317" y="384"/>
                    <a:pt x="317" y="385"/>
                  </a:cubicBezTo>
                  <a:cubicBezTo>
                    <a:pt x="317" y="387"/>
                    <a:pt x="319" y="388"/>
                    <a:pt x="319" y="390"/>
                  </a:cubicBezTo>
                  <a:cubicBezTo>
                    <a:pt x="319" y="394"/>
                    <a:pt x="319" y="396"/>
                    <a:pt x="319" y="400"/>
                  </a:cubicBezTo>
                  <a:cubicBezTo>
                    <a:pt x="319" y="406"/>
                    <a:pt x="319" y="406"/>
                    <a:pt x="319" y="406"/>
                  </a:cubicBezTo>
                  <a:cubicBezTo>
                    <a:pt x="319" y="408"/>
                    <a:pt x="319" y="409"/>
                    <a:pt x="319" y="411"/>
                  </a:cubicBezTo>
                  <a:cubicBezTo>
                    <a:pt x="319" y="412"/>
                    <a:pt x="318" y="413"/>
                    <a:pt x="318" y="414"/>
                  </a:cubicBezTo>
                  <a:cubicBezTo>
                    <a:pt x="316" y="415"/>
                    <a:pt x="315" y="416"/>
                    <a:pt x="314" y="417"/>
                  </a:cubicBezTo>
                  <a:cubicBezTo>
                    <a:pt x="313" y="418"/>
                    <a:pt x="312" y="420"/>
                    <a:pt x="312" y="422"/>
                  </a:cubicBezTo>
                  <a:cubicBezTo>
                    <a:pt x="311" y="424"/>
                    <a:pt x="311" y="426"/>
                    <a:pt x="310" y="429"/>
                  </a:cubicBezTo>
                  <a:cubicBezTo>
                    <a:pt x="310" y="431"/>
                    <a:pt x="309" y="432"/>
                    <a:pt x="308" y="434"/>
                  </a:cubicBezTo>
                  <a:cubicBezTo>
                    <a:pt x="308" y="436"/>
                    <a:pt x="308" y="436"/>
                    <a:pt x="308" y="436"/>
                  </a:cubicBezTo>
                  <a:cubicBezTo>
                    <a:pt x="307" y="440"/>
                    <a:pt x="304" y="440"/>
                    <a:pt x="303" y="444"/>
                  </a:cubicBezTo>
                  <a:cubicBezTo>
                    <a:pt x="303" y="445"/>
                    <a:pt x="303" y="446"/>
                    <a:pt x="303" y="448"/>
                  </a:cubicBezTo>
                  <a:cubicBezTo>
                    <a:pt x="302" y="447"/>
                    <a:pt x="302" y="446"/>
                    <a:pt x="301" y="446"/>
                  </a:cubicBezTo>
                  <a:cubicBezTo>
                    <a:pt x="298" y="445"/>
                    <a:pt x="296" y="446"/>
                    <a:pt x="293" y="444"/>
                  </a:cubicBezTo>
                  <a:cubicBezTo>
                    <a:pt x="294" y="440"/>
                    <a:pt x="294" y="440"/>
                    <a:pt x="294" y="440"/>
                  </a:cubicBezTo>
                  <a:cubicBezTo>
                    <a:pt x="293" y="438"/>
                    <a:pt x="291" y="437"/>
                    <a:pt x="289" y="437"/>
                  </a:cubicBezTo>
                  <a:cubicBezTo>
                    <a:pt x="287" y="436"/>
                    <a:pt x="286" y="436"/>
                    <a:pt x="284" y="435"/>
                  </a:cubicBezTo>
                  <a:cubicBezTo>
                    <a:pt x="283" y="435"/>
                    <a:pt x="282" y="434"/>
                    <a:pt x="281" y="434"/>
                  </a:cubicBezTo>
                  <a:cubicBezTo>
                    <a:pt x="278" y="434"/>
                    <a:pt x="277" y="436"/>
                    <a:pt x="275" y="438"/>
                  </a:cubicBezTo>
                  <a:cubicBezTo>
                    <a:pt x="272" y="439"/>
                    <a:pt x="271" y="441"/>
                    <a:pt x="270" y="444"/>
                  </a:cubicBezTo>
                  <a:cubicBezTo>
                    <a:pt x="270" y="444"/>
                    <a:pt x="269" y="445"/>
                    <a:pt x="269" y="446"/>
                  </a:cubicBezTo>
                  <a:cubicBezTo>
                    <a:pt x="269" y="447"/>
                    <a:pt x="270" y="447"/>
                    <a:pt x="271" y="448"/>
                  </a:cubicBezTo>
                  <a:cubicBezTo>
                    <a:pt x="273" y="449"/>
                    <a:pt x="274" y="449"/>
                    <a:pt x="276" y="450"/>
                  </a:cubicBezTo>
                  <a:cubicBezTo>
                    <a:pt x="277" y="451"/>
                    <a:pt x="279" y="451"/>
                    <a:pt x="279" y="453"/>
                  </a:cubicBezTo>
                  <a:cubicBezTo>
                    <a:pt x="279" y="455"/>
                    <a:pt x="276" y="456"/>
                    <a:pt x="276" y="459"/>
                  </a:cubicBezTo>
                  <a:cubicBezTo>
                    <a:pt x="276" y="460"/>
                    <a:pt x="277" y="460"/>
                    <a:pt x="278" y="461"/>
                  </a:cubicBezTo>
                  <a:cubicBezTo>
                    <a:pt x="278" y="461"/>
                    <a:pt x="278" y="462"/>
                    <a:pt x="278" y="462"/>
                  </a:cubicBezTo>
                  <a:cubicBezTo>
                    <a:pt x="277" y="463"/>
                    <a:pt x="276" y="465"/>
                    <a:pt x="274" y="465"/>
                  </a:cubicBezTo>
                  <a:cubicBezTo>
                    <a:pt x="272" y="465"/>
                    <a:pt x="272" y="465"/>
                    <a:pt x="271" y="465"/>
                  </a:cubicBezTo>
                  <a:cubicBezTo>
                    <a:pt x="268" y="465"/>
                    <a:pt x="268" y="467"/>
                    <a:pt x="268" y="469"/>
                  </a:cubicBezTo>
                  <a:cubicBezTo>
                    <a:pt x="267" y="472"/>
                    <a:pt x="266" y="473"/>
                    <a:pt x="265" y="476"/>
                  </a:cubicBezTo>
                  <a:cubicBezTo>
                    <a:pt x="262" y="480"/>
                    <a:pt x="259" y="481"/>
                    <a:pt x="254" y="482"/>
                  </a:cubicBezTo>
                  <a:cubicBezTo>
                    <a:pt x="250" y="483"/>
                    <a:pt x="248" y="484"/>
                    <a:pt x="245" y="485"/>
                  </a:cubicBezTo>
                  <a:cubicBezTo>
                    <a:pt x="241" y="487"/>
                    <a:pt x="238" y="487"/>
                    <a:pt x="235" y="490"/>
                  </a:cubicBezTo>
                  <a:cubicBezTo>
                    <a:pt x="231" y="494"/>
                    <a:pt x="231" y="498"/>
                    <a:pt x="231" y="492"/>
                  </a:cubicBezTo>
                  <a:cubicBezTo>
                    <a:pt x="231" y="489"/>
                    <a:pt x="230" y="488"/>
                    <a:pt x="228" y="486"/>
                  </a:cubicBezTo>
                  <a:cubicBezTo>
                    <a:pt x="229" y="484"/>
                    <a:pt x="231" y="484"/>
                    <a:pt x="233" y="482"/>
                  </a:cubicBezTo>
                  <a:cubicBezTo>
                    <a:pt x="235" y="481"/>
                    <a:pt x="236" y="479"/>
                    <a:pt x="237" y="477"/>
                  </a:cubicBezTo>
                  <a:cubicBezTo>
                    <a:pt x="238" y="475"/>
                    <a:pt x="239" y="474"/>
                    <a:pt x="239" y="472"/>
                  </a:cubicBezTo>
                  <a:cubicBezTo>
                    <a:pt x="239" y="470"/>
                    <a:pt x="238" y="469"/>
                    <a:pt x="238" y="467"/>
                  </a:cubicBezTo>
                  <a:cubicBezTo>
                    <a:pt x="238" y="465"/>
                    <a:pt x="242" y="465"/>
                    <a:pt x="242" y="463"/>
                  </a:cubicBezTo>
                  <a:cubicBezTo>
                    <a:pt x="242" y="461"/>
                    <a:pt x="241" y="459"/>
                    <a:pt x="242" y="457"/>
                  </a:cubicBezTo>
                  <a:cubicBezTo>
                    <a:pt x="242" y="455"/>
                    <a:pt x="244" y="454"/>
                    <a:pt x="244" y="452"/>
                  </a:cubicBezTo>
                  <a:cubicBezTo>
                    <a:pt x="244" y="450"/>
                    <a:pt x="243" y="449"/>
                    <a:pt x="242" y="447"/>
                  </a:cubicBezTo>
                  <a:cubicBezTo>
                    <a:pt x="242" y="445"/>
                    <a:pt x="242" y="444"/>
                    <a:pt x="241" y="442"/>
                  </a:cubicBezTo>
                  <a:cubicBezTo>
                    <a:pt x="240" y="441"/>
                    <a:pt x="239" y="441"/>
                    <a:pt x="238" y="440"/>
                  </a:cubicBezTo>
                  <a:cubicBezTo>
                    <a:pt x="238" y="439"/>
                    <a:pt x="238" y="438"/>
                    <a:pt x="237" y="437"/>
                  </a:cubicBezTo>
                  <a:cubicBezTo>
                    <a:pt x="236" y="437"/>
                    <a:pt x="235" y="437"/>
                    <a:pt x="234" y="436"/>
                  </a:cubicBezTo>
                  <a:cubicBezTo>
                    <a:pt x="233" y="435"/>
                    <a:pt x="233" y="435"/>
                    <a:pt x="233" y="434"/>
                  </a:cubicBezTo>
                  <a:cubicBezTo>
                    <a:pt x="233" y="433"/>
                    <a:pt x="233" y="432"/>
                    <a:pt x="233" y="431"/>
                  </a:cubicBezTo>
                  <a:cubicBezTo>
                    <a:pt x="233" y="425"/>
                    <a:pt x="233" y="425"/>
                    <a:pt x="233" y="425"/>
                  </a:cubicBezTo>
                  <a:cubicBezTo>
                    <a:pt x="230" y="425"/>
                    <a:pt x="228" y="425"/>
                    <a:pt x="226" y="424"/>
                  </a:cubicBezTo>
                  <a:cubicBezTo>
                    <a:pt x="225" y="424"/>
                    <a:pt x="225" y="424"/>
                    <a:pt x="225" y="424"/>
                  </a:cubicBezTo>
                  <a:cubicBezTo>
                    <a:pt x="224" y="423"/>
                    <a:pt x="224" y="422"/>
                    <a:pt x="224" y="421"/>
                  </a:cubicBezTo>
                  <a:cubicBezTo>
                    <a:pt x="224" y="419"/>
                    <a:pt x="226" y="417"/>
                    <a:pt x="228" y="416"/>
                  </a:cubicBezTo>
                  <a:cubicBezTo>
                    <a:pt x="229" y="416"/>
                    <a:pt x="230" y="414"/>
                    <a:pt x="232" y="414"/>
                  </a:cubicBezTo>
                  <a:cubicBezTo>
                    <a:pt x="233" y="414"/>
                    <a:pt x="233" y="416"/>
                    <a:pt x="233" y="417"/>
                  </a:cubicBezTo>
                  <a:cubicBezTo>
                    <a:pt x="234" y="418"/>
                    <a:pt x="235" y="418"/>
                    <a:pt x="235" y="420"/>
                  </a:cubicBezTo>
                  <a:cubicBezTo>
                    <a:pt x="235" y="421"/>
                    <a:pt x="235" y="422"/>
                    <a:pt x="234" y="423"/>
                  </a:cubicBezTo>
                  <a:cubicBezTo>
                    <a:pt x="237" y="422"/>
                    <a:pt x="240" y="422"/>
                    <a:pt x="242" y="420"/>
                  </a:cubicBezTo>
                  <a:cubicBezTo>
                    <a:pt x="244" y="417"/>
                    <a:pt x="243" y="414"/>
                    <a:pt x="245" y="411"/>
                  </a:cubicBezTo>
                  <a:cubicBezTo>
                    <a:pt x="245" y="410"/>
                    <a:pt x="247" y="410"/>
                    <a:pt x="247" y="409"/>
                  </a:cubicBezTo>
                  <a:cubicBezTo>
                    <a:pt x="247" y="407"/>
                    <a:pt x="245" y="406"/>
                    <a:pt x="244" y="405"/>
                  </a:cubicBezTo>
                  <a:cubicBezTo>
                    <a:pt x="244" y="404"/>
                    <a:pt x="243" y="403"/>
                    <a:pt x="242" y="403"/>
                  </a:cubicBezTo>
                  <a:cubicBezTo>
                    <a:pt x="240" y="403"/>
                    <a:pt x="239" y="403"/>
                    <a:pt x="238" y="402"/>
                  </a:cubicBezTo>
                  <a:cubicBezTo>
                    <a:pt x="238" y="402"/>
                    <a:pt x="237" y="401"/>
                    <a:pt x="237" y="401"/>
                  </a:cubicBezTo>
                  <a:cubicBezTo>
                    <a:pt x="235" y="400"/>
                    <a:pt x="234" y="399"/>
                    <a:pt x="233" y="397"/>
                  </a:cubicBezTo>
                  <a:cubicBezTo>
                    <a:pt x="233" y="398"/>
                    <a:pt x="232" y="397"/>
                    <a:pt x="232" y="397"/>
                  </a:cubicBezTo>
                  <a:cubicBezTo>
                    <a:pt x="231" y="398"/>
                    <a:pt x="230" y="399"/>
                    <a:pt x="229" y="400"/>
                  </a:cubicBezTo>
                  <a:cubicBezTo>
                    <a:pt x="226" y="401"/>
                    <a:pt x="223" y="402"/>
                    <a:pt x="223" y="405"/>
                  </a:cubicBezTo>
                  <a:cubicBezTo>
                    <a:pt x="223" y="407"/>
                    <a:pt x="225" y="407"/>
                    <a:pt x="225" y="409"/>
                  </a:cubicBezTo>
                  <a:cubicBezTo>
                    <a:pt x="225" y="411"/>
                    <a:pt x="223" y="412"/>
                    <a:pt x="223" y="413"/>
                  </a:cubicBezTo>
                  <a:cubicBezTo>
                    <a:pt x="222" y="414"/>
                    <a:pt x="223" y="415"/>
                    <a:pt x="222" y="416"/>
                  </a:cubicBezTo>
                  <a:cubicBezTo>
                    <a:pt x="221" y="418"/>
                    <a:pt x="220" y="420"/>
                    <a:pt x="218" y="422"/>
                  </a:cubicBezTo>
                  <a:cubicBezTo>
                    <a:pt x="218" y="424"/>
                    <a:pt x="217" y="425"/>
                    <a:pt x="217" y="427"/>
                  </a:cubicBezTo>
                  <a:cubicBezTo>
                    <a:pt x="216" y="428"/>
                    <a:pt x="217" y="429"/>
                    <a:pt x="216" y="430"/>
                  </a:cubicBezTo>
                  <a:cubicBezTo>
                    <a:pt x="216" y="433"/>
                    <a:pt x="214" y="435"/>
                    <a:pt x="214" y="438"/>
                  </a:cubicBezTo>
                  <a:cubicBezTo>
                    <a:pt x="214" y="440"/>
                    <a:pt x="215" y="441"/>
                    <a:pt x="216" y="443"/>
                  </a:cubicBezTo>
                  <a:cubicBezTo>
                    <a:pt x="217" y="446"/>
                    <a:pt x="217" y="449"/>
                    <a:pt x="217" y="452"/>
                  </a:cubicBezTo>
                  <a:cubicBezTo>
                    <a:pt x="217" y="455"/>
                    <a:pt x="219" y="456"/>
                    <a:pt x="221" y="458"/>
                  </a:cubicBezTo>
                  <a:cubicBezTo>
                    <a:pt x="222" y="459"/>
                    <a:pt x="222" y="460"/>
                    <a:pt x="223" y="461"/>
                  </a:cubicBezTo>
                  <a:cubicBezTo>
                    <a:pt x="224" y="461"/>
                    <a:pt x="225" y="461"/>
                    <a:pt x="226" y="461"/>
                  </a:cubicBezTo>
                  <a:cubicBezTo>
                    <a:pt x="227" y="462"/>
                    <a:pt x="226" y="463"/>
                    <a:pt x="227" y="464"/>
                  </a:cubicBezTo>
                  <a:cubicBezTo>
                    <a:pt x="227" y="465"/>
                    <a:pt x="227" y="465"/>
                    <a:pt x="227" y="466"/>
                  </a:cubicBezTo>
                  <a:cubicBezTo>
                    <a:pt x="227" y="468"/>
                    <a:pt x="227" y="470"/>
                    <a:pt x="226" y="470"/>
                  </a:cubicBezTo>
                  <a:cubicBezTo>
                    <a:pt x="224" y="471"/>
                    <a:pt x="223" y="472"/>
                    <a:pt x="222" y="473"/>
                  </a:cubicBezTo>
                  <a:cubicBezTo>
                    <a:pt x="222" y="473"/>
                    <a:pt x="221" y="474"/>
                    <a:pt x="221" y="474"/>
                  </a:cubicBezTo>
                  <a:cubicBezTo>
                    <a:pt x="219" y="474"/>
                    <a:pt x="218" y="473"/>
                    <a:pt x="216" y="473"/>
                  </a:cubicBezTo>
                  <a:cubicBezTo>
                    <a:pt x="215" y="473"/>
                    <a:pt x="215" y="474"/>
                    <a:pt x="214" y="474"/>
                  </a:cubicBezTo>
                  <a:cubicBezTo>
                    <a:pt x="214" y="474"/>
                    <a:pt x="214" y="474"/>
                    <a:pt x="213" y="474"/>
                  </a:cubicBezTo>
                  <a:cubicBezTo>
                    <a:pt x="213" y="473"/>
                    <a:pt x="212" y="473"/>
                    <a:pt x="212" y="472"/>
                  </a:cubicBezTo>
                  <a:cubicBezTo>
                    <a:pt x="212" y="470"/>
                    <a:pt x="212" y="469"/>
                    <a:pt x="212" y="468"/>
                  </a:cubicBezTo>
                  <a:cubicBezTo>
                    <a:pt x="211" y="466"/>
                    <a:pt x="210" y="464"/>
                    <a:pt x="208" y="464"/>
                  </a:cubicBezTo>
                  <a:cubicBezTo>
                    <a:pt x="203" y="463"/>
                    <a:pt x="201" y="463"/>
                    <a:pt x="196" y="463"/>
                  </a:cubicBezTo>
                  <a:cubicBezTo>
                    <a:pt x="192" y="463"/>
                    <a:pt x="189" y="462"/>
                    <a:pt x="184" y="462"/>
                  </a:cubicBezTo>
                  <a:cubicBezTo>
                    <a:pt x="183" y="462"/>
                    <a:pt x="183" y="463"/>
                    <a:pt x="182" y="462"/>
                  </a:cubicBezTo>
                  <a:cubicBezTo>
                    <a:pt x="181" y="462"/>
                    <a:pt x="180" y="460"/>
                    <a:pt x="180" y="459"/>
                  </a:cubicBezTo>
                  <a:cubicBezTo>
                    <a:pt x="180" y="458"/>
                    <a:pt x="179" y="458"/>
                    <a:pt x="179" y="458"/>
                  </a:cubicBezTo>
                  <a:cubicBezTo>
                    <a:pt x="178" y="456"/>
                    <a:pt x="178" y="455"/>
                    <a:pt x="178" y="454"/>
                  </a:cubicBezTo>
                  <a:cubicBezTo>
                    <a:pt x="177" y="454"/>
                    <a:pt x="177" y="454"/>
                    <a:pt x="175" y="454"/>
                  </a:cubicBezTo>
                  <a:cubicBezTo>
                    <a:pt x="175" y="453"/>
                    <a:pt x="175" y="453"/>
                    <a:pt x="175" y="452"/>
                  </a:cubicBezTo>
                  <a:cubicBezTo>
                    <a:pt x="176" y="452"/>
                    <a:pt x="177" y="452"/>
                    <a:pt x="177" y="451"/>
                  </a:cubicBezTo>
                  <a:cubicBezTo>
                    <a:pt x="177" y="449"/>
                    <a:pt x="175" y="448"/>
                    <a:pt x="173" y="447"/>
                  </a:cubicBezTo>
                  <a:cubicBezTo>
                    <a:pt x="171" y="446"/>
                    <a:pt x="169" y="445"/>
                    <a:pt x="168" y="443"/>
                  </a:cubicBezTo>
                  <a:cubicBezTo>
                    <a:pt x="170" y="442"/>
                    <a:pt x="172" y="441"/>
                    <a:pt x="173" y="439"/>
                  </a:cubicBezTo>
                  <a:cubicBezTo>
                    <a:pt x="175" y="440"/>
                    <a:pt x="176" y="441"/>
                    <a:pt x="178" y="442"/>
                  </a:cubicBezTo>
                  <a:cubicBezTo>
                    <a:pt x="180" y="443"/>
                    <a:pt x="180" y="444"/>
                    <a:pt x="182" y="444"/>
                  </a:cubicBezTo>
                  <a:cubicBezTo>
                    <a:pt x="184" y="444"/>
                    <a:pt x="184" y="442"/>
                    <a:pt x="185" y="440"/>
                  </a:cubicBezTo>
                  <a:cubicBezTo>
                    <a:pt x="186" y="438"/>
                    <a:pt x="187" y="437"/>
                    <a:pt x="188" y="434"/>
                  </a:cubicBezTo>
                  <a:cubicBezTo>
                    <a:pt x="189" y="432"/>
                    <a:pt x="189" y="430"/>
                    <a:pt x="190" y="427"/>
                  </a:cubicBezTo>
                  <a:cubicBezTo>
                    <a:pt x="190" y="425"/>
                    <a:pt x="191" y="425"/>
                    <a:pt x="191" y="423"/>
                  </a:cubicBezTo>
                  <a:cubicBezTo>
                    <a:pt x="191" y="416"/>
                    <a:pt x="191" y="416"/>
                    <a:pt x="191" y="416"/>
                  </a:cubicBezTo>
                  <a:cubicBezTo>
                    <a:pt x="191" y="412"/>
                    <a:pt x="188" y="411"/>
                    <a:pt x="187" y="409"/>
                  </a:cubicBezTo>
                  <a:cubicBezTo>
                    <a:pt x="184" y="406"/>
                    <a:pt x="184" y="404"/>
                    <a:pt x="182" y="401"/>
                  </a:cubicBezTo>
                  <a:cubicBezTo>
                    <a:pt x="180" y="400"/>
                    <a:pt x="179" y="400"/>
                    <a:pt x="178" y="399"/>
                  </a:cubicBezTo>
                  <a:cubicBezTo>
                    <a:pt x="177" y="399"/>
                    <a:pt x="176" y="399"/>
                    <a:pt x="175" y="398"/>
                  </a:cubicBezTo>
                  <a:cubicBezTo>
                    <a:pt x="175" y="397"/>
                    <a:pt x="176" y="396"/>
                    <a:pt x="175" y="395"/>
                  </a:cubicBezTo>
                  <a:cubicBezTo>
                    <a:pt x="175" y="394"/>
                    <a:pt x="174" y="393"/>
                    <a:pt x="174" y="391"/>
                  </a:cubicBezTo>
                  <a:cubicBezTo>
                    <a:pt x="174" y="390"/>
                    <a:pt x="174" y="389"/>
                    <a:pt x="175" y="388"/>
                  </a:cubicBezTo>
                  <a:cubicBezTo>
                    <a:pt x="175" y="385"/>
                    <a:pt x="176" y="384"/>
                    <a:pt x="177" y="382"/>
                  </a:cubicBezTo>
                  <a:cubicBezTo>
                    <a:pt x="178" y="379"/>
                    <a:pt x="179" y="377"/>
                    <a:pt x="179" y="374"/>
                  </a:cubicBezTo>
                  <a:cubicBezTo>
                    <a:pt x="179" y="371"/>
                    <a:pt x="179" y="370"/>
                    <a:pt x="178" y="367"/>
                  </a:cubicBezTo>
                  <a:cubicBezTo>
                    <a:pt x="178" y="366"/>
                    <a:pt x="177" y="365"/>
                    <a:pt x="177" y="364"/>
                  </a:cubicBezTo>
                  <a:cubicBezTo>
                    <a:pt x="176" y="364"/>
                    <a:pt x="176" y="364"/>
                    <a:pt x="176" y="363"/>
                  </a:cubicBezTo>
                  <a:cubicBezTo>
                    <a:pt x="176" y="361"/>
                    <a:pt x="178" y="360"/>
                    <a:pt x="178" y="357"/>
                  </a:cubicBezTo>
                  <a:cubicBezTo>
                    <a:pt x="178" y="355"/>
                    <a:pt x="178" y="354"/>
                    <a:pt x="177" y="353"/>
                  </a:cubicBezTo>
                  <a:cubicBezTo>
                    <a:pt x="176" y="353"/>
                    <a:pt x="176" y="353"/>
                    <a:pt x="175" y="353"/>
                  </a:cubicBezTo>
                  <a:cubicBezTo>
                    <a:pt x="175" y="353"/>
                    <a:pt x="174" y="352"/>
                    <a:pt x="174" y="351"/>
                  </a:cubicBezTo>
                  <a:cubicBezTo>
                    <a:pt x="174" y="350"/>
                    <a:pt x="174" y="350"/>
                    <a:pt x="174" y="350"/>
                  </a:cubicBezTo>
                  <a:cubicBezTo>
                    <a:pt x="177" y="349"/>
                    <a:pt x="179" y="348"/>
                    <a:pt x="181" y="346"/>
                  </a:cubicBezTo>
                  <a:cubicBezTo>
                    <a:pt x="182" y="346"/>
                    <a:pt x="183" y="346"/>
                    <a:pt x="184" y="346"/>
                  </a:cubicBezTo>
                  <a:cubicBezTo>
                    <a:pt x="184" y="347"/>
                    <a:pt x="184" y="347"/>
                    <a:pt x="184" y="348"/>
                  </a:cubicBezTo>
                  <a:cubicBezTo>
                    <a:pt x="185" y="349"/>
                    <a:pt x="186" y="349"/>
                    <a:pt x="187" y="350"/>
                  </a:cubicBezTo>
                  <a:cubicBezTo>
                    <a:pt x="190" y="346"/>
                    <a:pt x="194" y="344"/>
                    <a:pt x="196" y="338"/>
                  </a:cubicBezTo>
                  <a:cubicBezTo>
                    <a:pt x="197" y="337"/>
                    <a:pt x="197" y="336"/>
                    <a:pt x="199" y="335"/>
                  </a:cubicBezTo>
                  <a:cubicBezTo>
                    <a:pt x="199" y="334"/>
                    <a:pt x="200" y="335"/>
                    <a:pt x="201" y="334"/>
                  </a:cubicBezTo>
                  <a:cubicBezTo>
                    <a:pt x="202" y="333"/>
                    <a:pt x="201" y="332"/>
                    <a:pt x="201" y="331"/>
                  </a:cubicBezTo>
                  <a:cubicBezTo>
                    <a:pt x="202" y="330"/>
                    <a:pt x="202" y="329"/>
                    <a:pt x="204" y="328"/>
                  </a:cubicBezTo>
                  <a:cubicBezTo>
                    <a:pt x="204" y="327"/>
                    <a:pt x="204" y="328"/>
                    <a:pt x="205" y="328"/>
                  </a:cubicBezTo>
                  <a:cubicBezTo>
                    <a:pt x="207" y="326"/>
                    <a:pt x="206" y="323"/>
                    <a:pt x="206" y="320"/>
                  </a:cubicBezTo>
                  <a:cubicBezTo>
                    <a:pt x="207" y="319"/>
                    <a:pt x="208" y="318"/>
                    <a:pt x="209" y="317"/>
                  </a:cubicBezTo>
                  <a:cubicBezTo>
                    <a:pt x="212" y="314"/>
                    <a:pt x="213" y="311"/>
                    <a:pt x="214" y="308"/>
                  </a:cubicBezTo>
                  <a:cubicBezTo>
                    <a:pt x="215" y="307"/>
                    <a:pt x="215" y="306"/>
                    <a:pt x="215" y="305"/>
                  </a:cubicBezTo>
                  <a:cubicBezTo>
                    <a:pt x="216" y="304"/>
                    <a:pt x="217" y="304"/>
                    <a:pt x="217" y="303"/>
                  </a:cubicBezTo>
                  <a:cubicBezTo>
                    <a:pt x="217" y="302"/>
                    <a:pt x="216" y="301"/>
                    <a:pt x="215" y="300"/>
                  </a:cubicBezTo>
                  <a:cubicBezTo>
                    <a:pt x="215" y="299"/>
                    <a:pt x="215" y="298"/>
                    <a:pt x="215" y="297"/>
                  </a:cubicBezTo>
                  <a:cubicBezTo>
                    <a:pt x="215" y="294"/>
                    <a:pt x="217" y="293"/>
                    <a:pt x="218" y="291"/>
                  </a:cubicBezTo>
                  <a:cubicBezTo>
                    <a:pt x="219" y="291"/>
                    <a:pt x="218" y="290"/>
                    <a:pt x="219" y="290"/>
                  </a:cubicBezTo>
                  <a:cubicBezTo>
                    <a:pt x="221" y="287"/>
                    <a:pt x="222" y="286"/>
                    <a:pt x="224" y="283"/>
                  </a:cubicBezTo>
                  <a:cubicBezTo>
                    <a:pt x="224" y="282"/>
                    <a:pt x="225" y="281"/>
                    <a:pt x="225" y="280"/>
                  </a:cubicBezTo>
                  <a:cubicBezTo>
                    <a:pt x="225" y="280"/>
                    <a:pt x="224" y="280"/>
                    <a:pt x="224" y="279"/>
                  </a:cubicBezTo>
                  <a:cubicBezTo>
                    <a:pt x="222" y="280"/>
                    <a:pt x="221" y="281"/>
                    <a:pt x="219" y="281"/>
                  </a:cubicBezTo>
                  <a:cubicBezTo>
                    <a:pt x="216" y="282"/>
                    <a:pt x="214" y="281"/>
                    <a:pt x="212" y="283"/>
                  </a:cubicBezTo>
                  <a:cubicBezTo>
                    <a:pt x="210" y="284"/>
                    <a:pt x="210" y="285"/>
                    <a:pt x="209" y="287"/>
                  </a:cubicBezTo>
                  <a:cubicBezTo>
                    <a:pt x="207" y="289"/>
                    <a:pt x="206" y="290"/>
                    <a:pt x="205" y="293"/>
                  </a:cubicBezTo>
                  <a:cubicBezTo>
                    <a:pt x="203" y="292"/>
                    <a:pt x="200" y="292"/>
                    <a:pt x="200" y="289"/>
                  </a:cubicBezTo>
                  <a:cubicBezTo>
                    <a:pt x="200" y="288"/>
                    <a:pt x="200" y="287"/>
                    <a:pt x="200" y="286"/>
                  </a:cubicBezTo>
                  <a:cubicBezTo>
                    <a:pt x="200" y="284"/>
                    <a:pt x="200" y="284"/>
                    <a:pt x="200" y="284"/>
                  </a:cubicBezTo>
                  <a:cubicBezTo>
                    <a:pt x="200" y="286"/>
                    <a:pt x="200" y="286"/>
                    <a:pt x="200" y="286"/>
                  </a:cubicBezTo>
                  <a:cubicBezTo>
                    <a:pt x="201" y="284"/>
                    <a:pt x="201" y="283"/>
                    <a:pt x="203" y="282"/>
                  </a:cubicBezTo>
                  <a:cubicBezTo>
                    <a:pt x="204" y="280"/>
                    <a:pt x="206" y="280"/>
                    <a:pt x="208" y="278"/>
                  </a:cubicBezTo>
                  <a:cubicBezTo>
                    <a:pt x="209" y="277"/>
                    <a:pt x="209" y="276"/>
                    <a:pt x="211" y="275"/>
                  </a:cubicBezTo>
                  <a:cubicBezTo>
                    <a:pt x="213" y="273"/>
                    <a:pt x="214" y="272"/>
                    <a:pt x="217" y="271"/>
                  </a:cubicBezTo>
                  <a:cubicBezTo>
                    <a:pt x="219" y="269"/>
                    <a:pt x="222" y="269"/>
                    <a:pt x="222" y="266"/>
                  </a:cubicBezTo>
                  <a:cubicBezTo>
                    <a:pt x="222" y="264"/>
                    <a:pt x="221" y="264"/>
                    <a:pt x="221" y="262"/>
                  </a:cubicBezTo>
                  <a:cubicBezTo>
                    <a:pt x="221" y="261"/>
                    <a:pt x="221" y="260"/>
                    <a:pt x="221" y="259"/>
                  </a:cubicBezTo>
                  <a:cubicBezTo>
                    <a:pt x="221" y="257"/>
                    <a:pt x="220" y="256"/>
                    <a:pt x="220" y="254"/>
                  </a:cubicBezTo>
                  <a:cubicBezTo>
                    <a:pt x="218" y="252"/>
                    <a:pt x="216" y="250"/>
                    <a:pt x="213" y="249"/>
                  </a:cubicBezTo>
                  <a:cubicBezTo>
                    <a:pt x="214" y="248"/>
                    <a:pt x="214" y="248"/>
                    <a:pt x="214" y="247"/>
                  </a:cubicBezTo>
                  <a:cubicBezTo>
                    <a:pt x="214" y="246"/>
                    <a:pt x="213" y="246"/>
                    <a:pt x="212" y="245"/>
                  </a:cubicBezTo>
                  <a:cubicBezTo>
                    <a:pt x="211" y="245"/>
                    <a:pt x="210" y="245"/>
                    <a:pt x="209" y="244"/>
                  </a:cubicBezTo>
                  <a:cubicBezTo>
                    <a:pt x="208" y="243"/>
                    <a:pt x="206" y="242"/>
                    <a:pt x="205" y="241"/>
                  </a:cubicBezTo>
                  <a:cubicBezTo>
                    <a:pt x="204" y="239"/>
                    <a:pt x="204" y="237"/>
                    <a:pt x="203" y="236"/>
                  </a:cubicBezTo>
                  <a:cubicBezTo>
                    <a:pt x="202" y="235"/>
                    <a:pt x="202" y="234"/>
                    <a:pt x="201" y="233"/>
                  </a:cubicBezTo>
                  <a:cubicBezTo>
                    <a:pt x="200" y="232"/>
                    <a:pt x="199" y="232"/>
                    <a:pt x="199" y="231"/>
                  </a:cubicBezTo>
                  <a:cubicBezTo>
                    <a:pt x="199" y="228"/>
                    <a:pt x="202" y="227"/>
                    <a:pt x="202" y="225"/>
                  </a:cubicBezTo>
                  <a:cubicBezTo>
                    <a:pt x="202" y="222"/>
                    <a:pt x="200" y="221"/>
                    <a:pt x="199" y="219"/>
                  </a:cubicBezTo>
                  <a:cubicBezTo>
                    <a:pt x="199" y="218"/>
                    <a:pt x="199" y="218"/>
                    <a:pt x="199" y="217"/>
                  </a:cubicBezTo>
                  <a:cubicBezTo>
                    <a:pt x="198" y="215"/>
                    <a:pt x="196" y="214"/>
                    <a:pt x="194" y="213"/>
                  </a:cubicBezTo>
                  <a:cubicBezTo>
                    <a:pt x="190" y="213"/>
                    <a:pt x="188" y="213"/>
                    <a:pt x="186" y="211"/>
                  </a:cubicBezTo>
                  <a:cubicBezTo>
                    <a:pt x="184" y="209"/>
                    <a:pt x="184" y="207"/>
                    <a:pt x="183" y="204"/>
                  </a:cubicBezTo>
                  <a:cubicBezTo>
                    <a:pt x="181" y="206"/>
                    <a:pt x="180" y="208"/>
                    <a:pt x="178" y="210"/>
                  </a:cubicBezTo>
                  <a:cubicBezTo>
                    <a:pt x="177" y="211"/>
                    <a:pt x="176" y="212"/>
                    <a:pt x="174" y="213"/>
                  </a:cubicBezTo>
                  <a:cubicBezTo>
                    <a:pt x="173" y="214"/>
                    <a:pt x="171" y="214"/>
                    <a:pt x="171" y="216"/>
                  </a:cubicBezTo>
                  <a:cubicBezTo>
                    <a:pt x="171" y="217"/>
                    <a:pt x="172" y="217"/>
                    <a:pt x="172" y="218"/>
                  </a:cubicBezTo>
                  <a:cubicBezTo>
                    <a:pt x="173" y="221"/>
                    <a:pt x="173" y="223"/>
                    <a:pt x="174" y="226"/>
                  </a:cubicBezTo>
                  <a:cubicBezTo>
                    <a:pt x="175" y="228"/>
                    <a:pt x="176" y="229"/>
                    <a:pt x="177" y="232"/>
                  </a:cubicBezTo>
                  <a:cubicBezTo>
                    <a:pt x="177" y="233"/>
                    <a:pt x="179" y="233"/>
                    <a:pt x="179" y="235"/>
                  </a:cubicBezTo>
                  <a:cubicBezTo>
                    <a:pt x="179" y="237"/>
                    <a:pt x="178" y="239"/>
                    <a:pt x="176" y="241"/>
                  </a:cubicBezTo>
                  <a:cubicBezTo>
                    <a:pt x="176" y="241"/>
                    <a:pt x="176" y="242"/>
                    <a:pt x="175" y="242"/>
                  </a:cubicBezTo>
                  <a:cubicBezTo>
                    <a:pt x="172" y="244"/>
                    <a:pt x="170" y="244"/>
                    <a:pt x="167" y="246"/>
                  </a:cubicBezTo>
                  <a:cubicBezTo>
                    <a:pt x="167" y="246"/>
                    <a:pt x="168" y="247"/>
                    <a:pt x="167" y="247"/>
                  </a:cubicBezTo>
                  <a:cubicBezTo>
                    <a:pt x="169" y="248"/>
                    <a:pt x="170" y="248"/>
                    <a:pt x="171" y="248"/>
                  </a:cubicBezTo>
                  <a:cubicBezTo>
                    <a:pt x="174" y="249"/>
                    <a:pt x="175" y="250"/>
                    <a:pt x="177" y="250"/>
                  </a:cubicBezTo>
                  <a:cubicBezTo>
                    <a:pt x="182" y="250"/>
                    <a:pt x="184" y="247"/>
                    <a:pt x="189" y="247"/>
                  </a:cubicBezTo>
                  <a:cubicBezTo>
                    <a:pt x="190" y="247"/>
                    <a:pt x="191" y="248"/>
                    <a:pt x="192" y="249"/>
                  </a:cubicBezTo>
                  <a:cubicBezTo>
                    <a:pt x="193" y="250"/>
                    <a:pt x="194" y="251"/>
                    <a:pt x="195" y="253"/>
                  </a:cubicBezTo>
                  <a:cubicBezTo>
                    <a:pt x="196" y="255"/>
                    <a:pt x="197" y="257"/>
                    <a:pt x="197" y="261"/>
                  </a:cubicBezTo>
                  <a:cubicBezTo>
                    <a:pt x="197" y="264"/>
                    <a:pt x="196" y="266"/>
                    <a:pt x="196" y="269"/>
                  </a:cubicBezTo>
                  <a:cubicBezTo>
                    <a:pt x="196" y="270"/>
                    <a:pt x="197" y="271"/>
                    <a:pt x="197" y="273"/>
                  </a:cubicBezTo>
                  <a:cubicBezTo>
                    <a:pt x="197" y="274"/>
                    <a:pt x="195" y="275"/>
                    <a:pt x="194" y="275"/>
                  </a:cubicBezTo>
                  <a:cubicBezTo>
                    <a:pt x="191" y="276"/>
                    <a:pt x="189" y="275"/>
                    <a:pt x="187" y="276"/>
                  </a:cubicBezTo>
                  <a:cubicBezTo>
                    <a:pt x="184" y="277"/>
                    <a:pt x="183" y="278"/>
                    <a:pt x="181" y="281"/>
                  </a:cubicBezTo>
                  <a:cubicBezTo>
                    <a:pt x="180" y="282"/>
                    <a:pt x="180" y="283"/>
                    <a:pt x="178" y="283"/>
                  </a:cubicBezTo>
                  <a:cubicBezTo>
                    <a:pt x="177" y="283"/>
                    <a:pt x="176" y="282"/>
                    <a:pt x="175" y="281"/>
                  </a:cubicBezTo>
                  <a:cubicBezTo>
                    <a:pt x="174" y="280"/>
                    <a:pt x="173" y="281"/>
                    <a:pt x="172" y="280"/>
                  </a:cubicBezTo>
                  <a:cubicBezTo>
                    <a:pt x="170" y="279"/>
                    <a:pt x="171" y="277"/>
                    <a:pt x="169" y="276"/>
                  </a:cubicBezTo>
                  <a:cubicBezTo>
                    <a:pt x="169" y="276"/>
                    <a:pt x="168" y="276"/>
                    <a:pt x="168" y="275"/>
                  </a:cubicBezTo>
                  <a:cubicBezTo>
                    <a:pt x="169" y="274"/>
                    <a:pt x="170" y="274"/>
                    <a:pt x="171" y="273"/>
                  </a:cubicBezTo>
                  <a:cubicBezTo>
                    <a:pt x="172" y="272"/>
                    <a:pt x="172" y="271"/>
                    <a:pt x="173" y="270"/>
                  </a:cubicBezTo>
                  <a:cubicBezTo>
                    <a:pt x="175" y="269"/>
                    <a:pt x="176" y="268"/>
                    <a:pt x="176" y="266"/>
                  </a:cubicBezTo>
                  <a:cubicBezTo>
                    <a:pt x="176" y="265"/>
                    <a:pt x="176" y="264"/>
                    <a:pt x="175" y="264"/>
                  </a:cubicBezTo>
                  <a:cubicBezTo>
                    <a:pt x="175" y="263"/>
                    <a:pt x="176" y="262"/>
                    <a:pt x="175" y="261"/>
                  </a:cubicBezTo>
                  <a:cubicBezTo>
                    <a:pt x="175" y="260"/>
                    <a:pt x="174" y="260"/>
                    <a:pt x="173" y="260"/>
                  </a:cubicBezTo>
                  <a:cubicBezTo>
                    <a:pt x="172" y="259"/>
                    <a:pt x="172" y="259"/>
                    <a:pt x="171" y="259"/>
                  </a:cubicBezTo>
                  <a:cubicBezTo>
                    <a:pt x="167" y="259"/>
                    <a:pt x="165" y="260"/>
                    <a:pt x="162" y="261"/>
                  </a:cubicBezTo>
                  <a:cubicBezTo>
                    <a:pt x="157" y="262"/>
                    <a:pt x="154" y="264"/>
                    <a:pt x="149" y="267"/>
                  </a:cubicBezTo>
                  <a:cubicBezTo>
                    <a:pt x="145" y="271"/>
                    <a:pt x="142" y="273"/>
                    <a:pt x="139" y="277"/>
                  </a:cubicBezTo>
                  <a:cubicBezTo>
                    <a:pt x="138" y="279"/>
                    <a:pt x="137" y="281"/>
                    <a:pt x="135" y="283"/>
                  </a:cubicBezTo>
                  <a:cubicBezTo>
                    <a:pt x="133" y="284"/>
                    <a:pt x="132" y="285"/>
                    <a:pt x="131" y="286"/>
                  </a:cubicBezTo>
                  <a:cubicBezTo>
                    <a:pt x="130" y="287"/>
                    <a:pt x="130" y="289"/>
                    <a:pt x="129" y="289"/>
                  </a:cubicBezTo>
                  <a:cubicBezTo>
                    <a:pt x="128" y="289"/>
                    <a:pt x="128" y="288"/>
                    <a:pt x="128" y="288"/>
                  </a:cubicBezTo>
                  <a:cubicBezTo>
                    <a:pt x="129" y="285"/>
                    <a:pt x="130" y="283"/>
                    <a:pt x="131" y="279"/>
                  </a:cubicBezTo>
                  <a:cubicBezTo>
                    <a:pt x="131" y="277"/>
                    <a:pt x="131" y="276"/>
                    <a:pt x="133" y="274"/>
                  </a:cubicBezTo>
                  <a:cubicBezTo>
                    <a:pt x="134" y="272"/>
                    <a:pt x="137" y="273"/>
                    <a:pt x="137" y="270"/>
                  </a:cubicBezTo>
                  <a:cubicBezTo>
                    <a:pt x="137" y="268"/>
                    <a:pt x="136" y="267"/>
                    <a:pt x="134" y="266"/>
                  </a:cubicBezTo>
                  <a:cubicBezTo>
                    <a:pt x="133" y="265"/>
                    <a:pt x="132" y="264"/>
                    <a:pt x="131" y="262"/>
                  </a:cubicBezTo>
                  <a:cubicBezTo>
                    <a:pt x="128" y="259"/>
                    <a:pt x="125" y="258"/>
                    <a:pt x="122" y="255"/>
                  </a:cubicBezTo>
                  <a:cubicBezTo>
                    <a:pt x="118" y="251"/>
                    <a:pt x="117" y="248"/>
                    <a:pt x="115" y="244"/>
                  </a:cubicBezTo>
                  <a:cubicBezTo>
                    <a:pt x="113" y="241"/>
                    <a:pt x="111" y="239"/>
                    <a:pt x="111" y="236"/>
                  </a:cubicBezTo>
                  <a:cubicBezTo>
                    <a:pt x="111" y="234"/>
                    <a:pt x="113" y="232"/>
                    <a:pt x="113" y="230"/>
                  </a:cubicBezTo>
                  <a:cubicBezTo>
                    <a:pt x="114" y="229"/>
                    <a:pt x="114" y="228"/>
                    <a:pt x="114" y="226"/>
                  </a:cubicBezTo>
                  <a:cubicBezTo>
                    <a:pt x="115" y="224"/>
                    <a:pt x="115" y="223"/>
                    <a:pt x="115" y="221"/>
                  </a:cubicBezTo>
                  <a:cubicBezTo>
                    <a:pt x="115" y="220"/>
                    <a:pt x="115" y="219"/>
                    <a:pt x="115" y="219"/>
                  </a:cubicBezTo>
                  <a:cubicBezTo>
                    <a:pt x="116" y="218"/>
                    <a:pt x="117" y="218"/>
                    <a:pt x="119" y="218"/>
                  </a:cubicBezTo>
                  <a:cubicBezTo>
                    <a:pt x="120" y="218"/>
                    <a:pt x="120" y="218"/>
                    <a:pt x="121" y="218"/>
                  </a:cubicBezTo>
                  <a:cubicBezTo>
                    <a:pt x="122" y="218"/>
                    <a:pt x="122" y="219"/>
                    <a:pt x="123" y="219"/>
                  </a:cubicBezTo>
                  <a:cubicBezTo>
                    <a:pt x="123" y="220"/>
                    <a:pt x="123" y="221"/>
                    <a:pt x="124" y="221"/>
                  </a:cubicBezTo>
                  <a:cubicBezTo>
                    <a:pt x="125" y="223"/>
                    <a:pt x="127" y="222"/>
                    <a:pt x="128" y="224"/>
                  </a:cubicBezTo>
                  <a:cubicBezTo>
                    <a:pt x="129" y="226"/>
                    <a:pt x="128" y="227"/>
                    <a:pt x="129" y="228"/>
                  </a:cubicBezTo>
                  <a:cubicBezTo>
                    <a:pt x="130" y="229"/>
                    <a:pt x="131" y="229"/>
                    <a:pt x="132" y="230"/>
                  </a:cubicBezTo>
                  <a:cubicBezTo>
                    <a:pt x="133" y="230"/>
                    <a:pt x="134" y="230"/>
                    <a:pt x="134" y="231"/>
                  </a:cubicBezTo>
                  <a:cubicBezTo>
                    <a:pt x="134" y="233"/>
                    <a:pt x="133" y="234"/>
                    <a:pt x="133" y="235"/>
                  </a:cubicBezTo>
                  <a:cubicBezTo>
                    <a:pt x="133" y="236"/>
                    <a:pt x="134" y="237"/>
                    <a:pt x="134" y="238"/>
                  </a:cubicBezTo>
                  <a:cubicBezTo>
                    <a:pt x="134" y="239"/>
                    <a:pt x="134" y="240"/>
                    <a:pt x="134" y="242"/>
                  </a:cubicBezTo>
                  <a:cubicBezTo>
                    <a:pt x="134" y="243"/>
                    <a:pt x="135" y="244"/>
                    <a:pt x="135" y="246"/>
                  </a:cubicBezTo>
                  <a:cubicBezTo>
                    <a:pt x="135" y="246"/>
                    <a:pt x="135" y="247"/>
                    <a:pt x="135" y="248"/>
                  </a:cubicBezTo>
                  <a:cubicBezTo>
                    <a:pt x="135" y="249"/>
                    <a:pt x="135" y="250"/>
                    <a:pt x="135" y="250"/>
                  </a:cubicBezTo>
                  <a:cubicBezTo>
                    <a:pt x="136" y="250"/>
                    <a:pt x="137" y="249"/>
                    <a:pt x="137" y="249"/>
                  </a:cubicBezTo>
                  <a:cubicBezTo>
                    <a:pt x="139" y="248"/>
                    <a:pt x="140" y="247"/>
                    <a:pt x="141" y="246"/>
                  </a:cubicBezTo>
                  <a:cubicBezTo>
                    <a:pt x="142" y="245"/>
                    <a:pt x="142" y="245"/>
                    <a:pt x="143" y="244"/>
                  </a:cubicBezTo>
                  <a:cubicBezTo>
                    <a:pt x="144" y="244"/>
                    <a:pt x="144" y="244"/>
                    <a:pt x="144" y="244"/>
                  </a:cubicBezTo>
                  <a:cubicBezTo>
                    <a:pt x="145" y="243"/>
                    <a:pt x="146" y="244"/>
                    <a:pt x="147" y="244"/>
                  </a:cubicBezTo>
                  <a:cubicBezTo>
                    <a:pt x="147" y="242"/>
                    <a:pt x="147" y="242"/>
                    <a:pt x="147" y="242"/>
                  </a:cubicBezTo>
                  <a:cubicBezTo>
                    <a:pt x="147" y="241"/>
                    <a:pt x="146" y="240"/>
                    <a:pt x="146" y="240"/>
                  </a:cubicBezTo>
                  <a:cubicBezTo>
                    <a:pt x="146" y="238"/>
                    <a:pt x="145" y="238"/>
                    <a:pt x="145" y="236"/>
                  </a:cubicBezTo>
                  <a:cubicBezTo>
                    <a:pt x="145" y="234"/>
                    <a:pt x="146" y="233"/>
                    <a:pt x="146" y="231"/>
                  </a:cubicBezTo>
                  <a:cubicBezTo>
                    <a:pt x="146" y="230"/>
                    <a:pt x="146" y="229"/>
                    <a:pt x="145" y="228"/>
                  </a:cubicBezTo>
                  <a:cubicBezTo>
                    <a:pt x="144" y="227"/>
                    <a:pt x="145" y="226"/>
                    <a:pt x="144" y="224"/>
                  </a:cubicBezTo>
                  <a:cubicBezTo>
                    <a:pt x="143" y="223"/>
                    <a:pt x="142" y="223"/>
                    <a:pt x="140" y="223"/>
                  </a:cubicBezTo>
                  <a:cubicBezTo>
                    <a:pt x="139" y="223"/>
                    <a:pt x="138" y="223"/>
                    <a:pt x="137" y="223"/>
                  </a:cubicBezTo>
                  <a:cubicBezTo>
                    <a:pt x="136" y="223"/>
                    <a:pt x="135" y="222"/>
                    <a:pt x="134" y="222"/>
                  </a:cubicBezTo>
                  <a:cubicBezTo>
                    <a:pt x="134" y="222"/>
                    <a:pt x="133" y="222"/>
                    <a:pt x="133" y="222"/>
                  </a:cubicBezTo>
                  <a:cubicBezTo>
                    <a:pt x="131" y="222"/>
                    <a:pt x="131" y="221"/>
                    <a:pt x="129" y="221"/>
                  </a:cubicBezTo>
                  <a:cubicBezTo>
                    <a:pt x="128" y="221"/>
                    <a:pt x="127" y="221"/>
                    <a:pt x="126" y="221"/>
                  </a:cubicBezTo>
                  <a:cubicBezTo>
                    <a:pt x="126" y="220"/>
                    <a:pt x="126" y="220"/>
                    <a:pt x="126" y="219"/>
                  </a:cubicBezTo>
                  <a:cubicBezTo>
                    <a:pt x="126" y="218"/>
                    <a:pt x="126" y="217"/>
                    <a:pt x="126" y="216"/>
                  </a:cubicBezTo>
                  <a:cubicBezTo>
                    <a:pt x="125" y="216"/>
                    <a:pt x="125" y="216"/>
                    <a:pt x="125" y="216"/>
                  </a:cubicBezTo>
                  <a:cubicBezTo>
                    <a:pt x="125" y="214"/>
                    <a:pt x="126" y="214"/>
                    <a:pt x="126" y="213"/>
                  </a:cubicBezTo>
                  <a:cubicBezTo>
                    <a:pt x="126" y="212"/>
                    <a:pt x="126" y="212"/>
                    <a:pt x="126" y="212"/>
                  </a:cubicBezTo>
                  <a:cubicBezTo>
                    <a:pt x="125" y="212"/>
                    <a:pt x="125" y="212"/>
                    <a:pt x="124" y="212"/>
                  </a:cubicBezTo>
                  <a:cubicBezTo>
                    <a:pt x="123" y="212"/>
                    <a:pt x="123" y="212"/>
                    <a:pt x="122" y="213"/>
                  </a:cubicBezTo>
                  <a:cubicBezTo>
                    <a:pt x="120" y="213"/>
                    <a:pt x="119" y="213"/>
                    <a:pt x="118" y="214"/>
                  </a:cubicBezTo>
                  <a:cubicBezTo>
                    <a:pt x="117" y="215"/>
                    <a:pt x="117" y="215"/>
                    <a:pt x="116" y="215"/>
                  </a:cubicBezTo>
                  <a:cubicBezTo>
                    <a:pt x="115" y="215"/>
                    <a:pt x="115" y="215"/>
                    <a:pt x="115" y="215"/>
                  </a:cubicBezTo>
                  <a:close/>
                  <a:moveTo>
                    <a:pt x="101" y="188"/>
                  </a:moveTo>
                  <a:cubicBezTo>
                    <a:pt x="102" y="187"/>
                    <a:pt x="102" y="186"/>
                    <a:pt x="102" y="186"/>
                  </a:cubicBezTo>
                  <a:cubicBezTo>
                    <a:pt x="103" y="184"/>
                    <a:pt x="104" y="183"/>
                    <a:pt x="105" y="180"/>
                  </a:cubicBezTo>
                  <a:cubicBezTo>
                    <a:pt x="105" y="179"/>
                    <a:pt x="105" y="179"/>
                    <a:pt x="105" y="178"/>
                  </a:cubicBezTo>
                  <a:cubicBezTo>
                    <a:pt x="105" y="177"/>
                    <a:pt x="105" y="176"/>
                    <a:pt x="105" y="175"/>
                  </a:cubicBezTo>
                  <a:cubicBezTo>
                    <a:pt x="104" y="175"/>
                    <a:pt x="104" y="175"/>
                    <a:pt x="103" y="175"/>
                  </a:cubicBezTo>
                  <a:cubicBezTo>
                    <a:pt x="103" y="174"/>
                    <a:pt x="103" y="174"/>
                    <a:pt x="102" y="173"/>
                  </a:cubicBezTo>
                  <a:cubicBezTo>
                    <a:pt x="101" y="173"/>
                    <a:pt x="101" y="172"/>
                    <a:pt x="100" y="172"/>
                  </a:cubicBezTo>
                  <a:cubicBezTo>
                    <a:pt x="100" y="173"/>
                    <a:pt x="100" y="174"/>
                    <a:pt x="100" y="175"/>
                  </a:cubicBezTo>
                  <a:cubicBezTo>
                    <a:pt x="100" y="177"/>
                    <a:pt x="100" y="177"/>
                    <a:pt x="99" y="178"/>
                  </a:cubicBezTo>
                  <a:cubicBezTo>
                    <a:pt x="99" y="180"/>
                    <a:pt x="99" y="181"/>
                    <a:pt x="97" y="182"/>
                  </a:cubicBezTo>
                  <a:cubicBezTo>
                    <a:pt x="97" y="183"/>
                    <a:pt x="97" y="183"/>
                    <a:pt x="96" y="183"/>
                  </a:cubicBezTo>
                  <a:cubicBezTo>
                    <a:pt x="95" y="183"/>
                    <a:pt x="95" y="182"/>
                    <a:pt x="95" y="182"/>
                  </a:cubicBezTo>
                  <a:cubicBezTo>
                    <a:pt x="94" y="181"/>
                    <a:pt x="94" y="180"/>
                    <a:pt x="93" y="179"/>
                  </a:cubicBezTo>
                  <a:cubicBezTo>
                    <a:pt x="93" y="179"/>
                    <a:pt x="92" y="178"/>
                    <a:pt x="92" y="178"/>
                  </a:cubicBezTo>
                  <a:cubicBezTo>
                    <a:pt x="91" y="177"/>
                    <a:pt x="91" y="176"/>
                    <a:pt x="91" y="175"/>
                  </a:cubicBezTo>
                  <a:cubicBezTo>
                    <a:pt x="90" y="176"/>
                    <a:pt x="90" y="177"/>
                    <a:pt x="89" y="178"/>
                  </a:cubicBezTo>
                  <a:cubicBezTo>
                    <a:pt x="89" y="180"/>
                    <a:pt x="88" y="180"/>
                    <a:pt x="88" y="181"/>
                  </a:cubicBezTo>
                  <a:cubicBezTo>
                    <a:pt x="89" y="182"/>
                    <a:pt x="90" y="183"/>
                    <a:pt x="91" y="184"/>
                  </a:cubicBezTo>
                  <a:cubicBezTo>
                    <a:pt x="91" y="185"/>
                    <a:pt x="92" y="185"/>
                    <a:pt x="92" y="186"/>
                  </a:cubicBezTo>
                  <a:cubicBezTo>
                    <a:pt x="92" y="186"/>
                    <a:pt x="91" y="187"/>
                    <a:pt x="91" y="187"/>
                  </a:cubicBezTo>
                  <a:cubicBezTo>
                    <a:pt x="90" y="189"/>
                    <a:pt x="90" y="190"/>
                    <a:pt x="89" y="191"/>
                  </a:cubicBezTo>
                  <a:cubicBezTo>
                    <a:pt x="89" y="193"/>
                    <a:pt x="88" y="194"/>
                    <a:pt x="87" y="195"/>
                  </a:cubicBezTo>
                  <a:cubicBezTo>
                    <a:pt x="86" y="196"/>
                    <a:pt x="86" y="197"/>
                    <a:pt x="86" y="198"/>
                  </a:cubicBezTo>
                  <a:cubicBezTo>
                    <a:pt x="86" y="198"/>
                    <a:pt x="86" y="199"/>
                    <a:pt x="85" y="199"/>
                  </a:cubicBezTo>
                  <a:cubicBezTo>
                    <a:pt x="85" y="200"/>
                    <a:pt x="85" y="199"/>
                    <a:pt x="84" y="200"/>
                  </a:cubicBezTo>
                  <a:cubicBezTo>
                    <a:pt x="83" y="200"/>
                    <a:pt x="83" y="201"/>
                    <a:pt x="82" y="202"/>
                  </a:cubicBezTo>
                  <a:cubicBezTo>
                    <a:pt x="82" y="203"/>
                    <a:pt x="81" y="203"/>
                    <a:pt x="81" y="204"/>
                  </a:cubicBezTo>
                  <a:cubicBezTo>
                    <a:pt x="82" y="204"/>
                    <a:pt x="83" y="204"/>
                    <a:pt x="84" y="205"/>
                  </a:cubicBezTo>
                  <a:cubicBezTo>
                    <a:pt x="85" y="205"/>
                    <a:pt x="85" y="205"/>
                    <a:pt x="85" y="206"/>
                  </a:cubicBezTo>
                  <a:cubicBezTo>
                    <a:pt x="86" y="207"/>
                    <a:pt x="86" y="207"/>
                    <a:pt x="87" y="207"/>
                  </a:cubicBezTo>
                  <a:cubicBezTo>
                    <a:pt x="88" y="207"/>
                    <a:pt x="88" y="206"/>
                    <a:pt x="89" y="206"/>
                  </a:cubicBezTo>
                  <a:cubicBezTo>
                    <a:pt x="90" y="206"/>
                    <a:pt x="90" y="206"/>
                    <a:pt x="90" y="206"/>
                  </a:cubicBezTo>
                  <a:cubicBezTo>
                    <a:pt x="92" y="205"/>
                    <a:pt x="92" y="204"/>
                    <a:pt x="92" y="203"/>
                  </a:cubicBezTo>
                  <a:cubicBezTo>
                    <a:pt x="93" y="201"/>
                    <a:pt x="94" y="200"/>
                    <a:pt x="95" y="198"/>
                  </a:cubicBezTo>
                  <a:cubicBezTo>
                    <a:pt x="96" y="197"/>
                    <a:pt x="97" y="196"/>
                    <a:pt x="98" y="195"/>
                  </a:cubicBezTo>
                  <a:cubicBezTo>
                    <a:pt x="98" y="194"/>
                    <a:pt x="98" y="193"/>
                    <a:pt x="99" y="192"/>
                  </a:cubicBezTo>
                  <a:cubicBezTo>
                    <a:pt x="100" y="190"/>
                    <a:pt x="100" y="189"/>
                    <a:pt x="101" y="188"/>
                  </a:cubicBezTo>
                  <a:close/>
                  <a:moveTo>
                    <a:pt x="57" y="191"/>
                  </a:moveTo>
                  <a:cubicBezTo>
                    <a:pt x="56" y="191"/>
                    <a:pt x="56" y="191"/>
                    <a:pt x="55" y="191"/>
                  </a:cubicBezTo>
                  <a:cubicBezTo>
                    <a:pt x="54" y="192"/>
                    <a:pt x="54" y="193"/>
                    <a:pt x="53" y="193"/>
                  </a:cubicBezTo>
                  <a:cubicBezTo>
                    <a:pt x="52" y="193"/>
                    <a:pt x="51" y="193"/>
                    <a:pt x="50" y="194"/>
                  </a:cubicBezTo>
                  <a:cubicBezTo>
                    <a:pt x="51" y="195"/>
                    <a:pt x="52" y="195"/>
                    <a:pt x="53" y="196"/>
                  </a:cubicBezTo>
                  <a:cubicBezTo>
                    <a:pt x="53" y="196"/>
                    <a:pt x="54" y="196"/>
                    <a:pt x="55" y="196"/>
                  </a:cubicBezTo>
                  <a:cubicBezTo>
                    <a:pt x="56" y="196"/>
                    <a:pt x="57" y="196"/>
                    <a:pt x="58" y="195"/>
                  </a:cubicBezTo>
                  <a:cubicBezTo>
                    <a:pt x="58" y="195"/>
                    <a:pt x="59" y="195"/>
                    <a:pt x="59" y="194"/>
                  </a:cubicBezTo>
                  <a:cubicBezTo>
                    <a:pt x="59" y="193"/>
                    <a:pt x="57" y="192"/>
                    <a:pt x="57" y="191"/>
                  </a:cubicBezTo>
                  <a:close/>
                  <a:moveTo>
                    <a:pt x="39" y="241"/>
                  </a:moveTo>
                  <a:cubicBezTo>
                    <a:pt x="38" y="241"/>
                    <a:pt x="38" y="242"/>
                    <a:pt x="38" y="243"/>
                  </a:cubicBezTo>
                  <a:cubicBezTo>
                    <a:pt x="38" y="246"/>
                    <a:pt x="38" y="246"/>
                    <a:pt x="38" y="246"/>
                  </a:cubicBezTo>
                  <a:cubicBezTo>
                    <a:pt x="38" y="246"/>
                    <a:pt x="38" y="247"/>
                    <a:pt x="38" y="247"/>
                  </a:cubicBezTo>
                  <a:cubicBezTo>
                    <a:pt x="38" y="247"/>
                    <a:pt x="38" y="247"/>
                    <a:pt x="39" y="247"/>
                  </a:cubicBezTo>
                  <a:cubicBezTo>
                    <a:pt x="39" y="247"/>
                    <a:pt x="40" y="247"/>
                    <a:pt x="40" y="247"/>
                  </a:cubicBezTo>
                  <a:cubicBezTo>
                    <a:pt x="41" y="247"/>
                    <a:pt x="41" y="248"/>
                    <a:pt x="42" y="249"/>
                  </a:cubicBezTo>
                  <a:cubicBezTo>
                    <a:pt x="43" y="248"/>
                    <a:pt x="44" y="247"/>
                    <a:pt x="44" y="245"/>
                  </a:cubicBezTo>
                  <a:cubicBezTo>
                    <a:pt x="44" y="244"/>
                    <a:pt x="44" y="244"/>
                    <a:pt x="43" y="243"/>
                  </a:cubicBezTo>
                  <a:cubicBezTo>
                    <a:pt x="43" y="243"/>
                    <a:pt x="43" y="243"/>
                    <a:pt x="43" y="243"/>
                  </a:cubicBezTo>
                  <a:cubicBezTo>
                    <a:pt x="42" y="242"/>
                    <a:pt x="41" y="242"/>
                    <a:pt x="41" y="242"/>
                  </a:cubicBezTo>
                  <a:cubicBezTo>
                    <a:pt x="40" y="242"/>
                    <a:pt x="40" y="241"/>
                    <a:pt x="39" y="241"/>
                  </a:cubicBezTo>
                  <a:close/>
                  <a:moveTo>
                    <a:pt x="54" y="218"/>
                  </a:moveTo>
                  <a:cubicBezTo>
                    <a:pt x="54" y="218"/>
                    <a:pt x="55" y="218"/>
                    <a:pt x="55" y="219"/>
                  </a:cubicBezTo>
                  <a:cubicBezTo>
                    <a:pt x="55" y="219"/>
                    <a:pt x="55" y="220"/>
                    <a:pt x="55" y="220"/>
                  </a:cubicBezTo>
                  <a:cubicBezTo>
                    <a:pt x="54" y="222"/>
                    <a:pt x="54" y="223"/>
                    <a:pt x="54" y="225"/>
                  </a:cubicBezTo>
                  <a:cubicBezTo>
                    <a:pt x="53" y="226"/>
                    <a:pt x="53" y="227"/>
                    <a:pt x="53" y="228"/>
                  </a:cubicBezTo>
                  <a:cubicBezTo>
                    <a:pt x="53" y="230"/>
                    <a:pt x="52" y="230"/>
                    <a:pt x="52" y="232"/>
                  </a:cubicBezTo>
                  <a:cubicBezTo>
                    <a:pt x="52" y="233"/>
                    <a:pt x="52" y="233"/>
                    <a:pt x="52" y="233"/>
                  </a:cubicBezTo>
                  <a:cubicBezTo>
                    <a:pt x="52" y="233"/>
                    <a:pt x="53" y="233"/>
                    <a:pt x="53" y="233"/>
                  </a:cubicBezTo>
                  <a:cubicBezTo>
                    <a:pt x="55" y="233"/>
                    <a:pt x="56" y="232"/>
                    <a:pt x="58" y="232"/>
                  </a:cubicBezTo>
                  <a:cubicBezTo>
                    <a:pt x="59" y="232"/>
                    <a:pt x="59" y="231"/>
                    <a:pt x="59" y="231"/>
                  </a:cubicBezTo>
                  <a:cubicBezTo>
                    <a:pt x="61" y="231"/>
                    <a:pt x="61" y="231"/>
                    <a:pt x="61" y="231"/>
                  </a:cubicBezTo>
                  <a:cubicBezTo>
                    <a:pt x="61" y="232"/>
                    <a:pt x="61" y="232"/>
                    <a:pt x="61" y="233"/>
                  </a:cubicBezTo>
                  <a:cubicBezTo>
                    <a:pt x="61" y="234"/>
                    <a:pt x="60" y="235"/>
                    <a:pt x="59" y="236"/>
                  </a:cubicBezTo>
                  <a:cubicBezTo>
                    <a:pt x="58" y="237"/>
                    <a:pt x="58" y="237"/>
                    <a:pt x="57" y="238"/>
                  </a:cubicBezTo>
                  <a:cubicBezTo>
                    <a:pt x="56" y="238"/>
                    <a:pt x="56" y="239"/>
                    <a:pt x="55" y="239"/>
                  </a:cubicBezTo>
                  <a:cubicBezTo>
                    <a:pt x="54" y="240"/>
                    <a:pt x="53" y="240"/>
                    <a:pt x="53" y="240"/>
                  </a:cubicBezTo>
                  <a:cubicBezTo>
                    <a:pt x="52" y="241"/>
                    <a:pt x="52" y="242"/>
                    <a:pt x="52" y="242"/>
                  </a:cubicBezTo>
                  <a:cubicBezTo>
                    <a:pt x="52" y="244"/>
                    <a:pt x="51" y="244"/>
                    <a:pt x="51" y="246"/>
                  </a:cubicBezTo>
                  <a:cubicBezTo>
                    <a:pt x="51" y="247"/>
                    <a:pt x="51" y="248"/>
                    <a:pt x="51" y="249"/>
                  </a:cubicBezTo>
                  <a:cubicBezTo>
                    <a:pt x="50" y="249"/>
                    <a:pt x="49" y="250"/>
                    <a:pt x="48" y="250"/>
                  </a:cubicBezTo>
                  <a:cubicBezTo>
                    <a:pt x="48" y="250"/>
                    <a:pt x="47" y="250"/>
                    <a:pt x="47" y="249"/>
                  </a:cubicBezTo>
                  <a:cubicBezTo>
                    <a:pt x="46" y="249"/>
                    <a:pt x="46" y="248"/>
                    <a:pt x="46" y="247"/>
                  </a:cubicBezTo>
                  <a:cubicBezTo>
                    <a:pt x="46" y="246"/>
                    <a:pt x="48" y="245"/>
                    <a:pt x="48" y="243"/>
                  </a:cubicBezTo>
                  <a:cubicBezTo>
                    <a:pt x="48" y="241"/>
                    <a:pt x="47" y="240"/>
                    <a:pt x="45" y="239"/>
                  </a:cubicBezTo>
                  <a:cubicBezTo>
                    <a:pt x="45" y="238"/>
                    <a:pt x="45" y="238"/>
                    <a:pt x="44" y="238"/>
                  </a:cubicBezTo>
                  <a:cubicBezTo>
                    <a:pt x="43" y="237"/>
                    <a:pt x="42" y="237"/>
                    <a:pt x="42" y="237"/>
                  </a:cubicBezTo>
                  <a:cubicBezTo>
                    <a:pt x="42" y="236"/>
                    <a:pt x="42" y="235"/>
                    <a:pt x="43" y="235"/>
                  </a:cubicBezTo>
                  <a:cubicBezTo>
                    <a:pt x="44" y="235"/>
                    <a:pt x="44" y="235"/>
                    <a:pt x="45" y="235"/>
                  </a:cubicBezTo>
                  <a:cubicBezTo>
                    <a:pt x="46" y="234"/>
                    <a:pt x="47" y="233"/>
                    <a:pt x="47" y="232"/>
                  </a:cubicBezTo>
                  <a:cubicBezTo>
                    <a:pt x="48" y="229"/>
                    <a:pt x="47" y="228"/>
                    <a:pt x="48" y="225"/>
                  </a:cubicBezTo>
                  <a:cubicBezTo>
                    <a:pt x="49" y="226"/>
                    <a:pt x="50" y="227"/>
                    <a:pt x="50" y="228"/>
                  </a:cubicBezTo>
                  <a:cubicBezTo>
                    <a:pt x="50" y="226"/>
                    <a:pt x="50" y="226"/>
                    <a:pt x="50" y="225"/>
                  </a:cubicBezTo>
                  <a:cubicBezTo>
                    <a:pt x="51" y="222"/>
                    <a:pt x="52" y="220"/>
                    <a:pt x="54" y="218"/>
                  </a:cubicBezTo>
                  <a:close/>
                  <a:moveTo>
                    <a:pt x="26" y="252"/>
                  </a:moveTo>
                  <a:cubicBezTo>
                    <a:pt x="25" y="252"/>
                    <a:pt x="25" y="252"/>
                    <a:pt x="24" y="252"/>
                  </a:cubicBezTo>
                  <a:cubicBezTo>
                    <a:pt x="24" y="253"/>
                    <a:pt x="24" y="253"/>
                    <a:pt x="24" y="253"/>
                  </a:cubicBezTo>
                  <a:cubicBezTo>
                    <a:pt x="24" y="255"/>
                    <a:pt x="25" y="255"/>
                    <a:pt x="25" y="257"/>
                  </a:cubicBezTo>
                  <a:cubicBezTo>
                    <a:pt x="25" y="258"/>
                    <a:pt x="25" y="258"/>
                    <a:pt x="25" y="258"/>
                  </a:cubicBezTo>
                  <a:cubicBezTo>
                    <a:pt x="25" y="260"/>
                    <a:pt x="27" y="260"/>
                    <a:pt x="28" y="260"/>
                  </a:cubicBezTo>
                  <a:cubicBezTo>
                    <a:pt x="28" y="260"/>
                    <a:pt x="29" y="260"/>
                    <a:pt x="29" y="260"/>
                  </a:cubicBezTo>
                  <a:cubicBezTo>
                    <a:pt x="30" y="259"/>
                    <a:pt x="30" y="259"/>
                    <a:pt x="30" y="258"/>
                  </a:cubicBezTo>
                  <a:cubicBezTo>
                    <a:pt x="30" y="257"/>
                    <a:pt x="30" y="256"/>
                    <a:pt x="30" y="255"/>
                  </a:cubicBezTo>
                  <a:cubicBezTo>
                    <a:pt x="30" y="254"/>
                    <a:pt x="30" y="253"/>
                    <a:pt x="29" y="253"/>
                  </a:cubicBezTo>
                  <a:cubicBezTo>
                    <a:pt x="29" y="252"/>
                    <a:pt x="29" y="252"/>
                    <a:pt x="28" y="252"/>
                  </a:cubicBezTo>
                  <a:cubicBezTo>
                    <a:pt x="27" y="252"/>
                    <a:pt x="27" y="252"/>
                    <a:pt x="26" y="252"/>
                  </a:cubicBezTo>
                  <a:close/>
                  <a:moveTo>
                    <a:pt x="20" y="259"/>
                  </a:moveTo>
                  <a:cubicBezTo>
                    <a:pt x="20" y="260"/>
                    <a:pt x="20" y="261"/>
                    <a:pt x="21" y="262"/>
                  </a:cubicBezTo>
                  <a:cubicBezTo>
                    <a:pt x="22" y="263"/>
                    <a:pt x="23" y="263"/>
                    <a:pt x="24" y="263"/>
                  </a:cubicBezTo>
                  <a:cubicBezTo>
                    <a:pt x="25" y="263"/>
                    <a:pt x="25" y="264"/>
                    <a:pt x="25" y="264"/>
                  </a:cubicBezTo>
                  <a:cubicBezTo>
                    <a:pt x="25" y="265"/>
                    <a:pt x="25" y="265"/>
                    <a:pt x="25" y="266"/>
                  </a:cubicBezTo>
                  <a:cubicBezTo>
                    <a:pt x="25" y="268"/>
                    <a:pt x="26" y="269"/>
                    <a:pt x="26" y="271"/>
                  </a:cubicBezTo>
                  <a:cubicBezTo>
                    <a:pt x="26" y="272"/>
                    <a:pt x="27" y="272"/>
                    <a:pt x="27" y="272"/>
                  </a:cubicBezTo>
                  <a:cubicBezTo>
                    <a:pt x="28" y="274"/>
                    <a:pt x="28" y="274"/>
                    <a:pt x="29" y="275"/>
                  </a:cubicBezTo>
                  <a:cubicBezTo>
                    <a:pt x="29" y="276"/>
                    <a:pt x="30" y="276"/>
                    <a:pt x="30" y="277"/>
                  </a:cubicBezTo>
                  <a:cubicBezTo>
                    <a:pt x="30" y="278"/>
                    <a:pt x="29" y="278"/>
                    <a:pt x="29" y="278"/>
                  </a:cubicBezTo>
                  <a:cubicBezTo>
                    <a:pt x="28" y="278"/>
                    <a:pt x="28" y="279"/>
                    <a:pt x="27" y="279"/>
                  </a:cubicBezTo>
                  <a:cubicBezTo>
                    <a:pt x="25" y="279"/>
                    <a:pt x="24" y="279"/>
                    <a:pt x="23" y="279"/>
                  </a:cubicBezTo>
                  <a:cubicBezTo>
                    <a:pt x="22" y="279"/>
                    <a:pt x="22" y="279"/>
                    <a:pt x="22" y="279"/>
                  </a:cubicBezTo>
                  <a:cubicBezTo>
                    <a:pt x="20" y="279"/>
                    <a:pt x="20" y="279"/>
                    <a:pt x="20" y="279"/>
                  </a:cubicBezTo>
                  <a:cubicBezTo>
                    <a:pt x="20" y="279"/>
                    <a:pt x="20" y="278"/>
                    <a:pt x="20" y="277"/>
                  </a:cubicBezTo>
                  <a:cubicBezTo>
                    <a:pt x="19" y="277"/>
                    <a:pt x="18" y="278"/>
                    <a:pt x="17" y="278"/>
                  </a:cubicBezTo>
                  <a:cubicBezTo>
                    <a:pt x="17" y="279"/>
                    <a:pt x="17" y="279"/>
                    <a:pt x="16" y="279"/>
                  </a:cubicBezTo>
                  <a:cubicBezTo>
                    <a:pt x="16" y="280"/>
                    <a:pt x="15" y="280"/>
                    <a:pt x="15" y="280"/>
                  </a:cubicBezTo>
                  <a:cubicBezTo>
                    <a:pt x="15" y="281"/>
                    <a:pt x="16" y="282"/>
                    <a:pt x="16" y="283"/>
                  </a:cubicBezTo>
                  <a:cubicBezTo>
                    <a:pt x="17" y="283"/>
                    <a:pt x="17" y="284"/>
                    <a:pt x="18" y="285"/>
                  </a:cubicBezTo>
                  <a:cubicBezTo>
                    <a:pt x="18" y="285"/>
                    <a:pt x="19" y="285"/>
                    <a:pt x="19" y="286"/>
                  </a:cubicBezTo>
                  <a:cubicBezTo>
                    <a:pt x="18" y="286"/>
                    <a:pt x="18" y="286"/>
                    <a:pt x="17" y="286"/>
                  </a:cubicBezTo>
                  <a:cubicBezTo>
                    <a:pt x="16" y="286"/>
                    <a:pt x="16" y="287"/>
                    <a:pt x="15" y="287"/>
                  </a:cubicBezTo>
                  <a:cubicBezTo>
                    <a:pt x="15" y="287"/>
                    <a:pt x="14" y="287"/>
                    <a:pt x="14" y="287"/>
                  </a:cubicBezTo>
                  <a:cubicBezTo>
                    <a:pt x="13" y="286"/>
                    <a:pt x="14" y="285"/>
                    <a:pt x="13" y="285"/>
                  </a:cubicBezTo>
                  <a:cubicBezTo>
                    <a:pt x="13" y="284"/>
                    <a:pt x="11" y="283"/>
                    <a:pt x="10" y="283"/>
                  </a:cubicBezTo>
                  <a:cubicBezTo>
                    <a:pt x="9" y="283"/>
                    <a:pt x="8" y="283"/>
                    <a:pt x="7" y="283"/>
                  </a:cubicBezTo>
                  <a:cubicBezTo>
                    <a:pt x="6" y="283"/>
                    <a:pt x="5" y="283"/>
                    <a:pt x="4" y="283"/>
                  </a:cubicBezTo>
                  <a:cubicBezTo>
                    <a:pt x="4" y="283"/>
                    <a:pt x="4" y="282"/>
                    <a:pt x="3" y="282"/>
                  </a:cubicBezTo>
                  <a:cubicBezTo>
                    <a:pt x="2" y="282"/>
                    <a:pt x="2" y="283"/>
                    <a:pt x="1" y="284"/>
                  </a:cubicBezTo>
                  <a:cubicBezTo>
                    <a:pt x="1" y="284"/>
                    <a:pt x="0" y="283"/>
                    <a:pt x="0" y="283"/>
                  </a:cubicBezTo>
                  <a:cubicBezTo>
                    <a:pt x="0" y="282"/>
                    <a:pt x="0" y="281"/>
                    <a:pt x="0" y="279"/>
                  </a:cubicBezTo>
                  <a:cubicBezTo>
                    <a:pt x="0" y="279"/>
                    <a:pt x="0" y="278"/>
                    <a:pt x="0" y="278"/>
                  </a:cubicBezTo>
                  <a:cubicBezTo>
                    <a:pt x="0" y="278"/>
                    <a:pt x="0" y="278"/>
                    <a:pt x="0" y="278"/>
                  </a:cubicBezTo>
                  <a:cubicBezTo>
                    <a:pt x="0" y="277"/>
                    <a:pt x="0" y="277"/>
                    <a:pt x="0" y="277"/>
                  </a:cubicBezTo>
                  <a:cubicBezTo>
                    <a:pt x="0" y="277"/>
                    <a:pt x="1" y="278"/>
                    <a:pt x="1" y="278"/>
                  </a:cubicBezTo>
                  <a:cubicBezTo>
                    <a:pt x="1" y="278"/>
                    <a:pt x="1" y="277"/>
                    <a:pt x="2" y="277"/>
                  </a:cubicBezTo>
                  <a:cubicBezTo>
                    <a:pt x="2" y="276"/>
                    <a:pt x="3" y="276"/>
                    <a:pt x="3" y="276"/>
                  </a:cubicBezTo>
                  <a:cubicBezTo>
                    <a:pt x="4" y="275"/>
                    <a:pt x="4" y="274"/>
                    <a:pt x="4" y="274"/>
                  </a:cubicBezTo>
                  <a:cubicBezTo>
                    <a:pt x="4" y="272"/>
                    <a:pt x="3" y="270"/>
                    <a:pt x="3" y="268"/>
                  </a:cubicBezTo>
                  <a:cubicBezTo>
                    <a:pt x="3" y="266"/>
                    <a:pt x="3" y="265"/>
                    <a:pt x="4" y="263"/>
                  </a:cubicBezTo>
                  <a:cubicBezTo>
                    <a:pt x="4" y="261"/>
                    <a:pt x="4" y="261"/>
                    <a:pt x="4" y="260"/>
                  </a:cubicBezTo>
                  <a:cubicBezTo>
                    <a:pt x="4" y="259"/>
                    <a:pt x="4" y="260"/>
                    <a:pt x="5" y="259"/>
                  </a:cubicBezTo>
                  <a:cubicBezTo>
                    <a:pt x="5" y="260"/>
                    <a:pt x="6" y="261"/>
                    <a:pt x="6" y="262"/>
                  </a:cubicBezTo>
                  <a:cubicBezTo>
                    <a:pt x="6" y="263"/>
                    <a:pt x="7" y="263"/>
                    <a:pt x="8" y="264"/>
                  </a:cubicBezTo>
                  <a:cubicBezTo>
                    <a:pt x="10" y="264"/>
                    <a:pt x="10" y="263"/>
                    <a:pt x="12" y="262"/>
                  </a:cubicBezTo>
                  <a:cubicBezTo>
                    <a:pt x="14" y="262"/>
                    <a:pt x="15" y="262"/>
                    <a:pt x="16" y="261"/>
                  </a:cubicBezTo>
                  <a:cubicBezTo>
                    <a:pt x="18" y="261"/>
                    <a:pt x="18" y="260"/>
                    <a:pt x="20" y="259"/>
                  </a:cubicBezTo>
                  <a:close/>
                  <a:moveTo>
                    <a:pt x="119" y="115"/>
                  </a:moveTo>
                  <a:cubicBezTo>
                    <a:pt x="118" y="115"/>
                    <a:pt x="118" y="116"/>
                    <a:pt x="118" y="117"/>
                  </a:cubicBezTo>
                  <a:cubicBezTo>
                    <a:pt x="118" y="118"/>
                    <a:pt x="118" y="119"/>
                    <a:pt x="118" y="120"/>
                  </a:cubicBezTo>
                  <a:cubicBezTo>
                    <a:pt x="118" y="121"/>
                    <a:pt x="118" y="121"/>
                    <a:pt x="118" y="122"/>
                  </a:cubicBezTo>
                  <a:cubicBezTo>
                    <a:pt x="118" y="122"/>
                    <a:pt x="118" y="122"/>
                    <a:pt x="118" y="122"/>
                  </a:cubicBezTo>
                  <a:cubicBezTo>
                    <a:pt x="117" y="121"/>
                    <a:pt x="116" y="121"/>
                    <a:pt x="115" y="121"/>
                  </a:cubicBezTo>
                  <a:cubicBezTo>
                    <a:pt x="115" y="121"/>
                    <a:pt x="115" y="121"/>
                    <a:pt x="115" y="121"/>
                  </a:cubicBezTo>
                  <a:cubicBezTo>
                    <a:pt x="115" y="122"/>
                    <a:pt x="115" y="122"/>
                    <a:pt x="115" y="123"/>
                  </a:cubicBezTo>
                  <a:cubicBezTo>
                    <a:pt x="115" y="124"/>
                    <a:pt x="115" y="124"/>
                    <a:pt x="115" y="125"/>
                  </a:cubicBezTo>
                  <a:cubicBezTo>
                    <a:pt x="115" y="125"/>
                    <a:pt x="115" y="125"/>
                    <a:pt x="116" y="126"/>
                  </a:cubicBezTo>
                  <a:cubicBezTo>
                    <a:pt x="116" y="126"/>
                    <a:pt x="116" y="127"/>
                    <a:pt x="116" y="127"/>
                  </a:cubicBezTo>
                  <a:cubicBezTo>
                    <a:pt x="116" y="128"/>
                    <a:pt x="116" y="128"/>
                    <a:pt x="116" y="129"/>
                  </a:cubicBezTo>
                  <a:cubicBezTo>
                    <a:pt x="117" y="129"/>
                    <a:pt x="118" y="129"/>
                    <a:pt x="118" y="129"/>
                  </a:cubicBezTo>
                  <a:cubicBezTo>
                    <a:pt x="119" y="130"/>
                    <a:pt x="119" y="130"/>
                    <a:pt x="119" y="131"/>
                  </a:cubicBezTo>
                  <a:cubicBezTo>
                    <a:pt x="119" y="132"/>
                    <a:pt x="120" y="134"/>
                    <a:pt x="121" y="135"/>
                  </a:cubicBezTo>
                  <a:cubicBezTo>
                    <a:pt x="123" y="133"/>
                    <a:pt x="123" y="131"/>
                    <a:pt x="125" y="131"/>
                  </a:cubicBezTo>
                  <a:cubicBezTo>
                    <a:pt x="127" y="130"/>
                    <a:pt x="129" y="130"/>
                    <a:pt x="130" y="129"/>
                  </a:cubicBezTo>
                  <a:cubicBezTo>
                    <a:pt x="129" y="128"/>
                    <a:pt x="129" y="127"/>
                    <a:pt x="128" y="126"/>
                  </a:cubicBezTo>
                  <a:cubicBezTo>
                    <a:pt x="128" y="126"/>
                    <a:pt x="127" y="125"/>
                    <a:pt x="127" y="124"/>
                  </a:cubicBezTo>
                  <a:cubicBezTo>
                    <a:pt x="127" y="123"/>
                    <a:pt x="128" y="123"/>
                    <a:pt x="128" y="122"/>
                  </a:cubicBezTo>
                  <a:cubicBezTo>
                    <a:pt x="128" y="121"/>
                    <a:pt x="128" y="121"/>
                    <a:pt x="128" y="120"/>
                  </a:cubicBezTo>
                  <a:cubicBezTo>
                    <a:pt x="128" y="119"/>
                    <a:pt x="128" y="119"/>
                    <a:pt x="128" y="118"/>
                  </a:cubicBezTo>
                  <a:cubicBezTo>
                    <a:pt x="128" y="117"/>
                    <a:pt x="127" y="117"/>
                    <a:pt x="127" y="117"/>
                  </a:cubicBezTo>
                  <a:cubicBezTo>
                    <a:pt x="127" y="117"/>
                    <a:pt x="126" y="117"/>
                    <a:pt x="125" y="117"/>
                  </a:cubicBezTo>
                  <a:cubicBezTo>
                    <a:pt x="124" y="117"/>
                    <a:pt x="124" y="116"/>
                    <a:pt x="123" y="116"/>
                  </a:cubicBezTo>
                  <a:cubicBezTo>
                    <a:pt x="122" y="115"/>
                    <a:pt x="122" y="115"/>
                    <a:pt x="122" y="115"/>
                  </a:cubicBezTo>
                  <a:cubicBezTo>
                    <a:pt x="121" y="115"/>
                    <a:pt x="121" y="115"/>
                    <a:pt x="120" y="115"/>
                  </a:cubicBezTo>
                  <a:cubicBezTo>
                    <a:pt x="120" y="115"/>
                    <a:pt x="120" y="115"/>
                    <a:pt x="119" y="115"/>
                  </a:cubicBezTo>
                  <a:close/>
                  <a:moveTo>
                    <a:pt x="82" y="8"/>
                  </a:moveTo>
                  <a:cubicBezTo>
                    <a:pt x="81" y="8"/>
                    <a:pt x="80" y="7"/>
                    <a:pt x="79" y="7"/>
                  </a:cubicBezTo>
                  <a:cubicBezTo>
                    <a:pt x="79" y="8"/>
                    <a:pt x="78" y="9"/>
                    <a:pt x="78" y="10"/>
                  </a:cubicBezTo>
                  <a:cubicBezTo>
                    <a:pt x="77" y="12"/>
                    <a:pt x="77" y="14"/>
                    <a:pt x="76" y="16"/>
                  </a:cubicBezTo>
                  <a:cubicBezTo>
                    <a:pt x="76" y="17"/>
                    <a:pt x="75" y="17"/>
                    <a:pt x="75" y="18"/>
                  </a:cubicBezTo>
                  <a:cubicBezTo>
                    <a:pt x="77" y="19"/>
                    <a:pt x="78" y="19"/>
                    <a:pt x="78" y="21"/>
                  </a:cubicBezTo>
                  <a:cubicBezTo>
                    <a:pt x="78" y="23"/>
                    <a:pt x="77" y="24"/>
                    <a:pt x="76" y="26"/>
                  </a:cubicBezTo>
                  <a:cubicBezTo>
                    <a:pt x="75" y="27"/>
                    <a:pt x="75" y="28"/>
                    <a:pt x="75" y="29"/>
                  </a:cubicBezTo>
                  <a:cubicBezTo>
                    <a:pt x="74" y="31"/>
                    <a:pt x="73" y="31"/>
                    <a:pt x="73" y="33"/>
                  </a:cubicBezTo>
                  <a:cubicBezTo>
                    <a:pt x="73" y="34"/>
                    <a:pt x="73" y="34"/>
                    <a:pt x="74" y="34"/>
                  </a:cubicBezTo>
                  <a:cubicBezTo>
                    <a:pt x="73" y="34"/>
                    <a:pt x="73" y="35"/>
                    <a:pt x="73" y="36"/>
                  </a:cubicBezTo>
                  <a:cubicBezTo>
                    <a:pt x="73" y="36"/>
                    <a:pt x="73" y="36"/>
                    <a:pt x="73" y="37"/>
                  </a:cubicBezTo>
                  <a:cubicBezTo>
                    <a:pt x="73" y="42"/>
                    <a:pt x="73" y="42"/>
                    <a:pt x="73" y="42"/>
                  </a:cubicBezTo>
                  <a:cubicBezTo>
                    <a:pt x="73" y="43"/>
                    <a:pt x="72" y="43"/>
                    <a:pt x="72" y="44"/>
                  </a:cubicBezTo>
                  <a:cubicBezTo>
                    <a:pt x="72" y="45"/>
                    <a:pt x="72" y="45"/>
                    <a:pt x="72" y="45"/>
                  </a:cubicBezTo>
                  <a:cubicBezTo>
                    <a:pt x="73" y="46"/>
                    <a:pt x="73" y="46"/>
                    <a:pt x="73" y="46"/>
                  </a:cubicBezTo>
                  <a:cubicBezTo>
                    <a:pt x="74" y="45"/>
                    <a:pt x="75" y="45"/>
                    <a:pt x="76" y="45"/>
                  </a:cubicBezTo>
                  <a:cubicBezTo>
                    <a:pt x="76" y="46"/>
                    <a:pt x="76" y="46"/>
                    <a:pt x="76" y="47"/>
                  </a:cubicBezTo>
                  <a:cubicBezTo>
                    <a:pt x="76" y="47"/>
                    <a:pt x="76" y="48"/>
                    <a:pt x="76" y="48"/>
                  </a:cubicBezTo>
                  <a:cubicBezTo>
                    <a:pt x="77" y="48"/>
                    <a:pt x="77" y="47"/>
                    <a:pt x="78" y="46"/>
                  </a:cubicBezTo>
                  <a:cubicBezTo>
                    <a:pt x="78" y="46"/>
                    <a:pt x="79" y="46"/>
                    <a:pt x="80" y="45"/>
                  </a:cubicBezTo>
                  <a:cubicBezTo>
                    <a:pt x="80" y="46"/>
                    <a:pt x="80" y="46"/>
                    <a:pt x="80" y="46"/>
                  </a:cubicBezTo>
                  <a:cubicBezTo>
                    <a:pt x="80" y="53"/>
                    <a:pt x="80" y="53"/>
                    <a:pt x="80" y="53"/>
                  </a:cubicBezTo>
                  <a:cubicBezTo>
                    <a:pt x="79" y="53"/>
                    <a:pt x="78" y="52"/>
                    <a:pt x="77" y="52"/>
                  </a:cubicBezTo>
                  <a:cubicBezTo>
                    <a:pt x="77" y="52"/>
                    <a:pt x="77" y="52"/>
                    <a:pt x="77" y="52"/>
                  </a:cubicBezTo>
                  <a:cubicBezTo>
                    <a:pt x="77" y="53"/>
                    <a:pt x="77" y="53"/>
                    <a:pt x="77" y="54"/>
                  </a:cubicBezTo>
                  <a:cubicBezTo>
                    <a:pt x="77" y="55"/>
                    <a:pt x="77" y="55"/>
                    <a:pt x="76" y="55"/>
                  </a:cubicBezTo>
                  <a:cubicBezTo>
                    <a:pt x="76" y="55"/>
                    <a:pt x="75" y="54"/>
                    <a:pt x="75" y="53"/>
                  </a:cubicBezTo>
                  <a:cubicBezTo>
                    <a:pt x="74" y="53"/>
                    <a:pt x="74" y="53"/>
                    <a:pt x="74" y="53"/>
                  </a:cubicBezTo>
                  <a:cubicBezTo>
                    <a:pt x="73" y="53"/>
                    <a:pt x="73" y="53"/>
                    <a:pt x="72" y="53"/>
                  </a:cubicBezTo>
                  <a:cubicBezTo>
                    <a:pt x="72" y="54"/>
                    <a:pt x="71" y="54"/>
                    <a:pt x="70" y="54"/>
                  </a:cubicBezTo>
                  <a:cubicBezTo>
                    <a:pt x="69" y="54"/>
                    <a:pt x="69" y="54"/>
                    <a:pt x="69" y="54"/>
                  </a:cubicBezTo>
                  <a:cubicBezTo>
                    <a:pt x="68" y="54"/>
                    <a:pt x="68" y="54"/>
                    <a:pt x="67" y="54"/>
                  </a:cubicBezTo>
                  <a:cubicBezTo>
                    <a:pt x="67" y="54"/>
                    <a:pt x="67" y="52"/>
                    <a:pt x="66" y="52"/>
                  </a:cubicBezTo>
                  <a:cubicBezTo>
                    <a:pt x="65" y="52"/>
                    <a:pt x="64" y="53"/>
                    <a:pt x="64" y="53"/>
                  </a:cubicBezTo>
                  <a:cubicBezTo>
                    <a:pt x="64" y="54"/>
                    <a:pt x="64" y="54"/>
                    <a:pt x="65" y="55"/>
                  </a:cubicBezTo>
                  <a:cubicBezTo>
                    <a:pt x="65" y="56"/>
                    <a:pt x="65" y="56"/>
                    <a:pt x="65" y="58"/>
                  </a:cubicBezTo>
                  <a:cubicBezTo>
                    <a:pt x="65" y="60"/>
                    <a:pt x="64" y="61"/>
                    <a:pt x="63" y="63"/>
                  </a:cubicBezTo>
                  <a:cubicBezTo>
                    <a:pt x="62" y="65"/>
                    <a:pt x="62" y="66"/>
                    <a:pt x="62" y="68"/>
                  </a:cubicBezTo>
                  <a:cubicBezTo>
                    <a:pt x="62" y="69"/>
                    <a:pt x="62" y="70"/>
                    <a:pt x="61" y="71"/>
                  </a:cubicBezTo>
                  <a:cubicBezTo>
                    <a:pt x="61" y="73"/>
                    <a:pt x="61" y="74"/>
                    <a:pt x="61" y="76"/>
                  </a:cubicBezTo>
                  <a:cubicBezTo>
                    <a:pt x="61" y="77"/>
                    <a:pt x="60" y="77"/>
                    <a:pt x="60" y="78"/>
                  </a:cubicBezTo>
                  <a:cubicBezTo>
                    <a:pt x="60" y="79"/>
                    <a:pt x="61" y="79"/>
                    <a:pt x="61" y="79"/>
                  </a:cubicBezTo>
                  <a:cubicBezTo>
                    <a:pt x="64" y="81"/>
                    <a:pt x="64" y="81"/>
                    <a:pt x="64" y="81"/>
                  </a:cubicBezTo>
                  <a:cubicBezTo>
                    <a:pt x="65" y="82"/>
                    <a:pt x="66" y="82"/>
                    <a:pt x="67" y="82"/>
                  </a:cubicBezTo>
                  <a:cubicBezTo>
                    <a:pt x="68" y="82"/>
                    <a:pt x="69" y="81"/>
                    <a:pt x="70" y="81"/>
                  </a:cubicBezTo>
                  <a:cubicBezTo>
                    <a:pt x="71" y="80"/>
                    <a:pt x="72" y="80"/>
                    <a:pt x="72" y="79"/>
                  </a:cubicBezTo>
                  <a:cubicBezTo>
                    <a:pt x="73" y="78"/>
                    <a:pt x="73" y="77"/>
                    <a:pt x="73" y="77"/>
                  </a:cubicBezTo>
                  <a:cubicBezTo>
                    <a:pt x="74" y="75"/>
                    <a:pt x="75" y="74"/>
                    <a:pt x="75" y="72"/>
                  </a:cubicBezTo>
                  <a:cubicBezTo>
                    <a:pt x="76" y="71"/>
                    <a:pt x="76" y="70"/>
                    <a:pt x="76" y="68"/>
                  </a:cubicBezTo>
                  <a:cubicBezTo>
                    <a:pt x="76" y="68"/>
                    <a:pt x="77" y="67"/>
                    <a:pt x="77" y="67"/>
                  </a:cubicBezTo>
                  <a:cubicBezTo>
                    <a:pt x="78" y="66"/>
                    <a:pt x="78" y="65"/>
                    <a:pt x="78" y="64"/>
                  </a:cubicBezTo>
                  <a:cubicBezTo>
                    <a:pt x="78" y="62"/>
                    <a:pt x="78" y="61"/>
                    <a:pt x="79" y="60"/>
                  </a:cubicBezTo>
                  <a:cubicBezTo>
                    <a:pt x="79" y="59"/>
                    <a:pt x="80" y="58"/>
                    <a:pt x="80" y="58"/>
                  </a:cubicBezTo>
                  <a:cubicBezTo>
                    <a:pt x="82" y="58"/>
                    <a:pt x="83" y="58"/>
                    <a:pt x="84" y="57"/>
                  </a:cubicBezTo>
                  <a:cubicBezTo>
                    <a:pt x="85" y="57"/>
                    <a:pt x="85" y="56"/>
                    <a:pt x="85" y="55"/>
                  </a:cubicBezTo>
                  <a:cubicBezTo>
                    <a:pt x="85" y="55"/>
                    <a:pt x="85" y="55"/>
                    <a:pt x="84" y="54"/>
                  </a:cubicBezTo>
                  <a:cubicBezTo>
                    <a:pt x="84" y="54"/>
                    <a:pt x="83" y="54"/>
                    <a:pt x="83" y="53"/>
                  </a:cubicBezTo>
                  <a:cubicBezTo>
                    <a:pt x="84" y="52"/>
                    <a:pt x="84" y="51"/>
                    <a:pt x="85" y="50"/>
                  </a:cubicBezTo>
                  <a:cubicBezTo>
                    <a:pt x="86" y="49"/>
                    <a:pt x="87" y="49"/>
                    <a:pt x="87" y="48"/>
                  </a:cubicBezTo>
                  <a:cubicBezTo>
                    <a:pt x="86" y="47"/>
                    <a:pt x="85" y="46"/>
                    <a:pt x="85" y="44"/>
                  </a:cubicBezTo>
                  <a:cubicBezTo>
                    <a:pt x="85" y="43"/>
                    <a:pt x="85" y="42"/>
                    <a:pt x="85" y="41"/>
                  </a:cubicBezTo>
                  <a:cubicBezTo>
                    <a:pt x="85" y="41"/>
                    <a:pt x="85" y="41"/>
                    <a:pt x="84" y="41"/>
                  </a:cubicBezTo>
                  <a:cubicBezTo>
                    <a:pt x="84" y="40"/>
                    <a:pt x="83" y="40"/>
                    <a:pt x="83" y="39"/>
                  </a:cubicBezTo>
                  <a:cubicBezTo>
                    <a:pt x="83" y="38"/>
                    <a:pt x="84" y="37"/>
                    <a:pt x="84" y="36"/>
                  </a:cubicBezTo>
                  <a:cubicBezTo>
                    <a:pt x="84" y="35"/>
                    <a:pt x="84" y="34"/>
                    <a:pt x="84" y="34"/>
                  </a:cubicBezTo>
                  <a:cubicBezTo>
                    <a:pt x="85" y="34"/>
                    <a:pt x="85" y="34"/>
                    <a:pt x="85" y="34"/>
                  </a:cubicBezTo>
                  <a:cubicBezTo>
                    <a:pt x="86" y="33"/>
                    <a:pt x="86" y="33"/>
                    <a:pt x="86" y="32"/>
                  </a:cubicBezTo>
                  <a:cubicBezTo>
                    <a:pt x="88" y="30"/>
                    <a:pt x="89" y="29"/>
                    <a:pt x="91" y="27"/>
                  </a:cubicBezTo>
                  <a:cubicBezTo>
                    <a:pt x="93" y="25"/>
                    <a:pt x="93" y="23"/>
                    <a:pt x="94" y="20"/>
                  </a:cubicBezTo>
                  <a:cubicBezTo>
                    <a:pt x="95" y="19"/>
                    <a:pt x="95" y="18"/>
                    <a:pt x="95" y="16"/>
                  </a:cubicBezTo>
                  <a:cubicBezTo>
                    <a:pt x="95" y="15"/>
                    <a:pt x="96" y="15"/>
                    <a:pt x="96" y="14"/>
                  </a:cubicBezTo>
                  <a:cubicBezTo>
                    <a:pt x="96" y="13"/>
                    <a:pt x="94" y="13"/>
                    <a:pt x="94" y="12"/>
                  </a:cubicBezTo>
                  <a:cubicBezTo>
                    <a:pt x="93" y="12"/>
                    <a:pt x="93" y="12"/>
                    <a:pt x="93" y="11"/>
                  </a:cubicBezTo>
                  <a:cubicBezTo>
                    <a:pt x="94" y="11"/>
                    <a:pt x="94" y="11"/>
                    <a:pt x="95" y="10"/>
                  </a:cubicBezTo>
                  <a:cubicBezTo>
                    <a:pt x="95" y="10"/>
                    <a:pt x="96" y="10"/>
                    <a:pt x="96" y="10"/>
                  </a:cubicBezTo>
                  <a:cubicBezTo>
                    <a:pt x="96" y="9"/>
                    <a:pt x="96" y="9"/>
                    <a:pt x="96" y="8"/>
                  </a:cubicBezTo>
                  <a:cubicBezTo>
                    <a:pt x="96" y="7"/>
                    <a:pt x="95" y="6"/>
                    <a:pt x="95" y="5"/>
                  </a:cubicBezTo>
                  <a:cubicBezTo>
                    <a:pt x="95" y="4"/>
                    <a:pt x="95" y="4"/>
                    <a:pt x="95" y="2"/>
                  </a:cubicBezTo>
                  <a:cubicBezTo>
                    <a:pt x="95" y="1"/>
                    <a:pt x="95" y="0"/>
                    <a:pt x="94" y="0"/>
                  </a:cubicBezTo>
                  <a:cubicBezTo>
                    <a:pt x="93" y="0"/>
                    <a:pt x="93" y="0"/>
                    <a:pt x="92" y="0"/>
                  </a:cubicBezTo>
                  <a:cubicBezTo>
                    <a:pt x="91" y="0"/>
                    <a:pt x="91" y="1"/>
                    <a:pt x="90" y="2"/>
                  </a:cubicBezTo>
                  <a:cubicBezTo>
                    <a:pt x="90" y="2"/>
                    <a:pt x="89" y="2"/>
                    <a:pt x="89" y="3"/>
                  </a:cubicBezTo>
                  <a:cubicBezTo>
                    <a:pt x="87" y="4"/>
                    <a:pt x="87" y="5"/>
                    <a:pt x="85" y="6"/>
                  </a:cubicBezTo>
                  <a:cubicBezTo>
                    <a:pt x="84" y="7"/>
                    <a:pt x="84" y="8"/>
                    <a:pt x="82" y="8"/>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95"/>
            <p:cNvSpPr>
              <a:spLocks noEditPoints="1"/>
            </p:cNvSpPr>
            <p:nvPr/>
          </p:nvSpPr>
          <p:spPr bwMode="auto">
            <a:xfrm>
              <a:off x="1414463" y="3021013"/>
              <a:ext cx="630238" cy="528638"/>
            </a:xfrm>
            <a:custGeom>
              <a:avLst/>
              <a:gdLst/>
              <a:ahLst/>
              <a:cxnLst>
                <a:cxn ang="0">
                  <a:pos x="261" y="282"/>
                </a:cxn>
                <a:cxn ang="0">
                  <a:pos x="250" y="281"/>
                </a:cxn>
                <a:cxn ang="0">
                  <a:pos x="256" y="279"/>
                </a:cxn>
                <a:cxn ang="0">
                  <a:pos x="235" y="295"/>
                </a:cxn>
                <a:cxn ang="0">
                  <a:pos x="244" y="286"/>
                </a:cxn>
                <a:cxn ang="0">
                  <a:pos x="224" y="294"/>
                </a:cxn>
                <a:cxn ang="0">
                  <a:pos x="221" y="298"/>
                </a:cxn>
                <a:cxn ang="0">
                  <a:pos x="207" y="294"/>
                </a:cxn>
                <a:cxn ang="0">
                  <a:pos x="212" y="297"/>
                </a:cxn>
                <a:cxn ang="0">
                  <a:pos x="184" y="305"/>
                </a:cxn>
                <a:cxn ang="0">
                  <a:pos x="190" y="308"/>
                </a:cxn>
                <a:cxn ang="0">
                  <a:pos x="180" y="298"/>
                </a:cxn>
                <a:cxn ang="0">
                  <a:pos x="171" y="287"/>
                </a:cxn>
                <a:cxn ang="0">
                  <a:pos x="182" y="283"/>
                </a:cxn>
                <a:cxn ang="0">
                  <a:pos x="160" y="336"/>
                </a:cxn>
                <a:cxn ang="0">
                  <a:pos x="176" y="331"/>
                </a:cxn>
                <a:cxn ang="0">
                  <a:pos x="153" y="328"/>
                </a:cxn>
                <a:cxn ang="0">
                  <a:pos x="251" y="40"/>
                </a:cxn>
                <a:cxn ang="0">
                  <a:pos x="249" y="29"/>
                </a:cxn>
                <a:cxn ang="0">
                  <a:pos x="236" y="41"/>
                </a:cxn>
                <a:cxn ang="0">
                  <a:pos x="262" y="15"/>
                </a:cxn>
                <a:cxn ang="0">
                  <a:pos x="281" y="15"/>
                </a:cxn>
                <a:cxn ang="0">
                  <a:pos x="395" y="157"/>
                </a:cxn>
                <a:cxn ang="0">
                  <a:pos x="384" y="179"/>
                </a:cxn>
                <a:cxn ang="0">
                  <a:pos x="382" y="209"/>
                </a:cxn>
                <a:cxn ang="0">
                  <a:pos x="389" y="224"/>
                </a:cxn>
                <a:cxn ang="0">
                  <a:pos x="363" y="242"/>
                </a:cxn>
                <a:cxn ang="0">
                  <a:pos x="350" y="242"/>
                </a:cxn>
                <a:cxn ang="0">
                  <a:pos x="331" y="258"/>
                </a:cxn>
                <a:cxn ang="0">
                  <a:pos x="305" y="258"/>
                </a:cxn>
                <a:cxn ang="0">
                  <a:pos x="283" y="267"/>
                </a:cxn>
                <a:cxn ang="0">
                  <a:pos x="261" y="275"/>
                </a:cxn>
                <a:cxn ang="0">
                  <a:pos x="236" y="276"/>
                </a:cxn>
                <a:cxn ang="0">
                  <a:pos x="204" y="293"/>
                </a:cxn>
                <a:cxn ang="0">
                  <a:pos x="185" y="283"/>
                </a:cxn>
                <a:cxn ang="0">
                  <a:pos x="163" y="284"/>
                </a:cxn>
                <a:cxn ang="0">
                  <a:pos x="152" y="294"/>
                </a:cxn>
                <a:cxn ang="0">
                  <a:pos x="142" y="327"/>
                </a:cxn>
                <a:cxn ang="0">
                  <a:pos x="106" y="317"/>
                </a:cxn>
                <a:cxn ang="0">
                  <a:pos x="71" y="321"/>
                </a:cxn>
                <a:cxn ang="0">
                  <a:pos x="33" y="325"/>
                </a:cxn>
                <a:cxn ang="0">
                  <a:pos x="4" y="324"/>
                </a:cxn>
                <a:cxn ang="0">
                  <a:pos x="4" y="286"/>
                </a:cxn>
                <a:cxn ang="0">
                  <a:pos x="12" y="271"/>
                </a:cxn>
                <a:cxn ang="0">
                  <a:pos x="28" y="270"/>
                </a:cxn>
                <a:cxn ang="0">
                  <a:pos x="40" y="266"/>
                </a:cxn>
                <a:cxn ang="0">
                  <a:pos x="67" y="253"/>
                </a:cxn>
                <a:cxn ang="0">
                  <a:pos x="92" y="232"/>
                </a:cxn>
                <a:cxn ang="0">
                  <a:pos x="121" y="213"/>
                </a:cxn>
                <a:cxn ang="0">
                  <a:pos x="159" y="181"/>
                </a:cxn>
                <a:cxn ang="0">
                  <a:pos x="195" y="146"/>
                </a:cxn>
                <a:cxn ang="0">
                  <a:pos x="208" y="125"/>
                </a:cxn>
                <a:cxn ang="0">
                  <a:pos x="239" y="113"/>
                </a:cxn>
                <a:cxn ang="0">
                  <a:pos x="274" y="123"/>
                </a:cxn>
                <a:cxn ang="0">
                  <a:pos x="301" y="112"/>
                </a:cxn>
                <a:cxn ang="0">
                  <a:pos x="364" y="112"/>
                </a:cxn>
                <a:cxn ang="0">
                  <a:pos x="394" y="101"/>
                </a:cxn>
                <a:cxn ang="0">
                  <a:pos x="406" y="126"/>
                </a:cxn>
                <a:cxn ang="0">
                  <a:pos x="406" y="151"/>
                </a:cxn>
              </a:cxnLst>
              <a:rect l="0" t="0" r="r" b="b"/>
              <a:pathLst>
                <a:path w="409" h="344">
                  <a:moveTo>
                    <a:pt x="260" y="276"/>
                  </a:moveTo>
                  <a:cubicBezTo>
                    <a:pt x="259" y="276"/>
                    <a:pt x="259" y="276"/>
                    <a:pt x="259" y="276"/>
                  </a:cubicBezTo>
                  <a:cubicBezTo>
                    <a:pt x="257" y="276"/>
                    <a:pt x="257" y="276"/>
                    <a:pt x="257" y="276"/>
                  </a:cubicBezTo>
                  <a:cubicBezTo>
                    <a:pt x="257" y="276"/>
                    <a:pt x="257" y="276"/>
                    <a:pt x="257" y="277"/>
                  </a:cubicBezTo>
                  <a:cubicBezTo>
                    <a:pt x="257" y="278"/>
                    <a:pt x="257" y="278"/>
                    <a:pt x="258" y="279"/>
                  </a:cubicBezTo>
                  <a:cubicBezTo>
                    <a:pt x="258" y="280"/>
                    <a:pt x="258" y="281"/>
                    <a:pt x="259" y="281"/>
                  </a:cubicBezTo>
                  <a:cubicBezTo>
                    <a:pt x="259" y="282"/>
                    <a:pt x="260" y="282"/>
                    <a:pt x="261" y="282"/>
                  </a:cubicBezTo>
                  <a:cubicBezTo>
                    <a:pt x="262" y="284"/>
                    <a:pt x="261" y="283"/>
                    <a:pt x="262" y="281"/>
                  </a:cubicBezTo>
                  <a:cubicBezTo>
                    <a:pt x="262" y="280"/>
                    <a:pt x="263" y="280"/>
                    <a:pt x="263" y="280"/>
                  </a:cubicBezTo>
                  <a:cubicBezTo>
                    <a:pt x="263" y="279"/>
                    <a:pt x="262" y="279"/>
                    <a:pt x="262" y="279"/>
                  </a:cubicBezTo>
                  <a:cubicBezTo>
                    <a:pt x="262" y="278"/>
                    <a:pt x="262" y="278"/>
                    <a:pt x="262" y="278"/>
                  </a:cubicBezTo>
                  <a:cubicBezTo>
                    <a:pt x="261" y="277"/>
                    <a:pt x="261" y="277"/>
                    <a:pt x="260" y="276"/>
                  </a:cubicBezTo>
                  <a:close/>
                  <a:moveTo>
                    <a:pt x="256" y="279"/>
                  </a:moveTo>
                  <a:cubicBezTo>
                    <a:pt x="254" y="281"/>
                    <a:pt x="252" y="281"/>
                    <a:pt x="250" y="281"/>
                  </a:cubicBezTo>
                  <a:cubicBezTo>
                    <a:pt x="250" y="282"/>
                    <a:pt x="249" y="282"/>
                    <a:pt x="249" y="283"/>
                  </a:cubicBezTo>
                  <a:cubicBezTo>
                    <a:pt x="249" y="285"/>
                    <a:pt x="249" y="286"/>
                    <a:pt x="249" y="287"/>
                  </a:cubicBezTo>
                  <a:cubicBezTo>
                    <a:pt x="250" y="287"/>
                    <a:pt x="250" y="287"/>
                    <a:pt x="250" y="287"/>
                  </a:cubicBezTo>
                  <a:cubicBezTo>
                    <a:pt x="250" y="287"/>
                    <a:pt x="251" y="286"/>
                    <a:pt x="252" y="286"/>
                  </a:cubicBezTo>
                  <a:cubicBezTo>
                    <a:pt x="253" y="286"/>
                    <a:pt x="253" y="285"/>
                    <a:pt x="253" y="285"/>
                  </a:cubicBezTo>
                  <a:cubicBezTo>
                    <a:pt x="254" y="284"/>
                    <a:pt x="256" y="284"/>
                    <a:pt x="256" y="282"/>
                  </a:cubicBezTo>
                  <a:cubicBezTo>
                    <a:pt x="256" y="281"/>
                    <a:pt x="256" y="280"/>
                    <a:pt x="256" y="279"/>
                  </a:cubicBezTo>
                  <a:close/>
                  <a:moveTo>
                    <a:pt x="243" y="283"/>
                  </a:moveTo>
                  <a:cubicBezTo>
                    <a:pt x="243" y="283"/>
                    <a:pt x="243" y="282"/>
                    <a:pt x="242" y="282"/>
                  </a:cubicBezTo>
                  <a:cubicBezTo>
                    <a:pt x="241" y="282"/>
                    <a:pt x="239" y="283"/>
                    <a:pt x="239" y="284"/>
                  </a:cubicBezTo>
                  <a:cubicBezTo>
                    <a:pt x="239" y="285"/>
                    <a:pt x="240" y="286"/>
                    <a:pt x="240" y="287"/>
                  </a:cubicBezTo>
                  <a:cubicBezTo>
                    <a:pt x="240" y="288"/>
                    <a:pt x="240" y="288"/>
                    <a:pt x="240" y="289"/>
                  </a:cubicBezTo>
                  <a:cubicBezTo>
                    <a:pt x="239" y="290"/>
                    <a:pt x="239" y="291"/>
                    <a:pt x="238" y="291"/>
                  </a:cubicBezTo>
                  <a:cubicBezTo>
                    <a:pt x="237" y="292"/>
                    <a:pt x="235" y="293"/>
                    <a:pt x="235" y="295"/>
                  </a:cubicBezTo>
                  <a:cubicBezTo>
                    <a:pt x="235" y="296"/>
                    <a:pt x="236" y="296"/>
                    <a:pt x="236" y="296"/>
                  </a:cubicBezTo>
                  <a:cubicBezTo>
                    <a:pt x="236" y="296"/>
                    <a:pt x="237" y="296"/>
                    <a:pt x="237" y="295"/>
                  </a:cubicBezTo>
                  <a:cubicBezTo>
                    <a:pt x="238" y="295"/>
                    <a:pt x="239" y="295"/>
                    <a:pt x="240" y="294"/>
                  </a:cubicBezTo>
                  <a:cubicBezTo>
                    <a:pt x="242" y="294"/>
                    <a:pt x="243" y="294"/>
                    <a:pt x="245" y="294"/>
                  </a:cubicBezTo>
                  <a:cubicBezTo>
                    <a:pt x="245" y="290"/>
                    <a:pt x="245" y="290"/>
                    <a:pt x="245" y="290"/>
                  </a:cubicBezTo>
                  <a:cubicBezTo>
                    <a:pt x="245" y="289"/>
                    <a:pt x="246" y="289"/>
                    <a:pt x="246" y="288"/>
                  </a:cubicBezTo>
                  <a:cubicBezTo>
                    <a:pt x="246" y="287"/>
                    <a:pt x="245" y="287"/>
                    <a:pt x="244" y="286"/>
                  </a:cubicBezTo>
                  <a:cubicBezTo>
                    <a:pt x="244" y="285"/>
                    <a:pt x="243" y="284"/>
                    <a:pt x="243" y="283"/>
                  </a:cubicBezTo>
                  <a:close/>
                  <a:moveTo>
                    <a:pt x="233" y="285"/>
                  </a:moveTo>
                  <a:cubicBezTo>
                    <a:pt x="231" y="287"/>
                    <a:pt x="230" y="288"/>
                    <a:pt x="228" y="288"/>
                  </a:cubicBezTo>
                  <a:cubicBezTo>
                    <a:pt x="227" y="289"/>
                    <a:pt x="225" y="289"/>
                    <a:pt x="224" y="290"/>
                  </a:cubicBezTo>
                  <a:cubicBezTo>
                    <a:pt x="224" y="290"/>
                    <a:pt x="224" y="291"/>
                    <a:pt x="224" y="292"/>
                  </a:cubicBezTo>
                  <a:cubicBezTo>
                    <a:pt x="224" y="292"/>
                    <a:pt x="224" y="292"/>
                    <a:pt x="224" y="293"/>
                  </a:cubicBezTo>
                  <a:cubicBezTo>
                    <a:pt x="224" y="294"/>
                    <a:pt x="224" y="294"/>
                    <a:pt x="224" y="294"/>
                  </a:cubicBezTo>
                  <a:cubicBezTo>
                    <a:pt x="226" y="294"/>
                    <a:pt x="226" y="294"/>
                    <a:pt x="226" y="294"/>
                  </a:cubicBezTo>
                  <a:cubicBezTo>
                    <a:pt x="227" y="294"/>
                    <a:pt x="228" y="294"/>
                    <a:pt x="229" y="293"/>
                  </a:cubicBezTo>
                  <a:cubicBezTo>
                    <a:pt x="230" y="293"/>
                    <a:pt x="230" y="292"/>
                    <a:pt x="231" y="291"/>
                  </a:cubicBezTo>
                  <a:cubicBezTo>
                    <a:pt x="231" y="291"/>
                    <a:pt x="231" y="290"/>
                    <a:pt x="232" y="290"/>
                  </a:cubicBezTo>
                  <a:cubicBezTo>
                    <a:pt x="232" y="288"/>
                    <a:pt x="233" y="287"/>
                    <a:pt x="233" y="285"/>
                  </a:cubicBezTo>
                  <a:close/>
                  <a:moveTo>
                    <a:pt x="223" y="297"/>
                  </a:moveTo>
                  <a:cubicBezTo>
                    <a:pt x="222" y="297"/>
                    <a:pt x="222" y="297"/>
                    <a:pt x="221" y="298"/>
                  </a:cubicBezTo>
                  <a:cubicBezTo>
                    <a:pt x="220" y="298"/>
                    <a:pt x="220" y="298"/>
                    <a:pt x="219" y="298"/>
                  </a:cubicBezTo>
                  <a:cubicBezTo>
                    <a:pt x="219" y="298"/>
                    <a:pt x="219" y="299"/>
                    <a:pt x="219" y="299"/>
                  </a:cubicBezTo>
                  <a:cubicBezTo>
                    <a:pt x="219" y="300"/>
                    <a:pt x="219" y="301"/>
                    <a:pt x="219" y="302"/>
                  </a:cubicBezTo>
                  <a:cubicBezTo>
                    <a:pt x="221" y="301"/>
                    <a:pt x="222" y="300"/>
                    <a:pt x="224" y="300"/>
                  </a:cubicBezTo>
                  <a:cubicBezTo>
                    <a:pt x="224" y="299"/>
                    <a:pt x="224" y="299"/>
                    <a:pt x="224" y="299"/>
                  </a:cubicBezTo>
                  <a:cubicBezTo>
                    <a:pt x="224" y="298"/>
                    <a:pt x="223" y="297"/>
                    <a:pt x="223" y="297"/>
                  </a:cubicBezTo>
                  <a:close/>
                  <a:moveTo>
                    <a:pt x="207" y="294"/>
                  </a:moveTo>
                  <a:cubicBezTo>
                    <a:pt x="207" y="294"/>
                    <a:pt x="207" y="294"/>
                    <a:pt x="206" y="294"/>
                  </a:cubicBezTo>
                  <a:cubicBezTo>
                    <a:pt x="206" y="295"/>
                    <a:pt x="206" y="296"/>
                    <a:pt x="206" y="297"/>
                  </a:cubicBezTo>
                  <a:cubicBezTo>
                    <a:pt x="206" y="298"/>
                    <a:pt x="206" y="298"/>
                    <a:pt x="207" y="298"/>
                  </a:cubicBezTo>
                  <a:cubicBezTo>
                    <a:pt x="207" y="298"/>
                    <a:pt x="208" y="298"/>
                    <a:pt x="209" y="299"/>
                  </a:cubicBezTo>
                  <a:cubicBezTo>
                    <a:pt x="210" y="299"/>
                    <a:pt x="210" y="300"/>
                    <a:pt x="211" y="300"/>
                  </a:cubicBezTo>
                  <a:cubicBezTo>
                    <a:pt x="212" y="300"/>
                    <a:pt x="213" y="299"/>
                    <a:pt x="213" y="298"/>
                  </a:cubicBezTo>
                  <a:cubicBezTo>
                    <a:pt x="213" y="297"/>
                    <a:pt x="212" y="297"/>
                    <a:pt x="212" y="297"/>
                  </a:cubicBezTo>
                  <a:cubicBezTo>
                    <a:pt x="211" y="296"/>
                    <a:pt x="211" y="296"/>
                    <a:pt x="210" y="296"/>
                  </a:cubicBezTo>
                  <a:cubicBezTo>
                    <a:pt x="209" y="295"/>
                    <a:pt x="209" y="295"/>
                    <a:pt x="208" y="295"/>
                  </a:cubicBezTo>
                  <a:cubicBezTo>
                    <a:pt x="207" y="295"/>
                    <a:pt x="207" y="294"/>
                    <a:pt x="207" y="294"/>
                  </a:cubicBezTo>
                  <a:close/>
                  <a:moveTo>
                    <a:pt x="187" y="297"/>
                  </a:moveTo>
                  <a:cubicBezTo>
                    <a:pt x="186" y="297"/>
                    <a:pt x="185" y="297"/>
                    <a:pt x="184" y="297"/>
                  </a:cubicBezTo>
                  <a:cubicBezTo>
                    <a:pt x="184" y="299"/>
                    <a:pt x="184" y="301"/>
                    <a:pt x="184" y="303"/>
                  </a:cubicBezTo>
                  <a:cubicBezTo>
                    <a:pt x="184" y="304"/>
                    <a:pt x="184" y="304"/>
                    <a:pt x="184" y="305"/>
                  </a:cubicBezTo>
                  <a:cubicBezTo>
                    <a:pt x="183" y="305"/>
                    <a:pt x="183" y="304"/>
                    <a:pt x="182" y="305"/>
                  </a:cubicBezTo>
                  <a:cubicBezTo>
                    <a:pt x="181" y="306"/>
                    <a:pt x="181" y="307"/>
                    <a:pt x="181" y="308"/>
                  </a:cubicBezTo>
                  <a:cubicBezTo>
                    <a:pt x="181" y="309"/>
                    <a:pt x="181" y="309"/>
                    <a:pt x="181" y="310"/>
                  </a:cubicBezTo>
                  <a:cubicBezTo>
                    <a:pt x="182" y="310"/>
                    <a:pt x="183" y="309"/>
                    <a:pt x="183" y="309"/>
                  </a:cubicBezTo>
                  <a:cubicBezTo>
                    <a:pt x="185" y="309"/>
                    <a:pt x="187" y="310"/>
                    <a:pt x="189" y="311"/>
                  </a:cubicBezTo>
                  <a:cubicBezTo>
                    <a:pt x="190" y="310"/>
                    <a:pt x="190" y="310"/>
                    <a:pt x="190" y="310"/>
                  </a:cubicBezTo>
                  <a:cubicBezTo>
                    <a:pt x="190" y="310"/>
                    <a:pt x="190" y="309"/>
                    <a:pt x="190" y="308"/>
                  </a:cubicBezTo>
                  <a:cubicBezTo>
                    <a:pt x="190" y="306"/>
                    <a:pt x="187" y="306"/>
                    <a:pt x="187" y="304"/>
                  </a:cubicBezTo>
                  <a:cubicBezTo>
                    <a:pt x="187" y="303"/>
                    <a:pt x="188" y="302"/>
                    <a:pt x="188" y="301"/>
                  </a:cubicBezTo>
                  <a:cubicBezTo>
                    <a:pt x="188" y="299"/>
                    <a:pt x="187" y="298"/>
                    <a:pt x="187" y="297"/>
                  </a:cubicBezTo>
                  <a:close/>
                  <a:moveTo>
                    <a:pt x="182" y="283"/>
                  </a:moveTo>
                  <a:cubicBezTo>
                    <a:pt x="182" y="284"/>
                    <a:pt x="183" y="286"/>
                    <a:pt x="183" y="287"/>
                  </a:cubicBezTo>
                  <a:cubicBezTo>
                    <a:pt x="183" y="290"/>
                    <a:pt x="183" y="291"/>
                    <a:pt x="182" y="294"/>
                  </a:cubicBezTo>
                  <a:cubicBezTo>
                    <a:pt x="181" y="296"/>
                    <a:pt x="180" y="296"/>
                    <a:pt x="180" y="298"/>
                  </a:cubicBezTo>
                  <a:cubicBezTo>
                    <a:pt x="180" y="300"/>
                    <a:pt x="181" y="301"/>
                    <a:pt x="181" y="303"/>
                  </a:cubicBezTo>
                  <a:cubicBezTo>
                    <a:pt x="180" y="303"/>
                    <a:pt x="180" y="303"/>
                    <a:pt x="180" y="303"/>
                  </a:cubicBezTo>
                  <a:cubicBezTo>
                    <a:pt x="179" y="303"/>
                    <a:pt x="179" y="303"/>
                    <a:pt x="178" y="302"/>
                  </a:cubicBezTo>
                  <a:cubicBezTo>
                    <a:pt x="178" y="300"/>
                    <a:pt x="178" y="300"/>
                    <a:pt x="178" y="300"/>
                  </a:cubicBezTo>
                  <a:cubicBezTo>
                    <a:pt x="178" y="298"/>
                    <a:pt x="178" y="297"/>
                    <a:pt x="178" y="295"/>
                  </a:cubicBezTo>
                  <a:cubicBezTo>
                    <a:pt x="176" y="295"/>
                    <a:pt x="175" y="295"/>
                    <a:pt x="173" y="294"/>
                  </a:cubicBezTo>
                  <a:cubicBezTo>
                    <a:pt x="171" y="292"/>
                    <a:pt x="172" y="290"/>
                    <a:pt x="171" y="287"/>
                  </a:cubicBezTo>
                  <a:cubicBezTo>
                    <a:pt x="172" y="288"/>
                    <a:pt x="172" y="288"/>
                    <a:pt x="172" y="288"/>
                  </a:cubicBezTo>
                  <a:cubicBezTo>
                    <a:pt x="173" y="289"/>
                    <a:pt x="175" y="289"/>
                    <a:pt x="176" y="290"/>
                  </a:cubicBezTo>
                  <a:cubicBezTo>
                    <a:pt x="176" y="290"/>
                    <a:pt x="176" y="290"/>
                    <a:pt x="176" y="291"/>
                  </a:cubicBezTo>
                  <a:cubicBezTo>
                    <a:pt x="178" y="292"/>
                    <a:pt x="179" y="292"/>
                    <a:pt x="180" y="293"/>
                  </a:cubicBezTo>
                  <a:cubicBezTo>
                    <a:pt x="180" y="291"/>
                    <a:pt x="180" y="290"/>
                    <a:pt x="179" y="288"/>
                  </a:cubicBezTo>
                  <a:cubicBezTo>
                    <a:pt x="179" y="286"/>
                    <a:pt x="178" y="285"/>
                    <a:pt x="177" y="283"/>
                  </a:cubicBezTo>
                  <a:cubicBezTo>
                    <a:pt x="179" y="284"/>
                    <a:pt x="180" y="283"/>
                    <a:pt x="182" y="283"/>
                  </a:cubicBezTo>
                  <a:close/>
                  <a:moveTo>
                    <a:pt x="153" y="328"/>
                  </a:moveTo>
                  <a:cubicBezTo>
                    <a:pt x="152" y="328"/>
                    <a:pt x="152" y="329"/>
                    <a:pt x="151" y="329"/>
                  </a:cubicBezTo>
                  <a:cubicBezTo>
                    <a:pt x="150" y="329"/>
                    <a:pt x="149" y="329"/>
                    <a:pt x="148" y="329"/>
                  </a:cubicBezTo>
                  <a:cubicBezTo>
                    <a:pt x="148" y="330"/>
                    <a:pt x="148" y="331"/>
                    <a:pt x="148" y="331"/>
                  </a:cubicBezTo>
                  <a:cubicBezTo>
                    <a:pt x="148" y="334"/>
                    <a:pt x="149" y="336"/>
                    <a:pt x="150" y="338"/>
                  </a:cubicBezTo>
                  <a:cubicBezTo>
                    <a:pt x="151" y="339"/>
                    <a:pt x="151" y="341"/>
                    <a:pt x="152" y="341"/>
                  </a:cubicBezTo>
                  <a:cubicBezTo>
                    <a:pt x="156" y="341"/>
                    <a:pt x="157" y="336"/>
                    <a:pt x="160" y="336"/>
                  </a:cubicBezTo>
                  <a:cubicBezTo>
                    <a:pt x="163" y="336"/>
                    <a:pt x="163" y="339"/>
                    <a:pt x="165" y="340"/>
                  </a:cubicBezTo>
                  <a:cubicBezTo>
                    <a:pt x="166" y="340"/>
                    <a:pt x="166" y="340"/>
                    <a:pt x="166" y="340"/>
                  </a:cubicBezTo>
                  <a:cubicBezTo>
                    <a:pt x="166" y="339"/>
                    <a:pt x="166" y="338"/>
                    <a:pt x="166" y="337"/>
                  </a:cubicBezTo>
                  <a:cubicBezTo>
                    <a:pt x="166" y="336"/>
                    <a:pt x="167" y="336"/>
                    <a:pt x="168" y="336"/>
                  </a:cubicBezTo>
                  <a:cubicBezTo>
                    <a:pt x="169" y="335"/>
                    <a:pt x="169" y="335"/>
                    <a:pt x="169" y="334"/>
                  </a:cubicBezTo>
                  <a:cubicBezTo>
                    <a:pt x="170" y="334"/>
                    <a:pt x="170" y="334"/>
                    <a:pt x="171" y="334"/>
                  </a:cubicBezTo>
                  <a:cubicBezTo>
                    <a:pt x="173" y="333"/>
                    <a:pt x="174" y="332"/>
                    <a:pt x="176" y="331"/>
                  </a:cubicBezTo>
                  <a:cubicBezTo>
                    <a:pt x="175" y="331"/>
                    <a:pt x="175" y="330"/>
                    <a:pt x="174" y="330"/>
                  </a:cubicBezTo>
                  <a:cubicBezTo>
                    <a:pt x="172" y="330"/>
                    <a:pt x="170" y="331"/>
                    <a:pt x="168" y="333"/>
                  </a:cubicBezTo>
                  <a:cubicBezTo>
                    <a:pt x="167" y="333"/>
                    <a:pt x="167" y="335"/>
                    <a:pt x="165" y="335"/>
                  </a:cubicBezTo>
                  <a:cubicBezTo>
                    <a:pt x="165" y="335"/>
                    <a:pt x="165" y="334"/>
                    <a:pt x="164" y="334"/>
                  </a:cubicBezTo>
                  <a:cubicBezTo>
                    <a:pt x="163" y="333"/>
                    <a:pt x="162" y="333"/>
                    <a:pt x="161" y="333"/>
                  </a:cubicBezTo>
                  <a:cubicBezTo>
                    <a:pt x="160" y="333"/>
                    <a:pt x="160" y="332"/>
                    <a:pt x="160" y="331"/>
                  </a:cubicBezTo>
                  <a:cubicBezTo>
                    <a:pt x="158" y="329"/>
                    <a:pt x="156" y="328"/>
                    <a:pt x="153" y="328"/>
                  </a:cubicBezTo>
                  <a:close/>
                  <a:moveTo>
                    <a:pt x="253" y="33"/>
                  </a:moveTo>
                  <a:cubicBezTo>
                    <a:pt x="253" y="32"/>
                    <a:pt x="252" y="32"/>
                    <a:pt x="252" y="32"/>
                  </a:cubicBezTo>
                  <a:cubicBezTo>
                    <a:pt x="249" y="32"/>
                    <a:pt x="249" y="35"/>
                    <a:pt x="249" y="38"/>
                  </a:cubicBezTo>
                  <a:cubicBezTo>
                    <a:pt x="249" y="38"/>
                    <a:pt x="248" y="38"/>
                    <a:pt x="248" y="39"/>
                  </a:cubicBezTo>
                  <a:cubicBezTo>
                    <a:pt x="247" y="40"/>
                    <a:pt x="247" y="41"/>
                    <a:pt x="247" y="42"/>
                  </a:cubicBezTo>
                  <a:cubicBezTo>
                    <a:pt x="248" y="42"/>
                    <a:pt x="248" y="42"/>
                    <a:pt x="248" y="42"/>
                  </a:cubicBezTo>
                  <a:cubicBezTo>
                    <a:pt x="250" y="42"/>
                    <a:pt x="250" y="41"/>
                    <a:pt x="251" y="40"/>
                  </a:cubicBezTo>
                  <a:cubicBezTo>
                    <a:pt x="251" y="39"/>
                    <a:pt x="252" y="38"/>
                    <a:pt x="253" y="38"/>
                  </a:cubicBezTo>
                  <a:cubicBezTo>
                    <a:pt x="254" y="38"/>
                    <a:pt x="254" y="38"/>
                    <a:pt x="255" y="38"/>
                  </a:cubicBezTo>
                  <a:cubicBezTo>
                    <a:pt x="255" y="36"/>
                    <a:pt x="254" y="35"/>
                    <a:pt x="253" y="33"/>
                  </a:cubicBezTo>
                  <a:close/>
                  <a:moveTo>
                    <a:pt x="240" y="33"/>
                  </a:moveTo>
                  <a:cubicBezTo>
                    <a:pt x="241" y="33"/>
                    <a:pt x="241" y="33"/>
                    <a:pt x="241" y="33"/>
                  </a:cubicBezTo>
                  <a:cubicBezTo>
                    <a:pt x="242" y="32"/>
                    <a:pt x="242" y="31"/>
                    <a:pt x="243" y="30"/>
                  </a:cubicBezTo>
                  <a:cubicBezTo>
                    <a:pt x="244" y="29"/>
                    <a:pt x="247" y="29"/>
                    <a:pt x="249" y="29"/>
                  </a:cubicBezTo>
                  <a:cubicBezTo>
                    <a:pt x="248" y="31"/>
                    <a:pt x="246" y="32"/>
                    <a:pt x="245" y="34"/>
                  </a:cubicBezTo>
                  <a:cubicBezTo>
                    <a:pt x="245" y="35"/>
                    <a:pt x="245" y="35"/>
                    <a:pt x="245" y="36"/>
                  </a:cubicBezTo>
                  <a:cubicBezTo>
                    <a:pt x="245" y="37"/>
                    <a:pt x="244" y="37"/>
                    <a:pt x="244" y="37"/>
                  </a:cubicBezTo>
                  <a:cubicBezTo>
                    <a:pt x="243" y="37"/>
                    <a:pt x="243" y="36"/>
                    <a:pt x="242" y="36"/>
                  </a:cubicBezTo>
                  <a:cubicBezTo>
                    <a:pt x="241" y="36"/>
                    <a:pt x="239" y="37"/>
                    <a:pt x="238" y="39"/>
                  </a:cubicBezTo>
                  <a:cubicBezTo>
                    <a:pt x="238" y="39"/>
                    <a:pt x="238" y="40"/>
                    <a:pt x="238" y="40"/>
                  </a:cubicBezTo>
                  <a:cubicBezTo>
                    <a:pt x="237" y="41"/>
                    <a:pt x="237" y="40"/>
                    <a:pt x="236" y="41"/>
                  </a:cubicBezTo>
                  <a:cubicBezTo>
                    <a:pt x="237" y="38"/>
                    <a:pt x="236" y="35"/>
                    <a:pt x="238" y="33"/>
                  </a:cubicBezTo>
                  <a:cubicBezTo>
                    <a:pt x="240" y="33"/>
                    <a:pt x="240" y="33"/>
                    <a:pt x="240" y="33"/>
                  </a:cubicBezTo>
                  <a:close/>
                  <a:moveTo>
                    <a:pt x="271" y="0"/>
                  </a:moveTo>
                  <a:cubicBezTo>
                    <a:pt x="270" y="1"/>
                    <a:pt x="268" y="1"/>
                    <a:pt x="266" y="2"/>
                  </a:cubicBezTo>
                  <a:cubicBezTo>
                    <a:pt x="264" y="3"/>
                    <a:pt x="264" y="5"/>
                    <a:pt x="263" y="7"/>
                  </a:cubicBezTo>
                  <a:cubicBezTo>
                    <a:pt x="262" y="9"/>
                    <a:pt x="261" y="10"/>
                    <a:pt x="261" y="12"/>
                  </a:cubicBezTo>
                  <a:cubicBezTo>
                    <a:pt x="261" y="14"/>
                    <a:pt x="261" y="14"/>
                    <a:pt x="262" y="15"/>
                  </a:cubicBezTo>
                  <a:cubicBezTo>
                    <a:pt x="263" y="17"/>
                    <a:pt x="263" y="18"/>
                    <a:pt x="265" y="20"/>
                  </a:cubicBezTo>
                  <a:cubicBezTo>
                    <a:pt x="267" y="22"/>
                    <a:pt x="268" y="24"/>
                    <a:pt x="271" y="24"/>
                  </a:cubicBezTo>
                  <a:cubicBezTo>
                    <a:pt x="271" y="24"/>
                    <a:pt x="271" y="24"/>
                    <a:pt x="272" y="24"/>
                  </a:cubicBezTo>
                  <a:cubicBezTo>
                    <a:pt x="274" y="24"/>
                    <a:pt x="275" y="24"/>
                    <a:pt x="277" y="23"/>
                  </a:cubicBezTo>
                  <a:cubicBezTo>
                    <a:pt x="278" y="22"/>
                    <a:pt x="278" y="21"/>
                    <a:pt x="279" y="20"/>
                  </a:cubicBezTo>
                  <a:cubicBezTo>
                    <a:pt x="280" y="19"/>
                    <a:pt x="282" y="19"/>
                    <a:pt x="282" y="17"/>
                  </a:cubicBezTo>
                  <a:cubicBezTo>
                    <a:pt x="282" y="16"/>
                    <a:pt x="281" y="16"/>
                    <a:pt x="281" y="15"/>
                  </a:cubicBezTo>
                  <a:cubicBezTo>
                    <a:pt x="281" y="12"/>
                    <a:pt x="281" y="11"/>
                    <a:pt x="280" y="9"/>
                  </a:cubicBezTo>
                  <a:cubicBezTo>
                    <a:pt x="280" y="8"/>
                    <a:pt x="279" y="8"/>
                    <a:pt x="278" y="7"/>
                  </a:cubicBezTo>
                  <a:cubicBezTo>
                    <a:pt x="277" y="6"/>
                    <a:pt x="276" y="6"/>
                    <a:pt x="276" y="5"/>
                  </a:cubicBezTo>
                  <a:cubicBezTo>
                    <a:pt x="274" y="3"/>
                    <a:pt x="273" y="1"/>
                    <a:pt x="271" y="0"/>
                  </a:cubicBezTo>
                  <a:close/>
                  <a:moveTo>
                    <a:pt x="399" y="153"/>
                  </a:moveTo>
                  <a:cubicBezTo>
                    <a:pt x="398" y="154"/>
                    <a:pt x="398" y="154"/>
                    <a:pt x="397" y="155"/>
                  </a:cubicBezTo>
                  <a:cubicBezTo>
                    <a:pt x="396" y="156"/>
                    <a:pt x="395" y="156"/>
                    <a:pt x="395" y="157"/>
                  </a:cubicBezTo>
                  <a:cubicBezTo>
                    <a:pt x="395" y="158"/>
                    <a:pt x="395" y="159"/>
                    <a:pt x="396" y="159"/>
                  </a:cubicBezTo>
                  <a:cubicBezTo>
                    <a:pt x="398" y="159"/>
                    <a:pt x="398" y="159"/>
                    <a:pt x="398" y="159"/>
                  </a:cubicBezTo>
                  <a:cubicBezTo>
                    <a:pt x="398" y="163"/>
                    <a:pt x="398" y="163"/>
                    <a:pt x="398" y="163"/>
                  </a:cubicBezTo>
                  <a:cubicBezTo>
                    <a:pt x="397" y="164"/>
                    <a:pt x="396" y="164"/>
                    <a:pt x="395" y="165"/>
                  </a:cubicBezTo>
                  <a:cubicBezTo>
                    <a:pt x="392" y="167"/>
                    <a:pt x="392" y="169"/>
                    <a:pt x="391" y="172"/>
                  </a:cubicBezTo>
                  <a:cubicBezTo>
                    <a:pt x="390" y="173"/>
                    <a:pt x="389" y="173"/>
                    <a:pt x="387" y="174"/>
                  </a:cubicBezTo>
                  <a:cubicBezTo>
                    <a:pt x="386" y="176"/>
                    <a:pt x="384" y="177"/>
                    <a:pt x="384" y="179"/>
                  </a:cubicBezTo>
                  <a:cubicBezTo>
                    <a:pt x="384" y="180"/>
                    <a:pt x="384" y="181"/>
                    <a:pt x="384" y="182"/>
                  </a:cubicBezTo>
                  <a:cubicBezTo>
                    <a:pt x="384" y="183"/>
                    <a:pt x="383" y="183"/>
                    <a:pt x="383" y="184"/>
                  </a:cubicBezTo>
                  <a:cubicBezTo>
                    <a:pt x="383" y="186"/>
                    <a:pt x="383" y="186"/>
                    <a:pt x="383" y="188"/>
                  </a:cubicBezTo>
                  <a:cubicBezTo>
                    <a:pt x="383" y="190"/>
                    <a:pt x="382" y="191"/>
                    <a:pt x="382" y="193"/>
                  </a:cubicBezTo>
                  <a:cubicBezTo>
                    <a:pt x="382" y="195"/>
                    <a:pt x="384" y="196"/>
                    <a:pt x="384" y="198"/>
                  </a:cubicBezTo>
                  <a:cubicBezTo>
                    <a:pt x="384" y="199"/>
                    <a:pt x="383" y="200"/>
                    <a:pt x="383" y="201"/>
                  </a:cubicBezTo>
                  <a:cubicBezTo>
                    <a:pt x="382" y="204"/>
                    <a:pt x="382" y="206"/>
                    <a:pt x="382" y="209"/>
                  </a:cubicBezTo>
                  <a:cubicBezTo>
                    <a:pt x="382" y="210"/>
                    <a:pt x="382" y="209"/>
                    <a:pt x="383" y="210"/>
                  </a:cubicBezTo>
                  <a:cubicBezTo>
                    <a:pt x="384" y="211"/>
                    <a:pt x="385" y="211"/>
                    <a:pt x="386" y="212"/>
                  </a:cubicBezTo>
                  <a:cubicBezTo>
                    <a:pt x="387" y="213"/>
                    <a:pt x="387" y="214"/>
                    <a:pt x="388" y="215"/>
                  </a:cubicBezTo>
                  <a:cubicBezTo>
                    <a:pt x="388" y="216"/>
                    <a:pt x="389" y="216"/>
                    <a:pt x="389" y="217"/>
                  </a:cubicBezTo>
                  <a:cubicBezTo>
                    <a:pt x="389" y="218"/>
                    <a:pt x="388" y="219"/>
                    <a:pt x="388" y="220"/>
                  </a:cubicBezTo>
                  <a:cubicBezTo>
                    <a:pt x="388" y="222"/>
                    <a:pt x="389" y="223"/>
                    <a:pt x="389" y="224"/>
                  </a:cubicBezTo>
                  <a:cubicBezTo>
                    <a:pt x="389" y="224"/>
                    <a:pt x="389" y="224"/>
                    <a:pt x="389" y="224"/>
                  </a:cubicBezTo>
                  <a:cubicBezTo>
                    <a:pt x="389" y="225"/>
                    <a:pt x="388" y="225"/>
                    <a:pt x="388" y="225"/>
                  </a:cubicBezTo>
                  <a:cubicBezTo>
                    <a:pt x="387" y="225"/>
                    <a:pt x="387" y="224"/>
                    <a:pt x="387" y="224"/>
                  </a:cubicBezTo>
                  <a:cubicBezTo>
                    <a:pt x="384" y="224"/>
                    <a:pt x="383" y="226"/>
                    <a:pt x="380" y="226"/>
                  </a:cubicBezTo>
                  <a:cubicBezTo>
                    <a:pt x="378" y="226"/>
                    <a:pt x="379" y="224"/>
                    <a:pt x="379" y="228"/>
                  </a:cubicBezTo>
                  <a:cubicBezTo>
                    <a:pt x="379" y="230"/>
                    <a:pt x="376" y="231"/>
                    <a:pt x="375" y="232"/>
                  </a:cubicBezTo>
                  <a:cubicBezTo>
                    <a:pt x="372" y="234"/>
                    <a:pt x="372" y="236"/>
                    <a:pt x="371" y="238"/>
                  </a:cubicBezTo>
                  <a:cubicBezTo>
                    <a:pt x="368" y="240"/>
                    <a:pt x="366" y="241"/>
                    <a:pt x="363" y="242"/>
                  </a:cubicBezTo>
                  <a:cubicBezTo>
                    <a:pt x="362" y="242"/>
                    <a:pt x="361" y="242"/>
                    <a:pt x="361" y="242"/>
                  </a:cubicBezTo>
                  <a:cubicBezTo>
                    <a:pt x="359" y="242"/>
                    <a:pt x="358" y="242"/>
                    <a:pt x="356" y="241"/>
                  </a:cubicBezTo>
                  <a:cubicBezTo>
                    <a:pt x="355" y="241"/>
                    <a:pt x="354" y="239"/>
                    <a:pt x="353" y="239"/>
                  </a:cubicBezTo>
                  <a:cubicBezTo>
                    <a:pt x="348" y="239"/>
                    <a:pt x="343" y="241"/>
                    <a:pt x="343" y="246"/>
                  </a:cubicBezTo>
                  <a:cubicBezTo>
                    <a:pt x="343" y="247"/>
                    <a:pt x="343" y="248"/>
                    <a:pt x="344" y="248"/>
                  </a:cubicBezTo>
                  <a:cubicBezTo>
                    <a:pt x="346" y="247"/>
                    <a:pt x="348" y="247"/>
                    <a:pt x="349" y="245"/>
                  </a:cubicBezTo>
                  <a:cubicBezTo>
                    <a:pt x="349" y="244"/>
                    <a:pt x="350" y="243"/>
                    <a:pt x="350" y="242"/>
                  </a:cubicBezTo>
                  <a:cubicBezTo>
                    <a:pt x="352" y="243"/>
                    <a:pt x="354" y="244"/>
                    <a:pt x="354" y="246"/>
                  </a:cubicBezTo>
                  <a:cubicBezTo>
                    <a:pt x="354" y="248"/>
                    <a:pt x="353" y="249"/>
                    <a:pt x="352" y="250"/>
                  </a:cubicBezTo>
                  <a:cubicBezTo>
                    <a:pt x="350" y="251"/>
                    <a:pt x="349" y="252"/>
                    <a:pt x="348" y="253"/>
                  </a:cubicBezTo>
                  <a:cubicBezTo>
                    <a:pt x="347" y="255"/>
                    <a:pt x="347" y="258"/>
                    <a:pt x="346" y="259"/>
                  </a:cubicBezTo>
                  <a:cubicBezTo>
                    <a:pt x="345" y="260"/>
                    <a:pt x="344" y="260"/>
                    <a:pt x="343" y="260"/>
                  </a:cubicBezTo>
                  <a:cubicBezTo>
                    <a:pt x="341" y="260"/>
                    <a:pt x="340" y="259"/>
                    <a:pt x="338" y="259"/>
                  </a:cubicBezTo>
                  <a:cubicBezTo>
                    <a:pt x="335" y="258"/>
                    <a:pt x="334" y="258"/>
                    <a:pt x="331" y="258"/>
                  </a:cubicBezTo>
                  <a:cubicBezTo>
                    <a:pt x="329" y="258"/>
                    <a:pt x="328" y="259"/>
                    <a:pt x="327" y="259"/>
                  </a:cubicBezTo>
                  <a:cubicBezTo>
                    <a:pt x="326" y="259"/>
                    <a:pt x="326" y="257"/>
                    <a:pt x="325" y="256"/>
                  </a:cubicBezTo>
                  <a:cubicBezTo>
                    <a:pt x="325" y="255"/>
                    <a:pt x="324" y="255"/>
                    <a:pt x="324" y="254"/>
                  </a:cubicBezTo>
                  <a:cubicBezTo>
                    <a:pt x="322" y="251"/>
                    <a:pt x="320" y="250"/>
                    <a:pt x="317" y="250"/>
                  </a:cubicBezTo>
                  <a:cubicBezTo>
                    <a:pt x="314" y="250"/>
                    <a:pt x="313" y="252"/>
                    <a:pt x="311" y="254"/>
                  </a:cubicBezTo>
                  <a:cubicBezTo>
                    <a:pt x="310" y="255"/>
                    <a:pt x="308" y="255"/>
                    <a:pt x="307" y="256"/>
                  </a:cubicBezTo>
                  <a:cubicBezTo>
                    <a:pt x="307" y="257"/>
                    <a:pt x="306" y="258"/>
                    <a:pt x="305" y="258"/>
                  </a:cubicBezTo>
                  <a:cubicBezTo>
                    <a:pt x="305" y="259"/>
                    <a:pt x="304" y="259"/>
                    <a:pt x="303" y="259"/>
                  </a:cubicBezTo>
                  <a:cubicBezTo>
                    <a:pt x="300" y="260"/>
                    <a:pt x="298" y="261"/>
                    <a:pt x="295" y="261"/>
                  </a:cubicBezTo>
                  <a:cubicBezTo>
                    <a:pt x="295" y="262"/>
                    <a:pt x="294" y="262"/>
                    <a:pt x="293" y="262"/>
                  </a:cubicBezTo>
                  <a:cubicBezTo>
                    <a:pt x="292" y="262"/>
                    <a:pt x="291" y="261"/>
                    <a:pt x="291" y="260"/>
                  </a:cubicBezTo>
                  <a:cubicBezTo>
                    <a:pt x="290" y="259"/>
                    <a:pt x="290" y="259"/>
                    <a:pt x="289" y="259"/>
                  </a:cubicBezTo>
                  <a:cubicBezTo>
                    <a:pt x="288" y="261"/>
                    <a:pt x="288" y="262"/>
                    <a:pt x="286" y="263"/>
                  </a:cubicBezTo>
                  <a:cubicBezTo>
                    <a:pt x="285" y="264"/>
                    <a:pt x="284" y="265"/>
                    <a:pt x="283" y="267"/>
                  </a:cubicBezTo>
                  <a:cubicBezTo>
                    <a:pt x="283" y="268"/>
                    <a:pt x="283" y="269"/>
                    <a:pt x="282" y="270"/>
                  </a:cubicBezTo>
                  <a:cubicBezTo>
                    <a:pt x="282" y="272"/>
                    <a:pt x="280" y="272"/>
                    <a:pt x="278" y="272"/>
                  </a:cubicBezTo>
                  <a:cubicBezTo>
                    <a:pt x="276" y="272"/>
                    <a:pt x="274" y="271"/>
                    <a:pt x="271" y="271"/>
                  </a:cubicBezTo>
                  <a:cubicBezTo>
                    <a:pt x="270" y="271"/>
                    <a:pt x="269" y="272"/>
                    <a:pt x="267" y="271"/>
                  </a:cubicBezTo>
                  <a:cubicBezTo>
                    <a:pt x="266" y="271"/>
                    <a:pt x="265" y="270"/>
                    <a:pt x="264" y="269"/>
                  </a:cubicBezTo>
                  <a:cubicBezTo>
                    <a:pt x="264" y="270"/>
                    <a:pt x="263" y="271"/>
                    <a:pt x="263" y="272"/>
                  </a:cubicBezTo>
                  <a:cubicBezTo>
                    <a:pt x="262" y="273"/>
                    <a:pt x="262" y="275"/>
                    <a:pt x="261" y="275"/>
                  </a:cubicBezTo>
                  <a:cubicBezTo>
                    <a:pt x="259" y="275"/>
                    <a:pt x="258" y="273"/>
                    <a:pt x="257" y="271"/>
                  </a:cubicBezTo>
                  <a:cubicBezTo>
                    <a:pt x="255" y="271"/>
                    <a:pt x="255" y="272"/>
                    <a:pt x="253" y="272"/>
                  </a:cubicBezTo>
                  <a:cubicBezTo>
                    <a:pt x="253" y="272"/>
                    <a:pt x="252" y="272"/>
                    <a:pt x="252" y="272"/>
                  </a:cubicBezTo>
                  <a:cubicBezTo>
                    <a:pt x="251" y="272"/>
                    <a:pt x="251" y="271"/>
                    <a:pt x="250" y="271"/>
                  </a:cubicBezTo>
                  <a:cubicBezTo>
                    <a:pt x="248" y="271"/>
                    <a:pt x="248" y="274"/>
                    <a:pt x="247" y="276"/>
                  </a:cubicBezTo>
                  <a:cubicBezTo>
                    <a:pt x="246" y="277"/>
                    <a:pt x="244" y="277"/>
                    <a:pt x="242" y="277"/>
                  </a:cubicBezTo>
                  <a:cubicBezTo>
                    <a:pt x="240" y="277"/>
                    <a:pt x="238" y="277"/>
                    <a:pt x="236" y="276"/>
                  </a:cubicBezTo>
                  <a:cubicBezTo>
                    <a:pt x="233" y="277"/>
                    <a:pt x="232" y="277"/>
                    <a:pt x="229" y="278"/>
                  </a:cubicBezTo>
                  <a:cubicBezTo>
                    <a:pt x="228" y="279"/>
                    <a:pt x="227" y="279"/>
                    <a:pt x="225" y="280"/>
                  </a:cubicBezTo>
                  <a:cubicBezTo>
                    <a:pt x="224" y="281"/>
                    <a:pt x="223" y="283"/>
                    <a:pt x="221" y="283"/>
                  </a:cubicBezTo>
                  <a:cubicBezTo>
                    <a:pt x="220" y="283"/>
                    <a:pt x="219" y="282"/>
                    <a:pt x="218" y="282"/>
                  </a:cubicBezTo>
                  <a:cubicBezTo>
                    <a:pt x="218" y="282"/>
                    <a:pt x="217" y="282"/>
                    <a:pt x="217" y="282"/>
                  </a:cubicBezTo>
                  <a:cubicBezTo>
                    <a:pt x="214" y="283"/>
                    <a:pt x="213" y="286"/>
                    <a:pt x="211" y="288"/>
                  </a:cubicBezTo>
                  <a:cubicBezTo>
                    <a:pt x="209" y="290"/>
                    <a:pt x="207" y="292"/>
                    <a:pt x="204" y="293"/>
                  </a:cubicBezTo>
                  <a:cubicBezTo>
                    <a:pt x="203" y="293"/>
                    <a:pt x="202" y="294"/>
                    <a:pt x="201" y="294"/>
                  </a:cubicBezTo>
                  <a:cubicBezTo>
                    <a:pt x="199" y="294"/>
                    <a:pt x="198" y="293"/>
                    <a:pt x="197" y="293"/>
                  </a:cubicBezTo>
                  <a:cubicBezTo>
                    <a:pt x="195" y="293"/>
                    <a:pt x="194" y="294"/>
                    <a:pt x="192" y="294"/>
                  </a:cubicBezTo>
                  <a:cubicBezTo>
                    <a:pt x="189" y="294"/>
                    <a:pt x="189" y="294"/>
                    <a:pt x="189" y="294"/>
                  </a:cubicBezTo>
                  <a:cubicBezTo>
                    <a:pt x="189" y="291"/>
                    <a:pt x="189" y="291"/>
                    <a:pt x="189" y="291"/>
                  </a:cubicBezTo>
                  <a:cubicBezTo>
                    <a:pt x="190" y="289"/>
                    <a:pt x="190" y="289"/>
                    <a:pt x="190" y="289"/>
                  </a:cubicBezTo>
                  <a:cubicBezTo>
                    <a:pt x="188" y="286"/>
                    <a:pt x="186" y="286"/>
                    <a:pt x="185" y="283"/>
                  </a:cubicBezTo>
                  <a:cubicBezTo>
                    <a:pt x="184" y="280"/>
                    <a:pt x="185" y="278"/>
                    <a:pt x="183" y="276"/>
                  </a:cubicBezTo>
                  <a:cubicBezTo>
                    <a:pt x="181" y="274"/>
                    <a:pt x="179" y="274"/>
                    <a:pt x="177" y="274"/>
                  </a:cubicBezTo>
                  <a:cubicBezTo>
                    <a:pt x="174" y="274"/>
                    <a:pt x="173" y="274"/>
                    <a:pt x="171" y="274"/>
                  </a:cubicBezTo>
                  <a:cubicBezTo>
                    <a:pt x="170" y="274"/>
                    <a:pt x="170" y="273"/>
                    <a:pt x="169" y="273"/>
                  </a:cubicBezTo>
                  <a:cubicBezTo>
                    <a:pt x="167" y="273"/>
                    <a:pt x="166" y="275"/>
                    <a:pt x="164" y="277"/>
                  </a:cubicBezTo>
                  <a:cubicBezTo>
                    <a:pt x="162" y="280"/>
                    <a:pt x="160" y="281"/>
                    <a:pt x="159" y="284"/>
                  </a:cubicBezTo>
                  <a:cubicBezTo>
                    <a:pt x="160" y="284"/>
                    <a:pt x="161" y="284"/>
                    <a:pt x="163" y="284"/>
                  </a:cubicBezTo>
                  <a:cubicBezTo>
                    <a:pt x="163" y="284"/>
                    <a:pt x="163" y="285"/>
                    <a:pt x="164" y="285"/>
                  </a:cubicBezTo>
                  <a:cubicBezTo>
                    <a:pt x="163" y="287"/>
                    <a:pt x="161" y="287"/>
                    <a:pt x="160" y="289"/>
                  </a:cubicBezTo>
                  <a:cubicBezTo>
                    <a:pt x="159" y="289"/>
                    <a:pt x="159" y="290"/>
                    <a:pt x="158" y="290"/>
                  </a:cubicBezTo>
                  <a:cubicBezTo>
                    <a:pt x="158" y="291"/>
                    <a:pt x="157" y="290"/>
                    <a:pt x="157" y="290"/>
                  </a:cubicBezTo>
                  <a:cubicBezTo>
                    <a:pt x="157" y="289"/>
                    <a:pt x="157" y="287"/>
                    <a:pt x="157" y="286"/>
                  </a:cubicBezTo>
                  <a:cubicBezTo>
                    <a:pt x="156" y="288"/>
                    <a:pt x="155" y="289"/>
                    <a:pt x="154" y="292"/>
                  </a:cubicBezTo>
                  <a:cubicBezTo>
                    <a:pt x="154" y="293"/>
                    <a:pt x="152" y="293"/>
                    <a:pt x="152" y="294"/>
                  </a:cubicBezTo>
                  <a:cubicBezTo>
                    <a:pt x="152" y="295"/>
                    <a:pt x="153" y="296"/>
                    <a:pt x="153" y="297"/>
                  </a:cubicBezTo>
                  <a:cubicBezTo>
                    <a:pt x="153" y="298"/>
                    <a:pt x="154" y="299"/>
                    <a:pt x="154" y="300"/>
                  </a:cubicBezTo>
                  <a:cubicBezTo>
                    <a:pt x="154" y="304"/>
                    <a:pt x="150" y="305"/>
                    <a:pt x="150" y="309"/>
                  </a:cubicBezTo>
                  <a:cubicBezTo>
                    <a:pt x="150" y="314"/>
                    <a:pt x="151" y="316"/>
                    <a:pt x="151" y="321"/>
                  </a:cubicBezTo>
                  <a:cubicBezTo>
                    <a:pt x="151" y="323"/>
                    <a:pt x="149" y="324"/>
                    <a:pt x="147" y="325"/>
                  </a:cubicBezTo>
                  <a:cubicBezTo>
                    <a:pt x="147" y="326"/>
                    <a:pt x="146" y="327"/>
                    <a:pt x="145" y="327"/>
                  </a:cubicBezTo>
                  <a:cubicBezTo>
                    <a:pt x="144" y="328"/>
                    <a:pt x="144" y="327"/>
                    <a:pt x="142" y="327"/>
                  </a:cubicBezTo>
                  <a:cubicBezTo>
                    <a:pt x="142" y="339"/>
                    <a:pt x="142" y="339"/>
                    <a:pt x="142" y="339"/>
                  </a:cubicBezTo>
                  <a:cubicBezTo>
                    <a:pt x="142" y="341"/>
                    <a:pt x="143" y="342"/>
                    <a:pt x="143" y="344"/>
                  </a:cubicBezTo>
                  <a:cubicBezTo>
                    <a:pt x="140" y="341"/>
                    <a:pt x="139" y="337"/>
                    <a:pt x="135" y="335"/>
                  </a:cubicBezTo>
                  <a:cubicBezTo>
                    <a:pt x="133" y="334"/>
                    <a:pt x="131" y="334"/>
                    <a:pt x="129" y="333"/>
                  </a:cubicBezTo>
                  <a:cubicBezTo>
                    <a:pt x="127" y="332"/>
                    <a:pt x="126" y="329"/>
                    <a:pt x="124" y="328"/>
                  </a:cubicBezTo>
                  <a:cubicBezTo>
                    <a:pt x="120" y="325"/>
                    <a:pt x="118" y="324"/>
                    <a:pt x="113" y="321"/>
                  </a:cubicBezTo>
                  <a:cubicBezTo>
                    <a:pt x="110" y="320"/>
                    <a:pt x="108" y="319"/>
                    <a:pt x="106" y="317"/>
                  </a:cubicBezTo>
                  <a:cubicBezTo>
                    <a:pt x="105" y="317"/>
                    <a:pt x="104" y="316"/>
                    <a:pt x="103" y="316"/>
                  </a:cubicBezTo>
                  <a:cubicBezTo>
                    <a:pt x="103" y="316"/>
                    <a:pt x="103" y="315"/>
                    <a:pt x="102" y="315"/>
                  </a:cubicBezTo>
                  <a:cubicBezTo>
                    <a:pt x="96" y="315"/>
                    <a:pt x="96" y="315"/>
                    <a:pt x="96" y="315"/>
                  </a:cubicBezTo>
                  <a:cubicBezTo>
                    <a:pt x="95" y="315"/>
                    <a:pt x="94" y="316"/>
                    <a:pt x="93" y="316"/>
                  </a:cubicBezTo>
                  <a:cubicBezTo>
                    <a:pt x="91" y="316"/>
                    <a:pt x="89" y="316"/>
                    <a:pt x="87" y="317"/>
                  </a:cubicBezTo>
                  <a:cubicBezTo>
                    <a:pt x="83" y="319"/>
                    <a:pt x="83" y="324"/>
                    <a:pt x="79" y="324"/>
                  </a:cubicBezTo>
                  <a:cubicBezTo>
                    <a:pt x="76" y="324"/>
                    <a:pt x="74" y="321"/>
                    <a:pt x="71" y="321"/>
                  </a:cubicBezTo>
                  <a:cubicBezTo>
                    <a:pt x="69" y="321"/>
                    <a:pt x="68" y="324"/>
                    <a:pt x="65" y="324"/>
                  </a:cubicBezTo>
                  <a:cubicBezTo>
                    <a:pt x="64" y="324"/>
                    <a:pt x="63" y="323"/>
                    <a:pt x="62" y="323"/>
                  </a:cubicBezTo>
                  <a:cubicBezTo>
                    <a:pt x="61" y="322"/>
                    <a:pt x="60" y="321"/>
                    <a:pt x="59" y="320"/>
                  </a:cubicBezTo>
                  <a:cubicBezTo>
                    <a:pt x="57" y="321"/>
                    <a:pt x="56" y="323"/>
                    <a:pt x="55" y="325"/>
                  </a:cubicBezTo>
                  <a:cubicBezTo>
                    <a:pt x="52" y="329"/>
                    <a:pt x="49" y="332"/>
                    <a:pt x="43" y="332"/>
                  </a:cubicBezTo>
                  <a:cubicBezTo>
                    <a:pt x="41" y="332"/>
                    <a:pt x="40" y="331"/>
                    <a:pt x="38" y="331"/>
                  </a:cubicBezTo>
                  <a:cubicBezTo>
                    <a:pt x="35" y="330"/>
                    <a:pt x="33" y="328"/>
                    <a:pt x="33" y="325"/>
                  </a:cubicBezTo>
                  <a:cubicBezTo>
                    <a:pt x="33" y="322"/>
                    <a:pt x="31" y="320"/>
                    <a:pt x="28" y="320"/>
                  </a:cubicBezTo>
                  <a:cubicBezTo>
                    <a:pt x="26" y="319"/>
                    <a:pt x="25" y="319"/>
                    <a:pt x="23" y="318"/>
                  </a:cubicBezTo>
                  <a:cubicBezTo>
                    <a:pt x="22" y="317"/>
                    <a:pt x="22" y="315"/>
                    <a:pt x="21" y="315"/>
                  </a:cubicBezTo>
                  <a:cubicBezTo>
                    <a:pt x="17" y="315"/>
                    <a:pt x="17" y="319"/>
                    <a:pt x="15" y="322"/>
                  </a:cubicBezTo>
                  <a:cubicBezTo>
                    <a:pt x="15" y="322"/>
                    <a:pt x="14" y="322"/>
                    <a:pt x="14" y="323"/>
                  </a:cubicBezTo>
                  <a:cubicBezTo>
                    <a:pt x="11" y="326"/>
                    <a:pt x="10" y="329"/>
                    <a:pt x="6" y="332"/>
                  </a:cubicBezTo>
                  <a:cubicBezTo>
                    <a:pt x="5" y="329"/>
                    <a:pt x="4" y="327"/>
                    <a:pt x="4" y="324"/>
                  </a:cubicBezTo>
                  <a:cubicBezTo>
                    <a:pt x="4" y="317"/>
                    <a:pt x="4" y="317"/>
                    <a:pt x="4" y="317"/>
                  </a:cubicBezTo>
                  <a:cubicBezTo>
                    <a:pt x="4" y="313"/>
                    <a:pt x="4" y="311"/>
                    <a:pt x="2" y="308"/>
                  </a:cubicBezTo>
                  <a:cubicBezTo>
                    <a:pt x="2" y="307"/>
                    <a:pt x="0" y="307"/>
                    <a:pt x="0" y="306"/>
                  </a:cubicBezTo>
                  <a:cubicBezTo>
                    <a:pt x="0" y="304"/>
                    <a:pt x="2" y="303"/>
                    <a:pt x="3" y="301"/>
                  </a:cubicBezTo>
                  <a:cubicBezTo>
                    <a:pt x="5" y="299"/>
                    <a:pt x="5" y="297"/>
                    <a:pt x="6" y="295"/>
                  </a:cubicBezTo>
                  <a:cubicBezTo>
                    <a:pt x="7" y="294"/>
                    <a:pt x="8" y="293"/>
                    <a:pt x="8" y="292"/>
                  </a:cubicBezTo>
                  <a:cubicBezTo>
                    <a:pt x="8" y="289"/>
                    <a:pt x="6" y="288"/>
                    <a:pt x="4" y="286"/>
                  </a:cubicBezTo>
                  <a:cubicBezTo>
                    <a:pt x="3" y="286"/>
                    <a:pt x="2" y="285"/>
                    <a:pt x="2" y="284"/>
                  </a:cubicBezTo>
                  <a:cubicBezTo>
                    <a:pt x="2" y="283"/>
                    <a:pt x="3" y="283"/>
                    <a:pt x="3" y="282"/>
                  </a:cubicBezTo>
                  <a:cubicBezTo>
                    <a:pt x="3" y="280"/>
                    <a:pt x="1" y="279"/>
                    <a:pt x="1" y="277"/>
                  </a:cubicBezTo>
                  <a:cubicBezTo>
                    <a:pt x="1" y="276"/>
                    <a:pt x="2" y="276"/>
                    <a:pt x="2" y="275"/>
                  </a:cubicBezTo>
                  <a:cubicBezTo>
                    <a:pt x="5" y="275"/>
                    <a:pt x="7" y="276"/>
                    <a:pt x="9" y="274"/>
                  </a:cubicBezTo>
                  <a:cubicBezTo>
                    <a:pt x="10" y="274"/>
                    <a:pt x="10" y="273"/>
                    <a:pt x="10" y="273"/>
                  </a:cubicBezTo>
                  <a:cubicBezTo>
                    <a:pt x="11" y="272"/>
                    <a:pt x="11" y="272"/>
                    <a:pt x="12" y="271"/>
                  </a:cubicBezTo>
                  <a:cubicBezTo>
                    <a:pt x="15" y="271"/>
                    <a:pt x="17" y="272"/>
                    <a:pt x="19" y="270"/>
                  </a:cubicBezTo>
                  <a:cubicBezTo>
                    <a:pt x="19" y="270"/>
                    <a:pt x="19" y="269"/>
                    <a:pt x="19" y="269"/>
                  </a:cubicBezTo>
                  <a:cubicBezTo>
                    <a:pt x="17" y="267"/>
                    <a:pt x="15" y="267"/>
                    <a:pt x="13" y="266"/>
                  </a:cubicBezTo>
                  <a:cubicBezTo>
                    <a:pt x="11" y="266"/>
                    <a:pt x="17" y="267"/>
                    <a:pt x="20" y="267"/>
                  </a:cubicBezTo>
                  <a:cubicBezTo>
                    <a:pt x="21" y="267"/>
                    <a:pt x="22" y="266"/>
                    <a:pt x="24" y="266"/>
                  </a:cubicBezTo>
                  <a:cubicBezTo>
                    <a:pt x="25" y="266"/>
                    <a:pt x="26" y="267"/>
                    <a:pt x="27" y="268"/>
                  </a:cubicBezTo>
                  <a:cubicBezTo>
                    <a:pt x="28" y="268"/>
                    <a:pt x="27" y="270"/>
                    <a:pt x="28" y="270"/>
                  </a:cubicBezTo>
                  <a:cubicBezTo>
                    <a:pt x="29" y="271"/>
                    <a:pt x="30" y="270"/>
                    <a:pt x="31" y="270"/>
                  </a:cubicBezTo>
                  <a:cubicBezTo>
                    <a:pt x="32" y="271"/>
                    <a:pt x="32" y="271"/>
                    <a:pt x="33" y="271"/>
                  </a:cubicBezTo>
                  <a:cubicBezTo>
                    <a:pt x="34" y="271"/>
                    <a:pt x="35" y="270"/>
                    <a:pt x="35" y="269"/>
                  </a:cubicBezTo>
                  <a:cubicBezTo>
                    <a:pt x="36" y="269"/>
                    <a:pt x="35" y="268"/>
                    <a:pt x="36" y="267"/>
                  </a:cubicBezTo>
                  <a:cubicBezTo>
                    <a:pt x="36" y="267"/>
                    <a:pt x="36" y="267"/>
                    <a:pt x="37" y="267"/>
                  </a:cubicBezTo>
                  <a:cubicBezTo>
                    <a:pt x="38" y="266"/>
                    <a:pt x="39" y="265"/>
                    <a:pt x="41" y="265"/>
                  </a:cubicBezTo>
                  <a:cubicBezTo>
                    <a:pt x="40" y="266"/>
                    <a:pt x="40" y="266"/>
                    <a:pt x="40" y="266"/>
                  </a:cubicBezTo>
                  <a:cubicBezTo>
                    <a:pt x="39" y="267"/>
                    <a:pt x="39" y="268"/>
                    <a:pt x="38" y="269"/>
                  </a:cubicBezTo>
                  <a:cubicBezTo>
                    <a:pt x="39" y="270"/>
                    <a:pt x="41" y="270"/>
                    <a:pt x="43" y="270"/>
                  </a:cubicBezTo>
                  <a:cubicBezTo>
                    <a:pt x="47" y="270"/>
                    <a:pt x="49" y="269"/>
                    <a:pt x="53" y="267"/>
                  </a:cubicBezTo>
                  <a:cubicBezTo>
                    <a:pt x="54" y="266"/>
                    <a:pt x="56" y="266"/>
                    <a:pt x="58" y="265"/>
                  </a:cubicBezTo>
                  <a:cubicBezTo>
                    <a:pt x="59" y="265"/>
                    <a:pt x="60" y="264"/>
                    <a:pt x="61" y="262"/>
                  </a:cubicBezTo>
                  <a:cubicBezTo>
                    <a:pt x="63" y="261"/>
                    <a:pt x="64" y="260"/>
                    <a:pt x="65" y="258"/>
                  </a:cubicBezTo>
                  <a:cubicBezTo>
                    <a:pt x="66" y="256"/>
                    <a:pt x="66" y="255"/>
                    <a:pt x="67" y="253"/>
                  </a:cubicBezTo>
                  <a:cubicBezTo>
                    <a:pt x="67" y="253"/>
                    <a:pt x="67" y="252"/>
                    <a:pt x="67" y="252"/>
                  </a:cubicBezTo>
                  <a:cubicBezTo>
                    <a:pt x="68" y="250"/>
                    <a:pt x="71" y="250"/>
                    <a:pt x="73" y="248"/>
                  </a:cubicBezTo>
                  <a:cubicBezTo>
                    <a:pt x="75" y="246"/>
                    <a:pt x="76" y="244"/>
                    <a:pt x="77" y="241"/>
                  </a:cubicBezTo>
                  <a:cubicBezTo>
                    <a:pt x="78" y="238"/>
                    <a:pt x="80" y="235"/>
                    <a:pt x="83" y="234"/>
                  </a:cubicBezTo>
                  <a:cubicBezTo>
                    <a:pt x="84" y="234"/>
                    <a:pt x="85" y="234"/>
                    <a:pt x="86" y="234"/>
                  </a:cubicBezTo>
                  <a:cubicBezTo>
                    <a:pt x="87" y="233"/>
                    <a:pt x="88" y="232"/>
                    <a:pt x="89" y="232"/>
                  </a:cubicBezTo>
                  <a:cubicBezTo>
                    <a:pt x="90" y="232"/>
                    <a:pt x="91" y="232"/>
                    <a:pt x="92" y="232"/>
                  </a:cubicBezTo>
                  <a:cubicBezTo>
                    <a:pt x="96" y="231"/>
                    <a:pt x="99" y="231"/>
                    <a:pt x="104" y="230"/>
                  </a:cubicBezTo>
                  <a:cubicBezTo>
                    <a:pt x="106" y="229"/>
                    <a:pt x="106" y="228"/>
                    <a:pt x="108" y="227"/>
                  </a:cubicBezTo>
                  <a:cubicBezTo>
                    <a:pt x="109" y="225"/>
                    <a:pt x="111" y="224"/>
                    <a:pt x="112" y="222"/>
                  </a:cubicBezTo>
                  <a:cubicBezTo>
                    <a:pt x="112" y="221"/>
                    <a:pt x="112" y="220"/>
                    <a:pt x="112" y="219"/>
                  </a:cubicBezTo>
                  <a:cubicBezTo>
                    <a:pt x="113" y="218"/>
                    <a:pt x="114" y="217"/>
                    <a:pt x="116" y="217"/>
                  </a:cubicBezTo>
                  <a:cubicBezTo>
                    <a:pt x="117" y="217"/>
                    <a:pt x="118" y="216"/>
                    <a:pt x="119" y="216"/>
                  </a:cubicBezTo>
                  <a:cubicBezTo>
                    <a:pt x="120" y="215"/>
                    <a:pt x="120" y="214"/>
                    <a:pt x="121" y="213"/>
                  </a:cubicBezTo>
                  <a:cubicBezTo>
                    <a:pt x="124" y="210"/>
                    <a:pt x="126" y="208"/>
                    <a:pt x="129" y="205"/>
                  </a:cubicBezTo>
                  <a:cubicBezTo>
                    <a:pt x="132" y="203"/>
                    <a:pt x="132" y="201"/>
                    <a:pt x="134" y="199"/>
                  </a:cubicBezTo>
                  <a:cubicBezTo>
                    <a:pt x="137" y="196"/>
                    <a:pt x="140" y="195"/>
                    <a:pt x="142" y="192"/>
                  </a:cubicBezTo>
                  <a:cubicBezTo>
                    <a:pt x="143" y="190"/>
                    <a:pt x="144" y="189"/>
                    <a:pt x="145" y="188"/>
                  </a:cubicBezTo>
                  <a:cubicBezTo>
                    <a:pt x="146" y="186"/>
                    <a:pt x="148" y="185"/>
                    <a:pt x="150" y="184"/>
                  </a:cubicBezTo>
                  <a:cubicBezTo>
                    <a:pt x="153" y="183"/>
                    <a:pt x="154" y="181"/>
                    <a:pt x="157" y="181"/>
                  </a:cubicBezTo>
                  <a:cubicBezTo>
                    <a:pt x="158" y="181"/>
                    <a:pt x="158" y="181"/>
                    <a:pt x="159" y="181"/>
                  </a:cubicBezTo>
                  <a:cubicBezTo>
                    <a:pt x="160" y="181"/>
                    <a:pt x="161" y="180"/>
                    <a:pt x="161" y="179"/>
                  </a:cubicBezTo>
                  <a:cubicBezTo>
                    <a:pt x="162" y="177"/>
                    <a:pt x="162" y="176"/>
                    <a:pt x="164" y="174"/>
                  </a:cubicBezTo>
                  <a:cubicBezTo>
                    <a:pt x="164" y="173"/>
                    <a:pt x="165" y="173"/>
                    <a:pt x="166" y="172"/>
                  </a:cubicBezTo>
                  <a:cubicBezTo>
                    <a:pt x="168" y="170"/>
                    <a:pt x="169" y="169"/>
                    <a:pt x="170" y="167"/>
                  </a:cubicBezTo>
                  <a:cubicBezTo>
                    <a:pt x="172" y="165"/>
                    <a:pt x="173" y="163"/>
                    <a:pt x="175" y="160"/>
                  </a:cubicBezTo>
                  <a:cubicBezTo>
                    <a:pt x="177" y="157"/>
                    <a:pt x="179" y="157"/>
                    <a:pt x="181" y="155"/>
                  </a:cubicBezTo>
                  <a:cubicBezTo>
                    <a:pt x="187" y="152"/>
                    <a:pt x="190" y="149"/>
                    <a:pt x="195" y="146"/>
                  </a:cubicBezTo>
                  <a:cubicBezTo>
                    <a:pt x="198" y="145"/>
                    <a:pt x="199" y="144"/>
                    <a:pt x="200" y="142"/>
                  </a:cubicBezTo>
                  <a:cubicBezTo>
                    <a:pt x="202" y="139"/>
                    <a:pt x="204" y="137"/>
                    <a:pt x="204" y="134"/>
                  </a:cubicBezTo>
                  <a:cubicBezTo>
                    <a:pt x="204" y="132"/>
                    <a:pt x="204" y="131"/>
                    <a:pt x="203" y="130"/>
                  </a:cubicBezTo>
                  <a:cubicBezTo>
                    <a:pt x="202" y="129"/>
                    <a:pt x="200" y="128"/>
                    <a:pt x="199" y="127"/>
                  </a:cubicBezTo>
                  <a:cubicBezTo>
                    <a:pt x="200" y="127"/>
                    <a:pt x="200" y="126"/>
                    <a:pt x="200" y="126"/>
                  </a:cubicBezTo>
                  <a:cubicBezTo>
                    <a:pt x="201" y="126"/>
                    <a:pt x="202" y="126"/>
                    <a:pt x="203" y="126"/>
                  </a:cubicBezTo>
                  <a:cubicBezTo>
                    <a:pt x="205" y="126"/>
                    <a:pt x="207" y="127"/>
                    <a:pt x="208" y="125"/>
                  </a:cubicBezTo>
                  <a:cubicBezTo>
                    <a:pt x="210" y="125"/>
                    <a:pt x="210" y="123"/>
                    <a:pt x="210" y="122"/>
                  </a:cubicBezTo>
                  <a:cubicBezTo>
                    <a:pt x="211" y="120"/>
                    <a:pt x="212" y="120"/>
                    <a:pt x="214" y="119"/>
                  </a:cubicBezTo>
                  <a:cubicBezTo>
                    <a:pt x="217" y="117"/>
                    <a:pt x="219" y="116"/>
                    <a:pt x="223" y="116"/>
                  </a:cubicBezTo>
                  <a:cubicBezTo>
                    <a:pt x="224" y="116"/>
                    <a:pt x="224" y="115"/>
                    <a:pt x="225" y="115"/>
                  </a:cubicBezTo>
                  <a:cubicBezTo>
                    <a:pt x="233" y="115"/>
                    <a:pt x="233" y="115"/>
                    <a:pt x="233" y="115"/>
                  </a:cubicBezTo>
                  <a:cubicBezTo>
                    <a:pt x="234" y="115"/>
                    <a:pt x="234" y="115"/>
                    <a:pt x="235" y="114"/>
                  </a:cubicBezTo>
                  <a:cubicBezTo>
                    <a:pt x="237" y="114"/>
                    <a:pt x="238" y="114"/>
                    <a:pt x="239" y="113"/>
                  </a:cubicBezTo>
                  <a:cubicBezTo>
                    <a:pt x="244" y="111"/>
                    <a:pt x="246" y="109"/>
                    <a:pt x="250" y="105"/>
                  </a:cubicBezTo>
                  <a:cubicBezTo>
                    <a:pt x="252" y="108"/>
                    <a:pt x="255" y="108"/>
                    <a:pt x="258" y="108"/>
                  </a:cubicBezTo>
                  <a:cubicBezTo>
                    <a:pt x="261" y="108"/>
                    <a:pt x="263" y="107"/>
                    <a:pt x="266" y="107"/>
                  </a:cubicBezTo>
                  <a:cubicBezTo>
                    <a:pt x="269" y="106"/>
                    <a:pt x="270" y="107"/>
                    <a:pt x="273" y="106"/>
                  </a:cubicBezTo>
                  <a:cubicBezTo>
                    <a:pt x="270" y="109"/>
                    <a:pt x="268" y="111"/>
                    <a:pt x="268" y="114"/>
                  </a:cubicBezTo>
                  <a:cubicBezTo>
                    <a:pt x="268" y="117"/>
                    <a:pt x="269" y="118"/>
                    <a:pt x="271" y="120"/>
                  </a:cubicBezTo>
                  <a:cubicBezTo>
                    <a:pt x="272" y="121"/>
                    <a:pt x="273" y="122"/>
                    <a:pt x="274" y="123"/>
                  </a:cubicBezTo>
                  <a:cubicBezTo>
                    <a:pt x="276" y="124"/>
                    <a:pt x="277" y="125"/>
                    <a:pt x="279" y="125"/>
                  </a:cubicBezTo>
                  <a:cubicBezTo>
                    <a:pt x="280" y="125"/>
                    <a:pt x="281" y="124"/>
                    <a:pt x="282" y="123"/>
                  </a:cubicBezTo>
                  <a:cubicBezTo>
                    <a:pt x="285" y="121"/>
                    <a:pt x="286" y="120"/>
                    <a:pt x="288" y="118"/>
                  </a:cubicBezTo>
                  <a:cubicBezTo>
                    <a:pt x="290" y="116"/>
                    <a:pt x="291" y="115"/>
                    <a:pt x="293" y="113"/>
                  </a:cubicBezTo>
                  <a:cubicBezTo>
                    <a:pt x="294" y="111"/>
                    <a:pt x="295" y="109"/>
                    <a:pt x="297" y="109"/>
                  </a:cubicBezTo>
                  <a:cubicBezTo>
                    <a:pt x="298" y="109"/>
                    <a:pt x="298" y="110"/>
                    <a:pt x="299" y="111"/>
                  </a:cubicBezTo>
                  <a:cubicBezTo>
                    <a:pt x="299" y="111"/>
                    <a:pt x="300" y="112"/>
                    <a:pt x="301" y="112"/>
                  </a:cubicBezTo>
                  <a:cubicBezTo>
                    <a:pt x="305" y="113"/>
                    <a:pt x="307" y="114"/>
                    <a:pt x="311" y="115"/>
                  </a:cubicBezTo>
                  <a:cubicBezTo>
                    <a:pt x="313" y="115"/>
                    <a:pt x="315" y="115"/>
                    <a:pt x="317" y="116"/>
                  </a:cubicBezTo>
                  <a:cubicBezTo>
                    <a:pt x="320" y="117"/>
                    <a:pt x="322" y="117"/>
                    <a:pt x="325" y="117"/>
                  </a:cubicBezTo>
                  <a:cubicBezTo>
                    <a:pt x="330" y="117"/>
                    <a:pt x="332" y="117"/>
                    <a:pt x="337" y="117"/>
                  </a:cubicBezTo>
                  <a:cubicBezTo>
                    <a:pt x="340" y="116"/>
                    <a:pt x="341" y="114"/>
                    <a:pt x="344" y="114"/>
                  </a:cubicBezTo>
                  <a:cubicBezTo>
                    <a:pt x="347" y="113"/>
                    <a:pt x="348" y="114"/>
                    <a:pt x="351" y="113"/>
                  </a:cubicBezTo>
                  <a:cubicBezTo>
                    <a:pt x="356" y="113"/>
                    <a:pt x="359" y="113"/>
                    <a:pt x="364" y="112"/>
                  </a:cubicBezTo>
                  <a:cubicBezTo>
                    <a:pt x="367" y="112"/>
                    <a:pt x="368" y="111"/>
                    <a:pt x="370" y="111"/>
                  </a:cubicBezTo>
                  <a:cubicBezTo>
                    <a:pt x="375" y="110"/>
                    <a:pt x="377" y="110"/>
                    <a:pt x="382" y="108"/>
                  </a:cubicBezTo>
                  <a:cubicBezTo>
                    <a:pt x="383" y="107"/>
                    <a:pt x="384" y="107"/>
                    <a:pt x="385" y="106"/>
                  </a:cubicBezTo>
                  <a:cubicBezTo>
                    <a:pt x="387" y="105"/>
                    <a:pt x="389" y="104"/>
                    <a:pt x="391" y="103"/>
                  </a:cubicBezTo>
                  <a:cubicBezTo>
                    <a:pt x="392" y="102"/>
                    <a:pt x="393" y="101"/>
                    <a:pt x="394" y="101"/>
                  </a:cubicBezTo>
                  <a:cubicBezTo>
                    <a:pt x="394" y="101"/>
                    <a:pt x="394" y="101"/>
                    <a:pt x="394" y="101"/>
                  </a:cubicBezTo>
                  <a:cubicBezTo>
                    <a:pt x="394" y="101"/>
                    <a:pt x="394" y="101"/>
                    <a:pt x="394" y="101"/>
                  </a:cubicBezTo>
                  <a:cubicBezTo>
                    <a:pt x="395" y="102"/>
                    <a:pt x="395" y="103"/>
                    <a:pt x="396" y="104"/>
                  </a:cubicBezTo>
                  <a:cubicBezTo>
                    <a:pt x="397" y="105"/>
                    <a:pt x="398" y="105"/>
                    <a:pt x="399" y="106"/>
                  </a:cubicBezTo>
                  <a:cubicBezTo>
                    <a:pt x="400" y="108"/>
                    <a:pt x="399" y="109"/>
                    <a:pt x="400" y="111"/>
                  </a:cubicBezTo>
                  <a:cubicBezTo>
                    <a:pt x="399" y="115"/>
                    <a:pt x="399" y="115"/>
                    <a:pt x="399" y="115"/>
                  </a:cubicBezTo>
                  <a:cubicBezTo>
                    <a:pt x="400" y="118"/>
                    <a:pt x="400" y="119"/>
                    <a:pt x="401" y="122"/>
                  </a:cubicBezTo>
                  <a:cubicBezTo>
                    <a:pt x="401" y="123"/>
                    <a:pt x="401" y="124"/>
                    <a:pt x="402" y="125"/>
                  </a:cubicBezTo>
                  <a:cubicBezTo>
                    <a:pt x="403" y="125"/>
                    <a:pt x="405" y="125"/>
                    <a:pt x="406" y="126"/>
                  </a:cubicBezTo>
                  <a:cubicBezTo>
                    <a:pt x="406" y="126"/>
                    <a:pt x="405" y="127"/>
                    <a:pt x="405" y="127"/>
                  </a:cubicBezTo>
                  <a:cubicBezTo>
                    <a:pt x="405" y="132"/>
                    <a:pt x="405" y="132"/>
                    <a:pt x="405" y="132"/>
                  </a:cubicBezTo>
                  <a:cubicBezTo>
                    <a:pt x="405" y="134"/>
                    <a:pt x="407" y="134"/>
                    <a:pt x="408" y="135"/>
                  </a:cubicBezTo>
                  <a:cubicBezTo>
                    <a:pt x="408" y="137"/>
                    <a:pt x="408" y="138"/>
                    <a:pt x="408" y="139"/>
                  </a:cubicBezTo>
                  <a:cubicBezTo>
                    <a:pt x="408" y="142"/>
                    <a:pt x="409" y="144"/>
                    <a:pt x="409" y="146"/>
                  </a:cubicBezTo>
                  <a:cubicBezTo>
                    <a:pt x="409" y="147"/>
                    <a:pt x="409" y="147"/>
                    <a:pt x="409" y="148"/>
                  </a:cubicBezTo>
                  <a:cubicBezTo>
                    <a:pt x="408" y="149"/>
                    <a:pt x="407" y="151"/>
                    <a:pt x="406" y="151"/>
                  </a:cubicBezTo>
                  <a:cubicBezTo>
                    <a:pt x="406" y="152"/>
                    <a:pt x="405" y="152"/>
                    <a:pt x="405" y="152"/>
                  </a:cubicBezTo>
                  <a:cubicBezTo>
                    <a:pt x="403" y="153"/>
                    <a:pt x="403" y="154"/>
                    <a:pt x="401" y="155"/>
                  </a:cubicBezTo>
                  <a:cubicBezTo>
                    <a:pt x="400" y="154"/>
                    <a:pt x="400" y="154"/>
                    <a:pt x="399" y="153"/>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96"/>
            <p:cNvSpPr>
              <a:spLocks noEditPoints="1"/>
            </p:cNvSpPr>
            <p:nvPr/>
          </p:nvSpPr>
          <p:spPr bwMode="auto">
            <a:xfrm>
              <a:off x="1612900" y="3398838"/>
              <a:ext cx="471488" cy="381000"/>
            </a:xfrm>
            <a:custGeom>
              <a:avLst/>
              <a:gdLst/>
              <a:ahLst/>
              <a:cxnLst>
                <a:cxn ang="0">
                  <a:pos x="120" y="49"/>
                </a:cxn>
                <a:cxn ang="0">
                  <a:pos x="124" y="47"/>
                </a:cxn>
                <a:cxn ang="0">
                  <a:pos x="116" y="51"/>
                </a:cxn>
                <a:cxn ang="0">
                  <a:pos x="115" y="61"/>
                </a:cxn>
                <a:cxn ang="0">
                  <a:pos x="70" y="77"/>
                </a:cxn>
                <a:cxn ang="0">
                  <a:pos x="70" y="77"/>
                </a:cxn>
                <a:cxn ang="0">
                  <a:pos x="92" y="73"/>
                </a:cxn>
                <a:cxn ang="0">
                  <a:pos x="107" y="61"/>
                </a:cxn>
                <a:cxn ang="0">
                  <a:pos x="121" y="82"/>
                </a:cxn>
                <a:cxn ang="0">
                  <a:pos x="150" y="78"/>
                </a:cxn>
                <a:cxn ang="0">
                  <a:pos x="175" y="78"/>
                </a:cxn>
                <a:cxn ang="0">
                  <a:pos x="182" y="53"/>
                </a:cxn>
                <a:cxn ang="0">
                  <a:pos x="198" y="38"/>
                </a:cxn>
                <a:cxn ang="0">
                  <a:pos x="223" y="26"/>
                </a:cxn>
                <a:cxn ang="0">
                  <a:pos x="240" y="24"/>
                </a:cxn>
                <a:cxn ang="0">
                  <a:pos x="250" y="29"/>
                </a:cxn>
                <a:cxn ang="0">
                  <a:pos x="261" y="39"/>
                </a:cxn>
                <a:cxn ang="0">
                  <a:pos x="282" y="46"/>
                </a:cxn>
                <a:cxn ang="0">
                  <a:pos x="292" y="57"/>
                </a:cxn>
                <a:cxn ang="0">
                  <a:pos x="291" y="75"/>
                </a:cxn>
                <a:cxn ang="0">
                  <a:pos x="300" y="84"/>
                </a:cxn>
                <a:cxn ang="0">
                  <a:pos x="306" y="100"/>
                </a:cxn>
                <a:cxn ang="0">
                  <a:pos x="284" y="115"/>
                </a:cxn>
                <a:cxn ang="0">
                  <a:pos x="255" y="145"/>
                </a:cxn>
                <a:cxn ang="0">
                  <a:pos x="240" y="174"/>
                </a:cxn>
                <a:cxn ang="0">
                  <a:pos x="233" y="168"/>
                </a:cxn>
                <a:cxn ang="0">
                  <a:pos x="220" y="152"/>
                </a:cxn>
                <a:cxn ang="0">
                  <a:pos x="206" y="143"/>
                </a:cxn>
                <a:cxn ang="0">
                  <a:pos x="168" y="148"/>
                </a:cxn>
                <a:cxn ang="0">
                  <a:pos x="150" y="158"/>
                </a:cxn>
                <a:cxn ang="0">
                  <a:pos x="138" y="173"/>
                </a:cxn>
                <a:cxn ang="0">
                  <a:pos x="134" y="190"/>
                </a:cxn>
                <a:cxn ang="0">
                  <a:pos x="126" y="202"/>
                </a:cxn>
                <a:cxn ang="0">
                  <a:pos x="113" y="214"/>
                </a:cxn>
                <a:cxn ang="0">
                  <a:pos x="112" y="229"/>
                </a:cxn>
                <a:cxn ang="0">
                  <a:pos x="111" y="245"/>
                </a:cxn>
                <a:cxn ang="0">
                  <a:pos x="105" y="243"/>
                </a:cxn>
                <a:cxn ang="0">
                  <a:pos x="86" y="246"/>
                </a:cxn>
                <a:cxn ang="0">
                  <a:pos x="71" y="243"/>
                </a:cxn>
                <a:cxn ang="0">
                  <a:pos x="64" y="223"/>
                </a:cxn>
                <a:cxn ang="0">
                  <a:pos x="55" y="218"/>
                </a:cxn>
                <a:cxn ang="0">
                  <a:pos x="50" y="205"/>
                </a:cxn>
                <a:cxn ang="0">
                  <a:pos x="52" y="196"/>
                </a:cxn>
                <a:cxn ang="0">
                  <a:pos x="50" y="189"/>
                </a:cxn>
                <a:cxn ang="0">
                  <a:pos x="58" y="180"/>
                </a:cxn>
                <a:cxn ang="0">
                  <a:pos x="53" y="174"/>
                </a:cxn>
                <a:cxn ang="0">
                  <a:pos x="42" y="170"/>
                </a:cxn>
                <a:cxn ang="0">
                  <a:pos x="43" y="155"/>
                </a:cxn>
                <a:cxn ang="0">
                  <a:pos x="24" y="154"/>
                </a:cxn>
                <a:cxn ang="0">
                  <a:pos x="11" y="160"/>
                </a:cxn>
                <a:cxn ang="0">
                  <a:pos x="23" y="150"/>
                </a:cxn>
                <a:cxn ang="0">
                  <a:pos x="44" y="137"/>
                </a:cxn>
                <a:cxn ang="0">
                  <a:pos x="70" y="118"/>
                </a:cxn>
                <a:cxn ang="0">
                  <a:pos x="75" y="96"/>
                </a:cxn>
                <a:cxn ang="0">
                  <a:pos x="245" y="10"/>
                </a:cxn>
                <a:cxn ang="0">
                  <a:pos x="254" y="13"/>
                </a:cxn>
                <a:cxn ang="0">
                  <a:pos x="259" y="18"/>
                </a:cxn>
                <a:cxn ang="0">
                  <a:pos x="262" y="2"/>
                </a:cxn>
                <a:cxn ang="0">
                  <a:pos x="254" y="2"/>
                </a:cxn>
              </a:cxnLst>
              <a:rect l="0" t="0" r="r" b="b"/>
              <a:pathLst>
                <a:path w="306" h="248">
                  <a:moveTo>
                    <a:pt x="123" y="45"/>
                  </a:moveTo>
                  <a:cubicBezTo>
                    <a:pt x="119" y="45"/>
                    <a:pt x="119" y="45"/>
                    <a:pt x="119" y="45"/>
                  </a:cubicBezTo>
                  <a:cubicBezTo>
                    <a:pt x="120" y="46"/>
                    <a:pt x="119" y="46"/>
                    <a:pt x="119" y="47"/>
                  </a:cubicBezTo>
                  <a:cubicBezTo>
                    <a:pt x="119" y="48"/>
                    <a:pt x="120" y="48"/>
                    <a:pt x="120" y="49"/>
                  </a:cubicBezTo>
                  <a:cubicBezTo>
                    <a:pt x="121" y="49"/>
                    <a:pt x="121" y="50"/>
                    <a:pt x="121" y="50"/>
                  </a:cubicBezTo>
                  <a:cubicBezTo>
                    <a:pt x="124" y="50"/>
                    <a:pt x="124" y="50"/>
                    <a:pt x="124" y="50"/>
                  </a:cubicBezTo>
                  <a:cubicBezTo>
                    <a:pt x="124" y="49"/>
                    <a:pt x="124" y="48"/>
                    <a:pt x="124" y="48"/>
                  </a:cubicBezTo>
                  <a:cubicBezTo>
                    <a:pt x="124" y="47"/>
                    <a:pt x="124" y="47"/>
                    <a:pt x="124" y="47"/>
                  </a:cubicBezTo>
                  <a:cubicBezTo>
                    <a:pt x="123" y="46"/>
                    <a:pt x="123" y="46"/>
                    <a:pt x="123" y="45"/>
                  </a:cubicBezTo>
                  <a:close/>
                  <a:moveTo>
                    <a:pt x="119" y="52"/>
                  </a:moveTo>
                  <a:cubicBezTo>
                    <a:pt x="119" y="51"/>
                    <a:pt x="119" y="51"/>
                    <a:pt x="119" y="50"/>
                  </a:cubicBezTo>
                  <a:cubicBezTo>
                    <a:pt x="118" y="51"/>
                    <a:pt x="117" y="51"/>
                    <a:pt x="116" y="51"/>
                  </a:cubicBezTo>
                  <a:cubicBezTo>
                    <a:pt x="115" y="51"/>
                    <a:pt x="114" y="51"/>
                    <a:pt x="114" y="52"/>
                  </a:cubicBezTo>
                  <a:cubicBezTo>
                    <a:pt x="114" y="53"/>
                    <a:pt x="116" y="54"/>
                    <a:pt x="116" y="55"/>
                  </a:cubicBezTo>
                  <a:cubicBezTo>
                    <a:pt x="116" y="56"/>
                    <a:pt x="114" y="56"/>
                    <a:pt x="114" y="57"/>
                  </a:cubicBezTo>
                  <a:cubicBezTo>
                    <a:pt x="114" y="59"/>
                    <a:pt x="114" y="59"/>
                    <a:pt x="115" y="61"/>
                  </a:cubicBezTo>
                  <a:cubicBezTo>
                    <a:pt x="117" y="60"/>
                    <a:pt x="118" y="59"/>
                    <a:pt x="119" y="57"/>
                  </a:cubicBezTo>
                  <a:cubicBezTo>
                    <a:pt x="120" y="56"/>
                    <a:pt x="121" y="56"/>
                    <a:pt x="122" y="54"/>
                  </a:cubicBezTo>
                  <a:cubicBezTo>
                    <a:pt x="121" y="54"/>
                    <a:pt x="120" y="53"/>
                    <a:pt x="119" y="52"/>
                  </a:cubicBezTo>
                  <a:close/>
                  <a:moveTo>
                    <a:pt x="70" y="77"/>
                  </a:moveTo>
                  <a:cubicBezTo>
                    <a:pt x="69" y="77"/>
                    <a:pt x="68" y="77"/>
                    <a:pt x="67" y="77"/>
                  </a:cubicBezTo>
                  <a:cubicBezTo>
                    <a:pt x="65" y="79"/>
                    <a:pt x="65" y="81"/>
                    <a:pt x="64" y="82"/>
                  </a:cubicBezTo>
                  <a:cubicBezTo>
                    <a:pt x="66" y="83"/>
                    <a:pt x="67" y="82"/>
                    <a:pt x="70" y="82"/>
                  </a:cubicBezTo>
                  <a:cubicBezTo>
                    <a:pt x="70" y="80"/>
                    <a:pt x="70" y="79"/>
                    <a:pt x="70" y="77"/>
                  </a:cubicBezTo>
                  <a:close/>
                  <a:moveTo>
                    <a:pt x="75" y="96"/>
                  </a:moveTo>
                  <a:cubicBezTo>
                    <a:pt x="75" y="93"/>
                    <a:pt x="78" y="93"/>
                    <a:pt x="80" y="92"/>
                  </a:cubicBezTo>
                  <a:cubicBezTo>
                    <a:pt x="82" y="90"/>
                    <a:pt x="82" y="88"/>
                    <a:pt x="82" y="85"/>
                  </a:cubicBezTo>
                  <a:cubicBezTo>
                    <a:pt x="84" y="79"/>
                    <a:pt x="88" y="78"/>
                    <a:pt x="92" y="73"/>
                  </a:cubicBezTo>
                  <a:cubicBezTo>
                    <a:pt x="96" y="69"/>
                    <a:pt x="102" y="71"/>
                    <a:pt x="104" y="66"/>
                  </a:cubicBezTo>
                  <a:cubicBezTo>
                    <a:pt x="105" y="64"/>
                    <a:pt x="104" y="63"/>
                    <a:pt x="105" y="61"/>
                  </a:cubicBezTo>
                  <a:cubicBezTo>
                    <a:pt x="105" y="61"/>
                    <a:pt x="105" y="60"/>
                    <a:pt x="105" y="60"/>
                  </a:cubicBezTo>
                  <a:cubicBezTo>
                    <a:pt x="106" y="59"/>
                    <a:pt x="107" y="61"/>
                    <a:pt x="107" y="61"/>
                  </a:cubicBezTo>
                  <a:cubicBezTo>
                    <a:pt x="109" y="62"/>
                    <a:pt x="110" y="62"/>
                    <a:pt x="111" y="63"/>
                  </a:cubicBezTo>
                  <a:cubicBezTo>
                    <a:pt x="112" y="64"/>
                    <a:pt x="112" y="66"/>
                    <a:pt x="113" y="67"/>
                  </a:cubicBezTo>
                  <a:cubicBezTo>
                    <a:pt x="115" y="71"/>
                    <a:pt x="115" y="73"/>
                    <a:pt x="117" y="77"/>
                  </a:cubicBezTo>
                  <a:cubicBezTo>
                    <a:pt x="118" y="79"/>
                    <a:pt x="119" y="80"/>
                    <a:pt x="121" y="82"/>
                  </a:cubicBezTo>
                  <a:cubicBezTo>
                    <a:pt x="122" y="83"/>
                    <a:pt x="123" y="84"/>
                    <a:pt x="125" y="84"/>
                  </a:cubicBezTo>
                  <a:cubicBezTo>
                    <a:pt x="130" y="86"/>
                    <a:pt x="134" y="86"/>
                    <a:pt x="138" y="83"/>
                  </a:cubicBezTo>
                  <a:cubicBezTo>
                    <a:pt x="140" y="82"/>
                    <a:pt x="141" y="80"/>
                    <a:pt x="144" y="80"/>
                  </a:cubicBezTo>
                  <a:cubicBezTo>
                    <a:pt x="146" y="79"/>
                    <a:pt x="148" y="78"/>
                    <a:pt x="150" y="78"/>
                  </a:cubicBezTo>
                  <a:cubicBezTo>
                    <a:pt x="156" y="78"/>
                    <a:pt x="156" y="78"/>
                    <a:pt x="156" y="78"/>
                  </a:cubicBezTo>
                  <a:cubicBezTo>
                    <a:pt x="160" y="78"/>
                    <a:pt x="161" y="80"/>
                    <a:pt x="165" y="80"/>
                  </a:cubicBezTo>
                  <a:cubicBezTo>
                    <a:pt x="167" y="80"/>
                    <a:pt x="168" y="79"/>
                    <a:pt x="170" y="79"/>
                  </a:cubicBezTo>
                  <a:cubicBezTo>
                    <a:pt x="172" y="78"/>
                    <a:pt x="173" y="79"/>
                    <a:pt x="175" y="78"/>
                  </a:cubicBezTo>
                  <a:cubicBezTo>
                    <a:pt x="176" y="78"/>
                    <a:pt x="176" y="77"/>
                    <a:pt x="177" y="76"/>
                  </a:cubicBezTo>
                  <a:cubicBezTo>
                    <a:pt x="178" y="76"/>
                    <a:pt x="179" y="75"/>
                    <a:pt x="180" y="74"/>
                  </a:cubicBezTo>
                  <a:cubicBezTo>
                    <a:pt x="183" y="70"/>
                    <a:pt x="183" y="67"/>
                    <a:pt x="183" y="62"/>
                  </a:cubicBezTo>
                  <a:cubicBezTo>
                    <a:pt x="183" y="58"/>
                    <a:pt x="182" y="57"/>
                    <a:pt x="182" y="53"/>
                  </a:cubicBezTo>
                  <a:cubicBezTo>
                    <a:pt x="182" y="51"/>
                    <a:pt x="183" y="50"/>
                    <a:pt x="184" y="48"/>
                  </a:cubicBezTo>
                  <a:cubicBezTo>
                    <a:pt x="185" y="46"/>
                    <a:pt x="186" y="44"/>
                    <a:pt x="189" y="43"/>
                  </a:cubicBezTo>
                  <a:cubicBezTo>
                    <a:pt x="191" y="42"/>
                    <a:pt x="192" y="42"/>
                    <a:pt x="194" y="41"/>
                  </a:cubicBezTo>
                  <a:cubicBezTo>
                    <a:pt x="196" y="40"/>
                    <a:pt x="196" y="39"/>
                    <a:pt x="198" y="38"/>
                  </a:cubicBezTo>
                  <a:cubicBezTo>
                    <a:pt x="199" y="37"/>
                    <a:pt x="200" y="36"/>
                    <a:pt x="202" y="35"/>
                  </a:cubicBezTo>
                  <a:cubicBezTo>
                    <a:pt x="205" y="34"/>
                    <a:pt x="208" y="34"/>
                    <a:pt x="212" y="32"/>
                  </a:cubicBezTo>
                  <a:cubicBezTo>
                    <a:pt x="214" y="31"/>
                    <a:pt x="213" y="29"/>
                    <a:pt x="213" y="26"/>
                  </a:cubicBezTo>
                  <a:cubicBezTo>
                    <a:pt x="223" y="26"/>
                    <a:pt x="223" y="26"/>
                    <a:pt x="223" y="26"/>
                  </a:cubicBezTo>
                  <a:cubicBezTo>
                    <a:pt x="226" y="26"/>
                    <a:pt x="227" y="27"/>
                    <a:pt x="230" y="27"/>
                  </a:cubicBezTo>
                  <a:cubicBezTo>
                    <a:pt x="233" y="27"/>
                    <a:pt x="234" y="27"/>
                    <a:pt x="236" y="26"/>
                  </a:cubicBezTo>
                  <a:cubicBezTo>
                    <a:pt x="237" y="25"/>
                    <a:pt x="237" y="24"/>
                    <a:pt x="239" y="24"/>
                  </a:cubicBezTo>
                  <a:cubicBezTo>
                    <a:pt x="240" y="24"/>
                    <a:pt x="240" y="24"/>
                    <a:pt x="240" y="24"/>
                  </a:cubicBezTo>
                  <a:cubicBezTo>
                    <a:pt x="240" y="26"/>
                    <a:pt x="241" y="28"/>
                    <a:pt x="240" y="30"/>
                  </a:cubicBezTo>
                  <a:cubicBezTo>
                    <a:pt x="243" y="30"/>
                    <a:pt x="244" y="31"/>
                    <a:pt x="246" y="31"/>
                  </a:cubicBezTo>
                  <a:cubicBezTo>
                    <a:pt x="248" y="31"/>
                    <a:pt x="248" y="30"/>
                    <a:pt x="249" y="29"/>
                  </a:cubicBezTo>
                  <a:cubicBezTo>
                    <a:pt x="249" y="29"/>
                    <a:pt x="249" y="29"/>
                    <a:pt x="250" y="29"/>
                  </a:cubicBezTo>
                  <a:cubicBezTo>
                    <a:pt x="250" y="30"/>
                    <a:pt x="250" y="31"/>
                    <a:pt x="251" y="31"/>
                  </a:cubicBezTo>
                  <a:cubicBezTo>
                    <a:pt x="251" y="32"/>
                    <a:pt x="251" y="33"/>
                    <a:pt x="251" y="34"/>
                  </a:cubicBezTo>
                  <a:cubicBezTo>
                    <a:pt x="252" y="35"/>
                    <a:pt x="253" y="34"/>
                    <a:pt x="254" y="35"/>
                  </a:cubicBezTo>
                  <a:cubicBezTo>
                    <a:pt x="257" y="36"/>
                    <a:pt x="259" y="36"/>
                    <a:pt x="261" y="39"/>
                  </a:cubicBezTo>
                  <a:cubicBezTo>
                    <a:pt x="263" y="41"/>
                    <a:pt x="266" y="42"/>
                    <a:pt x="269" y="42"/>
                  </a:cubicBezTo>
                  <a:cubicBezTo>
                    <a:pt x="272" y="43"/>
                    <a:pt x="273" y="47"/>
                    <a:pt x="277" y="47"/>
                  </a:cubicBezTo>
                  <a:cubicBezTo>
                    <a:pt x="278" y="47"/>
                    <a:pt x="279" y="47"/>
                    <a:pt x="281" y="47"/>
                  </a:cubicBezTo>
                  <a:cubicBezTo>
                    <a:pt x="281" y="46"/>
                    <a:pt x="281" y="46"/>
                    <a:pt x="282" y="46"/>
                  </a:cubicBezTo>
                  <a:cubicBezTo>
                    <a:pt x="292" y="46"/>
                    <a:pt x="292" y="46"/>
                    <a:pt x="292" y="46"/>
                  </a:cubicBezTo>
                  <a:cubicBezTo>
                    <a:pt x="292" y="47"/>
                    <a:pt x="292" y="47"/>
                    <a:pt x="293" y="48"/>
                  </a:cubicBezTo>
                  <a:cubicBezTo>
                    <a:pt x="293" y="49"/>
                    <a:pt x="292" y="50"/>
                    <a:pt x="292" y="51"/>
                  </a:cubicBezTo>
                  <a:cubicBezTo>
                    <a:pt x="292" y="53"/>
                    <a:pt x="292" y="55"/>
                    <a:pt x="292" y="57"/>
                  </a:cubicBezTo>
                  <a:cubicBezTo>
                    <a:pt x="292" y="58"/>
                    <a:pt x="293" y="58"/>
                    <a:pt x="293" y="59"/>
                  </a:cubicBezTo>
                  <a:cubicBezTo>
                    <a:pt x="293" y="61"/>
                    <a:pt x="292" y="62"/>
                    <a:pt x="292" y="64"/>
                  </a:cubicBezTo>
                  <a:cubicBezTo>
                    <a:pt x="292" y="66"/>
                    <a:pt x="292" y="67"/>
                    <a:pt x="292" y="69"/>
                  </a:cubicBezTo>
                  <a:cubicBezTo>
                    <a:pt x="292" y="72"/>
                    <a:pt x="291" y="73"/>
                    <a:pt x="291" y="75"/>
                  </a:cubicBezTo>
                  <a:cubicBezTo>
                    <a:pt x="291" y="77"/>
                    <a:pt x="291" y="79"/>
                    <a:pt x="293" y="79"/>
                  </a:cubicBezTo>
                  <a:cubicBezTo>
                    <a:pt x="294" y="79"/>
                    <a:pt x="295" y="78"/>
                    <a:pt x="297" y="78"/>
                  </a:cubicBezTo>
                  <a:cubicBezTo>
                    <a:pt x="298" y="78"/>
                    <a:pt x="298" y="80"/>
                    <a:pt x="299" y="82"/>
                  </a:cubicBezTo>
                  <a:cubicBezTo>
                    <a:pt x="299" y="83"/>
                    <a:pt x="300" y="83"/>
                    <a:pt x="300" y="84"/>
                  </a:cubicBezTo>
                  <a:cubicBezTo>
                    <a:pt x="301" y="85"/>
                    <a:pt x="302" y="85"/>
                    <a:pt x="302" y="86"/>
                  </a:cubicBezTo>
                  <a:cubicBezTo>
                    <a:pt x="302" y="91"/>
                    <a:pt x="296" y="92"/>
                    <a:pt x="296" y="96"/>
                  </a:cubicBezTo>
                  <a:cubicBezTo>
                    <a:pt x="296" y="98"/>
                    <a:pt x="299" y="98"/>
                    <a:pt x="300" y="98"/>
                  </a:cubicBezTo>
                  <a:cubicBezTo>
                    <a:pt x="303" y="99"/>
                    <a:pt x="304" y="99"/>
                    <a:pt x="306" y="100"/>
                  </a:cubicBezTo>
                  <a:cubicBezTo>
                    <a:pt x="304" y="102"/>
                    <a:pt x="303" y="102"/>
                    <a:pt x="300" y="104"/>
                  </a:cubicBezTo>
                  <a:cubicBezTo>
                    <a:pt x="300" y="104"/>
                    <a:pt x="300" y="105"/>
                    <a:pt x="299" y="105"/>
                  </a:cubicBezTo>
                  <a:cubicBezTo>
                    <a:pt x="295" y="108"/>
                    <a:pt x="293" y="110"/>
                    <a:pt x="288" y="113"/>
                  </a:cubicBezTo>
                  <a:cubicBezTo>
                    <a:pt x="287" y="114"/>
                    <a:pt x="286" y="114"/>
                    <a:pt x="284" y="115"/>
                  </a:cubicBezTo>
                  <a:cubicBezTo>
                    <a:pt x="282" y="117"/>
                    <a:pt x="282" y="118"/>
                    <a:pt x="280" y="120"/>
                  </a:cubicBezTo>
                  <a:cubicBezTo>
                    <a:pt x="277" y="123"/>
                    <a:pt x="274" y="123"/>
                    <a:pt x="271" y="126"/>
                  </a:cubicBezTo>
                  <a:cubicBezTo>
                    <a:pt x="268" y="129"/>
                    <a:pt x="267" y="131"/>
                    <a:pt x="263" y="133"/>
                  </a:cubicBezTo>
                  <a:cubicBezTo>
                    <a:pt x="259" y="136"/>
                    <a:pt x="258" y="140"/>
                    <a:pt x="255" y="145"/>
                  </a:cubicBezTo>
                  <a:cubicBezTo>
                    <a:pt x="253" y="148"/>
                    <a:pt x="251" y="150"/>
                    <a:pt x="250" y="154"/>
                  </a:cubicBezTo>
                  <a:cubicBezTo>
                    <a:pt x="249" y="156"/>
                    <a:pt x="249" y="157"/>
                    <a:pt x="248" y="159"/>
                  </a:cubicBezTo>
                  <a:cubicBezTo>
                    <a:pt x="246" y="167"/>
                    <a:pt x="244" y="171"/>
                    <a:pt x="243" y="179"/>
                  </a:cubicBezTo>
                  <a:cubicBezTo>
                    <a:pt x="241" y="177"/>
                    <a:pt x="241" y="176"/>
                    <a:pt x="240" y="174"/>
                  </a:cubicBezTo>
                  <a:cubicBezTo>
                    <a:pt x="239" y="173"/>
                    <a:pt x="239" y="172"/>
                    <a:pt x="238" y="172"/>
                  </a:cubicBezTo>
                  <a:cubicBezTo>
                    <a:pt x="237" y="171"/>
                    <a:pt x="236" y="172"/>
                    <a:pt x="235" y="171"/>
                  </a:cubicBezTo>
                  <a:cubicBezTo>
                    <a:pt x="234" y="171"/>
                    <a:pt x="235" y="170"/>
                    <a:pt x="234" y="169"/>
                  </a:cubicBezTo>
                  <a:cubicBezTo>
                    <a:pt x="234" y="169"/>
                    <a:pt x="233" y="169"/>
                    <a:pt x="233" y="168"/>
                  </a:cubicBezTo>
                  <a:cubicBezTo>
                    <a:pt x="232" y="167"/>
                    <a:pt x="232" y="166"/>
                    <a:pt x="232" y="166"/>
                  </a:cubicBezTo>
                  <a:cubicBezTo>
                    <a:pt x="230" y="163"/>
                    <a:pt x="227" y="162"/>
                    <a:pt x="226" y="158"/>
                  </a:cubicBezTo>
                  <a:cubicBezTo>
                    <a:pt x="226" y="158"/>
                    <a:pt x="226" y="157"/>
                    <a:pt x="226" y="156"/>
                  </a:cubicBezTo>
                  <a:cubicBezTo>
                    <a:pt x="225" y="154"/>
                    <a:pt x="222" y="153"/>
                    <a:pt x="220" y="152"/>
                  </a:cubicBezTo>
                  <a:cubicBezTo>
                    <a:pt x="219" y="152"/>
                    <a:pt x="217" y="152"/>
                    <a:pt x="216" y="150"/>
                  </a:cubicBezTo>
                  <a:cubicBezTo>
                    <a:pt x="215" y="149"/>
                    <a:pt x="216" y="148"/>
                    <a:pt x="215" y="147"/>
                  </a:cubicBezTo>
                  <a:cubicBezTo>
                    <a:pt x="213" y="145"/>
                    <a:pt x="211" y="145"/>
                    <a:pt x="208" y="144"/>
                  </a:cubicBezTo>
                  <a:cubicBezTo>
                    <a:pt x="208" y="144"/>
                    <a:pt x="207" y="143"/>
                    <a:pt x="206" y="143"/>
                  </a:cubicBezTo>
                  <a:cubicBezTo>
                    <a:pt x="204" y="142"/>
                    <a:pt x="203" y="142"/>
                    <a:pt x="201" y="141"/>
                  </a:cubicBezTo>
                  <a:cubicBezTo>
                    <a:pt x="196" y="140"/>
                    <a:pt x="193" y="140"/>
                    <a:pt x="188" y="140"/>
                  </a:cubicBezTo>
                  <a:cubicBezTo>
                    <a:pt x="184" y="140"/>
                    <a:pt x="181" y="139"/>
                    <a:pt x="178" y="141"/>
                  </a:cubicBezTo>
                  <a:cubicBezTo>
                    <a:pt x="173" y="143"/>
                    <a:pt x="172" y="146"/>
                    <a:pt x="168" y="148"/>
                  </a:cubicBezTo>
                  <a:cubicBezTo>
                    <a:pt x="166" y="148"/>
                    <a:pt x="165" y="149"/>
                    <a:pt x="163" y="150"/>
                  </a:cubicBezTo>
                  <a:cubicBezTo>
                    <a:pt x="161" y="150"/>
                    <a:pt x="160" y="150"/>
                    <a:pt x="158" y="151"/>
                  </a:cubicBezTo>
                  <a:cubicBezTo>
                    <a:pt x="156" y="152"/>
                    <a:pt x="154" y="153"/>
                    <a:pt x="153" y="154"/>
                  </a:cubicBezTo>
                  <a:cubicBezTo>
                    <a:pt x="151" y="156"/>
                    <a:pt x="151" y="157"/>
                    <a:pt x="150" y="158"/>
                  </a:cubicBezTo>
                  <a:cubicBezTo>
                    <a:pt x="149" y="159"/>
                    <a:pt x="149" y="161"/>
                    <a:pt x="148" y="161"/>
                  </a:cubicBezTo>
                  <a:cubicBezTo>
                    <a:pt x="146" y="161"/>
                    <a:pt x="146" y="159"/>
                    <a:pt x="144" y="159"/>
                  </a:cubicBezTo>
                  <a:cubicBezTo>
                    <a:pt x="143" y="159"/>
                    <a:pt x="143" y="160"/>
                    <a:pt x="142" y="160"/>
                  </a:cubicBezTo>
                  <a:cubicBezTo>
                    <a:pt x="142" y="165"/>
                    <a:pt x="138" y="167"/>
                    <a:pt x="138" y="173"/>
                  </a:cubicBezTo>
                  <a:cubicBezTo>
                    <a:pt x="138" y="176"/>
                    <a:pt x="140" y="178"/>
                    <a:pt x="140" y="181"/>
                  </a:cubicBezTo>
                  <a:cubicBezTo>
                    <a:pt x="140" y="183"/>
                    <a:pt x="138" y="184"/>
                    <a:pt x="137" y="186"/>
                  </a:cubicBezTo>
                  <a:cubicBezTo>
                    <a:pt x="137" y="187"/>
                    <a:pt x="137" y="188"/>
                    <a:pt x="136" y="189"/>
                  </a:cubicBezTo>
                  <a:cubicBezTo>
                    <a:pt x="136" y="190"/>
                    <a:pt x="135" y="190"/>
                    <a:pt x="134" y="190"/>
                  </a:cubicBezTo>
                  <a:cubicBezTo>
                    <a:pt x="134" y="190"/>
                    <a:pt x="133" y="189"/>
                    <a:pt x="133" y="188"/>
                  </a:cubicBezTo>
                  <a:cubicBezTo>
                    <a:pt x="132" y="192"/>
                    <a:pt x="130" y="195"/>
                    <a:pt x="128" y="198"/>
                  </a:cubicBezTo>
                  <a:cubicBezTo>
                    <a:pt x="128" y="199"/>
                    <a:pt x="128" y="200"/>
                    <a:pt x="127" y="201"/>
                  </a:cubicBezTo>
                  <a:cubicBezTo>
                    <a:pt x="127" y="201"/>
                    <a:pt x="126" y="201"/>
                    <a:pt x="126" y="202"/>
                  </a:cubicBezTo>
                  <a:cubicBezTo>
                    <a:pt x="123" y="204"/>
                    <a:pt x="122" y="206"/>
                    <a:pt x="120" y="209"/>
                  </a:cubicBezTo>
                  <a:cubicBezTo>
                    <a:pt x="119" y="208"/>
                    <a:pt x="118" y="207"/>
                    <a:pt x="117" y="207"/>
                  </a:cubicBezTo>
                  <a:cubicBezTo>
                    <a:pt x="116" y="207"/>
                    <a:pt x="115" y="208"/>
                    <a:pt x="115" y="209"/>
                  </a:cubicBezTo>
                  <a:cubicBezTo>
                    <a:pt x="114" y="211"/>
                    <a:pt x="113" y="212"/>
                    <a:pt x="113" y="214"/>
                  </a:cubicBezTo>
                  <a:cubicBezTo>
                    <a:pt x="112" y="215"/>
                    <a:pt x="112" y="216"/>
                    <a:pt x="112" y="218"/>
                  </a:cubicBezTo>
                  <a:cubicBezTo>
                    <a:pt x="112" y="219"/>
                    <a:pt x="111" y="220"/>
                    <a:pt x="111" y="222"/>
                  </a:cubicBezTo>
                  <a:cubicBezTo>
                    <a:pt x="111" y="224"/>
                    <a:pt x="112" y="225"/>
                    <a:pt x="112" y="227"/>
                  </a:cubicBezTo>
                  <a:cubicBezTo>
                    <a:pt x="112" y="228"/>
                    <a:pt x="112" y="228"/>
                    <a:pt x="112" y="229"/>
                  </a:cubicBezTo>
                  <a:cubicBezTo>
                    <a:pt x="110" y="229"/>
                    <a:pt x="109" y="229"/>
                    <a:pt x="107" y="229"/>
                  </a:cubicBezTo>
                  <a:cubicBezTo>
                    <a:pt x="107" y="232"/>
                    <a:pt x="107" y="234"/>
                    <a:pt x="107" y="236"/>
                  </a:cubicBezTo>
                  <a:cubicBezTo>
                    <a:pt x="107" y="239"/>
                    <a:pt x="110" y="239"/>
                    <a:pt x="111" y="241"/>
                  </a:cubicBezTo>
                  <a:cubicBezTo>
                    <a:pt x="111" y="242"/>
                    <a:pt x="111" y="243"/>
                    <a:pt x="111" y="245"/>
                  </a:cubicBezTo>
                  <a:cubicBezTo>
                    <a:pt x="112" y="246"/>
                    <a:pt x="112" y="246"/>
                    <a:pt x="112" y="247"/>
                  </a:cubicBezTo>
                  <a:cubicBezTo>
                    <a:pt x="112" y="248"/>
                    <a:pt x="112" y="248"/>
                    <a:pt x="112" y="248"/>
                  </a:cubicBezTo>
                  <a:cubicBezTo>
                    <a:pt x="110" y="248"/>
                    <a:pt x="109" y="247"/>
                    <a:pt x="108" y="246"/>
                  </a:cubicBezTo>
                  <a:cubicBezTo>
                    <a:pt x="107" y="245"/>
                    <a:pt x="107" y="243"/>
                    <a:pt x="105" y="243"/>
                  </a:cubicBezTo>
                  <a:cubicBezTo>
                    <a:pt x="104" y="242"/>
                    <a:pt x="102" y="241"/>
                    <a:pt x="100" y="241"/>
                  </a:cubicBezTo>
                  <a:cubicBezTo>
                    <a:pt x="96" y="241"/>
                    <a:pt x="94" y="242"/>
                    <a:pt x="90" y="244"/>
                  </a:cubicBezTo>
                  <a:cubicBezTo>
                    <a:pt x="89" y="245"/>
                    <a:pt x="88" y="246"/>
                    <a:pt x="87" y="246"/>
                  </a:cubicBezTo>
                  <a:cubicBezTo>
                    <a:pt x="86" y="246"/>
                    <a:pt x="86" y="246"/>
                    <a:pt x="86" y="246"/>
                  </a:cubicBezTo>
                  <a:cubicBezTo>
                    <a:pt x="83" y="245"/>
                    <a:pt x="83" y="244"/>
                    <a:pt x="81" y="242"/>
                  </a:cubicBezTo>
                  <a:cubicBezTo>
                    <a:pt x="81" y="242"/>
                    <a:pt x="80" y="242"/>
                    <a:pt x="80" y="242"/>
                  </a:cubicBezTo>
                  <a:cubicBezTo>
                    <a:pt x="79" y="241"/>
                    <a:pt x="79" y="239"/>
                    <a:pt x="78" y="239"/>
                  </a:cubicBezTo>
                  <a:cubicBezTo>
                    <a:pt x="75" y="239"/>
                    <a:pt x="74" y="243"/>
                    <a:pt x="71" y="243"/>
                  </a:cubicBezTo>
                  <a:cubicBezTo>
                    <a:pt x="70" y="243"/>
                    <a:pt x="70" y="242"/>
                    <a:pt x="69" y="242"/>
                  </a:cubicBezTo>
                  <a:cubicBezTo>
                    <a:pt x="73" y="236"/>
                    <a:pt x="74" y="231"/>
                    <a:pt x="78" y="226"/>
                  </a:cubicBezTo>
                  <a:cubicBezTo>
                    <a:pt x="77" y="224"/>
                    <a:pt x="75" y="223"/>
                    <a:pt x="73" y="223"/>
                  </a:cubicBezTo>
                  <a:cubicBezTo>
                    <a:pt x="64" y="223"/>
                    <a:pt x="64" y="223"/>
                    <a:pt x="64" y="223"/>
                  </a:cubicBezTo>
                  <a:cubicBezTo>
                    <a:pt x="62" y="222"/>
                    <a:pt x="61" y="221"/>
                    <a:pt x="60" y="220"/>
                  </a:cubicBezTo>
                  <a:cubicBezTo>
                    <a:pt x="59" y="220"/>
                    <a:pt x="59" y="219"/>
                    <a:pt x="59" y="219"/>
                  </a:cubicBezTo>
                  <a:cubicBezTo>
                    <a:pt x="57" y="219"/>
                    <a:pt x="56" y="220"/>
                    <a:pt x="55" y="219"/>
                  </a:cubicBezTo>
                  <a:cubicBezTo>
                    <a:pt x="55" y="219"/>
                    <a:pt x="55" y="219"/>
                    <a:pt x="55" y="218"/>
                  </a:cubicBezTo>
                  <a:cubicBezTo>
                    <a:pt x="54" y="218"/>
                    <a:pt x="53" y="218"/>
                    <a:pt x="53" y="217"/>
                  </a:cubicBezTo>
                  <a:cubicBezTo>
                    <a:pt x="53" y="217"/>
                    <a:pt x="54" y="216"/>
                    <a:pt x="54" y="216"/>
                  </a:cubicBezTo>
                  <a:cubicBezTo>
                    <a:pt x="56" y="216"/>
                    <a:pt x="56" y="216"/>
                    <a:pt x="56" y="216"/>
                  </a:cubicBezTo>
                  <a:cubicBezTo>
                    <a:pt x="55" y="211"/>
                    <a:pt x="53" y="209"/>
                    <a:pt x="50" y="205"/>
                  </a:cubicBezTo>
                  <a:cubicBezTo>
                    <a:pt x="51" y="204"/>
                    <a:pt x="51" y="204"/>
                    <a:pt x="52" y="203"/>
                  </a:cubicBezTo>
                  <a:cubicBezTo>
                    <a:pt x="52" y="203"/>
                    <a:pt x="51" y="203"/>
                    <a:pt x="51" y="202"/>
                  </a:cubicBezTo>
                  <a:cubicBezTo>
                    <a:pt x="51" y="201"/>
                    <a:pt x="52" y="200"/>
                    <a:pt x="52" y="199"/>
                  </a:cubicBezTo>
                  <a:cubicBezTo>
                    <a:pt x="52" y="198"/>
                    <a:pt x="52" y="197"/>
                    <a:pt x="52" y="196"/>
                  </a:cubicBezTo>
                  <a:cubicBezTo>
                    <a:pt x="52" y="196"/>
                    <a:pt x="53" y="196"/>
                    <a:pt x="53" y="195"/>
                  </a:cubicBezTo>
                  <a:cubicBezTo>
                    <a:pt x="53" y="193"/>
                    <a:pt x="51" y="193"/>
                    <a:pt x="49" y="193"/>
                  </a:cubicBezTo>
                  <a:cubicBezTo>
                    <a:pt x="49" y="193"/>
                    <a:pt x="49" y="192"/>
                    <a:pt x="49" y="192"/>
                  </a:cubicBezTo>
                  <a:cubicBezTo>
                    <a:pt x="49" y="191"/>
                    <a:pt x="50" y="190"/>
                    <a:pt x="50" y="189"/>
                  </a:cubicBezTo>
                  <a:cubicBezTo>
                    <a:pt x="50" y="188"/>
                    <a:pt x="50" y="188"/>
                    <a:pt x="49" y="187"/>
                  </a:cubicBezTo>
                  <a:cubicBezTo>
                    <a:pt x="52" y="187"/>
                    <a:pt x="53" y="188"/>
                    <a:pt x="55" y="189"/>
                  </a:cubicBezTo>
                  <a:cubicBezTo>
                    <a:pt x="56" y="188"/>
                    <a:pt x="55" y="186"/>
                    <a:pt x="55" y="184"/>
                  </a:cubicBezTo>
                  <a:cubicBezTo>
                    <a:pt x="56" y="182"/>
                    <a:pt x="58" y="182"/>
                    <a:pt x="58" y="180"/>
                  </a:cubicBezTo>
                  <a:cubicBezTo>
                    <a:pt x="58" y="179"/>
                    <a:pt x="58" y="179"/>
                    <a:pt x="58" y="179"/>
                  </a:cubicBezTo>
                  <a:cubicBezTo>
                    <a:pt x="57" y="178"/>
                    <a:pt x="57" y="179"/>
                    <a:pt x="56" y="178"/>
                  </a:cubicBezTo>
                  <a:cubicBezTo>
                    <a:pt x="56" y="177"/>
                    <a:pt x="56" y="177"/>
                    <a:pt x="55" y="176"/>
                  </a:cubicBezTo>
                  <a:cubicBezTo>
                    <a:pt x="55" y="175"/>
                    <a:pt x="54" y="175"/>
                    <a:pt x="53" y="174"/>
                  </a:cubicBezTo>
                  <a:cubicBezTo>
                    <a:pt x="54" y="173"/>
                    <a:pt x="54" y="172"/>
                    <a:pt x="55" y="171"/>
                  </a:cubicBezTo>
                  <a:cubicBezTo>
                    <a:pt x="54" y="170"/>
                    <a:pt x="53" y="170"/>
                    <a:pt x="52" y="170"/>
                  </a:cubicBezTo>
                  <a:cubicBezTo>
                    <a:pt x="51" y="170"/>
                    <a:pt x="50" y="171"/>
                    <a:pt x="48" y="171"/>
                  </a:cubicBezTo>
                  <a:cubicBezTo>
                    <a:pt x="46" y="171"/>
                    <a:pt x="45" y="170"/>
                    <a:pt x="42" y="170"/>
                  </a:cubicBezTo>
                  <a:cubicBezTo>
                    <a:pt x="42" y="166"/>
                    <a:pt x="42" y="166"/>
                    <a:pt x="42" y="166"/>
                  </a:cubicBezTo>
                  <a:cubicBezTo>
                    <a:pt x="42" y="164"/>
                    <a:pt x="44" y="164"/>
                    <a:pt x="45" y="162"/>
                  </a:cubicBezTo>
                  <a:cubicBezTo>
                    <a:pt x="43" y="161"/>
                    <a:pt x="42" y="161"/>
                    <a:pt x="42" y="160"/>
                  </a:cubicBezTo>
                  <a:cubicBezTo>
                    <a:pt x="42" y="158"/>
                    <a:pt x="43" y="157"/>
                    <a:pt x="43" y="155"/>
                  </a:cubicBezTo>
                  <a:cubicBezTo>
                    <a:pt x="43" y="153"/>
                    <a:pt x="41" y="152"/>
                    <a:pt x="41" y="150"/>
                  </a:cubicBezTo>
                  <a:cubicBezTo>
                    <a:pt x="36" y="150"/>
                    <a:pt x="36" y="150"/>
                    <a:pt x="36" y="150"/>
                  </a:cubicBezTo>
                  <a:cubicBezTo>
                    <a:pt x="34" y="150"/>
                    <a:pt x="33" y="151"/>
                    <a:pt x="31" y="151"/>
                  </a:cubicBezTo>
                  <a:cubicBezTo>
                    <a:pt x="28" y="152"/>
                    <a:pt x="27" y="153"/>
                    <a:pt x="24" y="154"/>
                  </a:cubicBezTo>
                  <a:cubicBezTo>
                    <a:pt x="23" y="155"/>
                    <a:pt x="21" y="156"/>
                    <a:pt x="19" y="157"/>
                  </a:cubicBezTo>
                  <a:cubicBezTo>
                    <a:pt x="18" y="158"/>
                    <a:pt x="17" y="158"/>
                    <a:pt x="16" y="159"/>
                  </a:cubicBezTo>
                  <a:cubicBezTo>
                    <a:pt x="15" y="160"/>
                    <a:pt x="14" y="161"/>
                    <a:pt x="13" y="161"/>
                  </a:cubicBezTo>
                  <a:cubicBezTo>
                    <a:pt x="12" y="161"/>
                    <a:pt x="12" y="160"/>
                    <a:pt x="11" y="160"/>
                  </a:cubicBezTo>
                  <a:cubicBezTo>
                    <a:pt x="9" y="160"/>
                    <a:pt x="8" y="161"/>
                    <a:pt x="7" y="162"/>
                  </a:cubicBezTo>
                  <a:cubicBezTo>
                    <a:pt x="5" y="162"/>
                    <a:pt x="0" y="165"/>
                    <a:pt x="2" y="162"/>
                  </a:cubicBezTo>
                  <a:cubicBezTo>
                    <a:pt x="5" y="159"/>
                    <a:pt x="7" y="158"/>
                    <a:pt x="10" y="156"/>
                  </a:cubicBezTo>
                  <a:cubicBezTo>
                    <a:pt x="15" y="154"/>
                    <a:pt x="18" y="152"/>
                    <a:pt x="23" y="150"/>
                  </a:cubicBezTo>
                  <a:cubicBezTo>
                    <a:pt x="26" y="149"/>
                    <a:pt x="28" y="148"/>
                    <a:pt x="31" y="146"/>
                  </a:cubicBezTo>
                  <a:cubicBezTo>
                    <a:pt x="35" y="144"/>
                    <a:pt x="37" y="144"/>
                    <a:pt x="40" y="142"/>
                  </a:cubicBezTo>
                  <a:cubicBezTo>
                    <a:pt x="41" y="142"/>
                    <a:pt x="41" y="141"/>
                    <a:pt x="41" y="141"/>
                  </a:cubicBezTo>
                  <a:cubicBezTo>
                    <a:pt x="42" y="140"/>
                    <a:pt x="43" y="139"/>
                    <a:pt x="44" y="137"/>
                  </a:cubicBezTo>
                  <a:cubicBezTo>
                    <a:pt x="46" y="136"/>
                    <a:pt x="47" y="135"/>
                    <a:pt x="49" y="133"/>
                  </a:cubicBezTo>
                  <a:cubicBezTo>
                    <a:pt x="51" y="131"/>
                    <a:pt x="52" y="130"/>
                    <a:pt x="54" y="129"/>
                  </a:cubicBezTo>
                  <a:cubicBezTo>
                    <a:pt x="58" y="126"/>
                    <a:pt x="61" y="125"/>
                    <a:pt x="65" y="123"/>
                  </a:cubicBezTo>
                  <a:cubicBezTo>
                    <a:pt x="67" y="121"/>
                    <a:pt x="69" y="120"/>
                    <a:pt x="70" y="118"/>
                  </a:cubicBezTo>
                  <a:cubicBezTo>
                    <a:pt x="72" y="115"/>
                    <a:pt x="74" y="114"/>
                    <a:pt x="75" y="112"/>
                  </a:cubicBezTo>
                  <a:cubicBezTo>
                    <a:pt x="75" y="110"/>
                    <a:pt x="75" y="109"/>
                    <a:pt x="75" y="107"/>
                  </a:cubicBezTo>
                  <a:cubicBezTo>
                    <a:pt x="76" y="104"/>
                    <a:pt x="76" y="103"/>
                    <a:pt x="76" y="101"/>
                  </a:cubicBezTo>
                  <a:cubicBezTo>
                    <a:pt x="76" y="99"/>
                    <a:pt x="75" y="98"/>
                    <a:pt x="75" y="96"/>
                  </a:cubicBezTo>
                  <a:close/>
                  <a:moveTo>
                    <a:pt x="243" y="6"/>
                  </a:moveTo>
                  <a:cubicBezTo>
                    <a:pt x="243" y="6"/>
                    <a:pt x="243" y="7"/>
                    <a:pt x="243" y="7"/>
                  </a:cubicBezTo>
                  <a:cubicBezTo>
                    <a:pt x="243" y="9"/>
                    <a:pt x="242" y="10"/>
                    <a:pt x="241" y="11"/>
                  </a:cubicBezTo>
                  <a:cubicBezTo>
                    <a:pt x="243" y="11"/>
                    <a:pt x="244" y="10"/>
                    <a:pt x="245" y="10"/>
                  </a:cubicBezTo>
                  <a:cubicBezTo>
                    <a:pt x="247" y="10"/>
                    <a:pt x="249" y="11"/>
                    <a:pt x="249" y="12"/>
                  </a:cubicBezTo>
                  <a:cubicBezTo>
                    <a:pt x="249" y="15"/>
                    <a:pt x="249" y="16"/>
                    <a:pt x="249" y="19"/>
                  </a:cubicBezTo>
                  <a:cubicBezTo>
                    <a:pt x="250" y="19"/>
                    <a:pt x="250" y="19"/>
                    <a:pt x="250" y="19"/>
                  </a:cubicBezTo>
                  <a:cubicBezTo>
                    <a:pt x="250" y="16"/>
                    <a:pt x="251" y="15"/>
                    <a:pt x="254" y="13"/>
                  </a:cubicBezTo>
                  <a:cubicBezTo>
                    <a:pt x="254" y="13"/>
                    <a:pt x="255" y="12"/>
                    <a:pt x="255" y="12"/>
                  </a:cubicBezTo>
                  <a:cubicBezTo>
                    <a:pt x="256" y="12"/>
                    <a:pt x="257" y="13"/>
                    <a:pt x="257" y="14"/>
                  </a:cubicBezTo>
                  <a:cubicBezTo>
                    <a:pt x="258" y="14"/>
                    <a:pt x="258" y="15"/>
                    <a:pt x="258" y="16"/>
                  </a:cubicBezTo>
                  <a:cubicBezTo>
                    <a:pt x="258" y="17"/>
                    <a:pt x="259" y="18"/>
                    <a:pt x="259" y="18"/>
                  </a:cubicBezTo>
                  <a:cubicBezTo>
                    <a:pt x="260" y="18"/>
                    <a:pt x="260" y="17"/>
                    <a:pt x="261" y="17"/>
                  </a:cubicBezTo>
                  <a:cubicBezTo>
                    <a:pt x="261" y="14"/>
                    <a:pt x="261" y="12"/>
                    <a:pt x="262" y="9"/>
                  </a:cubicBezTo>
                  <a:cubicBezTo>
                    <a:pt x="262" y="7"/>
                    <a:pt x="263" y="6"/>
                    <a:pt x="263" y="5"/>
                  </a:cubicBezTo>
                  <a:cubicBezTo>
                    <a:pt x="263" y="4"/>
                    <a:pt x="263" y="3"/>
                    <a:pt x="262" y="2"/>
                  </a:cubicBezTo>
                  <a:cubicBezTo>
                    <a:pt x="262" y="2"/>
                    <a:pt x="262" y="1"/>
                    <a:pt x="262" y="1"/>
                  </a:cubicBezTo>
                  <a:cubicBezTo>
                    <a:pt x="262" y="0"/>
                    <a:pt x="261" y="1"/>
                    <a:pt x="260" y="1"/>
                  </a:cubicBezTo>
                  <a:cubicBezTo>
                    <a:pt x="259" y="1"/>
                    <a:pt x="258" y="1"/>
                    <a:pt x="256" y="2"/>
                  </a:cubicBezTo>
                  <a:cubicBezTo>
                    <a:pt x="256" y="2"/>
                    <a:pt x="255" y="2"/>
                    <a:pt x="254" y="2"/>
                  </a:cubicBezTo>
                  <a:cubicBezTo>
                    <a:pt x="252" y="3"/>
                    <a:pt x="250" y="3"/>
                    <a:pt x="248" y="4"/>
                  </a:cubicBezTo>
                  <a:cubicBezTo>
                    <a:pt x="247" y="4"/>
                    <a:pt x="247" y="5"/>
                    <a:pt x="245" y="5"/>
                  </a:cubicBezTo>
                  <a:cubicBezTo>
                    <a:pt x="244" y="5"/>
                    <a:pt x="243" y="5"/>
                    <a:pt x="243" y="6"/>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97"/>
            <p:cNvSpPr>
              <a:spLocks noEditPoints="1"/>
            </p:cNvSpPr>
            <p:nvPr/>
          </p:nvSpPr>
          <p:spPr bwMode="auto">
            <a:xfrm>
              <a:off x="2003425" y="3144838"/>
              <a:ext cx="457200" cy="482600"/>
            </a:xfrm>
            <a:custGeom>
              <a:avLst/>
              <a:gdLst/>
              <a:ahLst/>
              <a:cxnLst>
                <a:cxn ang="0">
                  <a:pos x="48" y="207"/>
                </a:cxn>
                <a:cxn ang="0">
                  <a:pos x="60" y="215"/>
                </a:cxn>
                <a:cxn ang="0">
                  <a:pos x="76" y="203"/>
                </a:cxn>
                <a:cxn ang="0">
                  <a:pos x="74" y="185"/>
                </a:cxn>
                <a:cxn ang="0">
                  <a:pos x="85" y="166"/>
                </a:cxn>
                <a:cxn ang="0">
                  <a:pos x="74" y="168"/>
                </a:cxn>
                <a:cxn ang="0">
                  <a:pos x="58" y="184"/>
                </a:cxn>
                <a:cxn ang="0">
                  <a:pos x="46" y="199"/>
                </a:cxn>
                <a:cxn ang="0">
                  <a:pos x="36" y="16"/>
                </a:cxn>
                <a:cxn ang="0">
                  <a:pos x="73" y="20"/>
                </a:cxn>
                <a:cxn ang="0">
                  <a:pos x="87" y="9"/>
                </a:cxn>
                <a:cxn ang="0">
                  <a:pos x="113" y="3"/>
                </a:cxn>
                <a:cxn ang="0">
                  <a:pos x="112" y="26"/>
                </a:cxn>
                <a:cxn ang="0">
                  <a:pos x="134" y="27"/>
                </a:cxn>
                <a:cxn ang="0">
                  <a:pos x="136" y="52"/>
                </a:cxn>
                <a:cxn ang="0">
                  <a:pos x="169" y="56"/>
                </a:cxn>
                <a:cxn ang="0">
                  <a:pos x="182" y="50"/>
                </a:cxn>
                <a:cxn ang="0">
                  <a:pos x="190" y="36"/>
                </a:cxn>
                <a:cxn ang="0">
                  <a:pos x="205" y="31"/>
                </a:cxn>
                <a:cxn ang="0">
                  <a:pos x="213" y="15"/>
                </a:cxn>
                <a:cxn ang="0">
                  <a:pos x="227" y="13"/>
                </a:cxn>
                <a:cxn ang="0">
                  <a:pos x="236" y="28"/>
                </a:cxn>
                <a:cxn ang="0">
                  <a:pos x="242" y="55"/>
                </a:cxn>
                <a:cxn ang="0">
                  <a:pos x="252" y="73"/>
                </a:cxn>
                <a:cxn ang="0">
                  <a:pos x="266" y="83"/>
                </a:cxn>
                <a:cxn ang="0">
                  <a:pos x="281" y="101"/>
                </a:cxn>
                <a:cxn ang="0">
                  <a:pos x="269" y="118"/>
                </a:cxn>
                <a:cxn ang="0">
                  <a:pos x="255" y="158"/>
                </a:cxn>
                <a:cxn ang="0">
                  <a:pos x="287" y="172"/>
                </a:cxn>
                <a:cxn ang="0">
                  <a:pos x="294" y="196"/>
                </a:cxn>
                <a:cxn ang="0">
                  <a:pos x="272" y="201"/>
                </a:cxn>
                <a:cxn ang="0">
                  <a:pos x="248" y="208"/>
                </a:cxn>
                <a:cxn ang="0">
                  <a:pos x="229" y="226"/>
                </a:cxn>
                <a:cxn ang="0">
                  <a:pos x="222" y="235"/>
                </a:cxn>
                <a:cxn ang="0">
                  <a:pos x="212" y="253"/>
                </a:cxn>
                <a:cxn ang="0">
                  <a:pos x="194" y="285"/>
                </a:cxn>
                <a:cxn ang="0">
                  <a:pos x="173" y="312"/>
                </a:cxn>
                <a:cxn ang="0">
                  <a:pos x="125" y="290"/>
                </a:cxn>
                <a:cxn ang="0">
                  <a:pos x="112" y="271"/>
                </a:cxn>
                <a:cxn ang="0">
                  <a:pos x="90" y="256"/>
                </a:cxn>
                <a:cxn ang="0">
                  <a:pos x="100" y="217"/>
                </a:cxn>
                <a:cxn ang="0">
                  <a:pos x="98" y="199"/>
                </a:cxn>
                <a:cxn ang="0">
                  <a:pos x="129" y="168"/>
                </a:cxn>
                <a:cxn ang="0">
                  <a:pos x="120" y="147"/>
                </a:cxn>
                <a:cxn ang="0">
                  <a:pos x="79" y="152"/>
                </a:cxn>
                <a:cxn ang="0">
                  <a:pos x="52" y="137"/>
                </a:cxn>
                <a:cxn ang="0">
                  <a:pos x="20" y="139"/>
                </a:cxn>
                <a:cxn ang="0">
                  <a:pos x="6" y="139"/>
                </a:cxn>
                <a:cxn ang="0">
                  <a:pos x="1" y="120"/>
                </a:cxn>
                <a:cxn ang="0">
                  <a:pos x="2" y="98"/>
                </a:cxn>
                <a:cxn ang="0">
                  <a:pos x="14" y="78"/>
                </a:cxn>
                <a:cxn ang="0">
                  <a:pos x="23" y="71"/>
                </a:cxn>
                <a:cxn ang="0">
                  <a:pos x="23" y="51"/>
                </a:cxn>
                <a:cxn ang="0">
                  <a:pos x="18" y="30"/>
                </a:cxn>
              </a:cxnLst>
              <a:rect l="0" t="0" r="r" b="b"/>
              <a:pathLst>
                <a:path w="297" h="314">
                  <a:moveTo>
                    <a:pt x="46" y="199"/>
                  </a:moveTo>
                  <a:cubicBezTo>
                    <a:pt x="47" y="200"/>
                    <a:pt x="47" y="200"/>
                    <a:pt x="47" y="200"/>
                  </a:cubicBezTo>
                  <a:cubicBezTo>
                    <a:pt x="46" y="201"/>
                    <a:pt x="46" y="201"/>
                    <a:pt x="45" y="203"/>
                  </a:cubicBezTo>
                  <a:cubicBezTo>
                    <a:pt x="45" y="203"/>
                    <a:pt x="45" y="203"/>
                    <a:pt x="45" y="203"/>
                  </a:cubicBezTo>
                  <a:cubicBezTo>
                    <a:pt x="45" y="204"/>
                    <a:pt x="46" y="204"/>
                    <a:pt x="46" y="204"/>
                  </a:cubicBezTo>
                  <a:cubicBezTo>
                    <a:pt x="47" y="205"/>
                    <a:pt x="47" y="206"/>
                    <a:pt x="48" y="207"/>
                  </a:cubicBezTo>
                  <a:cubicBezTo>
                    <a:pt x="48" y="209"/>
                    <a:pt x="49" y="209"/>
                    <a:pt x="50" y="210"/>
                  </a:cubicBezTo>
                  <a:cubicBezTo>
                    <a:pt x="50" y="211"/>
                    <a:pt x="51" y="212"/>
                    <a:pt x="51" y="212"/>
                  </a:cubicBezTo>
                  <a:cubicBezTo>
                    <a:pt x="51" y="213"/>
                    <a:pt x="52" y="213"/>
                    <a:pt x="53" y="214"/>
                  </a:cubicBezTo>
                  <a:cubicBezTo>
                    <a:pt x="53" y="215"/>
                    <a:pt x="53" y="215"/>
                    <a:pt x="54" y="216"/>
                  </a:cubicBezTo>
                  <a:cubicBezTo>
                    <a:pt x="54" y="216"/>
                    <a:pt x="54" y="216"/>
                    <a:pt x="54" y="216"/>
                  </a:cubicBezTo>
                  <a:cubicBezTo>
                    <a:pt x="57" y="216"/>
                    <a:pt x="58" y="215"/>
                    <a:pt x="60" y="215"/>
                  </a:cubicBezTo>
                  <a:cubicBezTo>
                    <a:pt x="61" y="214"/>
                    <a:pt x="62" y="214"/>
                    <a:pt x="64" y="213"/>
                  </a:cubicBezTo>
                  <a:cubicBezTo>
                    <a:pt x="65" y="212"/>
                    <a:pt x="65" y="212"/>
                    <a:pt x="66" y="211"/>
                  </a:cubicBezTo>
                  <a:cubicBezTo>
                    <a:pt x="68" y="210"/>
                    <a:pt x="69" y="209"/>
                    <a:pt x="72" y="208"/>
                  </a:cubicBezTo>
                  <a:cubicBezTo>
                    <a:pt x="72" y="208"/>
                    <a:pt x="73" y="207"/>
                    <a:pt x="74" y="207"/>
                  </a:cubicBezTo>
                  <a:cubicBezTo>
                    <a:pt x="75" y="206"/>
                    <a:pt x="76" y="206"/>
                    <a:pt x="77" y="205"/>
                  </a:cubicBezTo>
                  <a:cubicBezTo>
                    <a:pt x="76" y="204"/>
                    <a:pt x="76" y="204"/>
                    <a:pt x="76" y="203"/>
                  </a:cubicBezTo>
                  <a:cubicBezTo>
                    <a:pt x="75" y="201"/>
                    <a:pt x="74" y="200"/>
                    <a:pt x="74" y="199"/>
                  </a:cubicBezTo>
                  <a:cubicBezTo>
                    <a:pt x="73" y="198"/>
                    <a:pt x="73" y="197"/>
                    <a:pt x="73" y="195"/>
                  </a:cubicBezTo>
                  <a:cubicBezTo>
                    <a:pt x="73" y="194"/>
                    <a:pt x="72" y="194"/>
                    <a:pt x="72" y="192"/>
                  </a:cubicBezTo>
                  <a:cubicBezTo>
                    <a:pt x="72" y="189"/>
                    <a:pt x="72" y="189"/>
                    <a:pt x="72" y="189"/>
                  </a:cubicBezTo>
                  <a:cubicBezTo>
                    <a:pt x="72" y="188"/>
                    <a:pt x="73" y="187"/>
                    <a:pt x="73" y="187"/>
                  </a:cubicBezTo>
                  <a:cubicBezTo>
                    <a:pt x="73" y="186"/>
                    <a:pt x="74" y="186"/>
                    <a:pt x="74" y="185"/>
                  </a:cubicBezTo>
                  <a:cubicBezTo>
                    <a:pt x="74" y="184"/>
                    <a:pt x="74" y="184"/>
                    <a:pt x="75" y="183"/>
                  </a:cubicBezTo>
                  <a:cubicBezTo>
                    <a:pt x="76" y="182"/>
                    <a:pt x="76" y="182"/>
                    <a:pt x="77" y="181"/>
                  </a:cubicBezTo>
                  <a:cubicBezTo>
                    <a:pt x="78" y="179"/>
                    <a:pt x="79" y="178"/>
                    <a:pt x="80" y="176"/>
                  </a:cubicBezTo>
                  <a:cubicBezTo>
                    <a:pt x="81" y="175"/>
                    <a:pt x="81" y="174"/>
                    <a:pt x="82" y="173"/>
                  </a:cubicBezTo>
                  <a:cubicBezTo>
                    <a:pt x="83" y="172"/>
                    <a:pt x="83" y="171"/>
                    <a:pt x="83" y="170"/>
                  </a:cubicBezTo>
                  <a:cubicBezTo>
                    <a:pt x="83" y="168"/>
                    <a:pt x="84" y="167"/>
                    <a:pt x="85" y="166"/>
                  </a:cubicBezTo>
                  <a:cubicBezTo>
                    <a:pt x="86" y="165"/>
                    <a:pt x="86" y="165"/>
                    <a:pt x="86" y="164"/>
                  </a:cubicBezTo>
                  <a:cubicBezTo>
                    <a:pt x="86" y="163"/>
                    <a:pt x="85" y="162"/>
                    <a:pt x="84" y="161"/>
                  </a:cubicBezTo>
                  <a:cubicBezTo>
                    <a:pt x="84" y="160"/>
                    <a:pt x="83" y="159"/>
                    <a:pt x="82" y="160"/>
                  </a:cubicBezTo>
                  <a:cubicBezTo>
                    <a:pt x="81" y="161"/>
                    <a:pt x="80" y="162"/>
                    <a:pt x="80" y="163"/>
                  </a:cubicBezTo>
                  <a:cubicBezTo>
                    <a:pt x="79" y="164"/>
                    <a:pt x="78" y="165"/>
                    <a:pt x="76" y="166"/>
                  </a:cubicBezTo>
                  <a:cubicBezTo>
                    <a:pt x="75" y="167"/>
                    <a:pt x="75" y="167"/>
                    <a:pt x="74" y="168"/>
                  </a:cubicBezTo>
                  <a:cubicBezTo>
                    <a:pt x="72" y="170"/>
                    <a:pt x="72" y="171"/>
                    <a:pt x="70" y="172"/>
                  </a:cubicBezTo>
                  <a:cubicBezTo>
                    <a:pt x="69" y="172"/>
                    <a:pt x="69" y="173"/>
                    <a:pt x="69" y="173"/>
                  </a:cubicBezTo>
                  <a:cubicBezTo>
                    <a:pt x="67" y="175"/>
                    <a:pt x="67" y="176"/>
                    <a:pt x="65" y="177"/>
                  </a:cubicBezTo>
                  <a:cubicBezTo>
                    <a:pt x="64" y="178"/>
                    <a:pt x="63" y="178"/>
                    <a:pt x="62" y="179"/>
                  </a:cubicBezTo>
                  <a:cubicBezTo>
                    <a:pt x="61" y="179"/>
                    <a:pt x="61" y="180"/>
                    <a:pt x="61" y="180"/>
                  </a:cubicBezTo>
                  <a:cubicBezTo>
                    <a:pt x="60" y="182"/>
                    <a:pt x="59" y="183"/>
                    <a:pt x="58" y="184"/>
                  </a:cubicBezTo>
                  <a:cubicBezTo>
                    <a:pt x="57" y="186"/>
                    <a:pt x="57" y="187"/>
                    <a:pt x="56" y="189"/>
                  </a:cubicBezTo>
                  <a:cubicBezTo>
                    <a:pt x="54" y="191"/>
                    <a:pt x="54" y="193"/>
                    <a:pt x="52" y="195"/>
                  </a:cubicBezTo>
                  <a:cubicBezTo>
                    <a:pt x="52" y="196"/>
                    <a:pt x="51" y="196"/>
                    <a:pt x="50" y="197"/>
                  </a:cubicBezTo>
                  <a:cubicBezTo>
                    <a:pt x="50" y="197"/>
                    <a:pt x="50" y="198"/>
                    <a:pt x="49" y="198"/>
                  </a:cubicBezTo>
                  <a:cubicBezTo>
                    <a:pt x="49" y="198"/>
                    <a:pt x="48" y="197"/>
                    <a:pt x="47" y="198"/>
                  </a:cubicBezTo>
                  <a:cubicBezTo>
                    <a:pt x="47" y="198"/>
                    <a:pt x="47" y="198"/>
                    <a:pt x="46" y="199"/>
                  </a:cubicBezTo>
                  <a:close/>
                  <a:moveTo>
                    <a:pt x="12" y="20"/>
                  </a:moveTo>
                  <a:cubicBezTo>
                    <a:pt x="15" y="19"/>
                    <a:pt x="17" y="19"/>
                    <a:pt x="20" y="18"/>
                  </a:cubicBezTo>
                  <a:cubicBezTo>
                    <a:pt x="22" y="17"/>
                    <a:pt x="23" y="17"/>
                    <a:pt x="25" y="16"/>
                  </a:cubicBezTo>
                  <a:cubicBezTo>
                    <a:pt x="26" y="16"/>
                    <a:pt x="27" y="15"/>
                    <a:pt x="28" y="15"/>
                  </a:cubicBezTo>
                  <a:cubicBezTo>
                    <a:pt x="30" y="15"/>
                    <a:pt x="31" y="16"/>
                    <a:pt x="33" y="16"/>
                  </a:cubicBezTo>
                  <a:cubicBezTo>
                    <a:pt x="34" y="16"/>
                    <a:pt x="35" y="16"/>
                    <a:pt x="36" y="16"/>
                  </a:cubicBezTo>
                  <a:cubicBezTo>
                    <a:pt x="38" y="16"/>
                    <a:pt x="39" y="17"/>
                    <a:pt x="40" y="17"/>
                  </a:cubicBezTo>
                  <a:cubicBezTo>
                    <a:pt x="41" y="17"/>
                    <a:pt x="41" y="16"/>
                    <a:pt x="41" y="16"/>
                  </a:cubicBezTo>
                  <a:cubicBezTo>
                    <a:pt x="43" y="16"/>
                    <a:pt x="44" y="15"/>
                    <a:pt x="46" y="15"/>
                  </a:cubicBezTo>
                  <a:cubicBezTo>
                    <a:pt x="50" y="13"/>
                    <a:pt x="53" y="13"/>
                    <a:pt x="57" y="13"/>
                  </a:cubicBezTo>
                  <a:cubicBezTo>
                    <a:pt x="60" y="13"/>
                    <a:pt x="62" y="14"/>
                    <a:pt x="65" y="16"/>
                  </a:cubicBezTo>
                  <a:cubicBezTo>
                    <a:pt x="68" y="17"/>
                    <a:pt x="71" y="17"/>
                    <a:pt x="73" y="20"/>
                  </a:cubicBezTo>
                  <a:cubicBezTo>
                    <a:pt x="73" y="19"/>
                    <a:pt x="74" y="19"/>
                    <a:pt x="74" y="19"/>
                  </a:cubicBezTo>
                  <a:cubicBezTo>
                    <a:pt x="74" y="18"/>
                    <a:pt x="74" y="18"/>
                    <a:pt x="74" y="17"/>
                  </a:cubicBezTo>
                  <a:cubicBezTo>
                    <a:pt x="74" y="16"/>
                    <a:pt x="75" y="16"/>
                    <a:pt x="76" y="15"/>
                  </a:cubicBezTo>
                  <a:cubicBezTo>
                    <a:pt x="78" y="14"/>
                    <a:pt x="79" y="13"/>
                    <a:pt x="81" y="11"/>
                  </a:cubicBezTo>
                  <a:cubicBezTo>
                    <a:pt x="82" y="10"/>
                    <a:pt x="82" y="9"/>
                    <a:pt x="83" y="9"/>
                  </a:cubicBezTo>
                  <a:cubicBezTo>
                    <a:pt x="85" y="9"/>
                    <a:pt x="86" y="9"/>
                    <a:pt x="87" y="9"/>
                  </a:cubicBezTo>
                  <a:cubicBezTo>
                    <a:pt x="89" y="9"/>
                    <a:pt x="89" y="7"/>
                    <a:pt x="90" y="6"/>
                  </a:cubicBezTo>
                  <a:cubicBezTo>
                    <a:pt x="91" y="5"/>
                    <a:pt x="92" y="5"/>
                    <a:pt x="93" y="5"/>
                  </a:cubicBezTo>
                  <a:cubicBezTo>
                    <a:pt x="94" y="4"/>
                    <a:pt x="94" y="3"/>
                    <a:pt x="95" y="2"/>
                  </a:cubicBezTo>
                  <a:cubicBezTo>
                    <a:pt x="97" y="1"/>
                    <a:pt x="99" y="2"/>
                    <a:pt x="102" y="2"/>
                  </a:cubicBezTo>
                  <a:cubicBezTo>
                    <a:pt x="105" y="1"/>
                    <a:pt x="106" y="0"/>
                    <a:pt x="109" y="0"/>
                  </a:cubicBezTo>
                  <a:cubicBezTo>
                    <a:pt x="111" y="0"/>
                    <a:pt x="112" y="1"/>
                    <a:pt x="113" y="3"/>
                  </a:cubicBezTo>
                  <a:cubicBezTo>
                    <a:pt x="114" y="5"/>
                    <a:pt x="115" y="7"/>
                    <a:pt x="115" y="10"/>
                  </a:cubicBezTo>
                  <a:cubicBezTo>
                    <a:pt x="115" y="12"/>
                    <a:pt x="113" y="13"/>
                    <a:pt x="112" y="15"/>
                  </a:cubicBezTo>
                  <a:cubicBezTo>
                    <a:pt x="109" y="21"/>
                    <a:pt x="106" y="24"/>
                    <a:pt x="103" y="30"/>
                  </a:cubicBezTo>
                  <a:cubicBezTo>
                    <a:pt x="103" y="30"/>
                    <a:pt x="103" y="31"/>
                    <a:pt x="104" y="31"/>
                  </a:cubicBezTo>
                  <a:cubicBezTo>
                    <a:pt x="106" y="31"/>
                    <a:pt x="106" y="28"/>
                    <a:pt x="108" y="27"/>
                  </a:cubicBezTo>
                  <a:cubicBezTo>
                    <a:pt x="109" y="26"/>
                    <a:pt x="110" y="26"/>
                    <a:pt x="112" y="26"/>
                  </a:cubicBezTo>
                  <a:cubicBezTo>
                    <a:pt x="112" y="29"/>
                    <a:pt x="111" y="33"/>
                    <a:pt x="113" y="33"/>
                  </a:cubicBezTo>
                  <a:cubicBezTo>
                    <a:pt x="119" y="33"/>
                    <a:pt x="119" y="33"/>
                    <a:pt x="119" y="33"/>
                  </a:cubicBezTo>
                  <a:cubicBezTo>
                    <a:pt x="121" y="33"/>
                    <a:pt x="121" y="33"/>
                    <a:pt x="122" y="32"/>
                  </a:cubicBezTo>
                  <a:cubicBezTo>
                    <a:pt x="124" y="30"/>
                    <a:pt x="125" y="29"/>
                    <a:pt x="127" y="29"/>
                  </a:cubicBezTo>
                  <a:cubicBezTo>
                    <a:pt x="129" y="28"/>
                    <a:pt x="131" y="27"/>
                    <a:pt x="133" y="26"/>
                  </a:cubicBezTo>
                  <a:cubicBezTo>
                    <a:pt x="133" y="26"/>
                    <a:pt x="134" y="27"/>
                    <a:pt x="134" y="27"/>
                  </a:cubicBezTo>
                  <a:cubicBezTo>
                    <a:pt x="134" y="27"/>
                    <a:pt x="134" y="27"/>
                    <a:pt x="134" y="27"/>
                  </a:cubicBezTo>
                  <a:cubicBezTo>
                    <a:pt x="134" y="30"/>
                    <a:pt x="133" y="31"/>
                    <a:pt x="133" y="33"/>
                  </a:cubicBezTo>
                  <a:cubicBezTo>
                    <a:pt x="133" y="35"/>
                    <a:pt x="134" y="36"/>
                    <a:pt x="135" y="38"/>
                  </a:cubicBezTo>
                  <a:cubicBezTo>
                    <a:pt x="135" y="40"/>
                    <a:pt x="135" y="41"/>
                    <a:pt x="135" y="42"/>
                  </a:cubicBezTo>
                  <a:cubicBezTo>
                    <a:pt x="136" y="43"/>
                    <a:pt x="137" y="43"/>
                    <a:pt x="137" y="45"/>
                  </a:cubicBezTo>
                  <a:cubicBezTo>
                    <a:pt x="137" y="47"/>
                    <a:pt x="137" y="49"/>
                    <a:pt x="136" y="52"/>
                  </a:cubicBezTo>
                  <a:cubicBezTo>
                    <a:pt x="136" y="54"/>
                    <a:pt x="136" y="54"/>
                    <a:pt x="136" y="54"/>
                  </a:cubicBezTo>
                  <a:cubicBezTo>
                    <a:pt x="139" y="54"/>
                    <a:pt x="141" y="53"/>
                    <a:pt x="144" y="53"/>
                  </a:cubicBezTo>
                  <a:cubicBezTo>
                    <a:pt x="148" y="53"/>
                    <a:pt x="150" y="53"/>
                    <a:pt x="154" y="54"/>
                  </a:cubicBezTo>
                  <a:cubicBezTo>
                    <a:pt x="156" y="55"/>
                    <a:pt x="156" y="57"/>
                    <a:pt x="158" y="57"/>
                  </a:cubicBezTo>
                  <a:cubicBezTo>
                    <a:pt x="162" y="57"/>
                    <a:pt x="165" y="56"/>
                    <a:pt x="169" y="56"/>
                  </a:cubicBezTo>
                  <a:cubicBezTo>
                    <a:pt x="169" y="56"/>
                    <a:pt x="169" y="56"/>
                    <a:pt x="169" y="56"/>
                  </a:cubicBezTo>
                  <a:cubicBezTo>
                    <a:pt x="170" y="54"/>
                    <a:pt x="171" y="53"/>
                    <a:pt x="172" y="51"/>
                  </a:cubicBezTo>
                  <a:cubicBezTo>
                    <a:pt x="173" y="50"/>
                    <a:pt x="173" y="48"/>
                    <a:pt x="174" y="48"/>
                  </a:cubicBezTo>
                  <a:cubicBezTo>
                    <a:pt x="174" y="47"/>
                    <a:pt x="175" y="48"/>
                    <a:pt x="175" y="48"/>
                  </a:cubicBezTo>
                  <a:cubicBezTo>
                    <a:pt x="176" y="47"/>
                    <a:pt x="177" y="47"/>
                    <a:pt x="178" y="47"/>
                  </a:cubicBezTo>
                  <a:cubicBezTo>
                    <a:pt x="179" y="47"/>
                    <a:pt x="178" y="49"/>
                    <a:pt x="179" y="49"/>
                  </a:cubicBezTo>
                  <a:cubicBezTo>
                    <a:pt x="180" y="50"/>
                    <a:pt x="181" y="50"/>
                    <a:pt x="182" y="50"/>
                  </a:cubicBezTo>
                  <a:cubicBezTo>
                    <a:pt x="182" y="50"/>
                    <a:pt x="182" y="49"/>
                    <a:pt x="183" y="49"/>
                  </a:cubicBezTo>
                  <a:cubicBezTo>
                    <a:pt x="184" y="48"/>
                    <a:pt x="184" y="47"/>
                    <a:pt x="185" y="45"/>
                  </a:cubicBezTo>
                  <a:cubicBezTo>
                    <a:pt x="185" y="39"/>
                    <a:pt x="185" y="39"/>
                    <a:pt x="185" y="39"/>
                  </a:cubicBezTo>
                  <a:cubicBezTo>
                    <a:pt x="185" y="38"/>
                    <a:pt x="186" y="38"/>
                    <a:pt x="187" y="37"/>
                  </a:cubicBezTo>
                  <a:cubicBezTo>
                    <a:pt x="187" y="35"/>
                    <a:pt x="187" y="35"/>
                    <a:pt x="188" y="33"/>
                  </a:cubicBezTo>
                  <a:cubicBezTo>
                    <a:pt x="188" y="35"/>
                    <a:pt x="189" y="36"/>
                    <a:pt x="190" y="36"/>
                  </a:cubicBezTo>
                  <a:cubicBezTo>
                    <a:pt x="191" y="37"/>
                    <a:pt x="191" y="38"/>
                    <a:pt x="192" y="38"/>
                  </a:cubicBezTo>
                  <a:cubicBezTo>
                    <a:pt x="195" y="38"/>
                    <a:pt x="196" y="36"/>
                    <a:pt x="197" y="35"/>
                  </a:cubicBezTo>
                  <a:cubicBezTo>
                    <a:pt x="198" y="34"/>
                    <a:pt x="198" y="34"/>
                    <a:pt x="198" y="33"/>
                  </a:cubicBezTo>
                  <a:cubicBezTo>
                    <a:pt x="199" y="33"/>
                    <a:pt x="200" y="33"/>
                    <a:pt x="200" y="33"/>
                  </a:cubicBezTo>
                  <a:cubicBezTo>
                    <a:pt x="201" y="33"/>
                    <a:pt x="202" y="32"/>
                    <a:pt x="203" y="32"/>
                  </a:cubicBezTo>
                  <a:cubicBezTo>
                    <a:pt x="204" y="31"/>
                    <a:pt x="205" y="32"/>
                    <a:pt x="205" y="31"/>
                  </a:cubicBezTo>
                  <a:cubicBezTo>
                    <a:pt x="206" y="30"/>
                    <a:pt x="206" y="29"/>
                    <a:pt x="206" y="28"/>
                  </a:cubicBezTo>
                  <a:cubicBezTo>
                    <a:pt x="208" y="28"/>
                    <a:pt x="209" y="27"/>
                    <a:pt x="211" y="27"/>
                  </a:cubicBezTo>
                  <a:cubicBezTo>
                    <a:pt x="213" y="25"/>
                    <a:pt x="216" y="25"/>
                    <a:pt x="218" y="23"/>
                  </a:cubicBezTo>
                  <a:cubicBezTo>
                    <a:pt x="218" y="22"/>
                    <a:pt x="218" y="22"/>
                    <a:pt x="217" y="22"/>
                  </a:cubicBezTo>
                  <a:cubicBezTo>
                    <a:pt x="216" y="21"/>
                    <a:pt x="215" y="21"/>
                    <a:pt x="214" y="19"/>
                  </a:cubicBezTo>
                  <a:cubicBezTo>
                    <a:pt x="213" y="18"/>
                    <a:pt x="213" y="17"/>
                    <a:pt x="213" y="15"/>
                  </a:cubicBezTo>
                  <a:cubicBezTo>
                    <a:pt x="212" y="14"/>
                    <a:pt x="211" y="13"/>
                    <a:pt x="211" y="12"/>
                  </a:cubicBezTo>
                  <a:cubicBezTo>
                    <a:pt x="211" y="11"/>
                    <a:pt x="212" y="11"/>
                    <a:pt x="213" y="11"/>
                  </a:cubicBezTo>
                  <a:cubicBezTo>
                    <a:pt x="214" y="10"/>
                    <a:pt x="214" y="10"/>
                    <a:pt x="216" y="10"/>
                  </a:cubicBezTo>
                  <a:cubicBezTo>
                    <a:pt x="218" y="10"/>
                    <a:pt x="220" y="12"/>
                    <a:pt x="222" y="12"/>
                  </a:cubicBezTo>
                  <a:cubicBezTo>
                    <a:pt x="224" y="12"/>
                    <a:pt x="225" y="12"/>
                    <a:pt x="226" y="12"/>
                  </a:cubicBezTo>
                  <a:cubicBezTo>
                    <a:pt x="227" y="12"/>
                    <a:pt x="227" y="13"/>
                    <a:pt x="227" y="13"/>
                  </a:cubicBezTo>
                  <a:cubicBezTo>
                    <a:pt x="227" y="13"/>
                    <a:pt x="227" y="13"/>
                    <a:pt x="227" y="13"/>
                  </a:cubicBezTo>
                  <a:cubicBezTo>
                    <a:pt x="227" y="16"/>
                    <a:pt x="227" y="17"/>
                    <a:pt x="228" y="19"/>
                  </a:cubicBezTo>
                  <a:cubicBezTo>
                    <a:pt x="229" y="19"/>
                    <a:pt x="230" y="19"/>
                    <a:pt x="232" y="19"/>
                  </a:cubicBezTo>
                  <a:cubicBezTo>
                    <a:pt x="232" y="20"/>
                    <a:pt x="231" y="21"/>
                    <a:pt x="231" y="22"/>
                  </a:cubicBezTo>
                  <a:cubicBezTo>
                    <a:pt x="231" y="25"/>
                    <a:pt x="233" y="28"/>
                    <a:pt x="235" y="30"/>
                  </a:cubicBezTo>
                  <a:cubicBezTo>
                    <a:pt x="235" y="29"/>
                    <a:pt x="236" y="29"/>
                    <a:pt x="236" y="28"/>
                  </a:cubicBezTo>
                  <a:cubicBezTo>
                    <a:pt x="238" y="30"/>
                    <a:pt x="239" y="30"/>
                    <a:pt x="239" y="33"/>
                  </a:cubicBezTo>
                  <a:cubicBezTo>
                    <a:pt x="239" y="34"/>
                    <a:pt x="238" y="35"/>
                    <a:pt x="238" y="36"/>
                  </a:cubicBezTo>
                  <a:cubicBezTo>
                    <a:pt x="238" y="39"/>
                    <a:pt x="243" y="40"/>
                    <a:pt x="243" y="43"/>
                  </a:cubicBezTo>
                  <a:cubicBezTo>
                    <a:pt x="243" y="44"/>
                    <a:pt x="242" y="44"/>
                    <a:pt x="242" y="46"/>
                  </a:cubicBezTo>
                  <a:cubicBezTo>
                    <a:pt x="242" y="47"/>
                    <a:pt x="243" y="48"/>
                    <a:pt x="243" y="50"/>
                  </a:cubicBezTo>
                  <a:cubicBezTo>
                    <a:pt x="243" y="52"/>
                    <a:pt x="242" y="53"/>
                    <a:pt x="242" y="55"/>
                  </a:cubicBezTo>
                  <a:cubicBezTo>
                    <a:pt x="242" y="57"/>
                    <a:pt x="242" y="59"/>
                    <a:pt x="242" y="61"/>
                  </a:cubicBezTo>
                  <a:cubicBezTo>
                    <a:pt x="241" y="63"/>
                    <a:pt x="240" y="63"/>
                    <a:pt x="239" y="65"/>
                  </a:cubicBezTo>
                  <a:cubicBezTo>
                    <a:pt x="241" y="67"/>
                    <a:pt x="242" y="69"/>
                    <a:pt x="242" y="72"/>
                  </a:cubicBezTo>
                  <a:cubicBezTo>
                    <a:pt x="242" y="72"/>
                    <a:pt x="242" y="72"/>
                    <a:pt x="242" y="72"/>
                  </a:cubicBezTo>
                  <a:cubicBezTo>
                    <a:pt x="246" y="73"/>
                    <a:pt x="248" y="72"/>
                    <a:pt x="251" y="74"/>
                  </a:cubicBezTo>
                  <a:cubicBezTo>
                    <a:pt x="251" y="73"/>
                    <a:pt x="252" y="73"/>
                    <a:pt x="252" y="73"/>
                  </a:cubicBezTo>
                  <a:cubicBezTo>
                    <a:pt x="253" y="72"/>
                    <a:pt x="252" y="71"/>
                    <a:pt x="253" y="70"/>
                  </a:cubicBezTo>
                  <a:cubicBezTo>
                    <a:pt x="254" y="70"/>
                    <a:pt x="255" y="70"/>
                    <a:pt x="256" y="70"/>
                  </a:cubicBezTo>
                  <a:cubicBezTo>
                    <a:pt x="257" y="72"/>
                    <a:pt x="257" y="74"/>
                    <a:pt x="259" y="76"/>
                  </a:cubicBezTo>
                  <a:cubicBezTo>
                    <a:pt x="260" y="78"/>
                    <a:pt x="262" y="78"/>
                    <a:pt x="263" y="81"/>
                  </a:cubicBezTo>
                  <a:cubicBezTo>
                    <a:pt x="263" y="81"/>
                    <a:pt x="263" y="82"/>
                    <a:pt x="264" y="83"/>
                  </a:cubicBezTo>
                  <a:cubicBezTo>
                    <a:pt x="264" y="84"/>
                    <a:pt x="265" y="83"/>
                    <a:pt x="266" y="83"/>
                  </a:cubicBezTo>
                  <a:cubicBezTo>
                    <a:pt x="269" y="84"/>
                    <a:pt x="270" y="85"/>
                    <a:pt x="272" y="86"/>
                  </a:cubicBezTo>
                  <a:cubicBezTo>
                    <a:pt x="272" y="86"/>
                    <a:pt x="272" y="86"/>
                    <a:pt x="272" y="86"/>
                  </a:cubicBezTo>
                  <a:cubicBezTo>
                    <a:pt x="274" y="88"/>
                    <a:pt x="275" y="89"/>
                    <a:pt x="276" y="91"/>
                  </a:cubicBezTo>
                  <a:cubicBezTo>
                    <a:pt x="276" y="93"/>
                    <a:pt x="276" y="94"/>
                    <a:pt x="277" y="95"/>
                  </a:cubicBezTo>
                  <a:cubicBezTo>
                    <a:pt x="277" y="96"/>
                    <a:pt x="278" y="96"/>
                    <a:pt x="278" y="96"/>
                  </a:cubicBezTo>
                  <a:cubicBezTo>
                    <a:pt x="279" y="97"/>
                    <a:pt x="280" y="99"/>
                    <a:pt x="281" y="101"/>
                  </a:cubicBezTo>
                  <a:cubicBezTo>
                    <a:pt x="281" y="101"/>
                    <a:pt x="281" y="101"/>
                    <a:pt x="281" y="101"/>
                  </a:cubicBezTo>
                  <a:cubicBezTo>
                    <a:pt x="280" y="101"/>
                    <a:pt x="279" y="101"/>
                    <a:pt x="277" y="102"/>
                  </a:cubicBezTo>
                  <a:cubicBezTo>
                    <a:pt x="276" y="102"/>
                    <a:pt x="275" y="103"/>
                    <a:pt x="273" y="103"/>
                  </a:cubicBezTo>
                  <a:cubicBezTo>
                    <a:pt x="272" y="103"/>
                    <a:pt x="272" y="103"/>
                    <a:pt x="271" y="102"/>
                  </a:cubicBezTo>
                  <a:cubicBezTo>
                    <a:pt x="271" y="106"/>
                    <a:pt x="270" y="108"/>
                    <a:pt x="270" y="112"/>
                  </a:cubicBezTo>
                  <a:cubicBezTo>
                    <a:pt x="269" y="114"/>
                    <a:pt x="270" y="116"/>
                    <a:pt x="269" y="118"/>
                  </a:cubicBezTo>
                  <a:cubicBezTo>
                    <a:pt x="268" y="120"/>
                    <a:pt x="267" y="121"/>
                    <a:pt x="267" y="123"/>
                  </a:cubicBezTo>
                  <a:cubicBezTo>
                    <a:pt x="265" y="128"/>
                    <a:pt x="263" y="130"/>
                    <a:pt x="260" y="133"/>
                  </a:cubicBezTo>
                  <a:cubicBezTo>
                    <a:pt x="258" y="136"/>
                    <a:pt x="258" y="138"/>
                    <a:pt x="256" y="140"/>
                  </a:cubicBezTo>
                  <a:cubicBezTo>
                    <a:pt x="255" y="141"/>
                    <a:pt x="254" y="142"/>
                    <a:pt x="253" y="144"/>
                  </a:cubicBezTo>
                  <a:cubicBezTo>
                    <a:pt x="257" y="155"/>
                    <a:pt x="257" y="155"/>
                    <a:pt x="257" y="155"/>
                  </a:cubicBezTo>
                  <a:cubicBezTo>
                    <a:pt x="255" y="158"/>
                    <a:pt x="255" y="158"/>
                    <a:pt x="255" y="158"/>
                  </a:cubicBezTo>
                  <a:cubicBezTo>
                    <a:pt x="257" y="159"/>
                    <a:pt x="258" y="160"/>
                    <a:pt x="260" y="160"/>
                  </a:cubicBezTo>
                  <a:cubicBezTo>
                    <a:pt x="263" y="160"/>
                    <a:pt x="264" y="159"/>
                    <a:pt x="266" y="160"/>
                  </a:cubicBezTo>
                  <a:cubicBezTo>
                    <a:pt x="267" y="161"/>
                    <a:pt x="267" y="162"/>
                    <a:pt x="268" y="163"/>
                  </a:cubicBezTo>
                  <a:cubicBezTo>
                    <a:pt x="269" y="164"/>
                    <a:pt x="271" y="164"/>
                    <a:pt x="272" y="165"/>
                  </a:cubicBezTo>
                  <a:cubicBezTo>
                    <a:pt x="274" y="166"/>
                    <a:pt x="276" y="168"/>
                    <a:pt x="278" y="169"/>
                  </a:cubicBezTo>
                  <a:cubicBezTo>
                    <a:pt x="282" y="170"/>
                    <a:pt x="284" y="171"/>
                    <a:pt x="287" y="172"/>
                  </a:cubicBezTo>
                  <a:cubicBezTo>
                    <a:pt x="290" y="173"/>
                    <a:pt x="292" y="173"/>
                    <a:pt x="294" y="175"/>
                  </a:cubicBezTo>
                  <a:cubicBezTo>
                    <a:pt x="295" y="176"/>
                    <a:pt x="295" y="177"/>
                    <a:pt x="296" y="178"/>
                  </a:cubicBezTo>
                  <a:cubicBezTo>
                    <a:pt x="297" y="180"/>
                    <a:pt x="297" y="182"/>
                    <a:pt x="297" y="184"/>
                  </a:cubicBezTo>
                  <a:cubicBezTo>
                    <a:pt x="297" y="187"/>
                    <a:pt x="297" y="188"/>
                    <a:pt x="296" y="191"/>
                  </a:cubicBezTo>
                  <a:cubicBezTo>
                    <a:pt x="296" y="192"/>
                    <a:pt x="294" y="192"/>
                    <a:pt x="294" y="193"/>
                  </a:cubicBezTo>
                  <a:cubicBezTo>
                    <a:pt x="294" y="194"/>
                    <a:pt x="294" y="195"/>
                    <a:pt x="294" y="196"/>
                  </a:cubicBezTo>
                  <a:cubicBezTo>
                    <a:pt x="294" y="199"/>
                    <a:pt x="295" y="200"/>
                    <a:pt x="296" y="203"/>
                  </a:cubicBezTo>
                  <a:cubicBezTo>
                    <a:pt x="293" y="205"/>
                    <a:pt x="291" y="206"/>
                    <a:pt x="287" y="206"/>
                  </a:cubicBezTo>
                  <a:cubicBezTo>
                    <a:pt x="287" y="206"/>
                    <a:pt x="286" y="205"/>
                    <a:pt x="285" y="205"/>
                  </a:cubicBezTo>
                  <a:cubicBezTo>
                    <a:pt x="287" y="203"/>
                    <a:pt x="287" y="203"/>
                    <a:pt x="288" y="201"/>
                  </a:cubicBezTo>
                  <a:cubicBezTo>
                    <a:pt x="283" y="201"/>
                    <a:pt x="280" y="200"/>
                    <a:pt x="274" y="200"/>
                  </a:cubicBezTo>
                  <a:cubicBezTo>
                    <a:pt x="273" y="200"/>
                    <a:pt x="273" y="200"/>
                    <a:pt x="272" y="201"/>
                  </a:cubicBezTo>
                  <a:cubicBezTo>
                    <a:pt x="273" y="199"/>
                    <a:pt x="273" y="198"/>
                    <a:pt x="272" y="197"/>
                  </a:cubicBezTo>
                  <a:cubicBezTo>
                    <a:pt x="266" y="199"/>
                    <a:pt x="265" y="205"/>
                    <a:pt x="259" y="206"/>
                  </a:cubicBezTo>
                  <a:cubicBezTo>
                    <a:pt x="258" y="204"/>
                    <a:pt x="258" y="204"/>
                    <a:pt x="258" y="204"/>
                  </a:cubicBezTo>
                  <a:cubicBezTo>
                    <a:pt x="257" y="204"/>
                    <a:pt x="256" y="205"/>
                    <a:pt x="255" y="206"/>
                  </a:cubicBezTo>
                  <a:cubicBezTo>
                    <a:pt x="254" y="207"/>
                    <a:pt x="254" y="208"/>
                    <a:pt x="253" y="209"/>
                  </a:cubicBezTo>
                  <a:cubicBezTo>
                    <a:pt x="251" y="209"/>
                    <a:pt x="250" y="208"/>
                    <a:pt x="248" y="208"/>
                  </a:cubicBezTo>
                  <a:cubicBezTo>
                    <a:pt x="244" y="208"/>
                    <a:pt x="243" y="210"/>
                    <a:pt x="240" y="212"/>
                  </a:cubicBezTo>
                  <a:cubicBezTo>
                    <a:pt x="239" y="213"/>
                    <a:pt x="238" y="214"/>
                    <a:pt x="237" y="214"/>
                  </a:cubicBezTo>
                  <a:cubicBezTo>
                    <a:pt x="234" y="214"/>
                    <a:pt x="234" y="214"/>
                    <a:pt x="234" y="214"/>
                  </a:cubicBezTo>
                  <a:cubicBezTo>
                    <a:pt x="233" y="215"/>
                    <a:pt x="232" y="216"/>
                    <a:pt x="232" y="218"/>
                  </a:cubicBezTo>
                  <a:cubicBezTo>
                    <a:pt x="232" y="219"/>
                    <a:pt x="232" y="220"/>
                    <a:pt x="232" y="221"/>
                  </a:cubicBezTo>
                  <a:cubicBezTo>
                    <a:pt x="231" y="223"/>
                    <a:pt x="229" y="224"/>
                    <a:pt x="229" y="226"/>
                  </a:cubicBezTo>
                  <a:cubicBezTo>
                    <a:pt x="228" y="227"/>
                    <a:pt x="229" y="228"/>
                    <a:pt x="228" y="229"/>
                  </a:cubicBezTo>
                  <a:cubicBezTo>
                    <a:pt x="227" y="229"/>
                    <a:pt x="226" y="230"/>
                    <a:pt x="225" y="230"/>
                  </a:cubicBezTo>
                  <a:cubicBezTo>
                    <a:pt x="224" y="230"/>
                    <a:pt x="224" y="229"/>
                    <a:pt x="223" y="229"/>
                  </a:cubicBezTo>
                  <a:cubicBezTo>
                    <a:pt x="222" y="229"/>
                    <a:pt x="221" y="229"/>
                    <a:pt x="221" y="229"/>
                  </a:cubicBezTo>
                  <a:cubicBezTo>
                    <a:pt x="220" y="231"/>
                    <a:pt x="220" y="231"/>
                    <a:pt x="220" y="231"/>
                  </a:cubicBezTo>
                  <a:cubicBezTo>
                    <a:pt x="221" y="233"/>
                    <a:pt x="222" y="234"/>
                    <a:pt x="222" y="235"/>
                  </a:cubicBezTo>
                  <a:cubicBezTo>
                    <a:pt x="224" y="238"/>
                    <a:pt x="224" y="241"/>
                    <a:pt x="225" y="244"/>
                  </a:cubicBezTo>
                  <a:cubicBezTo>
                    <a:pt x="224" y="244"/>
                    <a:pt x="224" y="245"/>
                    <a:pt x="223" y="245"/>
                  </a:cubicBezTo>
                  <a:cubicBezTo>
                    <a:pt x="222" y="245"/>
                    <a:pt x="222" y="244"/>
                    <a:pt x="221" y="244"/>
                  </a:cubicBezTo>
                  <a:cubicBezTo>
                    <a:pt x="220" y="246"/>
                    <a:pt x="219" y="248"/>
                    <a:pt x="218" y="250"/>
                  </a:cubicBezTo>
                  <a:cubicBezTo>
                    <a:pt x="217" y="251"/>
                    <a:pt x="217" y="252"/>
                    <a:pt x="216" y="252"/>
                  </a:cubicBezTo>
                  <a:cubicBezTo>
                    <a:pt x="214" y="253"/>
                    <a:pt x="213" y="252"/>
                    <a:pt x="212" y="253"/>
                  </a:cubicBezTo>
                  <a:cubicBezTo>
                    <a:pt x="211" y="253"/>
                    <a:pt x="211" y="255"/>
                    <a:pt x="210" y="255"/>
                  </a:cubicBezTo>
                  <a:cubicBezTo>
                    <a:pt x="210" y="255"/>
                    <a:pt x="209" y="255"/>
                    <a:pt x="209" y="256"/>
                  </a:cubicBezTo>
                  <a:cubicBezTo>
                    <a:pt x="206" y="258"/>
                    <a:pt x="206" y="261"/>
                    <a:pt x="204" y="264"/>
                  </a:cubicBezTo>
                  <a:cubicBezTo>
                    <a:pt x="201" y="267"/>
                    <a:pt x="200" y="269"/>
                    <a:pt x="199" y="273"/>
                  </a:cubicBezTo>
                  <a:cubicBezTo>
                    <a:pt x="198" y="276"/>
                    <a:pt x="197" y="277"/>
                    <a:pt x="196" y="279"/>
                  </a:cubicBezTo>
                  <a:cubicBezTo>
                    <a:pt x="195" y="281"/>
                    <a:pt x="195" y="283"/>
                    <a:pt x="194" y="285"/>
                  </a:cubicBezTo>
                  <a:cubicBezTo>
                    <a:pt x="193" y="287"/>
                    <a:pt x="193" y="288"/>
                    <a:pt x="192" y="289"/>
                  </a:cubicBezTo>
                  <a:cubicBezTo>
                    <a:pt x="190" y="292"/>
                    <a:pt x="190" y="295"/>
                    <a:pt x="188" y="298"/>
                  </a:cubicBezTo>
                  <a:cubicBezTo>
                    <a:pt x="187" y="302"/>
                    <a:pt x="185" y="304"/>
                    <a:pt x="182" y="306"/>
                  </a:cubicBezTo>
                  <a:cubicBezTo>
                    <a:pt x="180" y="306"/>
                    <a:pt x="179" y="307"/>
                    <a:pt x="178" y="308"/>
                  </a:cubicBezTo>
                  <a:cubicBezTo>
                    <a:pt x="177" y="308"/>
                    <a:pt x="175" y="309"/>
                    <a:pt x="175" y="310"/>
                  </a:cubicBezTo>
                  <a:cubicBezTo>
                    <a:pt x="174" y="311"/>
                    <a:pt x="174" y="312"/>
                    <a:pt x="173" y="312"/>
                  </a:cubicBezTo>
                  <a:cubicBezTo>
                    <a:pt x="171" y="314"/>
                    <a:pt x="169" y="311"/>
                    <a:pt x="167" y="311"/>
                  </a:cubicBezTo>
                  <a:cubicBezTo>
                    <a:pt x="165" y="310"/>
                    <a:pt x="164" y="310"/>
                    <a:pt x="162" y="309"/>
                  </a:cubicBezTo>
                  <a:cubicBezTo>
                    <a:pt x="157" y="308"/>
                    <a:pt x="154" y="307"/>
                    <a:pt x="149" y="306"/>
                  </a:cubicBezTo>
                  <a:cubicBezTo>
                    <a:pt x="142" y="305"/>
                    <a:pt x="139" y="303"/>
                    <a:pt x="133" y="300"/>
                  </a:cubicBezTo>
                  <a:cubicBezTo>
                    <a:pt x="130" y="299"/>
                    <a:pt x="126" y="298"/>
                    <a:pt x="126" y="295"/>
                  </a:cubicBezTo>
                  <a:cubicBezTo>
                    <a:pt x="126" y="293"/>
                    <a:pt x="126" y="291"/>
                    <a:pt x="125" y="290"/>
                  </a:cubicBezTo>
                  <a:cubicBezTo>
                    <a:pt x="124" y="289"/>
                    <a:pt x="123" y="289"/>
                    <a:pt x="123" y="289"/>
                  </a:cubicBezTo>
                  <a:cubicBezTo>
                    <a:pt x="122" y="289"/>
                    <a:pt x="122" y="288"/>
                    <a:pt x="121" y="288"/>
                  </a:cubicBezTo>
                  <a:cubicBezTo>
                    <a:pt x="122" y="286"/>
                    <a:pt x="122" y="284"/>
                    <a:pt x="122" y="282"/>
                  </a:cubicBezTo>
                  <a:cubicBezTo>
                    <a:pt x="125" y="282"/>
                    <a:pt x="126" y="282"/>
                    <a:pt x="128" y="281"/>
                  </a:cubicBezTo>
                  <a:cubicBezTo>
                    <a:pt x="126" y="277"/>
                    <a:pt x="122" y="276"/>
                    <a:pt x="118" y="275"/>
                  </a:cubicBezTo>
                  <a:cubicBezTo>
                    <a:pt x="116" y="274"/>
                    <a:pt x="114" y="273"/>
                    <a:pt x="112" y="271"/>
                  </a:cubicBezTo>
                  <a:cubicBezTo>
                    <a:pt x="108" y="269"/>
                    <a:pt x="106" y="268"/>
                    <a:pt x="103" y="265"/>
                  </a:cubicBezTo>
                  <a:cubicBezTo>
                    <a:pt x="102" y="264"/>
                    <a:pt x="100" y="264"/>
                    <a:pt x="99" y="263"/>
                  </a:cubicBezTo>
                  <a:cubicBezTo>
                    <a:pt x="98" y="260"/>
                    <a:pt x="99" y="259"/>
                    <a:pt x="99" y="256"/>
                  </a:cubicBezTo>
                  <a:cubicBezTo>
                    <a:pt x="96" y="256"/>
                    <a:pt x="96" y="256"/>
                    <a:pt x="96" y="256"/>
                  </a:cubicBezTo>
                  <a:cubicBezTo>
                    <a:pt x="94" y="256"/>
                    <a:pt x="93" y="258"/>
                    <a:pt x="91" y="258"/>
                  </a:cubicBezTo>
                  <a:cubicBezTo>
                    <a:pt x="91" y="257"/>
                    <a:pt x="90" y="257"/>
                    <a:pt x="90" y="256"/>
                  </a:cubicBezTo>
                  <a:cubicBezTo>
                    <a:pt x="90" y="253"/>
                    <a:pt x="91" y="251"/>
                    <a:pt x="92" y="248"/>
                  </a:cubicBezTo>
                  <a:cubicBezTo>
                    <a:pt x="92" y="247"/>
                    <a:pt x="93" y="247"/>
                    <a:pt x="93" y="246"/>
                  </a:cubicBezTo>
                  <a:cubicBezTo>
                    <a:pt x="93" y="244"/>
                    <a:pt x="90" y="243"/>
                    <a:pt x="90" y="241"/>
                  </a:cubicBezTo>
                  <a:cubicBezTo>
                    <a:pt x="90" y="237"/>
                    <a:pt x="93" y="235"/>
                    <a:pt x="94" y="231"/>
                  </a:cubicBezTo>
                  <a:cubicBezTo>
                    <a:pt x="95" y="227"/>
                    <a:pt x="97" y="223"/>
                    <a:pt x="101" y="222"/>
                  </a:cubicBezTo>
                  <a:cubicBezTo>
                    <a:pt x="101" y="220"/>
                    <a:pt x="100" y="219"/>
                    <a:pt x="100" y="217"/>
                  </a:cubicBezTo>
                  <a:cubicBezTo>
                    <a:pt x="100" y="217"/>
                    <a:pt x="100" y="217"/>
                    <a:pt x="100" y="217"/>
                  </a:cubicBezTo>
                  <a:cubicBezTo>
                    <a:pt x="100" y="215"/>
                    <a:pt x="100" y="215"/>
                    <a:pt x="100" y="213"/>
                  </a:cubicBezTo>
                  <a:cubicBezTo>
                    <a:pt x="100" y="210"/>
                    <a:pt x="98" y="209"/>
                    <a:pt x="95" y="208"/>
                  </a:cubicBezTo>
                  <a:cubicBezTo>
                    <a:pt x="94" y="207"/>
                    <a:pt x="94" y="206"/>
                    <a:pt x="93" y="206"/>
                  </a:cubicBezTo>
                  <a:cubicBezTo>
                    <a:pt x="91" y="205"/>
                    <a:pt x="90" y="205"/>
                    <a:pt x="89" y="204"/>
                  </a:cubicBezTo>
                  <a:cubicBezTo>
                    <a:pt x="91" y="201"/>
                    <a:pt x="94" y="201"/>
                    <a:pt x="98" y="199"/>
                  </a:cubicBezTo>
                  <a:cubicBezTo>
                    <a:pt x="100" y="199"/>
                    <a:pt x="101" y="198"/>
                    <a:pt x="103" y="197"/>
                  </a:cubicBezTo>
                  <a:cubicBezTo>
                    <a:pt x="105" y="196"/>
                    <a:pt x="106" y="195"/>
                    <a:pt x="107" y="194"/>
                  </a:cubicBezTo>
                  <a:cubicBezTo>
                    <a:pt x="111" y="192"/>
                    <a:pt x="113" y="190"/>
                    <a:pt x="116" y="187"/>
                  </a:cubicBezTo>
                  <a:cubicBezTo>
                    <a:pt x="118" y="184"/>
                    <a:pt x="120" y="183"/>
                    <a:pt x="122" y="180"/>
                  </a:cubicBezTo>
                  <a:cubicBezTo>
                    <a:pt x="123" y="178"/>
                    <a:pt x="123" y="176"/>
                    <a:pt x="124" y="175"/>
                  </a:cubicBezTo>
                  <a:cubicBezTo>
                    <a:pt x="126" y="172"/>
                    <a:pt x="127" y="171"/>
                    <a:pt x="129" y="168"/>
                  </a:cubicBezTo>
                  <a:cubicBezTo>
                    <a:pt x="131" y="165"/>
                    <a:pt x="131" y="163"/>
                    <a:pt x="131" y="159"/>
                  </a:cubicBezTo>
                  <a:cubicBezTo>
                    <a:pt x="131" y="157"/>
                    <a:pt x="130" y="156"/>
                    <a:pt x="129" y="154"/>
                  </a:cubicBezTo>
                  <a:cubicBezTo>
                    <a:pt x="129" y="154"/>
                    <a:pt x="128" y="154"/>
                    <a:pt x="128" y="154"/>
                  </a:cubicBezTo>
                  <a:cubicBezTo>
                    <a:pt x="128" y="152"/>
                    <a:pt x="128" y="151"/>
                    <a:pt x="128" y="150"/>
                  </a:cubicBezTo>
                  <a:cubicBezTo>
                    <a:pt x="127" y="148"/>
                    <a:pt x="125" y="148"/>
                    <a:pt x="124" y="148"/>
                  </a:cubicBezTo>
                  <a:cubicBezTo>
                    <a:pt x="122" y="148"/>
                    <a:pt x="122" y="147"/>
                    <a:pt x="120" y="147"/>
                  </a:cubicBezTo>
                  <a:cubicBezTo>
                    <a:pt x="117" y="148"/>
                    <a:pt x="115" y="149"/>
                    <a:pt x="112" y="149"/>
                  </a:cubicBezTo>
                  <a:cubicBezTo>
                    <a:pt x="110" y="150"/>
                    <a:pt x="109" y="150"/>
                    <a:pt x="107" y="150"/>
                  </a:cubicBezTo>
                  <a:cubicBezTo>
                    <a:pt x="105" y="152"/>
                    <a:pt x="103" y="152"/>
                    <a:pt x="101" y="153"/>
                  </a:cubicBezTo>
                  <a:cubicBezTo>
                    <a:pt x="99" y="154"/>
                    <a:pt x="97" y="155"/>
                    <a:pt x="94" y="155"/>
                  </a:cubicBezTo>
                  <a:cubicBezTo>
                    <a:pt x="91" y="155"/>
                    <a:pt x="88" y="155"/>
                    <a:pt x="85" y="154"/>
                  </a:cubicBezTo>
                  <a:cubicBezTo>
                    <a:pt x="83" y="153"/>
                    <a:pt x="81" y="153"/>
                    <a:pt x="79" y="152"/>
                  </a:cubicBezTo>
                  <a:cubicBezTo>
                    <a:pt x="78" y="152"/>
                    <a:pt x="78" y="152"/>
                    <a:pt x="78" y="151"/>
                  </a:cubicBezTo>
                  <a:cubicBezTo>
                    <a:pt x="77" y="151"/>
                    <a:pt x="76" y="151"/>
                    <a:pt x="75" y="151"/>
                  </a:cubicBezTo>
                  <a:cubicBezTo>
                    <a:pt x="74" y="151"/>
                    <a:pt x="74" y="150"/>
                    <a:pt x="74" y="150"/>
                  </a:cubicBezTo>
                  <a:cubicBezTo>
                    <a:pt x="73" y="149"/>
                    <a:pt x="72" y="149"/>
                    <a:pt x="71" y="148"/>
                  </a:cubicBezTo>
                  <a:cubicBezTo>
                    <a:pt x="66" y="145"/>
                    <a:pt x="64" y="141"/>
                    <a:pt x="59" y="139"/>
                  </a:cubicBezTo>
                  <a:cubicBezTo>
                    <a:pt x="56" y="138"/>
                    <a:pt x="55" y="138"/>
                    <a:pt x="52" y="137"/>
                  </a:cubicBezTo>
                  <a:cubicBezTo>
                    <a:pt x="51" y="137"/>
                    <a:pt x="50" y="137"/>
                    <a:pt x="49" y="136"/>
                  </a:cubicBezTo>
                  <a:cubicBezTo>
                    <a:pt x="48" y="135"/>
                    <a:pt x="47" y="134"/>
                    <a:pt x="46" y="134"/>
                  </a:cubicBezTo>
                  <a:cubicBezTo>
                    <a:pt x="44" y="134"/>
                    <a:pt x="42" y="136"/>
                    <a:pt x="40" y="136"/>
                  </a:cubicBezTo>
                  <a:cubicBezTo>
                    <a:pt x="37" y="137"/>
                    <a:pt x="35" y="136"/>
                    <a:pt x="32" y="136"/>
                  </a:cubicBezTo>
                  <a:cubicBezTo>
                    <a:pt x="29" y="136"/>
                    <a:pt x="27" y="137"/>
                    <a:pt x="23" y="138"/>
                  </a:cubicBezTo>
                  <a:cubicBezTo>
                    <a:pt x="22" y="138"/>
                    <a:pt x="21" y="139"/>
                    <a:pt x="20" y="139"/>
                  </a:cubicBezTo>
                  <a:cubicBezTo>
                    <a:pt x="19" y="140"/>
                    <a:pt x="19" y="140"/>
                    <a:pt x="18" y="140"/>
                  </a:cubicBezTo>
                  <a:cubicBezTo>
                    <a:pt x="17" y="140"/>
                    <a:pt x="16" y="140"/>
                    <a:pt x="15" y="140"/>
                  </a:cubicBezTo>
                  <a:cubicBezTo>
                    <a:pt x="12" y="140"/>
                    <a:pt x="11" y="141"/>
                    <a:pt x="8" y="142"/>
                  </a:cubicBezTo>
                  <a:cubicBezTo>
                    <a:pt x="8" y="143"/>
                    <a:pt x="8" y="143"/>
                    <a:pt x="7" y="143"/>
                  </a:cubicBezTo>
                  <a:cubicBezTo>
                    <a:pt x="7" y="143"/>
                    <a:pt x="7" y="143"/>
                    <a:pt x="7" y="143"/>
                  </a:cubicBezTo>
                  <a:cubicBezTo>
                    <a:pt x="7" y="142"/>
                    <a:pt x="6" y="141"/>
                    <a:pt x="6" y="139"/>
                  </a:cubicBezTo>
                  <a:cubicBezTo>
                    <a:pt x="6" y="138"/>
                    <a:pt x="7" y="137"/>
                    <a:pt x="7" y="136"/>
                  </a:cubicBezTo>
                  <a:cubicBezTo>
                    <a:pt x="7" y="135"/>
                    <a:pt x="6" y="135"/>
                    <a:pt x="6" y="134"/>
                  </a:cubicBezTo>
                  <a:cubicBezTo>
                    <a:pt x="5" y="133"/>
                    <a:pt x="5" y="132"/>
                    <a:pt x="4" y="131"/>
                  </a:cubicBezTo>
                  <a:cubicBezTo>
                    <a:pt x="3" y="130"/>
                    <a:pt x="2" y="130"/>
                    <a:pt x="1" y="129"/>
                  </a:cubicBezTo>
                  <a:cubicBezTo>
                    <a:pt x="0" y="128"/>
                    <a:pt x="0" y="129"/>
                    <a:pt x="0" y="128"/>
                  </a:cubicBezTo>
                  <a:cubicBezTo>
                    <a:pt x="0" y="125"/>
                    <a:pt x="0" y="123"/>
                    <a:pt x="1" y="120"/>
                  </a:cubicBezTo>
                  <a:cubicBezTo>
                    <a:pt x="1" y="119"/>
                    <a:pt x="2" y="118"/>
                    <a:pt x="2" y="117"/>
                  </a:cubicBezTo>
                  <a:cubicBezTo>
                    <a:pt x="2" y="115"/>
                    <a:pt x="0" y="114"/>
                    <a:pt x="0" y="112"/>
                  </a:cubicBezTo>
                  <a:cubicBezTo>
                    <a:pt x="0" y="110"/>
                    <a:pt x="1" y="109"/>
                    <a:pt x="1" y="107"/>
                  </a:cubicBezTo>
                  <a:cubicBezTo>
                    <a:pt x="1" y="105"/>
                    <a:pt x="1" y="105"/>
                    <a:pt x="1" y="103"/>
                  </a:cubicBezTo>
                  <a:cubicBezTo>
                    <a:pt x="1" y="102"/>
                    <a:pt x="2" y="102"/>
                    <a:pt x="2" y="101"/>
                  </a:cubicBezTo>
                  <a:cubicBezTo>
                    <a:pt x="2" y="100"/>
                    <a:pt x="2" y="99"/>
                    <a:pt x="2" y="98"/>
                  </a:cubicBezTo>
                  <a:cubicBezTo>
                    <a:pt x="2" y="96"/>
                    <a:pt x="4" y="95"/>
                    <a:pt x="5" y="93"/>
                  </a:cubicBezTo>
                  <a:cubicBezTo>
                    <a:pt x="7" y="92"/>
                    <a:pt x="8" y="92"/>
                    <a:pt x="9" y="91"/>
                  </a:cubicBezTo>
                  <a:cubicBezTo>
                    <a:pt x="10" y="88"/>
                    <a:pt x="10" y="86"/>
                    <a:pt x="13" y="84"/>
                  </a:cubicBezTo>
                  <a:cubicBezTo>
                    <a:pt x="14" y="83"/>
                    <a:pt x="15" y="83"/>
                    <a:pt x="16" y="82"/>
                  </a:cubicBezTo>
                  <a:cubicBezTo>
                    <a:pt x="16" y="78"/>
                    <a:pt x="16" y="78"/>
                    <a:pt x="16" y="78"/>
                  </a:cubicBezTo>
                  <a:cubicBezTo>
                    <a:pt x="14" y="78"/>
                    <a:pt x="14" y="78"/>
                    <a:pt x="14" y="78"/>
                  </a:cubicBezTo>
                  <a:cubicBezTo>
                    <a:pt x="13" y="78"/>
                    <a:pt x="13" y="77"/>
                    <a:pt x="13" y="76"/>
                  </a:cubicBezTo>
                  <a:cubicBezTo>
                    <a:pt x="13" y="75"/>
                    <a:pt x="14" y="75"/>
                    <a:pt x="15" y="74"/>
                  </a:cubicBezTo>
                  <a:cubicBezTo>
                    <a:pt x="16" y="73"/>
                    <a:pt x="16" y="73"/>
                    <a:pt x="17" y="72"/>
                  </a:cubicBezTo>
                  <a:cubicBezTo>
                    <a:pt x="17" y="72"/>
                    <a:pt x="17" y="72"/>
                    <a:pt x="17" y="72"/>
                  </a:cubicBezTo>
                  <a:cubicBezTo>
                    <a:pt x="18" y="73"/>
                    <a:pt x="18" y="73"/>
                    <a:pt x="19" y="74"/>
                  </a:cubicBezTo>
                  <a:cubicBezTo>
                    <a:pt x="21" y="73"/>
                    <a:pt x="21" y="72"/>
                    <a:pt x="23" y="71"/>
                  </a:cubicBezTo>
                  <a:cubicBezTo>
                    <a:pt x="23" y="71"/>
                    <a:pt x="24" y="71"/>
                    <a:pt x="24" y="70"/>
                  </a:cubicBezTo>
                  <a:cubicBezTo>
                    <a:pt x="25" y="70"/>
                    <a:pt x="26" y="68"/>
                    <a:pt x="27" y="67"/>
                  </a:cubicBezTo>
                  <a:cubicBezTo>
                    <a:pt x="27" y="66"/>
                    <a:pt x="27" y="66"/>
                    <a:pt x="27" y="65"/>
                  </a:cubicBezTo>
                  <a:cubicBezTo>
                    <a:pt x="27" y="63"/>
                    <a:pt x="26" y="61"/>
                    <a:pt x="26" y="58"/>
                  </a:cubicBezTo>
                  <a:cubicBezTo>
                    <a:pt x="26" y="57"/>
                    <a:pt x="26" y="56"/>
                    <a:pt x="26" y="54"/>
                  </a:cubicBezTo>
                  <a:cubicBezTo>
                    <a:pt x="25" y="53"/>
                    <a:pt x="23" y="53"/>
                    <a:pt x="23" y="51"/>
                  </a:cubicBezTo>
                  <a:cubicBezTo>
                    <a:pt x="23" y="46"/>
                    <a:pt x="23" y="46"/>
                    <a:pt x="23" y="46"/>
                  </a:cubicBezTo>
                  <a:cubicBezTo>
                    <a:pt x="23" y="46"/>
                    <a:pt x="24" y="45"/>
                    <a:pt x="24" y="45"/>
                  </a:cubicBezTo>
                  <a:cubicBezTo>
                    <a:pt x="23" y="44"/>
                    <a:pt x="21" y="44"/>
                    <a:pt x="20" y="44"/>
                  </a:cubicBezTo>
                  <a:cubicBezTo>
                    <a:pt x="19" y="43"/>
                    <a:pt x="19" y="42"/>
                    <a:pt x="19" y="41"/>
                  </a:cubicBezTo>
                  <a:cubicBezTo>
                    <a:pt x="18" y="38"/>
                    <a:pt x="18" y="37"/>
                    <a:pt x="17" y="34"/>
                  </a:cubicBezTo>
                  <a:cubicBezTo>
                    <a:pt x="18" y="30"/>
                    <a:pt x="18" y="30"/>
                    <a:pt x="18" y="30"/>
                  </a:cubicBezTo>
                  <a:cubicBezTo>
                    <a:pt x="17" y="28"/>
                    <a:pt x="18" y="27"/>
                    <a:pt x="17" y="25"/>
                  </a:cubicBezTo>
                  <a:cubicBezTo>
                    <a:pt x="16" y="24"/>
                    <a:pt x="15" y="24"/>
                    <a:pt x="14" y="23"/>
                  </a:cubicBezTo>
                  <a:cubicBezTo>
                    <a:pt x="13" y="22"/>
                    <a:pt x="13" y="21"/>
                    <a:pt x="12" y="20"/>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98"/>
            <p:cNvSpPr>
              <a:spLocks noEditPoints="1"/>
            </p:cNvSpPr>
            <p:nvPr/>
          </p:nvSpPr>
          <p:spPr bwMode="auto">
            <a:xfrm>
              <a:off x="2208213" y="2536825"/>
              <a:ext cx="769938" cy="858838"/>
            </a:xfrm>
            <a:custGeom>
              <a:avLst/>
              <a:gdLst/>
              <a:ahLst/>
              <a:cxnLst>
                <a:cxn ang="0">
                  <a:pos x="314" y="102"/>
                </a:cxn>
                <a:cxn ang="0">
                  <a:pos x="346" y="85"/>
                </a:cxn>
                <a:cxn ang="0">
                  <a:pos x="345" y="35"/>
                </a:cxn>
                <a:cxn ang="0">
                  <a:pos x="313" y="71"/>
                </a:cxn>
                <a:cxn ang="0">
                  <a:pos x="2" y="437"/>
                </a:cxn>
                <a:cxn ang="0">
                  <a:pos x="21" y="428"/>
                </a:cxn>
                <a:cxn ang="0">
                  <a:pos x="42" y="424"/>
                </a:cxn>
                <a:cxn ang="0">
                  <a:pos x="59" y="401"/>
                </a:cxn>
                <a:cxn ang="0">
                  <a:pos x="70" y="390"/>
                </a:cxn>
                <a:cxn ang="0">
                  <a:pos x="72" y="341"/>
                </a:cxn>
                <a:cxn ang="0">
                  <a:pos x="110" y="304"/>
                </a:cxn>
                <a:cxn ang="0">
                  <a:pos x="147" y="244"/>
                </a:cxn>
                <a:cxn ang="0">
                  <a:pos x="140" y="190"/>
                </a:cxn>
                <a:cxn ang="0">
                  <a:pos x="168" y="165"/>
                </a:cxn>
                <a:cxn ang="0">
                  <a:pos x="214" y="157"/>
                </a:cxn>
                <a:cxn ang="0">
                  <a:pos x="196" y="179"/>
                </a:cxn>
                <a:cxn ang="0">
                  <a:pos x="159" y="199"/>
                </a:cxn>
                <a:cxn ang="0">
                  <a:pos x="172" y="215"/>
                </a:cxn>
                <a:cxn ang="0">
                  <a:pos x="220" y="246"/>
                </a:cxn>
                <a:cxn ang="0">
                  <a:pos x="302" y="199"/>
                </a:cxn>
                <a:cxn ang="0">
                  <a:pos x="355" y="160"/>
                </a:cxn>
                <a:cxn ang="0">
                  <a:pos x="397" y="95"/>
                </a:cxn>
                <a:cxn ang="0">
                  <a:pos x="449" y="35"/>
                </a:cxn>
                <a:cxn ang="0">
                  <a:pos x="476" y="8"/>
                </a:cxn>
                <a:cxn ang="0">
                  <a:pos x="497" y="35"/>
                </a:cxn>
                <a:cxn ang="0">
                  <a:pos x="477" y="72"/>
                </a:cxn>
                <a:cxn ang="0">
                  <a:pos x="482" y="104"/>
                </a:cxn>
                <a:cxn ang="0">
                  <a:pos x="466" y="128"/>
                </a:cxn>
                <a:cxn ang="0">
                  <a:pos x="451" y="150"/>
                </a:cxn>
                <a:cxn ang="0">
                  <a:pos x="424" y="163"/>
                </a:cxn>
                <a:cxn ang="0">
                  <a:pos x="427" y="200"/>
                </a:cxn>
                <a:cxn ang="0">
                  <a:pos x="427" y="228"/>
                </a:cxn>
                <a:cxn ang="0">
                  <a:pos x="411" y="215"/>
                </a:cxn>
                <a:cxn ang="0">
                  <a:pos x="389" y="247"/>
                </a:cxn>
                <a:cxn ang="0">
                  <a:pos x="363" y="260"/>
                </a:cxn>
                <a:cxn ang="0">
                  <a:pos x="337" y="280"/>
                </a:cxn>
                <a:cxn ang="0">
                  <a:pos x="361" y="319"/>
                </a:cxn>
                <a:cxn ang="0">
                  <a:pos x="359" y="351"/>
                </a:cxn>
                <a:cxn ang="0">
                  <a:pos x="378" y="379"/>
                </a:cxn>
                <a:cxn ang="0">
                  <a:pos x="417" y="411"/>
                </a:cxn>
                <a:cxn ang="0">
                  <a:pos x="403" y="435"/>
                </a:cxn>
                <a:cxn ang="0">
                  <a:pos x="399" y="446"/>
                </a:cxn>
                <a:cxn ang="0">
                  <a:pos x="410" y="484"/>
                </a:cxn>
                <a:cxn ang="0">
                  <a:pos x="402" y="532"/>
                </a:cxn>
                <a:cxn ang="0">
                  <a:pos x="370" y="539"/>
                </a:cxn>
                <a:cxn ang="0">
                  <a:pos x="384" y="498"/>
                </a:cxn>
                <a:cxn ang="0">
                  <a:pos x="353" y="485"/>
                </a:cxn>
                <a:cxn ang="0">
                  <a:pos x="324" y="519"/>
                </a:cxn>
                <a:cxn ang="0">
                  <a:pos x="271" y="547"/>
                </a:cxn>
                <a:cxn ang="0">
                  <a:pos x="191" y="555"/>
                </a:cxn>
                <a:cxn ang="0">
                  <a:pos x="208" y="536"/>
                </a:cxn>
                <a:cxn ang="0">
                  <a:pos x="174" y="525"/>
                </a:cxn>
                <a:cxn ang="0">
                  <a:pos x="157" y="532"/>
                </a:cxn>
                <a:cxn ang="0">
                  <a:pos x="148" y="496"/>
                </a:cxn>
                <a:cxn ang="0">
                  <a:pos x="126" y="471"/>
                </a:cxn>
                <a:cxn ang="0">
                  <a:pos x="109" y="450"/>
                </a:cxn>
                <a:cxn ang="0">
                  <a:pos x="99" y="414"/>
                </a:cxn>
                <a:cxn ang="0">
                  <a:pos x="80" y="410"/>
                </a:cxn>
                <a:cxn ang="0">
                  <a:pos x="65" y="428"/>
                </a:cxn>
                <a:cxn ang="0">
                  <a:pos x="49" y="445"/>
                </a:cxn>
              </a:cxnLst>
              <a:rect l="0" t="0" r="r" b="b"/>
              <a:pathLst>
                <a:path w="501" h="558">
                  <a:moveTo>
                    <a:pt x="313" y="71"/>
                  </a:moveTo>
                  <a:cubicBezTo>
                    <a:pt x="313" y="72"/>
                    <a:pt x="314" y="73"/>
                    <a:pt x="314" y="74"/>
                  </a:cubicBezTo>
                  <a:cubicBezTo>
                    <a:pt x="314" y="78"/>
                    <a:pt x="314" y="80"/>
                    <a:pt x="314" y="84"/>
                  </a:cubicBezTo>
                  <a:cubicBezTo>
                    <a:pt x="318" y="83"/>
                    <a:pt x="318" y="81"/>
                    <a:pt x="321" y="78"/>
                  </a:cubicBezTo>
                  <a:cubicBezTo>
                    <a:pt x="323" y="81"/>
                    <a:pt x="325" y="82"/>
                    <a:pt x="325" y="84"/>
                  </a:cubicBezTo>
                  <a:cubicBezTo>
                    <a:pt x="325" y="87"/>
                    <a:pt x="321" y="87"/>
                    <a:pt x="320" y="89"/>
                  </a:cubicBezTo>
                  <a:cubicBezTo>
                    <a:pt x="319" y="91"/>
                    <a:pt x="319" y="93"/>
                    <a:pt x="319" y="96"/>
                  </a:cubicBezTo>
                  <a:cubicBezTo>
                    <a:pt x="319" y="98"/>
                    <a:pt x="319" y="99"/>
                    <a:pt x="317" y="101"/>
                  </a:cubicBezTo>
                  <a:cubicBezTo>
                    <a:pt x="316" y="102"/>
                    <a:pt x="315" y="101"/>
                    <a:pt x="314" y="102"/>
                  </a:cubicBezTo>
                  <a:cubicBezTo>
                    <a:pt x="313" y="102"/>
                    <a:pt x="312" y="103"/>
                    <a:pt x="312" y="104"/>
                  </a:cubicBezTo>
                  <a:cubicBezTo>
                    <a:pt x="312" y="107"/>
                    <a:pt x="312" y="107"/>
                    <a:pt x="312" y="107"/>
                  </a:cubicBezTo>
                  <a:cubicBezTo>
                    <a:pt x="313" y="107"/>
                    <a:pt x="313" y="108"/>
                    <a:pt x="314" y="108"/>
                  </a:cubicBezTo>
                  <a:cubicBezTo>
                    <a:pt x="316" y="108"/>
                    <a:pt x="316" y="106"/>
                    <a:pt x="318" y="105"/>
                  </a:cubicBezTo>
                  <a:cubicBezTo>
                    <a:pt x="321" y="104"/>
                    <a:pt x="323" y="103"/>
                    <a:pt x="326" y="102"/>
                  </a:cubicBezTo>
                  <a:cubicBezTo>
                    <a:pt x="329" y="102"/>
                    <a:pt x="330" y="102"/>
                    <a:pt x="333" y="101"/>
                  </a:cubicBezTo>
                  <a:cubicBezTo>
                    <a:pt x="335" y="99"/>
                    <a:pt x="336" y="98"/>
                    <a:pt x="338" y="96"/>
                  </a:cubicBezTo>
                  <a:cubicBezTo>
                    <a:pt x="340" y="96"/>
                    <a:pt x="341" y="95"/>
                    <a:pt x="342" y="94"/>
                  </a:cubicBezTo>
                  <a:cubicBezTo>
                    <a:pt x="344" y="91"/>
                    <a:pt x="345" y="89"/>
                    <a:pt x="346" y="85"/>
                  </a:cubicBezTo>
                  <a:cubicBezTo>
                    <a:pt x="348" y="80"/>
                    <a:pt x="349" y="77"/>
                    <a:pt x="351" y="72"/>
                  </a:cubicBezTo>
                  <a:cubicBezTo>
                    <a:pt x="351" y="70"/>
                    <a:pt x="351" y="70"/>
                    <a:pt x="351" y="70"/>
                  </a:cubicBezTo>
                  <a:cubicBezTo>
                    <a:pt x="333" y="70"/>
                    <a:pt x="333" y="70"/>
                    <a:pt x="333" y="70"/>
                  </a:cubicBezTo>
                  <a:cubicBezTo>
                    <a:pt x="333" y="69"/>
                    <a:pt x="333" y="69"/>
                    <a:pt x="333" y="68"/>
                  </a:cubicBezTo>
                  <a:cubicBezTo>
                    <a:pt x="333" y="67"/>
                    <a:pt x="333" y="67"/>
                    <a:pt x="334" y="66"/>
                  </a:cubicBezTo>
                  <a:cubicBezTo>
                    <a:pt x="335" y="62"/>
                    <a:pt x="337" y="61"/>
                    <a:pt x="340" y="59"/>
                  </a:cubicBezTo>
                  <a:cubicBezTo>
                    <a:pt x="342" y="56"/>
                    <a:pt x="342" y="54"/>
                    <a:pt x="343" y="51"/>
                  </a:cubicBezTo>
                  <a:cubicBezTo>
                    <a:pt x="343" y="47"/>
                    <a:pt x="343" y="44"/>
                    <a:pt x="344" y="41"/>
                  </a:cubicBezTo>
                  <a:cubicBezTo>
                    <a:pt x="344" y="38"/>
                    <a:pt x="345" y="37"/>
                    <a:pt x="345" y="35"/>
                  </a:cubicBezTo>
                  <a:cubicBezTo>
                    <a:pt x="345" y="34"/>
                    <a:pt x="344" y="34"/>
                    <a:pt x="344" y="34"/>
                  </a:cubicBezTo>
                  <a:cubicBezTo>
                    <a:pt x="342" y="34"/>
                    <a:pt x="341" y="34"/>
                    <a:pt x="340" y="34"/>
                  </a:cubicBezTo>
                  <a:cubicBezTo>
                    <a:pt x="339" y="34"/>
                    <a:pt x="338" y="35"/>
                    <a:pt x="338" y="36"/>
                  </a:cubicBezTo>
                  <a:cubicBezTo>
                    <a:pt x="337" y="37"/>
                    <a:pt x="338" y="38"/>
                    <a:pt x="338" y="40"/>
                  </a:cubicBezTo>
                  <a:cubicBezTo>
                    <a:pt x="337" y="42"/>
                    <a:pt x="334" y="43"/>
                    <a:pt x="332" y="44"/>
                  </a:cubicBezTo>
                  <a:cubicBezTo>
                    <a:pt x="330" y="45"/>
                    <a:pt x="329" y="46"/>
                    <a:pt x="329" y="47"/>
                  </a:cubicBezTo>
                  <a:cubicBezTo>
                    <a:pt x="325" y="52"/>
                    <a:pt x="322" y="54"/>
                    <a:pt x="319" y="59"/>
                  </a:cubicBezTo>
                  <a:cubicBezTo>
                    <a:pt x="319" y="61"/>
                    <a:pt x="319" y="62"/>
                    <a:pt x="318" y="63"/>
                  </a:cubicBezTo>
                  <a:cubicBezTo>
                    <a:pt x="317" y="67"/>
                    <a:pt x="313" y="67"/>
                    <a:pt x="313" y="71"/>
                  </a:cubicBezTo>
                  <a:close/>
                  <a:moveTo>
                    <a:pt x="36" y="451"/>
                  </a:moveTo>
                  <a:cubicBezTo>
                    <a:pt x="36" y="451"/>
                    <a:pt x="36" y="451"/>
                    <a:pt x="36" y="451"/>
                  </a:cubicBezTo>
                  <a:cubicBezTo>
                    <a:pt x="32" y="451"/>
                    <a:pt x="29" y="452"/>
                    <a:pt x="25" y="452"/>
                  </a:cubicBezTo>
                  <a:cubicBezTo>
                    <a:pt x="23" y="452"/>
                    <a:pt x="23" y="450"/>
                    <a:pt x="21" y="449"/>
                  </a:cubicBezTo>
                  <a:cubicBezTo>
                    <a:pt x="17" y="448"/>
                    <a:pt x="15" y="448"/>
                    <a:pt x="11" y="448"/>
                  </a:cubicBezTo>
                  <a:cubicBezTo>
                    <a:pt x="8" y="448"/>
                    <a:pt x="6" y="449"/>
                    <a:pt x="3" y="449"/>
                  </a:cubicBezTo>
                  <a:cubicBezTo>
                    <a:pt x="3" y="447"/>
                    <a:pt x="3" y="447"/>
                    <a:pt x="3" y="447"/>
                  </a:cubicBezTo>
                  <a:cubicBezTo>
                    <a:pt x="4" y="444"/>
                    <a:pt x="4" y="442"/>
                    <a:pt x="4" y="440"/>
                  </a:cubicBezTo>
                  <a:cubicBezTo>
                    <a:pt x="4" y="438"/>
                    <a:pt x="3" y="438"/>
                    <a:pt x="2" y="437"/>
                  </a:cubicBezTo>
                  <a:cubicBezTo>
                    <a:pt x="2" y="436"/>
                    <a:pt x="2" y="435"/>
                    <a:pt x="2" y="433"/>
                  </a:cubicBezTo>
                  <a:cubicBezTo>
                    <a:pt x="1" y="431"/>
                    <a:pt x="0" y="430"/>
                    <a:pt x="0" y="428"/>
                  </a:cubicBezTo>
                  <a:cubicBezTo>
                    <a:pt x="0" y="426"/>
                    <a:pt x="1" y="425"/>
                    <a:pt x="1" y="422"/>
                  </a:cubicBezTo>
                  <a:cubicBezTo>
                    <a:pt x="1" y="422"/>
                    <a:pt x="1" y="422"/>
                    <a:pt x="1" y="422"/>
                  </a:cubicBezTo>
                  <a:cubicBezTo>
                    <a:pt x="1" y="424"/>
                    <a:pt x="2" y="425"/>
                    <a:pt x="3" y="427"/>
                  </a:cubicBezTo>
                  <a:cubicBezTo>
                    <a:pt x="5" y="429"/>
                    <a:pt x="8" y="428"/>
                    <a:pt x="11" y="429"/>
                  </a:cubicBezTo>
                  <a:cubicBezTo>
                    <a:pt x="13" y="430"/>
                    <a:pt x="13" y="432"/>
                    <a:pt x="16" y="433"/>
                  </a:cubicBezTo>
                  <a:cubicBezTo>
                    <a:pt x="17" y="433"/>
                    <a:pt x="18" y="433"/>
                    <a:pt x="19" y="434"/>
                  </a:cubicBezTo>
                  <a:cubicBezTo>
                    <a:pt x="20" y="432"/>
                    <a:pt x="20" y="430"/>
                    <a:pt x="21" y="428"/>
                  </a:cubicBezTo>
                  <a:cubicBezTo>
                    <a:pt x="22" y="427"/>
                    <a:pt x="22" y="427"/>
                    <a:pt x="22" y="427"/>
                  </a:cubicBezTo>
                  <a:cubicBezTo>
                    <a:pt x="23" y="430"/>
                    <a:pt x="24" y="432"/>
                    <a:pt x="27" y="432"/>
                  </a:cubicBezTo>
                  <a:cubicBezTo>
                    <a:pt x="27" y="432"/>
                    <a:pt x="27" y="432"/>
                    <a:pt x="28" y="432"/>
                  </a:cubicBezTo>
                  <a:cubicBezTo>
                    <a:pt x="30" y="431"/>
                    <a:pt x="32" y="430"/>
                    <a:pt x="33" y="428"/>
                  </a:cubicBezTo>
                  <a:cubicBezTo>
                    <a:pt x="31" y="425"/>
                    <a:pt x="31" y="425"/>
                    <a:pt x="31" y="425"/>
                  </a:cubicBezTo>
                  <a:cubicBezTo>
                    <a:pt x="32" y="425"/>
                    <a:pt x="32" y="424"/>
                    <a:pt x="32" y="424"/>
                  </a:cubicBezTo>
                  <a:cubicBezTo>
                    <a:pt x="35" y="425"/>
                    <a:pt x="36" y="427"/>
                    <a:pt x="38" y="427"/>
                  </a:cubicBezTo>
                  <a:cubicBezTo>
                    <a:pt x="40" y="427"/>
                    <a:pt x="40" y="425"/>
                    <a:pt x="41" y="425"/>
                  </a:cubicBezTo>
                  <a:cubicBezTo>
                    <a:pt x="41" y="424"/>
                    <a:pt x="42" y="424"/>
                    <a:pt x="42" y="424"/>
                  </a:cubicBezTo>
                  <a:cubicBezTo>
                    <a:pt x="43" y="422"/>
                    <a:pt x="43" y="421"/>
                    <a:pt x="43" y="419"/>
                  </a:cubicBezTo>
                  <a:cubicBezTo>
                    <a:pt x="44" y="417"/>
                    <a:pt x="45" y="417"/>
                    <a:pt x="45" y="415"/>
                  </a:cubicBezTo>
                  <a:cubicBezTo>
                    <a:pt x="46" y="415"/>
                    <a:pt x="46" y="415"/>
                    <a:pt x="46" y="416"/>
                  </a:cubicBezTo>
                  <a:cubicBezTo>
                    <a:pt x="47" y="418"/>
                    <a:pt x="47" y="419"/>
                    <a:pt x="47" y="422"/>
                  </a:cubicBezTo>
                  <a:cubicBezTo>
                    <a:pt x="47" y="422"/>
                    <a:pt x="48" y="423"/>
                    <a:pt x="48" y="423"/>
                  </a:cubicBezTo>
                  <a:cubicBezTo>
                    <a:pt x="49" y="421"/>
                    <a:pt x="49" y="420"/>
                    <a:pt x="50" y="418"/>
                  </a:cubicBezTo>
                  <a:cubicBezTo>
                    <a:pt x="51" y="417"/>
                    <a:pt x="53" y="417"/>
                    <a:pt x="54" y="416"/>
                  </a:cubicBezTo>
                  <a:cubicBezTo>
                    <a:pt x="57" y="414"/>
                    <a:pt x="60" y="413"/>
                    <a:pt x="60" y="410"/>
                  </a:cubicBezTo>
                  <a:cubicBezTo>
                    <a:pt x="60" y="407"/>
                    <a:pt x="59" y="405"/>
                    <a:pt x="59" y="401"/>
                  </a:cubicBezTo>
                  <a:cubicBezTo>
                    <a:pt x="59" y="401"/>
                    <a:pt x="60" y="401"/>
                    <a:pt x="60" y="401"/>
                  </a:cubicBezTo>
                  <a:cubicBezTo>
                    <a:pt x="61" y="399"/>
                    <a:pt x="62" y="399"/>
                    <a:pt x="64" y="399"/>
                  </a:cubicBezTo>
                  <a:cubicBezTo>
                    <a:pt x="64" y="399"/>
                    <a:pt x="65" y="400"/>
                    <a:pt x="65" y="400"/>
                  </a:cubicBezTo>
                  <a:cubicBezTo>
                    <a:pt x="65" y="401"/>
                    <a:pt x="64" y="402"/>
                    <a:pt x="64" y="403"/>
                  </a:cubicBezTo>
                  <a:cubicBezTo>
                    <a:pt x="64" y="405"/>
                    <a:pt x="65" y="406"/>
                    <a:pt x="66" y="408"/>
                  </a:cubicBezTo>
                  <a:cubicBezTo>
                    <a:pt x="66" y="409"/>
                    <a:pt x="67" y="410"/>
                    <a:pt x="68" y="411"/>
                  </a:cubicBezTo>
                  <a:cubicBezTo>
                    <a:pt x="71" y="408"/>
                    <a:pt x="72" y="404"/>
                    <a:pt x="72" y="399"/>
                  </a:cubicBezTo>
                  <a:cubicBezTo>
                    <a:pt x="72" y="398"/>
                    <a:pt x="72" y="397"/>
                    <a:pt x="71" y="396"/>
                  </a:cubicBezTo>
                  <a:cubicBezTo>
                    <a:pt x="70" y="394"/>
                    <a:pt x="70" y="392"/>
                    <a:pt x="70" y="390"/>
                  </a:cubicBezTo>
                  <a:cubicBezTo>
                    <a:pt x="69" y="388"/>
                    <a:pt x="69" y="387"/>
                    <a:pt x="68" y="385"/>
                  </a:cubicBezTo>
                  <a:cubicBezTo>
                    <a:pt x="68" y="384"/>
                    <a:pt x="68" y="383"/>
                    <a:pt x="67" y="381"/>
                  </a:cubicBezTo>
                  <a:cubicBezTo>
                    <a:pt x="66" y="380"/>
                    <a:pt x="65" y="380"/>
                    <a:pt x="65" y="379"/>
                  </a:cubicBezTo>
                  <a:cubicBezTo>
                    <a:pt x="63" y="377"/>
                    <a:pt x="62" y="375"/>
                    <a:pt x="61" y="372"/>
                  </a:cubicBezTo>
                  <a:cubicBezTo>
                    <a:pt x="60" y="369"/>
                    <a:pt x="58" y="368"/>
                    <a:pt x="58" y="365"/>
                  </a:cubicBezTo>
                  <a:cubicBezTo>
                    <a:pt x="58" y="362"/>
                    <a:pt x="61" y="362"/>
                    <a:pt x="62" y="361"/>
                  </a:cubicBezTo>
                  <a:cubicBezTo>
                    <a:pt x="64" y="359"/>
                    <a:pt x="64" y="358"/>
                    <a:pt x="65" y="356"/>
                  </a:cubicBezTo>
                  <a:cubicBezTo>
                    <a:pt x="66" y="352"/>
                    <a:pt x="66" y="350"/>
                    <a:pt x="68" y="347"/>
                  </a:cubicBezTo>
                  <a:cubicBezTo>
                    <a:pt x="69" y="345"/>
                    <a:pt x="71" y="343"/>
                    <a:pt x="72" y="341"/>
                  </a:cubicBezTo>
                  <a:cubicBezTo>
                    <a:pt x="72" y="340"/>
                    <a:pt x="72" y="339"/>
                    <a:pt x="73" y="337"/>
                  </a:cubicBezTo>
                  <a:cubicBezTo>
                    <a:pt x="74" y="334"/>
                    <a:pt x="74" y="333"/>
                    <a:pt x="75" y="330"/>
                  </a:cubicBezTo>
                  <a:cubicBezTo>
                    <a:pt x="78" y="329"/>
                    <a:pt x="79" y="328"/>
                    <a:pt x="82" y="327"/>
                  </a:cubicBezTo>
                  <a:cubicBezTo>
                    <a:pt x="84" y="325"/>
                    <a:pt x="85" y="324"/>
                    <a:pt x="88" y="322"/>
                  </a:cubicBezTo>
                  <a:cubicBezTo>
                    <a:pt x="89" y="320"/>
                    <a:pt x="90" y="320"/>
                    <a:pt x="91" y="319"/>
                  </a:cubicBezTo>
                  <a:cubicBezTo>
                    <a:pt x="93" y="317"/>
                    <a:pt x="93" y="315"/>
                    <a:pt x="95" y="314"/>
                  </a:cubicBezTo>
                  <a:cubicBezTo>
                    <a:pt x="97" y="313"/>
                    <a:pt x="98" y="312"/>
                    <a:pt x="100" y="312"/>
                  </a:cubicBezTo>
                  <a:cubicBezTo>
                    <a:pt x="103" y="311"/>
                    <a:pt x="104" y="309"/>
                    <a:pt x="106" y="307"/>
                  </a:cubicBezTo>
                  <a:cubicBezTo>
                    <a:pt x="107" y="306"/>
                    <a:pt x="108" y="306"/>
                    <a:pt x="110" y="304"/>
                  </a:cubicBezTo>
                  <a:cubicBezTo>
                    <a:pt x="111" y="303"/>
                    <a:pt x="112" y="301"/>
                    <a:pt x="113" y="300"/>
                  </a:cubicBezTo>
                  <a:cubicBezTo>
                    <a:pt x="115" y="297"/>
                    <a:pt x="116" y="296"/>
                    <a:pt x="117" y="294"/>
                  </a:cubicBezTo>
                  <a:cubicBezTo>
                    <a:pt x="118" y="294"/>
                    <a:pt x="118" y="294"/>
                    <a:pt x="118" y="293"/>
                  </a:cubicBezTo>
                  <a:cubicBezTo>
                    <a:pt x="120" y="292"/>
                    <a:pt x="120" y="290"/>
                    <a:pt x="121" y="288"/>
                  </a:cubicBezTo>
                  <a:cubicBezTo>
                    <a:pt x="125" y="282"/>
                    <a:pt x="127" y="279"/>
                    <a:pt x="130" y="272"/>
                  </a:cubicBezTo>
                  <a:cubicBezTo>
                    <a:pt x="133" y="267"/>
                    <a:pt x="135" y="265"/>
                    <a:pt x="138" y="260"/>
                  </a:cubicBezTo>
                  <a:cubicBezTo>
                    <a:pt x="139" y="258"/>
                    <a:pt x="140" y="256"/>
                    <a:pt x="141" y="254"/>
                  </a:cubicBezTo>
                  <a:cubicBezTo>
                    <a:pt x="142" y="252"/>
                    <a:pt x="143" y="252"/>
                    <a:pt x="144" y="250"/>
                  </a:cubicBezTo>
                  <a:cubicBezTo>
                    <a:pt x="145" y="248"/>
                    <a:pt x="146" y="246"/>
                    <a:pt x="147" y="244"/>
                  </a:cubicBezTo>
                  <a:cubicBezTo>
                    <a:pt x="148" y="240"/>
                    <a:pt x="149" y="238"/>
                    <a:pt x="149" y="235"/>
                  </a:cubicBezTo>
                  <a:cubicBezTo>
                    <a:pt x="149" y="229"/>
                    <a:pt x="149" y="227"/>
                    <a:pt x="149" y="221"/>
                  </a:cubicBezTo>
                  <a:cubicBezTo>
                    <a:pt x="149" y="220"/>
                    <a:pt x="148" y="219"/>
                    <a:pt x="148" y="218"/>
                  </a:cubicBezTo>
                  <a:cubicBezTo>
                    <a:pt x="146" y="211"/>
                    <a:pt x="145" y="208"/>
                    <a:pt x="144" y="201"/>
                  </a:cubicBezTo>
                  <a:cubicBezTo>
                    <a:pt x="142" y="202"/>
                    <a:pt x="142" y="202"/>
                    <a:pt x="140" y="202"/>
                  </a:cubicBezTo>
                  <a:cubicBezTo>
                    <a:pt x="139" y="202"/>
                    <a:pt x="139" y="202"/>
                    <a:pt x="139" y="202"/>
                  </a:cubicBezTo>
                  <a:cubicBezTo>
                    <a:pt x="138" y="201"/>
                    <a:pt x="138" y="200"/>
                    <a:pt x="138" y="199"/>
                  </a:cubicBezTo>
                  <a:cubicBezTo>
                    <a:pt x="138" y="196"/>
                    <a:pt x="139" y="194"/>
                    <a:pt x="140" y="191"/>
                  </a:cubicBezTo>
                  <a:cubicBezTo>
                    <a:pt x="140" y="190"/>
                    <a:pt x="140" y="190"/>
                    <a:pt x="140" y="190"/>
                  </a:cubicBezTo>
                  <a:cubicBezTo>
                    <a:pt x="141" y="189"/>
                    <a:pt x="142" y="188"/>
                    <a:pt x="142" y="187"/>
                  </a:cubicBezTo>
                  <a:cubicBezTo>
                    <a:pt x="143" y="186"/>
                    <a:pt x="143" y="185"/>
                    <a:pt x="144" y="183"/>
                  </a:cubicBezTo>
                  <a:cubicBezTo>
                    <a:pt x="144" y="181"/>
                    <a:pt x="145" y="180"/>
                    <a:pt x="145" y="178"/>
                  </a:cubicBezTo>
                  <a:cubicBezTo>
                    <a:pt x="145" y="172"/>
                    <a:pt x="145" y="172"/>
                    <a:pt x="145" y="172"/>
                  </a:cubicBezTo>
                  <a:cubicBezTo>
                    <a:pt x="145" y="170"/>
                    <a:pt x="147" y="170"/>
                    <a:pt x="148" y="169"/>
                  </a:cubicBezTo>
                  <a:cubicBezTo>
                    <a:pt x="150" y="169"/>
                    <a:pt x="151" y="168"/>
                    <a:pt x="152" y="168"/>
                  </a:cubicBezTo>
                  <a:cubicBezTo>
                    <a:pt x="155" y="166"/>
                    <a:pt x="156" y="164"/>
                    <a:pt x="159" y="164"/>
                  </a:cubicBezTo>
                  <a:cubicBezTo>
                    <a:pt x="162" y="164"/>
                    <a:pt x="162" y="167"/>
                    <a:pt x="165" y="167"/>
                  </a:cubicBezTo>
                  <a:cubicBezTo>
                    <a:pt x="166" y="167"/>
                    <a:pt x="167" y="166"/>
                    <a:pt x="168" y="165"/>
                  </a:cubicBezTo>
                  <a:cubicBezTo>
                    <a:pt x="170" y="165"/>
                    <a:pt x="170" y="164"/>
                    <a:pt x="172" y="163"/>
                  </a:cubicBezTo>
                  <a:cubicBezTo>
                    <a:pt x="173" y="161"/>
                    <a:pt x="175" y="161"/>
                    <a:pt x="177" y="160"/>
                  </a:cubicBezTo>
                  <a:cubicBezTo>
                    <a:pt x="181" y="158"/>
                    <a:pt x="183" y="155"/>
                    <a:pt x="186" y="153"/>
                  </a:cubicBezTo>
                  <a:cubicBezTo>
                    <a:pt x="190" y="151"/>
                    <a:pt x="192" y="149"/>
                    <a:pt x="195" y="149"/>
                  </a:cubicBezTo>
                  <a:cubicBezTo>
                    <a:pt x="197" y="149"/>
                    <a:pt x="198" y="149"/>
                    <a:pt x="199" y="149"/>
                  </a:cubicBezTo>
                  <a:cubicBezTo>
                    <a:pt x="203" y="148"/>
                    <a:pt x="204" y="147"/>
                    <a:pt x="208" y="147"/>
                  </a:cubicBezTo>
                  <a:cubicBezTo>
                    <a:pt x="210" y="147"/>
                    <a:pt x="211" y="149"/>
                    <a:pt x="212" y="150"/>
                  </a:cubicBezTo>
                  <a:cubicBezTo>
                    <a:pt x="212" y="151"/>
                    <a:pt x="212" y="152"/>
                    <a:pt x="212" y="153"/>
                  </a:cubicBezTo>
                  <a:cubicBezTo>
                    <a:pt x="213" y="154"/>
                    <a:pt x="214" y="155"/>
                    <a:pt x="214" y="157"/>
                  </a:cubicBezTo>
                  <a:cubicBezTo>
                    <a:pt x="214" y="158"/>
                    <a:pt x="213" y="159"/>
                    <a:pt x="212" y="160"/>
                  </a:cubicBezTo>
                  <a:cubicBezTo>
                    <a:pt x="209" y="160"/>
                    <a:pt x="208" y="159"/>
                    <a:pt x="206" y="160"/>
                  </a:cubicBezTo>
                  <a:cubicBezTo>
                    <a:pt x="204" y="160"/>
                    <a:pt x="204" y="162"/>
                    <a:pt x="203" y="163"/>
                  </a:cubicBezTo>
                  <a:cubicBezTo>
                    <a:pt x="203" y="165"/>
                    <a:pt x="202" y="166"/>
                    <a:pt x="202" y="168"/>
                  </a:cubicBezTo>
                  <a:cubicBezTo>
                    <a:pt x="202" y="168"/>
                    <a:pt x="202" y="169"/>
                    <a:pt x="203" y="169"/>
                  </a:cubicBezTo>
                  <a:cubicBezTo>
                    <a:pt x="203" y="171"/>
                    <a:pt x="203" y="173"/>
                    <a:pt x="203" y="174"/>
                  </a:cubicBezTo>
                  <a:cubicBezTo>
                    <a:pt x="203" y="175"/>
                    <a:pt x="204" y="175"/>
                    <a:pt x="204" y="176"/>
                  </a:cubicBezTo>
                  <a:cubicBezTo>
                    <a:pt x="204" y="177"/>
                    <a:pt x="202" y="178"/>
                    <a:pt x="201" y="178"/>
                  </a:cubicBezTo>
                  <a:cubicBezTo>
                    <a:pt x="199" y="179"/>
                    <a:pt x="198" y="179"/>
                    <a:pt x="196" y="179"/>
                  </a:cubicBezTo>
                  <a:cubicBezTo>
                    <a:pt x="194" y="180"/>
                    <a:pt x="193" y="180"/>
                    <a:pt x="191" y="181"/>
                  </a:cubicBezTo>
                  <a:cubicBezTo>
                    <a:pt x="190" y="182"/>
                    <a:pt x="188" y="182"/>
                    <a:pt x="187" y="184"/>
                  </a:cubicBezTo>
                  <a:cubicBezTo>
                    <a:pt x="186" y="187"/>
                    <a:pt x="186" y="191"/>
                    <a:pt x="182" y="193"/>
                  </a:cubicBezTo>
                  <a:cubicBezTo>
                    <a:pt x="180" y="195"/>
                    <a:pt x="178" y="195"/>
                    <a:pt x="175" y="195"/>
                  </a:cubicBezTo>
                  <a:cubicBezTo>
                    <a:pt x="171" y="195"/>
                    <a:pt x="171" y="189"/>
                    <a:pt x="168" y="189"/>
                  </a:cubicBezTo>
                  <a:cubicBezTo>
                    <a:pt x="167" y="189"/>
                    <a:pt x="166" y="190"/>
                    <a:pt x="166" y="191"/>
                  </a:cubicBezTo>
                  <a:cubicBezTo>
                    <a:pt x="165" y="193"/>
                    <a:pt x="165" y="194"/>
                    <a:pt x="164" y="195"/>
                  </a:cubicBezTo>
                  <a:cubicBezTo>
                    <a:pt x="162" y="196"/>
                    <a:pt x="161" y="196"/>
                    <a:pt x="160" y="198"/>
                  </a:cubicBezTo>
                  <a:cubicBezTo>
                    <a:pt x="159" y="198"/>
                    <a:pt x="159" y="198"/>
                    <a:pt x="159" y="199"/>
                  </a:cubicBezTo>
                  <a:cubicBezTo>
                    <a:pt x="162" y="200"/>
                    <a:pt x="163" y="202"/>
                    <a:pt x="164" y="204"/>
                  </a:cubicBezTo>
                  <a:cubicBezTo>
                    <a:pt x="168" y="202"/>
                    <a:pt x="169" y="200"/>
                    <a:pt x="173" y="200"/>
                  </a:cubicBezTo>
                  <a:cubicBezTo>
                    <a:pt x="173" y="200"/>
                    <a:pt x="173" y="201"/>
                    <a:pt x="174" y="201"/>
                  </a:cubicBezTo>
                  <a:cubicBezTo>
                    <a:pt x="176" y="201"/>
                    <a:pt x="177" y="200"/>
                    <a:pt x="179" y="200"/>
                  </a:cubicBezTo>
                  <a:cubicBezTo>
                    <a:pt x="180" y="201"/>
                    <a:pt x="180" y="201"/>
                    <a:pt x="180" y="201"/>
                  </a:cubicBezTo>
                  <a:cubicBezTo>
                    <a:pt x="177" y="204"/>
                    <a:pt x="175" y="205"/>
                    <a:pt x="172" y="206"/>
                  </a:cubicBezTo>
                  <a:cubicBezTo>
                    <a:pt x="170" y="207"/>
                    <a:pt x="168" y="208"/>
                    <a:pt x="166" y="207"/>
                  </a:cubicBezTo>
                  <a:cubicBezTo>
                    <a:pt x="166" y="209"/>
                    <a:pt x="166" y="209"/>
                    <a:pt x="166" y="209"/>
                  </a:cubicBezTo>
                  <a:cubicBezTo>
                    <a:pt x="168" y="211"/>
                    <a:pt x="169" y="213"/>
                    <a:pt x="172" y="215"/>
                  </a:cubicBezTo>
                  <a:cubicBezTo>
                    <a:pt x="179" y="206"/>
                    <a:pt x="179" y="206"/>
                    <a:pt x="179" y="206"/>
                  </a:cubicBezTo>
                  <a:cubicBezTo>
                    <a:pt x="182" y="214"/>
                    <a:pt x="182" y="214"/>
                    <a:pt x="182" y="214"/>
                  </a:cubicBezTo>
                  <a:cubicBezTo>
                    <a:pt x="174" y="241"/>
                    <a:pt x="174" y="241"/>
                    <a:pt x="174" y="241"/>
                  </a:cubicBezTo>
                  <a:cubicBezTo>
                    <a:pt x="174" y="244"/>
                    <a:pt x="176" y="246"/>
                    <a:pt x="178" y="248"/>
                  </a:cubicBezTo>
                  <a:cubicBezTo>
                    <a:pt x="182" y="251"/>
                    <a:pt x="184" y="252"/>
                    <a:pt x="189" y="254"/>
                  </a:cubicBezTo>
                  <a:cubicBezTo>
                    <a:pt x="194" y="256"/>
                    <a:pt x="197" y="255"/>
                    <a:pt x="202" y="256"/>
                  </a:cubicBezTo>
                  <a:cubicBezTo>
                    <a:pt x="203" y="256"/>
                    <a:pt x="204" y="257"/>
                    <a:pt x="205" y="257"/>
                  </a:cubicBezTo>
                  <a:cubicBezTo>
                    <a:pt x="208" y="257"/>
                    <a:pt x="210" y="255"/>
                    <a:pt x="213" y="253"/>
                  </a:cubicBezTo>
                  <a:cubicBezTo>
                    <a:pt x="216" y="251"/>
                    <a:pt x="218" y="249"/>
                    <a:pt x="220" y="246"/>
                  </a:cubicBezTo>
                  <a:cubicBezTo>
                    <a:pt x="221" y="240"/>
                    <a:pt x="221" y="234"/>
                    <a:pt x="226" y="232"/>
                  </a:cubicBezTo>
                  <a:cubicBezTo>
                    <a:pt x="232" y="229"/>
                    <a:pt x="235" y="227"/>
                    <a:pt x="241" y="224"/>
                  </a:cubicBezTo>
                  <a:cubicBezTo>
                    <a:pt x="243" y="224"/>
                    <a:pt x="244" y="223"/>
                    <a:pt x="245" y="223"/>
                  </a:cubicBezTo>
                  <a:cubicBezTo>
                    <a:pt x="250" y="221"/>
                    <a:pt x="253" y="221"/>
                    <a:pt x="258" y="220"/>
                  </a:cubicBezTo>
                  <a:cubicBezTo>
                    <a:pt x="262" y="217"/>
                    <a:pt x="266" y="216"/>
                    <a:pt x="271" y="215"/>
                  </a:cubicBezTo>
                  <a:cubicBezTo>
                    <a:pt x="275" y="213"/>
                    <a:pt x="276" y="212"/>
                    <a:pt x="279" y="210"/>
                  </a:cubicBezTo>
                  <a:cubicBezTo>
                    <a:pt x="283" y="207"/>
                    <a:pt x="285" y="207"/>
                    <a:pt x="289" y="204"/>
                  </a:cubicBezTo>
                  <a:cubicBezTo>
                    <a:pt x="292" y="201"/>
                    <a:pt x="294" y="198"/>
                    <a:pt x="298" y="198"/>
                  </a:cubicBezTo>
                  <a:cubicBezTo>
                    <a:pt x="300" y="198"/>
                    <a:pt x="301" y="199"/>
                    <a:pt x="302" y="199"/>
                  </a:cubicBezTo>
                  <a:cubicBezTo>
                    <a:pt x="303" y="199"/>
                    <a:pt x="304" y="198"/>
                    <a:pt x="306" y="198"/>
                  </a:cubicBezTo>
                  <a:cubicBezTo>
                    <a:pt x="307" y="198"/>
                    <a:pt x="308" y="198"/>
                    <a:pt x="309" y="197"/>
                  </a:cubicBezTo>
                  <a:cubicBezTo>
                    <a:pt x="314" y="195"/>
                    <a:pt x="317" y="193"/>
                    <a:pt x="321" y="190"/>
                  </a:cubicBezTo>
                  <a:cubicBezTo>
                    <a:pt x="323" y="188"/>
                    <a:pt x="325" y="187"/>
                    <a:pt x="327" y="185"/>
                  </a:cubicBezTo>
                  <a:cubicBezTo>
                    <a:pt x="329" y="183"/>
                    <a:pt x="331" y="182"/>
                    <a:pt x="334" y="181"/>
                  </a:cubicBezTo>
                  <a:cubicBezTo>
                    <a:pt x="337" y="179"/>
                    <a:pt x="339" y="177"/>
                    <a:pt x="341" y="175"/>
                  </a:cubicBezTo>
                  <a:cubicBezTo>
                    <a:pt x="342" y="174"/>
                    <a:pt x="343" y="174"/>
                    <a:pt x="344" y="173"/>
                  </a:cubicBezTo>
                  <a:cubicBezTo>
                    <a:pt x="347" y="170"/>
                    <a:pt x="348" y="169"/>
                    <a:pt x="350" y="165"/>
                  </a:cubicBezTo>
                  <a:cubicBezTo>
                    <a:pt x="352" y="163"/>
                    <a:pt x="354" y="162"/>
                    <a:pt x="355" y="160"/>
                  </a:cubicBezTo>
                  <a:cubicBezTo>
                    <a:pt x="357" y="156"/>
                    <a:pt x="358" y="153"/>
                    <a:pt x="360" y="150"/>
                  </a:cubicBezTo>
                  <a:cubicBezTo>
                    <a:pt x="362" y="146"/>
                    <a:pt x="365" y="145"/>
                    <a:pt x="367" y="142"/>
                  </a:cubicBezTo>
                  <a:cubicBezTo>
                    <a:pt x="369" y="138"/>
                    <a:pt x="371" y="137"/>
                    <a:pt x="372" y="133"/>
                  </a:cubicBezTo>
                  <a:cubicBezTo>
                    <a:pt x="372" y="132"/>
                    <a:pt x="372" y="131"/>
                    <a:pt x="372" y="129"/>
                  </a:cubicBezTo>
                  <a:cubicBezTo>
                    <a:pt x="374" y="124"/>
                    <a:pt x="375" y="121"/>
                    <a:pt x="376" y="115"/>
                  </a:cubicBezTo>
                  <a:cubicBezTo>
                    <a:pt x="377" y="112"/>
                    <a:pt x="378" y="109"/>
                    <a:pt x="380" y="108"/>
                  </a:cubicBezTo>
                  <a:cubicBezTo>
                    <a:pt x="382" y="106"/>
                    <a:pt x="383" y="106"/>
                    <a:pt x="385" y="105"/>
                  </a:cubicBezTo>
                  <a:cubicBezTo>
                    <a:pt x="387" y="103"/>
                    <a:pt x="389" y="103"/>
                    <a:pt x="390" y="101"/>
                  </a:cubicBezTo>
                  <a:cubicBezTo>
                    <a:pt x="393" y="99"/>
                    <a:pt x="394" y="97"/>
                    <a:pt x="397" y="95"/>
                  </a:cubicBezTo>
                  <a:cubicBezTo>
                    <a:pt x="399" y="94"/>
                    <a:pt x="400" y="93"/>
                    <a:pt x="402" y="93"/>
                  </a:cubicBezTo>
                  <a:cubicBezTo>
                    <a:pt x="411" y="89"/>
                    <a:pt x="416" y="89"/>
                    <a:pt x="424" y="84"/>
                  </a:cubicBezTo>
                  <a:cubicBezTo>
                    <a:pt x="427" y="82"/>
                    <a:pt x="428" y="80"/>
                    <a:pt x="431" y="78"/>
                  </a:cubicBezTo>
                  <a:cubicBezTo>
                    <a:pt x="435" y="75"/>
                    <a:pt x="438" y="73"/>
                    <a:pt x="440" y="69"/>
                  </a:cubicBezTo>
                  <a:cubicBezTo>
                    <a:pt x="442" y="66"/>
                    <a:pt x="443" y="65"/>
                    <a:pt x="444" y="62"/>
                  </a:cubicBezTo>
                  <a:cubicBezTo>
                    <a:pt x="444" y="60"/>
                    <a:pt x="445" y="59"/>
                    <a:pt x="445" y="58"/>
                  </a:cubicBezTo>
                  <a:cubicBezTo>
                    <a:pt x="446" y="56"/>
                    <a:pt x="447" y="55"/>
                    <a:pt x="448" y="53"/>
                  </a:cubicBezTo>
                  <a:cubicBezTo>
                    <a:pt x="449" y="49"/>
                    <a:pt x="448" y="47"/>
                    <a:pt x="448" y="43"/>
                  </a:cubicBezTo>
                  <a:cubicBezTo>
                    <a:pt x="449" y="40"/>
                    <a:pt x="449" y="38"/>
                    <a:pt x="449" y="35"/>
                  </a:cubicBezTo>
                  <a:cubicBezTo>
                    <a:pt x="449" y="28"/>
                    <a:pt x="449" y="28"/>
                    <a:pt x="449" y="28"/>
                  </a:cubicBezTo>
                  <a:cubicBezTo>
                    <a:pt x="449" y="22"/>
                    <a:pt x="452" y="20"/>
                    <a:pt x="454" y="15"/>
                  </a:cubicBezTo>
                  <a:cubicBezTo>
                    <a:pt x="457" y="10"/>
                    <a:pt x="457" y="7"/>
                    <a:pt x="459" y="2"/>
                  </a:cubicBezTo>
                  <a:cubicBezTo>
                    <a:pt x="460" y="1"/>
                    <a:pt x="460" y="1"/>
                    <a:pt x="460" y="0"/>
                  </a:cubicBezTo>
                  <a:cubicBezTo>
                    <a:pt x="460" y="0"/>
                    <a:pt x="460" y="0"/>
                    <a:pt x="460" y="0"/>
                  </a:cubicBezTo>
                  <a:cubicBezTo>
                    <a:pt x="461" y="1"/>
                    <a:pt x="462" y="3"/>
                    <a:pt x="463" y="4"/>
                  </a:cubicBezTo>
                  <a:cubicBezTo>
                    <a:pt x="464" y="4"/>
                    <a:pt x="465" y="4"/>
                    <a:pt x="466" y="4"/>
                  </a:cubicBezTo>
                  <a:cubicBezTo>
                    <a:pt x="468" y="5"/>
                    <a:pt x="469" y="6"/>
                    <a:pt x="471" y="7"/>
                  </a:cubicBezTo>
                  <a:cubicBezTo>
                    <a:pt x="472" y="8"/>
                    <a:pt x="474" y="8"/>
                    <a:pt x="476" y="8"/>
                  </a:cubicBezTo>
                  <a:cubicBezTo>
                    <a:pt x="477" y="9"/>
                    <a:pt x="479" y="8"/>
                    <a:pt x="479" y="10"/>
                  </a:cubicBezTo>
                  <a:cubicBezTo>
                    <a:pt x="480" y="10"/>
                    <a:pt x="479" y="11"/>
                    <a:pt x="479" y="12"/>
                  </a:cubicBezTo>
                  <a:cubicBezTo>
                    <a:pt x="480" y="16"/>
                    <a:pt x="481" y="17"/>
                    <a:pt x="481" y="21"/>
                  </a:cubicBezTo>
                  <a:cubicBezTo>
                    <a:pt x="481" y="22"/>
                    <a:pt x="480" y="22"/>
                    <a:pt x="480" y="23"/>
                  </a:cubicBezTo>
                  <a:cubicBezTo>
                    <a:pt x="480" y="24"/>
                    <a:pt x="481" y="24"/>
                    <a:pt x="482" y="25"/>
                  </a:cubicBezTo>
                  <a:cubicBezTo>
                    <a:pt x="483" y="27"/>
                    <a:pt x="482" y="28"/>
                    <a:pt x="482" y="29"/>
                  </a:cubicBezTo>
                  <a:cubicBezTo>
                    <a:pt x="485" y="29"/>
                    <a:pt x="486" y="29"/>
                    <a:pt x="488" y="30"/>
                  </a:cubicBezTo>
                  <a:cubicBezTo>
                    <a:pt x="490" y="30"/>
                    <a:pt x="492" y="30"/>
                    <a:pt x="493" y="30"/>
                  </a:cubicBezTo>
                  <a:cubicBezTo>
                    <a:pt x="495" y="31"/>
                    <a:pt x="496" y="33"/>
                    <a:pt x="497" y="35"/>
                  </a:cubicBezTo>
                  <a:cubicBezTo>
                    <a:pt x="499" y="37"/>
                    <a:pt x="501" y="39"/>
                    <a:pt x="501" y="41"/>
                  </a:cubicBezTo>
                  <a:cubicBezTo>
                    <a:pt x="501" y="42"/>
                    <a:pt x="500" y="42"/>
                    <a:pt x="499" y="42"/>
                  </a:cubicBezTo>
                  <a:cubicBezTo>
                    <a:pt x="499" y="43"/>
                    <a:pt x="499" y="43"/>
                    <a:pt x="499" y="44"/>
                  </a:cubicBezTo>
                  <a:cubicBezTo>
                    <a:pt x="497" y="46"/>
                    <a:pt x="496" y="48"/>
                    <a:pt x="493" y="49"/>
                  </a:cubicBezTo>
                  <a:cubicBezTo>
                    <a:pt x="490" y="51"/>
                    <a:pt x="488" y="52"/>
                    <a:pt x="485" y="52"/>
                  </a:cubicBezTo>
                  <a:cubicBezTo>
                    <a:pt x="483" y="52"/>
                    <a:pt x="481" y="52"/>
                    <a:pt x="479" y="52"/>
                  </a:cubicBezTo>
                  <a:cubicBezTo>
                    <a:pt x="476" y="68"/>
                    <a:pt x="476" y="68"/>
                    <a:pt x="476" y="68"/>
                  </a:cubicBezTo>
                  <a:cubicBezTo>
                    <a:pt x="477" y="69"/>
                    <a:pt x="478" y="69"/>
                    <a:pt x="478" y="70"/>
                  </a:cubicBezTo>
                  <a:cubicBezTo>
                    <a:pt x="478" y="71"/>
                    <a:pt x="477" y="71"/>
                    <a:pt x="477" y="72"/>
                  </a:cubicBezTo>
                  <a:cubicBezTo>
                    <a:pt x="477" y="73"/>
                    <a:pt x="477" y="74"/>
                    <a:pt x="476" y="75"/>
                  </a:cubicBezTo>
                  <a:cubicBezTo>
                    <a:pt x="475" y="76"/>
                    <a:pt x="474" y="76"/>
                    <a:pt x="474" y="77"/>
                  </a:cubicBezTo>
                  <a:cubicBezTo>
                    <a:pt x="473" y="78"/>
                    <a:pt x="473" y="80"/>
                    <a:pt x="473" y="82"/>
                  </a:cubicBezTo>
                  <a:cubicBezTo>
                    <a:pt x="471" y="86"/>
                    <a:pt x="471" y="89"/>
                    <a:pt x="471" y="94"/>
                  </a:cubicBezTo>
                  <a:cubicBezTo>
                    <a:pt x="471" y="96"/>
                    <a:pt x="471" y="97"/>
                    <a:pt x="473" y="98"/>
                  </a:cubicBezTo>
                  <a:cubicBezTo>
                    <a:pt x="473" y="98"/>
                    <a:pt x="474" y="98"/>
                    <a:pt x="475" y="99"/>
                  </a:cubicBezTo>
                  <a:cubicBezTo>
                    <a:pt x="476" y="100"/>
                    <a:pt x="476" y="101"/>
                    <a:pt x="477" y="101"/>
                  </a:cubicBezTo>
                  <a:cubicBezTo>
                    <a:pt x="478" y="102"/>
                    <a:pt x="480" y="101"/>
                    <a:pt x="481" y="101"/>
                  </a:cubicBezTo>
                  <a:cubicBezTo>
                    <a:pt x="482" y="102"/>
                    <a:pt x="481" y="103"/>
                    <a:pt x="482" y="104"/>
                  </a:cubicBezTo>
                  <a:cubicBezTo>
                    <a:pt x="482" y="105"/>
                    <a:pt x="483" y="105"/>
                    <a:pt x="484" y="106"/>
                  </a:cubicBezTo>
                  <a:cubicBezTo>
                    <a:pt x="484" y="106"/>
                    <a:pt x="484" y="106"/>
                    <a:pt x="484" y="106"/>
                  </a:cubicBezTo>
                  <a:cubicBezTo>
                    <a:pt x="482" y="108"/>
                    <a:pt x="481" y="109"/>
                    <a:pt x="479" y="112"/>
                  </a:cubicBezTo>
                  <a:cubicBezTo>
                    <a:pt x="478" y="113"/>
                    <a:pt x="477" y="113"/>
                    <a:pt x="477" y="114"/>
                  </a:cubicBezTo>
                  <a:cubicBezTo>
                    <a:pt x="475" y="115"/>
                    <a:pt x="475" y="118"/>
                    <a:pt x="473" y="120"/>
                  </a:cubicBezTo>
                  <a:cubicBezTo>
                    <a:pt x="473" y="120"/>
                    <a:pt x="472" y="120"/>
                    <a:pt x="472" y="120"/>
                  </a:cubicBezTo>
                  <a:cubicBezTo>
                    <a:pt x="471" y="121"/>
                    <a:pt x="471" y="122"/>
                    <a:pt x="471" y="123"/>
                  </a:cubicBezTo>
                  <a:cubicBezTo>
                    <a:pt x="470" y="124"/>
                    <a:pt x="469" y="125"/>
                    <a:pt x="468" y="126"/>
                  </a:cubicBezTo>
                  <a:cubicBezTo>
                    <a:pt x="467" y="127"/>
                    <a:pt x="467" y="128"/>
                    <a:pt x="466" y="128"/>
                  </a:cubicBezTo>
                  <a:cubicBezTo>
                    <a:pt x="465" y="130"/>
                    <a:pt x="462" y="130"/>
                    <a:pt x="462" y="132"/>
                  </a:cubicBezTo>
                  <a:cubicBezTo>
                    <a:pt x="462" y="135"/>
                    <a:pt x="463" y="137"/>
                    <a:pt x="464" y="141"/>
                  </a:cubicBezTo>
                  <a:cubicBezTo>
                    <a:pt x="464" y="143"/>
                    <a:pt x="463" y="144"/>
                    <a:pt x="464" y="146"/>
                  </a:cubicBezTo>
                  <a:cubicBezTo>
                    <a:pt x="464" y="146"/>
                    <a:pt x="465" y="146"/>
                    <a:pt x="465" y="147"/>
                  </a:cubicBezTo>
                  <a:cubicBezTo>
                    <a:pt x="466" y="147"/>
                    <a:pt x="466" y="148"/>
                    <a:pt x="466" y="149"/>
                  </a:cubicBezTo>
                  <a:cubicBezTo>
                    <a:pt x="466" y="150"/>
                    <a:pt x="465" y="150"/>
                    <a:pt x="464" y="150"/>
                  </a:cubicBezTo>
                  <a:cubicBezTo>
                    <a:pt x="462" y="150"/>
                    <a:pt x="462" y="149"/>
                    <a:pt x="460" y="149"/>
                  </a:cubicBezTo>
                  <a:cubicBezTo>
                    <a:pt x="458" y="149"/>
                    <a:pt x="457" y="151"/>
                    <a:pt x="455" y="151"/>
                  </a:cubicBezTo>
                  <a:cubicBezTo>
                    <a:pt x="453" y="151"/>
                    <a:pt x="452" y="150"/>
                    <a:pt x="451" y="150"/>
                  </a:cubicBezTo>
                  <a:cubicBezTo>
                    <a:pt x="450" y="150"/>
                    <a:pt x="450" y="150"/>
                    <a:pt x="450" y="150"/>
                  </a:cubicBezTo>
                  <a:cubicBezTo>
                    <a:pt x="448" y="151"/>
                    <a:pt x="447" y="151"/>
                    <a:pt x="445" y="151"/>
                  </a:cubicBezTo>
                  <a:cubicBezTo>
                    <a:pt x="445" y="152"/>
                    <a:pt x="446" y="152"/>
                    <a:pt x="446" y="153"/>
                  </a:cubicBezTo>
                  <a:cubicBezTo>
                    <a:pt x="446" y="156"/>
                    <a:pt x="446" y="156"/>
                    <a:pt x="446" y="156"/>
                  </a:cubicBezTo>
                  <a:cubicBezTo>
                    <a:pt x="443" y="156"/>
                    <a:pt x="442" y="156"/>
                    <a:pt x="439" y="157"/>
                  </a:cubicBezTo>
                  <a:cubicBezTo>
                    <a:pt x="438" y="158"/>
                    <a:pt x="437" y="159"/>
                    <a:pt x="435" y="159"/>
                  </a:cubicBezTo>
                  <a:cubicBezTo>
                    <a:pt x="432" y="159"/>
                    <a:pt x="431" y="159"/>
                    <a:pt x="428" y="159"/>
                  </a:cubicBezTo>
                  <a:cubicBezTo>
                    <a:pt x="426" y="159"/>
                    <a:pt x="424" y="159"/>
                    <a:pt x="424" y="161"/>
                  </a:cubicBezTo>
                  <a:cubicBezTo>
                    <a:pt x="424" y="162"/>
                    <a:pt x="424" y="162"/>
                    <a:pt x="424" y="163"/>
                  </a:cubicBezTo>
                  <a:cubicBezTo>
                    <a:pt x="424" y="164"/>
                    <a:pt x="425" y="166"/>
                    <a:pt x="424" y="166"/>
                  </a:cubicBezTo>
                  <a:cubicBezTo>
                    <a:pt x="425" y="166"/>
                    <a:pt x="427" y="166"/>
                    <a:pt x="427" y="168"/>
                  </a:cubicBezTo>
                  <a:cubicBezTo>
                    <a:pt x="427" y="169"/>
                    <a:pt x="426" y="170"/>
                    <a:pt x="426" y="171"/>
                  </a:cubicBezTo>
                  <a:cubicBezTo>
                    <a:pt x="425" y="174"/>
                    <a:pt x="425" y="176"/>
                    <a:pt x="425" y="179"/>
                  </a:cubicBezTo>
                  <a:cubicBezTo>
                    <a:pt x="424" y="183"/>
                    <a:pt x="420" y="184"/>
                    <a:pt x="420" y="189"/>
                  </a:cubicBezTo>
                  <a:cubicBezTo>
                    <a:pt x="420" y="189"/>
                    <a:pt x="421" y="189"/>
                    <a:pt x="421" y="190"/>
                  </a:cubicBezTo>
                  <a:cubicBezTo>
                    <a:pt x="421" y="191"/>
                    <a:pt x="421" y="192"/>
                    <a:pt x="421" y="194"/>
                  </a:cubicBezTo>
                  <a:cubicBezTo>
                    <a:pt x="423" y="194"/>
                    <a:pt x="426" y="193"/>
                    <a:pt x="427" y="194"/>
                  </a:cubicBezTo>
                  <a:cubicBezTo>
                    <a:pt x="428" y="196"/>
                    <a:pt x="427" y="198"/>
                    <a:pt x="427" y="200"/>
                  </a:cubicBezTo>
                  <a:cubicBezTo>
                    <a:pt x="427" y="201"/>
                    <a:pt x="428" y="202"/>
                    <a:pt x="427" y="203"/>
                  </a:cubicBezTo>
                  <a:cubicBezTo>
                    <a:pt x="427" y="204"/>
                    <a:pt x="426" y="204"/>
                    <a:pt x="426" y="204"/>
                  </a:cubicBezTo>
                  <a:cubicBezTo>
                    <a:pt x="426" y="204"/>
                    <a:pt x="426" y="205"/>
                    <a:pt x="426" y="205"/>
                  </a:cubicBezTo>
                  <a:cubicBezTo>
                    <a:pt x="426" y="207"/>
                    <a:pt x="427" y="208"/>
                    <a:pt x="427" y="210"/>
                  </a:cubicBezTo>
                  <a:cubicBezTo>
                    <a:pt x="427" y="211"/>
                    <a:pt x="427" y="212"/>
                    <a:pt x="427" y="213"/>
                  </a:cubicBezTo>
                  <a:cubicBezTo>
                    <a:pt x="428" y="214"/>
                    <a:pt x="430" y="215"/>
                    <a:pt x="430" y="216"/>
                  </a:cubicBezTo>
                  <a:cubicBezTo>
                    <a:pt x="430" y="218"/>
                    <a:pt x="429" y="219"/>
                    <a:pt x="428" y="220"/>
                  </a:cubicBezTo>
                  <a:cubicBezTo>
                    <a:pt x="428" y="222"/>
                    <a:pt x="429" y="223"/>
                    <a:pt x="428" y="225"/>
                  </a:cubicBezTo>
                  <a:cubicBezTo>
                    <a:pt x="428" y="226"/>
                    <a:pt x="428" y="227"/>
                    <a:pt x="427" y="228"/>
                  </a:cubicBezTo>
                  <a:cubicBezTo>
                    <a:pt x="427" y="229"/>
                    <a:pt x="427" y="230"/>
                    <a:pt x="427" y="231"/>
                  </a:cubicBezTo>
                  <a:cubicBezTo>
                    <a:pt x="427" y="231"/>
                    <a:pt x="427" y="231"/>
                    <a:pt x="427" y="231"/>
                  </a:cubicBezTo>
                  <a:cubicBezTo>
                    <a:pt x="425" y="231"/>
                    <a:pt x="425" y="231"/>
                    <a:pt x="425" y="231"/>
                  </a:cubicBezTo>
                  <a:cubicBezTo>
                    <a:pt x="425" y="230"/>
                    <a:pt x="425" y="229"/>
                    <a:pt x="424" y="228"/>
                  </a:cubicBezTo>
                  <a:cubicBezTo>
                    <a:pt x="423" y="227"/>
                    <a:pt x="421" y="228"/>
                    <a:pt x="420" y="227"/>
                  </a:cubicBezTo>
                  <a:cubicBezTo>
                    <a:pt x="420" y="226"/>
                    <a:pt x="420" y="225"/>
                    <a:pt x="420" y="224"/>
                  </a:cubicBezTo>
                  <a:cubicBezTo>
                    <a:pt x="419" y="223"/>
                    <a:pt x="419" y="222"/>
                    <a:pt x="418" y="220"/>
                  </a:cubicBezTo>
                  <a:cubicBezTo>
                    <a:pt x="417" y="219"/>
                    <a:pt x="415" y="219"/>
                    <a:pt x="414" y="218"/>
                  </a:cubicBezTo>
                  <a:cubicBezTo>
                    <a:pt x="413" y="217"/>
                    <a:pt x="412" y="216"/>
                    <a:pt x="411" y="215"/>
                  </a:cubicBezTo>
                  <a:cubicBezTo>
                    <a:pt x="410" y="217"/>
                    <a:pt x="410" y="219"/>
                    <a:pt x="408" y="222"/>
                  </a:cubicBezTo>
                  <a:cubicBezTo>
                    <a:pt x="408" y="222"/>
                    <a:pt x="407" y="222"/>
                    <a:pt x="407" y="223"/>
                  </a:cubicBezTo>
                  <a:cubicBezTo>
                    <a:pt x="405" y="224"/>
                    <a:pt x="404" y="224"/>
                    <a:pt x="402" y="224"/>
                  </a:cubicBezTo>
                  <a:cubicBezTo>
                    <a:pt x="400" y="224"/>
                    <a:pt x="399" y="224"/>
                    <a:pt x="397" y="224"/>
                  </a:cubicBezTo>
                  <a:cubicBezTo>
                    <a:pt x="397" y="225"/>
                    <a:pt x="397" y="226"/>
                    <a:pt x="397" y="227"/>
                  </a:cubicBezTo>
                  <a:cubicBezTo>
                    <a:pt x="397" y="231"/>
                    <a:pt x="397" y="232"/>
                    <a:pt x="397" y="236"/>
                  </a:cubicBezTo>
                  <a:cubicBezTo>
                    <a:pt x="397" y="236"/>
                    <a:pt x="397" y="237"/>
                    <a:pt x="397" y="237"/>
                  </a:cubicBezTo>
                  <a:cubicBezTo>
                    <a:pt x="391" y="237"/>
                    <a:pt x="391" y="237"/>
                    <a:pt x="391" y="237"/>
                  </a:cubicBezTo>
                  <a:cubicBezTo>
                    <a:pt x="391" y="241"/>
                    <a:pt x="392" y="245"/>
                    <a:pt x="389" y="247"/>
                  </a:cubicBezTo>
                  <a:cubicBezTo>
                    <a:pt x="386" y="249"/>
                    <a:pt x="384" y="250"/>
                    <a:pt x="380" y="250"/>
                  </a:cubicBezTo>
                  <a:cubicBezTo>
                    <a:pt x="380" y="251"/>
                    <a:pt x="380" y="252"/>
                    <a:pt x="380" y="253"/>
                  </a:cubicBezTo>
                  <a:cubicBezTo>
                    <a:pt x="380" y="255"/>
                    <a:pt x="379" y="255"/>
                    <a:pt x="378" y="256"/>
                  </a:cubicBezTo>
                  <a:cubicBezTo>
                    <a:pt x="378" y="257"/>
                    <a:pt x="377" y="258"/>
                    <a:pt x="376" y="258"/>
                  </a:cubicBezTo>
                  <a:cubicBezTo>
                    <a:pt x="374" y="258"/>
                    <a:pt x="374" y="258"/>
                    <a:pt x="372" y="257"/>
                  </a:cubicBezTo>
                  <a:cubicBezTo>
                    <a:pt x="372" y="257"/>
                    <a:pt x="371" y="256"/>
                    <a:pt x="370" y="256"/>
                  </a:cubicBezTo>
                  <a:cubicBezTo>
                    <a:pt x="368" y="256"/>
                    <a:pt x="367" y="258"/>
                    <a:pt x="366" y="260"/>
                  </a:cubicBezTo>
                  <a:cubicBezTo>
                    <a:pt x="366" y="260"/>
                    <a:pt x="366" y="260"/>
                    <a:pt x="366" y="260"/>
                  </a:cubicBezTo>
                  <a:cubicBezTo>
                    <a:pt x="365" y="260"/>
                    <a:pt x="364" y="260"/>
                    <a:pt x="363" y="260"/>
                  </a:cubicBezTo>
                  <a:cubicBezTo>
                    <a:pt x="360" y="261"/>
                    <a:pt x="359" y="262"/>
                    <a:pt x="356" y="263"/>
                  </a:cubicBezTo>
                  <a:cubicBezTo>
                    <a:pt x="355" y="263"/>
                    <a:pt x="355" y="263"/>
                    <a:pt x="354" y="263"/>
                  </a:cubicBezTo>
                  <a:cubicBezTo>
                    <a:pt x="351" y="263"/>
                    <a:pt x="349" y="264"/>
                    <a:pt x="346" y="264"/>
                  </a:cubicBezTo>
                  <a:cubicBezTo>
                    <a:pt x="346" y="265"/>
                    <a:pt x="346" y="265"/>
                    <a:pt x="346" y="266"/>
                  </a:cubicBezTo>
                  <a:cubicBezTo>
                    <a:pt x="346" y="268"/>
                    <a:pt x="348" y="269"/>
                    <a:pt x="348" y="271"/>
                  </a:cubicBezTo>
                  <a:cubicBezTo>
                    <a:pt x="348" y="272"/>
                    <a:pt x="347" y="272"/>
                    <a:pt x="346" y="272"/>
                  </a:cubicBezTo>
                  <a:cubicBezTo>
                    <a:pt x="344" y="273"/>
                    <a:pt x="343" y="272"/>
                    <a:pt x="341" y="273"/>
                  </a:cubicBezTo>
                  <a:cubicBezTo>
                    <a:pt x="339" y="274"/>
                    <a:pt x="339" y="276"/>
                    <a:pt x="339" y="277"/>
                  </a:cubicBezTo>
                  <a:cubicBezTo>
                    <a:pt x="338" y="278"/>
                    <a:pt x="337" y="279"/>
                    <a:pt x="337" y="280"/>
                  </a:cubicBezTo>
                  <a:cubicBezTo>
                    <a:pt x="335" y="282"/>
                    <a:pt x="336" y="284"/>
                    <a:pt x="335" y="286"/>
                  </a:cubicBezTo>
                  <a:cubicBezTo>
                    <a:pt x="334" y="289"/>
                    <a:pt x="333" y="291"/>
                    <a:pt x="333" y="294"/>
                  </a:cubicBezTo>
                  <a:cubicBezTo>
                    <a:pt x="333" y="296"/>
                    <a:pt x="333" y="298"/>
                    <a:pt x="334" y="300"/>
                  </a:cubicBezTo>
                  <a:cubicBezTo>
                    <a:pt x="334" y="302"/>
                    <a:pt x="335" y="304"/>
                    <a:pt x="337" y="304"/>
                  </a:cubicBezTo>
                  <a:cubicBezTo>
                    <a:pt x="341" y="305"/>
                    <a:pt x="343" y="305"/>
                    <a:pt x="346" y="305"/>
                  </a:cubicBezTo>
                  <a:cubicBezTo>
                    <a:pt x="349" y="305"/>
                    <a:pt x="350" y="304"/>
                    <a:pt x="352" y="304"/>
                  </a:cubicBezTo>
                  <a:cubicBezTo>
                    <a:pt x="355" y="304"/>
                    <a:pt x="357" y="304"/>
                    <a:pt x="359" y="304"/>
                  </a:cubicBezTo>
                  <a:cubicBezTo>
                    <a:pt x="359" y="312"/>
                    <a:pt x="359" y="312"/>
                    <a:pt x="359" y="312"/>
                  </a:cubicBezTo>
                  <a:cubicBezTo>
                    <a:pt x="359" y="315"/>
                    <a:pt x="361" y="316"/>
                    <a:pt x="361" y="319"/>
                  </a:cubicBezTo>
                  <a:cubicBezTo>
                    <a:pt x="361" y="321"/>
                    <a:pt x="359" y="322"/>
                    <a:pt x="357" y="324"/>
                  </a:cubicBezTo>
                  <a:cubicBezTo>
                    <a:pt x="357" y="324"/>
                    <a:pt x="356" y="324"/>
                    <a:pt x="356" y="325"/>
                  </a:cubicBezTo>
                  <a:cubicBezTo>
                    <a:pt x="356" y="326"/>
                    <a:pt x="357" y="326"/>
                    <a:pt x="357" y="327"/>
                  </a:cubicBezTo>
                  <a:cubicBezTo>
                    <a:pt x="358" y="330"/>
                    <a:pt x="358" y="332"/>
                    <a:pt x="358" y="336"/>
                  </a:cubicBezTo>
                  <a:cubicBezTo>
                    <a:pt x="358" y="337"/>
                    <a:pt x="358" y="337"/>
                    <a:pt x="358" y="338"/>
                  </a:cubicBezTo>
                  <a:cubicBezTo>
                    <a:pt x="356" y="338"/>
                    <a:pt x="355" y="338"/>
                    <a:pt x="354" y="338"/>
                  </a:cubicBezTo>
                  <a:cubicBezTo>
                    <a:pt x="354" y="340"/>
                    <a:pt x="354" y="342"/>
                    <a:pt x="356" y="343"/>
                  </a:cubicBezTo>
                  <a:cubicBezTo>
                    <a:pt x="356" y="344"/>
                    <a:pt x="358" y="343"/>
                    <a:pt x="358" y="344"/>
                  </a:cubicBezTo>
                  <a:cubicBezTo>
                    <a:pt x="361" y="346"/>
                    <a:pt x="359" y="349"/>
                    <a:pt x="359" y="351"/>
                  </a:cubicBezTo>
                  <a:cubicBezTo>
                    <a:pt x="360" y="354"/>
                    <a:pt x="359" y="356"/>
                    <a:pt x="360" y="358"/>
                  </a:cubicBezTo>
                  <a:cubicBezTo>
                    <a:pt x="362" y="361"/>
                    <a:pt x="365" y="361"/>
                    <a:pt x="367" y="364"/>
                  </a:cubicBezTo>
                  <a:cubicBezTo>
                    <a:pt x="367" y="364"/>
                    <a:pt x="367" y="364"/>
                    <a:pt x="367" y="364"/>
                  </a:cubicBezTo>
                  <a:cubicBezTo>
                    <a:pt x="367" y="365"/>
                    <a:pt x="367" y="365"/>
                    <a:pt x="368" y="366"/>
                  </a:cubicBezTo>
                  <a:cubicBezTo>
                    <a:pt x="368" y="369"/>
                    <a:pt x="371" y="370"/>
                    <a:pt x="371" y="372"/>
                  </a:cubicBezTo>
                  <a:cubicBezTo>
                    <a:pt x="371" y="373"/>
                    <a:pt x="370" y="374"/>
                    <a:pt x="370" y="374"/>
                  </a:cubicBezTo>
                  <a:cubicBezTo>
                    <a:pt x="370" y="374"/>
                    <a:pt x="370" y="374"/>
                    <a:pt x="370" y="374"/>
                  </a:cubicBezTo>
                  <a:cubicBezTo>
                    <a:pt x="373" y="375"/>
                    <a:pt x="374" y="376"/>
                    <a:pt x="377" y="376"/>
                  </a:cubicBezTo>
                  <a:cubicBezTo>
                    <a:pt x="377" y="377"/>
                    <a:pt x="377" y="378"/>
                    <a:pt x="378" y="379"/>
                  </a:cubicBezTo>
                  <a:cubicBezTo>
                    <a:pt x="379" y="380"/>
                    <a:pt x="380" y="380"/>
                    <a:pt x="380" y="380"/>
                  </a:cubicBezTo>
                  <a:cubicBezTo>
                    <a:pt x="382" y="380"/>
                    <a:pt x="383" y="382"/>
                    <a:pt x="384" y="382"/>
                  </a:cubicBezTo>
                  <a:cubicBezTo>
                    <a:pt x="386" y="383"/>
                    <a:pt x="388" y="382"/>
                    <a:pt x="390" y="382"/>
                  </a:cubicBezTo>
                  <a:cubicBezTo>
                    <a:pt x="394" y="383"/>
                    <a:pt x="394" y="383"/>
                    <a:pt x="394" y="383"/>
                  </a:cubicBezTo>
                  <a:cubicBezTo>
                    <a:pt x="394" y="383"/>
                    <a:pt x="394" y="383"/>
                    <a:pt x="394" y="383"/>
                  </a:cubicBezTo>
                  <a:cubicBezTo>
                    <a:pt x="398" y="389"/>
                    <a:pt x="397" y="394"/>
                    <a:pt x="402" y="399"/>
                  </a:cubicBezTo>
                  <a:cubicBezTo>
                    <a:pt x="404" y="401"/>
                    <a:pt x="406" y="403"/>
                    <a:pt x="409" y="405"/>
                  </a:cubicBezTo>
                  <a:cubicBezTo>
                    <a:pt x="411" y="407"/>
                    <a:pt x="413" y="407"/>
                    <a:pt x="415" y="409"/>
                  </a:cubicBezTo>
                  <a:cubicBezTo>
                    <a:pt x="415" y="410"/>
                    <a:pt x="416" y="410"/>
                    <a:pt x="417" y="411"/>
                  </a:cubicBezTo>
                  <a:cubicBezTo>
                    <a:pt x="417" y="411"/>
                    <a:pt x="417" y="411"/>
                    <a:pt x="417" y="411"/>
                  </a:cubicBezTo>
                  <a:cubicBezTo>
                    <a:pt x="415" y="413"/>
                    <a:pt x="413" y="412"/>
                    <a:pt x="413" y="414"/>
                  </a:cubicBezTo>
                  <a:cubicBezTo>
                    <a:pt x="413" y="417"/>
                    <a:pt x="414" y="419"/>
                    <a:pt x="414" y="421"/>
                  </a:cubicBezTo>
                  <a:cubicBezTo>
                    <a:pt x="414" y="423"/>
                    <a:pt x="414" y="424"/>
                    <a:pt x="413" y="426"/>
                  </a:cubicBezTo>
                  <a:cubicBezTo>
                    <a:pt x="412" y="427"/>
                    <a:pt x="412" y="428"/>
                    <a:pt x="411" y="429"/>
                  </a:cubicBezTo>
                  <a:cubicBezTo>
                    <a:pt x="410" y="430"/>
                    <a:pt x="408" y="430"/>
                    <a:pt x="406" y="431"/>
                  </a:cubicBezTo>
                  <a:cubicBezTo>
                    <a:pt x="406" y="431"/>
                    <a:pt x="406" y="431"/>
                    <a:pt x="405" y="431"/>
                  </a:cubicBezTo>
                  <a:cubicBezTo>
                    <a:pt x="405" y="432"/>
                    <a:pt x="405" y="432"/>
                    <a:pt x="405" y="433"/>
                  </a:cubicBezTo>
                  <a:cubicBezTo>
                    <a:pt x="404" y="433"/>
                    <a:pt x="404" y="434"/>
                    <a:pt x="403" y="435"/>
                  </a:cubicBezTo>
                  <a:cubicBezTo>
                    <a:pt x="401" y="436"/>
                    <a:pt x="399" y="435"/>
                    <a:pt x="397" y="436"/>
                  </a:cubicBezTo>
                  <a:cubicBezTo>
                    <a:pt x="396" y="436"/>
                    <a:pt x="396" y="437"/>
                    <a:pt x="395" y="437"/>
                  </a:cubicBezTo>
                  <a:cubicBezTo>
                    <a:pt x="394" y="438"/>
                    <a:pt x="392" y="438"/>
                    <a:pt x="392" y="440"/>
                  </a:cubicBezTo>
                  <a:cubicBezTo>
                    <a:pt x="392" y="440"/>
                    <a:pt x="392" y="441"/>
                    <a:pt x="392" y="441"/>
                  </a:cubicBezTo>
                  <a:cubicBezTo>
                    <a:pt x="392" y="443"/>
                    <a:pt x="392" y="444"/>
                    <a:pt x="391" y="446"/>
                  </a:cubicBezTo>
                  <a:cubicBezTo>
                    <a:pt x="391" y="446"/>
                    <a:pt x="391" y="446"/>
                    <a:pt x="391" y="446"/>
                  </a:cubicBezTo>
                  <a:cubicBezTo>
                    <a:pt x="392" y="446"/>
                    <a:pt x="393" y="447"/>
                    <a:pt x="394" y="447"/>
                  </a:cubicBezTo>
                  <a:cubicBezTo>
                    <a:pt x="395" y="447"/>
                    <a:pt x="396" y="446"/>
                    <a:pt x="397" y="446"/>
                  </a:cubicBezTo>
                  <a:cubicBezTo>
                    <a:pt x="398" y="446"/>
                    <a:pt x="398" y="446"/>
                    <a:pt x="399" y="446"/>
                  </a:cubicBezTo>
                  <a:cubicBezTo>
                    <a:pt x="400" y="449"/>
                    <a:pt x="401" y="451"/>
                    <a:pt x="401" y="453"/>
                  </a:cubicBezTo>
                  <a:cubicBezTo>
                    <a:pt x="401" y="455"/>
                    <a:pt x="401" y="456"/>
                    <a:pt x="401" y="457"/>
                  </a:cubicBezTo>
                  <a:cubicBezTo>
                    <a:pt x="401" y="458"/>
                    <a:pt x="401" y="458"/>
                    <a:pt x="401" y="459"/>
                  </a:cubicBezTo>
                  <a:cubicBezTo>
                    <a:pt x="401" y="463"/>
                    <a:pt x="397" y="464"/>
                    <a:pt x="397" y="468"/>
                  </a:cubicBezTo>
                  <a:cubicBezTo>
                    <a:pt x="397" y="469"/>
                    <a:pt x="398" y="469"/>
                    <a:pt x="399" y="471"/>
                  </a:cubicBezTo>
                  <a:cubicBezTo>
                    <a:pt x="399" y="474"/>
                    <a:pt x="399" y="476"/>
                    <a:pt x="402" y="478"/>
                  </a:cubicBezTo>
                  <a:cubicBezTo>
                    <a:pt x="405" y="480"/>
                    <a:pt x="407" y="481"/>
                    <a:pt x="411" y="482"/>
                  </a:cubicBezTo>
                  <a:cubicBezTo>
                    <a:pt x="411" y="482"/>
                    <a:pt x="411" y="482"/>
                    <a:pt x="411" y="482"/>
                  </a:cubicBezTo>
                  <a:cubicBezTo>
                    <a:pt x="410" y="483"/>
                    <a:pt x="410" y="483"/>
                    <a:pt x="410" y="484"/>
                  </a:cubicBezTo>
                  <a:cubicBezTo>
                    <a:pt x="410" y="484"/>
                    <a:pt x="409" y="484"/>
                    <a:pt x="409" y="484"/>
                  </a:cubicBezTo>
                  <a:cubicBezTo>
                    <a:pt x="408" y="485"/>
                    <a:pt x="409" y="486"/>
                    <a:pt x="409" y="487"/>
                  </a:cubicBezTo>
                  <a:cubicBezTo>
                    <a:pt x="409" y="491"/>
                    <a:pt x="410" y="493"/>
                    <a:pt x="410" y="496"/>
                  </a:cubicBezTo>
                  <a:cubicBezTo>
                    <a:pt x="410" y="503"/>
                    <a:pt x="410" y="503"/>
                    <a:pt x="410" y="503"/>
                  </a:cubicBezTo>
                  <a:cubicBezTo>
                    <a:pt x="410" y="505"/>
                    <a:pt x="412" y="505"/>
                    <a:pt x="414" y="506"/>
                  </a:cubicBezTo>
                  <a:cubicBezTo>
                    <a:pt x="415" y="507"/>
                    <a:pt x="415" y="509"/>
                    <a:pt x="415" y="511"/>
                  </a:cubicBezTo>
                  <a:cubicBezTo>
                    <a:pt x="415" y="514"/>
                    <a:pt x="413" y="515"/>
                    <a:pt x="412" y="517"/>
                  </a:cubicBezTo>
                  <a:cubicBezTo>
                    <a:pt x="411" y="519"/>
                    <a:pt x="411" y="520"/>
                    <a:pt x="410" y="521"/>
                  </a:cubicBezTo>
                  <a:cubicBezTo>
                    <a:pt x="407" y="526"/>
                    <a:pt x="406" y="529"/>
                    <a:pt x="402" y="532"/>
                  </a:cubicBezTo>
                  <a:cubicBezTo>
                    <a:pt x="400" y="535"/>
                    <a:pt x="398" y="536"/>
                    <a:pt x="397" y="538"/>
                  </a:cubicBezTo>
                  <a:cubicBezTo>
                    <a:pt x="396" y="540"/>
                    <a:pt x="397" y="542"/>
                    <a:pt x="395" y="544"/>
                  </a:cubicBezTo>
                  <a:cubicBezTo>
                    <a:pt x="394" y="546"/>
                    <a:pt x="393" y="547"/>
                    <a:pt x="391" y="548"/>
                  </a:cubicBezTo>
                  <a:cubicBezTo>
                    <a:pt x="389" y="549"/>
                    <a:pt x="388" y="550"/>
                    <a:pt x="387" y="551"/>
                  </a:cubicBezTo>
                  <a:cubicBezTo>
                    <a:pt x="386" y="552"/>
                    <a:pt x="385" y="553"/>
                    <a:pt x="384" y="553"/>
                  </a:cubicBezTo>
                  <a:cubicBezTo>
                    <a:pt x="382" y="553"/>
                    <a:pt x="381" y="552"/>
                    <a:pt x="380" y="550"/>
                  </a:cubicBezTo>
                  <a:cubicBezTo>
                    <a:pt x="379" y="549"/>
                    <a:pt x="378" y="548"/>
                    <a:pt x="376" y="547"/>
                  </a:cubicBezTo>
                  <a:cubicBezTo>
                    <a:pt x="375" y="546"/>
                    <a:pt x="374" y="544"/>
                    <a:pt x="372" y="542"/>
                  </a:cubicBezTo>
                  <a:cubicBezTo>
                    <a:pt x="371" y="541"/>
                    <a:pt x="370" y="540"/>
                    <a:pt x="370" y="539"/>
                  </a:cubicBezTo>
                  <a:cubicBezTo>
                    <a:pt x="370" y="536"/>
                    <a:pt x="372" y="535"/>
                    <a:pt x="373" y="532"/>
                  </a:cubicBezTo>
                  <a:cubicBezTo>
                    <a:pt x="373" y="531"/>
                    <a:pt x="373" y="530"/>
                    <a:pt x="373" y="528"/>
                  </a:cubicBezTo>
                  <a:cubicBezTo>
                    <a:pt x="373" y="519"/>
                    <a:pt x="373" y="519"/>
                    <a:pt x="373" y="519"/>
                  </a:cubicBezTo>
                  <a:cubicBezTo>
                    <a:pt x="373" y="517"/>
                    <a:pt x="373" y="516"/>
                    <a:pt x="374" y="514"/>
                  </a:cubicBezTo>
                  <a:cubicBezTo>
                    <a:pt x="374" y="513"/>
                    <a:pt x="376" y="513"/>
                    <a:pt x="376" y="511"/>
                  </a:cubicBezTo>
                  <a:cubicBezTo>
                    <a:pt x="376" y="508"/>
                    <a:pt x="374" y="507"/>
                    <a:pt x="374" y="504"/>
                  </a:cubicBezTo>
                  <a:cubicBezTo>
                    <a:pt x="374" y="501"/>
                    <a:pt x="374" y="499"/>
                    <a:pt x="375" y="497"/>
                  </a:cubicBezTo>
                  <a:cubicBezTo>
                    <a:pt x="376" y="497"/>
                    <a:pt x="377" y="498"/>
                    <a:pt x="378" y="498"/>
                  </a:cubicBezTo>
                  <a:cubicBezTo>
                    <a:pt x="384" y="498"/>
                    <a:pt x="384" y="498"/>
                    <a:pt x="384" y="498"/>
                  </a:cubicBezTo>
                  <a:cubicBezTo>
                    <a:pt x="385" y="498"/>
                    <a:pt x="387" y="497"/>
                    <a:pt x="387" y="495"/>
                  </a:cubicBezTo>
                  <a:cubicBezTo>
                    <a:pt x="387" y="491"/>
                    <a:pt x="384" y="490"/>
                    <a:pt x="381" y="488"/>
                  </a:cubicBezTo>
                  <a:cubicBezTo>
                    <a:pt x="379" y="487"/>
                    <a:pt x="378" y="486"/>
                    <a:pt x="377" y="485"/>
                  </a:cubicBezTo>
                  <a:cubicBezTo>
                    <a:pt x="377" y="485"/>
                    <a:pt x="377" y="484"/>
                    <a:pt x="376" y="484"/>
                  </a:cubicBezTo>
                  <a:cubicBezTo>
                    <a:pt x="375" y="483"/>
                    <a:pt x="372" y="484"/>
                    <a:pt x="370" y="484"/>
                  </a:cubicBezTo>
                  <a:cubicBezTo>
                    <a:pt x="372" y="484"/>
                    <a:pt x="372" y="484"/>
                    <a:pt x="372" y="484"/>
                  </a:cubicBezTo>
                  <a:cubicBezTo>
                    <a:pt x="370" y="484"/>
                    <a:pt x="369" y="483"/>
                    <a:pt x="366" y="483"/>
                  </a:cubicBezTo>
                  <a:cubicBezTo>
                    <a:pt x="363" y="483"/>
                    <a:pt x="362" y="484"/>
                    <a:pt x="359" y="485"/>
                  </a:cubicBezTo>
                  <a:cubicBezTo>
                    <a:pt x="357" y="485"/>
                    <a:pt x="355" y="484"/>
                    <a:pt x="353" y="485"/>
                  </a:cubicBezTo>
                  <a:cubicBezTo>
                    <a:pt x="352" y="486"/>
                    <a:pt x="352" y="487"/>
                    <a:pt x="351" y="488"/>
                  </a:cubicBezTo>
                  <a:cubicBezTo>
                    <a:pt x="350" y="489"/>
                    <a:pt x="349" y="490"/>
                    <a:pt x="348" y="492"/>
                  </a:cubicBezTo>
                  <a:cubicBezTo>
                    <a:pt x="347" y="493"/>
                    <a:pt x="346" y="494"/>
                    <a:pt x="345" y="495"/>
                  </a:cubicBezTo>
                  <a:cubicBezTo>
                    <a:pt x="343" y="497"/>
                    <a:pt x="342" y="497"/>
                    <a:pt x="342" y="499"/>
                  </a:cubicBezTo>
                  <a:cubicBezTo>
                    <a:pt x="342" y="501"/>
                    <a:pt x="343" y="501"/>
                    <a:pt x="344" y="502"/>
                  </a:cubicBezTo>
                  <a:cubicBezTo>
                    <a:pt x="341" y="506"/>
                    <a:pt x="338" y="508"/>
                    <a:pt x="334" y="511"/>
                  </a:cubicBezTo>
                  <a:cubicBezTo>
                    <a:pt x="332" y="512"/>
                    <a:pt x="331" y="513"/>
                    <a:pt x="329" y="514"/>
                  </a:cubicBezTo>
                  <a:cubicBezTo>
                    <a:pt x="327" y="515"/>
                    <a:pt x="326" y="515"/>
                    <a:pt x="325" y="516"/>
                  </a:cubicBezTo>
                  <a:cubicBezTo>
                    <a:pt x="324" y="516"/>
                    <a:pt x="324" y="518"/>
                    <a:pt x="324" y="519"/>
                  </a:cubicBezTo>
                  <a:cubicBezTo>
                    <a:pt x="324" y="520"/>
                    <a:pt x="325" y="521"/>
                    <a:pt x="325" y="522"/>
                  </a:cubicBezTo>
                  <a:cubicBezTo>
                    <a:pt x="325" y="526"/>
                    <a:pt x="324" y="530"/>
                    <a:pt x="320" y="532"/>
                  </a:cubicBezTo>
                  <a:cubicBezTo>
                    <a:pt x="317" y="534"/>
                    <a:pt x="316" y="536"/>
                    <a:pt x="313" y="539"/>
                  </a:cubicBezTo>
                  <a:cubicBezTo>
                    <a:pt x="312" y="541"/>
                    <a:pt x="309" y="542"/>
                    <a:pt x="309" y="545"/>
                  </a:cubicBezTo>
                  <a:cubicBezTo>
                    <a:pt x="309" y="549"/>
                    <a:pt x="310" y="552"/>
                    <a:pt x="312" y="555"/>
                  </a:cubicBezTo>
                  <a:cubicBezTo>
                    <a:pt x="306" y="555"/>
                    <a:pt x="303" y="551"/>
                    <a:pt x="297" y="549"/>
                  </a:cubicBezTo>
                  <a:cubicBezTo>
                    <a:pt x="294" y="547"/>
                    <a:pt x="291" y="547"/>
                    <a:pt x="288" y="546"/>
                  </a:cubicBezTo>
                  <a:cubicBezTo>
                    <a:pt x="285" y="546"/>
                    <a:pt x="283" y="545"/>
                    <a:pt x="280" y="545"/>
                  </a:cubicBezTo>
                  <a:cubicBezTo>
                    <a:pt x="277" y="545"/>
                    <a:pt x="275" y="546"/>
                    <a:pt x="271" y="547"/>
                  </a:cubicBezTo>
                  <a:cubicBezTo>
                    <a:pt x="269" y="548"/>
                    <a:pt x="268" y="548"/>
                    <a:pt x="267" y="548"/>
                  </a:cubicBezTo>
                  <a:cubicBezTo>
                    <a:pt x="266" y="549"/>
                    <a:pt x="266" y="549"/>
                    <a:pt x="265" y="549"/>
                  </a:cubicBezTo>
                  <a:cubicBezTo>
                    <a:pt x="263" y="549"/>
                    <a:pt x="262" y="549"/>
                    <a:pt x="261" y="548"/>
                  </a:cubicBezTo>
                  <a:cubicBezTo>
                    <a:pt x="258" y="547"/>
                    <a:pt x="256" y="547"/>
                    <a:pt x="253" y="547"/>
                  </a:cubicBezTo>
                  <a:cubicBezTo>
                    <a:pt x="249" y="546"/>
                    <a:pt x="246" y="546"/>
                    <a:pt x="241" y="546"/>
                  </a:cubicBezTo>
                  <a:cubicBezTo>
                    <a:pt x="234" y="546"/>
                    <a:pt x="230" y="546"/>
                    <a:pt x="224" y="547"/>
                  </a:cubicBezTo>
                  <a:cubicBezTo>
                    <a:pt x="221" y="548"/>
                    <a:pt x="220" y="548"/>
                    <a:pt x="218" y="549"/>
                  </a:cubicBezTo>
                  <a:cubicBezTo>
                    <a:pt x="215" y="549"/>
                    <a:pt x="213" y="549"/>
                    <a:pt x="211" y="549"/>
                  </a:cubicBezTo>
                  <a:cubicBezTo>
                    <a:pt x="203" y="551"/>
                    <a:pt x="199" y="552"/>
                    <a:pt x="191" y="555"/>
                  </a:cubicBezTo>
                  <a:cubicBezTo>
                    <a:pt x="189" y="555"/>
                    <a:pt x="188" y="556"/>
                    <a:pt x="186" y="556"/>
                  </a:cubicBezTo>
                  <a:cubicBezTo>
                    <a:pt x="185" y="556"/>
                    <a:pt x="185" y="556"/>
                    <a:pt x="184" y="556"/>
                  </a:cubicBezTo>
                  <a:cubicBezTo>
                    <a:pt x="182" y="557"/>
                    <a:pt x="182" y="558"/>
                    <a:pt x="180" y="558"/>
                  </a:cubicBezTo>
                  <a:cubicBezTo>
                    <a:pt x="179" y="558"/>
                    <a:pt x="179" y="557"/>
                    <a:pt x="179" y="557"/>
                  </a:cubicBezTo>
                  <a:cubicBezTo>
                    <a:pt x="180" y="553"/>
                    <a:pt x="182" y="551"/>
                    <a:pt x="184" y="547"/>
                  </a:cubicBezTo>
                  <a:cubicBezTo>
                    <a:pt x="186" y="548"/>
                    <a:pt x="186" y="549"/>
                    <a:pt x="188" y="549"/>
                  </a:cubicBezTo>
                  <a:cubicBezTo>
                    <a:pt x="190" y="549"/>
                    <a:pt x="191" y="548"/>
                    <a:pt x="193" y="547"/>
                  </a:cubicBezTo>
                  <a:cubicBezTo>
                    <a:pt x="196" y="546"/>
                    <a:pt x="199" y="546"/>
                    <a:pt x="201" y="543"/>
                  </a:cubicBezTo>
                  <a:cubicBezTo>
                    <a:pt x="204" y="540"/>
                    <a:pt x="205" y="539"/>
                    <a:pt x="208" y="536"/>
                  </a:cubicBezTo>
                  <a:cubicBezTo>
                    <a:pt x="210" y="534"/>
                    <a:pt x="213" y="533"/>
                    <a:pt x="213" y="529"/>
                  </a:cubicBezTo>
                  <a:cubicBezTo>
                    <a:pt x="213" y="527"/>
                    <a:pt x="209" y="527"/>
                    <a:pt x="206" y="527"/>
                  </a:cubicBezTo>
                  <a:cubicBezTo>
                    <a:pt x="203" y="526"/>
                    <a:pt x="202" y="526"/>
                    <a:pt x="198" y="526"/>
                  </a:cubicBezTo>
                  <a:cubicBezTo>
                    <a:pt x="197" y="526"/>
                    <a:pt x="198" y="527"/>
                    <a:pt x="197" y="528"/>
                  </a:cubicBezTo>
                  <a:cubicBezTo>
                    <a:pt x="196" y="530"/>
                    <a:pt x="195" y="531"/>
                    <a:pt x="194" y="531"/>
                  </a:cubicBezTo>
                  <a:cubicBezTo>
                    <a:pt x="192" y="531"/>
                    <a:pt x="192" y="530"/>
                    <a:pt x="190" y="530"/>
                  </a:cubicBezTo>
                  <a:cubicBezTo>
                    <a:pt x="188" y="530"/>
                    <a:pt x="186" y="530"/>
                    <a:pt x="184" y="530"/>
                  </a:cubicBezTo>
                  <a:cubicBezTo>
                    <a:pt x="182" y="530"/>
                    <a:pt x="180" y="531"/>
                    <a:pt x="178" y="530"/>
                  </a:cubicBezTo>
                  <a:cubicBezTo>
                    <a:pt x="176" y="530"/>
                    <a:pt x="175" y="528"/>
                    <a:pt x="174" y="525"/>
                  </a:cubicBezTo>
                  <a:cubicBezTo>
                    <a:pt x="174" y="524"/>
                    <a:pt x="173" y="524"/>
                    <a:pt x="172" y="523"/>
                  </a:cubicBezTo>
                  <a:cubicBezTo>
                    <a:pt x="171" y="520"/>
                    <a:pt x="171" y="518"/>
                    <a:pt x="169" y="515"/>
                  </a:cubicBezTo>
                  <a:cubicBezTo>
                    <a:pt x="168" y="516"/>
                    <a:pt x="168" y="516"/>
                    <a:pt x="168" y="516"/>
                  </a:cubicBezTo>
                  <a:cubicBezTo>
                    <a:pt x="166" y="519"/>
                    <a:pt x="165" y="521"/>
                    <a:pt x="165" y="524"/>
                  </a:cubicBezTo>
                  <a:cubicBezTo>
                    <a:pt x="165" y="526"/>
                    <a:pt x="166" y="528"/>
                    <a:pt x="167" y="530"/>
                  </a:cubicBezTo>
                  <a:cubicBezTo>
                    <a:pt x="168" y="533"/>
                    <a:pt x="169" y="535"/>
                    <a:pt x="171" y="538"/>
                  </a:cubicBezTo>
                  <a:cubicBezTo>
                    <a:pt x="171" y="539"/>
                    <a:pt x="171" y="539"/>
                    <a:pt x="171" y="539"/>
                  </a:cubicBezTo>
                  <a:cubicBezTo>
                    <a:pt x="167" y="538"/>
                    <a:pt x="165" y="539"/>
                    <a:pt x="162" y="537"/>
                  </a:cubicBezTo>
                  <a:cubicBezTo>
                    <a:pt x="159" y="536"/>
                    <a:pt x="157" y="534"/>
                    <a:pt x="157" y="532"/>
                  </a:cubicBezTo>
                  <a:cubicBezTo>
                    <a:pt x="157" y="528"/>
                    <a:pt x="158" y="526"/>
                    <a:pt x="159" y="523"/>
                  </a:cubicBezTo>
                  <a:cubicBezTo>
                    <a:pt x="155" y="511"/>
                    <a:pt x="155" y="511"/>
                    <a:pt x="155" y="511"/>
                  </a:cubicBezTo>
                  <a:cubicBezTo>
                    <a:pt x="156" y="505"/>
                    <a:pt x="156" y="502"/>
                    <a:pt x="157" y="498"/>
                  </a:cubicBezTo>
                  <a:cubicBezTo>
                    <a:pt x="158" y="496"/>
                    <a:pt x="159" y="495"/>
                    <a:pt x="159" y="494"/>
                  </a:cubicBezTo>
                  <a:cubicBezTo>
                    <a:pt x="159" y="492"/>
                    <a:pt x="159" y="492"/>
                    <a:pt x="159" y="492"/>
                  </a:cubicBezTo>
                  <a:cubicBezTo>
                    <a:pt x="157" y="492"/>
                    <a:pt x="157" y="492"/>
                    <a:pt x="157" y="492"/>
                  </a:cubicBezTo>
                  <a:cubicBezTo>
                    <a:pt x="154" y="492"/>
                    <a:pt x="153" y="493"/>
                    <a:pt x="151" y="494"/>
                  </a:cubicBezTo>
                  <a:cubicBezTo>
                    <a:pt x="149" y="495"/>
                    <a:pt x="149" y="495"/>
                    <a:pt x="148" y="496"/>
                  </a:cubicBezTo>
                  <a:cubicBezTo>
                    <a:pt x="148" y="496"/>
                    <a:pt x="148" y="496"/>
                    <a:pt x="148" y="496"/>
                  </a:cubicBezTo>
                  <a:cubicBezTo>
                    <a:pt x="147" y="494"/>
                    <a:pt x="146" y="492"/>
                    <a:pt x="145" y="491"/>
                  </a:cubicBezTo>
                  <a:cubicBezTo>
                    <a:pt x="145" y="491"/>
                    <a:pt x="144" y="491"/>
                    <a:pt x="144" y="490"/>
                  </a:cubicBezTo>
                  <a:cubicBezTo>
                    <a:pt x="143" y="489"/>
                    <a:pt x="143" y="488"/>
                    <a:pt x="143" y="486"/>
                  </a:cubicBezTo>
                  <a:cubicBezTo>
                    <a:pt x="142" y="484"/>
                    <a:pt x="141" y="483"/>
                    <a:pt x="139" y="481"/>
                  </a:cubicBezTo>
                  <a:cubicBezTo>
                    <a:pt x="139" y="481"/>
                    <a:pt x="139" y="481"/>
                    <a:pt x="139" y="481"/>
                  </a:cubicBezTo>
                  <a:cubicBezTo>
                    <a:pt x="137" y="480"/>
                    <a:pt x="136" y="479"/>
                    <a:pt x="133" y="478"/>
                  </a:cubicBezTo>
                  <a:cubicBezTo>
                    <a:pt x="132" y="478"/>
                    <a:pt x="131" y="479"/>
                    <a:pt x="131" y="478"/>
                  </a:cubicBezTo>
                  <a:cubicBezTo>
                    <a:pt x="130" y="477"/>
                    <a:pt x="130" y="476"/>
                    <a:pt x="130" y="476"/>
                  </a:cubicBezTo>
                  <a:cubicBezTo>
                    <a:pt x="129" y="473"/>
                    <a:pt x="127" y="473"/>
                    <a:pt x="126" y="471"/>
                  </a:cubicBezTo>
                  <a:cubicBezTo>
                    <a:pt x="124" y="469"/>
                    <a:pt x="124" y="467"/>
                    <a:pt x="123" y="465"/>
                  </a:cubicBezTo>
                  <a:cubicBezTo>
                    <a:pt x="122" y="465"/>
                    <a:pt x="121" y="465"/>
                    <a:pt x="120" y="465"/>
                  </a:cubicBezTo>
                  <a:cubicBezTo>
                    <a:pt x="119" y="466"/>
                    <a:pt x="120" y="467"/>
                    <a:pt x="119" y="468"/>
                  </a:cubicBezTo>
                  <a:cubicBezTo>
                    <a:pt x="119" y="468"/>
                    <a:pt x="118" y="468"/>
                    <a:pt x="118" y="469"/>
                  </a:cubicBezTo>
                  <a:cubicBezTo>
                    <a:pt x="115" y="467"/>
                    <a:pt x="113" y="468"/>
                    <a:pt x="109" y="467"/>
                  </a:cubicBezTo>
                  <a:cubicBezTo>
                    <a:pt x="109" y="467"/>
                    <a:pt x="109" y="467"/>
                    <a:pt x="109" y="467"/>
                  </a:cubicBezTo>
                  <a:cubicBezTo>
                    <a:pt x="109" y="464"/>
                    <a:pt x="108" y="462"/>
                    <a:pt x="106" y="460"/>
                  </a:cubicBezTo>
                  <a:cubicBezTo>
                    <a:pt x="107" y="458"/>
                    <a:pt x="108" y="458"/>
                    <a:pt x="109" y="456"/>
                  </a:cubicBezTo>
                  <a:cubicBezTo>
                    <a:pt x="109" y="454"/>
                    <a:pt x="109" y="452"/>
                    <a:pt x="109" y="450"/>
                  </a:cubicBezTo>
                  <a:cubicBezTo>
                    <a:pt x="109" y="448"/>
                    <a:pt x="110" y="447"/>
                    <a:pt x="110" y="445"/>
                  </a:cubicBezTo>
                  <a:cubicBezTo>
                    <a:pt x="110" y="443"/>
                    <a:pt x="109" y="442"/>
                    <a:pt x="109" y="441"/>
                  </a:cubicBezTo>
                  <a:cubicBezTo>
                    <a:pt x="109" y="439"/>
                    <a:pt x="110" y="439"/>
                    <a:pt x="110" y="438"/>
                  </a:cubicBezTo>
                  <a:cubicBezTo>
                    <a:pt x="110" y="435"/>
                    <a:pt x="105" y="434"/>
                    <a:pt x="105" y="431"/>
                  </a:cubicBezTo>
                  <a:cubicBezTo>
                    <a:pt x="105" y="430"/>
                    <a:pt x="106" y="429"/>
                    <a:pt x="106" y="428"/>
                  </a:cubicBezTo>
                  <a:cubicBezTo>
                    <a:pt x="106" y="425"/>
                    <a:pt x="105" y="425"/>
                    <a:pt x="103" y="423"/>
                  </a:cubicBezTo>
                  <a:cubicBezTo>
                    <a:pt x="103" y="424"/>
                    <a:pt x="102" y="424"/>
                    <a:pt x="102" y="425"/>
                  </a:cubicBezTo>
                  <a:cubicBezTo>
                    <a:pt x="100" y="423"/>
                    <a:pt x="98" y="420"/>
                    <a:pt x="98" y="417"/>
                  </a:cubicBezTo>
                  <a:cubicBezTo>
                    <a:pt x="98" y="416"/>
                    <a:pt x="99" y="415"/>
                    <a:pt x="99" y="414"/>
                  </a:cubicBezTo>
                  <a:cubicBezTo>
                    <a:pt x="97" y="414"/>
                    <a:pt x="96" y="414"/>
                    <a:pt x="95" y="414"/>
                  </a:cubicBezTo>
                  <a:cubicBezTo>
                    <a:pt x="94" y="412"/>
                    <a:pt x="94" y="411"/>
                    <a:pt x="94" y="408"/>
                  </a:cubicBezTo>
                  <a:cubicBezTo>
                    <a:pt x="94" y="408"/>
                    <a:pt x="94" y="408"/>
                    <a:pt x="94" y="408"/>
                  </a:cubicBezTo>
                  <a:cubicBezTo>
                    <a:pt x="94" y="408"/>
                    <a:pt x="94" y="407"/>
                    <a:pt x="93" y="407"/>
                  </a:cubicBezTo>
                  <a:cubicBezTo>
                    <a:pt x="92" y="407"/>
                    <a:pt x="91" y="407"/>
                    <a:pt x="89" y="407"/>
                  </a:cubicBezTo>
                  <a:cubicBezTo>
                    <a:pt x="87" y="407"/>
                    <a:pt x="85" y="405"/>
                    <a:pt x="83" y="405"/>
                  </a:cubicBezTo>
                  <a:cubicBezTo>
                    <a:pt x="81" y="405"/>
                    <a:pt x="81" y="405"/>
                    <a:pt x="80" y="406"/>
                  </a:cubicBezTo>
                  <a:cubicBezTo>
                    <a:pt x="79" y="406"/>
                    <a:pt x="78" y="406"/>
                    <a:pt x="78" y="407"/>
                  </a:cubicBezTo>
                  <a:cubicBezTo>
                    <a:pt x="78" y="408"/>
                    <a:pt x="79" y="409"/>
                    <a:pt x="80" y="410"/>
                  </a:cubicBezTo>
                  <a:cubicBezTo>
                    <a:pt x="80" y="412"/>
                    <a:pt x="80" y="413"/>
                    <a:pt x="81" y="414"/>
                  </a:cubicBezTo>
                  <a:cubicBezTo>
                    <a:pt x="82" y="416"/>
                    <a:pt x="83" y="416"/>
                    <a:pt x="84" y="417"/>
                  </a:cubicBezTo>
                  <a:cubicBezTo>
                    <a:pt x="85" y="417"/>
                    <a:pt x="85" y="417"/>
                    <a:pt x="85" y="418"/>
                  </a:cubicBezTo>
                  <a:cubicBezTo>
                    <a:pt x="83" y="420"/>
                    <a:pt x="80" y="420"/>
                    <a:pt x="78" y="422"/>
                  </a:cubicBezTo>
                  <a:cubicBezTo>
                    <a:pt x="76" y="422"/>
                    <a:pt x="75" y="423"/>
                    <a:pt x="73" y="423"/>
                  </a:cubicBezTo>
                  <a:cubicBezTo>
                    <a:pt x="73" y="424"/>
                    <a:pt x="73" y="425"/>
                    <a:pt x="72" y="426"/>
                  </a:cubicBezTo>
                  <a:cubicBezTo>
                    <a:pt x="72" y="427"/>
                    <a:pt x="71" y="426"/>
                    <a:pt x="70" y="427"/>
                  </a:cubicBezTo>
                  <a:cubicBezTo>
                    <a:pt x="69" y="427"/>
                    <a:pt x="68" y="428"/>
                    <a:pt x="67" y="428"/>
                  </a:cubicBezTo>
                  <a:cubicBezTo>
                    <a:pt x="67" y="428"/>
                    <a:pt x="66" y="428"/>
                    <a:pt x="65" y="428"/>
                  </a:cubicBezTo>
                  <a:cubicBezTo>
                    <a:pt x="65" y="429"/>
                    <a:pt x="65" y="429"/>
                    <a:pt x="64" y="430"/>
                  </a:cubicBezTo>
                  <a:cubicBezTo>
                    <a:pt x="63" y="431"/>
                    <a:pt x="62" y="433"/>
                    <a:pt x="59" y="433"/>
                  </a:cubicBezTo>
                  <a:cubicBezTo>
                    <a:pt x="58" y="433"/>
                    <a:pt x="58" y="432"/>
                    <a:pt x="57" y="431"/>
                  </a:cubicBezTo>
                  <a:cubicBezTo>
                    <a:pt x="56" y="431"/>
                    <a:pt x="55" y="430"/>
                    <a:pt x="55" y="428"/>
                  </a:cubicBezTo>
                  <a:cubicBezTo>
                    <a:pt x="54" y="430"/>
                    <a:pt x="54" y="430"/>
                    <a:pt x="54" y="432"/>
                  </a:cubicBezTo>
                  <a:cubicBezTo>
                    <a:pt x="53" y="433"/>
                    <a:pt x="52" y="433"/>
                    <a:pt x="52" y="434"/>
                  </a:cubicBezTo>
                  <a:cubicBezTo>
                    <a:pt x="52" y="440"/>
                    <a:pt x="52" y="440"/>
                    <a:pt x="52" y="440"/>
                  </a:cubicBezTo>
                  <a:cubicBezTo>
                    <a:pt x="51" y="442"/>
                    <a:pt x="51" y="443"/>
                    <a:pt x="50" y="444"/>
                  </a:cubicBezTo>
                  <a:cubicBezTo>
                    <a:pt x="49" y="444"/>
                    <a:pt x="49" y="445"/>
                    <a:pt x="49" y="445"/>
                  </a:cubicBezTo>
                  <a:cubicBezTo>
                    <a:pt x="48" y="445"/>
                    <a:pt x="47" y="445"/>
                    <a:pt x="46" y="444"/>
                  </a:cubicBezTo>
                  <a:cubicBezTo>
                    <a:pt x="45" y="444"/>
                    <a:pt x="46" y="442"/>
                    <a:pt x="45" y="442"/>
                  </a:cubicBezTo>
                  <a:cubicBezTo>
                    <a:pt x="44" y="442"/>
                    <a:pt x="43" y="442"/>
                    <a:pt x="42" y="443"/>
                  </a:cubicBezTo>
                  <a:cubicBezTo>
                    <a:pt x="42" y="443"/>
                    <a:pt x="41" y="442"/>
                    <a:pt x="41" y="443"/>
                  </a:cubicBezTo>
                  <a:cubicBezTo>
                    <a:pt x="40" y="443"/>
                    <a:pt x="40" y="445"/>
                    <a:pt x="39" y="446"/>
                  </a:cubicBezTo>
                  <a:cubicBezTo>
                    <a:pt x="38" y="448"/>
                    <a:pt x="37" y="449"/>
                    <a:pt x="36" y="451"/>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99"/>
            <p:cNvSpPr>
              <a:spLocks noEditPoints="1"/>
            </p:cNvSpPr>
            <p:nvPr/>
          </p:nvSpPr>
          <p:spPr bwMode="auto">
            <a:xfrm>
              <a:off x="2719388" y="2844800"/>
              <a:ext cx="427038" cy="868363"/>
            </a:xfrm>
            <a:custGeom>
              <a:avLst/>
              <a:gdLst/>
              <a:ahLst/>
              <a:cxnLst>
                <a:cxn ang="0">
                  <a:pos x="152" y="555"/>
                </a:cxn>
                <a:cxn ang="0">
                  <a:pos x="158" y="556"/>
                </a:cxn>
                <a:cxn ang="0">
                  <a:pos x="135" y="457"/>
                </a:cxn>
                <a:cxn ang="0">
                  <a:pos x="121" y="429"/>
                </a:cxn>
                <a:cxn ang="0">
                  <a:pos x="122" y="421"/>
                </a:cxn>
                <a:cxn ang="0">
                  <a:pos x="83" y="408"/>
                </a:cxn>
                <a:cxn ang="0">
                  <a:pos x="95" y="388"/>
                </a:cxn>
                <a:cxn ang="0">
                  <a:pos x="97" y="379"/>
                </a:cxn>
                <a:cxn ang="0">
                  <a:pos x="107" y="334"/>
                </a:cxn>
                <a:cxn ang="0">
                  <a:pos x="116" y="341"/>
                </a:cxn>
                <a:cxn ang="0">
                  <a:pos x="109" y="327"/>
                </a:cxn>
                <a:cxn ang="0">
                  <a:pos x="112" y="34"/>
                </a:cxn>
                <a:cxn ang="0">
                  <a:pos x="132" y="21"/>
                </a:cxn>
                <a:cxn ang="0">
                  <a:pos x="147" y="14"/>
                </a:cxn>
                <a:cxn ang="0">
                  <a:pos x="184" y="3"/>
                </a:cxn>
                <a:cxn ang="0">
                  <a:pos x="202" y="17"/>
                </a:cxn>
                <a:cxn ang="0">
                  <a:pos x="214" y="33"/>
                </a:cxn>
                <a:cxn ang="0">
                  <a:pos x="233" y="50"/>
                </a:cxn>
                <a:cxn ang="0">
                  <a:pos x="244" y="34"/>
                </a:cxn>
                <a:cxn ang="0">
                  <a:pos x="264" y="40"/>
                </a:cxn>
                <a:cxn ang="0">
                  <a:pos x="254" y="79"/>
                </a:cxn>
                <a:cxn ang="0">
                  <a:pos x="243" y="125"/>
                </a:cxn>
                <a:cxn ang="0">
                  <a:pos x="254" y="163"/>
                </a:cxn>
                <a:cxn ang="0">
                  <a:pos x="277" y="197"/>
                </a:cxn>
                <a:cxn ang="0">
                  <a:pos x="268" y="204"/>
                </a:cxn>
                <a:cxn ang="0">
                  <a:pos x="242" y="215"/>
                </a:cxn>
                <a:cxn ang="0">
                  <a:pos x="225" y="254"/>
                </a:cxn>
                <a:cxn ang="0">
                  <a:pos x="191" y="286"/>
                </a:cxn>
                <a:cxn ang="0">
                  <a:pos x="164" y="312"/>
                </a:cxn>
                <a:cxn ang="0">
                  <a:pos x="155" y="306"/>
                </a:cxn>
                <a:cxn ang="0">
                  <a:pos x="160" y="302"/>
                </a:cxn>
                <a:cxn ang="0">
                  <a:pos x="161" y="281"/>
                </a:cxn>
                <a:cxn ang="0">
                  <a:pos x="163" y="266"/>
                </a:cxn>
                <a:cxn ang="0">
                  <a:pos x="167" y="249"/>
                </a:cxn>
                <a:cxn ang="0">
                  <a:pos x="189" y="226"/>
                </a:cxn>
                <a:cxn ang="0">
                  <a:pos x="171" y="205"/>
                </a:cxn>
                <a:cxn ang="0">
                  <a:pos x="155" y="229"/>
                </a:cxn>
                <a:cxn ang="0">
                  <a:pos x="139" y="253"/>
                </a:cxn>
                <a:cxn ang="0">
                  <a:pos x="142" y="281"/>
                </a:cxn>
                <a:cxn ang="0">
                  <a:pos x="119" y="256"/>
                </a:cxn>
                <a:cxn ang="0">
                  <a:pos x="83" y="274"/>
                </a:cxn>
                <a:cxn ang="0">
                  <a:pos x="69" y="278"/>
                </a:cxn>
                <a:cxn ang="0">
                  <a:pos x="68" y="253"/>
                </a:cxn>
                <a:cxn ang="0">
                  <a:pos x="58" y="246"/>
                </a:cxn>
                <a:cxn ang="0">
                  <a:pos x="70" y="235"/>
                </a:cxn>
                <a:cxn ang="0">
                  <a:pos x="80" y="226"/>
                </a:cxn>
                <a:cxn ang="0">
                  <a:pos x="82" y="209"/>
                </a:cxn>
                <a:cxn ang="0">
                  <a:pos x="57" y="182"/>
                </a:cxn>
                <a:cxn ang="0">
                  <a:pos x="37" y="174"/>
                </a:cxn>
                <a:cxn ang="0">
                  <a:pos x="34" y="164"/>
                </a:cxn>
                <a:cxn ang="0">
                  <a:pos x="21" y="138"/>
                </a:cxn>
                <a:cxn ang="0">
                  <a:pos x="24" y="124"/>
                </a:cxn>
                <a:cxn ang="0">
                  <a:pos x="13" y="105"/>
                </a:cxn>
                <a:cxn ang="0">
                  <a:pos x="4" y="80"/>
                </a:cxn>
                <a:cxn ang="0">
                  <a:pos x="13" y="66"/>
                </a:cxn>
                <a:cxn ang="0">
                  <a:pos x="33" y="60"/>
                </a:cxn>
                <a:cxn ang="0">
                  <a:pos x="45" y="56"/>
                </a:cxn>
                <a:cxn ang="0">
                  <a:pos x="64" y="37"/>
                </a:cxn>
                <a:cxn ang="0">
                  <a:pos x="74" y="23"/>
                </a:cxn>
                <a:cxn ang="0">
                  <a:pos x="87" y="24"/>
                </a:cxn>
              </a:cxnLst>
              <a:rect l="0" t="0" r="r" b="b"/>
              <a:pathLst>
                <a:path w="277" h="564">
                  <a:moveTo>
                    <a:pt x="155" y="552"/>
                  </a:moveTo>
                  <a:cubicBezTo>
                    <a:pt x="154" y="551"/>
                    <a:pt x="154" y="551"/>
                    <a:pt x="153" y="550"/>
                  </a:cubicBezTo>
                  <a:cubicBezTo>
                    <a:pt x="151" y="550"/>
                    <a:pt x="151" y="550"/>
                    <a:pt x="151" y="550"/>
                  </a:cubicBezTo>
                  <a:cubicBezTo>
                    <a:pt x="151" y="553"/>
                    <a:pt x="151" y="553"/>
                    <a:pt x="151" y="553"/>
                  </a:cubicBezTo>
                  <a:cubicBezTo>
                    <a:pt x="151" y="554"/>
                    <a:pt x="152" y="554"/>
                    <a:pt x="152" y="555"/>
                  </a:cubicBezTo>
                  <a:cubicBezTo>
                    <a:pt x="153" y="557"/>
                    <a:pt x="154" y="558"/>
                    <a:pt x="155" y="560"/>
                  </a:cubicBezTo>
                  <a:cubicBezTo>
                    <a:pt x="155" y="563"/>
                    <a:pt x="157" y="564"/>
                    <a:pt x="160" y="564"/>
                  </a:cubicBezTo>
                  <a:cubicBezTo>
                    <a:pt x="161" y="564"/>
                    <a:pt x="162" y="562"/>
                    <a:pt x="162" y="561"/>
                  </a:cubicBezTo>
                  <a:cubicBezTo>
                    <a:pt x="162" y="560"/>
                    <a:pt x="161" y="560"/>
                    <a:pt x="161" y="559"/>
                  </a:cubicBezTo>
                  <a:cubicBezTo>
                    <a:pt x="160" y="558"/>
                    <a:pt x="159" y="557"/>
                    <a:pt x="158" y="556"/>
                  </a:cubicBezTo>
                  <a:cubicBezTo>
                    <a:pt x="157" y="555"/>
                    <a:pt x="156" y="553"/>
                    <a:pt x="155" y="552"/>
                  </a:cubicBezTo>
                  <a:close/>
                  <a:moveTo>
                    <a:pt x="134" y="451"/>
                  </a:moveTo>
                  <a:cubicBezTo>
                    <a:pt x="133" y="451"/>
                    <a:pt x="133" y="451"/>
                    <a:pt x="132" y="451"/>
                  </a:cubicBezTo>
                  <a:cubicBezTo>
                    <a:pt x="132" y="452"/>
                    <a:pt x="132" y="453"/>
                    <a:pt x="132" y="454"/>
                  </a:cubicBezTo>
                  <a:cubicBezTo>
                    <a:pt x="132" y="455"/>
                    <a:pt x="133" y="457"/>
                    <a:pt x="135" y="457"/>
                  </a:cubicBezTo>
                  <a:cubicBezTo>
                    <a:pt x="136" y="457"/>
                    <a:pt x="137" y="456"/>
                    <a:pt x="137" y="455"/>
                  </a:cubicBezTo>
                  <a:cubicBezTo>
                    <a:pt x="137" y="455"/>
                    <a:pt x="137" y="454"/>
                    <a:pt x="136" y="454"/>
                  </a:cubicBezTo>
                  <a:cubicBezTo>
                    <a:pt x="136" y="453"/>
                    <a:pt x="135" y="452"/>
                    <a:pt x="134" y="451"/>
                  </a:cubicBezTo>
                  <a:close/>
                  <a:moveTo>
                    <a:pt x="120" y="427"/>
                  </a:moveTo>
                  <a:cubicBezTo>
                    <a:pt x="120" y="428"/>
                    <a:pt x="121" y="428"/>
                    <a:pt x="121" y="429"/>
                  </a:cubicBezTo>
                  <a:cubicBezTo>
                    <a:pt x="122" y="430"/>
                    <a:pt x="122" y="430"/>
                    <a:pt x="123" y="430"/>
                  </a:cubicBezTo>
                  <a:cubicBezTo>
                    <a:pt x="126" y="430"/>
                    <a:pt x="129" y="428"/>
                    <a:pt x="129" y="424"/>
                  </a:cubicBezTo>
                  <a:cubicBezTo>
                    <a:pt x="129" y="422"/>
                    <a:pt x="130" y="421"/>
                    <a:pt x="128" y="420"/>
                  </a:cubicBezTo>
                  <a:cubicBezTo>
                    <a:pt x="127" y="419"/>
                    <a:pt x="126" y="420"/>
                    <a:pt x="124" y="420"/>
                  </a:cubicBezTo>
                  <a:cubicBezTo>
                    <a:pt x="123" y="420"/>
                    <a:pt x="123" y="420"/>
                    <a:pt x="122" y="421"/>
                  </a:cubicBezTo>
                  <a:cubicBezTo>
                    <a:pt x="121" y="421"/>
                    <a:pt x="122" y="422"/>
                    <a:pt x="121" y="423"/>
                  </a:cubicBezTo>
                  <a:cubicBezTo>
                    <a:pt x="121" y="424"/>
                    <a:pt x="120" y="425"/>
                    <a:pt x="120" y="427"/>
                  </a:cubicBezTo>
                  <a:close/>
                  <a:moveTo>
                    <a:pt x="84" y="404"/>
                  </a:moveTo>
                  <a:cubicBezTo>
                    <a:pt x="82" y="404"/>
                    <a:pt x="82" y="406"/>
                    <a:pt x="81" y="408"/>
                  </a:cubicBezTo>
                  <a:cubicBezTo>
                    <a:pt x="82" y="408"/>
                    <a:pt x="82" y="408"/>
                    <a:pt x="83" y="408"/>
                  </a:cubicBezTo>
                  <a:cubicBezTo>
                    <a:pt x="85" y="408"/>
                    <a:pt x="85" y="408"/>
                    <a:pt x="87" y="408"/>
                  </a:cubicBezTo>
                  <a:cubicBezTo>
                    <a:pt x="87" y="407"/>
                    <a:pt x="87" y="407"/>
                    <a:pt x="87" y="406"/>
                  </a:cubicBezTo>
                  <a:cubicBezTo>
                    <a:pt x="87" y="404"/>
                    <a:pt x="86" y="404"/>
                    <a:pt x="84" y="404"/>
                  </a:cubicBezTo>
                  <a:close/>
                  <a:moveTo>
                    <a:pt x="94" y="387"/>
                  </a:moveTo>
                  <a:cubicBezTo>
                    <a:pt x="94" y="388"/>
                    <a:pt x="94" y="388"/>
                    <a:pt x="95" y="388"/>
                  </a:cubicBezTo>
                  <a:cubicBezTo>
                    <a:pt x="95" y="389"/>
                    <a:pt x="95" y="389"/>
                    <a:pt x="95" y="390"/>
                  </a:cubicBezTo>
                  <a:cubicBezTo>
                    <a:pt x="97" y="388"/>
                    <a:pt x="97" y="387"/>
                    <a:pt x="98" y="385"/>
                  </a:cubicBezTo>
                  <a:cubicBezTo>
                    <a:pt x="98" y="384"/>
                    <a:pt x="99" y="384"/>
                    <a:pt x="100" y="383"/>
                  </a:cubicBezTo>
                  <a:cubicBezTo>
                    <a:pt x="100" y="381"/>
                    <a:pt x="100" y="380"/>
                    <a:pt x="100" y="379"/>
                  </a:cubicBezTo>
                  <a:cubicBezTo>
                    <a:pt x="99" y="379"/>
                    <a:pt x="98" y="379"/>
                    <a:pt x="97" y="379"/>
                  </a:cubicBezTo>
                  <a:cubicBezTo>
                    <a:pt x="97" y="379"/>
                    <a:pt x="97" y="380"/>
                    <a:pt x="97" y="380"/>
                  </a:cubicBezTo>
                  <a:cubicBezTo>
                    <a:pt x="97" y="383"/>
                    <a:pt x="94" y="384"/>
                    <a:pt x="94" y="387"/>
                  </a:cubicBezTo>
                  <a:close/>
                  <a:moveTo>
                    <a:pt x="109" y="327"/>
                  </a:moveTo>
                  <a:cubicBezTo>
                    <a:pt x="107" y="328"/>
                    <a:pt x="107" y="328"/>
                    <a:pt x="107" y="328"/>
                  </a:cubicBezTo>
                  <a:cubicBezTo>
                    <a:pt x="107" y="334"/>
                    <a:pt x="107" y="334"/>
                    <a:pt x="107" y="334"/>
                  </a:cubicBezTo>
                  <a:cubicBezTo>
                    <a:pt x="107" y="335"/>
                    <a:pt x="106" y="336"/>
                    <a:pt x="106" y="338"/>
                  </a:cubicBezTo>
                  <a:cubicBezTo>
                    <a:pt x="106" y="340"/>
                    <a:pt x="108" y="340"/>
                    <a:pt x="109" y="341"/>
                  </a:cubicBezTo>
                  <a:cubicBezTo>
                    <a:pt x="111" y="342"/>
                    <a:pt x="111" y="344"/>
                    <a:pt x="113" y="344"/>
                  </a:cubicBezTo>
                  <a:cubicBezTo>
                    <a:pt x="114" y="344"/>
                    <a:pt x="114" y="343"/>
                    <a:pt x="115" y="342"/>
                  </a:cubicBezTo>
                  <a:cubicBezTo>
                    <a:pt x="115" y="342"/>
                    <a:pt x="116" y="341"/>
                    <a:pt x="116" y="341"/>
                  </a:cubicBezTo>
                  <a:cubicBezTo>
                    <a:pt x="116" y="335"/>
                    <a:pt x="116" y="335"/>
                    <a:pt x="116" y="335"/>
                  </a:cubicBezTo>
                  <a:cubicBezTo>
                    <a:pt x="117" y="333"/>
                    <a:pt x="117" y="333"/>
                    <a:pt x="117" y="333"/>
                  </a:cubicBezTo>
                  <a:cubicBezTo>
                    <a:pt x="116" y="332"/>
                    <a:pt x="116" y="332"/>
                    <a:pt x="116" y="332"/>
                  </a:cubicBezTo>
                  <a:cubicBezTo>
                    <a:pt x="114" y="332"/>
                    <a:pt x="113" y="331"/>
                    <a:pt x="111" y="330"/>
                  </a:cubicBezTo>
                  <a:cubicBezTo>
                    <a:pt x="110" y="329"/>
                    <a:pt x="110" y="328"/>
                    <a:pt x="109" y="327"/>
                  </a:cubicBezTo>
                  <a:close/>
                  <a:moveTo>
                    <a:pt x="94" y="31"/>
                  </a:moveTo>
                  <a:cubicBezTo>
                    <a:pt x="96" y="32"/>
                    <a:pt x="97" y="30"/>
                    <a:pt x="99" y="30"/>
                  </a:cubicBezTo>
                  <a:cubicBezTo>
                    <a:pt x="101" y="31"/>
                    <a:pt x="101" y="32"/>
                    <a:pt x="103" y="32"/>
                  </a:cubicBezTo>
                  <a:cubicBezTo>
                    <a:pt x="106" y="33"/>
                    <a:pt x="109" y="33"/>
                    <a:pt x="112" y="34"/>
                  </a:cubicBezTo>
                  <a:cubicBezTo>
                    <a:pt x="112" y="34"/>
                    <a:pt x="112" y="34"/>
                    <a:pt x="112" y="34"/>
                  </a:cubicBezTo>
                  <a:cubicBezTo>
                    <a:pt x="116" y="32"/>
                    <a:pt x="117" y="29"/>
                    <a:pt x="120" y="26"/>
                  </a:cubicBezTo>
                  <a:cubicBezTo>
                    <a:pt x="123" y="27"/>
                    <a:pt x="123" y="27"/>
                    <a:pt x="123" y="27"/>
                  </a:cubicBezTo>
                  <a:cubicBezTo>
                    <a:pt x="125" y="26"/>
                    <a:pt x="126" y="25"/>
                    <a:pt x="128" y="24"/>
                  </a:cubicBezTo>
                  <a:cubicBezTo>
                    <a:pt x="128" y="24"/>
                    <a:pt x="129" y="24"/>
                    <a:pt x="130" y="23"/>
                  </a:cubicBezTo>
                  <a:cubicBezTo>
                    <a:pt x="131" y="22"/>
                    <a:pt x="131" y="21"/>
                    <a:pt x="132" y="21"/>
                  </a:cubicBezTo>
                  <a:cubicBezTo>
                    <a:pt x="133" y="20"/>
                    <a:pt x="134" y="21"/>
                    <a:pt x="136" y="21"/>
                  </a:cubicBezTo>
                  <a:cubicBezTo>
                    <a:pt x="136" y="21"/>
                    <a:pt x="136" y="20"/>
                    <a:pt x="136" y="19"/>
                  </a:cubicBezTo>
                  <a:cubicBezTo>
                    <a:pt x="138" y="18"/>
                    <a:pt x="138" y="17"/>
                    <a:pt x="140" y="16"/>
                  </a:cubicBezTo>
                  <a:cubicBezTo>
                    <a:pt x="141" y="16"/>
                    <a:pt x="142" y="15"/>
                    <a:pt x="143" y="14"/>
                  </a:cubicBezTo>
                  <a:cubicBezTo>
                    <a:pt x="145" y="14"/>
                    <a:pt x="146" y="14"/>
                    <a:pt x="147" y="14"/>
                  </a:cubicBezTo>
                  <a:cubicBezTo>
                    <a:pt x="148" y="14"/>
                    <a:pt x="149" y="13"/>
                    <a:pt x="151" y="12"/>
                  </a:cubicBezTo>
                  <a:cubicBezTo>
                    <a:pt x="153" y="11"/>
                    <a:pt x="155" y="11"/>
                    <a:pt x="158" y="11"/>
                  </a:cubicBezTo>
                  <a:cubicBezTo>
                    <a:pt x="158" y="8"/>
                    <a:pt x="158" y="5"/>
                    <a:pt x="161" y="3"/>
                  </a:cubicBezTo>
                  <a:cubicBezTo>
                    <a:pt x="164" y="1"/>
                    <a:pt x="167" y="0"/>
                    <a:pt x="171" y="0"/>
                  </a:cubicBezTo>
                  <a:cubicBezTo>
                    <a:pt x="176" y="0"/>
                    <a:pt x="179" y="3"/>
                    <a:pt x="184" y="3"/>
                  </a:cubicBezTo>
                  <a:cubicBezTo>
                    <a:pt x="188" y="4"/>
                    <a:pt x="190" y="4"/>
                    <a:pt x="193" y="6"/>
                  </a:cubicBezTo>
                  <a:cubicBezTo>
                    <a:pt x="194" y="7"/>
                    <a:pt x="196" y="7"/>
                    <a:pt x="197" y="8"/>
                  </a:cubicBezTo>
                  <a:cubicBezTo>
                    <a:pt x="197" y="9"/>
                    <a:pt x="197" y="9"/>
                    <a:pt x="197" y="10"/>
                  </a:cubicBezTo>
                  <a:cubicBezTo>
                    <a:pt x="199" y="11"/>
                    <a:pt x="200" y="12"/>
                    <a:pt x="201" y="15"/>
                  </a:cubicBezTo>
                  <a:cubicBezTo>
                    <a:pt x="202" y="15"/>
                    <a:pt x="202" y="16"/>
                    <a:pt x="202" y="17"/>
                  </a:cubicBezTo>
                  <a:cubicBezTo>
                    <a:pt x="203" y="18"/>
                    <a:pt x="205" y="17"/>
                    <a:pt x="206" y="18"/>
                  </a:cubicBezTo>
                  <a:cubicBezTo>
                    <a:pt x="207" y="18"/>
                    <a:pt x="207" y="19"/>
                    <a:pt x="207" y="20"/>
                  </a:cubicBezTo>
                  <a:cubicBezTo>
                    <a:pt x="209" y="25"/>
                    <a:pt x="207" y="28"/>
                    <a:pt x="208" y="32"/>
                  </a:cubicBezTo>
                  <a:cubicBezTo>
                    <a:pt x="208" y="32"/>
                    <a:pt x="208" y="32"/>
                    <a:pt x="208" y="32"/>
                  </a:cubicBezTo>
                  <a:cubicBezTo>
                    <a:pt x="210" y="33"/>
                    <a:pt x="212" y="32"/>
                    <a:pt x="214" y="33"/>
                  </a:cubicBezTo>
                  <a:cubicBezTo>
                    <a:pt x="216" y="35"/>
                    <a:pt x="215" y="37"/>
                    <a:pt x="217" y="38"/>
                  </a:cubicBezTo>
                  <a:cubicBezTo>
                    <a:pt x="218" y="39"/>
                    <a:pt x="220" y="39"/>
                    <a:pt x="221" y="39"/>
                  </a:cubicBezTo>
                  <a:cubicBezTo>
                    <a:pt x="221" y="41"/>
                    <a:pt x="221" y="43"/>
                    <a:pt x="223" y="45"/>
                  </a:cubicBezTo>
                  <a:cubicBezTo>
                    <a:pt x="225" y="46"/>
                    <a:pt x="226" y="46"/>
                    <a:pt x="228" y="47"/>
                  </a:cubicBezTo>
                  <a:cubicBezTo>
                    <a:pt x="230" y="48"/>
                    <a:pt x="231" y="50"/>
                    <a:pt x="233" y="50"/>
                  </a:cubicBezTo>
                  <a:cubicBezTo>
                    <a:pt x="235" y="50"/>
                    <a:pt x="235" y="49"/>
                    <a:pt x="236" y="48"/>
                  </a:cubicBezTo>
                  <a:cubicBezTo>
                    <a:pt x="238" y="46"/>
                    <a:pt x="239" y="45"/>
                    <a:pt x="241" y="43"/>
                  </a:cubicBezTo>
                  <a:cubicBezTo>
                    <a:pt x="242" y="42"/>
                    <a:pt x="243" y="42"/>
                    <a:pt x="244" y="41"/>
                  </a:cubicBezTo>
                  <a:cubicBezTo>
                    <a:pt x="245" y="40"/>
                    <a:pt x="246" y="39"/>
                    <a:pt x="246" y="38"/>
                  </a:cubicBezTo>
                  <a:cubicBezTo>
                    <a:pt x="246" y="36"/>
                    <a:pt x="244" y="36"/>
                    <a:pt x="244" y="34"/>
                  </a:cubicBezTo>
                  <a:cubicBezTo>
                    <a:pt x="243" y="33"/>
                    <a:pt x="243" y="31"/>
                    <a:pt x="243" y="29"/>
                  </a:cubicBezTo>
                  <a:cubicBezTo>
                    <a:pt x="244" y="30"/>
                    <a:pt x="245" y="30"/>
                    <a:pt x="246" y="32"/>
                  </a:cubicBezTo>
                  <a:cubicBezTo>
                    <a:pt x="247" y="33"/>
                    <a:pt x="247" y="34"/>
                    <a:pt x="248" y="35"/>
                  </a:cubicBezTo>
                  <a:cubicBezTo>
                    <a:pt x="251" y="37"/>
                    <a:pt x="253" y="38"/>
                    <a:pt x="257" y="38"/>
                  </a:cubicBezTo>
                  <a:cubicBezTo>
                    <a:pt x="260" y="39"/>
                    <a:pt x="261" y="39"/>
                    <a:pt x="264" y="40"/>
                  </a:cubicBezTo>
                  <a:cubicBezTo>
                    <a:pt x="267" y="41"/>
                    <a:pt x="267" y="42"/>
                    <a:pt x="270" y="43"/>
                  </a:cubicBezTo>
                  <a:cubicBezTo>
                    <a:pt x="270" y="43"/>
                    <a:pt x="270" y="43"/>
                    <a:pt x="270" y="43"/>
                  </a:cubicBezTo>
                  <a:cubicBezTo>
                    <a:pt x="269" y="46"/>
                    <a:pt x="268" y="48"/>
                    <a:pt x="267" y="51"/>
                  </a:cubicBezTo>
                  <a:cubicBezTo>
                    <a:pt x="264" y="58"/>
                    <a:pt x="262" y="61"/>
                    <a:pt x="259" y="68"/>
                  </a:cubicBezTo>
                  <a:cubicBezTo>
                    <a:pt x="257" y="72"/>
                    <a:pt x="256" y="75"/>
                    <a:pt x="254" y="79"/>
                  </a:cubicBezTo>
                  <a:cubicBezTo>
                    <a:pt x="254" y="81"/>
                    <a:pt x="253" y="82"/>
                    <a:pt x="252" y="83"/>
                  </a:cubicBezTo>
                  <a:cubicBezTo>
                    <a:pt x="250" y="88"/>
                    <a:pt x="250" y="91"/>
                    <a:pt x="249" y="97"/>
                  </a:cubicBezTo>
                  <a:cubicBezTo>
                    <a:pt x="248" y="98"/>
                    <a:pt x="248" y="99"/>
                    <a:pt x="248" y="101"/>
                  </a:cubicBezTo>
                  <a:cubicBezTo>
                    <a:pt x="248" y="105"/>
                    <a:pt x="250" y="107"/>
                    <a:pt x="250" y="111"/>
                  </a:cubicBezTo>
                  <a:cubicBezTo>
                    <a:pt x="250" y="117"/>
                    <a:pt x="243" y="119"/>
                    <a:pt x="243" y="125"/>
                  </a:cubicBezTo>
                  <a:cubicBezTo>
                    <a:pt x="243" y="127"/>
                    <a:pt x="243" y="127"/>
                    <a:pt x="243" y="129"/>
                  </a:cubicBezTo>
                  <a:cubicBezTo>
                    <a:pt x="244" y="134"/>
                    <a:pt x="244" y="137"/>
                    <a:pt x="245" y="141"/>
                  </a:cubicBezTo>
                  <a:cubicBezTo>
                    <a:pt x="245" y="143"/>
                    <a:pt x="246" y="144"/>
                    <a:pt x="246" y="146"/>
                  </a:cubicBezTo>
                  <a:cubicBezTo>
                    <a:pt x="247" y="147"/>
                    <a:pt x="247" y="148"/>
                    <a:pt x="247" y="149"/>
                  </a:cubicBezTo>
                  <a:cubicBezTo>
                    <a:pt x="249" y="155"/>
                    <a:pt x="251" y="158"/>
                    <a:pt x="254" y="163"/>
                  </a:cubicBezTo>
                  <a:cubicBezTo>
                    <a:pt x="256" y="168"/>
                    <a:pt x="258" y="171"/>
                    <a:pt x="261" y="176"/>
                  </a:cubicBezTo>
                  <a:cubicBezTo>
                    <a:pt x="262" y="178"/>
                    <a:pt x="263" y="179"/>
                    <a:pt x="265" y="182"/>
                  </a:cubicBezTo>
                  <a:cubicBezTo>
                    <a:pt x="267" y="185"/>
                    <a:pt x="268" y="187"/>
                    <a:pt x="270" y="190"/>
                  </a:cubicBezTo>
                  <a:cubicBezTo>
                    <a:pt x="271" y="193"/>
                    <a:pt x="272" y="195"/>
                    <a:pt x="273" y="197"/>
                  </a:cubicBezTo>
                  <a:cubicBezTo>
                    <a:pt x="274" y="198"/>
                    <a:pt x="275" y="197"/>
                    <a:pt x="277" y="197"/>
                  </a:cubicBezTo>
                  <a:cubicBezTo>
                    <a:pt x="277" y="205"/>
                    <a:pt x="277" y="205"/>
                    <a:pt x="277" y="205"/>
                  </a:cubicBezTo>
                  <a:cubicBezTo>
                    <a:pt x="276" y="205"/>
                    <a:pt x="276" y="205"/>
                    <a:pt x="275" y="205"/>
                  </a:cubicBezTo>
                  <a:cubicBezTo>
                    <a:pt x="273" y="205"/>
                    <a:pt x="273" y="204"/>
                    <a:pt x="271" y="203"/>
                  </a:cubicBezTo>
                  <a:cubicBezTo>
                    <a:pt x="271" y="203"/>
                    <a:pt x="270" y="203"/>
                    <a:pt x="269" y="203"/>
                  </a:cubicBezTo>
                  <a:cubicBezTo>
                    <a:pt x="268" y="204"/>
                    <a:pt x="268" y="204"/>
                    <a:pt x="268" y="204"/>
                  </a:cubicBezTo>
                  <a:cubicBezTo>
                    <a:pt x="268" y="204"/>
                    <a:pt x="266" y="205"/>
                    <a:pt x="263" y="205"/>
                  </a:cubicBezTo>
                  <a:cubicBezTo>
                    <a:pt x="256" y="205"/>
                    <a:pt x="256" y="205"/>
                    <a:pt x="256" y="205"/>
                  </a:cubicBezTo>
                  <a:cubicBezTo>
                    <a:pt x="253" y="205"/>
                    <a:pt x="251" y="207"/>
                    <a:pt x="248" y="209"/>
                  </a:cubicBezTo>
                  <a:cubicBezTo>
                    <a:pt x="246" y="210"/>
                    <a:pt x="245" y="211"/>
                    <a:pt x="243" y="213"/>
                  </a:cubicBezTo>
                  <a:cubicBezTo>
                    <a:pt x="243" y="214"/>
                    <a:pt x="242" y="214"/>
                    <a:pt x="242" y="215"/>
                  </a:cubicBezTo>
                  <a:cubicBezTo>
                    <a:pt x="238" y="219"/>
                    <a:pt x="235" y="222"/>
                    <a:pt x="232" y="227"/>
                  </a:cubicBezTo>
                  <a:cubicBezTo>
                    <a:pt x="230" y="229"/>
                    <a:pt x="230" y="230"/>
                    <a:pt x="229" y="233"/>
                  </a:cubicBezTo>
                  <a:cubicBezTo>
                    <a:pt x="228" y="235"/>
                    <a:pt x="227" y="236"/>
                    <a:pt x="226" y="238"/>
                  </a:cubicBezTo>
                  <a:cubicBezTo>
                    <a:pt x="225" y="242"/>
                    <a:pt x="226" y="244"/>
                    <a:pt x="225" y="249"/>
                  </a:cubicBezTo>
                  <a:cubicBezTo>
                    <a:pt x="225" y="251"/>
                    <a:pt x="225" y="252"/>
                    <a:pt x="225" y="254"/>
                  </a:cubicBezTo>
                  <a:cubicBezTo>
                    <a:pt x="225" y="272"/>
                    <a:pt x="225" y="272"/>
                    <a:pt x="225" y="272"/>
                  </a:cubicBezTo>
                  <a:cubicBezTo>
                    <a:pt x="221" y="276"/>
                    <a:pt x="218" y="276"/>
                    <a:pt x="214" y="279"/>
                  </a:cubicBezTo>
                  <a:cubicBezTo>
                    <a:pt x="210" y="281"/>
                    <a:pt x="207" y="284"/>
                    <a:pt x="203" y="284"/>
                  </a:cubicBezTo>
                  <a:cubicBezTo>
                    <a:pt x="200" y="284"/>
                    <a:pt x="198" y="284"/>
                    <a:pt x="196" y="284"/>
                  </a:cubicBezTo>
                  <a:cubicBezTo>
                    <a:pt x="194" y="284"/>
                    <a:pt x="193" y="285"/>
                    <a:pt x="191" y="286"/>
                  </a:cubicBezTo>
                  <a:cubicBezTo>
                    <a:pt x="190" y="287"/>
                    <a:pt x="189" y="288"/>
                    <a:pt x="187" y="289"/>
                  </a:cubicBezTo>
                  <a:cubicBezTo>
                    <a:pt x="183" y="291"/>
                    <a:pt x="183" y="294"/>
                    <a:pt x="180" y="297"/>
                  </a:cubicBezTo>
                  <a:cubicBezTo>
                    <a:pt x="177" y="301"/>
                    <a:pt x="177" y="304"/>
                    <a:pt x="174" y="308"/>
                  </a:cubicBezTo>
                  <a:cubicBezTo>
                    <a:pt x="172" y="311"/>
                    <a:pt x="170" y="313"/>
                    <a:pt x="167" y="313"/>
                  </a:cubicBezTo>
                  <a:cubicBezTo>
                    <a:pt x="166" y="313"/>
                    <a:pt x="165" y="312"/>
                    <a:pt x="164" y="312"/>
                  </a:cubicBezTo>
                  <a:cubicBezTo>
                    <a:pt x="163" y="312"/>
                    <a:pt x="163" y="313"/>
                    <a:pt x="162" y="313"/>
                  </a:cubicBezTo>
                  <a:cubicBezTo>
                    <a:pt x="160" y="313"/>
                    <a:pt x="161" y="310"/>
                    <a:pt x="160" y="309"/>
                  </a:cubicBezTo>
                  <a:cubicBezTo>
                    <a:pt x="160" y="309"/>
                    <a:pt x="159" y="309"/>
                    <a:pt x="159" y="308"/>
                  </a:cubicBezTo>
                  <a:cubicBezTo>
                    <a:pt x="158" y="308"/>
                    <a:pt x="158" y="308"/>
                    <a:pt x="157" y="308"/>
                  </a:cubicBezTo>
                  <a:cubicBezTo>
                    <a:pt x="156" y="308"/>
                    <a:pt x="156" y="307"/>
                    <a:pt x="155" y="306"/>
                  </a:cubicBezTo>
                  <a:cubicBezTo>
                    <a:pt x="154" y="306"/>
                    <a:pt x="153" y="306"/>
                    <a:pt x="152" y="306"/>
                  </a:cubicBezTo>
                  <a:cubicBezTo>
                    <a:pt x="152" y="306"/>
                    <a:pt x="152" y="305"/>
                    <a:pt x="152" y="305"/>
                  </a:cubicBezTo>
                  <a:cubicBezTo>
                    <a:pt x="153" y="303"/>
                    <a:pt x="154" y="303"/>
                    <a:pt x="155" y="303"/>
                  </a:cubicBezTo>
                  <a:cubicBezTo>
                    <a:pt x="156" y="303"/>
                    <a:pt x="157" y="303"/>
                    <a:pt x="158" y="303"/>
                  </a:cubicBezTo>
                  <a:cubicBezTo>
                    <a:pt x="159" y="303"/>
                    <a:pt x="159" y="302"/>
                    <a:pt x="160" y="302"/>
                  </a:cubicBezTo>
                  <a:cubicBezTo>
                    <a:pt x="161" y="302"/>
                    <a:pt x="162" y="302"/>
                    <a:pt x="163" y="302"/>
                  </a:cubicBezTo>
                  <a:cubicBezTo>
                    <a:pt x="163" y="301"/>
                    <a:pt x="163" y="301"/>
                    <a:pt x="163" y="300"/>
                  </a:cubicBezTo>
                  <a:cubicBezTo>
                    <a:pt x="163" y="298"/>
                    <a:pt x="162" y="298"/>
                    <a:pt x="161" y="297"/>
                  </a:cubicBezTo>
                  <a:cubicBezTo>
                    <a:pt x="160" y="294"/>
                    <a:pt x="158" y="293"/>
                    <a:pt x="158" y="290"/>
                  </a:cubicBezTo>
                  <a:cubicBezTo>
                    <a:pt x="158" y="287"/>
                    <a:pt x="161" y="285"/>
                    <a:pt x="161" y="281"/>
                  </a:cubicBezTo>
                  <a:cubicBezTo>
                    <a:pt x="161" y="279"/>
                    <a:pt x="159" y="278"/>
                    <a:pt x="159" y="276"/>
                  </a:cubicBezTo>
                  <a:cubicBezTo>
                    <a:pt x="159" y="274"/>
                    <a:pt x="160" y="273"/>
                    <a:pt x="161" y="272"/>
                  </a:cubicBezTo>
                  <a:cubicBezTo>
                    <a:pt x="161" y="272"/>
                    <a:pt x="162" y="272"/>
                    <a:pt x="162" y="271"/>
                  </a:cubicBezTo>
                  <a:cubicBezTo>
                    <a:pt x="162" y="271"/>
                    <a:pt x="162" y="270"/>
                    <a:pt x="162" y="269"/>
                  </a:cubicBezTo>
                  <a:cubicBezTo>
                    <a:pt x="163" y="268"/>
                    <a:pt x="163" y="267"/>
                    <a:pt x="163" y="266"/>
                  </a:cubicBezTo>
                  <a:cubicBezTo>
                    <a:pt x="163" y="264"/>
                    <a:pt x="162" y="263"/>
                    <a:pt x="162" y="261"/>
                  </a:cubicBezTo>
                  <a:cubicBezTo>
                    <a:pt x="162" y="260"/>
                    <a:pt x="162" y="259"/>
                    <a:pt x="162" y="258"/>
                  </a:cubicBezTo>
                  <a:cubicBezTo>
                    <a:pt x="161" y="257"/>
                    <a:pt x="160" y="257"/>
                    <a:pt x="160" y="256"/>
                  </a:cubicBezTo>
                  <a:cubicBezTo>
                    <a:pt x="160" y="253"/>
                    <a:pt x="162" y="253"/>
                    <a:pt x="164" y="252"/>
                  </a:cubicBezTo>
                  <a:cubicBezTo>
                    <a:pt x="165" y="251"/>
                    <a:pt x="166" y="250"/>
                    <a:pt x="167" y="249"/>
                  </a:cubicBezTo>
                  <a:cubicBezTo>
                    <a:pt x="170" y="248"/>
                    <a:pt x="172" y="247"/>
                    <a:pt x="173" y="245"/>
                  </a:cubicBezTo>
                  <a:cubicBezTo>
                    <a:pt x="174" y="243"/>
                    <a:pt x="173" y="241"/>
                    <a:pt x="174" y="240"/>
                  </a:cubicBezTo>
                  <a:cubicBezTo>
                    <a:pt x="176" y="236"/>
                    <a:pt x="181" y="236"/>
                    <a:pt x="183" y="232"/>
                  </a:cubicBezTo>
                  <a:cubicBezTo>
                    <a:pt x="184" y="230"/>
                    <a:pt x="184" y="228"/>
                    <a:pt x="186" y="227"/>
                  </a:cubicBezTo>
                  <a:cubicBezTo>
                    <a:pt x="187" y="227"/>
                    <a:pt x="188" y="226"/>
                    <a:pt x="189" y="226"/>
                  </a:cubicBezTo>
                  <a:cubicBezTo>
                    <a:pt x="190" y="225"/>
                    <a:pt x="192" y="225"/>
                    <a:pt x="192" y="224"/>
                  </a:cubicBezTo>
                  <a:cubicBezTo>
                    <a:pt x="192" y="219"/>
                    <a:pt x="187" y="217"/>
                    <a:pt x="183" y="214"/>
                  </a:cubicBezTo>
                  <a:cubicBezTo>
                    <a:pt x="181" y="212"/>
                    <a:pt x="179" y="212"/>
                    <a:pt x="177" y="210"/>
                  </a:cubicBezTo>
                  <a:cubicBezTo>
                    <a:pt x="176" y="209"/>
                    <a:pt x="175" y="208"/>
                    <a:pt x="174" y="207"/>
                  </a:cubicBezTo>
                  <a:cubicBezTo>
                    <a:pt x="173" y="206"/>
                    <a:pt x="172" y="205"/>
                    <a:pt x="171" y="205"/>
                  </a:cubicBezTo>
                  <a:cubicBezTo>
                    <a:pt x="168" y="205"/>
                    <a:pt x="167" y="208"/>
                    <a:pt x="166" y="210"/>
                  </a:cubicBezTo>
                  <a:cubicBezTo>
                    <a:pt x="163" y="212"/>
                    <a:pt x="161" y="213"/>
                    <a:pt x="160" y="216"/>
                  </a:cubicBezTo>
                  <a:cubicBezTo>
                    <a:pt x="159" y="218"/>
                    <a:pt x="159" y="219"/>
                    <a:pt x="158" y="221"/>
                  </a:cubicBezTo>
                  <a:cubicBezTo>
                    <a:pt x="157" y="222"/>
                    <a:pt x="156" y="222"/>
                    <a:pt x="155" y="223"/>
                  </a:cubicBezTo>
                  <a:cubicBezTo>
                    <a:pt x="155" y="225"/>
                    <a:pt x="156" y="227"/>
                    <a:pt x="155" y="229"/>
                  </a:cubicBezTo>
                  <a:cubicBezTo>
                    <a:pt x="154" y="232"/>
                    <a:pt x="152" y="234"/>
                    <a:pt x="150" y="236"/>
                  </a:cubicBezTo>
                  <a:cubicBezTo>
                    <a:pt x="148" y="238"/>
                    <a:pt x="146" y="239"/>
                    <a:pt x="144" y="240"/>
                  </a:cubicBezTo>
                  <a:cubicBezTo>
                    <a:pt x="143" y="241"/>
                    <a:pt x="142" y="241"/>
                    <a:pt x="141" y="242"/>
                  </a:cubicBezTo>
                  <a:cubicBezTo>
                    <a:pt x="140" y="243"/>
                    <a:pt x="140" y="245"/>
                    <a:pt x="140" y="248"/>
                  </a:cubicBezTo>
                  <a:cubicBezTo>
                    <a:pt x="140" y="250"/>
                    <a:pt x="139" y="251"/>
                    <a:pt x="139" y="253"/>
                  </a:cubicBezTo>
                  <a:cubicBezTo>
                    <a:pt x="139" y="257"/>
                    <a:pt x="139" y="260"/>
                    <a:pt x="142" y="261"/>
                  </a:cubicBezTo>
                  <a:cubicBezTo>
                    <a:pt x="144" y="263"/>
                    <a:pt x="145" y="263"/>
                    <a:pt x="147" y="265"/>
                  </a:cubicBezTo>
                  <a:cubicBezTo>
                    <a:pt x="148" y="266"/>
                    <a:pt x="149" y="266"/>
                    <a:pt x="149" y="268"/>
                  </a:cubicBezTo>
                  <a:cubicBezTo>
                    <a:pt x="149" y="271"/>
                    <a:pt x="145" y="272"/>
                    <a:pt x="142" y="272"/>
                  </a:cubicBezTo>
                  <a:cubicBezTo>
                    <a:pt x="142" y="275"/>
                    <a:pt x="143" y="277"/>
                    <a:pt x="142" y="281"/>
                  </a:cubicBezTo>
                  <a:cubicBezTo>
                    <a:pt x="140" y="281"/>
                    <a:pt x="138" y="281"/>
                    <a:pt x="136" y="281"/>
                  </a:cubicBezTo>
                  <a:cubicBezTo>
                    <a:pt x="136" y="278"/>
                    <a:pt x="135" y="276"/>
                    <a:pt x="135" y="273"/>
                  </a:cubicBezTo>
                  <a:cubicBezTo>
                    <a:pt x="134" y="269"/>
                    <a:pt x="134" y="266"/>
                    <a:pt x="132" y="263"/>
                  </a:cubicBezTo>
                  <a:cubicBezTo>
                    <a:pt x="131" y="260"/>
                    <a:pt x="129" y="260"/>
                    <a:pt x="126" y="259"/>
                  </a:cubicBezTo>
                  <a:cubicBezTo>
                    <a:pt x="124" y="257"/>
                    <a:pt x="122" y="256"/>
                    <a:pt x="119" y="256"/>
                  </a:cubicBezTo>
                  <a:cubicBezTo>
                    <a:pt x="114" y="256"/>
                    <a:pt x="111" y="257"/>
                    <a:pt x="106" y="259"/>
                  </a:cubicBezTo>
                  <a:cubicBezTo>
                    <a:pt x="103" y="259"/>
                    <a:pt x="102" y="260"/>
                    <a:pt x="99" y="261"/>
                  </a:cubicBezTo>
                  <a:cubicBezTo>
                    <a:pt x="96" y="263"/>
                    <a:pt x="94" y="264"/>
                    <a:pt x="91" y="266"/>
                  </a:cubicBezTo>
                  <a:cubicBezTo>
                    <a:pt x="88" y="267"/>
                    <a:pt x="86" y="267"/>
                    <a:pt x="84" y="269"/>
                  </a:cubicBezTo>
                  <a:cubicBezTo>
                    <a:pt x="83" y="271"/>
                    <a:pt x="83" y="272"/>
                    <a:pt x="83" y="274"/>
                  </a:cubicBezTo>
                  <a:cubicBezTo>
                    <a:pt x="83" y="276"/>
                    <a:pt x="83" y="277"/>
                    <a:pt x="83" y="279"/>
                  </a:cubicBezTo>
                  <a:cubicBezTo>
                    <a:pt x="82" y="280"/>
                    <a:pt x="81" y="280"/>
                    <a:pt x="80" y="280"/>
                  </a:cubicBezTo>
                  <a:cubicBezTo>
                    <a:pt x="79" y="281"/>
                    <a:pt x="78" y="282"/>
                    <a:pt x="78" y="282"/>
                  </a:cubicBezTo>
                  <a:cubicBezTo>
                    <a:pt x="78" y="282"/>
                    <a:pt x="78" y="282"/>
                    <a:pt x="78" y="282"/>
                  </a:cubicBezTo>
                  <a:cubicBezTo>
                    <a:pt x="74" y="281"/>
                    <a:pt x="72" y="280"/>
                    <a:pt x="69" y="278"/>
                  </a:cubicBezTo>
                  <a:cubicBezTo>
                    <a:pt x="66" y="276"/>
                    <a:pt x="66" y="274"/>
                    <a:pt x="66" y="271"/>
                  </a:cubicBezTo>
                  <a:cubicBezTo>
                    <a:pt x="65" y="269"/>
                    <a:pt x="64" y="269"/>
                    <a:pt x="64" y="268"/>
                  </a:cubicBezTo>
                  <a:cubicBezTo>
                    <a:pt x="64" y="264"/>
                    <a:pt x="68" y="263"/>
                    <a:pt x="68" y="259"/>
                  </a:cubicBezTo>
                  <a:cubicBezTo>
                    <a:pt x="68" y="258"/>
                    <a:pt x="68" y="258"/>
                    <a:pt x="68" y="257"/>
                  </a:cubicBezTo>
                  <a:cubicBezTo>
                    <a:pt x="68" y="256"/>
                    <a:pt x="68" y="255"/>
                    <a:pt x="68" y="253"/>
                  </a:cubicBezTo>
                  <a:cubicBezTo>
                    <a:pt x="68" y="251"/>
                    <a:pt x="67" y="249"/>
                    <a:pt x="66" y="246"/>
                  </a:cubicBezTo>
                  <a:cubicBezTo>
                    <a:pt x="65" y="246"/>
                    <a:pt x="65" y="246"/>
                    <a:pt x="64" y="246"/>
                  </a:cubicBezTo>
                  <a:cubicBezTo>
                    <a:pt x="63" y="246"/>
                    <a:pt x="62" y="247"/>
                    <a:pt x="61" y="247"/>
                  </a:cubicBezTo>
                  <a:cubicBezTo>
                    <a:pt x="60" y="247"/>
                    <a:pt x="59" y="246"/>
                    <a:pt x="58" y="246"/>
                  </a:cubicBezTo>
                  <a:cubicBezTo>
                    <a:pt x="58" y="246"/>
                    <a:pt x="58" y="246"/>
                    <a:pt x="58" y="246"/>
                  </a:cubicBezTo>
                  <a:cubicBezTo>
                    <a:pt x="59" y="244"/>
                    <a:pt x="59" y="243"/>
                    <a:pt x="59" y="241"/>
                  </a:cubicBezTo>
                  <a:cubicBezTo>
                    <a:pt x="59" y="241"/>
                    <a:pt x="59" y="240"/>
                    <a:pt x="59" y="240"/>
                  </a:cubicBezTo>
                  <a:cubicBezTo>
                    <a:pt x="59" y="238"/>
                    <a:pt x="61" y="238"/>
                    <a:pt x="62" y="237"/>
                  </a:cubicBezTo>
                  <a:cubicBezTo>
                    <a:pt x="63" y="237"/>
                    <a:pt x="63" y="236"/>
                    <a:pt x="64" y="236"/>
                  </a:cubicBezTo>
                  <a:cubicBezTo>
                    <a:pt x="66" y="235"/>
                    <a:pt x="68" y="236"/>
                    <a:pt x="70" y="235"/>
                  </a:cubicBezTo>
                  <a:cubicBezTo>
                    <a:pt x="71" y="234"/>
                    <a:pt x="71" y="233"/>
                    <a:pt x="72" y="233"/>
                  </a:cubicBezTo>
                  <a:cubicBezTo>
                    <a:pt x="72" y="232"/>
                    <a:pt x="72" y="232"/>
                    <a:pt x="72" y="231"/>
                  </a:cubicBezTo>
                  <a:cubicBezTo>
                    <a:pt x="73" y="231"/>
                    <a:pt x="73" y="231"/>
                    <a:pt x="73" y="231"/>
                  </a:cubicBezTo>
                  <a:cubicBezTo>
                    <a:pt x="75" y="230"/>
                    <a:pt x="77" y="230"/>
                    <a:pt x="78" y="229"/>
                  </a:cubicBezTo>
                  <a:cubicBezTo>
                    <a:pt x="79" y="228"/>
                    <a:pt x="79" y="227"/>
                    <a:pt x="80" y="226"/>
                  </a:cubicBezTo>
                  <a:cubicBezTo>
                    <a:pt x="81" y="224"/>
                    <a:pt x="81" y="223"/>
                    <a:pt x="81" y="221"/>
                  </a:cubicBezTo>
                  <a:cubicBezTo>
                    <a:pt x="81" y="219"/>
                    <a:pt x="80" y="217"/>
                    <a:pt x="80" y="214"/>
                  </a:cubicBezTo>
                  <a:cubicBezTo>
                    <a:pt x="80" y="212"/>
                    <a:pt x="82" y="213"/>
                    <a:pt x="84" y="211"/>
                  </a:cubicBezTo>
                  <a:cubicBezTo>
                    <a:pt x="84" y="211"/>
                    <a:pt x="84" y="211"/>
                    <a:pt x="84" y="211"/>
                  </a:cubicBezTo>
                  <a:cubicBezTo>
                    <a:pt x="83" y="210"/>
                    <a:pt x="82" y="210"/>
                    <a:pt x="82" y="209"/>
                  </a:cubicBezTo>
                  <a:cubicBezTo>
                    <a:pt x="80" y="207"/>
                    <a:pt x="78" y="207"/>
                    <a:pt x="76" y="205"/>
                  </a:cubicBezTo>
                  <a:cubicBezTo>
                    <a:pt x="73" y="203"/>
                    <a:pt x="71" y="201"/>
                    <a:pt x="69" y="199"/>
                  </a:cubicBezTo>
                  <a:cubicBezTo>
                    <a:pt x="64" y="194"/>
                    <a:pt x="65" y="189"/>
                    <a:pt x="61" y="183"/>
                  </a:cubicBezTo>
                  <a:cubicBezTo>
                    <a:pt x="61" y="183"/>
                    <a:pt x="61" y="183"/>
                    <a:pt x="61" y="183"/>
                  </a:cubicBezTo>
                  <a:cubicBezTo>
                    <a:pt x="57" y="182"/>
                    <a:pt x="57" y="182"/>
                    <a:pt x="57" y="182"/>
                  </a:cubicBezTo>
                  <a:cubicBezTo>
                    <a:pt x="55" y="182"/>
                    <a:pt x="53" y="183"/>
                    <a:pt x="51" y="182"/>
                  </a:cubicBezTo>
                  <a:cubicBezTo>
                    <a:pt x="50" y="182"/>
                    <a:pt x="49" y="180"/>
                    <a:pt x="47" y="180"/>
                  </a:cubicBezTo>
                  <a:cubicBezTo>
                    <a:pt x="47" y="180"/>
                    <a:pt x="46" y="180"/>
                    <a:pt x="45" y="179"/>
                  </a:cubicBezTo>
                  <a:cubicBezTo>
                    <a:pt x="44" y="178"/>
                    <a:pt x="44" y="177"/>
                    <a:pt x="44" y="176"/>
                  </a:cubicBezTo>
                  <a:cubicBezTo>
                    <a:pt x="41" y="176"/>
                    <a:pt x="40" y="175"/>
                    <a:pt x="37" y="174"/>
                  </a:cubicBezTo>
                  <a:cubicBezTo>
                    <a:pt x="37" y="174"/>
                    <a:pt x="37" y="174"/>
                    <a:pt x="37" y="174"/>
                  </a:cubicBezTo>
                  <a:cubicBezTo>
                    <a:pt x="37" y="174"/>
                    <a:pt x="38" y="173"/>
                    <a:pt x="38" y="172"/>
                  </a:cubicBezTo>
                  <a:cubicBezTo>
                    <a:pt x="38" y="170"/>
                    <a:pt x="35" y="169"/>
                    <a:pt x="35" y="166"/>
                  </a:cubicBezTo>
                  <a:cubicBezTo>
                    <a:pt x="34" y="165"/>
                    <a:pt x="34" y="165"/>
                    <a:pt x="34" y="164"/>
                  </a:cubicBezTo>
                  <a:cubicBezTo>
                    <a:pt x="34" y="164"/>
                    <a:pt x="34" y="164"/>
                    <a:pt x="34" y="164"/>
                  </a:cubicBezTo>
                  <a:cubicBezTo>
                    <a:pt x="32" y="161"/>
                    <a:pt x="29" y="161"/>
                    <a:pt x="27" y="158"/>
                  </a:cubicBezTo>
                  <a:cubicBezTo>
                    <a:pt x="26" y="156"/>
                    <a:pt x="27" y="154"/>
                    <a:pt x="26" y="151"/>
                  </a:cubicBezTo>
                  <a:cubicBezTo>
                    <a:pt x="26" y="149"/>
                    <a:pt x="28" y="146"/>
                    <a:pt x="25" y="144"/>
                  </a:cubicBezTo>
                  <a:cubicBezTo>
                    <a:pt x="25" y="143"/>
                    <a:pt x="23" y="144"/>
                    <a:pt x="23" y="143"/>
                  </a:cubicBezTo>
                  <a:cubicBezTo>
                    <a:pt x="21" y="142"/>
                    <a:pt x="21" y="140"/>
                    <a:pt x="21" y="138"/>
                  </a:cubicBezTo>
                  <a:cubicBezTo>
                    <a:pt x="22" y="138"/>
                    <a:pt x="23" y="138"/>
                    <a:pt x="25" y="138"/>
                  </a:cubicBezTo>
                  <a:cubicBezTo>
                    <a:pt x="25" y="137"/>
                    <a:pt x="25" y="137"/>
                    <a:pt x="25" y="136"/>
                  </a:cubicBezTo>
                  <a:cubicBezTo>
                    <a:pt x="25" y="132"/>
                    <a:pt x="25" y="130"/>
                    <a:pt x="24" y="127"/>
                  </a:cubicBezTo>
                  <a:cubicBezTo>
                    <a:pt x="24" y="126"/>
                    <a:pt x="23" y="126"/>
                    <a:pt x="23" y="125"/>
                  </a:cubicBezTo>
                  <a:cubicBezTo>
                    <a:pt x="23" y="124"/>
                    <a:pt x="24" y="124"/>
                    <a:pt x="24" y="124"/>
                  </a:cubicBezTo>
                  <a:cubicBezTo>
                    <a:pt x="26" y="122"/>
                    <a:pt x="28" y="121"/>
                    <a:pt x="28" y="119"/>
                  </a:cubicBezTo>
                  <a:cubicBezTo>
                    <a:pt x="28" y="116"/>
                    <a:pt x="26" y="115"/>
                    <a:pt x="26" y="112"/>
                  </a:cubicBezTo>
                  <a:cubicBezTo>
                    <a:pt x="26" y="104"/>
                    <a:pt x="26" y="104"/>
                    <a:pt x="26" y="104"/>
                  </a:cubicBezTo>
                  <a:cubicBezTo>
                    <a:pt x="24" y="104"/>
                    <a:pt x="22" y="104"/>
                    <a:pt x="19" y="104"/>
                  </a:cubicBezTo>
                  <a:cubicBezTo>
                    <a:pt x="17" y="104"/>
                    <a:pt x="16" y="105"/>
                    <a:pt x="13" y="105"/>
                  </a:cubicBezTo>
                  <a:cubicBezTo>
                    <a:pt x="10" y="105"/>
                    <a:pt x="8" y="105"/>
                    <a:pt x="4" y="104"/>
                  </a:cubicBezTo>
                  <a:cubicBezTo>
                    <a:pt x="2" y="104"/>
                    <a:pt x="1" y="102"/>
                    <a:pt x="1" y="100"/>
                  </a:cubicBezTo>
                  <a:cubicBezTo>
                    <a:pt x="0" y="98"/>
                    <a:pt x="0" y="96"/>
                    <a:pt x="0" y="94"/>
                  </a:cubicBezTo>
                  <a:cubicBezTo>
                    <a:pt x="0" y="91"/>
                    <a:pt x="1" y="89"/>
                    <a:pt x="2" y="86"/>
                  </a:cubicBezTo>
                  <a:cubicBezTo>
                    <a:pt x="3" y="84"/>
                    <a:pt x="2" y="82"/>
                    <a:pt x="4" y="80"/>
                  </a:cubicBezTo>
                  <a:cubicBezTo>
                    <a:pt x="4" y="79"/>
                    <a:pt x="5" y="78"/>
                    <a:pt x="6" y="77"/>
                  </a:cubicBezTo>
                  <a:cubicBezTo>
                    <a:pt x="6" y="76"/>
                    <a:pt x="6" y="74"/>
                    <a:pt x="8" y="73"/>
                  </a:cubicBezTo>
                  <a:cubicBezTo>
                    <a:pt x="10" y="72"/>
                    <a:pt x="11" y="73"/>
                    <a:pt x="13" y="72"/>
                  </a:cubicBezTo>
                  <a:cubicBezTo>
                    <a:pt x="14" y="72"/>
                    <a:pt x="15" y="72"/>
                    <a:pt x="15" y="71"/>
                  </a:cubicBezTo>
                  <a:cubicBezTo>
                    <a:pt x="15" y="69"/>
                    <a:pt x="13" y="68"/>
                    <a:pt x="13" y="66"/>
                  </a:cubicBezTo>
                  <a:cubicBezTo>
                    <a:pt x="13" y="65"/>
                    <a:pt x="13" y="65"/>
                    <a:pt x="13" y="64"/>
                  </a:cubicBezTo>
                  <a:cubicBezTo>
                    <a:pt x="16" y="64"/>
                    <a:pt x="18" y="63"/>
                    <a:pt x="21" y="63"/>
                  </a:cubicBezTo>
                  <a:cubicBezTo>
                    <a:pt x="22" y="63"/>
                    <a:pt x="22" y="63"/>
                    <a:pt x="23" y="63"/>
                  </a:cubicBezTo>
                  <a:cubicBezTo>
                    <a:pt x="26" y="62"/>
                    <a:pt x="27" y="61"/>
                    <a:pt x="30" y="60"/>
                  </a:cubicBezTo>
                  <a:cubicBezTo>
                    <a:pt x="31" y="60"/>
                    <a:pt x="32" y="60"/>
                    <a:pt x="33" y="60"/>
                  </a:cubicBezTo>
                  <a:cubicBezTo>
                    <a:pt x="33" y="60"/>
                    <a:pt x="33" y="60"/>
                    <a:pt x="33" y="60"/>
                  </a:cubicBezTo>
                  <a:cubicBezTo>
                    <a:pt x="34" y="58"/>
                    <a:pt x="35" y="56"/>
                    <a:pt x="37" y="56"/>
                  </a:cubicBezTo>
                  <a:cubicBezTo>
                    <a:pt x="38" y="56"/>
                    <a:pt x="39" y="57"/>
                    <a:pt x="39" y="57"/>
                  </a:cubicBezTo>
                  <a:cubicBezTo>
                    <a:pt x="41" y="58"/>
                    <a:pt x="41" y="58"/>
                    <a:pt x="43" y="58"/>
                  </a:cubicBezTo>
                  <a:cubicBezTo>
                    <a:pt x="44" y="58"/>
                    <a:pt x="45" y="57"/>
                    <a:pt x="45" y="56"/>
                  </a:cubicBezTo>
                  <a:cubicBezTo>
                    <a:pt x="46" y="55"/>
                    <a:pt x="47" y="55"/>
                    <a:pt x="47" y="53"/>
                  </a:cubicBezTo>
                  <a:cubicBezTo>
                    <a:pt x="47" y="52"/>
                    <a:pt x="47" y="51"/>
                    <a:pt x="47" y="50"/>
                  </a:cubicBezTo>
                  <a:cubicBezTo>
                    <a:pt x="51" y="50"/>
                    <a:pt x="53" y="49"/>
                    <a:pt x="56" y="47"/>
                  </a:cubicBezTo>
                  <a:cubicBezTo>
                    <a:pt x="59" y="45"/>
                    <a:pt x="58" y="41"/>
                    <a:pt x="58" y="37"/>
                  </a:cubicBezTo>
                  <a:cubicBezTo>
                    <a:pt x="64" y="37"/>
                    <a:pt x="64" y="37"/>
                    <a:pt x="64" y="37"/>
                  </a:cubicBezTo>
                  <a:cubicBezTo>
                    <a:pt x="64" y="37"/>
                    <a:pt x="64" y="36"/>
                    <a:pt x="64" y="36"/>
                  </a:cubicBezTo>
                  <a:cubicBezTo>
                    <a:pt x="64" y="32"/>
                    <a:pt x="64" y="31"/>
                    <a:pt x="64" y="27"/>
                  </a:cubicBezTo>
                  <a:cubicBezTo>
                    <a:pt x="64" y="26"/>
                    <a:pt x="64" y="25"/>
                    <a:pt x="64" y="24"/>
                  </a:cubicBezTo>
                  <a:cubicBezTo>
                    <a:pt x="66" y="24"/>
                    <a:pt x="67" y="24"/>
                    <a:pt x="69" y="24"/>
                  </a:cubicBezTo>
                  <a:cubicBezTo>
                    <a:pt x="71" y="24"/>
                    <a:pt x="72" y="24"/>
                    <a:pt x="74" y="23"/>
                  </a:cubicBezTo>
                  <a:cubicBezTo>
                    <a:pt x="74" y="22"/>
                    <a:pt x="75" y="22"/>
                    <a:pt x="75" y="22"/>
                  </a:cubicBezTo>
                  <a:cubicBezTo>
                    <a:pt x="77" y="19"/>
                    <a:pt x="77" y="17"/>
                    <a:pt x="78" y="15"/>
                  </a:cubicBezTo>
                  <a:cubicBezTo>
                    <a:pt x="79" y="16"/>
                    <a:pt x="80" y="17"/>
                    <a:pt x="81" y="18"/>
                  </a:cubicBezTo>
                  <a:cubicBezTo>
                    <a:pt x="82" y="19"/>
                    <a:pt x="84" y="19"/>
                    <a:pt x="85" y="20"/>
                  </a:cubicBezTo>
                  <a:cubicBezTo>
                    <a:pt x="86" y="22"/>
                    <a:pt x="86" y="23"/>
                    <a:pt x="87" y="24"/>
                  </a:cubicBezTo>
                  <a:cubicBezTo>
                    <a:pt x="87" y="25"/>
                    <a:pt x="87" y="26"/>
                    <a:pt x="87" y="27"/>
                  </a:cubicBezTo>
                  <a:cubicBezTo>
                    <a:pt x="88" y="28"/>
                    <a:pt x="90" y="27"/>
                    <a:pt x="91" y="28"/>
                  </a:cubicBezTo>
                  <a:cubicBezTo>
                    <a:pt x="92" y="29"/>
                    <a:pt x="92" y="30"/>
                    <a:pt x="92" y="31"/>
                  </a:cubicBezTo>
                  <a:cubicBezTo>
                    <a:pt x="94" y="31"/>
                    <a:pt x="94" y="31"/>
                    <a:pt x="94" y="31"/>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100"/>
            <p:cNvSpPr>
              <a:spLocks/>
            </p:cNvSpPr>
            <p:nvPr/>
          </p:nvSpPr>
          <p:spPr bwMode="auto">
            <a:xfrm>
              <a:off x="2854325" y="1863725"/>
              <a:ext cx="498475" cy="1058863"/>
            </a:xfrm>
            <a:custGeom>
              <a:avLst/>
              <a:gdLst/>
              <a:ahLst/>
              <a:cxnLst>
                <a:cxn ang="0">
                  <a:pos x="59" y="450"/>
                </a:cxn>
                <a:cxn ang="0">
                  <a:pos x="77" y="473"/>
                </a:cxn>
                <a:cxn ang="0">
                  <a:pos x="56" y="506"/>
                </a:cxn>
                <a:cxn ang="0">
                  <a:pos x="53" y="536"/>
                </a:cxn>
                <a:cxn ang="0">
                  <a:pos x="59" y="550"/>
                </a:cxn>
                <a:cxn ang="0">
                  <a:pos x="42" y="570"/>
                </a:cxn>
                <a:cxn ang="0">
                  <a:pos x="35" y="589"/>
                </a:cxn>
                <a:cxn ang="0">
                  <a:pos x="15" y="597"/>
                </a:cxn>
                <a:cxn ang="0">
                  <a:pos x="5" y="617"/>
                </a:cxn>
                <a:cxn ang="0">
                  <a:pos x="6" y="642"/>
                </a:cxn>
                <a:cxn ang="0">
                  <a:pos x="7" y="666"/>
                </a:cxn>
                <a:cxn ang="0">
                  <a:pos x="33" y="664"/>
                </a:cxn>
                <a:cxn ang="0">
                  <a:pos x="53" y="654"/>
                </a:cxn>
                <a:cxn ang="0">
                  <a:pos x="97" y="641"/>
                </a:cxn>
                <a:cxn ang="0">
                  <a:pos x="120" y="658"/>
                </a:cxn>
                <a:cxn ang="0">
                  <a:pos x="141" y="685"/>
                </a:cxn>
                <a:cxn ang="0">
                  <a:pos x="156" y="667"/>
                </a:cxn>
                <a:cxn ang="0">
                  <a:pos x="183" y="679"/>
                </a:cxn>
                <a:cxn ang="0">
                  <a:pos x="203" y="657"/>
                </a:cxn>
                <a:cxn ang="0">
                  <a:pos x="209" y="609"/>
                </a:cxn>
                <a:cxn ang="0">
                  <a:pos x="198" y="538"/>
                </a:cxn>
                <a:cxn ang="0">
                  <a:pos x="212" y="471"/>
                </a:cxn>
                <a:cxn ang="0">
                  <a:pos x="234" y="462"/>
                </a:cxn>
                <a:cxn ang="0">
                  <a:pos x="256" y="469"/>
                </a:cxn>
                <a:cxn ang="0">
                  <a:pos x="262" y="452"/>
                </a:cxn>
                <a:cxn ang="0">
                  <a:pos x="257" y="438"/>
                </a:cxn>
                <a:cxn ang="0">
                  <a:pos x="259" y="421"/>
                </a:cxn>
                <a:cxn ang="0">
                  <a:pos x="272" y="395"/>
                </a:cxn>
                <a:cxn ang="0">
                  <a:pos x="277" y="386"/>
                </a:cxn>
                <a:cxn ang="0">
                  <a:pos x="288" y="374"/>
                </a:cxn>
                <a:cxn ang="0">
                  <a:pos x="299" y="366"/>
                </a:cxn>
                <a:cxn ang="0">
                  <a:pos x="305" y="361"/>
                </a:cxn>
                <a:cxn ang="0">
                  <a:pos x="308" y="342"/>
                </a:cxn>
                <a:cxn ang="0">
                  <a:pos x="306" y="335"/>
                </a:cxn>
                <a:cxn ang="0">
                  <a:pos x="307" y="327"/>
                </a:cxn>
                <a:cxn ang="0">
                  <a:pos x="318" y="314"/>
                </a:cxn>
                <a:cxn ang="0">
                  <a:pos x="312" y="308"/>
                </a:cxn>
                <a:cxn ang="0">
                  <a:pos x="319" y="285"/>
                </a:cxn>
                <a:cxn ang="0">
                  <a:pos x="317" y="266"/>
                </a:cxn>
                <a:cxn ang="0">
                  <a:pos x="300" y="217"/>
                </a:cxn>
                <a:cxn ang="0">
                  <a:pos x="295" y="198"/>
                </a:cxn>
                <a:cxn ang="0">
                  <a:pos x="283" y="171"/>
                </a:cxn>
                <a:cxn ang="0">
                  <a:pos x="249" y="108"/>
                </a:cxn>
                <a:cxn ang="0">
                  <a:pos x="256" y="24"/>
                </a:cxn>
                <a:cxn ang="0">
                  <a:pos x="223" y="19"/>
                </a:cxn>
                <a:cxn ang="0">
                  <a:pos x="189" y="14"/>
                </a:cxn>
                <a:cxn ang="0">
                  <a:pos x="180" y="53"/>
                </a:cxn>
                <a:cxn ang="0">
                  <a:pos x="222" y="41"/>
                </a:cxn>
                <a:cxn ang="0">
                  <a:pos x="232" y="77"/>
                </a:cxn>
                <a:cxn ang="0">
                  <a:pos x="197" y="82"/>
                </a:cxn>
                <a:cxn ang="0">
                  <a:pos x="173" y="103"/>
                </a:cxn>
                <a:cxn ang="0">
                  <a:pos x="159" y="47"/>
                </a:cxn>
                <a:cxn ang="0">
                  <a:pos x="131" y="42"/>
                </a:cxn>
                <a:cxn ang="0">
                  <a:pos x="131" y="75"/>
                </a:cxn>
                <a:cxn ang="0">
                  <a:pos x="123" y="105"/>
                </a:cxn>
                <a:cxn ang="0">
                  <a:pos x="95" y="116"/>
                </a:cxn>
                <a:cxn ang="0">
                  <a:pos x="85" y="148"/>
                </a:cxn>
                <a:cxn ang="0">
                  <a:pos x="87" y="219"/>
                </a:cxn>
                <a:cxn ang="0">
                  <a:pos x="62" y="242"/>
                </a:cxn>
                <a:cxn ang="0">
                  <a:pos x="84" y="244"/>
                </a:cxn>
                <a:cxn ang="0">
                  <a:pos x="92" y="320"/>
                </a:cxn>
                <a:cxn ang="0">
                  <a:pos x="79" y="347"/>
                </a:cxn>
                <a:cxn ang="0">
                  <a:pos x="57" y="414"/>
                </a:cxn>
              </a:cxnLst>
              <a:rect l="0" t="0" r="r" b="b"/>
              <a:pathLst>
                <a:path w="324" h="688">
                  <a:moveTo>
                    <a:pt x="40" y="438"/>
                  </a:moveTo>
                  <a:cubicBezTo>
                    <a:pt x="41" y="439"/>
                    <a:pt x="42" y="441"/>
                    <a:pt x="43" y="442"/>
                  </a:cubicBezTo>
                  <a:cubicBezTo>
                    <a:pt x="44" y="442"/>
                    <a:pt x="45" y="442"/>
                    <a:pt x="46" y="442"/>
                  </a:cubicBezTo>
                  <a:cubicBezTo>
                    <a:pt x="48" y="443"/>
                    <a:pt x="49" y="444"/>
                    <a:pt x="51" y="445"/>
                  </a:cubicBezTo>
                  <a:cubicBezTo>
                    <a:pt x="52" y="446"/>
                    <a:pt x="54" y="446"/>
                    <a:pt x="56" y="446"/>
                  </a:cubicBezTo>
                  <a:cubicBezTo>
                    <a:pt x="57" y="447"/>
                    <a:pt x="59" y="446"/>
                    <a:pt x="59" y="448"/>
                  </a:cubicBezTo>
                  <a:cubicBezTo>
                    <a:pt x="60" y="448"/>
                    <a:pt x="59" y="449"/>
                    <a:pt x="59" y="450"/>
                  </a:cubicBezTo>
                  <a:cubicBezTo>
                    <a:pt x="60" y="454"/>
                    <a:pt x="61" y="455"/>
                    <a:pt x="61" y="459"/>
                  </a:cubicBezTo>
                  <a:cubicBezTo>
                    <a:pt x="61" y="460"/>
                    <a:pt x="60" y="460"/>
                    <a:pt x="60" y="461"/>
                  </a:cubicBezTo>
                  <a:cubicBezTo>
                    <a:pt x="60" y="462"/>
                    <a:pt x="61" y="462"/>
                    <a:pt x="62" y="463"/>
                  </a:cubicBezTo>
                  <a:cubicBezTo>
                    <a:pt x="63" y="465"/>
                    <a:pt x="62" y="466"/>
                    <a:pt x="62" y="467"/>
                  </a:cubicBezTo>
                  <a:cubicBezTo>
                    <a:pt x="65" y="467"/>
                    <a:pt x="66" y="467"/>
                    <a:pt x="68" y="468"/>
                  </a:cubicBezTo>
                  <a:cubicBezTo>
                    <a:pt x="70" y="468"/>
                    <a:pt x="72" y="468"/>
                    <a:pt x="73" y="468"/>
                  </a:cubicBezTo>
                  <a:cubicBezTo>
                    <a:pt x="75" y="469"/>
                    <a:pt x="76" y="471"/>
                    <a:pt x="77" y="473"/>
                  </a:cubicBezTo>
                  <a:cubicBezTo>
                    <a:pt x="79" y="475"/>
                    <a:pt x="81" y="477"/>
                    <a:pt x="81" y="479"/>
                  </a:cubicBezTo>
                  <a:cubicBezTo>
                    <a:pt x="81" y="480"/>
                    <a:pt x="80" y="480"/>
                    <a:pt x="79" y="480"/>
                  </a:cubicBezTo>
                  <a:cubicBezTo>
                    <a:pt x="79" y="481"/>
                    <a:pt x="79" y="481"/>
                    <a:pt x="79" y="482"/>
                  </a:cubicBezTo>
                  <a:cubicBezTo>
                    <a:pt x="77" y="484"/>
                    <a:pt x="76" y="486"/>
                    <a:pt x="73" y="487"/>
                  </a:cubicBezTo>
                  <a:cubicBezTo>
                    <a:pt x="70" y="489"/>
                    <a:pt x="68" y="490"/>
                    <a:pt x="65" y="490"/>
                  </a:cubicBezTo>
                  <a:cubicBezTo>
                    <a:pt x="63" y="490"/>
                    <a:pt x="61" y="490"/>
                    <a:pt x="59" y="490"/>
                  </a:cubicBezTo>
                  <a:cubicBezTo>
                    <a:pt x="56" y="506"/>
                    <a:pt x="56" y="506"/>
                    <a:pt x="56" y="506"/>
                  </a:cubicBezTo>
                  <a:cubicBezTo>
                    <a:pt x="57" y="507"/>
                    <a:pt x="58" y="507"/>
                    <a:pt x="58" y="508"/>
                  </a:cubicBezTo>
                  <a:cubicBezTo>
                    <a:pt x="58" y="509"/>
                    <a:pt x="57" y="509"/>
                    <a:pt x="57" y="510"/>
                  </a:cubicBezTo>
                  <a:cubicBezTo>
                    <a:pt x="57" y="511"/>
                    <a:pt x="57" y="512"/>
                    <a:pt x="56" y="513"/>
                  </a:cubicBezTo>
                  <a:cubicBezTo>
                    <a:pt x="55" y="514"/>
                    <a:pt x="54" y="514"/>
                    <a:pt x="54" y="515"/>
                  </a:cubicBezTo>
                  <a:cubicBezTo>
                    <a:pt x="53" y="516"/>
                    <a:pt x="53" y="518"/>
                    <a:pt x="53" y="520"/>
                  </a:cubicBezTo>
                  <a:cubicBezTo>
                    <a:pt x="51" y="524"/>
                    <a:pt x="51" y="527"/>
                    <a:pt x="51" y="532"/>
                  </a:cubicBezTo>
                  <a:cubicBezTo>
                    <a:pt x="51" y="534"/>
                    <a:pt x="51" y="535"/>
                    <a:pt x="53" y="536"/>
                  </a:cubicBezTo>
                  <a:cubicBezTo>
                    <a:pt x="53" y="536"/>
                    <a:pt x="54" y="536"/>
                    <a:pt x="55" y="537"/>
                  </a:cubicBezTo>
                  <a:cubicBezTo>
                    <a:pt x="56" y="538"/>
                    <a:pt x="56" y="539"/>
                    <a:pt x="57" y="539"/>
                  </a:cubicBezTo>
                  <a:cubicBezTo>
                    <a:pt x="58" y="540"/>
                    <a:pt x="60" y="539"/>
                    <a:pt x="61" y="539"/>
                  </a:cubicBezTo>
                  <a:cubicBezTo>
                    <a:pt x="62" y="540"/>
                    <a:pt x="61" y="541"/>
                    <a:pt x="62" y="542"/>
                  </a:cubicBezTo>
                  <a:cubicBezTo>
                    <a:pt x="62" y="543"/>
                    <a:pt x="63" y="543"/>
                    <a:pt x="64" y="544"/>
                  </a:cubicBezTo>
                  <a:cubicBezTo>
                    <a:pt x="64" y="544"/>
                    <a:pt x="64" y="544"/>
                    <a:pt x="64" y="544"/>
                  </a:cubicBezTo>
                  <a:cubicBezTo>
                    <a:pt x="62" y="546"/>
                    <a:pt x="61" y="547"/>
                    <a:pt x="59" y="550"/>
                  </a:cubicBezTo>
                  <a:cubicBezTo>
                    <a:pt x="58" y="551"/>
                    <a:pt x="57" y="551"/>
                    <a:pt x="57" y="552"/>
                  </a:cubicBezTo>
                  <a:cubicBezTo>
                    <a:pt x="55" y="553"/>
                    <a:pt x="55" y="556"/>
                    <a:pt x="53" y="558"/>
                  </a:cubicBezTo>
                  <a:cubicBezTo>
                    <a:pt x="53" y="558"/>
                    <a:pt x="52" y="558"/>
                    <a:pt x="52" y="558"/>
                  </a:cubicBezTo>
                  <a:cubicBezTo>
                    <a:pt x="51" y="559"/>
                    <a:pt x="51" y="560"/>
                    <a:pt x="51" y="561"/>
                  </a:cubicBezTo>
                  <a:cubicBezTo>
                    <a:pt x="50" y="562"/>
                    <a:pt x="49" y="563"/>
                    <a:pt x="48" y="564"/>
                  </a:cubicBezTo>
                  <a:cubicBezTo>
                    <a:pt x="47" y="565"/>
                    <a:pt x="47" y="566"/>
                    <a:pt x="46" y="566"/>
                  </a:cubicBezTo>
                  <a:cubicBezTo>
                    <a:pt x="45" y="568"/>
                    <a:pt x="42" y="568"/>
                    <a:pt x="42" y="570"/>
                  </a:cubicBezTo>
                  <a:cubicBezTo>
                    <a:pt x="42" y="573"/>
                    <a:pt x="43" y="575"/>
                    <a:pt x="44" y="579"/>
                  </a:cubicBezTo>
                  <a:cubicBezTo>
                    <a:pt x="44" y="581"/>
                    <a:pt x="43" y="582"/>
                    <a:pt x="44" y="584"/>
                  </a:cubicBezTo>
                  <a:cubicBezTo>
                    <a:pt x="44" y="584"/>
                    <a:pt x="45" y="584"/>
                    <a:pt x="45" y="585"/>
                  </a:cubicBezTo>
                  <a:cubicBezTo>
                    <a:pt x="46" y="585"/>
                    <a:pt x="46" y="586"/>
                    <a:pt x="46" y="587"/>
                  </a:cubicBezTo>
                  <a:cubicBezTo>
                    <a:pt x="46" y="588"/>
                    <a:pt x="45" y="588"/>
                    <a:pt x="44" y="588"/>
                  </a:cubicBezTo>
                  <a:cubicBezTo>
                    <a:pt x="42" y="588"/>
                    <a:pt x="42" y="587"/>
                    <a:pt x="40" y="587"/>
                  </a:cubicBezTo>
                  <a:cubicBezTo>
                    <a:pt x="38" y="587"/>
                    <a:pt x="37" y="589"/>
                    <a:pt x="35" y="589"/>
                  </a:cubicBezTo>
                  <a:cubicBezTo>
                    <a:pt x="33" y="589"/>
                    <a:pt x="32" y="588"/>
                    <a:pt x="31" y="588"/>
                  </a:cubicBezTo>
                  <a:cubicBezTo>
                    <a:pt x="30" y="588"/>
                    <a:pt x="30" y="588"/>
                    <a:pt x="30" y="588"/>
                  </a:cubicBezTo>
                  <a:cubicBezTo>
                    <a:pt x="28" y="589"/>
                    <a:pt x="27" y="589"/>
                    <a:pt x="25" y="589"/>
                  </a:cubicBezTo>
                  <a:cubicBezTo>
                    <a:pt x="25" y="590"/>
                    <a:pt x="26" y="590"/>
                    <a:pt x="26" y="591"/>
                  </a:cubicBezTo>
                  <a:cubicBezTo>
                    <a:pt x="26" y="594"/>
                    <a:pt x="26" y="594"/>
                    <a:pt x="26" y="594"/>
                  </a:cubicBezTo>
                  <a:cubicBezTo>
                    <a:pt x="23" y="594"/>
                    <a:pt x="22" y="594"/>
                    <a:pt x="19" y="595"/>
                  </a:cubicBezTo>
                  <a:cubicBezTo>
                    <a:pt x="18" y="596"/>
                    <a:pt x="17" y="597"/>
                    <a:pt x="15" y="597"/>
                  </a:cubicBezTo>
                  <a:cubicBezTo>
                    <a:pt x="12" y="597"/>
                    <a:pt x="11" y="597"/>
                    <a:pt x="8" y="597"/>
                  </a:cubicBezTo>
                  <a:cubicBezTo>
                    <a:pt x="6" y="597"/>
                    <a:pt x="4" y="597"/>
                    <a:pt x="4" y="599"/>
                  </a:cubicBezTo>
                  <a:cubicBezTo>
                    <a:pt x="4" y="600"/>
                    <a:pt x="4" y="600"/>
                    <a:pt x="4" y="601"/>
                  </a:cubicBezTo>
                  <a:cubicBezTo>
                    <a:pt x="4" y="602"/>
                    <a:pt x="5" y="604"/>
                    <a:pt x="4" y="604"/>
                  </a:cubicBezTo>
                  <a:cubicBezTo>
                    <a:pt x="5" y="604"/>
                    <a:pt x="7" y="604"/>
                    <a:pt x="7" y="606"/>
                  </a:cubicBezTo>
                  <a:cubicBezTo>
                    <a:pt x="7" y="607"/>
                    <a:pt x="6" y="608"/>
                    <a:pt x="6" y="609"/>
                  </a:cubicBezTo>
                  <a:cubicBezTo>
                    <a:pt x="5" y="612"/>
                    <a:pt x="5" y="614"/>
                    <a:pt x="5" y="617"/>
                  </a:cubicBezTo>
                  <a:cubicBezTo>
                    <a:pt x="4" y="621"/>
                    <a:pt x="0" y="622"/>
                    <a:pt x="0" y="627"/>
                  </a:cubicBezTo>
                  <a:cubicBezTo>
                    <a:pt x="0" y="627"/>
                    <a:pt x="1" y="627"/>
                    <a:pt x="1" y="628"/>
                  </a:cubicBezTo>
                  <a:cubicBezTo>
                    <a:pt x="1" y="629"/>
                    <a:pt x="1" y="630"/>
                    <a:pt x="1" y="632"/>
                  </a:cubicBezTo>
                  <a:cubicBezTo>
                    <a:pt x="3" y="632"/>
                    <a:pt x="6" y="631"/>
                    <a:pt x="7" y="632"/>
                  </a:cubicBezTo>
                  <a:cubicBezTo>
                    <a:pt x="8" y="634"/>
                    <a:pt x="7" y="636"/>
                    <a:pt x="7" y="638"/>
                  </a:cubicBezTo>
                  <a:cubicBezTo>
                    <a:pt x="7" y="639"/>
                    <a:pt x="8" y="640"/>
                    <a:pt x="7" y="641"/>
                  </a:cubicBezTo>
                  <a:cubicBezTo>
                    <a:pt x="7" y="642"/>
                    <a:pt x="6" y="642"/>
                    <a:pt x="6" y="642"/>
                  </a:cubicBezTo>
                  <a:cubicBezTo>
                    <a:pt x="6" y="642"/>
                    <a:pt x="6" y="643"/>
                    <a:pt x="6" y="643"/>
                  </a:cubicBezTo>
                  <a:cubicBezTo>
                    <a:pt x="6" y="645"/>
                    <a:pt x="7" y="646"/>
                    <a:pt x="7" y="648"/>
                  </a:cubicBezTo>
                  <a:cubicBezTo>
                    <a:pt x="7" y="649"/>
                    <a:pt x="7" y="650"/>
                    <a:pt x="7" y="651"/>
                  </a:cubicBezTo>
                  <a:cubicBezTo>
                    <a:pt x="8" y="652"/>
                    <a:pt x="10" y="653"/>
                    <a:pt x="10" y="654"/>
                  </a:cubicBezTo>
                  <a:cubicBezTo>
                    <a:pt x="10" y="656"/>
                    <a:pt x="9" y="657"/>
                    <a:pt x="8" y="658"/>
                  </a:cubicBezTo>
                  <a:cubicBezTo>
                    <a:pt x="8" y="660"/>
                    <a:pt x="9" y="661"/>
                    <a:pt x="8" y="663"/>
                  </a:cubicBezTo>
                  <a:cubicBezTo>
                    <a:pt x="8" y="664"/>
                    <a:pt x="8" y="665"/>
                    <a:pt x="7" y="666"/>
                  </a:cubicBezTo>
                  <a:cubicBezTo>
                    <a:pt x="7" y="667"/>
                    <a:pt x="7" y="668"/>
                    <a:pt x="7" y="669"/>
                  </a:cubicBezTo>
                  <a:cubicBezTo>
                    <a:pt x="7" y="669"/>
                    <a:pt x="7" y="669"/>
                    <a:pt x="7" y="669"/>
                  </a:cubicBezTo>
                  <a:cubicBezTo>
                    <a:pt x="9" y="670"/>
                    <a:pt x="10" y="668"/>
                    <a:pt x="12" y="668"/>
                  </a:cubicBezTo>
                  <a:cubicBezTo>
                    <a:pt x="14" y="669"/>
                    <a:pt x="14" y="670"/>
                    <a:pt x="16" y="670"/>
                  </a:cubicBezTo>
                  <a:cubicBezTo>
                    <a:pt x="19" y="671"/>
                    <a:pt x="22" y="671"/>
                    <a:pt x="25" y="672"/>
                  </a:cubicBezTo>
                  <a:cubicBezTo>
                    <a:pt x="25" y="672"/>
                    <a:pt x="25" y="672"/>
                    <a:pt x="25" y="672"/>
                  </a:cubicBezTo>
                  <a:cubicBezTo>
                    <a:pt x="29" y="670"/>
                    <a:pt x="30" y="667"/>
                    <a:pt x="33" y="664"/>
                  </a:cubicBezTo>
                  <a:cubicBezTo>
                    <a:pt x="36" y="665"/>
                    <a:pt x="36" y="665"/>
                    <a:pt x="36" y="665"/>
                  </a:cubicBezTo>
                  <a:cubicBezTo>
                    <a:pt x="38" y="664"/>
                    <a:pt x="39" y="663"/>
                    <a:pt x="41" y="662"/>
                  </a:cubicBezTo>
                  <a:cubicBezTo>
                    <a:pt x="41" y="662"/>
                    <a:pt x="42" y="662"/>
                    <a:pt x="43" y="661"/>
                  </a:cubicBezTo>
                  <a:cubicBezTo>
                    <a:pt x="44" y="660"/>
                    <a:pt x="44" y="659"/>
                    <a:pt x="45" y="659"/>
                  </a:cubicBezTo>
                  <a:cubicBezTo>
                    <a:pt x="46" y="658"/>
                    <a:pt x="47" y="659"/>
                    <a:pt x="49" y="659"/>
                  </a:cubicBezTo>
                  <a:cubicBezTo>
                    <a:pt x="49" y="659"/>
                    <a:pt x="49" y="658"/>
                    <a:pt x="49" y="657"/>
                  </a:cubicBezTo>
                  <a:cubicBezTo>
                    <a:pt x="51" y="656"/>
                    <a:pt x="51" y="655"/>
                    <a:pt x="53" y="654"/>
                  </a:cubicBezTo>
                  <a:cubicBezTo>
                    <a:pt x="54" y="654"/>
                    <a:pt x="55" y="653"/>
                    <a:pt x="56" y="652"/>
                  </a:cubicBezTo>
                  <a:cubicBezTo>
                    <a:pt x="58" y="652"/>
                    <a:pt x="59" y="652"/>
                    <a:pt x="60" y="652"/>
                  </a:cubicBezTo>
                  <a:cubicBezTo>
                    <a:pt x="61" y="652"/>
                    <a:pt x="62" y="651"/>
                    <a:pt x="64" y="650"/>
                  </a:cubicBezTo>
                  <a:cubicBezTo>
                    <a:pt x="66" y="649"/>
                    <a:pt x="68" y="649"/>
                    <a:pt x="71" y="649"/>
                  </a:cubicBezTo>
                  <a:cubicBezTo>
                    <a:pt x="71" y="646"/>
                    <a:pt x="71" y="643"/>
                    <a:pt x="74" y="641"/>
                  </a:cubicBezTo>
                  <a:cubicBezTo>
                    <a:pt x="77" y="639"/>
                    <a:pt x="80" y="638"/>
                    <a:pt x="84" y="638"/>
                  </a:cubicBezTo>
                  <a:cubicBezTo>
                    <a:pt x="89" y="638"/>
                    <a:pt x="92" y="641"/>
                    <a:pt x="97" y="641"/>
                  </a:cubicBezTo>
                  <a:cubicBezTo>
                    <a:pt x="101" y="642"/>
                    <a:pt x="103" y="642"/>
                    <a:pt x="106" y="644"/>
                  </a:cubicBezTo>
                  <a:cubicBezTo>
                    <a:pt x="107" y="645"/>
                    <a:pt x="109" y="645"/>
                    <a:pt x="110" y="646"/>
                  </a:cubicBezTo>
                  <a:cubicBezTo>
                    <a:pt x="110" y="647"/>
                    <a:pt x="110" y="647"/>
                    <a:pt x="110" y="648"/>
                  </a:cubicBezTo>
                  <a:cubicBezTo>
                    <a:pt x="112" y="649"/>
                    <a:pt x="113" y="650"/>
                    <a:pt x="114" y="653"/>
                  </a:cubicBezTo>
                  <a:cubicBezTo>
                    <a:pt x="115" y="653"/>
                    <a:pt x="115" y="654"/>
                    <a:pt x="115" y="655"/>
                  </a:cubicBezTo>
                  <a:cubicBezTo>
                    <a:pt x="116" y="656"/>
                    <a:pt x="118" y="655"/>
                    <a:pt x="119" y="656"/>
                  </a:cubicBezTo>
                  <a:cubicBezTo>
                    <a:pt x="120" y="656"/>
                    <a:pt x="120" y="657"/>
                    <a:pt x="120" y="658"/>
                  </a:cubicBezTo>
                  <a:cubicBezTo>
                    <a:pt x="122" y="663"/>
                    <a:pt x="120" y="666"/>
                    <a:pt x="121" y="670"/>
                  </a:cubicBezTo>
                  <a:cubicBezTo>
                    <a:pt x="121" y="670"/>
                    <a:pt x="121" y="670"/>
                    <a:pt x="121" y="670"/>
                  </a:cubicBezTo>
                  <a:cubicBezTo>
                    <a:pt x="123" y="671"/>
                    <a:pt x="125" y="670"/>
                    <a:pt x="127" y="671"/>
                  </a:cubicBezTo>
                  <a:cubicBezTo>
                    <a:pt x="129" y="673"/>
                    <a:pt x="128" y="675"/>
                    <a:pt x="130" y="676"/>
                  </a:cubicBezTo>
                  <a:cubicBezTo>
                    <a:pt x="131" y="677"/>
                    <a:pt x="133" y="677"/>
                    <a:pt x="134" y="677"/>
                  </a:cubicBezTo>
                  <a:cubicBezTo>
                    <a:pt x="134" y="679"/>
                    <a:pt x="134" y="681"/>
                    <a:pt x="136" y="683"/>
                  </a:cubicBezTo>
                  <a:cubicBezTo>
                    <a:pt x="138" y="684"/>
                    <a:pt x="139" y="684"/>
                    <a:pt x="141" y="685"/>
                  </a:cubicBezTo>
                  <a:cubicBezTo>
                    <a:pt x="143" y="686"/>
                    <a:pt x="144" y="688"/>
                    <a:pt x="146" y="688"/>
                  </a:cubicBezTo>
                  <a:cubicBezTo>
                    <a:pt x="148" y="688"/>
                    <a:pt x="148" y="687"/>
                    <a:pt x="149" y="686"/>
                  </a:cubicBezTo>
                  <a:cubicBezTo>
                    <a:pt x="151" y="684"/>
                    <a:pt x="152" y="683"/>
                    <a:pt x="154" y="681"/>
                  </a:cubicBezTo>
                  <a:cubicBezTo>
                    <a:pt x="155" y="680"/>
                    <a:pt x="156" y="680"/>
                    <a:pt x="157" y="679"/>
                  </a:cubicBezTo>
                  <a:cubicBezTo>
                    <a:pt x="158" y="678"/>
                    <a:pt x="159" y="677"/>
                    <a:pt x="159" y="676"/>
                  </a:cubicBezTo>
                  <a:cubicBezTo>
                    <a:pt x="159" y="674"/>
                    <a:pt x="157" y="674"/>
                    <a:pt x="157" y="672"/>
                  </a:cubicBezTo>
                  <a:cubicBezTo>
                    <a:pt x="156" y="671"/>
                    <a:pt x="156" y="669"/>
                    <a:pt x="156" y="667"/>
                  </a:cubicBezTo>
                  <a:cubicBezTo>
                    <a:pt x="157" y="668"/>
                    <a:pt x="158" y="668"/>
                    <a:pt x="159" y="670"/>
                  </a:cubicBezTo>
                  <a:cubicBezTo>
                    <a:pt x="160" y="671"/>
                    <a:pt x="160" y="672"/>
                    <a:pt x="161" y="673"/>
                  </a:cubicBezTo>
                  <a:cubicBezTo>
                    <a:pt x="164" y="675"/>
                    <a:pt x="166" y="676"/>
                    <a:pt x="170" y="676"/>
                  </a:cubicBezTo>
                  <a:cubicBezTo>
                    <a:pt x="173" y="677"/>
                    <a:pt x="174" y="677"/>
                    <a:pt x="177" y="678"/>
                  </a:cubicBezTo>
                  <a:cubicBezTo>
                    <a:pt x="180" y="679"/>
                    <a:pt x="180" y="680"/>
                    <a:pt x="183" y="681"/>
                  </a:cubicBezTo>
                  <a:cubicBezTo>
                    <a:pt x="183" y="681"/>
                    <a:pt x="183" y="681"/>
                    <a:pt x="183" y="681"/>
                  </a:cubicBezTo>
                  <a:cubicBezTo>
                    <a:pt x="183" y="681"/>
                    <a:pt x="183" y="680"/>
                    <a:pt x="183" y="679"/>
                  </a:cubicBezTo>
                  <a:cubicBezTo>
                    <a:pt x="184" y="677"/>
                    <a:pt x="183" y="675"/>
                    <a:pt x="184" y="673"/>
                  </a:cubicBezTo>
                  <a:cubicBezTo>
                    <a:pt x="187" y="672"/>
                    <a:pt x="189" y="672"/>
                    <a:pt x="191" y="671"/>
                  </a:cubicBezTo>
                  <a:cubicBezTo>
                    <a:pt x="192" y="671"/>
                    <a:pt x="192" y="670"/>
                    <a:pt x="193" y="669"/>
                  </a:cubicBezTo>
                  <a:cubicBezTo>
                    <a:pt x="194" y="668"/>
                    <a:pt x="195" y="668"/>
                    <a:pt x="196" y="667"/>
                  </a:cubicBezTo>
                  <a:cubicBezTo>
                    <a:pt x="197" y="666"/>
                    <a:pt x="198" y="666"/>
                    <a:pt x="200" y="665"/>
                  </a:cubicBezTo>
                  <a:cubicBezTo>
                    <a:pt x="201" y="664"/>
                    <a:pt x="201" y="663"/>
                    <a:pt x="202" y="661"/>
                  </a:cubicBezTo>
                  <a:cubicBezTo>
                    <a:pt x="202" y="660"/>
                    <a:pt x="203" y="659"/>
                    <a:pt x="203" y="657"/>
                  </a:cubicBezTo>
                  <a:cubicBezTo>
                    <a:pt x="204" y="655"/>
                    <a:pt x="203" y="653"/>
                    <a:pt x="204" y="650"/>
                  </a:cubicBezTo>
                  <a:cubicBezTo>
                    <a:pt x="205" y="649"/>
                    <a:pt x="205" y="648"/>
                    <a:pt x="206" y="647"/>
                  </a:cubicBezTo>
                  <a:cubicBezTo>
                    <a:pt x="207" y="646"/>
                    <a:pt x="206" y="644"/>
                    <a:pt x="206" y="642"/>
                  </a:cubicBezTo>
                  <a:cubicBezTo>
                    <a:pt x="207" y="639"/>
                    <a:pt x="208" y="637"/>
                    <a:pt x="208" y="634"/>
                  </a:cubicBezTo>
                  <a:cubicBezTo>
                    <a:pt x="208" y="618"/>
                    <a:pt x="208" y="618"/>
                    <a:pt x="208" y="618"/>
                  </a:cubicBezTo>
                  <a:cubicBezTo>
                    <a:pt x="208" y="615"/>
                    <a:pt x="209" y="614"/>
                    <a:pt x="209" y="611"/>
                  </a:cubicBezTo>
                  <a:cubicBezTo>
                    <a:pt x="209" y="610"/>
                    <a:pt x="209" y="609"/>
                    <a:pt x="209" y="609"/>
                  </a:cubicBezTo>
                  <a:cubicBezTo>
                    <a:pt x="209" y="607"/>
                    <a:pt x="208" y="606"/>
                    <a:pt x="208" y="605"/>
                  </a:cubicBezTo>
                  <a:cubicBezTo>
                    <a:pt x="208" y="604"/>
                    <a:pt x="209" y="604"/>
                    <a:pt x="209" y="604"/>
                  </a:cubicBezTo>
                  <a:cubicBezTo>
                    <a:pt x="209" y="603"/>
                    <a:pt x="209" y="602"/>
                    <a:pt x="209" y="601"/>
                  </a:cubicBezTo>
                  <a:cubicBezTo>
                    <a:pt x="209" y="598"/>
                    <a:pt x="209" y="597"/>
                    <a:pt x="209" y="594"/>
                  </a:cubicBezTo>
                  <a:cubicBezTo>
                    <a:pt x="209" y="588"/>
                    <a:pt x="208" y="584"/>
                    <a:pt x="207" y="578"/>
                  </a:cubicBezTo>
                  <a:cubicBezTo>
                    <a:pt x="205" y="569"/>
                    <a:pt x="205" y="563"/>
                    <a:pt x="203" y="554"/>
                  </a:cubicBezTo>
                  <a:cubicBezTo>
                    <a:pt x="202" y="547"/>
                    <a:pt x="201" y="544"/>
                    <a:pt x="198" y="538"/>
                  </a:cubicBezTo>
                  <a:cubicBezTo>
                    <a:pt x="196" y="532"/>
                    <a:pt x="196" y="528"/>
                    <a:pt x="196" y="522"/>
                  </a:cubicBezTo>
                  <a:cubicBezTo>
                    <a:pt x="195" y="519"/>
                    <a:pt x="194" y="517"/>
                    <a:pt x="194" y="514"/>
                  </a:cubicBezTo>
                  <a:cubicBezTo>
                    <a:pt x="194" y="508"/>
                    <a:pt x="196" y="505"/>
                    <a:pt x="197" y="499"/>
                  </a:cubicBezTo>
                  <a:cubicBezTo>
                    <a:pt x="199" y="491"/>
                    <a:pt x="202" y="487"/>
                    <a:pt x="208" y="480"/>
                  </a:cubicBezTo>
                  <a:cubicBezTo>
                    <a:pt x="210" y="478"/>
                    <a:pt x="212" y="478"/>
                    <a:pt x="214" y="476"/>
                  </a:cubicBezTo>
                  <a:cubicBezTo>
                    <a:pt x="214" y="475"/>
                    <a:pt x="214" y="474"/>
                    <a:pt x="214" y="474"/>
                  </a:cubicBezTo>
                  <a:cubicBezTo>
                    <a:pt x="214" y="472"/>
                    <a:pt x="213" y="471"/>
                    <a:pt x="212" y="471"/>
                  </a:cubicBezTo>
                  <a:cubicBezTo>
                    <a:pt x="212" y="470"/>
                    <a:pt x="212" y="469"/>
                    <a:pt x="212" y="469"/>
                  </a:cubicBezTo>
                  <a:cubicBezTo>
                    <a:pt x="211" y="469"/>
                    <a:pt x="210" y="469"/>
                    <a:pt x="209" y="469"/>
                  </a:cubicBezTo>
                  <a:cubicBezTo>
                    <a:pt x="210" y="466"/>
                    <a:pt x="213" y="465"/>
                    <a:pt x="216" y="465"/>
                  </a:cubicBezTo>
                  <a:cubicBezTo>
                    <a:pt x="219" y="465"/>
                    <a:pt x="221" y="466"/>
                    <a:pt x="225" y="468"/>
                  </a:cubicBezTo>
                  <a:cubicBezTo>
                    <a:pt x="225" y="466"/>
                    <a:pt x="225" y="465"/>
                    <a:pt x="227" y="463"/>
                  </a:cubicBezTo>
                  <a:cubicBezTo>
                    <a:pt x="227" y="462"/>
                    <a:pt x="228" y="461"/>
                    <a:pt x="229" y="461"/>
                  </a:cubicBezTo>
                  <a:cubicBezTo>
                    <a:pt x="231" y="461"/>
                    <a:pt x="232" y="461"/>
                    <a:pt x="234" y="462"/>
                  </a:cubicBezTo>
                  <a:cubicBezTo>
                    <a:pt x="239" y="462"/>
                    <a:pt x="241" y="460"/>
                    <a:pt x="246" y="460"/>
                  </a:cubicBezTo>
                  <a:cubicBezTo>
                    <a:pt x="247" y="460"/>
                    <a:pt x="248" y="461"/>
                    <a:pt x="248" y="461"/>
                  </a:cubicBezTo>
                  <a:cubicBezTo>
                    <a:pt x="249" y="462"/>
                    <a:pt x="248" y="464"/>
                    <a:pt x="249" y="464"/>
                  </a:cubicBezTo>
                  <a:cubicBezTo>
                    <a:pt x="250" y="464"/>
                    <a:pt x="251" y="463"/>
                    <a:pt x="252" y="463"/>
                  </a:cubicBezTo>
                  <a:cubicBezTo>
                    <a:pt x="252" y="463"/>
                    <a:pt x="253" y="463"/>
                    <a:pt x="253" y="463"/>
                  </a:cubicBezTo>
                  <a:cubicBezTo>
                    <a:pt x="253" y="465"/>
                    <a:pt x="253" y="466"/>
                    <a:pt x="253" y="467"/>
                  </a:cubicBezTo>
                  <a:cubicBezTo>
                    <a:pt x="254" y="468"/>
                    <a:pt x="255" y="468"/>
                    <a:pt x="256" y="469"/>
                  </a:cubicBezTo>
                  <a:cubicBezTo>
                    <a:pt x="258" y="472"/>
                    <a:pt x="260" y="475"/>
                    <a:pt x="264" y="477"/>
                  </a:cubicBezTo>
                  <a:cubicBezTo>
                    <a:pt x="264" y="476"/>
                    <a:pt x="264" y="475"/>
                    <a:pt x="264" y="474"/>
                  </a:cubicBezTo>
                  <a:cubicBezTo>
                    <a:pt x="264" y="472"/>
                    <a:pt x="262" y="471"/>
                    <a:pt x="262" y="468"/>
                  </a:cubicBezTo>
                  <a:cubicBezTo>
                    <a:pt x="262" y="467"/>
                    <a:pt x="263" y="466"/>
                    <a:pt x="263" y="464"/>
                  </a:cubicBezTo>
                  <a:cubicBezTo>
                    <a:pt x="262" y="463"/>
                    <a:pt x="261" y="462"/>
                    <a:pt x="260" y="461"/>
                  </a:cubicBezTo>
                  <a:cubicBezTo>
                    <a:pt x="260" y="455"/>
                    <a:pt x="260" y="455"/>
                    <a:pt x="260" y="455"/>
                  </a:cubicBezTo>
                  <a:cubicBezTo>
                    <a:pt x="262" y="452"/>
                    <a:pt x="262" y="452"/>
                    <a:pt x="262" y="452"/>
                  </a:cubicBezTo>
                  <a:cubicBezTo>
                    <a:pt x="262" y="450"/>
                    <a:pt x="261" y="450"/>
                    <a:pt x="261" y="449"/>
                  </a:cubicBezTo>
                  <a:cubicBezTo>
                    <a:pt x="262" y="449"/>
                    <a:pt x="263" y="449"/>
                    <a:pt x="263" y="448"/>
                  </a:cubicBezTo>
                  <a:cubicBezTo>
                    <a:pt x="264" y="448"/>
                    <a:pt x="264" y="447"/>
                    <a:pt x="264" y="446"/>
                  </a:cubicBezTo>
                  <a:cubicBezTo>
                    <a:pt x="264" y="444"/>
                    <a:pt x="263" y="444"/>
                    <a:pt x="263" y="442"/>
                  </a:cubicBezTo>
                  <a:cubicBezTo>
                    <a:pt x="261" y="442"/>
                    <a:pt x="261" y="442"/>
                    <a:pt x="259" y="442"/>
                  </a:cubicBezTo>
                  <a:cubicBezTo>
                    <a:pt x="259" y="439"/>
                    <a:pt x="259" y="439"/>
                    <a:pt x="259" y="439"/>
                  </a:cubicBezTo>
                  <a:cubicBezTo>
                    <a:pt x="258" y="439"/>
                    <a:pt x="258" y="439"/>
                    <a:pt x="257" y="438"/>
                  </a:cubicBezTo>
                  <a:cubicBezTo>
                    <a:pt x="258" y="436"/>
                    <a:pt x="259" y="435"/>
                    <a:pt x="260" y="433"/>
                  </a:cubicBezTo>
                  <a:cubicBezTo>
                    <a:pt x="261" y="433"/>
                    <a:pt x="261" y="433"/>
                    <a:pt x="261" y="432"/>
                  </a:cubicBezTo>
                  <a:cubicBezTo>
                    <a:pt x="261" y="432"/>
                    <a:pt x="262" y="432"/>
                    <a:pt x="262" y="431"/>
                  </a:cubicBezTo>
                  <a:cubicBezTo>
                    <a:pt x="262" y="429"/>
                    <a:pt x="261" y="426"/>
                    <a:pt x="258" y="426"/>
                  </a:cubicBezTo>
                  <a:cubicBezTo>
                    <a:pt x="257" y="426"/>
                    <a:pt x="257" y="426"/>
                    <a:pt x="256" y="426"/>
                  </a:cubicBezTo>
                  <a:cubicBezTo>
                    <a:pt x="256" y="426"/>
                    <a:pt x="256" y="425"/>
                    <a:pt x="256" y="425"/>
                  </a:cubicBezTo>
                  <a:cubicBezTo>
                    <a:pt x="256" y="423"/>
                    <a:pt x="258" y="422"/>
                    <a:pt x="259" y="421"/>
                  </a:cubicBezTo>
                  <a:cubicBezTo>
                    <a:pt x="261" y="420"/>
                    <a:pt x="262" y="418"/>
                    <a:pt x="264" y="416"/>
                  </a:cubicBezTo>
                  <a:cubicBezTo>
                    <a:pt x="265" y="415"/>
                    <a:pt x="266" y="414"/>
                    <a:pt x="266" y="412"/>
                  </a:cubicBezTo>
                  <a:cubicBezTo>
                    <a:pt x="266" y="410"/>
                    <a:pt x="265" y="409"/>
                    <a:pt x="263" y="408"/>
                  </a:cubicBezTo>
                  <a:cubicBezTo>
                    <a:pt x="264" y="405"/>
                    <a:pt x="266" y="404"/>
                    <a:pt x="267" y="402"/>
                  </a:cubicBezTo>
                  <a:cubicBezTo>
                    <a:pt x="268" y="401"/>
                    <a:pt x="268" y="400"/>
                    <a:pt x="269" y="399"/>
                  </a:cubicBezTo>
                  <a:cubicBezTo>
                    <a:pt x="269" y="399"/>
                    <a:pt x="270" y="399"/>
                    <a:pt x="270" y="399"/>
                  </a:cubicBezTo>
                  <a:cubicBezTo>
                    <a:pt x="271" y="397"/>
                    <a:pt x="272" y="396"/>
                    <a:pt x="272" y="395"/>
                  </a:cubicBezTo>
                  <a:cubicBezTo>
                    <a:pt x="272" y="392"/>
                    <a:pt x="271" y="391"/>
                    <a:pt x="271" y="389"/>
                  </a:cubicBezTo>
                  <a:cubicBezTo>
                    <a:pt x="272" y="390"/>
                    <a:pt x="272" y="390"/>
                    <a:pt x="272" y="390"/>
                  </a:cubicBezTo>
                  <a:cubicBezTo>
                    <a:pt x="273" y="392"/>
                    <a:pt x="273" y="394"/>
                    <a:pt x="275" y="396"/>
                  </a:cubicBezTo>
                  <a:cubicBezTo>
                    <a:pt x="275" y="395"/>
                    <a:pt x="276" y="394"/>
                    <a:pt x="276" y="392"/>
                  </a:cubicBezTo>
                  <a:cubicBezTo>
                    <a:pt x="276" y="393"/>
                    <a:pt x="277" y="393"/>
                    <a:pt x="278" y="394"/>
                  </a:cubicBezTo>
                  <a:cubicBezTo>
                    <a:pt x="278" y="389"/>
                    <a:pt x="278" y="389"/>
                    <a:pt x="278" y="389"/>
                  </a:cubicBezTo>
                  <a:cubicBezTo>
                    <a:pt x="278" y="388"/>
                    <a:pt x="277" y="387"/>
                    <a:pt x="277" y="386"/>
                  </a:cubicBezTo>
                  <a:cubicBezTo>
                    <a:pt x="277" y="384"/>
                    <a:pt x="278" y="383"/>
                    <a:pt x="278" y="381"/>
                  </a:cubicBezTo>
                  <a:cubicBezTo>
                    <a:pt x="278" y="378"/>
                    <a:pt x="276" y="377"/>
                    <a:pt x="275" y="375"/>
                  </a:cubicBezTo>
                  <a:cubicBezTo>
                    <a:pt x="277" y="375"/>
                    <a:pt x="279" y="375"/>
                    <a:pt x="281" y="375"/>
                  </a:cubicBezTo>
                  <a:cubicBezTo>
                    <a:pt x="282" y="378"/>
                    <a:pt x="282" y="379"/>
                    <a:pt x="284" y="382"/>
                  </a:cubicBezTo>
                  <a:cubicBezTo>
                    <a:pt x="285" y="382"/>
                    <a:pt x="285" y="382"/>
                    <a:pt x="285" y="382"/>
                  </a:cubicBezTo>
                  <a:cubicBezTo>
                    <a:pt x="285" y="380"/>
                    <a:pt x="285" y="378"/>
                    <a:pt x="286" y="377"/>
                  </a:cubicBezTo>
                  <a:cubicBezTo>
                    <a:pt x="286" y="376"/>
                    <a:pt x="288" y="376"/>
                    <a:pt x="288" y="374"/>
                  </a:cubicBezTo>
                  <a:cubicBezTo>
                    <a:pt x="288" y="373"/>
                    <a:pt x="286" y="372"/>
                    <a:pt x="286" y="371"/>
                  </a:cubicBezTo>
                  <a:cubicBezTo>
                    <a:pt x="286" y="370"/>
                    <a:pt x="288" y="370"/>
                    <a:pt x="288" y="369"/>
                  </a:cubicBezTo>
                  <a:cubicBezTo>
                    <a:pt x="291" y="364"/>
                    <a:pt x="286" y="370"/>
                    <a:pt x="292" y="370"/>
                  </a:cubicBezTo>
                  <a:cubicBezTo>
                    <a:pt x="293" y="370"/>
                    <a:pt x="294" y="369"/>
                    <a:pt x="296" y="368"/>
                  </a:cubicBezTo>
                  <a:cubicBezTo>
                    <a:pt x="298" y="369"/>
                    <a:pt x="298" y="369"/>
                    <a:pt x="298" y="369"/>
                  </a:cubicBezTo>
                  <a:cubicBezTo>
                    <a:pt x="300" y="369"/>
                    <a:pt x="300" y="369"/>
                    <a:pt x="300" y="369"/>
                  </a:cubicBezTo>
                  <a:cubicBezTo>
                    <a:pt x="299" y="366"/>
                    <a:pt x="299" y="366"/>
                    <a:pt x="299" y="366"/>
                  </a:cubicBezTo>
                  <a:cubicBezTo>
                    <a:pt x="299" y="366"/>
                    <a:pt x="300" y="366"/>
                    <a:pt x="300" y="366"/>
                  </a:cubicBezTo>
                  <a:cubicBezTo>
                    <a:pt x="301" y="366"/>
                    <a:pt x="301" y="365"/>
                    <a:pt x="301" y="365"/>
                  </a:cubicBezTo>
                  <a:cubicBezTo>
                    <a:pt x="299" y="363"/>
                    <a:pt x="297" y="362"/>
                    <a:pt x="297" y="359"/>
                  </a:cubicBezTo>
                  <a:cubicBezTo>
                    <a:pt x="297" y="358"/>
                    <a:pt x="298" y="358"/>
                    <a:pt x="298" y="357"/>
                  </a:cubicBezTo>
                  <a:cubicBezTo>
                    <a:pt x="299" y="357"/>
                    <a:pt x="300" y="358"/>
                    <a:pt x="301" y="359"/>
                  </a:cubicBezTo>
                  <a:cubicBezTo>
                    <a:pt x="302" y="360"/>
                    <a:pt x="302" y="361"/>
                    <a:pt x="303" y="361"/>
                  </a:cubicBezTo>
                  <a:cubicBezTo>
                    <a:pt x="304" y="361"/>
                    <a:pt x="304" y="361"/>
                    <a:pt x="305" y="361"/>
                  </a:cubicBezTo>
                  <a:cubicBezTo>
                    <a:pt x="305" y="360"/>
                    <a:pt x="305" y="359"/>
                    <a:pt x="305" y="358"/>
                  </a:cubicBezTo>
                  <a:cubicBezTo>
                    <a:pt x="305" y="355"/>
                    <a:pt x="302" y="354"/>
                    <a:pt x="300" y="352"/>
                  </a:cubicBezTo>
                  <a:cubicBezTo>
                    <a:pt x="300" y="352"/>
                    <a:pt x="300" y="351"/>
                    <a:pt x="300" y="351"/>
                  </a:cubicBezTo>
                  <a:cubicBezTo>
                    <a:pt x="303" y="351"/>
                    <a:pt x="307" y="350"/>
                    <a:pt x="307" y="347"/>
                  </a:cubicBezTo>
                  <a:cubicBezTo>
                    <a:pt x="307" y="347"/>
                    <a:pt x="307" y="346"/>
                    <a:pt x="307" y="345"/>
                  </a:cubicBezTo>
                  <a:cubicBezTo>
                    <a:pt x="305" y="346"/>
                    <a:pt x="301" y="345"/>
                    <a:pt x="304" y="345"/>
                  </a:cubicBezTo>
                  <a:cubicBezTo>
                    <a:pt x="305" y="344"/>
                    <a:pt x="306" y="343"/>
                    <a:pt x="308" y="342"/>
                  </a:cubicBezTo>
                  <a:cubicBezTo>
                    <a:pt x="308" y="342"/>
                    <a:pt x="309" y="342"/>
                    <a:pt x="309" y="342"/>
                  </a:cubicBezTo>
                  <a:cubicBezTo>
                    <a:pt x="310" y="341"/>
                    <a:pt x="310" y="340"/>
                    <a:pt x="311" y="338"/>
                  </a:cubicBezTo>
                  <a:cubicBezTo>
                    <a:pt x="310" y="338"/>
                    <a:pt x="310" y="339"/>
                    <a:pt x="309" y="339"/>
                  </a:cubicBezTo>
                  <a:cubicBezTo>
                    <a:pt x="308" y="339"/>
                    <a:pt x="308" y="339"/>
                    <a:pt x="307" y="339"/>
                  </a:cubicBezTo>
                  <a:cubicBezTo>
                    <a:pt x="307" y="339"/>
                    <a:pt x="306" y="339"/>
                    <a:pt x="306" y="339"/>
                  </a:cubicBezTo>
                  <a:cubicBezTo>
                    <a:pt x="306" y="338"/>
                    <a:pt x="306" y="338"/>
                    <a:pt x="306" y="337"/>
                  </a:cubicBezTo>
                  <a:cubicBezTo>
                    <a:pt x="306" y="337"/>
                    <a:pt x="306" y="336"/>
                    <a:pt x="306" y="335"/>
                  </a:cubicBezTo>
                  <a:cubicBezTo>
                    <a:pt x="307" y="335"/>
                    <a:pt x="307" y="334"/>
                    <a:pt x="308" y="334"/>
                  </a:cubicBezTo>
                  <a:cubicBezTo>
                    <a:pt x="308" y="334"/>
                    <a:pt x="308" y="333"/>
                    <a:pt x="307" y="333"/>
                  </a:cubicBezTo>
                  <a:cubicBezTo>
                    <a:pt x="307" y="332"/>
                    <a:pt x="306" y="332"/>
                    <a:pt x="306" y="332"/>
                  </a:cubicBezTo>
                  <a:cubicBezTo>
                    <a:pt x="306" y="331"/>
                    <a:pt x="307" y="331"/>
                    <a:pt x="307" y="331"/>
                  </a:cubicBezTo>
                  <a:cubicBezTo>
                    <a:pt x="310" y="330"/>
                    <a:pt x="313" y="328"/>
                    <a:pt x="314" y="325"/>
                  </a:cubicBezTo>
                  <a:cubicBezTo>
                    <a:pt x="313" y="326"/>
                    <a:pt x="312" y="325"/>
                    <a:pt x="311" y="326"/>
                  </a:cubicBezTo>
                  <a:cubicBezTo>
                    <a:pt x="309" y="326"/>
                    <a:pt x="308" y="327"/>
                    <a:pt x="307" y="327"/>
                  </a:cubicBezTo>
                  <a:cubicBezTo>
                    <a:pt x="306" y="327"/>
                    <a:pt x="306" y="327"/>
                    <a:pt x="306" y="327"/>
                  </a:cubicBezTo>
                  <a:cubicBezTo>
                    <a:pt x="306" y="325"/>
                    <a:pt x="307" y="324"/>
                    <a:pt x="308" y="324"/>
                  </a:cubicBezTo>
                  <a:cubicBezTo>
                    <a:pt x="310" y="323"/>
                    <a:pt x="312" y="323"/>
                    <a:pt x="312" y="321"/>
                  </a:cubicBezTo>
                  <a:cubicBezTo>
                    <a:pt x="312" y="321"/>
                    <a:pt x="311" y="320"/>
                    <a:pt x="311" y="319"/>
                  </a:cubicBezTo>
                  <a:cubicBezTo>
                    <a:pt x="312" y="319"/>
                    <a:pt x="313" y="318"/>
                    <a:pt x="313" y="318"/>
                  </a:cubicBezTo>
                  <a:cubicBezTo>
                    <a:pt x="313" y="317"/>
                    <a:pt x="313" y="316"/>
                    <a:pt x="314" y="315"/>
                  </a:cubicBezTo>
                  <a:cubicBezTo>
                    <a:pt x="315" y="314"/>
                    <a:pt x="316" y="314"/>
                    <a:pt x="318" y="314"/>
                  </a:cubicBezTo>
                  <a:cubicBezTo>
                    <a:pt x="319" y="313"/>
                    <a:pt x="319" y="313"/>
                    <a:pt x="320" y="312"/>
                  </a:cubicBezTo>
                  <a:cubicBezTo>
                    <a:pt x="321" y="312"/>
                    <a:pt x="322" y="312"/>
                    <a:pt x="322" y="312"/>
                  </a:cubicBezTo>
                  <a:cubicBezTo>
                    <a:pt x="322" y="311"/>
                    <a:pt x="322" y="310"/>
                    <a:pt x="322" y="309"/>
                  </a:cubicBezTo>
                  <a:cubicBezTo>
                    <a:pt x="322" y="308"/>
                    <a:pt x="323" y="308"/>
                    <a:pt x="323" y="307"/>
                  </a:cubicBezTo>
                  <a:cubicBezTo>
                    <a:pt x="323" y="306"/>
                    <a:pt x="322" y="306"/>
                    <a:pt x="322" y="306"/>
                  </a:cubicBezTo>
                  <a:cubicBezTo>
                    <a:pt x="319" y="307"/>
                    <a:pt x="316" y="309"/>
                    <a:pt x="312" y="309"/>
                  </a:cubicBezTo>
                  <a:cubicBezTo>
                    <a:pt x="312" y="308"/>
                    <a:pt x="312" y="308"/>
                    <a:pt x="312" y="308"/>
                  </a:cubicBezTo>
                  <a:cubicBezTo>
                    <a:pt x="312" y="306"/>
                    <a:pt x="312" y="305"/>
                    <a:pt x="314" y="304"/>
                  </a:cubicBezTo>
                  <a:cubicBezTo>
                    <a:pt x="315" y="303"/>
                    <a:pt x="317" y="303"/>
                    <a:pt x="319" y="302"/>
                  </a:cubicBezTo>
                  <a:cubicBezTo>
                    <a:pt x="321" y="301"/>
                    <a:pt x="321" y="299"/>
                    <a:pt x="323" y="297"/>
                  </a:cubicBezTo>
                  <a:cubicBezTo>
                    <a:pt x="323" y="296"/>
                    <a:pt x="324" y="295"/>
                    <a:pt x="324" y="293"/>
                  </a:cubicBezTo>
                  <a:cubicBezTo>
                    <a:pt x="324" y="292"/>
                    <a:pt x="323" y="291"/>
                    <a:pt x="322" y="290"/>
                  </a:cubicBezTo>
                  <a:cubicBezTo>
                    <a:pt x="321" y="289"/>
                    <a:pt x="320" y="289"/>
                    <a:pt x="319" y="288"/>
                  </a:cubicBezTo>
                  <a:cubicBezTo>
                    <a:pt x="319" y="287"/>
                    <a:pt x="319" y="286"/>
                    <a:pt x="319" y="285"/>
                  </a:cubicBezTo>
                  <a:cubicBezTo>
                    <a:pt x="319" y="280"/>
                    <a:pt x="319" y="280"/>
                    <a:pt x="319" y="280"/>
                  </a:cubicBezTo>
                  <a:cubicBezTo>
                    <a:pt x="318" y="281"/>
                    <a:pt x="318" y="281"/>
                    <a:pt x="318" y="281"/>
                  </a:cubicBezTo>
                  <a:cubicBezTo>
                    <a:pt x="316" y="284"/>
                    <a:pt x="314" y="286"/>
                    <a:pt x="313" y="290"/>
                  </a:cubicBezTo>
                  <a:cubicBezTo>
                    <a:pt x="311" y="290"/>
                    <a:pt x="311" y="290"/>
                    <a:pt x="311" y="290"/>
                  </a:cubicBezTo>
                  <a:cubicBezTo>
                    <a:pt x="312" y="286"/>
                    <a:pt x="313" y="284"/>
                    <a:pt x="315" y="281"/>
                  </a:cubicBezTo>
                  <a:cubicBezTo>
                    <a:pt x="315" y="278"/>
                    <a:pt x="316" y="277"/>
                    <a:pt x="316" y="274"/>
                  </a:cubicBezTo>
                  <a:cubicBezTo>
                    <a:pt x="317" y="271"/>
                    <a:pt x="317" y="269"/>
                    <a:pt x="317" y="266"/>
                  </a:cubicBezTo>
                  <a:cubicBezTo>
                    <a:pt x="317" y="263"/>
                    <a:pt x="316" y="262"/>
                    <a:pt x="316" y="258"/>
                  </a:cubicBezTo>
                  <a:cubicBezTo>
                    <a:pt x="316" y="252"/>
                    <a:pt x="316" y="252"/>
                    <a:pt x="316" y="252"/>
                  </a:cubicBezTo>
                  <a:cubicBezTo>
                    <a:pt x="311" y="239"/>
                    <a:pt x="311" y="239"/>
                    <a:pt x="311" y="239"/>
                  </a:cubicBezTo>
                  <a:cubicBezTo>
                    <a:pt x="312" y="236"/>
                    <a:pt x="313" y="234"/>
                    <a:pt x="313" y="230"/>
                  </a:cubicBezTo>
                  <a:cubicBezTo>
                    <a:pt x="313" y="228"/>
                    <a:pt x="311" y="228"/>
                    <a:pt x="310" y="227"/>
                  </a:cubicBezTo>
                  <a:cubicBezTo>
                    <a:pt x="308" y="226"/>
                    <a:pt x="307" y="225"/>
                    <a:pt x="305" y="223"/>
                  </a:cubicBezTo>
                  <a:cubicBezTo>
                    <a:pt x="303" y="221"/>
                    <a:pt x="302" y="219"/>
                    <a:pt x="300" y="217"/>
                  </a:cubicBezTo>
                  <a:cubicBezTo>
                    <a:pt x="299" y="215"/>
                    <a:pt x="298" y="214"/>
                    <a:pt x="298" y="212"/>
                  </a:cubicBezTo>
                  <a:cubicBezTo>
                    <a:pt x="298" y="211"/>
                    <a:pt x="298" y="210"/>
                    <a:pt x="299" y="209"/>
                  </a:cubicBezTo>
                  <a:cubicBezTo>
                    <a:pt x="299" y="209"/>
                    <a:pt x="300" y="209"/>
                    <a:pt x="301" y="208"/>
                  </a:cubicBezTo>
                  <a:cubicBezTo>
                    <a:pt x="302" y="207"/>
                    <a:pt x="303" y="206"/>
                    <a:pt x="303" y="205"/>
                  </a:cubicBezTo>
                  <a:cubicBezTo>
                    <a:pt x="303" y="204"/>
                    <a:pt x="302" y="203"/>
                    <a:pt x="302" y="203"/>
                  </a:cubicBezTo>
                  <a:cubicBezTo>
                    <a:pt x="302" y="203"/>
                    <a:pt x="301" y="203"/>
                    <a:pt x="301" y="203"/>
                  </a:cubicBezTo>
                  <a:cubicBezTo>
                    <a:pt x="298" y="202"/>
                    <a:pt x="297" y="201"/>
                    <a:pt x="295" y="198"/>
                  </a:cubicBezTo>
                  <a:cubicBezTo>
                    <a:pt x="295" y="198"/>
                    <a:pt x="295" y="197"/>
                    <a:pt x="296" y="197"/>
                  </a:cubicBezTo>
                  <a:cubicBezTo>
                    <a:pt x="297" y="196"/>
                    <a:pt x="298" y="196"/>
                    <a:pt x="298" y="195"/>
                  </a:cubicBezTo>
                  <a:cubicBezTo>
                    <a:pt x="298" y="192"/>
                    <a:pt x="297" y="191"/>
                    <a:pt x="295" y="188"/>
                  </a:cubicBezTo>
                  <a:cubicBezTo>
                    <a:pt x="294" y="186"/>
                    <a:pt x="293" y="185"/>
                    <a:pt x="292" y="183"/>
                  </a:cubicBezTo>
                  <a:cubicBezTo>
                    <a:pt x="292" y="183"/>
                    <a:pt x="292" y="182"/>
                    <a:pt x="292" y="182"/>
                  </a:cubicBezTo>
                  <a:cubicBezTo>
                    <a:pt x="290" y="180"/>
                    <a:pt x="289" y="179"/>
                    <a:pt x="287" y="177"/>
                  </a:cubicBezTo>
                  <a:cubicBezTo>
                    <a:pt x="285" y="175"/>
                    <a:pt x="285" y="174"/>
                    <a:pt x="283" y="171"/>
                  </a:cubicBezTo>
                  <a:cubicBezTo>
                    <a:pt x="281" y="168"/>
                    <a:pt x="280" y="166"/>
                    <a:pt x="279" y="162"/>
                  </a:cubicBezTo>
                  <a:cubicBezTo>
                    <a:pt x="277" y="158"/>
                    <a:pt x="277" y="155"/>
                    <a:pt x="273" y="153"/>
                  </a:cubicBezTo>
                  <a:cubicBezTo>
                    <a:pt x="271" y="152"/>
                    <a:pt x="270" y="152"/>
                    <a:pt x="267" y="151"/>
                  </a:cubicBezTo>
                  <a:cubicBezTo>
                    <a:pt x="262" y="151"/>
                    <a:pt x="260" y="146"/>
                    <a:pt x="257" y="142"/>
                  </a:cubicBezTo>
                  <a:cubicBezTo>
                    <a:pt x="255" y="137"/>
                    <a:pt x="255" y="133"/>
                    <a:pt x="253" y="128"/>
                  </a:cubicBezTo>
                  <a:cubicBezTo>
                    <a:pt x="252" y="122"/>
                    <a:pt x="251" y="119"/>
                    <a:pt x="251" y="113"/>
                  </a:cubicBezTo>
                  <a:cubicBezTo>
                    <a:pt x="250" y="111"/>
                    <a:pt x="249" y="110"/>
                    <a:pt x="249" y="108"/>
                  </a:cubicBezTo>
                  <a:cubicBezTo>
                    <a:pt x="249" y="106"/>
                    <a:pt x="249" y="104"/>
                    <a:pt x="248" y="101"/>
                  </a:cubicBezTo>
                  <a:cubicBezTo>
                    <a:pt x="248" y="93"/>
                    <a:pt x="248" y="88"/>
                    <a:pt x="248" y="80"/>
                  </a:cubicBezTo>
                  <a:cubicBezTo>
                    <a:pt x="248" y="73"/>
                    <a:pt x="248" y="68"/>
                    <a:pt x="249" y="61"/>
                  </a:cubicBezTo>
                  <a:cubicBezTo>
                    <a:pt x="249" y="57"/>
                    <a:pt x="250" y="56"/>
                    <a:pt x="250" y="52"/>
                  </a:cubicBezTo>
                  <a:cubicBezTo>
                    <a:pt x="250" y="47"/>
                    <a:pt x="250" y="44"/>
                    <a:pt x="251" y="39"/>
                  </a:cubicBezTo>
                  <a:cubicBezTo>
                    <a:pt x="252" y="34"/>
                    <a:pt x="253" y="32"/>
                    <a:pt x="255" y="27"/>
                  </a:cubicBezTo>
                  <a:cubicBezTo>
                    <a:pt x="255" y="26"/>
                    <a:pt x="256" y="25"/>
                    <a:pt x="256" y="24"/>
                  </a:cubicBezTo>
                  <a:cubicBezTo>
                    <a:pt x="256" y="16"/>
                    <a:pt x="256" y="16"/>
                    <a:pt x="256" y="16"/>
                  </a:cubicBezTo>
                  <a:cubicBezTo>
                    <a:pt x="255" y="17"/>
                    <a:pt x="255" y="18"/>
                    <a:pt x="254" y="19"/>
                  </a:cubicBezTo>
                  <a:cubicBezTo>
                    <a:pt x="252" y="21"/>
                    <a:pt x="250" y="22"/>
                    <a:pt x="248" y="23"/>
                  </a:cubicBezTo>
                  <a:cubicBezTo>
                    <a:pt x="244" y="25"/>
                    <a:pt x="243" y="28"/>
                    <a:pt x="239" y="28"/>
                  </a:cubicBezTo>
                  <a:cubicBezTo>
                    <a:pt x="235" y="28"/>
                    <a:pt x="234" y="26"/>
                    <a:pt x="231" y="24"/>
                  </a:cubicBezTo>
                  <a:cubicBezTo>
                    <a:pt x="228" y="23"/>
                    <a:pt x="227" y="22"/>
                    <a:pt x="224" y="21"/>
                  </a:cubicBezTo>
                  <a:cubicBezTo>
                    <a:pt x="224" y="20"/>
                    <a:pt x="224" y="20"/>
                    <a:pt x="223" y="19"/>
                  </a:cubicBezTo>
                  <a:cubicBezTo>
                    <a:pt x="219" y="16"/>
                    <a:pt x="218" y="13"/>
                    <a:pt x="214" y="9"/>
                  </a:cubicBezTo>
                  <a:cubicBezTo>
                    <a:pt x="211" y="9"/>
                    <a:pt x="209" y="9"/>
                    <a:pt x="207" y="9"/>
                  </a:cubicBezTo>
                  <a:cubicBezTo>
                    <a:pt x="205" y="8"/>
                    <a:pt x="204" y="6"/>
                    <a:pt x="202" y="5"/>
                  </a:cubicBezTo>
                  <a:cubicBezTo>
                    <a:pt x="199" y="3"/>
                    <a:pt x="197" y="2"/>
                    <a:pt x="195" y="0"/>
                  </a:cubicBezTo>
                  <a:cubicBezTo>
                    <a:pt x="194" y="1"/>
                    <a:pt x="194" y="2"/>
                    <a:pt x="194" y="3"/>
                  </a:cubicBezTo>
                  <a:cubicBezTo>
                    <a:pt x="194" y="5"/>
                    <a:pt x="194" y="6"/>
                    <a:pt x="194" y="7"/>
                  </a:cubicBezTo>
                  <a:cubicBezTo>
                    <a:pt x="193" y="10"/>
                    <a:pt x="191" y="12"/>
                    <a:pt x="189" y="14"/>
                  </a:cubicBezTo>
                  <a:cubicBezTo>
                    <a:pt x="187" y="16"/>
                    <a:pt x="186" y="17"/>
                    <a:pt x="186" y="19"/>
                  </a:cubicBezTo>
                  <a:cubicBezTo>
                    <a:pt x="185" y="21"/>
                    <a:pt x="186" y="21"/>
                    <a:pt x="185" y="23"/>
                  </a:cubicBezTo>
                  <a:cubicBezTo>
                    <a:pt x="185" y="25"/>
                    <a:pt x="184" y="27"/>
                    <a:pt x="183" y="29"/>
                  </a:cubicBezTo>
                  <a:cubicBezTo>
                    <a:pt x="183" y="30"/>
                    <a:pt x="182" y="31"/>
                    <a:pt x="182" y="32"/>
                  </a:cubicBezTo>
                  <a:cubicBezTo>
                    <a:pt x="181" y="34"/>
                    <a:pt x="182" y="36"/>
                    <a:pt x="182" y="39"/>
                  </a:cubicBezTo>
                  <a:cubicBezTo>
                    <a:pt x="182" y="40"/>
                    <a:pt x="181" y="41"/>
                    <a:pt x="181" y="41"/>
                  </a:cubicBezTo>
                  <a:cubicBezTo>
                    <a:pt x="180" y="46"/>
                    <a:pt x="181" y="48"/>
                    <a:pt x="180" y="53"/>
                  </a:cubicBezTo>
                  <a:cubicBezTo>
                    <a:pt x="180" y="55"/>
                    <a:pt x="179" y="56"/>
                    <a:pt x="179" y="58"/>
                  </a:cubicBezTo>
                  <a:cubicBezTo>
                    <a:pt x="179" y="60"/>
                    <a:pt x="181" y="61"/>
                    <a:pt x="182" y="61"/>
                  </a:cubicBezTo>
                  <a:cubicBezTo>
                    <a:pt x="205" y="51"/>
                    <a:pt x="205" y="51"/>
                    <a:pt x="205" y="51"/>
                  </a:cubicBezTo>
                  <a:cubicBezTo>
                    <a:pt x="206" y="52"/>
                    <a:pt x="207" y="53"/>
                    <a:pt x="210" y="53"/>
                  </a:cubicBezTo>
                  <a:cubicBezTo>
                    <a:pt x="212" y="53"/>
                    <a:pt x="213" y="51"/>
                    <a:pt x="214" y="50"/>
                  </a:cubicBezTo>
                  <a:cubicBezTo>
                    <a:pt x="216" y="49"/>
                    <a:pt x="218" y="49"/>
                    <a:pt x="219" y="47"/>
                  </a:cubicBezTo>
                  <a:cubicBezTo>
                    <a:pt x="221" y="45"/>
                    <a:pt x="221" y="43"/>
                    <a:pt x="222" y="41"/>
                  </a:cubicBezTo>
                  <a:cubicBezTo>
                    <a:pt x="222" y="40"/>
                    <a:pt x="222" y="39"/>
                    <a:pt x="224" y="39"/>
                  </a:cubicBezTo>
                  <a:cubicBezTo>
                    <a:pt x="225" y="39"/>
                    <a:pt x="226" y="40"/>
                    <a:pt x="227" y="41"/>
                  </a:cubicBezTo>
                  <a:cubicBezTo>
                    <a:pt x="230" y="43"/>
                    <a:pt x="230" y="45"/>
                    <a:pt x="232" y="47"/>
                  </a:cubicBezTo>
                  <a:cubicBezTo>
                    <a:pt x="233" y="49"/>
                    <a:pt x="234" y="50"/>
                    <a:pt x="235" y="52"/>
                  </a:cubicBezTo>
                  <a:cubicBezTo>
                    <a:pt x="235" y="54"/>
                    <a:pt x="236" y="55"/>
                    <a:pt x="236" y="57"/>
                  </a:cubicBezTo>
                  <a:cubicBezTo>
                    <a:pt x="236" y="60"/>
                    <a:pt x="232" y="62"/>
                    <a:pt x="232" y="66"/>
                  </a:cubicBezTo>
                  <a:cubicBezTo>
                    <a:pt x="232" y="77"/>
                    <a:pt x="232" y="77"/>
                    <a:pt x="232" y="77"/>
                  </a:cubicBezTo>
                  <a:cubicBezTo>
                    <a:pt x="232" y="78"/>
                    <a:pt x="231" y="79"/>
                    <a:pt x="231" y="81"/>
                  </a:cubicBezTo>
                  <a:cubicBezTo>
                    <a:pt x="230" y="84"/>
                    <a:pt x="229" y="86"/>
                    <a:pt x="228" y="89"/>
                  </a:cubicBezTo>
                  <a:cubicBezTo>
                    <a:pt x="227" y="94"/>
                    <a:pt x="224" y="98"/>
                    <a:pt x="219" y="98"/>
                  </a:cubicBezTo>
                  <a:cubicBezTo>
                    <a:pt x="218" y="98"/>
                    <a:pt x="218" y="97"/>
                    <a:pt x="217" y="97"/>
                  </a:cubicBezTo>
                  <a:cubicBezTo>
                    <a:pt x="215" y="96"/>
                    <a:pt x="214" y="95"/>
                    <a:pt x="212" y="94"/>
                  </a:cubicBezTo>
                  <a:cubicBezTo>
                    <a:pt x="209" y="92"/>
                    <a:pt x="207" y="91"/>
                    <a:pt x="205" y="89"/>
                  </a:cubicBezTo>
                  <a:cubicBezTo>
                    <a:pt x="201" y="87"/>
                    <a:pt x="200" y="84"/>
                    <a:pt x="197" y="82"/>
                  </a:cubicBezTo>
                  <a:cubicBezTo>
                    <a:pt x="196" y="80"/>
                    <a:pt x="195" y="79"/>
                    <a:pt x="193" y="79"/>
                  </a:cubicBezTo>
                  <a:cubicBezTo>
                    <a:pt x="190" y="79"/>
                    <a:pt x="190" y="83"/>
                    <a:pt x="189" y="85"/>
                  </a:cubicBezTo>
                  <a:cubicBezTo>
                    <a:pt x="189" y="88"/>
                    <a:pt x="189" y="90"/>
                    <a:pt x="188" y="93"/>
                  </a:cubicBezTo>
                  <a:cubicBezTo>
                    <a:pt x="186" y="96"/>
                    <a:pt x="186" y="98"/>
                    <a:pt x="184" y="101"/>
                  </a:cubicBezTo>
                  <a:cubicBezTo>
                    <a:pt x="183" y="103"/>
                    <a:pt x="181" y="105"/>
                    <a:pt x="179" y="105"/>
                  </a:cubicBezTo>
                  <a:cubicBezTo>
                    <a:pt x="178" y="105"/>
                    <a:pt x="177" y="105"/>
                    <a:pt x="176" y="104"/>
                  </a:cubicBezTo>
                  <a:cubicBezTo>
                    <a:pt x="175" y="104"/>
                    <a:pt x="174" y="104"/>
                    <a:pt x="173" y="103"/>
                  </a:cubicBezTo>
                  <a:cubicBezTo>
                    <a:pt x="172" y="103"/>
                    <a:pt x="170" y="102"/>
                    <a:pt x="170" y="101"/>
                  </a:cubicBezTo>
                  <a:cubicBezTo>
                    <a:pt x="169" y="99"/>
                    <a:pt x="169" y="98"/>
                    <a:pt x="168" y="96"/>
                  </a:cubicBezTo>
                  <a:cubicBezTo>
                    <a:pt x="168" y="93"/>
                    <a:pt x="167" y="91"/>
                    <a:pt x="167" y="87"/>
                  </a:cubicBezTo>
                  <a:cubicBezTo>
                    <a:pt x="165" y="79"/>
                    <a:pt x="163" y="74"/>
                    <a:pt x="163" y="66"/>
                  </a:cubicBezTo>
                  <a:cubicBezTo>
                    <a:pt x="163" y="57"/>
                    <a:pt x="163" y="57"/>
                    <a:pt x="163" y="57"/>
                  </a:cubicBezTo>
                  <a:cubicBezTo>
                    <a:pt x="163" y="54"/>
                    <a:pt x="164" y="52"/>
                    <a:pt x="162" y="49"/>
                  </a:cubicBezTo>
                  <a:cubicBezTo>
                    <a:pt x="162" y="48"/>
                    <a:pt x="160" y="48"/>
                    <a:pt x="159" y="47"/>
                  </a:cubicBezTo>
                  <a:cubicBezTo>
                    <a:pt x="157" y="47"/>
                    <a:pt x="157" y="47"/>
                    <a:pt x="155" y="47"/>
                  </a:cubicBezTo>
                  <a:cubicBezTo>
                    <a:pt x="154" y="47"/>
                    <a:pt x="153" y="48"/>
                    <a:pt x="153" y="49"/>
                  </a:cubicBezTo>
                  <a:cubicBezTo>
                    <a:pt x="152" y="51"/>
                    <a:pt x="151" y="51"/>
                    <a:pt x="150" y="52"/>
                  </a:cubicBezTo>
                  <a:cubicBezTo>
                    <a:pt x="149" y="53"/>
                    <a:pt x="148" y="54"/>
                    <a:pt x="146" y="54"/>
                  </a:cubicBezTo>
                  <a:cubicBezTo>
                    <a:pt x="144" y="54"/>
                    <a:pt x="144" y="53"/>
                    <a:pt x="142" y="52"/>
                  </a:cubicBezTo>
                  <a:cubicBezTo>
                    <a:pt x="141" y="50"/>
                    <a:pt x="140" y="49"/>
                    <a:pt x="138" y="47"/>
                  </a:cubicBezTo>
                  <a:cubicBezTo>
                    <a:pt x="135" y="45"/>
                    <a:pt x="134" y="44"/>
                    <a:pt x="131" y="42"/>
                  </a:cubicBezTo>
                  <a:cubicBezTo>
                    <a:pt x="129" y="47"/>
                    <a:pt x="129" y="50"/>
                    <a:pt x="129" y="55"/>
                  </a:cubicBezTo>
                  <a:cubicBezTo>
                    <a:pt x="129" y="56"/>
                    <a:pt x="129" y="58"/>
                    <a:pt x="128" y="59"/>
                  </a:cubicBezTo>
                  <a:cubicBezTo>
                    <a:pt x="127" y="60"/>
                    <a:pt x="126" y="59"/>
                    <a:pt x="125" y="60"/>
                  </a:cubicBezTo>
                  <a:cubicBezTo>
                    <a:pt x="123" y="60"/>
                    <a:pt x="122" y="60"/>
                    <a:pt x="121" y="61"/>
                  </a:cubicBezTo>
                  <a:cubicBezTo>
                    <a:pt x="124" y="63"/>
                    <a:pt x="127" y="65"/>
                    <a:pt x="128" y="70"/>
                  </a:cubicBezTo>
                  <a:cubicBezTo>
                    <a:pt x="128" y="71"/>
                    <a:pt x="128" y="72"/>
                    <a:pt x="129" y="74"/>
                  </a:cubicBezTo>
                  <a:cubicBezTo>
                    <a:pt x="129" y="75"/>
                    <a:pt x="130" y="75"/>
                    <a:pt x="131" y="75"/>
                  </a:cubicBezTo>
                  <a:cubicBezTo>
                    <a:pt x="132" y="76"/>
                    <a:pt x="133" y="77"/>
                    <a:pt x="133" y="79"/>
                  </a:cubicBezTo>
                  <a:cubicBezTo>
                    <a:pt x="132" y="79"/>
                    <a:pt x="132" y="79"/>
                    <a:pt x="132" y="79"/>
                  </a:cubicBezTo>
                  <a:cubicBezTo>
                    <a:pt x="131" y="78"/>
                    <a:pt x="130" y="77"/>
                    <a:pt x="128" y="75"/>
                  </a:cubicBezTo>
                  <a:cubicBezTo>
                    <a:pt x="128" y="77"/>
                    <a:pt x="128" y="78"/>
                    <a:pt x="128" y="80"/>
                  </a:cubicBezTo>
                  <a:cubicBezTo>
                    <a:pt x="128" y="82"/>
                    <a:pt x="128" y="84"/>
                    <a:pt x="128" y="87"/>
                  </a:cubicBezTo>
                  <a:cubicBezTo>
                    <a:pt x="127" y="91"/>
                    <a:pt x="127" y="94"/>
                    <a:pt x="125" y="99"/>
                  </a:cubicBezTo>
                  <a:cubicBezTo>
                    <a:pt x="124" y="101"/>
                    <a:pt x="124" y="103"/>
                    <a:pt x="123" y="105"/>
                  </a:cubicBezTo>
                  <a:cubicBezTo>
                    <a:pt x="122" y="107"/>
                    <a:pt x="122" y="109"/>
                    <a:pt x="121" y="110"/>
                  </a:cubicBezTo>
                  <a:cubicBezTo>
                    <a:pt x="119" y="112"/>
                    <a:pt x="116" y="111"/>
                    <a:pt x="113" y="113"/>
                  </a:cubicBezTo>
                  <a:cubicBezTo>
                    <a:pt x="112" y="114"/>
                    <a:pt x="111" y="116"/>
                    <a:pt x="110" y="117"/>
                  </a:cubicBezTo>
                  <a:cubicBezTo>
                    <a:pt x="109" y="118"/>
                    <a:pt x="108" y="118"/>
                    <a:pt x="107" y="118"/>
                  </a:cubicBezTo>
                  <a:cubicBezTo>
                    <a:pt x="106" y="119"/>
                    <a:pt x="105" y="120"/>
                    <a:pt x="104" y="120"/>
                  </a:cubicBezTo>
                  <a:cubicBezTo>
                    <a:pt x="101" y="120"/>
                    <a:pt x="100" y="115"/>
                    <a:pt x="97" y="115"/>
                  </a:cubicBezTo>
                  <a:cubicBezTo>
                    <a:pt x="96" y="115"/>
                    <a:pt x="96" y="116"/>
                    <a:pt x="95" y="116"/>
                  </a:cubicBezTo>
                  <a:cubicBezTo>
                    <a:pt x="94" y="118"/>
                    <a:pt x="93" y="119"/>
                    <a:pt x="91" y="121"/>
                  </a:cubicBezTo>
                  <a:cubicBezTo>
                    <a:pt x="90" y="123"/>
                    <a:pt x="89" y="125"/>
                    <a:pt x="88" y="127"/>
                  </a:cubicBezTo>
                  <a:cubicBezTo>
                    <a:pt x="86" y="130"/>
                    <a:pt x="85" y="132"/>
                    <a:pt x="82" y="134"/>
                  </a:cubicBezTo>
                  <a:cubicBezTo>
                    <a:pt x="80" y="136"/>
                    <a:pt x="77" y="136"/>
                    <a:pt x="77" y="139"/>
                  </a:cubicBezTo>
                  <a:cubicBezTo>
                    <a:pt x="77" y="140"/>
                    <a:pt x="77" y="141"/>
                    <a:pt x="77" y="142"/>
                  </a:cubicBezTo>
                  <a:cubicBezTo>
                    <a:pt x="79" y="142"/>
                    <a:pt x="81" y="142"/>
                    <a:pt x="83" y="143"/>
                  </a:cubicBezTo>
                  <a:cubicBezTo>
                    <a:pt x="85" y="144"/>
                    <a:pt x="85" y="146"/>
                    <a:pt x="85" y="148"/>
                  </a:cubicBezTo>
                  <a:cubicBezTo>
                    <a:pt x="85" y="163"/>
                    <a:pt x="85" y="163"/>
                    <a:pt x="85" y="163"/>
                  </a:cubicBezTo>
                  <a:cubicBezTo>
                    <a:pt x="85" y="172"/>
                    <a:pt x="94" y="175"/>
                    <a:pt x="94" y="184"/>
                  </a:cubicBezTo>
                  <a:cubicBezTo>
                    <a:pt x="94" y="188"/>
                    <a:pt x="93" y="190"/>
                    <a:pt x="93" y="194"/>
                  </a:cubicBezTo>
                  <a:cubicBezTo>
                    <a:pt x="92" y="196"/>
                    <a:pt x="93" y="197"/>
                    <a:pt x="92" y="198"/>
                  </a:cubicBezTo>
                  <a:cubicBezTo>
                    <a:pt x="92" y="200"/>
                    <a:pt x="91" y="201"/>
                    <a:pt x="91" y="203"/>
                  </a:cubicBezTo>
                  <a:cubicBezTo>
                    <a:pt x="90" y="204"/>
                    <a:pt x="90" y="205"/>
                    <a:pt x="90" y="207"/>
                  </a:cubicBezTo>
                  <a:cubicBezTo>
                    <a:pt x="89" y="211"/>
                    <a:pt x="88" y="214"/>
                    <a:pt x="87" y="219"/>
                  </a:cubicBezTo>
                  <a:cubicBezTo>
                    <a:pt x="85" y="221"/>
                    <a:pt x="84" y="223"/>
                    <a:pt x="83" y="226"/>
                  </a:cubicBezTo>
                  <a:cubicBezTo>
                    <a:pt x="82" y="227"/>
                    <a:pt x="80" y="228"/>
                    <a:pt x="79" y="229"/>
                  </a:cubicBezTo>
                  <a:cubicBezTo>
                    <a:pt x="76" y="232"/>
                    <a:pt x="73" y="233"/>
                    <a:pt x="68" y="233"/>
                  </a:cubicBezTo>
                  <a:cubicBezTo>
                    <a:pt x="64" y="233"/>
                    <a:pt x="61" y="232"/>
                    <a:pt x="58" y="230"/>
                  </a:cubicBezTo>
                  <a:cubicBezTo>
                    <a:pt x="58" y="230"/>
                    <a:pt x="57" y="230"/>
                    <a:pt x="57" y="231"/>
                  </a:cubicBezTo>
                  <a:cubicBezTo>
                    <a:pt x="57" y="232"/>
                    <a:pt x="58" y="233"/>
                    <a:pt x="59" y="234"/>
                  </a:cubicBezTo>
                  <a:cubicBezTo>
                    <a:pt x="60" y="237"/>
                    <a:pt x="61" y="239"/>
                    <a:pt x="62" y="242"/>
                  </a:cubicBezTo>
                  <a:cubicBezTo>
                    <a:pt x="62" y="245"/>
                    <a:pt x="62" y="247"/>
                    <a:pt x="64" y="248"/>
                  </a:cubicBezTo>
                  <a:cubicBezTo>
                    <a:pt x="65" y="250"/>
                    <a:pt x="67" y="249"/>
                    <a:pt x="69" y="249"/>
                  </a:cubicBezTo>
                  <a:cubicBezTo>
                    <a:pt x="70" y="249"/>
                    <a:pt x="71" y="249"/>
                    <a:pt x="72" y="248"/>
                  </a:cubicBezTo>
                  <a:cubicBezTo>
                    <a:pt x="73" y="248"/>
                    <a:pt x="73" y="247"/>
                    <a:pt x="74" y="246"/>
                  </a:cubicBezTo>
                  <a:cubicBezTo>
                    <a:pt x="75" y="245"/>
                    <a:pt x="76" y="245"/>
                    <a:pt x="78" y="244"/>
                  </a:cubicBezTo>
                  <a:cubicBezTo>
                    <a:pt x="79" y="244"/>
                    <a:pt x="80" y="243"/>
                    <a:pt x="81" y="243"/>
                  </a:cubicBezTo>
                  <a:cubicBezTo>
                    <a:pt x="82" y="243"/>
                    <a:pt x="83" y="244"/>
                    <a:pt x="84" y="244"/>
                  </a:cubicBezTo>
                  <a:cubicBezTo>
                    <a:pt x="88" y="245"/>
                    <a:pt x="90" y="247"/>
                    <a:pt x="92" y="251"/>
                  </a:cubicBezTo>
                  <a:cubicBezTo>
                    <a:pt x="98" y="257"/>
                    <a:pt x="99" y="263"/>
                    <a:pt x="99" y="272"/>
                  </a:cubicBezTo>
                  <a:cubicBezTo>
                    <a:pt x="99" y="278"/>
                    <a:pt x="99" y="278"/>
                    <a:pt x="99" y="278"/>
                  </a:cubicBezTo>
                  <a:cubicBezTo>
                    <a:pt x="99" y="279"/>
                    <a:pt x="99" y="280"/>
                    <a:pt x="99" y="281"/>
                  </a:cubicBezTo>
                  <a:cubicBezTo>
                    <a:pt x="98" y="288"/>
                    <a:pt x="98" y="292"/>
                    <a:pt x="97" y="299"/>
                  </a:cubicBezTo>
                  <a:cubicBezTo>
                    <a:pt x="97" y="302"/>
                    <a:pt x="96" y="303"/>
                    <a:pt x="96" y="306"/>
                  </a:cubicBezTo>
                  <a:cubicBezTo>
                    <a:pt x="95" y="312"/>
                    <a:pt x="94" y="315"/>
                    <a:pt x="92" y="320"/>
                  </a:cubicBezTo>
                  <a:cubicBezTo>
                    <a:pt x="92" y="323"/>
                    <a:pt x="91" y="325"/>
                    <a:pt x="90" y="328"/>
                  </a:cubicBezTo>
                  <a:cubicBezTo>
                    <a:pt x="90" y="329"/>
                    <a:pt x="89" y="330"/>
                    <a:pt x="89" y="332"/>
                  </a:cubicBezTo>
                  <a:cubicBezTo>
                    <a:pt x="88" y="332"/>
                    <a:pt x="88" y="334"/>
                    <a:pt x="87" y="334"/>
                  </a:cubicBezTo>
                  <a:cubicBezTo>
                    <a:pt x="86" y="334"/>
                    <a:pt x="86" y="333"/>
                    <a:pt x="85" y="333"/>
                  </a:cubicBezTo>
                  <a:cubicBezTo>
                    <a:pt x="84" y="333"/>
                    <a:pt x="84" y="334"/>
                    <a:pt x="83" y="336"/>
                  </a:cubicBezTo>
                  <a:cubicBezTo>
                    <a:pt x="82" y="337"/>
                    <a:pt x="82" y="339"/>
                    <a:pt x="81" y="340"/>
                  </a:cubicBezTo>
                  <a:cubicBezTo>
                    <a:pt x="81" y="343"/>
                    <a:pt x="80" y="344"/>
                    <a:pt x="79" y="347"/>
                  </a:cubicBezTo>
                  <a:cubicBezTo>
                    <a:pt x="79" y="349"/>
                    <a:pt x="80" y="351"/>
                    <a:pt x="79" y="353"/>
                  </a:cubicBezTo>
                  <a:cubicBezTo>
                    <a:pt x="79" y="356"/>
                    <a:pt x="77" y="358"/>
                    <a:pt x="77" y="361"/>
                  </a:cubicBezTo>
                  <a:cubicBezTo>
                    <a:pt x="76" y="366"/>
                    <a:pt x="76" y="369"/>
                    <a:pt x="74" y="374"/>
                  </a:cubicBezTo>
                  <a:cubicBezTo>
                    <a:pt x="73" y="380"/>
                    <a:pt x="71" y="383"/>
                    <a:pt x="69" y="388"/>
                  </a:cubicBezTo>
                  <a:cubicBezTo>
                    <a:pt x="68" y="392"/>
                    <a:pt x="68" y="393"/>
                    <a:pt x="66" y="397"/>
                  </a:cubicBezTo>
                  <a:cubicBezTo>
                    <a:pt x="65" y="401"/>
                    <a:pt x="65" y="405"/>
                    <a:pt x="63" y="409"/>
                  </a:cubicBezTo>
                  <a:cubicBezTo>
                    <a:pt x="61" y="412"/>
                    <a:pt x="59" y="412"/>
                    <a:pt x="57" y="414"/>
                  </a:cubicBezTo>
                  <a:cubicBezTo>
                    <a:pt x="55" y="416"/>
                    <a:pt x="53" y="416"/>
                    <a:pt x="52" y="418"/>
                  </a:cubicBezTo>
                  <a:cubicBezTo>
                    <a:pt x="49" y="420"/>
                    <a:pt x="49" y="421"/>
                    <a:pt x="47" y="424"/>
                  </a:cubicBezTo>
                  <a:cubicBezTo>
                    <a:pt x="46" y="426"/>
                    <a:pt x="44" y="428"/>
                    <a:pt x="43" y="430"/>
                  </a:cubicBezTo>
                  <a:cubicBezTo>
                    <a:pt x="41" y="433"/>
                    <a:pt x="41" y="435"/>
                    <a:pt x="40" y="438"/>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101"/>
            <p:cNvSpPr>
              <a:spLocks noEditPoints="1"/>
            </p:cNvSpPr>
            <p:nvPr/>
          </p:nvSpPr>
          <p:spPr bwMode="auto">
            <a:xfrm>
              <a:off x="2879725" y="912812"/>
              <a:ext cx="1122363" cy="981075"/>
            </a:xfrm>
            <a:custGeom>
              <a:avLst/>
              <a:gdLst/>
              <a:ahLst/>
              <a:cxnLst>
                <a:cxn ang="0">
                  <a:pos x="669" y="346"/>
                </a:cxn>
                <a:cxn ang="0">
                  <a:pos x="686" y="351"/>
                </a:cxn>
                <a:cxn ang="0">
                  <a:pos x="717" y="337"/>
                </a:cxn>
                <a:cxn ang="0">
                  <a:pos x="705" y="350"/>
                </a:cxn>
                <a:cxn ang="0">
                  <a:pos x="664" y="373"/>
                </a:cxn>
                <a:cxn ang="0">
                  <a:pos x="642" y="392"/>
                </a:cxn>
                <a:cxn ang="0">
                  <a:pos x="629" y="392"/>
                </a:cxn>
                <a:cxn ang="0">
                  <a:pos x="610" y="402"/>
                </a:cxn>
                <a:cxn ang="0">
                  <a:pos x="568" y="401"/>
                </a:cxn>
                <a:cxn ang="0">
                  <a:pos x="529" y="407"/>
                </a:cxn>
                <a:cxn ang="0">
                  <a:pos x="487" y="444"/>
                </a:cxn>
                <a:cxn ang="0">
                  <a:pos x="455" y="487"/>
                </a:cxn>
                <a:cxn ang="0">
                  <a:pos x="447" y="539"/>
                </a:cxn>
                <a:cxn ang="0">
                  <a:pos x="413" y="533"/>
                </a:cxn>
                <a:cxn ang="0">
                  <a:pos x="361" y="509"/>
                </a:cxn>
                <a:cxn ang="0">
                  <a:pos x="298" y="469"/>
                </a:cxn>
                <a:cxn ang="0">
                  <a:pos x="240" y="457"/>
                </a:cxn>
                <a:cxn ang="0">
                  <a:pos x="211" y="479"/>
                </a:cxn>
                <a:cxn ang="0">
                  <a:pos x="180" y="492"/>
                </a:cxn>
                <a:cxn ang="0">
                  <a:pos x="153" y="459"/>
                </a:cxn>
                <a:cxn ang="0">
                  <a:pos x="108" y="496"/>
                </a:cxn>
                <a:cxn ang="0">
                  <a:pos x="145" y="531"/>
                </a:cxn>
                <a:cxn ang="0">
                  <a:pos x="187" y="563"/>
                </a:cxn>
                <a:cxn ang="0">
                  <a:pos x="194" y="588"/>
                </a:cxn>
                <a:cxn ang="0">
                  <a:pos x="156" y="586"/>
                </a:cxn>
                <a:cxn ang="0">
                  <a:pos x="138" y="590"/>
                </a:cxn>
                <a:cxn ang="0">
                  <a:pos x="122" y="620"/>
                </a:cxn>
                <a:cxn ang="0">
                  <a:pos x="83" y="633"/>
                </a:cxn>
                <a:cxn ang="0">
                  <a:pos x="84" y="583"/>
                </a:cxn>
                <a:cxn ang="0">
                  <a:pos x="83" y="540"/>
                </a:cxn>
                <a:cxn ang="0">
                  <a:pos x="52" y="496"/>
                </a:cxn>
                <a:cxn ang="0">
                  <a:pos x="79" y="443"/>
                </a:cxn>
                <a:cxn ang="0">
                  <a:pos x="99" y="425"/>
                </a:cxn>
                <a:cxn ang="0">
                  <a:pos x="120" y="406"/>
                </a:cxn>
                <a:cxn ang="0">
                  <a:pos x="118" y="369"/>
                </a:cxn>
                <a:cxn ang="0">
                  <a:pos x="130" y="339"/>
                </a:cxn>
                <a:cxn ang="0">
                  <a:pos x="161" y="360"/>
                </a:cxn>
                <a:cxn ang="0">
                  <a:pos x="197" y="370"/>
                </a:cxn>
                <a:cxn ang="0">
                  <a:pos x="235" y="344"/>
                </a:cxn>
                <a:cxn ang="0">
                  <a:pos x="230" y="302"/>
                </a:cxn>
                <a:cxn ang="0">
                  <a:pos x="234" y="269"/>
                </a:cxn>
                <a:cxn ang="0">
                  <a:pos x="262" y="209"/>
                </a:cxn>
                <a:cxn ang="0">
                  <a:pos x="274" y="158"/>
                </a:cxn>
                <a:cxn ang="0">
                  <a:pos x="262" y="76"/>
                </a:cxn>
                <a:cxn ang="0">
                  <a:pos x="262" y="26"/>
                </a:cxn>
                <a:cxn ang="0">
                  <a:pos x="279" y="17"/>
                </a:cxn>
                <a:cxn ang="0">
                  <a:pos x="313" y="24"/>
                </a:cxn>
                <a:cxn ang="0">
                  <a:pos x="360" y="81"/>
                </a:cxn>
                <a:cxn ang="0">
                  <a:pos x="391" y="129"/>
                </a:cxn>
                <a:cxn ang="0">
                  <a:pos x="431" y="167"/>
                </a:cxn>
                <a:cxn ang="0">
                  <a:pos x="467" y="197"/>
                </a:cxn>
                <a:cxn ang="0">
                  <a:pos x="495" y="222"/>
                </a:cxn>
                <a:cxn ang="0">
                  <a:pos x="537" y="223"/>
                </a:cxn>
                <a:cxn ang="0">
                  <a:pos x="555" y="233"/>
                </a:cxn>
                <a:cxn ang="0">
                  <a:pos x="633" y="234"/>
                </a:cxn>
                <a:cxn ang="0">
                  <a:pos x="671" y="216"/>
                </a:cxn>
                <a:cxn ang="0">
                  <a:pos x="658" y="297"/>
                </a:cxn>
                <a:cxn ang="0">
                  <a:pos x="190" y="31"/>
                </a:cxn>
                <a:cxn ang="0">
                  <a:pos x="209" y="42"/>
                </a:cxn>
                <a:cxn ang="0">
                  <a:pos x="222" y="63"/>
                </a:cxn>
                <a:cxn ang="0">
                  <a:pos x="0" y="621"/>
                </a:cxn>
                <a:cxn ang="0">
                  <a:pos x="12" y="533"/>
                </a:cxn>
                <a:cxn ang="0">
                  <a:pos x="16" y="515"/>
                </a:cxn>
              </a:cxnLst>
              <a:rect l="0" t="0" r="r" b="b"/>
              <a:pathLst>
                <a:path w="729" h="638">
                  <a:moveTo>
                    <a:pt x="668" y="333"/>
                  </a:moveTo>
                  <a:cubicBezTo>
                    <a:pt x="669" y="336"/>
                    <a:pt x="670" y="338"/>
                    <a:pt x="672" y="340"/>
                  </a:cubicBezTo>
                  <a:cubicBezTo>
                    <a:pt x="673" y="341"/>
                    <a:pt x="673" y="341"/>
                    <a:pt x="674" y="342"/>
                  </a:cubicBezTo>
                  <a:cubicBezTo>
                    <a:pt x="676" y="343"/>
                    <a:pt x="676" y="344"/>
                    <a:pt x="677" y="346"/>
                  </a:cubicBezTo>
                  <a:cubicBezTo>
                    <a:pt x="675" y="346"/>
                    <a:pt x="674" y="345"/>
                    <a:pt x="673" y="344"/>
                  </a:cubicBezTo>
                  <a:cubicBezTo>
                    <a:pt x="673" y="344"/>
                    <a:pt x="673" y="343"/>
                    <a:pt x="673" y="343"/>
                  </a:cubicBezTo>
                  <a:cubicBezTo>
                    <a:pt x="672" y="342"/>
                    <a:pt x="672" y="342"/>
                    <a:pt x="671" y="342"/>
                  </a:cubicBezTo>
                  <a:cubicBezTo>
                    <a:pt x="670" y="342"/>
                    <a:pt x="670" y="341"/>
                    <a:pt x="669" y="341"/>
                  </a:cubicBezTo>
                  <a:cubicBezTo>
                    <a:pt x="668" y="342"/>
                    <a:pt x="667" y="342"/>
                    <a:pt x="666" y="342"/>
                  </a:cubicBezTo>
                  <a:cubicBezTo>
                    <a:pt x="666" y="342"/>
                    <a:pt x="665" y="342"/>
                    <a:pt x="666" y="342"/>
                  </a:cubicBezTo>
                  <a:cubicBezTo>
                    <a:pt x="666" y="343"/>
                    <a:pt x="666" y="343"/>
                    <a:pt x="667" y="343"/>
                  </a:cubicBezTo>
                  <a:cubicBezTo>
                    <a:pt x="667" y="344"/>
                    <a:pt x="667" y="345"/>
                    <a:pt x="667" y="345"/>
                  </a:cubicBezTo>
                  <a:cubicBezTo>
                    <a:pt x="668" y="346"/>
                    <a:pt x="668" y="345"/>
                    <a:pt x="669" y="346"/>
                  </a:cubicBezTo>
                  <a:cubicBezTo>
                    <a:pt x="669" y="346"/>
                    <a:pt x="669" y="346"/>
                    <a:pt x="670" y="346"/>
                  </a:cubicBezTo>
                  <a:cubicBezTo>
                    <a:pt x="671" y="346"/>
                    <a:pt x="671" y="346"/>
                    <a:pt x="672" y="347"/>
                  </a:cubicBezTo>
                  <a:cubicBezTo>
                    <a:pt x="673" y="347"/>
                    <a:pt x="674" y="348"/>
                    <a:pt x="675" y="348"/>
                  </a:cubicBezTo>
                  <a:cubicBezTo>
                    <a:pt x="674" y="348"/>
                    <a:pt x="673" y="349"/>
                    <a:pt x="672" y="350"/>
                  </a:cubicBezTo>
                  <a:cubicBezTo>
                    <a:pt x="672" y="351"/>
                    <a:pt x="672" y="351"/>
                    <a:pt x="672" y="351"/>
                  </a:cubicBezTo>
                  <a:cubicBezTo>
                    <a:pt x="674" y="351"/>
                    <a:pt x="675" y="351"/>
                    <a:pt x="676" y="352"/>
                  </a:cubicBezTo>
                  <a:cubicBezTo>
                    <a:pt x="677" y="352"/>
                    <a:pt x="677" y="354"/>
                    <a:pt x="679" y="354"/>
                  </a:cubicBezTo>
                  <a:cubicBezTo>
                    <a:pt x="681" y="355"/>
                    <a:pt x="682" y="354"/>
                    <a:pt x="684" y="354"/>
                  </a:cubicBezTo>
                  <a:cubicBezTo>
                    <a:pt x="685" y="354"/>
                    <a:pt x="685" y="354"/>
                    <a:pt x="686" y="354"/>
                  </a:cubicBezTo>
                  <a:cubicBezTo>
                    <a:pt x="687" y="354"/>
                    <a:pt x="687" y="354"/>
                    <a:pt x="687" y="354"/>
                  </a:cubicBezTo>
                  <a:cubicBezTo>
                    <a:pt x="687" y="354"/>
                    <a:pt x="687" y="354"/>
                    <a:pt x="687" y="354"/>
                  </a:cubicBezTo>
                  <a:cubicBezTo>
                    <a:pt x="685" y="353"/>
                    <a:pt x="684" y="352"/>
                    <a:pt x="682" y="351"/>
                  </a:cubicBezTo>
                  <a:cubicBezTo>
                    <a:pt x="677" y="347"/>
                    <a:pt x="684" y="351"/>
                    <a:pt x="686" y="351"/>
                  </a:cubicBezTo>
                  <a:cubicBezTo>
                    <a:pt x="686" y="352"/>
                    <a:pt x="687" y="352"/>
                    <a:pt x="687" y="352"/>
                  </a:cubicBezTo>
                  <a:cubicBezTo>
                    <a:pt x="688" y="352"/>
                    <a:pt x="688" y="352"/>
                    <a:pt x="689" y="352"/>
                  </a:cubicBezTo>
                  <a:cubicBezTo>
                    <a:pt x="690" y="353"/>
                    <a:pt x="691" y="353"/>
                    <a:pt x="692" y="353"/>
                  </a:cubicBezTo>
                  <a:cubicBezTo>
                    <a:pt x="693" y="353"/>
                    <a:pt x="694" y="353"/>
                    <a:pt x="694" y="352"/>
                  </a:cubicBezTo>
                  <a:cubicBezTo>
                    <a:pt x="695" y="351"/>
                    <a:pt x="696" y="350"/>
                    <a:pt x="697" y="349"/>
                  </a:cubicBezTo>
                  <a:cubicBezTo>
                    <a:pt x="698" y="348"/>
                    <a:pt x="698" y="347"/>
                    <a:pt x="699" y="347"/>
                  </a:cubicBezTo>
                  <a:cubicBezTo>
                    <a:pt x="700" y="345"/>
                    <a:pt x="701" y="345"/>
                    <a:pt x="702" y="344"/>
                  </a:cubicBezTo>
                  <a:cubicBezTo>
                    <a:pt x="703" y="343"/>
                    <a:pt x="704" y="343"/>
                    <a:pt x="705" y="341"/>
                  </a:cubicBezTo>
                  <a:cubicBezTo>
                    <a:pt x="706" y="341"/>
                    <a:pt x="706" y="340"/>
                    <a:pt x="707" y="339"/>
                  </a:cubicBezTo>
                  <a:cubicBezTo>
                    <a:pt x="709" y="338"/>
                    <a:pt x="711" y="337"/>
                    <a:pt x="712" y="335"/>
                  </a:cubicBezTo>
                  <a:cubicBezTo>
                    <a:pt x="712" y="335"/>
                    <a:pt x="712" y="334"/>
                    <a:pt x="712" y="335"/>
                  </a:cubicBezTo>
                  <a:cubicBezTo>
                    <a:pt x="713" y="335"/>
                    <a:pt x="713" y="336"/>
                    <a:pt x="714" y="336"/>
                  </a:cubicBezTo>
                  <a:cubicBezTo>
                    <a:pt x="715" y="337"/>
                    <a:pt x="716" y="337"/>
                    <a:pt x="717" y="337"/>
                  </a:cubicBezTo>
                  <a:cubicBezTo>
                    <a:pt x="726" y="336"/>
                    <a:pt x="726" y="336"/>
                    <a:pt x="726" y="336"/>
                  </a:cubicBezTo>
                  <a:cubicBezTo>
                    <a:pt x="727" y="336"/>
                    <a:pt x="727" y="336"/>
                    <a:pt x="728" y="336"/>
                  </a:cubicBezTo>
                  <a:cubicBezTo>
                    <a:pt x="729" y="337"/>
                    <a:pt x="729" y="338"/>
                    <a:pt x="729" y="340"/>
                  </a:cubicBezTo>
                  <a:cubicBezTo>
                    <a:pt x="729" y="340"/>
                    <a:pt x="728" y="341"/>
                    <a:pt x="727" y="341"/>
                  </a:cubicBezTo>
                  <a:cubicBezTo>
                    <a:pt x="726" y="342"/>
                    <a:pt x="726" y="342"/>
                    <a:pt x="725" y="342"/>
                  </a:cubicBezTo>
                  <a:cubicBezTo>
                    <a:pt x="723" y="343"/>
                    <a:pt x="722" y="343"/>
                    <a:pt x="721" y="344"/>
                  </a:cubicBezTo>
                  <a:cubicBezTo>
                    <a:pt x="720" y="344"/>
                    <a:pt x="719" y="345"/>
                    <a:pt x="718" y="345"/>
                  </a:cubicBezTo>
                  <a:cubicBezTo>
                    <a:pt x="716" y="346"/>
                    <a:pt x="716" y="348"/>
                    <a:pt x="714" y="348"/>
                  </a:cubicBezTo>
                  <a:cubicBezTo>
                    <a:pt x="713" y="348"/>
                    <a:pt x="712" y="347"/>
                    <a:pt x="711" y="347"/>
                  </a:cubicBezTo>
                  <a:cubicBezTo>
                    <a:pt x="711" y="347"/>
                    <a:pt x="711" y="347"/>
                    <a:pt x="711" y="347"/>
                  </a:cubicBezTo>
                  <a:cubicBezTo>
                    <a:pt x="710" y="347"/>
                    <a:pt x="710" y="346"/>
                    <a:pt x="710" y="346"/>
                  </a:cubicBezTo>
                  <a:cubicBezTo>
                    <a:pt x="710" y="345"/>
                    <a:pt x="709" y="344"/>
                    <a:pt x="709" y="343"/>
                  </a:cubicBezTo>
                  <a:cubicBezTo>
                    <a:pt x="707" y="345"/>
                    <a:pt x="707" y="348"/>
                    <a:pt x="705" y="350"/>
                  </a:cubicBezTo>
                  <a:cubicBezTo>
                    <a:pt x="704" y="352"/>
                    <a:pt x="703" y="351"/>
                    <a:pt x="702" y="353"/>
                  </a:cubicBezTo>
                  <a:cubicBezTo>
                    <a:pt x="701" y="353"/>
                    <a:pt x="701" y="354"/>
                    <a:pt x="700" y="355"/>
                  </a:cubicBezTo>
                  <a:cubicBezTo>
                    <a:pt x="700" y="356"/>
                    <a:pt x="700" y="356"/>
                    <a:pt x="700" y="357"/>
                  </a:cubicBezTo>
                  <a:cubicBezTo>
                    <a:pt x="699" y="359"/>
                    <a:pt x="699" y="360"/>
                    <a:pt x="699" y="362"/>
                  </a:cubicBezTo>
                  <a:cubicBezTo>
                    <a:pt x="698" y="363"/>
                    <a:pt x="698" y="364"/>
                    <a:pt x="697" y="365"/>
                  </a:cubicBezTo>
                  <a:cubicBezTo>
                    <a:pt x="696" y="366"/>
                    <a:pt x="696" y="367"/>
                    <a:pt x="696" y="369"/>
                  </a:cubicBezTo>
                  <a:cubicBezTo>
                    <a:pt x="695" y="369"/>
                    <a:pt x="695" y="369"/>
                    <a:pt x="695" y="369"/>
                  </a:cubicBezTo>
                  <a:cubicBezTo>
                    <a:pt x="694" y="368"/>
                    <a:pt x="694" y="368"/>
                    <a:pt x="693" y="367"/>
                  </a:cubicBezTo>
                  <a:cubicBezTo>
                    <a:pt x="693" y="367"/>
                    <a:pt x="692" y="366"/>
                    <a:pt x="691" y="366"/>
                  </a:cubicBezTo>
                  <a:cubicBezTo>
                    <a:pt x="689" y="366"/>
                    <a:pt x="688" y="367"/>
                    <a:pt x="686" y="367"/>
                  </a:cubicBezTo>
                  <a:cubicBezTo>
                    <a:pt x="682" y="367"/>
                    <a:pt x="679" y="368"/>
                    <a:pt x="675" y="369"/>
                  </a:cubicBezTo>
                  <a:cubicBezTo>
                    <a:pt x="672" y="369"/>
                    <a:pt x="670" y="369"/>
                    <a:pt x="668" y="370"/>
                  </a:cubicBezTo>
                  <a:cubicBezTo>
                    <a:pt x="666" y="371"/>
                    <a:pt x="665" y="372"/>
                    <a:pt x="664" y="373"/>
                  </a:cubicBezTo>
                  <a:cubicBezTo>
                    <a:pt x="663" y="373"/>
                    <a:pt x="662" y="374"/>
                    <a:pt x="662" y="374"/>
                  </a:cubicBezTo>
                  <a:cubicBezTo>
                    <a:pt x="661" y="375"/>
                    <a:pt x="661" y="376"/>
                    <a:pt x="659" y="376"/>
                  </a:cubicBezTo>
                  <a:cubicBezTo>
                    <a:pt x="658" y="376"/>
                    <a:pt x="658" y="374"/>
                    <a:pt x="657" y="373"/>
                  </a:cubicBezTo>
                  <a:cubicBezTo>
                    <a:pt x="656" y="373"/>
                    <a:pt x="655" y="373"/>
                    <a:pt x="654" y="374"/>
                  </a:cubicBezTo>
                  <a:cubicBezTo>
                    <a:pt x="653" y="374"/>
                    <a:pt x="652" y="374"/>
                    <a:pt x="652" y="375"/>
                  </a:cubicBezTo>
                  <a:cubicBezTo>
                    <a:pt x="651" y="377"/>
                    <a:pt x="651" y="378"/>
                    <a:pt x="651" y="379"/>
                  </a:cubicBezTo>
                  <a:cubicBezTo>
                    <a:pt x="651" y="381"/>
                    <a:pt x="651" y="382"/>
                    <a:pt x="652" y="383"/>
                  </a:cubicBezTo>
                  <a:cubicBezTo>
                    <a:pt x="652" y="383"/>
                    <a:pt x="653" y="384"/>
                    <a:pt x="654" y="384"/>
                  </a:cubicBezTo>
                  <a:cubicBezTo>
                    <a:pt x="654" y="384"/>
                    <a:pt x="653" y="385"/>
                    <a:pt x="652" y="385"/>
                  </a:cubicBezTo>
                  <a:cubicBezTo>
                    <a:pt x="649" y="385"/>
                    <a:pt x="649" y="385"/>
                    <a:pt x="649" y="385"/>
                  </a:cubicBezTo>
                  <a:cubicBezTo>
                    <a:pt x="649" y="385"/>
                    <a:pt x="648" y="386"/>
                    <a:pt x="648" y="386"/>
                  </a:cubicBezTo>
                  <a:cubicBezTo>
                    <a:pt x="648" y="388"/>
                    <a:pt x="648" y="389"/>
                    <a:pt x="647" y="390"/>
                  </a:cubicBezTo>
                  <a:cubicBezTo>
                    <a:pt x="645" y="391"/>
                    <a:pt x="644" y="391"/>
                    <a:pt x="642" y="392"/>
                  </a:cubicBezTo>
                  <a:cubicBezTo>
                    <a:pt x="641" y="392"/>
                    <a:pt x="641" y="393"/>
                    <a:pt x="641" y="394"/>
                  </a:cubicBezTo>
                  <a:cubicBezTo>
                    <a:pt x="640" y="395"/>
                    <a:pt x="640" y="396"/>
                    <a:pt x="639" y="396"/>
                  </a:cubicBezTo>
                  <a:cubicBezTo>
                    <a:pt x="637" y="398"/>
                    <a:pt x="636" y="398"/>
                    <a:pt x="633" y="398"/>
                  </a:cubicBezTo>
                  <a:cubicBezTo>
                    <a:pt x="630" y="398"/>
                    <a:pt x="629" y="397"/>
                    <a:pt x="626" y="397"/>
                  </a:cubicBezTo>
                  <a:cubicBezTo>
                    <a:pt x="625" y="397"/>
                    <a:pt x="624" y="396"/>
                    <a:pt x="623" y="395"/>
                  </a:cubicBezTo>
                  <a:cubicBezTo>
                    <a:pt x="622" y="395"/>
                    <a:pt x="622" y="394"/>
                    <a:pt x="621" y="394"/>
                  </a:cubicBezTo>
                  <a:cubicBezTo>
                    <a:pt x="620" y="393"/>
                    <a:pt x="620" y="393"/>
                    <a:pt x="620" y="392"/>
                  </a:cubicBezTo>
                  <a:cubicBezTo>
                    <a:pt x="620" y="392"/>
                    <a:pt x="620" y="391"/>
                    <a:pt x="621" y="391"/>
                  </a:cubicBezTo>
                  <a:cubicBezTo>
                    <a:pt x="621" y="390"/>
                    <a:pt x="621" y="390"/>
                    <a:pt x="621" y="390"/>
                  </a:cubicBezTo>
                  <a:cubicBezTo>
                    <a:pt x="622" y="390"/>
                    <a:pt x="623" y="390"/>
                    <a:pt x="624" y="391"/>
                  </a:cubicBezTo>
                  <a:cubicBezTo>
                    <a:pt x="625" y="392"/>
                    <a:pt x="625" y="393"/>
                    <a:pt x="626" y="393"/>
                  </a:cubicBezTo>
                  <a:cubicBezTo>
                    <a:pt x="627" y="393"/>
                    <a:pt x="627" y="393"/>
                    <a:pt x="627" y="393"/>
                  </a:cubicBezTo>
                  <a:cubicBezTo>
                    <a:pt x="628" y="393"/>
                    <a:pt x="629" y="392"/>
                    <a:pt x="629" y="392"/>
                  </a:cubicBezTo>
                  <a:cubicBezTo>
                    <a:pt x="630" y="391"/>
                    <a:pt x="631" y="391"/>
                    <a:pt x="632" y="390"/>
                  </a:cubicBezTo>
                  <a:cubicBezTo>
                    <a:pt x="632" y="389"/>
                    <a:pt x="633" y="389"/>
                    <a:pt x="633" y="388"/>
                  </a:cubicBezTo>
                  <a:cubicBezTo>
                    <a:pt x="633" y="387"/>
                    <a:pt x="632" y="387"/>
                    <a:pt x="631" y="386"/>
                  </a:cubicBezTo>
                  <a:cubicBezTo>
                    <a:pt x="630" y="386"/>
                    <a:pt x="630" y="385"/>
                    <a:pt x="629" y="385"/>
                  </a:cubicBezTo>
                  <a:cubicBezTo>
                    <a:pt x="625" y="385"/>
                    <a:pt x="625" y="385"/>
                    <a:pt x="625" y="385"/>
                  </a:cubicBezTo>
                  <a:cubicBezTo>
                    <a:pt x="623" y="385"/>
                    <a:pt x="622" y="384"/>
                    <a:pt x="622" y="383"/>
                  </a:cubicBezTo>
                  <a:cubicBezTo>
                    <a:pt x="621" y="385"/>
                    <a:pt x="620" y="386"/>
                    <a:pt x="618" y="387"/>
                  </a:cubicBezTo>
                  <a:cubicBezTo>
                    <a:pt x="618" y="387"/>
                    <a:pt x="618" y="388"/>
                    <a:pt x="617" y="388"/>
                  </a:cubicBezTo>
                  <a:cubicBezTo>
                    <a:pt x="616" y="388"/>
                    <a:pt x="615" y="387"/>
                    <a:pt x="614" y="388"/>
                  </a:cubicBezTo>
                  <a:cubicBezTo>
                    <a:pt x="611" y="388"/>
                    <a:pt x="610" y="389"/>
                    <a:pt x="609" y="391"/>
                  </a:cubicBezTo>
                  <a:cubicBezTo>
                    <a:pt x="608" y="392"/>
                    <a:pt x="607" y="393"/>
                    <a:pt x="607" y="395"/>
                  </a:cubicBezTo>
                  <a:cubicBezTo>
                    <a:pt x="607" y="397"/>
                    <a:pt x="608" y="398"/>
                    <a:pt x="609" y="399"/>
                  </a:cubicBezTo>
                  <a:cubicBezTo>
                    <a:pt x="609" y="401"/>
                    <a:pt x="610" y="401"/>
                    <a:pt x="610" y="402"/>
                  </a:cubicBezTo>
                  <a:cubicBezTo>
                    <a:pt x="611" y="403"/>
                    <a:pt x="611" y="404"/>
                    <a:pt x="612" y="404"/>
                  </a:cubicBezTo>
                  <a:cubicBezTo>
                    <a:pt x="612" y="405"/>
                    <a:pt x="612" y="405"/>
                    <a:pt x="613" y="405"/>
                  </a:cubicBezTo>
                  <a:cubicBezTo>
                    <a:pt x="613" y="405"/>
                    <a:pt x="612" y="405"/>
                    <a:pt x="613" y="406"/>
                  </a:cubicBezTo>
                  <a:cubicBezTo>
                    <a:pt x="609" y="406"/>
                    <a:pt x="608" y="406"/>
                    <a:pt x="605" y="406"/>
                  </a:cubicBezTo>
                  <a:cubicBezTo>
                    <a:pt x="604" y="406"/>
                    <a:pt x="604" y="405"/>
                    <a:pt x="603" y="405"/>
                  </a:cubicBezTo>
                  <a:cubicBezTo>
                    <a:pt x="602" y="405"/>
                    <a:pt x="602" y="405"/>
                    <a:pt x="601" y="405"/>
                  </a:cubicBezTo>
                  <a:cubicBezTo>
                    <a:pt x="600" y="405"/>
                    <a:pt x="600" y="404"/>
                    <a:pt x="600" y="404"/>
                  </a:cubicBezTo>
                  <a:cubicBezTo>
                    <a:pt x="590" y="404"/>
                    <a:pt x="590" y="404"/>
                    <a:pt x="590" y="404"/>
                  </a:cubicBezTo>
                  <a:cubicBezTo>
                    <a:pt x="588" y="404"/>
                    <a:pt x="587" y="403"/>
                    <a:pt x="584" y="403"/>
                  </a:cubicBezTo>
                  <a:cubicBezTo>
                    <a:pt x="583" y="403"/>
                    <a:pt x="582" y="405"/>
                    <a:pt x="580" y="405"/>
                  </a:cubicBezTo>
                  <a:cubicBezTo>
                    <a:pt x="578" y="405"/>
                    <a:pt x="576" y="404"/>
                    <a:pt x="574" y="403"/>
                  </a:cubicBezTo>
                  <a:cubicBezTo>
                    <a:pt x="573" y="403"/>
                    <a:pt x="572" y="403"/>
                    <a:pt x="571" y="402"/>
                  </a:cubicBezTo>
                  <a:cubicBezTo>
                    <a:pt x="570" y="402"/>
                    <a:pt x="569" y="401"/>
                    <a:pt x="568" y="401"/>
                  </a:cubicBezTo>
                  <a:cubicBezTo>
                    <a:pt x="568" y="401"/>
                    <a:pt x="567" y="400"/>
                    <a:pt x="567" y="400"/>
                  </a:cubicBezTo>
                  <a:cubicBezTo>
                    <a:pt x="567" y="399"/>
                    <a:pt x="567" y="399"/>
                    <a:pt x="567" y="398"/>
                  </a:cubicBezTo>
                  <a:cubicBezTo>
                    <a:pt x="567" y="398"/>
                    <a:pt x="567" y="398"/>
                    <a:pt x="567" y="398"/>
                  </a:cubicBezTo>
                  <a:cubicBezTo>
                    <a:pt x="566" y="397"/>
                    <a:pt x="565" y="397"/>
                    <a:pt x="564" y="397"/>
                  </a:cubicBezTo>
                  <a:cubicBezTo>
                    <a:pt x="563" y="397"/>
                    <a:pt x="563" y="396"/>
                    <a:pt x="562" y="396"/>
                  </a:cubicBezTo>
                  <a:cubicBezTo>
                    <a:pt x="558" y="396"/>
                    <a:pt x="558" y="396"/>
                    <a:pt x="558" y="396"/>
                  </a:cubicBezTo>
                  <a:cubicBezTo>
                    <a:pt x="557" y="396"/>
                    <a:pt x="556" y="396"/>
                    <a:pt x="555" y="396"/>
                  </a:cubicBezTo>
                  <a:cubicBezTo>
                    <a:pt x="552" y="396"/>
                    <a:pt x="550" y="397"/>
                    <a:pt x="548" y="398"/>
                  </a:cubicBezTo>
                  <a:cubicBezTo>
                    <a:pt x="545" y="399"/>
                    <a:pt x="544" y="400"/>
                    <a:pt x="541" y="401"/>
                  </a:cubicBezTo>
                  <a:cubicBezTo>
                    <a:pt x="539" y="402"/>
                    <a:pt x="538" y="402"/>
                    <a:pt x="537" y="403"/>
                  </a:cubicBezTo>
                  <a:cubicBezTo>
                    <a:pt x="536" y="403"/>
                    <a:pt x="535" y="404"/>
                    <a:pt x="534" y="404"/>
                  </a:cubicBezTo>
                  <a:cubicBezTo>
                    <a:pt x="533" y="405"/>
                    <a:pt x="533" y="405"/>
                    <a:pt x="531" y="406"/>
                  </a:cubicBezTo>
                  <a:cubicBezTo>
                    <a:pt x="530" y="406"/>
                    <a:pt x="530" y="406"/>
                    <a:pt x="529" y="407"/>
                  </a:cubicBezTo>
                  <a:cubicBezTo>
                    <a:pt x="527" y="408"/>
                    <a:pt x="526" y="408"/>
                    <a:pt x="524" y="409"/>
                  </a:cubicBezTo>
                  <a:cubicBezTo>
                    <a:pt x="523" y="410"/>
                    <a:pt x="523" y="410"/>
                    <a:pt x="522" y="411"/>
                  </a:cubicBezTo>
                  <a:cubicBezTo>
                    <a:pt x="519" y="412"/>
                    <a:pt x="518" y="413"/>
                    <a:pt x="516" y="416"/>
                  </a:cubicBezTo>
                  <a:cubicBezTo>
                    <a:pt x="514" y="418"/>
                    <a:pt x="512" y="419"/>
                    <a:pt x="510" y="421"/>
                  </a:cubicBezTo>
                  <a:cubicBezTo>
                    <a:pt x="510" y="421"/>
                    <a:pt x="510" y="421"/>
                    <a:pt x="510" y="422"/>
                  </a:cubicBezTo>
                  <a:cubicBezTo>
                    <a:pt x="509" y="423"/>
                    <a:pt x="508" y="423"/>
                    <a:pt x="506" y="425"/>
                  </a:cubicBezTo>
                  <a:cubicBezTo>
                    <a:pt x="506" y="425"/>
                    <a:pt x="505" y="426"/>
                    <a:pt x="505" y="427"/>
                  </a:cubicBezTo>
                  <a:cubicBezTo>
                    <a:pt x="504" y="428"/>
                    <a:pt x="503" y="428"/>
                    <a:pt x="502" y="429"/>
                  </a:cubicBezTo>
                  <a:cubicBezTo>
                    <a:pt x="495" y="436"/>
                    <a:pt x="495" y="436"/>
                    <a:pt x="495" y="436"/>
                  </a:cubicBezTo>
                  <a:cubicBezTo>
                    <a:pt x="494" y="437"/>
                    <a:pt x="493" y="437"/>
                    <a:pt x="492" y="438"/>
                  </a:cubicBezTo>
                  <a:cubicBezTo>
                    <a:pt x="492" y="439"/>
                    <a:pt x="491" y="440"/>
                    <a:pt x="491" y="440"/>
                  </a:cubicBezTo>
                  <a:cubicBezTo>
                    <a:pt x="490" y="441"/>
                    <a:pt x="489" y="441"/>
                    <a:pt x="489" y="442"/>
                  </a:cubicBezTo>
                  <a:cubicBezTo>
                    <a:pt x="488" y="442"/>
                    <a:pt x="488" y="443"/>
                    <a:pt x="487" y="444"/>
                  </a:cubicBezTo>
                  <a:cubicBezTo>
                    <a:pt x="485" y="445"/>
                    <a:pt x="484" y="446"/>
                    <a:pt x="483" y="447"/>
                  </a:cubicBezTo>
                  <a:cubicBezTo>
                    <a:pt x="482" y="449"/>
                    <a:pt x="481" y="449"/>
                    <a:pt x="480" y="451"/>
                  </a:cubicBezTo>
                  <a:cubicBezTo>
                    <a:pt x="479" y="451"/>
                    <a:pt x="479" y="452"/>
                    <a:pt x="478" y="453"/>
                  </a:cubicBezTo>
                  <a:cubicBezTo>
                    <a:pt x="476" y="454"/>
                    <a:pt x="476" y="455"/>
                    <a:pt x="474" y="456"/>
                  </a:cubicBezTo>
                  <a:cubicBezTo>
                    <a:pt x="474" y="458"/>
                    <a:pt x="473" y="459"/>
                    <a:pt x="472" y="461"/>
                  </a:cubicBezTo>
                  <a:cubicBezTo>
                    <a:pt x="470" y="463"/>
                    <a:pt x="470" y="465"/>
                    <a:pt x="469" y="467"/>
                  </a:cubicBezTo>
                  <a:cubicBezTo>
                    <a:pt x="468" y="468"/>
                    <a:pt x="467" y="468"/>
                    <a:pt x="466" y="469"/>
                  </a:cubicBezTo>
                  <a:cubicBezTo>
                    <a:pt x="465" y="470"/>
                    <a:pt x="465" y="471"/>
                    <a:pt x="464" y="472"/>
                  </a:cubicBezTo>
                  <a:cubicBezTo>
                    <a:pt x="463" y="474"/>
                    <a:pt x="462" y="475"/>
                    <a:pt x="461" y="476"/>
                  </a:cubicBezTo>
                  <a:cubicBezTo>
                    <a:pt x="460" y="478"/>
                    <a:pt x="459" y="478"/>
                    <a:pt x="459" y="479"/>
                  </a:cubicBezTo>
                  <a:cubicBezTo>
                    <a:pt x="458" y="480"/>
                    <a:pt x="458" y="481"/>
                    <a:pt x="457" y="482"/>
                  </a:cubicBezTo>
                  <a:cubicBezTo>
                    <a:pt x="457" y="482"/>
                    <a:pt x="457" y="483"/>
                    <a:pt x="457" y="483"/>
                  </a:cubicBezTo>
                  <a:cubicBezTo>
                    <a:pt x="456" y="485"/>
                    <a:pt x="455" y="485"/>
                    <a:pt x="455" y="487"/>
                  </a:cubicBezTo>
                  <a:cubicBezTo>
                    <a:pt x="454" y="488"/>
                    <a:pt x="453" y="490"/>
                    <a:pt x="452" y="491"/>
                  </a:cubicBezTo>
                  <a:cubicBezTo>
                    <a:pt x="452" y="492"/>
                    <a:pt x="451" y="493"/>
                    <a:pt x="451" y="494"/>
                  </a:cubicBezTo>
                  <a:cubicBezTo>
                    <a:pt x="450" y="495"/>
                    <a:pt x="450" y="495"/>
                    <a:pt x="450" y="496"/>
                  </a:cubicBezTo>
                  <a:cubicBezTo>
                    <a:pt x="449" y="499"/>
                    <a:pt x="448" y="500"/>
                    <a:pt x="448" y="503"/>
                  </a:cubicBezTo>
                  <a:cubicBezTo>
                    <a:pt x="447" y="505"/>
                    <a:pt x="447" y="506"/>
                    <a:pt x="447" y="508"/>
                  </a:cubicBezTo>
                  <a:cubicBezTo>
                    <a:pt x="447" y="510"/>
                    <a:pt x="447" y="511"/>
                    <a:pt x="447" y="512"/>
                  </a:cubicBezTo>
                  <a:cubicBezTo>
                    <a:pt x="447" y="513"/>
                    <a:pt x="448" y="514"/>
                    <a:pt x="448" y="514"/>
                  </a:cubicBezTo>
                  <a:cubicBezTo>
                    <a:pt x="449" y="516"/>
                    <a:pt x="450" y="517"/>
                    <a:pt x="450" y="519"/>
                  </a:cubicBezTo>
                  <a:cubicBezTo>
                    <a:pt x="450" y="520"/>
                    <a:pt x="449" y="521"/>
                    <a:pt x="449" y="523"/>
                  </a:cubicBezTo>
                  <a:cubicBezTo>
                    <a:pt x="449" y="529"/>
                    <a:pt x="449" y="529"/>
                    <a:pt x="449" y="529"/>
                  </a:cubicBezTo>
                  <a:cubicBezTo>
                    <a:pt x="449" y="530"/>
                    <a:pt x="449" y="531"/>
                    <a:pt x="448" y="532"/>
                  </a:cubicBezTo>
                  <a:cubicBezTo>
                    <a:pt x="448" y="533"/>
                    <a:pt x="448" y="534"/>
                    <a:pt x="448" y="536"/>
                  </a:cubicBezTo>
                  <a:cubicBezTo>
                    <a:pt x="447" y="537"/>
                    <a:pt x="447" y="538"/>
                    <a:pt x="447" y="539"/>
                  </a:cubicBezTo>
                  <a:cubicBezTo>
                    <a:pt x="447" y="539"/>
                    <a:pt x="447" y="540"/>
                    <a:pt x="447" y="541"/>
                  </a:cubicBezTo>
                  <a:cubicBezTo>
                    <a:pt x="447" y="542"/>
                    <a:pt x="446" y="543"/>
                    <a:pt x="445" y="544"/>
                  </a:cubicBezTo>
                  <a:cubicBezTo>
                    <a:pt x="443" y="545"/>
                    <a:pt x="443" y="546"/>
                    <a:pt x="442" y="547"/>
                  </a:cubicBezTo>
                  <a:cubicBezTo>
                    <a:pt x="442" y="548"/>
                    <a:pt x="442" y="549"/>
                    <a:pt x="441" y="550"/>
                  </a:cubicBezTo>
                  <a:cubicBezTo>
                    <a:pt x="441" y="551"/>
                    <a:pt x="441" y="551"/>
                    <a:pt x="441" y="552"/>
                  </a:cubicBezTo>
                  <a:cubicBezTo>
                    <a:pt x="441" y="555"/>
                    <a:pt x="441" y="556"/>
                    <a:pt x="440" y="560"/>
                  </a:cubicBezTo>
                  <a:cubicBezTo>
                    <a:pt x="438" y="559"/>
                    <a:pt x="437" y="557"/>
                    <a:pt x="436" y="555"/>
                  </a:cubicBezTo>
                  <a:cubicBezTo>
                    <a:pt x="435" y="554"/>
                    <a:pt x="434" y="553"/>
                    <a:pt x="433" y="552"/>
                  </a:cubicBezTo>
                  <a:cubicBezTo>
                    <a:pt x="432" y="552"/>
                    <a:pt x="432" y="551"/>
                    <a:pt x="432" y="550"/>
                  </a:cubicBezTo>
                  <a:cubicBezTo>
                    <a:pt x="430" y="547"/>
                    <a:pt x="429" y="545"/>
                    <a:pt x="426" y="543"/>
                  </a:cubicBezTo>
                  <a:cubicBezTo>
                    <a:pt x="425" y="542"/>
                    <a:pt x="424" y="541"/>
                    <a:pt x="423" y="540"/>
                  </a:cubicBezTo>
                  <a:cubicBezTo>
                    <a:pt x="420" y="539"/>
                    <a:pt x="419" y="538"/>
                    <a:pt x="416" y="537"/>
                  </a:cubicBezTo>
                  <a:cubicBezTo>
                    <a:pt x="415" y="536"/>
                    <a:pt x="414" y="535"/>
                    <a:pt x="413" y="533"/>
                  </a:cubicBezTo>
                  <a:cubicBezTo>
                    <a:pt x="412" y="533"/>
                    <a:pt x="411" y="532"/>
                    <a:pt x="410" y="531"/>
                  </a:cubicBezTo>
                  <a:cubicBezTo>
                    <a:pt x="409" y="530"/>
                    <a:pt x="408" y="530"/>
                    <a:pt x="407" y="529"/>
                  </a:cubicBezTo>
                  <a:cubicBezTo>
                    <a:pt x="404" y="528"/>
                    <a:pt x="402" y="528"/>
                    <a:pt x="399" y="527"/>
                  </a:cubicBezTo>
                  <a:cubicBezTo>
                    <a:pt x="397" y="527"/>
                    <a:pt x="395" y="527"/>
                    <a:pt x="393" y="527"/>
                  </a:cubicBezTo>
                  <a:cubicBezTo>
                    <a:pt x="391" y="526"/>
                    <a:pt x="389" y="526"/>
                    <a:pt x="388" y="524"/>
                  </a:cubicBezTo>
                  <a:cubicBezTo>
                    <a:pt x="387" y="524"/>
                    <a:pt x="387" y="523"/>
                    <a:pt x="386" y="523"/>
                  </a:cubicBezTo>
                  <a:cubicBezTo>
                    <a:pt x="385" y="522"/>
                    <a:pt x="385" y="522"/>
                    <a:pt x="384" y="522"/>
                  </a:cubicBezTo>
                  <a:cubicBezTo>
                    <a:pt x="381" y="521"/>
                    <a:pt x="379" y="520"/>
                    <a:pt x="377" y="520"/>
                  </a:cubicBezTo>
                  <a:cubicBezTo>
                    <a:pt x="375" y="520"/>
                    <a:pt x="374" y="520"/>
                    <a:pt x="373" y="519"/>
                  </a:cubicBezTo>
                  <a:cubicBezTo>
                    <a:pt x="372" y="519"/>
                    <a:pt x="372" y="518"/>
                    <a:pt x="372" y="518"/>
                  </a:cubicBezTo>
                  <a:cubicBezTo>
                    <a:pt x="371" y="517"/>
                    <a:pt x="371" y="517"/>
                    <a:pt x="370" y="516"/>
                  </a:cubicBezTo>
                  <a:cubicBezTo>
                    <a:pt x="369" y="514"/>
                    <a:pt x="368" y="513"/>
                    <a:pt x="366" y="512"/>
                  </a:cubicBezTo>
                  <a:cubicBezTo>
                    <a:pt x="364" y="511"/>
                    <a:pt x="363" y="510"/>
                    <a:pt x="361" y="509"/>
                  </a:cubicBezTo>
                  <a:cubicBezTo>
                    <a:pt x="359" y="507"/>
                    <a:pt x="357" y="507"/>
                    <a:pt x="355" y="505"/>
                  </a:cubicBezTo>
                  <a:cubicBezTo>
                    <a:pt x="353" y="504"/>
                    <a:pt x="352" y="504"/>
                    <a:pt x="350" y="503"/>
                  </a:cubicBezTo>
                  <a:cubicBezTo>
                    <a:pt x="349" y="503"/>
                    <a:pt x="348" y="502"/>
                    <a:pt x="347" y="502"/>
                  </a:cubicBezTo>
                  <a:cubicBezTo>
                    <a:pt x="346" y="501"/>
                    <a:pt x="344" y="501"/>
                    <a:pt x="343" y="500"/>
                  </a:cubicBezTo>
                  <a:cubicBezTo>
                    <a:pt x="340" y="498"/>
                    <a:pt x="339" y="498"/>
                    <a:pt x="337" y="496"/>
                  </a:cubicBezTo>
                  <a:cubicBezTo>
                    <a:pt x="336" y="495"/>
                    <a:pt x="336" y="495"/>
                    <a:pt x="335" y="494"/>
                  </a:cubicBezTo>
                  <a:cubicBezTo>
                    <a:pt x="333" y="492"/>
                    <a:pt x="331" y="491"/>
                    <a:pt x="329" y="490"/>
                  </a:cubicBezTo>
                  <a:cubicBezTo>
                    <a:pt x="327" y="488"/>
                    <a:pt x="326" y="487"/>
                    <a:pt x="324" y="485"/>
                  </a:cubicBezTo>
                  <a:cubicBezTo>
                    <a:pt x="322" y="483"/>
                    <a:pt x="321" y="481"/>
                    <a:pt x="319" y="479"/>
                  </a:cubicBezTo>
                  <a:cubicBezTo>
                    <a:pt x="316" y="477"/>
                    <a:pt x="313" y="478"/>
                    <a:pt x="309" y="476"/>
                  </a:cubicBezTo>
                  <a:cubicBezTo>
                    <a:pt x="308" y="476"/>
                    <a:pt x="307" y="476"/>
                    <a:pt x="306" y="475"/>
                  </a:cubicBezTo>
                  <a:cubicBezTo>
                    <a:pt x="304" y="474"/>
                    <a:pt x="303" y="474"/>
                    <a:pt x="302" y="472"/>
                  </a:cubicBezTo>
                  <a:cubicBezTo>
                    <a:pt x="301" y="471"/>
                    <a:pt x="300" y="471"/>
                    <a:pt x="298" y="469"/>
                  </a:cubicBezTo>
                  <a:cubicBezTo>
                    <a:pt x="298" y="468"/>
                    <a:pt x="297" y="468"/>
                    <a:pt x="297" y="467"/>
                  </a:cubicBezTo>
                  <a:cubicBezTo>
                    <a:pt x="296" y="466"/>
                    <a:pt x="295" y="465"/>
                    <a:pt x="294" y="464"/>
                  </a:cubicBezTo>
                  <a:cubicBezTo>
                    <a:pt x="294" y="464"/>
                    <a:pt x="294" y="463"/>
                    <a:pt x="293" y="463"/>
                  </a:cubicBezTo>
                  <a:cubicBezTo>
                    <a:pt x="291" y="461"/>
                    <a:pt x="289" y="460"/>
                    <a:pt x="287" y="458"/>
                  </a:cubicBezTo>
                  <a:cubicBezTo>
                    <a:pt x="285" y="458"/>
                    <a:pt x="285" y="457"/>
                    <a:pt x="283" y="457"/>
                  </a:cubicBezTo>
                  <a:cubicBezTo>
                    <a:pt x="279" y="456"/>
                    <a:pt x="277" y="455"/>
                    <a:pt x="274" y="454"/>
                  </a:cubicBezTo>
                  <a:cubicBezTo>
                    <a:pt x="271" y="454"/>
                    <a:pt x="270" y="454"/>
                    <a:pt x="267" y="453"/>
                  </a:cubicBezTo>
                  <a:cubicBezTo>
                    <a:pt x="266" y="453"/>
                    <a:pt x="266" y="453"/>
                    <a:pt x="265" y="452"/>
                  </a:cubicBezTo>
                  <a:cubicBezTo>
                    <a:pt x="262" y="452"/>
                    <a:pt x="260" y="452"/>
                    <a:pt x="257" y="452"/>
                  </a:cubicBezTo>
                  <a:cubicBezTo>
                    <a:pt x="253" y="452"/>
                    <a:pt x="253" y="452"/>
                    <a:pt x="253" y="452"/>
                  </a:cubicBezTo>
                  <a:cubicBezTo>
                    <a:pt x="252" y="452"/>
                    <a:pt x="251" y="452"/>
                    <a:pt x="250" y="452"/>
                  </a:cubicBezTo>
                  <a:cubicBezTo>
                    <a:pt x="248" y="453"/>
                    <a:pt x="247" y="453"/>
                    <a:pt x="245" y="454"/>
                  </a:cubicBezTo>
                  <a:cubicBezTo>
                    <a:pt x="243" y="455"/>
                    <a:pt x="242" y="456"/>
                    <a:pt x="240" y="457"/>
                  </a:cubicBezTo>
                  <a:cubicBezTo>
                    <a:pt x="238" y="457"/>
                    <a:pt x="238" y="458"/>
                    <a:pt x="236" y="459"/>
                  </a:cubicBezTo>
                  <a:cubicBezTo>
                    <a:pt x="235" y="459"/>
                    <a:pt x="235" y="460"/>
                    <a:pt x="233" y="461"/>
                  </a:cubicBezTo>
                  <a:cubicBezTo>
                    <a:pt x="232" y="462"/>
                    <a:pt x="231" y="463"/>
                    <a:pt x="230" y="464"/>
                  </a:cubicBezTo>
                  <a:cubicBezTo>
                    <a:pt x="229" y="464"/>
                    <a:pt x="229" y="464"/>
                    <a:pt x="228" y="465"/>
                  </a:cubicBezTo>
                  <a:cubicBezTo>
                    <a:pt x="228" y="465"/>
                    <a:pt x="228" y="466"/>
                    <a:pt x="227" y="466"/>
                  </a:cubicBezTo>
                  <a:cubicBezTo>
                    <a:pt x="227" y="466"/>
                    <a:pt x="227" y="466"/>
                    <a:pt x="226" y="466"/>
                  </a:cubicBezTo>
                  <a:cubicBezTo>
                    <a:pt x="226" y="467"/>
                    <a:pt x="225" y="467"/>
                    <a:pt x="224" y="468"/>
                  </a:cubicBezTo>
                  <a:cubicBezTo>
                    <a:pt x="223" y="468"/>
                    <a:pt x="223" y="469"/>
                    <a:pt x="222" y="469"/>
                  </a:cubicBezTo>
                  <a:cubicBezTo>
                    <a:pt x="220" y="471"/>
                    <a:pt x="219" y="473"/>
                    <a:pt x="217" y="475"/>
                  </a:cubicBezTo>
                  <a:cubicBezTo>
                    <a:pt x="216" y="476"/>
                    <a:pt x="216" y="476"/>
                    <a:pt x="215" y="476"/>
                  </a:cubicBezTo>
                  <a:cubicBezTo>
                    <a:pt x="214" y="477"/>
                    <a:pt x="214" y="478"/>
                    <a:pt x="213" y="478"/>
                  </a:cubicBezTo>
                  <a:cubicBezTo>
                    <a:pt x="213" y="478"/>
                    <a:pt x="213" y="478"/>
                    <a:pt x="212" y="478"/>
                  </a:cubicBezTo>
                  <a:cubicBezTo>
                    <a:pt x="212" y="478"/>
                    <a:pt x="211" y="479"/>
                    <a:pt x="211" y="479"/>
                  </a:cubicBezTo>
                  <a:cubicBezTo>
                    <a:pt x="209" y="480"/>
                    <a:pt x="208" y="480"/>
                    <a:pt x="207" y="481"/>
                  </a:cubicBezTo>
                  <a:cubicBezTo>
                    <a:pt x="206" y="482"/>
                    <a:pt x="205" y="483"/>
                    <a:pt x="204" y="484"/>
                  </a:cubicBezTo>
                  <a:cubicBezTo>
                    <a:pt x="201" y="487"/>
                    <a:pt x="200" y="489"/>
                    <a:pt x="197" y="492"/>
                  </a:cubicBezTo>
                  <a:cubicBezTo>
                    <a:pt x="195" y="494"/>
                    <a:pt x="194" y="495"/>
                    <a:pt x="192" y="497"/>
                  </a:cubicBezTo>
                  <a:cubicBezTo>
                    <a:pt x="191" y="498"/>
                    <a:pt x="191" y="498"/>
                    <a:pt x="190" y="499"/>
                  </a:cubicBezTo>
                  <a:cubicBezTo>
                    <a:pt x="190" y="500"/>
                    <a:pt x="190" y="500"/>
                    <a:pt x="189" y="501"/>
                  </a:cubicBezTo>
                  <a:cubicBezTo>
                    <a:pt x="189" y="501"/>
                    <a:pt x="189" y="502"/>
                    <a:pt x="188" y="502"/>
                  </a:cubicBezTo>
                  <a:cubicBezTo>
                    <a:pt x="188" y="502"/>
                    <a:pt x="188" y="502"/>
                    <a:pt x="188" y="502"/>
                  </a:cubicBezTo>
                  <a:cubicBezTo>
                    <a:pt x="187" y="501"/>
                    <a:pt x="186" y="501"/>
                    <a:pt x="185" y="500"/>
                  </a:cubicBezTo>
                  <a:cubicBezTo>
                    <a:pt x="184" y="500"/>
                    <a:pt x="183" y="499"/>
                    <a:pt x="182" y="498"/>
                  </a:cubicBezTo>
                  <a:cubicBezTo>
                    <a:pt x="182" y="497"/>
                    <a:pt x="181" y="497"/>
                    <a:pt x="181" y="496"/>
                  </a:cubicBezTo>
                  <a:cubicBezTo>
                    <a:pt x="181" y="495"/>
                    <a:pt x="181" y="494"/>
                    <a:pt x="181" y="493"/>
                  </a:cubicBezTo>
                  <a:cubicBezTo>
                    <a:pt x="181" y="492"/>
                    <a:pt x="181" y="492"/>
                    <a:pt x="180" y="492"/>
                  </a:cubicBezTo>
                  <a:cubicBezTo>
                    <a:pt x="180" y="492"/>
                    <a:pt x="179" y="492"/>
                    <a:pt x="179" y="491"/>
                  </a:cubicBezTo>
                  <a:cubicBezTo>
                    <a:pt x="178" y="491"/>
                    <a:pt x="178" y="490"/>
                    <a:pt x="177" y="489"/>
                  </a:cubicBezTo>
                  <a:cubicBezTo>
                    <a:pt x="177" y="488"/>
                    <a:pt x="177" y="488"/>
                    <a:pt x="177" y="487"/>
                  </a:cubicBezTo>
                  <a:cubicBezTo>
                    <a:pt x="177" y="485"/>
                    <a:pt x="176" y="485"/>
                    <a:pt x="176" y="483"/>
                  </a:cubicBezTo>
                  <a:cubicBezTo>
                    <a:pt x="175" y="482"/>
                    <a:pt x="175" y="481"/>
                    <a:pt x="175" y="480"/>
                  </a:cubicBezTo>
                  <a:cubicBezTo>
                    <a:pt x="174" y="479"/>
                    <a:pt x="174" y="479"/>
                    <a:pt x="173" y="478"/>
                  </a:cubicBezTo>
                  <a:cubicBezTo>
                    <a:pt x="171" y="476"/>
                    <a:pt x="169" y="475"/>
                    <a:pt x="167" y="473"/>
                  </a:cubicBezTo>
                  <a:cubicBezTo>
                    <a:pt x="165" y="473"/>
                    <a:pt x="164" y="473"/>
                    <a:pt x="163" y="472"/>
                  </a:cubicBezTo>
                  <a:cubicBezTo>
                    <a:pt x="162" y="471"/>
                    <a:pt x="162" y="470"/>
                    <a:pt x="162" y="468"/>
                  </a:cubicBezTo>
                  <a:cubicBezTo>
                    <a:pt x="161" y="467"/>
                    <a:pt x="160" y="466"/>
                    <a:pt x="159" y="465"/>
                  </a:cubicBezTo>
                  <a:cubicBezTo>
                    <a:pt x="159" y="463"/>
                    <a:pt x="158" y="463"/>
                    <a:pt x="157" y="462"/>
                  </a:cubicBezTo>
                  <a:cubicBezTo>
                    <a:pt x="156" y="460"/>
                    <a:pt x="156" y="459"/>
                    <a:pt x="155" y="459"/>
                  </a:cubicBezTo>
                  <a:cubicBezTo>
                    <a:pt x="154" y="459"/>
                    <a:pt x="154" y="459"/>
                    <a:pt x="153" y="459"/>
                  </a:cubicBezTo>
                  <a:cubicBezTo>
                    <a:pt x="152" y="459"/>
                    <a:pt x="151" y="459"/>
                    <a:pt x="149" y="459"/>
                  </a:cubicBezTo>
                  <a:cubicBezTo>
                    <a:pt x="147" y="459"/>
                    <a:pt x="146" y="459"/>
                    <a:pt x="143" y="459"/>
                  </a:cubicBezTo>
                  <a:cubicBezTo>
                    <a:pt x="141" y="459"/>
                    <a:pt x="141" y="458"/>
                    <a:pt x="139" y="458"/>
                  </a:cubicBezTo>
                  <a:cubicBezTo>
                    <a:pt x="135" y="458"/>
                    <a:pt x="135" y="458"/>
                    <a:pt x="135" y="458"/>
                  </a:cubicBezTo>
                  <a:cubicBezTo>
                    <a:pt x="135" y="458"/>
                    <a:pt x="134" y="459"/>
                    <a:pt x="134" y="459"/>
                  </a:cubicBezTo>
                  <a:cubicBezTo>
                    <a:pt x="129" y="459"/>
                    <a:pt x="129" y="459"/>
                    <a:pt x="129" y="459"/>
                  </a:cubicBezTo>
                  <a:cubicBezTo>
                    <a:pt x="127" y="459"/>
                    <a:pt x="127" y="460"/>
                    <a:pt x="126" y="461"/>
                  </a:cubicBezTo>
                  <a:cubicBezTo>
                    <a:pt x="124" y="464"/>
                    <a:pt x="123" y="466"/>
                    <a:pt x="121" y="469"/>
                  </a:cubicBezTo>
                  <a:cubicBezTo>
                    <a:pt x="120" y="469"/>
                    <a:pt x="119" y="470"/>
                    <a:pt x="119" y="470"/>
                  </a:cubicBezTo>
                  <a:cubicBezTo>
                    <a:pt x="117" y="472"/>
                    <a:pt x="115" y="473"/>
                    <a:pt x="115" y="475"/>
                  </a:cubicBezTo>
                  <a:cubicBezTo>
                    <a:pt x="114" y="477"/>
                    <a:pt x="114" y="478"/>
                    <a:pt x="114" y="479"/>
                  </a:cubicBezTo>
                  <a:cubicBezTo>
                    <a:pt x="112" y="482"/>
                    <a:pt x="111" y="484"/>
                    <a:pt x="110" y="488"/>
                  </a:cubicBezTo>
                  <a:cubicBezTo>
                    <a:pt x="109" y="491"/>
                    <a:pt x="109" y="493"/>
                    <a:pt x="108" y="496"/>
                  </a:cubicBezTo>
                  <a:cubicBezTo>
                    <a:pt x="108" y="496"/>
                    <a:pt x="108" y="496"/>
                    <a:pt x="108" y="497"/>
                  </a:cubicBezTo>
                  <a:cubicBezTo>
                    <a:pt x="108" y="505"/>
                    <a:pt x="108" y="505"/>
                    <a:pt x="108" y="505"/>
                  </a:cubicBezTo>
                  <a:cubicBezTo>
                    <a:pt x="108" y="507"/>
                    <a:pt x="108" y="508"/>
                    <a:pt x="108" y="510"/>
                  </a:cubicBezTo>
                  <a:cubicBezTo>
                    <a:pt x="109" y="512"/>
                    <a:pt x="111" y="513"/>
                    <a:pt x="113" y="514"/>
                  </a:cubicBezTo>
                  <a:cubicBezTo>
                    <a:pt x="115" y="514"/>
                    <a:pt x="116" y="513"/>
                    <a:pt x="118" y="514"/>
                  </a:cubicBezTo>
                  <a:cubicBezTo>
                    <a:pt x="120" y="514"/>
                    <a:pt x="121" y="515"/>
                    <a:pt x="123" y="517"/>
                  </a:cubicBezTo>
                  <a:cubicBezTo>
                    <a:pt x="125" y="519"/>
                    <a:pt x="127" y="520"/>
                    <a:pt x="129" y="522"/>
                  </a:cubicBezTo>
                  <a:cubicBezTo>
                    <a:pt x="130" y="523"/>
                    <a:pt x="131" y="524"/>
                    <a:pt x="132" y="525"/>
                  </a:cubicBezTo>
                  <a:cubicBezTo>
                    <a:pt x="134" y="526"/>
                    <a:pt x="135" y="527"/>
                    <a:pt x="136" y="529"/>
                  </a:cubicBezTo>
                  <a:cubicBezTo>
                    <a:pt x="137" y="530"/>
                    <a:pt x="137" y="531"/>
                    <a:pt x="138" y="531"/>
                  </a:cubicBezTo>
                  <a:cubicBezTo>
                    <a:pt x="139" y="532"/>
                    <a:pt x="139" y="532"/>
                    <a:pt x="140" y="532"/>
                  </a:cubicBezTo>
                  <a:cubicBezTo>
                    <a:pt x="140" y="532"/>
                    <a:pt x="140" y="532"/>
                    <a:pt x="141" y="532"/>
                  </a:cubicBezTo>
                  <a:cubicBezTo>
                    <a:pt x="142" y="532"/>
                    <a:pt x="143" y="531"/>
                    <a:pt x="145" y="531"/>
                  </a:cubicBezTo>
                  <a:cubicBezTo>
                    <a:pt x="146" y="530"/>
                    <a:pt x="146" y="531"/>
                    <a:pt x="147" y="530"/>
                  </a:cubicBezTo>
                  <a:cubicBezTo>
                    <a:pt x="150" y="530"/>
                    <a:pt x="151" y="529"/>
                    <a:pt x="153" y="529"/>
                  </a:cubicBezTo>
                  <a:cubicBezTo>
                    <a:pt x="155" y="529"/>
                    <a:pt x="157" y="530"/>
                    <a:pt x="158" y="531"/>
                  </a:cubicBezTo>
                  <a:cubicBezTo>
                    <a:pt x="159" y="532"/>
                    <a:pt x="160" y="532"/>
                    <a:pt x="161" y="533"/>
                  </a:cubicBezTo>
                  <a:cubicBezTo>
                    <a:pt x="161" y="534"/>
                    <a:pt x="162" y="534"/>
                    <a:pt x="162" y="535"/>
                  </a:cubicBezTo>
                  <a:cubicBezTo>
                    <a:pt x="163" y="536"/>
                    <a:pt x="164" y="537"/>
                    <a:pt x="164" y="538"/>
                  </a:cubicBezTo>
                  <a:cubicBezTo>
                    <a:pt x="165" y="539"/>
                    <a:pt x="165" y="539"/>
                    <a:pt x="166" y="540"/>
                  </a:cubicBezTo>
                  <a:cubicBezTo>
                    <a:pt x="166" y="541"/>
                    <a:pt x="166" y="542"/>
                    <a:pt x="167" y="542"/>
                  </a:cubicBezTo>
                  <a:cubicBezTo>
                    <a:pt x="168" y="544"/>
                    <a:pt x="169" y="544"/>
                    <a:pt x="170" y="546"/>
                  </a:cubicBezTo>
                  <a:cubicBezTo>
                    <a:pt x="173" y="547"/>
                    <a:pt x="174" y="548"/>
                    <a:pt x="176" y="550"/>
                  </a:cubicBezTo>
                  <a:cubicBezTo>
                    <a:pt x="178" y="552"/>
                    <a:pt x="178" y="555"/>
                    <a:pt x="180" y="557"/>
                  </a:cubicBezTo>
                  <a:cubicBezTo>
                    <a:pt x="181" y="557"/>
                    <a:pt x="182" y="558"/>
                    <a:pt x="182" y="559"/>
                  </a:cubicBezTo>
                  <a:cubicBezTo>
                    <a:pt x="184" y="560"/>
                    <a:pt x="185" y="562"/>
                    <a:pt x="187" y="563"/>
                  </a:cubicBezTo>
                  <a:cubicBezTo>
                    <a:pt x="188" y="564"/>
                    <a:pt x="189" y="564"/>
                    <a:pt x="191" y="565"/>
                  </a:cubicBezTo>
                  <a:cubicBezTo>
                    <a:pt x="194" y="566"/>
                    <a:pt x="195" y="566"/>
                    <a:pt x="198" y="567"/>
                  </a:cubicBezTo>
                  <a:cubicBezTo>
                    <a:pt x="199" y="567"/>
                    <a:pt x="200" y="567"/>
                    <a:pt x="201" y="567"/>
                  </a:cubicBezTo>
                  <a:cubicBezTo>
                    <a:pt x="202" y="567"/>
                    <a:pt x="203" y="568"/>
                    <a:pt x="203" y="569"/>
                  </a:cubicBezTo>
                  <a:cubicBezTo>
                    <a:pt x="203" y="572"/>
                    <a:pt x="203" y="572"/>
                    <a:pt x="203" y="572"/>
                  </a:cubicBezTo>
                  <a:cubicBezTo>
                    <a:pt x="203" y="573"/>
                    <a:pt x="203" y="575"/>
                    <a:pt x="204" y="575"/>
                  </a:cubicBezTo>
                  <a:cubicBezTo>
                    <a:pt x="205" y="576"/>
                    <a:pt x="206" y="576"/>
                    <a:pt x="207" y="577"/>
                  </a:cubicBezTo>
                  <a:cubicBezTo>
                    <a:pt x="206" y="578"/>
                    <a:pt x="206" y="579"/>
                    <a:pt x="205" y="580"/>
                  </a:cubicBezTo>
                  <a:cubicBezTo>
                    <a:pt x="205" y="580"/>
                    <a:pt x="205" y="581"/>
                    <a:pt x="204" y="581"/>
                  </a:cubicBezTo>
                  <a:cubicBezTo>
                    <a:pt x="204" y="581"/>
                    <a:pt x="203" y="581"/>
                    <a:pt x="202" y="581"/>
                  </a:cubicBezTo>
                  <a:cubicBezTo>
                    <a:pt x="201" y="581"/>
                    <a:pt x="200" y="582"/>
                    <a:pt x="198" y="583"/>
                  </a:cubicBezTo>
                  <a:cubicBezTo>
                    <a:pt x="198" y="584"/>
                    <a:pt x="197" y="585"/>
                    <a:pt x="196" y="586"/>
                  </a:cubicBezTo>
                  <a:cubicBezTo>
                    <a:pt x="196" y="586"/>
                    <a:pt x="195" y="587"/>
                    <a:pt x="194" y="588"/>
                  </a:cubicBezTo>
                  <a:cubicBezTo>
                    <a:pt x="194" y="588"/>
                    <a:pt x="193" y="588"/>
                    <a:pt x="193" y="588"/>
                  </a:cubicBezTo>
                  <a:cubicBezTo>
                    <a:pt x="191" y="589"/>
                    <a:pt x="191" y="589"/>
                    <a:pt x="189" y="590"/>
                  </a:cubicBezTo>
                  <a:cubicBezTo>
                    <a:pt x="188" y="590"/>
                    <a:pt x="187" y="591"/>
                    <a:pt x="186" y="591"/>
                  </a:cubicBezTo>
                  <a:cubicBezTo>
                    <a:pt x="185" y="592"/>
                    <a:pt x="185" y="592"/>
                    <a:pt x="184" y="592"/>
                  </a:cubicBezTo>
                  <a:cubicBezTo>
                    <a:pt x="183" y="592"/>
                    <a:pt x="183" y="591"/>
                    <a:pt x="182" y="590"/>
                  </a:cubicBezTo>
                  <a:cubicBezTo>
                    <a:pt x="182" y="589"/>
                    <a:pt x="181" y="588"/>
                    <a:pt x="180" y="588"/>
                  </a:cubicBezTo>
                  <a:cubicBezTo>
                    <a:pt x="178" y="586"/>
                    <a:pt x="176" y="586"/>
                    <a:pt x="174" y="584"/>
                  </a:cubicBezTo>
                  <a:cubicBezTo>
                    <a:pt x="172" y="584"/>
                    <a:pt x="171" y="584"/>
                    <a:pt x="169" y="583"/>
                  </a:cubicBezTo>
                  <a:cubicBezTo>
                    <a:pt x="169" y="583"/>
                    <a:pt x="168" y="583"/>
                    <a:pt x="168" y="583"/>
                  </a:cubicBezTo>
                  <a:cubicBezTo>
                    <a:pt x="166" y="583"/>
                    <a:pt x="166" y="583"/>
                    <a:pt x="164" y="583"/>
                  </a:cubicBezTo>
                  <a:cubicBezTo>
                    <a:pt x="163" y="583"/>
                    <a:pt x="162" y="582"/>
                    <a:pt x="161" y="582"/>
                  </a:cubicBezTo>
                  <a:cubicBezTo>
                    <a:pt x="160" y="582"/>
                    <a:pt x="159" y="582"/>
                    <a:pt x="158" y="583"/>
                  </a:cubicBezTo>
                  <a:cubicBezTo>
                    <a:pt x="157" y="584"/>
                    <a:pt x="156" y="585"/>
                    <a:pt x="156" y="586"/>
                  </a:cubicBezTo>
                  <a:cubicBezTo>
                    <a:pt x="155" y="586"/>
                    <a:pt x="155" y="586"/>
                    <a:pt x="155" y="586"/>
                  </a:cubicBezTo>
                  <a:cubicBezTo>
                    <a:pt x="154" y="586"/>
                    <a:pt x="153" y="586"/>
                    <a:pt x="153" y="585"/>
                  </a:cubicBezTo>
                  <a:cubicBezTo>
                    <a:pt x="153" y="584"/>
                    <a:pt x="154" y="584"/>
                    <a:pt x="154" y="584"/>
                  </a:cubicBezTo>
                  <a:cubicBezTo>
                    <a:pt x="155" y="583"/>
                    <a:pt x="155" y="582"/>
                    <a:pt x="155" y="582"/>
                  </a:cubicBezTo>
                  <a:cubicBezTo>
                    <a:pt x="156" y="581"/>
                    <a:pt x="156" y="581"/>
                    <a:pt x="156" y="580"/>
                  </a:cubicBezTo>
                  <a:cubicBezTo>
                    <a:pt x="156" y="578"/>
                    <a:pt x="155" y="578"/>
                    <a:pt x="154" y="577"/>
                  </a:cubicBezTo>
                  <a:cubicBezTo>
                    <a:pt x="153" y="576"/>
                    <a:pt x="152" y="575"/>
                    <a:pt x="151" y="575"/>
                  </a:cubicBezTo>
                  <a:cubicBezTo>
                    <a:pt x="149" y="575"/>
                    <a:pt x="148" y="576"/>
                    <a:pt x="147" y="577"/>
                  </a:cubicBezTo>
                  <a:cubicBezTo>
                    <a:pt x="147" y="578"/>
                    <a:pt x="146" y="578"/>
                    <a:pt x="146" y="579"/>
                  </a:cubicBezTo>
                  <a:cubicBezTo>
                    <a:pt x="144" y="581"/>
                    <a:pt x="143" y="583"/>
                    <a:pt x="142" y="585"/>
                  </a:cubicBezTo>
                  <a:cubicBezTo>
                    <a:pt x="142" y="586"/>
                    <a:pt x="142" y="587"/>
                    <a:pt x="141" y="588"/>
                  </a:cubicBezTo>
                  <a:cubicBezTo>
                    <a:pt x="141" y="588"/>
                    <a:pt x="140" y="588"/>
                    <a:pt x="140" y="589"/>
                  </a:cubicBezTo>
                  <a:cubicBezTo>
                    <a:pt x="139" y="589"/>
                    <a:pt x="139" y="589"/>
                    <a:pt x="138" y="590"/>
                  </a:cubicBezTo>
                  <a:cubicBezTo>
                    <a:pt x="136" y="591"/>
                    <a:pt x="135" y="591"/>
                    <a:pt x="133" y="593"/>
                  </a:cubicBezTo>
                  <a:cubicBezTo>
                    <a:pt x="133" y="593"/>
                    <a:pt x="132" y="594"/>
                    <a:pt x="131" y="594"/>
                  </a:cubicBezTo>
                  <a:cubicBezTo>
                    <a:pt x="130" y="594"/>
                    <a:pt x="129" y="593"/>
                    <a:pt x="128" y="593"/>
                  </a:cubicBezTo>
                  <a:cubicBezTo>
                    <a:pt x="128" y="593"/>
                    <a:pt x="127" y="593"/>
                    <a:pt x="127" y="593"/>
                  </a:cubicBezTo>
                  <a:cubicBezTo>
                    <a:pt x="126" y="593"/>
                    <a:pt x="126" y="593"/>
                    <a:pt x="126" y="594"/>
                  </a:cubicBezTo>
                  <a:cubicBezTo>
                    <a:pt x="125" y="594"/>
                    <a:pt x="125" y="595"/>
                    <a:pt x="125" y="596"/>
                  </a:cubicBezTo>
                  <a:cubicBezTo>
                    <a:pt x="124" y="597"/>
                    <a:pt x="124" y="598"/>
                    <a:pt x="124" y="600"/>
                  </a:cubicBezTo>
                  <a:cubicBezTo>
                    <a:pt x="123" y="602"/>
                    <a:pt x="123" y="604"/>
                    <a:pt x="123" y="606"/>
                  </a:cubicBezTo>
                  <a:cubicBezTo>
                    <a:pt x="123" y="607"/>
                    <a:pt x="123" y="607"/>
                    <a:pt x="123" y="608"/>
                  </a:cubicBezTo>
                  <a:cubicBezTo>
                    <a:pt x="123" y="612"/>
                    <a:pt x="123" y="612"/>
                    <a:pt x="123" y="612"/>
                  </a:cubicBezTo>
                  <a:cubicBezTo>
                    <a:pt x="123" y="614"/>
                    <a:pt x="124" y="615"/>
                    <a:pt x="124" y="618"/>
                  </a:cubicBezTo>
                  <a:cubicBezTo>
                    <a:pt x="124" y="618"/>
                    <a:pt x="125" y="619"/>
                    <a:pt x="124" y="620"/>
                  </a:cubicBezTo>
                  <a:cubicBezTo>
                    <a:pt x="123" y="620"/>
                    <a:pt x="123" y="620"/>
                    <a:pt x="122" y="620"/>
                  </a:cubicBezTo>
                  <a:cubicBezTo>
                    <a:pt x="121" y="620"/>
                    <a:pt x="120" y="621"/>
                    <a:pt x="118" y="621"/>
                  </a:cubicBezTo>
                  <a:cubicBezTo>
                    <a:pt x="115" y="623"/>
                    <a:pt x="113" y="623"/>
                    <a:pt x="109" y="625"/>
                  </a:cubicBezTo>
                  <a:cubicBezTo>
                    <a:pt x="108" y="625"/>
                    <a:pt x="107" y="626"/>
                    <a:pt x="106" y="626"/>
                  </a:cubicBezTo>
                  <a:cubicBezTo>
                    <a:pt x="105" y="627"/>
                    <a:pt x="104" y="627"/>
                    <a:pt x="104" y="628"/>
                  </a:cubicBezTo>
                  <a:cubicBezTo>
                    <a:pt x="103" y="629"/>
                    <a:pt x="103" y="629"/>
                    <a:pt x="103" y="630"/>
                  </a:cubicBezTo>
                  <a:cubicBezTo>
                    <a:pt x="102" y="632"/>
                    <a:pt x="102" y="633"/>
                    <a:pt x="101" y="634"/>
                  </a:cubicBezTo>
                  <a:cubicBezTo>
                    <a:pt x="101" y="635"/>
                    <a:pt x="100" y="636"/>
                    <a:pt x="100" y="637"/>
                  </a:cubicBezTo>
                  <a:cubicBezTo>
                    <a:pt x="99" y="637"/>
                    <a:pt x="99" y="638"/>
                    <a:pt x="98" y="638"/>
                  </a:cubicBezTo>
                  <a:cubicBezTo>
                    <a:pt x="97" y="638"/>
                    <a:pt x="97" y="638"/>
                    <a:pt x="96" y="637"/>
                  </a:cubicBezTo>
                  <a:cubicBezTo>
                    <a:pt x="95" y="637"/>
                    <a:pt x="94" y="637"/>
                    <a:pt x="93" y="636"/>
                  </a:cubicBezTo>
                  <a:cubicBezTo>
                    <a:pt x="92" y="635"/>
                    <a:pt x="92" y="634"/>
                    <a:pt x="91" y="634"/>
                  </a:cubicBezTo>
                  <a:cubicBezTo>
                    <a:pt x="88" y="634"/>
                    <a:pt x="87" y="635"/>
                    <a:pt x="85" y="635"/>
                  </a:cubicBezTo>
                  <a:cubicBezTo>
                    <a:pt x="84" y="635"/>
                    <a:pt x="83" y="634"/>
                    <a:pt x="83" y="633"/>
                  </a:cubicBezTo>
                  <a:cubicBezTo>
                    <a:pt x="81" y="631"/>
                    <a:pt x="81" y="631"/>
                    <a:pt x="80" y="629"/>
                  </a:cubicBezTo>
                  <a:cubicBezTo>
                    <a:pt x="79" y="626"/>
                    <a:pt x="78" y="625"/>
                    <a:pt x="77" y="622"/>
                  </a:cubicBezTo>
                  <a:cubicBezTo>
                    <a:pt x="76" y="620"/>
                    <a:pt x="76" y="619"/>
                    <a:pt x="75" y="616"/>
                  </a:cubicBezTo>
                  <a:cubicBezTo>
                    <a:pt x="74" y="615"/>
                    <a:pt x="74" y="613"/>
                    <a:pt x="74" y="611"/>
                  </a:cubicBezTo>
                  <a:cubicBezTo>
                    <a:pt x="74" y="610"/>
                    <a:pt x="73" y="610"/>
                    <a:pt x="73" y="609"/>
                  </a:cubicBezTo>
                  <a:cubicBezTo>
                    <a:pt x="73" y="607"/>
                    <a:pt x="74" y="606"/>
                    <a:pt x="74" y="604"/>
                  </a:cubicBezTo>
                  <a:cubicBezTo>
                    <a:pt x="74" y="603"/>
                    <a:pt x="75" y="602"/>
                    <a:pt x="75" y="601"/>
                  </a:cubicBezTo>
                  <a:cubicBezTo>
                    <a:pt x="75" y="598"/>
                    <a:pt x="75" y="598"/>
                    <a:pt x="75" y="598"/>
                  </a:cubicBezTo>
                  <a:cubicBezTo>
                    <a:pt x="75" y="597"/>
                    <a:pt x="76" y="597"/>
                    <a:pt x="76" y="596"/>
                  </a:cubicBezTo>
                  <a:cubicBezTo>
                    <a:pt x="77" y="595"/>
                    <a:pt x="77" y="594"/>
                    <a:pt x="78" y="593"/>
                  </a:cubicBezTo>
                  <a:cubicBezTo>
                    <a:pt x="79" y="591"/>
                    <a:pt x="80" y="589"/>
                    <a:pt x="81" y="587"/>
                  </a:cubicBezTo>
                  <a:cubicBezTo>
                    <a:pt x="82" y="586"/>
                    <a:pt x="82" y="586"/>
                    <a:pt x="83" y="585"/>
                  </a:cubicBezTo>
                  <a:cubicBezTo>
                    <a:pt x="83" y="584"/>
                    <a:pt x="84" y="584"/>
                    <a:pt x="84" y="583"/>
                  </a:cubicBezTo>
                  <a:cubicBezTo>
                    <a:pt x="85" y="582"/>
                    <a:pt x="84" y="581"/>
                    <a:pt x="85" y="580"/>
                  </a:cubicBezTo>
                  <a:cubicBezTo>
                    <a:pt x="85" y="579"/>
                    <a:pt x="85" y="578"/>
                    <a:pt x="85" y="576"/>
                  </a:cubicBezTo>
                  <a:cubicBezTo>
                    <a:pt x="86" y="576"/>
                    <a:pt x="86" y="576"/>
                    <a:pt x="86" y="576"/>
                  </a:cubicBezTo>
                  <a:cubicBezTo>
                    <a:pt x="88" y="577"/>
                    <a:pt x="88" y="577"/>
                    <a:pt x="88" y="577"/>
                  </a:cubicBezTo>
                  <a:cubicBezTo>
                    <a:pt x="89" y="576"/>
                    <a:pt x="90" y="575"/>
                    <a:pt x="90" y="573"/>
                  </a:cubicBezTo>
                  <a:cubicBezTo>
                    <a:pt x="90" y="571"/>
                    <a:pt x="90" y="570"/>
                    <a:pt x="90" y="568"/>
                  </a:cubicBezTo>
                  <a:cubicBezTo>
                    <a:pt x="90" y="567"/>
                    <a:pt x="90" y="567"/>
                    <a:pt x="91" y="566"/>
                  </a:cubicBezTo>
                  <a:cubicBezTo>
                    <a:pt x="91" y="563"/>
                    <a:pt x="91" y="562"/>
                    <a:pt x="91" y="560"/>
                  </a:cubicBezTo>
                  <a:cubicBezTo>
                    <a:pt x="91" y="558"/>
                    <a:pt x="90" y="557"/>
                    <a:pt x="90" y="555"/>
                  </a:cubicBezTo>
                  <a:cubicBezTo>
                    <a:pt x="90" y="554"/>
                    <a:pt x="89" y="553"/>
                    <a:pt x="89" y="551"/>
                  </a:cubicBezTo>
                  <a:cubicBezTo>
                    <a:pt x="89" y="550"/>
                    <a:pt x="89" y="549"/>
                    <a:pt x="89" y="548"/>
                  </a:cubicBezTo>
                  <a:cubicBezTo>
                    <a:pt x="88" y="546"/>
                    <a:pt x="86" y="545"/>
                    <a:pt x="85" y="543"/>
                  </a:cubicBezTo>
                  <a:cubicBezTo>
                    <a:pt x="84" y="542"/>
                    <a:pt x="84" y="541"/>
                    <a:pt x="83" y="540"/>
                  </a:cubicBezTo>
                  <a:cubicBezTo>
                    <a:pt x="83" y="539"/>
                    <a:pt x="82" y="538"/>
                    <a:pt x="81" y="537"/>
                  </a:cubicBezTo>
                  <a:cubicBezTo>
                    <a:pt x="81" y="535"/>
                    <a:pt x="80" y="534"/>
                    <a:pt x="79" y="533"/>
                  </a:cubicBezTo>
                  <a:cubicBezTo>
                    <a:pt x="79" y="532"/>
                    <a:pt x="79" y="531"/>
                    <a:pt x="78" y="531"/>
                  </a:cubicBezTo>
                  <a:cubicBezTo>
                    <a:pt x="77" y="530"/>
                    <a:pt x="76" y="530"/>
                    <a:pt x="75" y="530"/>
                  </a:cubicBezTo>
                  <a:cubicBezTo>
                    <a:pt x="72" y="529"/>
                    <a:pt x="70" y="530"/>
                    <a:pt x="67" y="528"/>
                  </a:cubicBezTo>
                  <a:cubicBezTo>
                    <a:pt x="66" y="527"/>
                    <a:pt x="65" y="526"/>
                    <a:pt x="65" y="525"/>
                  </a:cubicBezTo>
                  <a:cubicBezTo>
                    <a:pt x="64" y="523"/>
                    <a:pt x="64" y="522"/>
                    <a:pt x="63" y="521"/>
                  </a:cubicBezTo>
                  <a:cubicBezTo>
                    <a:pt x="62" y="518"/>
                    <a:pt x="61" y="516"/>
                    <a:pt x="58" y="515"/>
                  </a:cubicBezTo>
                  <a:cubicBezTo>
                    <a:pt x="56" y="514"/>
                    <a:pt x="55" y="514"/>
                    <a:pt x="54" y="513"/>
                  </a:cubicBezTo>
                  <a:cubicBezTo>
                    <a:pt x="52" y="512"/>
                    <a:pt x="51" y="511"/>
                    <a:pt x="51" y="509"/>
                  </a:cubicBezTo>
                  <a:cubicBezTo>
                    <a:pt x="51" y="508"/>
                    <a:pt x="51" y="507"/>
                    <a:pt x="51" y="506"/>
                  </a:cubicBezTo>
                  <a:cubicBezTo>
                    <a:pt x="50" y="504"/>
                    <a:pt x="50" y="503"/>
                    <a:pt x="50" y="501"/>
                  </a:cubicBezTo>
                  <a:cubicBezTo>
                    <a:pt x="50" y="499"/>
                    <a:pt x="51" y="497"/>
                    <a:pt x="52" y="496"/>
                  </a:cubicBezTo>
                  <a:cubicBezTo>
                    <a:pt x="53" y="493"/>
                    <a:pt x="54" y="492"/>
                    <a:pt x="55" y="490"/>
                  </a:cubicBezTo>
                  <a:cubicBezTo>
                    <a:pt x="57" y="488"/>
                    <a:pt x="57" y="486"/>
                    <a:pt x="57" y="484"/>
                  </a:cubicBezTo>
                  <a:cubicBezTo>
                    <a:pt x="58" y="482"/>
                    <a:pt x="58" y="481"/>
                    <a:pt x="58" y="478"/>
                  </a:cubicBezTo>
                  <a:cubicBezTo>
                    <a:pt x="58" y="473"/>
                    <a:pt x="57" y="470"/>
                    <a:pt x="57" y="465"/>
                  </a:cubicBezTo>
                  <a:cubicBezTo>
                    <a:pt x="57" y="463"/>
                    <a:pt x="57" y="463"/>
                    <a:pt x="57" y="463"/>
                  </a:cubicBezTo>
                  <a:cubicBezTo>
                    <a:pt x="57" y="460"/>
                    <a:pt x="57" y="458"/>
                    <a:pt x="57" y="456"/>
                  </a:cubicBezTo>
                  <a:cubicBezTo>
                    <a:pt x="57" y="453"/>
                    <a:pt x="59" y="451"/>
                    <a:pt x="59" y="448"/>
                  </a:cubicBezTo>
                  <a:cubicBezTo>
                    <a:pt x="60" y="447"/>
                    <a:pt x="62" y="446"/>
                    <a:pt x="63" y="445"/>
                  </a:cubicBezTo>
                  <a:cubicBezTo>
                    <a:pt x="64" y="445"/>
                    <a:pt x="64" y="444"/>
                    <a:pt x="65" y="444"/>
                  </a:cubicBezTo>
                  <a:cubicBezTo>
                    <a:pt x="66" y="444"/>
                    <a:pt x="67" y="444"/>
                    <a:pt x="68" y="444"/>
                  </a:cubicBezTo>
                  <a:cubicBezTo>
                    <a:pt x="69" y="444"/>
                    <a:pt x="70" y="443"/>
                    <a:pt x="70" y="443"/>
                  </a:cubicBezTo>
                  <a:cubicBezTo>
                    <a:pt x="73" y="443"/>
                    <a:pt x="74" y="443"/>
                    <a:pt x="76" y="443"/>
                  </a:cubicBezTo>
                  <a:cubicBezTo>
                    <a:pt x="77" y="443"/>
                    <a:pt x="78" y="443"/>
                    <a:pt x="79" y="443"/>
                  </a:cubicBezTo>
                  <a:cubicBezTo>
                    <a:pt x="80" y="442"/>
                    <a:pt x="81" y="442"/>
                    <a:pt x="82" y="442"/>
                  </a:cubicBezTo>
                  <a:cubicBezTo>
                    <a:pt x="82" y="441"/>
                    <a:pt x="82" y="440"/>
                    <a:pt x="82" y="439"/>
                  </a:cubicBezTo>
                  <a:cubicBezTo>
                    <a:pt x="82" y="439"/>
                    <a:pt x="83" y="438"/>
                    <a:pt x="83" y="438"/>
                  </a:cubicBezTo>
                  <a:cubicBezTo>
                    <a:pt x="84" y="437"/>
                    <a:pt x="84" y="437"/>
                    <a:pt x="85" y="436"/>
                  </a:cubicBezTo>
                  <a:cubicBezTo>
                    <a:pt x="87" y="436"/>
                    <a:pt x="87" y="435"/>
                    <a:pt x="89" y="435"/>
                  </a:cubicBezTo>
                  <a:cubicBezTo>
                    <a:pt x="90" y="434"/>
                    <a:pt x="90" y="434"/>
                    <a:pt x="91" y="434"/>
                  </a:cubicBezTo>
                  <a:cubicBezTo>
                    <a:pt x="92" y="433"/>
                    <a:pt x="92" y="433"/>
                    <a:pt x="92" y="432"/>
                  </a:cubicBezTo>
                  <a:cubicBezTo>
                    <a:pt x="92" y="430"/>
                    <a:pt x="92" y="429"/>
                    <a:pt x="93" y="428"/>
                  </a:cubicBezTo>
                  <a:cubicBezTo>
                    <a:pt x="95" y="427"/>
                    <a:pt x="95" y="425"/>
                    <a:pt x="96" y="423"/>
                  </a:cubicBezTo>
                  <a:cubicBezTo>
                    <a:pt x="96" y="423"/>
                    <a:pt x="96" y="423"/>
                    <a:pt x="96" y="423"/>
                  </a:cubicBezTo>
                  <a:cubicBezTo>
                    <a:pt x="97" y="423"/>
                    <a:pt x="96" y="424"/>
                    <a:pt x="97" y="424"/>
                  </a:cubicBezTo>
                  <a:cubicBezTo>
                    <a:pt x="97" y="425"/>
                    <a:pt x="98" y="424"/>
                    <a:pt x="99" y="425"/>
                  </a:cubicBezTo>
                  <a:cubicBezTo>
                    <a:pt x="99" y="425"/>
                    <a:pt x="99" y="425"/>
                    <a:pt x="99" y="425"/>
                  </a:cubicBezTo>
                  <a:cubicBezTo>
                    <a:pt x="100" y="426"/>
                    <a:pt x="101" y="426"/>
                    <a:pt x="101" y="428"/>
                  </a:cubicBezTo>
                  <a:cubicBezTo>
                    <a:pt x="102" y="429"/>
                    <a:pt x="102" y="430"/>
                    <a:pt x="102" y="431"/>
                  </a:cubicBezTo>
                  <a:cubicBezTo>
                    <a:pt x="103" y="431"/>
                    <a:pt x="104" y="431"/>
                    <a:pt x="105" y="430"/>
                  </a:cubicBezTo>
                  <a:cubicBezTo>
                    <a:pt x="106" y="430"/>
                    <a:pt x="107" y="430"/>
                    <a:pt x="109" y="430"/>
                  </a:cubicBezTo>
                  <a:cubicBezTo>
                    <a:pt x="109" y="428"/>
                    <a:pt x="109" y="427"/>
                    <a:pt x="109" y="426"/>
                  </a:cubicBezTo>
                  <a:cubicBezTo>
                    <a:pt x="109" y="425"/>
                    <a:pt x="110" y="425"/>
                    <a:pt x="110" y="425"/>
                  </a:cubicBezTo>
                  <a:cubicBezTo>
                    <a:pt x="110" y="424"/>
                    <a:pt x="109" y="424"/>
                    <a:pt x="109" y="423"/>
                  </a:cubicBezTo>
                  <a:cubicBezTo>
                    <a:pt x="109" y="422"/>
                    <a:pt x="109" y="422"/>
                    <a:pt x="110" y="421"/>
                  </a:cubicBezTo>
                  <a:cubicBezTo>
                    <a:pt x="110" y="421"/>
                    <a:pt x="111" y="421"/>
                    <a:pt x="111" y="420"/>
                  </a:cubicBezTo>
                  <a:cubicBezTo>
                    <a:pt x="113" y="419"/>
                    <a:pt x="113" y="417"/>
                    <a:pt x="114" y="416"/>
                  </a:cubicBezTo>
                  <a:cubicBezTo>
                    <a:pt x="115" y="414"/>
                    <a:pt x="116" y="413"/>
                    <a:pt x="117" y="412"/>
                  </a:cubicBezTo>
                  <a:cubicBezTo>
                    <a:pt x="118" y="410"/>
                    <a:pt x="119" y="409"/>
                    <a:pt x="119" y="407"/>
                  </a:cubicBezTo>
                  <a:cubicBezTo>
                    <a:pt x="120" y="407"/>
                    <a:pt x="120" y="406"/>
                    <a:pt x="120" y="406"/>
                  </a:cubicBezTo>
                  <a:cubicBezTo>
                    <a:pt x="120" y="406"/>
                    <a:pt x="120" y="406"/>
                    <a:pt x="120" y="405"/>
                  </a:cubicBezTo>
                  <a:cubicBezTo>
                    <a:pt x="122" y="404"/>
                    <a:pt x="123" y="404"/>
                    <a:pt x="125" y="403"/>
                  </a:cubicBezTo>
                  <a:cubicBezTo>
                    <a:pt x="126" y="402"/>
                    <a:pt x="126" y="402"/>
                    <a:pt x="127" y="402"/>
                  </a:cubicBezTo>
                  <a:cubicBezTo>
                    <a:pt x="129" y="401"/>
                    <a:pt x="130" y="400"/>
                    <a:pt x="131" y="398"/>
                  </a:cubicBezTo>
                  <a:cubicBezTo>
                    <a:pt x="132" y="397"/>
                    <a:pt x="133" y="396"/>
                    <a:pt x="134" y="395"/>
                  </a:cubicBezTo>
                  <a:cubicBezTo>
                    <a:pt x="134" y="395"/>
                    <a:pt x="135" y="394"/>
                    <a:pt x="135" y="394"/>
                  </a:cubicBezTo>
                  <a:cubicBezTo>
                    <a:pt x="135" y="392"/>
                    <a:pt x="133" y="391"/>
                    <a:pt x="132" y="390"/>
                  </a:cubicBezTo>
                  <a:cubicBezTo>
                    <a:pt x="132" y="388"/>
                    <a:pt x="131" y="387"/>
                    <a:pt x="130" y="385"/>
                  </a:cubicBezTo>
                  <a:cubicBezTo>
                    <a:pt x="130" y="384"/>
                    <a:pt x="129" y="384"/>
                    <a:pt x="128" y="383"/>
                  </a:cubicBezTo>
                  <a:cubicBezTo>
                    <a:pt x="127" y="383"/>
                    <a:pt x="128" y="382"/>
                    <a:pt x="127" y="381"/>
                  </a:cubicBezTo>
                  <a:cubicBezTo>
                    <a:pt x="127" y="380"/>
                    <a:pt x="126" y="379"/>
                    <a:pt x="125" y="377"/>
                  </a:cubicBezTo>
                  <a:cubicBezTo>
                    <a:pt x="123" y="374"/>
                    <a:pt x="122" y="373"/>
                    <a:pt x="120" y="371"/>
                  </a:cubicBezTo>
                  <a:cubicBezTo>
                    <a:pt x="119" y="370"/>
                    <a:pt x="119" y="370"/>
                    <a:pt x="118" y="369"/>
                  </a:cubicBezTo>
                  <a:cubicBezTo>
                    <a:pt x="117" y="368"/>
                    <a:pt x="115" y="367"/>
                    <a:pt x="115" y="366"/>
                  </a:cubicBezTo>
                  <a:cubicBezTo>
                    <a:pt x="114" y="365"/>
                    <a:pt x="114" y="365"/>
                    <a:pt x="114" y="364"/>
                  </a:cubicBezTo>
                  <a:cubicBezTo>
                    <a:pt x="113" y="363"/>
                    <a:pt x="113" y="362"/>
                    <a:pt x="112" y="360"/>
                  </a:cubicBezTo>
                  <a:cubicBezTo>
                    <a:pt x="115" y="350"/>
                    <a:pt x="115" y="350"/>
                    <a:pt x="115" y="350"/>
                  </a:cubicBezTo>
                  <a:cubicBezTo>
                    <a:pt x="115" y="346"/>
                    <a:pt x="115" y="346"/>
                    <a:pt x="115" y="346"/>
                  </a:cubicBezTo>
                  <a:cubicBezTo>
                    <a:pt x="115" y="345"/>
                    <a:pt x="115" y="345"/>
                    <a:pt x="115" y="345"/>
                  </a:cubicBezTo>
                  <a:cubicBezTo>
                    <a:pt x="115" y="345"/>
                    <a:pt x="115" y="345"/>
                    <a:pt x="115" y="345"/>
                  </a:cubicBezTo>
                  <a:cubicBezTo>
                    <a:pt x="118" y="345"/>
                    <a:pt x="118" y="345"/>
                    <a:pt x="118" y="345"/>
                  </a:cubicBezTo>
                  <a:cubicBezTo>
                    <a:pt x="119" y="345"/>
                    <a:pt x="119" y="345"/>
                    <a:pt x="119" y="345"/>
                  </a:cubicBezTo>
                  <a:cubicBezTo>
                    <a:pt x="120" y="345"/>
                    <a:pt x="121" y="344"/>
                    <a:pt x="122" y="344"/>
                  </a:cubicBezTo>
                  <a:cubicBezTo>
                    <a:pt x="124" y="344"/>
                    <a:pt x="126" y="344"/>
                    <a:pt x="127" y="343"/>
                  </a:cubicBezTo>
                  <a:cubicBezTo>
                    <a:pt x="127" y="341"/>
                    <a:pt x="128" y="340"/>
                    <a:pt x="129" y="338"/>
                  </a:cubicBezTo>
                  <a:cubicBezTo>
                    <a:pt x="129" y="338"/>
                    <a:pt x="130" y="338"/>
                    <a:pt x="130" y="339"/>
                  </a:cubicBezTo>
                  <a:cubicBezTo>
                    <a:pt x="132" y="339"/>
                    <a:pt x="132" y="340"/>
                    <a:pt x="133" y="341"/>
                  </a:cubicBezTo>
                  <a:cubicBezTo>
                    <a:pt x="135" y="342"/>
                    <a:pt x="136" y="342"/>
                    <a:pt x="137" y="343"/>
                  </a:cubicBezTo>
                  <a:cubicBezTo>
                    <a:pt x="138" y="344"/>
                    <a:pt x="138" y="344"/>
                    <a:pt x="138" y="345"/>
                  </a:cubicBezTo>
                  <a:cubicBezTo>
                    <a:pt x="139" y="347"/>
                    <a:pt x="140" y="349"/>
                    <a:pt x="142" y="350"/>
                  </a:cubicBezTo>
                  <a:cubicBezTo>
                    <a:pt x="144" y="350"/>
                    <a:pt x="145" y="350"/>
                    <a:pt x="146" y="351"/>
                  </a:cubicBezTo>
                  <a:cubicBezTo>
                    <a:pt x="147" y="351"/>
                    <a:pt x="147" y="351"/>
                    <a:pt x="147" y="352"/>
                  </a:cubicBezTo>
                  <a:cubicBezTo>
                    <a:pt x="147" y="352"/>
                    <a:pt x="147" y="352"/>
                    <a:pt x="147" y="352"/>
                  </a:cubicBezTo>
                  <a:cubicBezTo>
                    <a:pt x="147" y="353"/>
                    <a:pt x="146" y="353"/>
                    <a:pt x="146" y="354"/>
                  </a:cubicBezTo>
                  <a:cubicBezTo>
                    <a:pt x="146" y="354"/>
                    <a:pt x="147" y="355"/>
                    <a:pt x="147" y="355"/>
                  </a:cubicBezTo>
                  <a:cubicBezTo>
                    <a:pt x="148" y="356"/>
                    <a:pt x="149" y="356"/>
                    <a:pt x="150" y="356"/>
                  </a:cubicBezTo>
                  <a:cubicBezTo>
                    <a:pt x="152" y="356"/>
                    <a:pt x="153" y="356"/>
                    <a:pt x="154" y="357"/>
                  </a:cubicBezTo>
                  <a:cubicBezTo>
                    <a:pt x="156" y="358"/>
                    <a:pt x="157" y="359"/>
                    <a:pt x="159" y="360"/>
                  </a:cubicBezTo>
                  <a:cubicBezTo>
                    <a:pt x="160" y="360"/>
                    <a:pt x="160" y="360"/>
                    <a:pt x="161" y="360"/>
                  </a:cubicBezTo>
                  <a:cubicBezTo>
                    <a:pt x="162" y="361"/>
                    <a:pt x="162" y="361"/>
                    <a:pt x="162" y="362"/>
                  </a:cubicBezTo>
                  <a:cubicBezTo>
                    <a:pt x="162" y="365"/>
                    <a:pt x="162" y="365"/>
                    <a:pt x="162" y="365"/>
                  </a:cubicBezTo>
                  <a:cubicBezTo>
                    <a:pt x="164" y="365"/>
                    <a:pt x="164" y="365"/>
                    <a:pt x="164" y="365"/>
                  </a:cubicBezTo>
                  <a:cubicBezTo>
                    <a:pt x="166" y="365"/>
                    <a:pt x="167" y="364"/>
                    <a:pt x="170" y="364"/>
                  </a:cubicBezTo>
                  <a:cubicBezTo>
                    <a:pt x="172" y="363"/>
                    <a:pt x="173" y="363"/>
                    <a:pt x="175" y="363"/>
                  </a:cubicBezTo>
                  <a:cubicBezTo>
                    <a:pt x="178" y="363"/>
                    <a:pt x="179" y="362"/>
                    <a:pt x="182" y="361"/>
                  </a:cubicBezTo>
                  <a:cubicBezTo>
                    <a:pt x="183" y="360"/>
                    <a:pt x="183" y="360"/>
                    <a:pt x="185" y="360"/>
                  </a:cubicBezTo>
                  <a:cubicBezTo>
                    <a:pt x="185" y="359"/>
                    <a:pt x="186" y="359"/>
                    <a:pt x="186" y="359"/>
                  </a:cubicBezTo>
                  <a:cubicBezTo>
                    <a:pt x="188" y="359"/>
                    <a:pt x="189" y="360"/>
                    <a:pt x="189" y="361"/>
                  </a:cubicBezTo>
                  <a:cubicBezTo>
                    <a:pt x="189" y="362"/>
                    <a:pt x="189" y="362"/>
                    <a:pt x="189" y="363"/>
                  </a:cubicBezTo>
                  <a:cubicBezTo>
                    <a:pt x="189" y="363"/>
                    <a:pt x="189" y="364"/>
                    <a:pt x="189" y="364"/>
                  </a:cubicBezTo>
                  <a:cubicBezTo>
                    <a:pt x="190" y="365"/>
                    <a:pt x="191" y="366"/>
                    <a:pt x="192" y="367"/>
                  </a:cubicBezTo>
                  <a:cubicBezTo>
                    <a:pt x="194" y="368"/>
                    <a:pt x="195" y="369"/>
                    <a:pt x="197" y="370"/>
                  </a:cubicBezTo>
                  <a:cubicBezTo>
                    <a:pt x="199" y="371"/>
                    <a:pt x="200" y="371"/>
                    <a:pt x="202" y="372"/>
                  </a:cubicBezTo>
                  <a:cubicBezTo>
                    <a:pt x="204" y="372"/>
                    <a:pt x="204" y="373"/>
                    <a:pt x="206" y="373"/>
                  </a:cubicBezTo>
                  <a:cubicBezTo>
                    <a:pt x="208" y="373"/>
                    <a:pt x="209" y="372"/>
                    <a:pt x="212" y="372"/>
                  </a:cubicBezTo>
                  <a:cubicBezTo>
                    <a:pt x="213" y="371"/>
                    <a:pt x="213" y="371"/>
                    <a:pt x="214" y="371"/>
                  </a:cubicBezTo>
                  <a:cubicBezTo>
                    <a:pt x="215" y="370"/>
                    <a:pt x="215" y="369"/>
                    <a:pt x="216" y="369"/>
                  </a:cubicBezTo>
                  <a:cubicBezTo>
                    <a:pt x="217" y="368"/>
                    <a:pt x="217" y="368"/>
                    <a:pt x="218" y="367"/>
                  </a:cubicBezTo>
                  <a:cubicBezTo>
                    <a:pt x="219" y="367"/>
                    <a:pt x="219" y="366"/>
                    <a:pt x="220" y="366"/>
                  </a:cubicBezTo>
                  <a:cubicBezTo>
                    <a:pt x="220" y="365"/>
                    <a:pt x="221" y="365"/>
                    <a:pt x="221" y="364"/>
                  </a:cubicBezTo>
                  <a:cubicBezTo>
                    <a:pt x="222" y="364"/>
                    <a:pt x="223" y="363"/>
                    <a:pt x="224" y="362"/>
                  </a:cubicBezTo>
                  <a:cubicBezTo>
                    <a:pt x="227" y="358"/>
                    <a:pt x="228" y="356"/>
                    <a:pt x="231" y="352"/>
                  </a:cubicBezTo>
                  <a:cubicBezTo>
                    <a:pt x="231" y="352"/>
                    <a:pt x="232" y="351"/>
                    <a:pt x="232" y="350"/>
                  </a:cubicBezTo>
                  <a:cubicBezTo>
                    <a:pt x="233" y="350"/>
                    <a:pt x="234" y="349"/>
                    <a:pt x="234" y="348"/>
                  </a:cubicBezTo>
                  <a:cubicBezTo>
                    <a:pt x="235" y="346"/>
                    <a:pt x="235" y="345"/>
                    <a:pt x="235" y="344"/>
                  </a:cubicBezTo>
                  <a:cubicBezTo>
                    <a:pt x="236" y="343"/>
                    <a:pt x="236" y="343"/>
                    <a:pt x="236" y="342"/>
                  </a:cubicBezTo>
                  <a:cubicBezTo>
                    <a:pt x="236" y="337"/>
                    <a:pt x="236" y="337"/>
                    <a:pt x="236" y="337"/>
                  </a:cubicBezTo>
                  <a:cubicBezTo>
                    <a:pt x="236" y="336"/>
                    <a:pt x="236" y="336"/>
                    <a:pt x="236" y="335"/>
                  </a:cubicBezTo>
                  <a:cubicBezTo>
                    <a:pt x="236" y="331"/>
                    <a:pt x="235" y="329"/>
                    <a:pt x="234" y="326"/>
                  </a:cubicBezTo>
                  <a:cubicBezTo>
                    <a:pt x="234" y="325"/>
                    <a:pt x="234" y="325"/>
                    <a:pt x="233" y="325"/>
                  </a:cubicBezTo>
                  <a:cubicBezTo>
                    <a:pt x="233" y="323"/>
                    <a:pt x="232" y="322"/>
                    <a:pt x="231" y="320"/>
                  </a:cubicBezTo>
                  <a:cubicBezTo>
                    <a:pt x="231" y="320"/>
                    <a:pt x="230" y="319"/>
                    <a:pt x="230" y="318"/>
                  </a:cubicBezTo>
                  <a:cubicBezTo>
                    <a:pt x="229" y="318"/>
                    <a:pt x="229" y="317"/>
                    <a:pt x="229" y="316"/>
                  </a:cubicBezTo>
                  <a:cubicBezTo>
                    <a:pt x="228" y="315"/>
                    <a:pt x="228" y="315"/>
                    <a:pt x="228" y="314"/>
                  </a:cubicBezTo>
                  <a:cubicBezTo>
                    <a:pt x="228" y="313"/>
                    <a:pt x="229" y="312"/>
                    <a:pt x="229" y="311"/>
                  </a:cubicBezTo>
                  <a:cubicBezTo>
                    <a:pt x="229" y="310"/>
                    <a:pt x="229" y="309"/>
                    <a:pt x="230" y="308"/>
                  </a:cubicBezTo>
                  <a:cubicBezTo>
                    <a:pt x="230" y="307"/>
                    <a:pt x="231" y="307"/>
                    <a:pt x="231" y="305"/>
                  </a:cubicBezTo>
                  <a:cubicBezTo>
                    <a:pt x="231" y="304"/>
                    <a:pt x="231" y="303"/>
                    <a:pt x="230" y="302"/>
                  </a:cubicBezTo>
                  <a:cubicBezTo>
                    <a:pt x="230" y="301"/>
                    <a:pt x="229" y="300"/>
                    <a:pt x="228" y="298"/>
                  </a:cubicBezTo>
                  <a:cubicBezTo>
                    <a:pt x="228" y="297"/>
                    <a:pt x="228" y="297"/>
                    <a:pt x="227" y="296"/>
                  </a:cubicBezTo>
                  <a:cubicBezTo>
                    <a:pt x="227" y="294"/>
                    <a:pt x="227" y="293"/>
                    <a:pt x="226" y="291"/>
                  </a:cubicBezTo>
                  <a:cubicBezTo>
                    <a:pt x="226" y="289"/>
                    <a:pt x="225" y="288"/>
                    <a:pt x="225" y="286"/>
                  </a:cubicBezTo>
                  <a:cubicBezTo>
                    <a:pt x="225" y="286"/>
                    <a:pt x="224" y="286"/>
                    <a:pt x="224" y="285"/>
                  </a:cubicBezTo>
                  <a:cubicBezTo>
                    <a:pt x="224" y="284"/>
                    <a:pt x="224" y="283"/>
                    <a:pt x="225" y="282"/>
                  </a:cubicBezTo>
                  <a:cubicBezTo>
                    <a:pt x="225" y="281"/>
                    <a:pt x="225" y="280"/>
                    <a:pt x="225" y="280"/>
                  </a:cubicBezTo>
                  <a:cubicBezTo>
                    <a:pt x="226" y="279"/>
                    <a:pt x="226" y="279"/>
                    <a:pt x="226" y="279"/>
                  </a:cubicBezTo>
                  <a:cubicBezTo>
                    <a:pt x="227" y="278"/>
                    <a:pt x="228" y="277"/>
                    <a:pt x="229" y="276"/>
                  </a:cubicBezTo>
                  <a:cubicBezTo>
                    <a:pt x="230" y="275"/>
                    <a:pt x="230" y="274"/>
                    <a:pt x="230" y="274"/>
                  </a:cubicBezTo>
                  <a:cubicBezTo>
                    <a:pt x="230" y="273"/>
                    <a:pt x="230" y="273"/>
                    <a:pt x="230" y="272"/>
                  </a:cubicBezTo>
                  <a:cubicBezTo>
                    <a:pt x="230" y="272"/>
                    <a:pt x="231" y="271"/>
                    <a:pt x="231" y="271"/>
                  </a:cubicBezTo>
                  <a:cubicBezTo>
                    <a:pt x="232" y="270"/>
                    <a:pt x="233" y="270"/>
                    <a:pt x="234" y="269"/>
                  </a:cubicBezTo>
                  <a:cubicBezTo>
                    <a:pt x="235" y="268"/>
                    <a:pt x="237" y="268"/>
                    <a:pt x="238" y="267"/>
                  </a:cubicBezTo>
                  <a:cubicBezTo>
                    <a:pt x="240" y="267"/>
                    <a:pt x="241" y="267"/>
                    <a:pt x="243" y="266"/>
                  </a:cubicBezTo>
                  <a:cubicBezTo>
                    <a:pt x="243" y="266"/>
                    <a:pt x="244" y="266"/>
                    <a:pt x="244" y="265"/>
                  </a:cubicBezTo>
                  <a:cubicBezTo>
                    <a:pt x="245" y="264"/>
                    <a:pt x="245" y="263"/>
                    <a:pt x="246" y="263"/>
                  </a:cubicBezTo>
                  <a:cubicBezTo>
                    <a:pt x="247" y="263"/>
                    <a:pt x="248" y="264"/>
                    <a:pt x="249" y="264"/>
                  </a:cubicBezTo>
                  <a:cubicBezTo>
                    <a:pt x="249" y="264"/>
                    <a:pt x="250" y="263"/>
                    <a:pt x="250" y="263"/>
                  </a:cubicBezTo>
                  <a:cubicBezTo>
                    <a:pt x="252" y="261"/>
                    <a:pt x="253" y="261"/>
                    <a:pt x="254" y="260"/>
                  </a:cubicBezTo>
                  <a:cubicBezTo>
                    <a:pt x="256" y="258"/>
                    <a:pt x="257" y="256"/>
                    <a:pt x="258" y="253"/>
                  </a:cubicBezTo>
                  <a:cubicBezTo>
                    <a:pt x="259" y="250"/>
                    <a:pt x="259" y="249"/>
                    <a:pt x="260" y="246"/>
                  </a:cubicBezTo>
                  <a:cubicBezTo>
                    <a:pt x="261" y="244"/>
                    <a:pt x="261" y="243"/>
                    <a:pt x="261" y="242"/>
                  </a:cubicBezTo>
                  <a:cubicBezTo>
                    <a:pt x="261" y="237"/>
                    <a:pt x="261" y="234"/>
                    <a:pt x="261" y="229"/>
                  </a:cubicBezTo>
                  <a:cubicBezTo>
                    <a:pt x="261" y="225"/>
                    <a:pt x="261" y="223"/>
                    <a:pt x="261" y="219"/>
                  </a:cubicBezTo>
                  <a:cubicBezTo>
                    <a:pt x="261" y="215"/>
                    <a:pt x="262" y="213"/>
                    <a:pt x="262" y="209"/>
                  </a:cubicBezTo>
                  <a:cubicBezTo>
                    <a:pt x="262" y="205"/>
                    <a:pt x="262" y="203"/>
                    <a:pt x="261" y="199"/>
                  </a:cubicBezTo>
                  <a:cubicBezTo>
                    <a:pt x="261" y="198"/>
                    <a:pt x="260" y="197"/>
                    <a:pt x="260" y="195"/>
                  </a:cubicBezTo>
                  <a:cubicBezTo>
                    <a:pt x="260" y="195"/>
                    <a:pt x="260" y="194"/>
                    <a:pt x="260" y="193"/>
                  </a:cubicBezTo>
                  <a:cubicBezTo>
                    <a:pt x="260" y="193"/>
                    <a:pt x="260" y="192"/>
                    <a:pt x="260" y="192"/>
                  </a:cubicBezTo>
                  <a:cubicBezTo>
                    <a:pt x="260" y="191"/>
                    <a:pt x="260" y="191"/>
                    <a:pt x="260" y="191"/>
                  </a:cubicBezTo>
                  <a:cubicBezTo>
                    <a:pt x="261" y="191"/>
                    <a:pt x="262" y="191"/>
                    <a:pt x="262" y="190"/>
                  </a:cubicBezTo>
                  <a:cubicBezTo>
                    <a:pt x="263" y="190"/>
                    <a:pt x="264" y="189"/>
                    <a:pt x="265" y="187"/>
                  </a:cubicBezTo>
                  <a:cubicBezTo>
                    <a:pt x="266" y="185"/>
                    <a:pt x="266" y="184"/>
                    <a:pt x="267" y="181"/>
                  </a:cubicBezTo>
                  <a:cubicBezTo>
                    <a:pt x="268" y="180"/>
                    <a:pt x="268" y="179"/>
                    <a:pt x="269" y="178"/>
                  </a:cubicBezTo>
                  <a:cubicBezTo>
                    <a:pt x="269" y="177"/>
                    <a:pt x="270" y="176"/>
                    <a:pt x="270" y="176"/>
                  </a:cubicBezTo>
                  <a:cubicBezTo>
                    <a:pt x="271" y="173"/>
                    <a:pt x="272" y="172"/>
                    <a:pt x="272" y="170"/>
                  </a:cubicBezTo>
                  <a:cubicBezTo>
                    <a:pt x="272" y="168"/>
                    <a:pt x="272" y="166"/>
                    <a:pt x="273" y="164"/>
                  </a:cubicBezTo>
                  <a:cubicBezTo>
                    <a:pt x="273" y="162"/>
                    <a:pt x="274" y="160"/>
                    <a:pt x="274" y="158"/>
                  </a:cubicBezTo>
                  <a:cubicBezTo>
                    <a:pt x="274" y="156"/>
                    <a:pt x="274" y="156"/>
                    <a:pt x="274" y="155"/>
                  </a:cubicBezTo>
                  <a:cubicBezTo>
                    <a:pt x="274" y="153"/>
                    <a:pt x="275" y="153"/>
                    <a:pt x="275" y="151"/>
                  </a:cubicBezTo>
                  <a:cubicBezTo>
                    <a:pt x="276" y="149"/>
                    <a:pt x="276" y="148"/>
                    <a:pt x="276" y="146"/>
                  </a:cubicBezTo>
                  <a:cubicBezTo>
                    <a:pt x="276" y="135"/>
                    <a:pt x="274" y="128"/>
                    <a:pt x="273" y="117"/>
                  </a:cubicBezTo>
                  <a:cubicBezTo>
                    <a:pt x="272" y="114"/>
                    <a:pt x="272" y="112"/>
                    <a:pt x="271" y="109"/>
                  </a:cubicBezTo>
                  <a:cubicBezTo>
                    <a:pt x="271" y="108"/>
                    <a:pt x="271" y="108"/>
                    <a:pt x="271" y="107"/>
                  </a:cubicBezTo>
                  <a:cubicBezTo>
                    <a:pt x="271" y="106"/>
                    <a:pt x="271" y="105"/>
                    <a:pt x="270" y="103"/>
                  </a:cubicBezTo>
                  <a:cubicBezTo>
                    <a:pt x="270" y="103"/>
                    <a:pt x="270" y="102"/>
                    <a:pt x="269" y="102"/>
                  </a:cubicBezTo>
                  <a:cubicBezTo>
                    <a:pt x="268" y="99"/>
                    <a:pt x="268" y="97"/>
                    <a:pt x="268" y="95"/>
                  </a:cubicBezTo>
                  <a:cubicBezTo>
                    <a:pt x="267" y="93"/>
                    <a:pt x="267" y="92"/>
                    <a:pt x="266" y="90"/>
                  </a:cubicBezTo>
                  <a:cubicBezTo>
                    <a:pt x="266" y="87"/>
                    <a:pt x="265" y="86"/>
                    <a:pt x="265" y="83"/>
                  </a:cubicBezTo>
                  <a:cubicBezTo>
                    <a:pt x="264" y="81"/>
                    <a:pt x="264" y="80"/>
                    <a:pt x="263" y="78"/>
                  </a:cubicBezTo>
                  <a:cubicBezTo>
                    <a:pt x="263" y="77"/>
                    <a:pt x="262" y="77"/>
                    <a:pt x="262" y="76"/>
                  </a:cubicBezTo>
                  <a:cubicBezTo>
                    <a:pt x="261" y="73"/>
                    <a:pt x="259" y="71"/>
                    <a:pt x="258" y="67"/>
                  </a:cubicBezTo>
                  <a:cubicBezTo>
                    <a:pt x="256" y="64"/>
                    <a:pt x="256" y="62"/>
                    <a:pt x="254" y="59"/>
                  </a:cubicBezTo>
                  <a:cubicBezTo>
                    <a:pt x="254" y="58"/>
                    <a:pt x="254" y="57"/>
                    <a:pt x="253" y="56"/>
                  </a:cubicBezTo>
                  <a:cubicBezTo>
                    <a:pt x="252" y="54"/>
                    <a:pt x="251" y="53"/>
                    <a:pt x="251" y="50"/>
                  </a:cubicBezTo>
                  <a:cubicBezTo>
                    <a:pt x="252" y="49"/>
                    <a:pt x="252" y="47"/>
                    <a:pt x="252" y="46"/>
                  </a:cubicBezTo>
                  <a:cubicBezTo>
                    <a:pt x="253" y="45"/>
                    <a:pt x="253" y="44"/>
                    <a:pt x="254" y="43"/>
                  </a:cubicBezTo>
                  <a:cubicBezTo>
                    <a:pt x="254" y="43"/>
                    <a:pt x="254" y="43"/>
                    <a:pt x="255" y="42"/>
                  </a:cubicBezTo>
                  <a:cubicBezTo>
                    <a:pt x="255" y="41"/>
                    <a:pt x="256" y="41"/>
                    <a:pt x="256" y="40"/>
                  </a:cubicBezTo>
                  <a:cubicBezTo>
                    <a:pt x="257" y="39"/>
                    <a:pt x="257" y="39"/>
                    <a:pt x="257" y="38"/>
                  </a:cubicBezTo>
                  <a:cubicBezTo>
                    <a:pt x="257" y="37"/>
                    <a:pt x="256" y="36"/>
                    <a:pt x="256" y="35"/>
                  </a:cubicBezTo>
                  <a:cubicBezTo>
                    <a:pt x="256" y="34"/>
                    <a:pt x="257" y="34"/>
                    <a:pt x="258" y="33"/>
                  </a:cubicBezTo>
                  <a:cubicBezTo>
                    <a:pt x="259" y="32"/>
                    <a:pt x="260" y="31"/>
                    <a:pt x="260" y="30"/>
                  </a:cubicBezTo>
                  <a:cubicBezTo>
                    <a:pt x="261" y="29"/>
                    <a:pt x="262" y="27"/>
                    <a:pt x="262" y="26"/>
                  </a:cubicBezTo>
                  <a:cubicBezTo>
                    <a:pt x="262" y="24"/>
                    <a:pt x="261" y="24"/>
                    <a:pt x="261" y="23"/>
                  </a:cubicBezTo>
                  <a:cubicBezTo>
                    <a:pt x="260" y="22"/>
                    <a:pt x="260" y="21"/>
                    <a:pt x="260" y="20"/>
                  </a:cubicBezTo>
                  <a:cubicBezTo>
                    <a:pt x="260" y="18"/>
                    <a:pt x="260" y="17"/>
                    <a:pt x="260" y="16"/>
                  </a:cubicBezTo>
                  <a:cubicBezTo>
                    <a:pt x="260" y="12"/>
                    <a:pt x="260" y="12"/>
                    <a:pt x="260" y="12"/>
                  </a:cubicBezTo>
                  <a:cubicBezTo>
                    <a:pt x="260" y="12"/>
                    <a:pt x="261" y="13"/>
                    <a:pt x="261" y="13"/>
                  </a:cubicBezTo>
                  <a:cubicBezTo>
                    <a:pt x="261" y="13"/>
                    <a:pt x="262" y="13"/>
                    <a:pt x="262" y="13"/>
                  </a:cubicBezTo>
                  <a:cubicBezTo>
                    <a:pt x="263" y="14"/>
                    <a:pt x="263" y="15"/>
                    <a:pt x="264" y="16"/>
                  </a:cubicBezTo>
                  <a:cubicBezTo>
                    <a:pt x="265" y="18"/>
                    <a:pt x="266" y="19"/>
                    <a:pt x="268" y="19"/>
                  </a:cubicBezTo>
                  <a:cubicBezTo>
                    <a:pt x="270" y="19"/>
                    <a:pt x="270" y="18"/>
                    <a:pt x="271" y="17"/>
                  </a:cubicBezTo>
                  <a:cubicBezTo>
                    <a:pt x="272" y="17"/>
                    <a:pt x="272" y="17"/>
                    <a:pt x="272" y="17"/>
                  </a:cubicBezTo>
                  <a:cubicBezTo>
                    <a:pt x="273" y="17"/>
                    <a:pt x="273" y="18"/>
                    <a:pt x="273" y="18"/>
                  </a:cubicBezTo>
                  <a:cubicBezTo>
                    <a:pt x="274" y="18"/>
                    <a:pt x="275" y="18"/>
                    <a:pt x="276" y="18"/>
                  </a:cubicBezTo>
                  <a:cubicBezTo>
                    <a:pt x="277" y="18"/>
                    <a:pt x="278" y="17"/>
                    <a:pt x="279" y="17"/>
                  </a:cubicBezTo>
                  <a:cubicBezTo>
                    <a:pt x="281" y="16"/>
                    <a:pt x="281" y="16"/>
                    <a:pt x="282" y="15"/>
                  </a:cubicBezTo>
                  <a:cubicBezTo>
                    <a:pt x="285" y="13"/>
                    <a:pt x="285" y="11"/>
                    <a:pt x="286" y="8"/>
                  </a:cubicBezTo>
                  <a:cubicBezTo>
                    <a:pt x="286" y="7"/>
                    <a:pt x="287" y="6"/>
                    <a:pt x="287" y="5"/>
                  </a:cubicBezTo>
                  <a:cubicBezTo>
                    <a:pt x="288" y="4"/>
                    <a:pt x="288" y="2"/>
                    <a:pt x="289" y="2"/>
                  </a:cubicBezTo>
                  <a:cubicBezTo>
                    <a:pt x="290" y="1"/>
                    <a:pt x="291" y="1"/>
                    <a:pt x="292" y="1"/>
                  </a:cubicBezTo>
                  <a:cubicBezTo>
                    <a:pt x="293" y="1"/>
                    <a:pt x="295" y="0"/>
                    <a:pt x="295" y="1"/>
                  </a:cubicBezTo>
                  <a:cubicBezTo>
                    <a:pt x="296" y="2"/>
                    <a:pt x="296" y="4"/>
                    <a:pt x="297" y="5"/>
                  </a:cubicBezTo>
                  <a:cubicBezTo>
                    <a:pt x="298" y="6"/>
                    <a:pt x="298" y="7"/>
                    <a:pt x="299" y="7"/>
                  </a:cubicBezTo>
                  <a:cubicBezTo>
                    <a:pt x="302" y="9"/>
                    <a:pt x="302" y="11"/>
                    <a:pt x="302" y="13"/>
                  </a:cubicBezTo>
                  <a:cubicBezTo>
                    <a:pt x="303" y="15"/>
                    <a:pt x="303" y="15"/>
                    <a:pt x="304" y="16"/>
                  </a:cubicBezTo>
                  <a:cubicBezTo>
                    <a:pt x="305" y="18"/>
                    <a:pt x="305" y="19"/>
                    <a:pt x="307" y="20"/>
                  </a:cubicBezTo>
                  <a:cubicBezTo>
                    <a:pt x="308" y="20"/>
                    <a:pt x="309" y="21"/>
                    <a:pt x="310" y="22"/>
                  </a:cubicBezTo>
                  <a:cubicBezTo>
                    <a:pt x="311" y="22"/>
                    <a:pt x="312" y="23"/>
                    <a:pt x="313" y="24"/>
                  </a:cubicBezTo>
                  <a:cubicBezTo>
                    <a:pt x="314" y="25"/>
                    <a:pt x="315" y="26"/>
                    <a:pt x="316" y="27"/>
                  </a:cubicBezTo>
                  <a:cubicBezTo>
                    <a:pt x="317" y="28"/>
                    <a:pt x="318" y="29"/>
                    <a:pt x="319" y="29"/>
                  </a:cubicBezTo>
                  <a:cubicBezTo>
                    <a:pt x="321" y="31"/>
                    <a:pt x="322" y="33"/>
                    <a:pt x="324" y="35"/>
                  </a:cubicBezTo>
                  <a:cubicBezTo>
                    <a:pt x="326" y="37"/>
                    <a:pt x="326" y="39"/>
                    <a:pt x="328" y="41"/>
                  </a:cubicBezTo>
                  <a:cubicBezTo>
                    <a:pt x="329" y="44"/>
                    <a:pt x="331" y="45"/>
                    <a:pt x="332" y="47"/>
                  </a:cubicBezTo>
                  <a:cubicBezTo>
                    <a:pt x="334" y="49"/>
                    <a:pt x="334" y="51"/>
                    <a:pt x="336" y="52"/>
                  </a:cubicBezTo>
                  <a:cubicBezTo>
                    <a:pt x="336" y="53"/>
                    <a:pt x="337" y="53"/>
                    <a:pt x="338" y="54"/>
                  </a:cubicBezTo>
                  <a:cubicBezTo>
                    <a:pt x="340" y="56"/>
                    <a:pt x="341" y="57"/>
                    <a:pt x="343" y="60"/>
                  </a:cubicBezTo>
                  <a:cubicBezTo>
                    <a:pt x="344" y="61"/>
                    <a:pt x="345" y="62"/>
                    <a:pt x="346" y="63"/>
                  </a:cubicBezTo>
                  <a:cubicBezTo>
                    <a:pt x="347" y="64"/>
                    <a:pt x="347" y="65"/>
                    <a:pt x="348" y="66"/>
                  </a:cubicBezTo>
                  <a:cubicBezTo>
                    <a:pt x="350" y="68"/>
                    <a:pt x="351" y="70"/>
                    <a:pt x="353" y="72"/>
                  </a:cubicBezTo>
                  <a:cubicBezTo>
                    <a:pt x="354" y="73"/>
                    <a:pt x="355" y="74"/>
                    <a:pt x="356" y="76"/>
                  </a:cubicBezTo>
                  <a:cubicBezTo>
                    <a:pt x="358" y="77"/>
                    <a:pt x="359" y="78"/>
                    <a:pt x="360" y="81"/>
                  </a:cubicBezTo>
                  <a:cubicBezTo>
                    <a:pt x="360" y="81"/>
                    <a:pt x="360" y="82"/>
                    <a:pt x="360" y="83"/>
                  </a:cubicBezTo>
                  <a:cubicBezTo>
                    <a:pt x="361" y="84"/>
                    <a:pt x="361" y="84"/>
                    <a:pt x="362" y="85"/>
                  </a:cubicBezTo>
                  <a:cubicBezTo>
                    <a:pt x="363" y="87"/>
                    <a:pt x="363" y="88"/>
                    <a:pt x="364" y="89"/>
                  </a:cubicBezTo>
                  <a:cubicBezTo>
                    <a:pt x="365" y="93"/>
                    <a:pt x="365" y="95"/>
                    <a:pt x="367" y="98"/>
                  </a:cubicBezTo>
                  <a:cubicBezTo>
                    <a:pt x="368" y="99"/>
                    <a:pt x="369" y="99"/>
                    <a:pt x="370" y="101"/>
                  </a:cubicBezTo>
                  <a:cubicBezTo>
                    <a:pt x="372" y="103"/>
                    <a:pt x="373" y="104"/>
                    <a:pt x="374" y="107"/>
                  </a:cubicBezTo>
                  <a:cubicBezTo>
                    <a:pt x="375" y="108"/>
                    <a:pt x="375" y="108"/>
                    <a:pt x="375" y="109"/>
                  </a:cubicBezTo>
                  <a:cubicBezTo>
                    <a:pt x="376" y="110"/>
                    <a:pt x="376" y="110"/>
                    <a:pt x="377" y="111"/>
                  </a:cubicBezTo>
                  <a:cubicBezTo>
                    <a:pt x="377" y="111"/>
                    <a:pt x="378" y="112"/>
                    <a:pt x="378" y="113"/>
                  </a:cubicBezTo>
                  <a:cubicBezTo>
                    <a:pt x="380" y="116"/>
                    <a:pt x="381" y="117"/>
                    <a:pt x="383" y="120"/>
                  </a:cubicBezTo>
                  <a:cubicBezTo>
                    <a:pt x="384" y="121"/>
                    <a:pt x="384" y="122"/>
                    <a:pt x="385" y="123"/>
                  </a:cubicBezTo>
                  <a:cubicBezTo>
                    <a:pt x="386" y="123"/>
                    <a:pt x="386" y="124"/>
                    <a:pt x="387" y="125"/>
                  </a:cubicBezTo>
                  <a:cubicBezTo>
                    <a:pt x="389" y="127"/>
                    <a:pt x="389" y="128"/>
                    <a:pt x="391" y="129"/>
                  </a:cubicBezTo>
                  <a:cubicBezTo>
                    <a:pt x="393" y="132"/>
                    <a:pt x="394" y="133"/>
                    <a:pt x="396" y="135"/>
                  </a:cubicBezTo>
                  <a:cubicBezTo>
                    <a:pt x="397" y="136"/>
                    <a:pt x="398" y="137"/>
                    <a:pt x="400" y="138"/>
                  </a:cubicBezTo>
                  <a:cubicBezTo>
                    <a:pt x="400" y="138"/>
                    <a:pt x="400" y="139"/>
                    <a:pt x="401" y="139"/>
                  </a:cubicBezTo>
                  <a:cubicBezTo>
                    <a:pt x="402" y="140"/>
                    <a:pt x="403" y="141"/>
                    <a:pt x="404" y="142"/>
                  </a:cubicBezTo>
                  <a:cubicBezTo>
                    <a:pt x="404" y="143"/>
                    <a:pt x="404" y="144"/>
                    <a:pt x="405" y="144"/>
                  </a:cubicBezTo>
                  <a:cubicBezTo>
                    <a:pt x="406" y="145"/>
                    <a:pt x="407" y="146"/>
                    <a:pt x="408" y="147"/>
                  </a:cubicBezTo>
                  <a:cubicBezTo>
                    <a:pt x="409" y="149"/>
                    <a:pt x="409" y="150"/>
                    <a:pt x="411" y="152"/>
                  </a:cubicBezTo>
                  <a:cubicBezTo>
                    <a:pt x="411" y="153"/>
                    <a:pt x="412" y="153"/>
                    <a:pt x="413" y="154"/>
                  </a:cubicBezTo>
                  <a:cubicBezTo>
                    <a:pt x="415" y="155"/>
                    <a:pt x="416" y="156"/>
                    <a:pt x="417" y="157"/>
                  </a:cubicBezTo>
                  <a:cubicBezTo>
                    <a:pt x="418" y="158"/>
                    <a:pt x="418" y="158"/>
                    <a:pt x="419" y="159"/>
                  </a:cubicBezTo>
                  <a:cubicBezTo>
                    <a:pt x="422" y="161"/>
                    <a:pt x="423" y="162"/>
                    <a:pt x="426" y="164"/>
                  </a:cubicBezTo>
                  <a:cubicBezTo>
                    <a:pt x="427" y="165"/>
                    <a:pt x="427" y="165"/>
                    <a:pt x="428" y="165"/>
                  </a:cubicBezTo>
                  <a:cubicBezTo>
                    <a:pt x="429" y="166"/>
                    <a:pt x="430" y="166"/>
                    <a:pt x="431" y="167"/>
                  </a:cubicBezTo>
                  <a:cubicBezTo>
                    <a:pt x="433" y="168"/>
                    <a:pt x="434" y="169"/>
                    <a:pt x="435" y="170"/>
                  </a:cubicBezTo>
                  <a:cubicBezTo>
                    <a:pt x="436" y="171"/>
                    <a:pt x="437" y="171"/>
                    <a:pt x="438" y="172"/>
                  </a:cubicBezTo>
                  <a:cubicBezTo>
                    <a:pt x="439" y="173"/>
                    <a:pt x="439" y="173"/>
                    <a:pt x="440" y="173"/>
                  </a:cubicBezTo>
                  <a:cubicBezTo>
                    <a:pt x="440" y="174"/>
                    <a:pt x="440" y="174"/>
                    <a:pt x="441" y="175"/>
                  </a:cubicBezTo>
                  <a:cubicBezTo>
                    <a:pt x="442" y="176"/>
                    <a:pt x="443" y="177"/>
                    <a:pt x="444" y="178"/>
                  </a:cubicBezTo>
                  <a:cubicBezTo>
                    <a:pt x="446" y="179"/>
                    <a:pt x="447" y="180"/>
                    <a:pt x="448" y="181"/>
                  </a:cubicBezTo>
                  <a:cubicBezTo>
                    <a:pt x="449" y="182"/>
                    <a:pt x="450" y="182"/>
                    <a:pt x="451" y="183"/>
                  </a:cubicBezTo>
                  <a:cubicBezTo>
                    <a:pt x="452" y="183"/>
                    <a:pt x="453" y="183"/>
                    <a:pt x="454" y="184"/>
                  </a:cubicBezTo>
                  <a:cubicBezTo>
                    <a:pt x="455" y="186"/>
                    <a:pt x="455" y="187"/>
                    <a:pt x="456" y="188"/>
                  </a:cubicBezTo>
                  <a:cubicBezTo>
                    <a:pt x="456" y="189"/>
                    <a:pt x="457" y="190"/>
                    <a:pt x="457" y="191"/>
                  </a:cubicBezTo>
                  <a:cubicBezTo>
                    <a:pt x="458" y="192"/>
                    <a:pt x="459" y="193"/>
                    <a:pt x="460" y="194"/>
                  </a:cubicBezTo>
                  <a:cubicBezTo>
                    <a:pt x="461" y="195"/>
                    <a:pt x="463" y="195"/>
                    <a:pt x="464" y="196"/>
                  </a:cubicBezTo>
                  <a:cubicBezTo>
                    <a:pt x="465" y="197"/>
                    <a:pt x="466" y="197"/>
                    <a:pt x="467" y="197"/>
                  </a:cubicBezTo>
                  <a:cubicBezTo>
                    <a:pt x="469" y="198"/>
                    <a:pt x="469" y="198"/>
                    <a:pt x="471" y="199"/>
                  </a:cubicBezTo>
                  <a:cubicBezTo>
                    <a:pt x="474" y="201"/>
                    <a:pt x="476" y="203"/>
                    <a:pt x="480" y="204"/>
                  </a:cubicBezTo>
                  <a:cubicBezTo>
                    <a:pt x="482" y="206"/>
                    <a:pt x="485" y="207"/>
                    <a:pt x="488" y="208"/>
                  </a:cubicBezTo>
                  <a:cubicBezTo>
                    <a:pt x="489" y="209"/>
                    <a:pt x="490" y="209"/>
                    <a:pt x="491" y="210"/>
                  </a:cubicBezTo>
                  <a:cubicBezTo>
                    <a:pt x="493" y="210"/>
                    <a:pt x="494" y="210"/>
                    <a:pt x="495" y="210"/>
                  </a:cubicBezTo>
                  <a:cubicBezTo>
                    <a:pt x="498" y="211"/>
                    <a:pt x="500" y="213"/>
                    <a:pt x="502" y="214"/>
                  </a:cubicBezTo>
                  <a:cubicBezTo>
                    <a:pt x="500" y="214"/>
                    <a:pt x="499" y="213"/>
                    <a:pt x="497" y="213"/>
                  </a:cubicBezTo>
                  <a:cubicBezTo>
                    <a:pt x="496" y="212"/>
                    <a:pt x="494" y="212"/>
                    <a:pt x="493" y="212"/>
                  </a:cubicBezTo>
                  <a:cubicBezTo>
                    <a:pt x="492" y="212"/>
                    <a:pt x="491" y="211"/>
                    <a:pt x="490" y="211"/>
                  </a:cubicBezTo>
                  <a:cubicBezTo>
                    <a:pt x="490" y="211"/>
                    <a:pt x="489" y="211"/>
                    <a:pt x="489" y="211"/>
                  </a:cubicBezTo>
                  <a:cubicBezTo>
                    <a:pt x="489" y="212"/>
                    <a:pt x="489" y="213"/>
                    <a:pt x="489" y="214"/>
                  </a:cubicBezTo>
                  <a:cubicBezTo>
                    <a:pt x="490" y="216"/>
                    <a:pt x="492" y="218"/>
                    <a:pt x="493" y="219"/>
                  </a:cubicBezTo>
                  <a:cubicBezTo>
                    <a:pt x="494" y="220"/>
                    <a:pt x="495" y="221"/>
                    <a:pt x="495" y="222"/>
                  </a:cubicBezTo>
                  <a:cubicBezTo>
                    <a:pt x="498" y="224"/>
                    <a:pt x="500" y="225"/>
                    <a:pt x="504" y="225"/>
                  </a:cubicBezTo>
                  <a:cubicBezTo>
                    <a:pt x="506" y="225"/>
                    <a:pt x="506" y="224"/>
                    <a:pt x="508" y="224"/>
                  </a:cubicBezTo>
                  <a:cubicBezTo>
                    <a:pt x="509" y="224"/>
                    <a:pt x="509" y="225"/>
                    <a:pt x="510" y="225"/>
                  </a:cubicBezTo>
                  <a:cubicBezTo>
                    <a:pt x="512" y="225"/>
                    <a:pt x="512" y="225"/>
                    <a:pt x="514" y="226"/>
                  </a:cubicBezTo>
                  <a:cubicBezTo>
                    <a:pt x="515" y="226"/>
                    <a:pt x="515" y="226"/>
                    <a:pt x="516" y="226"/>
                  </a:cubicBezTo>
                  <a:cubicBezTo>
                    <a:pt x="519" y="226"/>
                    <a:pt x="521" y="225"/>
                    <a:pt x="521" y="223"/>
                  </a:cubicBezTo>
                  <a:cubicBezTo>
                    <a:pt x="521" y="221"/>
                    <a:pt x="520" y="221"/>
                    <a:pt x="518" y="220"/>
                  </a:cubicBezTo>
                  <a:cubicBezTo>
                    <a:pt x="516" y="219"/>
                    <a:pt x="515" y="218"/>
                    <a:pt x="512" y="217"/>
                  </a:cubicBezTo>
                  <a:cubicBezTo>
                    <a:pt x="510" y="216"/>
                    <a:pt x="508" y="217"/>
                    <a:pt x="506" y="215"/>
                  </a:cubicBezTo>
                  <a:cubicBezTo>
                    <a:pt x="505" y="215"/>
                    <a:pt x="504" y="214"/>
                    <a:pt x="503" y="213"/>
                  </a:cubicBezTo>
                  <a:cubicBezTo>
                    <a:pt x="508" y="214"/>
                    <a:pt x="511" y="215"/>
                    <a:pt x="516" y="217"/>
                  </a:cubicBezTo>
                  <a:cubicBezTo>
                    <a:pt x="518" y="218"/>
                    <a:pt x="520" y="219"/>
                    <a:pt x="522" y="220"/>
                  </a:cubicBezTo>
                  <a:cubicBezTo>
                    <a:pt x="528" y="221"/>
                    <a:pt x="532" y="221"/>
                    <a:pt x="537" y="223"/>
                  </a:cubicBezTo>
                  <a:cubicBezTo>
                    <a:pt x="540" y="223"/>
                    <a:pt x="541" y="223"/>
                    <a:pt x="544" y="225"/>
                  </a:cubicBezTo>
                  <a:cubicBezTo>
                    <a:pt x="544" y="225"/>
                    <a:pt x="543" y="226"/>
                    <a:pt x="544" y="226"/>
                  </a:cubicBezTo>
                  <a:cubicBezTo>
                    <a:pt x="541" y="226"/>
                    <a:pt x="540" y="227"/>
                    <a:pt x="539" y="228"/>
                  </a:cubicBezTo>
                  <a:cubicBezTo>
                    <a:pt x="537" y="229"/>
                    <a:pt x="535" y="230"/>
                    <a:pt x="535" y="232"/>
                  </a:cubicBezTo>
                  <a:cubicBezTo>
                    <a:pt x="535" y="234"/>
                    <a:pt x="536" y="235"/>
                    <a:pt x="537" y="237"/>
                  </a:cubicBezTo>
                  <a:cubicBezTo>
                    <a:pt x="537" y="238"/>
                    <a:pt x="537" y="239"/>
                    <a:pt x="538" y="239"/>
                  </a:cubicBezTo>
                  <a:cubicBezTo>
                    <a:pt x="539" y="239"/>
                    <a:pt x="540" y="239"/>
                    <a:pt x="541" y="238"/>
                  </a:cubicBezTo>
                  <a:cubicBezTo>
                    <a:pt x="542" y="238"/>
                    <a:pt x="544" y="237"/>
                    <a:pt x="544" y="236"/>
                  </a:cubicBezTo>
                  <a:cubicBezTo>
                    <a:pt x="546" y="234"/>
                    <a:pt x="546" y="232"/>
                    <a:pt x="546" y="230"/>
                  </a:cubicBezTo>
                  <a:cubicBezTo>
                    <a:pt x="546" y="228"/>
                    <a:pt x="547" y="227"/>
                    <a:pt x="547" y="225"/>
                  </a:cubicBezTo>
                  <a:cubicBezTo>
                    <a:pt x="549" y="225"/>
                    <a:pt x="550" y="224"/>
                    <a:pt x="553" y="225"/>
                  </a:cubicBezTo>
                  <a:cubicBezTo>
                    <a:pt x="553" y="228"/>
                    <a:pt x="555" y="229"/>
                    <a:pt x="555" y="232"/>
                  </a:cubicBezTo>
                  <a:cubicBezTo>
                    <a:pt x="555" y="233"/>
                    <a:pt x="555" y="233"/>
                    <a:pt x="555" y="233"/>
                  </a:cubicBezTo>
                  <a:cubicBezTo>
                    <a:pt x="555" y="235"/>
                    <a:pt x="556" y="236"/>
                    <a:pt x="556" y="237"/>
                  </a:cubicBezTo>
                  <a:cubicBezTo>
                    <a:pt x="557" y="239"/>
                    <a:pt x="557" y="240"/>
                    <a:pt x="558" y="242"/>
                  </a:cubicBezTo>
                  <a:cubicBezTo>
                    <a:pt x="560" y="245"/>
                    <a:pt x="563" y="247"/>
                    <a:pt x="566" y="248"/>
                  </a:cubicBezTo>
                  <a:cubicBezTo>
                    <a:pt x="568" y="249"/>
                    <a:pt x="569" y="249"/>
                    <a:pt x="570" y="250"/>
                  </a:cubicBezTo>
                  <a:cubicBezTo>
                    <a:pt x="575" y="251"/>
                    <a:pt x="578" y="251"/>
                    <a:pt x="582" y="252"/>
                  </a:cubicBezTo>
                  <a:cubicBezTo>
                    <a:pt x="585" y="252"/>
                    <a:pt x="586" y="253"/>
                    <a:pt x="589" y="253"/>
                  </a:cubicBezTo>
                  <a:cubicBezTo>
                    <a:pt x="596" y="253"/>
                    <a:pt x="596" y="253"/>
                    <a:pt x="596" y="253"/>
                  </a:cubicBezTo>
                  <a:cubicBezTo>
                    <a:pt x="600" y="253"/>
                    <a:pt x="603" y="252"/>
                    <a:pt x="607" y="252"/>
                  </a:cubicBezTo>
                  <a:cubicBezTo>
                    <a:pt x="610" y="252"/>
                    <a:pt x="611" y="252"/>
                    <a:pt x="614" y="251"/>
                  </a:cubicBezTo>
                  <a:cubicBezTo>
                    <a:pt x="616" y="250"/>
                    <a:pt x="617" y="249"/>
                    <a:pt x="619" y="248"/>
                  </a:cubicBezTo>
                  <a:cubicBezTo>
                    <a:pt x="623" y="245"/>
                    <a:pt x="625" y="244"/>
                    <a:pt x="628" y="240"/>
                  </a:cubicBezTo>
                  <a:cubicBezTo>
                    <a:pt x="629" y="239"/>
                    <a:pt x="630" y="238"/>
                    <a:pt x="631" y="236"/>
                  </a:cubicBezTo>
                  <a:cubicBezTo>
                    <a:pt x="631" y="235"/>
                    <a:pt x="632" y="235"/>
                    <a:pt x="633" y="234"/>
                  </a:cubicBezTo>
                  <a:cubicBezTo>
                    <a:pt x="634" y="231"/>
                    <a:pt x="635" y="229"/>
                    <a:pt x="637" y="227"/>
                  </a:cubicBezTo>
                  <a:cubicBezTo>
                    <a:pt x="640" y="224"/>
                    <a:pt x="643" y="223"/>
                    <a:pt x="646" y="220"/>
                  </a:cubicBezTo>
                  <a:cubicBezTo>
                    <a:pt x="649" y="218"/>
                    <a:pt x="650" y="217"/>
                    <a:pt x="653" y="214"/>
                  </a:cubicBezTo>
                  <a:cubicBezTo>
                    <a:pt x="656" y="212"/>
                    <a:pt x="657" y="211"/>
                    <a:pt x="659" y="210"/>
                  </a:cubicBezTo>
                  <a:cubicBezTo>
                    <a:pt x="663" y="207"/>
                    <a:pt x="663" y="203"/>
                    <a:pt x="665" y="199"/>
                  </a:cubicBezTo>
                  <a:cubicBezTo>
                    <a:pt x="667" y="194"/>
                    <a:pt x="671" y="192"/>
                    <a:pt x="674" y="187"/>
                  </a:cubicBezTo>
                  <a:cubicBezTo>
                    <a:pt x="674" y="188"/>
                    <a:pt x="675" y="187"/>
                    <a:pt x="675" y="188"/>
                  </a:cubicBezTo>
                  <a:cubicBezTo>
                    <a:pt x="676" y="189"/>
                    <a:pt x="675" y="191"/>
                    <a:pt x="676" y="193"/>
                  </a:cubicBezTo>
                  <a:cubicBezTo>
                    <a:pt x="676" y="194"/>
                    <a:pt x="677" y="195"/>
                    <a:pt x="677" y="196"/>
                  </a:cubicBezTo>
                  <a:cubicBezTo>
                    <a:pt x="677" y="203"/>
                    <a:pt x="677" y="203"/>
                    <a:pt x="677" y="203"/>
                  </a:cubicBezTo>
                  <a:cubicBezTo>
                    <a:pt x="677" y="203"/>
                    <a:pt x="676" y="203"/>
                    <a:pt x="676" y="204"/>
                  </a:cubicBezTo>
                  <a:cubicBezTo>
                    <a:pt x="676" y="207"/>
                    <a:pt x="675" y="209"/>
                    <a:pt x="673" y="212"/>
                  </a:cubicBezTo>
                  <a:cubicBezTo>
                    <a:pt x="672" y="214"/>
                    <a:pt x="672" y="215"/>
                    <a:pt x="671" y="216"/>
                  </a:cubicBezTo>
                  <a:cubicBezTo>
                    <a:pt x="670" y="217"/>
                    <a:pt x="669" y="217"/>
                    <a:pt x="668" y="218"/>
                  </a:cubicBezTo>
                  <a:cubicBezTo>
                    <a:pt x="665" y="221"/>
                    <a:pt x="666" y="225"/>
                    <a:pt x="665" y="229"/>
                  </a:cubicBezTo>
                  <a:cubicBezTo>
                    <a:pt x="665" y="231"/>
                    <a:pt x="664" y="231"/>
                    <a:pt x="663" y="233"/>
                  </a:cubicBezTo>
                  <a:cubicBezTo>
                    <a:pt x="662" y="236"/>
                    <a:pt x="660" y="237"/>
                    <a:pt x="658" y="240"/>
                  </a:cubicBezTo>
                  <a:cubicBezTo>
                    <a:pt x="657" y="241"/>
                    <a:pt x="657" y="242"/>
                    <a:pt x="657" y="244"/>
                  </a:cubicBezTo>
                  <a:cubicBezTo>
                    <a:pt x="654" y="249"/>
                    <a:pt x="651" y="251"/>
                    <a:pt x="649" y="256"/>
                  </a:cubicBezTo>
                  <a:cubicBezTo>
                    <a:pt x="648" y="258"/>
                    <a:pt x="648" y="260"/>
                    <a:pt x="648" y="262"/>
                  </a:cubicBezTo>
                  <a:cubicBezTo>
                    <a:pt x="648" y="265"/>
                    <a:pt x="648" y="266"/>
                    <a:pt x="647" y="268"/>
                  </a:cubicBezTo>
                  <a:cubicBezTo>
                    <a:pt x="646" y="270"/>
                    <a:pt x="645" y="270"/>
                    <a:pt x="645" y="272"/>
                  </a:cubicBezTo>
                  <a:cubicBezTo>
                    <a:pt x="645" y="276"/>
                    <a:pt x="646" y="279"/>
                    <a:pt x="648" y="283"/>
                  </a:cubicBezTo>
                  <a:cubicBezTo>
                    <a:pt x="648" y="285"/>
                    <a:pt x="649" y="286"/>
                    <a:pt x="649" y="288"/>
                  </a:cubicBezTo>
                  <a:cubicBezTo>
                    <a:pt x="651" y="290"/>
                    <a:pt x="651" y="292"/>
                    <a:pt x="653" y="294"/>
                  </a:cubicBezTo>
                  <a:cubicBezTo>
                    <a:pt x="654" y="296"/>
                    <a:pt x="656" y="296"/>
                    <a:pt x="658" y="297"/>
                  </a:cubicBezTo>
                  <a:cubicBezTo>
                    <a:pt x="660" y="298"/>
                    <a:pt x="660" y="300"/>
                    <a:pt x="661" y="302"/>
                  </a:cubicBezTo>
                  <a:cubicBezTo>
                    <a:pt x="661" y="305"/>
                    <a:pt x="662" y="306"/>
                    <a:pt x="662" y="308"/>
                  </a:cubicBezTo>
                  <a:cubicBezTo>
                    <a:pt x="663" y="310"/>
                    <a:pt x="663" y="312"/>
                    <a:pt x="663" y="313"/>
                  </a:cubicBezTo>
                  <a:cubicBezTo>
                    <a:pt x="665" y="317"/>
                    <a:pt x="666" y="319"/>
                    <a:pt x="666" y="322"/>
                  </a:cubicBezTo>
                  <a:cubicBezTo>
                    <a:pt x="667" y="326"/>
                    <a:pt x="667" y="329"/>
                    <a:pt x="668" y="333"/>
                  </a:cubicBezTo>
                  <a:close/>
                  <a:moveTo>
                    <a:pt x="192" y="11"/>
                  </a:moveTo>
                  <a:cubicBezTo>
                    <a:pt x="192" y="12"/>
                    <a:pt x="191" y="13"/>
                    <a:pt x="190" y="13"/>
                  </a:cubicBezTo>
                  <a:cubicBezTo>
                    <a:pt x="189" y="14"/>
                    <a:pt x="188" y="13"/>
                    <a:pt x="187" y="13"/>
                  </a:cubicBezTo>
                  <a:cubicBezTo>
                    <a:pt x="187" y="15"/>
                    <a:pt x="187" y="15"/>
                    <a:pt x="187" y="17"/>
                  </a:cubicBezTo>
                  <a:cubicBezTo>
                    <a:pt x="187" y="19"/>
                    <a:pt x="187" y="20"/>
                    <a:pt x="187" y="23"/>
                  </a:cubicBezTo>
                  <a:cubicBezTo>
                    <a:pt x="187" y="24"/>
                    <a:pt x="187" y="25"/>
                    <a:pt x="188" y="26"/>
                  </a:cubicBezTo>
                  <a:cubicBezTo>
                    <a:pt x="188" y="27"/>
                    <a:pt x="189" y="28"/>
                    <a:pt x="189" y="30"/>
                  </a:cubicBezTo>
                  <a:cubicBezTo>
                    <a:pt x="190" y="30"/>
                    <a:pt x="190" y="30"/>
                    <a:pt x="190" y="31"/>
                  </a:cubicBezTo>
                  <a:cubicBezTo>
                    <a:pt x="191" y="32"/>
                    <a:pt x="190" y="33"/>
                    <a:pt x="190" y="34"/>
                  </a:cubicBezTo>
                  <a:cubicBezTo>
                    <a:pt x="190" y="35"/>
                    <a:pt x="191" y="36"/>
                    <a:pt x="191" y="37"/>
                  </a:cubicBezTo>
                  <a:cubicBezTo>
                    <a:pt x="190" y="37"/>
                    <a:pt x="190" y="38"/>
                    <a:pt x="190" y="38"/>
                  </a:cubicBezTo>
                  <a:cubicBezTo>
                    <a:pt x="190" y="39"/>
                    <a:pt x="191" y="39"/>
                    <a:pt x="192" y="39"/>
                  </a:cubicBezTo>
                  <a:cubicBezTo>
                    <a:pt x="192" y="39"/>
                    <a:pt x="193" y="39"/>
                    <a:pt x="193" y="38"/>
                  </a:cubicBezTo>
                  <a:cubicBezTo>
                    <a:pt x="193" y="38"/>
                    <a:pt x="193" y="38"/>
                    <a:pt x="193" y="37"/>
                  </a:cubicBezTo>
                  <a:cubicBezTo>
                    <a:pt x="193" y="36"/>
                    <a:pt x="193" y="36"/>
                    <a:pt x="193" y="34"/>
                  </a:cubicBezTo>
                  <a:cubicBezTo>
                    <a:pt x="194" y="32"/>
                    <a:pt x="194" y="30"/>
                    <a:pt x="194" y="27"/>
                  </a:cubicBezTo>
                  <a:cubicBezTo>
                    <a:pt x="194" y="26"/>
                    <a:pt x="194" y="26"/>
                    <a:pt x="194" y="25"/>
                  </a:cubicBezTo>
                  <a:cubicBezTo>
                    <a:pt x="194" y="18"/>
                    <a:pt x="194" y="18"/>
                    <a:pt x="194" y="18"/>
                  </a:cubicBezTo>
                  <a:cubicBezTo>
                    <a:pt x="194" y="16"/>
                    <a:pt x="195" y="15"/>
                    <a:pt x="194" y="13"/>
                  </a:cubicBezTo>
                  <a:cubicBezTo>
                    <a:pt x="194" y="12"/>
                    <a:pt x="193" y="11"/>
                    <a:pt x="192" y="11"/>
                  </a:cubicBezTo>
                  <a:close/>
                  <a:moveTo>
                    <a:pt x="209" y="42"/>
                  </a:moveTo>
                  <a:cubicBezTo>
                    <a:pt x="208" y="43"/>
                    <a:pt x="208" y="44"/>
                    <a:pt x="207" y="45"/>
                  </a:cubicBezTo>
                  <a:cubicBezTo>
                    <a:pt x="206" y="46"/>
                    <a:pt x="205" y="46"/>
                    <a:pt x="204" y="48"/>
                  </a:cubicBezTo>
                  <a:cubicBezTo>
                    <a:pt x="203" y="49"/>
                    <a:pt x="203" y="50"/>
                    <a:pt x="203" y="51"/>
                  </a:cubicBezTo>
                  <a:cubicBezTo>
                    <a:pt x="203" y="53"/>
                    <a:pt x="203" y="55"/>
                    <a:pt x="204" y="56"/>
                  </a:cubicBezTo>
                  <a:cubicBezTo>
                    <a:pt x="204" y="58"/>
                    <a:pt x="205" y="58"/>
                    <a:pt x="206" y="59"/>
                  </a:cubicBezTo>
                  <a:cubicBezTo>
                    <a:pt x="206" y="60"/>
                    <a:pt x="206" y="60"/>
                    <a:pt x="207" y="61"/>
                  </a:cubicBezTo>
                  <a:cubicBezTo>
                    <a:pt x="208" y="62"/>
                    <a:pt x="209" y="63"/>
                    <a:pt x="211" y="64"/>
                  </a:cubicBezTo>
                  <a:cubicBezTo>
                    <a:pt x="212" y="65"/>
                    <a:pt x="213" y="65"/>
                    <a:pt x="214" y="66"/>
                  </a:cubicBezTo>
                  <a:cubicBezTo>
                    <a:pt x="214" y="67"/>
                    <a:pt x="215" y="68"/>
                    <a:pt x="216" y="68"/>
                  </a:cubicBezTo>
                  <a:cubicBezTo>
                    <a:pt x="216" y="68"/>
                    <a:pt x="216" y="67"/>
                    <a:pt x="216" y="67"/>
                  </a:cubicBezTo>
                  <a:cubicBezTo>
                    <a:pt x="217" y="67"/>
                    <a:pt x="218" y="66"/>
                    <a:pt x="219" y="66"/>
                  </a:cubicBezTo>
                  <a:cubicBezTo>
                    <a:pt x="220" y="65"/>
                    <a:pt x="220" y="65"/>
                    <a:pt x="221" y="64"/>
                  </a:cubicBezTo>
                  <a:cubicBezTo>
                    <a:pt x="221" y="64"/>
                    <a:pt x="222" y="64"/>
                    <a:pt x="222" y="63"/>
                  </a:cubicBezTo>
                  <a:cubicBezTo>
                    <a:pt x="223" y="61"/>
                    <a:pt x="224" y="60"/>
                    <a:pt x="224" y="57"/>
                  </a:cubicBezTo>
                  <a:cubicBezTo>
                    <a:pt x="224" y="56"/>
                    <a:pt x="224" y="56"/>
                    <a:pt x="224" y="55"/>
                  </a:cubicBezTo>
                  <a:cubicBezTo>
                    <a:pt x="223" y="53"/>
                    <a:pt x="223" y="52"/>
                    <a:pt x="223" y="51"/>
                  </a:cubicBezTo>
                  <a:cubicBezTo>
                    <a:pt x="223" y="50"/>
                    <a:pt x="223" y="49"/>
                    <a:pt x="222" y="48"/>
                  </a:cubicBezTo>
                  <a:cubicBezTo>
                    <a:pt x="222" y="47"/>
                    <a:pt x="221" y="47"/>
                    <a:pt x="220" y="47"/>
                  </a:cubicBezTo>
                  <a:cubicBezTo>
                    <a:pt x="218" y="46"/>
                    <a:pt x="216" y="46"/>
                    <a:pt x="214" y="44"/>
                  </a:cubicBezTo>
                  <a:cubicBezTo>
                    <a:pt x="214" y="43"/>
                    <a:pt x="213" y="43"/>
                    <a:pt x="212" y="42"/>
                  </a:cubicBezTo>
                  <a:cubicBezTo>
                    <a:pt x="211" y="42"/>
                    <a:pt x="211" y="41"/>
                    <a:pt x="209" y="41"/>
                  </a:cubicBezTo>
                  <a:cubicBezTo>
                    <a:pt x="208" y="41"/>
                    <a:pt x="208" y="41"/>
                    <a:pt x="208" y="41"/>
                  </a:cubicBezTo>
                  <a:cubicBezTo>
                    <a:pt x="209" y="42"/>
                    <a:pt x="209" y="42"/>
                    <a:pt x="209" y="42"/>
                  </a:cubicBezTo>
                  <a:close/>
                  <a:moveTo>
                    <a:pt x="1" y="620"/>
                  </a:moveTo>
                  <a:cubicBezTo>
                    <a:pt x="1" y="620"/>
                    <a:pt x="1" y="620"/>
                    <a:pt x="0" y="620"/>
                  </a:cubicBezTo>
                  <a:cubicBezTo>
                    <a:pt x="0" y="621"/>
                    <a:pt x="0" y="621"/>
                    <a:pt x="0" y="621"/>
                  </a:cubicBezTo>
                  <a:cubicBezTo>
                    <a:pt x="0" y="623"/>
                    <a:pt x="0" y="623"/>
                    <a:pt x="0" y="624"/>
                  </a:cubicBezTo>
                  <a:cubicBezTo>
                    <a:pt x="1" y="624"/>
                    <a:pt x="1" y="624"/>
                    <a:pt x="1" y="624"/>
                  </a:cubicBezTo>
                  <a:cubicBezTo>
                    <a:pt x="1" y="624"/>
                    <a:pt x="2" y="624"/>
                    <a:pt x="2" y="624"/>
                  </a:cubicBezTo>
                  <a:cubicBezTo>
                    <a:pt x="3" y="624"/>
                    <a:pt x="4" y="623"/>
                    <a:pt x="6" y="623"/>
                  </a:cubicBezTo>
                  <a:cubicBezTo>
                    <a:pt x="6" y="621"/>
                    <a:pt x="6" y="621"/>
                    <a:pt x="6" y="621"/>
                  </a:cubicBezTo>
                  <a:cubicBezTo>
                    <a:pt x="5" y="620"/>
                    <a:pt x="3" y="620"/>
                    <a:pt x="1" y="620"/>
                  </a:cubicBezTo>
                  <a:close/>
                  <a:moveTo>
                    <a:pt x="9" y="523"/>
                  </a:moveTo>
                  <a:cubicBezTo>
                    <a:pt x="9" y="523"/>
                    <a:pt x="10" y="524"/>
                    <a:pt x="10" y="524"/>
                  </a:cubicBezTo>
                  <a:cubicBezTo>
                    <a:pt x="10" y="525"/>
                    <a:pt x="10" y="525"/>
                    <a:pt x="11" y="526"/>
                  </a:cubicBezTo>
                  <a:cubicBezTo>
                    <a:pt x="10" y="530"/>
                    <a:pt x="10" y="530"/>
                    <a:pt x="10" y="530"/>
                  </a:cubicBezTo>
                  <a:cubicBezTo>
                    <a:pt x="10" y="530"/>
                    <a:pt x="10" y="531"/>
                    <a:pt x="10" y="531"/>
                  </a:cubicBezTo>
                  <a:cubicBezTo>
                    <a:pt x="11" y="532"/>
                    <a:pt x="11" y="532"/>
                    <a:pt x="12" y="532"/>
                  </a:cubicBezTo>
                  <a:cubicBezTo>
                    <a:pt x="12" y="533"/>
                    <a:pt x="12" y="533"/>
                    <a:pt x="12" y="533"/>
                  </a:cubicBezTo>
                  <a:cubicBezTo>
                    <a:pt x="12" y="535"/>
                    <a:pt x="12" y="536"/>
                    <a:pt x="13" y="538"/>
                  </a:cubicBezTo>
                  <a:cubicBezTo>
                    <a:pt x="14" y="537"/>
                    <a:pt x="14" y="537"/>
                    <a:pt x="15" y="536"/>
                  </a:cubicBezTo>
                  <a:cubicBezTo>
                    <a:pt x="16" y="536"/>
                    <a:pt x="16" y="535"/>
                    <a:pt x="17" y="535"/>
                  </a:cubicBezTo>
                  <a:cubicBezTo>
                    <a:pt x="18" y="535"/>
                    <a:pt x="19" y="535"/>
                    <a:pt x="19" y="533"/>
                  </a:cubicBezTo>
                  <a:cubicBezTo>
                    <a:pt x="20" y="532"/>
                    <a:pt x="20" y="531"/>
                    <a:pt x="20" y="530"/>
                  </a:cubicBezTo>
                  <a:cubicBezTo>
                    <a:pt x="20" y="528"/>
                    <a:pt x="20" y="527"/>
                    <a:pt x="21" y="525"/>
                  </a:cubicBezTo>
                  <a:cubicBezTo>
                    <a:pt x="21" y="523"/>
                    <a:pt x="20" y="520"/>
                    <a:pt x="22" y="518"/>
                  </a:cubicBezTo>
                  <a:cubicBezTo>
                    <a:pt x="23" y="517"/>
                    <a:pt x="24" y="516"/>
                    <a:pt x="25" y="515"/>
                  </a:cubicBezTo>
                  <a:cubicBezTo>
                    <a:pt x="26" y="514"/>
                    <a:pt x="27" y="514"/>
                    <a:pt x="27" y="513"/>
                  </a:cubicBezTo>
                  <a:cubicBezTo>
                    <a:pt x="27" y="512"/>
                    <a:pt x="26" y="511"/>
                    <a:pt x="25" y="511"/>
                  </a:cubicBezTo>
                  <a:cubicBezTo>
                    <a:pt x="24" y="511"/>
                    <a:pt x="24" y="512"/>
                    <a:pt x="24" y="512"/>
                  </a:cubicBezTo>
                  <a:cubicBezTo>
                    <a:pt x="23" y="513"/>
                    <a:pt x="23" y="513"/>
                    <a:pt x="22" y="514"/>
                  </a:cubicBezTo>
                  <a:cubicBezTo>
                    <a:pt x="20" y="515"/>
                    <a:pt x="18" y="515"/>
                    <a:pt x="16" y="515"/>
                  </a:cubicBezTo>
                  <a:cubicBezTo>
                    <a:pt x="15" y="515"/>
                    <a:pt x="14" y="514"/>
                    <a:pt x="12" y="515"/>
                  </a:cubicBezTo>
                  <a:cubicBezTo>
                    <a:pt x="12" y="516"/>
                    <a:pt x="12" y="516"/>
                    <a:pt x="12" y="517"/>
                  </a:cubicBezTo>
                  <a:cubicBezTo>
                    <a:pt x="11" y="518"/>
                    <a:pt x="11" y="518"/>
                    <a:pt x="11" y="519"/>
                  </a:cubicBezTo>
                  <a:cubicBezTo>
                    <a:pt x="10" y="521"/>
                    <a:pt x="9" y="521"/>
                    <a:pt x="9" y="523"/>
                  </a:cubicBezTo>
                  <a:close/>
                </a:path>
              </a:pathLst>
            </a:custGeom>
            <a:solidFill>
              <a:schemeClr val="bg1">
                <a:lumMod val="85000"/>
              </a:schemeClr>
            </a:solidFill>
            <a:ln w="0"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2" name="Group 279"/>
          <p:cNvGrpSpPr/>
          <p:nvPr/>
        </p:nvGrpSpPr>
        <p:grpSpPr>
          <a:xfrm>
            <a:off x="2778068" y="2475651"/>
            <a:ext cx="230298" cy="230298"/>
            <a:chOff x="846989" y="1401020"/>
            <a:chExt cx="877416" cy="877416"/>
          </a:xfrm>
          <a:effectLst/>
        </p:grpSpPr>
        <p:sp>
          <p:nvSpPr>
            <p:cNvPr id="83" name="Teardrop 82"/>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84" name="Oval 8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85" name="Group 279"/>
          <p:cNvGrpSpPr/>
          <p:nvPr/>
        </p:nvGrpSpPr>
        <p:grpSpPr>
          <a:xfrm>
            <a:off x="2199009" y="4133663"/>
            <a:ext cx="230298" cy="230298"/>
            <a:chOff x="846989" y="1401020"/>
            <a:chExt cx="877416" cy="877416"/>
          </a:xfrm>
          <a:effectLst/>
        </p:grpSpPr>
        <p:sp>
          <p:nvSpPr>
            <p:cNvPr id="86" name="Teardrop 85"/>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87" name="Oval 8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88" name="Group 279"/>
          <p:cNvGrpSpPr/>
          <p:nvPr/>
        </p:nvGrpSpPr>
        <p:grpSpPr>
          <a:xfrm>
            <a:off x="2394013" y="3456445"/>
            <a:ext cx="230298" cy="230298"/>
            <a:chOff x="846989" y="1401020"/>
            <a:chExt cx="877416" cy="877416"/>
          </a:xfrm>
          <a:effectLst/>
        </p:grpSpPr>
        <p:sp>
          <p:nvSpPr>
            <p:cNvPr id="89" name="Teardrop 88"/>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90" name="Oval 8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91" name="Group 279"/>
          <p:cNvGrpSpPr/>
          <p:nvPr/>
        </p:nvGrpSpPr>
        <p:grpSpPr>
          <a:xfrm>
            <a:off x="1573707" y="4399701"/>
            <a:ext cx="230298" cy="230298"/>
            <a:chOff x="846989" y="1401020"/>
            <a:chExt cx="877416" cy="877416"/>
          </a:xfrm>
          <a:effectLst/>
        </p:grpSpPr>
        <p:sp>
          <p:nvSpPr>
            <p:cNvPr id="92" name="Teardrop 91"/>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93" name="Oval 9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94" name="Group 279"/>
          <p:cNvGrpSpPr/>
          <p:nvPr/>
        </p:nvGrpSpPr>
        <p:grpSpPr>
          <a:xfrm>
            <a:off x="623356" y="4900296"/>
            <a:ext cx="230298" cy="230298"/>
            <a:chOff x="846989" y="1401020"/>
            <a:chExt cx="877416" cy="877416"/>
          </a:xfrm>
          <a:effectLst/>
        </p:grpSpPr>
        <p:sp>
          <p:nvSpPr>
            <p:cNvPr id="95" name="Teardrop 94"/>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96" name="Oval 9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97" name="Group 279"/>
          <p:cNvGrpSpPr/>
          <p:nvPr/>
        </p:nvGrpSpPr>
        <p:grpSpPr>
          <a:xfrm>
            <a:off x="1127926" y="4399701"/>
            <a:ext cx="230298" cy="230298"/>
            <a:chOff x="846989" y="1401020"/>
            <a:chExt cx="877416" cy="877416"/>
          </a:xfrm>
          <a:effectLst/>
        </p:grpSpPr>
        <p:sp>
          <p:nvSpPr>
            <p:cNvPr id="98" name="Teardrop 97"/>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99" name="Oval 98"/>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100" name="Group 99"/>
          <p:cNvGrpSpPr/>
          <p:nvPr/>
        </p:nvGrpSpPr>
        <p:grpSpPr>
          <a:xfrm>
            <a:off x="3967649" y="2314575"/>
            <a:ext cx="2028825" cy="276225"/>
            <a:chOff x="3724275" y="1396446"/>
            <a:chExt cx="2028825" cy="276225"/>
          </a:xfrm>
        </p:grpSpPr>
        <p:sp>
          <p:nvSpPr>
            <p:cNvPr id="101" name="Rounded Rectangle 100"/>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ounded Rectangle 101"/>
            <p:cNvSpPr/>
            <p:nvPr/>
          </p:nvSpPr>
          <p:spPr>
            <a:xfrm>
              <a:off x="3724275" y="1396446"/>
              <a:ext cx="1228725" cy="27622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103" name="Group 102"/>
          <p:cNvGrpSpPr/>
          <p:nvPr/>
        </p:nvGrpSpPr>
        <p:grpSpPr>
          <a:xfrm>
            <a:off x="3967649" y="2844054"/>
            <a:ext cx="2028825" cy="276225"/>
            <a:chOff x="3724275" y="1396446"/>
            <a:chExt cx="2028825" cy="276225"/>
          </a:xfrm>
        </p:grpSpPr>
        <p:sp>
          <p:nvSpPr>
            <p:cNvPr id="104" name="Rounded Rectangle 103"/>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ounded Rectangle 104"/>
            <p:cNvSpPr/>
            <p:nvPr/>
          </p:nvSpPr>
          <p:spPr>
            <a:xfrm>
              <a:off x="3724275" y="1396446"/>
              <a:ext cx="1381125" cy="27622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60%</a:t>
              </a:r>
            </a:p>
          </p:txBody>
        </p:sp>
      </p:grpSp>
      <p:grpSp>
        <p:nvGrpSpPr>
          <p:cNvPr id="106" name="Group 105"/>
          <p:cNvGrpSpPr/>
          <p:nvPr/>
        </p:nvGrpSpPr>
        <p:grpSpPr>
          <a:xfrm>
            <a:off x="3967649" y="3373533"/>
            <a:ext cx="2028825" cy="276225"/>
            <a:chOff x="3724275" y="1396446"/>
            <a:chExt cx="2028825" cy="276225"/>
          </a:xfrm>
        </p:grpSpPr>
        <p:sp>
          <p:nvSpPr>
            <p:cNvPr id="107" name="Rounded Rectangle 106"/>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ounded Rectangle 107"/>
            <p:cNvSpPr/>
            <p:nvPr/>
          </p:nvSpPr>
          <p:spPr>
            <a:xfrm>
              <a:off x="3724275" y="1396446"/>
              <a:ext cx="1533525" cy="27622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70%</a:t>
              </a:r>
            </a:p>
          </p:txBody>
        </p:sp>
      </p:grpSp>
      <p:grpSp>
        <p:nvGrpSpPr>
          <p:cNvPr id="109" name="Group 108"/>
          <p:cNvGrpSpPr/>
          <p:nvPr/>
        </p:nvGrpSpPr>
        <p:grpSpPr>
          <a:xfrm>
            <a:off x="3967649" y="3903012"/>
            <a:ext cx="2028825" cy="276225"/>
            <a:chOff x="3724275" y="1396446"/>
            <a:chExt cx="2028825" cy="276225"/>
          </a:xfrm>
        </p:grpSpPr>
        <p:sp>
          <p:nvSpPr>
            <p:cNvPr id="110" name="Rounded Rectangle 109"/>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Rounded Rectangle 110"/>
            <p:cNvSpPr/>
            <p:nvPr/>
          </p:nvSpPr>
          <p:spPr>
            <a:xfrm>
              <a:off x="3724275" y="1396446"/>
              <a:ext cx="923925" cy="27622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40%</a:t>
              </a:r>
            </a:p>
          </p:txBody>
        </p:sp>
      </p:grpSp>
      <p:grpSp>
        <p:nvGrpSpPr>
          <p:cNvPr id="112" name="Group 111"/>
          <p:cNvGrpSpPr/>
          <p:nvPr/>
        </p:nvGrpSpPr>
        <p:grpSpPr>
          <a:xfrm>
            <a:off x="3967649" y="4432491"/>
            <a:ext cx="2028825" cy="276225"/>
            <a:chOff x="3724275" y="1396446"/>
            <a:chExt cx="2028825" cy="276225"/>
          </a:xfrm>
        </p:grpSpPr>
        <p:sp>
          <p:nvSpPr>
            <p:cNvPr id="113" name="Rounded Rectangle 112"/>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ounded Rectangle 113"/>
            <p:cNvSpPr/>
            <p:nvPr/>
          </p:nvSpPr>
          <p:spPr>
            <a:xfrm>
              <a:off x="3724275" y="1396446"/>
              <a:ext cx="1228725" cy="27622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50%</a:t>
              </a:r>
            </a:p>
          </p:txBody>
        </p:sp>
      </p:grpSp>
      <p:grpSp>
        <p:nvGrpSpPr>
          <p:cNvPr id="115" name="Group 114"/>
          <p:cNvGrpSpPr/>
          <p:nvPr/>
        </p:nvGrpSpPr>
        <p:grpSpPr>
          <a:xfrm>
            <a:off x="3967649" y="4961971"/>
            <a:ext cx="2028825" cy="276225"/>
            <a:chOff x="3724275" y="1396446"/>
            <a:chExt cx="2028825" cy="276225"/>
          </a:xfrm>
        </p:grpSpPr>
        <p:sp>
          <p:nvSpPr>
            <p:cNvPr id="116" name="Rounded Rectangle 115"/>
            <p:cNvSpPr/>
            <p:nvPr/>
          </p:nvSpPr>
          <p:spPr>
            <a:xfrm>
              <a:off x="3724275" y="1396446"/>
              <a:ext cx="2028825" cy="2762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ounded Rectangle 116"/>
            <p:cNvSpPr/>
            <p:nvPr/>
          </p:nvSpPr>
          <p:spPr>
            <a:xfrm>
              <a:off x="3724275" y="1396446"/>
              <a:ext cx="1838325" cy="27622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t>90%</a:t>
              </a:r>
            </a:p>
          </p:txBody>
        </p:sp>
      </p:grpSp>
      <p:grpSp>
        <p:nvGrpSpPr>
          <p:cNvPr id="118" name="Group 117"/>
          <p:cNvGrpSpPr/>
          <p:nvPr/>
        </p:nvGrpSpPr>
        <p:grpSpPr>
          <a:xfrm>
            <a:off x="3618845" y="2368049"/>
            <a:ext cx="2326242" cy="3194551"/>
            <a:chOff x="3394521" y="1406024"/>
            <a:chExt cx="2326242" cy="3194551"/>
          </a:xfrm>
        </p:grpSpPr>
        <p:grpSp>
          <p:nvGrpSpPr>
            <p:cNvPr id="119" name="Group 357"/>
            <p:cNvGrpSpPr/>
            <p:nvPr/>
          </p:nvGrpSpPr>
          <p:grpSpPr>
            <a:xfrm>
              <a:off x="3817944" y="4431298"/>
              <a:ext cx="1902819" cy="169277"/>
              <a:chOff x="3798894" y="3850273"/>
              <a:chExt cx="1902819" cy="169277"/>
            </a:xfrm>
          </p:grpSpPr>
          <p:sp>
            <p:nvSpPr>
              <p:cNvPr id="126" name="Text Placeholder 3"/>
              <p:cNvSpPr txBox="1">
                <a:spLocks/>
              </p:cNvSpPr>
              <p:nvPr/>
            </p:nvSpPr>
            <p:spPr>
              <a:xfrm>
                <a:off x="3798894" y="3850273"/>
                <a:ext cx="163506"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0%</a:t>
                </a:r>
              </a:p>
            </p:txBody>
          </p:sp>
          <p:sp>
            <p:nvSpPr>
              <p:cNvPr id="127" name="Text Placeholder 3"/>
              <p:cNvSpPr txBox="1">
                <a:spLocks/>
              </p:cNvSpPr>
              <p:nvPr/>
            </p:nvSpPr>
            <p:spPr>
              <a:xfrm>
                <a:off x="414555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25%</a:t>
                </a:r>
              </a:p>
            </p:txBody>
          </p:sp>
          <p:sp>
            <p:nvSpPr>
              <p:cNvPr id="128" name="Text Placeholder 3"/>
              <p:cNvSpPr txBox="1">
                <a:spLocks/>
              </p:cNvSpPr>
              <p:nvPr/>
            </p:nvSpPr>
            <p:spPr>
              <a:xfrm>
                <a:off x="4562752"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50%</a:t>
                </a:r>
              </a:p>
            </p:txBody>
          </p:sp>
          <p:sp>
            <p:nvSpPr>
              <p:cNvPr id="129" name="Text Placeholder 3"/>
              <p:cNvSpPr txBox="1">
                <a:spLocks/>
              </p:cNvSpPr>
              <p:nvPr/>
            </p:nvSpPr>
            <p:spPr>
              <a:xfrm>
                <a:off x="4979947" y="3850273"/>
                <a:ext cx="234038"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75%</a:t>
                </a:r>
              </a:p>
            </p:txBody>
          </p:sp>
          <p:sp>
            <p:nvSpPr>
              <p:cNvPr id="130" name="Text Placeholder 3"/>
              <p:cNvSpPr txBox="1">
                <a:spLocks/>
              </p:cNvSpPr>
              <p:nvPr/>
            </p:nvSpPr>
            <p:spPr>
              <a:xfrm>
                <a:off x="5397142" y="3850273"/>
                <a:ext cx="304571"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100%</a:t>
                </a:r>
              </a:p>
            </p:txBody>
          </p:sp>
        </p:grpSp>
        <p:sp>
          <p:nvSpPr>
            <p:cNvPr id="120" name="Text Placeholder 3"/>
            <p:cNvSpPr txBox="1">
              <a:spLocks/>
            </p:cNvSpPr>
            <p:nvPr/>
          </p:nvSpPr>
          <p:spPr>
            <a:xfrm>
              <a:off x="3394521" y="1406024"/>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2010</a:t>
              </a:r>
            </a:p>
          </p:txBody>
        </p:sp>
        <p:sp>
          <p:nvSpPr>
            <p:cNvPr id="121" name="Text Placeholder 3"/>
            <p:cNvSpPr txBox="1">
              <a:spLocks/>
            </p:cNvSpPr>
            <p:nvPr/>
          </p:nvSpPr>
          <p:spPr>
            <a:xfrm>
              <a:off x="3394521" y="1935503"/>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2011</a:t>
              </a:r>
            </a:p>
          </p:txBody>
        </p:sp>
        <p:sp>
          <p:nvSpPr>
            <p:cNvPr id="122" name="Text Placeholder 3"/>
            <p:cNvSpPr txBox="1">
              <a:spLocks/>
            </p:cNvSpPr>
            <p:nvPr/>
          </p:nvSpPr>
          <p:spPr>
            <a:xfrm>
              <a:off x="3394521" y="2464982"/>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2012</a:t>
              </a:r>
            </a:p>
          </p:txBody>
        </p:sp>
        <p:sp>
          <p:nvSpPr>
            <p:cNvPr id="123" name="Text Placeholder 3"/>
            <p:cNvSpPr txBox="1">
              <a:spLocks/>
            </p:cNvSpPr>
            <p:nvPr/>
          </p:nvSpPr>
          <p:spPr>
            <a:xfrm>
              <a:off x="3394521" y="2994461"/>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2013</a:t>
              </a:r>
            </a:p>
          </p:txBody>
        </p:sp>
        <p:sp>
          <p:nvSpPr>
            <p:cNvPr id="124" name="Text Placeholder 3"/>
            <p:cNvSpPr txBox="1">
              <a:spLocks/>
            </p:cNvSpPr>
            <p:nvPr/>
          </p:nvSpPr>
          <p:spPr>
            <a:xfrm>
              <a:off x="3394521" y="352394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2014</a:t>
              </a:r>
            </a:p>
          </p:txBody>
        </p:sp>
        <p:sp>
          <p:nvSpPr>
            <p:cNvPr id="125" name="Text Placeholder 3"/>
            <p:cNvSpPr txBox="1">
              <a:spLocks/>
            </p:cNvSpPr>
            <p:nvPr/>
          </p:nvSpPr>
          <p:spPr>
            <a:xfrm>
              <a:off x="3394521" y="4053420"/>
              <a:ext cx="282129" cy="169277"/>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lumMod val="75000"/>
                    </a:schemeClr>
                  </a:solidFill>
                  <a:effectLst/>
                  <a:uLnTx/>
                  <a:uFillTx/>
                  <a:latin typeface="+mn-lt"/>
                  <a:ea typeface="+mn-ea"/>
                  <a:cs typeface="+mn-cs"/>
                </a:rPr>
                <a:t>2015</a:t>
              </a:r>
            </a:p>
          </p:txBody>
        </p:sp>
      </p:grpSp>
      <p:sp>
        <p:nvSpPr>
          <p:cNvPr id="131" name="Footer Text"/>
          <p:cNvSpPr txBox="1"/>
          <p:nvPr/>
        </p:nvSpPr>
        <p:spPr>
          <a:xfrm>
            <a:off x="6186974" y="2256621"/>
            <a:ext cx="2525952"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a:t>
            </a:r>
          </a:p>
        </p:txBody>
      </p:sp>
      <p:sp>
        <p:nvSpPr>
          <p:cNvPr id="132" name="Freeform 46"/>
          <p:cNvSpPr>
            <a:spLocks noEditPoints="1"/>
          </p:cNvSpPr>
          <p:nvPr/>
        </p:nvSpPr>
        <p:spPr bwMode="auto">
          <a:xfrm>
            <a:off x="6155538" y="2944451"/>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Text Placeholder 3"/>
          <p:cNvSpPr txBox="1">
            <a:spLocks/>
          </p:cNvSpPr>
          <p:nvPr/>
        </p:nvSpPr>
        <p:spPr>
          <a:xfrm>
            <a:off x="6522582" y="2848584"/>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1"/>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34" name="Freeform 46"/>
          <p:cNvSpPr>
            <a:spLocks noEditPoints="1"/>
          </p:cNvSpPr>
          <p:nvPr/>
        </p:nvSpPr>
        <p:spPr bwMode="auto">
          <a:xfrm>
            <a:off x="6155538" y="3481830"/>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Text Placeholder 3"/>
          <p:cNvSpPr txBox="1">
            <a:spLocks/>
          </p:cNvSpPr>
          <p:nvPr/>
        </p:nvSpPr>
        <p:spPr>
          <a:xfrm>
            <a:off x="6522582" y="3385963"/>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2"/>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36" name="Freeform 46"/>
          <p:cNvSpPr>
            <a:spLocks noEditPoints="1"/>
          </p:cNvSpPr>
          <p:nvPr/>
        </p:nvSpPr>
        <p:spPr bwMode="auto">
          <a:xfrm>
            <a:off x="6155538" y="4015230"/>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Text Placeholder 3"/>
          <p:cNvSpPr txBox="1">
            <a:spLocks/>
          </p:cNvSpPr>
          <p:nvPr/>
        </p:nvSpPr>
        <p:spPr>
          <a:xfrm>
            <a:off x="6522582" y="3919363"/>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3"/>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38" name="Freeform 46"/>
          <p:cNvSpPr>
            <a:spLocks noEditPoints="1"/>
          </p:cNvSpPr>
          <p:nvPr/>
        </p:nvSpPr>
        <p:spPr bwMode="auto">
          <a:xfrm>
            <a:off x="6155538" y="4548630"/>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Text Placeholder 3"/>
          <p:cNvSpPr txBox="1">
            <a:spLocks/>
          </p:cNvSpPr>
          <p:nvPr/>
        </p:nvSpPr>
        <p:spPr>
          <a:xfrm>
            <a:off x="6522582" y="4452763"/>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4"/>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140" name="Freeform 46"/>
          <p:cNvSpPr>
            <a:spLocks noEditPoints="1"/>
          </p:cNvSpPr>
          <p:nvPr/>
        </p:nvSpPr>
        <p:spPr bwMode="auto">
          <a:xfrm>
            <a:off x="6155538" y="5082030"/>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Text Placeholder 3"/>
          <p:cNvSpPr txBox="1">
            <a:spLocks/>
          </p:cNvSpPr>
          <p:nvPr/>
        </p:nvSpPr>
        <p:spPr>
          <a:xfrm>
            <a:off x="6522582" y="4986163"/>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5"/>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500" fill="hold"/>
                                        <p:tgtEl>
                                          <p:spTgt spid="73"/>
                                        </p:tgtEl>
                                        <p:attrNameLst>
                                          <p:attrName>ppt_w</p:attrName>
                                        </p:attrNameLst>
                                      </p:cBhvr>
                                      <p:tavLst>
                                        <p:tav tm="0">
                                          <p:val>
                                            <p:fltVal val="0"/>
                                          </p:val>
                                        </p:tav>
                                        <p:tav tm="100000">
                                          <p:val>
                                            <p:strVal val="#ppt_w"/>
                                          </p:val>
                                        </p:tav>
                                      </p:tavLst>
                                    </p:anim>
                                    <p:anim calcmode="lin" valueType="num">
                                      <p:cBhvr>
                                        <p:cTn id="8" dur="500" fill="hold"/>
                                        <p:tgtEl>
                                          <p:spTgt spid="73"/>
                                        </p:tgtEl>
                                        <p:attrNameLst>
                                          <p:attrName>ppt_h</p:attrName>
                                        </p:attrNameLst>
                                      </p:cBhvr>
                                      <p:tavLst>
                                        <p:tav tm="0">
                                          <p:val>
                                            <p:fltVal val="0"/>
                                          </p:val>
                                        </p:tav>
                                        <p:tav tm="100000">
                                          <p:val>
                                            <p:strVal val="#ppt_h"/>
                                          </p:val>
                                        </p:tav>
                                      </p:tavLst>
                                    </p:anim>
                                    <p:animEffect transition="in" filter="fade">
                                      <p:cBhvr>
                                        <p:cTn id="9" dur="500"/>
                                        <p:tgtEl>
                                          <p:spTgt spid="73"/>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82"/>
                                        </p:tgtEl>
                                        <p:attrNameLst>
                                          <p:attrName>style.visibility</p:attrName>
                                        </p:attrNameLst>
                                      </p:cBhvr>
                                      <p:to>
                                        <p:strVal val="visible"/>
                                      </p:to>
                                    </p:set>
                                    <p:anim calcmode="lin" valueType="num">
                                      <p:cBhvr additive="base">
                                        <p:cTn id="13" dur="500" fill="hold"/>
                                        <p:tgtEl>
                                          <p:spTgt spid="82"/>
                                        </p:tgtEl>
                                        <p:attrNameLst>
                                          <p:attrName>ppt_x</p:attrName>
                                        </p:attrNameLst>
                                      </p:cBhvr>
                                      <p:tavLst>
                                        <p:tav tm="0">
                                          <p:val>
                                            <p:strVal val="#ppt_x"/>
                                          </p:val>
                                        </p:tav>
                                        <p:tav tm="100000">
                                          <p:val>
                                            <p:strVal val="#ppt_x"/>
                                          </p:val>
                                        </p:tav>
                                      </p:tavLst>
                                    </p:anim>
                                    <p:anim calcmode="lin" valueType="num">
                                      <p:cBhvr additive="base">
                                        <p:cTn id="14" dur="500" fill="hold"/>
                                        <p:tgtEl>
                                          <p:spTgt spid="82"/>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85"/>
                                        </p:tgtEl>
                                        <p:attrNameLst>
                                          <p:attrName>style.visibility</p:attrName>
                                        </p:attrNameLst>
                                      </p:cBhvr>
                                      <p:to>
                                        <p:strVal val="visible"/>
                                      </p:to>
                                    </p:set>
                                    <p:anim calcmode="lin" valueType="num">
                                      <p:cBhvr additive="base">
                                        <p:cTn id="18" dur="500" fill="hold"/>
                                        <p:tgtEl>
                                          <p:spTgt spid="85"/>
                                        </p:tgtEl>
                                        <p:attrNameLst>
                                          <p:attrName>ppt_x</p:attrName>
                                        </p:attrNameLst>
                                      </p:cBhvr>
                                      <p:tavLst>
                                        <p:tav tm="0">
                                          <p:val>
                                            <p:strVal val="#ppt_x"/>
                                          </p:val>
                                        </p:tav>
                                        <p:tav tm="100000">
                                          <p:val>
                                            <p:strVal val="#ppt_x"/>
                                          </p:val>
                                        </p:tav>
                                      </p:tavLst>
                                    </p:anim>
                                    <p:anim calcmode="lin" valueType="num">
                                      <p:cBhvr additive="base">
                                        <p:cTn id="19" dur="500" fill="hold"/>
                                        <p:tgtEl>
                                          <p:spTgt spid="85"/>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500" fill="hold"/>
                                        <p:tgtEl>
                                          <p:spTgt spid="88"/>
                                        </p:tgtEl>
                                        <p:attrNameLst>
                                          <p:attrName>ppt_x</p:attrName>
                                        </p:attrNameLst>
                                      </p:cBhvr>
                                      <p:tavLst>
                                        <p:tav tm="0">
                                          <p:val>
                                            <p:strVal val="#ppt_x"/>
                                          </p:val>
                                        </p:tav>
                                        <p:tav tm="100000">
                                          <p:val>
                                            <p:strVal val="#ppt_x"/>
                                          </p:val>
                                        </p:tav>
                                      </p:tavLst>
                                    </p:anim>
                                    <p:anim calcmode="lin" valueType="num">
                                      <p:cBhvr additive="base">
                                        <p:cTn id="24" dur="500" fill="hold"/>
                                        <p:tgtEl>
                                          <p:spTgt spid="88"/>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91"/>
                                        </p:tgtEl>
                                        <p:attrNameLst>
                                          <p:attrName>style.visibility</p:attrName>
                                        </p:attrNameLst>
                                      </p:cBhvr>
                                      <p:to>
                                        <p:strVal val="visible"/>
                                      </p:to>
                                    </p:set>
                                    <p:anim calcmode="lin" valueType="num">
                                      <p:cBhvr additive="base">
                                        <p:cTn id="28" dur="500" fill="hold"/>
                                        <p:tgtEl>
                                          <p:spTgt spid="91"/>
                                        </p:tgtEl>
                                        <p:attrNameLst>
                                          <p:attrName>ppt_x</p:attrName>
                                        </p:attrNameLst>
                                      </p:cBhvr>
                                      <p:tavLst>
                                        <p:tav tm="0">
                                          <p:val>
                                            <p:strVal val="#ppt_x"/>
                                          </p:val>
                                        </p:tav>
                                        <p:tav tm="100000">
                                          <p:val>
                                            <p:strVal val="#ppt_x"/>
                                          </p:val>
                                        </p:tav>
                                      </p:tavLst>
                                    </p:anim>
                                    <p:anim calcmode="lin" valueType="num">
                                      <p:cBhvr additive="base">
                                        <p:cTn id="29" dur="500" fill="hold"/>
                                        <p:tgtEl>
                                          <p:spTgt spid="91"/>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94"/>
                                        </p:tgtEl>
                                        <p:attrNameLst>
                                          <p:attrName>style.visibility</p:attrName>
                                        </p:attrNameLst>
                                      </p:cBhvr>
                                      <p:to>
                                        <p:strVal val="visible"/>
                                      </p:to>
                                    </p:set>
                                    <p:anim calcmode="lin" valueType="num">
                                      <p:cBhvr additive="base">
                                        <p:cTn id="33" dur="500" fill="hold"/>
                                        <p:tgtEl>
                                          <p:spTgt spid="94"/>
                                        </p:tgtEl>
                                        <p:attrNameLst>
                                          <p:attrName>ppt_x</p:attrName>
                                        </p:attrNameLst>
                                      </p:cBhvr>
                                      <p:tavLst>
                                        <p:tav tm="0">
                                          <p:val>
                                            <p:strVal val="#ppt_x"/>
                                          </p:val>
                                        </p:tav>
                                        <p:tav tm="100000">
                                          <p:val>
                                            <p:strVal val="#ppt_x"/>
                                          </p:val>
                                        </p:tav>
                                      </p:tavLst>
                                    </p:anim>
                                    <p:anim calcmode="lin" valueType="num">
                                      <p:cBhvr additive="base">
                                        <p:cTn id="34" dur="500" fill="hold"/>
                                        <p:tgtEl>
                                          <p:spTgt spid="94"/>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97"/>
                                        </p:tgtEl>
                                        <p:attrNameLst>
                                          <p:attrName>style.visibility</p:attrName>
                                        </p:attrNameLst>
                                      </p:cBhvr>
                                      <p:to>
                                        <p:strVal val="visible"/>
                                      </p:to>
                                    </p:set>
                                    <p:anim calcmode="lin" valueType="num">
                                      <p:cBhvr additive="base">
                                        <p:cTn id="38" dur="500" fill="hold"/>
                                        <p:tgtEl>
                                          <p:spTgt spid="97"/>
                                        </p:tgtEl>
                                        <p:attrNameLst>
                                          <p:attrName>ppt_x</p:attrName>
                                        </p:attrNameLst>
                                      </p:cBhvr>
                                      <p:tavLst>
                                        <p:tav tm="0">
                                          <p:val>
                                            <p:strVal val="#ppt_x"/>
                                          </p:val>
                                        </p:tav>
                                        <p:tav tm="100000">
                                          <p:val>
                                            <p:strVal val="#ppt_x"/>
                                          </p:val>
                                        </p:tav>
                                      </p:tavLst>
                                    </p:anim>
                                    <p:anim calcmode="lin" valueType="num">
                                      <p:cBhvr additive="base">
                                        <p:cTn id="39" dur="500" fill="hold"/>
                                        <p:tgtEl>
                                          <p:spTgt spid="97"/>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8" fill="hold" nodeType="afterEffect">
                                  <p:stCondLst>
                                    <p:cond delay="0"/>
                                  </p:stCondLst>
                                  <p:childTnLst>
                                    <p:set>
                                      <p:cBhvr>
                                        <p:cTn id="42" dur="1" fill="hold">
                                          <p:stCondLst>
                                            <p:cond delay="0"/>
                                          </p:stCondLst>
                                        </p:cTn>
                                        <p:tgtEl>
                                          <p:spTgt spid="118"/>
                                        </p:tgtEl>
                                        <p:attrNameLst>
                                          <p:attrName>style.visibility</p:attrName>
                                        </p:attrNameLst>
                                      </p:cBhvr>
                                      <p:to>
                                        <p:strVal val="visible"/>
                                      </p:to>
                                    </p:set>
                                    <p:animEffect transition="in" filter="wipe(left)">
                                      <p:cBhvr>
                                        <p:cTn id="43" dur="500"/>
                                        <p:tgtEl>
                                          <p:spTgt spid="118"/>
                                        </p:tgtEl>
                                      </p:cBhvr>
                                    </p:animEffect>
                                  </p:childTnLst>
                                </p:cTn>
                              </p:par>
                            </p:childTnLst>
                          </p:cTn>
                        </p:par>
                        <p:par>
                          <p:cTn id="44" fill="hold">
                            <p:stCondLst>
                              <p:cond delay="4000"/>
                            </p:stCondLst>
                            <p:childTnLst>
                              <p:par>
                                <p:cTn id="45" presetID="22" presetClass="entr" presetSubtype="8" fill="hold" nodeType="afterEffect">
                                  <p:stCondLst>
                                    <p:cond delay="0"/>
                                  </p:stCondLst>
                                  <p:childTnLst>
                                    <p:set>
                                      <p:cBhvr>
                                        <p:cTn id="46" dur="1" fill="hold">
                                          <p:stCondLst>
                                            <p:cond delay="0"/>
                                          </p:stCondLst>
                                        </p:cTn>
                                        <p:tgtEl>
                                          <p:spTgt spid="100"/>
                                        </p:tgtEl>
                                        <p:attrNameLst>
                                          <p:attrName>style.visibility</p:attrName>
                                        </p:attrNameLst>
                                      </p:cBhvr>
                                      <p:to>
                                        <p:strVal val="visible"/>
                                      </p:to>
                                    </p:set>
                                    <p:animEffect transition="in" filter="wipe(left)">
                                      <p:cBhvr>
                                        <p:cTn id="47" dur="500"/>
                                        <p:tgtEl>
                                          <p:spTgt spid="100"/>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103"/>
                                        </p:tgtEl>
                                        <p:attrNameLst>
                                          <p:attrName>style.visibility</p:attrName>
                                        </p:attrNameLst>
                                      </p:cBhvr>
                                      <p:to>
                                        <p:strVal val="visible"/>
                                      </p:to>
                                    </p:set>
                                    <p:animEffect transition="in" filter="wipe(left)">
                                      <p:cBhvr>
                                        <p:cTn id="51" dur="500"/>
                                        <p:tgtEl>
                                          <p:spTgt spid="103"/>
                                        </p:tgtEl>
                                      </p:cBhvr>
                                    </p:animEffect>
                                  </p:childTnLst>
                                </p:cTn>
                              </p:par>
                            </p:childTnLst>
                          </p:cTn>
                        </p:par>
                        <p:par>
                          <p:cTn id="52" fill="hold">
                            <p:stCondLst>
                              <p:cond delay="5000"/>
                            </p:stCondLst>
                            <p:childTnLst>
                              <p:par>
                                <p:cTn id="53" presetID="22" presetClass="entr" presetSubtype="8" fill="hold" nodeType="afterEffect">
                                  <p:stCondLst>
                                    <p:cond delay="0"/>
                                  </p:stCondLst>
                                  <p:childTnLst>
                                    <p:set>
                                      <p:cBhvr>
                                        <p:cTn id="54" dur="1" fill="hold">
                                          <p:stCondLst>
                                            <p:cond delay="0"/>
                                          </p:stCondLst>
                                        </p:cTn>
                                        <p:tgtEl>
                                          <p:spTgt spid="106"/>
                                        </p:tgtEl>
                                        <p:attrNameLst>
                                          <p:attrName>style.visibility</p:attrName>
                                        </p:attrNameLst>
                                      </p:cBhvr>
                                      <p:to>
                                        <p:strVal val="visible"/>
                                      </p:to>
                                    </p:set>
                                    <p:animEffect transition="in" filter="wipe(left)">
                                      <p:cBhvr>
                                        <p:cTn id="55" dur="500"/>
                                        <p:tgtEl>
                                          <p:spTgt spid="106"/>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wipe(left)">
                                      <p:cBhvr>
                                        <p:cTn id="59" dur="500"/>
                                        <p:tgtEl>
                                          <p:spTgt spid="109"/>
                                        </p:tgtEl>
                                      </p:cBhvr>
                                    </p:animEffect>
                                  </p:childTnLst>
                                </p:cTn>
                              </p:par>
                            </p:childTnLst>
                          </p:cTn>
                        </p:par>
                        <p:par>
                          <p:cTn id="60" fill="hold">
                            <p:stCondLst>
                              <p:cond delay="6000"/>
                            </p:stCondLst>
                            <p:childTnLst>
                              <p:par>
                                <p:cTn id="61" presetID="22" presetClass="entr" presetSubtype="8" fill="hold" nodeType="afterEffect">
                                  <p:stCondLst>
                                    <p:cond delay="0"/>
                                  </p:stCondLst>
                                  <p:childTnLst>
                                    <p:set>
                                      <p:cBhvr>
                                        <p:cTn id="62" dur="1" fill="hold">
                                          <p:stCondLst>
                                            <p:cond delay="0"/>
                                          </p:stCondLst>
                                        </p:cTn>
                                        <p:tgtEl>
                                          <p:spTgt spid="112"/>
                                        </p:tgtEl>
                                        <p:attrNameLst>
                                          <p:attrName>style.visibility</p:attrName>
                                        </p:attrNameLst>
                                      </p:cBhvr>
                                      <p:to>
                                        <p:strVal val="visible"/>
                                      </p:to>
                                    </p:set>
                                    <p:animEffect transition="in" filter="wipe(left)">
                                      <p:cBhvr>
                                        <p:cTn id="63" dur="500"/>
                                        <p:tgtEl>
                                          <p:spTgt spid="112"/>
                                        </p:tgtEl>
                                      </p:cBhvr>
                                    </p:animEffect>
                                  </p:childTnLst>
                                </p:cTn>
                              </p:par>
                            </p:childTnLst>
                          </p:cTn>
                        </p:par>
                        <p:par>
                          <p:cTn id="64" fill="hold">
                            <p:stCondLst>
                              <p:cond delay="6500"/>
                            </p:stCondLst>
                            <p:childTnLst>
                              <p:par>
                                <p:cTn id="65" presetID="22" presetClass="entr" presetSubtype="8" fill="hold" nodeType="afterEffect">
                                  <p:stCondLst>
                                    <p:cond delay="0"/>
                                  </p:stCondLst>
                                  <p:childTnLst>
                                    <p:set>
                                      <p:cBhvr>
                                        <p:cTn id="66" dur="1" fill="hold">
                                          <p:stCondLst>
                                            <p:cond delay="0"/>
                                          </p:stCondLst>
                                        </p:cTn>
                                        <p:tgtEl>
                                          <p:spTgt spid="115"/>
                                        </p:tgtEl>
                                        <p:attrNameLst>
                                          <p:attrName>style.visibility</p:attrName>
                                        </p:attrNameLst>
                                      </p:cBhvr>
                                      <p:to>
                                        <p:strVal val="visible"/>
                                      </p:to>
                                    </p:set>
                                    <p:animEffect transition="in" filter="wipe(left)">
                                      <p:cBhvr>
                                        <p:cTn id="67" dur="500"/>
                                        <p:tgtEl>
                                          <p:spTgt spid="115"/>
                                        </p:tgtEl>
                                      </p:cBhvr>
                                    </p:animEffect>
                                  </p:childTnLst>
                                </p:cTn>
                              </p:par>
                            </p:childTnLst>
                          </p:cTn>
                        </p:par>
                        <p:par>
                          <p:cTn id="68" fill="hold">
                            <p:stCondLst>
                              <p:cond delay="7000"/>
                            </p:stCondLst>
                            <p:childTnLst>
                              <p:par>
                                <p:cTn id="69" presetID="22" presetClass="entr" presetSubtype="8" fill="hold" grpId="0" nodeType="afterEffect">
                                  <p:stCondLst>
                                    <p:cond delay="0"/>
                                  </p:stCondLst>
                                  <p:childTnLst>
                                    <p:set>
                                      <p:cBhvr>
                                        <p:cTn id="70" dur="1" fill="hold">
                                          <p:stCondLst>
                                            <p:cond delay="0"/>
                                          </p:stCondLst>
                                        </p:cTn>
                                        <p:tgtEl>
                                          <p:spTgt spid="131"/>
                                        </p:tgtEl>
                                        <p:attrNameLst>
                                          <p:attrName>style.visibility</p:attrName>
                                        </p:attrNameLst>
                                      </p:cBhvr>
                                      <p:to>
                                        <p:strVal val="visible"/>
                                      </p:to>
                                    </p:set>
                                    <p:animEffect transition="in" filter="wipe(left)">
                                      <p:cBhvr>
                                        <p:cTn id="71" dur="500"/>
                                        <p:tgtEl>
                                          <p:spTgt spid="131"/>
                                        </p:tgtEl>
                                      </p:cBhvr>
                                    </p:animEffect>
                                  </p:childTnLst>
                                </p:cTn>
                              </p:par>
                            </p:childTnLst>
                          </p:cTn>
                        </p:par>
                        <p:par>
                          <p:cTn id="72" fill="hold">
                            <p:stCondLst>
                              <p:cond delay="7500"/>
                            </p:stCondLst>
                            <p:childTnLst>
                              <p:par>
                                <p:cTn id="73" presetID="53" presetClass="entr" presetSubtype="0" fill="hold" grpId="0" nodeType="afterEffect">
                                  <p:stCondLst>
                                    <p:cond delay="0"/>
                                  </p:stCondLst>
                                  <p:childTnLst>
                                    <p:set>
                                      <p:cBhvr>
                                        <p:cTn id="74" dur="1" fill="hold">
                                          <p:stCondLst>
                                            <p:cond delay="0"/>
                                          </p:stCondLst>
                                        </p:cTn>
                                        <p:tgtEl>
                                          <p:spTgt spid="132"/>
                                        </p:tgtEl>
                                        <p:attrNameLst>
                                          <p:attrName>style.visibility</p:attrName>
                                        </p:attrNameLst>
                                      </p:cBhvr>
                                      <p:to>
                                        <p:strVal val="visible"/>
                                      </p:to>
                                    </p:set>
                                    <p:anim calcmode="lin" valueType="num">
                                      <p:cBhvr>
                                        <p:cTn id="75" dur="500" fill="hold"/>
                                        <p:tgtEl>
                                          <p:spTgt spid="132"/>
                                        </p:tgtEl>
                                        <p:attrNameLst>
                                          <p:attrName>ppt_w</p:attrName>
                                        </p:attrNameLst>
                                      </p:cBhvr>
                                      <p:tavLst>
                                        <p:tav tm="0">
                                          <p:val>
                                            <p:fltVal val="0"/>
                                          </p:val>
                                        </p:tav>
                                        <p:tav tm="100000">
                                          <p:val>
                                            <p:strVal val="#ppt_w"/>
                                          </p:val>
                                        </p:tav>
                                      </p:tavLst>
                                    </p:anim>
                                    <p:anim calcmode="lin" valueType="num">
                                      <p:cBhvr>
                                        <p:cTn id="76" dur="500" fill="hold"/>
                                        <p:tgtEl>
                                          <p:spTgt spid="132"/>
                                        </p:tgtEl>
                                        <p:attrNameLst>
                                          <p:attrName>ppt_h</p:attrName>
                                        </p:attrNameLst>
                                      </p:cBhvr>
                                      <p:tavLst>
                                        <p:tav tm="0">
                                          <p:val>
                                            <p:fltVal val="0"/>
                                          </p:val>
                                        </p:tav>
                                        <p:tav tm="100000">
                                          <p:val>
                                            <p:strVal val="#ppt_h"/>
                                          </p:val>
                                        </p:tav>
                                      </p:tavLst>
                                    </p:anim>
                                    <p:animEffect transition="in" filter="fade">
                                      <p:cBhvr>
                                        <p:cTn id="77" dur="500"/>
                                        <p:tgtEl>
                                          <p:spTgt spid="132"/>
                                        </p:tgtEl>
                                      </p:cBhvr>
                                    </p:animEffect>
                                  </p:childTnLst>
                                </p:cTn>
                              </p:par>
                              <p:par>
                                <p:cTn id="78" presetID="2" presetClass="entr" presetSubtype="4" accel="50000" decel="50000" fill="hold" grpId="0" nodeType="withEffect">
                                  <p:stCondLst>
                                    <p:cond delay="0"/>
                                  </p:stCondLst>
                                  <p:childTnLst>
                                    <p:set>
                                      <p:cBhvr>
                                        <p:cTn id="79" dur="1" fill="hold">
                                          <p:stCondLst>
                                            <p:cond delay="0"/>
                                          </p:stCondLst>
                                        </p:cTn>
                                        <p:tgtEl>
                                          <p:spTgt spid="133"/>
                                        </p:tgtEl>
                                        <p:attrNameLst>
                                          <p:attrName>style.visibility</p:attrName>
                                        </p:attrNameLst>
                                      </p:cBhvr>
                                      <p:to>
                                        <p:strVal val="visible"/>
                                      </p:to>
                                    </p:set>
                                    <p:anim calcmode="lin" valueType="num">
                                      <p:cBhvr additive="base">
                                        <p:cTn id="80" dur="500" fill="hold"/>
                                        <p:tgtEl>
                                          <p:spTgt spid="133"/>
                                        </p:tgtEl>
                                        <p:attrNameLst>
                                          <p:attrName>ppt_x</p:attrName>
                                        </p:attrNameLst>
                                      </p:cBhvr>
                                      <p:tavLst>
                                        <p:tav tm="0">
                                          <p:val>
                                            <p:strVal val="#ppt_x"/>
                                          </p:val>
                                        </p:tav>
                                        <p:tav tm="100000">
                                          <p:val>
                                            <p:strVal val="#ppt_x"/>
                                          </p:val>
                                        </p:tav>
                                      </p:tavLst>
                                    </p:anim>
                                    <p:anim calcmode="lin" valueType="num">
                                      <p:cBhvr additive="base">
                                        <p:cTn id="81" dur="500" fill="hold"/>
                                        <p:tgtEl>
                                          <p:spTgt spid="133"/>
                                        </p:tgtEl>
                                        <p:attrNameLst>
                                          <p:attrName>ppt_y</p:attrName>
                                        </p:attrNameLst>
                                      </p:cBhvr>
                                      <p:tavLst>
                                        <p:tav tm="0">
                                          <p:val>
                                            <p:strVal val="1+#ppt_h/2"/>
                                          </p:val>
                                        </p:tav>
                                        <p:tav tm="100000">
                                          <p:val>
                                            <p:strVal val="#ppt_y"/>
                                          </p:val>
                                        </p:tav>
                                      </p:tavLst>
                                    </p:anim>
                                  </p:childTnLst>
                                </p:cTn>
                              </p:par>
                            </p:childTnLst>
                          </p:cTn>
                        </p:par>
                        <p:par>
                          <p:cTn id="82" fill="hold">
                            <p:stCondLst>
                              <p:cond delay="8000"/>
                            </p:stCondLst>
                            <p:childTnLst>
                              <p:par>
                                <p:cTn id="83" presetID="53" presetClass="entr" presetSubtype="0" fill="hold" grpId="0" nodeType="afterEffect">
                                  <p:stCondLst>
                                    <p:cond delay="0"/>
                                  </p:stCondLst>
                                  <p:childTnLst>
                                    <p:set>
                                      <p:cBhvr>
                                        <p:cTn id="84" dur="1" fill="hold">
                                          <p:stCondLst>
                                            <p:cond delay="0"/>
                                          </p:stCondLst>
                                        </p:cTn>
                                        <p:tgtEl>
                                          <p:spTgt spid="134"/>
                                        </p:tgtEl>
                                        <p:attrNameLst>
                                          <p:attrName>style.visibility</p:attrName>
                                        </p:attrNameLst>
                                      </p:cBhvr>
                                      <p:to>
                                        <p:strVal val="visible"/>
                                      </p:to>
                                    </p:set>
                                    <p:anim calcmode="lin" valueType="num">
                                      <p:cBhvr>
                                        <p:cTn id="85" dur="500" fill="hold"/>
                                        <p:tgtEl>
                                          <p:spTgt spid="134"/>
                                        </p:tgtEl>
                                        <p:attrNameLst>
                                          <p:attrName>ppt_w</p:attrName>
                                        </p:attrNameLst>
                                      </p:cBhvr>
                                      <p:tavLst>
                                        <p:tav tm="0">
                                          <p:val>
                                            <p:fltVal val="0"/>
                                          </p:val>
                                        </p:tav>
                                        <p:tav tm="100000">
                                          <p:val>
                                            <p:strVal val="#ppt_w"/>
                                          </p:val>
                                        </p:tav>
                                      </p:tavLst>
                                    </p:anim>
                                    <p:anim calcmode="lin" valueType="num">
                                      <p:cBhvr>
                                        <p:cTn id="86" dur="500" fill="hold"/>
                                        <p:tgtEl>
                                          <p:spTgt spid="134"/>
                                        </p:tgtEl>
                                        <p:attrNameLst>
                                          <p:attrName>ppt_h</p:attrName>
                                        </p:attrNameLst>
                                      </p:cBhvr>
                                      <p:tavLst>
                                        <p:tav tm="0">
                                          <p:val>
                                            <p:fltVal val="0"/>
                                          </p:val>
                                        </p:tav>
                                        <p:tav tm="100000">
                                          <p:val>
                                            <p:strVal val="#ppt_h"/>
                                          </p:val>
                                        </p:tav>
                                      </p:tavLst>
                                    </p:anim>
                                    <p:animEffect transition="in" filter="fade">
                                      <p:cBhvr>
                                        <p:cTn id="87" dur="500"/>
                                        <p:tgtEl>
                                          <p:spTgt spid="134"/>
                                        </p:tgtEl>
                                      </p:cBhvr>
                                    </p:animEffect>
                                  </p:childTnLst>
                                </p:cTn>
                              </p:par>
                              <p:par>
                                <p:cTn id="88" presetID="2" presetClass="entr" presetSubtype="4" accel="50000" decel="50000" fill="hold" grpId="0" nodeType="withEffect">
                                  <p:stCondLst>
                                    <p:cond delay="0"/>
                                  </p:stCondLst>
                                  <p:childTnLst>
                                    <p:set>
                                      <p:cBhvr>
                                        <p:cTn id="89" dur="1" fill="hold">
                                          <p:stCondLst>
                                            <p:cond delay="0"/>
                                          </p:stCondLst>
                                        </p:cTn>
                                        <p:tgtEl>
                                          <p:spTgt spid="135"/>
                                        </p:tgtEl>
                                        <p:attrNameLst>
                                          <p:attrName>style.visibility</p:attrName>
                                        </p:attrNameLst>
                                      </p:cBhvr>
                                      <p:to>
                                        <p:strVal val="visible"/>
                                      </p:to>
                                    </p:set>
                                    <p:anim calcmode="lin" valueType="num">
                                      <p:cBhvr additive="base">
                                        <p:cTn id="90" dur="500" fill="hold"/>
                                        <p:tgtEl>
                                          <p:spTgt spid="135"/>
                                        </p:tgtEl>
                                        <p:attrNameLst>
                                          <p:attrName>ppt_x</p:attrName>
                                        </p:attrNameLst>
                                      </p:cBhvr>
                                      <p:tavLst>
                                        <p:tav tm="0">
                                          <p:val>
                                            <p:strVal val="#ppt_x"/>
                                          </p:val>
                                        </p:tav>
                                        <p:tav tm="100000">
                                          <p:val>
                                            <p:strVal val="#ppt_x"/>
                                          </p:val>
                                        </p:tav>
                                      </p:tavLst>
                                    </p:anim>
                                    <p:anim calcmode="lin" valueType="num">
                                      <p:cBhvr additive="base">
                                        <p:cTn id="91" dur="500" fill="hold"/>
                                        <p:tgtEl>
                                          <p:spTgt spid="135"/>
                                        </p:tgtEl>
                                        <p:attrNameLst>
                                          <p:attrName>ppt_y</p:attrName>
                                        </p:attrNameLst>
                                      </p:cBhvr>
                                      <p:tavLst>
                                        <p:tav tm="0">
                                          <p:val>
                                            <p:strVal val="1+#ppt_h/2"/>
                                          </p:val>
                                        </p:tav>
                                        <p:tav tm="100000">
                                          <p:val>
                                            <p:strVal val="#ppt_y"/>
                                          </p:val>
                                        </p:tav>
                                      </p:tavLst>
                                    </p:anim>
                                  </p:childTnLst>
                                </p:cTn>
                              </p:par>
                            </p:childTnLst>
                          </p:cTn>
                        </p:par>
                        <p:par>
                          <p:cTn id="92" fill="hold">
                            <p:stCondLst>
                              <p:cond delay="8500"/>
                            </p:stCondLst>
                            <p:childTnLst>
                              <p:par>
                                <p:cTn id="93" presetID="53" presetClass="entr" presetSubtype="0" fill="hold" grpId="0" nodeType="afterEffect">
                                  <p:stCondLst>
                                    <p:cond delay="0"/>
                                  </p:stCondLst>
                                  <p:childTnLst>
                                    <p:set>
                                      <p:cBhvr>
                                        <p:cTn id="94" dur="1" fill="hold">
                                          <p:stCondLst>
                                            <p:cond delay="0"/>
                                          </p:stCondLst>
                                        </p:cTn>
                                        <p:tgtEl>
                                          <p:spTgt spid="136"/>
                                        </p:tgtEl>
                                        <p:attrNameLst>
                                          <p:attrName>style.visibility</p:attrName>
                                        </p:attrNameLst>
                                      </p:cBhvr>
                                      <p:to>
                                        <p:strVal val="visible"/>
                                      </p:to>
                                    </p:set>
                                    <p:anim calcmode="lin" valueType="num">
                                      <p:cBhvr>
                                        <p:cTn id="95" dur="500" fill="hold"/>
                                        <p:tgtEl>
                                          <p:spTgt spid="136"/>
                                        </p:tgtEl>
                                        <p:attrNameLst>
                                          <p:attrName>ppt_w</p:attrName>
                                        </p:attrNameLst>
                                      </p:cBhvr>
                                      <p:tavLst>
                                        <p:tav tm="0">
                                          <p:val>
                                            <p:fltVal val="0"/>
                                          </p:val>
                                        </p:tav>
                                        <p:tav tm="100000">
                                          <p:val>
                                            <p:strVal val="#ppt_w"/>
                                          </p:val>
                                        </p:tav>
                                      </p:tavLst>
                                    </p:anim>
                                    <p:anim calcmode="lin" valueType="num">
                                      <p:cBhvr>
                                        <p:cTn id="96" dur="500" fill="hold"/>
                                        <p:tgtEl>
                                          <p:spTgt spid="136"/>
                                        </p:tgtEl>
                                        <p:attrNameLst>
                                          <p:attrName>ppt_h</p:attrName>
                                        </p:attrNameLst>
                                      </p:cBhvr>
                                      <p:tavLst>
                                        <p:tav tm="0">
                                          <p:val>
                                            <p:fltVal val="0"/>
                                          </p:val>
                                        </p:tav>
                                        <p:tav tm="100000">
                                          <p:val>
                                            <p:strVal val="#ppt_h"/>
                                          </p:val>
                                        </p:tav>
                                      </p:tavLst>
                                    </p:anim>
                                    <p:animEffect transition="in" filter="fade">
                                      <p:cBhvr>
                                        <p:cTn id="97" dur="500"/>
                                        <p:tgtEl>
                                          <p:spTgt spid="136"/>
                                        </p:tgtEl>
                                      </p:cBhvr>
                                    </p:animEffect>
                                  </p:childTnLst>
                                </p:cTn>
                              </p:par>
                              <p:par>
                                <p:cTn id="98" presetID="2" presetClass="entr" presetSubtype="4" accel="50000" decel="50000" fill="hold" grpId="0" nodeType="withEffect">
                                  <p:stCondLst>
                                    <p:cond delay="0"/>
                                  </p:stCondLst>
                                  <p:childTnLst>
                                    <p:set>
                                      <p:cBhvr>
                                        <p:cTn id="99" dur="1" fill="hold">
                                          <p:stCondLst>
                                            <p:cond delay="0"/>
                                          </p:stCondLst>
                                        </p:cTn>
                                        <p:tgtEl>
                                          <p:spTgt spid="137"/>
                                        </p:tgtEl>
                                        <p:attrNameLst>
                                          <p:attrName>style.visibility</p:attrName>
                                        </p:attrNameLst>
                                      </p:cBhvr>
                                      <p:to>
                                        <p:strVal val="visible"/>
                                      </p:to>
                                    </p:set>
                                    <p:anim calcmode="lin" valueType="num">
                                      <p:cBhvr additive="base">
                                        <p:cTn id="100" dur="500" fill="hold"/>
                                        <p:tgtEl>
                                          <p:spTgt spid="137"/>
                                        </p:tgtEl>
                                        <p:attrNameLst>
                                          <p:attrName>ppt_x</p:attrName>
                                        </p:attrNameLst>
                                      </p:cBhvr>
                                      <p:tavLst>
                                        <p:tav tm="0">
                                          <p:val>
                                            <p:strVal val="#ppt_x"/>
                                          </p:val>
                                        </p:tav>
                                        <p:tav tm="100000">
                                          <p:val>
                                            <p:strVal val="#ppt_x"/>
                                          </p:val>
                                        </p:tav>
                                      </p:tavLst>
                                    </p:anim>
                                    <p:anim calcmode="lin" valueType="num">
                                      <p:cBhvr additive="base">
                                        <p:cTn id="101" dur="500" fill="hold"/>
                                        <p:tgtEl>
                                          <p:spTgt spid="137"/>
                                        </p:tgtEl>
                                        <p:attrNameLst>
                                          <p:attrName>ppt_y</p:attrName>
                                        </p:attrNameLst>
                                      </p:cBhvr>
                                      <p:tavLst>
                                        <p:tav tm="0">
                                          <p:val>
                                            <p:strVal val="1+#ppt_h/2"/>
                                          </p:val>
                                        </p:tav>
                                        <p:tav tm="100000">
                                          <p:val>
                                            <p:strVal val="#ppt_y"/>
                                          </p:val>
                                        </p:tav>
                                      </p:tavLst>
                                    </p:anim>
                                  </p:childTnLst>
                                </p:cTn>
                              </p:par>
                            </p:childTnLst>
                          </p:cTn>
                        </p:par>
                        <p:par>
                          <p:cTn id="102" fill="hold">
                            <p:stCondLst>
                              <p:cond delay="9000"/>
                            </p:stCondLst>
                            <p:childTnLst>
                              <p:par>
                                <p:cTn id="103" presetID="53" presetClass="entr" presetSubtype="0" fill="hold" grpId="0" nodeType="afterEffect">
                                  <p:stCondLst>
                                    <p:cond delay="0"/>
                                  </p:stCondLst>
                                  <p:childTnLst>
                                    <p:set>
                                      <p:cBhvr>
                                        <p:cTn id="104" dur="1" fill="hold">
                                          <p:stCondLst>
                                            <p:cond delay="0"/>
                                          </p:stCondLst>
                                        </p:cTn>
                                        <p:tgtEl>
                                          <p:spTgt spid="138"/>
                                        </p:tgtEl>
                                        <p:attrNameLst>
                                          <p:attrName>style.visibility</p:attrName>
                                        </p:attrNameLst>
                                      </p:cBhvr>
                                      <p:to>
                                        <p:strVal val="visible"/>
                                      </p:to>
                                    </p:set>
                                    <p:anim calcmode="lin" valueType="num">
                                      <p:cBhvr>
                                        <p:cTn id="105" dur="500" fill="hold"/>
                                        <p:tgtEl>
                                          <p:spTgt spid="138"/>
                                        </p:tgtEl>
                                        <p:attrNameLst>
                                          <p:attrName>ppt_w</p:attrName>
                                        </p:attrNameLst>
                                      </p:cBhvr>
                                      <p:tavLst>
                                        <p:tav tm="0">
                                          <p:val>
                                            <p:fltVal val="0"/>
                                          </p:val>
                                        </p:tav>
                                        <p:tav tm="100000">
                                          <p:val>
                                            <p:strVal val="#ppt_w"/>
                                          </p:val>
                                        </p:tav>
                                      </p:tavLst>
                                    </p:anim>
                                    <p:anim calcmode="lin" valueType="num">
                                      <p:cBhvr>
                                        <p:cTn id="106" dur="500" fill="hold"/>
                                        <p:tgtEl>
                                          <p:spTgt spid="138"/>
                                        </p:tgtEl>
                                        <p:attrNameLst>
                                          <p:attrName>ppt_h</p:attrName>
                                        </p:attrNameLst>
                                      </p:cBhvr>
                                      <p:tavLst>
                                        <p:tav tm="0">
                                          <p:val>
                                            <p:fltVal val="0"/>
                                          </p:val>
                                        </p:tav>
                                        <p:tav tm="100000">
                                          <p:val>
                                            <p:strVal val="#ppt_h"/>
                                          </p:val>
                                        </p:tav>
                                      </p:tavLst>
                                    </p:anim>
                                    <p:animEffect transition="in" filter="fade">
                                      <p:cBhvr>
                                        <p:cTn id="107" dur="500"/>
                                        <p:tgtEl>
                                          <p:spTgt spid="138"/>
                                        </p:tgtEl>
                                      </p:cBhvr>
                                    </p:animEffect>
                                  </p:childTnLst>
                                </p:cTn>
                              </p:par>
                              <p:par>
                                <p:cTn id="108" presetID="2" presetClass="entr" presetSubtype="4" accel="50000" decel="50000" fill="hold" grpId="0" nodeType="withEffect">
                                  <p:stCondLst>
                                    <p:cond delay="0"/>
                                  </p:stCondLst>
                                  <p:childTnLst>
                                    <p:set>
                                      <p:cBhvr>
                                        <p:cTn id="109" dur="1" fill="hold">
                                          <p:stCondLst>
                                            <p:cond delay="0"/>
                                          </p:stCondLst>
                                        </p:cTn>
                                        <p:tgtEl>
                                          <p:spTgt spid="139"/>
                                        </p:tgtEl>
                                        <p:attrNameLst>
                                          <p:attrName>style.visibility</p:attrName>
                                        </p:attrNameLst>
                                      </p:cBhvr>
                                      <p:to>
                                        <p:strVal val="visible"/>
                                      </p:to>
                                    </p:set>
                                    <p:anim calcmode="lin" valueType="num">
                                      <p:cBhvr additive="base">
                                        <p:cTn id="110" dur="500" fill="hold"/>
                                        <p:tgtEl>
                                          <p:spTgt spid="139"/>
                                        </p:tgtEl>
                                        <p:attrNameLst>
                                          <p:attrName>ppt_x</p:attrName>
                                        </p:attrNameLst>
                                      </p:cBhvr>
                                      <p:tavLst>
                                        <p:tav tm="0">
                                          <p:val>
                                            <p:strVal val="#ppt_x"/>
                                          </p:val>
                                        </p:tav>
                                        <p:tav tm="100000">
                                          <p:val>
                                            <p:strVal val="#ppt_x"/>
                                          </p:val>
                                        </p:tav>
                                      </p:tavLst>
                                    </p:anim>
                                    <p:anim calcmode="lin" valueType="num">
                                      <p:cBhvr additive="base">
                                        <p:cTn id="111" dur="500" fill="hold"/>
                                        <p:tgtEl>
                                          <p:spTgt spid="139"/>
                                        </p:tgtEl>
                                        <p:attrNameLst>
                                          <p:attrName>ppt_y</p:attrName>
                                        </p:attrNameLst>
                                      </p:cBhvr>
                                      <p:tavLst>
                                        <p:tav tm="0">
                                          <p:val>
                                            <p:strVal val="1+#ppt_h/2"/>
                                          </p:val>
                                        </p:tav>
                                        <p:tav tm="100000">
                                          <p:val>
                                            <p:strVal val="#ppt_y"/>
                                          </p:val>
                                        </p:tav>
                                      </p:tavLst>
                                    </p:anim>
                                  </p:childTnLst>
                                </p:cTn>
                              </p:par>
                            </p:childTnLst>
                          </p:cTn>
                        </p:par>
                        <p:par>
                          <p:cTn id="112" fill="hold">
                            <p:stCondLst>
                              <p:cond delay="9500"/>
                            </p:stCondLst>
                            <p:childTnLst>
                              <p:par>
                                <p:cTn id="113" presetID="53" presetClass="entr" presetSubtype="0" fill="hold" grpId="0" nodeType="afterEffect">
                                  <p:stCondLst>
                                    <p:cond delay="0"/>
                                  </p:stCondLst>
                                  <p:childTnLst>
                                    <p:set>
                                      <p:cBhvr>
                                        <p:cTn id="114" dur="1" fill="hold">
                                          <p:stCondLst>
                                            <p:cond delay="0"/>
                                          </p:stCondLst>
                                        </p:cTn>
                                        <p:tgtEl>
                                          <p:spTgt spid="140"/>
                                        </p:tgtEl>
                                        <p:attrNameLst>
                                          <p:attrName>style.visibility</p:attrName>
                                        </p:attrNameLst>
                                      </p:cBhvr>
                                      <p:to>
                                        <p:strVal val="visible"/>
                                      </p:to>
                                    </p:set>
                                    <p:anim calcmode="lin" valueType="num">
                                      <p:cBhvr>
                                        <p:cTn id="115" dur="500" fill="hold"/>
                                        <p:tgtEl>
                                          <p:spTgt spid="140"/>
                                        </p:tgtEl>
                                        <p:attrNameLst>
                                          <p:attrName>ppt_w</p:attrName>
                                        </p:attrNameLst>
                                      </p:cBhvr>
                                      <p:tavLst>
                                        <p:tav tm="0">
                                          <p:val>
                                            <p:fltVal val="0"/>
                                          </p:val>
                                        </p:tav>
                                        <p:tav tm="100000">
                                          <p:val>
                                            <p:strVal val="#ppt_w"/>
                                          </p:val>
                                        </p:tav>
                                      </p:tavLst>
                                    </p:anim>
                                    <p:anim calcmode="lin" valueType="num">
                                      <p:cBhvr>
                                        <p:cTn id="116" dur="500" fill="hold"/>
                                        <p:tgtEl>
                                          <p:spTgt spid="140"/>
                                        </p:tgtEl>
                                        <p:attrNameLst>
                                          <p:attrName>ppt_h</p:attrName>
                                        </p:attrNameLst>
                                      </p:cBhvr>
                                      <p:tavLst>
                                        <p:tav tm="0">
                                          <p:val>
                                            <p:fltVal val="0"/>
                                          </p:val>
                                        </p:tav>
                                        <p:tav tm="100000">
                                          <p:val>
                                            <p:strVal val="#ppt_h"/>
                                          </p:val>
                                        </p:tav>
                                      </p:tavLst>
                                    </p:anim>
                                    <p:animEffect transition="in" filter="fade">
                                      <p:cBhvr>
                                        <p:cTn id="117" dur="500"/>
                                        <p:tgtEl>
                                          <p:spTgt spid="140"/>
                                        </p:tgtEl>
                                      </p:cBhvr>
                                    </p:animEffect>
                                  </p:childTnLst>
                                </p:cTn>
                              </p:par>
                              <p:par>
                                <p:cTn id="118" presetID="2" presetClass="entr" presetSubtype="4" accel="50000" decel="50000" fill="hold" grpId="0" nodeType="withEffect">
                                  <p:stCondLst>
                                    <p:cond delay="0"/>
                                  </p:stCondLst>
                                  <p:childTnLst>
                                    <p:set>
                                      <p:cBhvr>
                                        <p:cTn id="119" dur="1" fill="hold">
                                          <p:stCondLst>
                                            <p:cond delay="0"/>
                                          </p:stCondLst>
                                        </p:cTn>
                                        <p:tgtEl>
                                          <p:spTgt spid="141"/>
                                        </p:tgtEl>
                                        <p:attrNameLst>
                                          <p:attrName>style.visibility</p:attrName>
                                        </p:attrNameLst>
                                      </p:cBhvr>
                                      <p:to>
                                        <p:strVal val="visible"/>
                                      </p:to>
                                    </p:set>
                                    <p:anim calcmode="lin" valueType="num">
                                      <p:cBhvr additive="base">
                                        <p:cTn id="120" dur="500" fill="hold"/>
                                        <p:tgtEl>
                                          <p:spTgt spid="141"/>
                                        </p:tgtEl>
                                        <p:attrNameLst>
                                          <p:attrName>ppt_x</p:attrName>
                                        </p:attrNameLst>
                                      </p:cBhvr>
                                      <p:tavLst>
                                        <p:tav tm="0">
                                          <p:val>
                                            <p:strVal val="#ppt_x"/>
                                          </p:val>
                                        </p:tav>
                                        <p:tav tm="100000">
                                          <p:val>
                                            <p:strVal val="#ppt_x"/>
                                          </p:val>
                                        </p:tav>
                                      </p:tavLst>
                                    </p:anim>
                                    <p:anim calcmode="lin" valueType="num">
                                      <p:cBhvr additive="base">
                                        <p:cTn id="121"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P spid="132" grpId="0" animBg="1"/>
      <p:bldP spid="133" grpId="0"/>
      <p:bldP spid="134" grpId="0" animBg="1"/>
      <p:bldP spid="135" grpId="0"/>
      <p:bldP spid="136" grpId="0" animBg="1"/>
      <p:bldP spid="137" grpId="0"/>
      <p:bldP spid="138" grpId="0" animBg="1"/>
      <p:bldP spid="139" grpId="0"/>
      <p:bldP spid="140" grpId="0" animBg="1"/>
      <p:bldP spid="14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China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China Map Slide</a:t>
            </a:r>
            <a:endParaRPr lang="en-US" dirty="0"/>
          </a:p>
        </p:txBody>
      </p:sp>
      <p:grpSp>
        <p:nvGrpSpPr>
          <p:cNvPr id="79" name="Group 78"/>
          <p:cNvGrpSpPr/>
          <p:nvPr/>
        </p:nvGrpSpPr>
        <p:grpSpPr>
          <a:xfrm>
            <a:off x="1767608" y="1676400"/>
            <a:ext cx="5608784" cy="4143172"/>
            <a:chOff x="2044701" y="895350"/>
            <a:chExt cx="5054600" cy="3733800"/>
          </a:xfrm>
          <a:solidFill>
            <a:schemeClr val="bg1">
              <a:lumMod val="85000"/>
            </a:schemeClr>
          </a:solidFill>
        </p:grpSpPr>
        <p:sp>
          <p:nvSpPr>
            <p:cNvPr id="80" name="Freeform 5"/>
            <p:cNvSpPr>
              <a:spLocks/>
            </p:cNvSpPr>
            <p:nvPr/>
          </p:nvSpPr>
          <p:spPr bwMode="auto">
            <a:xfrm>
              <a:off x="5538788" y="3727450"/>
              <a:ext cx="377825" cy="422275"/>
            </a:xfrm>
            <a:custGeom>
              <a:avLst/>
              <a:gdLst/>
              <a:ahLst/>
              <a:cxnLst>
                <a:cxn ang="0">
                  <a:pos x="207" y="56"/>
                </a:cxn>
                <a:cxn ang="0">
                  <a:pos x="202" y="54"/>
                </a:cxn>
                <a:cxn ang="0">
                  <a:pos x="199" y="66"/>
                </a:cxn>
                <a:cxn ang="0">
                  <a:pos x="187" y="79"/>
                </a:cxn>
                <a:cxn ang="0">
                  <a:pos x="175" y="80"/>
                </a:cxn>
                <a:cxn ang="0">
                  <a:pos x="174" y="97"/>
                </a:cxn>
                <a:cxn ang="0">
                  <a:pos x="167" y="115"/>
                </a:cxn>
                <a:cxn ang="0">
                  <a:pos x="164" y="139"/>
                </a:cxn>
                <a:cxn ang="0">
                  <a:pos x="148" y="155"/>
                </a:cxn>
                <a:cxn ang="0">
                  <a:pos x="134" y="173"/>
                </a:cxn>
                <a:cxn ang="0">
                  <a:pos x="125" y="189"/>
                </a:cxn>
                <a:cxn ang="0">
                  <a:pos x="112" y="192"/>
                </a:cxn>
                <a:cxn ang="0">
                  <a:pos x="103" y="195"/>
                </a:cxn>
                <a:cxn ang="0">
                  <a:pos x="95" y="210"/>
                </a:cxn>
                <a:cxn ang="0">
                  <a:pos x="88" y="215"/>
                </a:cxn>
                <a:cxn ang="0">
                  <a:pos x="73" y="221"/>
                </a:cxn>
                <a:cxn ang="0">
                  <a:pos x="63" y="230"/>
                </a:cxn>
                <a:cxn ang="0">
                  <a:pos x="55" y="236"/>
                </a:cxn>
                <a:cxn ang="0">
                  <a:pos x="49" y="212"/>
                </a:cxn>
                <a:cxn ang="0">
                  <a:pos x="38" y="192"/>
                </a:cxn>
                <a:cxn ang="0">
                  <a:pos x="27" y="183"/>
                </a:cxn>
                <a:cxn ang="0">
                  <a:pos x="14" y="174"/>
                </a:cxn>
                <a:cxn ang="0">
                  <a:pos x="6" y="174"/>
                </a:cxn>
                <a:cxn ang="0">
                  <a:pos x="2" y="156"/>
                </a:cxn>
                <a:cxn ang="0">
                  <a:pos x="9" y="138"/>
                </a:cxn>
                <a:cxn ang="0">
                  <a:pos x="15" y="119"/>
                </a:cxn>
                <a:cxn ang="0">
                  <a:pos x="26" y="106"/>
                </a:cxn>
                <a:cxn ang="0">
                  <a:pos x="27" y="96"/>
                </a:cxn>
                <a:cxn ang="0">
                  <a:pos x="32" y="88"/>
                </a:cxn>
                <a:cxn ang="0">
                  <a:pos x="35" y="72"/>
                </a:cxn>
                <a:cxn ang="0">
                  <a:pos x="46" y="67"/>
                </a:cxn>
                <a:cxn ang="0">
                  <a:pos x="53" y="57"/>
                </a:cxn>
                <a:cxn ang="0">
                  <a:pos x="60" y="32"/>
                </a:cxn>
                <a:cxn ang="0">
                  <a:pos x="72" y="23"/>
                </a:cxn>
                <a:cxn ang="0">
                  <a:pos x="83" y="19"/>
                </a:cxn>
                <a:cxn ang="0">
                  <a:pos x="106" y="15"/>
                </a:cxn>
                <a:cxn ang="0">
                  <a:pos x="117" y="5"/>
                </a:cxn>
                <a:cxn ang="0">
                  <a:pos x="132" y="0"/>
                </a:cxn>
                <a:cxn ang="0">
                  <a:pos x="134" y="12"/>
                </a:cxn>
                <a:cxn ang="0">
                  <a:pos x="138" y="28"/>
                </a:cxn>
                <a:cxn ang="0">
                  <a:pos x="142" y="44"/>
                </a:cxn>
                <a:cxn ang="0">
                  <a:pos x="150" y="45"/>
                </a:cxn>
                <a:cxn ang="0">
                  <a:pos x="171" y="34"/>
                </a:cxn>
                <a:cxn ang="0">
                  <a:pos x="177" y="48"/>
                </a:cxn>
                <a:cxn ang="0">
                  <a:pos x="196" y="47"/>
                </a:cxn>
              </a:cxnLst>
              <a:rect l="0" t="0" r="r" b="b"/>
              <a:pathLst>
                <a:path w="211" h="236">
                  <a:moveTo>
                    <a:pt x="211" y="53"/>
                  </a:moveTo>
                  <a:cubicBezTo>
                    <a:pt x="210" y="54"/>
                    <a:pt x="209" y="55"/>
                    <a:pt x="207" y="56"/>
                  </a:cubicBezTo>
                  <a:cubicBezTo>
                    <a:pt x="203" y="52"/>
                    <a:pt x="203" y="52"/>
                    <a:pt x="203" y="52"/>
                  </a:cubicBezTo>
                  <a:cubicBezTo>
                    <a:pt x="203" y="53"/>
                    <a:pt x="202" y="54"/>
                    <a:pt x="202" y="54"/>
                  </a:cubicBezTo>
                  <a:cubicBezTo>
                    <a:pt x="201" y="58"/>
                    <a:pt x="202" y="61"/>
                    <a:pt x="201" y="65"/>
                  </a:cubicBezTo>
                  <a:cubicBezTo>
                    <a:pt x="201" y="66"/>
                    <a:pt x="199" y="66"/>
                    <a:pt x="199" y="66"/>
                  </a:cubicBezTo>
                  <a:cubicBezTo>
                    <a:pt x="198" y="68"/>
                    <a:pt x="196" y="68"/>
                    <a:pt x="195" y="69"/>
                  </a:cubicBezTo>
                  <a:cubicBezTo>
                    <a:pt x="191" y="73"/>
                    <a:pt x="189" y="75"/>
                    <a:pt x="187" y="79"/>
                  </a:cubicBezTo>
                  <a:cubicBezTo>
                    <a:pt x="182" y="77"/>
                    <a:pt x="181" y="73"/>
                    <a:pt x="177" y="70"/>
                  </a:cubicBezTo>
                  <a:cubicBezTo>
                    <a:pt x="176" y="74"/>
                    <a:pt x="176" y="77"/>
                    <a:pt x="175" y="80"/>
                  </a:cubicBezTo>
                  <a:cubicBezTo>
                    <a:pt x="174" y="84"/>
                    <a:pt x="172" y="85"/>
                    <a:pt x="172" y="88"/>
                  </a:cubicBezTo>
                  <a:cubicBezTo>
                    <a:pt x="172" y="92"/>
                    <a:pt x="174" y="93"/>
                    <a:pt x="174" y="97"/>
                  </a:cubicBezTo>
                  <a:cubicBezTo>
                    <a:pt x="174" y="108"/>
                    <a:pt x="174" y="108"/>
                    <a:pt x="174" y="108"/>
                  </a:cubicBezTo>
                  <a:cubicBezTo>
                    <a:pt x="174" y="112"/>
                    <a:pt x="170" y="113"/>
                    <a:pt x="167" y="115"/>
                  </a:cubicBezTo>
                  <a:cubicBezTo>
                    <a:pt x="173" y="120"/>
                    <a:pt x="173" y="120"/>
                    <a:pt x="173" y="120"/>
                  </a:cubicBezTo>
                  <a:cubicBezTo>
                    <a:pt x="172" y="128"/>
                    <a:pt x="170" y="133"/>
                    <a:pt x="164" y="139"/>
                  </a:cubicBezTo>
                  <a:cubicBezTo>
                    <a:pt x="163" y="141"/>
                    <a:pt x="160" y="141"/>
                    <a:pt x="158" y="143"/>
                  </a:cubicBezTo>
                  <a:cubicBezTo>
                    <a:pt x="154" y="148"/>
                    <a:pt x="153" y="151"/>
                    <a:pt x="148" y="155"/>
                  </a:cubicBezTo>
                  <a:cubicBezTo>
                    <a:pt x="145" y="158"/>
                    <a:pt x="144" y="161"/>
                    <a:pt x="142" y="164"/>
                  </a:cubicBezTo>
                  <a:cubicBezTo>
                    <a:pt x="139" y="168"/>
                    <a:pt x="135" y="169"/>
                    <a:pt x="134" y="173"/>
                  </a:cubicBezTo>
                  <a:cubicBezTo>
                    <a:pt x="134" y="176"/>
                    <a:pt x="135" y="177"/>
                    <a:pt x="135" y="179"/>
                  </a:cubicBezTo>
                  <a:cubicBezTo>
                    <a:pt x="134" y="185"/>
                    <a:pt x="131" y="189"/>
                    <a:pt x="125" y="189"/>
                  </a:cubicBezTo>
                  <a:cubicBezTo>
                    <a:pt x="122" y="189"/>
                    <a:pt x="121" y="186"/>
                    <a:pt x="118" y="186"/>
                  </a:cubicBezTo>
                  <a:cubicBezTo>
                    <a:pt x="115" y="186"/>
                    <a:pt x="116" y="192"/>
                    <a:pt x="112" y="192"/>
                  </a:cubicBezTo>
                  <a:cubicBezTo>
                    <a:pt x="110" y="192"/>
                    <a:pt x="109" y="191"/>
                    <a:pt x="106" y="191"/>
                  </a:cubicBezTo>
                  <a:cubicBezTo>
                    <a:pt x="104" y="191"/>
                    <a:pt x="103" y="193"/>
                    <a:pt x="103" y="195"/>
                  </a:cubicBezTo>
                  <a:cubicBezTo>
                    <a:pt x="102" y="198"/>
                    <a:pt x="102" y="201"/>
                    <a:pt x="100" y="203"/>
                  </a:cubicBezTo>
                  <a:cubicBezTo>
                    <a:pt x="98" y="206"/>
                    <a:pt x="96" y="207"/>
                    <a:pt x="95" y="210"/>
                  </a:cubicBezTo>
                  <a:cubicBezTo>
                    <a:pt x="94" y="213"/>
                    <a:pt x="94" y="217"/>
                    <a:pt x="91" y="217"/>
                  </a:cubicBezTo>
                  <a:cubicBezTo>
                    <a:pt x="90" y="217"/>
                    <a:pt x="89" y="215"/>
                    <a:pt x="88" y="215"/>
                  </a:cubicBezTo>
                  <a:cubicBezTo>
                    <a:pt x="84" y="215"/>
                    <a:pt x="84" y="221"/>
                    <a:pt x="80" y="221"/>
                  </a:cubicBezTo>
                  <a:cubicBezTo>
                    <a:pt x="77" y="221"/>
                    <a:pt x="76" y="221"/>
                    <a:pt x="73" y="221"/>
                  </a:cubicBezTo>
                  <a:cubicBezTo>
                    <a:pt x="72" y="224"/>
                    <a:pt x="73" y="225"/>
                    <a:pt x="71" y="227"/>
                  </a:cubicBezTo>
                  <a:cubicBezTo>
                    <a:pt x="69" y="230"/>
                    <a:pt x="67" y="229"/>
                    <a:pt x="63" y="230"/>
                  </a:cubicBezTo>
                  <a:cubicBezTo>
                    <a:pt x="60" y="231"/>
                    <a:pt x="59" y="234"/>
                    <a:pt x="55" y="236"/>
                  </a:cubicBezTo>
                  <a:cubicBezTo>
                    <a:pt x="55" y="236"/>
                    <a:pt x="55" y="236"/>
                    <a:pt x="55" y="236"/>
                  </a:cubicBezTo>
                  <a:cubicBezTo>
                    <a:pt x="54" y="230"/>
                    <a:pt x="55" y="226"/>
                    <a:pt x="53" y="220"/>
                  </a:cubicBezTo>
                  <a:cubicBezTo>
                    <a:pt x="52" y="217"/>
                    <a:pt x="50" y="215"/>
                    <a:pt x="49" y="212"/>
                  </a:cubicBezTo>
                  <a:cubicBezTo>
                    <a:pt x="46" y="206"/>
                    <a:pt x="44" y="203"/>
                    <a:pt x="41" y="198"/>
                  </a:cubicBezTo>
                  <a:cubicBezTo>
                    <a:pt x="40" y="196"/>
                    <a:pt x="39" y="194"/>
                    <a:pt x="38" y="192"/>
                  </a:cubicBezTo>
                  <a:cubicBezTo>
                    <a:pt x="37" y="190"/>
                    <a:pt x="37" y="188"/>
                    <a:pt x="35" y="186"/>
                  </a:cubicBezTo>
                  <a:cubicBezTo>
                    <a:pt x="33" y="184"/>
                    <a:pt x="30" y="184"/>
                    <a:pt x="27" y="183"/>
                  </a:cubicBezTo>
                  <a:cubicBezTo>
                    <a:pt x="25" y="182"/>
                    <a:pt x="23" y="182"/>
                    <a:pt x="21" y="180"/>
                  </a:cubicBezTo>
                  <a:cubicBezTo>
                    <a:pt x="18" y="178"/>
                    <a:pt x="18" y="175"/>
                    <a:pt x="14" y="174"/>
                  </a:cubicBezTo>
                  <a:cubicBezTo>
                    <a:pt x="12" y="173"/>
                    <a:pt x="8" y="174"/>
                    <a:pt x="6" y="174"/>
                  </a:cubicBezTo>
                  <a:cubicBezTo>
                    <a:pt x="6" y="174"/>
                    <a:pt x="6" y="174"/>
                    <a:pt x="6" y="174"/>
                  </a:cubicBezTo>
                  <a:cubicBezTo>
                    <a:pt x="3" y="168"/>
                    <a:pt x="0" y="165"/>
                    <a:pt x="0" y="158"/>
                  </a:cubicBezTo>
                  <a:cubicBezTo>
                    <a:pt x="0" y="157"/>
                    <a:pt x="2" y="157"/>
                    <a:pt x="2" y="156"/>
                  </a:cubicBezTo>
                  <a:cubicBezTo>
                    <a:pt x="5" y="153"/>
                    <a:pt x="5" y="151"/>
                    <a:pt x="7" y="147"/>
                  </a:cubicBezTo>
                  <a:cubicBezTo>
                    <a:pt x="8" y="144"/>
                    <a:pt x="9" y="142"/>
                    <a:pt x="9" y="138"/>
                  </a:cubicBezTo>
                  <a:cubicBezTo>
                    <a:pt x="10" y="134"/>
                    <a:pt x="11" y="132"/>
                    <a:pt x="12" y="127"/>
                  </a:cubicBezTo>
                  <a:cubicBezTo>
                    <a:pt x="13" y="124"/>
                    <a:pt x="12" y="121"/>
                    <a:pt x="15" y="119"/>
                  </a:cubicBezTo>
                  <a:cubicBezTo>
                    <a:pt x="18" y="117"/>
                    <a:pt x="22" y="118"/>
                    <a:pt x="24" y="114"/>
                  </a:cubicBezTo>
                  <a:cubicBezTo>
                    <a:pt x="25" y="112"/>
                    <a:pt x="25" y="109"/>
                    <a:pt x="26" y="106"/>
                  </a:cubicBezTo>
                  <a:cubicBezTo>
                    <a:pt x="26" y="105"/>
                    <a:pt x="27" y="104"/>
                    <a:pt x="27" y="102"/>
                  </a:cubicBezTo>
                  <a:cubicBezTo>
                    <a:pt x="28" y="100"/>
                    <a:pt x="27" y="98"/>
                    <a:pt x="27" y="96"/>
                  </a:cubicBezTo>
                  <a:cubicBezTo>
                    <a:pt x="27" y="95"/>
                    <a:pt x="29" y="95"/>
                    <a:pt x="29" y="94"/>
                  </a:cubicBezTo>
                  <a:cubicBezTo>
                    <a:pt x="31" y="92"/>
                    <a:pt x="32" y="90"/>
                    <a:pt x="32" y="88"/>
                  </a:cubicBezTo>
                  <a:cubicBezTo>
                    <a:pt x="32" y="78"/>
                    <a:pt x="32" y="78"/>
                    <a:pt x="32" y="78"/>
                  </a:cubicBezTo>
                  <a:cubicBezTo>
                    <a:pt x="32" y="75"/>
                    <a:pt x="34" y="74"/>
                    <a:pt x="35" y="72"/>
                  </a:cubicBezTo>
                  <a:cubicBezTo>
                    <a:pt x="36" y="71"/>
                    <a:pt x="36" y="69"/>
                    <a:pt x="38" y="68"/>
                  </a:cubicBezTo>
                  <a:cubicBezTo>
                    <a:pt x="40" y="66"/>
                    <a:pt x="43" y="68"/>
                    <a:pt x="46" y="67"/>
                  </a:cubicBezTo>
                  <a:cubicBezTo>
                    <a:pt x="49" y="67"/>
                    <a:pt x="50" y="64"/>
                    <a:pt x="51" y="61"/>
                  </a:cubicBezTo>
                  <a:cubicBezTo>
                    <a:pt x="52" y="59"/>
                    <a:pt x="53" y="59"/>
                    <a:pt x="53" y="57"/>
                  </a:cubicBezTo>
                  <a:cubicBezTo>
                    <a:pt x="56" y="48"/>
                    <a:pt x="54" y="42"/>
                    <a:pt x="55" y="32"/>
                  </a:cubicBezTo>
                  <a:cubicBezTo>
                    <a:pt x="57" y="32"/>
                    <a:pt x="58" y="32"/>
                    <a:pt x="60" y="32"/>
                  </a:cubicBezTo>
                  <a:cubicBezTo>
                    <a:pt x="64" y="31"/>
                    <a:pt x="65" y="29"/>
                    <a:pt x="68" y="26"/>
                  </a:cubicBezTo>
                  <a:cubicBezTo>
                    <a:pt x="69" y="25"/>
                    <a:pt x="70" y="24"/>
                    <a:pt x="72" y="23"/>
                  </a:cubicBezTo>
                  <a:cubicBezTo>
                    <a:pt x="74" y="21"/>
                    <a:pt x="75" y="18"/>
                    <a:pt x="78" y="18"/>
                  </a:cubicBezTo>
                  <a:cubicBezTo>
                    <a:pt x="80" y="18"/>
                    <a:pt x="81" y="19"/>
                    <a:pt x="83" y="19"/>
                  </a:cubicBezTo>
                  <a:cubicBezTo>
                    <a:pt x="88" y="19"/>
                    <a:pt x="91" y="18"/>
                    <a:pt x="96" y="17"/>
                  </a:cubicBezTo>
                  <a:cubicBezTo>
                    <a:pt x="100" y="16"/>
                    <a:pt x="102" y="16"/>
                    <a:pt x="106" y="15"/>
                  </a:cubicBezTo>
                  <a:cubicBezTo>
                    <a:pt x="109" y="14"/>
                    <a:pt x="110" y="12"/>
                    <a:pt x="112" y="10"/>
                  </a:cubicBezTo>
                  <a:cubicBezTo>
                    <a:pt x="114" y="8"/>
                    <a:pt x="115" y="8"/>
                    <a:pt x="117" y="5"/>
                  </a:cubicBezTo>
                  <a:cubicBezTo>
                    <a:pt x="117" y="5"/>
                    <a:pt x="117" y="5"/>
                    <a:pt x="117" y="5"/>
                  </a:cubicBezTo>
                  <a:cubicBezTo>
                    <a:pt x="123" y="5"/>
                    <a:pt x="126" y="0"/>
                    <a:pt x="132" y="0"/>
                  </a:cubicBezTo>
                  <a:cubicBezTo>
                    <a:pt x="133" y="0"/>
                    <a:pt x="134" y="2"/>
                    <a:pt x="134" y="4"/>
                  </a:cubicBezTo>
                  <a:cubicBezTo>
                    <a:pt x="135" y="7"/>
                    <a:pt x="134" y="9"/>
                    <a:pt x="134" y="12"/>
                  </a:cubicBezTo>
                  <a:cubicBezTo>
                    <a:pt x="135" y="17"/>
                    <a:pt x="135" y="20"/>
                    <a:pt x="136" y="24"/>
                  </a:cubicBezTo>
                  <a:cubicBezTo>
                    <a:pt x="137" y="26"/>
                    <a:pt x="138" y="26"/>
                    <a:pt x="138" y="28"/>
                  </a:cubicBezTo>
                  <a:cubicBezTo>
                    <a:pt x="139" y="31"/>
                    <a:pt x="138" y="33"/>
                    <a:pt x="139" y="36"/>
                  </a:cubicBezTo>
                  <a:cubicBezTo>
                    <a:pt x="140" y="39"/>
                    <a:pt x="141" y="41"/>
                    <a:pt x="142" y="44"/>
                  </a:cubicBezTo>
                  <a:cubicBezTo>
                    <a:pt x="143" y="45"/>
                    <a:pt x="143" y="47"/>
                    <a:pt x="144" y="47"/>
                  </a:cubicBezTo>
                  <a:cubicBezTo>
                    <a:pt x="147" y="47"/>
                    <a:pt x="148" y="46"/>
                    <a:pt x="150" y="45"/>
                  </a:cubicBezTo>
                  <a:cubicBezTo>
                    <a:pt x="153" y="44"/>
                    <a:pt x="156" y="44"/>
                    <a:pt x="158" y="43"/>
                  </a:cubicBezTo>
                  <a:cubicBezTo>
                    <a:pt x="164" y="40"/>
                    <a:pt x="165" y="34"/>
                    <a:pt x="171" y="34"/>
                  </a:cubicBezTo>
                  <a:cubicBezTo>
                    <a:pt x="173" y="34"/>
                    <a:pt x="174" y="36"/>
                    <a:pt x="175" y="37"/>
                  </a:cubicBezTo>
                  <a:cubicBezTo>
                    <a:pt x="177" y="41"/>
                    <a:pt x="177" y="44"/>
                    <a:pt x="177" y="48"/>
                  </a:cubicBezTo>
                  <a:cubicBezTo>
                    <a:pt x="181" y="48"/>
                    <a:pt x="183" y="48"/>
                    <a:pt x="187" y="49"/>
                  </a:cubicBezTo>
                  <a:cubicBezTo>
                    <a:pt x="196" y="47"/>
                    <a:pt x="196" y="47"/>
                    <a:pt x="196" y="47"/>
                  </a:cubicBezTo>
                  <a:cubicBezTo>
                    <a:pt x="203" y="48"/>
                    <a:pt x="205" y="50"/>
                    <a:pt x="211" y="5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6"/>
            <p:cNvSpPr>
              <a:spLocks/>
            </p:cNvSpPr>
            <p:nvPr/>
          </p:nvSpPr>
          <p:spPr bwMode="auto">
            <a:xfrm>
              <a:off x="5472113" y="2738438"/>
              <a:ext cx="625475" cy="398463"/>
            </a:xfrm>
            <a:custGeom>
              <a:avLst/>
              <a:gdLst/>
              <a:ahLst/>
              <a:cxnLst>
                <a:cxn ang="0">
                  <a:pos x="62" y="200"/>
                </a:cxn>
                <a:cxn ang="0">
                  <a:pos x="77" y="192"/>
                </a:cxn>
                <a:cxn ang="0">
                  <a:pos x="93" y="208"/>
                </a:cxn>
                <a:cxn ang="0">
                  <a:pos x="105" y="214"/>
                </a:cxn>
                <a:cxn ang="0">
                  <a:pos x="117" y="219"/>
                </a:cxn>
                <a:cxn ang="0">
                  <a:pos x="131" y="205"/>
                </a:cxn>
                <a:cxn ang="0">
                  <a:pos x="141" y="210"/>
                </a:cxn>
                <a:cxn ang="0">
                  <a:pos x="153" y="211"/>
                </a:cxn>
                <a:cxn ang="0">
                  <a:pos x="176" y="190"/>
                </a:cxn>
                <a:cxn ang="0">
                  <a:pos x="191" y="184"/>
                </a:cxn>
                <a:cxn ang="0">
                  <a:pos x="205" y="163"/>
                </a:cxn>
                <a:cxn ang="0">
                  <a:pos x="215" y="150"/>
                </a:cxn>
                <a:cxn ang="0">
                  <a:pos x="224" y="145"/>
                </a:cxn>
                <a:cxn ang="0">
                  <a:pos x="242" y="125"/>
                </a:cxn>
                <a:cxn ang="0">
                  <a:pos x="261" y="106"/>
                </a:cxn>
                <a:cxn ang="0">
                  <a:pos x="267" y="94"/>
                </a:cxn>
                <a:cxn ang="0">
                  <a:pos x="277" y="92"/>
                </a:cxn>
                <a:cxn ang="0">
                  <a:pos x="297" y="83"/>
                </a:cxn>
                <a:cxn ang="0">
                  <a:pos x="318" y="71"/>
                </a:cxn>
                <a:cxn ang="0">
                  <a:pos x="341" y="67"/>
                </a:cxn>
                <a:cxn ang="0">
                  <a:pos x="349" y="52"/>
                </a:cxn>
                <a:cxn ang="0">
                  <a:pos x="324" y="47"/>
                </a:cxn>
                <a:cxn ang="0">
                  <a:pos x="285" y="42"/>
                </a:cxn>
                <a:cxn ang="0">
                  <a:pos x="267" y="23"/>
                </a:cxn>
                <a:cxn ang="0">
                  <a:pos x="247" y="37"/>
                </a:cxn>
                <a:cxn ang="0">
                  <a:pos x="225" y="50"/>
                </a:cxn>
                <a:cxn ang="0">
                  <a:pos x="203" y="64"/>
                </a:cxn>
                <a:cxn ang="0">
                  <a:pos x="178" y="51"/>
                </a:cxn>
                <a:cxn ang="0">
                  <a:pos x="186" y="26"/>
                </a:cxn>
                <a:cxn ang="0">
                  <a:pos x="192" y="19"/>
                </a:cxn>
                <a:cxn ang="0">
                  <a:pos x="175" y="7"/>
                </a:cxn>
                <a:cxn ang="0">
                  <a:pos x="132" y="0"/>
                </a:cxn>
                <a:cxn ang="0">
                  <a:pos x="115" y="15"/>
                </a:cxn>
                <a:cxn ang="0">
                  <a:pos x="78" y="34"/>
                </a:cxn>
                <a:cxn ang="0">
                  <a:pos x="46" y="51"/>
                </a:cxn>
                <a:cxn ang="0">
                  <a:pos x="27" y="84"/>
                </a:cxn>
                <a:cxn ang="0">
                  <a:pos x="14" y="101"/>
                </a:cxn>
                <a:cxn ang="0">
                  <a:pos x="19" y="124"/>
                </a:cxn>
                <a:cxn ang="0">
                  <a:pos x="23" y="132"/>
                </a:cxn>
                <a:cxn ang="0">
                  <a:pos x="18" y="148"/>
                </a:cxn>
                <a:cxn ang="0">
                  <a:pos x="7" y="189"/>
                </a:cxn>
                <a:cxn ang="0">
                  <a:pos x="30" y="211"/>
                </a:cxn>
                <a:cxn ang="0">
                  <a:pos x="55" y="216"/>
                </a:cxn>
                <a:cxn ang="0">
                  <a:pos x="69" y="223"/>
                </a:cxn>
              </a:cxnLst>
              <a:rect l="0" t="0" r="r" b="b"/>
              <a:pathLst>
                <a:path w="349" h="223">
                  <a:moveTo>
                    <a:pt x="70" y="220"/>
                  </a:moveTo>
                  <a:cubicBezTo>
                    <a:pt x="70" y="218"/>
                    <a:pt x="68" y="217"/>
                    <a:pt x="67" y="215"/>
                  </a:cubicBezTo>
                  <a:cubicBezTo>
                    <a:pt x="64" y="210"/>
                    <a:pt x="62" y="207"/>
                    <a:pt x="62" y="200"/>
                  </a:cubicBezTo>
                  <a:cubicBezTo>
                    <a:pt x="62" y="197"/>
                    <a:pt x="66" y="196"/>
                    <a:pt x="69" y="195"/>
                  </a:cubicBezTo>
                  <a:cubicBezTo>
                    <a:pt x="71" y="194"/>
                    <a:pt x="72" y="193"/>
                    <a:pt x="73" y="193"/>
                  </a:cubicBezTo>
                  <a:cubicBezTo>
                    <a:pt x="75" y="193"/>
                    <a:pt x="76" y="193"/>
                    <a:pt x="77" y="192"/>
                  </a:cubicBezTo>
                  <a:cubicBezTo>
                    <a:pt x="80" y="192"/>
                    <a:pt x="81" y="191"/>
                    <a:pt x="83" y="191"/>
                  </a:cubicBezTo>
                  <a:cubicBezTo>
                    <a:pt x="86" y="191"/>
                    <a:pt x="87" y="194"/>
                    <a:pt x="88" y="196"/>
                  </a:cubicBezTo>
                  <a:cubicBezTo>
                    <a:pt x="90" y="200"/>
                    <a:pt x="91" y="203"/>
                    <a:pt x="93" y="208"/>
                  </a:cubicBezTo>
                  <a:cubicBezTo>
                    <a:pt x="94" y="210"/>
                    <a:pt x="95" y="212"/>
                    <a:pt x="97" y="213"/>
                  </a:cubicBezTo>
                  <a:cubicBezTo>
                    <a:pt x="99" y="214"/>
                    <a:pt x="100" y="213"/>
                    <a:pt x="103" y="213"/>
                  </a:cubicBezTo>
                  <a:cubicBezTo>
                    <a:pt x="103" y="213"/>
                    <a:pt x="104" y="213"/>
                    <a:pt x="105" y="214"/>
                  </a:cubicBezTo>
                  <a:cubicBezTo>
                    <a:pt x="106" y="214"/>
                    <a:pt x="107" y="214"/>
                    <a:pt x="109" y="214"/>
                  </a:cubicBezTo>
                  <a:cubicBezTo>
                    <a:pt x="110" y="215"/>
                    <a:pt x="112" y="215"/>
                    <a:pt x="113" y="216"/>
                  </a:cubicBezTo>
                  <a:cubicBezTo>
                    <a:pt x="115" y="217"/>
                    <a:pt x="115" y="219"/>
                    <a:pt x="117" y="219"/>
                  </a:cubicBezTo>
                  <a:cubicBezTo>
                    <a:pt x="119" y="219"/>
                    <a:pt x="120" y="217"/>
                    <a:pt x="121" y="216"/>
                  </a:cubicBezTo>
                  <a:cubicBezTo>
                    <a:pt x="123" y="215"/>
                    <a:pt x="126" y="215"/>
                    <a:pt x="127" y="213"/>
                  </a:cubicBezTo>
                  <a:cubicBezTo>
                    <a:pt x="129" y="210"/>
                    <a:pt x="128" y="205"/>
                    <a:pt x="131" y="205"/>
                  </a:cubicBezTo>
                  <a:cubicBezTo>
                    <a:pt x="133" y="205"/>
                    <a:pt x="135" y="206"/>
                    <a:pt x="137" y="207"/>
                  </a:cubicBezTo>
                  <a:cubicBezTo>
                    <a:pt x="138" y="207"/>
                    <a:pt x="140" y="207"/>
                    <a:pt x="141" y="208"/>
                  </a:cubicBezTo>
                  <a:cubicBezTo>
                    <a:pt x="141" y="208"/>
                    <a:pt x="141" y="209"/>
                    <a:pt x="141" y="210"/>
                  </a:cubicBezTo>
                  <a:cubicBezTo>
                    <a:pt x="142" y="214"/>
                    <a:pt x="145" y="217"/>
                    <a:pt x="149" y="217"/>
                  </a:cubicBezTo>
                  <a:cubicBezTo>
                    <a:pt x="151" y="217"/>
                    <a:pt x="151" y="217"/>
                    <a:pt x="152" y="216"/>
                  </a:cubicBezTo>
                  <a:cubicBezTo>
                    <a:pt x="154" y="215"/>
                    <a:pt x="153" y="213"/>
                    <a:pt x="153" y="211"/>
                  </a:cubicBezTo>
                  <a:cubicBezTo>
                    <a:pt x="154" y="209"/>
                    <a:pt x="155" y="207"/>
                    <a:pt x="157" y="205"/>
                  </a:cubicBezTo>
                  <a:cubicBezTo>
                    <a:pt x="160" y="201"/>
                    <a:pt x="165" y="202"/>
                    <a:pt x="168" y="199"/>
                  </a:cubicBezTo>
                  <a:cubicBezTo>
                    <a:pt x="172" y="197"/>
                    <a:pt x="174" y="194"/>
                    <a:pt x="176" y="190"/>
                  </a:cubicBezTo>
                  <a:cubicBezTo>
                    <a:pt x="178" y="186"/>
                    <a:pt x="180" y="182"/>
                    <a:pt x="185" y="182"/>
                  </a:cubicBezTo>
                  <a:cubicBezTo>
                    <a:pt x="187" y="182"/>
                    <a:pt x="188" y="184"/>
                    <a:pt x="190" y="184"/>
                  </a:cubicBezTo>
                  <a:cubicBezTo>
                    <a:pt x="191" y="184"/>
                    <a:pt x="191" y="184"/>
                    <a:pt x="191" y="184"/>
                  </a:cubicBezTo>
                  <a:cubicBezTo>
                    <a:pt x="191" y="184"/>
                    <a:pt x="191" y="184"/>
                    <a:pt x="191" y="184"/>
                  </a:cubicBezTo>
                  <a:cubicBezTo>
                    <a:pt x="192" y="180"/>
                    <a:pt x="195" y="178"/>
                    <a:pt x="197" y="175"/>
                  </a:cubicBezTo>
                  <a:cubicBezTo>
                    <a:pt x="201" y="171"/>
                    <a:pt x="202" y="168"/>
                    <a:pt x="205" y="163"/>
                  </a:cubicBezTo>
                  <a:cubicBezTo>
                    <a:pt x="206" y="161"/>
                    <a:pt x="207" y="159"/>
                    <a:pt x="208" y="157"/>
                  </a:cubicBezTo>
                  <a:cubicBezTo>
                    <a:pt x="209" y="155"/>
                    <a:pt x="209" y="152"/>
                    <a:pt x="211" y="151"/>
                  </a:cubicBezTo>
                  <a:cubicBezTo>
                    <a:pt x="213" y="150"/>
                    <a:pt x="214" y="151"/>
                    <a:pt x="215" y="150"/>
                  </a:cubicBezTo>
                  <a:cubicBezTo>
                    <a:pt x="216" y="150"/>
                    <a:pt x="216" y="149"/>
                    <a:pt x="217" y="149"/>
                  </a:cubicBezTo>
                  <a:cubicBezTo>
                    <a:pt x="220" y="148"/>
                    <a:pt x="221" y="148"/>
                    <a:pt x="223" y="147"/>
                  </a:cubicBezTo>
                  <a:cubicBezTo>
                    <a:pt x="224" y="147"/>
                    <a:pt x="224" y="146"/>
                    <a:pt x="224" y="145"/>
                  </a:cubicBezTo>
                  <a:cubicBezTo>
                    <a:pt x="226" y="143"/>
                    <a:pt x="227" y="141"/>
                    <a:pt x="229" y="139"/>
                  </a:cubicBezTo>
                  <a:cubicBezTo>
                    <a:pt x="231" y="137"/>
                    <a:pt x="233" y="137"/>
                    <a:pt x="235" y="134"/>
                  </a:cubicBezTo>
                  <a:cubicBezTo>
                    <a:pt x="237" y="131"/>
                    <a:pt x="239" y="128"/>
                    <a:pt x="242" y="125"/>
                  </a:cubicBezTo>
                  <a:cubicBezTo>
                    <a:pt x="246" y="123"/>
                    <a:pt x="250" y="122"/>
                    <a:pt x="254" y="120"/>
                  </a:cubicBezTo>
                  <a:cubicBezTo>
                    <a:pt x="259" y="118"/>
                    <a:pt x="263" y="115"/>
                    <a:pt x="263" y="110"/>
                  </a:cubicBezTo>
                  <a:cubicBezTo>
                    <a:pt x="263" y="108"/>
                    <a:pt x="261" y="108"/>
                    <a:pt x="261" y="106"/>
                  </a:cubicBezTo>
                  <a:cubicBezTo>
                    <a:pt x="261" y="103"/>
                    <a:pt x="264" y="102"/>
                    <a:pt x="266" y="101"/>
                  </a:cubicBezTo>
                  <a:cubicBezTo>
                    <a:pt x="268" y="99"/>
                    <a:pt x="269" y="98"/>
                    <a:pt x="271" y="96"/>
                  </a:cubicBezTo>
                  <a:cubicBezTo>
                    <a:pt x="269" y="96"/>
                    <a:pt x="268" y="95"/>
                    <a:pt x="267" y="94"/>
                  </a:cubicBezTo>
                  <a:cubicBezTo>
                    <a:pt x="267" y="94"/>
                    <a:pt x="268" y="94"/>
                    <a:pt x="269" y="93"/>
                  </a:cubicBezTo>
                  <a:cubicBezTo>
                    <a:pt x="269" y="93"/>
                    <a:pt x="269" y="92"/>
                    <a:pt x="269" y="92"/>
                  </a:cubicBezTo>
                  <a:cubicBezTo>
                    <a:pt x="272" y="91"/>
                    <a:pt x="274" y="93"/>
                    <a:pt x="277" y="92"/>
                  </a:cubicBezTo>
                  <a:cubicBezTo>
                    <a:pt x="279" y="91"/>
                    <a:pt x="280" y="90"/>
                    <a:pt x="283" y="89"/>
                  </a:cubicBezTo>
                  <a:cubicBezTo>
                    <a:pt x="287" y="87"/>
                    <a:pt x="289" y="87"/>
                    <a:pt x="293" y="86"/>
                  </a:cubicBezTo>
                  <a:cubicBezTo>
                    <a:pt x="295" y="85"/>
                    <a:pt x="296" y="84"/>
                    <a:pt x="297" y="83"/>
                  </a:cubicBezTo>
                  <a:cubicBezTo>
                    <a:pt x="300" y="82"/>
                    <a:pt x="303" y="82"/>
                    <a:pt x="306" y="81"/>
                  </a:cubicBezTo>
                  <a:cubicBezTo>
                    <a:pt x="308" y="81"/>
                    <a:pt x="308" y="79"/>
                    <a:pt x="310" y="78"/>
                  </a:cubicBezTo>
                  <a:cubicBezTo>
                    <a:pt x="313" y="75"/>
                    <a:pt x="314" y="72"/>
                    <a:pt x="318" y="71"/>
                  </a:cubicBezTo>
                  <a:cubicBezTo>
                    <a:pt x="323" y="70"/>
                    <a:pt x="327" y="70"/>
                    <a:pt x="332" y="69"/>
                  </a:cubicBezTo>
                  <a:cubicBezTo>
                    <a:pt x="334" y="69"/>
                    <a:pt x="335" y="68"/>
                    <a:pt x="337" y="68"/>
                  </a:cubicBezTo>
                  <a:cubicBezTo>
                    <a:pt x="339" y="68"/>
                    <a:pt x="340" y="68"/>
                    <a:pt x="341" y="67"/>
                  </a:cubicBezTo>
                  <a:cubicBezTo>
                    <a:pt x="342" y="67"/>
                    <a:pt x="342" y="66"/>
                    <a:pt x="342" y="65"/>
                  </a:cubicBezTo>
                  <a:cubicBezTo>
                    <a:pt x="344" y="63"/>
                    <a:pt x="345" y="61"/>
                    <a:pt x="346" y="59"/>
                  </a:cubicBezTo>
                  <a:cubicBezTo>
                    <a:pt x="347" y="57"/>
                    <a:pt x="348" y="55"/>
                    <a:pt x="349" y="52"/>
                  </a:cubicBezTo>
                  <a:cubicBezTo>
                    <a:pt x="344" y="52"/>
                    <a:pt x="341" y="50"/>
                    <a:pt x="337" y="48"/>
                  </a:cubicBezTo>
                  <a:cubicBezTo>
                    <a:pt x="332" y="46"/>
                    <a:pt x="329" y="46"/>
                    <a:pt x="325" y="42"/>
                  </a:cubicBezTo>
                  <a:cubicBezTo>
                    <a:pt x="325" y="44"/>
                    <a:pt x="324" y="45"/>
                    <a:pt x="324" y="47"/>
                  </a:cubicBezTo>
                  <a:cubicBezTo>
                    <a:pt x="305" y="47"/>
                    <a:pt x="305" y="47"/>
                    <a:pt x="305" y="47"/>
                  </a:cubicBezTo>
                  <a:cubicBezTo>
                    <a:pt x="302" y="47"/>
                    <a:pt x="301" y="45"/>
                    <a:pt x="297" y="44"/>
                  </a:cubicBezTo>
                  <a:cubicBezTo>
                    <a:pt x="293" y="44"/>
                    <a:pt x="290" y="45"/>
                    <a:pt x="285" y="42"/>
                  </a:cubicBezTo>
                  <a:cubicBezTo>
                    <a:pt x="281" y="40"/>
                    <a:pt x="279" y="38"/>
                    <a:pt x="275" y="35"/>
                  </a:cubicBezTo>
                  <a:cubicBezTo>
                    <a:pt x="273" y="34"/>
                    <a:pt x="271" y="33"/>
                    <a:pt x="270" y="30"/>
                  </a:cubicBezTo>
                  <a:cubicBezTo>
                    <a:pt x="269" y="27"/>
                    <a:pt x="270" y="25"/>
                    <a:pt x="267" y="23"/>
                  </a:cubicBezTo>
                  <a:cubicBezTo>
                    <a:pt x="267" y="23"/>
                    <a:pt x="266" y="24"/>
                    <a:pt x="265" y="24"/>
                  </a:cubicBezTo>
                  <a:cubicBezTo>
                    <a:pt x="263" y="24"/>
                    <a:pt x="261" y="25"/>
                    <a:pt x="259" y="26"/>
                  </a:cubicBezTo>
                  <a:cubicBezTo>
                    <a:pt x="254" y="29"/>
                    <a:pt x="252" y="33"/>
                    <a:pt x="247" y="37"/>
                  </a:cubicBezTo>
                  <a:cubicBezTo>
                    <a:pt x="246" y="38"/>
                    <a:pt x="245" y="38"/>
                    <a:pt x="244" y="38"/>
                  </a:cubicBezTo>
                  <a:cubicBezTo>
                    <a:pt x="242" y="41"/>
                    <a:pt x="241" y="44"/>
                    <a:pt x="237" y="45"/>
                  </a:cubicBezTo>
                  <a:cubicBezTo>
                    <a:pt x="233" y="48"/>
                    <a:pt x="230" y="48"/>
                    <a:pt x="225" y="50"/>
                  </a:cubicBezTo>
                  <a:cubicBezTo>
                    <a:pt x="226" y="52"/>
                    <a:pt x="228" y="53"/>
                    <a:pt x="230" y="55"/>
                  </a:cubicBezTo>
                  <a:cubicBezTo>
                    <a:pt x="226" y="60"/>
                    <a:pt x="220" y="61"/>
                    <a:pt x="214" y="62"/>
                  </a:cubicBezTo>
                  <a:cubicBezTo>
                    <a:pt x="210" y="63"/>
                    <a:pt x="207" y="64"/>
                    <a:pt x="203" y="64"/>
                  </a:cubicBezTo>
                  <a:cubicBezTo>
                    <a:pt x="198" y="64"/>
                    <a:pt x="195" y="63"/>
                    <a:pt x="191" y="60"/>
                  </a:cubicBezTo>
                  <a:cubicBezTo>
                    <a:pt x="188" y="58"/>
                    <a:pt x="186" y="58"/>
                    <a:pt x="183" y="56"/>
                  </a:cubicBezTo>
                  <a:cubicBezTo>
                    <a:pt x="180" y="56"/>
                    <a:pt x="178" y="54"/>
                    <a:pt x="178" y="51"/>
                  </a:cubicBezTo>
                  <a:cubicBezTo>
                    <a:pt x="178" y="45"/>
                    <a:pt x="182" y="42"/>
                    <a:pt x="182" y="36"/>
                  </a:cubicBezTo>
                  <a:cubicBezTo>
                    <a:pt x="182" y="34"/>
                    <a:pt x="182" y="33"/>
                    <a:pt x="183" y="30"/>
                  </a:cubicBezTo>
                  <a:cubicBezTo>
                    <a:pt x="184" y="29"/>
                    <a:pt x="185" y="28"/>
                    <a:pt x="186" y="26"/>
                  </a:cubicBezTo>
                  <a:cubicBezTo>
                    <a:pt x="187" y="25"/>
                    <a:pt x="188" y="24"/>
                    <a:pt x="189" y="22"/>
                  </a:cubicBezTo>
                  <a:cubicBezTo>
                    <a:pt x="189" y="22"/>
                    <a:pt x="190" y="22"/>
                    <a:pt x="191" y="22"/>
                  </a:cubicBezTo>
                  <a:cubicBezTo>
                    <a:pt x="192" y="21"/>
                    <a:pt x="192" y="20"/>
                    <a:pt x="192" y="19"/>
                  </a:cubicBezTo>
                  <a:cubicBezTo>
                    <a:pt x="192" y="15"/>
                    <a:pt x="188" y="13"/>
                    <a:pt x="185" y="10"/>
                  </a:cubicBezTo>
                  <a:cubicBezTo>
                    <a:pt x="184" y="9"/>
                    <a:pt x="183" y="8"/>
                    <a:pt x="182" y="7"/>
                  </a:cubicBezTo>
                  <a:cubicBezTo>
                    <a:pt x="180" y="7"/>
                    <a:pt x="178" y="7"/>
                    <a:pt x="175" y="7"/>
                  </a:cubicBezTo>
                  <a:cubicBezTo>
                    <a:pt x="167" y="8"/>
                    <a:pt x="162" y="7"/>
                    <a:pt x="153" y="6"/>
                  </a:cubicBezTo>
                  <a:cubicBezTo>
                    <a:pt x="145" y="5"/>
                    <a:pt x="140" y="5"/>
                    <a:pt x="133" y="1"/>
                  </a:cubicBezTo>
                  <a:cubicBezTo>
                    <a:pt x="132" y="1"/>
                    <a:pt x="132" y="0"/>
                    <a:pt x="132" y="0"/>
                  </a:cubicBezTo>
                  <a:cubicBezTo>
                    <a:pt x="132" y="0"/>
                    <a:pt x="132" y="0"/>
                    <a:pt x="132" y="0"/>
                  </a:cubicBezTo>
                  <a:cubicBezTo>
                    <a:pt x="129" y="3"/>
                    <a:pt x="127" y="3"/>
                    <a:pt x="124" y="6"/>
                  </a:cubicBezTo>
                  <a:cubicBezTo>
                    <a:pt x="121" y="10"/>
                    <a:pt x="119" y="13"/>
                    <a:pt x="115" y="15"/>
                  </a:cubicBezTo>
                  <a:cubicBezTo>
                    <a:pt x="108" y="17"/>
                    <a:pt x="104" y="19"/>
                    <a:pt x="98" y="22"/>
                  </a:cubicBezTo>
                  <a:cubicBezTo>
                    <a:pt x="95" y="24"/>
                    <a:pt x="94" y="27"/>
                    <a:pt x="90" y="28"/>
                  </a:cubicBezTo>
                  <a:cubicBezTo>
                    <a:pt x="86" y="31"/>
                    <a:pt x="83" y="32"/>
                    <a:pt x="78" y="34"/>
                  </a:cubicBezTo>
                  <a:cubicBezTo>
                    <a:pt x="73" y="37"/>
                    <a:pt x="70" y="41"/>
                    <a:pt x="64" y="43"/>
                  </a:cubicBezTo>
                  <a:cubicBezTo>
                    <a:pt x="60" y="45"/>
                    <a:pt x="58" y="46"/>
                    <a:pt x="54" y="48"/>
                  </a:cubicBezTo>
                  <a:cubicBezTo>
                    <a:pt x="51" y="49"/>
                    <a:pt x="49" y="49"/>
                    <a:pt x="46" y="51"/>
                  </a:cubicBezTo>
                  <a:cubicBezTo>
                    <a:pt x="44" y="52"/>
                    <a:pt x="43" y="55"/>
                    <a:pt x="42" y="57"/>
                  </a:cubicBezTo>
                  <a:cubicBezTo>
                    <a:pt x="40" y="61"/>
                    <a:pt x="39" y="64"/>
                    <a:pt x="38" y="68"/>
                  </a:cubicBezTo>
                  <a:cubicBezTo>
                    <a:pt x="35" y="75"/>
                    <a:pt x="33" y="79"/>
                    <a:pt x="27" y="84"/>
                  </a:cubicBezTo>
                  <a:cubicBezTo>
                    <a:pt x="24" y="86"/>
                    <a:pt x="21" y="86"/>
                    <a:pt x="19" y="89"/>
                  </a:cubicBezTo>
                  <a:cubicBezTo>
                    <a:pt x="17" y="91"/>
                    <a:pt x="17" y="93"/>
                    <a:pt x="16" y="95"/>
                  </a:cubicBezTo>
                  <a:cubicBezTo>
                    <a:pt x="15" y="97"/>
                    <a:pt x="14" y="98"/>
                    <a:pt x="14" y="101"/>
                  </a:cubicBezTo>
                  <a:cubicBezTo>
                    <a:pt x="14" y="105"/>
                    <a:pt x="15" y="108"/>
                    <a:pt x="17" y="111"/>
                  </a:cubicBezTo>
                  <a:cubicBezTo>
                    <a:pt x="18" y="114"/>
                    <a:pt x="19" y="115"/>
                    <a:pt x="19" y="117"/>
                  </a:cubicBezTo>
                  <a:cubicBezTo>
                    <a:pt x="19" y="120"/>
                    <a:pt x="20" y="122"/>
                    <a:pt x="19" y="124"/>
                  </a:cubicBezTo>
                  <a:cubicBezTo>
                    <a:pt x="19" y="124"/>
                    <a:pt x="19" y="124"/>
                    <a:pt x="19" y="124"/>
                  </a:cubicBezTo>
                  <a:cubicBezTo>
                    <a:pt x="19" y="128"/>
                    <a:pt x="19" y="129"/>
                    <a:pt x="18" y="132"/>
                  </a:cubicBezTo>
                  <a:cubicBezTo>
                    <a:pt x="23" y="132"/>
                    <a:pt x="23" y="132"/>
                    <a:pt x="23" y="132"/>
                  </a:cubicBezTo>
                  <a:cubicBezTo>
                    <a:pt x="29" y="132"/>
                    <a:pt x="33" y="130"/>
                    <a:pt x="39" y="128"/>
                  </a:cubicBezTo>
                  <a:cubicBezTo>
                    <a:pt x="38" y="133"/>
                    <a:pt x="34" y="135"/>
                    <a:pt x="29" y="138"/>
                  </a:cubicBezTo>
                  <a:cubicBezTo>
                    <a:pt x="25" y="142"/>
                    <a:pt x="22" y="144"/>
                    <a:pt x="18" y="148"/>
                  </a:cubicBezTo>
                  <a:cubicBezTo>
                    <a:pt x="14" y="153"/>
                    <a:pt x="12" y="155"/>
                    <a:pt x="8" y="160"/>
                  </a:cubicBezTo>
                  <a:cubicBezTo>
                    <a:pt x="5" y="164"/>
                    <a:pt x="0" y="166"/>
                    <a:pt x="0" y="171"/>
                  </a:cubicBezTo>
                  <a:cubicBezTo>
                    <a:pt x="0" y="179"/>
                    <a:pt x="3" y="183"/>
                    <a:pt x="7" y="189"/>
                  </a:cubicBezTo>
                  <a:cubicBezTo>
                    <a:pt x="8" y="192"/>
                    <a:pt x="9" y="193"/>
                    <a:pt x="10" y="195"/>
                  </a:cubicBezTo>
                  <a:cubicBezTo>
                    <a:pt x="14" y="201"/>
                    <a:pt x="16" y="204"/>
                    <a:pt x="22" y="207"/>
                  </a:cubicBezTo>
                  <a:cubicBezTo>
                    <a:pt x="25" y="209"/>
                    <a:pt x="26" y="211"/>
                    <a:pt x="30" y="211"/>
                  </a:cubicBezTo>
                  <a:cubicBezTo>
                    <a:pt x="36" y="211"/>
                    <a:pt x="39" y="210"/>
                    <a:pt x="45" y="210"/>
                  </a:cubicBezTo>
                  <a:cubicBezTo>
                    <a:pt x="47" y="210"/>
                    <a:pt x="48" y="210"/>
                    <a:pt x="50" y="211"/>
                  </a:cubicBezTo>
                  <a:cubicBezTo>
                    <a:pt x="52" y="212"/>
                    <a:pt x="53" y="214"/>
                    <a:pt x="55" y="216"/>
                  </a:cubicBezTo>
                  <a:cubicBezTo>
                    <a:pt x="57" y="218"/>
                    <a:pt x="60" y="218"/>
                    <a:pt x="63" y="219"/>
                  </a:cubicBezTo>
                  <a:cubicBezTo>
                    <a:pt x="65" y="221"/>
                    <a:pt x="67" y="222"/>
                    <a:pt x="69" y="223"/>
                  </a:cubicBezTo>
                  <a:cubicBezTo>
                    <a:pt x="69" y="223"/>
                    <a:pt x="69" y="223"/>
                    <a:pt x="69" y="223"/>
                  </a:cubicBezTo>
                  <a:cubicBezTo>
                    <a:pt x="69" y="222"/>
                    <a:pt x="70" y="222"/>
                    <a:pt x="70" y="221"/>
                  </a:cubicBezTo>
                  <a:cubicBezTo>
                    <a:pt x="70" y="220"/>
                    <a:pt x="70" y="220"/>
                    <a:pt x="70" y="2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7"/>
            <p:cNvSpPr>
              <a:spLocks/>
            </p:cNvSpPr>
            <p:nvPr/>
          </p:nvSpPr>
          <p:spPr bwMode="auto">
            <a:xfrm>
              <a:off x="2044701" y="1476375"/>
              <a:ext cx="1884363" cy="1570038"/>
            </a:xfrm>
            <a:custGeom>
              <a:avLst/>
              <a:gdLst/>
              <a:ahLst/>
              <a:cxnLst>
                <a:cxn ang="0">
                  <a:pos x="608" y="27"/>
                </a:cxn>
                <a:cxn ang="0">
                  <a:pos x="556" y="70"/>
                </a:cxn>
                <a:cxn ang="0">
                  <a:pos x="558" y="134"/>
                </a:cxn>
                <a:cxn ang="0">
                  <a:pos x="518" y="162"/>
                </a:cxn>
                <a:cxn ang="0">
                  <a:pos x="454" y="142"/>
                </a:cxn>
                <a:cxn ang="0">
                  <a:pos x="426" y="180"/>
                </a:cxn>
                <a:cxn ang="0">
                  <a:pos x="405" y="252"/>
                </a:cxn>
                <a:cxn ang="0">
                  <a:pos x="389" y="273"/>
                </a:cxn>
                <a:cxn ang="0">
                  <a:pos x="349" y="270"/>
                </a:cxn>
                <a:cxn ang="0">
                  <a:pos x="306" y="294"/>
                </a:cxn>
                <a:cxn ang="0">
                  <a:pos x="320" y="365"/>
                </a:cxn>
                <a:cxn ang="0">
                  <a:pos x="327" y="406"/>
                </a:cxn>
                <a:cxn ang="0">
                  <a:pos x="307" y="426"/>
                </a:cxn>
                <a:cxn ang="0">
                  <a:pos x="305" y="462"/>
                </a:cxn>
                <a:cxn ang="0">
                  <a:pos x="258" y="494"/>
                </a:cxn>
                <a:cxn ang="0">
                  <a:pos x="206" y="533"/>
                </a:cxn>
                <a:cxn ang="0">
                  <a:pos x="136" y="568"/>
                </a:cxn>
                <a:cxn ang="0">
                  <a:pos x="72" y="569"/>
                </a:cxn>
                <a:cxn ang="0">
                  <a:pos x="19" y="604"/>
                </a:cxn>
                <a:cxn ang="0">
                  <a:pos x="0" y="638"/>
                </a:cxn>
                <a:cxn ang="0">
                  <a:pos x="18" y="683"/>
                </a:cxn>
                <a:cxn ang="0">
                  <a:pos x="55" y="714"/>
                </a:cxn>
                <a:cxn ang="0">
                  <a:pos x="64" y="754"/>
                </a:cxn>
                <a:cxn ang="0">
                  <a:pos x="85" y="782"/>
                </a:cxn>
                <a:cxn ang="0">
                  <a:pos x="110" y="820"/>
                </a:cxn>
                <a:cxn ang="0">
                  <a:pos x="148" y="852"/>
                </a:cxn>
                <a:cxn ang="0">
                  <a:pos x="198" y="862"/>
                </a:cxn>
                <a:cxn ang="0">
                  <a:pos x="241" y="836"/>
                </a:cxn>
                <a:cxn ang="0">
                  <a:pos x="339" y="874"/>
                </a:cxn>
                <a:cxn ang="0">
                  <a:pos x="399" y="855"/>
                </a:cxn>
                <a:cxn ang="0">
                  <a:pos x="439" y="863"/>
                </a:cxn>
                <a:cxn ang="0">
                  <a:pos x="505" y="859"/>
                </a:cxn>
                <a:cxn ang="0">
                  <a:pos x="575" y="844"/>
                </a:cxn>
                <a:cxn ang="0">
                  <a:pos x="597" y="822"/>
                </a:cxn>
                <a:cxn ang="0">
                  <a:pos x="650" y="813"/>
                </a:cxn>
                <a:cxn ang="0">
                  <a:pos x="724" y="822"/>
                </a:cxn>
                <a:cxn ang="0">
                  <a:pos x="771" y="822"/>
                </a:cxn>
                <a:cxn ang="0">
                  <a:pos x="810" y="822"/>
                </a:cxn>
                <a:cxn ang="0">
                  <a:pos x="799" y="784"/>
                </a:cxn>
                <a:cxn ang="0">
                  <a:pos x="792" y="746"/>
                </a:cxn>
                <a:cxn ang="0">
                  <a:pos x="770" y="691"/>
                </a:cxn>
                <a:cxn ang="0">
                  <a:pos x="832" y="670"/>
                </a:cxn>
                <a:cxn ang="0">
                  <a:pos x="895" y="651"/>
                </a:cxn>
                <a:cxn ang="0">
                  <a:pos x="889" y="597"/>
                </a:cxn>
                <a:cxn ang="0">
                  <a:pos x="935" y="549"/>
                </a:cxn>
                <a:cxn ang="0">
                  <a:pos x="994" y="492"/>
                </a:cxn>
                <a:cxn ang="0">
                  <a:pos x="1034" y="472"/>
                </a:cxn>
                <a:cxn ang="0">
                  <a:pos x="1052" y="426"/>
                </a:cxn>
                <a:cxn ang="0">
                  <a:pos x="1013" y="354"/>
                </a:cxn>
                <a:cxn ang="0">
                  <a:pos x="981" y="330"/>
                </a:cxn>
                <a:cxn ang="0">
                  <a:pos x="876" y="286"/>
                </a:cxn>
                <a:cxn ang="0">
                  <a:pos x="792" y="259"/>
                </a:cxn>
                <a:cxn ang="0">
                  <a:pos x="803" y="194"/>
                </a:cxn>
                <a:cxn ang="0">
                  <a:pos x="779" y="125"/>
                </a:cxn>
                <a:cxn ang="0">
                  <a:pos x="742" y="89"/>
                </a:cxn>
                <a:cxn ang="0">
                  <a:pos x="674" y="47"/>
                </a:cxn>
                <a:cxn ang="0">
                  <a:pos x="660" y="12"/>
                </a:cxn>
              </a:cxnLst>
              <a:rect l="0" t="0" r="r" b="b"/>
              <a:pathLst>
                <a:path w="1053" h="877">
                  <a:moveTo>
                    <a:pt x="634" y="6"/>
                  </a:moveTo>
                  <a:cubicBezTo>
                    <a:pt x="632" y="8"/>
                    <a:pt x="630" y="8"/>
                    <a:pt x="628" y="8"/>
                  </a:cubicBezTo>
                  <a:cubicBezTo>
                    <a:pt x="626" y="8"/>
                    <a:pt x="625" y="7"/>
                    <a:pt x="623" y="7"/>
                  </a:cubicBezTo>
                  <a:cubicBezTo>
                    <a:pt x="619" y="7"/>
                    <a:pt x="617" y="9"/>
                    <a:pt x="614" y="10"/>
                  </a:cubicBezTo>
                  <a:cubicBezTo>
                    <a:pt x="612" y="11"/>
                    <a:pt x="610" y="12"/>
                    <a:pt x="609" y="14"/>
                  </a:cubicBezTo>
                  <a:cubicBezTo>
                    <a:pt x="607" y="19"/>
                    <a:pt x="608" y="22"/>
                    <a:pt x="608" y="27"/>
                  </a:cubicBezTo>
                  <a:cubicBezTo>
                    <a:pt x="607" y="33"/>
                    <a:pt x="604" y="36"/>
                    <a:pt x="601" y="41"/>
                  </a:cubicBezTo>
                  <a:cubicBezTo>
                    <a:pt x="597" y="46"/>
                    <a:pt x="595" y="50"/>
                    <a:pt x="589" y="52"/>
                  </a:cubicBezTo>
                  <a:cubicBezTo>
                    <a:pt x="587" y="53"/>
                    <a:pt x="586" y="54"/>
                    <a:pt x="583" y="54"/>
                  </a:cubicBezTo>
                  <a:cubicBezTo>
                    <a:pt x="578" y="55"/>
                    <a:pt x="575" y="53"/>
                    <a:pt x="569" y="54"/>
                  </a:cubicBezTo>
                  <a:cubicBezTo>
                    <a:pt x="566" y="55"/>
                    <a:pt x="564" y="57"/>
                    <a:pt x="562" y="60"/>
                  </a:cubicBezTo>
                  <a:cubicBezTo>
                    <a:pt x="560" y="64"/>
                    <a:pt x="557" y="66"/>
                    <a:pt x="556" y="70"/>
                  </a:cubicBezTo>
                  <a:cubicBezTo>
                    <a:pt x="556" y="72"/>
                    <a:pt x="556" y="74"/>
                    <a:pt x="556" y="76"/>
                  </a:cubicBezTo>
                  <a:cubicBezTo>
                    <a:pt x="555" y="81"/>
                    <a:pt x="555" y="84"/>
                    <a:pt x="555" y="90"/>
                  </a:cubicBezTo>
                  <a:cubicBezTo>
                    <a:pt x="555" y="97"/>
                    <a:pt x="556" y="102"/>
                    <a:pt x="556" y="109"/>
                  </a:cubicBezTo>
                  <a:cubicBezTo>
                    <a:pt x="557" y="115"/>
                    <a:pt x="557" y="119"/>
                    <a:pt x="558" y="124"/>
                  </a:cubicBezTo>
                  <a:cubicBezTo>
                    <a:pt x="559" y="127"/>
                    <a:pt x="561" y="128"/>
                    <a:pt x="561" y="130"/>
                  </a:cubicBezTo>
                  <a:cubicBezTo>
                    <a:pt x="561" y="132"/>
                    <a:pt x="559" y="133"/>
                    <a:pt x="558" y="134"/>
                  </a:cubicBezTo>
                  <a:cubicBezTo>
                    <a:pt x="556" y="137"/>
                    <a:pt x="555" y="139"/>
                    <a:pt x="554" y="142"/>
                  </a:cubicBezTo>
                  <a:cubicBezTo>
                    <a:pt x="551" y="147"/>
                    <a:pt x="549" y="151"/>
                    <a:pt x="544" y="151"/>
                  </a:cubicBezTo>
                  <a:cubicBezTo>
                    <a:pt x="542" y="152"/>
                    <a:pt x="541" y="151"/>
                    <a:pt x="540" y="151"/>
                  </a:cubicBezTo>
                  <a:cubicBezTo>
                    <a:pt x="537" y="151"/>
                    <a:pt x="535" y="151"/>
                    <a:pt x="532" y="152"/>
                  </a:cubicBezTo>
                  <a:cubicBezTo>
                    <a:pt x="529" y="154"/>
                    <a:pt x="527" y="155"/>
                    <a:pt x="524" y="157"/>
                  </a:cubicBezTo>
                  <a:cubicBezTo>
                    <a:pt x="521" y="159"/>
                    <a:pt x="521" y="162"/>
                    <a:pt x="518" y="162"/>
                  </a:cubicBezTo>
                  <a:cubicBezTo>
                    <a:pt x="517" y="162"/>
                    <a:pt x="517" y="161"/>
                    <a:pt x="516" y="160"/>
                  </a:cubicBezTo>
                  <a:cubicBezTo>
                    <a:pt x="517" y="154"/>
                    <a:pt x="517" y="154"/>
                    <a:pt x="517" y="154"/>
                  </a:cubicBezTo>
                  <a:cubicBezTo>
                    <a:pt x="515" y="152"/>
                    <a:pt x="512" y="152"/>
                    <a:pt x="508" y="151"/>
                  </a:cubicBezTo>
                  <a:cubicBezTo>
                    <a:pt x="497" y="151"/>
                    <a:pt x="490" y="152"/>
                    <a:pt x="478" y="151"/>
                  </a:cubicBezTo>
                  <a:cubicBezTo>
                    <a:pt x="475" y="151"/>
                    <a:pt x="474" y="150"/>
                    <a:pt x="471" y="149"/>
                  </a:cubicBezTo>
                  <a:cubicBezTo>
                    <a:pt x="464" y="148"/>
                    <a:pt x="460" y="146"/>
                    <a:pt x="454" y="142"/>
                  </a:cubicBezTo>
                  <a:cubicBezTo>
                    <a:pt x="452" y="141"/>
                    <a:pt x="450" y="140"/>
                    <a:pt x="448" y="139"/>
                  </a:cubicBezTo>
                  <a:cubicBezTo>
                    <a:pt x="445" y="137"/>
                    <a:pt x="444" y="134"/>
                    <a:pt x="440" y="134"/>
                  </a:cubicBezTo>
                  <a:cubicBezTo>
                    <a:pt x="439" y="134"/>
                    <a:pt x="438" y="136"/>
                    <a:pt x="437" y="137"/>
                  </a:cubicBezTo>
                  <a:cubicBezTo>
                    <a:pt x="435" y="141"/>
                    <a:pt x="435" y="144"/>
                    <a:pt x="435" y="148"/>
                  </a:cubicBezTo>
                  <a:cubicBezTo>
                    <a:pt x="434" y="153"/>
                    <a:pt x="433" y="157"/>
                    <a:pt x="432" y="162"/>
                  </a:cubicBezTo>
                  <a:cubicBezTo>
                    <a:pt x="430" y="169"/>
                    <a:pt x="429" y="173"/>
                    <a:pt x="426" y="180"/>
                  </a:cubicBezTo>
                  <a:cubicBezTo>
                    <a:pt x="424" y="184"/>
                    <a:pt x="424" y="187"/>
                    <a:pt x="423" y="190"/>
                  </a:cubicBezTo>
                  <a:cubicBezTo>
                    <a:pt x="419" y="199"/>
                    <a:pt x="417" y="203"/>
                    <a:pt x="413" y="211"/>
                  </a:cubicBezTo>
                  <a:cubicBezTo>
                    <a:pt x="412" y="213"/>
                    <a:pt x="412" y="214"/>
                    <a:pt x="411" y="216"/>
                  </a:cubicBezTo>
                  <a:cubicBezTo>
                    <a:pt x="408" y="225"/>
                    <a:pt x="405" y="229"/>
                    <a:pt x="403" y="238"/>
                  </a:cubicBezTo>
                  <a:cubicBezTo>
                    <a:pt x="402" y="241"/>
                    <a:pt x="401" y="243"/>
                    <a:pt x="401" y="246"/>
                  </a:cubicBezTo>
                  <a:cubicBezTo>
                    <a:pt x="401" y="249"/>
                    <a:pt x="403" y="250"/>
                    <a:pt x="405" y="252"/>
                  </a:cubicBezTo>
                  <a:cubicBezTo>
                    <a:pt x="409" y="254"/>
                    <a:pt x="412" y="255"/>
                    <a:pt x="414" y="259"/>
                  </a:cubicBezTo>
                  <a:cubicBezTo>
                    <a:pt x="416" y="264"/>
                    <a:pt x="415" y="268"/>
                    <a:pt x="415" y="273"/>
                  </a:cubicBezTo>
                  <a:cubicBezTo>
                    <a:pt x="415" y="275"/>
                    <a:pt x="414" y="277"/>
                    <a:pt x="413" y="278"/>
                  </a:cubicBezTo>
                  <a:cubicBezTo>
                    <a:pt x="411" y="276"/>
                    <a:pt x="409" y="275"/>
                    <a:pt x="407" y="273"/>
                  </a:cubicBezTo>
                  <a:cubicBezTo>
                    <a:pt x="406" y="272"/>
                    <a:pt x="406" y="270"/>
                    <a:pt x="404" y="270"/>
                  </a:cubicBezTo>
                  <a:cubicBezTo>
                    <a:pt x="398" y="270"/>
                    <a:pt x="395" y="273"/>
                    <a:pt x="389" y="273"/>
                  </a:cubicBezTo>
                  <a:cubicBezTo>
                    <a:pt x="387" y="273"/>
                    <a:pt x="386" y="274"/>
                    <a:pt x="384" y="273"/>
                  </a:cubicBezTo>
                  <a:cubicBezTo>
                    <a:pt x="381" y="272"/>
                    <a:pt x="381" y="270"/>
                    <a:pt x="379" y="267"/>
                  </a:cubicBezTo>
                  <a:cubicBezTo>
                    <a:pt x="377" y="264"/>
                    <a:pt x="374" y="263"/>
                    <a:pt x="370" y="263"/>
                  </a:cubicBezTo>
                  <a:cubicBezTo>
                    <a:pt x="367" y="263"/>
                    <a:pt x="366" y="265"/>
                    <a:pt x="363" y="265"/>
                  </a:cubicBezTo>
                  <a:cubicBezTo>
                    <a:pt x="362" y="266"/>
                    <a:pt x="361" y="266"/>
                    <a:pt x="359" y="266"/>
                  </a:cubicBezTo>
                  <a:cubicBezTo>
                    <a:pt x="355" y="267"/>
                    <a:pt x="353" y="268"/>
                    <a:pt x="349" y="270"/>
                  </a:cubicBezTo>
                  <a:cubicBezTo>
                    <a:pt x="341" y="273"/>
                    <a:pt x="336" y="273"/>
                    <a:pt x="328" y="275"/>
                  </a:cubicBezTo>
                  <a:cubicBezTo>
                    <a:pt x="325" y="276"/>
                    <a:pt x="323" y="275"/>
                    <a:pt x="320" y="276"/>
                  </a:cubicBezTo>
                  <a:cubicBezTo>
                    <a:pt x="316" y="278"/>
                    <a:pt x="314" y="280"/>
                    <a:pt x="310" y="282"/>
                  </a:cubicBezTo>
                  <a:cubicBezTo>
                    <a:pt x="305" y="284"/>
                    <a:pt x="301" y="282"/>
                    <a:pt x="298" y="286"/>
                  </a:cubicBezTo>
                  <a:cubicBezTo>
                    <a:pt x="296" y="288"/>
                    <a:pt x="297" y="291"/>
                    <a:pt x="296" y="294"/>
                  </a:cubicBezTo>
                  <a:cubicBezTo>
                    <a:pt x="300" y="294"/>
                    <a:pt x="302" y="294"/>
                    <a:pt x="306" y="294"/>
                  </a:cubicBezTo>
                  <a:cubicBezTo>
                    <a:pt x="310" y="294"/>
                    <a:pt x="315" y="295"/>
                    <a:pt x="315" y="299"/>
                  </a:cubicBezTo>
                  <a:cubicBezTo>
                    <a:pt x="315" y="302"/>
                    <a:pt x="314" y="304"/>
                    <a:pt x="314" y="306"/>
                  </a:cubicBezTo>
                  <a:cubicBezTo>
                    <a:pt x="312" y="315"/>
                    <a:pt x="311" y="320"/>
                    <a:pt x="311" y="329"/>
                  </a:cubicBezTo>
                  <a:cubicBezTo>
                    <a:pt x="311" y="335"/>
                    <a:pt x="312" y="338"/>
                    <a:pt x="313" y="344"/>
                  </a:cubicBezTo>
                  <a:cubicBezTo>
                    <a:pt x="314" y="349"/>
                    <a:pt x="315" y="352"/>
                    <a:pt x="317" y="356"/>
                  </a:cubicBezTo>
                  <a:cubicBezTo>
                    <a:pt x="318" y="360"/>
                    <a:pt x="318" y="362"/>
                    <a:pt x="320" y="365"/>
                  </a:cubicBezTo>
                  <a:cubicBezTo>
                    <a:pt x="321" y="367"/>
                    <a:pt x="323" y="368"/>
                    <a:pt x="324" y="371"/>
                  </a:cubicBezTo>
                  <a:cubicBezTo>
                    <a:pt x="324" y="372"/>
                    <a:pt x="324" y="374"/>
                    <a:pt x="325" y="375"/>
                  </a:cubicBezTo>
                  <a:cubicBezTo>
                    <a:pt x="327" y="380"/>
                    <a:pt x="328" y="383"/>
                    <a:pt x="330" y="388"/>
                  </a:cubicBezTo>
                  <a:cubicBezTo>
                    <a:pt x="331" y="392"/>
                    <a:pt x="334" y="395"/>
                    <a:pt x="334" y="399"/>
                  </a:cubicBezTo>
                  <a:cubicBezTo>
                    <a:pt x="334" y="402"/>
                    <a:pt x="333" y="405"/>
                    <a:pt x="331" y="406"/>
                  </a:cubicBezTo>
                  <a:cubicBezTo>
                    <a:pt x="330" y="407"/>
                    <a:pt x="328" y="406"/>
                    <a:pt x="327" y="406"/>
                  </a:cubicBezTo>
                  <a:cubicBezTo>
                    <a:pt x="325" y="407"/>
                    <a:pt x="324" y="408"/>
                    <a:pt x="323" y="409"/>
                  </a:cubicBezTo>
                  <a:cubicBezTo>
                    <a:pt x="321" y="410"/>
                    <a:pt x="319" y="410"/>
                    <a:pt x="317" y="411"/>
                  </a:cubicBezTo>
                  <a:cubicBezTo>
                    <a:pt x="317" y="412"/>
                    <a:pt x="317" y="413"/>
                    <a:pt x="317" y="413"/>
                  </a:cubicBezTo>
                  <a:cubicBezTo>
                    <a:pt x="318" y="415"/>
                    <a:pt x="320" y="416"/>
                    <a:pt x="320" y="418"/>
                  </a:cubicBezTo>
                  <a:cubicBezTo>
                    <a:pt x="320" y="420"/>
                    <a:pt x="318" y="421"/>
                    <a:pt x="316" y="422"/>
                  </a:cubicBezTo>
                  <a:cubicBezTo>
                    <a:pt x="313" y="424"/>
                    <a:pt x="311" y="425"/>
                    <a:pt x="307" y="426"/>
                  </a:cubicBezTo>
                  <a:cubicBezTo>
                    <a:pt x="304" y="427"/>
                    <a:pt x="301" y="429"/>
                    <a:pt x="301" y="431"/>
                  </a:cubicBezTo>
                  <a:cubicBezTo>
                    <a:pt x="301" y="437"/>
                    <a:pt x="303" y="440"/>
                    <a:pt x="305" y="445"/>
                  </a:cubicBezTo>
                  <a:cubicBezTo>
                    <a:pt x="306" y="449"/>
                    <a:pt x="305" y="452"/>
                    <a:pt x="306" y="455"/>
                  </a:cubicBezTo>
                  <a:cubicBezTo>
                    <a:pt x="306" y="457"/>
                    <a:pt x="307" y="457"/>
                    <a:pt x="307" y="458"/>
                  </a:cubicBezTo>
                  <a:cubicBezTo>
                    <a:pt x="307" y="460"/>
                    <a:pt x="305" y="459"/>
                    <a:pt x="305" y="460"/>
                  </a:cubicBezTo>
                  <a:cubicBezTo>
                    <a:pt x="304" y="462"/>
                    <a:pt x="305" y="461"/>
                    <a:pt x="305" y="462"/>
                  </a:cubicBezTo>
                  <a:cubicBezTo>
                    <a:pt x="305" y="462"/>
                    <a:pt x="305" y="462"/>
                    <a:pt x="305" y="462"/>
                  </a:cubicBezTo>
                  <a:cubicBezTo>
                    <a:pt x="305" y="464"/>
                    <a:pt x="306" y="467"/>
                    <a:pt x="306" y="469"/>
                  </a:cubicBezTo>
                  <a:cubicBezTo>
                    <a:pt x="306" y="474"/>
                    <a:pt x="300" y="473"/>
                    <a:pt x="296" y="474"/>
                  </a:cubicBezTo>
                  <a:cubicBezTo>
                    <a:pt x="291" y="476"/>
                    <a:pt x="288" y="477"/>
                    <a:pt x="284" y="479"/>
                  </a:cubicBezTo>
                  <a:cubicBezTo>
                    <a:pt x="279" y="483"/>
                    <a:pt x="279" y="490"/>
                    <a:pt x="272" y="490"/>
                  </a:cubicBezTo>
                  <a:cubicBezTo>
                    <a:pt x="266" y="491"/>
                    <a:pt x="263" y="492"/>
                    <a:pt x="258" y="494"/>
                  </a:cubicBezTo>
                  <a:cubicBezTo>
                    <a:pt x="252" y="497"/>
                    <a:pt x="248" y="499"/>
                    <a:pt x="243" y="503"/>
                  </a:cubicBezTo>
                  <a:cubicBezTo>
                    <a:pt x="241" y="504"/>
                    <a:pt x="239" y="505"/>
                    <a:pt x="237" y="507"/>
                  </a:cubicBezTo>
                  <a:cubicBezTo>
                    <a:pt x="235" y="509"/>
                    <a:pt x="235" y="510"/>
                    <a:pt x="233" y="511"/>
                  </a:cubicBezTo>
                  <a:cubicBezTo>
                    <a:pt x="229" y="515"/>
                    <a:pt x="227" y="516"/>
                    <a:pt x="223" y="519"/>
                  </a:cubicBezTo>
                  <a:cubicBezTo>
                    <a:pt x="219" y="524"/>
                    <a:pt x="216" y="526"/>
                    <a:pt x="211" y="530"/>
                  </a:cubicBezTo>
                  <a:cubicBezTo>
                    <a:pt x="210" y="531"/>
                    <a:pt x="208" y="532"/>
                    <a:pt x="206" y="533"/>
                  </a:cubicBezTo>
                  <a:cubicBezTo>
                    <a:pt x="201" y="535"/>
                    <a:pt x="197" y="534"/>
                    <a:pt x="191" y="534"/>
                  </a:cubicBezTo>
                  <a:cubicBezTo>
                    <a:pt x="183" y="536"/>
                    <a:pt x="179" y="539"/>
                    <a:pt x="170" y="541"/>
                  </a:cubicBezTo>
                  <a:cubicBezTo>
                    <a:pt x="166" y="542"/>
                    <a:pt x="163" y="543"/>
                    <a:pt x="158" y="543"/>
                  </a:cubicBezTo>
                  <a:cubicBezTo>
                    <a:pt x="155" y="543"/>
                    <a:pt x="153" y="542"/>
                    <a:pt x="150" y="542"/>
                  </a:cubicBezTo>
                  <a:cubicBezTo>
                    <a:pt x="146" y="543"/>
                    <a:pt x="146" y="549"/>
                    <a:pt x="144" y="553"/>
                  </a:cubicBezTo>
                  <a:cubicBezTo>
                    <a:pt x="141" y="559"/>
                    <a:pt x="140" y="563"/>
                    <a:pt x="136" y="568"/>
                  </a:cubicBezTo>
                  <a:cubicBezTo>
                    <a:pt x="134" y="572"/>
                    <a:pt x="130" y="572"/>
                    <a:pt x="125" y="573"/>
                  </a:cubicBezTo>
                  <a:cubicBezTo>
                    <a:pt x="119" y="574"/>
                    <a:pt x="116" y="577"/>
                    <a:pt x="109" y="577"/>
                  </a:cubicBezTo>
                  <a:cubicBezTo>
                    <a:pt x="104" y="577"/>
                    <a:pt x="101" y="575"/>
                    <a:pt x="98" y="570"/>
                  </a:cubicBezTo>
                  <a:cubicBezTo>
                    <a:pt x="96" y="566"/>
                    <a:pt x="94" y="564"/>
                    <a:pt x="92" y="558"/>
                  </a:cubicBezTo>
                  <a:cubicBezTo>
                    <a:pt x="87" y="563"/>
                    <a:pt x="83" y="564"/>
                    <a:pt x="77" y="567"/>
                  </a:cubicBezTo>
                  <a:cubicBezTo>
                    <a:pt x="75" y="568"/>
                    <a:pt x="74" y="569"/>
                    <a:pt x="72" y="569"/>
                  </a:cubicBezTo>
                  <a:cubicBezTo>
                    <a:pt x="70" y="570"/>
                    <a:pt x="68" y="570"/>
                    <a:pt x="66" y="571"/>
                  </a:cubicBezTo>
                  <a:cubicBezTo>
                    <a:pt x="63" y="573"/>
                    <a:pt x="61" y="575"/>
                    <a:pt x="58" y="576"/>
                  </a:cubicBezTo>
                  <a:cubicBezTo>
                    <a:pt x="54" y="578"/>
                    <a:pt x="51" y="579"/>
                    <a:pt x="48" y="582"/>
                  </a:cubicBezTo>
                  <a:cubicBezTo>
                    <a:pt x="45" y="585"/>
                    <a:pt x="45" y="588"/>
                    <a:pt x="42" y="590"/>
                  </a:cubicBezTo>
                  <a:cubicBezTo>
                    <a:pt x="37" y="593"/>
                    <a:pt x="33" y="593"/>
                    <a:pt x="28" y="593"/>
                  </a:cubicBezTo>
                  <a:cubicBezTo>
                    <a:pt x="23" y="594"/>
                    <a:pt x="21" y="599"/>
                    <a:pt x="19" y="604"/>
                  </a:cubicBezTo>
                  <a:cubicBezTo>
                    <a:pt x="18" y="608"/>
                    <a:pt x="16" y="610"/>
                    <a:pt x="16" y="614"/>
                  </a:cubicBezTo>
                  <a:cubicBezTo>
                    <a:pt x="16" y="616"/>
                    <a:pt x="17" y="617"/>
                    <a:pt x="17" y="620"/>
                  </a:cubicBezTo>
                  <a:cubicBezTo>
                    <a:pt x="17" y="622"/>
                    <a:pt x="15" y="623"/>
                    <a:pt x="14" y="625"/>
                  </a:cubicBezTo>
                  <a:cubicBezTo>
                    <a:pt x="10" y="629"/>
                    <a:pt x="6" y="631"/>
                    <a:pt x="0" y="633"/>
                  </a:cubicBezTo>
                  <a:cubicBezTo>
                    <a:pt x="0" y="633"/>
                    <a:pt x="0" y="633"/>
                    <a:pt x="0" y="633"/>
                  </a:cubicBezTo>
                  <a:cubicBezTo>
                    <a:pt x="0" y="635"/>
                    <a:pt x="0" y="635"/>
                    <a:pt x="0" y="638"/>
                  </a:cubicBezTo>
                  <a:cubicBezTo>
                    <a:pt x="0" y="642"/>
                    <a:pt x="2" y="644"/>
                    <a:pt x="3" y="647"/>
                  </a:cubicBezTo>
                  <a:cubicBezTo>
                    <a:pt x="4" y="649"/>
                    <a:pt x="6" y="650"/>
                    <a:pt x="6" y="652"/>
                  </a:cubicBezTo>
                  <a:cubicBezTo>
                    <a:pt x="6" y="656"/>
                    <a:pt x="3" y="658"/>
                    <a:pt x="3" y="662"/>
                  </a:cubicBezTo>
                  <a:cubicBezTo>
                    <a:pt x="3" y="664"/>
                    <a:pt x="5" y="666"/>
                    <a:pt x="6" y="668"/>
                  </a:cubicBezTo>
                  <a:cubicBezTo>
                    <a:pt x="8" y="674"/>
                    <a:pt x="10" y="677"/>
                    <a:pt x="10" y="683"/>
                  </a:cubicBezTo>
                  <a:cubicBezTo>
                    <a:pt x="18" y="683"/>
                    <a:pt x="18" y="683"/>
                    <a:pt x="18" y="683"/>
                  </a:cubicBezTo>
                  <a:cubicBezTo>
                    <a:pt x="24" y="683"/>
                    <a:pt x="26" y="678"/>
                    <a:pt x="31" y="678"/>
                  </a:cubicBezTo>
                  <a:cubicBezTo>
                    <a:pt x="38" y="678"/>
                    <a:pt x="41" y="682"/>
                    <a:pt x="46" y="684"/>
                  </a:cubicBezTo>
                  <a:cubicBezTo>
                    <a:pt x="51" y="686"/>
                    <a:pt x="56" y="688"/>
                    <a:pt x="56" y="693"/>
                  </a:cubicBezTo>
                  <a:cubicBezTo>
                    <a:pt x="56" y="697"/>
                    <a:pt x="51" y="697"/>
                    <a:pt x="51" y="701"/>
                  </a:cubicBezTo>
                  <a:cubicBezTo>
                    <a:pt x="51" y="704"/>
                    <a:pt x="52" y="705"/>
                    <a:pt x="53" y="708"/>
                  </a:cubicBezTo>
                  <a:cubicBezTo>
                    <a:pt x="54" y="710"/>
                    <a:pt x="54" y="712"/>
                    <a:pt x="55" y="714"/>
                  </a:cubicBezTo>
                  <a:cubicBezTo>
                    <a:pt x="57" y="718"/>
                    <a:pt x="61" y="718"/>
                    <a:pt x="61" y="722"/>
                  </a:cubicBezTo>
                  <a:cubicBezTo>
                    <a:pt x="61" y="728"/>
                    <a:pt x="57" y="730"/>
                    <a:pt x="57" y="735"/>
                  </a:cubicBezTo>
                  <a:cubicBezTo>
                    <a:pt x="57" y="737"/>
                    <a:pt x="58" y="737"/>
                    <a:pt x="59" y="738"/>
                  </a:cubicBezTo>
                  <a:cubicBezTo>
                    <a:pt x="61" y="740"/>
                    <a:pt x="62" y="742"/>
                    <a:pt x="63" y="744"/>
                  </a:cubicBezTo>
                  <a:cubicBezTo>
                    <a:pt x="65" y="747"/>
                    <a:pt x="67" y="748"/>
                    <a:pt x="67" y="750"/>
                  </a:cubicBezTo>
                  <a:cubicBezTo>
                    <a:pt x="67" y="752"/>
                    <a:pt x="65" y="753"/>
                    <a:pt x="64" y="754"/>
                  </a:cubicBezTo>
                  <a:cubicBezTo>
                    <a:pt x="63" y="757"/>
                    <a:pt x="61" y="758"/>
                    <a:pt x="59" y="760"/>
                  </a:cubicBezTo>
                  <a:cubicBezTo>
                    <a:pt x="59" y="760"/>
                    <a:pt x="59" y="760"/>
                    <a:pt x="59" y="760"/>
                  </a:cubicBezTo>
                  <a:cubicBezTo>
                    <a:pt x="58" y="767"/>
                    <a:pt x="60" y="770"/>
                    <a:pt x="57" y="775"/>
                  </a:cubicBezTo>
                  <a:cubicBezTo>
                    <a:pt x="57" y="775"/>
                    <a:pt x="57" y="775"/>
                    <a:pt x="57" y="775"/>
                  </a:cubicBezTo>
                  <a:cubicBezTo>
                    <a:pt x="62" y="776"/>
                    <a:pt x="65" y="780"/>
                    <a:pt x="70" y="781"/>
                  </a:cubicBezTo>
                  <a:cubicBezTo>
                    <a:pt x="76" y="783"/>
                    <a:pt x="79" y="782"/>
                    <a:pt x="85" y="782"/>
                  </a:cubicBezTo>
                  <a:cubicBezTo>
                    <a:pt x="86" y="786"/>
                    <a:pt x="86" y="789"/>
                    <a:pt x="89" y="790"/>
                  </a:cubicBezTo>
                  <a:cubicBezTo>
                    <a:pt x="91" y="791"/>
                    <a:pt x="92" y="789"/>
                    <a:pt x="94" y="789"/>
                  </a:cubicBezTo>
                  <a:cubicBezTo>
                    <a:pt x="97" y="790"/>
                    <a:pt x="99" y="792"/>
                    <a:pt x="101" y="794"/>
                  </a:cubicBezTo>
                  <a:cubicBezTo>
                    <a:pt x="103" y="796"/>
                    <a:pt x="104" y="798"/>
                    <a:pt x="105" y="800"/>
                  </a:cubicBezTo>
                  <a:cubicBezTo>
                    <a:pt x="109" y="805"/>
                    <a:pt x="113" y="808"/>
                    <a:pt x="113" y="814"/>
                  </a:cubicBezTo>
                  <a:cubicBezTo>
                    <a:pt x="113" y="816"/>
                    <a:pt x="110" y="817"/>
                    <a:pt x="110" y="820"/>
                  </a:cubicBezTo>
                  <a:cubicBezTo>
                    <a:pt x="110" y="823"/>
                    <a:pt x="113" y="824"/>
                    <a:pt x="114" y="826"/>
                  </a:cubicBezTo>
                  <a:cubicBezTo>
                    <a:pt x="115" y="829"/>
                    <a:pt x="116" y="831"/>
                    <a:pt x="116" y="834"/>
                  </a:cubicBezTo>
                  <a:cubicBezTo>
                    <a:pt x="117" y="838"/>
                    <a:pt x="120" y="841"/>
                    <a:pt x="124" y="841"/>
                  </a:cubicBezTo>
                  <a:cubicBezTo>
                    <a:pt x="129" y="841"/>
                    <a:pt x="131" y="837"/>
                    <a:pt x="136" y="837"/>
                  </a:cubicBezTo>
                  <a:cubicBezTo>
                    <a:pt x="138" y="837"/>
                    <a:pt x="138" y="840"/>
                    <a:pt x="139" y="841"/>
                  </a:cubicBezTo>
                  <a:cubicBezTo>
                    <a:pt x="142" y="845"/>
                    <a:pt x="143" y="850"/>
                    <a:pt x="148" y="852"/>
                  </a:cubicBezTo>
                  <a:cubicBezTo>
                    <a:pt x="153" y="854"/>
                    <a:pt x="156" y="856"/>
                    <a:pt x="162" y="858"/>
                  </a:cubicBezTo>
                  <a:cubicBezTo>
                    <a:pt x="167" y="860"/>
                    <a:pt x="170" y="859"/>
                    <a:pt x="176" y="860"/>
                  </a:cubicBezTo>
                  <a:cubicBezTo>
                    <a:pt x="176" y="860"/>
                    <a:pt x="176" y="860"/>
                    <a:pt x="176" y="860"/>
                  </a:cubicBezTo>
                  <a:cubicBezTo>
                    <a:pt x="183" y="861"/>
                    <a:pt x="188" y="862"/>
                    <a:pt x="195" y="862"/>
                  </a:cubicBezTo>
                  <a:cubicBezTo>
                    <a:pt x="195" y="862"/>
                    <a:pt x="195" y="862"/>
                    <a:pt x="195" y="862"/>
                  </a:cubicBezTo>
                  <a:cubicBezTo>
                    <a:pt x="198" y="862"/>
                    <a:pt x="198" y="862"/>
                    <a:pt x="198" y="862"/>
                  </a:cubicBezTo>
                  <a:cubicBezTo>
                    <a:pt x="200" y="862"/>
                    <a:pt x="200" y="860"/>
                    <a:pt x="202" y="859"/>
                  </a:cubicBezTo>
                  <a:cubicBezTo>
                    <a:pt x="206" y="857"/>
                    <a:pt x="208" y="856"/>
                    <a:pt x="212" y="854"/>
                  </a:cubicBezTo>
                  <a:cubicBezTo>
                    <a:pt x="218" y="851"/>
                    <a:pt x="221" y="849"/>
                    <a:pt x="227" y="845"/>
                  </a:cubicBezTo>
                  <a:cubicBezTo>
                    <a:pt x="228" y="844"/>
                    <a:pt x="229" y="843"/>
                    <a:pt x="231" y="842"/>
                  </a:cubicBezTo>
                  <a:cubicBezTo>
                    <a:pt x="232" y="841"/>
                    <a:pt x="234" y="841"/>
                    <a:pt x="235" y="840"/>
                  </a:cubicBezTo>
                  <a:cubicBezTo>
                    <a:pt x="238" y="839"/>
                    <a:pt x="239" y="838"/>
                    <a:pt x="241" y="836"/>
                  </a:cubicBezTo>
                  <a:cubicBezTo>
                    <a:pt x="245" y="835"/>
                    <a:pt x="248" y="834"/>
                    <a:pt x="253" y="834"/>
                  </a:cubicBezTo>
                  <a:cubicBezTo>
                    <a:pt x="260" y="834"/>
                    <a:pt x="264" y="838"/>
                    <a:pt x="270" y="841"/>
                  </a:cubicBezTo>
                  <a:cubicBezTo>
                    <a:pt x="277" y="845"/>
                    <a:pt x="281" y="847"/>
                    <a:pt x="288" y="850"/>
                  </a:cubicBezTo>
                  <a:cubicBezTo>
                    <a:pt x="291" y="851"/>
                    <a:pt x="293" y="853"/>
                    <a:pt x="296" y="854"/>
                  </a:cubicBezTo>
                  <a:cubicBezTo>
                    <a:pt x="309" y="860"/>
                    <a:pt x="316" y="865"/>
                    <a:pt x="329" y="870"/>
                  </a:cubicBezTo>
                  <a:cubicBezTo>
                    <a:pt x="333" y="871"/>
                    <a:pt x="335" y="874"/>
                    <a:pt x="339" y="874"/>
                  </a:cubicBezTo>
                  <a:cubicBezTo>
                    <a:pt x="345" y="874"/>
                    <a:pt x="348" y="869"/>
                    <a:pt x="354" y="869"/>
                  </a:cubicBezTo>
                  <a:cubicBezTo>
                    <a:pt x="357" y="869"/>
                    <a:pt x="359" y="870"/>
                    <a:pt x="361" y="871"/>
                  </a:cubicBezTo>
                  <a:cubicBezTo>
                    <a:pt x="366" y="873"/>
                    <a:pt x="367" y="877"/>
                    <a:pt x="371" y="877"/>
                  </a:cubicBezTo>
                  <a:cubicBezTo>
                    <a:pt x="374" y="877"/>
                    <a:pt x="375" y="876"/>
                    <a:pt x="378" y="875"/>
                  </a:cubicBezTo>
                  <a:cubicBezTo>
                    <a:pt x="383" y="873"/>
                    <a:pt x="386" y="871"/>
                    <a:pt x="390" y="867"/>
                  </a:cubicBezTo>
                  <a:cubicBezTo>
                    <a:pt x="394" y="863"/>
                    <a:pt x="395" y="860"/>
                    <a:pt x="399" y="855"/>
                  </a:cubicBezTo>
                  <a:cubicBezTo>
                    <a:pt x="401" y="854"/>
                    <a:pt x="402" y="853"/>
                    <a:pt x="403" y="852"/>
                  </a:cubicBezTo>
                  <a:cubicBezTo>
                    <a:pt x="404" y="851"/>
                    <a:pt x="404" y="850"/>
                    <a:pt x="405" y="850"/>
                  </a:cubicBezTo>
                  <a:cubicBezTo>
                    <a:pt x="410" y="850"/>
                    <a:pt x="412" y="852"/>
                    <a:pt x="417" y="852"/>
                  </a:cubicBezTo>
                  <a:cubicBezTo>
                    <a:pt x="422" y="852"/>
                    <a:pt x="426" y="851"/>
                    <a:pt x="431" y="851"/>
                  </a:cubicBezTo>
                  <a:cubicBezTo>
                    <a:pt x="434" y="851"/>
                    <a:pt x="434" y="854"/>
                    <a:pt x="435" y="857"/>
                  </a:cubicBezTo>
                  <a:cubicBezTo>
                    <a:pt x="436" y="859"/>
                    <a:pt x="437" y="861"/>
                    <a:pt x="439" y="863"/>
                  </a:cubicBezTo>
                  <a:cubicBezTo>
                    <a:pt x="442" y="866"/>
                    <a:pt x="445" y="866"/>
                    <a:pt x="449" y="867"/>
                  </a:cubicBezTo>
                  <a:cubicBezTo>
                    <a:pt x="456" y="868"/>
                    <a:pt x="460" y="869"/>
                    <a:pt x="468" y="869"/>
                  </a:cubicBezTo>
                  <a:cubicBezTo>
                    <a:pt x="471" y="869"/>
                    <a:pt x="474" y="868"/>
                    <a:pt x="477" y="866"/>
                  </a:cubicBezTo>
                  <a:cubicBezTo>
                    <a:pt x="479" y="865"/>
                    <a:pt x="481" y="863"/>
                    <a:pt x="484" y="863"/>
                  </a:cubicBezTo>
                  <a:cubicBezTo>
                    <a:pt x="487" y="863"/>
                    <a:pt x="488" y="866"/>
                    <a:pt x="492" y="866"/>
                  </a:cubicBezTo>
                  <a:cubicBezTo>
                    <a:pt x="497" y="866"/>
                    <a:pt x="500" y="862"/>
                    <a:pt x="505" y="859"/>
                  </a:cubicBezTo>
                  <a:cubicBezTo>
                    <a:pt x="509" y="857"/>
                    <a:pt x="512" y="856"/>
                    <a:pt x="517" y="855"/>
                  </a:cubicBezTo>
                  <a:cubicBezTo>
                    <a:pt x="526" y="852"/>
                    <a:pt x="530" y="846"/>
                    <a:pt x="539" y="846"/>
                  </a:cubicBezTo>
                  <a:cubicBezTo>
                    <a:pt x="543" y="846"/>
                    <a:pt x="545" y="848"/>
                    <a:pt x="549" y="850"/>
                  </a:cubicBezTo>
                  <a:cubicBezTo>
                    <a:pt x="551" y="852"/>
                    <a:pt x="552" y="853"/>
                    <a:pt x="554" y="853"/>
                  </a:cubicBezTo>
                  <a:cubicBezTo>
                    <a:pt x="558" y="853"/>
                    <a:pt x="561" y="850"/>
                    <a:pt x="565" y="848"/>
                  </a:cubicBezTo>
                  <a:cubicBezTo>
                    <a:pt x="569" y="846"/>
                    <a:pt x="571" y="846"/>
                    <a:pt x="575" y="844"/>
                  </a:cubicBezTo>
                  <a:cubicBezTo>
                    <a:pt x="578" y="842"/>
                    <a:pt x="579" y="839"/>
                    <a:pt x="580" y="835"/>
                  </a:cubicBezTo>
                  <a:cubicBezTo>
                    <a:pt x="582" y="832"/>
                    <a:pt x="583" y="830"/>
                    <a:pt x="585" y="827"/>
                  </a:cubicBezTo>
                  <a:cubicBezTo>
                    <a:pt x="585" y="826"/>
                    <a:pt x="584" y="825"/>
                    <a:pt x="585" y="825"/>
                  </a:cubicBezTo>
                  <a:cubicBezTo>
                    <a:pt x="585" y="824"/>
                    <a:pt x="586" y="824"/>
                    <a:pt x="587" y="824"/>
                  </a:cubicBezTo>
                  <a:cubicBezTo>
                    <a:pt x="587" y="824"/>
                    <a:pt x="588" y="824"/>
                    <a:pt x="589" y="824"/>
                  </a:cubicBezTo>
                  <a:cubicBezTo>
                    <a:pt x="592" y="824"/>
                    <a:pt x="594" y="823"/>
                    <a:pt x="597" y="822"/>
                  </a:cubicBezTo>
                  <a:cubicBezTo>
                    <a:pt x="601" y="822"/>
                    <a:pt x="604" y="823"/>
                    <a:pt x="607" y="822"/>
                  </a:cubicBezTo>
                  <a:cubicBezTo>
                    <a:pt x="611" y="821"/>
                    <a:pt x="612" y="819"/>
                    <a:pt x="615" y="818"/>
                  </a:cubicBezTo>
                  <a:cubicBezTo>
                    <a:pt x="620" y="816"/>
                    <a:pt x="622" y="816"/>
                    <a:pt x="627" y="815"/>
                  </a:cubicBezTo>
                  <a:cubicBezTo>
                    <a:pt x="630" y="814"/>
                    <a:pt x="632" y="812"/>
                    <a:pt x="635" y="812"/>
                  </a:cubicBezTo>
                  <a:cubicBezTo>
                    <a:pt x="637" y="812"/>
                    <a:pt x="638" y="813"/>
                    <a:pt x="639" y="813"/>
                  </a:cubicBezTo>
                  <a:cubicBezTo>
                    <a:pt x="643" y="814"/>
                    <a:pt x="646" y="813"/>
                    <a:pt x="650" y="813"/>
                  </a:cubicBezTo>
                  <a:cubicBezTo>
                    <a:pt x="665" y="813"/>
                    <a:pt x="674" y="810"/>
                    <a:pt x="689" y="810"/>
                  </a:cubicBezTo>
                  <a:cubicBezTo>
                    <a:pt x="690" y="810"/>
                    <a:pt x="692" y="811"/>
                    <a:pt x="693" y="811"/>
                  </a:cubicBezTo>
                  <a:cubicBezTo>
                    <a:pt x="693" y="812"/>
                    <a:pt x="693" y="813"/>
                    <a:pt x="694" y="813"/>
                  </a:cubicBezTo>
                  <a:cubicBezTo>
                    <a:pt x="696" y="815"/>
                    <a:pt x="699" y="815"/>
                    <a:pt x="702" y="815"/>
                  </a:cubicBezTo>
                  <a:cubicBezTo>
                    <a:pt x="707" y="816"/>
                    <a:pt x="711" y="815"/>
                    <a:pt x="716" y="817"/>
                  </a:cubicBezTo>
                  <a:cubicBezTo>
                    <a:pt x="719" y="818"/>
                    <a:pt x="721" y="820"/>
                    <a:pt x="724" y="822"/>
                  </a:cubicBezTo>
                  <a:cubicBezTo>
                    <a:pt x="731" y="826"/>
                    <a:pt x="736" y="828"/>
                    <a:pt x="742" y="832"/>
                  </a:cubicBezTo>
                  <a:cubicBezTo>
                    <a:pt x="742" y="832"/>
                    <a:pt x="742" y="832"/>
                    <a:pt x="742" y="832"/>
                  </a:cubicBezTo>
                  <a:cubicBezTo>
                    <a:pt x="746" y="832"/>
                    <a:pt x="746" y="832"/>
                    <a:pt x="746" y="832"/>
                  </a:cubicBezTo>
                  <a:cubicBezTo>
                    <a:pt x="751" y="832"/>
                    <a:pt x="754" y="830"/>
                    <a:pt x="758" y="826"/>
                  </a:cubicBezTo>
                  <a:cubicBezTo>
                    <a:pt x="761" y="824"/>
                    <a:pt x="761" y="820"/>
                    <a:pt x="765" y="820"/>
                  </a:cubicBezTo>
                  <a:cubicBezTo>
                    <a:pt x="767" y="820"/>
                    <a:pt x="768" y="822"/>
                    <a:pt x="771" y="822"/>
                  </a:cubicBezTo>
                  <a:cubicBezTo>
                    <a:pt x="776" y="823"/>
                    <a:pt x="779" y="825"/>
                    <a:pt x="784" y="826"/>
                  </a:cubicBezTo>
                  <a:cubicBezTo>
                    <a:pt x="786" y="827"/>
                    <a:pt x="788" y="827"/>
                    <a:pt x="790" y="828"/>
                  </a:cubicBezTo>
                  <a:cubicBezTo>
                    <a:pt x="793" y="830"/>
                    <a:pt x="794" y="832"/>
                    <a:pt x="798" y="832"/>
                  </a:cubicBezTo>
                  <a:cubicBezTo>
                    <a:pt x="799" y="832"/>
                    <a:pt x="799" y="832"/>
                    <a:pt x="800" y="831"/>
                  </a:cubicBezTo>
                  <a:cubicBezTo>
                    <a:pt x="803" y="831"/>
                    <a:pt x="804" y="829"/>
                    <a:pt x="806" y="827"/>
                  </a:cubicBezTo>
                  <a:cubicBezTo>
                    <a:pt x="808" y="826"/>
                    <a:pt x="810" y="825"/>
                    <a:pt x="810" y="822"/>
                  </a:cubicBezTo>
                  <a:cubicBezTo>
                    <a:pt x="810" y="818"/>
                    <a:pt x="808" y="816"/>
                    <a:pt x="806" y="812"/>
                  </a:cubicBezTo>
                  <a:cubicBezTo>
                    <a:pt x="805" y="809"/>
                    <a:pt x="806" y="807"/>
                    <a:pt x="804" y="804"/>
                  </a:cubicBezTo>
                  <a:cubicBezTo>
                    <a:pt x="802" y="803"/>
                    <a:pt x="800" y="803"/>
                    <a:pt x="798" y="802"/>
                  </a:cubicBezTo>
                  <a:cubicBezTo>
                    <a:pt x="794" y="800"/>
                    <a:pt x="791" y="797"/>
                    <a:pt x="791" y="793"/>
                  </a:cubicBezTo>
                  <a:cubicBezTo>
                    <a:pt x="791" y="791"/>
                    <a:pt x="791" y="789"/>
                    <a:pt x="793" y="787"/>
                  </a:cubicBezTo>
                  <a:cubicBezTo>
                    <a:pt x="794" y="785"/>
                    <a:pt x="796" y="785"/>
                    <a:pt x="799" y="784"/>
                  </a:cubicBezTo>
                  <a:cubicBezTo>
                    <a:pt x="802" y="783"/>
                    <a:pt x="804" y="782"/>
                    <a:pt x="807" y="780"/>
                  </a:cubicBezTo>
                  <a:cubicBezTo>
                    <a:pt x="811" y="779"/>
                    <a:pt x="816" y="778"/>
                    <a:pt x="816" y="774"/>
                  </a:cubicBezTo>
                  <a:cubicBezTo>
                    <a:pt x="816" y="772"/>
                    <a:pt x="814" y="771"/>
                    <a:pt x="814" y="769"/>
                  </a:cubicBezTo>
                  <a:cubicBezTo>
                    <a:pt x="812" y="764"/>
                    <a:pt x="812" y="760"/>
                    <a:pt x="808" y="755"/>
                  </a:cubicBezTo>
                  <a:cubicBezTo>
                    <a:pt x="806" y="752"/>
                    <a:pt x="802" y="752"/>
                    <a:pt x="798" y="749"/>
                  </a:cubicBezTo>
                  <a:cubicBezTo>
                    <a:pt x="796" y="748"/>
                    <a:pt x="794" y="747"/>
                    <a:pt x="792" y="746"/>
                  </a:cubicBezTo>
                  <a:cubicBezTo>
                    <a:pt x="789" y="744"/>
                    <a:pt x="789" y="741"/>
                    <a:pt x="786" y="738"/>
                  </a:cubicBezTo>
                  <a:cubicBezTo>
                    <a:pt x="784" y="737"/>
                    <a:pt x="783" y="737"/>
                    <a:pt x="782" y="735"/>
                  </a:cubicBezTo>
                  <a:cubicBezTo>
                    <a:pt x="779" y="731"/>
                    <a:pt x="780" y="728"/>
                    <a:pt x="780" y="723"/>
                  </a:cubicBezTo>
                  <a:cubicBezTo>
                    <a:pt x="780" y="719"/>
                    <a:pt x="776" y="717"/>
                    <a:pt x="774" y="713"/>
                  </a:cubicBezTo>
                  <a:cubicBezTo>
                    <a:pt x="772" y="708"/>
                    <a:pt x="773" y="704"/>
                    <a:pt x="772" y="698"/>
                  </a:cubicBezTo>
                  <a:cubicBezTo>
                    <a:pt x="771" y="696"/>
                    <a:pt x="770" y="694"/>
                    <a:pt x="770" y="691"/>
                  </a:cubicBezTo>
                  <a:cubicBezTo>
                    <a:pt x="770" y="689"/>
                    <a:pt x="773" y="690"/>
                    <a:pt x="774" y="688"/>
                  </a:cubicBezTo>
                  <a:cubicBezTo>
                    <a:pt x="776" y="687"/>
                    <a:pt x="776" y="686"/>
                    <a:pt x="778" y="685"/>
                  </a:cubicBezTo>
                  <a:cubicBezTo>
                    <a:pt x="780" y="683"/>
                    <a:pt x="783" y="681"/>
                    <a:pt x="786" y="680"/>
                  </a:cubicBezTo>
                  <a:cubicBezTo>
                    <a:pt x="792" y="679"/>
                    <a:pt x="796" y="679"/>
                    <a:pt x="802" y="678"/>
                  </a:cubicBezTo>
                  <a:cubicBezTo>
                    <a:pt x="807" y="677"/>
                    <a:pt x="810" y="677"/>
                    <a:pt x="814" y="675"/>
                  </a:cubicBezTo>
                  <a:cubicBezTo>
                    <a:pt x="821" y="674"/>
                    <a:pt x="825" y="670"/>
                    <a:pt x="832" y="670"/>
                  </a:cubicBezTo>
                  <a:cubicBezTo>
                    <a:pt x="840" y="670"/>
                    <a:pt x="844" y="668"/>
                    <a:pt x="851" y="666"/>
                  </a:cubicBezTo>
                  <a:cubicBezTo>
                    <a:pt x="853" y="665"/>
                    <a:pt x="854" y="664"/>
                    <a:pt x="856" y="663"/>
                  </a:cubicBezTo>
                  <a:cubicBezTo>
                    <a:pt x="860" y="661"/>
                    <a:pt x="863" y="661"/>
                    <a:pt x="868" y="660"/>
                  </a:cubicBezTo>
                  <a:cubicBezTo>
                    <a:pt x="872" y="659"/>
                    <a:pt x="874" y="658"/>
                    <a:pt x="878" y="656"/>
                  </a:cubicBezTo>
                  <a:cubicBezTo>
                    <a:pt x="884" y="653"/>
                    <a:pt x="889" y="652"/>
                    <a:pt x="895" y="651"/>
                  </a:cubicBezTo>
                  <a:cubicBezTo>
                    <a:pt x="895" y="651"/>
                    <a:pt x="895" y="651"/>
                    <a:pt x="895" y="651"/>
                  </a:cubicBezTo>
                  <a:cubicBezTo>
                    <a:pt x="895" y="649"/>
                    <a:pt x="895" y="649"/>
                    <a:pt x="895" y="647"/>
                  </a:cubicBezTo>
                  <a:cubicBezTo>
                    <a:pt x="895" y="645"/>
                    <a:pt x="895" y="644"/>
                    <a:pt x="894" y="643"/>
                  </a:cubicBezTo>
                  <a:cubicBezTo>
                    <a:pt x="893" y="638"/>
                    <a:pt x="894" y="635"/>
                    <a:pt x="893" y="631"/>
                  </a:cubicBezTo>
                  <a:cubicBezTo>
                    <a:pt x="892" y="628"/>
                    <a:pt x="891" y="626"/>
                    <a:pt x="890" y="623"/>
                  </a:cubicBezTo>
                  <a:cubicBezTo>
                    <a:pt x="888" y="617"/>
                    <a:pt x="887" y="613"/>
                    <a:pt x="887" y="607"/>
                  </a:cubicBezTo>
                  <a:cubicBezTo>
                    <a:pt x="887" y="603"/>
                    <a:pt x="888" y="601"/>
                    <a:pt x="889" y="597"/>
                  </a:cubicBezTo>
                  <a:cubicBezTo>
                    <a:pt x="890" y="595"/>
                    <a:pt x="892" y="595"/>
                    <a:pt x="892" y="593"/>
                  </a:cubicBezTo>
                  <a:cubicBezTo>
                    <a:pt x="895" y="585"/>
                    <a:pt x="899" y="581"/>
                    <a:pt x="905" y="575"/>
                  </a:cubicBezTo>
                  <a:cubicBezTo>
                    <a:pt x="908" y="573"/>
                    <a:pt x="909" y="573"/>
                    <a:pt x="912" y="571"/>
                  </a:cubicBezTo>
                  <a:cubicBezTo>
                    <a:pt x="913" y="571"/>
                    <a:pt x="913" y="570"/>
                    <a:pt x="913" y="569"/>
                  </a:cubicBezTo>
                  <a:cubicBezTo>
                    <a:pt x="919" y="565"/>
                    <a:pt x="924" y="563"/>
                    <a:pt x="929" y="557"/>
                  </a:cubicBezTo>
                  <a:cubicBezTo>
                    <a:pt x="931" y="554"/>
                    <a:pt x="934" y="553"/>
                    <a:pt x="935" y="549"/>
                  </a:cubicBezTo>
                  <a:cubicBezTo>
                    <a:pt x="939" y="541"/>
                    <a:pt x="940" y="536"/>
                    <a:pt x="946" y="529"/>
                  </a:cubicBezTo>
                  <a:cubicBezTo>
                    <a:pt x="949" y="525"/>
                    <a:pt x="953" y="523"/>
                    <a:pt x="957" y="520"/>
                  </a:cubicBezTo>
                  <a:cubicBezTo>
                    <a:pt x="962" y="517"/>
                    <a:pt x="965" y="515"/>
                    <a:pt x="969" y="510"/>
                  </a:cubicBezTo>
                  <a:cubicBezTo>
                    <a:pt x="970" y="509"/>
                    <a:pt x="970" y="508"/>
                    <a:pt x="972" y="506"/>
                  </a:cubicBezTo>
                  <a:cubicBezTo>
                    <a:pt x="974" y="504"/>
                    <a:pt x="977" y="503"/>
                    <a:pt x="980" y="501"/>
                  </a:cubicBezTo>
                  <a:cubicBezTo>
                    <a:pt x="985" y="497"/>
                    <a:pt x="988" y="494"/>
                    <a:pt x="994" y="492"/>
                  </a:cubicBezTo>
                  <a:cubicBezTo>
                    <a:pt x="997" y="491"/>
                    <a:pt x="998" y="491"/>
                    <a:pt x="1000" y="491"/>
                  </a:cubicBezTo>
                  <a:cubicBezTo>
                    <a:pt x="1005" y="490"/>
                    <a:pt x="1008" y="488"/>
                    <a:pt x="1012" y="488"/>
                  </a:cubicBezTo>
                  <a:cubicBezTo>
                    <a:pt x="1015" y="488"/>
                    <a:pt x="1017" y="489"/>
                    <a:pt x="1019" y="488"/>
                  </a:cubicBezTo>
                  <a:cubicBezTo>
                    <a:pt x="1023" y="488"/>
                    <a:pt x="1025" y="486"/>
                    <a:pt x="1028" y="483"/>
                  </a:cubicBezTo>
                  <a:cubicBezTo>
                    <a:pt x="1030" y="482"/>
                    <a:pt x="1031" y="482"/>
                    <a:pt x="1032" y="480"/>
                  </a:cubicBezTo>
                  <a:cubicBezTo>
                    <a:pt x="1034" y="478"/>
                    <a:pt x="1034" y="475"/>
                    <a:pt x="1034" y="472"/>
                  </a:cubicBezTo>
                  <a:cubicBezTo>
                    <a:pt x="1035" y="466"/>
                    <a:pt x="1036" y="462"/>
                    <a:pt x="1037" y="455"/>
                  </a:cubicBezTo>
                  <a:cubicBezTo>
                    <a:pt x="1038" y="451"/>
                    <a:pt x="1039" y="449"/>
                    <a:pt x="1040" y="445"/>
                  </a:cubicBezTo>
                  <a:cubicBezTo>
                    <a:pt x="1041" y="442"/>
                    <a:pt x="1043" y="441"/>
                    <a:pt x="1044" y="439"/>
                  </a:cubicBezTo>
                  <a:cubicBezTo>
                    <a:pt x="1047" y="434"/>
                    <a:pt x="1049" y="431"/>
                    <a:pt x="1053" y="428"/>
                  </a:cubicBezTo>
                  <a:cubicBezTo>
                    <a:pt x="1053" y="428"/>
                    <a:pt x="1053" y="428"/>
                    <a:pt x="1053" y="428"/>
                  </a:cubicBezTo>
                  <a:cubicBezTo>
                    <a:pt x="1053" y="428"/>
                    <a:pt x="1052" y="427"/>
                    <a:pt x="1052" y="426"/>
                  </a:cubicBezTo>
                  <a:cubicBezTo>
                    <a:pt x="1048" y="421"/>
                    <a:pt x="1047" y="417"/>
                    <a:pt x="1042" y="413"/>
                  </a:cubicBezTo>
                  <a:cubicBezTo>
                    <a:pt x="1040" y="411"/>
                    <a:pt x="1039" y="410"/>
                    <a:pt x="1037" y="407"/>
                  </a:cubicBezTo>
                  <a:cubicBezTo>
                    <a:pt x="1034" y="405"/>
                    <a:pt x="1031" y="404"/>
                    <a:pt x="1030" y="400"/>
                  </a:cubicBezTo>
                  <a:cubicBezTo>
                    <a:pt x="1029" y="397"/>
                    <a:pt x="1030" y="394"/>
                    <a:pt x="1029" y="390"/>
                  </a:cubicBezTo>
                  <a:cubicBezTo>
                    <a:pt x="1026" y="380"/>
                    <a:pt x="1019" y="377"/>
                    <a:pt x="1017" y="366"/>
                  </a:cubicBezTo>
                  <a:cubicBezTo>
                    <a:pt x="1016" y="362"/>
                    <a:pt x="1016" y="358"/>
                    <a:pt x="1013" y="354"/>
                  </a:cubicBezTo>
                  <a:cubicBezTo>
                    <a:pt x="1012" y="352"/>
                    <a:pt x="1010" y="351"/>
                    <a:pt x="1008" y="349"/>
                  </a:cubicBezTo>
                  <a:cubicBezTo>
                    <a:pt x="1006" y="348"/>
                    <a:pt x="1003" y="347"/>
                    <a:pt x="1003" y="345"/>
                  </a:cubicBezTo>
                  <a:cubicBezTo>
                    <a:pt x="1003" y="342"/>
                    <a:pt x="1007" y="340"/>
                    <a:pt x="1007" y="337"/>
                  </a:cubicBezTo>
                  <a:cubicBezTo>
                    <a:pt x="1007" y="336"/>
                    <a:pt x="1007" y="335"/>
                    <a:pt x="1007" y="334"/>
                  </a:cubicBezTo>
                  <a:cubicBezTo>
                    <a:pt x="989" y="334"/>
                    <a:pt x="989" y="334"/>
                    <a:pt x="989" y="334"/>
                  </a:cubicBezTo>
                  <a:cubicBezTo>
                    <a:pt x="986" y="334"/>
                    <a:pt x="984" y="332"/>
                    <a:pt x="981" y="330"/>
                  </a:cubicBezTo>
                  <a:cubicBezTo>
                    <a:pt x="977" y="328"/>
                    <a:pt x="975" y="326"/>
                    <a:pt x="971" y="323"/>
                  </a:cubicBezTo>
                  <a:cubicBezTo>
                    <a:pt x="964" y="318"/>
                    <a:pt x="960" y="315"/>
                    <a:pt x="954" y="309"/>
                  </a:cubicBezTo>
                  <a:cubicBezTo>
                    <a:pt x="947" y="303"/>
                    <a:pt x="943" y="300"/>
                    <a:pt x="935" y="295"/>
                  </a:cubicBezTo>
                  <a:cubicBezTo>
                    <a:pt x="931" y="292"/>
                    <a:pt x="928" y="290"/>
                    <a:pt x="923" y="288"/>
                  </a:cubicBezTo>
                  <a:cubicBezTo>
                    <a:pt x="921" y="287"/>
                    <a:pt x="919" y="286"/>
                    <a:pt x="917" y="286"/>
                  </a:cubicBezTo>
                  <a:cubicBezTo>
                    <a:pt x="876" y="286"/>
                    <a:pt x="876" y="286"/>
                    <a:pt x="876" y="286"/>
                  </a:cubicBezTo>
                  <a:cubicBezTo>
                    <a:pt x="842" y="281"/>
                    <a:pt x="842" y="281"/>
                    <a:pt x="842" y="281"/>
                  </a:cubicBezTo>
                  <a:cubicBezTo>
                    <a:pt x="832" y="281"/>
                    <a:pt x="832" y="281"/>
                    <a:pt x="832" y="281"/>
                  </a:cubicBezTo>
                  <a:cubicBezTo>
                    <a:pt x="826" y="281"/>
                    <a:pt x="822" y="282"/>
                    <a:pt x="816" y="280"/>
                  </a:cubicBezTo>
                  <a:cubicBezTo>
                    <a:pt x="811" y="279"/>
                    <a:pt x="809" y="277"/>
                    <a:pt x="804" y="276"/>
                  </a:cubicBezTo>
                  <a:cubicBezTo>
                    <a:pt x="799" y="275"/>
                    <a:pt x="799" y="270"/>
                    <a:pt x="797" y="265"/>
                  </a:cubicBezTo>
                  <a:cubicBezTo>
                    <a:pt x="796" y="262"/>
                    <a:pt x="794" y="261"/>
                    <a:pt x="792" y="259"/>
                  </a:cubicBezTo>
                  <a:cubicBezTo>
                    <a:pt x="790" y="255"/>
                    <a:pt x="789" y="252"/>
                    <a:pt x="789" y="248"/>
                  </a:cubicBezTo>
                  <a:cubicBezTo>
                    <a:pt x="789" y="244"/>
                    <a:pt x="791" y="242"/>
                    <a:pt x="793" y="239"/>
                  </a:cubicBezTo>
                  <a:cubicBezTo>
                    <a:pt x="795" y="234"/>
                    <a:pt x="797" y="230"/>
                    <a:pt x="800" y="225"/>
                  </a:cubicBezTo>
                  <a:cubicBezTo>
                    <a:pt x="803" y="219"/>
                    <a:pt x="807" y="216"/>
                    <a:pt x="807" y="209"/>
                  </a:cubicBezTo>
                  <a:cubicBezTo>
                    <a:pt x="807" y="205"/>
                    <a:pt x="804" y="203"/>
                    <a:pt x="803" y="199"/>
                  </a:cubicBezTo>
                  <a:cubicBezTo>
                    <a:pt x="803" y="197"/>
                    <a:pt x="803" y="196"/>
                    <a:pt x="803" y="194"/>
                  </a:cubicBezTo>
                  <a:cubicBezTo>
                    <a:pt x="806" y="177"/>
                    <a:pt x="806" y="177"/>
                    <a:pt x="806" y="177"/>
                  </a:cubicBezTo>
                  <a:cubicBezTo>
                    <a:pt x="806" y="175"/>
                    <a:pt x="806" y="173"/>
                    <a:pt x="805" y="170"/>
                  </a:cubicBezTo>
                  <a:cubicBezTo>
                    <a:pt x="804" y="165"/>
                    <a:pt x="801" y="163"/>
                    <a:pt x="799" y="158"/>
                  </a:cubicBezTo>
                  <a:cubicBezTo>
                    <a:pt x="797" y="154"/>
                    <a:pt x="796" y="151"/>
                    <a:pt x="794" y="146"/>
                  </a:cubicBezTo>
                  <a:cubicBezTo>
                    <a:pt x="792" y="142"/>
                    <a:pt x="789" y="140"/>
                    <a:pt x="785" y="137"/>
                  </a:cubicBezTo>
                  <a:cubicBezTo>
                    <a:pt x="782" y="133"/>
                    <a:pt x="781" y="130"/>
                    <a:pt x="779" y="125"/>
                  </a:cubicBezTo>
                  <a:cubicBezTo>
                    <a:pt x="777" y="121"/>
                    <a:pt x="775" y="120"/>
                    <a:pt x="774" y="116"/>
                  </a:cubicBezTo>
                  <a:cubicBezTo>
                    <a:pt x="773" y="112"/>
                    <a:pt x="772" y="110"/>
                    <a:pt x="770" y="106"/>
                  </a:cubicBezTo>
                  <a:cubicBezTo>
                    <a:pt x="769" y="104"/>
                    <a:pt x="768" y="102"/>
                    <a:pt x="768" y="100"/>
                  </a:cubicBezTo>
                  <a:cubicBezTo>
                    <a:pt x="767" y="98"/>
                    <a:pt x="767" y="94"/>
                    <a:pt x="764" y="94"/>
                  </a:cubicBezTo>
                  <a:cubicBezTo>
                    <a:pt x="762" y="94"/>
                    <a:pt x="760" y="95"/>
                    <a:pt x="758" y="95"/>
                  </a:cubicBezTo>
                  <a:cubicBezTo>
                    <a:pt x="751" y="95"/>
                    <a:pt x="746" y="94"/>
                    <a:pt x="742" y="89"/>
                  </a:cubicBezTo>
                  <a:cubicBezTo>
                    <a:pt x="740" y="86"/>
                    <a:pt x="740" y="83"/>
                    <a:pt x="738" y="81"/>
                  </a:cubicBezTo>
                  <a:cubicBezTo>
                    <a:pt x="734" y="78"/>
                    <a:pt x="731" y="79"/>
                    <a:pt x="726" y="78"/>
                  </a:cubicBezTo>
                  <a:cubicBezTo>
                    <a:pt x="720" y="78"/>
                    <a:pt x="717" y="77"/>
                    <a:pt x="712" y="76"/>
                  </a:cubicBezTo>
                  <a:cubicBezTo>
                    <a:pt x="702" y="73"/>
                    <a:pt x="698" y="66"/>
                    <a:pt x="691" y="58"/>
                  </a:cubicBezTo>
                  <a:cubicBezTo>
                    <a:pt x="687" y="54"/>
                    <a:pt x="685" y="51"/>
                    <a:pt x="680" y="49"/>
                  </a:cubicBezTo>
                  <a:cubicBezTo>
                    <a:pt x="678" y="49"/>
                    <a:pt x="677" y="48"/>
                    <a:pt x="674" y="47"/>
                  </a:cubicBezTo>
                  <a:cubicBezTo>
                    <a:pt x="671" y="45"/>
                    <a:pt x="667" y="44"/>
                    <a:pt x="667" y="40"/>
                  </a:cubicBezTo>
                  <a:cubicBezTo>
                    <a:pt x="667" y="37"/>
                    <a:pt x="668" y="35"/>
                    <a:pt x="667" y="33"/>
                  </a:cubicBezTo>
                  <a:cubicBezTo>
                    <a:pt x="665" y="31"/>
                    <a:pt x="663" y="31"/>
                    <a:pt x="661" y="29"/>
                  </a:cubicBezTo>
                  <a:cubicBezTo>
                    <a:pt x="659" y="28"/>
                    <a:pt x="659" y="27"/>
                    <a:pt x="658" y="25"/>
                  </a:cubicBezTo>
                  <a:cubicBezTo>
                    <a:pt x="657" y="24"/>
                    <a:pt x="656" y="24"/>
                    <a:pt x="656" y="23"/>
                  </a:cubicBezTo>
                  <a:cubicBezTo>
                    <a:pt x="656" y="18"/>
                    <a:pt x="659" y="16"/>
                    <a:pt x="660" y="12"/>
                  </a:cubicBezTo>
                  <a:cubicBezTo>
                    <a:pt x="661" y="8"/>
                    <a:pt x="662" y="5"/>
                    <a:pt x="664" y="1"/>
                  </a:cubicBezTo>
                  <a:cubicBezTo>
                    <a:pt x="664" y="1"/>
                    <a:pt x="664" y="1"/>
                    <a:pt x="664" y="1"/>
                  </a:cubicBezTo>
                  <a:cubicBezTo>
                    <a:pt x="659" y="1"/>
                    <a:pt x="656" y="0"/>
                    <a:pt x="650" y="1"/>
                  </a:cubicBezTo>
                  <a:cubicBezTo>
                    <a:pt x="645" y="3"/>
                    <a:pt x="640" y="5"/>
                    <a:pt x="634"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8"/>
            <p:cNvSpPr>
              <a:spLocks/>
            </p:cNvSpPr>
            <p:nvPr/>
          </p:nvSpPr>
          <p:spPr bwMode="auto">
            <a:xfrm>
              <a:off x="4000501" y="923925"/>
              <a:ext cx="2378075" cy="1897063"/>
            </a:xfrm>
            <a:custGeom>
              <a:avLst/>
              <a:gdLst/>
              <a:ahLst/>
              <a:cxnLst>
                <a:cxn ang="0">
                  <a:pos x="535" y="1025"/>
                </a:cxn>
                <a:cxn ang="0">
                  <a:pos x="635" y="940"/>
                </a:cxn>
                <a:cxn ang="0">
                  <a:pos x="686" y="911"/>
                </a:cxn>
                <a:cxn ang="0">
                  <a:pos x="761" y="882"/>
                </a:cxn>
                <a:cxn ang="0">
                  <a:pos x="773" y="833"/>
                </a:cxn>
                <a:cxn ang="0">
                  <a:pos x="809" y="772"/>
                </a:cxn>
                <a:cxn ang="0">
                  <a:pos x="865" y="794"/>
                </a:cxn>
                <a:cxn ang="0">
                  <a:pos x="923" y="757"/>
                </a:cxn>
                <a:cxn ang="0">
                  <a:pos x="970" y="793"/>
                </a:cxn>
                <a:cxn ang="0">
                  <a:pos x="1009" y="836"/>
                </a:cxn>
                <a:cxn ang="0">
                  <a:pos x="1021" y="762"/>
                </a:cxn>
                <a:cxn ang="0">
                  <a:pos x="1069" y="787"/>
                </a:cxn>
                <a:cxn ang="0">
                  <a:pos x="1132" y="757"/>
                </a:cxn>
                <a:cxn ang="0">
                  <a:pos x="1214" y="715"/>
                </a:cxn>
                <a:cxn ang="0">
                  <a:pos x="1202" y="651"/>
                </a:cxn>
                <a:cxn ang="0">
                  <a:pos x="1147" y="619"/>
                </a:cxn>
                <a:cxn ang="0">
                  <a:pos x="1144" y="524"/>
                </a:cxn>
                <a:cxn ang="0">
                  <a:pos x="1182" y="534"/>
                </a:cxn>
                <a:cxn ang="0">
                  <a:pos x="1204" y="483"/>
                </a:cxn>
                <a:cxn ang="0">
                  <a:pos x="1177" y="423"/>
                </a:cxn>
                <a:cxn ang="0">
                  <a:pos x="1244" y="358"/>
                </a:cxn>
                <a:cxn ang="0">
                  <a:pos x="1294" y="312"/>
                </a:cxn>
                <a:cxn ang="0">
                  <a:pos x="1324" y="189"/>
                </a:cxn>
                <a:cxn ang="0">
                  <a:pos x="1289" y="137"/>
                </a:cxn>
                <a:cxn ang="0">
                  <a:pos x="1235" y="154"/>
                </a:cxn>
                <a:cxn ang="0">
                  <a:pos x="1189" y="160"/>
                </a:cxn>
                <a:cxn ang="0">
                  <a:pos x="1157" y="74"/>
                </a:cxn>
                <a:cxn ang="0">
                  <a:pos x="1116" y="62"/>
                </a:cxn>
                <a:cxn ang="0">
                  <a:pos x="1109" y="5"/>
                </a:cxn>
                <a:cxn ang="0">
                  <a:pos x="1055" y="46"/>
                </a:cxn>
                <a:cxn ang="0">
                  <a:pos x="1079" y="110"/>
                </a:cxn>
                <a:cxn ang="0">
                  <a:pos x="1031" y="186"/>
                </a:cxn>
                <a:cxn ang="0">
                  <a:pos x="1020" y="239"/>
                </a:cxn>
                <a:cxn ang="0">
                  <a:pos x="952" y="285"/>
                </a:cxn>
                <a:cxn ang="0">
                  <a:pos x="850" y="380"/>
                </a:cxn>
                <a:cxn ang="0">
                  <a:pos x="904" y="402"/>
                </a:cxn>
                <a:cxn ang="0">
                  <a:pos x="979" y="396"/>
                </a:cxn>
                <a:cxn ang="0">
                  <a:pos x="1043" y="449"/>
                </a:cxn>
                <a:cxn ang="0">
                  <a:pos x="999" y="476"/>
                </a:cxn>
                <a:cxn ang="0">
                  <a:pos x="920" y="506"/>
                </a:cxn>
                <a:cxn ang="0">
                  <a:pos x="867" y="549"/>
                </a:cxn>
                <a:cxn ang="0">
                  <a:pos x="782" y="594"/>
                </a:cxn>
                <a:cxn ang="0">
                  <a:pos x="688" y="587"/>
                </a:cxn>
                <a:cxn ang="0">
                  <a:pos x="675" y="658"/>
                </a:cxn>
                <a:cxn ang="0">
                  <a:pos x="630" y="709"/>
                </a:cxn>
                <a:cxn ang="0">
                  <a:pos x="507" y="755"/>
                </a:cxn>
                <a:cxn ang="0">
                  <a:pos x="360" y="808"/>
                </a:cxn>
                <a:cxn ang="0">
                  <a:pos x="311" y="798"/>
                </a:cxn>
                <a:cxn ang="0">
                  <a:pos x="203" y="754"/>
                </a:cxn>
                <a:cxn ang="0">
                  <a:pos x="3" y="749"/>
                </a:cxn>
                <a:cxn ang="0">
                  <a:pos x="29" y="833"/>
                </a:cxn>
                <a:cxn ang="0">
                  <a:pos x="81" y="858"/>
                </a:cxn>
                <a:cxn ang="0">
                  <a:pos x="140" y="860"/>
                </a:cxn>
                <a:cxn ang="0">
                  <a:pos x="139" y="929"/>
                </a:cxn>
                <a:cxn ang="0">
                  <a:pos x="207" y="987"/>
                </a:cxn>
                <a:cxn ang="0">
                  <a:pos x="271" y="955"/>
                </a:cxn>
                <a:cxn ang="0">
                  <a:pos x="317" y="968"/>
                </a:cxn>
                <a:cxn ang="0">
                  <a:pos x="281" y="1029"/>
                </a:cxn>
                <a:cxn ang="0">
                  <a:pos x="332" y="1058"/>
                </a:cxn>
                <a:cxn ang="0">
                  <a:pos x="403" y="995"/>
                </a:cxn>
                <a:cxn ang="0">
                  <a:pos x="446" y="966"/>
                </a:cxn>
                <a:cxn ang="0">
                  <a:pos x="463" y="1023"/>
                </a:cxn>
              </a:cxnLst>
              <a:rect l="0" t="0" r="r" b="b"/>
              <a:pathLst>
                <a:path w="1328" h="1059">
                  <a:moveTo>
                    <a:pt x="478" y="1034"/>
                  </a:moveTo>
                  <a:cubicBezTo>
                    <a:pt x="482" y="1035"/>
                    <a:pt x="486" y="1034"/>
                    <a:pt x="489" y="1035"/>
                  </a:cubicBezTo>
                  <a:cubicBezTo>
                    <a:pt x="496" y="1038"/>
                    <a:pt x="499" y="1042"/>
                    <a:pt x="505" y="1043"/>
                  </a:cubicBezTo>
                  <a:cubicBezTo>
                    <a:pt x="511" y="1045"/>
                    <a:pt x="515" y="1044"/>
                    <a:pt x="521" y="1045"/>
                  </a:cubicBezTo>
                  <a:cubicBezTo>
                    <a:pt x="525" y="1045"/>
                    <a:pt x="528" y="1046"/>
                    <a:pt x="532" y="1047"/>
                  </a:cubicBezTo>
                  <a:cubicBezTo>
                    <a:pt x="532" y="1046"/>
                    <a:pt x="533" y="1046"/>
                    <a:pt x="533" y="1045"/>
                  </a:cubicBezTo>
                  <a:cubicBezTo>
                    <a:pt x="533" y="1043"/>
                    <a:pt x="532" y="1042"/>
                    <a:pt x="532" y="1040"/>
                  </a:cubicBezTo>
                  <a:cubicBezTo>
                    <a:pt x="532" y="1034"/>
                    <a:pt x="533" y="1031"/>
                    <a:pt x="535" y="1025"/>
                  </a:cubicBezTo>
                  <a:cubicBezTo>
                    <a:pt x="536" y="1021"/>
                    <a:pt x="537" y="1018"/>
                    <a:pt x="539" y="1013"/>
                  </a:cubicBezTo>
                  <a:cubicBezTo>
                    <a:pt x="542" y="1009"/>
                    <a:pt x="544" y="1008"/>
                    <a:pt x="546" y="1003"/>
                  </a:cubicBezTo>
                  <a:cubicBezTo>
                    <a:pt x="550" y="997"/>
                    <a:pt x="551" y="992"/>
                    <a:pt x="556" y="988"/>
                  </a:cubicBezTo>
                  <a:cubicBezTo>
                    <a:pt x="563" y="984"/>
                    <a:pt x="568" y="981"/>
                    <a:pt x="571" y="973"/>
                  </a:cubicBezTo>
                  <a:cubicBezTo>
                    <a:pt x="573" y="968"/>
                    <a:pt x="575" y="964"/>
                    <a:pt x="579" y="961"/>
                  </a:cubicBezTo>
                  <a:cubicBezTo>
                    <a:pt x="587" y="955"/>
                    <a:pt x="593" y="956"/>
                    <a:pt x="602" y="952"/>
                  </a:cubicBezTo>
                  <a:cubicBezTo>
                    <a:pt x="607" y="950"/>
                    <a:pt x="610" y="949"/>
                    <a:pt x="615" y="946"/>
                  </a:cubicBezTo>
                  <a:cubicBezTo>
                    <a:pt x="622" y="943"/>
                    <a:pt x="627" y="940"/>
                    <a:pt x="635" y="940"/>
                  </a:cubicBezTo>
                  <a:cubicBezTo>
                    <a:pt x="640" y="940"/>
                    <a:pt x="643" y="940"/>
                    <a:pt x="648" y="941"/>
                  </a:cubicBezTo>
                  <a:cubicBezTo>
                    <a:pt x="648" y="941"/>
                    <a:pt x="648" y="941"/>
                    <a:pt x="648" y="941"/>
                  </a:cubicBezTo>
                  <a:cubicBezTo>
                    <a:pt x="651" y="938"/>
                    <a:pt x="652" y="935"/>
                    <a:pt x="652" y="930"/>
                  </a:cubicBezTo>
                  <a:cubicBezTo>
                    <a:pt x="653" y="930"/>
                    <a:pt x="653" y="929"/>
                    <a:pt x="654" y="929"/>
                  </a:cubicBezTo>
                  <a:cubicBezTo>
                    <a:pt x="655" y="929"/>
                    <a:pt x="655" y="930"/>
                    <a:pt x="656" y="930"/>
                  </a:cubicBezTo>
                  <a:cubicBezTo>
                    <a:pt x="660" y="931"/>
                    <a:pt x="662" y="933"/>
                    <a:pt x="666" y="933"/>
                  </a:cubicBezTo>
                  <a:cubicBezTo>
                    <a:pt x="672" y="933"/>
                    <a:pt x="675" y="929"/>
                    <a:pt x="678" y="924"/>
                  </a:cubicBezTo>
                  <a:cubicBezTo>
                    <a:pt x="681" y="919"/>
                    <a:pt x="684" y="917"/>
                    <a:pt x="686" y="911"/>
                  </a:cubicBezTo>
                  <a:cubicBezTo>
                    <a:pt x="687" y="908"/>
                    <a:pt x="688" y="905"/>
                    <a:pt x="689" y="901"/>
                  </a:cubicBezTo>
                  <a:cubicBezTo>
                    <a:pt x="691" y="896"/>
                    <a:pt x="694" y="890"/>
                    <a:pt x="700" y="890"/>
                  </a:cubicBezTo>
                  <a:cubicBezTo>
                    <a:pt x="701" y="890"/>
                    <a:pt x="701" y="892"/>
                    <a:pt x="702" y="892"/>
                  </a:cubicBezTo>
                  <a:cubicBezTo>
                    <a:pt x="705" y="894"/>
                    <a:pt x="707" y="896"/>
                    <a:pt x="710" y="896"/>
                  </a:cubicBezTo>
                  <a:cubicBezTo>
                    <a:pt x="719" y="896"/>
                    <a:pt x="721" y="885"/>
                    <a:pt x="730" y="885"/>
                  </a:cubicBezTo>
                  <a:cubicBezTo>
                    <a:pt x="736" y="885"/>
                    <a:pt x="739" y="889"/>
                    <a:pt x="745" y="889"/>
                  </a:cubicBezTo>
                  <a:cubicBezTo>
                    <a:pt x="746" y="889"/>
                    <a:pt x="747" y="888"/>
                    <a:pt x="749" y="887"/>
                  </a:cubicBezTo>
                  <a:cubicBezTo>
                    <a:pt x="754" y="886"/>
                    <a:pt x="756" y="885"/>
                    <a:pt x="761" y="882"/>
                  </a:cubicBezTo>
                  <a:cubicBezTo>
                    <a:pt x="764" y="881"/>
                    <a:pt x="766" y="880"/>
                    <a:pt x="769" y="878"/>
                  </a:cubicBezTo>
                  <a:cubicBezTo>
                    <a:pt x="771" y="875"/>
                    <a:pt x="771" y="873"/>
                    <a:pt x="773" y="870"/>
                  </a:cubicBezTo>
                  <a:cubicBezTo>
                    <a:pt x="775" y="866"/>
                    <a:pt x="776" y="864"/>
                    <a:pt x="778" y="860"/>
                  </a:cubicBezTo>
                  <a:cubicBezTo>
                    <a:pt x="778" y="860"/>
                    <a:pt x="778" y="860"/>
                    <a:pt x="778" y="860"/>
                  </a:cubicBezTo>
                  <a:cubicBezTo>
                    <a:pt x="775" y="855"/>
                    <a:pt x="774" y="853"/>
                    <a:pt x="771" y="848"/>
                  </a:cubicBezTo>
                  <a:cubicBezTo>
                    <a:pt x="770" y="846"/>
                    <a:pt x="768" y="845"/>
                    <a:pt x="768" y="842"/>
                  </a:cubicBezTo>
                  <a:cubicBezTo>
                    <a:pt x="768" y="840"/>
                    <a:pt x="770" y="840"/>
                    <a:pt x="771" y="838"/>
                  </a:cubicBezTo>
                  <a:cubicBezTo>
                    <a:pt x="772" y="837"/>
                    <a:pt x="773" y="835"/>
                    <a:pt x="773" y="833"/>
                  </a:cubicBezTo>
                  <a:cubicBezTo>
                    <a:pt x="773" y="828"/>
                    <a:pt x="770" y="826"/>
                    <a:pt x="770" y="820"/>
                  </a:cubicBezTo>
                  <a:cubicBezTo>
                    <a:pt x="770" y="816"/>
                    <a:pt x="776" y="817"/>
                    <a:pt x="780" y="816"/>
                  </a:cubicBezTo>
                  <a:cubicBezTo>
                    <a:pt x="782" y="816"/>
                    <a:pt x="784" y="815"/>
                    <a:pt x="786" y="813"/>
                  </a:cubicBezTo>
                  <a:cubicBezTo>
                    <a:pt x="786" y="797"/>
                    <a:pt x="786" y="797"/>
                    <a:pt x="786" y="797"/>
                  </a:cubicBezTo>
                  <a:cubicBezTo>
                    <a:pt x="786" y="795"/>
                    <a:pt x="785" y="794"/>
                    <a:pt x="786" y="792"/>
                  </a:cubicBezTo>
                  <a:cubicBezTo>
                    <a:pt x="787" y="791"/>
                    <a:pt x="788" y="791"/>
                    <a:pt x="790" y="790"/>
                  </a:cubicBezTo>
                  <a:cubicBezTo>
                    <a:pt x="792" y="789"/>
                    <a:pt x="794" y="787"/>
                    <a:pt x="796" y="785"/>
                  </a:cubicBezTo>
                  <a:cubicBezTo>
                    <a:pt x="801" y="781"/>
                    <a:pt x="804" y="777"/>
                    <a:pt x="809" y="772"/>
                  </a:cubicBezTo>
                  <a:cubicBezTo>
                    <a:pt x="812" y="777"/>
                    <a:pt x="812" y="780"/>
                    <a:pt x="813" y="785"/>
                  </a:cubicBezTo>
                  <a:cubicBezTo>
                    <a:pt x="815" y="796"/>
                    <a:pt x="817" y="801"/>
                    <a:pt x="818" y="812"/>
                  </a:cubicBezTo>
                  <a:cubicBezTo>
                    <a:pt x="820" y="812"/>
                    <a:pt x="820" y="812"/>
                    <a:pt x="822" y="812"/>
                  </a:cubicBezTo>
                  <a:cubicBezTo>
                    <a:pt x="824" y="812"/>
                    <a:pt x="825" y="811"/>
                    <a:pt x="826" y="811"/>
                  </a:cubicBezTo>
                  <a:cubicBezTo>
                    <a:pt x="834" y="809"/>
                    <a:pt x="838" y="806"/>
                    <a:pt x="844" y="800"/>
                  </a:cubicBezTo>
                  <a:cubicBezTo>
                    <a:pt x="847" y="797"/>
                    <a:pt x="848" y="795"/>
                    <a:pt x="851" y="793"/>
                  </a:cubicBezTo>
                  <a:cubicBezTo>
                    <a:pt x="855" y="790"/>
                    <a:pt x="858" y="790"/>
                    <a:pt x="863" y="788"/>
                  </a:cubicBezTo>
                  <a:cubicBezTo>
                    <a:pt x="864" y="791"/>
                    <a:pt x="864" y="792"/>
                    <a:pt x="865" y="794"/>
                  </a:cubicBezTo>
                  <a:cubicBezTo>
                    <a:pt x="865" y="795"/>
                    <a:pt x="866" y="795"/>
                    <a:pt x="867" y="795"/>
                  </a:cubicBezTo>
                  <a:cubicBezTo>
                    <a:pt x="871" y="791"/>
                    <a:pt x="874" y="786"/>
                    <a:pt x="880" y="786"/>
                  </a:cubicBezTo>
                  <a:cubicBezTo>
                    <a:pt x="885" y="786"/>
                    <a:pt x="887" y="788"/>
                    <a:pt x="892" y="788"/>
                  </a:cubicBezTo>
                  <a:cubicBezTo>
                    <a:pt x="895" y="788"/>
                    <a:pt x="898" y="788"/>
                    <a:pt x="900" y="785"/>
                  </a:cubicBezTo>
                  <a:cubicBezTo>
                    <a:pt x="903" y="783"/>
                    <a:pt x="902" y="779"/>
                    <a:pt x="903" y="775"/>
                  </a:cubicBezTo>
                  <a:cubicBezTo>
                    <a:pt x="904" y="772"/>
                    <a:pt x="905" y="770"/>
                    <a:pt x="907" y="767"/>
                  </a:cubicBezTo>
                  <a:cubicBezTo>
                    <a:pt x="908" y="764"/>
                    <a:pt x="910" y="761"/>
                    <a:pt x="913" y="759"/>
                  </a:cubicBezTo>
                  <a:cubicBezTo>
                    <a:pt x="916" y="757"/>
                    <a:pt x="919" y="758"/>
                    <a:pt x="923" y="757"/>
                  </a:cubicBezTo>
                  <a:cubicBezTo>
                    <a:pt x="926" y="757"/>
                    <a:pt x="928" y="755"/>
                    <a:pt x="930" y="754"/>
                  </a:cubicBezTo>
                  <a:cubicBezTo>
                    <a:pt x="936" y="753"/>
                    <a:pt x="939" y="750"/>
                    <a:pt x="945" y="750"/>
                  </a:cubicBezTo>
                  <a:cubicBezTo>
                    <a:pt x="947" y="750"/>
                    <a:pt x="948" y="752"/>
                    <a:pt x="949" y="754"/>
                  </a:cubicBezTo>
                  <a:cubicBezTo>
                    <a:pt x="950" y="755"/>
                    <a:pt x="951" y="756"/>
                    <a:pt x="952" y="758"/>
                  </a:cubicBezTo>
                  <a:cubicBezTo>
                    <a:pt x="954" y="763"/>
                    <a:pt x="956" y="766"/>
                    <a:pt x="959" y="770"/>
                  </a:cubicBezTo>
                  <a:cubicBezTo>
                    <a:pt x="962" y="775"/>
                    <a:pt x="965" y="776"/>
                    <a:pt x="969" y="781"/>
                  </a:cubicBezTo>
                  <a:cubicBezTo>
                    <a:pt x="970" y="783"/>
                    <a:pt x="972" y="784"/>
                    <a:pt x="972" y="787"/>
                  </a:cubicBezTo>
                  <a:cubicBezTo>
                    <a:pt x="972" y="790"/>
                    <a:pt x="970" y="791"/>
                    <a:pt x="970" y="793"/>
                  </a:cubicBezTo>
                  <a:cubicBezTo>
                    <a:pt x="969" y="797"/>
                    <a:pt x="969" y="799"/>
                    <a:pt x="969" y="802"/>
                  </a:cubicBezTo>
                  <a:cubicBezTo>
                    <a:pt x="969" y="806"/>
                    <a:pt x="970" y="808"/>
                    <a:pt x="971" y="811"/>
                  </a:cubicBezTo>
                  <a:cubicBezTo>
                    <a:pt x="971" y="814"/>
                    <a:pt x="971" y="816"/>
                    <a:pt x="972" y="819"/>
                  </a:cubicBezTo>
                  <a:cubicBezTo>
                    <a:pt x="972" y="821"/>
                    <a:pt x="972" y="823"/>
                    <a:pt x="973" y="824"/>
                  </a:cubicBezTo>
                  <a:cubicBezTo>
                    <a:pt x="975" y="825"/>
                    <a:pt x="977" y="825"/>
                    <a:pt x="979" y="826"/>
                  </a:cubicBezTo>
                  <a:cubicBezTo>
                    <a:pt x="990" y="830"/>
                    <a:pt x="994" y="839"/>
                    <a:pt x="1005" y="840"/>
                  </a:cubicBezTo>
                  <a:cubicBezTo>
                    <a:pt x="1005" y="840"/>
                    <a:pt x="1005" y="840"/>
                    <a:pt x="1005" y="840"/>
                  </a:cubicBezTo>
                  <a:cubicBezTo>
                    <a:pt x="1007" y="839"/>
                    <a:pt x="1008" y="837"/>
                    <a:pt x="1009" y="836"/>
                  </a:cubicBezTo>
                  <a:cubicBezTo>
                    <a:pt x="1012" y="834"/>
                    <a:pt x="1014" y="834"/>
                    <a:pt x="1015" y="831"/>
                  </a:cubicBezTo>
                  <a:cubicBezTo>
                    <a:pt x="1016" y="829"/>
                    <a:pt x="1016" y="827"/>
                    <a:pt x="1017" y="825"/>
                  </a:cubicBezTo>
                  <a:cubicBezTo>
                    <a:pt x="1020" y="817"/>
                    <a:pt x="1023" y="813"/>
                    <a:pt x="1023" y="804"/>
                  </a:cubicBezTo>
                  <a:cubicBezTo>
                    <a:pt x="1023" y="802"/>
                    <a:pt x="1022" y="800"/>
                    <a:pt x="1022" y="797"/>
                  </a:cubicBezTo>
                  <a:cubicBezTo>
                    <a:pt x="1021" y="791"/>
                    <a:pt x="1021" y="788"/>
                    <a:pt x="1020" y="781"/>
                  </a:cubicBezTo>
                  <a:cubicBezTo>
                    <a:pt x="1020" y="777"/>
                    <a:pt x="1018" y="775"/>
                    <a:pt x="1018" y="770"/>
                  </a:cubicBezTo>
                  <a:cubicBezTo>
                    <a:pt x="1018" y="768"/>
                    <a:pt x="1019" y="766"/>
                    <a:pt x="1019" y="763"/>
                  </a:cubicBezTo>
                  <a:cubicBezTo>
                    <a:pt x="1020" y="763"/>
                    <a:pt x="1020" y="762"/>
                    <a:pt x="1021" y="762"/>
                  </a:cubicBezTo>
                  <a:cubicBezTo>
                    <a:pt x="1023" y="763"/>
                    <a:pt x="1024" y="764"/>
                    <a:pt x="1025" y="765"/>
                  </a:cubicBezTo>
                  <a:cubicBezTo>
                    <a:pt x="1027" y="767"/>
                    <a:pt x="1028" y="769"/>
                    <a:pt x="1030" y="770"/>
                  </a:cubicBezTo>
                  <a:cubicBezTo>
                    <a:pt x="1032" y="772"/>
                    <a:pt x="1034" y="772"/>
                    <a:pt x="1036" y="772"/>
                  </a:cubicBezTo>
                  <a:cubicBezTo>
                    <a:pt x="1040" y="774"/>
                    <a:pt x="1041" y="776"/>
                    <a:pt x="1042" y="779"/>
                  </a:cubicBezTo>
                  <a:cubicBezTo>
                    <a:pt x="1045" y="785"/>
                    <a:pt x="1048" y="787"/>
                    <a:pt x="1052" y="791"/>
                  </a:cubicBezTo>
                  <a:cubicBezTo>
                    <a:pt x="1055" y="794"/>
                    <a:pt x="1057" y="797"/>
                    <a:pt x="1061" y="797"/>
                  </a:cubicBezTo>
                  <a:cubicBezTo>
                    <a:pt x="1063" y="797"/>
                    <a:pt x="1064" y="795"/>
                    <a:pt x="1065" y="793"/>
                  </a:cubicBezTo>
                  <a:cubicBezTo>
                    <a:pt x="1066" y="791"/>
                    <a:pt x="1067" y="790"/>
                    <a:pt x="1069" y="787"/>
                  </a:cubicBezTo>
                  <a:cubicBezTo>
                    <a:pt x="1071" y="784"/>
                    <a:pt x="1074" y="784"/>
                    <a:pt x="1075" y="780"/>
                  </a:cubicBezTo>
                  <a:cubicBezTo>
                    <a:pt x="1076" y="779"/>
                    <a:pt x="1075" y="777"/>
                    <a:pt x="1076" y="776"/>
                  </a:cubicBezTo>
                  <a:cubicBezTo>
                    <a:pt x="1077" y="775"/>
                    <a:pt x="1079" y="775"/>
                    <a:pt x="1080" y="775"/>
                  </a:cubicBezTo>
                  <a:cubicBezTo>
                    <a:pt x="1083" y="774"/>
                    <a:pt x="1085" y="774"/>
                    <a:pt x="1088" y="773"/>
                  </a:cubicBezTo>
                  <a:cubicBezTo>
                    <a:pt x="1097" y="771"/>
                    <a:pt x="1099" y="764"/>
                    <a:pt x="1108" y="759"/>
                  </a:cubicBezTo>
                  <a:cubicBezTo>
                    <a:pt x="1111" y="758"/>
                    <a:pt x="1114" y="758"/>
                    <a:pt x="1118" y="758"/>
                  </a:cubicBezTo>
                  <a:cubicBezTo>
                    <a:pt x="1119" y="758"/>
                    <a:pt x="1120" y="757"/>
                    <a:pt x="1122" y="757"/>
                  </a:cubicBezTo>
                  <a:cubicBezTo>
                    <a:pt x="1132" y="757"/>
                    <a:pt x="1132" y="757"/>
                    <a:pt x="1132" y="757"/>
                  </a:cubicBezTo>
                  <a:cubicBezTo>
                    <a:pt x="1134" y="757"/>
                    <a:pt x="1135" y="755"/>
                    <a:pt x="1137" y="753"/>
                  </a:cubicBezTo>
                  <a:cubicBezTo>
                    <a:pt x="1143" y="749"/>
                    <a:pt x="1145" y="746"/>
                    <a:pt x="1151" y="743"/>
                  </a:cubicBezTo>
                  <a:cubicBezTo>
                    <a:pt x="1153" y="743"/>
                    <a:pt x="1154" y="743"/>
                    <a:pt x="1155" y="742"/>
                  </a:cubicBezTo>
                  <a:cubicBezTo>
                    <a:pt x="1159" y="741"/>
                    <a:pt x="1162" y="739"/>
                    <a:pt x="1166" y="738"/>
                  </a:cubicBezTo>
                  <a:cubicBezTo>
                    <a:pt x="1172" y="737"/>
                    <a:pt x="1175" y="737"/>
                    <a:pt x="1181" y="735"/>
                  </a:cubicBezTo>
                  <a:cubicBezTo>
                    <a:pt x="1186" y="733"/>
                    <a:pt x="1190" y="732"/>
                    <a:pt x="1195" y="729"/>
                  </a:cubicBezTo>
                  <a:cubicBezTo>
                    <a:pt x="1199" y="727"/>
                    <a:pt x="1200" y="723"/>
                    <a:pt x="1204" y="720"/>
                  </a:cubicBezTo>
                  <a:cubicBezTo>
                    <a:pt x="1208" y="718"/>
                    <a:pt x="1211" y="717"/>
                    <a:pt x="1214" y="715"/>
                  </a:cubicBezTo>
                  <a:cubicBezTo>
                    <a:pt x="1219" y="712"/>
                    <a:pt x="1219" y="707"/>
                    <a:pt x="1221" y="701"/>
                  </a:cubicBezTo>
                  <a:cubicBezTo>
                    <a:pt x="1221" y="701"/>
                    <a:pt x="1221" y="701"/>
                    <a:pt x="1221" y="701"/>
                  </a:cubicBezTo>
                  <a:cubicBezTo>
                    <a:pt x="1218" y="699"/>
                    <a:pt x="1216" y="698"/>
                    <a:pt x="1213" y="696"/>
                  </a:cubicBezTo>
                  <a:cubicBezTo>
                    <a:pt x="1211" y="695"/>
                    <a:pt x="1208" y="695"/>
                    <a:pt x="1208" y="692"/>
                  </a:cubicBezTo>
                  <a:cubicBezTo>
                    <a:pt x="1208" y="686"/>
                    <a:pt x="1213" y="683"/>
                    <a:pt x="1215" y="676"/>
                  </a:cubicBezTo>
                  <a:cubicBezTo>
                    <a:pt x="1214" y="674"/>
                    <a:pt x="1214" y="673"/>
                    <a:pt x="1212" y="670"/>
                  </a:cubicBezTo>
                  <a:cubicBezTo>
                    <a:pt x="1210" y="666"/>
                    <a:pt x="1207" y="665"/>
                    <a:pt x="1204" y="660"/>
                  </a:cubicBezTo>
                  <a:cubicBezTo>
                    <a:pt x="1203" y="657"/>
                    <a:pt x="1203" y="655"/>
                    <a:pt x="1202" y="651"/>
                  </a:cubicBezTo>
                  <a:cubicBezTo>
                    <a:pt x="1200" y="645"/>
                    <a:pt x="1200" y="641"/>
                    <a:pt x="1199" y="635"/>
                  </a:cubicBezTo>
                  <a:cubicBezTo>
                    <a:pt x="1199" y="631"/>
                    <a:pt x="1199" y="627"/>
                    <a:pt x="1197" y="624"/>
                  </a:cubicBezTo>
                  <a:cubicBezTo>
                    <a:pt x="1191" y="626"/>
                    <a:pt x="1187" y="629"/>
                    <a:pt x="1182" y="632"/>
                  </a:cubicBezTo>
                  <a:cubicBezTo>
                    <a:pt x="1179" y="635"/>
                    <a:pt x="1177" y="636"/>
                    <a:pt x="1174" y="638"/>
                  </a:cubicBezTo>
                  <a:cubicBezTo>
                    <a:pt x="1171" y="641"/>
                    <a:pt x="1169" y="644"/>
                    <a:pt x="1165" y="644"/>
                  </a:cubicBezTo>
                  <a:cubicBezTo>
                    <a:pt x="1161" y="644"/>
                    <a:pt x="1160" y="639"/>
                    <a:pt x="1159" y="635"/>
                  </a:cubicBezTo>
                  <a:cubicBezTo>
                    <a:pt x="1158" y="632"/>
                    <a:pt x="1157" y="630"/>
                    <a:pt x="1154" y="627"/>
                  </a:cubicBezTo>
                  <a:cubicBezTo>
                    <a:pt x="1152" y="624"/>
                    <a:pt x="1149" y="623"/>
                    <a:pt x="1147" y="619"/>
                  </a:cubicBezTo>
                  <a:cubicBezTo>
                    <a:pt x="1145" y="616"/>
                    <a:pt x="1145" y="613"/>
                    <a:pt x="1145" y="608"/>
                  </a:cubicBezTo>
                  <a:cubicBezTo>
                    <a:pt x="1145" y="593"/>
                    <a:pt x="1154" y="585"/>
                    <a:pt x="1154" y="570"/>
                  </a:cubicBezTo>
                  <a:cubicBezTo>
                    <a:pt x="1154" y="564"/>
                    <a:pt x="1152" y="560"/>
                    <a:pt x="1148" y="557"/>
                  </a:cubicBezTo>
                  <a:cubicBezTo>
                    <a:pt x="1143" y="552"/>
                    <a:pt x="1138" y="552"/>
                    <a:pt x="1131" y="551"/>
                  </a:cubicBezTo>
                  <a:cubicBezTo>
                    <a:pt x="1132" y="547"/>
                    <a:pt x="1134" y="545"/>
                    <a:pt x="1135" y="541"/>
                  </a:cubicBezTo>
                  <a:cubicBezTo>
                    <a:pt x="1136" y="536"/>
                    <a:pt x="1135" y="534"/>
                    <a:pt x="1135" y="529"/>
                  </a:cubicBezTo>
                  <a:cubicBezTo>
                    <a:pt x="1138" y="529"/>
                    <a:pt x="1140" y="530"/>
                    <a:pt x="1141" y="528"/>
                  </a:cubicBezTo>
                  <a:cubicBezTo>
                    <a:pt x="1142" y="527"/>
                    <a:pt x="1143" y="526"/>
                    <a:pt x="1144" y="524"/>
                  </a:cubicBezTo>
                  <a:cubicBezTo>
                    <a:pt x="1147" y="527"/>
                    <a:pt x="1149" y="528"/>
                    <a:pt x="1152" y="531"/>
                  </a:cubicBezTo>
                  <a:cubicBezTo>
                    <a:pt x="1153" y="532"/>
                    <a:pt x="1154" y="533"/>
                    <a:pt x="1155" y="535"/>
                  </a:cubicBezTo>
                  <a:cubicBezTo>
                    <a:pt x="1156" y="537"/>
                    <a:pt x="1157" y="539"/>
                    <a:pt x="1159" y="539"/>
                  </a:cubicBezTo>
                  <a:cubicBezTo>
                    <a:pt x="1162" y="539"/>
                    <a:pt x="1163" y="537"/>
                    <a:pt x="1165" y="537"/>
                  </a:cubicBezTo>
                  <a:cubicBezTo>
                    <a:pt x="1173" y="537"/>
                    <a:pt x="1173" y="549"/>
                    <a:pt x="1181" y="549"/>
                  </a:cubicBezTo>
                  <a:cubicBezTo>
                    <a:pt x="1184" y="549"/>
                    <a:pt x="1184" y="549"/>
                    <a:pt x="1184" y="549"/>
                  </a:cubicBezTo>
                  <a:cubicBezTo>
                    <a:pt x="1184" y="543"/>
                    <a:pt x="1184" y="543"/>
                    <a:pt x="1184" y="543"/>
                  </a:cubicBezTo>
                  <a:cubicBezTo>
                    <a:pt x="1182" y="534"/>
                    <a:pt x="1182" y="534"/>
                    <a:pt x="1182" y="534"/>
                  </a:cubicBezTo>
                  <a:cubicBezTo>
                    <a:pt x="1182" y="530"/>
                    <a:pt x="1183" y="526"/>
                    <a:pt x="1187" y="524"/>
                  </a:cubicBezTo>
                  <a:cubicBezTo>
                    <a:pt x="1189" y="524"/>
                    <a:pt x="1191" y="525"/>
                    <a:pt x="1193" y="523"/>
                  </a:cubicBezTo>
                  <a:cubicBezTo>
                    <a:pt x="1194" y="523"/>
                    <a:pt x="1193" y="521"/>
                    <a:pt x="1194" y="519"/>
                  </a:cubicBezTo>
                  <a:cubicBezTo>
                    <a:pt x="1194" y="518"/>
                    <a:pt x="1194" y="514"/>
                    <a:pt x="1195" y="513"/>
                  </a:cubicBezTo>
                  <a:cubicBezTo>
                    <a:pt x="1195" y="513"/>
                    <a:pt x="1195" y="513"/>
                    <a:pt x="1195" y="513"/>
                  </a:cubicBezTo>
                  <a:cubicBezTo>
                    <a:pt x="1194" y="507"/>
                    <a:pt x="1193" y="502"/>
                    <a:pt x="1191" y="496"/>
                  </a:cubicBezTo>
                  <a:cubicBezTo>
                    <a:pt x="1190" y="493"/>
                    <a:pt x="1188" y="491"/>
                    <a:pt x="1188" y="486"/>
                  </a:cubicBezTo>
                  <a:cubicBezTo>
                    <a:pt x="1194" y="486"/>
                    <a:pt x="1199" y="486"/>
                    <a:pt x="1204" y="483"/>
                  </a:cubicBezTo>
                  <a:cubicBezTo>
                    <a:pt x="1201" y="478"/>
                    <a:pt x="1197" y="478"/>
                    <a:pt x="1191" y="476"/>
                  </a:cubicBezTo>
                  <a:cubicBezTo>
                    <a:pt x="1189" y="475"/>
                    <a:pt x="1187" y="475"/>
                    <a:pt x="1185" y="472"/>
                  </a:cubicBezTo>
                  <a:cubicBezTo>
                    <a:pt x="1184" y="469"/>
                    <a:pt x="1183" y="467"/>
                    <a:pt x="1181" y="464"/>
                  </a:cubicBezTo>
                  <a:cubicBezTo>
                    <a:pt x="1178" y="462"/>
                    <a:pt x="1177" y="460"/>
                    <a:pt x="1175" y="456"/>
                  </a:cubicBezTo>
                  <a:cubicBezTo>
                    <a:pt x="1173" y="452"/>
                    <a:pt x="1170" y="451"/>
                    <a:pt x="1168" y="446"/>
                  </a:cubicBezTo>
                  <a:cubicBezTo>
                    <a:pt x="1168" y="444"/>
                    <a:pt x="1168" y="443"/>
                    <a:pt x="1167" y="440"/>
                  </a:cubicBezTo>
                  <a:cubicBezTo>
                    <a:pt x="1167" y="438"/>
                    <a:pt x="1165" y="436"/>
                    <a:pt x="1165" y="433"/>
                  </a:cubicBezTo>
                  <a:cubicBezTo>
                    <a:pt x="1165" y="427"/>
                    <a:pt x="1172" y="426"/>
                    <a:pt x="1177" y="423"/>
                  </a:cubicBezTo>
                  <a:cubicBezTo>
                    <a:pt x="1185" y="419"/>
                    <a:pt x="1189" y="417"/>
                    <a:pt x="1196" y="413"/>
                  </a:cubicBezTo>
                  <a:cubicBezTo>
                    <a:pt x="1203" y="410"/>
                    <a:pt x="1203" y="404"/>
                    <a:pt x="1207" y="398"/>
                  </a:cubicBezTo>
                  <a:cubicBezTo>
                    <a:pt x="1209" y="395"/>
                    <a:pt x="1210" y="392"/>
                    <a:pt x="1213" y="390"/>
                  </a:cubicBezTo>
                  <a:cubicBezTo>
                    <a:pt x="1215" y="390"/>
                    <a:pt x="1217" y="389"/>
                    <a:pt x="1217" y="388"/>
                  </a:cubicBezTo>
                  <a:cubicBezTo>
                    <a:pt x="1218" y="386"/>
                    <a:pt x="1219" y="384"/>
                    <a:pt x="1219" y="382"/>
                  </a:cubicBezTo>
                  <a:cubicBezTo>
                    <a:pt x="1224" y="378"/>
                    <a:pt x="1226" y="375"/>
                    <a:pt x="1230" y="370"/>
                  </a:cubicBezTo>
                  <a:cubicBezTo>
                    <a:pt x="1233" y="366"/>
                    <a:pt x="1236" y="365"/>
                    <a:pt x="1240" y="362"/>
                  </a:cubicBezTo>
                  <a:cubicBezTo>
                    <a:pt x="1242" y="361"/>
                    <a:pt x="1242" y="358"/>
                    <a:pt x="1244" y="358"/>
                  </a:cubicBezTo>
                  <a:cubicBezTo>
                    <a:pt x="1248" y="358"/>
                    <a:pt x="1250" y="362"/>
                    <a:pt x="1252" y="365"/>
                  </a:cubicBezTo>
                  <a:cubicBezTo>
                    <a:pt x="1255" y="370"/>
                    <a:pt x="1257" y="372"/>
                    <a:pt x="1261" y="376"/>
                  </a:cubicBezTo>
                  <a:cubicBezTo>
                    <a:pt x="1261" y="346"/>
                    <a:pt x="1261" y="346"/>
                    <a:pt x="1261" y="346"/>
                  </a:cubicBezTo>
                  <a:cubicBezTo>
                    <a:pt x="1261" y="343"/>
                    <a:pt x="1263" y="342"/>
                    <a:pt x="1264" y="340"/>
                  </a:cubicBezTo>
                  <a:cubicBezTo>
                    <a:pt x="1266" y="336"/>
                    <a:pt x="1267" y="334"/>
                    <a:pt x="1269" y="330"/>
                  </a:cubicBezTo>
                  <a:cubicBezTo>
                    <a:pt x="1273" y="323"/>
                    <a:pt x="1273" y="319"/>
                    <a:pt x="1274" y="311"/>
                  </a:cubicBezTo>
                  <a:cubicBezTo>
                    <a:pt x="1278" y="311"/>
                    <a:pt x="1280" y="312"/>
                    <a:pt x="1283" y="312"/>
                  </a:cubicBezTo>
                  <a:cubicBezTo>
                    <a:pt x="1288" y="312"/>
                    <a:pt x="1290" y="312"/>
                    <a:pt x="1294" y="312"/>
                  </a:cubicBezTo>
                  <a:cubicBezTo>
                    <a:pt x="1294" y="286"/>
                    <a:pt x="1294" y="286"/>
                    <a:pt x="1294" y="286"/>
                  </a:cubicBezTo>
                  <a:cubicBezTo>
                    <a:pt x="1294" y="282"/>
                    <a:pt x="1292" y="280"/>
                    <a:pt x="1292" y="276"/>
                  </a:cubicBezTo>
                  <a:cubicBezTo>
                    <a:pt x="1292" y="272"/>
                    <a:pt x="1293" y="270"/>
                    <a:pt x="1293" y="266"/>
                  </a:cubicBezTo>
                  <a:cubicBezTo>
                    <a:pt x="1294" y="258"/>
                    <a:pt x="1292" y="253"/>
                    <a:pt x="1294" y="246"/>
                  </a:cubicBezTo>
                  <a:cubicBezTo>
                    <a:pt x="1297" y="240"/>
                    <a:pt x="1300" y="238"/>
                    <a:pt x="1303" y="232"/>
                  </a:cubicBezTo>
                  <a:cubicBezTo>
                    <a:pt x="1308" y="224"/>
                    <a:pt x="1310" y="218"/>
                    <a:pt x="1314" y="210"/>
                  </a:cubicBezTo>
                  <a:cubicBezTo>
                    <a:pt x="1316" y="205"/>
                    <a:pt x="1318" y="203"/>
                    <a:pt x="1320" y="198"/>
                  </a:cubicBezTo>
                  <a:cubicBezTo>
                    <a:pt x="1321" y="195"/>
                    <a:pt x="1322" y="192"/>
                    <a:pt x="1324" y="189"/>
                  </a:cubicBezTo>
                  <a:cubicBezTo>
                    <a:pt x="1325" y="188"/>
                    <a:pt x="1328" y="188"/>
                    <a:pt x="1328" y="186"/>
                  </a:cubicBezTo>
                  <a:cubicBezTo>
                    <a:pt x="1328" y="182"/>
                    <a:pt x="1325" y="181"/>
                    <a:pt x="1323" y="178"/>
                  </a:cubicBezTo>
                  <a:cubicBezTo>
                    <a:pt x="1322" y="176"/>
                    <a:pt x="1321" y="174"/>
                    <a:pt x="1320" y="172"/>
                  </a:cubicBezTo>
                  <a:cubicBezTo>
                    <a:pt x="1319" y="170"/>
                    <a:pt x="1319" y="169"/>
                    <a:pt x="1318" y="167"/>
                  </a:cubicBezTo>
                  <a:cubicBezTo>
                    <a:pt x="1315" y="163"/>
                    <a:pt x="1313" y="161"/>
                    <a:pt x="1310" y="157"/>
                  </a:cubicBezTo>
                  <a:cubicBezTo>
                    <a:pt x="1308" y="155"/>
                    <a:pt x="1307" y="152"/>
                    <a:pt x="1305" y="149"/>
                  </a:cubicBezTo>
                  <a:cubicBezTo>
                    <a:pt x="1302" y="145"/>
                    <a:pt x="1299" y="143"/>
                    <a:pt x="1295" y="140"/>
                  </a:cubicBezTo>
                  <a:cubicBezTo>
                    <a:pt x="1293" y="139"/>
                    <a:pt x="1291" y="138"/>
                    <a:pt x="1289" y="137"/>
                  </a:cubicBezTo>
                  <a:cubicBezTo>
                    <a:pt x="1287" y="136"/>
                    <a:pt x="1286" y="135"/>
                    <a:pt x="1284" y="135"/>
                  </a:cubicBezTo>
                  <a:cubicBezTo>
                    <a:pt x="1280" y="135"/>
                    <a:pt x="1278" y="140"/>
                    <a:pt x="1277" y="144"/>
                  </a:cubicBezTo>
                  <a:cubicBezTo>
                    <a:pt x="1276" y="147"/>
                    <a:pt x="1276" y="150"/>
                    <a:pt x="1274" y="152"/>
                  </a:cubicBezTo>
                  <a:cubicBezTo>
                    <a:pt x="1271" y="155"/>
                    <a:pt x="1267" y="153"/>
                    <a:pt x="1263" y="154"/>
                  </a:cubicBezTo>
                  <a:cubicBezTo>
                    <a:pt x="1260" y="154"/>
                    <a:pt x="1258" y="156"/>
                    <a:pt x="1255" y="156"/>
                  </a:cubicBezTo>
                  <a:cubicBezTo>
                    <a:pt x="1253" y="156"/>
                    <a:pt x="1252" y="155"/>
                    <a:pt x="1249" y="155"/>
                  </a:cubicBezTo>
                  <a:cubicBezTo>
                    <a:pt x="1247" y="156"/>
                    <a:pt x="1246" y="156"/>
                    <a:pt x="1244" y="156"/>
                  </a:cubicBezTo>
                  <a:cubicBezTo>
                    <a:pt x="1240" y="156"/>
                    <a:pt x="1238" y="156"/>
                    <a:pt x="1235" y="154"/>
                  </a:cubicBezTo>
                  <a:cubicBezTo>
                    <a:pt x="1232" y="153"/>
                    <a:pt x="1231" y="150"/>
                    <a:pt x="1228" y="150"/>
                  </a:cubicBezTo>
                  <a:cubicBezTo>
                    <a:pt x="1226" y="150"/>
                    <a:pt x="1225" y="152"/>
                    <a:pt x="1224" y="154"/>
                  </a:cubicBezTo>
                  <a:cubicBezTo>
                    <a:pt x="1222" y="156"/>
                    <a:pt x="1221" y="158"/>
                    <a:pt x="1220" y="160"/>
                  </a:cubicBezTo>
                  <a:cubicBezTo>
                    <a:pt x="1218" y="163"/>
                    <a:pt x="1216" y="164"/>
                    <a:pt x="1213" y="165"/>
                  </a:cubicBezTo>
                  <a:cubicBezTo>
                    <a:pt x="1211" y="167"/>
                    <a:pt x="1209" y="168"/>
                    <a:pt x="1205" y="168"/>
                  </a:cubicBezTo>
                  <a:cubicBezTo>
                    <a:pt x="1203" y="168"/>
                    <a:pt x="1202" y="167"/>
                    <a:pt x="1199" y="166"/>
                  </a:cubicBezTo>
                  <a:cubicBezTo>
                    <a:pt x="1197" y="165"/>
                    <a:pt x="1195" y="164"/>
                    <a:pt x="1193" y="163"/>
                  </a:cubicBezTo>
                  <a:cubicBezTo>
                    <a:pt x="1192" y="162"/>
                    <a:pt x="1190" y="162"/>
                    <a:pt x="1189" y="160"/>
                  </a:cubicBezTo>
                  <a:cubicBezTo>
                    <a:pt x="1188" y="157"/>
                    <a:pt x="1188" y="155"/>
                    <a:pt x="1187" y="152"/>
                  </a:cubicBezTo>
                  <a:cubicBezTo>
                    <a:pt x="1186" y="150"/>
                    <a:pt x="1185" y="148"/>
                    <a:pt x="1184" y="146"/>
                  </a:cubicBezTo>
                  <a:cubicBezTo>
                    <a:pt x="1183" y="141"/>
                    <a:pt x="1182" y="137"/>
                    <a:pt x="1182" y="131"/>
                  </a:cubicBezTo>
                  <a:cubicBezTo>
                    <a:pt x="1182" y="129"/>
                    <a:pt x="1181" y="128"/>
                    <a:pt x="1180" y="125"/>
                  </a:cubicBezTo>
                  <a:cubicBezTo>
                    <a:pt x="1179" y="114"/>
                    <a:pt x="1173" y="109"/>
                    <a:pt x="1170" y="98"/>
                  </a:cubicBezTo>
                  <a:cubicBezTo>
                    <a:pt x="1169" y="94"/>
                    <a:pt x="1169" y="91"/>
                    <a:pt x="1167" y="86"/>
                  </a:cubicBezTo>
                  <a:cubicBezTo>
                    <a:pt x="1165" y="83"/>
                    <a:pt x="1164" y="81"/>
                    <a:pt x="1162" y="78"/>
                  </a:cubicBezTo>
                  <a:cubicBezTo>
                    <a:pt x="1161" y="76"/>
                    <a:pt x="1160" y="74"/>
                    <a:pt x="1157" y="74"/>
                  </a:cubicBezTo>
                  <a:cubicBezTo>
                    <a:pt x="1153" y="74"/>
                    <a:pt x="1151" y="76"/>
                    <a:pt x="1148" y="78"/>
                  </a:cubicBezTo>
                  <a:cubicBezTo>
                    <a:pt x="1146" y="81"/>
                    <a:pt x="1145" y="83"/>
                    <a:pt x="1143" y="86"/>
                  </a:cubicBezTo>
                  <a:cubicBezTo>
                    <a:pt x="1142" y="88"/>
                    <a:pt x="1142" y="90"/>
                    <a:pt x="1140" y="90"/>
                  </a:cubicBezTo>
                  <a:cubicBezTo>
                    <a:pt x="1134" y="90"/>
                    <a:pt x="1133" y="83"/>
                    <a:pt x="1128" y="79"/>
                  </a:cubicBezTo>
                  <a:cubicBezTo>
                    <a:pt x="1125" y="77"/>
                    <a:pt x="1123" y="77"/>
                    <a:pt x="1120" y="74"/>
                  </a:cubicBezTo>
                  <a:cubicBezTo>
                    <a:pt x="1118" y="72"/>
                    <a:pt x="1117" y="70"/>
                    <a:pt x="1113" y="70"/>
                  </a:cubicBezTo>
                  <a:cubicBezTo>
                    <a:pt x="1113" y="68"/>
                    <a:pt x="1113" y="68"/>
                    <a:pt x="1113" y="68"/>
                  </a:cubicBezTo>
                  <a:cubicBezTo>
                    <a:pt x="1114" y="65"/>
                    <a:pt x="1115" y="64"/>
                    <a:pt x="1116" y="62"/>
                  </a:cubicBezTo>
                  <a:cubicBezTo>
                    <a:pt x="1118" y="58"/>
                    <a:pt x="1120" y="56"/>
                    <a:pt x="1122" y="52"/>
                  </a:cubicBezTo>
                  <a:cubicBezTo>
                    <a:pt x="1124" y="47"/>
                    <a:pt x="1128" y="45"/>
                    <a:pt x="1130" y="40"/>
                  </a:cubicBezTo>
                  <a:cubicBezTo>
                    <a:pt x="1131" y="37"/>
                    <a:pt x="1133" y="35"/>
                    <a:pt x="1133" y="31"/>
                  </a:cubicBezTo>
                  <a:cubicBezTo>
                    <a:pt x="1133" y="26"/>
                    <a:pt x="1132" y="23"/>
                    <a:pt x="1130" y="18"/>
                  </a:cubicBezTo>
                  <a:cubicBezTo>
                    <a:pt x="1128" y="13"/>
                    <a:pt x="1125" y="12"/>
                    <a:pt x="1123" y="8"/>
                  </a:cubicBezTo>
                  <a:cubicBezTo>
                    <a:pt x="1122" y="6"/>
                    <a:pt x="1122" y="5"/>
                    <a:pt x="1122" y="3"/>
                  </a:cubicBezTo>
                  <a:cubicBezTo>
                    <a:pt x="1122" y="3"/>
                    <a:pt x="1122" y="3"/>
                    <a:pt x="1122" y="3"/>
                  </a:cubicBezTo>
                  <a:cubicBezTo>
                    <a:pt x="1118" y="4"/>
                    <a:pt x="1115" y="5"/>
                    <a:pt x="1109" y="5"/>
                  </a:cubicBezTo>
                  <a:cubicBezTo>
                    <a:pt x="1104" y="5"/>
                    <a:pt x="1101" y="4"/>
                    <a:pt x="1096" y="2"/>
                  </a:cubicBezTo>
                  <a:cubicBezTo>
                    <a:pt x="1095" y="2"/>
                    <a:pt x="1094" y="0"/>
                    <a:pt x="1092" y="0"/>
                  </a:cubicBezTo>
                  <a:cubicBezTo>
                    <a:pt x="1090" y="0"/>
                    <a:pt x="1090" y="2"/>
                    <a:pt x="1088" y="3"/>
                  </a:cubicBezTo>
                  <a:cubicBezTo>
                    <a:pt x="1087" y="6"/>
                    <a:pt x="1085" y="7"/>
                    <a:pt x="1084" y="9"/>
                  </a:cubicBezTo>
                  <a:cubicBezTo>
                    <a:pt x="1080" y="15"/>
                    <a:pt x="1077" y="18"/>
                    <a:pt x="1074" y="23"/>
                  </a:cubicBezTo>
                  <a:cubicBezTo>
                    <a:pt x="1071" y="29"/>
                    <a:pt x="1069" y="31"/>
                    <a:pt x="1066" y="36"/>
                  </a:cubicBezTo>
                  <a:cubicBezTo>
                    <a:pt x="1063" y="39"/>
                    <a:pt x="1062" y="42"/>
                    <a:pt x="1059" y="44"/>
                  </a:cubicBezTo>
                  <a:cubicBezTo>
                    <a:pt x="1057" y="45"/>
                    <a:pt x="1055" y="45"/>
                    <a:pt x="1055" y="46"/>
                  </a:cubicBezTo>
                  <a:cubicBezTo>
                    <a:pt x="1055" y="52"/>
                    <a:pt x="1057" y="55"/>
                    <a:pt x="1057" y="61"/>
                  </a:cubicBezTo>
                  <a:cubicBezTo>
                    <a:pt x="1060" y="61"/>
                    <a:pt x="1062" y="60"/>
                    <a:pt x="1066" y="60"/>
                  </a:cubicBezTo>
                  <a:cubicBezTo>
                    <a:pt x="1069" y="60"/>
                    <a:pt x="1073" y="60"/>
                    <a:pt x="1075" y="63"/>
                  </a:cubicBezTo>
                  <a:cubicBezTo>
                    <a:pt x="1076" y="66"/>
                    <a:pt x="1076" y="68"/>
                    <a:pt x="1077" y="71"/>
                  </a:cubicBezTo>
                  <a:cubicBezTo>
                    <a:pt x="1077" y="74"/>
                    <a:pt x="1077" y="76"/>
                    <a:pt x="1078" y="78"/>
                  </a:cubicBezTo>
                  <a:cubicBezTo>
                    <a:pt x="1081" y="84"/>
                    <a:pt x="1087" y="86"/>
                    <a:pt x="1087" y="93"/>
                  </a:cubicBezTo>
                  <a:cubicBezTo>
                    <a:pt x="1087" y="97"/>
                    <a:pt x="1086" y="100"/>
                    <a:pt x="1084" y="104"/>
                  </a:cubicBezTo>
                  <a:cubicBezTo>
                    <a:pt x="1083" y="107"/>
                    <a:pt x="1081" y="107"/>
                    <a:pt x="1079" y="110"/>
                  </a:cubicBezTo>
                  <a:cubicBezTo>
                    <a:pt x="1078" y="112"/>
                    <a:pt x="1077" y="114"/>
                    <a:pt x="1075" y="116"/>
                  </a:cubicBezTo>
                  <a:cubicBezTo>
                    <a:pt x="1075" y="117"/>
                    <a:pt x="1074" y="117"/>
                    <a:pt x="1073" y="117"/>
                  </a:cubicBezTo>
                  <a:cubicBezTo>
                    <a:pt x="1070" y="120"/>
                    <a:pt x="1067" y="121"/>
                    <a:pt x="1063" y="124"/>
                  </a:cubicBezTo>
                  <a:cubicBezTo>
                    <a:pt x="1062" y="125"/>
                    <a:pt x="1061" y="127"/>
                    <a:pt x="1060" y="128"/>
                  </a:cubicBezTo>
                  <a:cubicBezTo>
                    <a:pt x="1057" y="131"/>
                    <a:pt x="1055" y="132"/>
                    <a:pt x="1052" y="135"/>
                  </a:cubicBezTo>
                  <a:cubicBezTo>
                    <a:pt x="1046" y="143"/>
                    <a:pt x="1045" y="149"/>
                    <a:pt x="1042" y="159"/>
                  </a:cubicBezTo>
                  <a:cubicBezTo>
                    <a:pt x="1042" y="165"/>
                    <a:pt x="1043" y="169"/>
                    <a:pt x="1040" y="174"/>
                  </a:cubicBezTo>
                  <a:cubicBezTo>
                    <a:pt x="1038" y="179"/>
                    <a:pt x="1033" y="181"/>
                    <a:pt x="1031" y="186"/>
                  </a:cubicBezTo>
                  <a:cubicBezTo>
                    <a:pt x="1030" y="191"/>
                    <a:pt x="1030" y="194"/>
                    <a:pt x="1028" y="198"/>
                  </a:cubicBezTo>
                  <a:cubicBezTo>
                    <a:pt x="1027" y="201"/>
                    <a:pt x="1025" y="203"/>
                    <a:pt x="1023" y="205"/>
                  </a:cubicBezTo>
                  <a:cubicBezTo>
                    <a:pt x="1022" y="205"/>
                    <a:pt x="1021" y="205"/>
                    <a:pt x="1021" y="206"/>
                  </a:cubicBezTo>
                  <a:cubicBezTo>
                    <a:pt x="1019" y="209"/>
                    <a:pt x="1020" y="211"/>
                    <a:pt x="1018" y="214"/>
                  </a:cubicBezTo>
                  <a:cubicBezTo>
                    <a:pt x="1017" y="218"/>
                    <a:pt x="1015" y="220"/>
                    <a:pt x="1014" y="225"/>
                  </a:cubicBezTo>
                  <a:cubicBezTo>
                    <a:pt x="1017" y="224"/>
                    <a:pt x="1019" y="225"/>
                    <a:pt x="1022" y="225"/>
                  </a:cubicBezTo>
                  <a:cubicBezTo>
                    <a:pt x="1022" y="230"/>
                    <a:pt x="1022" y="230"/>
                    <a:pt x="1022" y="230"/>
                  </a:cubicBezTo>
                  <a:cubicBezTo>
                    <a:pt x="1022" y="234"/>
                    <a:pt x="1021" y="236"/>
                    <a:pt x="1020" y="239"/>
                  </a:cubicBezTo>
                  <a:cubicBezTo>
                    <a:pt x="1019" y="244"/>
                    <a:pt x="1018" y="247"/>
                    <a:pt x="1014" y="250"/>
                  </a:cubicBezTo>
                  <a:cubicBezTo>
                    <a:pt x="1011" y="252"/>
                    <a:pt x="1009" y="252"/>
                    <a:pt x="1006" y="252"/>
                  </a:cubicBezTo>
                  <a:cubicBezTo>
                    <a:pt x="1001" y="253"/>
                    <a:pt x="998" y="254"/>
                    <a:pt x="994" y="255"/>
                  </a:cubicBezTo>
                  <a:cubicBezTo>
                    <a:pt x="989" y="256"/>
                    <a:pt x="986" y="258"/>
                    <a:pt x="982" y="261"/>
                  </a:cubicBezTo>
                  <a:cubicBezTo>
                    <a:pt x="978" y="263"/>
                    <a:pt x="976" y="264"/>
                    <a:pt x="974" y="267"/>
                  </a:cubicBezTo>
                  <a:cubicBezTo>
                    <a:pt x="972" y="270"/>
                    <a:pt x="971" y="272"/>
                    <a:pt x="969" y="273"/>
                  </a:cubicBezTo>
                  <a:cubicBezTo>
                    <a:pt x="967" y="275"/>
                    <a:pt x="966" y="275"/>
                    <a:pt x="964" y="276"/>
                  </a:cubicBezTo>
                  <a:cubicBezTo>
                    <a:pt x="960" y="280"/>
                    <a:pt x="957" y="282"/>
                    <a:pt x="952" y="285"/>
                  </a:cubicBezTo>
                  <a:cubicBezTo>
                    <a:pt x="902" y="261"/>
                    <a:pt x="902" y="261"/>
                    <a:pt x="902" y="261"/>
                  </a:cubicBezTo>
                  <a:cubicBezTo>
                    <a:pt x="902" y="261"/>
                    <a:pt x="902" y="261"/>
                    <a:pt x="902" y="261"/>
                  </a:cubicBezTo>
                  <a:cubicBezTo>
                    <a:pt x="895" y="271"/>
                    <a:pt x="890" y="277"/>
                    <a:pt x="884" y="288"/>
                  </a:cubicBezTo>
                  <a:cubicBezTo>
                    <a:pt x="864" y="350"/>
                    <a:pt x="864" y="350"/>
                    <a:pt x="864" y="350"/>
                  </a:cubicBezTo>
                  <a:cubicBezTo>
                    <a:pt x="864" y="359"/>
                    <a:pt x="864" y="359"/>
                    <a:pt x="864" y="359"/>
                  </a:cubicBezTo>
                  <a:cubicBezTo>
                    <a:pt x="864" y="361"/>
                    <a:pt x="865" y="362"/>
                    <a:pt x="865" y="364"/>
                  </a:cubicBezTo>
                  <a:cubicBezTo>
                    <a:pt x="865" y="370"/>
                    <a:pt x="858" y="369"/>
                    <a:pt x="855" y="373"/>
                  </a:cubicBezTo>
                  <a:cubicBezTo>
                    <a:pt x="853" y="376"/>
                    <a:pt x="852" y="378"/>
                    <a:pt x="850" y="380"/>
                  </a:cubicBezTo>
                  <a:cubicBezTo>
                    <a:pt x="848" y="381"/>
                    <a:pt x="847" y="381"/>
                    <a:pt x="846" y="382"/>
                  </a:cubicBezTo>
                  <a:cubicBezTo>
                    <a:pt x="844" y="384"/>
                    <a:pt x="845" y="385"/>
                    <a:pt x="845" y="387"/>
                  </a:cubicBezTo>
                  <a:cubicBezTo>
                    <a:pt x="845" y="394"/>
                    <a:pt x="849" y="398"/>
                    <a:pt x="854" y="401"/>
                  </a:cubicBezTo>
                  <a:cubicBezTo>
                    <a:pt x="857" y="403"/>
                    <a:pt x="859" y="404"/>
                    <a:pt x="862" y="407"/>
                  </a:cubicBezTo>
                  <a:cubicBezTo>
                    <a:pt x="865" y="410"/>
                    <a:pt x="866" y="413"/>
                    <a:pt x="870" y="413"/>
                  </a:cubicBezTo>
                  <a:cubicBezTo>
                    <a:pt x="874" y="413"/>
                    <a:pt x="876" y="410"/>
                    <a:pt x="879" y="408"/>
                  </a:cubicBezTo>
                  <a:cubicBezTo>
                    <a:pt x="882" y="406"/>
                    <a:pt x="885" y="406"/>
                    <a:pt x="889" y="405"/>
                  </a:cubicBezTo>
                  <a:cubicBezTo>
                    <a:pt x="895" y="404"/>
                    <a:pt x="899" y="403"/>
                    <a:pt x="904" y="402"/>
                  </a:cubicBezTo>
                  <a:cubicBezTo>
                    <a:pt x="907" y="402"/>
                    <a:pt x="909" y="401"/>
                    <a:pt x="912" y="401"/>
                  </a:cubicBezTo>
                  <a:cubicBezTo>
                    <a:pt x="918" y="401"/>
                    <a:pt x="921" y="403"/>
                    <a:pt x="925" y="406"/>
                  </a:cubicBezTo>
                  <a:cubicBezTo>
                    <a:pt x="927" y="408"/>
                    <a:pt x="929" y="410"/>
                    <a:pt x="932" y="410"/>
                  </a:cubicBezTo>
                  <a:cubicBezTo>
                    <a:pt x="933" y="411"/>
                    <a:pt x="933" y="411"/>
                    <a:pt x="934" y="411"/>
                  </a:cubicBezTo>
                  <a:cubicBezTo>
                    <a:pt x="938" y="411"/>
                    <a:pt x="939" y="408"/>
                    <a:pt x="941" y="405"/>
                  </a:cubicBezTo>
                  <a:cubicBezTo>
                    <a:pt x="943" y="403"/>
                    <a:pt x="945" y="402"/>
                    <a:pt x="946" y="399"/>
                  </a:cubicBezTo>
                  <a:cubicBezTo>
                    <a:pt x="950" y="394"/>
                    <a:pt x="955" y="391"/>
                    <a:pt x="961" y="391"/>
                  </a:cubicBezTo>
                  <a:cubicBezTo>
                    <a:pt x="969" y="391"/>
                    <a:pt x="972" y="394"/>
                    <a:pt x="979" y="396"/>
                  </a:cubicBezTo>
                  <a:cubicBezTo>
                    <a:pt x="982" y="397"/>
                    <a:pt x="983" y="398"/>
                    <a:pt x="985" y="398"/>
                  </a:cubicBezTo>
                  <a:cubicBezTo>
                    <a:pt x="995" y="402"/>
                    <a:pt x="1002" y="404"/>
                    <a:pt x="1007" y="413"/>
                  </a:cubicBezTo>
                  <a:cubicBezTo>
                    <a:pt x="1009" y="418"/>
                    <a:pt x="1010" y="421"/>
                    <a:pt x="1011" y="426"/>
                  </a:cubicBezTo>
                  <a:cubicBezTo>
                    <a:pt x="1012" y="427"/>
                    <a:pt x="1013" y="427"/>
                    <a:pt x="1013" y="428"/>
                  </a:cubicBezTo>
                  <a:cubicBezTo>
                    <a:pt x="1016" y="431"/>
                    <a:pt x="1018" y="434"/>
                    <a:pt x="1022" y="436"/>
                  </a:cubicBezTo>
                  <a:cubicBezTo>
                    <a:pt x="1025" y="438"/>
                    <a:pt x="1027" y="440"/>
                    <a:pt x="1030" y="441"/>
                  </a:cubicBezTo>
                  <a:cubicBezTo>
                    <a:pt x="1034" y="444"/>
                    <a:pt x="1038" y="444"/>
                    <a:pt x="1041" y="447"/>
                  </a:cubicBezTo>
                  <a:cubicBezTo>
                    <a:pt x="1041" y="448"/>
                    <a:pt x="1042" y="448"/>
                    <a:pt x="1043" y="449"/>
                  </a:cubicBezTo>
                  <a:cubicBezTo>
                    <a:pt x="1044" y="451"/>
                    <a:pt x="1044" y="453"/>
                    <a:pt x="1044" y="456"/>
                  </a:cubicBezTo>
                  <a:cubicBezTo>
                    <a:pt x="1044" y="463"/>
                    <a:pt x="1043" y="467"/>
                    <a:pt x="1041" y="474"/>
                  </a:cubicBezTo>
                  <a:cubicBezTo>
                    <a:pt x="1040" y="478"/>
                    <a:pt x="1038" y="481"/>
                    <a:pt x="1036" y="485"/>
                  </a:cubicBezTo>
                  <a:cubicBezTo>
                    <a:pt x="1035" y="487"/>
                    <a:pt x="1034" y="489"/>
                    <a:pt x="1033" y="491"/>
                  </a:cubicBezTo>
                  <a:cubicBezTo>
                    <a:pt x="1032" y="493"/>
                    <a:pt x="1031" y="495"/>
                    <a:pt x="1029" y="495"/>
                  </a:cubicBezTo>
                  <a:cubicBezTo>
                    <a:pt x="1024" y="495"/>
                    <a:pt x="1021" y="492"/>
                    <a:pt x="1017" y="488"/>
                  </a:cubicBezTo>
                  <a:cubicBezTo>
                    <a:pt x="1015" y="485"/>
                    <a:pt x="1014" y="482"/>
                    <a:pt x="1011" y="480"/>
                  </a:cubicBezTo>
                  <a:cubicBezTo>
                    <a:pt x="1007" y="477"/>
                    <a:pt x="1004" y="477"/>
                    <a:pt x="999" y="476"/>
                  </a:cubicBezTo>
                  <a:cubicBezTo>
                    <a:pt x="995" y="475"/>
                    <a:pt x="992" y="474"/>
                    <a:pt x="988" y="474"/>
                  </a:cubicBezTo>
                  <a:cubicBezTo>
                    <a:pt x="981" y="474"/>
                    <a:pt x="977" y="476"/>
                    <a:pt x="971" y="478"/>
                  </a:cubicBezTo>
                  <a:cubicBezTo>
                    <a:pt x="961" y="481"/>
                    <a:pt x="959" y="491"/>
                    <a:pt x="949" y="491"/>
                  </a:cubicBezTo>
                  <a:cubicBezTo>
                    <a:pt x="946" y="491"/>
                    <a:pt x="945" y="490"/>
                    <a:pt x="942" y="488"/>
                  </a:cubicBezTo>
                  <a:cubicBezTo>
                    <a:pt x="941" y="488"/>
                    <a:pt x="940" y="485"/>
                    <a:pt x="938" y="485"/>
                  </a:cubicBezTo>
                  <a:cubicBezTo>
                    <a:pt x="935" y="485"/>
                    <a:pt x="935" y="489"/>
                    <a:pt x="934" y="492"/>
                  </a:cubicBezTo>
                  <a:cubicBezTo>
                    <a:pt x="933" y="494"/>
                    <a:pt x="932" y="495"/>
                    <a:pt x="932" y="497"/>
                  </a:cubicBezTo>
                  <a:cubicBezTo>
                    <a:pt x="930" y="502"/>
                    <a:pt x="926" y="506"/>
                    <a:pt x="920" y="506"/>
                  </a:cubicBezTo>
                  <a:cubicBezTo>
                    <a:pt x="914" y="506"/>
                    <a:pt x="912" y="503"/>
                    <a:pt x="906" y="503"/>
                  </a:cubicBezTo>
                  <a:cubicBezTo>
                    <a:pt x="902" y="503"/>
                    <a:pt x="900" y="506"/>
                    <a:pt x="898" y="509"/>
                  </a:cubicBezTo>
                  <a:cubicBezTo>
                    <a:pt x="896" y="511"/>
                    <a:pt x="894" y="512"/>
                    <a:pt x="892" y="514"/>
                  </a:cubicBezTo>
                  <a:cubicBezTo>
                    <a:pt x="886" y="518"/>
                    <a:pt x="881" y="522"/>
                    <a:pt x="881" y="529"/>
                  </a:cubicBezTo>
                  <a:cubicBezTo>
                    <a:pt x="881" y="534"/>
                    <a:pt x="883" y="537"/>
                    <a:pt x="883" y="543"/>
                  </a:cubicBezTo>
                  <a:cubicBezTo>
                    <a:pt x="883" y="545"/>
                    <a:pt x="881" y="546"/>
                    <a:pt x="880" y="547"/>
                  </a:cubicBezTo>
                  <a:cubicBezTo>
                    <a:pt x="878" y="548"/>
                    <a:pt x="876" y="549"/>
                    <a:pt x="874" y="549"/>
                  </a:cubicBezTo>
                  <a:cubicBezTo>
                    <a:pt x="871" y="550"/>
                    <a:pt x="870" y="549"/>
                    <a:pt x="867" y="549"/>
                  </a:cubicBezTo>
                  <a:cubicBezTo>
                    <a:pt x="863" y="550"/>
                    <a:pt x="863" y="554"/>
                    <a:pt x="860" y="556"/>
                  </a:cubicBezTo>
                  <a:cubicBezTo>
                    <a:pt x="856" y="561"/>
                    <a:pt x="852" y="563"/>
                    <a:pt x="846" y="565"/>
                  </a:cubicBezTo>
                  <a:cubicBezTo>
                    <a:pt x="841" y="567"/>
                    <a:pt x="837" y="569"/>
                    <a:pt x="831" y="569"/>
                  </a:cubicBezTo>
                  <a:cubicBezTo>
                    <a:pt x="827" y="569"/>
                    <a:pt x="824" y="568"/>
                    <a:pt x="820" y="565"/>
                  </a:cubicBezTo>
                  <a:cubicBezTo>
                    <a:pt x="818" y="563"/>
                    <a:pt x="816" y="560"/>
                    <a:pt x="813" y="560"/>
                  </a:cubicBezTo>
                  <a:cubicBezTo>
                    <a:pt x="805" y="560"/>
                    <a:pt x="801" y="567"/>
                    <a:pt x="797" y="574"/>
                  </a:cubicBezTo>
                  <a:cubicBezTo>
                    <a:pt x="796" y="578"/>
                    <a:pt x="794" y="581"/>
                    <a:pt x="791" y="584"/>
                  </a:cubicBezTo>
                  <a:cubicBezTo>
                    <a:pt x="788" y="588"/>
                    <a:pt x="787" y="591"/>
                    <a:pt x="782" y="594"/>
                  </a:cubicBezTo>
                  <a:cubicBezTo>
                    <a:pt x="779" y="596"/>
                    <a:pt x="776" y="597"/>
                    <a:pt x="772" y="599"/>
                  </a:cubicBezTo>
                  <a:cubicBezTo>
                    <a:pt x="769" y="602"/>
                    <a:pt x="766" y="603"/>
                    <a:pt x="762" y="605"/>
                  </a:cubicBezTo>
                  <a:cubicBezTo>
                    <a:pt x="758" y="608"/>
                    <a:pt x="755" y="608"/>
                    <a:pt x="751" y="608"/>
                  </a:cubicBezTo>
                  <a:cubicBezTo>
                    <a:pt x="746" y="609"/>
                    <a:pt x="743" y="610"/>
                    <a:pt x="739" y="610"/>
                  </a:cubicBezTo>
                  <a:cubicBezTo>
                    <a:pt x="727" y="610"/>
                    <a:pt x="720" y="605"/>
                    <a:pt x="710" y="597"/>
                  </a:cubicBezTo>
                  <a:cubicBezTo>
                    <a:pt x="708" y="596"/>
                    <a:pt x="707" y="594"/>
                    <a:pt x="705" y="592"/>
                  </a:cubicBezTo>
                  <a:cubicBezTo>
                    <a:pt x="702" y="590"/>
                    <a:pt x="700" y="589"/>
                    <a:pt x="696" y="588"/>
                  </a:cubicBezTo>
                  <a:cubicBezTo>
                    <a:pt x="693" y="588"/>
                    <a:pt x="691" y="587"/>
                    <a:pt x="688" y="587"/>
                  </a:cubicBezTo>
                  <a:cubicBezTo>
                    <a:pt x="682" y="587"/>
                    <a:pt x="679" y="591"/>
                    <a:pt x="674" y="595"/>
                  </a:cubicBezTo>
                  <a:cubicBezTo>
                    <a:pt x="671" y="597"/>
                    <a:pt x="669" y="599"/>
                    <a:pt x="667" y="602"/>
                  </a:cubicBezTo>
                  <a:cubicBezTo>
                    <a:pt x="664" y="607"/>
                    <a:pt x="664" y="612"/>
                    <a:pt x="660" y="617"/>
                  </a:cubicBezTo>
                  <a:cubicBezTo>
                    <a:pt x="660" y="624"/>
                    <a:pt x="655" y="628"/>
                    <a:pt x="655" y="635"/>
                  </a:cubicBezTo>
                  <a:cubicBezTo>
                    <a:pt x="655" y="637"/>
                    <a:pt x="655" y="638"/>
                    <a:pt x="656" y="639"/>
                  </a:cubicBezTo>
                  <a:cubicBezTo>
                    <a:pt x="657" y="641"/>
                    <a:pt x="659" y="641"/>
                    <a:pt x="660" y="643"/>
                  </a:cubicBezTo>
                  <a:cubicBezTo>
                    <a:pt x="663" y="647"/>
                    <a:pt x="664" y="649"/>
                    <a:pt x="667" y="652"/>
                  </a:cubicBezTo>
                  <a:cubicBezTo>
                    <a:pt x="670" y="655"/>
                    <a:pt x="672" y="656"/>
                    <a:pt x="675" y="658"/>
                  </a:cubicBezTo>
                  <a:cubicBezTo>
                    <a:pt x="676" y="660"/>
                    <a:pt x="676" y="661"/>
                    <a:pt x="677" y="662"/>
                  </a:cubicBezTo>
                  <a:cubicBezTo>
                    <a:pt x="679" y="665"/>
                    <a:pt x="681" y="665"/>
                    <a:pt x="683" y="666"/>
                  </a:cubicBezTo>
                  <a:cubicBezTo>
                    <a:pt x="681" y="671"/>
                    <a:pt x="679" y="673"/>
                    <a:pt x="677" y="676"/>
                  </a:cubicBezTo>
                  <a:cubicBezTo>
                    <a:pt x="673" y="682"/>
                    <a:pt x="671" y="687"/>
                    <a:pt x="665" y="690"/>
                  </a:cubicBezTo>
                  <a:cubicBezTo>
                    <a:pt x="661" y="692"/>
                    <a:pt x="658" y="691"/>
                    <a:pt x="653" y="692"/>
                  </a:cubicBezTo>
                  <a:cubicBezTo>
                    <a:pt x="650" y="693"/>
                    <a:pt x="649" y="695"/>
                    <a:pt x="645" y="696"/>
                  </a:cubicBezTo>
                  <a:cubicBezTo>
                    <a:pt x="641" y="700"/>
                    <a:pt x="638" y="702"/>
                    <a:pt x="634" y="706"/>
                  </a:cubicBezTo>
                  <a:cubicBezTo>
                    <a:pt x="632" y="708"/>
                    <a:pt x="631" y="708"/>
                    <a:pt x="630" y="709"/>
                  </a:cubicBezTo>
                  <a:cubicBezTo>
                    <a:pt x="627" y="712"/>
                    <a:pt x="626" y="714"/>
                    <a:pt x="623" y="717"/>
                  </a:cubicBezTo>
                  <a:cubicBezTo>
                    <a:pt x="616" y="726"/>
                    <a:pt x="612" y="731"/>
                    <a:pt x="605" y="739"/>
                  </a:cubicBezTo>
                  <a:cubicBezTo>
                    <a:pt x="598" y="747"/>
                    <a:pt x="591" y="747"/>
                    <a:pt x="581" y="748"/>
                  </a:cubicBezTo>
                  <a:cubicBezTo>
                    <a:pt x="575" y="748"/>
                    <a:pt x="573" y="753"/>
                    <a:pt x="568" y="754"/>
                  </a:cubicBezTo>
                  <a:cubicBezTo>
                    <a:pt x="567" y="755"/>
                    <a:pt x="566" y="754"/>
                    <a:pt x="566" y="754"/>
                  </a:cubicBezTo>
                  <a:cubicBezTo>
                    <a:pt x="562" y="756"/>
                    <a:pt x="559" y="756"/>
                    <a:pt x="555" y="756"/>
                  </a:cubicBezTo>
                  <a:cubicBezTo>
                    <a:pt x="543" y="756"/>
                    <a:pt x="536" y="754"/>
                    <a:pt x="524" y="754"/>
                  </a:cubicBezTo>
                  <a:cubicBezTo>
                    <a:pt x="517" y="754"/>
                    <a:pt x="514" y="755"/>
                    <a:pt x="507" y="755"/>
                  </a:cubicBezTo>
                  <a:cubicBezTo>
                    <a:pt x="476" y="755"/>
                    <a:pt x="476" y="755"/>
                    <a:pt x="476" y="755"/>
                  </a:cubicBezTo>
                  <a:cubicBezTo>
                    <a:pt x="470" y="755"/>
                    <a:pt x="467" y="759"/>
                    <a:pt x="461" y="761"/>
                  </a:cubicBezTo>
                  <a:cubicBezTo>
                    <a:pt x="456" y="764"/>
                    <a:pt x="452" y="765"/>
                    <a:pt x="446" y="766"/>
                  </a:cubicBezTo>
                  <a:cubicBezTo>
                    <a:pt x="434" y="770"/>
                    <a:pt x="428" y="774"/>
                    <a:pt x="415" y="777"/>
                  </a:cubicBezTo>
                  <a:cubicBezTo>
                    <a:pt x="406" y="780"/>
                    <a:pt x="401" y="783"/>
                    <a:pt x="392" y="787"/>
                  </a:cubicBezTo>
                  <a:cubicBezTo>
                    <a:pt x="390" y="789"/>
                    <a:pt x="388" y="789"/>
                    <a:pt x="386" y="790"/>
                  </a:cubicBezTo>
                  <a:cubicBezTo>
                    <a:pt x="381" y="794"/>
                    <a:pt x="379" y="796"/>
                    <a:pt x="374" y="799"/>
                  </a:cubicBezTo>
                  <a:cubicBezTo>
                    <a:pt x="369" y="803"/>
                    <a:pt x="366" y="806"/>
                    <a:pt x="360" y="808"/>
                  </a:cubicBezTo>
                  <a:cubicBezTo>
                    <a:pt x="359" y="808"/>
                    <a:pt x="359" y="809"/>
                    <a:pt x="358" y="809"/>
                  </a:cubicBezTo>
                  <a:cubicBezTo>
                    <a:pt x="354" y="809"/>
                    <a:pt x="352" y="806"/>
                    <a:pt x="349" y="806"/>
                  </a:cubicBezTo>
                  <a:cubicBezTo>
                    <a:pt x="345" y="806"/>
                    <a:pt x="342" y="808"/>
                    <a:pt x="340" y="806"/>
                  </a:cubicBezTo>
                  <a:cubicBezTo>
                    <a:pt x="338" y="804"/>
                    <a:pt x="338" y="801"/>
                    <a:pt x="338" y="798"/>
                  </a:cubicBezTo>
                  <a:cubicBezTo>
                    <a:pt x="338" y="795"/>
                    <a:pt x="339" y="793"/>
                    <a:pt x="339" y="790"/>
                  </a:cubicBezTo>
                  <a:cubicBezTo>
                    <a:pt x="337" y="790"/>
                    <a:pt x="336" y="791"/>
                    <a:pt x="333" y="792"/>
                  </a:cubicBezTo>
                  <a:cubicBezTo>
                    <a:pt x="330" y="794"/>
                    <a:pt x="328" y="794"/>
                    <a:pt x="325" y="795"/>
                  </a:cubicBezTo>
                  <a:cubicBezTo>
                    <a:pt x="320" y="797"/>
                    <a:pt x="317" y="798"/>
                    <a:pt x="311" y="798"/>
                  </a:cubicBezTo>
                  <a:cubicBezTo>
                    <a:pt x="303" y="798"/>
                    <a:pt x="299" y="798"/>
                    <a:pt x="291" y="795"/>
                  </a:cubicBezTo>
                  <a:cubicBezTo>
                    <a:pt x="289" y="794"/>
                    <a:pt x="288" y="793"/>
                    <a:pt x="285" y="792"/>
                  </a:cubicBezTo>
                  <a:cubicBezTo>
                    <a:pt x="280" y="790"/>
                    <a:pt x="277" y="789"/>
                    <a:pt x="271" y="786"/>
                  </a:cubicBezTo>
                  <a:cubicBezTo>
                    <a:pt x="269" y="785"/>
                    <a:pt x="268" y="783"/>
                    <a:pt x="265" y="782"/>
                  </a:cubicBezTo>
                  <a:cubicBezTo>
                    <a:pt x="262" y="780"/>
                    <a:pt x="259" y="780"/>
                    <a:pt x="255" y="779"/>
                  </a:cubicBezTo>
                  <a:cubicBezTo>
                    <a:pt x="246" y="777"/>
                    <a:pt x="239" y="778"/>
                    <a:pt x="230" y="773"/>
                  </a:cubicBezTo>
                  <a:cubicBezTo>
                    <a:pt x="219" y="768"/>
                    <a:pt x="217" y="757"/>
                    <a:pt x="205" y="754"/>
                  </a:cubicBezTo>
                  <a:cubicBezTo>
                    <a:pt x="205" y="754"/>
                    <a:pt x="204" y="754"/>
                    <a:pt x="203" y="754"/>
                  </a:cubicBezTo>
                  <a:cubicBezTo>
                    <a:pt x="195" y="752"/>
                    <a:pt x="191" y="750"/>
                    <a:pt x="183" y="748"/>
                  </a:cubicBezTo>
                  <a:cubicBezTo>
                    <a:pt x="179" y="748"/>
                    <a:pt x="177" y="747"/>
                    <a:pt x="174" y="746"/>
                  </a:cubicBezTo>
                  <a:cubicBezTo>
                    <a:pt x="165" y="745"/>
                    <a:pt x="160" y="744"/>
                    <a:pt x="150" y="744"/>
                  </a:cubicBezTo>
                  <a:cubicBezTo>
                    <a:pt x="124" y="744"/>
                    <a:pt x="110" y="746"/>
                    <a:pt x="84" y="746"/>
                  </a:cubicBezTo>
                  <a:cubicBezTo>
                    <a:pt x="51" y="743"/>
                    <a:pt x="32" y="736"/>
                    <a:pt x="0" y="736"/>
                  </a:cubicBezTo>
                  <a:cubicBezTo>
                    <a:pt x="0" y="736"/>
                    <a:pt x="0" y="736"/>
                    <a:pt x="0" y="736"/>
                  </a:cubicBezTo>
                  <a:cubicBezTo>
                    <a:pt x="1" y="740"/>
                    <a:pt x="2" y="742"/>
                    <a:pt x="3" y="745"/>
                  </a:cubicBezTo>
                  <a:cubicBezTo>
                    <a:pt x="3" y="747"/>
                    <a:pt x="3" y="748"/>
                    <a:pt x="3" y="749"/>
                  </a:cubicBezTo>
                  <a:cubicBezTo>
                    <a:pt x="5" y="755"/>
                    <a:pt x="8" y="758"/>
                    <a:pt x="11" y="763"/>
                  </a:cubicBezTo>
                  <a:cubicBezTo>
                    <a:pt x="12" y="767"/>
                    <a:pt x="13" y="770"/>
                    <a:pt x="14" y="773"/>
                  </a:cubicBezTo>
                  <a:cubicBezTo>
                    <a:pt x="19" y="785"/>
                    <a:pt x="25" y="791"/>
                    <a:pt x="25" y="803"/>
                  </a:cubicBezTo>
                  <a:cubicBezTo>
                    <a:pt x="25" y="805"/>
                    <a:pt x="25" y="806"/>
                    <a:pt x="24" y="807"/>
                  </a:cubicBezTo>
                  <a:cubicBezTo>
                    <a:pt x="23" y="812"/>
                    <a:pt x="16" y="811"/>
                    <a:pt x="16" y="816"/>
                  </a:cubicBezTo>
                  <a:cubicBezTo>
                    <a:pt x="16" y="818"/>
                    <a:pt x="18" y="818"/>
                    <a:pt x="20" y="819"/>
                  </a:cubicBezTo>
                  <a:cubicBezTo>
                    <a:pt x="22" y="821"/>
                    <a:pt x="23" y="823"/>
                    <a:pt x="24" y="825"/>
                  </a:cubicBezTo>
                  <a:cubicBezTo>
                    <a:pt x="26" y="828"/>
                    <a:pt x="27" y="830"/>
                    <a:pt x="29" y="833"/>
                  </a:cubicBezTo>
                  <a:cubicBezTo>
                    <a:pt x="33" y="839"/>
                    <a:pt x="38" y="841"/>
                    <a:pt x="44" y="846"/>
                  </a:cubicBezTo>
                  <a:cubicBezTo>
                    <a:pt x="46" y="848"/>
                    <a:pt x="48" y="849"/>
                    <a:pt x="49" y="851"/>
                  </a:cubicBezTo>
                  <a:cubicBezTo>
                    <a:pt x="49" y="854"/>
                    <a:pt x="48" y="856"/>
                    <a:pt x="49" y="859"/>
                  </a:cubicBezTo>
                  <a:cubicBezTo>
                    <a:pt x="49" y="863"/>
                    <a:pt x="51" y="864"/>
                    <a:pt x="52" y="867"/>
                  </a:cubicBezTo>
                  <a:cubicBezTo>
                    <a:pt x="53" y="871"/>
                    <a:pt x="53" y="874"/>
                    <a:pt x="55" y="877"/>
                  </a:cubicBezTo>
                  <a:cubicBezTo>
                    <a:pt x="60" y="876"/>
                    <a:pt x="63" y="875"/>
                    <a:pt x="67" y="872"/>
                  </a:cubicBezTo>
                  <a:cubicBezTo>
                    <a:pt x="69" y="871"/>
                    <a:pt x="71" y="870"/>
                    <a:pt x="73" y="867"/>
                  </a:cubicBezTo>
                  <a:cubicBezTo>
                    <a:pt x="76" y="864"/>
                    <a:pt x="77" y="861"/>
                    <a:pt x="81" y="858"/>
                  </a:cubicBezTo>
                  <a:cubicBezTo>
                    <a:pt x="83" y="856"/>
                    <a:pt x="85" y="854"/>
                    <a:pt x="89" y="854"/>
                  </a:cubicBezTo>
                  <a:cubicBezTo>
                    <a:pt x="93" y="854"/>
                    <a:pt x="94" y="856"/>
                    <a:pt x="98" y="856"/>
                  </a:cubicBezTo>
                  <a:cubicBezTo>
                    <a:pt x="102" y="856"/>
                    <a:pt x="104" y="856"/>
                    <a:pt x="107" y="854"/>
                  </a:cubicBezTo>
                  <a:cubicBezTo>
                    <a:pt x="109" y="854"/>
                    <a:pt x="110" y="853"/>
                    <a:pt x="111" y="852"/>
                  </a:cubicBezTo>
                  <a:cubicBezTo>
                    <a:pt x="112" y="851"/>
                    <a:pt x="113" y="849"/>
                    <a:pt x="114" y="849"/>
                  </a:cubicBezTo>
                  <a:cubicBezTo>
                    <a:pt x="116" y="849"/>
                    <a:pt x="117" y="851"/>
                    <a:pt x="118" y="851"/>
                  </a:cubicBezTo>
                  <a:cubicBezTo>
                    <a:pt x="122" y="853"/>
                    <a:pt x="124" y="854"/>
                    <a:pt x="128" y="855"/>
                  </a:cubicBezTo>
                  <a:cubicBezTo>
                    <a:pt x="133" y="857"/>
                    <a:pt x="136" y="857"/>
                    <a:pt x="140" y="860"/>
                  </a:cubicBezTo>
                  <a:cubicBezTo>
                    <a:pt x="138" y="868"/>
                    <a:pt x="132" y="871"/>
                    <a:pt x="128" y="878"/>
                  </a:cubicBezTo>
                  <a:cubicBezTo>
                    <a:pt x="126" y="882"/>
                    <a:pt x="125" y="884"/>
                    <a:pt x="123" y="888"/>
                  </a:cubicBezTo>
                  <a:cubicBezTo>
                    <a:pt x="121" y="893"/>
                    <a:pt x="120" y="896"/>
                    <a:pt x="117" y="900"/>
                  </a:cubicBezTo>
                  <a:cubicBezTo>
                    <a:pt x="115" y="904"/>
                    <a:pt x="111" y="904"/>
                    <a:pt x="109" y="907"/>
                  </a:cubicBezTo>
                  <a:cubicBezTo>
                    <a:pt x="107" y="909"/>
                    <a:pt x="106" y="911"/>
                    <a:pt x="105" y="913"/>
                  </a:cubicBezTo>
                  <a:cubicBezTo>
                    <a:pt x="108" y="914"/>
                    <a:pt x="110" y="914"/>
                    <a:pt x="113" y="915"/>
                  </a:cubicBezTo>
                  <a:cubicBezTo>
                    <a:pt x="116" y="917"/>
                    <a:pt x="118" y="919"/>
                    <a:pt x="121" y="920"/>
                  </a:cubicBezTo>
                  <a:cubicBezTo>
                    <a:pt x="128" y="924"/>
                    <a:pt x="133" y="924"/>
                    <a:pt x="139" y="929"/>
                  </a:cubicBezTo>
                  <a:cubicBezTo>
                    <a:pt x="145" y="933"/>
                    <a:pt x="147" y="939"/>
                    <a:pt x="154" y="939"/>
                  </a:cubicBezTo>
                  <a:cubicBezTo>
                    <a:pt x="159" y="940"/>
                    <a:pt x="161" y="940"/>
                    <a:pt x="165" y="941"/>
                  </a:cubicBezTo>
                  <a:cubicBezTo>
                    <a:pt x="167" y="942"/>
                    <a:pt x="170" y="943"/>
                    <a:pt x="170" y="945"/>
                  </a:cubicBezTo>
                  <a:cubicBezTo>
                    <a:pt x="170" y="956"/>
                    <a:pt x="170" y="956"/>
                    <a:pt x="170" y="956"/>
                  </a:cubicBezTo>
                  <a:cubicBezTo>
                    <a:pt x="170" y="958"/>
                    <a:pt x="170" y="960"/>
                    <a:pt x="171" y="961"/>
                  </a:cubicBezTo>
                  <a:cubicBezTo>
                    <a:pt x="173" y="965"/>
                    <a:pt x="177" y="965"/>
                    <a:pt x="181" y="966"/>
                  </a:cubicBezTo>
                  <a:cubicBezTo>
                    <a:pt x="184" y="968"/>
                    <a:pt x="184" y="971"/>
                    <a:pt x="186" y="974"/>
                  </a:cubicBezTo>
                  <a:cubicBezTo>
                    <a:pt x="190" y="983"/>
                    <a:pt x="198" y="987"/>
                    <a:pt x="207" y="987"/>
                  </a:cubicBezTo>
                  <a:cubicBezTo>
                    <a:pt x="210" y="987"/>
                    <a:pt x="211" y="986"/>
                    <a:pt x="214" y="985"/>
                  </a:cubicBezTo>
                  <a:cubicBezTo>
                    <a:pt x="221" y="984"/>
                    <a:pt x="229" y="981"/>
                    <a:pt x="229" y="974"/>
                  </a:cubicBezTo>
                  <a:cubicBezTo>
                    <a:pt x="229" y="971"/>
                    <a:pt x="227" y="970"/>
                    <a:pt x="226" y="968"/>
                  </a:cubicBezTo>
                  <a:cubicBezTo>
                    <a:pt x="224" y="965"/>
                    <a:pt x="223" y="964"/>
                    <a:pt x="221" y="960"/>
                  </a:cubicBezTo>
                  <a:cubicBezTo>
                    <a:pt x="227" y="959"/>
                    <a:pt x="230" y="960"/>
                    <a:pt x="236" y="960"/>
                  </a:cubicBezTo>
                  <a:cubicBezTo>
                    <a:pt x="241" y="958"/>
                    <a:pt x="244" y="957"/>
                    <a:pt x="250" y="957"/>
                  </a:cubicBezTo>
                  <a:cubicBezTo>
                    <a:pt x="255" y="957"/>
                    <a:pt x="257" y="961"/>
                    <a:pt x="262" y="961"/>
                  </a:cubicBezTo>
                  <a:cubicBezTo>
                    <a:pt x="266" y="961"/>
                    <a:pt x="268" y="958"/>
                    <a:pt x="271" y="955"/>
                  </a:cubicBezTo>
                  <a:cubicBezTo>
                    <a:pt x="273" y="954"/>
                    <a:pt x="275" y="954"/>
                    <a:pt x="276" y="953"/>
                  </a:cubicBezTo>
                  <a:cubicBezTo>
                    <a:pt x="280" y="951"/>
                    <a:pt x="282" y="949"/>
                    <a:pt x="286" y="947"/>
                  </a:cubicBezTo>
                  <a:cubicBezTo>
                    <a:pt x="288" y="947"/>
                    <a:pt x="289" y="947"/>
                    <a:pt x="291" y="947"/>
                  </a:cubicBezTo>
                  <a:cubicBezTo>
                    <a:pt x="297" y="946"/>
                    <a:pt x="301" y="944"/>
                    <a:pt x="307" y="944"/>
                  </a:cubicBezTo>
                  <a:cubicBezTo>
                    <a:pt x="310" y="944"/>
                    <a:pt x="312" y="945"/>
                    <a:pt x="314" y="946"/>
                  </a:cubicBezTo>
                  <a:cubicBezTo>
                    <a:pt x="315" y="947"/>
                    <a:pt x="316" y="947"/>
                    <a:pt x="316" y="948"/>
                  </a:cubicBezTo>
                  <a:cubicBezTo>
                    <a:pt x="318" y="951"/>
                    <a:pt x="318" y="954"/>
                    <a:pt x="318" y="958"/>
                  </a:cubicBezTo>
                  <a:cubicBezTo>
                    <a:pt x="318" y="962"/>
                    <a:pt x="317" y="964"/>
                    <a:pt x="317" y="968"/>
                  </a:cubicBezTo>
                  <a:cubicBezTo>
                    <a:pt x="316" y="971"/>
                    <a:pt x="317" y="973"/>
                    <a:pt x="316" y="976"/>
                  </a:cubicBezTo>
                  <a:cubicBezTo>
                    <a:pt x="314" y="980"/>
                    <a:pt x="312" y="983"/>
                    <a:pt x="309" y="986"/>
                  </a:cubicBezTo>
                  <a:cubicBezTo>
                    <a:pt x="305" y="992"/>
                    <a:pt x="300" y="994"/>
                    <a:pt x="294" y="999"/>
                  </a:cubicBezTo>
                  <a:cubicBezTo>
                    <a:pt x="290" y="1002"/>
                    <a:pt x="283" y="1002"/>
                    <a:pt x="283" y="1008"/>
                  </a:cubicBezTo>
                  <a:cubicBezTo>
                    <a:pt x="283" y="1009"/>
                    <a:pt x="285" y="1009"/>
                    <a:pt x="285" y="1009"/>
                  </a:cubicBezTo>
                  <a:cubicBezTo>
                    <a:pt x="287" y="1011"/>
                    <a:pt x="287" y="1013"/>
                    <a:pt x="287" y="1015"/>
                  </a:cubicBezTo>
                  <a:cubicBezTo>
                    <a:pt x="287" y="1019"/>
                    <a:pt x="285" y="1020"/>
                    <a:pt x="283" y="1023"/>
                  </a:cubicBezTo>
                  <a:cubicBezTo>
                    <a:pt x="282" y="1025"/>
                    <a:pt x="281" y="1027"/>
                    <a:pt x="281" y="1029"/>
                  </a:cubicBezTo>
                  <a:cubicBezTo>
                    <a:pt x="281" y="1032"/>
                    <a:pt x="283" y="1034"/>
                    <a:pt x="284" y="1037"/>
                  </a:cubicBezTo>
                  <a:cubicBezTo>
                    <a:pt x="285" y="1040"/>
                    <a:pt x="285" y="1042"/>
                    <a:pt x="287" y="1043"/>
                  </a:cubicBezTo>
                  <a:cubicBezTo>
                    <a:pt x="290" y="1045"/>
                    <a:pt x="292" y="1045"/>
                    <a:pt x="295" y="1045"/>
                  </a:cubicBezTo>
                  <a:cubicBezTo>
                    <a:pt x="299" y="1046"/>
                    <a:pt x="301" y="1046"/>
                    <a:pt x="304" y="1046"/>
                  </a:cubicBezTo>
                  <a:cubicBezTo>
                    <a:pt x="307" y="1047"/>
                    <a:pt x="310" y="1048"/>
                    <a:pt x="311" y="1051"/>
                  </a:cubicBezTo>
                  <a:cubicBezTo>
                    <a:pt x="313" y="1053"/>
                    <a:pt x="312" y="1056"/>
                    <a:pt x="315" y="1057"/>
                  </a:cubicBezTo>
                  <a:cubicBezTo>
                    <a:pt x="320" y="1059"/>
                    <a:pt x="326" y="1058"/>
                    <a:pt x="332" y="1058"/>
                  </a:cubicBezTo>
                  <a:cubicBezTo>
                    <a:pt x="332" y="1058"/>
                    <a:pt x="332" y="1058"/>
                    <a:pt x="332" y="1058"/>
                  </a:cubicBezTo>
                  <a:cubicBezTo>
                    <a:pt x="336" y="1058"/>
                    <a:pt x="339" y="1058"/>
                    <a:pt x="343" y="1058"/>
                  </a:cubicBezTo>
                  <a:cubicBezTo>
                    <a:pt x="345" y="1058"/>
                    <a:pt x="346" y="1057"/>
                    <a:pt x="348" y="1057"/>
                  </a:cubicBezTo>
                  <a:cubicBezTo>
                    <a:pt x="360" y="1056"/>
                    <a:pt x="366" y="1053"/>
                    <a:pt x="378" y="1051"/>
                  </a:cubicBezTo>
                  <a:cubicBezTo>
                    <a:pt x="381" y="1051"/>
                    <a:pt x="382" y="1051"/>
                    <a:pt x="384" y="1050"/>
                  </a:cubicBezTo>
                  <a:cubicBezTo>
                    <a:pt x="388" y="1050"/>
                    <a:pt x="392" y="1051"/>
                    <a:pt x="394" y="1048"/>
                  </a:cubicBezTo>
                  <a:cubicBezTo>
                    <a:pt x="398" y="1044"/>
                    <a:pt x="398" y="1039"/>
                    <a:pt x="398" y="1033"/>
                  </a:cubicBezTo>
                  <a:cubicBezTo>
                    <a:pt x="398" y="1026"/>
                    <a:pt x="396" y="1022"/>
                    <a:pt x="396" y="1014"/>
                  </a:cubicBezTo>
                  <a:cubicBezTo>
                    <a:pt x="396" y="1006"/>
                    <a:pt x="402" y="1003"/>
                    <a:pt x="403" y="995"/>
                  </a:cubicBezTo>
                  <a:cubicBezTo>
                    <a:pt x="404" y="987"/>
                    <a:pt x="404" y="982"/>
                    <a:pt x="407" y="976"/>
                  </a:cubicBezTo>
                  <a:cubicBezTo>
                    <a:pt x="410" y="971"/>
                    <a:pt x="412" y="968"/>
                    <a:pt x="416" y="965"/>
                  </a:cubicBezTo>
                  <a:cubicBezTo>
                    <a:pt x="418" y="964"/>
                    <a:pt x="419" y="962"/>
                    <a:pt x="420" y="961"/>
                  </a:cubicBezTo>
                  <a:cubicBezTo>
                    <a:pt x="423" y="959"/>
                    <a:pt x="426" y="958"/>
                    <a:pt x="428" y="956"/>
                  </a:cubicBezTo>
                  <a:cubicBezTo>
                    <a:pt x="432" y="953"/>
                    <a:pt x="432" y="949"/>
                    <a:pt x="435" y="945"/>
                  </a:cubicBezTo>
                  <a:cubicBezTo>
                    <a:pt x="436" y="950"/>
                    <a:pt x="436" y="952"/>
                    <a:pt x="439" y="955"/>
                  </a:cubicBezTo>
                  <a:cubicBezTo>
                    <a:pt x="441" y="957"/>
                    <a:pt x="442" y="959"/>
                    <a:pt x="443" y="961"/>
                  </a:cubicBezTo>
                  <a:cubicBezTo>
                    <a:pt x="444" y="963"/>
                    <a:pt x="446" y="964"/>
                    <a:pt x="446" y="966"/>
                  </a:cubicBezTo>
                  <a:cubicBezTo>
                    <a:pt x="446" y="970"/>
                    <a:pt x="444" y="972"/>
                    <a:pt x="442" y="975"/>
                  </a:cubicBezTo>
                  <a:cubicBezTo>
                    <a:pt x="439" y="980"/>
                    <a:pt x="437" y="983"/>
                    <a:pt x="436" y="989"/>
                  </a:cubicBezTo>
                  <a:cubicBezTo>
                    <a:pt x="436" y="992"/>
                    <a:pt x="437" y="994"/>
                    <a:pt x="437" y="997"/>
                  </a:cubicBezTo>
                  <a:cubicBezTo>
                    <a:pt x="436" y="1003"/>
                    <a:pt x="433" y="1005"/>
                    <a:pt x="433" y="1010"/>
                  </a:cubicBezTo>
                  <a:cubicBezTo>
                    <a:pt x="433" y="1012"/>
                    <a:pt x="436" y="1013"/>
                    <a:pt x="437" y="1014"/>
                  </a:cubicBezTo>
                  <a:cubicBezTo>
                    <a:pt x="441" y="1016"/>
                    <a:pt x="443" y="1016"/>
                    <a:pt x="447" y="1017"/>
                  </a:cubicBezTo>
                  <a:cubicBezTo>
                    <a:pt x="451" y="1018"/>
                    <a:pt x="454" y="1018"/>
                    <a:pt x="458" y="1019"/>
                  </a:cubicBezTo>
                  <a:cubicBezTo>
                    <a:pt x="460" y="1020"/>
                    <a:pt x="461" y="1022"/>
                    <a:pt x="463" y="1023"/>
                  </a:cubicBezTo>
                  <a:cubicBezTo>
                    <a:pt x="469" y="1027"/>
                    <a:pt x="472" y="1029"/>
                    <a:pt x="478" y="103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9"/>
            <p:cNvSpPr>
              <a:spLocks/>
            </p:cNvSpPr>
            <p:nvPr/>
          </p:nvSpPr>
          <p:spPr bwMode="auto">
            <a:xfrm>
              <a:off x="5992813" y="895350"/>
              <a:ext cx="1106488" cy="1284288"/>
            </a:xfrm>
            <a:custGeom>
              <a:avLst/>
              <a:gdLst/>
              <a:ahLst/>
              <a:cxnLst>
                <a:cxn ang="0">
                  <a:pos x="17" y="56"/>
                </a:cxn>
                <a:cxn ang="0">
                  <a:pos x="7" y="90"/>
                </a:cxn>
                <a:cxn ang="0">
                  <a:pos x="44" y="90"/>
                </a:cxn>
                <a:cxn ang="0">
                  <a:pos x="69" y="147"/>
                </a:cxn>
                <a:cxn ang="0">
                  <a:pos x="86" y="182"/>
                </a:cxn>
                <a:cxn ang="0">
                  <a:pos x="115" y="166"/>
                </a:cxn>
                <a:cxn ang="0">
                  <a:pos x="150" y="170"/>
                </a:cxn>
                <a:cxn ang="0">
                  <a:pos x="182" y="156"/>
                </a:cxn>
                <a:cxn ang="0">
                  <a:pos x="210" y="194"/>
                </a:cxn>
                <a:cxn ang="0">
                  <a:pos x="190" y="248"/>
                </a:cxn>
                <a:cxn ang="0">
                  <a:pos x="181" y="328"/>
                </a:cxn>
                <a:cxn ang="0">
                  <a:pos x="148" y="362"/>
                </a:cxn>
                <a:cxn ang="0">
                  <a:pos x="117" y="386"/>
                </a:cxn>
                <a:cxn ang="0">
                  <a:pos x="83" y="429"/>
                </a:cxn>
                <a:cxn ang="0">
                  <a:pos x="62" y="472"/>
                </a:cxn>
                <a:cxn ang="0">
                  <a:pos x="75" y="502"/>
                </a:cxn>
                <a:cxn ang="0">
                  <a:pos x="106" y="525"/>
                </a:cxn>
                <a:cxn ang="0">
                  <a:pos x="128" y="560"/>
                </a:cxn>
                <a:cxn ang="0">
                  <a:pos x="178" y="586"/>
                </a:cxn>
                <a:cxn ang="0">
                  <a:pos x="222" y="600"/>
                </a:cxn>
                <a:cxn ang="0">
                  <a:pos x="257" y="603"/>
                </a:cxn>
                <a:cxn ang="0">
                  <a:pos x="267" y="641"/>
                </a:cxn>
                <a:cxn ang="0">
                  <a:pos x="296" y="672"/>
                </a:cxn>
                <a:cxn ang="0">
                  <a:pos x="324" y="649"/>
                </a:cxn>
                <a:cxn ang="0">
                  <a:pos x="353" y="706"/>
                </a:cxn>
                <a:cxn ang="0">
                  <a:pos x="369" y="688"/>
                </a:cxn>
                <a:cxn ang="0">
                  <a:pos x="415" y="683"/>
                </a:cxn>
                <a:cxn ang="0">
                  <a:pos x="456" y="717"/>
                </a:cxn>
                <a:cxn ang="0">
                  <a:pos x="457" y="663"/>
                </a:cxn>
                <a:cxn ang="0">
                  <a:pos x="466" y="615"/>
                </a:cxn>
                <a:cxn ang="0">
                  <a:pos x="509" y="600"/>
                </a:cxn>
                <a:cxn ang="0">
                  <a:pos x="544" y="594"/>
                </a:cxn>
                <a:cxn ang="0">
                  <a:pos x="564" y="555"/>
                </a:cxn>
                <a:cxn ang="0">
                  <a:pos x="589" y="495"/>
                </a:cxn>
                <a:cxn ang="0">
                  <a:pos x="596" y="450"/>
                </a:cxn>
                <a:cxn ang="0">
                  <a:pos x="615" y="392"/>
                </a:cxn>
                <a:cxn ang="0">
                  <a:pos x="587" y="384"/>
                </a:cxn>
                <a:cxn ang="0">
                  <a:pos x="527" y="411"/>
                </a:cxn>
                <a:cxn ang="0">
                  <a:pos x="472" y="424"/>
                </a:cxn>
                <a:cxn ang="0">
                  <a:pos x="436" y="396"/>
                </a:cxn>
                <a:cxn ang="0">
                  <a:pos x="429" y="347"/>
                </a:cxn>
                <a:cxn ang="0">
                  <a:pos x="370" y="308"/>
                </a:cxn>
                <a:cxn ang="0">
                  <a:pos x="335" y="299"/>
                </a:cxn>
                <a:cxn ang="0">
                  <a:pos x="286" y="273"/>
                </a:cxn>
                <a:cxn ang="0">
                  <a:pos x="280" y="233"/>
                </a:cxn>
                <a:cxn ang="0">
                  <a:pos x="256" y="175"/>
                </a:cxn>
                <a:cxn ang="0">
                  <a:pos x="249" y="144"/>
                </a:cxn>
                <a:cxn ang="0">
                  <a:pos x="230" y="104"/>
                </a:cxn>
                <a:cxn ang="0">
                  <a:pos x="216" y="64"/>
                </a:cxn>
                <a:cxn ang="0">
                  <a:pos x="202" y="41"/>
                </a:cxn>
                <a:cxn ang="0">
                  <a:pos x="156" y="32"/>
                </a:cxn>
                <a:cxn ang="0">
                  <a:pos x="110" y="9"/>
                </a:cxn>
                <a:cxn ang="0">
                  <a:pos x="33" y="9"/>
                </a:cxn>
              </a:cxnLst>
              <a:rect l="0" t="0" r="r" b="b"/>
              <a:pathLst>
                <a:path w="618" h="717">
                  <a:moveTo>
                    <a:pt x="9" y="19"/>
                  </a:moveTo>
                  <a:cubicBezTo>
                    <a:pt x="9" y="21"/>
                    <a:pt x="9" y="22"/>
                    <a:pt x="10" y="24"/>
                  </a:cubicBezTo>
                  <a:cubicBezTo>
                    <a:pt x="12" y="28"/>
                    <a:pt x="15" y="29"/>
                    <a:pt x="17" y="34"/>
                  </a:cubicBezTo>
                  <a:cubicBezTo>
                    <a:pt x="19" y="39"/>
                    <a:pt x="20" y="42"/>
                    <a:pt x="20" y="47"/>
                  </a:cubicBezTo>
                  <a:cubicBezTo>
                    <a:pt x="20" y="51"/>
                    <a:pt x="18" y="53"/>
                    <a:pt x="17" y="56"/>
                  </a:cubicBezTo>
                  <a:cubicBezTo>
                    <a:pt x="15" y="61"/>
                    <a:pt x="11" y="63"/>
                    <a:pt x="9" y="68"/>
                  </a:cubicBezTo>
                  <a:cubicBezTo>
                    <a:pt x="7" y="72"/>
                    <a:pt x="5" y="74"/>
                    <a:pt x="3" y="78"/>
                  </a:cubicBezTo>
                  <a:cubicBezTo>
                    <a:pt x="2" y="80"/>
                    <a:pt x="1" y="81"/>
                    <a:pt x="0" y="84"/>
                  </a:cubicBezTo>
                  <a:cubicBezTo>
                    <a:pt x="0" y="86"/>
                    <a:pt x="0" y="86"/>
                    <a:pt x="0" y="86"/>
                  </a:cubicBezTo>
                  <a:cubicBezTo>
                    <a:pt x="4" y="86"/>
                    <a:pt x="5" y="88"/>
                    <a:pt x="7" y="90"/>
                  </a:cubicBezTo>
                  <a:cubicBezTo>
                    <a:pt x="10" y="93"/>
                    <a:pt x="12" y="93"/>
                    <a:pt x="15" y="95"/>
                  </a:cubicBezTo>
                  <a:cubicBezTo>
                    <a:pt x="20" y="99"/>
                    <a:pt x="21" y="106"/>
                    <a:pt x="27" y="106"/>
                  </a:cubicBezTo>
                  <a:cubicBezTo>
                    <a:pt x="29" y="106"/>
                    <a:pt x="29" y="104"/>
                    <a:pt x="30" y="102"/>
                  </a:cubicBezTo>
                  <a:cubicBezTo>
                    <a:pt x="32" y="99"/>
                    <a:pt x="33" y="97"/>
                    <a:pt x="35" y="94"/>
                  </a:cubicBezTo>
                  <a:cubicBezTo>
                    <a:pt x="38" y="92"/>
                    <a:pt x="40" y="90"/>
                    <a:pt x="44" y="90"/>
                  </a:cubicBezTo>
                  <a:cubicBezTo>
                    <a:pt x="47" y="90"/>
                    <a:pt x="48" y="92"/>
                    <a:pt x="49" y="94"/>
                  </a:cubicBezTo>
                  <a:cubicBezTo>
                    <a:pt x="51" y="97"/>
                    <a:pt x="52" y="99"/>
                    <a:pt x="54" y="102"/>
                  </a:cubicBezTo>
                  <a:cubicBezTo>
                    <a:pt x="56" y="107"/>
                    <a:pt x="56" y="110"/>
                    <a:pt x="57" y="114"/>
                  </a:cubicBezTo>
                  <a:cubicBezTo>
                    <a:pt x="60" y="125"/>
                    <a:pt x="66" y="130"/>
                    <a:pt x="67" y="141"/>
                  </a:cubicBezTo>
                  <a:cubicBezTo>
                    <a:pt x="68" y="144"/>
                    <a:pt x="69" y="145"/>
                    <a:pt x="69" y="147"/>
                  </a:cubicBezTo>
                  <a:cubicBezTo>
                    <a:pt x="69" y="153"/>
                    <a:pt x="70" y="157"/>
                    <a:pt x="71" y="162"/>
                  </a:cubicBezTo>
                  <a:cubicBezTo>
                    <a:pt x="72" y="164"/>
                    <a:pt x="73" y="166"/>
                    <a:pt x="74" y="168"/>
                  </a:cubicBezTo>
                  <a:cubicBezTo>
                    <a:pt x="75" y="171"/>
                    <a:pt x="75" y="173"/>
                    <a:pt x="76" y="176"/>
                  </a:cubicBezTo>
                  <a:cubicBezTo>
                    <a:pt x="77" y="178"/>
                    <a:pt x="79" y="178"/>
                    <a:pt x="80" y="179"/>
                  </a:cubicBezTo>
                  <a:cubicBezTo>
                    <a:pt x="82" y="180"/>
                    <a:pt x="84" y="181"/>
                    <a:pt x="86" y="182"/>
                  </a:cubicBezTo>
                  <a:cubicBezTo>
                    <a:pt x="89" y="183"/>
                    <a:pt x="90" y="184"/>
                    <a:pt x="92" y="184"/>
                  </a:cubicBezTo>
                  <a:cubicBezTo>
                    <a:pt x="96" y="184"/>
                    <a:pt x="98" y="183"/>
                    <a:pt x="100" y="181"/>
                  </a:cubicBezTo>
                  <a:cubicBezTo>
                    <a:pt x="103" y="180"/>
                    <a:pt x="105" y="179"/>
                    <a:pt x="107" y="176"/>
                  </a:cubicBezTo>
                  <a:cubicBezTo>
                    <a:pt x="108" y="174"/>
                    <a:pt x="109" y="172"/>
                    <a:pt x="111" y="170"/>
                  </a:cubicBezTo>
                  <a:cubicBezTo>
                    <a:pt x="112" y="168"/>
                    <a:pt x="113" y="166"/>
                    <a:pt x="115" y="166"/>
                  </a:cubicBezTo>
                  <a:cubicBezTo>
                    <a:pt x="118" y="166"/>
                    <a:pt x="119" y="169"/>
                    <a:pt x="122" y="170"/>
                  </a:cubicBezTo>
                  <a:cubicBezTo>
                    <a:pt x="125" y="172"/>
                    <a:pt x="127" y="172"/>
                    <a:pt x="131" y="172"/>
                  </a:cubicBezTo>
                  <a:cubicBezTo>
                    <a:pt x="133" y="172"/>
                    <a:pt x="134" y="172"/>
                    <a:pt x="136" y="171"/>
                  </a:cubicBezTo>
                  <a:cubicBezTo>
                    <a:pt x="139" y="171"/>
                    <a:pt x="140" y="172"/>
                    <a:pt x="142" y="172"/>
                  </a:cubicBezTo>
                  <a:cubicBezTo>
                    <a:pt x="145" y="172"/>
                    <a:pt x="147" y="170"/>
                    <a:pt x="150" y="170"/>
                  </a:cubicBezTo>
                  <a:cubicBezTo>
                    <a:pt x="154" y="169"/>
                    <a:pt x="158" y="171"/>
                    <a:pt x="161" y="168"/>
                  </a:cubicBezTo>
                  <a:cubicBezTo>
                    <a:pt x="163" y="166"/>
                    <a:pt x="163" y="163"/>
                    <a:pt x="164" y="160"/>
                  </a:cubicBezTo>
                  <a:cubicBezTo>
                    <a:pt x="165" y="156"/>
                    <a:pt x="167" y="151"/>
                    <a:pt x="171" y="151"/>
                  </a:cubicBezTo>
                  <a:cubicBezTo>
                    <a:pt x="173" y="151"/>
                    <a:pt x="174" y="152"/>
                    <a:pt x="176" y="153"/>
                  </a:cubicBezTo>
                  <a:cubicBezTo>
                    <a:pt x="178" y="154"/>
                    <a:pt x="180" y="155"/>
                    <a:pt x="182" y="156"/>
                  </a:cubicBezTo>
                  <a:cubicBezTo>
                    <a:pt x="186" y="159"/>
                    <a:pt x="189" y="161"/>
                    <a:pt x="192" y="165"/>
                  </a:cubicBezTo>
                  <a:cubicBezTo>
                    <a:pt x="194" y="168"/>
                    <a:pt x="195" y="171"/>
                    <a:pt x="197" y="173"/>
                  </a:cubicBezTo>
                  <a:cubicBezTo>
                    <a:pt x="200" y="177"/>
                    <a:pt x="202" y="179"/>
                    <a:pt x="205" y="183"/>
                  </a:cubicBezTo>
                  <a:cubicBezTo>
                    <a:pt x="206" y="185"/>
                    <a:pt x="206" y="186"/>
                    <a:pt x="207" y="188"/>
                  </a:cubicBezTo>
                  <a:cubicBezTo>
                    <a:pt x="208" y="190"/>
                    <a:pt x="209" y="192"/>
                    <a:pt x="210" y="194"/>
                  </a:cubicBezTo>
                  <a:cubicBezTo>
                    <a:pt x="212" y="197"/>
                    <a:pt x="215" y="198"/>
                    <a:pt x="215" y="202"/>
                  </a:cubicBezTo>
                  <a:cubicBezTo>
                    <a:pt x="215" y="204"/>
                    <a:pt x="212" y="204"/>
                    <a:pt x="211" y="205"/>
                  </a:cubicBezTo>
                  <a:cubicBezTo>
                    <a:pt x="209" y="208"/>
                    <a:pt x="208" y="211"/>
                    <a:pt x="207" y="214"/>
                  </a:cubicBezTo>
                  <a:cubicBezTo>
                    <a:pt x="205" y="219"/>
                    <a:pt x="203" y="221"/>
                    <a:pt x="201" y="226"/>
                  </a:cubicBezTo>
                  <a:cubicBezTo>
                    <a:pt x="197" y="234"/>
                    <a:pt x="195" y="240"/>
                    <a:pt x="190" y="248"/>
                  </a:cubicBezTo>
                  <a:cubicBezTo>
                    <a:pt x="187" y="254"/>
                    <a:pt x="184" y="256"/>
                    <a:pt x="181" y="262"/>
                  </a:cubicBezTo>
                  <a:cubicBezTo>
                    <a:pt x="179" y="269"/>
                    <a:pt x="181" y="274"/>
                    <a:pt x="180" y="282"/>
                  </a:cubicBezTo>
                  <a:cubicBezTo>
                    <a:pt x="180" y="286"/>
                    <a:pt x="179" y="288"/>
                    <a:pt x="179" y="292"/>
                  </a:cubicBezTo>
                  <a:cubicBezTo>
                    <a:pt x="179" y="296"/>
                    <a:pt x="181" y="298"/>
                    <a:pt x="181" y="302"/>
                  </a:cubicBezTo>
                  <a:cubicBezTo>
                    <a:pt x="181" y="328"/>
                    <a:pt x="181" y="328"/>
                    <a:pt x="181" y="328"/>
                  </a:cubicBezTo>
                  <a:cubicBezTo>
                    <a:pt x="177" y="328"/>
                    <a:pt x="175" y="328"/>
                    <a:pt x="170" y="328"/>
                  </a:cubicBezTo>
                  <a:cubicBezTo>
                    <a:pt x="167" y="328"/>
                    <a:pt x="165" y="327"/>
                    <a:pt x="161" y="327"/>
                  </a:cubicBezTo>
                  <a:cubicBezTo>
                    <a:pt x="160" y="335"/>
                    <a:pt x="160" y="339"/>
                    <a:pt x="156" y="346"/>
                  </a:cubicBezTo>
                  <a:cubicBezTo>
                    <a:pt x="154" y="350"/>
                    <a:pt x="153" y="352"/>
                    <a:pt x="151" y="356"/>
                  </a:cubicBezTo>
                  <a:cubicBezTo>
                    <a:pt x="150" y="358"/>
                    <a:pt x="148" y="359"/>
                    <a:pt x="148" y="362"/>
                  </a:cubicBezTo>
                  <a:cubicBezTo>
                    <a:pt x="148" y="392"/>
                    <a:pt x="148" y="392"/>
                    <a:pt x="148" y="392"/>
                  </a:cubicBezTo>
                  <a:cubicBezTo>
                    <a:pt x="144" y="388"/>
                    <a:pt x="142" y="386"/>
                    <a:pt x="139" y="381"/>
                  </a:cubicBezTo>
                  <a:cubicBezTo>
                    <a:pt x="137" y="378"/>
                    <a:pt x="135" y="374"/>
                    <a:pt x="131" y="374"/>
                  </a:cubicBezTo>
                  <a:cubicBezTo>
                    <a:pt x="129" y="374"/>
                    <a:pt x="129" y="377"/>
                    <a:pt x="127" y="378"/>
                  </a:cubicBezTo>
                  <a:cubicBezTo>
                    <a:pt x="123" y="381"/>
                    <a:pt x="120" y="382"/>
                    <a:pt x="117" y="386"/>
                  </a:cubicBezTo>
                  <a:cubicBezTo>
                    <a:pt x="113" y="391"/>
                    <a:pt x="111" y="394"/>
                    <a:pt x="106" y="398"/>
                  </a:cubicBezTo>
                  <a:cubicBezTo>
                    <a:pt x="106" y="400"/>
                    <a:pt x="105" y="402"/>
                    <a:pt x="104" y="404"/>
                  </a:cubicBezTo>
                  <a:cubicBezTo>
                    <a:pt x="104" y="405"/>
                    <a:pt x="102" y="406"/>
                    <a:pt x="100" y="406"/>
                  </a:cubicBezTo>
                  <a:cubicBezTo>
                    <a:pt x="97" y="408"/>
                    <a:pt x="96" y="411"/>
                    <a:pt x="94" y="414"/>
                  </a:cubicBezTo>
                  <a:cubicBezTo>
                    <a:pt x="90" y="420"/>
                    <a:pt x="90" y="426"/>
                    <a:pt x="83" y="429"/>
                  </a:cubicBezTo>
                  <a:cubicBezTo>
                    <a:pt x="76" y="433"/>
                    <a:pt x="72" y="435"/>
                    <a:pt x="64" y="439"/>
                  </a:cubicBezTo>
                  <a:cubicBezTo>
                    <a:pt x="59" y="442"/>
                    <a:pt x="52" y="443"/>
                    <a:pt x="52" y="449"/>
                  </a:cubicBezTo>
                  <a:cubicBezTo>
                    <a:pt x="52" y="452"/>
                    <a:pt x="54" y="454"/>
                    <a:pt x="54" y="456"/>
                  </a:cubicBezTo>
                  <a:cubicBezTo>
                    <a:pt x="55" y="459"/>
                    <a:pt x="55" y="460"/>
                    <a:pt x="55" y="462"/>
                  </a:cubicBezTo>
                  <a:cubicBezTo>
                    <a:pt x="57" y="467"/>
                    <a:pt x="60" y="468"/>
                    <a:pt x="62" y="472"/>
                  </a:cubicBezTo>
                  <a:cubicBezTo>
                    <a:pt x="64" y="476"/>
                    <a:pt x="65" y="478"/>
                    <a:pt x="68" y="480"/>
                  </a:cubicBezTo>
                  <a:cubicBezTo>
                    <a:pt x="70" y="483"/>
                    <a:pt x="71" y="485"/>
                    <a:pt x="72" y="488"/>
                  </a:cubicBezTo>
                  <a:cubicBezTo>
                    <a:pt x="74" y="491"/>
                    <a:pt x="76" y="491"/>
                    <a:pt x="78" y="492"/>
                  </a:cubicBezTo>
                  <a:cubicBezTo>
                    <a:pt x="84" y="494"/>
                    <a:pt x="88" y="494"/>
                    <a:pt x="91" y="499"/>
                  </a:cubicBezTo>
                  <a:cubicBezTo>
                    <a:pt x="86" y="502"/>
                    <a:pt x="81" y="502"/>
                    <a:pt x="75" y="502"/>
                  </a:cubicBezTo>
                  <a:cubicBezTo>
                    <a:pt x="75" y="507"/>
                    <a:pt x="77" y="509"/>
                    <a:pt x="78" y="512"/>
                  </a:cubicBezTo>
                  <a:cubicBezTo>
                    <a:pt x="80" y="518"/>
                    <a:pt x="81" y="523"/>
                    <a:pt x="82" y="529"/>
                  </a:cubicBezTo>
                  <a:cubicBezTo>
                    <a:pt x="82" y="529"/>
                    <a:pt x="82" y="529"/>
                    <a:pt x="82" y="529"/>
                  </a:cubicBezTo>
                  <a:cubicBezTo>
                    <a:pt x="84" y="529"/>
                    <a:pt x="85" y="529"/>
                    <a:pt x="87" y="529"/>
                  </a:cubicBezTo>
                  <a:cubicBezTo>
                    <a:pt x="95" y="529"/>
                    <a:pt x="99" y="527"/>
                    <a:pt x="106" y="525"/>
                  </a:cubicBezTo>
                  <a:cubicBezTo>
                    <a:pt x="112" y="524"/>
                    <a:pt x="115" y="525"/>
                    <a:pt x="121" y="524"/>
                  </a:cubicBezTo>
                  <a:cubicBezTo>
                    <a:pt x="122" y="527"/>
                    <a:pt x="123" y="529"/>
                    <a:pt x="123" y="532"/>
                  </a:cubicBezTo>
                  <a:cubicBezTo>
                    <a:pt x="123" y="547"/>
                    <a:pt x="123" y="547"/>
                    <a:pt x="123" y="547"/>
                  </a:cubicBezTo>
                  <a:cubicBezTo>
                    <a:pt x="123" y="548"/>
                    <a:pt x="123" y="549"/>
                    <a:pt x="123" y="550"/>
                  </a:cubicBezTo>
                  <a:cubicBezTo>
                    <a:pt x="124" y="555"/>
                    <a:pt x="126" y="557"/>
                    <a:pt x="128" y="560"/>
                  </a:cubicBezTo>
                  <a:cubicBezTo>
                    <a:pt x="129" y="564"/>
                    <a:pt x="130" y="566"/>
                    <a:pt x="132" y="569"/>
                  </a:cubicBezTo>
                  <a:cubicBezTo>
                    <a:pt x="135" y="573"/>
                    <a:pt x="138" y="573"/>
                    <a:pt x="142" y="576"/>
                  </a:cubicBezTo>
                  <a:cubicBezTo>
                    <a:pt x="146" y="579"/>
                    <a:pt x="149" y="582"/>
                    <a:pt x="155" y="582"/>
                  </a:cubicBezTo>
                  <a:cubicBezTo>
                    <a:pt x="160" y="582"/>
                    <a:pt x="162" y="579"/>
                    <a:pt x="167" y="579"/>
                  </a:cubicBezTo>
                  <a:cubicBezTo>
                    <a:pt x="172" y="579"/>
                    <a:pt x="173" y="586"/>
                    <a:pt x="178" y="586"/>
                  </a:cubicBezTo>
                  <a:cubicBezTo>
                    <a:pt x="180" y="586"/>
                    <a:pt x="181" y="585"/>
                    <a:pt x="183" y="584"/>
                  </a:cubicBezTo>
                  <a:cubicBezTo>
                    <a:pt x="190" y="582"/>
                    <a:pt x="194" y="581"/>
                    <a:pt x="201" y="579"/>
                  </a:cubicBezTo>
                  <a:cubicBezTo>
                    <a:pt x="203" y="583"/>
                    <a:pt x="203" y="586"/>
                    <a:pt x="204" y="589"/>
                  </a:cubicBezTo>
                  <a:cubicBezTo>
                    <a:pt x="206" y="593"/>
                    <a:pt x="208" y="593"/>
                    <a:pt x="211" y="595"/>
                  </a:cubicBezTo>
                  <a:cubicBezTo>
                    <a:pt x="215" y="597"/>
                    <a:pt x="218" y="600"/>
                    <a:pt x="222" y="600"/>
                  </a:cubicBezTo>
                  <a:cubicBezTo>
                    <a:pt x="227" y="600"/>
                    <a:pt x="230" y="597"/>
                    <a:pt x="233" y="595"/>
                  </a:cubicBezTo>
                  <a:cubicBezTo>
                    <a:pt x="235" y="594"/>
                    <a:pt x="236" y="591"/>
                    <a:pt x="238" y="591"/>
                  </a:cubicBezTo>
                  <a:cubicBezTo>
                    <a:pt x="242" y="591"/>
                    <a:pt x="243" y="595"/>
                    <a:pt x="245" y="596"/>
                  </a:cubicBezTo>
                  <a:cubicBezTo>
                    <a:pt x="247" y="598"/>
                    <a:pt x="249" y="599"/>
                    <a:pt x="251" y="600"/>
                  </a:cubicBezTo>
                  <a:cubicBezTo>
                    <a:pt x="253" y="601"/>
                    <a:pt x="255" y="602"/>
                    <a:pt x="257" y="603"/>
                  </a:cubicBezTo>
                  <a:cubicBezTo>
                    <a:pt x="259" y="604"/>
                    <a:pt x="261" y="605"/>
                    <a:pt x="261" y="606"/>
                  </a:cubicBezTo>
                  <a:cubicBezTo>
                    <a:pt x="261" y="610"/>
                    <a:pt x="258" y="611"/>
                    <a:pt x="257" y="614"/>
                  </a:cubicBezTo>
                  <a:cubicBezTo>
                    <a:pt x="256" y="617"/>
                    <a:pt x="256" y="619"/>
                    <a:pt x="256" y="622"/>
                  </a:cubicBezTo>
                  <a:cubicBezTo>
                    <a:pt x="256" y="627"/>
                    <a:pt x="260" y="630"/>
                    <a:pt x="261" y="635"/>
                  </a:cubicBezTo>
                  <a:cubicBezTo>
                    <a:pt x="262" y="638"/>
                    <a:pt x="264" y="641"/>
                    <a:pt x="267" y="641"/>
                  </a:cubicBezTo>
                  <a:cubicBezTo>
                    <a:pt x="276" y="640"/>
                    <a:pt x="276" y="640"/>
                    <a:pt x="276" y="640"/>
                  </a:cubicBezTo>
                  <a:cubicBezTo>
                    <a:pt x="278" y="641"/>
                    <a:pt x="279" y="641"/>
                    <a:pt x="280" y="642"/>
                  </a:cubicBezTo>
                  <a:cubicBezTo>
                    <a:pt x="282" y="644"/>
                    <a:pt x="282" y="647"/>
                    <a:pt x="282" y="650"/>
                  </a:cubicBezTo>
                  <a:cubicBezTo>
                    <a:pt x="283" y="654"/>
                    <a:pt x="284" y="656"/>
                    <a:pt x="285" y="660"/>
                  </a:cubicBezTo>
                  <a:cubicBezTo>
                    <a:pt x="287" y="667"/>
                    <a:pt x="290" y="670"/>
                    <a:pt x="296" y="672"/>
                  </a:cubicBezTo>
                  <a:cubicBezTo>
                    <a:pt x="299" y="674"/>
                    <a:pt x="301" y="675"/>
                    <a:pt x="304" y="675"/>
                  </a:cubicBezTo>
                  <a:cubicBezTo>
                    <a:pt x="311" y="675"/>
                    <a:pt x="313" y="666"/>
                    <a:pt x="314" y="659"/>
                  </a:cubicBezTo>
                  <a:cubicBezTo>
                    <a:pt x="314" y="657"/>
                    <a:pt x="312" y="655"/>
                    <a:pt x="314" y="653"/>
                  </a:cubicBezTo>
                  <a:cubicBezTo>
                    <a:pt x="315" y="652"/>
                    <a:pt x="316" y="652"/>
                    <a:pt x="318" y="651"/>
                  </a:cubicBezTo>
                  <a:cubicBezTo>
                    <a:pt x="320" y="650"/>
                    <a:pt x="321" y="649"/>
                    <a:pt x="324" y="649"/>
                  </a:cubicBezTo>
                  <a:cubicBezTo>
                    <a:pt x="328" y="661"/>
                    <a:pt x="326" y="668"/>
                    <a:pt x="328" y="680"/>
                  </a:cubicBezTo>
                  <a:cubicBezTo>
                    <a:pt x="329" y="685"/>
                    <a:pt x="331" y="687"/>
                    <a:pt x="334" y="691"/>
                  </a:cubicBezTo>
                  <a:cubicBezTo>
                    <a:pt x="332" y="690"/>
                    <a:pt x="332" y="690"/>
                    <a:pt x="332" y="690"/>
                  </a:cubicBezTo>
                  <a:cubicBezTo>
                    <a:pt x="336" y="694"/>
                    <a:pt x="339" y="694"/>
                    <a:pt x="342" y="698"/>
                  </a:cubicBezTo>
                  <a:cubicBezTo>
                    <a:pt x="345" y="702"/>
                    <a:pt x="347" y="706"/>
                    <a:pt x="353" y="706"/>
                  </a:cubicBezTo>
                  <a:cubicBezTo>
                    <a:pt x="355" y="706"/>
                    <a:pt x="357" y="707"/>
                    <a:pt x="358" y="705"/>
                  </a:cubicBezTo>
                  <a:cubicBezTo>
                    <a:pt x="360" y="702"/>
                    <a:pt x="360" y="699"/>
                    <a:pt x="360" y="695"/>
                  </a:cubicBezTo>
                  <a:cubicBezTo>
                    <a:pt x="360" y="694"/>
                    <a:pt x="360" y="692"/>
                    <a:pt x="361" y="691"/>
                  </a:cubicBezTo>
                  <a:cubicBezTo>
                    <a:pt x="362" y="690"/>
                    <a:pt x="363" y="691"/>
                    <a:pt x="365" y="690"/>
                  </a:cubicBezTo>
                  <a:cubicBezTo>
                    <a:pt x="366" y="690"/>
                    <a:pt x="367" y="689"/>
                    <a:pt x="369" y="688"/>
                  </a:cubicBezTo>
                  <a:cubicBezTo>
                    <a:pt x="375" y="686"/>
                    <a:pt x="379" y="687"/>
                    <a:pt x="384" y="684"/>
                  </a:cubicBezTo>
                  <a:cubicBezTo>
                    <a:pt x="389" y="682"/>
                    <a:pt x="391" y="679"/>
                    <a:pt x="395" y="679"/>
                  </a:cubicBezTo>
                  <a:cubicBezTo>
                    <a:pt x="398" y="679"/>
                    <a:pt x="400" y="680"/>
                    <a:pt x="402" y="680"/>
                  </a:cubicBezTo>
                  <a:cubicBezTo>
                    <a:pt x="406" y="680"/>
                    <a:pt x="407" y="678"/>
                    <a:pt x="411" y="678"/>
                  </a:cubicBezTo>
                  <a:cubicBezTo>
                    <a:pt x="414" y="678"/>
                    <a:pt x="414" y="681"/>
                    <a:pt x="415" y="683"/>
                  </a:cubicBezTo>
                  <a:cubicBezTo>
                    <a:pt x="417" y="686"/>
                    <a:pt x="418" y="687"/>
                    <a:pt x="420" y="689"/>
                  </a:cubicBezTo>
                  <a:cubicBezTo>
                    <a:pt x="420" y="690"/>
                    <a:pt x="420" y="691"/>
                    <a:pt x="420" y="691"/>
                  </a:cubicBezTo>
                  <a:cubicBezTo>
                    <a:pt x="421" y="693"/>
                    <a:pt x="423" y="694"/>
                    <a:pt x="424" y="695"/>
                  </a:cubicBezTo>
                  <a:cubicBezTo>
                    <a:pt x="427" y="698"/>
                    <a:pt x="429" y="699"/>
                    <a:pt x="432" y="702"/>
                  </a:cubicBezTo>
                  <a:cubicBezTo>
                    <a:pt x="440" y="709"/>
                    <a:pt x="447" y="711"/>
                    <a:pt x="456" y="717"/>
                  </a:cubicBezTo>
                  <a:cubicBezTo>
                    <a:pt x="456" y="717"/>
                    <a:pt x="456" y="717"/>
                    <a:pt x="456" y="717"/>
                  </a:cubicBezTo>
                  <a:cubicBezTo>
                    <a:pt x="456" y="713"/>
                    <a:pt x="456" y="713"/>
                    <a:pt x="456" y="713"/>
                  </a:cubicBezTo>
                  <a:cubicBezTo>
                    <a:pt x="456" y="708"/>
                    <a:pt x="456" y="705"/>
                    <a:pt x="457" y="700"/>
                  </a:cubicBezTo>
                  <a:cubicBezTo>
                    <a:pt x="458" y="695"/>
                    <a:pt x="459" y="693"/>
                    <a:pt x="459" y="688"/>
                  </a:cubicBezTo>
                  <a:cubicBezTo>
                    <a:pt x="459" y="678"/>
                    <a:pt x="458" y="673"/>
                    <a:pt x="457" y="663"/>
                  </a:cubicBezTo>
                  <a:cubicBezTo>
                    <a:pt x="457" y="660"/>
                    <a:pt x="456" y="658"/>
                    <a:pt x="455" y="655"/>
                  </a:cubicBezTo>
                  <a:cubicBezTo>
                    <a:pt x="455" y="651"/>
                    <a:pt x="455" y="648"/>
                    <a:pt x="454" y="643"/>
                  </a:cubicBezTo>
                  <a:cubicBezTo>
                    <a:pt x="453" y="639"/>
                    <a:pt x="451" y="636"/>
                    <a:pt x="451" y="631"/>
                  </a:cubicBezTo>
                  <a:cubicBezTo>
                    <a:pt x="451" y="626"/>
                    <a:pt x="449" y="624"/>
                    <a:pt x="447" y="619"/>
                  </a:cubicBezTo>
                  <a:cubicBezTo>
                    <a:pt x="455" y="618"/>
                    <a:pt x="459" y="616"/>
                    <a:pt x="466" y="615"/>
                  </a:cubicBezTo>
                  <a:cubicBezTo>
                    <a:pt x="469" y="615"/>
                    <a:pt x="470" y="615"/>
                    <a:pt x="472" y="615"/>
                  </a:cubicBezTo>
                  <a:cubicBezTo>
                    <a:pt x="477" y="614"/>
                    <a:pt x="478" y="609"/>
                    <a:pt x="479" y="604"/>
                  </a:cubicBezTo>
                  <a:cubicBezTo>
                    <a:pt x="480" y="599"/>
                    <a:pt x="480" y="596"/>
                    <a:pt x="481" y="590"/>
                  </a:cubicBezTo>
                  <a:cubicBezTo>
                    <a:pt x="488" y="592"/>
                    <a:pt x="492" y="592"/>
                    <a:pt x="498" y="594"/>
                  </a:cubicBezTo>
                  <a:cubicBezTo>
                    <a:pt x="502" y="595"/>
                    <a:pt x="504" y="598"/>
                    <a:pt x="509" y="600"/>
                  </a:cubicBezTo>
                  <a:cubicBezTo>
                    <a:pt x="511" y="601"/>
                    <a:pt x="513" y="601"/>
                    <a:pt x="515" y="602"/>
                  </a:cubicBezTo>
                  <a:cubicBezTo>
                    <a:pt x="522" y="604"/>
                    <a:pt x="526" y="606"/>
                    <a:pt x="534" y="606"/>
                  </a:cubicBezTo>
                  <a:cubicBezTo>
                    <a:pt x="536" y="606"/>
                    <a:pt x="539" y="606"/>
                    <a:pt x="541" y="604"/>
                  </a:cubicBezTo>
                  <a:cubicBezTo>
                    <a:pt x="543" y="603"/>
                    <a:pt x="542" y="600"/>
                    <a:pt x="543" y="598"/>
                  </a:cubicBezTo>
                  <a:cubicBezTo>
                    <a:pt x="543" y="597"/>
                    <a:pt x="544" y="595"/>
                    <a:pt x="544" y="594"/>
                  </a:cubicBezTo>
                  <a:cubicBezTo>
                    <a:pt x="544" y="590"/>
                    <a:pt x="543" y="587"/>
                    <a:pt x="545" y="583"/>
                  </a:cubicBezTo>
                  <a:cubicBezTo>
                    <a:pt x="546" y="581"/>
                    <a:pt x="548" y="580"/>
                    <a:pt x="550" y="578"/>
                  </a:cubicBezTo>
                  <a:cubicBezTo>
                    <a:pt x="554" y="576"/>
                    <a:pt x="555" y="575"/>
                    <a:pt x="558" y="571"/>
                  </a:cubicBezTo>
                  <a:cubicBezTo>
                    <a:pt x="560" y="568"/>
                    <a:pt x="560" y="565"/>
                    <a:pt x="561" y="561"/>
                  </a:cubicBezTo>
                  <a:cubicBezTo>
                    <a:pt x="562" y="559"/>
                    <a:pt x="563" y="557"/>
                    <a:pt x="564" y="555"/>
                  </a:cubicBezTo>
                  <a:cubicBezTo>
                    <a:pt x="566" y="550"/>
                    <a:pt x="567" y="546"/>
                    <a:pt x="569" y="541"/>
                  </a:cubicBezTo>
                  <a:cubicBezTo>
                    <a:pt x="572" y="534"/>
                    <a:pt x="578" y="532"/>
                    <a:pt x="581" y="525"/>
                  </a:cubicBezTo>
                  <a:cubicBezTo>
                    <a:pt x="583" y="520"/>
                    <a:pt x="582" y="516"/>
                    <a:pt x="583" y="511"/>
                  </a:cubicBezTo>
                  <a:cubicBezTo>
                    <a:pt x="583" y="507"/>
                    <a:pt x="584" y="504"/>
                    <a:pt x="586" y="501"/>
                  </a:cubicBezTo>
                  <a:cubicBezTo>
                    <a:pt x="587" y="499"/>
                    <a:pt x="589" y="497"/>
                    <a:pt x="589" y="495"/>
                  </a:cubicBezTo>
                  <a:cubicBezTo>
                    <a:pt x="589" y="482"/>
                    <a:pt x="589" y="482"/>
                    <a:pt x="589" y="482"/>
                  </a:cubicBezTo>
                  <a:cubicBezTo>
                    <a:pt x="589" y="479"/>
                    <a:pt x="590" y="477"/>
                    <a:pt x="591" y="474"/>
                  </a:cubicBezTo>
                  <a:cubicBezTo>
                    <a:pt x="592" y="472"/>
                    <a:pt x="595" y="473"/>
                    <a:pt x="595" y="471"/>
                  </a:cubicBezTo>
                  <a:cubicBezTo>
                    <a:pt x="596" y="470"/>
                    <a:pt x="595" y="468"/>
                    <a:pt x="595" y="467"/>
                  </a:cubicBezTo>
                  <a:cubicBezTo>
                    <a:pt x="596" y="461"/>
                    <a:pt x="595" y="456"/>
                    <a:pt x="596" y="450"/>
                  </a:cubicBezTo>
                  <a:cubicBezTo>
                    <a:pt x="598" y="444"/>
                    <a:pt x="605" y="445"/>
                    <a:pt x="610" y="441"/>
                  </a:cubicBezTo>
                  <a:cubicBezTo>
                    <a:pt x="616" y="438"/>
                    <a:pt x="618" y="433"/>
                    <a:pt x="618" y="426"/>
                  </a:cubicBezTo>
                  <a:cubicBezTo>
                    <a:pt x="618" y="422"/>
                    <a:pt x="616" y="420"/>
                    <a:pt x="615" y="417"/>
                  </a:cubicBezTo>
                  <a:cubicBezTo>
                    <a:pt x="613" y="413"/>
                    <a:pt x="614" y="410"/>
                    <a:pt x="614" y="405"/>
                  </a:cubicBezTo>
                  <a:cubicBezTo>
                    <a:pt x="614" y="400"/>
                    <a:pt x="613" y="397"/>
                    <a:pt x="615" y="392"/>
                  </a:cubicBezTo>
                  <a:cubicBezTo>
                    <a:pt x="616" y="390"/>
                    <a:pt x="618" y="390"/>
                    <a:pt x="618" y="388"/>
                  </a:cubicBezTo>
                  <a:cubicBezTo>
                    <a:pt x="618" y="385"/>
                    <a:pt x="616" y="384"/>
                    <a:pt x="613" y="383"/>
                  </a:cubicBezTo>
                  <a:cubicBezTo>
                    <a:pt x="612" y="382"/>
                    <a:pt x="611" y="381"/>
                    <a:pt x="609" y="381"/>
                  </a:cubicBezTo>
                  <a:cubicBezTo>
                    <a:pt x="597" y="381"/>
                    <a:pt x="597" y="381"/>
                    <a:pt x="597" y="381"/>
                  </a:cubicBezTo>
                  <a:cubicBezTo>
                    <a:pt x="593" y="381"/>
                    <a:pt x="591" y="383"/>
                    <a:pt x="587" y="384"/>
                  </a:cubicBezTo>
                  <a:cubicBezTo>
                    <a:pt x="584" y="385"/>
                    <a:pt x="581" y="385"/>
                    <a:pt x="577" y="386"/>
                  </a:cubicBezTo>
                  <a:cubicBezTo>
                    <a:pt x="574" y="388"/>
                    <a:pt x="572" y="389"/>
                    <a:pt x="569" y="391"/>
                  </a:cubicBezTo>
                  <a:cubicBezTo>
                    <a:pt x="563" y="394"/>
                    <a:pt x="559" y="395"/>
                    <a:pt x="553" y="398"/>
                  </a:cubicBezTo>
                  <a:cubicBezTo>
                    <a:pt x="548" y="401"/>
                    <a:pt x="546" y="404"/>
                    <a:pt x="541" y="406"/>
                  </a:cubicBezTo>
                  <a:cubicBezTo>
                    <a:pt x="536" y="409"/>
                    <a:pt x="532" y="409"/>
                    <a:pt x="527" y="411"/>
                  </a:cubicBezTo>
                  <a:cubicBezTo>
                    <a:pt x="521" y="413"/>
                    <a:pt x="521" y="418"/>
                    <a:pt x="518" y="423"/>
                  </a:cubicBezTo>
                  <a:cubicBezTo>
                    <a:pt x="517" y="426"/>
                    <a:pt x="513" y="425"/>
                    <a:pt x="510" y="425"/>
                  </a:cubicBezTo>
                  <a:cubicBezTo>
                    <a:pt x="508" y="425"/>
                    <a:pt x="507" y="426"/>
                    <a:pt x="504" y="426"/>
                  </a:cubicBezTo>
                  <a:cubicBezTo>
                    <a:pt x="499" y="428"/>
                    <a:pt x="496" y="429"/>
                    <a:pt x="490" y="429"/>
                  </a:cubicBezTo>
                  <a:cubicBezTo>
                    <a:pt x="483" y="429"/>
                    <a:pt x="479" y="424"/>
                    <a:pt x="472" y="424"/>
                  </a:cubicBezTo>
                  <a:cubicBezTo>
                    <a:pt x="461" y="424"/>
                    <a:pt x="461" y="424"/>
                    <a:pt x="461" y="424"/>
                  </a:cubicBezTo>
                  <a:cubicBezTo>
                    <a:pt x="458" y="424"/>
                    <a:pt x="456" y="426"/>
                    <a:pt x="453" y="426"/>
                  </a:cubicBezTo>
                  <a:cubicBezTo>
                    <a:pt x="450" y="426"/>
                    <a:pt x="451" y="422"/>
                    <a:pt x="450" y="419"/>
                  </a:cubicBezTo>
                  <a:cubicBezTo>
                    <a:pt x="449" y="415"/>
                    <a:pt x="446" y="414"/>
                    <a:pt x="443" y="412"/>
                  </a:cubicBezTo>
                  <a:cubicBezTo>
                    <a:pt x="437" y="409"/>
                    <a:pt x="436" y="403"/>
                    <a:pt x="436" y="396"/>
                  </a:cubicBezTo>
                  <a:cubicBezTo>
                    <a:pt x="436" y="374"/>
                    <a:pt x="436" y="374"/>
                    <a:pt x="436" y="374"/>
                  </a:cubicBezTo>
                  <a:cubicBezTo>
                    <a:pt x="436" y="370"/>
                    <a:pt x="433" y="369"/>
                    <a:pt x="431" y="366"/>
                  </a:cubicBezTo>
                  <a:cubicBezTo>
                    <a:pt x="429" y="363"/>
                    <a:pt x="428" y="361"/>
                    <a:pt x="428" y="357"/>
                  </a:cubicBezTo>
                  <a:cubicBezTo>
                    <a:pt x="428" y="353"/>
                    <a:pt x="430" y="351"/>
                    <a:pt x="431" y="348"/>
                  </a:cubicBezTo>
                  <a:cubicBezTo>
                    <a:pt x="429" y="347"/>
                    <a:pt x="429" y="347"/>
                    <a:pt x="429" y="347"/>
                  </a:cubicBezTo>
                  <a:cubicBezTo>
                    <a:pt x="426" y="348"/>
                    <a:pt x="424" y="348"/>
                    <a:pt x="421" y="348"/>
                  </a:cubicBezTo>
                  <a:cubicBezTo>
                    <a:pt x="415" y="348"/>
                    <a:pt x="411" y="347"/>
                    <a:pt x="407" y="343"/>
                  </a:cubicBezTo>
                  <a:cubicBezTo>
                    <a:pt x="402" y="339"/>
                    <a:pt x="400" y="337"/>
                    <a:pt x="397" y="332"/>
                  </a:cubicBezTo>
                  <a:cubicBezTo>
                    <a:pt x="391" y="322"/>
                    <a:pt x="387" y="314"/>
                    <a:pt x="376" y="310"/>
                  </a:cubicBezTo>
                  <a:cubicBezTo>
                    <a:pt x="374" y="309"/>
                    <a:pt x="373" y="308"/>
                    <a:pt x="370" y="308"/>
                  </a:cubicBezTo>
                  <a:cubicBezTo>
                    <a:pt x="365" y="308"/>
                    <a:pt x="363" y="312"/>
                    <a:pt x="358" y="312"/>
                  </a:cubicBezTo>
                  <a:cubicBezTo>
                    <a:pt x="355" y="312"/>
                    <a:pt x="353" y="310"/>
                    <a:pt x="350" y="308"/>
                  </a:cubicBezTo>
                  <a:cubicBezTo>
                    <a:pt x="347" y="306"/>
                    <a:pt x="345" y="305"/>
                    <a:pt x="342" y="303"/>
                  </a:cubicBezTo>
                  <a:cubicBezTo>
                    <a:pt x="341" y="302"/>
                    <a:pt x="341" y="300"/>
                    <a:pt x="339" y="299"/>
                  </a:cubicBezTo>
                  <a:cubicBezTo>
                    <a:pt x="337" y="299"/>
                    <a:pt x="336" y="299"/>
                    <a:pt x="335" y="299"/>
                  </a:cubicBezTo>
                  <a:cubicBezTo>
                    <a:pt x="332" y="298"/>
                    <a:pt x="330" y="295"/>
                    <a:pt x="327" y="295"/>
                  </a:cubicBezTo>
                  <a:cubicBezTo>
                    <a:pt x="322" y="295"/>
                    <a:pt x="320" y="300"/>
                    <a:pt x="315" y="300"/>
                  </a:cubicBezTo>
                  <a:cubicBezTo>
                    <a:pt x="313" y="300"/>
                    <a:pt x="312" y="300"/>
                    <a:pt x="311" y="299"/>
                  </a:cubicBezTo>
                  <a:cubicBezTo>
                    <a:pt x="303" y="297"/>
                    <a:pt x="299" y="294"/>
                    <a:pt x="295" y="287"/>
                  </a:cubicBezTo>
                  <a:cubicBezTo>
                    <a:pt x="291" y="282"/>
                    <a:pt x="289" y="279"/>
                    <a:pt x="286" y="273"/>
                  </a:cubicBezTo>
                  <a:cubicBezTo>
                    <a:pt x="286" y="268"/>
                    <a:pt x="286" y="268"/>
                    <a:pt x="286" y="268"/>
                  </a:cubicBezTo>
                  <a:cubicBezTo>
                    <a:pt x="286" y="261"/>
                    <a:pt x="290" y="258"/>
                    <a:pt x="290" y="251"/>
                  </a:cubicBezTo>
                  <a:cubicBezTo>
                    <a:pt x="290" y="250"/>
                    <a:pt x="289" y="250"/>
                    <a:pt x="289" y="249"/>
                  </a:cubicBezTo>
                  <a:cubicBezTo>
                    <a:pt x="288" y="246"/>
                    <a:pt x="287" y="244"/>
                    <a:pt x="285" y="241"/>
                  </a:cubicBezTo>
                  <a:cubicBezTo>
                    <a:pt x="283" y="238"/>
                    <a:pt x="282" y="236"/>
                    <a:pt x="280" y="233"/>
                  </a:cubicBezTo>
                  <a:cubicBezTo>
                    <a:pt x="277" y="226"/>
                    <a:pt x="279" y="221"/>
                    <a:pt x="275" y="215"/>
                  </a:cubicBezTo>
                  <a:cubicBezTo>
                    <a:pt x="273" y="210"/>
                    <a:pt x="270" y="207"/>
                    <a:pt x="266" y="203"/>
                  </a:cubicBezTo>
                  <a:cubicBezTo>
                    <a:pt x="265" y="201"/>
                    <a:pt x="264" y="201"/>
                    <a:pt x="263" y="199"/>
                  </a:cubicBezTo>
                  <a:cubicBezTo>
                    <a:pt x="261" y="195"/>
                    <a:pt x="260" y="193"/>
                    <a:pt x="259" y="189"/>
                  </a:cubicBezTo>
                  <a:cubicBezTo>
                    <a:pt x="258" y="184"/>
                    <a:pt x="256" y="181"/>
                    <a:pt x="256" y="175"/>
                  </a:cubicBezTo>
                  <a:cubicBezTo>
                    <a:pt x="256" y="173"/>
                    <a:pt x="256" y="172"/>
                    <a:pt x="256" y="170"/>
                  </a:cubicBezTo>
                  <a:cubicBezTo>
                    <a:pt x="257" y="169"/>
                    <a:pt x="258" y="168"/>
                    <a:pt x="258" y="167"/>
                  </a:cubicBezTo>
                  <a:cubicBezTo>
                    <a:pt x="258" y="165"/>
                    <a:pt x="255" y="164"/>
                    <a:pt x="254" y="162"/>
                  </a:cubicBezTo>
                  <a:cubicBezTo>
                    <a:pt x="252" y="161"/>
                    <a:pt x="251" y="159"/>
                    <a:pt x="250" y="156"/>
                  </a:cubicBezTo>
                  <a:cubicBezTo>
                    <a:pt x="248" y="152"/>
                    <a:pt x="250" y="149"/>
                    <a:pt x="249" y="144"/>
                  </a:cubicBezTo>
                  <a:cubicBezTo>
                    <a:pt x="248" y="139"/>
                    <a:pt x="245" y="137"/>
                    <a:pt x="243" y="132"/>
                  </a:cubicBezTo>
                  <a:cubicBezTo>
                    <a:pt x="242" y="129"/>
                    <a:pt x="241" y="127"/>
                    <a:pt x="240" y="124"/>
                  </a:cubicBezTo>
                  <a:cubicBezTo>
                    <a:pt x="239" y="122"/>
                    <a:pt x="236" y="122"/>
                    <a:pt x="236" y="119"/>
                  </a:cubicBezTo>
                  <a:cubicBezTo>
                    <a:pt x="236" y="116"/>
                    <a:pt x="239" y="114"/>
                    <a:pt x="239" y="110"/>
                  </a:cubicBezTo>
                  <a:cubicBezTo>
                    <a:pt x="239" y="106"/>
                    <a:pt x="230" y="108"/>
                    <a:pt x="230" y="104"/>
                  </a:cubicBezTo>
                  <a:cubicBezTo>
                    <a:pt x="230" y="102"/>
                    <a:pt x="232" y="100"/>
                    <a:pt x="232" y="97"/>
                  </a:cubicBezTo>
                  <a:cubicBezTo>
                    <a:pt x="232" y="94"/>
                    <a:pt x="229" y="92"/>
                    <a:pt x="228" y="88"/>
                  </a:cubicBezTo>
                  <a:cubicBezTo>
                    <a:pt x="227" y="84"/>
                    <a:pt x="227" y="80"/>
                    <a:pt x="223" y="77"/>
                  </a:cubicBezTo>
                  <a:cubicBezTo>
                    <a:pt x="221" y="75"/>
                    <a:pt x="219" y="75"/>
                    <a:pt x="218" y="72"/>
                  </a:cubicBezTo>
                  <a:cubicBezTo>
                    <a:pt x="216" y="70"/>
                    <a:pt x="218" y="66"/>
                    <a:pt x="216" y="64"/>
                  </a:cubicBezTo>
                  <a:cubicBezTo>
                    <a:pt x="215" y="64"/>
                    <a:pt x="213" y="64"/>
                    <a:pt x="212" y="63"/>
                  </a:cubicBezTo>
                  <a:cubicBezTo>
                    <a:pt x="210" y="62"/>
                    <a:pt x="210" y="59"/>
                    <a:pt x="209" y="57"/>
                  </a:cubicBezTo>
                  <a:cubicBezTo>
                    <a:pt x="207" y="55"/>
                    <a:pt x="205" y="55"/>
                    <a:pt x="203" y="53"/>
                  </a:cubicBezTo>
                  <a:cubicBezTo>
                    <a:pt x="203" y="52"/>
                    <a:pt x="203" y="50"/>
                    <a:pt x="203" y="49"/>
                  </a:cubicBezTo>
                  <a:cubicBezTo>
                    <a:pt x="203" y="46"/>
                    <a:pt x="204" y="43"/>
                    <a:pt x="202" y="41"/>
                  </a:cubicBezTo>
                  <a:cubicBezTo>
                    <a:pt x="201" y="40"/>
                    <a:pt x="199" y="40"/>
                    <a:pt x="198" y="39"/>
                  </a:cubicBezTo>
                  <a:cubicBezTo>
                    <a:pt x="191" y="36"/>
                    <a:pt x="187" y="35"/>
                    <a:pt x="179" y="32"/>
                  </a:cubicBezTo>
                  <a:cubicBezTo>
                    <a:pt x="177" y="31"/>
                    <a:pt x="175" y="29"/>
                    <a:pt x="172" y="29"/>
                  </a:cubicBezTo>
                  <a:cubicBezTo>
                    <a:pt x="167" y="29"/>
                    <a:pt x="166" y="35"/>
                    <a:pt x="161" y="35"/>
                  </a:cubicBezTo>
                  <a:cubicBezTo>
                    <a:pt x="159" y="35"/>
                    <a:pt x="158" y="34"/>
                    <a:pt x="156" y="32"/>
                  </a:cubicBezTo>
                  <a:cubicBezTo>
                    <a:pt x="154" y="31"/>
                    <a:pt x="152" y="30"/>
                    <a:pt x="150" y="29"/>
                  </a:cubicBezTo>
                  <a:cubicBezTo>
                    <a:pt x="148" y="28"/>
                    <a:pt x="148" y="26"/>
                    <a:pt x="146" y="25"/>
                  </a:cubicBezTo>
                  <a:cubicBezTo>
                    <a:pt x="142" y="22"/>
                    <a:pt x="139" y="21"/>
                    <a:pt x="134" y="20"/>
                  </a:cubicBezTo>
                  <a:cubicBezTo>
                    <a:pt x="132" y="20"/>
                    <a:pt x="131" y="20"/>
                    <a:pt x="128" y="19"/>
                  </a:cubicBezTo>
                  <a:cubicBezTo>
                    <a:pt x="121" y="17"/>
                    <a:pt x="117" y="13"/>
                    <a:pt x="110" y="9"/>
                  </a:cubicBezTo>
                  <a:cubicBezTo>
                    <a:pt x="106" y="7"/>
                    <a:pt x="104" y="6"/>
                    <a:pt x="100" y="4"/>
                  </a:cubicBezTo>
                  <a:cubicBezTo>
                    <a:pt x="97" y="3"/>
                    <a:pt x="96" y="1"/>
                    <a:pt x="93" y="0"/>
                  </a:cubicBezTo>
                  <a:cubicBezTo>
                    <a:pt x="58" y="9"/>
                    <a:pt x="58" y="9"/>
                    <a:pt x="58" y="9"/>
                  </a:cubicBezTo>
                  <a:cubicBezTo>
                    <a:pt x="53" y="9"/>
                    <a:pt x="51" y="7"/>
                    <a:pt x="46" y="7"/>
                  </a:cubicBezTo>
                  <a:cubicBezTo>
                    <a:pt x="41" y="7"/>
                    <a:pt x="38" y="8"/>
                    <a:pt x="33" y="9"/>
                  </a:cubicBezTo>
                  <a:cubicBezTo>
                    <a:pt x="30" y="11"/>
                    <a:pt x="29" y="12"/>
                    <a:pt x="25" y="13"/>
                  </a:cubicBezTo>
                  <a:cubicBezTo>
                    <a:pt x="22" y="15"/>
                    <a:pt x="20" y="15"/>
                    <a:pt x="16" y="16"/>
                  </a:cubicBezTo>
                  <a:cubicBezTo>
                    <a:pt x="14" y="17"/>
                    <a:pt x="12" y="18"/>
                    <a:pt x="9"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0"/>
            <p:cNvSpPr>
              <a:spLocks/>
            </p:cNvSpPr>
            <p:nvPr/>
          </p:nvSpPr>
          <p:spPr bwMode="auto">
            <a:xfrm>
              <a:off x="6024563" y="1833563"/>
              <a:ext cx="784225" cy="625475"/>
            </a:xfrm>
            <a:custGeom>
              <a:avLst/>
              <a:gdLst/>
              <a:ahLst/>
              <a:cxnLst>
                <a:cxn ang="0">
                  <a:pos x="88" y="1"/>
                </a:cxn>
                <a:cxn ang="0">
                  <a:pos x="105" y="23"/>
                </a:cxn>
                <a:cxn ang="0">
                  <a:pos x="114" y="45"/>
                </a:cxn>
                <a:cxn ang="0">
                  <a:pos x="149" y="55"/>
                </a:cxn>
                <a:cxn ang="0">
                  <a:pos x="183" y="55"/>
                </a:cxn>
                <a:cxn ang="0">
                  <a:pos x="204" y="76"/>
                </a:cxn>
                <a:cxn ang="0">
                  <a:pos x="227" y="72"/>
                </a:cxn>
                <a:cxn ang="0">
                  <a:pos x="243" y="82"/>
                </a:cxn>
                <a:cxn ang="0">
                  <a:pos x="243" y="111"/>
                </a:cxn>
                <a:cxn ang="0">
                  <a:pos x="262" y="118"/>
                </a:cxn>
                <a:cxn ang="0">
                  <a:pos x="278" y="148"/>
                </a:cxn>
                <a:cxn ang="0">
                  <a:pos x="296" y="129"/>
                </a:cxn>
                <a:cxn ang="0">
                  <a:pos x="310" y="156"/>
                </a:cxn>
                <a:cxn ang="0">
                  <a:pos x="324" y="174"/>
                </a:cxn>
                <a:cxn ang="0">
                  <a:pos x="342" y="171"/>
                </a:cxn>
                <a:cxn ang="0">
                  <a:pos x="351" y="164"/>
                </a:cxn>
                <a:cxn ang="0">
                  <a:pos x="384" y="156"/>
                </a:cxn>
                <a:cxn ang="0">
                  <a:pos x="402" y="165"/>
                </a:cxn>
                <a:cxn ang="0">
                  <a:pos x="414" y="178"/>
                </a:cxn>
                <a:cxn ang="0">
                  <a:pos x="438" y="196"/>
                </a:cxn>
                <a:cxn ang="0">
                  <a:pos x="407" y="230"/>
                </a:cxn>
                <a:cxn ang="0">
                  <a:pos x="407" y="244"/>
                </a:cxn>
                <a:cxn ang="0">
                  <a:pos x="393" y="216"/>
                </a:cxn>
                <a:cxn ang="0">
                  <a:pos x="375" y="221"/>
                </a:cxn>
                <a:cxn ang="0">
                  <a:pos x="371" y="249"/>
                </a:cxn>
                <a:cxn ang="0">
                  <a:pos x="346" y="265"/>
                </a:cxn>
                <a:cxn ang="0">
                  <a:pos x="316" y="278"/>
                </a:cxn>
                <a:cxn ang="0">
                  <a:pos x="304" y="287"/>
                </a:cxn>
                <a:cxn ang="0">
                  <a:pos x="289" y="308"/>
                </a:cxn>
                <a:cxn ang="0">
                  <a:pos x="237" y="294"/>
                </a:cxn>
                <a:cxn ang="0">
                  <a:pos x="224" y="307"/>
                </a:cxn>
                <a:cxn ang="0">
                  <a:pos x="186" y="348"/>
                </a:cxn>
                <a:cxn ang="0">
                  <a:pos x="180" y="349"/>
                </a:cxn>
                <a:cxn ang="0">
                  <a:pos x="176" y="310"/>
                </a:cxn>
                <a:cxn ang="0">
                  <a:pos x="167" y="282"/>
                </a:cxn>
                <a:cxn ang="0">
                  <a:pos x="141" y="207"/>
                </a:cxn>
                <a:cxn ang="0">
                  <a:pos x="128" y="224"/>
                </a:cxn>
                <a:cxn ang="0">
                  <a:pos x="104" y="195"/>
                </a:cxn>
                <a:cxn ang="0">
                  <a:pos x="90" y="193"/>
                </a:cxn>
                <a:cxn ang="0">
                  <a:pos x="77" y="184"/>
                </a:cxn>
                <a:cxn ang="0">
                  <a:pos x="73" y="152"/>
                </a:cxn>
                <a:cxn ang="0">
                  <a:pos x="66" y="116"/>
                </a:cxn>
                <a:cxn ang="0">
                  <a:pos x="34" y="136"/>
                </a:cxn>
                <a:cxn ang="0">
                  <a:pos x="16" y="111"/>
                </a:cxn>
                <a:cxn ang="0">
                  <a:pos x="17" y="49"/>
                </a:cxn>
                <a:cxn ang="0">
                  <a:pos x="4" y="21"/>
                </a:cxn>
                <a:cxn ang="0">
                  <a:pos x="21" y="23"/>
                </a:cxn>
                <a:cxn ang="0">
                  <a:pos x="34" y="29"/>
                </a:cxn>
                <a:cxn ang="0">
                  <a:pos x="53" y="35"/>
                </a:cxn>
                <a:cxn ang="0">
                  <a:pos x="62" y="15"/>
                </a:cxn>
              </a:cxnLst>
              <a:rect l="0" t="0" r="r" b="b"/>
              <a:pathLst>
                <a:path w="438" h="349">
                  <a:moveTo>
                    <a:pt x="64" y="5"/>
                  </a:moveTo>
                  <a:cubicBezTo>
                    <a:pt x="66" y="5"/>
                    <a:pt x="67" y="5"/>
                    <a:pt x="69" y="5"/>
                  </a:cubicBezTo>
                  <a:cubicBezTo>
                    <a:pt x="77" y="5"/>
                    <a:pt x="81" y="3"/>
                    <a:pt x="88" y="1"/>
                  </a:cubicBezTo>
                  <a:cubicBezTo>
                    <a:pt x="94" y="0"/>
                    <a:pt x="97" y="1"/>
                    <a:pt x="103" y="0"/>
                  </a:cubicBezTo>
                  <a:cubicBezTo>
                    <a:pt x="104" y="3"/>
                    <a:pt x="105" y="5"/>
                    <a:pt x="105" y="8"/>
                  </a:cubicBezTo>
                  <a:cubicBezTo>
                    <a:pt x="105" y="23"/>
                    <a:pt x="105" y="23"/>
                    <a:pt x="105" y="23"/>
                  </a:cubicBezTo>
                  <a:cubicBezTo>
                    <a:pt x="105" y="24"/>
                    <a:pt x="105" y="25"/>
                    <a:pt x="105" y="26"/>
                  </a:cubicBezTo>
                  <a:cubicBezTo>
                    <a:pt x="106" y="31"/>
                    <a:pt x="108" y="33"/>
                    <a:pt x="110" y="36"/>
                  </a:cubicBezTo>
                  <a:cubicBezTo>
                    <a:pt x="111" y="40"/>
                    <a:pt x="112" y="42"/>
                    <a:pt x="114" y="45"/>
                  </a:cubicBezTo>
                  <a:cubicBezTo>
                    <a:pt x="117" y="49"/>
                    <a:pt x="120" y="49"/>
                    <a:pt x="124" y="52"/>
                  </a:cubicBezTo>
                  <a:cubicBezTo>
                    <a:pt x="128" y="55"/>
                    <a:pt x="131" y="58"/>
                    <a:pt x="137" y="58"/>
                  </a:cubicBezTo>
                  <a:cubicBezTo>
                    <a:pt x="142" y="58"/>
                    <a:pt x="144" y="55"/>
                    <a:pt x="149" y="55"/>
                  </a:cubicBezTo>
                  <a:cubicBezTo>
                    <a:pt x="154" y="55"/>
                    <a:pt x="155" y="62"/>
                    <a:pt x="160" y="62"/>
                  </a:cubicBezTo>
                  <a:cubicBezTo>
                    <a:pt x="162" y="62"/>
                    <a:pt x="163" y="61"/>
                    <a:pt x="165" y="60"/>
                  </a:cubicBezTo>
                  <a:cubicBezTo>
                    <a:pt x="172" y="58"/>
                    <a:pt x="176" y="57"/>
                    <a:pt x="183" y="55"/>
                  </a:cubicBezTo>
                  <a:cubicBezTo>
                    <a:pt x="185" y="59"/>
                    <a:pt x="185" y="62"/>
                    <a:pt x="186" y="65"/>
                  </a:cubicBezTo>
                  <a:cubicBezTo>
                    <a:pt x="188" y="69"/>
                    <a:pt x="190" y="69"/>
                    <a:pt x="193" y="71"/>
                  </a:cubicBezTo>
                  <a:cubicBezTo>
                    <a:pt x="197" y="73"/>
                    <a:pt x="200" y="76"/>
                    <a:pt x="204" y="76"/>
                  </a:cubicBezTo>
                  <a:cubicBezTo>
                    <a:pt x="209" y="76"/>
                    <a:pt x="212" y="73"/>
                    <a:pt x="215" y="71"/>
                  </a:cubicBezTo>
                  <a:cubicBezTo>
                    <a:pt x="217" y="70"/>
                    <a:pt x="218" y="67"/>
                    <a:pt x="220" y="67"/>
                  </a:cubicBezTo>
                  <a:cubicBezTo>
                    <a:pt x="224" y="67"/>
                    <a:pt x="225" y="71"/>
                    <a:pt x="227" y="72"/>
                  </a:cubicBezTo>
                  <a:cubicBezTo>
                    <a:pt x="229" y="74"/>
                    <a:pt x="231" y="75"/>
                    <a:pt x="233" y="76"/>
                  </a:cubicBezTo>
                  <a:cubicBezTo>
                    <a:pt x="235" y="77"/>
                    <a:pt x="237" y="78"/>
                    <a:pt x="239" y="79"/>
                  </a:cubicBezTo>
                  <a:cubicBezTo>
                    <a:pt x="241" y="80"/>
                    <a:pt x="243" y="81"/>
                    <a:pt x="243" y="82"/>
                  </a:cubicBezTo>
                  <a:cubicBezTo>
                    <a:pt x="243" y="86"/>
                    <a:pt x="240" y="87"/>
                    <a:pt x="239" y="90"/>
                  </a:cubicBezTo>
                  <a:cubicBezTo>
                    <a:pt x="238" y="93"/>
                    <a:pt x="238" y="95"/>
                    <a:pt x="238" y="98"/>
                  </a:cubicBezTo>
                  <a:cubicBezTo>
                    <a:pt x="238" y="103"/>
                    <a:pt x="242" y="106"/>
                    <a:pt x="243" y="111"/>
                  </a:cubicBezTo>
                  <a:cubicBezTo>
                    <a:pt x="244" y="114"/>
                    <a:pt x="246" y="117"/>
                    <a:pt x="249" y="117"/>
                  </a:cubicBezTo>
                  <a:cubicBezTo>
                    <a:pt x="258" y="116"/>
                    <a:pt x="258" y="116"/>
                    <a:pt x="258" y="116"/>
                  </a:cubicBezTo>
                  <a:cubicBezTo>
                    <a:pt x="260" y="117"/>
                    <a:pt x="261" y="117"/>
                    <a:pt x="262" y="118"/>
                  </a:cubicBezTo>
                  <a:cubicBezTo>
                    <a:pt x="264" y="120"/>
                    <a:pt x="264" y="123"/>
                    <a:pt x="264" y="126"/>
                  </a:cubicBezTo>
                  <a:cubicBezTo>
                    <a:pt x="265" y="130"/>
                    <a:pt x="266" y="132"/>
                    <a:pt x="267" y="136"/>
                  </a:cubicBezTo>
                  <a:cubicBezTo>
                    <a:pt x="269" y="143"/>
                    <a:pt x="272" y="146"/>
                    <a:pt x="278" y="148"/>
                  </a:cubicBezTo>
                  <a:cubicBezTo>
                    <a:pt x="281" y="150"/>
                    <a:pt x="283" y="151"/>
                    <a:pt x="286" y="151"/>
                  </a:cubicBezTo>
                  <a:cubicBezTo>
                    <a:pt x="293" y="151"/>
                    <a:pt x="295" y="142"/>
                    <a:pt x="296" y="135"/>
                  </a:cubicBezTo>
                  <a:cubicBezTo>
                    <a:pt x="296" y="133"/>
                    <a:pt x="294" y="131"/>
                    <a:pt x="296" y="129"/>
                  </a:cubicBezTo>
                  <a:cubicBezTo>
                    <a:pt x="297" y="128"/>
                    <a:pt x="298" y="128"/>
                    <a:pt x="300" y="127"/>
                  </a:cubicBezTo>
                  <a:cubicBezTo>
                    <a:pt x="302" y="126"/>
                    <a:pt x="303" y="125"/>
                    <a:pt x="306" y="125"/>
                  </a:cubicBezTo>
                  <a:cubicBezTo>
                    <a:pt x="310" y="137"/>
                    <a:pt x="308" y="144"/>
                    <a:pt x="310" y="156"/>
                  </a:cubicBezTo>
                  <a:cubicBezTo>
                    <a:pt x="311" y="161"/>
                    <a:pt x="313" y="163"/>
                    <a:pt x="316" y="167"/>
                  </a:cubicBezTo>
                  <a:cubicBezTo>
                    <a:pt x="314" y="166"/>
                    <a:pt x="314" y="166"/>
                    <a:pt x="314" y="166"/>
                  </a:cubicBezTo>
                  <a:cubicBezTo>
                    <a:pt x="318" y="170"/>
                    <a:pt x="321" y="170"/>
                    <a:pt x="324" y="174"/>
                  </a:cubicBezTo>
                  <a:cubicBezTo>
                    <a:pt x="327" y="178"/>
                    <a:pt x="329" y="182"/>
                    <a:pt x="335" y="182"/>
                  </a:cubicBezTo>
                  <a:cubicBezTo>
                    <a:pt x="337" y="182"/>
                    <a:pt x="339" y="183"/>
                    <a:pt x="340" y="181"/>
                  </a:cubicBezTo>
                  <a:cubicBezTo>
                    <a:pt x="342" y="178"/>
                    <a:pt x="342" y="175"/>
                    <a:pt x="342" y="171"/>
                  </a:cubicBezTo>
                  <a:cubicBezTo>
                    <a:pt x="342" y="170"/>
                    <a:pt x="342" y="168"/>
                    <a:pt x="343" y="167"/>
                  </a:cubicBezTo>
                  <a:cubicBezTo>
                    <a:pt x="344" y="166"/>
                    <a:pt x="345" y="167"/>
                    <a:pt x="347" y="166"/>
                  </a:cubicBezTo>
                  <a:cubicBezTo>
                    <a:pt x="348" y="166"/>
                    <a:pt x="349" y="165"/>
                    <a:pt x="351" y="164"/>
                  </a:cubicBezTo>
                  <a:cubicBezTo>
                    <a:pt x="357" y="162"/>
                    <a:pt x="361" y="163"/>
                    <a:pt x="366" y="160"/>
                  </a:cubicBezTo>
                  <a:cubicBezTo>
                    <a:pt x="371" y="158"/>
                    <a:pt x="373" y="155"/>
                    <a:pt x="377" y="155"/>
                  </a:cubicBezTo>
                  <a:cubicBezTo>
                    <a:pt x="380" y="155"/>
                    <a:pt x="382" y="156"/>
                    <a:pt x="384" y="156"/>
                  </a:cubicBezTo>
                  <a:cubicBezTo>
                    <a:pt x="388" y="156"/>
                    <a:pt x="389" y="154"/>
                    <a:pt x="393" y="154"/>
                  </a:cubicBezTo>
                  <a:cubicBezTo>
                    <a:pt x="396" y="154"/>
                    <a:pt x="396" y="157"/>
                    <a:pt x="397" y="159"/>
                  </a:cubicBezTo>
                  <a:cubicBezTo>
                    <a:pt x="399" y="162"/>
                    <a:pt x="400" y="163"/>
                    <a:pt x="402" y="165"/>
                  </a:cubicBezTo>
                  <a:cubicBezTo>
                    <a:pt x="402" y="166"/>
                    <a:pt x="402" y="167"/>
                    <a:pt x="402" y="167"/>
                  </a:cubicBezTo>
                  <a:cubicBezTo>
                    <a:pt x="403" y="169"/>
                    <a:pt x="405" y="170"/>
                    <a:pt x="406" y="171"/>
                  </a:cubicBezTo>
                  <a:cubicBezTo>
                    <a:pt x="409" y="174"/>
                    <a:pt x="411" y="175"/>
                    <a:pt x="414" y="178"/>
                  </a:cubicBezTo>
                  <a:cubicBezTo>
                    <a:pt x="422" y="185"/>
                    <a:pt x="429" y="187"/>
                    <a:pt x="438" y="193"/>
                  </a:cubicBezTo>
                  <a:cubicBezTo>
                    <a:pt x="438" y="193"/>
                    <a:pt x="438" y="193"/>
                    <a:pt x="438" y="193"/>
                  </a:cubicBezTo>
                  <a:cubicBezTo>
                    <a:pt x="438" y="196"/>
                    <a:pt x="438" y="196"/>
                    <a:pt x="438" y="196"/>
                  </a:cubicBezTo>
                  <a:cubicBezTo>
                    <a:pt x="438" y="206"/>
                    <a:pt x="437" y="216"/>
                    <a:pt x="428" y="219"/>
                  </a:cubicBezTo>
                  <a:cubicBezTo>
                    <a:pt x="423" y="221"/>
                    <a:pt x="420" y="224"/>
                    <a:pt x="415" y="226"/>
                  </a:cubicBezTo>
                  <a:cubicBezTo>
                    <a:pt x="412" y="228"/>
                    <a:pt x="409" y="227"/>
                    <a:pt x="407" y="230"/>
                  </a:cubicBezTo>
                  <a:cubicBezTo>
                    <a:pt x="406" y="232"/>
                    <a:pt x="406" y="234"/>
                    <a:pt x="406" y="236"/>
                  </a:cubicBezTo>
                  <a:cubicBezTo>
                    <a:pt x="406" y="240"/>
                    <a:pt x="407" y="240"/>
                    <a:pt x="407" y="244"/>
                  </a:cubicBezTo>
                  <a:cubicBezTo>
                    <a:pt x="407" y="244"/>
                    <a:pt x="407" y="244"/>
                    <a:pt x="407" y="244"/>
                  </a:cubicBezTo>
                  <a:cubicBezTo>
                    <a:pt x="400" y="242"/>
                    <a:pt x="398" y="236"/>
                    <a:pt x="395" y="230"/>
                  </a:cubicBezTo>
                  <a:cubicBezTo>
                    <a:pt x="395" y="228"/>
                    <a:pt x="393" y="228"/>
                    <a:pt x="393" y="226"/>
                  </a:cubicBezTo>
                  <a:cubicBezTo>
                    <a:pt x="393" y="216"/>
                    <a:pt x="393" y="216"/>
                    <a:pt x="393" y="216"/>
                  </a:cubicBezTo>
                  <a:cubicBezTo>
                    <a:pt x="393" y="216"/>
                    <a:pt x="392" y="215"/>
                    <a:pt x="391" y="215"/>
                  </a:cubicBezTo>
                  <a:cubicBezTo>
                    <a:pt x="387" y="215"/>
                    <a:pt x="385" y="218"/>
                    <a:pt x="381" y="219"/>
                  </a:cubicBezTo>
                  <a:cubicBezTo>
                    <a:pt x="379" y="220"/>
                    <a:pt x="377" y="220"/>
                    <a:pt x="375" y="221"/>
                  </a:cubicBezTo>
                  <a:cubicBezTo>
                    <a:pt x="375" y="222"/>
                    <a:pt x="375" y="223"/>
                    <a:pt x="375" y="223"/>
                  </a:cubicBezTo>
                  <a:cubicBezTo>
                    <a:pt x="373" y="227"/>
                    <a:pt x="373" y="230"/>
                    <a:pt x="372" y="234"/>
                  </a:cubicBezTo>
                  <a:cubicBezTo>
                    <a:pt x="372" y="240"/>
                    <a:pt x="371" y="244"/>
                    <a:pt x="371" y="249"/>
                  </a:cubicBezTo>
                  <a:cubicBezTo>
                    <a:pt x="367" y="249"/>
                    <a:pt x="366" y="248"/>
                    <a:pt x="362" y="249"/>
                  </a:cubicBezTo>
                  <a:cubicBezTo>
                    <a:pt x="358" y="250"/>
                    <a:pt x="357" y="254"/>
                    <a:pt x="354" y="258"/>
                  </a:cubicBezTo>
                  <a:cubicBezTo>
                    <a:pt x="351" y="261"/>
                    <a:pt x="349" y="262"/>
                    <a:pt x="346" y="265"/>
                  </a:cubicBezTo>
                  <a:cubicBezTo>
                    <a:pt x="342" y="268"/>
                    <a:pt x="339" y="269"/>
                    <a:pt x="334" y="271"/>
                  </a:cubicBezTo>
                  <a:cubicBezTo>
                    <a:pt x="332" y="272"/>
                    <a:pt x="331" y="274"/>
                    <a:pt x="329" y="275"/>
                  </a:cubicBezTo>
                  <a:cubicBezTo>
                    <a:pt x="325" y="278"/>
                    <a:pt x="321" y="278"/>
                    <a:pt x="316" y="278"/>
                  </a:cubicBezTo>
                  <a:cubicBezTo>
                    <a:pt x="310" y="278"/>
                    <a:pt x="307" y="275"/>
                    <a:pt x="301" y="272"/>
                  </a:cubicBezTo>
                  <a:cubicBezTo>
                    <a:pt x="300" y="272"/>
                    <a:pt x="298" y="271"/>
                    <a:pt x="297" y="270"/>
                  </a:cubicBezTo>
                  <a:cubicBezTo>
                    <a:pt x="299" y="277"/>
                    <a:pt x="302" y="280"/>
                    <a:pt x="304" y="287"/>
                  </a:cubicBezTo>
                  <a:cubicBezTo>
                    <a:pt x="305" y="292"/>
                    <a:pt x="307" y="296"/>
                    <a:pt x="311" y="299"/>
                  </a:cubicBezTo>
                  <a:cubicBezTo>
                    <a:pt x="304" y="304"/>
                    <a:pt x="300" y="305"/>
                    <a:pt x="292" y="307"/>
                  </a:cubicBezTo>
                  <a:cubicBezTo>
                    <a:pt x="291" y="308"/>
                    <a:pt x="290" y="308"/>
                    <a:pt x="289" y="308"/>
                  </a:cubicBezTo>
                  <a:cubicBezTo>
                    <a:pt x="280" y="310"/>
                    <a:pt x="274" y="311"/>
                    <a:pt x="265" y="311"/>
                  </a:cubicBezTo>
                  <a:cubicBezTo>
                    <a:pt x="258" y="311"/>
                    <a:pt x="253" y="310"/>
                    <a:pt x="248" y="305"/>
                  </a:cubicBezTo>
                  <a:cubicBezTo>
                    <a:pt x="245" y="301"/>
                    <a:pt x="242" y="297"/>
                    <a:pt x="237" y="294"/>
                  </a:cubicBezTo>
                  <a:cubicBezTo>
                    <a:pt x="236" y="294"/>
                    <a:pt x="235" y="292"/>
                    <a:pt x="233" y="292"/>
                  </a:cubicBezTo>
                  <a:cubicBezTo>
                    <a:pt x="231" y="292"/>
                    <a:pt x="230" y="295"/>
                    <a:pt x="229" y="297"/>
                  </a:cubicBezTo>
                  <a:cubicBezTo>
                    <a:pt x="227" y="301"/>
                    <a:pt x="226" y="303"/>
                    <a:pt x="224" y="307"/>
                  </a:cubicBezTo>
                  <a:cubicBezTo>
                    <a:pt x="220" y="315"/>
                    <a:pt x="215" y="318"/>
                    <a:pt x="211" y="325"/>
                  </a:cubicBezTo>
                  <a:cubicBezTo>
                    <a:pt x="206" y="334"/>
                    <a:pt x="204" y="340"/>
                    <a:pt x="195" y="345"/>
                  </a:cubicBezTo>
                  <a:cubicBezTo>
                    <a:pt x="192" y="347"/>
                    <a:pt x="190" y="348"/>
                    <a:pt x="186" y="348"/>
                  </a:cubicBezTo>
                  <a:cubicBezTo>
                    <a:pt x="185" y="349"/>
                    <a:pt x="184" y="348"/>
                    <a:pt x="182" y="348"/>
                  </a:cubicBezTo>
                  <a:cubicBezTo>
                    <a:pt x="181" y="349"/>
                    <a:pt x="181" y="349"/>
                    <a:pt x="180" y="349"/>
                  </a:cubicBezTo>
                  <a:cubicBezTo>
                    <a:pt x="180" y="349"/>
                    <a:pt x="180" y="349"/>
                    <a:pt x="180" y="349"/>
                  </a:cubicBezTo>
                  <a:cubicBezTo>
                    <a:pt x="180" y="344"/>
                    <a:pt x="180" y="344"/>
                    <a:pt x="180" y="344"/>
                  </a:cubicBezTo>
                  <a:cubicBezTo>
                    <a:pt x="184" y="329"/>
                    <a:pt x="184" y="329"/>
                    <a:pt x="184" y="329"/>
                  </a:cubicBezTo>
                  <a:cubicBezTo>
                    <a:pt x="183" y="321"/>
                    <a:pt x="179" y="317"/>
                    <a:pt x="176" y="310"/>
                  </a:cubicBezTo>
                  <a:cubicBezTo>
                    <a:pt x="173" y="304"/>
                    <a:pt x="172" y="301"/>
                    <a:pt x="169" y="295"/>
                  </a:cubicBezTo>
                  <a:cubicBezTo>
                    <a:pt x="167" y="293"/>
                    <a:pt x="165" y="291"/>
                    <a:pt x="165" y="288"/>
                  </a:cubicBezTo>
                  <a:cubicBezTo>
                    <a:pt x="165" y="286"/>
                    <a:pt x="166" y="285"/>
                    <a:pt x="167" y="282"/>
                  </a:cubicBezTo>
                  <a:cubicBezTo>
                    <a:pt x="144" y="228"/>
                    <a:pt x="144" y="228"/>
                    <a:pt x="144" y="228"/>
                  </a:cubicBezTo>
                  <a:cubicBezTo>
                    <a:pt x="144" y="217"/>
                    <a:pt x="144" y="217"/>
                    <a:pt x="144" y="217"/>
                  </a:cubicBezTo>
                  <a:cubicBezTo>
                    <a:pt x="141" y="207"/>
                    <a:pt x="141" y="207"/>
                    <a:pt x="141" y="207"/>
                  </a:cubicBezTo>
                  <a:cubicBezTo>
                    <a:pt x="138" y="211"/>
                    <a:pt x="136" y="213"/>
                    <a:pt x="134" y="217"/>
                  </a:cubicBezTo>
                  <a:cubicBezTo>
                    <a:pt x="132" y="220"/>
                    <a:pt x="133" y="223"/>
                    <a:pt x="130" y="224"/>
                  </a:cubicBezTo>
                  <a:cubicBezTo>
                    <a:pt x="130" y="225"/>
                    <a:pt x="129" y="224"/>
                    <a:pt x="128" y="224"/>
                  </a:cubicBezTo>
                  <a:cubicBezTo>
                    <a:pt x="126" y="220"/>
                    <a:pt x="127" y="217"/>
                    <a:pt x="125" y="212"/>
                  </a:cubicBezTo>
                  <a:cubicBezTo>
                    <a:pt x="123" y="208"/>
                    <a:pt x="119" y="207"/>
                    <a:pt x="115" y="205"/>
                  </a:cubicBezTo>
                  <a:cubicBezTo>
                    <a:pt x="110" y="202"/>
                    <a:pt x="107" y="200"/>
                    <a:pt x="104" y="195"/>
                  </a:cubicBezTo>
                  <a:cubicBezTo>
                    <a:pt x="103" y="193"/>
                    <a:pt x="103" y="192"/>
                    <a:pt x="101" y="189"/>
                  </a:cubicBezTo>
                  <a:cubicBezTo>
                    <a:pt x="100" y="187"/>
                    <a:pt x="98" y="186"/>
                    <a:pt x="96" y="183"/>
                  </a:cubicBezTo>
                  <a:cubicBezTo>
                    <a:pt x="95" y="187"/>
                    <a:pt x="93" y="191"/>
                    <a:pt x="90" y="193"/>
                  </a:cubicBezTo>
                  <a:cubicBezTo>
                    <a:pt x="90" y="193"/>
                    <a:pt x="90" y="193"/>
                    <a:pt x="90" y="193"/>
                  </a:cubicBezTo>
                  <a:cubicBezTo>
                    <a:pt x="87" y="191"/>
                    <a:pt x="85" y="190"/>
                    <a:pt x="82" y="188"/>
                  </a:cubicBezTo>
                  <a:cubicBezTo>
                    <a:pt x="80" y="187"/>
                    <a:pt x="77" y="187"/>
                    <a:pt x="77" y="184"/>
                  </a:cubicBezTo>
                  <a:cubicBezTo>
                    <a:pt x="77" y="178"/>
                    <a:pt x="82" y="175"/>
                    <a:pt x="84" y="168"/>
                  </a:cubicBezTo>
                  <a:cubicBezTo>
                    <a:pt x="83" y="166"/>
                    <a:pt x="83" y="165"/>
                    <a:pt x="81" y="162"/>
                  </a:cubicBezTo>
                  <a:cubicBezTo>
                    <a:pt x="79" y="158"/>
                    <a:pt x="76" y="157"/>
                    <a:pt x="73" y="152"/>
                  </a:cubicBezTo>
                  <a:cubicBezTo>
                    <a:pt x="72" y="149"/>
                    <a:pt x="72" y="147"/>
                    <a:pt x="71" y="143"/>
                  </a:cubicBezTo>
                  <a:cubicBezTo>
                    <a:pt x="69" y="137"/>
                    <a:pt x="69" y="133"/>
                    <a:pt x="68" y="127"/>
                  </a:cubicBezTo>
                  <a:cubicBezTo>
                    <a:pt x="68" y="123"/>
                    <a:pt x="68" y="119"/>
                    <a:pt x="66" y="116"/>
                  </a:cubicBezTo>
                  <a:cubicBezTo>
                    <a:pt x="60" y="118"/>
                    <a:pt x="56" y="121"/>
                    <a:pt x="51" y="124"/>
                  </a:cubicBezTo>
                  <a:cubicBezTo>
                    <a:pt x="48" y="127"/>
                    <a:pt x="46" y="128"/>
                    <a:pt x="43" y="130"/>
                  </a:cubicBezTo>
                  <a:cubicBezTo>
                    <a:pt x="40" y="133"/>
                    <a:pt x="38" y="136"/>
                    <a:pt x="34" y="136"/>
                  </a:cubicBezTo>
                  <a:cubicBezTo>
                    <a:pt x="30" y="136"/>
                    <a:pt x="29" y="131"/>
                    <a:pt x="28" y="127"/>
                  </a:cubicBezTo>
                  <a:cubicBezTo>
                    <a:pt x="27" y="124"/>
                    <a:pt x="26" y="122"/>
                    <a:pt x="23" y="119"/>
                  </a:cubicBezTo>
                  <a:cubicBezTo>
                    <a:pt x="21" y="116"/>
                    <a:pt x="18" y="115"/>
                    <a:pt x="16" y="111"/>
                  </a:cubicBezTo>
                  <a:cubicBezTo>
                    <a:pt x="14" y="108"/>
                    <a:pt x="14" y="105"/>
                    <a:pt x="14" y="100"/>
                  </a:cubicBezTo>
                  <a:cubicBezTo>
                    <a:pt x="14" y="85"/>
                    <a:pt x="23" y="77"/>
                    <a:pt x="23" y="62"/>
                  </a:cubicBezTo>
                  <a:cubicBezTo>
                    <a:pt x="23" y="56"/>
                    <a:pt x="21" y="52"/>
                    <a:pt x="17" y="49"/>
                  </a:cubicBezTo>
                  <a:cubicBezTo>
                    <a:pt x="12" y="44"/>
                    <a:pt x="7" y="44"/>
                    <a:pt x="0" y="43"/>
                  </a:cubicBezTo>
                  <a:cubicBezTo>
                    <a:pt x="1" y="39"/>
                    <a:pt x="3" y="37"/>
                    <a:pt x="4" y="33"/>
                  </a:cubicBezTo>
                  <a:cubicBezTo>
                    <a:pt x="5" y="28"/>
                    <a:pt x="4" y="26"/>
                    <a:pt x="4" y="21"/>
                  </a:cubicBezTo>
                  <a:cubicBezTo>
                    <a:pt x="7" y="21"/>
                    <a:pt x="9" y="22"/>
                    <a:pt x="10" y="20"/>
                  </a:cubicBezTo>
                  <a:cubicBezTo>
                    <a:pt x="11" y="19"/>
                    <a:pt x="12" y="18"/>
                    <a:pt x="13" y="16"/>
                  </a:cubicBezTo>
                  <a:cubicBezTo>
                    <a:pt x="16" y="19"/>
                    <a:pt x="18" y="20"/>
                    <a:pt x="21" y="23"/>
                  </a:cubicBezTo>
                  <a:cubicBezTo>
                    <a:pt x="22" y="24"/>
                    <a:pt x="23" y="25"/>
                    <a:pt x="24" y="27"/>
                  </a:cubicBezTo>
                  <a:cubicBezTo>
                    <a:pt x="25" y="29"/>
                    <a:pt x="26" y="31"/>
                    <a:pt x="28" y="31"/>
                  </a:cubicBezTo>
                  <a:cubicBezTo>
                    <a:pt x="31" y="31"/>
                    <a:pt x="32" y="29"/>
                    <a:pt x="34" y="29"/>
                  </a:cubicBezTo>
                  <a:cubicBezTo>
                    <a:pt x="42" y="29"/>
                    <a:pt x="42" y="41"/>
                    <a:pt x="50" y="41"/>
                  </a:cubicBezTo>
                  <a:cubicBezTo>
                    <a:pt x="53" y="41"/>
                    <a:pt x="53" y="41"/>
                    <a:pt x="53" y="41"/>
                  </a:cubicBezTo>
                  <a:cubicBezTo>
                    <a:pt x="53" y="35"/>
                    <a:pt x="53" y="35"/>
                    <a:pt x="53" y="35"/>
                  </a:cubicBezTo>
                  <a:cubicBezTo>
                    <a:pt x="51" y="26"/>
                    <a:pt x="51" y="26"/>
                    <a:pt x="51" y="26"/>
                  </a:cubicBezTo>
                  <a:cubicBezTo>
                    <a:pt x="51" y="22"/>
                    <a:pt x="52" y="18"/>
                    <a:pt x="56" y="16"/>
                  </a:cubicBezTo>
                  <a:cubicBezTo>
                    <a:pt x="58" y="16"/>
                    <a:pt x="60" y="17"/>
                    <a:pt x="62" y="15"/>
                  </a:cubicBezTo>
                  <a:cubicBezTo>
                    <a:pt x="63" y="15"/>
                    <a:pt x="62" y="13"/>
                    <a:pt x="63" y="11"/>
                  </a:cubicBezTo>
                  <a:cubicBezTo>
                    <a:pt x="63" y="10"/>
                    <a:pt x="63" y="6"/>
                    <a:pt x="64"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11"/>
            <p:cNvSpPr>
              <a:spLocks/>
            </p:cNvSpPr>
            <p:nvPr/>
          </p:nvSpPr>
          <p:spPr bwMode="auto">
            <a:xfrm>
              <a:off x="5789613" y="2162175"/>
              <a:ext cx="565150" cy="511175"/>
            </a:xfrm>
            <a:custGeom>
              <a:avLst/>
              <a:gdLst/>
              <a:ahLst/>
              <a:cxnLst>
                <a:cxn ang="0">
                  <a:pos x="306" y="171"/>
                </a:cxn>
                <a:cxn ang="0">
                  <a:pos x="280" y="191"/>
                </a:cxn>
                <a:cxn ang="0">
                  <a:pos x="259" y="207"/>
                </a:cxn>
                <a:cxn ang="0">
                  <a:pos x="252" y="222"/>
                </a:cxn>
                <a:cxn ang="0">
                  <a:pos x="236" y="226"/>
                </a:cxn>
                <a:cxn ang="0">
                  <a:pos x="219" y="228"/>
                </a:cxn>
                <a:cxn ang="0">
                  <a:pos x="200" y="229"/>
                </a:cxn>
                <a:cxn ang="0">
                  <a:pos x="179" y="243"/>
                </a:cxn>
                <a:cxn ang="0">
                  <a:pos x="161" y="250"/>
                </a:cxn>
                <a:cxn ang="0">
                  <a:pos x="153" y="259"/>
                </a:cxn>
                <a:cxn ang="0">
                  <a:pos x="144" y="271"/>
                </a:cxn>
                <a:cxn ang="0">
                  <a:pos x="136" y="273"/>
                </a:cxn>
                <a:cxn ang="0">
                  <a:pos x="112" y="286"/>
                </a:cxn>
                <a:cxn ang="0">
                  <a:pos x="116" y="278"/>
                </a:cxn>
                <a:cxn ang="0">
                  <a:pos x="130" y="270"/>
                </a:cxn>
                <a:cxn ang="0">
                  <a:pos x="132" y="254"/>
                </a:cxn>
                <a:cxn ang="0">
                  <a:pos x="119" y="248"/>
                </a:cxn>
                <a:cxn ang="0">
                  <a:pos x="122" y="233"/>
                </a:cxn>
                <a:cxn ang="0">
                  <a:pos x="127" y="229"/>
                </a:cxn>
                <a:cxn ang="0">
                  <a:pos x="142" y="212"/>
                </a:cxn>
                <a:cxn ang="0">
                  <a:pos x="156" y="188"/>
                </a:cxn>
                <a:cxn ang="0">
                  <a:pos x="150" y="175"/>
                </a:cxn>
                <a:cxn ang="0">
                  <a:pos x="145" y="170"/>
                </a:cxn>
                <a:cxn ang="0">
                  <a:pos x="129" y="166"/>
                </a:cxn>
                <a:cxn ang="0">
                  <a:pos x="107" y="155"/>
                </a:cxn>
                <a:cxn ang="0">
                  <a:pos x="94" y="173"/>
                </a:cxn>
                <a:cxn ang="0">
                  <a:pos x="83" y="184"/>
                </a:cxn>
                <a:cxn ang="0">
                  <a:pos x="74" y="204"/>
                </a:cxn>
                <a:cxn ang="0">
                  <a:pos x="48" y="213"/>
                </a:cxn>
                <a:cxn ang="0">
                  <a:pos x="44" y="215"/>
                </a:cxn>
                <a:cxn ang="0">
                  <a:pos x="27" y="187"/>
                </a:cxn>
                <a:cxn ang="0">
                  <a:pos x="11" y="180"/>
                </a:cxn>
                <a:cxn ang="0">
                  <a:pos x="0" y="166"/>
                </a:cxn>
                <a:cxn ang="0">
                  <a:pos x="6" y="149"/>
                </a:cxn>
                <a:cxn ang="0">
                  <a:pos x="10" y="145"/>
                </a:cxn>
                <a:cxn ang="0">
                  <a:pos x="18" y="134"/>
                </a:cxn>
                <a:cxn ang="0">
                  <a:pos x="23" y="106"/>
                </a:cxn>
                <a:cxn ang="0">
                  <a:pos x="19" y="79"/>
                </a:cxn>
                <a:cxn ang="0">
                  <a:pos x="22" y="71"/>
                </a:cxn>
                <a:cxn ang="0">
                  <a:pos x="31" y="79"/>
                </a:cxn>
                <a:cxn ang="0">
                  <a:pos x="43" y="88"/>
                </a:cxn>
                <a:cxn ang="0">
                  <a:pos x="62" y="106"/>
                </a:cxn>
                <a:cxn ang="0">
                  <a:pos x="70" y="96"/>
                </a:cxn>
                <a:cxn ang="0">
                  <a:pos x="77" y="85"/>
                </a:cxn>
                <a:cxn ang="0">
                  <a:pos x="89" y="82"/>
                </a:cxn>
                <a:cxn ang="0">
                  <a:pos x="119" y="67"/>
                </a:cxn>
                <a:cxn ang="0">
                  <a:pos x="133" y="66"/>
                </a:cxn>
                <a:cxn ang="0">
                  <a:pos x="152" y="52"/>
                </a:cxn>
                <a:cxn ang="0">
                  <a:pos x="167" y="47"/>
                </a:cxn>
                <a:cxn ang="0">
                  <a:pos x="196" y="38"/>
                </a:cxn>
                <a:cxn ang="0">
                  <a:pos x="215" y="24"/>
                </a:cxn>
                <a:cxn ang="0">
                  <a:pos x="222" y="10"/>
                </a:cxn>
                <a:cxn ang="0">
                  <a:pos x="233" y="6"/>
                </a:cxn>
                <a:cxn ang="0">
                  <a:pos x="247" y="22"/>
                </a:cxn>
                <a:cxn ang="0">
                  <a:pos x="260" y="41"/>
                </a:cxn>
                <a:cxn ang="0">
                  <a:pos x="266" y="34"/>
                </a:cxn>
                <a:cxn ang="0">
                  <a:pos x="276" y="34"/>
                </a:cxn>
                <a:cxn ang="0">
                  <a:pos x="299" y="99"/>
                </a:cxn>
                <a:cxn ang="0">
                  <a:pos x="301" y="112"/>
                </a:cxn>
                <a:cxn ang="0">
                  <a:pos x="316" y="146"/>
                </a:cxn>
                <a:cxn ang="0">
                  <a:pos x="312" y="166"/>
                </a:cxn>
              </a:cxnLst>
              <a:rect l="0" t="0" r="r" b="b"/>
              <a:pathLst>
                <a:path w="316" h="286">
                  <a:moveTo>
                    <a:pt x="312" y="166"/>
                  </a:moveTo>
                  <a:cubicBezTo>
                    <a:pt x="310" y="168"/>
                    <a:pt x="309" y="170"/>
                    <a:pt x="306" y="171"/>
                  </a:cubicBezTo>
                  <a:cubicBezTo>
                    <a:pt x="302" y="175"/>
                    <a:pt x="299" y="176"/>
                    <a:pt x="295" y="179"/>
                  </a:cubicBezTo>
                  <a:cubicBezTo>
                    <a:pt x="289" y="184"/>
                    <a:pt x="286" y="187"/>
                    <a:pt x="280" y="191"/>
                  </a:cubicBezTo>
                  <a:cubicBezTo>
                    <a:pt x="275" y="195"/>
                    <a:pt x="273" y="198"/>
                    <a:pt x="268" y="201"/>
                  </a:cubicBezTo>
                  <a:cubicBezTo>
                    <a:pt x="264" y="203"/>
                    <a:pt x="262" y="204"/>
                    <a:pt x="259" y="207"/>
                  </a:cubicBezTo>
                  <a:cubicBezTo>
                    <a:pt x="256" y="212"/>
                    <a:pt x="255" y="217"/>
                    <a:pt x="252" y="222"/>
                  </a:cubicBezTo>
                  <a:cubicBezTo>
                    <a:pt x="252" y="222"/>
                    <a:pt x="252" y="222"/>
                    <a:pt x="252" y="222"/>
                  </a:cubicBezTo>
                  <a:cubicBezTo>
                    <a:pt x="252" y="222"/>
                    <a:pt x="251" y="222"/>
                    <a:pt x="251" y="222"/>
                  </a:cubicBezTo>
                  <a:cubicBezTo>
                    <a:pt x="245" y="222"/>
                    <a:pt x="242" y="226"/>
                    <a:pt x="236" y="226"/>
                  </a:cubicBezTo>
                  <a:cubicBezTo>
                    <a:pt x="233" y="226"/>
                    <a:pt x="231" y="224"/>
                    <a:pt x="228" y="224"/>
                  </a:cubicBezTo>
                  <a:cubicBezTo>
                    <a:pt x="224" y="224"/>
                    <a:pt x="222" y="227"/>
                    <a:pt x="219" y="228"/>
                  </a:cubicBezTo>
                  <a:cubicBezTo>
                    <a:pt x="214" y="230"/>
                    <a:pt x="210" y="231"/>
                    <a:pt x="205" y="231"/>
                  </a:cubicBezTo>
                  <a:cubicBezTo>
                    <a:pt x="203" y="231"/>
                    <a:pt x="202" y="230"/>
                    <a:pt x="200" y="229"/>
                  </a:cubicBezTo>
                  <a:cubicBezTo>
                    <a:pt x="198" y="235"/>
                    <a:pt x="195" y="238"/>
                    <a:pt x="189" y="240"/>
                  </a:cubicBezTo>
                  <a:cubicBezTo>
                    <a:pt x="186" y="242"/>
                    <a:pt x="183" y="241"/>
                    <a:pt x="179" y="243"/>
                  </a:cubicBezTo>
                  <a:cubicBezTo>
                    <a:pt x="174" y="245"/>
                    <a:pt x="173" y="248"/>
                    <a:pt x="167" y="249"/>
                  </a:cubicBezTo>
                  <a:cubicBezTo>
                    <a:pt x="165" y="250"/>
                    <a:pt x="164" y="249"/>
                    <a:pt x="161" y="250"/>
                  </a:cubicBezTo>
                  <a:cubicBezTo>
                    <a:pt x="159" y="251"/>
                    <a:pt x="157" y="252"/>
                    <a:pt x="156" y="254"/>
                  </a:cubicBezTo>
                  <a:cubicBezTo>
                    <a:pt x="155" y="256"/>
                    <a:pt x="154" y="257"/>
                    <a:pt x="153" y="259"/>
                  </a:cubicBezTo>
                  <a:cubicBezTo>
                    <a:pt x="151" y="262"/>
                    <a:pt x="149" y="264"/>
                    <a:pt x="147" y="267"/>
                  </a:cubicBezTo>
                  <a:cubicBezTo>
                    <a:pt x="146" y="269"/>
                    <a:pt x="146" y="270"/>
                    <a:pt x="144" y="271"/>
                  </a:cubicBezTo>
                  <a:cubicBezTo>
                    <a:pt x="144" y="272"/>
                    <a:pt x="143" y="271"/>
                    <a:pt x="142" y="271"/>
                  </a:cubicBezTo>
                  <a:cubicBezTo>
                    <a:pt x="140" y="272"/>
                    <a:pt x="139" y="273"/>
                    <a:pt x="136" y="273"/>
                  </a:cubicBezTo>
                  <a:cubicBezTo>
                    <a:pt x="130" y="273"/>
                    <a:pt x="125" y="275"/>
                    <a:pt x="120" y="279"/>
                  </a:cubicBezTo>
                  <a:cubicBezTo>
                    <a:pt x="117" y="282"/>
                    <a:pt x="116" y="286"/>
                    <a:pt x="112" y="286"/>
                  </a:cubicBezTo>
                  <a:cubicBezTo>
                    <a:pt x="110" y="286"/>
                    <a:pt x="108" y="285"/>
                    <a:pt x="108" y="283"/>
                  </a:cubicBezTo>
                  <a:cubicBezTo>
                    <a:pt x="108" y="279"/>
                    <a:pt x="113" y="279"/>
                    <a:pt x="116" y="278"/>
                  </a:cubicBezTo>
                  <a:cubicBezTo>
                    <a:pt x="117" y="278"/>
                    <a:pt x="117" y="276"/>
                    <a:pt x="118" y="276"/>
                  </a:cubicBezTo>
                  <a:cubicBezTo>
                    <a:pt x="122" y="273"/>
                    <a:pt x="125" y="273"/>
                    <a:pt x="130" y="270"/>
                  </a:cubicBezTo>
                  <a:cubicBezTo>
                    <a:pt x="129" y="268"/>
                    <a:pt x="127" y="266"/>
                    <a:pt x="127" y="264"/>
                  </a:cubicBezTo>
                  <a:cubicBezTo>
                    <a:pt x="127" y="260"/>
                    <a:pt x="131" y="258"/>
                    <a:pt x="132" y="254"/>
                  </a:cubicBezTo>
                  <a:cubicBezTo>
                    <a:pt x="127" y="253"/>
                    <a:pt x="124" y="253"/>
                    <a:pt x="118" y="252"/>
                  </a:cubicBezTo>
                  <a:cubicBezTo>
                    <a:pt x="119" y="251"/>
                    <a:pt x="119" y="250"/>
                    <a:pt x="119" y="248"/>
                  </a:cubicBezTo>
                  <a:cubicBezTo>
                    <a:pt x="121" y="245"/>
                    <a:pt x="124" y="243"/>
                    <a:pt x="124" y="239"/>
                  </a:cubicBezTo>
                  <a:cubicBezTo>
                    <a:pt x="124" y="237"/>
                    <a:pt x="122" y="236"/>
                    <a:pt x="122" y="233"/>
                  </a:cubicBezTo>
                  <a:cubicBezTo>
                    <a:pt x="122" y="232"/>
                    <a:pt x="124" y="232"/>
                    <a:pt x="126" y="231"/>
                  </a:cubicBezTo>
                  <a:cubicBezTo>
                    <a:pt x="127" y="230"/>
                    <a:pt x="127" y="229"/>
                    <a:pt x="127" y="229"/>
                  </a:cubicBezTo>
                  <a:cubicBezTo>
                    <a:pt x="129" y="227"/>
                    <a:pt x="131" y="226"/>
                    <a:pt x="133" y="223"/>
                  </a:cubicBezTo>
                  <a:cubicBezTo>
                    <a:pt x="137" y="219"/>
                    <a:pt x="139" y="217"/>
                    <a:pt x="142" y="212"/>
                  </a:cubicBezTo>
                  <a:cubicBezTo>
                    <a:pt x="147" y="205"/>
                    <a:pt x="149" y="201"/>
                    <a:pt x="153" y="194"/>
                  </a:cubicBezTo>
                  <a:cubicBezTo>
                    <a:pt x="154" y="192"/>
                    <a:pt x="156" y="190"/>
                    <a:pt x="156" y="188"/>
                  </a:cubicBezTo>
                  <a:cubicBezTo>
                    <a:pt x="156" y="185"/>
                    <a:pt x="156" y="184"/>
                    <a:pt x="155" y="181"/>
                  </a:cubicBezTo>
                  <a:cubicBezTo>
                    <a:pt x="154" y="179"/>
                    <a:pt x="150" y="179"/>
                    <a:pt x="150" y="175"/>
                  </a:cubicBezTo>
                  <a:cubicBezTo>
                    <a:pt x="150" y="174"/>
                    <a:pt x="151" y="173"/>
                    <a:pt x="151" y="172"/>
                  </a:cubicBezTo>
                  <a:cubicBezTo>
                    <a:pt x="149" y="171"/>
                    <a:pt x="148" y="171"/>
                    <a:pt x="145" y="170"/>
                  </a:cubicBezTo>
                  <a:cubicBezTo>
                    <a:pt x="143" y="170"/>
                    <a:pt x="142" y="168"/>
                    <a:pt x="139" y="167"/>
                  </a:cubicBezTo>
                  <a:cubicBezTo>
                    <a:pt x="136" y="167"/>
                    <a:pt x="133" y="167"/>
                    <a:pt x="129" y="166"/>
                  </a:cubicBezTo>
                  <a:cubicBezTo>
                    <a:pt x="124" y="165"/>
                    <a:pt x="122" y="164"/>
                    <a:pt x="117" y="161"/>
                  </a:cubicBezTo>
                  <a:cubicBezTo>
                    <a:pt x="114" y="159"/>
                    <a:pt x="112" y="155"/>
                    <a:pt x="107" y="155"/>
                  </a:cubicBezTo>
                  <a:cubicBezTo>
                    <a:pt x="104" y="155"/>
                    <a:pt x="103" y="159"/>
                    <a:pt x="101" y="162"/>
                  </a:cubicBezTo>
                  <a:cubicBezTo>
                    <a:pt x="99" y="167"/>
                    <a:pt x="96" y="169"/>
                    <a:pt x="94" y="173"/>
                  </a:cubicBezTo>
                  <a:cubicBezTo>
                    <a:pt x="92" y="176"/>
                    <a:pt x="91" y="178"/>
                    <a:pt x="89" y="181"/>
                  </a:cubicBezTo>
                  <a:cubicBezTo>
                    <a:pt x="88" y="183"/>
                    <a:pt x="86" y="183"/>
                    <a:pt x="83" y="184"/>
                  </a:cubicBezTo>
                  <a:cubicBezTo>
                    <a:pt x="81" y="186"/>
                    <a:pt x="80" y="188"/>
                    <a:pt x="78" y="190"/>
                  </a:cubicBezTo>
                  <a:cubicBezTo>
                    <a:pt x="75" y="195"/>
                    <a:pt x="76" y="199"/>
                    <a:pt x="74" y="204"/>
                  </a:cubicBezTo>
                  <a:cubicBezTo>
                    <a:pt x="73" y="207"/>
                    <a:pt x="70" y="207"/>
                    <a:pt x="68" y="207"/>
                  </a:cubicBezTo>
                  <a:cubicBezTo>
                    <a:pt x="60" y="209"/>
                    <a:pt x="56" y="212"/>
                    <a:pt x="48" y="213"/>
                  </a:cubicBezTo>
                  <a:cubicBezTo>
                    <a:pt x="46" y="214"/>
                    <a:pt x="45" y="215"/>
                    <a:pt x="44" y="215"/>
                  </a:cubicBezTo>
                  <a:cubicBezTo>
                    <a:pt x="44" y="215"/>
                    <a:pt x="44" y="215"/>
                    <a:pt x="44" y="215"/>
                  </a:cubicBezTo>
                  <a:cubicBezTo>
                    <a:pt x="41" y="208"/>
                    <a:pt x="40" y="205"/>
                    <a:pt x="36" y="198"/>
                  </a:cubicBezTo>
                  <a:cubicBezTo>
                    <a:pt x="33" y="194"/>
                    <a:pt x="31" y="190"/>
                    <a:pt x="27" y="187"/>
                  </a:cubicBezTo>
                  <a:cubicBezTo>
                    <a:pt x="26" y="187"/>
                    <a:pt x="25" y="187"/>
                    <a:pt x="25" y="186"/>
                  </a:cubicBezTo>
                  <a:cubicBezTo>
                    <a:pt x="20" y="184"/>
                    <a:pt x="15" y="184"/>
                    <a:pt x="11" y="180"/>
                  </a:cubicBezTo>
                  <a:cubicBezTo>
                    <a:pt x="9" y="177"/>
                    <a:pt x="8" y="175"/>
                    <a:pt x="6" y="172"/>
                  </a:cubicBezTo>
                  <a:cubicBezTo>
                    <a:pt x="4" y="170"/>
                    <a:pt x="0" y="170"/>
                    <a:pt x="0" y="166"/>
                  </a:cubicBezTo>
                  <a:cubicBezTo>
                    <a:pt x="0" y="163"/>
                    <a:pt x="2" y="162"/>
                    <a:pt x="3" y="158"/>
                  </a:cubicBezTo>
                  <a:cubicBezTo>
                    <a:pt x="4" y="155"/>
                    <a:pt x="5" y="152"/>
                    <a:pt x="6" y="149"/>
                  </a:cubicBezTo>
                  <a:cubicBezTo>
                    <a:pt x="6" y="149"/>
                    <a:pt x="6" y="149"/>
                    <a:pt x="6" y="149"/>
                  </a:cubicBezTo>
                  <a:cubicBezTo>
                    <a:pt x="8" y="148"/>
                    <a:pt x="9" y="146"/>
                    <a:pt x="10" y="145"/>
                  </a:cubicBezTo>
                  <a:cubicBezTo>
                    <a:pt x="13" y="143"/>
                    <a:pt x="15" y="143"/>
                    <a:pt x="16" y="140"/>
                  </a:cubicBezTo>
                  <a:cubicBezTo>
                    <a:pt x="17" y="138"/>
                    <a:pt x="17" y="136"/>
                    <a:pt x="18" y="134"/>
                  </a:cubicBezTo>
                  <a:cubicBezTo>
                    <a:pt x="21" y="126"/>
                    <a:pt x="24" y="122"/>
                    <a:pt x="24" y="113"/>
                  </a:cubicBezTo>
                  <a:cubicBezTo>
                    <a:pt x="24" y="111"/>
                    <a:pt x="23" y="109"/>
                    <a:pt x="23" y="106"/>
                  </a:cubicBezTo>
                  <a:cubicBezTo>
                    <a:pt x="22" y="100"/>
                    <a:pt x="22" y="97"/>
                    <a:pt x="21" y="90"/>
                  </a:cubicBezTo>
                  <a:cubicBezTo>
                    <a:pt x="21" y="86"/>
                    <a:pt x="19" y="84"/>
                    <a:pt x="19" y="79"/>
                  </a:cubicBezTo>
                  <a:cubicBezTo>
                    <a:pt x="19" y="77"/>
                    <a:pt x="20" y="75"/>
                    <a:pt x="20" y="72"/>
                  </a:cubicBezTo>
                  <a:cubicBezTo>
                    <a:pt x="21" y="72"/>
                    <a:pt x="21" y="71"/>
                    <a:pt x="22" y="71"/>
                  </a:cubicBezTo>
                  <a:cubicBezTo>
                    <a:pt x="24" y="72"/>
                    <a:pt x="25" y="73"/>
                    <a:pt x="26" y="74"/>
                  </a:cubicBezTo>
                  <a:cubicBezTo>
                    <a:pt x="28" y="76"/>
                    <a:pt x="29" y="78"/>
                    <a:pt x="31" y="79"/>
                  </a:cubicBezTo>
                  <a:cubicBezTo>
                    <a:pt x="33" y="81"/>
                    <a:pt x="35" y="81"/>
                    <a:pt x="37" y="81"/>
                  </a:cubicBezTo>
                  <a:cubicBezTo>
                    <a:pt x="41" y="83"/>
                    <a:pt x="42" y="85"/>
                    <a:pt x="43" y="88"/>
                  </a:cubicBezTo>
                  <a:cubicBezTo>
                    <a:pt x="46" y="94"/>
                    <a:pt x="49" y="96"/>
                    <a:pt x="53" y="100"/>
                  </a:cubicBezTo>
                  <a:cubicBezTo>
                    <a:pt x="56" y="103"/>
                    <a:pt x="58" y="106"/>
                    <a:pt x="62" y="106"/>
                  </a:cubicBezTo>
                  <a:cubicBezTo>
                    <a:pt x="64" y="106"/>
                    <a:pt x="65" y="104"/>
                    <a:pt x="66" y="102"/>
                  </a:cubicBezTo>
                  <a:cubicBezTo>
                    <a:pt x="67" y="100"/>
                    <a:pt x="68" y="99"/>
                    <a:pt x="70" y="96"/>
                  </a:cubicBezTo>
                  <a:cubicBezTo>
                    <a:pt x="72" y="93"/>
                    <a:pt x="75" y="93"/>
                    <a:pt x="76" y="89"/>
                  </a:cubicBezTo>
                  <a:cubicBezTo>
                    <a:pt x="77" y="88"/>
                    <a:pt x="76" y="86"/>
                    <a:pt x="77" y="85"/>
                  </a:cubicBezTo>
                  <a:cubicBezTo>
                    <a:pt x="78" y="84"/>
                    <a:pt x="80" y="84"/>
                    <a:pt x="81" y="84"/>
                  </a:cubicBezTo>
                  <a:cubicBezTo>
                    <a:pt x="84" y="83"/>
                    <a:pt x="86" y="83"/>
                    <a:pt x="89" y="82"/>
                  </a:cubicBezTo>
                  <a:cubicBezTo>
                    <a:pt x="98" y="80"/>
                    <a:pt x="100" y="73"/>
                    <a:pt x="109" y="68"/>
                  </a:cubicBezTo>
                  <a:cubicBezTo>
                    <a:pt x="112" y="67"/>
                    <a:pt x="115" y="67"/>
                    <a:pt x="119" y="67"/>
                  </a:cubicBezTo>
                  <a:cubicBezTo>
                    <a:pt x="120" y="67"/>
                    <a:pt x="121" y="66"/>
                    <a:pt x="123" y="66"/>
                  </a:cubicBezTo>
                  <a:cubicBezTo>
                    <a:pt x="133" y="66"/>
                    <a:pt x="133" y="66"/>
                    <a:pt x="133" y="66"/>
                  </a:cubicBezTo>
                  <a:cubicBezTo>
                    <a:pt x="135" y="66"/>
                    <a:pt x="136" y="64"/>
                    <a:pt x="138" y="62"/>
                  </a:cubicBezTo>
                  <a:cubicBezTo>
                    <a:pt x="144" y="58"/>
                    <a:pt x="146" y="55"/>
                    <a:pt x="152" y="52"/>
                  </a:cubicBezTo>
                  <a:cubicBezTo>
                    <a:pt x="154" y="52"/>
                    <a:pt x="155" y="52"/>
                    <a:pt x="156" y="51"/>
                  </a:cubicBezTo>
                  <a:cubicBezTo>
                    <a:pt x="160" y="50"/>
                    <a:pt x="163" y="48"/>
                    <a:pt x="167" y="47"/>
                  </a:cubicBezTo>
                  <a:cubicBezTo>
                    <a:pt x="173" y="46"/>
                    <a:pt x="176" y="46"/>
                    <a:pt x="182" y="44"/>
                  </a:cubicBezTo>
                  <a:cubicBezTo>
                    <a:pt x="187" y="42"/>
                    <a:pt x="191" y="41"/>
                    <a:pt x="196" y="38"/>
                  </a:cubicBezTo>
                  <a:cubicBezTo>
                    <a:pt x="200" y="36"/>
                    <a:pt x="201" y="32"/>
                    <a:pt x="205" y="29"/>
                  </a:cubicBezTo>
                  <a:cubicBezTo>
                    <a:pt x="209" y="27"/>
                    <a:pt x="212" y="26"/>
                    <a:pt x="215" y="24"/>
                  </a:cubicBezTo>
                  <a:cubicBezTo>
                    <a:pt x="220" y="21"/>
                    <a:pt x="220" y="16"/>
                    <a:pt x="222" y="10"/>
                  </a:cubicBezTo>
                  <a:cubicBezTo>
                    <a:pt x="222" y="10"/>
                    <a:pt x="222" y="10"/>
                    <a:pt x="222" y="10"/>
                  </a:cubicBezTo>
                  <a:cubicBezTo>
                    <a:pt x="225" y="8"/>
                    <a:pt x="227" y="4"/>
                    <a:pt x="228" y="0"/>
                  </a:cubicBezTo>
                  <a:cubicBezTo>
                    <a:pt x="230" y="3"/>
                    <a:pt x="232" y="4"/>
                    <a:pt x="233" y="6"/>
                  </a:cubicBezTo>
                  <a:cubicBezTo>
                    <a:pt x="235" y="9"/>
                    <a:pt x="235" y="10"/>
                    <a:pt x="236" y="12"/>
                  </a:cubicBezTo>
                  <a:cubicBezTo>
                    <a:pt x="239" y="17"/>
                    <a:pt x="242" y="19"/>
                    <a:pt x="247" y="22"/>
                  </a:cubicBezTo>
                  <a:cubicBezTo>
                    <a:pt x="251" y="24"/>
                    <a:pt x="255" y="25"/>
                    <a:pt x="257" y="29"/>
                  </a:cubicBezTo>
                  <a:cubicBezTo>
                    <a:pt x="259" y="34"/>
                    <a:pt x="258" y="37"/>
                    <a:pt x="260" y="41"/>
                  </a:cubicBezTo>
                  <a:cubicBezTo>
                    <a:pt x="261" y="41"/>
                    <a:pt x="262" y="42"/>
                    <a:pt x="262" y="41"/>
                  </a:cubicBezTo>
                  <a:cubicBezTo>
                    <a:pt x="265" y="40"/>
                    <a:pt x="264" y="37"/>
                    <a:pt x="266" y="34"/>
                  </a:cubicBezTo>
                  <a:cubicBezTo>
                    <a:pt x="268" y="30"/>
                    <a:pt x="270" y="28"/>
                    <a:pt x="273" y="24"/>
                  </a:cubicBezTo>
                  <a:cubicBezTo>
                    <a:pt x="276" y="34"/>
                    <a:pt x="276" y="34"/>
                    <a:pt x="276" y="34"/>
                  </a:cubicBezTo>
                  <a:cubicBezTo>
                    <a:pt x="276" y="45"/>
                    <a:pt x="276" y="45"/>
                    <a:pt x="276" y="45"/>
                  </a:cubicBezTo>
                  <a:cubicBezTo>
                    <a:pt x="299" y="99"/>
                    <a:pt x="299" y="99"/>
                    <a:pt x="299" y="99"/>
                  </a:cubicBezTo>
                  <a:cubicBezTo>
                    <a:pt x="298" y="102"/>
                    <a:pt x="297" y="103"/>
                    <a:pt x="297" y="105"/>
                  </a:cubicBezTo>
                  <a:cubicBezTo>
                    <a:pt x="297" y="108"/>
                    <a:pt x="299" y="110"/>
                    <a:pt x="301" y="112"/>
                  </a:cubicBezTo>
                  <a:cubicBezTo>
                    <a:pt x="304" y="118"/>
                    <a:pt x="305" y="121"/>
                    <a:pt x="308" y="127"/>
                  </a:cubicBezTo>
                  <a:cubicBezTo>
                    <a:pt x="311" y="134"/>
                    <a:pt x="315" y="138"/>
                    <a:pt x="316" y="146"/>
                  </a:cubicBezTo>
                  <a:cubicBezTo>
                    <a:pt x="312" y="161"/>
                    <a:pt x="312" y="161"/>
                    <a:pt x="312" y="161"/>
                  </a:cubicBezTo>
                  <a:cubicBezTo>
                    <a:pt x="312" y="166"/>
                    <a:pt x="312" y="166"/>
                    <a:pt x="312" y="1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2"/>
            <p:cNvSpPr>
              <a:spLocks noEditPoints="1"/>
            </p:cNvSpPr>
            <p:nvPr/>
          </p:nvSpPr>
          <p:spPr bwMode="auto">
            <a:xfrm>
              <a:off x="5343526" y="2266950"/>
              <a:ext cx="523875" cy="693738"/>
            </a:xfrm>
            <a:custGeom>
              <a:avLst/>
              <a:gdLst/>
              <a:ahLst/>
              <a:cxnLst>
                <a:cxn ang="0">
                  <a:pos x="280" y="165"/>
                </a:cxn>
                <a:cxn ang="0">
                  <a:pos x="268" y="187"/>
                </a:cxn>
                <a:cxn ang="0">
                  <a:pos x="248" y="204"/>
                </a:cxn>
                <a:cxn ang="0">
                  <a:pos x="211" y="202"/>
                </a:cxn>
                <a:cxn ang="0">
                  <a:pos x="193" y="177"/>
                </a:cxn>
                <a:cxn ang="0">
                  <a:pos x="187" y="163"/>
                </a:cxn>
                <a:cxn ang="0">
                  <a:pos x="185" y="145"/>
                </a:cxn>
                <a:cxn ang="0">
                  <a:pos x="171" y="133"/>
                </a:cxn>
                <a:cxn ang="0">
                  <a:pos x="160" y="114"/>
                </a:cxn>
                <a:cxn ang="0">
                  <a:pos x="143" y="101"/>
                </a:cxn>
                <a:cxn ang="0">
                  <a:pos x="117" y="125"/>
                </a:cxn>
                <a:cxn ang="0">
                  <a:pos x="112" y="141"/>
                </a:cxn>
                <a:cxn ang="0">
                  <a:pos x="108" y="165"/>
                </a:cxn>
                <a:cxn ang="0">
                  <a:pos x="110" y="183"/>
                </a:cxn>
                <a:cxn ang="0">
                  <a:pos x="123" y="191"/>
                </a:cxn>
                <a:cxn ang="0">
                  <a:pos x="141" y="183"/>
                </a:cxn>
                <a:cxn ang="0">
                  <a:pos x="156" y="204"/>
                </a:cxn>
                <a:cxn ang="0">
                  <a:pos x="155" y="234"/>
                </a:cxn>
                <a:cxn ang="0">
                  <a:pos x="191" y="239"/>
                </a:cxn>
                <a:cxn ang="0">
                  <a:pos x="200" y="258"/>
                </a:cxn>
                <a:cxn ang="0">
                  <a:pos x="196" y="269"/>
                </a:cxn>
                <a:cxn ang="0">
                  <a:pos x="162" y="291"/>
                </a:cxn>
                <a:cxn ang="0">
                  <a:pos x="126" y="311"/>
                </a:cxn>
                <a:cxn ang="0">
                  <a:pos x="110" y="331"/>
                </a:cxn>
                <a:cxn ang="0">
                  <a:pos x="88" y="358"/>
                </a:cxn>
                <a:cxn ang="0">
                  <a:pos x="91" y="380"/>
                </a:cxn>
                <a:cxn ang="0">
                  <a:pos x="81" y="385"/>
                </a:cxn>
                <a:cxn ang="0">
                  <a:pos x="42" y="379"/>
                </a:cxn>
                <a:cxn ang="0">
                  <a:pos x="23" y="370"/>
                </a:cxn>
                <a:cxn ang="0">
                  <a:pos x="11" y="373"/>
                </a:cxn>
                <a:cxn ang="0">
                  <a:pos x="3" y="361"/>
                </a:cxn>
                <a:cxn ang="0">
                  <a:pos x="9" y="333"/>
                </a:cxn>
                <a:cxn ang="0">
                  <a:pos x="24" y="299"/>
                </a:cxn>
                <a:cxn ang="0">
                  <a:pos x="6" y="264"/>
                </a:cxn>
                <a:cxn ang="0">
                  <a:pos x="9" y="236"/>
                </a:cxn>
                <a:cxn ang="0">
                  <a:pos x="23" y="213"/>
                </a:cxn>
                <a:cxn ang="0">
                  <a:pos x="37" y="211"/>
                </a:cxn>
                <a:cxn ang="0">
                  <a:pos x="43" y="179"/>
                </a:cxn>
                <a:cxn ang="0">
                  <a:pos x="25" y="155"/>
                </a:cxn>
                <a:cxn ang="0">
                  <a:pos x="45" y="138"/>
                </a:cxn>
                <a:cxn ang="0">
                  <a:pos x="33" y="117"/>
                </a:cxn>
                <a:cxn ang="0">
                  <a:pos x="21" y="98"/>
                </a:cxn>
                <a:cxn ang="0">
                  <a:pos x="23" y="83"/>
                </a:cxn>
                <a:cxn ang="0">
                  <a:pos x="36" y="63"/>
                </a:cxn>
                <a:cxn ang="0">
                  <a:pos x="40" y="40"/>
                </a:cxn>
                <a:cxn ang="0">
                  <a:pos x="63" y="35"/>
                </a:cxn>
                <a:cxn ang="0">
                  <a:pos x="76" y="61"/>
                </a:cxn>
                <a:cxn ang="0">
                  <a:pos x="113" y="38"/>
                </a:cxn>
                <a:cxn ang="0">
                  <a:pos x="130" y="36"/>
                </a:cxn>
                <a:cxn ang="0">
                  <a:pos x="153" y="25"/>
                </a:cxn>
                <a:cxn ang="0">
                  <a:pos x="173" y="7"/>
                </a:cxn>
                <a:cxn ang="0">
                  <a:pos x="199" y="4"/>
                </a:cxn>
                <a:cxn ang="0">
                  <a:pos x="219" y="31"/>
                </a:cxn>
                <a:cxn ang="0">
                  <a:pos x="219" y="52"/>
                </a:cxn>
                <a:cxn ang="0">
                  <a:pos x="223" y="74"/>
                </a:cxn>
                <a:cxn ang="0">
                  <a:pos x="255" y="90"/>
                </a:cxn>
                <a:cxn ang="0">
                  <a:pos x="255" y="113"/>
                </a:cxn>
                <a:cxn ang="0">
                  <a:pos x="276" y="128"/>
                </a:cxn>
                <a:cxn ang="0">
                  <a:pos x="293" y="156"/>
                </a:cxn>
                <a:cxn ang="0">
                  <a:pos x="172" y="177"/>
                </a:cxn>
                <a:cxn ang="0">
                  <a:pos x="171" y="155"/>
                </a:cxn>
                <a:cxn ang="0">
                  <a:pos x="153" y="156"/>
                </a:cxn>
              </a:cxnLst>
              <a:rect l="0" t="0" r="r" b="b"/>
              <a:pathLst>
                <a:path w="293" h="387">
                  <a:moveTo>
                    <a:pt x="293" y="156"/>
                  </a:moveTo>
                  <a:cubicBezTo>
                    <a:pt x="292" y="157"/>
                    <a:pt x="291" y="157"/>
                    <a:pt x="291" y="157"/>
                  </a:cubicBezTo>
                  <a:cubicBezTo>
                    <a:pt x="286" y="160"/>
                    <a:pt x="285" y="163"/>
                    <a:pt x="280" y="165"/>
                  </a:cubicBezTo>
                  <a:cubicBezTo>
                    <a:pt x="278" y="167"/>
                    <a:pt x="276" y="167"/>
                    <a:pt x="274" y="168"/>
                  </a:cubicBezTo>
                  <a:cubicBezTo>
                    <a:pt x="269" y="171"/>
                    <a:pt x="267" y="177"/>
                    <a:pt x="267" y="183"/>
                  </a:cubicBezTo>
                  <a:cubicBezTo>
                    <a:pt x="267" y="185"/>
                    <a:pt x="268" y="186"/>
                    <a:pt x="268" y="187"/>
                  </a:cubicBezTo>
                  <a:cubicBezTo>
                    <a:pt x="268" y="192"/>
                    <a:pt x="266" y="195"/>
                    <a:pt x="262" y="197"/>
                  </a:cubicBezTo>
                  <a:cubicBezTo>
                    <a:pt x="259" y="200"/>
                    <a:pt x="257" y="204"/>
                    <a:pt x="253" y="204"/>
                  </a:cubicBezTo>
                  <a:cubicBezTo>
                    <a:pt x="251" y="205"/>
                    <a:pt x="250" y="204"/>
                    <a:pt x="248" y="204"/>
                  </a:cubicBezTo>
                  <a:cubicBezTo>
                    <a:pt x="244" y="204"/>
                    <a:pt x="242" y="205"/>
                    <a:pt x="239" y="207"/>
                  </a:cubicBezTo>
                  <a:cubicBezTo>
                    <a:pt x="233" y="210"/>
                    <a:pt x="229" y="213"/>
                    <a:pt x="222" y="214"/>
                  </a:cubicBezTo>
                  <a:cubicBezTo>
                    <a:pt x="219" y="209"/>
                    <a:pt x="217" y="205"/>
                    <a:pt x="211" y="202"/>
                  </a:cubicBezTo>
                  <a:cubicBezTo>
                    <a:pt x="211" y="202"/>
                    <a:pt x="211" y="202"/>
                    <a:pt x="211" y="202"/>
                  </a:cubicBezTo>
                  <a:cubicBezTo>
                    <a:pt x="206" y="195"/>
                    <a:pt x="203" y="189"/>
                    <a:pt x="198" y="181"/>
                  </a:cubicBezTo>
                  <a:cubicBezTo>
                    <a:pt x="197" y="179"/>
                    <a:pt x="195" y="178"/>
                    <a:pt x="193" y="177"/>
                  </a:cubicBezTo>
                  <a:cubicBezTo>
                    <a:pt x="192" y="176"/>
                    <a:pt x="191" y="174"/>
                    <a:pt x="190" y="173"/>
                  </a:cubicBezTo>
                  <a:cubicBezTo>
                    <a:pt x="189" y="171"/>
                    <a:pt x="187" y="170"/>
                    <a:pt x="186" y="167"/>
                  </a:cubicBezTo>
                  <a:cubicBezTo>
                    <a:pt x="186" y="166"/>
                    <a:pt x="187" y="165"/>
                    <a:pt x="187" y="163"/>
                  </a:cubicBezTo>
                  <a:cubicBezTo>
                    <a:pt x="187" y="152"/>
                    <a:pt x="187" y="152"/>
                    <a:pt x="187" y="152"/>
                  </a:cubicBezTo>
                  <a:cubicBezTo>
                    <a:pt x="187" y="150"/>
                    <a:pt x="187" y="148"/>
                    <a:pt x="186" y="146"/>
                  </a:cubicBezTo>
                  <a:cubicBezTo>
                    <a:pt x="186" y="146"/>
                    <a:pt x="186" y="145"/>
                    <a:pt x="185" y="145"/>
                  </a:cubicBezTo>
                  <a:cubicBezTo>
                    <a:pt x="182" y="145"/>
                    <a:pt x="181" y="145"/>
                    <a:pt x="179" y="145"/>
                  </a:cubicBezTo>
                  <a:cubicBezTo>
                    <a:pt x="179" y="145"/>
                    <a:pt x="179" y="145"/>
                    <a:pt x="179" y="145"/>
                  </a:cubicBezTo>
                  <a:cubicBezTo>
                    <a:pt x="176" y="140"/>
                    <a:pt x="173" y="138"/>
                    <a:pt x="171" y="133"/>
                  </a:cubicBezTo>
                  <a:cubicBezTo>
                    <a:pt x="170" y="130"/>
                    <a:pt x="172" y="128"/>
                    <a:pt x="170" y="125"/>
                  </a:cubicBezTo>
                  <a:cubicBezTo>
                    <a:pt x="169" y="122"/>
                    <a:pt x="167" y="122"/>
                    <a:pt x="165" y="120"/>
                  </a:cubicBezTo>
                  <a:cubicBezTo>
                    <a:pt x="163" y="118"/>
                    <a:pt x="162" y="117"/>
                    <a:pt x="160" y="114"/>
                  </a:cubicBezTo>
                  <a:cubicBezTo>
                    <a:pt x="159" y="111"/>
                    <a:pt x="158" y="108"/>
                    <a:pt x="155" y="106"/>
                  </a:cubicBezTo>
                  <a:cubicBezTo>
                    <a:pt x="153" y="105"/>
                    <a:pt x="152" y="105"/>
                    <a:pt x="149" y="104"/>
                  </a:cubicBezTo>
                  <a:cubicBezTo>
                    <a:pt x="147" y="103"/>
                    <a:pt x="146" y="101"/>
                    <a:pt x="143" y="101"/>
                  </a:cubicBezTo>
                  <a:cubicBezTo>
                    <a:pt x="137" y="101"/>
                    <a:pt x="134" y="107"/>
                    <a:pt x="132" y="112"/>
                  </a:cubicBezTo>
                  <a:cubicBezTo>
                    <a:pt x="130" y="114"/>
                    <a:pt x="128" y="114"/>
                    <a:pt x="125" y="116"/>
                  </a:cubicBezTo>
                  <a:cubicBezTo>
                    <a:pt x="121" y="119"/>
                    <a:pt x="120" y="121"/>
                    <a:pt x="117" y="125"/>
                  </a:cubicBezTo>
                  <a:cubicBezTo>
                    <a:pt x="116" y="128"/>
                    <a:pt x="114" y="129"/>
                    <a:pt x="114" y="131"/>
                  </a:cubicBezTo>
                  <a:cubicBezTo>
                    <a:pt x="113" y="133"/>
                    <a:pt x="114" y="134"/>
                    <a:pt x="114" y="136"/>
                  </a:cubicBezTo>
                  <a:cubicBezTo>
                    <a:pt x="114" y="139"/>
                    <a:pt x="113" y="139"/>
                    <a:pt x="112" y="141"/>
                  </a:cubicBezTo>
                  <a:cubicBezTo>
                    <a:pt x="112" y="144"/>
                    <a:pt x="112" y="145"/>
                    <a:pt x="111" y="147"/>
                  </a:cubicBezTo>
                  <a:cubicBezTo>
                    <a:pt x="109" y="151"/>
                    <a:pt x="107" y="153"/>
                    <a:pt x="107" y="156"/>
                  </a:cubicBezTo>
                  <a:cubicBezTo>
                    <a:pt x="107" y="160"/>
                    <a:pt x="108" y="162"/>
                    <a:pt x="108" y="165"/>
                  </a:cubicBezTo>
                  <a:cubicBezTo>
                    <a:pt x="108" y="168"/>
                    <a:pt x="107" y="169"/>
                    <a:pt x="107" y="171"/>
                  </a:cubicBezTo>
                  <a:cubicBezTo>
                    <a:pt x="107" y="175"/>
                    <a:pt x="108" y="177"/>
                    <a:pt x="109" y="179"/>
                  </a:cubicBezTo>
                  <a:cubicBezTo>
                    <a:pt x="109" y="181"/>
                    <a:pt x="109" y="182"/>
                    <a:pt x="110" y="183"/>
                  </a:cubicBezTo>
                  <a:cubicBezTo>
                    <a:pt x="112" y="186"/>
                    <a:pt x="114" y="186"/>
                    <a:pt x="116" y="187"/>
                  </a:cubicBezTo>
                  <a:cubicBezTo>
                    <a:pt x="117" y="188"/>
                    <a:pt x="117" y="189"/>
                    <a:pt x="117" y="189"/>
                  </a:cubicBezTo>
                  <a:cubicBezTo>
                    <a:pt x="119" y="191"/>
                    <a:pt x="121" y="191"/>
                    <a:pt x="123" y="191"/>
                  </a:cubicBezTo>
                  <a:cubicBezTo>
                    <a:pt x="125" y="191"/>
                    <a:pt x="125" y="189"/>
                    <a:pt x="127" y="188"/>
                  </a:cubicBezTo>
                  <a:cubicBezTo>
                    <a:pt x="130" y="186"/>
                    <a:pt x="133" y="184"/>
                    <a:pt x="137" y="183"/>
                  </a:cubicBezTo>
                  <a:cubicBezTo>
                    <a:pt x="138" y="183"/>
                    <a:pt x="139" y="183"/>
                    <a:pt x="141" y="183"/>
                  </a:cubicBezTo>
                  <a:cubicBezTo>
                    <a:pt x="145" y="183"/>
                    <a:pt x="149" y="182"/>
                    <a:pt x="153" y="182"/>
                  </a:cubicBezTo>
                  <a:cubicBezTo>
                    <a:pt x="153" y="182"/>
                    <a:pt x="153" y="182"/>
                    <a:pt x="153" y="182"/>
                  </a:cubicBezTo>
                  <a:cubicBezTo>
                    <a:pt x="154" y="190"/>
                    <a:pt x="156" y="195"/>
                    <a:pt x="156" y="204"/>
                  </a:cubicBezTo>
                  <a:cubicBezTo>
                    <a:pt x="156" y="210"/>
                    <a:pt x="154" y="213"/>
                    <a:pt x="151" y="218"/>
                  </a:cubicBezTo>
                  <a:cubicBezTo>
                    <a:pt x="149" y="222"/>
                    <a:pt x="147" y="224"/>
                    <a:pt x="147" y="228"/>
                  </a:cubicBezTo>
                  <a:cubicBezTo>
                    <a:pt x="147" y="232"/>
                    <a:pt x="152" y="233"/>
                    <a:pt x="155" y="234"/>
                  </a:cubicBezTo>
                  <a:cubicBezTo>
                    <a:pt x="158" y="235"/>
                    <a:pt x="160" y="236"/>
                    <a:pt x="163" y="237"/>
                  </a:cubicBezTo>
                  <a:cubicBezTo>
                    <a:pt x="169" y="239"/>
                    <a:pt x="172" y="240"/>
                    <a:pt x="178" y="240"/>
                  </a:cubicBezTo>
                  <a:cubicBezTo>
                    <a:pt x="183" y="240"/>
                    <a:pt x="186" y="240"/>
                    <a:pt x="191" y="239"/>
                  </a:cubicBezTo>
                  <a:cubicBezTo>
                    <a:pt x="191" y="239"/>
                    <a:pt x="191" y="239"/>
                    <a:pt x="191" y="239"/>
                  </a:cubicBezTo>
                  <a:cubicBezTo>
                    <a:pt x="191" y="243"/>
                    <a:pt x="193" y="245"/>
                    <a:pt x="194" y="248"/>
                  </a:cubicBezTo>
                  <a:cubicBezTo>
                    <a:pt x="196" y="252"/>
                    <a:pt x="198" y="254"/>
                    <a:pt x="200" y="258"/>
                  </a:cubicBezTo>
                  <a:cubicBezTo>
                    <a:pt x="201" y="260"/>
                    <a:pt x="202" y="262"/>
                    <a:pt x="204" y="263"/>
                  </a:cubicBezTo>
                  <a:cubicBezTo>
                    <a:pt x="204" y="263"/>
                    <a:pt x="204" y="263"/>
                    <a:pt x="204" y="263"/>
                  </a:cubicBezTo>
                  <a:cubicBezTo>
                    <a:pt x="201" y="266"/>
                    <a:pt x="199" y="266"/>
                    <a:pt x="196" y="269"/>
                  </a:cubicBezTo>
                  <a:cubicBezTo>
                    <a:pt x="193" y="273"/>
                    <a:pt x="191" y="276"/>
                    <a:pt x="187" y="278"/>
                  </a:cubicBezTo>
                  <a:cubicBezTo>
                    <a:pt x="180" y="280"/>
                    <a:pt x="176" y="282"/>
                    <a:pt x="170" y="285"/>
                  </a:cubicBezTo>
                  <a:cubicBezTo>
                    <a:pt x="167" y="287"/>
                    <a:pt x="166" y="290"/>
                    <a:pt x="162" y="291"/>
                  </a:cubicBezTo>
                  <a:cubicBezTo>
                    <a:pt x="158" y="294"/>
                    <a:pt x="155" y="295"/>
                    <a:pt x="150" y="297"/>
                  </a:cubicBezTo>
                  <a:cubicBezTo>
                    <a:pt x="145" y="300"/>
                    <a:pt x="142" y="304"/>
                    <a:pt x="136" y="306"/>
                  </a:cubicBezTo>
                  <a:cubicBezTo>
                    <a:pt x="132" y="308"/>
                    <a:pt x="130" y="309"/>
                    <a:pt x="126" y="311"/>
                  </a:cubicBezTo>
                  <a:cubicBezTo>
                    <a:pt x="123" y="312"/>
                    <a:pt x="121" y="312"/>
                    <a:pt x="118" y="314"/>
                  </a:cubicBezTo>
                  <a:cubicBezTo>
                    <a:pt x="116" y="315"/>
                    <a:pt x="115" y="318"/>
                    <a:pt x="114" y="320"/>
                  </a:cubicBezTo>
                  <a:cubicBezTo>
                    <a:pt x="112" y="324"/>
                    <a:pt x="111" y="327"/>
                    <a:pt x="110" y="331"/>
                  </a:cubicBezTo>
                  <a:cubicBezTo>
                    <a:pt x="107" y="338"/>
                    <a:pt x="105" y="342"/>
                    <a:pt x="99" y="347"/>
                  </a:cubicBezTo>
                  <a:cubicBezTo>
                    <a:pt x="96" y="349"/>
                    <a:pt x="93" y="349"/>
                    <a:pt x="91" y="352"/>
                  </a:cubicBezTo>
                  <a:cubicBezTo>
                    <a:pt x="89" y="354"/>
                    <a:pt x="89" y="356"/>
                    <a:pt x="88" y="358"/>
                  </a:cubicBezTo>
                  <a:cubicBezTo>
                    <a:pt x="87" y="360"/>
                    <a:pt x="86" y="361"/>
                    <a:pt x="86" y="364"/>
                  </a:cubicBezTo>
                  <a:cubicBezTo>
                    <a:pt x="86" y="368"/>
                    <a:pt x="87" y="371"/>
                    <a:pt x="89" y="374"/>
                  </a:cubicBezTo>
                  <a:cubicBezTo>
                    <a:pt x="90" y="377"/>
                    <a:pt x="91" y="378"/>
                    <a:pt x="91" y="380"/>
                  </a:cubicBezTo>
                  <a:cubicBezTo>
                    <a:pt x="91" y="383"/>
                    <a:pt x="92" y="385"/>
                    <a:pt x="91" y="387"/>
                  </a:cubicBezTo>
                  <a:cubicBezTo>
                    <a:pt x="91" y="387"/>
                    <a:pt x="91" y="387"/>
                    <a:pt x="91" y="387"/>
                  </a:cubicBezTo>
                  <a:cubicBezTo>
                    <a:pt x="87" y="386"/>
                    <a:pt x="85" y="386"/>
                    <a:pt x="81" y="385"/>
                  </a:cubicBezTo>
                  <a:cubicBezTo>
                    <a:pt x="79" y="385"/>
                    <a:pt x="78" y="383"/>
                    <a:pt x="76" y="383"/>
                  </a:cubicBezTo>
                  <a:cubicBezTo>
                    <a:pt x="70" y="383"/>
                    <a:pt x="67" y="386"/>
                    <a:pt x="62" y="386"/>
                  </a:cubicBezTo>
                  <a:cubicBezTo>
                    <a:pt x="54" y="386"/>
                    <a:pt x="50" y="381"/>
                    <a:pt x="42" y="379"/>
                  </a:cubicBezTo>
                  <a:cubicBezTo>
                    <a:pt x="38" y="378"/>
                    <a:pt x="36" y="377"/>
                    <a:pt x="32" y="376"/>
                  </a:cubicBezTo>
                  <a:cubicBezTo>
                    <a:pt x="29" y="375"/>
                    <a:pt x="27" y="374"/>
                    <a:pt x="24" y="372"/>
                  </a:cubicBezTo>
                  <a:cubicBezTo>
                    <a:pt x="23" y="372"/>
                    <a:pt x="24" y="370"/>
                    <a:pt x="23" y="370"/>
                  </a:cubicBezTo>
                  <a:cubicBezTo>
                    <a:pt x="20" y="370"/>
                    <a:pt x="19" y="373"/>
                    <a:pt x="17" y="373"/>
                  </a:cubicBezTo>
                  <a:cubicBezTo>
                    <a:pt x="11" y="373"/>
                    <a:pt x="11" y="373"/>
                    <a:pt x="11" y="373"/>
                  </a:cubicBezTo>
                  <a:cubicBezTo>
                    <a:pt x="11" y="373"/>
                    <a:pt x="11" y="373"/>
                    <a:pt x="11" y="373"/>
                  </a:cubicBezTo>
                  <a:cubicBezTo>
                    <a:pt x="10" y="370"/>
                    <a:pt x="8" y="371"/>
                    <a:pt x="7" y="368"/>
                  </a:cubicBezTo>
                  <a:cubicBezTo>
                    <a:pt x="6" y="366"/>
                    <a:pt x="6" y="364"/>
                    <a:pt x="5" y="362"/>
                  </a:cubicBezTo>
                  <a:cubicBezTo>
                    <a:pt x="4" y="362"/>
                    <a:pt x="3" y="362"/>
                    <a:pt x="3" y="361"/>
                  </a:cubicBezTo>
                  <a:cubicBezTo>
                    <a:pt x="1" y="359"/>
                    <a:pt x="0" y="357"/>
                    <a:pt x="0" y="354"/>
                  </a:cubicBezTo>
                  <a:cubicBezTo>
                    <a:pt x="0" y="349"/>
                    <a:pt x="3" y="346"/>
                    <a:pt x="5" y="341"/>
                  </a:cubicBezTo>
                  <a:cubicBezTo>
                    <a:pt x="7" y="338"/>
                    <a:pt x="8" y="336"/>
                    <a:pt x="9" y="333"/>
                  </a:cubicBezTo>
                  <a:cubicBezTo>
                    <a:pt x="12" y="329"/>
                    <a:pt x="14" y="327"/>
                    <a:pt x="16" y="323"/>
                  </a:cubicBezTo>
                  <a:cubicBezTo>
                    <a:pt x="18" y="321"/>
                    <a:pt x="19" y="318"/>
                    <a:pt x="20" y="315"/>
                  </a:cubicBezTo>
                  <a:cubicBezTo>
                    <a:pt x="22" y="309"/>
                    <a:pt x="24" y="306"/>
                    <a:pt x="24" y="299"/>
                  </a:cubicBezTo>
                  <a:cubicBezTo>
                    <a:pt x="23" y="293"/>
                    <a:pt x="20" y="290"/>
                    <a:pt x="18" y="284"/>
                  </a:cubicBezTo>
                  <a:cubicBezTo>
                    <a:pt x="17" y="282"/>
                    <a:pt x="17" y="281"/>
                    <a:pt x="16" y="278"/>
                  </a:cubicBezTo>
                  <a:cubicBezTo>
                    <a:pt x="13" y="272"/>
                    <a:pt x="10" y="270"/>
                    <a:pt x="6" y="264"/>
                  </a:cubicBezTo>
                  <a:cubicBezTo>
                    <a:pt x="5" y="262"/>
                    <a:pt x="3" y="261"/>
                    <a:pt x="3" y="258"/>
                  </a:cubicBezTo>
                  <a:cubicBezTo>
                    <a:pt x="3" y="255"/>
                    <a:pt x="4" y="253"/>
                    <a:pt x="5" y="250"/>
                  </a:cubicBezTo>
                  <a:cubicBezTo>
                    <a:pt x="7" y="245"/>
                    <a:pt x="7" y="242"/>
                    <a:pt x="9" y="236"/>
                  </a:cubicBezTo>
                  <a:cubicBezTo>
                    <a:pt x="10" y="232"/>
                    <a:pt x="11" y="229"/>
                    <a:pt x="13" y="224"/>
                  </a:cubicBezTo>
                  <a:cubicBezTo>
                    <a:pt x="15" y="221"/>
                    <a:pt x="17" y="220"/>
                    <a:pt x="20" y="217"/>
                  </a:cubicBezTo>
                  <a:cubicBezTo>
                    <a:pt x="21" y="216"/>
                    <a:pt x="21" y="213"/>
                    <a:pt x="23" y="213"/>
                  </a:cubicBezTo>
                  <a:cubicBezTo>
                    <a:pt x="26" y="213"/>
                    <a:pt x="27" y="215"/>
                    <a:pt x="29" y="215"/>
                  </a:cubicBezTo>
                  <a:cubicBezTo>
                    <a:pt x="31" y="215"/>
                    <a:pt x="32" y="213"/>
                    <a:pt x="33" y="212"/>
                  </a:cubicBezTo>
                  <a:cubicBezTo>
                    <a:pt x="35" y="212"/>
                    <a:pt x="36" y="212"/>
                    <a:pt x="37" y="211"/>
                  </a:cubicBezTo>
                  <a:cubicBezTo>
                    <a:pt x="39" y="210"/>
                    <a:pt x="40" y="208"/>
                    <a:pt x="41" y="207"/>
                  </a:cubicBezTo>
                  <a:cubicBezTo>
                    <a:pt x="45" y="203"/>
                    <a:pt x="46" y="199"/>
                    <a:pt x="46" y="193"/>
                  </a:cubicBezTo>
                  <a:cubicBezTo>
                    <a:pt x="46" y="187"/>
                    <a:pt x="45" y="184"/>
                    <a:pt x="43" y="179"/>
                  </a:cubicBezTo>
                  <a:cubicBezTo>
                    <a:pt x="40" y="174"/>
                    <a:pt x="39" y="171"/>
                    <a:pt x="36" y="167"/>
                  </a:cubicBezTo>
                  <a:cubicBezTo>
                    <a:pt x="34" y="165"/>
                    <a:pt x="33" y="163"/>
                    <a:pt x="31" y="161"/>
                  </a:cubicBezTo>
                  <a:cubicBezTo>
                    <a:pt x="28" y="159"/>
                    <a:pt x="25" y="158"/>
                    <a:pt x="25" y="155"/>
                  </a:cubicBezTo>
                  <a:cubicBezTo>
                    <a:pt x="25" y="152"/>
                    <a:pt x="29" y="150"/>
                    <a:pt x="31" y="148"/>
                  </a:cubicBezTo>
                  <a:cubicBezTo>
                    <a:pt x="37" y="145"/>
                    <a:pt x="40" y="143"/>
                    <a:pt x="45" y="140"/>
                  </a:cubicBezTo>
                  <a:cubicBezTo>
                    <a:pt x="45" y="138"/>
                    <a:pt x="45" y="138"/>
                    <a:pt x="45" y="138"/>
                  </a:cubicBezTo>
                  <a:cubicBezTo>
                    <a:pt x="42" y="137"/>
                    <a:pt x="40" y="137"/>
                    <a:pt x="39" y="135"/>
                  </a:cubicBezTo>
                  <a:cubicBezTo>
                    <a:pt x="37" y="133"/>
                    <a:pt x="38" y="131"/>
                    <a:pt x="37" y="129"/>
                  </a:cubicBezTo>
                  <a:cubicBezTo>
                    <a:pt x="35" y="124"/>
                    <a:pt x="35" y="121"/>
                    <a:pt x="33" y="117"/>
                  </a:cubicBezTo>
                  <a:cubicBezTo>
                    <a:pt x="32" y="114"/>
                    <a:pt x="30" y="113"/>
                    <a:pt x="28" y="110"/>
                  </a:cubicBezTo>
                  <a:cubicBezTo>
                    <a:pt x="28" y="110"/>
                    <a:pt x="28" y="110"/>
                    <a:pt x="28" y="110"/>
                  </a:cubicBezTo>
                  <a:cubicBezTo>
                    <a:pt x="25" y="105"/>
                    <a:pt x="24" y="103"/>
                    <a:pt x="21" y="98"/>
                  </a:cubicBezTo>
                  <a:cubicBezTo>
                    <a:pt x="20" y="96"/>
                    <a:pt x="18" y="95"/>
                    <a:pt x="18" y="92"/>
                  </a:cubicBezTo>
                  <a:cubicBezTo>
                    <a:pt x="18" y="90"/>
                    <a:pt x="20" y="90"/>
                    <a:pt x="21" y="88"/>
                  </a:cubicBezTo>
                  <a:cubicBezTo>
                    <a:pt x="22" y="87"/>
                    <a:pt x="23" y="85"/>
                    <a:pt x="23" y="83"/>
                  </a:cubicBezTo>
                  <a:cubicBezTo>
                    <a:pt x="23" y="78"/>
                    <a:pt x="20" y="76"/>
                    <a:pt x="20" y="70"/>
                  </a:cubicBezTo>
                  <a:cubicBezTo>
                    <a:pt x="20" y="66"/>
                    <a:pt x="26" y="67"/>
                    <a:pt x="30" y="66"/>
                  </a:cubicBezTo>
                  <a:cubicBezTo>
                    <a:pt x="32" y="66"/>
                    <a:pt x="34" y="65"/>
                    <a:pt x="36" y="63"/>
                  </a:cubicBezTo>
                  <a:cubicBezTo>
                    <a:pt x="36" y="47"/>
                    <a:pt x="36" y="47"/>
                    <a:pt x="36" y="47"/>
                  </a:cubicBezTo>
                  <a:cubicBezTo>
                    <a:pt x="36" y="45"/>
                    <a:pt x="35" y="44"/>
                    <a:pt x="36" y="42"/>
                  </a:cubicBezTo>
                  <a:cubicBezTo>
                    <a:pt x="37" y="41"/>
                    <a:pt x="38" y="41"/>
                    <a:pt x="40" y="40"/>
                  </a:cubicBezTo>
                  <a:cubicBezTo>
                    <a:pt x="42" y="39"/>
                    <a:pt x="44" y="37"/>
                    <a:pt x="46" y="35"/>
                  </a:cubicBezTo>
                  <a:cubicBezTo>
                    <a:pt x="51" y="31"/>
                    <a:pt x="54" y="27"/>
                    <a:pt x="59" y="22"/>
                  </a:cubicBezTo>
                  <a:cubicBezTo>
                    <a:pt x="62" y="27"/>
                    <a:pt x="62" y="30"/>
                    <a:pt x="63" y="35"/>
                  </a:cubicBezTo>
                  <a:cubicBezTo>
                    <a:pt x="65" y="46"/>
                    <a:pt x="67" y="51"/>
                    <a:pt x="68" y="62"/>
                  </a:cubicBezTo>
                  <a:cubicBezTo>
                    <a:pt x="70" y="62"/>
                    <a:pt x="70" y="62"/>
                    <a:pt x="72" y="62"/>
                  </a:cubicBezTo>
                  <a:cubicBezTo>
                    <a:pt x="74" y="62"/>
                    <a:pt x="75" y="61"/>
                    <a:pt x="76" y="61"/>
                  </a:cubicBezTo>
                  <a:cubicBezTo>
                    <a:pt x="84" y="59"/>
                    <a:pt x="88" y="56"/>
                    <a:pt x="94" y="50"/>
                  </a:cubicBezTo>
                  <a:cubicBezTo>
                    <a:pt x="97" y="47"/>
                    <a:pt x="98" y="45"/>
                    <a:pt x="101" y="43"/>
                  </a:cubicBezTo>
                  <a:cubicBezTo>
                    <a:pt x="105" y="40"/>
                    <a:pt x="108" y="40"/>
                    <a:pt x="113" y="38"/>
                  </a:cubicBezTo>
                  <a:cubicBezTo>
                    <a:pt x="114" y="41"/>
                    <a:pt x="114" y="42"/>
                    <a:pt x="115" y="44"/>
                  </a:cubicBezTo>
                  <a:cubicBezTo>
                    <a:pt x="115" y="45"/>
                    <a:pt x="116" y="45"/>
                    <a:pt x="117" y="45"/>
                  </a:cubicBezTo>
                  <a:cubicBezTo>
                    <a:pt x="121" y="41"/>
                    <a:pt x="124" y="36"/>
                    <a:pt x="130" y="36"/>
                  </a:cubicBezTo>
                  <a:cubicBezTo>
                    <a:pt x="135" y="36"/>
                    <a:pt x="137" y="38"/>
                    <a:pt x="142" y="38"/>
                  </a:cubicBezTo>
                  <a:cubicBezTo>
                    <a:pt x="145" y="38"/>
                    <a:pt x="148" y="38"/>
                    <a:pt x="150" y="35"/>
                  </a:cubicBezTo>
                  <a:cubicBezTo>
                    <a:pt x="153" y="33"/>
                    <a:pt x="152" y="29"/>
                    <a:pt x="153" y="25"/>
                  </a:cubicBezTo>
                  <a:cubicBezTo>
                    <a:pt x="154" y="22"/>
                    <a:pt x="155" y="20"/>
                    <a:pt x="157" y="17"/>
                  </a:cubicBezTo>
                  <a:cubicBezTo>
                    <a:pt x="158" y="14"/>
                    <a:pt x="160" y="11"/>
                    <a:pt x="163" y="9"/>
                  </a:cubicBezTo>
                  <a:cubicBezTo>
                    <a:pt x="166" y="7"/>
                    <a:pt x="169" y="8"/>
                    <a:pt x="173" y="7"/>
                  </a:cubicBezTo>
                  <a:cubicBezTo>
                    <a:pt x="176" y="7"/>
                    <a:pt x="178" y="5"/>
                    <a:pt x="180" y="4"/>
                  </a:cubicBezTo>
                  <a:cubicBezTo>
                    <a:pt x="186" y="3"/>
                    <a:pt x="189" y="0"/>
                    <a:pt x="195" y="0"/>
                  </a:cubicBezTo>
                  <a:cubicBezTo>
                    <a:pt x="197" y="0"/>
                    <a:pt x="198" y="2"/>
                    <a:pt x="199" y="4"/>
                  </a:cubicBezTo>
                  <a:cubicBezTo>
                    <a:pt x="200" y="5"/>
                    <a:pt x="201" y="6"/>
                    <a:pt x="202" y="8"/>
                  </a:cubicBezTo>
                  <a:cubicBezTo>
                    <a:pt x="204" y="13"/>
                    <a:pt x="206" y="16"/>
                    <a:pt x="209" y="20"/>
                  </a:cubicBezTo>
                  <a:cubicBezTo>
                    <a:pt x="212" y="25"/>
                    <a:pt x="215" y="26"/>
                    <a:pt x="219" y="31"/>
                  </a:cubicBezTo>
                  <a:cubicBezTo>
                    <a:pt x="220" y="33"/>
                    <a:pt x="222" y="34"/>
                    <a:pt x="222" y="37"/>
                  </a:cubicBezTo>
                  <a:cubicBezTo>
                    <a:pt x="222" y="40"/>
                    <a:pt x="220" y="41"/>
                    <a:pt x="220" y="43"/>
                  </a:cubicBezTo>
                  <a:cubicBezTo>
                    <a:pt x="219" y="47"/>
                    <a:pt x="219" y="49"/>
                    <a:pt x="219" y="52"/>
                  </a:cubicBezTo>
                  <a:cubicBezTo>
                    <a:pt x="219" y="56"/>
                    <a:pt x="220" y="58"/>
                    <a:pt x="221" y="61"/>
                  </a:cubicBezTo>
                  <a:cubicBezTo>
                    <a:pt x="221" y="64"/>
                    <a:pt x="221" y="66"/>
                    <a:pt x="222" y="69"/>
                  </a:cubicBezTo>
                  <a:cubicBezTo>
                    <a:pt x="222" y="71"/>
                    <a:pt x="222" y="73"/>
                    <a:pt x="223" y="74"/>
                  </a:cubicBezTo>
                  <a:cubicBezTo>
                    <a:pt x="225" y="75"/>
                    <a:pt x="227" y="75"/>
                    <a:pt x="229" y="76"/>
                  </a:cubicBezTo>
                  <a:cubicBezTo>
                    <a:pt x="240" y="80"/>
                    <a:pt x="244" y="89"/>
                    <a:pt x="255" y="90"/>
                  </a:cubicBezTo>
                  <a:cubicBezTo>
                    <a:pt x="255" y="90"/>
                    <a:pt x="255" y="90"/>
                    <a:pt x="255" y="90"/>
                  </a:cubicBezTo>
                  <a:cubicBezTo>
                    <a:pt x="254" y="93"/>
                    <a:pt x="253" y="96"/>
                    <a:pt x="252" y="99"/>
                  </a:cubicBezTo>
                  <a:cubicBezTo>
                    <a:pt x="251" y="103"/>
                    <a:pt x="249" y="104"/>
                    <a:pt x="249" y="107"/>
                  </a:cubicBezTo>
                  <a:cubicBezTo>
                    <a:pt x="249" y="111"/>
                    <a:pt x="253" y="111"/>
                    <a:pt x="255" y="113"/>
                  </a:cubicBezTo>
                  <a:cubicBezTo>
                    <a:pt x="257" y="116"/>
                    <a:pt x="258" y="118"/>
                    <a:pt x="260" y="121"/>
                  </a:cubicBezTo>
                  <a:cubicBezTo>
                    <a:pt x="264" y="125"/>
                    <a:pt x="269" y="125"/>
                    <a:pt x="274" y="127"/>
                  </a:cubicBezTo>
                  <a:cubicBezTo>
                    <a:pt x="274" y="128"/>
                    <a:pt x="275" y="128"/>
                    <a:pt x="276" y="128"/>
                  </a:cubicBezTo>
                  <a:cubicBezTo>
                    <a:pt x="280" y="131"/>
                    <a:pt x="282" y="135"/>
                    <a:pt x="285" y="139"/>
                  </a:cubicBezTo>
                  <a:cubicBezTo>
                    <a:pt x="289" y="146"/>
                    <a:pt x="290" y="149"/>
                    <a:pt x="293" y="156"/>
                  </a:cubicBezTo>
                  <a:cubicBezTo>
                    <a:pt x="293" y="156"/>
                    <a:pt x="293" y="156"/>
                    <a:pt x="293" y="156"/>
                  </a:cubicBezTo>
                  <a:close/>
                  <a:moveTo>
                    <a:pt x="158" y="175"/>
                  </a:moveTo>
                  <a:cubicBezTo>
                    <a:pt x="161" y="178"/>
                    <a:pt x="163" y="182"/>
                    <a:pt x="167" y="182"/>
                  </a:cubicBezTo>
                  <a:cubicBezTo>
                    <a:pt x="169" y="182"/>
                    <a:pt x="171" y="180"/>
                    <a:pt x="172" y="177"/>
                  </a:cubicBezTo>
                  <a:cubicBezTo>
                    <a:pt x="172" y="176"/>
                    <a:pt x="173" y="176"/>
                    <a:pt x="173" y="174"/>
                  </a:cubicBezTo>
                  <a:cubicBezTo>
                    <a:pt x="173" y="169"/>
                    <a:pt x="171" y="166"/>
                    <a:pt x="171" y="160"/>
                  </a:cubicBezTo>
                  <a:cubicBezTo>
                    <a:pt x="171" y="158"/>
                    <a:pt x="171" y="157"/>
                    <a:pt x="171" y="155"/>
                  </a:cubicBezTo>
                  <a:cubicBezTo>
                    <a:pt x="171" y="155"/>
                    <a:pt x="171" y="155"/>
                    <a:pt x="171" y="155"/>
                  </a:cubicBezTo>
                  <a:cubicBezTo>
                    <a:pt x="167" y="155"/>
                    <a:pt x="163" y="154"/>
                    <a:pt x="159" y="155"/>
                  </a:cubicBezTo>
                  <a:cubicBezTo>
                    <a:pt x="156" y="155"/>
                    <a:pt x="155" y="156"/>
                    <a:pt x="153" y="156"/>
                  </a:cubicBezTo>
                  <a:cubicBezTo>
                    <a:pt x="153" y="161"/>
                    <a:pt x="153" y="161"/>
                    <a:pt x="153" y="161"/>
                  </a:cubicBezTo>
                  <a:cubicBezTo>
                    <a:pt x="153" y="167"/>
                    <a:pt x="155" y="170"/>
                    <a:pt x="158" y="17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13"/>
            <p:cNvSpPr>
              <a:spLocks/>
            </p:cNvSpPr>
            <p:nvPr/>
          </p:nvSpPr>
          <p:spPr bwMode="auto">
            <a:xfrm>
              <a:off x="5535613" y="2447925"/>
              <a:ext cx="128588" cy="161925"/>
            </a:xfrm>
            <a:custGeom>
              <a:avLst/>
              <a:gdLst/>
              <a:ahLst/>
              <a:cxnLst>
                <a:cxn ang="0">
                  <a:pos x="64" y="54"/>
                </a:cxn>
                <a:cxn ang="0">
                  <a:pos x="72" y="44"/>
                </a:cxn>
                <a:cxn ang="0">
                  <a:pos x="72" y="44"/>
                </a:cxn>
                <a:cxn ang="0">
                  <a:pos x="64" y="32"/>
                </a:cxn>
                <a:cxn ang="0">
                  <a:pos x="63" y="24"/>
                </a:cxn>
                <a:cxn ang="0">
                  <a:pos x="58" y="19"/>
                </a:cxn>
                <a:cxn ang="0">
                  <a:pos x="53" y="13"/>
                </a:cxn>
                <a:cxn ang="0">
                  <a:pos x="48" y="5"/>
                </a:cxn>
                <a:cxn ang="0">
                  <a:pos x="42" y="3"/>
                </a:cxn>
                <a:cxn ang="0">
                  <a:pos x="36" y="0"/>
                </a:cxn>
                <a:cxn ang="0">
                  <a:pos x="25" y="11"/>
                </a:cxn>
                <a:cxn ang="0">
                  <a:pos x="18" y="15"/>
                </a:cxn>
                <a:cxn ang="0">
                  <a:pos x="10" y="24"/>
                </a:cxn>
                <a:cxn ang="0">
                  <a:pos x="7" y="30"/>
                </a:cxn>
                <a:cxn ang="0">
                  <a:pos x="7" y="35"/>
                </a:cxn>
                <a:cxn ang="0">
                  <a:pos x="5" y="40"/>
                </a:cxn>
                <a:cxn ang="0">
                  <a:pos x="4" y="46"/>
                </a:cxn>
                <a:cxn ang="0">
                  <a:pos x="0" y="55"/>
                </a:cxn>
                <a:cxn ang="0">
                  <a:pos x="1" y="64"/>
                </a:cxn>
                <a:cxn ang="0">
                  <a:pos x="0" y="70"/>
                </a:cxn>
                <a:cxn ang="0">
                  <a:pos x="2" y="78"/>
                </a:cxn>
                <a:cxn ang="0">
                  <a:pos x="3" y="82"/>
                </a:cxn>
                <a:cxn ang="0">
                  <a:pos x="9" y="86"/>
                </a:cxn>
                <a:cxn ang="0">
                  <a:pos x="10" y="88"/>
                </a:cxn>
                <a:cxn ang="0">
                  <a:pos x="16" y="90"/>
                </a:cxn>
                <a:cxn ang="0">
                  <a:pos x="20" y="87"/>
                </a:cxn>
                <a:cxn ang="0">
                  <a:pos x="30" y="82"/>
                </a:cxn>
                <a:cxn ang="0">
                  <a:pos x="34" y="82"/>
                </a:cxn>
                <a:cxn ang="0">
                  <a:pos x="46" y="81"/>
                </a:cxn>
                <a:cxn ang="0">
                  <a:pos x="46" y="81"/>
                </a:cxn>
                <a:cxn ang="0">
                  <a:pos x="51" y="74"/>
                </a:cxn>
                <a:cxn ang="0">
                  <a:pos x="51" y="74"/>
                </a:cxn>
                <a:cxn ang="0">
                  <a:pos x="46" y="60"/>
                </a:cxn>
                <a:cxn ang="0">
                  <a:pos x="46" y="55"/>
                </a:cxn>
                <a:cxn ang="0">
                  <a:pos x="52" y="54"/>
                </a:cxn>
                <a:cxn ang="0">
                  <a:pos x="64" y="54"/>
                </a:cxn>
              </a:cxnLst>
              <a:rect l="0" t="0" r="r" b="b"/>
              <a:pathLst>
                <a:path w="72" h="90">
                  <a:moveTo>
                    <a:pt x="64" y="54"/>
                  </a:moveTo>
                  <a:cubicBezTo>
                    <a:pt x="68" y="52"/>
                    <a:pt x="70" y="48"/>
                    <a:pt x="72" y="44"/>
                  </a:cubicBezTo>
                  <a:cubicBezTo>
                    <a:pt x="72" y="44"/>
                    <a:pt x="72" y="44"/>
                    <a:pt x="72" y="44"/>
                  </a:cubicBezTo>
                  <a:cubicBezTo>
                    <a:pt x="69" y="39"/>
                    <a:pt x="66" y="37"/>
                    <a:pt x="64" y="32"/>
                  </a:cubicBezTo>
                  <a:cubicBezTo>
                    <a:pt x="63" y="29"/>
                    <a:pt x="65" y="27"/>
                    <a:pt x="63" y="24"/>
                  </a:cubicBezTo>
                  <a:cubicBezTo>
                    <a:pt x="62" y="21"/>
                    <a:pt x="60" y="21"/>
                    <a:pt x="58" y="19"/>
                  </a:cubicBezTo>
                  <a:cubicBezTo>
                    <a:pt x="56" y="17"/>
                    <a:pt x="55" y="16"/>
                    <a:pt x="53" y="13"/>
                  </a:cubicBezTo>
                  <a:cubicBezTo>
                    <a:pt x="52" y="10"/>
                    <a:pt x="51" y="7"/>
                    <a:pt x="48" y="5"/>
                  </a:cubicBezTo>
                  <a:cubicBezTo>
                    <a:pt x="46" y="4"/>
                    <a:pt x="45" y="4"/>
                    <a:pt x="42" y="3"/>
                  </a:cubicBezTo>
                  <a:cubicBezTo>
                    <a:pt x="40" y="2"/>
                    <a:pt x="39" y="0"/>
                    <a:pt x="36" y="0"/>
                  </a:cubicBezTo>
                  <a:cubicBezTo>
                    <a:pt x="30" y="0"/>
                    <a:pt x="27" y="6"/>
                    <a:pt x="25" y="11"/>
                  </a:cubicBezTo>
                  <a:cubicBezTo>
                    <a:pt x="23" y="13"/>
                    <a:pt x="21" y="13"/>
                    <a:pt x="18" y="15"/>
                  </a:cubicBezTo>
                  <a:cubicBezTo>
                    <a:pt x="14" y="18"/>
                    <a:pt x="13" y="20"/>
                    <a:pt x="10" y="24"/>
                  </a:cubicBezTo>
                  <a:cubicBezTo>
                    <a:pt x="9" y="27"/>
                    <a:pt x="7" y="28"/>
                    <a:pt x="7" y="30"/>
                  </a:cubicBezTo>
                  <a:cubicBezTo>
                    <a:pt x="6" y="32"/>
                    <a:pt x="7" y="33"/>
                    <a:pt x="7" y="35"/>
                  </a:cubicBezTo>
                  <a:cubicBezTo>
                    <a:pt x="7" y="38"/>
                    <a:pt x="6" y="38"/>
                    <a:pt x="5" y="40"/>
                  </a:cubicBezTo>
                  <a:cubicBezTo>
                    <a:pt x="5" y="43"/>
                    <a:pt x="5" y="44"/>
                    <a:pt x="4" y="46"/>
                  </a:cubicBezTo>
                  <a:cubicBezTo>
                    <a:pt x="2" y="50"/>
                    <a:pt x="0" y="52"/>
                    <a:pt x="0" y="55"/>
                  </a:cubicBezTo>
                  <a:cubicBezTo>
                    <a:pt x="0" y="59"/>
                    <a:pt x="1" y="61"/>
                    <a:pt x="1" y="64"/>
                  </a:cubicBezTo>
                  <a:cubicBezTo>
                    <a:pt x="1" y="67"/>
                    <a:pt x="0" y="68"/>
                    <a:pt x="0" y="70"/>
                  </a:cubicBezTo>
                  <a:cubicBezTo>
                    <a:pt x="0" y="74"/>
                    <a:pt x="1" y="76"/>
                    <a:pt x="2" y="78"/>
                  </a:cubicBezTo>
                  <a:cubicBezTo>
                    <a:pt x="2" y="80"/>
                    <a:pt x="2" y="81"/>
                    <a:pt x="3" y="82"/>
                  </a:cubicBezTo>
                  <a:cubicBezTo>
                    <a:pt x="5" y="85"/>
                    <a:pt x="7" y="85"/>
                    <a:pt x="9" y="86"/>
                  </a:cubicBezTo>
                  <a:cubicBezTo>
                    <a:pt x="10" y="87"/>
                    <a:pt x="10" y="88"/>
                    <a:pt x="10" y="88"/>
                  </a:cubicBezTo>
                  <a:cubicBezTo>
                    <a:pt x="12" y="90"/>
                    <a:pt x="14" y="90"/>
                    <a:pt x="16" y="90"/>
                  </a:cubicBezTo>
                  <a:cubicBezTo>
                    <a:pt x="18" y="90"/>
                    <a:pt x="18" y="88"/>
                    <a:pt x="20" y="87"/>
                  </a:cubicBezTo>
                  <a:cubicBezTo>
                    <a:pt x="23" y="85"/>
                    <a:pt x="26" y="83"/>
                    <a:pt x="30" y="82"/>
                  </a:cubicBezTo>
                  <a:cubicBezTo>
                    <a:pt x="31" y="82"/>
                    <a:pt x="32" y="82"/>
                    <a:pt x="34" y="82"/>
                  </a:cubicBezTo>
                  <a:cubicBezTo>
                    <a:pt x="38" y="82"/>
                    <a:pt x="42" y="81"/>
                    <a:pt x="46" y="81"/>
                  </a:cubicBezTo>
                  <a:cubicBezTo>
                    <a:pt x="46" y="81"/>
                    <a:pt x="46" y="81"/>
                    <a:pt x="46" y="81"/>
                  </a:cubicBezTo>
                  <a:cubicBezTo>
                    <a:pt x="48" y="79"/>
                    <a:pt x="50" y="76"/>
                    <a:pt x="51" y="74"/>
                  </a:cubicBezTo>
                  <a:cubicBezTo>
                    <a:pt x="51" y="74"/>
                    <a:pt x="51" y="74"/>
                    <a:pt x="51" y="74"/>
                  </a:cubicBezTo>
                  <a:cubicBezTo>
                    <a:pt x="48" y="69"/>
                    <a:pt x="46" y="66"/>
                    <a:pt x="46" y="60"/>
                  </a:cubicBezTo>
                  <a:cubicBezTo>
                    <a:pt x="46" y="55"/>
                    <a:pt x="46" y="55"/>
                    <a:pt x="46" y="55"/>
                  </a:cubicBezTo>
                  <a:cubicBezTo>
                    <a:pt x="48" y="55"/>
                    <a:pt x="49" y="54"/>
                    <a:pt x="52" y="54"/>
                  </a:cubicBezTo>
                  <a:cubicBezTo>
                    <a:pt x="56" y="53"/>
                    <a:pt x="60" y="54"/>
                    <a:pt x="64" y="5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14"/>
            <p:cNvSpPr>
              <a:spLocks/>
            </p:cNvSpPr>
            <p:nvPr/>
          </p:nvSpPr>
          <p:spPr bwMode="auto">
            <a:xfrm>
              <a:off x="5607051" y="2527300"/>
              <a:ext cx="114300" cy="169863"/>
            </a:xfrm>
            <a:custGeom>
              <a:avLst/>
              <a:gdLst/>
              <a:ahLst/>
              <a:cxnLst>
                <a:cxn ang="0">
                  <a:pos x="64" y="57"/>
                </a:cxn>
                <a:cxn ang="0">
                  <a:pos x="48" y="75"/>
                </a:cxn>
                <a:cxn ang="0">
                  <a:pos x="44" y="94"/>
                </a:cxn>
                <a:cxn ang="0">
                  <a:pos x="44" y="94"/>
                </a:cxn>
                <a:cxn ang="0">
                  <a:pos x="44" y="94"/>
                </a:cxn>
                <a:cxn ang="0">
                  <a:pos x="31" y="95"/>
                </a:cxn>
                <a:cxn ang="0">
                  <a:pos x="16" y="92"/>
                </a:cxn>
                <a:cxn ang="0">
                  <a:pos x="8" y="89"/>
                </a:cxn>
                <a:cxn ang="0">
                  <a:pos x="0" y="83"/>
                </a:cxn>
                <a:cxn ang="0">
                  <a:pos x="4" y="73"/>
                </a:cxn>
                <a:cxn ang="0">
                  <a:pos x="9" y="59"/>
                </a:cxn>
                <a:cxn ang="0">
                  <a:pos x="6" y="37"/>
                </a:cxn>
                <a:cxn ang="0">
                  <a:pos x="6" y="37"/>
                </a:cxn>
                <a:cxn ang="0">
                  <a:pos x="11" y="30"/>
                </a:cxn>
                <a:cxn ang="0">
                  <a:pos x="11" y="30"/>
                </a:cxn>
                <a:cxn ang="0">
                  <a:pos x="20" y="37"/>
                </a:cxn>
                <a:cxn ang="0">
                  <a:pos x="25" y="32"/>
                </a:cxn>
                <a:cxn ang="0">
                  <a:pos x="26" y="29"/>
                </a:cxn>
                <a:cxn ang="0">
                  <a:pos x="24" y="15"/>
                </a:cxn>
                <a:cxn ang="0">
                  <a:pos x="24" y="10"/>
                </a:cxn>
                <a:cxn ang="0">
                  <a:pos x="24" y="10"/>
                </a:cxn>
                <a:cxn ang="0">
                  <a:pos x="32" y="0"/>
                </a:cxn>
                <a:cxn ang="0">
                  <a:pos x="32" y="0"/>
                </a:cxn>
                <a:cxn ang="0">
                  <a:pos x="38" y="0"/>
                </a:cxn>
                <a:cxn ang="0">
                  <a:pos x="39" y="1"/>
                </a:cxn>
                <a:cxn ang="0">
                  <a:pos x="40" y="7"/>
                </a:cxn>
                <a:cxn ang="0">
                  <a:pos x="40" y="18"/>
                </a:cxn>
                <a:cxn ang="0">
                  <a:pos x="39" y="22"/>
                </a:cxn>
                <a:cxn ang="0">
                  <a:pos x="43" y="28"/>
                </a:cxn>
                <a:cxn ang="0">
                  <a:pos x="46" y="32"/>
                </a:cxn>
                <a:cxn ang="0">
                  <a:pos x="51" y="36"/>
                </a:cxn>
                <a:cxn ang="0">
                  <a:pos x="64" y="57"/>
                </a:cxn>
              </a:cxnLst>
              <a:rect l="0" t="0" r="r" b="b"/>
              <a:pathLst>
                <a:path w="64" h="95">
                  <a:moveTo>
                    <a:pt x="64" y="57"/>
                  </a:moveTo>
                  <a:cubicBezTo>
                    <a:pt x="60" y="66"/>
                    <a:pt x="50" y="66"/>
                    <a:pt x="48" y="75"/>
                  </a:cubicBezTo>
                  <a:cubicBezTo>
                    <a:pt x="47" y="83"/>
                    <a:pt x="44" y="87"/>
                    <a:pt x="44" y="94"/>
                  </a:cubicBezTo>
                  <a:cubicBezTo>
                    <a:pt x="44" y="94"/>
                    <a:pt x="44" y="94"/>
                    <a:pt x="44" y="94"/>
                  </a:cubicBezTo>
                  <a:cubicBezTo>
                    <a:pt x="44" y="94"/>
                    <a:pt x="44" y="94"/>
                    <a:pt x="44" y="94"/>
                  </a:cubicBezTo>
                  <a:cubicBezTo>
                    <a:pt x="39" y="95"/>
                    <a:pt x="36" y="95"/>
                    <a:pt x="31" y="95"/>
                  </a:cubicBezTo>
                  <a:cubicBezTo>
                    <a:pt x="25" y="95"/>
                    <a:pt x="22" y="94"/>
                    <a:pt x="16" y="92"/>
                  </a:cubicBezTo>
                  <a:cubicBezTo>
                    <a:pt x="13" y="91"/>
                    <a:pt x="11" y="90"/>
                    <a:pt x="8" y="89"/>
                  </a:cubicBezTo>
                  <a:cubicBezTo>
                    <a:pt x="5" y="88"/>
                    <a:pt x="0" y="87"/>
                    <a:pt x="0" y="83"/>
                  </a:cubicBezTo>
                  <a:cubicBezTo>
                    <a:pt x="0" y="79"/>
                    <a:pt x="2" y="77"/>
                    <a:pt x="4" y="73"/>
                  </a:cubicBezTo>
                  <a:cubicBezTo>
                    <a:pt x="7" y="68"/>
                    <a:pt x="9" y="65"/>
                    <a:pt x="9" y="59"/>
                  </a:cubicBezTo>
                  <a:cubicBezTo>
                    <a:pt x="9" y="50"/>
                    <a:pt x="7" y="45"/>
                    <a:pt x="6" y="37"/>
                  </a:cubicBezTo>
                  <a:cubicBezTo>
                    <a:pt x="6" y="37"/>
                    <a:pt x="6" y="37"/>
                    <a:pt x="6" y="37"/>
                  </a:cubicBezTo>
                  <a:cubicBezTo>
                    <a:pt x="8" y="35"/>
                    <a:pt x="10" y="32"/>
                    <a:pt x="11" y="30"/>
                  </a:cubicBezTo>
                  <a:cubicBezTo>
                    <a:pt x="11" y="30"/>
                    <a:pt x="11" y="30"/>
                    <a:pt x="11" y="30"/>
                  </a:cubicBezTo>
                  <a:cubicBezTo>
                    <a:pt x="14" y="33"/>
                    <a:pt x="16" y="37"/>
                    <a:pt x="20" y="37"/>
                  </a:cubicBezTo>
                  <a:cubicBezTo>
                    <a:pt x="22" y="37"/>
                    <a:pt x="24" y="35"/>
                    <a:pt x="25" y="32"/>
                  </a:cubicBezTo>
                  <a:cubicBezTo>
                    <a:pt x="25" y="31"/>
                    <a:pt x="26" y="31"/>
                    <a:pt x="26" y="29"/>
                  </a:cubicBezTo>
                  <a:cubicBezTo>
                    <a:pt x="26" y="24"/>
                    <a:pt x="24" y="21"/>
                    <a:pt x="24" y="15"/>
                  </a:cubicBezTo>
                  <a:cubicBezTo>
                    <a:pt x="24" y="13"/>
                    <a:pt x="24" y="12"/>
                    <a:pt x="24" y="10"/>
                  </a:cubicBezTo>
                  <a:cubicBezTo>
                    <a:pt x="24" y="10"/>
                    <a:pt x="24" y="10"/>
                    <a:pt x="24" y="10"/>
                  </a:cubicBezTo>
                  <a:cubicBezTo>
                    <a:pt x="28" y="8"/>
                    <a:pt x="30" y="4"/>
                    <a:pt x="32" y="0"/>
                  </a:cubicBezTo>
                  <a:cubicBezTo>
                    <a:pt x="32" y="0"/>
                    <a:pt x="32" y="0"/>
                    <a:pt x="32" y="0"/>
                  </a:cubicBezTo>
                  <a:cubicBezTo>
                    <a:pt x="34" y="0"/>
                    <a:pt x="35" y="0"/>
                    <a:pt x="38" y="0"/>
                  </a:cubicBezTo>
                  <a:cubicBezTo>
                    <a:pt x="39" y="0"/>
                    <a:pt x="39" y="1"/>
                    <a:pt x="39" y="1"/>
                  </a:cubicBezTo>
                  <a:cubicBezTo>
                    <a:pt x="40" y="3"/>
                    <a:pt x="40" y="5"/>
                    <a:pt x="40" y="7"/>
                  </a:cubicBezTo>
                  <a:cubicBezTo>
                    <a:pt x="40" y="18"/>
                    <a:pt x="40" y="18"/>
                    <a:pt x="40" y="18"/>
                  </a:cubicBezTo>
                  <a:cubicBezTo>
                    <a:pt x="40" y="20"/>
                    <a:pt x="39" y="21"/>
                    <a:pt x="39" y="22"/>
                  </a:cubicBezTo>
                  <a:cubicBezTo>
                    <a:pt x="40" y="25"/>
                    <a:pt x="42" y="26"/>
                    <a:pt x="43" y="28"/>
                  </a:cubicBezTo>
                  <a:cubicBezTo>
                    <a:pt x="44" y="29"/>
                    <a:pt x="45" y="31"/>
                    <a:pt x="46" y="32"/>
                  </a:cubicBezTo>
                  <a:cubicBezTo>
                    <a:pt x="48" y="33"/>
                    <a:pt x="50" y="34"/>
                    <a:pt x="51" y="36"/>
                  </a:cubicBezTo>
                  <a:cubicBezTo>
                    <a:pt x="56" y="44"/>
                    <a:pt x="59" y="50"/>
                    <a:pt x="64" y="5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15"/>
            <p:cNvSpPr>
              <a:spLocks/>
            </p:cNvSpPr>
            <p:nvPr/>
          </p:nvSpPr>
          <p:spPr bwMode="auto">
            <a:xfrm>
              <a:off x="5075238" y="2463800"/>
              <a:ext cx="350838" cy="644525"/>
            </a:xfrm>
            <a:custGeom>
              <a:avLst/>
              <a:gdLst/>
              <a:ahLst/>
              <a:cxnLst>
                <a:cxn ang="0">
                  <a:pos x="52" y="70"/>
                </a:cxn>
                <a:cxn ang="0">
                  <a:pos x="56" y="70"/>
                </a:cxn>
                <a:cxn ang="0">
                  <a:pos x="78" y="64"/>
                </a:cxn>
                <a:cxn ang="0">
                  <a:pos x="89" y="41"/>
                </a:cxn>
                <a:cxn ang="0">
                  <a:pos x="102" y="32"/>
                </a:cxn>
                <a:cxn ang="0">
                  <a:pos x="130" y="25"/>
                </a:cxn>
                <a:cxn ang="0">
                  <a:pos x="149" y="27"/>
                </a:cxn>
                <a:cxn ang="0">
                  <a:pos x="169" y="18"/>
                </a:cxn>
                <a:cxn ang="0">
                  <a:pos x="178" y="0"/>
                </a:cxn>
                <a:cxn ang="0">
                  <a:pos x="183" y="7"/>
                </a:cxn>
                <a:cxn ang="0">
                  <a:pos x="189" y="25"/>
                </a:cxn>
                <a:cxn ang="0">
                  <a:pos x="195" y="30"/>
                </a:cxn>
                <a:cxn ang="0">
                  <a:pos x="175" y="45"/>
                </a:cxn>
                <a:cxn ang="0">
                  <a:pos x="186" y="57"/>
                </a:cxn>
                <a:cxn ang="0">
                  <a:pos x="196" y="83"/>
                </a:cxn>
                <a:cxn ang="0">
                  <a:pos x="187" y="101"/>
                </a:cxn>
                <a:cxn ang="0">
                  <a:pos x="179" y="105"/>
                </a:cxn>
                <a:cxn ang="0">
                  <a:pos x="170" y="107"/>
                </a:cxn>
                <a:cxn ang="0">
                  <a:pos x="159" y="126"/>
                </a:cxn>
                <a:cxn ang="0">
                  <a:pos x="153" y="148"/>
                </a:cxn>
                <a:cxn ang="0">
                  <a:pos x="166" y="168"/>
                </a:cxn>
                <a:cxn ang="0">
                  <a:pos x="174" y="189"/>
                </a:cxn>
                <a:cxn ang="0">
                  <a:pos x="166" y="213"/>
                </a:cxn>
                <a:cxn ang="0">
                  <a:pos x="155" y="231"/>
                </a:cxn>
                <a:cxn ang="0">
                  <a:pos x="153" y="251"/>
                </a:cxn>
                <a:cxn ang="0">
                  <a:pos x="157" y="258"/>
                </a:cxn>
                <a:cxn ang="0">
                  <a:pos x="161" y="263"/>
                </a:cxn>
                <a:cxn ang="0">
                  <a:pos x="156" y="288"/>
                </a:cxn>
                <a:cxn ang="0">
                  <a:pos x="149" y="307"/>
                </a:cxn>
                <a:cxn ang="0">
                  <a:pos x="129" y="317"/>
                </a:cxn>
                <a:cxn ang="0">
                  <a:pos x="106" y="321"/>
                </a:cxn>
                <a:cxn ang="0">
                  <a:pos x="89" y="331"/>
                </a:cxn>
                <a:cxn ang="0">
                  <a:pos x="77" y="337"/>
                </a:cxn>
                <a:cxn ang="0">
                  <a:pos x="52" y="350"/>
                </a:cxn>
                <a:cxn ang="0">
                  <a:pos x="34" y="356"/>
                </a:cxn>
                <a:cxn ang="0">
                  <a:pos x="0" y="360"/>
                </a:cxn>
                <a:cxn ang="0">
                  <a:pos x="1" y="351"/>
                </a:cxn>
                <a:cxn ang="0">
                  <a:pos x="8" y="323"/>
                </a:cxn>
                <a:cxn ang="0">
                  <a:pos x="14" y="294"/>
                </a:cxn>
                <a:cxn ang="0">
                  <a:pos x="10" y="278"/>
                </a:cxn>
                <a:cxn ang="0">
                  <a:pos x="8" y="241"/>
                </a:cxn>
                <a:cxn ang="0">
                  <a:pos x="12" y="212"/>
                </a:cxn>
                <a:cxn ang="0">
                  <a:pos x="25" y="192"/>
                </a:cxn>
                <a:cxn ang="0">
                  <a:pos x="12" y="163"/>
                </a:cxn>
                <a:cxn ang="0">
                  <a:pos x="29" y="136"/>
                </a:cxn>
                <a:cxn ang="0">
                  <a:pos x="38" y="111"/>
                </a:cxn>
                <a:cxn ang="0">
                  <a:pos x="42" y="101"/>
                </a:cxn>
              </a:cxnLst>
              <a:rect l="0" t="0" r="r" b="b"/>
              <a:pathLst>
                <a:path w="196" h="360">
                  <a:moveTo>
                    <a:pt x="48" y="81"/>
                  </a:moveTo>
                  <a:cubicBezTo>
                    <a:pt x="51" y="78"/>
                    <a:pt x="52" y="75"/>
                    <a:pt x="52" y="70"/>
                  </a:cubicBezTo>
                  <a:cubicBezTo>
                    <a:pt x="53" y="70"/>
                    <a:pt x="53" y="69"/>
                    <a:pt x="54" y="69"/>
                  </a:cubicBezTo>
                  <a:cubicBezTo>
                    <a:pt x="55" y="69"/>
                    <a:pt x="55" y="70"/>
                    <a:pt x="56" y="70"/>
                  </a:cubicBezTo>
                  <a:cubicBezTo>
                    <a:pt x="60" y="71"/>
                    <a:pt x="62" y="73"/>
                    <a:pt x="66" y="73"/>
                  </a:cubicBezTo>
                  <a:cubicBezTo>
                    <a:pt x="72" y="73"/>
                    <a:pt x="75" y="69"/>
                    <a:pt x="78" y="64"/>
                  </a:cubicBezTo>
                  <a:cubicBezTo>
                    <a:pt x="81" y="59"/>
                    <a:pt x="84" y="57"/>
                    <a:pt x="86" y="51"/>
                  </a:cubicBezTo>
                  <a:cubicBezTo>
                    <a:pt x="87" y="48"/>
                    <a:pt x="88" y="45"/>
                    <a:pt x="89" y="41"/>
                  </a:cubicBezTo>
                  <a:cubicBezTo>
                    <a:pt x="91" y="36"/>
                    <a:pt x="94" y="30"/>
                    <a:pt x="100" y="30"/>
                  </a:cubicBezTo>
                  <a:cubicBezTo>
                    <a:pt x="101" y="30"/>
                    <a:pt x="101" y="32"/>
                    <a:pt x="102" y="32"/>
                  </a:cubicBezTo>
                  <a:cubicBezTo>
                    <a:pt x="105" y="34"/>
                    <a:pt x="107" y="36"/>
                    <a:pt x="110" y="36"/>
                  </a:cubicBezTo>
                  <a:cubicBezTo>
                    <a:pt x="119" y="36"/>
                    <a:pt x="121" y="25"/>
                    <a:pt x="130" y="25"/>
                  </a:cubicBezTo>
                  <a:cubicBezTo>
                    <a:pt x="136" y="25"/>
                    <a:pt x="139" y="29"/>
                    <a:pt x="145" y="29"/>
                  </a:cubicBezTo>
                  <a:cubicBezTo>
                    <a:pt x="146" y="29"/>
                    <a:pt x="147" y="28"/>
                    <a:pt x="149" y="27"/>
                  </a:cubicBezTo>
                  <a:cubicBezTo>
                    <a:pt x="154" y="26"/>
                    <a:pt x="156" y="25"/>
                    <a:pt x="161" y="22"/>
                  </a:cubicBezTo>
                  <a:cubicBezTo>
                    <a:pt x="164" y="21"/>
                    <a:pt x="166" y="20"/>
                    <a:pt x="169" y="18"/>
                  </a:cubicBezTo>
                  <a:cubicBezTo>
                    <a:pt x="171" y="15"/>
                    <a:pt x="171" y="13"/>
                    <a:pt x="173" y="10"/>
                  </a:cubicBezTo>
                  <a:cubicBezTo>
                    <a:pt x="175" y="6"/>
                    <a:pt x="176" y="4"/>
                    <a:pt x="178" y="0"/>
                  </a:cubicBezTo>
                  <a:cubicBezTo>
                    <a:pt x="178" y="0"/>
                    <a:pt x="178" y="0"/>
                    <a:pt x="178" y="0"/>
                  </a:cubicBezTo>
                  <a:cubicBezTo>
                    <a:pt x="180" y="3"/>
                    <a:pt x="182" y="4"/>
                    <a:pt x="183" y="7"/>
                  </a:cubicBezTo>
                  <a:cubicBezTo>
                    <a:pt x="185" y="11"/>
                    <a:pt x="185" y="14"/>
                    <a:pt x="187" y="19"/>
                  </a:cubicBezTo>
                  <a:cubicBezTo>
                    <a:pt x="188" y="21"/>
                    <a:pt x="187" y="23"/>
                    <a:pt x="189" y="25"/>
                  </a:cubicBezTo>
                  <a:cubicBezTo>
                    <a:pt x="190" y="27"/>
                    <a:pt x="192" y="27"/>
                    <a:pt x="195" y="28"/>
                  </a:cubicBezTo>
                  <a:cubicBezTo>
                    <a:pt x="195" y="30"/>
                    <a:pt x="195" y="30"/>
                    <a:pt x="195" y="30"/>
                  </a:cubicBezTo>
                  <a:cubicBezTo>
                    <a:pt x="190" y="33"/>
                    <a:pt x="187" y="35"/>
                    <a:pt x="181" y="38"/>
                  </a:cubicBezTo>
                  <a:cubicBezTo>
                    <a:pt x="179" y="40"/>
                    <a:pt x="175" y="42"/>
                    <a:pt x="175" y="45"/>
                  </a:cubicBezTo>
                  <a:cubicBezTo>
                    <a:pt x="175" y="48"/>
                    <a:pt x="178" y="49"/>
                    <a:pt x="181" y="51"/>
                  </a:cubicBezTo>
                  <a:cubicBezTo>
                    <a:pt x="183" y="53"/>
                    <a:pt x="184" y="55"/>
                    <a:pt x="186" y="57"/>
                  </a:cubicBezTo>
                  <a:cubicBezTo>
                    <a:pt x="189" y="61"/>
                    <a:pt x="190" y="64"/>
                    <a:pt x="193" y="69"/>
                  </a:cubicBezTo>
                  <a:cubicBezTo>
                    <a:pt x="195" y="74"/>
                    <a:pt x="196" y="77"/>
                    <a:pt x="196" y="83"/>
                  </a:cubicBezTo>
                  <a:cubicBezTo>
                    <a:pt x="196" y="89"/>
                    <a:pt x="195" y="93"/>
                    <a:pt x="191" y="97"/>
                  </a:cubicBezTo>
                  <a:cubicBezTo>
                    <a:pt x="190" y="98"/>
                    <a:pt x="189" y="100"/>
                    <a:pt x="187" y="101"/>
                  </a:cubicBezTo>
                  <a:cubicBezTo>
                    <a:pt x="186" y="102"/>
                    <a:pt x="185" y="102"/>
                    <a:pt x="183" y="102"/>
                  </a:cubicBezTo>
                  <a:cubicBezTo>
                    <a:pt x="182" y="103"/>
                    <a:pt x="181" y="105"/>
                    <a:pt x="179" y="105"/>
                  </a:cubicBezTo>
                  <a:cubicBezTo>
                    <a:pt x="177" y="105"/>
                    <a:pt x="176" y="103"/>
                    <a:pt x="173" y="103"/>
                  </a:cubicBezTo>
                  <a:cubicBezTo>
                    <a:pt x="171" y="103"/>
                    <a:pt x="171" y="106"/>
                    <a:pt x="170" y="107"/>
                  </a:cubicBezTo>
                  <a:cubicBezTo>
                    <a:pt x="167" y="110"/>
                    <a:pt x="165" y="111"/>
                    <a:pt x="163" y="114"/>
                  </a:cubicBezTo>
                  <a:cubicBezTo>
                    <a:pt x="161" y="119"/>
                    <a:pt x="160" y="122"/>
                    <a:pt x="159" y="126"/>
                  </a:cubicBezTo>
                  <a:cubicBezTo>
                    <a:pt x="157" y="132"/>
                    <a:pt x="157" y="135"/>
                    <a:pt x="155" y="140"/>
                  </a:cubicBezTo>
                  <a:cubicBezTo>
                    <a:pt x="154" y="143"/>
                    <a:pt x="153" y="145"/>
                    <a:pt x="153" y="148"/>
                  </a:cubicBezTo>
                  <a:cubicBezTo>
                    <a:pt x="153" y="151"/>
                    <a:pt x="155" y="152"/>
                    <a:pt x="156" y="154"/>
                  </a:cubicBezTo>
                  <a:cubicBezTo>
                    <a:pt x="160" y="160"/>
                    <a:pt x="163" y="162"/>
                    <a:pt x="166" y="168"/>
                  </a:cubicBezTo>
                  <a:cubicBezTo>
                    <a:pt x="167" y="171"/>
                    <a:pt x="167" y="172"/>
                    <a:pt x="168" y="174"/>
                  </a:cubicBezTo>
                  <a:cubicBezTo>
                    <a:pt x="170" y="180"/>
                    <a:pt x="173" y="183"/>
                    <a:pt x="174" y="189"/>
                  </a:cubicBezTo>
                  <a:cubicBezTo>
                    <a:pt x="174" y="196"/>
                    <a:pt x="172" y="199"/>
                    <a:pt x="170" y="205"/>
                  </a:cubicBezTo>
                  <a:cubicBezTo>
                    <a:pt x="169" y="208"/>
                    <a:pt x="168" y="211"/>
                    <a:pt x="166" y="213"/>
                  </a:cubicBezTo>
                  <a:cubicBezTo>
                    <a:pt x="164" y="217"/>
                    <a:pt x="162" y="219"/>
                    <a:pt x="159" y="223"/>
                  </a:cubicBezTo>
                  <a:cubicBezTo>
                    <a:pt x="158" y="226"/>
                    <a:pt x="157" y="228"/>
                    <a:pt x="155" y="231"/>
                  </a:cubicBezTo>
                  <a:cubicBezTo>
                    <a:pt x="153" y="236"/>
                    <a:pt x="150" y="239"/>
                    <a:pt x="150" y="244"/>
                  </a:cubicBezTo>
                  <a:cubicBezTo>
                    <a:pt x="150" y="247"/>
                    <a:pt x="151" y="249"/>
                    <a:pt x="153" y="251"/>
                  </a:cubicBezTo>
                  <a:cubicBezTo>
                    <a:pt x="153" y="252"/>
                    <a:pt x="154" y="252"/>
                    <a:pt x="155" y="252"/>
                  </a:cubicBezTo>
                  <a:cubicBezTo>
                    <a:pt x="156" y="254"/>
                    <a:pt x="156" y="256"/>
                    <a:pt x="157" y="258"/>
                  </a:cubicBezTo>
                  <a:cubicBezTo>
                    <a:pt x="158" y="261"/>
                    <a:pt x="160" y="260"/>
                    <a:pt x="161" y="263"/>
                  </a:cubicBezTo>
                  <a:cubicBezTo>
                    <a:pt x="161" y="263"/>
                    <a:pt x="161" y="263"/>
                    <a:pt x="161" y="263"/>
                  </a:cubicBezTo>
                  <a:cubicBezTo>
                    <a:pt x="161" y="268"/>
                    <a:pt x="159" y="272"/>
                    <a:pt x="159" y="278"/>
                  </a:cubicBezTo>
                  <a:cubicBezTo>
                    <a:pt x="158" y="282"/>
                    <a:pt x="157" y="284"/>
                    <a:pt x="156" y="288"/>
                  </a:cubicBezTo>
                  <a:cubicBezTo>
                    <a:pt x="156" y="290"/>
                    <a:pt x="156" y="291"/>
                    <a:pt x="156" y="292"/>
                  </a:cubicBezTo>
                  <a:cubicBezTo>
                    <a:pt x="154" y="298"/>
                    <a:pt x="152" y="301"/>
                    <a:pt x="149" y="307"/>
                  </a:cubicBezTo>
                  <a:cubicBezTo>
                    <a:pt x="147" y="312"/>
                    <a:pt x="143" y="313"/>
                    <a:pt x="137" y="314"/>
                  </a:cubicBezTo>
                  <a:cubicBezTo>
                    <a:pt x="134" y="315"/>
                    <a:pt x="132" y="316"/>
                    <a:pt x="129" y="317"/>
                  </a:cubicBezTo>
                  <a:cubicBezTo>
                    <a:pt x="128" y="317"/>
                    <a:pt x="127" y="318"/>
                    <a:pt x="125" y="318"/>
                  </a:cubicBezTo>
                  <a:cubicBezTo>
                    <a:pt x="118" y="320"/>
                    <a:pt x="114" y="320"/>
                    <a:pt x="106" y="321"/>
                  </a:cubicBezTo>
                  <a:cubicBezTo>
                    <a:pt x="101" y="322"/>
                    <a:pt x="96" y="321"/>
                    <a:pt x="92" y="325"/>
                  </a:cubicBezTo>
                  <a:cubicBezTo>
                    <a:pt x="91" y="327"/>
                    <a:pt x="90" y="329"/>
                    <a:pt x="89" y="331"/>
                  </a:cubicBezTo>
                  <a:cubicBezTo>
                    <a:pt x="87" y="334"/>
                    <a:pt x="84" y="334"/>
                    <a:pt x="81" y="334"/>
                  </a:cubicBezTo>
                  <a:cubicBezTo>
                    <a:pt x="79" y="335"/>
                    <a:pt x="79" y="337"/>
                    <a:pt x="77" y="337"/>
                  </a:cubicBezTo>
                  <a:cubicBezTo>
                    <a:pt x="73" y="339"/>
                    <a:pt x="70" y="340"/>
                    <a:pt x="67" y="342"/>
                  </a:cubicBezTo>
                  <a:cubicBezTo>
                    <a:pt x="62" y="346"/>
                    <a:pt x="58" y="349"/>
                    <a:pt x="52" y="350"/>
                  </a:cubicBezTo>
                  <a:cubicBezTo>
                    <a:pt x="49" y="351"/>
                    <a:pt x="47" y="351"/>
                    <a:pt x="44" y="352"/>
                  </a:cubicBezTo>
                  <a:cubicBezTo>
                    <a:pt x="40" y="353"/>
                    <a:pt x="38" y="354"/>
                    <a:pt x="34" y="356"/>
                  </a:cubicBezTo>
                  <a:cubicBezTo>
                    <a:pt x="30" y="358"/>
                    <a:pt x="27" y="360"/>
                    <a:pt x="22" y="360"/>
                  </a:cubicBezTo>
                  <a:cubicBezTo>
                    <a:pt x="0" y="360"/>
                    <a:pt x="0" y="360"/>
                    <a:pt x="0" y="360"/>
                  </a:cubicBezTo>
                  <a:cubicBezTo>
                    <a:pt x="0" y="360"/>
                    <a:pt x="0" y="360"/>
                    <a:pt x="0" y="360"/>
                  </a:cubicBezTo>
                  <a:cubicBezTo>
                    <a:pt x="0" y="357"/>
                    <a:pt x="1" y="354"/>
                    <a:pt x="1" y="351"/>
                  </a:cubicBezTo>
                  <a:cubicBezTo>
                    <a:pt x="1" y="346"/>
                    <a:pt x="3" y="343"/>
                    <a:pt x="4" y="337"/>
                  </a:cubicBezTo>
                  <a:cubicBezTo>
                    <a:pt x="5" y="332"/>
                    <a:pt x="6" y="329"/>
                    <a:pt x="8" y="323"/>
                  </a:cubicBezTo>
                  <a:cubicBezTo>
                    <a:pt x="9" y="320"/>
                    <a:pt x="10" y="317"/>
                    <a:pt x="11" y="313"/>
                  </a:cubicBezTo>
                  <a:cubicBezTo>
                    <a:pt x="13" y="306"/>
                    <a:pt x="14" y="302"/>
                    <a:pt x="14" y="294"/>
                  </a:cubicBezTo>
                  <a:cubicBezTo>
                    <a:pt x="14" y="291"/>
                    <a:pt x="14" y="289"/>
                    <a:pt x="13" y="285"/>
                  </a:cubicBezTo>
                  <a:cubicBezTo>
                    <a:pt x="12" y="282"/>
                    <a:pt x="10" y="281"/>
                    <a:pt x="10" y="278"/>
                  </a:cubicBezTo>
                  <a:cubicBezTo>
                    <a:pt x="10" y="253"/>
                    <a:pt x="10" y="253"/>
                    <a:pt x="10" y="253"/>
                  </a:cubicBezTo>
                  <a:cubicBezTo>
                    <a:pt x="10" y="248"/>
                    <a:pt x="8" y="246"/>
                    <a:pt x="8" y="241"/>
                  </a:cubicBezTo>
                  <a:cubicBezTo>
                    <a:pt x="8" y="230"/>
                    <a:pt x="8" y="230"/>
                    <a:pt x="8" y="230"/>
                  </a:cubicBezTo>
                  <a:cubicBezTo>
                    <a:pt x="8" y="223"/>
                    <a:pt x="9" y="219"/>
                    <a:pt x="12" y="212"/>
                  </a:cubicBezTo>
                  <a:cubicBezTo>
                    <a:pt x="14" y="208"/>
                    <a:pt x="16" y="206"/>
                    <a:pt x="18" y="202"/>
                  </a:cubicBezTo>
                  <a:cubicBezTo>
                    <a:pt x="20" y="198"/>
                    <a:pt x="25" y="197"/>
                    <a:pt x="25" y="192"/>
                  </a:cubicBezTo>
                  <a:cubicBezTo>
                    <a:pt x="25" y="188"/>
                    <a:pt x="22" y="186"/>
                    <a:pt x="20" y="182"/>
                  </a:cubicBezTo>
                  <a:cubicBezTo>
                    <a:pt x="15" y="175"/>
                    <a:pt x="12" y="171"/>
                    <a:pt x="12" y="163"/>
                  </a:cubicBezTo>
                  <a:cubicBezTo>
                    <a:pt x="12" y="156"/>
                    <a:pt x="16" y="153"/>
                    <a:pt x="20" y="148"/>
                  </a:cubicBezTo>
                  <a:cubicBezTo>
                    <a:pt x="23" y="143"/>
                    <a:pt x="26" y="141"/>
                    <a:pt x="29" y="136"/>
                  </a:cubicBezTo>
                  <a:cubicBezTo>
                    <a:pt x="31" y="133"/>
                    <a:pt x="31" y="130"/>
                    <a:pt x="33" y="126"/>
                  </a:cubicBezTo>
                  <a:cubicBezTo>
                    <a:pt x="36" y="121"/>
                    <a:pt x="38" y="118"/>
                    <a:pt x="38" y="111"/>
                  </a:cubicBezTo>
                  <a:cubicBezTo>
                    <a:pt x="38" y="110"/>
                    <a:pt x="38" y="109"/>
                    <a:pt x="38" y="107"/>
                  </a:cubicBezTo>
                  <a:cubicBezTo>
                    <a:pt x="38" y="105"/>
                    <a:pt x="41" y="104"/>
                    <a:pt x="42" y="101"/>
                  </a:cubicBezTo>
                  <a:cubicBezTo>
                    <a:pt x="46" y="94"/>
                    <a:pt x="46" y="89"/>
                    <a:pt x="48" y="8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16"/>
            <p:cNvSpPr>
              <a:spLocks/>
            </p:cNvSpPr>
            <p:nvPr/>
          </p:nvSpPr>
          <p:spPr bwMode="auto">
            <a:xfrm>
              <a:off x="5075238" y="2930525"/>
              <a:ext cx="527050" cy="500063"/>
            </a:xfrm>
            <a:custGeom>
              <a:avLst/>
              <a:gdLst/>
              <a:ahLst/>
              <a:cxnLst>
                <a:cxn ang="0">
                  <a:pos x="240" y="25"/>
                </a:cxn>
                <a:cxn ang="0">
                  <a:pos x="261" y="21"/>
                </a:cxn>
                <a:cxn ang="0">
                  <a:pos x="240" y="41"/>
                </a:cxn>
                <a:cxn ang="0">
                  <a:pos x="222" y="64"/>
                </a:cxn>
                <a:cxn ang="0">
                  <a:pos x="232" y="88"/>
                </a:cxn>
                <a:cxn ang="0">
                  <a:pos x="252" y="104"/>
                </a:cxn>
                <a:cxn ang="0">
                  <a:pos x="272" y="104"/>
                </a:cxn>
                <a:cxn ang="0">
                  <a:pos x="285" y="112"/>
                </a:cxn>
                <a:cxn ang="0">
                  <a:pos x="291" y="116"/>
                </a:cxn>
                <a:cxn ang="0">
                  <a:pos x="295" y="138"/>
                </a:cxn>
                <a:cxn ang="0">
                  <a:pos x="285" y="148"/>
                </a:cxn>
                <a:cxn ang="0">
                  <a:pos x="271" y="147"/>
                </a:cxn>
                <a:cxn ang="0">
                  <a:pos x="260" y="134"/>
                </a:cxn>
                <a:cxn ang="0">
                  <a:pos x="254" y="134"/>
                </a:cxn>
                <a:cxn ang="0">
                  <a:pos x="247" y="139"/>
                </a:cxn>
                <a:cxn ang="0">
                  <a:pos x="244" y="151"/>
                </a:cxn>
                <a:cxn ang="0">
                  <a:pos x="236" y="165"/>
                </a:cxn>
                <a:cxn ang="0">
                  <a:pos x="224" y="187"/>
                </a:cxn>
                <a:cxn ang="0">
                  <a:pos x="218" y="189"/>
                </a:cxn>
                <a:cxn ang="0">
                  <a:pos x="220" y="194"/>
                </a:cxn>
                <a:cxn ang="0">
                  <a:pos x="227" y="204"/>
                </a:cxn>
                <a:cxn ang="0">
                  <a:pos x="232" y="213"/>
                </a:cxn>
                <a:cxn ang="0">
                  <a:pos x="244" y="223"/>
                </a:cxn>
                <a:cxn ang="0">
                  <a:pos x="255" y="217"/>
                </a:cxn>
                <a:cxn ang="0">
                  <a:pos x="261" y="234"/>
                </a:cxn>
                <a:cxn ang="0">
                  <a:pos x="267" y="250"/>
                </a:cxn>
                <a:cxn ang="0">
                  <a:pos x="258" y="255"/>
                </a:cxn>
                <a:cxn ang="0">
                  <a:pos x="238" y="280"/>
                </a:cxn>
                <a:cxn ang="0">
                  <a:pos x="232" y="275"/>
                </a:cxn>
                <a:cxn ang="0">
                  <a:pos x="209" y="271"/>
                </a:cxn>
                <a:cxn ang="0">
                  <a:pos x="194" y="261"/>
                </a:cxn>
                <a:cxn ang="0">
                  <a:pos x="178" y="258"/>
                </a:cxn>
                <a:cxn ang="0">
                  <a:pos x="166" y="244"/>
                </a:cxn>
                <a:cxn ang="0">
                  <a:pos x="146" y="228"/>
                </a:cxn>
                <a:cxn ang="0">
                  <a:pos x="133" y="227"/>
                </a:cxn>
                <a:cxn ang="0">
                  <a:pos x="71" y="217"/>
                </a:cxn>
                <a:cxn ang="0">
                  <a:pos x="48" y="201"/>
                </a:cxn>
                <a:cxn ang="0">
                  <a:pos x="35" y="173"/>
                </a:cxn>
                <a:cxn ang="0">
                  <a:pos x="27" y="154"/>
                </a:cxn>
                <a:cxn ang="0">
                  <a:pos x="11" y="121"/>
                </a:cxn>
                <a:cxn ang="0">
                  <a:pos x="0" y="100"/>
                </a:cxn>
                <a:cxn ang="0">
                  <a:pos x="34" y="96"/>
                </a:cxn>
                <a:cxn ang="0">
                  <a:pos x="52" y="90"/>
                </a:cxn>
                <a:cxn ang="0">
                  <a:pos x="77" y="77"/>
                </a:cxn>
                <a:cxn ang="0">
                  <a:pos x="89" y="71"/>
                </a:cxn>
                <a:cxn ang="0">
                  <a:pos x="106" y="61"/>
                </a:cxn>
                <a:cxn ang="0">
                  <a:pos x="129" y="57"/>
                </a:cxn>
                <a:cxn ang="0">
                  <a:pos x="149" y="47"/>
                </a:cxn>
                <a:cxn ang="0">
                  <a:pos x="156" y="28"/>
                </a:cxn>
                <a:cxn ang="0">
                  <a:pos x="161" y="3"/>
                </a:cxn>
                <a:cxn ang="0">
                  <a:pos x="167" y="3"/>
                </a:cxn>
                <a:cxn ang="0">
                  <a:pos x="174" y="2"/>
                </a:cxn>
                <a:cxn ang="0">
                  <a:pos x="192" y="9"/>
                </a:cxn>
                <a:cxn ang="0">
                  <a:pos x="226" y="13"/>
                </a:cxn>
                <a:cxn ang="0">
                  <a:pos x="241" y="17"/>
                </a:cxn>
              </a:cxnLst>
              <a:rect l="0" t="0" r="r" b="b"/>
              <a:pathLst>
                <a:path w="295" h="280">
                  <a:moveTo>
                    <a:pt x="241" y="17"/>
                  </a:moveTo>
                  <a:cubicBezTo>
                    <a:pt x="241" y="21"/>
                    <a:pt x="241" y="22"/>
                    <a:pt x="240" y="25"/>
                  </a:cubicBezTo>
                  <a:cubicBezTo>
                    <a:pt x="245" y="25"/>
                    <a:pt x="245" y="25"/>
                    <a:pt x="245" y="25"/>
                  </a:cubicBezTo>
                  <a:cubicBezTo>
                    <a:pt x="251" y="25"/>
                    <a:pt x="255" y="23"/>
                    <a:pt x="261" y="21"/>
                  </a:cubicBezTo>
                  <a:cubicBezTo>
                    <a:pt x="260" y="26"/>
                    <a:pt x="256" y="28"/>
                    <a:pt x="251" y="31"/>
                  </a:cubicBezTo>
                  <a:cubicBezTo>
                    <a:pt x="247" y="35"/>
                    <a:pt x="244" y="37"/>
                    <a:pt x="240" y="41"/>
                  </a:cubicBezTo>
                  <a:cubicBezTo>
                    <a:pt x="236" y="46"/>
                    <a:pt x="234" y="48"/>
                    <a:pt x="230" y="53"/>
                  </a:cubicBezTo>
                  <a:cubicBezTo>
                    <a:pt x="227" y="57"/>
                    <a:pt x="222" y="59"/>
                    <a:pt x="222" y="64"/>
                  </a:cubicBezTo>
                  <a:cubicBezTo>
                    <a:pt x="222" y="72"/>
                    <a:pt x="225" y="76"/>
                    <a:pt x="229" y="82"/>
                  </a:cubicBezTo>
                  <a:cubicBezTo>
                    <a:pt x="230" y="85"/>
                    <a:pt x="231" y="86"/>
                    <a:pt x="232" y="88"/>
                  </a:cubicBezTo>
                  <a:cubicBezTo>
                    <a:pt x="236" y="94"/>
                    <a:pt x="238" y="97"/>
                    <a:pt x="244" y="100"/>
                  </a:cubicBezTo>
                  <a:cubicBezTo>
                    <a:pt x="247" y="102"/>
                    <a:pt x="248" y="104"/>
                    <a:pt x="252" y="104"/>
                  </a:cubicBezTo>
                  <a:cubicBezTo>
                    <a:pt x="258" y="104"/>
                    <a:pt x="261" y="103"/>
                    <a:pt x="267" y="103"/>
                  </a:cubicBezTo>
                  <a:cubicBezTo>
                    <a:pt x="269" y="103"/>
                    <a:pt x="270" y="103"/>
                    <a:pt x="272" y="104"/>
                  </a:cubicBezTo>
                  <a:cubicBezTo>
                    <a:pt x="274" y="105"/>
                    <a:pt x="275" y="107"/>
                    <a:pt x="277" y="109"/>
                  </a:cubicBezTo>
                  <a:cubicBezTo>
                    <a:pt x="279" y="111"/>
                    <a:pt x="282" y="111"/>
                    <a:pt x="285" y="112"/>
                  </a:cubicBezTo>
                  <a:cubicBezTo>
                    <a:pt x="287" y="114"/>
                    <a:pt x="289" y="115"/>
                    <a:pt x="291" y="116"/>
                  </a:cubicBezTo>
                  <a:cubicBezTo>
                    <a:pt x="291" y="116"/>
                    <a:pt x="291" y="116"/>
                    <a:pt x="291" y="116"/>
                  </a:cubicBezTo>
                  <a:cubicBezTo>
                    <a:pt x="291" y="121"/>
                    <a:pt x="291" y="123"/>
                    <a:pt x="291" y="127"/>
                  </a:cubicBezTo>
                  <a:cubicBezTo>
                    <a:pt x="291" y="132"/>
                    <a:pt x="295" y="134"/>
                    <a:pt x="295" y="138"/>
                  </a:cubicBezTo>
                  <a:cubicBezTo>
                    <a:pt x="295" y="141"/>
                    <a:pt x="293" y="141"/>
                    <a:pt x="291" y="143"/>
                  </a:cubicBezTo>
                  <a:cubicBezTo>
                    <a:pt x="285" y="148"/>
                    <a:pt x="285" y="148"/>
                    <a:pt x="285" y="148"/>
                  </a:cubicBezTo>
                  <a:cubicBezTo>
                    <a:pt x="282" y="151"/>
                    <a:pt x="280" y="153"/>
                    <a:pt x="276" y="153"/>
                  </a:cubicBezTo>
                  <a:cubicBezTo>
                    <a:pt x="273" y="153"/>
                    <a:pt x="272" y="150"/>
                    <a:pt x="271" y="147"/>
                  </a:cubicBezTo>
                  <a:cubicBezTo>
                    <a:pt x="271" y="145"/>
                    <a:pt x="270" y="143"/>
                    <a:pt x="268" y="141"/>
                  </a:cubicBezTo>
                  <a:cubicBezTo>
                    <a:pt x="266" y="138"/>
                    <a:pt x="264" y="135"/>
                    <a:pt x="260" y="134"/>
                  </a:cubicBezTo>
                  <a:cubicBezTo>
                    <a:pt x="259" y="134"/>
                    <a:pt x="259" y="133"/>
                    <a:pt x="258" y="133"/>
                  </a:cubicBezTo>
                  <a:cubicBezTo>
                    <a:pt x="256" y="133"/>
                    <a:pt x="255" y="134"/>
                    <a:pt x="254" y="134"/>
                  </a:cubicBezTo>
                  <a:cubicBezTo>
                    <a:pt x="251" y="135"/>
                    <a:pt x="250" y="135"/>
                    <a:pt x="247" y="135"/>
                  </a:cubicBezTo>
                  <a:cubicBezTo>
                    <a:pt x="247" y="137"/>
                    <a:pt x="247" y="137"/>
                    <a:pt x="247" y="139"/>
                  </a:cubicBezTo>
                  <a:cubicBezTo>
                    <a:pt x="247" y="141"/>
                    <a:pt x="246" y="143"/>
                    <a:pt x="245" y="145"/>
                  </a:cubicBezTo>
                  <a:cubicBezTo>
                    <a:pt x="245" y="147"/>
                    <a:pt x="245" y="149"/>
                    <a:pt x="244" y="151"/>
                  </a:cubicBezTo>
                  <a:cubicBezTo>
                    <a:pt x="243" y="153"/>
                    <a:pt x="242" y="153"/>
                    <a:pt x="241" y="155"/>
                  </a:cubicBezTo>
                  <a:cubicBezTo>
                    <a:pt x="239" y="159"/>
                    <a:pt x="237" y="161"/>
                    <a:pt x="236" y="165"/>
                  </a:cubicBezTo>
                  <a:cubicBezTo>
                    <a:pt x="234" y="169"/>
                    <a:pt x="233" y="171"/>
                    <a:pt x="233" y="175"/>
                  </a:cubicBezTo>
                  <a:cubicBezTo>
                    <a:pt x="232" y="181"/>
                    <a:pt x="230" y="187"/>
                    <a:pt x="224" y="187"/>
                  </a:cubicBezTo>
                  <a:cubicBezTo>
                    <a:pt x="222" y="187"/>
                    <a:pt x="221" y="187"/>
                    <a:pt x="219" y="186"/>
                  </a:cubicBezTo>
                  <a:cubicBezTo>
                    <a:pt x="219" y="188"/>
                    <a:pt x="218" y="188"/>
                    <a:pt x="218" y="189"/>
                  </a:cubicBezTo>
                  <a:cubicBezTo>
                    <a:pt x="218" y="191"/>
                    <a:pt x="219" y="191"/>
                    <a:pt x="219" y="192"/>
                  </a:cubicBezTo>
                  <a:cubicBezTo>
                    <a:pt x="220" y="193"/>
                    <a:pt x="219" y="194"/>
                    <a:pt x="220" y="194"/>
                  </a:cubicBezTo>
                  <a:cubicBezTo>
                    <a:pt x="222" y="196"/>
                    <a:pt x="224" y="196"/>
                    <a:pt x="225" y="198"/>
                  </a:cubicBezTo>
                  <a:cubicBezTo>
                    <a:pt x="227" y="201"/>
                    <a:pt x="227" y="202"/>
                    <a:pt x="227" y="204"/>
                  </a:cubicBezTo>
                  <a:cubicBezTo>
                    <a:pt x="228" y="206"/>
                    <a:pt x="227" y="207"/>
                    <a:pt x="227" y="208"/>
                  </a:cubicBezTo>
                  <a:cubicBezTo>
                    <a:pt x="228" y="211"/>
                    <a:pt x="230" y="212"/>
                    <a:pt x="232" y="213"/>
                  </a:cubicBezTo>
                  <a:cubicBezTo>
                    <a:pt x="234" y="215"/>
                    <a:pt x="234" y="216"/>
                    <a:pt x="236" y="217"/>
                  </a:cubicBezTo>
                  <a:cubicBezTo>
                    <a:pt x="239" y="220"/>
                    <a:pt x="240" y="223"/>
                    <a:pt x="244" y="223"/>
                  </a:cubicBezTo>
                  <a:cubicBezTo>
                    <a:pt x="247" y="223"/>
                    <a:pt x="247" y="221"/>
                    <a:pt x="249" y="220"/>
                  </a:cubicBezTo>
                  <a:cubicBezTo>
                    <a:pt x="251" y="219"/>
                    <a:pt x="253" y="218"/>
                    <a:pt x="255" y="217"/>
                  </a:cubicBezTo>
                  <a:cubicBezTo>
                    <a:pt x="257" y="220"/>
                    <a:pt x="258" y="222"/>
                    <a:pt x="259" y="225"/>
                  </a:cubicBezTo>
                  <a:cubicBezTo>
                    <a:pt x="260" y="229"/>
                    <a:pt x="259" y="231"/>
                    <a:pt x="261" y="234"/>
                  </a:cubicBezTo>
                  <a:cubicBezTo>
                    <a:pt x="263" y="238"/>
                    <a:pt x="264" y="240"/>
                    <a:pt x="265" y="244"/>
                  </a:cubicBezTo>
                  <a:cubicBezTo>
                    <a:pt x="265" y="247"/>
                    <a:pt x="267" y="248"/>
                    <a:pt x="267" y="250"/>
                  </a:cubicBezTo>
                  <a:cubicBezTo>
                    <a:pt x="267" y="253"/>
                    <a:pt x="264" y="253"/>
                    <a:pt x="262" y="253"/>
                  </a:cubicBezTo>
                  <a:cubicBezTo>
                    <a:pt x="260" y="254"/>
                    <a:pt x="259" y="255"/>
                    <a:pt x="258" y="255"/>
                  </a:cubicBezTo>
                  <a:cubicBezTo>
                    <a:pt x="254" y="257"/>
                    <a:pt x="250" y="258"/>
                    <a:pt x="248" y="262"/>
                  </a:cubicBezTo>
                  <a:cubicBezTo>
                    <a:pt x="243" y="268"/>
                    <a:pt x="242" y="273"/>
                    <a:pt x="238" y="280"/>
                  </a:cubicBezTo>
                  <a:cubicBezTo>
                    <a:pt x="238" y="280"/>
                    <a:pt x="238" y="280"/>
                    <a:pt x="238" y="280"/>
                  </a:cubicBezTo>
                  <a:cubicBezTo>
                    <a:pt x="235" y="277"/>
                    <a:pt x="235" y="277"/>
                    <a:pt x="232" y="275"/>
                  </a:cubicBezTo>
                  <a:cubicBezTo>
                    <a:pt x="228" y="273"/>
                    <a:pt x="226" y="269"/>
                    <a:pt x="221" y="268"/>
                  </a:cubicBezTo>
                  <a:cubicBezTo>
                    <a:pt x="209" y="271"/>
                    <a:pt x="209" y="271"/>
                    <a:pt x="209" y="271"/>
                  </a:cubicBezTo>
                  <a:cubicBezTo>
                    <a:pt x="204" y="271"/>
                    <a:pt x="201" y="270"/>
                    <a:pt x="197" y="267"/>
                  </a:cubicBezTo>
                  <a:cubicBezTo>
                    <a:pt x="195" y="265"/>
                    <a:pt x="195" y="263"/>
                    <a:pt x="194" y="261"/>
                  </a:cubicBezTo>
                  <a:cubicBezTo>
                    <a:pt x="192" y="259"/>
                    <a:pt x="191" y="258"/>
                    <a:pt x="188" y="258"/>
                  </a:cubicBezTo>
                  <a:cubicBezTo>
                    <a:pt x="178" y="258"/>
                    <a:pt x="178" y="258"/>
                    <a:pt x="178" y="258"/>
                  </a:cubicBezTo>
                  <a:cubicBezTo>
                    <a:pt x="174" y="258"/>
                    <a:pt x="170" y="256"/>
                    <a:pt x="168" y="252"/>
                  </a:cubicBezTo>
                  <a:cubicBezTo>
                    <a:pt x="167" y="250"/>
                    <a:pt x="167" y="247"/>
                    <a:pt x="166" y="244"/>
                  </a:cubicBezTo>
                  <a:cubicBezTo>
                    <a:pt x="163" y="236"/>
                    <a:pt x="161" y="232"/>
                    <a:pt x="158" y="223"/>
                  </a:cubicBezTo>
                  <a:cubicBezTo>
                    <a:pt x="153" y="224"/>
                    <a:pt x="151" y="226"/>
                    <a:pt x="146" y="228"/>
                  </a:cubicBezTo>
                  <a:cubicBezTo>
                    <a:pt x="144" y="229"/>
                    <a:pt x="143" y="230"/>
                    <a:pt x="141" y="230"/>
                  </a:cubicBezTo>
                  <a:cubicBezTo>
                    <a:pt x="138" y="230"/>
                    <a:pt x="137" y="227"/>
                    <a:pt x="133" y="227"/>
                  </a:cubicBezTo>
                  <a:cubicBezTo>
                    <a:pt x="102" y="227"/>
                    <a:pt x="102" y="227"/>
                    <a:pt x="102" y="227"/>
                  </a:cubicBezTo>
                  <a:cubicBezTo>
                    <a:pt x="90" y="227"/>
                    <a:pt x="82" y="224"/>
                    <a:pt x="71" y="217"/>
                  </a:cubicBezTo>
                  <a:cubicBezTo>
                    <a:pt x="67" y="215"/>
                    <a:pt x="65" y="213"/>
                    <a:pt x="61" y="210"/>
                  </a:cubicBezTo>
                  <a:cubicBezTo>
                    <a:pt x="56" y="207"/>
                    <a:pt x="52" y="206"/>
                    <a:pt x="48" y="201"/>
                  </a:cubicBezTo>
                  <a:cubicBezTo>
                    <a:pt x="44" y="196"/>
                    <a:pt x="45" y="192"/>
                    <a:pt x="43" y="187"/>
                  </a:cubicBezTo>
                  <a:cubicBezTo>
                    <a:pt x="40" y="182"/>
                    <a:pt x="37" y="179"/>
                    <a:pt x="35" y="173"/>
                  </a:cubicBezTo>
                  <a:cubicBezTo>
                    <a:pt x="35" y="173"/>
                    <a:pt x="35" y="173"/>
                    <a:pt x="35" y="173"/>
                  </a:cubicBezTo>
                  <a:cubicBezTo>
                    <a:pt x="32" y="166"/>
                    <a:pt x="30" y="161"/>
                    <a:pt x="27" y="154"/>
                  </a:cubicBezTo>
                  <a:cubicBezTo>
                    <a:pt x="24" y="146"/>
                    <a:pt x="17" y="144"/>
                    <a:pt x="14" y="136"/>
                  </a:cubicBezTo>
                  <a:cubicBezTo>
                    <a:pt x="12" y="131"/>
                    <a:pt x="13" y="127"/>
                    <a:pt x="11" y="121"/>
                  </a:cubicBezTo>
                  <a:cubicBezTo>
                    <a:pt x="8" y="113"/>
                    <a:pt x="3" y="109"/>
                    <a:pt x="0" y="100"/>
                  </a:cubicBezTo>
                  <a:cubicBezTo>
                    <a:pt x="0" y="100"/>
                    <a:pt x="0" y="100"/>
                    <a:pt x="0" y="100"/>
                  </a:cubicBezTo>
                  <a:cubicBezTo>
                    <a:pt x="22" y="100"/>
                    <a:pt x="22" y="100"/>
                    <a:pt x="22" y="100"/>
                  </a:cubicBezTo>
                  <a:cubicBezTo>
                    <a:pt x="27" y="100"/>
                    <a:pt x="30" y="98"/>
                    <a:pt x="34" y="96"/>
                  </a:cubicBezTo>
                  <a:cubicBezTo>
                    <a:pt x="38" y="94"/>
                    <a:pt x="40" y="93"/>
                    <a:pt x="44" y="92"/>
                  </a:cubicBezTo>
                  <a:cubicBezTo>
                    <a:pt x="47" y="91"/>
                    <a:pt x="49" y="91"/>
                    <a:pt x="52" y="90"/>
                  </a:cubicBezTo>
                  <a:cubicBezTo>
                    <a:pt x="58" y="89"/>
                    <a:pt x="62" y="86"/>
                    <a:pt x="67" y="82"/>
                  </a:cubicBezTo>
                  <a:cubicBezTo>
                    <a:pt x="70" y="80"/>
                    <a:pt x="73" y="79"/>
                    <a:pt x="77" y="77"/>
                  </a:cubicBezTo>
                  <a:cubicBezTo>
                    <a:pt x="79" y="77"/>
                    <a:pt x="79" y="75"/>
                    <a:pt x="81" y="74"/>
                  </a:cubicBezTo>
                  <a:cubicBezTo>
                    <a:pt x="84" y="74"/>
                    <a:pt x="87" y="74"/>
                    <a:pt x="89" y="71"/>
                  </a:cubicBezTo>
                  <a:cubicBezTo>
                    <a:pt x="90" y="69"/>
                    <a:pt x="91" y="67"/>
                    <a:pt x="92" y="65"/>
                  </a:cubicBezTo>
                  <a:cubicBezTo>
                    <a:pt x="96" y="61"/>
                    <a:pt x="101" y="62"/>
                    <a:pt x="106" y="61"/>
                  </a:cubicBezTo>
                  <a:cubicBezTo>
                    <a:pt x="114" y="60"/>
                    <a:pt x="118" y="60"/>
                    <a:pt x="125" y="58"/>
                  </a:cubicBezTo>
                  <a:cubicBezTo>
                    <a:pt x="127" y="58"/>
                    <a:pt x="128" y="57"/>
                    <a:pt x="129" y="57"/>
                  </a:cubicBezTo>
                  <a:cubicBezTo>
                    <a:pt x="132" y="56"/>
                    <a:pt x="134" y="55"/>
                    <a:pt x="137" y="54"/>
                  </a:cubicBezTo>
                  <a:cubicBezTo>
                    <a:pt x="143" y="53"/>
                    <a:pt x="147" y="52"/>
                    <a:pt x="149" y="47"/>
                  </a:cubicBezTo>
                  <a:cubicBezTo>
                    <a:pt x="152" y="41"/>
                    <a:pt x="154" y="38"/>
                    <a:pt x="156" y="32"/>
                  </a:cubicBezTo>
                  <a:cubicBezTo>
                    <a:pt x="156" y="31"/>
                    <a:pt x="156" y="30"/>
                    <a:pt x="156" y="28"/>
                  </a:cubicBezTo>
                  <a:cubicBezTo>
                    <a:pt x="157" y="24"/>
                    <a:pt x="158" y="22"/>
                    <a:pt x="159" y="18"/>
                  </a:cubicBezTo>
                  <a:cubicBezTo>
                    <a:pt x="159" y="12"/>
                    <a:pt x="161" y="8"/>
                    <a:pt x="161" y="3"/>
                  </a:cubicBezTo>
                  <a:cubicBezTo>
                    <a:pt x="161" y="3"/>
                    <a:pt x="161" y="3"/>
                    <a:pt x="161" y="3"/>
                  </a:cubicBezTo>
                  <a:cubicBezTo>
                    <a:pt x="167" y="3"/>
                    <a:pt x="167" y="3"/>
                    <a:pt x="167" y="3"/>
                  </a:cubicBezTo>
                  <a:cubicBezTo>
                    <a:pt x="169" y="3"/>
                    <a:pt x="170" y="0"/>
                    <a:pt x="173" y="0"/>
                  </a:cubicBezTo>
                  <a:cubicBezTo>
                    <a:pt x="174" y="0"/>
                    <a:pt x="173" y="2"/>
                    <a:pt x="174" y="2"/>
                  </a:cubicBezTo>
                  <a:cubicBezTo>
                    <a:pt x="177" y="4"/>
                    <a:pt x="179" y="5"/>
                    <a:pt x="182" y="6"/>
                  </a:cubicBezTo>
                  <a:cubicBezTo>
                    <a:pt x="186" y="7"/>
                    <a:pt x="188" y="8"/>
                    <a:pt x="192" y="9"/>
                  </a:cubicBezTo>
                  <a:cubicBezTo>
                    <a:pt x="200" y="11"/>
                    <a:pt x="204" y="16"/>
                    <a:pt x="212" y="16"/>
                  </a:cubicBezTo>
                  <a:cubicBezTo>
                    <a:pt x="217" y="16"/>
                    <a:pt x="220" y="13"/>
                    <a:pt x="226" y="13"/>
                  </a:cubicBezTo>
                  <a:cubicBezTo>
                    <a:pt x="228" y="13"/>
                    <a:pt x="229" y="15"/>
                    <a:pt x="231" y="15"/>
                  </a:cubicBezTo>
                  <a:cubicBezTo>
                    <a:pt x="235" y="16"/>
                    <a:pt x="237" y="16"/>
                    <a:pt x="241"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17"/>
            <p:cNvSpPr>
              <a:spLocks/>
            </p:cNvSpPr>
            <p:nvPr/>
          </p:nvSpPr>
          <p:spPr bwMode="auto">
            <a:xfrm>
              <a:off x="4687888" y="2608263"/>
              <a:ext cx="473075" cy="790575"/>
            </a:xfrm>
            <a:custGeom>
              <a:avLst/>
              <a:gdLst/>
              <a:ahLst/>
              <a:cxnLst>
                <a:cxn ang="0">
                  <a:pos x="121" y="103"/>
                </a:cxn>
                <a:cxn ang="0">
                  <a:pos x="149" y="105"/>
                </a:cxn>
                <a:cxn ang="0">
                  <a:pos x="155" y="73"/>
                </a:cxn>
                <a:cxn ang="0">
                  <a:pos x="187" y="33"/>
                </a:cxn>
                <a:cxn ang="0">
                  <a:pos x="231" y="6"/>
                </a:cxn>
                <a:cxn ang="0">
                  <a:pos x="264" y="1"/>
                </a:cxn>
                <a:cxn ang="0">
                  <a:pos x="254" y="31"/>
                </a:cxn>
                <a:cxn ang="0">
                  <a:pos x="236" y="68"/>
                </a:cxn>
                <a:cxn ang="0">
                  <a:pos x="241" y="112"/>
                </a:cxn>
                <a:cxn ang="0">
                  <a:pos x="224" y="150"/>
                </a:cxn>
                <a:cxn ang="0">
                  <a:pos x="226" y="198"/>
                </a:cxn>
                <a:cxn ang="0">
                  <a:pos x="227" y="233"/>
                </a:cxn>
                <a:cxn ang="0">
                  <a:pos x="217" y="271"/>
                </a:cxn>
                <a:cxn ang="0">
                  <a:pos x="227" y="301"/>
                </a:cxn>
                <a:cxn ang="0">
                  <a:pos x="251" y="353"/>
                </a:cxn>
                <a:cxn ang="0">
                  <a:pos x="234" y="362"/>
                </a:cxn>
                <a:cxn ang="0">
                  <a:pos x="207" y="358"/>
                </a:cxn>
                <a:cxn ang="0">
                  <a:pos x="188" y="360"/>
                </a:cxn>
                <a:cxn ang="0">
                  <a:pos x="202" y="376"/>
                </a:cxn>
                <a:cxn ang="0">
                  <a:pos x="204" y="395"/>
                </a:cxn>
                <a:cxn ang="0">
                  <a:pos x="186" y="409"/>
                </a:cxn>
                <a:cxn ang="0">
                  <a:pos x="185" y="442"/>
                </a:cxn>
                <a:cxn ang="0">
                  <a:pos x="167" y="435"/>
                </a:cxn>
                <a:cxn ang="0">
                  <a:pos x="132" y="415"/>
                </a:cxn>
                <a:cxn ang="0">
                  <a:pos x="107" y="411"/>
                </a:cxn>
                <a:cxn ang="0">
                  <a:pos x="85" y="398"/>
                </a:cxn>
                <a:cxn ang="0">
                  <a:pos x="69" y="386"/>
                </a:cxn>
                <a:cxn ang="0">
                  <a:pos x="36" y="388"/>
                </a:cxn>
                <a:cxn ang="0">
                  <a:pos x="13" y="381"/>
                </a:cxn>
                <a:cxn ang="0">
                  <a:pos x="0" y="382"/>
                </a:cxn>
                <a:cxn ang="0">
                  <a:pos x="16" y="372"/>
                </a:cxn>
                <a:cxn ang="0">
                  <a:pos x="22" y="342"/>
                </a:cxn>
                <a:cxn ang="0">
                  <a:pos x="45" y="337"/>
                </a:cxn>
                <a:cxn ang="0">
                  <a:pos x="45" y="310"/>
                </a:cxn>
                <a:cxn ang="0">
                  <a:pos x="45" y="285"/>
                </a:cxn>
                <a:cxn ang="0">
                  <a:pos x="50" y="256"/>
                </a:cxn>
                <a:cxn ang="0">
                  <a:pos x="64" y="253"/>
                </a:cxn>
                <a:cxn ang="0">
                  <a:pos x="76" y="263"/>
                </a:cxn>
                <a:cxn ang="0">
                  <a:pos x="102" y="260"/>
                </a:cxn>
                <a:cxn ang="0">
                  <a:pos x="113" y="241"/>
                </a:cxn>
                <a:cxn ang="0">
                  <a:pos x="132" y="241"/>
                </a:cxn>
                <a:cxn ang="0">
                  <a:pos x="145" y="204"/>
                </a:cxn>
                <a:cxn ang="0">
                  <a:pos x="137" y="181"/>
                </a:cxn>
                <a:cxn ang="0">
                  <a:pos x="112" y="164"/>
                </a:cxn>
                <a:cxn ang="0">
                  <a:pos x="95" y="154"/>
                </a:cxn>
                <a:cxn ang="0">
                  <a:pos x="78" y="144"/>
                </a:cxn>
                <a:cxn ang="0">
                  <a:pos x="81" y="126"/>
                </a:cxn>
                <a:cxn ang="0">
                  <a:pos x="94" y="94"/>
                </a:cxn>
              </a:cxnLst>
              <a:rect l="0" t="0" r="r" b="b"/>
              <a:pathLst>
                <a:path w="264" h="442">
                  <a:moveTo>
                    <a:pt x="94" y="94"/>
                  </a:moveTo>
                  <a:cubicBezTo>
                    <a:pt x="98" y="95"/>
                    <a:pt x="102" y="94"/>
                    <a:pt x="105" y="95"/>
                  </a:cubicBezTo>
                  <a:cubicBezTo>
                    <a:pt x="112" y="98"/>
                    <a:pt x="115" y="102"/>
                    <a:pt x="121" y="103"/>
                  </a:cubicBezTo>
                  <a:cubicBezTo>
                    <a:pt x="127" y="105"/>
                    <a:pt x="131" y="104"/>
                    <a:pt x="137" y="105"/>
                  </a:cubicBezTo>
                  <a:cubicBezTo>
                    <a:pt x="141" y="105"/>
                    <a:pt x="144" y="106"/>
                    <a:pt x="148" y="107"/>
                  </a:cubicBezTo>
                  <a:cubicBezTo>
                    <a:pt x="148" y="106"/>
                    <a:pt x="149" y="106"/>
                    <a:pt x="149" y="105"/>
                  </a:cubicBezTo>
                  <a:cubicBezTo>
                    <a:pt x="149" y="103"/>
                    <a:pt x="148" y="102"/>
                    <a:pt x="148" y="100"/>
                  </a:cubicBezTo>
                  <a:cubicBezTo>
                    <a:pt x="148" y="94"/>
                    <a:pt x="149" y="91"/>
                    <a:pt x="151" y="85"/>
                  </a:cubicBezTo>
                  <a:cubicBezTo>
                    <a:pt x="152" y="81"/>
                    <a:pt x="153" y="78"/>
                    <a:pt x="155" y="73"/>
                  </a:cubicBezTo>
                  <a:cubicBezTo>
                    <a:pt x="158" y="69"/>
                    <a:pt x="160" y="68"/>
                    <a:pt x="162" y="63"/>
                  </a:cubicBezTo>
                  <a:cubicBezTo>
                    <a:pt x="166" y="57"/>
                    <a:pt x="167" y="52"/>
                    <a:pt x="172" y="48"/>
                  </a:cubicBezTo>
                  <a:cubicBezTo>
                    <a:pt x="179" y="44"/>
                    <a:pt x="184" y="41"/>
                    <a:pt x="187" y="33"/>
                  </a:cubicBezTo>
                  <a:cubicBezTo>
                    <a:pt x="189" y="28"/>
                    <a:pt x="191" y="24"/>
                    <a:pt x="195" y="21"/>
                  </a:cubicBezTo>
                  <a:cubicBezTo>
                    <a:pt x="203" y="15"/>
                    <a:pt x="209" y="16"/>
                    <a:pt x="218" y="12"/>
                  </a:cubicBezTo>
                  <a:cubicBezTo>
                    <a:pt x="223" y="10"/>
                    <a:pt x="226" y="9"/>
                    <a:pt x="231" y="6"/>
                  </a:cubicBezTo>
                  <a:cubicBezTo>
                    <a:pt x="238" y="3"/>
                    <a:pt x="243" y="0"/>
                    <a:pt x="251" y="0"/>
                  </a:cubicBezTo>
                  <a:cubicBezTo>
                    <a:pt x="256" y="0"/>
                    <a:pt x="259" y="0"/>
                    <a:pt x="264" y="1"/>
                  </a:cubicBezTo>
                  <a:cubicBezTo>
                    <a:pt x="264" y="1"/>
                    <a:pt x="264" y="1"/>
                    <a:pt x="264" y="1"/>
                  </a:cubicBezTo>
                  <a:cubicBezTo>
                    <a:pt x="262" y="9"/>
                    <a:pt x="262" y="14"/>
                    <a:pt x="258" y="21"/>
                  </a:cubicBezTo>
                  <a:cubicBezTo>
                    <a:pt x="257" y="24"/>
                    <a:pt x="254" y="25"/>
                    <a:pt x="254" y="27"/>
                  </a:cubicBezTo>
                  <a:cubicBezTo>
                    <a:pt x="254" y="29"/>
                    <a:pt x="254" y="30"/>
                    <a:pt x="254" y="31"/>
                  </a:cubicBezTo>
                  <a:cubicBezTo>
                    <a:pt x="254" y="38"/>
                    <a:pt x="252" y="41"/>
                    <a:pt x="249" y="46"/>
                  </a:cubicBezTo>
                  <a:cubicBezTo>
                    <a:pt x="247" y="50"/>
                    <a:pt x="247" y="53"/>
                    <a:pt x="245" y="56"/>
                  </a:cubicBezTo>
                  <a:cubicBezTo>
                    <a:pt x="242" y="61"/>
                    <a:pt x="239" y="63"/>
                    <a:pt x="236" y="68"/>
                  </a:cubicBezTo>
                  <a:cubicBezTo>
                    <a:pt x="232" y="73"/>
                    <a:pt x="228" y="76"/>
                    <a:pt x="228" y="83"/>
                  </a:cubicBezTo>
                  <a:cubicBezTo>
                    <a:pt x="228" y="91"/>
                    <a:pt x="231" y="95"/>
                    <a:pt x="236" y="102"/>
                  </a:cubicBezTo>
                  <a:cubicBezTo>
                    <a:pt x="238" y="106"/>
                    <a:pt x="241" y="108"/>
                    <a:pt x="241" y="112"/>
                  </a:cubicBezTo>
                  <a:cubicBezTo>
                    <a:pt x="241" y="117"/>
                    <a:pt x="236" y="118"/>
                    <a:pt x="234" y="122"/>
                  </a:cubicBezTo>
                  <a:cubicBezTo>
                    <a:pt x="232" y="126"/>
                    <a:pt x="230" y="128"/>
                    <a:pt x="228" y="132"/>
                  </a:cubicBezTo>
                  <a:cubicBezTo>
                    <a:pt x="225" y="139"/>
                    <a:pt x="224" y="143"/>
                    <a:pt x="224" y="150"/>
                  </a:cubicBezTo>
                  <a:cubicBezTo>
                    <a:pt x="224" y="161"/>
                    <a:pt x="224" y="161"/>
                    <a:pt x="224" y="161"/>
                  </a:cubicBezTo>
                  <a:cubicBezTo>
                    <a:pt x="224" y="166"/>
                    <a:pt x="226" y="168"/>
                    <a:pt x="226" y="173"/>
                  </a:cubicBezTo>
                  <a:cubicBezTo>
                    <a:pt x="226" y="198"/>
                    <a:pt x="226" y="198"/>
                    <a:pt x="226" y="198"/>
                  </a:cubicBezTo>
                  <a:cubicBezTo>
                    <a:pt x="226" y="201"/>
                    <a:pt x="228" y="202"/>
                    <a:pt x="229" y="205"/>
                  </a:cubicBezTo>
                  <a:cubicBezTo>
                    <a:pt x="230" y="209"/>
                    <a:pt x="230" y="211"/>
                    <a:pt x="230" y="214"/>
                  </a:cubicBezTo>
                  <a:cubicBezTo>
                    <a:pt x="230" y="222"/>
                    <a:pt x="229" y="226"/>
                    <a:pt x="227" y="233"/>
                  </a:cubicBezTo>
                  <a:cubicBezTo>
                    <a:pt x="226" y="237"/>
                    <a:pt x="225" y="240"/>
                    <a:pt x="224" y="243"/>
                  </a:cubicBezTo>
                  <a:cubicBezTo>
                    <a:pt x="222" y="249"/>
                    <a:pt x="221" y="252"/>
                    <a:pt x="220" y="257"/>
                  </a:cubicBezTo>
                  <a:cubicBezTo>
                    <a:pt x="219" y="263"/>
                    <a:pt x="217" y="266"/>
                    <a:pt x="217" y="271"/>
                  </a:cubicBezTo>
                  <a:cubicBezTo>
                    <a:pt x="217" y="274"/>
                    <a:pt x="216" y="277"/>
                    <a:pt x="216" y="280"/>
                  </a:cubicBezTo>
                  <a:cubicBezTo>
                    <a:pt x="216" y="280"/>
                    <a:pt x="216" y="280"/>
                    <a:pt x="216" y="280"/>
                  </a:cubicBezTo>
                  <a:cubicBezTo>
                    <a:pt x="219" y="289"/>
                    <a:pt x="224" y="293"/>
                    <a:pt x="227" y="301"/>
                  </a:cubicBezTo>
                  <a:cubicBezTo>
                    <a:pt x="229" y="307"/>
                    <a:pt x="228" y="311"/>
                    <a:pt x="230" y="316"/>
                  </a:cubicBezTo>
                  <a:cubicBezTo>
                    <a:pt x="233" y="324"/>
                    <a:pt x="240" y="326"/>
                    <a:pt x="243" y="334"/>
                  </a:cubicBezTo>
                  <a:cubicBezTo>
                    <a:pt x="246" y="341"/>
                    <a:pt x="248" y="346"/>
                    <a:pt x="251" y="353"/>
                  </a:cubicBezTo>
                  <a:cubicBezTo>
                    <a:pt x="251" y="353"/>
                    <a:pt x="251" y="353"/>
                    <a:pt x="251" y="353"/>
                  </a:cubicBezTo>
                  <a:cubicBezTo>
                    <a:pt x="247" y="356"/>
                    <a:pt x="244" y="358"/>
                    <a:pt x="239" y="360"/>
                  </a:cubicBezTo>
                  <a:cubicBezTo>
                    <a:pt x="237" y="361"/>
                    <a:pt x="236" y="362"/>
                    <a:pt x="234" y="362"/>
                  </a:cubicBezTo>
                  <a:cubicBezTo>
                    <a:pt x="232" y="362"/>
                    <a:pt x="231" y="360"/>
                    <a:pt x="229" y="360"/>
                  </a:cubicBezTo>
                  <a:cubicBezTo>
                    <a:pt x="213" y="360"/>
                    <a:pt x="213" y="360"/>
                    <a:pt x="213" y="360"/>
                  </a:cubicBezTo>
                  <a:cubicBezTo>
                    <a:pt x="211" y="360"/>
                    <a:pt x="210" y="359"/>
                    <a:pt x="207" y="358"/>
                  </a:cubicBezTo>
                  <a:cubicBezTo>
                    <a:pt x="204" y="358"/>
                    <a:pt x="201" y="358"/>
                    <a:pt x="197" y="358"/>
                  </a:cubicBezTo>
                  <a:cubicBezTo>
                    <a:pt x="195" y="358"/>
                    <a:pt x="194" y="357"/>
                    <a:pt x="192" y="357"/>
                  </a:cubicBezTo>
                  <a:cubicBezTo>
                    <a:pt x="190" y="357"/>
                    <a:pt x="188" y="358"/>
                    <a:pt x="188" y="360"/>
                  </a:cubicBezTo>
                  <a:cubicBezTo>
                    <a:pt x="188" y="363"/>
                    <a:pt x="189" y="364"/>
                    <a:pt x="190" y="365"/>
                  </a:cubicBezTo>
                  <a:cubicBezTo>
                    <a:pt x="192" y="369"/>
                    <a:pt x="195" y="370"/>
                    <a:pt x="199" y="373"/>
                  </a:cubicBezTo>
                  <a:cubicBezTo>
                    <a:pt x="200" y="374"/>
                    <a:pt x="201" y="375"/>
                    <a:pt x="202" y="376"/>
                  </a:cubicBezTo>
                  <a:cubicBezTo>
                    <a:pt x="205" y="377"/>
                    <a:pt x="206" y="377"/>
                    <a:pt x="208" y="379"/>
                  </a:cubicBezTo>
                  <a:cubicBezTo>
                    <a:pt x="211" y="381"/>
                    <a:pt x="211" y="384"/>
                    <a:pt x="211" y="387"/>
                  </a:cubicBezTo>
                  <a:cubicBezTo>
                    <a:pt x="211" y="391"/>
                    <a:pt x="208" y="393"/>
                    <a:pt x="204" y="395"/>
                  </a:cubicBezTo>
                  <a:cubicBezTo>
                    <a:pt x="203" y="396"/>
                    <a:pt x="202" y="396"/>
                    <a:pt x="200" y="396"/>
                  </a:cubicBezTo>
                  <a:cubicBezTo>
                    <a:pt x="188" y="396"/>
                    <a:pt x="188" y="396"/>
                    <a:pt x="188" y="396"/>
                  </a:cubicBezTo>
                  <a:cubicBezTo>
                    <a:pt x="186" y="409"/>
                    <a:pt x="186" y="409"/>
                    <a:pt x="186" y="409"/>
                  </a:cubicBezTo>
                  <a:cubicBezTo>
                    <a:pt x="187" y="415"/>
                    <a:pt x="188" y="418"/>
                    <a:pt x="188" y="424"/>
                  </a:cubicBezTo>
                  <a:cubicBezTo>
                    <a:pt x="188" y="431"/>
                    <a:pt x="188" y="435"/>
                    <a:pt x="185" y="442"/>
                  </a:cubicBezTo>
                  <a:cubicBezTo>
                    <a:pt x="185" y="442"/>
                    <a:pt x="185" y="442"/>
                    <a:pt x="185" y="442"/>
                  </a:cubicBezTo>
                  <a:cubicBezTo>
                    <a:pt x="180" y="442"/>
                    <a:pt x="177" y="440"/>
                    <a:pt x="172" y="438"/>
                  </a:cubicBezTo>
                  <a:cubicBezTo>
                    <a:pt x="170" y="438"/>
                    <a:pt x="169" y="438"/>
                    <a:pt x="168" y="437"/>
                  </a:cubicBezTo>
                  <a:cubicBezTo>
                    <a:pt x="167" y="436"/>
                    <a:pt x="167" y="436"/>
                    <a:pt x="167" y="435"/>
                  </a:cubicBezTo>
                  <a:cubicBezTo>
                    <a:pt x="165" y="433"/>
                    <a:pt x="164" y="432"/>
                    <a:pt x="161" y="430"/>
                  </a:cubicBezTo>
                  <a:cubicBezTo>
                    <a:pt x="156" y="426"/>
                    <a:pt x="152" y="425"/>
                    <a:pt x="147" y="421"/>
                  </a:cubicBezTo>
                  <a:cubicBezTo>
                    <a:pt x="142" y="418"/>
                    <a:pt x="138" y="415"/>
                    <a:pt x="132" y="415"/>
                  </a:cubicBezTo>
                  <a:cubicBezTo>
                    <a:pt x="132" y="415"/>
                    <a:pt x="132" y="415"/>
                    <a:pt x="132" y="415"/>
                  </a:cubicBezTo>
                  <a:cubicBezTo>
                    <a:pt x="127" y="413"/>
                    <a:pt x="125" y="411"/>
                    <a:pt x="120" y="411"/>
                  </a:cubicBezTo>
                  <a:cubicBezTo>
                    <a:pt x="115" y="411"/>
                    <a:pt x="112" y="411"/>
                    <a:pt x="107" y="411"/>
                  </a:cubicBezTo>
                  <a:cubicBezTo>
                    <a:pt x="105" y="411"/>
                    <a:pt x="104" y="411"/>
                    <a:pt x="103" y="410"/>
                  </a:cubicBezTo>
                  <a:cubicBezTo>
                    <a:pt x="97" y="409"/>
                    <a:pt x="93" y="406"/>
                    <a:pt x="89" y="402"/>
                  </a:cubicBezTo>
                  <a:cubicBezTo>
                    <a:pt x="87" y="401"/>
                    <a:pt x="87" y="399"/>
                    <a:pt x="85" y="398"/>
                  </a:cubicBezTo>
                  <a:cubicBezTo>
                    <a:pt x="84" y="397"/>
                    <a:pt x="83" y="396"/>
                    <a:pt x="81" y="395"/>
                  </a:cubicBezTo>
                  <a:cubicBezTo>
                    <a:pt x="79" y="395"/>
                    <a:pt x="77" y="396"/>
                    <a:pt x="75" y="396"/>
                  </a:cubicBezTo>
                  <a:cubicBezTo>
                    <a:pt x="70" y="396"/>
                    <a:pt x="69" y="390"/>
                    <a:pt x="69" y="386"/>
                  </a:cubicBezTo>
                  <a:cubicBezTo>
                    <a:pt x="62" y="386"/>
                    <a:pt x="62" y="386"/>
                    <a:pt x="62" y="386"/>
                  </a:cubicBezTo>
                  <a:cubicBezTo>
                    <a:pt x="46" y="388"/>
                    <a:pt x="46" y="388"/>
                    <a:pt x="46" y="388"/>
                  </a:cubicBezTo>
                  <a:cubicBezTo>
                    <a:pt x="36" y="388"/>
                    <a:pt x="36" y="388"/>
                    <a:pt x="36" y="388"/>
                  </a:cubicBezTo>
                  <a:cubicBezTo>
                    <a:pt x="33" y="388"/>
                    <a:pt x="30" y="388"/>
                    <a:pt x="28" y="385"/>
                  </a:cubicBezTo>
                  <a:cubicBezTo>
                    <a:pt x="26" y="383"/>
                    <a:pt x="27" y="381"/>
                    <a:pt x="27" y="379"/>
                  </a:cubicBezTo>
                  <a:cubicBezTo>
                    <a:pt x="21" y="380"/>
                    <a:pt x="18" y="381"/>
                    <a:pt x="13" y="381"/>
                  </a:cubicBezTo>
                  <a:cubicBezTo>
                    <a:pt x="9" y="381"/>
                    <a:pt x="7" y="382"/>
                    <a:pt x="3" y="382"/>
                  </a:cubicBezTo>
                  <a:cubicBezTo>
                    <a:pt x="2" y="382"/>
                    <a:pt x="1" y="382"/>
                    <a:pt x="0" y="382"/>
                  </a:cubicBezTo>
                  <a:cubicBezTo>
                    <a:pt x="0" y="382"/>
                    <a:pt x="0" y="382"/>
                    <a:pt x="0" y="382"/>
                  </a:cubicBezTo>
                  <a:cubicBezTo>
                    <a:pt x="1" y="379"/>
                    <a:pt x="3" y="376"/>
                    <a:pt x="6" y="375"/>
                  </a:cubicBezTo>
                  <a:cubicBezTo>
                    <a:pt x="8" y="374"/>
                    <a:pt x="10" y="374"/>
                    <a:pt x="12" y="373"/>
                  </a:cubicBezTo>
                  <a:cubicBezTo>
                    <a:pt x="14" y="373"/>
                    <a:pt x="15" y="373"/>
                    <a:pt x="16" y="372"/>
                  </a:cubicBezTo>
                  <a:cubicBezTo>
                    <a:pt x="19" y="369"/>
                    <a:pt x="20" y="366"/>
                    <a:pt x="20" y="362"/>
                  </a:cubicBezTo>
                  <a:cubicBezTo>
                    <a:pt x="20" y="352"/>
                    <a:pt x="20" y="352"/>
                    <a:pt x="20" y="352"/>
                  </a:cubicBezTo>
                  <a:cubicBezTo>
                    <a:pt x="20" y="348"/>
                    <a:pt x="21" y="346"/>
                    <a:pt x="22" y="342"/>
                  </a:cubicBezTo>
                  <a:cubicBezTo>
                    <a:pt x="22" y="340"/>
                    <a:pt x="22" y="338"/>
                    <a:pt x="23" y="336"/>
                  </a:cubicBezTo>
                  <a:cubicBezTo>
                    <a:pt x="24" y="335"/>
                    <a:pt x="26" y="335"/>
                    <a:pt x="27" y="335"/>
                  </a:cubicBezTo>
                  <a:cubicBezTo>
                    <a:pt x="34" y="335"/>
                    <a:pt x="38" y="337"/>
                    <a:pt x="45" y="337"/>
                  </a:cubicBezTo>
                  <a:cubicBezTo>
                    <a:pt x="45" y="336"/>
                    <a:pt x="44" y="335"/>
                    <a:pt x="44" y="333"/>
                  </a:cubicBezTo>
                  <a:cubicBezTo>
                    <a:pt x="43" y="330"/>
                    <a:pt x="44" y="327"/>
                    <a:pt x="44" y="324"/>
                  </a:cubicBezTo>
                  <a:cubicBezTo>
                    <a:pt x="44" y="318"/>
                    <a:pt x="43" y="315"/>
                    <a:pt x="45" y="310"/>
                  </a:cubicBezTo>
                  <a:cubicBezTo>
                    <a:pt x="46" y="306"/>
                    <a:pt x="50" y="305"/>
                    <a:pt x="50" y="301"/>
                  </a:cubicBezTo>
                  <a:cubicBezTo>
                    <a:pt x="50" y="299"/>
                    <a:pt x="49" y="298"/>
                    <a:pt x="48" y="295"/>
                  </a:cubicBezTo>
                  <a:cubicBezTo>
                    <a:pt x="46" y="292"/>
                    <a:pt x="45" y="289"/>
                    <a:pt x="45" y="285"/>
                  </a:cubicBezTo>
                  <a:cubicBezTo>
                    <a:pt x="45" y="264"/>
                    <a:pt x="45" y="264"/>
                    <a:pt x="45" y="264"/>
                  </a:cubicBezTo>
                  <a:cubicBezTo>
                    <a:pt x="45" y="261"/>
                    <a:pt x="44" y="259"/>
                    <a:pt x="46" y="257"/>
                  </a:cubicBezTo>
                  <a:cubicBezTo>
                    <a:pt x="47" y="256"/>
                    <a:pt x="49" y="257"/>
                    <a:pt x="50" y="256"/>
                  </a:cubicBezTo>
                  <a:cubicBezTo>
                    <a:pt x="52" y="256"/>
                    <a:pt x="53" y="255"/>
                    <a:pt x="54" y="255"/>
                  </a:cubicBezTo>
                  <a:cubicBezTo>
                    <a:pt x="55" y="255"/>
                    <a:pt x="56" y="255"/>
                    <a:pt x="56" y="255"/>
                  </a:cubicBezTo>
                  <a:cubicBezTo>
                    <a:pt x="60" y="255"/>
                    <a:pt x="61" y="253"/>
                    <a:pt x="64" y="253"/>
                  </a:cubicBezTo>
                  <a:cubicBezTo>
                    <a:pt x="66" y="253"/>
                    <a:pt x="66" y="255"/>
                    <a:pt x="67" y="256"/>
                  </a:cubicBezTo>
                  <a:cubicBezTo>
                    <a:pt x="68" y="258"/>
                    <a:pt x="69" y="259"/>
                    <a:pt x="70" y="260"/>
                  </a:cubicBezTo>
                  <a:cubicBezTo>
                    <a:pt x="71" y="263"/>
                    <a:pt x="74" y="263"/>
                    <a:pt x="76" y="263"/>
                  </a:cubicBezTo>
                  <a:cubicBezTo>
                    <a:pt x="80" y="263"/>
                    <a:pt x="82" y="261"/>
                    <a:pt x="86" y="260"/>
                  </a:cubicBezTo>
                  <a:cubicBezTo>
                    <a:pt x="89" y="260"/>
                    <a:pt x="90" y="260"/>
                    <a:pt x="92" y="260"/>
                  </a:cubicBezTo>
                  <a:cubicBezTo>
                    <a:pt x="96" y="261"/>
                    <a:pt x="98" y="260"/>
                    <a:pt x="102" y="260"/>
                  </a:cubicBezTo>
                  <a:cubicBezTo>
                    <a:pt x="102" y="255"/>
                    <a:pt x="101" y="252"/>
                    <a:pt x="101" y="247"/>
                  </a:cubicBezTo>
                  <a:cubicBezTo>
                    <a:pt x="101" y="240"/>
                    <a:pt x="101" y="240"/>
                    <a:pt x="101" y="240"/>
                  </a:cubicBezTo>
                  <a:cubicBezTo>
                    <a:pt x="105" y="240"/>
                    <a:pt x="108" y="241"/>
                    <a:pt x="113" y="241"/>
                  </a:cubicBezTo>
                  <a:cubicBezTo>
                    <a:pt x="115" y="242"/>
                    <a:pt x="117" y="241"/>
                    <a:pt x="119" y="241"/>
                  </a:cubicBezTo>
                  <a:cubicBezTo>
                    <a:pt x="122" y="242"/>
                    <a:pt x="124" y="243"/>
                    <a:pt x="126" y="243"/>
                  </a:cubicBezTo>
                  <a:cubicBezTo>
                    <a:pt x="129" y="243"/>
                    <a:pt x="130" y="242"/>
                    <a:pt x="132" y="241"/>
                  </a:cubicBezTo>
                  <a:cubicBezTo>
                    <a:pt x="135" y="240"/>
                    <a:pt x="137" y="239"/>
                    <a:pt x="138" y="236"/>
                  </a:cubicBezTo>
                  <a:cubicBezTo>
                    <a:pt x="140" y="232"/>
                    <a:pt x="140" y="228"/>
                    <a:pt x="141" y="223"/>
                  </a:cubicBezTo>
                  <a:cubicBezTo>
                    <a:pt x="143" y="216"/>
                    <a:pt x="144" y="212"/>
                    <a:pt x="145" y="204"/>
                  </a:cubicBezTo>
                  <a:cubicBezTo>
                    <a:pt x="145" y="203"/>
                    <a:pt x="146" y="202"/>
                    <a:pt x="146" y="200"/>
                  </a:cubicBezTo>
                  <a:cubicBezTo>
                    <a:pt x="146" y="182"/>
                    <a:pt x="146" y="182"/>
                    <a:pt x="146" y="182"/>
                  </a:cubicBezTo>
                  <a:cubicBezTo>
                    <a:pt x="142" y="182"/>
                    <a:pt x="140" y="182"/>
                    <a:pt x="137" y="181"/>
                  </a:cubicBezTo>
                  <a:cubicBezTo>
                    <a:pt x="135" y="181"/>
                    <a:pt x="135" y="179"/>
                    <a:pt x="133" y="178"/>
                  </a:cubicBezTo>
                  <a:cubicBezTo>
                    <a:pt x="127" y="176"/>
                    <a:pt x="124" y="175"/>
                    <a:pt x="118" y="172"/>
                  </a:cubicBezTo>
                  <a:cubicBezTo>
                    <a:pt x="115" y="169"/>
                    <a:pt x="115" y="167"/>
                    <a:pt x="112" y="164"/>
                  </a:cubicBezTo>
                  <a:cubicBezTo>
                    <a:pt x="109" y="162"/>
                    <a:pt x="106" y="162"/>
                    <a:pt x="104" y="159"/>
                  </a:cubicBezTo>
                  <a:cubicBezTo>
                    <a:pt x="103" y="158"/>
                    <a:pt x="103" y="156"/>
                    <a:pt x="101" y="155"/>
                  </a:cubicBezTo>
                  <a:cubicBezTo>
                    <a:pt x="99" y="154"/>
                    <a:pt x="98" y="154"/>
                    <a:pt x="95" y="154"/>
                  </a:cubicBezTo>
                  <a:cubicBezTo>
                    <a:pt x="92" y="153"/>
                    <a:pt x="90" y="153"/>
                    <a:pt x="87" y="151"/>
                  </a:cubicBezTo>
                  <a:cubicBezTo>
                    <a:pt x="84" y="150"/>
                    <a:pt x="82" y="151"/>
                    <a:pt x="79" y="148"/>
                  </a:cubicBezTo>
                  <a:cubicBezTo>
                    <a:pt x="78" y="147"/>
                    <a:pt x="78" y="146"/>
                    <a:pt x="78" y="144"/>
                  </a:cubicBezTo>
                  <a:cubicBezTo>
                    <a:pt x="77" y="141"/>
                    <a:pt x="77" y="139"/>
                    <a:pt x="77" y="136"/>
                  </a:cubicBezTo>
                  <a:cubicBezTo>
                    <a:pt x="77" y="136"/>
                    <a:pt x="77" y="136"/>
                    <a:pt x="77" y="136"/>
                  </a:cubicBezTo>
                  <a:cubicBezTo>
                    <a:pt x="79" y="132"/>
                    <a:pt x="81" y="130"/>
                    <a:pt x="81" y="126"/>
                  </a:cubicBezTo>
                  <a:cubicBezTo>
                    <a:pt x="82" y="124"/>
                    <a:pt x="81" y="122"/>
                    <a:pt x="82" y="120"/>
                  </a:cubicBezTo>
                  <a:cubicBezTo>
                    <a:pt x="83" y="118"/>
                    <a:pt x="84" y="116"/>
                    <a:pt x="85" y="114"/>
                  </a:cubicBezTo>
                  <a:cubicBezTo>
                    <a:pt x="89" y="107"/>
                    <a:pt x="94" y="102"/>
                    <a:pt x="94" y="9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18"/>
            <p:cNvSpPr>
              <a:spLocks/>
            </p:cNvSpPr>
            <p:nvPr/>
          </p:nvSpPr>
          <p:spPr bwMode="auto">
            <a:xfrm>
              <a:off x="4927601" y="3240088"/>
              <a:ext cx="636588" cy="412750"/>
            </a:xfrm>
            <a:custGeom>
              <a:avLst/>
              <a:gdLst/>
              <a:ahLst/>
              <a:cxnLst>
                <a:cxn ang="0">
                  <a:pos x="54" y="71"/>
                </a:cxn>
                <a:cxn ang="0">
                  <a:pos x="54" y="43"/>
                </a:cxn>
                <a:cxn ang="0">
                  <a:pos x="70" y="42"/>
                </a:cxn>
                <a:cxn ang="0">
                  <a:pos x="74" y="26"/>
                </a:cxn>
                <a:cxn ang="0">
                  <a:pos x="65" y="20"/>
                </a:cxn>
                <a:cxn ang="0">
                  <a:pos x="54" y="7"/>
                </a:cxn>
                <a:cxn ang="0">
                  <a:pos x="63" y="5"/>
                </a:cxn>
                <a:cxn ang="0">
                  <a:pos x="79" y="7"/>
                </a:cxn>
                <a:cxn ang="0">
                  <a:pos x="100" y="9"/>
                </a:cxn>
                <a:cxn ang="0">
                  <a:pos x="117" y="0"/>
                </a:cxn>
                <a:cxn ang="0">
                  <a:pos x="125" y="14"/>
                </a:cxn>
                <a:cxn ang="0">
                  <a:pos x="143" y="37"/>
                </a:cxn>
                <a:cxn ang="0">
                  <a:pos x="184" y="54"/>
                </a:cxn>
                <a:cxn ang="0">
                  <a:pos x="223" y="57"/>
                </a:cxn>
                <a:cxn ang="0">
                  <a:pos x="240" y="50"/>
                </a:cxn>
                <a:cxn ang="0">
                  <a:pos x="250" y="79"/>
                </a:cxn>
                <a:cxn ang="0">
                  <a:pos x="270" y="85"/>
                </a:cxn>
                <a:cxn ang="0">
                  <a:pos x="279" y="94"/>
                </a:cxn>
                <a:cxn ang="0">
                  <a:pos x="303" y="95"/>
                </a:cxn>
                <a:cxn ang="0">
                  <a:pos x="320" y="107"/>
                </a:cxn>
                <a:cxn ang="0">
                  <a:pos x="325" y="115"/>
                </a:cxn>
                <a:cxn ang="0">
                  <a:pos x="337" y="117"/>
                </a:cxn>
                <a:cxn ang="0">
                  <a:pos x="344" y="126"/>
                </a:cxn>
                <a:cxn ang="0">
                  <a:pos x="342" y="138"/>
                </a:cxn>
                <a:cxn ang="0">
                  <a:pos x="345" y="158"/>
                </a:cxn>
                <a:cxn ang="0">
                  <a:pos x="355" y="192"/>
                </a:cxn>
                <a:cxn ang="0">
                  <a:pos x="345" y="196"/>
                </a:cxn>
                <a:cxn ang="0">
                  <a:pos x="322" y="192"/>
                </a:cxn>
                <a:cxn ang="0">
                  <a:pos x="310" y="201"/>
                </a:cxn>
                <a:cxn ang="0">
                  <a:pos x="297" y="211"/>
                </a:cxn>
                <a:cxn ang="0">
                  <a:pos x="265" y="221"/>
                </a:cxn>
                <a:cxn ang="0">
                  <a:pos x="259" y="229"/>
                </a:cxn>
                <a:cxn ang="0">
                  <a:pos x="236" y="227"/>
                </a:cxn>
                <a:cxn ang="0">
                  <a:pos x="227" y="207"/>
                </a:cxn>
                <a:cxn ang="0">
                  <a:pos x="214" y="193"/>
                </a:cxn>
                <a:cxn ang="0">
                  <a:pos x="200" y="197"/>
                </a:cxn>
                <a:cxn ang="0">
                  <a:pos x="176" y="204"/>
                </a:cxn>
                <a:cxn ang="0">
                  <a:pos x="160" y="194"/>
                </a:cxn>
                <a:cxn ang="0">
                  <a:pos x="144" y="185"/>
                </a:cxn>
                <a:cxn ang="0">
                  <a:pos x="109" y="179"/>
                </a:cxn>
                <a:cxn ang="0">
                  <a:pos x="96" y="190"/>
                </a:cxn>
                <a:cxn ang="0">
                  <a:pos x="91" y="197"/>
                </a:cxn>
                <a:cxn ang="0">
                  <a:pos x="65" y="191"/>
                </a:cxn>
                <a:cxn ang="0">
                  <a:pos x="49" y="202"/>
                </a:cxn>
                <a:cxn ang="0">
                  <a:pos x="38" y="225"/>
                </a:cxn>
                <a:cxn ang="0">
                  <a:pos x="29" y="223"/>
                </a:cxn>
                <a:cxn ang="0">
                  <a:pos x="22" y="218"/>
                </a:cxn>
                <a:cxn ang="0">
                  <a:pos x="7" y="196"/>
                </a:cxn>
                <a:cxn ang="0">
                  <a:pos x="4" y="176"/>
                </a:cxn>
                <a:cxn ang="0">
                  <a:pos x="0" y="157"/>
                </a:cxn>
                <a:cxn ang="0">
                  <a:pos x="20" y="149"/>
                </a:cxn>
                <a:cxn ang="0">
                  <a:pos x="48" y="145"/>
                </a:cxn>
                <a:cxn ang="0">
                  <a:pos x="70" y="121"/>
                </a:cxn>
                <a:cxn ang="0">
                  <a:pos x="76" y="104"/>
                </a:cxn>
                <a:cxn ang="0">
                  <a:pos x="63" y="97"/>
                </a:cxn>
                <a:cxn ang="0">
                  <a:pos x="51" y="89"/>
                </a:cxn>
              </a:cxnLst>
              <a:rect l="0" t="0" r="r" b="b"/>
              <a:pathLst>
                <a:path w="355" h="231">
                  <a:moveTo>
                    <a:pt x="51" y="89"/>
                  </a:moveTo>
                  <a:cubicBezTo>
                    <a:pt x="54" y="82"/>
                    <a:pt x="54" y="78"/>
                    <a:pt x="54" y="71"/>
                  </a:cubicBezTo>
                  <a:cubicBezTo>
                    <a:pt x="54" y="65"/>
                    <a:pt x="53" y="62"/>
                    <a:pt x="52" y="56"/>
                  </a:cubicBezTo>
                  <a:cubicBezTo>
                    <a:pt x="54" y="43"/>
                    <a:pt x="54" y="43"/>
                    <a:pt x="54" y="43"/>
                  </a:cubicBezTo>
                  <a:cubicBezTo>
                    <a:pt x="66" y="43"/>
                    <a:pt x="66" y="43"/>
                    <a:pt x="66" y="43"/>
                  </a:cubicBezTo>
                  <a:cubicBezTo>
                    <a:pt x="68" y="43"/>
                    <a:pt x="69" y="43"/>
                    <a:pt x="70" y="42"/>
                  </a:cubicBezTo>
                  <a:cubicBezTo>
                    <a:pt x="74" y="40"/>
                    <a:pt x="77" y="38"/>
                    <a:pt x="77" y="34"/>
                  </a:cubicBezTo>
                  <a:cubicBezTo>
                    <a:pt x="77" y="31"/>
                    <a:pt x="77" y="28"/>
                    <a:pt x="74" y="26"/>
                  </a:cubicBezTo>
                  <a:cubicBezTo>
                    <a:pt x="72" y="24"/>
                    <a:pt x="71" y="24"/>
                    <a:pt x="68" y="23"/>
                  </a:cubicBezTo>
                  <a:cubicBezTo>
                    <a:pt x="67" y="22"/>
                    <a:pt x="66" y="21"/>
                    <a:pt x="65" y="20"/>
                  </a:cubicBezTo>
                  <a:cubicBezTo>
                    <a:pt x="61" y="17"/>
                    <a:pt x="58" y="16"/>
                    <a:pt x="56" y="12"/>
                  </a:cubicBezTo>
                  <a:cubicBezTo>
                    <a:pt x="55" y="11"/>
                    <a:pt x="54" y="10"/>
                    <a:pt x="54" y="7"/>
                  </a:cubicBezTo>
                  <a:cubicBezTo>
                    <a:pt x="54" y="5"/>
                    <a:pt x="56" y="4"/>
                    <a:pt x="58" y="4"/>
                  </a:cubicBezTo>
                  <a:cubicBezTo>
                    <a:pt x="60" y="4"/>
                    <a:pt x="61" y="5"/>
                    <a:pt x="63" y="5"/>
                  </a:cubicBezTo>
                  <a:cubicBezTo>
                    <a:pt x="67" y="5"/>
                    <a:pt x="70" y="5"/>
                    <a:pt x="73" y="5"/>
                  </a:cubicBezTo>
                  <a:cubicBezTo>
                    <a:pt x="76" y="6"/>
                    <a:pt x="77" y="7"/>
                    <a:pt x="79" y="7"/>
                  </a:cubicBezTo>
                  <a:cubicBezTo>
                    <a:pt x="95" y="7"/>
                    <a:pt x="95" y="7"/>
                    <a:pt x="95" y="7"/>
                  </a:cubicBezTo>
                  <a:cubicBezTo>
                    <a:pt x="97" y="7"/>
                    <a:pt x="98" y="9"/>
                    <a:pt x="100" y="9"/>
                  </a:cubicBezTo>
                  <a:cubicBezTo>
                    <a:pt x="102" y="9"/>
                    <a:pt x="103" y="8"/>
                    <a:pt x="105" y="7"/>
                  </a:cubicBezTo>
                  <a:cubicBezTo>
                    <a:pt x="110" y="5"/>
                    <a:pt x="113" y="3"/>
                    <a:pt x="117" y="0"/>
                  </a:cubicBezTo>
                  <a:cubicBezTo>
                    <a:pt x="117" y="0"/>
                    <a:pt x="117" y="0"/>
                    <a:pt x="117" y="0"/>
                  </a:cubicBezTo>
                  <a:cubicBezTo>
                    <a:pt x="119" y="6"/>
                    <a:pt x="122" y="9"/>
                    <a:pt x="125" y="14"/>
                  </a:cubicBezTo>
                  <a:cubicBezTo>
                    <a:pt x="127" y="19"/>
                    <a:pt x="126" y="23"/>
                    <a:pt x="130" y="28"/>
                  </a:cubicBezTo>
                  <a:cubicBezTo>
                    <a:pt x="134" y="33"/>
                    <a:pt x="138" y="34"/>
                    <a:pt x="143" y="37"/>
                  </a:cubicBezTo>
                  <a:cubicBezTo>
                    <a:pt x="147" y="40"/>
                    <a:pt x="149" y="42"/>
                    <a:pt x="153" y="44"/>
                  </a:cubicBezTo>
                  <a:cubicBezTo>
                    <a:pt x="164" y="51"/>
                    <a:pt x="172" y="54"/>
                    <a:pt x="184" y="54"/>
                  </a:cubicBezTo>
                  <a:cubicBezTo>
                    <a:pt x="215" y="54"/>
                    <a:pt x="215" y="54"/>
                    <a:pt x="215" y="54"/>
                  </a:cubicBezTo>
                  <a:cubicBezTo>
                    <a:pt x="219" y="54"/>
                    <a:pt x="220" y="57"/>
                    <a:pt x="223" y="57"/>
                  </a:cubicBezTo>
                  <a:cubicBezTo>
                    <a:pt x="225" y="57"/>
                    <a:pt x="226" y="56"/>
                    <a:pt x="228" y="55"/>
                  </a:cubicBezTo>
                  <a:cubicBezTo>
                    <a:pt x="233" y="53"/>
                    <a:pt x="235" y="51"/>
                    <a:pt x="240" y="50"/>
                  </a:cubicBezTo>
                  <a:cubicBezTo>
                    <a:pt x="243" y="59"/>
                    <a:pt x="245" y="63"/>
                    <a:pt x="248" y="71"/>
                  </a:cubicBezTo>
                  <a:cubicBezTo>
                    <a:pt x="249" y="74"/>
                    <a:pt x="249" y="77"/>
                    <a:pt x="250" y="79"/>
                  </a:cubicBezTo>
                  <a:cubicBezTo>
                    <a:pt x="252" y="83"/>
                    <a:pt x="256" y="85"/>
                    <a:pt x="260" y="85"/>
                  </a:cubicBezTo>
                  <a:cubicBezTo>
                    <a:pt x="270" y="85"/>
                    <a:pt x="270" y="85"/>
                    <a:pt x="270" y="85"/>
                  </a:cubicBezTo>
                  <a:cubicBezTo>
                    <a:pt x="273" y="85"/>
                    <a:pt x="274" y="86"/>
                    <a:pt x="276" y="88"/>
                  </a:cubicBezTo>
                  <a:cubicBezTo>
                    <a:pt x="277" y="90"/>
                    <a:pt x="277" y="92"/>
                    <a:pt x="279" y="94"/>
                  </a:cubicBezTo>
                  <a:cubicBezTo>
                    <a:pt x="283" y="97"/>
                    <a:pt x="286" y="98"/>
                    <a:pt x="291" y="98"/>
                  </a:cubicBezTo>
                  <a:cubicBezTo>
                    <a:pt x="303" y="95"/>
                    <a:pt x="303" y="95"/>
                    <a:pt x="303" y="95"/>
                  </a:cubicBezTo>
                  <a:cubicBezTo>
                    <a:pt x="308" y="96"/>
                    <a:pt x="310" y="100"/>
                    <a:pt x="314" y="102"/>
                  </a:cubicBezTo>
                  <a:cubicBezTo>
                    <a:pt x="317" y="104"/>
                    <a:pt x="317" y="104"/>
                    <a:pt x="320" y="107"/>
                  </a:cubicBezTo>
                  <a:cubicBezTo>
                    <a:pt x="320" y="107"/>
                    <a:pt x="320" y="107"/>
                    <a:pt x="320" y="107"/>
                  </a:cubicBezTo>
                  <a:cubicBezTo>
                    <a:pt x="321" y="110"/>
                    <a:pt x="322" y="114"/>
                    <a:pt x="325" y="115"/>
                  </a:cubicBezTo>
                  <a:cubicBezTo>
                    <a:pt x="328" y="116"/>
                    <a:pt x="330" y="117"/>
                    <a:pt x="333" y="117"/>
                  </a:cubicBezTo>
                  <a:cubicBezTo>
                    <a:pt x="334" y="118"/>
                    <a:pt x="335" y="117"/>
                    <a:pt x="337" y="117"/>
                  </a:cubicBezTo>
                  <a:cubicBezTo>
                    <a:pt x="339" y="118"/>
                    <a:pt x="341" y="120"/>
                    <a:pt x="342" y="122"/>
                  </a:cubicBezTo>
                  <a:cubicBezTo>
                    <a:pt x="343" y="123"/>
                    <a:pt x="344" y="124"/>
                    <a:pt x="344" y="126"/>
                  </a:cubicBezTo>
                  <a:cubicBezTo>
                    <a:pt x="344" y="129"/>
                    <a:pt x="344" y="131"/>
                    <a:pt x="343" y="134"/>
                  </a:cubicBezTo>
                  <a:cubicBezTo>
                    <a:pt x="343" y="135"/>
                    <a:pt x="342" y="136"/>
                    <a:pt x="342" y="138"/>
                  </a:cubicBezTo>
                  <a:cubicBezTo>
                    <a:pt x="342" y="150"/>
                    <a:pt x="342" y="150"/>
                    <a:pt x="342" y="150"/>
                  </a:cubicBezTo>
                  <a:cubicBezTo>
                    <a:pt x="342" y="153"/>
                    <a:pt x="343" y="155"/>
                    <a:pt x="345" y="158"/>
                  </a:cubicBezTo>
                  <a:cubicBezTo>
                    <a:pt x="348" y="163"/>
                    <a:pt x="349" y="166"/>
                    <a:pt x="351" y="172"/>
                  </a:cubicBezTo>
                  <a:cubicBezTo>
                    <a:pt x="353" y="180"/>
                    <a:pt x="351" y="185"/>
                    <a:pt x="355" y="192"/>
                  </a:cubicBezTo>
                  <a:cubicBezTo>
                    <a:pt x="355" y="192"/>
                    <a:pt x="355" y="192"/>
                    <a:pt x="355" y="192"/>
                  </a:cubicBezTo>
                  <a:cubicBezTo>
                    <a:pt x="351" y="195"/>
                    <a:pt x="349" y="196"/>
                    <a:pt x="345" y="196"/>
                  </a:cubicBezTo>
                  <a:cubicBezTo>
                    <a:pt x="338" y="196"/>
                    <a:pt x="336" y="189"/>
                    <a:pt x="330" y="189"/>
                  </a:cubicBezTo>
                  <a:cubicBezTo>
                    <a:pt x="326" y="189"/>
                    <a:pt x="324" y="190"/>
                    <a:pt x="322" y="192"/>
                  </a:cubicBezTo>
                  <a:cubicBezTo>
                    <a:pt x="319" y="196"/>
                    <a:pt x="320" y="200"/>
                    <a:pt x="316" y="201"/>
                  </a:cubicBezTo>
                  <a:cubicBezTo>
                    <a:pt x="314" y="202"/>
                    <a:pt x="312" y="200"/>
                    <a:pt x="310" y="201"/>
                  </a:cubicBezTo>
                  <a:cubicBezTo>
                    <a:pt x="309" y="202"/>
                    <a:pt x="309" y="203"/>
                    <a:pt x="309" y="203"/>
                  </a:cubicBezTo>
                  <a:cubicBezTo>
                    <a:pt x="305" y="207"/>
                    <a:pt x="302" y="209"/>
                    <a:pt x="297" y="211"/>
                  </a:cubicBezTo>
                  <a:cubicBezTo>
                    <a:pt x="289" y="214"/>
                    <a:pt x="285" y="216"/>
                    <a:pt x="277" y="217"/>
                  </a:cubicBezTo>
                  <a:cubicBezTo>
                    <a:pt x="272" y="218"/>
                    <a:pt x="269" y="219"/>
                    <a:pt x="265" y="221"/>
                  </a:cubicBezTo>
                  <a:cubicBezTo>
                    <a:pt x="262" y="223"/>
                    <a:pt x="262" y="226"/>
                    <a:pt x="259" y="229"/>
                  </a:cubicBezTo>
                  <a:cubicBezTo>
                    <a:pt x="259" y="229"/>
                    <a:pt x="259" y="229"/>
                    <a:pt x="259" y="229"/>
                  </a:cubicBezTo>
                  <a:cubicBezTo>
                    <a:pt x="251" y="228"/>
                    <a:pt x="246" y="231"/>
                    <a:pt x="238" y="227"/>
                  </a:cubicBezTo>
                  <a:cubicBezTo>
                    <a:pt x="238" y="227"/>
                    <a:pt x="237" y="227"/>
                    <a:pt x="236" y="227"/>
                  </a:cubicBezTo>
                  <a:cubicBezTo>
                    <a:pt x="234" y="225"/>
                    <a:pt x="234" y="223"/>
                    <a:pt x="233" y="221"/>
                  </a:cubicBezTo>
                  <a:cubicBezTo>
                    <a:pt x="230" y="216"/>
                    <a:pt x="228" y="213"/>
                    <a:pt x="227" y="207"/>
                  </a:cubicBezTo>
                  <a:cubicBezTo>
                    <a:pt x="225" y="201"/>
                    <a:pt x="227" y="197"/>
                    <a:pt x="226" y="190"/>
                  </a:cubicBezTo>
                  <a:cubicBezTo>
                    <a:pt x="221" y="191"/>
                    <a:pt x="219" y="193"/>
                    <a:pt x="214" y="193"/>
                  </a:cubicBezTo>
                  <a:cubicBezTo>
                    <a:pt x="212" y="194"/>
                    <a:pt x="210" y="193"/>
                    <a:pt x="208" y="194"/>
                  </a:cubicBezTo>
                  <a:cubicBezTo>
                    <a:pt x="205" y="195"/>
                    <a:pt x="203" y="196"/>
                    <a:pt x="200" y="197"/>
                  </a:cubicBezTo>
                  <a:cubicBezTo>
                    <a:pt x="195" y="199"/>
                    <a:pt x="193" y="200"/>
                    <a:pt x="188" y="201"/>
                  </a:cubicBezTo>
                  <a:cubicBezTo>
                    <a:pt x="183" y="203"/>
                    <a:pt x="181" y="204"/>
                    <a:pt x="176" y="204"/>
                  </a:cubicBezTo>
                  <a:cubicBezTo>
                    <a:pt x="172" y="204"/>
                    <a:pt x="169" y="203"/>
                    <a:pt x="165" y="200"/>
                  </a:cubicBezTo>
                  <a:cubicBezTo>
                    <a:pt x="163" y="198"/>
                    <a:pt x="163" y="196"/>
                    <a:pt x="160" y="194"/>
                  </a:cubicBezTo>
                  <a:cubicBezTo>
                    <a:pt x="159" y="193"/>
                    <a:pt x="158" y="192"/>
                    <a:pt x="156" y="191"/>
                  </a:cubicBezTo>
                  <a:cubicBezTo>
                    <a:pt x="152" y="189"/>
                    <a:pt x="149" y="186"/>
                    <a:pt x="144" y="185"/>
                  </a:cubicBezTo>
                  <a:cubicBezTo>
                    <a:pt x="138" y="184"/>
                    <a:pt x="134" y="186"/>
                    <a:pt x="127" y="185"/>
                  </a:cubicBezTo>
                  <a:cubicBezTo>
                    <a:pt x="120" y="184"/>
                    <a:pt x="117" y="179"/>
                    <a:pt x="109" y="179"/>
                  </a:cubicBezTo>
                  <a:cubicBezTo>
                    <a:pt x="105" y="179"/>
                    <a:pt x="100" y="180"/>
                    <a:pt x="98" y="184"/>
                  </a:cubicBezTo>
                  <a:cubicBezTo>
                    <a:pt x="97" y="186"/>
                    <a:pt x="97" y="188"/>
                    <a:pt x="96" y="190"/>
                  </a:cubicBezTo>
                  <a:cubicBezTo>
                    <a:pt x="95" y="193"/>
                    <a:pt x="95" y="194"/>
                    <a:pt x="94" y="196"/>
                  </a:cubicBezTo>
                  <a:cubicBezTo>
                    <a:pt x="93" y="197"/>
                    <a:pt x="92" y="197"/>
                    <a:pt x="91" y="197"/>
                  </a:cubicBezTo>
                  <a:cubicBezTo>
                    <a:pt x="67" y="190"/>
                    <a:pt x="67" y="190"/>
                    <a:pt x="67" y="190"/>
                  </a:cubicBezTo>
                  <a:cubicBezTo>
                    <a:pt x="67" y="191"/>
                    <a:pt x="66" y="191"/>
                    <a:pt x="65" y="191"/>
                  </a:cubicBezTo>
                  <a:cubicBezTo>
                    <a:pt x="61" y="193"/>
                    <a:pt x="60" y="197"/>
                    <a:pt x="56" y="199"/>
                  </a:cubicBezTo>
                  <a:cubicBezTo>
                    <a:pt x="54" y="201"/>
                    <a:pt x="52" y="201"/>
                    <a:pt x="49" y="202"/>
                  </a:cubicBezTo>
                  <a:cubicBezTo>
                    <a:pt x="45" y="205"/>
                    <a:pt x="45" y="209"/>
                    <a:pt x="43" y="213"/>
                  </a:cubicBezTo>
                  <a:cubicBezTo>
                    <a:pt x="41" y="218"/>
                    <a:pt x="40" y="222"/>
                    <a:pt x="38" y="225"/>
                  </a:cubicBezTo>
                  <a:cubicBezTo>
                    <a:pt x="38" y="225"/>
                    <a:pt x="38" y="225"/>
                    <a:pt x="38" y="225"/>
                  </a:cubicBezTo>
                  <a:cubicBezTo>
                    <a:pt x="35" y="225"/>
                    <a:pt x="32" y="225"/>
                    <a:pt x="29" y="223"/>
                  </a:cubicBezTo>
                  <a:cubicBezTo>
                    <a:pt x="29" y="223"/>
                    <a:pt x="29" y="222"/>
                    <a:pt x="28" y="221"/>
                  </a:cubicBezTo>
                  <a:cubicBezTo>
                    <a:pt x="26" y="220"/>
                    <a:pt x="24" y="220"/>
                    <a:pt x="22" y="218"/>
                  </a:cubicBezTo>
                  <a:cubicBezTo>
                    <a:pt x="19" y="216"/>
                    <a:pt x="19" y="213"/>
                    <a:pt x="17" y="210"/>
                  </a:cubicBezTo>
                  <a:cubicBezTo>
                    <a:pt x="14" y="204"/>
                    <a:pt x="11" y="201"/>
                    <a:pt x="7" y="196"/>
                  </a:cubicBezTo>
                  <a:cubicBezTo>
                    <a:pt x="4" y="192"/>
                    <a:pt x="1" y="190"/>
                    <a:pt x="1" y="186"/>
                  </a:cubicBezTo>
                  <a:cubicBezTo>
                    <a:pt x="1" y="182"/>
                    <a:pt x="4" y="180"/>
                    <a:pt x="4" y="176"/>
                  </a:cubicBezTo>
                  <a:cubicBezTo>
                    <a:pt x="4" y="172"/>
                    <a:pt x="4" y="170"/>
                    <a:pt x="3" y="165"/>
                  </a:cubicBezTo>
                  <a:cubicBezTo>
                    <a:pt x="2" y="162"/>
                    <a:pt x="0" y="160"/>
                    <a:pt x="0" y="157"/>
                  </a:cubicBezTo>
                  <a:cubicBezTo>
                    <a:pt x="0" y="153"/>
                    <a:pt x="0" y="153"/>
                    <a:pt x="0" y="153"/>
                  </a:cubicBezTo>
                  <a:cubicBezTo>
                    <a:pt x="8" y="152"/>
                    <a:pt x="12" y="149"/>
                    <a:pt x="20" y="149"/>
                  </a:cubicBezTo>
                  <a:cubicBezTo>
                    <a:pt x="34" y="149"/>
                    <a:pt x="34" y="149"/>
                    <a:pt x="34" y="149"/>
                  </a:cubicBezTo>
                  <a:cubicBezTo>
                    <a:pt x="40" y="149"/>
                    <a:pt x="43" y="147"/>
                    <a:pt x="48" y="145"/>
                  </a:cubicBezTo>
                  <a:cubicBezTo>
                    <a:pt x="55" y="142"/>
                    <a:pt x="58" y="139"/>
                    <a:pt x="63" y="133"/>
                  </a:cubicBezTo>
                  <a:cubicBezTo>
                    <a:pt x="67" y="130"/>
                    <a:pt x="68" y="126"/>
                    <a:pt x="70" y="121"/>
                  </a:cubicBezTo>
                  <a:cubicBezTo>
                    <a:pt x="73" y="117"/>
                    <a:pt x="74" y="114"/>
                    <a:pt x="75" y="110"/>
                  </a:cubicBezTo>
                  <a:cubicBezTo>
                    <a:pt x="75" y="108"/>
                    <a:pt x="76" y="106"/>
                    <a:pt x="76" y="104"/>
                  </a:cubicBezTo>
                  <a:cubicBezTo>
                    <a:pt x="76" y="102"/>
                    <a:pt x="73" y="101"/>
                    <a:pt x="71" y="100"/>
                  </a:cubicBezTo>
                  <a:cubicBezTo>
                    <a:pt x="68" y="99"/>
                    <a:pt x="66" y="98"/>
                    <a:pt x="63" y="97"/>
                  </a:cubicBezTo>
                  <a:cubicBezTo>
                    <a:pt x="59" y="95"/>
                    <a:pt x="57" y="92"/>
                    <a:pt x="53" y="89"/>
                  </a:cubicBezTo>
                  <a:cubicBezTo>
                    <a:pt x="53" y="89"/>
                    <a:pt x="52" y="89"/>
                    <a:pt x="51" y="8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19"/>
            <p:cNvSpPr>
              <a:spLocks/>
            </p:cNvSpPr>
            <p:nvPr/>
          </p:nvSpPr>
          <p:spPr bwMode="auto">
            <a:xfrm>
              <a:off x="5465763" y="3132138"/>
              <a:ext cx="384175" cy="492125"/>
            </a:xfrm>
            <a:custGeom>
              <a:avLst/>
              <a:gdLst/>
              <a:ahLst/>
              <a:cxnLst>
                <a:cxn ang="0">
                  <a:pos x="74" y="1"/>
                </a:cxn>
                <a:cxn ang="0">
                  <a:pos x="74" y="0"/>
                </a:cxn>
                <a:cxn ang="0">
                  <a:pos x="107" y="11"/>
                </a:cxn>
                <a:cxn ang="0">
                  <a:pos x="115" y="17"/>
                </a:cxn>
                <a:cxn ang="0">
                  <a:pos x="137" y="31"/>
                </a:cxn>
                <a:cxn ang="0">
                  <a:pos x="142" y="47"/>
                </a:cxn>
                <a:cxn ang="0">
                  <a:pos x="151" y="72"/>
                </a:cxn>
                <a:cxn ang="0">
                  <a:pos x="155" y="92"/>
                </a:cxn>
                <a:cxn ang="0">
                  <a:pos x="167" y="90"/>
                </a:cxn>
                <a:cxn ang="0">
                  <a:pos x="176" y="82"/>
                </a:cxn>
                <a:cxn ang="0">
                  <a:pos x="190" y="85"/>
                </a:cxn>
                <a:cxn ang="0">
                  <a:pos x="195" y="99"/>
                </a:cxn>
                <a:cxn ang="0">
                  <a:pos x="182" y="102"/>
                </a:cxn>
                <a:cxn ang="0">
                  <a:pos x="166" y="105"/>
                </a:cxn>
                <a:cxn ang="0">
                  <a:pos x="167" y="120"/>
                </a:cxn>
                <a:cxn ang="0">
                  <a:pos x="162" y="127"/>
                </a:cxn>
                <a:cxn ang="0">
                  <a:pos x="164" y="138"/>
                </a:cxn>
                <a:cxn ang="0">
                  <a:pos x="178" y="156"/>
                </a:cxn>
                <a:cxn ang="0">
                  <a:pos x="182" y="175"/>
                </a:cxn>
                <a:cxn ang="0">
                  <a:pos x="204" y="175"/>
                </a:cxn>
                <a:cxn ang="0">
                  <a:pos x="215" y="185"/>
                </a:cxn>
                <a:cxn ang="0">
                  <a:pos x="206" y="200"/>
                </a:cxn>
                <a:cxn ang="0">
                  <a:pos x="203" y="210"/>
                </a:cxn>
                <a:cxn ang="0">
                  <a:pos x="190" y="227"/>
                </a:cxn>
                <a:cxn ang="0">
                  <a:pos x="178" y="244"/>
                </a:cxn>
                <a:cxn ang="0">
                  <a:pos x="163" y="261"/>
                </a:cxn>
                <a:cxn ang="0">
                  <a:pos x="151" y="274"/>
                </a:cxn>
                <a:cxn ang="0">
                  <a:pos x="149" y="275"/>
                </a:cxn>
                <a:cxn ang="0">
                  <a:pos x="137" y="259"/>
                </a:cxn>
                <a:cxn ang="0">
                  <a:pos x="112" y="254"/>
                </a:cxn>
                <a:cxn ang="0">
                  <a:pos x="107" y="247"/>
                </a:cxn>
                <a:cxn ang="0">
                  <a:pos x="85" y="259"/>
                </a:cxn>
                <a:cxn ang="0">
                  <a:pos x="88" y="241"/>
                </a:cxn>
                <a:cxn ang="0">
                  <a:pos x="82" y="237"/>
                </a:cxn>
                <a:cxn ang="0">
                  <a:pos x="66" y="248"/>
                </a:cxn>
                <a:cxn ang="0">
                  <a:pos x="55" y="252"/>
                </a:cxn>
                <a:cxn ang="0">
                  <a:pos x="45" y="218"/>
                </a:cxn>
                <a:cxn ang="0">
                  <a:pos x="42" y="198"/>
                </a:cxn>
                <a:cxn ang="0">
                  <a:pos x="44" y="186"/>
                </a:cxn>
                <a:cxn ang="0">
                  <a:pos x="37" y="177"/>
                </a:cxn>
                <a:cxn ang="0">
                  <a:pos x="25" y="175"/>
                </a:cxn>
                <a:cxn ang="0">
                  <a:pos x="20" y="167"/>
                </a:cxn>
                <a:cxn ang="0">
                  <a:pos x="40" y="142"/>
                </a:cxn>
                <a:cxn ang="0">
                  <a:pos x="49" y="137"/>
                </a:cxn>
                <a:cxn ang="0">
                  <a:pos x="43" y="121"/>
                </a:cxn>
                <a:cxn ang="0">
                  <a:pos x="37" y="104"/>
                </a:cxn>
                <a:cxn ang="0">
                  <a:pos x="26" y="110"/>
                </a:cxn>
                <a:cxn ang="0">
                  <a:pos x="14" y="100"/>
                </a:cxn>
                <a:cxn ang="0">
                  <a:pos x="9" y="91"/>
                </a:cxn>
                <a:cxn ang="0">
                  <a:pos x="2" y="81"/>
                </a:cxn>
                <a:cxn ang="0">
                  <a:pos x="0" y="76"/>
                </a:cxn>
                <a:cxn ang="0">
                  <a:pos x="6" y="74"/>
                </a:cxn>
                <a:cxn ang="0">
                  <a:pos x="18" y="52"/>
                </a:cxn>
                <a:cxn ang="0">
                  <a:pos x="26" y="38"/>
                </a:cxn>
                <a:cxn ang="0">
                  <a:pos x="29" y="26"/>
                </a:cxn>
                <a:cxn ang="0">
                  <a:pos x="36" y="21"/>
                </a:cxn>
                <a:cxn ang="0">
                  <a:pos x="42" y="21"/>
                </a:cxn>
                <a:cxn ang="0">
                  <a:pos x="53" y="34"/>
                </a:cxn>
                <a:cxn ang="0">
                  <a:pos x="67" y="35"/>
                </a:cxn>
                <a:cxn ang="0">
                  <a:pos x="77" y="25"/>
                </a:cxn>
                <a:cxn ang="0">
                  <a:pos x="73" y="3"/>
                </a:cxn>
              </a:cxnLst>
              <a:rect l="0" t="0" r="r" b="b"/>
              <a:pathLst>
                <a:path w="215" h="275">
                  <a:moveTo>
                    <a:pt x="73" y="3"/>
                  </a:moveTo>
                  <a:cubicBezTo>
                    <a:pt x="73" y="2"/>
                    <a:pt x="74" y="2"/>
                    <a:pt x="74" y="1"/>
                  </a:cubicBezTo>
                  <a:cubicBezTo>
                    <a:pt x="74" y="0"/>
                    <a:pt x="74" y="0"/>
                    <a:pt x="74" y="0"/>
                  </a:cubicBezTo>
                  <a:cubicBezTo>
                    <a:pt x="74" y="0"/>
                    <a:pt x="74" y="0"/>
                    <a:pt x="74" y="0"/>
                  </a:cubicBezTo>
                  <a:cubicBezTo>
                    <a:pt x="86" y="4"/>
                    <a:pt x="93" y="6"/>
                    <a:pt x="105" y="8"/>
                  </a:cubicBezTo>
                  <a:cubicBezTo>
                    <a:pt x="105" y="9"/>
                    <a:pt x="106" y="11"/>
                    <a:pt x="107" y="11"/>
                  </a:cubicBezTo>
                  <a:cubicBezTo>
                    <a:pt x="109" y="12"/>
                    <a:pt x="110" y="13"/>
                    <a:pt x="111" y="13"/>
                  </a:cubicBezTo>
                  <a:cubicBezTo>
                    <a:pt x="113" y="14"/>
                    <a:pt x="113" y="16"/>
                    <a:pt x="115" y="17"/>
                  </a:cubicBezTo>
                  <a:cubicBezTo>
                    <a:pt x="119" y="21"/>
                    <a:pt x="121" y="25"/>
                    <a:pt x="127" y="27"/>
                  </a:cubicBezTo>
                  <a:cubicBezTo>
                    <a:pt x="131" y="29"/>
                    <a:pt x="134" y="28"/>
                    <a:pt x="137" y="31"/>
                  </a:cubicBezTo>
                  <a:cubicBezTo>
                    <a:pt x="139" y="33"/>
                    <a:pt x="138" y="35"/>
                    <a:pt x="139" y="37"/>
                  </a:cubicBezTo>
                  <a:cubicBezTo>
                    <a:pt x="140" y="41"/>
                    <a:pt x="141" y="43"/>
                    <a:pt x="142" y="47"/>
                  </a:cubicBezTo>
                  <a:cubicBezTo>
                    <a:pt x="142" y="52"/>
                    <a:pt x="142" y="56"/>
                    <a:pt x="143" y="61"/>
                  </a:cubicBezTo>
                  <a:cubicBezTo>
                    <a:pt x="144" y="66"/>
                    <a:pt x="149" y="67"/>
                    <a:pt x="151" y="72"/>
                  </a:cubicBezTo>
                  <a:cubicBezTo>
                    <a:pt x="152" y="77"/>
                    <a:pt x="152" y="81"/>
                    <a:pt x="153" y="86"/>
                  </a:cubicBezTo>
                  <a:cubicBezTo>
                    <a:pt x="154" y="88"/>
                    <a:pt x="153" y="90"/>
                    <a:pt x="155" y="92"/>
                  </a:cubicBezTo>
                  <a:cubicBezTo>
                    <a:pt x="156" y="93"/>
                    <a:pt x="158" y="93"/>
                    <a:pt x="160" y="93"/>
                  </a:cubicBezTo>
                  <a:cubicBezTo>
                    <a:pt x="163" y="93"/>
                    <a:pt x="164" y="91"/>
                    <a:pt x="167" y="90"/>
                  </a:cubicBezTo>
                  <a:cubicBezTo>
                    <a:pt x="169" y="89"/>
                    <a:pt x="171" y="88"/>
                    <a:pt x="173" y="86"/>
                  </a:cubicBezTo>
                  <a:cubicBezTo>
                    <a:pt x="174" y="85"/>
                    <a:pt x="175" y="84"/>
                    <a:pt x="176" y="82"/>
                  </a:cubicBezTo>
                  <a:cubicBezTo>
                    <a:pt x="177" y="80"/>
                    <a:pt x="178" y="77"/>
                    <a:pt x="181" y="77"/>
                  </a:cubicBezTo>
                  <a:cubicBezTo>
                    <a:pt x="185" y="77"/>
                    <a:pt x="187" y="81"/>
                    <a:pt x="190" y="85"/>
                  </a:cubicBezTo>
                  <a:cubicBezTo>
                    <a:pt x="192" y="89"/>
                    <a:pt x="195" y="90"/>
                    <a:pt x="195" y="95"/>
                  </a:cubicBezTo>
                  <a:cubicBezTo>
                    <a:pt x="195" y="99"/>
                    <a:pt x="195" y="99"/>
                    <a:pt x="195" y="99"/>
                  </a:cubicBezTo>
                  <a:cubicBezTo>
                    <a:pt x="192" y="99"/>
                    <a:pt x="190" y="99"/>
                    <a:pt x="187" y="100"/>
                  </a:cubicBezTo>
                  <a:cubicBezTo>
                    <a:pt x="185" y="100"/>
                    <a:pt x="184" y="102"/>
                    <a:pt x="182" y="102"/>
                  </a:cubicBezTo>
                  <a:cubicBezTo>
                    <a:pt x="178" y="102"/>
                    <a:pt x="176" y="99"/>
                    <a:pt x="171" y="99"/>
                  </a:cubicBezTo>
                  <a:cubicBezTo>
                    <a:pt x="168" y="99"/>
                    <a:pt x="166" y="102"/>
                    <a:pt x="166" y="105"/>
                  </a:cubicBezTo>
                  <a:cubicBezTo>
                    <a:pt x="166" y="109"/>
                    <a:pt x="169" y="110"/>
                    <a:pt x="169" y="114"/>
                  </a:cubicBezTo>
                  <a:cubicBezTo>
                    <a:pt x="169" y="116"/>
                    <a:pt x="168" y="118"/>
                    <a:pt x="167" y="120"/>
                  </a:cubicBezTo>
                  <a:cubicBezTo>
                    <a:pt x="166" y="122"/>
                    <a:pt x="166" y="124"/>
                    <a:pt x="164" y="126"/>
                  </a:cubicBezTo>
                  <a:cubicBezTo>
                    <a:pt x="164" y="127"/>
                    <a:pt x="163" y="126"/>
                    <a:pt x="162" y="127"/>
                  </a:cubicBezTo>
                  <a:cubicBezTo>
                    <a:pt x="160" y="128"/>
                    <a:pt x="159" y="130"/>
                    <a:pt x="159" y="133"/>
                  </a:cubicBezTo>
                  <a:cubicBezTo>
                    <a:pt x="159" y="136"/>
                    <a:pt x="162" y="136"/>
                    <a:pt x="164" y="138"/>
                  </a:cubicBezTo>
                  <a:cubicBezTo>
                    <a:pt x="167" y="142"/>
                    <a:pt x="168" y="145"/>
                    <a:pt x="171" y="148"/>
                  </a:cubicBezTo>
                  <a:cubicBezTo>
                    <a:pt x="174" y="151"/>
                    <a:pt x="178" y="152"/>
                    <a:pt x="178" y="156"/>
                  </a:cubicBezTo>
                  <a:cubicBezTo>
                    <a:pt x="178" y="162"/>
                    <a:pt x="174" y="164"/>
                    <a:pt x="174" y="170"/>
                  </a:cubicBezTo>
                  <a:cubicBezTo>
                    <a:pt x="174" y="174"/>
                    <a:pt x="179" y="175"/>
                    <a:pt x="182" y="175"/>
                  </a:cubicBezTo>
                  <a:cubicBezTo>
                    <a:pt x="188" y="175"/>
                    <a:pt x="191" y="173"/>
                    <a:pt x="197" y="173"/>
                  </a:cubicBezTo>
                  <a:cubicBezTo>
                    <a:pt x="200" y="173"/>
                    <a:pt x="201" y="175"/>
                    <a:pt x="204" y="175"/>
                  </a:cubicBezTo>
                  <a:cubicBezTo>
                    <a:pt x="209" y="178"/>
                    <a:pt x="213" y="179"/>
                    <a:pt x="215" y="185"/>
                  </a:cubicBezTo>
                  <a:cubicBezTo>
                    <a:pt x="215" y="185"/>
                    <a:pt x="215" y="185"/>
                    <a:pt x="215" y="185"/>
                  </a:cubicBezTo>
                  <a:cubicBezTo>
                    <a:pt x="214" y="189"/>
                    <a:pt x="213" y="194"/>
                    <a:pt x="210" y="197"/>
                  </a:cubicBezTo>
                  <a:cubicBezTo>
                    <a:pt x="209" y="198"/>
                    <a:pt x="208" y="199"/>
                    <a:pt x="206" y="200"/>
                  </a:cubicBezTo>
                  <a:cubicBezTo>
                    <a:pt x="204" y="202"/>
                    <a:pt x="201" y="203"/>
                    <a:pt x="201" y="206"/>
                  </a:cubicBezTo>
                  <a:cubicBezTo>
                    <a:pt x="201" y="208"/>
                    <a:pt x="203" y="208"/>
                    <a:pt x="203" y="210"/>
                  </a:cubicBezTo>
                  <a:cubicBezTo>
                    <a:pt x="203" y="213"/>
                    <a:pt x="201" y="215"/>
                    <a:pt x="198" y="218"/>
                  </a:cubicBezTo>
                  <a:cubicBezTo>
                    <a:pt x="195" y="222"/>
                    <a:pt x="194" y="225"/>
                    <a:pt x="190" y="227"/>
                  </a:cubicBezTo>
                  <a:cubicBezTo>
                    <a:pt x="187" y="230"/>
                    <a:pt x="184" y="230"/>
                    <a:pt x="182" y="234"/>
                  </a:cubicBezTo>
                  <a:cubicBezTo>
                    <a:pt x="180" y="238"/>
                    <a:pt x="180" y="241"/>
                    <a:pt x="178" y="244"/>
                  </a:cubicBezTo>
                  <a:cubicBezTo>
                    <a:pt x="175" y="249"/>
                    <a:pt x="175" y="252"/>
                    <a:pt x="171" y="255"/>
                  </a:cubicBezTo>
                  <a:cubicBezTo>
                    <a:pt x="168" y="257"/>
                    <a:pt x="166" y="258"/>
                    <a:pt x="163" y="261"/>
                  </a:cubicBezTo>
                  <a:cubicBezTo>
                    <a:pt x="161" y="264"/>
                    <a:pt x="157" y="263"/>
                    <a:pt x="155" y="266"/>
                  </a:cubicBezTo>
                  <a:cubicBezTo>
                    <a:pt x="152" y="268"/>
                    <a:pt x="152" y="271"/>
                    <a:pt x="151" y="274"/>
                  </a:cubicBezTo>
                  <a:cubicBezTo>
                    <a:pt x="150" y="275"/>
                    <a:pt x="149" y="275"/>
                    <a:pt x="149" y="275"/>
                  </a:cubicBezTo>
                  <a:cubicBezTo>
                    <a:pt x="149" y="275"/>
                    <a:pt x="149" y="275"/>
                    <a:pt x="149" y="275"/>
                  </a:cubicBezTo>
                  <a:cubicBezTo>
                    <a:pt x="147" y="271"/>
                    <a:pt x="146" y="267"/>
                    <a:pt x="143" y="263"/>
                  </a:cubicBezTo>
                  <a:cubicBezTo>
                    <a:pt x="141" y="261"/>
                    <a:pt x="139" y="261"/>
                    <a:pt x="137" y="259"/>
                  </a:cubicBezTo>
                  <a:cubicBezTo>
                    <a:pt x="133" y="258"/>
                    <a:pt x="131" y="257"/>
                    <a:pt x="127" y="257"/>
                  </a:cubicBezTo>
                  <a:cubicBezTo>
                    <a:pt x="121" y="257"/>
                    <a:pt x="118" y="255"/>
                    <a:pt x="112" y="254"/>
                  </a:cubicBezTo>
                  <a:cubicBezTo>
                    <a:pt x="110" y="253"/>
                    <a:pt x="107" y="254"/>
                    <a:pt x="106" y="251"/>
                  </a:cubicBezTo>
                  <a:cubicBezTo>
                    <a:pt x="106" y="250"/>
                    <a:pt x="107" y="249"/>
                    <a:pt x="107" y="247"/>
                  </a:cubicBezTo>
                  <a:cubicBezTo>
                    <a:pt x="107" y="246"/>
                    <a:pt x="107" y="245"/>
                    <a:pt x="106" y="243"/>
                  </a:cubicBezTo>
                  <a:cubicBezTo>
                    <a:pt x="96" y="246"/>
                    <a:pt x="91" y="251"/>
                    <a:pt x="85" y="259"/>
                  </a:cubicBezTo>
                  <a:cubicBezTo>
                    <a:pt x="83" y="257"/>
                    <a:pt x="83" y="257"/>
                    <a:pt x="83" y="257"/>
                  </a:cubicBezTo>
                  <a:cubicBezTo>
                    <a:pt x="84" y="251"/>
                    <a:pt x="85" y="247"/>
                    <a:pt x="88" y="241"/>
                  </a:cubicBezTo>
                  <a:cubicBezTo>
                    <a:pt x="89" y="238"/>
                    <a:pt x="91" y="235"/>
                    <a:pt x="91" y="231"/>
                  </a:cubicBezTo>
                  <a:cubicBezTo>
                    <a:pt x="87" y="232"/>
                    <a:pt x="86" y="235"/>
                    <a:pt x="82" y="237"/>
                  </a:cubicBezTo>
                  <a:cubicBezTo>
                    <a:pt x="78" y="240"/>
                    <a:pt x="75" y="242"/>
                    <a:pt x="70" y="244"/>
                  </a:cubicBezTo>
                  <a:cubicBezTo>
                    <a:pt x="69" y="245"/>
                    <a:pt x="68" y="247"/>
                    <a:pt x="66" y="248"/>
                  </a:cubicBezTo>
                  <a:cubicBezTo>
                    <a:pt x="62" y="250"/>
                    <a:pt x="60" y="252"/>
                    <a:pt x="55" y="252"/>
                  </a:cubicBezTo>
                  <a:cubicBezTo>
                    <a:pt x="55" y="252"/>
                    <a:pt x="55" y="252"/>
                    <a:pt x="55" y="252"/>
                  </a:cubicBezTo>
                  <a:cubicBezTo>
                    <a:pt x="51" y="245"/>
                    <a:pt x="53" y="240"/>
                    <a:pt x="51" y="232"/>
                  </a:cubicBezTo>
                  <a:cubicBezTo>
                    <a:pt x="49" y="226"/>
                    <a:pt x="48" y="223"/>
                    <a:pt x="45" y="218"/>
                  </a:cubicBezTo>
                  <a:cubicBezTo>
                    <a:pt x="43" y="215"/>
                    <a:pt x="42" y="213"/>
                    <a:pt x="42" y="210"/>
                  </a:cubicBezTo>
                  <a:cubicBezTo>
                    <a:pt x="42" y="198"/>
                    <a:pt x="42" y="198"/>
                    <a:pt x="42" y="198"/>
                  </a:cubicBezTo>
                  <a:cubicBezTo>
                    <a:pt x="42" y="196"/>
                    <a:pt x="43" y="195"/>
                    <a:pt x="43" y="194"/>
                  </a:cubicBezTo>
                  <a:cubicBezTo>
                    <a:pt x="44" y="191"/>
                    <a:pt x="44" y="189"/>
                    <a:pt x="44" y="186"/>
                  </a:cubicBezTo>
                  <a:cubicBezTo>
                    <a:pt x="44" y="184"/>
                    <a:pt x="43" y="183"/>
                    <a:pt x="42" y="182"/>
                  </a:cubicBezTo>
                  <a:cubicBezTo>
                    <a:pt x="41" y="180"/>
                    <a:pt x="39" y="178"/>
                    <a:pt x="37" y="177"/>
                  </a:cubicBezTo>
                  <a:cubicBezTo>
                    <a:pt x="35" y="177"/>
                    <a:pt x="34" y="178"/>
                    <a:pt x="33" y="177"/>
                  </a:cubicBezTo>
                  <a:cubicBezTo>
                    <a:pt x="30" y="177"/>
                    <a:pt x="28" y="176"/>
                    <a:pt x="25" y="175"/>
                  </a:cubicBezTo>
                  <a:cubicBezTo>
                    <a:pt x="22" y="174"/>
                    <a:pt x="21" y="170"/>
                    <a:pt x="20" y="167"/>
                  </a:cubicBezTo>
                  <a:cubicBezTo>
                    <a:pt x="20" y="167"/>
                    <a:pt x="20" y="167"/>
                    <a:pt x="20" y="167"/>
                  </a:cubicBezTo>
                  <a:cubicBezTo>
                    <a:pt x="24" y="160"/>
                    <a:pt x="25" y="155"/>
                    <a:pt x="30" y="149"/>
                  </a:cubicBezTo>
                  <a:cubicBezTo>
                    <a:pt x="32" y="145"/>
                    <a:pt x="36" y="144"/>
                    <a:pt x="40" y="142"/>
                  </a:cubicBezTo>
                  <a:cubicBezTo>
                    <a:pt x="41" y="142"/>
                    <a:pt x="42" y="141"/>
                    <a:pt x="44" y="140"/>
                  </a:cubicBezTo>
                  <a:cubicBezTo>
                    <a:pt x="46" y="140"/>
                    <a:pt x="49" y="140"/>
                    <a:pt x="49" y="137"/>
                  </a:cubicBezTo>
                  <a:cubicBezTo>
                    <a:pt x="49" y="135"/>
                    <a:pt x="47" y="134"/>
                    <a:pt x="47" y="131"/>
                  </a:cubicBezTo>
                  <a:cubicBezTo>
                    <a:pt x="46" y="127"/>
                    <a:pt x="45" y="125"/>
                    <a:pt x="43" y="121"/>
                  </a:cubicBezTo>
                  <a:cubicBezTo>
                    <a:pt x="41" y="118"/>
                    <a:pt x="42" y="116"/>
                    <a:pt x="41" y="112"/>
                  </a:cubicBezTo>
                  <a:cubicBezTo>
                    <a:pt x="40" y="109"/>
                    <a:pt x="39" y="107"/>
                    <a:pt x="37" y="104"/>
                  </a:cubicBezTo>
                  <a:cubicBezTo>
                    <a:pt x="35" y="105"/>
                    <a:pt x="33" y="106"/>
                    <a:pt x="31" y="107"/>
                  </a:cubicBezTo>
                  <a:cubicBezTo>
                    <a:pt x="29" y="108"/>
                    <a:pt x="29" y="110"/>
                    <a:pt x="26" y="110"/>
                  </a:cubicBezTo>
                  <a:cubicBezTo>
                    <a:pt x="22" y="110"/>
                    <a:pt x="21" y="107"/>
                    <a:pt x="18" y="104"/>
                  </a:cubicBezTo>
                  <a:cubicBezTo>
                    <a:pt x="16" y="103"/>
                    <a:pt x="16" y="102"/>
                    <a:pt x="14" y="100"/>
                  </a:cubicBezTo>
                  <a:cubicBezTo>
                    <a:pt x="12" y="99"/>
                    <a:pt x="10" y="98"/>
                    <a:pt x="9" y="95"/>
                  </a:cubicBezTo>
                  <a:cubicBezTo>
                    <a:pt x="9" y="94"/>
                    <a:pt x="10" y="93"/>
                    <a:pt x="9" y="91"/>
                  </a:cubicBezTo>
                  <a:cubicBezTo>
                    <a:pt x="9" y="89"/>
                    <a:pt x="9" y="88"/>
                    <a:pt x="7" y="85"/>
                  </a:cubicBezTo>
                  <a:cubicBezTo>
                    <a:pt x="6" y="83"/>
                    <a:pt x="4" y="83"/>
                    <a:pt x="2" y="81"/>
                  </a:cubicBezTo>
                  <a:cubicBezTo>
                    <a:pt x="1" y="81"/>
                    <a:pt x="2" y="80"/>
                    <a:pt x="1" y="79"/>
                  </a:cubicBezTo>
                  <a:cubicBezTo>
                    <a:pt x="1" y="78"/>
                    <a:pt x="0" y="78"/>
                    <a:pt x="0" y="76"/>
                  </a:cubicBezTo>
                  <a:cubicBezTo>
                    <a:pt x="0" y="75"/>
                    <a:pt x="1" y="75"/>
                    <a:pt x="1" y="73"/>
                  </a:cubicBezTo>
                  <a:cubicBezTo>
                    <a:pt x="3" y="74"/>
                    <a:pt x="4" y="74"/>
                    <a:pt x="6" y="74"/>
                  </a:cubicBezTo>
                  <a:cubicBezTo>
                    <a:pt x="12" y="74"/>
                    <a:pt x="14" y="68"/>
                    <a:pt x="15" y="62"/>
                  </a:cubicBezTo>
                  <a:cubicBezTo>
                    <a:pt x="15" y="58"/>
                    <a:pt x="16" y="56"/>
                    <a:pt x="18" y="52"/>
                  </a:cubicBezTo>
                  <a:cubicBezTo>
                    <a:pt x="19" y="48"/>
                    <a:pt x="21" y="46"/>
                    <a:pt x="23" y="42"/>
                  </a:cubicBezTo>
                  <a:cubicBezTo>
                    <a:pt x="24" y="40"/>
                    <a:pt x="25" y="40"/>
                    <a:pt x="26" y="38"/>
                  </a:cubicBezTo>
                  <a:cubicBezTo>
                    <a:pt x="27" y="36"/>
                    <a:pt x="27" y="34"/>
                    <a:pt x="27" y="32"/>
                  </a:cubicBezTo>
                  <a:cubicBezTo>
                    <a:pt x="28" y="30"/>
                    <a:pt x="29" y="28"/>
                    <a:pt x="29" y="26"/>
                  </a:cubicBezTo>
                  <a:cubicBezTo>
                    <a:pt x="29" y="24"/>
                    <a:pt x="29" y="24"/>
                    <a:pt x="29" y="22"/>
                  </a:cubicBezTo>
                  <a:cubicBezTo>
                    <a:pt x="32" y="22"/>
                    <a:pt x="33" y="22"/>
                    <a:pt x="36" y="21"/>
                  </a:cubicBezTo>
                  <a:cubicBezTo>
                    <a:pt x="37" y="21"/>
                    <a:pt x="38" y="20"/>
                    <a:pt x="40" y="20"/>
                  </a:cubicBezTo>
                  <a:cubicBezTo>
                    <a:pt x="41" y="20"/>
                    <a:pt x="41" y="21"/>
                    <a:pt x="42" y="21"/>
                  </a:cubicBezTo>
                  <a:cubicBezTo>
                    <a:pt x="46" y="22"/>
                    <a:pt x="48" y="25"/>
                    <a:pt x="50" y="28"/>
                  </a:cubicBezTo>
                  <a:cubicBezTo>
                    <a:pt x="52" y="30"/>
                    <a:pt x="53" y="32"/>
                    <a:pt x="53" y="34"/>
                  </a:cubicBezTo>
                  <a:cubicBezTo>
                    <a:pt x="54" y="37"/>
                    <a:pt x="55" y="40"/>
                    <a:pt x="58" y="40"/>
                  </a:cubicBezTo>
                  <a:cubicBezTo>
                    <a:pt x="62" y="40"/>
                    <a:pt x="64" y="38"/>
                    <a:pt x="67" y="35"/>
                  </a:cubicBezTo>
                  <a:cubicBezTo>
                    <a:pt x="73" y="30"/>
                    <a:pt x="73" y="30"/>
                    <a:pt x="73" y="30"/>
                  </a:cubicBezTo>
                  <a:cubicBezTo>
                    <a:pt x="75" y="28"/>
                    <a:pt x="77" y="28"/>
                    <a:pt x="77" y="25"/>
                  </a:cubicBezTo>
                  <a:cubicBezTo>
                    <a:pt x="77" y="21"/>
                    <a:pt x="73" y="19"/>
                    <a:pt x="73" y="14"/>
                  </a:cubicBezTo>
                  <a:cubicBezTo>
                    <a:pt x="73" y="10"/>
                    <a:pt x="73" y="8"/>
                    <a:pt x="73"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20"/>
            <p:cNvSpPr>
              <a:spLocks/>
            </p:cNvSpPr>
            <p:nvPr/>
          </p:nvSpPr>
          <p:spPr bwMode="auto">
            <a:xfrm>
              <a:off x="5583238" y="3063875"/>
              <a:ext cx="449263" cy="403225"/>
            </a:xfrm>
            <a:custGeom>
              <a:avLst/>
              <a:gdLst/>
              <a:ahLst/>
              <a:cxnLst>
                <a:cxn ang="0">
                  <a:pos x="5" y="33"/>
                </a:cxn>
                <a:cxn ang="0">
                  <a:pos x="7" y="13"/>
                </a:cxn>
                <a:cxn ang="0">
                  <a:pos x="15" y="10"/>
                </a:cxn>
                <a:cxn ang="0">
                  <a:pos x="26" y="14"/>
                </a:cxn>
                <a:cxn ang="0">
                  <a:pos x="35" y="31"/>
                </a:cxn>
                <a:cxn ang="0">
                  <a:pos x="43" y="32"/>
                </a:cxn>
                <a:cxn ang="0">
                  <a:pos x="51" y="34"/>
                </a:cxn>
                <a:cxn ang="0">
                  <a:pos x="59" y="34"/>
                </a:cxn>
                <a:cxn ang="0">
                  <a:pos x="69" y="23"/>
                </a:cxn>
                <a:cxn ang="0">
                  <a:pos x="79" y="26"/>
                </a:cxn>
                <a:cxn ang="0">
                  <a:pos x="87" y="35"/>
                </a:cxn>
                <a:cxn ang="0">
                  <a:pos x="91" y="29"/>
                </a:cxn>
                <a:cxn ang="0">
                  <a:pos x="106" y="17"/>
                </a:cxn>
                <a:cxn ang="0">
                  <a:pos x="123" y="0"/>
                </a:cxn>
                <a:cxn ang="0">
                  <a:pos x="129" y="2"/>
                </a:cxn>
                <a:cxn ang="0">
                  <a:pos x="129" y="3"/>
                </a:cxn>
                <a:cxn ang="0">
                  <a:pos x="131" y="16"/>
                </a:cxn>
                <a:cxn ang="0">
                  <a:pos x="153" y="23"/>
                </a:cxn>
                <a:cxn ang="0">
                  <a:pos x="173" y="38"/>
                </a:cxn>
                <a:cxn ang="0">
                  <a:pos x="180" y="54"/>
                </a:cxn>
                <a:cxn ang="0">
                  <a:pos x="194" y="92"/>
                </a:cxn>
                <a:cxn ang="0">
                  <a:pos x="199" y="105"/>
                </a:cxn>
                <a:cxn ang="0">
                  <a:pos x="209" y="129"/>
                </a:cxn>
                <a:cxn ang="0">
                  <a:pos x="224" y="145"/>
                </a:cxn>
                <a:cxn ang="0">
                  <a:pos x="227" y="155"/>
                </a:cxn>
                <a:cxn ang="0">
                  <a:pos x="231" y="159"/>
                </a:cxn>
                <a:cxn ang="0">
                  <a:pos x="251" y="181"/>
                </a:cxn>
                <a:cxn ang="0">
                  <a:pos x="232" y="179"/>
                </a:cxn>
                <a:cxn ang="0">
                  <a:pos x="242" y="187"/>
                </a:cxn>
                <a:cxn ang="0">
                  <a:pos x="237" y="188"/>
                </a:cxn>
                <a:cxn ang="0">
                  <a:pos x="218" y="178"/>
                </a:cxn>
                <a:cxn ang="0">
                  <a:pos x="226" y="196"/>
                </a:cxn>
                <a:cxn ang="0">
                  <a:pos x="215" y="214"/>
                </a:cxn>
                <a:cxn ang="0">
                  <a:pos x="211" y="222"/>
                </a:cxn>
                <a:cxn ang="0">
                  <a:pos x="190" y="224"/>
                </a:cxn>
                <a:cxn ang="0">
                  <a:pos x="159" y="224"/>
                </a:cxn>
                <a:cxn ang="0">
                  <a:pos x="149" y="223"/>
                </a:cxn>
                <a:cxn ang="0">
                  <a:pos x="138" y="213"/>
                </a:cxn>
                <a:cxn ang="0">
                  <a:pos x="116" y="213"/>
                </a:cxn>
                <a:cxn ang="0">
                  <a:pos x="112" y="194"/>
                </a:cxn>
                <a:cxn ang="0">
                  <a:pos x="98" y="176"/>
                </a:cxn>
                <a:cxn ang="0">
                  <a:pos x="96" y="165"/>
                </a:cxn>
                <a:cxn ang="0">
                  <a:pos x="101" y="158"/>
                </a:cxn>
                <a:cxn ang="0">
                  <a:pos x="100" y="143"/>
                </a:cxn>
                <a:cxn ang="0">
                  <a:pos x="116" y="140"/>
                </a:cxn>
                <a:cxn ang="0">
                  <a:pos x="129" y="137"/>
                </a:cxn>
                <a:cxn ang="0">
                  <a:pos x="124" y="123"/>
                </a:cxn>
                <a:cxn ang="0">
                  <a:pos x="110" y="120"/>
                </a:cxn>
                <a:cxn ang="0">
                  <a:pos x="101" y="128"/>
                </a:cxn>
                <a:cxn ang="0">
                  <a:pos x="89" y="130"/>
                </a:cxn>
                <a:cxn ang="0">
                  <a:pos x="85" y="110"/>
                </a:cxn>
                <a:cxn ang="0">
                  <a:pos x="76" y="85"/>
                </a:cxn>
                <a:cxn ang="0">
                  <a:pos x="71" y="69"/>
                </a:cxn>
                <a:cxn ang="0">
                  <a:pos x="49" y="55"/>
                </a:cxn>
                <a:cxn ang="0">
                  <a:pos x="41" y="49"/>
                </a:cxn>
                <a:cxn ang="0">
                  <a:pos x="8" y="38"/>
                </a:cxn>
              </a:cxnLst>
              <a:rect l="0" t="0" r="r" b="b"/>
              <a:pathLst>
                <a:path w="251" h="225">
                  <a:moveTo>
                    <a:pt x="8" y="38"/>
                  </a:moveTo>
                  <a:cubicBezTo>
                    <a:pt x="8" y="36"/>
                    <a:pt x="6" y="35"/>
                    <a:pt x="5" y="33"/>
                  </a:cubicBezTo>
                  <a:cubicBezTo>
                    <a:pt x="2" y="28"/>
                    <a:pt x="0" y="25"/>
                    <a:pt x="0" y="18"/>
                  </a:cubicBezTo>
                  <a:cubicBezTo>
                    <a:pt x="0" y="15"/>
                    <a:pt x="4" y="14"/>
                    <a:pt x="7" y="13"/>
                  </a:cubicBezTo>
                  <a:cubicBezTo>
                    <a:pt x="9" y="12"/>
                    <a:pt x="10" y="11"/>
                    <a:pt x="11" y="11"/>
                  </a:cubicBezTo>
                  <a:cubicBezTo>
                    <a:pt x="13" y="11"/>
                    <a:pt x="14" y="11"/>
                    <a:pt x="15" y="10"/>
                  </a:cubicBezTo>
                  <a:cubicBezTo>
                    <a:pt x="18" y="10"/>
                    <a:pt x="19" y="9"/>
                    <a:pt x="21" y="9"/>
                  </a:cubicBezTo>
                  <a:cubicBezTo>
                    <a:pt x="24" y="9"/>
                    <a:pt x="25" y="12"/>
                    <a:pt x="26" y="14"/>
                  </a:cubicBezTo>
                  <a:cubicBezTo>
                    <a:pt x="28" y="18"/>
                    <a:pt x="29" y="21"/>
                    <a:pt x="31" y="26"/>
                  </a:cubicBezTo>
                  <a:cubicBezTo>
                    <a:pt x="32" y="28"/>
                    <a:pt x="33" y="30"/>
                    <a:pt x="35" y="31"/>
                  </a:cubicBezTo>
                  <a:cubicBezTo>
                    <a:pt x="37" y="32"/>
                    <a:pt x="38" y="31"/>
                    <a:pt x="41" y="31"/>
                  </a:cubicBezTo>
                  <a:cubicBezTo>
                    <a:pt x="41" y="31"/>
                    <a:pt x="42" y="31"/>
                    <a:pt x="43" y="32"/>
                  </a:cubicBezTo>
                  <a:cubicBezTo>
                    <a:pt x="44" y="32"/>
                    <a:pt x="45" y="32"/>
                    <a:pt x="47" y="32"/>
                  </a:cubicBezTo>
                  <a:cubicBezTo>
                    <a:pt x="48" y="33"/>
                    <a:pt x="50" y="33"/>
                    <a:pt x="51" y="34"/>
                  </a:cubicBezTo>
                  <a:cubicBezTo>
                    <a:pt x="53" y="35"/>
                    <a:pt x="53" y="37"/>
                    <a:pt x="55" y="37"/>
                  </a:cubicBezTo>
                  <a:cubicBezTo>
                    <a:pt x="57" y="37"/>
                    <a:pt x="58" y="35"/>
                    <a:pt x="59" y="34"/>
                  </a:cubicBezTo>
                  <a:cubicBezTo>
                    <a:pt x="61" y="33"/>
                    <a:pt x="64" y="33"/>
                    <a:pt x="65" y="31"/>
                  </a:cubicBezTo>
                  <a:cubicBezTo>
                    <a:pt x="67" y="28"/>
                    <a:pt x="66" y="23"/>
                    <a:pt x="69" y="23"/>
                  </a:cubicBezTo>
                  <a:cubicBezTo>
                    <a:pt x="71" y="23"/>
                    <a:pt x="73" y="24"/>
                    <a:pt x="75" y="25"/>
                  </a:cubicBezTo>
                  <a:cubicBezTo>
                    <a:pt x="76" y="25"/>
                    <a:pt x="78" y="25"/>
                    <a:pt x="79" y="26"/>
                  </a:cubicBezTo>
                  <a:cubicBezTo>
                    <a:pt x="79" y="26"/>
                    <a:pt x="79" y="27"/>
                    <a:pt x="79" y="28"/>
                  </a:cubicBezTo>
                  <a:cubicBezTo>
                    <a:pt x="80" y="32"/>
                    <a:pt x="83" y="35"/>
                    <a:pt x="87" y="35"/>
                  </a:cubicBezTo>
                  <a:cubicBezTo>
                    <a:pt x="89" y="35"/>
                    <a:pt x="89" y="35"/>
                    <a:pt x="90" y="34"/>
                  </a:cubicBezTo>
                  <a:cubicBezTo>
                    <a:pt x="92" y="33"/>
                    <a:pt x="91" y="31"/>
                    <a:pt x="91" y="29"/>
                  </a:cubicBezTo>
                  <a:cubicBezTo>
                    <a:pt x="92" y="27"/>
                    <a:pt x="93" y="25"/>
                    <a:pt x="95" y="23"/>
                  </a:cubicBezTo>
                  <a:cubicBezTo>
                    <a:pt x="98" y="19"/>
                    <a:pt x="103" y="20"/>
                    <a:pt x="106" y="17"/>
                  </a:cubicBezTo>
                  <a:cubicBezTo>
                    <a:pt x="110" y="15"/>
                    <a:pt x="112" y="12"/>
                    <a:pt x="114" y="8"/>
                  </a:cubicBezTo>
                  <a:cubicBezTo>
                    <a:pt x="116" y="4"/>
                    <a:pt x="118" y="0"/>
                    <a:pt x="123" y="0"/>
                  </a:cubicBezTo>
                  <a:cubicBezTo>
                    <a:pt x="125" y="0"/>
                    <a:pt x="126" y="2"/>
                    <a:pt x="128" y="2"/>
                  </a:cubicBezTo>
                  <a:cubicBezTo>
                    <a:pt x="129" y="2"/>
                    <a:pt x="129" y="2"/>
                    <a:pt x="129" y="2"/>
                  </a:cubicBezTo>
                  <a:cubicBezTo>
                    <a:pt x="129" y="2"/>
                    <a:pt x="129" y="2"/>
                    <a:pt x="129" y="2"/>
                  </a:cubicBezTo>
                  <a:cubicBezTo>
                    <a:pt x="129" y="2"/>
                    <a:pt x="129" y="3"/>
                    <a:pt x="129" y="3"/>
                  </a:cubicBezTo>
                  <a:cubicBezTo>
                    <a:pt x="129" y="7"/>
                    <a:pt x="131" y="9"/>
                    <a:pt x="132" y="12"/>
                  </a:cubicBezTo>
                  <a:cubicBezTo>
                    <a:pt x="131" y="16"/>
                    <a:pt x="131" y="16"/>
                    <a:pt x="131" y="16"/>
                  </a:cubicBezTo>
                  <a:cubicBezTo>
                    <a:pt x="136" y="19"/>
                    <a:pt x="139" y="18"/>
                    <a:pt x="143" y="18"/>
                  </a:cubicBezTo>
                  <a:cubicBezTo>
                    <a:pt x="147" y="19"/>
                    <a:pt x="150" y="21"/>
                    <a:pt x="153" y="23"/>
                  </a:cubicBezTo>
                  <a:cubicBezTo>
                    <a:pt x="156" y="24"/>
                    <a:pt x="158" y="25"/>
                    <a:pt x="161" y="26"/>
                  </a:cubicBezTo>
                  <a:cubicBezTo>
                    <a:pt x="167" y="29"/>
                    <a:pt x="170" y="33"/>
                    <a:pt x="173" y="38"/>
                  </a:cubicBezTo>
                  <a:cubicBezTo>
                    <a:pt x="174" y="41"/>
                    <a:pt x="176" y="43"/>
                    <a:pt x="177" y="46"/>
                  </a:cubicBezTo>
                  <a:cubicBezTo>
                    <a:pt x="178" y="50"/>
                    <a:pt x="179" y="52"/>
                    <a:pt x="180" y="54"/>
                  </a:cubicBezTo>
                  <a:cubicBezTo>
                    <a:pt x="183" y="60"/>
                    <a:pt x="186" y="62"/>
                    <a:pt x="189" y="68"/>
                  </a:cubicBezTo>
                  <a:cubicBezTo>
                    <a:pt x="193" y="77"/>
                    <a:pt x="193" y="83"/>
                    <a:pt x="194" y="92"/>
                  </a:cubicBezTo>
                  <a:cubicBezTo>
                    <a:pt x="195" y="94"/>
                    <a:pt x="196" y="95"/>
                    <a:pt x="197" y="97"/>
                  </a:cubicBezTo>
                  <a:cubicBezTo>
                    <a:pt x="198" y="100"/>
                    <a:pt x="198" y="102"/>
                    <a:pt x="199" y="105"/>
                  </a:cubicBezTo>
                  <a:cubicBezTo>
                    <a:pt x="200" y="109"/>
                    <a:pt x="201" y="111"/>
                    <a:pt x="202" y="114"/>
                  </a:cubicBezTo>
                  <a:cubicBezTo>
                    <a:pt x="204" y="120"/>
                    <a:pt x="204" y="125"/>
                    <a:pt x="209" y="129"/>
                  </a:cubicBezTo>
                  <a:cubicBezTo>
                    <a:pt x="214" y="132"/>
                    <a:pt x="217" y="135"/>
                    <a:pt x="220" y="139"/>
                  </a:cubicBezTo>
                  <a:cubicBezTo>
                    <a:pt x="222" y="141"/>
                    <a:pt x="223" y="143"/>
                    <a:pt x="224" y="145"/>
                  </a:cubicBezTo>
                  <a:cubicBezTo>
                    <a:pt x="226" y="147"/>
                    <a:pt x="228" y="148"/>
                    <a:pt x="228" y="151"/>
                  </a:cubicBezTo>
                  <a:cubicBezTo>
                    <a:pt x="228" y="153"/>
                    <a:pt x="227" y="153"/>
                    <a:pt x="227" y="155"/>
                  </a:cubicBezTo>
                  <a:cubicBezTo>
                    <a:pt x="227" y="156"/>
                    <a:pt x="228" y="156"/>
                    <a:pt x="229" y="157"/>
                  </a:cubicBezTo>
                  <a:cubicBezTo>
                    <a:pt x="230" y="158"/>
                    <a:pt x="230" y="158"/>
                    <a:pt x="231" y="159"/>
                  </a:cubicBezTo>
                  <a:cubicBezTo>
                    <a:pt x="236" y="162"/>
                    <a:pt x="240" y="163"/>
                    <a:pt x="243" y="167"/>
                  </a:cubicBezTo>
                  <a:cubicBezTo>
                    <a:pt x="247" y="172"/>
                    <a:pt x="248" y="176"/>
                    <a:pt x="251" y="181"/>
                  </a:cubicBezTo>
                  <a:cubicBezTo>
                    <a:pt x="237" y="178"/>
                    <a:pt x="237" y="178"/>
                    <a:pt x="237" y="178"/>
                  </a:cubicBezTo>
                  <a:cubicBezTo>
                    <a:pt x="235" y="179"/>
                    <a:pt x="234" y="179"/>
                    <a:pt x="232" y="179"/>
                  </a:cubicBezTo>
                  <a:cubicBezTo>
                    <a:pt x="232" y="181"/>
                    <a:pt x="232" y="181"/>
                    <a:pt x="232" y="181"/>
                  </a:cubicBezTo>
                  <a:cubicBezTo>
                    <a:pt x="235" y="184"/>
                    <a:pt x="239" y="184"/>
                    <a:pt x="242" y="187"/>
                  </a:cubicBezTo>
                  <a:cubicBezTo>
                    <a:pt x="244" y="189"/>
                    <a:pt x="244" y="191"/>
                    <a:pt x="246" y="193"/>
                  </a:cubicBezTo>
                  <a:cubicBezTo>
                    <a:pt x="249" y="199"/>
                    <a:pt x="238" y="189"/>
                    <a:pt x="237" y="188"/>
                  </a:cubicBezTo>
                  <a:cubicBezTo>
                    <a:pt x="235" y="187"/>
                    <a:pt x="235" y="185"/>
                    <a:pt x="233" y="184"/>
                  </a:cubicBezTo>
                  <a:cubicBezTo>
                    <a:pt x="227" y="182"/>
                    <a:pt x="223" y="181"/>
                    <a:pt x="218" y="178"/>
                  </a:cubicBezTo>
                  <a:cubicBezTo>
                    <a:pt x="219" y="185"/>
                    <a:pt x="219" y="191"/>
                    <a:pt x="224" y="195"/>
                  </a:cubicBezTo>
                  <a:cubicBezTo>
                    <a:pt x="225" y="195"/>
                    <a:pt x="225" y="196"/>
                    <a:pt x="226" y="196"/>
                  </a:cubicBezTo>
                  <a:cubicBezTo>
                    <a:pt x="226" y="196"/>
                    <a:pt x="226" y="196"/>
                    <a:pt x="226" y="196"/>
                  </a:cubicBezTo>
                  <a:cubicBezTo>
                    <a:pt x="221" y="203"/>
                    <a:pt x="219" y="208"/>
                    <a:pt x="215" y="214"/>
                  </a:cubicBezTo>
                  <a:cubicBezTo>
                    <a:pt x="214" y="217"/>
                    <a:pt x="213" y="220"/>
                    <a:pt x="211" y="222"/>
                  </a:cubicBezTo>
                  <a:cubicBezTo>
                    <a:pt x="211" y="222"/>
                    <a:pt x="211" y="222"/>
                    <a:pt x="211" y="222"/>
                  </a:cubicBezTo>
                  <a:cubicBezTo>
                    <a:pt x="205" y="221"/>
                    <a:pt x="201" y="222"/>
                    <a:pt x="195" y="223"/>
                  </a:cubicBezTo>
                  <a:cubicBezTo>
                    <a:pt x="193" y="224"/>
                    <a:pt x="192" y="224"/>
                    <a:pt x="190" y="224"/>
                  </a:cubicBezTo>
                  <a:cubicBezTo>
                    <a:pt x="180" y="224"/>
                    <a:pt x="175" y="223"/>
                    <a:pt x="166" y="223"/>
                  </a:cubicBezTo>
                  <a:cubicBezTo>
                    <a:pt x="163" y="223"/>
                    <a:pt x="161" y="223"/>
                    <a:pt x="159" y="224"/>
                  </a:cubicBezTo>
                  <a:cubicBezTo>
                    <a:pt x="157" y="224"/>
                    <a:pt x="156" y="225"/>
                    <a:pt x="155" y="225"/>
                  </a:cubicBezTo>
                  <a:cubicBezTo>
                    <a:pt x="152" y="225"/>
                    <a:pt x="151" y="224"/>
                    <a:pt x="149" y="223"/>
                  </a:cubicBezTo>
                  <a:cubicBezTo>
                    <a:pt x="149" y="223"/>
                    <a:pt x="149" y="223"/>
                    <a:pt x="149" y="223"/>
                  </a:cubicBezTo>
                  <a:cubicBezTo>
                    <a:pt x="147" y="217"/>
                    <a:pt x="143" y="216"/>
                    <a:pt x="138" y="213"/>
                  </a:cubicBezTo>
                  <a:cubicBezTo>
                    <a:pt x="135" y="213"/>
                    <a:pt x="134" y="211"/>
                    <a:pt x="131" y="211"/>
                  </a:cubicBezTo>
                  <a:cubicBezTo>
                    <a:pt x="125" y="211"/>
                    <a:pt x="122" y="213"/>
                    <a:pt x="116" y="213"/>
                  </a:cubicBezTo>
                  <a:cubicBezTo>
                    <a:pt x="113" y="213"/>
                    <a:pt x="108" y="212"/>
                    <a:pt x="108" y="208"/>
                  </a:cubicBezTo>
                  <a:cubicBezTo>
                    <a:pt x="108" y="202"/>
                    <a:pt x="112" y="200"/>
                    <a:pt x="112" y="194"/>
                  </a:cubicBezTo>
                  <a:cubicBezTo>
                    <a:pt x="112" y="190"/>
                    <a:pt x="108" y="189"/>
                    <a:pt x="105" y="186"/>
                  </a:cubicBezTo>
                  <a:cubicBezTo>
                    <a:pt x="102" y="183"/>
                    <a:pt x="101" y="180"/>
                    <a:pt x="98" y="176"/>
                  </a:cubicBezTo>
                  <a:cubicBezTo>
                    <a:pt x="96" y="174"/>
                    <a:pt x="93" y="174"/>
                    <a:pt x="93" y="171"/>
                  </a:cubicBezTo>
                  <a:cubicBezTo>
                    <a:pt x="93" y="168"/>
                    <a:pt x="94" y="166"/>
                    <a:pt x="96" y="165"/>
                  </a:cubicBezTo>
                  <a:cubicBezTo>
                    <a:pt x="97" y="164"/>
                    <a:pt x="98" y="165"/>
                    <a:pt x="98" y="164"/>
                  </a:cubicBezTo>
                  <a:cubicBezTo>
                    <a:pt x="100" y="162"/>
                    <a:pt x="100" y="160"/>
                    <a:pt x="101" y="158"/>
                  </a:cubicBezTo>
                  <a:cubicBezTo>
                    <a:pt x="102" y="156"/>
                    <a:pt x="103" y="154"/>
                    <a:pt x="103" y="152"/>
                  </a:cubicBezTo>
                  <a:cubicBezTo>
                    <a:pt x="103" y="148"/>
                    <a:pt x="100" y="147"/>
                    <a:pt x="100" y="143"/>
                  </a:cubicBezTo>
                  <a:cubicBezTo>
                    <a:pt x="100" y="140"/>
                    <a:pt x="102" y="137"/>
                    <a:pt x="105" y="137"/>
                  </a:cubicBezTo>
                  <a:cubicBezTo>
                    <a:pt x="110" y="137"/>
                    <a:pt x="112" y="140"/>
                    <a:pt x="116" y="140"/>
                  </a:cubicBezTo>
                  <a:cubicBezTo>
                    <a:pt x="118" y="140"/>
                    <a:pt x="119" y="138"/>
                    <a:pt x="121" y="138"/>
                  </a:cubicBezTo>
                  <a:cubicBezTo>
                    <a:pt x="124" y="137"/>
                    <a:pt x="126" y="137"/>
                    <a:pt x="129" y="137"/>
                  </a:cubicBezTo>
                  <a:cubicBezTo>
                    <a:pt x="129" y="133"/>
                    <a:pt x="129" y="133"/>
                    <a:pt x="129" y="133"/>
                  </a:cubicBezTo>
                  <a:cubicBezTo>
                    <a:pt x="129" y="128"/>
                    <a:pt x="126" y="127"/>
                    <a:pt x="124" y="123"/>
                  </a:cubicBezTo>
                  <a:cubicBezTo>
                    <a:pt x="121" y="119"/>
                    <a:pt x="119" y="115"/>
                    <a:pt x="115" y="115"/>
                  </a:cubicBezTo>
                  <a:cubicBezTo>
                    <a:pt x="112" y="115"/>
                    <a:pt x="111" y="118"/>
                    <a:pt x="110" y="120"/>
                  </a:cubicBezTo>
                  <a:cubicBezTo>
                    <a:pt x="109" y="122"/>
                    <a:pt x="108" y="123"/>
                    <a:pt x="107" y="124"/>
                  </a:cubicBezTo>
                  <a:cubicBezTo>
                    <a:pt x="105" y="126"/>
                    <a:pt x="103" y="127"/>
                    <a:pt x="101" y="128"/>
                  </a:cubicBezTo>
                  <a:cubicBezTo>
                    <a:pt x="98" y="129"/>
                    <a:pt x="97" y="131"/>
                    <a:pt x="94" y="131"/>
                  </a:cubicBezTo>
                  <a:cubicBezTo>
                    <a:pt x="92" y="131"/>
                    <a:pt x="90" y="131"/>
                    <a:pt x="89" y="130"/>
                  </a:cubicBezTo>
                  <a:cubicBezTo>
                    <a:pt x="87" y="128"/>
                    <a:pt x="88" y="126"/>
                    <a:pt x="87" y="124"/>
                  </a:cubicBezTo>
                  <a:cubicBezTo>
                    <a:pt x="86" y="119"/>
                    <a:pt x="86" y="115"/>
                    <a:pt x="85" y="110"/>
                  </a:cubicBezTo>
                  <a:cubicBezTo>
                    <a:pt x="83" y="105"/>
                    <a:pt x="78" y="104"/>
                    <a:pt x="77" y="99"/>
                  </a:cubicBezTo>
                  <a:cubicBezTo>
                    <a:pt x="76" y="94"/>
                    <a:pt x="76" y="90"/>
                    <a:pt x="76" y="85"/>
                  </a:cubicBezTo>
                  <a:cubicBezTo>
                    <a:pt x="75" y="81"/>
                    <a:pt x="74" y="79"/>
                    <a:pt x="73" y="75"/>
                  </a:cubicBezTo>
                  <a:cubicBezTo>
                    <a:pt x="72" y="73"/>
                    <a:pt x="73" y="71"/>
                    <a:pt x="71" y="69"/>
                  </a:cubicBezTo>
                  <a:cubicBezTo>
                    <a:pt x="68" y="66"/>
                    <a:pt x="65" y="67"/>
                    <a:pt x="61" y="65"/>
                  </a:cubicBezTo>
                  <a:cubicBezTo>
                    <a:pt x="55" y="63"/>
                    <a:pt x="53" y="59"/>
                    <a:pt x="49" y="55"/>
                  </a:cubicBezTo>
                  <a:cubicBezTo>
                    <a:pt x="47" y="54"/>
                    <a:pt x="47" y="52"/>
                    <a:pt x="45" y="51"/>
                  </a:cubicBezTo>
                  <a:cubicBezTo>
                    <a:pt x="44" y="51"/>
                    <a:pt x="43" y="50"/>
                    <a:pt x="41" y="49"/>
                  </a:cubicBezTo>
                  <a:cubicBezTo>
                    <a:pt x="40" y="49"/>
                    <a:pt x="39" y="47"/>
                    <a:pt x="39" y="46"/>
                  </a:cubicBezTo>
                  <a:cubicBezTo>
                    <a:pt x="27" y="44"/>
                    <a:pt x="20" y="42"/>
                    <a:pt x="8" y="3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21"/>
            <p:cNvSpPr>
              <a:spLocks/>
            </p:cNvSpPr>
            <p:nvPr/>
          </p:nvSpPr>
          <p:spPr bwMode="auto">
            <a:xfrm>
              <a:off x="5719763" y="3459163"/>
              <a:ext cx="327025" cy="361950"/>
            </a:xfrm>
            <a:custGeom>
              <a:avLst/>
              <a:gdLst/>
              <a:ahLst/>
              <a:cxnLst>
                <a:cxn ang="0">
                  <a:pos x="79" y="4"/>
                </a:cxn>
                <a:cxn ang="0">
                  <a:pos x="90" y="2"/>
                </a:cxn>
                <a:cxn ang="0">
                  <a:pos x="119" y="2"/>
                </a:cxn>
                <a:cxn ang="0">
                  <a:pos x="135" y="1"/>
                </a:cxn>
                <a:cxn ang="0">
                  <a:pos x="147" y="19"/>
                </a:cxn>
                <a:cxn ang="0">
                  <a:pos x="140" y="25"/>
                </a:cxn>
                <a:cxn ang="0">
                  <a:pos x="134" y="34"/>
                </a:cxn>
                <a:cxn ang="0">
                  <a:pos x="114" y="43"/>
                </a:cxn>
                <a:cxn ang="0">
                  <a:pos x="126" y="50"/>
                </a:cxn>
                <a:cxn ang="0">
                  <a:pos x="148" y="43"/>
                </a:cxn>
                <a:cxn ang="0">
                  <a:pos x="159" y="49"/>
                </a:cxn>
                <a:cxn ang="0">
                  <a:pos x="176" y="62"/>
                </a:cxn>
                <a:cxn ang="0">
                  <a:pos x="169" y="76"/>
                </a:cxn>
                <a:cxn ang="0">
                  <a:pos x="164" y="83"/>
                </a:cxn>
                <a:cxn ang="0">
                  <a:pos x="163" y="87"/>
                </a:cxn>
                <a:cxn ang="0">
                  <a:pos x="183" y="79"/>
                </a:cxn>
                <a:cxn ang="0">
                  <a:pos x="179" y="94"/>
                </a:cxn>
                <a:cxn ang="0">
                  <a:pos x="179" y="104"/>
                </a:cxn>
                <a:cxn ang="0">
                  <a:pos x="164" y="99"/>
                </a:cxn>
                <a:cxn ang="0">
                  <a:pos x="166" y="111"/>
                </a:cxn>
                <a:cxn ang="0">
                  <a:pos x="160" y="122"/>
                </a:cxn>
                <a:cxn ang="0">
                  <a:pos x="153" y="151"/>
                </a:cxn>
                <a:cxn ang="0">
                  <a:pos x="131" y="163"/>
                </a:cxn>
                <a:cxn ang="0">
                  <a:pos x="125" y="174"/>
                </a:cxn>
                <a:cxn ang="0">
                  <a:pos x="120" y="183"/>
                </a:cxn>
                <a:cxn ang="0">
                  <a:pos x="115" y="190"/>
                </a:cxn>
                <a:cxn ang="0">
                  <a:pos x="110" y="202"/>
                </a:cxn>
                <a:cxn ang="0">
                  <a:pos x="86" y="198"/>
                </a:cxn>
                <a:cxn ang="0">
                  <a:pos x="74" y="186"/>
                </a:cxn>
                <a:cxn ang="0">
                  <a:pos x="57" y="192"/>
                </a:cxn>
                <a:cxn ang="0">
                  <a:pos x="43" y="196"/>
                </a:cxn>
                <a:cxn ang="0">
                  <a:pos x="38" y="185"/>
                </a:cxn>
                <a:cxn ang="0">
                  <a:pos x="35" y="173"/>
                </a:cxn>
                <a:cxn ang="0">
                  <a:pos x="33" y="153"/>
                </a:cxn>
                <a:cxn ang="0">
                  <a:pos x="16" y="154"/>
                </a:cxn>
                <a:cxn ang="0">
                  <a:pos x="16" y="151"/>
                </a:cxn>
                <a:cxn ang="0">
                  <a:pos x="13" y="115"/>
                </a:cxn>
                <a:cxn ang="0">
                  <a:pos x="4" y="105"/>
                </a:cxn>
                <a:cxn ang="0">
                  <a:pos x="5" y="96"/>
                </a:cxn>
                <a:cxn ang="0">
                  <a:pos x="7" y="92"/>
                </a:cxn>
                <a:cxn ang="0">
                  <a:pos x="13" y="83"/>
                </a:cxn>
                <a:cxn ang="0">
                  <a:pos x="29" y="72"/>
                </a:cxn>
                <a:cxn ang="0">
                  <a:pos x="40" y="51"/>
                </a:cxn>
                <a:cxn ang="0">
                  <a:pos x="56" y="35"/>
                </a:cxn>
                <a:cxn ang="0">
                  <a:pos x="59" y="23"/>
                </a:cxn>
                <a:cxn ang="0">
                  <a:pos x="68" y="14"/>
                </a:cxn>
              </a:cxnLst>
              <a:rect l="0" t="0" r="r" b="b"/>
              <a:pathLst>
                <a:path w="183" h="202">
                  <a:moveTo>
                    <a:pt x="73" y="2"/>
                  </a:moveTo>
                  <a:cubicBezTo>
                    <a:pt x="75" y="3"/>
                    <a:pt x="76" y="4"/>
                    <a:pt x="79" y="4"/>
                  </a:cubicBezTo>
                  <a:cubicBezTo>
                    <a:pt x="80" y="4"/>
                    <a:pt x="81" y="3"/>
                    <a:pt x="83" y="3"/>
                  </a:cubicBezTo>
                  <a:cubicBezTo>
                    <a:pt x="85" y="2"/>
                    <a:pt x="87" y="2"/>
                    <a:pt x="90" y="2"/>
                  </a:cubicBezTo>
                  <a:cubicBezTo>
                    <a:pt x="99" y="2"/>
                    <a:pt x="104" y="3"/>
                    <a:pt x="114" y="3"/>
                  </a:cubicBezTo>
                  <a:cubicBezTo>
                    <a:pt x="116" y="3"/>
                    <a:pt x="117" y="3"/>
                    <a:pt x="119" y="2"/>
                  </a:cubicBezTo>
                  <a:cubicBezTo>
                    <a:pt x="125" y="1"/>
                    <a:pt x="129" y="0"/>
                    <a:pt x="135" y="1"/>
                  </a:cubicBezTo>
                  <a:cubicBezTo>
                    <a:pt x="135" y="1"/>
                    <a:pt x="135" y="1"/>
                    <a:pt x="135" y="1"/>
                  </a:cubicBezTo>
                  <a:cubicBezTo>
                    <a:pt x="138" y="6"/>
                    <a:pt x="138" y="8"/>
                    <a:pt x="141" y="12"/>
                  </a:cubicBezTo>
                  <a:cubicBezTo>
                    <a:pt x="143" y="15"/>
                    <a:pt x="145" y="16"/>
                    <a:pt x="147" y="19"/>
                  </a:cubicBezTo>
                  <a:cubicBezTo>
                    <a:pt x="147" y="19"/>
                    <a:pt x="147" y="19"/>
                    <a:pt x="147" y="19"/>
                  </a:cubicBezTo>
                  <a:cubicBezTo>
                    <a:pt x="145" y="21"/>
                    <a:pt x="142" y="23"/>
                    <a:pt x="140" y="25"/>
                  </a:cubicBezTo>
                  <a:cubicBezTo>
                    <a:pt x="139" y="27"/>
                    <a:pt x="138" y="29"/>
                    <a:pt x="136" y="31"/>
                  </a:cubicBezTo>
                  <a:cubicBezTo>
                    <a:pt x="136" y="33"/>
                    <a:pt x="135" y="34"/>
                    <a:pt x="134" y="34"/>
                  </a:cubicBezTo>
                  <a:cubicBezTo>
                    <a:pt x="130" y="36"/>
                    <a:pt x="128" y="35"/>
                    <a:pt x="124" y="35"/>
                  </a:cubicBezTo>
                  <a:cubicBezTo>
                    <a:pt x="116" y="36"/>
                    <a:pt x="92" y="43"/>
                    <a:pt x="114" y="43"/>
                  </a:cubicBezTo>
                  <a:cubicBezTo>
                    <a:pt x="116" y="43"/>
                    <a:pt x="118" y="43"/>
                    <a:pt x="119" y="44"/>
                  </a:cubicBezTo>
                  <a:cubicBezTo>
                    <a:pt x="121" y="47"/>
                    <a:pt x="122" y="50"/>
                    <a:pt x="126" y="50"/>
                  </a:cubicBezTo>
                  <a:cubicBezTo>
                    <a:pt x="128" y="50"/>
                    <a:pt x="129" y="49"/>
                    <a:pt x="131" y="48"/>
                  </a:cubicBezTo>
                  <a:cubicBezTo>
                    <a:pt x="137" y="46"/>
                    <a:pt x="141" y="43"/>
                    <a:pt x="148" y="43"/>
                  </a:cubicBezTo>
                  <a:cubicBezTo>
                    <a:pt x="151" y="43"/>
                    <a:pt x="151" y="46"/>
                    <a:pt x="153" y="47"/>
                  </a:cubicBezTo>
                  <a:cubicBezTo>
                    <a:pt x="155" y="48"/>
                    <a:pt x="157" y="48"/>
                    <a:pt x="159" y="49"/>
                  </a:cubicBezTo>
                  <a:cubicBezTo>
                    <a:pt x="162" y="51"/>
                    <a:pt x="164" y="52"/>
                    <a:pt x="167" y="54"/>
                  </a:cubicBezTo>
                  <a:cubicBezTo>
                    <a:pt x="170" y="57"/>
                    <a:pt x="172" y="59"/>
                    <a:pt x="176" y="62"/>
                  </a:cubicBezTo>
                  <a:cubicBezTo>
                    <a:pt x="178" y="64"/>
                    <a:pt x="180" y="65"/>
                    <a:pt x="182" y="67"/>
                  </a:cubicBezTo>
                  <a:cubicBezTo>
                    <a:pt x="176" y="69"/>
                    <a:pt x="173" y="71"/>
                    <a:pt x="169" y="76"/>
                  </a:cubicBezTo>
                  <a:cubicBezTo>
                    <a:pt x="168" y="79"/>
                    <a:pt x="168" y="81"/>
                    <a:pt x="166" y="82"/>
                  </a:cubicBezTo>
                  <a:cubicBezTo>
                    <a:pt x="166" y="83"/>
                    <a:pt x="165" y="83"/>
                    <a:pt x="164" y="83"/>
                  </a:cubicBezTo>
                  <a:cubicBezTo>
                    <a:pt x="163" y="84"/>
                    <a:pt x="162" y="85"/>
                    <a:pt x="161" y="87"/>
                  </a:cubicBezTo>
                  <a:cubicBezTo>
                    <a:pt x="163" y="87"/>
                    <a:pt x="163" y="87"/>
                    <a:pt x="163" y="87"/>
                  </a:cubicBezTo>
                  <a:cubicBezTo>
                    <a:pt x="168" y="85"/>
                    <a:pt x="170" y="82"/>
                    <a:pt x="175" y="81"/>
                  </a:cubicBezTo>
                  <a:cubicBezTo>
                    <a:pt x="178" y="80"/>
                    <a:pt x="180" y="80"/>
                    <a:pt x="183" y="79"/>
                  </a:cubicBezTo>
                  <a:cubicBezTo>
                    <a:pt x="180" y="84"/>
                    <a:pt x="178" y="87"/>
                    <a:pt x="178" y="92"/>
                  </a:cubicBezTo>
                  <a:cubicBezTo>
                    <a:pt x="178" y="93"/>
                    <a:pt x="179" y="93"/>
                    <a:pt x="179" y="94"/>
                  </a:cubicBezTo>
                  <a:cubicBezTo>
                    <a:pt x="180" y="96"/>
                    <a:pt x="181" y="98"/>
                    <a:pt x="181" y="100"/>
                  </a:cubicBezTo>
                  <a:cubicBezTo>
                    <a:pt x="181" y="102"/>
                    <a:pt x="180" y="103"/>
                    <a:pt x="179" y="104"/>
                  </a:cubicBezTo>
                  <a:cubicBezTo>
                    <a:pt x="174" y="101"/>
                    <a:pt x="172" y="96"/>
                    <a:pt x="165" y="95"/>
                  </a:cubicBezTo>
                  <a:cubicBezTo>
                    <a:pt x="164" y="99"/>
                    <a:pt x="164" y="99"/>
                    <a:pt x="164" y="99"/>
                  </a:cubicBezTo>
                  <a:cubicBezTo>
                    <a:pt x="164" y="110"/>
                    <a:pt x="164" y="110"/>
                    <a:pt x="164" y="110"/>
                  </a:cubicBezTo>
                  <a:cubicBezTo>
                    <a:pt x="164" y="110"/>
                    <a:pt x="166" y="111"/>
                    <a:pt x="166" y="111"/>
                  </a:cubicBezTo>
                  <a:cubicBezTo>
                    <a:pt x="166" y="113"/>
                    <a:pt x="167" y="114"/>
                    <a:pt x="167" y="116"/>
                  </a:cubicBezTo>
                  <a:cubicBezTo>
                    <a:pt x="167" y="120"/>
                    <a:pt x="163" y="121"/>
                    <a:pt x="160" y="122"/>
                  </a:cubicBezTo>
                  <a:cubicBezTo>
                    <a:pt x="160" y="125"/>
                    <a:pt x="160" y="127"/>
                    <a:pt x="160" y="130"/>
                  </a:cubicBezTo>
                  <a:cubicBezTo>
                    <a:pt x="158" y="138"/>
                    <a:pt x="159" y="146"/>
                    <a:pt x="153" y="151"/>
                  </a:cubicBezTo>
                  <a:cubicBezTo>
                    <a:pt x="150" y="154"/>
                    <a:pt x="148" y="154"/>
                    <a:pt x="145" y="155"/>
                  </a:cubicBezTo>
                  <a:cubicBezTo>
                    <a:pt x="139" y="158"/>
                    <a:pt x="135" y="158"/>
                    <a:pt x="131" y="163"/>
                  </a:cubicBezTo>
                  <a:cubicBezTo>
                    <a:pt x="130" y="166"/>
                    <a:pt x="129" y="168"/>
                    <a:pt x="128" y="170"/>
                  </a:cubicBezTo>
                  <a:cubicBezTo>
                    <a:pt x="128" y="172"/>
                    <a:pt x="127" y="174"/>
                    <a:pt x="125" y="174"/>
                  </a:cubicBezTo>
                  <a:cubicBezTo>
                    <a:pt x="123" y="175"/>
                    <a:pt x="122" y="174"/>
                    <a:pt x="120" y="174"/>
                  </a:cubicBezTo>
                  <a:cubicBezTo>
                    <a:pt x="120" y="178"/>
                    <a:pt x="122" y="180"/>
                    <a:pt x="120" y="183"/>
                  </a:cubicBezTo>
                  <a:cubicBezTo>
                    <a:pt x="120" y="184"/>
                    <a:pt x="118" y="185"/>
                    <a:pt x="117" y="186"/>
                  </a:cubicBezTo>
                  <a:cubicBezTo>
                    <a:pt x="116" y="187"/>
                    <a:pt x="116" y="188"/>
                    <a:pt x="115" y="190"/>
                  </a:cubicBezTo>
                  <a:cubicBezTo>
                    <a:pt x="114" y="195"/>
                    <a:pt x="113" y="199"/>
                    <a:pt x="110" y="202"/>
                  </a:cubicBezTo>
                  <a:cubicBezTo>
                    <a:pt x="110" y="202"/>
                    <a:pt x="110" y="202"/>
                    <a:pt x="110" y="202"/>
                  </a:cubicBezTo>
                  <a:cubicBezTo>
                    <a:pt x="104" y="199"/>
                    <a:pt x="102" y="197"/>
                    <a:pt x="95" y="196"/>
                  </a:cubicBezTo>
                  <a:cubicBezTo>
                    <a:pt x="86" y="198"/>
                    <a:pt x="86" y="198"/>
                    <a:pt x="86" y="198"/>
                  </a:cubicBezTo>
                  <a:cubicBezTo>
                    <a:pt x="82" y="197"/>
                    <a:pt x="80" y="197"/>
                    <a:pt x="76" y="197"/>
                  </a:cubicBezTo>
                  <a:cubicBezTo>
                    <a:pt x="76" y="193"/>
                    <a:pt x="76" y="190"/>
                    <a:pt x="74" y="186"/>
                  </a:cubicBezTo>
                  <a:cubicBezTo>
                    <a:pt x="73" y="185"/>
                    <a:pt x="72" y="183"/>
                    <a:pt x="70" y="183"/>
                  </a:cubicBezTo>
                  <a:cubicBezTo>
                    <a:pt x="64" y="183"/>
                    <a:pt x="63" y="189"/>
                    <a:pt x="57" y="192"/>
                  </a:cubicBezTo>
                  <a:cubicBezTo>
                    <a:pt x="55" y="193"/>
                    <a:pt x="52" y="193"/>
                    <a:pt x="49" y="194"/>
                  </a:cubicBezTo>
                  <a:cubicBezTo>
                    <a:pt x="47" y="195"/>
                    <a:pt x="46" y="196"/>
                    <a:pt x="43" y="196"/>
                  </a:cubicBezTo>
                  <a:cubicBezTo>
                    <a:pt x="42" y="196"/>
                    <a:pt x="42" y="194"/>
                    <a:pt x="41" y="193"/>
                  </a:cubicBezTo>
                  <a:cubicBezTo>
                    <a:pt x="40" y="190"/>
                    <a:pt x="39" y="188"/>
                    <a:pt x="38" y="185"/>
                  </a:cubicBezTo>
                  <a:cubicBezTo>
                    <a:pt x="37" y="182"/>
                    <a:pt x="38" y="180"/>
                    <a:pt x="37" y="177"/>
                  </a:cubicBezTo>
                  <a:cubicBezTo>
                    <a:pt x="37" y="175"/>
                    <a:pt x="36" y="175"/>
                    <a:pt x="35" y="173"/>
                  </a:cubicBezTo>
                  <a:cubicBezTo>
                    <a:pt x="34" y="169"/>
                    <a:pt x="34" y="166"/>
                    <a:pt x="33" y="161"/>
                  </a:cubicBezTo>
                  <a:cubicBezTo>
                    <a:pt x="33" y="158"/>
                    <a:pt x="34" y="156"/>
                    <a:pt x="33" y="153"/>
                  </a:cubicBezTo>
                  <a:cubicBezTo>
                    <a:pt x="33" y="151"/>
                    <a:pt x="32" y="149"/>
                    <a:pt x="31" y="149"/>
                  </a:cubicBezTo>
                  <a:cubicBezTo>
                    <a:pt x="25" y="149"/>
                    <a:pt x="22" y="154"/>
                    <a:pt x="16" y="154"/>
                  </a:cubicBezTo>
                  <a:cubicBezTo>
                    <a:pt x="16" y="154"/>
                    <a:pt x="16" y="154"/>
                    <a:pt x="16" y="154"/>
                  </a:cubicBezTo>
                  <a:cubicBezTo>
                    <a:pt x="16" y="153"/>
                    <a:pt x="16" y="153"/>
                    <a:pt x="16" y="151"/>
                  </a:cubicBezTo>
                  <a:cubicBezTo>
                    <a:pt x="16" y="142"/>
                    <a:pt x="18" y="136"/>
                    <a:pt x="18" y="126"/>
                  </a:cubicBezTo>
                  <a:cubicBezTo>
                    <a:pt x="18" y="122"/>
                    <a:pt x="16" y="118"/>
                    <a:pt x="13" y="115"/>
                  </a:cubicBezTo>
                  <a:cubicBezTo>
                    <a:pt x="11" y="113"/>
                    <a:pt x="10" y="111"/>
                    <a:pt x="8" y="109"/>
                  </a:cubicBezTo>
                  <a:cubicBezTo>
                    <a:pt x="6" y="108"/>
                    <a:pt x="5" y="107"/>
                    <a:pt x="4" y="105"/>
                  </a:cubicBezTo>
                  <a:cubicBezTo>
                    <a:pt x="2" y="104"/>
                    <a:pt x="0" y="104"/>
                    <a:pt x="0" y="102"/>
                  </a:cubicBezTo>
                  <a:cubicBezTo>
                    <a:pt x="0" y="99"/>
                    <a:pt x="3" y="98"/>
                    <a:pt x="5" y="96"/>
                  </a:cubicBezTo>
                  <a:cubicBezTo>
                    <a:pt x="6" y="95"/>
                    <a:pt x="6" y="94"/>
                    <a:pt x="7" y="92"/>
                  </a:cubicBezTo>
                  <a:cubicBezTo>
                    <a:pt x="7" y="92"/>
                    <a:pt x="7" y="92"/>
                    <a:pt x="7" y="92"/>
                  </a:cubicBezTo>
                  <a:cubicBezTo>
                    <a:pt x="7" y="92"/>
                    <a:pt x="8" y="92"/>
                    <a:pt x="9" y="91"/>
                  </a:cubicBezTo>
                  <a:cubicBezTo>
                    <a:pt x="10" y="88"/>
                    <a:pt x="10" y="85"/>
                    <a:pt x="13" y="83"/>
                  </a:cubicBezTo>
                  <a:cubicBezTo>
                    <a:pt x="15" y="80"/>
                    <a:pt x="19" y="81"/>
                    <a:pt x="21" y="78"/>
                  </a:cubicBezTo>
                  <a:cubicBezTo>
                    <a:pt x="24" y="75"/>
                    <a:pt x="26" y="74"/>
                    <a:pt x="29" y="72"/>
                  </a:cubicBezTo>
                  <a:cubicBezTo>
                    <a:pt x="33" y="69"/>
                    <a:pt x="33" y="66"/>
                    <a:pt x="36" y="61"/>
                  </a:cubicBezTo>
                  <a:cubicBezTo>
                    <a:pt x="38" y="58"/>
                    <a:pt x="38" y="55"/>
                    <a:pt x="40" y="51"/>
                  </a:cubicBezTo>
                  <a:cubicBezTo>
                    <a:pt x="42" y="47"/>
                    <a:pt x="45" y="47"/>
                    <a:pt x="48" y="44"/>
                  </a:cubicBezTo>
                  <a:cubicBezTo>
                    <a:pt x="52" y="42"/>
                    <a:pt x="53" y="39"/>
                    <a:pt x="56" y="35"/>
                  </a:cubicBezTo>
                  <a:cubicBezTo>
                    <a:pt x="59" y="32"/>
                    <a:pt x="61" y="30"/>
                    <a:pt x="61" y="27"/>
                  </a:cubicBezTo>
                  <a:cubicBezTo>
                    <a:pt x="61" y="25"/>
                    <a:pt x="59" y="25"/>
                    <a:pt x="59" y="23"/>
                  </a:cubicBezTo>
                  <a:cubicBezTo>
                    <a:pt x="59" y="20"/>
                    <a:pt x="62" y="19"/>
                    <a:pt x="64" y="17"/>
                  </a:cubicBezTo>
                  <a:cubicBezTo>
                    <a:pt x="66" y="16"/>
                    <a:pt x="67" y="15"/>
                    <a:pt x="68" y="14"/>
                  </a:cubicBezTo>
                  <a:cubicBezTo>
                    <a:pt x="71" y="11"/>
                    <a:pt x="72" y="6"/>
                    <a:pt x="73"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2"/>
            <p:cNvSpPr>
              <a:spLocks/>
            </p:cNvSpPr>
            <p:nvPr/>
          </p:nvSpPr>
          <p:spPr bwMode="auto">
            <a:xfrm>
              <a:off x="5354638" y="3546475"/>
              <a:ext cx="396875" cy="523875"/>
            </a:xfrm>
            <a:custGeom>
              <a:avLst/>
              <a:gdLst/>
              <a:ahLst/>
              <a:cxnLst>
                <a:cxn ang="0">
                  <a:pos x="209" y="48"/>
                </a:cxn>
                <a:cxn ang="0">
                  <a:pos x="208" y="57"/>
                </a:cxn>
                <a:cxn ang="0">
                  <a:pos x="217" y="67"/>
                </a:cxn>
                <a:cxn ang="0">
                  <a:pos x="220" y="103"/>
                </a:cxn>
                <a:cxn ang="0">
                  <a:pos x="220" y="106"/>
                </a:cxn>
                <a:cxn ang="0">
                  <a:pos x="209" y="116"/>
                </a:cxn>
                <a:cxn ang="0">
                  <a:pos x="186" y="120"/>
                </a:cxn>
                <a:cxn ang="0">
                  <a:pos x="175" y="124"/>
                </a:cxn>
                <a:cxn ang="0">
                  <a:pos x="163" y="133"/>
                </a:cxn>
                <a:cxn ang="0">
                  <a:pos x="156" y="158"/>
                </a:cxn>
                <a:cxn ang="0">
                  <a:pos x="149" y="168"/>
                </a:cxn>
                <a:cxn ang="0">
                  <a:pos x="138" y="173"/>
                </a:cxn>
                <a:cxn ang="0">
                  <a:pos x="135" y="189"/>
                </a:cxn>
                <a:cxn ang="0">
                  <a:pos x="130" y="197"/>
                </a:cxn>
                <a:cxn ang="0">
                  <a:pos x="129" y="207"/>
                </a:cxn>
                <a:cxn ang="0">
                  <a:pos x="118" y="220"/>
                </a:cxn>
                <a:cxn ang="0">
                  <a:pos x="112" y="239"/>
                </a:cxn>
                <a:cxn ang="0">
                  <a:pos x="105" y="257"/>
                </a:cxn>
                <a:cxn ang="0">
                  <a:pos x="109" y="275"/>
                </a:cxn>
                <a:cxn ang="0">
                  <a:pos x="102" y="284"/>
                </a:cxn>
                <a:cxn ang="0">
                  <a:pos x="88" y="286"/>
                </a:cxn>
                <a:cxn ang="0">
                  <a:pos x="77" y="279"/>
                </a:cxn>
                <a:cxn ang="0">
                  <a:pos x="64" y="285"/>
                </a:cxn>
                <a:cxn ang="0">
                  <a:pos x="36" y="293"/>
                </a:cxn>
                <a:cxn ang="0">
                  <a:pos x="36" y="282"/>
                </a:cxn>
                <a:cxn ang="0">
                  <a:pos x="45" y="262"/>
                </a:cxn>
                <a:cxn ang="0">
                  <a:pos x="48" y="251"/>
                </a:cxn>
                <a:cxn ang="0">
                  <a:pos x="36" y="251"/>
                </a:cxn>
                <a:cxn ang="0">
                  <a:pos x="17" y="248"/>
                </a:cxn>
                <a:cxn ang="0">
                  <a:pos x="14" y="236"/>
                </a:cxn>
                <a:cxn ang="0">
                  <a:pos x="23" y="210"/>
                </a:cxn>
                <a:cxn ang="0">
                  <a:pos x="10" y="170"/>
                </a:cxn>
                <a:cxn ang="0">
                  <a:pos x="2" y="142"/>
                </a:cxn>
                <a:cxn ang="0">
                  <a:pos x="14" y="112"/>
                </a:cxn>
                <a:cxn ang="0">
                  <a:pos x="28" y="96"/>
                </a:cxn>
                <a:cxn ang="0">
                  <a:pos x="29" y="80"/>
                </a:cxn>
                <a:cxn ang="0">
                  <a:pos x="24" y="70"/>
                </a:cxn>
                <a:cxn ang="0">
                  <a:pos x="21" y="58"/>
                </a:cxn>
                <a:cxn ang="0">
                  <a:pos x="27" y="50"/>
                </a:cxn>
                <a:cxn ang="0">
                  <a:pos x="59" y="40"/>
                </a:cxn>
                <a:cxn ang="0">
                  <a:pos x="72" y="30"/>
                </a:cxn>
                <a:cxn ang="0">
                  <a:pos x="84" y="21"/>
                </a:cxn>
                <a:cxn ang="0">
                  <a:pos x="107" y="25"/>
                </a:cxn>
                <a:cxn ang="0">
                  <a:pos x="117" y="21"/>
                </a:cxn>
                <a:cxn ang="0">
                  <a:pos x="132" y="13"/>
                </a:cxn>
                <a:cxn ang="0">
                  <a:pos x="153" y="0"/>
                </a:cxn>
                <a:cxn ang="0">
                  <a:pos x="145" y="26"/>
                </a:cxn>
                <a:cxn ang="0">
                  <a:pos x="168" y="12"/>
                </a:cxn>
                <a:cxn ang="0">
                  <a:pos x="168" y="20"/>
                </a:cxn>
                <a:cxn ang="0">
                  <a:pos x="189" y="26"/>
                </a:cxn>
                <a:cxn ang="0">
                  <a:pos x="205" y="32"/>
                </a:cxn>
              </a:cxnLst>
              <a:rect l="0" t="0" r="r" b="b"/>
              <a:pathLst>
                <a:path w="222" h="293">
                  <a:moveTo>
                    <a:pt x="211" y="44"/>
                  </a:moveTo>
                  <a:cubicBezTo>
                    <a:pt x="210" y="46"/>
                    <a:pt x="210" y="47"/>
                    <a:pt x="209" y="48"/>
                  </a:cubicBezTo>
                  <a:cubicBezTo>
                    <a:pt x="207" y="50"/>
                    <a:pt x="204" y="51"/>
                    <a:pt x="204" y="54"/>
                  </a:cubicBezTo>
                  <a:cubicBezTo>
                    <a:pt x="204" y="56"/>
                    <a:pt x="206" y="56"/>
                    <a:pt x="208" y="57"/>
                  </a:cubicBezTo>
                  <a:cubicBezTo>
                    <a:pt x="209" y="59"/>
                    <a:pt x="210" y="60"/>
                    <a:pt x="212" y="61"/>
                  </a:cubicBezTo>
                  <a:cubicBezTo>
                    <a:pt x="214" y="63"/>
                    <a:pt x="215" y="65"/>
                    <a:pt x="217" y="67"/>
                  </a:cubicBezTo>
                  <a:cubicBezTo>
                    <a:pt x="220" y="70"/>
                    <a:pt x="222" y="74"/>
                    <a:pt x="222" y="78"/>
                  </a:cubicBezTo>
                  <a:cubicBezTo>
                    <a:pt x="222" y="88"/>
                    <a:pt x="220" y="94"/>
                    <a:pt x="220" y="103"/>
                  </a:cubicBezTo>
                  <a:cubicBezTo>
                    <a:pt x="220" y="105"/>
                    <a:pt x="220" y="105"/>
                    <a:pt x="220" y="106"/>
                  </a:cubicBezTo>
                  <a:cubicBezTo>
                    <a:pt x="220" y="106"/>
                    <a:pt x="220" y="106"/>
                    <a:pt x="220" y="106"/>
                  </a:cubicBezTo>
                  <a:cubicBezTo>
                    <a:pt x="218" y="109"/>
                    <a:pt x="217" y="109"/>
                    <a:pt x="215" y="111"/>
                  </a:cubicBezTo>
                  <a:cubicBezTo>
                    <a:pt x="213" y="113"/>
                    <a:pt x="212" y="115"/>
                    <a:pt x="209" y="116"/>
                  </a:cubicBezTo>
                  <a:cubicBezTo>
                    <a:pt x="205" y="117"/>
                    <a:pt x="203" y="117"/>
                    <a:pt x="199" y="118"/>
                  </a:cubicBezTo>
                  <a:cubicBezTo>
                    <a:pt x="194" y="119"/>
                    <a:pt x="191" y="120"/>
                    <a:pt x="186" y="120"/>
                  </a:cubicBezTo>
                  <a:cubicBezTo>
                    <a:pt x="184" y="120"/>
                    <a:pt x="183" y="119"/>
                    <a:pt x="181" y="119"/>
                  </a:cubicBezTo>
                  <a:cubicBezTo>
                    <a:pt x="178" y="119"/>
                    <a:pt x="177" y="122"/>
                    <a:pt x="175" y="124"/>
                  </a:cubicBezTo>
                  <a:cubicBezTo>
                    <a:pt x="173" y="125"/>
                    <a:pt x="172" y="126"/>
                    <a:pt x="171" y="127"/>
                  </a:cubicBezTo>
                  <a:cubicBezTo>
                    <a:pt x="168" y="130"/>
                    <a:pt x="167" y="132"/>
                    <a:pt x="163" y="133"/>
                  </a:cubicBezTo>
                  <a:cubicBezTo>
                    <a:pt x="161" y="133"/>
                    <a:pt x="160" y="133"/>
                    <a:pt x="158" y="133"/>
                  </a:cubicBezTo>
                  <a:cubicBezTo>
                    <a:pt x="157" y="143"/>
                    <a:pt x="159" y="149"/>
                    <a:pt x="156" y="158"/>
                  </a:cubicBezTo>
                  <a:cubicBezTo>
                    <a:pt x="156" y="160"/>
                    <a:pt x="155" y="160"/>
                    <a:pt x="154" y="162"/>
                  </a:cubicBezTo>
                  <a:cubicBezTo>
                    <a:pt x="153" y="165"/>
                    <a:pt x="152" y="168"/>
                    <a:pt x="149" y="168"/>
                  </a:cubicBezTo>
                  <a:cubicBezTo>
                    <a:pt x="146" y="169"/>
                    <a:pt x="143" y="167"/>
                    <a:pt x="141" y="169"/>
                  </a:cubicBezTo>
                  <a:cubicBezTo>
                    <a:pt x="139" y="170"/>
                    <a:pt x="139" y="172"/>
                    <a:pt x="138" y="173"/>
                  </a:cubicBezTo>
                  <a:cubicBezTo>
                    <a:pt x="137" y="175"/>
                    <a:pt x="135" y="176"/>
                    <a:pt x="135" y="179"/>
                  </a:cubicBezTo>
                  <a:cubicBezTo>
                    <a:pt x="135" y="189"/>
                    <a:pt x="135" y="189"/>
                    <a:pt x="135" y="189"/>
                  </a:cubicBezTo>
                  <a:cubicBezTo>
                    <a:pt x="135" y="191"/>
                    <a:pt x="134" y="193"/>
                    <a:pt x="132" y="195"/>
                  </a:cubicBezTo>
                  <a:cubicBezTo>
                    <a:pt x="132" y="196"/>
                    <a:pt x="130" y="196"/>
                    <a:pt x="130" y="197"/>
                  </a:cubicBezTo>
                  <a:cubicBezTo>
                    <a:pt x="130" y="199"/>
                    <a:pt x="131" y="201"/>
                    <a:pt x="130" y="203"/>
                  </a:cubicBezTo>
                  <a:cubicBezTo>
                    <a:pt x="130" y="205"/>
                    <a:pt x="129" y="206"/>
                    <a:pt x="129" y="207"/>
                  </a:cubicBezTo>
                  <a:cubicBezTo>
                    <a:pt x="128" y="210"/>
                    <a:pt x="128" y="213"/>
                    <a:pt x="127" y="215"/>
                  </a:cubicBezTo>
                  <a:cubicBezTo>
                    <a:pt x="125" y="219"/>
                    <a:pt x="121" y="218"/>
                    <a:pt x="118" y="220"/>
                  </a:cubicBezTo>
                  <a:cubicBezTo>
                    <a:pt x="115" y="222"/>
                    <a:pt x="116" y="225"/>
                    <a:pt x="115" y="228"/>
                  </a:cubicBezTo>
                  <a:cubicBezTo>
                    <a:pt x="114" y="233"/>
                    <a:pt x="113" y="235"/>
                    <a:pt x="112" y="239"/>
                  </a:cubicBezTo>
                  <a:cubicBezTo>
                    <a:pt x="112" y="243"/>
                    <a:pt x="111" y="245"/>
                    <a:pt x="110" y="248"/>
                  </a:cubicBezTo>
                  <a:cubicBezTo>
                    <a:pt x="108" y="252"/>
                    <a:pt x="108" y="254"/>
                    <a:pt x="105" y="257"/>
                  </a:cubicBezTo>
                  <a:cubicBezTo>
                    <a:pt x="105" y="258"/>
                    <a:pt x="103" y="258"/>
                    <a:pt x="103" y="259"/>
                  </a:cubicBezTo>
                  <a:cubicBezTo>
                    <a:pt x="103" y="266"/>
                    <a:pt x="106" y="269"/>
                    <a:pt x="109" y="275"/>
                  </a:cubicBezTo>
                  <a:cubicBezTo>
                    <a:pt x="109" y="275"/>
                    <a:pt x="109" y="275"/>
                    <a:pt x="109" y="275"/>
                  </a:cubicBezTo>
                  <a:cubicBezTo>
                    <a:pt x="105" y="277"/>
                    <a:pt x="104" y="280"/>
                    <a:pt x="102" y="284"/>
                  </a:cubicBezTo>
                  <a:cubicBezTo>
                    <a:pt x="101" y="287"/>
                    <a:pt x="101" y="290"/>
                    <a:pt x="98" y="290"/>
                  </a:cubicBezTo>
                  <a:cubicBezTo>
                    <a:pt x="94" y="290"/>
                    <a:pt x="91" y="288"/>
                    <a:pt x="88" y="286"/>
                  </a:cubicBezTo>
                  <a:cubicBezTo>
                    <a:pt x="86" y="285"/>
                    <a:pt x="84" y="284"/>
                    <a:pt x="82" y="282"/>
                  </a:cubicBezTo>
                  <a:cubicBezTo>
                    <a:pt x="80" y="281"/>
                    <a:pt x="79" y="279"/>
                    <a:pt x="77" y="279"/>
                  </a:cubicBezTo>
                  <a:cubicBezTo>
                    <a:pt x="72" y="279"/>
                    <a:pt x="70" y="282"/>
                    <a:pt x="66" y="284"/>
                  </a:cubicBezTo>
                  <a:cubicBezTo>
                    <a:pt x="65" y="285"/>
                    <a:pt x="64" y="285"/>
                    <a:pt x="64" y="285"/>
                  </a:cubicBezTo>
                  <a:cubicBezTo>
                    <a:pt x="56" y="288"/>
                    <a:pt x="52" y="290"/>
                    <a:pt x="44" y="291"/>
                  </a:cubicBezTo>
                  <a:cubicBezTo>
                    <a:pt x="41" y="292"/>
                    <a:pt x="39" y="293"/>
                    <a:pt x="36" y="293"/>
                  </a:cubicBezTo>
                  <a:cubicBezTo>
                    <a:pt x="34" y="293"/>
                    <a:pt x="33" y="291"/>
                    <a:pt x="33" y="289"/>
                  </a:cubicBezTo>
                  <a:cubicBezTo>
                    <a:pt x="33" y="287"/>
                    <a:pt x="35" y="285"/>
                    <a:pt x="36" y="282"/>
                  </a:cubicBezTo>
                  <a:cubicBezTo>
                    <a:pt x="37" y="280"/>
                    <a:pt x="37" y="277"/>
                    <a:pt x="38" y="274"/>
                  </a:cubicBezTo>
                  <a:cubicBezTo>
                    <a:pt x="39" y="269"/>
                    <a:pt x="42" y="267"/>
                    <a:pt x="45" y="262"/>
                  </a:cubicBezTo>
                  <a:cubicBezTo>
                    <a:pt x="47" y="260"/>
                    <a:pt x="50" y="259"/>
                    <a:pt x="50" y="256"/>
                  </a:cubicBezTo>
                  <a:cubicBezTo>
                    <a:pt x="50" y="254"/>
                    <a:pt x="49" y="253"/>
                    <a:pt x="48" y="251"/>
                  </a:cubicBezTo>
                  <a:cubicBezTo>
                    <a:pt x="47" y="249"/>
                    <a:pt x="48" y="247"/>
                    <a:pt x="46" y="247"/>
                  </a:cubicBezTo>
                  <a:cubicBezTo>
                    <a:pt x="42" y="247"/>
                    <a:pt x="40" y="250"/>
                    <a:pt x="36" y="251"/>
                  </a:cubicBezTo>
                  <a:cubicBezTo>
                    <a:pt x="32" y="252"/>
                    <a:pt x="30" y="252"/>
                    <a:pt x="26" y="252"/>
                  </a:cubicBezTo>
                  <a:cubicBezTo>
                    <a:pt x="23" y="252"/>
                    <a:pt x="20" y="250"/>
                    <a:pt x="17" y="248"/>
                  </a:cubicBezTo>
                  <a:cubicBezTo>
                    <a:pt x="17" y="248"/>
                    <a:pt x="17" y="248"/>
                    <a:pt x="17" y="248"/>
                  </a:cubicBezTo>
                  <a:cubicBezTo>
                    <a:pt x="16" y="243"/>
                    <a:pt x="14" y="241"/>
                    <a:pt x="14" y="236"/>
                  </a:cubicBezTo>
                  <a:cubicBezTo>
                    <a:pt x="14" y="228"/>
                    <a:pt x="18" y="223"/>
                    <a:pt x="21" y="216"/>
                  </a:cubicBezTo>
                  <a:cubicBezTo>
                    <a:pt x="22" y="214"/>
                    <a:pt x="23" y="212"/>
                    <a:pt x="23" y="210"/>
                  </a:cubicBezTo>
                  <a:cubicBezTo>
                    <a:pt x="23" y="200"/>
                    <a:pt x="23" y="200"/>
                    <a:pt x="23" y="200"/>
                  </a:cubicBezTo>
                  <a:cubicBezTo>
                    <a:pt x="23" y="187"/>
                    <a:pt x="10" y="183"/>
                    <a:pt x="10" y="170"/>
                  </a:cubicBezTo>
                  <a:cubicBezTo>
                    <a:pt x="10" y="160"/>
                    <a:pt x="10" y="160"/>
                    <a:pt x="10" y="160"/>
                  </a:cubicBezTo>
                  <a:cubicBezTo>
                    <a:pt x="10" y="152"/>
                    <a:pt x="5" y="149"/>
                    <a:pt x="2" y="142"/>
                  </a:cubicBezTo>
                  <a:cubicBezTo>
                    <a:pt x="0" y="138"/>
                    <a:pt x="0" y="135"/>
                    <a:pt x="0" y="130"/>
                  </a:cubicBezTo>
                  <a:cubicBezTo>
                    <a:pt x="0" y="121"/>
                    <a:pt x="8" y="119"/>
                    <a:pt x="14" y="112"/>
                  </a:cubicBezTo>
                  <a:cubicBezTo>
                    <a:pt x="17" y="108"/>
                    <a:pt x="20" y="107"/>
                    <a:pt x="23" y="103"/>
                  </a:cubicBezTo>
                  <a:cubicBezTo>
                    <a:pt x="25" y="101"/>
                    <a:pt x="26" y="98"/>
                    <a:pt x="28" y="96"/>
                  </a:cubicBezTo>
                  <a:cubicBezTo>
                    <a:pt x="30" y="95"/>
                    <a:pt x="32" y="96"/>
                    <a:pt x="32" y="94"/>
                  </a:cubicBezTo>
                  <a:cubicBezTo>
                    <a:pt x="32" y="88"/>
                    <a:pt x="31" y="85"/>
                    <a:pt x="29" y="80"/>
                  </a:cubicBezTo>
                  <a:cubicBezTo>
                    <a:pt x="28" y="78"/>
                    <a:pt x="27" y="78"/>
                    <a:pt x="26" y="76"/>
                  </a:cubicBezTo>
                  <a:cubicBezTo>
                    <a:pt x="25" y="74"/>
                    <a:pt x="25" y="72"/>
                    <a:pt x="24" y="70"/>
                  </a:cubicBezTo>
                  <a:cubicBezTo>
                    <a:pt x="23" y="67"/>
                    <a:pt x="21" y="65"/>
                    <a:pt x="21" y="61"/>
                  </a:cubicBezTo>
                  <a:cubicBezTo>
                    <a:pt x="21" y="60"/>
                    <a:pt x="21" y="59"/>
                    <a:pt x="21" y="58"/>
                  </a:cubicBezTo>
                  <a:cubicBezTo>
                    <a:pt x="21" y="58"/>
                    <a:pt x="21" y="58"/>
                    <a:pt x="21" y="58"/>
                  </a:cubicBezTo>
                  <a:cubicBezTo>
                    <a:pt x="24" y="55"/>
                    <a:pt x="24" y="52"/>
                    <a:pt x="27" y="50"/>
                  </a:cubicBezTo>
                  <a:cubicBezTo>
                    <a:pt x="31" y="48"/>
                    <a:pt x="34" y="47"/>
                    <a:pt x="39" y="46"/>
                  </a:cubicBezTo>
                  <a:cubicBezTo>
                    <a:pt x="47" y="45"/>
                    <a:pt x="51" y="43"/>
                    <a:pt x="59" y="40"/>
                  </a:cubicBezTo>
                  <a:cubicBezTo>
                    <a:pt x="64" y="38"/>
                    <a:pt x="67" y="36"/>
                    <a:pt x="71" y="32"/>
                  </a:cubicBezTo>
                  <a:cubicBezTo>
                    <a:pt x="71" y="32"/>
                    <a:pt x="71" y="31"/>
                    <a:pt x="72" y="30"/>
                  </a:cubicBezTo>
                  <a:cubicBezTo>
                    <a:pt x="74" y="29"/>
                    <a:pt x="76" y="31"/>
                    <a:pt x="78" y="30"/>
                  </a:cubicBezTo>
                  <a:cubicBezTo>
                    <a:pt x="82" y="29"/>
                    <a:pt x="81" y="25"/>
                    <a:pt x="84" y="21"/>
                  </a:cubicBezTo>
                  <a:cubicBezTo>
                    <a:pt x="86" y="19"/>
                    <a:pt x="88" y="18"/>
                    <a:pt x="92" y="18"/>
                  </a:cubicBezTo>
                  <a:cubicBezTo>
                    <a:pt x="98" y="18"/>
                    <a:pt x="100" y="25"/>
                    <a:pt x="107" y="25"/>
                  </a:cubicBezTo>
                  <a:cubicBezTo>
                    <a:pt x="111" y="25"/>
                    <a:pt x="113" y="24"/>
                    <a:pt x="117" y="21"/>
                  </a:cubicBezTo>
                  <a:cubicBezTo>
                    <a:pt x="117" y="21"/>
                    <a:pt x="117" y="21"/>
                    <a:pt x="117" y="21"/>
                  </a:cubicBezTo>
                  <a:cubicBezTo>
                    <a:pt x="122" y="21"/>
                    <a:pt x="124" y="19"/>
                    <a:pt x="128" y="17"/>
                  </a:cubicBezTo>
                  <a:cubicBezTo>
                    <a:pt x="130" y="16"/>
                    <a:pt x="131" y="14"/>
                    <a:pt x="132" y="13"/>
                  </a:cubicBezTo>
                  <a:cubicBezTo>
                    <a:pt x="137" y="11"/>
                    <a:pt x="140" y="9"/>
                    <a:pt x="144" y="6"/>
                  </a:cubicBezTo>
                  <a:cubicBezTo>
                    <a:pt x="148" y="4"/>
                    <a:pt x="149" y="1"/>
                    <a:pt x="153" y="0"/>
                  </a:cubicBezTo>
                  <a:cubicBezTo>
                    <a:pt x="153" y="4"/>
                    <a:pt x="151" y="7"/>
                    <a:pt x="150" y="10"/>
                  </a:cubicBezTo>
                  <a:cubicBezTo>
                    <a:pt x="147" y="16"/>
                    <a:pt x="146" y="20"/>
                    <a:pt x="145" y="26"/>
                  </a:cubicBezTo>
                  <a:cubicBezTo>
                    <a:pt x="147" y="28"/>
                    <a:pt x="147" y="28"/>
                    <a:pt x="147" y="28"/>
                  </a:cubicBezTo>
                  <a:cubicBezTo>
                    <a:pt x="153" y="20"/>
                    <a:pt x="158" y="15"/>
                    <a:pt x="168" y="12"/>
                  </a:cubicBezTo>
                  <a:cubicBezTo>
                    <a:pt x="169" y="14"/>
                    <a:pt x="169" y="15"/>
                    <a:pt x="169" y="16"/>
                  </a:cubicBezTo>
                  <a:cubicBezTo>
                    <a:pt x="169" y="18"/>
                    <a:pt x="168" y="19"/>
                    <a:pt x="168" y="20"/>
                  </a:cubicBezTo>
                  <a:cubicBezTo>
                    <a:pt x="169" y="23"/>
                    <a:pt x="172" y="22"/>
                    <a:pt x="174" y="23"/>
                  </a:cubicBezTo>
                  <a:cubicBezTo>
                    <a:pt x="180" y="24"/>
                    <a:pt x="183" y="26"/>
                    <a:pt x="189" y="26"/>
                  </a:cubicBezTo>
                  <a:cubicBezTo>
                    <a:pt x="193" y="26"/>
                    <a:pt x="195" y="27"/>
                    <a:pt x="199" y="28"/>
                  </a:cubicBezTo>
                  <a:cubicBezTo>
                    <a:pt x="201" y="30"/>
                    <a:pt x="203" y="30"/>
                    <a:pt x="205" y="32"/>
                  </a:cubicBezTo>
                  <a:cubicBezTo>
                    <a:pt x="208" y="36"/>
                    <a:pt x="209" y="40"/>
                    <a:pt x="211" y="4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23"/>
            <p:cNvSpPr>
              <a:spLocks/>
            </p:cNvSpPr>
            <p:nvPr/>
          </p:nvSpPr>
          <p:spPr bwMode="auto">
            <a:xfrm>
              <a:off x="4659313" y="3351213"/>
              <a:ext cx="404813" cy="382588"/>
            </a:xfrm>
            <a:custGeom>
              <a:avLst/>
              <a:gdLst/>
              <a:ahLst/>
              <a:cxnLst>
                <a:cxn ang="0">
                  <a:pos x="163" y="6"/>
                </a:cxn>
                <a:cxn ang="0">
                  <a:pos x="183" y="20"/>
                </a:cxn>
                <a:cxn ang="0">
                  <a:pos x="188" y="23"/>
                </a:cxn>
                <a:cxn ang="0">
                  <a:pos x="201" y="27"/>
                </a:cxn>
                <a:cxn ang="0">
                  <a:pos x="213" y="35"/>
                </a:cxn>
                <a:cxn ang="0">
                  <a:pos x="226" y="42"/>
                </a:cxn>
                <a:cxn ang="0">
                  <a:pos x="220" y="59"/>
                </a:cxn>
                <a:cxn ang="0">
                  <a:pos x="198" y="83"/>
                </a:cxn>
                <a:cxn ang="0">
                  <a:pos x="170" y="87"/>
                </a:cxn>
                <a:cxn ang="0">
                  <a:pos x="150" y="95"/>
                </a:cxn>
                <a:cxn ang="0">
                  <a:pos x="154" y="114"/>
                </a:cxn>
                <a:cxn ang="0">
                  <a:pos x="157" y="134"/>
                </a:cxn>
                <a:cxn ang="0">
                  <a:pos x="172" y="156"/>
                </a:cxn>
                <a:cxn ang="0">
                  <a:pos x="179" y="161"/>
                </a:cxn>
                <a:cxn ang="0">
                  <a:pos x="188" y="163"/>
                </a:cxn>
                <a:cxn ang="0">
                  <a:pos x="189" y="189"/>
                </a:cxn>
                <a:cxn ang="0">
                  <a:pos x="191" y="199"/>
                </a:cxn>
                <a:cxn ang="0">
                  <a:pos x="173" y="214"/>
                </a:cxn>
                <a:cxn ang="0">
                  <a:pos x="154" y="194"/>
                </a:cxn>
                <a:cxn ang="0">
                  <a:pos x="128" y="188"/>
                </a:cxn>
                <a:cxn ang="0">
                  <a:pos x="93" y="186"/>
                </a:cxn>
                <a:cxn ang="0">
                  <a:pos x="59" y="190"/>
                </a:cxn>
                <a:cxn ang="0">
                  <a:pos x="45" y="175"/>
                </a:cxn>
                <a:cxn ang="0">
                  <a:pos x="22" y="161"/>
                </a:cxn>
                <a:cxn ang="0">
                  <a:pos x="5" y="148"/>
                </a:cxn>
                <a:cxn ang="0">
                  <a:pos x="13" y="129"/>
                </a:cxn>
                <a:cxn ang="0">
                  <a:pos x="24" y="121"/>
                </a:cxn>
                <a:cxn ang="0">
                  <a:pos x="22" y="104"/>
                </a:cxn>
                <a:cxn ang="0">
                  <a:pos x="51" y="105"/>
                </a:cxn>
                <a:cxn ang="0">
                  <a:pos x="63" y="105"/>
                </a:cxn>
                <a:cxn ang="0">
                  <a:pos x="80" y="114"/>
                </a:cxn>
                <a:cxn ang="0">
                  <a:pos x="93" y="104"/>
                </a:cxn>
                <a:cxn ang="0">
                  <a:pos x="103" y="81"/>
                </a:cxn>
                <a:cxn ang="0">
                  <a:pos x="106" y="73"/>
                </a:cxn>
                <a:cxn ang="0">
                  <a:pos x="119" y="74"/>
                </a:cxn>
                <a:cxn ang="0">
                  <a:pos x="131" y="48"/>
                </a:cxn>
                <a:cxn ang="0">
                  <a:pos x="152" y="26"/>
                </a:cxn>
                <a:cxn ang="0">
                  <a:pos x="145" y="10"/>
                </a:cxn>
              </a:cxnLst>
              <a:rect l="0" t="0" r="r" b="b"/>
              <a:pathLst>
                <a:path w="226" h="214">
                  <a:moveTo>
                    <a:pt x="148" y="0"/>
                  </a:moveTo>
                  <a:cubicBezTo>
                    <a:pt x="154" y="0"/>
                    <a:pt x="158" y="3"/>
                    <a:pt x="163" y="6"/>
                  </a:cubicBezTo>
                  <a:cubicBezTo>
                    <a:pt x="168" y="10"/>
                    <a:pt x="172" y="11"/>
                    <a:pt x="177" y="15"/>
                  </a:cubicBezTo>
                  <a:cubicBezTo>
                    <a:pt x="180" y="17"/>
                    <a:pt x="181" y="18"/>
                    <a:pt x="183" y="20"/>
                  </a:cubicBezTo>
                  <a:cubicBezTo>
                    <a:pt x="183" y="21"/>
                    <a:pt x="183" y="21"/>
                    <a:pt x="184" y="22"/>
                  </a:cubicBezTo>
                  <a:cubicBezTo>
                    <a:pt x="185" y="23"/>
                    <a:pt x="186" y="23"/>
                    <a:pt x="188" y="23"/>
                  </a:cubicBezTo>
                  <a:cubicBezTo>
                    <a:pt x="193" y="25"/>
                    <a:pt x="196" y="27"/>
                    <a:pt x="201" y="27"/>
                  </a:cubicBezTo>
                  <a:cubicBezTo>
                    <a:pt x="201" y="27"/>
                    <a:pt x="201" y="27"/>
                    <a:pt x="201" y="27"/>
                  </a:cubicBezTo>
                  <a:cubicBezTo>
                    <a:pt x="202" y="27"/>
                    <a:pt x="203" y="27"/>
                    <a:pt x="203" y="27"/>
                  </a:cubicBezTo>
                  <a:cubicBezTo>
                    <a:pt x="207" y="30"/>
                    <a:pt x="209" y="33"/>
                    <a:pt x="213" y="35"/>
                  </a:cubicBezTo>
                  <a:cubicBezTo>
                    <a:pt x="216" y="36"/>
                    <a:pt x="218" y="37"/>
                    <a:pt x="221" y="38"/>
                  </a:cubicBezTo>
                  <a:cubicBezTo>
                    <a:pt x="223" y="39"/>
                    <a:pt x="226" y="40"/>
                    <a:pt x="226" y="42"/>
                  </a:cubicBezTo>
                  <a:cubicBezTo>
                    <a:pt x="226" y="44"/>
                    <a:pt x="225" y="46"/>
                    <a:pt x="225" y="48"/>
                  </a:cubicBezTo>
                  <a:cubicBezTo>
                    <a:pt x="224" y="52"/>
                    <a:pt x="223" y="55"/>
                    <a:pt x="220" y="59"/>
                  </a:cubicBezTo>
                  <a:cubicBezTo>
                    <a:pt x="218" y="64"/>
                    <a:pt x="217" y="68"/>
                    <a:pt x="213" y="71"/>
                  </a:cubicBezTo>
                  <a:cubicBezTo>
                    <a:pt x="208" y="77"/>
                    <a:pt x="205" y="80"/>
                    <a:pt x="198" y="83"/>
                  </a:cubicBezTo>
                  <a:cubicBezTo>
                    <a:pt x="193" y="85"/>
                    <a:pt x="190" y="87"/>
                    <a:pt x="184" y="87"/>
                  </a:cubicBezTo>
                  <a:cubicBezTo>
                    <a:pt x="170" y="87"/>
                    <a:pt x="170" y="87"/>
                    <a:pt x="170" y="87"/>
                  </a:cubicBezTo>
                  <a:cubicBezTo>
                    <a:pt x="162" y="87"/>
                    <a:pt x="158" y="90"/>
                    <a:pt x="150" y="91"/>
                  </a:cubicBezTo>
                  <a:cubicBezTo>
                    <a:pt x="150" y="95"/>
                    <a:pt x="150" y="95"/>
                    <a:pt x="150" y="95"/>
                  </a:cubicBezTo>
                  <a:cubicBezTo>
                    <a:pt x="150" y="98"/>
                    <a:pt x="152" y="100"/>
                    <a:pt x="153" y="103"/>
                  </a:cubicBezTo>
                  <a:cubicBezTo>
                    <a:pt x="154" y="108"/>
                    <a:pt x="154" y="110"/>
                    <a:pt x="154" y="114"/>
                  </a:cubicBezTo>
                  <a:cubicBezTo>
                    <a:pt x="154" y="118"/>
                    <a:pt x="151" y="120"/>
                    <a:pt x="151" y="124"/>
                  </a:cubicBezTo>
                  <a:cubicBezTo>
                    <a:pt x="151" y="128"/>
                    <a:pt x="154" y="130"/>
                    <a:pt x="157" y="134"/>
                  </a:cubicBezTo>
                  <a:cubicBezTo>
                    <a:pt x="161" y="139"/>
                    <a:pt x="164" y="142"/>
                    <a:pt x="167" y="148"/>
                  </a:cubicBezTo>
                  <a:cubicBezTo>
                    <a:pt x="169" y="151"/>
                    <a:pt x="169" y="154"/>
                    <a:pt x="172" y="156"/>
                  </a:cubicBezTo>
                  <a:cubicBezTo>
                    <a:pt x="174" y="158"/>
                    <a:pt x="176" y="158"/>
                    <a:pt x="178" y="159"/>
                  </a:cubicBezTo>
                  <a:cubicBezTo>
                    <a:pt x="179" y="160"/>
                    <a:pt x="179" y="161"/>
                    <a:pt x="179" y="161"/>
                  </a:cubicBezTo>
                  <a:cubicBezTo>
                    <a:pt x="182" y="163"/>
                    <a:pt x="185" y="163"/>
                    <a:pt x="188" y="163"/>
                  </a:cubicBezTo>
                  <a:cubicBezTo>
                    <a:pt x="188" y="163"/>
                    <a:pt x="188" y="163"/>
                    <a:pt x="188" y="163"/>
                  </a:cubicBezTo>
                  <a:cubicBezTo>
                    <a:pt x="187" y="169"/>
                    <a:pt x="188" y="172"/>
                    <a:pt x="188" y="178"/>
                  </a:cubicBezTo>
                  <a:cubicBezTo>
                    <a:pt x="188" y="182"/>
                    <a:pt x="189" y="185"/>
                    <a:pt x="189" y="189"/>
                  </a:cubicBezTo>
                  <a:cubicBezTo>
                    <a:pt x="190" y="193"/>
                    <a:pt x="190" y="195"/>
                    <a:pt x="191" y="199"/>
                  </a:cubicBezTo>
                  <a:cubicBezTo>
                    <a:pt x="191" y="199"/>
                    <a:pt x="191" y="199"/>
                    <a:pt x="191" y="199"/>
                  </a:cubicBezTo>
                  <a:cubicBezTo>
                    <a:pt x="187" y="202"/>
                    <a:pt x="185" y="204"/>
                    <a:pt x="182" y="207"/>
                  </a:cubicBezTo>
                  <a:cubicBezTo>
                    <a:pt x="179" y="211"/>
                    <a:pt x="177" y="214"/>
                    <a:pt x="173" y="214"/>
                  </a:cubicBezTo>
                  <a:cubicBezTo>
                    <a:pt x="166" y="214"/>
                    <a:pt x="161" y="211"/>
                    <a:pt x="158" y="204"/>
                  </a:cubicBezTo>
                  <a:cubicBezTo>
                    <a:pt x="157" y="201"/>
                    <a:pt x="156" y="198"/>
                    <a:pt x="154" y="194"/>
                  </a:cubicBezTo>
                  <a:cubicBezTo>
                    <a:pt x="153" y="191"/>
                    <a:pt x="150" y="188"/>
                    <a:pt x="147" y="188"/>
                  </a:cubicBezTo>
                  <a:cubicBezTo>
                    <a:pt x="128" y="188"/>
                    <a:pt x="128" y="188"/>
                    <a:pt x="128" y="188"/>
                  </a:cubicBezTo>
                  <a:cubicBezTo>
                    <a:pt x="122" y="188"/>
                    <a:pt x="119" y="181"/>
                    <a:pt x="112" y="181"/>
                  </a:cubicBezTo>
                  <a:cubicBezTo>
                    <a:pt x="104" y="181"/>
                    <a:pt x="101" y="186"/>
                    <a:pt x="93" y="186"/>
                  </a:cubicBezTo>
                  <a:cubicBezTo>
                    <a:pt x="87" y="186"/>
                    <a:pt x="85" y="182"/>
                    <a:pt x="80" y="182"/>
                  </a:cubicBezTo>
                  <a:cubicBezTo>
                    <a:pt x="72" y="182"/>
                    <a:pt x="66" y="188"/>
                    <a:pt x="59" y="190"/>
                  </a:cubicBezTo>
                  <a:cubicBezTo>
                    <a:pt x="59" y="190"/>
                    <a:pt x="59" y="190"/>
                    <a:pt x="59" y="190"/>
                  </a:cubicBezTo>
                  <a:cubicBezTo>
                    <a:pt x="56" y="182"/>
                    <a:pt x="52" y="178"/>
                    <a:pt x="45" y="175"/>
                  </a:cubicBezTo>
                  <a:cubicBezTo>
                    <a:pt x="38" y="174"/>
                    <a:pt x="32" y="177"/>
                    <a:pt x="27" y="172"/>
                  </a:cubicBezTo>
                  <a:cubicBezTo>
                    <a:pt x="24" y="169"/>
                    <a:pt x="25" y="164"/>
                    <a:pt x="22" y="161"/>
                  </a:cubicBezTo>
                  <a:cubicBezTo>
                    <a:pt x="19" y="159"/>
                    <a:pt x="16" y="160"/>
                    <a:pt x="13" y="158"/>
                  </a:cubicBezTo>
                  <a:cubicBezTo>
                    <a:pt x="9" y="155"/>
                    <a:pt x="8" y="153"/>
                    <a:pt x="5" y="148"/>
                  </a:cubicBezTo>
                  <a:cubicBezTo>
                    <a:pt x="3" y="145"/>
                    <a:pt x="2" y="143"/>
                    <a:pt x="0" y="140"/>
                  </a:cubicBezTo>
                  <a:cubicBezTo>
                    <a:pt x="5" y="136"/>
                    <a:pt x="7" y="133"/>
                    <a:pt x="13" y="129"/>
                  </a:cubicBezTo>
                  <a:cubicBezTo>
                    <a:pt x="15" y="128"/>
                    <a:pt x="17" y="127"/>
                    <a:pt x="19" y="126"/>
                  </a:cubicBezTo>
                  <a:cubicBezTo>
                    <a:pt x="21" y="125"/>
                    <a:pt x="24" y="124"/>
                    <a:pt x="24" y="121"/>
                  </a:cubicBezTo>
                  <a:cubicBezTo>
                    <a:pt x="24" y="116"/>
                    <a:pt x="18" y="114"/>
                    <a:pt x="18" y="108"/>
                  </a:cubicBezTo>
                  <a:cubicBezTo>
                    <a:pt x="18" y="106"/>
                    <a:pt x="21" y="106"/>
                    <a:pt x="22" y="104"/>
                  </a:cubicBezTo>
                  <a:cubicBezTo>
                    <a:pt x="24" y="101"/>
                    <a:pt x="25" y="99"/>
                    <a:pt x="26" y="96"/>
                  </a:cubicBezTo>
                  <a:cubicBezTo>
                    <a:pt x="36" y="98"/>
                    <a:pt x="41" y="105"/>
                    <a:pt x="51" y="105"/>
                  </a:cubicBezTo>
                  <a:cubicBezTo>
                    <a:pt x="55" y="105"/>
                    <a:pt x="57" y="101"/>
                    <a:pt x="60" y="101"/>
                  </a:cubicBezTo>
                  <a:cubicBezTo>
                    <a:pt x="62" y="101"/>
                    <a:pt x="62" y="104"/>
                    <a:pt x="63" y="105"/>
                  </a:cubicBezTo>
                  <a:cubicBezTo>
                    <a:pt x="65" y="108"/>
                    <a:pt x="67" y="110"/>
                    <a:pt x="70" y="111"/>
                  </a:cubicBezTo>
                  <a:cubicBezTo>
                    <a:pt x="74" y="112"/>
                    <a:pt x="76" y="114"/>
                    <a:pt x="80" y="114"/>
                  </a:cubicBezTo>
                  <a:cubicBezTo>
                    <a:pt x="83" y="114"/>
                    <a:pt x="84" y="114"/>
                    <a:pt x="86" y="113"/>
                  </a:cubicBezTo>
                  <a:cubicBezTo>
                    <a:pt x="90" y="111"/>
                    <a:pt x="91" y="108"/>
                    <a:pt x="93" y="104"/>
                  </a:cubicBezTo>
                  <a:cubicBezTo>
                    <a:pt x="95" y="100"/>
                    <a:pt x="97" y="98"/>
                    <a:pt x="99" y="94"/>
                  </a:cubicBezTo>
                  <a:cubicBezTo>
                    <a:pt x="101" y="89"/>
                    <a:pt x="102" y="86"/>
                    <a:pt x="103" y="81"/>
                  </a:cubicBezTo>
                  <a:cubicBezTo>
                    <a:pt x="104" y="79"/>
                    <a:pt x="104" y="77"/>
                    <a:pt x="105" y="75"/>
                  </a:cubicBezTo>
                  <a:cubicBezTo>
                    <a:pt x="106" y="74"/>
                    <a:pt x="105" y="73"/>
                    <a:pt x="106" y="73"/>
                  </a:cubicBezTo>
                  <a:cubicBezTo>
                    <a:pt x="107" y="72"/>
                    <a:pt x="108" y="73"/>
                    <a:pt x="109" y="72"/>
                  </a:cubicBezTo>
                  <a:cubicBezTo>
                    <a:pt x="119" y="74"/>
                    <a:pt x="119" y="74"/>
                    <a:pt x="119" y="74"/>
                  </a:cubicBezTo>
                  <a:cubicBezTo>
                    <a:pt x="124" y="73"/>
                    <a:pt x="126" y="68"/>
                    <a:pt x="127" y="62"/>
                  </a:cubicBezTo>
                  <a:cubicBezTo>
                    <a:pt x="129" y="57"/>
                    <a:pt x="129" y="54"/>
                    <a:pt x="131" y="48"/>
                  </a:cubicBezTo>
                  <a:cubicBezTo>
                    <a:pt x="134" y="42"/>
                    <a:pt x="139" y="40"/>
                    <a:pt x="144" y="36"/>
                  </a:cubicBezTo>
                  <a:cubicBezTo>
                    <a:pt x="147" y="33"/>
                    <a:pt x="152" y="31"/>
                    <a:pt x="152" y="26"/>
                  </a:cubicBezTo>
                  <a:cubicBezTo>
                    <a:pt x="152" y="20"/>
                    <a:pt x="143" y="20"/>
                    <a:pt x="143" y="14"/>
                  </a:cubicBezTo>
                  <a:cubicBezTo>
                    <a:pt x="143" y="12"/>
                    <a:pt x="144" y="11"/>
                    <a:pt x="145" y="10"/>
                  </a:cubicBezTo>
                  <a:cubicBezTo>
                    <a:pt x="147" y="6"/>
                    <a:pt x="148" y="4"/>
                    <a:pt x="148"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4"/>
            <p:cNvSpPr>
              <a:spLocks/>
            </p:cNvSpPr>
            <p:nvPr/>
          </p:nvSpPr>
          <p:spPr bwMode="auto">
            <a:xfrm>
              <a:off x="4967288" y="3560763"/>
              <a:ext cx="444500" cy="498475"/>
            </a:xfrm>
            <a:custGeom>
              <a:avLst/>
              <a:gdLst/>
              <a:ahLst/>
              <a:cxnLst>
                <a:cxn ang="0">
                  <a:pos x="237" y="53"/>
                </a:cxn>
                <a:cxn ang="0">
                  <a:pos x="242" y="68"/>
                </a:cxn>
                <a:cxn ang="0">
                  <a:pos x="248" y="86"/>
                </a:cxn>
                <a:cxn ang="0">
                  <a:pos x="239" y="95"/>
                </a:cxn>
                <a:cxn ang="0">
                  <a:pos x="216" y="122"/>
                </a:cxn>
                <a:cxn ang="0">
                  <a:pos x="226" y="152"/>
                </a:cxn>
                <a:cxn ang="0">
                  <a:pos x="239" y="192"/>
                </a:cxn>
                <a:cxn ang="0">
                  <a:pos x="237" y="208"/>
                </a:cxn>
                <a:cxn ang="0">
                  <a:pos x="233" y="240"/>
                </a:cxn>
                <a:cxn ang="0">
                  <a:pos x="213" y="245"/>
                </a:cxn>
                <a:cxn ang="0">
                  <a:pos x="189" y="246"/>
                </a:cxn>
                <a:cxn ang="0">
                  <a:pos x="185" y="254"/>
                </a:cxn>
                <a:cxn ang="0">
                  <a:pos x="180" y="270"/>
                </a:cxn>
                <a:cxn ang="0">
                  <a:pos x="171" y="262"/>
                </a:cxn>
                <a:cxn ang="0">
                  <a:pos x="159" y="256"/>
                </a:cxn>
                <a:cxn ang="0">
                  <a:pos x="149" y="257"/>
                </a:cxn>
                <a:cxn ang="0">
                  <a:pos x="146" y="265"/>
                </a:cxn>
                <a:cxn ang="0">
                  <a:pos x="138" y="279"/>
                </a:cxn>
                <a:cxn ang="0">
                  <a:pos x="116" y="265"/>
                </a:cxn>
                <a:cxn ang="0">
                  <a:pos x="96" y="265"/>
                </a:cxn>
                <a:cxn ang="0">
                  <a:pos x="102" y="244"/>
                </a:cxn>
                <a:cxn ang="0">
                  <a:pos x="108" y="228"/>
                </a:cxn>
                <a:cxn ang="0">
                  <a:pos x="109" y="216"/>
                </a:cxn>
                <a:cxn ang="0">
                  <a:pos x="107" y="199"/>
                </a:cxn>
                <a:cxn ang="0">
                  <a:pos x="78" y="193"/>
                </a:cxn>
                <a:cxn ang="0">
                  <a:pos x="68" y="205"/>
                </a:cxn>
                <a:cxn ang="0">
                  <a:pos x="51" y="208"/>
                </a:cxn>
                <a:cxn ang="0">
                  <a:pos x="41" y="211"/>
                </a:cxn>
                <a:cxn ang="0">
                  <a:pos x="30" y="215"/>
                </a:cxn>
                <a:cxn ang="0">
                  <a:pos x="23" y="207"/>
                </a:cxn>
                <a:cxn ang="0">
                  <a:pos x="21" y="196"/>
                </a:cxn>
                <a:cxn ang="0">
                  <a:pos x="20" y="181"/>
                </a:cxn>
                <a:cxn ang="0">
                  <a:pos x="16" y="159"/>
                </a:cxn>
                <a:cxn ang="0">
                  <a:pos x="10" y="151"/>
                </a:cxn>
                <a:cxn ang="0">
                  <a:pos x="0" y="153"/>
                </a:cxn>
                <a:cxn ang="0">
                  <a:pos x="20" y="129"/>
                </a:cxn>
                <a:cxn ang="0">
                  <a:pos x="20" y="118"/>
                </a:cxn>
                <a:cxn ang="0">
                  <a:pos x="17" y="98"/>
                </a:cxn>
                <a:cxn ang="0">
                  <a:pos x="19" y="82"/>
                </a:cxn>
                <a:cxn ang="0">
                  <a:pos x="16" y="61"/>
                </a:cxn>
                <a:cxn ang="0">
                  <a:pos x="16" y="46"/>
                </a:cxn>
                <a:cxn ang="0">
                  <a:pos x="27" y="23"/>
                </a:cxn>
                <a:cxn ang="0">
                  <a:pos x="43" y="12"/>
                </a:cxn>
                <a:cxn ang="0">
                  <a:pos x="69" y="18"/>
                </a:cxn>
                <a:cxn ang="0">
                  <a:pos x="74" y="11"/>
                </a:cxn>
                <a:cxn ang="0">
                  <a:pos x="87" y="0"/>
                </a:cxn>
                <a:cxn ang="0">
                  <a:pos x="122" y="6"/>
                </a:cxn>
                <a:cxn ang="0">
                  <a:pos x="138" y="15"/>
                </a:cxn>
                <a:cxn ang="0">
                  <a:pos x="154" y="25"/>
                </a:cxn>
                <a:cxn ang="0">
                  <a:pos x="178" y="18"/>
                </a:cxn>
                <a:cxn ang="0">
                  <a:pos x="192" y="14"/>
                </a:cxn>
                <a:cxn ang="0">
                  <a:pos x="205" y="28"/>
                </a:cxn>
                <a:cxn ang="0">
                  <a:pos x="214" y="48"/>
                </a:cxn>
                <a:cxn ang="0">
                  <a:pos x="237" y="50"/>
                </a:cxn>
              </a:cxnLst>
              <a:rect l="0" t="0" r="r" b="b"/>
              <a:pathLst>
                <a:path w="248" h="279">
                  <a:moveTo>
                    <a:pt x="237" y="50"/>
                  </a:moveTo>
                  <a:cubicBezTo>
                    <a:pt x="237" y="51"/>
                    <a:pt x="237" y="52"/>
                    <a:pt x="237" y="53"/>
                  </a:cubicBezTo>
                  <a:cubicBezTo>
                    <a:pt x="237" y="57"/>
                    <a:pt x="239" y="59"/>
                    <a:pt x="240" y="62"/>
                  </a:cubicBezTo>
                  <a:cubicBezTo>
                    <a:pt x="241" y="64"/>
                    <a:pt x="241" y="66"/>
                    <a:pt x="242" y="68"/>
                  </a:cubicBezTo>
                  <a:cubicBezTo>
                    <a:pt x="243" y="70"/>
                    <a:pt x="244" y="70"/>
                    <a:pt x="245" y="72"/>
                  </a:cubicBezTo>
                  <a:cubicBezTo>
                    <a:pt x="247" y="77"/>
                    <a:pt x="248" y="80"/>
                    <a:pt x="248" y="86"/>
                  </a:cubicBezTo>
                  <a:cubicBezTo>
                    <a:pt x="248" y="88"/>
                    <a:pt x="246" y="87"/>
                    <a:pt x="244" y="88"/>
                  </a:cubicBezTo>
                  <a:cubicBezTo>
                    <a:pt x="242" y="90"/>
                    <a:pt x="241" y="93"/>
                    <a:pt x="239" y="95"/>
                  </a:cubicBezTo>
                  <a:cubicBezTo>
                    <a:pt x="236" y="99"/>
                    <a:pt x="233" y="100"/>
                    <a:pt x="230" y="104"/>
                  </a:cubicBezTo>
                  <a:cubicBezTo>
                    <a:pt x="224" y="111"/>
                    <a:pt x="216" y="113"/>
                    <a:pt x="216" y="122"/>
                  </a:cubicBezTo>
                  <a:cubicBezTo>
                    <a:pt x="216" y="127"/>
                    <a:pt x="216" y="130"/>
                    <a:pt x="218" y="134"/>
                  </a:cubicBezTo>
                  <a:cubicBezTo>
                    <a:pt x="221" y="141"/>
                    <a:pt x="226" y="144"/>
                    <a:pt x="226" y="152"/>
                  </a:cubicBezTo>
                  <a:cubicBezTo>
                    <a:pt x="226" y="162"/>
                    <a:pt x="226" y="162"/>
                    <a:pt x="226" y="162"/>
                  </a:cubicBezTo>
                  <a:cubicBezTo>
                    <a:pt x="226" y="175"/>
                    <a:pt x="239" y="179"/>
                    <a:pt x="239" y="192"/>
                  </a:cubicBezTo>
                  <a:cubicBezTo>
                    <a:pt x="239" y="202"/>
                    <a:pt x="239" y="202"/>
                    <a:pt x="239" y="202"/>
                  </a:cubicBezTo>
                  <a:cubicBezTo>
                    <a:pt x="239" y="204"/>
                    <a:pt x="238" y="206"/>
                    <a:pt x="237" y="208"/>
                  </a:cubicBezTo>
                  <a:cubicBezTo>
                    <a:pt x="234" y="215"/>
                    <a:pt x="230" y="220"/>
                    <a:pt x="230" y="228"/>
                  </a:cubicBezTo>
                  <a:cubicBezTo>
                    <a:pt x="230" y="233"/>
                    <a:pt x="232" y="235"/>
                    <a:pt x="233" y="240"/>
                  </a:cubicBezTo>
                  <a:cubicBezTo>
                    <a:pt x="233" y="240"/>
                    <a:pt x="233" y="240"/>
                    <a:pt x="233" y="240"/>
                  </a:cubicBezTo>
                  <a:cubicBezTo>
                    <a:pt x="227" y="244"/>
                    <a:pt x="220" y="245"/>
                    <a:pt x="213" y="245"/>
                  </a:cubicBezTo>
                  <a:cubicBezTo>
                    <a:pt x="207" y="245"/>
                    <a:pt x="204" y="242"/>
                    <a:pt x="198" y="242"/>
                  </a:cubicBezTo>
                  <a:cubicBezTo>
                    <a:pt x="194" y="242"/>
                    <a:pt x="192" y="244"/>
                    <a:pt x="189" y="246"/>
                  </a:cubicBezTo>
                  <a:cubicBezTo>
                    <a:pt x="187" y="248"/>
                    <a:pt x="185" y="248"/>
                    <a:pt x="185" y="249"/>
                  </a:cubicBezTo>
                  <a:cubicBezTo>
                    <a:pt x="185" y="251"/>
                    <a:pt x="185" y="252"/>
                    <a:pt x="185" y="254"/>
                  </a:cubicBezTo>
                  <a:cubicBezTo>
                    <a:pt x="185" y="270"/>
                    <a:pt x="185" y="270"/>
                    <a:pt x="185" y="270"/>
                  </a:cubicBezTo>
                  <a:cubicBezTo>
                    <a:pt x="183" y="270"/>
                    <a:pt x="182" y="270"/>
                    <a:pt x="180" y="270"/>
                  </a:cubicBezTo>
                  <a:cubicBezTo>
                    <a:pt x="179" y="270"/>
                    <a:pt x="178" y="269"/>
                    <a:pt x="176" y="268"/>
                  </a:cubicBezTo>
                  <a:cubicBezTo>
                    <a:pt x="174" y="266"/>
                    <a:pt x="173" y="264"/>
                    <a:pt x="171" y="262"/>
                  </a:cubicBezTo>
                  <a:cubicBezTo>
                    <a:pt x="169" y="260"/>
                    <a:pt x="168" y="257"/>
                    <a:pt x="165" y="256"/>
                  </a:cubicBezTo>
                  <a:cubicBezTo>
                    <a:pt x="163" y="256"/>
                    <a:pt x="162" y="256"/>
                    <a:pt x="159" y="256"/>
                  </a:cubicBezTo>
                  <a:cubicBezTo>
                    <a:pt x="156" y="256"/>
                    <a:pt x="154" y="256"/>
                    <a:pt x="151" y="257"/>
                  </a:cubicBezTo>
                  <a:cubicBezTo>
                    <a:pt x="151" y="257"/>
                    <a:pt x="150" y="257"/>
                    <a:pt x="149" y="257"/>
                  </a:cubicBezTo>
                  <a:cubicBezTo>
                    <a:pt x="149" y="257"/>
                    <a:pt x="149" y="258"/>
                    <a:pt x="149" y="259"/>
                  </a:cubicBezTo>
                  <a:cubicBezTo>
                    <a:pt x="148" y="261"/>
                    <a:pt x="147" y="263"/>
                    <a:pt x="146" y="265"/>
                  </a:cubicBezTo>
                  <a:cubicBezTo>
                    <a:pt x="146" y="269"/>
                    <a:pt x="146" y="272"/>
                    <a:pt x="144" y="275"/>
                  </a:cubicBezTo>
                  <a:cubicBezTo>
                    <a:pt x="143" y="278"/>
                    <a:pt x="141" y="278"/>
                    <a:pt x="138" y="279"/>
                  </a:cubicBezTo>
                  <a:cubicBezTo>
                    <a:pt x="138" y="279"/>
                    <a:pt x="138" y="279"/>
                    <a:pt x="138" y="279"/>
                  </a:cubicBezTo>
                  <a:cubicBezTo>
                    <a:pt x="128" y="276"/>
                    <a:pt x="125" y="270"/>
                    <a:pt x="116" y="265"/>
                  </a:cubicBezTo>
                  <a:cubicBezTo>
                    <a:pt x="113" y="263"/>
                    <a:pt x="112" y="261"/>
                    <a:pt x="108" y="261"/>
                  </a:cubicBezTo>
                  <a:cubicBezTo>
                    <a:pt x="103" y="261"/>
                    <a:pt x="101" y="263"/>
                    <a:pt x="96" y="265"/>
                  </a:cubicBezTo>
                  <a:cubicBezTo>
                    <a:pt x="94" y="264"/>
                    <a:pt x="94" y="264"/>
                    <a:pt x="94" y="264"/>
                  </a:cubicBezTo>
                  <a:cubicBezTo>
                    <a:pt x="96" y="256"/>
                    <a:pt x="98" y="252"/>
                    <a:pt x="102" y="244"/>
                  </a:cubicBezTo>
                  <a:cubicBezTo>
                    <a:pt x="104" y="241"/>
                    <a:pt x="105" y="238"/>
                    <a:pt x="106" y="234"/>
                  </a:cubicBezTo>
                  <a:cubicBezTo>
                    <a:pt x="107" y="232"/>
                    <a:pt x="107" y="230"/>
                    <a:pt x="108" y="228"/>
                  </a:cubicBezTo>
                  <a:cubicBezTo>
                    <a:pt x="109" y="225"/>
                    <a:pt x="112" y="224"/>
                    <a:pt x="112" y="221"/>
                  </a:cubicBezTo>
                  <a:cubicBezTo>
                    <a:pt x="112" y="219"/>
                    <a:pt x="110" y="218"/>
                    <a:pt x="109" y="216"/>
                  </a:cubicBezTo>
                  <a:cubicBezTo>
                    <a:pt x="108" y="215"/>
                    <a:pt x="108" y="213"/>
                    <a:pt x="108" y="210"/>
                  </a:cubicBezTo>
                  <a:cubicBezTo>
                    <a:pt x="107" y="206"/>
                    <a:pt x="107" y="203"/>
                    <a:pt x="107" y="199"/>
                  </a:cubicBezTo>
                  <a:cubicBezTo>
                    <a:pt x="97" y="199"/>
                    <a:pt x="93" y="192"/>
                    <a:pt x="83" y="192"/>
                  </a:cubicBezTo>
                  <a:cubicBezTo>
                    <a:pt x="81" y="192"/>
                    <a:pt x="80" y="192"/>
                    <a:pt x="78" y="193"/>
                  </a:cubicBezTo>
                  <a:cubicBezTo>
                    <a:pt x="76" y="195"/>
                    <a:pt x="76" y="198"/>
                    <a:pt x="75" y="200"/>
                  </a:cubicBezTo>
                  <a:cubicBezTo>
                    <a:pt x="73" y="203"/>
                    <a:pt x="71" y="203"/>
                    <a:pt x="68" y="205"/>
                  </a:cubicBezTo>
                  <a:cubicBezTo>
                    <a:pt x="65" y="208"/>
                    <a:pt x="63" y="210"/>
                    <a:pt x="59" y="210"/>
                  </a:cubicBezTo>
                  <a:cubicBezTo>
                    <a:pt x="56" y="210"/>
                    <a:pt x="54" y="209"/>
                    <a:pt x="51" y="208"/>
                  </a:cubicBezTo>
                  <a:cubicBezTo>
                    <a:pt x="50" y="208"/>
                    <a:pt x="50" y="206"/>
                    <a:pt x="49" y="206"/>
                  </a:cubicBezTo>
                  <a:cubicBezTo>
                    <a:pt x="46" y="206"/>
                    <a:pt x="44" y="209"/>
                    <a:pt x="41" y="211"/>
                  </a:cubicBezTo>
                  <a:cubicBezTo>
                    <a:pt x="39" y="213"/>
                    <a:pt x="38" y="215"/>
                    <a:pt x="35" y="215"/>
                  </a:cubicBezTo>
                  <a:cubicBezTo>
                    <a:pt x="30" y="215"/>
                    <a:pt x="30" y="215"/>
                    <a:pt x="30" y="215"/>
                  </a:cubicBezTo>
                  <a:cubicBezTo>
                    <a:pt x="29" y="212"/>
                    <a:pt x="29" y="210"/>
                    <a:pt x="30" y="207"/>
                  </a:cubicBezTo>
                  <a:cubicBezTo>
                    <a:pt x="23" y="207"/>
                    <a:pt x="23" y="207"/>
                    <a:pt x="23" y="207"/>
                  </a:cubicBezTo>
                  <a:cubicBezTo>
                    <a:pt x="23" y="207"/>
                    <a:pt x="23" y="207"/>
                    <a:pt x="23" y="207"/>
                  </a:cubicBezTo>
                  <a:cubicBezTo>
                    <a:pt x="24" y="203"/>
                    <a:pt x="23" y="199"/>
                    <a:pt x="21" y="196"/>
                  </a:cubicBezTo>
                  <a:cubicBezTo>
                    <a:pt x="20" y="195"/>
                    <a:pt x="18" y="194"/>
                    <a:pt x="18" y="192"/>
                  </a:cubicBezTo>
                  <a:cubicBezTo>
                    <a:pt x="18" y="188"/>
                    <a:pt x="20" y="186"/>
                    <a:pt x="20" y="181"/>
                  </a:cubicBezTo>
                  <a:cubicBezTo>
                    <a:pt x="20" y="175"/>
                    <a:pt x="20" y="171"/>
                    <a:pt x="18" y="165"/>
                  </a:cubicBezTo>
                  <a:cubicBezTo>
                    <a:pt x="17" y="163"/>
                    <a:pt x="16" y="161"/>
                    <a:pt x="16" y="159"/>
                  </a:cubicBezTo>
                  <a:cubicBezTo>
                    <a:pt x="16" y="157"/>
                    <a:pt x="18" y="155"/>
                    <a:pt x="16" y="153"/>
                  </a:cubicBezTo>
                  <a:cubicBezTo>
                    <a:pt x="15" y="151"/>
                    <a:pt x="13" y="151"/>
                    <a:pt x="10" y="151"/>
                  </a:cubicBezTo>
                  <a:cubicBezTo>
                    <a:pt x="6" y="151"/>
                    <a:pt x="4" y="155"/>
                    <a:pt x="0" y="155"/>
                  </a:cubicBezTo>
                  <a:cubicBezTo>
                    <a:pt x="0" y="153"/>
                    <a:pt x="0" y="153"/>
                    <a:pt x="0" y="153"/>
                  </a:cubicBezTo>
                  <a:cubicBezTo>
                    <a:pt x="3" y="147"/>
                    <a:pt x="6" y="144"/>
                    <a:pt x="10" y="139"/>
                  </a:cubicBezTo>
                  <a:cubicBezTo>
                    <a:pt x="13" y="135"/>
                    <a:pt x="16" y="133"/>
                    <a:pt x="20" y="129"/>
                  </a:cubicBezTo>
                  <a:cubicBezTo>
                    <a:pt x="22" y="128"/>
                    <a:pt x="24" y="127"/>
                    <a:pt x="24" y="125"/>
                  </a:cubicBezTo>
                  <a:cubicBezTo>
                    <a:pt x="24" y="122"/>
                    <a:pt x="22" y="121"/>
                    <a:pt x="20" y="118"/>
                  </a:cubicBezTo>
                  <a:cubicBezTo>
                    <a:pt x="18" y="114"/>
                    <a:pt x="17" y="112"/>
                    <a:pt x="17" y="108"/>
                  </a:cubicBezTo>
                  <a:cubicBezTo>
                    <a:pt x="17" y="98"/>
                    <a:pt x="17" y="98"/>
                    <a:pt x="17" y="98"/>
                  </a:cubicBezTo>
                  <a:cubicBezTo>
                    <a:pt x="17" y="92"/>
                    <a:pt x="19" y="88"/>
                    <a:pt x="19" y="82"/>
                  </a:cubicBezTo>
                  <a:cubicBezTo>
                    <a:pt x="19" y="82"/>
                    <a:pt x="19" y="82"/>
                    <a:pt x="19" y="82"/>
                  </a:cubicBezTo>
                  <a:cubicBezTo>
                    <a:pt x="18" y="78"/>
                    <a:pt x="18" y="76"/>
                    <a:pt x="17" y="72"/>
                  </a:cubicBezTo>
                  <a:cubicBezTo>
                    <a:pt x="17" y="68"/>
                    <a:pt x="16" y="65"/>
                    <a:pt x="16" y="61"/>
                  </a:cubicBezTo>
                  <a:cubicBezTo>
                    <a:pt x="16" y="55"/>
                    <a:pt x="15" y="52"/>
                    <a:pt x="16" y="46"/>
                  </a:cubicBezTo>
                  <a:cubicBezTo>
                    <a:pt x="16" y="46"/>
                    <a:pt x="16" y="46"/>
                    <a:pt x="16" y="46"/>
                  </a:cubicBezTo>
                  <a:cubicBezTo>
                    <a:pt x="18" y="43"/>
                    <a:pt x="19" y="39"/>
                    <a:pt x="21" y="34"/>
                  </a:cubicBezTo>
                  <a:cubicBezTo>
                    <a:pt x="23" y="30"/>
                    <a:pt x="23" y="26"/>
                    <a:pt x="27" y="23"/>
                  </a:cubicBezTo>
                  <a:cubicBezTo>
                    <a:pt x="30" y="22"/>
                    <a:pt x="32" y="22"/>
                    <a:pt x="34" y="20"/>
                  </a:cubicBezTo>
                  <a:cubicBezTo>
                    <a:pt x="38" y="18"/>
                    <a:pt x="39" y="14"/>
                    <a:pt x="43" y="12"/>
                  </a:cubicBezTo>
                  <a:cubicBezTo>
                    <a:pt x="44" y="12"/>
                    <a:pt x="45" y="12"/>
                    <a:pt x="45" y="11"/>
                  </a:cubicBezTo>
                  <a:cubicBezTo>
                    <a:pt x="69" y="18"/>
                    <a:pt x="69" y="18"/>
                    <a:pt x="69" y="18"/>
                  </a:cubicBezTo>
                  <a:cubicBezTo>
                    <a:pt x="70" y="18"/>
                    <a:pt x="71" y="18"/>
                    <a:pt x="72" y="17"/>
                  </a:cubicBezTo>
                  <a:cubicBezTo>
                    <a:pt x="73" y="15"/>
                    <a:pt x="73" y="14"/>
                    <a:pt x="74" y="11"/>
                  </a:cubicBezTo>
                  <a:cubicBezTo>
                    <a:pt x="75" y="9"/>
                    <a:pt x="75" y="7"/>
                    <a:pt x="76" y="5"/>
                  </a:cubicBezTo>
                  <a:cubicBezTo>
                    <a:pt x="78" y="1"/>
                    <a:pt x="83" y="0"/>
                    <a:pt x="87" y="0"/>
                  </a:cubicBezTo>
                  <a:cubicBezTo>
                    <a:pt x="95" y="0"/>
                    <a:pt x="98" y="5"/>
                    <a:pt x="105" y="6"/>
                  </a:cubicBezTo>
                  <a:cubicBezTo>
                    <a:pt x="112" y="7"/>
                    <a:pt x="116" y="5"/>
                    <a:pt x="122" y="6"/>
                  </a:cubicBezTo>
                  <a:cubicBezTo>
                    <a:pt x="127" y="7"/>
                    <a:pt x="130" y="10"/>
                    <a:pt x="134" y="12"/>
                  </a:cubicBezTo>
                  <a:cubicBezTo>
                    <a:pt x="136" y="13"/>
                    <a:pt x="137" y="14"/>
                    <a:pt x="138" y="15"/>
                  </a:cubicBezTo>
                  <a:cubicBezTo>
                    <a:pt x="141" y="17"/>
                    <a:pt x="141" y="19"/>
                    <a:pt x="143" y="21"/>
                  </a:cubicBezTo>
                  <a:cubicBezTo>
                    <a:pt x="147" y="24"/>
                    <a:pt x="150" y="25"/>
                    <a:pt x="154" y="25"/>
                  </a:cubicBezTo>
                  <a:cubicBezTo>
                    <a:pt x="159" y="25"/>
                    <a:pt x="161" y="24"/>
                    <a:pt x="166" y="22"/>
                  </a:cubicBezTo>
                  <a:cubicBezTo>
                    <a:pt x="171" y="21"/>
                    <a:pt x="173" y="20"/>
                    <a:pt x="178" y="18"/>
                  </a:cubicBezTo>
                  <a:cubicBezTo>
                    <a:pt x="181" y="17"/>
                    <a:pt x="183" y="16"/>
                    <a:pt x="186" y="15"/>
                  </a:cubicBezTo>
                  <a:cubicBezTo>
                    <a:pt x="188" y="14"/>
                    <a:pt x="190" y="15"/>
                    <a:pt x="192" y="14"/>
                  </a:cubicBezTo>
                  <a:cubicBezTo>
                    <a:pt x="197" y="14"/>
                    <a:pt x="199" y="12"/>
                    <a:pt x="204" y="11"/>
                  </a:cubicBezTo>
                  <a:cubicBezTo>
                    <a:pt x="205" y="18"/>
                    <a:pt x="203" y="22"/>
                    <a:pt x="205" y="28"/>
                  </a:cubicBezTo>
                  <a:cubicBezTo>
                    <a:pt x="206" y="34"/>
                    <a:pt x="208" y="37"/>
                    <a:pt x="211" y="42"/>
                  </a:cubicBezTo>
                  <a:cubicBezTo>
                    <a:pt x="212" y="44"/>
                    <a:pt x="212" y="46"/>
                    <a:pt x="214" y="48"/>
                  </a:cubicBezTo>
                  <a:cubicBezTo>
                    <a:pt x="215" y="48"/>
                    <a:pt x="216" y="48"/>
                    <a:pt x="216" y="48"/>
                  </a:cubicBezTo>
                  <a:cubicBezTo>
                    <a:pt x="224" y="52"/>
                    <a:pt x="229" y="49"/>
                    <a:pt x="237" y="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25"/>
            <p:cNvSpPr>
              <a:spLocks/>
            </p:cNvSpPr>
            <p:nvPr/>
          </p:nvSpPr>
          <p:spPr bwMode="auto">
            <a:xfrm>
              <a:off x="4530726" y="3675063"/>
              <a:ext cx="482600" cy="384175"/>
            </a:xfrm>
            <a:custGeom>
              <a:avLst/>
              <a:gdLst/>
              <a:ahLst/>
              <a:cxnLst>
                <a:cxn ang="0">
                  <a:pos x="152" y="1"/>
                </a:cxn>
                <a:cxn ang="0">
                  <a:pos x="184" y="0"/>
                </a:cxn>
                <a:cxn ang="0">
                  <a:pos x="219" y="7"/>
                </a:cxn>
                <a:cxn ang="0">
                  <a:pos x="230" y="23"/>
                </a:cxn>
                <a:cxn ang="0">
                  <a:pos x="254" y="26"/>
                </a:cxn>
                <a:cxn ang="0">
                  <a:pos x="263" y="18"/>
                </a:cxn>
                <a:cxn ang="0">
                  <a:pos x="261" y="44"/>
                </a:cxn>
                <a:cxn ang="0">
                  <a:pos x="268" y="61"/>
                </a:cxn>
                <a:cxn ang="0">
                  <a:pos x="254" y="75"/>
                </a:cxn>
                <a:cxn ang="0">
                  <a:pos x="244" y="91"/>
                </a:cxn>
                <a:cxn ang="0">
                  <a:pos x="260" y="89"/>
                </a:cxn>
                <a:cxn ang="0">
                  <a:pos x="262" y="101"/>
                </a:cxn>
                <a:cxn ang="0">
                  <a:pos x="262" y="128"/>
                </a:cxn>
                <a:cxn ang="0">
                  <a:pos x="267" y="143"/>
                </a:cxn>
                <a:cxn ang="0">
                  <a:pos x="270" y="148"/>
                </a:cxn>
                <a:cxn ang="0">
                  <a:pos x="263" y="156"/>
                </a:cxn>
                <a:cxn ang="0">
                  <a:pos x="252" y="167"/>
                </a:cxn>
                <a:cxn ang="0">
                  <a:pos x="243" y="170"/>
                </a:cxn>
                <a:cxn ang="0">
                  <a:pos x="233" y="168"/>
                </a:cxn>
                <a:cxn ang="0">
                  <a:pos x="227" y="181"/>
                </a:cxn>
                <a:cxn ang="0">
                  <a:pos x="207" y="185"/>
                </a:cxn>
                <a:cxn ang="0">
                  <a:pos x="195" y="192"/>
                </a:cxn>
                <a:cxn ang="0">
                  <a:pos x="179" y="184"/>
                </a:cxn>
                <a:cxn ang="0">
                  <a:pos x="167" y="171"/>
                </a:cxn>
                <a:cxn ang="0">
                  <a:pos x="151" y="181"/>
                </a:cxn>
                <a:cxn ang="0">
                  <a:pos x="140" y="189"/>
                </a:cxn>
                <a:cxn ang="0">
                  <a:pos x="127" y="198"/>
                </a:cxn>
                <a:cxn ang="0">
                  <a:pos x="119" y="202"/>
                </a:cxn>
                <a:cxn ang="0">
                  <a:pos x="115" y="213"/>
                </a:cxn>
                <a:cxn ang="0">
                  <a:pos x="101" y="212"/>
                </a:cxn>
                <a:cxn ang="0">
                  <a:pos x="84" y="203"/>
                </a:cxn>
                <a:cxn ang="0">
                  <a:pos x="68" y="206"/>
                </a:cxn>
                <a:cxn ang="0">
                  <a:pos x="47" y="215"/>
                </a:cxn>
                <a:cxn ang="0">
                  <a:pos x="38" y="211"/>
                </a:cxn>
                <a:cxn ang="0">
                  <a:pos x="44" y="198"/>
                </a:cxn>
                <a:cxn ang="0">
                  <a:pos x="47" y="188"/>
                </a:cxn>
                <a:cxn ang="0">
                  <a:pos x="39" y="171"/>
                </a:cxn>
                <a:cxn ang="0">
                  <a:pos x="29" y="162"/>
                </a:cxn>
                <a:cxn ang="0">
                  <a:pos x="36" y="139"/>
                </a:cxn>
                <a:cxn ang="0">
                  <a:pos x="42" y="128"/>
                </a:cxn>
                <a:cxn ang="0">
                  <a:pos x="41" y="115"/>
                </a:cxn>
                <a:cxn ang="0">
                  <a:pos x="9" y="116"/>
                </a:cxn>
                <a:cxn ang="0">
                  <a:pos x="2" y="92"/>
                </a:cxn>
                <a:cxn ang="0">
                  <a:pos x="7" y="79"/>
                </a:cxn>
                <a:cxn ang="0">
                  <a:pos x="15" y="70"/>
                </a:cxn>
                <a:cxn ang="0">
                  <a:pos x="27" y="79"/>
                </a:cxn>
                <a:cxn ang="0">
                  <a:pos x="40" y="72"/>
                </a:cxn>
                <a:cxn ang="0">
                  <a:pos x="44" y="78"/>
                </a:cxn>
                <a:cxn ang="0">
                  <a:pos x="62" y="76"/>
                </a:cxn>
                <a:cxn ang="0">
                  <a:pos x="77" y="68"/>
                </a:cxn>
                <a:cxn ang="0">
                  <a:pos x="86" y="67"/>
                </a:cxn>
                <a:cxn ang="0">
                  <a:pos x="95" y="59"/>
                </a:cxn>
                <a:cxn ang="0">
                  <a:pos x="119" y="53"/>
                </a:cxn>
                <a:cxn ang="0">
                  <a:pos x="123" y="44"/>
                </a:cxn>
                <a:cxn ang="0">
                  <a:pos x="106" y="36"/>
                </a:cxn>
                <a:cxn ang="0">
                  <a:pos x="94" y="20"/>
                </a:cxn>
                <a:cxn ang="0">
                  <a:pos x="95" y="13"/>
                </a:cxn>
                <a:cxn ang="0">
                  <a:pos x="103" y="10"/>
                </a:cxn>
                <a:cxn ang="0">
                  <a:pos x="131" y="9"/>
                </a:cxn>
              </a:cxnLst>
              <a:rect l="0" t="0" r="r" b="b"/>
              <a:pathLst>
                <a:path w="270" h="215">
                  <a:moveTo>
                    <a:pt x="131" y="9"/>
                  </a:moveTo>
                  <a:cubicBezTo>
                    <a:pt x="138" y="7"/>
                    <a:pt x="144" y="1"/>
                    <a:pt x="152" y="1"/>
                  </a:cubicBezTo>
                  <a:cubicBezTo>
                    <a:pt x="157" y="1"/>
                    <a:pt x="159" y="5"/>
                    <a:pt x="165" y="5"/>
                  </a:cubicBezTo>
                  <a:cubicBezTo>
                    <a:pt x="173" y="5"/>
                    <a:pt x="176" y="0"/>
                    <a:pt x="184" y="0"/>
                  </a:cubicBezTo>
                  <a:cubicBezTo>
                    <a:pt x="191" y="0"/>
                    <a:pt x="194" y="7"/>
                    <a:pt x="200" y="7"/>
                  </a:cubicBezTo>
                  <a:cubicBezTo>
                    <a:pt x="219" y="7"/>
                    <a:pt x="219" y="7"/>
                    <a:pt x="219" y="7"/>
                  </a:cubicBezTo>
                  <a:cubicBezTo>
                    <a:pt x="222" y="7"/>
                    <a:pt x="225" y="10"/>
                    <a:pt x="226" y="13"/>
                  </a:cubicBezTo>
                  <a:cubicBezTo>
                    <a:pt x="228" y="17"/>
                    <a:pt x="229" y="20"/>
                    <a:pt x="230" y="23"/>
                  </a:cubicBezTo>
                  <a:cubicBezTo>
                    <a:pt x="233" y="30"/>
                    <a:pt x="238" y="33"/>
                    <a:pt x="245" y="33"/>
                  </a:cubicBezTo>
                  <a:cubicBezTo>
                    <a:pt x="249" y="33"/>
                    <a:pt x="251" y="30"/>
                    <a:pt x="254" y="26"/>
                  </a:cubicBezTo>
                  <a:cubicBezTo>
                    <a:pt x="257" y="23"/>
                    <a:pt x="259" y="21"/>
                    <a:pt x="263" y="18"/>
                  </a:cubicBezTo>
                  <a:cubicBezTo>
                    <a:pt x="263" y="18"/>
                    <a:pt x="263" y="18"/>
                    <a:pt x="263" y="18"/>
                  </a:cubicBezTo>
                  <a:cubicBezTo>
                    <a:pt x="263" y="24"/>
                    <a:pt x="261" y="28"/>
                    <a:pt x="261" y="34"/>
                  </a:cubicBezTo>
                  <a:cubicBezTo>
                    <a:pt x="261" y="44"/>
                    <a:pt x="261" y="44"/>
                    <a:pt x="261" y="44"/>
                  </a:cubicBezTo>
                  <a:cubicBezTo>
                    <a:pt x="261" y="48"/>
                    <a:pt x="262" y="50"/>
                    <a:pt x="264" y="54"/>
                  </a:cubicBezTo>
                  <a:cubicBezTo>
                    <a:pt x="266" y="57"/>
                    <a:pt x="268" y="58"/>
                    <a:pt x="268" y="61"/>
                  </a:cubicBezTo>
                  <a:cubicBezTo>
                    <a:pt x="268" y="63"/>
                    <a:pt x="266" y="64"/>
                    <a:pt x="264" y="65"/>
                  </a:cubicBezTo>
                  <a:cubicBezTo>
                    <a:pt x="260" y="69"/>
                    <a:pt x="257" y="71"/>
                    <a:pt x="254" y="75"/>
                  </a:cubicBezTo>
                  <a:cubicBezTo>
                    <a:pt x="250" y="80"/>
                    <a:pt x="247" y="83"/>
                    <a:pt x="244" y="89"/>
                  </a:cubicBezTo>
                  <a:cubicBezTo>
                    <a:pt x="244" y="91"/>
                    <a:pt x="244" y="91"/>
                    <a:pt x="244" y="91"/>
                  </a:cubicBezTo>
                  <a:cubicBezTo>
                    <a:pt x="248" y="91"/>
                    <a:pt x="250" y="87"/>
                    <a:pt x="254" y="87"/>
                  </a:cubicBezTo>
                  <a:cubicBezTo>
                    <a:pt x="257" y="87"/>
                    <a:pt x="259" y="87"/>
                    <a:pt x="260" y="89"/>
                  </a:cubicBezTo>
                  <a:cubicBezTo>
                    <a:pt x="262" y="91"/>
                    <a:pt x="260" y="93"/>
                    <a:pt x="260" y="95"/>
                  </a:cubicBezTo>
                  <a:cubicBezTo>
                    <a:pt x="260" y="97"/>
                    <a:pt x="261" y="99"/>
                    <a:pt x="262" y="101"/>
                  </a:cubicBezTo>
                  <a:cubicBezTo>
                    <a:pt x="264" y="107"/>
                    <a:pt x="264" y="111"/>
                    <a:pt x="264" y="117"/>
                  </a:cubicBezTo>
                  <a:cubicBezTo>
                    <a:pt x="264" y="122"/>
                    <a:pt x="262" y="124"/>
                    <a:pt x="262" y="128"/>
                  </a:cubicBezTo>
                  <a:cubicBezTo>
                    <a:pt x="262" y="130"/>
                    <a:pt x="264" y="131"/>
                    <a:pt x="265" y="132"/>
                  </a:cubicBezTo>
                  <a:cubicBezTo>
                    <a:pt x="267" y="135"/>
                    <a:pt x="268" y="139"/>
                    <a:pt x="267" y="143"/>
                  </a:cubicBezTo>
                  <a:cubicBezTo>
                    <a:pt x="267" y="143"/>
                    <a:pt x="267" y="143"/>
                    <a:pt x="267" y="143"/>
                  </a:cubicBezTo>
                  <a:cubicBezTo>
                    <a:pt x="270" y="148"/>
                    <a:pt x="270" y="148"/>
                    <a:pt x="270" y="148"/>
                  </a:cubicBezTo>
                  <a:cubicBezTo>
                    <a:pt x="270" y="150"/>
                    <a:pt x="270" y="151"/>
                    <a:pt x="269" y="152"/>
                  </a:cubicBezTo>
                  <a:cubicBezTo>
                    <a:pt x="268" y="155"/>
                    <a:pt x="266" y="155"/>
                    <a:pt x="263" y="156"/>
                  </a:cubicBezTo>
                  <a:cubicBezTo>
                    <a:pt x="261" y="158"/>
                    <a:pt x="260" y="159"/>
                    <a:pt x="258" y="161"/>
                  </a:cubicBezTo>
                  <a:cubicBezTo>
                    <a:pt x="256" y="164"/>
                    <a:pt x="254" y="165"/>
                    <a:pt x="252" y="167"/>
                  </a:cubicBezTo>
                  <a:cubicBezTo>
                    <a:pt x="252" y="167"/>
                    <a:pt x="252" y="169"/>
                    <a:pt x="251" y="169"/>
                  </a:cubicBezTo>
                  <a:cubicBezTo>
                    <a:pt x="248" y="170"/>
                    <a:pt x="246" y="170"/>
                    <a:pt x="243" y="170"/>
                  </a:cubicBezTo>
                  <a:cubicBezTo>
                    <a:pt x="241" y="170"/>
                    <a:pt x="240" y="170"/>
                    <a:pt x="239" y="170"/>
                  </a:cubicBezTo>
                  <a:cubicBezTo>
                    <a:pt x="236" y="170"/>
                    <a:pt x="235" y="168"/>
                    <a:pt x="233" y="168"/>
                  </a:cubicBezTo>
                  <a:cubicBezTo>
                    <a:pt x="231" y="168"/>
                    <a:pt x="230" y="170"/>
                    <a:pt x="229" y="171"/>
                  </a:cubicBezTo>
                  <a:cubicBezTo>
                    <a:pt x="227" y="174"/>
                    <a:pt x="227" y="177"/>
                    <a:pt x="227" y="181"/>
                  </a:cubicBezTo>
                  <a:cubicBezTo>
                    <a:pt x="221" y="180"/>
                    <a:pt x="219" y="177"/>
                    <a:pt x="213" y="173"/>
                  </a:cubicBezTo>
                  <a:cubicBezTo>
                    <a:pt x="210" y="177"/>
                    <a:pt x="210" y="181"/>
                    <a:pt x="207" y="185"/>
                  </a:cubicBezTo>
                  <a:cubicBezTo>
                    <a:pt x="206" y="187"/>
                    <a:pt x="204" y="188"/>
                    <a:pt x="201" y="189"/>
                  </a:cubicBezTo>
                  <a:cubicBezTo>
                    <a:pt x="199" y="190"/>
                    <a:pt x="198" y="192"/>
                    <a:pt x="195" y="192"/>
                  </a:cubicBezTo>
                  <a:cubicBezTo>
                    <a:pt x="191" y="192"/>
                    <a:pt x="189" y="188"/>
                    <a:pt x="185" y="186"/>
                  </a:cubicBezTo>
                  <a:cubicBezTo>
                    <a:pt x="183" y="185"/>
                    <a:pt x="182" y="185"/>
                    <a:pt x="179" y="184"/>
                  </a:cubicBezTo>
                  <a:cubicBezTo>
                    <a:pt x="174" y="183"/>
                    <a:pt x="173" y="178"/>
                    <a:pt x="170" y="174"/>
                  </a:cubicBezTo>
                  <a:cubicBezTo>
                    <a:pt x="169" y="173"/>
                    <a:pt x="168" y="171"/>
                    <a:pt x="167" y="171"/>
                  </a:cubicBezTo>
                  <a:cubicBezTo>
                    <a:pt x="164" y="171"/>
                    <a:pt x="163" y="173"/>
                    <a:pt x="161" y="174"/>
                  </a:cubicBezTo>
                  <a:cubicBezTo>
                    <a:pt x="157" y="176"/>
                    <a:pt x="154" y="177"/>
                    <a:pt x="151" y="181"/>
                  </a:cubicBezTo>
                  <a:cubicBezTo>
                    <a:pt x="150" y="184"/>
                    <a:pt x="150" y="186"/>
                    <a:pt x="148" y="187"/>
                  </a:cubicBezTo>
                  <a:cubicBezTo>
                    <a:pt x="146" y="189"/>
                    <a:pt x="143" y="188"/>
                    <a:pt x="140" y="189"/>
                  </a:cubicBezTo>
                  <a:cubicBezTo>
                    <a:pt x="139" y="190"/>
                    <a:pt x="138" y="192"/>
                    <a:pt x="137" y="192"/>
                  </a:cubicBezTo>
                  <a:cubicBezTo>
                    <a:pt x="133" y="195"/>
                    <a:pt x="131" y="197"/>
                    <a:pt x="127" y="198"/>
                  </a:cubicBezTo>
                  <a:cubicBezTo>
                    <a:pt x="125" y="199"/>
                    <a:pt x="123" y="200"/>
                    <a:pt x="121" y="201"/>
                  </a:cubicBezTo>
                  <a:cubicBezTo>
                    <a:pt x="120" y="201"/>
                    <a:pt x="119" y="201"/>
                    <a:pt x="119" y="202"/>
                  </a:cubicBezTo>
                  <a:cubicBezTo>
                    <a:pt x="117" y="204"/>
                    <a:pt x="120" y="207"/>
                    <a:pt x="118" y="210"/>
                  </a:cubicBezTo>
                  <a:cubicBezTo>
                    <a:pt x="118" y="211"/>
                    <a:pt x="116" y="212"/>
                    <a:pt x="115" y="213"/>
                  </a:cubicBezTo>
                  <a:cubicBezTo>
                    <a:pt x="113" y="214"/>
                    <a:pt x="113" y="215"/>
                    <a:pt x="111" y="215"/>
                  </a:cubicBezTo>
                  <a:cubicBezTo>
                    <a:pt x="107" y="215"/>
                    <a:pt x="105" y="213"/>
                    <a:pt x="101" y="212"/>
                  </a:cubicBezTo>
                  <a:cubicBezTo>
                    <a:pt x="96" y="210"/>
                    <a:pt x="93" y="211"/>
                    <a:pt x="89" y="208"/>
                  </a:cubicBezTo>
                  <a:cubicBezTo>
                    <a:pt x="87" y="207"/>
                    <a:pt x="86" y="204"/>
                    <a:pt x="84" y="203"/>
                  </a:cubicBezTo>
                  <a:cubicBezTo>
                    <a:pt x="82" y="201"/>
                    <a:pt x="79" y="201"/>
                    <a:pt x="75" y="201"/>
                  </a:cubicBezTo>
                  <a:cubicBezTo>
                    <a:pt x="72" y="201"/>
                    <a:pt x="71" y="204"/>
                    <a:pt x="68" y="206"/>
                  </a:cubicBezTo>
                  <a:cubicBezTo>
                    <a:pt x="64" y="208"/>
                    <a:pt x="61" y="209"/>
                    <a:pt x="56" y="211"/>
                  </a:cubicBezTo>
                  <a:cubicBezTo>
                    <a:pt x="53" y="212"/>
                    <a:pt x="51" y="215"/>
                    <a:pt x="47" y="215"/>
                  </a:cubicBezTo>
                  <a:cubicBezTo>
                    <a:pt x="46" y="215"/>
                    <a:pt x="45" y="214"/>
                    <a:pt x="44" y="213"/>
                  </a:cubicBezTo>
                  <a:cubicBezTo>
                    <a:pt x="42" y="212"/>
                    <a:pt x="41" y="212"/>
                    <a:pt x="38" y="211"/>
                  </a:cubicBezTo>
                  <a:cubicBezTo>
                    <a:pt x="38" y="212"/>
                    <a:pt x="38" y="212"/>
                    <a:pt x="38" y="212"/>
                  </a:cubicBezTo>
                  <a:cubicBezTo>
                    <a:pt x="40" y="206"/>
                    <a:pt x="41" y="203"/>
                    <a:pt x="44" y="198"/>
                  </a:cubicBezTo>
                  <a:cubicBezTo>
                    <a:pt x="45" y="197"/>
                    <a:pt x="46" y="198"/>
                    <a:pt x="46" y="197"/>
                  </a:cubicBezTo>
                  <a:cubicBezTo>
                    <a:pt x="48" y="194"/>
                    <a:pt x="47" y="191"/>
                    <a:pt x="47" y="188"/>
                  </a:cubicBezTo>
                  <a:cubicBezTo>
                    <a:pt x="47" y="183"/>
                    <a:pt x="45" y="180"/>
                    <a:pt x="43" y="175"/>
                  </a:cubicBezTo>
                  <a:cubicBezTo>
                    <a:pt x="42" y="173"/>
                    <a:pt x="40" y="173"/>
                    <a:pt x="39" y="171"/>
                  </a:cubicBezTo>
                  <a:cubicBezTo>
                    <a:pt x="37" y="170"/>
                    <a:pt x="36" y="168"/>
                    <a:pt x="34" y="166"/>
                  </a:cubicBezTo>
                  <a:cubicBezTo>
                    <a:pt x="32" y="165"/>
                    <a:pt x="29" y="165"/>
                    <a:pt x="29" y="162"/>
                  </a:cubicBezTo>
                  <a:cubicBezTo>
                    <a:pt x="29" y="155"/>
                    <a:pt x="37" y="152"/>
                    <a:pt x="37" y="144"/>
                  </a:cubicBezTo>
                  <a:cubicBezTo>
                    <a:pt x="37" y="142"/>
                    <a:pt x="36" y="141"/>
                    <a:pt x="36" y="139"/>
                  </a:cubicBezTo>
                  <a:cubicBezTo>
                    <a:pt x="36" y="137"/>
                    <a:pt x="37" y="135"/>
                    <a:pt x="39" y="132"/>
                  </a:cubicBezTo>
                  <a:cubicBezTo>
                    <a:pt x="40" y="131"/>
                    <a:pt x="40" y="129"/>
                    <a:pt x="42" y="128"/>
                  </a:cubicBezTo>
                  <a:cubicBezTo>
                    <a:pt x="43" y="127"/>
                    <a:pt x="46" y="127"/>
                    <a:pt x="46" y="125"/>
                  </a:cubicBezTo>
                  <a:cubicBezTo>
                    <a:pt x="46" y="121"/>
                    <a:pt x="43" y="119"/>
                    <a:pt x="41" y="115"/>
                  </a:cubicBezTo>
                  <a:cubicBezTo>
                    <a:pt x="39" y="113"/>
                    <a:pt x="38" y="111"/>
                    <a:pt x="35" y="110"/>
                  </a:cubicBezTo>
                  <a:cubicBezTo>
                    <a:pt x="9" y="116"/>
                    <a:pt x="9" y="116"/>
                    <a:pt x="9" y="116"/>
                  </a:cubicBezTo>
                  <a:cubicBezTo>
                    <a:pt x="5" y="112"/>
                    <a:pt x="3" y="108"/>
                    <a:pt x="2" y="102"/>
                  </a:cubicBezTo>
                  <a:cubicBezTo>
                    <a:pt x="2" y="99"/>
                    <a:pt x="3" y="96"/>
                    <a:pt x="2" y="92"/>
                  </a:cubicBezTo>
                  <a:cubicBezTo>
                    <a:pt x="1" y="90"/>
                    <a:pt x="0" y="90"/>
                    <a:pt x="0" y="87"/>
                  </a:cubicBezTo>
                  <a:cubicBezTo>
                    <a:pt x="0" y="83"/>
                    <a:pt x="4" y="82"/>
                    <a:pt x="7" y="79"/>
                  </a:cubicBezTo>
                  <a:cubicBezTo>
                    <a:pt x="9" y="78"/>
                    <a:pt x="10" y="77"/>
                    <a:pt x="11" y="75"/>
                  </a:cubicBezTo>
                  <a:cubicBezTo>
                    <a:pt x="13" y="73"/>
                    <a:pt x="13" y="70"/>
                    <a:pt x="15" y="70"/>
                  </a:cubicBezTo>
                  <a:cubicBezTo>
                    <a:pt x="19" y="70"/>
                    <a:pt x="19" y="75"/>
                    <a:pt x="21" y="77"/>
                  </a:cubicBezTo>
                  <a:cubicBezTo>
                    <a:pt x="23" y="79"/>
                    <a:pt x="25" y="79"/>
                    <a:pt x="27" y="79"/>
                  </a:cubicBezTo>
                  <a:cubicBezTo>
                    <a:pt x="32" y="79"/>
                    <a:pt x="34" y="77"/>
                    <a:pt x="37" y="74"/>
                  </a:cubicBezTo>
                  <a:cubicBezTo>
                    <a:pt x="38" y="74"/>
                    <a:pt x="39" y="72"/>
                    <a:pt x="40" y="72"/>
                  </a:cubicBezTo>
                  <a:cubicBezTo>
                    <a:pt x="41" y="72"/>
                    <a:pt x="42" y="72"/>
                    <a:pt x="43" y="72"/>
                  </a:cubicBezTo>
                  <a:cubicBezTo>
                    <a:pt x="43" y="75"/>
                    <a:pt x="43" y="76"/>
                    <a:pt x="44" y="78"/>
                  </a:cubicBezTo>
                  <a:cubicBezTo>
                    <a:pt x="56" y="78"/>
                    <a:pt x="56" y="78"/>
                    <a:pt x="56" y="78"/>
                  </a:cubicBezTo>
                  <a:cubicBezTo>
                    <a:pt x="58" y="78"/>
                    <a:pt x="59" y="77"/>
                    <a:pt x="62" y="76"/>
                  </a:cubicBezTo>
                  <a:cubicBezTo>
                    <a:pt x="66" y="76"/>
                    <a:pt x="69" y="75"/>
                    <a:pt x="72" y="72"/>
                  </a:cubicBezTo>
                  <a:cubicBezTo>
                    <a:pt x="74" y="71"/>
                    <a:pt x="75" y="69"/>
                    <a:pt x="77" y="68"/>
                  </a:cubicBezTo>
                  <a:cubicBezTo>
                    <a:pt x="79" y="67"/>
                    <a:pt x="81" y="68"/>
                    <a:pt x="83" y="67"/>
                  </a:cubicBezTo>
                  <a:cubicBezTo>
                    <a:pt x="85" y="67"/>
                    <a:pt x="84" y="68"/>
                    <a:pt x="86" y="67"/>
                  </a:cubicBezTo>
                  <a:cubicBezTo>
                    <a:pt x="86" y="67"/>
                    <a:pt x="86" y="67"/>
                    <a:pt x="86" y="67"/>
                  </a:cubicBezTo>
                  <a:cubicBezTo>
                    <a:pt x="89" y="65"/>
                    <a:pt x="91" y="60"/>
                    <a:pt x="95" y="59"/>
                  </a:cubicBezTo>
                  <a:cubicBezTo>
                    <a:pt x="99" y="58"/>
                    <a:pt x="102" y="58"/>
                    <a:pt x="107" y="57"/>
                  </a:cubicBezTo>
                  <a:cubicBezTo>
                    <a:pt x="112" y="57"/>
                    <a:pt x="115" y="56"/>
                    <a:pt x="119" y="53"/>
                  </a:cubicBezTo>
                  <a:cubicBezTo>
                    <a:pt x="122" y="52"/>
                    <a:pt x="125" y="50"/>
                    <a:pt x="125" y="47"/>
                  </a:cubicBezTo>
                  <a:cubicBezTo>
                    <a:pt x="125" y="45"/>
                    <a:pt x="124" y="45"/>
                    <a:pt x="123" y="44"/>
                  </a:cubicBezTo>
                  <a:cubicBezTo>
                    <a:pt x="121" y="43"/>
                    <a:pt x="119" y="42"/>
                    <a:pt x="117" y="41"/>
                  </a:cubicBezTo>
                  <a:cubicBezTo>
                    <a:pt x="113" y="39"/>
                    <a:pt x="110" y="38"/>
                    <a:pt x="106" y="36"/>
                  </a:cubicBezTo>
                  <a:cubicBezTo>
                    <a:pt x="102" y="35"/>
                    <a:pt x="101" y="33"/>
                    <a:pt x="98" y="30"/>
                  </a:cubicBezTo>
                  <a:cubicBezTo>
                    <a:pt x="96" y="27"/>
                    <a:pt x="94" y="24"/>
                    <a:pt x="94" y="20"/>
                  </a:cubicBezTo>
                  <a:cubicBezTo>
                    <a:pt x="94" y="18"/>
                    <a:pt x="94" y="17"/>
                    <a:pt x="95" y="15"/>
                  </a:cubicBezTo>
                  <a:cubicBezTo>
                    <a:pt x="95" y="14"/>
                    <a:pt x="95" y="13"/>
                    <a:pt x="95" y="13"/>
                  </a:cubicBezTo>
                  <a:cubicBezTo>
                    <a:pt x="96" y="12"/>
                    <a:pt x="98" y="12"/>
                    <a:pt x="99" y="11"/>
                  </a:cubicBezTo>
                  <a:cubicBezTo>
                    <a:pt x="101" y="11"/>
                    <a:pt x="102" y="10"/>
                    <a:pt x="103" y="10"/>
                  </a:cubicBezTo>
                  <a:cubicBezTo>
                    <a:pt x="109" y="10"/>
                    <a:pt x="112" y="14"/>
                    <a:pt x="117" y="14"/>
                  </a:cubicBezTo>
                  <a:cubicBezTo>
                    <a:pt x="123" y="14"/>
                    <a:pt x="125" y="11"/>
                    <a:pt x="131"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26"/>
            <p:cNvSpPr>
              <a:spLocks/>
            </p:cNvSpPr>
            <p:nvPr/>
          </p:nvSpPr>
          <p:spPr bwMode="auto">
            <a:xfrm>
              <a:off x="4595813" y="2616200"/>
              <a:ext cx="260350" cy="431800"/>
            </a:xfrm>
            <a:custGeom>
              <a:avLst/>
              <a:gdLst/>
              <a:ahLst/>
              <a:cxnLst>
                <a:cxn ang="0">
                  <a:pos x="0" y="113"/>
                </a:cxn>
                <a:cxn ang="0">
                  <a:pos x="6" y="121"/>
                </a:cxn>
                <a:cxn ang="0">
                  <a:pos x="11" y="126"/>
                </a:cxn>
                <a:cxn ang="0">
                  <a:pos x="24" y="130"/>
                </a:cxn>
                <a:cxn ang="0">
                  <a:pos x="37" y="140"/>
                </a:cxn>
                <a:cxn ang="0">
                  <a:pos x="43" y="150"/>
                </a:cxn>
                <a:cxn ang="0">
                  <a:pos x="39" y="157"/>
                </a:cxn>
                <a:cxn ang="0">
                  <a:pos x="42" y="160"/>
                </a:cxn>
                <a:cxn ang="0">
                  <a:pos x="46" y="172"/>
                </a:cxn>
                <a:cxn ang="0">
                  <a:pos x="47" y="186"/>
                </a:cxn>
                <a:cxn ang="0">
                  <a:pos x="42" y="203"/>
                </a:cxn>
                <a:cxn ang="0">
                  <a:pos x="46" y="210"/>
                </a:cxn>
                <a:cxn ang="0">
                  <a:pos x="52" y="218"/>
                </a:cxn>
                <a:cxn ang="0">
                  <a:pos x="63" y="228"/>
                </a:cxn>
                <a:cxn ang="0">
                  <a:pos x="76" y="237"/>
                </a:cxn>
                <a:cxn ang="0">
                  <a:pos x="80" y="240"/>
                </a:cxn>
                <a:cxn ang="0">
                  <a:pos x="88" y="237"/>
                </a:cxn>
                <a:cxn ang="0">
                  <a:pos x="90" y="223"/>
                </a:cxn>
                <a:cxn ang="0">
                  <a:pos x="92" y="219"/>
                </a:cxn>
                <a:cxn ang="0">
                  <a:pos x="100" y="217"/>
                </a:cxn>
                <a:cxn ang="0">
                  <a:pos x="108" y="205"/>
                </a:cxn>
                <a:cxn ang="0">
                  <a:pos x="114" y="193"/>
                </a:cxn>
                <a:cxn ang="0">
                  <a:pos x="107" y="186"/>
                </a:cxn>
                <a:cxn ang="0">
                  <a:pos x="101" y="178"/>
                </a:cxn>
                <a:cxn ang="0">
                  <a:pos x="94" y="170"/>
                </a:cxn>
                <a:cxn ang="0">
                  <a:pos x="91" y="164"/>
                </a:cxn>
                <a:cxn ang="0">
                  <a:pos x="96" y="158"/>
                </a:cxn>
                <a:cxn ang="0">
                  <a:pos x="96" y="156"/>
                </a:cxn>
                <a:cxn ang="0">
                  <a:pos x="99" y="148"/>
                </a:cxn>
                <a:cxn ang="0">
                  <a:pos x="101" y="131"/>
                </a:cxn>
                <a:cxn ang="0">
                  <a:pos x="129" y="131"/>
                </a:cxn>
                <a:cxn ang="0">
                  <a:pos x="129" y="131"/>
                </a:cxn>
                <a:cxn ang="0">
                  <a:pos x="133" y="121"/>
                </a:cxn>
                <a:cxn ang="0">
                  <a:pos x="134" y="115"/>
                </a:cxn>
                <a:cxn ang="0">
                  <a:pos x="137" y="109"/>
                </a:cxn>
                <a:cxn ang="0">
                  <a:pos x="146" y="89"/>
                </a:cxn>
                <a:cxn ang="0">
                  <a:pos x="146" y="89"/>
                </a:cxn>
                <a:cxn ang="0">
                  <a:pos x="131" y="78"/>
                </a:cxn>
                <a:cxn ang="0">
                  <a:pos x="126" y="74"/>
                </a:cxn>
                <a:cxn ang="0">
                  <a:pos x="115" y="72"/>
                </a:cxn>
                <a:cxn ang="0">
                  <a:pos x="105" y="69"/>
                </a:cxn>
                <a:cxn ang="0">
                  <a:pos x="101" y="65"/>
                </a:cxn>
                <a:cxn ang="0">
                  <a:pos x="105" y="52"/>
                </a:cxn>
                <a:cxn ang="0">
                  <a:pos x="104" y="44"/>
                </a:cxn>
                <a:cxn ang="0">
                  <a:pos x="110" y="30"/>
                </a:cxn>
                <a:cxn ang="0">
                  <a:pos x="114" y="21"/>
                </a:cxn>
                <a:cxn ang="0">
                  <a:pos x="111" y="16"/>
                </a:cxn>
                <a:cxn ang="0">
                  <a:pos x="107" y="10"/>
                </a:cxn>
                <a:cxn ang="0">
                  <a:pos x="103" y="0"/>
                </a:cxn>
                <a:cxn ang="0">
                  <a:pos x="96" y="11"/>
                </a:cxn>
                <a:cxn ang="0">
                  <a:pos x="88" y="16"/>
                </a:cxn>
                <a:cxn ang="0">
                  <a:pos x="84" y="20"/>
                </a:cxn>
                <a:cxn ang="0">
                  <a:pos x="75" y="31"/>
                </a:cxn>
                <a:cxn ang="0">
                  <a:pos x="71" y="50"/>
                </a:cxn>
                <a:cxn ang="0">
                  <a:pos x="64" y="69"/>
                </a:cxn>
                <a:cxn ang="0">
                  <a:pos x="66" y="88"/>
                </a:cxn>
                <a:cxn ang="0">
                  <a:pos x="62" y="103"/>
                </a:cxn>
                <a:cxn ang="0">
                  <a:pos x="52" y="105"/>
                </a:cxn>
                <a:cxn ang="0">
                  <a:pos x="46" y="106"/>
                </a:cxn>
                <a:cxn ang="0">
                  <a:pos x="16" y="112"/>
                </a:cxn>
                <a:cxn ang="0">
                  <a:pos x="11" y="113"/>
                </a:cxn>
                <a:cxn ang="0">
                  <a:pos x="0" y="113"/>
                </a:cxn>
              </a:cxnLst>
              <a:rect l="0" t="0" r="r" b="b"/>
              <a:pathLst>
                <a:path w="146" h="241">
                  <a:moveTo>
                    <a:pt x="0" y="113"/>
                  </a:moveTo>
                  <a:cubicBezTo>
                    <a:pt x="2" y="116"/>
                    <a:pt x="4" y="118"/>
                    <a:pt x="6" y="121"/>
                  </a:cubicBezTo>
                  <a:cubicBezTo>
                    <a:pt x="8" y="123"/>
                    <a:pt x="9" y="125"/>
                    <a:pt x="11" y="126"/>
                  </a:cubicBezTo>
                  <a:cubicBezTo>
                    <a:pt x="16" y="127"/>
                    <a:pt x="19" y="128"/>
                    <a:pt x="24" y="130"/>
                  </a:cubicBezTo>
                  <a:cubicBezTo>
                    <a:pt x="30" y="132"/>
                    <a:pt x="33" y="135"/>
                    <a:pt x="37" y="140"/>
                  </a:cubicBezTo>
                  <a:cubicBezTo>
                    <a:pt x="39" y="144"/>
                    <a:pt x="43" y="146"/>
                    <a:pt x="43" y="150"/>
                  </a:cubicBezTo>
                  <a:cubicBezTo>
                    <a:pt x="43" y="154"/>
                    <a:pt x="39" y="154"/>
                    <a:pt x="39" y="157"/>
                  </a:cubicBezTo>
                  <a:cubicBezTo>
                    <a:pt x="39" y="159"/>
                    <a:pt x="41" y="159"/>
                    <a:pt x="42" y="160"/>
                  </a:cubicBezTo>
                  <a:cubicBezTo>
                    <a:pt x="45" y="164"/>
                    <a:pt x="45" y="168"/>
                    <a:pt x="46" y="172"/>
                  </a:cubicBezTo>
                  <a:cubicBezTo>
                    <a:pt x="46" y="178"/>
                    <a:pt x="47" y="181"/>
                    <a:pt x="47" y="186"/>
                  </a:cubicBezTo>
                  <a:cubicBezTo>
                    <a:pt x="47" y="193"/>
                    <a:pt x="42" y="197"/>
                    <a:pt x="42" y="203"/>
                  </a:cubicBezTo>
                  <a:cubicBezTo>
                    <a:pt x="42" y="206"/>
                    <a:pt x="44" y="208"/>
                    <a:pt x="46" y="210"/>
                  </a:cubicBezTo>
                  <a:cubicBezTo>
                    <a:pt x="48" y="213"/>
                    <a:pt x="50" y="215"/>
                    <a:pt x="52" y="218"/>
                  </a:cubicBezTo>
                  <a:cubicBezTo>
                    <a:pt x="56" y="222"/>
                    <a:pt x="59" y="224"/>
                    <a:pt x="63" y="228"/>
                  </a:cubicBezTo>
                  <a:cubicBezTo>
                    <a:pt x="67" y="232"/>
                    <a:pt x="71" y="235"/>
                    <a:pt x="76" y="237"/>
                  </a:cubicBezTo>
                  <a:cubicBezTo>
                    <a:pt x="78" y="238"/>
                    <a:pt x="78" y="240"/>
                    <a:pt x="80" y="240"/>
                  </a:cubicBezTo>
                  <a:cubicBezTo>
                    <a:pt x="83" y="241"/>
                    <a:pt x="87" y="240"/>
                    <a:pt x="88" y="237"/>
                  </a:cubicBezTo>
                  <a:cubicBezTo>
                    <a:pt x="90" y="232"/>
                    <a:pt x="89" y="228"/>
                    <a:pt x="90" y="223"/>
                  </a:cubicBezTo>
                  <a:cubicBezTo>
                    <a:pt x="91" y="221"/>
                    <a:pt x="91" y="220"/>
                    <a:pt x="92" y="219"/>
                  </a:cubicBezTo>
                  <a:cubicBezTo>
                    <a:pt x="94" y="217"/>
                    <a:pt x="97" y="217"/>
                    <a:pt x="100" y="217"/>
                  </a:cubicBezTo>
                  <a:cubicBezTo>
                    <a:pt x="105" y="216"/>
                    <a:pt x="105" y="210"/>
                    <a:pt x="108" y="205"/>
                  </a:cubicBezTo>
                  <a:cubicBezTo>
                    <a:pt x="110" y="200"/>
                    <a:pt x="114" y="198"/>
                    <a:pt x="114" y="193"/>
                  </a:cubicBezTo>
                  <a:cubicBezTo>
                    <a:pt x="114" y="189"/>
                    <a:pt x="110" y="189"/>
                    <a:pt x="107" y="186"/>
                  </a:cubicBezTo>
                  <a:cubicBezTo>
                    <a:pt x="104" y="184"/>
                    <a:pt x="104" y="181"/>
                    <a:pt x="101" y="178"/>
                  </a:cubicBezTo>
                  <a:cubicBezTo>
                    <a:pt x="98" y="176"/>
                    <a:pt x="97" y="173"/>
                    <a:pt x="94" y="170"/>
                  </a:cubicBezTo>
                  <a:cubicBezTo>
                    <a:pt x="93" y="168"/>
                    <a:pt x="91" y="167"/>
                    <a:pt x="91" y="164"/>
                  </a:cubicBezTo>
                  <a:cubicBezTo>
                    <a:pt x="91" y="161"/>
                    <a:pt x="95" y="161"/>
                    <a:pt x="96" y="158"/>
                  </a:cubicBezTo>
                  <a:cubicBezTo>
                    <a:pt x="96" y="158"/>
                    <a:pt x="96" y="157"/>
                    <a:pt x="96" y="156"/>
                  </a:cubicBezTo>
                  <a:cubicBezTo>
                    <a:pt x="97" y="153"/>
                    <a:pt x="98" y="151"/>
                    <a:pt x="99" y="148"/>
                  </a:cubicBezTo>
                  <a:cubicBezTo>
                    <a:pt x="100" y="141"/>
                    <a:pt x="100" y="138"/>
                    <a:pt x="101" y="131"/>
                  </a:cubicBezTo>
                  <a:cubicBezTo>
                    <a:pt x="111" y="133"/>
                    <a:pt x="118" y="131"/>
                    <a:pt x="129" y="131"/>
                  </a:cubicBezTo>
                  <a:cubicBezTo>
                    <a:pt x="129" y="131"/>
                    <a:pt x="129" y="131"/>
                    <a:pt x="129" y="131"/>
                  </a:cubicBezTo>
                  <a:cubicBezTo>
                    <a:pt x="131" y="127"/>
                    <a:pt x="133" y="125"/>
                    <a:pt x="133" y="121"/>
                  </a:cubicBezTo>
                  <a:cubicBezTo>
                    <a:pt x="134" y="119"/>
                    <a:pt x="133" y="117"/>
                    <a:pt x="134" y="115"/>
                  </a:cubicBezTo>
                  <a:cubicBezTo>
                    <a:pt x="135" y="113"/>
                    <a:pt x="136" y="111"/>
                    <a:pt x="137" y="109"/>
                  </a:cubicBezTo>
                  <a:cubicBezTo>
                    <a:pt x="141" y="102"/>
                    <a:pt x="146" y="97"/>
                    <a:pt x="146" y="89"/>
                  </a:cubicBezTo>
                  <a:cubicBezTo>
                    <a:pt x="146" y="89"/>
                    <a:pt x="146" y="89"/>
                    <a:pt x="146" y="89"/>
                  </a:cubicBezTo>
                  <a:cubicBezTo>
                    <a:pt x="140" y="84"/>
                    <a:pt x="137" y="82"/>
                    <a:pt x="131" y="78"/>
                  </a:cubicBezTo>
                  <a:cubicBezTo>
                    <a:pt x="129" y="77"/>
                    <a:pt x="128" y="75"/>
                    <a:pt x="126" y="74"/>
                  </a:cubicBezTo>
                  <a:cubicBezTo>
                    <a:pt x="122" y="73"/>
                    <a:pt x="119" y="73"/>
                    <a:pt x="115" y="72"/>
                  </a:cubicBezTo>
                  <a:cubicBezTo>
                    <a:pt x="111" y="71"/>
                    <a:pt x="109" y="71"/>
                    <a:pt x="105" y="69"/>
                  </a:cubicBezTo>
                  <a:cubicBezTo>
                    <a:pt x="104" y="68"/>
                    <a:pt x="101" y="67"/>
                    <a:pt x="101" y="65"/>
                  </a:cubicBezTo>
                  <a:cubicBezTo>
                    <a:pt x="101" y="60"/>
                    <a:pt x="104" y="58"/>
                    <a:pt x="105" y="52"/>
                  </a:cubicBezTo>
                  <a:cubicBezTo>
                    <a:pt x="105" y="49"/>
                    <a:pt x="104" y="47"/>
                    <a:pt x="104" y="44"/>
                  </a:cubicBezTo>
                  <a:cubicBezTo>
                    <a:pt x="105" y="38"/>
                    <a:pt x="107" y="35"/>
                    <a:pt x="110" y="30"/>
                  </a:cubicBezTo>
                  <a:cubicBezTo>
                    <a:pt x="112" y="27"/>
                    <a:pt x="114" y="25"/>
                    <a:pt x="114" y="21"/>
                  </a:cubicBezTo>
                  <a:cubicBezTo>
                    <a:pt x="114" y="19"/>
                    <a:pt x="112" y="18"/>
                    <a:pt x="111" y="16"/>
                  </a:cubicBezTo>
                  <a:cubicBezTo>
                    <a:pt x="110" y="14"/>
                    <a:pt x="109" y="12"/>
                    <a:pt x="107" y="10"/>
                  </a:cubicBezTo>
                  <a:cubicBezTo>
                    <a:pt x="104" y="7"/>
                    <a:pt x="104" y="5"/>
                    <a:pt x="103" y="0"/>
                  </a:cubicBezTo>
                  <a:cubicBezTo>
                    <a:pt x="100" y="4"/>
                    <a:pt x="100" y="8"/>
                    <a:pt x="96" y="11"/>
                  </a:cubicBezTo>
                  <a:cubicBezTo>
                    <a:pt x="94" y="13"/>
                    <a:pt x="91" y="14"/>
                    <a:pt x="88" y="16"/>
                  </a:cubicBezTo>
                  <a:cubicBezTo>
                    <a:pt x="87" y="17"/>
                    <a:pt x="86" y="19"/>
                    <a:pt x="84" y="20"/>
                  </a:cubicBezTo>
                  <a:cubicBezTo>
                    <a:pt x="80" y="23"/>
                    <a:pt x="78" y="26"/>
                    <a:pt x="75" y="31"/>
                  </a:cubicBezTo>
                  <a:cubicBezTo>
                    <a:pt x="72" y="37"/>
                    <a:pt x="72" y="42"/>
                    <a:pt x="71" y="50"/>
                  </a:cubicBezTo>
                  <a:cubicBezTo>
                    <a:pt x="70" y="58"/>
                    <a:pt x="64" y="61"/>
                    <a:pt x="64" y="69"/>
                  </a:cubicBezTo>
                  <a:cubicBezTo>
                    <a:pt x="64" y="77"/>
                    <a:pt x="66" y="81"/>
                    <a:pt x="66" y="88"/>
                  </a:cubicBezTo>
                  <a:cubicBezTo>
                    <a:pt x="66" y="94"/>
                    <a:pt x="66" y="99"/>
                    <a:pt x="62" y="103"/>
                  </a:cubicBezTo>
                  <a:cubicBezTo>
                    <a:pt x="60" y="106"/>
                    <a:pt x="56" y="105"/>
                    <a:pt x="52" y="105"/>
                  </a:cubicBezTo>
                  <a:cubicBezTo>
                    <a:pt x="50" y="106"/>
                    <a:pt x="49" y="106"/>
                    <a:pt x="46" y="106"/>
                  </a:cubicBezTo>
                  <a:cubicBezTo>
                    <a:pt x="34" y="108"/>
                    <a:pt x="28" y="111"/>
                    <a:pt x="16" y="112"/>
                  </a:cubicBezTo>
                  <a:cubicBezTo>
                    <a:pt x="14" y="112"/>
                    <a:pt x="13" y="113"/>
                    <a:pt x="11" y="113"/>
                  </a:cubicBezTo>
                  <a:cubicBezTo>
                    <a:pt x="7" y="113"/>
                    <a:pt x="4" y="113"/>
                    <a:pt x="0" y="1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27"/>
            <p:cNvSpPr>
              <a:spLocks/>
            </p:cNvSpPr>
            <p:nvPr/>
          </p:nvSpPr>
          <p:spPr bwMode="auto">
            <a:xfrm>
              <a:off x="3632201" y="2241550"/>
              <a:ext cx="1317625" cy="1060450"/>
            </a:xfrm>
            <a:custGeom>
              <a:avLst/>
              <a:gdLst/>
              <a:ahLst/>
              <a:cxnLst>
                <a:cxn ang="0">
                  <a:pos x="438" y="554"/>
                </a:cxn>
                <a:cxn ang="0">
                  <a:pos x="453" y="513"/>
                </a:cxn>
                <a:cxn ang="0">
                  <a:pos x="476" y="507"/>
                </a:cxn>
                <a:cxn ang="0">
                  <a:pos x="529" y="548"/>
                </a:cxn>
                <a:cxn ang="0">
                  <a:pos x="542" y="590"/>
                </a:cxn>
                <a:cxn ang="0">
                  <a:pos x="590" y="586"/>
                </a:cxn>
                <a:cxn ang="0">
                  <a:pos x="610" y="566"/>
                </a:cxn>
                <a:cxn ang="0">
                  <a:pos x="635" y="541"/>
                </a:cxn>
                <a:cxn ang="0">
                  <a:pos x="638" y="499"/>
                </a:cxn>
                <a:cxn ang="0">
                  <a:pos x="644" y="459"/>
                </a:cxn>
                <a:cxn ang="0">
                  <a:pos x="666" y="467"/>
                </a:cxn>
                <a:cxn ang="0">
                  <a:pos x="691" y="444"/>
                </a:cxn>
                <a:cxn ang="0">
                  <a:pos x="728" y="440"/>
                </a:cxn>
                <a:cxn ang="0">
                  <a:pos x="727" y="385"/>
                </a:cxn>
                <a:cxn ang="0">
                  <a:pos x="691" y="359"/>
                </a:cxn>
                <a:cxn ang="0">
                  <a:pos x="667" y="340"/>
                </a:cxn>
                <a:cxn ang="0">
                  <a:pos x="634" y="367"/>
                </a:cxn>
                <a:cxn ang="0">
                  <a:pos x="652" y="402"/>
                </a:cxn>
                <a:cxn ang="0">
                  <a:pos x="626" y="446"/>
                </a:cxn>
                <a:cxn ang="0">
                  <a:pos x="584" y="419"/>
                </a:cxn>
                <a:cxn ang="0">
                  <a:pos x="577" y="366"/>
                </a:cxn>
                <a:cxn ang="0">
                  <a:pos x="544" y="330"/>
                </a:cxn>
                <a:cxn ang="0">
                  <a:pos x="510" y="310"/>
                </a:cxn>
                <a:cxn ang="0">
                  <a:pos x="489" y="287"/>
                </a:cxn>
                <a:cxn ang="0">
                  <a:pos x="515" y="250"/>
                </a:cxn>
                <a:cxn ang="0">
                  <a:pos x="520" y="210"/>
                </a:cxn>
                <a:cxn ang="0">
                  <a:pos x="477" y="219"/>
                </a:cxn>
                <a:cxn ang="0">
                  <a:pos x="432" y="232"/>
                </a:cxn>
                <a:cxn ang="0">
                  <a:pos x="387" y="230"/>
                </a:cxn>
                <a:cxn ang="0">
                  <a:pos x="360" y="203"/>
                </a:cxn>
                <a:cxn ang="0">
                  <a:pos x="315" y="171"/>
                </a:cxn>
                <a:cxn ang="0">
                  <a:pos x="334" y="119"/>
                </a:cxn>
                <a:cxn ang="0">
                  <a:pos x="304" y="120"/>
                </a:cxn>
                <a:cxn ang="0">
                  <a:pos x="261" y="141"/>
                </a:cxn>
                <a:cxn ang="0">
                  <a:pos x="235" y="97"/>
                </a:cxn>
                <a:cxn ang="0">
                  <a:pos x="231" y="67"/>
                </a:cxn>
                <a:cxn ang="0">
                  <a:pos x="206" y="0"/>
                </a:cxn>
                <a:cxn ang="0">
                  <a:pos x="166" y="0"/>
                </a:cxn>
                <a:cxn ang="0">
                  <a:pos x="145" y="52"/>
                </a:cxn>
                <a:cxn ang="0">
                  <a:pos x="107" y="64"/>
                </a:cxn>
                <a:cxn ang="0">
                  <a:pos x="59" y="101"/>
                </a:cxn>
                <a:cxn ang="0">
                  <a:pos x="18" y="147"/>
                </a:cxn>
                <a:cxn ang="0">
                  <a:pos x="6" y="203"/>
                </a:cxn>
                <a:cxn ang="0">
                  <a:pos x="20" y="220"/>
                </a:cxn>
                <a:cxn ang="0">
                  <a:pos x="84" y="213"/>
                </a:cxn>
                <a:cxn ang="0">
                  <a:pos x="131" y="233"/>
                </a:cxn>
                <a:cxn ang="0">
                  <a:pos x="174" y="262"/>
                </a:cxn>
                <a:cxn ang="0">
                  <a:pos x="194" y="250"/>
                </a:cxn>
                <a:cxn ang="0">
                  <a:pos x="211" y="220"/>
                </a:cxn>
                <a:cxn ang="0">
                  <a:pos x="247" y="241"/>
                </a:cxn>
                <a:cxn ang="0">
                  <a:pos x="286" y="230"/>
                </a:cxn>
                <a:cxn ang="0">
                  <a:pos x="330" y="270"/>
                </a:cxn>
                <a:cxn ang="0">
                  <a:pos x="374" y="291"/>
                </a:cxn>
                <a:cxn ang="0">
                  <a:pos x="426" y="309"/>
                </a:cxn>
                <a:cxn ang="0">
                  <a:pos x="451" y="339"/>
                </a:cxn>
                <a:cxn ang="0">
                  <a:pos x="458" y="413"/>
                </a:cxn>
                <a:cxn ang="0">
                  <a:pos x="444" y="438"/>
                </a:cxn>
                <a:cxn ang="0">
                  <a:pos x="421" y="476"/>
                </a:cxn>
                <a:cxn ang="0">
                  <a:pos x="429" y="507"/>
                </a:cxn>
                <a:cxn ang="0">
                  <a:pos x="390" y="504"/>
                </a:cxn>
                <a:cxn ang="0">
                  <a:pos x="382" y="520"/>
                </a:cxn>
                <a:cxn ang="0">
                  <a:pos x="409" y="553"/>
                </a:cxn>
              </a:cxnLst>
              <a:rect l="0" t="0" r="r" b="b"/>
              <a:pathLst>
                <a:path w="736" h="592">
                  <a:moveTo>
                    <a:pt x="414" y="566"/>
                  </a:moveTo>
                  <a:cubicBezTo>
                    <a:pt x="415" y="566"/>
                    <a:pt x="416" y="568"/>
                    <a:pt x="417" y="568"/>
                  </a:cubicBezTo>
                  <a:cubicBezTo>
                    <a:pt x="418" y="568"/>
                    <a:pt x="419" y="567"/>
                    <a:pt x="421" y="567"/>
                  </a:cubicBezTo>
                  <a:cubicBezTo>
                    <a:pt x="425" y="566"/>
                    <a:pt x="428" y="564"/>
                    <a:pt x="431" y="561"/>
                  </a:cubicBezTo>
                  <a:cubicBezTo>
                    <a:pt x="433" y="558"/>
                    <a:pt x="435" y="557"/>
                    <a:pt x="438" y="554"/>
                  </a:cubicBezTo>
                  <a:cubicBezTo>
                    <a:pt x="440" y="553"/>
                    <a:pt x="443" y="552"/>
                    <a:pt x="443" y="549"/>
                  </a:cubicBezTo>
                  <a:cubicBezTo>
                    <a:pt x="443" y="546"/>
                    <a:pt x="440" y="545"/>
                    <a:pt x="439" y="543"/>
                  </a:cubicBezTo>
                  <a:cubicBezTo>
                    <a:pt x="438" y="540"/>
                    <a:pt x="437" y="538"/>
                    <a:pt x="436" y="535"/>
                  </a:cubicBezTo>
                  <a:cubicBezTo>
                    <a:pt x="435" y="530"/>
                    <a:pt x="436" y="527"/>
                    <a:pt x="435" y="522"/>
                  </a:cubicBezTo>
                  <a:cubicBezTo>
                    <a:pt x="441" y="517"/>
                    <a:pt x="445" y="514"/>
                    <a:pt x="453" y="513"/>
                  </a:cubicBezTo>
                  <a:cubicBezTo>
                    <a:pt x="455" y="513"/>
                    <a:pt x="457" y="513"/>
                    <a:pt x="459" y="511"/>
                  </a:cubicBezTo>
                  <a:cubicBezTo>
                    <a:pt x="461" y="509"/>
                    <a:pt x="461" y="506"/>
                    <a:pt x="464" y="504"/>
                  </a:cubicBezTo>
                  <a:cubicBezTo>
                    <a:pt x="465" y="504"/>
                    <a:pt x="465" y="503"/>
                    <a:pt x="466" y="503"/>
                  </a:cubicBezTo>
                  <a:cubicBezTo>
                    <a:pt x="468" y="503"/>
                    <a:pt x="470" y="504"/>
                    <a:pt x="472" y="505"/>
                  </a:cubicBezTo>
                  <a:cubicBezTo>
                    <a:pt x="473" y="506"/>
                    <a:pt x="475" y="506"/>
                    <a:pt x="476" y="507"/>
                  </a:cubicBezTo>
                  <a:cubicBezTo>
                    <a:pt x="479" y="510"/>
                    <a:pt x="478" y="514"/>
                    <a:pt x="479" y="518"/>
                  </a:cubicBezTo>
                  <a:cubicBezTo>
                    <a:pt x="481" y="523"/>
                    <a:pt x="482" y="526"/>
                    <a:pt x="482" y="531"/>
                  </a:cubicBezTo>
                  <a:cubicBezTo>
                    <a:pt x="492" y="531"/>
                    <a:pt x="498" y="534"/>
                    <a:pt x="508" y="535"/>
                  </a:cubicBezTo>
                  <a:cubicBezTo>
                    <a:pt x="513" y="535"/>
                    <a:pt x="516" y="535"/>
                    <a:pt x="520" y="537"/>
                  </a:cubicBezTo>
                  <a:cubicBezTo>
                    <a:pt x="525" y="540"/>
                    <a:pt x="525" y="545"/>
                    <a:pt x="529" y="548"/>
                  </a:cubicBezTo>
                  <a:cubicBezTo>
                    <a:pt x="531" y="551"/>
                    <a:pt x="533" y="553"/>
                    <a:pt x="534" y="556"/>
                  </a:cubicBezTo>
                  <a:cubicBezTo>
                    <a:pt x="534" y="557"/>
                    <a:pt x="534" y="559"/>
                    <a:pt x="534" y="560"/>
                  </a:cubicBezTo>
                  <a:cubicBezTo>
                    <a:pt x="535" y="565"/>
                    <a:pt x="536" y="567"/>
                    <a:pt x="536" y="572"/>
                  </a:cubicBezTo>
                  <a:cubicBezTo>
                    <a:pt x="536" y="576"/>
                    <a:pt x="538" y="578"/>
                    <a:pt x="539" y="582"/>
                  </a:cubicBezTo>
                  <a:cubicBezTo>
                    <a:pt x="541" y="585"/>
                    <a:pt x="541" y="587"/>
                    <a:pt x="542" y="590"/>
                  </a:cubicBezTo>
                  <a:cubicBezTo>
                    <a:pt x="543" y="592"/>
                    <a:pt x="545" y="592"/>
                    <a:pt x="548" y="592"/>
                  </a:cubicBezTo>
                  <a:cubicBezTo>
                    <a:pt x="552" y="592"/>
                    <a:pt x="554" y="591"/>
                    <a:pt x="558" y="590"/>
                  </a:cubicBezTo>
                  <a:cubicBezTo>
                    <a:pt x="563" y="590"/>
                    <a:pt x="567" y="590"/>
                    <a:pt x="572" y="589"/>
                  </a:cubicBezTo>
                  <a:cubicBezTo>
                    <a:pt x="576" y="589"/>
                    <a:pt x="578" y="588"/>
                    <a:pt x="582" y="587"/>
                  </a:cubicBezTo>
                  <a:cubicBezTo>
                    <a:pt x="585" y="587"/>
                    <a:pt x="587" y="587"/>
                    <a:pt x="590" y="586"/>
                  </a:cubicBezTo>
                  <a:cubicBezTo>
                    <a:pt x="590" y="586"/>
                    <a:pt x="590" y="586"/>
                    <a:pt x="590" y="586"/>
                  </a:cubicBezTo>
                  <a:cubicBezTo>
                    <a:pt x="591" y="583"/>
                    <a:pt x="593" y="580"/>
                    <a:pt x="596" y="579"/>
                  </a:cubicBezTo>
                  <a:cubicBezTo>
                    <a:pt x="598" y="578"/>
                    <a:pt x="600" y="578"/>
                    <a:pt x="602" y="577"/>
                  </a:cubicBezTo>
                  <a:cubicBezTo>
                    <a:pt x="604" y="577"/>
                    <a:pt x="605" y="577"/>
                    <a:pt x="606" y="576"/>
                  </a:cubicBezTo>
                  <a:cubicBezTo>
                    <a:pt x="609" y="573"/>
                    <a:pt x="610" y="570"/>
                    <a:pt x="610" y="566"/>
                  </a:cubicBezTo>
                  <a:cubicBezTo>
                    <a:pt x="610" y="556"/>
                    <a:pt x="610" y="556"/>
                    <a:pt x="610" y="556"/>
                  </a:cubicBezTo>
                  <a:cubicBezTo>
                    <a:pt x="610" y="552"/>
                    <a:pt x="611" y="550"/>
                    <a:pt x="612" y="546"/>
                  </a:cubicBezTo>
                  <a:cubicBezTo>
                    <a:pt x="612" y="544"/>
                    <a:pt x="612" y="542"/>
                    <a:pt x="613" y="540"/>
                  </a:cubicBezTo>
                  <a:cubicBezTo>
                    <a:pt x="614" y="539"/>
                    <a:pt x="616" y="539"/>
                    <a:pt x="617" y="539"/>
                  </a:cubicBezTo>
                  <a:cubicBezTo>
                    <a:pt x="624" y="539"/>
                    <a:pt x="628" y="541"/>
                    <a:pt x="635" y="541"/>
                  </a:cubicBezTo>
                  <a:cubicBezTo>
                    <a:pt x="635" y="540"/>
                    <a:pt x="634" y="539"/>
                    <a:pt x="634" y="537"/>
                  </a:cubicBezTo>
                  <a:cubicBezTo>
                    <a:pt x="633" y="534"/>
                    <a:pt x="634" y="531"/>
                    <a:pt x="634" y="528"/>
                  </a:cubicBezTo>
                  <a:cubicBezTo>
                    <a:pt x="634" y="522"/>
                    <a:pt x="633" y="519"/>
                    <a:pt x="635" y="514"/>
                  </a:cubicBezTo>
                  <a:cubicBezTo>
                    <a:pt x="636" y="510"/>
                    <a:pt x="640" y="509"/>
                    <a:pt x="640" y="505"/>
                  </a:cubicBezTo>
                  <a:cubicBezTo>
                    <a:pt x="640" y="503"/>
                    <a:pt x="639" y="502"/>
                    <a:pt x="638" y="499"/>
                  </a:cubicBezTo>
                  <a:cubicBezTo>
                    <a:pt x="636" y="496"/>
                    <a:pt x="635" y="493"/>
                    <a:pt x="635" y="489"/>
                  </a:cubicBezTo>
                  <a:cubicBezTo>
                    <a:pt x="635" y="468"/>
                    <a:pt x="635" y="468"/>
                    <a:pt x="635" y="468"/>
                  </a:cubicBezTo>
                  <a:cubicBezTo>
                    <a:pt x="635" y="465"/>
                    <a:pt x="634" y="463"/>
                    <a:pt x="636" y="461"/>
                  </a:cubicBezTo>
                  <a:cubicBezTo>
                    <a:pt x="637" y="460"/>
                    <a:pt x="639" y="461"/>
                    <a:pt x="640" y="460"/>
                  </a:cubicBezTo>
                  <a:cubicBezTo>
                    <a:pt x="642" y="460"/>
                    <a:pt x="643" y="459"/>
                    <a:pt x="644" y="459"/>
                  </a:cubicBezTo>
                  <a:cubicBezTo>
                    <a:pt x="645" y="459"/>
                    <a:pt x="646" y="459"/>
                    <a:pt x="646" y="459"/>
                  </a:cubicBezTo>
                  <a:cubicBezTo>
                    <a:pt x="650" y="459"/>
                    <a:pt x="651" y="457"/>
                    <a:pt x="654" y="457"/>
                  </a:cubicBezTo>
                  <a:cubicBezTo>
                    <a:pt x="656" y="457"/>
                    <a:pt x="656" y="459"/>
                    <a:pt x="657" y="460"/>
                  </a:cubicBezTo>
                  <a:cubicBezTo>
                    <a:pt x="658" y="462"/>
                    <a:pt x="659" y="463"/>
                    <a:pt x="660" y="464"/>
                  </a:cubicBezTo>
                  <a:cubicBezTo>
                    <a:pt x="661" y="467"/>
                    <a:pt x="664" y="467"/>
                    <a:pt x="666" y="467"/>
                  </a:cubicBezTo>
                  <a:cubicBezTo>
                    <a:pt x="670" y="467"/>
                    <a:pt x="672" y="465"/>
                    <a:pt x="676" y="464"/>
                  </a:cubicBezTo>
                  <a:cubicBezTo>
                    <a:pt x="679" y="464"/>
                    <a:pt x="680" y="464"/>
                    <a:pt x="682" y="464"/>
                  </a:cubicBezTo>
                  <a:cubicBezTo>
                    <a:pt x="686" y="465"/>
                    <a:pt x="688" y="464"/>
                    <a:pt x="692" y="464"/>
                  </a:cubicBezTo>
                  <a:cubicBezTo>
                    <a:pt x="692" y="459"/>
                    <a:pt x="691" y="456"/>
                    <a:pt x="691" y="451"/>
                  </a:cubicBezTo>
                  <a:cubicBezTo>
                    <a:pt x="691" y="444"/>
                    <a:pt x="691" y="444"/>
                    <a:pt x="691" y="444"/>
                  </a:cubicBezTo>
                  <a:cubicBezTo>
                    <a:pt x="695" y="444"/>
                    <a:pt x="698" y="445"/>
                    <a:pt x="703" y="445"/>
                  </a:cubicBezTo>
                  <a:cubicBezTo>
                    <a:pt x="705" y="446"/>
                    <a:pt x="707" y="445"/>
                    <a:pt x="709" y="445"/>
                  </a:cubicBezTo>
                  <a:cubicBezTo>
                    <a:pt x="712" y="446"/>
                    <a:pt x="714" y="447"/>
                    <a:pt x="716" y="447"/>
                  </a:cubicBezTo>
                  <a:cubicBezTo>
                    <a:pt x="719" y="447"/>
                    <a:pt x="720" y="446"/>
                    <a:pt x="722" y="445"/>
                  </a:cubicBezTo>
                  <a:cubicBezTo>
                    <a:pt x="725" y="444"/>
                    <a:pt x="727" y="443"/>
                    <a:pt x="728" y="440"/>
                  </a:cubicBezTo>
                  <a:cubicBezTo>
                    <a:pt x="730" y="436"/>
                    <a:pt x="730" y="432"/>
                    <a:pt x="731" y="427"/>
                  </a:cubicBezTo>
                  <a:cubicBezTo>
                    <a:pt x="733" y="420"/>
                    <a:pt x="734" y="416"/>
                    <a:pt x="735" y="408"/>
                  </a:cubicBezTo>
                  <a:cubicBezTo>
                    <a:pt x="735" y="407"/>
                    <a:pt x="736" y="406"/>
                    <a:pt x="736" y="404"/>
                  </a:cubicBezTo>
                  <a:cubicBezTo>
                    <a:pt x="736" y="386"/>
                    <a:pt x="736" y="386"/>
                    <a:pt x="736" y="386"/>
                  </a:cubicBezTo>
                  <a:cubicBezTo>
                    <a:pt x="732" y="386"/>
                    <a:pt x="730" y="386"/>
                    <a:pt x="727" y="385"/>
                  </a:cubicBezTo>
                  <a:cubicBezTo>
                    <a:pt x="725" y="385"/>
                    <a:pt x="725" y="383"/>
                    <a:pt x="723" y="382"/>
                  </a:cubicBezTo>
                  <a:cubicBezTo>
                    <a:pt x="717" y="380"/>
                    <a:pt x="714" y="379"/>
                    <a:pt x="708" y="376"/>
                  </a:cubicBezTo>
                  <a:cubicBezTo>
                    <a:pt x="705" y="373"/>
                    <a:pt x="705" y="371"/>
                    <a:pt x="702" y="368"/>
                  </a:cubicBezTo>
                  <a:cubicBezTo>
                    <a:pt x="699" y="366"/>
                    <a:pt x="696" y="366"/>
                    <a:pt x="694" y="363"/>
                  </a:cubicBezTo>
                  <a:cubicBezTo>
                    <a:pt x="693" y="362"/>
                    <a:pt x="693" y="360"/>
                    <a:pt x="691" y="359"/>
                  </a:cubicBezTo>
                  <a:cubicBezTo>
                    <a:pt x="689" y="358"/>
                    <a:pt x="688" y="358"/>
                    <a:pt x="685" y="358"/>
                  </a:cubicBezTo>
                  <a:cubicBezTo>
                    <a:pt x="682" y="357"/>
                    <a:pt x="680" y="357"/>
                    <a:pt x="677" y="355"/>
                  </a:cubicBezTo>
                  <a:cubicBezTo>
                    <a:pt x="674" y="354"/>
                    <a:pt x="672" y="355"/>
                    <a:pt x="669" y="352"/>
                  </a:cubicBezTo>
                  <a:cubicBezTo>
                    <a:pt x="668" y="351"/>
                    <a:pt x="668" y="350"/>
                    <a:pt x="668" y="348"/>
                  </a:cubicBezTo>
                  <a:cubicBezTo>
                    <a:pt x="667" y="345"/>
                    <a:pt x="667" y="343"/>
                    <a:pt x="667" y="340"/>
                  </a:cubicBezTo>
                  <a:cubicBezTo>
                    <a:pt x="667" y="340"/>
                    <a:pt x="667" y="340"/>
                    <a:pt x="667" y="340"/>
                  </a:cubicBezTo>
                  <a:cubicBezTo>
                    <a:pt x="656" y="340"/>
                    <a:pt x="649" y="342"/>
                    <a:pt x="639" y="340"/>
                  </a:cubicBezTo>
                  <a:cubicBezTo>
                    <a:pt x="638" y="347"/>
                    <a:pt x="638" y="350"/>
                    <a:pt x="637" y="357"/>
                  </a:cubicBezTo>
                  <a:cubicBezTo>
                    <a:pt x="636" y="360"/>
                    <a:pt x="635" y="362"/>
                    <a:pt x="634" y="365"/>
                  </a:cubicBezTo>
                  <a:cubicBezTo>
                    <a:pt x="634" y="366"/>
                    <a:pt x="634" y="367"/>
                    <a:pt x="634" y="367"/>
                  </a:cubicBezTo>
                  <a:cubicBezTo>
                    <a:pt x="633" y="370"/>
                    <a:pt x="629" y="370"/>
                    <a:pt x="629" y="373"/>
                  </a:cubicBezTo>
                  <a:cubicBezTo>
                    <a:pt x="629" y="376"/>
                    <a:pt x="631" y="377"/>
                    <a:pt x="632" y="379"/>
                  </a:cubicBezTo>
                  <a:cubicBezTo>
                    <a:pt x="635" y="382"/>
                    <a:pt x="636" y="385"/>
                    <a:pt x="639" y="387"/>
                  </a:cubicBezTo>
                  <a:cubicBezTo>
                    <a:pt x="642" y="390"/>
                    <a:pt x="642" y="393"/>
                    <a:pt x="645" y="395"/>
                  </a:cubicBezTo>
                  <a:cubicBezTo>
                    <a:pt x="648" y="398"/>
                    <a:pt x="652" y="398"/>
                    <a:pt x="652" y="402"/>
                  </a:cubicBezTo>
                  <a:cubicBezTo>
                    <a:pt x="652" y="407"/>
                    <a:pt x="648" y="409"/>
                    <a:pt x="646" y="414"/>
                  </a:cubicBezTo>
                  <a:cubicBezTo>
                    <a:pt x="643" y="419"/>
                    <a:pt x="643" y="425"/>
                    <a:pt x="638" y="426"/>
                  </a:cubicBezTo>
                  <a:cubicBezTo>
                    <a:pt x="635" y="426"/>
                    <a:pt x="632" y="426"/>
                    <a:pt x="630" y="428"/>
                  </a:cubicBezTo>
                  <a:cubicBezTo>
                    <a:pt x="629" y="429"/>
                    <a:pt x="629" y="430"/>
                    <a:pt x="628" y="432"/>
                  </a:cubicBezTo>
                  <a:cubicBezTo>
                    <a:pt x="627" y="437"/>
                    <a:pt x="628" y="441"/>
                    <a:pt x="626" y="446"/>
                  </a:cubicBezTo>
                  <a:cubicBezTo>
                    <a:pt x="625" y="449"/>
                    <a:pt x="621" y="450"/>
                    <a:pt x="618" y="449"/>
                  </a:cubicBezTo>
                  <a:cubicBezTo>
                    <a:pt x="616" y="449"/>
                    <a:pt x="616" y="447"/>
                    <a:pt x="614" y="446"/>
                  </a:cubicBezTo>
                  <a:cubicBezTo>
                    <a:pt x="609" y="444"/>
                    <a:pt x="605" y="441"/>
                    <a:pt x="601" y="437"/>
                  </a:cubicBezTo>
                  <a:cubicBezTo>
                    <a:pt x="597" y="433"/>
                    <a:pt x="594" y="431"/>
                    <a:pt x="590" y="427"/>
                  </a:cubicBezTo>
                  <a:cubicBezTo>
                    <a:pt x="588" y="424"/>
                    <a:pt x="586" y="422"/>
                    <a:pt x="584" y="419"/>
                  </a:cubicBezTo>
                  <a:cubicBezTo>
                    <a:pt x="582" y="417"/>
                    <a:pt x="580" y="415"/>
                    <a:pt x="580" y="412"/>
                  </a:cubicBezTo>
                  <a:cubicBezTo>
                    <a:pt x="580" y="406"/>
                    <a:pt x="585" y="402"/>
                    <a:pt x="585" y="395"/>
                  </a:cubicBezTo>
                  <a:cubicBezTo>
                    <a:pt x="585" y="390"/>
                    <a:pt x="584" y="387"/>
                    <a:pt x="584" y="381"/>
                  </a:cubicBezTo>
                  <a:cubicBezTo>
                    <a:pt x="583" y="377"/>
                    <a:pt x="583" y="373"/>
                    <a:pt x="580" y="369"/>
                  </a:cubicBezTo>
                  <a:cubicBezTo>
                    <a:pt x="579" y="368"/>
                    <a:pt x="577" y="368"/>
                    <a:pt x="577" y="366"/>
                  </a:cubicBezTo>
                  <a:cubicBezTo>
                    <a:pt x="577" y="363"/>
                    <a:pt x="581" y="363"/>
                    <a:pt x="581" y="359"/>
                  </a:cubicBezTo>
                  <a:cubicBezTo>
                    <a:pt x="581" y="355"/>
                    <a:pt x="577" y="353"/>
                    <a:pt x="575" y="349"/>
                  </a:cubicBezTo>
                  <a:cubicBezTo>
                    <a:pt x="571" y="344"/>
                    <a:pt x="568" y="341"/>
                    <a:pt x="562" y="339"/>
                  </a:cubicBezTo>
                  <a:cubicBezTo>
                    <a:pt x="557" y="337"/>
                    <a:pt x="554" y="336"/>
                    <a:pt x="549" y="335"/>
                  </a:cubicBezTo>
                  <a:cubicBezTo>
                    <a:pt x="547" y="334"/>
                    <a:pt x="546" y="332"/>
                    <a:pt x="544" y="330"/>
                  </a:cubicBezTo>
                  <a:cubicBezTo>
                    <a:pt x="542" y="327"/>
                    <a:pt x="540" y="325"/>
                    <a:pt x="538" y="322"/>
                  </a:cubicBezTo>
                  <a:cubicBezTo>
                    <a:pt x="538" y="322"/>
                    <a:pt x="538" y="322"/>
                    <a:pt x="538" y="322"/>
                  </a:cubicBezTo>
                  <a:cubicBezTo>
                    <a:pt x="532" y="322"/>
                    <a:pt x="526" y="323"/>
                    <a:pt x="521" y="321"/>
                  </a:cubicBezTo>
                  <a:cubicBezTo>
                    <a:pt x="518" y="320"/>
                    <a:pt x="519" y="317"/>
                    <a:pt x="517" y="315"/>
                  </a:cubicBezTo>
                  <a:cubicBezTo>
                    <a:pt x="516" y="312"/>
                    <a:pt x="513" y="311"/>
                    <a:pt x="510" y="310"/>
                  </a:cubicBezTo>
                  <a:cubicBezTo>
                    <a:pt x="507" y="310"/>
                    <a:pt x="505" y="310"/>
                    <a:pt x="501" y="309"/>
                  </a:cubicBezTo>
                  <a:cubicBezTo>
                    <a:pt x="498" y="309"/>
                    <a:pt x="496" y="309"/>
                    <a:pt x="493" y="307"/>
                  </a:cubicBezTo>
                  <a:cubicBezTo>
                    <a:pt x="491" y="306"/>
                    <a:pt x="491" y="304"/>
                    <a:pt x="490" y="301"/>
                  </a:cubicBezTo>
                  <a:cubicBezTo>
                    <a:pt x="489" y="298"/>
                    <a:pt x="487" y="296"/>
                    <a:pt x="487" y="293"/>
                  </a:cubicBezTo>
                  <a:cubicBezTo>
                    <a:pt x="487" y="291"/>
                    <a:pt x="488" y="289"/>
                    <a:pt x="489" y="287"/>
                  </a:cubicBezTo>
                  <a:cubicBezTo>
                    <a:pt x="491" y="284"/>
                    <a:pt x="493" y="283"/>
                    <a:pt x="493" y="279"/>
                  </a:cubicBezTo>
                  <a:cubicBezTo>
                    <a:pt x="493" y="277"/>
                    <a:pt x="493" y="275"/>
                    <a:pt x="491" y="273"/>
                  </a:cubicBezTo>
                  <a:cubicBezTo>
                    <a:pt x="491" y="273"/>
                    <a:pt x="489" y="273"/>
                    <a:pt x="489" y="272"/>
                  </a:cubicBezTo>
                  <a:cubicBezTo>
                    <a:pt x="489" y="266"/>
                    <a:pt x="496" y="266"/>
                    <a:pt x="500" y="263"/>
                  </a:cubicBezTo>
                  <a:cubicBezTo>
                    <a:pt x="506" y="258"/>
                    <a:pt x="511" y="256"/>
                    <a:pt x="515" y="250"/>
                  </a:cubicBezTo>
                  <a:cubicBezTo>
                    <a:pt x="518" y="247"/>
                    <a:pt x="520" y="244"/>
                    <a:pt x="522" y="240"/>
                  </a:cubicBezTo>
                  <a:cubicBezTo>
                    <a:pt x="523" y="237"/>
                    <a:pt x="522" y="235"/>
                    <a:pt x="523" y="232"/>
                  </a:cubicBezTo>
                  <a:cubicBezTo>
                    <a:pt x="523" y="228"/>
                    <a:pt x="524" y="226"/>
                    <a:pt x="524" y="222"/>
                  </a:cubicBezTo>
                  <a:cubicBezTo>
                    <a:pt x="524" y="218"/>
                    <a:pt x="524" y="215"/>
                    <a:pt x="522" y="212"/>
                  </a:cubicBezTo>
                  <a:cubicBezTo>
                    <a:pt x="522" y="211"/>
                    <a:pt x="521" y="211"/>
                    <a:pt x="520" y="210"/>
                  </a:cubicBezTo>
                  <a:cubicBezTo>
                    <a:pt x="518" y="209"/>
                    <a:pt x="516" y="208"/>
                    <a:pt x="513" y="208"/>
                  </a:cubicBezTo>
                  <a:cubicBezTo>
                    <a:pt x="507" y="208"/>
                    <a:pt x="503" y="210"/>
                    <a:pt x="497" y="211"/>
                  </a:cubicBezTo>
                  <a:cubicBezTo>
                    <a:pt x="495" y="211"/>
                    <a:pt x="494" y="211"/>
                    <a:pt x="492" y="211"/>
                  </a:cubicBezTo>
                  <a:cubicBezTo>
                    <a:pt x="488" y="213"/>
                    <a:pt x="486" y="215"/>
                    <a:pt x="482" y="217"/>
                  </a:cubicBezTo>
                  <a:cubicBezTo>
                    <a:pt x="481" y="218"/>
                    <a:pt x="479" y="218"/>
                    <a:pt x="477" y="219"/>
                  </a:cubicBezTo>
                  <a:cubicBezTo>
                    <a:pt x="474" y="222"/>
                    <a:pt x="472" y="225"/>
                    <a:pt x="468" y="225"/>
                  </a:cubicBezTo>
                  <a:cubicBezTo>
                    <a:pt x="463" y="225"/>
                    <a:pt x="461" y="221"/>
                    <a:pt x="456" y="221"/>
                  </a:cubicBezTo>
                  <a:cubicBezTo>
                    <a:pt x="450" y="221"/>
                    <a:pt x="447" y="222"/>
                    <a:pt x="442" y="224"/>
                  </a:cubicBezTo>
                  <a:cubicBezTo>
                    <a:pt x="436" y="224"/>
                    <a:pt x="433" y="223"/>
                    <a:pt x="427" y="224"/>
                  </a:cubicBezTo>
                  <a:cubicBezTo>
                    <a:pt x="429" y="228"/>
                    <a:pt x="430" y="229"/>
                    <a:pt x="432" y="232"/>
                  </a:cubicBezTo>
                  <a:cubicBezTo>
                    <a:pt x="433" y="234"/>
                    <a:pt x="435" y="235"/>
                    <a:pt x="435" y="238"/>
                  </a:cubicBezTo>
                  <a:cubicBezTo>
                    <a:pt x="435" y="245"/>
                    <a:pt x="427" y="248"/>
                    <a:pt x="420" y="249"/>
                  </a:cubicBezTo>
                  <a:cubicBezTo>
                    <a:pt x="417" y="250"/>
                    <a:pt x="416" y="251"/>
                    <a:pt x="413" y="251"/>
                  </a:cubicBezTo>
                  <a:cubicBezTo>
                    <a:pt x="404" y="251"/>
                    <a:pt x="396" y="247"/>
                    <a:pt x="392" y="238"/>
                  </a:cubicBezTo>
                  <a:cubicBezTo>
                    <a:pt x="390" y="235"/>
                    <a:pt x="390" y="232"/>
                    <a:pt x="387" y="230"/>
                  </a:cubicBezTo>
                  <a:cubicBezTo>
                    <a:pt x="383" y="229"/>
                    <a:pt x="379" y="229"/>
                    <a:pt x="377" y="225"/>
                  </a:cubicBezTo>
                  <a:cubicBezTo>
                    <a:pt x="376" y="224"/>
                    <a:pt x="376" y="222"/>
                    <a:pt x="376" y="220"/>
                  </a:cubicBezTo>
                  <a:cubicBezTo>
                    <a:pt x="376" y="209"/>
                    <a:pt x="376" y="209"/>
                    <a:pt x="376" y="209"/>
                  </a:cubicBezTo>
                  <a:cubicBezTo>
                    <a:pt x="376" y="207"/>
                    <a:pt x="373" y="206"/>
                    <a:pt x="371" y="205"/>
                  </a:cubicBezTo>
                  <a:cubicBezTo>
                    <a:pt x="367" y="204"/>
                    <a:pt x="365" y="204"/>
                    <a:pt x="360" y="203"/>
                  </a:cubicBezTo>
                  <a:cubicBezTo>
                    <a:pt x="353" y="203"/>
                    <a:pt x="351" y="197"/>
                    <a:pt x="345" y="193"/>
                  </a:cubicBezTo>
                  <a:cubicBezTo>
                    <a:pt x="339" y="188"/>
                    <a:pt x="334" y="188"/>
                    <a:pt x="327" y="184"/>
                  </a:cubicBezTo>
                  <a:cubicBezTo>
                    <a:pt x="324" y="183"/>
                    <a:pt x="322" y="181"/>
                    <a:pt x="319" y="179"/>
                  </a:cubicBezTo>
                  <a:cubicBezTo>
                    <a:pt x="316" y="178"/>
                    <a:pt x="314" y="178"/>
                    <a:pt x="311" y="177"/>
                  </a:cubicBezTo>
                  <a:cubicBezTo>
                    <a:pt x="312" y="175"/>
                    <a:pt x="313" y="173"/>
                    <a:pt x="315" y="171"/>
                  </a:cubicBezTo>
                  <a:cubicBezTo>
                    <a:pt x="317" y="168"/>
                    <a:pt x="321" y="168"/>
                    <a:pt x="323" y="164"/>
                  </a:cubicBezTo>
                  <a:cubicBezTo>
                    <a:pt x="326" y="160"/>
                    <a:pt x="327" y="157"/>
                    <a:pt x="329" y="152"/>
                  </a:cubicBezTo>
                  <a:cubicBezTo>
                    <a:pt x="331" y="148"/>
                    <a:pt x="332" y="146"/>
                    <a:pt x="334" y="142"/>
                  </a:cubicBezTo>
                  <a:cubicBezTo>
                    <a:pt x="338" y="135"/>
                    <a:pt x="344" y="132"/>
                    <a:pt x="346" y="124"/>
                  </a:cubicBezTo>
                  <a:cubicBezTo>
                    <a:pt x="342" y="121"/>
                    <a:pt x="339" y="121"/>
                    <a:pt x="334" y="119"/>
                  </a:cubicBezTo>
                  <a:cubicBezTo>
                    <a:pt x="330" y="118"/>
                    <a:pt x="328" y="117"/>
                    <a:pt x="324" y="115"/>
                  </a:cubicBezTo>
                  <a:cubicBezTo>
                    <a:pt x="323" y="115"/>
                    <a:pt x="322" y="113"/>
                    <a:pt x="320" y="113"/>
                  </a:cubicBezTo>
                  <a:cubicBezTo>
                    <a:pt x="319" y="113"/>
                    <a:pt x="318" y="115"/>
                    <a:pt x="317" y="116"/>
                  </a:cubicBezTo>
                  <a:cubicBezTo>
                    <a:pt x="316" y="117"/>
                    <a:pt x="315" y="118"/>
                    <a:pt x="313" y="118"/>
                  </a:cubicBezTo>
                  <a:cubicBezTo>
                    <a:pt x="310" y="120"/>
                    <a:pt x="308" y="120"/>
                    <a:pt x="304" y="120"/>
                  </a:cubicBezTo>
                  <a:cubicBezTo>
                    <a:pt x="300" y="120"/>
                    <a:pt x="299" y="118"/>
                    <a:pt x="295" y="118"/>
                  </a:cubicBezTo>
                  <a:cubicBezTo>
                    <a:pt x="291" y="118"/>
                    <a:pt x="289" y="120"/>
                    <a:pt x="287" y="122"/>
                  </a:cubicBezTo>
                  <a:cubicBezTo>
                    <a:pt x="283" y="125"/>
                    <a:pt x="282" y="128"/>
                    <a:pt x="279" y="131"/>
                  </a:cubicBezTo>
                  <a:cubicBezTo>
                    <a:pt x="277" y="134"/>
                    <a:pt x="275" y="135"/>
                    <a:pt x="273" y="136"/>
                  </a:cubicBezTo>
                  <a:cubicBezTo>
                    <a:pt x="269" y="139"/>
                    <a:pt x="266" y="140"/>
                    <a:pt x="261" y="141"/>
                  </a:cubicBezTo>
                  <a:cubicBezTo>
                    <a:pt x="259" y="138"/>
                    <a:pt x="259" y="135"/>
                    <a:pt x="258" y="131"/>
                  </a:cubicBezTo>
                  <a:cubicBezTo>
                    <a:pt x="257" y="128"/>
                    <a:pt x="255" y="127"/>
                    <a:pt x="255" y="123"/>
                  </a:cubicBezTo>
                  <a:cubicBezTo>
                    <a:pt x="254" y="120"/>
                    <a:pt x="255" y="118"/>
                    <a:pt x="255" y="115"/>
                  </a:cubicBezTo>
                  <a:cubicBezTo>
                    <a:pt x="254" y="113"/>
                    <a:pt x="252" y="112"/>
                    <a:pt x="250" y="110"/>
                  </a:cubicBezTo>
                  <a:cubicBezTo>
                    <a:pt x="244" y="105"/>
                    <a:pt x="239" y="103"/>
                    <a:pt x="235" y="97"/>
                  </a:cubicBezTo>
                  <a:cubicBezTo>
                    <a:pt x="233" y="94"/>
                    <a:pt x="232" y="92"/>
                    <a:pt x="230" y="89"/>
                  </a:cubicBezTo>
                  <a:cubicBezTo>
                    <a:pt x="229" y="87"/>
                    <a:pt x="228" y="85"/>
                    <a:pt x="226" y="83"/>
                  </a:cubicBezTo>
                  <a:cubicBezTo>
                    <a:pt x="224" y="82"/>
                    <a:pt x="222" y="82"/>
                    <a:pt x="222" y="80"/>
                  </a:cubicBezTo>
                  <a:cubicBezTo>
                    <a:pt x="222" y="75"/>
                    <a:pt x="229" y="76"/>
                    <a:pt x="230" y="71"/>
                  </a:cubicBezTo>
                  <a:cubicBezTo>
                    <a:pt x="231" y="70"/>
                    <a:pt x="231" y="69"/>
                    <a:pt x="231" y="67"/>
                  </a:cubicBezTo>
                  <a:cubicBezTo>
                    <a:pt x="231" y="55"/>
                    <a:pt x="225" y="49"/>
                    <a:pt x="220" y="37"/>
                  </a:cubicBezTo>
                  <a:cubicBezTo>
                    <a:pt x="219" y="34"/>
                    <a:pt x="218" y="31"/>
                    <a:pt x="217" y="27"/>
                  </a:cubicBezTo>
                  <a:cubicBezTo>
                    <a:pt x="214" y="22"/>
                    <a:pt x="211" y="19"/>
                    <a:pt x="209" y="13"/>
                  </a:cubicBezTo>
                  <a:cubicBezTo>
                    <a:pt x="209" y="12"/>
                    <a:pt x="209" y="11"/>
                    <a:pt x="209" y="9"/>
                  </a:cubicBezTo>
                  <a:cubicBezTo>
                    <a:pt x="208" y="6"/>
                    <a:pt x="207" y="4"/>
                    <a:pt x="206" y="0"/>
                  </a:cubicBezTo>
                  <a:cubicBezTo>
                    <a:pt x="206" y="0"/>
                    <a:pt x="206" y="0"/>
                    <a:pt x="206" y="0"/>
                  </a:cubicBezTo>
                  <a:cubicBezTo>
                    <a:pt x="205" y="0"/>
                    <a:pt x="204" y="0"/>
                    <a:pt x="204" y="0"/>
                  </a:cubicBezTo>
                  <a:cubicBezTo>
                    <a:pt x="193" y="0"/>
                    <a:pt x="186" y="2"/>
                    <a:pt x="175" y="2"/>
                  </a:cubicBezTo>
                  <a:cubicBezTo>
                    <a:pt x="171" y="2"/>
                    <a:pt x="169" y="2"/>
                    <a:pt x="166" y="0"/>
                  </a:cubicBezTo>
                  <a:cubicBezTo>
                    <a:pt x="166" y="0"/>
                    <a:pt x="166" y="0"/>
                    <a:pt x="166" y="0"/>
                  </a:cubicBezTo>
                  <a:cubicBezTo>
                    <a:pt x="162" y="3"/>
                    <a:pt x="160" y="6"/>
                    <a:pt x="157" y="11"/>
                  </a:cubicBezTo>
                  <a:cubicBezTo>
                    <a:pt x="156" y="13"/>
                    <a:pt x="154" y="14"/>
                    <a:pt x="153" y="17"/>
                  </a:cubicBezTo>
                  <a:cubicBezTo>
                    <a:pt x="152" y="21"/>
                    <a:pt x="151" y="23"/>
                    <a:pt x="150" y="27"/>
                  </a:cubicBezTo>
                  <a:cubicBezTo>
                    <a:pt x="149" y="34"/>
                    <a:pt x="148" y="38"/>
                    <a:pt x="147" y="44"/>
                  </a:cubicBezTo>
                  <a:cubicBezTo>
                    <a:pt x="147" y="47"/>
                    <a:pt x="147" y="50"/>
                    <a:pt x="145" y="52"/>
                  </a:cubicBezTo>
                  <a:cubicBezTo>
                    <a:pt x="144" y="54"/>
                    <a:pt x="143" y="54"/>
                    <a:pt x="141" y="55"/>
                  </a:cubicBezTo>
                  <a:cubicBezTo>
                    <a:pt x="138" y="58"/>
                    <a:pt x="136" y="60"/>
                    <a:pt x="132" y="60"/>
                  </a:cubicBezTo>
                  <a:cubicBezTo>
                    <a:pt x="130" y="61"/>
                    <a:pt x="128" y="60"/>
                    <a:pt x="125" y="60"/>
                  </a:cubicBezTo>
                  <a:cubicBezTo>
                    <a:pt x="121" y="60"/>
                    <a:pt x="118" y="62"/>
                    <a:pt x="113" y="63"/>
                  </a:cubicBezTo>
                  <a:cubicBezTo>
                    <a:pt x="111" y="63"/>
                    <a:pt x="110" y="63"/>
                    <a:pt x="107" y="64"/>
                  </a:cubicBezTo>
                  <a:cubicBezTo>
                    <a:pt x="101" y="66"/>
                    <a:pt x="98" y="69"/>
                    <a:pt x="93" y="73"/>
                  </a:cubicBezTo>
                  <a:cubicBezTo>
                    <a:pt x="90" y="75"/>
                    <a:pt x="87" y="76"/>
                    <a:pt x="85" y="78"/>
                  </a:cubicBezTo>
                  <a:cubicBezTo>
                    <a:pt x="83" y="80"/>
                    <a:pt x="83" y="81"/>
                    <a:pt x="82" y="82"/>
                  </a:cubicBezTo>
                  <a:cubicBezTo>
                    <a:pt x="78" y="87"/>
                    <a:pt x="75" y="89"/>
                    <a:pt x="70" y="92"/>
                  </a:cubicBezTo>
                  <a:cubicBezTo>
                    <a:pt x="66" y="95"/>
                    <a:pt x="62" y="97"/>
                    <a:pt x="59" y="101"/>
                  </a:cubicBezTo>
                  <a:cubicBezTo>
                    <a:pt x="53" y="108"/>
                    <a:pt x="52" y="113"/>
                    <a:pt x="48" y="121"/>
                  </a:cubicBezTo>
                  <a:cubicBezTo>
                    <a:pt x="47" y="125"/>
                    <a:pt x="44" y="126"/>
                    <a:pt x="42" y="129"/>
                  </a:cubicBezTo>
                  <a:cubicBezTo>
                    <a:pt x="37" y="135"/>
                    <a:pt x="32" y="137"/>
                    <a:pt x="26" y="141"/>
                  </a:cubicBezTo>
                  <a:cubicBezTo>
                    <a:pt x="26" y="142"/>
                    <a:pt x="26" y="143"/>
                    <a:pt x="25" y="143"/>
                  </a:cubicBezTo>
                  <a:cubicBezTo>
                    <a:pt x="22" y="145"/>
                    <a:pt x="21" y="145"/>
                    <a:pt x="18" y="147"/>
                  </a:cubicBezTo>
                  <a:cubicBezTo>
                    <a:pt x="12" y="153"/>
                    <a:pt x="8" y="157"/>
                    <a:pt x="5" y="165"/>
                  </a:cubicBezTo>
                  <a:cubicBezTo>
                    <a:pt x="5" y="167"/>
                    <a:pt x="3" y="167"/>
                    <a:pt x="2" y="169"/>
                  </a:cubicBezTo>
                  <a:cubicBezTo>
                    <a:pt x="1" y="173"/>
                    <a:pt x="0" y="175"/>
                    <a:pt x="0" y="179"/>
                  </a:cubicBezTo>
                  <a:cubicBezTo>
                    <a:pt x="0" y="185"/>
                    <a:pt x="1" y="189"/>
                    <a:pt x="3" y="195"/>
                  </a:cubicBezTo>
                  <a:cubicBezTo>
                    <a:pt x="4" y="198"/>
                    <a:pt x="5" y="200"/>
                    <a:pt x="6" y="203"/>
                  </a:cubicBezTo>
                  <a:cubicBezTo>
                    <a:pt x="7" y="207"/>
                    <a:pt x="6" y="210"/>
                    <a:pt x="7" y="215"/>
                  </a:cubicBezTo>
                  <a:cubicBezTo>
                    <a:pt x="8" y="216"/>
                    <a:pt x="8" y="217"/>
                    <a:pt x="8" y="219"/>
                  </a:cubicBezTo>
                  <a:cubicBezTo>
                    <a:pt x="8" y="221"/>
                    <a:pt x="8" y="221"/>
                    <a:pt x="8" y="223"/>
                  </a:cubicBezTo>
                  <a:cubicBezTo>
                    <a:pt x="8" y="223"/>
                    <a:pt x="8" y="223"/>
                    <a:pt x="8" y="223"/>
                  </a:cubicBezTo>
                  <a:cubicBezTo>
                    <a:pt x="12" y="222"/>
                    <a:pt x="16" y="221"/>
                    <a:pt x="20" y="220"/>
                  </a:cubicBezTo>
                  <a:cubicBezTo>
                    <a:pt x="25" y="220"/>
                    <a:pt x="28" y="219"/>
                    <a:pt x="32" y="218"/>
                  </a:cubicBezTo>
                  <a:cubicBezTo>
                    <a:pt x="36" y="218"/>
                    <a:pt x="39" y="217"/>
                    <a:pt x="43" y="216"/>
                  </a:cubicBezTo>
                  <a:cubicBezTo>
                    <a:pt x="48" y="215"/>
                    <a:pt x="51" y="216"/>
                    <a:pt x="57" y="216"/>
                  </a:cubicBezTo>
                  <a:cubicBezTo>
                    <a:pt x="65" y="215"/>
                    <a:pt x="69" y="212"/>
                    <a:pt x="77" y="212"/>
                  </a:cubicBezTo>
                  <a:cubicBezTo>
                    <a:pt x="80" y="212"/>
                    <a:pt x="81" y="213"/>
                    <a:pt x="84" y="213"/>
                  </a:cubicBezTo>
                  <a:cubicBezTo>
                    <a:pt x="86" y="214"/>
                    <a:pt x="88" y="213"/>
                    <a:pt x="90" y="213"/>
                  </a:cubicBezTo>
                  <a:cubicBezTo>
                    <a:pt x="94" y="214"/>
                    <a:pt x="95" y="216"/>
                    <a:pt x="98" y="217"/>
                  </a:cubicBezTo>
                  <a:cubicBezTo>
                    <a:pt x="102" y="218"/>
                    <a:pt x="105" y="219"/>
                    <a:pt x="109" y="219"/>
                  </a:cubicBezTo>
                  <a:cubicBezTo>
                    <a:pt x="117" y="221"/>
                    <a:pt x="121" y="225"/>
                    <a:pt x="127" y="230"/>
                  </a:cubicBezTo>
                  <a:cubicBezTo>
                    <a:pt x="128" y="231"/>
                    <a:pt x="129" y="232"/>
                    <a:pt x="131" y="233"/>
                  </a:cubicBezTo>
                  <a:cubicBezTo>
                    <a:pt x="133" y="236"/>
                    <a:pt x="135" y="238"/>
                    <a:pt x="138" y="240"/>
                  </a:cubicBezTo>
                  <a:cubicBezTo>
                    <a:pt x="142" y="242"/>
                    <a:pt x="144" y="243"/>
                    <a:pt x="148" y="246"/>
                  </a:cubicBezTo>
                  <a:cubicBezTo>
                    <a:pt x="150" y="248"/>
                    <a:pt x="150" y="250"/>
                    <a:pt x="152" y="252"/>
                  </a:cubicBezTo>
                  <a:cubicBezTo>
                    <a:pt x="156" y="257"/>
                    <a:pt x="161" y="256"/>
                    <a:pt x="166" y="257"/>
                  </a:cubicBezTo>
                  <a:cubicBezTo>
                    <a:pt x="170" y="258"/>
                    <a:pt x="171" y="261"/>
                    <a:pt x="174" y="262"/>
                  </a:cubicBezTo>
                  <a:cubicBezTo>
                    <a:pt x="179" y="265"/>
                    <a:pt x="182" y="266"/>
                    <a:pt x="186" y="268"/>
                  </a:cubicBezTo>
                  <a:cubicBezTo>
                    <a:pt x="189" y="270"/>
                    <a:pt x="191" y="272"/>
                    <a:pt x="194" y="273"/>
                  </a:cubicBezTo>
                  <a:cubicBezTo>
                    <a:pt x="195" y="271"/>
                    <a:pt x="196" y="270"/>
                    <a:pt x="196" y="268"/>
                  </a:cubicBezTo>
                  <a:cubicBezTo>
                    <a:pt x="196" y="266"/>
                    <a:pt x="195" y="265"/>
                    <a:pt x="195" y="263"/>
                  </a:cubicBezTo>
                  <a:cubicBezTo>
                    <a:pt x="195" y="258"/>
                    <a:pt x="194" y="255"/>
                    <a:pt x="194" y="250"/>
                  </a:cubicBezTo>
                  <a:cubicBezTo>
                    <a:pt x="194" y="244"/>
                    <a:pt x="196" y="240"/>
                    <a:pt x="196" y="233"/>
                  </a:cubicBezTo>
                  <a:cubicBezTo>
                    <a:pt x="197" y="231"/>
                    <a:pt x="196" y="230"/>
                    <a:pt x="196" y="227"/>
                  </a:cubicBezTo>
                  <a:cubicBezTo>
                    <a:pt x="196" y="226"/>
                    <a:pt x="196" y="225"/>
                    <a:pt x="197" y="223"/>
                  </a:cubicBezTo>
                  <a:cubicBezTo>
                    <a:pt x="199" y="221"/>
                    <a:pt x="202" y="222"/>
                    <a:pt x="205" y="221"/>
                  </a:cubicBezTo>
                  <a:cubicBezTo>
                    <a:pt x="208" y="221"/>
                    <a:pt x="209" y="220"/>
                    <a:pt x="211" y="220"/>
                  </a:cubicBezTo>
                  <a:cubicBezTo>
                    <a:pt x="215" y="220"/>
                    <a:pt x="216" y="224"/>
                    <a:pt x="218" y="226"/>
                  </a:cubicBezTo>
                  <a:cubicBezTo>
                    <a:pt x="220" y="228"/>
                    <a:pt x="221" y="228"/>
                    <a:pt x="223" y="229"/>
                  </a:cubicBezTo>
                  <a:cubicBezTo>
                    <a:pt x="225" y="231"/>
                    <a:pt x="226" y="233"/>
                    <a:pt x="229" y="234"/>
                  </a:cubicBezTo>
                  <a:cubicBezTo>
                    <a:pt x="232" y="236"/>
                    <a:pt x="234" y="237"/>
                    <a:pt x="237" y="238"/>
                  </a:cubicBezTo>
                  <a:cubicBezTo>
                    <a:pt x="241" y="239"/>
                    <a:pt x="243" y="241"/>
                    <a:pt x="247" y="241"/>
                  </a:cubicBezTo>
                  <a:cubicBezTo>
                    <a:pt x="249" y="241"/>
                    <a:pt x="249" y="239"/>
                    <a:pt x="250" y="237"/>
                  </a:cubicBezTo>
                  <a:cubicBezTo>
                    <a:pt x="253" y="235"/>
                    <a:pt x="254" y="233"/>
                    <a:pt x="257" y="233"/>
                  </a:cubicBezTo>
                  <a:cubicBezTo>
                    <a:pt x="262" y="233"/>
                    <a:pt x="264" y="235"/>
                    <a:pt x="269" y="235"/>
                  </a:cubicBezTo>
                  <a:cubicBezTo>
                    <a:pt x="275" y="235"/>
                    <a:pt x="276" y="227"/>
                    <a:pt x="283" y="227"/>
                  </a:cubicBezTo>
                  <a:cubicBezTo>
                    <a:pt x="285" y="227"/>
                    <a:pt x="285" y="229"/>
                    <a:pt x="286" y="230"/>
                  </a:cubicBezTo>
                  <a:cubicBezTo>
                    <a:pt x="287" y="232"/>
                    <a:pt x="288" y="233"/>
                    <a:pt x="289" y="234"/>
                  </a:cubicBezTo>
                  <a:cubicBezTo>
                    <a:pt x="292" y="237"/>
                    <a:pt x="294" y="238"/>
                    <a:pt x="297" y="241"/>
                  </a:cubicBezTo>
                  <a:cubicBezTo>
                    <a:pt x="303" y="246"/>
                    <a:pt x="305" y="251"/>
                    <a:pt x="311" y="256"/>
                  </a:cubicBezTo>
                  <a:cubicBezTo>
                    <a:pt x="316" y="260"/>
                    <a:pt x="318" y="263"/>
                    <a:pt x="323" y="266"/>
                  </a:cubicBezTo>
                  <a:cubicBezTo>
                    <a:pt x="326" y="268"/>
                    <a:pt x="327" y="269"/>
                    <a:pt x="330" y="270"/>
                  </a:cubicBezTo>
                  <a:cubicBezTo>
                    <a:pt x="335" y="273"/>
                    <a:pt x="336" y="277"/>
                    <a:pt x="342" y="278"/>
                  </a:cubicBezTo>
                  <a:cubicBezTo>
                    <a:pt x="343" y="275"/>
                    <a:pt x="343" y="273"/>
                    <a:pt x="343" y="270"/>
                  </a:cubicBezTo>
                  <a:cubicBezTo>
                    <a:pt x="347" y="274"/>
                    <a:pt x="348" y="276"/>
                    <a:pt x="352" y="278"/>
                  </a:cubicBezTo>
                  <a:cubicBezTo>
                    <a:pt x="359" y="282"/>
                    <a:pt x="364" y="283"/>
                    <a:pt x="371" y="287"/>
                  </a:cubicBezTo>
                  <a:cubicBezTo>
                    <a:pt x="372" y="288"/>
                    <a:pt x="373" y="290"/>
                    <a:pt x="374" y="291"/>
                  </a:cubicBezTo>
                  <a:cubicBezTo>
                    <a:pt x="375" y="293"/>
                    <a:pt x="376" y="294"/>
                    <a:pt x="377" y="295"/>
                  </a:cubicBezTo>
                  <a:cubicBezTo>
                    <a:pt x="380" y="299"/>
                    <a:pt x="382" y="302"/>
                    <a:pt x="387" y="304"/>
                  </a:cubicBezTo>
                  <a:cubicBezTo>
                    <a:pt x="390" y="305"/>
                    <a:pt x="392" y="306"/>
                    <a:pt x="395" y="307"/>
                  </a:cubicBezTo>
                  <a:cubicBezTo>
                    <a:pt x="402" y="311"/>
                    <a:pt x="405" y="315"/>
                    <a:pt x="413" y="315"/>
                  </a:cubicBezTo>
                  <a:cubicBezTo>
                    <a:pt x="418" y="315"/>
                    <a:pt x="420" y="309"/>
                    <a:pt x="426" y="309"/>
                  </a:cubicBezTo>
                  <a:cubicBezTo>
                    <a:pt x="427" y="309"/>
                    <a:pt x="427" y="310"/>
                    <a:pt x="428" y="310"/>
                  </a:cubicBezTo>
                  <a:cubicBezTo>
                    <a:pt x="428" y="315"/>
                    <a:pt x="428" y="318"/>
                    <a:pt x="431" y="321"/>
                  </a:cubicBezTo>
                  <a:cubicBezTo>
                    <a:pt x="433" y="324"/>
                    <a:pt x="436" y="324"/>
                    <a:pt x="439" y="326"/>
                  </a:cubicBezTo>
                  <a:cubicBezTo>
                    <a:pt x="443" y="329"/>
                    <a:pt x="444" y="332"/>
                    <a:pt x="447" y="336"/>
                  </a:cubicBezTo>
                  <a:cubicBezTo>
                    <a:pt x="448" y="337"/>
                    <a:pt x="450" y="338"/>
                    <a:pt x="451" y="339"/>
                  </a:cubicBezTo>
                  <a:cubicBezTo>
                    <a:pt x="455" y="346"/>
                    <a:pt x="454" y="351"/>
                    <a:pt x="455" y="359"/>
                  </a:cubicBezTo>
                  <a:cubicBezTo>
                    <a:pt x="455" y="364"/>
                    <a:pt x="458" y="367"/>
                    <a:pt x="460" y="371"/>
                  </a:cubicBezTo>
                  <a:cubicBezTo>
                    <a:pt x="470" y="393"/>
                    <a:pt x="470" y="393"/>
                    <a:pt x="470" y="393"/>
                  </a:cubicBezTo>
                  <a:cubicBezTo>
                    <a:pt x="468" y="398"/>
                    <a:pt x="467" y="401"/>
                    <a:pt x="464" y="405"/>
                  </a:cubicBezTo>
                  <a:cubicBezTo>
                    <a:pt x="462" y="409"/>
                    <a:pt x="459" y="410"/>
                    <a:pt x="458" y="413"/>
                  </a:cubicBezTo>
                  <a:cubicBezTo>
                    <a:pt x="458" y="416"/>
                    <a:pt x="458" y="418"/>
                    <a:pt x="458" y="421"/>
                  </a:cubicBezTo>
                  <a:cubicBezTo>
                    <a:pt x="457" y="424"/>
                    <a:pt x="457" y="425"/>
                    <a:pt x="456" y="427"/>
                  </a:cubicBezTo>
                  <a:cubicBezTo>
                    <a:pt x="456" y="429"/>
                    <a:pt x="456" y="431"/>
                    <a:pt x="455" y="431"/>
                  </a:cubicBezTo>
                  <a:cubicBezTo>
                    <a:pt x="453" y="433"/>
                    <a:pt x="451" y="431"/>
                    <a:pt x="449" y="432"/>
                  </a:cubicBezTo>
                  <a:cubicBezTo>
                    <a:pt x="446" y="434"/>
                    <a:pt x="446" y="436"/>
                    <a:pt x="444" y="438"/>
                  </a:cubicBezTo>
                  <a:cubicBezTo>
                    <a:pt x="443" y="440"/>
                    <a:pt x="441" y="440"/>
                    <a:pt x="439" y="442"/>
                  </a:cubicBezTo>
                  <a:cubicBezTo>
                    <a:pt x="441" y="452"/>
                    <a:pt x="441" y="452"/>
                    <a:pt x="441" y="452"/>
                  </a:cubicBezTo>
                  <a:cubicBezTo>
                    <a:pt x="440" y="457"/>
                    <a:pt x="437" y="458"/>
                    <a:pt x="434" y="461"/>
                  </a:cubicBezTo>
                  <a:cubicBezTo>
                    <a:pt x="430" y="466"/>
                    <a:pt x="428" y="469"/>
                    <a:pt x="424" y="473"/>
                  </a:cubicBezTo>
                  <a:cubicBezTo>
                    <a:pt x="421" y="476"/>
                    <a:pt x="421" y="476"/>
                    <a:pt x="421" y="476"/>
                  </a:cubicBezTo>
                  <a:cubicBezTo>
                    <a:pt x="419" y="478"/>
                    <a:pt x="418" y="478"/>
                    <a:pt x="417" y="479"/>
                  </a:cubicBezTo>
                  <a:cubicBezTo>
                    <a:pt x="417" y="480"/>
                    <a:pt x="417" y="481"/>
                    <a:pt x="417" y="481"/>
                  </a:cubicBezTo>
                  <a:cubicBezTo>
                    <a:pt x="422" y="484"/>
                    <a:pt x="422" y="489"/>
                    <a:pt x="427" y="491"/>
                  </a:cubicBezTo>
                  <a:cubicBezTo>
                    <a:pt x="430" y="493"/>
                    <a:pt x="434" y="493"/>
                    <a:pt x="434" y="496"/>
                  </a:cubicBezTo>
                  <a:cubicBezTo>
                    <a:pt x="434" y="501"/>
                    <a:pt x="431" y="503"/>
                    <a:pt x="429" y="507"/>
                  </a:cubicBezTo>
                  <a:cubicBezTo>
                    <a:pt x="428" y="510"/>
                    <a:pt x="427" y="512"/>
                    <a:pt x="424" y="512"/>
                  </a:cubicBezTo>
                  <a:cubicBezTo>
                    <a:pt x="421" y="512"/>
                    <a:pt x="420" y="512"/>
                    <a:pt x="418" y="511"/>
                  </a:cubicBezTo>
                  <a:cubicBezTo>
                    <a:pt x="412" y="511"/>
                    <a:pt x="409" y="510"/>
                    <a:pt x="404" y="508"/>
                  </a:cubicBezTo>
                  <a:cubicBezTo>
                    <a:pt x="401" y="508"/>
                    <a:pt x="400" y="506"/>
                    <a:pt x="398" y="505"/>
                  </a:cubicBezTo>
                  <a:cubicBezTo>
                    <a:pt x="395" y="504"/>
                    <a:pt x="393" y="505"/>
                    <a:pt x="390" y="504"/>
                  </a:cubicBezTo>
                  <a:cubicBezTo>
                    <a:pt x="387" y="504"/>
                    <a:pt x="386" y="503"/>
                    <a:pt x="384" y="502"/>
                  </a:cubicBezTo>
                  <a:cubicBezTo>
                    <a:pt x="380" y="502"/>
                    <a:pt x="378" y="502"/>
                    <a:pt x="374" y="502"/>
                  </a:cubicBezTo>
                  <a:cubicBezTo>
                    <a:pt x="374" y="503"/>
                    <a:pt x="373" y="503"/>
                    <a:pt x="373" y="504"/>
                  </a:cubicBezTo>
                  <a:cubicBezTo>
                    <a:pt x="373" y="507"/>
                    <a:pt x="376" y="508"/>
                    <a:pt x="377" y="510"/>
                  </a:cubicBezTo>
                  <a:cubicBezTo>
                    <a:pt x="379" y="514"/>
                    <a:pt x="380" y="517"/>
                    <a:pt x="382" y="520"/>
                  </a:cubicBezTo>
                  <a:cubicBezTo>
                    <a:pt x="385" y="527"/>
                    <a:pt x="387" y="531"/>
                    <a:pt x="387" y="539"/>
                  </a:cubicBezTo>
                  <a:cubicBezTo>
                    <a:pt x="394" y="539"/>
                    <a:pt x="394" y="539"/>
                    <a:pt x="394" y="539"/>
                  </a:cubicBezTo>
                  <a:cubicBezTo>
                    <a:pt x="396" y="539"/>
                    <a:pt x="397" y="538"/>
                    <a:pt x="399" y="538"/>
                  </a:cubicBezTo>
                  <a:cubicBezTo>
                    <a:pt x="402" y="538"/>
                    <a:pt x="402" y="541"/>
                    <a:pt x="404" y="543"/>
                  </a:cubicBezTo>
                  <a:cubicBezTo>
                    <a:pt x="406" y="547"/>
                    <a:pt x="407" y="549"/>
                    <a:pt x="409" y="553"/>
                  </a:cubicBezTo>
                  <a:cubicBezTo>
                    <a:pt x="411" y="548"/>
                    <a:pt x="411" y="543"/>
                    <a:pt x="416" y="540"/>
                  </a:cubicBezTo>
                  <a:cubicBezTo>
                    <a:pt x="418" y="542"/>
                    <a:pt x="418" y="543"/>
                    <a:pt x="418" y="546"/>
                  </a:cubicBezTo>
                  <a:cubicBezTo>
                    <a:pt x="418" y="554"/>
                    <a:pt x="414" y="558"/>
                    <a:pt x="414" y="5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28"/>
            <p:cNvSpPr>
              <a:spLocks/>
            </p:cNvSpPr>
            <p:nvPr/>
          </p:nvSpPr>
          <p:spPr bwMode="auto">
            <a:xfrm>
              <a:off x="4013201" y="3143250"/>
              <a:ext cx="919163" cy="785813"/>
            </a:xfrm>
            <a:custGeom>
              <a:avLst/>
              <a:gdLst/>
              <a:ahLst/>
              <a:cxnLst>
                <a:cxn ang="0">
                  <a:pos x="90" y="323"/>
                </a:cxn>
                <a:cxn ang="0">
                  <a:pos x="104" y="299"/>
                </a:cxn>
                <a:cxn ang="0">
                  <a:pos x="121" y="325"/>
                </a:cxn>
                <a:cxn ang="0">
                  <a:pos x="148" y="345"/>
                </a:cxn>
                <a:cxn ang="0">
                  <a:pos x="181" y="394"/>
                </a:cxn>
                <a:cxn ang="0">
                  <a:pos x="191" y="422"/>
                </a:cxn>
                <a:cxn ang="0">
                  <a:pos x="228" y="431"/>
                </a:cxn>
                <a:cxn ang="0">
                  <a:pos x="262" y="408"/>
                </a:cxn>
                <a:cxn ang="0">
                  <a:pos x="261" y="373"/>
                </a:cxn>
                <a:cxn ang="0">
                  <a:pos x="283" y="335"/>
                </a:cxn>
                <a:cxn ang="0">
                  <a:pos x="317" y="313"/>
                </a:cxn>
                <a:cxn ang="0">
                  <a:pos x="321" y="336"/>
                </a:cxn>
                <a:cxn ang="0">
                  <a:pos x="347" y="342"/>
                </a:cxn>
                <a:cxn ang="0">
                  <a:pos x="375" y="364"/>
                </a:cxn>
                <a:cxn ang="0">
                  <a:pos x="408" y="350"/>
                </a:cxn>
                <a:cxn ang="0">
                  <a:pos x="395" y="333"/>
                </a:cxn>
                <a:cxn ang="0">
                  <a:pos x="384" y="310"/>
                </a:cxn>
                <a:cxn ang="0">
                  <a:pos x="420" y="306"/>
                </a:cxn>
                <a:cxn ang="0">
                  <a:pos x="383" y="277"/>
                </a:cxn>
                <a:cxn ang="0">
                  <a:pos x="374" y="245"/>
                </a:cxn>
                <a:cxn ang="0">
                  <a:pos x="383" y="220"/>
                </a:cxn>
                <a:cxn ang="0">
                  <a:pos x="424" y="221"/>
                </a:cxn>
                <a:cxn ang="0">
                  <a:pos x="454" y="220"/>
                </a:cxn>
                <a:cxn ang="0">
                  <a:pos x="467" y="189"/>
                </a:cxn>
                <a:cxn ang="0">
                  <a:pos x="492" y="164"/>
                </a:cxn>
                <a:cxn ang="0">
                  <a:pos x="506" y="126"/>
                </a:cxn>
                <a:cxn ang="0">
                  <a:pos x="484" y="112"/>
                </a:cxn>
                <a:cxn ang="0">
                  <a:pos x="458" y="96"/>
                </a:cxn>
                <a:cxn ang="0">
                  <a:pos x="423" y="89"/>
                </a:cxn>
                <a:cxn ang="0">
                  <a:pos x="390" y="82"/>
                </a:cxn>
                <a:cxn ang="0">
                  <a:pos x="369" y="84"/>
                </a:cxn>
                <a:cxn ang="0">
                  <a:pos x="329" y="87"/>
                </a:cxn>
                <a:cxn ang="0">
                  <a:pos x="321" y="53"/>
                </a:cxn>
                <a:cxn ang="0">
                  <a:pos x="269" y="28"/>
                </a:cxn>
                <a:cxn ang="0">
                  <a:pos x="253" y="0"/>
                </a:cxn>
                <a:cxn ang="0">
                  <a:pos x="222" y="19"/>
                </a:cxn>
                <a:cxn ang="0">
                  <a:pos x="225" y="51"/>
                </a:cxn>
                <a:cxn ang="0">
                  <a:pos x="201" y="63"/>
                </a:cxn>
                <a:cxn ang="0">
                  <a:pos x="171" y="67"/>
                </a:cxn>
                <a:cxn ang="0">
                  <a:pos x="176" y="85"/>
                </a:cxn>
                <a:cxn ang="0">
                  <a:pos x="151" y="92"/>
                </a:cxn>
                <a:cxn ang="0">
                  <a:pos x="133" y="86"/>
                </a:cxn>
                <a:cxn ang="0">
                  <a:pos x="112" y="74"/>
                </a:cxn>
                <a:cxn ang="0">
                  <a:pos x="89" y="76"/>
                </a:cxn>
                <a:cxn ang="0">
                  <a:pos x="62" y="45"/>
                </a:cxn>
                <a:cxn ang="0">
                  <a:pos x="43" y="20"/>
                </a:cxn>
                <a:cxn ang="0">
                  <a:pos x="7" y="20"/>
                </a:cxn>
                <a:cxn ang="0">
                  <a:pos x="7" y="52"/>
                </a:cxn>
                <a:cxn ang="0">
                  <a:pos x="4" y="85"/>
                </a:cxn>
                <a:cxn ang="0">
                  <a:pos x="26" y="102"/>
                </a:cxn>
                <a:cxn ang="0">
                  <a:pos x="45" y="128"/>
                </a:cxn>
                <a:cxn ang="0">
                  <a:pos x="61" y="173"/>
                </a:cxn>
                <a:cxn ang="0">
                  <a:pos x="70" y="212"/>
                </a:cxn>
                <a:cxn ang="0">
                  <a:pos x="74" y="257"/>
                </a:cxn>
              </a:cxnLst>
              <a:rect l="0" t="0" r="r" b="b"/>
              <a:pathLst>
                <a:path w="513" h="439">
                  <a:moveTo>
                    <a:pt x="80" y="284"/>
                  </a:moveTo>
                  <a:cubicBezTo>
                    <a:pt x="80" y="302"/>
                    <a:pt x="80" y="302"/>
                    <a:pt x="80" y="302"/>
                  </a:cubicBezTo>
                  <a:cubicBezTo>
                    <a:pt x="88" y="324"/>
                    <a:pt x="88" y="324"/>
                    <a:pt x="88" y="324"/>
                  </a:cubicBezTo>
                  <a:cubicBezTo>
                    <a:pt x="89" y="323"/>
                    <a:pt x="90" y="324"/>
                    <a:pt x="90" y="323"/>
                  </a:cubicBezTo>
                  <a:cubicBezTo>
                    <a:pt x="91" y="320"/>
                    <a:pt x="90" y="318"/>
                    <a:pt x="90" y="315"/>
                  </a:cubicBezTo>
                  <a:cubicBezTo>
                    <a:pt x="91" y="313"/>
                    <a:pt x="92" y="312"/>
                    <a:pt x="93" y="311"/>
                  </a:cubicBezTo>
                  <a:cubicBezTo>
                    <a:pt x="96" y="308"/>
                    <a:pt x="97" y="306"/>
                    <a:pt x="100" y="303"/>
                  </a:cubicBezTo>
                  <a:cubicBezTo>
                    <a:pt x="101" y="301"/>
                    <a:pt x="102" y="300"/>
                    <a:pt x="104" y="299"/>
                  </a:cubicBezTo>
                  <a:cubicBezTo>
                    <a:pt x="105" y="299"/>
                    <a:pt x="105" y="298"/>
                    <a:pt x="106" y="298"/>
                  </a:cubicBezTo>
                  <a:cubicBezTo>
                    <a:pt x="109" y="298"/>
                    <a:pt x="109" y="301"/>
                    <a:pt x="111" y="303"/>
                  </a:cubicBezTo>
                  <a:cubicBezTo>
                    <a:pt x="114" y="306"/>
                    <a:pt x="115" y="308"/>
                    <a:pt x="117" y="311"/>
                  </a:cubicBezTo>
                  <a:cubicBezTo>
                    <a:pt x="119" y="316"/>
                    <a:pt x="121" y="320"/>
                    <a:pt x="121" y="325"/>
                  </a:cubicBezTo>
                  <a:cubicBezTo>
                    <a:pt x="121" y="332"/>
                    <a:pt x="125" y="334"/>
                    <a:pt x="128" y="339"/>
                  </a:cubicBezTo>
                  <a:cubicBezTo>
                    <a:pt x="130" y="343"/>
                    <a:pt x="132" y="346"/>
                    <a:pt x="136" y="346"/>
                  </a:cubicBezTo>
                  <a:cubicBezTo>
                    <a:pt x="139" y="346"/>
                    <a:pt x="141" y="345"/>
                    <a:pt x="144" y="345"/>
                  </a:cubicBezTo>
                  <a:cubicBezTo>
                    <a:pt x="145" y="345"/>
                    <a:pt x="146" y="345"/>
                    <a:pt x="148" y="345"/>
                  </a:cubicBezTo>
                  <a:cubicBezTo>
                    <a:pt x="150" y="346"/>
                    <a:pt x="151" y="349"/>
                    <a:pt x="152" y="351"/>
                  </a:cubicBezTo>
                  <a:cubicBezTo>
                    <a:pt x="154" y="354"/>
                    <a:pt x="156" y="355"/>
                    <a:pt x="158" y="358"/>
                  </a:cubicBezTo>
                  <a:cubicBezTo>
                    <a:pt x="163" y="365"/>
                    <a:pt x="165" y="369"/>
                    <a:pt x="170" y="376"/>
                  </a:cubicBezTo>
                  <a:cubicBezTo>
                    <a:pt x="174" y="383"/>
                    <a:pt x="177" y="387"/>
                    <a:pt x="181" y="394"/>
                  </a:cubicBezTo>
                  <a:cubicBezTo>
                    <a:pt x="183" y="398"/>
                    <a:pt x="184" y="401"/>
                    <a:pt x="187" y="404"/>
                  </a:cubicBezTo>
                  <a:cubicBezTo>
                    <a:pt x="188" y="407"/>
                    <a:pt x="190" y="408"/>
                    <a:pt x="190" y="410"/>
                  </a:cubicBezTo>
                  <a:cubicBezTo>
                    <a:pt x="190" y="421"/>
                    <a:pt x="190" y="421"/>
                    <a:pt x="190" y="421"/>
                  </a:cubicBezTo>
                  <a:cubicBezTo>
                    <a:pt x="190" y="421"/>
                    <a:pt x="191" y="422"/>
                    <a:pt x="191" y="422"/>
                  </a:cubicBezTo>
                  <a:cubicBezTo>
                    <a:pt x="194" y="427"/>
                    <a:pt x="198" y="427"/>
                    <a:pt x="201" y="431"/>
                  </a:cubicBezTo>
                  <a:cubicBezTo>
                    <a:pt x="204" y="435"/>
                    <a:pt x="206" y="439"/>
                    <a:pt x="210" y="439"/>
                  </a:cubicBezTo>
                  <a:cubicBezTo>
                    <a:pt x="213" y="439"/>
                    <a:pt x="215" y="438"/>
                    <a:pt x="217" y="436"/>
                  </a:cubicBezTo>
                  <a:cubicBezTo>
                    <a:pt x="221" y="434"/>
                    <a:pt x="224" y="433"/>
                    <a:pt x="228" y="431"/>
                  </a:cubicBezTo>
                  <a:cubicBezTo>
                    <a:pt x="231" y="430"/>
                    <a:pt x="233" y="428"/>
                    <a:pt x="236" y="428"/>
                  </a:cubicBezTo>
                  <a:cubicBezTo>
                    <a:pt x="239" y="428"/>
                    <a:pt x="240" y="432"/>
                    <a:pt x="242" y="432"/>
                  </a:cubicBezTo>
                  <a:cubicBezTo>
                    <a:pt x="246" y="432"/>
                    <a:pt x="248" y="429"/>
                    <a:pt x="251" y="427"/>
                  </a:cubicBezTo>
                  <a:cubicBezTo>
                    <a:pt x="259" y="423"/>
                    <a:pt x="262" y="417"/>
                    <a:pt x="262" y="408"/>
                  </a:cubicBezTo>
                  <a:cubicBezTo>
                    <a:pt x="262" y="406"/>
                    <a:pt x="261" y="405"/>
                    <a:pt x="260" y="402"/>
                  </a:cubicBezTo>
                  <a:cubicBezTo>
                    <a:pt x="258" y="398"/>
                    <a:pt x="258" y="395"/>
                    <a:pt x="256" y="390"/>
                  </a:cubicBezTo>
                  <a:cubicBezTo>
                    <a:pt x="255" y="387"/>
                    <a:pt x="253" y="384"/>
                    <a:pt x="253" y="380"/>
                  </a:cubicBezTo>
                  <a:cubicBezTo>
                    <a:pt x="253" y="376"/>
                    <a:pt x="258" y="375"/>
                    <a:pt x="261" y="373"/>
                  </a:cubicBezTo>
                  <a:cubicBezTo>
                    <a:pt x="264" y="372"/>
                    <a:pt x="265" y="370"/>
                    <a:pt x="267" y="368"/>
                  </a:cubicBezTo>
                  <a:cubicBezTo>
                    <a:pt x="269" y="366"/>
                    <a:pt x="271" y="366"/>
                    <a:pt x="273" y="363"/>
                  </a:cubicBezTo>
                  <a:cubicBezTo>
                    <a:pt x="278" y="356"/>
                    <a:pt x="280" y="350"/>
                    <a:pt x="282" y="341"/>
                  </a:cubicBezTo>
                  <a:cubicBezTo>
                    <a:pt x="282" y="339"/>
                    <a:pt x="283" y="337"/>
                    <a:pt x="283" y="335"/>
                  </a:cubicBezTo>
                  <a:cubicBezTo>
                    <a:pt x="284" y="333"/>
                    <a:pt x="283" y="330"/>
                    <a:pt x="285" y="329"/>
                  </a:cubicBezTo>
                  <a:cubicBezTo>
                    <a:pt x="287" y="327"/>
                    <a:pt x="290" y="328"/>
                    <a:pt x="293" y="326"/>
                  </a:cubicBezTo>
                  <a:cubicBezTo>
                    <a:pt x="296" y="325"/>
                    <a:pt x="298" y="323"/>
                    <a:pt x="301" y="321"/>
                  </a:cubicBezTo>
                  <a:cubicBezTo>
                    <a:pt x="307" y="318"/>
                    <a:pt x="310" y="316"/>
                    <a:pt x="317" y="313"/>
                  </a:cubicBezTo>
                  <a:cubicBezTo>
                    <a:pt x="317" y="314"/>
                    <a:pt x="318" y="314"/>
                    <a:pt x="318" y="315"/>
                  </a:cubicBezTo>
                  <a:cubicBezTo>
                    <a:pt x="318" y="316"/>
                    <a:pt x="318" y="317"/>
                    <a:pt x="318" y="317"/>
                  </a:cubicBezTo>
                  <a:cubicBezTo>
                    <a:pt x="318" y="322"/>
                    <a:pt x="319" y="325"/>
                    <a:pt x="320" y="330"/>
                  </a:cubicBezTo>
                  <a:cubicBezTo>
                    <a:pt x="320" y="332"/>
                    <a:pt x="320" y="334"/>
                    <a:pt x="321" y="336"/>
                  </a:cubicBezTo>
                  <a:cubicBezTo>
                    <a:pt x="322" y="338"/>
                    <a:pt x="323" y="340"/>
                    <a:pt x="325" y="342"/>
                  </a:cubicBezTo>
                  <a:cubicBezTo>
                    <a:pt x="325" y="342"/>
                    <a:pt x="326" y="342"/>
                    <a:pt x="327" y="342"/>
                  </a:cubicBezTo>
                  <a:cubicBezTo>
                    <a:pt x="330" y="344"/>
                    <a:pt x="332" y="346"/>
                    <a:pt x="336" y="346"/>
                  </a:cubicBezTo>
                  <a:cubicBezTo>
                    <a:pt x="341" y="346"/>
                    <a:pt x="344" y="345"/>
                    <a:pt x="347" y="342"/>
                  </a:cubicBezTo>
                  <a:cubicBezTo>
                    <a:pt x="349" y="340"/>
                    <a:pt x="351" y="338"/>
                    <a:pt x="353" y="338"/>
                  </a:cubicBezTo>
                  <a:cubicBezTo>
                    <a:pt x="356" y="338"/>
                    <a:pt x="356" y="340"/>
                    <a:pt x="358" y="342"/>
                  </a:cubicBezTo>
                  <a:cubicBezTo>
                    <a:pt x="360" y="346"/>
                    <a:pt x="363" y="347"/>
                    <a:pt x="365" y="350"/>
                  </a:cubicBezTo>
                  <a:cubicBezTo>
                    <a:pt x="368" y="355"/>
                    <a:pt x="371" y="359"/>
                    <a:pt x="375" y="364"/>
                  </a:cubicBezTo>
                  <a:cubicBezTo>
                    <a:pt x="375" y="364"/>
                    <a:pt x="375" y="364"/>
                    <a:pt x="375" y="364"/>
                  </a:cubicBezTo>
                  <a:cubicBezTo>
                    <a:pt x="378" y="362"/>
                    <a:pt x="380" y="357"/>
                    <a:pt x="384" y="356"/>
                  </a:cubicBezTo>
                  <a:cubicBezTo>
                    <a:pt x="388" y="355"/>
                    <a:pt x="391" y="355"/>
                    <a:pt x="396" y="354"/>
                  </a:cubicBezTo>
                  <a:cubicBezTo>
                    <a:pt x="401" y="354"/>
                    <a:pt x="404" y="353"/>
                    <a:pt x="408" y="350"/>
                  </a:cubicBezTo>
                  <a:cubicBezTo>
                    <a:pt x="411" y="349"/>
                    <a:pt x="414" y="347"/>
                    <a:pt x="414" y="344"/>
                  </a:cubicBezTo>
                  <a:cubicBezTo>
                    <a:pt x="414" y="342"/>
                    <a:pt x="413" y="342"/>
                    <a:pt x="412" y="341"/>
                  </a:cubicBezTo>
                  <a:cubicBezTo>
                    <a:pt x="410" y="340"/>
                    <a:pt x="408" y="339"/>
                    <a:pt x="406" y="338"/>
                  </a:cubicBezTo>
                  <a:cubicBezTo>
                    <a:pt x="402" y="336"/>
                    <a:pt x="399" y="335"/>
                    <a:pt x="395" y="333"/>
                  </a:cubicBezTo>
                  <a:cubicBezTo>
                    <a:pt x="391" y="332"/>
                    <a:pt x="390" y="330"/>
                    <a:pt x="387" y="327"/>
                  </a:cubicBezTo>
                  <a:cubicBezTo>
                    <a:pt x="385" y="324"/>
                    <a:pt x="383" y="321"/>
                    <a:pt x="383" y="317"/>
                  </a:cubicBezTo>
                  <a:cubicBezTo>
                    <a:pt x="383" y="315"/>
                    <a:pt x="383" y="314"/>
                    <a:pt x="384" y="312"/>
                  </a:cubicBezTo>
                  <a:cubicBezTo>
                    <a:pt x="384" y="311"/>
                    <a:pt x="384" y="310"/>
                    <a:pt x="384" y="310"/>
                  </a:cubicBezTo>
                  <a:cubicBezTo>
                    <a:pt x="385" y="309"/>
                    <a:pt x="387" y="309"/>
                    <a:pt x="388" y="308"/>
                  </a:cubicBezTo>
                  <a:cubicBezTo>
                    <a:pt x="390" y="308"/>
                    <a:pt x="391" y="307"/>
                    <a:pt x="392" y="307"/>
                  </a:cubicBezTo>
                  <a:cubicBezTo>
                    <a:pt x="398" y="307"/>
                    <a:pt x="401" y="311"/>
                    <a:pt x="406" y="311"/>
                  </a:cubicBezTo>
                  <a:cubicBezTo>
                    <a:pt x="412" y="311"/>
                    <a:pt x="414" y="308"/>
                    <a:pt x="420" y="306"/>
                  </a:cubicBezTo>
                  <a:cubicBezTo>
                    <a:pt x="420" y="306"/>
                    <a:pt x="420" y="306"/>
                    <a:pt x="420" y="306"/>
                  </a:cubicBezTo>
                  <a:cubicBezTo>
                    <a:pt x="417" y="298"/>
                    <a:pt x="413" y="294"/>
                    <a:pt x="406" y="291"/>
                  </a:cubicBezTo>
                  <a:cubicBezTo>
                    <a:pt x="399" y="290"/>
                    <a:pt x="393" y="293"/>
                    <a:pt x="388" y="288"/>
                  </a:cubicBezTo>
                  <a:cubicBezTo>
                    <a:pt x="385" y="285"/>
                    <a:pt x="386" y="280"/>
                    <a:pt x="383" y="277"/>
                  </a:cubicBezTo>
                  <a:cubicBezTo>
                    <a:pt x="380" y="275"/>
                    <a:pt x="377" y="276"/>
                    <a:pt x="374" y="274"/>
                  </a:cubicBezTo>
                  <a:cubicBezTo>
                    <a:pt x="370" y="271"/>
                    <a:pt x="369" y="269"/>
                    <a:pt x="366" y="264"/>
                  </a:cubicBezTo>
                  <a:cubicBezTo>
                    <a:pt x="364" y="261"/>
                    <a:pt x="363" y="259"/>
                    <a:pt x="361" y="256"/>
                  </a:cubicBezTo>
                  <a:cubicBezTo>
                    <a:pt x="366" y="252"/>
                    <a:pt x="368" y="249"/>
                    <a:pt x="374" y="245"/>
                  </a:cubicBezTo>
                  <a:cubicBezTo>
                    <a:pt x="376" y="244"/>
                    <a:pt x="378" y="243"/>
                    <a:pt x="380" y="242"/>
                  </a:cubicBezTo>
                  <a:cubicBezTo>
                    <a:pt x="382" y="241"/>
                    <a:pt x="385" y="240"/>
                    <a:pt x="385" y="237"/>
                  </a:cubicBezTo>
                  <a:cubicBezTo>
                    <a:pt x="385" y="232"/>
                    <a:pt x="379" y="230"/>
                    <a:pt x="379" y="224"/>
                  </a:cubicBezTo>
                  <a:cubicBezTo>
                    <a:pt x="379" y="222"/>
                    <a:pt x="382" y="222"/>
                    <a:pt x="383" y="220"/>
                  </a:cubicBezTo>
                  <a:cubicBezTo>
                    <a:pt x="385" y="217"/>
                    <a:pt x="386" y="215"/>
                    <a:pt x="387" y="212"/>
                  </a:cubicBezTo>
                  <a:cubicBezTo>
                    <a:pt x="397" y="214"/>
                    <a:pt x="402" y="221"/>
                    <a:pt x="412" y="221"/>
                  </a:cubicBezTo>
                  <a:cubicBezTo>
                    <a:pt x="416" y="221"/>
                    <a:pt x="418" y="217"/>
                    <a:pt x="421" y="217"/>
                  </a:cubicBezTo>
                  <a:cubicBezTo>
                    <a:pt x="423" y="217"/>
                    <a:pt x="423" y="220"/>
                    <a:pt x="424" y="221"/>
                  </a:cubicBezTo>
                  <a:cubicBezTo>
                    <a:pt x="426" y="224"/>
                    <a:pt x="428" y="226"/>
                    <a:pt x="431" y="227"/>
                  </a:cubicBezTo>
                  <a:cubicBezTo>
                    <a:pt x="435" y="228"/>
                    <a:pt x="437" y="230"/>
                    <a:pt x="441" y="230"/>
                  </a:cubicBezTo>
                  <a:cubicBezTo>
                    <a:pt x="444" y="230"/>
                    <a:pt x="445" y="230"/>
                    <a:pt x="447" y="229"/>
                  </a:cubicBezTo>
                  <a:cubicBezTo>
                    <a:pt x="451" y="227"/>
                    <a:pt x="452" y="224"/>
                    <a:pt x="454" y="220"/>
                  </a:cubicBezTo>
                  <a:cubicBezTo>
                    <a:pt x="456" y="216"/>
                    <a:pt x="458" y="214"/>
                    <a:pt x="460" y="210"/>
                  </a:cubicBezTo>
                  <a:cubicBezTo>
                    <a:pt x="462" y="205"/>
                    <a:pt x="463" y="202"/>
                    <a:pt x="464" y="197"/>
                  </a:cubicBezTo>
                  <a:cubicBezTo>
                    <a:pt x="465" y="195"/>
                    <a:pt x="465" y="193"/>
                    <a:pt x="466" y="191"/>
                  </a:cubicBezTo>
                  <a:cubicBezTo>
                    <a:pt x="467" y="190"/>
                    <a:pt x="466" y="189"/>
                    <a:pt x="467" y="189"/>
                  </a:cubicBezTo>
                  <a:cubicBezTo>
                    <a:pt x="468" y="188"/>
                    <a:pt x="469" y="189"/>
                    <a:pt x="470" y="188"/>
                  </a:cubicBezTo>
                  <a:cubicBezTo>
                    <a:pt x="480" y="190"/>
                    <a:pt x="480" y="190"/>
                    <a:pt x="480" y="190"/>
                  </a:cubicBezTo>
                  <a:cubicBezTo>
                    <a:pt x="485" y="189"/>
                    <a:pt x="487" y="184"/>
                    <a:pt x="488" y="178"/>
                  </a:cubicBezTo>
                  <a:cubicBezTo>
                    <a:pt x="490" y="173"/>
                    <a:pt x="490" y="170"/>
                    <a:pt x="492" y="164"/>
                  </a:cubicBezTo>
                  <a:cubicBezTo>
                    <a:pt x="495" y="158"/>
                    <a:pt x="500" y="156"/>
                    <a:pt x="505" y="152"/>
                  </a:cubicBezTo>
                  <a:cubicBezTo>
                    <a:pt x="508" y="149"/>
                    <a:pt x="513" y="147"/>
                    <a:pt x="513" y="142"/>
                  </a:cubicBezTo>
                  <a:cubicBezTo>
                    <a:pt x="513" y="136"/>
                    <a:pt x="504" y="136"/>
                    <a:pt x="504" y="130"/>
                  </a:cubicBezTo>
                  <a:cubicBezTo>
                    <a:pt x="504" y="128"/>
                    <a:pt x="505" y="127"/>
                    <a:pt x="506" y="126"/>
                  </a:cubicBezTo>
                  <a:cubicBezTo>
                    <a:pt x="508" y="122"/>
                    <a:pt x="509" y="120"/>
                    <a:pt x="509" y="116"/>
                  </a:cubicBezTo>
                  <a:cubicBezTo>
                    <a:pt x="509" y="116"/>
                    <a:pt x="509" y="116"/>
                    <a:pt x="509" y="116"/>
                  </a:cubicBezTo>
                  <a:cubicBezTo>
                    <a:pt x="504" y="114"/>
                    <a:pt x="502" y="112"/>
                    <a:pt x="497" y="112"/>
                  </a:cubicBezTo>
                  <a:cubicBezTo>
                    <a:pt x="492" y="112"/>
                    <a:pt x="489" y="112"/>
                    <a:pt x="484" y="112"/>
                  </a:cubicBezTo>
                  <a:cubicBezTo>
                    <a:pt x="482" y="112"/>
                    <a:pt x="481" y="112"/>
                    <a:pt x="480" y="111"/>
                  </a:cubicBezTo>
                  <a:cubicBezTo>
                    <a:pt x="474" y="110"/>
                    <a:pt x="470" y="107"/>
                    <a:pt x="466" y="103"/>
                  </a:cubicBezTo>
                  <a:cubicBezTo>
                    <a:pt x="464" y="102"/>
                    <a:pt x="464" y="100"/>
                    <a:pt x="462" y="99"/>
                  </a:cubicBezTo>
                  <a:cubicBezTo>
                    <a:pt x="461" y="98"/>
                    <a:pt x="460" y="97"/>
                    <a:pt x="458" y="96"/>
                  </a:cubicBezTo>
                  <a:cubicBezTo>
                    <a:pt x="456" y="96"/>
                    <a:pt x="454" y="97"/>
                    <a:pt x="452" y="97"/>
                  </a:cubicBezTo>
                  <a:cubicBezTo>
                    <a:pt x="447" y="97"/>
                    <a:pt x="446" y="91"/>
                    <a:pt x="446" y="87"/>
                  </a:cubicBezTo>
                  <a:cubicBezTo>
                    <a:pt x="439" y="87"/>
                    <a:pt x="439" y="87"/>
                    <a:pt x="439" y="87"/>
                  </a:cubicBezTo>
                  <a:cubicBezTo>
                    <a:pt x="423" y="89"/>
                    <a:pt x="423" y="89"/>
                    <a:pt x="423" y="89"/>
                  </a:cubicBezTo>
                  <a:cubicBezTo>
                    <a:pt x="413" y="89"/>
                    <a:pt x="413" y="89"/>
                    <a:pt x="413" y="89"/>
                  </a:cubicBezTo>
                  <a:cubicBezTo>
                    <a:pt x="410" y="89"/>
                    <a:pt x="407" y="89"/>
                    <a:pt x="405" y="86"/>
                  </a:cubicBezTo>
                  <a:cubicBezTo>
                    <a:pt x="403" y="84"/>
                    <a:pt x="404" y="82"/>
                    <a:pt x="404" y="80"/>
                  </a:cubicBezTo>
                  <a:cubicBezTo>
                    <a:pt x="398" y="81"/>
                    <a:pt x="395" y="82"/>
                    <a:pt x="390" y="82"/>
                  </a:cubicBezTo>
                  <a:cubicBezTo>
                    <a:pt x="386" y="82"/>
                    <a:pt x="384" y="83"/>
                    <a:pt x="380" y="83"/>
                  </a:cubicBezTo>
                  <a:cubicBezTo>
                    <a:pt x="379" y="83"/>
                    <a:pt x="378" y="83"/>
                    <a:pt x="377" y="83"/>
                  </a:cubicBezTo>
                  <a:cubicBezTo>
                    <a:pt x="377" y="83"/>
                    <a:pt x="377" y="83"/>
                    <a:pt x="377" y="83"/>
                  </a:cubicBezTo>
                  <a:cubicBezTo>
                    <a:pt x="374" y="84"/>
                    <a:pt x="372" y="84"/>
                    <a:pt x="369" y="84"/>
                  </a:cubicBezTo>
                  <a:cubicBezTo>
                    <a:pt x="365" y="85"/>
                    <a:pt x="363" y="86"/>
                    <a:pt x="359" y="86"/>
                  </a:cubicBezTo>
                  <a:cubicBezTo>
                    <a:pt x="354" y="87"/>
                    <a:pt x="350" y="87"/>
                    <a:pt x="345" y="87"/>
                  </a:cubicBezTo>
                  <a:cubicBezTo>
                    <a:pt x="341" y="88"/>
                    <a:pt x="339" y="89"/>
                    <a:pt x="335" y="89"/>
                  </a:cubicBezTo>
                  <a:cubicBezTo>
                    <a:pt x="332" y="89"/>
                    <a:pt x="330" y="89"/>
                    <a:pt x="329" y="87"/>
                  </a:cubicBezTo>
                  <a:cubicBezTo>
                    <a:pt x="328" y="84"/>
                    <a:pt x="328" y="82"/>
                    <a:pt x="326" y="79"/>
                  </a:cubicBezTo>
                  <a:cubicBezTo>
                    <a:pt x="325" y="75"/>
                    <a:pt x="323" y="73"/>
                    <a:pt x="323" y="69"/>
                  </a:cubicBezTo>
                  <a:cubicBezTo>
                    <a:pt x="323" y="64"/>
                    <a:pt x="322" y="62"/>
                    <a:pt x="321" y="57"/>
                  </a:cubicBezTo>
                  <a:cubicBezTo>
                    <a:pt x="321" y="56"/>
                    <a:pt x="321" y="54"/>
                    <a:pt x="321" y="53"/>
                  </a:cubicBezTo>
                  <a:cubicBezTo>
                    <a:pt x="320" y="50"/>
                    <a:pt x="318" y="48"/>
                    <a:pt x="316" y="45"/>
                  </a:cubicBezTo>
                  <a:cubicBezTo>
                    <a:pt x="312" y="42"/>
                    <a:pt x="312" y="37"/>
                    <a:pt x="307" y="34"/>
                  </a:cubicBezTo>
                  <a:cubicBezTo>
                    <a:pt x="303" y="32"/>
                    <a:pt x="300" y="32"/>
                    <a:pt x="295" y="32"/>
                  </a:cubicBezTo>
                  <a:cubicBezTo>
                    <a:pt x="285" y="31"/>
                    <a:pt x="279" y="28"/>
                    <a:pt x="269" y="28"/>
                  </a:cubicBezTo>
                  <a:cubicBezTo>
                    <a:pt x="269" y="23"/>
                    <a:pt x="268" y="20"/>
                    <a:pt x="266" y="15"/>
                  </a:cubicBezTo>
                  <a:cubicBezTo>
                    <a:pt x="265" y="11"/>
                    <a:pt x="266" y="7"/>
                    <a:pt x="263" y="4"/>
                  </a:cubicBezTo>
                  <a:cubicBezTo>
                    <a:pt x="262" y="3"/>
                    <a:pt x="260" y="3"/>
                    <a:pt x="259" y="2"/>
                  </a:cubicBezTo>
                  <a:cubicBezTo>
                    <a:pt x="257" y="1"/>
                    <a:pt x="255" y="0"/>
                    <a:pt x="253" y="0"/>
                  </a:cubicBezTo>
                  <a:cubicBezTo>
                    <a:pt x="252" y="0"/>
                    <a:pt x="252" y="1"/>
                    <a:pt x="251" y="1"/>
                  </a:cubicBezTo>
                  <a:cubicBezTo>
                    <a:pt x="248" y="3"/>
                    <a:pt x="248" y="6"/>
                    <a:pt x="246" y="8"/>
                  </a:cubicBezTo>
                  <a:cubicBezTo>
                    <a:pt x="244" y="10"/>
                    <a:pt x="242" y="10"/>
                    <a:pt x="240" y="10"/>
                  </a:cubicBezTo>
                  <a:cubicBezTo>
                    <a:pt x="232" y="11"/>
                    <a:pt x="228" y="14"/>
                    <a:pt x="222" y="19"/>
                  </a:cubicBezTo>
                  <a:cubicBezTo>
                    <a:pt x="223" y="24"/>
                    <a:pt x="222" y="27"/>
                    <a:pt x="223" y="32"/>
                  </a:cubicBezTo>
                  <a:cubicBezTo>
                    <a:pt x="224" y="35"/>
                    <a:pt x="225" y="37"/>
                    <a:pt x="226" y="40"/>
                  </a:cubicBezTo>
                  <a:cubicBezTo>
                    <a:pt x="227" y="42"/>
                    <a:pt x="230" y="43"/>
                    <a:pt x="230" y="46"/>
                  </a:cubicBezTo>
                  <a:cubicBezTo>
                    <a:pt x="230" y="49"/>
                    <a:pt x="227" y="50"/>
                    <a:pt x="225" y="51"/>
                  </a:cubicBezTo>
                  <a:cubicBezTo>
                    <a:pt x="222" y="54"/>
                    <a:pt x="220" y="55"/>
                    <a:pt x="218" y="58"/>
                  </a:cubicBezTo>
                  <a:cubicBezTo>
                    <a:pt x="215" y="61"/>
                    <a:pt x="212" y="63"/>
                    <a:pt x="208" y="64"/>
                  </a:cubicBezTo>
                  <a:cubicBezTo>
                    <a:pt x="206" y="64"/>
                    <a:pt x="205" y="65"/>
                    <a:pt x="204" y="65"/>
                  </a:cubicBezTo>
                  <a:cubicBezTo>
                    <a:pt x="203" y="65"/>
                    <a:pt x="202" y="63"/>
                    <a:pt x="201" y="63"/>
                  </a:cubicBezTo>
                  <a:cubicBezTo>
                    <a:pt x="201" y="63"/>
                    <a:pt x="201" y="63"/>
                    <a:pt x="201" y="63"/>
                  </a:cubicBezTo>
                  <a:cubicBezTo>
                    <a:pt x="192" y="67"/>
                    <a:pt x="192" y="67"/>
                    <a:pt x="192" y="67"/>
                  </a:cubicBezTo>
                  <a:cubicBezTo>
                    <a:pt x="187" y="66"/>
                    <a:pt x="185" y="65"/>
                    <a:pt x="181" y="65"/>
                  </a:cubicBezTo>
                  <a:cubicBezTo>
                    <a:pt x="177" y="65"/>
                    <a:pt x="174" y="64"/>
                    <a:pt x="171" y="67"/>
                  </a:cubicBezTo>
                  <a:cubicBezTo>
                    <a:pt x="170" y="68"/>
                    <a:pt x="171" y="69"/>
                    <a:pt x="171" y="70"/>
                  </a:cubicBezTo>
                  <a:cubicBezTo>
                    <a:pt x="171" y="74"/>
                    <a:pt x="171" y="76"/>
                    <a:pt x="172" y="79"/>
                  </a:cubicBezTo>
                  <a:cubicBezTo>
                    <a:pt x="173" y="81"/>
                    <a:pt x="175" y="82"/>
                    <a:pt x="176" y="83"/>
                  </a:cubicBezTo>
                  <a:cubicBezTo>
                    <a:pt x="176" y="85"/>
                    <a:pt x="176" y="85"/>
                    <a:pt x="176" y="85"/>
                  </a:cubicBezTo>
                  <a:cubicBezTo>
                    <a:pt x="173" y="86"/>
                    <a:pt x="172" y="86"/>
                    <a:pt x="169" y="87"/>
                  </a:cubicBezTo>
                  <a:cubicBezTo>
                    <a:pt x="167" y="88"/>
                    <a:pt x="165" y="89"/>
                    <a:pt x="162" y="89"/>
                  </a:cubicBezTo>
                  <a:cubicBezTo>
                    <a:pt x="159" y="89"/>
                    <a:pt x="158" y="87"/>
                    <a:pt x="155" y="87"/>
                  </a:cubicBezTo>
                  <a:cubicBezTo>
                    <a:pt x="152" y="87"/>
                    <a:pt x="152" y="90"/>
                    <a:pt x="151" y="92"/>
                  </a:cubicBezTo>
                  <a:cubicBezTo>
                    <a:pt x="151" y="94"/>
                    <a:pt x="150" y="96"/>
                    <a:pt x="150" y="98"/>
                  </a:cubicBezTo>
                  <a:cubicBezTo>
                    <a:pt x="149" y="101"/>
                    <a:pt x="148" y="104"/>
                    <a:pt x="146" y="104"/>
                  </a:cubicBezTo>
                  <a:cubicBezTo>
                    <a:pt x="142" y="104"/>
                    <a:pt x="142" y="99"/>
                    <a:pt x="141" y="95"/>
                  </a:cubicBezTo>
                  <a:cubicBezTo>
                    <a:pt x="139" y="91"/>
                    <a:pt x="137" y="86"/>
                    <a:pt x="133" y="86"/>
                  </a:cubicBezTo>
                  <a:cubicBezTo>
                    <a:pt x="131" y="86"/>
                    <a:pt x="130" y="87"/>
                    <a:pt x="128" y="88"/>
                  </a:cubicBezTo>
                  <a:cubicBezTo>
                    <a:pt x="126" y="84"/>
                    <a:pt x="129" y="80"/>
                    <a:pt x="125" y="77"/>
                  </a:cubicBezTo>
                  <a:cubicBezTo>
                    <a:pt x="122" y="76"/>
                    <a:pt x="120" y="76"/>
                    <a:pt x="117" y="75"/>
                  </a:cubicBezTo>
                  <a:cubicBezTo>
                    <a:pt x="115" y="75"/>
                    <a:pt x="114" y="74"/>
                    <a:pt x="112" y="74"/>
                  </a:cubicBezTo>
                  <a:cubicBezTo>
                    <a:pt x="110" y="74"/>
                    <a:pt x="108" y="75"/>
                    <a:pt x="107" y="76"/>
                  </a:cubicBezTo>
                  <a:cubicBezTo>
                    <a:pt x="106" y="78"/>
                    <a:pt x="107" y="80"/>
                    <a:pt x="105" y="80"/>
                  </a:cubicBezTo>
                  <a:cubicBezTo>
                    <a:pt x="101" y="80"/>
                    <a:pt x="100" y="78"/>
                    <a:pt x="97" y="77"/>
                  </a:cubicBezTo>
                  <a:cubicBezTo>
                    <a:pt x="94" y="76"/>
                    <a:pt x="92" y="77"/>
                    <a:pt x="89" y="76"/>
                  </a:cubicBezTo>
                  <a:cubicBezTo>
                    <a:pt x="86" y="75"/>
                    <a:pt x="85" y="74"/>
                    <a:pt x="83" y="72"/>
                  </a:cubicBezTo>
                  <a:cubicBezTo>
                    <a:pt x="78" y="70"/>
                    <a:pt x="74" y="69"/>
                    <a:pt x="71" y="64"/>
                  </a:cubicBezTo>
                  <a:cubicBezTo>
                    <a:pt x="69" y="60"/>
                    <a:pt x="69" y="56"/>
                    <a:pt x="67" y="51"/>
                  </a:cubicBezTo>
                  <a:cubicBezTo>
                    <a:pt x="66" y="49"/>
                    <a:pt x="64" y="48"/>
                    <a:pt x="62" y="45"/>
                  </a:cubicBezTo>
                  <a:cubicBezTo>
                    <a:pt x="59" y="41"/>
                    <a:pt x="58" y="38"/>
                    <a:pt x="55" y="33"/>
                  </a:cubicBezTo>
                  <a:cubicBezTo>
                    <a:pt x="54" y="31"/>
                    <a:pt x="53" y="30"/>
                    <a:pt x="52" y="28"/>
                  </a:cubicBezTo>
                  <a:cubicBezTo>
                    <a:pt x="52" y="27"/>
                    <a:pt x="52" y="26"/>
                    <a:pt x="51" y="24"/>
                  </a:cubicBezTo>
                  <a:cubicBezTo>
                    <a:pt x="49" y="22"/>
                    <a:pt x="46" y="22"/>
                    <a:pt x="43" y="20"/>
                  </a:cubicBezTo>
                  <a:cubicBezTo>
                    <a:pt x="39" y="19"/>
                    <a:pt x="36" y="16"/>
                    <a:pt x="31" y="16"/>
                  </a:cubicBezTo>
                  <a:cubicBezTo>
                    <a:pt x="27" y="16"/>
                    <a:pt x="26" y="20"/>
                    <a:pt x="21" y="20"/>
                  </a:cubicBezTo>
                  <a:cubicBezTo>
                    <a:pt x="18" y="20"/>
                    <a:pt x="17" y="16"/>
                    <a:pt x="13" y="16"/>
                  </a:cubicBezTo>
                  <a:cubicBezTo>
                    <a:pt x="11" y="16"/>
                    <a:pt x="10" y="19"/>
                    <a:pt x="7" y="20"/>
                  </a:cubicBezTo>
                  <a:cubicBezTo>
                    <a:pt x="5" y="21"/>
                    <a:pt x="1" y="22"/>
                    <a:pt x="1" y="25"/>
                  </a:cubicBezTo>
                  <a:cubicBezTo>
                    <a:pt x="1" y="27"/>
                    <a:pt x="2" y="29"/>
                    <a:pt x="2" y="31"/>
                  </a:cubicBezTo>
                  <a:cubicBezTo>
                    <a:pt x="3" y="36"/>
                    <a:pt x="3" y="38"/>
                    <a:pt x="4" y="42"/>
                  </a:cubicBezTo>
                  <a:cubicBezTo>
                    <a:pt x="5" y="46"/>
                    <a:pt x="7" y="48"/>
                    <a:pt x="7" y="52"/>
                  </a:cubicBezTo>
                  <a:cubicBezTo>
                    <a:pt x="7" y="58"/>
                    <a:pt x="5" y="61"/>
                    <a:pt x="4" y="66"/>
                  </a:cubicBezTo>
                  <a:cubicBezTo>
                    <a:pt x="4" y="69"/>
                    <a:pt x="4" y="71"/>
                    <a:pt x="3" y="73"/>
                  </a:cubicBezTo>
                  <a:cubicBezTo>
                    <a:pt x="2" y="76"/>
                    <a:pt x="0" y="77"/>
                    <a:pt x="0" y="80"/>
                  </a:cubicBezTo>
                  <a:cubicBezTo>
                    <a:pt x="0" y="82"/>
                    <a:pt x="2" y="83"/>
                    <a:pt x="4" y="85"/>
                  </a:cubicBezTo>
                  <a:cubicBezTo>
                    <a:pt x="5" y="86"/>
                    <a:pt x="6" y="87"/>
                    <a:pt x="7" y="88"/>
                  </a:cubicBezTo>
                  <a:cubicBezTo>
                    <a:pt x="10" y="92"/>
                    <a:pt x="12" y="95"/>
                    <a:pt x="15" y="98"/>
                  </a:cubicBezTo>
                  <a:cubicBezTo>
                    <a:pt x="15" y="98"/>
                    <a:pt x="15" y="98"/>
                    <a:pt x="15" y="98"/>
                  </a:cubicBezTo>
                  <a:cubicBezTo>
                    <a:pt x="19" y="99"/>
                    <a:pt x="22" y="100"/>
                    <a:pt x="26" y="102"/>
                  </a:cubicBezTo>
                  <a:cubicBezTo>
                    <a:pt x="27" y="103"/>
                    <a:pt x="29" y="103"/>
                    <a:pt x="30" y="104"/>
                  </a:cubicBezTo>
                  <a:cubicBezTo>
                    <a:pt x="31" y="105"/>
                    <a:pt x="31" y="106"/>
                    <a:pt x="32" y="108"/>
                  </a:cubicBezTo>
                  <a:cubicBezTo>
                    <a:pt x="33" y="111"/>
                    <a:pt x="36" y="113"/>
                    <a:pt x="38" y="116"/>
                  </a:cubicBezTo>
                  <a:cubicBezTo>
                    <a:pt x="41" y="120"/>
                    <a:pt x="43" y="123"/>
                    <a:pt x="45" y="128"/>
                  </a:cubicBezTo>
                  <a:cubicBezTo>
                    <a:pt x="46" y="130"/>
                    <a:pt x="47" y="132"/>
                    <a:pt x="48" y="134"/>
                  </a:cubicBezTo>
                  <a:cubicBezTo>
                    <a:pt x="50" y="137"/>
                    <a:pt x="51" y="139"/>
                    <a:pt x="52" y="142"/>
                  </a:cubicBezTo>
                  <a:cubicBezTo>
                    <a:pt x="56" y="152"/>
                    <a:pt x="55" y="159"/>
                    <a:pt x="58" y="169"/>
                  </a:cubicBezTo>
                  <a:cubicBezTo>
                    <a:pt x="59" y="171"/>
                    <a:pt x="61" y="171"/>
                    <a:pt x="61" y="173"/>
                  </a:cubicBezTo>
                  <a:cubicBezTo>
                    <a:pt x="64" y="180"/>
                    <a:pt x="66" y="184"/>
                    <a:pt x="68" y="191"/>
                  </a:cubicBezTo>
                  <a:cubicBezTo>
                    <a:pt x="68" y="192"/>
                    <a:pt x="69" y="193"/>
                    <a:pt x="69" y="195"/>
                  </a:cubicBezTo>
                  <a:cubicBezTo>
                    <a:pt x="69" y="210"/>
                    <a:pt x="69" y="210"/>
                    <a:pt x="69" y="210"/>
                  </a:cubicBezTo>
                  <a:cubicBezTo>
                    <a:pt x="69" y="211"/>
                    <a:pt x="70" y="211"/>
                    <a:pt x="70" y="212"/>
                  </a:cubicBezTo>
                  <a:cubicBezTo>
                    <a:pt x="70" y="213"/>
                    <a:pt x="70" y="215"/>
                    <a:pt x="70" y="216"/>
                  </a:cubicBezTo>
                  <a:cubicBezTo>
                    <a:pt x="72" y="227"/>
                    <a:pt x="76" y="232"/>
                    <a:pt x="76" y="243"/>
                  </a:cubicBezTo>
                  <a:cubicBezTo>
                    <a:pt x="76" y="246"/>
                    <a:pt x="75" y="248"/>
                    <a:pt x="74" y="250"/>
                  </a:cubicBezTo>
                  <a:cubicBezTo>
                    <a:pt x="74" y="253"/>
                    <a:pt x="74" y="255"/>
                    <a:pt x="74" y="257"/>
                  </a:cubicBezTo>
                  <a:cubicBezTo>
                    <a:pt x="74" y="264"/>
                    <a:pt x="74" y="268"/>
                    <a:pt x="75" y="274"/>
                  </a:cubicBezTo>
                  <a:cubicBezTo>
                    <a:pt x="76" y="278"/>
                    <a:pt x="79" y="280"/>
                    <a:pt x="80" y="28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29"/>
            <p:cNvSpPr>
              <a:spLocks/>
            </p:cNvSpPr>
            <p:nvPr/>
          </p:nvSpPr>
          <p:spPr bwMode="auto">
            <a:xfrm>
              <a:off x="4029076" y="3651250"/>
              <a:ext cx="709613" cy="723900"/>
            </a:xfrm>
            <a:custGeom>
              <a:avLst/>
              <a:gdLst/>
              <a:ahLst/>
              <a:cxnLst>
                <a:cxn ang="0">
                  <a:pos x="352" y="85"/>
                </a:cxn>
                <a:cxn ang="0">
                  <a:pos x="323" y="85"/>
                </a:cxn>
                <a:cxn ang="0">
                  <a:pos x="301" y="90"/>
                </a:cxn>
                <a:cxn ang="0">
                  <a:pos x="280" y="100"/>
                </a:cxn>
                <a:cxn ang="0">
                  <a:pos x="315" y="123"/>
                </a:cxn>
                <a:cxn ang="0">
                  <a:pos x="319" y="145"/>
                </a:cxn>
                <a:cxn ang="0">
                  <a:pos x="314" y="179"/>
                </a:cxn>
                <a:cxn ang="0">
                  <a:pos x="326" y="210"/>
                </a:cxn>
                <a:cxn ang="0">
                  <a:pos x="319" y="239"/>
                </a:cxn>
                <a:cxn ang="0">
                  <a:pos x="347" y="249"/>
                </a:cxn>
                <a:cxn ang="0">
                  <a:pos x="379" y="256"/>
                </a:cxn>
                <a:cxn ang="0">
                  <a:pos x="396" y="280"/>
                </a:cxn>
                <a:cxn ang="0">
                  <a:pos x="375" y="289"/>
                </a:cxn>
                <a:cxn ang="0">
                  <a:pos x="360" y="297"/>
                </a:cxn>
                <a:cxn ang="0">
                  <a:pos x="335" y="309"/>
                </a:cxn>
                <a:cxn ang="0">
                  <a:pos x="305" y="322"/>
                </a:cxn>
                <a:cxn ang="0">
                  <a:pos x="256" y="337"/>
                </a:cxn>
                <a:cxn ang="0">
                  <a:pos x="229" y="326"/>
                </a:cxn>
                <a:cxn ang="0">
                  <a:pos x="211" y="341"/>
                </a:cxn>
                <a:cxn ang="0">
                  <a:pos x="187" y="363"/>
                </a:cxn>
                <a:cxn ang="0">
                  <a:pos x="193" y="404"/>
                </a:cxn>
                <a:cxn ang="0">
                  <a:pos x="169" y="393"/>
                </a:cxn>
                <a:cxn ang="0">
                  <a:pos x="158" y="375"/>
                </a:cxn>
                <a:cxn ang="0">
                  <a:pos x="112" y="382"/>
                </a:cxn>
                <a:cxn ang="0">
                  <a:pos x="101" y="359"/>
                </a:cxn>
                <a:cxn ang="0">
                  <a:pos x="85" y="332"/>
                </a:cxn>
                <a:cxn ang="0">
                  <a:pos x="75" y="307"/>
                </a:cxn>
                <a:cxn ang="0">
                  <a:pos x="56" y="273"/>
                </a:cxn>
                <a:cxn ang="0">
                  <a:pos x="50" y="255"/>
                </a:cxn>
                <a:cxn ang="0">
                  <a:pos x="10" y="261"/>
                </a:cxn>
                <a:cxn ang="0">
                  <a:pos x="4" y="238"/>
                </a:cxn>
                <a:cxn ang="0">
                  <a:pos x="21" y="192"/>
                </a:cxn>
                <a:cxn ang="0">
                  <a:pos x="41" y="168"/>
                </a:cxn>
                <a:cxn ang="0">
                  <a:pos x="53" y="104"/>
                </a:cxn>
                <a:cxn ang="0">
                  <a:pos x="41" y="74"/>
                </a:cxn>
                <a:cxn ang="0">
                  <a:pos x="28" y="55"/>
                </a:cxn>
                <a:cxn ang="0">
                  <a:pos x="33" y="37"/>
                </a:cxn>
                <a:cxn ang="0">
                  <a:pos x="50" y="37"/>
                </a:cxn>
                <a:cxn ang="0">
                  <a:pos x="54" y="9"/>
                </a:cxn>
                <a:cxn ang="0">
                  <a:pos x="66" y="5"/>
                </a:cxn>
                <a:cxn ang="0">
                  <a:pos x="79" y="40"/>
                </a:cxn>
                <a:cxn ang="0">
                  <a:pos x="91" y="19"/>
                </a:cxn>
                <a:cxn ang="0">
                  <a:pos x="108" y="27"/>
                </a:cxn>
                <a:cxn ang="0">
                  <a:pos x="135" y="61"/>
                </a:cxn>
                <a:cxn ang="0">
                  <a:pos x="161" y="92"/>
                </a:cxn>
                <a:cxn ang="0">
                  <a:pos x="181" y="137"/>
                </a:cxn>
                <a:cxn ang="0">
                  <a:pos x="208" y="152"/>
                </a:cxn>
                <a:cxn ang="0">
                  <a:pos x="242" y="143"/>
                </a:cxn>
                <a:cxn ang="0">
                  <a:pos x="244" y="96"/>
                </a:cxn>
                <a:cxn ang="0">
                  <a:pos x="273" y="57"/>
                </a:cxn>
                <a:cxn ang="0">
                  <a:pos x="292" y="37"/>
                </a:cxn>
                <a:cxn ang="0">
                  <a:pos x="311" y="46"/>
                </a:cxn>
                <a:cxn ang="0">
                  <a:pos x="327" y="62"/>
                </a:cxn>
                <a:cxn ang="0">
                  <a:pos x="356" y="66"/>
                </a:cxn>
              </a:cxnLst>
              <a:rect l="0" t="0" r="r" b="b"/>
              <a:pathLst>
                <a:path w="396" h="404">
                  <a:moveTo>
                    <a:pt x="366" y="80"/>
                  </a:moveTo>
                  <a:cubicBezTo>
                    <a:pt x="364" y="81"/>
                    <a:pt x="365" y="80"/>
                    <a:pt x="363" y="80"/>
                  </a:cubicBezTo>
                  <a:cubicBezTo>
                    <a:pt x="361" y="81"/>
                    <a:pt x="359" y="80"/>
                    <a:pt x="357" y="81"/>
                  </a:cubicBezTo>
                  <a:cubicBezTo>
                    <a:pt x="355" y="82"/>
                    <a:pt x="354" y="84"/>
                    <a:pt x="352" y="85"/>
                  </a:cubicBezTo>
                  <a:cubicBezTo>
                    <a:pt x="349" y="88"/>
                    <a:pt x="346" y="89"/>
                    <a:pt x="342" y="89"/>
                  </a:cubicBezTo>
                  <a:cubicBezTo>
                    <a:pt x="339" y="90"/>
                    <a:pt x="338" y="91"/>
                    <a:pt x="336" y="91"/>
                  </a:cubicBezTo>
                  <a:cubicBezTo>
                    <a:pt x="324" y="91"/>
                    <a:pt x="324" y="91"/>
                    <a:pt x="324" y="91"/>
                  </a:cubicBezTo>
                  <a:cubicBezTo>
                    <a:pt x="323" y="89"/>
                    <a:pt x="323" y="88"/>
                    <a:pt x="323" y="85"/>
                  </a:cubicBezTo>
                  <a:cubicBezTo>
                    <a:pt x="322" y="85"/>
                    <a:pt x="321" y="85"/>
                    <a:pt x="320" y="85"/>
                  </a:cubicBezTo>
                  <a:cubicBezTo>
                    <a:pt x="319" y="85"/>
                    <a:pt x="318" y="87"/>
                    <a:pt x="317" y="87"/>
                  </a:cubicBezTo>
                  <a:cubicBezTo>
                    <a:pt x="314" y="90"/>
                    <a:pt x="312" y="92"/>
                    <a:pt x="307" y="92"/>
                  </a:cubicBezTo>
                  <a:cubicBezTo>
                    <a:pt x="305" y="92"/>
                    <a:pt x="303" y="92"/>
                    <a:pt x="301" y="90"/>
                  </a:cubicBezTo>
                  <a:cubicBezTo>
                    <a:pt x="299" y="88"/>
                    <a:pt x="299" y="83"/>
                    <a:pt x="295" y="83"/>
                  </a:cubicBezTo>
                  <a:cubicBezTo>
                    <a:pt x="293" y="83"/>
                    <a:pt x="293" y="86"/>
                    <a:pt x="291" y="88"/>
                  </a:cubicBezTo>
                  <a:cubicBezTo>
                    <a:pt x="290" y="90"/>
                    <a:pt x="289" y="91"/>
                    <a:pt x="287" y="92"/>
                  </a:cubicBezTo>
                  <a:cubicBezTo>
                    <a:pt x="284" y="95"/>
                    <a:pt x="280" y="96"/>
                    <a:pt x="280" y="100"/>
                  </a:cubicBezTo>
                  <a:cubicBezTo>
                    <a:pt x="280" y="103"/>
                    <a:pt x="281" y="103"/>
                    <a:pt x="282" y="105"/>
                  </a:cubicBezTo>
                  <a:cubicBezTo>
                    <a:pt x="283" y="109"/>
                    <a:pt x="282" y="112"/>
                    <a:pt x="282" y="115"/>
                  </a:cubicBezTo>
                  <a:cubicBezTo>
                    <a:pt x="283" y="121"/>
                    <a:pt x="285" y="125"/>
                    <a:pt x="289" y="129"/>
                  </a:cubicBezTo>
                  <a:cubicBezTo>
                    <a:pt x="315" y="123"/>
                    <a:pt x="315" y="123"/>
                    <a:pt x="315" y="123"/>
                  </a:cubicBezTo>
                  <a:cubicBezTo>
                    <a:pt x="318" y="124"/>
                    <a:pt x="319" y="126"/>
                    <a:pt x="321" y="128"/>
                  </a:cubicBezTo>
                  <a:cubicBezTo>
                    <a:pt x="323" y="132"/>
                    <a:pt x="326" y="134"/>
                    <a:pt x="326" y="138"/>
                  </a:cubicBezTo>
                  <a:cubicBezTo>
                    <a:pt x="326" y="140"/>
                    <a:pt x="323" y="140"/>
                    <a:pt x="322" y="141"/>
                  </a:cubicBezTo>
                  <a:cubicBezTo>
                    <a:pt x="320" y="142"/>
                    <a:pt x="320" y="144"/>
                    <a:pt x="319" y="145"/>
                  </a:cubicBezTo>
                  <a:cubicBezTo>
                    <a:pt x="317" y="148"/>
                    <a:pt x="316" y="150"/>
                    <a:pt x="316" y="152"/>
                  </a:cubicBezTo>
                  <a:cubicBezTo>
                    <a:pt x="316" y="154"/>
                    <a:pt x="317" y="155"/>
                    <a:pt x="317" y="157"/>
                  </a:cubicBezTo>
                  <a:cubicBezTo>
                    <a:pt x="317" y="165"/>
                    <a:pt x="309" y="168"/>
                    <a:pt x="309" y="175"/>
                  </a:cubicBezTo>
                  <a:cubicBezTo>
                    <a:pt x="309" y="178"/>
                    <a:pt x="312" y="178"/>
                    <a:pt x="314" y="179"/>
                  </a:cubicBezTo>
                  <a:cubicBezTo>
                    <a:pt x="316" y="181"/>
                    <a:pt x="317" y="183"/>
                    <a:pt x="319" y="184"/>
                  </a:cubicBezTo>
                  <a:cubicBezTo>
                    <a:pt x="320" y="186"/>
                    <a:pt x="322" y="186"/>
                    <a:pt x="323" y="188"/>
                  </a:cubicBezTo>
                  <a:cubicBezTo>
                    <a:pt x="325" y="193"/>
                    <a:pt x="327" y="196"/>
                    <a:pt x="327" y="201"/>
                  </a:cubicBezTo>
                  <a:cubicBezTo>
                    <a:pt x="327" y="204"/>
                    <a:pt x="328" y="207"/>
                    <a:pt x="326" y="210"/>
                  </a:cubicBezTo>
                  <a:cubicBezTo>
                    <a:pt x="326" y="211"/>
                    <a:pt x="325" y="210"/>
                    <a:pt x="324" y="211"/>
                  </a:cubicBezTo>
                  <a:cubicBezTo>
                    <a:pt x="321" y="216"/>
                    <a:pt x="320" y="219"/>
                    <a:pt x="318" y="225"/>
                  </a:cubicBezTo>
                  <a:cubicBezTo>
                    <a:pt x="318" y="222"/>
                    <a:pt x="318" y="222"/>
                    <a:pt x="318" y="222"/>
                  </a:cubicBezTo>
                  <a:cubicBezTo>
                    <a:pt x="319" y="239"/>
                    <a:pt x="319" y="239"/>
                    <a:pt x="319" y="239"/>
                  </a:cubicBezTo>
                  <a:cubicBezTo>
                    <a:pt x="321" y="239"/>
                    <a:pt x="323" y="239"/>
                    <a:pt x="325" y="239"/>
                  </a:cubicBezTo>
                  <a:cubicBezTo>
                    <a:pt x="330" y="239"/>
                    <a:pt x="333" y="238"/>
                    <a:pt x="339" y="238"/>
                  </a:cubicBezTo>
                  <a:cubicBezTo>
                    <a:pt x="342" y="238"/>
                    <a:pt x="346" y="238"/>
                    <a:pt x="347" y="241"/>
                  </a:cubicBezTo>
                  <a:cubicBezTo>
                    <a:pt x="348" y="244"/>
                    <a:pt x="347" y="246"/>
                    <a:pt x="347" y="249"/>
                  </a:cubicBezTo>
                  <a:cubicBezTo>
                    <a:pt x="348" y="251"/>
                    <a:pt x="349" y="252"/>
                    <a:pt x="351" y="253"/>
                  </a:cubicBezTo>
                  <a:cubicBezTo>
                    <a:pt x="354" y="256"/>
                    <a:pt x="357" y="258"/>
                    <a:pt x="362" y="258"/>
                  </a:cubicBezTo>
                  <a:cubicBezTo>
                    <a:pt x="365" y="258"/>
                    <a:pt x="367" y="257"/>
                    <a:pt x="369" y="256"/>
                  </a:cubicBezTo>
                  <a:cubicBezTo>
                    <a:pt x="373" y="256"/>
                    <a:pt x="375" y="256"/>
                    <a:pt x="379" y="256"/>
                  </a:cubicBezTo>
                  <a:cubicBezTo>
                    <a:pt x="382" y="256"/>
                    <a:pt x="384" y="254"/>
                    <a:pt x="387" y="254"/>
                  </a:cubicBezTo>
                  <a:cubicBezTo>
                    <a:pt x="390" y="254"/>
                    <a:pt x="390" y="257"/>
                    <a:pt x="391" y="259"/>
                  </a:cubicBezTo>
                  <a:cubicBezTo>
                    <a:pt x="392" y="263"/>
                    <a:pt x="394" y="264"/>
                    <a:pt x="395" y="267"/>
                  </a:cubicBezTo>
                  <a:cubicBezTo>
                    <a:pt x="396" y="272"/>
                    <a:pt x="396" y="275"/>
                    <a:pt x="396" y="280"/>
                  </a:cubicBezTo>
                  <a:cubicBezTo>
                    <a:pt x="396" y="282"/>
                    <a:pt x="394" y="283"/>
                    <a:pt x="392" y="284"/>
                  </a:cubicBezTo>
                  <a:cubicBezTo>
                    <a:pt x="391" y="284"/>
                    <a:pt x="390" y="285"/>
                    <a:pt x="388" y="285"/>
                  </a:cubicBezTo>
                  <a:cubicBezTo>
                    <a:pt x="386" y="285"/>
                    <a:pt x="385" y="283"/>
                    <a:pt x="382" y="283"/>
                  </a:cubicBezTo>
                  <a:cubicBezTo>
                    <a:pt x="379" y="283"/>
                    <a:pt x="377" y="287"/>
                    <a:pt x="375" y="289"/>
                  </a:cubicBezTo>
                  <a:cubicBezTo>
                    <a:pt x="372" y="295"/>
                    <a:pt x="370" y="298"/>
                    <a:pt x="365" y="303"/>
                  </a:cubicBezTo>
                  <a:cubicBezTo>
                    <a:pt x="365" y="303"/>
                    <a:pt x="365" y="303"/>
                    <a:pt x="365" y="303"/>
                  </a:cubicBezTo>
                  <a:cubicBezTo>
                    <a:pt x="365" y="303"/>
                    <a:pt x="365" y="303"/>
                    <a:pt x="365" y="303"/>
                  </a:cubicBezTo>
                  <a:cubicBezTo>
                    <a:pt x="363" y="301"/>
                    <a:pt x="362" y="299"/>
                    <a:pt x="360" y="297"/>
                  </a:cubicBezTo>
                  <a:cubicBezTo>
                    <a:pt x="359" y="295"/>
                    <a:pt x="358" y="293"/>
                    <a:pt x="356" y="293"/>
                  </a:cubicBezTo>
                  <a:cubicBezTo>
                    <a:pt x="353" y="293"/>
                    <a:pt x="352" y="297"/>
                    <a:pt x="348" y="298"/>
                  </a:cubicBezTo>
                  <a:cubicBezTo>
                    <a:pt x="347" y="299"/>
                    <a:pt x="346" y="299"/>
                    <a:pt x="344" y="299"/>
                  </a:cubicBezTo>
                  <a:cubicBezTo>
                    <a:pt x="340" y="302"/>
                    <a:pt x="337" y="304"/>
                    <a:pt x="335" y="309"/>
                  </a:cubicBezTo>
                  <a:cubicBezTo>
                    <a:pt x="333" y="314"/>
                    <a:pt x="329" y="315"/>
                    <a:pt x="324" y="317"/>
                  </a:cubicBezTo>
                  <a:cubicBezTo>
                    <a:pt x="322" y="319"/>
                    <a:pt x="320" y="320"/>
                    <a:pt x="318" y="321"/>
                  </a:cubicBezTo>
                  <a:cubicBezTo>
                    <a:pt x="315" y="322"/>
                    <a:pt x="314" y="324"/>
                    <a:pt x="311" y="324"/>
                  </a:cubicBezTo>
                  <a:cubicBezTo>
                    <a:pt x="308" y="324"/>
                    <a:pt x="307" y="322"/>
                    <a:pt x="305" y="322"/>
                  </a:cubicBezTo>
                  <a:cubicBezTo>
                    <a:pt x="299" y="322"/>
                    <a:pt x="296" y="325"/>
                    <a:pt x="290" y="327"/>
                  </a:cubicBezTo>
                  <a:cubicBezTo>
                    <a:pt x="288" y="328"/>
                    <a:pt x="287" y="329"/>
                    <a:pt x="285" y="329"/>
                  </a:cubicBezTo>
                  <a:cubicBezTo>
                    <a:pt x="279" y="329"/>
                    <a:pt x="277" y="324"/>
                    <a:pt x="271" y="324"/>
                  </a:cubicBezTo>
                  <a:cubicBezTo>
                    <a:pt x="263" y="324"/>
                    <a:pt x="263" y="333"/>
                    <a:pt x="256" y="337"/>
                  </a:cubicBezTo>
                  <a:cubicBezTo>
                    <a:pt x="255" y="337"/>
                    <a:pt x="255" y="338"/>
                    <a:pt x="253" y="338"/>
                  </a:cubicBezTo>
                  <a:cubicBezTo>
                    <a:pt x="250" y="338"/>
                    <a:pt x="247" y="337"/>
                    <a:pt x="244" y="335"/>
                  </a:cubicBezTo>
                  <a:cubicBezTo>
                    <a:pt x="243" y="334"/>
                    <a:pt x="243" y="332"/>
                    <a:pt x="241" y="331"/>
                  </a:cubicBezTo>
                  <a:cubicBezTo>
                    <a:pt x="237" y="328"/>
                    <a:pt x="234" y="328"/>
                    <a:pt x="229" y="326"/>
                  </a:cubicBezTo>
                  <a:cubicBezTo>
                    <a:pt x="228" y="325"/>
                    <a:pt x="227" y="324"/>
                    <a:pt x="225" y="324"/>
                  </a:cubicBezTo>
                  <a:cubicBezTo>
                    <a:pt x="221" y="324"/>
                    <a:pt x="221" y="329"/>
                    <a:pt x="219" y="332"/>
                  </a:cubicBezTo>
                  <a:cubicBezTo>
                    <a:pt x="218" y="336"/>
                    <a:pt x="214" y="339"/>
                    <a:pt x="211" y="341"/>
                  </a:cubicBezTo>
                  <a:cubicBezTo>
                    <a:pt x="211" y="341"/>
                    <a:pt x="211" y="341"/>
                    <a:pt x="211" y="341"/>
                  </a:cubicBezTo>
                  <a:cubicBezTo>
                    <a:pt x="205" y="341"/>
                    <a:pt x="202" y="340"/>
                    <a:pt x="196" y="340"/>
                  </a:cubicBezTo>
                  <a:cubicBezTo>
                    <a:pt x="192" y="341"/>
                    <a:pt x="190" y="341"/>
                    <a:pt x="187" y="340"/>
                  </a:cubicBezTo>
                  <a:cubicBezTo>
                    <a:pt x="187" y="344"/>
                    <a:pt x="188" y="346"/>
                    <a:pt x="188" y="350"/>
                  </a:cubicBezTo>
                  <a:cubicBezTo>
                    <a:pt x="188" y="355"/>
                    <a:pt x="187" y="358"/>
                    <a:pt x="187" y="363"/>
                  </a:cubicBezTo>
                  <a:cubicBezTo>
                    <a:pt x="187" y="366"/>
                    <a:pt x="188" y="368"/>
                    <a:pt x="190" y="370"/>
                  </a:cubicBezTo>
                  <a:cubicBezTo>
                    <a:pt x="191" y="372"/>
                    <a:pt x="194" y="373"/>
                    <a:pt x="194" y="375"/>
                  </a:cubicBezTo>
                  <a:cubicBezTo>
                    <a:pt x="194" y="379"/>
                    <a:pt x="191" y="381"/>
                    <a:pt x="191" y="385"/>
                  </a:cubicBezTo>
                  <a:cubicBezTo>
                    <a:pt x="191" y="392"/>
                    <a:pt x="192" y="396"/>
                    <a:pt x="193" y="404"/>
                  </a:cubicBezTo>
                  <a:cubicBezTo>
                    <a:pt x="190" y="404"/>
                    <a:pt x="189" y="403"/>
                    <a:pt x="187" y="402"/>
                  </a:cubicBezTo>
                  <a:cubicBezTo>
                    <a:pt x="184" y="401"/>
                    <a:pt x="183" y="398"/>
                    <a:pt x="180" y="398"/>
                  </a:cubicBezTo>
                  <a:cubicBezTo>
                    <a:pt x="177" y="398"/>
                    <a:pt x="177" y="401"/>
                    <a:pt x="175" y="402"/>
                  </a:cubicBezTo>
                  <a:cubicBezTo>
                    <a:pt x="172" y="400"/>
                    <a:pt x="171" y="397"/>
                    <a:pt x="169" y="393"/>
                  </a:cubicBezTo>
                  <a:cubicBezTo>
                    <a:pt x="168" y="390"/>
                    <a:pt x="167" y="388"/>
                    <a:pt x="166" y="385"/>
                  </a:cubicBezTo>
                  <a:cubicBezTo>
                    <a:pt x="166" y="385"/>
                    <a:pt x="166" y="385"/>
                    <a:pt x="166" y="385"/>
                  </a:cubicBezTo>
                  <a:cubicBezTo>
                    <a:pt x="164" y="382"/>
                    <a:pt x="162" y="381"/>
                    <a:pt x="161" y="378"/>
                  </a:cubicBezTo>
                  <a:cubicBezTo>
                    <a:pt x="160" y="377"/>
                    <a:pt x="160" y="375"/>
                    <a:pt x="158" y="375"/>
                  </a:cubicBezTo>
                  <a:cubicBezTo>
                    <a:pt x="152" y="375"/>
                    <a:pt x="150" y="380"/>
                    <a:pt x="144" y="383"/>
                  </a:cubicBezTo>
                  <a:cubicBezTo>
                    <a:pt x="138" y="386"/>
                    <a:pt x="134" y="388"/>
                    <a:pt x="127" y="388"/>
                  </a:cubicBezTo>
                  <a:cubicBezTo>
                    <a:pt x="124" y="388"/>
                    <a:pt x="122" y="387"/>
                    <a:pt x="120" y="386"/>
                  </a:cubicBezTo>
                  <a:cubicBezTo>
                    <a:pt x="116" y="386"/>
                    <a:pt x="114" y="385"/>
                    <a:pt x="112" y="382"/>
                  </a:cubicBezTo>
                  <a:cubicBezTo>
                    <a:pt x="110" y="380"/>
                    <a:pt x="110" y="378"/>
                    <a:pt x="109" y="374"/>
                  </a:cubicBezTo>
                  <a:cubicBezTo>
                    <a:pt x="108" y="372"/>
                    <a:pt x="106" y="371"/>
                    <a:pt x="106" y="368"/>
                  </a:cubicBezTo>
                  <a:cubicBezTo>
                    <a:pt x="105" y="365"/>
                    <a:pt x="107" y="363"/>
                    <a:pt x="105" y="360"/>
                  </a:cubicBezTo>
                  <a:cubicBezTo>
                    <a:pt x="104" y="359"/>
                    <a:pt x="102" y="359"/>
                    <a:pt x="101" y="359"/>
                  </a:cubicBezTo>
                  <a:cubicBezTo>
                    <a:pt x="98" y="358"/>
                    <a:pt x="97" y="357"/>
                    <a:pt x="95" y="357"/>
                  </a:cubicBezTo>
                  <a:cubicBezTo>
                    <a:pt x="85" y="357"/>
                    <a:pt x="85" y="357"/>
                    <a:pt x="85" y="357"/>
                  </a:cubicBezTo>
                  <a:cubicBezTo>
                    <a:pt x="81" y="357"/>
                    <a:pt x="77" y="356"/>
                    <a:pt x="77" y="352"/>
                  </a:cubicBezTo>
                  <a:cubicBezTo>
                    <a:pt x="77" y="344"/>
                    <a:pt x="85" y="340"/>
                    <a:pt x="85" y="332"/>
                  </a:cubicBezTo>
                  <a:cubicBezTo>
                    <a:pt x="85" y="329"/>
                    <a:pt x="83" y="328"/>
                    <a:pt x="83" y="325"/>
                  </a:cubicBezTo>
                  <a:cubicBezTo>
                    <a:pt x="83" y="323"/>
                    <a:pt x="83" y="322"/>
                    <a:pt x="84" y="320"/>
                  </a:cubicBezTo>
                  <a:cubicBezTo>
                    <a:pt x="85" y="318"/>
                    <a:pt x="89" y="318"/>
                    <a:pt x="89" y="315"/>
                  </a:cubicBezTo>
                  <a:cubicBezTo>
                    <a:pt x="89" y="309"/>
                    <a:pt x="81" y="308"/>
                    <a:pt x="75" y="307"/>
                  </a:cubicBezTo>
                  <a:cubicBezTo>
                    <a:pt x="71" y="306"/>
                    <a:pt x="70" y="305"/>
                    <a:pt x="67" y="303"/>
                  </a:cubicBezTo>
                  <a:cubicBezTo>
                    <a:pt x="65" y="302"/>
                    <a:pt x="62" y="301"/>
                    <a:pt x="61" y="299"/>
                  </a:cubicBezTo>
                  <a:cubicBezTo>
                    <a:pt x="57" y="294"/>
                    <a:pt x="58" y="289"/>
                    <a:pt x="58" y="283"/>
                  </a:cubicBezTo>
                  <a:cubicBezTo>
                    <a:pt x="58" y="279"/>
                    <a:pt x="57" y="277"/>
                    <a:pt x="56" y="273"/>
                  </a:cubicBezTo>
                  <a:cubicBezTo>
                    <a:pt x="55" y="270"/>
                    <a:pt x="53" y="269"/>
                    <a:pt x="53" y="266"/>
                  </a:cubicBezTo>
                  <a:cubicBezTo>
                    <a:pt x="53" y="263"/>
                    <a:pt x="55" y="261"/>
                    <a:pt x="55" y="258"/>
                  </a:cubicBezTo>
                  <a:cubicBezTo>
                    <a:pt x="55" y="257"/>
                    <a:pt x="54" y="256"/>
                    <a:pt x="54" y="256"/>
                  </a:cubicBezTo>
                  <a:cubicBezTo>
                    <a:pt x="53" y="255"/>
                    <a:pt x="52" y="255"/>
                    <a:pt x="50" y="255"/>
                  </a:cubicBezTo>
                  <a:cubicBezTo>
                    <a:pt x="48" y="255"/>
                    <a:pt x="47" y="256"/>
                    <a:pt x="45" y="256"/>
                  </a:cubicBezTo>
                  <a:cubicBezTo>
                    <a:pt x="39" y="256"/>
                    <a:pt x="35" y="254"/>
                    <a:pt x="29" y="254"/>
                  </a:cubicBezTo>
                  <a:cubicBezTo>
                    <a:pt x="24" y="254"/>
                    <a:pt x="21" y="256"/>
                    <a:pt x="16" y="258"/>
                  </a:cubicBezTo>
                  <a:cubicBezTo>
                    <a:pt x="14" y="259"/>
                    <a:pt x="12" y="260"/>
                    <a:pt x="10" y="261"/>
                  </a:cubicBezTo>
                  <a:cubicBezTo>
                    <a:pt x="8" y="264"/>
                    <a:pt x="7" y="267"/>
                    <a:pt x="3" y="268"/>
                  </a:cubicBezTo>
                  <a:cubicBezTo>
                    <a:pt x="3" y="256"/>
                    <a:pt x="3" y="256"/>
                    <a:pt x="3" y="256"/>
                  </a:cubicBezTo>
                  <a:cubicBezTo>
                    <a:pt x="3" y="251"/>
                    <a:pt x="6" y="249"/>
                    <a:pt x="6" y="244"/>
                  </a:cubicBezTo>
                  <a:cubicBezTo>
                    <a:pt x="6" y="241"/>
                    <a:pt x="5" y="240"/>
                    <a:pt x="4" y="238"/>
                  </a:cubicBezTo>
                  <a:cubicBezTo>
                    <a:pt x="2" y="236"/>
                    <a:pt x="0" y="235"/>
                    <a:pt x="0" y="233"/>
                  </a:cubicBezTo>
                  <a:cubicBezTo>
                    <a:pt x="0" y="226"/>
                    <a:pt x="3" y="223"/>
                    <a:pt x="5" y="217"/>
                  </a:cubicBezTo>
                  <a:cubicBezTo>
                    <a:pt x="7" y="212"/>
                    <a:pt x="7" y="208"/>
                    <a:pt x="10" y="204"/>
                  </a:cubicBezTo>
                  <a:cubicBezTo>
                    <a:pt x="15" y="199"/>
                    <a:pt x="16" y="196"/>
                    <a:pt x="21" y="192"/>
                  </a:cubicBezTo>
                  <a:cubicBezTo>
                    <a:pt x="22" y="191"/>
                    <a:pt x="23" y="192"/>
                    <a:pt x="23" y="191"/>
                  </a:cubicBezTo>
                  <a:cubicBezTo>
                    <a:pt x="26" y="188"/>
                    <a:pt x="27" y="183"/>
                    <a:pt x="31" y="182"/>
                  </a:cubicBezTo>
                  <a:cubicBezTo>
                    <a:pt x="32" y="181"/>
                    <a:pt x="34" y="182"/>
                    <a:pt x="35" y="181"/>
                  </a:cubicBezTo>
                  <a:cubicBezTo>
                    <a:pt x="39" y="178"/>
                    <a:pt x="39" y="173"/>
                    <a:pt x="41" y="168"/>
                  </a:cubicBezTo>
                  <a:cubicBezTo>
                    <a:pt x="44" y="162"/>
                    <a:pt x="45" y="158"/>
                    <a:pt x="46" y="152"/>
                  </a:cubicBezTo>
                  <a:cubicBezTo>
                    <a:pt x="48" y="139"/>
                    <a:pt x="55" y="132"/>
                    <a:pt x="55" y="119"/>
                  </a:cubicBezTo>
                  <a:cubicBezTo>
                    <a:pt x="55" y="114"/>
                    <a:pt x="55" y="112"/>
                    <a:pt x="54" y="107"/>
                  </a:cubicBezTo>
                  <a:cubicBezTo>
                    <a:pt x="54" y="106"/>
                    <a:pt x="53" y="105"/>
                    <a:pt x="53" y="104"/>
                  </a:cubicBezTo>
                  <a:cubicBezTo>
                    <a:pt x="53" y="85"/>
                    <a:pt x="53" y="85"/>
                    <a:pt x="53" y="85"/>
                  </a:cubicBezTo>
                  <a:cubicBezTo>
                    <a:pt x="53" y="84"/>
                    <a:pt x="52" y="83"/>
                    <a:pt x="52" y="81"/>
                  </a:cubicBezTo>
                  <a:cubicBezTo>
                    <a:pt x="50" y="78"/>
                    <a:pt x="48" y="77"/>
                    <a:pt x="45" y="75"/>
                  </a:cubicBezTo>
                  <a:cubicBezTo>
                    <a:pt x="44" y="75"/>
                    <a:pt x="43" y="74"/>
                    <a:pt x="41" y="74"/>
                  </a:cubicBezTo>
                  <a:cubicBezTo>
                    <a:pt x="39" y="74"/>
                    <a:pt x="38" y="78"/>
                    <a:pt x="35" y="78"/>
                  </a:cubicBezTo>
                  <a:cubicBezTo>
                    <a:pt x="34" y="78"/>
                    <a:pt x="34" y="77"/>
                    <a:pt x="32" y="77"/>
                  </a:cubicBezTo>
                  <a:cubicBezTo>
                    <a:pt x="32" y="71"/>
                    <a:pt x="32" y="67"/>
                    <a:pt x="30" y="61"/>
                  </a:cubicBezTo>
                  <a:cubicBezTo>
                    <a:pt x="29" y="59"/>
                    <a:pt x="28" y="57"/>
                    <a:pt x="28" y="55"/>
                  </a:cubicBezTo>
                  <a:cubicBezTo>
                    <a:pt x="28" y="44"/>
                    <a:pt x="28" y="44"/>
                    <a:pt x="28" y="44"/>
                  </a:cubicBezTo>
                  <a:cubicBezTo>
                    <a:pt x="28" y="43"/>
                    <a:pt x="28" y="43"/>
                    <a:pt x="27" y="42"/>
                  </a:cubicBezTo>
                  <a:cubicBezTo>
                    <a:pt x="27" y="42"/>
                    <a:pt x="27" y="42"/>
                    <a:pt x="27" y="42"/>
                  </a:cubicBezTo>
                  <a:cubicBezTo>
                    <a:pt x="29" y="40"/>
                    <a:pt x="30" y="37"/>
                    <a:pt x="33" y="37"/>
                  </a:cubicBezTo>
                  <a:cubicBezTo>
                    <a:pt x="35" y="37"/>
                    <a:pt x="35" y="39"/>
                    <a:pt x="37" y="40"/>
                  </a:cubicBezTo>
                  <a:cubicBezTo>
                    <a:pt x="40" y="42"/>
                    <a:pt x="43" y="43"/>
                    <a:pt x="47" y="44"/>
                  </a:cubicBezTo>
                  <a:cubicBezTo>
                    <a:pt x="50" y="44"/>
                    <a:pt x="50" y="44"/>
                    <a:pt x="50" y="44"/>
                  </a:cubicBezTo>
                  <a:cubicBezTo>
                    <a:pt x="50" y="37"/>
                    <a:pt x="50" y="37"/>
                    <a:pt x="50" y="37"/>
                  </a:cubicBezTo>
                  <a:cubicBezTo>
                    <a:pt x="50" y="32"/>
                    <a:pt x="49" y="30"/>
                    <a:pt x="49" y="25"/>
                  </a:cubicBezTo>
                  <a:cubicBezTo>
                    <a:pt x="49" y="6"/>
                    <a:pt x="49" y="6"/>
                    <a:pt x="49" y="6"/>
                  </a:cubicBezTo>
                  <a:cubicBezTo>
                    <a:pt x="50" y="6"/>
                    <a:pt x="50" y="5"/>
                    <a:pt x="51" y="5"/>
                  </a:cubicBezTo>
                  <a:cubicBezTo>
                    <a:pt x="53" y="5"/>
                    <a:pt x="53" y="8"/>
                    <a:pt x="54" y="9"/>
                  </a:cubicBezTo>
                  <a:cubicBezTo>
                    <a:pt x="56" y="11"/>
                    <a:pt x="58" y="12"/>
                    <a:pt x="60" y="12"/>
                  </a:cubicBezTo>
                  <a:cubicBezTo>
                    <a:pt x="61" y="12"/>
                    <a:pt x="61" y="11"/>
                    <a:pt x="62" y="10"/>
                  </a:cubicBezTo>
                  <a:cubicBezTo>
                    <a:pt x="62" y="10"/>
                    <a:pt x="62" y="9"/>
                    <a:pt x="62" y="8"/>
                  </a:cubicBezTo>
                  <a:cubicBezTo>
                    <a:pt x="63" y="7"/>
                    <a:pt x="64" y="6"/>
                    <a:pt x="66" y="5"/>
                  </a:cubicBezTo>
                  <a:cubicBezTo>
                    <a:pt x="68" y="3"/>
                    <a:pt x="69" y="2"/>
                    <a:pt x="71" y="0"/>
                  </a:cubicBezTo>
                  <a:cubicBezTo>
                    <a:pt x="71" y="0"/>
                    <a:pt x="71" y="0"/>
                    <a:pt x="71" y="0"/>
                  </a:cubicBezTo>
                  <a:cubicBezTo>
                    <a:pt x="71" y="18"/>
                    <a:pt x="71" y="18"/>
                    <a:pt x="71" y="18"/>
                  </a:cubicBezTo>
                  <a:cubicBezTo>
                    <a:pt x="79" y="40"/>
                    <a:pt x="79" y="40"/>
                    <a:pt x="79" y="40"/>
                  </a:cubicBezTo>
                  <a:cubicBezTo>
                    <a:pt x="80" y="39"/>
                    <a:pt x="81" y="40"/>
                    <a:pt x="81" y="39"/>
                  </a:cubicBezTo>
                  <a:cubicBezTo>
                    <a:pt x="82" y="36"/>
                    <a:pt x="81" y="34"/>
                    <a:pt x="81" y="31"/>
                  </a:cubicBezTo>
                  <a:cubicBezTo>
                    <a:pt x="82" y="29"/>
                    <a:pt x="83" y="28"/>
                    <a:pt x="84" y="27"/>
                  </a:cubicBezTo>
                  <a:cubicBezTo>
                    <a:pt x="87" y="24"/>
                    <a:pt x="88" y="22"/>
                    <a:pt x="91" y="19"/>
                  </a:cubicBezTo>
                  <a:cubicBezTo>
                    <a:pt x="92" y="17"/>
                    <a:pt x="93" y="16"/>
                    <a:pt x="95" y="15"/>
                  </a:cubicBezTo>
                  <a:cubicBezTo>
                    <a:pt x="96" y="15"/>
                    <a:pt x="96" y="14"/>
                    <a:pt x="97" y="14"/>
                  </a:cubicBezTo>
                  <a:cubicBezTo>
                    <a:pt x="100" y="14"/>
                    <a:pt x="100" y="17"/>
                    <a:pt x="102" y="19"/>
                  </a:cubicBezTo>
                  <a:cubicBezTo>
                    <a:pt x="105" y="22"/>
                    <a:pt x="106" y="24"/>
                    <a:pt x="108" y="27"/>
                  </a:cubicBezTo>
                  <a:cubicBezTo>
                    <a:pt x="110" y="32"/>
                    <a:pt x="112" y="36"/>
                    <a:pt x="112" y="41"/>
                  </a:cubicBezTo>
                  <a:cubicBezTo>
                    <a:pt x="112" y="48"/>
                    <a:pt x="116" y="50"/>
                    <a:pt x="119" y="55"/>
                  </a:cubicBezTo>
                  <a:cubicBezTo>
                    <a:pt x="121" y="59"/>
                    <a:pt x="123" y="62"/>
                    <a:pt x="127" y="62"/>
                  </a:cubicBezTo>
                  <a:cubicBezTo>
                    <a:pt x="130" y="62"/>
                    <a:pt x="132" y="61"/>
                    <a:pt x="135" y="61"/>
                  </a:cubicBezTo>
                  <a:cubicBezTo>
                    <a:pt x="136" y="61"/>
                    <a:pt x="137" y="61"/>
                    <a:pt x="139" y="61"/>
                  </a:cubicBezTo>
                  <a:cubicBezTo>
                    <a:pt x="141" y="62"/>
                    <a:pt x="142" y="65"/>
                    <a:pt x="143" y="67"/>
                  </a:cubicBezTo>
                  <a:cubicBezTo>
                    <a:pt x="145" y="70"/>
                    <a:pt x="147" y="71"/>
                    <a:pt x="149" y="74"/>
                  </a:cubicBezTo>
                  <a:cubicBezTo>
                    <a:pt x="154" y="81"/>
                    <a:pt x="156" y="85"/>
                    <a:pt x="161" y="92"/>
                  </a:cubicBezTo>
                  <a:cubicBezTo>
                    <a:pt x="165" y="99"/>
                    <a:pt x="168" y="103"/>
                    <a:pt x="172" y="110"/>
                  </a:cubicBezTo>
                  <a:cubicBezTo>
                    <a:pt x="174" y="114"/>
                    <a:pt x="175" y="117"/>
                    <a:pt x="178" y="120"/>
                  </a:cubicBezTo>
                  <a:cubicBezTo>
                    <a:pt x="179" y="123"/>
                    <a:pt x="181" y="124"/>
                    <a:pt x="181" y="126"/>
                  </a:cubicBezTo>
                  <a:cubicBezTo>
                    <a:pt x="181" y="137"/>
                    <a:pt x="181" y="137"/>
                    <a:pt x="181" y="137"/>
                  </a:cubicBezTo>
                  <a:cubicBezTo>
                    <a:pt x="181" y="137"/>
                    <a:pt x="182" y="138"/>
                    <a:pt x="182" y="138"/>
                  </a:cubicBezTo>
                  <a:cubicBezTo>
                    <a:pt x="185" y="143"/>
                    <a:pt x="189" y="143"/>
                    <a:pt x="192" y="147"/>
                  </a:cubicBezTo>
                  <a:cubicBezTo>
                    <a:pt x="195" y="151"/>
                    <a:pt x="197" y="155"/>
                    <a:pt x="201" y="155"/>
                  </a:cubicBezTo>
                  <a:cubicBezTo>
                    <a:pt x="204" y="155"/>
                    <a:pt x="206" y="154"/>
                    <a:pt x="208" y="152"/>
                  </a:cubicBezTo>
                  <a:cubicBezTo>
                    <a:pt x="212" y="150"/>
                    <a:pt x="215" y="149"/>
                    <a:pt x="219" y="147"/>
                  </a:cubicBezTo>
                  <a:cubicBezTo>
                    <a:pt x="222" y="146"/>
                    <a:pt x="224" y="144"/>
                    <a:pt x="227" y="144"/>
                  </a:cubicBezTo>
                  <a:cubicBezTo>
                    <a:pt x="230" y="144"/>
                    <a:pt x="231" y="148"/>
                    <a:pt x="233" y="148"/>
                  </a:cubicBezTo>
                  <a:cubicBezTo>
                    <a:pt x="237" y="148"/>
                    <a:pt x="239" y="145"/>
                    <a:pt x="242" y="143"/>
                  </a:cubicBezTo>
                  <a:cubicBezTo>
                    <a:pt x="250" y="139"/>
                    <a:pt x="253" y="133"/>
                    <a:pt x="253" y="124"/>
                  </a:cubicBezTo>
                  <a:cubicBezTo>
                    <a:pt x="253" y="122"/>
                    <a:pt x="252" y="121"/>
                    <a:pt x="251" y="118"/>
                  </a:cubicBezTo>
                  <a:cubicBezTo>
                    <a:pt x="249" y="114"/>
                    <a:pt x="249" y="111"/>
                    <a:pt x="247" y="106"/>
                  </a:cubicBezTo>
                  <a:cubicBezTo>
                    <a:pt x="246" y="103"/>
                    <a:pt x="244" y="100"/>
                    <a:pt x="244" y="96"/>
                  </a:cubicBezTo>
                  <a:cubicBezTo>
                    <a:pt x="244" y="92"/>
                    <a:pt x="249" y="91"/>
                    <a:pt x="252" y="89"/>
                  </a:cubicBezTo>
                  <a:cubicBezTo>
                    <a:pt x="255" y="88"/>
                    <a:pt x="256" y="86"/>
                    <a:pt x="258" y="84"/>
                  </a:cubicBezTo>
                  <a:cubicBezTo>
                    <a:pt x="260" y="82"/>
                    <a:pt x="262" y="82"/>
                    <a:pt x="264" y="79"/>
                  </a:cubicBezTo>
                  <a:cubicBezTo>
                    <a:pt x="269" y="72"/>
                    <a:pt x="271" y="66"/>
                    <a:pt x="273" y="57"/>
                  </a:cubicBezTo>
                  <a:cubicBezTo>
                    <a:pt x="273" y="55"/>
                    <a:pt x="274" y="53"/>
                    <a:pt x="274" y="51"/>
                  </a:cubicBezTo>
                  <a:cubicBezTo>
                    <a:pt x="275" y="49"/>
                    <a:pt x="274" y="46"/>
                    <a:pt x="276" y="45"/>
                  </a:cubicBezTo>
                  <a:cubicBezTo>
                    <a:pt x="278" y="43"/>
                    <a:pt x="281" y="44"/>
                    <a:pt x="284" y="42"/>
                  </a:cubicBezTo>
                  <a:cubicBezTo>
                    <a:pt x="287" y="41"/>
                    <a:pt x="289" y="39"/>
                    <a:pt x="292" y="37"/>
                  </a:cubicBezTo>
                  <a:cubicBezTo>
                    <a:pt x="298" y="34"/>
                    <a:pt x="301" y="32"/>
                    <a:pt x="308" y="29"/>
                  </a:cubicBezTo>
                  <a:cubicBezTo>
                    <a:pt x="308" y="30"/>
                    <a:pt x="309" y="30"/>
                    <a:pt x="309" y="31"/>
                  </a:cubicBezTo>
                  <a:cubicBezTo>
                    <a:pt x="309" y="32"/>
                    <a:pt x="309" y="33"/>
                    <a:pt x="309" y="33"/>
                  </a:cubicBezTo>
                  <a:cubicBezTo>
                    <a:pt x="309" y="38"/>
                    <a:pt x="310" y="41"/>
                    <a:pt x="311" y="46"/>
                  </a:cubicBezTo>
                  <a:cubicBezTo>
                    <a:pt x="311" y="48"/>
                    <a:pt x="311" y="50"/>
                    <a:pt x="312" y="52"/>
                  </a:cubicBezTo>
                  <a:cubicBezTo>
                    <a:pt x="313" y="54"/>
                    <a:pt x="314" y="56"/>
                    <a:pt x="316" y="58"/>
                  </a:cubicBezTo>
                  <a:cubicBezTo>
                    <a:pt x="316" y="58"/>
                    <a:pt x="317" y="58"/>
                    <a:pt x="318" y="58"/>
                  </a:cubicBezTo>
                  <a:cubicBezTo>
                    <a:pt x="321" y="60"/>
                    <a:pt x="323" y="62"/>
                    <a:pt x="327" y="62"/>
                  </a:cubicBezTo>
                  <a:cubicBezTo>
                    <a:pt x="332" y="62"/>
                    <a:pt x="335" y="61"/>
                    <a:pt x="338" y="58"/>
                  </a:cubicBezTo>
                  <a:cubicBezTo>
                    <a:pt x="340" y="56"/>
                    <a:pt x="342" y="54"/>
                    <a:pt x="344" y="54"/>
                  </a:cubicBezTo>
                  <a:cubicBezTo>
                    <a:pt x="347" y="54"/>
                    <a:pt x="347" y="56"/>
                    <a:pt x="349" y="58"/>
                  </a:cubicBezTo>
                  <a:cubicBezTo>
                    <a:pt x="351" y="62"/>
                    <a:pt x="354" y="63"/>
                    <a:pt x="356" y="66"/>
                  </a:cubicBezTo>
                  <a:cubicBezTo>
                    <a:pt x="359" y="71"/>
                    <a:pt x="362" y="75"/>
                    <a:pt x="366" y="8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0"/>
            <p:cNvSpPr>
              <a:spLocks/>
            </p:cNvSpPr>
            <p:nvPr/>
          </p:nvSpPr>
          <p:spPr bwMode="auto">
            <a:xfrm>
              <a:off x="4598988" y="3903663"/>
              <a:ext cx="622300" cy="444500"/>
            </a:xfrm>
            <a:custGeom>
              <a:avLst/>
              <a:gdLst/>
              <a:ahLst/>
              <a:cxnLst>
                <a:cxn ang="0">
                  <a:pos x="236" y="23"/>
                </a:cxn>
                <a:cxn ang="0">
                  <a:pos x="255" y="14"/>
                </a:cxn>
                <a:cxn ang="0">
                  <a:pos x="274" y="13"/>
                </a:cxn>
                <a:cxn ang="0">
                  <a:pos x="289" y="0"/>
                </a:cxn>
                <a:cxn ang="0">
                  <a:pos x="315" y="24"/>
                </a:cxn>
                <a:cxn ang="0">
                  <a:pos x="312" y="42"/>
                </a:cxn>
                <a:cxn ang="0">
                  <a:pos x="302" y="73"/>
                </a:cxn>
                <a:cxn ang="0">
                  <a:pos x="344" y="87"/>
                </a:cxn>
                <a:cxn ang="0">
                  <a:pos x="345" y="105"/>
                </a:cxn>
                <a:cxn ang="0">
                  <a:pos x="336" y="124"/>
                </a:cxn>
                <a:cxn ang="0">
                  <a:pos x="319" y="159"/>
                </a:cxn>
                <a:cxn ang="0">
                  <a:pos x="309" y="185"/>
                </a:cxn>
                <a:cxn ang="0">
                  <a:pos x="291" y="205"/>
                </a:cxn>
                <a:cxn ang="0">
                  <a:pos x="265" y="221"/>
                </a:cxn>
                <a:cxn ang="0">
                  <a:pos x="244" y="242"/>
                </a:cxn>
                <a:cxn ang="0">
                  <a:pos x="233" y="233"/>
                </a:cxn>
                <a:cxn ang="0">
                  <a:pos x="207" y="234"/>
                </a:cxn>
                <a:cxn ang="0">
                  <a:pos x="181" y="235"/>
                </a:cxn>
                <a:cxn ang="0">
                  <a:pos x="163" y="243"/>
                </a:cxn>
                <a:cxn ang="0">
                  <a:pos x="134" y="239"/>
                </a:cxn>
                <a:cxn ang="0">
                  <a:pos x="110" y="219"/>
                </a:cxn>
                <a:cxn ang="0">
                  <a:pos x="95" y="201"/>
                </a:cxn>
                <a:cxn ang="0">
                  <a:pos x="105" y="184"/>
                </a:cxn>
                <a:cxn ang="0">
                  <a:pos x="78" y="174"/>
                </a:cxn>
                <a:cxn ang="0">
                  <a:pos x="47" y="162"/>
                </a:cxn>
                <a:cxn ang="0">
                  <a:pos x="64" y="142"/>
                </a:cxn>
                <a:cxn ang="0">
                  <a:pos x="78" y="139"/>
                </a:cxn>
                <a:cxn ang="0">
                  <a:pos x="69" y="113"/>
                </a:cxn>
                <a:cxn ang="0">
                  <a:pos x="44" y="117"/>
                </a:cxn>
                <a:cxn ang="0">
                  <a:pos x="29" y="100"/>
                </a:cxn>
                <a:cxn ang="0">
                  <a:pos x="1" y="98"/>
                </a:cxn>
                <a:cxn ang="0">
                  <a:pos x="6" y="85"/>
                </a:cxn>
                <a:cxn ang="0">
                  <a:pos x="30" y="78"/>
                </a:cxn>
                <a:cxn ang="0">
                  <a:pos x="51" y="80"/>
                </a:cxn>
                <a:cxn ang="0">
                  <a:pos x="77" y="85"/>
                </a:cxn>
                <a:cxn ang="0">
                  <a:pos x="83" y="73"/>
                </a:cxn>
                <a:cxn ang="0">
                  <a:pos x="102" y="61"/>
                </a:cxn>
                <a:cxn ang="0">
                  <a:pos x="123" y="46"/>
                </a:cxn>
                <a:cxn ang="0">
                  <a:pos x="141" y="56"/>
                </a:cxn>
                <a:cxn ang="0">
                  <a:pos x="163" y="61"/>
                </a:cxn>
                <a:cxn ang="0">
                  <a:pos x="189" y="53"/>
                </a:cxn>
                <a:cxn ang="0">
                  <a:pos x="201" y="42"/>
                </a:cxn>
                <a:cxn ang="0">
                  <a:pos x="214" y="39"/>
                </a:cxn>
                <a:cxn ang="0">
                  <a:pos x="231" y="24"/>
                </a:cxn>
              </a:cxnLst>
              <a:rect l="0" t="0" r="r" b="b"/>
              <a:pathLst>
                <a:path w="348" h="248">
                  <a:moveTo>
                    <a:pt x="229" y="15"/>
                  </a:moveTo>
                  <a:cubicBezTo>
                    <a:pt x="236" y="15"/>
                    <a:pt x="236" y="15"/>
                    <a:pt x="236" y="15"/>
                  </a:cubicBezTo>
                  <a:cubicBezTo>
                    <a:pt x="235" y="18"/>
                    <a:pt x="235" y="20"/>
                    <a:pt x="236" y="23"/>
                  </a:cubicBezTo>
                  <a:cubicBezTo>
                    <a:pt x="241" y="23"/>
                    <a:pt x="241" y="23"/>
                    <a:pt x="241" y="23"/>
                  </a:cubicBezTo>
                  <a:cubicBezTo>
                    <a:pt x="244" y="23"/>
                    <a:pt x="245" y="21"/>
                    <a:pt x="247" y="19"/>
                  </a:cubicBezTo>
                  <a:cubicBezTo>
                    <a:pt x="250" y="17"/>
                    <a:pt x="252" y="14"/>
                    <a:pt x="255" y="14"/>
                  </a:cubicBezTo>
                  <a:cubicBezTo>
                    <a:pt x="256" y="14"/>
                    <a:pt x="256" y="16"/>
                    <a:pt x="257" y="16"/>
                  </a:cubicBezTo>
                  <a:cubicBezTo>
                    <a:pt x="260" y="17"/>
                    <a:pt x="262" y="18"/>
                    <a:pt x="265" y="18"/>
                  </a:cubicBezTo>
                  <a:cubicBezTo>
                    <a:pt x="269" y="18"/>
                    <a:pt x="271" y="16"/>
                    <a:pt x="274" y="13"/>
                  </a:cubicBezTo>
                  <a:cubicBezTo>
                    <a:pt x="277" y="11"/>
                    <a:pt x="279" y="11"/>
                    <a:pt x="281" y="8"/>
                  </a:cubicBezTo>
                  <a:cubicBezTo>
                    <a:pt x="282" y="6"/>
                    <a:pt x="282" y="3"/>
                    <a:pt x="284" y="1"/>
                  </a:cubicBezTo>
                  <a:cubicBezTo>
                    <a:pt x="286" y="0"/>
                    <a:pt x="287" y="0"/>
                    <a:pt x="289" y="0"/>
                  </a:cubicBezTo>
                  <a:cubicBezTo>
                    <a:pt x="299" y="0"/>
                    <a:pt x="303" y="7"/>
                    <a:pt x="313" y="7"/>
                  </a:cubicBezTo>
                  <a:cubicBezTo>
                    <a:pt x="313" y="11"/>
                    <a:pt x="313" y="14"/>
                    <a:pt x="314" y="18"/>
                  </a:cubicBezTo>
                  <a:cubicBezTo>
                    <a:pt x="314" y="21"/>
                    <a:pt x="314" y="23"/>
                    <a:pt x="315" y="24"/>
                  </a:cubicBezTo>
                  <a:cubicBezTo>
                    <a:pt x="316" y="26"/>
                    <a:pt x="318" y="27"/>
                    <a:pt x="318" y="29"/>
                  </a:cubicBezTo>
                  <a:cubicBezTo>
                    <a:pt x="318" y="32"/>
                    <a:pt x="315" y="33"/>
                    <a:pt x="314" y="36"/>
                  </a:cubicBezTo>
                  <a:cubicBezTo>
                    <a:pt x="313" y="38"/>
                    <a:pt x="313" y="40"/>
                    <a:pt x="312" y="42"/>
                  </a:cubicBezTo>
                  <a:cubicBezTo>
                    <a:pt x="311" y="46"/>
                    <a:pt x="310" y="49"/>
                    <a:pt x="308" y="52"/>
                  </a:cubicBezTo>
                  <a:cubicBezTo>
                    <a:pt x="304" y="60"/>
                    <a:pt x="302" y="64"/>
                    <a:pt x="300" y="72"/>
                  </a:cubicBezTo>
                  <a:cubicBezTo>
                    <a:pt x="302" y="73"/>
                    <a:pt x="302" y="73"/>
                    <a:pt x="302" y="73"/>
                  </a:cubicBezTo>
                  <a:cubicBezTo>
                    <a:pt x="307" y="71"/>
                    <a:pt x="309" y="69"/>
                    <a:pt x="314" y="69"/>
                  </a:cubicBezTo>
                  <a:cubicBezTo>
                    <a:pt x="318" y="69"/>
                    <a:pt x="319" y="71"/>
                    <a:pt x="322" y="73"/>
                  </a:cubicBezTo>
                  <a:cubicBezTo>
                    <a:pt x="331" y="78"/>
                    <a:pt x="334" y="84"/>
                    <a:pt x="344" y="87"/>
                  </a:cubicBezTo>
                  <a:cubicBezTo>
                    <a:pt x="344" y="87"/>
                    <a:pt x="344" y="87"/>
                    <a:pt x="344" y="87"/>
                  </a:cubicBezTo>
                  <a:cubicBezTo>
                    <a:pt x="346" y="91"/>
                    <a:pt x="348" y="94"/>
                    <a:pt x="348" y="98"/>
                  </a:cubicBezTo>
                  <a:cubicBezTo>
                    <a:pt x="348" y="101"/>
                    <a:pt x="347" y="103"/>
                    <a:pt x="345" y="105"/>
                  </a:cubicBezTo>
                  <a:cubicBezTo>
                    <a:pt x="344" y="107"/>
                    <a:pt x="343" y="107"/>
                    <a:pt x="341" y="108"/>
                  </a:cubicBezTo>
                  <a:cubicBezTo>
                    <a:pt x="338" y="111"/>
                    <a:pt x="335" y="114"/>
                    <a:pt x="335" y="119"/>
                  </a:cubicBezTo>
                  <a:cubicBezTo>
                    <a:pt x="335" y="121"/>
                    <a:pt x="336" y="122"/>
                    <a:pt x="336" y="124"/>
                  </a:cubicBezTo>
                  <a:cubicBezTo>
                    <a:pt x="336" y="128"/>
                    <a:pt x="334" y="129"/>
                    <a:pt x="331" y="132"/>
                  </a:cubicBezTo>
                  <a:cubicBezTo>
                    <a:pt x="328" y="135"/>
                    <a:pt x="325" y="137"/>
                    <a:pt x="323" y="141"/>
                  </a:cubicBezTo>
                  <a:cubicBezTo>
                    <a:pt x="319" y="147"/>
                    <a:pt x="320" y="152"/>
                    <a:pt x="319" y="159"/>
                  </a:cubicBezTo>
                  <a:cubicBezTo>
                    <a:pt x="318" y="162"/>
                    <a:pt x="317" y="164"/>
                    <a:pt x="316" y="167"/>
                  </a:cubicBezTo>
                  <a:cubicBezTo>
                    <a:pt x="315" y="172"/>
                    <a:pt x="315" y="175"/>
                    <a:pt x="313" y="179"/>
                  </a:cubicBezTo>
                  <a:cubicBezTo>
                    <a:pt x="312" y="181"/>
                    <a:pt x="311" y="183"/>
                    <a:pt x="309" y="185"/>
                  </a:cubicBezTo>
                  <a:cubicBezTo>
                    <a:pt x="307" y="187"/>
                    <a:pt x="304" y="187"/>
                    <a:pt x="301" y="189"/>
                  </a:cubicBezTo>
                  <a:cubicBezTo>
                    <a:pt x="300" y="190"/>
                    <a:pt x="299" y="190"/>
                    <a:pt x="297" y="191"/>
                  </a:cubicBezTo>
                  <a:cubicBezTo>
                    <a:pt x="293" y="195"/>
                    <a:pt x="294" y="200"/>
                    <a:pt x="291" y="205"/>
                  </a:cubicBezTo>
                  <a:cubicBezTo>
                    <a:pt x="289" y="210"/>
                    <a:pt x="286" y="213"/>
                    <a:pt x="281" y="215"/>
                  </a:cubicBezTo>
                  <a:cubicBezTo>
                    <a:pt x="279" y="216"/>
                    <a:pt x="277" y="216"/>
                    <a:pt x="275" y="216"/>
                  </a:cubicBezTo>
                  <a:cubicBezTo>
                    <a:pt x="271" y="217"/>
                    <a:pt x="269" y="219"/>
                    <a:pt x="265" y="221"/>
                  </a:cubicBezTo>
                  <a:cubicBezTo>
                    <a:pt x="260" y="224"/>
                    <a:pt x="257" y="226"/>
                    <a:pt x="253" y="230"/>
                  </a:cubicBezTo>
                  <a:cubicBezTo>
                    <a:pt x="251" y="232"/>
                    <a:pt x="250" y="234"/>
                    <a:pt x="248" y="236"/>
                  </a:cubicBezTo>
                  <a:cubicBezTo>
                    <a:pt x="247" y="238"/>
                    <a:pt x="246" y="239"/>
                    <a:pt x="244" y="242"/>
                  </a:cubicBezTo>
                  <a:cubicBezTo>
                    <a:pt x="244" y="242"/>
                    <a:pt x="244" y="242"/>
                    <a:pt x="244" y="242"/>
                  </a:cubicBezTo>
                  <a:cubicBezTo>
                    <a:pt x="241" y="239"/>
                    <a:pt x="237" y="237"/>
                    <a:pt x="235" y="232"/>
                  </a:cubicBezTo>
                  <a:cubicBezTo>
                    <a:pt x="233" y="233"/>
                    <a:pt x="233" y="233"/>
                    <a:pt x="233" y="233"/>
                  </a:cubicBezTo>
                  <a:cubicBezTo>
                    <a:pt x="232" y="237"/>
                    <a:pt x="231" y="239"/>
                    <a:pt x="229" y="242"/>
                  </a:cubicBezTo>
                  <a:cubicBezTo>
                    <a:pt x="227" y="245"/>
                    <a:pt x="226" y="248"/>
                    <a:pt x="223" y="248"/>
                  </a:cubicBezTo>
                  <a:cubicBezTo>
                    <a:pt x="215" y="248"/>
                    <a:pt x="212" y="241"/>
                    <a:pt x="207" y="234"/>
                  </a:cubicBezTo>
                  <a:cubicBezTo>
                    <a:pt x="197" y="234"/>
                    <a:pt x="197" y="234"/>
                    <a:pt x="197" y="234"/>
                  </a:cubicBezTo>
                  <a:cubicBezTo>
                    <a:pt x="193" y="234"/>
                    <a:pt x="190" y="231"/>
                    <a:pt x="188" y="227"/>
                  </a:cubicBezTo>
                  <a:cubicBezTo>
                    <a:pt x="185" y="230"/>
                    <a:pt x="184" y="232"/>
                    <a:pt x="181" y="235"/>
                  </a:cubicBezTo>
                  <a:cubicBezTo>
                    <a:pt x="177" y="239"/>
                    <a:pt x="174" y="241"/>
                    <a:pt x="169" y="242"/>
                  </a:cubicBezTo>
                  <a:cubicBezTo>
                    <a:pt x="167" y="242"/>
                    <a:pt x="165" y="243"/>
                    <a:pt x="163" y="243"/>
                  </a:cubicBezTo>
                  <a:cubicBezTo>
                    <a:pt x="163" y="243"/>
                    <a:pt x="163" y="243"/>
                    <a:pt x="163" y="243"/>
                  </a:cubicBezTo>
                  <a:cubicBezTo>
                    <a:pt x="160" y="242"/>
                    <a:pt x="157" y="240"/>
                    <a:pt x="154" y="238"/>
                  </a:cubicBezTo>
                  <a:cubicBezTo>
                    <a:pt x="151" y="236"/>
                    <a:pt x="149" y="234"/>
                    <a:pt x="144" y="234"/>
                  </a:cubicBezTo>
                  <a:cubicBezTo>
                    <a:pt x="140" y="234"/>
                    <a:pt x="139" y="239"/>
                    <a:pt x="134" y="239"/>
                  </a:cubicBezTo>
                  <a:cubicBezTo>
                    <a:pt x="130" y="239"/>
                    <a:pt x="131" y="234"/>
                    <a:pt x="127" y="231"/>
                  </a:cubicBezTo>
                  <a:cubicBezTo>
                    <a:pt x="123" y="228"/>
                    <a:pt x="121" y="225"/>
                    <a:pt x="116" y="222"/>
                  </a:cubicBezTo>
                  <a:cubicBezTo>
                    <a:pt x="114" y="221"/>
                    <a:pt x="112" y="221"/>
                    <a:pt x="110" y="219"/>
                  </a:cubicBezTo>
                  <a:cubicBezTo>
                    <a:pt x="107" y="218"/>
                    <a:pt x="107" y="216"/>
                    <a:pt x="105" y="213"/>
                  </a:cubicBezTo>
                  <a:cubicBezTo>
                    <a:pt x="104" y="211"/>
                    <a:pt x="102" y="210"/>
                    <a:pt x="100" y="208"/>
                  </a:cubicBezTo>
                  <a:cubicBezTo>
                    <a:pt x="98" y="206"/>
                    <a:pt x="95" y="205"/>
                    <a:pt x="95" y="201"/>
                  </a:cubicBezTo>
                  <a:cubicBezTo>
                    <a:pt x="95" y="197"/>
                    <a:pt x="100" y="196"/>
                    <a:pt x="102" y="192"/>
                  </a:cubicBezTo>
                  <a:cubicBezTo>
                    <a:pt x="103" y="190"/>
                    <a:pt x="103" y="189"/>
                    <a:pt x="104" y="186"/>
                  </a:cubicBezTo>
                  <a:cubicBezTo>
                    <a:pt x="104" y="186"/>
                    <a:pt x="105" y="185"/>
                    <a:pt x="105" y="184"/>
                  </a:cubicBezTo>
                  <a:cubicBezTo>
                    <a:pt x="105" y="182"/>
                    <a:pt x="103" y="181"/>
                    <a:pt x="100" y="179"/>
                  </a:cubicBezTo>
                  <a:cubicBezTo>
                    <a:pt x="97" y="178"/>
                    <a:pt x="94" y="177"/>
                    <a:pt x="90" y="176"/>
                  </a:cubicBezTo>
                  <a:cubicBezTo>
                    <a:pt x="86" y="175"/>
                    <a:pt x="83" y="176"/>
                    <a:pt x="78" y="174"/>
                  </a:cubicBezTo>
                  <a:cubicBezTo>
                    <a:pt x="76" y="174"/>
                    <a:pt x="75" y="173"/>
                    <a:pt x="72" y="172"/>
                  </a:cubicBezTo>
                  <a:cubicBezTo>
                    <a:pt x="66" y="170"/>
                    <a:pt x="61" y="172"/>
                    <a:pt x="54" y="169"/>
                  </a:cubicBezTo>
                  <a:cubicBezTo>
                    <a:pt x="51" y="168"/>
                    <a:pt x="50" y="165"/>
                    <a:pt x="47" y="162"/>
                  </a:cubicBezTo>
                  <a:cubicBezTo>
                    <a:pt x="47" y="162"/>
                    <a:pt x="47" y="162"/>
                    <a:pt x="47" y="162"/>
                  </a:cubicBezTo>
                  <a:cubicBezTo>
                    <a:pt x="52" y="157"/>
                    <a:pt x="54" y="154"/>
                    <a:pt x="57" y="148"/>
                  </a:cubicBezTo>
                  <a:cubicBezTo>
                    <a:pt x="59" y="146"/>
                    <a:pt x="61" y="142"/>
                    <a:pt x="64" y="142"/>
                  </a:cubicBezTo>
                  <a:cubicBezTo>
                    <a:pt x="67" y="142"/>
                    <a:pt x="68" y="144"/>
                    <a:pt x="70" y="144"/>
                  </a:cubicBezTo>
                  <a:cubicBezTo>
                    <a:pt x="72" y="144"/>
                    <a:pt x="73" y="143"/>
                    <a:pt x="74" y="143"/>
                  </a:cubicBezTo>
                  <a:cubicBezTo>
                    <a:pt x="76" y="142"/>
                    <a:pt x="78" y="141"/>
                    <a:pt x="78" y="139"/>
                  </a:cubicBezTo>
                  <a:cubicBezTo>
                    <a:pt x="78" y="134"/>
                    <a:pt x="78" y="131"/>
                    <a:pt x="77" y="126"/>
                  </a:cubicBezTo>
                  <a:cubicBezTo>
                    <a:pt x="76" y="123"/>
                    <a:pt x="74" y="122"/>
                    <a:pt x="73" y="118"/>
                  </a:cubicBezTo>
                  <a:cubicBezTo>
                    <a:pt x="72" y="116"/>
                    <a:pt x="72" y="113"/>
                    <a:pt x="69" y="113"/>
                  </a:cubicBezTo>
                  <a:cubicBezTo>
                    <a:pt x="66" y="113"/>
                    <a:pt x="64" y="115"/>
                    <a:pt x="61" y="115"/>
                  </a:cubicBezTo>
                  <a:cubicBezTo>
                    <a:pt x="57" y="115"/>
                    <a:pt x="55" y="115"/>
                    <a:pt x="51" y="115"/>
                  </a:cubicBezTo>
                  <a:cubicBezTo>
                    <a:pt x="49" y="116"/>
                    <a:pt x="47" y="117"/>
                    <a:pt x="44" y="117"/>
                  </a:cubicBezTo>
                  <a:cubicBezTo>
                    <a:pt x="39" y="117"/>
                    <a:pt x="36" y="115"/>
                    <a:pt x="33" y="112"/>
                  </a:cubicBezTo>
                  <a:cubicBezTo>
                    <a:pt x="31" y="111"/>
                    <a:pt x="30" y="110"/>
                    <a:pt x="29" y="108"/>
                  </a:cubicBezTo>
                  <a:cubicBezTo>
                    <a:pt x="29" y="105"/>
                    <a:pt x="30" y="103"/>
                    <a:pt x="29" y="100"/>
                  </a:cubicBezTo>
                  <a:cubicBezTo>
                    <a:pt x="28" y="97"/>
                    <a:pt x="24" y="97"/>
                    <a:pt x="21" y="97"/>
                  </a:cubicBezTo>
                  <a:cubicBezTo>
                    <a:pt x="15" y="97"/>
                    <a:pt x="12" y="98"/>
                    <a:pt x="7" y="98"/>
                  </a:cubicBezTo>
                  <a:cubicBezTo>
                    <a:pt x="5" y="98"/>
                    <a:pt x="3" y="98"/>
                    <a:pt x="1" y="98"/>
                  </a:cubicBezTo>
                  <a:cubicBezTo>
                    <a:pt x="0" y="81"/>
                    <a:pt x="0" y="81"/>
                    <a:pt x="0" y="81"/>
                  </a:cubicBezTo>
                  <a:cubicBezTo>
                    <a:pt x="0" y="83"/>
                    <a:pt x="0" y="83"/>
                    <a:pt x="0" y="83"/>
                  </a:cubicBezTo>
                  <a:cubicBezTo>
                    <a:pt x="3" y="84"/>
                    <a:pt x="4" y="84"/>
                    <a:pt x="6" y="85"/>
                  </a:cubicBezTo>
                  <a:cubicBezTo>
                    <a:pt x="7" y="86"/>
                    <a:pt x="8" y="87"/>
                    <a:pt x="9" y="87"/>
                  </a:cubicBezTo>
                  <a:cubicBezTo>
                    <a:pt x="13" y="87"/>
                    <a:pt x="15" y="84"/>
                    <a:pt x="18" y="83"/>
                  </a:cubicBezTo>
                  <a:cubicBezTo>
                    <a:pt x="23" y="81"/>
                    <a:pt x="26" y="80"/>
                    <a:pt x="30" y="78"/>
                  </a:cubicBezTo>
                  <a:cubicBezTo>
                    <a:pt x="33" y="76"/>
                    <a:pt x="34" y="73"/>
                    <a:pt x="37" y="73"/>
                  </a:cubicBezTo>
                  <a:cubicBezTo>
                    <a:pt x="41" y="73"/>
                    <a:pt x="44" y="73"/>
                    <a:pt x="46" y="75"/>
                  </a:cubicBezTo>
                  <a:cubicBezTo>
                    <a:pt x="48" y="76"/>
                    <a:pt x="49" y="79"/>
                    <a:pt x="51" y="80"/>
                  </a:cubicBezTo>
                  <a:cubicBezTo>
                    <a:pt x="55" y="83"/>
                    <a:pt x="58" y="82"/>
                    <a:pt x="63" y="84"/>
                  </a:cubicBezTo>
                  <a:cubicBezTo>
                    <a:pt x="67" y="85"/>
                    <a:pt x="69" y="87"/>
                    <a:pt x="73" y="87"/>
                  </a:cubicBezTo>
                  <a:cubicBezTo>
                    <a:pt x="75" y="87"/>
                    <a:pt x="75" y="86"/>
                    <a:pt x="77" y="85"/>
                  </a:cubicBezTo>
                  <a:cubicBezTo>
                    <a:pt x="78" y="84"/>
                    <a:pt x="80" y="83"/>
                    <a:pt x="80" y="82"/>
                  </a:cubicBezTo>
                  <a:cubicBezTo>
                    <a:pt x="82" y="79"/>
                    <a:pt x="79" y="76"/>
                    <a:pt x="81" y="74"/>
                  </a:cubicBezTo>
                  <a:cubicBezTo>
                    <a:pt x="81" y="73"/>
                    <a:pt x="82" y="73"/>
                    <a:pt x="83" y="73"/>
                  </a:cubicBezTo>
                  <a:cubicBezTo>
                    <a:pt x="85" y="72"/>
                    <a:pt x="87" y="71"/>
                    <a:pt x="89" y="70"/>
                  </a:cubicBezTo>
                  <a:cubicBezTo>
                    <a:pt x="93" y="69"/>
                    <a:pt x="95" y="67"/>
                    <a:pt x="99" y="64"/>
                  </a:cubicBezTo>
                  <a:cubicBezTo>
                    <a:pt x="100" y="64"/>
                    <a:pt x="101" y="62"/>
                    <a:pt x="102" y="61"/>
                  </a:cubicBezTo>
                  <a:cubicBezTo>
                    <a:pt x="105" y="60"/>
                    <a:pt x="108" y="61"/>
                    <a:pt x="110" y="59"/>
                  </a:cubicBezTo>
                  <a:cubicBezTo>
                    <a:pt x="112" y="58"/>
                    <a:pt x="112" y="56"/>
                    <a:pt x="113" y="53"/>
                  </a:cubicBezTo>
                  <a:cubicBezTo>
                    <a:pt x="116" y="49"/>
                    <a:pt x="119" y="48"/>
                    <a:pt x="123" y="46"/>
                  </a:cubicBezTo>
                  <a:cubicBezTo>
                    <a:pt x="125" y="45"/>
                    <a:pt x="126" y="43"/>
                    <a:pt x="129" y="43"/>
                  </a:cubicBezTo>
                  <a:cubicBezTo>
                    <a:pt x="130" y="43"/>
                    <a:pt x="131" y="45"/>
                    <a:pt x="132" y="46"/>
                  </a:cubicBezTo>
                  <a:cubicBezTo>
                    <a:pt x="135" y="50"/>
                    <a:pt x="136" y="55"/>
                    <a:pt x="141" y="56"/>
                  </a:cubicBezTo>
                  <a:cubicBezTo>
                    <a:pt x="144" y="57"/>
                    <a:pt x="145" y="57"/>
                    <a:pt x="147" y="58"/>
                  </a:cubicBezTo>
                  <a:cubicBezTo>
                    <a:pt x="151" y="60"/>
                    <a:pt x="153" y="64"/>
                    <a:pt x="157" y="64"/>
                  </a:cubicBezTo>
                  <a:cubicBezTo>
                    <a:pt x="160" y="64"/>
                    <a:pt x="161" y="62"/>
                    <a:pt x="163" y="61"/>
                  </a:cubicBezTo>
                  <a:cubicBezTo>
                    <a:pt x="166" y="60"/>
                    <a:pt x="168" y="59"/>
                    <a:pt x="169" y="57"/>
                  </a:cubicBezTo>
                  <a:cubicBezTo>
                    <a:pt x="172" y="53"/>
                    <a:pt x="172" y="49"/>
                    <a:pt x="175" y="45"/>
                  </a:cubicBezTo>
                  <a:cubicBezTo>
                    <a:pt x="181" y="49"/>
                    <a:pt x="183" y="52"/>
                    <a:pt x="189" y="53"/>
                  </a:cubicBezTo>
                  <a:cubicBezTo>
                    <a:pt x="189" y="49"/>
                    <a:pt x="189" y="46"/>
                    <a:pt x="191" y="43"/>
                  </a:cubicBezTo>
                  <a:cubicBezTo>
                    <a:pt x="192" y="42"/>
                    <a:pt x="193" y="40"/>
                    <a:pt x="195" y="40"/>
                  </a:cubicBezTo>
                  <a:cubicBezTo>
                    <a:pt x="197" y="40"/>
                    <a:pt x="198" y="42"/>
                    <a:pt x="201" y="42"/>
                  </a:cubicBezTo>
                  <a:cubicBezTo>
                    <a:pt x="202" y="42"/>
                    <a:pt x="203" y="42"/>
                    <a:pt x="205" y="42"/>
                  </a:cubicBezTo>
                  <a:cubicBezTo>
                    <a:pt x="208" y="42"/>
                    <a:pt x="210" y="42"/>
                    <a:pt x="213" y="41"/>
                  </a:cubicBezTo>
                  <a:cubicBezTo>
                    <a:pt x="214" y="41"/>
                    <a:pt x="214" y="39"/>
                    <a:pt x="214" y="39"/>
                  </a:cubicBezTo>
                  <a:cubicBezTo>
                    <a:pt x="216" y="37"/>
                    <a:pt x="218" y="36"/>
                    <a:pt x="220" y="33"/>
                  </a:cubicBezTo>
                  <a:cubicBezTo>
                    <a:pt x="222" y="31"/>
                    <a:pt x="223" y="30"/>
                    <a:pt x="225" y="28"/>
                  </a:cubicBezTo>
                  <a:cubicBezTo>
                    <a:pt x="228" y="27"/>
                    <a:pt x="230" y="27"/>
                    <a:pt x="231" y="24"/>
                  </a:cubicBezTo>
                  <a:cubicBezTo>
                    <a:pt x="232" y="23"/>
                    <a:pt x="232" y="22"/>
                    <a:pt x="232" y="20"/>
                  </a:cubicBezTo>
                  <a:cubicBezTo>
                    <a:pt x="229" y="15"/>
                    <a:pt x="229" y="15"/>
                    <a:pt x="229"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1"/>
            <p:cNvSpPr>
              <a:spLocks/>
            </p:cNvSpPr>
            <p:nvPr/>
          </p:nvSpPr>
          <p:spPr bwMode="auto">
            <a:xfrm>
              <a:off x="5027613" y="3987800"/>
              <a:ext cx="609600" cy="463550"/>
            </a:xfrm>
            <a:custGeom>
              <a:avLst/>
              <a:gdLst/>
              <a:ahLst/>
              <a:cxnLst>
                <a:cxn ang="0">
                  <a:pos x="187" y="131"/>
                </a:cxn>
                <a:cxn ang="0">
                  <a:pos x="175" y="141"/>
                </a:cxn>
                <a:cxn ang="0">
                  <a:pos x="169" y="158"/>
                </a:cxn>
                <a:cxn ang="0">
                  <a:pos x="158" y="165"/>
                </a:cxn>
                <a:cxn ang="0">
                  <a:pos x="147" y="173"/>
                </a:cxn>
                <a:cxn ang="0">
                  <a:pos x="123" y="179"/>
                </a:cxn>
                <a:cxn ang="0">
                  <a:pos x="103" y="189"/>
                </a:cxn>
                <a:cxn ang="0">
                  <a:pos x="70" y="198"/>
                </a:cxn>
                <a:cxn ang="0">
                  <a:pos x="46" y="211"/>
                </a:cxn>
                <a:cxn ang="0">
                  <a:pos x="29" y="206"/>
                </a:cxn>
                <a:cxn ang="0">
                  <a:pos x="21" y="224"/>
                </a:cxn>
                <a:cxn ang="0">
                  <a:pos x="30" y="238"/>
                </a:cxn>
                <a:cxn ang="0">
                  <a:pos x="33" y="254"/>
                </a:cxn>
                <a:cxn ang="0">
                  <a:pos x="9" y="242"/>
                </a:cxn>
                <a:cxn ang="0">
                  <a:pos x="12" y="202"/>
                </a:cxn>
                <a:cxn ang="0">
                  <a:pos x="8" y="189"/>
                </a:cxn>
                <a:cxn ang="0">
                  <a:pos x="35" y="169"/>
                </a:cxn>
                <a:cxn ang="0">
                  <a:pos x="57" y="144"/>
                </a:cxn>
                <a:cxn ang="0">
                  <a:pos x="73" y="132"/>
                </a:cxn>
                <a:cxn ang="0">
                  <a:pos x="83" y="94"/>
                </a:cxn>
                <a:cxn ang="0">
                  <a:pos x="95" y="72"/>
                </a:cxn>
                <a:cxn ang="0">
                  <a:pos x="108" y="51"/>
                </a:cxn>
                <a:cxn ang="0">
                  <a:pos x="110" y="36"/>
                </a:cxn>
                <a:cxn ang="0">
                  <a:pos x="115" y="18"/>
                </a:cxn>
                <a:cxn ang="0">
                  <a:pos x="131" y="17"/>
                </a:cxn>
                <a:cxn ang="0">
                  <a:pos x="146" y="31"/>
                </a:cxn>
                <a:cxn ang="0">
                  <a:pos x="151" y="10"/>
                </a:cxn>
                <a:cxn ang="0">
                  <a:pos x="179" y="6"/>
                </a:cxn>
                <a:cxn ang="0">
                  <a:pos x="208" y="5"/>
                </a:cxn>
                <a:cxn ang="0">
                  <a:pos x="230" y="4"/>
                </a:cxn>
                <a:cxn ang="0">
                  <a:pos x="220" y="27"/>
                </a:cxn>
                <a:cxn ang="0">
                  <a:pos x="218" y="46"/>
                </a:cxn>
                <a:cxn ang="0">
                  <a:pos x="248" y="37"/>
                </a:cxn>
                <a:cxn ang="0">
                  <a:pos x="270" y="39"/>
                </a:cxn>
                <a:cxn ang="0">
                  <a:pos x="291" y="28"/>
                </a:cxn>
                <a:cxn ang="0">
                  <a:pos x="306" y="34"/>
                </a:cxn>
                <a:cxn ang="0">
                  <a:pos x="323" y="46"/>
                </a:cxn>
                <a:cxn ang="0">
                  <a:pos x="338" y="74"/>
                </a:cxn>
                <a:cxn ang="0">
                  <a:pos x="332" y="98"/>
                </a:cxn>
                <a:cxn ang="0">
                  <a:pos x="320" y="96"/>
                </a:cxn>
                <a:cxn ang="0">
                  <a:pos x="317" y="115"/>
                </a:cxn>
                <a:cxn ang="0">
                  <a:pos x="297" y="130"/>
                </a:cxn>
                <a:cxn ang="0">
                  <a:pos x="275" y="127"/>
                </a:cxn>
                <a:cxn ang="0">
                  <a:pos x="258" y="128"/>
                </a:cxn>
                <a:cxn ang="0">
                  <a:pos x="236" y="141"/>
                </a:cxn>
                <a:cxn ang="0">
                  <a:pos x="218" y="143"/>
                </a:cxn>
                <a:cxn ang="0">
                  <a:pos x="196" y="139"/>
                </a:cxn>
              </a:cxnLst>
              <a:rect l="0" t="0" r="r" b="b"/>
              <a:pathLst>
                <a:path w="340" h="259">
                  <a:moveTo>
                    <a:pt x="194" y="144"/>
                  </a:moveTo>
                  <a:cubicBezTo>
                    <a:pt x="193" y="143"/>
                    <a:pt x="192" y="142"/>
                    <a:pt x="191" y="141"/>
                  </a:cubicBezTo>
                  <a:cubicBezTo>
                    <a:pt x="189" y="137"/>
                    <a:pt x="188" y="135"/>
                    <a:pt x="187" y="131"/>
                  </a:cubicBezTo>
                  <a:cubicBezTo>
                    <a:pt x="185" y="126"/>
                    <a:pt x="182" y="125"/>
                    <a:pt x="179" y="121"/>
                  </a:cubicBezTo>
                  <a:cubicBezTo>
                    <a:pt x="175" y="123"/>
                    <a:pt x="173" y="127"/>
                    <a:pt x="173" y="132"/>
                  </a:cubicBezTo>
                  <a:cubicBezTo>
                    <a:pt x="173" y="136"/>
                    <a:pt x="173" y="138"/>
                    <a:pt x="175" y="141"/>
                  </a:cubicBezTo>
                  <a:cubicBezTo>
                    <a:pt x="176" y="144"/>
                    <a:pt x="177" y="146"/>
                    <a:pt x="178" y="148"/>
                  </a:cubicBezTo>
                  <a:cubicBezTo>
                    <a:pt x="175" y="161"/>
                    <a:pt x="175" y="161"/>
                    <a:pt x="175" y="161"/>
                  </a:cubicBezTo>
                  <a:cubicBezTo>
                    <a:pt x="173" y="160"/>
                    <a:pt x="171" y="160"/>
                    <a:pt x="169" y="158"/>
                  </a:cubicBezTo>
                  <a:cubicBezTo>
                    <a:pt x="168" y="156"/>
                    <a:pt x="168" y="154"/>
                    <a:pt x="167" y="152"/>
                  </a:cubicBezTo>
                  <a:cubicBezTo>
                    <a:pt x="162" y="139"/>
                    <a:pt x="158" y="137"/>
                    <a:pt x="158" y="153"/>
                  </a:cubicBezTo>
                  <a:cubicBezTo>
                    <a:pt x="158" y="165"/>
                    <a:pt x="158" y="165"/>
                    <a:pt x="158" y="165"/>
                  </a:cubicBezTo>
                  <a:cubicBezTo>
                    <a:pt x="157" y="167"/>
                    <a:pt x="157" y="167"/>
                    <a:pt x="157" y="167"/>
                  </a:cubicBezTo>
                  <a:cubicBezTo>
                    <a:pt x="149" y="159"/>
                    <a:pt x="155" y="156"/>
                    <a:pt x="151" y="169"/>
                  </a:cubicBezTo>
                  <a:cubicBezTo>
                    <a:pt x="150" y="171"/>
                    <a:pt x="148" y="172"/>
                    <a:pt x="147" y="173"/>
                  </a:cubicBezTo>
                  <a:cubicBezTo>
                    <a:pt x="143" y="176"/>
                    <a:pt x="141" y="177"/>
                    <a:pt x="138" y="181"/>
                  </a:cubicBezTo>
                  <a:cubicBezTo>
                    <a:pt x="136" y="183"/>
                    <a:pt x="135" y="185"/>
                    <a:pt x="132" y="185"/>
                  </a:cubicBezTo>
                  <a:cubicBezTo>
                    <a:pt x="125" y="185"/>
                    <a:pt x="125" y="175"/>
                    <a:pt x="123" y="179"/>
                  </a:cubicBezTo>
                  <a:cubicBezTo>
                    <a:pt x="122" y="182"/>
                    <a:pt x="122" y="185"/>
                    <a:pt x="120" y="186"/>
                  </a:cubicBezTo>
                  <a:cubicBezTo>
                    <a:pt x="117" y="188"/>
                    <a:pt x="115" y="187"/>
                    <a:pt x="112" y="187"/>
                  </a:cubicBezTo>
                  <a:cubicBezTo>
                    <a:pt x="108" y="188"/>
                    <a:pt x="107" y="189"/>
                    <a:pt x="103" y="189"/>
                  </a:cubicBezTo>
                  <a:cubicBezTo>
                    <a:pt x="100" y="189"/>
                    <a:pt x="98" y="187"/>
                    <a:pt x="95" y="185"/>
                  </a:cubicBezTo>
                  <a:cubicBezTo>
                    <a:pt x="93" y="190"/>
                    <a:pt x="92" y="194"/>
                    <a:pt x="87" y="196"/>
                  </a:cubicBezTo>
                  <a:cubicBezTo>
                    <a:pt x="81" y="199"/>
                    <a:pt x="77" y="197"/>
                    <a:pt x="70" y="198"/>
                  </a:cubicBezTo>
                  <a:cubicBezTo>
                    <a:pt x="66" y="199"/>
                    <a:pt x="64" y="201"/>
                    <a:pt x="60" y="202"/>
                  </a:cubicBezTo>
                  <a:cubicBezTo>
                    <a:pt x="57" y="203"/>
                    <a:pt x="55" y="202"/>
                    <a:pt x="52" y="203"/>
                  </a:cubicBezTo>
                  <a:cubicBezTo>
                    <a:pt x="49" y="205"/>
                    <a:pt x="48" y="208"/>
                    <a:pt x="46" y="211"/>
                  </a:cubicBezTo>
                  <a:cubicBezTo>
                    <a:pt x="43" y="210"/>
                    <a:pt x="41" y="208"/>
                    <a:pt x="38" y="205"/>
                  </a:cubicBezTo>
                  <a:cubicBezTo>
                    <a:pt x="36" y="204"/>
                    <a:pt x="35" y="201"/>
                    <a:pt x="32" y="201"/>
                  </a:cubicBezTo>
                  <a:cubicBezTo>
                    <a:pt x="30" y="201"/>
                    <a:pt x="30" y="204"/>
                    <a:pt x="29" y="206"/>
                  </a:cubicBezTo>
                  <a:cubicBezTo>
                    <a:pt x="27" y="212"/>
                    <a:pt x="27" y="212"/>
                    <a:pt x="27" y="212"/>
                  </a:cubicBezTo>
                  <a:cubicBezTo>
                    <a:pt x="26" y="214"/>
                    <a:pt x="25" y="216"/>
                    <a:pt x="24" y="218"/>
                  </a:cubicBezTo>
                  <a:cubicBezTo>
                    <a:pt x="23" y="220"/>
                    <a:pt x="21" y="221"/>
                    <a:pt x="21" y="224"/>
                  </a:cubicBezTo>
                  <a:cubicBezTo>
                    <a:pt x="21" y="227"/>
                    <a:pt x="22" y="230"/>
                    <a:pt x="25" y="230"/>
                  </a:cubicBezTo>
                  <a:cubicBezTo>
                    <a:pt x="26" y="230"/>
                    <a:pt x="27" y="230"/>
                    <a:pt x="29" y="229"/>
                  </a:cubicBezTo>
                  <a:cubicBezTo>
                    <a:pt x="29" y="233"/>
                    <a:pt x="29" y="235"/>
                    <a:pt x="30" y="238"/>
                  </a:cubicBezTo>
                  <a:cubicBezTo>
                    <a:pt x="31" y="240"/>
                    <a:pt x="32" y="242"/>
                    <a:pt x="34" y="244"/>
                  </a:cubicBezTo>
                  <a:cubicBezTo>
                    <a:pt x="35" y="245"/>
                    <a:pt x="38" y="245"/>
                    <a:pt x="38" y="246"/>
                  </a:cubicBezTo>
                  <a:cubicBezTo>
                    <a:pt x="38" y="250"/>
                    <a:pt x="36" y="252"/>
                    <a:pt x="33" y="254"/>
                  </a:cubicBezTo>
                  <a:cubicBezTo>
                    <a:pt x="31" y="257"/>
                    <a:pt x="29" y="259"/>
                    <a:pt x="26" y="259"/>
                  </a:cubicBezTo>
                  <a:cubicBezTo>
                    <a:pt x="21" y="259"/>
                    <a:pt x="20" y="254"/>
                    <a:pt x="17" y="251"/>
                  </a:cubicBezTo>
                  <a:cubicBezTo>
                    <a:pt x="14" y="248"/>
                    <a:pt x="11" y="247"/>
                    <a:pt x="9" y="242"/>
                  </a:cubicBezTo>
                  <a:cubicBezTo>
                    <a:pt x="7" y="238"/>
                    <a:pt x="6" y="235"/>
                    <a:pt x="4" y="230"/>
                  </a:cubicBezTo>
                  <a:cubicBezTo>
                    <a:pt x="2" y="227"/>
                    <a:pt x="0" y="224"/>
                    <a:pt x="0" y="220"/>
                  </a:cubicBezTo>
                  <a:cubicBezTo>
                    <a:pt x="0" y="212"/>
                    <a:pt x="5" y="206"/>
                    <a:pt x="12" y="202"/>
                  </a:cubicBezTo>
                  <a:cubicBezTo>
                    <a:pt x="10" y="198"/>
                    <a:pt x="7" y="196"/>
                    <a:pt x="4" y="195"/>
                  </a:cubicBezTo>
                  <a:cubicBezTo>
                    <a:pt x="4" y="195"/>
                    <a:pt x="4" y="195"/>
                    <a:pt x="4" y="195"/>
                  </a:cubicBezTo>
                  <a:cubicBezTo>
                    <a:pt x="6" y="192"/>
                    <a:pt x="7" y="191"/>
                    <a:pt x="8" y="189"/>
                  </a:cubicBezTo>
                  <a:cubicBezTo>
                    <a:pt x="10" y="187"/>
                    <a:pt x="11" y="185"/>
                    <a:pt x="13" y="183"/>
                  </a:cubicBezTo>
                  <a:cubicBezTo>
                    <a:pt x="17" y="179"/>
                    <a:pt x="20" y="177"/>
                    <a:pt x="25" y="174"/>
                  </a:cubicBezTo>
                  <a:cubicBezTo>
                    <a:pt x="29" y="172"/>
                    <a:pt x="31" y="170"/>
                    <a:pt x="35" y="169"/>
                  </a:cubicBezTo>
                  <a:cubicBezTo>
                    <a:pt x="37" y="169"/>
                    <a:pt x="39" y="169"/>
                    <a:pt x="41" y="168"/>
                  </a:cubicBezTo>
                  <a:cubicBezTo>
                    <a:pt x="46" y="166"/>
                    <a:pt x="49" y="163"/>
                    <a:pt x="51" y="158"/>
                  </a:cubicBezTo>
                  <a:cubicBezTo>
                    <a:pt x="54" y="153"/>
                    <a:pt x="53" y="148"/>
                    <a:pt x="57" y="144"/>
                  </a:cubicBezTo>
                  <a:cubicBezTo>
                    <a:pt x="59" y="143"/>
                    <a:pt x="60" y="143"/>
                    <a:pt x="61" y="142"/>
                  </a:cubicBezTo>
                  <a:cubicBezTo>
                    <a:pt x="64" y="140"/>
                    <a:pt x="67" y="140"/>
                    <a:pt x="69" y="138"/>
                  </a:cubicBezTo>
                  <a:cubicBezTo>
                    <a:pt x="71" y="136"/>
                    <a:pt x="72" y="134"/>
                    <a:pt x="73" y="132"/>
                  </a:cubicBezTo>
                  <a:cubicBezTo>
                    <a:pt x="75" y="128"/>
                    <a:pt x="75" y="125"/>
                    <a:pt x="76" y="120"/>
                  </a:cubicBezTo>
                  <a:cubicBezTo>
                    <a:pt x="77" y="117"/>
                    <a:pt x="78" y="115"/>
                    <a:pt x="79" y="112"/>
                  </a:cubicBezTo>
                  <a:cubicBezTo>
                    <a:pt x="80" y="105"/>
                    <a:pt x="79" y="100"/>
                    <a:pt x="83" y="94"/>
                  </a:cubicBezTo>
                  <a:cubicBezTo>
                    <a:pt x="85" y="90"/>
                    <a:pt x="88" y="88"/>
                    <a:pt x="91" y="85"/>
                  </a:cubicBezTo>
                  <a:cubicBezTo>
                    <a:pt x="94" y="82"/>
                    <a:pt x="96" y="81"/>
                    <a:pt x="96" y="77"/>
                  </a:cubicBezTo>
                  <a:cubicBezTo>
                    <a:pt x="96" y="75"/>
                    <a:pt x="95" y="74"/>
                    <a:pt x="95" y="72"/>
                  </a:cubicBezTo>
                  <a:cubicBezTo>
                    <a:pt x="95" y="67"/>
                    <a:pt x="98" y="64"/>
                    <a:pt x="101" y="61"/>
                  </a:cubicBezTo>
                  <a:cubicBezTo>
                    <a:pt x="103" y="60"/>
                    <a:pt x="104" y="60"/>
                    <a:pt x="105" y="58"/>
                  </a:cubicBezTo>
                  <a:cubicBezTo>
                    <a:pt x="107" y="56"/>
                    <a:pt x="108" y="54"/>
                    <a:pt x="108" y="51"/>
                  </a:cubicBezTo>
                  <a:cubicBezTo>
                    <a:pt x="108" y="47"/>
                    <a:pt x="106" y="44"/>
                    <a:pt x="104" y="40"/>
                  </a:cubicBezTo>
                  <a:cubicBezTo>
                    <a:pt x="104" y="40"/>
                    <a:pt x="104" y="40"/>
                    <a:pt x="104" y="40"/>
                  </a:cubicBezTo>
                  <a:cubicBezTo>
                    <a:pt x="107" y="39"/>
                    <a:pt x="109" y="39"/>
                    <a:pt x="110" y="36"/>
                  </a:cubicBezTo>
                  <a:cubicBezTo>
                    <a:pt x="112" y="33"/>
                    <a:pt x="112" y="30"/>
                    <a:pt x="112" y="26"/>
                  </a:cubicBezTo>
                  <a:cubicBezTo>
                    <a:pt x="113" y="24"/>
                    <a:pt x="114" y="22"/>
                    <a:pt x="115" y="20"/>
                  </a:cubicBezTo>
                  <a:cubicBezTo>
                    <a:pt x="115" y="19"/>
                    <a:pt x="115" y="18"/>
                    <a:pt x="115" y="18"/>
                  </a:cubicBezTo>
                  <a:cubicBezTo>
                    <a:pt x="116" y="18"/>
                    <a:pt x="117" y="18"/>
                    <a:pt x="117" y="18"/>
                  </a:cubicBezTo>
                  <a:cubicBezTo>
                    <a:pt x="120" y="17"/>
                    <a:pt x="122" y="17"/>
                    <a:pt x="125" y="17"/>
                  </a:cubicBezTo>
                  <a:cubicBezTo>
                    <a:pt x="128" y="17"/>
                    <a:pt x="129" y="17"/>
                    <a:pt x="131" y="17"/>
                  </a:cubicBezTo>
                  <a:cubicBezTo>
                    <a:pt x="134" y="18"/>
                    <a:pt x="135" y="21"/>
                    <a:pt x="137" y="23"/>
                  </a:cubicBezTo>
                  <a:cubicBezTo>
                    <a:pt x="139" y="25"/>
                    <a:pt x="140" y="27"/>
                    <a:pt x="142" y="29"/>
                  </a:cubicBezTo>
                  <a:cubicBezTo>
                    <a:pt x="144" y="30"/>
                    <a:pt x="145" y="31"/>
                    <a:pt x="146" y="31"/>
                  </a:cubicBezTo>
                  <a:cubicBezTo>
                    <a:pt x="148" y="31"/>
                    <a:pt x="149" y="31"/>
                    <a:pt x="151" y="31"/>
                  </a:cubicBezTo>
                  <a:cubicBezTo>
                    <a:pt x="151" y="15"/>
                    <a:pt x="151" y="15"/>
                    <a:pt x="151" y="15"/>
                  </a:cubicBezTo>
                  <a:cubicBezTo>
                    <a:pt x="151" y="13"/>
                    <a:pt x="151" y="12"/>
                    <a:pt x="151" y="10"/>
                  </a:cubicBezTo>
                  <a:cubicBezTo>
                    <a:pt x="151" y="9"/>
                    <a:pt x="153" y="9"/>
                    <a:pt x="155" y="7"/>
                  </a:cubicBezTo>
                  <a:cubicBezTo>
                    <a:pt x="158" y="5"/>
                    <a:pt x="160" y="3"/>
                    <a:pt x="164" y="3"/>
                  </a:cubicBezTo>
                  <a:cubicBezTo>
                    <a:pt x="170" y="3"/>
                    <a:pt x="173" y="6"/>
                    <a:pt x="179" y="6"/>
                  </a:cubicBezTo>
                  <a:cubicBezTo>
                    <a:pt x="186" y="6"/>
                    <a:pt x="193" y="5"/>
                    <a:pt x="199" y="1"/>
                  </a:cubicBezTo>
                  <a:cubicBezTo>
                    <a:pt x="199" y="1"/>
                    <a:pt x="199" y="1"/>
                    <a:pt x="199" y="1"/>
                  </a:cubicBezTo>
                  <a:cubicBezTo>
                    <a:pt x="202" y="3"/>
                    <a:pt x="205" y="5"/>
                    <a:pt x="208" y="5"/>
                  </a:cubicBezTo>
                  <a:cubicBezTo>
                    <a:pt x="212" y="5"/>
                    <a:pt x="214" y="5"/>
                    <a:pt x="218" y="4"/>
                  </a:cubicBezTo>
                  <a:cubicBezTo>
                    <a:pt x="222" y="3"/>
                    <a:pt x="224" y="0"/>
                    <a:pt x="228" y="0"/>
                  </a:cubicBezTo>
                  <a:cubicBezTo>
                    <a:pt x="230" y="0"/>
                    <a:pt x="229" y="2"/>
                    <a:pt x="230" y="4"/>
                  </a:cubicBezTo>
                  <a:cubicBezTo>
                    <a:pt x="231" y="6"/>
                    <a:pt x="232" y="7"/>
                    <a:pt x="232" y="9"/>
                  </a:cubicBezTo>
                  <a:cubicBezTo>
                    <a:pt x="232" y="12"/>
                    <a:pt x="229" y="13"/>
                    <a:pt x="227" y="15"/>
                  </a:cubicBezTo>
                  <a:cubicBezTo>
                    <a:pt x="224" y="20"/>
                    <a:pt x="221" y="22"/>
                    <a:pt x="220" y="27"/>
                  </a:cubicBezTo>
                  <a:cubicBezTo>
                    <a:pt x="219" y="30"/>
                    <a:pt x="219" y="33"/>
                    <a:pt x="218" y="35"/>
                  </a:cubicBezTo>
                  <a:cubicBezTo>
                    <a:pt x="217" y="38"/>
                    <a:pt x="215" y="40"/>
                    <a:pt x="215" y="42"/>
                  </a:cubicBezTo>
                  <a:cubicBezTo>
                    <a:pt x="215" y="44"/>
                    <a:pt x="216" y="46"/>
                    <a:pt x="218" y="46"/>
                  </a:cubicBezTo>
                  <a:cubicBezTo>
                    <a:pt x="221" y="46"/>
                    <a:pt x="223" y="45"/>
                    <a:pt x="226" y="44"/>
                  </a:cubicBezTo>
                  <a:cubicBezTo>
                    <a:pt x="234" y="43"/>
                    <a:pt x="238" y="41"/>
                    <a:pt x="246" y="38"/>
                  </a:cubicBezTo>
                  <a:cubicBezTo>
                    <a:pt x="246" y="38"/>
                    <a:pt x="247" y="38"/>
                    <a:pt x="248" y="37"/>
                  </a:cubicBezTo>
                  <a:cubicBezTo>
                    <a:pt x="252" y="35"/>
                    <a:pt x="254" y="32"/>
                    <a:pt x="259" y="32"/>
                  </a:cubicBezTo>
                  <a:cubicBezTo>
                    <a:pt x="261" y="32"/>
                    <a:pt x="262" y="34"/>
                    <a:pt x="264" y="35"/>
                  </a:cubicBezTo>
                  <a:cubicBezTo>
                    <a:pt x="266" y="37"/>
                    <a:pt x="268" y="38"/>
                    <a:pt x="270" y="39"/>
                  </a:cubicBezTo>
                  <a:cubicBezTo>
                    <a:pt x="273" y="41"/>
                    <a:pt x="276" y="43"/>
                    <a:pt x="280" y="43"/>
                  </a:cubicBezTo>
                  <a:cubicBezTo>
                    <a:pt x="283" y="43"/>
                    <a:pt x="283" y="40"/>
                    <a:pt x="284" y="37"/>
                  </a:cubicBezTo>
                  <a:cubicBezTo>
                    <a:pt x="286" y="33"/>
                    <a:pt x="287" y="30"/>
                    <a:pt x="291" y="28"/>
                  </a:cubicBezTo>
                  <a:cubicBezTo>
                    <a:pt x="291" y="28"/>
                    <a:pt x="291" y="28"/>
                    <a:pt x="291" y="28"/>
                  </a:cubicBezTo>
                  <a:cubicBezTo>
                    <a:pt x="293" y="28"/>
                    <a:pt x="297" y="27"/>
                    <a:pt x="299" y="28"/>
                  </a:cubicBezTo>
                  <a:cubicBezTo>
                    <a:pt x="303" y="29"/>
                    <a:pt x="303" y="32"/>
                    <a:pt x="306" y="34"/>
                  </a:cubicBezTo>
                  <a:cubicBezTo>
                    <a:pt x="308" y="36"/>
                    <a:pt x="310" y="36"/>
                    <a:pt x="312" y="37"/>
                  </a:cubicBezTo>
                  <a:cubicBezTo>
                    <a:pt x="315" y="38"/>
                    <a:pt x="318" y="38"/>
                    <a:pt x="320" y="40"/>
                  </a:cubicBezTo>
                  <a:cubicBezTo>
                    <a:pt x="322" y="42"/>
                    <a:pt x="322" y="44"/>
                    <a:pt x="323" y="46"/>
                  </a:cubicBezTo>
                  <a:cubicBezTo>
                    <a:pt x="324" y="48"/>
                    <a:pt x="325" y="50"/>
                    <a:pt x="326" y="52"/>
                  </a:cubicBezTo>
                  <a:cubicBezTo>
                    <a:pt x="329" y="57"/>
                    <a:pt x="331" y="60"/>
                    <a:pt x="334" y="66"/>
                  </a:cubicBezTo>
                  <a:cubicBezTo>
                    <a:pt x="335" y="69"/>
                    <a:pt x="337" y="71"/>
                    <a:pt x="338" y="74"/>
                  </a:cubicBezTo>
                  <a:cubicBezTo>
                    <a:pt x="340" y="80"/>
                    <a:pt x="339" y="84"/>
                    <a:pt x="340" y="90"/>
                  </a:cubicBezTo>
                  <a:cubicBezTo>
                    <a:pt x="340" y="90"/>
                    <a:pt x="340" y="90"/>
                    <a:pt x="340" y="90"/>
                  </a:cubicBezTo>
                  <a:cubicBezTo>
                    <a:pt x="336" y="92"/>
                    <a:pt x="334" y="94"/>
                    <a:pt x="332" y="98"/>
                  </a:cubicBezTo>
                  <a:cubicBezTo>
                    <a:pt x="329" y="95"/>
                    <a:pt x="328" y="92"/>
                    <a:pt x="325" y="88"/>
                  </a:cubicBezTo>
                  <a:cubicBezTo>
                    <a:pt x="325" y="89"/>
                    <a:pt x="324" y="88"/>
                    <a:pt x="323" y="88"/>
                  </a:cubicBezTo>
                  <a:cubicBezTo>
                    <a:pt x="321" y="90"/>
                    <a:pt x="320" y="93"/>
                    <a:pt x="320" y="96"/>
                  </a:cubicBezTo>
                  <a:cubicBezTo>
                    <a:pt x="312" y="96"/>
                    <a:pt x="312" y="96"/>
                    <a:pt x="312" y="96"/>
                  </a:cubicBezTo>
                  <a:cubicBezTo>
                    <a:pt x="314" y="100"/>
                    <a:pt x="314" y="102"/>
                    <a:pt x="315" y="106"/>
                  </a:cubicBezTo>
                  <a:cubicBezTo>
                    <a:pt x="316" y="109"/>
                    <a:pt x="317" y="111"/>
                    <a:pt x="317" y="115"/>
                  </a:cubicBezTo>
                  <a:cubicBezTo>
                    <a:pt x="317" y="118"/>
                    <a:pt x="317" y="120"/>
                    <a:pt x="315" y="122"/>
                  </a:cubicBezTo>
                  <a:cubicBezTo>
                    <a:pt x="313" y="124"/>
                    <a:pt x="311" y="124"/>
                    <a:pt x="309" y="126"/>
                  </a:cubicBezTo>
                  <a:cubicBezTo>
                    <a:pt x="305" y="129"/>
                    <a:pt x="302" y="129"/>
                    <a:pt x="297" y="130"/>
                  </a:cubicBezTo>
                  <a:cubicBezTo>
                    <a:pt x="292" y="130"/>
                    <a:pt x="290" y="133"/>
                    <a:pt x="285" y="133"/>
                  </a:cubicBezTo>
                  <a:cubicBezTo>
                    <a:pt x="283" y="133"/>
                    <a:pt x="282" y="133"/>
                    <a:pt x="281" y="132"/>
                  </a:cubicBezTo>
                  <a:cubicBezTo>
                    <a:pt x="278" y="131"/>
                    <a:pt x="278" y="129"/>
                    <a:pt x="275" y="127"/>
                  </a:cubicBezTo>
                  <a:cubicBezTo>
                    <a:pt x="273" y="131"/>
                    <a:pt x="272" y="134"/>
                    <a:pt x="269" y="137"/>
                  </a:cubicBezTo>
                  <a:cubicBezTo>
                    <a:pt x="267" y="138"/>
                    <a:pt x="266" y="139"/>
                    <a:pt x="264" y="139"/>
                  </a:cubicBezTo>
                  <a:cubicBezTo>
                    <a:pt x="259" y="139"/>
                    <a:pt x="260" y="133"/>
                    <a:pt x="258" y="128"/>
                  </a:cubicBezTo>
                  <a:cubicBezTo>
                    <a:pt x="252" y="130"/>
                    <a:pt x="250" y="134"/>
                    <a:pt x="244" y="138"/>
                  </a:cubicBezTo>
                  <a:cubicBezTo>
                    <a:pt x="242" y="139"/>
                    <a:pt x="241" y="141"/>
                    <a:pt x="238" y="141"/>
                  </a:cubicBezTo>
                  <a:cubicBezTo>
                    <a:pt x="237" y="141"/>
                    <a:pt x="237" y="141"/>
                    <a:pt x="236" y="141"/>
                  </a:cubicBezTo>
                  <a:cubicBezTo>
                    <a:pt x="236" y="138"/>
                    <a:pt x="237" y="136"/>
                    <a:pt x="236" y="133"/>
                  </a:cubicBezTo>
                  <a:cubicBezTo>
                    <a:pt x="233" y="134"/>
                    <a:pt x="232" y="135"/>
                    <a:pt x="228" y="136"/>
                  </a:cubicBezTo>
                  <a:cubicBezTo>
                    <a:pt x="224" y="139"/>
                    <a:pt x="222" y="141"/>
                    <a:pt x="218" y="143"/>
                  </a:cubicBezTo>
                  <a:cubicBezTo>
                    <a:pt x="218" y="143"/>
                    <a:pt x="218" y="143"/>
                    <a:pt x="218" y="143"/>
                  </a:cubicBezTo>
                  <a:cubicBezTo>
                    <a:pt x="215" y="139"/>
                    <a:pt x="213" y="136"/>
                    <a:pt x="208" y="136"/>
                  </a:cubicBezTo>
                  <a:cubicBezTo>
                    <a:pt x="204" y="136"/>
                    <a:pt x="199" y="136"/>
                    <a:pt x="196" y="139"/>
                  </a:cubicBezTo>
                  <a:cubicBezTo>
                    <a:pt x="195" y="140"/>
                    <a:pt x="195" y="143"/>
                    <a:pt x="194" y="14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2"/>
            <p:cNvSpPr>
              <a:spLocks/>
            </p:cNvSpPr>
            <p:nvPr/>
          </p:nvSpPr>
          <p:spPr bwMode="auto">
            <a:xfrm>
              <a:off x="5961063" y="3414713"/>
              <a:ext cx="77788" cy="79375"/>
            </a:xfrm>
            <a:custGeom>
              <a:avLst/>
              <a:gdLst/>
              <a:ahLst/>
              <a:cxnLst>
                <a:cxn ang="0">
                  <a:pos x="15" y="0"/>
                </a:cxn>
                <a:cxn ang="0">
                  <a:pos x="21" y="5"/>
                </a:cxn>
                <a:cxn ang="0">
                  <a:pos x="29" y="8"/>
                </a:cxn>
                <a:cxn ang="0">
                  <a:pos x="35" y="13"/>
                </a:cxn>
                <a:cxn ang="0">
                  <a:pos x="39" y="16"/>
                </a:cxn>
                <a:cxn ang="0">
                  <a:pos x="40" y="20"/>
                </a:cxn>
                <a:cxn ang="0">
                  <a:pos x="44" y="30"/>
                </a:cxn>
                <a:cxn ang="0">
                  <a:pos x="43" y="32"/>
                </a:cxn>
                <a:cxn ang="0">
                  <a:pos x="35" y="36"/>
                </a:cxn>
                <a:cxn ang="0">
                  <a:pos x="25" y="39"/>
                </a:cxn>
                <a:cxn ang="0">
                  <a:pos x="12" y="44"/>
                </a:cxn>
                <a:cxn ang="0">
                  <a:pos x="12" y="44"/>
                </a:cxn>
                <a:cxn ang="0">
                  <a:pos x="6" y="37"/>
                </a:cxn>
                <a:cxn ang="0">
                  <a:pos x="0" y="26"/>
                </a:cxn>
                <a:cxn ang="0">
                  <a:pos x="0" y="26"/>
                </a:cxn>
                <a:cxn ang="0">
                  <a:pos x="4" y="18"/>
                </a:cxn>
                <a:cxn ang="0">
                  <a:pos x="15" y="0"/>
                </a:cxn>
              </a:cxnLst>
              <a:rect l="0" t="0" r="r" b="b"/>
              <a:pathLst>
                <a:path w="44" h="44">
                  <a:moveTo>
                    <a:pt x="15" y="0"/>
                  </a:moveTo>
                  <a:cubicBezTo>
                    <a:pt x="17" y="2"/>
                    <a:pt x="18" y="4"/>
                    <a:pt x="21" y="5"/>
                  </a:cubicBezTo>
                  <a:cubicBezTo>
                    <a:pt x="24" y="6"/>
                    <a:pt x="26" y="6"/>
                    <a:pt x="29" y="8"/>
                  </a:cubicBezTo>
                  <a:cubicBezTo>
                    <a:pt x="32" y="9"/>
                    <a:pt x="33" y="11"/>
                    <a:pt x="35" y="13"/>
                  </a:cubicBezTo>
                  <a:cubicBezTo>
                    <a:pt x="37" y="14"/>
                    <a:pt x="39" y="15"/>
                    <a:pt x="39" y="16"/>
                  </a:cubicBezTo>
                  <a:cubicBezTo>
                    <a:pt x="40" y="18"/>
                    <a:pt x="39" y="19"/>
                    <a:pt x="40" y="20"/>
                  </a:cubicBezTo>
                  <a:cubicBezTo>
                    <a:pt x="41" y="24"/>
                    <a:pt x="44" y="26"/>
                    <a:pt x="44" y="30"/>
                  </a:cubicBezTo>
                  <a:cubicBezTo>
                    <a:pt x="44" y="31"/>
                    <a:pt x="43" y="32"/>
                    <a:pt x="43" y="32"/>
                  </a:cubicBezTo>
                  <a:cubicBezTo>
                    <a:pt x="41" y="36"/>
                    <a:pt x="38" y="35"/>
                    <a:pt x="35" y="36"/>
                  </a:cubicBezTo>
                  <a:cubicBezTo>
                    <a:pt x="31" y="38"/>
                    <a:pt x="29" y="39"/>
                    <a:pt x="25" y="39"/>
                  </a:cubicBezTo>
                  <a:cubicBezTo>
                    <a:pt x="19" y="40"/>
                    <a:pt x="15" y="42"/>
                    <a:pt x="12" y="44"/>
                  </a:cubicBezTo>
                  <a:cubicBezTo>
                    <a:pt x="12" y="44"/>
                    <a:pt x="12" y="44"/>
                    <a:pt x="12" y="44"/>
                  </a:cubicBezTo>
                  <a:cubicBezTo>
                    <a:pt x="10" y="41"/>
                    <a:pt x="8" y="40"/>
                    <a:pt x="6" y="37"/>
                  </a:cubicBezTo>
                  <a:cubicBezTo>
                    <a:pt x="3" y="33"/>
                    <a:pt x="3" y="31"/>
                    <a:pt x="0" y="26"/>
                  </a:cubicBezTo>
                  <a:cubicBezTo>
                    <a:pt x="0" y="26"/>
                    <a:pt x="0" y="26"/>
                    <a:pt x="0" y="26"/>
                  </a:cubicBezTo>
                  <a:cubicBezTo>
                    <a:pt x="2" y="24"/>
                    <a:pt x="3" y="21"/>
                    <a:pt x="4" y="18"/>
                  </a:cubicBezTo>
                  <a:cubicBezTo>
                    <a:pt x="8" y="12"/>
                    <a:pt x="10" y="7"/>
                    <a:pt x="15"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33"/>
            <p:cNvSpPr>
              <a:spLocks/>
            </p:cNvSpPr>
            <p:nvPr/>
          </p:nvSpPr>
          <p:spPr bwMode="auto">
            <a:xfrm>
              <a:off x="5375276" y="4232275"/>
              <a:ext cx="42863" cy="20638"/>
            </a:xfrm>
            <a:custGeom>
              <a:avLst/>
              <a:gdLst/>
              <a:ahLst/>
              <a:cxnLst>
                <a:cxn ang="0">
                  <a:pos x="24" y="7"/>
                </a:cxn>
                <a:cxn ang="0">
                  <a:pos x="23" y="7"/>
                </a:cxn>
                <a:cxn ang="0">
                  <a:pos x="13" y="12"/>
                </a:cxn>
                <a:cxn ang="0">
                  <a:pos x="7" y="10"/>
                </a:cxn>
                <a:cxn ang="0">
                  <a:pos x="0" y="8"/>
                </a:cxn>
                <a:cxn ang="0">
                  <a:pos x="0" y="8"/>
                </a:cxn>
                <a:cxn ang="0">
                  <a:pos x="2" y="3"/>
                </a:cxn>
                <a:cxn ang="0">
                  <a:pos x="14" y="0"/>
                </a:cxn>
                <a:cxn ang="0">
                  <a:pos x="24" y="7"/>
                </a:cxn>
              </a:cxnLst>
              <a:rect l="0" t="0" r="r" b="b"/>
              <a:pathLst>
                <a:path w="24" h="12">
                  <a:moveTo>
                    <a:pt x="24" y="7"/>
                  </a:moveTo>
                  <a:cubicBezTo>
                    <a:pt x="24" y="7"/>
                    <a:pt x="23" y="7"/>
                    <a:pt x="23" y="7"/>
                  </a:cubicBezTo>
                  <a:cubicBezTo>
                    <a:pt x="19" y="9"/>
                    <a:pt x="17" y="12"/>
                    <a:pt x="13" y="12"/>
                  </a:cubicBezTo>
                  <a:cubicBezTo>
                    <a:pt x="10" y="12"/>
                    <a:pt x="9" y="11"/>
                    <a:pt x="7" y="10"/>
                  </a:cubicBezTo>
                  <a:cubicBezTo>
                    <a:pt x="4" y="10"/>
                    <a:pt x="2" y="9"/>
                    <a:pt x="0" y="8"/>
                  </a:cubicBezTo>
                  <a:cubicBezTo>
                    <a:pt x="0" y="8"/>
                    <a:pt x="0" y="8"/>
                    <a:pt x="0" y="8"/>
                  </a:cubicBezTo>
                  <a:cubicBezTo>
                    <a:pt x="1" y="7"/>
                    <a:pt x="1" y="4"/>
                    <a:pt x="2" y="3"/>
                  </a:cubicBezTo>
                  <a:cubicBezTo>
                    <a:pt x="5" y="0"/>
                    <a:pt x="10" y="0"/>
                    <a:pt x="14" y="0"/>
                  </a:cubicBezTo>
                  <a:cubicBezTo>
                    <a:pt x="19" y="0"/>
                    <a:pt x="21" y="3"/>
                    <a:pt x="24"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34"/>
            <p:cNvSpPr>
              <a:spLocks/>
            </p:cNvSpPr>
            <p:nvPr/>
          </p:nvSpPr>
          <p:spPr bwMode="auto">
            <a:xfrm>
              <a:off x="4941888" y="4473575"/>
              <a:ext cx="192088" cy="155575"/>
            </a:xfrm>
            <a:custGeom>
              <a:avLst/>
              <a:gdLst/>
              <a:ahLst/>
              <a:cxnLst>
                <a:cxn ang="0">
                  <a:pos x="58" y="6"/>
                </a:cxn>
                <a:cxn ang="0">
                  <a:pos x="50" y="3"/>
                </a:cxn>
                <a:cxn ang="0">
                  <a:pos x="46" y="5"/>
                </a:cxn>
                <a:cxn ang="0">
                  <a:pos x="45" y="7"/>
                </a:cxn>
                <a:cxn ang="0">
                  <a:pos x="41" y="9"/>
                </a:cxn>
                <a:cxn ang="0">
                  <a:pos x="37" y="10"/>
                </a:cxn>
                <a:cxn ang="0">
                  <a:pos x="35" y="8"/>
                </a:cxn>
                <a:cxn ang="0">
                  <a:pos x="29" y="6"/>
                </a:cxn>
                <a:cxn ang="0">
                  <a:pos x="27" y="7"/>
                </a:cxn>
                <a:cxn ang="0">
                  <a:pos x="32" y="13"/>
                </a:cxn>
                <a:cxn ang="0">
                  <a:pos x="25" y="17"/>
                </a:cxn>
                <a:cxn ang="0">
                  <a:pos x="15" y="27"/>
                </a:cxn>
                <a:cxn ang="0">
                  <a:pos x="9" y="32"/>
                </a:cxn>
                <a:cxn ang="0">
                  <a:pos x="0" y="42"/>
                </a:cxn>
                <a:cxn ang="0">
                  <a:pos x="4" y="52"/>
                </a:cxn>
                <a:cxn ang="0">
                  <a:pos x="4" y="65"/>
                </a:cxn>
                <a:cxn ang="0">
                  <a:pos x="16" y="78"/>
                </a:cxn>
                <a:cxn ang="0">
                  <a:pos x="33" y="87"/>
                </a:cxn>
                <a:cxn ang="0">
                  <a:pos x="40" y="84"/>
                </a:cxn>
                <a:cxn ang="0">
                  <a:pos x="48" y="80"/>
                </a:cxn>
                <a:cxn ang="0">
                  <a:pos x="59" y="78"/>
                </a:cxn>
                <a:cxn ang="0">
                  <a:pos x="63" y="76"/>
                </a:cxn>
                <a:cxn ang="0">
                  <a:pos x="75" y="72"/>
                </a:cxn>
                <a:cxn ang="0">
                  <a:pos x="83" y="70"/>
                </a:cxn>
                <a:cxn ang="0">
                  <a:pos x="86" y="63"/>
                </a:cxn>
                <a:cxn ang="0">
                  <a:pos x="88" y="51"/>
                </a:cxn>
                <a:cxn ang="0">
                  <a:pos x="89" y="45"/>
                </a:cxn>
                <a:cxn ang="0">
                  <a:pos x="93" y="35"/>
                </a:cxn>
                <a:cxn ang="0">
                  <a:pos x="102" y="20"/>
                </a:cxn>
                <a:cxn ang="0">
                  <a:pos x="107" y="9"/>
                </a:cxn>
                <a:cxn ang="0">
                  <a:pos x="103" y="4"/>
                </a:cxn>
                <a:cxn ang="0">
                  <a:pos x="97" y="0"/>
                </a:cxn>
                <a:cxn ang="0">
                  <a:pos x="93" y="4"/>
                </a:cxn>
                <a:cxn ang="0">
                  <a:pos x="84" y="7"/>
                </a:cxn>
                <a:cxn ang="0">
                  <a:pos x="67" y="2"/>
                </a:cxn>
                <a:cxn ang="0">
                  <a:pos x="64" y="4"/>
                </a:cxn>
                <a:cxn ang="0">
                  <a:pos x="62" y="4"/>
                </a:cxn>
                <a:cxn ang="0">
                  <a:pos x="58" y="6"/>
                </a:cxn>
              </a:cxnLst>
              <a:rect l="0" t="0" r="r" b="b"/>
              <a:pathLst>
                <a:path w="107" h="87">
                  <a:moveTo>
                    <a:pt x="58" y="6"/>
                  </a:moveTo>
                  <a:cubicBezTo>
                    <a:pt x="55" y="6"/>
                    <a:pt x="53" y="3"/>
                    <a:pt x="50" y="3"/>
                  </a:cubicBezTo>
                  <a:cubicBezTo>
                    <a:pt x="48" y="3"/>
                    <a:pt x="47" y="4"/>
                    <a:pt x="46" y="5"/>
                  </a:cubicBezTo>
                  <a:cubicBezTo>
                    <a:pt x="45" y="6"/>
                    <a:pt x="45" y="7"/>
                    <a:pt x="45" y="7"/>
                  </a:cubicBezTo>
                  <a:cubicBezTo>
                    <a:pt x="44" y="8"/>
                    <a:pt x="42" y="8"/>
                    <a:pt x="41" y="9"/>
                  </a:cubicBezTo>
                  <a:cubicBezTo>
                    <a:pt x="39" y="10"/>
                    <a:pt x="38" y="10"/>
                    <a:pt x="37" y="10"/>
                  </a:cubicBezTo>
                  <a:cubicBezTo>
                    <a:pt x="36" y="10"/>
                    <a:pt x="36" y="9"/>
                    <a:pt x="35" y="8"/>
                  </a:cubicBezTo>
                  <a:cubicBezTo>
                    <a:pt x="33" y="7"/>
                    <a:pt x="32" y="7"/>
                    <a:pt x="29" y="6"/>
                  </a:cubicBezTo>
                  <a:cubicBezTo>
                    <a:pt x="27" y="7"/>
                    <a:pt x="27" y="7"/>
                    <a:pt x="27" y="7"/>
                  </a:cubicBezTo>
                  <a:cubicBezTo>
                    <a:pt x="29" y="9"/>
                    <a:pt x="31" y="11"/>
                    <a:pt x="32" y="13"/>
                  </a:cubicBezTo>
                  <a:cubicBezTo>
                    <a:pt x="29" y="14"/>
                    <a:pt x="28" y="15"/>
                    <a:pt x="25" y="17"/>
                  </a:cubicBezTo>
                  <a:cubicBezTo>
                    <a:pt x="20" y="19"/>
                    <a:pt x="19" y="23"/>
                    <a:pt x="15" y="27"/>
                  </a:cubicBezTo>
                  <a:cubicBezTo>
                    <a:pt x="13" y="29"/>
                    <a:pt x="12" y="31"/>
                    <a:pt x="9" y="32"/>
                  </a:cubicBezTo>
                  <a:cubicBezTo>
                    <a:pt x="5" y="34"/>
                    <a:pt x="0" y="37"/>
                    <a:pt x="0" y="42"/>
                  </a:cubicBezTo>
                  <a:cubicBezTo>
                    <a:pt x="0" y="46"/>
                    <a:pt x="4" y="48"/>
                    <a:pt x="4" y="52"/>
                  </a:cubicBezTo>
                  <a:cubicBezTo>
                    <a:pt x="4" y="65"/>
                    <a:pt x="4" y="65"/>
                    <a:pt x="4" y="65"/>
                  </a:cubicBezTo>
                  <a:cubicBezTo>
                    <a:pt x="4" y="72"/>
                    <a:pt x="10" y="75"/>
                    <a:pt x="16" y="78"/>
                  </a:cubicBezTo>
                  <a:cubicBezTo>
                    <a:pt x="23" y="82"/>
                    <a:pt x="26" y="87"/>
                    <a:pt x="33" y="87"/>
                  </a:cubicBezTo>
                  <a:cubicBezTo>
                    <a:pt x="36" y="87"/>
                    <a:pt x="38" y="85"/>
                    <a:pt x="40" y="84"/>
                  </a:cubicBezTo>
                  <a:cubicBezTo>
                    <a:pt x="43" y="82"/>
                    <a:pt x="45" y="81"/>
                    <a:pt x="48" y="80"/>
                  </a:cubicBezTo>
                  <a:cubicBezTo>
                    <a:pt x="52" y="79"/>
                    <a:pt x="55" y="80"/>
                    <a:pt x="59" y="78"/>
                  </a:cubicBezTo>
                  <a:cubicBezTo>
                    <a:pt x="60" y="78"/>
                    <a:pt x="61" y="77"/>
                    <a:pt x="63" y="76"/>
                  </a:cubicBezTo>
                  <a:cubicBezTo>
                    <a:pt x="67" y="74"/>
                    <a:pt x="70" y="73"/>
                    <a:pt x="75" y="72"/>
                  </a:cubicBezTo>
                  <a:cubicBezTo>
                    <a:pt x="78" y="71"/>
                    <a:pt x="80" y="72"/>
                    <a:pt x="83" y="70"/>
                  </a:cubicBezTo>
                  <a:cubicBezTo>
                    <a:pt x="85" y="68"/>
                    <a:pt x="85" y="66"/>
                    <a:pt x="86" y="63"/>
                  </a:cubicBezTo>
                  <a:cubicBezTo>
                    <a:pt x="87" y="59"/>
                    <a:pt x="88" y="56"/>
                    <a:pt x="88" y="51"/>
                  </a:cubicBezTo>
                  <a:cubicBezTo>
                    <a:pt x="89" y="49"/>
                    <a:pt x="88" y="48"/>
                    <a:pt x="89" y="45"/>
                  </a:cubicBezTo>
                  <a:cubicBezTo>
                    <a:pt x="90" y="41"/>
                    <a:pt x="91" y="39"/>
                    <a:pt x="93" y="35"/>
                  </a:cubicBezTo>
                  <a:cubicBezTo>
                    <a:pt x="95" y="29"/>
                    <a:pt x="98" y="26"/>
                    <a:pt x="102" y="20"/>
                  </a:cubicBezTo>
                  <a:cubicBezTo>
                    <a:pt x="104" y="16"/>
                    <a:pt x="107" y="14"/>
                    <a:pt x="107" y="9"/>
                  </a:cubicBezTo>
                  <a:cubicBezTo>
                    <a:pt x="107" y="7"/>
                    <a:pt x="105" y="6"/>
                    <a:pt x="103" y="4"/>
                  </a:cubicBezTo>
                  <a:cubicBezTo>
                    <a:pt x="102" y="2"/>
                    <a:pt x="100" y="0"/>
                    <a:pt x="97" y="0"/>
                  </a:cubicBezTo>
                  <a:cubicBezTo>
                    <a:pt x="95" y="0"/>
                    <a:pt x="95" y="3"/>
                    <a:pt x="93" y="4"/>
                  </a:cubicBezTo>
                  <a:cubicBezTo>
                    <a:pt x="90" y="6"/>
                    <a:pt x="88" y="7"/>
                    <a:pt x="84" y="7"/>
                  </a:cubicBezTo>
                  <a:cubicBezTo>
                    <a:pt x="77" y="7"/>
                    <a:pt x="74" y="2"/>
                    <a:pt x="67" y="2"/>
                  </a:cubicBezTo>
                  <a:cubicBezTo>
                    <a:pt x="66" y="2"/>
                    <a:pt x="65" y="4"/>
                    <a:pt x="64" y="4"/>
                  </a:cubicBezTo>
                  <a:cubicBezTo>
                    <a:pt x="63" y="5"/>
                    <a:pt x="62" y="4"/>
                    <a:pt x="62" y="4"/>
                  </a:cubicBezTo>
                  <a:cubicBezTo>
                    <a:pt x="60" y="5"/>
                    <a:pt x="59" y="6"/>
                    <a:pt x="58"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35"/>
            <p:cNvSpPr>
              <a:spLocks/>
            </p:cNvSpPr>
            <p:nvPr/>
          </p:nvSpPr>
          <p:spPr bwMode="auto">
            <a:xfrm>
              <a:off x="3360738" y="2622550"/>
              <a:ext cx="1112838" cy="785813"/>
            </a:xfrm>
            <a:custGeom>
              <a:avLst/>
              <a:gdLst/>
              <a:ahLst/>
              <a:cxnLst>
                <a:cxn ang="0">
                  <a:pos x="195" y="4"/>
                </a:cxn>
                <a:cxn ang="0">
                  <a:pos x="242" y="1"/>
                </a:cxn>
                <a:cxn ang="0">
                  <a:pos x="283" y="21"/>
                </a:cxn>
                <a:cxn ang="0">
                  <a:pos x="318" y="45"/>
                </a:cxn>
                <a:cxn ang="0">
                  <a:pos x="348" y="56"/>
                </a:cxn>
                <a:cxn ang="0">
                  <a:pos x="348" y="15"/>
                </a:cxn>
                <a:cxn ang="0">
                  <a:pos x="370" y="14"/>
                </a:cxn>
                <a:cxn ang="0">
                  <a:pos x="399" y="29"/>
                </a:cxn>
                <a:cxn ang="0">
                  <a:pos x="435" y="15"/>
                </a:cxn>
                <a:cxn ang="0">
                  <a:pos x="463" y="44"/>
                </a:cxn>
                <a:cxn ang="0">
                  <a:pos x="495" y="58"/>
                </a:cxn>
                <a:cxn ang="0">
                  <a:pos x="529" y="83"/>
                </a:cxn>
                <a:cxn ang="0">
                  <a:pos x="578" y="97"/>
                </a:cxn>
                <a:cxn ang="0">
                  <a:pos x="599" y="124"/>
                </a:cxn>
                <a:cxn ang="0">
                  <a:pos x="622" y="181"/>
                </a:cxn>
                <a:cxn ang="0">
                  <a:pos x="608" y="215"/>
                </a:cxn>
                <a:cxn ang="0">
                  <a:pos x="591" y="230"/>
                </a:cxn>
                <a:cxn ang="0">
                  <a:pos x="573" y="264"/>
                </a:cxn>
                <a:cxn ang="0">
                  <a:pos x="586" y="284"/>
                </a:cxn>
                <a:cxn ang="0">
                  <a:pos x="556" y="296"/>
                </a:cxn>
                <a:cxn ang="0">
                  <a:pos x="526" y="290"/>
                </a:cxn>
                <a:cxn ang="0">
                  <a:pos x="539" y="327"/>
                </a:cxn>
                <a:cxn ang="0">
                  <a:pos x="561" y="341"/>
                </a:cxn>
                <a:cxn ang="0">
                  <a:pos x="566" y="354"/>
                </a:cxn>
                <a:cxn ang="0">
                  <a:pos x="536" y="361"/>
                </a:cxn>
                <a:cxn ang="0">
                  <a:pos x="534" y="378"/>
                </a:cxn>
                <a:cxn ang="0">
                  <a:pos x="515" y="389"/>
                </a:cxn>
                <a:cxn ang="0">
                  <a:pos x="493" y="379"/>
                </a:cxn>
                <a:cxn ang="0">
                  <a:pos x="472" y="367"/>
                </a:cxn>
                <a:cxn ang="0">
                  <a:pos x="448" y="363"/>
                </a:cxn>
                <a:cxn ang="0">
                  <a:pos x="420" y="324"/>
                </a:cxn>
                <a:cxn ang="0">
                  <a:pos x="396" y="307"/>
                </a:cxn>
                <a:cxn ang="0">
                  <a:pos x="366" y="316"/>
                </a:cxn>
                <a:cxn ang="0">
                  <a:pos x="369" y="357"/>
                </a:cxn>
                <a:cxn ang="0">
                  <a:pos x="372" y="379"/>
                </a:cxn>
                <a:cxn ang="0">
                  <a:pos x="363" y="395"/>
                </a:cxn>
                <a:cxn ang="0">
                  <a:pos x="345" y="416"/>
                </a:cxn>
                <a:cxn ang="0">
                  <a:pos x="330" y="431"/>
                </a:cxn>
                <a:cxn ang="0">
                  <a:pos x="310" y="432"/>
                </a:cxn>
                <a:cxn ang="0">
                  <a:pos x="287" y="429"/>
                </a:cxn>
                <a:cxn ang="0">
                  <a:pos x="261" y="403"/>
                </a:cxn>
                <a:cxn ang="0">
                  <a:pos x="235" y="380"/>
                </a:cxn>
                <a:cxn ang="0">
                  <a:pos x="159" y="375"/>
                </a:cxn>
                <a:cxn ang="0">
                  <a:pos x="123" y="373"/>
                </a:cxn>
                <a:cxn ang="0">
                  <a:pos x="58" y="355"/>
                </a:cxn>
                <a:cxn ang="0">
                  <a:pos x="13" y="313"/>
                </a:cxn>
                <a:cxn ang="0">
                  <a:pos x="15" y="288"/>
                </a:cxn>
                <a:cxn ang="0">
                  <a:pos x="3" y="253"/>
                </a:cxn>
                <a:cxn ang="0">
                  <a:pos x="12" y="224"/>
                </a:cxn>
                <a:cxn ang="0">
                  <a:pos x="6" y="202"/>
                </a:cxn>
                <a:cxn ang="0">
                  <a:pos x="7" y="192"/>
                </a:cxn>
                <a:cxn ang="0">
                  <a:pos x="36" y="182"/>
                </a:cxn>
                <a:cxn ang="0">
                  <a:pos x="65" y="191"/>
                </a:cxn>
                <a:cxn ang="0">
                  <a:pos x="69" y="164"/>
                </a:cxn>
                <a:cxn ang="0">
                  <a:pos x="64" y="144"/>
                </a:cxn>
                <a:cxn ang="0">
                  <a:pos x="73" y="115"/>
                </a:cxn>
                <a:cxn ang="0">
                  <a:pos x="47" y="95"/>
                </a:cxn>
                <a:cxn ang="0">
                  <a:pos x="35" y="51"/>
                </a:cxn>
                <a:cxn ang="0">
                  <a:pos x="67" y="38"/>
                </a:cxn>
                <a:cxn ang="0">
                  <a:pos x="121" y="23"/>
                </a:cxn>
              </a:cxnLst>
              <a:rect l="0" t="0" r="r" b="b"/>
              <a:pathLst>
                <a:path w="622" h="439">
                  <a:moveTo>
                    <a:pt x="160" y="11"/>
                  </a:moveTo>
                  <a:cubicBezTo>
                    <a:pt x="164" y="10"/>
                    <a:pt x="168" y="9"/>
                    <a:pt x="172" y="8"/>
                  </a:cubicBezTo>
                  <a:cubicBezTo>
                    <a:pt x="177" y="8"/>
                    <a:pt x="180" y="7"/>
                    <a:pt x="184" y="6"/>
                  </a:cubicBezTo>
                  <a:cubicBezTo>
                    <a:pt x="188" y="6"/>
                    <a:pt x="191" y="5"/>
                    <a:pt x="195" y="4"/>
                  </a:cubicBezTo>
                  <a:cubicBezTo>
                    <a:pt x="200" y="3"/>
                    <a:pt x="203" y="4"/>
                    <a:pt x="209" y="4"/>
                  </a:cubicBezTo>
                  <a:cubicBezTo>
                    <a:pt x="217" y="3"/>
                    <a:pt x="221" y="0"/>
                    <a:pt x="229" y="0"/>
                  </a:cubicBezTo>
                  <a:cubicBezTo>
                    <a:pt x="232" y="0"/>
                    <a:pt x="233" y="1"/>
                    <a:pt x="236" y="1"/>
                  </a:cubicBezTo>
                  <a:cubicBezTo>
                    <a:pt x="238" y="2"/>
                    <a:pt x="240" y="1"/>
                    <a:pt x="242" y="1"/>
                  </a:cubicBezTo>
                  <a:cubicBezTo>
                    <a:pt x="246" y="2"/>
                    <a:pt x="247" y="4"/>
                    <a:pt x="250" y="5"/>
                  </a:cubicBezTo>
                  <a:cubicBezTo>
                    <a:pt x="254" y="6"/>
                    <a:pt x="257" y="7"/>
                    <a:pt x="261" y="7"/>
                  </a:cubicBezTo>
                  <a:cubicBezTo>
                    <a:pt x="269" y="9"/>
                    <a:pt x="273" y="13"/>
                    <a:pt x="279" y="18"/>
                  </a:cubicBezTo>
                  <a:cubicBezTo>
                    <a:pt x="280" y="19"/>
                    <a:pt x="281" y="20"/>
                    <a:pt x="283" y="21"/>
                  </a:cubicBezTo>
                  <a:cubicBezTo>
                    <a:pt x="285" y="24"/>
                    <a:pt x="287" y="26"/>
                    <a:pt x="290" y="28"/>
                  </a:cubicBezTo>
                  <a:cubicBezTo>
                    <a:pt x="294" y="30"/>
                    <a:pt x="296" y="31"/>
                    <a:pt x="300" y="34"/>
                  </a:cubicBezTo>
                  <a:cubicBezTo>
                    <a:pt x="302" y="36"/>
                    <a:pt x="302" y="38"/>
                    <a:pt x="304" y="40"/>
                  </a:cubicBezTo>
                  <a:cubicBezTo>
                    <a:pt x="308" y="45"/>
                    <a:pt x="313" y="44"/>
                    <a:pt x="318" y="45"/>
                  </a:cubicBezTo>
                  <a:cubicBezTo>
                    <a:pt x="322" y="46"/>
                    <a:pt x="323" y="49"/>
                    <a:pt x="326" y="50"/>
                  </a:cubicBezTo>
                  <a:cubicBezTo>
                    <a:pt x="331" y="53"/>
                    <a:pt x="334" y="54"/>
                    <a:pt x="338" y="56"/>
                  </a:cubicBezTo>
                  <a:cubicBezTo>
                    <a:pt x="341" y="58"/>
                    <a:pt x="343" y="60"/>
                    <a:pt x="346" y="61"/>
                  </a:cubicBezTo>
                  <a:cubicBezTo>
                    <a:pt x="347" y="59"/>
                    <a:pt x="348" y="58"/>
                    <a:pt x="348" y="56"/>
                  </a:cubicBezTo>
                  <a:cubicBezTo>
                    <a:pt x="348" y="54"/>
                    <a:pt x="347" y="53"/>
                    <a:pt x="347" y="51"/>
                  </a:cubicBezTo>
                  <a:cubicBezTo>
                    <a:pt x="347" y="46"/>
                    <a:pt x="346" y="43"/>
                    <a:pt x="346" y="38"/>
                  </a:cubicBezTo>
                  <a:cubicBezTo>
                    <a:pt x="346" y="32"/>
                    <a:pt x="348" y="28"/>
                    <a:pt x="348" y="21"/>
                  </a:cubicBezTo>
                  <a:cubicBezTo>
                    <a:pt x="349" y="19"/>
                    <a:pt x="348" y="18"/>
                    <a:pt x="348" y="15"/>
                  </a:cubicBezTo>
                  <a:cubicBezTo>
                    <a:pt x="348" y="14"/>
                    <a:pt x="348" y="13"/>
                    <a:pt x="349" y="11"/>
                  </a:cubicBezTo>
                  <a:cubicBezTo>
                    <a:pt x="351" y="9"/>
                    <a:pt x="354" y="10"/>
                    <a:pt x="357" y="9"/>
                  </a:cubicBezTo>
                  <a:cubicBezTo>
                    <a:pt x="360" y="9"/>
                    <a:pt x="361" y="8"/>
                    <a:pt x="363" y="8"/>
                  </a:cubicBezTo>
                  <a:cubicBezTo>
                    <a:pt x="367" y="8"/>
                    <a:pt x="368" y="12"/>
                    <a:pt x="370" y="14"/>
                  </a:cubicBezTo>
                  <a:cubicBezTo>
                    <a:pt x="372" y="16"/>
                    <a:pt x="373" y="16"/>
                    <a:pt x="375" y="17"/>
                  </a:cubicBezTo>
                  <a:cubicBezTo>
                    <a:pt x="377" y="19"/>
                    <a:pt x="378" y="21"/>
                    <a:pt x="381" y="22"/>
                  </a:cubicBezTo>
                  <a:cubicBezTo>
                    <a:pt x="384" y="24"/>
                    <a:pt x="386" y="25"/>
                    <a:pt x="389" y="26"/>
                  </a:cubicBezTo>
                  <a:cubicBezTo>
                    <a:pt x="393" y="27"/>
                    <a:pt x="395" y="29"/>
                    <a:pt x="399" y="29"/>
                  </a:cubicBezTo>
                  <a:cubicBezTo>
                    <a:pt x="401" y="29"/>
                    <a:pt x="401" y="27"/>
                    <a:pt x="402" y="25"/>
                  </a:cubicBezTo>
                  <a:cubicBezTo>
                    <a:pt x="405" y="23"/>
                    <a:pt x="406" y="21"/>
                    <a:pt x="409" y="21"/>
                  </a:cubicBezTo>
                  <a:cubicBezTo>
                    <a:pt x="414" y="21"/>
                    <a:pt x="416" y="23"/>
                    <a:pt x="421" y="23"/>
                  </a:cubicBezTo>
                  <a:cubicBezTo>
                    <a:pt x="427" y="23"/>
                    <a:pt x="428" y="15"/>
                    <a:pt x="435" y="15"/>
                  </a:cubicBezTo>
                  <a:cubicBezTo>
                    <a:pt x="437" y="15"/>
                    <a:pt x="437" y="17"/>
                    <a:pt x="438" y="18"/>
                  </a:cubicBezTo>
                  <a:cubicBezTo>
                    <a:pt x="439" y="20"/>
                    <a:pt x="440" y="21"/>
                    <a:pt x="441" y="22"/>
                  </a:cubicBezTo>
                  <a:cubicBezTo>
                    <a:pt x="444" y="25"/>
                    <a:pt x="446" y="26"/>
                    <a:pt x="449" y="29"/>
                  </a:cubicBezTo>
                  <a:cubicBezTo>
                    <a:pt x="455" y="34"/>
                    <a:pt x="457" y="39"/>
                    <a:pt x="463" y="44"/>
                  </a:cubicBezTo>
                  <a:cubicBezTo>
                    <a:pt x="468" y="48"/>
                    <a:pt x="470" y="51"/>
                    <a:pt x="475" y="54"/>
                  </a:cubicBezTo>
                  <a:cubicBezTo>
                    <a:pt x="478" y="56"/>
                    <a:pt x="479" y="57"/>
                    <a:pt x="482" y="58"/>
                  </a:cubicBezTo>
                  <a:cubicBezTo>
                    <a:pt x="487" y="61"/>
                    <a:pt x="488" y="65"/>
                    <a:pt x="494" y="66"/>
                  </a:cubicBezTo>
                  <a:cubicBezTo>
                    <a:pt x="495" y="63"/>
                    <a:pt x="495" y="61"/>
                    <a:pt x="495" y="58"/>
                  </a:cubicBezTo>
                  <a:cubicBezTo>
                    <a:pt x="499" y="62"/>
                    <a:pt x="500" y="64"/>
                    <a:pt x="504" y="66"/>
                  </a:cubicBezTo>
                  <a:cubicBezTo>
                    <a:pt x="511" y="70"/>
                    <a:pt x="516" y="71"/>
                    <a:pt x="523" y="75"/>
                  </a:cubicBezTo>
                  <a:cubicBezTo>
                    <a:pt x="524" y="76"/>
                    <a:pt x="525" y="78"/>
                    <a:pt x="526" y="79"/>
                  </a:cubicBezTo>
                  <a:cubicBezTo>
                    <a:pt x="527" y="81"/>
                    <a:pt x="528" y="82"/>
                    <a:pt x="529" y="83"/>
                  </a:cubicBezTo>
                  <a:cubicBezTo>
                    <a:pt x="532" y="87"/>
                    <a:pt x="534" y="90"/>
                    <a:pt x="539" y="92"/>
                  </a:cubicBezTo>
                  <a:cubicBezTo>
                    <a:pt x="542" y="93"/>
                    <a:pt x="544" y="94"/>
                    <a:pt x="547" y="95"/>
                  </a:cubicBezTo>
                  <a:cubicBezTo>
                    <a:pt x="554" y="99"/>
                    <a:pt x="557" y="103"/>
                    <a:pt x="565" y="103"/>
                  </a:cubicBezTo>
                  <a:cubicBezTo>
                    <a:pt x="570" y="103"/>
                    <a:pt x="572" y="97"/>
                    <a:pt x="578" y="97"/>
                  </a:cubicBezTo>
                  <a:cubicBezTo>
                    <a:pt x="579" y="97"/>
                    <a:pt x="579" y="98"/>
                    <a:pt x="580" y="98"/>
                  </a:cubicBezTo>
                  <a:cubicBezTo>
                    <a:pt x="580" y="103"/>
                    <a:pt x="580" y="106"/>
                    <a:pt x="583" y="109"/>
                  </a:cubicBezTo>
                  <a:cubicBezTo>
                    <a:pt x="585" y="112"/>
                    <a:pt x="588" y="112"/>
                    <a:pt x="591" y="114"/>
                  </a:cubicBezTo>
                  <a:cubicBezTo>
                    <a:pt x="595" y="117"/>
                    <a:pt x="596" y="120"/>
                    <a:pt x="599" y="124"/>
                  </a:cubicBezTo>
                  <a:cubicBezTo>
                    <a:pt x="600" y="125"/>
                    <a:pt x="602" y="126"/>
                    <a:pt x="603" y="127"/>
                  </a:cubicBezTo>
                  <a:cubicBezTo>
                    <a:pt x="607" y="134"/>
                    <a:pt x="606" y="139"/>
                    <a:pt x="607" y="147"/>
                  </a:cubicBezTo>
                  <a:cubicBezTo>
                    <a:pt x="607" y="152"/>
                    <a:pt x="610" y="155"/>
                    <a:pt x="612" y="159"/>
                  </a:cubicBezTo>
                  <a:cubicBezTo>
                    <a:pt x="622" y="181"/>
                    <a:pt x="622" y="181"/>
                    <a:pt x="622" y="181"/>
                  </a:cubicBezTo>
                  <a:cubicBezTo>
                    <a:pt x="620" y="186"/>
                    <a:pt x="619" y="189"/>
                    <a:pt x="616" y="193"/>
                  </a:cubicBezTo>
                  <a:cubicBezTo>
                    <a:pt x="614" y="197"/>
                    <a:pt x="611" y="198"/>
                    <a:pt x="610" y="201"/>
                  </a:cubicBezTo>
                  <a:cubicBezTo>
                    <a:pt x="610" y="204"/>
                    <a:pt x="610" y="206"/>
                    <a:pt x="610" y="209"/>
                  </a:cubicBezTo>
                  <a:cubicBezTo>
                    <a:pt x="609" y="212"/>
                    <a:pt x="609" y="213"/>
                    <a:pt x="608" y="215"/>
                  </a:cubicBezTo>
                  <a:cubicBezTo>
                    <a:pt x="608" y="217"/>
                    <a:pt x="608" y="219"/>
                    <a:pt x="607" y="219"/>
                  </a:cubicBezTo>
                  <a:cubicBezTo>
                    <a:pt x="605" y="221"/>
                    <a:pt x="603" y="219"/>
                    <a:pt x="601" y="220"/>
                  </a:cubicBezTo>
                  <a:cubicBezTo>
                    <a:pt x="598" y="222"/>
                    <a:pt x="598" y="224"/>
                    <a:pt x="596" y="226"/>
                  </a:cubicBezTo>
                  <a:cubicBezTo>
                    <a:pt x="595" y="228"/>
                    <a:pt x="593" y="228"/>
                    <a:pt x="591" y="230"/>
                  </a:cubicBezTo>
                  <a:cubicBezTo>
                    <a:pt x="593" y="240"/>
                    <a:pt x="593" y="240"/>
                    <a:pt x="593" y="240"/>
                  </a:cubicBezTo>
                  <a:cubicBezTo>
                    <a:pt x="592" y="245"/>
                    <a:pt x="589" y="246"/>
                    <a:pt x="586" y="249"/>
                  </a:cubicBezTo>
                  <a:cubicBezTo>
                    <a:pt x="582" y="254"/>
                    <a:pt x="580" y="257"/>
                    <a:pt x="576" y="261"/>
                  </a:cubicBezTo>
                  <a:cubicBezTo>
                    <a:pt x="573" y="264"/>
                    <a:pt x="573" y="264"/>
                    <a:pt x="573" y="264"/>
                  </a:cubicBezTo>
                  <a:cubicBezTo>
                    <a:pt x="571" y="266"/>
                    <a:pt x="570" y="266"/>
                    <a:pt x="569" y="267"/>
                  </a:cubicBezTo>
                  <a:cubicBezTo>
                    <a:pt x="569" y="268"/>
                    <a:pt x="569" y="269"/>
                    <a:pt x="569" y="269"/>
                  </a:cubicBezTo>
                  <a:cubicBezTo>
                    <a:pt x="574" y="272"/>
                    <a:pt x="574" y="277"/>
                    <a:pt x="579" y="279"/>
                  </a:cubicBezTo>
                  <a:cubicBezTo>
                    <a:pt x="582" y="281"/>
                    <a:pt x="586" y="281"/>
                    <a:pt x="586" y="284"/>
                  </a:cubicBezTo>
                  <a:cubicBezTo>
                    <a:pt x="586" y="289"/>
                    <a:pt x="583" y="291"/>
                    <a:pt x="581" y="295"/>
                  </a:cubicBezTo>
                  <a:cubicBezTo>
                    <a:pt x="580" y="298"/>
                    <a:pt x="579" y="300"/>
                    <a:pt x="576" y="300"/>
                  </a:cubicBezTo>
                  <a:cubicBezTo>
                    <a:pt x="573" y="300"/>
                    <a:pt x="572" y="300"/>
                    <a:pt x="570" y="299"/>
                  </a:cubicBezTo>
                  <a:cubicBezTo>
                    <a:pt x="564" y="299"/>
                    <a:pt x="561" y="298"/>
                    <a:pt x="556" y="296"/>
                  </a:cubicBezTo>
                  <a:cubicBezTo>
                    <a:pt x="553" y="296"/>
                    <a:pt x="552" y="294"/>
                    <a:pt x="550" y="293"/>
                  </a:cubicBezTo>
                  <a:cubicBezTo>
                    <a:pt x="547" y="292"/>
                    <a:pt x="545" y="293"/>
                    <a:pt x="542" y="292"/>
                  </a:cubicBezTo>
                  <a:cubicBezTo>
                    <a:pt x="539" y="292"/>
                    <a:pt x="538" y="291"/>
                    <a:pt x="536" y="290"/>
                  </a:cubicBezTo>
                  <a:cubicBezTo>
                    <a:pt x="532" y="290"/>
                    <a:pt x="530" y="290"/>
                    <a:pt x="526" y="290"/>
                  </a:cubicBezTo>
                  <a:cubicBezTo>
                    <a:pt x="526" y="291"/>
                    <a:pt x="525" y="291"/>
                    <a:pt x="525" y="292"/>
                  </a:cubicBezTo>
                  <a:cubicBezTo>
                    <a:pt x="525" y="295"/>
                    <a:pt x="528" y="296"/>
                    <a:pt x="529" y="298"/>
                  </a:cubicBezTo>
                  <a:cubicBezTo>
                    <a:pt x="531" y="302"/>
                    <a:pt x="532" y="305"/>
                    <a:pt x="534" y="308"/>
                  </a:cubicBezTo>
                  <a:cubicBezTo>
                    <a:pt x="537" y="315"/>
                    <a:pt x="539" y="319"/>
                    <a:pt x="539" y="327"/>
                  </a:cubicBezTo>
                  <a:cubicBezTo>
                    <a:pt x="546" y="327"/>
                    <a:pt x="546" y="327"/>
                    <a:pt x="546" y="327"/>
                  </a:cubicBezTo>
                  <a:cubicBezTo>
                    <a:pt x="548" y="327"/>
                    <a:pt x="549" y="326"/>
                    <a:pt x="551" y="326"/>
                  </a:cubicBezTo>
                  <a:cubicBezTo>
                    <a:pt x="554" y="326"/>
                    <a:pt x="554" y="329"/>
                    <a:pt x="556" y="331"/>
                  </a:cubicBezTo>
                  <a:cubicBezTo>
                    <a:pt x="558" y="335"/>
                    <a:pt x="559" y="337"/>
                    <a:pt x="561" y="341"/>
                  </a:cubicBezTo>
                  <a:cubicBezTo>
                    <a:pt x="563" y="336"/>
                    <a:pt x="563" y="331"/>
                    <a:pt x="568" y="328"/>
                  </a:cubicBezTo>
                  <a:cubicBezTo>
                    <a:pt x="570" y="330"/>
                    <a:pt x="570" y="331"/>
                    <a:pt x="570" y="334"/>
                  </a:cubicBezTo>
                  <a:cubicBezTo>
                    <a:pt x="570" y="342"/>
                    <a:pt x="566" y="346"/>
                    <a:pt x="566" y="354"/>
                  </a:cubicBezTo>
                  <a:cubicBezTo>
                    <a:pt x="566" y="354"/>
                    <a:pt x="566" y="354"/>
                    <a:pt x="566" y="354"/>
                  </a:cubicBezTo>
                  <a:cubicBezTo>
                    <a:pt x="557" y="358"/>
                    <a:pt x="557" y="358"/>
                    <a:pt x="557" y="358"/>
                  </a:cubicBezTo>
                  <a:cubicBezTo>
                    <a:pt x="552" y="357"/>
                    <a:pt x="550" y="356"/>
                    <a:pt x="546" y="356"/>
                  </a:cubicBezTo>
                  <a:cubicBezTo>
                    <a:pt x="542" y="356"/>
                    <a:pt x="539" y="355"/>
                    <a:pt x="536" y="358"/>
                  </a:cubicBezTo>
                  <a:cubicBezTo>
                    <a:pt x="535" y="359"/>
                    <a:pt x="536" y="360"/>
                    <a:pt x="536" y="361"/>
                  </a:cubicBezTo>
                  <a:cubicBezTo>
                    <a:pt x="536" y="365"/>
                    <a:pt x="536" y="367"/>
                    <a:pt x="537" y="370"/>
                  </a:cubicBezTo>
                  <a:cubicBezTo>
                    <a:pt x="538" y="372"/>
                    <a:pt x="540" y="373"/>
                    <a:pt x="541" y="374"/>
                  </a:cubicBezTo>
                  <a:cubicBezTo>
                    <a:pt x="541" y="376"/>
                    <a:pt x="541" y="376"/>
                    <a:pt x="541" y="376"/>
                  </a:cubicBezTo>
                  <a:cubicBezTo>
                    <a:pt x="538" y="377"/>
                    <a:pt x="537" y="377"/>
                    <a:pt x="534" y="378"/>
                  </a:cubicBezTo>
                  <a:cubicBezTo>
                    <a:pt x="532" y="379"/>
                    <a:pt x="530" y="380"/>
                    <a:pt x="527" y="380"/>
                  </a:cubicBezTo>
                  <a:cubicBezTo>
                    <a:pt x="524" y="380"/>
                    <a:pt x="523" y="378"/>
                    <a:pt x="520" y="378"/>
                  </a:cubicBezTo>
                  <a:cubicBezTo>
                    <a:pt x="517" y="378"/>
                    <a:pt x="517" y="381"/>
                    <a:pt x="516" y="383"/>
                  </a:cubicBezTo>
                  <a:cubicBezTo>
                    <a:pt x="516" y="385"/>
                    <a:pt x="515" y="387"/>
                    <a:pt x="515" y="389"/>
                  </a:cubicBezTo>
                  <a:cubicBezTo>
                    <a:pt x="514" y="392"/>
                    <a:pt x="513" y="395"/>
                    <a:pt x="511" y="395"/>
                  </a:cubicBezTo>
                  <a:cubicBezTo>
                    <a:pt x="507" y="395"/>
                    <a:pt x="507" y="390"/>
                    <a:pt x="506" y="386"/>
                  </a:cubicBezTo>
                  <a:cubicBezTo>
                    <a:pt x="504" y="382"/>
                    <a:pt x="502" y="377"/>
                    <a:pt x="498" y="377"/>
                  </a:cubicBezTo>
                  <a:cubicBezTo>
                    <a:pt x="496" y="377"/>
                    <a:pt x="495" y="378"/>
                    <a:pt x="493" y="379"/>
                  </a:cubicBezTo>
                  <a:cubicBezTo>
                    <a:pt x="491" y="375"/>
                    <a:pt x="494" y="371"/>
                    <a:pt x="490" y="368"/>
                  </a:cubicBezTo>
                  <a:cubicBezTo>
                    <a:pt x="487" y="367"/>
                    <a:pt x="485" y="367"/>
                    <a:pt x="482" y="366"/>
                  </a:cubicBezTo>
                  <a:cubicBezTo>
                    <a:pt x="480" y="366"/>
                    <a:pt x="479" y="365"/>
                    <a:pt x="477" y="365"/>
                  </a:cubicBezTo>
                  <a:cubicBezTo>
                    <a:pt x="475" y="365"/>
                    <a:pt x="473" y="366"/>
                    <a:pt x="472" y="367"/>
                  </a:cubicBezTo>
                  <a:cubicBezTo>
                    <a:pt x="471" y="369"/>
                    <a:pt x="472" y="371"/>
                    <a:pt x="470" y="371"/>
                  </a:cubicBezTo>
                  <a:cubicBezTo>
                    <a:pt x="466" y="371"/>
                    <a:pt x="465" y="369"/>
                    <a:pt x="462" y="368"/>
                  </a:cubicBezTo>
                  <a:cubicBezTo>
                    <a:pt x="459" y="367"/>
                    <a:pt x="457" y="368"/>
                    <a:pt x="454" y="367"/>
                  </a:cubicBezTo>
                  <a:cubicBezTo>
                    <a:pt x="451" y="366"/>
                    <a:pt x="450" y="365"/>
                    <a:pt x="448" y="363"/>
                  </a:cubicBezTo>
                  <a:cubicBezTo>
                    <a:pt x="443" y="361"/>
                    <a:pt x="439" y="360"/>
                    <a:pt x="436" y="355"/>
                  </a:cubicBezTo>
                  <a:cubicBezTo>
                    <a:pt x="434" y="351"/>
                    <a:pt x="434" y="347"/>
                    <a:pt x="432" y="342"/>
                  </a:cubicBezTo>
                  <a:cubicBezTo>
                    <a:pt x="431" y="340"/>
                    <a:pt x="429" y="339"/>
                    <a:pt x="427" y="336"/>
                  </a:cubicBezTo>
                  <a:cubicBezTo>
                    <a:pt x="424" y="332"/>
                    <a:pt x="423" y="329"/>
                    <a:pt x="420" y="324"/>
                  </a:cubicBezTo>
                  <a:cubicBezTo>
                    <a:pt x="419" y="322"/>
                    <a:pt x="418" y="321"/>
                    <a:pt x="417" y="319"/>
                  </a:cubicBezTo>
                  <a:cubicBezTo>
                    <a:pt x="417" y="318"/>
                    <a:pt x="417" y="317"/>
                    <a:pt x="416" y="315"/>
                  </a:cubicBezTo>
                  <a:cubicBezTo>
                    <a:pt x="414" y="313"/>
                    <a:pt x="411" y="313"/>
                    <a:pt x="408" y="311"/>
                  </a:cubicBezTo>
                  <a:cubicBezTo>
                    <a:pt x="404" y="310"/>
                    <a:pt x="401" y="307"/>
                    <a:pt x="396" y="307"/>
                  </a:cubicBezTo>
                  <a:cubicBezTo>
                    <a:pt x="392" y="307"/>
                    <a:pt x="391" y="311"/>
                    <a:pt x="386" y="311"/>
                  </a:cubicBezTo>
                  <a:cubicBezTo>
                    <a:pt x="383" y="311"/>
                    <a:pt x="382" y="307"/>
                    <a:pt x="378" y="307"/>
                  </a:cubicBezTo>
                  <a:cubicBezTo>
                    <a:pt x="376" y="307"/>
                    <a:pt x="375" y="310"/>
                    <a:pt x="372" y="311"/>
                  </a:cubicBezTo>
                  <a:cubicBezTo>
                    <a:pt x="370" y="312"/>
                    <a:pt x="366" y="313"/>
                    <a:pt x="366" y="316"/>
                  </a:cubicBezTo>
                  <a:cubicBezTo>
                    <a:pt x="366" y="318"/>
                    <a:pt x="367" y="320"/>
                    <a:pt x="367" y="322"/>
                  </a:cubicBezTo>
                  <a:cubicBezTo>
                    <a:pt x="368" y="327"/>
                    <a:pt x="368" y="329"/>
                    <a:pt x="369" y="333"/>
                  </a:cubicBezTo>
                  <a:cubicBezTo>
                    <a:pt x="370" y="337"/>
                    <a:pt x="372" y="339"/>
                    <a:pt x="372" y="343"/>
                  </a:cubicBezTo>
                  <a:cubicBezTo>
                    <a:pt x="372" y="349"/>
                    <a:pt x="370" y="352"/>
                    <a:pt x="369" y="357"/>
                  </a:cubicBezTo>
                  <a:cubicBezTo>
                    <a:pt x="369" y="360"/>
                    <a:pt x="369" y="362"/>
                    <a:pt x="368" y="364"/>
                  </a:cubicBezTo>
                  <a:cubicBezTo>
                    <a:pt x="367" y="367"/>
                    <a:pt x="365" y="368"/>
                    <a:pt x="365" y="371"/>
                  </a:cubicBezTo>
                  <a:cubicBezTo>
                    <a:pt x="365" y="373"/>
                    <a:pt x="367" y="374"/>
                    <a:pt x="369" y="376"/>
                  </a:cubicBezTo>
                  <a:cubicBezTo>
                    <a:pt x="370" y="377"/>
                    <a:pt x="371" y="378"/>
                    <a:pt x="372" y="379"/>
                  </a:cubicBezTo>
                  <a:cubicBezTo>
                    <a:pt x="375" y="383"/>
                    <a:pt x="377" y="386"/>
                    <a:pt x="380" y="389"/>
                  </a:cubicBezTo>
                  <a:cubicBezTo>
                    <a:pt x="380" y="389"/>
                    <a:pt x="380" y="389"/>
                    <a:pt x="380" y="389"/>
                  </a:cubicBezTo>
                  <a:cubicBezTo>
                    <a:pt x="379" y="390"/>
                    <a:pt x="378" y="390"/>
                    <a:pt x="376" y="390"/>
                  </a:cubicBezTo>
                  <a:cubicBezTo>
                    <a:pt x="371" y="392"/>
                    <a:pt x="366" y="391"/>
                    <a:pt x="363" y="395"/>
                  </a:cubicBezTo>
                  <a:cubicBezTo>
                    <a:pt x="359" y="399"/>
                    <a:pt x="360" y="404"/>
                    <a:pt x="358" y="409"/>
                  </a:cubicBezTo>
                  <a:cubicBezTo>
                    <a:pt x="357" y="411"/>
                    <a:pt x="357" y="414"/>
                    <a:pt x="354" y="414"/>
                  </a:cubicBezTo>
                  <a:cubicBezTo>
                    <a:pt x="350" y="414"/>
                    <a:pt x="350" y="414"/>
                    <a:pt x="350" y="414"/>
                  </a:cubicBezTo>
                  <a:cubicBezTo>
                    <a:pt x="348" y="415"/>
                    <a:pt x="347" y="416"/>
                    <a:pt x="345" y="416"/>
                  </a:cubicBezTo>
                  <a:cubicBezTo>
                    <a:pt x="342" y="417"/>
                    <a:pt x="339" y="418"/>
                    <a:pt x="339" y="422"/>
                  </a:cubicBezTo>
                  <a:cubicBezTo>
                    <a:pt x="339" y="431"/>
                    <a:pt x="339" y="431"/>
                    <a:pt x="339" y="431"/>
                  </a:cubicBezTo>
                  <a:cubicBezTo>
                    <a:pt x="338" y="433"/>
                    <a:pt x="338" y="433"/>
                    <a:pt x="338" y="433"/>
                  </a:cubicBezTo>
                  <a:cubicBezTo>
                    <a:pt x="335" y="433"/>
                    <a:pt x="333" y="432"/>
                    <a:pt x="330" y="431"/>
                  </a:cubicBezTo>
                  <a:cubicBezTo>
                    <a:pt x="327" y="430"/>
                    <a:pt x="326" y="427"/>
                    <a:pt x="323" y="426"/>
                  </a:cubicBezTo>
                  <a:cubicBezTo>
                    <a:pt x="318" y="423"/>
                    <a:pt x="314" y="422"/>
                    <a:pt x="309" y="419"/>
                  </a:cubicBezTo>
                  <a:cubicBezTo>
                    <a:pt x="309" y="426"/>
                    <a:pt x="309" y="426"/>
                    <a:pt x="309" y="426"/>
                  </a:cubicBezTo>
                  <a:cubicBezTo>
                    <a:pt x="309" y="428"/>
                    <a:pt x="309" y="430"/>
                    <a:pt x="310" y="432"/>
                  </a:cubicBezTo>
                  <a:cubicBezTo>
                    <a:pt x="310" y="433"/>
                    <a:pt x="311" y="434"/>
                    <a:pt x="311" y="435"/>
                  </a:cubicBezTo>
                  <a:cubicBezTo>
                    <a:pt x="311" y="439"/>
                    <a:pt x="311" y="439"/>
                    <a:pt x="311" y="439"/>
                  </a:cubicBezTo>
                  <a:cubicBezTo>
                    <a:pt x="305" y="438"/>
                    <a:pt x="302" y="434"/>
                    <a:pt x="297" y="431"/>
                  </a:cubicBezTo>
                  <a:cubicBezTo>
                    <a:pt x="294" y="429"/>
                    <a:pt x="291" y="429"/>
                    <a:pt x="287" y="429"/>
                  </a:cubicBezTo>
                  <a:cubicBezTo>
                    <a:pt x="282" y="428"/>
                    <a:pt x="277" y="429"/>
                    <a:pt x="274" y="424"/>
                  </a:cubicBezTo>
                  <a:cubicBezTo>
                    <a:pt x="273" y="421"/>
                    <a:pt x="274" y="418"/>
                    <a:pt x="273" y="414"/>
                  </a:cubicBezTo>
                  <a:cubicBezTo>
                    <a:pt x="273" y="411"/>
                    <a:pt x="273" y="407"/>
                    <a:pt x="270" y="406"/>
                  </a:cubicBezTo>
                  <a:cubicBezTo>
                    <a:pt x="267" y="404"/>
                    <a:pt x="265" y="405"/>
                    <a:pt x="261" y="403"/>
                  </a:cubicBezTo>
                  <a:cubicBezTo>
                    <a:pt x="259" y="402"/>
                    <a:pt x="257" y="401"/>
                    <a:pt x="255" y="400"/>
                  </a:cubicBezTo>
                  <a:cubicBezTo>
                    <a:pt x="251" y="397"/>
                    <a:pt x="249" y="396"/>
                    <a:pt x="246" y="391"/>
                  </a:cubicBezTo>
                  <a:cubicBezTo>
                    <a:pt x="244" y="388"/>
                    <a:pt x="242" y="386"/>
                    <a:pt x="239" y="383"/>
                  </a:cubicBezTo>
                  <a:cubicBezTo>
                    <a:pt x="238" y="382"/>
                    <a:pt x="237" y="380"/>
                    <a:pt x="235" y="380"/>
                  </a:cubicBezTo>
                  <a:cubicBezTo>
                    <a:pt x="225" y="380"/>
                    <a:pt x="221" y="389"/>
                    <a:pt x="211" y="389"/>
                  </a:cubicBezTo>
                  <a:cubicBezTo>
                    <a:pt x="207" y="389"/>
                    <a:pt x="205" y="385"/>
                    <a:pt x="200" y="385"/>
                  </a:cubicBezTo>
                  <a:cubicBezTo>
                    <a:pt x="195" y="385"/>
                    <a:pt x="193" y="388"/>
                    <a:pt x="188" y="388"/>
                  </a:cubicBezTo>
                  <a:cubicBezTo>
                    <a:pt x="175" y="388"/>
                    <a:pt x="171" y="375"/>
                    <a:pt x="159" y="375"/>
                  </a:cubicBezTo>
                  <a:cubicBezTo>
                    <a:pt x="155" y="375"/>
                    <a:pt x="153" y="376"/>
                    <a:pt x="150" y="376"/>
                  </a:cubicBezTo>
                  <a:cubicBezTo>
                    <a:pt x="140" y="376"/>
                    <a:pt x="140" y="376"/>
                    <a:pt x="140" y="376"/>
                  </a:cubicBezTo>
                  <a:cubicBezTo>
                    <a:pt x="137" y="376"/>
                    <a:pt x="135" y="375"/>
                    <a:pt x="132" y="374"/>
                  </a:cubicBezTo>
                  <a:cubicBezTo>
                    <a:pt x="129" y="374"/>
                    <a:pt x="126" y="374"/>
                    <a:pt x="123" y="373"/>
                  </a:cubicBezTo>
                  <a:cubicBezTo>
                    <a:pt x="117" y="371"/>
                    <a:pt x="115" y="367"/>
                    <a:pt x="109" y="364"/>
                  </a:cubicBezTo>
                  <a:cubicBezTo>
                    <a:pt x="104" y="362"/>
                    <a:pt x="101" y="361"/>
                    <a:pt x="95" y="358"/>
                  </a:cubicBezTo>
                  <a:cubicBezTo>
                    <a:pt x="89" y="355"/>
                    <a:pt x="84" y="352"/>
                    <a:pt x="82" y="345"/>
                  </a:cubicBezTo>
                  <a:cubicBezTo>
                    <a:pt x="58" y="355"/>
                    <a:pt x="58" y="355"/>
                    <a:pt x="58" y="355"/>
                  </a:cubicBezTo>
                  <a:cubicBezTo>
                    <a:pt x="50" y="355"/>
                    <a:pt x="47" y="350"/>
                    <a:pt x="42" y="344"/>
                  </a:cubicBezTo>
                  <a:cubicBezTo>
                    <a:pt x="38" y="340"/>
                    <a:pt x="36" y="337"/>
                    <a:pt x="31" y="333"/>
                  </a:cubicBezTo>
                  <a:cubicBezTo>
                    <a:pt x="26" y="328"/>
                    <a:pt x="23" y="326"/>
                    <a:pt x="18" y="321"/>
                  </a:cubicBezTo>
                  <a:cubicBezTo>
                    <a:pt x="16" y="318"/>
                    <a:pt x="15" y="316"/>
                    <a:pt x="13" y="313"/>
                  </a:cubicBezTo>
                  <a:cubicBezTo>
                    <a:pt x="12" y="312"/>
                    <a:pt x="12" y="310"/>
                    <a:pt x="10" y="309"/>
                  </a:cubicBezTo>
                  <a:cubicBezTo>
                    <a:pt x="9" y="308"/>
                    <a:pt x="7" y="308"/>
                    <a:pt x="7" y="306"/>
                  </a:cubicBezTo>
                  <a:cubicBezTo>
                    <a:pt x="7" y="304"/>
                    <a:pt x="9" y="303"/>
                    <a:pt x="11" y="300"/>
                  </a:cubicBezTo>
                  <a:cubicBezTo>
                    <a:pt x="14" y="296"/>
                    <a:pt x="15" y="293"/>
                    <a:pt x="15" y="288"/>
                  </a:cubicBezTo>
                  <a:cubicBezTo>
                    <a:pt x="15" y="273"/>
                    <a:pt x="15" y="273"/>
                    <a:pt x="15" y="273"/>
                  </a:cubicBezTo>
                  <a:cubicBezTo>
                    <a:pt x="15" y="273"/>
                    <a:pt x="14" y="272"/>
                    <a:pt x="14" y="271"/>
                  </a:cubicBezTo>
                  <a:cubicBezTo>
                    <a:pt x="14" y="265"/>
                    <a:pt x="13" y="262"/>
                    <a:pt x="13" y="255"/>
                  </a:cubicBezTo>
                  <a:cubicBezTo>
                    <a:pt x="9" y="255"/>
                    <a:pt x="5" y="257"/>
                    <a:pt x="3" y="253"/>
                  </a:cubicBezTo>
                  <a:cubicBezTo>
                    <a:pt x="2" y="251"/>
                    <a:pt x="2" y="248"/>
                    <a:pt x="2" y="245"/>
                  </a:cubicBezTo>
                  <a:cubicBezTo>
                    <a:pt x="1" y="243"/>
                    <a:pt x="0" y="243"/>
                    <a:pt x="0" y="240"/>
                  </a:cubicBezTo>
                  <a:cubicBezTo>
                    <a:pt x="0" y="237"/>
                    <a:pt x="2" y="236"/>
                    <a:pt x="4" y="233"/>
                  </a:cubicBezTo>
                  <a:cubicBezTo>
                    <a:pt x="7" y="230"/>
                    <a:pt x="10" y="228"/>
                    <a:pt x="12" y="224"/>
                  </a:cubicBezTo>
                  <a:cubicBezTo>
                    <a:pt x="15" y="220"/>
                    <a:pt x="13" y="217"/>
                    <a:pt x="14" y="212"/>
                  </a:cubicBezTo>
                  <a:cubicBezTo>
                    <a:pt x="14" y="210"/>
                    <a:pt x="15" y="208"/>
                    <a:pt x="15" y="206"/>
                  </a:cubicBezTo>
                  <a:cubicBezTo>
                    <a:pt x="15" y="204"/>
                    <a:pt x="14" y="204"/>
                    <a:pt x="12" y="203"/>
                  </a:cubicBezTo>
                  <a:cubicBezTo>
                    <a:pt x="10" y="202"/>
                    <a:pt x="9" y="202"/>
                    <a:pt x="6" y="202"/>
                  </a:cubicBezTo>
                  <a:cubicBezTo>
                    <a:pt x="4" y="202"/>
                    <a:pt x="3" y="201"/>
                    <a:pt x="0" y="200"/>
                  </a:cubicBezTo>
                  <a:cubicBezTo>
                    <a:pt x="0" y="199"/>
                    <a:pt x="0" y="199"/>
                    <a:pt x="0" y="198"/>
                  </a:cubicBezTo>
                  <a:cubicBezTo>
                    <a:pt x="2" y="195"/>
                    <a:pt x="5" y="195"/>
                    <a:pt x="7" y="192"/>
                  </a:cubicBezTo>
                  <a:cubicBezTo>
                    <a:pt x="7" y="192"/>
                    <a:pt x="7" y="192"/>
                    <a:pt x="7" y="192"/>
                  </a:cubicBezTo>
                  <a:cubicBezTo>
                    <a:pt x="11" y="192"/>
                    <a:pt x="11" y="192"/>
                    <a:pt x="11" y="192"/>
                  </a:cubicBezTo>
                  <a:cubicBezTo>
                    <a:pt x="16" y="192"/>
                    <a:pt x="19" y="190"/>
                    <a:pt x="23" y="186"/>
                  </a:cubicBezTo>
                  <a:cubicBezTo>
                    <a:pt x="26" y="184"/>
                    <a:pt x="26" y="180"/>
                    <a:pt x="30" y="180"/>
                  </a:cubicBezTo>
                  <a:cubicBezTo>
                    <a:pt x="32" y="180"/>
                    <a:pt x="33" y="182"/>
                    <a:pt x="36" y="182"/>
                  </a:cubicBezTo>
                  <a:cubicBezTo>
                    <a:pt x="41" y="183"/>
                    <a:pt x="44" y="185"/>
                    <a:pt x="49" y="186"/>
                  </a:cubicBezTo>
                  <a:cubicBezTo>
                    <a:pt x="51" y="187"/>
                    <a:pt x="53" y="187"/>
                    <a:pt x="55" y="188"/>
                  </a:cubicBezTo>
                  <a:cubicBezTo>
                    <a:pt x="58" y="190"/>
                    <a:pt x="59" y="192"/>
                    <a:pt x="63" y="192"/>
                  </a:cubicBezTo>
                  <a:cubicBezTo>
                    <a:pt x="64" y="192"/>
                    <a:pt x="64" y="192"/>
                    <a:pt x="65" y="191"/>
                  </a:cubicBezTo>
                  <a:cubicBezTo>
                    <a:pt x="68" y="191"/>
                    <a:pt x="69" y="189"/>
                    <a:pt x="71" y="187"/>
                  </a:cubicBezTo>
                  <a:cubicBezTo>
                    <a:pt x="73" y="186"/>
                    <a:pt x="75" y="185"/>
                    <a:pt x="75" y="182"/>
                  </a:cubicBezTo>
                  <a:cubicBezTo>
                    <a:pt x="75" y="178"/>
                    <a:pt x="73" y="176"/>
                    <a:pt x="71" y="172"/>
                  </a:cubicBezTo>
                  <a:cubicBezTo>
                    <a:pt x="70" y="169"/>
                    <a:pt x="71" y="167"/>
                    <a:pt x="69" y="164"/>
                  </a:cubicBezTo>
                  <a:cubicBezTo>
                    <a:pt x="67" y="163"/>
                    <a:pt x="65" y="163"/>
                    <a:pt x="63" y="162"/>
                  </a:cubicBezTo>
                  <a:cubicBezTo>
                    <a:pt x="59" y="160"/>
                    <a:pt x="56" y="157"/>
                    <a:pt x="56" y="153"/>
                  </a:cubicBezTo>
                  <a:cubicBezTo>
                    <a:pt x="56" y="151"/>
                    <a:pt x="56" y="149"/>
                    <a:pt x="58" y="147"/>
                  </a:cubicBezTo>
                  <a:cubicBezTo>
                    <a:pt x="59" y="145"/>
                    <a:pt x="61" y="145"/>
                    <a:pt x="64" y="144"/>
                  </a:cubicBezTo>
                  <a:cubicBezTo>
                    <a:pt x="67" y="143"/>
                    <a:pt x="69" y="142"/>
                    <a:pt x="72" y="140"/>
                  </a:cubicBezTo>
                  <a:cubicBezTo>
                    <a:pt x="76" y="139"/>
                    <a:pt x="81" y="138"/>
                    <a:pt x="81" y="134"/>
                  </a:cubicBezTo>
                  <a:cubicBezTo>
                    <a:pt x="81" y="132"/>
                    <a:pt x="79" y="131"/>
                    <a:pt x="79" y="129"/>
                  </a:cubicBezTo>
                  <a:cubicBezTo>
                    <a:pt x="77" y="124"/>
                    <a:pt x="77" y="120"/>
                    <a:pt x="73" y="115"/>
                  </a:cubicBezTo>
                  <a:cubicBezTo>
                    <a:pt x="71" y="112"/>
                    <a:pt x="67" y="112"/>
                    <a:pt x="63" y="109"/>
                  </a:cubicBezTo>
                  <a:cubicBezTo>
                    <a:pt x="61" y="108"/>
                    <a:pt x="59" y="107"/>
                    <a:pt x="57" y="106"/>
                  </a:cubicBezTo>
                  <a:cubicBezTo>
                    <a:pt x="54" y="104"/>
                    <a:pt x="54" y="101"/>
                    <a:pt x="51" y="98"/>
                  </a:cubicBezTo>
                  <a:cubicBezTo>
                    <a:pt x="49" y="97"/>
                    <a:pt x="48" y="97"/>
                    <a:pt x="47" y="95"/>
                  </a:cubicBezTo>
                  <a:cubicBezTo>
                    <a:pt x="44" y="91"/>
                    <a:pt x="45" y="88"/>
                    <a:pt x="45" y="83"/>
                  </a:cubicBezTo>
                  <a:cubicBezTo>
                    <a:pt x="45" y="79"/>
                    <a:pt x="41" y="77"/>
                    <a:pt x="39" y="73"/>
                  </a:cubicBezTo>
                  <a:cubicBezTo>
                    <a:pt x="37" y="68"/>
                    <a:pt x="38" y="64"/>
                    <a:pt x="37" y="58"/>
                  </a:cubicBezTo>
                  <a:cubicBezTo>
                    <a:pt x="36" y="56"/>
                    <a:pt x="35" y="54"/>
                    <a:pt x="35" y="51"/>
                  </a:cubicBezTo>
                  <a:cubicBezTo>
                    <a:pt x="35" y="49"/>
                    <a:pt x="38" y="50"/>
                    <a:pt x="39" y="48"/>
                  </a:cubicBezTo>
                  <a:cubicBezTo>
                    <a:pt x="41" y="47"/>
                    <a:pt x="41" y="46"/>
                    <a:pt x="43" y="45"/>
                  </a:cubicBezTo>
                  <a:cubicBezTo>
                    <a:pt x="45" y="43"/>
                    <a:pt x="48" y="41"/>
                    <a:pt x="51" y="40"/>
                  </a:cubicBezTo>
                  <a:cubicBezTo>
                    <a:pt x="57" y="39"/>
                    <a:pt x="61" y="39"/>
                    <a:pt x="67" y="38"/>
                  </a:cubicBezTo>
                  <a:cubicBezTo>
                    <a:pt x="72" y="37"/>
                    <a:pt x="75" y="37"/>
                    <a:pt x="79" y="35"/>
                  </a:cubicBezTo>
                  <a:cubicBezTo>
                    <a:pt x="86" y="34"/>
                    <a:pt x="90" y="30"/>
                    <a:pt x="97" y="30"/>
                  </a:cubicBezTo>
                  <a:cubicBezTo>
                    <a:pt x="105" y="30"/>
                    <a:pt x="109" y="28"/>
                    <a:pt x="116" y="26"/>
                  </a:cubicBezTo>
                  <a:cubicBezTo>
                    <a:pt x="118" y="25"/>
                    <a:pt x="119" y="24"/>
                    <a:pt x="121" y="23"/>
                  </a:cubicBezTo>
                  <a:cubicBezTo>
                    <a:pt x="125" y="21"/>
                    <a:pt x="128" y="21"/>
                    <a:pt x="133" y="20"/>
                  </a:cubicBezTo>
                  <a:cubicBezTo>
                    <a:pt x="137" y="19"/>
                    <a:pt x="139" y="18"/>
                    <a:pt x="143" y="16"/>
                  </a:cubicBezTo>
                  <a:cubicBezTo>
                    <a:pt x="149" y="13"/>
                    <a:pt x="154" y="12"/>
                    <a:pt x="160"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36"/>
            <p:cNvSpPr>
              <a:spLocks/>
            </p:cNvSpPr>
            <p:nvPr/>
          </p:nvSpPr>
          <p:spPr bwMode="auto">
            <a:xfrm>
              <a:off x="2393951" y="2925763"/>
              <a:ext cx="1762125" cy="930275"/>
            </a:xfrm>
            <a:custGeom>
              <a:avLst/>
              <a:gdLst/>
              <a:ahLst/>
              <a:cxnLst>
                <a:cxn ang="0">
                  <a:pos x="913" y="433"/>
                </a:cxn>
                <a:cxn ang="0">
                  <a:pos x="877" y="438"/>
                </a:cxn>
                <a:cxn ang="0">
                  <a:pos x="850" y="443"/>
                </a:cxn>
                <a:cxn ang="0">
                  <a:pos x="818" y="452"/>
                </a:cxn>
                <a:cxn ang="0">
                  <a:pos x="770" y="486"/>
                </a:cxn>
                <a:cxn ang="0">
                  <a:pos x="707" y="514"/>
                </a:cxn>
                <a:cxn ang="0">
                  <a:pos x="660" y="498"/>
                </a:cxn>
                <a:cxn ang="0">
                  <a:pos x="631" y="459"/>
                </a:cxn>
                <a:cxn ang="0">
                  <a:pos x="571" y="441"/>
                </a:cxn>
                <a:cxn ang="0">
                  <a:pos x="538" y="456"/>
                </a:cxn>
                <a:cxn ang="0">
                  <a:pos x="510" y="504"/>
                </a:cxn>
                <a:cxn ang="0">
                  <a:pos x="510" y="469"/>
                </a:cxn>
                <a:cxn ang="0">
                  <a:pos x="501" y="456"/>
                </a:cxn>
                <a:cxn ang="0">
                  <a:pos x="460" y="468"/>
                </a:cxn>
                <a:cxn ang="0">
                  <a:pos x="412" y="462"/>
                </a:cxn>
                <a:cxn ang="0">
                  <a:pos x="351" y="443"/>
                </a:cxn>
                <a:cxn ang="0">
                  <a:pos x="319" y="426"/>
                </a:cxn>
                <a:cxn ang="0">
                  <a:pos x="291" y="390"/>
                </a:cxn>
                <a:cxn ang="0">
                  <a:pos x="257" y="389"/>
                </a:cxn>
                <a:cxn ang="0">
                  <a:pos x="211" y="350"/>
                </a:cxn>
                <a:cxn ang="0">
                  <a:pos x="168" y="337"/>
                </a:cxn>
                <a:cxn ang="0">
                  <a:pos x="141" y="340"/>
                </a:cxn>
                <a:cxn ang="0">
                  <a:pos x="98" y="309"/>
                </a:cxn>
                <a:cxn ang="0">
                  <a:pos x="62" y="291"/>
                </a:cxn>
                <a:cxn ang="0">
                  <a:pos x="43" y="260"/>
                </a:cxn>
                <a:cxn ang="0">
                  <a:pos x="27" y="218"/>
                </a:cxn>
                <a:cxn ang="0">
                  <a:pos x="60" y="224"/>
                </a:cxn>
                <a:cxn ang="0">
                  <a:pos x="45" y="149"/>
                </a:cxn>
                <a:cxn ang="0">
                  <a:pos x="27" y="110"/>
                </a:cxn>
                <a:cxn ang="0">
                  <a:pos x="3" y="52"/>
                </a:cxn>
                <a:cxn ang="0">
                  <a:pos x="40" y="30"/>
                </a:cxn>
                <a:cxn ang="0">
                  <a:pos x="101" y="44"/>
                </a:cxn>
                <a:cxn ang="0">
                  <a:pos x="176" y="67"/>
                </a:cxn>
                <a:cxn ang="0">
                  <a:pos x="210" y="40"/>
                </a:cxn>
                <a:cxn ang="0">
                  <a:pos x="254" y="57"/>
                </a:cxn>
                <a:cxn ang="0">
                  <a:pos x="310" y="49"/>
                </a:cxn>
                <a:cxn ang="0">
                  <a:pos x="370" y="38"/>
                </a:cxn>
                <a:cxn ang="0">
                  <a:pos x="392" y="14"/>
                </a:cxn>
                <a:cxn ang="0">
                  <a:pos x="432" y="5"/>
                </a:cxn>
                <a:cxn ang="0">
                  <a:pos x="498" y="1"/>
                </a:cxn>
                <a:cxn ang="0">
                  <a:pos x="547" y="22"/>
                </a:cxn>
                <a:cxn ang="0">
                  <a:pos x="552" y="33"/>
                </a:cxn>
                <a:cxn ang="0">
                  <a:pos x="540" y="70"/>
                </a:cxn>
                <a:cxn ang="0">
                  <a:pos x="555" y="103"/>
                </a:cxn>
                <a:cxn ang="0">
                  <a:pos x="553" y="143"/>
                </a:cxn>
                <a:cxn ang="0">
                  <a:pos x="622" y="175"/>
                </a:cxn>
                <a:cxn ang="0">
                  <a:pos x="680" y="206"/>
                </a:cxn>
                <a:cxn ang="0">
                  <a:pos x="751" y="219"/>
                </a:cxn>
                <a:cxn ang="0">
                  <a:pos x="801" y="233"/>
                </a:cxn>
                <a:cxn ang="0">
                  <a:pos x="837" y="261"/>
                </a:cxn>
                <a:cxn ang="0">
                  <a:pos x="849" y="249"/>
                </a:cxn>
                <a:cxn ang="0">
                  <a:pos x="879" y="252"/>
                </a:cxn>
                <a:cxn ang="0">
                  <a:pos x="903" y="225"/>
                </a:cxn>
                <a:cxn ang="0">
                  <a:pos x="935" y="225"/>
                </a:cxn>
                <a:cxn ang="0">
                  <a:pos x="957" y="263"/>
                </a:cxn>
                <a:cxn ang="0">
                  <a:pos x="974" y="331"/>
                </a:cxn>
                <a:cxn ang="0">
                  <a:pos x="979" y="378"/>
                </a:cxn>
                <a:cxn ang="0">
                  <a:pos x="976" y="413"/>
                </a:cxn>
                <a:cxn ang="0">
                  <a:pos x="963" y="411"/>
                </a:cxn>
                <a:cxn ang="0">
                  <a:pos x="951" y="445"/>
                </a:cxn>
              </a:cxnLst>
              <a:rect l="0" t="0" r="r" b="b"/>
              <a:pathLst>
                <a:path w="985" h="519">
                  <a:moveTo>
                    <a:pt x="941" y="447"/>
                  </a:moveTo>
                  <a:cubicBezTo>
                    <a:pt x="940" y="446"/>
                    <a:pt x="939" y="445"/>
                    <a:pt x="937" y="444"/>
                  </a:cubicBezTo>
                  <a:cubicBezTo>
                    <a:pt x="935" y="442"/>
                    <a:pt x="933" y="440"/>
                    <a:pt x="929" y="438"/>
                  </a:cubicBezTo>
                  <a:cubicBezTo>
                    <a:pt x="926" y="437"/>
                    <a:pt x="923" y="436"/>
                    <a:pt x="919" y="435"/>
                  </a:cubicBezTo>
                  <a:cubicBezTo>
                    <a:pt x="916" y="434"/>
                    <a:pt x="915" y="433"/>
                    <a:pt x="913" y="433"/>
                  </a:cubicBezTo>
                  <a:cubicBezTo>
                    <a:pt x="909" y="433"/>
                    <a:pt x="907" y="437"/>
                    <a:pt x="906" y="441"/>
                  </a:cubicBezTo>
                  <a:cubicBezTo>
                    <a:pt x="904" y="446"/>
                    <a:pt x="902" y="450"/>
                    <a:pt x="901" y="456"/>
                  </a:cubicBezTo>
                  <a:cubicBezTo>
                    <a:pt x="901" y="456"/>
                    <a:pt x="901" y="456"/>
                    <a:pt x="901" y="456"/>
                  </a:cubicBezTo>
                  <a:cubicBezTo>
                    <a:pt x="892" y="455"/>
                    <a:pt x="887" y="449"/>
                    <a:pt x="882" y="442"/>
                  </a:cubicBezTo>
                  <a:cubicBezTo>
                    <a:pt x="881" y="440"/>
                    <a:pt x="880" y="438"/>
                    <a:pt x="877" y="438"/>
                  </a:cubicBezTo>
                  <a:cubicBezTo>
                    <a:pt x="874" y="438"/>
                    <a:pt x="873" y="440"/>
                    <a:pt x="871" y="442"/>
                  </a:cubicBezTo>
                  <a:cubicBezTo>
                    <a:pt x="867" y="445"/>
                    <a:pt x="866" y="447"/>
                    <a:pt x="863" y="450"/>
                  </a:cubicBezTo>
                  <a:cubicBezTo>
                    <a:pt x="861" y="452"/>
                    <a:pt x="859" y="454"/>
                    <a:pt x="857" y="454"/>
                  </a:cubicBezTo>
                  <a:cubicBezTo>
                    <a:pt x="855" y="454"/>
                    <a:pt x="854" y="452"/>
                    <a:pt x="853" y="450"/>
                  </a:cubicBezTo>
                  <a:cubicBezTo>
                    <a:pt x="851" y="448"/>
                    <a:pt x="851" y="446"/>
                    <a:pt x="850" y="443"/>
                  </a:cubicBezTo>
                  <a:cubicBezTo>
                    <a:pt x="849" y="442"/>
                    <a:pt x="849" y="439"/>
                    <a:pt x="847" y="439"/>
                  </a:cubicBezTo>
                  <a:cubicBezTo>
                    <a:pt x="845" y="439"/>
                    <a:pt x="844" y="441"/>
                    <a:pt x="842" y="442"/>
                  </a:cubicBezTo>
                  <a:cubicBezTo>
                    <a:pt x="837" y="446"/>
                    <a:pt x="835" y="449"/>
                    <a:pt x="829" y="451"/>
                  </a:cubicBezTo>
                  <a:cubicBezTo>
                    <a:pt x="826" y="452"/>
                    <a:pt x="825" y="452"/>
                    <a:pt x="822" y="452"/>
                  </a:cubicBezTo>
                  <a:cubicBezTo>
                    <a:pt x="821" y="452"/>
                    <a:pt x="820" y="452"/>
                    <a:pt x="818" y="452"/>
                  </a:cubicBezTo>
                  <a:cubicBezTo>
                    <a:pt x="814" y="453"/>
                    <a:pt x="813" y="457"/>
                    <a:pt x="810" y="460"/>
                  </a:cubicBezTo>
                  <a:cubicBezTo>
                    <a:pt x="807" y="462"/>
                    <a:pt x="804" y="461"/>
                    <a:pt x="800" y="462"/>
                  </a:cubicBezTo>
                  <a:cubicBezTo>
                    <a:pt x="796" y="463"/>
                    <a:pt x="793" y="464"/>
                    <a:pt x="790" y="467"/>
                  </a:cubicBezTo>
                  <a:cubicBezTo>
                    <a:pt x="787" y="470"/>
                    <a:pt x="785" y="472"/>
                    <a:pt x="783" y="475"/>
                  </a:cubicBezTo>
                  <a:cubicBezTo>
                    <a:pt x="778" y="480"/>
                    <a:pt x="775" y="482"/>
                    <a:pt x="770" y="486"/>
                  </a:cubicBezTo>
                  <a:cubicBezTo>
                    <a:pt x="763" y="491"/>
                    <a:pt x="756" y="488"/>
                    <a:pt x="748" y="491"/>
                  </a:cubicBezTo>
                  <a:cubicBezTo>
                    <a:pt x="744" y="493"/>
                    <a:pt x="742" y="496"/>
                    <a:pt x="738" y="498"/>
                  </a:cubicBezTo>
                  <a:cubicBezTo>
                    <a:pt x="734" y="502"/>
                    <a:pt x="731" y="503"/>
                    <a:pt x="727" y="506"/>
                  </a:cubicBezTo>
                  <a:cubicBezTo>
                    <a:pt x="724" y="508"/>
                    <a:pt x="722" y="508"/>
                    <a:pt x="720" y="509"/>
                  </a:cubicBezTo>
                  <a:cubicBezTo>
                    <a:pt x="715" y="511"/>
                    <a:pt x="712" y="513"/>
                    <a:pt x="707" y="514"/>
                  </a:cubicBezTo>
                  <a:cubicBezTo>
                    <a:pt x="699" y="516"/>
                    <a:pt x="694" y="519"/>
                    <a:pt x="685" y="519"/>
                  </a:cubicBezTo>
                  <a:cubicBezTo>
                    <a:pt x="682" y="519"/>
                    <a:pt x="681" y="519"/>
                    <a:pt x="678" y="518"/>
                  </a:cubicBezTo>
                  <a:cubicBezTo>
                    <a:pt x="671" y="518"/>
                    <a:pt x="667" y="518"/>
                    <a:pt x="660" y="516"/>
                  </a:cubicBezTo>
                  <a:cubicBezTo>
                    <a:pt x="660" y="516"/>
                    <a:pt x="660" y="516"/>
                    <a:pt x="660" y="516"/>
                  </a:cubicBezTo>
                  <a:cubicBezTo>
                    <a:pt x="660" y="509"/>
                    <a:pt x="661" y="505"/>
                    <a:pt x="660" y="498"/>
                  </a:cubicBezTo>
                  <a:cubicBezTo>
                    <a:pt x="659" y="493"/>
                    <a:pt x="657" y="491"/>
                    <a:pt x="657" y="486"/>
                  </a:cubicBezTo>
                  <a:cubicBezTo>
                    <a:pt x="651" y="485"/>
                    <a:pt x="648" y="485"/>
                    <a:pt x="643" y="484"/>
                  </a:cubicBezTo>
                  <a:cubicBezTo>
                    <a:pt x="640" y="484"/>
                    <a:pt x="637" y="484"/>
                    <a:pt x="635" y="481"/>
                  </a:cubicBezTo>
                  <a:cubicBezTo>
                    <a:pt x="633" y="480"/>
                    <a:pt x="633" y="478"/>
                    <a:pt x="632" y="475"/>
                  </a:cubicBezTo>
                  <a:cubicBezTo>
                    <a:pt x="631" y="469"/>
                    <a:pt x="631" y="466"/>
                    <a:pt x="631" y="459"/>
                  </a:cubicBezTo>
                  <a:cubicBezTo>
                    <a:pt x="628" y="459"/>
                    <a:pt x="625" y="458"/>
                    <a:pt x="622" y="458"/>
                  </a:cubicBezTo>
                  <a:cubicBezTo>
                    <a:pt x="614" y="457"/>
                    <a:pt x="609" y="457"/>
                    <a:pt x="600" y="456"/>
                  </a:cubicBezTo>
                  <a:cubicBezTo>
                    <a:pt x="595" y="455"/>
                    <a:pt x="592" y="454"/>
                    <a:pt x="586" y="452"/>
                  </a:cubicBezTo>
                  <a:cubicBezTo>
                    <a:pt x="582" y="451"/>
                    <a:pt x="581" y="449"/>
                    <a:pt x="578" y="446"/>
                  </a:cubicBezTo>
                  <a:cubicBezTo>
                    <a:pt x="575" y="444"/>
                    <a:pt x="575" y="441"/>
                    <a:pt x="571" y="441"/>
                  </a:cubicBezTo>
                  <a:cubicBezTo>
                    <a:pt x="568" y="441"/>
                    <a:pt x="566" y="443"/>
                    <a:pt x="562" y="444"/>
                  </a:cubicBezTo>
                  <a:cubicBezTo>
                    <a:pt x="561" y="444"/>
                    <a:pt x="560" y="444"/>
                    <a:pt x="558" y="445"/>
                  </a:cubicBezTo>
                  <a:cubicBezTo>
                    <a:pt x="556" y="446"/>
                    <a:pt x="555" y="448"/>
                    <a:pt x="552" y="449"/>
                  </a:cubicBezTo>
                  <a:cubicBezTo>
                    <a:pt x="548" y="451"/>
                    <a:pt x="546" y="451"/>
                    <a:pt x="542" y="453"/>
                  </a:cubicBezTo>
                  <a:cubicBezTo>
                    <a:pt x="540" y="454"/>
                    <a:pt x="539" y="455"/>
                    <a:pt x="538" y="456"/>
                  </a:cubicBezTo>
                  <a:cubicBezTo>
                    <a:pt x="536" y="458"/>
                    <a:pt x="534" y="460"/>
                    <a:pt x="533" y="462"/>
                  </a:cubicBezTo>
                  <a:cubicBezTo>
                    <a:pt x="531" y="466"/>
                    <a:pt x="531" y="469"/>
                    <a:pt x="529" y="472"/>
                  </a:cubicBezTo>
                  <a:cubicBezTo>
                    <a:pt x="527" y="477"/>
                    <a:pt x="524" y="478"/>
                    <a:pt x="521" y="482"/>
                  </a:cubicBezTo>
                  <a:cubicBezTo>
                    <a:pt x="518" y="487"/>
                    <a:pt x="515" y="490"/>
                    <a:pt x="513" y="496"/>
                  </a:cubicBezTo>
                  <a:cubicBezTo>
                    <a:pt x="513" y="499"/>
                    <a:pt x="512" y="502"/>
                    <a:pt x="510" y="504"/>
                  </a:cubicBezTo>
                  <a:cubicBezTo>
                    <a:pt x="510" y="504"/>
                    <a:pt x="510" y="504"/>
                    <a:pt x="510" y="504"/>
                  </a:cubicBezTo>
                  <a:cubicBezTo>
                    <a:pt x="508" y="502"/>
                    <a:pt x="507" y="499"/>
                    <a:pt x="505" y="495"/>
                  </a:cubicBezTo>
                  <a:cubicBezTo>
                    <a:pt x="505" y="494"/>
                    <a:pt x="504" y="493"/>
                    <a:pt x="504" y="491"/>
                  </a:cubicBezTo>
                  <a:cubicBezTo>
                    <a:pt x="504" y="484"/>
                    <a:pt x="510" y="482"/>
                    <a:pt x="510" y="474"/>
                  </a:cubicBezTo>
                  <a:cubicBezTo>
                    <a:pt x="510" y="472"/>
                    <a:pt x="510" y="471"/>
                    <a:pt x="510" y="469"/>
                  </a:cubicBezTo>
                  <a:cubicBezTo>
                    <a:pt x="510" y="469"/>
                    <a:pt x="509" y="468"/>
                    <a:pt x="508" y="467"/>
                  </a:cubicBezTo>
                  <a:cubicBezTo>
                    <a:pt x="508" y="467"/>
                    <a:pt x="509" y="466"/>
                    <a:pt x="508" y="465"/>
                  </a:cubicBezTo>
                  <a:cubicBezTo>
                    <a:pt x="508" y="463"/>
                    <a:pt x="507" y="462"/>
                    <a:pt x="506" y="461"/>
                  </a:cubicBezTo>
                  <a:cubicBezTo>
                    <a:pt x="506" y="459"/>
                    <a:pt x="506" y="458"/>
                    <a:pt x="505" y="457"/>
                  </a:cubicBezTo>
                  <a:cubicBezTo>
                    <a:pt x="504" y="456"/>
                    <a:pt x="502" y="456"/>
                    <a:pt x="501" y="456"/>
                  </a:cubicBezTo>
                  <a:cubicBezTo>
                    <a:pt x="495" y="456"/>
                    <a:pt x="492" y="458"/>
                    <a:pt x="487" y="461"/>
                  </a:cubicBezTo>
                  <a:cubicBezTo>
                    <a:pt x="485" y="463"/>
                    <a:pt x="484" y="464"/>
                    <a:pt x="482" y="464"/>
                  </a:cubicBezTo>
                  <a:cubicBezTo>
                    <a:pt x="481" y="464"/>
                    <a:pt x="481" y="465"/>
                    <a:pt x="480" y="465"/>
                  </a:cubicBezTo>
                  <a:cubicBezTo>
                    <a:pt x="480" y="465"/>
                    <a:pt x="480" y="465"/>
                    <a:pt x="480" y="465"/>
                  </a:cubicBezTo>
                  <a:cubicBezTo>
                    <a:pt x="473" y="465"/>
                    <a:pt x="467" y="467"/>
                    <a:pt x="460" y="468"/>
                  </a:cubicBezTo>
                  <a:cubicBezTo>
                    <a:pt x="458" y="469"/>
                    <a:pt x="457" y="470"/>
                    <a:pt x="454" y="470"/>
                  </a:cubicBezTo>
                  <a:cubicBezTo>
                    <a:pt x="442" y="470"/>
                    <a:pt x="442" y="470"/>
                    <a:pt x="442" y="470"/>
                  </a:cubicBezTo>
                  <a:cubicBezTo>
                    <a:pt x="436" y="470"/>
                    <a:pt x="432" y="468"/>
                    <a:pt x="426" y="466"/>
                  </a:cubicBezTo>
                  <a:cubicBezTo>
                    <a:pt x="423" y="465"/>
                    <a:pt x="421" y="465"/>
                    <a:pt x="419" y="464"/>
                  </a:cubicBezTo>
                  <a:cubicBezTo>
                    <a:pt x="416" y="464"/>
                    <a:pt x="415" y="463"/>
                    <a:pt x="412" y="462"/>
                  </a:cubicBezTo>
                  <a:cubicBezTo>
                    <a:pt x="406" y="461"/>
                    <a:pt x="402" y="462"/>
                    <a:pt x="396" y="461"/>
                  </a:cubicBezTo>
                  <a:cubicBezTo>
                    <a:pt x="392" y="460"/>
                    <a:pt x="389" y="460"/>
                    <a:pt x="385" y="458"/>
                  </a:cubicBezTo>
                  <a:cubicBezTo>
                    <a:pt x="381" y="456"/>
                    <a:pt x="378" y="453"/>
                    <a:pt x="373" y="451"/>
                  </a:cubicBezTo>
                  <a:cubicBezTo>
                    <a:pt x="369" y="449"/>
                    <a:pt x="365" y="450"/>
                    <a:pt x="361" y="448"/>
                  </a:cubicBezTo>
                  <a:cubicBezTo>
                    <a:pt x="357" y="447"/>
                    <a:pt x="355" y="445"/>
                    <a:pt x="351" y="443"/>
                  </a:cubicBezTo>
                  <a:cubicBezTo>
                    <a:pt x="350" y="443"/>
                    <a:pt x="350" y="442"/>
                    <a:pt x="349" y="442"/>
                  </a:cubicBezTo>
                  <a:cubicBezTo>
                    <a:pt x="346" y="442"/>
                    <a:pt x="345" y="444"/>
                    <a:pt x="342" y="444"/>
                  </a:cubicBezTo>
                  <a:cubicBezTo>
                    <a:pt x="336" y="444"/>
                    <a:pt x="338" y="436"/>
                    <a:pt x="334" y="432"/>
                  </a:cubicBezTo>
                  <a:cubicBezTo>
                    <a:pt x="333" y="431"/>
                    <a:pt x="331" y="431"/>
                    <a:pt x="330" y="430"/>
                  </a:cubicBezTo>
                  <a:cubicBezTo>
                    <a:pt x="326" y="428"/>
                    <a:pt x="323" y="428"/>
                    <a:pt x="319" y="426"/>
                  </a:cubicBezTo>
                  <a:cubicBezTo>
                    <a:pt x="313" y="424"/>
                    <a:pt x="308" y="423"/>
                    <a:pt x="304" y="417"/>
                  </a:cubicBezTo>
                  <a:cubicBezTo>
                    <a:pt x="303" y="415"/>
                    <a:pt x="301" y="414"/>
                    <a:pt x="299" y="411"/>
                  </a:cubicBezTo>
                  <a:cubicBezTo>
                    <a:pt x="296" y="408"/>
                    <a:pt x="292" y="406"/>
                    <a:pt x="292" y="401"/>
                  </a:cubicBezTo>
                  <a:cubicBezTo>
                    <a:pt x="292" y="399"/>
                    <a:pt x="292" y="398"/>
                    <a:pt x="292" y="395"/>
                  </a:cubicBezTo>
                  <a:cubicBezTo>
                    <a:pt x="292" y="393"/>
                    <a:pt x="293" y="390"/>
                    <a:pt x="291" y="390"/>
                  </a:cubicBezTo>
                  <a:cubicBezTo>
                    <a:pt x="286" y="390"/>
                    <a:pt x="284" y="392"/>
                    <a:pt x="280" y="393"/>
                  </a:cubicBezTo>
                  <a:cubicBezTo>
                    <a:pt x="277" y="394"/>
                    <a:pt x="275" y="395"/>
                    <a:pt x="273" y="396"/>
                  </a:cubicBezTo>
                  <a:cubicBezTo>
                    <a:pt x="269" y="398"/>
                    <a:pt x="267" y="400"/>
                    <a:pt x="262" y="400"/>
                  </a:cubicBezTo>
                  <a:cubicBezTo>
                    <a:pt x="260" y="400"/>
                    <a:pt x="260" y="397"/>
                    <a:pt x="259" y="395"/>
                  </a:cubicBezTo>
                  <a:cubicBezTo>
                    <a:pt x="259" y="393"/>
                    <a:pt x="258" y="391"/>
                    <a:pt x="257" y="389"/>
                  </a:cubicBezTo>
                  <a:cubicBezTo>
                    <a:pt x="256" y="386"/>
                    <a:pt x="255" y="385"/>
                    <a:pt x="253" y="382"/>
                  </a:cubicBezTo>
                  <a:cubicBezTo>
                    <a:pt x="251" y="380"/>
                    <a:pt x="250" y="378"/>
                    <a:pt x="247" y="377"/>
                  </a:cubicBezTo>
                  <a:cubicBezTo>
                    <a:pt x="241" y="374"/>
                    <a:pt x="237" y="371"/>
                    <a:pt x="231" y="366"/>
                  </a:cubicBezTo>
                  <a:cubicBezTo>
                    <a:pt x="228" y="363"/>
                    <a:pt x="226" y="362"/>
                    <a:pt x="223" y="360"/>
                  </a:cubicBezTo>
                  <a:cubicBezTo>
                    <a:pt x="219" y="356"/>
                    <a:pt x="215" y="354"/>
                    <a:pt x="211" y="350"/>
                  </a:cubicBezTo>
                  <a:cubicBezTo>
                    <a:pt x="208" y="348"/>
                    <a:pt x="206" y="346"/>
                    <a:pt x="205" y="342"/>
                  </a:cubicBezTo>
                  <a:cubicBezTo>
                    <a:pt x="203" y="340"/>
                    <a:pt x="203" y="337"/>
                    <a:pt x="201" y="335"/>
                  </a:cubicBezTo>
                  <a:cubicBezTo>
                    <a:pt x="196" y="332"/>
                    <a:pt x="192" y="331"/>
                    <a:pt x="186" y="330"/>
                  </a:cubicBezTo>
                  <a:cubicBezTo>
                    <a:pt x="182" y="330"/>
                    <a:pt x="180" y="329"/>
                    <a:pt x="176" y="329"/>
                  </a:cubicBezTo>
                  <a:cubicBezTo>
                    <a:pt x="171" y="329"/>
                    <a:pt x="170" y="333"/>
                    <a:pt x="168" y="337"/>
                  </a:cubicBezTo>
                  <a:cubicBezTo>
                    <a:pt x="166" y="341"/>
                    <a:pt x="164" y="344"/>
                    <a:pt x="161" y="347"/>
                  </a:cubicBezTo>
                  <a:cubicBezTo>
                    <a:pt x="160" y="349"/>
                    <a:pt x="159" y="351"/>
                    <a:pt x="157" y="351"/>
                  </a:cubicBezTo>
                  <a:cubicBezTo>
                    <a:pt x="153" y="351"/>
                    <a:pt x="152" y="347"/>
                    <a:pt x="149" y="345"/>
                  </a:cubicBezTo>
                  <a:cubicBezTo>
                    <a:pt x="149" y="345"/>
                    <a:pt x="149" y="345"/>
                    <a:pt x="149" y="345"/>
                  </a:cubicBezTo>
                  <a:cubicBezTo>
                    <a:pt x="146" y="343"/>
                    <a:pt x="144" y="342"/>
                    <a:pt x="141" y="340"/>
                  </a:cubicBezTo>
                  <a:cubicBezTo>
                    <a:pt x="138" y="338"/>
                    <a:pt x="137" y="334"/>
                    <a:pt x="133" y="333"/>
                  </a:cubicBezTo>
                  <a:cubicBezTo>
                    <a:pt x="128" y="331"/>
                    <a:pt x="124" y="330"/>
                    <a:pt x="119" y="328"/>
                  </a:cubicBezTo>
                  <a:cubicBezTo>
                    <a:pt x="116" y="326"/>
                    <a:pt x="114" y="324"/>
                    <a:pt x="112" y="320"/>
                  </a:cubicBezTo>
                  <a:cubicBezTo>
                    <a:pt x="109" y="317"/>
                    <a:pt x="107" y="316"/>
                    <a:pt x="104" y="314"/>
                  </a:cubicBezTo>
                  <a:cubicBezTo>
                    <a:pt x="102" y="312"/>
                    <a:pt x="100" y="311"/>
                    <a:pt x="98" y="309"/>
                  </a:cubicBezTo>
                  <a:cubicBezTo>
                    <a:pt x="96" y="305"/>
                    <a:pt x="93" y="302"/>
                    <a:pt x="89" y="302"/>
                  </a:cubicBezTo>
                  <a:cubicBezTo>
                    <a:pt x="87" y="302"/>
                    <a:pt x="85" y="303"/>
                    <a:pt x="83" y="303"/>
                  </a:cubicBezTo>
                  <a:cubicBezTo>
                    <a:pt x="80" y="303"/>
                    <a:pt x="78" y="303"/>
                    <a:pt x="76" y="301"/>
                  </a:cubicBezTo>
                  <a:cubicBezTo>
                    <a:pt x="73" y="299"/>
                    <a:pt x="72" y="295"/>
                    <a:pt x="69" y="293"/>
                  </a:cubicBezTo>
                  <a:cubicBezTo>
                    <a:pt x="67" y="292"/>
                    <a:pt x="65" y="292"/>
                    <a:pt x="62" y="291"/>
                  </a:cubicBezTo>
                  <a:cubicBezTo>
                    <a:pt x="57" y="291"/>
                    <a:pt x="52" y="292"/>
                    <a:pt x="48" y="287"/>
                  </a:cubicBezTo>
                  <a:cubicBezTo>
                    <a:pt x="48" y="287"/>
                    <a:pt x="48" y="286"/>
                    <a:pt x="48" y="285"/>
                  </a:cubicBezTo>
                  <a:cubicBezTo>
                    <a:pt x="46" y="283"/>
                    <a:pt x="45" y="281"/>
                    <a:pt x="45" y="278"/>
                  </a:cubicBezTo>
                  <a:cubicBezTo>
                    <a:pt x="45" y="275"/>
                    <a:pt x="46" y="273"/>
                    <a:pt x="46" y="270"/>
                  </a:cubicBezTo>
                  <a:cubicBezTo>
                    <a:pt x="46" y="266"/>
                    <a:pt x="43" y="264"/>
                    <a:pt x="43" y="260"/>
                  </a:cubicBezTo>
                  <a:cubicBezTo>
                    <a:pt x="42" y="255"/>
                    <a:pt x="43" y="252"/>
                    <a:pt x="41" y="248"/>
                  </a:cubicBezTo>
                  <a:cubicBezTo>
                    <a:pt x="40" y="245"/>
                    <a:pt x="38" y="245"/>
                    <a:pt x="36" y="243"/>
                  </a:cubicBezTo>
                  <a:cubicBezTo>
                    <a:pt x="34" y="240"/>
                    <a:pt x="35" y="238"/>
                    <a:pt x="34" y="235"/>
                  </a:cubicBezTo>
                  <a:cubicBezTo>
                    <a:pt x="33" y="232"/>
                    <a:pt x="33" y="230"/>
                    <a:pt x="31" y="227"/>
                  </a:cubicBezTo>
                  <a:cubicBezTo>
                    <a:pt x="30" y="224"/>
                    <a:pt x="27" y="222"/>
                    <a:pt x="27" y="218"/>
                  </a:cubicBezTo>
                  <a:cubicBezTo>
                    <a:pt x="27" y="216"/>
                    <a:pt x="29" y="215"/>
                    <a:pt x="31" y="214"/>
                  </a:cubicBezTo>
                  <a:cubicBezTo>
                    <a:pt x="33" y="213"/>
                    <a:pt x="35" y="213"/>
                    <a:pt x="36" y="212"/>
                  </a:cubicBezTo>
                  <a:cubicBezTo>
                    <a:pt x="38" y="212"/>
                    <a:pt x="39" y="209"/>
                    <a:pt x="41" y="209"/>
                  </a:cubicBezTo>
                  <a:cubicBezTo>
                    <a:pt x="45" y="209"/>
                    <a:pt x="46" y="213"/>
                    <a:pt x="48" y="216"/>
                  </a:cubicBezTo>
                  <a:cubicBezTo>
                    <a:pt x="51" y="220"/>
                    <a:pt x="54" y="224"/>
                    <a:pt x="60" y="224"/>
                  </a:cubicBezTo>
                  <a:cubicBezTo>
                    <a:pt x="66" y="224"/>
                    <a:pt x="71" y="219"/>
                    <a:pt x="71" y="213"/>
                  </a:cubicBezTo>
                  <a:cubicBezTo>
                    <a:pt x="71" y="204"/>
                    <a:pt x="67" y="199"/>
                    <a:pt x="64" y="190"/>
                  </a:cubicBezTo>
                  <a:cubicBezTo>
                    <a:pt x="62" y="187"/>
                    <a:pt x="60" y="186"/>
                    <a:pt x="59" y="182"/>
                  </a:cubicBezTo>
                  <a:cubicBezTo>
                    <a:pt x="56" y="176"/>
                    <a:pt x="54" y="173"/>
                    <a:pt x="52" y="166"/>
                  </a:cubicBezTo>
                  <a:cubicBezTo>
                    <a:pt x="50" y="160"/>
                    <a:pt x="45" y="157"/>
                    <a:pt x="45" y="149"/>
                  </a:cubicBezTo>
                  <a:cubicBezTo>
                    <a:pt x="45" y="146"/>
                    <a:pt x="46" y="145"/>
                    <a:pt x="47" y="142"/>
                  </a:cubicBezTo>
                  <a:cubicBezTo>
                    <a:pt x="48" y="139"/>
                    <a:pt x="50" y="138"/>
                    <a:pt x="50" y="135"/>
                  </a:cubicBezTo>
                  <a:cubicBezTo>
                    <a:pt x="50" y="132"/>
                    <a:pt x="47" y="130"/>
                    <a:pt x="45" y="127"/>
                  </a:cubicBezTo>
                  <a:cubicBezTo>
                    <a:pt x="41" y="123"/>
                    <a:pt x="37" y="122"/>
                    <a:pt x="32" y="118"/>
                  </a:cubicBezTo>
                  <a:cubicBezTo>
                    <a:pt x="29" y="116"/>
                    <a:pt x="28" y="113"/>
                    <a:pt x="27" y="110"/>
                  </a:cubicBezTo>
                  <a:cubicBezTo>
                    <a:pt x="24" y="104"/>
                    <a:pt x="22" y="101"/>
                    <a:pt x="19" y="95"/>
                  </a:cubicBezTo>
                  <a:cubicBezTo>
                    <a:pt x="16" y="87"/>
                    <a:pt x="15" y="82"/>
                    <a:pt x="10" y="75"/>
                  </a:cubicBezTo>
                  <a:cubicBezTo>
                    <a:pt x="5" y="67"/>
                    <a:pt x="1" y="62"/>
                    <a:pt x="0" y="52"/>
                  </a:cubicBezTo>
                  <a:cubicBezTo>
                    <a:pt x="0" y="52"/>
                    <a:pt x="0" y="52"/>
                    <a:pt x="0" y="52"/>
                  </a:cubicBezTo>
                  <a:cubicBezTo>
                    <a:pt x="3" y="52"/>
                    <a:pt x="3" y="52"/>
                    <a:pt x="3" y="52"/>
                  </a:cubicBezTo>
                  <a:cubicBezTo>
                    <a:pt x="5" y="52"/>
                    <a:pt x="5" y="50"/>
                    <a:pt x="7" y="49"/>
                  </a:cubicBezTo>
                  <a:cubicBezTo>
                    <a:pt x="11" y="47"/>
                    <a:pt x="13" y="46"/>
                    <a:pt x="17" y="44"/>
                  </a:cubicBezTo>
                  <a:cubicBezTo>
                    <a:pt x="23" y="41"/>
                    <a:pt x="26" y="39"/>
                    <a:pt x="32" y="35"/>
                  </a:cubicBezTo>
                  <a:cubicBezTo>
                    <a:pt x="33" y="34"/>
                    <a:pt x="34" y="33"/>
                    <a:pt x="36" y="32"/>
                  </a:cubicBezTo>
                  <a:cubicBezTo>
                    <a:pt x="37" y="31"/>
                    <a:pt x="39" y="31"/>
                    <a:pt x="40" y="30"/>
                  </a:cubicBezTo>
                  <a:cubicBezTo>
                    <a:pt x="43" y="29"/>
                    <a:pt x="44" y="28"/>
                    <a:pt x="46" y="26"/>
                  </a:cubicBezTo>
                  <a:cubicBezTo>
                    <a:pt x="50" y="25"/>
                    <a:pt x="53" y="24"/>
                    <a:pt x="58" y="24"/>
                  </a:cubicBezTo>
                  <a:cubicBezTo>
                    <a:pt x="65" y="24"/>
                    <a:pt x="69" y="28"/>
                    <a:pt x="75" y="31"/>
                  </a:cubicBezTo>
                  <a:cubicBezTo>
                    <a:pt x="82" y="35"/>
                    <a:pt x="86" y="37"/>
                    <a:pt x="93" y="40"/>
                  </a:cubicBezTo>
                  <a:cubicBezTo>
                    <a:pt x="96" y="41"/>
                    <a:pt x="98" y="43"/>
                    <a:pt x="101" y="44"/>
                  </a:cubicBezTo>
                  <a:cubicBezTo>
                    <a:pt x="114" y="50"/>
                    <a:pt x="121" y="55"/>
                    <a:pt x="134" y="60"/>
                  </a:cubicBezTo>
                  <a:cubicBezTo>
                    <a:pt x="138" y="61"/>
                    <a:pt x="140" y="64"/>
                    <a:pt x="144" y="64"/>
                  </a:cubicBezTo>
                  <a:cubicBezTo>
                    <a:pt x="150" y="64"/>
                    <a:pt x="153" y="59"/>
                    <a:pt x="159" y="59"/>
                  </a:cubicBezTo>
                  <a:cubicBezTo>
                    <a:pt x="162" y="59"/>
                    <a:pt x="164" y="60"/>
                    <a:pt x="166" y="61"/>
                  </a:cubicBezTo>
                  <a:cubicBezTo>
                    <a:pt x="171" y="63"/>
                    <a:pt x="172" y="67"/>
                    <a:pt x="176" y="67"/>
                  </a:cubicBezTo>
                  <a:cubicBezTo>
                    <a:pt x="179" y="67"/>
                    <a:pt x="180" y="66"/>
                    <a:pt x="183" y="65"/>
                  </a:cubicBezTo>
                  <a:cubicBezTo>
                    <a:pt x="188" y="63"/>
                    <a:pt x="191" y="61"/>
                    <a:pt x="195" y="57"/>
                  </a:cubicBezTo>
                  <a:cubicBezTo>
                    <a:pt x="199" y="53"/>
                    <a:pt x="200" y="50"/>
                    <a:pt x="204" y="45"/>
                  </a:cubicBezTo>
                  <a:cubicBezTo>
                    <a:pt x="206" y="44"/>
                    <a:pt x="207" y="43"/>
                    <a:pt x="208" y="42"/>
                  </a:cubicBezTo>
                  <a:cubicBezTo>
                    <a:pt x="209" y="41"/>
                    <a:pt x="209" y="40"/>
                    <a:pt x="210" y="40"/>
                  </a:cubicBezTo>
                  <a:cubicBezTo>
                    <a:pt x="215" y="40"/>
                    <a:pt x="217" y="42"/>
                    <a:pt x="222" y="42"/>
                  </a:cubicBezTo>
                  <a:cubicBezTo>
                    <a:pt x="227" y="42"/>
                    <a:pt x="231" y="41"/>
                    <a:pt x="236" y="41"/>
                  </a:cubicBezTo>
                  <a:cubicBezTo>
                    <a:pt x="239" y="41"/>
                    <a:pt x="239" y="44"/>
                    <a:pt x="240" y="47"/>
                  </a:cubicBezTo>
                  <a:cubicBezTo>
                    <a:pt x="241" y="49"/>
                    <a:pt x="242" y="51"/>
                    <a:pt x="244" y="53"/>
                  </a:cubicBezTo>
                  <a:cubicBezTo>
                    <a:pt x="247" y="56"/>
                    <a:pt x="250" y="56"/>
                    <a:pt x="254" y="57"/>
                  </a:cubicBezTo>
                  <a:cubicBezTo>
                    <a:pt x="261" y="58"/>
                    <a:pt x="265" y="59"/>
                    <a:pt x="273" y="59"/>
                  </a:cubicBezTo>
                  <a:cubicBezTo>
                    <a:pt x="276" y="59"/>
                    <a:pt x="279" y="58"/>
                    <a:pt x="282" y="56"/>
                  </a:cubicBezTo>
                  <a:cubicBezTo>
                    <a:pt x="284" y="55"/>
                    <a:pt x="286" y="53"/>
                    <a:pt x="289" y="53"/>
                  </a:cubicBezTo>
                  <a:cubicBezTo>
                    <a:pt x="292" y="53"/>
                    <a:pt x="293" y="56"/>
                    <a:pt x="297" y="56"/>
                  </a:cubicBezTo>
                  <a:cubicBezTo>
                    <a:pt x="302" y="56"/>
                    <a:pt x="305" y="52"/>
                    <a:pt x="310" y="49"/>
                  </a:cubicBezTo>
                  <a:cubicBezTo>
                    <a:pt x="314" y="47"/>
                    <a:pt x="317" y="46"/>
                    <a:pt x="322" y="45"/>
                  </a:cubicBezTo>
                  <a:cubicBezTo>
                    <a:pt x="331" y="42"/>
                    <a:pt x="335" y="36"/>
                    <a:pt x="344" y="36"/>
                  </a:cubicBezTo>
                  <a:cubicBezTo>
                    <a:pt x="348" y="36"/>
                    <a:pt x="350" y="38"/>
                    <a:pt x="354" y="40"/>
                  </a:cubicBezTo>
                  <a:cubicBezTo>
                    <a:pt x="356" y="42"/>
                    <a:pt x="357" y="43"/>
                    <a:pt x="359" y="43"/>
                  </a:cubicBezTo>
                  <a:cubicBezTo>
                    <a:pt x="363" y="43"/>
                    <a:pt x="366" y="40"/>
                    <a:pt x="370" y="38"/>
                  </a:cubicBezTo>
                  <a:cubicBezTo>
                    <a:pt x="374" y="36"/>
                    <a:pt x="376" y="36"/>
                    <a:pt x="380" y="34"/>
                  </a:cubicBezTo>
                  <a:cubicBezTo>
                    <a:pt x="383" y="32"/>
                    <a:pt x="384" y="29"/>
                    <a:pt x="385" y="25"/>
                  </a:cubicBezTo>
                  <a:cubicBezTo>
                    <a:pt x="387" y="22"/>
                    <a:pt x="388" y="20"/>
                    <a:pt x="390" y="17"/>
                  </a:cubicBezTo>
                  <a:cubicBezTo>
                    <a:pt x="390" y="16"/>
                    <a:pt x="389" y="15"/>
                    <a:pt x="390" y="15"/>
                  </a:cubicBezTo>
                  <a:cubicBezTo>
                    <a:pt x="390" y="14"/>
                    <a:pt x="391" y="14"/>
                    <a:pt x="392" y="14"/>
                  </a:cubicBezTo>
                  <a:cubicBezTo>
                    <a:pt x="392" y="14"/>
                    <a:pt x="393" y="14"/>
                    <a:pt x="394" y="14"/>
                  </a:cubicBezTo>
                  <a:cubicBezTo>
                    <a:pt x="397" y="14"/>
                    <a:pt x="399" y="13"/>
                    <a:pt x="402" y="12"/>
                  </a:cubicBezTo>
                  <a:cubicBezTo>
                    <a:pt x="406" y="12"/>
                    <a:pt x="409" y="13"/>
                    <a:pt x="412" y="12"/>
                  </a:cubicBezTo>
                  <a:cubicBezTo>
                    <a:pt x="416" y="11"/>
                    <a:pt x="417" y="9"/>
                    <a:pt x="420" y="8"/>
                  </a:cubicBezTo>
                  <a:cubicBezTo>
                    <a:pt x="425" y="6"/>
                    <a:pt x="427" y="6"/>
                    <a:pt x="432" y="5"/>
                  </a:cubicBezTo>
                  <a:cubicBezTo>
                    <a:pt x="435" y="4"/>
                    <a:pt x="437" y="2"/>
                    <a:pt x="440" y="2"/>
                  </a:cubicBezTo>
                  <a:cubicBezTo>
                    <a:pt x="442" y="2"/>
                    <a:pt x="443" y="3"/>
                    <a:pt x="444" y="3"/>
                  </a:cubicBezTo>
                  <a:cubicBezTo>
                    <a:pt x="448" y="4"/>
                    <a:pt x="451" y="3"/>
                    <a:pt x="455" y="3"/>
                  </a:cubicBezTo>
                  <a:cubicBezTo>
                    <a:pt x="470" y="3"/>
                    <a:pt x="479" y="0"/>
                    <a:pt x="494" y="0"/>
                  </a:cubicBezTo>
                  <a:cubicBezTo>
                    <a:pt x="495" y="0"/>
                    <a:pt x="497" y="1"/>
                    <a:pt x="498" y="1"/>
                  </a:cubicBezTo>
                  <a:cubicBezTo>
                    <a:pt x="498" y="2"/>
                    <a:pt x="498" y="3"/>
                    <a:pt x="499" y="3"/>
                  </a:cubicBezTo>
                  <a:cubicBezTo>
                    <a:pt x="501" y="5"/>
                    <a:pt x="504" y="5"/>
                    <a:pt x="507" y="5"/>
                  </a:cubicBezTo>
                  <a:cubicBezTo>
                    <a:pt x="512" y="6"/>
                    <a:pt x="516" y="5"/>
                    <a:pt x="521" y="7"/>
                  </a:cubicBezTo>
                  <a:cubicBezTo>
                    <a:pt x="524" y="8"/>
                    <a:pt x="526" y="10"/>
                    <a:pt x="529" y="12"/>
                  </a:cubicBezTo>
                  <a:cubicBezTo>
                    <a:pt x="536" y="16"/>
                    <a:pt x="541" y="18"/>
                    <a:pt x="547" y="22"/>
                  </a:cubicBezTo>
                  <a:cubicBezTo>
                    <a:pt x="547" y="22"/>
                    <a:pt x="547" y="22"/>
                    <a:pt x="547" y="22"/>
                  </a:cubicBezTo>
                  <a:cubicBezTo>
                    <a:pt x="545" y="25"/>
                    <a:pt x="542" y="25"/>
                    <a:pt x="540" y="28"/>
                  </a:cubicBezTo>
                  <a:cubicBezTo>
                    <a:pt x="540" y="29"/>
                    <a:pt x="540" y="29"/>
                    <a:pt x="540" y="30"/>
                  </a:cubicBezTo>
                  <a:cubicBezTo>
                    <a:pt x="543" y="31"/>
                    <a:pt x="544" y="32"/>
                    <a:pt x="546" y="32"/>
                  </a:cubicBezTo>
                  <a:cubicBezTo>
                    <a:pt x="549" y="32"/>
                    <a:pt x="550" y="32"/>
                    <a:pt x="552" y="33"/>
                  </a:cubicBezTo>
                  <a:cubicBezTo>
                    <a:pt x="554" y="34"/>
                    <a:pt x="555" y="34"/>
                    <a:pt x="555" y="36"/>
                  </a:cubicBezTo>
                  <a:cubicBezTo>
                    <a:pt x="555" y="38"/>
                    <a:pt x="554" y="40"/>
                    <a:pt x="554" y="42"/>
                  </a:cubicBezTo>
                  <a:cubicBezTo>
                    <a:pt x="553" y="47"/>
                    <a:pt x="555" y="50"/>
                    <a:pt x="552" y="54"/>
                  </a:cubicBezTo>
                  <a:cubicBezTo>
                    <a:pt x="550" y="58"/>
                    <a:pt x="547" y="60"/>
                    <a:pt x="544" y="63"/>
                  </a:cubicBezTo>
                  <a:cubicBezTo>
                    <a:pt x="542" y="66"/>
                    <a:pt x="540" y="67"/>
                    <a:pt x="540" y="70"/>
                  </a:cubicBezTo>
                  <a:cubicBezTo>
                    <a:pt x="540" y="73"/>
                    <a:pt x="541" y="73"/>
                    <a:pt x="542" y="75"/>
                  </a:cubicBezTo>
                  <a:cubicBezTo>
                    <a:pt x="542" y="78"/>
                    <a:pt x="542" y="81"/>
                    <a:pt x="543" y="83"/>
                  </a:cubicBezTo>
                  <a:cubicBezTo>
                    <a:pt x="545" y="87"/>
                    <a:pt x="549" y="85"/>
                    <a:pt x="553" y="85"/>
                  </a:cubicBezTo>
                  <a:cubicBezTo>
                    <a:pt x="553" y="92"/>
                    <a:pt x="554" y="95"/>
                    <a:pt x="554" y="101"/>
                  </a:cubicBezTo>
                  <a:cubicBezTo>
                    <a:pt x="554" y="102"/>
                    <a:pt x="555" y="103"/>
                    <a:pt x="555" y="103"/>
                  </a:cubicBezTo>
                  <a:cubicBezTo>
                    <a:pt x="555" y="118"/>
                    <a:pt x="555" y="118"/>
                    <a:pt x="555" y="118"/>
                  </a:cubicBezTo>
                  <a:cubicBezTo>
                    <a:pt x="555" y="123"/>
                    <a:pt x="554" y="126"/>
                    <a:pt x="551" y="130"/>
                  </a:cubicBezTo>
                  <a:cubicBezTo>
                    <a:pt x="549" y="133"/>
                    <a:pt x="547" y="134"/>
                    <a:pt x="547" y="136"/>
                  </a:cubicBezTo>
                  <a:cubicBezTo>
                    <a:pt x="547" y="138"/>
                    <a:pt x="549" y="138"/>
                    <a:pt x="550" y="139"/>
                  </a:cubicBezTo>
                  <a:cubicBezTo>
                    <a:pt x="552" y="140"/>
                    <a:pt x="552" y="142"/>
                    <a:pt x="553" y="143"/>
                  </a:cubicBezTo>
                  <a:cubicBezTo>
                    <a:pt x="555" y="146"/>
                    <a:pt x="556" y="148"/>
                    <a:pt x="558" y="151"/>
                  </a:cubicBezTo>
                  <a:cubicBezTo>
                    <a:pt x="563" y="156"/>
                    <a:pt x="566" y="158"/>
                    <a:pt x="571" y="163"/>
                  </a:cubicBezTo>
                  <a:cubicBezTo>
                    <a:pt x="576" y="167"/>
                    <a:pt x="578" y="170"/>
                    <a:pt x="582" y="174"/>
                  </a:cubicBezTo>
                  <a:cubicBezTo>
                    <a:pt x="587" y="180"/>
                    <a:pt x="590" y="185"/>
                    <a:pt x="598" y="185"/>
                  </a:cubicBezTo>
                  <a:cubicBezTo>
                    <a:pt x="622" y="175"/>
                    <a:pt x="622" y="175"/>
                    <a:pt x="622" y="175"/>
                  </a:cubicBezTo>
                  <a:cubicBezTo>
                    <a:pt x="624" y="182"/>
                    <a:pt x="629" y="185"/>
                    <a:pt x="635" y="188"/>
                  </a:cubicBezTo>
                  <a:cubicBezTo>
                    <a:pt x="641" y="191"/>
                    <a:pt x="644" y="192"/>
                    <a:pt x="649" y="194"/>
                  </a:cubicBezTo>
                  <a:cubicBezTo>
                    <a:pt x="655" y="197"/>
                    <a:pt x="657" y="201"/>
                    <a:pt x="663" y="203"/>
                  </a:cubicBezTo>
                  <a:cubicBezTo>
                    <a:pt x="666" y="204"/>
                    <a:pt x="669" y="204"/>
                    <a:pt x="672" y="204"/>
                  </a:cubicBezTo>
                  <a:cubicBezTo>
                    <a:pt x="675" y="205"/>
                    <a:pt x="677" y="206"/>
                    <a:pt x="680" y="206"/>
                  </a:cubicBezTo>
                  <a:cubicBezTo>
                    <a:pt x="690" y="206"/>
                    <a:pt x="690" y="206"/>
                    <a:pt x="690" y="206"/>
                  </a:cubicBezTo>
                  <a:cubicBezTo>
                    <a:pt x="693" y="206"/>
                    <a:pt x="695" y="205"/>
                    <a:pt x="699" y="205"/>
                  </a:cubicBezTo>
                  <a:cubicBezTo>
                    <a:pt x="711" y="205"/>
                    <a:pt x="715" y="218"/>
                    <a:pt x="728" y="218"/>
                  </a:cubicBezTo>
                  <a:cubicBezTo>
                    <a:pt x="733" y="218"/>
                    <a:pt x="735" y="215"/>
                    <a:pt x="740" y="215"/>
                  </a:cubicBezTo>
                  <a:cubicBezTo>
                    <a:pt x="745" y="215"/>
                    <a:pt x="747" y="219"/>
                    <a:pt x="751" y="219"/>
                  </a:cubicBezTo>
                  <a:cubicBezTo>
                    <a:pt x="761" y="219"/>
                    <a:pt x="765" y="210"/>
                    <a:pt x="775" y="210"/>
                  </a:cubicBezTo>
                  <a:cubicBezTo>
                    <a:pt x="777" y="210"/>
                    <a:pt x="778" y="212"/>
                    <a:pt x="779" y="213"/>
                  </a:cubicBezTo>
                  <a:cubicBezTo>
                    <a:pt x="782" y="216"/>
                    <a:pt x="784" y="218"/>
                    <a:pt x="786" y="221"/>
                  </a:cubicBezTo>
                  <a:cubicBezTo>
                    <a:pt x="789" y="226"/>
                    <a:pt x="791" y="227"/>
                    <a:pt x="795" y="230"/>
                  </a:cubicBezTo>
                  <a:cubicBezTo>
                    <a:pt x="797" y="231"/>
                    <a:pt x="799" y="232"/>
                    <a:pt x="801" y="233"/>
                  </a:cubicBezTo>
                  <a:cubicBezTo>
                    <a:pt x="805" y="235"/>
                    <a:pt x="807" y="234"/>
                    <a:pt x="810" y="236"/>
                  </a:cubicBezTo>
                  <a:cubicBezTo>
                    <a:pt x="813" y="237"/>
                    <a:pt x="813" y="241"/>
                    <a:pt x="813" y="244"/>
                  </a:cubicBezTo>
                  <a:cubicBezTo>
                    <a:pt x="814" y="248"/>
                    <a:pt x="813" y="251"/>
                    <a:pt x="814" y="254"/>
                  </a:cubicBezTo>
                  <a:cubicBezTo>
                    <a:pt x="817" y="259"/>
                    <a:pt x="822" y="258"/>
                    <a:pt x="827" y="259"/>
                  </a:cubicBezTo>
                  <a:cubicBezTo>
                    <a:pt x="831" y="259"/>
                    <a:pt x="834" y="259"/>
                    <a:pt x="837" y="261"/>
                  </a:cubicBezTo>
                  <a:cubicBezTo>
                    <a:pt x="842" y="264"/>
                    <a:pt x="845" y="268"/>
                    <a:pt x="851" y="269"/>
                  </a:cubicBezTo>
                  <a:cubicBezTo>
                    <a:pt x="851" y="265"/>
                    <a:pt x="851" y="265"/>
                    <a:pt x="851" y="265"/>
                  </a:cubicBezTo>
                  <a:cubicBezTo>
                    <a:pt x="851" y="264"/>
                    <a:pt x="850" y="263"/>
                    <a:pt x="850" y="262"/>
                  </a:cubicBezTo>
                  <a:cubicBezTo>
                    <a:pt x="849" y="260"/>
                    <a:pt x="849" y="258"/>
                    <a:pt x="849" y="256"/>
                  </a:cubicBezTo>
                  <a:cubicBezTo>
                    <a:pt x="849" y="249"/>
                    <a:pt x="849" y="249"/>
                    <a:pt x="849" y="249"/>
                  </a:cubicBezTo>
                  <a:cubicBezTo>
                    <a:pt x="854" y="252"/>
                    <a:pt x="858" y="253"/>
                    <a:pt x="863" y="256"/>
                  </a:cubicBezTo>
                  <a:cubicBezTo>
                    <a:pt x="866" y="257"/>
                    <a:pt x="867" y="260"/>
                    <a:pt x="870" y="261"/>
                  </a:cubicBezTo>
                  <a:cubicBezTo>
                    <a:pt x="873" y="262"/>
                    <a:pt x="875" y="263"/>
                    <a:pt x="878" y="263"/>
                  </a:cubicBezTo>
                  <a:cubicBezTo>
                    <a:pt x="879" y="261"/>
                    <a:pt x="879" y="261"/>
                    <a:pt x="879" y="261"/>
                  </a:cubicBezTo>
                  <a:cubicBezTo>
                    <a:pt x="879" y="252"/>
                    <a:pt x="879" y="252"/>
                    <a:pt x="879" y="252"/>
                  </a:cubicBezTo>
                  <a:cubicBezTo>
                    <a:pt x="879" y="248"/>
                    <a:pt x="882" y="247"/>
                    <a:pt x="885" y="246"/>
                  </a:cubicBezTo>
                  <a:cubicBezTo>
                    <a:pt x="887" y="246"/>
                    <a:pt x="888" y="245"/>
                    <a:pt x="890" y="244"/>
                  </a:cubicBezTo>
                  <a:cubicBezTo>
                    <a:pt x="894" y="244"/>
                    <a:pt x="894" y="244"/>
                    <a:pt x="894" y="244"/>
                  </a:cubicBezTo>
                  <a:cubicBezTo>
                    <a:pt x="897" y="244"/>
                    <a:pt x="897" y="241"/>
                    <a:pt x="898" y="239"/>
                  </a:cubicBezTo>
                  <a:cubicBezTo>
                    <a:pt x="900" y="234"/>
                    <a:pt x="899" y="229"/>
                    <a:pt x="903" y="225"/>
                  </a:cubicBezTo>
                  <a:cubicBezTo>
                    <a:pt x="906" y="221"/>
                    <a:pt x="911" y="222"/>
                    <a:pt x="916" y="220"/>
                  </a:cubicBezTo>
                  <a:cubicBezTo>
                    <a:pt x="918" y="220"/>
                    <a:pt x="919" y="220"/>
                    <a:pt x="920" y="219"/>
                  </a:cubicBezTo>
                  <a:cubicBezTo>
                    <a:pt x="920" y="219"/>
                    <a:pt x="920" y="219"/>
                    <a:pt x="920" y="219"/>
                  </a:cubicBezTo>
                  <a:cubicBezTo>
                    <a:pt x="924" y="220"/>
                    <a:pt x="927" y="221"/>
                    <a:pt x="931" y="223"/>
                  </a:cubicBezTo>
                  <a:cubicBezTo>
                    <a:pt x="932" y="224"/>
                    <a:pt x="934" y="224"/>
                    <a:pt x="935" y="225"/>
                  </a:cubicBezTo>
                  <a:cubicBezTo>
                    <a:pt x="936" y="226"/>
                    <a:pt x="936" y="227"/>
                    <a:pt x="937" y="229"/>
                  </a:cubicBezTo>
                  <a:cubicBezTo>
                    <a:pt x="938" y="232"/>
                    <a:pt x="941" y="234"/>
                    <a:pt x="943" y="237"/>
                  </a:cubicBezTo>
                  <a:cubicBezTo>
                    <a:pt x="946" y="241"/>
                    <a:pt x="948" y="244"/>
                    <a:pt x="950" y="249"/>
                  </a:cubicBezTo>
                  <a:cubicBezTo>
                    <a:pt x="951" y="251"/>
                    <a:pt x="952" y="253"/>
                    <a:pt x="953" y="255"/>
                  </a:cubicBezTo>
                  <a:cubicBezTo>
                    <a:pt x="955" y="258"/>
                    <a:pt x="956" y="260"/>
                    <a:pt x="957" y="263"/>
                  </a:cubicBezTo>
                  <a:cubicBezTo>
                    <a:pt x="961" y="273"/>
                    <a:pt x="960" y="280"/>
                    <a:pt x="963" y="290"/>
                  </a:cubicBezTo>
                  <a:cubicBezTo>
                    <a:pt x="964" y="292"/>
                    <a:pt x="966" y="292"/>
                    <a:pt x="966" y="294"/>
                  </a:cubicBezTo>
                  <a:cubicBezTo>
                    <a:pt x="969" y="301"/>
                    <a:pt x="971" y="305"/>
                    <a:pt x="973" y="312"/>
                  </a:cubicBezTo>
                  <a:cubicBezTo>
                    <a:pt x="973" y="313"/>
                    <a:pt x="974" y="314"/>
                    <a:pt x="974" y="316"/>
                  </a:cubicBezTo>
                  <a:cubicBezTo>
                    <a:pt x="974" y="331"/>
                    <a:pt x="974" y="331"/>
                    <a:pt x="974" y="331"/>
                  </a:cubicBezTo>
                  <a:cubicBezTo>
                    <a:pt x="974" y="332"/>
                    <a:pt x="975" y="332"/>
                    <a:pt x="975" y="333"/>
                  </a:cubicBezTo>
                  <a:cubicBezTo>
                    <a:pt x="975" y="334"/>
                    <a:pt x="975" y="336"/>
                    <a:pt x="975" y="337"/>
                  </a:cubicBezTo>
                  <a:cubicBezTo>
                    <a:pt x="977" y="348"/>
                    <a:pt x="981" y="353"/>
                    <a:pt x="981" y="364"/>
                  </a:cubicBezTo>
                  <a:cubicBezTo>
                    <a:pt x="981" y="367"/>
                    <a:pt x="980" y="369"/>
                    <a:pt x="979" y="371"/>
                  </a:cubicBezTo>
                  <a:cubicBezTo>
                    <a:pt x="979" y="374"/>
                    <a:pt x="979" y="376"/>
                    <a:pt x="979" y="378"/>
                  </a:cubicBezTo>
                  <a:cubicBezTo>
                    <a:pt x="979" y="385"/>
                    <a:pt x="979" y="389"/>
                    <a:pt x="980" y="395"/>
                  </a:cubicBezTo>
                  <a:cubicBezTo>
                    <a:pt x="981" y="399"/>
                    <a:pt x="984" y="401"/>
                    <a:pt x="985" y="405"/>
                  </a:cubicBezTo>
                  <a:cubicBezTo>
                    <a:pt x="985" y="405"/>
                    <a:pt x="985" y="405"/>
                    <a:pt x="985" y="405"/>
                  </a:cubicBezTo>
                  <a:cubicBezTo>
                    <a:pt x="983" y="407"/>
                    <a:pt x="982" y="408"/>
                    <a:pt x="980" y="410"/>
                  </a:cubicBezTo>
                  <a:cubicBezTo>
                    <a:pt x="978" y="411"/>
                    <a:pt x="977" y="412"/>
                    <a:pt x="976" y="413"/>
                  </a:cubicBezTo>
                  <a:cubicBezTo>
                    <a:pt x="976" y="414"/>
                    <a:pt x="976" y="415"/>
                    <a:pt x="976" y="415"/>
                  </a:cubicBezTo>
                  <a:cubicBezTo>
                    <a:pt x="975" y="416"/>
                    <a:pt x="975" y="417"/>
                    <a:pt x="974" y="417"/>
                  </a:cubicBezTo>
                  <a:cubicBezTo>
                    <a:pt x="972" y="417"/>
                    <a:pt x="970" y="416"/>
                    <a:pt x="968" y="414"/>
                  </a:cubicBezTo>
                  <a:cubicBezTo>
                    <a:pt x="967" y="413"/>
                    <a:pt x="967" y="410"/>
                    <a:pt x="965" y="410"/>
                  </a:cubicBezTo>
                  <a:cubicBezTo>
                    <a:pt x="964" y="410"/>
                    <a:pt x="964" y="411"/>
                    <a:pt x="963" y="411"/>
                  </a:cubicBezTo>
                  <a:cubicBezTo>
                    <a:pt x="963" y="430"/>
                    <a:pt x="963" y="430"/>
                    <a:pt x="963" y="430"/>
                  </a:cubicBezTo>
                  <a:cubicBezTo>
                    <a:pt x="963" y="435"/>
                    <a:pt x="964" y="437"/>
                    <a:pt x="964" y="442"/>
                  </a:cubicBezTo>
                  <a:cubicBezTo>
                    <a:pt x="964" y="449"/>
                    <a:pt x="964" y="449"/>
                    <a:pt x="964" y="449"/>
                  </a:cubicBezTo>
                  <a:cubicBezTo>
                    <a:pt x="961" y="449"/>
                    <a:pt x="961" y="449"/>
                    <a:pt x="961" y="449"/>
                  </a:cubicBezTo>
                  <a:cubicBezTo>
                    <a:pt x="957" y="448"/>
                    <a:pt x="954" y="447"/>
                    <a:pt x="951" y="445"/>
                  </a:cubicBezTo>
                  <a:cubicBezTo>
                    <a:pt x="949" y="444"/>
                    <a:pt x="949" y="442"/>
                    <a:pt x="947" y="442"/>
                  </a:cubicBezTo>
                  <a:cubicBezTo>
                    <a:pt x="944" y="442"/>
                    <a:pt x="943" y="445"/>
                    <a:pt x="941" y="44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3" name="Group 112"/>
          <p:cNvGrpSpPr/>
          <p:nvPr/>
        </p:nvGrpSpPr>
        <p:grpSpPr>
          <a:xfrm>
            <a:off x="1273427" y="2967477"/>
            <a:ext cx="1115204" cy="1115204"/>
            <a:chOff x="1439862" y="1893094"/>
            <a:chExt cx="879476" cy="879476"/>
          </a:xfrm>
        </p:grpSpPr>
        <p:sp>
          <p:nvSpPr>
            <p:cNvPr id="114"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Block Arc 114"/>
            <p:cNvSpPr/>
            <p:nvPr/>
          </p:nvSpPr>
          <p:spPr>
            <a:xfrm rot="16200000" flipH="1">
              <a:off x="1439862" y="1893094"/>
              <a:ext cx="879476" cy="879476"/>
            </a:xfrm>
            <a:prstGeom prst="blockArc">
              <a:avLst>
                <a:gd name="adj1" fmla="val 16822887"/>
                <a:gd name="adj2" fmla="val 10822413"/>
                <a:gd name="adj3" fmla="val 1442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6" name="Oval 115"/>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1"/>
                  </a:solidFill>
                </a:rPr>
                <a:t>75%</a:t>
              </a:r>
              <a:br>
                <a:rPr lang="en-US" sz="1050" dirty="0">
                  <a:solidFill>
                    <a:schemeClr val="accent1"/>
                  </a:solidFill>
                </a:rPr>
              </a:br>
              <a:r>
                <a:rPr lang="en-US" sz="900" dirty="0">
                  <a:solidFill>
                    <a:schemeClr val="accent1"/>
                  </a:solidFill>
                </a:rPr>
                <a:t>Title Goes Here </a:t>
              </a:r>
              <a:endParaRPr lang="en-US" sz="1050" dirty="0">
                <a:solidFill>
                  <a:schemeClr val="accent1"/>
                </a:solidFill>
              </a:endParaRPr>
            </a:p>
          </p:txBody>
        </p:sp>
      </p:grpSp>
      <p:grpSp>
        <p:nvGrpSpPr>
          <p:cNvPr id="117" name="Group 116"/>
          <p:cNvGrpSpPr/>
          <p:nvPr/>
        </p:nvGrpSpPr>
        <p:grpSpPr>
          <a:xfrm>
            <a:off x="5992621" y="2683004"/>
            <a:ext cx="1115204" cy="1115204"/>
            <a:chOff x="1439862" y="1893094"/>
            <a:chExt cx="879476" cy="879476"/>
          </a:xfrm>
        </p:grpSpPr>
        <p:sp>
          <p:nvSpPr>
            <p:cNvPr id="118"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Block Arc 118"/>
            <p:cNvSpPr/>
            <p:nvPr/>
          </p:nvSpPr>
          <p:spPr>
            <a:xfrm rot="16200000" flipH="1">
              <a:off x="1439862" y="1893094"/>
              <a:ext cx="879476" cy="879476"/>
            </a:xfrm>
            <a:prstGeom prst="blockArc">
              <a:avLst>
                <a:gd name="adj1" fmla="val 21442811"/>
                <a:gd name="adj2" fmla="val 10822413"/>
                <a:gd name="adj3" fmla="val 14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0" name="Oval 119"/>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2"/>
                  </a:solidFill>
                </a:rPr>
                <a:t>50%</a:t>
              </a:r>
              <a:br>
                <a:rPr lang="en-US" sz="1050" dirty="0">
                  <a:solidFill>
                    <a:schemeClr val="accent2"/>
                  </a:solidFill>
                </a:rPr>
              </a:br>
              <a:r>
                <a:rPr lang="en-US" sz="900" dirty="0">
                  <a:solidFill>
                    <a:schemeClr val="accent2"/>
                  </a:solidFill>
                </a:rPr>
                <a:t>Title Goes Here </a:t>
              </a:r>
              <a:endParaRPr lang="en-US" sz="1050" dirty="0">
                <a:solidFill>
                  <a:schemeClr val="accent2"/>
                </a:solidFill>
              </a:endParaRPr>
            </a:p>
          </p:txBody>
        </p:sp>
      </p:grpSp>
      <p:grpSp>
        <p:nvGrpSpPr>
          <p:cNvPr id="121" name="Group 120"/>
          <p:cNvGrpSpPr/>
          <p:nvPr/>
        </p:nvGrpSpPr>
        <p:grpSpPr>
          <a:xfrm>
            <a:off x="2995270" y="2597452"/>
            <a:ext cx="1115204" cy="1115204"/>
            <a:chOff x="1439862" y="1893094"/>
            <a:chExt cx="879476" cy="879476"/>
          </a:xfrm>
        </p:grpSpPr>
        <p:sp>
          <p:nvSpPr>
            <p:cNvPr id="122"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Block Arc 122"/>
            <p:cNvSpPr/>
            <p:nvPr/>
          </p:nvSpPr>
          <p:spPr>
            <a:xfrm rot="16200000" flipH="1">
              <a:off x="1439862" y="1893094"/>
              <a:ext cx="879476" cy="879476"/>
            </a:xfrm>
            <a:prstGeom prst="blockArc">
              <a:avLst>
                <a:gd name="adj1" fmla="val 5333591"/>
                <a:gd name="adj2" fmla="val 10822413"/>
                <a:gd name="adj3" fmla="val 144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4" name="Oval 123"/>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3"/>
                  </a:solidFill>
                </a:rPr>
                <a:t>15%</a:t>
              </a:r>
              <a:br>
                <a:rPr lang="en-US" sz="1050" dirty="0">
                  <a:solidFill>
                    <a:schemeClr val="accent3"/>
                  </a:solidFill>
                </a:rPr>
              </a:br>
              <a:r>
                <a:rPr lang="en-US" sz="900" dirty="0">
                  <a:solidFill>
                    <a:schemeClr val="accent3"/>
                  </a:solidFill>
                </a:rPr>
                <a:t>Title Goes Here </a:t>
              </a:r>
              <a:endParaRPr lang="en-US" sz="1050" dirty="0">
                <a:solidFill>
                  <a:schemeClr val="accent3"/>
                </a:solidFill>
              </a:endParaRPr>
            </a:p>
          </p:txBody>
        </p:sp>
      </p:grpSp>
      <p:grpSp>
        <p:nvGrpSpPr>
          <p:cNvPr id="125" name="Group 124"/>
          <p:cNvGrpSpPr/>
          <p:nvPr/>
        </p:nvGrpSpPr>
        <p:grpSpPr>
          <a:xfrm>
            <a:off x="4504110" y="2606359"/>
            <a:ext cx="1115204" cy="1115204"/>
            <a:chOff x="1439862" y="1893094"/>
            <a:chExt cx="879476" cy="879476"/>
          </a:xfrm>
        </p:grpSpPr>
        <p:sp>
          <p:nvSpPr>
            <p:cNvPr id="126"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Block Arc 168"/>
            <p:cNvSpPr/>
            <p:nvPr/>
          </p:nvSpPr>
          <p:spPr>
            <a:xfrm rot="16200000" flipH="1">
              <a:off x="1439862" y="1893094"/>
              <a:ext cx="879476" cy="879476"/>
            </a:xfrm>
            <a:prstGeom prst="blockArc">
              <a:avLst>
                <a:gd name="adj1" fmla="val 2043668"/>
                <a:gd name="adj2" fmla="val 10822413"/>
                <a:gd name="adj3" fmla="val 144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0" name="Oval 169"/>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4"/>
                  </a:solidFill>
                </a:rPr>
                <a:t>45%</a:t>
              </a:r>
              <a:br>
                <a:rPr lang="en-US" sz="1050" dirty="0">
                  <a:solidFill>
                    <a:schemeClr val="accent4"/>
                  </a:solidFill>
                </a:rPr>
              </a:br>
              <a:r>
                <a:rPr lang="en-US" sz="900" dirty="0">
                  <a:solidFill>
                    <a:schemeClr val="accent4"/>
                  </a:solidFill>
                </a:rPr>
                <a:t>Title Goes Here </a:t>
              </a:r>
              <a:endParaRPr lang="en-US" sz="1050" dirty="0">
                <a:solidFill>
                  <a:schemeClr val="accent4"/>
                </a:solidFill>
              </a:endParaRPr>
            </a:p>
          </p:txBody>
        </p:sp>
      </p:grpSp>
      <p:grpSp>
        <p:nvGrpSpPr>
          <p:cNvPr id="171" name="Group 170"/>
          <p:cNvGrpSpPr/>
          <p:nvPr/>
        </p:nvGrpSpPr>
        <p:grpSpPr>
          <a:xfrm>
            <a:off x="5087183" y="4084301"/>
            <a:ext cx="1115204" cy="1115204"/>
            <a:chOff x="1439862" y="1893094"/>
            <a:chExt cx="879476" cy="879476"/>
          </a:xfrm>
        </p:grpSpPr>
        <p:sp>
          <p:nvSpPr>
            <p:cNvPr id="172"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Block Arc 172"/>
            <p:cNvSpPr/>
            <p:nvPr/>
          </p:nvSpPr>
          <p:spPr>
            <a:xfrm rot="16200000" flipH="1">
              <a:off x="1439862" y="1893094"/>
              <a:ext cx="879476" cy="879476"/>
            </a:xfrm>
            <a:prstGeom prst="blockArc">
              <a:avLst>
                <a:gd name="adj1" fmla="val 19652418"/>
                <a:gd name="adj2" fmla="val 10822413"/>
                <a:gd name="adj3" fmla="val 144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4" name="Oval 173"/>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5"/>
                  </a:solidFill>
                </a:rPr>
                <a:t>65%</a:t>
              </a:r>
              <a:br>
                <a:rPr lang="en-US" sz="1050" dirty="0">
                  <a:solidFill>
                    <a:schemeClr val="accent5"/>
                  </a:solidFill>
                </a:rPr>
              </a:br>
              <a:r>
                <a:rPr lang="en-US" sz="900" dirty="0">
                  <a:solidFill>
                    <a:schemeClr val="accent5"/>
                  </a:solidFill>
                </a:rPr>
                <a:t>Title Goes Here </a:t>
              </a:r>
              <a:endParaRPr lang="en-US" sz="1050" dirty="0">
                <a:solidFill>
                  <a:schemeClr val="accent5"/>
                </a:solidFill>
              </a:endParaRPr>
            </a:p>
          </p:txBody>
        </p:sp>
      </p:grpSp>
      <p:grpSp>
        <p:nvGrpSpPr>
          <p:cNvPr id="175" name="Group 174"/>
          <p:cNvGrpSpPr/>
          <p:nvPr/>
        </p:nvGrpSpPr>
        <p:grpSpPr>
          <a:xfrm>
            <a:off x="3486742" y="4169853"/>
            <a:ext cx="1115204" cy="1115204"/>
            <a:chOff x="1439862" y="1893094"/>
            <a:chExt cx="879476" cy="879476"/>
          </a:xfrm>
        </p:grpSpPr>
        <p:sp>
          <p:nvSpPr>
            <p:cNvPr id="176"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Block Arc 176"/>
            <p:cNvSpPr/>
            <p:nvPr/>
          </p:nvSpPr>
          <p:spPr>
            <a:xfrm rot="16200000" flipH="1">
              <a:off x="1439862" y="1893094"/>
              <a:ext cx="879476" cy="879476"/>
            </a:xfrm>
            <a:prstGeom prst="blockArc">
              <a:avLst>
                <a:gd name="adj1" fmla="val 13752972"/>
                <a:gd name="adj2" fmla="val 10822413"/>
                <a:gd name="adj3" fmla="val 144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8" name="Oval 177"/>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accent6"/>
                  </a:solidFill>
                </a:rPr>
                <a:t>95%</a:t>
              </a:r>
              <a:br>
                <a:rPr lang="en-US" sz="1050" dirty="0">
                  <a:solidFill>
                    <a:schemeClr val="accent6"/>
                  </a:solidFill>
                </a:rPr>
              </a:br>
              <a:r>
                <a:rPr lang="en-US" sz="900" dirty="0">
                  <a:solidFill>
                    <a:schemeClr val="accent6"/>
                  </a:solidFill>
                </a:rPr>
                <a:t>Title Goes Here </a:t>
              </a:r>
              <a:endParaRPr lang="en-US" sz="1050" dirty="0">
                <a:solidFill>
                  <a:schemeClr val="accent6"/>
                </a:solidFill>
              </a:endParaRPr>
            </a:p>
          </p:txBody>
        </p:sp>
      </p:grpSp>
      <p:sp>
        <p:nvSpPr>
          <p:cNvPr id="179" name="Round Single Corner Rectangle 178"/>
          <p:cNvSpPr/>
          <p:nvPr/>
        </p:nvSpPr>
        <p:spPr>
          <a:xfrm>
            <a:off x="0" y="5022948"/>
            <a:ext cx="2672034" cy="1008778"/>
          </a:xfrm>
          <a:prstGeom prst="round1Rect">
            <a:avLst>
              <a:gd name="adj" fmla="val 29886"/>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ooter Text"/>
          <p:cNvSpPr txBox="1"/>
          <p:nvPr/>
        </p:nvSpPr>
        <p:spPr>
          <a:xfrm>
            <a:off x="260144" y="5118019"/>
            <a:ext cx="2083006" cy="830997"/>
          </a:xfrm>
          <a:prstGeom prst="rect">
            <a:avLst/>
          </a:prstGeom>
          <a:noFill/>
        </p:spPr>
        <p:txBody>
          <a:bodyPr wrap="square" lIns="0" tIns="0" rIns="0" bIns="0" rtlCol="0">
            <a:spAutoFit/>
          </a:bodyPr>
          <a:lstStyle/>
          <a:p>
            <a:r>
              <a:rPr lang="en-US" sz="1400" b="1" dirty="0">
                <a:solidFill>
                  <a:schemeClr val="bg1"/>
                </a:solidFill>
              </a:rPr>
              <a:t>Title Goes Here</a:t>
            </a:r>
            <a:br>
              <a:rPr lang="en-US" sz="1000" dirty="0">
                <a:solidFill>
                  <a:schemeClr val="bg1"/>
                </a:solidFill>
              </a:rPr>
            </a:br>
            <a:r>
              <a:rPr lang="en-US" sz="1000" dirty="0">
                <a:solidFill>
                  <a:schemeClr val="bg1"/>
                </a:solidFill>
              </a:rPr>
              <a:t>of lorem ipsum available, but the majority have suffered alteration in some form, by injected humour randomized words which don't look. </a:t>
            </a:r>
          </a:p>
        </p:txBody>
      </p:sp>
      <p:grpSp>
        <p:nvGrpSpPr>
          <p:cNvPr id="181" name="Group 90"/>
          <p:cNvGrpSpPr>
            <a:grpSpLocks noChangeAspect="1"/>
          </p:cNvGrpSpPr>
          <p:nvPr/>
        </p:nvGrpSpPr>
        <p:grpSpPr>
          <a:xfrm>
            <a:off x="6494056" y="4219095"/>
            <a:ext cx="606930" cy="606928"/>
            <a:chOff x="4046972" y="1821242"/>
            <a:chExt cx="751216" cy="751214"/>
          </a:xfrm>
        </p:grpSpPr>
        <p:sp>
          <p:nvSpPr>
            <p:cNvPr id="182" name="Oval 181"/>
            <p:cNvSpPr/>
            <p:nvPr/>
          </p:nvSpPr>
          <p:spPr>
            <a:xfrm>
              <a:off x="4046972" y="1821242"/>
              <a:ext cx="751216" cy="75121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3" name="Group 179"/>
            <p:cNvGrpSpPr/>
            <p:nvPr/>
          </p:nvGrpSpPr>
          <p:grpSpPr>
            <a:xfrm>
              <a:off x="4321607" y="1938430"/>
              <a:ext cx="201944" cy="516839"/>
              <a:chOff x="5054600" y="1652588"/>
              <a:chExt cx="187325" cy="479424"/>
            </a:xfrm>
            <a:solidFill>
              <a:schemeClr val="bg1"/>
            </a:solidFill>
          </p:grpSpPr>
          <p:sp>
            <p:nvSpPr>
              <p:cNvPr id="184" name="Freeform 96"/>
              <p:cNvSpPr>
                <a:spLocks/>
              </p:cNvSpPr>
              <p:nvPr/>
            </p:nvSpPr>
            <p:spPr bwMode="auto">
              <a:xfrm>
                <a:off x="5054600" y="1733550"/>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Oval 97"/>
              <p:cNvSpPr>
                <a:spLocks noChangeArrowheads="1"/>
              </p:cNvSpPr>
              <p:nvPr/>
            </p:nvSpPr>
            <p:spPr bwMode="auto">
              <a:xfrm>
                <a:off x="5110163" y="1652588"/>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86" name="Group 91"/>
          <p:cNvGrpSpPr>
            <a:grpSpLocks noChangeAspect="1"/>
          </p:cNvGrpSpPr>
          <p:nvPr/>
        </p:nvGrpSpPr>
        <p:grpSpPr>
          <a:xfrm>
            <a:off x="6494056" y="5083614"/>
            <a:ext cx="606930" cy="606928"/>
            <a:chOff x="5397701" y="1821242"/>
            <a:chExt cx="751216" cy="751214"/>
          </a:xfrm>
        </p:grpSpPr>
        <p:sp>
          <p:nvSpPr>
            <p:cNvPr id="187" name="Oval 186"/>
            <p:cNvSpPr/>
            <p:nvPr/>
          </p:nvSpPr>
          <p:spPr>
            <a:xfrm>
              <a:off x="5397701" y="1821242"/>
              <a:ext cx="751216" cy="7512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8" name="Group 184"/>
            <p:cNvGrpSpPr/>
            <p:nvPr/>
          </p:nvGrpSpPr>
          <p:grpSpPr>
            <a:xfrm>
              <a:off x="5653784" y="1940300"/>
              <a:ext cx="238994" cy="513083"/>
              <a:chOff x="6213475" y="1668463"/>
              <a:chExt cx="227013" cy="487362"/>
            </a:xfrm>
            <a:solidFill>
              <a:schemeClr val="bg1"/>
            </a:solidFill>
          </p:grpSpPr>
          <p:sp>
            <p:nvSpPr>
              <p:cNvPr id="189"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1" name="Group 80"/>
          <p:cNvGrpSpPr/>
          <p:nvPr/>
        </p:nvGrpSpPr>
        <p:grpSpPr>
          <a:xfrm>
            <a:off x="7187635" y="5080663"/>
            <a:ext cx="1317581" cy="612831"/>
            <a:chOff x="2913154" y="3468058"/>
            <a:chExt cx="1317581" cy="612831"/>
          </a:xfrm>
        </p:grpSpPr>
        <p:sp>
          <p:nvSpPr>
            <p:cNvPr id="192"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193"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194" name="Group 80"/>
          <p:cNvGrpSpPr/>
          <p:nvPr/>
        </p:nvGrpSpPr>
        <p:grpSpPr>
          <a:xfrm>
            <a:off x="7187635" y="4216144"/>
            <a:ext cx="1317581" cy="612831"/>
            <a:chOff x="2913154" y="3468058"/>
            <a:chExt cx="1317581" cy="612831"/>
          </a:xfrm>
        </p:grpSpPr>
        <p:sp>
          <p:nvSpPr>
            <p:cNvPr id="195" name="Text Placeholder 3"/>
            <p:cNvSpPr txBox="1">
              <a:spLocks/>
            </p:cNvSpPr>
            <p:nvPr/>
          </p:nvSpPr>
          <p:spPr>
            <a:xfrm>
              <a:off x="2957732" y="3468058"/>
              <a:ext cx="511357" cy="369332"/>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sp>
          <p:nvSpPr>
            <p:cNvPr id="196" name="Text Placeholder 3"/>
            <p:cNvSpPr txBox="1">
              <a:spLocks/>
            </p:cNvSpPr>
            <p:nvPr/>
          </p:nvSpPr>
          <p:spPr>
            <a:xfrm>
              <a:off x="2913154" y="3773112"/>
              <a:ext cx="1317581" cy="307777"/>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500" fill="hold"/>
                                        <p:tgtEl>
                                          <p:spTgt spid="79"/>
                                        </p:tgtEl>
                                        <p:attrNameLst>
                                          <p:attrName>ppt_w</p:attrName>
                                        </p:attrNameLst>
                                      </p:cBhvr>
                                      <p:tavLst>
                                        <p:tav tm="0">
                                          <p:val>
                                            <p:fltVal val="0"/>
                                          </p:val>
                                        </p:tav>
                                        <p:tav tm="100000">
                                          <p:val>
                                            <p:strVal val="#ppt_w"/>
                                          </p:val>
                                        </p:tav>
                                      </p:tavLst>
                                    </p:anim>
                                    <p:anim calcmode="lin" valueType="num">
                                      <p:cBhvr>
                                        <p:cTn id="8" dur="500" fill="hold"/>
                                        <p:tgtEl>
                                          <p:spTgt spid="79"/>
                                        </p:tgtEl>
                                        <p:attrNameLst>
                                          <p:attrName>ppt_h</p:attrName>
                                        </p:attrNameLst>
                                      </p:cBhvr>
                                      <p:tavLst>
                                        <p:tav tm="0">
                                          <p:val>
                                            <p:fltVal val="0"/>
                                          </p:val>
                                        </p:tav>
                                        <p:tav tm="100000">
                                          <p:val>
                                            <p:strVal val="#ppt_h"/>
                                          </p:val>
                                        </p:tav>
                                      </p:tavLst>
                                    </p:anim>
                                    <p:animEffect transition="in" filter="fade">
                                      <p:cBhvr>
                                        <p:cTn id="9" dur="500"/>
                                        <p:tgtEl>
                                          <p:spTgt spid="79"/>
                                        </p:tgtEl>
                                      </p:cBhvr>
                                    </p:animEffect>
                                  </p:childTnLst>
                                </p:cTn>
                              </p:par>
                            </p:childTnLst>
                          </p:cTn>
                        </p:par>
                        <p:par>
                          <p:cTn id="10" fill="hold">
                            <p:stCondLst>
                              <p:cond delay="500"/>
                            </p:stCondLst>
                            <p:childTnLst>
                              <p:par>
                                <p:cTn id="11" presetID="53" presetClass="entr" presetSubtype="0" fill="hold" nodeType="afterEffect">
                                  <p:stCondLst>
                                    <p:cond delay="0"/>
                                  </p:stCondLst>
                                  <p:childTnLst>
                                    <p:set>
                                      <p:cBhvr>
                                        <p:cTn id="12" dur="1" fill="hold">
                                          <p:stCondLst>
                                            <p:cond delay="0"/>
                                          </p:stCondLst>
                                        </p:cTn>
                                        <p:tgtEl>
                                          <p:spTgt spid="113"/>
                                        </p:tgtEl>
                                        <p:attrNameLst>
                                          <p:attrName>style.visibility</p:attrName>
                                        </p:attrNameLst>
                                      </p:cBhvr>
                                      <p:to>
                                        <p:strVal val="visible"/>
                                      </p:to>
                                    </p:set>
                                    <p:anim calcmode="lin" valueType="num">
                                      <p:cBhvr>
                                        <p:cTn id="13" dur="500" fill="hold"/>
                                        <p:tgtEl>
                                          <p:spTgt spid="113"/>
                                        </p:tgtEl>
                                        <p:attrNameLst>
                                          <p:attrName>ppt_w</p:attrName>
                                        </p:attrNameLst>
                                      </p:cBhvr>
                                      <p:tavLst>
                                        <p:tav tm="0">
                                          <p:val>
                                            <p:fltVal val="0"/>
                                          </p:val>
                                        </p:tav>
                                        <p:tav tm="100000">
                                          <p:val>
                                            <p:strVal val="#ppt_w"/>
                                          </p:val>
                                        </p:tav>
                                      </p:tavLst>
                                    </p:anim>
                                    <p:anim calcmode="lin" valueType="num">
                                      <p:cBhvr>
                                        <p:cTn id="14" dur="500" fill="hold"/>
                                        <p:tgtEl>
                                          <p:spTgt spid="113"/>
                                        </p:tgtEl>
                                        <p:attrNameLst>
                                          <p:attrName>ppt_h</p:attrName>
                                        </p:attrNameLst>
                                      </p:cBhvr>
                                      <p:tavLst>
                                        <p:tav tm="0">
                                          <p:val>
                                            <p:fltVal val="0"/>
                                          </p:val>
                                        </p:tav>
                                        <p:tav tm="100000">
                                          <p:val>
                                            <p:strVal val="#ppt_h"/>
                                          </p:val>
                                        </p:tav>
                                      </p:tavLst>
                                    </p:anim>
                                    <p:animEffect transition="in" filter="fade">
                                      <p:cBhvr>
                                        <p:cTn id="15" dur="500"/>
                                        <p:tgtEl>
                                          <p:spTgt spid="113"/>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 calcmode="lin" valueType="num">
                                      <p:cBhvr>
                                        <p:cTn id="19" dur="500" fill="hold"/>
                                        <p:tgtEl>
                                          <p:spTgt spid="117"/>
                                        </p:tgtEl>
                                        <p:attrNameLst>
                                          <p:attrName>ppt_w</p:attrName>
                                        </p:attrNameLst>
                                      </p:cBhvr>
                                      <p:tavLst>
                                        <p:tav tm="0">
                                          <p:val>
                                            <p:fltVal val="0"/>
                                          </p:val>
                                        </p:tav>
                                        <p:tav tm="100000">
                                          <p:val>
                                            <p:strVal val="#ppt_w"/>
                                          </p:val>
                                        </p:tav>
                                      </p:tavLst>
                                    </p:anim>
                                    <p:anim calcmode="lin" valueType="num">
                                      <p:cBhvr>
                                        <p:cTn id="20" dur="500" fill="hold"/>
                                        <p:tgtEl>
                                          <p:spTgt spid="117"/>
                                        </p:tgtEl>
                                        <p:attrNameLst>
                                          <p:attrName>ppt_h</p:attrName>
                                        </p:attrNameLst>
                                      </p:cBhvr>
                                      <p:tavLst>
                                        <p:tav tm="0">
                                          <p:val>
                                            <p:fltVal val="0"/>
                                          </p:val>
                                        </p:tav>
                                        <p:tav tm="100000">
                                          <p:val>
                                            <p:strVal val="#ppt_h"/>
                                          </p:val>
                                        </p:tav>
                                      </p:tavLst>
                                    </p:anim>
                                    <p:animEffect transition="in" filter="fade">
                                      <p:cBhvr>
                                        <p:cTn id="21" dur="500"/>
                                        <p:tgtEl>
                                          <p:spTgt spid="117"/>
                                        </p:tgtEl>
                                      </p:cBhvr>
                                    </p:animEffect>
                                  </p:childTnLst>
                                </p:cTn>
                              </p:par>
                            </p:childTnLst>
                          </p:cTn>
                        </p:par>
                        <p:par>
                          <p:cTn id="22" fill="hold">
                            <p:stCondLst>
                              <p:cond delay="1500"/>
                            </p:stCondLst>
                            <p:childTnLst>
                              <p:par>
                                <p:cTn id="23" presetID="53" presetClass="entr" presetSubtype="0" fill="hold" nodeType="afterEffect">
                                  <p:stCondLst>
                                    <p:cond delay="0"/>
                                  </p:stCondLst>
                                  <p:childTnLst>
                                    <p:set>
                                      <p:cBhvr>
                                        <p:cTn id="24" dur="1" fill="hold">
                                          <p:stCondLst>
                                            <p:cond delay="0"/>
                                          </p:stCondLst>
                                        </p:cTn>
                                        <p:tgtEl>
                                          <p:spTgt spid="121"/>
                                        </p:tgtEl>
                                        <p:attrNameLst>
                                          <p:attrName>style.visibility</p:attrName>
                                        </p:attrNameLst>
                                      </p:cBhvr>
                                      <p:to>
                                        <p:strVal val="visible"/>
                                      </p:to>
                                    </p:set>
                                    <p:anim calcmode="lin" valueType="num">
                                      <p:cBhvr>
                                        <p:cTn id="25" dur="500" fill="hold"/>
                                        <p:tgtEl>
                                          <p:spTgt spid="121"/>
                                        </p:tgtEl>
                                        <p:attrNameLst>
                                          <p:attrName>ppt_w</p:attrName>
                                        </p:attrNameLst>
                                      </p:cBhvr>
                                      <p:tavLst>
                                        <p:tav tm="0">
                                          <p:val>
                                            <p:fltVal val="0"/>
                                          </p:val>
                                        </p:tav>
                                        <p:tav tm="100000">
                                          <p:val>
                                            <p:strVal val="#ppt_w"/>
                                          </p:val>
                                        </p:tav>
                                      </p:tavLst>
                                    </p:anim>
                                    <p:anim calcmode="lin" valueType="num">
                                      <p:cBhvr>
                                        <p:cTn id="26" dur="500" fill="hold"/>
                                        <p:tgtEl>
                                          <p:spTgt spid="121"/>
                                        </p:tgtEl>
                                        <p:attrNameLst>
                                          <p:attrName>ppt_h</p:attrName>
                                        </p:attrNameLst>
                                      </p:cBhvr>
                                      <p:tavLst>
                                        <p:tav tm="0">
                                          <p:val>
                                            <p:fltVal val="0"/>
                                          </p:val>
                                        </p:tav>
                                        <p:tav tm="100000">
                                          <p:val>
                                            <p:strVal val="#ppt_h"/>
                                          </p:val>
                                        </p:tav>
                                      </p:tavLst>
                                    </p:anim>
                                    <p:animEffect transition="in" filter="fade">
                                      <p:cBhvr>
                                        <p:cTn id="27" dur="500"/>
                                        <p:tgtEl>
                                          <p:spTgt spid="121"/>
                                        </p:tgtEl>
                                      </p:cBhvr>
                                    </p:animEffect>
                                  </p:childTnLst>
                                </p:cTn>
                              </p:par>
                            </p:childTnLst>
                          </p:cTn>
                        </p:par>
                        <p:par>
                          <p:cTn id="28" fill="hold">
                            <p:stCondLst>
                              <p:cond delay="2000"/>
                            </p:stCondLst>
                            <p:childTnLst>
                              <p:par>
                                <p:cTn id="29" presetID="53" presetClass="entr" presetSubtype="0" fill="hold" nodeType="afterEffect">
                                  <p:stCondLst>
                                    <p:cond delay="0"/>
                                  </p:stCondLst>
                                  <p:childTnLst>
                                    <p:set>
                                      <p:cBhvr>
                                        <p:cTn id="30" dur="1" fill="hold">
                                          <p:stCondLst>
                                            <p:cond delay="0"/>
                                          </p:stCondLst>
                                        </p:cTn>
                                        <p:tgtEl>
                                          <p:spTgt spid="125"/>
                                        </p:tgtEl>
                                        <p:attrNameLst>
                                          <p:attrName>style.visibility</p:attrName>
                                        </p:attrNameLst>
                                      </p:cBhvr>
                                      <p:to>
                                        <p:strVal val="visible"/>
                                      </p:to>
                                    </p:set>
                                    <p:anim calcmode="lin" valueType="num">
                                      <p:cBhvr>
                                        <p:cTn id="31" dur="500" fill="hold"/>
                                        <p:tgtEl>
                                          <p:spTgt spid="125"/>
                                        </p:tgtEl>
                                        <p:attrNameLst>
                                          <p:attrName>ppt_w</p:attrName>
                                        </p:attrNameLst>
                                      </p:cBhvr>
                                      <p:tavLst>
                                        <p:tav tm="0">
                                          <p:val>
                                            <p:fltVal val="0"/>
                                          </p:val>
                                        </p:tav>
                                        <p:tav tm="100000">
                                          <p:val>
                                            <p:strVal val="#ppt_w"/>
                                          </p:val>
                                        </p:tav>
                                      </p:tavLst>
                                    </p:anim>
                                    <p:anim calcmode="lin" valueType="num">
                                      <p:cBhvr>
                                        <p:cTn id="32" dur="500" fill="hold"/>
                                        <p:tgtEl>
                                          <p:spTgt spid="125"/>
                                        </p:tgtEl>
                                        <p:attrNameLst>
                                          <p:attrName>ppt_h</p:attrName>
                                        </p:attrNameLst>
                                      </p:cBhvr>
                                      <p:tavLst>
                                        <p:tav tm="0">
                                          <p:val>
                                            <p:fltVal val="0"/>
                                          </p:val>
                                        </p:tav>
                                        <p:tav tm="100000">
                                          <p:val>
                                            <p:strVal val="#ppt_h"/>
                                          </p:val>
                                        </p:tav>
                                      </p:tavLst>
                                    </p:anim>
                                    <p:animEffect transition="in" filter="fade">
                                      <p:cBhvr>
                                        <p:cTn id="33" dur="500"/>
                                        <p:tgtEl>
                                          <p:spTgt spid="125"/>
                                        </p:tgtEl>
                                      </p:cBhvr>
                                    </p:animEffect>
                                  </p:childTnLst>
                                </p:cTn>
                              </p:par>
                            </p:childTnLst>
                          </p:cTn>
                        </p:par>
                        <p:par>
                          <p:cTn id="34" fill="hold">
                            <p:stCondLst>
                              <p:cond delay="2500"/>
                            </p:stCondLst>
                            <p:childTnLst>
                              <p:par>
                                <p:cTn id="35" presetID="53" presetClass="entr" presetSubtype="0" fill="hold" nodeType="afterEffect">
                                  <p:stCondLst>
                                    <p:cond delay="0"/>
                                  </p:stCondLst>
                                  <p:childTnLst>
                                    <p:set>
                                      <p:cBhvr>
                                        <p:cTn id="36" dur="1" fill="hold">
                                          <p:stCondLst>
                                            <p:cond delay="0"/>
                                          </p:stCondLst>
                                        </p:cTn>
                                        <p:tgtEl>
                                          <p:spTgt spid="171"/>
                                        </p:tgtEl>
                                        <p:attrNameLst>
                                          <p:attrName>style.visibility</p:attrName>
                                        </p:attrNameLst>
                                      </p:cBhvr>
                                      <p:to>
                                        <p:strVal val="visible"/>
                                      </p:to>
                                    </p:set>
                                    <p:anim calcmode="lin" valueType="num">
                                      <p:cBhvr>
                                        <p:cTn id="37" dur="500" fill="hold"/>
                                        <p:tgtEl>
                                          <p:spTgt spid="171"/>
                                        </p:tgtEl>
                                        <p:attrNameLst>
                                          <p:attrName>ppt_w</p:attrName>
                                        </p:attrNameLst>
                                      </p:cBhvr>
                                      <p:tavLst>
                                        <p:tav tm="0">
                                          <p:val>
                                            <p:fltVal val="0"/>
                                          </p:val>
                                        </p:tav>
                                        <p:tav tm="100000">
                                          <p:val>
                                            <p:strVal val="#ppt_w"/>
                                          </p:val>
                                        </p:tav>
                                      </p:tavLst>
                                    </p:anim>
                                    <p:anim calcmode="lin" valueType="num">
                                      <p:cBhvr>
                                        <p:cTn id="38" dur="500" fill="hold"/>
                                        <p:tgtEl>
                                          <p:spTgt spid="171"/>
                                        </p:tgtEl>
                                        <p:attrNameLst>
                                          <p:attrName>ppt_h</p:attrName>
                                        </p:attrNameLst>
                                      </p:cBhvr>
                                      <p:tavLst>
                                        <p:tav tm="0">
                                          <p:val>
                                            <p:fltVal val="0"/>
                                          </p:val>
                                        </p:tav>
                                        <p:tav tm="100000">
                                          <p:val>
                                            <p:strVal val="#ppt_h"/>
                                          </p:val>
                                        </p:tav>
                                      </p:tavLst>
                                    </p:anim>
                                    <p:animEffect transition="in" filter="fade">
                                      <p:cBhvr>
                                        <p:cTn id="39" dur="500"/>
                                        <p:tgtEl>
                                          <p:spTgt spid="171"/>
                                        </p:tgtEl>
                                      </p:cBhvr>
                                    </p:animEffect>
                                  </p:childTnLst>
                                </p:cTn>
                              </p:par>
                            </p:childTnLst>
                          </p:cTn>
                        </p:par>
                        <p:par>
                          <p:cTn id="40" fill="hold">
                            <p:stCondLst>
                              <p:cond delay="3000"/>
                            </p:stCondLst>
                            <p:childTnLst>
                              <p:par>
                                <p:cTn id="41" presetID="53" presetClass="entr" presetSubtype="0" fill="hold" nodeType="afterEffect">
                                  <p:stCondLst>
                                    <p:cond delay="0"/>
                                  </p:stCondLst>
                                  <p:childTnLst>
                                    <p:set>
                                      <p:cBhvr>
                                        <p:cTn id="42" dur="1" fill="hold">
                                          <p:stCondLst>
                                            <p:cond delay="0"/>
                                          </p:stCondLst>
                                        </p:cTn>
                                        <p:tgtEl>
                                          <p:spTgt spid="175"/>
                                        </p:tgtEl>
                                        <p:attrNameLst>
                                          <p:attrName>style.visibility</p:attrName>
                                        </p:attrNameLst>
                                      </p:cBhvr>
                                      <p:to>
                                        <p:strVal val="visible"/>
                                      </p:to>
                                    </p:set>
                                    <p:anim calcmode="lin" valueType="num">
                                      <p:cBhvr>
                                        <p:cTn id="43" dur="500" fill="hold"/>
                                        <p:tgtEl>
                                          <p:spTgt spid="175"/>
                                        </p:tgtEl>
                                        <p:attrNameLst>
                                          <p:attrName>ppt_w</p:attrName>
                                        </p:attrNameLst>
                                      </p:cBhvr>
                                      <p:tavLst>
                                        <p:tav tm="0">
                                          <p:val>
                                            <p:fltVal val="0"/>
                                          </p:val>
                                        </p:tav>
                                        <p:tav tm="100000">
                                          <p:val>
                                            <p:strVal val="#ppt_w"/>
                                          </p:val>
                                        </p:tav>
                                      </p:tavLst>
                                    </p:anim>
                                    <p:anim calcmode="lin" valueType="num">
                                      <p:cBhvr>
                                        <p:cTn id="44" dur="500" fill="hold"/>
                                        <p:tgtEl>
                                          <p:spTgt spid="175"/>
                                        </p:tgtEl>
                                        <p:attrNameLst>
                                          <p:attrName>ppt_h</p:attrName>
                                        </p:attrNameLst>
                                      </p:cBhvr>
                                      <p:tavLst>
                                        <p:tav tm="0">
                                          <p:val>
                                            <p:fltVal val="0"/>
                                          </p:val>
                                        </p:tav>
                                        <p:tav tm="100000">
                                          <p:val>
                                            <p:strVal val="#ppt_h"/>
                                          </p:val>
                                        </p:tav>
                                      </p:tavLst>
                                    </p:anim>
                                    <p:animEffect transition="in" filter="fade">
                                      <p:cBhvr>
                                        <p:cTn id="45" dur="500"/>
                                        <p:tgtEl>
                                          <p:spTgt spid="175"/>
                                        </p:tgtEl>
                                      </p:cBhvr>
                                    </p:animEffect>
                                  </p:childTnLst>
                                </p:cTn>
                              </p:par>
                            </p:childTnLst>
                          </p:cTn>
                        </p:par>
                        <p:par>
                          <p:cTn id="46" fill="hold">
                            <p:stCondLst>
                              <p:cond delay="3500"/>
                            </p:stCondLst>
                            <p:childTnLst>
                              <p:par>
                                <p:cTn id="47" presetID="12" presetClass="entr" presetSubtype="8" fill="hold" grpId="0" nodeType="afterEffect">
                                  <p:stCondLst>
                                    <p:cond delay="0"/>
                                  </p:stCondLst>
                                  <p:childTnLst>
                                    <p:set>
                                      <p:cBhvr>
                                        <p:cTn id="48" dur="1" fill="hold">
                                          <p:stCondLst>
                                            <p:cond delay="0"/>
                                          </p:stCondLst>
                                        </p:cTn>
                                        <p:tgtEl>
                                          <p:spTgt spid="179"/>
                                        </p:tgtEl>
                                        <p:attrNameLst>
                                          <p:attrName>style.visibility</p:attrName>
                                        </p:attrNameLst>
                                      </p:cBhvr>
                                      <p:to>
                                        <p:strVal val="visible"/>
                                      </p:to>
                                    </p:set>
                                    <p:animEffect transition="in" filter="slide(fromLeft)">
                                      <p:cBhvr>
                                        <p:cTn id="49" dur="500"/>
                                        <p:tgtEl>
                                          <p:spTgt spid="179"/>
                                        </p:tgtEl>
                                      </p:cBhvr>
                                    </p:animEffect>
                                  </p:childTnLst>
                                </p:cTn>
                              </p:par>
                            </p:childTnLst>
                          </p:cTn>
                        </p:par>
                        <p:par>
                          <p:cTn id="50" fill="hold">
                            <p:stCondLst>
                              <p:cond delay="4000"/>
                            </p:stCondLst>
                            <p:childTnLst>
                              <p:par>
                                <p:cTn id="51" presetID="22" presetClass="entr" presetSubtype="8" fill="hold" grpId="0" nodeType="afterEffect">
                                  <p:stCondLst>
                                    <p:cond delay="0"/>
                                  </p:stCondLst>
                                  <p:childTnLst>
                                    <p:set>
                                      <p:cBhvr>
                                        <p:cTn id="52" dur="1" fill="hold">
                                          <p:stCondLst>
                                            <p:cond delay="0"/>
                                          </p:stCondLst>
                                        </p:cTn>
                                        <p:tgtEl>
                                          <p:spTgt spid="180"/>
                                        </p:tgtEl>
                                        <p:attrNameLst>
                                          <p:attrName>style.visibility</p:attrName>
                                        </p:attrNameLst>
                                      </p:cBhvr>
                                      <p:to>
                                        <p:strVal val="visible"/>
                                      </p:to>
                                    </p:set>
                                    <p:animEffect transition="in" filter="wipe(left)">
                                      <p:cBhvr>
                                        <p:cTn id="53" dur="500"/>
                                        <p:tgtEl>
                                          <p:spTgt spid="180"/>
                                        </p:tgtEl>
                                      </p:cBhvr>
                                    </p:animEffect>
                                  </p:childTnLst>
                                </p:cTn>
                              </p:par>
                            </p:childTnLst>
                          </p:cTn>
                        </p:par>
                        <p:par>
                          <p:cTn id="54" fill="hold">
                            <p:stCondLst>
                              <p:cond delay="4500"/>
                            </p:stCondLst>
                            <p:childTnLst>
                              <p:par>
                                <p:cTn id="55" presetID="53" presetClass="entr" presetSubtype="0" fill="hold" nodeType="afterEffect">
                                  <p:stCondLst>
                                    <p:cond delay="0"/>
                                  </p:stCondLst>
                                  <p:childTnLst>
                                    <p:set>
                                      <p:cBhvr>
                                        <p:cTn id="56" dur="1" fill="hold">
                                          <p:stCondLst>
                                            <p:cond delay="0"/>
                                          </p:stCondLst>
                                        </p:cTn>
                                        <p:tgtEl>
                                          <p:spTgt spid="181"/>
                                        </p:tgtEl>
                                        <p:attrNameLst>
                                          <p:attrName>style.visibility</p:attrName>
                                        </p:attrNameLst>
                                      </p:cBhvr>
                                      <p:to>
                                        <p:strVal val="visible"/>
                                      </p:to>
                                    </p:set>
                                    <p:anim calcmode="lin" valueType="num">
                                      <p:cBhvr>
                                        <p:cTn id="57" dur="500" fill="hold"/>
                                        <p:tgtEl>
                                          <p:spTgt spid="181"/>
                                        </p:tgtEl>
                                        <p:attrNameLst>
                                          <p:attrName>ppt_w</p:attrName>
                                        </p:attrNameLst>
                                      </p:cBhvr>
                                      <p:tavLst>
                                        <p:tav tm="0">
                                          <p:val>
                                            <p:fltVal val="0"/>
                                          </p:val>
                                        </p:tav>
                                        <p:tav tm="100000">
                                          <p:val>
                                            <p:strVal val="#ppt_w"/>
                                          </p:val>
                                        </p:tav>
                                      </p:tavLst>
                                    </p:anim>
                                    <p:anim calcmode="lin" valueType="num">
                                      <p:cBhvr>
                                        <p:cTn id="58" dur="500" fill="hold"/>
                                        <p:tgtEl>
                                          <p:spTgt spid="181"/>
                                        </p:tgtEl>
                                        <p:attrNameLst>
                                          <p:attrName>ppt_h</p:attrName>
                                        </p:attrNameLst>
                                      </p:cBhvr>
                                      <p:tavLst>
                                        <p:tav tm="0">
                                          <p:val>
                                            <p:fltVal val="0"/>
                                          </p:val>
                                        </p:tav>
                                        <p:tav tm="100000">
                                          <p:val>
                                            <p:strVal val="#ppt_h"/>
                                          </p:val>
                                        </p:tav>
                                      </p:tavLst>
                                    </p:anim>
                                    <p:animEffect transition="in" filter="fade">
                                      <p:cBhvr>
                                        <p:cTn id="59" dur="500"/>
                                        <p:tgtEl>
                                          <p:spTgt spid="181"/>
                                        </p:tgtEl>
                                      </p:cBhvr>
                                    </p:animEffect>
                                  </p:childTnLst>
                                </p:cTn>
                              </p:par>
                            </p:childTnLst>
                          </p:cTn>
                        </p:par>
                        <p:par>
                          <p:cTn id="60" fill="hold">
                            <p:stCondLst>
                              <p:cond delay="5000"/>
                            </p:stCondLst>
                            <p:childTnLst>
                              <p:par>
                                <p:cTn id="61" presetID="12" presetClass="entr" presetSubtype="4" fill="hold" nodeType="afterEffect">
                                  <p:stCondLst>
                                    <p:cond delay="0"/>
                                  </p:stCondLst>
                                  <p:childTnLst>
                                    <p:set>
                                      <p:cBhvr>
                                        <p:cTn id="62" dur="1" fill="hold">
                                          <p:stCondLst>
                                            <p:cond delay="0"/>
                                          </p:stCondLst>
                                        </p:cTn>
                                        <p:tgtEl>
                                          <p:spTgt spid="194"/>
                                        </p:tgtEl>
                                        <p:attrNameLst>
                                          <p:attrName>style.visibility</p:attrName>
                                        </p:attrNameLst>
                                      </p:cBhvr>
                                      <p:to>
                                        <p:strVal val="visible"/>
                                      </p:to>
                                    </p:set>
                                    <p:animEffect transition="in" filter="slide(fromBottom)">
                                      <p:cBhvr>
                                        <p:cTn id="63" dur="500"/>
                                        <p:tgtEl>
                                          <p:spTgt spid="194"/>
                                        </p:tgtEl>
                                      </p:cBhvr>
                                    </p:animEffect>
                                  </p:childTnLst>
                                </p:cTn>
                              </p:par>
                            </p:childTnLst>
                          </p:cTn>
                        </p:par>
                        <p:par>
                          <p:cTn id="64" fill="hold">
                            <p:stCondLst>
                              <p:cond delay="5500"/>
                            </p:stCondLst>
                            <p:childTnLst>
                              <p:par>
                                <p:cTn id="65" presetID="53" presetClass="entr" presetSubtype="0" fill="hold" nodeType="afterEffect">
                                  <p:stCondLst>
                                    <p:cond delay="0"/>
                                  </p:stCondLst>
                                  <p:childTnLst>
                                    <p:set>
                                      <p:cBhvr>
                                        <p:cTn id="66" dur="1" fill="hold">
                                          <p:stCondLst>
                                            <p:cond delay="0"/>
                                          </p:stCondLst>
                                        </p:cTn>
                                        <p:tgtEl>
                                          <p:spTgt spid="186"/>
                                        </p:tgtEl>
                                        <p:attrNameLst>
                                          <p:attrName>style.visibility</p:attrName>
                                        </p:attrNameLst>
                                      </p:cBhvr>
                                      <p:to>
                                        <p:strVal val="visible"/>
                                      </p:to>
                                    </p:set>
                                    <p:anim calcmode="lin" valueType="num">
                                      <p:cBhvr>
                                        <p:cTn id="67" dur="500" fill="hold"/>
                                        <p:tgtEl>
                                          <p:spTgt spid="186"/>
                                        </p:tgtEl>
                                        <p:attrNameLst>
                                          <p:attrName>ppt_w</p:attrName>
                                        </p:attrNameLst>
                                      </p:cBhvr>
                                      <p:tavLst>
                                        <p:tav tm="0">
                                          <p:val>
                                            <p:fltVal val="0"/>
                                          </p:val>
                                        </p:tav>
                                        <p:tav tm="100000">
                                          <p:val>
                                            <p:strVal val="#ppt_w"/>
                                          </p:val>
                                        </p:tav>
                                      </p:tavLst>
                                    </p:anim>
                                    <p:anim calcmode="lin" valueType="num">
                                      <p:cBhvr>
                                        <p:cTn id="68" dur="500" fill="hold"/>
                                        <p:tgtEl>
                                          <p:spTgt spid="186"/>
                                        </p:tgtEl>
                                        <p:attrNameLst>
                                          <p:attrName>ppt_h</p:attrName>
                                        </p:attrNameLst>
                                      </p:cBhvr>
                                      <p:tavLst>
                                        <p:tav tm="0">
                                          <p:val>
                                            <p:fltVal val="0"/>
                                          </p:val>
                                        </p:tav>
                                        <p:tav tm="100000">
                                          <p:val>
                                            <p:strVal val="#ppt_h"/>
                                          </p:val>
                                        </p:tav>
                                      </p:tavLst>
                                    </p:anim>
                                    <p:animEffect transition="in" filter="fade">
                                      <p:cBhvr>
                                        <p:cTn id="69" dur="500"/>
                                        <p:tgtEl>
                                          <p:spTgt spid="186"/>
                                        </p:tgtEl>
                                      </p:cBhvr>
                                    </p:animEffect>
                                  </p:childTnLst>
                                </p:cTn>
                              </p:par>
                            </p:childTnLst>
                          </p:cTn>
                        </p:par>
                        <p:par>
                          <p:cTn id="70" fill="hold">
                            <p:stCondLst>
                              <p:cond delay="6000"/>
                            </p:stCondLst>
                            <p:childTnLst>
                              <p:par>
                                <p:cTn id="71" presetID="12" presetClass="entr" presetSubtype="4" fill="hold" nodeType="afterEffect">
                                  <p:stCondLst>
                                    <p:cond delay="0"/>
                                  </p:stCondLst>
                                  <p:childTnLst>
                                    <p:set>
                                      <p:cBhvr>
                                        <p:cTn id="72" dur="1" fill="hold">
                                          <p:stCondLst>
                                            <p:cond delay="0"/>
                                          </p:stCondLst>
                                        </p:cTn>
                                        <p:tgtEl>
                                          <p:spTgt spid="191"/>
                                        </p:tgtEl>
                                        <p:attrNameLst>
                                          <p:attrName>style.visibility</p:attrName>
                                        </p:attrNameLst>
                                      </p:cBhvr>
                                      <p:to>
                                        <p:strVal val="visible"/>
                                      </p:to>
                                    </p:set>
                                    <p:animEffect transition="in" filter="slide(fromBottom)">
                                      <p:cBhvr>
                                        <p:cTn id="73" dur="500"/>
                                        <p:tgtEl>
                                          <p:spTgt spid="1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animBg="1"/>
      <p:bldP spid="180"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p:cNvSpPr>
            <a:spLocks noGrp="1"/>
          </p:cNvSpPr>
          <p:nvPr>
            <p:ph type="title"/>
          </p:nvPr>
        </p:nvSpPr>
        <p:spPr/>
        <p:txBody>
          <a:bodyPr/>
          <a:lstStyle/>
          <a:p>
            <a:r>
              <a:rPr lang="en-US"/>
              <a:t>Indonesia Map Slide</a:t>
            </a:r>
            <a:endParaRPr lang="en-US" dirty="0"/>
          </a:p>
        </p:txBody>
      </p:sp>
      <p:sp>
        <p:nvSpPr>
          <p:cNvPr id="37" name="Text Placeholder 36"/>
          <p:cNvSpPr>
            <a:spLocks noGrp="1"/>
          </p:cNvSpPr>
          <p:nvPr>
            <p:ph type="body" sz="half" idx="2"/>
          </p:nvPr>
        </p:nvSpPr>
        <p:spPr>
          <a:xfrm>
            <a:off x="2514600" y="1247775"/>
            <a:ext cx="4114800" cy="200025"/>
          </a:xfrm>
        </p:spPr>
        <p:txBody>
          <a:bodyPr/>
          <a:lstStyle/>
          <a:p>
            <a:r>
              <a:rPr lang="en-US"/>
              <a:t>Indonesia Map Slide</a:t>
            </a:r>
            <a:endParaRPr lang="en-US" dirty="0"/>
          </a:p>
        </p:txBody>
      </p:sp>
      <p:grpSp>
        <p:nvGrpSpPr>
          <p:cNvPr id="153" name="Group 152"/>
          <p:cNvGrpSpPr/>
          <p:nvPr/>
        </p:nvGrpSpPr>
        <p:grpSpPr>
          <a:xfrm>
            <a:off x="1308928" y="2873572"/>
            <a:ext cx="6770450" cy="2479282"/>
            <a:chOff x="676275" y="1387475"/>
            <a:chExt cx="7794625" cy="2854326"/>
          </a:xfrm>
        </p:grpSpPr>
        <p:sp>
          <p:nvSpPr>
            <p:cNvPr id="154" name="Freeform 5"/>
            <p:cNvSpPr>
              <a:spLocks/>
            </p:cNvSpPr>
            <p:nvPr/>
          </p:nvSpPr>
          <p:spPr bwMode="auto">
            <a:xfrm>
              <a:off x="676275" y="1419225"/>
              <a:ext cx="22225" cy="15875"/>
            </a:xfrm>
            <a:custGeom>
              <a:avLst/>
              <a:gdLst/>
              <a:ahLst/>
              <a:cxnLst>
                <a:cxn ang="0">
                  <a:pos x="1" y="0"/>
                </a:cxn>
                <a:cxn ang="0">
                  <a:pos x="0" y="2"/>
                </a:cxn>
                <a:cxn ang="0">
                  <a:pos x="7" y="6"/>
                </a:cxn>
                <a:cxn ang="0">
                  <a:pos x="8" y="4"/>
                </a:cxn>
                <a:cxn ang="0">
                  <a:pos x="1" y="0"/>
                </a:cxn>
              </a:cxnLst>
              <a:rect l="0" t="0" r="r" b="b"/>
              <a:pathLst>
                <a:path w="8" h="6">
                  <a:moveTo>
                    <a:pt x="1" y="0"/>
                  </a:moveTo>
                  <a:cubicBezTo>
                    <a:pt x="1" y="1"/>
                    <a:pt x="1" y="2"/>
                    <a:pt x="0" y="2"/>
                  </a:cubicBezTo>
                  <a:cubicBezTo>
                    <a:pt x="3" y="3"/>
                    <a:pt x="5" y="5"/>
                    <a:pt x="7" y="6"/>
                  </a:cubicBezTo>
                  <a:cubicBezTo>
                    <a:pt x="7" y="5"/>
                    <a:pt x="8" y="5"/>
                    <a:pt x="8" y="4"/>
                  </a:cubicBezTo>
                  <a:cubicBezTo>
                    <a:pt x="8" y="1"/>
                    <a:pt x="4" y="1"/>
                    <a:pt x="1"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6"/>
            <p:cNvSpPr>
              <a:spLocks/>
            </p:cNvSpPr>
            <p:nvPr/>
          </p:nvSpPr>
          <p:spPr bwMode="auto">
            <a:xfrm>
              <a:off x="692150" y="1387475"/>
              <a:ext cx="36513" cy="25400"/>
            </a:xfrm>
            <a:custGeom>
              <a:avLst/>
              <a:gdLst/>
              <a:ahLst/>
              <a:cxnLst>
                <a:cxn ang="0">
                  <a:pos x="7" y="7"/>
                </a:cxn>
                <a:cxn ang="0">
                  <a:pos x="10" y="9"/>
                </a:cxn>
                <a:cxn ang="0">
                  <a:pos x="12" y="9"/>
                </a:cxn>
                <a:cxn ang="0">
                  <a:pos x="12" y="6"/>
                </a:cxn>
                <a:cxn ang="0">
                  <a:pos x="12" y="2"/>
                </a:cxn>
                <a:cxn ang="0">
                  <a:pos x="9" y="3"/>
                </a:cxn>
                <a:cxn ang="0">
                  <a:pos x="7" y="7"/>
                </a:cxn>
              </a:cxnLst>
              <a:rect l="0" t="0" r="r" b="b"/>
              <a:pathLst>
                <a:path w="13" h="9">
                  <a:moveTo>
                    <a:pt x="7" y="7"/>
                  </a:moveTo>
                  <a:cubicBezTo>
                    <a:pt x="8" y="8"/>
                    <a:pt x="9" y="9"/>
                    <a:pt x="10" y="9"/>
                  </a:cubicBezTo>
                  <a:cubicBezTo>
                    <a:pt x="12" y="9"/>
                    <a:pt x="12" y="9"/>
                    <a:pt x="12" y="9"/>
                  </a:cubicBezTo>
                  <a:cubicBezTo>
                    <a:pt x="12" y="6"/>
                    <a:pt x="12" y="6"/>
                    <a:pt x="12" y="6"/>
                  </a:cubicBezTo>
                  <a:cubicBezTo>
                    <a:pt x="12" y="4"/>
                    <a:pt x="13" y="3"/>
                    <a:pt x="12" y="2"/>
                  </a:cubicBezTo>
                  <a:cubicBezTo>
                    <a:pt x="11" y="1"/>
                    <a:pt x="10" y="3"/>
                    <a:pt x="9" y="3"/>
                  </a:cubicBezTo>
                  <a:cubicBezTo>
                    <a:pt x="7" y="4"/>
                    <a:pt x="0" y="0"/>
                    <a:pt x="7" y="7"/>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7"/>
            <p:cNvSpPr>
              <a:spLocks/>
            </p:cNvSpPr>
            <p:nvPr/>
          </p:nvSpPr>
          <p:spPr bwMode="auto">
            <a:xfrm>
              <a:off x="695325" y="1430338"/>
              <a:ext cx="1838325" cy="1970088"/>
            </a:xfrm>
            <a:custGeom>
              <a:avLst/>
              <a:gdLst/>
              <a:ahLst/>
              <a:cxnLst>
                <a:cxn ang="0">
                  <a:pos x="650" y="575"/>
                </a:cxn>
                <a:cxn ang="0">
                  <a:pos x="649" y="616"/>
                </a:cxn>
                <a:cxn ang="0">
                  <a:pos x="643" y="678"/>
                </a:cxn>
                <a:cxn ang="0">
                  <a:pos x="627" y="684"/>
                </a:cxn>
                <a:cxn ang="0">
                  <a:pos x="582" y="682"/>
                </a:cxn>
                <a:cxn ang="0">
                  <a:pos x="575" y="698"/>
                </a:cxn>
                <a:cxn ang="0">
                  <a:pos x="554" y="684"/>
                </a:cxn>
                <a:cxn ang="0">
                  <a:pos x="531" y="658"/>
                </a:cxn>
                <a:cxn ang="0">
                  <a:pos x="504" y="638"/>
                </a:cxn>
                <a:cxn ang="0">
                  <a:pos x="466" y="612"/>
                </a:cxn>
                <a:cxn ang="0">
                  <a:pos x="430" y="577"/>
                </a:cxn>
                <a:cxn ang="0">
                  <a:pos x="362" y="505"/>
                </a:cxn>
                <a:cxn ang="0">
                  <a:pos x="332" y="443"/>
                </a:cxn>
                <a:cxn ang="0">
                  <a:pos x="326" y="425"/>
                </a:cxn>
                <a:cxn ang="0">
                  <a:pos x="314" y="412"/>
                </a:cxn>
                <a:cxn ang="0">
                  <a:pos x="292" y="373"/>
                </a:cxn>
                <a:cxn ang="0">
                  <a:pos x="278" y="355"/>
                </a:cxn>
                <a:cxn ang="0">
                  <a:pos x="238" y="319"/>
                </a:cxn>
                <a:cxn ang="0">
                  <a:pos x="229" y="291"/>
                </a:cxn>
                <a:cxn ang="0">
                  <a:pos x="215" y="250"/>
                </a:cxn>
                <a:cxn ang="0">
                  <a:pos x="187" y="219"/>
                </a:cxn>
                <a:cxn ang="0">
                  <a:pos x="163" y="206"/>
                </a:cxn>
                <a:cxn ang="0">
                  <a:pos x="150" y="184"/>
                </a:cxn>
                <a:cxn ang="0">
                  <a:pos x="124" y="146"/>
                </a:cxn>
                <a:cxn ang="0">
                  <a:pos x="103" y="123"/>
                </a:cxn>
                <a:cxn ang="0">
                  <a:pos x="71" y="106"/>
                </a:cxn>
                <a:cxn ang="0">
                  <a:pos x="53" y="88"/>
                </a:cxn>
                <a:cxn ang="0">
                  <a:pos x="24" y="63"/>
                </a:cxn>
                <a:cxn ang="0">
                  <a:pos x="8" y="37"/>
                </a:cxn>
                <a:cxn ang="0">
                  <a:pos x="3" y="6"/>
                </a:cxn>
                <a:cxn ang="0">
                  <a:pos x="43" y="9"/>
                </a:cxn>
                <a:cxn ang="0">
                  <a:pos x="78" y="26"/>
                </a:cxn>
                <a:cxn ang="0">
                  <a:pos x="129" y="28"/>
                </a:cxn>
                <a:cxn ang="0">
                  <a:pos x="163" y="46"/>
                </a:cxn>
                <a:cxn ang="0">
                  <a:pos x="186" y="87"/>
                </a:cxn>
                <a:cxn ang="0">
                  <a:pos x="201" y="100"/>
                </a:cxn>
                <a:cxn ang="0">
                  <a:pos x="259" y="139"/>
                </a:cxn>
                <a:cxn ang="0">
                  <a:pos x="290" y="182"/>
                </a:cxn>
                <a:cxn ang="0">
                  <a:pos x="296" y="187"/>
                </a:cxn>
                <a:cxn ang="0">
                  <a:pos x="323" y="210"/>
                </a:cxn>
                <a:cxn ang="0">
                  <a:pos x="348" y="204"/>
                </a:cxn>
                <a:cxn ang="0">
                  <a:pos x="402" y="246"/>
                </a:cxn>
                <a:cxn ang="0">
                  <a:pos x="428" y="284"/>
                </a:cxn>
                <a:cxn ang="0">
                  <a:pos x="471" y="312"/>
                </a:cxn>
                <a:cxn ang="0">
                  <a:pos x="462" y="328"/>
                </a:cxn>
                <a:cxn ang="0">
                  <a:pos x="511" y="319"/>
                </a:cxn>
                <a:cxn ang="0">
                  <a:pos x="509" y="343"/>
                </a:cxn>
                <a:cxn ang="0">
                  <a:pos x="500" y="358"/>
                </a:cxn>
                <a:cxn ang="0">
                  <a:pos x="507" y="365"/>
                </a:cxn>
                <a:cxn ang="0">
                  <a:pos x="493" y="385"/>
                </a:cxn>
                <a:cxn ang="0">
                  <a:pos x="550" y="404"/>
                </a:cxn>
                <a:cxn ang="0">
                  <a:pos x="563" y="455"/>
                </a:cxn>
                <a:cxn ang="0">
                  <a:pos x="573" y="464"/>
                </a:cxn>
                <a:cxn ang="0">
                  <a:pos x="575" y="485"/>
                </a:cxn>
                <a:cxn ang="0">
                  <a:pos x="586" y="482"/>
                </a:cxn>
                <a:cxn ang="0">
                  <a:pos x="617" y="485"/>
                </a:cxn>
                <a:cxn ang="0">
                  <a:pos x="642" y="509"/>
                </a:cxn>
                <a:cxn ang="0">
                  <a:pos x="650" y="546"/>
                </a:cxn>
              </a:cxnLst>
              <a:rect l="0" t="0" r="r" b="b"/>
              <a:pathLst>
                <a:path w="654" h="700">
                  <a:moveTo>
                    <a:pt x="650" y="546"/>
                  </a:moveTo>
                  <a:cubicBezTo>
                    <a:pt x="648" y="549"/>
                    <a:pt x="646" y="550"/>
                    <a:pt x="645" y="553"/>
                  </a:cubicBezTo>
                  <a:cubicBezTo>
                    <a:pt x="644" y="556"/>
                    <a:pt x="645" y="558"/>
                    <a:pt x="644" y="561"/>
                  </a:cubicBezTo>
                  <a:cubicBezTo>
                    <a:pt x="644" y="563"/>
                    <a:pt x="643" y="564"/>
                    <a:pt x="643" y="565"/>
                  </a:cubicBezTo>
                  <a:cubicBezTo>
                    <a:pt x="643" y="568"/>
                    <a:pt x="646" y="568"/>
                    <a:pt x="648" y="569"/>
                  </a:cubicBezTo>
                  <a:cubicBezTo>
                    <a:pt x="649" y="571"/>
                    <a:pt x="650" y="573"/>
                    <a:pt x="650" y="575"/>
                  </a:cubicBezTo>
                  <a:cubicBezTo>
                    <a:pt x="650" y="578"/>
                    <a:pt x="647" y="580"/>
                    <a:pt x="646" y="583"/>
                  </a:cubicBezTo>
                  <a:cubicBezTo>
                    <a:pt x="644" y="587"/>
                    <a:pt x="643" y="589"/>
                    <a:pt x="643" y="594"/>
                  </a:cubicBezTo>
                  <a:cubicBezTo>
                    <a:pt x="643" y="596"/>
                    <a:pt x="643" y="596"/>
                    <a:pt x="643" y="596"/>
                  </a:cubicBezTo>
                  <a:cubicBezTo>
                    <a:pt x="643" y="599"/>
                    <a:pt x="643" y="601"/>
                    <a:pt x="643" y="604"/>
                  </a:cubicBezTo>
                  <a:cubicBezTo>
                    <a:pt x="643" y="606"/>
                    <a:pt x="644" y="606"/>
                    <a:pt x="645" y="607"/>
                  </a:cubicBezTo>
                  <a:cubicBezTo>
                    <a:pt x="647" y="610"/>
                    <a:pt x="649" y="612"/>
                    <a:pt x="649" y="616"/>
                  </a:cubicBezTo>
                  <a:cubicBezTo>
                    <a:pt x="649" y="623"/>
                    <a:pt x="646" y="626"/>
                    <a:pt x="646" y="633"/>
                  </a:cubicBezTo>
                  <a:cubicBezTo>
                    <a:pt x="646" y="635"/>
                    <a:pt x="648" y="637"/>
                    <a:pt x="648" y="640"/>
                  </a:cubicBezTo>
                  <a:cubicBezTo>
                    <a:pt x="648" y="643"/>
                    <a:pt x="646" y="645"/>
                    <a:pt x="645" y="648"/>
                  </a:cubicBezTo>
                  <a:cubicBezTo>
                    <a:pt x="643" y="653"/>
                    <a:pt x="642" y="656"/>
                    <a:pt x="642" y="661"/>
                  </a:cubicBezTo>
                  <a:cubicBezTo>
                    <a:pt x="642" y="666"/>
                    <a:pt x="642" y="666"/>
                    <a:pt x="642" y="666"/>
                  </a:cubicBezTo>
                  <a:cubicBezTo>
                    <a:pt x="643" y="678"/>
                    <a:pt x="643" y="678"/>
                    <a:pt x="643" y="678"/>
                  </a:cubicBezTo>
                  <a:cubicBezTo>
                    <a:pt x="643" y="685"/>
                    <a:pt x="642" y="690"/>
                    <a:pt x="638" y="696"/>
                  </a:cubicBezTo>
                  <a:cubicBezTo>
                    <a:pt x="637" y="696"/>
                    <a:pt x="637" y="696"/>
                    <a:pt x="637" y="696"/>
                  </a:cubicBezTo>
                  <a:cubicBezTo>
                    <a:pt x="636" y="695"/>
                    <a:pt x="636" y="694"/>
                    <a:pt x="634" y="694"/>
                  </a:cubicBezTo>
                  <a:cubicBezTo>
                    <a:pt x="631" y="694"/>
                    <a:pt x="628" y="693"/>
                    <a:pt x="628" y="690"/>
                  </a:cubicBezTo>
                  <a:cubicBezTo>
                    <a:pt x="628" y="685"/>
                    <a:pt x="628" y="685"/>
                    <a:pt x="628" y="685"/>
                  </a:cubicBezTo>
                  <a:cubicBezTo>
                    <a:pt x="628" y="684"/>
                    <a:pt x="628" y="684"/>
                    <a:pt x="627" y="684"/>
                  </a:cubicBezTo>
                  <a:cubicBezTo>
                    <a:pt x="625" y="684"/>
                    <a:pt x="623" y="685"/>
                    <a:pt x="621" y="684"/>
                  </a:cubicBezTo>
                  <a:cubicBezTo>
                    <a:pt x="617" y="682"/>
                    <a:pt x="615" y="680"/>
                    <a:pt x="611" y="680"/>
                  </a:cubicBezTo>
                  <a:cubicBezTo>
                    <a:pt x="605" y="680"/>
                    <a:pt x="603" y="686"/>
                    <a:pt x="601" y="691"/>
                  </a:cubicBezTo>
                  <a:cubicBezTo>
                    <a:pt x="599" y="691"/>
                    <a:pt x="599" y="691"/>
                    <a:pt x="599" y="691"/>
                  </a:cubicBezTo>
                  <a:cubicBezTo>
                    <a:pt x="595" y="688"/>
                    <a:pt x="593" y="686"/>
                    <a:pt x="588" y="684"/>
                  </a:cubicBezTo>
                  <a:cubicBezTo>
                    <a:pt x="585" y="683"/>
                    <a:pt x="584" y="683"/>
                    <a:pt x="582" y="682"/>
                  </a:cubicBezTo>
                  <a:cubicBezTo>
                    <a:pt x="576" y="678"/>
                    <a:pt x="573" y="676"/>
                    <a:pt x="566" y="675"/>
                  </a:cubicBezTo>
                  <a:cubicBezTo>
                    <a:pt x="566" y="675"/>
                    <a:pt x="566" y="675"/>
                    <a:pt x="566" y="675"/>
                  </a:cubicBezTo>
                  <a:cubicBezTo>
                    <a:pt x="566" y="676"/>
                    <a:pt x="566" y="677"/>
                    <a:pt x="566" y="678"/>
                  </a:cubicBezTo>
                  <a:cubicBezTo>
                    <a:pt x="566" y="681"/>
                    <a:pt x="569" y="681"/>
                    <a:pt x="570" y="684"/>
                  </a:cubicBezTo>
                  <a:cubicBezTo>
                    <a:pt x="571" y="688"/>
                    <a:pt x="572" y="690"/>
                    <a:pt x="573" y="693"/>
                  </a:cubicBezTo>
                  <a:cubicBezTo>
                    <a:pt x="573" y="695"/>
                    <a:pt x="575" y="696"/>
                    <a:pt x="575" y="698"/>
                  </a:cubicBezTo>
                  <a:cubicBezTo>
                    <a:pt x="575" y="699"/>
                    <a:pt x="574" y="699"/>
                    <a:pt x="574" y="700"/>
                  </a:cubicBezTo>
                  <a:cubicBezTo>
                    <a:pt x="570" y="700"/>
                    <a:pt x="570" y="700"/>
                    <a:pt x="570" y="700"/>
                  </a:cubicBezTo>
                  <a:cubicBezTo>
                    <a:pt x="568" y="700"/>
                    <a:pt x="566" y="700"/>
                    <a:pt x="565" y="698"/>
                  </a:cubicBezTo>
                  <a:cubicBezTo>
                    <a:pt x="565" y="697"/>
                    <a:pt x="566" y="695"/>
                    <a:pt x="565" y="694"/>
                  </a:cubicBezTo>
                  <a:cubicBezTo>
                    <a:pt x="564" y="692"/>
                    <a:pt x="562" y="692"/>
                    <a:pt x="561" y="691"/>
                  </a:cubicBezTo>
                  <a:cubicBezTo>
                    <a:pt x="558" y="689"/>
                    <a:pt x="557" y="687"/>
                    <a:pt x="554" y="684"/>
                  </a:cubicBezTo>
                  <a:cubicBezTo>
                    <a:pt x="552" y="683"/>
                    <a:pt x="550" y="683"/>
                    <a:pt x="549" y="681"/>
                  </a:cubicBezTo>
                  <a:cubicBezTo>
                    <a:pt x="549" y="678"/>
                    <a:pt x="547" y="677"/>
                    <a:pt x="545" y="675"/>
                  </a:cubicBezTo>
                  <a:cubicBezTo>
                    <a:pt x="544" y="675"/>
                    <a:pt x="543" y="675"/>
                    <a:pt x="542" y="674"/>
                  </a:cubicBezTo>
                  <a:cubicBezTo>
                    <a:pt x="540" y="672"/>
                    <a:pt x="540" y="670"/>
                    <a:pt x="537" y="668"/>
                  </a:cubicBezTo>
                  <a:cubicBezTo>
                    <a:pt x="534" y="665"/>
                    <a:pt x="531" y="663"/>
                    <a:pt x="531" y="658"/>
                  </a:cubicBezTo>
                  <a:cubicBezTo>
                    <a:pt x="531" y="658"/>
                    <a:pt x="531" y="658"/>
                    <a:pt x="531" y="658"/>
                  </a:cubicBezTo>
                  <a:cubicBezTo>
                    <a:pt x="529" y="657"/>
                    <a:pt x="529" y="655"/>
                    <a:pt x="528" y="653"/>
                  </a:cubicBezTo>
                  <a:cubicBezTo>
                    <a:pt x="527" y="650"/>
                    <a:pt x="525" y="649"/>
                    <a:pt x="522" y="648"/>
                  </a:cubicBezTo>
                  <a:cubicBezTo>
                    <a:pt x="520" y="647"/>
                    <a:pt x="518" y="647"/>
                    <a:pt x="516" y="646"/>
                  </a:cubicBezTo>
                  <a:cubicBezTo>
                    <a:pt x="516" y="645"/>
                    <a:pt x="516" y="643"/>
                    <a:pt x="515" y="642"/>
                  </a:cubicBezTo>
                  <a:cubicBezTo>
                    <a:pt x="513" y="642"/>
                    <a:pt x="512" y="642"/>
                    <a:pt x="510" y="641"/>
                  </a:cubicBezTo>
                  <a:cubicBezTo>
                    <a:pt x="507" y="640"/>
                    <a:pt x="506" y="638"/>
                    <a:pt x="504" y="638"/>
                  </a:cubicBezTo>
                  <a:cubicBezTo>
                    <a:pt x="501" y="637"/>
                    <a:pt x="499" y="638"/>
                    <a:pt x="497" y="637"/>
                  </a:cubicBezTo>
                  <a:cubicBezTo>
                    <a:pt x="496" y="635"/>
                    <a:pt x="496" y="634"/>
                    <a:pt x="495" y="632"/>
                  </a:cubicBezTo>
                  <a:cubicBezTo>
                    <a:pt x="494" y="631"/>
                    <a:pt x="492" y="632"/>
                    <a:pt x="492" y="631"/>
                  </a:cubicBezTo>
                  <a:cubicBezTo>
                    <a:pt x="490" y="629"/>
                    <a:pt x="490" y="627"/>
                    <a:pt x="489" y="626"/>
                  </a:cubicBezTo>
                  <a:cubicBezTo>
                    <a:pt x="484" y="623"/>
                    <a:pt x="482" y="619"/>
                    <a:pt x="477" y="617"/>
                  </a:cubicBezTo>
                  <a:cubicBezTo>
                    <a:pt x="473" y="614"/>
                    <a:pt x="469" y="616"/>
                    <a:pt x="466" y="612"/>
                  </a:cubicBezTo>
                  <a:cubicBezTo>
                    <a:pt x="464" y="611"/>
                    <a:pt x="465" y="609"/>
                    <a:pt x="463" y="607"/>
                  </a:cubicBezTo>
                  <a:cubicBezTo>
                    <a:pt x="462" y="605"/>
                    <a:pt x="460" y="604"/>
                    <a:pt x="457" y="603"/>
                  </a:cubicBezTo>
                  <a:cubicBezTo>
                    <a:pt x="449" y="597"/>
                    <a:pt x="445" y="594"/>
                    <a:pt x="438" y="589"/>
                  </a:cubicBezTo>
                  <a:cubicBezTo>
                    <a:pt x="434" y="586"/>
                    <a:pt x="433" y="583"/>
                    <a:pt x="429" y="581"/>
                  </a:cubicBezTo>
                  <a:cubicBezTo>
                    <a:pt x="428" y="581"/>
                    <a:pt x="428" y="581"/>
                    <a:pt x="428" y="580"/>
                  </a:cubicBezTo>
                  <a:cubicBezTo>
                    <a:pt x="429" y="579"/>
                    <a:pt x="430" y="579"/>
                    <a:pt x="430" y="577"/>
                  </a:cubicBezTo>
                  <a:cubicBezTo>
                    <a:pt x="430" y="574"/>
                    <a:pt x="428" y="572"/>
                    <a:pt x="427" y="569"/>
                  </a:cubicBezTo>
                  <a:cubicBezTo>
                    <a:pt x="425" y="565"/>
                    <a:pt x="425" y="562"/>
                    <a:pt x="422" y="560"/>
                  </a:cubicBezTo>
                  <a:cubicBezTo>
                    <a:pt x="417" y="556"/>
                    <a:pt x="413" y="556"/>
                    <a:pt x="408" y="553"/>
                  </a:cubicBezTo>
                  <a:cubicBezTo>
                    <a:pt x="398" y="549"/>
                    <a:pt x="395" y="544"/>
                    <a:pt x="388" y="536"/>
                  </a:cubicBezTo>
                  <a:cubicBezTo>
                    <a:pt x="380" y="527"/>
                    <a:pt x="380" y="518"/>
                    <a:pt x="371" y="509"/>
                  </a:cubicBezTo>
                  <a:cubicBezTo>
                    <a:pt x="369" y="506"/>
                    <a:pt x="365" y="507"/>
                    <a:pt x="362" y="505"/>
                  </a:cubicBezTo>
                  <a:cubicBezTo>
                    <a:pt x="356" y="501"/>
                    <a:pt x="351" y="497"/>
                    <a:pt x="351" y="490"/>
                  </a:cubicBezTo>
                  <a:cubicBezTo>
                    <a:pt x="351" y="472"/>
                    <a:pt x="351" y="472"/>
                    <a:pt x="351" y="472"/>
                  </a:cubicBezTo>
                  <a:cubicBezTo>
                    <a:pt x="351" y="469"/>
                    <a:pt x="349" y="467"/>
                    <a:pt x="348" y="464"/>
                  </a:cubicBezTo>
                  <a:cubicBezTo>
                    <a:pt x="346" y="460"/>
                    <a:pt x="346" y="456"/>
                    <a:pt x="342" y="455"/>
                  </a:cubicBezTo>
                  <a:cubicBezTo>
                    <a:pt x="340" y="452"/>
                    <a:pt x="337" y="451"/>
                    <a:pt x="336" y="447"/>
                  </a:cubicBezTo>
                  <a:cubicBezTo>
                    <a:pt x="335" y="445"/>
                    <a:pt x="334" y="444"/>
                    <a:pt x="332" y="443"/>
                  </a:cubicBezTo>
                  <a:cubicBezTo>
                    <a:pt x="331" y="442"/>
                    <a:pt x="330" y="442"/>
                    <a:pt x="330" y="440"/>
                  </a:cubicBezTo>
                  <a:cubicBezTo>
                    <a:pt x="330" y="438"/>
                    <a:pt x="330" y="438"/>
                    <a:pt x="330" y="438"/>
                  </a:cubicBezTo>
                  <a:cubicBezTo>
                    <a:pt x="330" y="435"/>
                    <a:pt x="329" y="434"/>
                    <a:pt x="328" y="433"/>
                  </a:cubicBezTo>
                  <a:cubicBezTo>
                    <a:pt x="327" y="431"/>
                    <a:pt x="327" y="430"/>
                    <a:pt x="326" y="429"/>
                  </a:cubicBezTo>
                  <a:cubicBezTo>
                    <a:pt x="325" y="429"/>
                    <a:pt x="326" y="429"/>
                    <a:pt x="326" y="428"/>
                  </a:cubicBezTo>
                  <a:cubicBezTo>
                    <a:pt x="326" y="425"/>
                    <a:pt x="326" y="425"/>
                    <a:pt x="326" y="425"/>
                  </a:cubicBezTo>
                  <a:cubicBezTo>
                    <a:pt x="326" y="423"/>
                    <a:pt x="324" y="423"/>
                    <a:pt x="322" y="422"/>
                  </a:cubicBezTo>
                  <a:cubicBezTo>
                    <a:pt x="321" y="421"/>
                    <a:pt x="320" y="419"/>
                    <a:pt x="318" y="419"/>
                  </a:cubicBezTo>
                  <a:cubicBezTo>
                    <a:pt x="318" y="419"/>
                    <a:pt x="317" y="419"/>
                    <a:pt x="317" y="419"/>
                  </a:cubicBezTo>
                  <a:cubicBezTo>
                    <a:pt x="317" y="419"/>
                    <a:pt x="316" y="416"/>
                    <a:pt x="316" y="415"/>
                  </a:cubicBezTo>
                  <a:cubicBezTo>
                    <a:pt x="316" y="414"/>
                    <a:pt x="316" y="414"/>
                    <a:pt x="316" y="413"/>
                  </a:cubicBezTo>
                  <a:cubicBezTo>
                    <a:pt x="315" y="412"/>
                    <a:pt x="315" y="412"/>
                    <a:pt x="314" y="412"/>
                  </a:cubicBezTo>
                  <a:cubicBezTo>
                    <a:pt x="313" y="412"/>
                    <a:pt x="313" y="409"/>
                    <a:pt x="313" y="409"/>
                  </a:cubicBezTo>
                  <a:cubicBezTo>
                    <a:pt x="313" y="408"/>
                    <a:pt x="314" y="407"/>
                    <a:pt x="314" y="406"/>
                  </a:cubicBezTo>
                  <a:cubicBezTo>
                    <a:pt x="314" y="403"/>
                    <a:pt x="313" y="402"/>
                    <a:pt x="312" y="399"/>
                  </a:cubicBezTo>
                  <a:cubicBezTo>
                    <a:pt x="309" y="393"/>
                    <a:pt x="308" y="389"/>
                    <a:pt x="303" y="384"/>
                  </a:cubicBezTo>
                  <a:cubicBezTo>
                    <a:pt x="300" y="380"/>
                    <a:pt x="298" y="378"/>
                    <a:pt x="294" y="374"/>
                  </a:cubicBezTo>
                  <a:cubicBezTo>
                    <a:pt x="294" y="374"/>
                    <a:pt x="293" y="373"/>
                    <a:pt x="292" y="373"/>
                  </a:cubicBezTo>
                  <a:cubicBezTo>
                    <a:pt x="290" y="370"/>
                    <a:pt x="289" y="369"/>
                    <a:pt x="286" y="367"/>
                  </a:cubicBezTo>
                  <a:cubicBezTo>
                    <a:pt x="285" y="366"/>
                    <a:pt x="285" y="364"/>
                    <a:pt x="284" y="363"/>
                  </a:cubicBezTo>
                  <a:cubicBezTo>
                    <a:pt x="283" y="362"/>
                    <a:pt x="282" y="362"/>
                    <a:pt x="281" y="361"/>
                  </a:cubicBezTo>
                  <a:cubicBezTo>
                    <a:pt x="280" y="360"/>
                    <a:pt x="279" y="361"/>
                    <a:pt x="279" y="360"/>
                  </a:cubicBezTo>
                  <a:cubicBezTo>
                    <a:pt x="279" y="357"/>
                    <a:pt x="279" y="357"/>
                    <a:pt x="279" y="357"/>
                  </a:cubicBezTo>
                  <a:cubicBezTo>
                    <a:pt x="279" y="356"/>
                    <a:pt x="279" y="355"/>
                    <a:pt x="278" y="355"/>
                  </a:cubicBezTo>
                  <a:cubicBezTo>
                    <a:pt x="275" y="352"/>
                    <a:pt x="275" y="352"/>
                    <a:pt x="275" y="352"/>
                  </a:cubicBezTo>
                  <a:cubicBezTo>
                    <a:pt x="274" y="350"/>
                    <a:pt x="272" y="349"/>
                    <a:pt x="270" y="347"/>
                  </a:cubicBezTo>
                  <a:cubicBezTo>
                    <a:pt x="265" y="344"/>
                    <a:pt x="263" y="342"/>
                    <a:pt x="258" y="338"/>
                  </a:cubicBezTo>
                  <a:cubicBezTo>
                    <a:pt x="254" y="334"/>
                    <a:pt x="252" y="331"/>
                    <a:pt x="248" y="327"/>
                  </a:cubicBezTo>
                  <a:cubicBezTo>
                    <a:pt x="245" y="325"/>
                    <a:pt x="243" y="325"/>
                    <a:pt x="241" y="323"/>
                  </a:cubicBezTo>
                  <a:cubicBezTo>
                    <a:pt x="239" y="321"/>
                    <a:pt x="238" y="321"/>
                    <a:pt x="238" y="319"/>
                  </a:cubicBezTo>
                  <a:cubicBezTo>
                    <a:pt x="238" y="318"/>
                    <a:pt x="238" y="318"/>
                    <a:pt x="238" y="317"/>
                  </a:cubicBezTo>
                  <a:cubicBezTo>
                    <a:pt x="238" y="315"/>
                    <a:pt x="237" y="314"/>
                    <a:pt x="237" y="311"/>
                  </a:cubicBezTo>
                  <a:cubicBezTo>
                    <a:pt x="237" y="306"/>
                    <a:pt x="237" y="306"/>
                    <a:pt x="237" y="306"/>
                  </a:cubicBezTo>
                  <a:cubicBezTo>
                    <a:pt x="237" y="305"/>
                    <a:pt x="235" y="304"/>
                    <a:pt x="234" y="304"/>
                  </a:cubicBezTo>
                  <a:cubicBezTo>
                    <a:pt x="233" y="304"/>
                    <a:pt x="234" y="300"/>
                    <a:pt x="234" y="299"/>
                  </a:cubicBezTo>
                  <a:cubicBezTo>
                    <a:pt x="234" y="295"/>
                    <a:pt x="232" y="293"/>
                    <a:pt x="229" y="291"/>
                  </a:cubicBezTo>
                  <a:cubicBezTo>
                    <a:pt x="229" y="288"/>
                    <a:pt x="229" y="288"/>
                    <a:pt x="229" y="288"/>
                  </a:cubicBezTo>
                  <a:cubicBezTo>
                    <a:pt x="229" y="285"/>
                    <a:pt x="227" y="284"/>
                    <a:pt x="226" y="281"/>
                  </a:cubicBezTo>
                  <a:cubicBezTo>
                    <a:pt x="225" y="276"/>
                    <a:pt x="224" y="273"/>
                    <a:pt x="222" y="268"/>
                  </a:cubicBezTo>
                  <a:cubicBezTo>
                    <a:pt x="222" y="264"/>
                    <a:pt x="222" y="262"/>
                    <a:pt x="221" y="259"/>
                  </a:cubicBezTo>
                  <a:cubicBezTo>
                    <a:pt x="220" y="257"/>
                    <a:pt x="218" y="256"/>
                    <a:pt x="217" y="254"/>
                  </a:cubicBezTo>
                  <a:cubicBezTo>
                    <a:pt x="216" y="252"/>
                    <a:pt x="216" y="252"/>
                    <a:pt x="215" y="250"/>
                  </a:cubicBezTo>
                  <a:cubicBezTo>
                    <a:pt x="215" y="246"/>
                    <a:pt x="215" y="243"/>
                    <a:pt x="212" y="240"/>
                  </a:cubicBezTo>
                  <a:cubicBezTo>
                    <a:pt x="207" y="236"/>
                    <a:pt x="208" y="232"/>
                    <a:pt x="204" y="227"/>
                  </a:cubicBezTo>
                  <a:cubicBezTo>
                    <a:pt x="203" y="225"/>
                    <a:pt x="201" y="224"/>
                    <a:pt x="198" y="223"/>
                  </a:cubicBezTo>
                  <a:cubicBezTo>
                    <a:pt x="196" y="222"/>
                    <a:pt x="195" y="221"/>
                    <a:pt x="193" y="221"/>
                  </a:cubicBezTo>
                  <a:cubicBezTo>
                    <a:pt x="192" y="221"/>
                    <a:pt x="191" y="221"/>
                    <a:pt x="191" y="220"/>
                  </a:cubicBezTo>
                  <a:cubicBezTo>
                    <a:pt x="191" y="218"/>
                    <a:pt x="190" y="219"/>
                    <a:pt x="187" y="219"/>
                  </a:cubicBezTo>
                  <a:cubicBezTo>
                    <a:pt x="186" y="219"/>
                    <a:pt x="185" y="217"/>
                    <a:pt x="185" y="216"/>
                  </a:cubicBezTo>
                  <a:cubicBezTo>
                    <a:pt x="184" y="215"/>
                    <a:pt x="183" y="215"/>
                    <a:pt x="182" y="214"/>
                  </a:cubicBezTo>
                  <a:cubicBezTo>
                    <a:pt x="181" y="213"/>
                    <a:pt x="180" y="212"/>
                    <a:pt x="178" y="211"/>
                  </a:cubicBezTo>
                  <a:cubicBezTo>
                    <a:pt x="175" y="209"/>
                    <a:pt x="174" y="209"/>
                    <a:pt x="171" y="207"/>
                  </a:cubicBezTo>
                  <a:cubicBezTo>
                    <a:pt x="170" y="206"/>
                    <a:pt x="169" y="205"/>
                    <a:pt x="167" y="205"/>
                  </a:cubicBezTo>
                  <a:cubicBezTo>
                    <a:pt x="165" y="205"/>
                    <a:pt x="164" y="206"/>
                    <a:pt x="163" y="206"/>
                  </a:cubicBezTo>
                  <a:cubicBezTo>
                    <a:pt x="161" y="206"/>
                    <a:pt x="160" y="206"/>
                    <a:pt x="158" y="205"/>
                  </a:cubicBezTo>
                  <a:cubicBezTo>
                    <a:pt x="157" y="205"/>
                    <a:pt x="156" y="205"/>
                    <a:pt x="155" y="204"/>
                  </a:cubicBezTo>
                  <a:cubicBezTo>
                    <a:pt x="153" y="203"/>
                    <a:pt x="153" y="202"/>
                    <a:pt x="151" y="200"/>
                  </a:cubicBezTo>
                  <a:cubicBezTo>
                    <a:pt x="150" y="199"/>
                    <a:pt x="149" y="198"/>
                    <a:pt x="149" y="196"/>
                  </a:cubicBezTo>
                  <a:cubicBezTo>
                    <a:pt x="149" y="193"/>
                    <a:pt x="149" y="193"/>
                    <a:pt x="149" y="193"/>
                  </a:cubicBezTo>
                  <a:cubicBezTo>
                    <a:pt x="149" y="189"/>
                    <a:pt x="150" y="187"/>
                    <a:pt x="150" y="184"/>
                  </a:cubicBezTo>
                  <a:cubicBezTo>
                    <a:pt x="150" y="181"/>
                    <a:pt x="150" y="180"/>
                    <a:pt x="149" y="178"/>
                  </a:cubicBezTo>
                  <a:cubicBezTo>
                    <a:pt x="149" y="177"/>
                    <a:pt x="148" y="177"/>
                    <a:pt x="148" y="176"/>
                  </a:cubicBezTo>
                  <a:cubicBezTo>
                    <a:pt x="146" y="174"/>
                    <a:pt x="145" y="172"/>
                    <a:pt x="143" y="171"/>
                  </a:cubicBezTo>
                  <a:cubicBezTo>
                    <a:pt x="139" y="169"/>
                    <a:pt x="137" y="168"/>
                    <a:pt x="133" y="165"/>
                  </a:cubicBezTo>
                  <a:cubicBezTo>
                    <a:pt x="131" y="159"/>
                    <a:pt x="129" y="156"/>
                    <a:pt x="127" y="150"/>
                  </a:cubicBezTo>
                  <a:cubicBezTo>
                    <a:pt x="126" y="148"/>
                    <a:pt x="126" y="147"/>
                    <a:pt x="124" y="146"/>
                  </a:cubicBezTo>
                  <a:cubicBezTo>
                    <a:pt x="122" y="144"/>
                    <a:pt x="120" y="145"/>
                    <a:pt x="119" y="144"/>
                  </a:cubicBezTo>
                  <a:cubicBezTo>
                    <a:pt x="117" y="142"/>
                    <a:pt x="116" y="140"/>
                    <a:pt x="115" y="138"/>
                  </a:cubicBezTo>
                  <a:cubicBezTo>
                    <a:pt x="114" y="134"/>
                    <a:pt x="114" y="132"/>
                    <a:pt x="112" y="129"/>
                  </a:cubicBezTo>
                  <a:cubicBezTo>
                    <a:pt x="111" y="127"/>
                    <a:pt x="110" y="127"/>
                    <a:pt x="109" y="126"/>
                  </a:cubicBezTo>
                  <a:cubicBezTo>
                    <a:pt x="107" y="125"/>
                    <a:pt x="107" y="125"/>
                    <a:pt x="106" y="125"/>
                  </a:cubicBezTo>
                  <a:cubicBezTo>
                    <a:pt x="105" y="124"/>
                    <a:pt x="103" y="124"/>
                    <a:pt x="103" y="123"/>
                  </a:cubicBezTo>
                  <a:cubicBezTo>
                    <a:pt x="102" y="121"/>
                    <a:pt x="103" y="120"/>
                    <a:pt x="101" y="119"/>
                  </a:cubicBezTo>
                  <a:cubicBezTo>
                    <a:pt x="100" y="117"/>
                    <a:pt x="99" y="117"/>
                    <a:pt x="97" y="116"/>
                  </a:cubicBezTo>
                  <a:cubicBezTo>
                    <a:pt x="96" y="116"/>
                    <a:pt x="95" y="115"/>
                    <a:pt x="94" y="115"/>
                  </a:cubicBezTo>
                  <a:cubicBezTo>
                    <a:pt x="91" y="115"/>
                    <a:pt x="91" y="115"/>
                    <a:pt x="91" y="115"/>
                  </a:cubicBezTo>
                  <a:cubicBezTo>
                    <a:pt x="89" y="115"/>
                    <a:pt x="87" y="116"/>
                    <a:pt x="85" y="116"/>
                  </a:cubicBezTo>
                  <a:cubicBezTo>
                    <a:pt x="78" y="116"/>
                    <a:pt x="74" y="112"/>
                    <a:pt x="71" y="106"/>
                  </a:cubicBezTo>
                  <a:cubicBezTo>
                    <a:pt x="68" y="103"/>
                    <a:pt x="67" y="101"/>
                    <a:pt x="65" y="97"/>
                  </a:cubicBezTo>
                  <a:cubicBezTo>
                    <a:pt x="63" y="95"/>
                    <a:pt x="63" y="94"/>
                    <a:pt x="61" y="92"/>
                  </a:cubicBezTo>
                  <a:cubicBezTo>
                    <a:pt x="61" y="91"/>
                    <a:pt x="60" y="92"/>
                    <a:pt x="59" y="92"/>
                  </a:cubicBezTo>
                  <a:cubicBezTo>
                    <a:pt x="57" y="92"/>
                    <a:pt x="56" y="92"/>
                    <a:pt x="55" y="92"/>
                  </a:cubicBezTo>
                  <a:cubicBezTo>
                    <a:pt x="55" y="91"/>
                    <a:pt x="55" y="91"/>
                    <a:pt x="55" y="90"/>
                  </a:cubicBezTo>
                  <a:cubicBezTo>
                    <a:pt x="54" y="89"/>
                    <a:pt x="54" y="89"/>
                    <a:pt x="53" y="88"/>
                  </a:cubicBezTo>
                  <a:cubicBezTo>
                    <a:pt x="49" y="86"/>
                    <a:pt x="47" y="85"/>
                    <a:pt x="45" y="82"/>
                  </a:cubicBezTo>
                  <a:cubicBezTo>
                    <a:pt x="43" y="78"/>
                    <a:pt x="41" y="76"/>
                    <a:pt x="37" y="73"/>
                  </a:cubicBezTo>
                  <a:cubicBezTo>
                    <a:pt x="35" y="71"/>
                    <a:pt x="35" y="69"/>
                    <a:pt x="32" y="68"/>
                  </a:cubicBezTo>
                  <a:cubicBezTo>
                    <a:pt x="31" y="67"/>
                    <a:pt x="31" y="67"/>
                    <a:pt x="29" y="65"/>
                  </a:cubicBezTo>
                  <a:cubicBezTo>
                    <a:pt x="28" y="64"/>
                    <a:pt x="28" y="63"/>
                    <a:pt x="26" y="63"/>
                  </a:cubicBezTo>
                  <a:cubicBezTo>
                    <a:pt x="25" y="62"/>
                    <a:pt x="25" y="63"/>
                    <a:pt x="24" y="63"/>
                  </a:cubicBezTo>
                  <a:cubicBezTo>
                    <a:pt x="23" y="62"/>
                    <a:pt x="23" y="62"/>
                    <a:pt x="23" y="61"/>
                  </a:cubicBezTo>
                  <a:cubicBezTo>
                    <a:pt x="23" y="60"/>
                    <a:pt x="22" y="60"/>
                    <a:pt x="21" y="59"/>
                  </a:cubicBezTo>
                  <a:cubicBezTo>
                    <a:pt x="19" y="58"/>
                    <a:pt x="20" y="56"/>
                    <a:pt x="19" y="55"/>
                  </a:cubicBezTo>
                  <a:cubicBezTo>
                    <a:pt x="17" y="53"/>
                    <a:pt x="16" y="53"/>
                    <a:pt x="14" y="51"/>
                  </a:cubicBezTo>
                  <a:cubicBezTo>
                    <a:pt x="13" y="49"/>
                    <a:pt x="14" y="48"/>
                    <a:pt x="13" y="46"/>
                  </a:cubicBezTo>
                  <a:cubicBezTo>
                    <a:pt x="12" y="42"/>
                    <a:pt x="10" y="41"/>
                    <a:pt x="8" y="37"/>
                  </a:cubicBezTo>
                  <a:cubicBezTo>
                    <a:pt x="5" y="34"/>
                    <a:pt x="5" y="32"/>
                    <a:pt x="4" y="28"/>
                  </a:cubicBezTo>
                  <a:cubicBezTo>
                    <a:pt x="3" y="25"/>
                    <a:pt x="3" y="24"/>
                    <a:pt x="2" y="21"/>
                  </a:cubicBezTo>
                  <a:cubicBezTo>
                    <a:pt x="2" y="20"/>
                    <a:pt x="1" y="19"/>
                    <a:pt x="1" y="18"/>
                  </a:cubicBezTo>
                  <a:cubicBezTo>
                    <a:pt x="1" y="16"/>
                    <a:pt x="1" y="16"/>
                    <a:pt x="1" y="16"/>
                  </a:cubicBezTo>
                  <a:cubicBezTo>
                    <a:pt x="1" y="12"/>
                    <a:pt x="0" y="11"/>
                    <a:pt x="0" y="7"/>
                  </a:cubicBezTo>
                  <a:cubicBezTo>
                    <a:pt x="0" y="6"/>
                    <a:pt x="2" y="6"/>
                    <a:pt x="3" y="6"/>
                  </a:cubicBezTo>
                  <a:cubicBezTo>
                    <a:pt x="4" y="5"/>
                    <a:pt x="5" y="5"/>
                    <a:pt x="7" y="5"/>
                  </a:cubicBezTo>
                  <a:cubicBezTo>
                    <a:pt x="10" y="4"/>
                    <a:pt x="11" y="3"/>
                    <a:pt x="14" y="0"/>
                  </a:cubicBezTo>
                  <a:cubicBezTo>
                    <a:pt x="17" y="0"/>
                    <a:pt x="19" y="2"/>
                    <a:pt x="22" y="2"/>
                  </a:cubicBezTo>
                  <a:cubicBezTo>
                    <a:pt x="29" y="2"/>
                    <a:pt x="29" y="2"/>
                    <a:pt x="29" y="2"/>
                  </a:cubicBezTo>
                  <a:cubicBezTo>
                    <a:pt x="33" y="2"/>
                    <a:pt x="36" y="4"/>
                    <a:pt x="39" y="6"/>
                  </a:cubicBezTo>
                  <a:cubicBezTo>
                    <a:pt x="41" y="7"/>
                    <a:pt x="42" y="7"/>
                    <a:pt x="43" y="9"/>
                  </a:cubicBezTo>
                  <a:cubicBezTo>
                    <a:pt x="45" y="11"/>
                    <a:pt x="45" y="12"/>
                    <a:pt x="46" y="14"/>
                  </a:cubicBezTo>
                  <a:cubicBezTo>
                    <a:pt x="49" y="18"/>
                    <a:pt x="51" y="19"/>
                    <a:pt x="54" y="21"/>
                  </a:cubicBezTo>
                  <a:cubicBezTo>
                    <a:pt x="57" y="22"/>
                    <a:pt x="58" y="25"/>
                    <a:pt x="61" y="25"/>
                  </a:cubicBezTo>
                  <a:cubicBezTo>
                    <a:pt x="63" y="25"/>
                    <a:pt x="63" y="24"/>
                    <a:pt x="65" y="24"/>
                  </a:cubicBezTo>
                  <a:cubicBezTo>
                    <a:pt x="69" y="24"/>
                    <a:pt x="71" y="27"/>
                    <a:pt x="75" y="27"/>
                  </a:cubicBezTo>
                  <a:cubicBezTo>
                    <a:pt x="76" y="27"/>
                    <a:pt x="77" y="26"/>
                    <a:pt x="78" y="26"/>
                  </a:cubicBezTo>
                  <a:cubicBezTo>
                    <a:pt x="81" y="26"/>
                    <a:pt x="82" y="27"/>
                    <a:pt x="85" y="27"/>
                  </a:cubicBezTo>
                  <a:cubicBezTo>
                    <a:pt x="91" y="27"/>
                    <a:pt x="93" y="23"/>
                    <a:pt x="99" y="23"/>
                  </a:cubicBezTo>
                  <a:cubicBezTo>
                    <a:pt x="101" y="23"/>
                    <a:pt x="102" y="25"/>
                    <a:pt x="104" y="25"/>
                  </a:cubicBezTo>
                  <a:cubicBezTo>
                    <a:pt x="112" y="25"/>
                    <a:pt x="112" y="25"/>
                    <a:pt x="112" y="25"/>
                  </a:cubicBezTo>
                  <a:cubicBezTo>
                    <a:pt x="117" y="25"/>
                    <a:pt x="117" y="31"/>
                    <a:pt x="122" y="31"/>
                  </a:cubicBezTo>
                  <a:cubicBezTo>
                    <a:pt x="125" y="31"/>
                    <a:pt x="126" y="28"/>
                    <a:pt x="129" y="28"/>
                  </a:cubicBezTo>
                  <a:cubicBezTo>
                    <a:pt x="132" y="27"/>
                    <a:pt x="134" y="27"/>
                    <a:pt x="137" y="26"/>
                  </a:cubicBezTo>
                  <a:cubicBezTo>
                    <a:pt x="138" y="25"/>
                    <a:pt x="138" y="25"/>
                    <a:pt x="139" y="25"/>
                  </a:cubicBezTo>
                  <a:cubicBezTo>
                    <a:pt x="141" y="25"/>
                    <a:pt x="141" y="26"/>
                    <a:pt x="143" y="27"/>
                  </a:cubicBezTo>
                  <a:cubicBezTo>
                    <a:pt x="144" y="29"/>
                    <a:pt x="146" y="30"/>
                    <a:pt x="147" y="33"/>
                  </a:cubicBezTo>
                  <a:cubicBezTo>
                    <a:pt x="151" y="37"/>
                    <a:pt x="154" y="38"/>
                    <a:pt x="158" y="42"/>
                  </a:cubicBezTo>
                  <a:cubicBezTo>
                    <a:pt x="160" y="43"/>
                    <a:pt x="161" y="45"/>
                    <a:pt x="163" y="46"/>
                  </a:cubicBezTo>
                  <a:cubicBezTo>
                    <a:pt x="165" y="47"/>
                    <a:pt x="167" y="47"/>
                    <a:pt x="169" y="49"/>
                  </a:cubicBezTo>
                  <a:cubicBezTo>
                    <a:pt x="171" y="52"/>
                    <a:pt x="169" y="56"/>
                    <a:pt x="171" y="61"/>
                  </a:cubicBezTo>
                  <a:cubicBezTo>
                    <a:pt x="173" y="65"/>
                    <a:pt x="176" y="67"/>
                    <a:pt x="180" y="69"/>
                  </a:cubicBezTo>
                  <a:cubicBezTo>
                    <a:pt x="184" y="71"/>
                    <a:pt x="187" y="73"/>
                    <a:pt x="187" y="77"/>
                  </a:cubicBezTo>
                  <a:cubicBezTo>
                    <a:pt x="187" y="79"/>
                    <a:pt x="186" y="80"/>
                    <a:pt x="186" y="82"/>
                  </a:cubicBezTo>
                  <a:cubicBezTo>
                    <a:pt x="186" y="87"/>
                    <a:pt x="186" y="87"/>
                    <a:pt x="186" y="87"/>
                  </a:cubicBezTo>
                  <a:cubicBezTo>
                    <a:pt x="186" y="88"/>
                    <a:pt x="185" y="88"/>
                    <a:pt x="185" y="89"/>
                  </a:cubicBezTo>
                  <a:cubicBezTo>
                    <a:pt x="185" y="89"/>
                    <a:pt x="185" y="89"/>
                    <a:pt x="185" y="89"/>
                  </a:cubicBezTo>
                  <a:cubicBezTo>
                    <a:pt x="188" y="90"/>
                    <a:pt x="187" y="93"/>
                    <a:pt x="189" y="95"/>
                  </a:cubicBezTo>
                  <a:cubicBezTo>
                    <a:pt x="190" y="96"/>
                    <a:pt x="191" y="96"/>
                    <a:pt x="192" y="96"/>
                  </a:cubicBezTo>
                  <a:cubicBezTo>
                    <a:pt x="198" y="96"/>
                    <a:pt x="198" y="96"/>
                    <a:pt x="198" y="96"/>
                  </a:cubicBezTo>
                  <a:cubicBezTo>
                    <a:pt x="200" y="97"/>
                    <a:pt x="200" y="99"/>
                    <a:pt x="201" y="100"/>
                  </a:cubicBezTo>
                  <a:cubicBezTo>
                    <a:pt x="202" y="101"/>
                    <a:pt x="204" y="101"/>
                    <a:pt x="205" y="102"/>
                  </a:cubicBezTo>
                  <a:cubicBezTo>
                    <a:pt x="206" y="102"/>
                    <a:pt x="212" y="106"/>
                    <a:pt x="212" y="106"/>
                  </a:cubicBezTo>
                  <a:cubicBezTo>
                    <a:pt x="213" y="114"/>
                    <a:pt x="221" y="117"/>
                    <a:pt x="229" y="121"/>
                  </a:cubicBezTo>
                  <a:cubicBezTo>
                    <a:pt x="237" y="124"/>
                    <a:pt x="241" y="126"/>
                    <a:pt x="248" y="131"/>
                  </a:cubicBezTo>
                  <a:cubicBezTo>
                    <a:pt x="250" y="133"/>
                    <a:pt x="250" y="135"/>
                    <a:pt x="252" y="136"/>
                  </a:cubicBezTo>
                  <a:cubicBezTo>
                    <a:pt x="255" y="137"/>
                    <a:pt x="256" y="137"/>
                    <a:pt x="259" y="139"/>
                  </a:cubicBezTo>
                  <a:cubicBezTo>
                    <a:pt x="261" y="141"/>
                    <a:pt x="261" y="144"/>
                    <a:pt x="264" y="146"/>
                  </a:cubicBezTo>
                  <a:cubicBezTo>
                    <a:pt x="267" y="148"/>
                    <a:pt x="270" y="148"/>
                    <a:pt x="274" y="151"/>
                  </a:cubicBezTo>
                  <a:cubicBezTo>
                    <a:pt x="277" y="153"/>
                    <a:pt x="279" y="155"/>
                    <a:pt x="282" y="158"/>
                  </a:cubicBezTo>
                  <a:cubicBezTo>
                    <a:pt x="286" y="161"/>
                    <a:pt x="291" y="163"/>
                    <a:pt x="291" y="169"/>
                  </a:cubicBezTo>
                  <a:cubicBezTo>
                    <a:pt x="291" y="173"/>
                    <a:pt x="289" y="175"/>
                    <a:pt x="289" y="179"/>
                  </a:cubicBezTo>
                  <a:cubicBezTo>
                    <a:pt x="289" y="180"/>
                    <a:pt x="290" y="181"/>
                    <a:pt x="290" y="182"/>
                  </a:cubicBezTo>
                  <a:cubicBezTo>
                    <a:pt x="291" y="182"/>
                    <a:pt x="291" y="182"/>
                    <a:pt x="291" y="182"/>
                  </a:cubicBezTo>
                  <a:cubicBezTo>
                    <a:pt x="292" y="180"/>
                    <a:pt x="293" y="179"/>
                    <a:pt x="295" y="178"/>
                  </a:cubicBezTo>
                  <a:cubicBezTo>
                    <a:pt x="295" y="178"/>
                    <a:pt x="295" y="178"/>
                    <a:pt x="295" y="178"/>
                  </a:cubicBezTo>
                  <a:cubicBezTo>
                    <a:pt x="295" y="179"/>
                    <a:pt x="295" y="179"/>
                    <a:pt x="295" y="179"/>
                  </a:cubicBezTo>
                  <a:cubicBezTo>
                    <a:pt x="295" y="185"/>
                    <a:pt x="295" y="185"/>
                    <a:pt x="295" y="185"/>
                  </a:cubicBezTo>
                  <a:cubicBezTo>
                    <a:pt x="295" y="186"/>
                    <a:pt x="296" y="186"/>
                    <a:pt x="296" y="187"/>
                  </a:cubicBezTo>
                  <a:cubicBezTo>
                    <a:pt x="296" y="187"/>
                    <a:pt x="296" y="187"/>
                    <a:pt x="296" y="187"/>
                  </a:cubicBezTo>
                  <a:cubicBezTo>
                    <a:pt x="300" y="184"/>
                    <a:pt x="299" y="180"/>
                    <a:pt x="303" y="177"/>
                  </a:cubicBezTo>
                  <a:cubicBezTo>
                    <a:pt x="303" y="177"/>
                    <a:pt x="303" y="177"/>
                    <a:pt x="303" y="177"/>
                  </a:cubicBezTo>
                  <a:cubicBezTo>
                    <a:pt x="304" y="180"/>
                    <a:pt x="306" y="180"/>
                    <a:pt x="307" y="182"/>
                  </a:cubicBezTo>
                  <a:cubicBezTo>
                    <a:pt x="309" y="186"/>
                    <a:pt x="310" y="189"/>
                    <a:pt x="311" y="193"/>
                  </a:cubicBezTo>
                  <a:cubicBezTo>
                    <a:pt x="315" y="200"/>
                    <a:pt x="316" y="206"/>
                    <a:pt x="323" y="210"/>
                  </a:cubicBezTo>
                  <a:cubicBezTo>
                    <a:pt x="329" y="213"/>
                    <a:pt x="334" y="213"/>
                    <a:pt x="340" y="218"/>
                  </a:cubicBezTo>
                  <a:cubicBezTo>
                    <a:pt x="344" y="221"/>
                    <a:pt x="344" y="225"/>
                    <a:pt x="347" y="229"/>
                  </a:cubicBezTo>
                  <a:cubicBezTo>
                    <a:pt x="348" y="229"/>
                    <a:pt x="348" y="228"/>
                    <a:pt x="348" y="228"/>
                  </a:cubicBezTo>
                  <a:cubicBezTo>
                    <a:pt x="348" y="218"/>
                    <a:pt x="340" y="214"/>
                    <a:pt x="340" y="204"/>
                  </a:cubicBezTo>
                  <a:cubicBezTo>
                    <a:pt x="340" y="202"/>
                    <a:pt x="343" y="202"/>
                    <a:pt x="345" y="202"/>
                  </a:cubicBezTo>
                  <a:cubicBezTo>
                    <a:pt x="346" y="202"/>
                    <a:pt x="347" y="203"/>
                    <a:pt x="348" y="204"/>
                  </a:cubicBezTo>
                  <a:cubicBezTo>
                    <a:pt x="350" y="205"/>
                    <a:pt x="351" y="204"/>
                    <a:pt x="354" y="204"/>
                  </a:cubicBezTo>
                  <a:cubicBezTo>
                    <a:pt x="354" y="204"/>
                    <a:pt x="354" y="204"/>
                    <a:pt x="354" y="204"/>
                  </a:cubicBezTo>
                  <a:cubicBezTo>
                    <a:pt x="354" y="213"/>
                    <a:pt x="369" y="211"/>
                    <a:pt x="370" y="220"/>
                  </a:cubicBezTo>
                  <a:cubicBezTo>
                    <a:pt x="372" y="228"/>
                    <a:pt x="373" y="236"/>
                    <a:pt x="381" y="240"/>
                  </a:cubicBezTo>
                  <a:cubicBezTo>
                    <a:pt x="386" y="242"/>
                    <a:pt x="389" y="241"/>
                    <a:pt x="395" y="242"/>
                  </a:cubicBezTo>
                  <a:cubicBezTo>
                    <a:pt x="398" y="242"/>
                    <a:pt x="399" y="244"/>
                    <a:pt x="402" y="246"/>
                  </a:cubicBezTo>
                  <a:cubicBezTo>
                    <a:pt x="406" y="249"/>
                    <a:pt x="409" y="252"/>
                    <a:pt x="414" y="256"/>
                  </a:cubicBezTo>
                  <a:cubicBezTo>
                    <a:pt x="417" y="258"/>
                    <a:pt x="421" y="258"/>
                    <a:pt x="421" y="262"/>
                  </a:cubicBezTo>
                  <a:cubicBezTo>
                    <a:pt x="421" y="264"/>
                    <a:pt x="420" y="265"/>
                    <a:pt x="420" y="266"/>
                  </a:cubicBezTo>
                  <a:cubicBezTo>
                    <a:pt x="420" y="268"/>
                    <a:pt x="422" y="269"/>
                    <a:pt x="423" y="271"/>
                  </a:cubicBezTo>
                  <a:cubicBezTo>
                    <a:pt x="423" y="274"/>
                    <a:pt x="422" y="276"/>
                    <a:pt x="423" y="279"/>
                  </a:cubicBezTo>
                  <a:cubicBezTo>
                    <a:pt x="425" y="281"/>
                    <a:pt x="426" y="282"/>
                    <a:pt x="428" y="284"/>
                  </a:cubicBezTo>
                  <a:cubicBezTo>
                    <a:pt x="430" y="288"/>
                    <a:pt x="434" y="288"/>
                    <a:pt x="437" y="292"/>
                  </a:cubicBezTo>
                  <a:cubicBezTo>
                    <a:pt x="438" y="294"/>
                    <a:pt x="440" y="297"/>
                    <a:pt x="443" y="297"/>
                  </a:cubicBezTo>
                  <a:cubicBezTo>
                    <a:pt x="455" y="297"/>
                    <a:pt x="455" y="297"/>
                    <a:pt x="455" y="297"/>
                  </a:cubicBezTo>
                  <a:cubicBezTo>
                    <a:pt x="458" y="297"/>
                    <a:pt x="459" y="298"/>
                    <a:pt x="462" y="299"/>
                  </a:cubicBezTo>
                  <a:cubicBezTo>
                    <a:pt x="467" y="300"/>
                    <a:pt x="472" y="303"/>
                    <a:pt x="473" y="307"/>
                  </a:cubicBezTo>
                  <a:cubicBezTo>
                    <a:pt x="473" y="309"/>
                    <a:pt x="472" y="311"/>
                    <a:pt x="471" y="312"/>
                  </a:cubicBezTo>
                  <a:cubicBezTo>
                    <a:pt x="468" y="317"/>
                    <a:pt x="466" y="321"/>
                    <a:pt x="462" y="324"/>
                  </a:cubicBezTo>
                  <a:cubicBezTo>
                    <a:pt x="459" y="326"/>
                    <a:pt x="456" y="326"/>
                    <a:pt x="454" y="329"/>
                  </a:cubicBezTo>
                  <a:cubicBezTo>
                    <a:pt x="454" y="329"/>
                    <a:pt x="454" y="329"/>
                    <a:pt x="454" y="329"/>
                  </a:cubicBezTo>
                  <a:cubicBezTo>
                    <a:pt x="454" y="329"/>
                    <a:pt x="454" y="330"/>
                    <a:pt x="455" y="330"/>
                  </a:cubicBezTo>
                  <a:cubicBezTo>
                    <a:pt x="457" y="330"/>
                    <a:pt x="458" y="328"/>
                    <a:pt x="460" y="328"/>
                  </a:cubicBezTo>
                  <a:cubicBezTo>
                    <a:pt x="462" y="328"/>
                    <a:pt x="462" y="328"/>
                    <a:pt x="462" y="328"/>
                  </a:cubicBezTo>
                  <a:cubicBezTo>
                    <a:pt x="463" y="328"/>
                    <a:pt x="463" y="327"/>
                    <a:pt x="464" y="327"/>
                  </a:cubicBezTo>
                  <a:cubicBezTo>
                    <a:pt x="472" y="325"/>
                    <a:pt x="475" y="320"/>
                    <a:pt x="481" y="314"/>
                  </a:cubicBezTo>
                  <a:cubicBezTo>
                    <a:pt x="484" y="311"/>
                    <a:pt x="485" y="307"/>
                    <a:pt x="490" y="307"/>
                  </a:cubicBezTo>
                  <a:cubicBezTo>
                    <a:pt x="492" y="307"/>
                    <a:pt x="492" y="309"/>
                    <a:pt x="493" y="310"/>
                  </a:cubicBezTo>
                  <a:cubicBezTo>
                    <a:pt x="496" y="312"/>
                    <a:pt x="497" y="313"/>
                    <a:pt x="500" y="315"/>
                  </a:cubicBezTo>
                  <a:cubicBezTo>
                    <a:pt x="504" y="317"/>
                    <a:pt x="507" y="317"/>
                    <a:pt x="511" y="319"/>
                  </a:cubicBezTo>
                  <a:cubicBezTo>
                    <a:pt x="514" y="321"/>
                    <a:pt x="514" y="324"/>
                    <a:pt x="515" y="328"/>
                  </a:cubicBezTo>
                  <a:cubicBezTo>
                    <a:pt x="517" y="333"/>
                    <a:pt x="520" y="336"/>
                    <a:pt x="520" y="341"/>
                  </a:cubicBezTo>
                  <a:cubicBezTo>
                    <a:pt x="520" y="342"/>
                    <a:pt x="520" y="342"/>
                    <a:pt x="520" y="342"/>
                  </a:cubicBezTo>
                  <a:cubicBezTo>
                    <a:pt x="520" y="343"/>
                    <a:pt x="520" y="343"/>
                    <a:pt x="520" y="343"/>
                  </a:cubicBezTo>
                  <a:cubicBezTo>
                    <a:pt x="517" y="343"/>
                    <a:pt x="515" y="343"/>
                    <a:pt x="512" y="343"/>
                  </a:cubicBezTo>
                  <a:cubicBezTo>
                    <a:pt x="511" y="344"/>
                    <a:pt x="510" y="343"/>
                    <a:pt x="509" y="343"/>
                  </a:cubicBezTo>
                  <a:cubicBezTo>
                    <a:pt x="507" y="344"/>
                    <a:pt x="508" y="346"/>
                    <a:pt x="507" y="348"/>
                  </a:cubicBezTo>
                  <a:cubicBezTo>
                    <a:pt x="507" y="349"/>
                    <a:pt x="504" y="349"/>
                    <a:pt x="502" y="349"/>
                  </a:cubicBezTo>
                  <a:cubicBezTo>
                    <a:pt x="502" y="349"/>
                    <a:pt x="502" y="349"/>
                    <a:pt x="502" y="349"/>
                  </a:cubicBezTo>
                  <a:cubicBezTo>
                    <a:pt x="502" y="352"/>
                    <a:pt x="502" y="353"/>
                    <a:pt x="502" y="355"/>
                  </a:cubicBezTo>
                  <a:cubicBezTo>
                    <a:pt x="502" y="356"/>
                    <a:pt x="501" y="357"/>
                    <a:pt x="500" y="358"/>
                  </a:cubicBezTo>
                  <a:cubicBezTo>
                    <a:pt x="500" y="358"/>
                    <a:pt x="500" y="358"/>
                    <a:pt x="500" y="358"/>
                  </a:cubicBezTo>
                  <a:cubicBezTo>
                    <a:pt x="500" y="359"/>
                    <a:pt x="501" y="359"/>
                    <a:pt x="501" y="359"/>
                  </a:cubicBezTo>
                  <a:cubicBezTo>
                    <a:pt x="505" y="359"/>
                    <a:pt x="506" y="357"/>
                    <a:pt x="509" y="357"/>
                  </a:cubicBezTo>
                  <a:cubicBezTo>
                    <a:pt x="513" y="357"/>
                    <a:pt x="516" y="360"/>
                    <a:pt x="516" y="363"/>
                  </a:cubicBezTo>
                  <a:cubicBezTo>
                    <a:pt x="516" y="365"/>
                    <a:pt x="513" y="366"/>
                    <a:pt x="511" y="366"/>
                  </a:cubicBezTo>
                  <a:cubicBezTo>
                    <a:pt x="510" y="366"/>
                    <a:pt x="509" y="365"/>
                    <a:pt x="508" y="365"/>
                  </a:cubicBezTo>
                  <a:cubicBezTo>
                    <a:pt x="507" y="365"/>
                    <a:pt x="507" y="365"/>
                    <a:pt x="507" y="365"/>
                  </a:cubicBezTo>
                  <a:cubicBezTo>
                    <a:pt x="507" y="367"/>
                    <a:pt x="507" y="367"/>
                    <a:pt x="508" y="369"/>
                  </a:cubicBezTo>
                  <a:cubicBezTo>
                    <a:pt x="507" y="371"/>
                    <a:pt x="505" y="372"/>
                    <a:pt x="503" y="373"/>
                  </a:cubicBezTo>
                  <a:cubicBezTo>
                    <a:pt x="500" y="374"/>
                    <a:pt x="499" y="373"/>
                    <a:pt x="497" y="375"/>
                  </a:cubicBezTo>
                  <a:cubicBezTo>
                    <a:pt x="495" y="376"/>
                    <a:pt x="497" y="379"/>
                    <a:pt x="497" y="381"/>
                  </a:cubicBezTo>
                  <a:cubicBezTo>
                    <a:pt x="496" y="383"/>
                    <a:pt x="494" y="383"/>
                    <a:pt x="493" y="385"/>
                  </a:cubicBezTo>
                  <a:cubicBezTo>
                    <a:pt x="493" y="385"/>
                    <a:pt x="493" y="385"/>
                    <a:pt x="493" y="385"/>
                  </a:cubicBezTo>
                  <a:cubicBezTo>
                    <a:pt x="500" y="388"/>
                    <a:pt x="502" y="392"/>
                    <a:pt x="508" y="395"/>
                  </a:cubicBezTo>
                  <a:cubicBezTo>
                    <a:pt x="514" y="398"/>
                    <a:pt x="519" y="400"/>
                    <a:pt x="521" y="407"/>
                  </a:cubicBezTo>
                  <a:cubicBezTo>
                    <a:pt x="522" y="407"/>
                    <a:pt x="522" y="407"/>
                    <a:pt x="522" y="407"/>
                  </a:cubicBezTo>
                  <a:cubicBezTo>
                    <a:pt x="523" y="404"/>
                    <a:pt x="525" y="401"/>
                    <a:pt x="528" y="401"/>
                  </a:cubicBezTo>
                  <a:cubicBezTo>
                    <a:pt x="535" y="401"/>
                    <a:pt x="538" y="404"/>
                    <a:pt x="545" y="407"/>
                  </a:cubicBezTo>
                  <a:cubicBezTo>
                    <a:pt x="550" y="404"/>
                    <a:pt x="550" y="404"/>
                    <a:pt x="550" y="404"/>
                  </a:cubicBezTo>
                  <a:cubicBezTo>
                    <a:pt x="555" y="404"/>
                    <a:pt x="555" y="404"/>
                    <a:pt x="555" y="404"/>
                  </a:cubicBezTo>
                  <a:cubicBezTo>
                    <a:pt x="556" y="404"/>
                    <a:pt x="556" y="404"/>
                    <a:pt x="556" y="405"/>
                  </a:cubicBezTo>
                  <a:cubicBezTo>
                    <a:pt x="556" y="410"/>
                    <a:pt x="557" y="413"/>
                    <a:pt x="557" y="419"/>
                  </a:cubicBezTo>
                  <a:cubicBezTo>
                    <a:pt x="557" y="429"/>
                    <a:pt x="557" y="429"/>
                    <a:pt x="557" y="429"/>
                  </a:cubicBezTo>
                  <a:cubicBezTo>
                    <a:pt x="557" y="437"/>
                    <a:pt x="564" y="440"/>
                    <a:pt x="564" y="448"/>
                  </a:cubicBezTo>
                  <a:cubicBezTo>
                    <a:pt x="564" y="451"/>
                    <a:pt x="563" y="452"/>
                    <a:pt x="563" y="455"/>
                  </a:cubicBezTo>
                  <a:cubicBezTo>
                    <a:pt x="563" y="456"/>
                    <a:pt x="563" y="457"/>
                    <a:pt x="564" y="457"/>
                  </a:cubicBezTo>
                  <a:cubicBezTo>
                    <a:pt x="565" y="457"/>
                    <a:pt x="565" y="457"/>
                    <a:pt x="565" y="457"/>
                  </a:cubicBezTo>
                  <a:cubicBezTo>
                    <a:pt x="566" y="455"/>
                    <a:pt x="566" y="455"/>
                    <a:pt x="566" y="455"/>
                  </a:cubicBezTo>
                  <a:cubicBezTo>
                    <a:pt x="566" y="455"/>
                    <a:pt x="566" y="455"/>
                    <a:pt x="566" y="455"/>
                  </a:cubicBezTo>
                  <a:cubicBezTo>
                    <a:pt x="569" y="456"/>
                    <a:pt x="570" y="459"/>
                    <a:pt x="570" y="462"/>
                  </a:cubicBezTo>
                  <a:cubicBezTo>
                    <a:pt x="571" y="463"/>
                    <a:pt x="572" y="463"/>
                    <a:pt x="573" y="464"/>
                  </a:cubicBezTo>
                  <a:cubicBezTo>
                    <a:pt x="574" y="464"/>
                    <a:pt x="575" y="465"/>
                    <a:pt x="576" y="465"/>
                  </a:cubicBezTo>
                  <a:cubicBezTo>
                    <a:pt x="578" y="465"/>
                    <a:pt x="578" y="464"/>
                    <a:pt x="580" y="464"/>
                  </a:cubicBezTo>
                  <a:cubicBezTo>
                    <a:pt x="583" y="464"/>
                    <a:pt x="584" y="467"/>
                    <a:pt x="584" y="470"/>
                  </a:cubicBezTo>
                  <a:cubicBezTo>
                    <a:pt x="584" y="475"/>
                    <a:pt x="582" y="477"/>
                    <a:pt x="579" y="481"/>
                  </a:cubicBezTo>
                  <a:cubicBezTo>
                    <a:pt x="578" y="483"/>
                    <a:pt x="576" y="483"/>
                    <a:pt x="574" y="485"/>
                  </a:cubicBezTo>
                  <a:cubicBezTo>
                    <a:pt x="574" y="485"/>
                    <a:pt x="574" y="485"/>
                    <a:pt x="575" y="485"/>
                  </a:cubicBezTo>
                  <a:cubicBezTo>
                    <a:pt x="576" y="486"/>
                    <a:pt x="576" y="487"/>
                    <a:pt x="576" y="488"/>
                  </a:cubicBezTo>
                  <a:cubicBezTo>
                    <a:pt x="576" y="490"/>
                    <a:pt x="576" y="491"/>
                    <a:pt x="576" y="493"/>
                  </a:cubicBezTo>
                  <a:cubicBezTo>
                    <a:pt x="576" y="495"/>
                    <a:pt x="576" y="496"/>
                    <a:pt x="577" y="498"/>
                  </a:cubicBezTo>
                  <a:cubicBezTo>
                    <a:pt x="577" y="498"/>
                    <a:pt x="577" y="498"/>
                    <a:pt x="577" y="498"/>
                  </a:cubicBezTo>
                  <a:cubicBezTo>
                    <a:pt x="578" y="494"/>
                    <a:pt x="579" y="491"/>
                    <a:pt x="581" y="487"/>
                  </a:cubicBezTo>
                  <a:cubicBezTo>
                    <a:pt x="582" y="485"/>
                    <a:pt x="585" y="485"/>
                    <a:pt x="586" y="482"/>
                  </a:cubicBezTo>
                  <a:cubicBezTo>
                    <a:pt x="586" y="482"/>
                    <a:pt x="586" y="482"/>
                    <a:pt x="587" y="482"/>
                  </a:cubicBezTo>
                  <a:cubicBezTo>
                    <a:pt x="588" y="482"/>
                    <a:pt x="588" y="483"/>
                    <a:pt x="589" y="484"/>
                  </a:cubicBezTo>
                  <a:cubicBezTo>
                    <a:pt x="591" y="485"/>
                    <a:pt x="593" y="484"/>
                    <a:pt x="595" y="485"/>
                  </a:cubicBezTo>
                  <a:cubicBezTo>
                    <a:pt x="598" y="485"/>
                    <a:pt x="599" y="486"/>
                    <a:pt x="602" y="486"/>
                  </a:cubicBezTo>
                  <a:cubicBezTo>
                    <a:pt x="603" y="486"/>
                    <a:pt x="604" y="485"/>
                    <a:pt x="605" y="485"/>
                  </a:cubicBezTo>
                  <a:cubicBezTo>
                    <a:pt x="610" y="485"/>
                    <a:pt x="612" y="485"/>
                    <a:pt x="617" y="485"/>
                  </a:cubicBezTo>
                  <a:cubicBezTo>
                    <a:pt x="619" y="485"/>
                    <a:pt x="620" y="486"/>
                    <a:pt x="623" y="487"/>
                  </a:cubicBezTo>
                  <a:cubicBezTo>
                    <a:pt x="625" y="487"/>
                    <a:pt x="629" y="486"/>
                    <a:pt x="629" y="488"/>
                  </a:cubicBezTo>
                  <a:cubicBezTo>
                    <a:pt x="629" y="490"/>
                    <a:pt x="628" y="491"/>
                    <a:pt x="628" y="493"/>
                  </a:cubicBezTo>
                  <a:cubicBezTo>
                    <a:pt x="628" y="497"/>
                    <a:pt x="630" y="499"/>
                    <a:pt x="633" y="501"/>
                  </a:cubicBezTo>
                  <a:cubicBezTo>
                    <a:pt x="636" y="503"/>
                    <a:pt x="639" y="501"/>
                    <a:pt x="641" y="504"/>
                  </a:cubicBezTo>
                  <a:cubicBezTo>
                    <a:pt x="642" y="506"/>
                    <a:pt x="641" y="507"/>
                    <a:pt x="642" y="509"/>
                  </a:cubicBezTo>
                  <a:cubicBezTo>
                    <a:pt x="642" y="514"/>
                    <a:pt x="642" y="514"/>
                    <a:pt x="642" y="514"/>
                  </a:cubicBezTo>
                  <a:cubicBezTo>
                    <a:pt x="642" y="517"/>
                    <a:pt x="644" y="518"/>
                    <a:pt x="645" y="521"/>
                  </a:cubicBezTo>
                  <a:cubicBezTo>
                    <a:pt x="648" y="528"/>
                    <a:pt x="654" y="531"/>
                    <a:pt x="654" y="538"/>
                  </a:cubicBezTo>
                  <a:cubicBezTo>
                    <a:pt x="654" y="540"/>
                    <a:pt x="651" y="540"/>
                    <a:pt x="651" y="542"/>
                  </a:cubicBezTo>
                  <a:cubicBezTo>
                    <a:pt x="651" y="543"/>
                    <a:pt x="652" y="543"/>
                    <a:pt x="652" y="543"/>
                  </a:cubicBezTo>
                  <a:cubicBezTo>
                    <a:pt x="652" y="544"/>
                    <a:pt x="650" y="545"/>
                    <a:pt x="650" y="546"/>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8"/>
            <p:cNvSpPr>
              <a:spLocks/>
            </p:cNvSpPr>
            <p:nvPr/>
          </p:nvSpPr>
          <p:spPr bwMode="auto">
            <a:xfrm>
              <a:off x="1870075" y="3290888"/>
              <a:ext cx="50800" cy="36513"/>
            </a:xfrm>
            <a:custGeom>
              <a:avLst/>
              <a:gdLst/>
              <a:ahLst/>
              <a:cxnLst>
                <a:cxn ang="0">
                  <a:pos x="7" y="0"/>
                </a:cxn>
                <a:cxn ang="0">
                  <a:pos x="4" y="0"/>
                </a:cxn>
                <a:cxn ang="0">
                  <a:pos x="0" y="3"/>
                </a:cxn>
                <a:cxn ang="0">
                  <a:pos x="6" y="7"/>
                </a:cxn>
                <a:cxn ang="0">
                  <a:pos x="10" y="13"/>
                </a:cxn>
                <a:cxn ang="0">
                  <a:pos x="12" y="12"/>
                </a:cxn>
                <a:cxn ang="0">
                  <a:pos x="18" y="8"/>
                </a:cxn>
                <a:cxn ang="0">
                  <a:pos x="18" y="5"/>
                </a:cxn>
                <a:cxn ang="0">
                  <a:pos x="11" y="4"/>
                </a:cxn>
                <a:cxn ang="0">
                  <a:pos x="7" y="0"/>
                </a:cxn>
              </a:cxnLst>
              <a:rect l="0" t="0" r="r" b="b"/>
              <a:pathLst>
                <a:path w="18" h="13">
                  <a:moveTo>
                    <a:pt x="7" y="0"/>
                  </a:moveTo>
                  <a:cubicBezTo>
                    <a:pt x="6" y="0"/>
                    <a:pt x="5" y="0"/>
                    <a:pt x="4" y="0"/>
                  </a:cubicBezTo>
                  <a:cubicBezTo>
                    <a:pt x="2" y="0"/>
                    <a:pt x="1" y="2"/>
                    <a:pt x="0" y="3"/>
                  </a:cubicBezTo>
                  <a:cubicBezTo>
                    <a:pt x="2" y="5"/>
                    <a:pt x="5" y="5"/>
                    <a:pt x="6" y="7"/>
                  </a:cubicBezTo>
                  <a:cubicBezTo>
                    <a:pt x="7" y="9"/>
                    <a:pt x="7" y="13"/>
                    <a:pt x="10" y="13"/>
                  </a:cubicBezTo>
                  <a:cubicBezTo>
                    <a:pt x="11" y="13"/>
                    <a:pt x="11" y="12"/>
                    <a:pt x="12" y="12"/>
                  </a:cubicBezTo>
                  <a:cubicBezTo>
                    <a:pt x="14" y="11"/>
                    <a:pt x="18" y="11"/>
                    <a:pt x="18" y="8"/>
                  </a:cubicBezTo>
                  <a:cubicBezTo>
                    <a:pt x="18" y="5"/>
                    <a:pt x="18" y="5"/>
                    <a:pt x="18" y="5"/>
                  </a:cubicBezTo>
                  <a:cubicBezTo>
                    <a:pt x="15" y="5"/>
                    <a:pt x="14" y="5"/>
                    <a:pt x="11" y="4"/>
                  </a:cubicBezTo>
                  <a:cubicBezTo>
                    <a:pt x="10" y="3"/>
                    <a:pt x="9" y="2"/>
                    <a:pt x="7"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9"/>
            <p:cNvSpPr>
              <a:spLocks/>
            </p:cNvSpPr>
            <p:nvPr/>
          </p:nvSpPr>
          <p:spPr bwMode="auto">
            <a:xfrm>
              <a:off x="1547813" y="2865438"/>
              <a:ext cx="47625" cy="90488"/>
            </a:xfrm>
            <a:custGeom>
              <a:avLst/>
              <a:gdLst/>
              <a:ahLst/>
              <a:cxnLst>
                <a:cxn ang="0">
                  <a:pos x="2" y="0"/>
                </a:cxn>
                <a:cxn ang="0">
                  <a:pos x="0" y="1"/>
                </a:cxn>
                <a:cxn ang="0">
                  <a:pos x="0" y="8"/>
                </a:cxn>
                <a:cxn ang="0">
                  <a:pos x="0" y="11"/>
                </a:cxn>
                <a:cxn ang="0">
                  <a:pos x="1" y="12"/>
                </a:cxn>
                <a:cxn ang="0">
                  <a:pos x="3" y="17"/>
                </a:cxn>
                <a:cxn ang="0">
                  <a:pos x="6" y="18"/>
                </a:cxn>
                <a:cxn ang="0">
                  <a:pos x="8" y="21"/>
                </a:cxn>
                <a:cxn ang="0">
                  <a:pos x="16" y="32"/>
                </a:cxn>
                <a:cxn ang="0">
                  <a:pos x="17" y="32"/>
                </a:cxn>
                <a:cxn ang="0">
                  <a:pos x="13" y="22"/>
                </a:cxn>
                <a:cxn ang="0">
                  <a:pos x="13" y="21"/>
                </a:cxn>
                <a:cxn ang="0">
                  <a:pos x="17" y="21"/>
                </a:cxn>
                <a:cxn ang="0">
                  <a:pos x="17" y="18"/>
                </a:cxn>
                <a:cxn ang="0">
                  <a:pos x="10" y="9"/>
                </a:cxn>
                <a:cxn ang="0">
                  <a:pos x="2" y="0"/>
                </a:cxn>
              </a:cxnLst>
              <a:rect l="0" t="0" r="r" b="b"/>
              <a:pathLst>
                <a:path w="17" h="32">
                  <a:moveTo>
                    <a:pt x="2" y="0"/>
                  </a:moveTo>
                  <a:cubicBezTo>
                    <a:pt x="2" y="0"/>
                    <a:pt x="1" y="1"/>
                    <a:pt x="0" y="1"/>
                  </a:cubicBezTo>
                  <a:cubicBezTo>
                    <a:pt x="0" y="4"/>
                    <a:pt x="0" y="5"/>
                    <a:pt x="0" y="8"/>
                  </a:cubicBezTo>
                  <a:cubicBezTo>
                    <a:pt x="0" y="9"/>
                    <a:pt x="0" y="10"/>
                    <a:pt x="0" y="11"/>
                  </a:cubicBezTo>
                  <a:cubicBezTo>
                    <a:pt x="0" y="11"/>
                    <a:pt x="1" y="12"/>
                    <a:pt x="1" y="12"/>
                  </a:cubicBezTo>
                  <a:cubicBezTo>
                    <a:pt x="2" y="14"/>
                    <a:pt x="2" y="15"/>
                    <a:pt x="3" y="17"/>
                  </a:cubicBezTo>
                  <a:cubicBezTo>
                    <a:pt x="4" y="18"/>
                    <a:pt x="5" y="17"/>
                    <a:pt x="6" y="18"/>
                  </a:cubicBezTo>
                  <a:cubicBezTo>
                    <a:pt x="7" y="19"/>
                    <a:pt x="7" y="20"/>
                    <a:pt x="8" y="21"/>
                  </a:cubicBezTo>
                  <a:cubicBezTo>
                    <a:pt x="9" y="26"/>
                    <a:pt x="12" y="29"/>
                    <a:pt x="16" y="32"/>
                  </a:cubicBezTo>
                  <a:cubicBezTo>
                    <a:pt x="17" y="32"/>
                    <a:pt x="17" y="32"/>
                    <a:pt x="17" y="32"/>
                  </a:cubicBezTo>
                  <a:cubicBezTo>
                    <a:pt x="17" y="28"/>
                    <a:pt x="15" y="26"/>
                    <a:pt x="13" y="22"/>
                  </a:cubicBezTo>
                  <a:cubicBezTo>
                    <a:pt x="13" y="21"/>
                    <a:pt x="13" y="21"/>
                    <a:pt x="13" y="21"/>
                  </a:cubicBezTo>
                  <a:cubicBezTo>
                    <a:pt x="15" y="21"/>
                    <a:pt x="15" y="21"/>
                    <a:pt x="17" y="21"/>
                  </a:cubicBezTo>
                  <a:cubicBezTo>
                    <a:pt x="17" y="20"/>
                    <a:pt x="17" y="19"/>
                    <a:pt x="17" y="18"/>
                  </a:cubicBezTo>
                  <a:cubicBezTo>
                    <a:pt x="17" y="14"/>
                    <a:pt x="12" y="13"/>
                    <a:pt x="10" y="9"/>
                  </a:cubicBezTo>
                  <a:cubicBezTo>
                    <a:pt x="8" y="5"/>
                    <a:pt x="7" y="0"/>
                    <a:pt x="2"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0"/>
            <p:cNvSpPr>
              <a:spLocks/>
            </p:cNvSpPr>
            <p:nvPr/>
          </p:nvSpPr>
          <p:spPr bwMode="auto">
            <a:xfrm>
              <a:off x="1504950" y="2817813"/>
              <a:ext cx="42863" cy="58738"/>
            </a:xfrm>
            <a:custGeom>
              <a:avLst/>
              <a:gdLst/>
              <a:ahLst/>
              <a:cxnLst>
                <a:cxn ang="0">
                  <a:pos x="3" y="0"/>
                </a:cxn>
                <a:cxn ang="0">
                  <a:pos x="2" y="0"/>
                </a:cxn>
                <a:cxn ang="0">
                  <a:pos x="1" y="0"/>
                </a:cxn>
                <a:cxn ang="0">
                  <a:pos x="0" y="2"/>
                </a:cxn>
                <a:cxn ang="0">
                  <a:pos x="3" y="9"/>
                </a:cxn>
                <a:cxn ang="0">
                  <a:pos x="3" y="20"/>
                </a:cxn>
                <a:cxn ang="0">
                  <a:pos x="5" y="21"/>
                </a:cxn>
                <a:cxn ang="0">
                  <a:pos x="11" y="18"/>
                </a:cxn>
                <a:cxn ang="0">
                  <a:pos x="15" y="13"/>
                </a:cxn>
                <a:cxn ang="0">
                  <a:pos x="9" y="6"/>
                </a:cxn>
                <a:cxn ang="0">
                  <a:pos x="6" y="4"/>
                </a:cxn>
                <a:cxn ang="0">
                  <a:pos x="3" y="0"/>
                </a:cxn>
              </a:cxnLst>
              <a:rect l="0" t="0" r="r" b="b"/>
              <a:pathLst>
                <a:path w="15" h="21">
                  <a:moveTo>
                    <a:pt x="3" y="0"/>
                  </a:moveTo>
                  <a:cubicBezTo>
                    <a:pt x="3" y="0"/>
                    <a:pt x="3" y="0"/>
                    <a:pt x="2" y="0"/>
                  </a:cubicBezTo>
                  <a:cubicBezTo>
                    <a:pt x="1" y="0"/>
                    <a:pt x="1" y="0"/>
                    <a:pt x="1" y="0"/>
                  </a:cubicBezTo>
                  <a:cubicBezTo>
                    <a:pt x="0" y="1"/>
                    <a:pt x="0" y="1"/>
                    <a:pt x="0" y="2"/>
                  </a:cubicBezTo>
                  <a:cubicBezTo>
                    <a:pt x="0" y="5"/>
                    <a:pt x="3" y="6"/>
                    <a:pt x="3" y="9"/>
                  </a:cubicBezTo>
                  <a:cubicBezTo>
                    <a:pt x="3" y="20"/>
                    <a:pt x="3" y="20"/>
                    <a:pt x="3" y="20"/>
                  </a:cubicBezTo>
                  <a:cubicBezTo>
                    <a:pt x="3" y="21"/>
                    <a:pt x="4" y="21"/>
                    <a:pt x="5" y="21"/>
                  </a:cubicBezTo>
                  <a:cubicBezTo>
                    <a:pt x="7" y="21"/>
                    <a:pt x="8" y="19"/>
                    <a:pt x="11" y="18"/>
                  </a:cubicBezTo>
                  <a:cubicBezTo>
                    <a:pt x="13" y="16"/>
                    <a:pt x="15" y="15"/>
                    <a:pt x="15" y="13"/>
                  </a:cubicBezTo>
                  <a:cubicBezTo>
                    <a:pt x="15" y="9"/>
                    <a:pt x="12" y="8"/>
                    <a:pt x="9" y="6"/>
                  </a:cubicBezTo>
                  <a:cubicBezTo>
                    <a:pt x="8" y="6"/>
                    <a:pt x="7" y="5"/>
                    <a:pt x="6" y="4"/>
                  </a:cubicBezTo>
                  <a:cubicBezTo>
                    <a:pt x="5" y="3"/>
                    <a:pt x="5" y="0"/>
                    <a:pt x="3"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1"/>
            <p:cNvSpPr>
              <a:spLocks/>
            </p:cNvSpPr>
            <p:nvPr/>
          </p:nvSpPr>
          <p:spPr bwMode="auto">
            <a:xfrm>
              <a:off x="1019175" y="2136775"/>
              <a:ext cx="142875" cy="160338"/>
            </a:xfrm>
            <a:custGeom>
              <a:avLst/>
              <a:gdLst/>
              <a:ahLst/>
              <a:cxnLst>
                <a:cxn ang="0">
                  <a:pos x="6" y="5"/>
                </a:cxn>
                <a:cxn ang="0">
                  <a:pos x="0" y="6"/>
                </a:cxn>
                <a:cxn ang="0">
                  <a:pos x="4" y="9"/>
                </a:cxn>
                <a:cxn ang="0">
                  <a:pos x="6" y="13"/>
                </a:cxn>
                <a:cxn ang="0">
                  <a:pos x="8" y="14"/>
                </a:cxn>
                <a:cxn ang="0">
                  <a:pos x="12" y="19"/>
                </a:cxn>
                <a:cxn ang="0">
                  <a:pos x="16" y="29"/>
                </a:cxn>
                <a:cxn ang="0">
                  <a:pos x="19" y="35"/>
                </a:cxn>
                <a:cxn ang="0">
                  <a:pos x="21" y="34"/>
                </a:cxn>
                <a:cxn ang="0">
                  <a:pos x="28" y="38"/>
                </a:cxn>
                <a:cxn ang="0">
                  <a:pos x="36" y="45"/>
                </a:cxn>
                <a:cxn ang="0">
                  <a:pos x="37" y="56"/>
                </a:cxn>
                <a:cxn ang="0">
                  <a:pos x="41" y="57"/>
                </a:cxn>
                <a:cxn ang="0">
                  <a:pos x="45" y="57"/>
                </a:cxn>
                <a:cxn ang="0">
                  <a:pos x="47" y="53"/>
                </a:cxn>
                <a:cxn ang="0">
                  <a:pos x="49" y="45"/>
                </a:cxn>
                <a:cxn ang="0">
                  <a:pos x="51" y="33"/>
                </a:cxn>
                <a:cxn ang="0">
                  <a:pos x="50" y="28"/>
                </a:cxn>
                <a:cxn ang="0">
                  <a:pos x="45" y="27"/>
                </a:cxn>
                <a:cxn ang="0">
                  <a:pos x="41" y="21"/>
                </a:cxn>
                <a:cxn ang="0">
                  <a:pos x="35" y="17"/>
                </a:cxn>
                <a:cxn ang="0">
                  <a:pos x="28" y="8"/>
                </a:cxn>
                <a:cxn ang="0">
                  <a:pos x="23" y="4"/>
                </a:cxn>
                <a:cxn ang="0">
                  <a:pos x="20" y="0"/>
                </a:cxn>
                <a:cxn ang="0">
                  <a:pos x="18" y="1"/>
                </a:cxn>
                <a:cxn ang="0">
                  <a:pos x="6" y="5"/>
                </a:cxn>
              </a:cxnLst>
              <a:rect l="0" t="0" r="r" b="b"/>
              <a:pathLst>
                <a:path w="51" h="57">
                  <a:moveTo>
                    <a:pt x="6" y="5"/>
                  </a:moveTo>
                  <a:cubicBezTo>
                    <a:pt x="4" y="5"/>
                    <a:pt x="0" y="3"/>
                    <a:pt x="0" y="6"/>
                  </a:cubicBezTo>
                  <a:cubicBezTo>
                    <a:pt x="0" y="8"/>
                    <a:pt x="3" y="7"/>
                    <a:pt x="4" y="9"/>
                  </a:cubicBezTo>
                  <a:cubicBezTo>
                    <a:pt x="5" y="10"/>
                    <a:pt x="5" y="12"/>
                    <a:pt x="6" y="13"/>
                  </a:cubicBezTo>
                  <a:cubicBezTo>
                    <a:pt x="7" y="14"/>
                    <a:pt x="8" y="13"/>
                    <a:pt x="8" y="14"/>
                  </a:cubicBezTo>
                  <a:cubicBezTo>
                    <a:pt x="11" y="15"/>
                    <a:pt x="11" y="17"/>
                    <a:pt x="12" y="19"/>
                  </a:cubicBezTo>
                  <a:cubicBezTo>
                    <a:pt x="14" y="23"/>
                    <a:pt x="15" y="25"/>
                    <a:pt x="16" y="29"/>
                  </a:cubicBezTo>
                  <a:cubicBezTo>
                    <a:pt x="17" y="31"/>
                    <a:pt x="19" y="32"/>
                    <a:pt x="19" y="35"/>
                  </a:cubicBezTo>
                  <a:cubicBezTo>
                    <a:pt x="20" y="34"/>
                    <a:pt x="20" y="34"/>
                    <a:pt x="21" y="34"/>
                  </a:cubicBezTo>
                  <a:cubicBezTo>
                    <a:pt x="24" y="34"/>
                    <a:pt x="26" y="36"/>
                    <a:pt x="28" y="38"/>
                  </a:cubicBezTo>
                  <a:cubicBezTo>
                    <a:pt x="31" y="40"/>
                    <a:pt x="34" y="41"/>
                    <a:pt x="36" y="45"/>
                  </a:cubicBezTo>
                  <a:cubicBezTo>
                    <a:pt x="37" y="49"/>
                    <a:pt x="34" y="53"/>
                    <a:pt x="37" y="56"/>
                  </a:cubicBezTo>
                  <a:cubicBezTo>
                    <a:pt x="38" y="57"/>
                    <a:pt x="40" y="57"/>
                    <a:pt x="41" y="57"/>
                  </a:cubicBezTo>
                  <a:cubicBezTo>
                    <a:pt x="43" y="57"/>
                    <a:pt x="43" y="57"/>
                    <a:pt x="45" y="57"/>
                  </a:cubicBezTo>
                  <a:cubicBezTo>
                    <a:pt x="46" y="57"/>
                    <a:pt x="46" y="55"/>
                    <a:pt x="47" y="53"/>
                  </a:cubicBezTo>
                  <a:cubicBezTo>
                    <a:pt x="48" y="50"/>
                    <a:pt x="48" y="48"/>
                    <a:pt x="49" y="45"/>
                  </a:cubicBezTo>
                  <a:cubicBezTo>
                    <a:pt x="50" y="41"/>
                    <a:pt x="51" y="38"/>
                    <a:pt x="51" y="33"/>
                  </a:cubicBezTo>
                  <a:cubicBezTo>
                    <a:pt x="51" y="31"/>
                    <a:pt x="51" y="30"/>
                    <a:pt x="50" y="28"/>
                  </a:cubicBezTo>
                  <a:cubicBezTo>
                    <a:pt x="48" y="27"/>
                    <a:pt x="46" y="28"/>
                    <a:pt x="45" y="27"/>
                  </a:cubicBezTo>
                  <a:cubicBezTo>
                    <a:pt x="43" y="25"/>
                    <a:pt x="43" y="22"/>
                    <a:pt x="41" y="21"/>
                  </a:cubicBezTo>
                  <a:cubicBezTo>
                    <a:pt x="39" y="19"/>
                    <a:pt x="37" y="19"/>
                    <a:pt x="35" y="17"/>
                  </a:cubicBezTo>
                  <a:cubicBezTo>
                    <a:pt x="32" y="14"/>
                    <a:pt x="30" y="12"/>
                    <a:pt x="28" y="8"/>
                  </a:cubicBezTo>
                  <a:cubicBezTo>
                    <a:pt x="27" y="6"/>
                    <a:pt x="25" y="6"/>
                    <a:pt x="23" y="4"/>
                  </a:cubicBezTo>
                  <a:cubicBezTo>
                    <a:pt x="22" y="2"/>
                    <a:pt x="22" y="0"/>
                    <a:pt x="20" y="0"/>
                  </a:cubicBezTo>
                  <a:cubicBezTo>
                    <a:pt x="19" y="0"/>
                    <a:pt x="19" y="1"/>
                    <a:pt x="18" y="1"/>
                  </a:cubicBezTo>
                  <a:cubicBezTo>
                    <a:pt x="14" y="3"/>
                    <a:pt x="11" y="5"/>
                    <a:pt x="6" y="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2"/>
            <p:cNvSpPr>
              <a:spLocks/>
            </p:cNvSpPr>
            <p:nvPr/>
          </p:nvSpPr>
          <p:spPr bwMode="auto">
            <a:xfrm>
              <a:off x="1023938" y="2009775"/>
              <a:ext cx="36513" cy="33338"/>
            </a:xfrm>
            <a:custGeom>
              <a:avLst/>
              <a:gdLst/>
              <a:ahLst/>
              <a:cxnLst>
                <a:cxn ang="0">
                  <a:pos x="1" y="2"/>
                </a:cxn>
                <a:cxn ang="0">
                  <a:pos x="6" y="5"/>
                </a:cxn>
                <a:cxn ang="0">
                  <a:pos x="12" y="11"/>
                </a:cxn>
                <a:cxn ang="0">
                  <a:pos x="12" y="11"/>
                </a:cxn>
                <a:cxn ang="0">
                  <a:pos x="12" y="7"/>
                </a:cxn>
                <a:cxn ang="0">
                  <a:pos x="11" y="1"/>
                </a:cxn>
                <a:cxn ang="0">
                  <a:pos x="7" y="1"/>
                </a:cxn>
                <a:cxn ang="0">
                  <a:pos x="1" y="1"/>
                </a:cxn>
                <a:cxn ang="0">
                  <a:pos x="1" y="2"/>
                </a:cxn>
              </a:cxnLst>
              <a:rect l="0" t="0" r="r" b="b"/>
              <a:pathLst>
                <a:path w="13" h="12">
                  <a:moveTo>
                    <a:pt x="1" y="2"/>
                  </a:moveTo>
                  <a:cubicBezTo>
                    <a:pt x="2" y="3"/>
                    <a:pt x="4" y="4"/>
                    <a:pt x="6" y="5"/>
                  </a:cubicBezTo>
                  <a:cubicBezTo>
                    <a:pt x="9" y="7"/>
                    <a:pt x="10" y="9"/>
                    <a:pt x="12" y="11"/>
                  </a:cubicBezTo>
                  <a:cubicBezTo>
                    <a:pt x="12" y="12"/>
                    <a:pt x="12" y="12"/>
                    <a:pt x="12" y="11"/>
                  </a:cubicBezTo>
                  <a:cubicBezTo>
                    <a:pt x="13" y="10"/>
                    <a:pt x="12" y="9"/>
                    <a:pt x="12" y="7"/>
                  </a:cubicBezTo>
                  <a:cubicBezTo>
                    <a:pt x="12" y="5"/>
                    <a:pt x="13" y="2"/>
                    <a:pt x="11" y="1"/>
                  </a:cubicBezTo>
                  <a:cubicBezTo>
                    <a:pt x="10" y="0"/>
                    <a:pt x="9" y="1"/>
                    <a:pt x="7" y="1"/>
                  </a:cubicBezTo>
                  <a:cubicBezTo>
                    <a:pt x="5" y="1"/>
                    <a:pt x="3" y="1"/>
                    <a:pt x="1" y="1"/>
                  </a:cubicBezTo>
                  <a:cubicBezTo>
                    <a:pt x="0" y="1"/>
                    <a:pt x="0" y="1"/>
                    <a:pt x="1" y="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3"/>
            <p:cNvSpPr>
              <a:spLocks/>
            </p:cNvSpPr>
            <p:nvPr/>
          </p:nvSpPr>
          <p:spPr bwMode="auto">
            <a:xfrm>
              <a:off x="782638" y="1893888"/>
              <a:ext cx="134938" cy="101600"/>
            </a:xfrm>
            <a:custGeom>
              <a:avLst/>
              <a:gdLst/>
              <a:ahLst/>
              <a:cxnLst>
                <a:cxn ang="0">
                  <a:pos x="8" y="0"/>
                </a:cxn>
                <a:cxn ang="0">
                  <a:pos x="5" y="1"/>
                </a:cxn>
                <a:cxn ang="0">
                  <a:pos x="4" y="5"/>
                </a:cxn>
                <a:cxn ang="0">
                  <a:pos x="0" y="7"/>
                </a:cxn>
                <a:cxn ang="0">
                  <a:pos x="5" y="12"/>
                </a:cxn>
                <a:cxn ang="0">
                  <a:pos x="7" y="17"/>
                </a:cxn>
                <a:cxn ang="0">
                  <a:pos x="10" y="17"/>
                </a:cxn>
                <a:cxn ang="0">
                  <a:pos x="14" y="20"/>
                </a:cxn>
                <a:cxn ang="0">
                  <a:pos x="23" y="21"/>
                </a:cxn>
                <a:cxn ang="0">
                  <a:pos x="35" y="30"/>
                </a:cxn>
                <a:cxn ang="0">
                  <a:pos x="39" y="34"/>
                </a:cxn>
                <a:cxn ang="0">
                  <a:pos x="44" y="35"/>
                </a:cxn>
                <a:cxn ang="0">
                  <a:pos x="48" y="32"/>
                </a:cxn>
                <a:cxn ang="0">
                  <a:pos x="43" y="25"/>
                </a:cxn>
                <a:cxn ang="0">
                  <a:pos x="42" y="26"/>
                </a:cxn>
                <a:cxn ang="0">
                  <a:pos x="39" y="22"/>
                </a:cxn>
                <a:cxn ang="0">
                  <a:pos x="33" y="21"/>
                </a:cxn>
                <a:cxn ang="0">
                  <a:pos x="29" y="17"/>
                </a:cxn>
                <a:cxn ang="0">
                  <a:pos x="25" y="14"/>
                </a:cxn>
                <a:cxn ang="0">
                  <a:pos x="26" y="11"/>
                </a:cxn>
                <a:cxn ang="0">
                  <a:pos x="22" y="9"/>
                </a:cxn>
                <a:cxn ang="0">
                  <a:pos x="20" y="10"/>
                </a:cxn>
                <a:cxn ang="0">
                  <a:pos x="16" y="7"/>
                </a:cxn>
                <a:cxn ang="0">
                  <a:pos x="12" y="1"/>
                </a:cxn>
                <a:cxn ang="0">
                  <a:pos x="8" y="0"/>
                </a:cxn>
              </a:cxnLst>
              <a:rect l="0" t="0" r="r" b="b"/>
              <a:pathLst>
                <a:path w="48" h="36">
                  <a:moveTo>
                    <a:pt x="8" y="0"/>
                  </a:moveTo>
                  <a:cubicBezTo>
                    <a:pt x="7" y="0"/>
                    <a:pt x="6" y="0"/>
                    <a:pt x="5" y="1"/>
                  </a:cubicBezTo>
                  <a:cubicBezTo>
                    <a:pt x="4" y="2"/>
                    <a:pt x="5" y="4"/>
                    <a:pt x="4" y="5"/>
                  </a:cubicBezTo>
                  <a:cubicBezTo>
                    <a:pt x="3" y="7"/>
                    <a:pt x="1" y="6"/>
                    <a:pt x="0" y="7"/>
                  </a:cubicBezTo>
                  <a:cubicBezTo>
                    <a:pt x="1" y="9"/>
                    <a:pt x="3" y="10"/>
                    <a:pt x="5" y="12"/>
                  </a:cubicBezTo>
                  <a:cubicBezTo>
                    <a:pt x="6" y="14"/>
                    <a:pt x="5" y="17"/>
                    <a:pt x="7" y="17"/>
                  </a:cubicBezTo>
                  <a:cubicBezTo>
                    <a:pt x="8" y="17"/>
                    <a:pt x="9" y="17"/>
                    <a:pt x="10" y="17"/>
                  </a:cubicBezTo>
                  <a:cubicBezTo>
                    <a:pt x="12" y="17"/>
                    <a:pt x="12" y="19"/>
                    <a:pt x="14" y="20"/>
                  </a:cubicBezTo>
                  <a:cubicBezTo>
                    <a:pt x="18" y="20"/>
                    <a:pt x="20" y="20"/>
                    <a:pt x="23" y="21"/>
                  </a:cubicBezTo>
                  <a:cubicBezTo>
                    <a:pt x="28" y="23"/>
                    <a:pt x="30" y="27"/>
                    <a:pt x="35" y="30"/>
                  </a:cubicBezTo>
                  <a:cubicBezTo>
                    <a:pt x="37" y="31"/>
                    <a:pt x="37" y="33"/>
                    <a:pt x="39" y="34"/>
                  </a:cubicBezTo>
                  <a:cubicBezTo>
                    <a:pt x="40" y="36"/>
                    <a:pt x="42" y="35"/>
                    <a:pt x="44" y="35"/>
                  </a:cubicBezTo>
                  <a:cubicBezTo>
                    <a:pt x="46" y="35"/>
                    <a:pt x="48" y="34"/>
                    <a:pt x="48" y="32"/>
                  </a:cubicBezTo>
                  <a:cubicBezTo>
                    <a:pt x="48" y="29"/>
                    <a:pt x="46" y="25"/>
                    <a:pt x="43" y="25"/>
                  </a:cubicBezTo>
                  <a:cubicBezTo>
                    <a:pt x="43" y="25"/>
                    <a:pt x="42" y="26"/>
                    <a:pt x="42" y="26"/>
                  </a:cubicBezTo>
                  <a:cubicBezTo>
                    <a:pt x="40" y="26"/>
                    <a:pt x="40" y="23"/>
                    <a:pt x="39" y="22"/>
                  </a:cubicBezTo>
                  <a:cubicBezTo>
                    <a:pt x="37" y="21"/>
                    <a:pt x="35" y="22"/>
                    <a:pt x="33" y="21"/>
                  </a:cubicBezTo>
                  <a:cubicBezTo>
                    <a:pt x="31" y="20"/>
                    <a:pt x="31" y="19"/>
                    <a:pt x="29" y="17"/>
                  </a:cubicBezTo>
                  <a:cubicBezTo>
                    <a:pt x="27" y="16"/>
                    <a:pt x="25" y="16"/>
                    <a:pt x="25" y="14"/>
                  </a:cubicBezTo>
                  <a:cubicBezTo>
                    <a:pt x="25" y="13"/>
                    <a:pt x="25" y="12"/>
                    <a:pt x="26" y="11"/>
                  </a:cubicBezTo>
                  <a:cubicBezTo>
                    <a:pt x="24" y="10"/>
                    <a:pt x="24" y="9"/>
                    <a:pt x="22" y="9"/>
                  </a:cubicBezTo>
                  <a:cubicBezTo>
                    <a:pt x="21" y="9"/>
                    <a:pt x="21" y="10"/>
                    <a:pt x="20" y="10"/>
                  </a:cubicBezTo>
                  <a:cubicBezTo>
                    <a:pt x="18" y="10"/>
                    <a:pt x="17" y="8"/>
                    <a:pt x="16" y="7"/>
                  </a:cubicBezTo>
                  <a:cubicBezTo>
                    <a:pt x="14" y="5"/>
                    <a:pt x="11" y="4"/>
                    <a:pt x="12" y="1"/>
                  </a:cubicBezTo>
                  <a:cubicBezTo>
                    <a:pt x="10" y="1"/>
                    <a:pt x="9" y="0"/>
                    <a:pt x="8"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4"/>
            <p:cNvSpPr>
              <a:spLocks/>
            </p:cNvSpPr>
            <p:nvPr/>
          </p:nvSpPr>
          <p:spPr bwMode="auto">
            <a:xfrm>
              <a:off x="2378075" y="2643188"/>
              <a:ext cx="295275" cy="287338"/>
            </a:xfrm>
            <a:custGeom>
              <a:avLst/>
              <a:gdLst/>
              <a:ahLst/>
              <a:cxnLst>
                <a:cxn ang="0">
                  <a:pos x="36" y="4"/>
                </a:cxn>
                <a:cxn ang="0">
                  <a:pos x="38" y="7"/>
                </a:cxn>
                <a:cxn ang="0">
                  <a:pos x="38" y="11"/>
                </a:cxn>
                <a:cxn ang="0">
                  <a:pos x="41" y="19"/>
                </a:cxn>
                <a:cxn ang="0">
                  <a:pos x="39" y="19"/>
                </a:cxn>
                <a:cxn ang="0">
                  <a:pos x="34" y="16"/>
                </a:cxn>
                <a:cxn ang="0">
                  <a:pos x="34" y="13"/>
                </a:cxn>
                <a:cxn ang="0">
                  <a:pos x="35" y="11"/>
                </a:cxn>
                <a:cxn ang="0">
                  <a:pos x="32" y="9"/>
                </a:cxn>
                <a:cxn ang="0">
                  <a:pos x="29" y="4"/>
                </a:cxn>
                <a:cxn ang="0">
                  <a:pos x="27" y="5"/>
                </a:cxn>
                <a:cxn ang="0">
                  <a:pos x="15" y="15"/>
                </a:cxn>
                <a:cxn ang="0">
                  <a:pos x="17" y="19"/>
                </a:cxn>
                <a:cxn ang="0">
                  <a:pos x="12" y="24"/>
                </a:cxn>
                <a:cxn ang="0">
                  <a:pos x="7" y="28"/>
                </a:cxn>
                <a:cxn ang="0">
                  <a:pos x="0" y="34"/>
                </a:cxn>
                <a:cxn ang="0">
                  <a:pos x="4" y="37"/>
                </a:cxn>
                <a:cxn ang="0">
                  <a:pos x="8" y="36"/>
                </a:cxn>
                <a:cxn ang="0">
                  <a:pos x="11" y="39"/>
                </a:cxn>
                <a:cxn ang="0">
                  <a:pos x="21" y="40"/>
                </a:cxn>
                <a:cxn ang="0">
                  <a:pos x="27" y="38"/>
                </a:cxn>
                <a:cxn ang="0">
                  <a:pos x="42" y="47"/>
                </a:cxn>
                <a:cxn ang="0">
                  <a:pos x="44" y="57"/>
                </a:cxn>
                <a:cxn ang="0">
                  <a:pos x="50" y="63"/>
                </a:cxn>
                <a:cxn ang="0">
                  <a:pos x="49" y="71"/>
                </a:cxn>
                <a:cxn ang="0">
                  <a:pos x="53" y="82"/>
                </a:cxn>
                <a:cxn ang="0">
                  <a:pos x="61" y="89"/>
                </a:cxn>
                <a:cxn ang="0">
                  <a:pos x="76" y="98"/>
                </a:cxn>
                <a:cxn ang="0">
                  <a:pos x="83" y="102"/>
                </a:cxn>
                <a:cxn ang="0">
                  <a:pos x="88" y="96"/>
                </a:cxn>
                <a:cxn ang="0">
                  <a:pos x="92" y="87"/>
                </a:cxn>
                <a:cxn ang="0">
                  <a:pos x="92" y="79"/>
                </a:cxn>
                <a:cxn ang="0">
                  <a:pos x="96" y="74"/>
                </a:cxn>
                <a:cxn ang="0">
                  <a:pos x="97" y="66"/>
                </a:cxn>
                <a:cxn ang="0">
                  <a:pos x="88" y="63"/>
                </a:cxn>
                <a:cxn ang="0">
                  <a:pos x="77" y="60"/>
                </a:cxn>
                <a:cxn ang="0">
                  <a:pos x="73" y="58"/>
                </a:cxn>
                <a:cxn ang="0">
                  <a:pos x="63" y="34"/>
                </a:cxn>
                <a:cxn ang="0">
                  <a:pos x="60" y="26"/>
                </a:cxn>
                <a:cxn ang="0">
                  <a:pos x="59" y="17"/>
                </a:cxn>
                <a:cxn ang="0">
                  <a:pos x="56" y="10"/>
                </a:cxn>
                <a:cxn ang="0">
                  <a:pos x="54" y="5"/>
                </a:cxn>
                <a:cxn ang="0">
                  <a:pos x="50" y="3"/>
                </a:cxn>
                <a:cxn ang="0">
                  <a:pos x="49" y="1"/>
                </a:cxn>
                <a:cxn ang="0">
                  <a:pos x="45" y="3"/>
                </a:cxn>
                <a:cxn ang="0">
                  <a:pos x="36" y="4"/>
                </a:cxn>
              </a:cxnLst>
              <a:rect l="0" t="0" r="r" b="b"/>
              <a:pathLst>
                <a:path w="105" h="102">
                  <a:moveTo>
                    <a:pt x="36" y="4"/>
                  </a:moveTo>
                  <a:cubicBezTo>
                    <a:pt x="37" y="5"/>
                    <a:pt x="38" y="6"/>
                    <a:pt x="38" y="7"/>
                  </a:cubicBezTo>
                  <a:cubicBezTo>
                    <a:pt x="39" y="9"/>
                    <a:pt x="38" y="10"/>
                    <a:pt x="38" y="11"/>
                  </a:cubicBezTo>
                  <a:cubicBezTo>
                    <a:pt x="39" y="14"/>
                    <a:pt x="40" y="16"/>
                    <a:pt x="41" y="19"/>
                  </a:cubicBezTo>
                  <a:cubicBezTo>
                    <a:pt x="39" y="19"/>
                    <a:pt x="39" y="19"/>
                    <a:pt x="39" y="19"/>
                  </a:cubicBezTo>
                  <a:cubicBezTo>
                    <a:pt x="37" y="19"/>
                    <a:pt x="36" y="17"/>
                    <a:pt x="34" y="16"/>
                  </a:cubicBezTo>
                  <a:cubicBezTo>
                    <a:pt x="34" y="15"/>
                    <a:pt x="34" y="15"/>
                    <a:pt x="34" y="13"/>
                  </a:cubicBezTo>
                  <a:cubicBezTo>
                    <a:pt x="34" y="13"/>
                    <a:pt x="35" y="12"/>
                    <a:pt x="35" y="11"/>
                  </a:cubicBezTo>
                  <a:cubicBezTo>
                    <a:pt x="35" y="10"/>
                    <a:pt x="33" y="10"/>
                    <a:pt x="32" y="9"/>
                  </a:cubicBezTo>
                  <a:cubicBezTo>
                    <a:pt x="31" y="7"/>
                    <a:pt x="31" y="4"/>
                    <a:pt x="29" y="4"/>
                  </a:cubicBezTo>
                  <a:cubicBezTo>
                    <a:pt x="28" y="4"/>
                    <a:pt x="28" y="5"/>
                    <a:pt x="27" y="5"/>
                  </a:cubicBezTo>
                  <a:cubicBezTo>
                    <a:pt x="21" y="7"/>
                    <a:pt x="15" y="9"/>
                    <a:pt x="15" y="15"/>
                  </a:cubicBezTo>
                  <a:cubicBezTo>
                    <a:pt x="15" y="17"/>
                    <a:pt x="17" y="17"/>
                    <a:pt x="17" y="19"/>
                  </a:cubicBezTo>
                  <a:cubicBezTo>
                    <a:pt x="17" y="22"/>
                    <a:pt x="14" y="23"/>
                    <a:pt x="12" y="24"/>
                  </a:cubicBezTo>
                  <a:cubicBezTo>
                    <a:pt x="10" y="25"/>
                    <a:pt x="9" y="26"/>
                    <a:pt x="7" y="28"/>
                  </a:cubicBezTo>
                  <a:cubicBezTo>
                    <a:pt x="4" y="30"/>
                    <a:pt x="0" y="30"/>
                    <a:pt x="0" y="34"/>
                  </a:cubicBezTo>
                  <a:cubicBezTo>
                    <a:pt x="0" y="36"/>
                    <a:pt x="2" y="37"/>
                    <a:pt x="4" y="37"/>
                  </a:cubicBezTo>
                  <a:cubicBezTo>
                    <a:pt x="5" y="37"/>
                    <a:pt x="6" y="36"/>
                    <a:pt x="8" y="36"/>
                  </a:cubicBezTo>
                  <a:cubicBezTo>
                    <a:pt x="9" y="36"/>
                    <a:pt x="9" y="38"/>
                    <a:pt x="11" y="39"/>
                  </a:cubicBezTo>
                  <a:cubicBezTo>
                    <a:pt x="14" y="41"/>
                    <a:pt x="17" y="40"/>
                    <a:pt x="21" y="40"/>
                  </a:cubicBezTo>
                  <a:cubicBezTo>
                    <a:pt x="23" y="40"/>
                    <a:pt x="24" y="38"/>
                    <a:pt x="27" y="38"/>
                  </a:cubicBezTo>
                  <a:cubicBezTo>
                    <a:pt x="34" y="38"/>
                    <a:pt x="40" y="41"/>
                    <a:pt x="42" y="47"/>
                  </a:cubicBezTo>
                  <a:cubicBezTo>
                    <a:pt x="43" y="51"/>
                    <a:pt x="41" y="54"/>
                    <a:pt x="44" y="57"/>
                  </a:cubicBezTo>
                  <a:cubicBezTo>
                    <a:pt x="46" y="60"/>
                    <a:pt x="50" y="60"/>
                    <a:pt x="50" y="63"/>
                  </a:cubicBezTo>
                  <a:cubicBezTo>
                    <a:pt x="49" y="71"/>
                    <a:pt x="49" y="71"/>
                    <a:pt x="49" y="71"/>
                  </a:cubicBezTo>
                  <a:cubicBezTo>
                    <a:pt x="51" y="75"/>
                    <a:pt x="51" y="78"/>
                    <a:pt x="53" y="82"/>
                  </a:cubicBezTo>
                  <a:cubicBezTo>
                    <a:pt x="55" y="86"/>
                    <a:pt x="58" y="87"/>
                    <a:pt x="61" y="89"/>
                  </a:cubicBezTo>
                  <a:cubicBezTo>
                    <a:pt x="67" y="93"/>
                    <a:pt x="70" y="97"/>
                    <a:pt x="76" y="98"/>
                  </a:cubicBezTo>
                  <a:cubicBezTo>
                    <a:pt x="79" y="99"/>
                    <a:pt x="80" y="102"/>
                    <a:pt x="83" y="102"/>
                  </a:cubicBezTo>
                  <a:cubicBezTo>
                    <a:pt x="86" y="102"/>
                    <a:pt x="87" y="99"/>
                    <a:pt x="88" y="96"/>
                  </a:cubicBezTo>
                  <a:cubicBezTo>
                    <a:pt x="90" y="93"/>
                    <a:pt x="92" y="91"/>
                    <a:pt x="92" y="87"/>
                  </a:cubicBezTo>
                  <a:cubicBezTo>
                    <a:pt x="92" y="79"/>
                    <a:pt x="92" y="79"/>
                    <a:pt x="92" y="79"/>
                  </a:cubicBezTo>
                  <a:cubicBezTo>
                    <a:pt x="92" y="76"/>
                    <a:pt x="94" y="76"/>
                    <a:pt x="96" y="74"/>
                  </a:cubicBezTo>
                  <a:cubicBezTo>
                    <a:pt x="99" y="70"/>
                    <a:pt x="105" y="66"/>
                    <a:pt x="97" y="66"/>
                  </a:cubicBezTo>
                  <a:cubicBezTo>
                    <a:pt x="94" y="66"/>
                    <a:pt x="92" y="63"/>
                    <a:pt x="88" y="63"/>
                  </a:cubicBezTo>
                  <a:cubicBezTo>
                    <a:pt x="84" y="62"/>
                    <a:pt x="81" y="62"/>
                    <a:pt x="77" y="60"/>
                  </a:cubicBezTo>
                  <a:cubicBezTo>
                    <a:pt x="75" y="60"/>
                    <a:pt x="74" y="60"/>
                    <a:pt x="73" y="58"/>
                  </a:cubicBezTo>
                  <a:cubicBezTo>
                    <a:pt x="67" y="50"/>
                    <a:pt x="67" y="44"/>
                    <a:pt x="63" y="34"/>
                  </a:cubicBezTo>
                  <a:cubicBezTo>
                    <a:pt x="62" y="31"/>
                    <a:pt x="61" y="29"/>
                    <a:pt x="60" y="26"/>
                  </a:cubicBezTo>
                  <a:cubicBezTo>
                    <a:pt x="58" y="23"/>
                    <a:pt x="59" y="20"/>
                    <a:pt x="59" y="17"/>
                  </a:cubicBezTo>
                  <a:cubicBezTo>
                    <a:pt x="58" y="14"/>
                    <a:pt x="57" y="13"/>
                    <a:pt x="56" y="10"/>
                  </a:cubicBezTo>
                  <a:cubicBezTo>
                    <a:pt x="55" y="8"/>
                    <a:pt x="55" y="7"/>
                    <a:pt x="54" y="5"/>
                  </a:cubicBezTo>
                  <a:cubicBezTo>
                    <a:pt x="53" y="4"/>
                    <a:pt x="51" y="4"/>
                    <a:pt x="50" y="3"/>
                  </a:cubicBezTo>
                  <a:cubicBezTo>
                    <a:pt x="49" y="2"/>
                    <a:pt x="50" y="1"/>
                    <a:pt x="49" y="1"/>
                  </a:cubicBezTo>
                  <a:cubicBezTo>
                    <a:pt x="48" y="0"/>
                    <a:pt x="47" y="2"/>
                    <a:pt x="45" y="3"/>
                  </a:cubicBezTo>
                  <a:cubicBezTo>
                    <a:pt x="43" y="5"/>
                    <a:pt x="40" y="4"/>
                    <a:pt x="36" y="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5"/>
            <p:cNvSpPr>
              <a:spLocks/>
            </p:cNvSpPr>
            <p:nvPr/>
          </p:nvSpPr>
          <p:spPr bwMode="auto">
            <a:xfrm>
              <a:off x="2797175" y="2825750"/>
              <a:ext cx="119063" cy="133350"/>
            </a:xfrm>
            <a:custGeom>
              <a:avLst/>
              <a:gdLst/>
              <a:ahLst/>
              <a:cxnLst>
                <a:cxn ang="0">
                  <a:pos x="18" y="0"/>
                </a:cxn>
                <a:cxn ang="0">
                  <a:pos x="17" y="0"/>
                </a:cxn>
                <a:cxn ang="0">
                  <a:pos x="13" y="1"/>
                </a:cxn>
                <a:cxn ang="0">
                  <a:pos x="7" y="1"/>
                </a:cxn>
                <a:cxn ang="0">
                  <a:pos x="4" y="11"/>
                </a:cxn>
                <a:cxn ang="0">
                  <a:pos x="0" y="21"/>
                </a:cxn>
                <a:cxn ang="0">
                  <a:pos x="3" y="23"/>
                </a:cxn>
                <a:cxn ang="0">
                  <a:pos x="1" y="29"/>
                </a:cxn>
                <a:cxn ang="0">
                  <a:pos x="3" y="32"/>
                </a:cxn>
                <a:cxn ang="0">
                  <a:pos x="3" y="38"/>
                </a:cxn>
                <a:cxn ang="0">
                  <a:pos x="5" y="40"/>
                </a:cxn>
                <a:cxn ang="0">
                  <a:pos x="12" y="39"/>
                </a:cxn>
                <a:cxn ang="0">
                  <a:pos x="16" y="36"/>
                </a:cxn>
                <a:cxn ang="0">
                  <a:pos x="23" y="36"/>
                </a:cxn>
                <a:cxn ang="0">
                  <a:pos x="25" y="37"/>
                </a:cxn>
                <a:cxn ang="0">
                  <a:pos x="31" y="38"/>
                </a:cxn>
                <a:cxn ang="0">
                  <a:pos x="37" y="32"/>
                </a:cxn>
                <a:cxn ang="0">
                  <a:pos x="40" y="28"/>
                </a:cxn>
                <a:cxn ang="0">
                  <a:pos x="42" y="17"/>
                </a:cxn>
                <a:cxn ang="0">
                  <a:pos x="35" y="9"/>
                </a:cxn>
                <a:cxn ang="0">
                  <a:pos x="30" y="5"/>
                </a:cxn>
                <a:cxn ang="0">
                  <a:pos x="28" y="5"/>
                </a:cxn>
                <a:cxn ang="0">
                  <a:pos x="24" y="1"/>
                </a:cxn>
                <a:cxn ang="0">
                  <a:pos x="20" y="2"/>
                </a:cxn>
                <a:cxn ang="0">
                  <a:pos x="18" y="0"/>
                </a:cxn>
              </a:cxnLst>
              <a:rect l="0" t="0" r="r" b="b"/>
              <a:pathLst>
                <a:path w="42" h="47">
                  <a:moveTo>
                    <a:pt x="18" y="0"/>
                  </a:moveTo>
                  <a:cubicBezTo>
                    <a:pt x="18" y="0"/>
                    <a:pt x="18" y="0"/>
                    <a:pt x="17" y="0"/>
                  </a:cubicBezTo>
                  <a:cubicBezTo>
                    <a:pt x="16" y="0"/>
                    <a:pt x="15" y="1"/>
                    <a:pt x="13" y="1"/>
                  </a:cubicBezTo>
                  <a:cubicBezTo>
                    <a:pt x="7" y="1"/>
                    <a:pt x="7" y="1"/>
                    <a:pt x="7" y="1"/>
                  </a:cubicBezTo>
                  <a:cubicBezTo>
                    <a:pt x="3" y="1"/>
                    <a:pt x="6" y="8"/>
                    <a:pt x="4" y="11"/>
                  </a:cubicBezTo>
                  <a:cubicBezTo>
                    <a:pt x="1" y="15"/>
                    <a:pt x="2" y="17"/>
                    <a:pt x="0" y="21"/>
                  </a:cubicBezTo>
                  <a:cubicBezTo>
                    <a:pt x="1" y="21"/>
                    <a:pt x="3" y="22"/>
                    <a:pt x="3" y="23"/>
                  </a:cubicBezTo>
                  <a:cubicBezTo>
                    <a:pt x="3" y="25"/>
                    <a:pt x="1" y="26"/>
                    <a:pt x="1" y="29"/>
                  </a:cubicBezTo>
                  <a:cubicBezTo>
                    <a:pt x="1" y="30"/>
                    <a:pt x="2" y="31"/>
                    <a:pt x="3" y="32"/>
                  </a:cubicBezTo>
                  <a:cubicBezTo>
                    <a:pt x="3" y="34"/>
                    <a:pt x="3" y="36"/>
                    <a:pt x="3" y="38"/>
                  </a:cubicBezTo>
                  <a:cubicBezTo>
                    <a:pt x="3" y="39"/>
                    <a:pt x="4" y="40"/>
                    <a:pt x="5" y="40"/>
                  </a:cubicBezTo>
                  <a:cubicBezTo>
                    <a:pt x="7" y="40"/>
                    <a:pt x="9" y="39"/>
                    <a:pt x="12" y="39"/>
                  </a:cubicBezTo>
                  <a:cubicBezTo>
                    <a:pt x="13" y="38"/>
                    <a:pt x="15" y="38"/>
                    <a:pt x="16" y="36"/>
                  </a:cubicBezTo>
                  <a:cubicBezTo>
                    <a:pt x="19" y="29"/>
                    <a:pt x="16" y="30"/>
                    <a:pt x="23" y="36"/>
                  </a:cubicBezTo>
                  <a:cubicBezTo>
                    <a:pt x="24" y="37"/>
                    <a:pt x="25" y="37"/>
                    <a:pt x="25" y="37"/>
                  </a:cubicBezTo>
                  <a:cubicBezTo>
                    <a:pt x="27" y="47"/>
                    <a:pt x="26" y="40"/>
                    <a:pt x="31" y="38"/>
                  </a:cubicBezTo>
                  <a:cubicBezTo>
                    <a:pt x="34" y="37"/>
                    <a:pt x="37" y="36"/>
                    <a:pt x="37" y="32"/>
                  </a:cubicBezTo>
                  <a:cubicBezTo>
                    <a:pt x="37" y="30"/>
                    <a:pt x="39" y="30"/>
                    <a:pt x="40" y="28"/>
                  </a:cubicBezTo>
                  <a:cubicBezTo>
                    <a:pt x="42" y="24"/>
                    <a:pt x="42" y="22"/>
                    <a:pt x="42" y="17"/>
                  </a:cubicBezTo>
                  <a:cubicBezTo>
                    <a:pt x="42" y="13"/>
                    <a:pt x="38" y="12"/>
                    <a:pt x="35" y="9"/>
                  </a:cubicBezTo>
                  <a:cubicBezTo>
                    <a:pt x="33" y="8"/>
                    <a:pt x="33" y="5"/>
                    <a:pt x="30" y="5"/>
                  </a:cubicBezTo>
                  <a:cubicBezTo>
                    <a:pt x="29" y="5"/>
                    <a:pt x="29" y="5"/>
                    <a:pt x="28" y="5"/>
                  </a:cubicBezTo>
                  <a:cubicBezTo>
                    <a:pt x="27" y="3"/>
                    <a:pt x="26" y="1"/>
                    <a:pt x="24" y="1"/>
                  </a:cubicBezTo>
                  <a:cubicBezTo>
                    <a:pt x="22" y="1"/>
                    <a:pt x="21" y="2"/>
                    <a:pt x="20" y="2"/>
                  </a:cubicBezTo>
                  <a:cubicBezTo>
                    <a:pt x="20" y="2"/>
                    <a:pt x="19" y="0"/>
                    <a:pt x="18"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6"/>
            <p:cNvSpPr>
              <a:spLocks/>
            </p:cNvSpPr>
            <p:nvPr/>
          </p:nvSpPr>
          <p:spPr bwMode="auto">
            <a:xfrm>
              <a:off x="2238375" y="2449513"/>
              <a:ext cx="53975" cy="55563"/>
            </a:xfrm>
            <a:custGeom>
              <a:avLst/>
              <a:gdLst/>
              <a:ahLst/>
              <a:cxnLst>
                <a:cxn ang="0">
                  <a:pos x="2" y="4"/>
                </a:cxn>
                <a:cxn ang="0">
                  <a:pos x="1" y="4"/>
                </a:cxn>
                <a:cxn ang="0">
                  <a:pos x="0" y="8"/>
                </a:cxn>
                <a:cxn ang="0">
                  <a:pos x="3" y="12"/>
                </a:cxn>
                <a:cxn ang="0">
                  <a:pos x="6" y="20"/>
                </a:cxn>
                <a:cxn ang="0">
                  <a:pos x="11" y="15"/>
                </a:cxn>
                <a:cxn ang="0">
                  <a:pos x="15" y="17"/>
                </a:cxn>
                <a:cxn ang="0">
                  <a:pos x="19" y="7"/>
                </a:cxn>
                <a:cxn ang="0">
                  <a:pos x="15" y="3"/>
                </a:cxn>
                <a:cxn ang="0">
                  <a:pos x="13" y="0"/>
                </a:cxn>
                <a:cxn ang="0">
                  <a:pos x="8" y="4"/>
                </a:cxn>
                <a:cxn ang="0">
                  <a:pos x="2" y="4"/>
                </a:cxn>
              </a:cxnLst>
              <a:rect l="0" t="0" r="r" b="b"/>
              <a:pathLst>
                <a:path w="19" h="20">
                  <a:moveTo>
                    <a:pt x="2" y="4"/>
                  </a:moveTo>
                  <a:cubicBezTo>
                    <a:pt x="2" y="4"/>
                    <a:pt x="2" y="4"/>
                    <a:pt x="1" y="4"/>
                  </a:cubicBezTo>
                  <a:cubicBezTo>
                    <a:pt x="1" y="6"/>
                    <a:pt x="0" y="7"/>
                    <a:pt x="0" y="8"/>
                  </a:cubicBezTo>
                  <a:cubicBezTo>
                    <a:pt x="0" y="10"/>
                    <a:pt x="3" y="10"/>
                    <a:pt x="3" y="12"/>
                  </a:cubicBezTo>
                  <a:cubicBezTo>
                    <a:pt x="4" y="15"/>
                    <a:pt x="3" y="19"/>
                    <a:pt x="6" y="20"/>
                  </a:cubicBezTo>
                  <a:cubicBezTo>
                    <a:pt x="8" y="18"/>
                    <a:pt x="9" y="16"/>
                    <a:pt x="11" y="15"/>
                  </a:cubicBezTo>
                  <a:cubicBezTo>
                    <a:pt x="12" y="16"/>
                    <a:pt x="13" y="16"/>
                    <a:pt x="15" y="17"/>
                  </a:cubicBezTo>
                  <a:cubicBezTo>
                    <a:pt x="16" y="13"/>
                    <a:pt x="19" y="11"/>
                    <a:pt x="19" y="7"/>
                  </a:cubicBezTo>
                  <a:cubicBezTo>
                    <a:pt x="19" y="5"/>
                    <a:pt x="16" y="5"/>
                    <a:pt x="15" y="3"/>
                  </a:cubicBezTo>
                  <a:cubicBezTo>
                    <a:pt x="14" y="2"/>
                    <a:pt x="14" y="1"/>
                    <a:pt x="13" y="0"/>
                  </a:cubicBezTo>
                  <a:cubicBezTo>
                    <a:pt x="11" y="0"/>
                    <a:pt x="10" y="3"/>
                    <a:pt x="8" y="4"/>
                  </a:cubicBezTo>
                  <a:cubicBezTo>
                    <a:pt x="6" y="4"/>
                    <a:pt x="5" y="4"/>
                    <a:pt x="2" y="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7"/>
            <p:cNvSpPr>
              <a:spLocks/>
            </p:cNvSpPr>
            <p:nvPr/>
          </p:nvSpPr>
          <p:spPr bwMode="auto">
            <a:xfrm>
              <a:off x="2266950" y="2392363"/>
              <a:ext cx="84138" cy="57150"/>
            </a:xfrm>
            <a:custGeom>
              <a:avLst/>
              <a:gdLst/>
              <a:ahLst/>
              <a:cxnLst>
                <a:cxn ang="0">
                  <a:pos x="8" y="0"/>
                </a:cxn>
                <a:cxn ang="0">
                  <a:pos x="7" y="0"/>
                </a:cxn>
                <a:cxn ang="0">
                  <a:pos x="4" y="6"/>
                </a:cxn>
                <a:cxn ang="0">
                  <a:pos x="0" y="11"/>
                </a:cxn>
                <a:cxn ang="0">
                  <a:pos x="2" y="13"/>
                </a:cxn>
                <a:cxn ang="0">
                  <a:pos x="5" y="15"/>
                </a:cxn>
                <a:cxn ang="0">
                  <a:pos x="18" y="14"/>
                </a:cxn>
                <a:cxn ang="0">
                  <a:pos x="26" y="17"/>
                </a:cxn>
                <a:cxn ang="0">
                  <a:pos x="29" y="20"/>
                </a:cxn>
                <a:cxn ang="0">
                  <a:pos x="30" y="15"/>
                </a:cxn>
                <a:cxn ang="0">
                  <a:pos x="25" y="9"/>
                </a:cxn>
                <a:cxn ang="0">
                  <a:pos x="21" y="11"/>
                </a:cxn>
                <a:cxn ang="0">
                  <a:pos x="15" y="5"/>
                </a:cxn>
                <a:cxn ang="0">
                  <a:pos x="14" y="1"/>
                </a:cxn>
                <a:cxn ang="0">
                  <a:pos x="8" y="0"/>
                </a:cxn>
              </a:cxnLst>
              <a:rect l="0" t="0" r="r" b="b"/>
              <a:pathLst>
                <a:path w="30" h="20">
                  <a:moveTo>
                    <a:pt x="8" y="0"/>
                  </a:moveTo>
                  <a:cubicBezTo>
                    <a:pt x="8" y="0"/>
                    <a:pt x="8" y="0"/>
                    <a:pt x="7" y="0"/>
                  </a:cubicBezTo>
                  <a:cubicBezTo>
                    <a:pt x="5" y="0"/>
                    <a:pt x="5" y="4"/>
                    <a:pt x="4" y="6"/>
                  </a:cubicBezTo>
                  <a:cubicBezTo>
                    <a:pt x="3" y="8"/>
                    <a:pt x="0" y="8"/>
                    <a:pt x="0" y="11"/>
                  </a:cubicBezTo>
                  <a:cubicBezTo>
                    <a:pt x="0" y="12"/>
                    <a:pt x="1" y="12"/>
                    <a:pt x="2" y="13"/>
                  </a:cubicBezTo>
                  <a:cubicBezTo>
                    <a:pt x="3" y="14"/>
                    <a:pt x="3" y="15"/>
                    <a:pt x="5" y="15"/>
                  </a:cubicBezTo>
                  <a:cubicBezTo>
                    <a:pt x="10" y="15"/>
                    <a:pt x="13" y="14"/>
                    <a:pt x="18" y="14"/>
                  </a:cubicBezTo>
                  <a:cubicBezTo>
                    <a:pt x="21" y="14"/>
                    <a:pt x="24" y="14"/>
                    <a:pt x="26" y="17"/>
                  </a:cubicBezTo>
                  <a:cubicBezTo>
                    <a:pt x="27" y="18"/>
                    <a:pt x="27" y="19"/>
                    <a:pt x="29" y="20"/>
                  </a:cubicBezTo>
                  <a:cubicBezTo>
                    <a:pt x="30" y="19"/>
                    <a:pt x="30" y="17"/>
                    <a:pt x="30" y="15"/>
                  </a:cubicBezTo>
                  <a:cubicBezTo>
                    <a:pt x="30" y="12"/>
                    <a:pt x="27" y="11"/>
                    <a:pt x="25" y="9"/>
                  </a:cubicBezTo>
                  <a:cubicBezTo>
                    <a:pt x="24" y="10"/>
                    <a:pt x="23" y="11"/>
                    <a:pt x="21" y="11"/>
                  </a:cubicBezTo>
                  <a:cubicBezTo>
                    <a:pt x="20" y="8"/>
                    <a:pt x="18" y="7"/>
                    <a:pt x="15" y="5"/>
                  </a:cubicBezTo>
                  <a:cubicBezTo>
                    <a:pt x="14" y="4"/>
                    <a:pt x="15" y="2"/>
                    <a:pt x="14" y="1"/>
                  </a:cubicBezTo>
                  <a:cubicBezTo>
                    <a:pt x="13" y="0"/>
                    <a:pt x="10" y="0"/>
                    <a:pt x="8"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8"/>
            <p:cNvSpPr>
              <a:spLocks/>
            </p:cNvSpPr>
            <p:nvPr/>
          </p:nvSpPr>
          <p:spPr bwMode="auto">
            <a:xfrm>
              <a:off x="2235200" y="2184400"/>
              <a:ext cx="69850" cy="68263"/>
            </a:xfrm>
            <a:custGeom>
              <a:avLst/>
              <a:gdLst/>
              <a:ahLst/>
              <a:cxnLst>
                <a:cxn ang="0">
                  <a:pos x="8" y="3"/>
                </a:cxn>
                <a:cxn ang="0">
                  <a:pos x="5" y="6"/>
                </a:cxn>
                <a:cxn ang="0">
                  <a:pos x="0" y="9"/>
                </a:cxn>
                <a:cxn ang="0">
                  <a:pos x="0" y="14"/>
                </a:cxn>
                <a:cxn ang="0">
                  <a:pos x="3" y="14"/>
                </a:cxn>
                <a:cxn ang="0">
                  <a:pos x="11" y="12"/>
                </a:cxn>
                <a:cxn ang="0">
                  <a:pos x="10" y="16"/>
                </a:cxn>
                <a:cxn ang="0">
                  <a:pos x="19" y="24"/>
                </a:cxn>
                <a:cxn ang="0">
                  <a:pos x="22" y="19"/>
                </a:cxn>
                <a:cxn ang="0">
                  <a:pos x="24" y="15"/>
                </a:cxn>
                <a:cxn ang="0">
                  <a:pos x="24" y="9"/>
                </a:cxn>
                <a:cxn ang="0">
                  <a:pos x="19" y="3"/>
                </a:cxn>
                <a:cxn ang="0">
                  <a:pos x="20" y="1"/>
                </a:cxn>
                <a:cxn ang="0">
                  <a:pos x="19" y="0"/>
                </a:cxn>
                <a:cxn ang="0">
                  <a:pos x="15" y="3"/>
                </a:cxn>
                <a:cxn ang="0">
                  <a:pos x="12" y="3"/>
                </a:cxn>
                <a:cxn ang="0">
                  <a:pos x="8" y="3"/>
                </a:cxn>
              </a:cxnLst>
              <a:rect l="0" t="0" r="r" b="b"/>
              <a:pathLst>
                <a:path w="25" h="24">
                  <a:moveTo>
                    <a:pt x="8" y="3"/>
                  </a:moveTo>
                  <a:cubicBezTo>
                    <a:pt x="6" y="4"/>
                    <a:pt x="6" y="5"/>
                    <a:pt x="5" y="6"/>
                  </a:cubicBezTo>
                  <a:cubicBezTo>
                    <a:pt x="3" y="7"/>
                    <a:pt x="0" y="7"/>
                    <a:pt x="0" y="9"/>
                  </a:cubicBezTo>
                  <a:cubicBezTo>
                    <a:pt x="0" y="11"/>
                    <a:pt x="0" y="12"/>
                    <a:pt x="0" y="14"/>
                  </a:cubicBezTo>
                  <a:cubicBezTo>
                    <a:pt x="1" y="14"/>
                    <a:pt x="2" y="14"/>
                    <a:pt x="3" y="14"/>
                  </a:cubicBezTo>
                  <a:cubicBezTo>
                    <a:pt x="6" y="14"/>
                    <a:pt x="8" y="12"/>
                    <a:pt x="11" y="12"/>
                  </a:cubicBezTo>
                  <a:cubicBezTo>
                    <a:pt x="15" y="12"/>
                    <a:pt x="12" y="13"/>
                    <a:pt x="10" y="16"/>
                  </a:cubicBezTo>
                  <a:cubicBezTo>
                    <a:pt x="15" y="18"/>
                    <a:pt x="14" y="24"/>
                    <a:pt x="19" y="24"/>
                  </a:cubicBezTo>
                  <a:cubicBezTo>
                    <a:pt x="21" y="24"/>
                    <a:pt x="21" y="21"/>
                    <a:pt x="22" y="19"/>
                  </a:cubicBezTo>
                  <a:cubicBezTo>
                    <a:pt x="23" y="18"/>
                    <a:pt x="24" y="17"/>
                    <a:pt x="24" y="15"/>
                  </a:cubicBezTo>
                  <a:cubicBezTo>
                    <a:pt x="24" y="13"/>
                    <a:pt x="25" y="11"/>
                    <a:pt x="24" y="9"/>
                  </a:cubicBezTo>
                  <a:cubicBezTo>
                    <a:pt x="23" y="6"/>
                    <a:pt x="19" y="6"/>
                    <a:pt x="19" y="3"/>
                  </a:cubicBezTo>
                  <a:cubicBezTo>
                    <a:pt x="19" y="2"/>
                    <a:pt x="20" y="2"/>
                    <a:pt x="20" y="1"/>
                  </a:cubicBezTo>
                  <a:cubicBezTo>
                    <a:pt x="19" y="1"/>
                    <a:pt x="19" y="0"/>
                    <a:pt x="19" y="0"/>
                  </a:cubicBezTo>
                  <a:cubicBezTo>
                    <a:pt x="17" y="0"/>
                    <a:pt x="17" y="3"/>
                    <a:pt x="15" y="3"/>
                  </a:cubicBezTo>
                  <a:cubicBezTo>
                    <a:pt x="12" y="3"/>
                    <a:pt x="12" y="3"/>
                    <a:pt x="12" y="3"/>
                  </a:cubicBezTo>
                  <a:cubicBezTo>
                    <a:pt x="12" y="1"/>
                    <a:pt x="9" y="2"/>
                    <a:pt x="8"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9"/>
            <p:cNvSpPr>
              <a:spLocks/>
            </p:cNvSpPr>
            <p:nvPr/>
          </p:nvSpPr>
          <p:spPr bwMode="auto">
            <a:xfrm>
              <a:off x="2212975" y="2228850"/>
              <a:ext cx="22225" cy="28575"/>
            </a:xfrm>
            <a:custGeom>
              <a:avLst/>
              <a:gdLst/>
              <a:ahLst/>
              <a:cxnLst>
                <a:cxn ang="0">
                  <a:pos x="0" y="0"/>
                </a:cxn>
                <a:cxn ang="0">
                  <a:pos x="0" y="3"/>
                </a:cxn>
                <a:cxn ang="0">
                  <a:pos x="2" y="10"/>
                </a:cxn>
                <a:cxn ang="0">
                  <a:pos x="5" y="10"/>
                </a:cxn>
                <a:cxn ang="0">
                  <a:pos x="6" y="9"/>
                </a:cxn>
                <a:cxn ang="0">
                  <a:pos x="8" y="7"/>
                </a:cxn>
                <a:cxn ang="0">
                  <a:pos x="4" y="5"/>
                </a:cxn>
                <a:cxn ang="0">
                  <a:pos x="0" y="0"/>
                </a:cxn>
              </a:cxnLst>
              <a:rect l="0" t="0" r="r" b="b"/>
              <a:pathLst>
                <a:path w="8" h="10">
                  <a:moveTo>
                    <a:pt x="0" y="0"/>
                  </a:moveTo>
                  <a:cubicBezTo>
                    <a:pt x="0" y="1"/>
                    <a:pt x="0" y="2"/>
                    <a:pt x="0" y="3"/>
                  </a:cubicBezTo>
                  <a:cubicBezTo>
                    <a:pt x="0" y="6"/>
                    <a:pt x="2" y="7"/>
                    <a:pt x="2" y="10"/>
                  </a:cubicBezTo>
                  <a:cubicBezTo>
                    <a:pt x="3" y="10"/>
                    <a:pt x="4" y="10"/>
                    <a:pt x="5" y="10"/>
                  </a:cubicBezTo>
                  <a:cubicBezTo>
                    <a:pt x="5" y="10"/>
                    <a:pt x="5" y="10"/>
                    <a:pt x="6" y="9"/>
                  </a:cubicBezTo>
                  <a:cubicBezTo>
                    <a:pt x="7" y="8"/>
                    <a:pt x="8" y="8"/>
                    <a:pt x="8" y="7"/>
                  </a:cubicBezTo>
                  <a:cubicBezTo>
                    <a:pt x="8" y="5"/>
                    <a:pt x="6" y="5"/>
                    <a:pt x="4" y="5"/>
                  </a:cubicBezTo>
                  <a:cubicBezTo>
                    <a:pt x="4" y="2"/>
                    <a:pt x="3" y="1"/>
                    <a:pt x="0"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20"/>
            <p:cNvSpPr>
              <a:spLocks/>
            </p:cNvSpPr>
            <p:nvPr/>
          </p:nvSpPr>
          <p:spPr bwMode="auto">
            <a:xfrm>
              <a:off x="2179638" y="2190750"/>
              <a:ext cx="36513" cy="36513"/>
            </a:xfrm>
            <a:custGeom>
              <a:avLst/>
              <a:gdLst/>
              <a:ahLst/>
              <a:cxnLst>
                <a:cxn ang="0">
                  <a:pos x="11" y="1"/>
                </a:cxn>
                <a:cxn ang="0">
                  <a:pos x="11" y="2"/>
                </a:cxn>
                <a:cxn ang="0">
                  <a:pos x="9" y="4"/>
                </a:cxn>
                <a:cxn ang="0">
                  <a:pos x="6" y="1"/>
                </a:cxn>
                <a:cxn ang="0">
                  <a:pos x="4" y="3"/>
                </a:cxn>
                <a:cxn ang="0">
                  <a:pos x="0" y="8"/>
                </a:cxn>
                <a:cxn ang="0">
                  <a:pos x="7" y="13"/>
                </a:cxn>
                <a:cxn ang="0">
                  <a:pos x="10" y="10"/>
                </a:cxn>
                <a:cxn ang="0">
                  <a:pos x="13" y="4"/>
                </a:cxn>
                <a:cxn ang="0">
                  <a:pos x="13" y="1"/>
                </a:cxn>
                <a:cxn ang="0">
                  <a:pos x="11" y="1"/>
                </a:cxn>
              </a:cxnLst>
              <a:rect l="0" t="0" r="r" b="b"/>
              <a:pathLst>
                <a:path w="13" h="13">
                  <a:moveTo>
                    <a:pt x="11" y="1"/>
                  </a:moveTo>
                  <a:cubicBezTo>
                    <a:pt x="11" y="1"/>
                    <a:pt x="11" y="1"/>
                    <a:pt x="11" y="2"/>
                  </a:cubicBezTo>
                  <a:cubicBezTo>
                    <a:pt x="11" y="3"/>
                    <a:pt x="10" y="4"/>
                    <a:pt x="9" y="4"/>
                  </a:cubicBezTo>
                  <a:cubicBezTo>
                    <a:pt x="8" y="4"/>
                    <a:pt x="8" y="1"/>
                    <a:pt x="6" y="1"/>
                  </a:cubicBezTo>
                  <a:cubicBezTo>
                    <a:pt x="5" y="1"/>
                    <a:pt x="5" y="2"/>
                    <a:pt x="4" y="3"/>
                  </a:cubicBezTo>
                  <a:cubicBezTo>
                    <a:pt x="2" y="5"/>
                    <a:pt x="1" y="6"/>
                    <a:pt x="0" y="8"/>
                  </a:cubicBezTo>
                  <a:cubicBezTo>
                    <a:pt x="2" y="10"/>
                    <a:pt x="3" y="13"/>
                    <a:pt x="7" y="13"/>
                  </a:cubicBezTo>
                  <a:cubicBezTo>
                    <a:pt x="8" y="13"/>
                    <a:pt x="9" y="11"/>
                    <a:pt x="10" y="10"/>
                  </a:cubicBezTo>
                  <a:cubicBezTo>
                    <a:pt x="12" y="8"/>
                    <a:pt x="13" y="6"/>
                    <a:pt x="13" y="4"/>
                  </a:cubicBezTo>
                  <a:cubicBezTo>
                    <a:pt x="13" y="1"/>
                    <a:pt x="13" y="1"/>
                    <a:pt x="13" y="1"/>
                  </a:cubicBezTo>
                  <a:cubicBezTo>
                    <a:pt x="13" y="1"/>
                    <a:pt x="12" y="0"/>
                    <a:pt x="11"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21"/>
            <p:cNvSpPr>
              <a:spLocks/>
            </p:cNvSpPr>
            <p:nvPr/>
          </p:nvSpPr>
          <p:spPr bwMode="auto">
            <a:xfrm>
              <a:off x="2074863" y="2201863"/>
              <a:ext cx="22225" cy="22225"/>
            </a:xfrm>
            <a:custGeom>
              <a:avLst/>
              <a:gdLst/>
              <a:ahLst/>
              <a:cxnLst>
                <a:cxn ang="0">
                  <a:pos x="4" y="0"/>
                </a:cxn>
                <a:cxn ang="0">
                  <a:pos x="3" y="0"/>
                </a:cxn>
                <a:cxn ang="0">
                  <a:pos x="0" y="5"/>
                </a:cxn>
                <a:cxn ang="0">
                  <a:pos x="8" y="8"/>
                </a:cxn>
                <a:cxn ang="0">
                  <a:pos x="8" y="7"/>
                </a:cxn>
                <a:cxn ang="0">
                  <a:pos x="6" y="4"/>
                </a:cxn>
                <a:cxn ang="0">
                  <a:pos x="4" y="0"/>
                </a:cxn>
              </a:cxnLst>
              <a:rect l="0" t="0" r="r" b="b"/>
              <a:pathLst>
                <a:path w="8" h="8">
                  <a:moveTo>
                    <a:pt x="4" y="0"/>
                  </a:moveTo>
                  <a:cubicBezTo>
                    <a:pt x="3" y="0"/>
                    <a:pt x="3" y="0"/>
                    <a:pt x="3" y="0"/>
                  </a:cubicBezTo>
                  <a:cubicBezTo>
                    <a:pt x="2" y="2"/>
                    <a:pt x="2" y="4"/>
                    <a:pt x="0" y="5"/>
                  </a:cubicBezTo>
                  <a:cubicBezTo>
                    <a:pt x="3" y="6"/>
                    <a:pt x="5" y="7"/>
                    <a:pt x="8" y="8"/>
                  </a:cubicBezTo>
                  <a:cubicBezTo>
                    <a:pt x="8" y="8"/>
                    <a:pt x="8" y="8"/>
                    <a:pt x="8" y="7"/>
                  </a:cubicBezTo>
                  <a:cubicBezTo>
                    <a:pt x="8" y="6"/>
                    <a:pt x="7" y="5"/>
                    <a:pt x="6" y="4"/>
                  </a:cubicBezTo>
                  <a:cubicBezTo>
                    <a:pt x="5" y="3"/>
                    <a:pt x="5" y="2"/>
                    <a:pt x="4"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22"/>
            <p:cNvSpPr>
              <a:spLocks/>
            </p:cNvSpPr>
            <p:nvPr/>
          </p:nvSpPr>
          <p:spPr bwMode="auto">
            <a:xfrm>
              <a:off x="2084388" y="2243138"/>
              <a:ext cx="26988" cy="31750"/>
            </a:xfrm>
            <a:custGeom>
              <a:avLst/>
              <a:gdLst/>
              <a:ahLst/>
              <a:cxnLst>
                <a:cxn ang="0">
                  <a:pos x="0" y="0"/>
                </a:cxn>
                <a:cxn ang="0">
                  <a:pos x="0" y="2"/>
                </a:cxn>
                <a:cxn ang="0">
                  <a:pos x="1" y="10"/>
                </a:cxn>
                <a:cxn ang="0">
                  <a:pos x="3" y="11"/>
                </a:cxn>
                <a:cxn ang="0">
                  <a:pos x="6" y="10"/>
                </a:cxn>
                <a:cxn ang="0">
                  <a:pos x="9" y="11"/>
                </a:cxn>
                <a:cxn ang="0">
                  <a:pos x="10" y="10"/>
                </a:cxn>
                <a:cxn ang="0">
                  <a:pos x="7" y="5"/>
                </a:cxn>
                <a:cxn ang="0">
                  <a:pos x="0" y="0"/>
                </a:cxn>
              </a:cxnLst>
              <a:rect l="0" t="0" r="r" b="b"/>
              <a:pathLst>
                <a:path w="10" h="11">
                  <a:moveTo>
                    <a:pt x="0" y="0"/>
                  </a:moveTo>
                  <a:cubicBezTo>
                    <a:pt x="0" y="0"/>
                    <a:pt x="0" y="1"/>
                    <a:pt x="0" y="2"/>
                  </a:cubicBezTo>
                  <a:cubicBezTo>
                    <a:pt x="0" y="5"/>
                    <a:pt x="0" y="7"/>
                    <a:pt x="1" y="10"/>
                  </a:cubicBezTo>
                  <a:cubicBezTo>
                    <a:pt x="2" y="10"/>
                    <a:pt x="2" y="11"/>
                    <a:pt x="3" y="11"/>
                  </a:cubicBezTo>
                  <a:cubicBezTo>
                    <a:pt x="4" y="11"/>
                    <a:pt x="5" y="10"/>
                    <a:pt x="6" y="10"/>
                  </a:cubicBezTo>
                  <a:cubicBezTo>
                    <a:pt x="7" y="10"/>
                    <a:pt x="8" y="11"/>
                    <a:pt x="9" y="11"/>
                  </a:cubicBezTo>
                  <a:cubicBezTo>
                    <a:pt x="9" y="11"/>
                    <a:pt x="10" y="10"/>
                    <a:pt x="10" y="10"/>
                  </a:cubicBezTo>
                  <a:cubicBezTo>
                    <a:pt x="10" y="8"/>
                    <a:pt x="8" y="7"/>
                    <a:pt x="7" y="5"/>
                  </a:cubicBezTo>
                  <a:cubicBezTo>
                    <a:pt x="5" y="2"/>
                    <a:pt x="3" y="0"/>
                    <a:pt x="0"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23"/>
            <p:cNvSpPr>
              <a:spLocks/>
            </p:cNvSpPr>
            <p:nvPr/>
          </p:nvSpPr>
          <p:spPr bwMode="auto">
            <a:xfrm>
              <a:off x="1925638" y="2201863"/>
              <a:ext cx="104775" cy="73025"/>
            </a:xfrm>
            <a:custGeom>
              <a:avLst/>
              <a:gdLst/>
              <a:ahLst/>
              <a:cxnLst>
                <a:cxn ang="0">
                  <a:pos x="14" y="8"/>
                </a:cxn>
                <a:cxn ang="0">
                  <a:pos x="5" y="0"/>
                </a:cxn>
                <a:cxn ang="0">
                  <a:pos x="3" y="0"/>
                </a:cxn>
                <a:cxn ang="0">
                  <a:pos x="3" y="3"/>
                </a:cxn>
                <a:cxn ang="0">
                  <a:pos x="5" y="8"/>
                </a:cxn>
                <a:cxn ang="0">
                  <a:pos x="0" y="14"/>
                </a:cxn>
                <a:cxn ang="0">
                  <a:pos x="9" y="20"/>
                </a:cxn>
                <a:cxn ang="0">
                  <a:pos x="21" y="19"/>
                </a:cxn>
                <a:cxn ang="0">
                  <a:pos x="28" y="21"/>
                </a:cxn>
                <a:cxn ang="0">
                  <a:pos x="32" y="26"/>
                </a:cxn>
                <a:cxn ang="0">
                  <a:pos x="37" y="22"/>
                </a:cxn>
                <a:cxn ang="0">
                  <a:pos x="28" y="13"/>
                </a:cxn>
                <a:cxn ang="0">
                  <a:pos x="21" y="9"/>
                </a:cxn>
                <a:cxn ang="0">
                  <a:pos x="18" y="7"/>
                </a:cxn>
                <a:cxn ang="0">
                  <a:pos x="14" y="8"/>
                </a:cxn>
              </a:cxnLst>
              <a:rect l="0" t="0" r="r" b="b"/>
              <a:pathLst>
                <a:path w="37" h="26">
                  <a:moveTo>
                    <a:pt x="14" y="8"/>
                  </a:moveTo>
                  <a:cubicBezTo>
                    <a:pt x="9" y="8"/>
                    <a:pt x="10" y="0"/>
                    <a:pt x="5" y="0"/>
                  </a:cubicBezTo>
                  <a:cubicBezTo>
                    <a:pt x="3" y="0"/>
                    <a:pt x="3" y="0"/>
                    <a:pt x="3" y="0"/>
                  </a:cubicBezTo>
                  <a:cubicBezTo>
                    <a:pt x="3" y="1"/>
                    <a:pt x="3" y="2"/>
                    <a:pt x="3" y="3"/>
                  </a:cubicBezTo>
                  <a:cubicBezTo>
                    <a:pt x="3" y="5"/>
                    <a:pt x="5" y="6"/>
                    <a:pt x="5" y="8"/>
                  </a:cubicBezTo>
                  <a:cubicBezTo>
                    <a:pt x="5" y="11"/>
                    <a:pt x="0" y="11"/>
                    <a:pt x="0" y="14"/>
                  </a:cubicBezTo>
                  <a:cubicBezTo>
                    <a:pt x="0" y="18"/>
                    <a:pt x="5" y="20"/>
                    <a:pt x="9" y="20"/>
                  </a:cubicBezTo>
                  <a:cubicBezTo>
                    <a:pt x="14" y="20"/>
                    <a:pt x="16" y="19"/>
                    <a:pt x="21" y="19"/>
                  </a:cubicBezTo>
                  <a:cubicBezTo>
                    <a:pt x="23" y="19"/>
                    <a:pt x="25" y="19"/>
                    <a:pt x="28" y="21"/>
                  </a:cubicBezTo>
                  <a:cubicBezTo>
                    <a:pt x="30" y="22"/>
                    <a:pt x="30" y="26"/>
                    <a:pt x="32" y="26"/>
                  </a:cubicBezTo>
                  <a:cubicBezTo>
                    <a:pt x="35" y="26"/>
                    <a:pt x="37" y="24"/>
                    <a:pt x="37" y="22"/>
                  </a:cubicBezTo>
                  <a:cubicBezTo>
                    <a:pt x="37" y="17"/>
                    <a:pt x="31" y="17"/>
                    <a:pt x="28" y="13"/>
                  </a:cubicBezTo>
                  <a:cubicBezTo>
                    <a:pt x="26" y="11"/>
                    <a:pt x="24" y="9"/>
                    <a:pt x="21" y="9"/>
                  </a:cubicBezTo>
                  <a:cubicBezTo>
                    <a:pt x="20" y="8"/>
                    <a:pt x="20" y="7"/>
                    <a:pt x="18" y="7"/>
                  </a:cubicBezTo>
                  <a:cubicBezTo>
                    <a:pt x="16" y="7"/>
                    <a:pt x="16" y="8"/>
                    <a:pt x="14" y="8"/>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24"/>
            <p:cNvSpPr>
              <a:spLocks/>
            </p:cNvSpPr>
            <p:nvPr/>
          </p:nvSpPr>
          <p:spPr bwMode="auto">
            <a:xfrm>
              <a:off x="1954213" y="2192338"/>
              <a:ext cx="93663" cy="57150"/>
            </a:xfrm>
            <a:custGeom>
              <a:avLst/>
              <a:gdLst/>
              <a:ahLst/>
              <a:cxnLst>
                <a:cxn ang="0">
                  <a:pos x="9" y="0"/>
                </a:cxn>
                <a:cxn ang="0">
                  <a:pos x="7" y="3"/>
                </a:cxn>
                <a:cxn ang="0">
                  <a:pos x="4" y="10"/>
                </a:cxn>
                <a:cxn ang="0">
                  <a:pos x="9" y="9"/>
                </a:cxn>
                <a:cxn ang="0">
                  <a:pos x="19" y="14"/>
                </a:cxn>
                <a:cxn ang="0">
                  <a:pos x="21" y="17"/>
                </a:cxn>
                <a:cxn ang="0">
                  <a:pos x="31" y="20"/>
                </a:cxn>
                <a:cxn ang="0">
                  <a:pos x="33" y="17"/>
                </a:cxn>
                <a:cxn ang="0">
                  <a:pos x="30" y="13"/>
                </a:cxn>
                <a:cxn ang="0">
                  <a:pos x="25" y="8"/>
                </a:cxn>
                <a:cxn ang="0">
                  <a:pos x="15" y="2"/>
                </a:cxn>
                <a:cxn ang="0">
                  <a:pos x="13" y="2"/>
                </a:cxn>
                <a:cxn ang="0">
                  <a:pos x="9" y="0"/>
                </a:cxn>
              </a:cxnLst>
              <a:rect l="0" t="0" r="r" b="b"/>
              <a:pathLst>
                <a:path w="33" h="20">
                  <a:moveTo>
                    <a:pt x="9" y="0"/>
                  </a:moveTo>
                  <a:cubicBezTo>
                    <a:pt x="8" y="0"/>
                    <a:pt x="7" y="2"/>
                    <a:pt x="7" y="3"/>
                  </a:cubicBezTo>
                  <a:cubicBezTo>
                    <a:pt x="6" y="5"/>
                    <a:pt x="0" y="10"/>
                    <a:pt x="4" y="10"/>
                  </a:cubicBezTo>
                  <a:cubicBezTo>
                    <a:pt x="6" y="10"/>
                    <a:pt x="7" y="9"/>
                    <a:pt x="9" y="9"/>
                  </a:cubicBezTo>
                  <a:cubicBezTo>
                    <a:pt x="13" y="9"/>
                    <a:pt x="17" y="10"/>
                    <a:pt x="19" y="14"/>
                  </a:cubicBezTo>
                  <a:cubicBezTo>
                    <a:pt x="20" y="15"/>
                    <a:pt x="20" y="17"/>
                    <a:pt x="21" y="17"/>
                  </a:cubicBezTo>
                  <a:cubicBezTo>
                    <a:pt x="24" y="19"/>
                    <a:pt x="27" y="20"/>
                    <a:pt x="31" y="20"/>
                  </a:cubicBezTo>
                  <a:cubicBezTo>
                    <a:pt x="32" y="20"/>
                    <a:pt x="33" y="19"/>
                    <a:pt x="33" y="17"/>
                  </a:cubicBezTo>
                  <a:cubicBezTo>
                    <a:pt x="33" y="15"/>
                    <a:pt x="32" y="14"/>
                    <a:pt x="30" y="13"/>
                  </a:cubicBezTo>
                  <a:cubicBezTo>
                    <a:pt x="29" y="11"/>
                    <a:pt x="27" y="9"/>
                    <a:pt x="25" y="8"/>
                  </a:cubicBezTo>
                  <a:cubicBezTo>
                    <a:pt x="21" y="6"/>
                    <a:pt x="20" y="2"/>
                    <a:pt x="15" y="2"/>
                  </a:cubicBezTo>
                  <a:cubicBezTo>
                    <a:pt x="14" y="2"/>
                    <a:pt x="14" y="2"/>
                    <a:pt x="13" y="2"/>
                  </a:cubicBezTo>
                  <a:cubicBezTo>
                    <a:pt x="12" y="1"/>
                    <a:pt x="11" y="0"/>
                    <a:pt x="9"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25"/>
            <p:cNvSpPr>
              <a:spLocks/>
            </p:cNvSpPr>
            <p:nvPr/>
          </p:nvSpPr>
          <p:spPr bwMode="auto">
            <a:xfrm>
              <a:off x="1884363" y="2155825"/>
              <a:ext cx="44450" cy="79375"/>
            </a:xfrm>
            <a:custGeom>
              <a:avLst/>
              <a:gdLst/>
              <a:ahLst/>
              <a:cxnLst>
                <a:cxn ang="0">
                  <a:pos x="3" y="0"/>
                </a:cxn>
                <a:cxn ang="0">
                  <a:pos x="0" y="0"/>
                </a:cxn>
                <a:cxn ang="0">
                  <a:pos x="0" y="3"/>
                </a:cxn>
                <a:cxn ang="0">
                  <a:pos x="4" y="12"/>
                </a:cxn>
                <a:cxn ang="0">
                  <a:pos x="4" y="15"/>
                </a:cxn>
                <a:cxn ang="0">
                  <a:pos x="6" y="21"/>
                </a:cxn>
                <a:cxn ang="0">
                  <a:pos x="10" y="28"/>
                </a:cxn>
                <a:cxn ang="0">
                  <a:pos x="15" y="21"/>
                </a:cxn>
                <a:cxn ang="0">
                  <a:pos x="16" y="10"/>
                </a:cxn>
                <a:cxn ang="0">
                  <a:pos x="13" y="7"/>
                </a:cxn>
                <a:cxn ang="0">
                  <a:pos x="3" y="0"/>
                </a:cxn>
              </a:cxnLst>
              <a:rect l="0" t="0" r="r" b="b"/>
              <a:pathLst>
                <a:path w="16" h="28">
                  <a:moveTo>
                    <a:pt x="3" y="0"/>
                  </a:moveTo>
                  <a:cubicBezTo>
                    <a:pt x="0" y="0"/>
                    <a:pt x="0" y="0"/>
                    <a:pt x="0" y="0"/>
                  </a:cubicBezTo>
                  <a:cubicBezTo>
                    <a:pt x="0" y="3"/>
                    <a:pt x="0" y="3"/>
                    <a:pt x="0" y="3"/>
                  </a:cubicBezTo>
                  <a:cubicBezTo>
                    <a:pt x="0" y="7"/>
                    <a:pt x="4" y="8"/>
                    <a:pt x="4" y="12"/>
                  </a:cubicBezTo>
                  <a:cubicBezTo>
                    <a:pt x="4" y="13"/>
                    <a:pt x="4" y="14"/>
                    <a:pt x="4" y="15"/>
                  </a:cubicBezTo>
                  <a:cubicBezTo>
                    <a:pt x="4" y="17"/>
                    <a:pt x="5" y="18"/>
                    <a:pt x="6" y="21"/>
                  </a:cubicBezTo>
                  <a:cubicBezTo>
                    <a:pt x="7" y="24"/>
                    <a:pt x="7" y="28"/>
                    <a:pt x="10" y="28"/>
                  </a:cubicBezTo>
                  <a:cubicBezTo>
                    <a:pt x="13" y="28"/>
                    <a:pt x="15" y="24"/>
                    <a:pt x="15" y="21"/>
                  </a:cubicBezTo>
                  <a:cubicBezTo>
                    <a:pt x="16" y="17"/>
                    <a:pt x="16" y="15"/>
                    <a:pt x="16" y="10"/>
                  </a:cubicBezTo>
                  <a:cubicBezTo>
                    <a:pt x="16" y="9"/>
                    <a:pt x="14" y="8"/>
                    <a:pt x="13" y="7"/>
                  </a:cubicBezTo>
                  <a:cubicBezTo>
                    <a:pt x="10" y="3"/>
                    <a:pt x="8" y="0"/>
                    <a:pt x="3"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26"/>
            <p:cNvSpPr>
              <a:spLocks/>
            </p:cNvSpPr>
            <p:nvPr/>
          </p:nvSpPr>
          <p:spPr bwMode="auto">
            <a:xfrm>
              <a:off x="1847850" y="2119313"/>
              <a:ext cx="90488" cy="50800"/>
            </a:xfrm>
            <a:custGeom>
              <a:avLst/>
              <a:gdLst/>
              <a:ahLst/>
              <a:cxnLst>
                <a:cxn ang="0">
                  <a:pos x="16" y="3"/>
                </a:cxn>
                <a:cxn ang="0">
                  <a:pos x="10" y="3"/>
                </a:cxn>
                <a:cxn ang="0">
                  <a:pos x="1" y="0"/>
                </a:cxn>
                <a:cxn ang="0">
                  <a:pos x="0" y="1"/>
                </a:cxn>
                <a:cxn ang="0">
                  <a:pos x="4" y="4"/>
                </a:cxn>
                <a:cxn ang="0">
                  <a:pos x="16" y="9"/>
                </a:cxn>
                <a:cxn ang="0">
                  <a:pos x="26" y="14"/>
                </a:cxn>
                <a:cxn ang="0">
                  <a:pos x="31" y="18"/>
                </a:cxn>
                <a:cxn ang="0">
                  <a:pos x="32" y="15"/>
                </a:cxn>
                <a:cxn ang="0">
                  <a:pos x="31" y="9"/>
                </a:cxn>
                <a:cxn ang="0">
                  <a:pos x="29" y="5"/>
                </a:cxn>
                <a:cxn ang="0">
                  <a:pos x="25" y="4"/>
                </a:cxn>
                <a:cxn ang="0">
                  <a:pos x="20" y="2"/>
                </a:cxn>
                <a:cxn ang="0">
                  <a:pos x="16" y="3"/>
                </a:cxn>
              </a:cxnLst>
              <a:rect l="0" t="0" r="r" b="b"/>
              <a:pathLst>
                <a:path w="32" h="18">
                  <a:moveTo>
                    <a:pt x="16" y="3"/>
                  </a:moveTo>
                  <a:cubicBezTo>
                    <a:pt x="10" y="3"/>
                    <a:pt x="10" y="3"/>
                    <a:pt x="10" y="3"/>
                  </a:cubicBezTo>
                  <a:cubicBezTo>
                    <a:pt x="7" y="3"/>
                    <a:pt x="5" y="0"/>
                    <a:pt x="1" y="0"/>
                  </a:cubicBezTo>
                  <a:cubicBezTo>
                    <a:pt x="0" y="1"/>
                    <a:pt x="0" y="1"/>
                    <a:pt x="0" y="1"/>
                  </a:cubicBezTo>
                  <a:cubicBezTo>
                    <a:pt x="2" y="2"/>
                    <a:pt x="3" y="3"/>
                    <a:pt x="4" y="4"/>
                  </a:cubicBezTo>
                  <a:cubicBezTo>
                    <a:pt x="8" y="7"/>
                    <a:pt x="11" y="9"/>
                    <a:pt x="16" y="9"/>
                  </a:cubicBezTo>
                  <a:cubicBezTo>
                    <a:pt x="20" y="9"/>
                    <a:pt x="22" y="11"/>
                    <a:pt x="26" y="14"/>
                  </a:cubicBezTo>
                  <a:cubicBezTo>
                    <a:pt x="28" y="16"/>
                    <a:pt x="28" y="18"/>
                    <a:pt x="31" y="18"/>
                  </a:cubicBezTo>
                  <a:cubicBezTo>
                    <a:pt x="32" y="18"/>
                    <a:pt x="32" y="16"/>
                    <a:pt x="32" y="15"/>
                  </a:cubicBezTo>
                  <a:cubicBezTo>
                    <a:pt x="32" y="13"/>
                    <a:pt x="31" y="12"/>
                    <a:pt x="31" y="9"/>
                  </a:cubicBezTo>
                  <a:cubicBezTo>
                    <a:pt x="30" y="8"/>
                    <a:pt x="31" y="6"/>
                    <a:pt x="29" y="5"/>
                  </a:cubicBezTo>
                  <a:cubicBezTo>
                    <a:pt x="28" y="4"/>
                    <a:pt x="26" y="4"/>
                    <a:pt x="25" y="4"/>
                  </a:cubicBezTo>
                  <a:cubicBezTo>
                    <a:pt x="23" y="4"/>
                    <a:pt x="22" y="3"/>
                    <a:pt x="20" y="2"/>
                  </a:cubicBezTo>
                  <a:cubicBezTo>
                    <a:pt x="18" y="1"/>
                    <a:pt x="17" y="3"/>
                    <a:pt x="16"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27"/>
            <p:cNvSpPr>
              <a:spLocks/>
            </p:cNvSpPr>
            <p:nvPr/>
          </p:nvSpPr>
          <p:spPr bwMode="auto">
            <a:xfrm>
              <a:off x="1749425" y="2035175"/>
              <a:ext cx="61913" cy="65088"/>
            </a:xfrm>
            <a:custGeom>
              <a:avLst/>
              <a:gdLst/>
              <a:ahLst/>
              <a:cxnLst>
                <a:cxn ang="0">
                  <a:pos x="18" y="1"/>
                </a:cxn>
                <a:cxn ang="0">
                  <a:pos x="14" y="0"/>
                </a:cxn>
                <a:cxn ang="0">
                  <a:pos x="10" y="2"/>
                </a:cxn>
                <a:cxn ang="0">
                  <a:pos x="3" y="4"/>
                </a:cxn>
                <a:cxn ang="0">
                  <a:pos x="2" y="10"/>
                </a:cxn>
                <a:cxn ang="0">
                  <a:pos x="4" y="21"/>
                </a:cxn>
                <a:cxn ang="0">
                  <a:pos x="12" y="23"/>
                </a:cxn>
                <a:cxn ang="0">
                  <a:pos x="15" y="23"/>
                </a:cxn>
                <a:cxn ang="0">
                  <a:pos x="20" y="15"/>
                </a:cxn>
                <a:cxn ang="0">
                  <a:pos x="22" y="7"/>
                </a:cxn>
                <a:cxn ang="0">
                  <a:pos x="18" y="1"/>
                </a:cxn>
              </a:cxnLst>
              <a:rect l="0" t="0" r="r" b="b"/>
              <a:pathLst>
                <a:path w="22" h="23">
                  <a:moveTo>
                    <a:pt x="18" y="1"/>
                  </a:moveTo>
                  <a:cubicBezTo>
                    <a:pt x="16" y="1"/>
                    <a:pt x="16" y="0"/>
                    <a:pt x="14" y="0"/>
                  </a:cubicBezTo>
                  <a:cubicBezTo>
                    <a:pt x="12" y="0"/>
                    <a:pt x="12" y="2"/>
                    <a:pt x="10" y="2"/>
                  </a:cubicBezTo>
                  <a:cubicBezTo>
                    <a:pt x="7" y="3"/>
                    <a:pt x="6" y="3"/>
                    <a:pt x="3" y="4"/>
                  </a:cubicBezTo>
                  <a:cubicBezTo>
                    <a:pt x="0" y="4"/>
                    <a:pt x="2" y="8"/>
                    <a:pt x="2" y="10"/>
                  </a:cubicBezTo>
                  <a:cubicBezTo>
                    <a:pt x="2" y="14"/>
                    <a:pt x="1" y="17"/>
                    <a:pt x="4" y="21"/>
                  </a:cubicBezTo>
                  <a:cubicBezTo>
                    <a:pt x="6" y="23"/>
                    <a:pt x="9" y="23"/>
                    <a:pt x="12" y="23"/>
                  </a:cubicBezTo>
                  <a:cubicBezTo>
                    <a:pt x="13" y="23"/>
                    <a:pt x="14" y="23"/>
                    <a:pt x="15" y="23"/>
                  </a:cubicBezTo>
                  <a:cubicBezTo>
                    <a:pt x="19" y="23"/>
                    <a:pt x="20" y="18"/>
                    <a:pt x="20" y="15"/>
                  </a:cubicBezTo>
                  <a:cubicBezTo>
                    <a:pt x="21" y="11"/>
                    <a:pt x="22" y="10"/>
                    <a:pt x="22" y="7"/>
                  </a:cubicBezTo>
                  <a:cubicBezTo>
                    <a:pt x="22" y="4"/>
                    <a:pt x="20" y="2"/>
                    <a:pt x="18"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28"/>
            <p:cNvSpPr>
              <a:spLocks/>
            </p:cNvSpPr>
            <p:nvPr/>
          </p:nvSpPr>
          <p:spPr bwMode="auto">
            <a:xfrm>
              <a:off x="2873375" y="1674813"/>
              <a:ext cx="65088" cy="95250"/>
            </a:xfrm>
            <a:custGeom>
              <a:avLst/>
              <a:gdLst/>
              <a:ahLst/>
              <a:cxnLst>
                <a:cxn ang="0">
                  <a:pos x="13" y="0"/>
                </a:cxn>
                <a:cxn ang="0">
                  <a:pos x="6" y="7"/>
                </a:cxn>
                <a:cxn ang="0">
                  <a:pos x="0" y="13"/>
                </a:cxn>
                <a:cxn ang="0">
                  <a:pos x="9" y="27"/>
                </a:cxn>
                <a:cxn ang="0">
                  <a:pos x="8" y="30"/>
                </a:cxn>
                <a:cxn ang="0">
                  <a:pos x="14" y="34"/>
                </a:cxn>
                <a:cxn ang="0">
                  <a:pos x="20" y="28"/>
                </a:cxn>
                <a:cxn ang="0">
                  <a:pos x="22" y="24"/>
                </a:cxn>
                <a:cxn ang="0">
                  <a:pos x="22" y="20"/>
                </a:cxn>
                <a:cxn ang="0">
                  <a:pos x="23" y="15"/>
                </a:cxn>
                <a:cxn ang="0">
                  <a:pos x="21" y="13"/>
                </a:cxn>
                <a:cxn ang="0">
                  <a:pos x="16" y="7"/>
                </a:cxn>
                <a:cxn ang="0">
                  <a:pos x="13" y="0"/>
                </a:cxn>
              </a:cxnLst>
              <a:rect l="0" t="0" r="r" b="b"/>
              <a:pathLst>
                <a:path w="23" h="34">
                  <a:moveTo>
                    <a:pt x="13" y="0"/>
                  </a:moveTo>
                  <a:cubicBezTo>
                    <a:pt x="10" y="3"/>
                    <a:pt x="9" y="5"/>
                    <a:pt x="6" y="7"/>
                  </a:cubicBezTo>
                  <a:cubicBezTo>
                    <a:pt x="3" y="9"/>
                    <a:pt x="0" y="10"/>
                    <a:pt x="0" y="13"/>
                  </a:cubicBezTo>
                  <a:cubicBezTo>
                    <a:pt x="0" y="27"/>
                    <a:pt x="17" y="22"/>
                    <a:pt x="9" y="27"/>
                  </a:cubicBezTo>
                  <a:cubicBezTo>
                    <a:pt x="8" y="28"/>
                    <a:pt x="8" y="29"/>
                    <a:pt x="8" y="30"/>
                  </a:cubicBezTo>
                  <a:cubicBezTo>
                    <a:pt x="3" y="34"/>
                    <a:pt x="9" y="34"/>
                    <a:pt x="14" y="34"/>
                  </a:cubicBezTo>
                  <a:cubicBezTo>
                    <a:pt x="18" y="34"/>
                    <a:pt x="19" y="31"/>
                    <a:pt x="20" y="28"/>
                  </a:cubicBezTo>
                  <a:cubicBezTo>
                    <a:pt x="21" y="26"/>
                    <a:pt x="22" y="26"/>
                    <a:pt x="22" y="24"/>
                  </a:cubicBezTo>
                  <a:cubicBezTo>
                    <a:pt x="22" y="20"/>
                    <a:pt x="22" y="20"/>
                    <a:pt x="22" y="20"/>
                  </a:cubicBezTo>
                  <a:cubicBezTo>
                    <a:pt x="22" y="18"/>
                    <a:pt x="23" y="17"/>
                    <a:pt x="23" y="15"/>
                  </a:cubicBezTo>
                  <a:cubicBezTo>
                    <a:pt x="23" y="14"/>
                    <a:pt x="22" y="14"/>
                    <a:pt x="21" y="13"/>
                  </a:cubicBezTo>
                  <a:cubicBezTo>
                    <a:pt x="18" y="12"/>
                    <a:pt x="18" y="10"/>
                    <a:pt x="16" y="7"/>
                  </a:cubicBezTo>
                  <a:cubicBezTo>
                    <a:pt x="15" y="4"/>
                    <a:pt x="15" y="2"/>
                    <a:pt x="13"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29"/>
            <p:cNvSpPr>
              <a:spLocks/>
            </p:cNvSpPr>
            <p:nvPr/>
          </p:nvSpPr>
          <p:spPr bwMode="auto">
            <a:xfrm>
              <a:off x="3005138" y="1879600"/>
              <a:ext cx="17463" cy="28575"/>
            </a:xfrm>
            <a:custGeom>
              <a:avLst/>
              <a:gdLst/>
              <a:ahLst/>
              <a:cxnLst>
                <a:cxn ang="0">
                  <a:pos x="6" y="1"/>
                </a:cxn>
                <a:cxn ang="0">
                  <a:pos x="4" y="0"/>
                </a:cxn>
                <a:cxn ang="0">
                  <a:pos x="0" y="7"/>
                </a:cxn>
                <a:cxn ang="0">
                  <a:pos x="0" y="10"/>
                </a:cxn>
                <a:cxn ang="0">
                  <a:pos x="2" y="10"/>
                </a:cxn>
                <a:cxn ang="0">
                  <a:pos x="6" y="6"/>
                </a:cxn>
                <a:cxn ang="0">
                  <a:pos x="6" y="1"/>
                </a:cxn>
              </a:cxnLst>
              <a:rect l="0" t="0" r="r" b="b"/>
              <a:pathLst>
                <a:path w="6" h="10">
                  <a:moveTo>
                    <a:pt x="6" y="1"/>
                  </a:moveTo>
                  <a:cubicBezTo>
                    <a:pt x="5" y="1"/>
                    <a:pt x="5" y="0"/>
                    <a:pt x="4" y="0"/>
                  </a:cubicBezTo>
                  <a:cubicBezTo>
                    <a:pt x="3" y="3"/>
                    <a:pt x="0" y="4"/>
                    <a:pt x="0" y="7"/>
                  </a:cubicBezTo>
                  <a:cubicBezTo>
                    <a:pt x="0" y="10"/>
                    <a:pt x="0" y="10"/>
                    <a:pt x="0" y="10"/>
                  </a:cubicBezTo>
                  <a:cubicBezTo>
                    <a:pt x="1" y="10"/>
                    <a:pt x="1" y="10"/>
                    <a:pt x="2" y="10"/>
                  </a:cubicBezTo>
                  <a:cubicBezTo>
                    <a:pt x="4" y="10"/>
                    <a:pt x="6" y="8"/>
                    <a:pt x="6" y="6"/>
                  </a:cubicBezTo>
                  <a:cubicBezTo>
                    <a:pt x="6" y="5"/>
                    <a:pt x="6" y="2"/>
                    <a:pt x="6"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30"/>
            <p:cNvSpPr>
              <a:spLocks/>
            </p:cNvSpPr>
            <p:nvPr/>
          </p:nvSpPr>
          <p:spPr bwMode="auto">
            <a:xfrm>
              <a:off x="2574925" y="1827213"/>
              <a:ext cx="14288" cy="19050"/>
            </a:xfrm>
            <a:custGeom>
              <a:avLst/>
              <a:gdLst/>
              <a:ahLst/>
              <a:cxnLst>
                <a:cxn ang="0">
                  <a:pos x="0" y="3"/>
                </a:cxn>
                <a:cxn ang="0">
                  <a:pos x="3" y="7"/>
                </a:cxn>
                <a:cxn ang="0">
                  <a:pos x="5" y="5"/>
                </a:cxn>
                <a:cxn ang="0">
                  <a:pos x="3" y="0"/>
                </a:cxn>
                <a:cxn ang="0">
                  <a:pos x="0" y="3"/>
                </a:cxn>
              </a:cxnLst>
              <a:rect l="0" t="0" r="r" b="b"/>
              <a:pathLst>
                <a:path w="5" h="7">
                  <a:moveTo>
                    <a:pt x="0" y="3"/>
                  </a:moveTo>
                  <a:cubicBezTo>
                    <a:pt x="0" y="5"/>
                    <a:pt x="2" y="5"/>
                    <a:pt x="3" y="7"/>
                  </a:cubicBezTo>
                  <a:cubicBezTo>
                    <a:pt x="4" y="6"/>
                    <a:pt x="5" y="6"/>
                    <a:pt x="5" y="5"/>
                  </a:cubicBezTo>
                  <a:cubicBezTo>
                    <a:pt x="5" y="3"/>
                    <a:pt x="5" y="0"/>
                    <a:pt x="3" y="0"/>
                  </a:cubicBezTo>
                  <a:cubicBezTo>
                    <a:pt x="1" y="0"/>
                    <a:pt x="0" y="2"/>
                    <a:pt x="0"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31"/>
            <p:cNvSpPr>
              <a:spLocks/>
            </p:cNvSpPr>
            <p:nvPr/>
          </p:nvSpPr>
          <p:spPr bwMode="auto">
            <a:xfrm>
              <a:off x="2479675" y="1868488"/>
              <a:ext cx="22225" cy="46038"/>
            </a:xfrm>
            <a:custGeom>
              <a:avLst/>
              <a:gdLst/>
              <a:ahLst/>
              <a:cxnLst>
                <a:cxn ang="0">
                  <a:pos x="4" y="5"/>
                </a:cxn>
                <a:cxn ang="0">
                  <a:pos x="2" y="2"/>
                </a:cxn>
                <a:cxn ang="0">
                  <a:pos x="0" y="0"/>
                </a:cxn>
                <a:cxn ang="0">
                  <a:pos x="0" y="1"/>
                </a:cxn>
                <a:cxn ang="0">
                  <a:pos x="1" y="7"/>
                </a:cxn>
                <a:cxn ang="0">
                  <a:pos x="1" y="15"/>
                </a:cxn>
                <a:cxn ang="0">
                  <a:pos x="1" y="16"/>
                </a:cxn>
                <a:cxn ang="0">
                  <a:pos x="3" y="12"/>
                </a:cxn>
                <a:cxn ang="0">
                  <a:pos x="6" y="9"/>
                </a:cxn>
                <a:cxn ang="0">
                  <a:pos x="8" y="5"/>
                </a:cxn>
                <a:cxn ang="0">
                  <a:pos x="7" y="5"/>
                </a:cxn>
                <a:cxn ang="0">
                  <a:pos x="5" y="6"/>
                </a:cxn>
                <a:cxn ang="0">
                  <a:pos x="4" y="5"/>
                </a:cxn>
              </a:cxnLst>
              <a:rect l="0" t="0" r="r" b="b"/>
              <a:pathLst>
                <a:path w="8" h="16">
                  <a:moveTo>
                    <a:pt x="4" y="5"/>
                  </a:moveTo>
                  <a:cubicBezTo>
                    <a:pt x="2" y="5"/>
                    <a:pt x="3" y="3"/>
                    <a:pt x="2" y="2"/>
                  </a:cubicBezTo>
                  <a:cubicBezTo>
                    <a:pt x="2" y="1"/>
                    <a:pt x="1" y="1"/>
                    <a:pt x="0" y="0"/>
                  </a:cubicBezTo>
                  <a:cubicBezTo>
                    <a:pt x="0" y="1"/>
                    <a:pt x="0" y="1"/>
                    <a:pt x="0" y="1"/>
                  </a:cubicBezTo>
                  <a:cubicBezTo>
                    <a:pt x="0" y="4"/>
                    <a:pt x="1" y="5"/>
                    <a:pt x="1" y="7"/>
                  </a:cubicBezTo>
                  <a:cubicBezTo>
                    <a:pt x="1" y="15"/>
                    <a:pt x="1" y="15"/>
                    <a:pt x="1" y="15"/>
                  </a:cubicBezTo>
                  <a:cubicBezTo>
                    <a:pt x="1" y="16"/>
                    <a:pt x="1" y="16"/>
                    <a:pt x="1" y="16"/>
                  </a:cubicBezTo>
                  <a:cubicBezTo>
                    <a:pt x="3" y="15"/>
                    <a:pt x="2" y="13"/>
                    <a:pt x="3" y="12"/>
                  </a:cubicBezTo>
                  <a:cubicBezTo>
                    <a:pt x="4" y="10"/>
                    <a:pt x="5" y="11"/>
                    <a:pt x="6" y="9"/>
                  </a:cubicBezTo>
                  <a:cubicBezTo>
                    <a:pt x="7" y="8"/>
                    <a:pt x="7" y="7"/>
                    <a:pt x="8" y="5"/>
                  </a:cubicBezTo>
                  <a:cubicBezTo>
                    <a:pt x="7" y="5"/>
                    <a:pt x="7" y="5"/>
                    <a:pt x="7" y="5"/>
                  </a:cubicBezTo>
                  <a:cubicBezTo>
                    <a:pt x="5" y="6"/>
                    <a:pt x="5" y="6"/>
                    <a:pt x="5" y="6"/>
                  </a:cubicBezTo>
                  <a:cubicBezTo>
                    <a:pt x="4" y="6"/>
                    <a:pt x="4" y="5"/>
                    <a:pt x="4" y="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32"/>
            <p:cNvSpPr>
              <a:spLocks/>
            </p:cNvSpPr>
            <p:nvPr/>
          </p:nvSpPr>
          <p:spPr bwMode="auto">
            <a:xfrm>
              <a:off x="4227513" y="2938463"/>
              <a:ext cx="53975" cy="144463"/>
            </a:xfrm>
            <a:custGeom>
              <a:avLst/>
              <a:gdLst/>
              <a:ahLst/>
              <a:cxnLst>
                <a:cxn ang="0">
                  <a:pos x="15" y="1"/>
                </a:cxn>
                <a:cxn ang="0">
                  <a:pos x="9" y="7"/>
                </a:cxn>
                <a:cxn ang="0">
                  <a:pos x="7" y="8"/>
                </a:cxn>
                <a:cxn ang="0">
                  <a:pos x="5" y="14"/>
                </a:cxn>
                <a:cxn ang="0">
                  <a:pos x="2" y="18"/>
                </a:cxn>
                <a:cxn ang="0">
                  <a:pos x="2" y="23"/>
                </a:cxn>
                <a:cxn ang="0">
                  <a:pos x="0" y="28"/>
                </a:cxn>
                <a:cxn ang="0">
                  <a:pos x="3" y="31"/>
                </a:cxn>
                <a:cxn ang="0">
                  <a:pos x="5" y="41"/>
                </a:cxn>
                <a:cxn ang="0">
                  <a:pos x="4" y="48"/>
                </a:cxn>
                <a:cxn ang="0">
                  <a:pos x="6" y="51"/>
                </a:cxn>
                <a:cxn ang="0">
                  <a:pos x="6" y="50"/>
                </a:cxn>
                <a:cxn ang="0">
                  <a:pos x="11" y="45"/>
                </a:cxn>
                <a:cxn ang="0">
                  <a:pos x="17" y="41"/>
                </a:cxn>
                <a:cxn ang="0">
                  <a:pos x="17" y="38"/>
                </a:cxn>
                <a:cxn ang="0">
                  <a:pos x="19" y="31"/>
                </a:cxn>
                <a:cxn ang="0">
                  <a:pos x="17" y="27"/>
                </a:cxn>
                <a:cxn ang="0">
                  <a:pos x="17" y="20"/>
                </a:cxn>
                <a:cxn ang="0">
                  <a:pos x="18" y="15"/>
                </a:cxn>
                <a:cxn ang="0">
                  <a:pos x="16" y="13"/>
                </a:cxn>
                <a:cxn ang="0">
                  <a:pos x="16" y="10"/>
                </a:cxn>
                <a:cxn ang="0">
                  <a:pos x="15" y="1"/>
                </a:cxn>
              </a:cxnLst>
              <a:rect l="0" t="0" r="r" b="b"/>
              <a:pathLst>
                <a:path w="19" h="51">
                  <a:moveTo>
                    <a:pt x="15" y="1"/>
                  </a:moveTo>
                  <a:cubicBezTo>
                    <a:pt x="14" y="4"/>
                    <a:pt x="12" y="5"/>
                    <a:pt x="9" y="7"/>
                  </a:cubicBezTo>
                  <a:cubicBezTo>
                    <a:pt x="8" y="7"/>
                    <a:pt x="7" y="7"/>
                    <a:pt x="7" y="8"/>
                  </a:cubicBezTo>
                  <a:cubicBezTo>
                    <a:pt x="6" y="10"/>
                    <a:pt x="6" y="12"/>
                    <a:pt x="5" y="14"/>
                  </a:cubicBezTo>
                  <a:cubicBezTo>
                    <a:pt x="5" y="16"/>
                    <a:pt x="3" y="16"/>
                    <a:pt x="2" y="18"/>
                  </a:cubicBezTo>
                  <a:cubicBezTo>
                    <a:pt x="1" y="19"/>
                    <a:pt x="2" y="21"/>
                    <a:pt x="2" y="23"/>
                  </a:cubicBezTo>
                  <a:cubicBezTo>
                    <a:pt x="2" y="25"/>
                    <a:pt x="1" y="26"/>
                    <a:pt x="0" y="28"/>
                  </a:cubicBezTo>
                  <a:cubicBezTo>
                    <a:pt x="2" y="28"/>
                    <a:pt x="2" y="30"/>
                    <a:pt x="3" y="31"/>
                  </a:cubicBezTo>
                  <a:cubicBezTo>
                    <a:pt x="4" y="35"/>
                    <a:pt x="5" y="37"/>
                    <a:pt x="5" y="41"/>
                  </a:cubicBezTo>
                  <a:cubicBezTo>
                    <a:pt x="5" y="44"/>
                    <a:pt x="4" y="45"/>
                    <a:pt x="4" y="48"/>
                  </a:cubicBezTo>
                  <a:cubicBezTo>
                    <a:pt x="4" y="49"/>
                    <a:pt x="5" y="51"/>
                    <a:pt x="6" y="51"/>
                  </a:cubicBezTo>
                  <a:cubicBezTo>
                    <a:pt x="6" y="51"/>
                    <a:pt x="6" y="50"/>
                    <a:pt x="6" y="50"/>
                  </a:cubicBezTo>
                  <a:cubicBezTo>
                    <a:pt x="9" y="48"/>
                    <a:pt x="9" y="46"/>
                    <a:pt x="11" y="45"/>
                  </a:cubicBezTo>
                  <a:cubicBezTo>
                    <a:pt x="14" y="44"/>
                    <a:pt x="17" y="44"/>
                    <a:pt x="17" y="41"/>
                  </a:cubicBezTo>
                  <a:cubicBezTo>
                    <a:pt x="17" y="38"/>
                    <a:pt x="17" y="38"/>
                    <a:pt x="17" y="38"/>
                  </a:cubicBezTo>
                  <a:cubicBezTo>
                    <a:pt x="17" y="35"/>
                    <a:pt x="19" y="34"/>
                    <a:pt x="19" y="31"/>
                  </a:cubicBezTo>
                  <a:cubicBezTo>
                    <a:pt x="19" y="30"/>
                    <a:pt x="18" y="29"/>
                    <a:pt x="17" y="27"/>
                  </a:cubicBezTo>
                  <a:cubicBezTo>
                    <a:pt x="17" y="25"/>
                    <a:pt x="17" y="23"/>
                    <a:pt x="17" y="20"/>
                  </a:cubicBezTo>
                  <a:cubicBezTo>
                    <a:pt x="17" y="18"/>
                    <a:pt x="18" y="17"/>
                    <a:pt x="18" y="15"/>
                  </a:cubicBezTo>
                  <a:cubicBezTo>
                    <a:pt x="18" y="14"/>
                    <a:pt x="16" y="14"/>
                    <a:pt x="16" y="13"/>
                  </a:cubicBezTo>
                  <a:cubicBezTo>
                    <a:pt x="16" y="12"/>
                    <a:pt x="16" y="11"/>
                    <a:pt x="16" y="10"/>
                  </a:cubicBezTo>
                  <a:cubicBezTo>
                    <a:pt x="16" y="8"/>
                    <a:pt x="18" y="0"/>
                    <a:pt x="15"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33"/>
            <p:cNvSpPr>
              <a:spLocks/>
            </p:cNvSpPr>
            <p:nvPr/>
          </p:nvSpPr>
          <p:spPr bwMode="auto">
            <a:xfrm>
              <a:off x="4284663" y="2967038"/>
              <a:ext cx="12700" cy="41275"/>
            </a:xfrm>
            <a:custGeom>
              <a:avLst/>
              <a:gdLst/>
              <a:ahLst/>
              <a:cxnLst>
                <a:cxn ang="0">
                  <a:pos x="0" y="11"/>
                </a:cxn>
                <a:cxn ang="0">
                  <a:pos x="3" y="15"/>
                </a:cxn>
                <a:cxn ang="0">
                  <a:pos x="4" y="15"/>
                </a:cxn>
                <a:cxn ang="0">
                  <a:pos x="5" y="1"/>
                </a:cxn>
                <a:cxn ang="0">
                  <a:pos x="0" y="11"/>
                </a:cxn>
              </a:cxnLst>
              <a:rect l="0" t="0" r="r" b="b"/>
              <a:pathLst>
                <a:path w="5" h="15">
                  <a:moveTo>
                    <a:pt x="0" y="11"/>
                  </a:moveTo>
                  <a:cubicBezTo>
                    <a:pt x="0" y="13"/>
                    <a:pt x="2" y="13"/>
                    <a:pt x="3" y="15"/>
                  </a:cubicBezTo>
                  <a:cubicBezTo>
                    <a:pt x="4" y="15"/>
                    <a:pt x="4" y="15"/>
                    <a:pt x="4" y="15"/>
                  </a:cubicBezTo>
                  <a:cubicBezTo>
                    <a:pt x="5" y="1"/>
                    <a:pt x="5" y="1"/>
                    <a:pt x="5" y="1"/>
                  </a:cubicBezTo>
                  <a:cubicBezTo>
                    <a:pt x="1" y="0"/>
                    <a:pt x="0" y="7"/>
                    <a:pt x="0" y="1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4"/>
            <p:cNvSpPr>
              <a:spLocks/>
            </p:cNvSpPr>
            <p:nvPr/>
          </p:nvSpPr>
          <p:spPr bwMode="auto">
            <a:xfrm>
              <a:off x="4432300" y="1784350"/>
              <a:ext cx="50800" cy="20638"/>
            </a:xfrm>
            <a:custGeom>
              <a:avLst/>
              <a:gdLst/>
              <a:ahLst/>
              <a:cxnLst>
                <a:cxn ang="0">
                  <a:pos x="8" y="1"/>
                </a:cxn>
                <a:cxn ang="0">
                  <a:pos x="3" y="0"/>
                </a:cxn>
                <a:cxn ang="0">
                  <a:pos x="1" y="0"/>
                </a:cxn>
                <a:cxn ang="0">
                  <a:pos x="0" y="1"/>
                </a:cxn>
                <a:cxn ang="0">
                  <a:pos x="10" y="4"/>
                </a:cxn>
                <a:cxn ang="0">
                  <a:pos x="15" y="7"/>
                </a:cxn>
                <a:cxn ang="0">
                  <a:pos x="18" y="7"/>
                </a:cxn>
                <a:cxn ang="0">
                  <a:pos x="18" y="5"/>
                </a:cxn>
                <a:cxn ang="0">
                  <a:pos x="15" y="3"/>
                </a:cxn>
                <a:cxn ang="0">
                  <a:pos x="9" y="1"/>
                </a:cxn>
                <a:cxn ang="0">
                  <a:pos x="8" y="1"/>
                </a:cxn>
              </a:cxnLst>
              <a:rect l="0" t="0" r="r" b="b"/>
              <a:pathLst>
                <a:path w="18" h="7">
                  <a:moveTo>
                    <a:pt x="8" y="1"/>
                  </a:moveTo>
                  <a:cubicBezTo>
                    <a:pt x="6" y="0"/>
                    <a:pt x="5" y="0"/>
                    <a:pt x="3" y="0"/>
                  </a:cubicBezTo>
                  <a:cubicBezTo>
                    <a:pt x="1" y="0"/>
                    <a:pt x="1" y="0"/>
                    <a:pt x="1" y="0"/>
                  </a:cubicBezTo>
                  <a:cubicBezTo>
                    <a:pt x="0" y="1"/>
                    <a:pt x="0" y="1"/>
                    <a:pt x="0" y="1"/>
                  </a:cubicBezTo>
                  <a:cubicBezTo>
                    <a:pt x="3" y="4"/>
                    <a:pt x="6" y="4"/>
                    <a:pt x="10" y="4"/>
                  </a:cubicBezTo>
                  <a:cubicBezTo>
                    <a:pt x="12" y="5"/>
                    <a:pt x="13" y="7"/>
                    <a:pt x="15" y="7"/>
                  </a:cubicBezTo>
                  <a:cubicBezTo>
                    <a:pt x="16" y="7"/>
                    <a:pt x="17" y="7"/>
                    <a:pt x="18" y="7"/>
                  </a:cubicBezTo>
                  <a:cubicBezTo>
                    <a:pt x="18" y="5"/>
                    <a:pt x="18" y="5"/>
                    <a:pt x="18" y="5"/>
                  </a:cubicBezTo>
                  <a:cubicBezTo>
                    <a:pt x="17" y="4"/>
                    <a:pt x="16" y="4"/>
                    <a:pt x="15" y="3"/>
                  </a:cubicBezTo>
                  <a:cubicBezTo>
                    <a:pt x="12" y="2"/>
                    <a:pt x="11" y="1"/>
                    <a:pt x="9" y="1"/>
                  </a:cubicBezTo>
                  <a:cubicBezTo>
                    <a:pt x="8" y="1"/>
                    <a:pt x="8" y="1"/>
                    <a:pt x="8"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5"/>
            <p:cNvSpPr>
              <a:spLocks/>
            </p:cNvSpPr>
            <p:nvPr/>
          </p:nvSpPr>
          <p:spPr bwMode="auto">
            <a:xfrm>
              <a:off x="4486275" y="1809750"/>
              <a:ext cx="25400" cy="28575"/>
            </a:xfrm>
            <a:custGeom>
              <a:avLst/>
              <a:gdLst/>
              <a:ahLst/>
              <a:cxnLst>
                <a:cxn ang="0">
                  <a:pos x="6" y="0"/>
                </a:cxn>
                <a:cxn ang="0">
                  <a:pos x="0" y="0"/>
                </a:cxn>
                <a:cxn ang="0">
                  <a:pos x="0" y="2"/>
                </a:cxn>
                <a:cxn ang="0">
                  <a:pos x="2" y="5"/>
                </a:cxn>
                <a:cxn ang="0">
                  <a:pos x="6" y="10"/>
                </a:cxn>
                <a:cxn ang="0">
                  <a:pos x="8" y="10"/>
                </a:cxn>
                <a:cxn ang="0">
                  <a:pos x="9" y="3"/>
                </a:cxn>
                <a:cxn ang="0">
                  <a:pos x="6" y="0"/>
                </a:cxn>
              </a:cxnLst>
              <a:rect l="0" t="0" r="r" b="b"/>
              <a:pathLst>
                <a:path w="9" h="10">
                  <a:moveTo>
                    <a:pt x="6" y="0"/>
                  </a:moveTo>
                  <a:cubicBezTo>
                    <a:pt x="3" y="0"/>
                    <a:pt x="2" y="0"/>
                    <a:pt x="0" y="0"/>
                  </a:cubicBezTo>
                  <a:cubicBezTo>
                    <a:pt x="0" y="2"/>
                    <a:pt x="0" y="2"/>
                    <a:pt x="0" y="2"/>
                  </a:cubicBezTo>
                  <a:cubicBezTo>
                    <a:pt x="0" y="4"/>
                    <a:pt x="1" y="4"/>
                    <a:pt x="2" y="5"/>
                  </a:cubicBezTo>
                  <a:cubicBezTo>
                    <a:pt x="3" y="7"/>
                    <a:pt x="4" y="9"/>
                    <a:pt x="6" y="10"/>
                  </a:cubicBezTo>
                  <a:cubicBezTo>
                    <a:pt x="8" y="10"/>
                    <a:pt x="8" y="10"/>
                    <a:pt x="8" y="10"/>
                  </a:cubicBezTo>
                  <a:cubicBezTo>
                    <a:pt x="8" y="7"/>
                    <a:pt x="9" y="6"/>
                    <a:pt x="9" y="3"/>
                  </a:cubicBezTo>
                  <a:cubicBezTo>
                    <a:pt x="9" y="1"/>
                    <a:pt x="7" y="0"/>
                    <a:pt x="6"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6"/>
            <p:cNvSpPr>
              <a:spLocks/>
            </p:cNvSpPr>
            <p:nvPr/>
          </p:nvSpPr>
          <p:spPr bwMode="auto">
            <a:xfrm>
              <a:off x="4533900" y="1787525"/>
              <a:ext cx="31750" cy="25400"/>
            </a:xfrm>
            <a:custGeom>
              <a:avLst/>
              <a:gdLst/>
              <a:ahLst/>
              <a:cxnLst>
                <a:cxn ang="0">
                  <a:pos x="1" y="0"/>
                </a:cxn>
                <a:cxn ang="0">
                  <a:pos x="0" y="1"/>
                </a:cxn>
                <a:cxn ang="0">
                  <a:pos x="1" y="0"/>
                </a:cxn>
              </a:cxnLst>
              <a:rect l="0" t="0" r="r" b="b"/>
              <a:pathLst>
                <a:path w="11" h="9">
                  <a:moveTo>
                    <a:pt x="1" y="0"/>
                  </a:moveTo>
                  <a:cubicBezTo>
                    <a:pt x="0" y="1"/>
                    <a:pt x="0" y="1"/>
                    <a:pt x="0" y="1"/>
                  </a:cubicBezTo>
                  <a:cubicBezTo>
                    <a:pt x="7" y="9"/>
                    <a:pt x="11" y="1"/>
                    <a:pt x="1"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37"/>
            <p:cNvSpPr>
              <a:spLocks/>
            </p:cNvSpPr>
            <p:nvPr/>
          </p:nvSpPr>
          <p:spPr bwMode="auto">
            <a:xfrm>
              <a:off x="4497388" y="1689100"/>
              <a:ext cx="28575" cy="25400"/>
            </a:xfrm>
            <a:custGeom>
              <a:avLst/>
              <a:gdLst/>
              <a:ahLst/>
              <a:cxnLst>
                <a:cxn ang="0">
                  <a:pos x="6" y="1"/>
                </a:cxn>
                <a:cxn ang="0">
                  <a:pos x="3" y="0"/>
                </a:cxn>
                <a:cxn ang="0">
                  <a:pos x="0" y="5"/>
                </a:cxn>
                <a:cxn ang="0">
                  <a:pos x="6" y="9"/>
                </a:cxn>
                <a:cxn ang="0">
                  <a:pos x="10" y="7"/>
                </a:cxn>
                <a:cxn ang="0">
                  <a:pos x="6" y="1"/>
                </a:cxn>
              </a:cxnLst>
              <a:rect l="0" t="0" r="r" b="b"/>
              <a:pathLst>
                <a:path w="10" h="9">
                  <a:moveTo>
                    <a:pt x="6" y="1"/>
                  </a:moveTo>
                  <a:cubicBezTo>
                    <a:pt x="5" y="0"/>
                    <a:pt x="4" y="0"/>
                    <a:pt x="3" y="0"/>
                  </a:cubicBezTo>
                  <a:cubicBezTo>
                    <a:pt x="2" y="2"/>
                    <a:pt x="0" y="3"/>
                    <a:pt x="0" y="5"/>
                  </a:cubicBezTo>
                  <a:cubicBezTo>
                    <a:pt x="0" y="8"/>
                    <a:pt x="3" y="9"/>
                    <a:pt x="6" y="9"/>
                  </a:cubicBezTo>
                  <a:cubicBezTo>
                    <a:pt x="8" y="9"/>
                    <a:pt x="10" y="8"/>
                    <a:pt x="10" y="7"/>
                  </a:cubicBezTo>
                  <a:cubicBezTo>
                    <a:pt x="10" y="4"/>
                    <a:pt x="7" y="2"/>
                    <a:pt x="6"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38"/>
            <p:cNvSpPr>
              <a:spLocks/>
            </p:cNvSpPr>
            <p:nvPr/>
          </p:nvSpPr>
          <p:spPr bwMode="auto">
            <a:xfrm>
              <a:off x="4505325" y="1670050"/>
              <a:ext cx="46038" cy="38100"/>
            </a:xfrm>
            <a:custGeom>
              <a:avLst/>
              <a:gdLst/>
              <a:ahLst/>
              <a:cxnLst>
                <a:cxn ang="0">
                  <a:pos x="0" y="2"/>
                </a:cxn>
                <a:cxn ang="0">
                  <a:pos x="3" y="1"/>
                </a:cxn>
                <a:cxn ang="0">
                  <a:pos x="7" y="0"/>
                </a:cxn>
                <a:cxn ang="0">
                  <a:pos x="16" y="5"/>
                </a:cxn>
                <a:cxn ang="0">
                  <a:pos x="16" y="11"/>
                </a:cxn>
                <a:cxn ang="0">
                  <a:pos x="15" y="14"/>
                </a:cxn>
                <a:cxn ang="0">
                  <a:pos x="7" y="9"/>
                </a:cxn>
                <a:cxn ang="0">
                  <a:pos x="3" y="5"/>
                </a:cxn>
                <a:cxn ang="0">
                  <a:pos x="0" y="2"/>
                </a:cxn>
              </a:cxnLst>
              <a:rect l="0" t="0" r="r" b="b"/>
              <a:pathLst>
                <a:path w="16" h="14">
                  <a:moveTo>
                    <a:pt x="0" y="2"/>
                  </a:moveTo>
                  <a:cubicBezTo>
                    <a:pt x="0" y="1"/>
                    <a:pt x="2" y="1"/>
                    <a:pt x="3" y="1"/>
                  </a:cubicBezTo>
                  <a:cubicBezTo>
                    <a:pt x="4" y="1"/>
                    <a:pt x="5" y="0"/>
                    <a:pt x="7" y="0"/>
                  </a:cubicBezTo>
                  <a:cubicBezTo>
                    <a:pt x="11" y="1"/>
                    <a:pt x="12" y="4"/>
                    <a:pt x="16" y="5"/>
                  </a:cubicBezTo>
                  <a:cubicBezTo>
                    <a:pt x="16" y="11"/>
                    <a:pt x="16" y="11"/>
                    <a:pt x="16" y="11"/>
                  </a:cubicBezTo>
                  <a:cubicBezTo>
                    <a:pt x="16" y="12"/>
                    <a:pt x="15" y="13"/>
                    <a:pt x="15" y="14"/>
                  </a:cubicBezTo>
                  <a:cubicBezTo>
                    <a:pt x="11" y="13"/>
                    <a:pt x="10" y="11"/>
                    <a:pt x="7" y="9"/>
                  </a:cubicBezTo>
                  <a:cubicBezTo>
                    <a:pt x="6" y="7"/>
                    <a:pt x="5" y="6"/>
                    <a:pt x="3" y="5"/>
                  </a:cubicBezTo>
                  <a:cubicBezTo>
                    <a:pt x="2" y="4"/>
                    <a:pt x="0" y="4"/>
                    <a:pt x="0" y="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39"/>
            <p:cNvSpPr>
              <a:spLocks/>
            </p:cNvSpPr>
            <p:nvPr/>
          </p:nvSpPr>
          <p:spPr bwMode="auto">
            <a:xfrm>
              <a:off x="2460625" y="3392488"/>
              <a:ext cx="1533525" cy="484188"/>
            </a:xfrm>
            <a:custGeom>
              <a:avLst/>
              <a:gdLst/>
              <a:ahLst/>
              <a:cxnLst>
                <a:cxn ang="0">
                  <a:pos x="519" y="166"/>
                </a:cxn>
                <a:cxn ang="0">
                  <a:pos x="532" y="171"/>
                </a:cxn>
                <a:cxn ang="0">
                  <a:pos x="527" y="150"/>
                </a:cxn>
                <a:cxn ang="0">
                  <a:pos x="534" y="123"/>
                </a:cxn>
                <a:cxn ang="0">
                  <a:pos x="524" y="109"/>
                </a:cxn>
                <a:cxn ang="0">
                  <a:pos x="498" y="109"/>
                </a:cxn>
                <a:cxn ang="0">
                  <a:pos x="467" y="114"/>
                </a:cxn>
                <a:cxn ang="0">
                  <a:pos x="443" y="104"/>
                </a:cxn>
                <a:cxn ang="0">
                  <a:pos x="427" y="97"/>
                </a:cxn>
                <a:cxn ang="0">
                  <a:pos x="429" y="81"/>
                </a:cxn>
                <a:cxn ang="0">
                  <a:pos x="464" y="82"/>
                </a:cxn>
                <a:cxn ang="0">
                  <a:pos x="484" y="78"/>
                </a:cxn>
                <a:cxn ang="0">
                  <a:pos x="501" y="70"/>
                </a:cxn>
                <a:cxn ang="0">
                  <a:pos x="504" y="58"/>
                </a:cxn>
                <a:cxn ang="0">
                  <a:pos x="478" y="61"/>
                </a:cxn>
                <a:cxn ang="0">
                  <a:pos x="453" y="60"/>
                </a:cxn>
                <a:cxn ang="0">
                  <a:pos x="435" y="63"/>
                </a:cxn>
                <a:cxn ang="0">
                  <a:pos x="423" y="61"/>
                </a:cxn>
                <a:cxn ang="0">
                  <a:pos x="389" y="59"/>
                </a:cxn>
                <a:cxn ang="0">
                  <a:pos x="366" y="51"/>
                </a:cxn>
                <a:cxn ang="0">
                  <a:pos x="347" y="51"/>
                </a:cxn>
                <a:cxn ang="0">
                  <a:pos x="320" y="32"/>
                </a:cxn>
                <a:cxn ang="0">
                  <a:pos x="305" y="50"/>
                </a:cxn>
                <a:cxn ang="0">
                  <a:pos x="276" y="60"/>
                </a:cxn>
                <a:cxn ang="0">
                  <a:pos x="253" y="59"/>
                </a:cxn>
                <a:cxn ang="0">
                  <a:pos x="223" y="60"/>
                </a:cxn>
                <a:cxn ang="0">
                  <a:pos x="203" y="58"/>
                </a:cxn>
                <a:cxn ang="0">
                  <a:pos x="189" y="55"/>
                </a:cxn>
                <a:cxn ang="0">
                  <a:pos x="173" y="31"/>
                </a:cxn>
                <a:cxn ang="0">
                  <a:pos x="156" y="27"/>
                </a:cxn>
                <a:cxn ang="0">
                  <a:pos x="127" y="21"/>
                </a:cxn>
                <a:cxn ang="0">
                  <a:pos x="105" y="10"/>
                </a:cxn>
                <a:cxn ang="0">
                  <a:pos x="87" y="10"/>
                </a:cxn>
                <a:cxn ang="0">
                  <a:pos x="62" y="7"/>
                </a:cxn>
                <a:cxn ang="0">
                  <a:pos x="42" y="5"/>
                </a:cxn>
                <a:cxn ang="0">
                  <a:pos x="14" y="30"/>
                </a:cxn>
                <a:cxn ang="0">
                  <a:pos x="2" y="52"/>
                </a:cxn>
                <a:cxn ang="0">
                  <a:pos x="14" y="59"/>
                </a:cxn>
                <a:cxn ang="0">
                  <a:pos x="26" y="55"/>
                </a:cxn>
                <a:cxn ang="0">
                  <a:pos x="53" y="66"/>
                </a:cxn>
                <a:cxn ang="0">
                  <a:pos x="49" y="89"/>
                </a:cxn>
                <a:cxn ang="0">
                  <a:pos x="70" y="91"/>
                </a:cxn>
                <a:cxn ang="0">
                  <a:pos x="104" y="96"/>
                </a:cxn>
                <a:cxn ang="0">
                  <a:pos x="126" y="105"/>
                </a:cxn>
                <a:cxn ang="0">
                  <a:pos x="181" y="109"/>
                </a:cxn>
                <a:cxn ang="0">
                  <a:pos x="200" y="108"/>
                </a:cxn>
                <a:cxn ang="0">
                  <a:pos x="230" y="114"/>
                </a:cxn>
                <a:cxn ang="0">
                  <a:pos x="241" y="114"/>
                </a:cxn>
                <a:cxn ang="0">
                  <a:pos x="284" y="130"/>
                </a:cxn>
                <a:cxn ang="0">
                  <a:pos x="317" y="138"/>
                </a:cxn>
                <a:cxn ang="0">
                  <a:pos x="338" y="144"/>
                </a:cxn>
                <a:cxn ang="0">
                  <a:pos x="362" y="146"/>
                </a:cxn>
                <a:cxn ang="0">
                  <a:pos x="375" y="145"/>
                </a:cxn>
                <a:cxn ang="0">
                  <a:pos x="387" y="145"/>
                </a:cxn>
                <a:cxn ang="0">
                  <a:pos x="407" y="149"/>
                </a:cxn>
                <a:cxn ang="0">
                  <a:pos x="436" y="151"/>
                </a:cxn>
                <a:cxn ang="0">
                  <a:pos x="460" y="145"/>
                </a:cxn>
                <a:cxn ang="0">
                  <a:pos x="486" y="156"/>
                </a:cxn>
              </a:cxnLst>
              <a:rect l="0" t="0" r="r" b="b"/>
              <a:pathLst>
                <a:path w="546" h="172">
                  <a:moveTo>
                    <a:pt x="511" y="165"/>
                  </a:moveTo>
                  <a:cubicBezTo>
                    <a:pt x="511" y="165"/>
                    <a:pt x="512" y="166"/>
                    <a:pt x="513" y="166"/>
                  </a:cubicBezTo>
                  <a:cubicBezTo>
                    <a:pt x="519" y="166"/>
                    <a:pt x="519" y="166"/>
                    <a:pt x="519" y="166"/>
                  </a:cubicBezTo>
                  <a:cubicBezTo>
                    <a:pt x="521" y="166"/>
                    <a:pt x="521" y="164"/>
                    <a:pt x="523" y="164"/>
                  </a:cubicBezTo>
                  <a:cubicBezTo>
                    <a:pt x="526" y="164"/>
                    <a:pt x="528" y="165"/>
                    <a:pt x="530" y="167"/>
                  </a:cubicBezTo>
                  <a:cubicBezTo>
                    <a:pt x="531" y="168"/>
                    <a:pt x="530" y="171"/>
                    <a:pt x="532" y="171"/>
                  </a:cubicBezTo>
                  <a:cubicBezTo>
                    <a:pt x="535" y="172"/>
                    <a:pt x="538" y="172"/>
                    <a:pt x="541" y="172"/>
                  </a:cubicBezTo>
                  <a:cubicBezTo>
                    <a:pt x="546" y="172"/>
                    <a:pt x="534" y="162"/>
                    <a:pt x="534" y="162"/>
                  </a:cubicBezTo>
                  <a:cubicBezTo>
                    <a:pt x="531" y="159"/>
                    <a:pt x="527" y="154"/>
                    <a:pt x="527" y="150"/>
                  </a:cubicBezTo>
                  <a:cubicBezTo>
                    <a:pt x="527" y="144"/>
                    <a:pt x="528" y="140"/>
                    <a:pt x="532" y="136"/>
                  </a:cubicBezTo>
                  <a:cubicBezTo>
                    <a:pt x="534" y="134"/>
                    <a:pt x="535" y="132"/>
                    <a:pt x="535" y="130"/>
                  </a:cubicBezTo>
                  <a:cubicBezTo>
                    <a:pt x="535" y="127"/>
                    <a:pt x="534" y="126"/>
                    <a:pt x="534" y="123"/>
                  </a:cubicBezTo>
                  <a:cubicBezTo>
                    <a:pt x="534" y="122"/>
                    <a:pt x="534" y="122"/>
                    <a:pt x="534" y="120"/>
                  </a:cubicBezTo>
                  <a:cubicBezTo>
                    <a:pt x="534" y="117"/>
                    <a:pt x="531" y="116"/>
                    <a:pt x="528" y="113"/>
                  </a:cubicBezTo>
                  <a:cubicBezTo>
                    <a:pt x="527" y="111"/>
                    <a:pt x="526" y="109"/>
                    <a:pt x="524" y="109"/>
                  </a:cubicBezTo>
                  <a:cubicBezTo>
                    <a:pt x="515" y="109"/>
                    <a:pt x="515" y="109"/>
                    <a:pt x="515" y="109"/>
                  </a:cubicBezTo>
                  <a:cubicBezTo>
                    <a:pt x="511" y="109"/>
                    <a:pt x="511" y="105"/>
                    <a:pt x="508" y="105"/>
                  </a:cubicBezTo>
                  <a:cubicBezTo>
                    <a:pt x="504" y="105"/>
                    <a:pt x="502" y="109"/>
                    <a:pt x="498" y="109"/>
                  </a:cubicBezTo>
                  <a:cubicBezTo>
                    <a:pt x="491" y="109"/>
                    <a:pt x="488" y="109"/>
                    <a:pt x="481" y="109"/>
                  </a:cubicBezTo>
                  <a:cubicBezTo>
                    <a:pt x="478" y="109"/>
                    <a:pt x="476" y="109"/>
                    <a:pt x="473" y="111"/>
                  </a:cubicBezTo>
                  <a:cubicBezTo>
                    <a:pt x="470" y="111"/>
                    <a:pt x="469" y="114"/>
                    <a:pt x="467" y="114"/>
                  </a:cubicBezTo>
                  <a:cubicBezTo>
                    <a:pt x="464" y="114"/>
                    <a:pt x="462" y="111"/>
                    <a:pt x="459" y="111"/>
                  </a:cubicBezTo>
                  <a:cubicBezTo>
                    <a:pt x="457" y="110"/>
                    <a:pt x="455" y="109"/>
                    <a:pt x="452" y="108"/>
                  </a:cubicBezTo>
                  <a:cubicBezTo>
                    <a:pt x="448" y="107"/>
                    <a:pt x="447" y="105"/>
                    <a:pt x="443" y="104"/>
                  </a:cubicBezTo>
                  <a:cubicBezTo>
                    <a:pt x="439" y="104"/>
                    <a:pt x="437" y="104"/>
                    <a:pt x="434" y="103"/>
                  </a:cubicBezTo>
                  <a:cubicBezTo>
                    <a:pt x="432" y="103"/>
                    <a:pt x="432" y="101"/>
                    <a:pt x="431" y="100"/>
                  </a:cubicBezTo>
                  <a:cubicBezTo>
                    <a:pt x="430" y="98"/>
                    <a:pt x="429" y="98"/>
                    <a:pt x="427" y="97"/>
                  </a:cubicBezTo>
                  <a:cubicBezTo>
                    <a:pt x="424" y="94"/>
                    <a:pt x="421" y="95"/>
                    <a:pt x="418" y="92"/>
                  </a:cubicBezTo>
                  <a:cubicBezTo>
                    <a:pt x="421" y="88"/>
                    <a:pt x="423" y="87"/>
                    <a:pt x="427" y="84"/>
                  </a:cubicBezTo>
                  <a:cubicBezTo>
                    <a:pt x="429" y="83"/>
                    <a:pt x="428" y="82"/>
                    <a:pt x="429" y="81"/>
                  </a:cubicBezTo>
                  <a:cubicBezTo>
                    <a:pt x="430" y="77"/>
                    <a:pt x="434" y="77"/>
                    <a:pt x="437" y="77"/>
                  </a:cubicBezTo>
                  <a:cubicBezTo>
                    <a:pt x="445" y="77"/>
                    <a:pt x="450" y="79"/>
                    <a:pt x="458" y="80"/>
                  </a:cubicBezTo>
                  <a:cubicBezTo>
                    <a:pt x="460" y="81"/>
                    <a:pt x="461" y="82"/>
                    <a:pt x="464" y="82"/>
                  </a:cubicBezTo>
                  <a:cubicBezTo>
                    <a:pt x="480" y="82"/>
                    <a:pt x="480" y="82"/>
                    <a:pt x="480" y="82"/>
                  </a:cubicBezTo>
                  <a:cubicBezTo>
                    <a:pt x="480" y="80"/>
                    <a:pt x="480" y="79"/>
                    <a:pt x="480" y="78"/>
                  </a:cubicBezTo>
                  <a:cubicBezTo>
                    <a:pt x="484" y="78"/>
                    <a:pt x="484" y="78"/>
                    <a:pt x="484" y="78"/>
                  </a:cubicBezTo>
                  <a:cubicBezTo>
                    <a:pt x="485" y="75"/>
                    <a:pt x="487" y="74"/>
                    <a:pt x="490" y="74"/>
                  </a:cubicBezTo>
                  <a:cubicBezTo>
                    <a:pt x="494" y="74"/>
                    <a:pt x="496" y="75"/>
                    <a:pt x="500" y="75"/>
                  </a:cubicBezTo>
                  <a:cubicBezTo>
                    <a:pt x="502" y="75"/>
                    <a:pt x="501" y="72"/>
                    <a:pt x="501" y="70"/>
                  </a:cubicBezTo>
                  <a:cubicBezTo>
                    <a:pt x="504" y="70"/>
                    <a:pt x="506" y="69"/>
                    <a:pt x="508" y="68"/>
                  </a:cubicBezTo>
                  <a:cubicBezTo>
                    <a:pt x="514" y="65"/>
                    <a:pt x="516" y="67"/>
                    <a:pt x="511" y="63"/>
                  </a:cubicBezTo>
                  <a:cubicBezTo>
                    <a:pt x="508" y="61"/>
                    <a:pt x="507" y="58"/>
                    <a:pt x="504" y="58"/>
                  </a:cubicBezTo>
                  <a:cubicBezTo>
                    <a:pt x="499" y="58"/>
                    <a:pt x="497" y="60"/>
                    <a:pt x="493" y="62"/>
                  </a:cubicBezTo>
                  <a:cubicBezTo>
                    <a:pt x="489" y="62"/>
                    <a:pt x="487" y="62"/>
                    <a:pt x="483" y="62"/>
                  </a:cubicBezTo>
                  <a:cubicBezTo>
                    <a:pt x="481" y="62"/>
                    <a:pt x="480" y="61"/>
                    <a:pt x="478" y="61"/>
                  </a:cubicBezTo>
                  <a:cubicBezTo>
                    <a:pt x="463" y="61"/>
                    <a:pt x="463" y="61"/>
                    <a:pt x="463" y="61"/>
                  </a:cubicBezTo>
                  <a:cubicBezTo>
                    <a:pt x="461" y="61"/>
                    <a:pt x="460" y="60"/>
                    <a:pt x="458" y="60"/>
                  </a:cubicBezTo>
                  <a:cubicBezTo>
                    <a:pt x="453" y="60"/>
                    <a:pt x="453" y="60"/>
                    <a:pt x="453" y="60"/>
                  </a:cubicBezTo>
                  <a:cubicBezTo>
                    <a:pt x="450" y="60"/>
                    <a:pt x="448" y="61"/>
                    <a:pt x="445" y="61"/>
                  </a:cubicBezTo>
                  <a:cubicBezTo>
                    <a:pt x="440" y="61"/>
                    <a:pt x="440" y="61"/>
                    <a:pt x="440" y="61"/>
                  </a:cubicBezTo>
                  <a:cubicBezTo>
                    <a:pt x="438" y="61"/>
                    <a:pt x="436" y="62"/>
                    <a:pt x="435" y="63"/>
                  </a:cubicBezTo>
                  <a:cubicBezTo>
                    <a:pt x="433" y="65"/>
                    <a:pt x="433" y="68"/>
                    <a:pt x="431" y="68"/>
                  </a:cubicBezTo>
                  <a:cubicBezTo>
                    <a:pt x="428" y="68"/>
                    <a:pt x="428" y="64"/>
                    <a:pt x="426" y="62"/>
                  </a:cubicBezTo>
                  <a:cubicBezTo>
                    <a:pt x="425" y="61"/>
                    <a:pt x="424" y="61"/>
                    <a:pt x="423" y="61"/>
                  </a:cubicBezTo>
                  <a:cubicBezTo>
                    <a:pt x="420" y="60"/>
                    <a:pt x="419" y="59"/>
                    <a:pt x="416" y="59"/>
                  </a:cubicBezTo>
                  <a:cubicBezTo>
                    <a:pt x="410" y="59"/>
                    <a:pt x="406" y="61"/>
                    <a:pt x="399" y="61"/>
                  </a:cubicBezTo>
                  <a:cubicBezTo>
                    <a:pt x="395" y="61"/>
                    <a:pt x="393" y="61"/>
                    <a:pt x="389" y="59"/>
                  </a:cubicBezTo>
                  <a:cubicBezTo>
                    <a:pt x="387" y="57"/>
                    <a:pt x="387" y="54"/>
                    <a:pt x="385" y="54"/>
                  </a:cubicBezTo>
                  <a:cubicBezTo>
                    <a:pt x="383" y="54"/>
                    <a:pt x="382" y="56"/>
                    <a:pt x="380" y="56"/>
                  </a:cubicBezTo>
                  <a:cubicBezTo>
                    <a:pt x="374" y="56"/>
                    <a:pt x="370" y="55"/>
                    <a:pt x="366" y="51"/>
                  </a:cubicBezTo>
                  <a:cubicBezTo>
                    <a:pt x="363" y="49"/>
                    <a:pt x="362" y="48"/>
                    <a:pt x="360" y="47"/>
                  </a:cubicBezTo>
                  <a:cubicBezTo>
                    <a:pt x="358" y="47"/>
                    <a:pt x="358" y="45"/>
                    <a:pt x="357" y="45"/>
                  </a:cubicBezTo>
                  <a:cubicBezTo>
                    <a:pt x="352" y="45"/>
                    <a:pt x="352" y="51"/>
                    <a:pt x="347" y="51"/>
                  </a:cubicBezTo>
                  <a:cubicBezTo>
                    <a:pt x="343" y="51"/>
                    <a:pt x="340" y="50"/>
                    <a:pt x="337" y="47"/>
                  </a:cubicBezTo>
                  <a:cubicBezTo>
                    <a:pt x="335" y="45"/>
                    <a:pt x="334" y="43"/>
                    <a:pt x="333" y="41"/>
                  </a:cubicBezTo>
                  <a:cubicBezTo>
                    <a:pt x="329" y="36"/>
                    <a:pt x="326" y="32"/>
                    <a:pt x="320" y="32"/>
                  </a:cubicBezTo>
                  <a:cubicBezTo>
                    <a:pt x="317" y="32"/>
                    <a:pt x="315" y="34"/>
                    <a:pt x="314" y="36"/>
                  </a:cubicBezTo>
                  <a:cubicBezTo>
                    <a:pt x="313" y="38"/>
                    <a:pt x="314" y="40"/>
                    <a:pt x="312" y="41"/>
                  </a:cubicBezTo>
                  <a:cubicBezTo>
                    <a:pt x="309" y="44"/>
                    <a:pt x="307" y="46"/>
                    <a:pt x="305" y="50"/>
                  </a:cubicBezTo>
                  <a:cubicBezTo>
                    <a:pt x="302" y="56"/>
                    <a:pt x="298" y="60"/>
                    <a:pt x="291" y="62"/>
                  </a:cubicBezTo>
                  <a:cubicBezTo>
                    <a:pt x="289" y="63"/>
                    <a:pt x="288" y="64"/>
                    <a:pt x="286" y="64"/>
                  </a:cubicBezTo>
                  <a:cubicBezTo>
                    <a:pt x="282" y="64"/>
                    <a:pt x="280" y="60"/>
                    <a:pt x="276" y="60"/>
                  </a:cubicBezTo>
                  <a:cubicBezTo>
                    <a:pt x="274" y="60"/>
                    <a:pt x="273" y="62"/>
                    <a:pt x="272" y="62"/>
                  </a:cubicBezTo>
                  <a:cubicBezTo>
                    <a:pt x="265" y="62"/>
                    <a:pt x="265" y="62"/>
                    <a:pt x="265" y="62"/>
                  </a:cubicBezTo>
                  <a:cubicBezTo>
                    <a:pt x="261" y="62"/>
                    <a:pt x="258" y="60"/>
                    <a:pt x="253" y="59"/>
                  </a:cubicBezTo>
                  <a:cubicBezTo>
                    <a:pt x="249" y="58"/>
                    <a:pt x="246" y="59"/>
                    <a:pt x="241" y="58"/>
                  </a:cubicBezTo>
                  <a:cubicBezTo>
                    <a:pt x="231" y="54"/>
                    <a:pt x="238" y="57"/>
                    <a:pt x="230" y="60"/>
                  </a:cubicBezTo>
                  <a:cubicBezTo>
                    <a:pt x="228" y="61"/>
                    <a:pt x="226" y="60"/>
                    <a:pt x="223" y="60"/>
                  </a:cubicBezTo>
                  <a:cubicBezTo>
                    <a:pt x="219" y="60"/>
                    <a:pt x="216" y="61"/>
                    <a:pt x="212" y="58"/>
                  </a:cubicBezTo>
                  <a:cubicBezTo>
                    <a:pt x="211" y="57"/>
                    <a:pt x="210" y="54"/>
                    <a:pt x="208" y="54"/>
                  </a:cubicBezTo>
                  <a:cubicBezTo>
                    <a:pt x="206" y="54"/>
                    <a:pt x="206" y="58"/>
                    <a:pt x="203" y="58"/>
                  </a:cubicBezTo>
                  <a:cubicBezTo>
                    <a:pt x="201" y="58"/>
                    <a:pt x="200" y="55"/>
                    <a:pt x="198" y="55"/>
                  </a:cubicBezTo>
                  <a:cubicBezTo>
                    <a:pt x="196" y="55"/>
                    <a:pt x="196" y="55"/>
                    <a:pt x="195" y="56"/>
                  </a:cubicBezTo>
                  <a:cubicBezTo>
                    <a:pt x="193" y="56"/>
                    <a:pt x="191" y="55"/>
                    <a:pt x="189" y="55"/>
                  </a:cubicBezTo>
                  <a:cubicBezTo>
                    <a:pt x="186" y="54"/>
                    <a:pt x="183" y="54"/>
                    <a:pt x="181" y="51"/>
                  </a:cubicBezTo>
                  <a:cubicBezTo>
                    <a:pt x="179" y="46"/>
                    <a:pt x="181" y="42"/>
                    <a:pt x="179" y="36"/>
                  </a:cubicBezTo>
                  <a:cubicBezTo>
                    <a:pt x="178" y="33"/>
                    <a:pt x="175" y="33"/>
                    <a:pt x="173" y="31"/>
                  </a:cubicBezTo>
                  <a:cubicBezTo>
                    <a:pt x="171" y="26"/>
                    <a:pt x="167" y="22"/>
                    <a:pt x="162" y="22"/>
                  </a:cubicBezTo>
                  <a:cubicBezTo>
                    <a:pt x="160" y="22"/>
                    <a:pt x="158" y="22"/>
                    <a:pt x="158" y="24"/>
                  </a:cubicBezTo>
                  <a:cubicBezTo>
                    <a:pt x="157" y="25"/>
                    <a:pt x="157" y="27"/>
                    <a:pt x="156" y="27"/>
                  </a:cubicBezTo>
                  <a:cubicBezTo>
                    <a:pt x="149" y="27"/>
                    <a:pt x="146" y="25"/>
                    <a:pt x="140" y="22"/>
                  </a:cubicBezTo>
                  <a:cubicBezTo>
                    <a:pt x="138" y="20"/>
                    <a:pt x="137" y="19"/>
                    <a:pt x="134" y="19"/>
                  </a:cubicBezTo>
                  <a:cubicBezTo>
                    <a:pt x="131" y="19"/>
                    <a:pt x="130" y="21"/>
                    <a:pt x="127" y="21"/>
                  </a:cubicBezTo>
                  <a:cubicBezTo>
                    <a:pt x="124" y="21"/>
                    <a:pt x="122" y="21"/>
                    <a:pt x="120" y="20"/>
                  </a:cubicBezTo>
                  <a:cubicBezTo>
                    <a:pt x="119" y="18"/>
                    <a:pt x="119" y="16"/>
                    <a:pt x="117" y="14"/>
                  </a:cubicBezTo>
                  <a:cubicBezTo>
                    <a:pt x="112" y="12"/>
                    <a:pt x="110" y="10"/>
                    <a:pt x="105" y="10"/>
                  </a:cubicBezTo>
                  <a:cubicBezTo>
                    <a:pt x="102" y="10"/>
                    <a:pt x="101" y="12"/>
                    <a:pt x="98" y="12"/>
                  </a:cubicBezTo>
                  <a:cubicBezTo>
                    <a:pt x="92" y="12"/>
                    <a:pt x="92" y="12"/>
                    <a:pt x="92" y="12"/>
                  </a:cubicBezTo>
                  <a:cubicBezTo>
                    <a:pt x="90" y="12"/>
                    <a:pt x="88" y="12"/>
                    <a:pt x="87" y="10"/>
                  </a:cubicBezTo>
                  <a:cubicBezTo>
                    <a:pt x="82" y="0"/>
                    <a:pt x="85" y="15"/>
                    <a:pt x="76" y="15"/>
                  </a:cubicBezTo>
                  <a:cubicBezTo>
                    <a:pt x="71" y="15"/>
                    <a:pt x="68" y="14"/>
                    <a:pt x="65" y="11"/>
                  </a:cubicBezTo>
                  <a:cubicBezTo>
                    <a:pt x="63" y="10"/>
                    <a:pt x="64" y="7"/>
                    <a:pt x="62" y="7"/>
                  </a:cubicBezTo>
                  <a:cubicBezTo>
                    <a:pt x="59" y="7"/>
                    <a:pt x="58" y="9"/>
                    <a:pt x="56" y="9"/>
                  </a:cubicBezTo>
                  <a:cubicBezTo>
                    <a:pt x="52" y="9"/>
                    <a:pt x="50" y="8"/>
                    <a:pt x="46" y="6"/>
                  </a:cubicBezTo>
                  <a:cubicBezTo>
                    <a:pt x="44" y="6"/>
                    <a:pt x="44" y="5"/>
                    <a:pt x="42" y="5"/>
                  </a:cubicBezTo>
                  <a:cubicBezTo>
                    <a:pt x="36" y="5"/>
                    <a:pt x="36" y="5"/>
                    <a:pt x="36" y="5"/>
                  </a:cubicBezTo>
                  <a:cubicBezTo>
                    <a:pt x="31" y="5"/>
                    <a:pt x="33" y="1"/>
                    <a:pt x="26" y="2"/>
                  </a:cubicBezTo>
                  <a:cubicBezTo>
                    <a:pt x="17" y="10"/>
                    <a:pt x="16" y="18"/>
                    <a:pt x="14" y="30"/>
                  </a:cubicBezTo>
                  <a:cubicBezTo>
                    <a:pt x="13" y="35"/>
                    <a:pt x="11" y="38"/>
                    <a:pt x="9" y="43"/>
                  </a:cubicBezTo>
                  <a:cubicBezTo>
                    <a:pt x="8" y="44"/>
                    <a:pt x="8" y="45"/>
                    <a:pt x="7" y="47"/>
                  </a:cubicBezTo>
                  <a:cubicBezTo>
                    <a:pt x="6" y="49"/>
                    <a:pt x="3" y="50"/>
                    <a:pt x="2" y="52"/>
                  </a:cubicBezTo>
                  <a:cubicBezTo>
                    <a:pt x="1" y="54"/>
                    <a:pt x="1" y="56"/>
                    <a:pt x="0" y="57"/>
                  </a:cubicBezTo>
                  <a:cubicBezTo>
                    <a:pt x="1" y="59"/>
                    <a:pt x="1" y="59"/>
                    <a:pt x="1" y="59"/>
                  </a:cubicBezTo>
                  <a:cubicBezTo>
                    <a:pt x="6" y="59"/>
                    <a:pt x="9" y="59"/>
                    <a:pt x="14" y="59"/>
                  </a:cubicBezTo>
                  <a:cubicBezTo>
                    <a:pt x="16" y="59"/>
                    <a:pt x="17" y="58"/>
                    <a:pt x="19" y="57"/>
                  </a:cubicBezTo>
                  <a:cubicBezTo>
                    <a:pt x="20" y="56"/>
                    <a:pt x="20" y="55"/>
                    <a:pt x="20" y="55"/>
                  </a:cubicBezTo>
                  <a:cubicBezTo>
                    <a:pt x="23" y="55"/>
                    <a:pt x="24" y="55"/>
                    <a:pt x="26" y="55"/>
                  </a:cubicBezTo>
                  <a:cubicBezTo>
                    <a:pt x="30" y="55"/>
                    <a:pt x="30" y="58"/>
                    <a:pt x="33" y="60"/>
                  </a:cubicBezTo>
                  <a:cubicBezTo>
                    <a:pt x="38" y="65"/>
                    <a:pt x="42" y="68"/>
                    <a:pt x="49" y="68"/>
                  </a:cubicBezTo>
                  <a:cubicBezTo>
                    <a:pt x="50" y="68"/>
                    <a:pt x="51" y="66"/>
                    <a:pt x="53" y="66"/>
                  </a:cubicBezTo>
                  <a:cubicBezTo>
                    <a:pt x="55" y="66"/>
                    <a:pt x="56" y="68"/>
                    <a:pt x="56" y="70"/>
                  </a:cubicBezTo>
                  <a:cubicBezTo>
                    <a:pt x="56" y="76"/>
                    <a:pt x="49" y="78"/>
                    <a:pt x="49" y="84"/>
                  </a:cubicBezTo>
                  <a:cubicBezTo>
                    <a:pt x="49" y="86"/>
                    <a:pt x="49" y="87"/>
                    <a:pt x="49" y="89"/>
                  </a:cubicBezTo>
                  <a:cubicBezTo>
                    <a:pt x="54" y="89"/>
                    <a:pt x="54" y="89"/>
                    <a:pt x="54" y="89"/>
                  </a:cubicBezTo>
                  <a:cubicBezTo>
                    <a:pt x="57" y="89"/>
                    <a:pt x="58" y="91"/>
                    <a:pt x="60" y="91"/>
                  </a:cubicBezTo>
                  <a:cubicBezTo>
                    <a:pt x="70" y="91"/>
                    <a:pt x="70" y="91"/>
                    <a:pt x="70" y="91"/>
                  </a:cubicBezTo>
                  <a:cubicBezTo>
                    <a:pt x="76" y="91"/>
                    <a:pt x="79" y="93"/>
                    <a:pt x="85" y="93"/>
                  </a:cubicBezTo>
                  <a:cubicBezTo>
                    <a:pt x="90" y="93"/>
                    <a:pt x="90" y="93"/>
                    <a:pt x="90" y="93"/>
                  </a:cubicBezTo>
                  <a:cubicBezTo>
                    <a:pt x="96" y="93"/>
                    <a:pt x="99" y="95"/>
                    <a:pt x="104" y="96"/>
                  </a:cubicBezTo>
                  <a:cubicBezTo>
                    <a:pt x="108" y="97"/>
                    <a:pt x="110" y="97"/>
                    <a:pt x="114" y="98"/>
                  </a:cubicBezTo>
                  <a:cubicBezTo>
                    <a:pt x="116" y="99"/>
                    <a:pt x="117" y="99"/>
                    <a:pt x="119" y="100"/>
                  </a:cubicBezTo>
                  <a:cubicBezTo>
                    <a:pt x="122" y="101"/>
                    <a:pt x="123" y="103"/>
                    <a:pt x="126" y="105"/>
                  </a:cubicBezTo>
                  <a:cubicBezTo>
                    <a:pt x="133" y="107"/>
                    <a:pt x="138" y="107"/>
                    <a:pt x="144" y="109"/>
                  </a:cubicBezTo>
                  <a:cubicBezTo>
                    <a:pt x="155" y="114"/>
                    <a:pt x="161" y="116"/>
                    <a:pt x="172" y="116"/>
                  </a:cubicBezTo>
                  <a:cubicBezTo>
                    <a:pt x="176" y="116"/>
                    <a:pt x="176" y="109"/>
                    <a:pt x="181" y="109"/>
                  </a:cubicBezTo>
                  <a:cubicBezTo>
                    <a:pt x="183" y="109"/>
                    <a:pt x="184" y="110"/>
                    <a:pt x="186" y="110"/>
                  </a:cubicBezTo>
                  <a:cubicBezTo>
                    <a:pt x="188" y="110"/>
                    <a:pt x="189" y="109"/>
                    <a:pt x="191" y="108"/>
                  </a:cubicBezTo>
                  <a:cubicBezTo>
                    <a:pt x="197" y="106"/>
                    <a:pt x="198" y="103"/>
                    <a:pt x="200" y="108"/>
                  </a:cubicBezTo>
                  <a:cubicBezTo>
                    <a:pt x="201" y="111"/>
                    <a:pt x="205" y="111"/>
                    <a:pt x="208" y="111"/>
                  </a:cubicBezTo>
                  <a:cubicBezTo>
                    <a:pt x="210" y="111"/>
                    <a:pt x="211" y="109"/>
                    <a:pt x="212" y="109"/>
                  </a:cubicBezTo>
                  <a:cubicBezTo>
                    <a:pt x="220" y="109"/>
                    <a:pt x="230" y="105"/>
                    <a:pt x="230" y="114"/>
                  </a:cubicBezTo>
                  <a:cubicBezTo>
                    <a:pt x="231" y="114"/>
                    <a:pt x="232" y="114"/>
                    <a:pt x="233" y="114"/>
                  </a:cubicBezTo>
                  <a:cubicBezTo>
                    <a:pt x="234" y="114"/>
                    <a:pt x="234" y="114"/>
                    <a:pt x="235" y="114"/>
                  </a:cubicBezTo>
                  <a:cubicBezTo>
                    <a:pt x="241" y="114"/>
                    <a:pt x="241" y="114"/>
                    <a:pt x="241" y="114"/>
                  </a:cubicBezTo>
                  <a:cubicBezTo>
                    <a:pt x="246" y="114"/>
                    <a:pt x="249" y="115"/>
                    <a:pt x="253" y="117"/>
                  </a:cubicBezTo>
                  <a:cubicBezTo>
                    <a:pt x="257" y="118"/>
                    <a:pt x="260" y="117"/>
                    <a:pt x="264" y="118"/>
                  </a:cubicBezTo>
                  <a:cubicBezTo>
                    <a:pt x="273" y="121"/>
                    <a:pt x="277" y="124"/>
                    <a:pt x="284" y="130"/>
                  </a:cubicBezTo>
                  <a:cubicBezTo>
                    <a:pt x="288" y="133"/>
                    <a:pt x="292" y="132"/>
                    <a:pt x="298" y="133"/>
                  </a:cubicBezTo>
                  <a:cubicBezTo>
                    <a:pt x="302" y="134"/>
                    <a:pt x="304" y="135"/>
                    <a:pt x="308" y="137"/>
                  </a:cubicBezTo>
                  <a:cubicBezTo>
                    <a:pt x="311" y="138"/>
                    <a:pt x="313" y="137"/>
                    <a:pt x="317" y="138"/>
                  </a:cubicBezTo>
                  <a:cubicBezTo>
                    <a:pt x="322" y="140"/>
                    <a:pt x="325" y="142"/>
                    <a:pt x="330" y="142"/>
                  </a:cubicBezTo>
                  <a:cubicBezTo>
                    <a:pt x="331" y="142"/>
                    <a:pt x="331" y="141"/>
                    <a:pt x="332" y="140"/>
                  </a:cubicBezTo>
                  <a:cubicBezTo>
                    <a:pt x="334" y="141"/>
                    <a:pt x="335" y="144"/>
                    <a:pt x="338" y="144"/>
                  </a:cubicBezTo>
                  <a:cubicBezTo>
                    <a:pt x="343" y="144"/>
                    <a:pt x="345" y="143"/>
                    <a:pt x="349" y="143"/>
                  </a:cubicBezTo>
                  <a:cubicBezTo>
                    <a:pt x="353" y="143"/>
                    <a:pt x="355" y="147"/>
                    <a:pt x="360" y="147"/>
                  </a:cubicBezTo>
                  <a:cubicBezTo>
                    <a:pt x="361" y="147"/>
                    <a:pt x="361" y="146"/>
                    <a:pt x="362" y="146"/>
                  </a:cubicBezTo>
                  <a:cubicBezTo>
                    <a:pt x="365" y="146"/>
                    <a:pt x="366" y="149"/>
                    <a:pt x="368" y="149"/>
                  </a:cubicBezTo>
                  <a:cubicBezTo>
                    <a:pt x="370" y="149"/>
                    <a:pt x="370" y="149"/>
                    <a:pt x="370" y="149"/>
                  </a:cubicBezTo>
                  <a:cubicBezTo>
                    <a:pt x="370" y="146"/>
                    <a:pt x="373" y="146"/>
                    <a:pt x="375" y="145"/>
                  </a:cubicBezTo>
                  <a:cubicBezTo>
                    <a:pt x="376" y="144"/>
                    <a:pt x="377" y="143"/>
                    <a:pt x="378" y="143"/>
                  </a:cubicBezTo>
                  <a:cubicBezTo>
                    <a:pt x="381" y="143"/>
                    <a:pt x="382" y="146"/>
                    <a:pt x="385" y="146"/>
                  </a:cubicBezTo>
                  <a:cubicBezTo>
                    <a:pt x="386" y="146"/>
                    <a:pt x="386" y="145"/>
                    <a:pt x="387" y="145"/>
                  </a:cubicBezTo>
                  <a:cubicBezTo>
                    <a:pt x="390" y="145"/>
                    <a:pt x="392" y="146"/>
                    <a:pt x="395" y="146"/>
                  </a:cubicBezTo>
                  <a:cubicBezTo>
                    <a:pt x="401" y="146"/>
                    <a:pt x="401" y="146"/>
                    <a:pt x="401" y="146"/>
                  </a:cubicBezTo>
                  <a:cubicBezTo>
                    <a:pt x="404" y="146"/>
                    <a:pt x="405" y="148"/>
                    <a:pt x="407" y="149"/>
                  </a:cubicBezTo>
                  <a:cubicBezTo>
                    <a:pt x="411" y="151"/>
                    <a:pt x="413" y="150"/>
                    <a:pt x="417" y="151"/>
                  </a:cubicBezTo>
                  <a:cubicBezTo>
                    <a:pt x="422" y="152"/>
                    <a:pt x="424" y="153"/>
                    <a:pt x="429" y="153"/>
                  </a:cubicBezTo>
                  <a:cubicBezTo>
                    <a:pt x="432" y="153"/>
                    <a:pt x="433" y="151"/>
                    <a:pt x="436" y="151"/>
                  </a:cubicBezTo>
                  <a:cubicBezTo>
                    <a:pt x="441" y="151"/>
                    <a:pt x="441" y="151"/>
                    <a:pt x="441" y="151"/>
                  </a:cubicBezTo>
                  <a:cubicBezTo>
                    <a:pt x="444" y="148"/>
                    <a:pt x="447" y="147"/>
                    <a:pt x="451" y="146"/>
                  </a:cubicBezTo>
                  <a:cubicBezTo>
                    <a:pt x="455" y="145"/>
                    <a:pt x="457" y="145"/>
                    <a:pt x="460" y="145"/>
                  </a:cubicBezTo>
                  <a:cubicBezTo>
                    <a:pt x="464" y="145"/>
                    <a:pt x="466" y="146"/>
                    <a:pt x="469" y="148"/>
                  </a:cubicBezTo>
                  <a:cubicBezTo>
                    <a:pt x="470" y="149"/>
                    <a:pt x="470" y="150"/>
                    <a:pt x="472" y="151"/>
                  </a:cubicBezTo>
                  <a:cubicBezTo>
                    <a:pt x="478" y="152"/>
                    <a:pt x="480" y="154"/>
                    <a:pt x="486" y="156"/>
                  </a:cubicBezTo>
                  <a:cubicBezTo>
                    <a:pt x="489" y="156"/>
                    <a:pt x="490" y="158"/>
                    <a:pt x="493" y="159"/>
                  </a:cubicBezTo>
                  <a:cubicBezTo>
                    <a:pt x="500" y="160"/>
                    <a:pt x="505" y="160"/>
                    <a:pt x="511" y="16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40"/>
            <p:cNvSpPr>
              <a:spLocks/>
            </p:cNvSpPr>
            <p:nvPr/>
          </p:nvSpPr>
          <p:spPr bwMode="auto">
            <a:xfrm>
              <a:off x="3963988" y="3760788"/>
              <a:ext cx="207963" cy="138113"/>
            </a:xfrm>
            <a:custGeom>
              <a:avLst/>
              <a:gdLst/>
              <a:ahLst/>
              <a:cxnLst>
                <a:cxn ang="0">
                  <a:pos x="0" y="3"/>
                </a:cxn>
                <a:cxn ang="0">
                  <a:pos x="9" y="4"/>
                </a:cxn>
                <a:cxn ang="0">
                  <a:pos x="12" y="5"/>
                </a:cxn>
                <a:cxn ang="0">
                  <a:pos x="19" y="5"/>
                </a:cxn>
                <a:cxn ang="0">
                  <a:pos x="25" y="6"/>
                </a:cxn>
                <a:cxn ang="0">
                  <a:pos x="36" y="5"/>
                </a:cxn>
                <a:cxn ang="0">
                  <a:pos x="41" y="2"/>
                </a:cxn>
                <a:cxn ang="0">
                  <a:pos x="44" y="0"/>
                </a:cxn>
                <a:cxn ang="0">
                  <a:pos x="49" y="2"/>
                </a:cxn>
                <a:cxn ang="0">
                  <a:pos x="55" y="2"/>
                </a:cxn>
                <a:cxn ang="0">
                  <a:pos x="65" y="9"/>
                </a:cxn>
                <a:cxn ang="0">
                  <a:pos x="73" y="17"/>
                </a:cxn>
                <a:cxn ang="0">
                  <a:pos x="71" y="25"/>
                </a:cxn>
                <a:cxn ang="0">
                  <a:pos x="65" y="27"/>
                </a:cxn>
                <a:cxn ang="0">
                  <a:pos x="62" y="30"/>
                </a:cxn>
                <a:cxn ang="0">
                  <a:pos x="57" y="30"/>
                </a:cxn>
                <a:cxn ang="0">
                  <a:pos x="47" y="39"/>
                </a:cxn>
                <a:cxn ang="0">
                  <a:pos x="46" y="45"/>
                </a:cxn>
                <a:cxn ang="0">
                  <a:pos x="41" y="49"/>
                </a:cxn>
                <a:cxn ang="0">
                  <a:pos x="38" y="49"/>
                </a:cxn>
                <a:cxn ang="0">
                  <a:pos x="38" y="47"/>
                </a:cxn>
                <a:cxn ang="0">
                  <a:pos x="42" y="38"/>
                </a:cxn>
                <a:cxn ang="0">
                  <a:pos x="37" y="33"/>
                </a:cxn>
                <a:cxn ang="0">
                  <a:pos x="31" y="26"/>
                </a:cxn>
                <a:cxn ang="0">
                  <a:pos x="21" y="23"/>
                </a:cxn>
                <a:cxn ang="0">
                  <a:pos x="11" y="20"/>
                </a:cxn>
                <a:cxn ang="0">
                  <a:pos x="8" y="20"/>
                </a:cxn>
                <a:cxn ang="0">
                  <a:pos x="4" y="11"/>
                </a:cxn>
                <a:cxn ang="0">
                  <a:pos x="3" y="8"/>
                </a:cxn>
                <a:cxn ang="0">
                  <a:pos x="0" y="4"/>
                </a:cxn>
                <a:cxn ang="0">
                  <a:pos x="0" y="3"/>
                </a:cxn>
              </a:cxnLst>
              <a:rect l="0" t="0" r="r" b="b"/>
              <a:pathLst>
                <a:path w="74" h="49">
                  <a:moveTo>
                    <a:pt x="0" y="3"/>
                  </a:moveTo>
                  <a:cubicBezTo>
                    <a:pt x="3" y="3"/>
                    <a:pt x="5" y="3"/>
                    <a:pt x="9" y="4"/>
                  </a:cubicBezTo>
                  <a:cubicBezTo>
                    <a:pt x="10" y="4"/>
                    <a:pt x="10" y="5"/>
                    <a:pt x="12" y="5"/>
                  </a:cubicBezTo>
                  <a:cubicBezTo>
                    <a:pt x="19" y="5"/>
                    <a:pt x="19" y="5"/>
                    <a:pt x="19" y="5"/>
                  </a:cubicBezTo>
                  <a:cubicBezTo>
                    <a:pt x="21" y="5"/>
                    <a:pt x="23" y="6"/>
                    <a:pt x="25" y="6"/>
                  </a:cubicBezTo>
                  <a:cubicBezTo>
                    <a:pt x="29" y="6"/>
                    <a:pt x="32" y="7"/>
                    <a:pt x="36" y="5"/>
                  </a:cubicBezTo>
                  <a:cubicBezTo>
                    <a:pt x="38" y="4"/>
                    <a:pt x="39" y="3"/>
                    <a:pt x="41" y="2"/>
                  </a:cubicBezTo>
                  <a:cubicBezTo>
                    <a:pt x="42" y="2"/>
                    <a:pt x="42" y="0"/>
                    <a:pt x="44" y="0"/>
                  </a:cubicBezTo>
                  <a:cubicBezTo>
                    <a:pt x="46" y="0"/>
                    <a:pt x="47" y="2"/>
                    <a:pt x="49" y="2"/>
                  </a:cubicBezTo>
                  <a:cubicBezTo>
                    <a:pt x="55" y="2"/>
                    <a:pt x="55" y="2"/>
                    <a:pt x="55" y="2"/>
                  </a:cubicBezTo>
                  <a:cubicBezTo>
                    <a:pt x="60" y="2"/>
                    <a:pt x="62" y="5"/>
                    <a:pt x="65" y="9"/>
                  </a:cubicBezTo>
                  <a:cubicBezTo>
                    <a:pt x="68" y="12"/>
                    <a:pt x="73" y="13"/>
                    <a:pt x="73" y="17"/>
                  </a:cubicBezTo>
                  <a:cubicBezTo>
                    <a:pt x="73" y="20"/>
                    <a:pt x="74" y="23"/>
                    <a:pt x="71" y="25"/>
                  </a:cubicBezTo>
                  <a:cubicBezTo>
                    <a:pt x="69" y="27"/>
                    <a:pt x="67" y="26"/>
                    <a:pt x="65" y="27"/>
                  </a:cubicBezTo>
                  <a:cubicBezTo>
                    <a:pt x="63" y="28"/>
                    <a:pt x="63" y="29"/>
                    <a:pt x="62" y="30"/>
                  </a:cubicBezTo>
                  <a:cubicBezTo>
                    <a:pt x="61" y="31"/>
                    <a:pt x="59" y="30"/>
                    <a:pt x="57" y="30"/>
                  </a:cubicBezTo>
                  <a:cubicBezTo>
                    <a:pt x="52" y="32"/>
                    <a:pt x="51" y="35"/>
                    <a:pt x="47" y="39"/>
                  </a:cubicBezTo>
                  <a:cubicBezTo>
                    <a:pt x="45" y="40"/>
                    <a:pt x="46" y="42"/>
                    <a:pt x="46" y="45"/>
                  </a:cubicBezTo>
                  <a:cubicBezTo>
                    <a:pt x="46" y="47"/>
                    <a:pt x="44" y="49"/>
                    <a:pt x="41" y="49"/>
                  </a:cubicBezTo>
                  <a:cubicBezTo>
                    <a:pt x="38" y="49"/>
                    <a:pt x="38" y="49"/>
                    <a:pt x="38" y="49"/>
                  </a:cubicBezTo>
                  <a:cubicBezTo>
                    <a:pt x="38" y="47"/>
                    <a:pt x="38" y="47"/>
                    <a:pt x="38" y="47"/>
                  </a:cubicBezTo>
                  <a:cubicBezTo>
                    <a:pt x="38" y="43"/>
                    <a:pt x="42" y="42"/>
                    <a:pt x="42" y="38"/>
                  </a:cubicBezTo>
                  <a:cubicBezTo>
                    <a:pt x="42" y="35"/>
                    <a:pt x="40" y="34"/>
                    <a:pt x="37" y="33"/>
                  </a:cubicBezTo>
                  <a:cubicBezTo>
                    <a:pt x="34" y="31"/>
                    <a:pt x="34" y="28"/>
                    <a:pt x="31" y="26"/>
                  </a:cubicBezTo>
                  <a:cubicBezTo>
                    <a:pt x="28" y="23"/>
                    <a:pt x="25" y="23"/>
                    <a:pt x="21" y="23"/>
                  </a:cubicBezTo>
                  <a:cubicBezTo>
                    <a:pt x="17" y="23"/>
                    <a:pt x="15" y="21"/>
                    <a:pt x="11" y="20"/>
                  </a:cubicBezTo>
                  <a:cubicBezTo>
                    <a:pt x="10" y="20"/>
                    <a:pt x="9" y="21"/>
                    <a:pt x="8" y="20"/>
                  </a:cubicBezTo>
                  <a:cubicBezTo>
                    <a:pt x="5" y="18"/>
                    <a:pt x="6" y="14"/>
                    <a:pt x="4" y="11"/>
                  </a:cubicBezTo>
                  <a:cubicBezTo>
                    <a:pt x="4" y="10"/>
                    <a:pt x="3" y="9"/>
                    <a:pt x="3" y="8"/>
                  </a:cubicBezTo>
                  <a:cubicBezTo>
                    <a:pt x="2" y="6"/>
                    <a:pt x="0" y="6"/>
                    <a:pt x="0" y="4"/>
                  </a:cubicBezTo>
                  <a:cubicBezTo>
                    <a:pt x="0" y="3"/>
                    <a:pt x="0" y="3"/>
                    <a:pt x="0"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41"/>
            <p:cNvSpPr>
              <a:spLocks/>
            </p:cNvSpPr>
            <p:nvPr/>
          </p:nvSpPr>
          <p:spPr bwMode="auto">
            <a:xfrm>
              <a:off x="4084638" y="3552825"/>
              <a:ext cx="65088" cy="19050"/>
            </a:xfrm>
            <a:custGeom>
              <a:avLst/>
              <a:gdLst/>
              <a:ahLst/>
              <a:cxnLst>
                <a:cxn ang="0">
                  <a:pos x="15" y="5"/>
                </a:cxn>
                <a:cxn ang="0">
                  <a:pos x="23" y="7"/>
                </a:cxn>
                <a:cxn ang="0">
                  <a:pos x="23" y="6"/>
                </a:cxn>
                <a:cxn ang="0">
                  <a:pos x="13" y="0"/>
                </a:cxn>
                <a:cxn ang="0">
                  <a:pos x="15" y="5"/>
                </a:cxn>
              </a:cxnLst>
              <a:rect l="0" t="0" r="r" b="b"/>
              <a:pathLst>
                <a:path w="23" h="7">
                  <a:moveTo>
                    <a:pt x="15" y="5"/>
                  </a:moveTo>
                  <a:cubicBezTo>
                    <a:pt x="18" y="5"/>
                    <a:pt x="20" y="7"/>
                    <a:pt x="23" y="7"/>
                  </a:cubicBezTo>
                  <a:cubicBezTo>
                    <a:pt x="23" y="7"/>
                    <a:pt x="23" y="6"/>
                    <a:pt x="23" y="6"/>
                  </a:cubicBezTo>
                  <a:cubicBezTo>
                    <a:pt x="23" y="1"/>
                    <a:pt x="18" y="0"/>
                    <a:pt x="13" y="0"/>
                  </a:cubicBezTo>
                  <a:cubicBezTo>
                    <a:pt x="1" y="0"/>
                    <a:pt x="0" y="5"/>
                    <a:pt x="15" y="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42"/>
            <p:cNvSpPr>
              <a:spLocks/>
            </p:cNvSpPr>
            <p:nvPr/>
          </p:nvSpPr>
          <p:spPr bwMode="auto">
            <a:xfrm>
              <a:off x="3932238" y="3589338"/>
              <a:ext cx="20638" cy="25400"/>
            </a:xfrm>
            <a:custGeom>
              <a:avLst/>
              <a:gdLst/>
              <a:ahLst/>
              <a:cxnLst>
                <a:cxn ang="0">
                  <a:pos x="0" y="2"/>
                </a:cxn>
                <a:cxn ang="0">
                  <a:pos x="5" y="0"/>
                </a:cxn>
                <a:cxn ang="0">
                  <a:pos x="7" y="3"/>
                </a:cxn>
                <a:cxn ang="0">
                  <a:pos x="7" y="9"/>
                </a:cxn>
                <a:cxn ang="0">
                  <a:pos x="5" y="9"/>
                </a:cxn>
                <a:cxn ang="0">
                  <a:pos x="0" y="2"/>
                </a:cxn>
              </a:cxnLst>
              <a:rect l="0" t="0" r="r" b="b"/>
              <a:pathLst>
                <a:path w="7" h="9">
                  <a:moveTo>
                    <a:pt x="0" y="2"/>
                  </a:moveTo>
                  <a:cubicBezTo>
                    <a:pt x="2" y="1"/>
                    <a:pt x="3" y="0"/>
                    <a:pt x="5" y="0"/>
                  </a:cubicBezTo>
                  <a:cubicBezTo>
                    <a:pt x="6" y="0"/>
                    <a:pt x="7" y="2"/>
                    <a:pt x="7" y="3"/>
                  </a:cubicBezTo>
                  <a:cubicBezTo>
                    <a:pt x="7" y="9"/>
                    <a:pt x="7" y="9"/>
                    <a:pt x="7" y="9"/>
                  </a:cubicBezTo>
                  <a:cubicBezTo>
                    <a:pt x="5" y="9"/>
                    <a:pt x="5" y="9"/>
                    <a:pt x="5" y="9"/>
                  </a:cubicBezTo>
                  <a:cubicBezTo>
                    <a:pt x="4" y="6"/>
                    <a:pt x="2" y="5"/>
                    <a:pt x="0" y="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43"/>
            <p:cNvSpPr>
              <a:spLocks/>
            </p:cNvSpPr>
            <p:nvPr/>
          </p:nvSpPr>
          <p:spPr bwMode="auto">
            <a:xfrm>
              <a:off x="4737100" y="3768725"/>
              <a:ext cx="19050" cy="28575"/>
            </a:xfrm>
            <a:custGeom>
              <a:avLst/>
              <a:gdLst/>
              <a:ahLst/>
              <a:cxnLst>
                <a:cxn ang="0">
                  <a:pos x="4" y="0"/>
                </a:cxn>
                <a:cxn ang="0">
                  <a:pos x="0" y="5"/>
                </a:cxn>
                <a:cxn ang="0">
                  <a:pos x="3" y="10"/>
                </a:cxn>
                <a:cxn ang="0">
                  <a:pos x="7" y="3"/>
                </a:cxn>
                <a:cxn ang="0">
                  <a:pos x="4" y="0"/>
                </a:cxn>
              </a:cxnLst>
              <a:rect l="0" t="0" r="r" b="b"/>
              <a:pathLst>
                <a:path w="7" h="10">
                  <a:moveTo>
                    <a:pt x="4" y="0"/>
                  </a:moveTo>
                  <a:cubicBezTo>
                    <a:pt x="1" y="1"/>
                    <a:pt x="0" y="3"/>
                    <a:pt x="0" y="5"/>
                  </a:cubicBezTo>
                  <a:cubicBezTo>
                    <a:pt x="0" y="7"/>
                    <a:pt x="1" y="10"/>
                    <a:pt x="3" y="10"/>
                  </a:cubicBezTo>
                  <a:cubicBezTo>
                    <a:pt x="6" y="10"/>
                    <a:pt x="7" y="6"/>
                    <a:pt x="7" y="3"/>
                  </a:cubicBezTo>
                  <a:cubicBezTo>
                    <a:pt x="7" y="2"/>
                    <a:pt x="5" y="1"/>
                    <a:pt x="4"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44"/>
            <p:cNvSpPr>
              <a:spLocks/>
            </p:cNvSpPr>
            <p:nvPr/>
          </p:nvSpPr>
          <p:spPr bwMode="auto">
            <a:xfrm>
              <a:off x="4354513" y="3763963"/>
              <a:ext cx="409575" cy="174625"/>
            </a:xfrm>
            <a:custGeom>
              <a:avLst/>
              <a:gdLst/>
              <a:ahLst/>
              <a:cxnLst>
                <a:cxn ang="0">
                  <a:pos x="103" y="46"/>
                </a:cxn>
                <a:cxn ang="0">
                  <a:pos x="99" y="43"/>
                </a:cxn>
                <a:cxn ang="0">
                  <a:pos x="91" y="41"/>
                </a:cxn>
                <a:cxn ang="0">
                  <a:pos x="77" y="48"/>
                </a:cxn>
                <a:cxn ang="0">
                  <a:pos x="61" y="51"/>
                </a:cxn>
                <a:cxn ang="0">
                  <a:pos x="55" y="54"/>
                </a:cxn>
                <a:cxn ang="0">
                  <a:pos x="29" y="56"/>
                </a:cxn>
                <a:cxn ang="0">
                  <a:pos x="10" y="60"/>
                </a:cxn>
                <a:cxn ang="0">
                  <a:pos x="1" y="55"/>
                </a:cxn>
                <a:cxn ang="0">
                  <a:pos x="0" y="51"/>
                </a:cxn>
                <a:cxn ang="0">
                  <a:pos x="3" y="43"/>
                </a:cxn>
                <a:cxn ang="0">
                  <a:pos x="4" y="27"/>
                </a:cxn>
                <a:cxn ang="0">
                  <a:pos x="22" y="20"/>
                </a:cxn>
                <a:cxn ang="0">
                  <a:pos x="31" y="20"/>
                </a:cxn>
                <a:cxn ang="0">
                  <a:pos x="41" y="22"/>
                </a:cxn>
                <a:cxn ang="0">
                  <a:pos x="49" y="21"/>
                </a:cxn>
                <a:cxn ang="0">
                  <a:pos x="52" y="24"/>
                </a:cxn>
                <a:cxn ang="0">
                  <a:pos x="59" y="30"/>
                </a:cxn>
                <a:cxn ang="0">
                  <a:pos x="66" y="37"/>
                </a:cxn>
                <a:cxn ang="0">
                  <a:pos x="79" y="35"/>
                </a:cxn>
                <a:cxn ang="0">
                  <a:pos x="91" y="32"/>
                </a:cxn>
                <a:cxn ang="0">
                  <a:pos x="80" y="22"/>
                </a:cxn>
                <a:cxn ang="0">
                  <a:pos x="65" y="17"/>
                </a:cxn>
                <a:cxn ang="0">
                  <a:pos x="64" y="2"/>
                </a:cxn>
                <a:cxn ang="0">
                  <a:pos x="82" y="3"/>
                </a:cxn>
                <a:cxn ang="0">
                  <a:pos x="89" y="13"/>
                </a:cxn>
                <a:cxn ang="0">
                  <a:pos x="96" y="16"/>
                </a:cxn>
                <a:cxn ang="0">
                  <a:pos x="114" y="14"/>
                </a:cxn>
                <a:cxn ang="0">
                  <a:pos x="115" y="26"/>
                </a:cxn>
                <a:cxn ang="0">
                  <a:pos x="119" y="18"/>
                </a:cxn>
                <a:cxn ang="0">
                  <a:pos x="130" y="14"/>
                </a:cxn>
                <a:cxn ang="0">
                  <a:pos x="136" y="20"/>
                </a:cxn>
                <a:cxn ang="0">
                  <a:pos x="136" y="30"/>
                </a:cxn>
                <a:cxn ang="0">
                  <a:pos x="142" y="35"/>
                </a:cxn>
                <a:cxn ang="0">
                  <a:pos x="146" y="33"/>
                </a:cxn>
                <a:cxn ang="0">
                  <a:pos x="141" y="40"/>
                </a:cxn>
                <a:cxn ang="0">
                  <a:pos x="129" y="38"/>
                </a:cxn>
                <a:cxn ang="0">
                  <a:pos x="119" y="39"/>
                </a:cxn>
                <a:cxn ang="0">
                  <a:pos x="131" y="44"/>
                </a:cxn>
                <a:cxn ang="0">
                  <a:pos x="119" y="44"/>
                </a:cxn>
                <a:cxn ang="0">
                  <a:pos x="111" y="44"/>
                </a:cxn>
              </a:cxnLst>
              <a:rect l="0" t="0" r="r" b="b"/>
              <a:pathLst>
                <a:path w="146" h="62">
                  <a:moveTo>
                    <a:pt x="111" y="44"/>
                  </a:moveTo>
                  <a:cubicBezTo>
                    <a:pt x="108" y="45"/>
                    <a:pt x="106" y="46"/>
                    <a:pt x="103" y="46"/>
                  </a:cubicBezTo>
                  <a:cubicBezTo>
                    <a:pt x="102" y="46"/>
                    <a:pt x="101" y="46"/>
                    <a:pt x="99" y="46"/>
                  </a:cubicBezTo>
                  <a:cubicBezTo>
                    <a:pt x="99" y="43"/>
                    <a:pt x="99" y="43"/>
                    <a:pt x="99" y="43"/>
                  </a:cubicBezTo>
                  <a:cubicBezTo>
                    <a:pt x="99" y="40"/>
                    <a:pt x="101" y="38"/>
                    <a:pt x="101" y="35"/>
                  </a:cubicBezTo>
                  <a:cubicBezTo>
                    <a:pt x="101" y="27"/>
                    <a:pt x="95" y="38"/>
                    <a:pt x="91" y="41"/>
                  </a:cubicBezTo>
                  <a:cubicBezTo>
                    <a:pt x="90" y="42"/>
                    <a:pt x="89" y="43"/>
                    <a:pt x="88" y="44"/>
                  </a:cubicBezTo>
                  <a:cubicBezTo>
                    <a:pt x="84" y="47"/>
                    <a:pt x="81" y="47"/>
                    <a:pt x="77" y="48"/>
                  </a:cubicBezTo>
                  <a:cubicBezTo>
                    <a:pt x="74" y="48"/>
                    <a:pt x="74" y="51"/>
                    <a:pt x="72" y="51"/>
                  </a:cubicBezTo>
                  <a:cubicBezTo>
                    <a:pt x="68" y="51"/>
                    <a:pt x="65" y="51"/>
                    <a:pt x="61" y="51"/>
                  </a:cubicBezTo>
                  <a:cubicBezTo>
                    <a:pt x="60" y="51"/>
                    <a:pt x="59" y="51"/>
                    <a:pt x="57" y="52"/>
                  </a:cubicBezTo>
                  <a:cubicBezTo>
                    <a:pt x="56" y="52"/>
                    <a:pt x="56" y="54"/>
                    <a:pt x="55" y="54"/>
                  </a:cubicBezTo>
                  <a:cubicBezTo>
                    <a:pt x="50" y="55"/>
                    <a:pt x="48" y="58"/>
                    <a:pt x="43" y="58"/>
                  </a:cubicBezTo>
                  <a:cubicBezTo>
                    <a:pt x="29" y="56"/>
                    <a:pt x="29" y="56"/>
                    <a:pt x="29" y="56"/>
                  </a:cubicBezTo>
                  <a:cubicBezTo>
                    <a:pt x="24" y="57"/>
                    <a:pt x="23" y="62"/>
                    <a:pt x="18" y="62"/>
                  </a:cubicBezTo>
                  <a:cubicBezTo>
                    <a:pt x="15" y="62"/>
                    <a:pt x="13" y="61"/>
                    <a:pt x="10" y="60"/>
                  </a:cubicBezTo>
                  <a:cubicBezTo>
                    <a:pt x="8" y="59"/>
                    <a:pt x="7" y="58"/>
                    <a:pt x="5" y="57"/>
                  </a:cubicBezTo>
                  <a:cubicBezTo>
                    <a:pt x="3" y="57"/>
                    <a:pt x="1" y="57"/>
                    <a:pt x="1" y="55"/>
                  </a:cubicBezTo>
                  <a:cubicBezTo>
                    <a:pt x="1" y="54"/>
                    <a:pt x="1" y="54"/>
                    <a:pt x="1" y="53"/>
                  </a:cubicBezTo>
                  <a:cubicBezTo>
                    <a:pt x="1" y="52"/>
                    <a:pt x="0" y="52"/>
                    <a:pt x="0" y="51"/>
                  </a:cubicBezTo>
                  <a:cubicBezTo>
                    <a:pt x="0" y="49"/>
                    <a:pt x="0" y="47"/>
                    <a:pt x="1" y="45"/>
                  </a:cubicBezTo>
                  <a:cubicBezTo>
                    <a:pt x="2" y="45"/>
                    <a:pt x="3" y="45"/>
                    <a:pt x="3" y="43"/>
                  </a:cubicBezTo>
                  <a:cubicBezTo>
                    <a:pt x="3" y="42"/>
                    <a:pt x="1" y="41"/>
                    <a:pt x="1" y="39"/>
                  </a:cubicBezTo>
                  <a:cubicBezTo>
                    <a:pt x="1" y="35"/>
                    <a:pt x="2" y="32"/>
                    <a:pt x="4" y="27"/>
                  </a:cubicBezTo>
                  <a:cubicBezTo>
                    <a:pt x="7" y="28"/>
                    <a:pt x="9" y="26"/>
                    <a:pt x="12" y="25"/>
                  </a:cubicBezTo>
                  <a:cubicBezTo>
                    <a:pt x="16" y="24"/>
                    <a:pt x="19" y="23"/>
                    <a:pt x="22" y="20"/>
                  </a:cubicBezTo>
                  <a:cubicBezTo>
                    <a:pt x="24" y="19"/>
                    <a:pt x="23" y="16"/>
                    <a:pt x="25" y="16"/>
                  </a:cubicBezTo>
                  <a:cubicBezTo>
                    <a:pt x="28" y="16"/>
                    <a:pt x="28" y="19"/>
                    <a:pt x="31" y="20"/>
                  </a:cubicBezTo>
                  <a:cubicBezTo>
                    <a:pt x="34" y="20"/>
                    <a:pt x="34" y="24"/>
                    <a:pt x="37" y="24"/>
                  </a:cubicBezTo>
                  <a:cubicBezTo>
                    <a:pt x="39" y="24"/>
                    <a:pt x="40" y="22"/>
                    <a:pt x="41" y="22"/>
                  </a:cubicBezTo>
                  <a:cubicBezTo>
                    <a:pt x="46" y="22"/>
                    <a:pt x="46" y="22"/>
                    <a:pt x="46" y="22"/>
                  </a:cubicBezTo>
                  <a:cubicBezTo>
                    <a:pt x="47" y="22"/>
                    <a:pt x="48" y="21"/>
                    <a:pt x="49" y="21"/>
                  </a:cubicBezTo>
                  <a:cubicBezTo>
                    <a:pt x="49" y="23"/>
                    <a:pt x="49" y="24"/>
                    <a:pt x="50" y="25"/>
                  </a:cubicBezTo>
                  <a:cubicBezTo>
                    <a:pt x="52" y="24"/>
                    <a:pt x="52" y="24"/>
                    <a:pt x="52" y="24"/>
                  </a:cubicBezTo>
                  <a:cubicBezTo>
                    <a:pt x="53" y="26"/>
                    <a:pt x="53" y="27"/>
                    <a:pt x="53" y="28"/>
                  </a:cubicBezTo>
                  <a:cubicBezTo>
                    <a:pt x="55" y="28"/>
                    <a:pt x="58" y="28"/>
                    <a:pt x="59" y="30"/>
                  </a:cubicBezTo>
                  <a:cubicBezTo>
                    <a:pt x="61" y="32"/>
                    <a:pt x="59" y="34"/>
                    <a:pt x="60" y="36"/>
                  </a:cubicBezTo>
                  <a:cubicBezTo>
                    <a:pt x="61" y="38"/>
                    <a:pt x="64" y="37"/>
                    <a:pt x="66" y="37"/>
                  </a:cubicBezTo>
                  <a:cubicBezTo>
                    <a:pt x="68" y="37"/>
                    <a:pt x="69" y="39"/>
                    <a:pt x="71" y="39"/>
                  </a:cubicBezTo>
                  <a:cubicBezTo>
                    <a:pt x="75" y="39"/>
                    <a:pt x="75" y="35"/>
                    <a:pt x="79" y="35"/>
                  </a:cubicBezTo>
                  <a:cubicBezTo>
                    <a:pt x="81" y="35"/>
                    <a:pt x="82" y="37"/>
                    <a:pt x="85" y="37"/>
                  </a:cubicBezTo>
                  <a:cubicBezTo>
                    <a:pt x="87" y="37"/>
                    <a:pt x="91" y="35"/>
                    <a:pt x="91" y="32"/>
                  </a:cubicBezTo>
                  <a:cubicBezTo>
                    <a:pt x="91" y="30"/>
                    <a:pt x="88" y="30"/>
                    <a:pt x="87" y="28"/>
                  </a:cubicBezTo>
                  <a:cubicBezTo>
                    <a:pt x="84" y="26"/>
                    <a:pt x="83" y="24"/>
                    <a:pt x="80" y="22"/>
                  </a:cubicBezTo>
                  <a:cubicBezTo>
                    <a:pt x="77" y="21"/>
                    <a:pt x="75" y="22"/>
                    <a:pt x="72" y="22"/>
                  </a:cubicBezTo>
                  <a:cubicBezTo>
                    <a:pt x="68" y="21"/>
                    <a:pt x="67" y="19"/>
                    <a:pt x="65" y="17"/>
                  </a:cubicBezTo>
                  <a:cubicBezTo>
                    <a:pt x="61" y="14"/>
                    <a:pt x="57" y="11"/>
                    <a:pt x="57" y="6"/>
                  </a:cubicBezTo>
                  <a:cubicBezTo>
                    <a:pt x="57" y="2"/>
                    <a:pt x="61" y="3"/>
                    <a:pt x="64" y="2"/>
                  </a:cubicBezTo>
                  <a:cubicBezTo>
                    <a:pt x="68" y="2"/>
                    <a:pt x="70" y="0"/>
                    <a:pt x="74" y="0"/>
                  </a:cubicBezTo>
                  <a:cubicBezTo>
                    <a:pt x="77" y="0"/>
                    <a:pt x="80" y="1"/>
                    <a:pt x="82" y="3"/>
                  </a:cubicBezTo>
                  <a:cubicBezTo>
                    <a:pt x="83" y="4"/>
                    <a:pt x="83" y="5"/>
                    <a:pt x="84" y="6"/>
                  </a:cubicBezTo>
                  <a:cubicBezTo>
                    <a:pt x="86" y="9"/>
                    <a:pt x="88" y="10"/>
                    <a:pt x="89" y="13"/>
                  </a:cubicBezTo>
                  <a:cubicBezTo>
                    <a:pt x="91" y="15"/>
                    <a:pt x="92" y="18"/>
                    <a:pt x="94" y="18"/>
                  </a:cubicBezTo>
                  <a:cubicBezTo>
                    <a:pt x="95" y="18"/>
                    <a:pt x="96" y="17"/>
                    <a:pt x="96" y="16"/>
                  </a:cubicBezTo>
                  <a:cubicBezTo>
                    <a:pt x="100" y="14"/>
                    <a:pt x="102" y="10"/>
                    <a:pt x="106" y="10"/>
                  </a:cubicBezTo>
                  <a:cubicBezTo>
                    <a:pt x="110" y="10"/>
                    <a:pt x="111" y="12"/>
                    <a:pt x="114" y="14"/>
                  </a:cubicBezTo>
                  <a:cubicBezTo>
                    <a:pt x="114" y="15"/>
                    <a:pt x="115" y="16"/>
                    <a:pt x="115" y="17"/>
                  </a:cubicBezTo>
                  <a:cubicBezTo>
                    <a:pt x="115" y="26"/>
                    <a:pt x="115" y="26"/>
                    <a:pt x="115" y="26"/>
                  </a:cubicBezTo>
                  <a:cubicBezTo>
                    <a:pt x="116" y="26"/>
                    <a:pt x="116" y="26"/>
                    <a:pt x="116" y="26"/>
                  </a:cubicBezTo>
                  <a:cubicBezTo>
                    <a:pt x="118" y="23"/>
                    <a:pt x="118" y="21"/>
                    <a:pt x="119" y="18"/>
                  </a:cubicBezTo>
                  <a:cubicBezTo>
                    <a:pt x="119" y="15"/>
                    <a:pt x="121" y="13"/>
                    <a:pt x="124" y="13"/>
                  </a:cubicBezTo>
                  <a:cubicBezTo>
                    <a:pt x="127" y="13"/>
                    <a:pt x="128" y="14"/>
                    <a:pt x="130" y="14"/>
                  </a:cubicBezTo>
                  <a:cubicBezTo>
                    <a:pt x="132" y="14"/>
                    <a:pt x="133" y="14"/>
                    <a:pt x="135" y="15"/>
                  </a:cubicBezTo>
                  <a:cubicBezTo>
                    <a:pt x="137" y="16"/>
                    <a:pt x="136" y="18"/>
                    <a:pt x="136" y="20"/>
                  </a:cubicBezTo>
                  <a:cubicBezTo>
                    <a:pt x="136" y="22"/>
                    <a:pt x="138" y="23"/>
                    <a:pt x="138" y="25"/>
                  </a:cubicBezTo>
                  <a:cubicBezTo>
                    <a:pt x="138" y="27"/>
                    <a:pt x="136" y="28"/>
                    <a:pt x="136" y="30"/>
                  </a:cubicBezTo>
                  <a:cubicBezTo>
                    <a:pt x="136" y="33"/>
                    <a:pt x="138" y="34"/>
                    <a:pt x="141" y="35"/>
                  </a:cubicBezTo>
                  <a:cubicBezTo>
                    <a:pt x="142" y="35"/>
                    <a:pt x="142" y="35"/>
                    <a:pt x="142" y="35"/>
                  </a:cubicBezTo>
                  <a:cubicBezTo>
                    <a:pt x="142" y="32"/>
                    <a:pt x="143" y="30"/>
                    <a:pt x="145" y="30"/>
                  </a:cubicBezTo>
                  <a:cubicBezTo>
                    <a:pt x="146" y="31"/>
                    <a:pt x="146" y="32"/>
                    <a:pt x="146" y="33"/>
                  </a:cubicBezTo>
                  <a:cubicBezTo>
                    <a:pt x="146" y="35"/>
                    <a:pt x="146" y="36"/>
                    <a:pt x="146" y="38"/>
                  </a:cubicBezTo>
                  <a:cubicBezTo>
                    <a:pt x="145" y="40"/>
                    <a:pt x="143" y="39"/>
                    <a:pt x="141" y="40"/>
                  </a:cubicBezTo>
                  <a:cubicBezTo>
                    <a:pt x="139" y="40"/>
                    <a:pt x="138" y="41"/>
                    <a:pt x="136" y="41"/>
                  </a:cubicBezTo>
                  <a:cubicBezTo>
                    <a:pt x="133" y="41"/>
                    <a:pt x="132" y="38"/>
                    <a:pt x="129" y="38"/>
                  </a:cubicBezTo>
                  <a:cubicBezTo>
                    <a:pt x="126" y="38"/>
                    <a:pt x="125" y="39"/>
                    <a:pt x="123" y="39"/>
                  </a:cubicBezTo>
                  <a:cubicBezTo>
                    <a:pt x="119" y="39"/>
                    <a:pt x="119" y="39"/>
                    <a:pt x="119" y="39"/>
                  </a:cubicBezTo>
                  <a:cubicBezTo>
                    <a:pt x="119" y="40"/>
                    <a:pt x="119" y="40"/>
                    <a:pt x="119" y="40"/>
                  </a:cubicBezTo>
                  <a:cubicBezTo>
                    <a:pt x="123" y="43"/>
                    <a:pt x="128" y="40"/>
                    <a:pt x="131" y="44"/>
                  </a:cubicBezTo>
                  <a:cubicBezTo>
                    <a:pt x="129" y="46"/>
                    <a:pt x="128" y="46"/>
                    <a:pt x="126" y="46"/>
                  </a:cubicBezTo>
                  <a:cubicBezTo>
                    <a:pt x="123" y="46"/>
                    <a:pt x="122" y="44"/>
                    <a:pt x="119" y="44"/>
                  </a:cubicBezTo>
                  <a:cubicBezTo>
                    <a:pt x="112" y="44"/>
                    <a:pt x="112" y="44"/>
                    <a:pt x="112" y="44"/>
                  </a:cubicBezTo>
                  <a:cubicBezTo>
                    <a:pt x="112" y="44"/>
                    <a:pt x="111" y="44"/>
                    <a:pt x="111" y="4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45"/>
            <p:cNvSpPr>
              <a:spLocks/>
            </p:cNvSpPr>
            <p:nvPr/>
          </p:nvSpPr>
          <p:spPr bwMode="auto">
            <a:xfrm>
              <a:off x="4471988" y="3771900"/>
              <a:ext cx="36513" cy="39688"/>
            </a:xfrm>
            <a:custGeom>
              <a:avLst/>
              <a:gdLst/>
              <a:ahLst/>
              <a:cxnLst>
                <a:cxn ang="0">
                  <a:pos x="0" y="5"/>
                </a:cxn>
                <a:cxn ang="0">
                  <a:pos x="3" y="10"/>
                </a:cxn>
                <a:cxn ang="0">
                  <a:pos x="2" y="11"/>
                </a:cxn>
                <a:cxn ang="0">
                  <a:pos x="5" y="14"/>
                </a:cxn>
                <a:cxn ang="0">
                  <a:pos x="9" y="9"/>
                </a:cxn>
                <a:cxn ang="0">
                  <a:pos x="13" y="0"/>
                </a:cxn>
                <a:cxn ang="0">
                  <a:pos x="12" y="0"/>
                </a:cxn>
                <a:cxn ang="0">
                  <a:pos x="7" y="0"/>
                </a:cxn>
                <a:cxn ang="0">
                  <a:pos x="4" y="3"/>
                </a:cxn>
                <a:cxn ang="0">
                  <a:pos x="0" y="5"/>
                </a:cxn>
              </a:cxnLst>
              <a:rect l="0" t="0" r="r" b="b"/>
              <a:pathLst>
                <a:path w="13" h="14">
                  <a:moveTo>
                    <a:pt x="0" y="5"/>
                  </a:moveTo>
                  <a:cubicBezTo>
                    <a:pt x="0" y="7"/>
                    <a:pt x="2" y="8"/>
                    <a:pt x="3" y="10"/>
                  </a:cubicBezTo>
                  <a:cubicBezTo>
                    <a:pt x="3" y="10"/>
                    <a:pt x="2" y="10"/>
                    <a:pt x="2" y="11"/>
                  </a:cubicBezTo>
                  <a:cubicBezTo>
                    <a:pt x="2" y="13"/>
                    <a:pt x="3" y="14"/>
                    <a:pt x="5" y="14"/>
                  </a:cubicBezTo>
                  <a:cubicBezTo>
                    <a:pt x="7" y="14"/>
                    <a:pt x="8" y="11"/>
                    <a:pt x="9" y="9"/>
                  </a:cubicBezTo>
                  <a:cubicBezTo>
                    <a:pt x="11" y="6"/>
                    <a:pt x="12" y="4"/>
                    <a:pt x="13" y="0"/>
                  </a:cubicBezTo>
                  <a:cubicBezTo>
                    <a:pt x="12" y="0"/>
                    <a:pt x="12" y="0"/>
                    <a:pt x="12" y="0"/>
                  </a:cubicBezTo>
                  <a:cubicBezTo>
                    <a:pt x="10" y="1"/>
                    <a:pt x="9" y="0"/>
                    <a:pt x="7" y="0"/>
                  </a:cubicBezTo>
                  <a:cubicBezTo>
                    <a:pt x="5" y="0"/>
                    <a:pt x="5" y="2"/>
                    <a:pt x="4" y="3"/>
                  </a:cubicBezTo>
                  <a:cubicBezTo>
                    <a:pt x="3" y="4"/>
                    <a:pt x="0" y="3"/>
                    <a:pt x="0" y="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46"/>
            <p:cNvSpPr>
              <a:spLocks/>
            </p:cNvSpPr>
            <p:nvPr/>
          </p:nvSpPr>
          <p:spPr bwMode="auto">
            <a:xfrm>
              <a:off x="4198938" y="3786188"/>
              <a:ext cx="149225" cy="123825"/>
            </a:xfrm>
            <a:custGeom>
              <a:avLst/>
              <a:gdLst/>
              <a:ahLst/>
              <a:cxnLst>
                <a:cxn ang="0">
                  <a:pos x="12" y="14"/>
                </a:cxn>
                <a:cxn ang="0">
                  <a:pos x="14" y="26"/>
                </a:cxn>
                <a:cxn ang="0">
                  <a:pos x="13" y="32"/>
                </a:cxn>
                <a:cxn ang="0">
                  <a:pos x="10" y="31"/>
                </a:cxn>
                <a:cxn ang="0">
                  <a:pos x="6" y="35"/>
                </a:cxn>
                <a:cxn ang="0">
                  <a:pos x="1" y="32"/>
                </a:cxn>
                <a:cxn ang="0">
                  <a:pos x="0" y="33"/>
                </a:cxn>
                <a:cxn ang="0">
                  <a:pos x="3" y="38"/>
                </a:cxn>
                <a:cxn ang="0">
                  <a:pos x="6" y="38"/>
                </a:cxn>
                <a:cxn ang="0">
                  <a:pos x="11" y="42"/>
                </a:cxn>
                <a:cxn ang="0">
                  <a:pos x="11" y="39"/>
                </a:cxn>
                <a:cxn ang="0">
                  <a:pos x="13" y="38"/>
                </a:cxn>
                <a:cxn ang="0">
                  <a:pos x="17" y="41"/>
                </a:cxn>
                <a:cxn ang="0">
                  <a:pos x="26" y="42"/>
                </a:cxn>
                <a:cxn ang="0">
                  <a:pos x="31" y="44"/>
                </a:cxn>
                <a:cxn ang="0">
                  <a:pos x="35" y="43"/>
                </a:cxn>
                <a:cxn ang="0">
                  <a:pos x="39" y="43"/>
                </a:cxn>
                <a:cxn ang="0">
                  <a:pos x="44" y="38"/>
                </a:cxn>
                <a:cxn ang="0">
                  <a:pos x="43" y="34"/>
                </a:cxn>
                <a:cxn ang="0">
                  <a:pos x="47" y="27"/>
                </a:cxn>
                <a:cxn ang="0">
                  <a:pos x="50" y="20"/>
                </a:cxn>
                <a:cxn ang="0">
                  <a:pos x="53" y="9"/>
                </a:cxn>
                <a:cxn ang="0">
                  <a:pos x="47" y="4"/>
                </a:cxn>
                <a:cxn ang="0">
                  <a:pos x="34" y="1"/>
                </a:cxn>
                <a:cxn ang="0">
                  <a:pos x="26" y="2"/>
                </a:cxn>
                <a:cxn ang="0">
                  <a:pos x="18" y="10"/>
                </a:cxn>
                <a:cxn ang="0">
                  <a:pos x="12" y="14"/>
                </a:cxn>
              </a:cxnLst>
              <a:rect l="0" t="0" r="r" b="b"/>
              <a:pathLst>
                <a:path w="53" h="44">
                  <a:moveTo>
                    <a:pt x="12" y="14"/>
                  </a:moveTo>
                  <a:cubicBezTo>
                    <a:pt x="14" y="18"/>
                    <a:pt x="14" y="21"/>
                    <a:pt x="14" y="26"/>
                  </a:cubicBezTo>
                  <a:cubicBezTo>
                    <a:pt x="14" y="28"/>
                    <a:pt x="14" y="30"/>
                    <a:pt x="13" y="32"/>
                  </a:cubicBezTo>
                  <a:cubicBezTo>
                    <a:pt x="12" y="32"/>
                    <a:pt x="11" y="31"/>
                    <a:pt x="10" y="31"/>
                  </a:cubicBezTo>
                  <a:cubicBezTo>
                    <a:pt x="9" y="33"/>
                    <a:pt x="8" y="35"/>
                    <a:pt x="6" y="35"/>
                  </a:cubicBezTo>
                  <a:cubicBezTo>
                    <a:pt x="3" y="35"/>
                    <a:pt x="3" y="32"/>
                    <a:pt x="1" y="32"/>
                  </a:cubicBezTo>
                  <a:cubicBezTo>
                    <a:pt x="1" y="32"/>
                    <a:pt x="0" y="33"/>
                    <a:pt x="0" y="33"/>
                  </a:cubicBezTo>
                  <a:cubicBezTo>
                    <a:pt x="0" y="35"/>
                    <a:pt x="1" y="37"/>
                    <a:pt x="3" y="38"/>
                  </a:cubicBezTo>
                  <a:cubicBezTo>
                    <a:pt x="4" y="38"/>
                    <a:pt x="5" y="37"/>
                    <a:pt x="6" y="38"/>
                  </a:cubicBezTo>
                  <a:cubicBezTo>
                    <a:pt x="8" y="38"/>
                    <a:pt x="9" y="41"/>
                    <a:pt x="11" y="42"/>
                  </a:cubicBezTo>
                  <a:cubicBezTo>
                    <a:pt x="11" y="39"/>
                    <a:pt x="11" y="39"/>
                    <a:pt x="11" y="39"/>
                  </a:cubicBezTo>
                  <a:cubicBezTo>
                    <a:pt x="12" y="39"/>
                    <a:pt x="12" y="38"/>
                    <a:pt x="13" y="38"/>
                  </a:cubicBezTo>
                  <a:cubicBezTo>
                    <a:pt x="15" y="38"/>
                    <a:pt x="15" y="41"/>
                    <a:pt x="17" y="41"/>
                  </a:cubicBezTo>
                  <a:cubicBezTo>
                    <a:pt x="20" y="42"/>
                    <a:pt x="22" y="41"/>
                    <a:pt x="26" y="42"/>
                  </a:cubicBezTo>
                  <a:cubicBezTo>
                    <a:pt x="28" y="42"/>
                    <a:pt x="29" y="44"/>
                    <a:pt x="31" y="44"/>
                  </a:cubicBezTo>
                  <a:cubicBezTo>
                    <a:pt x="33" y="44"/>
                    <a:pt x="33" y="43"/>
                    <a:pt x="35" y="43"/>
                  </a:cubicBezTo>
                  <a:cubicBezTo>
                    <a:pt x="36" y="42"/>
                    <a:pt x="37" y="43"/>
                    <a:pt x="39" y="43"/>
                  </a:cubicBezTo>
                  <a:cubicBezTo>
                    <a:pt x="42" y="43"/>
                    <a:pt x="44" y="41"/>
                    <a:pt x="44" y="38"/>
                  </a:cubicBezTo>
                  <a:cubicBezTo>
                    <a:pt x="44" y="36"/>
                    <a:pt x="43" y="36"/>
                    <a:pt x="43" y="34"/>
                  </a:cubicBezTo>
                  <a:cubicBezTo>
                    <a:pt x="43" y="31"/>
                    <a:pt x="46" y="30"/>
                    <a:pt x="47" y="27"/>
                  </a:cubicBezTo>
                  <a:cubicBezTo>
                    <a:pt x="49" y="24"/>
                    <a:pt x="49" y="22"/>
                    <a:pt x="50" y="20"/>
                  </a:cubicBezTo>
                  <a:cubicBezTo>
                    <a:pt x="51" y="16"/>
                    <a:pt x="53" y="13"/>
                    <a:pt x="53" y="9"/>
                  </a:cubicBezTo>
                  <a:cubicBezTo>
                    <a:pt x="53" y="6"/>
                    <a:pt x="49" y="5"/>
                    <a:pt x="47" y="4"/>
                  </a:cubicBezTo>
                  <a:cubicBezTo>
                    <a:pt x="42" y="2"/>
                    <a:pt x="39" y="1"/>
                    <a:pt x="34" y="1"/>
                  </a:cubicBezTo>
                  <a:cubicBezTo>
                    <a:pt x="31" y="1"/>
                    <a:pt x="28" y="0"/>
                    <a:pt x="26" y="2"/>
                  </a:cubicBezTo>
                  <a:cubicBezTo>
                    <a:pt x="22" y="4"/>
                    <a:pt x="21" y="7"/>
                    <a:pt x="18" y="10"/>
                  </a:cubicBezTo>
                  <a:cubicBezTo>
                    <a:pt x="15" y="12"/>
                    <a:pt x="14" y="12"/>
                    <a:pt x="12" y="1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47"/>
            <p:cNvSpPr>
              <a:spLocks/>
            </p:cNvSpPr>
            <p:nvPr/>
          </p:nvSpPr>
          <p:spPr bwMode="auto">
            <a:xfrm>
              <a:off x="4135438" y="3862388"/>
              <a:ext cx="25400" cy="22225"/>
            </a:xfrm>
            <a:custGeom>
              <a:avLst/>
              <a:gdLst/>
              <a:ahLst/>
              <a:cxnLst>
                <a:cxn ang="0">
                  <a:pos x="0" y="4"/>
                </a:cxn>
                <a:cxn ang="0">
                  <a:pos x="8" y="8"/>
                </a:cxn>
                <a:cxn ang="0">
                  <a:pos x="9" y="6"/>
                </a:cxn>
                <a:cxn ang="0">
                  <a:pos x="7" y="2"/>
                </a:cxn>
                <a:cxn ang="0">
                  <a:pos x="5" y="0"/>
                </a:cxn>
                <a:cxn ang="0">
                  <a:pos x="0" y="4"/>
                </a:cxn>
              </a:cxnLst>
              <a:rect l="0" t="0" r="r" b="b"/>
              <a:pathLst>
                <a:path w="9" h="8">
                  <a:moveTo>
                    <a:pt x="0" y="4"/>
                  </a:moveTo>
                  <a:cubicBezTo>
                    <a:pt x="2" y="7"/>
                    <a:pt x="5" y="7"/>
                    <a:pt x="8" y="8"/>
                  </a:cubicBezTo>
                  <a:cubicBezTo>
                    <a:pt x="8" y="8"/>
                    <a:pt x="9" y="7"/>
                    <a:pt x="9" y="6"/>
                  </a:cubicBezTo>
                  <a:cubicBezTo>
                    <a:pt x="9" y="4"/>
                    <a:pt x="8" y="3"/>
                    <a:pt x="7" y="2"/>
                  </a:cubicBezTo>
                  <a:cubicBezTo>
                    <a:pt x="6" y="1"/>
                    <a:pt x="6" y="0"/>
                    <a:pt x="5" y="0"/>
                  </a:cubicBezTo>
                  <a:cubicBezTo>
                    <a:pt x="3" y="0"/>
                    <a:pt x="1" y="2"/>
                    <a:pt x="0" y="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48"/>
            <p:cNvSpPr>
              <a:spLocks/>
            </p:cNvSpPr>
            <p:nvPr/>
          </p:nvSpPr>
          <p:spPr bwMode="auto">
            <a:xfrm>
              <a:off x="4840288" y="3848100"/>
              <a:ext cx="17463" cy="36513"/>
            </a:xfrm>
            <a:custGeom>
              <a:avLst/>
              <a:gdLst/>
              <a:ahLst/>
              <a:cxnLst>
                <a:cxn ang="0">
                  <a:pos x="0" y="11"/>
                </a:cxn>
                <a:cxn ang="0">
                  <a:pos x="0" y="12"/>
                </a:cxn>
                <a:cxn ang="0">
                  <a:pos x="5" y="12"/>
                </a:cxn>
                <a:cxn ang="0">
                  <a:pos x="0" y="11"/>
                </a:cxn>
              </a:cxnLst>
              <a:rect l="0" t="0" r="r" b="b"/>
              <a:pathLst>
                <a:path w="6" h="13">
                  <a:moveTo>
                    <a:pt x="0" y="11"/>
                  </a:moveTo>
                  <a:cubicBezTo>
                    <a:pt x="0" y="12"/>
                    <a:pt x="0" y="12"/>
                    <a:pt x="0" y="12"/>
                  </a:cubicBezTo>
                  <a:cubicBezTo>
                    <a:pt x="2" y="12"/>
                    <a:pt x="3" y="13"/>
                    <a:pt x="5" y="12"/>
                  </a:cubicBezTo>
                  <a:cubicBezTo>
                    <a:pt x="6" y="0"/>
                    <a:pt x="2" y="4"/>
                    <a:pt x="0" y="1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49"/>
            <p:cNvSpPr>
              <a:spLocks/>
            </p:cNvSpPr>
            <p:nvPr/>
          </p:nvSpPr>
          <p:spPr bwMode="auto">
            <a:xfrm>
              <a:off x="4795838" y="3827463"/>
              <a:ext cx="33338" cy="49213"/>
            </a:xfrm>
            <a:custGeom>
              <a:avLst/>
              <a:gdLst/>
              <a:ahLst/>
              <a:cxnLst>
                <a:cxn ang="0">
                  <a:pos x="8" y="1"/>
                </a:cxn>
                <a:cxn ang="0">
                  <a:pos x="0" y="9"/>
                </a:cxn>
                <a:cxn ang="0">
                  <a:pos x="1" y="11"/>
                </a:cxn>
                <a:cxn ang="0">
                  <a:pos x="1" y="14"/>
                </a:cxn>
                <a:cxn ang="0">
                  <a:pos x="3" y="17"/>
                </a:cxn>
                <a:cxn ang="0">
                  <a:pos x="5" y="13"/>
                </a:cxn>
                <a:cxn ang="0">
                  <a:pos x="9" y="7"/>
                </a:cxn>
                <a:cxn ang="0">
                  <a:pos x="11" y="8"/>
                </a:cxn>
                <a:cxn ang="0">
                  <a:pos x="12" y="6"/>
                </a:cxn>
                <a:cxn ang="0">
                  <a:pos x="8" y="1"/>
                </a:cxn>
              </a:cxnLst>
              <a:rect l="0" t="0" r="r" b="b"/>
              <a:pathLst>
                <a:path w="12" h="17">
                  <a:moveTo>
                    <a:pt x="8" y="1"/>
                  </a:moveTo>
                  <a:cubicBezTo>
                    <a:pt x="0" y="0"/>
                    <a:pt x="3" y="1"/>
                    <a:pt x="0" y="9"/>
                  </a:cubicBezTo>
                  <a:cubicBezTo>
                    <a:pt x="1" y="11"/>
                    <a:pt x="1" y="11"/>
                    <a:pt x="1" y="11"/>
                  </a:cubicBezTo>
                  <a:cubicBezTo>
                    <a:pt x="1" y="12"/>
                    <a:pt x="1" y="13"/>
                    <a:pt x="1" y="14"/>
                  </a:cubicBezTo>
                  <a:cubicBezTo>
                    <a:pt x="1" y="15"/>
                    <a:pt x="2" y="17"/>
                    <a:pt x="3" y="17"/>
                  </a:cubicBezTo>
                  <a:cubicBezTo>
                    <a:pt x="5" y="17"/>
                    <a:pt x="5" y="15"/>
                    <a:pt x="5" y="13"/>
                  </a:cubicBezTo>
                  <a:cubicBezTo>
                    <a:pt x="6" y="10"/>
                    <a:pt x="7" y="7"/>
                    <a:pt x="9" y="7"/>
                  </a:cubicBezTo>
                  <a:cubicBezTo>
                    <a:pt x="10" y="7"/>
                    <a:pt x="10" y="8"/>
                    <a:pt x="11" y="8"/>
                  </a:cubicBezTo>
                  <a:cubicBezTo>
                    <a:pt x="12" y="8"/>
                    <a:pt x="12" y="7"/>
                    <a:pt x="12" y="6"/>
                  </a:cubicBezTo>
                  <a:cubicBezTo>
                    <a:pt x="12" y="3"/>
                    <a:pt x="10" y="2"/>
                    <a:pt x="8"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50"/>
            <p:cNvSpPr>
              <a:spLocks/>
            </p:cNvSpPr>
            <p:nvPr/>
          </p:nvSpPr>
          <p:spPr bwMode="auto">
            <a:xfrm>
              <a:off x="4868863" y="3765550"/>
              <a:ext cx="547688" cy="141288"/>
            </a:xfrm>
            <a:custGeom>
              <a:avLst/>
              <a:gdLst/>
              <a:ahLst/>
              <a:cxnLst>
                <a:cxn ang="0">
                  <a:pos x="185" y="27"/>
                </a:cxn>
                <a:cxn ang="0">
                  <a:pos x="183" y="21"/>
                </a:cxn>
                <a:cxn ang="0">
                  <a:pos x="192" y="15"/>
                </a:cxn>
                <a:cxn ang="0">
                  <a:pos x="193" y="5"/>
                </a:cxn>
                <a:cxn ang="0">
                  <a:pos x="180" y="6"/>
                </a:cxn>
                <a:cxn ang="0">
                  <a:pos x="187" y="6"/>
                </a:cxn>
                <a:cxn ang="0">
                  <a:pos x="185" y="13"/>
                </a:cxn>
                <a:cxn ang="0">
                  <a:pos x="171" y="18"/>
                </a:cxn>
                <a:cxn ang="0">
                  <a:pos x="162" y="29"/>
                </a:cxn>
                <a:cxn ang="0">
                  <a:pos x="146" y="30"/>
                </a:cxn>
                <a:cxn ang="0">
                  <a:pos x="119" y="24"/>
                </a:cxn>
                <a:cxn ang="0">
                  <a:pos x="110" y="24"/>
                </a:cxn>
                <a:cxn ang="0">
                  <a:pos x="93" y="25"/>
                </a:cxn>
                <a:cxn ang="0">
                  <a:pos x="73" y="16"/>
                </a:cxn>
                <a:cxn ang="0">
                  <a:pos x="65" y="15"/>
                </a:cxn>
                <a:cxn ang="0">
                  <a:pos x="51" y="10"/>
                </a:cxn>
                <a:cxn ang="0">
                  <a:pos x="46" y="10"/>
                </a:cxn>
                <a:cxn ang="0">
                  <a:pos x="39" y="9"/>
                </a:cxn>
                <a:cxn ang="0">
                  <a:pos x="30" y="10"/>
                </a:cxn>
                <a:cxn ang="0">
                  <a:pos x="13" y="18"/>
                </a:cxn>
                <a:cxn ang="0">
                  <a:pos x="2" y="26"/>
                </a:cxn>
                <a:cxn ang="0">
                  <a:pos x="0" y="38"/>
                </a:cxn>
                <a:cxn ang="0">
                  <a:pos x="9" y="46"/>
                </a:cxn>
                <a:cxn ang="0">
                  <a:pos x="17" y="43"/>
                </a:cxn>
                <a:cxn ang="0">
                  <a:pos x="25" y="44"/>
                </a:cxn>
                <a:cxn ang="0">
                  <a:pos x="43" y="43"/>
                </a:cxn>
                <a:cxn ang="0">
                  <a:pos x="55" y="46"/>
                </a:cxn>
                <a:cxn ang="0">
                  <a:pos x="66" y="47"/>
                </a:cxn>
                <a:cxn ang="0">
                  <a:pos x="88" y="49"/>
                </a:cxn>
                <a:cxn ang="0">
                  <a:pos x="99" y="42"/>
                </a:cxn>
                <a:cxn ang="0">
                  <a:pos x="106" y="42"/>
                </a:cxn>
                <a:cxn ang="0">
                  <a:pos x="125" y="47"/>
                </a:cxn>
                <a:cxn ang="0">
                  <a:pos x="145" y="38"/>
                </a:cxn>
                <a:cxn ang="0">
                  <a:pos x="157" y="39"/>
                </a:cxn>
                <a:cxn ang="0">
                  <a:pos x="175" y="34"/>
                </a:cxn>
              </a:cxnLst>
              <a:rect l="0" t="0" r="r" b="b"/>
              <a:pathLst>
                <a:path w="195" h="50">
                  <a:moveTo>
                    <a:pt x="185" y="31"/>
                  </a:moveTo>
                  <a:cubicBezTo>
                    <a:pt x="185" y="29"/>
                    <a:pt x="185" y="29"/>
                    <a:pt x="185" y="27"/>
                  </a:cubicBezTo>
                  <a:cubicBezTo>
                    <a:pt x="185" y="25"/>
                    <a:pt x="184" y="24"/>
                    <a:pt x="183" y="22"/>
                  </a:cubicBezTo>
                  <a:cubicBezTo>
                    <a:pt x="183" y="21"/>
                    <a:pt x="183" y="21"/>
                    <a:pt x="183" y="21"/>
                  </a:cubicBezTo>
                  <a:cubicBezTo>
                    <a:pt x="185" y="21"/>
                    <a:pt x="187" y="22"/>
                    <a:pt x="188" y="20"/>
                  </a:cubicBezTo>
                  <a:cubicBezTo>
                    <a:pt x="190" y="19"/>
                    <a:pt x="189" y="15"/>
                    <a:pt x="192" y="15"/>
                  </a:cubicBezTo>
                  <a:cubicBezTo>
                    <a:pt x="195" y="14"/>
                    <a:pt x="195" y="16"/>
                    <a:pt x="195" y="11"/>
                  </a:cubicBezTo>
                  <a:cubicBezTo>
                    <a:pt x="195" y="9"/>
                    <a:pt x="194" y="7"/>
                    <a:pt x="193" y="5"/>
                  </a:cubicBezTo>
                  <a:cubicBezTo>
                    <a:pt x="192" y="2"/>
                    <a:pt x="191" y="0"/>
                    <a:pt x="188" y="0"/>
                  </a:cubicBezTo>
                  <a:cubicBezTo>
                    <a:pt x="184" y="0"/>
                    <a:pt x="182" y="3"/>
                    <a:pt x="180" y="6"/>
                  </a:cubicBezTo>
                  <a:cubicBezTo>
                    <a:pt x="181" y="7"/>
                    <a:pt x="181" y="7"/>
                    <a:pt x="181" y="7"/>
                  </a:cubicBezTo>
                  <a:cubicBezTo>
                    <a:pt x="183" y="7"/>
                    <a:pt x="184" y="6"/>
                    <a:pt x="187" y="6"/>
                  </a:cubicBezTo>
                  <a:cubicBezTo>
                    <a:pt x="188" y="6"/>
                    <a:pt x="189" y="7"/>
                    <a:pt x="189" y="9"/>
                  </a:cubicBezTo>
                  <a:cubicBezTo>
                    <a:pt x="189" y="11"/>
                    <a:pt x="187" y="12"/>
                    <a:pt x="185" y="13"/>
                  </a:cubicBezTo>
                  <a:cubicBezTo>
                    <a:pt x="182" y="14"/>
                    <a:pt x="180" y="15"/>
                    <a:pt x="177" y="16"/>
                  </a:cubicBezTo>
                  <a:cubicBezTo>
                    <a:pt x="175" y="17"/>
                    <a:pt x="173" y="17"/>
                    <a:pt x="171" y="18"/>
                  </a:cubicBezTo>
                  <a:cubicBezTo>
                    <a:pt x="169" y="21"/>
                    <a:pt x="165" y="20"/>
                    <a:pt x="163" y="23"/>
                  </a:cubicBezTo>
                  <a:cubicBezTo>
                    <a:pt x="163" y="25"/>
                    <a:pt x="163" y="27"/>
                    <a:pt x="162" y="29"/>
                  </a:cubicBezTo>
                  <a:cubicBezTo>
                    <a:pt x="160" y="32"/>
                    <a:pt x="157" y="33"/>
                    <a:pt x="153" y="33"/>
                  </a:cubicBezTo>
                  <a:cubicBezTo>
                    <a:pt x="151" y="33"/>
                    <a:pt x="149" y="31"/>
                    <a:pt x="146" y="30"/>
                  </a:cubicBezTo>
                  <a:cubicBezTo>
                    <a:pt x="134" y="25"/>
                    <a:pt x="138" y="24"/>
                    <a:pt x="126" y="24"/>
                  </a:cubicBezTo>
                  <a:cubicBezTo>
                    <a:pt x="123" y="24"/>
                    <a:pt x="122" y="24"/>
                    <a:pt x="119" y="24"/>
                  </a:cubicBezTo>
                  <a:cubicBezTo>
                    <a:pt x="117" y="24"/>
                    <a:pt x="116" y="24"/>
                    <a:pt x="114" y="24"/>
                  </a:cubicBezTo>
                  <a:cubicBezTo>
                    <a:pt x="112" y="24"/>
                    <a:pt x="112" y="24"/>
                    <a:pt x="110" y="24"/>
                  </a:cubicBezTo>
                  <a:cubicBezTo>
                    <a:pt x="106" y="24"/>
                    <a:pt x="105" y="30"/>
                    <a:pt x="101" y="30"/>
                  </a:cubicBezTo>
                  <a:cubicBezTo>
                    <a:pt x="97" y="30"/>
                    <a:pt x="96" y="27"/>
                    <a:pt x="93" y="25"/>
                  </a:cubicBezTo>
                  <a:cubicBezTo>
                    <a:pt x="88" y="22"/>
                    <a:pt x="85" y="22"/>
                    <a:pt x="80" y="19"/>
                  </a:cubicBezTo>
                  <a:cubicBezTo>
                    <a:pt x="73" y="16"/>
                    <a:pt x="73" y="16"/>
                    <a:pt x="73" y="16"/>
                  </a:cubicBezTo>
                  <a:cubicBezTo>
                    <a:pt x="72" y="16"/>
                    <a:pt x="72" y="15"/>
                    <a:pt x="71" y="15"/>
                  </a:cubicBezTo>
                  <a:cubicBezTo>
                    <a:pt x="65" y="15"/>
                    <a:pt x="65" y="15"/>
                    <a:pt x="65" y="15"/>
                  </a:cubicBezTo>
                  <a:cubicBezTo>
                    <a:pt x="63" y="15"/>
                    <a:pt x="62" y="16"/>
                    <a:pt x="59" y="16"/>
                  </a:cubicBezTo>
                  <a:cubicBezTo>
                    <a:pt x="55" y="16"/>
                    <a:pt x="55" y="10"/>
                    <a:pt x="51" y="10"/>
                  </a:cubicBezTo>
                  <a:cubicBezTo>
                    <a:pt x="50" y="10"/>
                    <a:pt x="50" y="10"/>
                    <a:pt x="49" y="10"/>
                  </a:cubicBezTo>
                  <a:cubicBezTo>
                    <a:pt x="48" y="10"/>
                    <a:pt x="47" y="10"/>
                    <a:pt x="46" y="10"/>
                  </a:cubicBezTo>
                  <a:cubicBezTo>
                    <a:pt x="45" y="10"/>
                    <a:pt x="44" y="10"/>
                    <a:pt x="43" y="10"/>
                  </a:cubicBezTo>
                  <a:cubicBezTo>
                    <a:pt x="41" y="10"/>
                    <a:pt x="41" y="9"/>
                    <a:pt x="39" y="9"/>
                  </a:cubicBezTo>
                  <a:cubicBezTo>
                    <a:pt x="37" y="9"/>
                    <a:pt x="37" y="10"/>
                    <a:pt x="35" y="10"/>
                  </a:cubicBezTo>
                  <a:cubicBezTo>
                    <a:pt x="33" y="10"/>
                    <a:pt x="32" y="10"/>
                    <a:pt x="30" y="10"/>
                  </a:cubicBezTo>
                  <a:cubicBezTo>
                    <a:pt x="26" y="10"/>
                    <a:pt x="23" y="14"/>
                    <a:pt x="19" y="16"/>
                  </a:cubicBezTo>
                  <a:cubicBezTo>
                    <a:pt x="17" y="17"/>
                    <a:pt x="15" y="16"/>
                    <a:pt x="13" y="18"/>
                  </a:cubicBezTo>
                  <a:cubicBezTo>
                    <a:pt x="11" y="20"/>
                    <a:pt x="10" y="22"/>
                    <a:pt x="8" y="22"/>
                  </a:cubicBezTo>
                  <a:cubicBezTo>
                    <a:pt x="2" y="22"/>
                    <a:pt x="7" y="23"/>
                    <a:pt x="2" y="26"/>
                  </a:cubicBezTo>
                  <a:cubicBezTo>
                    <a:pt x="1" y="28"/>
                    <a:pt x="0" y="29"/>
                    <a:pt x="0" y="32"/>
                  </a:cubicBezTo>
                  <a:cubicBezTo>
                    <a:pt x="0" y="38"/>
                    <a:pt x="0" y="38"/>
                    <a:pt x="0" y="38"/>
                  </a:cubicBezTo>
                  <a:cubicBezTo>
                    <a:pt x="0" y="42"/>
                    <a:pt x="7" y="42"/>
                    <a:pt x="8" y="46"/>
                  </a:cubicBezTo>
                  <a:cubicBezTo>
                    <a:pt x="9" y="46"/>
                    <a:pt x="9" y="46"/>
                    <a:pt x="9" y="46"/>
                  </a:cubicBezTo>
                  <a:cubicBezTo>
                    <a:pt x="10" y="45"/>
                    <a:pt x="10" y="43"/>
                    <a:pt x="12" y="43"/>
                  </a:cubicBezTo>
                  <a:cubicBezTo>
                    <a:pt x="17" y="43"/>
                    <a:pt x="17" y="43"/>
                    <a:pt x="17" y="43"/>
                  </a:cubicBezTo>
                  <a:cubicBezTo>
                    <a:pt x="19" y="43"/>
                    <a:pt x="20" y="40"/>
                    <a:pt x="22" y="40"/>
                  </a:cubicBezTo>
                  <a:cubicBezTo>
                    <a:pt x="24" y="40"/>
                    <a:pt x="24" y="43"/>
                    <a:pt x="25" y="44"/>
                  </a:cubicBezTo>
                  <a:cubicBezTo>
                    <a:pt x="27" y="44"/>
                    <a:pt x="29" y="44"/>
                    <a:pt x="31" y="44"/>
                  </a:cubicBezTo>
                  <a:cubicBezTo>
                    <a:pt x="35" y="44"/>
                    <a:pt x="38" y="43"/>
                    <a:pt x="43" y="43"/>
                  </a:cubicBezTo>
                  <a:cubicBezTo>
                    <a:pt x="46" y="43"/>
                    <a:pt x="48" y="43"/>
                    <a:pt x="50" y="44"/>
                  </a:cubicBezTo>
                  <a:cubicBezTo>
                    <a:pt x="52" y="44"/>
                    <a:pt x="53" y="46"/>
                    <a:pt x="55" y="46"/>
                  </a:cubicBezTo>
                  <a:cubicBezTo>
                    <a:pt x="57" y="46"/>
                    <a:pt x="58" y="43"/>
                    <a:pt x="61" y="43"/>
                  </a:cubicBezTo>
                  <a:cubicBezTo>
                    <a:pt x="63" y="43"/>
                    <a:pt x="64" y="45"/>
                    <a:pt x="66" y="47"/>
                  </a:cubicBezTo>
                  <a:cubicBezTo>
                    <a:pt x="70" y="49"/>
                    <a:pt x="73" y="50"/>
                    <a:pt x="77" y="50"/>
                  </a:cubicBezTo>
                  <a:cubicBezTo>
                    <a:pt x="81" y="50"/>
                    <a:pt x="84" y="49"/>
                    <a:pt x="88" y="49"/>
                  </a:cubicBezTo>
                  <a:cubicBezTo>
                    <a:pt x="90" y="49"/>
                    <a:pt x="91" y="49"/>
                    <a:pt x="94" y="49"/>
                  </a:cubicBezTo>
                  <a:cubicBezTo>
                    <a:pt x="95" y="46"/>
                    <a:pt x="96" y="42"/>
                    <a:pt x="99" y="42"/>
                  </a:cubicBezTo>
                  <a:cubicBezTo>
                    <a:pt x="101" y="42"/>
                    <a:pt x="102" y="43"/>
                    <a:pt x="103" y="43"/>
                  </a:cubicBezTo>
                  <a:cubicBezTo>
                    <a:pt x="104" y="43"/>
                    <a:pt x="105" y="42"/>
                    <a:pt x="106" y="42"/>
                  </a:cubicBezTo>
                  <a:cubicBezTo>
                    <a:pt x="112" y="42"/>
                    <a:pt x="109" y="45"/>
                    <a:pt x="121" y="45"/>
                  </a:cubicBezTo>
                  <a:cubicBezTo>
                    <a:pt x="122" y="46"/>
                    <a:pt x="123" y="47"/>
                    <a:pt x="125" y="47"/>
                  </a:cubicBezTo>
                  <a:cubicBezTo>
                    <a:pt x="127" y="47"/>
                    <a:pt x="127" y="46"/>
                    <a:pt x="129" y="45"/>
                  </a:cubicBezTo>
                  <a:cubicBezTo>
                    <a:pt x="135" y="42"/>
                    <a:pt x="138" y="38"/>
                    <a:pt x="145" y="38"/>
                  </a:cubicBezTo>
                  <a:cubicBezTo>
                    <a:pt x="147" y="38"/>
                    <a:pt x="149" y="39"/>
                    <a:pt x="152" y="39"/>
                  </a:cubicBezTo>
                  <a:cubicBezTo>
                    <a:pt x="157" y="39"/>
                    <a:pt x="157" y="39"/>
                    <a:pt x="157" y="39"/>
                  </a:cubicBezTo>
                  <a:cubicBezTo>
                    <a:pt x="161" y="39"/>
                    <a:pt x="163" y="37"/>
                    <a:pt x="167" y="35"/>
                  </a:cubicBezTo>
                  <a:cubicBezTo>
                    <a:pt x="170" y="35"/>
                    <a:pt x="172" y="35"/>
                    <a:pt x="175" y="34"/>
                  </a:cubicBezTo>
                  <a:cubicBezTo>
                    <a:pt x="178" y="33"/>
                    <a:pt x="181" y="31"/>
                    <a:pt x="185" y="3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51"/>
            <p:cNvSpPr>
              <a:spLocks/>
            </p:cNvSpPr>
            <p:nvPr/>
          </p:nvSpPr>
          <p:spPr bwMode="auto">
            <a:xfrm>
              <a:off x="5573713" y="3783013"/>
              <a:ext cx="58738" cy="61913"/>
            </a:xfrm>
            <a:custGeom>
              <a:avLst/>
              <a:gdLst/>
              <a:ahLst/>
              <a:cxnLst>
                <a:cxn ang="0">
                  <a:pos x="21" y="0"/>
                </a:cxn>
                <a:cxn ang="0">
                  <a:pos x="19" y="0"/>
                </a:cxn>
                <a:cxn ang="0">
                  <a:pos x="17" y="2"/>
                </a:cxn>
                <a:cxn ang="0">
                  <a:pos x="9" y="10"/>
                </a:cxn>
                <a:cxn ang="0">
                  <a:pos x="5" y="7"/>
                </a:cxn>
                <a:cxn ang="0">
                  <a:pos x="3" y="10"/>
                </a:cxn>
                <a:cxn ang="0">
                  <a:pos x="0" y="15"/>
                </a:cxn>
                <a:cxn ang="0">
                  <a:pos x="2" y="15"/>
                </a:cxn>
                <a:cxn ang="0">
                  <a:pos x="5" y="14"/>
                </a:cxn>
                <a:cxn ang="0">
                  <a:pos x="6" y="16"/>
                </a:cxn>
                <a:cxn ang="0">
                  <a:pos x="9" y="21"/>
                </a:cxn>
                <a:cxn ang="0">
                  <a:pos x="10" y="22"/>
                </a:cxn>
                <a:cxn ang="0">
                  <a:pos x="16" y="16"/>
                </a:cxn>
                <a:cxn ang="0">
                  <a:pos x="19" y="10"/>
                </a:cxn>
                <a:cxn ang="0">
                  <a:pos x="21" y="0"/>
                </a:cxn>
              </a:cxnLst>
              <a:rect l="0" t="0" r="r" b="b"/>
              <a:pathLst>
                <a:path w="21" h="22">
                  <a:moveTo>
                    <a:pt x="21" y="0"/>
                  </a:moveTo>
                  <a:cubicBezTo>
                    <a:pt x="20" y="0"/>
                    <a:pt x="20" y="0"/>
                    <a:pt x="19" y="0"/>
                  </a:cubicBezTo>
                  <a:cubicBezTo>
                    <a:pt x="18" y="0"/>
                    <a:pt x="18" y="1"/>
                    <a:pt x="17" y="2"/>
                  </a:cubicBezTo>
                  <a:cubicBezTo>
                    <a:pt x="14" y="5"/>
                    <a:pt x="13" y="10"/>
                    <a:pt x="9" y="10"/>
                  </a:cubicBezTo>
                  <a:cubicBezTo>
                    <a:pt x="7" y="10"/>
                    <a:pt x="7" y="7"/>
                    <a:pt x="5" y="7"/>
                  </a:cubicBezTo>
                  <a:cubicBezTo>
                    <a:pt x="4" y="7"/>
                    <a:pt x="4" y="9"/>
                    <a:pt x="3" y="10"/>
                  </a:cubicBezTo>
                  <a:cubicBezTo>
                    <a:pt x="2" y="12"/>
                    <a:pt x="1" y="13"/>
                    <a:pt x="0" y="15"/>
                  </a:cubicBezTo>
                  <a:cubicBezTo>
                    <a:pt x="0" y="15"/>
                    <a:pt x="1" y="15"/>
                    <a:pt x="2" y="15"/>
                  </a:cubicBezTo>
                  <a:cubicBezTo>
                    <a:pt x="3" y="15"/>
                    <a:pt x="3" y="14"/>
                    <a:pt x="5" y="14"/>
                  </a:cubicBezTo>
                  <a:cubicBezTo>
                    <a:pt x="6" y="14"/>
                    <a:pt x="6" y="15"/>
                    <a:pt x="6" y="16"/>
                  </a:cubicBezTo>
                  <a:cubicBezTo>
                    <a:pt x="8" y="18"/>
                    <a:pt x="9" y="19"/>
                    <a:pt x="9" y="21"/>
                  </a:cubicBezTo>
                  <a:cubicBezTo>
                    <a:pt x="9" y="22"/>
                    <a:pt x="10" y="22"/>
                    <a:pt x="10" y="22"/>
                  </a:cubicBezTo>
                  <a:cubicBezTo>
                    <a:pt x="13" y="22"/>
                    <a:pt x="14" y="18"/>
                    <a:pt x="16" y="16"/>
                  </a:cubicBezTo>
                  <a:cubicBezTo>
                    <a:pt x="17" y="14"/>
                    <a:pt x="18" y="12"/>
                    <a:pt x="19" y="10"/>
                  </a:cubicBezTo>
                  <a:cubicBezTo>
                    <a:pt x="21" y="7"/>
                    <a:pt x="21" y="4"/>
                    <a:pt x="21"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52"/>
            <p:cNvSpPr>
              <a:spLocks/>
            </p:cNvSpPr>
            <p:nvPr/>
          </p:nvSpPr>
          <p:spPr bwMode="auto">
            <a:xfrm>
              <a:off x="5456238" y="3783013"/>
              <a:ext cx="114300" cy="68263"/>
            </a:xfrm>
            <a:custGeom>
              <a:avLst/>
              <a:gdLst/>
              <a:ahLst/>
              <a:cxnLst>
                <a:cxn ang="0">
                  <a:pos x="33" y="0"/>
                </a:cxn>
                <a:cxn ang="0">
                  <a:pos x="26" y="3"/>
                </a:cxn>
                <a:cxn ang="0">
                  <a:pos x="25" y="2"/>
                </a:cxn>
                <a:cxn ang="0">
                  <a:pos x="19" y="11"/>
                </a:cxn>
                <a:cxn ang="0">
                  <a:pos x="17" y="8"/>
                </a:cxn>
                <a:cxn ang="0">
                  <a:pos x="20" y="3"/>
                </a:cxn>
                <a:cxn ang="0">
                  <a:pos x="19" y="2"/>
                </a:cxn>
                <a:cxn ang="0">
                  <a:pos x="17" y="4"/>
                </a:cxn>
                <a:cxn ang="0">
                  <a:pos x="11" y="5"/>
                </a:cxn>
                <a:cxn ang="0">
                  <a:pos x="11" y="6"/>
                </a:cxn>
                <a:cxn ang="0">
                  <a:pos x="14" y="8"/>
                </a:cxn>
                <a:cxn ang="0">
                  <a:pos x="14" y="11"/>
                </a:cxn>
                <a:cxn ang="0">
                  <a:pos x="5" y="14"/>
                </a:cxn>
                <a:cxn ang="0">
                  <a:pos x="4" y="16"/>
                </a:cxn>
                <a:cxn ang="0">
                  <a:pos x="0" y="20"/>
                </a:cxn>
                <a:cxn ang="0">
                  <a:pos x="6" y="21"/>
                </a:cxn>
                <a:cxn ang="0">
                  <a:pos x="10" y="24"/>
                </a:cxn>
                <a:cxn ang="0">
                  <a:pos x="16" y="21"/>
                </a:cxn>
                <a:cxn ang="0">
                  <a:pos x="20" y="22"/>
                </a:cxn>
                <a:cxn ang="0">
                  <a:pos x="22" y="22"/>
                </a:cxn>
                <a:cxn ang="0">
                  <a:pos x="22" y="21"/>
                </a:cxn>
                <a:cxn ang="0">
                  <a:pos x="20" y="16"/>
                </a:cxn>
                <a:cxn ang="0">
                  <a:pos x="24" y="13"/>
                </a:cxn>
                <a:cxn ang="0">
                  <a:pos x="27" y="15"/>
                </a:cxn>
                <a:cxn ang="0">
                  <a:pos x="29" y="12"/>
                </a:cxn>
                <a:cxn ang="0">
                  <a:pos x="33" y="8"/>
                </a:cxn>
                <a:cxn ang="0">
                  <a:pos x="41" y="2"/>
                </a:cxn>
                <a:cxn ang="0">
                  <a:pos x="33" y="0"/>
                </a:cxn>
              </a:cxnLst>
              <a:rect l="0" t="0" r="r" b="b"/>
              <a:pathLst>
                <a:path w="41" h="24">
                  <a:moveTo>
                    <a:pt x="33" y="0"/>
                  </a:moveTo>
                  <a:cubicBezTo>
                    <a:pt x="30" y="1"/>
                    <a:pt x="29" y="3"/>
                    <a:pt x="26" y="3"/>
                  </a:cubicBezTo>
                  <a:cubicBezTo>
                    <a:pt x="25" y="3"/>
                    <a:pt x="25" y="3"/>
                    <a:pt x="25" y="2"/>
                  </a:cubicBezTo>
                  <a:cubicBezTo>
                    <a:pt x="23" y="6"/>
                    <a:pt x="23" y="11"/>
                    <a:pt x="19" y="11"/>
                  </a:cubicBezTo>
                  <a:cubicBezTo>
                    <a:pt x="18" y="11"/>
                    <a:pt x="17" y="10"/>
                    <a:pt x="17" y="8"/>
                  </a:cubicBezTo>
                  <a:cubicBezTo>
                    <a:pt x="17" y="6"/>
                    <a:pt x="20" y="5"/>
                    <a:pt x="20" y="3"/>
                  </a:cubicBezTo>
                  <a:cubicBezTo>
                    <a:pt x="19" y="3"/>
                    <a:pt x="19" y="2"/>
                    <a:pt x="19" y="2"/>
                  </a:cubicBezTo>
                  <a:cubicBezTo>
                    <a:pt x="18" y="2"/>
                    <a:pt x="18" y="3"/>
                    <a:pt x="17" y="4"/>
                  </a:cubicBezTo>
                  <a:cubicBezTo>
                    <a:pt x="15" y="5"/>
                    <a:pt x="13" y="5"/>
                    <a:pt x="11" y="5"/>
                  </a:cubicBezTo>
                  <a:cubicBezTo>
                    <a:pt x="11" y="5"/>
                    <a:pt x="11" y="6"/>
                    <a:pt x="11" y="6"/>
                  </a:cubicBezTo>
                  <a:cubicBezTo>
                    <a:pt x="11" y="8"/>
                    <a:pt x="13" y="7"/>
                    <a:pt x="14" y="8"/>
                  </a:cubicBezTo>
                  <a:cubicBezTo>
                    <a:pt x="14" y="11"/>
                    <a:pt x="14" y="11"/>
                    <a:pt x="14" y="11"/>
                  </a:cubicBezTo>
                  <a:cubicBezTo>
                    <a:pt x="10" y="11"/>
                    <a:pt x="7" y="11"/>
                    <a:pt x="5" y="14"/>
                  </a:cubicBezTo>
                  <a:cubicBezTo>
                    <a:pt x="5" y="15"/>
                    <a:pt x="5" y="15"/>
                    <a:pt x="4" y="16"/>
                  </a:cubicBezTo>
                  <a:cubicBezTo>
                    <a:pt x="3" y="18"/>
                    <a:pt x="1" y="18"/>
                    <a:pt x="0" y="20"/>
                  </a:cubicBezTo>
                  <a:cubicBezTo>
                    <a:pt x="3" y="21"/>
                    <a:pt x="4" y="21"/>
                    <a:pt x="6" y="21"/>
                  </a:cubicBezTo>
                  <a:cubicBezTo>
                    <a:pt x="8" y="22"/>
                    <a:pt x="8" y="24"/>
                    <a:pt x="10" y="24"/>
                  </a:cubicBezTo>
                  <a:cubicBezTo>
                    <a:pt x="13" y="24"/>
                    <a:pt x="14" y="21"/>
                    <a:pt x="16" y="21"/>
                  </a:cubicBezTo>
                  <a:cubicBezTo>
                    <a:pt x="20" y="22"/>
                    <a:pt x="20" y="22"/>
                    <a:pt x="20" y="22"/>
                  </a:cubicBezTo>
                  <a:cubicBezTo>
                    <a:pt x="22" y="22"/>
                    <a:pt x="22" y="22"/>
                    <a:pt x="22" y="22"/>
                  </a:cubicBezTo>
                  <a:cubicBezTo>
                    <a:pt x="22" y="22"/>
                    <a:pt x="22" y="21"/>
                    <a:pt x="22" y="21"/>
                  </a:cubicBezTo>
                  <a:cubicBezTo>
                    <a:pt x="22" y="19"/>
                    <a:pt x="20" y="18"/>
                    <a:pt x="20" y="16"/>
                  </a:cubicBezTo>
                  <a:cubicBezTo>
                    <a:pt x="22" y="15"/>
                    <a:pt x="22" y="13"/>
                    <a:pt x="24" y="13"/>
                  </a:cubicBezTo>
                  <a:cubicBezTo>
                    <a:pt x="25" y="13"/>
                    <a:pt x="25" y="15"/>
                    <a:pt x="27" y="15"/>
                  </a:cubicBezTo>
                  <a:cubicBezTo>
                    <a:pt x="28" y="15"/>
                    <a:pt x="28" y="13"/>
                    <a:pt x="29" y="12"/>
                  </a:cubicBezTo>
                  <a:cubicBezTo>
                    <a:pt x="30" y="10"/>
                    <a:pt x="31" y="8"/>
                    <a:pt x="33" y="8"/>
                  </a:cubicBezTo>
                  <a:cubicBezTo>
                    <a:pt x="36" y="6"/>
                    <a:pt x="40" y="6"/>
                    <a:pt x="41" y="2"/>
                  </a:cubicBezTo>
                  <a:cubicBezTo>
                    <a:pt x="38" y="1"/>
                    <a:pt x="36" y="1"/>
                    <a:pt x="33"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53"/>
            <p:cNvSpPr>
              <a:spLocks/>
            </p:cNvSpPr>
            <p:nvPr/>
          </p:nvSpPr>
          <p:spPr bwMode="auto">
            <a:xfrm>
              <a:off x="5419725" y="3789363"/>
              <a:ext cx="52388" cy="26988"/>
            </a:xfrm>
            <a:custGeom>
              <a:avLst/>
              <a:gdLst/>
              <a:ahLst/>
              <a:cxnLst>
                <a:cxn ang="0">
                  <a:pos x="12" y="0"/>
                </a:cxn>
                <a:cxn ang="0">
                  <a:pos x="19" y="4"/>
                </a:cxn>
                <a:cxn ang="0">
                  <a:pos x="12" y="10"/>
                </a:cxn>
                <a:cxn ang="0">
                  <a:pos x="8" y="9"/>
                </a:cxn>
                <a:cxn ang="0">
                  <a:pos x="7" y="10"/>
                </a:cxn>
                <a:cxn ang="0">
                  <a:pos x="0" y="10"/>
                </a:cxn>
                <a:cxn ang="0">
                  <a:pos x="0" y="7"/>
                </a:cxn>
                <a:cxn ang="0">
                  <a:pos x="3" y="5"/>
                </a:cxn>
                <a:cxn ang="0">
                  <a:pos x="12" y="0"/>
                </a:cxn>
              </a:cxnLst>
              <a:rect l="0" t="0" r="r" b="b"/>
              <a:pathLst>
                <a:path w="19" h="10">
                  <a:moveTo>
                    <a:pt x="12" y="0"/>
                  </a:moveTo>
                  <a:cubicBezTo>
                    <a:pt x="13" y="2"/>
                    <a:pt x="19" y="1"/>
                    <a:pt x="19" y="4"/>
                  </a:cubicBezTo>
                  <a:cubicBezTo>
                    <a:pt x="19" y="8"/>
                    <a:pt x="16" y="10"/>
                    <a:pt x="12" y="10"/>
                  </a:cubicBezTo>
                  <a:cubicBezTo>
                    <a:pt x="11" y="10"/>
                    <a:pt x="10" y="9"/>
                    <a:pt x="8" y="9"/>
                  </a:cubicBezTo>
                  <a:cubicBezTo>
                    <a:pt x="8" y="9"/>
                    <a:pt x="7" y="10"/>
                    <a:pt x="7" y="10"/>
                  </a:cubicBezTo>
                  <a:cubicBezTo>
                    <a:pt x="0" y="10"/>
                    <a:pt x="0" y="10"/>
                    <a:pt x="0" y="10"/>
                  </a:cubicBezTo>
                  <a:cubicBezTo>
                    <a:pt x="0" y="7"/>
                    <a:pt x="0" y="7"/>
                    <a:pt x="0" y="7"/>
                  </a:cubicBezTo>
                  <a:cubicBezTo>
                    <a:pt x="0" y="6"/>
                    <a:pt x="2" y="6"/>
                    <a:pt x="3" y="5"/>
                  </a:cubicBezTo>
                  <a:cubicBezTo>
                    <a:pt x="6" y="2"/>
                    <a:pt x="8" y="1"/>
                    <a:pt x="12"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54"/>
            <p:cNvSpPr>
              <a:spLocks/>
            </p:cNvSpPr>
            <p:nvPr/>
          </p:nvSpPr>
          <p:spPr bwMode="auto">
            <a:xfrm>
              <a:off x="5397500" y="3822700"/>
              <a:ext cx="41275" cy="30163"/>
            </a:xfrm>
            <a:custGeom>
              <a:avLst/>
              <a:gdLst/>
              <a:ahLst/>
              <a:cxnLst>
                <a:cxn ang="0">
                  <a:pos x="0" y="7"/>
                </a:cxn>
                <a:cxn ang="0">
                  <a:pos x="5" y="3"/>
                </a:cxn>
                <a:cxn ang="0">
                  <a:pos x="12" y="0"/>
                </a:cxn>
                <a:cxn ang="0">
                  <a:pos x="15" y="0"/>
                </a:cxn>
                <a:cxn ang="0">
                  <a:pos x="15" y="1"/>
                </a:cxn>
                <a:cxn ang="0">
                  <a:pos x="6" y="6"/>
                </a:cxn>
                <a:cxn ang="0">
                  <a:pos x="1" y="11"/>
                </a:cxn>
                <a:cxn ang="0">
                  <a:pos x="0" y="7"/>
                </a:cxn>
              </a:cxnLst>
              <a:rect l="0" t="0" r="r" b="b"/>
              <a:pathLst>
                <a:path w="15" h="11">
                  <a:moveTo>
                    <a:pt x="0" y="7"/>
                  </a:moveTo>
                  <a:cubicBezTo>
                    <a:pt x="0" y="5"/>
                    <a:pt x="3" y="5"/>
                    <a:pt x="5" y="3"/>
                  </a:cubicBezTo>
                  <a:cubicBezTo>
                    <a:pt x="7" y="1"/>
                    <a:pt x="9" y="0"/>
                    <a:pt x="12" y="0"/>
                  </a:cubicBezTo>
                  <a:cubicBezTo>
                    <a:pt x="15" y="0"/>
                    <a:pt x="15" y="0"/>
                    <a:pt x="15" y="0"/>
                  </a:cubicBezTo>
                  <a:cubicBezTo>
                    <a:pt x="15" y="1"/>
                    <a:pt x="15" y="1"/>
                    <a:pt x="15" y="1"/>
                  </a:cubicBezTo>
                  <a:cubicBezTo>
                    <a:pt x="14" y="5"/>
                    <a:pt x="9" y="3"/>
                    <a:pt x="6" y="6"/>
                  </a:cubicBezTo>
                  <a:cubicBezTo>
                    <a:pt x="4" y="7"/>
                    <a:pt x="4" y="10"/>
                    <a:pt x="1" y="11"/>
                  </a:cubicBezTo>
                  <a:cubicBezTo>
                    <a:pt x="1" y="9"/>
                    <a:pt x="0" y="9"/>
                    <a:pt x="0" y="7"/>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55"/>
            <p:cNvSpPr>
              <a:spLocks/>
            </p:cNvSpPr>
            <p:nvPr/>
          </p:nvSpPr>
          <p:spPr bwMode="auto">
            <a:xfrm>
              <a:off x="5621338" y="3771900"/>
              <a:ext cx="157163" cy="58738"/>
            </a:xfrm>
            <a:custGeom>
              <a:avLst/>
              <a:gdLst/>
              <a:ahLst/>
              <a:cxnLst>
                <a:cxn ang="0">
                  <a:pos x="34" y="3"/>
                </a:cxn>
                <a:cxn ang="0">
                  <a:pos x="38" y="2"/>
                </a:cxn>
                <a:cxn ang="0">
                  <a:pos x="44" y="3"/>
                </a:cxn>
                <a:cxn ang="0">
                  <a:pos x="51" y="2"/>
                </a:cxn>
                <a:cxn ang="0">
                  <a:pos x="56" y="10"/>
                </a:cxn>
                <a:cxn ang="0">
                  <a:pos x="55" y="12"/>
                </a:cxn>
                <a:cxn ang="0">
                  <a:pos x="34" y="16"/>
                </a:cxn>
                <a:cxn ang="0">
                  <a:pos x="28" y="16"/>
                </a:cxn>
                <a:cxn ang="0">
                  <a:pos x="21" y="19"/>
                </a:cxn>
                <a:cxn ang="0">
                  <a:pos x="18" y="19"/>
                </a:cxn>
                <a:cxn ang="0">
                  <a:pos x="11" y="21"/>
                </a:cxn>
                <a:cxn ang="0">
                  <a:pos x="13" y="7"/>
                </a:cxn>
                <a:cxn ang="0">
                  <a:pos x="15" y="2"/>
                </a:cxn>
                <a:cxn ang="0">
                  <a:pos x="17" y="0"/>
                </a:cxn>
                <a:cxn ang="0">
                  <a:pos x="24" y="4"/>
                </a:cxn>
                <a:cxn ang="0">
                  <a:pos x="31" y="3"/>
                </a:cxn>
                <a:cxn ang="0">
                  <a:pos x="34" y="3"/>
                </a:cxn>
              </a:cxnLst>
              <a:rect l="0" t="0" r="r" b="b"/>
              <a:pathLst>
                <a:path w="56" h="21">
                  <a:moveTo>
                    <a:pt x="34" y="3"/>
                  </a:moveTo>
                  <a:cubicBezTo>
                    <a:pt x="35" y="3"/>
                    <a:pt x="36" y="2"/>
                    <a:pt x="38" y="2"/>
                  </a:cubicBezTo>
                  <a:cubicBezTo>
                    <a:pt x="41" y="2"/>
                    <a:pt x="42" y="3"/>
                    <a:pt x="44" y="3"/>
                  </a:cubicBezTo>
                  <a:cubicBezTo>
                    <a:pt x="47" y="3"/>
                    <a:pt x="49" y="2"/>
                    <a:pt x="51" y="2"/>
                  </a:cubicBezTo>
                  <a:cubicBezTo>
                    <a:pt x="55" y="2"/>
                    <a:pt x="56" y="7"/>
                    <a:pt x="56" y="10"/>
                  </a:cubicBezTo>
                  <a:cubicBezTo>
                    <a:pt x="56" y="11"/>
                    <a:pt x="55" y="11"/>
                    <a:pt x="55" y="12"/>
                  </a:cubicBezTo>
                  <a:cubicBezTo>
                    <a:pt x="47" y="12"/>
                    <a:pt x="43" y="16"/>
                    <a:pt x="34" y="16"/>
                  </a:cubicBezTo>
                  <a:cubicBezTo>
                    <a:pt x="32" y="16"/>
                    <a:pt x="30" y="16"/>
                    <a:pt x="28" y="16"/>
                  </a:cubicBezTo>
                  <a:cubicBezTo>
                    <a:pt x="25" y="16"/>
                    <a:pt x="24" y="19"/>
                    <a:pt x="21" y="19"/>
                  </a:cubicBezTo>
                  <a:cubicBezTo>
                    <a:pt x="20" y="19"/>
                    <a:pt x="19" y="19"/>
                    <a:pt x="18" y="19"/>
                  </a:cubicBezTo>
                  <a:cubicBezTo>
                    <a:pt x="15" y="19"/>
                    <a:pt x="14" y="21"/>
                    <a:pt x="11" y="21"/>
                  </a:cubicBezTo>
                  <a:cubicBezTo>
                    <a:pt x="0" y="21"/>
                    <a:pt x="22" y="7"/>
                    <a:pt x="13" y="7"/>
                  </a:cubicBezTo>
                  <a:cubicBezTo>
                    <a:pt x="10" y="7"/>
                    <a:pt x="14" y="4"/>
                    <a:pt x="15" y="2"/>
                  </a:cubicBezTo>
                  <a:cubicBezTo>
                    <a:pt x="15" y="1"/>
                    <a:pt x="16" y="0"/>
                    <a:pt x="17" y="0"/>
                  </a:cubicBezTo>
                  <a:cubicBezTo>
                    <a:pt x="20" y="0"/>
                    <a:pt x="21" y="4"/>
                    <a:pt x="24" y="4"/>
                  </a:cubicBezTo>
                  <a:cubicBezTo>
                    <a:pt x="27" y="4"/>
                    <a:pt x="28" y="3"/>
                    <a:pt x="31" y="3"/>
                  </a:cubicBezTo>
                  <a:cubicBezTo>
                    <a:pt x="32" y="3"/>
                    <a:pt x="33" y="3"/>
                    <a:pt x="34"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56"/>
            <p:cNvSpPr>
              <a:spLocks/>
            </p:cNvSpPr>
            <p:nvPr/>
          </p:nvSpPr>
          <p:spPr bwMode="auto">
            <a:xfrm>
              <a:off x="5873750" y="3676650"/>
              <a:ext cx="192088" cy="87313"/>
            </a:xfrm>
            <a:custGeom>
              <a:avLst/>
              <a:gdLst/>
              <a:ahLst/>
              <a:cxnLst>
                <a:cxn ang="0">
                  <a:pos x="26" y="10"/>
                </a:cxn>
                <a:cxn ang="0">
                  <a:pos x="16" y="6"/>
                </a:cxn>
                <a:cxn ang="0">
                  <a:pos x="13" y="11"/>
                </a:cxn>
                <a:cxn ang="0">
                  <a:pos x="8" y="16"/>
                </a:cxn>
                <a:cxn ang="0">
                  <a:pos x="5" y="22"/>
                </a:cxn>
                <a:cxn ang="0">
                  <a:pos x="15" y="24"/>
                </a:cxn>
                <a:cxn ang="0">
                  <a:pos x="26" y="27"/>
                </a:cxn>
                <a:cxn ang="0">
                  <a:pos x="36" y="24"/>
                </a:cxn>
                <a:cxn ang="0">
                  <a:pos x="48" y="19"/>
                </a:cxn>
                <a:cxn ang="0">
                  <a:pos x="58" y="13"/>
                </a:cxn>
                <a:cxn ang="0">
                  <a:pos x="65" y="11"/>
                </a:cxn>
                <a:cxn ang="0">
                  <a:pos x="68" y="10"/>
                </a:cxn>
                <a:cxn ang="0">
                  <a:pos x="66" y="8"/>
                </a:cxn>
                <a:cxn ang="0">
                  <a:pos x="64" y="5"/>
                </a:cxn>
                <a:cxn ang="0">
                  <a:pos x="59" y="6"/>
                </a:cxn>
                <a:cxn ang="0">
                  <a:pos x="56" y="2"/>
                </a:cxn>
                <a:cxn ang="0">
                  <a:pos x="46" y="4"/>
                </a:cxn>
                <a:cxn ang="0">
                  <a:pos x="42" y="7"/>
                </a:cxn>
                <a:cxn ang="0">
                  <a:pos x="33" y="8"/>
                </a:cxn>
                <a:cxn ang="0">
                  <a:pos x="26" y="10"/>
                </a:cxn>
              </a:cxnLst>
              <a:rect l="0" t="0" r="r" b="b"/>
              <a:pathLst>
                <a:path w="68" h="31">
                  <a:moveTo>
                    <a:pt x="26" y="10"/>
                  </a:moveTo>
                  <a:cubicBezTo>
                    <a:pt x="22" y="10"/>
                    <a:pt x="20" y="6"/>
                    <a:pt x="16" y="6"/>
                  </a:cubicBezTo>
                  <a:cubicBezTo>
                    <a:pt x="13" y="6"/>
                    <a:pt x="14" y="9"/>
                    <a:pt x="13" y="11"/>
                  </a:cubicBezTo>
                  <a:cubicBezTo>
                    <a:pt x="12" y="13"/>
                    <a:pt x="10" y="14"/>
                    <a:pt x="8" y="16"/>
                  </a:cubicBezTo>
                  <a:cubicBezTo>
                    <a:pt x="7" y="18"/>
                    <a:pt x="7" y="20"/>
                    <a:pt x="5" y="22"/>
                  </a:cubicBezTo>
                  <a:cubicBezTo>
                    <a:pt x="0" y="31"/>
                    <a:pt x="9" y="24"/>
                    <a:pt x="15" y="24"/>
                  </a:cubicBezTo>
                  <a:cubicBezTo>
                    <a:pt x="19" y="24"/>
                    <a:pt x="22" y="27"/>
                    <a:pt x="26" y="27"/>
                  </a:cubicBezTo>
                  <a:cubicBezTo>
                    <a:pt x="30" y="27"/>
                    <a:pt x="32" y="25"/>
                    <a:pt x="36" y="24"/>
                  </a:cubicBezTo>
                  <a:cubicBezTo>
                    <a:pt x="41" y="23"/>
                    <a:pt x="44" y="23"/>
                    <a:pt x="48" y="19"/>
                  </a:cubicBezTo>
                  <a:cubicBezTo>
                    <a:pt x="51" y="16"/>
                    <a:pt x="53" y="14"/>
                    <a:pt x="58" y="13"/>
                  </a:cubicBezTo>
                  <a:cubicBezTo>
                    <a:pt x="60" y="12"/>
                    <a:pt x="62" y="12"/>
                    <a:pt x="65" y="11"/>
                  </a:cubicBezTo>
                  <a:cubicBezTo>
                    <a:pt x="66" y="11"/>
                    <a:pt x="68" y="11"/>
                    <a:pt x="68" y="10"/>
                  </a:cubicBezTo>
                  <a:cubicBezTo>
                    <a:pt x="68" y="9"/>
                    <a:pt x="67" y="9"/>
                    <a:pt x="66" y="8"/>
                  </a:cubicBezTo>
                  <a:cubicBezTo>
                    <a:pt x="66" y="7"/>
                    <a:pt x="66" y="5"/>
                    <a:pt x="64" y="5"/>
                  </a:cubicBezTo>
                  <a:cubicBezTo>
                    <a:pt x="62" y="5"/>
                    <a:pt x="61" y="7"/>
                    <a:pt x="59" y="6"/>
                  </a:cubicBezTo>
                  <a:cubicBezTo>
                    <a:pt x="57" y="5"/>
                    <a:pt x="57" y="3"/>
                    <a:pt x="56" y="2"/>
                  </a:cubicBezTo>
                  <a:cubicBezTo>
                    <a:pt x="52" y="0"/>
                    <a:pt x="49" y="2"/>
                    <a:pt x="46" y="4"/>
                  </a:cubicBezTo>
                  <a:cubicBezTo>
                    <a:pt x="44" y="5"/>
                    <a:pt x="43" y="6"/>
                    <a:pt x="42" y="7"/>
                  </a:cubicBezTo>
                  <a:cubicBezTo>
                    <a:pt x="39" y="8"/>
                    <a:pt x="36" y="8"/>
                    <a:pt x="33" y="8"/>
                  </a:cubicBezTo>
                  <a:cubicBezTo>
                    <a:pt x="30" y="9"/>
                    <a:pt x="29" y="10"/>
                    <a:pt x="26" y="1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57"/>
            <p:cNvSpPr>
              <a:spLocks/>
            </p:cNvSpPr>
            <p:nvPr/>
          </p:nvSpPr>
          <p:spPr bwMode="auto">
            <a:xfrm>
              <a:off x="6226175" y="3768725"/>
              <a:ext cx="55563" cy="28575"/>
            </a:xfrm>
            <a:custGeom>
              <a:avLst/>
              <a:gdLst/>
              <a:ahLst/>
              <a:cxnLst>
                <a:cxn ang="0">
                  <a:pos x="5" y="0"/>
                </a:cxn>
                <a:cxn ang="0">
                  <a:pos x="0" y="0"/>
                </a:cxn>
                <a:cxn ang="0">
                  <a:pos x="0" y="2"/>
                </a:cxn>
                <a:cxn ang="0">
                  <a:pos x="6" y="7"/>
                </a:cxn>
                <a:cxn ang="0">
                  <a:pos x="14" y="10"/>
                </a:cxn>
                <a:cxn ang="0">
                  <a:pos x="20" y="1"/>
                </a:cxn>
                <a:cxn ang="0">
                  <a:pos x="19" y="0"/>
                </a:cxn>
                <a:cxn ang="0">
                  <a:pos x="10" y="2"/>
                </a:cxn>
                <a:cxn ang="0">
                  <a:pos x="5" y="0"/>
                </a:cxn>
              </a:cxnLst>
              <a:rect l="0" t="0" r="r" b="b"/>
              <a:pathLst>
                <a:path w="20" h="10">
                  <a:moveTo>
                    <a:pt x="5" y="0"/>
                  </a:moveTo>
                  <a:cubicBezTo>
                    <a:pt x="3" y="0"/>
                    <a:pt x="2" y="0"/>
                    <a:pt x="0" y="0"/>
                  </a:cubicBezTo>
                  <a:cubicBezTo>
                    <a:pt x="0" y="2"/>
                    <a:pt x="0" y="2"/>
                    <a:pt x="0" y="2"/>
                  </a:cubicBezTo>
                  <a:cubicBezTo>
                    <a:pt x="2" y="4"/>
                    <a:pt x="3" y="7"/>
                    <a:pt x="6" y="7"/>
                  </a:cubicBezTo>
                  <a:cubicBezTo>
                    <a:pt x="9" y="8"/>
                    <a:pt x="12" y="7"/>
                    <a:pt x="14" y="10"/>
                  </a:cubicBezTo>
                  <a:cubicBezTo>
                    <a:pt x="18" y="7"/>
                    <a:pt x="19" y="5"/>
                    <a:pt x="20" y="1"/>
                  </a:cubicBezTo>
                  <a:cubicBezTo>
                    <a:pt x="20" y="1"/>
                    <a:pt x="19" y="0"/>
                    <a:pt x="19" y="0"/>
                  </a:cubicBezTo>
                  <a:cubicBezTo>
                    <a:pt x="15" y="0"/>
                    <a:pt x="14" y="2"/>
                    <a:pt x="10" y="2"/>
                  </a:cubicBezTo>
                  <a:cubicBezTo>
                    <a:pt x="9" y="2"/>
                    <a:pt x="7" y="0"/>
                    <a:pt x="5"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58"/>
            <p:cNvSpPr>
              <a:spLocks/>
            </p:cNvSpPr>
            <p:nvPr/>
          </p:nvSpPr>
          <p:spPr bwMode="auto">
            <a:xfrm>
              <a:off x="6153150" y="3667125"/>
              <a:ext cx="26988" cy="25400"/>
            </a:xfrm>
            <a:custGeom>
              <a:avLst/>
              <a:gdLst/>
              <a:ahLst/>
              <a:cxnLst>
                <a:cxn ang="0">
                  <a:pos x="1" y="0"/>
                </a:cxn>
                <a:cxn ang="0">
                  <a:pos x="1" y="5"/>
                </a:cxn>
                <a:cxn ang="0">
                  <a:pos x="0" y="8"/>
                </a:cxn>
                <a:cxn ang="0">
                  <a:pos x="1" y="9"/>
                </a:cxn>
                <a:cxn ang="0">
                  <a:pos x="5" y="6"/>
                </a:cxn>
                <a:cxn ang="0">
                  <a:pos x="10" y="3"/>
                </a:cxn>
                <a:cxn ang="0">
                  <a:pos x="8" y="2"/>
                </a:cxn>
                <a:cxn ang="0">
                  <a:pos x="1" y="0"/>
                </a:cxn>
              </a:cxnLst>
              <a:rect l="0" t="0" r="r" b="b"/>
              <a:pathLst>
                <a:path w="10" h="9">
                  <a:moveTo>
                    <a:pt x="1" y="0"/>
                  </a:moveTo>
                  <a:cubicBezTo>
                    <a:pt x="1" y="5"/>
                    <a:pt x="1" y="5"/>
                    <a:pt x="1" y="5"/>
                  </a:cubicBezTo>
                  <a:cubicBezTo>
                    <a:pt x="1" y="7"/>
                    <a:pt x="1" y="7"/>
                    <a:pt x="0" y="8"/>
                  </a:cubicBezTo>
                  <a:cubicBezTo>
                    <a:pt x="1" y="8"/>
                    <a:pt x="1" y="9"/>
                    <a:pt x="1" y="9"/>
                  </a:cubicBezTo>
                  <a:cubicBezTo>
                    <a:pt x="3" y="9"/>
                    <a:pt x="4" y="7"/>
                    <a:pt x="5" y="6"/>
                  </a:cubicBezTo>
                  <a:cubicBezTo>
                    <a:pt x="7" y="5"/>
                    <a:pt x="10" y="5"/>
                    <a:pt x="10" y="3"/>
                  </a:cubicBezTo>
                  <a:cubicBezTo>
                    <a:pt x="10" y="2"/>
                    <a:pt x="9" y="2"/>
                    <a:pt x="8" y="2"/>
                  </a:cubicBezTo>
                  <a:cubicBezTo>
                    <a:pt x="5" y="1"/>
                    <a:pt x="4" y="0"/>
                    <a:pt x="1"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59"/>
            <p:cNvSpPr>
              <a:spLocks/>
            </p:cNvSpPr>
            <p:nvPr/>
          </p:nvSpPr>
          <p:spPr bwMode="auto">
            <a:xfrm>
              <a:off x="5384800" y="4160838"/>
              <a:ext cx="101600" cy="80963"/>
            </a:xfrm>
            <a:custGeom>
              <a:avLst/>
              <a:gdLst/>
              <a:ahLst/>
              <a:cxnLst>
                <a:cxn ang="0">
                  <a:pos x="0" y="23"/>
                </a:cxn>
                <a:cxn ang="0">
                  <a:pos x="0" y="29"/>
                </a:cxn>
                <a:cxn ang="0">
                  <a:pos x="2" y="29"/>
                </a:cxn>
                <a:cxn ang="0">
                  <a:pos x="7" y="27"/>
                </a:cxn>
                <a:cxn ang="0">
                  <a:pos x="20" y="23"/>
                </a:cxn>
                <a:cxn ang="0">
                  <a:pos x="29" y="16"/>
                </a:cxn>
                <a:cxn ang="0">
                  <a:pos x="36" y="12"/>
                </a:cxn>
                <a:cxn ang="0">
                  <a:pos x="36" y="11"/>
                </a:cxn>
                <a:cxn ang="0">
                  <a:pos x="32" y="10"/>
                </a:cxn>
                <a:cxn ang="0">
                  <a:pos x="32" y="7"/>
                </a:cxn>
                <a:cxn ang="0">
                  <a:pos x="34" y="3"/>
                </a:cxn>
                <a:cxn ang="0">
                  <a:pos x="34" y="0"/>
                </a:cxn>
                <a:cxn ang="0">
                  <a:pos x="33" y="0"/>
                </a:cxn>
                <a:cxn ang="0">
                  <a:pos x="30" y="3"/>
                </a:cxn>
                <a:cxn ang="0">
                  <a:pos x="26" y="5"/>
                </a:cxn>
                <a:cxn ang="0">
                  <a:pos x="21" y="9"/>
                </a:cxn>
                <a:cxn ang="0">
                  <a:pos x="17" y="14"/>
                </a:cxn>
                <a:cxn ang="0">
                  <a:pos x="11" y="17"/>
                </a:cxn>
                <a:cxn ang="0">
                  <a:pos x="0" y="23"/>
                </a:cxn>
              </a:cxnLst>
              <a:rect l="0" t="0" r="r" b="b"/>
              <a:pathLst>
                <a:path w="36" h="29">
                  <a:moveTo>
                    <a:pt x="0" y="23"/>
                  </a:moveTo>
                  <a:cubicBezTo>
                    <a:pt x="0" y="25"/>
                    <a:pt x="0" y="27"/>
                    <a:pt x="0" y="29"/>
                  </a:cubicBezTo>
                  <a:cubicBezTo>
                    <a:pt x="1" y="29"/>
                    <a:pt x="1" y="29"/>
                    <a:pt x="2" y="29"/>
                  </a:cubicBezTo>
                  <a:cubicBezTo>
                    <a:pt x="4" y="29"/>
                    <a:pt x="5" y="28"/>
                    <a:pt x="7" y="27"/>
                  </a:cubicBezTo>
                  <a:cubicBezTo>
                    <a:pt x="12" y="24"/>
                    <a:pt x="15" y="23"/>
                    <a:pt x="20" y="23"/>
                  </a:cubicBezTo>
                  <a:cubicBezTo>
                    <a:pt x="24" y="23"/>
                    <a:pt x="24" y="18"/>
                    <a:pt x="29" y="16"/>
                  </a:cubicBezTo>
                  <a:cubicBezTo>
                    <a:pt x="32" y="16"/>
                    <a:pt x="35" y="15"/>
                    <a:pt x="36" y="12"/>
                  </a:cubicBezTo>
                  <a:cubicBezTo>
                    <a:pt x="36" y="11"/>
                    <a:pt x="36" y="11"/>
                    <a:pt x="36" y="11"/>
                  </a:cubicBezTo>
                  <a:cubicBezTo>
                    <a:pt x="35" y="10"/>
                    <a:pt x="34" y="10"/>
                    <a:pt x="32" y="10"/>
                  </a:cubicBezTo>
                  <a:cubicBezTo>
                    <a:pt x="32" y="9"/>
                    <a:pt x="32" y="8"/>
                    <a:pt x="32" y="7"/>
                  </a:cubicBezTo>
                  <a:cubicBezTo>
                    <a:pt x="32" y="5"/>
                    <a:pt x="34" y="4"/>
                    <a:pt x="34" y="3"/>
                  </a:cubicBezTo>
                  <a:cubicBezTo>
                    <a:pt x="34" y="0"/>
                    <a:pt x="34" y="0"/>
                    <a:pt x="34" y="0"/>
                  </a:cubicBezTo>
                  <a:cubicBezTo>
                    <a:pt x="33" y="0"/>
                    <a:pt x="33" y="0"/>
                    <a:pt x="33" y="0"/>
                  </a:cubicBezTo>
                  <a:cubicBezTo>
                    <a:pt x="31" y="0"/>
                    <a:pt x="31" y="2"/>
                    <a:pt x="30" y="3"/>
                  </a:cubicBezTo>
                  <a:cubicBezTo>
                    <a:pt x="29" y="4"/>
                    <a:pt x="27" y="4"/>
                    <a:pt x="26" y="5"/>
                  </a:cubicBezTo>
                  <a:cubicBezTo>
                    <a:pt x="23" y="6"/>
                    <a:pt x="23" y="8"/>
                    <a:pt x="21" y="9"/>
                  </a:cubicBezTo>
                  <a:cubicBezTo>
                    <a:pt x="19" y="10"/>
                    <a:pt x="19" y="13"/>
                    <a:pt x="17" y="14"/>
                  </a:cubicBezTo>
                  <a:cubicBezTo>
                    <a:pt x="15" y="15"/>
                    <a:pt x="13" y="16"/>
                    <a:pt x="11" y="17"/>
                  </a:cubicBezTo>
                  <a:cubicBezTo>
                    <a:pt x="7" y="19"/>
                    <a:pt x="0" y="18"/>
                    <a:pt x="0" y="2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60"/>
            <p:cNvSpPr>
              <a:spLocks/>
            </p:cNvSpPr>
            <p:nvPr/>
          </p:nvSpPr>
          <p:spPr bwMode="auto">
            <a:xfrm>
              <a:off x="4722813" y="3975100"/>
              <a:ext cx="325438" cy="163513"/>
            </a:xfrm>
            <a:custGeom>
              <a:avLst/>
              <a:gdLst/>
              <a:ahLst/>
              <a:cxnLst>
                <a:cxn ang="0">
                  <a:pos x="25" y="3"/>
                </a:cxn>
                <a:cxn ang="0">
                  <a:pos x="22" y="2"/>
                </a:cxn>
                <a:cxn ang="0">
                  <a:pos x="16" y="4"/>
                </a:cxn>
                <a:cxn ang="0">
                  <a:pos x="5" y="9"/>
                </a:cxn>
                <a:cxn ang="0">
                  <a:pos x="0" y="15"/>
                </a:cxn>
                <a:cxn ang="0">
                  <a:pos x="3" y="19"/>
                </a:cxn>
                <a:cxn ang="0">
                  <a:pos x="7" y="21"/>
                </a:cxn>
                <a:cxn ang="0">
                  <a:pos x="11" y="22"/>
                </a:cxn>
                <a:cxn ang="0">
                  <a:pos x="15" y="25"/>
                </a:cxn>
                <a:cxn ang="0">
                  <a:pos x="33" y="27"/>
                </a:cxn>
                <a:cxn ang="0">
                  <a:pos x="50" y="32"/>
                </a:cxn>
                <a:cxn ang="0">
                  <a:pos x="58" y="37"/>
                </a:cxn>
                <a:cxn ang="0">
                  <a:pos x="64" y="38"/>
                </a:cxn>
                <a:cxn ang="0">
                  <a:pos x="66" y="39"/>
                </a:cxn>
                <a:cxn ang="0">
                  <a:pos x="66" y="42"/>
                </a:cxn>
                <a:cxn ang="0">
                  <a:pos x="78" y="54"/>
                </a:cxn>
                <a:cxn ang="0">
                  <a:pos x="92" y="58"/>
                </a:cxn>
                <a:cxn ang="0">
                  <a:pos x="95" y="54"/>
                </a:cxn>
                <a:cxn ang="0">
                  <a:pos x="104" y="54"/>
                </a:cxn>
                <a:cxn ang="0">
                  <a:pos x="112" y="47"/>
                </a:cxn>
                <a:cxn ang="0">
                  <a:pos x="116" y="39"/>
                </a:cxn>
                <a:cxn ang="0">
                  <a:pos x="115" y="39"/>
                </a:cxn>
                <a:cxn ang="0">
                  <a:pos x="109" y="33"/>
                </a:cxn>
                <a:cxn ang="0">
                  <a:pos x="103" y="27"/>
                </a:cxn>
                <a:cxn ang="0">
                  <a:pos x="98" y="23"/>
                </a:cxn>
                <a:cxn ang="0">
                  <a:pos x="88" y="17"/>
                </a:cxn>
                <a:cxn ang="0">
                  <a:pos x="74" y="8"/>
                </a:cxn>
                <a:cxn ang="0">
                  <a:pos x="67" y="4"/>
                </a:cxn>
                <a:cxn ang="0">
                  <a:pos x="60" y="0"/>
                </a:cxn>
                <a:cxn ang="0">
                  <a:pos x="57" y="2"/>
                </a:cxn>
                <a:cxn ang="0">
                  <a:pos x="49" y="4"/>
                </a:cxn>
                <a:cxn ang="0">
                  <a:pos x="41" y="1"/>
                </a:cxn>
                <a:cxn ang="0">
                  <a:pos x="33" y="3"/>
                </a:cxn>
                <a:cxn ang="0">
                  <a:pos x="31" y="2"/>
                </a:cxn>
                <a:cxn ang="0">
                  <a:pos x="25" y="3"/>
                </a:cxn>
              </a:cxnLst>
              <a:rect l="0" t="0" r="r" b="b"/>
              <a:pathLst>
                <a:path w="116" h="58">
                  <a:moveTo>
                    <a:pt x="25" y="3"/>
                  </a:moveTo>
                  <a:cubicBezTo>
                    <a:pt x="24" y="3"/>
                    <a:pt x="23" y="2"/>
                    <a:pt x="22" y="2"/>
                  </a:cubicBezTo>
                  <a:cubicBezTo>
                    <a:pt x="19" y="2"/>
                    <a:pt x="18" y="3"/>
                    <a:pt x="16" y="4"/>
                  </a:cubicBezTo>
                  <a:cubicBezTo>
                    <a:pt x="11" y="6"/>
                    <a:pt x="8" y="6"/>
                    <a:pt x="5" y="9"/>
                  </a:cubicBezTo>
                  <a:cubicBezTo>
                    <a:pt x="3" y="11"/>
                    <a:pt x="0" y="12"/>
                    <a:pt x="0" y="15"/>
                  </a:cubicBezTo>
                  <a:cubicBezTo>
                    <a:pt x="0" y="17"/>
                    <a:pt x="1" y="18"/>
                    <a:pt x="3" y="19"/>
                  </a:cubicBezTo>
                  <a:cubicBezTo>
                    <a:pt x="5" y="20"/>
                    <a:pt x="6" y="21"/>
                    <a:pt x="7" y="21"/>
                  </a:cubicBezTo>
                  <a:cubicBezTo>
                    <a:pt x="9" y="22"/>
                    <a:pt x="10" y="21"/>
                    <a:pt x="11" y="22"/>
                  </a:cubicBezTo>
                  <a:cubicBezTo>
                    <a:pt x="13" y="22"/>
                    <a:pt x="13" y="25"/>
                    <a:pt x="15" y="25"/>
                  </a:cubicBezTo>
                  <a:cubicBezTo>
                    <a:pt x="22" y="27"/>
                    <a:pt x="26" y="27"/>
                    <a:pt x="33" y="27"/>
                  </a:cubicBezTo>
                  <a:cubicBezTo>
                    <a:pt x="40" y="28"/>
                    <a:pt x="44" y="29"/>
                    <a:pt x="50" y="32"/>
                  </a:cubicBezTo>
                  <a:cubicBezTo>
                    <a:pt x="53" y="33"/>
                    <a:pt x="54" y="36"/>
                    <a:pt x="58" y="37"/>
                  </a:cubicBezTo>
                  <a:cubicBezTo>
                    <a:pt x="60" y="38"/>
                    <a:pt x="61" y="38"/>
                    <a:pt x="64" y="38"/>
                  </a:cubicBezTo>
                  <a:cubicBezTo>
                    <a:pt x="64" y="38"/>
                    <a:pt x="66" y="38"/>
                    <a:pt x="66" y="39"/>
                  </a:cubicBezTo>
                  <a:cubicBezTo>
                    <a:pt x="66" y="42"/>
                    <a:pt x="66" y="42"/>
                    <a:pt x="66" y="42"/>
                  </a:cubicBezTo>
                  <a:cubicBezTo>
                    <a:pt x="66" y="49"/>
                    <a:pt x="72" y="53"/>
                    <a:pt x="78" y="54"/>
                  </a:cubicBezTo>
                  <a:cubicBezTo>
                    <a:pt x="84" y="55"/>
                    <a:pt x="88" y="54"/>
                    <a:pt x="92" y="58"/>
                  </a:cubicBezTo>
                  <a:cubicBezTo>
                    <a:pt x="93" y="57"/>
                    <a:pt x="94" y="55"/>
                    <a:pt x="95" y="54"/>
                  </a:cubicBezTo>
                  <a:cubicBezTo>
                    <a:pt x="98" y="53"/>
                    <a:pt x="101" y="55"/>
                    <a:pt x="104" y="54"/>
                  </a:cubicBezTo>
                  <a:cubicBezTo>
                    <a:pt x="108" y="52"/>
                    <a:pt x="109" y="50"/>
                    <a:pt x="112" y="47"/>
                  </a:cubicBezTo>
                  <a:cubicBezTo>
                    <a:pt x="114" y="44"/>
                    <a:pt x="116" y="43"/>
                    <a:pt x="116" y="39"/>
                  </a:cubicBezTo>
                  <a:cubicBezTo>
                    <a:pt x="116" y="39"/>
                    <a:pt x="115" y="39"/>
                    <a:pt x="115" y="39"/>
                  </a:cubicBezTo>
                  <a:cubicBezTo>
                    <a:pt x="113" y="36"/>
                    <a:pt x="111" y="35"/>
                    <a:pt x="109" y="33"/>
                  </a:cubicBezTo>
                  <a:cubicBezTo>
                    <a:pt x="106" y="32"/>
                    <a:pt x="105" y="30"/>
                    <a:pt x="103" y="27"/>
                  </a:cubicBezTo>
                  <a:cubicBezTo>
                    <a:pt x="102" y="25"/>
                    <a:pt x="100" y="25"/>
                    <a:pt x="98" y="23"/>
                  </a:cubicBezTo>
                  <a:cubicBezTo>
                    <a:pt x="94" y="21"/>
                    <a:pt x="92" y="19"/>
                    <a:pt x="88" y="17"/>
                  </a:cubicBezTo>
                  <a:cubicBezTo>
                    <a:pt x="83" y="13"/>
                    <a:pt x="81" y="10"/>
                    <a:pt x="74" y="8"/>
                  </a:cubicBezTo>
                  <a:cubicBezTo>
                    <a:pt x="71" y="8"/>
                    <a:pt x="70" y="6"/>
                    <a:pt x="67" y="4"/>
                  </a:cubicBezTo>
                  <a:cubicBezTo>
                    <a:pt x="64" y="3"/>
                    <a:pt x="63" y="0"/>
                    <a:pt x="60" y="0"/>
                  </a:cubicBezTo>
                  <a:cubicBezTo>
                    <a:pt x="59" y="0"/>
                    <a:pt x="58" y="1"/>
                    <a:pt x="57" y="2"/>
                  </a:cubicBezTo>
                  <a:cubicBezTo>
                    <a:pt x="54" y="3"/>
                    <a:pt x="52" y="4"/>
                    <a:pt x="49" y="4"/>
                  </a:cubicBezTo>
                  <a:cubicBezTo>
                    <a:pt x="46" y="4"/>
                    <a:pt x="44" y="1"/>
                    <a:pt x="41" y="1"/>
                  </a:cubicBezTo>
                  <a:cubicBezTo>
                    <a:pt x="38" y="1"/>
                    <a:pt x="36" y="3"/>
                    <a:pt x="33" y="3"/>
                  </a:cubicBezTo>
                  <a:cubicBezTo>
                    <a:pt x="32" y="3"/>
                    <a:pt x="32" y="2"/>
                    <a:pt x="31" y="2"/>
                  </a:cubicBezTo>
                  <a:cubicBezTo>
                    <a:pt x="29" y="2"/>
                    <a:pt x="27" y="3"/>
                    <a:pt x="25"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61"/>
            <p:cNvSpPr>
              <a:spLocks/>
            </p:cNvSpPr>
            <p:nvPr/>
          </p:nvSpPr>
          <p:spPr bwMode="auto">
            <a:xfrm>
              <a:off x="5186363" y="4157663"/>
              <a:ext cx="58738" cy="33338"/>
            </a:xfrm>
            <a:custGeom>
              <a:avLst/>
              <a:gdLst/>
              <a:ahLst/>
              <a:cxnLst>
                <a:cxn ang="0">
                  <a:pos x="8" y="10"/>
                </a:cxn>
                <a:cxn ang="0">
                  <a:pos x="12" y="12"/>
                </a:cxn>
                <a:cxn ang="0">
                  <a:pos x="16" y="8"/>
                </a:cxn>
                <a:cxn ang="0">
                  <a:pos x="21" y="3"/>
                </a:cxn>
                <a:cxn ang="0">
                  <a:pos x="16" y="1"/>
                </a:cxn>
                <a:cxn ang="0">
                  <a:pos x="14" y="0"/>
                </a:cxn>
                <a:cxn ang="0">
                  <a:pos x="10" y="5"/>
                </a:cxn>
                <a:cxn ang="0">
                  <a:pos x="8" y="10"/>
                </a:cxn>
              </a:cxnLst>
              <a:rect l="0" t="0" r="r" b="b"/>
              <a:pathLst>
                <a:path w="21" h="12">
                  <a:moveTo>
                    <a:pt x="8" y="10"/>
                  </a:moveTo>
                  <a:cubicBezTo>
                    <a:pt x="9" y="10"/>
                    <a:pt x="10" y="12"/>
                    <a:pt x="12" y="12"/>
                  </a:cubicBezTo>
                  <a:cubicBezTo>
                    <a:pt x="14" y="12"/>
                    <a:pt x="14" y="9"/>
                    <a:pt x="16" y="8"/>
                  </a:cubicBezTo>
                  <a:cubicBezTo>
                    <a:pt x="18" y="7"/>
                    <a:pt x="21" y="6"/>
                    <a:pt x="21" y="3"/>
                  </a:cubicBezTo>
                  <a:cubicBezTo>
                    <a:pt x="21" y="1"/>
                    <a:pt x="18" y="1"/>
                    <a:pt x="16" y="1"/>
                  </a:cubicBezTo>
                  <a:cubicBezTo>
                    <a:pt x="15" y="1"/>
                    <a:pt x="15" y="0"/>
                    <a:pt x="14" y="0"/>
                  </a:cubicBezTo>
                  <a:cubicBezTo>
                    <a:pt x="11" y="0"/>
                    <a:pt x="11" y="3"/>
                    <a:pt x="10" y="5"/>
                  </a:cubicBezTo>
                  <a:cubicBezTo>
                    <a:pt x="4" y="9"/>
                    <a:pt x="0" y="7"/>
                    <a:pt x="8" y="1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62"/>
            <p:cNvSpPr>
              <a:spLocks/>
            </p:cNvSpPr>
            <p:nvPr/>
          </p:nvSpPr>
          <p:spPr bwMode="auto">
            <a:xfrm>
              <a:off x="5087938" y="3614738"/>
              <a:ext cx="11113" cy="14288"/>
            </a:xfrm>
            <a:custGeom>
              <a:avLst/>
              <a:gdLst/>
              <a:ahLst/>
              <a:cxnLst>
                <a:cxn ang="0">
                  <a:pos x="1" y="0"/>
                </a:cxn>
                <a:cxn ang="0">
                  <a:pos x="0" y="1"/>
                </a:cxn>
                <a:cxn ang="0">
                  <a:pos x="3" y="5"/>
                </a:cxn>
                <a:cxn ang="0">
                  <a:pos x="4" y="3"/>
                </a:cxn>
                <a:cxn ang="0">
                  <a:pos x="1" y="0"/>
                </a:cxn>
              </a:cxnLst>
              <a:rect l="0" t="0" r="r" b="b"/>
              <a:pathLst>
                <a:path w="4" h="5">
                  <a:moveTo>
                    <a:pt x="1" y="0"/>
                  </a:moveTo>
                  <a:cubicBezTo>
                    <a:pt x="1" y="1"/>
                    <a:pt x="0" y="1"/>
                    <a:pt x="0" y="1"/>
                  </a:cubicBezTo>
                  <a:cubicBezTo>
                    <a:pt x="0" y="3"/>
                    <a:pt x="1" y="4"/>
                    <a:pt x="3" y="5"/>
                  </a:cubicBezTo>
                  <a:cubicBezTo>
                    <a:pt x="3" y="4"/>
                    <a:pt x="4" y="4"/>
                    <a:pt x="4" y="3"/>
                  </a:cubicBezTo>
                  <a:cubicBezTo>
                    <a:pt x="4" y="2"/>
                    <a:pt x="2" y="1"/>
                    <a:pt x="1"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63"/>
            <p:cNvSpPr>
              <a:spLocks/>
            </p:cNvSpPr>
            <p:nvPr/>
          </p:nvSpPr>
          <p:spPr bwMode="auto">
            <a:xfrm>
              <a:off x="5051425" y="3608388"/>
              <a:ext cx="25400" cy="14288"/>
            </a:xfrm>
            <a:custGeom>
              <a:avLst/>
              <a:gdLst/>
              <a:ahLst/>
              <a:cxnLst>
                <a:cxn ang="0">
                  <a:pos x="6" y="0"/>
                </a:cxn>
                <a:cxn ang="0">
                  <a:pos x="0" y="3"/>
                </a:cxn>
                <a:cxn ang="0">
                  <a:pos x="5" y="4"/>
                </a:cxn>
                <a:cxn ang="0">
                  <a:pos x="9" y="4"/>
                </a:cxn>
                <a:cxn ang="0">
                  <a:pos x="9" y="1"/>
                </a:cxn>
                <a:cxn ang="0">
                  <a:pos x="6" y="0"/>
                </a:cxn>
              </a:cxnLst>
              <a:rect l="0" t="0" r="r" b="b"/>
              <a:pathLst>
                <a:path w="9" h="5">
                  <a:moveTo>
                    <a:pt x="6" y="0"/>
                  </a:moveTo>
                  <a:cubicBezTo>
                    <a:pt x="3" y="0"/>
                    <a:pt x="0" y="0"/>
                    <a:pt x="0" y="3"/>
                  </a:cubicBezTo>
                  <a:cubicBezTo>
                    <a:pt x="0" y="5"/>
                    <a:pt x="3" y="4"/>
                    <a:pt x="5" y="4"/>
                  </a:cubicBezTo>
                  <a:cubicBezTo>
                    <a:pt x="7" y="4"/>
                    <a:pt x="8" y="4"/>
                    <a:pt x="9" y="4"/>
                  </a:cubicBezTo>
                  <a:cubicBezTo>
                    <a:pt x="9" y="1"/>
                    <a:pt x="9" y="1"/>
                    <a:pt x="9" y="1"/>
                  </a:cubicBezTo>
                  <a:cubicBezTo>
                    <a:pt x="8" y="1"/>
                    <a:pt x="7" y="0"/>
                    <a:pt x="6"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64"/>
            <p:cNvSpPr>
              <a:spLocks/>
            </p:cNvSpPr>
            <p:nvPr/>
          </p:nvSpPr>
          <p:spPr bwMode="auto">
            <a:xfrm>
              <a:off x="5008563" y="3586163"/>
              <a:ext cx="25400" cy="22225"/>
            </a:xfrm>
            <a:custGeom>
              <a:avLst/>
              <a:gdLst/>
              <a:ahLst/>
              <a:cxnLst>
                <a:cxn ang="0">
                  <a:pos x="5" y="2"/>
                </a:cxn>
                <a:cxn ang="0">
                  <a:pos x="0" y="0"/>
                </a:cxn>
                <a:cxn ang="0">
                  <a:pos x="0" y="1"/>
                </a:cxn>
                <a:cxn ang="0">
                  <a:pos x="4" y="8"/>
                </a:cxn>
                <a:cxn ang="0">
                  <a:pos x="9" y="3"/>
                </a:cxn>
                <a:cxn ang="0">
                  <a:pos x="5" y="2"/>
                </a:cxn>
              </a:cxnLst>
              <a:rect l="0" t="0" r="r" b="b"/>
              <a:pathLst>
                <a:path w="9" h="8">
                  <a:moveTo>
                    <a:pt x="5" y="2"/>
                  </a:moveTo>
                  <a:cubicBezTo>
                    <a:pt x="3" y="2"/>
                    <a:pt x="2" y="1"/>
                    <a:pt x="0" y="0"/>
                  </a:cubicBezTo>
                  <a:cubicBezTo>
                    <a:pt x="0" y="0"/>
                    <a:pt x="0" y="1"/>
                    <a:pt x="0" y="1"/>
                  </a:cubicBezTo>
                  <a:cubicBezTo>
                    <a:pt x="0" y="4"/>
                    <a:pt x="1" y="8"/>
                    <a:pt x="4" y="8"/>
                  </a:cubicBezTo>
                  <a:cubicBezTo>
                    <a:pt x="7" y="8"/>
                    <a:pt x="8" y="5"/>
                    <a:pt x="9" y="3"/>
                  </a:cubicBezTo>
                  <a:cubicBezTo>
                    <a:pt x="8" y="2"/>
                    <a:pt x="6" y="2"/>
                    <a:pt x="5" y="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65"/>
            <p:cNvSpPr>
              <a:spLocks/>
            </p:cNvSpPr>
            <p:nvPr/>
          </p:nvSpPr>
          <p:spPr bwMode="auto">
            <a:xfrm>
              <a:off x="4975225" y="3371850"/>
              <a:ext cx="19050" cy="141288"/>
            </a:xfrm>
            <a:custGeom>
              <a:avLst/>
              <a:gdLst/>
              <a:ahLst/>
              <a:cxnLst>
                <a:cxn ang="0">
                  <a:pos x="4" y="3"/>
                </a:cxn>
                <a:cxn ang="0">
                  <a:pos x="0" y="5"/>
                </a:cxn>
                <a:cxn ang="0">
                  <a:pos x="2" y="11"/>
                </a:cxn>
                <a:cxn ang="0">
                  <a:pos x="2" y="18"/>
                </a:cxn>
                <a:cxn ang="0">
                  <a:pos x="0" y="26"/>
                </a:cxn>
                <a:cxn ang="0">
                  <a:pos x="2" y="31"/>
                </a:cxn>
                <a:cxn ang="0">
                  <a:pos x="2" y="37"/>
                </a:cxn>
                <a:cxn ang="0">
                  <a:pos x="5" y="31"/>
                </a:cxn>
                <a:cxn ang="0">
                  <a:pos x="7" y="26"/>
                </a:cxn>
                <a:cxn ang="0">
                  <a:pos x="4" y="22"/>
                </a:cxn>
                <a:cxn ang="0">
                  <a:pos x="6" y="14"/>
                </a:cxn>
                <a:cxn ang="0">
                  <a:pos x="6" y="8"/>
                </a:cxn>
                <a:cxn ang="0">
                  <a:pos x="4" y="5"/>
                </a:cxn>
                <a:cxn ang="0">
                  <a:pos x="4" y="3"/>
                </a:cxn>
              </a:cxnLst>
              <a:rect l="0" t="0" r="r" b="b"/>
              <a:pathLst>
                <a:path w="7" h="50">
                  <a:moveTo>
                    <a:pt x="4" y="3"/>
                  </a:moveTo>
                  <a:cubicBezTo>
                    <a:pt x="1" y="0"/>
                    <a:pt x="0" y="1"/>
                    <a:pt x="0" y="5"/>
                  </a:cubicBezTo>
                  <a:cubicBezTo>
                    <a:pt x="0" y="7"/>
                    <a:pt x="2" y="8"/>
                    <a:pt x="2" y="11"/>
                  </a:cubicBezTo>
                  <a:cubicBezTo>
                    <a:pt x="2" y="18"/>
                    <a:pt x="2" y="18"/>
                    <a:pt x="2" y="18"/>
                  </a:cubicBezTo>
                  <a:cubicBezTo>
                    <a:pt x="2" y="21"/>
                    <a:pt x="0" y="23"/>
                    <a:pt x="0" y="26"/>
                  </a:cubicBezTo>
                  <a:cubicBezTo>
                    <a:pt x="0" y="28"/>
                    <a:pt x="2" y="29"/>
                    <a:pt x="2" y="31"/>
                  </a:cubicBezTo>
                  <a:cubicBezTo>
                    <a:pt x="2" y="37"/>
                    <a:pt x="2" y="37"/>
                    <a:pt x="2" y="37"/>
                  </a:cubicBezTo>
                  <a:cubicBezTo>
                    <a:pt x="6" y="50"/>
                    <a:pt x="4" y="35"/>
                    <a:pt x="5" y="31"/>
                  </a:cubicBezTo>
                  <a:cubicBezTo>
                    <a:pt x="5" y="29"/>
                    <a:pt x="7" y="28"/>
                    <a:pt x="7" y="26"/>
                  </a:cubicBezTo>
                  <a:cubicBezTo>
                    <a:pt x="7" y="24"/>
                    <a:pt x="4" y="24"/>
                    <a:pt x="4" y="22"/>
                  </a:cubicBezTo>
                  <a:cubicBezTo>
                    <a:pt x="4" y="18"/>
                    <a:pt x="6" y="17"/>
                    <a:pt x="6" y="14"/>
                  </a:cubicBezTo>
                  <a:cubicBezTo>
                    <a:pt x="6" y="8"/>
                    <a:pt x="6" y="8"/>
                    <a:pt x="6" y="8"/>
                  </a:cubicBezTo>
                  <a:cubicBezTo>
                    <a:pt x="5" y="7"/>
                    <a:pt x="4" y="6"/>
                    <a:pt x="4" y="5"/>
                  </a:cubicBezTo>
                  <a:cubicBezTo>
                    <a:pt x="4" y="3"/>
                    <a:pt x="4" y="3"/>
                    <a:pt x="4"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66"/>
            <p:cNvSpPr>
              <a:spLocks/>
            </p:cNvSpPr>
            <p:nvPr/>
          </p:nvSpPr>
          <p:spPr bwMode="auto">
            <a:xfrm>
              <a:off x="4697413" y="2097088"/>
              <a:ext cx="1098550" cy="1266825"/>
            </a:xfrm>
            <a:custGeom>
              <a:avLst/>
              <a:gdLst/>
              <a:ahLst/>
              <a:cxnLst>
                <a:cxn ang="0">
                  <a:pos x="173" y="232"/>
                </a:cxn>
                <a:cxn ang="0">
                  <a:pos x="206" y="207"/>
                </a:cxn>
                <a:cxn ang="0">
                  <a:pos x="260" y="157"/>
                </a:cxn>
                <a:cxn ang="0">
                  <a:pos x="280" y="159"/>
                </a:cxn>
                <a:cxn ang="0">
                  <a:pos x="255" y="141"/>
                </a:cxn>
                <a:cxn ang="0">
                  <a:pos x="219" y="151"/>
                </a:cxn>
                <a:cxn ang="0">
                  <a:pos x="185" y="162"/>
                </a:cxn>
                <a:cxn ang="0">
                  <a:pos x="138" y="191"/>
                </a:cxn>
                <a:cxn ang="0">
                  <a:pos x="107" y="174"/>
                </a:cxn>
                <a:cxn ang="0">
                  <a:pos x="85" y="155"/>
                </a:cxn>
                <a:cxn ang="0">
                  <a:pos x="79" y="105"/>
                </a:cxn>
                <a:cxn ang="0">
                  <a:pos x="131" y="80"/>
                </a:cxn>
                <a:cxn ang="0">
                  <a:pos x="158" y="76"/>
                </a:cxn>
                <a:cxn ang="0">
                  <a:pos x="202" y="76"/>
                </a:cxn>
                <a:cxn ang="0">
                  <a:pos x="252" y="77"/>
                </a:cxn>
                <a:cxn ang="0">
                  <a:pos x="301" y="87"/>
                </a:cxn>
                <a:cxn ang="0">
                  <a:pos x="348" y="72"/>
                </a:cxn>
                <a:cxn ang="0">
                  <a:pos x="385" y="20"/>
                </a:cxn>
                <a:cxn ang="0">
                  <a:pos x="382" y="4"/>
                </a:cxn>
                <a:cxn ang="0">
                  <a:pos x="362" y="23"/>
                </a:cxn>
                <a:cxn ang="0">
                  <a:pos x="334" y="40"/>
                </a:cxn>
                <a:cxn ang="0">
                  <a:pos x="292" y="52"/>
                </a:cxn>
                <a:cxn ang="0">
                  <a:pos x="269" y="47"/>
                </a:cxn>
                <a:cxn ang="0">
                  <a:pos x="229" y="45"/>
                </a:cxn>
                <a:cxn ang="0">
                  <a:pos x="194" y="45"/>
                </a:cxn>
                <a:cxn ang="0">
                  <a:pos x="161" y="33"/>
                </a:cxn>
                <a:cxn ang="0">
                  <a:pos x="139" y="24"/>
                </a:cxn>
                <a:cxn ang="0">
                  <a:pos x="119" y="44"/>
                </a:cxn>
                <a:cxn ang="0">
                  <a:pos x="97" y="57"/>
                </a:cxn>
                <a:cxn ang="0">
                  <a:pos x="79" y="62"/>
                </a:cxn>
                <a:cxn ang="0">
                  <a:pos x="66" y="86"/>
                </a:cxn>
                <a:cxn ang="0">
                  <a:pos x="63" y="110"/>
                </a:cxn>
                <a:cxn ang="0">
                  <a:pos x="62" y="114"/>
                </a:cxn>
                <a:cxn ang="0">
                  <a:pos x="37" y="175"/>
                </a:cxn>
                <a:cxn ang="0">
                  <a:pos x="34" y="203"/>
                </a:cxn>
                <a:cxn ang="0">
                  <a:pos x="27" y="227"/>
                </a:cxn>
                <a:cxn ang="0">
                  <a:pos x="7" y="266"/>
                </a:cxn>
                <a:cxn ang="0">
                  <a:pos x="0" y="277"/>
                </a:cxn>
                <a:cxn ang="0">
                  <a:pos x="5" y="290"/>
                </a:cxn>
                <a:cxn ang="0">
                  <a:pos x="7" y="316"/>
                </a:cxn>
                <a:cxn ang="0">
                  <a:pos x="43" y="330"/>
                </a:cxn>
                <a:cxn ang="0">
                  <a:pos x="47" y="377"/>
                </a:cxn>
                <a:cxn ang="0">
                  <a:pos x="38" y="424"/>
                </a:cxn>
                <a:cxn ang="0">
                  <a:pos x="50" y="445"/>
                </a:cxn>
                <a:cxn ang="0">
                  <a:pos x="78" y="444"/>
                </a:cxn>
                <a:cxn ang="0">
                  <a:pos x="95" y="430"/>
                </a:cxn>
                <a:cxn ang="0">
                  <a:pos x="97" y="391"/>
                </a:cxn>
                <a:cxn ang="0">
                  <a:pos x="96" y="364"/>
                </a:cxn>
                <a:cxn ang="0">
                  <a:pos x="99" y="324"/>
                </a:cxn>
                <a:cxn ang="0">
                  <a:pos x="92" y="296"/>
                </a:cxn>
                <a:cxn ang="0">
                  <a:pos x="106" y="272"/>
                </a:cxn>
                <a:cxn ang="0">
                  <a:pos x="136" y="275"/>
                </a:cxn>
                <a:cxn ang="0">
                  <a:pos x="135" y="301"/>
                </a:cxn>
                <a:cxn ang="0">
                  <a:pos x="156" y="343"/>
                </a:cxn>
                <a:cxn ang="0">
                  <a:pos x="166" y="362"/>
                </a:cxn>
                <a:cxn ang="0">
                  <a:pos x="172" y="393"/>
                </a:cxn>
                <a:cxn ang="0">
                  <a:pos x="197" y="388"/>
                </a:cxn>
                <a:cxn ang="0">
                  <a:pos x="234" y="372"/>
                </a:cxn>
                <a:cxn ang="0">
                  <a:pos x="233" y="346"/>
                </a:cxn>
                <a:cxn ang="0">
                  <a:pos x="211" y="307"/>
                </a:cxn>
                <a:cxn ang="0">
                  <a:pos x="219" y="292"/>
                </a:cxn>
                <a:cxn ang="0">
                  <a:pos x="211" y="278"/>
                </a:cxn>
                <a:cxn ang="0">
                  <a:pos x="188" y="255"/>
                </a:cxn>
              </a:cxnLst>
              <a:rect l="0" t="0" r="r" b="b"/>
              <a:pathLst>
                <a:path w="391" h="450">
                  <a:moveTo>
                    <a:pt x="188" y="255"/>
                  </a:moveTo>
                  <a:cubicBezTo>
                    <a:pt x="188" y="254"/>
                    <a:pt x="189" y="253"/>
                    <a:pt x="188" y="251"/>
                  </a:cubicBezTo>
                  <a:cubicBezTo>
                    <a:pt x="187" y="246"/>
                    <a:pt x="179" y="248"/>
                    <a:pt x="179" y="244"/>
                  </a:cubicBezTo>
                  <a:cubicBezTo>
                    <a:pt x="179" y="242"/>
                    <a:pt x="179" y="242"/>
                    <a:pt x="179" y="241"/>
                  </a:cubicBezTo>
                  <a:cubicBezTo>
                    <a:pt x="179" y="236"/>
                    <a:pt x="175" y="236"/>
                    <a:pt x="173" y="232"/>
                  </a:cubicBezTo>
                  <a:cubicBezTo>
                    <a:pt x="171" y="229"/>
                    <a:pt x="172" y="226"/>
                    <a:pt x="170" y="223"/>
                  </a:cubicBezTo>
                  <a:cubicBezTo>
                    <a:pt x="177" y="222"/>
                    <a:pt x="181" y="221"/>
                    <a:pt x="187" y="217"/>
                  </a:cubicBezTo>
                  <a:cubicBezTo>
                    <a:pt x="190" y="215"/>
                    <a:pt x="190" y="212"/>
                    <a:pt x="194" y="211"/>
                  </a:cubicBezTo>
                  <a:cubicBezTo>
                    <a:pt x="196" y="210"/>
                    <a:pt x="198" y="211"/>
                    <a:pt x="200" y="210"/>
                  </a:cubicBezTo>
                  <a:cubicBezTo>
                    <a:pt x="203" y="210"/>
                    <a:pt x="204" y="208"/>
                    <a:pt x="206" y="207"/>
                  </a:cubicBezTo>
                  <a:cubicBezTo>
                    <a:pt x="212" y="204"/>
                    <a:pt x="215" y="202"/>
                    <a:pt x="218" y="197"/>
                  </a:cubicBezTo>
                  <a:cubicBezTo>
                    <a:pt x="223" y="191"/>
                    <a:pt x="224" y="187"/>
                    <a:pt x="229" y="182"/>
                  </a:cubicBezTo>
                  <a:cubicBezTo>
                    <a:pt x="232" y="178"/>
                    <a:pt x="235" y="177"/>
                    <a:pt x="237" y="173"/>
                  </a:cubicBezTo>
                  <a:cubicBezTo>
                    <a:pt x="242" y="165"/>
                    <a:pt x="247" y="161"/>
                    <a:pt x="256" y="159"/>
                  </a:cubicBezTo>
                  <a:cubicBezTo>
                    <a:pt x="257" y="159"/>
                    <a:pt x="258" y="157"/>
                    <a:pt x="260" y="157"/>
                  </a:cubicBezTo>
                  <a:cubicBezTo>
                    <a:pt x="263" y="157"/>
                    <a:pt x="263" y="160"/>
                    <a:pt x="265" y="162"/>
                  </a:cubicBezTo>
                  <a:cubicBezTo>
                    <a:pt x="266" y="163"/>
                    <a:pt x="267" y="164"/>
                    <a:pt x="269" y="165"/>
                  </a:cubicBezTo>
                  <a:cubicBezTo>
                    <a:pt x="271" y="167"/>
                    <a:pt x="272" y="170"/>
                    <a:pt x="275" y="170"/>
                  </a:cubicBezTo>
                  <a:cubicBezTo>
                    <a:pt x="278" y="170"/>
                    <a:pt x="278" y="167"/>
                    <a:pt x="279" y="165"/>
                  </a:cubicBezTo>
                  <a:cubicBezTo>
                    <a:pt x="279" y="163"/>
                    <a:pt x="280" y="162"/>
                    <a:pt x="280" y="159"/>
                  </a:cubicBezTo>
                  <a:cubicBezTo>
                    <a:pt x="281" y="155"/>
                    <a:pt x="284" y="153"/>
                    <a:pt x="284" y="149"/>
                  </a:cubicBezTo>
                  <a:cubicBezTo>
                    <a:pt x="284" y="147"/>
                    <a:pt x="282" y="147"/>
                    <a:pt x="281" y="146"/>
                  </a:cubicBezTo>
                  <a:cubicBezTo>
                    <a:pt x="278" y="144"/>
                    <a:pt x="277" y="142"/>
                    <a:pt x="274" y="140"/>
                  </a:cubicBezTo>
                  <a:cubicBezTo>
                    <a:pt x="271" y="139"/>
                    <a:pt x="269" y="138"/>
                    <a:pt x="266" y="138"/>
                  </a:cubicBezTo>
                  <a:cubicBezTo>
                    <a:pt x="261" y="138"/>
                    <a:pt x="260" y="141"/>
                    <a:pt x="255" y="141"/>
                  </a:cubicBezTo>
                  <a:cubicBezTo>
                    <a:pt x="244" y="142"/>
                    <a:pt x="234" y="142"/>
                    <a:pt x="250" y="148"/>
                  </a:cubicBezTo>
                  <a:cubicBezTo>
                    <a:pt x="249" y="151"/>
                    <a:pt x="248" y="153"/>
                    <a:pt x="246" y="153"/>
                  </a:cubicBezTo>
                  <a:cubicBezTo>
                    <a:pt x="240" y="153"/>
                    <a:pt x="240" y="153"/>
                    <a:pt x="240" y="153"/>
                  </a:cubicBezTo>
                  <a:cubicBezTo>
                    <a:pt x="235" y="153"/>
                    <a:pt x="232" y="150"/>
                    <a:pt x="227" y="150"/>
                  </a:cubicBezTo>
                  <a:cubicBezTo>
                    <a:pt x="224" y="150"/>
                    <a:pt x="222" y="151"/>
                    <a:pt x="219" y="151"/>
                  </a:cubicBezTo>
                  <a:cubicBezTo>
                    <a:pt x="214" y="152"/>
                    <a:pt x="212" y="151"/>
                    <a:pt x="207" y="152"/>
                  </a:cubicBezTo>
                  <a:cubicBezTo>
                    <a:pt x="203" y="154"/>
                    <a:pt x="205" y="159"/>
                    <a:pt x="201" y="161"/>
                  </a:cubicBezTo>
                  <a:cubicBezTo>
                    <a:pt x="199" y="161"/>
                    <a:pt x="197" y="160"/>
                    <a:pt x="195" y="161"/>
                  </a:cubicBezTo>
                  <a:cubicBezTo>
                    <a:pt x="193" y="161"/>
                    <a:pt x="192" y="163"/>
                    <a:pt x="190" y="163"/>
                  </a:cubicBezTo>
                  <a:cubicBezTo>
                    <a:pt x="188" y="163"/>
                    <a:pt x="187" y="162"/>
                    <a:pt x="185" y="162"/>
                  </a:cubicBezTo>
                  <a:cubicBezTo>
                    <a:pt x="184" y="162"/>
                    <a:pt x="183" y="162"/>
                    <a:pt x="181" y="162"/>
                  </a:cubicBezTo>
                  <a:cubicBezTo>
                    <a:pt x="166" y="162"/>
                    <a:pt x="176" y="145"/>
                    <a:pt x="154" y="170"/>
                  </a:cubicBezTo>
                  <a:cubicBezTo>
                    <a:pt x="151" y="173"/>
                    <a:pt x="150" y="176"/>
                    <a:pt x="146" y="179"/>
                  </a:cubicBezTo>
                  <a:cubicBezTo>
                    <a:pt x="144" y="181"/>
                    <a:pt x="143" y="183"/>
                    <a:pt x="141" y="186"/>
                  </a:cubicBezTo>
                  <a:cubicBezTo>
                    <a:pt x="140" y="188"/>
                    <a:pt x="140" y="191"/>
                    <a:pt x="138" y="191"/>
                  </a:cubicBezTo>
                  <a:cubicBezTo>
                    <a:pt x="134" y="191"/>
                    <a:pt x="133" y="191"/>
                    <a:pt x="129" y="191"/>
                  </a:cubicBezTo>
                  <a:cubicBezTo>
                    <a:pt x="127" y="191"/>
                    <a:pt x="126" y="188"/>
                    <a:pt x="123" y="188"/>
                  </a:cubicBezTo>
                  <a:cubicBezTo>
                    <a:pt x="121" y="188"/>
                    <a:pt x="120" y="188"/>
                    <a:pt x="118" y="188"/>
                  </a:cubicBezTo>
                  <a:cubicBezTo>
                    <a:pt x="116" y="188"/>
                    <a:pt x="115" y="185"/>
                    <a:pt x="113" y="183"/>
                  </a:cubicBezTo>
                  <a:cubicBezTo>
                    <a:pt x="110" y="180"/>
                    <a:pt x="108" y="178"/>
                    <a:pt x="107" y="174"/>
                  </a:cubicBezTo>
                  <a:cubicBezTo>
                    <a:pt x="106" y="171"/>
                    <a:pt x="107" y="169"/>
                    <a:pt x="106" y="167"/>
                  </a:cubicBezTo>
                  <a:cubicBezTo>
                    <a:pt x="105" y="165"/>
                    <a:pt x="104" y="165"/>
                    <a:pt x="102" y="164"/>
                  </a:cubicBezTo>
                  <a:cubicBezTo>
                    <a:pt x="100" y="162"/>
                    <a:pt x="100" y="161"/>
                    <a:pt x="98" y="161"/>
                  </a:cubicBezTo>
                  <a:cubicBezTo>
                    <a:pt x="96" y="161"/>
                    <a:pt x="95" y="161"/>
                    <a:pt x="94" y="161"/>
                  </a:cubicBezTo>
                  <a:cubicBezTo>
                    <a:pt x="90" y="161"/>
                    <a:pt x="88" y="158"/>
                    <a:pt x="85" y="155"/>
                  </a:cubicBezTo>
                  <a:cubicBezTo>
                    <a:pt x="83" y="151"/>
                    <a:pt x="82" y="149"/>
                    <a:pt x="81" y="145"/>
                  </a:cubicBezTo>
                  <a:cubicBezTo>
                    <a:pt x="78" y="139"/>
                    <a:pt x="79" y="135"/>
                    <a:pt x="77" y="129"/>
                  </a:cubicBezTo>
                  <a:cubicBezTo>
                    <a:pt x="76" y="128"/>
                    <a:pt x="75" y="127"/>
                    <a:pt x="75" y="125"/>
                  </a:cubicBezTo>
                  <a:cubicBezTo>
                    <a:pt x="75" y="116"/>
                    <a:pt x="75" y="116"/>
                    <a:pt x="75" y="116"/>
                  </a:cubicBezTo>
                  <a:cubicBezTo>
                    <a:pt x="75" y="112"/>
                    <a:pt x="78" y="109"/>
                    <a:pt x="79" y="105"/>
                  </a:cubicBezTo>
                  <a:cubicBezTo>
                    <a:pt x="80" y="95"/>
                    <a:pt x="84" y="89"/>
                    <a:pt x="91" y="82"/>
                  </a:cubicBezTo>
                  <a:cubicBezTo>
                    <a:pt x="98" y="77"/>
                    <a:pt x="102" y="72"/>
                    <a:pt x="111" y="72"/>
                  </a:cubicBezTo>
                  <a:cubicBezTo>
                    <a:pt x="113" y="72"/>
                    <a:pt x="114" y="74"/>
                    <a:pt x="117" y="74"/>
                  </a:cubicBezTo>
                  <a:cubicBezTo>
                    <a:pt x="120" y="76"/>
                    <a:pt x="123" y="76"/>
                    <a:pt x="126" y="78"/>
                  </a:cubicBezTo>
                  <a:cubicBezTo>
                    <a:pt x="128" y="79"/>
                    <a:pt x="129" y="80"/>
                    <a:pt x="131" y="80"/>
                  </a:cubicBezTo>
                  <a:cubicBezTo>
                    <a:pt x="132" y="80"/>
                    <a:pt x="133" y="80"/>
                    <a:pt x="135" y="80"/>
                  </a:cubicBezTo>
                  <a:cubicBezTo>
                    <a:pt x="136" y="80"/>
                    <a:pt x="137" y="81"/>
                    <a:pt x="138" y="81"/>
                  </a:cubicBezTo>
                  <a:cubicBezTo>
                    <a:pt x="141" y="81"/>
                    <a:pt x="142" y="77"/>
                    <a:pt x="145" y="77"/>
                  </a:cubicBezTo>
                  <a:cubicBezTo>
                    <a:pt x="153" y="77"/>
                    <a:pt x="153" y="77"/>
                    <a:pt x="153" y="77"/>
                  </a:cubicBezTo>
                  <a:cubicBezTo>
                    <a:pt x="155" y="77"/>
                    <a:pt x="156" y="76"/>
                    <a:pt x="158" y="76"/>
                  </a:cubicBezTo>
                  <a:cubicBezTo>
                    <a:pt x="165" y="76"/>
                    <a:pt x="165" y="76"/>
                    <a:pt x="165" y="76"/>
                  </a:cubicBezTo>
                  <a:cubicBezTo>
                    <a:pt x="168" y="76"/>
                    <a:pt x="167" y="71"/>
                    <a:pt x="170" y="71"/>
                  </a:cubicBezTo>
                  <a:cubicBezTo>
                    <a:pt x="178" y="71"/>
                    <a:pt x="181" y="79"/>
                    <a:pt x="189" y="79"/>
                  </a:cubicBezTo>
                  <a:cubicBezTo>
                    <a:pt x="194" y="79"/>
                    <a:pt x="196" y="75"/>
                    <a:pt x="201" y="75"/>
                  </a:cubicBezTo>
                  <a:cubicBezTo>
                    <a:pt x="201" y="75"/>
                    <a:pt x="201" y="76"/>
                    <a:pt x="202" y="76"/>
                  </a:cubicBezTo>
                  <a:cubicBezTo>
                    <a:pt x="204" y="77"/>
                    <a:pt x="205" y="76"/>
                    <a:pt x="207" y="77"/>
                  </a:cubicBezTo>
                  <a:cubicBezTo>
                    <a:pt x="209" y="77"/>
                    <a:pt x="210" y="76"/>
                    <a:pt x="211" y="76"/>
                  </a:cubicBezTo>
                  <a:cubicBezTo>
                    <a:pt x="212" y="76"/>
                    <a:pt x="213" y="77"/>
                    <a:pt x="214" y="77"/>
                  </a:cubicBezTo>
                  <a:cubicBezTo>
                    <a:pt x="219" y="77"/>
                    <a:pt x="222" y="75"/>
                    <a:pt x="227" y="75"/>
                  </a:cubicBezTo>
                  <a:cubicBezTo>
                    <a:pt x="237" y="75"/>
                    <a:pt x="242" y="75"/>
                    <a:pt x="252" y="77"/>
                  </a:cubicBezTo>
                  <a:cubicBezTo>
                    <a:pt x="255" y="77"/>
                    <a:pt x="258" y="77"/>
                    <a:pt x="261" y="79"/>
                  </a:cubicBezTo>
                  <a:cubicBezTo>
                    <a:pt x="267" y="82"/>
                    <a:pt x="269" y="87"/>
                    <a:pt x="276" y="87"/>
                  </a:cubicBezTo>
                  <a:cubicBezTo>
                    <a:pt x="281" y="87"/>
                    <a:pt x="283" y="85"/>
                    <a:pt x="288" y="85"/>
                  </a:cubicBezTo>
                  <a:cubicBezTo>
                    <a:pt x="291" y="85"/>
                    <a:pt x="291" y="90"/>
                    <a:pt x="294" y="90"/>
                  </a:cubicBezTo>
                  <a:cubicBezTo>
                    <a:pt x="297" y="90"/>
                    <a:pt x="298" y="87"/>
                    <a:pt x="301" y="87"/>
                  </a:cubicBezTo>
                  <a:cubicBezTo>
                    <a:pt x="307" y="87"/>
                    <a:pt x="307" y="87"/>
                    <a:pt x="307" y="87"/>
                  </a:cubicBezTo>
                  <a:cubicBezTo>
                    <a:pt x="314" y="87"/>
                    <a:pt x="317" y="83"/>
                    <a:pt x="323" y="83"/>
                  </a:cubicBezTo>
                  <a:cubicBezTo>
                    <a:pt x="325" y="83"/>
                    <a:pt x="326" y="83"/>
                    <a:pt x="327" y="83"/>
                  </a:cubicBezTo>
                  <a:cubicBezTo>
                    <a:pt x="329" y="83"/>
                    <a:pt x="330" y="82"/>
                    <a:pt x="332" y="82"/>
                  </a:cubicBezTo>
                  <a:cubicBezTo>
                    <a:pt x="339" y="80"/>
                    <a:pt x="344" y="78"/>
                    <a:pt x="348" y="72"/>
                  </a:cubicBezTo>
                  <a:cubicBezTo>
                    <a:pt x="354" y="64"/>
                    <a:pt x="353" y="56"/>
                    <a:pt x="361" y="51"/>
                  </a:cubicBezTo>
                  <a:cubicBezTo>
                    <a:pt x="363" y="50"/>
                    <a:pt x="364" y="48"/>
                    <a:pt x="366" y="47"/>
                  </a:cubicBezTo>
                  <a:cubicBezTo>
                    <a:pt x="370" y="44"/>
                    <a:pt x="372" y="42"/>
                    <a:pt x="375" y="38"/>
                  </a:cubicBezTo>
                  <a:cubicBezTo>
                    <a:pt x="376" y="36"/>
                    <a:pt x="377" y="34"/>
                    <a:pt x="379" y="32"/>
                  </a:cubicBezTo>
                  <a:cubicBezTo>
                    <a:pt x="382" y="28"/>
                    <a:pt x="383" y="25"/>
                    <a:pt x="385" y="20"/>
                  </a:cubicBezTo>
                  <a:cubicBezTo>
                    <a:pt x="387" y="17"/>
                    <a:pt x="391" y="16"/>
                    <a:pt x="391" y="12"/>
                  </a:cubicBezTo>
                  <a:cubicBezTo>
                    <a:pt x="391" y="10"/>
                    <a:pt x="390" y="11"/>
                    <a:pt x="389" y="10"/>
                  </a:cubicBezTo>
                  <a:cubicBezTo>
                    <a:pt x="387" y="8"/>
                    <a:pt x="387" y="6"/>
                    <a:pt x="387" y="4"/>
                  </a:cubicBezTo>
                  <a:cubicBezTo>
                    <a:pt x="386" y="3"/>
                    <a:pt x="386" y="3"/>
                    <a:pt x="384" y="4"/>
                  </a:cubicBezTo>
                  <a:cubicBezTo>
                    <a:pt x="384" y="4"/>
                    <a:pt x="383" y="4"/>
                    <a:pt x="382" y="4"/>
                  </a:cubicBezTo>
                  <a:cubicBezTo>
                    <a:pt x="379" y="4"/>
                    <a:pt x="378" y="1"/>
                    <a:pt x="376" y="0"/>
                  </a:cubicBezTo>
                  <a:cubicBezTo>
                    <a:pt x="373" y="3"/>
                    <a:pt x="371" y="5"/>
                    <a:pt x="369" y="7"/>
                  </a:cubicBezTo>
                  <a:cubicBezTo>
                    <a:pt x="367" y="9"/>
                    <a:pt x="365" y="10"/>
                    <a:pt x="365" y="13"/>
                  </a:cubicBezTo>
                  <a:cubicBezTo>
                    <a:pt x="365" y="15"/>
                    <a:pt x="366" y="16"/>
                    <a:pt x="366" y="19"/>
                  </a:cubicBezTo>
                  <a:cubicBezTo>
                    <a:pt x="366" y="21"/>
                    <a:pt x="364" y="22"/>
                    <a:pt x="362" y="23"/>
                  </a:cubicBezTo>
                  <a:cubicBezTo>
                    <a:pt x="360" y="25"/>
                    <a:pt x="359" y="27"/>
                    <a:pt x="356" y="29"/>
                  </a:cubicBezTo>
                  <a:cubicBezTo>
                    <a:pt x="353" y="31"/>
                    <a:pt x="350" y="34"/>
                    <a:pt x="346" y="34"/>
                  </a:cubicBezTo>
                  <a:cubicBezTo>
                    <a:pt x="344" y="34"/>
                    <a:pt x="343" y="32"/>
                    <a:pt x="341" y="32"/>
                  </a:cubicBezTo>
                  <a:cubicBezTo>
                    <a:pt x="340" y="32"/>
                    <a:pt x="339" y="32"/>
                    <a:pt x="338" y="33"/>
                  </a:cubicBezTo>
                  <a:cubicBezTo>
                    <a:pt x="338" y="36"/>
                    <a:pt x="336" y="38"/>
                    <a:pt x="334" y="40"/>
                  </a:cubicBezTo>
                  <a:cubicBezTo>
                    <a:pt x="332" y="44"/>
                    <a:pt x="330" y="46"/>
                    <a:pt x="325" y="47"/>
                  </a:cubicBezTo>
                  <a:cubicBezTo>
                    <a:pt x="320" y="49"/>
                    <a:pt x="318" y="50"/>
                    <a:pt x="314" y="53"/>
                  </a:cubicBezTo>
                  <a:cubicBezTo>
                    <a:pt x="312" y="54"/>
                    <a:pt x="311" y="55"/>
                    <a:pt x="309" y="55"/>
                  </a:cubicBezTo>
                  <a:cubicBezTo>
                    <a:pt x="303" y="55"/>
                    <a:pt x="300" y="54"/>
                    <a:pt x="293" y="53"/>
                  </a:cubicBezTo>
                  <a:cubicBezTo>
                    <a:pt x="293" y="52"/>
                    <a:pt x="292" y="52"/>
                    <a:pt x="292" y="52"/>
                  </a:cubicBezTo>
                  <a:cubicBezTo>
                    <a:pt x="290" y="52"/>
                    <a:pt x="289" y="53"/>
                    <a:pt x="287" y="53"/>
                  </a:cubicBezTo>
                  <a:cubicBezTo>
                    <a:pt x="285" y="53"/>
                    <a:pt x="285" y="52"/>
                    <a:pt x="284" y="52"/>
                  </a:cubicBezTo>
                  <a:cubicBezTo>
                    <a:pt x="282" y="50"/>
                    <a:pt x="280" y="49"/>
                    <a:pt x="277" y="49"/>
                  </a:cubicBezTo>
                  <a:cubicBezTo>
                    <a:pt x="272" y="49"/>
                    <a:pt x="272" y="49"/>
                    <a:pt x="272" y="49"/>
                  </a:cubicBezTo>
                  <a:cubicBezTo>
                    <a:pt x="271" y="48"/>
                    <a:pt x="270" y="47"/>
                    <a:pt x="269" y="47"/>
                  </a:cubicBezTo>
                  <a:cubicBezTo>
                    <a:pt x="267" y="47"/>
                    <a:pt x="267" y="49"/>
                    <a:pt x="265" y="49"/>
                  </a:cubicBezTo>
                  <a:cubicBezTo>
                    <a:pt x="261" y="49"/>
                    <a:pt x="259" y="48"/>
                    <a:pt x="256" y="47"/>
                  </a:cubicBezTo>
                  <a:cubicBezTo>
                    <a:pt x="254" y="49"/>
                    <a:pt x="253" y="50"/>
                    <a:pt x="252" y="51"/>
                  </a:cubicBezTo>
                  <a:cubicBezTo>
                    <a:pt x="250" y="53"/>
                    <a:pt x="250" y="55"/>
                    <a:pt x="248" y="55"/>
                  </a:cubicBezTo>
                  <a:cubicBezTo>
                    <a:pt x="240" y="55"/>
                    <a:pt x="237" y="45"/>
                    <a:pt x="229" y="45"/>
                  </a:cubicBezTo>
                  <a:cubicBezTo>
                    <a:pt x="228" y="45"/>
                    <a:pt x="227" y="45"/>
                    <a:pt x="226" y="45"/>
                  </a:cubicBezTo>
                  <a:cubicBezTo>
                    <a:pt x="222" y="45"/>
                    <a:pt x="219" y="43"/>
                    <a:pt x="215" y="43"/>
                  </a:cubicBezTo>
                  <a:cubicBezTo>
                    <a:pt x="206" y="43"/>
                    <a:pt x="206" y="43"/>
                    <a:pt x="206" y="43"/>
                  </a:cubicBezTo>
                  <a:cubicBezTo>
                    <a:pt x="204" y="43"/>
                    <a:pt x="202" y="41"/>
                    <a:pt x="200" y="40"/>
                  </a:cubicBezTo>
                  <a:cubicBezTo>
                    <a:pt x="198" y="41"/>
                    <a:pt x="197" y="45"/>
                    <a:pt x="194" y="45"/>
                  </a:cubicBezTo>
                  <a:cubicBezTo>
                    <a:pt x="194" y="45"/>
                    <a:pt x="194" y="44"/>
                    <a:pt x="193" y="44"/>
                  </a:cubicBezTo>
                  <a:cubicBezTo>
                    <a:pt x="193" y="41"/>
                    <a:pt x="191" y="38"/>
                    <a:pt x="188" y="38"/>
                  </a:cubicBezTo>
                  <a:cubicBezTo>
                    <a:pt x="182" y="38"/>
                    <a:pt x="178" y="42"/>
                    <a:pt x="171" y="42"/>
                  </a:cubicBezTo>
                  <a:cubicBezTo>
                    <a:pt x="165" y="42"/>
                    <a:pt x="165" y="42"/>
                    <a:pt x="165" y="42"/>
                  </a:cubicBezTo>
                  <a:cubicBezTo>
                    <a:pt x="161" y="42"/>
                    <a:pt x="161" y="37"/>
                    <a:pt x="161" y="33"/>
                  </a:cubicBezTo>
                  <a:cubicBezTo>
                    <a:pt x="161" y="31"/>
                    <a:pt x="162" y="30"/>
                    <a:pt x="162" y="28"/>
                  </a:cubicBezTo>
                  <a:cubicBezTo>
                    <a:pt x="162" y="27"/>
                    <a:pt x="161" y="26"/>
                    <a:pt x="160" y="26"/>
                  </a:cubicBezTo>
                  <a:cubicBezTo>
                    <a:pt x="156" y="26"/>
                    <a:pt x="154" y="31"/>
                    <a:pt x="150" y="31"/>
                  </a:cubicBezTo>
                  <a:cubicBezTo>
                    <a:pt x="148" y="31"/>
                    <a:pt x="146" y="30"/>
                    <a:pt x="144" y="28"/>
                  </a:cubicBezTo>
                  <a:cubicBezTo>
                    <a:pt x="142" y="27"/>
                    <a:pt x="141" y="24"/>
                    <a:pt x="139" y="24"/>
                  </a:cubicBezTo>
                  <a:cubicBezTo>
                    <a:pt x="136" y="24"/>
                    <a:pt x="134" y="27"/>
                    <a:pt x="131" y="27"/>
                  </a:cubicBezTo>
                  <a:cubicBezTo>
                    <a:pt x="128" y="27"/>
                    <a:pt x="126" y="26"/>
                    <a:pt x="123" y="26"/>
                  </a:cubicBezTo>
                  <a:cubicBezTo>
                    <a:pt x="123" y="34"/>
                    <a:pt x="123" y="34"/>
                    <a:pt x="123" y="34"/>
                  </a:cubicBezTo>
                  <a:cubicBezTo>
                    <a:pt x="123" y="37"/>
                    <a:pt x="122" y="38"/>
                    <a:pt x="122" y="41"/>
                  </a:cubicBezTo>
                  <a:cubicBezTo>
                    <a:pt x="122" y="43"/>
                    <a:pt x="120" y="43"/>
                    <a:pt x="119" y="44"/>
                  </a:cubicBezTo>
                  <a:cubicBezTo>
                    <a:pt x="117" y="45"/>
                    <a:pt x="115" y="46"/>
                    <a:pt x="113" y="48"/>
                  </a:cubicBezTo>
                  <a:cubicBezTo>
                    <a:pt x="111" y="51"/>
                    <a:pt x="110" y="52"/>
                    <a:pt x="109" y="55"/>
                  </a:cubicBezTo>
                  <a:cubicBezTo>
                    <a:pt x="108" y="56"/>
                    <a:pt x="108" y="58"/>
                    <a:pt x="107" y="58"/>
                  </a:cubicBezTo>
                  <a:cubicBezTo>
                    <a:pt x="105" y="58"/>
                    <a:pt x="104" y="57"/>
                    <a:pt x="102" y="57"/>
                  </a:cubicBezTo>
                  <a:cubicBezTo>
                    <a:pt x="97" y="57"/>
                    <a:pt x="97" y="57"/>
                    <a:pt x="97" y="57"/>
                  </a:cubicBezTo>
                  <a:cubicBezTo>
                    <a:pt x="97" y="56"/>
                    <a:pt x="96" y="56"/>
                    <a:pt x="96" y="55"/>
                  </a:cubicBezTo>
                  <a:cubicBezTo>
                    <a:pt x="96" y="46"/>
                    <a:pt x="96" y="46"/>
                    <a:pt x="96" y="46"/>
                  </a:cubicBezTo>
                  <a:cubicBezTo>
                    <a:pt x="96" y="39"/>
                    <a:pt x="90" y="49"/>
                    <a:pt x="89" y="51"/>
                  </a:cubicBezTo>
                  <a:cubicBezTo>
                    <a:pt x="88" y="54"/>
                    <a:pt x="88" y="56"/>
                    <a:pt x="85" y="57"/>
                  </a:cubicBezTo>
                  <a:cubicBezTo>
                    <a:pt x="83" y="59"/>
                    <a:pt x="81" y="60"/>
                    <a:pt x="79" y="62"/>
                  </a:cubicBezTo>
                  <a:cubicBezTo>
                    <a:pt x="77" y="63"/>
                    <a:pt x="75" y="63"/>
                    <a:pt x="75" y="65"/>
                  </a:cubicBezTo>
                  <a:cubicBezTo>
                    <a:pt x="75" y="67"/>
                    <a:pt x="76" y="69"/>
                    <a:pt x="76" y="71"/>
                  </a:cubicBezTo>
                  <a:cubicBezTo>
                    <a:pt x="76" y="74"/>
                    <a:pt x="74" y="74"/>
                    <a:pt x="72" y="75"/>
                  </a:cubicBezTo>
                  <a:cubicBezTo>
                    <a:pt x="71" y="76"/>
                    <a:pt x="70" y="77"/>
                    <a:pt x="69" y="78"/>
                  </a:cubicBezTo>
                  <a:cubicBezTo>
                    <a:pt x="66" y="80"/>
                    <a:pt x="65" y="83"/>
                    <a:pt x="66" y="86"/>
                  </a:cubicBezTo>
                  <a:cubicBezTo>
                    <a:pt x="66" y="89"/>
                    <a:pt x="61" y="89"/>
                    <a:pt x="61" y="92"/>
                  </a:cubicBezTo>
                  <a:cubicBezTo>
                    <a:pt x="61" y="95"/>
                    <a:pt x="65" y="96"/>
                    <a:pt x="65" y="100"/>
                  </a:cubicBezTo>
                  <a:cubicBezTo>
                    <a:pt x="65" y="107"/>
                    <a:pt x="65" y="107"/>
                    <a:pt x="65" y="107"/>
                  </a:cubicBezTo>
                  <a:cubicBezTo>
                    <a:pt x="65" y="108"/>
                    <a:pt x="65" y="109"/>
                    <a:pt x="64" y="110"/>
                  </a:cubicBezTo>
                  <a:cubicBezTo>
                    <a:pt x="64" y="110"/>
                    <a:pt x="64" y="110"/>
                    <a:pt x="63" y="110"/>
                  </a:cubicBezTo>
                  <a:cubicBezTo>
                    <a:pt x="63" y="110"/>
                    <a:pt x="63" y="110"/>
                    <a:pt x="62" y="109"/>
                  </a:cubicBezTo>
                  <a:cubicBezTo>
                    <a:pt x="60" y="108"/>
                    <a:pt x="59" y="105"/>
                    <a:pt x="56" y="105"/>
                  </a:cubicBezTo>
                  <a:cubicBezTo>
                    <a:pt x="54" y="105"/>
                    <a:pt x="54" y="107"/>
                    <a:pt x="53" y="108"/>
                  </a:cubicBezTo>
                  <a:cubicBezTo>
                    <a:pt x="53" y="110"/>
                    <a:pt x="53" y="110"/>
                    <a:pt x="53" y="110"/>
                  </a:cubicBezTo>
                  <a:cubicBezTo>
                    <a:pt x="57" y="110"/>
                    <a:pt x="62" y="110"/>
                    <a:pt x="62" y="114"/>
                  </a:cubicBezTo>
                  <a:cubicBezTo>
                    <a:pt x="62" y="116"/>
                    <a:pt x="61" y="117"/>
                    <a:pt x="60" y="119"/>
                  </a:cubicBezTo>
                  <a:cubicBezTo>
                    <a:pt x="59" y="124"/>
                    <a:pt x="59" y="127"/>
                    <a:pt x="58" y="132"/>
                  </a:cubicBezTo>
                  <a:cubicBezTo>
                    <a:pt x="56" y="139"/>
                    <a:pt x="57" y="145"/>
                    <a:pt x="52" y="151"/>
                  </a:cubicBezTo>
                  <a:cubicBezTo>
                    <a:pt x="48" y="156"/>
                    <a:pt x="44" y="159"/>
                    <a:pt x="41" y="166"/>
                  </a:cubicBezTo>
                  <a:cubicBezTo>
                    <a:pt x="40" y="170"/>
                    <a:pt x="40" y="172"/>
                    <a:pt x="37" y="175"/>
                  </a:cubicBezTo>
                  <a:cubicBezTo>
                    <a:pt x="35" y="177"/>
                    <a:pt x="32" y="179"/>
                    <a:pt x="32" y="182"/>
                  </a:cubicBezTo>
                  <a:cubicBezTo>
                    <a:pt x="32" y="184"/>
                    <a:pt x="33" y="184"/>
                    <a:pt x="33" y="186"/>
                  </a:cubicBezTo>
                  <a:cubicBezTo>
                    <a:pt x="33" y="189"/>
                    <a:pt x="31" y="190"/>
                    <a:pt x="31" y="193"/>
                  </a:cubicBezTo>
                  <a:cubicBezTo>
                    <a:pt x="31" y="194"/>
                    <a:pt x="31" y="195"/>
                    <a:pt x="32" y="196"/>
                  </a:cubicBezTo>
                  <a:cubicBezTo>
                    <a:pt x="32" y="199"/>
                    <a:pt x="34" y="200"/>
                    <a:pt x="34" y="203"/>
                  </a:cubicBezTo>
                  <a:cubicBezTo>
                    <a:pt x="34" y="206"/>
                    <a:pt x="32" y="207"/>
                    <a:pt x="32" y="209"/>
                  </a:cubicBezTo>
                  <a:cubicBezTo>
                    <a:pt x="32" y="212"/>
                    <a:pt x="35" y="213"/>
                    <a:pt x="35" y="216"/>
                  </a:cubicBezTo>
                  <a:cubicBezTo>
                    <a:pt x="35" y="223"/>
                    <a:pt x="35" y="223"/>
                    <a:pt x="35" y="223"/>
                  </a:cubicBezTo>
                  <a:cubicBezTo>
                    <a:pt x="33" y="224"/>
                    <a:pt x="32" y="223"/>
                    <a:pt x="31" y="223"/>
                  </a:cubicBezTo>
                  <a:cubicBezTo>
                    <a:pt x="29" y="223"/>
                    <a:pt x="28" y="225"/>
                    <a:pt x="27" y="227"/>
                  </a:cubicBezTo>
                  <a:cubicBezTo>
                    <a:pt x="26" y="229"/>
                    <a:pt x="25" y="230"/>
                    <a:pt x="24" y="233"/>
                  </a:cubicBezTo>
                  <a:cubicBezTo>
                    <a:pt x="23" y="237"/>
                    <a:pt x="20" y="239"/>
                    <a:pt x="20" y="244"/>
                  </a:cubicBezTo>
                  <a:cubicBezTo>
                    <a:pt x="20" y="247"/>
                    <a:pt x="22" y="248"/>
                    <a:pt x="22" y="251"/>
                  </a:cubicBezTo>
                  <a:cubicBezTo>
                    <a:pt x="22" y="256"/>
                    <a:pt x="22" y="256"/>
                    <a:pt x="22" y="256"/>
                  </a:cubicBezTo>
                  <a:cubicBezTo>
                    <a:pt x="15" y="257"/>
                    <a:pt x="14" y="266"/>
                    <a:pt x="7" y="266"/>
                  </a:cubicBezTo>
                  <a:cubicBezTo>
                    <a:pt x="5" y="266"/>
                    <a:pt x="4" y="265"/>
                    <a:pt x="3" y="265"/>
                  </a:cubicBezTo>
                  <a:cubicBezTo>
                    <a:pt x="1" y="265"/>
                    <a:pt x="1" y="265"/>
                    <a:pt x="1" y="265"/>
                  </a:cubicBezTo>
                  <a:cubicBezTo>
                    <a:pt x="1" y="269"/>
                    <a:pt x="1" y="269"/>
                    <a:pt x="1" y="269"/>
                  </a:cubicBezTo>
                  <a:cubicBezTo>
                    <a:pt x="1" y="272"/>
                    <a:pt x="0" y="274"/>
                    <a:pt x="0" y="276"/>
                  </a:cubicBezTo>
                  <a:cubicBezTo>
                    <a:pt x="0" y="277"/>
                    <a:pt x="0" y="277"/>
                    <a:pt x="0" y="277"/>
                  </a:cubicBezTo>
                  <a:cubicBezTo>
                    <a:pt x="1" y="277"/>
                    <a:pt x="2" y="277"/>
                    <a:pt x="3" y="277"/>
                  </a:cubicBezTo>
                  <a:cubicBezTo>
                    <a:pt x="4" y="277"/>
                    <a:pt x="5" y="277"/>
                    <a:pt x="6" y="277"/>
                  </a:cubicBezTo>
                  <a:cubicBezTo>
                    <a:pt x="6" y="284"/>
                    <a:pt x="6" y="284"/>
                    <a:pt x="6" y="284"/>
                  </a:cubicBezTo>
                  <a:cubicBezTo>
                    <a:pt x="6" y="285"/>
                    <a:pt x="5" y="286"/>
                    <a:pt x="5" y="287"/>
                  </a:cubicBezTo>
                  <a:cubicBezTo>
                    <a:pt x="5" y="288"/>
                    <a:pt x="6" y="290"/>
                    <a:pt x="5" y="290"/>
                  </a:cubicBezTo>
                  <a:cubicBezTo>
                    <a:pt x="3" y="291"/>
                    <a:pt x="1" y="291"/>
                    <a:pt x="0" y="292"/>
                  </a:cubicBezTo>
                  <a:cubicBezTo>
                    <a:pt x="0" y="293"/>
                    <a:pt x="0" y="294"/>
                    <a:pt x="0" y="296"/>
                  </a:cubicBezTo>
                  <a:cubicBezTo>
                    <a:pt x="0" y="297"/>
                    <a:pt x="0" y="298"/>
                    <a:pt x="1" y="300"/>
                  </a:cubicBezTo>
                  <a:cubicBezTo>
                    <a:pt x="3" y="304"/>
                    <a:pt x="2" y="306"/>
                    <a:pt x="3" y="311"/>
                  </a:cubicBezTo>
                  <a:cubicBezTo>
                    <a:pt x="3" y="313"/>
                    <a:pt x="6" y="313"/>
                    <a:pt x="7" y="316"/>
                  </a:cubicBezTo>
                  <a:cubicBezTo>
                    <a:pt x="8" y="318"/>
                    <a:pt x="8" y="321"/>
                    <a:pt x="11" y="321"/>
                  </a:cubicBezTo>
                  <a:cubicBezTo>
                    <a:pt x="12" y="321"/>
                    <a:pt x="13" y="321"/>
                    <a:pt x="14" y="321"/>
                  </a:cubicBezTo>
                  <a:cubicBezTo>
                    <a:pt x="15" y="322"/>
                    <a:pt x="15" y="324"/>
                    <a:pt x="17" y="324"/>
                  </a:cubicBezTo>
                  <a:cubicBezTo>
                    <a:pt x="22" y="324"/>
                    <a:pt x="24" y="320"/>
                    <a:pt x="29" y="320"/>
                  </a:cubicBezTo>
                  <a:cubicBezTo>
                    <a:pt x="36" y="320"/>
                    <a:pt x="40" y="324"/>
                    <a:pt x="43" y="330"/>
                  </a:cubicBezTo>
                  <a:cubicBezTo>
                    <a:pt x="44" y="333"/>
                    <a:pt x="44" y="336"/>
                    <a:pt x="44" y="339"/>
                  </a:cubicBezTo>
                  <a:cubicBezTo>
                    <a:pt x="45" y="342"/>
                    <a:pt x="47" y="344"/>
                    <a:pt x="48" y="347"/>
                  </a:cubicBezTo>
                  <a:cubicBezTo>
                    <a:pt x="50" y="352"/>
                    <a:pt x="50" y="356"/>
                    <a:pt x="50" y="362"/>
                  </a:cubicBezTo>
                  <a:cubicBezTo>
                    <a:pt x="50" y="364"/>
                    <a:pt x="51" y="364"/>
                    <a:pt x="51" y="366"/>
                  </a:cubicBezTo>
                  <a:cubicBezTo>
                    <a:pt x="51" y="370"/>
                    <a:pt x="48" y="372"/>
                    <a:pt x="47" y="377"/>
                  </a:cubicBezTo>
                  <a:cubicBezTo>
                    <a:pt x="47" y="381"/>
                    <a:pt x="47" y="383"/>
                    <a:pt x="46" y="387"/>
                  </a:cubicBezTo>
                  <a:cubicBezTo>
                    <a:pt x="45" y="391"/>
                    <a:pt x="41" y="391"/>
                    <a:pt x="41" y="395"/>
                  </a:cubicBezTo>
                  <a:cubicBezTo>
                    <a:pt x="41" y="396"/>
                    <a:pt x="43" y="397"/>
                    <a:pt x="43" y="398"/>
                  </a:cubicBezTo>
                  <a:cubicBezTo>
                    <a:pt x="44" y="402"/>
                    <a:pt x="44" y="402"/>
                    <a:pt x="44" y="402"/>
                  </a:cubicBezTo>
                  <a:cubicBezTo>
                    <a:pt x="39" y="409"/>
                    <a:pt x="40" y="416"/>
                    <a:pt x="38" y="424"/>
                  </a:cubicBezTo>
                  <a:cubicBezTo>
                    <a:pt x="36" y="428"/>
                    <a:pt x="34" y="429"/>
                    <a:pt x="34" y="433"/>
                  </a:cubicBezTo>
                  <a:cubicBezTo>
                    <a:pt x="34" y="437"/>
                    <a:pt x="37" y="439"/>
                    <a:pt x="39" y="443"/>
                  </a:cubicBezTo>
                  <a:cubicBezTo>
                    <a:pt x="40" y="442"/>
                    <a:pt x="41" y="441"/>
                    <a:pt x="43" y="441"/>
                  </a:cubicBezTo>
                  <a:cubicBezTo>
                    <a:pt x="46" y="441"/>
                    <a:pt x="45" y="446"/>
                    <a:pt x="47" y="446"/>
                  </a:cubicBezTo>
                  <a:cubicBezTo>
                    <a:pt x="48" y="446"/>
                    <a:pt x="49" y="445"/>
                    <a:pt x="50" y="445"/>
                  </a:cubicBezTo>
                  <a:cubicBezTo>
                    <a:pt x="51" y="446"/>
                    <a:pt x="51" y="447"/>
                    <a:pt x="53" y="449"/>
                  </a:cubicBezTo>
                  <a:cubicBezTo>
                    <a:pt x="55" y="450"/>
                    <a:pt x="57" y="449"/>
                    <a:pt x="59" y="449"/>
                  </a:cubicBezTo>
                  <a:cubicBezTo>
                    <a:pt x="62" y="449"/>
                    <a:pt x="64" y="449"/>
                    <a:pt x="65" y="447"/>
                  </a:cubicBezTo>
                  <a:cubicBezTo>
                    <a:pt x="67" y="445"/>
                    <a:pt x="67" y="442"/>
                    <a:pt x="70" y="442"/>
                  </a:cubicBezTo>
                  <a:cubicBezTo>
                    <a:pt x="73" y="442"/>
                    <a:pt x="75" y="444"/>
                    <a:pt x="78" y="444"/>
                  </a:cubicBezTo>
                  <a:cubicBezTo>
                    <a:pt x="84" y="444"/>
                    <a:pt x="87" y="439"/>
                    <a:pt x="93" y="439"/>
                  </a:cubicBezTo>
                  <a:cubicBezTo>
                    <a:pt x="95" y="439"/>
                    <a:pt x="95" y="442"/>
                    <a:pt x="97" y="443"/>
                  </a:cubicBezTo>
                  <a:cubicBezTo>
                    <a:pt x="101" y="443"/>
                    <a:pt x="101" y="443"/>
                    <a:pt x="101" y="443"/>
                  </a:cubicBezTo>
                  <a:cubicBezTo>
                    <a:pt x="101" y="442"/>
                    <a:pt x="101" y="442"/>
                    <a:pt x="101" y="442"/>
                  </a:cubicBezTo>
                  <a:cubicBezTo>
                    <a:pt x="97" y="438"/>
                    <a:pt x="97" y="435"/>
                    <a:pt x="95" y="430"/>
                  </a:cubicBezTo>
                  <a:cubicBezTo>
                    <a:pt x="93" y="424"/>
                    <a:pt x="91" y="420"/>
                    <a:pt x="91" y="413"/>
                  </a:cubicBezTo>
                  <a:cubicBezTo>
                    <a:pt x="91" y="411"/>
                    <a:pt x="91" y="410"/>
                    <a:pt x="91" y="407"/>
                  </a:cubicBezTo>
                  <a:cubicBezTo>
                    <a:pt x="91" y="401"/>
                    <a:pt x="91" y="401"/>
                    <a:pt x="91" y="401"/>
                  </a:cubicBezTo>
                  <a:cubicBezTo>
                    <a:pt x="91" y="398"/>
                    <a:pt x="96" y="399"/>
                    <a:pt x="97" y="396"/>
                  </a:cubicBezTo>
                  <a:cubicBezTo>
                    <a:pt x="98" y="394"/>
                    <a:pt x="97" y="393"/>
                    <a:pt x="97" y="391"/>
                  </a:cubicBezTo>
                  <a:cubicBezTo>
                    <a:pt x="98" y="389"/>
                    <a:pt x="100" y="388"/>
                    <a:pt x="100" y="387"/>
                  </a:cubicBezTo>
                  <a:cubicBezTo>
                    <a:pt x="100" y="384"/>
                    <a:pt x="98" y="383"/>
                    <a:pt x="97" y="381"/>
                  </a:cubicBezTo>
                  <a:cubicBezTo>
                    <a:pt x="96" y="378"/>
                    <a:pt x="96" y="377"/>
                    <a:pt x="96" y="373"/>
                  </a:cubicBezTo>
                  <a:cubicBezTo>
                    <a:pt x="96" y="372"/>
                    <a:pt x="95" y="371"/>
                    <a:pt x="95" y="369"/>
                  </a:cubicBezTo>
                  <a:cubicBezTo>
                    <a:pt x="95" y="367"/>
                    <a:pt x="96" y="366"/>
                    <a:pt x="96" y="364"/>
                  </a:cubicBezTo>
                  <a:cubicBezTo>
                    <a:pt x="96" y="360"/>
                    <a:pt x="94" y="358"/>
                    <a:pt x="94" y="354"/>
                  </a:cubicBezTo>
                  <a:cubicBezTo>
                    <a:pt x="94" y="348"/>
                    <a:pt x="94" y="348"/>
                    <a:pt x="94" y="348"/>
                  </a:cubicBezTo>
                  <a:cubicBezTo>
                    <a:pt x="94" y="344"/>
                    <a:pt x="94" y="342"/>
                    <a:pt x="96" y="339"/>
                  </a:cubicBezTo>
                  <a:cubicBezTo>
                    <a:pt x="98" y="337"/>
                    <a:pt x="101" y="335"/>
                    <a:pt x="101" y="331"/>
                  </a:cubicBezTo>
                  <a:cubicBezTo>
                    <a:pt x="101" y="328"/>
                    <a:pt x="100" y="327"/>
                    <a:pt x="99" y="324"/>
                  </a:cubicBezTo>
                  <a:cubicBezTo>
                    <a:pt x="99" y="322"/>
                    <a:pt x="99" y="320"/>
                    <a:pt x="99" y="318"/>
                  </a:cubicBezTo>
                  <a:cubicBezTo>
                    <a:pt x="99" y="310"/>
                    <a:pt x="99" y="310"/>
                    <a:pt x="99" y="310"/>
                  </a:cubicBezTo>
                  <a:cubicBezTo>
                    <a:pt x="99" y="307"/>
                    <a:pt x="98" y="305"/>
                    <a:pt x="97" y="303"/>
                  </a:cubicBezTo>
                  <a:cubicBezTo>
                    <a:pt x="97" y="302"/>
                    <a:pt x="97" y="301"/>
                    <a:pt x="96" y="300"/>
                  </a:cubicBezTo>
                  <a:cubicBezTo>
                    <a:pt x="95" y="298"/>
                    <a:pt x="93" y="298"/>
                    <a:pt x="92" y="296"/>
                  </a:cubicBezTo>
                  <a:cubicBezTo>
                    <a:pt x="91" y="295"/>
                    <a:pt x="92" y="294"/>
                    <a:pt x="91" y="292"/>
                  </a:cubicBezTo>
                  <a:cubicBezTo>
                    <a:pt x="90" y="288"/>
                    <a:pt x="88" y="287"/>
                    <a:pt x="88" y="283"/>
                  </a:cubicBezTo>
                  <a:cubicBezTo>
                    <a:pt x="88" y="282"/>
                    <a:pt x="90" y="282"/>
                    <a:pt x="91" y="281"/>
                  </a:cubicBezTo>
                  <a:cubicBezTo>
                    <a:pt x="94" y="279"/>
                    <a:pt x="96" y="278"/>
                    <a:pt x="99" y="277"/>
                  </a:cubicBezTo>
                  <a:cubicBezTo>
                    <a:pt x="102" y="275"/>
                    <a:pt x="104" y="274"/>
                    <a:pt x="106" y="272"/>
                  </a:cubicBezTo>
                  <a:cubicBezTo>
                    <a:pt x="108" y="270"/>
                    <a:pt x="109" y="267"/>
                    <a:pt x="112" y="266"/>
                  </a:cubicBezTo>
                  <a:cubicBezTo>
                    <a:pt x="116" y="264"/>
                    <a:pt x="118" y="264"/>
                    <a:pt x="122" y="264"/>
                  </a:cubicBezTo>
                  <a:cubicBezTo>
                    <a:pt x="126" y="264"/>
                    <a:pt x="127" y="266"/>
                    <a:pt x="131" y="267"/>
                  </a:cubicBezTo>
                  <a:cubicBezTo>
                    <a:pt x="134" y="268"/>
                    <a:pt x="139" y="268"/>
                    <a:pt x="139" y="271"/>
                  </a:cubicBezTo>
                  <a:cubicBezTo>
                    <a:pt x="139" y="273"/>
                    <a:pt x="136" y="274"/>
                    <a:pt x="136" y="275"/>
                  </a:cubicBezTo>
                  <a:cubicBezTo>
                    <a:pt x="136" y="277"/>
                    <a:pt x="138" y="277"/>
                    <a:pt x="138" y="278"/>
                  </a:cubicBezTo>
                  <a:cubicBezTo>
                    <a:pt x="139" y="280"/>
                    <a:pt x="139" y="281"/>
                    <a:pt x="139" y="283"/>
                  </a:cubicBezTo>
                  <a:cubicBezTo>
                    <a:pt x="139" y="286"/>
                    <a:pt x="139" y="287"/>
                    <a:pt x="139" y="289"/>
                  </a:cubicBezTo>
                  <a:cubicBezTo>
                    <a:pt x="139" y="297"/>
                    <a:pt x="139" y="297"/>
                    <a:pt x="139" y="297"/>
                  </a:cubicBezTo>
                  <a:cubicBezTo>
                    <a:pt x="139" y="299"/>
                    <a:pt x="136" y="300"/>
                    <a:pt x="135" y="301"/>
                  </a:cubicBezTo>
                  <a:cubicBezTo>
                    <a:pt x="133" y="303"/>
                    <a:pt x="132" y="305"/>
                    <a:pt x="131" y="308"/>
                  </a:cubicBezTo>
                  <a:cubicBezTo>
                    <a:pt x="129" y="311"/>
                    <a:pt x="126" y="313"/>
                    <a:pt x="126" y="318"/>
                  </a:cubicBezTo>
                  <a:cubicBezTo>
                    <a:pt x="126" y="321"/>
                    <a:pt x="129" y="321"/>
                    <a:pt x="131" y="323"/>
                  </a:cubicBezTo>
                  <a:cubicBezTo>
                    <a:pt x="139" y="330"/>
                    <a:pt x="148" y="330"/>
                    <a:pt x="150" y="339"/>
                  </a:cubicBezTo>
                  <a:cubicBezTo>
                    <a:pt x="150" y="342"/>
                    <a:pt x="153" y="342"/>
                    <a:pt x="156" y="343"/>
                  </a:cubicBezTo>
                  <a:cubicBezTo>
                    <a:pt x="159" y="344"/>
                    <a:pt x="160" y="345"/>
                    <a:pt x="162" y="347"/>
                  </a:cubicBezTo>
                  <a:cubicBezTo>
                    <a:pt x="164" y="349"/>
                    <a:pt x="166" y="350"/>
                    <a:pt x="169" y="350"/>
                  </a:cubicBezTo>
                  <a:cubicBezTo>
                    <a:pt x="171" y="350"/>
                    <a:pt x="174" y="350"/>
                    <a:pt x="174" y="353"/>
                  </a:cubicBezTo>
                  <a:cubicBezTo>
                    <a:pt x="174" y="354"/>
                    <a:pt x="173" y="355"/>
                    <a:pt x="172" y="356"/>
                  </a:cubicBezTo>
                  <a:cubicBezTo>
                    <a:pt x="171" y="359"/>
                    <a:pt x="169" y="362"/>
                    <a:pt x="166" y="362"/>
                  </a:cubicBezTo>
                  <a:cubicBezTo>
                    <a:pt x="166" y="368"/>
                    <a:pt x="166" y="368"/>
                    <a:pt x="166" y="368"/>
                  </a:cubicBezTo>
                  <a:cubicBezTo>
                    <a:pt x="166" y="373"/>
                    <a:pt x="163" y="376"/>
                    <a:pt x="163" y="381"/>
                  </a:cubicBezTo>
                  <a:cubicBezTo>
                    <a:pt x="163" y="384"/>
                    <a:pt x="164" y="385"/>
                    <a:pt x="164" y="387"/>
                  </a:cubicBezTo>
                  <a:cubicBezTo>
                    <a:pt x="164" y="389"/>
                    <a:pt x="164" y="391"/>
                    <a:pt x="166" y="392"/>
                  </a:cubicBezTo>
                  <a:cubicBezTo>
                    <a:pt x="167" y="394"/>
                    <a:pt x="170" y="392"/>
                    <a:pt x="172" y="393"/>
                  </a:cubicBezTo>
                  <a:cubicBezTo>
                    <a:pt x="174" y="394"/>
                    <a:pt x="175" y="397"/>
                    <a:pt x="177" y="397"/>
                  </a:cubicBezTo>
                  <a:cubicBezTo>
                    <a:pt x="179" y="397"/>
                    <a:pt x="180" y="396"/>
                    <a:pt x="183" y="396"/>
                  </a:cubicBezTo>
                  <a:cubicBezTo>
                    <a:pt x="187" y="396"/>
                    <a:pt x="189" y="397"/>
                    <a:pt x="193" y="397"/>
                  </a:cubicBezTo>
                  <a:cubicBezTo>
                    <a:pt x="197" y="397"/>
                    <a:pt x="199" y="397"/>
                    <a:pt x="202" y="396"/>
                  </a:cubicBezTo>
                  <a:cubicBezTo>
                    <a:pt x="200" y="393"/>
                    <a:pt x="197" y="391"/>
                    <a:pt x="197" y="388"/>
                  </a:cubicBezTo>
                  <a:cubicBezTo>
                    <a:pt x="197" y="385"/>
                    <a:pt x="199" y="383"/>
                    <a:pt x="201" y="381"/>
                  </a:cubicBezTo>
                  <a:cubicBezTo>
                    <a:pt x="202" y="380"/>
                    <a:pt x="203" y="378"/>
                    <a:pt x="204" y="378"/>
                  </a:cubicBezTo>
                  <a:cubicBezTo>
                    <a:pt x="206" y="376"/>
                    <a:pt x="208" y="377"/>
                    <a:pt x="211" y="376"/>
                  </a:cubicBezTo>
                  <a:cubicBezTo>
                    <a:pt x="217" y="374"/>
                    <a:pt x="221" y="372"/>
                    <a:pt x="228" y="372"/>
                  </a:cubicBezTo>
                  <a:cubicBezTo>
                    <a:pt x="230" y="372"/>
                    <a:pt x="232" y="371"/>
                    <a:pt x="234" y="372"/>
                  </a:cubicBezTo>
                  <a:cubicBezTo>
                    <a:pt x="236" y="373"/>
                    <a:pt x="235" y="377"/>
                    <a:pt x="238" y="377"/>
                  </a:cubicBezTo>
                  <a:cubicBezTo>
                    <a:pt x="239" y="377"/>
                    <a:pt x="240" y="375"/>
                    <a:pt x="240" y="373"/>
                  </a:cubicBezTo>
                  <a:cubicBezTo>
                    <a:pt x="240" y="362"/>
                    <a:pt x="249" y="381"/>
                    <a:pt x="249" y="359"/>
                  </a:cubicBezTo>
                  <a:cubicBezTo>
                    <a:pt x="249" y="348"/>
                    <a:pt x="246" y="353"/>
                    <a:pt x="240" y="353"/>
                  </a:cubicBezTo>
                  <a:cubicBezTo>
                    <a:pt x="236" y="353"/>
                    <a:pt x="235" y="350"/>
                    <a:pt x="233" y="346"/>
                  </a:cubicBezTo>
                  <a:cubicBezTo>
                    <a:pt x="232" y="340"/>
                    <a:pt x="227" y="339"/>
                    <a:pt x="225" y="334"/>
                  </a:cubicBezTo>
                  <a:cubicBezTo>
                    <a:pt x="221" y="327"/>
                    <a:pt x="208" y="329"/>
                    <a:pt x="208" y="321"/>
                  </a:cubicBezTo>
                  <a:cubicBezTo>
                    <a:pt x="208" y="318"/>
                    <a:pt x="211" y="318"/>
                    <a:pt x="211" y="315"/>
                  </a:cubicBezTo>
                  <a:cubicBezTo>
                    <a:pt x="211" y="312"/>
                    <a:pt x="210" y="311"/>
                    <a:pt x="210" y="308"/>
                  </a:cubicBezTo>
                  <a:cubicBezTo>
                    <a:pt x="210" y="308"/>
                    <a:pt x="211" y="307"/>
                    <a:pt x="211" y="307"/>
                  </a:cubicBezTo>
                  <a:cubicBezTo>
                    <a:pt x="213" y="307"/>
                    <a:pt x="213" y="309"/>
                    <a:pt x="214" y="310"/>
                  </a:cubicBezTo>
                  <a:cubicBezTo>
                    <a:pt x="220" y="316"/>
                    <a:pt x="213" y="305"/>
                    <a:pt x="213" y="305"/>
                  </a:cubicBezTo>
                  <a:cubicBezTo>
                    <a:pt x="213" y="303"/>
                    <a:pt x="215" y="303"/>
                    <a:pt x="216" y="303"/>
                  </a:cubicBezTo>
                  <a:cubicBezTo>
                    <a:pt x="219" y="301"/>
                    <a:pt x="221" y="301"/>
                    <a:pt x="221" y="298"/>
                  </a:cubicBezTo>
                  <a:cubicBezTo>
                    <a:pt x="221" y="296"/>
                    <a:pt x="221" y="293"/>
                    <a:pt x="219" y="292"/>
                  </a:cubicBezTo>
                  <a:cubicBezTo>
                    <a:pt x="217" y="292"/>
                    <a:pt x="215" y="293"/>
                    <a:pt x="213" y="292"/>
                  </a:cubicBezTo>
                  <a:cubicBezTo>
                    <a:pt x="211" y="291"/>
                    <a:pt x="211" y="288"/>
                    <a:pt x="211" y="285"/>
                  </a:cubicBezTo>
                  <a:cubicBezTo>
                    <a:pt x="211" y="283"/>
                    <a:pt x="213" y="282"/>
                    <a:pt x="213" y="280"/>
                  </a:cubicBezTo>
                  <a:cubicBezTo>
                    <a:pt x="213" y="278"/>
                    <a:pt x="213" y="278"/>
                    <a:pt x="213" y="278"/>
                  </a:cubicBezTo>
                  <a:cubicBezTo>
                    <a:pt x="211" y="278"/>
                    <a:pt x="211" y="278"/>
                    <a:pt x="211" y="278"/>
                  </a:cubicBezTo>
                  <a:cubicBezTo>
                    <a:pt x="210" y="278"/>
                    <a:pt x="209" y="279"/>
                    <a:pt x="208" y="279"/>
                  </a:cubicBezTo>
                  <a:cubicBezTo>
                    <a:pt x="205" y="279"/>
                    <a:pt x="204" y="275"/>
                    <a:pt x="203" y="273"/>
                  </a:cubicBezTo>
                  <a:cubicBezTo>
                    <a:pt x="201" y="270"/>
                    <a:pt x="197" y="272"/>
                    <a:pt x="196" y="269"/>
                  </a:cubicBezTo>
                  <a:cubicBezTo>
                    <a:pt x="195" y="266"/>
                    <a:pt x="196" y="264"/>
                    <a:pt x="195" y="261"/>
                  </a:cubicBezTo>
                  <a:cubicBezTo>
                    <a:pt x="194" y="258"/>
                    <a:pt x="191" y="257"/>
                    <a:pt x="188" y="25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67"/>
            <p:cNvSpPr>
              <a:spLocks/>
            </p:cNvSpPr>
            <p:nvPr/>
          </p:nvSpPr>
          <p:spPr bwMode="auto">
            <a:xfrm>
              <a:off x="5383213" y="2592388"/>
              <a:ext cx="123825" cy="69850"/>
            </a:xfrm>
            <a:custGeom>
              <a:avLst/>
              <a:gdLst/>
              <a:ahLst/>
              <a:cxnLst>
                <a:cxn ang="0">
                  <a:pos x="26" y="10"/>
                </a:cxn>
                <a:cxn ang="0">
                  <a:pos x="32" y="5"/>
                </a:cxn>
                <a:cxn ang="0">
                  <a:pos x="35" y="2"/>
                </a:cxn>
                <a:cxn ang="0">
                  <a:pos x="43" y="4"/>
                </a:cxn>
                <a:cxn ang="0">
                  <a:pos x="43" y="15"/>
                </a:cxn>
                <a:cxn ang="0">
                  <a:pos x="36" y="19"/>
                </a:cxn>
                <a:cxn ang="0">
                  <a:pos x="29" y="25"/>
                </a:cxn>
                <a:cxn ang="0">
                  <a:pos x="26" y="25"/>
                </a:cxn>
                <a:cxn ang="0">
                  <a:pos x="26" y="21"/>
                </a:cxn>
                <a:cxn ang="0">
                  <a:pos x="23" y="18"/>
                </a:cxn>
                <a:cxn ang="0">
                  <a:pos x="23" y="12"/>
                </a:cxn>
                <a:cxn ang="0">
                  <a:pos x="22" y="10"/>
                </a:cxn>
                <a:cxn ang="0">
                  <a:pos x="10" y="18"/>
                </a:cxn>
                <a:cxn ang="0">
                  <a:pos x="5" y="22"/>
                </a:cxn>
                <a:cxn ang="0">
                  <a:pos x="4" y="22"/>
                </a:cxn>
                <a:cxn ang="0">
                  <a:pos x="4" y="13"/>
                </a:cxn>
                <a:cxn ang="0">
                  <a:pos x="0" y="13"/>
                </a:cxn>
                <a:cxn ang="0">
                  <a:pos x="0" y="11"/>
                </a:cxn>
                <a:cxn ang="0">
                  <a:pos x="4" y="2"/>
                </a:cxn>
                <a:cxn ang="0">
                  <a:pos x="12" y="2"/>
                </a:cxn>
                <a:cxn ang="0">
                  <a:pos x="21" y="0"/>
                </a:cxn>
                <a:cxn ang="0">
                  <a:pos x="24" y="0"/>
                </a:cxn>
                <a:cxn ang="0">
                  <a:pos x="26" y="10"/>
                </a:cxn>
              </a:cxnLst>
              <a:rect l="0" t="0" r="r" b="b"/>
              <a:pathLst>
                <a:path w="44" h="25">
                  <a:moveTo>
                    <a:pt x="26" y="10"/>
                  </a:moveTo>
                  <a:cubicBezTo>
                    <a:pt x="29" y="9"/>
                    <a:pt x="31" y="8"/>
                    <a:pt x="32" y="5"/>
                  </a:cubicBezTo>
                  <a:cubicBezTo>
                    <a:pt x="33" y="4"/>
                    <a:pt x="34" y="2"/>
                    <a:pt x="35" y="2"/>
                  </a:cubicBezTo>
                  <a:cubicBezTo>
                    <a:pt x="38" y="2"/>
                    <a:pt x="40" y="3"/>
                    <a:pt x="43" y="4"/>
                  </a:cubicBezTo>
                  <a:cubicBezTo>
                    <a:pt x="43" y="8"/>
                    <a:pt x="44" y="11"/>
                    <a:pt x="43" y="15"/>
                  </a:cubicBezTo>
                  <a:cubicBezTo>
                    <a:pt x="41" y="18"/>
                    <a:pt x="39" y="18"/>
                    <a:pt x="36" y="19"/>
                  </a:cubicBezTo>
                  <a:cubicBezTo>
                    <a:pt x="33" y="21"/>
                    <a:pt x="33" y="25"/>
                    <a:pt x="29" y="25"/>
                  </a:cubicBezTo>
                  <a:cubicBezTo>
                    <a:pt x="26" y="25"/>
                    <a:pt x="26" y="25"/>
                    <a:pt x="26" y="25"/>
                  </a:cubicBezTo>
                  <a:cubicBezTo>
                    <a:pt x="26" y="24"/>
                    <a:pt x="27" y="23"/>
                    <a:pt x="26" y="21"/>
                  </a:cubicBezTo>
                  <a:cubicBezTo>
                    <a:pt x="25" y="20"/>
                    <a:pt x="23" y="20"/>
                    <a:pt x="23" y="18"/>
                  </a:cubicBezTo>
                  <a:cubicBezTo>
                    <a:pt x="23" y="12"/>
                    <a:pt x="23" y="12"/>
                    <a:pt x="23" y="12"/>
                  </a:cubicBezTo>
                  <a:cubicBezTo>
                    <a:pt x="23" y="11"/>
                    <a:pt x="22" y="11"/>
                    <a:pt x="22" y="10"/>
                  </a:cubicBezTo>
                  <a:cubicBezTo>
                    <a:pt x="17" y="11"/>
                    <a:pt x="14" y="14"/>
                    <a:pt x="10" y="18"/>
                  </a:cubicBezTo>
                  <a:cubicBezTo>
                    <a:pt x="8" y="19"/>
                    <a:pt x="8" y="22"/>
                    <a:pt x="5" y="22"/>
                  </a:cubicBezTo>
                  <a:cubicBezTo>
                    <a:pt x="4" y="22"/>
                    <a:pt x="4" y="22"/>
                    <a:pt x="4" y="22"/>
                  </a:cubicBezTo>
                  <a:cubicBezTo>
                    <a:pt x="3" y="19"/>
                    <a:pt x="3" y="17"/>
                    <a:pt x="4" y="13"/>
                  </a:cubicBezTo>
                  <a:cubicBezTo>
                    <a:pt x="2" y="13"/>
                    <a:pt x="1" y="13"/>
                    <a:pt x="0" y="13"/>
                  </a:cubicBezTo>
                  <a:cubicBezTo>
                    <a:pt x="0" y="11"/>
                    <a:pt x="0" y="11"/>
                    <a:pt x="0" y="11"/>
                  </a:cubicBezTo>
                  <a:cubicBezTo>
                    <a:pt x="2" y="7"/>
                    <a:pt x="1" y="5"/>
                    <a:pt x="4" y="2"/>
                  </a:cubicBezTo>
                  <a:cubicBezTo>
                    <a:pt x="12" y="2"/>
                    <a:pt x="12" y="2"/>
                    <a:pt x="12" y="2"/>
                  </a:cubicBezTo>
                  <a:cubicBezTo>
                    <a:pt x="16" y="2"/>
                    <a:pt x="18" y="0"/>
                    <a:pt x="21" y="0"/>
                  </a:cubicBezTo>
                  <a:cubicBezTo>
                    <a:pt x="23" y="0"/>
                    <a:pt x="23" y="0"/>
                    <a:pt x="24" y="0"/>
                  </a:cubicBezTo>
                  <a:cubicBezTo>
                    <a:pt x="24" y="4"/>
                    <a:pt x="24" y="6"/>
                    <a:pt x="26" y="1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68"/>
            <p:cNvSpPr>
              <a:spLocks/>
            </p:cNvSpPr>
            <p:nvPr/>
          </p:nvSpPr>
          <p:spPr bwMode="auto">
            <a:xfrm>
              <a:off x="5899150" y="2727325"/>
              <a:ext cx="25400" cy="39688"/>
            </a:xfrm>
            <a:custGeom>
              <a:avLst/>
              <a:gdLst/>
              <a:ahLst/>
              <a:cxnLst>
                <a:cxn ang="0">
                  <a:pos x="0" y="10"/>
                </a:cxn>
                <a:cxn ang="0">
                  <a:pos x="3" y="14"/>
                </a:cxn>
                <a:cxn ang="0">
                  <a:pos x="6" y="10"/>
                </a:cxn>
                <a:cxn ang="0">
                  <a:pos x="9" y="5"/>
                </a:cxn>
                <a:cxn ang="0">
                  <a:pos x="4" y="0"/>
                </a:cxn>
                <a:cxn ang="0">
                  <a:pos x="2" y="2"/>
                </a:cxn>
                <a:cxn ang="0">
                  <a:pos x="0" y="10"/>
                </a:cxn>
              </a:cxnLst>
              <a:rect l="0" t="0" r="r" b="b"/>
              <a:pathLst>
                <a:path w="9" h="14">
                  <a:moveTo>
                    <a:pt x="0" y="10"/>
                  </a:moveTo>
                  <a:cubicBezTo>
                    <a:pt x="0" y="12"/>
                    <a:pt x="1" y="14"/>
                    <a:pt x="3" y="14"/>
                  </a:cubicBezTo>
                  <a:cubicBezTo>
                    <a:pt x="5" y="14"/>
                    <a:pt x="5" y="12"/>
                    <a:pt x="6" y="10"/>
                  </a:cubicBezTo>
                  <a:cubicBezTo>
                    <a:pt x="7" y="8"/>
                    <a:pt x="9" y="7"/>
                    <a:pt x="9" y="5"/>
                  </a:cubicBezTo>
                  <a:cubicBezTo>
                    <a:pt x="9" y="2"/>
                    <a:pt x="7" y="0"/>
                    <a:pt x="4" y="0"/>
                  </a:cubicBezTo>
                  <a:cubicBezTo>
                    <a:pt x="3" y="0"/>
                    <a:pt x="2" y="1"/>
                    <a:pt x="2" y="2"/>
                  </a:cubicBezTo>
                  <a:cubicBezTo>
                    <a:pt x="0" y="5"/>
                    <a:pt x="0" y="7"/>
                    <a:pt x="0" y="1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69"/>
            <p:cNvSpPr>
              <a:spLocks/>
            </p:cNvSpPr>
            <p:nvPr/>
          </p:nvSpPr>
          <p:spPr bwMode="auto">
            <a:xfrm>
              <a:off x="5815013" y="2697163"/>
              <a:ext cx="157163" cy="26988"/>
            </a:xfrm>
            <a:custGeom>
              <a:avLst/>
              <a:gdLst/>
              <a:ahLst/>
              <a:cxnLst>
                <a:cxn ang="0">
                  <a:pos x="0" y="0"/>
                </a:cxn>
                <a:cxn ang="0">
                  <a:pos x="0" y="6"/>
                </a:cxn>
                <a:cxn ang="0">
                  <a:pos x="4" y="6"/>
                </a:cxn>
                <a:cxn ang="0">
                  <a:pos x="5" y="9"/>
                </a:cxn>
                <a:cxn ang="0">
                  <a:pos x="10" y="10"/>
                </a:cxn>
                <a:cxn ang="0">
                  <a:pos x="24" y="8"/>
                </a:cxn>
                <a:cxn ang="0">
                  <a:pos x="28" y="6"/>
                </a:cxn>
                <a:cxn ang="0">
                  <a:pos x="35" y="8"/>
                </a:cxn>
                <a:cxn ang="0">
                  <a:pos x="56" y="3"/>
                </a:cxn>
                <a:cxn ang="0">
                  <a:pos x="56" y="2"/>
                </a:cxn>
                <a:cxn ang="0">
                  <a:pos x="35" y="0"/>
                </a:cxn>
                <a:cxn ang="0">
                  <a:pos x="18" y="1"/>
                </a:cxn>
                <a:cxn ang="0">
                  <a:pos x="0" y="0"/>
                </a:cxn>
              </a:cxnLst>
              <a:rect l="0" t="0" r="r" b="b"/>
              <a:pathLst>
                <a:path w="56" h="10">
                  <a:moveTo>
                    <a:pt x="0" y="0"/>
                  </a:moveTo>
                  <a:cubicBezTo>
                    <a:pt x="0" y="6"/>
                    <a:pt x="0" y="6"/>
                    <a:pt x="0" y="6"/>
                  </a:cubicBezTo>
                  <a:cubicBezTo>
                    <a:pt x="1" y="6"/>
                    <a:pt x="3" y="5"/>
                    <a:pt x="4" y="6"/>
                  </a:cubicBezTo>
                  <a:cubicBezTo>
                    <a:pt x="5" y="7"/>
                    <a:pt x="4" y="8"/>
                    <a:pt x="5" y="9"/>
                  </a:cubicBezTo>
                  <a:cubicBezTo>
                    <a:pt x="7" y="10"/>
                    <a:pt x="8" y="10"/>
                    <a:pt x="10" y="10"/>
                  </a:cubicBezTo>
                  <a:cubicBezTo>
                    <a:pt x="15" y="10"/>
                    <a:pt x="19" y="9"/>
                    <a:pt x="24" y="8"/>
                  </a:cubicBezTo>
                  <a:cubicBezTo>
                    <a:pt x="26" y="8"/>
                    <a:pt x="27" y="6"/>
                    <a:pt x="28" y="6"/>
                  </a:cubicBezTo>
                  <a:cubicBezTo>
                    <a:pt x="31" y="6"/>
                    <a:pt x="33" y="8"/>
                    <a:pt x="35" y="8"/>
                  </a:cubicBezTo>
                  <a:cubicBezTo>
                    <a:pt x="44" y="8"/>
                    <a:pt x="49" y="7"/>
                    <a:pt x="56" y="3"/>
                  </a:cubicBezTo>
                  <a:cubicBezTo>
                    <a:pt x="56" y="2"/>
                    <a:pt x="56" y="2"/>
                    <a:pt x="56" y="2"/>
                  </a:cubicBezTo>
                  <a:cubicBezTo>
                    <a:pt x="48" y="1"/>
                    <a:pt x="44" y="0"/>
                    <a:pt x="35" y="0"/>
                  </a:cubicBezTo>
                  <a:cubicBezTo>
                    <a:pt x="28" y="0"/>
                    <a:pt x="25" y="1"/>
                    <a:pt x="18" y="1"/>
                  </a:cubicBezTo>
                  <a:cubicBezTo>
                    <a:pt x="11" y="1"/>
                    <a:pt x="7" y="1"/>
                    <a:pt x="0"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70"/>
            <p:cNvSpPr>
              <a:spLocks/>
            </p:cNvSpPr>
            <p:nvPr/>
          </p:nvSpPr>
          <p:spPr bwMode="auto">
            <a:xfrm>
              <a:off x="5640388" y="2671763"/>
              <a:ext cx="169863" cy="65088"/>
            </a:xfrm>
            <a:custGeom>
              <a:avLst/>
              <a:gdLst/>
              <a:ahLst/>
              <a:cxnLst>
                <a:cxn ang="0">
                  <a:pos x="2" y="9"/>
                </a:cxn>
                <a:cxn ang="0">
                  <a:pos x="2" y="3"/>
                </a:cxn>
                <a:cxn ang="0">
                  <a:pos x="8" y="2"/>
                </a:cxn>
                <a:cxn ang="0">
                  <a:pos x="17" y="0"/>
                </a:cxn>
                <a:cxn ang="0">
                  <a:pos x="21" y="1"/>
                </a:cxn>
                <a:cxn ang="0">
                  <a:pos x="36" y="3"/>
                </a:cxn>
                <a:cxn ang="0">
                  <a:pos x="46" y="8"/>
                </a:cxn>
                <a:cxn ang="0">
                  <a:pos x="47" y="5"/>
                </a:cxn>
                <a:cxn ang="0">
                  <a:pos x="51" y="5"/>
                </a:cxn>
                <a:cxn ang="0">
                  <a:pos x="51" y="9"/>
                </a:cxn>
                <a:cxn ang="0">
                  <a:pos x="52" y="9"/>
                </a:cxn>
                <a:cxn ang="0">
                  <a:pos x="55" y="5"/>
                </a:cxn>
                <a:cxn ang="0">
                  <a:pos x="58" y="5"/>
                </a:cxn>
                <a:cxn ang="0">
                  <a:pos x="60" y="14"/>
                </a:cxn>
                <a:cxn ang="0">
                  <a:pos x="46" y="17"/>
                </a:cxn>
                <a:cxn ang="0">
                  <a:pos x="42" y="17"/>
                </a:cxn>
                <a:cxn ang="0">
                  <a:pos x="38" y="19"/>
                </a:cxn>
                <a:cxn ang="0">
                  <a:pos x="32" y="15"/>
                </a:cxn>
                <a:cxn ang="0">
                  <a:pos x="28" y="17"/>
                </a:cxn>
                <a:cxn ang="0">
                  <a:pos x="9" y="23"/>
                </a:cxn>
                <a:cxn ang="0">
                  <a:pos x="0" y="11"/>
                </a:cxn>
                <a:cxn ang="0">
                  <a:pos x="2" y="9"/>
                </a:cxn>
              </a:cxnLst>
              <a:rect l="0" t="0" r="r" b="b"/>
              <a:pathLst>
                <a:path w="60" h="23">
                  <a:moveTo>
                    <a:pt x="2" y="9"/>
                  </a:moveTo>
                  <a:cubicBezTo>
                    <a:pt x="2" y="7"/>
                    <a:pt x="2" y="5"/>
                    <a:pt x="2" y="3"/>
                  </a:cubicBezTo>
                  <a:cubicBezTo>
                    <a:pt x="2" y="1"/>
                    <a:pt x="6" y="2"/>
                    <a:pt x="8" y="2"/>
                  </a:cubicBezTo>
                  <a:cubicBezTo>
                    <a:pt x="12" y="2"/>
                    <a:pt x="13" y="0"/>
                    <a:pt x="17" y="0"/>
                  </a:cubicBezTo>
                  <a:cubicBezTo>
                    <a:pt x="19" y="0"/>
                    <a:pt x="19" y="1"/>
                    <a:pt x="21" y="1"/>
                  </a:cubicBezTo>
                  <a:cubicBezTo>
                    <a:pt x="27" y="2"/>
                    <a:pt x="31" y="1"/>
                    <a:pt x="36" y="3"/>
                  </a:cubicBezTo>
                  <a:cubicBezTo>
                    <a:pt x="40" y="5"/>
                    <a:pt x="42" y="7"/>
                    <a:pt x="46" y="8"/>
                  </a:cubicBezTo>
                  <a:cubicBezTo>
                    <a:pt x="46" y="6"/>
                    <a:pt x="46" y="6"/>
                    <a:pt x="47" y="5"/>
                  </a:cubicBezTo>
                  <a:cubicBezTo>
                    <a:pt x="48" y="5"/>
                    <a:pt x="49" y="5"/>
                    <a:pt x="51" y="5"/>
                  </a:cubicBezTo>
                  <a:cubicBezTo>
                    <a:pt x="51" y="9"/>
                    <a:pt x="51" y="9"/>
                    <a:pt x="51" y="9"/>
                  </a:cubicBezTo>
                  <a:cubicBezTo>
                    <a:pt x="52" y="9"/>
                    <a:pt x="52" y="9"/>
                    <a:pt x="52" y="9"/>
                  </a:cubicBezTo>
                  <a:cubicBezTo>
                    <a:pt x="53" y="7"/>
                    <a:pt x="53" y="6"/>
                    <a:pt x="55" y="5"/>
                  </a:cubicBezTo>
                  <a:cubicBezTo>
                    <a:pt x="58" y="5"/>
                    <a:pt x="58" y="5"/>
                    <a:pt x="58" y="5"/>
                  </a:cubicBezTo>
                  <a:cubicBezTo>
                    <a:pt x="58" y="9"/>
                    <a:pt x="59" y="11"/>
                    <a:pt x="60" y="14"/>
                  </a:cubicBezTo>
                  <a:cubicBezTo>
                    <a:pt x="55" y="17"/>
                    <a:pt x="51" y="17"/>
                    <a:pt x="46" y="17"/>
                  </a:cubicBezTo>
                  <a:cubicBezTo>
                    <a:pt x="44" y="17"/>
                    <a:pt x="43" y="16"/>
                    <a:pt x="42" y="17"/>
                  </a:cubicBezTo>
                  <a:cubicBezTo>
                    <a:pt x="41" y="17"/>
                    <a:pt x="40" y="19"/>
                    <a:pt x="38" y="19"/>
                  </a:cubicBezTo>
                  <a:cubicBezTo>
                    <a:pt x="36" y="19"/>
                    <a:pt x="35" y="15"/>
                    <a:pt x="32" y="15"/>
                  </a:cubicBezTo>
                  <a:cubicBezTo>
                    <a:pt x="30" y="15"/>
                    <a:pt x="29" y="17"/>
                    <a:pt x="28" y="17"/>
                  </a:cubicBezTo>
                  <a:cubicBezTo>
                    <a:pt x="20" y="19"/>
                    <a:pt x="16" y="23"/>
                    <a:pt x="9" y="23"/>
                  </a:cubicBezTo>
                  <a:cubicBezTo>
                    <a:pt x="3" y="23"/>
                    <a:pt x="0" y="17"/>
                    <a:pt x="0" y="11"/>
                  </a:cubicBezTo>
                  <a:cubicBezTo>
                    <a:pt x="0" y="10"/>
                    <a:pt x="1" y="9"/>
                    <a:pt x="2" y="9"/>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71"/>
            <p:cNvSpPr>
              <a:spLocks/>
            </p:cNvSpPr>
            <p:nvPr/>
          </p:nvSpPr>
          <p:spPr bwMode="auto">
            <a:xfrm>
              <a:off x="6215063" y="2009775"/>
              <a:ext cx="12700" cy="17463"/>
            </a:xfrm>
            <a:custGeom>
              <a:avLst/>
              <a:gdLst/>
              <a:ahLst/>
              <a:cxnLst>
                <a:cxn ang="0">
                  <a:pos x="0" y="4"/>
                </a:cxn>
                <a:cxn ang="0">
                  <a:pos x="0" y="6"/>
                </a:cxn>
                <a:cxn ang="0">
                  <a:pos x="2" y="6"/>
                </a:cxn>
                <a:cxn ang="0">
                  <a:pos x="5" y="2"/>
                </a:cxn>
                <a:cxn ang="0">
                  <a:pos x="2" y="0"/>
                </a:cxn>
                <a:cxn ang="0">
                  <a:pos x="0" y="4"/>
                </a:cxn>
              </a:cxnLst>
              <a:rect l="0" t="0" r="r" b="b"/>
              <a:pathLst>
                <a:path w="5" h="6">
                  <a:moveTo>
                    <a:pt x="0" y="4"/>
                  </a:moveTo>
                  <a:cubicBezTo>
                    <a:pt x="0" y="6"/>
                    <a:pt x="0" y="6"/>
                    <a:pt x="0" y="6"/>
                  </a:cubicBezTo>
                  <a:cubicBezTo>
                    <a:pt x="1" y="6"/>
                    <a:pt x="1" y="6"/>
                    <a:pt x="2" y="6"/>
                  </a:cubicBezTo>
                  <a:cubicBezTo>
                    <a:pt x="4" y="6"/>
                    <a:pt x="5" y="4"/>
                    <a:pt x="5" y="2"/>
                  </a:cubicBezTo>
                  <a:cubicBezTo>
                    <a:pt x="5" y="1"/>
                    <a:pt x="4" y="0"/>
                    <a:pt x="2" y="0"/>
                  </a:cubicBezTo>
                  <a:cubicBezTo>
                    <a:pt x="1" y="1"/>
                    <a:pt x="1" y="2"/>
                    <a:pt x="0" y="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72"/>
            <p:cNvSpPr>
              <a:spLocks/>
            </p:cNvSpPr>
            <p:nvPr/>
          </p:nvSpPr>
          <p:spPr bwMode="auto">
            <a:xfrm>
              <a:off x="6278563" y="1992313"/>
              <a:ext cx="11113" cy="20638"/>
            </a:xfrm>
            <a:custGeom>
              <a:avLst/>
              <a:gdLst/>
              <a:ahLst/>
              <a:cxnLst>
                <a:cxn ang="0">
                  <a:pos x="0" y="0"/>
                </a:cxn>
                <a:cxn ang="0">
                  <a:pos x="0" y="3"/>
                </a:cxn>
                <a:cxn ang="0">
                  <a:pos x="2" y="7"/>
                </a:cxn>
                <a:cxn ang="0">
                  <a:pos x="4" y="1"/>
                </a:cxn>
                <a:cxn ang="0">
                  <a:pos x="0" y="0"/>
                </a:cxn>
              </a:cxnLst>
              <a:rect l="0" t="0" r="r" b="b"/>
              <a:pathLst>
                <a:path w="4" h="7">
                  <a:moveTo>
                    <a:pt x="0" y="0"/>
                  </a:moveTo>
                  <a:cubicBezTo>
                    <a:pt x="0" y="3"/>
                    <a:pt x="0" y="3"/>
                    <a:pt x="0" y="3"/>
                  </a:cubicBezTo>
                  <a:cubicBezTo>
                    <a:pt x="0" y="5"/>
                    <a:pt x="1" y="6"/>
                    <a:pt x="2" y="7"/>
                  </a:cubicBezTo>
                  <a:cubicBezTo>
                    <a:pt x="3" y="5"/>
                    <a:pt x="4" y="3"/>
                    <a:pt x="4" y="1"/>
                  </a:cubicBezTo>
                  <a:cubicBezTo>
                    <a:pt x="4" y="0"/>
                    <a:pt x="2" y="0"/>
                    <a:pt x="0"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73"/>
            <p:cNvSpPr>
              <a:spLocks/>
            </p:cNvSpPr>
            <p:nvPr/>
          </p:nvSpPr>
          <p:spPr bwMode="auto">
            <a:xfrm>
              <a:off x="5826125" y="1914525"/>
              <a:ext cx="11113" cy="19050"/>
            </a:xfrm>
            <a:custGeom>
              <a:avLst/>
              <a:gdLst/>
              <a:ahLst/>
              <a:cxnLst>
                <a:cxn ang="0">
                  <a:pos x="1" y="1"/>
                </a:cxn>
                <a:cxn ang="0">
                  <a:pos x="0" y="4"/>
                </a:cxn>
                <a:cxn ang="0">
                  <a:pos x="0" y="7"/>
                </a:cxn>
                <a:cxn ang="0">
                  <a:pos x="1" y="7"/>
                </a:cxn>
                <a:cxn ang="0">
                  <a:pos x="4" y="2"/>
                </a:cxn>
                <a:cxn ang="0">
                  <a:pos x="2" y="0"/>
                </a:cxn>
                <a:cxn ang="0">
                  <a:pos x="1" y="1"/>
                </a:cxn>
              </a:cxnLst>
              <a:rect l="0" t="0" r="r" b="b"/>
              <a:pathLst>
                <a:path w="4" h="7">
                  <a:moveTo>
                    <a:pt x="1" y="1"/>
                  </a:moveTo>
                  <a:cubicBezTo>
                    <a:pt x="0" y="2"/>
                    <a:pt x="0" y="3"/>
                    <a:pt x="0" y="4"/>
                  </a:cubicBezTo>
                  <a:cubicBezTo>
                    <a:pt x="0" y="7"/>
                    <a:pt x="0" y="7"/>
                    <a:pt x="0" y="7"/>
                  </a:cubicBezTo>
                  <a:cubicBezTo>
                    <a:pt x="1" y="7"/>
                    <a:pt x="1" y="7"/>
                    <a:pt x="1" y="7"/>
                  </a:cubicBezTo>
                  <a:cubicBezTo>
                    <a:pt x="3" y="6"/>
                    <a:pt x="4" y="4"/>
                    <a:pt x="4" y="2"/>
                  </a:cubicBezTo>
                  <a:cubicBezTo>
                    <a:pt x="4" y="1"/>
                    <a:pt x="3" y="0"/>
                    <a:pt x="2" y="0"/>
                  </a:cubicBezTo>
                  <a:cubicBezTo>
                    <a:pt x="1" y="0"/>
                    <a:pt x="1" y="1"/>
                    <a:pt x="1"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74"/>
            <p:cNvSpPr>
              <a:spLocks/>
            </p:cNvSpPr>
            <p:nvPr/>
          </p:nvSpPr>
          <p:spPr bwMode="auto">
            <a:xfrm>
              <a:off x="5861050" y="1758950"/>
              <a:ext cx="49213" cy="65088"/>
            </a:xfrm>
            <a:custGeom>
              <a:avLst/>
              <a:gdLst/>
              <a:ahLst/>
              <a:cxnLst>
                <a:cxn ang="0">
                  <a:pos x="6" y="0"/>
                </a:cxn>
                <a:cxn ang="0">
                  <a:pos x="0" y="3"/>
                </a:cxn>
                <a:cxn ang="0">
                  <a:pos x="5" y="6"/>
                </a:cxn>
                <a:cxn ang="0">
                  <a:pos x="7" y="15"/>
                </a:cxn>
                <a:cxn ang="0">
                  <a:pos x="10" y="19"/>
                </a:cxn>
                <a:cxn ang="0">
                  <a:pos x="14" y="23"/>
                </a:cxn>
                <a:cxn ang="0">
                  <a:pos x="18" y="18"/>
                </a:cxn>
                <a:cxn ang="0">
                  <a:pos x="12" y="7"/>
                </a:cxn>
                <a:cxn ang="0">
                  <a:pos x="6" y="0"/>
                </a:cxn>
              </a:cxnLst>
              <a:rect l="0" t="0" r="r" b="b"/>
              <a:pathLst>
                <a:path w="18" h="23">
                  <a:moveTo>
                    <a:pt x="6" y="0"/>
                  </a:moveTo>
                  <a:cubicBezTo>
                    <a:pt x="3" y="0"/>
                    <a:pt x="0" y="1"/>
                    <a:pt x="0" y="3"/>
                  </a:cubicBezTo>
                  <a:cubicBezTo>
                    <a:pt x="0" y="6"/>
                    <a:pt x="3" y="5"/>
                    <a:pt x="5" y="6"/>
                  </a:cubicBezTo>
                  <a:cubicBezTo>
                    <a:pt x="7" y="8"/>
                    <a:pt x="7" y="11"/>
                    <a:pt x="7" y="15"/>
                  </a:cubicBezTo>
                  <a:cubicBezTo>
                    <a:pt x="7" y="17"/>
                    <a:pt x="8" y="18"/>
                    <a:pt x="10" y="19"/>
                  </a:cubicBezTo>
                  <a:cubicBezTo>
                    <a:pt x="12" y="20"/>
                    <a:pt x="12" y="23"/>
                    <a:pt x="14" y="23"/>
                  </a:cubicBezTo>
                  <a:cubicBezTo>
                    <a:pt x="17" y="23"/>
                    <a:pt x="18" y="20"/>
                    <a:pt x="18" y="18"/>
                  </a:cubicBezTo>
                  <a:cubicBezTo>
                    <a:pt x="18" y="13"/>
                    <a:pt x="13" y="12"/>
                    <a:pt x="12" y="7"/>
                  </a:cubicBezTo>
                  <a:cubicBezTo>
                    <a:pt x="11" y="3"/>
                    <a:pt x="10" y="0"/>
                    <a:pt x="6"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75"/>
            <p:cNvSpPr>
              <a:spLocks/>
            </p:cNvSpPr>
            <p:nvPr/>
          </p:nvSpPr>
          <p:spPr bwMode="auto">
            <a:xfrm>
              <a:off x="6037263" y="1619250"/>
              <a:ext cx="42863" cy="95250"/>
            </a:xfrm>
            <a:custGeom>
              <a:avLst/>
              <a:gdLst/>
              <a:ahLst/>
              <a:cxnLst>
                <a:cxn ang="0">
                  <a:pos x="4" y="1"/>
                </a:cxn>
                <a:cxn ang="0">
                  <a:pos x="4" y="5"/>
                </a:cxn>
                <a:cxn ang="0">
                  <a:pos x="1" y="12"/>
                </a:cxn>
                <a:cxn ang="0">
                  <a:pos x="6" y="20"/>
                </a:cxn>
                <a:cxn ang="0">
                  <a:pos x="0" y="33"/>
                </a:cxn>
                <a:cxn ang="0">
                  <a:pos x="5" y="34"/>
                </a:cxn>
                <a:cxn ang="0">
                  <a:pos x="7" y="34"/>
                </a:cxn>
                <a:cxn ang="0">
                  <a:pos x="7" y="26"/>
                </a:cxn>
                <a:cxn ang="0">
                  <a:pos x="15" y="17"/>
                </a:cxn>
                <a:cxn ang="0">
                  <a:pos x="11" y="11"/>
                </a:cxn>
                <a:cxn ang="0">
                  <a:pos x="9" y="1"/>
                </a:cxn>
                <a:cxn ang="0">
                  <a:pos x="4" y="1"/>
                </a:cxn>
              </a:cxnLst>
              <a:rect l="0" t="0" r="r" b="b"/>
              <a:pathLst>
                <a:path w="15" h="34">
                  <a:moveTo>
                    <a:pt x="4" y="1"/>
                  </a:moveTo>
                  <a:cubicBezTo>
                    <a:pt x="4" y="3"/>
                    <a:pt x="4" y="4"/>
                    <a:pt x="4" y="5"/>
                  </a:cubicBezTo>
                  <a:cubicBezTo>
                    <a:pt x="4" y="8"/>
                    <a:pt x="1" y="9"/>
                    <a:pt x="1" y="12"/>
                  </a:cubicBezTo>
                  <a:cubicBezTo>
                    <a:pt x="1" y="16"/>
                    <a:pt x="6" y="17"/>
                    <a:pt x="6" y="20"/>
                  </a:cubicBezTo>
                  <a:cubicBezTo>
                    <a:pt x="6" y="26"/>
                    <a:pt x="0" y="27"/>
                    <a:pt x="0" y="33"/>
                  </a:cubicBezTo>
                  <a:cubicBezTo>
                    <a:pt x="0" y="34"/>
                    <a:pt x="3" y="34"/>
                    <a:pt x="5" y="34"/>
                  </a:cubicBezTo>
                  <a:cubicBezTo>
                    <a:pt x="7" y="34"/>
                    <a:pt x="7" y="34"/>
                    <a:pt x="7" y="34"/>
                  </a:cubicBezTo>
                  <a:cubicBezTo>
                    <a:pt x="7" y="26"/>
                    <a:pt x="7" y="26"/>
                    <a:pt x="7" y="26"/>
                  </a:cubicBezTo>
                  <a:cubicBezTo>
                    <a:pt x="11" y="23"/>
                    <a:pt x="15" y="22"/>
                    <a:pt x="15" y="17"/>
                  </a:cubicBezTo>
                  <a:cubicBezTo>
                    <a:pt x="15" y="15"/>
                    <a:pt x="12" y="14"/>
                    <a:pt x="11" y="11"/>
                  </a:cubicBezTo>
                  <a:cubicBezTo>
                    <a:pt x="10" y="8"/>
                    <a:pt x="11" y="5"/>
                    <a:pt x="9" y="1"/>
                  </a:cubicBezTo>
                  <a:cubicBezTo>
                    <a:pt x="8" y="0"/>
                    <a:pt x="6" y="1"/>
                    <a:pt x="4"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76"/>
            <p:cNvSpPr>
              <a:spLocks/>
            </p:cNvSpPr>
            <p:nvPr/>
          </p:nvSpPr>
          <p:spPr bwMode="auto">
            <a:xfrm>
              <a:off x="6157913" y="2017713"/>
              <a:ext cx="261938" cy="530225"/>
            </a:xfrm>
            <a:custGeom>
              <a:avLst/>
              <a:gdLst/>
              <a:ahLst/>
              <a:cxnLst>
                <a:cxn ang="0">
                  <a:pos x="30" y="160"/>
                </a:cxn>
                <a:cxn ang="0">
                  <a:pos x="18" y="148"/>
                </a:cxn>
                <a:cxn ang="0">
                  <a:pos x="15" y="125"/>
                </a:cxn>
                <a:cxn ang="0">
                  <a:pos x="15" y="107"/>
                </a:cxn>
                <a:cxn ang="0">
                  <a:pos x="10" y="99"/>
                </a:cxn>
                <a:cxn ang="0">
                  <a:pos x="10" y="89"/>
                </a:cxn>
                <a:cxn ang="0">
                  <a:pos x="8" y="77"/>
                </a:cxn>
                <a:cxn ang="0">
                  <a:pos x="1" y="67"/>
                </a:cxn>
                <a:cxn ang="0">
                  <a:pos x="1" y="62"/>
                </a:cxn>
                <a:cxn ang="0">
                  <a:pos x="9" y="43"/>
                </a:cxn>
                <a:cxn ang="0">
                  <a:pos x="11" y="31"/>
                </a:cxn>
                <a:cxn ang="0">
                  <a:pos x="28" y="8"/>
                </a:cxn>
                <a:cxn ang="0">
                  <a:pos x="38" y="1"/>
                </a:cxn>
                <a:cxn ang="0">
                  <a:pos x="35" y="10"/>
                </a:cxn>
                <a:cxn ang="0">
                  <a:pos x="29" y="16"/>
                </a:cxn>
                <a:cxn ang="0">
                  <a:pos x="39" y="33"/>
                </a:cxn>
                <a:cxn ang="0">
                  <a:pos x="36" y="54"/>
                </a:cxn>
                <a:cxn ang="0">
                  <a:pos x="23" y="68"/>
                </a:cxn>
                <a:cxn ang="0">
                  <a:pos x="19" y="79"/>
                </a:cxn>
                <a:cxn ang="0">
                  <a:pos x="27" y="84"/>
                </a:cxn>
                <a:cxn ang="0">
                  <a:pos x="32" y="81"/>
                </a:cxn>
                <a:cxn ang="0">
                  <a:pos x="48" y="60"/>
                </a:cxn>
                <a:cxn ang="0">
                  <a:pos x="46" y="54"/>
                </a:cxn>
                <a:cxn ang="0">
                  <a:pos x="59" y="43"/>
                </a:cxn>
                <a:cxn ang="0">
                  <a:pos x="78" y="41"/>
                </a:cxn>
                <a:cxn ang="0">
                  <a:pos x="79" y="65"/>
                </a:cxn>
                <a:cxn ang="0">
                  <a:pos x="72" y="72"/>
                </a:cxn>
                <a:cxn ang="0">
                  <a:pos x="53" y="84"/>
                </a:cxn>
                <a:cxn ang="0">
                  <a:pos x="50" y="85"/>
                </a:cxn>
                <a:cxn ang="0">
                  <a:pos x="59" y="95"/>
                </a:cxn>
                <a:cxn ang="0">
                  <a:pos x="72" y="99"/>
                </a:cxn>
                <a:cxn ang="0">
                  <a:pos x="79" y="113"/>
                </a:cxn>
                <a:cxn ang="0">
                  <a:pos x="65" y="110"/>
                </a:cxn>
                <a:cxn ang="0">
                  <a:pos x="53" y="108"/>
                </a:cxn>
                <a:cxn ang="0">
                  <a:pos x="37" y="106"/>
                </a:cxn>
                <a:cxn ang="0">
                  <a:pos x="30" y="126"/>
                </a:cxn>
                <a:cxn ang="0">
                  <a:pos x="35" y="144"/>
                </a:cxn>
                <a:cxn ang="0">
                  <a:pos x="42" y="163"/>
                </a:cxn>
                <a:cxn ang="0">
                  <a:pos x="53" y="178"/>
                </a:cxn>
                <a:cxn ang="0">
                  <a:pos x="51" y="184"/>
                </a:cxn>
                <a:cxn ang="0">
                  <a:pos x="48" y="181"/>
                </a:cxn>
              </a:cxnLst>
              <a:rect l="0" t="0" r="r" b="b"/>
              <a:pathLst>
                <a:path w="93" h="188">
                  <a:moveTo>
                    <a:pt x="44" y="178"/>
                  </a:moveTo>
                  <a:cubicBezTo>
                    <a:pt x="35" y="176"/>
                    <a:pt x="36" y="167"/>
                    <a:pt x="30" y="160"/>
                  </a:cubicBezTo>
                  <a:cubicBezTo>
                    <a:pt x="27" y="156"/>
                    <a:pt x="26" y="153"/>
                    <a:pt x="22" y="150"/>
                  </a:cubicBezTo>
                  <a:cubicBezTo>
                    <a:pt x="20" y="149"/>
                    <a:pt x="19" y="150"/>
                    <a:pt x="18" y="148"/>
                  </a:cubicBezTo>
                  <a:cubicBezTo>
                    <a:pt x="16" y="146"/>
                    <a:pt x="17" y="145"/>
                    <a:pt x="17" y="143"/>
                  </a:cubicBezTo>
                  <a:cubicBezTo>
                    <a:pt x="17" y="135"/>
                    <a:pt x="15" y="132"/>
                    <a:pt x="15" y="125"/>
                  </a:cubicBezTo>
                  <a:cubicBezTo>
                    <a:pt x="15" y="121"/>
                    <a:pt x="16" y="120"/>
                    <a:pt x="16" y="116"/>
                  </a:cubicBezTo>
                  <a:cubicBezTo>
                    <a:pt x="16" y="113"/>
                    <a:pt x="17" y="109"/>
                    <a:pt x="15" y="107"/>
                  </a:cubicBezTo>
                  <a:cubicBezTo>
                    <a:pt x="13" y="106"/>
                    <a:pt x="10" y="106"/>
                    <a:pt x="10" y="104"/>
                  </a:cubicBezTo>
                  <a:cubicBezTo>
                    <a:pt x="10" y="99"/>
                    <a:pt x="10" y="99"/>
                    <a:pt x="10" y="99"/>
                  </a:cubicBezTo>
                  <a:cubicBezTo>
                    <a:pt x="10" y="96"/>
                    <a:pt x="10" y="96"/>
                    <a:pt x="10" y="96"/>
                  </a:cubicBezTo>
                  <a:cubicBezTo>
                    <a:pt x="10" y="93"/>
                    <a:pt x="10" y="92"/>
                    <a:pt x="10" y="89"/>
                  </a:cubicBezTo>
                  <a:cubicBezTo>
                    <a:pt x="11" y="87"/>
                    <a:pt x="12" y="87"/>
                    <a:pt x="12" y="84"/>
                  </a:cubicBezTo>
                  <a:cubicBezTo>
                    <a:pt x="12" y="80"/>
                    <a:pt x="8" y="81"/>
                    <a:pt x="8" y="77"/>
                  </a:cubicBezTo>
                  <a:cubicBezTo>
                    <a:pt x="8" y="69"/>
                    <a:pt x="7" y="70"/>
                    <a:pt x="2" y="70"/>
                  </a:cubicBezTo>
                  <a:cubicBezTo>
                    <a:pt x="0" y="70"/>
                    <a:pt x="1" y="69"/>
                    <a:pt x="1" y="67"/>
                  </a:cubicBezTo>
                  <a:cubicBezTo>
                    <a:pt x="1" y="66"/>
                    <a:pt x="1" y="65"/>
                    <a:pt x="2" y="64"/>
                  </a:cubicBezTo>
                  <a:cubicBezTo>
                    <a:pt x="1" y="62"/>
                    <a:pt x="1" y="62"/>
                    <a:pt x="1" y="62"/>
                  </a:cubicBezTo>
                  <a:cubicBezTo>
                    <a:pt x="2" y="57"/>
                    <a:pt x="4" y="55"/>
                    <a:pt x="6" y="50"/>
                  </a:cubicBezTo>
                  <a:cubicBezTo>
                    <a:pt x="7" y="47"/>
                    <a:pt x="9" y="46"/>
                    <a:pt x="9" y="43"/>
                  </a:cubicBezTo>
                  <a:cubicBezTo>
                    <a:pt x="9" y="42"/>
                    <a:pt x="8" y="41"/>
                    <a:pt x="8" y="40"/>
                  </a:cubicBezTo>
                  <a:cubicBezTo>
                    <a:pt x="8" y="36"/>
                    <a:pt x="10" y="35"/>
                    <a:pt x="11" y="31"/>
                  </a:cubicBezTo>
                  <a:cubicBezTo>
                    <a:pt x="13" y="25"/>
                    <a:pt x="14" y="22"/>
                    <a:pt x="19" y="18"/>
                  </a:cubicBezTo>
                  <a:cubicBezTo>
                    <a:pt x="22" y="14"/>
                    <a:pt x="24" y="12"/>
                    <a:pt x="28" y="8"/>
                  </a:cubicBezTo>
                  <a:cubicBezTo>
                    <a:pt x="30" y="5"/>
                    <a:pt x="30" y="3"/>
                    <a:pt x="33" y="1"/>
                  </a:cubicBezTo>
                  <a:cubicBezTo>
                    <a:pt x="35" y="0"/>
                    <a:pt x="36" y="1"/>
                    <a:pt x="38" y="1"/>
                  </a:cubicBezTo>
                  <a:cubicBezTo>
                    <a:pt x="39" y="1"/>
                    <a:pt x="40" y="2"/>
                    <a:pt x="40" y="3"/>
                  </a:cubicBezTo>
                  <a:cubicBezTo>
                    <a:pt x="40" y="6"/>
                    <a:pt x="38" y="7"/>
                    <a:pt x="35" y="10"/>
                  </a:cubicBezTo>
                  <a:cubicBezTo>
                    <a:pt x="34" y="11"/>
                    <a:pt x="34" y="13"/>
                    <a:pt x="33" y="15"/>
                  </a:cubicBezTo>
                  <a:cubicBezTo>
                    <a:pt x="32" y="16"/>
                    <a:pt x="30" y="15"/>
                    <a:pt x="29" y="16"/>
                  </a:cubicBezTo>
                  <a:cubicBezTo>
                    <a:pt x="27" y="19"/>
                    <a:pt x="28" y="21"/>
                    <a:pt x="28" y="24"/>
                  </a:cubicBezTo>
                  <a:cubicBezTo>
                    <a:pt x="34" y="25"/>
                    <a:pt x="39" y="27"/>
                    <a:pt x="39" y="33"/>
                  </a:cubicBezTo>
                  <a:cubicBezTo>
                    <a:pt x="39" y="39"/>
                    <a:pt x="39" y="43"/>
                    <a:pt x="39" y="49"/>
                  </a:cubicBezTo>
                  <a:cubicBezTo>
                    <a:pt x="39" y="51"/>
                    <a:pt x="37" y="52"/>
                    <a:pt x="36" y="54"/>
                  </a:cubicBezTo>
                  <a:cubicBezTo>
                    <a:pt x="35" y="59"/>
                    <a:pt x="31" y="61"/>
                    <a:pt x="31" y="66"/>
                  </a:cubicBezTo>
                  <a:cubicBezTo>
                    <a:pt x="28" y="66"/>
                    <a:pt x="26" y="67"/>
                    <a:pt x="23" y="68"/>
                  </a:cubicBezTo>
                  <a:cubicBezTo>
                    <a:pt x="19" y="71"/>
                    <a:pt x="17" y="72"/>
                    <a:pt x="14" y="75"/>
                  </a:cubicBezTo>
                  <a:cubicBezTo>
                    <a:pt x="16" y="77"/>
                    <a:pt x="17" y="77"/>
                    <a:pt x="19" y="79"/>
                  </a:cubicBezTo>
                  <a:cubicBezTo>
                    <a:pt x="20" y="80"/>
                    <a:pt x="20" y="82"/>
                    <a:pt x="21" y="83"/>
                  </a:cubicBezTo>
                  <a:cubicBezTo>
                    <a:pt x="23" y="85"/>
                    <a:pt x="25" y="83"/>
                    <a:pt x="27" y="84"/>
                  </a:cubicBezTo>
                  <a:cubicBezTo>
                    <a:pt x="27" y="84"/>
                    <a:pt x="28" y="85"/>
                    <a:pt x="28" y="85"/>
                  </a:cubicBezTo>
                  <a:cubicBezTo>
                    <a:pt x="30" y="85"/>
                    <a:pt x="31" y="83"/>
                    <a:pt x="32" y="81"/>
                  </a:cubicBezTo>
                  <a:cubicBezTo>
                    <a:pt x="34" y="77"/>
                    <a:pt x="35" y="74"/>
                    <a:pt x="37" y="70"/>
                  </a:cubicBezTo>
                  <a:cubicBezTo>
                    <a:pt x="39" y="64"/>
                    <a:pt x="47" y="66"/>
                    <a:pt x="48" y="60"/>
                  </a:cubicBezTo>
                  <a:cubicBezTo>
                    <a:pt x="46" y="59"/>
                    <a:pt x="44" y="59"/>
                    <a:pt x="44" y="57"/>
                  </a:cubicBezTo>
                  <a:cubicBezTo>
                    <a:pt x="44" y="55"/>
                    <a:pt x="46" y="55"/>
                    <a:pt x="46" y="54"/>
                  </a:cubicBezTo>
                  <a:cubicBezTo>
                    <a:pt x="49" y="51"/>
                    <a:pt x="51" y="49"/>
                    <a:pt x="54" y="47"/>
                  </a:cubicBezTo>
                  <a:cubicBezTo>
                    <a:pt x="56" y="46"/>
                    <a:pt x="57" y="44"/>
                    <a:pt x="59" y="43"/>
                  </a:cubicBezTo>
                  <a:cubicBezTo>
                    <a:pt x="65" y="40"/>
                    <a:pt x="69" y="38"/>
                    <a:pt x="76" y="38"/>
                  </a:cubicBezTo>
                  <a:cubicBezTo>
                    <a:pt x="81" y="38"/>
                    <a:pt x="78" y="37"/>
                    <a:pt x="78" y="41"/>
                  </a:cubicBezTo>
                  <a:cubicBezTo>
                    <a:pt x="78" y="45"/>
                    <a:pt x="81" y="47"/>
                    <a:pt x="81" y="52"/>
                  </a:cubicBezTo>
                  <a:cubicBezTo>
                    <a:pt x="81" y="57"/>
                    <a:pt x="81" y="60"/>
                    <a:pt x="79" y="65"/>
                  </a:cubicBezTo>
                  <a:cubicBezTo>
                    <a:pt x="78" y="67"/>
                    <a:pt x="78" y="69"/>
                    <a:pt x="77" y="70"/>
                  </a:cubicBezTo>
                  <a:cubicBezTo>
                    <a:pt x="75" y="71"/>
                    <a:pt x="74" y="71"/>
                    <a:pt x="72" y="72"/>
                  </a:cubicBezTo>
                  <a:cubicBezTo>
                    <a:pt x="69" y="74"/>
                    <a:pt x="68" y="76"/>
                    <a:pt x="65" y="77"/>
                  </a:cubicBezTo>
                  <a:cubicBezTo>
                    <a:pt x="60" y="79"/>
                    <a:pt x="54" y="78"/>
                    <a:pt x="53" y="84"/>
                  </a:cubicBezTo>
                  <a:cubicBezTo>
                    <a:pt x="50" y="84"/>
                    <a:pt x="50" y="84"/>
                    <a:pt x="50" y="84"/>
                  </a:cubicBezTo>
                  <a:cubicBezTo>
                    <a:pt x="50" y="85"/>
                    <a:pt x="50" y="85"/>
                    <a:pt x="50" y="85"/>
                  </a:cubicBezTo>
                  <a:cubicBezTo>
                    <a:pt x="50" y="88"/>
                    <a:pt x="52" y="89"/>
                    <a:pt x="53" y="91"/>
                  </a:cubicBezTo>
                  <a:cubicBezTo>
                    <a:pt x="56" y="92"/>
                    <a:pt x="56" y="94"/>
                    <a:pt x="59" y="95"/>
                  </a:cubicBezTo>
                  <a:cubicBezTo>
                    <a:pt x="62" y="96"/>
                    <a:pt x="63" y="95"/>
                    <a:pt x="66" y="96"/>
                  </a:cubicBezTo>
                  <a:cubicBezTo>
                    <a:pt x="69" y="96"/>
                    <a:pt x="70" y="98"/>
                    <a:pt x="72" y="99"/>
                  </a:cubicBezTo>
                  <a:cubicBezTo>
                    <a:pt x="75" y="100"/>
                    <a:pt x="77" y="101"/>
                    <a:pt x="77" y="103"/>
                  </a:cubicBezTo>
                  <a:cubicBezTo>
                    <a:pt x="77" y="107"/>
                    <a:pt x="77" y="110"/>
                    <a:pt x="79" y="113"/>
                  </a:cubicBezTo>
                  <a:cubicBezTo>
                    <a:pt x="93" y="127"/>
                    <a:pt x="81" y="116"/>
                    <a:pt x="70" y="112"/>
                  </a:cubicBezTo>
                  <a:cubicBezTo>
                    <a:pt x="68" y="112"/>
                    <a:pt x="67" y="110"/>
                    <a:pt x="65" y="110"/>
                  </a:cubicBezTo>
                  <a:cubicBezTo>
                    <a:pt x="56" y="110"/>
                    <a:pt x="56" y="110"/>
                    <a:pt x="56" y="110"/>
                  </a:cubicBezTo>
                  <a:cubicBezTo>
                    <a:pt x="55" y="110"/>
                    <a:pt x="55" y="108"/>
                    <a:pt x="53" y="108"/>
                  </a:cubicBezTo>
                  <a:cubicBezTo>
                    <a:pt x="49" y="106"/>
                    <a:pt x="47" y="106"/>
                    <a:pt x="43" y="106"/>
                  </a:cubicBezTo>
                  <a:cubicBezTo>
                    <a:pt x="37" y="106"/>
                    <a:pt x="37" y="106"/>
                    <a:pt x="37" y="106"/>
                  </a:cubicBezTo>
                  <a:cubicBezTo>
                    <a:pt x="31" y="106"/>
                    <a:pt x="32" y="112"/>
                    <a:pt x="31" y="119"/>
                  </a:cubicBezTo>
                  <a:cubicBezTo>
                    <a:pt x="31" y="122"/>
                    <a:pt x="30" y="124"/>
                    <a:pt x="30" y="126"/>
                  </a:cubicBezTo>
                  <a:cubicBezTo>
                    <a:pt x="30" y="131"/>
                    <a:pt x="30" y="134"/>
                    <a:pt x="32" y="138"/>
                  </a:cubicBezTo>
                  <a:cubicBezTo>
                    <a:pt x="33" y="140"/>
                    <a:pt x="35" y="142"/>
                    <a:pt x="35" y="144"/>
                  </a:cubicBezTo>
                  <a:cubicBezTo>
                    <a:pt x="36" y="147"/>
                    <a:pt x="37" y="148"/>
                    <a:pt x="38" y="150"/>
                  </a:cubicBezTo>
                  <a:cubicBezTo>
                    <a:pt x="40" y="155"/>
                    <a:pt x="39" y="159"/>
                    <a:pt x="42" y="163"/>
                  </a:cubicBezTo>
                  <a:cubicBezTo>
                    <a:pt x="44" y="167"/>
                    <a:pt x="47" y="168"/>
                    <a:pt x="49" y="172"/>
                  </a:cubicBezTo>
                  <a:cubicBezTo>
                    <a:pt x="50" y="175"/>
                    <a:pt x="51" y="176"/>
                    <a:pt x="53" y="178"/>
                  </a:cubicBezTo>
                  <a:cubicBezTo>
                    <a:pt x="56" y="182"/>
                    <a:pt x="57" y="184"/>
                    <a:pt x="61" y="186"/>
                  </a:cubicBezTo>
                  <a:cubicBezTo>
                    <a:pt x="64" y="188"/>
                    <a:pt x="51" y="188"/>
                    <a:pt x="51" y="184"/>
                  </a:cubicBezTo>
                  <a:cubicBezTo>
                    <a:pt x="51" y="183"/>
                    <a:pt x="52" y="183"/>
                    <a:pt x="52" y="182"/>
                  </a:cubicBezTo>
                  <a:cubicBezTo>
                    <a:pt x="52" y="180"/>
                    <a:pt x="50" y="181"/>
                    <a:pt x="48" y="181"/>
                  </a:cubicBezTo>
                  <a:cubicBezTo>
                    <a:pt x="46" y="180"/>
                    <a:pt x="45" y="179"/>
                    <a:pt x="44" y="178"/>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77"/>
            <p:cNvSpPr>
              <a:spLocks/>
            </p:cNvSpPr>
            <p:nvPr/>
          </p:nvSpPr>
          <p:spPr bwMode="auto">
            <a:xfrm>
              <a:off x="6110288" y="2432050"/>
              <a:ext cx="28575" cy="53975"/>
            </a:xfrm>
            <a:custGeom>
              <a:avLst/>
              <a:gdLst/>
              <a:ahLst/>
              <a:cxnLst>
                <a:cxn ang="0">
                  <a:pos x="0" y="2"/>
                </a:cxn>
                <a:cxn ang="0">
                  <a:pos x="0" y="15"/>
                </a:cxn>
                <a:cxn ang="0">
                  <a:pos x="2" y="19"/>
                </a:cxn>
                <a:cxn ang="0">
                  <a:pos x="9" y="17"/>
                </a:cxn>
                <a:cxn ang="0">
                  <a:pos x="9" y="13"/>
                </a:cxn>
                <a:cxn ang="0">
                  <a:pos x="9" y="11"/>
                </a:cxn>
                <a:cxn ang="0">
                  <a:pos x="9" y="5"/>
                </a:cxn>
                <a:cxn ang="0">
                  <a:pos x="10" y="3"/>
                </a:cxn>
                <a:cxn ang="0">
                  <a:pos x="6" y="1"/>
                </a:cxn>
                <a:cxn ang="0">
                  <a:pos x="0" y="2"/>
                </a:cxn>
              </a:cxnLst>
              <a:rect l="0" t="0" r="r" b="b"/>
              <a:pathLst>
                <a:path w="10" h="19">
                  <a:moveTo>
                    <a:pt x="0" y="2"/>
                  </a:moveTo>
                  <a:cubicBezTo>
                    <a:pt x="0" y="15"/>
                    <a:pt x="0" y="15"/>
                    <a:pt x="0" y="15"/>
                  </a:cubicBezTo>
                  <a:cubicBezTo>
                    <a:pt x="0" y="17"/>
                    <a:pt x="1" y="19"/>
                    <a:pt x="2" y="19"/>
                  </a:cubicBezTo>
                  <a:cubicBezTo>
                    <a:pt x="5" y="19"/>
                    <a:pt x="6" y="17"/>
                    <a:pt x="9" y="17"/>
                  </a:cubicBezTo>
                  <a:cubicBezTo>
                    <a:pt x="9" y="13"/>
                    <a:pt x="9" y="13"/>
                    <a:pt x="9" y="13"/>
                  </a:cubicBezTo>
                  <a:cubicBezTo>
                    <a:pt x="9" y="11"/>
                    <a:pt x="9" y="11"/>
                    <a:pt x="9" y="11"/>
                  </a:cubicBezTo>
                  <a:cubicBezTo>
                    <a:pt x="9" y="9"/>
                    <a:pt x="9" y="8"/>
                    <a:pt x="9" y="5"/>
                  </a:cubicBezTo>
                  <a:cubicBezTo>
                    <a:pt x="9" y="5"/>
                    <a:pt x="10" y="4"/>
                    <a:pt x="10" y="3"/>
                  </a:cubicBezTo>
                  <a:cubicBezTo>
                    <a:pt x="8" y="3"/>
                    <a:pt x="8" y="1"/>
                    <a:pt x="6" y="1"/>
                  </a:cubicBezTo>
                  <a:cubicBezTo>
                    <a:pt x="4" y="0"/>
                    <a:pt x="2" y="2"/>
                    <a:pt x="0" y="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78"/>
            <p:cNvSpPr>
              <a:spLocks/>
            </p:cNvSpPr>
            <p:nvPr/>
          </p:nvSpPr>
          <p:spPr bwMode="auto">
            <a:xfrm>
              <a:off x="6164263" y="2381250"/>
              <a:ext cx="11113" cy="20638"/>
            </a:xfrm>
            <a:custGeom>
              <a:avLst/>
              <a:gdLst/>
              <a:ahLst/>
              <a:cxnLst>
                <a:cxn ang="0">
                  <a:pos x="4" y="0"/>
                </a:cxn>
                <a:cxn ang="0">
                  <a:pos x="2" y="0"/>
                </a:cxn>
                <a:cxn ang="0">
                  <a:pos x="0" y="3"/>
                </a:cxn>
                <a:cxn ang="0">
                  <a:pos x="3" y="7"/>
                </a:cxn>
                <a:cxn ang="0">
                  <a:pos x="4" y="0"/>
                </a:cxn>
              </a:cxnLst>
              <a:rect l="0" t="0" r="r" b="b"/>
              <a:pathLst>
                <a:path w="4" h="7">
                  <a:moveTo>
                    <a:pt x="4" y="0"/>
                  </a:moveTo>
                  <a:cubicBezTo>
                    <a:pt x="3" y="0"/>
                    <a:pt x="3" y="0"/>
                    <a:pt x="2" y="0"/>
                  </a:cubicBezTo>
                  <a:cubicBezTo>
                    <a:pt x="1" y="0"/>
                    <a:pt x="0" y="1"/>
                    <a:pt x="0" y="3"/>
                  </a:cubicBezTo>
                  <a:cubicBezTo>
                    <a:pt x="0" y="5"/>
                    <a:pt x="1" y="6"/>
                    <a:pt x="3" y="7"/>
                  </a:cubicBezTo>
                  <a:cubicBezTo>
                    <a:pt x="4" y="5"/>
                    <a:pt x="4" y="3"/>
                    <a:pt x="4"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79"/>
            <p:cNvSpPr>
              <a:spLocks/>
            </p:cNvSpPr>
            <p:nvPr/>
          </p:nvSpPr>
          <p:spPr bwMode="auto">
            <a:xfrm>
              <a:off x="6118225" y="2493963"/>
              <a:ext cx="25400" cy="36513"/>
            </a:xfrm>
            <a:custGeom>
              <a:avLst/>
              <a:gdLst/>
              <a:ahLst/>
              <a:cxnLst>
                <a:cxn ang="0">
                  <a:pos x="0" y="9"/>
                </a:cxn>
                <a:cxn ang="0">
                  <a:pos x="5" y="11"/>
                </a:cxn>
                <a:cxn ang="0">
                  <a:pos x="8" y="13"/>
                </a:cxn>
                <a:cxn ang="0">
                  <a:pos x="9" y="11"/>
                </a:cxn>
                <a:cxn ang="0">
                  <a:pos x="6" y="1"/>
                </a:cxn>
                <a:cxn ang="0">
                  <a:pos x="4" y="0"/>
                </a:cxn>
                <a:cxn ang="0">
                  <a:pos x="2" y="5"/>
                </a:cxn>
                <a:cxn ang="0">
                  <a:pos x="0" y="9"/>
                </a:cxn>
              </a:cxnLst>
              <a:rect l="0" t="0" r="r" b="b"/>
              <a:pathLst>
                <a:path w="9" h="13">
                  <a:moveTo>
                    <a:pt x="0" y="9"/>
                  </a:moveTo>
                  <a:cubicBezTo>
                    <a:pt x="0" y="11"/>
                    <a:pt x="3" y="11"/>
                    <a:pt x="5" y="11"/>
                  </a:cubicBezTo>
                  <a:cubicBezTo>
                    <a:pt x="6" y="11"/>
                    <a:pt x="7" y="12"/>
                    <a:pt x="8" y="13"/>
                  </a:cubicBezTo>
                  <a:cubicBezTo>
                    <a:pt x="8" y="12"/>
                    <a:pt x="9" y="12"/>
                    <a:pt x="9" y="11"/>
                  </a:cubicBezTo>
                  <a:cubicBezTo>
                    <a:pt x="9" y="7"/>
                    <a:pt x="6" y="5"/>
                    <a:pt x="6" y="1"/>
                  </a:cubicBezTo>
                  <a:cubicBezTo>
                    <a:pt x="5" y="1"/>
                    <a:pt x="5" y="0"/>
                    <a:pt x="4" y="0"/>
                  </a:cubicBezTo>
                  <a:cubicBezTo>
                    <a:pt x="2" y="0"/>
                    <a:pt x="2" y="3"/>
                    <a:pt x="2" y="5"/>
                  </a:cubicBezTo>
                  <a:cubicBezTo>
                    <a:pt x="1" y="7"/>
                    <a:pt x="0" y="7"/>
                    <a:pt x="0" y="9"/>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80"/>
            <p:cNvSpPr>
              <a:spLocks/>
            </p:cNvSpPr>
            <p:nvPr/>
          </p:nvSpPr>
          <p:spPr bwMode="auto">
            <a:xfrm>
              <a:off x="6142038" y="2443163"/>
              <a:ext cx="100013" cy="98425"/>
            </a:xfrm>
            <a:custGeom>
              <a:avLst/>
              <a:gdLst/>
              <a:ahLst/>
              <a:cxnLst>
                <a:cxn ang="0">
                  <a:pos x="6" y="2"/>
                </a:cxn>
                <a:cxn ang="0">
                  <a:pos x="2" y="7"/>
                </a:cxn>
                <a:cxn ang="0">
                  <a:pos x="0" y="11"/>
                </a:cxn>
                <a:cxn ang="0">
                  <a:pos x="8" y="20"/>
                </a:cxn>
                <a:cxn ang="0">
                  <a:pos x="11" y="22"/>
                </a:cxn>
                <a:cxn ang="0">
                  <a:pos x="10" y="26"/>
                </a:cxn>
                <a:cxn ang="0">
                  <a:pos x="15" y="31"/>
                </a:cxn>
                <a:cxn ang="0">
                  <a:pos x="21" y="29"/>
                </a:cxn>
                <a:cxn ang="0">
                  <a:pos x="23" y="31"/>
                </a:cxn>
                <a:cxn ang="0">
                  <a:pos x="29" y="35"/>
                </a:cxn>
                <a:cxn ang="0">
                  <a:pos x="36" y="28"/>
                </a:cxn>
                <a:cxn ang="0">
                  <a:pos x="34" y="26"/>
                </a:cxn>
                <a:cxn ang="0">
                  <a:pos x="30" y="24"/>
                </a:cxn>
                <a:cxn ang="0">
                  <a:pos x="23" y="24"/>
                </a:cxn>
                <a:cxn ang="0">
                  <a:pos x="19" y="18"/>
                </a:cxn>
                <a:cxn ang="0">
                  <a:pos x="22" y="14"/>
                </a:cxn>
                <a:cxn ang="0">
                  <a:pos x="24" y="11"/>
                </a:cxn>
                <a:cxn ang="0">
                  <a:pos x="19" y="6"/>
                </a:cxn>
                <a:cxn ang="0">
                  <a:pos x="15" y="0"/>
                </a:cxn>
                <a:cxn ang="0">
                  <a:pos x="12" y="5"/>
                </a:cxn>
                <a:cxn ang="0">
                  <a:pos x="10" y="7"/>
                </a:cxn>
                <a:cxn ang="0">
                  <a:pos x="6" y="2"/>
                </a:cxn>
              </a:cxnLst>
              <a:rect l="0" t="0" r="r" b="b"/>
              <a:pathLst>
                <a:path w="36" h="35">
                  <a:moveTo>
                    <a:pt x="6" y="2"/>
                  </a:moveTo>
                  <a:cubicBezTo>
                    <a:pt x="4" y="2"/>
                    <a:pt x="3" y="5"/>
                    <a:pt x="2" y="7"/>
                  </a:cubicBezTo>
                  <a:cubicBezTo>
                    <a:pt x="2" y="9"/>
                    <a:pt x="0" y="10"/>
                    <a:pt x="0" y="11"/>
                  </a:cubicBezTo>
                  <a:cubicBezTo>
                    <a:pt x="0" y="16"/>
                    <a:pt x="5" y="17"/>
                    <a:pt x="8" y="20"/>
                  </a:cubicBezTo>
                  <a:cubicBezTo>
                    <a:pt x="10" y="21"/>
                    <a:pt x="11" y="21"/>
                    <a:pt x="11" y="22"/>
                  </a:cubicBezTo>
                  <a:cubicBezTo>
                    <a:pt x="11" y="24"/>
                    <a:pt x="10" y="25"/>
                    <a:pt x="10" y="26"/>
                  </a:cubicBezTo>
                  <a:cubicBezTo>
                    <a:pt x="10" y="29"/>
                    <a:pt x="12" y="31"/>
                    <a:pt x="15" y="31"/>
                  </a:cubicBezTo>
                  <a:cubicBezTo>
                    <a:pt x="17" y="31"/>
                    <a:pt x="18" y="29"/>
                    <a:pt x="21" y="29"/>
                  </a:cubicBezTo>
                  <a:cubicBezTo>
                    <a:pt x="22" y="29"/>
                    <a:pt x="22" y="30"/>
                    <a:pt x="23" y="31"/>
                  </a:cubicBezTo>
                  <a:cubicBezTo>
                    <a:pt x="25" y="33"/>
                    <a:pt x="26" y="35"/>
                    <a:pt x="29" y="35"/>
                  </a:cubicBezTo>
                  <a:cubicBezTo>
                    <a:pt x="33" y="35"/>
                    <a:pt x="36" y="32"/>
                    <a:pt x="36" y="28"/>
                  </a:cubicBezTo>
                  <a:cubicBezTo>
                    <a:pt x="36" y="26"/>
                    <a:pt x="35" y="26"/>
                    <a:pt x="34" y="26"/>
                  </a:cubicBezTo>
                  <a:cubicBezTo>
                    <a:pt x="32" y="25"/>
                    <a:pt x="31" y="24"/>
                    <a:pt x="30" y="24"/>
                  </a:cubicBezTo>
                  <a:cubicBezTo>
                    <a:pt x="27" y="23"/>
                    <a:pt x="25" y="25"/>
                    <a:pt x="23" y="24"/>
                  </a:cubicBezTo>
                  <a:cubicBezTo>
                    <a:pt x="21" y="23"/>
                    <a:pt x="20" y="21"/>
                    <a:pt x="19" y="18"/>
                  </a:cubicBezTo>
                  <a:cubicBezTo>
                    <a:pt x="21" y="17"/>
                    <a:pt x="21" y="16"/>
                    <a:pt x="22" y="14"/>
                  </a:cubicBezTo>
                  <a:cubicBezTo>
                    <a:pt x="22" y="13"/>
                    <a:pt x="24" y="12"/>
                    <a:pt x="24" y="11"/>
                  </a:cubicBezTo>
                  <a:cubicBezTo>
                    <a:pt x="24" y="8"/>
                    <a:pt x="21" y="8"/>
                    <a:pt x="19" y="6"/>
                  </a:cubicBezTo>
                  <a:cubicBezTo>
                    <a:pt x="18" y="4"/>
                    <a:pt x="18" y="2"/>
                    <a:pt x="15" y="0"/>
                  </a:cubicBezTo>
                  <a:cubicBezTo>
                    <a:pt x="14" y="3"/>
                    <a:pt x="13" y="4"/>
                    <a:pt x="12" y="5"/>
                  </a:cubicBezTo>
                  <a:cubicBezTo>
                    <a:pt x="11" y="6"/>
                    <a:pt x="11" y="7"/>
                    <a:pt x="10" y="7"/>
                  </a:cubicBezTo>
                  <a:cubicBezTo>
                    <a:pt x="8" y="7"/>
                    <a:pt x="8" y="4"/>
                    <a:pt x="6" y="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81"/>
            <p:cNvSpPr>
              <a:spLocks/>
            </p:cNvSpPr>
            <p:nvPr/>
          </p:nvSpPr>
          <p:spPr bwMode="auto">
            <a:xfrm>
              <a:off x="6175375" y="2589213"/>
              <a:ext cx="33338" cy="20638"/>
            </a:xfrm>
            <a:custGeom>
              <a:avLst/>
              <a:gdLst/>
              <a:ahLst/>
              <a:cxnLst>
                <a:cxn ang="0">
                  <a:pos x="3" y="0"/>
                </a:cxn>
                <a:cxn ang="0">
                  <a:pos x="0" y="5"/>
                </a:cxn>
                <a:cxn ang="0">
                  <a:pos x="12" y="7"/>
                </a:cxn>
                <a:cxn ang="0">
                  <a:pos x="12" y="6"/>
                </a:cxn>
                <a:cxn ang="0">
                  <a:pos x="12" y="5"/>
                </a:cxn>
                <a:cxn ang="0">
                  <a:pos x="7" y="3"/>
                </a:cxn>
                <a:cxn ang="0">
                  <a:pos x="3" y="0"/>
                </a:cxn>
              </a:cxnLst>
              <a:rect l="0" t="0" r="r" b="b"/>
              <a:pathLst>
                <a:path w="12" h="7">
                  <a:moveTo>
                    <a:pt x="3" y="0"/>
                  </a:moveTo>
                  <a:cubicBezTo>
                    <a:pt x="1" y="0"/>
                    <a:pt x="1" y="3"/>
                    <a:pt x="0" y="5"/>
                  </a:cubicBezTo>
                  <a:cubicBezTo>
                    <a:pt x="4" y="7"/>
                    <a:pt x="7" y="6"/>
                    <a:pt x="12" y="7"/>
                  </a:cubicBezTo>
                  <a:cubicBezTo>
                    <a:pt x="12" y="6"/>
                    <a:pt x="12" y="6"/>
                    <a:pt x="12" y="6"/>
                  </a:cubicBezTo>
                  <a:cubicBezTo>
                    <a:pt x="12" y="5"/>
                    <a:pt x="12" y="5"/>
                    <a:pt x="12" y="5"/>
                  </a:cubicBezTo>
                  <a:cubicBezTo>
                    <a:pt x="10" y="5"/>
                    <a:pt x="8" y="4"/>
                    <a:pt x="7" y="3"/>
                  </a:cubicBezTo>
                  <a:cubicBezTo>
                    <a:pt x="5" y="2"/>
                    <a:pt x="5" y="0"/>
                    <a:pt x="3"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82"/>
            <p:cNvSpPr>
              <a:spLocks/>
            </p:cNvSpPr>
            <p:nvPr/>
          </p:nvSpPr>
          <p:spPr bwMode="auto">
            <a:xfrm>
              <a:off x="6154738" y="2620963"/>
              <a:ext cx="134938" cy="73025"/>
            </a:xfrm>
            <a:custGeom>
              <a:avLst/>
              <a:gdLst/>
              <a:ahLst/>
              <a:cxnLst>
                <a:cxn ang="0">
                  <a:pos x="16" y="0"/>
                </a:cxn>
                <a:cxn ang="0">
                  <a:pos x="12" y="3"/>
                </a:cxn>
                <a:cxn ang="0">
                  <a:pos x="4" y="5"/>
                </a:cxn>
                <a:cxn ang="0">
                  <a:pos x="0" y="18"/>
                </a:cxn>
                <a:cxn ang="0">
                  <a:pos x="5" y="21"/>
                </a:cxn>
                <a:cxn ang="0">
                  <a:pos x="11" y="26"/>
                </a:cxn>
                <a:cxn ang="0">
                  <a:pos x="25" y="21"/>
                </a:cxn>
                <a:cxn ang="0">
                  <a:pos x="30" y="21"/>
                </a:cxn>
                <a:cxn ang="0">
                  <a:pos x="35" y="21"/>
                </a:cxn>
                <a:cxn ang="0">
                  <a:pos x="44" y="23"/>
                </a:cxn>
                <a:cxn ang="0">
                  <a:pos x="48" y="23"/>
                </a:cxn>
                <a:cxn ang="0">
                  <a:pos x="48" y="20"/>
                </a:cxn>
                <a:cxn ang="0">
                  <a:pos x="41" y="12"/>
                </a:cxn>
                <a:cxn ang="0">
                  <a:pos x="35" y="7"/>
                </a:cxn>
                <a:cxn ang="0">
                  <a:pos x="27" y="5"/>
                </a:cxn>
                <a:cxn ang="0">
                  <a:pos x="22" y="1"/>
                </a:cxn>
                <a:cxn ang="0">
                  <a:pos x="16" y="0"/>
                </a:cxn>
              </a:cxnLst>
              <a:rect l="0" t="0" r="r" b="b"/>
              <a:pathLst>
                <a:path w="48" h="26">
                  <a:moveTo>
                    <a:pt x="16" y="0"/>
                  </a:moveTo>
                  <a:cubicBezTo>
                    <a:pt x="14" y="0"/>
                    <a:pt x="14" y="2"/>
                    <a:pt x="12" y="3"/>
                  </a:cubicBezTo>
                  <a:cubicBezTo>
                    <a:pt x="10" y="5"/>
                    <a:pt x="7" y="6"/>
                    <a:pt x="4" y="5"/>
                  </a:cubicBezTo>
                  <a:cubicBezTo>
                    <a:pt x="2" y="10"/>
                    <a:pt x="0" y="13"/>
                    <a:pt x="0" y="18"/>
                  </a:cubicBezTo>
                  <a:cubicBezTo>
                    <a:pt x="0" y="20"/>
                    <a:pt x="3" y="20"/>
                    <a:pt x="5" y="21"/>
                  </a:cubicBezTo>
                  <a:cubicBezTo>
                    <a:pt x="7" y="23"/>
                    <a:pt x="8" y="26"/>
                    <a:pt x="11" y="26"/>
                  </a:cubicBezTo>
                  <a:cubicBezTo>
                    <a:pt x="17" y="26"/>
                    <a:pt x="19" y="21"/>
                    <a:pt x="25" y="21"/>
                  </a:cubicBezTo>
                  <a:cubicBezTo>
                    <a:pt x="30" y="21"/>
                    <a:pt x="30" y="21"/>
                    <a:pt x="30" y="21"/>
                  </a:cubicBezTo>
                  <a:cubicBezTo>
                    <a:pt x="32" y="21"/>
                    <a:pt x="33" y="21"/>
                    <a:pt x="35" y="21"/>
                  </a:cubicBezTo>
                  <a:cubicBezTo>
                    <a:pt x="39" y="21"/>
                    <a:pt x="40" y="23"/>
                    <a:pt x="44" y="23"/>
                  </a:cubicBezTo>
                  <a:cubicBezTo>
                    <a:pt x="48" y="23"/>
                    <a:pt x="48" y="23"/>
                    <a:pt x="48" y="23"/>
                  </a:cubicBezTo>
                  <a:cubicBezTo>
                    <a:pt x="48" y="20"/>
                    <a:pt x="48" y="20"/>
                    <a:pt x="48" y="20"/>
                  </a:cubicBezTo>
                  <a:cubicBezTo>
                    <a:pt x="48" y="16"/>
                    <a:pt x="45" y="13"/>
                    <a:pt x="41" y="12"/>
                  </a:cubicBezTo>
                  <a:cubicBezTo>
                    <a:pt x="38" y="11"/>
                    <a:pt x="38" y="7"/>
                    <a:pt x="35" y="7"/>
                  </a:cubicBezTo>
                  <a:cubicBezTo>
                    <a:pt x="32" y="6"/>
                    <a:pt x="30" y="6"/>
                    <a:pt x="27" y="5"/>
                  </a:cubicBezTo>
                  <a:cubicBezTo>
                    <a:pt x="25" y="5"/>
                    <a:pt x="24" y="2"/>
                    <a:pt x="22" y="1"/>
                  </a:cubicBezTo>
                  <a:cubicBezTo>
                    <a:pt x="16" y="0"/>
                    <a:pt x="16" y="0"/>
                    <a:pt x="16"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83"/>
            <p:cNvSpPr>
              <a:spLocks/>
            </p:cNvSpPr>
            <p:nvPr/>
          </p:nvSpPr>
          <p:spPr bwMode="auto">
            <a:xfrm>
              <a:off x="6300788" y="1951038"/>
              <a:ext cx="79375" cy="109538"/>
            </a:xfrm>
            <a:custGeom>
              <a:avLst/>
              <a:gdLst/>
              <a:ahLst/>
              <a:cxnLst>
                <a:cxn ang="0">
                  <a:pos x="9" y="6"/>
                </a:cxn>
                <a:cxn ang="0">
                  <a:pos x="3" y="15"/>
                </a:cxn>
                <a:cxn ang="0">
                  <a:pos x="1" y="22"/>
                </a:cxn>
                <a:cxn ang="0">
                  <a:pos x="1" y="28"/>
                </a:cxn>
                <a:cxn ang="0">
                  <a:pos x="9" y="32"/>
                </a:cxn>
                <a:cxn ang="0">
                  <a:pos x="15" y="34"/>
                </a:cxn>
                <a:cxn ang="0">
                  <a:pos x="20" y="28"/>
                </a:cxn>
                <a:cxn ang="0">
                  <a:pos x="24" y="22"/>
                </a:cxn>
                <a:cxn ang="0">
                  <a:pos x="25" y="15"/>
                </a:cxn>
                <a:cxn ang="0">
                  <a:pos x="28" y="10"/>
                </a:cxn>
                <a:cxn ang="0">
                  <a:pos x="25" y="6"/>
                </a:cxn>
                <a:cxn ang="0">
                  <a:pos x="9" y="6"/>
                </a:cxn>
              </a:cxnLst>
              <a:rect l="0" t="0" r="r" b="b"/>
              <a:pathLst>
                <a:path w="28" h="39">
                  <a:moveTo>
                    <a:pt x="9" y="6"/>
                  </a:moveTo>
                  <a:cubicBezTo>
                    <a:pt x="6" y="9"/>
                    <a:pt x="4" y="11"/>
                    <a:pt x="3" y="15"/>
                  </a:cubicBezTo>
                  <a:cubicBezTo>
                    <a:pt x="0" y="23"/>
                    <a:pt x="1" y="16"/>
                    <a:pt x="1" y="22"/>
                  </a:cubicBezTo>
                  <a:cubicBezTo>
                    <a:pt x="1" y="28"/>
                    <a:pt x="1" y="28"/>
                    <a:pt x="1" y="28"/>
                  </a:cubicBezTo>
                  <a:cubicBezTo>
                    <a:pt x="1" y="39"/>
                    <a:pt x="5" y="32"/>
                    <a:pt x="9" y="32"/>
                  </a:cubicBezTo>
                  <a:cubicBezTo>
                    <a:pt x="11" y="32"/>
                    <a:pt x="13" y="34"/>
                    <a:pt x="15" y="34"/>
                  </a:cubicBezTo>
                  <a:cubicBezTo>
                    <a:pt x="18" y="34"/>
                    <a:pt x="19" y="31"/>
                    <a:pt x="20" y="28"/>
                  </a:cubicBezTo>
                  <a:cubicBezTo>
                    <a:pt x="21" y="26"/>
                    <a:pt x="23" y="25"/>
                    <a:pt x="24" y="22"/>
                  </a:cubicBezTo>
                  <a:cubicBezTo>
                    <a:pt x="25" y="20"/>
                    <a:pt x="24" y="18"/>
                    <a:pt x="25" y="15"/>
                  </a:cubicBezTo>
                  <a:cubicBezTo>
                    <a:pt x="26" y="13"/>
                    <a:pt x="28" y="12"/>
                    <a:pt x="28" y="10"/>
                  </a:cubicBezTo>
                  <a:cubicBezTo>
                    <a:pt x="28" y="8"/>
                    <a:pt x="27" y="7"/>
                    <a:pt x="25" y="6"/>
                  </a:cubicBezTo>
                  <a:cubicBezTo>
                    <a:pt x="17" y="0"/>
                    <a:pt x="15" y="0"/>
                    <a:pt x="9" y="6"/>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84"/>
            <p:cNvSpPr>
              <a:spLocks/>
            </p:cNvSpPr>
            <p:nvPr/>
          </p:nvSpPr>
          <p:spPr bwMode="auto">
            <a:xfrm>
              <a:off x="5503863" y="3281363"/>
              <a:ext cx="22225" cy="28575"/>
            </a:xfrm>
            <a:custGeom>
              <a:avLst/>
              <a:gdLst/>
              <a:ahLst/>
              <a:cxnLst>
                <a:cxn ang="0">
                  <a:pos x="0" y="3"/>
                </a:cxn>
                <a:cxn ang="0">
                  <a:pos x="6" y="2"/>
                </a:cxn>
                <a:cxn ang="0">
                  <a:pos x="8" y="5"/>
                </a:cxn>
                <a:cxn ang="0">
                  <a:pos x="6" y="10"/>
                </a:cxn>
                <a:cxn ang="0">
                  <a:pos x="2" y="8"/>
                </a:cxn>
                <a:cxn ang="0">
                  <a:pos x="0" y="3"/>
                </a:cxn>
              </a:cxnLst>
              <a:rect l="0" t="0" r="r" b="b"/>
              <a:pathLst>
                <a:path w="8" h="10">
                  <a:moveTo>
                    <a:pt x="0" y="3"/>
                  </a:moveTo>
                  <a:cubicBezTo>
                    <a:pt x="2" y="2"/>
                    <a:pt x="4" y="0"/>
                    <a:pt x="6" y="2"/>
                  </a:cubicBezTo>
                  <a:cubicBezTo>
                    <a:pt x="7" y="3"/>
                    <a:pt x="8" y="4"/>
                    <a:pt x="8" y="5"/>
                  </a:cubicBezTo>
                  <a:cubicBezTo>
                    <a:pt x="8" y="7"/>
                    <a:pt x="7" y="9"/>
                    <a:pt x="6" y="10"/>
                  </a:cubicBezTo>
                  <a:cubicBezTo>
                    <a:pt x="4" y="9"/>
                    <a:pt x="3" y="9"/>
                    <a:pt x="2" y="8"/>
                  </a:cubicBezTo>
                  <a:cubicBezTo>
                    <a:pt x="0" y="7"/>
                    <a:pt x="1" y="5"/>
                    <a:pt x="0"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85"/>
            <p:cNvSpPr>
              <a:spLocks/>
            </p:cNvSpPr>
            <p:nvPr/>
          </p:nvSpPr>
          <p:spPr bwMode="auto">
            <a:xfrm>
              <a:off x="5340350" y="3138488"/>
              <a:ext cx="115888" cy="222250"/>
            </a:xfrm>
            <a:custGeom>
              <a:avLst/>
              <a:gdLst/>
              <a:ahLst/>
              <a:cxnLst>
                <a:cxn ang="0">
                  <a:pos x="18" y="17"/>
                </a:cxn>
                <a:cxn ang="0">
                  <a:pos x="28" y="1"/>
                </a:cxn>
                <a:cxn ang="0">
                  <a:pos x="33" y="7"/>
                </a:cxn>
                <a:cxn ang="0">
                  <a:pos x="37" y="13"/>
                </a:cxn>
                <a:cxn ang="0">
                  <a:pos x="38" y="20"/>
                </a:cxn>
                <a:cxn ang="0">
                  <a:pos x="41" y="24"/>
                </a:cxn>
                <a:cxn ang="0">
                  <a:pos x="41" y="26"/>
                </a:cxn>
                <a:cxn ang="0">
                  <a:pos x="40" y="26"/>
                </a:cxn>
                <a:cxn ang="0">
                  <a:pos x="35" y="21"/>
                </a:cxn>
                <a:cxn ang="0">
                  <a:pos x="33" y="23"/>
                </a:cxn>
                <a:cxn ang="0">
                  <a:pos x="31" y="22"/>
                </a:cxn>
                <a:cxn ang="0">
                  <a:pos x="28" y="29"/>
                </a:cxn>
                <a:cxn ang="0">
                  <a:pos x="25" y="38"/>
                </a:cxn>
                <a:cxn ang="0">
                  <a:pos x="25" y="46"/>
                </a:cxn>
                <a:cxn ang="0">
                  <a:pos x="28" y="46"/>
                </a:cxn>
                <a:cxn ang="0">
                  <a:pos x="30" y="46"/>
                </a:cxn>
                <a:cxn ang="0">
                  <a:pos x="34" y="49"/>
                </a:cxn>
                <a:cxn ang="0">
                  <a:pos x="38" y="54"/>
                </a:cxn>
                <a:cxn ang="0">
                  <a:pos x="32" y="59"/>
                </a:cxn>
                <a:cxn ang="0">
                  <a:pos x="29" y="61"/>
                </a:cxn>
                <a:cxn ang="0">
                  <a:pos x="27" y="60"/>
                </a:cxn>
                <a:cxn ang="0">
                  <a:pos x="19" y="66"/>
                </a:cxn>
                <a:cxn ang="0">
                  <a:pos x="20" y="68"/>
                </a:cxn>
                <a:cxn ang="0">
                  <a:pos x="19" y="73"/>
                </a:cxn>
                <a:cxn ang="0">
                  <a:pos x="16" y="78"/>
                </a:cxn>
                <a:cxn ang="0">
                  <a:pos x="11" y="76"/>
                </a:cxn>
                <a:cxn ang="0">
                  <a:pos x="7" y="79"/>
                </a:cxn>
                <a:cxn ang="0">
                  <a:pos x="4" y="76"/>
                </a:cxn>
                <a:cxn ang="0">
                  <a:pos x="0" y="69"/>
                </a:cxn>
                <a:cxn ang="0">
                  <a:pos x="6" y="62"/>
                </a:cxn>
                <a:cxn ang="0">
                  <a:pos x="9" y="55"/>
                </a:cxn>
                <a:cxn ang="0">
                  <a:pos x="14" y="50"/>
                </a:cxn>
                <a:cxn ang="0">
                  <a:pos x="12" y="49"/>
                </a:cxn>
                <a:cxn ang="0">
                  <a:pos x="14" y="44"/>
                </a:cxn>
                <a:cxn ang="0">
                  <a:pos x="13" y="40"/>
                </a:cxn>
                <a:cxn ang="0">
                  <a:pos x="15" y="36"/>
                </a:cxn>
                <a:cxn ang="0">
                  <a:pos x="16" y="30"/>
                </a:cxn>
                <a:cxn ang="0">
                  <a:pos x="18" y="23"/>
                </a:cxn>
                <a:cxn ang="0">
                  <a:pos x="18" y="17"/>
                </a:cxn>
              </a:cxnLst>
              <a:rect l="0" t="0" r="r" b="b"/>
              <a:pathLst>
                <a:path w="41" h="79">
                  <a:moveTo>
                    <a:pt x="18" y="17"/>
                  </a:moveTo>
                  <a:cubicBezTo>
                    <a:pt x="18" y="9"/>
                    <a:pt x="21" y="5"/>
                    <a:pt x="28" y="1"/>
                  </a:cubicBezTo>
                  <a:cubicBezTo>
                    <a:pt x="30" y="0"/>
                    <a:pt x="31" y="4"/>
                    <a:pt x="33" y="7"/>
                  </a:cubicBezTo>
                  <a:cubicBezTo>
                    <a:pt x="35" y="9"/>
                    <a:pt x="37" y="10"/>
                    <a:pt x="37" y="13"/>
                  </a:cubicBezTo>
                  <a:cubicBezTo>
                    <a:pt x="37" y="15"/>
                    <a:pt x="37" y="17"/>
                    <a:pt x="38" y="20"/>
                  </a:cubicBezTo>
                  <a:cubicBezTo>
                    <a:pt x="39" y="22"/>
                    <a:pt x="41" y="22"/>
                    <a:pt x="41" y="24"/>
                  </a:cubicBezTo>
                  <a:cubicBezTo>
                    <a:pt x="41" y="25"/>
                    <a:pt x="41" y="25"/>
                    <a:pt x="41" y="26"/>
                  </a:cubicBezTo>
                  <a:cubicBezTo>
                    <a:pt x="40" y="26"/>
                    <a:pt x="40" y="26"/>
                    <a:pt x="40" y="26"/>
                  </a:cubicBezTo>
                  <a:cubicBezTo>
                    <a:pt x="38" y="24"/>
                    <a:pt x="38" y="21"/>
                    <a:pt x="35" y="21"/>
                  </a:cubicBezTo>
                  <a:cubicBezTo>
                    <a:pt x="34" y="21"/>
                    <a:pt x="34" y="23"/>
                    <a:pt x="33" y="23"/>
                  </a:cubicBezTo>
                  <a:cubicBezTo>
                    <a:pt x="32" y="23"/>
                    <a:pt x="32" y="22"/>
                    <a:pt x="31" y="22"/>
                  </a:cubicBezTo>
                  <a:cubicBezTo>
                    <a:pt x="28" y="22"/>
                    <a:pt x="28" y="26"/>
                    <a:pt x="28" y="29"/>
                  </a:cubicBezTo>
                  <a:cubicBezTo>
                    <a:pt x="27" y="33"/>
                    <a:pt x="25" y="35"/>
                    <a:pt x="25" y="38"/>
                  </a:cubicBezTo>
                  <a:cubicBezTo>
                    <a:pt x="25" y="41"/>
                    <a:pt x="25" y="43"/>
                    <a:pt x="25" y="46"/>
                  </a:cubicBezTo>
                  <a:cubicBezTo>
                    <a:pt x="28" y="46"/>
                    <a:pt x="28" y="46"/>
                    <a:pt x="28" y="46"/>
                  </a:cubicBezTo>
                  <a:cubicBezTo>
                    <a:pt x="29" y="46"/>
                    <a:pt x="29" y="46"/>
                    <a:pt x="30" y="46"/>
                  </a:cubicBezTo>
                  <a:cubicBezTo>
                    <a:pt x="32" y="46"/>
                    <a:pt x="33" y="47"/>
                    <a:pt x="34" y="49"/>
                  </a:cubicBezTo>
                  <a:cubicBezTo>
                    <a:pt x="35" y="51"/>
                    <a:pt x="38" y="52"/>
                    <a:pt x="38" y="54"/>
                  </a:cubicBezTo>
                  <a:cubicBezTo>
                    <a:pt x="38" y="57"/>
                    <a:pt x="34" y="58"/>
                    <a:pt x="32" y="59"/>
                  </a:cubicBezTo>
                  <a:cubicBezTo>
                    <a:pt x="31" y="60"/>
                    <a:pt x="30" y="61"/>
                    <a:pt x="29" y="61"/>
                  </a:cubicBezTo>
                  <a:cubicBezTo>
                    <a:pt x="28" y="61"/>
                    <a:pt x="27" y="60"/>
                    <a:pt x="27" y="60"/>
                  </a:cubicBezTo>
                  <a:cubicBezTo>
                    <a:pt x="19" y="66"/>
                    <a:pt x="19" y="66"/>
                    <a:pt x="19" y="66"/>
                  </a:cubicBezTo>
                  <a:cubicBezTo>
                    <a:pt x="19" y="67"/>
                    <a:pt x="20" y="67"/>
                    <a:pt x="20" y="68"/>
                  </a:cubicBezTo>
                  <a:cubicBezTo>
                    <a:pt x="20" y="70"/>
                    <a:pt x="19" y="71"/>
                    <a:pt x="19" y="73"/>
                  </a:cubicBezTo>
                  <a:cubicBezTo>
                    <a:pt x="19" y="75"/>
                    <a:pt x="18" y="78"/>
                    <a:pt x="16" y="78"/>
                  </a:cubicBezTo>
                  <a:cubicBezTo>
                    <a:pt x="14" y="78"/>
                    <a:pt x="12" y="77"/>
                    <a:pt x="11" y="76"/>
                  </a:cubicBezTo>
                  <a:cubicBezTo>
                    <a:pt x="9" y="77"/>
                    <a:pt x="9" y="79"/>
                    <a:pt x="7" y="79"/>
                  </a:cubicBezTo>
                  <a:cubicBezTo>
                    <a:pt x="5" y="79"/>
                    <a:pt x="5" y="77"/>
                    <a:pt x="4" y="76"/>
                  </a:cubicBezTo>
                  <a:cubicBezTo>
                    <a:pt x="2" y="74"/>
                    <a:pt x="0" y="72"/>
                    <a:pt x="0" y="69"/>
                  </a:cubicBezTo>
                  <a:cubicBezTo>
                    <a:pt x="0" y="66"/>
                    <a:pt x="4" y="65"/>
                    <a:pt x="6" y="62"/>
                  </a:cubicBezTo>
                  <a:cubicBezTo>
                    <a:pt x="7" y="60"/>
                    <a:pt x="8" y="58"/>
                    <a:pt x="9" y="55"/>
                  </a:cubicBezTo>
                  <a:cubicBezTo>
                    <a:pt x="11" y="53"/>
                    <a:pt x="13" y="52"/>
                    <a:pt x="14" y="50"/>
                  </a:cubicBezTo>
                  <a:cubicBezTo>
                    <a:pt x="13" y="50"/>
                    <a:pt x="12" y="50"/>
                    <a:pt x="12" y="49"/>
                  </a:cubicBezTo>
                  <a:cubicBezTo>
                    <a:pt x="12" y="47"/>
                    <a:pt x="14" y="46"/>
                    <a:pt x="14" y="44"/>
                  </a:cubicBezTo>
                  <a:cubicBezTo>
                    <a:pt x="14" y="42"/>
                    <a:pt x="13" y="41"/>
                    <a:pt x="13" y="40"/>
                  </a:cubicBezTo>
                  <a:cubicBezTo>
                    <a:pt x="13" y="38"/>
                    <a:pt x="15" y="38"/>
                    <a:pt x="15" y="36"/>
                  </a:cubicBezTo>
                  <a:cubicBezTo>
                    <a:pt x="16" y="34"/>
                    <a:pt x="15" y="32"/>
                    <a:pt x="16" y="30"/>
                  </a:cubicBezTo>
                  <a:cubicBezTo>
                    <a:pt x="17" y="27"/>
                    <a:pt x="18" y="26"/>
                    <a:pt x="18" y="23"/>
                  </a:cubicBezTo>
                  <a:cubicBezTo>
                    <a:pt x="18" y="17"/>
                    <a:pt x="18" y="17"/>
                    <a:pt x="18" y="17"/>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86"/>
            <p:cNvSpPr>
              <a:spLocks/>
            </p:cNvSpPr>
            <p:nvPr/>
          </p:nvSpPr>
          <p:spPr bwMode="auto">
            <a:xfrm>
              <a:off x="5289550" y="3178175"/>
              <a:ext cx="84138" cy="134938"/>
            </a:xfrm>
            <a:custGeom>
              <a:avLst/>
              <a:gdLst/>
              <a:ahLst/>
              <a:cxnLst>
                <a:cxn ang="0">
                  <a:pos x="4" y="16"/>
                </a:cxn>
                <a:cxn ang="0">
                  <a:pos x="5" y="10"/>
                </a:cxn>
                <a:cxn ang="0">
                  <a:pos x="13" y="7"/>
                </a:cxn>
                <a:cxn ang="0">
                  <a:pos x="23" y="2"/>
                </a:cxn>
                <a:cxn ang="0">
                  <a:pos x="27" y="0"/>
                </a:cxn>
                <a:cxn ang="0">
                  <a:pos x="29" y="6"/>
                </a:cxn>
                <a:cxn ang="0">
                  <a:pos x="30" y="18"/>
                </a:cxn>
                <a:cxn ang="0">
                  <a:pos x="27" y="23"/>
                </a:cxn>
                <a:cxn ang="0">
                  <a:pos x="21" y="31"/>
                </a:cxn>
                <a:cxn ang="0">
                  <a:pos x="21" y="38"/>
                </a:cxn>
                <a:cxn ang="0">
                  <a:pos x="23" y="40"/>
                </a:cxn>
                <a:cxn ang="0">
                  <a:pos x="19" y="48"/>
                </a:cxn>
                <a:cxn ang="0">
                  <a:pos x="16" y="47"/>
                </a:cxn>
                <a:cxn ang="0">
                  <a:pos x="14" y="43"/>
                </a:cxn>
                <a:cxn ang="0">
                  <a:pos x="9" y="47"/>
                </a:cxn>
                <a:cxn ang="0">
                  <a:pos x="5" y="45"/>
                </a:cxn>
                <a:cxn ang="0">
                  <a:pos x="3" y="47"/>
                </a:cxn>
                <a:cxn ang="0">
                  <a:pos x="0" y="44"/>
                </a:cxn>
                <a:cxn ang="0">
                  <a:pos x="2" y="38"/>
                </a:cxn>
                <a:cxn ang="0">
                  <a:pos x="3" y="30"/>
                </a:cxn>
                <a:cxn ang="0">
                  <a:pos x="6" y="27"/>
                </a:cxn>
                <a:cxn ang="0">
                  <a:pos x="4" y="16"/>
                </a:cxn>
              </a:cxnLst>
              <a:rect l="0" t="0" r="r" b="b"/>
              <a:pathLst>
                <a:path w="30" h="48">
                  <a:moveTo>
                    <a:pt x="4" y="16"/>
                  </a:moveTo>
                  <a:cubicBezTo>
                    <a:pt x="4" y="13"/>
                    <a:pt x="3" y="11"/>
                    <a:pt x="5" y="10"/>
                  </a:cubicBezTo>
                  <a:cubicBezTo>
                    <a:pt x="8" y="8"/>
                    <a:pt x="10" y="8"/>
                    <a:pt x="13" y="7"/>
                  </a:cubicBezTo>
                  <a:cubicBezTo>
                    <a:pt x="17" y="5"/>
                    <a:pt x="19" y="4"/>
                    <a:pt x="23" y="2"/>
                  </a:cubicBezTo>
                  <a:cubicBezTo>
                    <a:pt x="24" y="1"/>
                    <a:pt x="25" y="0"/>
                    <a:pt x="27" y="0"/>
                  </a:cubicBezTo>
                  <a:cubicBezTo>
                    <a:pt x="29" y="0"/>
                    <a:pt x="28" y="4"/>
                    <a:pt x="29" y="6"/>
                  </a:cubicBezTo>
                  <a:cubicBezTo>
                    <a:pt x="30" y="11"/>
                    <a:pt x="30" y="13"/>
                    <a:pt x="30" y="18"/>
                  </a:cubicBezTo>
                  <a:cubicBezTo>
                    <a:pt x="30" y="20"/>
                    <a:pt x="28" y="21"/>
                    <a:pt x="27" y="23"/>
                  </a:cubicBezTo>
                  <a:cubicBezTo>
                    <a:pt x="25" y="26"/>
                    <a:pt x="24" y="29"/>
                    <a:pt x="21" y="31"/>
                  </a:cubicBezTo>
                  <a:cubicBezTo>
                    <a:pt x="21" y="38"/>
                    <a:pt x="21" y="38"/>
                    <a:pt x="21" y="38"/>
                  </a:cubicBezTo>
                  <a:cubicBezTo>
                    <a:pt x="22" y="39"/>
                    <a:pt x="23" y="39"/>
                    <a:pt x="23" y="40"/>
                  </a:cubicBezTo>
                  <a:cubicBezTo>
                    <a:pt x="23" y="44"/>
                    <a:pt x="21" y="45"/>
                    <a:pt x="19" y="48"/>
                  </a:cubicBezTo>
                  <a:cubicBezTo>
                    <a:pt x="18" y="48"/>
                    <a:pt x="17" y="48"/>
                    <a:pt x="16" y="47"/>
                  </a:cubicBezTo>
                  <a:cubicBezTo>
                    <a:pt x="16" y="45"/>
                    <a:pt x="16" y="43"/>
                    <a:pt x="14" y="43"/>
                  </a:cubicBezTo>
                  <a:cubicBezTo>
                    <a:pt x="11" y="43"/>
                    <a:pt x="11" y="47"/>
                    <a:pt x="9" y="47"/>
                  </a:cubicBezTo>
                  <a:cubicBezTo>
                    <a:pt x="7" y="47"/>
                    <a:pt x="6" y="46"/>
                    <a:pt x="5" y="45"/>
                  </a:cubicBezTo>
                  <a:cubicBezTo>
                    <a:pt x="3" y="47"/>
                    <a:pt x="3" y="47"/>
                    <a:pt x="3" y="47"/>
                  </a:cubicBezTo>
                  <a:cubicBezTo>
                    <a:pt x="1" y="47"/>
                    <a:pt x="0" y="45"/>
                    <a:pt x="0" y="44"/>
                  </a:cubicBezTo>
                  <a:cubicBezTo>
                    <a:pt x="0" y="41"/>
                    <a:pt x="1" y="40"/>
                    <a:pt x="2" y="38"/>
                  </a:cubicBezTo>
                  <a:cubicBezTo>
                    <a:pt x="2" y="35"/>
                    <a:pt x="2" y="33"/>
                    <a:pt x="3" y="30"/>
                  </a:cubicBezTo>
                  <a:cubicBezTo>
                    <a:pt x="4" y="29"/>
                    <a:pt x="6" y="29"/>
                    <a:pt x="6" y="27"/>
                  </a:cubicBezTo>
                  <a:cubicBezTo>
                    <a:pt x="6" y="22"/>
                    <a:pt x="4" y="20"/>
                    <a:pt x="4" y="16"/>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87"/>
            <p:cNvSpPr>
              <a:spLocks/>
            </p:cNvSpPr>
            <p:nvPr/>
          </p:nvSpPr>
          <p:spPr bwMode="auto">
            <a:xfrm>
              <a:off x="5208588" y="3257550"/>
              <a:ext cx="41275" cy="66675"/>
            </a:xfrm>
            <a:custGeom>
              <a:avLst/>
              <a:gdLst/>
              <a:ahLst/>
              <a:cxnLst>
                <a:cxn ang="0">
                  <a:pos x="6" y="0"/>
                </a:cxn>
                <a:cxn ang="0">
                  <a:pos x="12" y="2"/>
                </a:cxn>
                <a:cxn ang="0">
                  <a:pos x="12" y="5"/>
                </a:cxn>
                <a:cxn ang="0">
                  <a:pos x="15" y="9"/>
                </a:cxn>
                <a:cxn ang="0">
                  <a:pos x="14" y="16"/>
                </a:cxn>
                <a:cxn ang="0">
                  <a:pos x="15" y="23"/>
                </a:cxn>
                <a:cxn ang="0">
                  <a:pos x="13" y="24"/>
                </a:cxn>
                <a:cxn ang="0">
                  <a:pos x="6" y="19"/>
                </a:cxn>
                <a:cxn ang="0">
                  <a:pos x="4" y="19"/>
                </a:cxn>
                <a:cxn ang="0">
                  <a:pos x="2" y="13"/>
                </a:cxn>
                <a:cxn ang="0">
                  <a:pos x="0" y="9"/>
                </a:cxn>
                <a:cxn ang="0">
                  <a:pos x="2" y="5"/>
                </a:cxn>
                <a:cxn ang="0">
                  <a:pos x="4" y="4"/>
                </a:cxn>
                <a:cxn ang="0">
                  <a:pos x="6" y="0"/>
                </a:cxn>
              </a:cxnLst>
              <a:rect l="0" t="0" r="r" b="b"/>
              <a:pathLst>
                <a:path w="15" h="24">
                  <a:moveTo>
                    <a:pt x="6" y="0"/>
                  </a:moveTo>
                  <a:cubicBezTo>
                    <a:pt x="8" y="1"/>
                    <a:pt x="10" y="0"/>
                    <a:pt x="12" y="2"/>
                  </a:cubicBezTo>
                  <a:cubicBezTo>
                    <a:pt x="12" y="3"/>
                    <a:pt x="12" y="4"/>
                    <a:pt x="12" y="5"/>
                  </a:cubicBezTo>
                  <a:cubicBezTo>
                    <a:pt x="13" y="7"/>
                    <a:pt x="15" y="7"/>
                    <a:pt x="15" y="9"/>
                  </a:cubicBezTo>
                  <a:cubicBezTo>
                    <a:pt x="15" y="12"/>
                    <a:pt x="14" y="13"/>
                    <a:pt x="14" y="16"/>
                  </a:cubicBezTo>
                  <a:cubicBezTo>
                    <a:pt x="14" y="19"/>
                    <a:pt x="15" y="20"/>
                    <a:pt x="15" y="23"/>
                  </a:cubicBezTo>
                  <a:cubicBezTo>
                    <a:pt x="14" y="23"/>
                    <a:pt x="14" y="24"/>
                    <a:pt x="13" y="24"/>
                  </a:cubicBezTo>
                  <a:cubicBezTo>
                    <a:pt x="10" y="24"/>
                    <a:pt x="9" y="20"/>
                    <a:pt x="6" y="19"/>
                  </a:cubicBezTo>
                  <a:cubicBezTo>
                    <a:pt x="6" y="19"/>
                    <a:pt x="5" y="19"/>
                    <a:pt x="4" y="19"/>
                  </a:cubicBezTo>
                  <a:cubicBezTo>
                    <a:pt x="3" y="17"/>
                    <a:pt x="3" y="15"/>
                    <a:pt x="2" y="13"/>
                  </a:cubicBezTo>
                  <a:cubicBezTo>
                    <a:pt x="2" y="12"/>
                    <a:pt x="0" y="11"/>
                    <a:pt x="0" y="9"/>
                  </a:cubicBezTo>
                  <a:cubicBezTo>
                    <a:pt x="0" y="7"/>
                    <a:pt x="1" y="6"/>
                    <a:pt x="2" y="5"/>
                  </a:cubicBezTo>
                  <a:cubicBezTo>
                    <a:pt x="3" y="5"/>
                    <a:pt x="4" y="5"/>
                    <a:pt x="4" y="4"/>
                  </a:cubicBezTo>
                  <a:cubicBezTo>
                    <a:pt x="5" y="3"/>
                    <a:pt x="5" y="1"/>
                    <a:pt x="6"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88"/>
            <p:cNvSpPr>
              <a:spLocks/>
            </p:cNvSpPr>
            <p:nvPr/>
          </p:nvSpPr>
          <p:spPr bwMode="auto">
            <a:xfrm>
              <a:off x="5405438" y="3071813"/>
              <a:ext cx="52388" cy="41275"/>
            </a:xfrm>
            <a:custGeom>
              <a:avLst/>
              <a:gdLst/>
              <a:ahLst/>
              <a:cxnLst>
                <a:cxn ang="0">
                  <a:pos x="5" y="0"/>
                </a:cxn>
                <a:cxn ang="0">
                  <a:pos x="10" y="1"/>
                </a:cxn>
                <a:cxn ang="0">
                  <a:pos x="19" y="5"/>
                </a:cxn>
                <a:cxn ang="0">
                  <a:pos x="14" y="14"/>
                </a:cxn>
                <a:cxn ang="0">
                  <a:pos x="11" y="15"/>
                </a:cxn>
                <a:cxn ang="0">
                  <a:pos x="2" y="6"/>
                </a:cxn>
                <a:cxn ang="0">
                  <a:pos x="0" y="4"/>
                </a:cxn>
                <a:cxn ang="0">
                  <a:pos x="3" y="1"/>
                </a:cxn>
                <a:cxn ang="0">
                  <a:pos x="5" y="0"/>
                </a:cxn>
              </a:cxnLst>
              <a:rect l="0" t="0" r="r" b="b"/>
              <a:pathLst>
                <a:path w="19" h="15">
                  <a:moveTo>
                    <a:pt x="5" y="0"/>
                  </a:moveTo>
                  <a:cubicBezTo>
                    <a:pt x="7" y="0"/>
                    <a:pt x="8" y="1"/>
                    <a:pt x="10" y="1"/>
                  </a:cubicBezTo>
                  <a:cubicBezTo>
                    <a:pt x="13" y="2"/>
                    <a:pt x="19" y="1"/>
                    <a:pt x="19" y="5"/>
                  </a:cubicBezTo>
                  <a:cubicBezTo>
                    <a:pt x="19" y="9"/>
                    <a:pt x="17" y="11"/>
                    <a:pt x="14" y="14"/>
                  </a:cubicBezTo>
                  <a:cubicBezTo>
                    <a:pt x="13" y="14"/>
                    <a:pt x="12" y="15"/>
                    <a:pt x="11" y="15"/>
                  </a:cubicBezTo>
                  <a:cubicBezTo>
                    <a:pt x="6" y="15"/>
                    <a:pt x="4" y="11"/>
                    <a:pt x="2" y="6"/>
                  </a:cubicBezTo>
                  <a:cubicBezTo>
                    <a:pt x="2" y="5"/>
                    <a:pt x="0" y="5"/>
                    <a:pt x="0" y="4"/>
                  </a:cubicBezTo>
                  <a:cubicBezTo>
                    <a:pt x="0" y="3"/>
                    <a:pt x="1" y="2"/>
                    <a:pt x="3" y="1"/>
                  </a:cubicBezTo>
                  <a:cubicBezTo>
                    <a:pt x="4" y="1"/>
                    <a:pt x="4" y="0"/>
                    <a:pt x="5"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89"/>
            <p:cNvSpPr>
              <a:spLocks/>
            </p:cNvSpPr>
            <p:nvPr/>
          </p:nvSpPr>
          <p:spPr bwMode="auto">
            <a:xfrm>
              <a:off x="6113463" y="3040063"/>
              <a:ext cx="22225" cy="14288"/>
            </a:xfrm>
            <a:custGeom>
              <a:avLst/>
              <a:gdLst/>
              <a:ahLst/>
              <a:cxnLst>
                <a:cxn ang="0">
                  <a:pos x="0" y="4"/>
                </a:cxn>
                <a:cxn ang="0">
                  <a:pos x="7" y="5"/>
                </a:cxn>
                <a:cxn ang="0">
                  <a:pos x="8" y="4"/>
                </a:cxn>
                <a:cxn ang="0">
                  <a:pos x="6" y="2"/>
                </a:cxn>
                <a:cxn ang="0">
                  <a:pos x="4" y="0"/>
                </a:cxn>
                <a:cxn ang="0">
                  <a:pos x="0" y="4"/>
                </a:cxn>
              </a:cxnLst>
              <a:rect l="0" t="0" r="r" b="b"/>
              <a:pathLst>
                <a:path w="8" h="5">
                  <a:moveTo>
                    <a:pt x="0" y="4"/>
                  </a:moveTo>
                  <a:cubicBezTo>
                    <a:pt x="2" y="4"/>
                    <a:pt x="4" y="5"/>
                    <a:pt x="7" y="5"/>
                  </a:cubicBezTo>
                  <a:cubicBezTo>
                    <a:pt x="7" y="5"/>
                    <a:pt x="8" y="5"/>
                    <a:pt x="8" y="4"/>
                  </a:cubicBezTo>
                  <a:cubicBezTo>
                    <a:pt x="8" y="3"/>
                    <a:pt x="7" y="3"/>
                    <a:pt x="6" y="2"/>
                  </a:cubicBezTo>
                  <a:cubicBezTo>
                    <a:pt x="6" y="1"/>
                    <a:pt x="5" y="0"/>
                    <a:pt x="4" y="0"/>
                  </a:cubicBezTo>
                  <a:cubicBezTo>
                    <a:pt x="2" y="0"/>
                    <a:pt x="1" y="2"/>
                    <a:pt x="0" y="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90"/>
            <p:cNvSpPr>
              <a:spLocks/>
            </p:cNvSpPr>
            <p:nvPr/>
          </p:nvSpPr>
          <p:spPr bwMode="auto">
            <a:xfrm>
              <a:off x="5924550" y="2913063"/>
              <a:ext cx="207963" cy="134938"/>
            </a:xfrm>
            <a:custGeom>
              <a:avLst/>
              <a:gdLst/>
              <a:ahLst/>
              <a:cxnLst>
                <a:cxn ang="0">
                  <a:pos x="30" y="1"/>
                </a:cxn>
                <a:cxn ang="0">
                  <a:pos x="36" y="2"/>
                </a:cxn>
                <a:cxn ang="0">
                  <a:pos x="48" y="0"/>
                </a:cxn>
                <a:cxn ang="0">
                  <a:pos x="51" y="2"/>
                </a:cxn>
                <a:cxn ang="0">
                  <a:pos x="57" y="6"/>
                </a:cxn>
                <a:cxn ang="0">
                  <a:pos x="67" y="11"/>
                </a:cxn>
                <a:cxn ang="0">
                  <a:pos x="63" y="12"/>
                </a:cxn>
                <a:cxn ang="0">
                  <a:pos x="63" y="14"/>
                </a:cxn>
                <a:cxn ang="0">
                  <a:pos x="66" y="18"/>
                </a:cxn>
                <a:cxn ang="0">
                  <a:pos x="72" y="17"/>
                </a:cxn>
                <a:cxn ang="0">
                  <a:pos x="74" y="29"/>
                </a:cxn>
                <a:cxn ang="0">
                  <a:pos x="73" y="35"/>
                </a:cxn>
                <a:cxn ang="0">
                  <a:pos x="63" y="37"/>
                </a:cxn>
                <a:cxn ang="0">
                  <a:pos x="56" y="44"/>
                </a:cxn>
                <a:cxn ang="0">
                  <a:pos x="53" y="46"/>
                </a:cxn>
                <a:cxn ang="0">
                  <a:pos x="49" y="48"/>
                </a:cxn>
                <a:cxn ang="0">
                  <a:pos x="42" y="48"/>
                </a:cxn>
                <a:cxn ang="0">
                  <a:pos x="34" y="46"/>
                </a:cxn>
                <a:cxn ang="0">
                  <a:pos x="24" y="41"/>
                </a:cxn>
                <a:cxn ang="0">
                  <a:pos x="15" y="34"/>
                </a:cxn>
                <a:cxn ang="0">
                  <a:pos x="9" y="32"/>
                </a:cxn>
                <a:cxn ang="0">
                  <a:pos x="6" y="23"/>
                </a:cxn>
                <a:cxn ang="0">
                  <a:pos x="3" y="21"/>
                </a:cxn>
                <a:cxn ang="0">
                  <a:pos x="0" y="10"/>
                </a:cxn>
                <a:cxn ang="0">
                  <a:pos x="4" y="5"/>
                </a:cxn>
                <a:cxn ang="0">
                  <a:pos x="6" y="3"/>
                </a:cxn>
                <a:cxn ang="0">
                  <a:pos x="11" y="6"/>
                </a:cxn>
                <a:cxn ang="0">
                  <a:pos x="16" y="4"/>
                </a:cxn>
                <a:cxn ang="0">
                  <a:pos x="30" y="1"/>
                </a:cxn>
              </a:cxnLst>
              <a:rect l="0" t="0" r="r" b="b"/>
              <a:pathLst>
                <a:path w="74" h="48">
                  <a:moveTo>
                    <a:pt x="30" y="1"/>
                  </a:moveTo>
                  <a:cubicBezTo>
                    <a:pt x="32" y="1"/>
                    <a:pt x="34" y="2"/>
                    <a:pt x="36" y="2"/>
                  </a:cubicBezTo>
                  <a:cubicBezTo>
                    <a:pt x="41" y="2"/>
                    <a:pt x="43" y="0"/>
                    <a:pt x="48" y="0"/>
                  </a:cubicBezTo>
                  <a:cubicBezTo>
                    <a:pt x="49" y="0"/>
                    <a:pt x="50" y="1"/>
                    <a:pt x="51" y="2"/>
                  </a:cubicBezTo>
                  <a:cubicBezTo>
                    <a:pt x="53" y="4"/>
                    <a:pt x="54" y="5"/>
                    <a:pt x="57" y="6"/>
                  </a:cubicBezTo>
                  <a:cubicBezTo>
                    <a:pt x="61" y="7"/>
                    <a:pt x="65" y="7"/>
                    <a:pt x="67" y="11"/>
                  </a:cubicBezTo>
                  <a:cubicBezTo>
                    <a:pt x="65" y="12"/>
                    <a:pt x="64" y="12"/>
                    <a:pt x="63" y="12"/>
                  </a:cubicBezTo>
                  <a:cubicBezTo>
                    <a:pt x="63" y="14"/>
                    <a:pt x="63" y="14"/>
                    <a:pt x="63" y="14"/>
                  </a:cubicBezTo>
                  <a:cubicBezTo>
                    <a:pt x="63" y="16"/>
                    <a:pt x="64" y="18"/>
                    <a:pt x="66" y="18"/>
                  </a:cubicBezTo>
                  <a:cubicBezTo>
                    <a:pt x="68" y="18"/>
                    <a:pt x="70" y="17"/>
                    <a:pt x="72" y="17"/>
                  </a:cubicBezTo>
                  <a:cubicBezTo>
                    <a:pt x="73" y="22"/>
                    <a:pt x="74" y="24"/>
                    <a:pt x="74" y="29"/>
                  </a:cubicBezTo>
                  <a:cubicBezTo>
                    <a:pt x="74" y="31"/>
                    <a:pt x="74" y="33"/>
                    <a:pt x="73" y="35"/>
                  </a:cubicBezTo>
                  <a:cubicBezTo>
                    <a:pt x="70" y="37"/>
                    <a:pt x="67" y="37"/>
                    <a:pt x="63" y="37"/>
                  </a:cubicBezTo>
                  <a:cubicBezTo>
                    <a:pt x="60" y="38"/>
                    <a:pt x="59" y="41"/>
                    <a:pt x="56" y="44"/>
                  </a:cubicBezTo>
                  <a:cubicBezTo>
                    <a:pt x="55" y="44"/>
                    <a:pt x="54" y="45"/>
                    <a:pt x="53" y="46"/>
                  </a:cubicBezTo>
                  <a:cubicBezTo>
                    <a:pt x="52" y="47"/>
                    <a:pt x="51" y="48"/>
                    <a:pt x="49" y="48"/>
                  </a:cubicBezTo>
                  <a:cubicBezTo>
                    <a:pt x="42" y="48"/>
                    <a:pt x="42" y="48"/>
                    <a:pt x="42" y="48"/>
                  </a:cubicBezTo>
                  <a:cubicBezTo>
                    <a:pt x="39" y="48"/>
                    <a:pt x="38" y="46"/>
                    <a:pt x="34" y="46"/>
                  </a:cubicBezTo>
                  <a:cubicBezTo>
                    <a:pt x="30" y="45"/>
                    <a:pt x="27" y="44"/>
                    <a:pt x="24" y="41"/>
                  </a:cubicBezTo>
                  <a:cubicBezTo>
                    <a:pt x="21" y="38"/>
                    <a:pt x="19" y="35"/>
                    <a:pt x="15" y="34"/>
                  </a:cubicBezTo>
                  <a:cubicBezTo>
                    <a:pt x="13" y="33"/>
                    <a:pt x="11" y="34"/>
                    <a:pt x="9" y="32"/>
                  </a:cubicBezTo>
                  <a:cubicBezTo>
                    <a:pt x="8" y="29"/>
                    <a:pt x="9" y="26"/>
                    <a:pt x="6" y="23"/>
                  </a:cubicBezTo>
                  <a:cubicBezTo>
                    <a:pt x="5" y="23"/>
                    <a:pt x="4" y="23"/>
                    <a:pt x="3" y="21"/>
                  </a:cubicBezTo>
                  <a:cubicBezTo>
                    <a:pt x="1" y="17"/>
                    <a:pt x="0" y="15"/>
                    <a:pt x="0" y="10"/>
                  </a:cubicBezTo>
                  <a:cubicBezTo>
                    <a:pt x="0" y="8"/>
                    <a:pt x="2" y="7"/>
                    <a:pt x="4" y="5"/>
                  </a:cubicBezTo>
                  <a:cubicBezTo>
                    <a:pt x="4" y="4"/>
                    <a:pt x="4" y="3"/>
                    <a:pt x="6" y="3"/>
                  </a:cubicBezTo>
                  <a:cubicBezTo>
                    <a:pt x="8" y="3"/>
                    <a:pt x="9" y="6"/>
                    <a:pt x="11" y="6"/>
                  </a:cubicBezTo>
                  <a:cubicBezTo>
                    <a:pt x="13" y="6"/>
                    <a:pt x="14" y="4"/>
                    <a:pt x="16" y="4"/>
                  </a:cubicBezTo>
                  <a:cubicBezTo>
                    <a:pt x="21" y="2"/>
                    <a:pt x="24" y="1"/>
                    <a:pt x="30"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91"/>
            <p:cNvSpPr>
              <a:spLocks/>
            </p:cNvSpPr>
            <p:nvPr/>
          </p:nvSpPr>
          <p:spPr bwMode="auto">
            <a:xfrm>
              <a:off x="6172200" y="2944813"/>
              <a:ext cx="22225" cy="19050"/>
            </a:xfrm>
            <a:custGeom>
              <a:avLst/>
              <a:gdLst/>
              <a:ahLst/>
              <a:cxnLst>
                <a:cxn ang="0">
                  <a:pos x="0" y="3"/>
                </a:cxn>
                <a:cxn ang="0">
                  <a:pos x="2" y="7"/>
                </a:cxn>
                <a:cxn ang="0">
                  <a:pos x="8" y="2"/>
                </a:cxn>
                <a:cxn ang="0">
                  <a:pos x="7" y="1"/>
                </a:cxn>
                <a:cxn ang="0">
                  <a:pos x="0" y="3"/>
                </a:cxn>
              </a:cxnLst>
              <a:rect l="0" t="0" r="r" b="b"/>
              <a:pathLst>
                <a:path w="8" h="7">
                  <a:moveTo>
                    <a:pt x="0" y="3"/>
                  </a:moveTo>
                  <a:cubicBezTo>
                    <a:pt x="1" y="5"/>
                    <a:pt x="1" y="5"/>
                    <a:pt x="2" y="7"/>
                  </a:cubicBezTo>
                  <a:cubicBezTo>
                    <a:pt x="5" y="6"/>
                    <a:pt x="6" y="4"/>
                    <a:pt x="8" y="2"/>
                  </a:cubicBezTo>
                  <a:cubicBezTo>
                    <a:pt x="7" y="1"/>
                    <a:pt x="7" y="1"/>
                    <a:pt x="7" y="1"/>
                  </a:cubicBezTo>
                  <a:cubicBezTo>
                    <a:pt x="5" y="0"/>
                    <a:pt x="2" y="1"/>
                    <a:pt x="0"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92"/>
            <p:cNvSpPr>
              <a:spLocks/>
            </p:cNvSpPr>
            <p:nvPr/>
          </p:nvSpPr>
          <p:spPr bwMode="auto">
            <a:xfrm>
              <a:off x="6248400" y="2882900"/>
              <a:ext cx="15875" cy="19050"/>
            </a:xfrm>
            <a:custGeom>
              <a:avLst/>
              <a:gdLst/>
              <a:ahLst/>
              <a:cxnLst>
                <a:cxn ang="0">
                  <a:pos x="0" y="6"/>
                </a:cxn>
                <a:cxn ang="0">
                  <a:pos x="4" y="7"/>
                </a:cxn>
                <a:cxn ang="0">
                  <a:pos x="6" y="4"/>
                </a:cxn>
                <a:cxn ang="0">
                  <a:pos x="4" y="1"/>
                </a:cxn>
                <a:cxn ang="0">
                  <a:pos x="1" y="4"/>
                </a:cxn>
                <a:cxn ang="0">
                  <a:pos x="0" y="6"/>
                </a:cxn>
              </a:cxnLst>
              <a:rect l="0" t="0" r="r" b="b"/>
              <a:pathLst>
                <a:path w="6" h="7">
                  <a:moveTo>
                    <a:pt x="0" y="6"/>
                  </a:moveTo>
                  <a:cubicBezTo>
                    <a:pt x="0" y="7"/>
                    <a:pt x="2" y="7"/>
                    <a:pt x="4" y="7"/>
                  </a:cubicBezTo>
                  <a:cubicBezTo>
                    <a:pt x="5" y="7"/>
                    <a:pt x="6" y="5"/>
                    <a:pt x="6" y="4"/>
                  </a:cubicBezTo>
                  <a:cubicBezTo>
                    <a:pt x="6" y="3"/>
                    <a:pt x="5" y="1"/>
                    <a:pt x="4" y="1"/>
                  </a:cubicBezTo>
                  <a:cubicBezTo>
                    <a:pt x="3" y="0"/>
                    <a:pt x="2" y="2"/>
                    <a:pt x="1" y="4"/>
                  </a:cubicBezTo>
                  <a:cubicBezTo>
                    <a:pt x="1" y="4"/>
                    <a:pt x="0" y="5"/>
                    <a:pt x="0" y="6"/>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93"/>
            <p:cNvSpPr>
              <a:spLocks/>
            </p:cNvSpPr>
            <p:nvPr/>
          </p:nvSpPr>
          <p:spPr bwMode="auto">
            <a:xfrm>
              <a:off x="6205538" y="2927350"/>
              <a:ext cx="20638" cy="19050"/>
            </a:xfrm>
            <a:custGeom>
              <a:avLst/>
              <a:gdLst/>
              <a:ahLst/>
              <a:cxnLst>
                <a:cxn ang="0">
                  <a:pos x="0" y="5"/>
                </a:cxn>
                <a:cxn ang="0">
                  <a:pos x="3" y="7"/>
                </a:cxn>
                <a:cxn ang="0">
                  <a:pos x="7" y="7"/>
                </a:cxn>
                <a:cxn ang="0">
                  <a:pos x="7" y="6"/>
                </a:cxn>
                <a:cxn ang="0">
                  <a:pos x="5" y="1"/>
                </a:cxn>
                <a:cxn ang="0">
                  <a:pos x="2" y="2"/>
                </a:cxn>
                <a:cxn ang="0">
                  <a:pos x="0" y="5"/>
                </a:cxn>
              </a:cxnLst>
              <a:rect l="0" t="0" r="r" b="b"/>
              <a:pathLst>
                <a:path w="7" h="7">
                  <a:moveTo>
                    <a:pt x="0" y="5"/>
                  </a:moveTo>
                  <a:cubicBezTo>
                    <a:pt x="0" y="6"/>
                    <a:pt x="2" y="7"/>
                    <a:pt x="3" y="7"/>
                  </a:cubicBezTo>
                  <a:cubicBezTo>
                    <a:pt x="7" y="7"/>
                    <a:pt x="7" y="7"/>
                    <a:pt x="7" y="7"/>
                  </a:cubicBezTo>
                  <a:cubicBezTo>
                    <a:pt x="7" y="6"/>
                    <a:pt x="7" y="6"/>
                    <a:pt x="7" y="6"/>
                  </a:cubicBezTo>
                  <a:cubicBezTo>
                    <a:pt x="7" y="4"/>
                    <a:pt x="7" y="1"/>
                    <a:pt x="5" y="1"/>
                  </a:cubicBezTo>
                  <a:cubicBezTo>
                    <a:pt x="4" y="0"/>
                    <a:pt x="3" y="1"/>
                    <a:pt x="2" y="2"/>
                  </a:cubicBezTo>
                  <a:cubicBezTo>
                    <a:pt x="1" y="3"/>
                    <a:pt x="0" y="3"/>
                    <a:pt x="0" y="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94"/>
            <p:cNvSpPr>
              <a:spLocks/>
            </p:cNvSpPr>
            <p:nvPr/>
          </p:nvSpPr>
          <p:spPr bwMode="auto">
            <a:xfrm>
              <a:off x="6299200" y="2984500"/>
              <a:ext cx="19050" cy="23813"/>
            </a:xfrm>
            <a:custGeom>
              <a:avLst/>
              <a:gdLst/>
              <a:ahLst/>
              <a:cxnLst>
                <a:cxn ang="0">
                  <a:pos x="0" y="4"/>
                </a:cxn>
                <a:cxn ang="0">
                  <a:pos x="5" y="9"/>
                </a:cxn>
                <a:cxn ang="0">
                  <a:pos x="7" y="5"/>
                </a:cxn>
                <a:cxn ang="0">
                  <a:pos x="5" y="1"/>
                </a:cxn>
                <a:cxn ang="0">
                  <a:pos x="0" y="4"/>
                </a:cxn>
              </a:cxnLst>
              <a:rect l="0" t="0" r="r" b="b"/>
              <a:pathLst>
                <a:path w="7" h="9">
                  <a:moveTo>
                    <a:pt x="0" y="4"/>
                  </a:moveTo>
                  <a:cubicBezTo>
                    <a:pt x="0" y="7"/>
                    <a:pt x="2" y="9"/>
                    <a:pt x="5" y="9"/>
                  </a:cubicBezTo>
                  <a:cubicBezTo>
                    <a:pt x="6" y="9"/>
                    <a:pt x="7" y="7"/>
                    <a:pt x="7" y="5"/>
                  </a:cubicBezTo>
                  <a:cubicBezTo>
                    <a:pt x="7" y="4"/>
                    <a:pt x="6" y="2"/>
                    <a:pt x="5" y="1"/>
                  </a:cubicBezTo>
                  <a:cubicBezTo>
                    <a:pt x="3" y="0"/>
                    <a:pt x="0" y="2"/>
                    <a:pt x="0" y="4"/>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95"/>
            <p:cNvSpPr>
              <a:spLocks/>
            </p:cNvSpPr>
            <p:nvPr/>
          </p:nvSpPr>
          <p:spPr bwMode="auto">
            <a:xfrm>
              <a:off x="6329363" y="2992438"/>
              <a:ext cx="25400" cy="19050"/>
            </a:xfrm>
            <a:custGeom>
              <a:avLst/>
              <a:gdLst/>
              <a:ahLst/>
              <a:cxnLst>
                <a:cxn ang="0">
                  <a:pos x="3" y="0"/>
                </a:cxn>
                <a:cxn ang="0">
                  <a:pos x="0" y="0"/>
                </a:cxn>
                <a:cxn ang="0">
                  <a:pos x="0" y="7"/>
                </a:cxn>
                <a:cxn ang="0">
                  <a:pos x="9" y="5"/>
                </a:cxn>
                <a:cxn ang="0">
                  <a:pos x="9" y="3"/>
                </a:cxn>
                <a:cxn ang="0">
                  <a:pos x="3" y="0"/>
                </a:cxn>
              </a:cxnLst>
              <a:rect l="0" t="0" r="r" b="b"/>
              <a:pathLst>
                <a:path w="9" h="7">
                  <a:moveTo>
                    <a:pt x="3" y="0"/>
                  </a:moveTo>
                  <a:cubicBezTo>
                    <a:pt x="2" y="0"/>
                    <a:pt x="1" y="0"/>
                    <a:pt x="0" y="0"/>
                  </a:cubicBezTo>
                  <a:cubicBezTo>
                    <a:pt x="0" y="3"/>
                    <a:pt x="0" y="4"/>
                    <a:pt x="0" y="7"/>
                  </a:cubicBezTo>
                  <a:cubicBezTo>
                    <a:pt x="4" y="7"/>
                    <a:pt x="6" y="5"/>
                    <a:pt x="9" y="5"/>
                  </a:cubicBezTo>
                  <a:cubicBezTo>
                    <a:pt x="9" y="3"/>
                    <a:pt x="9" y="3"/>
                    <a:pt x="9" y="3"/>
                  </a:cubicBezTo>
                  <a:cubicBezTo>
                    <a:pt x="7" y="1"/>
                    <a:pt x="6" y="0"/>
                    <a:pt x="3"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96"/>
            <p:cNvSpPr>
              <a:spLocks/>
            </p:cNvSpPr>
            <p:nvPr/>
          </p:nvSpPr>
          <p:spPr bwMode="auto">
            <a:xfrm>
              <a:off x="6357938" y="2992438"/>
              <a:ext cx="28575" cy="14288"/>
            </a:xfrm>
            <a:custGeom>
              <a:avLst/>
              <a:gdLst/>
              <a:ahLst/>
              <a:cxnLst>
                <a:cxn ang="0">
                  <a:pos x="6" y="0"/>
                </a:cxn>
                <a:cxn ang="0">
                  <a:pos x="0" y="0"/>
                </a:cxn>
                <a:cxn ang="0">
                  <a:pos x="2" y="2"/>
                </a:cxn>
                <a:cxn ang="0">
                  <a:pos x="5" y="5"/>
                </a:cxn>
                <a:cxn ang="0">
                  <a:pos x="10" y="2"/>
                </a:cxn>
                <a:cxn ang="0">
                  <a:pos x="6" y="0"/>
                </a:cxn>
              </a:cxnLst>
              <a:rect l="0" t="0" r="r" b="b"/>
              <a:pathLst>
                <a:path w="10" h="5">
                  <a:moveTo>
                    <a:pt x="6" y="0"/>
                  </a:moveTo>
                  <a:cubicBezTo>
                    <a:pt x="0" y="0"/>
                    <a:pt x="0" y="0"/>
                    <a:pt x="0" y="0"/>
                  </a:cubicBezTo>
                  <a:cubicBezTo>
                    <a:pt x="1" y="1"/>
                    <a:pt x="2" y="1"/>
                    <a:pt x="2" y="2"/>
                  </a:cubicBezTo>
                  <a:cubicBezTo>
                    <a:pt x="3" y="3"/>
                    <a:pt x="3" y="5"/>
                    <a:pt x="5" y="5"/>
                  </a:cubicBezTo>
                  <a:cubicBezTo>
                    <a:pt x="7" y="5"/>
                    <a:pt x="9" y="4"/>
                    <a:pt x="10" y="2"/>
                  </a:cubicBezTo>
                  <a:cubicBezTo>
                    <a:pt x="9" y="1"/>
                    <a:pt x="8" y="0"/>
                    <a:pt x="6"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97"/>
            <p:cNvSpPr>
              <a:spLocks/>
            </p:cNvSpPr>
            <p:nvPr/>
          </p:nvSpPr>
          <p:spPr bwMode="auto">
            <a:xfrm>
              <a:off x="6237288" y="2868613"/>
              <a:ext cx="514350" cy="182563"/>
            </a:xfrm>
            <a:custGeom>
              <a:avLst/>
              <a:gdLst/>
              <a:ahLst/>
              <a:cxnLst>
                <a:cxn ang="0">
                  <a:pos x="0" y="22"/>
                </a:cxn>
                <a:cxn ang="0">
                  <a:pos x="6" y="19"/>
                </a:cxn>
                <a:cxn ang="0">
                  <a:pos x="13" y="16"/>
                </a:cxn>
                <a:cxn ang="0">
                  <a:pos x="18" y="8"/>
                </a:cxn>
                <a:cxn ang="0">
                  <a:pos x="22" y="4"/>
                </a:cxn>
                <a:cxn ang="0">
                  <a:pos x="34" y="5"/>
                </a:cxn>
                <a:cxn ang="0">
                  <a:pos x="44" y="3"/>
                </a:cxn>
                <a:cxn ang="0">
                  <a:pos x="49" y="3"/>
                </a:cxn>
                <a:cxn ang="0">
                  <a:pos x="62" y="4"/>
                </a:cxn>
                <a:cxn ang="0">
                  <a:pos x="70" y="1"/>
                </a:cxn>
                <a:cxn ang="0">
                  <a:pos x="78" y="10"/>
                </a:cxn>
                <a:cxn ang="0">
                  <a:pos x="80" y="9"/>
                </a:cxn>
                <a:cxn ang="0">
                  <a:pos x="88" y="5"/>
                </a:cxn>
                <a:cxn ang="0">
                  <a:pos x="92" y="0"/>
                </a:cxn>
                <a:cxn ang="0">
                  <a:pos x="97" y="0"/>
                </a:cxn>
                <a:cxn ang="0">
                  <a:pos x="115" y="5"/>
                </a:cxn>
                <a:cxn ang="0">
                  <a:pos x="119" y="6"/>
                </a:cxn>
                <a:cxn ang="0">
                  <a:pos x="136" y="13"/>
                </a:cxn>
                <a:cxn ang="0">
                  <a:pos x="151" y="11"/>
                </a:cxn>
                <a:cxn ang="0">
                  <a:pos x="155" y="12"/>
                </a:cxn>
                <a:cxn ang="0">
                  <a:pos x="159" y="17"/>
                </a:cxn>
                <a:cxn ang="0">
                  <a:pos x="165" y="20"/>
                </a:cxn>
                <a:cxn ang="0">
                  <a:pos x="168" y="29"/>
                </a:cxn>
                <a:cxn ang="0">
                  <a:pos x="171" y="37"/>
                </a:cxn>
                <a:cxn ang="0">
                  <a:pos x="177" y="38"/>
                </a:cxn>
                <a:cxn ang="0">
                  <a:pos x="178" y="42"/>
                </a:cxn>
                <a:cxn ang="0">
                  <a:pos x="183" y="47"/>
                </a:cxn>
                <a:cxn ang="0">
                  <a:pos x="181" y="51"/>
                </a:cxn>
                <a:cxn ang="0">
                  <a:pos x="180" y="62"/>
                </a:cxn>
                <a:cxn ang="0">
                  <a:pos x="180" y="65"/>
                </a:cxn>
                <a:cxn ang="0">
                  <a:pos x="172" y="60"/>
                </a:cxn>
                <a:cxn ang="0">
                  <a:pos x="166" y="58"/>
                </a:cxn>
                <a:cxn ang="0">
                  <a:pos x="150" y="50"/>
                </a:cxn>
                <a:cxn ang="0">
                  <a:pos x="144" y="47"/>
                </a:cxn>
                <a:cxn ang="0">
                  <a:pos x="134" y="42"/>
                </a:cxn>
                <a:cxn ang="0">
                  <a:pos x="127" y="39"/>
                </a:cxn>
                <a:cxn ang="0">
                  <a:pos x="120" y="33"/>
                </a:cxn>
                <a:cxn ang="0">
                  <a:pos x="101" y="33"/>
                </a:cxn>
                <a:cxn ang="0">
                  <a:pos x="101" y="34"/>
                </a:cxn>
                <a:cxn ang="0">
                  <a:pos x="102" y="38"/>
                </a:cxn>
                <a:cxn ang="0">
                  <a:pos x="96" y="39"/>
                </a:cxn>
                <a:cxn ang="0">
                  <a:pos x="87" y="38"/>
                </a:cxn>
                <a:cxn ang="0">
                  <a:pos x="77" y="34"/>
                </a:cxn>
                <a:cxn ang="0">
                  <a:pos x="67" y="34"/>
                </a:cxn>
                <a:cxn ang="0">
                  <a:pos x="67" y="26"/>
                </a:cxn>
                <a:cxn ang="0">
                  <a:pos x="55" y="30"/>
                </a:cxn>
                <a:cxn ang="0">
                  <a:pos x="53" y="37"/>
                </a:cxn>
                <a:cxn ang="0">
                  <a:pos x="44" y="38"/>
                </a:cxn>
                <a:cxn ang="0">
                  <a:pos x="40" y="40"/>
                </a:cxn>
                <a:cxn ang="0">
                  <a:pos x="36" y="34"/>
                </a:cxn>
                <a:cxn ang="0">
                  <a:pos x="32" y="29"/>
                </a:cxn>
                <a:cxn ang="0">
                  <a:pos x="19" y="23"/>
                </a:cxn>
                <a:cxn ang="0">
                  <a:pos x="18" y="17"/>
                </a:cxn>
                <a:cxn ang="0">
                  <a:pos x="11" y="34"/>
                </a:cxn>
                <a:cxn ang="0">
                  <a:pos x="6" y="40"/>
                </a:cxn>
                <a:cxn ang="0">
                  <a:pos x="5" y="39"/>
                </a:cxn>
                <a:cxn ang="0">
                  <a:pos x="5" y="33"/>
                </a:cxn>
                <a:cxn ang="0">
                  <a:pos x="0" y="22"/>
                </a:cxn>
              </a:cxnLst>
              <a:rect l="0" t="0" r="r" b="b"/>
              <a:pathLst>
                <a:path w="183" h="65">
                  <a:moveTo>
                    <a:pt x="0" y="22"/>
                  </a:moveTo>
                  <a:cubicBezTo>
                    <a:pt x="2" y="22"/>
                    <a:pt x="4" y="19"/>
                    <a:pt x="6" y="19"/>
                  </a:cubicBezTo>
                  <a:cubicBezTo>
                    <a:pt x="9" y="18"/>
                    <a:pt x="12" y="19"/>
                    <a:pt x="13" y="16"/>
                  </a:cubicBezTo>
                  <a:cubicBezTo>
                    <a:pt x="15" y="12"/>
                    <a:pt x="16" y="11"/>
                    <a:pt x="18" y="8"/>
                  </a:cubicBezTo>
                  <a:cubicBezTo>
                    <a:pt x="19" y="6"/>
                    <a:pt x="20" y="4"/>
                    <a:pt x="22" y="4"/>
                  </a:cubicBezTo>
                  <a:cubicBezTo>
                    <a:pt x="27" y="4"/>
                    <a:pt x="30" y="5"/>
                    <a:pt x="34" y="5"/>
                  </a:cubicBezTo>
                  <a:cubicBezTo>
                    <a:pt x="38" y="5"/>
                    <a:pt x="40" y="3"/>
                    <a:pt x="44" y="3"/>
                  </a:cubicBezTo>
                  <a:cubicBezTo>
                    <a:pt x="49" y="3"/>
                    <a:pt x="49" y="3"/>
                    <a:pt x="49" y="3"/>
                  </a:cubicBezTo>
                  <a:cubicBezTo>
                    <a:pt x="54" y="3"/>
                    <a:pt x="57" y="4"/>
                    <a:pt x="62" y="4"/>
                  </a:cubicBezTo>
                  <a:cubicBezTo>
                    <a:pt x="65" y="4"/>
                    <a:pt x="66" y="1"/>
                    <a:pt x="70" y="1"/>
                  </a:cubicBezTo>
                  <a:cubicBezTo>
                    <a:pt x="75" y="1"/>
                    <a:pt x="74" y="10"/>
                    <a:pt x="78" y="10"/>
                  </a:cubicBezTo>
                  <a:cubicBezTo>
                    <a:pt x="79" y="10"/>
                    <a:pt x="79" y="9"/>
                    <a:pt x="80" y="9"/>
                  </a:cubicBezTo>
                  <a:cubicBezTo>
                    <a:pt x="83" y="8"/>
                    <a:pt x="85" y="8"/>
                    <a:pt x="88" y="5"/>
                  </a:cubicBezTo>
                  <a:cubicBezTo>
                    <a:pt x="90" y="4"/>
                    <a:pt x="90" y="1"/>
                    <a:pt x="92" y="0"/>
                  </a:cubicBezTo>
                  <a:cubicBezTo>
                    <a:pt x="94" y="0"/>
                    <a:pt x="95" y="0"/>
                    <a:pt x="97" y="0"/>
                  </a:cubicBezTo>
                  <a:cubicBezTo>
                    <a:pt x="104" y="0"/>
                    <a:pt x="108" y="2"/>
                    <a:pt x="115" y="5"/>
                  </a:cubicBezTo>
                  <a:cubicBezTo>
                    <a:pt x="117" y="6"/>
                    <a:pt x="118" y="5"/>
                    <a:pt x="119" y="6"/>
                  </a:cubicBezTo>
                  <a:cubicBezTo>
                    <a:pt x="126" y="9"/>
                    <a:pt x="129" y="13"/>
                    <a:pt x="136" y="13"/>
                  </a:cubicBezTo>
                  <a:cubicBezTo>
                    <a:pt x="151" y="11"/>
                    <a:pt x="151" y="11"/>
                    <a:pt x="151" y="11"/>
                  </a:cubicBezTo>
                  <a:cubicBezTo>
                    <a:pt x="153" y="11"/>
                    <a:pt x="154" y="11"/>
                    <a:pt x="155" y="12"/>
                  </a:cubicBezTo>
                  <a:cubicBezTo>
                    <a:pt x="157" y="13"/>
                    <a:pt x="157" y="15"/>
                    <a:pt x="159" y="17"/>
                  </a:cubicBezTo>
                  <a:cubicBezTo>
                    <a:pt x="161" y="19"/>
                    <a:pt x="164" y="18"/>
                    <a:pt x="165" y="20"/>
                  </a:cubicBezTo>
                  <a:cubicBezTo>
                    <a:pt x="168" y="23"/>
                    <a:pt x="167" y="26"/>
                    <a:pt x="168" y="29"/>
                  </a:cubicBezTo>
                  <a:cubicBezTo>
                    <a:pt x="168" y="32"/>
                    <a:pt x="169" y="34"/>
                    <a:pt x="171" y="37"/>
                  </a:cubicBezTo>
                  <a:cubicBezTo>
                    <a:pt x="172" y="38"/>
                    <a:pt x="174" y="37"/>
                    <a:pt x="177" y="38"/>
                  </a:cubicBezTo>
                  <a:cubicBezTo>
                    <a:pt x="178" y="38"/>
                    <a:pt x="178" y="40"/>
                    <a:pt x="178" y="42"/>
                  </a:cubicBezTo>
                  <a:cubicBezTo>
                    <a:pt x="179" y="44"/>
                    <a:pt x="183" y="45"/>
                    <a:pt x="183" y="47"/>
                  </a:cubicBezTo>
                  <a:cubicBezTo>
                    <a:pt x="183" y="49"/>
                    <a:pt x="182" y="49"/>
                    <a:pt x="181" y="51"/>
                  </a:cubicBezTo>
                  <a:cubicBezTo>
                    <a:pt x="180" y="55"/>
                    <a:pt x="180" y="58"/>
                    <a:pt x="180" y="62"/>
                  </a:cubicBezTo>
                  <a:cubicBezTo>
                    <a:pt x="180" y="63"/>
                    <a:pt x="179" y="64"/>
                    <a:pt x="180" y="65"/>
                  </a:cubicBezTo>
                  <a:cubicBezTo>
                    <a:pt x="176" y="65"/>
                    <a:pt x="175" y="62"/>
                    <a:pt x="172" y="60"/>
                  </a:cubicBezTo>
                  <a:cubicBezTo>
                    <a:pt x="170" y="58"/>
                    <a:pt x="168" y="58"/>
                    <a:pt x="166" y="58"/>
                  </a:cubicBezTo>
                  <a:cubicBezTo>
                    <a:pt x="159" y="56"/>
                    <a:pt x="156" y="53"/>
                    <a:pt x="150" y="50"/>
                  </a:cubicBezTo>
                  <a:cubicBezTo>
                    <a:pt x="148" y="48"/>
                    <a:pt x="146" y="48"/>
                    <a:pt x="144" y="47"/>
                  </a:cubicBezTo>
                  <a:cubicBezTo>
                    <a:pt x="140" y="46"/>
                    <a:pt x="139" y="43"/>
                    <a:pt x="134" y="42"/>
                  </a:cubicBezTo>
                  <a:cubicBezTo>
                    <a:pt x="131" y="41"/>
                    <a:pt x="129" y="41"/>
                    <a:pt x="127" y="39"/>
                  </a:cubicBezTo>
                  <a:cubicBezTo>
                    <a:pt x="125" y="35"/>
                    <a:pt x="123" y="33"/>
                    <a:pt x="120" y="33"/>
                  </a:cubicBezTo>
                  <a:cubicBezTo>
                    <a:pt x="101" y="33"/>
                    <a:pt x="101" y="33"/>
                    <a:pt x="101" y="33"/>
                  </a:cubicBezTo>
                  <a:cubicBezTo>
                    <a:pt x="101" y="34"/>
                    <a:pt x="101" y="34"/>
                    <a:pt x="101" y="34"/>
                  </a:cubicBezTo>
                  <a:cubicBezTo>
                    <a:pt x="102" y="38"/>
                    <a:pt x="102" y="38"/>
                    <a:pt x="102" y="38"/>
                  </a:cubicBezTo>
                  <a:cubicBezTo>
                    <a:pt x="100" y="39"/>
                    <a:pt x="99" y="39"/>
                    <a:pt x="96" y="39"/>
                  </a:cubicBezTo>
                  <a:cubicBezTo>
                    <a:pt x="93" y="39"/>
                    <a:pt x="91" y="39"/>
                    <a:pt x="87" y="38"/>
                  </a:cubicBezTo>
                  <a:cubicBezTo>
                    <a:pt x="83" y="37"/>
                    <a:pt x="81" y="35"/>
                    <a:pt x="77" y="34"/>
                  </a:cubicBezTo>
                  <a:cubicBezTo>
                    <a:pt x="73" y="33"/>
                    <a:pt x="71" y="34"/>
                    <a:pt x="67" y="34"/>
                  </a:cubicBezTo>
                  <a:cubicBezTo>
                    <a:pt x="67" y="26"/>
                    <a:pt x="67" y="26"/>
                    <a:pt x="67" y="26"/>
                  </a:cubicBezTo>
                  <a:cubicBezTo>
                    <a:pt x="62" y="28"/>
                    <a:pt x="58" y="26"/>
                    <a:pt x="55" y="30"/>
                  </a:cubicBezTo>
                  <a:cubicBezTo>
                    <a:pt x="53" y="32"/>
                    <a:pt x="53" y="34"/>
                    <a:pt x="53" y="37"/>
                  </a:cubicBezTo>
                  <a:cubicBezTo>
                    <a:pt x="49" y="38"/>
                    <a:pt x="47" y="38"/>
                    <a:pt x="44" y="38"/>
                  </a:cubicBezTo>
                  <a:cubicBezTo>
                    <a:pt x="42" y="39"/>
                    <a:pt x="42" y="40"/>
                    <a:pt x="40" y="40"/>
                  </a:cubicBezTo>
                  <a:cubicBezTo>
                    <a:pt x="37" y="40"/>
                    <a:pt x="37" y="37"/>
                    <a:pt x="36" y="34"/>
                  </a:cubicBezTo>
                  <a:cubicBezTo>
                    <a:pt x="35" y="32"/>
                    <a:pt x="33" y="31"/>
                    <a:pt x="32" y="29"/>
                  </a:cubicBezTo>
                  <a:cubicBezTo>
                    <a:pt x="28" y="25"/>
                    <a:pt x="24" y="23"/>
                    <a:pt x="19" y="23"/>
                  </a:cubicBezTo>
                  <a:cubicBezTo>
                    <a:pt x="19" y="21"/>
                    <a:pt x="19" y="19"/>
                    <a:pt x="18" y="17"/>
                  </a:cubicBezTo>
                  <a:cubicBezTo>
                    <a:pt x="12" y="21"/>
                    <a:pt x="13" y="27"/>
                    <a:pt x="11" y="34"/>
                  </a:cubicBezTo>
                  <a:cubicBezTo>
                    <a:pt x="10" y="37"/>
                    <a:pt x="7" y="38"/>
                    <a:pt x="6" y="40"/>
                  </a:cubicBezTo>
                  <a:cubicBezTo>
                    <a:pt x="5" y="39"/>
                    <a:pt x="5" y="39"/>
                    <a:pt x="5" y="39"/>
                  </a:cubicBezTo>
                  <a:cubicBezTo>
                    <a:pt x="5" y="33"/>
                    <a:pt x="5" y="33"/>
                    <a:pt x="5" y="33"/>
                  </a:cubicBezTo>
                  <a:cubicBezTo>
                    <a:pt x="5" y="29"/>
                    <a:pt x="1" y="27"/>
                    <a:pt x="0" y="2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98"/>
            <p:cNvSpPr>
              <a:spLocks/>
            </p:cNvSpPr>
            <p:nvPr/>
          </p:nvSpPr>
          <p:spPr bwMode="auto">
            <a:xfrm>
              <a:off x="7521575" y="2662238"/>
              <a:ext cx="246063" cy="53975"/>
            </a:xfrm>
            <a:custGeom>
              <a:avLst/>
              <a:gdLst/>
              <a:ahLst/>
              <a:cxnLst>
                <a:cxn ang="0">
                  <a:pos x="1" y="1"/>
                </a:cxn>
                <a:cxn ang="0">
                  <a:pos x="0" y="3"/>
                </a:cxn>
                <a:cxn ang="0">
                  <a:pos x="6" y="6"/>
                </a:cxn>
                <a:cxn ang="0">
                  <a:pos x="12" y="6"/>
                </a:cxn>
                <a:cxn ang="0">
                  <a:pos x="20" y="8"/>
                </a:cxn>
                <a:cxn ang="0">
                  <a:pos x="32" y="11"/>
                </a:cxn>
                <a:cxn ang="0">
                  <a:pos x="42" y="15"/>
                </a:cxn>
                <a:cxn ang="0">
                  <a:pos x="47" y="16"/>
                </a:cxn>
                <a:cxn ang="0">
                  <a:pos x="50" y="19"/>
                </a:cxn>
                <a:cxn ang="0">
                  <a:pos x="54" y="16"/>
                </a:cxn>
                <a:cxn ang="0">
                  <a:pos x="61" y="16"/>
                </a:cxn>
                <a:cxn ang="0">
                  <a:pos x="70" y="17"/>
                </a:cxn>
                <a:cxn ang="0">
                  <a:pos x="76" y="17"/>
                </a:cxn>
                <a:cxn ang="0">
                  <a:pos x="81" y="15"/>
                </a:cxn>
                <a:cxn ang="0">
                  <a:pos x="88" y="12"/>
                </a:cxn>
                <a:cxn ang="0">
                  <a:pos x="84" y="9"/>
                </a:cxn>
                <a:cxn ang="0">
                  <a:pos x="75" y="9"/>
                </a:cxn>
                <a:cxn ang="0">
                  <a:pos x="56" y="7"/>
                </a:cxn>
                <a:cxn ang="0">
                  <a:pos x="47" y="4"/>
                </a:cxn>
                <a:cxn ang="0">
                  <a:pos x="41" y="4"/>
                </a:cxn>
                <a:cxn ang="0">
                  <a:pos x="30" y="5"/>
                </a:cxn>
                <a:cxn ang="0">
                  <a:pos x="16" y="0"/>
                </a:cxn>
                <a:cxn ang="0">
                  <a:pos x="11" y="2"/>
                </a:cxn>
                <a:cxn ang="0">
                  <a:pos x="1" y="1"/>
                </a:cxn>
              </a:cxnLst>
              <a:rect l="0" t="0" r="r" b="b"/>
              <a:pathLst>
                <a:path w="88" h="19">
                  <a:moveTo>
                    <a:pt x="1" y="1"/>
                  </a:moveTo>
                  <a:cubicBezTo>
                    <a:pt x="0" y="2"/>
                    <a:pt x="0" y="2"/>
                    <a:pt x="0" y="3"/>
                  </a:cubicBezTo>
                  <a:cubicBezTo>
                    <a:pt x="2" y="4"/>
                    <a:pt x="3" y="6"/>
                    <a:pt x="6" y="6"/>
                  </a:cubicBezTo>
                  <a:cubicBezTo>
                    <a:pt x="12" y="6"/>
                    <a:pt x="12" y="6"/>
                    <a:pt x="12" y="6"/>
                  </a:cubicBezTo>
                  <a:cubicBezTo>
                    <a:pt x="15" y="6"/>
                    <a:pt x="17" y="7"/>
                    <a:pt x="20" y="8"/>
                  </a:cubicBezTo>
                  <a:cubicBezTo>
                    <a:pt x="24" y="9"/>
                    <a:pt x="27" y="10"/>
                    <a:pt x="32" y="11"/>
                  </a:cubicBezTo>
                  <a:cubicBezTo>
                    <a:pt x="36" y="11"/>
                    <a:pt x="38" y="13"/>
                    <a:pt x="42" y="15"/>
                  </a:cubicBezTo>
                  <a:cubicBezTo>
                    <a:pt x="44" y="16"/>
                    <a:pt x="46" y="15"/>
                    <a:pt x="47" y="16"/>
                  </a:cubicBezTo>
                  <a:cubicBezTo>
                    <a:pt x="49" y="17"/>
                    <a:pt x="49" y="19"/>
                    <a:pt x="50" y="19"/>
                  </a:cubicBezTo>
                  <a:cubicBezTo>
                    <a:pt x="52" y="19"/>
                    <a:pt x="52" y="17"/>
                    <a:pt x="54" y="16"/>
                  </a:cubicBezTo>
                  <a:cubicBezTo>
                    <a:pt x="56" y="15"/>
                    <a:pt x="58" y="16"/>
                    <a:pt x="61" y="16"/>
                  </a:cubicBezTo>
                  <a:cubicBezTo>
                    <a:pt x="64" y="16"/>
                    <a:pt x="66" y="17"/>
                    <a:pt x="70" y="17"/>
                  </a:cubicBezTo>
                  <a:cubicBezTo>
                    <a:pt x="76" y="17"/>
                    <a:pt x="76" y="17"/>
                    <a:pt x="76" y="17"/>
                  </a:cubicBezTo>
                  <a:cubicBezTo>
                    <a:pt x="78" y="17"/>
                    <a:pt x="79" y="16"/>
                    <a:pt x="81" y="15"/>
                  </a:cubicBezTo>
                  <a:cubicBezTo>
                    <a:pt x="84" y="14"/>
                    <a:pt x="88" y="14"/>
                    <a:pt x="88" y="12"/>
                  </a:cubicBezTo>
                  <a:cubicBezTo>
                    <a:pt x="88" y="10"/>
                    <a:pt x="86" y="9"/>
                    <a:pt x="84" y="9"/>
                  </a:cubicBezTo>
                  <a:cubicBezTo>
                    <a:pt x="75" y="9"/>
                    <a:pt x="75" y="9"/>
                    <a:pt x="75" y="9"/>
                  </a:cubicBezTo>
                  <a:cubicBezTo>
                    <a:pt x="68" y="9"/>
                    <a:pt x="64" y="9"/>
                    <a:pt x="56" y="7"/>
                  </a:cubicBezTo>
                  <a:cubicBezTo>
                    <a:pt x="52" y="6"/>
                    <a:pt x="51" y="4"/>
                    <a:pt x="47" y="4"/>
                  </a:cubicBezTo>
                  <a:cubicBezTo>
                    <a:pt x="41" y="4"/>
                    <a:pt x="41" y="4"/>
                    <a:pt x="41" y="4"/>
                  </a:cubicBezTo>
                  <a:cubicBezTo>
                    <a:pt x="37" y="4"/>
                    <a:pt x="34" y="5"/>
                    <a:pt x="30" y="5"/>
                  </a:cubicBezTo>
                  <a:cubicBezTo>
                    <a:pt x="24" y="5"/>
                    <a:pt x="22" y="0"/>
                    <a:pt x="16" y="0"/>
                  </a:cubicBezTo>
                  <a:cubicBezTo>
                    <a:pt x="14" y="0"/>
                    <a:pt x="13" y="2"/>
                    <a:pt x="11" y="2"/>
                  </a:cubicBezTo>
                  <a:cubicBezTo>
                    <a:pt x="7" y="1"/>
                    <a:pt x="5" y="1"/>
                    <a:pt x="1"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99"/>
            <p:cNvSpPr>
              <a:spLocks/>
            </p:cNvSpPr>
            <p:nvPr/>
          </p:nvSpPr>
          <p:spPr bwMode="auto">
            <a:xfrm>
              <a:off x="7504113" y="2501900"/>
              <a:ext cx="174625" cy="101600"/>
            </a:xfrm>
            <a:custGeom>
              <a:avLst/>
              <a:gdLst/>
              <a:ahLst/>
              <a:cxnLst>
                <a:cxn ang="0">
                  <a:pos x="11" y="0"/>
                </a:cxn>
                <a:cxn ang="0">
                  <a:pos x="8" y="7"/>
                </a:cxn>
                <a:cxn ang="0">
                  <a:pos x="11" y="10"/>
                </a:cxn>
                <a:cxn ang="0">
                  <a:pos x="13" y="9"/>
                </a:cxn>
                <a:cxn ang="0">
                  <a:pos x="15" y="11"/>
                </a:cxn>
                <a:cxn ang="0">
                  <a:pos x="19" y="14"/>
                </a:cxn>
                <a:cxn ang="0">
                  <a:pos x="21" y="15"/>
                </a:cxn>
                <a:cxn ang="0">
                  <a:pos x="25" y="12"/>
                </a:cxn>
                <a:cxn ang="0">
                  <a:pos x="34" y="29"/>
                </a:cxn>
                <a:cxn ang="0">
                  <a:pos x="42" y="33"/>
                </a:cxn>
                <a:cxn ang="0">
                  <a:pos x="49" y="36"/>
                </a:cxn>
                <a:cxn ang="0">
                  <a:pos x="59" y="31"/>
                </a:cxn>
                <a:cxn ang="0">
                  <a:pos x="62" y="27"/>
                </a:cxn>
                <a:cxn ang="0">
                  <a:pos x="62" y="25"/>
                </a:cxn>
                <a:cxn ang="0">
                  <a:pos x="55" y="24"/>
                </a:cxn>
                <a:cxn ang="0">
                  <a:pos x="50" y="23"/>
                </a:cxn>
                <a:cxn ang="0">
                  <a:pos x="46" y="18"/>
                </a:cxn>
                <a:cxn ang="0">
                  <a:pos x="43" y="14"/>
                </a:cxn>
                <a:cxn ang="0">
                  <a:pos x="37" y="7"/>
                </a:cxn>
                <a:cxn ang="0">
                  <a:pos x="33" y="4"/>
                </a:cxn>
                <a:cxn ang="0">
                  <a:pos x="30" y="7"/>
                </a:cxn>
                <a:cxn ang="0">
                  <a:pos x="22" y="5"/>
                </a:cxn>
                <a:cxn ang="0">
                  <a:pos x="21" y="3"/>
                </a:cxn>
                <a:cxn ang="0">
                  <a:pos x="17" y="3"/>
                </a:cxn>
                <a:cxn ang="0">
                  <a:pos x="11" y="0"/>
                </a:cxn>
              </a:cxnLst>
              <a:rect l="0" t="0" r="r" b="b"/>
              <a:pathLst>
                <a:path w="62" h="36">
                  <a:moveTo>
                    <a:pt x="11" y="0"/>
                  </a:moveTo>
                  <a:cubicBezTo>
                    <a:pt x="0" y="0"/>
                    <a:pt x="4" y="0"/>
                    <a:pt x="8" y="7"/>
                  </a:cubicBezTo>
                  <a:cubicBezTo>
                    <a:pt x="9" y="8"/>
                    <a:pt x="9" y="10"/>
                    <a:pt x="11" y="10"/>
                  </a:cubicBezTo>
                  <a:cubicBezTo>
                    <a:pt x="12" y="10"/>
                    <a:pt x="12" y="9"/>
                    <a:pt x="13" y="9"/>
                  </a:cubicBezTo>
                  <a:cubicBezTo>
                    <a:pt x="14" y="9"/>
                    <a:pt x="14" y="11"/>
                    <a:pt x="15" y="11"/>
                  </a:cubicBezTo>
                  <a:cubicBezTo>
                    <a:pt x="16" y="12"/>
                    <a:pt x="18" y="13"/>
                    <a:pt x="19" y="14"/>
                  </a:cubicBezTo>
                  <a:cubicBezTo>
                    <a:pt x="20" y="14"/>
                    <a:pt x="20" y="15"/>
                    <a:pt x="21" y="15"/>
                  </a:cubicBezTo>
                  <a:cubicBezTo>
                    <a:pt x="23" y="15"/>
                    <a:pt x="23" y="13"/>
                    <a:pt x="25" y="12"/>
                  </a:cubicBezTo>
                  <a:cubicBezTo>
                    <a:pt x="31" y="17"/>
                    <a:pt x="28" y="24"/>
                    <a:pt x="34" y="29"/>
                  </a:cubicBezTo>
                  <a:cubicBezTo>
                    <a:pt x="36" y="32"/>
                    <a:pt x="39" y="32"/>
                    <a:pt x="42" y="33"/>
                  </a:cubicBezTo>
                  <a:cubicBezTo>
                    <a:pt x="45" y="34"/>
                    <a:pt x="46" y="36"/>
                    <a:pt x="49" y="36"/>
                  </a:cubicBezTo>
                  <a:cubicBezTo>
                    <a:pt x="53" y="36"/>
                    <a:pt x="56" y="34"/>
                    <a:pt x="59" y="31"/>
                  </a:cubicBezTo>
                  <a:cubicBezTo>
                    <a:pt x="60" y="30"/>
                    <a:pt x="62" y="29"/>
                    <a:pt x="62" y="27"/>
                  </a:cubicBezTo>
                  <a:cubicBezTo>
                    <a:pt x="62" y="25"/>
                    <a:pt x="62" y="25"/>
                    <a:pt x="62" y="25"/>
                  </a:cubicBezTo>
                  <a:cubicBezTo>
                    <a:pt x="59" y="25"/>
                    <a:pt x="58" y="24"/>
                    <a:pt x="55" y="24"/>
                  </a:cubicBezTo>
                  <a:cubicBezTo>
                    <a:pt x="53" y="24"/>
                    <a:pt x="51" y="25"/>
                    <a:pt x="50" y="23"/>
                  </a:cubicBezTo>
                  <a:cubicBezTo>
                    <a:pt x="48" y="21"/>
                    <a:pt x="47" y="20"/>
                    <a:pt x="46" y="18"/>
                  </a:cubicBezTo>
                  <a:cubicBezTo>
                    <a:pt x="44" y="17"/>
                    <a:pt x="44" y="15"/>
                    <a:pt x="43" y="14"/>
                  </a:cubicBezTo>
                  <a:cubicBezTo>
                    <a:pt x="41" y="11"/>
                    <a:pt x="39" y="10"/>
                    <a:pt x="37" y="7"/>
                  </a:cubicBezTo>
                  <a:cubicBezTo>
                    <a:pt x="36" y="6"/>
                    <a:pt x="35" y="4"/>
                    <a:pt x="33" y="4"/>
                  </a:cubicBezTo>
                  <a:cubicBezTo>
                    <a:pt x="31" y="4"/>
                    <a:pt x="31" y="6"/>
                    <a:pt x="30" y="7"/>
                  </a:cubicBezTo>
                  <a:cubicBezTo>
                    <a:pt x="27" y="6"/>
                    <a:pt x="25" y="7"/>
                    <a:pt x="22" y="5"/>
                  </a:cubicBezTo>
                  <a:cubicBezTo>
                    <a:pt x="21" y="5"/>
                    <a:pt x="22" y="4"/>
                    <a:pt x="21" y="3"/>
                  </a:cubicBezTo>
                  <a:cubicBezTo>
                    <a:pt x="20" y="2"/>
                    <a:pt x="18" y="3"/>
                    <a:pt x="17" y="3"/>
                  </a:cubicBezTo>
                  <a:cubicBezTo>
                    <a:pt x="14" y="2"/>
                    <a:pt x="13" y="0"/>
                    <a:pt x="11"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100"/>
            <p:cNvSpPr>
              <a:spLocks/>
            </p:cNvSpPr>
            <p:nvPr/>
          </p:nvSpPr>
          <p:spPr bwMode="auto">
            <a:xfrm>
              <a:off x="7419975" y="2549525"/>
              <a:ext cx="47625" cy="39688"/>
            </a:xfrm>
            <a:custGeom>
              <a:avLst/>
              <a:gdLst/>
              <a:ahLst/>
              <a:cxnLst>
                <a:cxn ang="0">
                  <a:pos x="4" y="0"/>
                </a:cxn>
                <a:cxn ang="0">
                  <a:pos x="0" y="5"/>
                </a:cxn>
                <a:cxn ang="0">
                  <a:pos x="14" y="14"/>
                </a:cxn>
                <a:cxn ang="0">
                  <a:pos x="17" y="14"/>
                </a:cxn>
                <a:cxn ang="0">
                  <a:pos x="17" y="12"/>
                </a:cxn>
                <a:cxn ang="0">
                  <a:pos x="11" y="6"/>
                </a:cxn>
                <a:cxn ang="0">
                  <a:pos x="4" y="0"/>
                </a:cxn>
              </a:cxnLst>
              <a:rect l="0" t="0" r="r" b="b"/>
              <a:pathLst>
                <a:path w="17" h="14">
                  <a:moveTo>
                    <a:pt x="4" y="0"/>
                  </a:moveTo>
                  <a:cubicBezTo>
                    <a:pt x="2" y="0"/>
                    <a:pt x="0" y="2"/>
                    <a:pt x="0" y="5"/>
                  </a:cubicBezTo>
                  <a:cubicBezTo>
                    <a:pt x="0" y="12"/>
                    <a:pt x="8" y="14"/>
                    <a:pt x="14" y="14"/>
                  </a:cubicBezTo>
                  <a:cubicBezTo>
                    <a:pt x="17" y="14"/>
                    <a:pt x="17" y="14"/>
                    <a:pt x="17" y="14"/>
                  </a:cubicBezTo>
                  <a:cubicBezTo>
                    <a:pt x="17" y="12"/>
                    <a:pt x="17" y="12"/>
                    <a:pt x="17" y="12"/>
                  </a:cubicBezTo>
                  <a:cubicBezTo>
                    <a:pt x="17" y="9"/>
                    <a:pt x="14" y="8"/>
                    <a:pt x="11" y="6"/>
                  </a:cubicBezTo>
                  <a:cubicBezTo>
                    <a:pt x="9" y="4"/>
                    <a:pt x="8" y="0"/>
                    <a:pt x="4"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101"/>
            <p:cNvSpPr>
              <a:spLocks/>
            </p:cNvSpPr>
            <p:nvPr/>
          </p:nvSpPr>
          <p:spPr bwMode="auto">
            <a:xfrm>
              <a:off x="6557963" y="2679700"/>
              <a:ext cx="114300" cy="68263"/>
            </a:xfrm>
            <a:custGeom>
              <a:avLst/>
              <a:gdLst/>
              <a:ahLst/>
              <a:cxnLst>
                <a:cxn ang="0">
                  <a:pos x="40" y="12"/>
                </a:cxn>
                <a:cxn ang="0">
                  <a:pos x="40" y="8"/>
                </a:cxn>
                <a:cxn ang="0">
                  <a:pos x="37" y="0"/>
                </a:cxn>
                <a:cxn ang="0">
                  <a:pos x="30" y="2"/>
                </a:cxn>
                <a:cxn ang="0">
                  <a:pos x="27" y="1"/>
                </a:cxn>
                <a:cxn ang="0">
                  <a:pos x="20" y="2"/>
                </a:cxn>
                <a:cxn ang="0">
                  <a:pos x="17" y="5"/>
                </a:cxn>
                <a:cxn ang="0">
                  <a:pos x="10" y="7"/>
                </a:cxn>
                <a:cxn ang="0">
                  <a:pos x="0" y="12"/>
                </a:cxn>
                <a:cxn ang="0">
                  <a:pos x="0" y="13"/>
                </a:cxn>
                <a:cxn ang="0">
                  <a:pos x="18" y="20"/>
                </a:cxn>
                <a:cxn ang="0">
                  <a:pos x="25" y="24"/>
                </a:cxn>
                <a:cxn ang="0">
                  <a:pos x="37" y="19"/>
                </a:cxn>
                <a:cxn ang="0">
                  <a:pos x="39" y="20"/>
                </a:cxn>
                <a:cxn ang="0">
                  <a:pos x="41" y="17"/>
                </a:cxn>
                <a:cxn ang="0">
                  <a:pos x="37" y="15"/>
                </a:cxn>
                <a:cxn ang="0">
                  <a:pos x="40" y="12"/>
                </a:cxn>
              </a:cxnLst>
              <a:rect l="0" t="0" r="r" b="b"/>
              <a:pathLst>
                <a:path w="41" h="24">
                  <a:moveTo>
                    <a:pt x="40" y="12"/>
                  </a:moveTo>
                  <a:cubicBezTo>
                    <a:pt x="40" y="8"/>
                    <a:pt x="40" y="8"/>
                    <a:pt x="40" y="8"/>
                  </a:cubicBezTo>
                  <a:cubicBezTo>
                    <a:pt x="40" y="5"/>
                    <a:pt x="37" y="3"/>
                    <a:pt x="37" y="0"/>
                  </a:cubicBezTo>
                  <a:cubicBezTo>
                    <a:pt x="34" y="0"/>
                    <a:pt x="33" y="2"/>
                    <a:pt x="30" y="2"/>
                  </a:cubicBezTo>
                  <a:cubicBezTo>
                    <a:pt x="29" y="2"/>
                    <a:pt x="28" y="2"/>
                    <a:pt x="27" y="1"/>
                  </a:cubicBezTo>
                  <a:cubicBezTo>
                    <a:pt x="24" y="2"/>
                    <a:pt x="23" y="2"/>
                    <a:pt x="20" y="2"/>
                  </a:cubicBezTo>
                  <a:cubicBezTo>
                    <a:pt x="18" y="3"/>
                    <a:pt x="18" y="4"/>
                    <a:pt x="17" y="5"/>
                  </a:cubicBezTo>
                  <a:cubicBezTo>
                    <a:pt x="14" y="6"/>
                    <a:pt x="13" y="6"/>
                    <a:pt x="10" y="7"/>
                  </a:cubicBezTo>
                  <a:cubicBezTo>
                    <a:pt x="6" y="8"/>
                    <a:pt x="5" y="12"/>
                    <a:pt x="0" y="12"/>
                  </a:cubicBezTo>
                  <a:cubicBezTo>
                    <a:pt x="0" y="13"/>
                    <a:pt x="0" y="13"/>
                    <a:pt x="0" y="13"/>
                  </a:cubicBezTo>
                  <a:cubicBezTo>
                    <a:pt x="6" y="17"/>
                    <a:pt x="11" y="18"/>
                    <a:pt x="18" y="20"/>
                  </a:cubicBezTo>
                  <a:cubicBezTo>
                    <a:pt x="21" y="21"/>
                    <a:pt x="22" y="24"/>
                    <a:pt x="25" y="24"/>
                  </a:cubicBezTo>
                  <a:cubicBezTo>
                    <a:pt x="30" y="24"/>
                    <a:pt x="32" y="20"/>
                    <a:pt x="37" y="19"/>
                  </a:cubicBezTo>
                  <a:cubicBezTo>
                    <a:pt x="39" y="20"/>
                    <a:pt x="39" y="20"/>
                    <a:pt x="39" y="20"/>
                  </a:cubicBezTo>
                  <a:cubicBezTo>
                    <a:pt x="40" y="19"/>
                    <a:pt x="40" y="18"/>
                    <a:pt x="41" y="17"/>
                  </a:cubicBezTo>
                  <a:cubicBezTo>
                    <a:pt x="39" y="17"/>
                    <a:pt x="37" y="16"/>
                    <a:pt x="37" y="15"/>
                  </a:cubicBezTo>
                  <a:cubicBezTo>
                    <a:pt x="37" y="13"/>
                    <a:pt x="39" y="13"/>
                    <a:pt x="40" y="1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102"/>
            <p:cNvSpPr>
              <a:spLocks/>
            </p:cNvSpPr>
            <p:nvPr/>
          </p:nvSpPr>
          <p:spPr bwMode="auto">
            <a:xfrm>
              <a:off x="6711950" y="2544763"/>
              <a:ext cx="69850" cy="80963"/>
            </a:xfrm>
            <a:custGeom>
              <a:avLst/>
              <a:gdLst/>
              <a:ahLst/>
              <a:cxnLst>
                <a:cxn ang="0">
                  <a:pos x="14" y="0"/>
                </a:cxn>
                <a:cxn ang="0">
                  <a:pos x="11" y="2"/>
                </a:cxn>
                <a:cxn ang="0">
                  <a:pos x="0" y="4"/>
                </a:cxn>
                <a:cxn ang="0">
                  <a:pos x="0" y="7"/>
                </a:cxn>
                <a:cxn ang="0">
                  <a:pos x="3" y="14"/>
                </a:cxn>
                <a:cxn ang="0">
                  <a:pos x="7" y="20"/>
                </a:cxn>
                <a:cxn ang="0">
                  <a:pos x="12" y="26"/>
                </a:cxn>
                <a:cxn ang="0">
                  <a:pos x="17" y="29"/>
                </a:cxn>
                <a:cxn ang="0">
                  <a:pos x="20" y="23"/>
                </a:cxn>
                <a:cxn ang="0">
                  <a:pos x="24" y="19"/>
                </a:cxn>
                <a:cxn ang="0">
                  <a:pos x="24" y="14"/>
                </a:cxn>
                <a:cxn ang="0">
                  <a:pos x="25" y="5"/>
                </a:cxn>
                <a:cxn ang="0">
                  <a:pos x="25" y="1"/>
                </a:cxn>
                <a:cxn ang="0">
                  <a:pos x="18" y="3"/>
                </a:cxn>
                <a:cxn ang="0">
                  <a:pos x="14" y="0"/>
                </a:cxn>
              </a:cxnLst>
              <a:rect l="0" t="0" r="r" b="b"/>
              <a:pathLst>
                <a:path w="25" h="29">
                  <a:moveTo>
                    <a:pt x="14" y="0"/>
                  </a:moveTo>
                  <a:cubicBezTo>
                    <a:pt x="13" y="0"/>
                    <a:pt x="12" y="2"/>
                    <a:pt x="11" y="2"/>
                  </a:cubicBezTo>
                  <a:cubicBezTo>
                    <a:pt x="7" y="4"/>
                    <a:pt x="4" y="4"/>
                    <a:pt x="0" y="4"/>
                  </a:cubicBezTo>
                  <a:cubicBezTo>
                    <a:pt x="0" y="7"/>
                    <a:pt x="0" y="7"/>
                    <a:pt x="0" y="7"/>
                  </a:cubicBezTo>
                  <a:cubicBezTo>
                    <a:pt x="2" y="9"/>
                    <a:pt x="2" y="11"/>
                    <a:pt x="3" y="14"/>
                  </a:cubicBezTo>
                  <a:cubicBezTo>
                    <a:pt x="4" y="17"/>
                    <a:pt x="6" y="18"/>
                    <a:pt x="7" y="20"/>
                  </a:cubicBezTo>
                  <a:cubicBezTo>
                    <a:pt x="8" y="23"/>
                    <a:pt x="10" y="25"/>
                    <a:pt x="12" y="26"/>
                  </a:cubicBezTo>
                  <a:cubicBezTo>
                    <a:pt x="14" y="27"/>
                    <a:pt x="15" y="29"/>
                    <a:pt x="17" y="29"/>
                  </a:cubicBezTo>
                  <a:cubicBezTo>
                    <a:pt x="19" y="29"/>
                    <a:pt x="19" y="25"/>
                    <a:pt x="20" y="23"/>
                  </a:cubicBezTo>
                  <a:cubicBezTo>
                    <a:pt x="21" y="21"/>
                    <a:pt x="24" y="21"/>
                    <a:pt x="24" y="19"/>
                  </a:cubicBezTo>
                  <a:cubicBezTo>
                    <a:pt x="24" y="14"/>
                    <a:pt x="24" y="14"/>
                    <a:pt x="24" y="14"/>
                  </a:cubicBezTo>
                  <a:cubicBezTo>
                    <a:pt x="24" y="10"/>
                    <a:pt x="25" y="9"/>
                    <a:pt x="25" y="5"/>
                  </a:cubicBezTo>
                  <a:cubicBezTo>
                    <a:pt x="25" y="1"/>
                    <a:pt x="25" y="1"/>
                    <a:pt x="25" y="1"/>
                  </a:cubicBezTo>
                  <a:cubicBezTo>
                    <a:pt x="22" y="1"/>
                    <a:pt x="20" y="4"/>
                    <a:pt x="18" y="3"/>
                  </a:cubicBezTo>
                  <a:cubicBezTo>
                    <a:pt x="16" y="2"/>
                    <a:pt x="16" y="0"/>
                    <a:pt x="14"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103"/>
            <p:cNvSpPr>
              <a:spLocks/>
            </p:cNvSpPr>
            <p:nvPr/>
          </p:nvSpPr>
          <p:spPr bwMode="auto">
            <a:xfrm>
              <a:off x="6680200" y="2519363"/>
              <a:ext cx="73025" cy="30163"/>
            </a:xfrm>
            <a:custGeom>
              <a:avLst/>
              <a:gdLst/>
              <a:ahLst/>
              <a:cxnLst>
                <a:cxn ang="0">
                  <a:pos x="22" y="0"/>
                </a:cxn>
                <a:cxn ang="0">
                  <a:pos x="26" y="2"/>
                </a:cxn>
                <a:cxn ang="0">
                  <a:pos x="18" y="7"/>
                </a:cxn>
                <a:cxn ang="0">
                  <a:pos x="11" y="11"/>
                </a:cxn>
                <a:cxn ang="0">
                  <a:pos x="0" y="11"/>
                </a:cxn>
                <a:cxn ang="0">
                  <a:pos x="1" y="4"/>
                </a:cxn>
                <a:cxn ang="0">
                  <a:pos x="4" y="6"/>
                </a:cxn>
                <a:cxn ang="0">
                  <a:pos x="14" y="3"/>
                </a:cxn>
                <a:cxn ang="0">
                  <a:pos x="21" y="2"/>
                </a:cxn>
                <a:cxn ang="0">
                  <a:pos x="22" y="0"/>
                </a:cxn>
              </a:cxnLst>
              <a:rect l="0" t="0" r="r" b="b"/>
              <a:pathLst>
                <a:path w="26" h="11">
                  <a:moveTo>
                    <a:pt x="22" y="0"/>
                  </a:moveTo>
                  <a:cubicBezTo>
                    <a:pt x="24" y="0"/>
                    <a:pt x="25" y="1"/>
                    <a:pt x="26" y="2"/>
                  </a:cubicBezTo>
                  <a:cubicBezTo>
                    <a:pt x="24" y="6"/>
                    <a:pt x="21" y="7"/>
                    <a:pt x="18" y="7"/>
                  </a:cubicBezTo>
                  <a:cubicBezTo>
                    <a:pt x="15" y="8"/>
                    <a:pt x="13" y="11"/>
                    <a:pt x="11" y="11"/>
                  </a:cubicBezTo>
                  <a:cubicBezTo>
                    <a:pt x="6" y="11"/>
                    <a:pt x="4" y="11"/>
                    <a:pt x="0" y="11"/>
                  </a:cubicBezTo>
                  <a:cubicBezTo>
                    <a:pt x="0" y="8"/>
                    <a:pt x="0" y="7"/>
                    <a:pt x="1" y="4"/>
                  </a:cubicBezTo>
                  <a:cubicBezTo>
                    <a:pt x="2" y="5"/>
                    <a:pt x="3" y="6"/>
                    <a:pt x="4" y="6"/>
                  </a:cubicBezTo>
                  <a:cubicBezTo>
                    <a:pt x="8" y="6"/>
                    <a:pt x="10" y="4"/>
                    <a:pt x="14" y="3"/>
                  </a:cubicBezTo>
                  <a:cubicBezTo>
                    <a:pt x="17" y="3"/>
                    <a:pt x="19" y="4"/>
                    <a:pt x="21" y="2"/>
                  </a:cubicBezTo>
                  <a:cubicBezTo>
                    <a:pt x="22" y="2"/>
                    <a:pt x="22" y="0"/>
                    <a:pt x="22"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104"/>
            <p:cNvSpPr>
              <a:spLocks/>
            </p:cNvSpPr>
            <p:nvPr/>
          </p:nvSpPr>
          <p:spPr bwMode="auto">
            <a:xfrm>
              <a:off x="6562725" y="2587625"/>
              <a:ext cx="28575" cy="11113"/>
            </a:xfrm>
            <a:custGeom>
              <a:avLst/>
              <a:gdLst/>
              <a:ahLst/>
              <a:cxnLst>
                <a:cxn ang="0">
                  <a:pos x="0" y="1"/>
                </a:cxn>
                <a:cxn ang="0">
                  <a:pos x="7" y="4"/>
                </a:cxn>
                <a:cxn ang="0">
                  <a:pos x="10" y="4"/>
                </a:cxn>
                <a:cxn ang="0">
                  <a:pos x="10" y="3"/>
                </a:cxn>
                <a:cxn ang="0">
                  <a:pos x="6" y="0"/>
                </a:cxn>
                <a:cxn ang="0">
                  <a:pos x="0" y="1"/>
                </a:cxn>
              </a:cxnLst>
              <a:rect l="0" t="0" r="r" b="b"/>
              <a:pathLst>
                <a:path w="10" h="4">
                  <a:moveTo>
                    <a:pt x="0" y="1"/>
                  </a:moveTo>
                  <a:cubicBezTo>
                    <a:pt x="1" y="4"/>
                    <a:pt x="4" y="4"/>
                    <a:pt x="7" y="4"/>
                  </a:cubicBezTo>
                  <a:cubicBezTo>
                    <a:pt x="10" y="4"/>
                    <a:pt x="10" y="4"/>
                    <a:pt x="10" y="4"/>
                  </a:cubicBezTo>
                  <a:cubicBezTo>
                    <a:pt x="10" y="4"/>
                    <a:pt x="10" y="3"/>
                    <a:pt x="10" y="3"/>
                  </a:cubicBezTo>
                  <a:cubicBezTo>
                    <a:pt x="10" y="1"/>
                    <a:pt x="8" y="0"/>
                    <a:pt x="6" y="0"/>
                  </a:cubicBezTo>
                  <a:cubicBezTo>
                    <a:pt x="3" y="0"/>
                    <a:pt x="2" y="1"/>
                    <a:pt x="0"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105"/>
            <p:cNvSpPr>
              <a:spLocks/>
            </p:cNvSpPr>
            <p:nvPr/>
          </p:nvSpPr>
          <p:spPr bwMode="auto">
            <a:xfrm>
              <a:off x="6580188" y="2460625"/>
              <a:ext cx="15875" cy="11113"/>
            </a:xfrm>
            <a:custGeom>
              <a:avLst/>
              <a:gdLst/>
              <a:ahLst/>
              <a:cxnLst>
                <a:cxn ang="0">
                  <a:pos x="0" y="3"/>
                </a:cxn>
                <a:cxn ang="0">
                  <a:pos x="2" y="4"/>
                </a:cxn>
                <a:cxn ang="0">
                  <a:pos x="6" y="0"/>
                </a:cxn>
                <a:cxn ang="0">
                  <a:pos x="0" y="3"/>
                </a:cxn>
              </a:cxnLst>
              <a:rect l="0" t="0" r="r" b="b"/>
              <a:pathLst>
                <a:path w="6" h="4">
                  <a:moveTo>
                    <a:pt x="0" y="3"/>
                  </a:moveTo>
                  <a:cubicBezTo>
                    <a:pt x="1" y="3"/>
                    <a:pt x="1" y="4"/>
                    <a:pt x="2" y="4"/>
                  </a:cubicBezTo>
                  <a:cubicBezTo>
                    <a:pt x="4" y="4"/>
                    <a:pt x="5" y="2"/>
                    <a:pt x="6" y="0"/>
                  </a:cubicBezTo>
                  <a:cubicBezTo>
                    <a:pt x="4" y="0"/>
                    <a:pt x="1" y="1"/>
                    <a:pt x="0"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106"/>
            <p:cNvSpPr>
              <a:spLocks/>
            </p:cNvSpPr>
            <p:nvPr/>
          </p:nvSpPr>
          <p:spPr bwMode="auto">
            <a:xfrm>
              <a:off x="6650038" y="2395538"/>
              <a:ext cx="174625" cy="76200"/>
            </a:xfrm>
            <a:custGeom>
              <a:avLst/>
              <a:gdLst/>
              <a:ahLst/>
              <a:cxnLst>
                <a:cxn ang="0">
                  <a:pos x="43" y="21"/>
                </a:cxn>
                <a:cxn ang="0">
                  <a:pos x="47" y="22"/>
                </a:cxn>
                <a:cxn ang="0">
                  <a:pos x="53" y="19"/>
                </a:cxn>
                <a:cxn ang="0">
                  <a:pos x="58" y="21"/>
                </a:cxn>
                <a:cxn ang="0">
                  <a:pos x="62" y="16"/>
                </a:cxn>
                <a:cxn ang="0">
                  <a:pos x="58" y="9"/>
                </a:cxn>
                <a:cxn ang="0">
                  <a:pos x="55" y="5"/>
                </a:cxn>
                <a:cxn ang="0">
                  <a:pos x="49" y="5"/>
                </a:cxn>
                <a:cxn ang="0">
                  <a:pos x="47" y="2"/>
                </a:cxn>
                <a:cxn ang="0">
                  <a:pos x="41" y="2"/>
                </a:cxn>
                <a:cxn ang="0">
                  <a:pos x="33" y="0"/>
                </a:cxn>
                <a:cxn ang="0">
                  <a:pos x="30" y="1"/>
                </a:cxn>
                <a:cxn ang="0">
                  <a:pos x="23" y="1"/>
                </a:cxn>
                <a:cxn ang="0">
                  <a:pos x="14" y="4"/>
                </a:cxn>
                <a:cxn ang="0">
                  <a:pos x="7" y="11"/>
                </a:cxn>
                <a:cxn ang="0">
                  <a:pos x="1" y="11"/>
                </a:cxn>
                <a:cxn ang="0">
                  <a:pos x="0" y="13"/>
                </a:cxn>
                <a:cxn ang="0">
                  <a:pos x="5" y="16"/>
                </a:cxn>
                <a:cxn ang="0">
                  <a:pos x="12" y="16"/>
                </a:cxn>
                <a:cxn ang="0">
                  <a:pos x="16" y="24"/>
                </a:cxn>
                <a:cxn ang="0">
                  <a:pos x="21" y="18"/>
                </a:cxn>
                <a:cxn ang="0">
                  <a:pos x="24" y="18"/>
                </a:cxn>
                <a:cxn ang="0">
                  <a:pos x="29" y="27"/>
                </a:cxn>
                <a:cxn ang="0">
                  <a:pos x="34" y="26"/>
                </a:cxn>
                <a:cxn ang="0">
                  <a:pos x="39" y="22"/>
                </a:cxn>
                <a:cxn ang="0">
                  <a:pos x="35" y="15"/>
                </a:cxn>
                <a:cxn ang="0">
                  <a:pos x="28" y="17"/>
                </a:cxn>
                <a:cxn ang="0">
                  <a:pos x="26" y="13"/>
                </a:cxn>
                <a:cxn ang="0">
                  <a:pos x="22" y="8"/>
                </a:cxn>
                <a:cxn ang="0">
                  <a:pos x="22" y="5"/>
                </a:cxn>
                <a:cxn ang="0">
                  <a:pos x="25" y="5"/>
                </a:cxn>
                <a:cxn ang="0">
                  <a:pos x="34" y="14"/>
                </a:cxn>
                <a:cxn ang="0">
                  <a:pos x="43" y="21"/>
                </a:cxn>
              </a:cxnLst>
              <a:rect l="0" t="0" r="r" b="b"/>
              <a:pathLst>
                <a:path w="62" h="27">
                  <a:moveTo>
                    <a:pt x="43" y="21"/>
                  </a:moveTo>
                  <a:cubicBezTo>
                    <a:pt x="45" y="21"/>
                    <a:pt x="45" y="22"/>
                    <a:pt x="47" y="22"/>
                  </a:cubicBezTo>
                  <a:cubicBezTo>
                    <a:pt x="50" y="22"/>
                    <a:pt x="50" y="19"/>
                    <a:pt x="53" y="19"/>
                  </a:cubicBezTo>
                  <a:cubicBezTo>
                    <a:pt x="55" y="19"/>
                    <a:pt x="56" y="21"/>
                    <a:pt x="58" y="21"/>
                  </a:cubicBezTo>
                  <a:cubicBezTo>
                    <a:pt x="60" y="21"/>
                    <a:pt x="62" y="18"/>
                    <a:pt x="62" y="16"/>
                  </a:cubicBezTo>
                  <a:cubicBezTo>
                    <a:pt x="62" y="13"/>
                    <a:pt x="60" y="11"/>
                    <a:pt x="58" y="9"/>
                  </a:cubicBezTo>
                  <a:cubicBezTo>
                    <a:pt x="57" y="8"/>
                    <a:pt x="57" y="6"/>
                    <a:pt x="55" y="5"/>
                  </a:cubicBezTo>
                  <a:cubicBezTo>
                    <a:pt x="53" y="5"/>
                    <a:pt x="51" y="6"/>
                    <a:pt x="49" y="5"/>
                  </a:cubicBezTo>
                  <a:cubicBezTo>
                    <a:pt x="48" y="4"/>
                    <a:pt x="48" y="2"/>
                    <a:pt x="47" y="2"/>
                  </a:cubicBezTo>
                  <a:cubicBezTo>
                    <a:pt x="45" y="2"/>
                    <a:pt x="43" y="3"/>
                    <a:pt x="41" y="2"/>
                  </a:cubicBezTo>
                  <a:cubicBezTo>
                    <a:pt x="38" y="2"/>
                    <a:pt x="36" y="1"/>
                    <a:pt x="33" y="0"/>
                  </a:cubicBezTo>
                  <a:cubicBezTo>
                    <a:pt x="32" y="1"/>
                    <a:pt x="31" y="1"/>
                    <a:pt x="30" y="1"/>
                  </a:cubicBezTo>
                  <a:cubicBezTo>
                    <a:pt x="23" y="1"/>
                    <a:pt x="23" y="1"/>
                    <a:pt x="23" y="1"/>
                  </a:cubicBezTo>
                  <a:cubicBezTo>
                    <a:pt x="19" y="1"/>
                    <a:pt x="17" y="2"/>
                    <a:pt x="14" y="4"/>
                  </a:cubicBezTo>
                  <a:cubicBezTo>
                    <a:pt x="10" y="5"/>
                    <a:pt x="7" y="7"/>
                    <a:pt x="7" y="11"/>
                  </a:cubicBezTo>
                  <a:cubicBezTo>
                    <a:pt x="1" y="11"/>
                    <a:pt x="1" y="11"/>
                    <a:pt x="1" y="11"/>
                  </a:cubicBezTo>
                  <a:cubicBezTo>
                    <a:pt x="1" y="12"/>
                    <a:pt x="0" y="12"/>
                    <a:pt x="0" y="13"/>
                  </a:cubicBezTo>
                  <a:cubicBezTo>
                    <a:pt x="0" y="15"/>
                    <a:pt x="3" y="15"/>
                    <a:pt x="5" y="16"/>
                  </a:cubicBezTo>
                  <a:cubicBezTo>
                    <a:pt x="8" y="17"/>
                    <a:pt x="9" y="16"/>
                    <a:pt x="12" y="16"/>
                  </a:cubicBezTo>
                  <a:cubicBezTo>
                    <a:pt x="16" y="16"/>
                    <a:pt x="16" y="21"/>
                    <a:pt x="16" y="24"/>
                  </a:cubicBezTo>
                  <a:cubicBezTo>
                    <a:pt x="18" y="22"/>
                    <a:pt x="19" y="20"/>
                    <a:pt x="21" y="18"/>
                  </a:cubicBezTo>
                  <a:cubicBezTo>
                    <a:pt x="24" y="18"/>
                    <a:pt x="24" y="18"/>
                    <a:pt x="24" y="18"/>
                  </a:cubicBezTo>
                  <a:cubicBezTo>
                    <a:pt x="24" y="22"/>
                    <a:pt x="25" y="27"/>
                    <a:pt x="29" y="27"/>
                  </a:cubicBezTo>
                  <a:cubicBezTo>
                    <a:pt x="31" y="27"/>
                    <a:pt x="32" y="26"/>
                    <a:pt x="34" y="26"/>
                  </a:cubicBezTo>
                  <a:cubicBezTo>
                    <a:pt x="36" y="25"/>
                    <a:pt x="39" y="25"/>
                    <a:pt x="39" y="22"/>
                  </a:cubicBezTo>
                  <a:cubicBezTo>
                    <a:pt x="39" y="19"/>
                    <a:pt x="38" y="15"/>
                    <a:pt x="35" y="15"/>
                  </a:cubicBezTo>
                  <a:cubicBezTo>
                    <a:pt x="32" y="15"/>
                    <a:pt x="31" y="17"/>
                    <a:pt x="28" y="17"/>
                  </a:cubicBezTo>
                  <a:cubicBezTo>
                    <a:pt x="26" y="17"/>
                    <a:pt x="27" y="14"/>
                    <a:pt x="26" y="13"/>
                  </a:cubicBezTo>
                  <a:cubicBezTo>
                    <a:pt x="25" y="11"/>
                    <a:pt x="22" y="10"/>
                    <a:pt x="22" y="8"/>
                  </a:cubicBezTo>
                  <a:cubicBezTo>
                    <a:pt x="22" y="5"/>
                    <a:pt x="22" y="5"/>
                    <a:pt x="22" y="5"/>
                  </a:cubicBezTo>
                  <a:cubicBezTo>
                    <a:pt x="23" y="5"/>
                    <a:pt x="24" y="5"/>
                    <a:pt x="25" y="5"/>
                  </a:cubicBezTo>
                  <a:cubicBezTo>
                    <a:pt x="30" y="5"/>
                    <a:pt x="29" y="13"/>
                    <a:pt x="34" y="14"/>
                  </a:cubicBezTo>
                  <a:cubicBezTo>
                    <a:pt x="39" y="14"/>
                    <a:pt x="39" y="19"/>
                    <a:pt x="43" y="2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107"/>
            <p:cNvSpPr>
              <a:spLocks/>
            </p:cNvSpPr>
            <p:nvPr/>
          </p:nvSpPr>
          <p:spPr bwMode="auto">
            <a:xfrm>
              <a:off x="6489700" y="2387600"/>
              <a:ext cx="36513" cy="41275"/>
            </a:xfrm>
            <a:custGeom>
              <a:avLst/>
              <a:gdLst/>
              <a:ahLst/>
              <a:cxnLst>
                <a:cxn ang="0">
                  <a:pos x="0" y="0"/>
                </a:cxn>
                <a:cxn ang="0">
                  <a:pos x="0" y="1"/>
                </a:cxn>
                <a:cxn ang="0">
                  <a:pos x="4" y="9"/>
                </a:cxn>
                <a:cxn ang="0">
                  <a:pos x="11" y="15"/>
                </a:cxn>
                <a:cxn ang="0">
                  <a:pos x="13" y="15"/>
                </a:cxn>
                <a:cxn ang="0">
                  <a:pos x="13" y="12"/>
                </a:cxn>
                <a:cxn ang="0">
                  <a:pos x="8" y="8"/>
                </a:cxn>
                <a:cxn ang="0">
                  <a:pos x="0" y="0"/>
                </a:cxn>
              </a:cxnLst>
              <a:rect l="0" t="0" r="r" b="b"/>
              <a:pathLst>
                <a:path w="13" h="15">
                  <a:moveTo>
                    <a:pt x="0" y="0"/>
                  </a:moveTo>
                  <a:cubicBezTo>
                    <a:pt x="0" y="1"/>
                    <a:pt x="0" y="1"/>
                    <a:pt x="0" y="1"/>
                  </a:cubicBezTo>
                  <a:cubicBezTo>
                    <a:pt x="0" y="5"/>
                    <a:pt x="2" y="6"/>
                    <a:pt x="4" y="9"/>
                  </a:cubicBezTo>
                  <a:cubicBezTo>
                    <a:pt x="7" y="11"/>
                    <a:pt x="8" y="15"/>
                    <a:pt x="11" y="15"/>
                  </a:cubicBezTo>
                  <a:cubicBezTo>
                    <a:pt x="13" y="15"/>
                    <a:pt x="13" y="15"/>
                    <a:pt x="13" y="15"/>
                  </a:cubicBezTo>
                  <a:cubicBezTo>
                    <a:pt x="13" y="12"/>
                    <a:pt x="13" y="12"/>
                    <a:pt x="13" y="12"/>
                  </a:cubicBezTo>
                  <a:cubicBezTo>
                    <a:pt x="13" y="9"/>
                    <a:pt x="10" y="9"/>
                    <a:pt x="8" y="8"/>
                  </a:cubicBezTo>
                  <a:cubicBezTo>
                    <a:pt x="5" y="5"/>
                    <a:pt x="4" y="2"/>
                    <a:pt x="0"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108"/>
            <p:cNvSpPr>
              <a:spLocks/>
            </p:cNvSpPr>
            <p:nvPr/>
          </p:nvSpPr>
          <p:spPr bwMode="auto">
            <a:xfrm>
              <a:off x="7413625" y="3484563"/>
              <a:ext cx="9525" cy="22225"/>
            </a:xfrm>
            <a:custGeom>
              <a:avLst/>
              <a:gdLst/>
              <a:ahLst/>
              <a:cxnLst>
                <a:cxn ang="0">
                  <a:pos x="2" y="0"/>
                </a:cxn>
                <a:cxn ang="0">
                  <a:pos x="1" y="0"/>
                </a:cxn>
                <a:cxn ang="0">
                  <a:pos x="0" y="3"/>
                </a:cxn>
                <a:cxn ang="0">
                  <a:pos x="0" y="8"/>
                </a:cxn>
                <a:cxn ang="0">
                  <a:pos x="1" y="8"/>
                </a:cxn>
                <a:cxn ang="0">
                  <a:pos x="2" y="0"/>
                </a:cxn>
              </a:cxnLst>
              <a:rect l="0" t="0" r="r" b="b"/>
              <a:pathLst>
                <a:path w="3" h="8">
                  <a:moveTo>
                    <a:pt x="2" y="0"/>
                  </a:moveTo>
                  <a:cubicBezTo>
                    <a:pt x="2" y="0"/>
                    <a:pt x="2" y="0"/>
                    <a:pt x="1" y="0"/>
                  </a:cubicBezTo>
                  <a:cubicBezTo>
                    <a:pt x="0" y="0"/>
                    <a:pt x="0" y="2"/>
                    <a:pt x="0" y="3"/>
                  </a:cubicBezTo>
                  <a:cubicBezTo>
                    <a:pt x="0" y="5"/>
                    <a:pt x="0" y="6"/>
                    <a:pt x="0" y="8"/>
                  </a:cubicBezTo>
                  <a:cubicBezTo>
                    <a:pt x="1" y="8"/>
                    <a:pt x="1" y="8"/>
                    <a:pt x="1" y="8"/>
                  </a:cubicBezTo>
                  <a:cubicBezTo>
                    <a:pt x="3" y="6"/>
                    <a:pt x="2" y="3"/>
                    <a:pt x="2"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109"/>
            <p:cNvSpPr>
              <a:spLocks/>
            </p:cNvSpPr>
            <p:nvPr/>
          </p:nvSpPr>
          <p:spPr bwMode="auto">
            <a:xfrm>
              <a:off x="7383463" y="3509963"/>
              <a:ext cx="19050" cy="31750"/>
            </a:xfrm>
            <a:custGeom>
              <a:avLst/>
              <a:gdLst/>
              <a:ahLst/>
              <a:cxnLst>
                <a:cxn ang="0">
                  <a:pos x="0" y="11"/>
                </a:cxn>
                <a:cxn ang="0">
                  <a:pos x="3" y="11"/>
                </a:cxn>
                <a:cxn ang="0">
                  <a:pos x="7" y="2"/>
                </a:cxn>
                <a:cxn ang="0">
                  <a:pos x="3" y="3"/>
                </a:cxn>
                <a:cxn ang="0">
                  <a:pos x="3" y="6"/>
                </a:cxn>
                <a:cxn ang="0">
                  <a:pos x="1" y="8"/>
                </a:cxn>
                <a:cxn ang="0">
                  <a:pos x="0" y="11"/>
                </a:cxn>
              </a:cxnLst>
              <a:rect l="0" t="0" r="r" b="b"/>
              <a:pathLst>
                <a:path w="7" h="11">
                  <a:moveTo>
                    <a:pt x="0" y="11"/>
                  </a:moveTo>
                  <a:cubicBezTo>
                    <a:pt x="1" y="11"/>
                    <a:pt x="2" y="11"/>
                    <a:pt x="3" y="11"/>
                  </a:cubicBezTo>
                  <a:cubicBezTo>
                    <a:pt x="7" y="11"/>
                    <a:pt x="7" y="6"/>
                    <a:pt x="7" y="2"/>
                  </a:cubicBezTo>
                  <a:cubicBezTo>
                    <a:pt x="7" y="0"/>
                    <a:pt x="4" y="2"/>
                    <a:pt x="3" y="3"/>
                  </a:cubicBezTo>
                  <a:cubicBezTo>
                    <a:pt x="3" y="4"/>
                    <a:pt x="3" y="5"/>
                    <a:pt x="3" y="6"/>
                  </a:cubicBezTo>
                  <a:cubicBezTo>
                    <a:pt x="3" y="7"/>
                    <a:pt x="1" y="7"/>
                    <a:pt x="1" y="8"/>
                  </a:cubicBezTo>
                  <a:cubicBezTo>
                    <a:pt x="0" y="9"/>
                    <a:pt x="0" y="10"/>
                    <a:pt x="0" y="1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110"/>
            <p:cNvSpPr>
              <a:spLocks/>
            </p:cNvSpPr>
            <p:nvPr/>
          </p:nvSpPr>
          <p:spPr bwMode="auto">
            <a:xfrm>
              <a:off x="7291388" y="3443288"/>
              <a:ext cx="73025" cy="123825"/>
            </a:xfrm>
            <a:custGeom>
              <a:avLst/>
              <a:gdLst/>
              <a:ahLst/>
              <a:cxnLst>
                <a:cxn ang="0">
                  <a:pos x="2" y="0"/>
                </a:cxn>
                <a:cxn ang="0">
                  <a:pos x="1" y="1"/>
                </a:cxn>
                <a:cxn ang="0">
                  <a:pos x="4" y="8"/>
                </a:cxn>
                <a:cxn ang="0">
                  <a:pos x="4" y="14"/>
                </a:cxn>
                <a:cxn ang="0">
                  <a:pos x="7" y="18"/>
                </a:cxn>
                <a:cxn ang="0">
                  <a:pos x="2" y="19"/>
                </a:cxn>
                <a:cxn ang="0">
                  <a:pos x="2" y="24"/>
                </a:cxn>
                <a:cxn ang="0">
                  <a:pos x="0" y="29"/>
                </a:cxn>
                <a:cxn ang="0">
                  <a:pos x="0" y="34"/>
                </a:cxn>
                <a:cxn ang="0">
                  <a:pos x="0" y="38"/>
                </a:cxn>
                <a:cxn ang="0">
                  <a:pos x="0" y="40"/>
                </a:cxn>
                <a:cxn ang="0">
                  <a:pos x="6" y="40"/>
                </a:cxn>
                <a:cxn ang="0">
                  <a:pos x="6" y="44"/>
                </a:cxn>
                <a:cxn ang="0">
                  <a:pos x="8" y="44"/>
                </a:cxn>
                <a:cxn ang="0">
                  <a:pos x="18" y="35"/>
                </a:cxn>
                <a:cxn ang="0">
                  <a:pos x="26" y="26"/>
                </a:cxn>
                <a:cxn ang="0">
                  <a:pos x="24" y="21"/>
                </a:cxn>
                <a:cxn ang="0">
                  <a:pos x="22" y="16"/>
                </a:cxn>
                <a:cxn ang="0">
                  <a:pos x="15" y="12"/>
                </a:cxn>
                <a:cxn ang="0">
                  <a:pos x="11" y="6"/>
                </a:cxn>
                <a:cxn ang="0">
                  <a:pos x="2" y="0"/>
                </a:cxn>
              </a:cxnLst>
              <a:rect l="0" t="0" r="r" b="b"/>
              <a:pathLst>
                <a:path w="26" h="44">
                  <a:moveTo>
                    <a:pt x="2" y="0"/>
                  </a:moveTo>
                  <a:cubicBezTo>
                    <a:pt x="2" y="0"/>
                    <a:pt x="1" y="0"/>
                    <a:pt x="1" y="1"/>
                  </a:cubicBezTo>
                  <a:cubicBezTo>
                    <a:pt x="1" y="4"/>
                    <a:pt x="3" y="5"/>
                    <a:pt x="4" y="8"/>
                  </a:cubicBezTo>
                  <a:cubicBezTo>
                    <a:pt x="4" y="10"/>
                    <a:pt x="4" y="12"/>
                    <a:pt x="4" y="14"/>
                  </a:cubicBezTo>
                  <a:cubicBezTo>
                    <a:pt x="5" y="16"/>
                    <a:pt x="6" y="16"/>
                    <a:pt x="7" y="18"/>
                  </a:cubicBezTo>
                  <a:cubicBezTo>
                    <a:pt x="5" y="19"/>
                    <a:pt x="4" y="19"/>
                    <a:pt x="2" y="19"/>
                  </a:cubicBezTo>
                  <a:cubicBezTo>
                    <a:pt x="2" y="24"/>
                    <a:pt x="2" y="24"/>
                    <a:pt x="2" y="24"/>
                  </a:cubicBezTo>
                  <a:cubicBezTo>
                    <a:pt x="2" y="26"/>
                    <a:pt x="0" y="27"/>
                    <a:pt x="0" y="29"/>
                  </a:cubicBezTo>
                  <a:cubicBezTo>
                    <a:pt x="0" y="34"/>
                    <a:pt x="0" y="34"/>
                    <a:pt x="0" y="34"/>
                  </a:cubicBezTo>
                  <a:cubicBezTo>
                    <a:pt x="0" y="38"/>
                    <a:pt x="0" y="38"/>
                    <a:pt x="0" y="38"/>
                  </a:cubicBezTo>
                  <a:cubicBezTo>
                    <a:pt x="0" y="40"/>
                    <a:pt x="0" y="40"/>
                    <a:pt x="0" y="40"/>
                  </a:cubicBezTo>
                  <a:cubicBezTo>
                    <a:pt x="2" y="40"/>
                    <a:pt x="3" y="40"/>
                    <a:pt x="6" y="40"/>
                  </a:cubicBezTo>
                  <a:cubicBezTo>
                    <a:pt x="6" y="44"/>
                    <a:pt x="6" y="44"/>
                    <a:pt x="6" y="44"/>
                  </a:cubicBezTo>
                  <a:cubicBezTo>
                    <a:pt x="7" y="44"/>
                    <a:pt x="7" y="44"/>
                    <a:pt x="8" y="44"/>
                  </a:cubicBezTo>
                  <a:cubicBezTo>
                    <a:pt x="14" y="44"/>
                    <a:pt x="16" y="40"/>
                    <a:pt x="18" y="35"/>
                  </a:cubicBezTo>
                  <a:cubicBezTo>
                    <a:pt x="20" y="31"/>
                    <a:pt x="26" y="31"/>
                    <a:pt x="26" y="26"/>
                  </a:cubicBezTo>
                  <a:cubicBezTo>
                    <a:pt x="26" y="24"/>
                    <a:pt x="25" y="23"/>
                    <a:pt x="24" y="21"/>
                  </a:cubicBezTo>
                  <a:cubicBezTo>
                    <a:pt x="24" y="19"/>
                    <a:pt x="24" y="18"/>
                    <a:pt x="22" y="16"/>
                  </a:cubicBezTo>
                  <a:cubicBezTo>
                    <a:pt x="20" y="14"/>
                    <a:pt x="17" y="15"/>
                    <a:pt x="15" y="12"/>
                  </a:cubicBezTo>
                  <a:cubicBezTo>
                    <a:pt x="13" y="10"/>
                    <a:pt x="14" y="8"/>
                    <a:pt x="11" y="6"/>
                  </a:cubicBezTo>
                  <a:cubicBezTo>
                    <a:pt x="8" y="3"/>
                    <a:pt x="5" y="2"/>
                    <a:pt x="2"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111"/>
            <p:cNvSpPr>
              <a:spLocks/>
            </p:cNvSpPr>
            <p:nvPr/>
          </p:nvSpPr>
          <p:spPr bwMode="auto">
            <a:xfrm>
              <a:off x="7343775" y="3455988"/>
              <a:ext cx="39688" cy="42863"/>
            </a:xfrm>
            <a:custGeom>
              <a:avLst/>
              <a:gdLst/>
              <a:ahLst/>
              <a:cxnLst>
                <a:cxn ang="0">
                  <a:pos x="0" y="5"/>
                </a:cxn>
                <a:cxn ang="0">
                  <a:pos x="6" y="2"/>
                </a:cxn>
                <a:cxn ang="0">
                  <a:pos x="10" y="7"/>
                </a:cxn>
                <a:cxn ang="0">
                  <a:pos x="14" y="10"/>
                </a:cxn>
                <a:cxn ang="0">
                  <a:pos x="10" y="15"/>
                </a:cxn>
                <a:cxn ang="0">
                  <a:pos x="6" y="11"/>
                </a:cxn>
                <a:cxn ang="0">
                  <a:pos x="0" y="5"/>
                </a:cxn>
              </a:cxnLst>
              <a:rect l="0" t="0" r="r" b="b"/>
              <a:pathLst>
                <a:path w="14" h="15">
                  <a:moveTo>
                    <a:pt x="0" y="5"/>
                  </a:moveTo>
                  <a:cubicBezTo>
                    <a:pt x="0" y="2"/>
                    <a:pt x="3" y="0"/>
                    <a:pt x="6" y="2"/>
                  </a:cubicBezTo>
                  <a:cubicBezTo>
                    <a:pt x="8" y="3"/>
                    <a:pt x="8" y="5"/>
                    <a:pt x="10" y="7"/>
                  </a:cubicBezTo>
                  <a:cubicBezTo>
                    <a:pt x="11" y="8"/>
                    <a:pt x="14" y="8"/>
                    <a:pt x="14" y="10"/>
                  </a:cubicBezTo>
                  <a:cubicBezTo>
                    <a:pt x="14" y="12"/>
                    <a:pt x="13" y="15"/>
                    <a:pt x="10" y="15"/>
                  </a:cubicBezTo>
                  <a:cubicBezTo>
                    <a:pt x="8" y="15"/>
                    <a:pt x="7" y="12"/>
                    <a:pt x="6" y="11"/>
                  </a:cubicBezTo>
                  <a:cubicBezTo>
                    <a:pt x="4" y="8"/>
                    <a:pt x="0" y="8"/>
                    <a:pt x="0" y="5"/>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112"/>
            <p:cNvSpPr>
              <a:spLocks/>
            </p:cNvSpPr>
            <p:nvPr/>
          </p:nvSpPr>
          <p:spPr bwMode="auto">
            <a:xfrm>
              <a:off x="7302500" y="3414713"/>
              <a:ext cx="38100" cy="50800"/>
            </a:xfrm>
            <a:custGeom>
              <a:avLst/>
              <a:gdLst/>
              <a:ahLst/>
              <a:cxnLst>
                <a:cxn ang="0">
                  <a:pos x="5" y="1"/>
                </a:cxn>
                <a:cxn ang="0">
                  <a:pos x="6" y="3"/>
                </a:cxn>
                <a:cxn ang="0">
                  <a:pos x="10" y="11"/>
                </a:cxn>
                <a:cxn ang="0">
                  <a:pos x="14" y="16"/>
                </a:cxn>
                <a:cxn ang="0">
                  <a:pos x="14" y="18"/>
                </a:cxn>
                <a:cxn ang="0">
                  <a:pos x="7" y="13"/>
                </a:cxn>
                <a:cxn ang="0">
                  <a:pos x="4" y="12"/>
                </a:cxn>
                <a:cxn ang="0">
                  <a:pos x="4" y="10"/>
                </a:cxn>
                <a:cxn ang="0">
                  <a:pos x="0" y="6"/>
                </a:cxn>
                <a:cxn ang="0">
                  <a:pos x="0" y="2"/>
                </a:cxn>
                <a:cxn ang="0">
                  <a:pos x="0" y="0"/>
                </a:cxn>
                <a:cxn ang="0">
                  <a:pos x="3" y="1"/>
                </a:cxn>
                <a:cxn ang="0">
                  <a:pos x="5" y="1"/>
                </a:cxn>
              </a:cxnLst>
              <a:rect l="0" t="0" r="r" b="b"/>
              <a:pathLst>
                <a:path w="14" h="18">
                  <a:moveTo>
                    <a:pt x="5" y="1"/>
                  </a:moveTo>
                  <a:cubicBezTo>
                    <a:pt x="5" y="1"/>
                    <a:pt x="6" y="2"/>
                    <a:pt x="6" y="3"/>
                  </a:cubicBezTo>
                  <a:cubicBezTo>
                    <a:pt x="6" y="6"/>
                    <a:pt x="8" y="8"/>
                    <a:pt x="10" y="11"/>
                  </a:cubicBezTo>
                  <a:cubicBezTo>
                    <a:pt x="12" y="13"/>
                    <a:pt x="14" y="14"/>
                    <a:pt x="14" y="16"/>
                  </a:cubicBezTo>
                  <a:cubicBezTo>
                    <a:pt x="14" y="17"/>
                    <a:pt x="14" y="17"/>
                    <a:pt x="14" y="18"/>
                  </a:cubicBezTo>
                  <a:cubicBezTo>
                    <a:pt x="11" y="16"/>
                    <a:pt x="10" y="15"/>
                    <a:pt x="7" y="13"/>
                  </a:cubicBezTo>
                  <a:cubicBezTo>
                    <a:pt x="6" y="13"/>
                    <a:pt x="4" y="13"/>
                    <a:pt x="4" y="12"/>
                  </a:cubicBezTo>
                  <a:cubicBezTo>
                    <a:pt x="3" y="11"/>
                    <a:pt x="4" y="10"/>
                    <a:pt x="4" y="10"/>
                  </a:cubicBezTo>
                  <a:cubicBezTo>
                    <a:pt x="3" y="8"/>
                    <a:pt x="1" y="8"/>
                    <a:pt x="0" y="6"/>
                  </a:cubicBezTo>
                  <a:cubicBezTo>
                    <a:pt x="0" y="5"/>
                    <a:pt x="0" y="4"/>
                    <a:pt x="0" y="2"/>
                  </a:cubicBezTo>
                  <a:cubicBezTo>
                    <a:pt x="0" y="1"/>
                    <a:pt x="0" y="1"/>
                    <a:pt x="0" y="0"/>
                  </a:cubicBezTo>
                  <a:cubicBezTo>
                    <a:pt x="1" y="0"/>
                    <a:pt x="2" y="1"/>
                    <a:pt x="3" y="1"/>
                  </a:cubicBezTo>
                  <a:cubicBezTo>
                    <a:pt x="4" y="1"/>
                    <a:pt x="5" y="1"/>
                    <a:pt x="5"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113"/>
            <p:cNvSpPr>
              <a:spLocks/>
            </p:cNvSpPr>
            <p:nvPr/>
          </p:nvSpPr>
          <p:spPr bwMode="auto">
            <a:xfrm>
              <a:off x="7318375" y="3316288"/>
              <a:ext cx="90488" cy="157163"/>
            </a:xfrm>
            <a:custGeom>
              <a:avLst/>
              <a:gdLst/>
              <a:ahLst/>
              <a:cxnLst>
                <a:cxn ang="0">
                  <a:pos x="26" y="7"/>
                </a:cxn>
                <a:cxn ang="0">
                  <a:pos x="26" y="9"/>
                </a:cxn>
                <a:cxn ang="0">
                  <a:pos x="31" y="14"/>
                </a:cxn>
                <a:cxn ang="0">
                  <a:pos x="30" y="22"/>
                </a:cxn>
                <a:cxn ang="0">
                  <a:pos x="32" y="27"/>
                </a:cxn>
                <a:cxn ang="0">
                  <a:pos x="31" y="31"/>
                </a:cxn>
                <a:cxn ang="0">
                  <a:pos x="26" y="32"/>
                </a:cxn>
                <a:cxn ang="0">
                  <a:pos x="25" y="33"/>
                </a:cxn>
                <a:cxn ang="0">
                  <a:pos x="31" y="42"/>
                </a:cxn>
                <a:cxn ang="0">
                  <a:pos x="31" y="45"/>
                </a:cxn>
                <a:cxn ang="0">
                  <a:pos x="32" y="49"/>
                </a:cxn>
                <a:cxn ang="0">
                  <a:pos x="28" y="54"/>
                </a:cxn>
                <a:cxn ang="0">
                  <a:pos x="26" y="56"/>
                </a:cxn>
                <a:cxn ang="0">
                  <a:pos x="20" y="53"/>
                </a:cxn>
                <a:cxn ang="0">
                  <a:pos x="13" y="49"/>
                </a:cxn>
                <a:cxn ang="0">
                  <a:pos x="6" y="45"/>
                </a:cxn>
                <a:cxn ang="0">
                  <a:pos x="2" y="40"/>
                </a:cxn>
                <a:cxn ang="0">
                  <a:pos x="6" y="34"/>
                </a:cxn>
                <a:cxn ang="0">
                  <a:pos x="5" y="32"/>
                </a:cxn>
                <a:cxn ang="0">
                  <a:pos x="7" y="27"/>
                </a:cxn>
                <a:cxn ang="0">
                  <a:pos x="8" y="25"/>
                </a:cxn>
                <a:cxn ang="0">
                  <a:pos x="0" y="18"/>
                </a:cxn>
                <a:cxn ang="0">
                  <a:pos x="0" y="15"/>
                </a:cxn>
                <a:cxn ang="0">
                  <a:pos x="3" y="15"/>
                </a:cxn>
                <a:cxn ang="0">
                  <a:pos x="6" y="16"/>
                </a:cxn>
                <a:cxn ang="0">
                  <a:pos x="12" y="8"/>
                </a:cxn>
                <a:cxn ang="0">
                  <a:pos x="14" y="7"/>
                </a:cxn>
                <a:cxn ang="0">
                  <a:pos x="16" y="0"/>
                </a:cxn>
                <a:cxn ang="0">
                  <a:pos x="22" y="0"/>
                </a:cxn>
                <a:cxn ang="0">
                  <a:pos x="26" y="1"/>
                </a:cxn>
                <a:cxn ang="0">
                  <a:pos x="26" y="7"/>
                </a:cxn>
              </a:cxnLst>
              <a:rect l="0" t="0" r="r" b="b"/>
              <a:pathLst>
                <a:path w="32" h="56">
                  <a:moveTo>
                    <a:pt x="26" y="7"/>
                  </a:moveTo>
                  <a:cubicBezTo>
                    <a:pt x="26" y="7"/>
                    <a:pt x="26" y="8"/>
                    <a:pt x="26" y="9"/>
                  </a:cubicBezTo>
                  <a:cubicBezTo>
                    <a:pt x="26" y="12"/>
                    <a:pt x="31" y="11"/>
                    <a:pt x="31" y="14"/>
                  </a:cubicBezTo>
                  <a:cubicBezTo>
                    <a:pt x="31" y="17"/>
                    <a:pt x="30" y="19"/>
                    <a:pt x="30" y="22"/>
                  </a:cubicBezTo>
                  <a:cubicBezTo>
                    <a:pt x="30" y="24"/>
                    <a:pt x="32" y="25"/>
                    <a:pt x="32" y="27"/>
                  </a:cubicBezTo>
                  <a:cubicBezTo>
                    <a:pt x="32" y="29"/>
                    <a:pt x="32" y="30"/>
                    <a:pt x="31" y="31"/>
                  </a:cubicBezTo>
                  <a:cubicBezTo>
                    <a:pt x="29" y="33"/>
                    <a:pt x="28" y="31"/>
                    <a:pt x="26" y="32"/>
                  </a:cubicBezTo>
                  <a:cubicBezTo>
                    <a:pt x="25" y="33"/>
                    <a:pt x="25" y="33"/>
                    <a:pt x="25" y="33"/>
                  </a:cubicBezTo>
                  <a:cubicBezTo>
                    <a:pt x="28" y="36"/>
                    <a:pt x="31" y="37"/>
                    <a:pt x="31" y="42"/>
                  </a:cubicBezTo>
                  <a:cubicBezTo>
                    <a:pt x="31" y="43"/>
                    <a:pt x="31" y="44"/>
                    <a:pt x="31" y="45"/>
                  </a:cubicBezTo>
                  <a:cubicBezTo>
                    <a:pt x="31" y="46"/>
                    <a:pt x="32" y="47"/>
                    <a:pt x="32" y="49"/>
                  </a:cubicBezTo>
                  <a:cubicBezTo>
                    <a:pt x="32" y="51"/>
                    <a:pt x="30" y="52"/>
                    <a:pt x="28" y="54"/>
                  </a:cubicBezTo>
                  <a:cubicBezTo>
                    <a:pt x="27" y="55"/>
                    <a:pt x="27" y="56"/>
                    <a:pt x="26" y="56"/>
                  </a:cubicBezTo>
                  <a:cubicBezTo>
                    <a:pt x="23" y="56"/>
                    <a:pt x="22" y="54"/>
                    <a:pt x="20" y="53"/>
                  </a:cubicBezTo>
                  <a:cubicBezTo>
                    <a:pt x="17" y="52"/>
                    <a:pt x="16" y="51"/>
                    <a:pt x="13" y="49"/>
                  </a:cubicBezTo>
                  <a:cubicBezTo>
                    <a:pt x="10" y="48"/>
                    <a:pt x="8" y="48"/>
                    <a:pt x="6" y="45"/>
                  </a:cubicBezTo>
                  <a:cubicBezTo>
                    <a:pt x="4" y="44"/>
                    <a:pt x="2" y="43"/>
                    <a:pt x="2" y="40"/>
                  </a:cubicBezTo>
                  <a:cubicBezTo>
                    <a:pt x="2" y="38"/>
                    <a:pt x="6" y="37"/>
                    <a:pt x="6" y="34"/>
                  </a:cubicBezTo>
                  <a:cubicBezTo>
                    <a:pt x="6" y="34"/>
                    <a:pt x="5" y="33"/>
                    <a:pt x="5" y="32"/>
                  </a:cubicBezTo>
                  <a:cubicBezTo>
                    <a:pt x="5" y="30"/>
                    <a:pt x="6" y="29"/>
                    <a:pt x="7" y="27"/>
                  </a:cubicBezTo>
                  <a:cubicBezTo>
                    <a:pt x="7" y="26"/>
                    <a:pt x="8" y="26"/>
                    <a:pt x="8" y="25"/>
                  </a:cubicBezTo>
                  <a:cubicBezTo>
                    <a:pt x="8" y="21"/>
                    <a:pt x="0" y="23"/>
                    <a:pt x="0" y="18"/>
                  </a:cubicBezTo>
                  <a:cubicBezTo>
                    <a:pt x="0" y="15"/>
                    <a:pt x="0" y="15"/>
                    <a:pt x="0" y="15"/>
                  </a:cubicBezTo>
                  <a:cubicBezTo>
                    <a:pt x="3" y="15"/>
                    <a:pt x="3" y="15"/>
                    <a:pt x="3" y="15"/>
                  </a:cubicBezTo>
                  <a:cubicBezTo>
                    <a:pt x="4" y="15"/>
                    <a:pt x="5" y="16"/>
                    <a:pt x="6" y="16"/>
                  </a:cubicBezTo>
                  <a:cubicBezTo>
                    <a:pt x="10" y="16"/>
                    <a:pt x="10" y="12"/>
                    <a:pt x="12" y="8"/>
                  </a:cubicBezTo>
                  <a:cubicBezTo>
                    <a:pt x="12" y="8"/>
                    <a:pt x="13" y="7"/>
                    <a:pt x="14" y="7"/>
                  </a:cubicBezTo>
                  <a:cubicBezTo>
                    <a:pt x="17" y="6"/>
                    <a:pt x="16" y="3"/>
                    <a:pt x="16" y="0"/>
                  </a:cubicBezTo>
                  <a:cubicBezTo>
                    <a:pt x="22" y="0"/>
                    <a:pt x="22" y="0"/>
                    <a:pt x="22" y="0"/>
                  </a:cubicBezTo>
                  <a:cubicBezTo>
                    <a:pt x="23" y="0"/>
                    <a:pt x="24" y="1"/>
                    <a:pt x="26" y="1"/>
                  </a:cubicBezTo>
                  <a:cubicBezTo>
                    <a:pt x="26" y="7"/>
                    <a:pt x="26" y="7"/>
                    <a:pt x="26" y="7"/>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114"/>
            <p:cNvSpPr>
              <a:spLocks/>
            </p:cNvSpPr>
            <p:nvPr/>
          </p:nvSpPr>
          <p:spPr bwMode="auto">
            <a:xfrm>
              <a:off x="7167563" y="3095625"/>
              <a:ext cx="69850" cy="28575"/>
            </a:xfrm>
            <a:custGeom>
              <a:avLst/>
              <a:gdLst/>
              <a:ahLst/>
              <a:cxnLst>
                <a:cxn ang="0">
                  <a:pos x="5" y="0"/>
                </a:cxn>
                <a:cxn ang="0">
                  <a:pos x="2" y="0"/>
                </a:cxn>
                <a:cxn ang="0">
                  <a:pos x="0" y="2"/>
                </a:cxn>
                <a:cxn ang="0">
                  <a:pos x="6" y="5"/>
                </a:cxn>
                <a:cxn ang="0">
                  <a:pos x="8" y="6"/>
                </a:cxn>
                <a:cxn ang="0">
                  <a:pos x="5" y="0"/>
                </a:cxn>
              </a:cxnLst>
              <a:rect l="0" t="0" r="r" b="b"/>
              <a:pathLst>
                <a:path w="25" h="10">
                  <a:moveTo>
                    <a:pt x="5" y="0"/>
                  </a:moveTo>
                  <a:cubicBezTo>
                    <a:pt x="4" y="0"/>
                    <a:pt x="3" y="0"/>
                    <a:pt x="2" y="0"/>
                  </a:cubicBezTo>
                  <a:cubicBezTo>
                    <a:pt x="1" y="0"/>
                    <a:pt x="0" y="1"/>
                    <a:pt x="0" y="2"/>
                  </a:cubicBezTo>
                  <a:cubicBezTo>
                    <a:pt x="0" y="4"/>
                    <a:pt x="3" y="4"/>
                    <a:pt x="6" y="5"/>
                  </a:cubicBezTo>
                  <a:cubicBezTo>
                    <a:pt x="7" y="5"/>
                    <a:pt x="7" y="6"/>
                    <a:pt x="8" y="6"/>
                  </a:cubicBezTo>
                  <a:cubicBezTo>
                    <a:pt x="25" y="10"/>
                    <a:pt x="7" y="5"/>
                    <a:pt x="5"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115"/>
            <p:cNvSpPr>
              <a:spLocks/>
            </p:cNvSpPr>
            <p:nvPr/>
          </p:nvSpPr>
          <p:spPr bwMode="auto">
            <a:xfrm>
              <a:off x="7083425" y="3290888"/>
              <a:ext cx="58738" cy="165100"/>
            </a:xfrm>
            <a:custGeom>
              <a:avLst/>
              <a:gdLst/>
              <a:ahLst/>
              <a:cxnLst>
                <a:cxn ang="0">
                  <a:pos x="21" y="1"/>
                </a:cxn>
                <a:cxn ang="0">
                  <a:pos x="19" y="0"/>
                </a:cxn>
                <a:cxn ang="0">
                  <a:pos x="18" y="0"/>
                </a:cxn>
                <a:cxn ang="0">
                  <a:pos x="12" y="13"/>
                </a:cxn>
                <a:cxn ang="0">
                  <a:pos x="11" y="21"/>
                </a:cxn>
                <a:cxn ang="0">
                  <a:pos x="6" y="22"/>
                </a:cxn>
                <a:cxn ang="0">
                  <a:pos x="7" y="32"/>
                </a:cxn>
                <a:cxn ang="0">
                  <a:pos x="8" y="28"/>
                </a:cxn>
                <a:cxn ang="0">
                  <a:pos x="12" y="23"/>
                </a:cxn>
                <a:cxn ang="0">
                  <a:pos x="18" y="17"/>
                </a:cxn>
                <a:cxn ang="0">
                  <a:pos x="20" y="6"/>
                </a:cxn>
                <a:cxn ang="0">
                  <a:pos x="21" y="1"/>
                </a:cxn>
              </a:cxnLst>
              <a:rect l="0" t="0" r="r" b="b"/>
              <a:pathLst>
                <a:path w="21" h="59">
                  <a:moveTo>
                    <a:pt x="21" y="1"/>
                  </a:moveTo>
                  <a:cubicBezTo>
                    <a:pt x="20" y="1"/>
                    <a:pt x="20" y="1"/>
                    <a:pt x="19" y="0"/>
                  </a:cubicBezTo>
                  <a:cubicBezTo>
                    <a:pt x="18" y="0"/>
                    <a:pt x="18" y="0"/>
                    <a:pt x="18" y="0"/>
                  </a:cubicBezTo>
                  <a:cubicBezTo>
                    <a:pt x="16" y="6"/>
                    <a:pt x="14" y="8"/>
                    <a:pt x="12" y="13"/>
                  </a:cubicBezTo>
                  <a:cubicBezTo>
                    <a:pt x="11" y="16"/>
                    <a:pt x="12" y="18"/>
                    <a:pt x="11" y="21"/>
                  </a:cubicBezTo>
                  <a:cubicBezTo>
                    <a:pt x="10" y="22"/>
                    <a:pt x="8" y="22"/>
                    <a:pt x="6" y="22"/>
                  </a:cubicBezTo>
                  <a:cubicBezTo>
                    <a:pt x="6" y="30"/>
                    <a:pt x="0" y="59"/>
                    <a:pt x="7" y="32"/>
                  </a:cubicBezTo>
                  <a:cubicBezTo>
                    <a:pt x="8" y="31"/>
                    <a:pt x="7" y="30"/>
                    <a:pt x="8" y="28"/>
                  </a:cubicBezTo>
                  <a:cubicBezTo>
                    <a:pt x="9" y="26"/>
                    <a:pt x="11" y="25"/>
                    <a:pt x="12" y="23"/>
                  </a:cubicBezTo>
                  <a:cubicBezTo>
                    <a:pt x="14" y="20"/>
                    <a:pt x="16" y="19"/>
                    <a:pt x="18" y="17"/>
                  </a:cubicBezTo>
                  <a:cubicBezTo>
                    <a:pt x="20" y="13"/>
                    <a:pt x="20" y="10"/>
                    <a:pt x="20" y="6"/>
                  </a:cubicBezTo>
                  <a:cubicBezTo>
                    <a:pt x="21" y="4"/>
                    <a:pt x="21" y="3"/>
                    <a:pt x="21"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116"/>
            <p:cNvSpPr>
              <a:spLocks/>
            </p:cNvSpPr>
            <p:nvPr/>
          </p:nvSpPr>
          <p:spPr bwMode="auto">
            <a:xfrm>
              <a:off x="7048500" y="3343275"/>
              <a:ext cx="25400" cy="60325"/>
            </a:xfrm>
            <a:custGeom>
              <a:avLst/>
              <a:gdLst/>
              <a:ahLst/>
              <a:cxnLst>
                <a:cxn ang="0">
                  <a:pos x="0" y="3"/>
                </a:cxn>
                <a:cxn ang="0">
                  <a:pos x="2" y="11"/>
                </a:cxn>
                <a:cxn ang="0">
                  <a:pos x="1" y="19"/>
                </a:cxn>
                <a:cxn ang="0">
                  <a:pos x="7" y="21"/>
                </a:cxn>
                <a:cxn ang="0">
                  <a:pos x="9" y="17"/>
                </a:cxn>
                <a:cxn ang="0">
                  <a:pos x="6" y="7"/>
                </a:cxn>
                <a:cxn ang="0">
                  <a:pos x="4" y="2"/>
                </a:cxn>
                <a:cxn ang="0">
                  <a:pos x="0" y="3"/>
                </a:cxn>
              </a:cxnLst>
              <a:rect l="0" t="0" r="r" b="b"/>
              <a:pathLst>
                <a:path w="9" h="21">
                  <a:moveTo>
                    <a:pt x="0" y="3"/>
                  </a:moveTo>
                  <a:cubicBezTo>
                    <a:pt x="0" y="6"/>
                    <a:pt x="2" y="8"/>
                    <a:pt x="2" y="11"/>
                  </a:cubicBezTo>
                  <a:cubicBezTo>
                    <a:pt x="2" y="14"/>
                    <a:pt x="1" y="16"/>
                    <a:pt x="1" y="19"/>
                  </a:cubicBezTo>
                  <a:cubicBezTo>
                    <a:pt x="4" y="20"/>
                    <a:pt x="5" y="20"/>
                    <a:pt x="7" y="21"/>
                  </a:cubicBezTo>
                  <a:cubicBezTo>
                    <a:pt x="9" y="20"/>
                    <a:pt x="9" y="19"/>
                    <a:pt x="9" y="17"/>
                  </a:cubicBezTo>
                  <a:cubicBezTo>
                    <a:pt x="9" y="13"/>
                    <a:pt x="7" y="10"/>
                    <a:pt x="6" y="7"/>
                  </a:cubicBezTo>
                  <a:cubicBezTo>
                    <a:pt x="5" y="5"/>
                    <a:pt x="5" y="3"/>
                    <a:pt x="4" y="2"/>
                  </a:cubicBezTo>
                  <a:cubicBezTo>
                    <a:pt x="4" y="0"/>
                    <a:pt x="0" y="2"/>
                    <a:pt x="0"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117"/>
            <p:cNvSpPr>
              <a:spLocks/>
            </p:cNvSpPr>
            <p:nvPr/>
          </p:nvSpPr>
          <p:spPr bwMode="auto">
            <a:xfrm>
              <a:off x="8062913" y="3538538"/>
              <a:ext cx="22225" cy="19050"/>
            </a:xfrm>
            <a:custGeom>
              <a:avLst/>
              <a:gdLst/>
              <a:ahLst/>
              <a:cxnLst>
                <a:cxn ang="0">
                  <a:pos x="5" y="1"/>
                </a:cxn>
                <a:cxn ang="0">
                  <a:pos x="1" y="0"/>
                </a:cxn>
                <a:cxn ang="0">
                  <a:pos x="0" y="2"/>
                </a:cxn>
                <a:cxn ang="0">
                  <a:pos x="2" y="4"/>
                </a:cxn>
                <a:cxn ang="0">
                  <a:pos x="4" y="7"/>
                </a:cxn>
                <a:cxn ang="0">
                  <a:pos x="8" y="4"/>
                </a:cxn>
                <a:cxn ang="0">
                  <a:pos x="5" y="1"/>
                </a:cxn>
              </a:cxnLst>
              <a:rect l="0" t="0" r="r" b="b"/>
              <a:pathLst>
                <a:path w="8" h="7">
                  <a:moveTo>
                    <a:pt x="5" y="1"/>
                  </a:moveTo>
                  <a:cubicBezTo>
                    <a:pt x="3" y="1"/>
                    <a:pt x="2" y="0"/>
                    <a:pt x="1" y="0"/>
                  </a:cubicBezTo>
                  <a:cubicBezTo>
                    <a:pt x="0" y="0"/>
                    <a:pt x="0" y="1"/>
                    <a:pt x="0" y="2"/>
                  </a:cubicBezTo>
                  <a:cubicBezTo>
                    <a:pt x="0" y="3"/>
                    <a:pt x="1" y="3"/>
                    <a:pt x="2" y="4"/>
                  </a:cubicBezTo>
                  <a:cubicBezTo>
                    <a:pt x="3" y="5"/>
                    <a:pt x="3" y="7"/>
                    <a:pt x="4" y="7"/>
                  </a:cubicBezTo>
                  <a:cubicBezTo>
                    <a:pt x="6" y="7"/>
                    <a:pt x="8" y="6"/>
                    <a:pt x="8" y="4"/>
                  </a:cubicBezTo>
                  <a:cubicBezTo>
                    <a:pt x="8" y="3"/>
                    <a:pt x="6" y="1"/>
                    <a:pt x="5"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118"/>
            <p:cNvSpPr>
              <a:spLocks/>
            </p:cNvSpPr>
            <p:nvPr/>
          </p:nvSpPr>
          <p:spPr bwMode="auto">
            <a:xfrm>
              <a:off x="8058150" y="3779838"/>
              <a:ext cx="52388" cy="36513"/>
            </a:xfrm>
            <a:custGeom>
              <a:avLst/>
              <a:gdLst/>
              <a:ahLst/>
              <a:cxnLst>
                <a:cxn ang="0">
                  <a:pos x="11" y="0"/>
                </a:cxn>
                <a:cxn ang="0">
                  <a:pos x="7" y="3"/>
                </a:cxn>
                <a:cxn ang="0">
                  <a:pos x="0" y="10"/>
                </a:cxn>
                <a:cxn ang="0">
                  <a:pos x="15" y="13"/>
                </a:cxn>
                <a:cxn ang="0">
                  <a:pos x="19" y="13"/>
                </a:cxn>
                <a:cxn ang="0">
                  <a:pos x="19" y="10"/>
                </a:cxn>
                <a:cxn ang="0">
                  <a:pos x="11" y="0"/>
                </a:cxn>
              </a:cxnLst>
              <a:rect l="0" t="0" r="r" b="b"/>
              <a:pathLst>
                <a:path w="19" h="13">
                  <a:moveTo>
                    <a:pt x="11" y="0"/>
                  </a:moveTo>
                  <a:cubicBezTo>
                    <a:pt x="9" y="0"/>
                    <a:pt x="8" y="2"/>
                    <a:pt x="7" y="3"/>
                  </a:cubicBezTo>
                  <a:cubicBezTo>
                    <a:pt x="4" y="6"/>
                    <a:pt x="1" y="7"/>
                    <a:pt x="0" y="10"/>
                  </a:cubicBezTo>
                  <a:cubicBezTo>
                    <a:pt x="6" y="11"/>
                    <a:pt x="9" y="13"/>
                    <a:pt x="15" y="13"/>
                  </a:cubicBezTo>
                  <a:cubicBezTo>
                    <a:pt x="19" y="13"/>
                    <a:pt x="19" y="13"/>
                    <a:pt x="19" y="13"/>
                  </a:cubicBezTo>
                  <a:cubicBezTo>
                    <a:pt x="19" y="10"/>
                    <a:pt x="19" y="10"/>
                    <a:pt x="19" y="10"/>
                  </a:cubicBezTo>
                  <a:cubicBezTo>
                    <a:pt x="15" y="7"/>
                    <a:pt x="16" y="0"/>
                    <a:pt x="11"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119"/>
            <p:cNvSpPr>
              <a:spLocks/>
            </p:cNvSpPr>
            <p:nvPr/>
          </p:nvSpPr>
          <p:spPr bwMode="auto">
            <a:xfrm>
              <a:off x="6788150" y="3600450"/>
              <a:ext cx="106363" cy="157163"/>
            </a:xfrm>
            <a:custGeom>
              <a:avLst/>
              <a:gdLst/>
              <a:ahLst/>
              <a:cxnLst>
                <a:cxn ang="0">
                  <a:pos x="5" y="32"/>
                </a:cxn>
                <a:cxn ang="0">
                  <a:pos x="6" y="35"/>
                </a:cxn>
                <a:cxn ang="0">
                  <a:pos x="5" y="36"/>
                </a:cxn>
                <a:cxn ang="0">
                  <a:pos x="3" y="36"/>
                </a:cxn>
                <a:cxn ang="0">
                  <a:pos x="2" y="37"/>
                </a:cxn>
                <a:cxn ang="0">
                  <a:pos x="3" y="39"/>
                </a:cxn>
                <a:cxn ang="0">
                  <a:pos x="0" y="44"/>
                </a:cxn>
                <a:cxn ang="0">
                  <a:pos x="2" y="54"/>
                </a:cxn>
                <a:cxn ang="0">
                  <a:pos x="7" y="54"/>
                </a:cxn>
                <a:cxn ang="0">
                  <a:pos x="13" y="51"/>
                </a:cxn>
                <a:cxn ang="0">
                  <a:pos x="13" y="56"/>
                </a:cxn>
                <a:cxn ang="0">
                  <a:pos x="16" y="48"/>
                </a:cxn>
                <a:cxn ang="0">
                  <a:pos x="18" y="47"/>
                </a:cxn>
                <a:cxn ang="0">
                  <a:pos x="23" y="40"/>
                </a:cxn>
                <a:cxn ang="0">
                  <a:pos x="25" y="36"/>
                </a:cxn>
                <a:cxn ang="0">
                  <a:pos x="27" y="37"/>
                </a:cxn>
                <a:cxn ang="0">
                  <a:pos x="35" y="18"/>
                </a:cxn>
                <a:cxn ang="0">
                  <a:pos x="34" y="17"/>
                </a:cxn>
                <a:cxn ang="0">
                  <a:pos x="33" y="9"/>
                </a:cxn>
                <a:cxn ang="0">
                  <a:pos x="38" y="5"/>
                </a:cxn>
                <a:cxn ang="0">
                  <a:pos x="34" y="3"/>
                </a:cxn>
                <a:cxn ang="0">
                  <a:pos x="34" y="0"/>
                </a:cxn>
                <a:cxn ang="0">
                  <a:pos x="28" y="1"/>
                </a:cxn>
                <a:cxn ang="0">
                  <a:pos x="27" y="6"/>
                </a:cxn>
                <a:cxn ang="0">
                  <a:pos x="25" y="7"/>
                </a:cxn>
                <a:cxn ang="0">
                  <a:pos x="21" y="13"/>
                </a:cxn>
                <a:cxn ang="0">
                  <a:pos x="18" y="14"/>
                </a:cxn>
                <a:cxn ang="0">
                  <a:pos x="15" y="18"/>
                </a:cxn>
                <a:cxn ang="0">
                  <a:pos x="11" y="20"/>
                </a:cxn>
                <a:cxn ang="0">
                  <a:pos x="8" y="26"/>
                </a:cxn>
                <a:cxn ang="0">
                  <a:pos x="5" y="32"/>
                </a:cxn>
              </a:cxnLst>
              <a:rect l="0" t="0" r="r" b="b"/>
              <a:pathLst>
                <a:path w="38" h="56">
                  <a:moveTo>
                    <a:pt x="5" y="32"/>
                  </a:moveTo>
                  <a:cubicBezTo>
                    <a:pt x="5" y="33"/>
                    <a:pt x="6" y="34"/>
                    <a:pt x="6" y="35"/>
                  </a:cubicBezTo>
                  <a:cubicBezTo>
                    <a:pt x="5" y="36"/>
                    <a:pt x="5" y="36"/>
                    <a:pt x="5" y="36"/>
                  </a:cubicBezTo>
                  <a:cubicBezTo>
                    <a:pt x="3" y="36"/>
                    <a:pt x="3" y="36"/>
                    <a:pt x="3" y="36"/>
                  </a:cubicBezTo>
                  <a:cubicBezTo>
                    <a:pt x="3" y="36"/>
                    <a:pt x="2" y="36"/>
                    <a:pt x="2" y="37"/>
                  </a:cubicBezTo>
                  <a:cubicBezTo>
                    <a:pt x="2" y="38"/>
                    <a:pt x="3" y="38"/>
                    <a:pt x="3" y="39"/>
                  </a:cubicBezTo>
                  <a:cubicBezTo>
                    <a:pt x="3" y="41"/>
                    <a:pt x="0" y="42"/>
                    <a:pt x="0" y="44"/>
                  </a:cubicBezTo>
                  <a:cubicBezTo>
                    <a:pt x="0" y="48"/>
                    <a:pt x="2" y="50"/>
                    <a:pt x="2" y="54"/>
                  </a:cubicBezTo>
                  <a:cubicBezTo>
                    <a:pt x="4" y="54"/>
                    <a:pt x="5" y="54"/>
                    <a:pt x="7" y="54"/>
                  </a:cubicBezTo>
                  <a:cubicBezTo>
                    <a:pt x="9" y="54"/>
                    <a:pt x="10" y="52"/>
                    <a:pt x="13" y="51"/>
                  </a:cubicBezTo>
                  <a:cubicBezTo>
                    <a:pt x="12" y="53"/>
                    <a:pt x="12" y="54"/>
                    <a:pt x="13" y="56"/>
                  </a:cubicBezTo>
                  <a:cubicBezTo>
                    <a:pt x="16" y="55"/>
                    <a:pt x="14" y="51"/>
                    <a:pt x="16" y="48"/>
                  </a:cubicBezTo>
                  <a:cubicBezTo>
                    <a:pt x="16" y="47"/>
                    <a:pt x="17" y="47"/>
                    <a:pt x="18" y="47"/>
                  </a:cubicBezTo>
                  <a:cubicBezTo>
                    <a:pt x="20" y="44"/>
                    <a:pt x="21" y="42"/>
                    <a:pt x="23" y="40"/>
                  </a:cubicBezTo>
                  <a:cubicBezTo>
                    <a:pt x="24" y="38"/>
                    <a:pt x="24" y="37"/>
                    <a:pt x="25" y="36"/>
                  </a:cubicBezTo>
                  <a:cubicBezTo>
                    <a:pt x="27" y="37"/>
                    <a:pt x="27" y="37"/>
                    <a:pt x="27" y="37"/>
                  </a:cubicBezTo>
                  <a:cubicBezTo>
                    <a:pt x="31" y="30"/>
                    <a:pt x="35" y="26"/>
                    <a:pt x="35" y="18"/>
                  </a:cubicBezTo>
                  <a:cubicBezTo>
                    <a:pt x="35" y="18"/>
                    <a:pt x="35" y="18"/>
                    <a:pt x="34" y="17"/>
                  </a:cubicBezTo>
                  <a:cubicBezTo>
                    <a:pt x="33" y="15"/>
                    <a:pt x="33" y="13"/>
                    <a:pt x="33" y="9"/>
                  </a:cubicBezTo>
                  <a:cubicBezTo>
                    <a:pt x="33" y="7"/>
                    <a:pt x="38" y="7"/>
                    <a:pt x="38" y="5"/>
                  </a:cubicBezTo>
                  <a:cubicBezTo>
                    <a:pt x="38" y="3"/>
                    <a:pt x="35" y="4"/>
                    <a:pt x="34" y="3"/>
                  </a:cubicBezTo>
                  <a:cubicBezTo>
                    <a:pt x="34" y="2"/>
                    <a:pt x="34" y="1"/>
                    <a:pt x="34" y="0"/>
                  </a:cubicBezTo>
                  <a:cubicBezTo>
                    <a:pt x="32" y="0"/>
                    <a:pt x="30" y="0"/>
                    <a:pt x="28" y="1"/>
                  </a:cubicBezTo>
                  <a:cubicBezTo>
                    <a:pt x="27" y="2"/>
                    <a:pt x="28" y="5"/>
                    <a:pt x="27" y="6"/>
                  </a:cubicBezTo>
                  <a:cubicBezTo>
                    <a:pt x="26" y="7"/>
                    <a:pt x="25" y="6"/>
                    <a:pt x="25" y="7"/>
                  </a:cubicBezTo>
                  <a:cubicBezTo>
                    <a:pt x="23" y="9"/>
                    <a:pt x="24" y="12"/>
                    <a:pt x="21" y="13"/>
                  </a:cubicBezTo>
                  <a:cubicBezTo>
                    <a:pt x="20" y="14"/>
                    <a:pt x="19" y="13"/>
                    <a:pt x="18" y="14"/>
                  </a:cubicBezTo>
                  <a:cubicBezTo>
                    <a:pt x="16" y="15"/>
                    <a:pt x="17" y="17"/>
                    <a:pt x="15" y="18"/>
                  </a:cubicBezTo>
                  <a:cubicBezTo>
                    <a:pt x="14" y="20"/>
                    <a:pt x="13" y="19"/>
                    <a:pt x="11" y="20"/>
                  </a:cubicBezTo>
                  <a:cubicBezTo>
                    <a:pt x="9" y="21"/>
                    <a:pt x="8" y="23"/>
                    <a:pt x="8" y="26"/>
                  </a:cubicBezTo>
                  <a:cubicBezTo>
                    <a:pt x="7" y="29"/>
                    <a:pt x="5" y="29"/>
                    <a:pt x="5" y="3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120"/>
            <p:cNvSpPr>
              <a:spLocks/>
            </p:cNvSpPr>
            <p:nvPr/>
          </p:nvSpPr>
          <p:spPr bwMode="auto">
            <a:xfrm>
              <a:off x="6899275" y="3600450"/>
              <a:ext cx="39688" cy="25400"/>
            </a:xfrm>
            <a:custGeom>
              <a:avLst/>
              <a:gdLst/>
              <a:ahLst/>
              <a:cxnLst>
                <a:cxn ang="0">
                  <a:pos x="8" y="0"/>
                </a:cxn>
                <a:cxn ang="0">
                  <a:pos x="0" y="1"/>
                </a:cxn>
                <a:cxn ang="0">
                  <a:pos x="0" y="2"/>
                </a:cxn>
                <a:cxn ang="0">
                  <a:pos x="13" y="9"/>
                </a:cxn>
                <a:cxn ang="0">
                  <a:pos x="14" y="8"/>
                </a:cxn>
                <a:cxn ang="0">
                  <a:pos x="8" y="0"/>
                </a:cxn>
              </a:cxnLst>
              <a:rect l="0" t="0" r="r" b="b"/>
              <a:pathLst>
                <a:path w="14" h="9">
                  <a:moveTo>
                    <a:pt x="8" y="0"/>
                  </a:moveTo>
                  <a:cubicBezTo>
                    <a:pt x="5" y="1"/>
                    <a:pt x="3" y="1"/>
                    <a:pt x="0" y="1"/>
                  </a:cubicBezTo>
                  <a:cubicBezTo>
                    <a:pt x="0" y="2"/>
                    <a:pt x="0" y="2"/>
                    <a:pt x="0" y="2"/>
                  </a:cubicBezTo>
                  <a:cubicBezTo>
                    <a:pt x="6" y="4"/>
                    <a:pt x="9" y="6"/>
                    <a:pt x="13" y="9"/>
                  </a:cubicBezTo>
                  <a:cubicBezTo>
                    <a:pt x="13" y="9"/>
                    <a:pt x="14" y="8"/>
                    <a:pt x="14" y="8"/>
                  </a:cubicBezTo>
                  <a:cubicBezTo>
                    <a:pt x="14" y="4"/>
                    <a:pt x="11" y="0"/>
                    <a:pt x="8"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121"/>
            <p:cNvSpPr>
              <a:spLocks/>
            </p:cNvSpPr>
            <p:nvPr/>
          </p:nvSpPr>
          <p:spPr bwMode="auto">
            <a:xfrm>
              <a:off x="6734175" y="3789363"/>
              <a:ext cx="19050" cy="25400"/>
            </a:xfrm>
            <a:custGeom>
              <a:avLst/>
              <a:gdLst/>
              <a:ahLst/>
              <a:cxnLst>
                <a:cxn ang="0">
                  <a:pos x="4" y="1"/>
                </a:cxn>
                <a:cxn ang="0">
                  <a:pos x="0" y="9"/>
                </a:cxn>
                <a:cxn ang="0">
                  <a:pos x="7" y="3"/>
                </a:cxn>
                <a:cxn ang="0">
                  <a:pos x="6" y="1"/>
                </a:cxn>
                <a:cxn ang="0">
                  <a:pos x="5" y="0"/>
                </a:cxn>
                <a:cxn ang="0">
                  <a:pos x="4" y="1"/>
                </a:cxn>
              </a:cxnLst>
              <a:rect l="0" t="0" r="r" b="b"/>
              <a:pathLst>
                <a:path w="7" h="9">
                  <a:moveTo>
                    <a:pt x="4" y="1"/>
                  </a:moveTo>
                  <a:cubicBezTo>
                    <a:pt x="3" y="4"/>
                    <a:pt x="1" y="5"/>
                    <a:pt x="0" y="9"/>
                  </a:cubicBezTo>
                  <a:cubicBezTo>
                    <a:pt x="3" y="8"/>
                    <a:pt x="7" y="6"/>
                    <a:pt x="7" y="3"/>
                  </a:cubicBezTo>
                  <a:cubicBezTo>
                    <a:pt x="7" y="2"/>
                    <a:pt x="6" y="2"/>
                    <a:pt x="6" y="1"/>
                  </a:cubicBezTo>
                  <a:cubicBezTo>
                    <a:pt x="6" y="1"/>
                    <a:pt x="5" y="0"/>
                    <a:pt x="5" y="0"/>
                  </a:cubicBezTo>
                  <a:cubicBezTo>
                    <a:pt x="5" y="1"/>
                    <a:pt x="5" y="1"/>
                    <a:pt x="4"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122"/>
            <p:cNvSpPr>
              <a:spLocks/>
            </p:cNvSpPr>
            <p:nvPr/>
          </p:nvSpPr>
          <p:spPr bwMode="auto">
            <a:xfrm>
              <a:off x="6756400" y="3765550"/>
              <a:ext cx="36513" cy="25400"/>
            </a:xfrm>
            <a:custGeom>
              <a:avLst/>
              <a:gdLst/>
              <a:ahLst/>
              <a:cxnLst>
                <a:cxn ang="0">
                  <a:pos x="7" y="0"/>
                </a:cxn>
                <a:cxn ang="0">
                  <a:pos x="1" y="5"/>
                </a:cxn>
                <a:cxn ang="0">
                  <a:pos x="0" y="8"/>
                </a:cxn>
                <a:cxn ang="0">
                  <a:pos x="3" y="9"/>
                </a:cxn>
                <a:cxn ang="0">
                  <a:pos x="10" y="6"/>
                </a:cxn>
                <a:cxn ang="0">
                  <a:pos x="13" y="4"/>
                </a:cxn>
                <a:cxn ang="0">
                  <a:pos x="11" y="1"/>
                </a:cxn>
                <a:cxn ang="0">
                  <a:pos x="7" y="0"/>
                </a:cxn>
              </a:cxnLst>
              <a:rect l="0" t="0" r="r" b="b"/>
              <a:pathLst>
                <a:path w="13" h="9">
                  <a:moveTo>
                    <a:pt x="7" y="0"/>
                  </a:moveTo>
                  <a:cubicBezTo>
                    <a:pt x="4" y="2"/>
                    <a:pt x="1" y="2"/>
                    <a:pt x="1" y="5"/>
                  </a:cubicBezTo>
                  <a:cubicBezTo>
                    <a:pt x="1" y="6"/>
                    <a:pt x="1" y="7"/>
                    <a:pt x="0" y="8"/>
                  </a:cubicBezTo>
                  <a:cubicBezTo>
                    <a:pt x="1" y="8"/>
                    <a:pt x="2" y="9"/>
                    <a:pt x="3" y="9"/>
                  </a:cubicBezTo>
                  <a:cubicBezTo>
                    <a:pt x="6" y="9"/>
                    <a:pt x="7" y="7"/>
                    <a:pt x="10" y="6"/>
                  </a:cubicBezTo>
                  <a:cubicBezTo>
                    <a:pt x="11" y="5"/>
                    <a:pt x="13" y="5"/>
                    <a:pt x="13" y="4"/>
                  </a:cubicBezTo>
                  <a:cubicBezTo>
                    <a:pt x="13" y="2"/>
                    <a:pt x="12" y="2"/>
                    <a:pt x="11" y="1"/>
                  </a:cubicBezTo>
                  <a:cubicBezTo>
                    <a:pt x="9" y="1"/>
                    <a:pt x="8" y="0"/>
                    <a:pt x="7"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123"/>
            <p:cNvSpPr>
              <a:spLocks/>
            </p:cNvSpPr>
            <p:nvPr/>
          </p:nvSpPr>
          <p:spPr bwMode="auto">
            <a:xfrm>
              <a:off x="6759575" y="3695700"/>
              <a:ext cx="25400" cy="14288"/>
            </a:xfrm>
            <a:custGeom>
              <a:avLst/>
              <a:gdLst/>
              <a:ahLst/>
              <a:cxnLst>
                <a:cxn ang="0">
                  <a:pos x="6" y="0"/>
                </a:cxn>
                <a:cxn ang="0">
                  <a:pos x="1" y="0"/>
                </a:cxn>
                <a:cxn ang="0">
                  <a:pos x="0" y="3"/>
                </a:cxn>
                <a:cxn ang="0">
                  <a:pos x="2" y="5"/>
                </a:cxn>
                <a:cxn ang="0">
                  <a:pos x="9" y="1"/>
                </a:cxn>
                <a:cxn ang="0">
                  <a:pos x="6" y="0"/>
                </a:cxn>
              </a:cxnLst>
              <a:rect l="0" t="0" r="r" b="b"/>
              <a:pathLst>
                <a:path w="9" h="5">
                  <a:moveTo>
                    <a:pt x="6" y="0"/>
                  </a:moveTo>
                  <a:cubicBezTo>
                    <a:pt x="1" y="0"/>
                    <a:pt x="1" y="0"/>
                    <a:pt x="1" y="0"/>
                  </a:cubicBezTo>
                  <a:cubicBezTo>
                    <a:pt x="1" y="1"/>
                    <a:pt x="0" y="2"/>
                    <a:pt x="0" y="3"/>
                  </a:cubicBezTo>
                  <a:cubicBezTo>
                    <a:pt x="0" y="4"/>
                    <a:pt x="0" y="5"/>
                    <a:pt x="2" y="5"/>
                  </a:cubicBezTo>
                  <a:cubicBezTo>
                    <a:pt x="5" y="5"/>
                    <a:pt x="7" y="3"/>
                    <a:pt x="9" y="1"/>
                  </a:cubicBezTo>
                  <a:cubicBezTo>
                    <a:pt x="8" y="0"/>
                    <a:pt x="7" y="0"/>
                    <a:pt x="6"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124"/>
            <p:cNvSpPr>
              <a:spLocks/>
            </p:cNvSpPr>
            <p:nvPr/>
          </p:nvSpPr>
          <p:spPr bwMode="auto">
            <a:xfrm>
              <a:off x="6773863" y="3648075"/>
              <a:ext cx="25400" cy="19050"/>
            </a:xfrm>
            <a:custGeom>
              <a:avLst/>
              <a:gdLst/>
              <a:ahLst/>
              <a:cxnLst>
                <a:cxn ang="0">
                  <a:pos x="0" y="1"/>
                </a:cxn>
                <a:cxn ang="0">
                  <a:pos x="9" y="0"/>
                </a:cxn>
                <a:cxn ang="0">
                  <a:pos x="9" y="2"/>
                </a:cxn>
                <a:cxn ang="0">
                  <a:pos x="5" y="5"/>
                </a:cxn>
                <a:cxn ang="0">
                  <a:pos x="3" y="7"/>
                </a:cxn>
                <a:cxn ang="0">
                  <a:pos x="0" y="4"/>
                </a:cxn>
                <a:cxn ang="0">
                  <a:pos x="0" y="1"/>
                </a:cxn>
              </a:cxnLst>
              <a:rect l="0" t="0" r="r" b="b"/>
              <a:pathLst>
                <a:path w="9" h="7">
                  <a:moveTo>
                    <a:pt x="0" y="1"/>
                  </a:moveTo>
                  <a:cubicBezTo>
                    <a:pt x="3" y="1"/>
                    <a:pt x="5" y="0"/>
                    <a:pt x="9" y="0"/>
                  </a:cubicBezTo>
                  <a:cubicBezTo>
                    <a:pt x="9" y="2"/>
                    <a:pt x="9" y="2"/>
                    <a:pt x="9" y="2"/>
                  </a:cubicBezTo>
                  <a:cubicBezTo>
                    <a:pt x="8" y="4"/>
                    <a:pt x="7" y="4"/>
                    <a:pt x="5" y="5"/>
                  </a:cubicBezTo>
                  <a:cubicBezTo>
                    <a:pt x="4" y="6"/>
                    <a:pt x="4" y="7"/>
                    <a:pt x="3" y="7"/>
                  </a:cubicBezTo>
                  <a:cubicBezTo>
                    <a:pt x="1" y="7"/>
                    <a:pt x="0" y="5"/>
                    <a:pt x="0" y="4"/>
                  </a:cubicBezTo>
                  <a:cubicBezTo>
                    <a:pt x="0" y="1"/>
                    <a:pt x="0" y="1"/>
                    <a:pt x="0"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125"/>
            <p:cNvSpPr>
              <a:spLocks/>
            </p:cNvSpPr>
            <p:nvPr/>
          </p:nvSpPr>
          <p:spPr bwMode="auto">
            <a:xfrm>
              <a:off x="6351588" y="3592513"/>
              <a:ext cx="25400" cy="26988"/>
            </a:xfrm>
            <a:custGeom>
              <a:avLst/>
              <a:gdLst/>
              <a:ahLst/>
              <a:cxnLst>
                <a:cxn ang="0">
                  <a:pos x="0" y="3"/>
                </a:cxn>
                <a:cxn ang="0">
                  <a:pos x="0" y="5"/>
                </a:cxn>
                <a:cxn ang="0">
                  <a:pos x="7" y="10"/>
                </a:cxn>
                <a:cxn ang="0">
                  <a:pos x="9" y="2"/>
                </a:cxn>
                <a:cxn ang="0">
                  <a:pos x="6" y="0"/>
                </a:cxn>
                <a:cxn ang="0">
                  <a:pos x="3" y="1"/>
                </a:cxn>
                <a:cxn ang="0">
                  <a:pos x="0" y="3"/>
                </a:cxn>
              </a:cxnLst>
              <a:rect l="0" t="0" r="r" b="b"/>
              <a:pathLst>
                <a:path w="9" h="10">
                  <a:moveTo>
                    <a:pt x="0" y="3"/>
                  </a:moveTo>
                  <a:cubicBezTo>
                    <a:pt x="0" y="5"/>
                    <a:pt x="0" y="5"/>
                    <a:pt x="0" y="5"/>
                  </a:cubicBezTo>
                  <a:cubicBezTo>
                    <a:pt x="3" y="6"/>
                    <a:pt x="4" y="8"/>
                    <a:pt x="7" y="10"/>
                  </a:cubicBezTo>
                  <a:cubicBezTo>
                    <a:pt x="8" y="7"/>
                    <a:pt x="7" y="5"/>
                    <a:pt x="9" y="2"/>
                  </a:cubicBezTo>
                  <a:cubicBezTo>
                    <a:pt x="8" y="2"/>
                    <a:pt x="7" y="0"/>
                    <a:pt x="6" y="0"/>
                  </a:cubicBezTo>
                  <a:cubicBezTo>
                    <a:pt x="4" y="0"/>
                    <a:pt x="4" y="1"/>
                    <a:pt x="3" y="1"/>
                  </a:cubicBezTo>
                  <a:cubicBezTo>
                    <a:pt x="2" y="2"/>
                    <a:pt x="1" y="2"/>
                    <a:pt x="0" y="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126"/>
            <p:cNvSpPr>
              <a:spLocks/>
            </p:cNvSpPr>
            <p:nvPr/>
          </p:nvSpPr>
          <p:spPr bwMode="auto">
            <a:xfrm>
              <a:off x="6529388" y="3716338"/>
              <a:ext cx="50800" cy="44450"/>
            </a:xfrm>
            <a:custGeom>
              <a:avLst/>
              <a:gdLst/>
              <a:ahLst/>
              <a:cxnLst>
                <a:cxn ang="0">
                  <a:pos x="3" y="0"/>
                </a:cxn>
                <a:cxn ang="0">
                  <a:pos x="0" y="4"/>
                </a:cxn>
                <a:cxn ang="0">
                  <a:pos x="5" y="10"/>
                </a:cxn>
                <a:cxn ang="0">
                  <a:pos x="13" y="16"/>
                </a:cxn>
                <a:cxn ang="0">
                  <a:pos x="18" y="7"/>
                </a:cxn>
                <a:cxn ang="0">
                  <a:pos x="16" y="0"/>
                </a:cxn>
                <a:cxn ang="0">
                  <a:pos x="3" y="0"/>
                </a:cxn>
              </a:cxnLst>
              <a:rect l="0" t="0" r="r" b="b"/>
              <a:pathLst>
                <a:path w="18" h="16">
                  <a:moveTo>
                    <a:pt x="3" y="0"/>
                  </a:moveTo>
                  <a:cubicBezTo>
                    <a:pt x="1" y="0"/>
                    <a:pt x="0" y="2"/>
                    <a:pt x="0" y="4"/>
                  </a:cubicBezTo>
                  <a:cubicBezTo>
                    <a:pt x="0" y="7"/>
                    <a:pt x="3" y="8"/>
                    <a:pt x="5" y="10"/>
                  </a:cubicBezTo>
                  <a:cubicBezTo>
                    <a:pt x="7" y="13"/>
                    <a:pt x="9" y="16"/>
                    <a:pt x="13" y="16"/>
                  </a:cubicBezTo>
                  <a:cubicBezTo>
                    <a:pt x="13" y="12"/>
                    <a:pt x="18" y="11"/>
                    <a:pt x="18" y="7"/>
                  </a:cubicBezTo>
                  <a:cubicBezTo>
                    <a:pt x="18" y="4"/>
                    <a:pt x="16" y="3"/>
                    <a:pt x="16" y="0"/>
                  </a:cubicBezTo>
                  <a:cubicBezTo>
                    <a:pt x="3" y="0"/>
                    <a:pt x="3" y="0"/>
                    <a:pt x="3"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127"/>
            <p:cNvSpPr>
              <a:spLocks/>
            </p:cNvSpPr>
            <p:nvPr/>
          </p:nvSpPr>
          <p:spPr bwMode="auto">
            <a:xfrm>
              <a:off x="6405563" y="3778250"/>
              <a:ext cx="30163" cy="15875"/>
            </a:xfrm>
            <a:custGeom>
              <a:avLst/>
              <a:gdLst/>
              <a:ahLst/>
              <a:cxnLst>
                <a:cxn ang="0">
                  <a:pos x="1" y="1"/>
                </a:cxn>
                <a:cxn ang="0">
                  <a:pos x="0" y="3"/>
                </a:cxn>
                <a:cxn ang="0">
                  <a:pos x="6" y="4"/>
                </a:cxn>
                <a:cxn ang="0">
                  <a:pos x="10" y="6"/>
                </a:cxn>
                <a:cxn ang="0">
                  <a:pos x="11" y="4"/>
                </a:cxn>
                <a:cxn ang="0">
                  <a:pos x="1" y="1"/>
                </a:cxn>
              </a:cxnLst>
              <a:rect l="0" t="0" r="r" b="b"/>
              <a:pathLst>
                <a:path w="11" h="6">
                  <a:moveTo>
                    <a:pt x="1" y="1"/>
                  </a:moveTo>
                  <a:cubicBezTo>
                    <a:pt x="1" y="2"/>
                    <a:pt x="0" y="3"/>
                    <a:pt x="0" y="3"/>
                  </a:cubicBezTo>
                  <a:cubicBezTo>
                    <a:pt x="2" y="5"/>
                    <a:pt x="4" y="3"/>
                    <a:pt x="6" y="4"/>
                  </a:cubicBezTo>
                  <a:cubicBezTo>
                    <a:pt x="8" y="5"/>
                    <a:pt x="8" y="6"/>
                    <a:pt x="10" y="6"/>
                  </a:cubicBezTo>
                  <a:cubicBezTo>
                    <a:pt x="11" y="6"/>
                    <a:pt x="11" y="5"/>
                    <a:pt x="11" y="4"/>
                  </a:cubicBezTo>
                  <a:cubicBezTo>
                    <a:pt x="11" y="0"/>
                    <a:pt x="5" y="1"/>
                    <a:pt x="1" y="1"/>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128"/>
            <p:cNvSpPr>
              <a:spLocks/>
            </p:cNvSpPr>
            <p:nvPr/>
          </p:nvSpPr>
          <p:spPr bwMode="auto">
            <a:xfrm>
              <a:off x="1274763" y="2549525"/>
              <a:ext cx="120650" cy="149225"/>
            </a:xfrm>
            <a:custGeom>
              <a:avLst/>
              <a:gdLst/>
              <a:ahLst/>
              <a:cxnLst>
                <a:cxn ang="0">
                  <a:pos x="4" y="2"/>
                </a:cxn>
                <a:cxn ang="0">
                  <a:pos x="2" y="13"/>
                </a:cxn>
                <a:cxn ang="0">
                  <a:pos x="0" y="17"/>
                </a:cxn>
                <a:cxn ang="0">
                  <a:pos x="3" y="21"/>
                </a:cxn>
                <a:cxn ang="0">
                  <a:pos x="8" y="29"/>
                </a:cxn>
                <a:cxn ang="0">
                  <a:pos x="15" y="41"/>
                </a:cxn>
                <a:cxn ang="0">
                  <a:pos x="16" y="45"/>
                </a:cxn>
                <a:cxn ang="0">
                  <a:pos x="25" y="49"/>
                </a:cxn>
                <a:cxn ang="0">
                  <a:pos x="35" y="53"/>
                </a:cxn>
                <a:cxn ang="0">
                  <a:pos x="38" y="53"/>
                </a:cxn>
                <a:cxn ang="0">
                  <a:pos x="38" y="47"/>
                </a:cxn>
                <a:cxn ang="0">
                  <a:pos x="37" y="44"/>
                </a:cxn>
                <a:cxn ang="0">
                  <a:pos x="38" y="43"/>
                </a:cxn>
                <a:cxn ang="0">
                  <a:pos x="42" y="45"/>
                </a:cxn>
                <a:cxn ang="0">
                  <a:pos x="43" y="45"/>
                </a:cxn>
                <a:cxn ang="0">
                  <a:pos x="39" y="38"/>
                </a:cxn>
                <a:cxn ang="0">
                  <a:pos x="35" y="35"/>
                </a:cxn>
                <a:cxn ang="0">
                  <a:pos x="33" y="32"/>
                </a:cxn>
                <a:cxn ang="0">
                  <a:pos x="29" y="24"/>
                </a:cxn>
                <a:cxn ang="0">
                  <a:pos x="28" y="18"/>
                </a:cxn>
                <a:cxn ang="0">
                  <a:pos x="22" y="9"/>
                </a:cxn>
                <a:cxn ang="0">
                  <a:pos x="20" y="7"/>
                </a:cxn>
                <a:cxn ang="0">
                  <a:pos x="20" y="2"/>
                </a:cxn>
                <a:cxn ang="0">
                  <a:pos x="18" y="0"/>
                </a:cxn>
                <a:cxn ang="0">
                  <a:pos x="4" y="2"/>
                </a:cxn>
              </a:cxnLst>
              <a:rect l="0" t="0" r="r" b="b"/>
              <a:pathLst>
                <a:path w="43" h="53">
                  <a:moveTo>
                    <a:pt x="4" y="2"/>
                  </a:moveTo>
                  <a:cubicBezTo>
                    <a:pt x="4" y="6"/>
                    <a:pt x="4" y="9"/>
                    <a:pt x="2" y="13"/>
                  </a:cubicBezTo>
                  <a:cubicBezTo>
                    <a:pt x="2" y="14"/>
                    <a:pt x="1" y="15"/>
                    <a:pt x="0" y="17"/>
                  </a:cubicBezTo>
                  <a:cubicBezTo>
                    <a:pt x="2" y="18"/>
                    <a:pt x="2" y="19"/>
                    <a:pt x="3" y="21"/>
                  </a:cubicBezTo>
                  <a:cubicBezTo>
                    <a:pt x="4" y="25"/>
                    <a:pt x="6" y="26"/>
                    <a:pt x="8" y="29"/>
                  </a:cubicBezTo>
                  <a:cubicBezTo>
                    <a:pt x="9" y="34"/>
                    <a:pt x="13" y="36"/>
                    <a:pt x="15" y="41"/>
                  </a:cubicBezTo>
                  <a:cubicBezTo>
                    <a:pt x="15" y="42"/>
                    <a:pt x="15" y="44"/>
                    <a:pt x="16" y="45"/>
                  </a:cubicBezTo>
                  <a:cubicBezTo>
                    <a:pt x="19" y="48"/>
                    <a:pt x="22" y="47"/>
                    <a:pt x="25" y="49"/>
                  </a:cubicBezTo>
                  <a:cubicBezTo>
                    <a:pt x="29" y="51"/>
                    <a:pt x="31" y="53"/>
                    <a:pt x="35" y="53"/>
                  </a:cubicBezTo>
                  <a:cubicBezTo>
                    <a:pt x="36" y="53"/>
                    <a:pt x="37" y="53"/>
                    <a:pt x="38" y="53"/>
                  </a:cubicBezTo>
                  <a:cubicBezTo>
                    <a:pt x="38" y="47"/>
                    <a:pt x="38" y="47"/>
                    <a:pt x="38" y="47"/>
                  </a:cubicBezTo>
                  <a:cubicBezTo>
                    <a:pt x="37" y="44"/>
                    <a:pt x="37" y="44"/>
                    <a:pt x="37" y="44"/>
                  </a:cubicBezTo>
                  <a:cubicBezTo>
                    <a:pt x="38" y="43"/>
                    <a:pt x="38" y="43"/>
                    <a:pt x="38" y="43"/>
                  </a:cubicBezTo>
                  <a:cubicBezTo>
                    <a:pt x="40" y="44"/>
                    <a:pt x="40" y="45"/>
                    <a:pt x="42" y="45"/>
                  </a:cubicBezTo>
                  <a:cubicBezTo>
                    <a:pt x="43" y="45"/>
                    <a:pt x="43" y="45"/>
                    <a:pt x="43" y="45"/>
                  </a:cubicBezTo>
                  <a:cubicBezTo>
                    <a:pt x="43" y="42"/>
                    <a:pt x="42" y="40"/>
                    <a:pt x="39" y="38"/>
                  </a:cubicBezTo>
                  <a:cubicBezTo>
                    <a:pt x="38" y="37"/>
                    <a:pt x="36" y="37"/>
                    <a:pt x="35" y="35"/>
                  </a:cubicBezTo>
                  <a:cubicBezTo>
                    <a:pt x="34" y="34"/>
                    <a:pt x="34" y="33"/>
                    <a:pt x="33" y="32"/>
                  </a:cubicBezTo>
                  <a:cubicBezTo>
                    <a:pt x="32" y="29"/>
                    <a:pt x="30" y="29"/>
                    <a:pt x="29" y="24"/>
                  </a:cubicBezTo>
                  <a:cubicBezTo>
                    <a:pt x="29" y="22"/>
                    <a:pt x="29" y="20"/>
                    <a:pt x="28" y="18"/>
                  </a:cubicBezTo>
                  <a:cubicBezTo>
                    <a:pt x="25" y="14"/>
                    <a:pt x="24" y="12"/>
                    <a:pt x="22" y="9"/>
                  </a:cubicBezTo>
                  <a:cubicBezTo>
                    <a:pt x="21" y="8"/>
                    <a:pt x="20" y="8"/>
                    <a:pt x="20" y="7"/>
                  </a:cubicBezTo>
                  <a:cubicBezTo>
                    <a:pt x="20" y="2"/>
                    <a:pt x="20" y="2"/>
                    <a:pt x="20" y="2"/>
                  </a:cubicBezTo>
                  <a:cubicBezTo>
                    <a:pt x="20" y="0"/>
                    <a:pt x="19" y="0"/>
                    <a:pt x="18" y="0"/>
                  </a:cubicBezTo>
                  <a:cubicBezTo>
                    <a:pt x="12" y="0"/>
                    <a:pt x="10" y="2"/>
                    <a:pt x="4" y="2"/>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129"/>
            <p:cNvSpPr>
              <a:spLocks/>
            </p:cNvSpPr>
            <p:nvPr/>
          </p:nvSpPr>
          <p:spPr bwMode="auto">
            <a:xfrm>
              <a:off x="1238250" y="2414588"/>
              <a:ext cx="30163" cy="50800"/>
            </a:xfrm>
            <a:custGeom>
              <a:avLst/>
              <a:gdLst/>
              <a:ahLst/>
              <a:cxnLst>
                <a:cxn ang="0">
                  <a:pos x="4" y="0"/>
                </a:cxn>
                <a:cxn ang="0">
                  <a:pos x="2" y="0"/>
                </a:cxn>
                <a:cxn ang="0">
                  <a:pos x="2" y="2"/>
                </a:cxn>
                <a:cxn ang="0">
                  <a:pos x="5" y="9"/>
                </a:cxn>
                <a:cxn ang="0">
                  <a:pos x="0" y="15"/>
                </a:cxn>
                <a:cxn ang="0">
                  <a:pos x="3" y="18"/>
                </a:cxn>
                <a:cxn ang="0">
                  <a:pos x="6" y="15"/>
                </a:cxn>
                <a:cxn ang="0">
                  <a:pos x="10" y="14"/>
                </a:cxn>
                <a:cxn ang="0">
                  <a:pos x="11" y="11"/>
                </a:cxn>
                <a:cxn ang="0">
                  <a:pos x="8" y="4"/>
                </a:cxn>
                <a:cxn ang="0">
                  <a:pos x="4" y="0"/>
                </a:cxn>
              </a:cxnLst>
              <a:rect l="0" t="0" r="r" b="b"/>
              <a:pathLst>
                <a:path w="11" h="18">
                  <a:moveTo>
                    <a:pt x="4" y="0"/>
                  </a:moveTo>
                  <a:cubicBezTo>
                    <a:pt x="2" y="0"/>
                    <a:pt x="2" y="0"/>
                    <a:pt x="2" y="0"/>
                  </a:cubicBezTo>
                  <a:cubicBezTo>
                    <a:pt x="2" y="2"/>
                    <a:pt x="2" y="2"/>
                    <a:pt x="2" y="2"/>
                  </a:cubicBezTo>
                  <a:cubicBezTo>
                    <a:pt x="5" y="9"/>
                    <a:pt x="5" y="9"/>
                    <a:pt x="5" y="9"/>
                  </a:cubicBezTo>
                  <a:cubicBezTo>
                    <a:pt x="3" y="11"/>
                    <a:pt x="0" y="12"/>
                    <a:pt x="0" y="15"/>
                  </a:cubicBezTo>
                  <a:cubicBezTo>
                    <a:pt x="0" y="17"/>
                    <a:pt x="1" y="18"/>
                    <a:pt x="3" y="18"/>
                  </a:cubicBezTo>
                  <a:cubicBezTo>
                    <a:pt x="5" y="18"/>
                    <a:pt x="5" y="16"/>
                    <a:pt x="6" y="15"/>
                  </a:cubicBezTo>
                  <a:cubicBezTo>
                    <a:pt x="7" y="14"/>
                    <a:pt x="9" y="15"/>
                    <a:pt x="10" y="14"/>
                  </a:cubicBezTo>
                  <a:cubicBezTo>
                    <a:pt x="11" y="13"/>
                    <a:pt x="11" y="12"/>
                    <a:pt x="11" y="11"/>
                  </a:cubicBezTo>
                  <a:cubicBezTo>
                    <a:pt x="11" y="8"/>
                    <a:pt x="9" y="7"/>
                    <a:pt x="8" y="4"/>
                  </a:cubicBezTo>
                  <a:cubicBezTo>
                    <a:pt x="7" y="2"/>
                    <a:pt x="6" y="1"/>
                    <a:pt x="4"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130"/>
            <p:cNvSpPr>
              <a:spLocks/>
            </p:cNvSpPr>
            <p:nvPr/>
          </p:nvSpPr>
          <p:spPr bwMode="auto">
            <a:xfrm>
              <a:off x="3016250" y="1646238"/>
              <a:ext cx="1720850" cy="1458913"/>
            </a:xfrm>
            <a:custGeom>
              <a:avLst/>
              <a:gdLst/>
              <a:ahLst/>
              <a:cxnLst>
                <a:cxn ang="0">
                  <a:pos x="522" y="22"/>
                </a:cxn>
                <a:cxn ang="0">
                  <a:pos x="537" y="45"/>
                </a:cxn>
                <a:cxn ang="0">
                  <a:pos x="503" y="49"/>
                </a:cxn>
                <a:cxn ang="0">
                  <a:pos x="512" y="69"/>
                </a:cxn>
                <a:cxn ang="0">
                  <a:pos x="529" y="84"/>
                </a:cxn>
                <a:cxn ang="0">
                  <a:pos x="548" y="133"/>
                </a:cxn>
                <a:cxn ang="0">
                  <a:pos x="581" y="181"/>
                </a:cxn>
                <a:cxn ang="0">
                  <a:pos x="606" y="213"/>
                </a:cxn>
                <a:cxn ang="0">
                  <a:pos x="569" y="214"/>
                </a:cxn>
                <a:cxn ang="0">
                  <a:pos x="554" y="216"/>
                </a:cxn>
                <a:cxn ang="0">
                  <a:pos x="523" y="247"/>
                </a:cxn>
                <a:cxn ang="0">
                  <a:pos x="521" y="295"/>
                </a:cxn>
                <a:cxn ang="0">
                  <a:pos x="524" y="315"/>
                </a:cxn>
                <a:cxn ang="0">
                  <a:pos x="498" y="329"/>
                </a:cxn>
                <a:cxn ang="0">
                  <a:pos x="462" y="364"/>
                </a:cxn>
                <a:cxn ang="0">
                  <a:pos x="457" y="399"/>
                </a:cxn>
                <a:cxn ang="0">
                  <a:pos x="461" y="420"/>
                </a:cxn>
                <a:cxn ang="0">
                  <a:pos x="451" y="445"/>
                </a:cxn>
                <a:cxn ang="0">
                  <a:pos x="438" y="445"/>
                </a:cxn>
                <a:cxn ang="0">
                  <a:pos x="428" y="482"/>
                </a:cxn>
                <a:cxn ang="0">
                  <a:pos x="352" y="518"/>
                </a:cxn>
                <a:cxn ang="0">
                  <a:pos x="324" y="472"/>
                </a:cxn>
                <a:cxn ang="0">
                  <a:pos x="289" y="462"/>
                </a:cxn>
                <a:cxn ang="0">
                  <a:pos x="265" y="453"/>
                </a:cxn>
                <a:cxn ang="0">
                  <a:pos x="242" y="462"/>
                </a:cxn>
                <a:cxn ang="0">
                  <a:pos x="178" y="472"/>
                </a:cxn>
                <a:cxn ang="0">
                  <a:pos x="159" y="445"/>
                </a:cxn>
                <a:cxn ang="0">
                  <a:pos x="115" y="446"/>
                </a:cxn>
                <a:cxn ang="0">
                  <a:pos x="81" y="417"/>
                </a:cxn>
                <a:cxn ang="0">
                  <a:pos x="74" y="382"/>
                </a:cxn>
                <a:cxn ang="0">
                  <a:pos x="72" y="345"/>
                </a:cxn>
                <a:cxn ang="0">
                  <a:pos x="49" y="325"/>
                </a:cxn>
                <a:cxn ang="0">
                  <a:pos x="35" y="339"/>
                </a:cxn>
                <a:cxn ang="0">
                  <a:pos x="44" y="320"/>
                </a:cxn>
                <a:cxn ang="0">
                  <a:pos x="26" y="307"/>
                </a:cxn>
                <a:cxn ang="0">
                  <a:pos x="14" y="288"/>
                </a:cxn>
                <a:cxn ang="0">
                  <a:pos x="17" y="259"/>
                </a:cxn>
                <a:cxn ang="0">
                  <a:pos x="3" y="228"/>
                </a:cxn>
                <a:cxn ang="0">
                  <a:pos x="7" y="205"/>
                </a:cxn>
                <a:cxn ang="0">
                  <a:pos x="11" y="174"/>
                </a:cxn>
                <a:cxn ang="0">
                  <a:pos x="38" y="144"/>
                </a:cxn>
                <a:cxn ang="0">
                  <a:pos x="63" y="179"/>
                </a:cxn>
                <a:cxn ang="0">
                  <a:pos x="94" y="208"/>
                </a:cxn>
                <a:cxn ang="0">
                  <a:pos x="152" y="203"/>
                </a:cxn>
                <a:cxn ang="0">
                  <a:pos x="193" y="194"/>
                </a:cxn>
                <a:cxn ang="0">
                  <a:pos x="233" y="173"/>
                </a:cxn>
                <a:cxn ang="0">
                  <a:pos x="286" y="187"/>
                </a:cxn>
                <a:cxn ang="0">
                  <a:pos x="334" y="174"/>
                </a:cxn>
                <a:cxn ang="0">
                  <a:pos x="359" y="150"/>
                </a:cxn>
                <a:cxn ang="0">
                  <a:pos x="375" y="107"/>
                </a:cxn>
                <a:cxn ang="0">
                  <a:pos x="392" y="84"/>
                </a:cxn>
                <a:cxn ang="0">
                  <a:pos x="405" y="44"/>
                </a:cxn>
                <a:cxn ang="0">
                  <a:pos x="434" y="5"/>
                </a:cxn>
                <a:cxn ang="0">
                  <a:pos x="513" y="8"/>
                </a:cxn>
              </a:cxnLst>
              <a:rect l="0" t="0" r="r" b="b"/>
              <a:pathLst>
                <a:path w="612" h="518">
                  <a:moveTo>
                    <a:pt x="524" y="13"/>
                  </a:moveTo>
                  <a:cubicBezTo>
                    <a:pt x="524" y="13"/>
                    <a:pt x="524" y="13"/>
                    <a:pt x="524" y="13"/>
                  </a:cubicBezTo>
                  <a:cubicBezTo>
                    <a:pt x="523" y="13"/>
                    <a:pt x="522" y="14"/>
                    <a:pt x="521" y="15"/>
                  </a:cubicBezTo>
                  <a:cubicBezTo>
                    <a:pt x="519" y="15"/>
                    <a:pt x="516" y="15"/>
                    <a:pt x="516" y="17"/>
                  </a:cubicBezTo>
                  <a:cubicBezTo>
                    <a:pt x="516" y="18"/>
                    <a:pt x="518" y="18"/>
                    <a:pt x="518" y="19"/>
                  </a:cubicBezTo>
                  <a:cubicBezTo>
                    <a:pt x="520" y="20"/>
                    <a:pt x="520" y="21"/>
                    <a:pt x="522" y="22"/>
                  </a:cubicBezTo>
                  <a:cubicBezTo>
                    <a:pt x="526" y="24"/>
                    <a:pt x="530" y="25"/>
                    <a:pt x="533" y="29"/>
                  </a:cubicBezTo>
                  <a:cubicBezTo>
                    <a:pt x="532" y="30"/>
                    <a:pt x="531" y="30"/>
                    <a:pt x="531" y="31"/>
                  </a:cubicBezTo>
                  <a:cubicBezTo>
                    <a:pt x="534" y="32"/>
                    <a:pt x="537" y="33"/>
                    <a:pt x="537" y="36"/>
                  </a:cubicBezTo>
                  <a:cubicBezTo>
                    <a:pt x="537" y="36"/>
                    <a:pt x="536" y="37"/>
                    <a:pt x="536" y="38"/>
                  </a:cubicBezTo>
                  <a:cubicBezTo>
                    <a:pt x="536" y="40"/>
                    <a:pt x="539" y="40"/>
                    <a:pt x="539" y="42"/>
                  </a:cubicBezTo>
                  <a:cubicBezTo>
                    <a:pt x="539" y="44"/>
                    <a:pt x="538" y="44"/>
                    <a:pt x="537" y="45"/>
                  </a:cubicBezTo>
                  <a:cubicBezTo>
                    <a:pt x="533" y="45"/>
                    <a:pt x="531" y="45"/>
                    <a:pt x="527" y="45"/>
                  </a:cubicBezTo>
                  <a:cubicBezTo>
                    <a:pt x="520" y="45"/>
                    <a:pt x="521" y="34"/>
                    <a:pt x="521" y="45"/>
                  </a:cubicBezTo>
                  <a:cubicBezTo>
                    <a:pt x="517" y="45"/>
                    <a:pt x="517" y="45"/>
                    <a:pt x="517" y="45"/>
                  </a:cubicBezTo>
                  <a:cubicBezTo>
                    <a:pt x="515" y="45"/>
                    <a:pt x="514" y="44"/>
                    <a:pt x="513" y="44"/>
                  </a:cubicBezTo>
                  <a:cubicBezTo>
                    <a:pt x="510" y="44"/>
                    <a:pt x="509" y="45"/>
                    <a:pt x="506" y="45"/>
                  </a:cubicBezTo>
                  <a:cubicBezTo>
                    <a:pt x="496" y="45"/>
                    <a:pt x="501" y="44"/>
                    <a:pt x="503" y="49"/>
                  </a:cubicBezTo>
                  <a:cubicBezTo>
                    <a:pt x="504" y="50"/>
                    <a:pt x="503" y="51"/>
                    <a:pt x="503" y="52"/>
                  </a:cubicBezTo>
                  <a:cubicBezTo>
                    <a:pt x="505" y="55"/>
                    <a:pt x="508" y="55"/>
                    <a:pt x="510" y="58"/>
                  </a:cubicBezTo>
                  <a:cubicBezTo>
                    <a:pt x="517" y="58"/>
                    <a:pt x="517" y="58"/>
                    <a:pt x="517" y="58"/>
                  </a:cubicBezTo>
                  <a:cubicBezTo>
                    <a:pt x="517" y="58"/>
                    <a:pt x="518" y="58"/>
                    <a:pt x="518" y="59"/>
                  </a:cubicBezTo>
                  <a:cubicBezTo>
                    <a:pt x="518" y="61"/>
                    <a:pt x="516" y="61"/>
                    <a:pt x="515" y="63"/>
                  </a:cubicBezTo>
                  <a:cubicBezTo>
                    <a:pt x="514" y="65"/>
                    <a:pt x="514" y="68"/>
                    <a:pt x="512" y="69"/>
                  </a:cubicBezTo>
                  <a:cubicBezTo>
                    <a:pt x="511" y="70"/>
                    <a:pt x="506" y="70"/>
                    <a:pt x="511" y="71"/>
                  </a:cubicBezTo>
                  <a:cubicBezTo>
                    <a:pt x="512" y="71"/>
                    <a:pt x="513" y="72"/>
                    <a:pt x="514" y="73"/>
                  </a:cubicBezTo>
                  <a:cubicBezTo>
                    <a:pt x="516" y="73"/>
                    <a:pt x="518" y="72"/>
                    <a:pt x="519" y="74"/>
                  </a:cubicBezTo>
                  <a:cubicBezTo>
                    <a:pt x="521" y="75"/>
                    <a:pt x="522" y="77"/>
                    <a:pt x="524" y="77"/>
                  </a:cubicBezTo>
                  <a:cubicBezTo>
                    <a:pt x="526" y="78"/>
                    <a:pt x="529" y="78"/>
                    <a:pt x="529" y="81"/>
                  </a:cubicBezTo>
                  <a:cubicBezTo>
                    <a:pt x="529" y="84"/>
                    <a:pt x="529" y="84"/>
                    <a:pt x="529" y="84"/>
                  </a:cubicBezTo>
                  <a:cubicBezTo>
                    <a:pt x="534" y="84"/>
                    <a:pt x="529" y="85"/>
                    <a:pt x="529" y="88"/>
                  </a:cubicBezTo>
                  <a:cubicBezTo>
                    <a:pt x="529" y="90"/>
                    <a:pt x="535" y="94"/>
                    <a:pt x="537" y="98"/>
                  </a:cubicBezTo>
                  <a:cubicBezTo>
                    <a:pt x="538" y="100"/>
                    <a:pt x="537" y="102"/>
                    <a:pt x="538" y="104"/>
                  </a:cubicBezTo>
                  <a:cubicBezTo>
                    <a:pt x="539" y="107"/>
                    <a:pt x="540" y="109"/>
                    <a:pt x="542" y="111"/>
                  </a:cubicBezTo>
                  <a:cubicBezTo>
                    <a:pt x="545" y="117"/>
                    <a:pt x="544" y="121"/>
                    <a:pt x="546" y="127"/>
                  </a:cubicBezTo>
                  <a:cubicBezTo>
                    <a:pt x="547" y="129"/>
                    <a:pt x="548" y="131"/>
                    <a:pt x="548" y="133"/>
                  </a:cubicBezTo>
                  <a:cubicBezTo>
                    <a:pt x="544" y="137"/>
                    <a:pt x="544" y="137"/>
                    <a:pt x="544" y="137"/>
                  </a:cubicBezTo>
                  <a:cubicBezTo>
                    <a:pt x="543" y="145"/>
                    <a:pt x="542" y="142"/>
                    <a:pt x="544" y="152"/>
                  </a:cubicBezTo>
                  <a:cubicBezTo>
                    <a:pt x="544" y="155"/>
                    <a:pt x="548" y="155"/>
                    <a:pt x="550" y="156"/>
                  </a:cubicBezTo>
                  <a:cubicBezTo>
                    <a:pt x="557" y="159"/>
                    <a:pt x="557" y="167"/>
                    <a:pt x="563" y="170"/>
                  </a:cubicBezTo>
                  <a:cubicBezTo>
                    <a:pt x="569" y="172"/>
                    <a:pt x="572" y="171"/>
                    <a:pt x="577" y="175"/>
                  </a:cubicBezTo>
                  <a:cubicBezTo>
                    <a:pt x="579" y="177"/>
                    <a:pt x="578" y="180"/>
                    <a:pt x="581" y="181"/>
                  </a:cubicBezTo>
                  <a:cubicBezTo>
                    <a:pt x="582" y="183"/>
                    <a:pt x="584" y="183"/>
                    <a:pt x="586" y="184"/>
                  </a:cubicBezTo>
                  <a:cubicBezTo>
                    <a:pt x="590" y="185"/>
                    <a:pt x="591" y="187"/>
                    <a:pt x="594" y="190"/>
                  </a:cubicBezTo>
                  <a:cubicBezTo>
                    <a:pt x="597" y="191"/>
                    <a:pt x="597" y="193"/>
                    <a:pt x="598" y="196"/>
                  </a:cubicBezTo>
                  <a:cubicBezTo>
                    <a:pt x="599" y="197"/>
                    <a:pt x="600" y="197"/>
                    <a:pt x="601" y="198"/>
                  </a:cubicBezTo>
                  <a:cubicBezTo>
                    <a:pt x="606" y="201"/>
                    <a:pt x="612" y="200"/>
                    <a:pt x="612" y="205"/>
                  </a:cubicBezTo>
                  <a:cubicBezTo>
                    <a:pt x="612" y="209"/>
                    <a:pt x="609" y="211"/>
                    <a:pt x="606" y="213"/>
                  </a:cubicBezTo>
                  <a:cubicBezTo>
                    <a:pt x="603" y="215"/>
                    <a:pt x="602" y="217"/>
                    <a:pt x="599" y="217"/>
                  </a:cubicBezTo>
                  <a:cubicBezTo>
                    <a:pt x="596" y="217"/>
                    <a:pt x="595" y="215"/>
                    <a:pt x="592" y="215"/>
                  </a:cubicBezTo>
                  <a:cubicBezTo>
                    <a:pt x="589" y="215"/>
                    <a:pt x="587" y="217"/>
                    <a:pt x="584" y="217"/>
                  </a:cubicBezTo>
                  <a:cubicBezTo>
                    <a:pt x="582" y="217"/>
                    <a:pt x="581" y="216"/>
                    <a:pt x="579" y="216"/>
                  </a:cubicBezTo>
                  <a:cubicBezTo>
                    <a:pt x="578" y="216"/>
                    <a:pt x="577" y="216"/>
                    <a:pt x="575" y="216"/>
                  </a:cubicBezTo>
                  <a:cubicBezTo>
                    <a:pt x="573" y="216"/>
                    <a:pt x="572" y="214"/>
                    <a:pt x="569" y="214"/>
                  </a:cubicBezTo>
                  <a:cubicBezTo>
                    <a:pt x="564" y="213"/>
                    <a:pt x="560" y="213"/>
                    <a:pt x="556" y="209"/>
                  </a:cubicBezTo>
                  <a:cubicBezTo>
                    <a:pt x="552" y="206"/>
                    <a:pt x="552" y="201"/>
                    <a:pt x="548" y="198"/>
                  </a:cubicBezTo>
                  <a:cubicBezTo>
                    <a:pt x="546" y="198"/>
                    <a:pt x="546" y="198"/>
                    <a:pt x="546" y="198"/>
                  </a:cubicBezTo>
                  <a:cubicBezTo>
                    <a:pt x="546" y="201"/>
                    <a:pt x="546" y="201"/>
                    <a:pt x="546" y="201"/>
                  </a:cubicBezTo>
                  <a:cubicBezTo>
                    <a:pt x="546" y="203"/>
                    <a:pt x="549" y="203"/>
                    <a:pt x="551" y="206"/>
                  </a:cubicBezTo>
                  <a:cubicBezTo>
                    <a:pt x="553" y="209"/>
                    <a:pt x="554" y="212"/>
                    <a:pt x="554" y="216"/>
                  </a:cubicBezTo>
                  <a:cubicBezTo>
                    <a:pt x="554" y="223"/>
                    <a:pt x="548" y="214"/>
                    <a:pt x="545" y="214"/>
                  </a:cubicBezTo>
                  <a:cubicBezTo>
                    <a:pt x="540" y="214"/>
                    <a:pt x="539" y="219"/>
                    <a:pt x="536" y="222"/>
                  </a:cubicBezTo>
                  <a:cubicBezTo>
                    <a:pt x="532" y="228"/>
                    <a:pt x="530" y="231"/>
                    <a:pt x="528" y="237"/>
                  </a:cubicBezTo>
                  <a:cubicBezTo>
                    <a:pt x="528" y="239"/>
                    <a:pt x="529" y="240"/>
                    <a:pt x="528" y="241"/>
                  </a:cubicBezTo>
                  <a:cubicBezTo>
                    <a:pt x="528" y="242"/>
                    <a:pt x="527" y="242"/>
                    <a:pt x="526" y="242"/>
                  </a:cubicBezTo>
                  <a:cubicBezTo>
                    <a:pt x="524" y="244"/>
                    <a:pt x="523" y="245"/>
                    <a:pt x="523" y="247"/>
                  </a:cubicBezTo>
                  <a:cubicBezTo>
                    <a:pt x="522" y="251"/>
                    <a:pt x="522" y="253"/>
                    <a:pt x="521" y="257"/>
                  </a:cubicBezTo>
                  <a:cubicBezTo>
                    <a:pt x="520" y="262"/>
                    <a:pt x="518" y="265"/>
                    <a:pt x="518" y="271"/>
                  </a:cubicBezTo>
                  <a:cubicBezTo>
                    <a:pt x="518" y="275"/>
                    <a:pt x="517" y="278"/>
                    <a:pt x="519" y="282"/>
                  </a:cubicBezTo>
                  <a:cubicBezTo>
                    <a:pt x="519" y="284"/>
                    <a:pt x="521" y="285"/>
                    <a:pt x="521" y="287"/>
                  </a:cubicBezTo>
                  <a:cubicBezTo>
                    <a:pt x="521" y="290"/>
                    <a:pt x="519" y="291"/>
                    <a:pt x="519" y="294"/>
                  </a:cubicBezTo>
                  <a:cubicBezTo>
                    <a:pt x="519" y="295"/>
                    <a:pt x="520" y="295"/>
                    <a:pt x="521" y="295"/>
                  </a:cubicBezTo>
                  <a:cubicBezTo>
                    <a:pt x="523" y="295"/>
                    <a:pt x="527" y="289"/>
                    <a:pt x="527" y="292"/>
                  </a:cubicBezTo>
                  <a:cubicBezTo>
                    <a:pt x="527" y="294"/>
                    <a:pt x="526" y="295"/>
                    <a:pt x="526" y="297"/>
                  </a:cubicBezTo>
                  <a:cubicBezTo>
                    <a:pt x="525" y="300"/>
                    <a:pt x="526" y="302"/>
                    <a:pt x="525" y="305"/>
                  </a:cubicBezTo>
                  <a:cubicBezTo>
                    <a:pt x="525" y="306"/>
                    <a:pt x="522" y="306"/>
                    <a:pt x="522" y="307"/>
                  </a:cubicBezTo>
                  <a:cubicBezTo>
                    <a:pt x="522" y="311"/>
                    <a:pt x="527" y="306"/>
                    <a:pt x="527" y="312"/>
                  </a:cubicBezTo>
                  <a:cubicBezTo>
                    <a:pt x="527" y="313"/>
                    <a:pt x="526" y="315"/>
                    <a:pt x="524" y="315"/>
                  </a:cubicBezTo>
                  <a:cubicBezTo>
                    <a:pt x="524" y="315"/>
                    <a:pt x="523" y="314"/>
                    <a:pt x="523" y="314"/>
                  </a:cubicBezTo>
                  <a:cubicBezTo>
                    <a:pt x="519" y="314"/>
                    <a:pt x="518" y="319"/>
                    <a:pt x="514" y="319"/>
                  </a:cubicBezTo>
                  <a:cubicBezTo>
                    <a:pt x="512" y="319"/>
                    <a:pt x="511" y="315"/>
                    <a:pt x="508" y="315"/>
                  </a:cubicBezTo>
                  <a:cubicBezTo>
                    <a:pt x="506" y="315"/>
                    <a:pt x="506" y="318"/>
                    <a:pt x="505" y="321"/>
                  </a:cubicBezTo>
                  <a:cubicBezTo>
                    <a:pt x="504" y="323"/>
                    <a:pt x="503" y="324"/>
                    <a:pt x="501" y="326"/>
                  </a:cubicBezTo>
                  <a:cubicBezTo>
                    <a:pt x="500" y="327"/>
                    <a:pt x="499" y="328"/>
                    <a:pt x="498" y="329"/>
                  </a:cubicBezTo>
                  <a:cubicBezTo>
                    <a:pt x="496" y="330"/>
                    <a:pt x="497" y="332"/>
                    <a:pt x="495" y="333"/>
                  </a:cubicBezTo>
                  <a:cubicBezTo>
                    <a:pt x="494" y="334"/>
                    <a:pt x="492" y="334"/>
                    <a:pt x="491" y="335"/>
                  </a:cubicBezTo>
                  <a:cubicBezTo>
                    <a:pt x="489" y="337"/>
                    <a:pt x="488" y="337"/>
                    <a:pt x="486" y="338"/>
                  </a:cubicBezTo>
                  <a:cubicBezTo>
                    <a:pt x="483" y="339"/>
                    <a:pt x="483" y="341"/>
                    <a:pt x="480" y="344"/>
                  </a:cubicBezTo>
                  <a:cubicBezTo>
                    <a:pt x="477" y="347"/>
                    <a:pt x="475" y="349"/>
                    <a:pt x="472" y="353"/>
                  </a:cubicBezTo>
                  <a:cubicBezTo>
                    <a:pt x="469" y="358"/>
                    <a:pt x="465" y="359"/>
                    <a:pt x="462" y="364"/>
                  </a:cubicBezTo>
                  <a:cubicBezTo>
                    <a:pt x="461" y="366"/>
                    <a:pt x="460" y="367"/>
                    <a:pt x="459" y="369"/>
                  </a:cubicBezTo>
                  <a:cubicBezTo>
                    <a:pt x="456" y="375"/>
                    <a:pt x="459" y="380"/>
                    <a:pt x="457" y="386"/>
                  </a:cubicBezTo>
                  <a:cubicBezTo>
                    <a:pt x="456" y="389"/>
                    <a:pt x="450" y="395"/>
                    <a:pt x="451" y="395"/>
                  </a:cubicBezTo>
                  <a:cubicBezTo>
                    <a:pt x="452" y="395"/>
                    <a:pt x="452" y="395"/>
                    <a:pt x="452" y="395"/>
                  </a:cubicBezTo>
                  <a:cubicBezTo>
                    <a:pt x="454" y="395"/>
                    <a:pt x="454" y="395"/>
                    <a:pt x="454" y="395"/>
                  </a:cubicBezTo>
                  <a:cubicBezTo>
                    <a:pt x="454" y="397"/>
                    <a:pt x="455" y="399"/>
                    <a:pt x="457" y="399"/>
                  </a:cubicBezTo>
                  <a:cubicBezTo>
                    <a:pt x="459" y="399"/>
                    <a:pt x="460" y="397"/>
                    <a:pt x="462" y="397"/>
                  </a:cubicBezTo>
                  <a:cubicBezTo>
                    <a:pt x="463" y="397"/>
                    <a:pt x="463" y="398"/>
                    <a:pt x="464" y="399"/>
                  </a:cubicBezTo>
                  <a:cubicBezTo>
                    <a:pt x="465" y="400"/>
                    <a:pt x="467" y="400"/>
                    <a:pt x="467" y="402"/>
                  </a:cubicBezTo>
                  <a:cubicBezTo>
                    <a:pt x="467" y="407"/>
                    <a:pt x="462" y="409"/>
                    <a:pt x="462" y="414"/>
                  </a:cubicBezTo>
                  <a:cubicBezTo>
                    <a:pt x="462" y="419"/>
                    <a:pt x="462" y="419"/>
                    <a:pt x="462" y="419"/>
                  </a:cubicBezTo>
                  <a:cubicBezTo>
                    <a:pt x="461" y="420"/>
                    <a:pt x="461" y="420"/>
                    <a:pt x="461" y="420"/>
                  </a:cubicBezTo>
                  <a:cubicBezTo>
                    <a:pt x="460" y="418"/>
                    <a:pt x="459" y="417"/>
                    <a:pt x="456" y="417"/>
                  </a:cubicBezTo>
                  <a:cubicBezTo>
                    <a:pt x="453" y="417"/>
                    <a:pt x="451" y="418"/>
                    <a:pt x="450" y="421"/>
                  </a:cubicBezTo>
                  <a:cubicBezTo>
                    <a:pt x="452" y="421"/>
                    <a:pt x="453" y="421"/>
                    <a:pt x="454" y="421"/>
                  </a:cubicBezTo>
                  <a:cubicBezTo>
                    <a:pt x="455" y="422"/>
                    <a:pt x="455" y="422"/>
                    <a:pt x="455" y="422"/>
                  </a:cubicBezTo>
                  <a:cubicBezTo>
                    <a:pt x="452" y="442"/>
                    <a:pt x="452" y="442"/>
                    <a:pt x="452" y="442"/>
                  </a:cubicBezTo>
                  <a:cubicBezTo>
                    <a:pt x="451" y="445"/>
                    <a:pt x="451" y="445"/>
                    <a:pt x="451" y="445"/>
                  </a:cubicBezTo>
                  <a:cubicBezTo>
                    <a:pt x="450" y="446"/>
                    <a:pt x="449" y="447"/>
                    <a:pt x="448" y="447"/>
                  </a:cubicBezTo>
                  <a:cubicBezTo>
                    <a:pt x="445" y="447"/>
                    <a:pt x="445" y="445"/>
                    <a:pt x="444" y="443"/>
                  </a:cubicBezTo>
                  <a:cubicBezTo>
                    <a:pt x="442" y="441"/>
                    <a:pt x="441" y="440"/>
                    <a:pt x="441" y="437"/>
                  </a:cubicBezTo>
                  <a:cubicBezTo>
                    <a:pt x="439" y="437"/>
                    <a:pt x="439" y="437"/>
                    <a:pt x="439" y="437"/>
                  </a:cubicBezTo>
                  <a:cubicBezTo>
                    <a:pt x="439" y="438"/>
                    <a:pt x="440" y="438"/>
                    <a:pt x="440" y="438"/>
                  </a:cubicBezTo>
                  <a:cubicBezTo>
                    <a:pt x="440" y="441"/>
                    <a:pt x="438" y="442"/>
                    <a:pt x="438" y="445"/>
                  </a:cubicBezTo>
                  <a:cubicBezTo>
                    <a:pt x="438" y="449"/>
                    <a:pt x="445" y="448"/>
                    <a:pt x="445" y="452"/>
                  </a:cubicBezTo>
                  <a:cubicBezTo>
                    <a:pt x="445" y="455"/>
                    <a:pt x="441" y="455"/>
                    <a:pt x="441" y="457"/>
                  </a:cubicBezTo>
                  <a:cubicBezTo>
                    <a:pt x="441" y="458"/>
                    <a:pt x="441" y="459"/>
                    <a:pt x="441" y="460"/>
                  </a:cubicBezTo>
                  <a:cubicBezTo>
                    <a:pt x="441" y="462"/>
                    <a:pt x="439" y="462"/>
                    <a:pt x="437" y="463"/>
                  </a:cubicBezTo>
                  <a:cubicBezTo>
                    <a:pt x="434" y="465"/>
                    <a:pt x="434" y="467"/>
                    <a:pt x="432" y="470"/>
                  </a:cubicBezTo>
                  <a:cubicBezTo>
                    <a:pt x="428" y="473"/>
                    <a:pt x="431" y="478"/>
                    <a:pt x="428" y="482"/>
                  </a:cubicBezTo>
                  <a:cubicBezTo>
                    <a:pt x="426" y="484"/>
                    <a:pt x="423" y="484"/>
                    <a:pt x="420" y="486"/>
                  </a:cubicBezTo>
                  <a:cubicBezTo>
                    <a:pt x="413" y="489"/>
                    <a:pt x="409" y="491"/>
                    <a:pt x="402" y="495"/>
                  </a:cubicBezTo>
                  <a:cubicBezTo>
                    <a:pt x="398" y="498"/>
                    <a:pt x="395" y="498"/>
                    <a:pt x="390" y="499"/>
                  </a:cubicBezTo>
                  <a:cubicBezTo>
                    <a:pt x="385" y="501"/>
                    <a:pt x="382" y="503"/>
                    <a:pt x="377" y="505"/>
                  </a:cubicBezTo>
                  <a:cubicBezTo>
                    <a:pt x="370" y="507"/>
                    <a:pt x="366" y="509"/>
                    <a:pt x="359" y="513"/>
                  </a:cubicBezTo>
                  <a:cubicBezTo>
                    <a:pt x="356" y="515"/>
                    <a:pt x="355" y="518"/>
                    <a:pt x="352" y="518"/>
                  </a:cubicBezTo>
                  <a:cubicBezTo>
                    <a:pt x="349" y="518"/>
                    <a:pt x="349" y="515"/>
                    <a:pt x="348" y="512"/>
                  </a:cubicBezTo>
                  <a:cubicBezTo>
                    <a:pt x="347" y="509"/>
                    <a:pt x="346" y="507"/>
                    <a:pt x="345" y="504"/>
                  </a:cubicBezTo>
                  <a:cubicBezTo>
                    <a:pt x="344" y="499"/>
                    <a:pt x="345" y="496"/>
                    <a:pt x="344" y="490"/>
                  </a:cubicBezTo>
                  <a:cubicBezTo>
                    <a:pt x="343" y="485"/>
                    <a:pt x="344" y="483"/>
                    <a:pt x="342" y="479"/>
                  </a:cubicBezTo>
                  <a:cubicBezTo>
                    <a:pt x="341" y="476"/>
                    <a:pt x="338" y="477"/>
                    <a:pt x="336" y="476"/>
                  </a:cubicBezTo>
                  <a:cubicBezTo>
                    <a:pt x="331" y="474"/>
                    <a:pt x="329" y="472"/>
                    <a:pt x="324" y="472"/>
                  </a:cubicBezTo>
                  <a:cubicBezTo>
                    <a:pt x="321" y="472"/>
                    <a:pt x="319" y="473"/>
                    <a:pt x="315" y="475"/>
                  </a:cubicBezTo>
                  <a:cubicBezTo>
                    <a:pt x="311" y="476"/>
                    <a:pt x="308" y="477"/>
                    <a:pt x="304" y="477"/>
                  </a:cubicBezTo>
                  <a:cubicBezTo>
                    <a:pt x="301" y="477"/>
                    <a:pt x="299" y="476"/>
                    <a:pt x="297" y="476"/>
                  </a:cubicBezTo>
                  <a:cubicBezTo>
                    <a:pt x="293" y="475"/>
                    <a:pt x="291" y="476"/>
                    <a:pt x="288" y="473"/>
                  </a:cubicBezTo>
                  <a:cubicBezTo>
                    <a:pt x="288" y="467"/>
                    <a:pt x="288" y="467"/>
                    <a:pt x="288" y="467"/>
                  </a:cubicBezTo>
                  <a:cubicBezTo>
                    <a:pt x="288" y="465"/>
                    <a:pt x="289" y="464"/>
                    <a:pt x="289" y="462"/>
                  </a:cubicBezTo>
                  <a:cubicBezTo>
                    <a:pt x="289" y="460"/>
                    <a:pt x="288" y="458"/>
                    <a:pt x="287" y="457"/>
                  </a:cubicBezTo>
                  <a:cubicBezTo>
                    <a:pt x="286" y="457"/>
                    <a:pt x="286" y="457"/>
                    <a:pt x="285" y="457"/>
                  </a:cubicBezTo>
                  <a:cubicBezTo>
                    <a:pt x="282" y="457"/>
                    <a:pt x="281" y="457"/>
                    <a:pt x="278" y="457"/>
                  </a:cubicBezTo>
                  <a:cubicBezTo>
                    <a:pt x="278" y="459"/>
                    <a:pt x="277" y="461"/>
                    <a:pt x="275" y="461"/>
                  </a:cubicBezTo>
                  <a:cubicBezTo>
                    <a:pt x="271" y="461"/>
                    <a:pt x="269" y="461"/>
                    <a:pt x="267" y="459"/>
                  </a:cubicBezTo>
                  <a:cubicBezTo>
                    <a:pt x="265" y="457"/>
                    <a:pt x="266" y="455"/>
                    <a:pt x="265" y="453"/>
                  </a:cubicBezTo>
                  <a:cubicBezTo>
                    <a:pt x="264" y="450"/>
                    <a:pt x="259" y="452"/>
                    <a:pt x="258" y="450"/>
                  </a:cubicBezTo>
                  <a:cubicBezTo>
                    <a:pt x="256" y="447"/>
                    <a:pt x="255" y="446"/>
                    <a:pt x="254" y="444"/>
                  </a:cubicBezTo>
                  <a:cubicBezTo>
                    <a:pt x="253" y="442"/>
                    <a:pt x="252" y="449"/>
                    <a:pt x="251" y="450"/>
                  </a:cubicBezTo>
                  <a:cubicBezTo>
                    <a:pt x="249" y="451"/>
                    <a:pt x="247" y="451"/>
                    <a:pt x="247" y="453"/>
                  </a:cubicBezTo>
                  <a:cubicBezTo>
                    <a:pt x="247" y="454"/>
                    <a:pt x="249" y="455"/>
                    <a:pt x="249" y="457"/>
                  </a:cubicBezTo>
                  <a:cubicBezTo>
                    <a:pt x="249" y="460"/>
                    <a:pt x="245" y="460"/>
                    <a:pt x="242" y="462"/>
                  </a:cubicBezTo>
                  <a:cubicBezTo>
                    <a:pt x="239" y="464"/>
                    <a:pt x="237" y="465"/>
                    <a:pt x="234" y="467"/>
                  </a:cubicBezTo>
                  <a:cubicBezTo>
                    <a:pt x="229" y="470"/>
                    <a:pt x="226" y="471"/>
                    <a:pt x="220" y="471"/>
                  </a:cubicBezTo>
                  <a:cubicBezTo>
                    <a:pt x="215" y="471"/>
                    <a:pt x="212" y="466"/>
                    <a:pt x="207" y="466"/>
                  </a:cubicBezTo>
                  <a:cubicBezTo>
                    <a:pt x="201" y="466"/>
                    <a:pt x="198" y="470"/>
                    <a:pt x="193" y="473"/>
                  </a:cubicBezTo>
                  <a:cubicBezTo>
                    <a:pt x="190" y="476"/>
                    <a:pt x="189" y="480"/>
                    <a:pt x="185" y="480"/>
                  </a:cubicBezTo>
                  <a:cubicBezTo>
                    <a:pt x="181" y="480"/>
                    <a:pt x="178" y="476"/>
                    <a:pt x="178" y="472"/>
                  </a:cubicBezTo>
                  <a:cubicBezTo>
                    <a:pt x="178" y="469"/>
                    <a:pt x="179" y="467"/>
                    <a:pt x="179" y="464"/>
                  </a:cubicBezTo>
                  <a:cubicBezTo>
                    <a:pt x="179" y="458"/>
                    <a:pt x="179" y="458"/>
                    <a:pt x="179" y="458"/>
                  </a:cubicBezTo>
                  <a:cubicBezTo>
                    <a:pt x="179" y="453"/>
                    <a:pt x="178" y="450"/>
                    <a:pt x="177" y="445"/>
                  </a:cubicBezTo>
                  <a:cubicBezTo>
                    <a:pt x="176" y="442"/>
                    <a:pt x="176" y="439"/>
                    <a:pt x="173" y="439"/>
                  </a:cubicBezTo>
                  <a:cubicBezTo>
                    <a:pt x="171" y="439"/>
                    <a:pt x="171" y="440"/>
                    <a:pt x="169" y="441"/>
                  </a:cubicBezTo>
                  <a:cubicBezTo>
                    <a:pt x="165" y="444"/>
                    <a:pt x="163" y="445"/>
                    <a:pt x="159" y="445"/>
                  </a:cubicBezTo>
                  <a:cubicBezTo>
                    <a:pt x="157" y="445"/>
                    <a:pt x="155" y="444"/>
                    <a:pt x="153" y="444"/>
                  </a:cubicBezTo>
                  <a:cubicBezTo>
                    <a:pt x="150" y="444"/>
                    <a:pt x="149" y="444"/>
                    <a:pt x="146" y="445"/>
                  </a:cubicBezTo>
                  <a:cubicBezTo>
                    <a:pt x="143" y="445"/>
                    <a:pt x="141" y="444"/>
                    <a:pt x="140" y="446"/>
                  </a:cubicBezTo>
                  <a:cubicBezTo>
                    <a:pt x="134" y="450"/>
                    <a:pt x="131" y="453"/>
                    <a:pt x="124" y="453"/>
                  </a:cubicBezTo>
                  <a:cubicBezTo>
                    <a:pt x="122" y="453"/>
                    <a:pt x="122" y="451"/>
                    <a:pt x="120" y="450"/>
                  </a:cubicBezTo>
                  <a:cubicBezTo>
                    <a:pt x="118" y="449"/>
                    <a:pt x="117" y="448"/>
                    <a:pt x="115" y="446"/>
                  </a:cubicBezTo>
                  <a:cubicBezTo>
                    <a:pt x="110" y="441"/>
                    <a:pt x="106" y="439"/>
                    <a:pt x="99" y="439"/>
                  </a:cubicBezTo>
                  <a:cubicBezTo>
                    <a:pt x="93" y="439"/>
                    <a:pt x="92" y="446"/>
                    <a:pt x="86" y="446"/>
                  </a:cubicBezTo>
                  <a:cubicBezTo>
                    <a:pt x="83" y="446"/>
                    <a:pt x="82" y="442"/>
                    <a:pt x="82" y="439"/>
                  </a:cubicBezTo>
                  <a:cubicBezTo>
                    <a:pt x="82" y="429"/>
                    <a:pt x="82" y="429"/>
                    <a:pt x="82" y="429"/>
                  </a:cubicBezTo>
                  <a:cubicBezTo>
                    <a:pt x="82" y="427"/>
                    <a:pt x="80" y="425"/>
                    <a:pt x="80" y="423"/>
                  </a:cubicBezTo>
                  <a:cubicBezTo>
                    <a:pt x="80" y="421"/>
                    <a:pt x="81" y="419"/>
                    <a:pt x="81" y="417"/>
                  </a:cubicBezTo>
                  <a:cubicBezTo>
                    <a:pt x="81" y="415"/>
                    <a:pt x="79" y="414"/>
                    <a:pt x="79" y="411"/>
                  </a:cubicBezTo>
                  <a:cubicBezTo>
                    <a:pt x="78" y="408"/>
                    <a:pt x="79" y="406"/>
                    <a:pt x="78" y="403"/>
                  </a:cubicBezTo>
                  <a:cubicBezTo>
                    <a:pt x="77" y="401"/>
                    <a:pt x="76" y="401"/>
                    <a:pt x="76" y="400"/>
                  </a:cubicBezTo>
                  <a:cubicBezTo>
                    <a:pt x="75" y="398"/>
                    <a:pt x="76" y="397"/>
                    <a:pt x="75" y="394"/>
                  </a:cubicBezTo>
                  <a:cubicBezTo>
                    <a:pt x="75" y="392"/>
                    <a:pt x="75" y="391"/>
                    <a:pt x="75" y="388"/>
                  </a:cubicBezTo>
                  <a:cubicBezTo>
                    <a:pt x="75" y="386"/>
                    <a:pt x="76" y="384"/>
                    <a:pt x="74" y="382"/>
                  </a:cubicBezTo>
                  <a:cubicBezTo>
                    <a:pt x="71" y="378"/>
                    <a:pt x="63" y="381"/>
                    <a:pt x="63" y="376"/>
                  </a:cubicBezTo>
                  <a:cubicBezTo>
                    <a:pt x="63" y="373"/>
                    <a:pt x="66" y="372"/>
                    <a:pt x="68" y="370"/>
                  </a:cubicBezTo>
                  <a:cubicBezTo>
                    <a:pt x="70" y="369"/>
                    <a:pt x="70" y="368"/>
                    <a:pt x="71" y="366"/>
                  </a:cubicBezTo>
                  <a:cubicBezTo>
                    <a:pt x="72" y="362"/>
                    <a:pt x="73" y="359"/>
                    <a:pt x="73" y="355"/>
                  </a:cubicBezTo>
                  <a:cubicBezTo>
                    <a:pt x="73" y="352"/>
                    <a:pt x="73" y="351"/>
                    <a:pt x="73" y="349"/>
                  </a:cubicBezTo>
                  <a:cubicBezTo>
                    <a:pt x="72" y="347"/>
                    <a:pt x="73" y="346"/>
                    <a:pt x="72" y="345"/>
                  </a:cubicBezTo>
                  <a:cubicBezTo>
                    <a:pt x="71" y="342"/>
                    <a:pt x="67" y="343"/>
                    <a:pt x="66" y="340"/>
                  </a:cubicBezTo>
                  <a:cubicBezTo>
                    <a:pt x="64" y="337"/>
                    <a:pt x="65" y="335"/>
                    <a:pt x="64" y="333"/>
                  </a:cubicBezTo>
                  <a:cubicBezTo>
                    <a:pt x="61" y="333"/>
                    <a:pt x="60" y="331"/>
                    <a:pt x="57" y="329"/>
                  </a:cubicBezTo>
                  <a:cubicBezTo>
                    <a:pt x="55" y="327"/>
                    <a:pt x="52" y="326"/>
                    <a:pt x="50" y="323"/>
                  </a:cubicBezTo>
                  <a:cubicBezTo>
                    <a:pt x="49" y="323"/>
                    <a:pt x="49" y="323"/>
                    <a:pt x="49" y="323"/>
                  </a:cubicBezTo>
                  <a:cubicBezTo>
                    <a:pt x="49" y="325"/>
                    <a:pt x="49" y="325"/>
                    <a:pt x="49" y="325"/>
                  </a:cubicBezTo>
                  <a:cubicBezTo>
                    <a:pt x="51" y="326"/>
                    <a:pt x="51" y="327"/>
                    <a:pt x="53" y="328"/>
                  </a:cubicBezTo>
                  <a:cubicBezTo>
                    <a:pt x="53" y="334"/>
                    <a:pt x="53" y="334"/>
                    <a:pt x="53" y="334"/>
                  </a:cubicBezTo>
                  <a:cubicBezTo>
                    <a:pt x="53" y="337"/>
                    <a:pt x="50" y="338"/>
                    <a:pt x="46" y="340"/>
                  </a:cubicBezTo>
                  <a:cubicBezTo>
                    <a:pt x="43" y="341"/>
                    <a:pt x="41" y="343"/>
                    <a:pt x="37" y="343"/>
                  </a:cubicBezTo>
                  <a:cubicBezTo>
                    <a:pt x="36" y="343"/>
                    <a:pt x="36" y="343"/>
                    <a:pt x="35" y="343"/>
                  </a:cubicBezTo>
                  <a:cubicBezTo>
                    <a:pt x="35" y="339"/>
                    <a:pt x="35" y="339"/>
                    <a:pt x="35" y="339"/>
                  </a:cubicBezTo>
                  <a:cubicBezTo>
                    <a:pt x="35" y="337"/>
                    <a:pt x="35" y="335"/>
                    <a:pt x="35" y="333"/>
                  </a:cubicBezTo>
                  <a:cubicBezTo>
                    <a:pt x="35" y="330"/>
                    <a:pt x="34" y="328"/>
                    <a:pt x="36" y="326"/>
                  </a:cubicBezTo>
                  <a:cubicBezTo>
                    <a:pt x="37" y="325"/>
                    <a:pt x="39" y="326"/>
                    <a:pt x="40" y="325"/>
                  </a:cubicBezTo>
                  <a:cubicBezTo>
                    <a:pt x="42" y="325"/>
                    <a:pt x="43" y="324"/>
                    <a:pt x="45" y="324"/>
                  </a:cubicBezTo>
                  <a:cubicBezTo>
                    <a:pt x="45" y="322"/>
                    <a:pt x="45" y="322"/>
                    <a:pt x="45" y="322"/>
                  </a:cubicBezTo>
                  <a:cubicBezTo>
                    <a:pt x="44" y="320"/>
                    <a:pt x="44" y="320"/>
                    <a:pt x="44" y="320"/>
                  </a:cubicBezTo>
                  <a:cubicBezTo>
                    <a:pt x="41" y="319"/>
                    <a:pt x="40" y="316"/>
                    <a:pt x="37" y="316"/>
                  </a:cubicBezTo>
                  <a:cubicBezTo>
                    <a:pt x="34" y="316"/>
                    <a:pt x="32" y="317"/>
                    <a:pt x="31" y="320"/>
                  </a:cubicBezTo>
                  <a:cubicBezTo>
                    <a:pt x="30" y="320"/>
                    <a:pt x="30" y="320"/>
                    <a:pt x="30" y="320"/>
                  </a:cubicBezTo>
                  <a:cubicBezTo>
                    <a:pt x="29" y="317"/>
                    <a:pt x="28" y="315"/>
                    <a:pt x="26" y="312"/>
                  </a:cubicBezTo>
                  <a:cubicBezTo>
                    <a:pt x="25" y="310"/>
                    <a:pt x="22" y="311"/>
                    <a:pt x="22" y="308"/>
                  </a:cubicBezTo>
                  <a:cubicBezTo>
                    <a:pt x="22" y="307"/>
                    <a:pt x="25" y="307"/>
                    <a:pt x="26" y="307"/>
                  </a:cubicBezTo>
                  <a:cubicBezTo>
                    <a:pt x="30" y="307"/>
                    <a:pt x="31" y="310"/>
                    <a:pt x="34" y="310"/>
                  </a:cubicBezTo>
                  <a:cubicBezTo>
                    <a:pt x="38" y="310"/>
                    <a:pt x="32" y="307"/>
                    <a:pt x="31" y="306"/>
                  </a:cubicBezTo>
                  <a:cubicBezTo>
                    <a:pt x="29" y="305"/>
                    <a:pt x="30" y="301"/>
                    <a:pt x="27" y="301"/>
                  </a:cubicBezTo>
                  <a:cubicBezTo>
                    <a:pt x="25" y="301"/>
                    <a:pt x="24" y="301"/>
                    <a:pt x="22" y="301"/>
                  </a:cubicBezTo>
                  <a:cubicBezTo>
                    <a:pt x="19" y="301"/>
                    <a:pt x="17" y="298"/>
                    <a:pt x="16" y="295"/>
                  </a:cubicBezTo>
                  <a:cubicBezTo>
                    <a:pt x="15" y="293"/>
                    <a:pt x="14" y="291"/>
                    <a:pt x="14" y="288"/>
                  </a:cubicBezTo>
                  <a:cubicBezTo>
                    <a:pt x="14" y="287"/>
                    <a:pt x="16" y="286"/>
                    <a:pt x="16" y="284"/>
                  </a:cubicBezTo>
                  <a:cubicBezTo>
                    <a:pt x="16" y="283"/>
                    <a:pt x="14" y="282"/>
                    <a:pt x="14" y="280"/>
                  </a:cubicBezTo>
                  <a:cubicBezTo>
                    <a:pt x="14" y="277"/>
                    <a:pt x="17" y="276"/>
                    <a:pt x="20" y="275"/>
                  </a:cubicBezTo>
                  <a:cubicBezTo>
                    <a:pt x="21" y="274"/>
                    <a:pt x="23" y="273"/>
                    <a:pt x="23" y="271"/>
                  </a:cubicBezTo>
                  <a:cubicBezTo>
                    <a:pt x="23" y="270"/>
                    <a:pt x="22" y="270"/>
                    <a:pt x="22" y="268"/>
                  </a:cubicBezTo>
                  <a:cubicBezTo>
                    <a:pt x="21" y="265"/>
                    <a:pt x="19" y="263"/>
                    <a:pt x="17" y="259"/>
                  </a:cubicBezTo>
                  <a:cubicBezTo>
                    <a:pt x="15" y="254"/>
                    <a:pt x="16" y="247"/>
                    <a:pt x="10" y="247"/>
                  </a:cubicBezTo>
                  <a:cubicBezTo>
                    <a:pt x="9" y="247"/>
                    <a:pt x="8" y="247"/>
                    <a:pt x="7" y="247"/>
                  </a:cubicBezTo>
                  <a:cubicBezTo>
                    <a:pt x="5" y="247"/>
                    <a:pt x="4" y="246"/>
                    <a:pt x="4" y="245"/>
                  </a:cubicBezTo>
                  <a:cubicBezTo>
                    <a:pt x="4" y="240"/>
                    <a:pt x="4" y="240"/>
                    <a:pt x="4" y="240"/>
                  </a:cubicBezTo>
                  <a:cubicBezTo>
                    <a:pt x="4" y="239"/>
                    <a:pt x="3" y="239"/>
                    <a:pt x="3" y="238"/>
                  </a:cubicBezTo>
                  <a:cubicBezTo>
                    <a:pt x="3" y="228"/>
                    <a:pt x="3" y="228"/>
                    <a:pt x="3" y="228"/>
                  </a:cubicBezTo>
                  <a:cubicBezTo>
                    <a:pt x="3" y="227"/>
                    <a:pt x="2" y="226"/>
                    <a:pt x="2" y="225"/>
                  </a:cubicBezTo>
                  <a:cubicBezTo>
                    <a:pt x="2" y="219"/>
                    <a:pt x="2" y="219"/>
                    <a:pt x="2" y="219"/>
                  </a:cubicBezTo>
                  <a:cubicBezTo>
                    <a:pt x="1" y="218"/>
                    <a:pt x="0" y="217"/>
                    <a:pt x="0" y="216"/>
                  </a:cubicBezTo>
                  <a:cubicBezTo>
                    <a:pt x="0" y="214"/>
                    <a:pt x="2" y="214"/>
                    <a:pt x="4" y="212"/>
                  </a:cubicBezTo>
                  <a:cubicBezTo>
                    <a:pt x="4" y="212"/>
                    <a:pt x="4" y="211"/>
                    <a:pt x="5" y="210"/>
                  </a:cubicBezTo>
                  <a:cubicBezTo>
                    <a:pt x="6" y="208"/>
                    <a:pt x="7" y="207"/>
                    <a:pt x="7" y="205"/>
                  </a:cubicBezTo>
                  <a:cubicBezTo>
                    <a:pt x="7" y="202"/>
                    <a:pt x="7" y="201"/>
                    <a:pt x="5" y="198"/>
                  </a:cubicBezTo>
                  <a:cubicBezTo>
                    <a:pt x="5" y="198"/>
                    <a:pt x="4" y="197"/>
                    <a:pt x="4" y="196"/>
                  </a:cubicBezTo>
                  <a:cubicBezTo>
                    <a:pt x="4" y="194"/>
                    <a:pt x="7" y="193"/>
                    <a:pt x="9" y="193"/>
                  </a:cubicBezTo>
                  <a:cubicBezTo>
                    <a:pt x="9" y="187"/>
                    <a:pt x="9" y="187"/>
                    <a:pt x="9" y="187"/>
                  </a:cubicBezTo>
                  <a:cubicBezTo>
                    <a:pt x="11" y="185"/>
                    <a:pt x="11" y="184"/>
                    <a:pt x="11" y="182"/>
                  </a:cubicBezTo>
                  <a:cubicBezTo>
                    <a:pt x="11" y="174"/>
                    <a:pt x="11" y="174"/>
                    <a:pt x="11" y="174"/>
                  </a:cubicBezTo>
                  <a:cubicBezTo>
                    <a:pt x="11" y="172"/>
                    <a:pt x="14" y="172"/>
                    <a:pt x="16" y="170"/>
                  </a:cubicBezTo>
                  <a:cubicBezTo>
                    <a:pt x="18" y="169"/>
                    <a:pt x="20" y="168"/>
                    <a:pt x="22" y="166"/>
                  </a:cubicBezTo>
                  <a:cubicBezTo>
                    <a:pt x="24" y="163"/>
                    <a:pt x="26" y="162"/>
                    <a:pt x="27" y="159"/>
                  </a:cubicBezTo>
                  <a:cubicBezTo>
                    <a:pt x="28" y="157"/>
                    <a:pt x="27" y="156"/>
                    <a:pt x="28" y="154"/>
                  </a:cubicBezTo>
                  <a:cubicBezTo>
                    <a:pt x="28" y="149"/>
                    <a:pt x="31" y="147"/>
                    <a:pt x="36" y="145"/>
                  </a:cubicBezTo>
                  <a:cubicBezTo>
                    <a:pt x="36" y="144"/>
                    <a:pt x="37" y="144"/>
                    <a:pt x="38" y="144"/>
                  </a:cubicBezTo>
                  <a:cubicBezTo>
                    <a:pt x="38" y="144"/>
                    <a:pt x="38" y="144"/>
                    <a:pt x="38" y="144"/>
                  </a:cubicBezTo>
                  <a:cubicBezTo>
                    <a:pt x="38" y="145"/>
                    <a:pt x="38" y="146"/>
                    <a:pt x="38" y="147"/>
                  </a:cubicBezTo>
                  <a:cubicBezTo>
                    <a:pt x="38" y="150"/>
                    <a:pt x="40" y="152"/>
                    <a:pt x="43" y="154"/>
                  </a:cubicBezTo>
                  <a:cubicBezTo>
                    <a:pt x="44" y="155"/>
                    <a:pt x="45" y="155"/>
                    <a:pt x="46" y="156"/>
                  </a:cubicBezTo>
                  <a:cubicBezTo>
                    <a:pt x="48" y="158"/>
                    <a:pt x="47" y="160"/>
                    <a:pt x="47" y="162"/>
                  </a:cubicBezTo>
                  <a:cubicBezTo>
                    <a:pt x="49" y="171"/>
                    <a:pt x="55" y="175"/>
                    <a:pt x="63" y="179"/>
                  </a:cubicBezTo>
                  <a:cubicBezTo>
                    <a:pt x="67" y="181"/>
                    <a:pt x="69" y="184"/>
                    <a:pt x="72" y="188"/>
                  </a:cubicBezTo>
                  <a:cubicBezTo>
                    <a:pt x="75" y="190"/>
                    <a:pt x="78" y="190"/>
                    <a:pt x="81" y="193"/>
                  </a:cubicBezTo>
                  <a:cubicBezTo>
                    <a:pt x="83" y="195"/>
                    <a:pt x="84" y="196"/>
                    <a:pt x="85" y="199"/>
                  </a:cubicBezTo>
                  <a:cubicBezTo>
                    <a:pt x="86" y="200"/>
                    <a:pt x="86" y="201"/>
                    <a:pt x="87" y="202"/>
                  </a:cubicBezTo>
                  <a:cubicBezTo>
                    <a:pt x="88" y="203"/>
                    <a:pt x="89" y="203"/>
                    <a:pt x="91" y="204"/>
                  </a:cubicBezTo>
                  <a:cubicBezTo>
                    <a:pt x="92" y="206"/>
                    <a:pt x="92" y="208"/>
                    <a:pt x="94" y="208"/>
                  </a:cubicBezTo>
                  <a:cubicBezTo>
                    <a:pt x="98" y="211"/>
                    <a:pt x="101" y="213"/>
                    <a:pt x="105" y="213"/>
                  </a:cubicBezTo>
                  <a:cubicBezTo>
                    <a:pt x="111" y="213"/>
                    <a:pt x="114" y="211"/>
                    <a:pt x="119" y="208"/>
                  </a:cubicBezTo>
                  <a:cubicBezTo>
                    <a:pt x="120" y="207"/>
                    <a:pt x="121" y="206"/>
                    <a:pt x="122" y="205"/>
                  </a:cubicBezTo>
                  <a:cubicBezTo>
                    <a:pt x="128" y="203"/>
                    <a:pt x="131" y="202"/>
                    <a:pt x="137" y="201"/>
                  </a:cubicBezTo>
                  <a:cubicBezTo>
                    <a:pt x="140" y="201"/>
                    <a:pt x="141" y="199"/>
                    <a:pt x="143" y="199"/>
                  </a:cubicBezTo>
                  <a:cubicBezTo>
                    <a:pt x="147" y="199"/>
                    <a:pt x="148" y="203"/>
                    <a:pt x="152" y="203"/>
                  </a:cubicBezTo>
                  <a:cubicBezTo>
                    <a:pt x="158" y="203"/>
                    <a:pt x="158" y="203"/>
                    <a:pt x="158" y="203"/>
                  </a:cubicBezTo>
                  <a:cubicBezTo>
                    <a:pt x="164" y="203"/>
                    <a:pt x="168" y="205"/>
                    <a:pt x="174" y="205"/>
                  </a:cubicBezTo>
                  <a:cubicBezTo>
                    <a:pt x="176" y="205"/>
                    <a:pt x="177" y="205"/>
                    <a:pt x="178" y="203"/>
                  </a:cubicBezTo>
                  <a:cubicBezTo>
                    <a:pt x="179" y="202"/>
                    <a:pt x="178" y="200"/>
                    <a:pt x="180" y="199"/>
                  </a:cubicBezTo>
                  <a:cubicBezTo>
                    <a:pt x="183" y="198"/>
                    <a:pt x="185" y="198"/>
                    <a:pt x="187" y="197"/>
                  </a:cubicBezTo>
                  <a:cubicBezTo>
                    <a:pt x="190" y="197"/>
                    <a:pt x="191" y="195"/>
                    <a:pt x="193" y="194"/>
                  </a:cubicBezTo>
                  <a:cubicBezTo>
                    <a:pt x="196" y="192"/>
                    <a:pt x="200" y="190"/>
                    <a:pt x="200" y="186"/>
                  </a:cubicBezTo>
                  <a:cubicBezTo>
                    <a:pt x="200" y="183"/>
                    <a:pt x="199" y="181"/>
                    <a:pt x="200" y="179"/>
                  </a:cubicBezTo>
                  <a:cubicBezTo>
                    <a:pt x="201" y="177"/>
                    <a:pt x="204" y="178"/>
                    <a:pt x="206" y="177"/>
                  </a:cubicBezTo>
                  <a:cubicBezTo>
                    <a:pt x="207" y="176"/>
                    <a:pt x="207" y="175"/>
                    <a:pt x="208" y="174"/>
                  </a:cubicBezTo>
                  <a:cubicBezTo>
                    <a:pt x="210" y="171"/>
                    <a:pt x="213" y="172"/>
                    <a:pt x="217" y="172"/>
                  </a:cubicBezTo>
                  <a:cubicBezTo>
                    <a:pt x="223" y="172"/>
                    <a:pt x="226" y="172"/>
                    <a:pt x="233" y="173"/>
                  </a:cubicBezTo>
                  <a:cubicBezTo>
                    <a:pt x="238" y="172"/>
                    <a:pt x="240" y="171"/>
                    <a:pt x="245" y="171"/>
                  </a:cubicBezTo>
                  <a:cubicBezTo>
                    <a:pt x="251" y="171"/>
                    <a:pt x="252" y="179"/>
                    <a:pt x="257" y="180"/>
                  </a:cubicBezTo>
                  <a:cubicBezTo>
                    <a:pt x="261" y="181"/>
                    <a:pt x="264" y="181"/>
                    <a:pt x="267" y="183"/>
                  </a:cubicBezTo>
                  <a:cubicBezTo>
                    <a:pt x="270" y="185"/>
                    <a:pt x="271" y="187"/>
                    <a:pt x="274" y="187"/>
                  </a:cubicBezTo>
                  <a:cubicBezTo>
                    <a:pt x="276" y="187"/>
                    <a:pt x="277" y="186"/>
                    <a:pt x="279" y="186"/>
                  </a:cubicBezTo>
                  <a:cubicBezTo>
                    <a:pt x="282" y="186"/>
                    <a:pt x="283" y="186"/>
                    <a:pt x="286" y="187"/>
                  </a:cubicBezTo>
                  <a:cubicBezTo>
                    <a:pt x="287" y="188"/>
                    <a:pt x="288" y="190"/>
                    <a:pt x="290" y="190"/>
                  </a:cubicBezTo>
                  <a:cubicBezTo>
                    <a:pt x="294" y="190"/>
                    <a:pt x="296" y="187"/>
                    <a:pt x="299" y="184"/>
                  </a:cubicBezTo>
                  <a:cubicBezTo>
                    <a:pt x="303" y="181"/>
                    <a:pt x="304" y="176"/>
                    <a:pt x="308" y="176"/>
                  </a:cubicBezTo>
                  <a:cubicBezTo>
                    <a:pt x="316" y="176"/>
                    <a:pt x="316" y="176"/>
                    <a:pt x="316" y="176"/>
                  </a:cubicBezTo>
                  <a:cubicBezTo>
                    <a:pt x="321" y="176"/>
                    <a:pt x="324" y="174"/>
                    <a:pt x="329" y="174"/>
                  </a:cubicBezTo>
                  <a:cubicBezTo>
                    <a:pt x="334" y="174"/>
                    <a:pt x="334" y="174"/>
                    <a:pt x="334" y="174"/>
                  </a:cubicBezTo>
                  <a:cubicBezTo>
                    <a:pt x="336" y="174"/>
                    <a:pt x="336" y="176"/>
                    <a:pt x="338" y="176"/>
                  </a:cubicBezTo>
                  <a:cubicBezTo>
                    <a:pt x="344" y="176"/>
                    <a:pt x="344" y="176"/>
                    <a:pt x="344" y="176"/>
                  </a:cubicBezTo>
                  <a:cubicBezTo>
                    <a:pt x="346" y="176"/>
                    <a:pt x="346" y="174"/>
                    <a:pt x="347" y="172"/>
                  </a:cubicBezTo>
                  <a:cubicBezTo>
                    <a:pt x="349" y="168"/>
                    <a:pt x="350" y="166"/>
                    <a:pt x="351" y="162"/>
                  </a:cubicBezTo>
                  <a:cubicBezTo>
                    <a:pt x="352" y="158"/>
                    <a:pt x="354" y="156"/>
                    <a:pt x="357" y="153"/>
                  </a:cubicBezTo>
                  <a:cubicBezTo>
                    <a:pt x="358" y="152"/>
                    <a:pt x="359" y="151"/>
                    <a:pt x="359" y="150"/>
                  </a:cubicBezTo>
                  <a:cubicBezTo>
                    <a:pt x="359" y="147"/>
                    <a:pt x="358" y="146"/>
                    <a:pt x="358" y="144"/>
                  </a:cubicBezTo>
                  <a:cubicBezTo>
                    <a:pt x="358" y="139"/>
                    <a:pt x="359" y="136"/>
                    <a:pt x="360" y="132"/>
                  </a:cubicBezTo>
                  <a:cubicBezTo>
                    <a:pt x="361" y="129"/>
                    <a:pt x="361" y="127"/>
                    <a:pt x="363" y="125"/>
                  </a:cubicBezTo>
                  <a:cubicBezTo>
                    <a:pt x="369" y="121"/>
                    <a:pt x="374" y="121"/>
                    <a:pt x="379" y="116"/>
                  </a:cubicBezTo>
                  <a:cubicBezTo>
                    <a:pt x="381" y="114"/>
                    <a:pt x="383" y="113"/>
                    <a:pt x="383" y="111"/>
                  </a:cubicBezTo>
                  <a:cubicBezTo>
                    <a:pt x="383" y="107"/>
                    <a:pt x="378" y="107"/>
                    <a:pt x="375" y="107"/>
                  </a:cubicBezTo>
                  <a:cubicBezTo>
                    <a:pt x="375" y="104"/>
                    <a:pt x="375" y="104"/>
                    <a:pt x="375" y="104"/>
                  </a:cubicBezTo>
                  <a:cubicBezTo>
                    <a:pt x="375" y="102"/>
                    <a:pt x="376" y="102"/>
                    <a:pt x="376" y="100"/>
                  </a:cubicBezTo>
                  <a:cubicBezTo>
                    <a:pt x="377" y="98"/>
                    <a:pt x="377" y="95"/>
                    <a:pt x="379" y="93"/>
                  </a:cubicBezTo>
                  <a:cubicBezTo>
                    <a:pt x="381" y="90"/>
                    <a:pt x="383" y="87"/>
                    <a:pt x="383" y="83"/>
                  </a:cubicBezTo>
                  <a:cubicBezTo>
                    <a:pt x="387" y="83"/>
                    <a:pt x="387" y="83"/>
                    <a:pt x="387" y="83"/>
                  </a:cubicBezTo>
                  <a:cubicBezTo>
                    <a:pt x="389" y="83"/>
                    <a:pt x="390" y="84"/>
                    <a:pt x="392" y="84"/>
                  </a:cubicBezTo>
                  <a:cubicBezTo>
                    <a:pt x="394" y="84"/>
                    <a:pt x="395" y="81"/>
                    <a:pt x="398" y="80"/>
                  </a:cubicBezTo>
                  <a:cubicBezTo>
                    <a:pt x="399" y="79"/>
                    <a:pt x="401" y="78"/>
                    <a:pt x="402" y="77"/>
                  </a:cubicBezTo>
                  <a:cubicBezTo>
                    <a:pt x="404" y="75"/>
                    <a:pt x="403" y="73"/>
                    <a:pt x="403" y="70"/>
                  </a:cubicBezTo>
                  <a:cubicBezTo>
                    <a:pt x="403" y="66"/>
                    <a:pt x="403" y="64"/>
                    <a:pt x="405" y="60"/>
                  </a:cubicBezTo>
                  <a:cubicBezTo>
                    <a:pt x="406" y="57"/>
                    <a:pt x="408" y="56"/>
                    <a:pt x="408" y="53"/>
                  </a:cubicBezTo>
                  <a:cubicBezTo>
                    <a:pt x="408" y="49"/>
                    <a:pt x="405" y="48"/>
                    <a:pt x="405" y="44"/>
                  </a:cubicBezTo>
                  <a:cubicBezTo>
                    <a:pt x="405" y="37"/>
                    <a:pt x="405" y="37"/>
                    <a:pt x="405" y="37"/>
                  </a:cubicBezTo>
                  <a:cubicBezTo>
                    <a:pt x="405" y="32"/>
                    <a:pt x="407" y="30"/>
                    <a:pt x="409" y="25"/>
                  </a:cubicBezTo>
                  <a:cubicBezTo>
                    <a:pt x="411" y="21"/>
                    <a:pt x="411" y="18"/>
                    <a:pt x="412" y="14"/>
                  </a:cubicBezTo>
                  <a:cubicBezTo>
                    <a:pt x="413" y="11"/>
                    <a:pt x="415" y="11"/>
                    <a:pt x="418" y="9"/>
                  </a:cubicBezTo>
                  <a:cubicBezTo>
                    <a:pt x="421" y="6"/>
                    <a:pt x="423" y="4"/>
                    <a:pt x="427" y="4"/>
                  </a:cubicBezTo>
                  <a:cubicBezTo>
                    <a:pt x="430" y="4"/>
                    <a:pt x="431" y="5"/>
                    <a:pt x="434" y="5"/>
                  </a:cubicBezTo>
                  <a:cubicBezTo>
                    <a:pt x="439" y="5"/>
                    <a:pt x="442" y="0"/>
                    <a:pt x="447" y="0"/>
                  </a:cubicBezTo>
                  <a:cubicBezTo>
                    <a:pt x="452" y="0"/>
                    <a:pt x="454" y="3"/>
                    <a:pt x="458" y="3"/>
                  </a:cubicBezTo>
                  <a:cubicBezTo>
                    <a:pt x="464" y="3"/>
                    <a:pt x="468" y="2"/>
                    <a:pt x="474" y="2"/>
                  </a:cubicBezTo>
                  <a:cubicBezTo>
                    <a:pt x="478" y="2"/>
                    <a:pt x="480" y="2"/>
                    <a:pt x="484" y="2"/>
                  </a:cubicBezTo>
                  <a:cubicBezTo>
                    <a:pt x="491" y="2"/>
                    <a:pt x="495" y="1"/>
                    <a:pt x="503" y="1"/>
                  </a:cubicBezTo>
                  <a:cubicBezTo>
                    <a:pt x="508" y="1"/>
                    <a:pt x="509" y="6"/>
                    <a:pt x="513" y="8"/>
                  </a:cubicBezTo>
                  <a:cubicBezTo>
                    <a:pt x="518" y="9"/>
                    <a:pt x="520" y="11"/>
                    <a:pt x="524" y="13"/>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131"/>
            <p:cNvSpPr>
              <a:spLocks/>
            </p:cNvSpPr>
            <p:nvPr/>
          </p:nvSpPr>
          <p:spPr bwMode="auto">
            <a:xfrm>
              <a:off x="6765925" y="2451100"/>
              <a:ext cx="1704975" cy="1500188"/>
            </a:xfrm>
            <a:custGeom>
              <a:avLst/>
              <a:gdLst/>
              <a:ahLst/>
              <a:cxnLst>
                <a:cxn ang="0">
                  <a:pos x="592" y="518"/>
                </a:cxn>
                <a:cxn ang="0">
                  <a:pos x="544" y="472"/>
                </a:cxn>
                <a:cxn ang="0">
                  <a:pos x="500" y="463"/>
                </a:cxn>
                <a:cxn ang="0">
                  <a:pos x="445" y="486"/>
                </a:cxn>
                <a:cxn ang="0">
                  <a:pos x="409" y="485"/>
                </a:cxn>
                <a:cxn ang="0">
                  <a:pos x="421" y="449"/>
                </a:cxn>
                <a:cxn ang="0">
                  <a:pos x="480" y="434"/>
                </a:cxn>
                <a:cxn ang="0">
                  <a:pos x="478" y="414"/>
                </a:cxn>
                <a:cxn ang="0">
                  <a:pos x="468" y="405"/>
                </a:cxn>
                <a:cxn ang="0">
                  <a:pos x="469" y="386"/>
                </a:cxn>
                <a:cxn ang="0">
                  <a:pos x="451" y="356"/>
                </a:cxn>
                <a:cxn ang="0">
                  <a:pos x="440" y="325"/>
                </a:cxn>
                <a:cxn ang="0">
                  <a:pos x="428" y="308"/>
                </a:cxn>
                <a:cxn ang="0">
                  <a:pos x="405" y="294"/>
                </a:cxn>
                <a:cxn ang="0">
                  <a:pos x="380" y="281"/>
                </a:cxn>
                <a:cxn ang="0">
                  <a:pos x="334" y="267"/>
                </a:cxn>
                <a:cxn ang="0">
                  <a:pos x="289" y="251"/>
                </a:cxn>
                <a:cxn ang="0">
                  <a:pos x="237" y="237"/>
                </a:cxn>
                <a:cxn ang="0">
                  <a:pos x="218" y="222"/>
                </a:cxn>
                <a:cxn ang="0">
                  <a:pos x="196" y="216"/>
                </a:cxn>
                <a:cxn ang="0">
                  <a:pos x="173" y="198"/>
                </a:cxn>
                <a:cxn ang="0">
                  <a:pos x="163" y="179"/>
                </a:cxn>
                <a:cxn ang="0">
                  <a:pos x="171" y="161"/>
                </a:cxn>
                <a:cxn ang="0">
                  <a:pos x="158" y="191"/>
                </a:cxn>
                <a:cxn ang="0">
                  <a:pos x="133" y="225"/>
                </a:cxn>
                <a:cxn ang="0">
                  <a:pos x="111" y="208"/>
                </a:cxn>
                <a:cxn ang="0">
                  <a:pos x="114" y="189"/>
                </a:cxn>
                <a:cxn ang="0">
                  <a:pos x="100" y="176"/>
                </a:cxn>
                <a:cxn ang="0">
                  <a:pos x="68" y="156"/>
                </a:cxn>
                <a:cxn ang="0">
                  <a:pos x="75" y="142"/>
                </a:cxn>
                <a:cxn ang="0">
                  <a:pos x="114" y="145"/>
                </a:cxn>
                <a:cxn ang="0">
                  <a:pos x="151" y="133"/>
                </a:cxn>
                <a:cxn ang="0">
                  <a:pos x="166" y="133"/>
                </a:cxn>
                <a:cxn ang="0">
                  <a:pos x="177" y="116"/>
                </a:cxn>
                <a:cxn ang="0">
                  <a:pos x="162" y="113"/>
                </a:cxn>
                <a:cxn ang="0">
                  <a:pos x="127" y="114"/>
                </a:cxn>
                <a:cxn ang="0">
                  <a:pos x="81" y="117"/>
                </a:cxn>
                <a:cxn ang="0">
                  <a:pos x="59" y="88"/>
                </a:cxn>
                <a:cxn ang="0">
                  <a:pos x="45" y="74"/>
                </a:cxn>
                <a:cxn ang="0">
                  <a:pos x="26" y="64"/>
                </a:cxn>
                <a:cxn ang="0">
                  <a:pos x="7" y="67"/>
                </a:cxn>
                <a:cxn ang="0">
                  <a:pos x="18" y="46"/>
                </a:cxn>
                <a:cxn ang="0">
                  <a:pos x="65" y="11"/>
                </a:cxn>
                <a:cxn ang="0">
                  <a:pos x="124" y="8"/>
                </a:cxn>
                <a:cxn ang="0">
                  <a:pos x="164" y="25"/>
                </a:cxn>
                <a:cxn ang="0">
                  <a:pos x="198" y="56"/>
                </a:cxn>
                <a:cxn ang="0">
                  <a:pos x="193" y="98"/>
                </a:cxn>
                <a:cxn ang="0">
                  <a:pos x="214" y="151"/>
                </a:cxn>
                <a:cxn ang="0">
                  <a:pos x="223" y="146"/>
                </a:cxn>
                <a:cxn ang="0">
                  <a:pos x="239" y="176"/>
                </a:cxn>
                <a:cxn ang="0">
                  <a:pos x="284" y="171"/>
                </a:cxn>
                <a:cxn ang="0">
                  <a:pos x="310" y="142"/>
                </a:cxn>
                <a:cxn ang="0">
                  <a:pos x="336" y="111"/>
                </a:cxn>
                <a:cxn ang="0">
                  <a:pos x="364" y="108"/>
                </a:cxn>
                <a:cxn ang="0">
                  <a:pos x="391" y="80"/>
                </a:cxn>
                <a:cxn ang="0">
                  <a:pos x="454" y="84"/>
                </a:cxn>
                <a:cxn ang="0">
                  <a:pos x="525" y="115"/>
                </a:cxn>
                <a:cxn ang="0">
                  <a:pos x="577" y="126"/>
                </a:cxn>
              </a:cxnLst>
              <a:rect l="0" t="0" r="r" b="b"/>
              <a:pathLst>
                <a:path w="607" h="533">
                  <a:moveTo>
                    <a:pt x="605" y="136"/>
                  </a:moveTo>
                  <a:cubicBezTo>
                    <a:pt x="606" y="364"/>
                    <a:pt x="606" y="364"/>
                    <a:pt x="606" y="364"/>
                  </a:cubicBezTo>
                  <a:cubicBezTo>
                    <a:pt x="602" y="371"/>
                    <a:pt x="595" y="374"/>
                    <a:pt x="595" y="383"/>
                  </a:cubicBezTo>
                  <a:cubicBezTo>
                    <a:pt x="595" y="391"/>
                    <a:pt x="605" y="392"/>
                    <a:pt x="607" y="399"/>
                  </a:cubicBezTo>
                  <a:cubicBezTo>
                    <a:pt x="607" y="533"/>
                    <a:pt x="607" y="533"/>
                    <a:pt x="607" y="533"/>
                  </a:cubicBezTo>
                  <a:cubicBezTo>
                    <a:pt x="607" y="533"/>
                    <a:pt x="607" y="533"/>
                    <a:pt x="607" y="533"/>
                  </a:cubicBezTo>
                  <a:cubicBezTo>
                    <a:pt x="605" y="531"/>
                    <a:pt x="605" y="528"/>
                    <a:pt x="603" y="527"/>
                  </a:cubicBezTo>
                  <a:cubicBezTo>
                    <a:pt x="600" y="526"/>
                    <a:pt x="597" y="526"/>
                    <a:pt x="596" y="523"/>
                  </a:cubicBezTo>
                  <a:cubicBezTo>
                    <a:pt x="595" y="521"/>
                    <a:pt x="593" y="520"/>
                    <a:pt x="592" y="518"/>
                  </a:cubicBezTo>
                  <a:cubicBezTo>
                    <a:pt x="590" y="516"/>
                    <a:pt x="589" y="515"/>
                    <a:pt x="586" y="513"/>
                  </a:cubicBezTo>
                  <a:cubicBezTo>
                    <a:pt x="585" y="512"/>
                    <a:pt x="585" y="511"/>
                    <a:pt x="584" y="509"/>
                  </a:cubicBezTo>
                  <a:cubicBezTo>
                    <a:pt x="581" y="504"/>
                    <a:pt x="579" y="502"/>
                    <a:pt x="575" y="498"/>
                  </a:cubicBezTo>
                  <a:cubicBezTo>
                    <a:pt x="572" y="495"/>
                    <a:pt x="572" y="493"/>
                    <a:pt x="568" y="492"/>
                  </a:cubicBezTo>
                  <a:cubicBezTo>
                    <a:pt x="566" y="491"/>
                    <a:pt x="565" y="490"/>
                    <a:pt x="563" y="489"/>
                  </a:cubicBezTo>
                  <a:cubicBezTo>
                    <a:pt x="560" y="488"/>
                    <a:pt x="560" y="485"/>
                    <a:pt x="557" y="483"/>
                  </a:cubicBezTo>
                  <a:cubicBezTo>
                    <a:pt x="555" y="481"/>
                    <a:pt x="553" y="480"/>
                    <a:pt x="550" y="479"/>
                  </a:cubicBezTo>
                  <a:cubicBezTo>
                    <a:pt x="548" y="477"/>
                    <a:pt x="548" y="476"/>
                    <a:pt x="546" y="474"/>
                  </a:cubicBezTo>
                  <a:cubicBezTo>
                    <a:pt x="545" y="473"/>
                    <a:pt x="544" y="473"/>
                    <a:pt x="544" y="472"/>
                  </a:cubicBezTo>
                  <a:cubicBezTo>
                    <a:pt x="544" y="468"/>
                    <a:pt x="552" y="464"/>
                    <a:pt x="544" y="468"/>
                  </a:cubicBezTo>
                  <a:cubicBezTo>
                    <a:pt x="542" y="469"/>
                    <a:pt x="540" y="468"/>
                    <a:pt x="538" y="468"/>
                  </a:cubicBezTo>
                  <a:cubicBezTo>
                    <a:pt x="534" y="468"/>
                    <a:pt x="532" y="468"/>
                    <a:pt x="529" y="468"/>
                  </a:cubicBezTo>
                  <a:cubicBezTo>
                    <a:pt x="525" y="468"/>
                    <a:pt x="523" y="469"/>
                    <a:pt x="519" y="470"/>
                  </a:cubicBezTo>
                  <a:cubicBezTo>
                    <a:pt x="517" y="471"/>
                    <a:pt x="516" y="471"/>
                    <a:pt x="514" y="472"/>
                  </a:cubicBezTo>
                  <a:cubicBezTo>
                    <a:pt x="512" y="473"/>
                    <a:pt x="511" y="474"/>
                    <a:pt x="509" y="474"/>
                  </a:cubicBezTo>
                  <a:cubicBezTo>
                    <a:pt x="506" y="474"/>
                    <a:pt x="506" y="474"/>
                    <a:pt x="506" y="474"/>
                  </a:cubicBezTo>
                  <a:cubicBezTo>
                    <a:pt x="502" y="474"/>
                    <a:pt x="500" y="470"/>
                    <a:pt x="500" y="466"/>
                  </a:cubicBezTo>
                  <a:cubicBezTo>
                    <a:pt x="500" y="463"/>
                    <a:pt x="500" y="463"/>
                    <a:pt x="500" y="463"/>
                  </a:cubicBezTo>
                  <a:cubicBezTo>
                    <a:pt x="501" y="457"/>
                    <a:pt x="498" y="466"/>
                    <a:pt x="495" y="469"/>
                  </a:cubicBezTo>
                  <a:cubicBezTo>
                    <a:pt x="494" y="469"/>
                    <a:pt x="494" y="469"/>
                    <a:pt x="493" y="469"/>
                  </a:cubicBezTo>
                  <a:cubicBezTo>
                    <a:pt x="490" y="470"/>
                    <a:pt x="489" y="471"/>
                    <a:pt x="487" y="472"/>
                  </a:cubicBezTo>
                  <a:cubicBezTo>
                    <a:pt x="483" y="476"/>
                    <a:pt x="484" y="482"/>
                    <a:pt x="480" y="475"/>
                  </a:cubicBezTo>
                  <a:cubicBezTo>
                    <a:pt x="479" y="474"/>
                    <a:pt x="479" y="473"/>
                    <a:pt x="479" y="473"/>
                  </a:cubicBezTo>
                  <a:cubicBezTo>
                    <a:pt x="478" y="472"/>
                    <a:pt x="477" y="472"/>
                    <a:pt x="477" y="471"/>
                  </a:cubicBezTo>
                  <a:cubicBezTo>
                    <a:pt x="477" y="460"/>
                    <a:pt x="472" y="468"/>
                    <a:pt x="462" y="477"/>
                  </a:cubicBezTo>
                  <a:cubicBezTo>
                    <a:pt x="460" y="478"/>
                    <a:pt x="458" y="479"/>
                    <a:pt x="456" y="481"/>
                  </a:cubicBezTo>
                  <a:cubicBezTo>
                    <a:pt x="452" y="484"/>
                    <a:pt x="449" y="486"/>
                    <a:pt x="445" y="486"/>
                  </a:cubicBezTo>
                  <a:cubicBezTo>
                    <a:pt x="443" y="486"/>
                    <a:pt x="442" y="486"/>
                    <a:pt x="441" y="486"/>
                  </a:cubicBezTo>
                  <a:cubicBezTo>
                    <a:pt x="439" y="485"/>
                    <a:pt x="439" y="484"/>
                    <a:pt x="437" y="484"/>
                  </a:cubicBezTo>
                  <a:cubicBezTo>
                    <a:pt x="433" y="484"/>
                    <a:pt x="433" y="484"/>
                    <a:pt x="433" y="484"/>
                  </a:cubicBezTo>
                  <a:cubicBezTo>
                    <a:pt x="432" y="484"/>
                    <a:pt x="432" y="484"/>
                    <a:pt x="431" y="484"/>
                  </a:cubicBezTo>
                  <a:cubicBezTo>
                    <a:pt x="428" y="484"/>
                    <a:pt x="428" y="484"/>
                    <a:pt x="428" y="484"/>
                  </a:cubicBezTo>
                  <a:cubicBezTo>
                    <a:pt x="426" y="484"/>
                    <a:pt x="425" y="484"/>
                    <a:pt x="423" y="484"/>
                  </a:cubicBezTo>
                  <a:cubicBezTo>
                    <a:pt x="420" y="484"/>
                    <a:pt x="420" y="484"/>
                    <a:pt x="420" y="484"/>
                  </a:cubicBezTo>
                  <a:cubicBezTo>
                    <a:pt x="418" y="484"/>
                    <a:pt x="417" y="484"/>
                    <a:pt x="416" y="484"/>
                  </a:cubicBezTo>
                  <a:cubicBezTo>
                    <a:pt x="413" y="484"/>
                    <a:pt x="412" y="484"/>
                    <a:pt x="409" y="485"/>
                  </a:cubicBezTo>
                  <a:cubicBezTo>
                    <a:pt x="408" y="486"/>
                    <a:pt x="408" y="486"/>
                    <a:pt x="407" y="487"/>
                  </a:cubicBezTo>
                  <a:cubicBezTo>
                    <a:pt x="406" y="487"/>
                    <a:pt x="406" y="488"/>
                    <a:pt x="405" y="488"/>
                  </a:cubicBezTo>
                  <a:cubicBezTo>
                    <a:pt x="404" y="488"/>
                    <a:pt x="403" y="487"/>
                    <a:pt x="403" y="486"/>
                  </a:cubicBezTo>
                  <a:cubicBezTo>
                    <a:pt x="403" y="483"/>
                    <a:pt x="404" y="482"/>
                    <a:pt x="405" y="479"/>
                  </a:cubicBezTo>
                  <a:cubicBezTo>
                    <a:pt x="406" y="476"/>
                    <a:pt x="406" y="475"/>
                    <a:pt x="407" y="473"/>
                  </a:cubicBezTo>
                  <a:cubicBezTo>
                    <a:pt x="408" y="471"/>
                    <a:pt x="409" y="470"/>
                    <a:pt x="410" y="468"/>
                  </a:cubicBezTo>
                  <a:cubicBezTo>
                    <a:pt x="412" y="465"/>
                    <a:pt x="414" y="464"/>
                    <a:pt x="415" y="461"/>
                  </a:cubicBezTo>
                  <a:cubicBezTo>
                    <a:pt x="416" y="458"/>
                    <a:pt x="416" y="456"/>
                    <a:pt x="417" y="454"/>
                  </a:cubicBezTo>
                  <a:cubicBezTo>
                    <a:pt x="418" y="452"/>
                    <a:pt x="420" y="451"/>
                    <a:pt x="421" y="449"/>
                  </a:cubicBezTo>
                  <a:cubicBezTo>
                    <a:pt x="422" y="447"/>
                    <a:pt x="423" y="446"/>
                    <a:pt x="424" y="444"/>
                  </a:cubicBezTo>
                  <a:cubicBezTo>
                    <a:pt x="425" y="442"/>
                    <a:pt x="425" y="441"/>
                    <a:pt x="426" y="439"/>
                  </a:cubicBezTo>
                  <a:cubicBezTo>
                    <a:pt x="427" y="437"/>
                    <a:pt x="429" y="437"/>
                    <a:pt x="431" y="435"/>
                  </a:cubicBezTo>
                  <a:cubicBezTo>
                    <a:pt x="434" y="433"/>
                    <a:pt x="435" y="431"/>
                    <a:pt x="439" y="430"/>
                  </a:cubicBezTo>
                  <a:cubicBezTo>
                    <a:pt x="442" y="429"/>
                    <a:pt x="444" y="428"/>
                    <a:pt x="447" y="427"/>
                  </a:cubicBezTo>
                  <a:cubicBezTo>
                    <a:pt x="449" y="427"/>
                    <a:pt x="449" y="426"/>
                    <a:pt x="451" y="426"/>
                  </a:cubicBezTo>
                  <a:cubicBezTo>
                    <a:pt x="456" y="425"/>
                    <a:pt x="459" y="424"/>
                    <a:pt x="465" y="424"/>
                  </a:cubicBezTo>
                  <a:cubicBezTo>
                    <a:pt x="470" y="424"/>
                    <a:pt x="473" y="426"/>
                    <a:pt x="477" y="430"/>
                  </a:cubicBezTo>
                  <a:cubicBezTo>
                    <a:pt x="478" y="431"/>
                    <a:pt x="479" y="433"/>
                    <a:pt x="480" y="434"/>
                  </a:cubicBezTo>
                  <a:cubicBezTo>
                    <a:pt x="482" y="435"/>
                    <a:pt x="484" y="435"/>
                    <a:pt x="486" y="435"/>
                  </a:cubicBezTo>
                  <a:cubicBezTo>
                    <a:pt x="487" y="435"/>
                    <a:pt x="488" y="435"/>
                    <a:pt x="489" y="434"/>
                  </a:cubicBezTo>
                  <a:cubicBezTo>
                    <a:pt x="488" y="432"/>
                    <a:pt x="485" y="433"/>
                    <a:pt x="484" y="432"/>
                  </a:cubicBezTo>
                  <a:cubicBezTo>
                    <a:pt x="483" y="431"/>
                    <a:pt x="482" y="430"/>
                    <a:pt x="482" y="429"/>
                  </a:cubicBezTo>
                  <a:cubicBezTo>
                    <a:pt x="481" y="427"/>
                    <a:pt x="480" y="426"/>
                    <a:pt x="479" y="425"/>
                  </a:cubicBezTo>
                  <a:cubicBezTo>
                    <a:pt x="477" y="423"/>
                    <a:pt x="476" y="421"/>
                    <a:pt x="474" y="419"/>
                  </a:cubicBezTo>
                  <a:cubicBezTo>
                    <a:pt x="472" y="418"/>
                    <a:pt x="471" y="417"/>
                    <a:pt x="469" y="416"/>
                  </a:cubicBezTo>
                  <a:cubicBezTo>
                    <a:pt x="468" y="415"/>
                    <a:pt x="467" y="415"/>
                    <a:pt x="467" y="414"/>
                  </a:cubicBezTo>
                  <a:cubicBezTo>
                    <a:pt x="471" y="414"/>
                    <a:pt x="473" y="414"/>
                    <a:pt x="478" y="414"/>
                  </a:cubicBezTo>
                  <a:cubicBezTo>
                    <a:pt x="479" y="413"/>
                    <a:pt x="480" y="413"/>
                    <a:pt x="481" y="413"/>
                  </a:cubicBezTo>
                  <a:cubicBezTo>
                    <a:pt x="483" y="413"/>
                    <a:pt x="484" y="414"/>
                    <a:pt x="486" y="415"/>
                  </a:cubicBezTo>
                  <a:cubicBezTo>
                    <a:pt x="488" y="415"/>
                    <a:pt x="489" y="415"/>
                    <a:pt x="491" y="415"/>
                  </a:cubicBezTo>
                  <a:cubicBezTo>
                    <a:pt x="493" y="415"/>
                    <a:pt x="494" y="415"/>
                    <a:pt x="494" y="413"/>
                  </a:cubicBezTo>
                  <a:cubicBezTo>
                    <a:pt x="492" y="412"/>
                    <a:pt x="491" y="413"/>
                    <a:pt x="489" y="413"/>
                  </a:cubicBezTo>
                  <a:cubicBezTo>
                    <a:pt x="486" y="411"/>
                    <a:pt x="484" y="410"/>
                    <a:pt x="480" y="410"/>
                  </a:cubicBezTo>
                  <a:cubicBezTo>
                    <a:pt x="478" y="410"/>
                    <a:pt x="478" y="410"/>
                    <a:pt x="478" y="410"/>
                  </a:cubicBezTo>
                  <a:cubicBezTo>
                    <a:pt x="475" y="410"/>
                    <a:pt x="473" y="408"/>
                    <a:pt x="471" y="407"/>
                  </a:cubicBezTo>
                  <a:cubicBezTo>
                    <a:pt x="470" y="406"/>
                    <a:pt x="469" y="406"/>
                    <a:pt x="468" y="405"/>
                  </a:cubicBezTo>
                  <a:cubicBezTo>
                    <a:pt x="466" y="404"/>
                    <a:pt x="466" y="402"/>
                    <a:pt x="464" y="401"/>
                  </a:cubicBezTo>
                  <a:cubicBezTo>
                    <a:pt x="463" y="400"/>
                    <a:pt x="463" y="400"/>
                    <a:pt x="462" y="399"/>
                  </a:cubicBezTo>
                  <a:cubicBezTo>
                    <a:pt x="461" y="399"/>
                    <a:pt x="459" y="398"/>
                    <a:pt x="459" y="397"/>
                  </a:cubicBezTo>
                  <a:cubicBezTo>
                    <a:pt x="459" y="396"/>
                    <a:pt x="460" y="395"/>
                    <a:pt x="461" y="395"/>
                  </a:cubicBezTo>
                  <a:cubicBezTo>
                    <a:pt x="463" y="395"/>
                    <a:pt x="463" y="395"/>
                    <a:pt x="464" y="395"/>
                  </a:cubicBezTo>
                  <a:cubicBezTo>
                    <a:pt x="466" y="395"/>
                    <a:pt x="467" y="395"/>
                    <a:pt x="469" y="394"/>
                  </a:cubicBezTo>
                  <a:cubicBezTo>
                    <a:pt x="472" y="393"/>
                    <a:pt x="474" y="393"/>
                    <a:pt x="476" y="392"/>
                  </a:cubicBezTo>
                  <a:cubicBezTo>
                    <a:pt x="476" y="391"/>
                    <a:pt x="475" y="390"/>
                    <a:pt x="474" y="389"/>
                  </a:cubicBezTo>
                  <a:cubicBezTo>
                    <a:pt x="472" y="388"/>
                    <a:pt x="471" y="387"/>
                    <a:pt x="469" y="386"/>
                  </a:cubicBezTo>
                  <a:cubicBezTo>
                    <a:pt x="468" y="385"/>
                    <a:pt x="468" y="385"/>
                    <a:pt x="467" y="384"/>
                  </a:cubicBezTo>
                  <a:cubicBezTo>
                    <a:pt x="466" y="383"/>
                    <a:pt x="465" y="383"/>
                    <a:pt x="465" y="381"/>
                  </a:cubicBezTo>
                  <a:cubicBezTo>
                    <a:pt x="465" y="380"/>
                    <a:pt x="466" y="380"/>
                    <a:pt x="467" y="379"/>
                  </a:cubicBezTo>
                  <a:cubicBezTo>
                    <a:pt x="467" y="379"/>
                    <a:pt x="466" y="379"/>
                    <a:pt x="466" y="378"/>
                  </a:cubicBezTo>
                  <a:cubicBezTo>
                    <a:pt x="465" y="377"/>
                    <a:pt x="465" y="376"/>
                    <a:pt x="464" y="374"/>
                  </a:cubicBezTo>
                  <a:cubicBezTo>
                    <a:pt x="461" y="371"/>
                    <a:pt x="458" y="370"/>
                    <a:pt x="455" y="367"/>
                  </a:cubicBezTo>
                  <a:cubicBezTo>
                    <a:pt x="454" y="366"/>
                    <a:pt x="453" y="365"/>
                    <a:pt x="452" y="364"/>
                  </a:cubicBezTo>
                  <a:cubicBezTo>
                    <a:pt x="452" y="363"/>
                    <a:pt x="451" y="363"/>
                    <a:pt x="451" y="361"/>
                  </a:cubicBezTo>
                  <a:cubicBezTo>
                    <a:pt x="451" y="356"/>
                    <a:pt x="451" y="356"/>
                    <a:pt x="451" y="356"/>
                  </a:cubicBezTo>
                  <a:cubicBezTo>
                    <a:pt x="451" y="352"/>
                    <a:pt x="448" y="350"/>
                    <a:pt x="447" y="346"/>
                  </a:cubicBezTo>
                  <a:cubicBezTo>
                    <a:pt x="446" y="344"/>
                    <a:pt x="445" y="342"/>
                    <a:pt x="443" y="340"/>
                  </a:cubicBezTo>
                  <a:cubicBezTo>
                    <a:pt x="442" y="339"/>
                    <a:pt x="441" y="338"/>
                    <a:pt x="441" y="337"/>
                  </a:cubicBezTo>
                  <a:cubicBezTo>
                    <a:pt x="441" y="335"/>
                    <a:pt x="442" y="335"/>
                    <a:pt x="444" y="334"/>
                  </a:cubicBezTo>
                  <a:cubicBezTo>
                    <a:pt x="444" y="333"/>
                    <a:pt x="445" y="333"/>
                    <a:pt x="445" y="332"/>
                  </a:cubicBezTo>
                  <a:cubicBezTo>
                    <a:pt x="445" y="332"/>
                    <a:pt x="444" y="332"/>
                    <a:pt x="444" y="331"/>
                  </a:cubicBezTo>
                  <a:cubicBezTo>
                    <a:pt x="442" y="331"/>
                    <a:pt x="440" y="331"/>
                    <a:pt x="438" y="330"/>
                  </a:cubicBezTo>
                  <a:cubicBezTo>
                    <a:pt x="438" y="330"/>
                    <a:pt x="437" y="330"/>
                    <a:pt x="437" y="329"/>
                  </a:cubicBezTo>
                  <a:cubicBezTo>
                    <a:pt x="437" y="327"/>
                    <a:pt x="438" y="326"/>
                    <a:pt x="440" y="325"/>
                  </a:cubicBezTo>
                  <a:cubicBezTo>
                    <a:pt x="441" y="324"/>
                    <a:pt x="441" y="323"/>
                    <a:pt x="442" y="322"/>
                  </a:cubicBezTo>
                  <a:cubicBezTo>
                    <a:pt x="439" y="322"/>
                    <a:pt x="438" y="322"/>
                    <a:pt x="435" y="322"/>
                  </a:cubicBezTo>
                  <a:cubicBezTo>
                    <a:pt x="434" y="323"/>
                    <a:pt x="433" y="324"/>
                    <a:pt x="431" y="324"/>
                  </a:cubicBezTo>
                  <a:cubicBezTo>
                    <a:pt x="431" y="324"/>
                    <a:pt x="431" y="323"/>
                    <a:pt x="431" y="322"/>
                  </a:cubicBezTo>
                  <a:cubicBezTo>
                    <a:pt x="431" y="322"/>
                    <a:pt x="430" y="322"/>
                    <a:pt x="430" y="321"/>
                  </a:cubicBezTo>
                  <a:cubicBezTo>
                    <a:pt x="430" y="318"/>
                    <a:pt x="430" y="318"/>
                    <a:pt x="430" y="318"/>
                  </a:cubicBezTo>
                  <a:cubicBezTo>
                    <a:pt x="430" y="317"/>
                    <a:pt x="431" y="317"/>
                    <a:pt x="431" y="315"/>
                  </a:cubicBezTo>
                  <a:cubicBezTo>
                    <a:pt x="431" y="314"/>
                    <a:pt x="430" y="313"/>
                    <a:pt x="430" y="312"/>
                  </a:cubicBezTo>
                  <a:cubicBezTo>
                    <a:pt x="430" y="311"/>
                    <a:pt x="430" y="308"/>
                    <a:pt x="428" y="308"/>
                  </a:cubicBezTo>
                  <a:cubicBezTo>
                    <a:pt x="427" y="308"/>
                    <a:pt x="427" y="310"/>
                    <a:pt x="426" y="310"/>
                  </a:cubicBezTo>
                  <a:cubicBezTo>
                    <a:pt x="424" y="310"/>
                    <a:pt x="422" y="308"/>
                    <a:pt x="421" y="306"/>
                  </a:cubicBezTo>
                  <a:cubicBezTo>
                    <a:pt x="420" y="305"/>
                    <a:pt x="420" y="303"/>
                    <a:pt x="418" y="303"/>
                  </a:cubicBezTo>
                  <a:cubicBezTo>
                    <a:pt x="417" y="303"/>
                    <a:pt x="417" y="304"/>
                    <a:pt x="416" y="304"/>
                  </a:cubicBezTo>
                  <a:cubicBezTo>
                    <a:pt x="413" y="304"/>
                    <a:pt x="412" y="300"/>
                    <a:pt x="412" y="298"/>
                  </a:cubicBezTo>
                  <a:cubicBezTo>
                    <a:pt x="410" y="298"/>
                    <a:pt x="410" y="298"/>
                    <a:pt x="410" y="298"/>
                  </a:cubicBezTo>
                  <a:cubicBezTo>
                    <a:pt x="410" y="298"/>
                    <a:pt x="410" y="298"/>
                    <a:pt x="409" y="298"/>
                  </a:cubicBezTo>
                  <a:cubicBezTo>
                    <a:pt x="408" y="298"/>
                    <a:pt x="408" y="296"/>
                    <a:pt x="407" y="295"/>
                  </a:cubicBezTo>
                  <a:cubicBezTo>
                    <a:pt x="407" y="294"/>
                    <a:pt x="406" y="294"/>
                    <a:pt x="405" y="294"/>
                  </a:cubicBezTo>
                  <a:cubicBezTo>
                    <a:pt x="403" y="294"/>
                    <a:pt x="400" y="294"/>
                    <a:pt x="400" y="292"/>
                  </a:cubicBezTo>
                  <a:cubicBezTo>
                    <a:pt x="400" y="290"/>
                    <a:pt x="401" y="288"/>
                    <a:pt x="399" y="288"/>
                  </a:cubicBezTo>
                  <a:cubicBezTo>
                    <a:pt x="398" y="288"/>
                    <a:pt x="398" y="290"/>
                    <a:pt x="396" y="290"/>
                  </a:cubicBezTo>
                  <a:cubicBezTo>
                    <a:pt x="395" y="290"/>
                    <a:pt x="394" y="288"/>
                    <a:pt x="393" y="288"/>
                  </a:cubicBezTo>
                  <a:cubicBezTo>
                    <a:pt x="391" y="287"/>
                    <a:pt x="390" y="288"/>
                    <a:pt x="388" y="287"/>
                  </a:cubicBezTo>
                  <a:cubicBezTo>
                    <a:pt x="387" y="286"/>
                    <a:pt x="388" y="284"/>
                    <a:pt x="386" y="284"/>
                  </a:cubicBezTo>
                  <a:cubicBezTo>
                    <a:pt x="386" y="283"/>
                    <a:pt x="385" y="284"/>
                    <a:pt x="385" y="283"/>
                  </a:cubicBezTo>
                  <a:cubicBezTo>
                    <a:pt x="383" y="283"/>
                    <a:pt x="382" y="284"/>
                    <a:pt x="381" y="282"/>
                  </a:cubicBezTo>
                  <a:cubicBezTo>
                    <a:pt x="381" y="280"/>
                    <a:pt x="382" y="278"/>
                    <a:pt x="380" y="281"/>
                  </a:cubicBezTo>
                  <a:cubicBezTo>
                    <a:pt x="377" y="281"/>
                    <a:pt x="377" y="281"/>
                    <a:pt x="377" y="281"/>
                  </a:cubicBezTo>
                  <a:cubicBezTo>
                    <a:pt x="376" y="281"/>
                    <a:pt x="376" y="280"/>
                    <a:pt x="375" y="280"/>
                  </a:cubicBezTo>
                  <a:cubicBezTo>
                    <a:pt x="374" y="279"/>
                    <a:pt x="373" y="280"/>
                    <a:pt x="372" y="279"/>
                  </a:cubicBezTo>
                  <a:cubicBezTo>
                    <a:pt x="369" y="277"/>
                    <a:pt x="373" y="274"/>
                    <a:pt x="368" y="278"/>
                  </a:cubicBezTo>
                  <a:cubicBezTo>
                    <a:pt x="366" y="278"/>
                    <a:pt x="366" y="279"/>
                    <a:pt x="364" y="279"/>
                  </a:cubicBezTo>
                  <a:cubicBezTo>
                    <a:pt x="360" y="279"/>
                    <a:pt x="364" y="277"/>
                    <a:pt x="356" y="277"/>
                  </a:cubicBezTo>
                  <a:cubicBezTo>
                    <a:pt x="353" y="277"/>
                    <a:pt x="351" y="275"/>
                    <a:pt x="348" y="274"/>
                  </a:cubicBezTo>
                  <a:cubicBezTo>
                    <a:pt x="345" y="272"/>
                    <a:pt x="344" y="271"/>
                    <a:pt x="341" y="269"/>
                  </a:cubicBezTo>
                  <a:cubicBezTo>
                    <a:pt x="338" y="268"/>
                    <a:pt x="336" y="268"/>
                    <a:pt x="334" y="267"/>
                  </a:cubicBezTo>
                  <a:cubicBezTo>
                    <a:pt x="332" y="266"/>
                    <a:pt x="331" y="265"/>
                    <a:pt x="329" y="264"/>
                  </a:cubicBezTo>
                  <a:cubicBezTo>
                    <a:pt x="328" y="263"/>
                    <a:pt x="327" y="262"/>
                    <a:pt x="326" y="262"/>
                  </a:cubicBezTo>
                  <a:cubicBezTo>
                    <a:pt x="321" y="262"/>
                    <a:pt x="321" y="262"/>
                    <a:pt x="321" y="262"/>
                  </a:cubicBezTo>
                  <a:cubicBezTo>
                    <a:pt x="319" y="262"/>
                    <a:pt x="318" y="261"/>
                    <a:pt x="316" y="261"/>
                  </a:cubicBezTo>
                  <a:cubicBezTo>
                    <a:pt x="313" y="260"/>
                    <a:pt x="311" y="260"/>
                    <a:pt x="308" y="258"/>
                  </a:cubicBezTo>
                  <a:cubicBezTo>
                    <a:pt x="306" y="257"/>
                    <a:pt x="305" y="257"/>
                    <a:pt x="304" y="255"/>
                  </a:cubicBezTo>
                  <a:cubicBezTo>
                    <a:pt x="302" y="252"/>
                    <a:pt x="301" y="250"/>
                    <a:pt x="298" y="250"/>
                  </a:cubicBezTo>
                  <a:cubicBezTo>
                    <a:pt x="296" y="250"/>
                    <a:pt x="296" y="250"/>
                    <a:pt x="296" y="250"/>
                  </a:cubicBezTo>
                  <a:cubicBezTo>
                    <a:pt x="293" y="250"/>
                    <a:pt x="292" y="251"/>
                    <a:pt x="289" y="251"/>
                  </a:cubicBezTo>
                  <a:cubicBezTo>
                    <a:pt x="286" y="251"/>
                    <a:pt x="286" y="251"/>
                    <a:pt x="286" y="251"/>
                  </a:cubicBezTo>
                  <a:cubicBezTo>
                    <a:pt x="284" y="251"/>
                    <a:pt x="283" y="249"/>
                    <a:pt x="281" y="248"/>
                  </a:cubicBezTo>
                  <a:cubicBezTo>
                    <a:pt x="277" y="247"/>
                    <a:pt x="274" y="247"/>
                    <a:pt x="270" y="247"/>
                  </a:cubicBezTo>
                  <a:cubicBezTo>
                    <a:pt x="267" y="247"/>
                    <a:pt x="265" y="247"/>
                    <a:pt x="263" y="247"/>
                  </a:cubicBezTo>
                  <a:cubicBezTo>
                    <a:pt x="262" y="247"/>
                    <a:pt x="261" y="248"/>
                    <a:pt x="260" y="248"/>
                  </a:cubicBezTo>
                  <a:cubicBezTo>
                    <a:pt x="258" y="248"/>
                    <a:pt x="258" y="248"/>
                    <a:pt x="258" y="248"/>
                  </a:cubicBezTo>
                  <a:cubicBezTo>
                    <a:pt x="255" y="248"/>
                    <a:pt x="253" y="247"/>
                    <a:pt x="250" y="245"/>
                  </a:cubicBezTo>
                  <a:cubicBezTo>
                    <a:pt x="247" y="244"/>
                    <a:pt x="246" y="242"/>
                    <a:pt x="244" y="240"/>
                  </a:cubicBezTo>
                  <a:cubicBezTo>
                    <a:pt x="241" y="238"/>
                    <a:pt x="240" y="237"/>
                    <a:pt x="237" y="237"/>
                  </a:cubicBezTo>
                  <a:cubicBezTo>
                    <a:pt x="235" y="236"/>
                    <a:pt x="234" y="236"/>
                    <a:pt x="232" y="235"/>
                  </a:cubicBezTo>
                  <a:cubicBezTo>
                    <a:pt x="231" y="235"/>
                    <a:pt x="230" y="235"/>
                    <a:pt x="229" y="234"/>
                  </a:cubicBezTo>
                  <a:cubicBezTo>
                    <a:pt x="228" y="233"/>
                    <a:pt x="228" y="232"/>
                    <a:pt x="228" y="230"/>
                  </a:cubicBezTo>
                  <a:cubicBezTo>
                    <a:pt x="227" y="228"/>
                    <a:pt x="222" y="229"/>
                    <a:pt x="222" y="226"/>
                  </a:cubicBezTo>
                  <a:cubicBezTo>
                    <a:pt x="222" y="225"/>
                    <a:pt x="224" y="225"/>
                    <a:pt x="224" y="224"/>
                  </a:cubicBezTo>
                  <a:cubicBezTo>
                    <a:pt x="224" y="223"/>
                    <a:pt x="224" y="222"/>
                    <a:pt x="224" y="221"/>
                  </a:cubicBezTo>
                  <a:cubicBezTo>
                    <a:pt x="224" y="219"/>
                    <a:pt x="228" y="216"/>
                    <a:pt x="224" y="216"/>
                  </a:cubicBezTo>
                  <a:cubicBezTo>
                    <a:pt x="223" y="217"/>
                    <a:pt x="222" y="217"/>
                    <a:pt x="220" y="218"/>
                  </a:cubicBezTo>
                  <a:cubicBezTo>
                    <a:pt x="219" y="219"/>
                    <a:pt x="219" y="221"/>
                    <a:pt x="218" y="222"/>
                  </a:cubicBezTo>
                  <a:cubicBezTo>
                    <a:pt x="218" y="222"/>
                    <a:pt x="217" y="222"/>
                    <a:pt x="216" y="222"/>
                  </a:cubicBezTo>
                  <a:cubicBezTo>
                    <a:pt x="215" y="222"/>
                    <a:pt x="213" y="221"/>
                    <a:pt x="213" y="220"/>
                  </a:cubicBezTo>
                  <a:cubicBezTo>
                    <a:pt x="213" y="219"/>
                    <a:pt x="213" y="218"/>
                    <a:pt x="212" y="217"/>
                  </a:cubicBezTo>
                  <a:cubicBezTo>
                    <a:pt x="211" y="216"/>
                    <a:pt x="210" y="217"/>
                    <a:pt x="208" y="216"/>
                  </a:cubicBezTo>
                  <a:cubicBezTo>
                    <a:pt x="207" y="216"/>
                    <a:pt x="207" y="215"/>
                    <a:pt x="206" y="215"/>
                  </a:cubicBezTo>
                  <a:cubicBezTo>
                    <a:pt x="205" y="215"/>
                    <a:pt x="204" y="216"/>
                    <a:pt x="204" y="217"/>
                  </a:cubicBezTo>
                  <a:cubicBezTo>
                    <a:pt x="203" y="224"/>
                    <a:pt x="205" y="220"/>
                    <a:pt x="201" y="219"/>
                  </a:cubicBezTo>
                  <a:cubicBezTo>
                    <a:pt x="200" y="219"/>
                    <a:pt x="199" y="219"/>
                    <a:pt x="198" y="218"/>
                  </a:cubicBezTo>
                  <a:cubicBezTo>
                    <a:pt x="197" y="218"/>
                    <a:pt x="197" y="217"/>
                    <a:pt x="196" y="216"/>
                  </a:cubicBezTo>
                  <a:cubicBezTo>
                    <a:pt x="195" y="215"/>
                    <a:pt x="194" y="215"/>
                    <a:pt x="193" y="215"/>
                  </a:cubicBezTo>
                  <a:cubicBezTo>
                    <a:pt x="193" y="213"/>
                    <a:pt x="195" y="213"/>
                    <a:pt x="195" y="211"/>
                  </a:cubicBezTo>
                  <a:cubicBezTo>
                    <a:pt x="195" y="210"/>
                    <a:pt x="195" y="210"/>
                    <a:pt x="194" y="209"/>
                  </a:cubicBezTo>
                  <a:cubicBezTo>
                    <a:pt x="192" y="207"/>
                    <a:pt x="192" y="205"/>
                    <a:pt x="192" y="210"/>
                  </a:cubicBezTo>
                  <a:cubicBezTo>
                    <a:pt x="190" y="210"/>
                    <a:pt x="190" y="210"/>
                    <a:pt x="190" y="210"/>
                  </a:cubicBezTo>
                  <a:cubicBezTo>
                    <a:pt x="189" y="210"/>
                    <a:pt x="188" y="209"/>
                    <a:pt x="186" y="209"/>
                  </a:cubicBezTo>
                  <a:cubicBezTo>
                    <a:pt x="179" y="209"/>
                    <a:pt x="186" y="212"/>
                    <a:pt x="179" y="204"/>
                  </a:cubicBezTo>
                  <a:cubicBezTo>
                    <a:pt x="178" y="203"/>
                    <a:pt x="176" y="203"/>
                    <a:pt x="175" y="201"/>
                  </a:cubicBezTo>
                  <a:cubicBezTo>
                    <a:pt x="174" y="200"/>
                    <a:pt x="174" y="199"/>
                    <a:pt x="173" y="198"/>
                  </a:cubicBezTo>
                  <a:cubicBezTo>
                    <a:pt x="173" y="197"/>
                    <a:pt x="173" y="196"/>
                    <a:pt x="173" y="196"/>
                  </a:cubicBezTo>
                  <a:cubicBezTo>
                    <a:pt x="172" y="196"/>
                    <a:pt x="171" y="197"/>
                    <a:pt x="171" y="198"/>
                  </a:cubicBezTo>
                  <a:cubicBezTo>
                    <a:pt x="171" y="201"/>
                    <a:pt x="171" y="201"/>
                    <a:pt x="171" y="201"/>
                  </a:cubicBezTo>
                  <a:cubicBezTo>
                    <a:pt x="171" y="204"/>
                    <a:pt x="172" y="203"/>
                    <a:pt x="169" y="202"/>
                  </a:cubicBezTo>
                  <a:cubicBezTo>
                    <a:pt x="168" y="202"/>
                    <a:pt x="168" y="201"/>
                    <a:pt x="167" y="201"/>
                  </a:cubicBezTo>
                  <a:cubicBezTo>
                    <a:pt x="166" y="199"/>
                    <a:pt x="165" y="197"/>
                    <a:pt x="164" y="195"/>
                  </a:cubicBezTo>
                  <a:cubicBezTo>
                    <a:pt x="164" y="193"/>
                    <a:pt x="163" y="193"/>
                    <a:pt x="163" y="191"/>
                  </a:cubicBezTo>
                  <a:cubicBezTo>
                    <a:pt x="163" y="189"/>
                    <a:pt x="165" y="188"/>
                    <a:pt x="165" y="185"/>
                  </a:cubicBezTo>
                  <a:cubicBezTo>
                    <a:pt x="165" y="183"/>
                    <a:pt x="163" y="181"/>
                    <a:pt x="163" y="179"/>
                  </a:cubicBezTo>
                  <a:cubicBezTo>
                    <a:pt x="163" y="176"/>
                    <a:pt x="164" y="175"/>
                    <a:pt x="166" y="174"/>
                  </a:cubicBezTo>
                  <a:cubicBezTo>
                    <a:pt x="167" y="173"/>
                    <a:pt x="168" y="173"/>
                    <a:pt x="170" y="172"/>
                  </a:cubicBezTo>
                  <a:cubicBezTo>
                    <a:pt x="171" y="171"/>
                    <a:pt x="172" y="169"/>
                    <a:pt x="173" y="168"/>
                  </a:cubicBezTo>
                  <a:cubicBezTo>
                    <a:pt x="174" y="167"/>
                    <a:pt x="174" y="167"/>
                    <a:pt x="175" y="167"/>
                  </a:cubicBezTo>
                  <a:cubicBezTo>
                    <a:pt x="176" y="166"/>
                    <a:pt x="177" y="166"/>
                    <a:pt x="177" y="165"/>
                  </a:cubicBezTo>
                  <a:cubicBezTo>
                    <a:pt x="177" y="164"/>
                    <a:pt x="176" y="164"/>
                    <a:pt x="176" y="163"/>
                  </a:cubicBezTo>
                  <a:cubicBezTo>
                    <a:pt x="175" y="162"/>
                    <a:pt x="175" y="161"/>
                    <a:pt x="175" y="160"/>
                  </a:cubicBezTo>
                  <a:cubicBezTo>
                    <a:pt x="175" y="156"/>
                    <a:pt x="175" y="156"/>
                    <a:pt x="175" y="156"/>
                  </a:cubicBezTo>
                  <a:cubicBezTo>
                    <a:pt x="172" y="157"/>
                    <a:pt x="172" y="159"/>
                    <a:pt x="171" y="161"/>
                  </a:cubicBezTo>
                  <a:cubicBezTo>
                    <a:pt x="169" y="164"/>
                    <a:pt x="167" y="165"/>
                    <a:pt x="164" y="167"/>
                  </a:cubicBezTo>
                  <a:cubicBezTo>
                    <a:pt x="163" y="168"/>
                    <a:pt x="163" y="170"/>
                    <a:pt x="163" y="173"/>
                  </a:cubicBezTo>
                  <a:cubicBezTo>
                    <a:pt x="162" y="176"/>
                    <a:pt x="162" y="178"/>
                    <a:pt x="162" y="180"/>
                  </a:cubicBezTo>
                  <a:cubicBezTo>
                    <a:pt x="162" y="185"/>
                    <a:pt x="162" y="185"/>
                    <a:pt x="162" y="185"/>
                  </a:cubicBezTo>
                  <a:cubicBezTo>
                    <a:pt x="161" y="186"/>
                    <a:pt x="161" y="186"/>
                    <a:pt x="159" y="186"/>
                  </a:cubicBezTo>
                  <a:cubicBezTo>
                    <a:pt x="158" y="186"/>
                    <a:pt x="157" y="185"/>
                    <a:pt x="156" y="185"/>
                  </a:cubicBezTo>
                  <a:cubicBezTo>
                    <a:pt x="155" y="185"/>
                    <a:pt x="154" y="185"/>
                    <a:pt x="154" y="186"/>
                  </a:cubicBezTo>
                  <a:cubicBezTo>
                    <a:pt x="154" y="188"/>
                    <a:pt x="156" y="188"/>
                    <a:pt x="157" y="189"/>
                  </a:cubicBezTo>
                  <a:cubicBezTo>
                    <a:pt x="158" y="190"/>
                    <a:pt x="158" y="190"/>
                    <a:pt x="158" y="191"/>
                  </a:cubicBezTo>
                  <a:cubicBezTo>
                    <a:pt x="158" y="194"/>
                    <a:pt x="157" y="194"/>
                    <a:pt x="155" y="196"/>
                  </a:cubicBezTo>
                  <a:cubicBezTo>
                    <a:pt x="154" y="198"/>
                    <a:pt x="153" y="200"/>
                    <a:pt x="151" y="202"/>
                  </a:cubicBezTo>
                  <a:cubicBezTo>
                    <a:pt x="150" y="203"/>
                    <a:pt x="149" y="203"/>
                    <a:pt x="148" y="204"/>
                  </a:cubicBezTo>
                  <a:cubicBezTo>
                    <a:pt x="148" y="205"/>
                    <a:pt x="147" y="205"/>
                    <a:pt x="147" y="206"/>
                  </a:cubicBezTo>
                  <a:cubicBezTo>
                    <a:pt x="147" y="208"/>
                    <a:pt x="148" y="210"/>
                    <a:pt x="150" y="211"/>
                  </a:cubicBezTo>
                  <a:cubicBezTo>
                    <a:pt x="150" y="213"/>
                    <a:pt x="149" y="213"/>
                    <a:pt x="148" y="214"/>
                  </a:cubicBezTo>
                  <a:cubicBezTo>
                    <a:pt x="146" y="216"/>
                    <a:pt x="146" y="218"/>
                    <a:pt x="144" y="219"/>
                  </a:cubicBezTo>
                  <a:cubicBezTo>
                    <a:pt x="141" y="222"/>
                    <a:pt x="139" y="225"/>
                    <a:pt x="136" y="225"/>
                  </a:cubicBezTo>
                  <a:cubicBezTo>
                    <a:pt x="133" y="225"/>
                    <a:pt x="133" y="225"/>
                    <a:pt x="133" y="225"/>
                  </a:cubicBezTo>
                  <a:cubicBezTo>
                    <a:pt x="127" y="224"/>
                    <a:pt x="127" y="224"/>
                    <a:pt x="127" y="224"/>
                  </a:cubicBezTo>
                  <a:cubicBezTo>
                    <a:pt x="125" y="225"/>
                    <a:pt x="124" y="228"/>
                    <a:pt x="122" y="228"/>
                  </a:cubicBezTo>
                  <a:cubicBezTo>
                    <a:pt x="119" y="228"/>
                    <a:pt x="118" y="225"/>
                    <a:pt x="116" y="223"/>
                  </a:cubicBezTo>
                  <a:cubicBezTo>
                    <a:pt x="115" y="222"/>
                    <a:pt x="114" y="221"/>
                    <a:pt x="113" y="219"/>
                  </a:cubicBezTo>
                  <a:cubicBezTo>
                    <a:pt x="112" y="219"/>
                    <a:pt x="111" y="218"/>
                    <a:pt x="111" y="217"/>
                  </a:cubicBezTo>
                  <a:cubicBezTo>
                    <a:pt x="111" y="216"/>
                    <a:pt x="113" y="217"/>
                    <a:pt x="113" y="216"/>
                  </a:cubicBezTo>
                  <a:cubicBezTo>
                    <a:pt x="113" y="215"/>
                    <a:pt x="112" y="215"/>
                    <a:pt x="112" y="214"/>
                  </a:cubicBezTo>
                  <a:cubicBezTo>
                    <a:pt x="111" y="212"/>
                    <a:pt x="111" y="212"/>
                    <a:pt x="111" y="210"/>
                  </a:cubicBezTo>
                  <a:cubicBezTo>
                    <a:pt x="111" y="208"/>
                    <a:pt x="111" y="208"/>
                    <a:pt x="111" y="208"/>
                  </a:cubicBezTo>
                  <a:cubicBezTo>
                    <a:pt x="111" y="205"/>
                    <a:pt x="109" y="204"/>
                    <a:pt x="108" y="202"/>
                  </a:cubicBezTo>
                  <a:cubicBezTo>
                    <a:pt x="107" y="201"/>
                    <a:pt x="107" y="201"/>
                    <a:pt x="107" y="200"/>
                  </a:cubicBezTo>
                  <a:cubicBezTo>
                    <a:pt x="107" y="199"/>
                    <a:pt x="108" y="199"/>
                    <a:pt x="109" y="199"/>
                  </a:cubicBezTo>
                  <a:cubicBezTo>
                    <a:pt x="109" y="199"/>
                    <a:pt x="110" y="199"/>
                    <a:pt x="111" y="199"/>
                  </a:cubicBezTo>
                  <a:cubicBezTo>
                    <a:pt x="111" y="199"/>
                    <a:pt x="112" y="199"/>
                    <a:pt x="112" y="199"/>
                  </a:cubicBezTo>
                  <a:cubicBezTo>
                    <a:pt x="115" y="199"/>
                    <a:pt x="115" y="199"/>
                    <a:pt x="115" y="199"/>
                  </a:cubicBezTo>
                  <a:cubicBezTo>
                    <a:pt x="117" y="199"/>
                    <a:pt x="117" y="198"/>
                    <a:pt x="117" y="197"/>
                  </a:cubicBezTo>
                  <a:cubicBezTo>
                    <a:pt x="118" y="195"/>
                    <a:pt x="118" y="195"/>
                    <a:pt x="118" y="193"/>
                  </a:cubicBezTo>
                  <a:cubicBezTo>
                    <a:pt x="118" y="191"/>
                    <a:pt x="116" y="190"/>
                    <a:pt x="114" y="189"/>
                  </a:cubicBezTo>
                  <a:cubicBezTo>
                    <a:pt x="113" y="189"/>
                    <a:pt x="114" y="187"/>
                    <a:pt x="113" y="186"/>
                  </a:cubicBezTo>
                  <a:cubicBezTo>
                    <a:pt x="112" y="186"/>
                    <a:pt x="112" y="185"/>
                    <a:pt x="112" y="184"/>
                  </a:cubicBezTo>
                  <a:cubicBezTo>
                    <a:pt x="112" y="181"/>
                    <a:pt x="112" y="181"/>
                    <a:pt x="112" y="181"/>
                  </a:cubicBezTo>
                  <a:cubicBezTo>
                    <a:pt x="112" y="179"/>
                    <a:pt x="110" y="179"/>
                    <a:pt x="110" y="178"/>
                  </a:cubicBezTo>
                  <a:cubicBezTo>
                    <a:pt x="109" y="177"/>
                    <a:pt x="109" y="176"/>
                    <a:pt x="108" y="176"/>
                  </a:cubicBezTo>
                  <a:cubicBezTo>
                    <a:pt x="106" y="176"/>
                    <a:pt x="107" y="181"/>
                    <a:pt x="105" y="181"/>
                  </a:cubicBezTo>
                  <a:cubicBezTo>
                    <a:pt x="104" y="181"/>
                    <a:pt x="103" y="180"/>
                    <a:pt x="103" y="179"/>
                  </a:cubicBezTo>
                  <a:cubicBezTo>
                    <a:pt x="103" y="178"/>
                    <a:pt x="102" y="178"/>
                    <a:pt x="102" y="177"/>
                  </a:cubicBezTo>
                  <a:cubicBezTo>
                    <a:pt x="101" y="177"/>
                    <a:pt x="100" y="177"/>
                    <a:pt x="100" y="176"/>
                  </a:cubicBezTo>
                  <a:cubicBezTo>
                    <a:pt x="100" y="175"/>
                    <a:pt x="101" y="174"/>
                    <a:pt x="101" y="173"/>
                  </a:cubicBezTo>
                  <a:cubicBezTo>
                    <a:pt x="101" y="170"/>
                    <a:pt x="98" y="168"/>
                    <a:pt x="96" y="166"/>
                  </a:cubicBezTo>
                  <a:cubicBezTo>
                    <a:pt x="93" y="164"/>
                    <a:pt x="92" y="163"/>
                    <a:pt x="90" y="162"/>
                  </a:cubicBezTo>
                  <a:cubicBezTo>
                    <a:pt x="87" y="160"/>
                    <a:pt x="86" y="159"/>
                    <a:pt x="84" y="158"/>
                  </a:cubicBezTo>
                  <a:cubicBezTo>
                    <a:pt x="82" y="158"/>
                    <a:pt x="81" y="158"/>
                    <a:pt x="80" y="158"/>
                  </a:cubicBezTo>
                  <a:cubicBezTo>
                    <a:pt x="78" y="157"/>
                    <a:pt x="77" y="157"/>
                    <a:pt x="75" y="157"/>
                  </a:cubicBezTo>
                  <a:cubicBezTo>
                    <a:pt x="73" y="157"/>
                    <a:pt x="73" y="158"/>
                    <a:pt x="71" y="158"/>
                  </a:cubicBezTo>
                  <a:cubicBezTo>
                    <a:pt x="69" y="158"/>
                    <a:pt x="69" y="158"/>
                    <a:pt x="69" y="158"/>
                  </a:cubicBezTo>
                  <a:cubicBezTo>
                    <a:pt x="69" y="158"/>
                    <a:pt x="69" y="157"/>
                    <a:pt x="68" y="156"/>
                  </a:cubicBezTo>
                  <a:cubicBezTo>
                    <a:pt x="67" y="155"/>
                    <a:pt x="66" y="156"/>
                    <a:pt x="65" y="156"/>
                  </a:cubicBezTo>
                  <a:cubicBezTo>
                    <a:pt x="64" y="155"/>
                    <a:pt x="63" y="154"/>
                    <a:pt x="63" y="153"/>
                  </a:cubicBezTo>
                  <a:cubicBezTo>
                    <a:pt x="63" y="152"/>
                    <a:pt x="65" y="151"/>
                    <a:pt x="65" y="150"/>
                  </a:cubicBezTo>
                  <a:cubicBezTo>
                    <a:pt x="65" y="149"/>
                    <a:pt x="64" y="148"/>
                    <a:pt x="63" y="148"/>
                  </a:cubicBezTo>
                  <a:cubicBezTo>
                    <a:pt x="62" y="148"/>
                    <a:pt x="62" y="148"/>
                    <a:pt x="61" y="148"/>
                  </a:cubicBezTo>
                  <a:cubicBezTo>
                    <a:pt x="58" y="148"/>
                    <a:pt x="64" y="147"/>
                    <a:pt x="64" y="146"/>
                  </a:cubicBezTo>
                  <a:cubicBezTo>
                    <a:pt x="67" y="145"/>
                    <a:pt x="68" y="144"/>
                    <a:pt x="71" y="144"/>
                  </a:cubicBezTo>
                  <a:cubicBezTo>
                    <a:pt x="71" y="143"/>
                    <a:pt x="71" y="142"/>
                    <a:pt x="72" y="142"/>
                  </a:cubicBezTo>
                  <a:cubicBezTo>
                    <a:pt x="75" y="142"/>
                    <a:pt x="75" y="142"/>
                    <a:pt x="75" y="142"/>
                  </a:cubicBezTo>
                  <a:cubicBezTo>
                    <a:pt x="78" y="142"/>
                    <a:pt x="80" y="142"/>
                    <a:pt x="82" y="142"/>
                  </a:cubicBezTo>
                  <a:cubicBezTo>
                    <a:pt x="83" y="142"/>
                    <a:pt x="84" y="141"/>
                    <a:pt x="84" y="141"/>
                  </a:cubicBezTo>
                  <a:cubicBezTo>
                    <a:pt x="87" y="141"/>
                    <a:pt x="88" y="144"/>
                    <a:pt x="90" y="144"/>
                  </a:cubicBezTo>
                  <a:cubicBezTo>
                    <a:pt x="91" y="144"/>
                    <a:pt x="92" y="144"/>
                    <a:pt x="93" y="144"/>
                  </a:cubicBezTo>
                  <a:cubicBezTo>
                    <a:pt x="95" y="144"/>
                    <a:pt x="96" y="144"/>
                    <a:pt x="98" y="145"/>
                  </a:cubicBezTo>
                  <a:cubicBezTo>
                    <a:pt x="99" y="145"/>
                    <a:pt x="100" y="145"/>
                    <a:pt x="102" y="146"/>
                  </a:cubicBezTo>
                  <a:cubicBezTo>
                    <a:pt x="103" y="147"/>
                    <a:pt x="104" y="149"/>
                    <a:pt x="106" y="149"/>
                  </a:cubicBezTo>
                  <a:cubicBezTo>
                    <a:pt x="107" y="149"/>
                    <a:pt x="108" y="148"/>
                    <a:pt x="110" y="147"/>
                  </a:cubicBezTo>
                  <a:cubicBezTo>
                    <a:pt x="111" y="146"/>
                    <a:pt x="112" y="146"/>
                    <a:pt x="114" y="145"/>
                  </a:cubicBezTo>
                  <a:cubicBezTo>
                    <a:pt x="115" y="144"/>
                    <a:pt x="114" y="144"/>
                    <a:pt x="115" y="143"/>
                  </a:cubicBezTo>
                  <a:cubicBezTo>
                    <a:pt x="117" y="140"/>
                    <a:pt x="117" y="138"/>
                    <a:pt x="119" y="135"/>
                  </a:cubicBezTo>
                  <a:cubicBezTo>
                    <a:pt x="121" y="132"/>
                    <a:pt x="124" y="130"/>
                    <a:pt x="128" y="129"/>
                  </a:cubicBezTo>
                  <a:cubicBezTo>
                    <a:pt x="131" y="129"/>
                    <a:pt x="132" y="128"/>
                    <a:pt x="135" y="127"/>
                  </a:cubicBezTo>
                  <a:cubicBezTo>
                    <a:pt x="136" y="127"/>
                    <a:pt x="137" y="126"/>
                    <a:pt x="138" y="126"/>
                  </a:cubicBezTo>
                  <a:cubicBezTo>
                    <a:pt x="140" y="126"/>
                    <a:pt x="141" y="128"/>
                    <a:pt x="143" y="130"/>
                  </a:cubicBezTo>
                  <a:cubicBezTo>
                    <a:pt x="144" y="131"/>
                    <a:pt x="145" y="131"/>
                    <a:pt x="145" y="132"/>
                  </a:cubicBezTo>
                  <a:cubicBezTo>
                    <a:pt x="146" y="133"/>
                    <a:pt x="147" y="142"/>
                    <a:pt x="149" y="136"/>
                  </a:cubicBezTo>
                  <a:cubicBezTo>
                    <a:pt x="149" y="135"/>
                    <a:pt x="150" y="133"/>
                    <a:pt x="151" y="133"/>
                  </a:cubicBezTo>
                  <a:cubicBezTo>
                    <a:pt x="153" y="133"/>
                    <a:pt x="153" y="134"/>
                    <a:pt x="154" y="135"/>
                  </a:cubicBezTo>
                  <a:cubicBezTo>
                    <a:pt x="157" y="135"/>
                    <a:pt x="157" y="135"/>
                    <a:pt x="157" y="135"/>
                  </a:cubicBezTo>
                  <a:cubicBezTo>
                    <a:pt x="159" y="135"/>
                    <a:pt x="159" y="134"/>
                    <a:pt x="160" y="133"/>
                  </a:cubicBezTo>
                  <a:cubicBezTo>
                    <a:pt x="161" y="132"/>
                    <a:pt x="161" y="132"/>
                    <a:pt x="161" y="132"/>
                  </a:cubicBezTo>
                  <a:cubicBezTo>
                    <a:pt x="162" y="132"/>
                    <a:pt x="163" y="133"/>
                    <a:pt x="163" y="133"/>
                  </a:cubicBezTo>
                  <a:cubicBezTo>
                    <a:pt x="164" y="135"/>
                    <a:pt x="164" y="136"/>
                    <a:pt x="164" y="138"/>
                  </a:cubicBezTo>
                  <a:cubicBezTo>
                    <a:pt x="164" y="139"/>
                    <a:pt x="164" y="140"/>
                    <a:pt x="164" y="141"/>
                  </a:cubicBezTo>
                  <a:cubicBezTo>
                    <a:pt x="164" y="146"/>
                    <a:pt x="166" y="139"/>
                    <a:pt x="166" y="138"/>
                  </a:cubicBezTo>
                  <a:cubicBezTo>
                    <a:pt x="166" y="133"/>
                    <a:pt x="166" y="133"/>
                    <a:pt x="166" y="133"/>
                  </a:cubicBezTo>
                  <a:cubicBezTo>
                    <a:pt x="167" y="132"/>
                    <a:pt x="167" y="132"/>
                    <a:pt x="167" y="132"/>
                  </a:cubicBezTo>
                  <a:cubicBezTo>
                    <a:pt x="169" y="132"/>
                    <a:pt x="168" y="137"/>
                    <a:pt x="171" y="137"/>
                  </a:cubicBezTo>
                  <a:cubicBezTo>
                    <a:pt x="172" y="131"/>
                    <a:pt x="172" y="131"/>
                    <a:pt x="172" y="131"/>
                  </a:cubicBezTo>
                  <a:cubicBezTo>
                    <a:pt x="172" y="130"/>
                    <a:pt x="166" y="127"/>
                    <a:pt x="171" y="127"/>
                  </a:cubicBezTo>
                  <a:cubicBezTo>
                    <a:pt x="173" y="127"/>
                    <a:pt x="174" y="127"/>
                    <a:pt x="176" y="127"/>
                  </a:cubicBezTo>
                  <a:cubicBezTo>
                    <a:pt x="177" y="127"/>
                    <a:pt x="178" y="126"/>
                    <a:pt x="178" y="125"/>
                  </a:cubicBezTo>
                  <a:cubicBezTo>
                    <a:pt x="178" y="124"/>
                    <a:pt x="177" y="123"/>
                    <a:pt x="177" y="122"/>
                  </a:cubicBezTo>
                  <a:cubicBezTo>
                    <a:pt x="177" y="120"/>
                    <a:pt x="179" y="119"/>
                    <a:pt x="179" y="117"/>
                  </a:cubicBezTo>
                  <a:cubicBezTo>
                    <a:pt x="177" y="116"/>
                    <a:pt x="177" y="116"/>
                    <a:pt x="177" y="116"/>
                  </a:cubicBezTo>
                  <a:cubicBezTo>
                    <a:pt x="175" y="116"/>
                    <a:pt x="174" y="117"/>
                    <a:pt x="172" y="117"/>
                  </a:cubicBezTo>
                  <a:cubicBezTo>
                    <a:pt x="172" y="117"/>
                    <a:pt x="172" y="117"/>
                    <a:pt x="171" y="117"/>
                  </a:cubicBezTo>
                  <a:cubicBezTo>
                    <a:pt x="171" y="115"/>
                    <a:pt x="173" y="115"/>
                    <a:pt x="174" y="114"/>
                  </a:cubicBezTo>
                  <a:cubicBezTo>
                    <a:pt x="176" y="113"/>
                    <a:pt x="177" y="112"/>
                    <a:pt x="178" y="110"/>
                  </a:cubicBezTo>
                  <a:cubicBezTo>
                    <a:pt x="178" y="110"/>
                    <a:pt x="179" y="109"/>
                    <a:pt x="179" y="108"/>
                  </a:cubicBezTo>
                  <a:cubicBezTo>
                    <a:pt x="179" y="107"/>
                    <a:pt x="178" y="106"/>
                    <a:pt x="177" y="106"/>
                  </a:cubicBezTo>
                  <a:cubicBezTo>
                    <a:pt x="175" y="106"/>
                    <a:pt x="174" y="107"/>
                    <a:pt x="173" y="108"/>
                  </a:cubicBezTo>
                  <a:cubicBezTo>
                    <a:pt x="170" y="109"/>
                    <a:pt x="168" y="110"/>
                    <a:pt x="165" y="111"/>
                  </a:cubicBezTo>
                  <a:cubicBezTo>
                    <a:pt x="164" y="111"/>
                    <a:pt x="163" y="112"/>
                    <a:pt x="162" y="113"/>
                  </a:cubicBezTo>
                  <a:cubicBezTo>
                    <a:pt x="161" y="113"/>
                    <a:pt x="161" y="114"/>
                    <a:pt x="161" y="114"/>
                  </a:cubicBezTo>
                  <a:cubicBezTo>
                    <a:pt x="157" y="114"/>
                    <a:pt x="157" y="114"/>
                    <a:pt x="157" y="114"/>
                  </a:cubicBezTo>
                  <a:cubicBezTo>
                    <a:pt x="155" y="114"/>
                    <a:pt x="155" y="114"/>
                    <a:pt x="153" y="114"/>
                  </a:cubicBezTo>
                  <a:cubicBezTo>
                    <a:pt x="151" y="114"/>
                    <a:pt x="151" y="114"/>
                    <a:pt x="151" y="114"/>
                  </a:cubicBezTo>
                  <a:cubicBezTo>
                    <a:pt x="149" y="114"/>
                    <a:pt x="149" y="114"/>
                    <a:pt x="147" y="113"/>
                  </a:cubicBezTo>
                  <a:cubicBezTo>
                    <a:pt x="145" y="113"/>
                    <a:pt x="144" y="113"/>
                    <a:pt x="142" y="113"/>
                  </a:cubicBezTo>
                  <a:cubicBezTo>
                    <a:pt x="139" y="113"/>
                    <a:pt x="137" y="113"/>
                    <a:pt x="134" y="113"/>
                  </a:cubicBezTo>
                  <a:cubicBezTo>
                    <a:pt x="133" y="114"/>
                    <a:pt x="133" y="114"/>
                    <a:pt x="131" y="114"/>
                  </a:cubicBezTo>
                  <a:cubicBezTo>
                    <a:pt x="127" y="114"/>
                    <a:pt x="127" y="114"/>
                    <a:pt x="127" y="114"/>
                  </a:cubicBezTo>
                  <a:cubicBezTo>
                    <a:pt x="124" y="114"/>
                    <a:pt x="123" y="116"/>
                    <a:pt x="121" y="116"/>
                  </a:cubicBezTo>
                  <a:cubicBezTo>
                    <a:pt x="117" y="116"/>
                    <a:pt x="115" y="115"/>
                    <a:pt x="112" y="115"/>
                  </a:cubicBezTo>
                  <a:cubicBezTo>
                    <a:pt x="109" y="115"/>
                    <a:pt x="108" y="116"/>
                    <a:pt x="106" y="118"/>
                  </a:cubicBezTo>
                  <a:cubicBezTo>
                    <a:pt x="105" y="118"/>
                    <a:pt x="105" y="119"/>
                    <a:pt x="104" y="119"/>
                  </a:cubicBezTo>
                  <a:cubicBezTo>
                    <a:pt x="101" y="119"/>
                    <a:pt x="101" y="116"/>
                    <a:pt x="99" y="114"/>
                  </a:cubicBezTo>
                  <a:cubicBezTo>
                    <a:pt x="98" y="113"/>
                    <a:pt x="98" y="112"/>
                    <a:pt x="97" y="112"/>
                  </a:cubicBezTo>
                  <a:cubicBezTo>
                    <a:pt x="95" y="112"/>
                    <a:pt x="95" y="112"/>
                    <a:pt x="93" y="113"/>
                  </a:cubicBezTo>
                  <a:cubicBezTo>
                    <a:pt x="90" y="113"/>
                    <a:pt x="89" y="114"/>
                    <a:pt x="86" y="115"/>
                  </a:cubicBezTo>
                  <a:cubicBezTo>
                    <a:pt x="84" y="116"/>
                    <a:pt x="83" y="117"/>
                    <a:pt x="81" y="117"/>
                  </a:cubicBezTo>
                  <a:cubicBezTo>
                    <a:pt x="79" y="117"/>
                    <a:pt x="79" y="115"/>
                    <a:pt x="78" y="113"/>
                  </a:cubicBezTo>
                  <a:cubicBezTo>
                    <a:pt x="78" y="111"/>
                    <a:pt x="77" y="110"/>
                    <a:pt x="75" y="110"/>
                  </a:cubicBezTo>
                  <a:cubicBezTo>
                    <a:pt x="72" y="109"/>
                    <a:pt x="71" y="108"/>
                    <a:pt x="68" y="107"/>
                  </a:cubicBezTo>
                  <a:cubicBezTo>
                    <a:pt x="67" y="106"/>
                    <a:pt x="66" y="106"/>
                    <a:pt x="66" y="105"/>
                  </a:cubicBezTo>
                  <a:cubicBezTo>
                    <a:pt x="66" y="100"/>
                    <a:pt x="70" y="101"/>
                    <a:pt x="64" y="101"/>
                  </a:cubicBezTo>
                  <a:cubicBezTo>
                    <a:pt x="62" y="101"/>
                    <a:pt x="63" y="99"/>
                    <a:pt x="62" y="98"/>
                  </a:cubicBezTo>
                  <a:cubicBezTo>
                    <a:pt x="62" y="97"/>
                    <a:pt x="60" y="97"/>
                    <a:pt x="60" y="96"/>
                  </a:cubicBezTo>
                  <a:cubicBezTo>
                    <a:pt x="60" y="92"/>
                    <a:pt x="60" y="92"/>
                    <a:pt x="60" y="92"/>
                  </a:cubicBezTo>
                  <a:cubicBezTo>
                    <a:pt x="60" y="90"/>
                    <a:pt x="59" y="90"/>
                    <a:pt x="59" y="88"/>
                  </a:cubicBezTo>
                  <a:cubicBezTo>
                    <a:pt x="59" y="86"/>
                    <a:pt x="64" y="82"/>
                    <a:pt x="62" y="82"/>
                  </a:cubicBezTo>
                  <a:cubicBezTo>
                    <a:pt x="61" y="82"/>
                    <a:pt x="61" y="83"/>
                    <a:pt x="60" y="83"/>
                  </a:cubicBezTo>
                  <a:cubicBezTo>
                    <a:pt x="58" y="83"/>
                    <a:pt x="58" y="83"/>
                    <a:pt x="58" y="83"/>
                  </a:cubicBezTo>
                  <a:cubicBezTo>
                    <a:pt x="58" y="81"/>
                    <a:pt x="58" y="80"/>
                    <a:pt x="58" y="79"/>
                  </a:cubicBezTo>
                  <a:cubicBezTo>
                    <a:pt x="57" y="78"/>
                    <a:pt x="56" y="78"/>
                    <a:pt x="56" y="77"/>
                  </a:cubicBezTo>
                  <a:cubicBezTo>
                    <a:pt x="56" y="75"/>
                    <a:pt x="62" y="73"/>
                    <a:pt x="56" y="73"/>
                  </a:cubicBezTo>
                  <a:cubicBezTo>
                    <a:pt x="52" y="73"/>
                    <a:pt x="51" y="79"/>
                    <a:pt x="51" y="73"/>
                  </a:cubicBezTo>
                  <a:cubicBezTo>
                    <a:pt x="51" y="69"/>
                    <a:pt x="50" y="75"/>
                    <a:pt x="47" y="75"/>
                  </a:cubicBezTo>
                  <a:cubicBezTo>
                    <a:pt x="46" y="75"/>
                    <a:pt x="45" y="74"/>
                    <a:pt x="45" y="74"/>
                  </a:cubicBezTo>
                  <a:cubicBezTo>
                    <a:pt x="45" y="73"/>
                    <a:pt x="45" y="72"/>
                    <a:pt x="44" y="71"/>
                  </a:cubicBezTo>
                  <a:cubicBezTo>
                    <a:pt x="43" y="71"/>
                    <a:pt x="42" y="71"/>
                    <a:pt x="41" y="71"/>
                  </a:cubicBezTo>
                  <a:cubicBezTo>
                    <a:pt x="39" y="71"/>
                    <a:pt x="38" y="71"/>
                    <a:pt x="37" y="70"/>
                  </a:cubicBezTo>
                  <a:cubicBezTo>
                    <a:pt x="35" y="69"/>
                    <a:pt x="34" y="68"/>
                    <a:pt x="33" y="68"/>
                  </a:cubicBezTo>
                  <a:cubicBezTo>
                    <a:pt x="32" y="68"/>
                    <a:pt x="31" y="68"/>
                    <a:pt x="30" y="69"/>
                  </a:cubicBezTo>
                  <a:cubicBezTo>
                    <a:pt x="29" y="70"/>
                    <a:pt x="30" y="71"/>
                    <a:pt x="29" y="71"/>
                  </a:cubicBezTo>
                  <a:cubicBezTo>
                    <a:pt x="28" y="71"/>
                    <a:pt x="28" y="70"/>
                    <a:pt x="27" y="69"/>
                  </a:cubicBezTo>
                  <a:cubicBezTo>
                    <a:pt x="26" y="68"/>
                    <a:pt x="26" y="67"/>
                    <a:pt x="26" y="66"/>
                  </a:cubicBezTo>
                  <a:cubicBezTo>
                    <a:pt x="26" y="65"/>
                    <a:pt x="26" y="65"/>
                    <a:pt x="26" y="64"/>
                  </a:cubicBezTo>
                  <a:cubicBezTo>
                    <a:pt x="26" y="64"/>
                    <a:pt x="26" y="63"/>
                    <a:pt x="26" y="63"/>
                  </a:cubicBezTo>
                  <a:cubicBezTo>
                    <a:pt x="23" y="63"/>
                    <a:pt x="23" y="63"/>
                    <a:pt x="23" y="63"/>
                  </a:cubicBezTo>
                  <a:cubicBezTo>
                    <a:pt x="22" y="63"/>
                    <a:pt x="21" y="63"/>
                    <a:pt x="20" y="63"/>
                  </a:cubicBezTo>
                  <a:cubicBezTo>
                    <a:pt x="20" y="64"/>
                    <a:pt x="22" y="65"/>
                    <a:pt x="22" y="66"/>
                  </a:cubicBezTo>
                  <a:cubicBezTo>
                    <a:pt x="22" y="67"/>
                    <a:pt x="21" y="67"/>
                    <a:pt x="20" y="68"/>
                  </a:cubicBezTo>
                  <a:cubicBezTo>
                    <a:pt x="18" y="69"/>
                    <a:pt x="17" y="70"/>
                    <a:pt x="15" y="70"/>
                  </a:cubicBezTo>
                  <a:cubicBezTo>
                    <a:pt x="14" y="70"/>
                    <a:pt x="13" y="70"/>
                    <a:pt x="13" y="70"/>
                  </a:cubicBezTo>
                  <a:cubicBezTo>
                    <a:pt x="13" y="69"/>
                    <a:pt x="13" y="69"/>
                    <a:pt x="12" y="68"/>
                  </a:cubicBezTo>
                  <a:cubicBezTo>
                    <a:pt x="10" y="67"/>
                    <a:pt x="9" y="67"/>
                    <a:pt x="7" y="67"/>
                  </a:cubicBezTo>
                  <a:cubicBezTo>
                    <a:pt x="5" y="67"/>
                    <a:pt x="4" y="68"/>
                    <a:pt x="2" y="68"/>
                  </a:cubicBezTo>
                  <a:cubicBezTo>
                    <a:pt x="1" y="68"/>
                    <a:pt x="0" y="66"/>
                    <a:pt x="0" y="65"/>
                  </a:cubicBezTo>
                  <a:cubicBezTo>
                    <a:pt x="1" y="63"/>
                    <a:pt x="2" y="62"/>
                    <a:pt x="2" y="60"/>
                  </a:cubicBezTo>
                  <a:cubicBezTo>
                    <a:pt x="3" y="59"/>
                    <a:pt x="3" y="59"/>
                    <a:pt x="3" y="58"/>
                  </a:cubicBezTo>
                  <a:cubicBezTo>
                    <a:pt x="4" y="57"/>
                    <a:pt x="3" y="56"/>
                    <a:pt x="4" y="56"/>
                  </a:cubicBezTo>
                  <a:cubicBezTo>
                    <a:pt x="5" y="55"/>
                    <a:pt x="6" y="55"/>
                    <a:pt x="7" y="55"/>
                  </a:cubicBezTo>
                  <a:cubicBezTo>
                    <a:pt x="9" y="54"/>
                    <a:pt x="10" y="54"/>
                    <a:pt x="13" y="53"/>
                  </a:cubicBezTo>
                  <a:cubicBezTo>
                    <a:pt x="14" y="53"/>
                    <a:pt x="14" y="52"/>
                    <a:pt x="15" y="50"/>
                  </a:cubicBezTo>
                  <a:cubicBezTo>
                    <a:pt x="16" y="49"/>
                    <a:pt x="17" y="48"/>
                    <a:pt x="18" y="46"/>
                  </a:cubicBezTo>
                  <a:cubicBezTo>
                    <a:pt x="20" y="41"/>
                    <a:pt x="19" y="37"/>
                    <a:pt x="22" y="32"/>
                  </a:cubicBezTo>
                  <a:cubicBezTo>
                    <a:pt x="23" y="31"/>
                    <a:pt x="23" y="30"/>
                    <a:pt x="23" y="28"/>
                  </a:cubicBezTo>
                  <a:cubicBezTo>
                    <a:pt x="24" y="27"/>
                    <a:pt x="26" y="27"/>
                    <a:pt x="28" y="26"/>
                  </a:cubicBezTo>
                  <a:cubicBezTo>
                    <a:pt x="30" y="25"/>
                    <a:pt x="31" y="24"/>
                    <a:pt x="33" y="23"/>
                  </a:cubicBezTo>
                  <a:cubicBezTo>
                    <a:pt x="33" y="24"/>
                    <a:pt x="34" y="25"/>
                    <a:pt x="36" y="25"/>
                  </a:cubicBezTo>
                  <a:cubicBezTo>
                    <a:pt x="39" y="25"/>
                    <a:pt x="40" y="24"/>
                    <a:pt x="43" y="23"/>
                  </a:cubicBezTo>
                  <a:cubicBezTo>
                    <a:pt x="47" y="22"/>
                    <a:pt x="49" y="22"/>
                    <a:pt x="53" y="20"/>
                  </a:cubicBezTo>
                  <a:cubicBezTo>
                    <a:pt x="56" y="19"/>
                    <a:pt x="57" y="16"/>
                    <a:pt x="59" y="14"/>
                  </a:cubicBezTo>
                  <a:cubicBezTo>
                    <a:pt x="61" y="13"/>
                    <a:pt x="63" y="13"/>
                    <a:pt x="65" y="11"/>
                  </a:cubicBezTo>
                  <a:cubicBezTo>
                    <a:pt x="67" y="10"/>
                    <a:pt x="67" y="9"/>
                    <a:pt x="69" y="8"/>
                  </a:cubicBezTo>
                  <a:cubicBezTo>
                    <a:pt x="70" y="6"/>
                    <a:pt x="71" y="6"/>
                    <a:pt x="73" y="5"/>
                  </a:cubicBezTo>
                  <a:cubicBezTo>
                    <a:pt x="76" y="4"/>
                    <a:pt x="77" y="3"/>
                    <a:pt x="79" y="2"/>
                  </a:cubicBezTo>
                  <a:cubicBezTo>
                    <a:pt x="80" y="2"/>
                    <a:pt x="81" y="2"/>
                    <a:pt x="82" y="1"/>
                  </a:cubicBezTo>
                  <a:cubicBezTo>
                    <a:pt x="86" y="0"/>
                    <a:pt x="89" y="0"/>
                    <a:pt x="93" y="0"/>
                  </a:cubicBezTo>
                  <a:cubicBezTo>
                    <a:pt x="99" y="0"/>
                    <a:pt x="102" y="1"/>
                    <a:pt x="107" y="3"/>
                  </a:cubicBezTo>
                  <a:cubicBezTo>
                    <a:pt x="111" y="4"/>
                    <a:pt x="113" y="6"/>
                    <a:pt x="118" y="6"/>
                  </a:cubicBezTo>
                  <a:cubicBezTo>
                    <a:pt x="119" y="6"/>
                    <a:pt x="120" y="6"/>
                    <a:pt x="121" y="6"/>
                  </a:cubicBezTo>
                  <a:cubicBezTo>
                    <a:pt x="123" y="6"/>
                    <a:pt x="123" y="7"/>
                    <a:pt x="124" y="8"/>
                  </a:cubicBezTo>
                  <a:cubicBezTo>
                    <a:pt x="125" y="8"/>
                    <a:pt x="125" y="9"/>
                    <a:pt x="126" y="9"/>
                  </a:cubicBezTo>
                  <a:cubicBezTo>
                    <a:pt x="130" y="11"/>
                    <a:pt x="132" y="12"/>
                    <a:pt x="135" y="14"/>
                  </a:cubicBezTo>
                  <a:cubicBezTo>
                    <a:pt x="137" y="15"/>
                    <a:pt x="138" y="15"/>
                    <a:pt x="139" y="17"/>
                  </a:cubicBezTo>
                  <a:cubicBezTo>
                    <a:pt x="141" y="18"/>
                    <a:pt x="142" y="19"/>
                    <a:pt x="143" y="20"/>
                  </a:cubicBezTo>
                  <a:cubicBezTo>
                    <a:pt x="144" y="21"/>
                    <a:pt x="145" y="23"/>
                    <a:pt x="147" y="23"/>
                  </a:cubicBezTo>
                  <a:cubicBezTo>
                    <a:pt x="150" y="23"/>
                    <a:pt x="150" y="23"/>
                    <a:pt x="150" y="23"/>
                  </a:cubicBezTo>
                  <a:cubicBezTo>
                    <a:pt x="152" y="23"/>
                    <a:pt x="154" y="24"/>
                    <a:pt x="156" y="24"/>
                  </a:cubicBezTo>
                  <a:cubicBezTo>
                    <a:pt x="158" y="24"/>
                    <a:pt x="159" y="23"/>
                    <a:pt x="160" y="23"/>
                  </a:cubicBezTo>
                  <a:cubicBezTo>
                    <a:pt x="162" y="23"/>
                    <a:pt x="162" y="25"/>
                    <a:pt x="164" y="25"/>
                  </a:cubicBezTo>
                  <a:cubicBezTo>
                    <a:pt x="167" y="25"/>
                    <a:pt x="167" y="25"/>
                    <a:pt x="167" y="25"/>
                  </a:cubicBezTo>
                  <a:cubicBezTo>
                    <a:pt x="168" y="25"/>
                    <a:pt x="169" y="24"/>
                    <a:pt x="170" y="24"/>
                  </a:cubicBezTo>
                  <a:cubicBezTo>
                    <a:pt x="172" y="24"/>
                    <a:pt x="173" y="25"/>
                    <a:pt x="175" y="26"/>
                  </a:cubicBezTo>
                  <a:cubicBezTo>
                    <a:pt x="178" y="28"/>
                    <a:pt x="180" y="27"/>
                    <a:pt x="182" y="28"/>
                  </a:cubicBezTo>
                  <a:cubicBezTo>
                    <a:pt x="184" y="28"/>
                    <a:pt x="186" y="29"/>
                    <a:pt x="187" y="30"/>
                  </a:cubicBezTo>
                  <a:cubicBezTo>
                    <a:pt x="188" y="33"/>
                    <a:pt x="188" y="35"/>
                    <a:pt x="188" y="38"/>
                  </a:cubicBezTo>
                  <a:cubicBezTo>
                    <a:pt x="189" y="41"/>
                    <a:pt x="190" y="42"/>
                    <a:pt x="190" y="45"/>
                  </a:cubicBezTo>
                  <a:cubicBezTo>
                    <a:pt x="191" y="47"/>
                    <a:pt x="191" y="49"/>
                    <a:pt x="193" y="51"/>
                  </a:cubicBezTo>
                  <a:cubicBezTo>
                    <a:pt x="195" y="52"/>
                    <a:pt x="196" y="53"/>
                    <a:pt x="198" y="56"/>
                  </a:cubicBezTo>
                  <a:cubicBezTo>
                    <a:pt x="199" y="58"/>
                    <a:pt x="200" y="59"/>
                    <a:pt x="200" y="61"/>
                  </a:cubicBezTo>
                  <a:cubicBezTo>
                    <a:pt x="200" y="63"/>
                    <a:pt x="198" y="63"/>
                    <a:pt x="198" y="65"/>
                  </a:cubicBezTo>
                  <a:cubicBezTo>
                    <a:pt x="197" y="68"/>
                    <a:pt x="198" y="69"/>
                    <a:pt x="197" y="72"/>
                  </a:cubicBezTo>
                  <a:cubicBezTo>
                    <a:pt x="197" y="73"/>
                    <a:pt x="196" y="74"/>
                    <a:pt x="194" y="75"/>
                  </a:cubicBezTo>
                  <a:cubicBezTo>
                    <a:pt x="194" y="76"/>
                    <a:pt x="193" y="77"/>
                    <a:pt x="193" y="78"/>
                  </a:cubicBezTo>
                  <a:cubicBezTo>
                    <a:pt x="191" y="79"/>
                    <a:pt x="189" y="79"/>
                    <a:pt x="189" y="81"/>
                  </a:cubicBezTo>
                  <a:cubicBezTo>
                    <a:pt x="189" y="82"/>
                    <a:pt x="190" y="83"/>
                    <a:pt x="190" y="85"/>
                  </a:cubicBezTo>
                  <a:cubicBezTo>
                    <a:pt x="190" y="89"/>
                    <a:pt x="191" y="91"/>
                    <a:pt x="192" y="94"/>
                  </a:cubicBezTo>
                  <a:cubicBezTo>
                    <a:pt x="192" y="96"/>
                    <a:pt x="193" y="96"/>
                    <a:pt x="193" y="98"/>
                  </a:cubicBezTo>
                  <a:cubicBezTo>
                    <a:pt x="193" y="101"/>
                    <a:pt x="193" y="101"/>
                    <a:pt x="193" y="101"/>
                  </a:cubicBezTo>
                  <a:cubicBezTo>
                    <a:pt x="193" y="104"/>
                    <a:pt x="191" y="105"/>
                    <a:pt x="191" y="108"/>
                  </a:cubicBezTo>
                  <a:cubicBezTo>
                    <a:pt x="191" y="111"/>
                    <a:pt x="192" y="112"/>
                    <a:pt x="193" y="114"/>
                  </a:cubicBezTo>
                  <a:cubicBezTo>
                    <a:pt x="194" y="116"/>
                    <a:pt x="194" y="118"/>
                    <a:pt x="194" y="120"/>
                  </a:cubicBezTo>
                  <a:cubicBezTo>
                    <a:pt x="195" y="122"/>
                    <a:pt x="195" y="123"/>
                    <a:pt x="196" y="124"/>
                  </a:cubicBezTo>
                  <a:cubicBezTo>
                    <a:pt x="198" y="127"/>
                    <a:pt x="201" y="127"/>
                    <a:pt x="202" y="130"/>
                  </a:cubicBezTo>
                  <a:cubicBezTo>
                    <a:pt x="205" y="134"/>
                    <a:pt x="206" y="137"/>
                    <a:pt x="208" y="142"/>
                  </a:cubicBezTo>
                  <a:cubicBezTo>
                    <a:pt x="209" y="144"/>
                    <a:pt x="209" y="145"/>
                    <a:pt x="210" y="148"/>
                  </a:cubicBezTo>
                  <a:cubicBezTo>
                    <a:pt x="211" y="149"/>
                    <a:pt x="212" y="151"/>
                    <a:pt x="214" y="151"/>
                  </a:cubicBezTo>
                  <a:cubicBezTo>
                    <a:pt x="215" y="151"/>
                    <a:pt x="215" y="151"/>
                    <a:pt x="215" y="150"/>
                  </a:cubicBezTo>
                  <a:cubicBezTo>
                    <a:pt x="215" y="148"/>
                    <a:pt x="214" y="148"/>
                    <a:pt x="214" y="146"/>
                  </a:cubicBezTo>
                  <a:cubicBezTo>
                    <a:pt x="212" y="142"/>
                    <a:pt x="212" y="140"/>
                    <a:pt x="212" y="136"/>
                  </a:cubicBezTo>
                  <a:cubicBezTo>
                    <a:pt x="212" y="133"/>
                    <a:pt x="212" y="133"/>
                    <a:pt x="212" y="133"/>
                  </a:cubicBezTo>
                  <a:cubicBezTo>
                    <a:pt x="212" y="131"/>
                    <a:pt x="214" y="132"/>
                    <a:pt x="215" y="131"/>
                  </a:cubicBezTo>
                  <a:cubicBezTo>
                    <a:pt x="215" y="131"/>
                    <a:pt x="215" y="131"/>
                    <a:pt x="216" y="131"/>
                  </a:cubicBezTo>
                  <a:cubicBezTo>
                    <a:pt x="218" y="131"/>
                    <a:pt x="220" y="131"/>
                    <a:pt x="222" y="132"/>
                  </a:cubicBezTo>
                  <a:cubicBezTo>
                    <a:pt x="224" y="132"/>
                    <a:pt x="223" y="134"/>
                    <a:pt x="223" y="136"/>
                  </a:cubicBezTo>
                  <a:cubicBezTo>
                    <a:pt x="223" y="146"/>
                    <a:pt x="223" y="146"/>
                    <a:pt x="223" y="146"/>
                  </a:cubicBezTo>
                  <a:cubicBezTo>
                    <a:pt x="223" y="147"/>
                    <a:pt x="224" y="147"/>
                    <a:pt x="224" y="148"/>
                  </a:cubicBezTo>
                  <a:cubicBezTo>
                    <a:pt x="224" y="150"/>
                    <a:pt x="225" y="151"/>
                    <a:pt x="225" y="153"/>
                  </a:cubicBezTo>
                  <a:cubicBezTo>
                    <a:pt x="226" y="156"/>
                    <a:pt x="226" y="160"/>
                    <a:pt x="229" y="160"/>
                  </a:cubicBezTo>
                  <a:cubicBezTo>
                    <a:pt x="231" y="160"/>
                    <a:pt x="231" y="156"/>
                    <a:pt x="234" y="156"/>
                  </a:cubicBezTo>
                  <a:cubicBezTo>
                    <a:pt x="235" y="156"/>
                    <a:pt x="236" y="157"/>
                    <a:pt x="236" y="158"/>
                  </a:cubicBezTo>
                  <a:cubicBezTo>
                    <a:pt x="236" y="162"/>
                    <a:pt x="233" y="163"/>
                    <a:pt x="233" y="167"/>
                  </a:cubicBezTo>
                  <a:cubicBezTo>
                    <a:pt x="233" y="168"/>
                    <a:pt x="234" y="168"/>
                    <a:pt x="235" y="169"/>
                  </a:cubicBezTo>
                  <a:cubicBezTo>
                    <a:pt x="236" y="170"/>
                    <a:pt x="236" y="171"/>
                    <a:pt x="236" y="172"/>
                  </a:cubicBezTo>
                  <a:cubicBezTo>
                    <a:pt x="237" y="174"/>
                    <a:pt x="237" y="176"/>
                    <a:pt x="239" y="176"/>
                  </a:cubicBezTo>
                  <a:cubicBezTo>
                    <a:pt x="240" y="176"/>
                    <a:pt x="240" y="176"/>
                    <a:pt x="240" y="176"/>
                  </a:cubicBezTo>
                  <a:cubicBezTo>
                    <a:pt x="242" y="177"/>
                    <a:pt x="242" y="179"/>
                    <a:pt x="244" y="180"/>
                  </a:cubicBezTo>
                  <a:cubicBezTo>
                    <a:pt x="246" y="181"/>
                    <a:pt x="248" y="181"/>
                    <a:pt x="251" y="182"/>
                  </a:cubicBezTo>
                  <a:cubicBezTo>
                    <a:pt x="255" y="182"/>
                    <a:pt x="257" y="183"/>
                    <a:pt x="260" y="183"/>
                  </a:cubicBezTo>
                  <a:cubicBezTo>
                    <a:pt x="263" y="183"/>
                    <a:pt x="263" y="183"/>
                    <a:pt x="263" y="183"/>
                  </a:cubicBezTo>
                  <a:cubicBezTo>
                    <a:pt x="265" y="183"/>
                    <a:pt x="266" y="184"/>
                    <a:pt x="268" y="184"/>
                  </a:cubicBezTo>
                  <a:cubicBezTo>
                    <a:pt x="271" y="184"/>
                    <a:pt x="273" y="183"/>
                    <a:pt x="275" y="181"/>
                  </a:cubicBezTo>
                  <a:cubicBezTo>
                    <a:pt x="277" y="179"/>
                    <a:pt x="279" y="178"/>
                    <a:pt x="280" y="176"/>
                  </a:cubicBezTo>
                  <a:cubicBezTo>
                    <a:pt x="280" y="173"/>
                    <a:pt x="281" y="171"/>
                    <a:pt x="284" y="171"/>
                  </a:cubicBezTo>
                  <a:cubicBezTo>
                    <a:pt x="285" y="171"/>
                    <a:pt x="286" y="170"/>
                    <a:pt x="287" y="170"/>
                  </a:cubicBezTo>
                  <a:cubicBezTo>
                    <a:pt x="288" y="170"/>
                    <a:pt x="289" y="169"/>
                    <a:pt x="289" y="169"/>
                  </a:cubicBezTo>
                  <a:cubicBezTo>
                    <a:pt x="289" y="167"/>
                    <a:pt x="289" y="166"/>
                    <a:pt x="289" y="164"/>
                  </a:cubicBezTo>
                  <a:cubicBezTo>
                    <a:pt x="294" y="164"/>
                    <a:pt x="296" y="161"/>
                    <a:pt x="300" y="157"/>
                  </a:cubicBezTo>
                  <a:cubicBezTo>
                    <a:pt x="300" y="155"/>
                    <a:pt x="301" y="154"/>
                    <a:pt x="301" y="153"/>
                  </a:cubicBezTo>
                  <a:cubicBezTo>
                    <a:pt x="302" y="151"/>
                    <a:pt x="302" y="149"/>
                    <a:pt x="303" y="147"/>
                  </a:cubicBezTo>
                  <a:cubicBezTo>
                    <a:pt x="303" y="146"/>
                    <a:pt x="305" y="147"/>
                    <a:pt x="305" y="146"/>
                  </a:cubicBezTo>
                  <a:cubicBezTo>
                    <a:pt x="306" y="145"/>
                    <a:pt x="306" y="144"/>
                    <a:pt x="306" y="143"/>
                  </a:cubicBezTo>
                  <a:cubicBezTo>
                    <a:pt x="307" y="142"/>
                    <a:pt x="308" y="142"/>
                    <a:pt x="310" y="142"/>
                  </a:cubicBezTo>
                  <a:cubicBezTo>
                    <a:pt x="313" y="140"/>
                    <a:pt x="315" y="139"/>
                    <a:pt x="318" y="137"/>
                  </a:cubicBezTo>
                  <a:cubicBezTo>
                    <a:pt x="320" y="135"/>
                    <a:pt x="320" y="132"/>
                    <a:pt x="321" y="129"/>
                  </a:cubicBezTo>
                  <a:cubicBezTo>
                    <a:pt x="322" y="126"/>
                    <a:pt x="325" y="124"/>
                    <a:pt x="325" y="121"/>
                  </a:cubicBezTo>
                  <a:cubicBezTo>
                    <a:pt x="325" y="117"/>
                    <a:pt x="325" y="117"/>
                    <a:pt x="325" y="117"/>
                  </a:cubicBezTo>
                  <a:cubicBezTo>
                    <a:pt x="325" y="116"/>
                    <a:pt x="325" y="115"/>
                    <a:pt x="326" y="115"/>
                  </a:cubicBezTo>
                  <a:cubicBezTo>
                    <a:pt x="327" y="115"/>
                    <a:pt x="327" y="115"/>
                    <a:pt x="328" y="115"/>
                  </a:cubicBezTo>
                  <a:cubicBezTo>
                    <a:pt x="329" y="115"/>
                    <a:pt x="329" y="114"/>
                    <a:pt x="330" y="114"/>
                  </a:cubicBezTo>
                  <a:cubicBezTo>
                    <a:pt x="332" y="113"/>
                    <a:pt x="332" y="113"/>
                    <a:pt x="334" y="112"/>
                  </a:cubicBezTo>
                  <a:cubicBezTo>
                    <a:pt x="335" y="112"/>
                    <a:pt x="335" y="111"/>
                    <a:pt x="336" y="111"/>
                  </a:cubicBezTo>
                  <a:cubicBezTo>
                    <a:pt x="337" y="111"/>
                    <a:pt x="336" y="113"/>
                    <a:pt x="337" y="113"/>
                  </a:cubicBezTo>
                  <a:cubicBezTo>
                    <a:pt x="337" y="114"/>
                    <a:pt x="338" y="114"/>
                    <a:pt x="339" y="114"/>
                  </a:cubicBezTo>
                  <a:cubicBezTo>
                    <a:pt x="342" y="114"/>
                    <a:pt x="343" y="115"/>
                    <a:pt x="345" y="115"/>
                  </a:cubicBezTo>
                  <a:cubicBezTo>
                    <a:pt x="348" y="115"/>
                    <a:pt x="348" y="115"/>
                    <a:pt x="348" y="115"/>
                  </a:cubicBezTo>
                  <a:cubicBezTo>
                    <a:pt x="348" y="115"/>
                    <a:pt x="349" y="114"/>
                    <a:pt x="349" y="114"/>
                  </a:cubicBezTo>
                  <a:cubicBezTo>
                    <a:pt x="352" y="114"/>
                    <a:pt x="353" y="114"/>
                    <a:pt x="355" y="113"/>
                  </a:cubicBezTo>
                  <a:cubicBezTo>
                    <a:pt x="356" y="112"/>
                    <a:pt x="356" y="111"/>
                    <a:pt x="357" y="111"/>
                  </a:cubicBezTo>
                  <a:cubicBezTo>
                    <a:pt x="358" y="110"/>
                    <a:pt x="359" y="111"/>
                    <a:pt x="360" y="110"/>
                  </a:cubicBezTo>
                  <a:cubicBezTo>
                    <a:pt x="361" y="110"/>
                    <a:pt x="362" y="108"/>
                    <a:pt x="364" y="108"/>
                  </a:cubicBezTo>
                  <a:cubicBezTo>
                    <a:pt x="366" y="108"/>
                    <a:pt x="368" y="108"/>
                    <a:pt x="371" y="107"/>
                  </a:cubicBezTo>
                  <a:cubicBezTo>
                    <a:pt x="373" y="107"/>
                    <a:pt x="373" y="107"/>
                    <a:pt x="375" y="107"/>
                  </a:cubicBezTo>
                  <a:cubicBezTo>
                    <a:pt x="376" y="106"/>
                    <a:pt x="378" y="107"/>
                    <a:pt x="378" y="105"/>
                  </a:cubicBezTo>
                  <a:cubicBezTo>
                    <a:pt x="378" y="103"/>
                    <a:pt x="377" y="102"/>
                    <a:pt x="377" y="101"/>
                  </a:cubicBezTo>
                  <a:cubicBezTo>
                    <a:pt x="377" y="98"/>
                    <a:pt x="377" y="98"/>
                    <a:pt x="377" y="98"/>
                  </a:cubicBezTo>
                  <a:cubicBezTo>
                    <a:pt x="377" y="97"/>
                    <a:pt x="377" y="97"/>
                    <a:pt x="377" y="96"/>
                  </a:cubicBezTo>
                  <a:cubicBezTo>
                    <a:pt x="377" y="93"/>
                    <a:pt x="375" y="91"/>
                    <a:pt x="375" y="87"/>
                  </a:cubicBezTo>
                  <a:cubicBezTo>
                    <a:pt x="375" y="84"/>
                    <a:pt x="383" y="85"/>
                    <a:pt x="386" y="82"/>
                  </a:cubicBezTo>
                  <a:cubicBezTo>
                    <a:pt x="388" y="81"/>
                    <a:pt x="389" y="81"/>
                    <a:pt x="391" y="80"/>
                  </a:cubicBezTo>
                  <a:cubicBezTo>
                    <a:pt x="393" y="78"/>
                    <a:pt x="394" y="77"/>
                    <a:pt x="396" y="76"/>
                  </a:cubicBezTo>
                  <a:cubicBezTo>
                    <a:pt x="399" y="75"/>
                    <a:pt x="401" y="73"/>
                    <a:pt x="404" y="72"/>
                  </a:cubicBezTo>
                  <a:cubicBezTo>
                    <a:pt x="408" y="71"/>
                    <a:pt x="410" y="69"/>
                    <a:pt x="414" y="69"/>
                  </a:cubicBezTo>
                  <a:cubicBezTo>
                    <a:pt x="418" y="69"/>
                    <a:pt x="420" y="70"/>
                    <a:pt x="423" y="73"/>
                  </a:cubicBezTo>
                  <a:cubicBezTo>
                    <a:pt x="424" y="74"/>
                    <a:pt x="425" y="74"/>
                    <a:pt x="427" y="75"/>
                  </a:cubicBezTo>
                  <a:cubicBezTo>
                    <a:pt x="428" y="76"/>
                    <a:pt x="429" y="77"/>
                    <a:pt x="431" y="77"/>
                  </a:cubicBezTo>
                  <a:cubicBezTo>
                    <a:pt x="434" y="78"/>
                    <a:pt x="436" y="78"/>
                    <a:pt x="440" y="79"/>
                  </a:cubicBezTo>
                  <a:cubicBezTo>
                    <a:pt x="442" y="80"/>
                    <a:pt x="443" y="82"/>
                    <a:pt x="446" y="83"/>
                  </a:cubicBezTo>
                  <a:cubicBezTo>
                    <a:pt x="449" y="84"/>
                    <a:pt x="451" y="83"/>
                    <a:pt x="454" y="84"/>
                  </a:cubicBezTo>
                  <a:cubicBezTo>
                    <a:pt x="456" y="85"/>
                    <a:pt x="457" y="85"/>
                    <a:pt x="459" y="85"/>
                  </a:cubicBezTo>
                  <a:cubicBezTo>
                    <a:pt x="463" y="86"/>
                    <a:pt x="465" y="87"/>
                    <a:pt x="469" y="89"/>
                  </a:cubicBezTo>
                  <a:cubicBezTo>
                    <a:pt x="472" y="90"/>
                    <a:pt x="472" y="92"/>
                    <a:pt x="474" y="94"/>
                  </a:cubicBezTo>
                  <a:cubicBezTo>
                    <a:pt x="476" y="96"/>
                    <a:pt x="478" y="96"/>
                    <a:pt x="481" y="97"/>
                  </a:cubicBezTo>
                  <a:cubicBezTo>
                    <a:pt x="486" y="98"/>
                    <a:pt x="489" y="99"/>
                    <a:pt x="494" y="102"/>
                  </a:cubicBezTo>
                  <a:cubicBezTo>
                    <a:pt x="495" y="103"/>
                    <a:pt x="496" y="103"/>
                    <a:pt x="498" y="104"/>
                  </a:cubicBezTo>
                  <a:cubicBezTo>
                    <a:pt x="500" y="105"/>
                    <a:pt x="501" y="106"/>
                    <a:pt x="502" y="106"/>
                  </a:cubicBezTo>
                  <a:cubicBezTo>
                    <a:pt x="505" y="108"/>
                    <a:pt x="507" y="109"/>
                    <a:pt x="510" y="110"/>
                  </a:cubicBezTo>
                  <a:cubicBezTo>
                    <a:pt x="516" y="112"/>
                    <a:pt x="520" y="112"/>
                    <a:pt x="525" y="115"/>
                  </a:cubicBezTo>
                  <a:cubicBezTo>
                    <a:pt x="530" y="118"/>
                    <a:pt x="532" y="121"/>
                    <a:pt x="537" y="121"/>
                  </a:cubicBezTo>
                  <a:cubicBezTo>
                    <a:pt x="539" y="121"/>
                    <a:pt x="539" y="121"/>
                    <a:pt x="541" y="120"/>
                  </a:cubicBezTo>
                  <a:cubicBezTo>
                    <a:pt x="547" y="117"/>
                    <a:pt x="544" y="117"/>
                    <a:pt x="552" y="119"/>
                  </a:cubicBezTo>
                  <a:cubicBezTo>
                    <a:pt x="554" y="120"/>
                    <a:pt x="555" y="122"/>
                    <a:pt x="557" y="123"/>
                  </a:cubicBezTo>
                  <a:cubicBezTo>
                    <a:pt x="559" y="124"/>
                    <a:pt x="561" y="124"/>
                    <a:pt x="564" y="126"/>
                  </a:cubicBezTo>
                  <a:cubicBezTo>
                    <a:pt x="566" y="126"/>
                    <a:pt x="567" y="127"/>
                    <a:pt x="568" y="127"/>
                  </a:cubicBezTo>
                  <a:cubicBezTo>
                    <a:pt x="569" y="127"/>
                    <a:pt x="569" y="127"/>
                    <a:pt x="569" y="126"/>
                  </a:cubicBezTo>
                  <a:cubicBezTo>
                    <a:pt x="569" y="123"/>
                    <a:pt x="570" y="124"/>
                    <a:pt x="572" y="125"/>
                  </a:cubicBezTo>
                  <a:cubicBezTo>
                    <a:pt x="574" y="125"/>
                    <a:pt x="575" y="125"/>
                    <a:pt x="577" y="126"/>
                  </a:cubicBezTo>
                  <a:cubicBezTo>
                    <a:pt x="579" y="126"/>
                    <a:pt x="579" y="127"/>
                    <a:pt x="581" y="127"/>
                  </a:cubicBezTo>
                  <a:cubicBezTo>
                    <a:pt x="585" y="127"/>
                    <a:pt x="585" y="127"/>
                    <a:pt x="585" y="127"/>
                  </a:cubicBezTo>
                  <a:cubicBezTo>
                    <a:pt x="588" y="127"/>
                    <a:pt x="589" y="129"/>
                    <a:pt x="590" y="131"/>
                  </a:cubicBezTo>
                  <a:cubicBezTo>
                    <a:pt x="592" y="132"/>
                    <a:pt x="593" y="132"/>
                    <a:pt x="594" y="133"/>
                  </a:cubicBezTo>
                  <a:cubicBezTo>
                    <a:pt x="598" y="135"/>
                    <a:pt x="600" y="136"/>
                    <a:pt x="604" y="136"/>
                  </a:cubicBezTo>
                  <a:cubicBezTo>
                    <a:pt x="605" y="136"/>
                    <a:pt x="605" y="136"/>
                    <a:pt x="605" y="136"/>
                  </a:cubicBezTo>
                  <a:cubicBezTo>
                    <a:pt x="605" y="136"/>
                    <a:pt x="605" y="136"/>
                    <a:pt x="605" y="136"/>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132"/>
            <p:cNvSpPr>
              <a:spLocks/>
            </p:cNvSpPr>
            <p:nvPr/>
          </p:nvSpPr>
          <p:spPr bwMode="auto">
            <a:xfrm>
              <a:off x="5467350" y="3892550"/>
              <a:ext cx="339725" cy="250825"/>
            </a:xfrm>
            <a:custGeom>
              <a:avLst/>
              <a:gdLst/>
              <a:ahLst/>
              <a:cxnLst>
                <a:cxn ang="0">
                  <a:pos x="105" y="0"/>
                </a:cxn>
                <a:cxn ang="0">
                  <a:pos x="105" y="0"/>
                </a:cxn>
                <a:cxn ang="0">
                  <a:pos x="104" y="2"/>
                </a:cxn>
                <a:cxn ang="0">
                  <a:pos x="89" y="11"/>
                </a:cxn>
                <a:cxn ang="0">
                  <a:pos x="87" y="11"/>
                </a:cxn>
                <a:cxn ang="0">
                  <a:pos x="79" y="18"/>
                </a:cxn>
                <a:cxn ang="0">
                  <a:pos x="64" y="21"/>
                </a:cxn>
                <a:cxn ang="0">
                  <a:pos x="52" y="26"/>
                </a:cxn>
                <a:cxn ang="0">
                  <a:pos x="47" y="29"/>
                </a:cxn>
                <a:cxn ang="0">
                  <a:pos x="40" y="31"/>
                </a:cxn>
                <a:cxn ang="0">
                  <a:pos x="35" y="37"/>
                </a:cxn>
                <a:cxn ang="0">
                  <a:pos x="21" y="47"/>
                </a:cxn>
                <a:cxn ang="0">
                  <a:pos x="21" y="55"/>
                </a:cxn>
                <a:cxn ang="0">
                  <a:pos x="20" y="57"/>
                </a:cxn>
                <a:cxn ang="0">
                  <a:pos x="21" y="59"/>
                </a:cxn>
                <a:cxn ang="0">
                  <a:pos x="16" y="64"/>
                </a:cxn>
                <a:cxn ang="0">
                  <a:pos x="9" y="74"/>
                </a:cxn>
                <a:cxn ang="0">
                  <a:pos x="0" y="89"/>
                </a:cxn>
                <a:cxn ang="0">
                  <a:pos x="8" y="83"/>
                </a:cxn>
                <a:cxn ang="0">
                  <a:pos x="15" y="83"/>
                </a:cxn>
                <a:cxn ang="0">
                  <a:pos x="23" y="82"/>
                </a:cxn>
                <a:cxn ang="0">
                  <a:pos x="27" y="86"/>
                </a:cxn>
                <a:cxn ang="0">
                  <a:pos x="33" y="87"/>
                </a:cxn>
                <a:cxn ang="0">
                  <a:pos x="38" y="88"/>
                </a:cxn>
                <a:cxn ang="0">
                  <a:pos x="54" y="78"/>
                </a:cxn>
                <a:cxn ang="0">
                  <a:pos x="63" y="79"/>
                </a:cxn>
                <a:cxn ang="0">
                  <a:pos x="74" y="74"/>
                </a:cxn>
                <a:cxn ang="0">
                  <a:pos x="76" y="70"/>
                </a:cxn>
                <a:cxn ang="0">
                  <a:pos x="90" y="58"/>
                </a:cxn>
                <a:cxn ang="0">
                  <a:pos x="100" y="48"/>
                </a:cxn>
                <a:cxn ang="0">
                  <a:pos x="103" y="40"/>
                </a:cxn>
                <a:cxn ang="0">
                  <a:pos x="108" y="36"/>
                </a:cxn>
                <a:cxn ang="0">
                  <a:pos x="114" y="35"/>
                </a:cxn>
                <a:cxn ang="0">
                  <a:pos x="116" y="33"/>
                </a:cxn>
                <a:cxn ang="0">
                  <a:pos x="116" y="33"/>
                </a:cxn>
                <a:cxn ang="0">
                  <a:pos x="113" y="24"/>
                </a:cxn>
                <a:cxn ang="0">
                  <a:pos x="121" y="9"/>
                </a:cxn>
                <a:cxn ang="0">
                  <a:pos x="120" y="6"/>
                </a:cxn>
                <a:cxn ang="0">
                  <a:pos x="110" y="6"/>
                </a:cxn>
                <a:cxn ang="0">
                  <a:pos x="105" y="0"/>
                </a:cxn>
              </a:cxnLst>
              <a:rect l="0" t="0" r="r" b="b"/>
              <a:pathLst>
                <a:path w="121" h="89">
                  <a:moveTo>
                    <a:pt x="105" y="0"/>
                  </a:moveTo>
                  <a:cubicBezTo>
                    <a:pt x="105" y="0"/>
                    <a:pt x="105" y="0"/>
                    <a:pt x="105" y="0"/>
                  </a:cubicBezTo>
                  <a:cubicBezTo>
                    <a:pt x="105" y="1"/>
                    <a:pt x="104" y="1"/>
                    <a:pt x="104" y="2"/>
                  </a:cubicBezTo>
                  <a:cubicBezTo>
                    <a:pt x="99" y="7"/>
                    <a:pt x="96" y="11"/>
                    <a:pt x="89" y="11"/>
                  </a:cubicBezTo>
                  <a:cubicBezTo>
                    <a:pt x="87" y="11"/>
                    <a:pt x="87" y="11"/>
                    <a:pt x="87" y="11"/>
                  </a:cubicBezTo>
                  <a:cubicBezTo>
                    <a:pt x="84" y="13"/>
                    <a:pt x="83" y="16"/>
                    <a:pt x="79" y="18"/>
                  </a:cubicBezTo>
                  <a:cubicBezTo>
                    <a:pt x="74" y="21"/>
                    <a:pt x="70" y="20"/>
                    <a:pt x="64" y="21"/>
                  </a:cubicBezTo>
                  <a:cubicBezTo>
                    <a:pt x="59" y="21"/>
                    <a:pt x="57" y="24"/>
                    <a:pt x="52" y="26"/>
                  </a:cubicBezTo>
                  <a:cubicBezTo>
                    <a:pt x="50" y="27"/>
                    <a:pt x="49" y="28"/>
                    <a:pt x="47" y="29"/>
                  </a:cubicBezTo>
                  <a:cubicBezTo>
                    <a:pt x="45" y="30"/>
                    <a:pt x="42" y="29"/>
                    <a:pt x="40" y="31"/>
                  </a:cubicBezTo>
                  <a:cubicBezTo>
                    <a:pt x="37" y="32"/>
                    <a:pt x="37" y="35"/>
                    <a:pt x="35" y="37"/>
                  </a:cubicBezTo>
                  <a:cubicBezTo>
                    <a:pt x="30" y="41"/>
                    <a:pt x="27" y="44"/>
                    <a:pt x="21" y="47"/>
                  </a:cubicBezTo>
                  <a:cubicBezTo>
                    <a:pt x="21" y="55"/>
                    <a:pt x="21" y="55"/>
                    <a:pt x="21" y="55"/>
                  </a:cubicBezTo>
                  <a:cubicBezTo>
                    <a:pt x="21" y="56"/>
                    <a:pt x="20" y="56"/>
                    <a:pt x="20" y="57"/>
                  </a:cubicBezTo>
                  <a:cubicBezTo>
                    <a:pt x="20" y="58"/>
                    <a:pt x="21" y="58"/>
                    <a:pt x="21" y="59"/>
                  </a:cubicBezTo>
                  <a:cubicBezTo>
                    <a:pt x="21" y="62"/>
                    <a:pt x="18" y="62"/>
                    <a:pt x="16" y="64"/>
                  </a:cubicBezTo>
                  <a:cubicBezTo>
                    <a:pt x="14" y="68"/>
                    <a:pt x="13" y="71"/>
                    <a:pt x="9" y="74"/>
                  </a:cubicBezTo>
                  <a:cubicBezTo>
                    <a:pt x="5" y="79"/>
                    <a:pt x="1" y="82"/>
                    <a:pt x="0" y="89"/>
                  </a:cubicBezTo>
                  <a:cubicBezTo>
                    <a:pt x="4" y="88"/>
                    <a:pt x="4" y="83"/>
                    <a:pt x="8" y="83"/>
                  </a:cubicBezTo>
                  <a:cubicBezTo>
                    <a:pt x="11" y="83"/>
                    <a:pt x="13" y="83"/>
                    <a:pt x="15" y="83"/>
                  </a:cubicBezTo>
                  <a:cubicBezTo>
                    <a:pt x="23" y="82"/>
                    <a:pt x="23" y="82"/>
                    <a:pt x="23" y="82"/>
                  </a:cubicBezTo>
                  <a:cubicBezTo>
                    <a:pt x="25" y="82"/>
                    <a:pt x="26" y="84"/>
                    <a:pt x="27" y="86"/>
                  </a:cubicBezTo>
                  <a:cubicBezTo>
                    <a:pt x="29" y="88"/>
                    <a:pt x="31" y="87"/>
                    <a:pt x="33" y="87"/>
                  </a:cubicBezTo>
                  <a:cubicBezTo>
                    <a:pt x="35" y="87"/>
                    <a:pt x="36" y="88"/>
                    <a:pt x="38" y="88"/>
                  </a:cubicBezTo>
                  <a:cubicBezTo>
                    <a:pt x="45" y="88"/>
                    <a:pt x="47" y="78"/>
                    <a:pt x="54" y="78"/>
                  </a:cubicBezTo>
                  <a:cubicBezTo>
                    <a:pt x="58" y="78"/>
                    <a:pt x="59" y="79"/>
                    <a:pt x="63" y="79"/>
                  </a:cubicBezTo>
                  <a:cubicBezTo>
                    <a:pt x="68" y="79"/>
                    <a:pt x="71" y="78"/>
                    <a:pt x="74" y="74"/>
                  </a:cubicBezTo>
                  <a:cubicBezTo>
                    <a:pt x="75" y="72"/>
                    <a:pt x="75" y="71"/>
                    <a:pt x="76" y="70"/>
                  </a:cubicBezTo>
                  <a:cubicBezTo>
                    <a:pt x="81" y="64"/>
                    <a:pt x="85" y="63"/>
                    <a:pt x="90" y="58"/>
                  </a:cubicBezTo>
                  <a:cubicBezTo>
                    <a:pt x="91" y="52"/>
                    <a:pt x="95" y="51"/>
                    <a:pt x="100" y="48"/>
                  </a:cubicBezTo>
                  <a:cubicBezTo>
                    <a:pt x="103" y="46"/>
                    <a:pt x="102" y="43"/>
                    <a:pt x="103" y="40"/>
                  </a:cubicBezTo>
                  <a:cubicBezTo>
                    <a:pt x="105" y="39"/>
                    <a:pt x="106" y="37"/>
                    <a:pt x="108" y="36"/>
                  </a:cubicBezTo>
                  <a:cubicBezTo>
                    <a:pt x="110" y="36"/>
                    <a:pt x="112" y="37"/>
                    <a:pt x="114" y="35"/>
                  </a:cubicBezTo>
                  <a:cubicBezTo>
                    <a:pt x="115" y="35"/>
                    <a:pt x="116" y="34"/>
                    <a:pt x="116" y="33"/>
                  </a:cubicBezTo>
                  <a:cubicBezTo>
                    <a:pt x="116" y="33"/>
                    <a:pt x="116" y="33"/>
                    <a:pt x="116" y="33"/>
                  </a:cubicBezTo>
                  <a:cubicBezTo>
                    <a:pt x="114" y="30"/>
                    <a:pt x="113" y="28"/>
                    <a:pt x="113" y="24"/>
                  </a:cubicBezTo>
                  <a:cubicBezTo>
                    <a:pt x="113" y="17"/>
                    <a:pt x="121" y="16"/>
                    <a:pt x="121" y="9"/>
                  </a:cubicBezTo>
                  <a:cubicBezTo>
                    <a:pt x="121" y="8"/>
                    <a:pt x="121" y="7"/>
                    <a:pt x="120" y="6"/>
                  </a:cubicBezTo>
                  <a:cubicBezTo>
                    <a:pt x="110" y="6"/>
                    <a:pt x="110" y="6"/>
                    <a:pt x="110" y="6"/>
                  </a:cubicBezTo>
                  <a:cubicBezTo>
                    <a:pt x="107" y="6"/>
                    <a:pt x="106" y="3"/>
                    <a:pt x="105" y="0"/>
                  </a:cubicBezTo>
                  <a:close/>
                </a:path>
              </a:pathLst>
            </a:custGeom>
            <a:solidFill>
              <a:schemeClr val="bg1">
                <a:lumMod val="85000"/>
              </a:schemeClr>
            </a:solidFill>
            <a:ln w="2"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303" name="Oval 302"/>
          <p:cNvSpPr/>
          <p:nvPr/>
        </p:nvSpPr>
        <p:spPr>
          <a:xfrm>
            <a:off x="6716239" y="4088744"/>
            <a:ext cx="362050" cy="362050"/>
          </a:xfrm>
          <a:prstGeom prst="ellipse">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04" name="Oval 303"/>
          <p:cNvSpPr/>
          <p:nvPr/>
        </p:nvSpPr>
        <p:spPr>
          <a:xfrm>
            <a:off x="5226413" y="4393796"/>
            <a:ext cx="348200" cy="348200"/>
          </a:xfrm>
          <a:prstGeom prst="ellipse">
            <a:avLst/>
          </a:prstGeom>
          <a:solidFill>
            <a:schemeClr val="accent5">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05" name="Oval 304"/>
          <p:cNvSpPr/>
          <p:nvPr/>
        </p:nvSpPr>
        <p:spPr>
          <a:xfrm>
            <a:off x="4446249" y="3919878"/>
            <a:ext cx="671172" cy="671172"/>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06" name="Oval 305"/>
          <p:cNvSpPr/>
          <p:nvPr/>
        </p:nvSpPr>
        <p:spPr>
          <a:xfrm>
            <a:off x="5620781" y="3926507"/>
            <a:ext cx="602310" cy="602310"/>
          </a:xfrm>
          <a:prstGeom prst="ellipse">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a:solidFill>
                <a:schemeClr val="tx1">
                  <a:lumMod val="75000"/>
                  <a:lumOff val="25000"/>
                </a:schemeClr>
              </a:solidFill>
            </a:endParaRPr>
          </a:p>
        </p:txBody>
      </p:sp>
      <p:sp>
        <p:nvSpPr>
          <p:cNvPr id="307" name="Oval 306"/>
          <p:cNvSpPr/>
          <p:nvPr/>
        </p:nvSpPr>
        <p:spPr>
          <a:xfrm>
            <a:off x="1873682" y="3370761"/>
            <a:ext cx="1001688" cy="1001688"/>
          </a:xfrm>
          <a:prstGeom prst="ellipse">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sp>
        <p:nvSpPr>
          <p:cNvPr id="308" name="Oval 307"/>
          <p:cNvSpPr/>
          <p:nvPr/>
        </p:nvSpPr>
        <p:spPr>
          <a:xfrm>
            <a:off x="3323039" y="3497281"/>
            <a:ext cx="660994" cy="660994"/>
          </a:xfrm>
          <a:prstGeom prst="ellipse">
            <a:avLst/>
          </a:pr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1"/>
            <a:endParaRPr lang="en-US" sz="800" b="1" dirty="0">
              <a:solidFill>
                <a:schemeClr val="tx1">
                  <a:lumMod val="75000"/>
                  <a:lumOff val="25000"/>
                </a:schemeClr>
              </a:solidFill>
            </a:endParaRPr>
          </a:p>
        </p:txBody>
      </p:sp>
      <p:cxnSp>
        <p:nvCxnSpPr>
          <p:cNvPr id="309" name="Straight Connector 308"/>
          <p:cNvCxnSpPr/>
          <p:nvPr/>
        </p:nvCxnSpPr>
        <p:spPr>
          <a:xfrm rot="5400000">
            <a:off x="1721950" y="3185433"/>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a:off x="5269360" y="3575131"/>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a:off x="2975569" y="4497479"/>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a:off x="4989824" y="4965964"/>
            <a:ext cx="79701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a:off x="4129259" y="3577113"/>
            <a:ext cx="1305153" cy="1588"/>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a:off x="6570975" y="4602220"/>
            <a:ext cx="652579" cy="1589"/>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15" name="Text Placeholder 3"/>
          <p:cNvSpPr txBox="1">
            <a:spLocks/>
          </p:cNvSpPr>
          <p:nvPr/>
        </p:nvSpPr>
        <p:spPr>
          <a:xfrm>
            <a:off x="1717621" y="1981200"/>
            <a:ext cx="1331271"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2400" dirty="0">
                <a:solidFill>
                  <a:schemeClr val="bg1">
                    <a:lumMod val="65000"/>
                  </a:schemeClr>
                </a:solidFill>
              </a:rPr>
              <a:t>80%</a:t>
            </a:r>
            <a:br>
              <a:rPr lang="en-US" sz="2400" dirty="0">
                <a:solidFill>
                  <a:schemeClr val="bg1">
                    <a:lumMod val="65000"/>
                  </a:schemeClr>
                </a:solidFill>
              </a:rPr>
            </a:br>
            <a:r>
              <a:rPr lang="en-US" sz="1000" b="1" dirty="0">
                <a:solidFill>
                  <a:schemeClr val="bg1">
                    <a:lumMod val="65000"/>
                  </a:schemeClr>
                </a:solidFill>
              </a:rPr>
              <a:t>Title Goes Here</a:t>
            </a:r>
            <a:endParaRPr lang="en-US" sz="1000" dirty="0">
              <a:solidFill>
                <a:schemeClr val="bg1">
                  <a:lumMod val="65000"/>
                </a:schemeClr>
              </a:solidFill>
            </a:endParaRPr>
          </a:p>
        </p:txBody>
      </p:sp>
      <p:sp>
        <p:nvSpPr>
          <p:cNvPr id="316" name="Text Placeholder 3"/>
          <p:cNvSpPr txBox="1">
            <a:spLocks/>
          </p:cNvSpPr>
          <p:nvPr/>
        </p:nvSpPr>
        <p:spPr>
          <a:xfrm>
            <a:off x="2958105" y="5225124"/>
            <a:ext cx="1331271"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2400" dirty="0">
                <a:solidFill>
                  <a:schemeClr val="bg1">
                    <a:lumMod val="65000"/>
                  </a:schemeClr>
                </a:solidFill>
              </a:rPr>
              <a:t>30%</a:t>
            </a:r>
            <a:br>
              <a:rPr lang="en-US" sz="2400" dirty="0">
                <a:solidFill>
                  <a:schemeClr val="bg1">
                    <a:lumMod val="65000"/>
                  </a:schemeClr>
                </a:solidFill>
              </a:rPr>
            </a:br>
            <a:r>
              <a:rPr lang="en-US" sz="1000" b="1" dirty="0">
                <a:solidFill>
                  <a:schemeClr val="bg1">
                    <a:lumMod val="65000"/>
                  </a:schemeClr>
                </a:solidFill>
              </a:rPr>
              <a:t>Title Goes Here</a:t>
            </a:r>
            <a:endParaRPr lang="en-US" sz="1000" dirty="0">
              <a:solidFill>
                <a:schemeClr val="bg1">
                  <a:lumMod val="65000"/>
                </a:schemeClr>
              </a:solidFill>
            </a:endParaRPr>
          </a:p>
        </p:txBody>
      </p:sp>
      <p:sp>
        <p:nvSpPr>
          <p:cNvPr id="317" name="Text Placeholder 3"/>
          <p:cNvSpPr txBox="1">
            <a:spLocks/>
          </p:cNvSpPr>
          <p:nvPr/>
        </p:nvSpPr>
        <p:spPr>
          <a:xfrm>
            <a:off x="4734481" y="5429905"/>
            <a:ext cx="1331271"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2400" dirty="0">
                <a:solidFill>
                  <a:schemeClr val="bg1">
                    <a:lumMod val="65000"/>
                  </a:schemeClr>
                </a:solidFill>
              </a:rPr>
              <a:t>10%</a:t>
            </a:r>
            <a:br>
              <a:rPr lang="en-US" sz="2400" dirty="0">
                <a:solidFill>
                  <a:schemeClr val="bg1">
                    <a:lumMod val="65000"/>
                  </a:schemeClr>
                </a:solidFill>
              </a:rPr>
            </a:br>
            <a:r>
              <a:rPr lang="en-US" sz="1000" b="1" dirty="0">
                <a:solidFill>
                  <a:schemeClr val="bg1">
                    <a:lumMod val="65000"/>
                  </a:schemeClr>
                </a:solidFill>
              </a:rPr>
              <a:t>Title Goes Here</a:t>
            </a:r>
            <a:endParaRPr lang="en-US" sz="1000" dirty="0">
              <a:solidFill>
                <a:schemeClr val="bg1">
                  <a:lumMod val="65000"/>
                </a:schemeClr>
              </a:solidFill>
            </a:endParaRPr>
          </a:p>
        </p:txBody>
      </p:sp>
      <p:sp>
        <p:nvSpPr>
          <p:cNvPr id="318" name="Text Placeholder 3"/>
          <p:cNvSpPr txBox="1">
            <a:spLocks/>
          </p:cNvSpPr>
          <p:nvPr/>
        </p:nvSpPr>
        <p:spPr>
          <a:xfrm>
            <a:off x="4124881" y="2384550"/>
            <a:ext cx="1331271"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2400" dirty="0">
                <a:solidFill>
                  <a:schemeClr val="bg1">
                    <a:lumMod val="65000"/>
                  </a:schemeClr>
                </a:solidFill>
              </a:rPr>
              <a:t>50%</a:t>
            </a:r>
            <a:br>
              <a:rPr lang="en-US" sz="2400" dirty="0">
                <a:solidFill>
                  <a:schemeClr val="bg1">
                    <a:lumMod val="65000"/>
                  </a:schemeClr>
                </a:solidFill>
              </a:rPr>
            </a:br>
            <a:r>
              <a:rPr lang="en-US" sz="1000" b="1" dirty="0">
                <a:solidFill>
                  <a:schemeClr val="bg1">
                    <a:lumMod val="65000"/>
                  </a:schemeClr>
                </a:solidFill>
              </a:rPr>
              <a:t>Title Goes Here</a:t>
            </a:r>
            <a:endParaRPr lang="en-US" sz="1000" dirty="0">
              <a:solidFill>
                <a:schemeClr val="bg1">
                  <a:lumMod val="65000"/>
                </a:schemeClr>
              </a:solidFill>
            </a:endParaRPr>
          </a:p>
        </p:txBody>
      </p:sp>
      <p:sp>
        <p:nvSpPr>
          <p:cNvPr id="319" name="Text Placeholder 3"/>
          <p:cNvSpPr txBox="1">
            <a:spLocks/>
          </p:cNvSpPr>
          <p:nvPr/>
        </p:nvSpPr>
        <p:spPr>
          <a:xfrm>
            <a:off x="5239579" y="2242810"/>
            <a:ext cx="1331271"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2400" dirty="0">
                <a:solidFill>
                  <a:schemeClr val="bg1">
                    <a:lumMod val="65000"/>
                  </a:schemeClr>
                </a:solidFill>
              </a:rPr>
              <a:t>30%</a:t>
            </a:r>
            <a:br>
              <a:rPr lang="en-US" sz="2400" dirty="0">
                <a:solidFill>
                  <a:schemeClr val="bg1">
                    <a:lumMod val="65000"/>
                  </a:schemeClr>
                </a:solidFill>
              </a:rPr>
            </a:br>
            <a:r>
              <a:rPr lang="en-US" sz="1000" b="1" dirty="0">
                <a:solidFill>
                  <a:schemeClr val="bg1">
                    <a:lumMod val="65000"/>
                  </a:schemeClr>
                </a:solidFill>
              </a:rPr>
              <a:t>Title Goes Here</a:t>
            </a:r>
            <a:endParaRPr lang="en-US" sz="1000" dirty="0">
              <a:solidFill>
                <a:schemeClr val="bg1">
                  <a:lumMod val="65000"/>
                </a:schemeClr>
              </a:solidFill>
            </a:endParaRPr>
          </a:p>
        </p:txBody>
      </p:sp>
      <p:sp>
        <p:nvSpPr>
          <p:cNvPr id="320" name="Text Placeholder 3"/>
          <p:cNvSpPr txBox="1">
            <a:spLocks/>
          </p:cNvSpPr>
          <p:nvPr/>
        </p:nvSpPr>
        <p:spPr>
          <a:xfrm>
            <a:off x="6238401" y="5004244"/>
            <a:ext cx="1331271" cy="523220"/>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defTabSz="914400">
              <a:spcBef>
                <a:spcPct val="20000"/>
              </a:spcBef>
              <a:defRPr/>
            </a:pPr>
            <a:r>
              <a:rPr lang="en-US" sz="2400" dirty="0">
                <a:solidFill>
                  <a:schemeClr val="bg1">
                    <a:lumMod val="65000"/>
                  </a:schemeClr>
                </a:solidFill>
              </a:rPr>
              <a:t>15%</a:t>
            </a:r>
            <a:br>
              <a:rPr lang="en-US" sz="2400" dirty="0">
                <a:solidFill>
                  <a:schemeClr val="bg1">
                    <a:lumMod val="65000"/>
                  </a:schemeClr>
                </a:solidFill>
              </a:rPr>
            </a:br>
            <a:r>
              <a:rPr lang="en-US" sz="1000" b="1" dirty="0">
                <a:solidFill>
                  <a:schemeClr val="bg1">
                    <a:lumMod val="65000"/>
                  </a:schemeClr>
                </a:solidFill>
              </a:rPr>
              <a:t>Title Goes Here</a:t>
            </a:r>
            <a:endParaRPr lang="en-US" sz="1000" dirty="0">
              <a:solidFill>
                <a:schemeClr val="bg1">
                  <a:lumMod val="65000"/>
                </a:schemeClr>
              </a:solidFill>
            </a:endParaRPr>
          </a:p>
        </p:txBody>
      </p:sp>
      <p:sp>
        <p:nvSpPr>
          <p:cNvPr id="321" name="Round Single Corner Rectangle 320"/>
          <p:cNvSpPr/>
          <p:nvPr/>
        </p:nvSpPr>
        <p:spPr>
          <a:xfrm>
            <a:off x="0" y="4861017"/>
            <a:ext cx="2672034" cy="1008778"/>
          </a:xfrm>
          <a:prstGeom prst="round1Rect">
            <a:avLst>
              <a:gd name="adj" fmla="val 29886"/>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Footer Text"/>
          <p:cNvSpPr txBox="1"/>
          <p:nvPr/>
        </p:nvSpPr>
        <p:spPr>
          <a:xfrm>
            <a:off x="260144" y="4956088"/>
            <a:ext cx="2083006" cy="830997"/>
          </a:xfrm>
          <a:prstGeom prst="rect">
            <a:avLst/>
          </a:prstGeom>
          <a:noFill/>
        </p:spPr>
        <p:txBody>
          <a:bodyPr wrap="square" lIns="0" tIns="0" rIns="0" bIns="0" rtlCol="0">
            <a:spAutoFit/>
          </a:bodyPr>
          <a:lstStyle/>
          <a:p>
            <a:r>
              <a:rPr lang="en-US" sz="1400" b="1" dirty="0">
                <a:solidFill>
                  <a:schemeClr val="bg1"/>
                </a:solidFill>
              </a:rPr>
              <a:t>Title Goes Here</a:t>
            </a:r>
            <a:br>
              <a:rPr lang="en-US" sz="1000" dirty="0">
                <a:solidFill>
                  <a:schemeClr val="bg1"/>
                </a:solidFill>
              </a:rPr>
            </a:br>
            <a:r>
              <a:rPr lang="en-US" sz="1000" dirty="0">
                <a:solidFill>
                  <a:schemeClr val="bg1"/>
                </a:solidFill>
              </a:rPr>
              <a:t>of lorem ipsum available, but the majority have suffered alteration in some form, by injected humour randomized words which don't look. </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321"/>
                                        </p:tgtEl>
                                        <p:attrNameLst>
                                          <p:attrName>style.visibility</p:attrName>
                                        </p:attrNameLst>
                                      </p:cBhvr>
                                      <p:to>
                                        <p:strVal val="visible"/>
                                      </p:to>
                                    </p:set>
                                    <p:animEffect transition="in" filter="slide(fromLeft)">
                                      <p:cBhvr>
                                        <p:cTn id="7" dur="500"/>
                                        <p:tgtEl>
                                          <p:spTgt spid="32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22"/>
                                        </p:tgtEl>
                                        <p:attrNameLst>
                                          <p:attrName>style.visibility</p:attrName>
                                        </p:attrNameLst>
                                      </p:cBhvr>
                                      <p:to>
                                        <p:strVal val="visible"/>
                                      </p:to>
                                    </p:set>
                                    <p:animEffect transition="in" filter="wipe(left)">
                                      <p:cBhvr>
                                        <p:cTn id="11" dur="500"/>
                                        <p:tgtEl>
                                          <p:spTgt spid="322"/>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153"/>
                                        </p:tgtEl>
                                        <p:attrNameLst>
                                          <p:attrName>style.visibility</p:attrName>
                                        </p:attrNameLst>
                                      </p:cBhvr>
                                      <p:to>
                                        <p:strVal val="visible"/>
                                      </p:to>
                                    </p:set>
                                    <p:anim calcmode="lin" valueType="num">
                                      <p:cBhvr>
                                        <p:cTn id="15" dur="500" fill="hold"/>
                                        <p:tgtEl>
                                          <p:spTgt spid="153"/>
                                        </p:tgtEl>
                                        <p:attrNameLst>
                                          <p:attrName>ppt_w</p:attrName>
                                        </p:attrNameLst>
                                      </p:cBhvr>
                                      <p:tavLst>
                                        <p:tav tm="0">
                                          <p:val>
                                            <p:fltVal val="0"/>
                                          </p:val>
                                        </p:tav>
                                        <p:tav tm="100000">
                                          <p:val>
                                            <p:strVal val="#ppt_w"/>
                                          </p:val>
                                        </p:tav>
                                      </p:tavLst>
                                    </p:anim>
                                    <p:anim calcmode="lin" valueType="num">
                                      <p:cBhvr>
                                        <p:cTn id="16" dur="500" fill="hold"/>
                                        <p:tgtEl>
                                          <p:spTgt spid="153"/>
                                        </p:tgtEl>
                                        <p:attrNameLst>
                                          <p:attrName>ppt_h</p:attrName>
                                        </p:attrNameLst>
                                      </p:cBhvr>
                                      <p:tavLst>
                                        <p:tav tm="0">
                                          <p:val>
                                            <p:fltVal val="0"/>
                                          </p:val>
                                        </p:tav>
                                        <p:tav tm="100000">
                                          <p:val>
                                            <p:strVal val="#ppt_h"/>
                                          </p:val>
                                        </p:tav>
                                      </p:tavLst>
                                    </p:anim>
                                    <p:animEffect transition="in" filter="fade">
                                      <p:cBhvr>
                                        <p:cTn id="17" dur="500"/>
                                        <p:tgtEl>
                                          <p:spTgt spid="153"/>
                                        </p:tgtEl>
                                      </p:cBhvr>
                                    </p:animEffect>
                                  </p:childTnLst>
                                </p:cTn>
                              </p:par>
                            </p:childTnLst>
                          </p:cTn>
                        </p:par>
                        <p:par>
                          <p:cTn id="18" fill="hold">
                            <p:stCondLst>
                              <p:cond delay="1500"/>
                            </p:stCondLst>
                            <p:childTnLst>
                              <p:par>
                                <p:cTn id="19" presetID="53" presetClass="entr" presetSubtype="0" fill="hold" grpId="0" nodeType="afterEffect">
                                  <p:stCondLst>
                                    <p:cond delay="0"/>
                                  </p:stCondLst>
                                  <p:childTnLst>
                                    <p:set>
                                      <p:cBhvr>
                                        <p:cTn id="20" dur="1" fill="hold">
                                          <p:stCondLst>
                                            <p:cond delay="0"/>
                                          </p:stCondLst>
                                        </p:cTn>
                                        <p:tgtEl>
                                          <p:spTgt spid="307"/>
                                        </p:tgtEl>
                                        <p:attrNameLst>
                                          <p:attrName>style.visibility</p:attrName>
                                        </p:attrNameLst>
                                      </p:cBhvr>
                                      <p:to>
                                        <p:strVal val="visible"/>
                                      </p:to>
                                    </p:set>
                                    <p:anim calcmode="lin" valueType="num">
                                      <p:cBhvr>
                                        <p:cTn id="21" dur="500" fill="hold"/>
                                        <p:tgtEl>
                                          <p:spTgt spid="307"/>
                                        </p:tgtEl>
                                        <p:attrNameLst>
                                          <p:attrName>ppt_w</p:attrName>
                                        </p:attrNameLst>
                                      </p:cBhvr>
                                      <p:tavLst>
                                        <p:tav tm="0">
                                          <p:val>
                                            <p:fltVal val="0"/>
                                          </p:val>
                                        </p:tav>
                                        <p:tav tm="100000">
                                          <p:val>
                                            <p:strVal val="#ppt_w"/>
                                          </p:val>
                                        </p:tav>
                                      </p:tavLst>
                                    </p:anim>
                                    <p:anim calcmode="lin" valueType="num">
                                      <p:cBhvr>
                                        <p:cTn id="22" dur="500" fill="hold"/>
                                        <p:tgtEl>
                                          <p:spTgt spid="307"/>
                                        </p:tgtEl>
                                        <p:attrNameLst>
                                          <p:attrName>ppt_h</p:attrName>
                                        </p:attrNameLst>
                                      </p:cBhvr>
                                      <p:tavLst>
                                        <p:tav tm="0">
                                          <p:val>
                                            <p:fltVal val="0"/>
                                          </p:val>
                                        </p:tav>
                                        <p:tav tm="100000">
                                          <p:val>
                                            <p:strVal val="#ppt_h"/>
                                          </p:val>
                                        </p:tav>
                                      </p:tavLst>
                                    </p:anim>
                                    <p:animEffect transition="in" filter="fade">
                                      <p:cBhvr>
                                        <p:cTn id="23" dur="500"/>
                                        <p:tgtEl>
                                          <p:spTgt spid="307"/>
                                        </p:tgtEl>
                                      </p:cBhvr>
                                    </p:animEffect>
                                  </p:childTnLst>
                                </p:cTn>
                              </p:par>
                            </p:childTnLst>
                          </p:cTn>
                        </p:par>
                        <p:par>
                          <p:cTn id="24" fill="hold">
                            <p:stCondLst>
                              <p:cond delay="2000"/>
                            </p:stCondLst>
                            <p:childTnLst>
                              <p:par>
                                <p:cTn id="25" presetID="22" presetClass="entr" presetSubtype="4" fill="hold" nodeType="afterEffect">
                                  <p:stCondLst>
                                    <p:cond delay="0"/>
                                  </p:stCondLst>
                                  <p:childTnLst>
                                    <p:set>
                                      <p:cBhvr>
                                        <p:cTn id="26" dur="1" fill="hold">
                                          <p:stCondLst>
                                            <p:cond delay="0"/>
                                          </p:stCondLst>
                                        </p:cTn>
                                        <p:tgtEl>
                                          <p:spTgt spid="309"/>
                                        </p:tgtEl>
                                        <p:attrNameLst>
                                          <p:attrName>style.visibility</p:attrName>
                                        </p:attrNameLst>
                                      </p:cBhvr>
                                      <p:to>
                                        <p:strVal val="visible"/>
                                      </p:to>
                                    </p:set>
                                    <p:animEffect transition="in" filter="wipe(down)">
                                      <p:cBhvr>
                                        <p:cTn id="27" dur="500"/>
                                        <p:tgtEl>
                                          <p:spTgt spid="309"/>
                                        </p:tgtEl>
                                      </p:cBhvr>
                                    </p:animEffect>
                                  </p:childTnLst>
                                </p:cTn>
                              </p:par>
                              <p:par>
                                <p:cTn id="28" presetID="2" presetClass="entr" presetSubtype="1" accel="50000" decel="50000" fill="hold" grpId="0" nodeType="withEffect">
                                  <p:stCondLst>
                                    <p:cond delay="0"/>
                                  </p:stCondLst>
                                  <p:childTnLst>
                                    <p:set>
                                      <p:cBhvr>
                                        <p:cTn id="29" dur="1" fill="hold">
                                          <p:stCondLst>
                                            <p:cond delay="0"/>
                                          </p:stCondLst>
                                        </p:cTn>
                                        <p:tgtEl>
                                          <p:spTgt spid="315"/>
                                        </p:tgtEl>
                                        <p:attrNameLst>
                                          <p:attrName>style.visibility</p:attrName>
                                        </p:attrNameLst>
                                      </p:cBhvr>
                                      <p:to>
                                        <p:strVal val="visible"/>
                                      </p:to>
                                    </p:set>
                                    <p:anim calcmode="lin" valueType="num">
                                      <p:cBhvr additive="base">
                                        <p:cTn id="30" dur="500" fill="hold"/>
                                        <p:tgtEl>
                                          <p:spTgt spid="315"/>
                                        </p:tgtEl>
                                        <p:attrNameLst>
                                          <p:attrName>ppt_x</p:attrName>
                                        </p:attrNameLst>
                                      </p:cBhvr>
                                      <p:tavLst>
                                        <p:tav tm="0">
                                          <p:val>
                                            <p:strVal val="#ppt_x"/>
                                          </p:val>
                                        </p:tav>
                                        <p:tav tm="100000">
                                          <p:val>
                                            <p:strVal val="#ppt_x"/>
                                          </p:val>
                                        </p:tav>
                                      </p:tavLst>
                                    </p:anim>
                                    <p:anim calcmode="lin" valueType="num">
                                      <p:cBhvr additive="base">
                                        <p:cTn id="31" dur="500" fill="hold"/>
                                        <p:tgtEl>
                                          <p:spTgt spid="315"/>
                                        </p:tgtEl>
                                        <p:attrNameLst>
                                          <p:attrName>ppt_y</p:attrName>
                                        </p:attrNameLst>
                                      </p:cBhvr>
                                      <p:tavLst>
                                        <p:tav tm="0">
                                          <p:val>
                                            <p:strVal val="0-#ppt_h/2"/>
                                          </p:val>
                                        </p:tav>
                                        <p:tav tm="100000">
                                          <p:val>
                                            <p:strVal val="#ppt_y"/>
                                          </p:val>
                                        </p:tav>
                                      </p:tavLst>
                                    </p:anim>
                                  </p:childTnLst>
                                </p:cTn>
                              </p:par>
                            </p:childTnLst>
                          </p:cTn>
                        </p:par>
                        <p:par>
                          <p:cTn id="32" fill="hold">
                            <p:stCondLst>
                              <p:cond delay="2500"/>
                            </p:stCondLst>
                            <p:childTnLst>
                              <p:par>
                                <p:cTn id="33" presetID="53" presetClass="entr" presetSubtype="0" fill="hold" grpId="0" nodeType="afterEffect">
                                  <p:stCondLst>
                                    <p:cond delay="0"/>
                                  </p:stCondLst>
                                  <p:childTnLst>
                                    <p:set>
                                      <p:cBhvr>
                                        <p:cTn id="34" dur="1" fill="hold">
                                          <p:stCondLst>
                                            <p:cond delay="0"/>
                                          </p:stCondLst>
                                        </p:cTn>
                                        <p:tgtEl>
                                          <p:spTgt spid="308"/>
                                        </p:tgtEl>
                                        <p:attrNameLst>
                                          <p:attrName>style.visibility</p:attrName>
                                        </p:attrNameLst>
                                      </p:cBhvr>
                                      <p:to>
                                        <p:strVal val="visible"/>
                                      </p:to>
                                    </p:set>
                                    <p:anim calcmode="lin" valueType="num">
                                      <p:cBhvr>
                                        <p:cTn id="35" dur="500" fill="hold"/>
                                        <p:tgtEl>
                                          <p:spTgt spid="308"/>
                                        </p:tgtEl>
                                        <p:attrNameLst>
                                          <p:attrName>ppt_w</p:attrName>
                                        </p:attrNameLst>
                                      </p:cBhvr>
                                      <p:tavLst>
                                        <p:tav tm="0">
                                          <p:val>
                                            <p:fltVal val="0"/>
                                          </p:val>
                                        </p:tav>
                                        <p:tav tm="100000">
                                          <p:val>
                                            <p:strVal val="#ppt_w"/>
                                          </p:val>
                                        </p:tav>
                                      </p:tavLst>
                                    </p:anim>
                                    <p:anim calcmode="lin" valueType="num">
                                      <p:cBhvr>
                                        <p:cTn id="36" dur="500" fill="hold"/>
                                        <p:tgtEl>
                                          <p:spTgt spid="308"/>
                                        </p:tgtEl>
                                        <p:attrNameLst>
                                          <p:attrName>ppt_h</p:attrName>
                                        </p:attrNameLst>
                                      </p:cBhvr>
                                      <p:tavLst>
                                        <p:tav tm="0">
                                          <p:val>
                                            <p:fltVal val="0"/>
                                          </p:val>
                                        </p:tav>
                                        <p:tav tm="100000">
                                          <p:val>
                                            <p:strVal val="#ppt_h"/>
                                          </p:val>
                                        </p:tav>
                                      </p:tavLst>
                                    </p:anim>
                                    <p:animEffect transition="in" filter="fade">
                                      <p:cBhvr>
                                        <p:cTn id="37" dur="500"/>
                                        <p:tgtEl>
                                          <p:spTgt spid="308"/>
                                        </p:tgtEl>
                                      </p:cBhvr>
                                    </p:animEffect>
                                  </p:childTnLst>
                                </p:cTn>
                              </p:par>
                            </p:childTnLst>
                          </p:cTn>
                        </p:par>
                        <p:par>
                          <p:cTn id="38" fill="hold">
                            <p:stCondLst>
                              <p:cond delay="3000"/>
                            </p:stCondLst>
                            <p:childTnLst>
                              <p:par>
                                <p:cTn id="39" presetID="22" presetClass="entr" presetSubtype="1" fill="hold" nodeType="afterEffect">
                                  <p:stCondLst>
                                    <p:cond delay="0"/>
                                  </p:stCondLst>
                                  <p:childTnLst>
                                    <p:set>
                                      <p:cBhvr>
                                        <p:cTn id="40" dur="1" fill="hold">
                                          <p:stCondLst>
                                            <p:cond delay="0"/>
                                          </p:stCondLst>
                                        </p:cTn>
                                        <p:tgtEl>
                                          <p:spTgt spid="311"/>
                                        </p:tgtEl>
                                        <p:attrNameLst>
                                          <p:attrName>style.visibility</p:attrName>
                                        </p:attrNameLst>
                                      </p:cBhvr>
                                      <p:to>
                                        <p:strVal val="visible"/>
                                      </p:to>
                                    </p:set>
                                    <p:animEffect transition="in" filter="wipe(up)">
                                      <p:cBhvr>
                                        <p:cTn id="41" dur="500"/>
                                        <p:tgtEl>
                                          <p:spTgt spid="311"/>
                                        </p:tgtEl>
                                      </p:cBhvr>
                                    </p:animEffect>
                                  </p:childTnLst>
                                </p:cTn>
                              </p:par>
                              <p:par>
                                <p:cTn id="42" presetID="2" presetClass="entr" presetSubtype="4" accel="50000" decel="50000" fill="hold" grpId="0" nodeType="withEffect">
                                  <p:stCondLst>
                                    <p:cond delay="0"/>
                                  </p:stCondLst>
                                  <p:childTnLst>
                                    <p:set>
                                      <p:cBhvr>
                                        <p:cTn id="43" dur="1" fill="hold">
                                          <p:stCondLst>
                                            <p:cond delay="0"/>
                                          </p:stCondLst>
                                        </p:cTn>
                                        <p:tgtEl>
                                          <p:spTgt spid="316"/>
                                        </p:tgtEl>
                                        <p:attrNameLst>
                                          <p:attrName>style.visibility</p:attrName>
                                        </p:attrNameLst>
                                      </p:cBhvr>
                                      <p:to>
                                        <p:strVal val="visible"/>
                                      </p:to>
                                    </p:set>
                                    <p:anim calcmode="lin" valueType="num">
                                      <p:cBhvr additive="base">
                                        <p:cTn id="44" dur="500" fill="hold"/>
                                        <p:tgtEl>
                                          <p:spTgt spid="316"/>
                                        </p:tgtEl>
                                        <p:attrNameLst>
                                          <p:attrName>ppt_x</p:attrName>
                                        </p:attrNameLst>
                                      </p:cBhvr>
                                      <p:tavLst>
                                        <p:tav tm="0">
                                          <p:val>
                                            <p:strVal val="#ppt_x"/>
                                          </p:val>
                                        </p:tav>
                                        <p:tav tm="100000">
                                          <p:val>
                                            <p:strVal val="#ppt_x"/>
                                          </p:val>
                                        </p:tav>
                                      </p:tavLst>
                                    </p:anim>
                                    <p:anim calcmode="lin" valueType="num">
                                      <p:cBhvr additive="base">
                                        <p:cTn id="45" dur="500" fill="hold"/>
                                        <p:tgtEl>
                                          <p:spTgt spid="316"/>
                                        </p:tgtEl>
                                        <p:attrNameLst>
                                          <p:attrName>ppt_y</p:attrName>
                                        </p:attrNameLst>
                                      </p:cBhvr>
                                      <p:tavLst>
                                        <p:tav tm="0">
                                          <p:val>
                                            <p:strVal val="1+#ppt_h/2"/>
                                          </p:val>
                                        </p:tav>
                                        <p:tav tm="100000">
                                          <p:val>
                                            <p:strVal val="#ppt_y"/>
                                          </p:val>
                                        </p:tav>
                                      </p:tavLst>
                                    </p:anim>
                                  </p:childTnLst>
                                </p:cTn>
                              </p:par>
                            </p:childTnLst>
                          </p:cTn>
                        </p:par>
                        <p:par>
                          <p:cTn id="46" fill="hold">
                            <p:stCondLst>
                              <p:cond delay="3500"/>
                            </p:stCondLst>
                            <p:childTnLst>
                              <p:par>
                                <p:cTn id="47" presetID="53" presetClass="entr" presetSubtype="0" fill="hold" grpId="0" nodeType="afterEffect">
                                  <p:stCondLst>
                                    <p:cond delay="0"/>
                                  </p:stCondLst>
                                  <p:childTnLst>
                                    <p:set>
                                      <p:cBhvr>
                                        <p:cTn id="48" dur="1" fill="hold">
                                          <p:stCondLst>
                                            <p:cond delay="0"/>
                                          </p:stCondLst>
                                        </p:cTn>
                                        <p:tgtEl>
                                          <p:spTgt spid="305"/>
                                        </p:tgtEl>
                                        <p:attrNameLst>
                                          <p:attrName>style.visibility</p:attrName>
                                        </p:attrNameLst>
                                      </p:cBhvr>
                                      <p:to>
                                        <p:strVal val="visible"/>
                                      </p:to>
                                    </p:set>
                                    <p:anim calcmode="lin" valueType="num">
                                      <p:cBhvr>
                                        <p:cTn id="49" dur="500" fill="hold"/>
                                        <p:tgtEl>
                                          <p:spTgt spid="305"/>
                                        </p:tgtEl>
                                        <p:attrNameLst>
                                          <p:attrName>ppt_w</p:attrName>
                                        </p:attrNameLst>
                                      </p:cBhvr>
                                      <p:tavLst>
                                        <p:tav tm="0">
                                          <p:val>
                                            <p:fltVal val="0"/>
                                          </p:val>
                                        </p:tav>
                                        <p:tav tm="100000">
                                          <p:val>
                                            <p:strVal val="#ppt_w"/>
                                          </p:val>
                                        </p:tav>
                                      </p:tavLst>
                                    </p:anim>
                                    <p:anim calcmode="lin" valueType="num">
                                      <p:cBhvr>
                                        <p:cTn id="50" dur="500" fill="hold"/>
                                        <p:tgtEl>
                                          <p:spTgt spid="305"/>
                                        </p:tgtEl>
                                        <p:attrNameLst>
                                          <p:attrName>ppt_h</p:attrName>
                                        </p:attrNameLst>
                                      </p:cBhvr>
                                      <p:tavLst>
                                        <p:tav tm="0">
                                          <p:val>
                                            <p:fltVal val="0"/>
                                          </p:val>
                                        </p:tav>
                                        <p:tav tm="100000">
                                          <p:val>
                                            <p:strVal val="#ppt_h"/>
                                          </p:val>
                                        </p:tav>
                                      </p:tavLst>
                                    </p:anim>
                                    <p:animEffect transition="in" filter="fade">
                                      <p:cBhvr>
                                        <p:cTn id="51" dur="500"/>
                                        <p:tgtEl>
                                          <p:spTgt spid="305"/>
                                        </p:tgtEl>
                                      </p:cBhvr>
                                    </p:animEffect>
                                  </p:childTnLst>
                                </p:cTn>
                              </p:par>
                            </p:childTnLst>
                          </p:cTn>
                        </p:par>
                        <p:par>
                          <p:cTn id="52" fill="hold">
                            <p:stCondLst>
                              <p:cond delay="4000"/>
                            </p:stCondLst>
                            <p:childTnLst>
                              <p:par>
                                <p:cTn id="53" presetID="22" presetClass="entr" presetSubtype="4" fill="hold" nodeType="afterEffect">
                                  <p:stCondLst>
                                    <p:cond delay="0"/>
                                  </p:stCondLst>
                                  <p:childTnLst>
                                    <p:set>
                                      <p:cBhvr>
                                        <p:cTn id="54" dur="1" fill="hold">
                                          <p:stCondLst>
                                            <p:cond delay="0"/>
                                          </p:stCondLst>
                                        </p:cTn>
                                        <p:tgtEl>
                                          <p:spTgt spid="313"/>
                                        </p:tgtEl>
                                        <p:attrNameLst>
                                          <p:attrName>style.visibility</p:attrName>
                                        </p:attrNameLst>
                                      </p:cBhvr>
                                      <p:to>
                                        <p:strVal val="visible"/>
                                      </p:to>
                                    </p:set>
                                    <p:animEffect transition="in" filter="wipe(down)">
                                      <p:cBhvr>
                                        <p:cTn id="55" dur="500"/>
                                        <p:tgtEl>
                                          <p:spTgt spid="313"/>
                                        </p:tgtEl>
                                      </p:cBhvr>
                                    </p:animEffect>
                                  </p:childTnLst>
                                </p:cTn>
                              </p:par>
                              <p:par>
                                <p:cTn id="56" presetID="2" presetClass="entr" presetSubtype="1" accel="50000" decel="50000" fill="hold" grpId="0" nodeType="withEffect">
                                  <p:stCondLst>
                                    <p:cond delay="0"/>
                                  </p:stCondLst>
                                  <p:childTnLst>
                                    <p:set>
                                      <p:cBhvr>
                                        <p:cTn id="57" dur="1" fill="hold">
                                          <p:stCondLst>
                                            <p:cond delay="0"/>
                                          </p:stCondLst>
                                        </p:cTn>
                                        <p:tgtEl>
                                          <p:spTgt spid="318"/>
                                        </p:tgtEl>
                                        <p:attrNameLst>
                                          <p:attrName>style.visibility</p:attrName>
                                        </p:attrNameLst>
                                      </p:cBhvr>
                                      <p:to>
                                        <p:strVal val="visible"/>
                                      </p:to>
                                    </p:set>
                                    <p:anim calcmode="lin" valueType="num">
                                      <p:cBhvr additive="base">
                                        <p:cTn id="58" dur="500" fill="hold"/>
                                        <p:tgtEl>
                                          <p:spTgt spid="318"/>
                                        </p:tgtEl>
                                        <p:attrNameLst>
                                          <p:attrName>ppt_x</p:attrName>
                                        </p:attrNameLst>
                                      </p:cBhvr>
                                      <p:tavLst>
                                        <p:tav tm="0">
                                          <p:val>
                                            <p:strVal val="#ppt_x"/>
                                          </p:val>
                                        </p:tav>
                                        <p:tav tm="100000">
                                          <p:val>
                                            <p:strVal val="#ppt_x"/>
                                          </p:val>
                                        </p:tav>
                                      </p:tavLst>
                                    </p:anim>
                                    <p:anim calcmode="lin" valueType="num">
                                      <p:cBhvr additive="base">
                                        <p:cTn id="59" dur="500" fill="hold"/>
                                        <p:tgtEl>
                                          <p:spTgt spid="318"/>
                                        </p:tgtEl>
                                        <p:attrNameLst>
                                          <p:attrName>ppt_y</p:attrName>
                                        </p:attrNameLst>
                                      </p:cBhvr>
                                      <p:tavLst>
                                        <p:tav tm="0">
                                          <p:val>
                                            <p:strVal val="0-#ppt_h/2"/>
                                          </p:val>
                                        </p:tav>
                                        <p:tav tm="100000">
                                          <p:val>
                                            <p:strVal val="#ppt_y"/>
                                          </p:val>
                                        </p:tav>
                                      </p:tavLst>
                                    </p:anim>
                                  </p:childTnLst>
                                </p:cTn>
                              </p:par>
                            </p:childTnLst>
                          </p:cTn>
                        </p:par>
                        <p:par>
                          <p:cTn id="60" fill="hold">
                            <p:stCondLst>
                              <p:cond delay="4500"/>
                            </p:stCondLst>
                            <p:childTnLst>
                              <p:par>
                                <p:cTn id="61" presetID="53" presetClass="entr" presetSubtype="0" fill="hold" grpId="0" nodeType="afterEffect">
                                  <p:stCondLst>
                                    <p:cond delay="0"/>
                                  </p:stCondLst>
                                  <p:childTnLst>
                                    <p:set>
                                      <p:cBhvr>
                                        <p:cTn id="62" dur="1" fill="hold">
                                          <p:stCondLst>
                                            <p:cond delay="0"/>
                                          </p:stCondLst>
                                        </p:cTn>
                                        <p:tgtEl>
                                          <p:spTgt spid="306"/>
                                        </p:tgtEl>
                                        <p:attrNameLst>
                                          <p:attrName>style.visibility</p:attrName>
                                        </p:attrNameLst>
                                      </p:cBhvr>
                                      <p:to>
                                        <p:strVal val="visible"/>
                                      </p:to>
                                    </p:set>
                                    <p:anim calcmode="lin" valueType="num">
                                      <p:cBhvr>
                                        <p:cTn id="63" dur="500" fill="hold"/>
                                        <p:tgtEl>
                                          <p:spTgt spid="306"/>
                                        </p:tgtEl>
                                        <p:attrNameLst>
                                          <p:attrName>ppt_w</p:attrName>
                                        </p:attrNameLst>
                                      </p:cBhvr>
                                      <p:tavLst>
                                        <p:tav tm="0">
                                          <p:val>
                                            <p:fltVal val="0"/>
                                          </p:val>
                                        </p:tav>
                                        <p:tav tm="100000">
                                          <p:val>
                                            <p:strVal val="#ppt_w"/>
                                          </p:val>
                                        </p:tav>
                                      </p:tavLst>
                                    </p:anim>
                                    <p:anim calcmode="lin" valueType="num">
                                      <p:cBhvr>
                                        <p:cTn id="64" dur="500" fill="hold"/>
                                        <p:tgtEl>
                                          <p:spTgt spid="306"/>
                                        </p:tgtEl>
                                        <p:attrNameLst>
                                          <p:attrName>ppt_h</p:attrName>
                                        </p:attrNameLst>
                                      </p:cBhvr>
                                      <p:tavLst>
                                        <p:tav tm="0">
                                          <p:val>
                                            <p:fltVal val="0"/>
                                          </p:val>
                                        </p:tav>
                                        <p:tav tm="100000">
                                          <p:val>
                                            <p:strVal val="#ppt_h"/>
                                          </p:val>
                                        </p:tav>
                                      </p:tavLst>
                                    </p:anim>
                                    <p:animEffect transition="in" filter="fade">
                                      <p:cBhvr>
                                        <p:cTn id="65" dur="500"/>
                                        <p:tgtEl>
                                          <p:spTgt spid="306"/>
                                        </p:tgtEl>
                                      </p:cBhvr>
                                    </p:animEffect>
                                  </p:childTnLst>
                                </p:cTn>
                              </p:par>
                            </p:childTnLst>
                          </p:cTn>
                        </p:par>
                        <p:par>
                          <p:cTn id="66" fill="hold">
                            <p:stCondLst>
                              <p:cond delay="5000"/>
                            </p:stCondLst>
                            <p:childTnLst>
                              <p:par>
                                <p:cTn id="67" presetID="22" presetClass="entr" presetSubtype="4" fill="hold" nodeType="afterEffect">
                                  <p:stCondLst>
                                    <p:cond delay="0"/>
                                  </p:stCondLst>
                                  <p:childTnLst>
                                    <p:set>
                                      <p:cBhvr>
                                        <p:cTn id="68" dur="1" fill="hold">
                                          <p:stCondLst>
                                            <p:cond delay="0"/>
                                          </p:stCondLst>
                                        </p:cTn>
                                        <p:tgtEl>
                                          <p:spTgt spid="310"/>
                                        </p:tgtEl>
                                        <p:attrNameLst>
                                          <p:attrName>style.visibility</p:attrName>
                                        </p:attrNameLst>
                                      </p:cBhvr>
                                      <p:to>
                                        <p:strVal val="visible"/>
                                      </p:to>
                                    </p:set>
                                    <p:animEffect transition="in" filter="wipe(down)">
                                      <p:cBhvr>
                                        <p:cTn id="69" dur="500"/>
                                        <p:tgtEl>
                                          <p:spTgt spid="310"/>
                                        </p:tgtEl>
                                      </p:cBhvr>
                                    </p:animEffect>
                                  </p:childTnLst>
                                </p:cTn>
                              </p:par>
                              <p:par>
                                <p:cTn id="70" presetID="2" presetClass="entr" presetSubtype="1" accel="50000" decel="50000" fill="hold" grpId="0" nodeType="withEffect">
                                  <p:stCondLst>
                                    <p:cond delay="0"/>
                                  </p:stCondLst>
                                  <p:childTnLst>
                                    <p:set>
                                      <p:cBhvr>
                                        <p:cTn id="71" dur="1" fill="hold">
                                          <p:stCondLst>
                                            <p:cond delay="0"/>
                                          </p:stCondLst>
                                        </p:cTn>
                                        <p:tgtEl>
                                          <p:spTgt spid="319"/>
                                        </p:tgtEl>
                                        <p:attrNameLst>
                                          <p:attrName>style.visibility</p:attrName>
                                        </p:attrNameLst>
                                      </p:cBhvr>
                                      <p:to>
                                        <p:strVal val="visible"/>
                                      </p:to>
                                    </p:set>
                                    <p:anim calcmode="lin" valueType="num">
                                      <p:cBhvr additive="base">
                                        <p:cTn id="72" dur="500" fill="hold"/>
                                        <p:tgtEl>
                                          <p:spTgt spid="319"/>
                                        </p:tgtEl>
                                        <p:attrNameLst>
                                          <p:attrName>ppt_x</p:attrName>
                                        </p:attrNameLst>
                                      </p:cBhvr>
                                      <p:tavLst>
                                        <p:tav tm="0">
                                          <p:val>
                                            <p:strVal val="#ppt_x"/>
                                          </p:val>
                                        </p:tav>
                                        <p:tav tm="100000">
                                          <p:val>
                                            <p:strVal val="#ppt_x"/>
                                          </p:val>
                                        </p:tav>
                                      </p:tavLst>
                                    </p:anim>
                                    <p:anim calcmode="lin" valueType="num">
                                      <p:cBhvr additive="base">
                                        <p:cTn id="73" dur="500" fill="hold"/>
                                        <p:tgtEl>
                                          <p:spTgt spid="319"/>
                                        </p:tgtEl>
                                        <p:attrNameLst>
                                          <p:attrName>ppt_y</p:attrName>
                                        </p:attrNameLst>
                                      </p:cBhvr>
                                      <p:tavLst>
                                        <p:tav tm="0">
                                          <p:val>
                                            <p:strVal val="0-#ppt_h/2"/>
                                          </p:val>
                                        </p:tav>
                                        <p:tav tm="100000">
                                          <p:val>
                                            <p:strVal val="#ppt_y"/>
                                          </p:val>
                                        </p:tav>
                                      </p:tavLst>
                                    </p:anim>
                                  </p:childTnLst>
                                </p:cTn>
                              </p:par>
                            </p:childTnLst>
                          </p:cTn>
                        </p:par>
                        <p:par>
                          <p:cTn id="74" fill="hold">
                            <p:stCondLst>
                              <p:cond delay="5500"/>
                            </p:stCondLst>
                            <p:childTnLst>
                              <p:par>
                                <p:cTn id="75" presetID="53" presetClass="entr" presetSubtype="0" fill="hold" grpId="0" nodeType="afterEffect">
                                  <p:stCondLst>
                                    <p:cond delay="0"/>
                                  </p:stCondLst>
                                  <p:childTnLst>
                                    <p:set>
                                      <p:cBhvr>
                                        <p:cTn id="76" dur="1" fill="hold">
                                          <p:stCondLst>
                                            <p:cond delay="0"/>
                                          </p:stCondLst>
                                        </p:cTn>
                                        <p:tgtEl>
                                          <p:spTgt spid="304"/>
                                        </p:tgtEl>
                                        <p:attrNameLst>
                                          <p:attrName>style.visibility</p:attrName>
                                        </p:attrNameLst>
                                      </p:cBhvr>
                                      <p:to>
                                        <p:strVal val="visible"/>
                                      </p:to>
                                    </p:set>
                                    <p:anim calcmode="lin" valueType="num">
                                      <p:cBhvr>
                                        <p:cTn id="77" dur="500" fill="hold"/>
                                        <p:tgtEl>
                                          <p:spTgt spid="304"/>
                                        </p:tgtEl>
                                        <p:attrNameLst>
                                          <p:attrName>ppt_w</p:attrName>
                                        </p:attrNameLst>
                                      </p:cBhvr>
                                      <p:tavLst>
                                        <p:tav tm="0">
                                          <p:val>
                                            <p:fltVal val="0"/>
                                          </p:val>
                                        </p:tav>
                                        <p:tav tm="100000">
                                          <p:val>
                                            <p:strVal val="#ppt_w"/>
                                          </p:val>
                                        </p:tav>
                                      </p:tavLst>
                                    </p:anim>
                                    <p:anim calcmode="lin" valueType="num">
                                      <p:cBhvr>
                                        <p:cTn id="78" dur="500" fill="hold"/>
                                        <p:tgtEl>
                                          <p:spTgt spid="304"/>
                                        </p:tgtEl>
                                        <p:attrNameLst>
                                          <p:attrName>ppt_h</p:attrName>
                                        </p:attrNameLst>
                                      </p:cBhvr>
                                      <p:tavLst>
                                        <p:tav tm="0">
                                          <p:val>
                                            <p:fltVal val="0"/>
                                          </p:val>
                                        </p:tav>
                                        <p:tav tm="100000">
                                          <p:val>
                                            <p:strVal val="#ppt_h"/>
                                          </p:val>
                                        </p:tav>
                                      </p:tavLst>
                                    </p:anim>
                                    <p:animEffect transition="in" filter="fade">
                                      <p:cBhvr>
                                        <p:cTn id="79" dur="500"/>
                                        <p:tgtEl>
                                          <p:spTgt spid="304"/>
                                        </p:tgtEl>
                                      </p:cBhvr>
                                    </p:animEffect>
                                  </p:childTnLst>
                                </p:cTn>
                              </p:par>
                            </p:childTnLst>
                          </p:cTn>
                        </p:par>
                        <p:par>
                          <p:cTn id="80" fill="hold">
                            <p:stCondLst>
                              <p:cond delay="6000"/>
                            </p:stCondLst>
                            <p:childTnLst>
                              <p:par>
                                <p:cTn id="81" presetID="22" presetClass="entr" presetSubtype="1" fill="hold" nodeType="afterEffect">
                                  <p:stCondLst>
                                    <p:cond delay="0"/>
                                  </p:stCondLst>
                                  <p:childTnLst>
                                    <p:set>
                                      <p:cBhvr>
                                        <p:cTn id="82" dur="1" fill="hold">
                                          <p:stCondLst>
                                            <p:cond delay="0"/>
                                          </p:stCondLst>
                                        </p:cTn>
                                        <p:tgtEl>
                                          <p:spTgt spid="312"/>
                                        </p:tgtEl>
                                        <p:attrNameLst>
                                          <p:attrName>style.visibility</p:attrName>
                                        </p:attrNameLst>
                                      </p:cBhvr>
                                      <p:to>
                                        <p:strVal val="visible"/>
                                      </p:to>
                                    </p:set>
                                    <p:animEffect transition="in" filter="wipe(up)">
                                      <p:cBhvr>
                                        <p:cTn id="83" dur="500"/>
                                        <p:tgtEl>
                                          <p:spTgt spid="312"/>
                                        </p:tgtEl>
                                      </p:cBhvr>
                                    </p:animEffect>
                                  </p:childTnLst>
                                </p:cTn>
                              </p:par>
                              <p:par>
                                <p:cTn id="84" presetID="2" presetClass="entr" presetSubtype="4" accel="50000" decel="50000" fill="hold" grpId="0" nodeType="withEffect">
                                  <p:stCondLst>
                                    <p:cond delay="0"/>
                                  </p:stCondLst>
                                  <p:childTnLst>
                                    <p:set>
                                      <p:cBhvr>
                                        <p:cTn id="85" dur="1" fill="hold">
                                          <p:stCondLst>
                                            <p:cond delay="0"/>
                                          </p:stCondLst>
                                        </p:cTn>
                                        <p:tgtEl>
                                          <p:spTgt spid="317"/>
                                        </p:tgtEl>
                                        <p:attrNameLst>
                                          <p:attrName>style.visibility</p:attrName>
                                        </p:attrNameLst>
                                      </p:cBhvr>
                                      <p:to>
                                        <p:strVal val="visible"/>
                                      </p:to>
                                    </p:set>
                                    <p:anim calcmode="lin" valueType="num">
                                      <p:cBhvr additive="base">
                                        <p:cTn id="86" dur="500" fill="hold"/>
                                        <p:tgtEl>
                                          <p:spTgt spid="317"/>
                                        </p:tgtEl>
                                        <p:attrNameLst>
                                          <p:attrName>ppt_x</p:attrName>
                                        </p:attrNameLst>
                                      </p:cBhvr>
                                      <p:tavLst>
                                        <p:tav tm="0">
                                          <p:val>
                                            <p:strVal val="#ppt_x"/>
                                          </p:val>
                                        </p:tav>
                                        <p:tav tm="100000">
                                          <p:val>
                                            <p:strVal val="#ppt_x"/>
                                          </p:val>
                                        </p:tav>
                                      </p:tavLst>
                                    </p:anim>
                                    <p:anim calcmode="lin" valueType="num">
                                      <p:cBhvr additive="base">
                                        <p:cTn id="87" dur="500" fill="hold"/>
                                        <p:tgtEl>
                                          <p:spTgt spid="317"/>
                                        </p:tgtEl>
                                        <p:attrNameLst>
                                          <p:attrName>ppt_y</p:attrName>
                                        </p:attrNameLst>
                                      </p:cBhvr>
                                      <p:tavLst>
                                        <p:tav tm="0">
                                          <p:val>
                                            <p:strVal val="1+#ppt_h/2"/>
                                          </p:val>
                                        </p:tav>
                                        <p:tav tm="100000">
                                          <p:val>
                                            <p:strVal val="#ppt_y"/>
                                          </p:val>
                                        </p:tav>
                                      </p:tavLst>
                                    </p:anim>
                                  </p:childTnLst>
                                </p:cTn>
                              </p:par>
                            </p:childTnLst>
                          </p:cTn>
                        </p:par>
                        <p:par>
                          <p:cTn id="88" fill="hold">
                            <p:stCondLst>
                              <p:cond delay="6500"/>
                            </p:stCondLst>
                            <p:childTnLst>
                              <p:par>
                                <p:cTn id="89" presetID="53" presetClass="entr" presetSubtype="0" fill="hold" grpId="0" nodeType="afterEffect">
                                  <p:stCondLst>
                                    <p:cond delay="0"/>
                                  </p:stCondLst>
                                  <p:childTnLst>
                                    <p:set>
                                      <p:cBhvr>
                                        <p:cTn id="90" dur="1" fill="hold">
                                          <p:stCondLst>
                                            <p:cond delay="0"/>
                                          </p:stCondLst>
                                        </p:cTn>
                                        <p:tgtEl>
                                          <p:spTgt spid="303"/>
                                        </p:tgtEl>
                                        <p:attrNameLst>
                                          <p:attrName>style.visibility</p:attrName>
                                        </p:attrNameLst>
                                      </p:cBhvr>
                                      <p:to>
                                        <p:strVal val="visible"/>
                                      </p:to>
                                    </p:set>
                                    <p:anim calcmode="lin" valueType="num">
                                      <p:cBhvr>
                                        <p:cTn id="91" dur="500" fill="hold"/>
                                        <p:tgtEl>
                                          <p:spTgt spid="303"/>
                                        </p:tgtEl>
                                        <p:attrNameLst>
                                          <p:attrName>ppt_w</p:attrName>
                                        </p:attrNameLst>
                                      </p:cBhvr>
                                      <p:tavLst>
                                        <p:tav tm="0">
                                          <p:val>
                                            <p:fltVal val="0"/>
                                          </p:val>
                                        </p:tav>
                                        <p:tav tm="100000">
                                          <p:val>
                                            <p:strVal val="#ppt_w"/>
                                          </p:val>
                                        </p:tav>
                                      </p:tavLst>
                                    </p:anim>
                                    <p:anim calcmode="lin" valueType="num">
                                      <p:cBhvr>
                                        <p:cTn id="92" dur="500" fill="hold"/>
                                        <p:tgtEl>
                                          <p:spTgt spid="303"/>
                                        </p:tgtEl>
                                        <p:attrNameLst>
                                          <p:attrName>ppt_h</p:attrName>
                                        </p:attrNameLst>
                                      </p:cBhvr>
                                      <p:tavLst>
                                        <p:tav tm="0">
                                          <p:val>
                                            <p:fltVal val="0"/>
                                          </p:val>
                                        </p:tav>
                                        <p:tav tm="100000">
                                          <p:val>
                                            <p:strVal val="#ppt_h"/>
                                          </p:val>
                                        </p:tav>
                                      </p:tavLst>
                                    </p:anim>
                                    <p:animEffect transition="in" filter="fade">
                                      <p:cBhvr>
                                        <p:cTn id="93" dur="500"/>
                                        <p:tgtEl>
                                          <p:spTgt spid="303"/>
                                        </p:tgtEl>
                                      </p:cBhvr>
                                    </p:animEffect>
                                  </p:childTnLst>
                                </p:cTn>
                              </p:par>
                            </p:childTnLst>
                          </p:cTn>
                        </p:par>
                        <p:par>
                          <p:cTn id="94" fill="hold">
                            <p:stCondLst>
                              <p:cond delay="7000"/>
                            </p:stCondLst>
                            <p:childTnLst>
                              <p:par>
                                <p:cTn id="95" presetID="22" presetClass="entr" presetSubtype="1" fill="hold" nodeType="afterEffect">
                                  <p:stCondLst>
                                    <p:cond delay="0"/>
                                  </p:stCondLst>
                                  <p:childTnLst>
                                    <p:set>
                                      <p:cBhvr>
                                        <p:cTn id="96" dur="1" fill="hold">
                                          <p:stCondLst>
                                            <p:cond delay="0"/>
                                          </p:stCondLst>
                                        </p:cTn>
                                        <p:tgtEl>
                                          <p:spTgt spid="314"/>
                                        </p:tgtEl>
                                        <p:attrNameLst>
                                          <p:attrName>style.visibility</p:attrName>
                                        </p:attrNameLst>
                                      </p:cBhvr>
                                      <p:to>
                                        <p:strVal val="visible"/>
                                      </p:to>
                                    </p:set>
                                    <p:animEffect transition="in" filter="wipe(up)">
                                      <p:cBhvr>
                                        <p:cTn id="97" dur="500"/>
                                        <p:tgtEl>
                                          <p:spTgt spid="314"/>
                                        </p:tgtEl>
                                      </p:cBhvr>
                                    </p:animEffect>
                                  </p:childTnLst>
                                </p:cTn>
                              </p:par>
                              <p:par>
                                <p:cTn id="98" presetID="2" presetClass="entr" presetSubtype="4" accel="50000" decel="50000" fill="hold" grpId="0" nodeType="withEffect">
                                  <p:stCondLst>
                                    <p:cond delay="0"/>
                                  </p:stCondLst>
                                  <p:childTnLst>
                                    <p:set>
                                      <p:cBhvr>
                                        <p:cTn id="99" dur="1" fill="hold">
                                          <p:stCondLst>
                                            <p:cond delay="0"/>
                                          </p:stCondLst>
                                        </p:cTn>
                                        <p:tgtEl>
                                          <p:spTgt spid="320"/>
                                        </p:tgtEl>
                                        <p:attrNameLst>
                                          <p:attrName>style.visibility</p:attrName>
                                        </p:attrNameLst>
                                      </p:cBhvr>
                                      <p:to>
                                        <p:strVal val="visible"/>
                                      </p:to>
                                    </p:set>
                                    <p:anim calcmode="lin" valueType="num">
                                      <p:cBhvr additive="base">
                                        <p:cTn id="100" dur="500" fill="hold"/>
                                        <p:tgtEl>
                                          <p:spTgt spid="320"/>
                                        </p:tgtEl>
                                        <p:attrNameLst>
                                          <p:attrName>ppt_x</p:attrName>
                                        </p:attrNameLst>
                                      </p:cBhvr>
                                      <p:tavLst>
                                        <p:tav tm="0">
                                          <p:val>
                                            <p:strVal val="#ppt_x"/>
                                          </p:val>
                                        </p:tav>
                                        <p:tav tm="100000">
                                          <p:val>
                                            <p:strVal val="#ppt_x"/>
                                          </p:val>
                                        </p:tav>
                                      </p:tavLst>
                                    </p:anim>
                                    <p:anim calcmode="lin" valueType="num">
                                      <p:cBhvr additive="base">
                                        <p:cTn id="101" dur="500" fill="hold"/>
                                        <p:tgtEl>
                                          <p:spTgt spid="3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animBg="1"/>
      <p:bldP spid="304" grpId="0" animBg="1"/>
      <p:bldP spid="305" grpId="0" animBg="1"/>
      <p:bldP spid="306" grpId="0" animBg="1"/>
      <p:bldP spid="307" grpId="0" animBg="1"/>
      <p:bldP spid="308" grpId="0" animBg="1"/>
      <p:bldP spid="315" grpId="0"/>
      <p:bldP spid="316" grpId="0"/>
      <p:bldP spid="317" grpId="0"/>
      <p:bldP spid="318" grpId="0"/>
      <p:bldP spid="319" grpId="0"/>
      <p:bldP spid="320" grpId="0"/>
      <p:bldP spid="321" grpId="0" animBg="1"/>
      <p:bldP spid="32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United Arab Emirates Map</a:t>
            </a:r>
            <a:endParaRPr lang="en-US" dirty="0"/>
          </a:p>
        </p:txBody>
      </p:sp>
      <p:sp>
        <p:nvSpPr>
          <p:cNvPr id="3" name="Text Placeholder 2"/>
          <p:cNvSpPr>
            <a:spLocks noGrp="1"/>
          </p:cNvSpPr>
          <p:nvPr>
            <p:ph type="body" sz="half" idx="2"/>
          </p:nvPr>
        </p:nvSpPr>
        <p:spPr>
          <a:xfrm>
            <a:off x="2514600" y="1247775"/>
            <a:ext cx="4114800" cy="200025"/>
          </a:xfrm>
        </p:spPr>
        <p:txBody>
          <a:bodyPr/>
          <a:lstStyle/>
          <a:p>
            <a:r>
              <a:rPr lang="en-US"/>
              <a:t>United Arab Emirates Map</a:t>
            </a:r>
            <a:endParaRPr lang="en-US" dirty="0"/>
          </a:p>
        </p:txBody>
      </p:sp>
      <p:grpSp>
        <p:nvGrpSpPr>
          <p:cNvPr id="61" name="Group 60"/>
          <p:cNvGrpSpPr/>
          <p:nvPr/>
        </p:nvGrpSpPr>
        <p:grpSpPr>
          <a:xfrm>
            <a:off x="291646" y="2288581"/>
            <a:ext cx="4280354" cy="3348714"/>
            <a:chOff x="3279775" y="912812"/>
            <a:chExt cx="4711700" cy="3686176"/>
          </a:xfrm>
          <a:solidFill>
            <a:schemeClr val="bg1">
              <a:lumMod val="85000"/>
            </a:schemeClr>
          </a:solidFill>
        </p:grpSpPr>
        <p:sp>
          <p:nvSpPr>
            <p:cNvPr id="62" name="Freeform 5"/>
            <p:cNvSpPr>
              <a:spLocks noEditPoints="1"/>
            </p:cNvSpPr>
            <p:nvPr/>
          </p:nvSpPr>
          <p:spPr bwMode="auto">
            <a:xfrm>
              <a:off x="7600950" y="1350963"/>
              <a:ext cx="388938" cy="857250"/>
            </a:xfrm>
            <a:custGeom>
              <a:avLst/>
              <a:gdLst/>
              <a:ahLst/>
              <a:cxnLst>
                <a:cxn ang="0">
                  <a:pos x="117" y="184"/>
                </a:cxn>
                <a:cxn ang="0">
                  <a:pos x="86" y="177"/>
                </a:cxn>
                <a:cxn ang="0">
                  <a:pos x="81" y="193"/>
                </a:cxn>
                <a:cxn ang="0">
                  <a:pos x="96" y="208"/>
                </a:cxn>
                <a:cxn ang="0">
                  <a:pos x="82" y="217"/>
                </a:cxn>
                <a:cxn ang="0">
                  <a:pos x="80" y="236"/>
                </a:cxn>
                <a:cxn ang="0">
                  <a:pos x="70" y="244"/>
                </a:cxn>
                <a:cxn ang="0">
                  <a:pos x="52" y="238"/>
                </a:cxn>
                <a:cxn ang="0">
                  <a:pos x="26" y="242"/>
                </a:cxn>
                <a:cxn ang="0">
                  <a:pos x="15" y="235"/>
                </a:cxn>
                <a:cxn ang="0">
                  <a:pos x="16" y="204"/>
                </a:cxn>
                <a:cxn ang="0">
                  <a:pos x="21" y="193"/>
                </a:cxn>
                <a:cxn ang="0">
                  <a:pos x="11" y="178"/>
                </a:cxn>
                <a:cxn ang="0">
                  <a:pos x="16" y="149"/>
                </a:cxn>
                <a:cxn ang="0">
                  <a:pos x="33" y="162"/>
                </a:cxn>
                <a:cxn ang="0">
                  <a:pos x="53" y="174"/>
                </a:cxn>
                <a:cxn ang="0">
                  <a:pos x="88" y="158"/>
                </a:cxn>
                <a:cxn ang="0">
                  <a:pos x="85" y="141"/>
                </a:cxn>
                <a:cxn ang="0">
                  <a:pos x="67" y="133"/>
                </a:cxn>
                <a:cxn ang="0">
                  <a:pos x="76" y="116"/>
                </a:cxn>
                <a:cxn ang="0">
                  <a:pos x="68" y="88"/>
                </a:cxn>
                <a:cxn ang="0">
                  <a:pos x="39" y="90"/>
                </a:cxn>
                <a:cxn ang="0">
                  <a:pos x="15" y="93"/>
                </a:cxn>
                <a:cxn ang="0">
                  <a:pos x="7" y="65"/>
                </a:cxn>
                <a:cxn ang="0">
                  <a:pos x="0" y="38"/>
                </a:cxn>
                <a:cxn ang="0">
                  <a:pos x="37" y="15"/>
                </a:cxn>
                <a:cxn ang="0">
                  <a:pos x="64" y="8"/>
                </a:cxn>
                <a:cxn ang="0">
                  <a:pos x="89" y="0"/>
                </a:cxn>
                <a:cxn ang="0">
                  <a:pos x="110" y="20"/>
                </a:cxn>
                <a:cxn ang="0">
                  <a:pos x="150" y="22"/>
                </a:cxn>
                <a:cxn ang="0">
                  <a:pos x="187" y="71"/>
                </a:cxn>
                <a:cxn ang="0">
                  <a:pos x="189" y="134"/>
                </a:cxn>
                <a:cxn ang="0">
                  <a:pos x="173" y="158"/>
                </a:cxn>
                <a:cxn ang="0">
                  <a:pos x="161" y="177"/>
                </a:cxn>
                <a:cxn ang="0">
                  <a:pos x="150" y="176"/>
                </a:cxn>
                <a:cxn ang="0">
                  <a:pos x="129" y="190"/>
                </a:cxn>
                <a:cxn ang="0">
                  <a:pos x="131" y="221"/>
                </a:cxn>
                <a:cxn ang="0">
                  <a:pos x="105" y="243"/>
                </a:cxn>
                <a:cxn ang="0">
                  <a:pos x="98" y="260"/>
                </a:cxn>
                <a:cxn ang="0">
                  <a:pos x="93" y="302"/>
                </a:cxn>
                <a:cxn ang="0">
                  <a:pos x="97" y="333"/>
                </a:cxn>
                <a:cxn ang="0">
                  <a:pos x="111" y="336"/>
                </a:cxn>
                <a:cxn ang="0">
                  <a:pos x="127" y="357"/>
                </a:cxn>
                <a:cxn ang="0">
                  <a:pos x="144" y="378"/>
                </a:cxn>
                <a:cxn ang="0">
                  <a:pos x="168" y="370"/>
                </a:cxn>
                <a:cxn ang="0">
                  <a:pos x="162" y="321"/>
                </a:cxn>
                <a:cxn ang="0">
                  <a:pos x="191" y="301"/>
                </a:cxn>
                <a:cxn ang="0">
                  <a:pos x="187" y="244"/>
                </a:cxn>
                <a:cxn ang="0">
                  <a:pos x="197" y="196"/>
                </a:cxn>
                <a:cxn ang="0">
                  <a:pos x="167" y="202"/>
                </a:cxn>
                <a:cxn ang="0">
                  <a:pos x="154" y="218"/>
                </a:cxn>
                <a:cxn ang="0">
                  <a:pos x="143" y="423"/>
                </a:cxn>
                <a:cxn ang="0">
                  <a:pos x="161" y="432"/>
                </a:cxn>
                <a:cxn ang="0">
                  <a:pos x="182" y="412"/>
                </a:cxn>
                <a:cxn ang="0">
                  <a:pos x="149" y="410"/>
                </a:cxn>
              </a:cxnLst>
              <a:rect l="0" t="0" r="r" b="b"/>
              <a:pathLst>
                <a:path w="197" h="434">
                  <a:moveTo>
                    <a:pt x="129" y="190"/>
                  </a:moveTo>
                  <a:cubicBezTo>
                    <a:pt x="128" y="190"/>
                    <a:pt x="127" y="190"/>
                    <a:pt x="126" y="190"/>
                  </a:cubicBezTo>
                  <a:cubicBezTo>
                    <a:pt x="122" y="190"/>
                    <a:pt x="120" y="187"/>
                    <a:pt x="117" y="184"/>
                  </a:cubicBezTo>
                  <a:cubicBezTo>
                    <a:pt x="111" y="178"/>
                    <a:pt x="107" y="172"/>
                    <a:pt x="98" y="172"/>
                  </a:cubicBezTo>
                  <a:cubicBezTo>
                    <a:pt x="96" y="172"/>
                    <a:pt x="95" y="174"/>
                    <a:pt x="92" y="175"/>
                  </a:cubicBezTo>
                  <a:cubicBezTo>
                    <a:pt x="90" y="176"/>
                    <a:pt x="89" y="176"/>
                    <a:pt x="86" y="177"/>
                  </a:cubicBezTo>
                  <a:cubicBezTo>
                    <a:pt x="86" y="177"/>
                    <a:pt x="85" y="177"/>
                    <a:pt x="84" y="177"/>
                  </a:cubicBezTo>
                  <a:cubicBezTo>
                    <a:pt x="81" y="180"/>
                    <a:pt x="81" y="184"/>
                    <a:pt x="81" y="189"/>
                  </a:cubicBezTo>
                  <a:cubicBezTo>
                    <a:pt x="81" y="193"/>
                    <a:pt x="81" y="193"/>
                    <a:pt x="81" y="193"/>
                  </a:cubicBezTo>
                  <a:cubicBezTo>
                    <a:pt x="87" y="194"/>
                    <a:pt x="90" y="193"/>
                    <a:pt x="95" y="195"/>
                  </a:cubicBezTo>
                  <a:cubicBezTo>
                    <a:pt x="99" y="196"/>
                    <a:pt x="102" y="199"/>
                    <a:pt x="102" y="203"/>
                  </a:cubicBezTo>
                  <a:cubicBezTo>
                    <a:pt x="102" y="206"/>
                    <a:pt x="99" y="208"/>
                    <a:pt x="96" y="208"/>
                  </a:cubicBezTo>
                  <a:cubicBezTo>
                    <a:pt x="91" y="210"/>
                    <a:pt x="88" y="209"/>
                    <a:pt x="84" y="211"/>
                  </a:cubicBezTo>
                  <a:cubicBezTo>
                    <a:pt x="83" y="212"/>
                    <a:pt x="81" y="213"/>
                    <a:pt x="81" y="214"/>
                  </a:cubicBezTo>
                  <a:cubicBezTo>
                    <a:pt x="81" y="216"/>
                    <a:pt x="82" y="216"/>
                    <a:pt x="82" y="217"/>
                  </a:cubicBezTo>
                  <a:cubicBezTo>
                    <a:pt x="82" y="220"/>
                    <a:pt x="82" y="221"/>
                    <a:pt x="82" y="223"/>
                  </a:cubicBezTo>
                  <a:cubicBezTo>
                    <a:pt x="82" y="226"/>
                    <a:pt x="82" y="228"/>
                    <a:pt x="82" y="231"/>
                  </a:cubicBezTo>
                  <a:cubicBezTo>
                    <a:pt x="82" y="233"/>
                    <a:pt x="82" y="235"/>
                    <a:pt x="80" y="236"/>
                  </a:cubicBezTo>
                  <a:cubicBezTo>
                    <a:pt x="80" y="237"/>
                    <a:pt x="79" y="237"/>
                    <a:pt x="78" y="237"/>
                  </a:cubicBezTo>
                  <a:cubicBezTo>
                    <a:pt x="78" y="237"/>
                    <a:pt x="78" y="238"/>
                    <a:pt x="77" y="239"/>
                  </a:cubicBezTo>
                  <a:cubicBezTo>
                    <a:pt x="75" y="242"/>
                    <a:pt x="73" y="243"/>
                    <a:pt x="70" y="244"/>
                  </a:cubicBezTo>
                  <a:cubicBezTo>
                    <a:pt x="68" y="242"/>
                    <a:pt x="68" y="241"/>
                    <a:pt x="67" y="238"/>
                  </a:cubicBezTo>
                  <a:cubicBezTo>
                    <a:pt x="65" y="236"/>
                    <a:pt x="63" y="234"/>
                    <a:pt x="60" y="234"/>
                  </a:cubicBezTo>
                  <a:cubicBezTo>
                    <a:pt x="56" y="234"/>
                    <a:pt x="55" y="237"/>
                    <a:pt x="52" y="238"/>
                  </a:cubicBezTo>
                  <a:cubicBezTo>
                    <a:pt x="50" y="239"/>
                    <a:pt x="49" y="239"/>
                    <a:pt x="48" y="239"/>
                  </a:cubicBezTo>
                  <a:cubicBezTo>
                    <a:pt x="42" y="241"/>
                    <a:pt x="39" y="244"/>
                    <a:pt x="34" y="244"/>
                  </a:cubicBezTo>
                  <a:cubicBezTo>
                    <a:pt x="30" y="244"/>
                    <a:pt x="28" y="244"/>
                    <a:pt x="26" y="242"/>
                  </a:cubicBezTo>
                  <a:cubicBezTo>
                    <a:pt x="24" y="241"/>
                    <a:pt x="24" y="240"/>
                    <a:pt x="23" y="239"/>
                  </a:cubicBezTo>
                  <a:cubicBezTo>
                    <a:pt x="20" y="236"/>
                    <a:pt x="18" y="235"/>
                    <a:pt x="15" y="235"/>
                  </a:cubicBezTo>
                  <a:cubicBezTo>
                    <a:pt x="15" y="235"/>
                    <a:pt x="15" y="235"/>
                    <a:pt x="15" y="235"/>
                  </a:cubicBezTo>
                  <a:cubicBezTo>
                    <a:pt x="13" y="205"/>
                    <a:pt x="13" y="205"/>
                    <a:pt x="13" y="205"/>
                  </a:cubicBezTo>
                  <a:cubicBezTo>
                    <a:pt x="13" y="205"/>
                    <a:pt x="13" y="205"/>
                    <a:pt x="13" y="205"/>
                  </a:cubicBezTo>
                  <a:cubicBezTo>
                    <a:pt x="15" y="204"/>
                    <a:pt x="15" y="205"/>
                    <a:pt x="16" y="204"/>
                  </a:cubicBezTo>
                  <a:cubicBezTo>
                    <a:pt x="17" y="203"/>
                    <a:pt x="18" y="203"/>
                    <a:pt x="19" y="201"/>
                  </a:cubicBezTo>
                  <a:cubicBezTo>
                    <a:pt x="20" y="200"/>
                    <a:pt x="20" y="199"/>
                    <a:pt x="20" y="198"/>
                  </a:cubicBezTo>
                  <a:cubicBezTo>
                    <a:pt x="21" y="196"/>
                    <a:pt x="21" y="195"/>
                    <a:pt x="21" y="193"/>
                  </a:cubicBezTo>
                  <a:cubicBezTo>
                    <a:pt x="21" y="188"/>
                    <a:pt x="18" y="186"/>
                    <a:pt x="15" y="182"/>
                  </a:cubicBezTo>
                  <a:cubicBezTo>
                    <a:pt x="15" y="182"/>
                    <a:pt x="15" y="181"/>
                    <a:pt x="14" y="181"/>
                  </a:cubicBezTo>
                  <a:cubicBezTo>
                    <a:pt x="14" y="180"/>
                    <a:pt x="12" y="180"/>
                    <a:pt x="11" y="178"/>
                  </a:cubicBezTo>
                  <a:cubicBezTo>
                    <a:pt x="11" y="178"/>
                    <a:pt x="11" y="178"/>
                    <a:pt x="11" y="178"/>
                  </a:cubicBezTo>
                  <a:cubicBezTo>
                    <a:pt x="13" y="170"/>
                    <a:pt x="14" y="165"/>
                    <a:pt x="15" y="157"/>
                  </a:cubicBezTo>
                  <a:cubicBezTo>
                    <a:pt x="15" y="153"/>
                    <a:pt x="15" y="151"/>
                    <a:pt x="16" y="149"/>
                  </a:cubicBezTo>
                  <a:cubicBezTo>
                    <a:pt x="16" y="149"/>
                    <a:pt x="16" y="149"/>
                    <a:pt x="16" y="149"/>
                  </a:cubicBezTo>
                  <a:cubicBezTo>
                    <a:pt x="19" y="153"/>
                    <a:pt x="22" y="154"/>
                    <a:pt x="27" y="157"/>
                  </a:cubicBezTo>
                  <a:cubicBezTo>
                    <a:pt x="29" y="158"/>
                    <a:pt x="30" y="160"/>
                    <a:pt x="33" y="162"/>
                  </a:cubicBezTo>
                  <a:cubicBezTo>
                    <a:pt x="36" y="164"/>
                    <a:pt x="38" y="166"/>
                    <a:pt x="43" y="167"/>
                  </a:cubicBezTo>
                  <a:cubicBezTo>
                    <a:pt x="45" y="168"/>
                    <a:pt x="46" y="169"/>
                    <a:pt x="49" y="170"/>
                  </a:cubicBezTo>
                  <a:cubicBezTo>
                    <a:pt x="50" y="171"/>
                    <a:pt x="51" y="174"/>
                    <a:pt x="53" y="174"/>
                  </a:cubicBezTo>
                  <a:cubicBezTo>
                    <a:pt x="61" y="174"/>
                    <a:pt x="65" y="171"/>
                    <a:pt x="72" y="167"/>
                  </a:cubicBezTo>
                  <a:cubicBezTo>
                    <a:pt x="76" y="165"/>
                    <a:pt x="78" y="163"/>
                    <a:pt x="82" y="161"/>
                  </a:cubicBezTo>
                  <a:cubicBezTo>
                    <a:pt x="84" y="159"/>
                    <a:pt x="86" y="159"/>
                    <a:pt x="88" y="158"/>
                  </a:cubicBezTo>
                  <a:cubicBezTo>
                    <a:pt x="89" y="157"/>
                    <a:pt x="91" y="157"/>
                    <a:pt x="91" y="155"/>
                  </a:cubicBezTo>
                  <a:cubicBezTo>
                    <a:pt x="91" y="153"/>
                    <a:pt x="90" y="153"/>
                    <a:pt x="90" y="151"/>
                  </a:cubicBezTo>
                  <a:cubicBezTo>
                    <a:pt x="88" y="147"/>
                    <a:pt x="88" y="144"/>
                    <a:pt x="85" y="141"/>
                  </a:cubicBezTo>
                  <a:cubicBezTo>
                    <a:pt x="83" y="139"/>
                    <a:pt x="80" y="140"/>
                    <a:pt x="77" y="140"/>
                  </a:cubicBezTo>
                  <a:cubicBezTo>
                    <a:pt x="73" y="139"/>
                    <a:pt x="71" y="138"/>
                    <a:pt x="67" y="138"/>
                  </a:cubicBezTo>
                  <a:cubicBezTo>
                    <a:pt x="67" y="136"/>
                    <a:pt x="67" y="135"/>
                    <a:pt x="67" y="133"/>
                  </a:cubicBezTo>
                  <a:cubicBezTo>
                    <a:pt x="67" y="132"/>
                    <a:pt x="65" y="132"/>
                    <a:pt x="65" y="131"/>
                  </a:cubicBezTo>
                  <a:cubicBezTo>
                    <a:pt x="65" y="128"/>
                    <a:pt x="66" y="127"/>
                    <a:pt x="68" y="126"/>
                  </a:cubicBezTo>
                  <a:cubicBezTo>
                    <a:pt x="70" y="122"/>
                    <a:pt x="72" y="119"/>
                    <a:pt x="76" y="116"/>
                  </a:cubicBezTo>
                  <a:cubicBezTo>
                    <a:pt x="79" y="113"/>
                    <a:pt x="81" y="111"/>
                    <a:pt x="81" y="107"/>
                  </a:cubicBezTo>
                  <a:cubicBezTo>
                    <a:pt x="81" y="102"/>
                    <a:pt x="77" y="100"/>
                    <a:pt x="73" y="96"/>
                  </a:cubicBezTo>
                  <a:cubicBezTo>
                    <a:pt x="71" y="93"/>
                    <a:pt x="70" y="91"/>
                    <a:pt x="68" y="88"/>
                  </a:cubicBezTo>
                  <a:cubicBezTo>
                    <a:pt x="67" y="87"/>
                    <a:pt x="67" y="85"/>
                    <a:pt x="66" y="85"/>
                  </a:cubicBezTo>
                  <a:cubicBezTo>
                    <a:pt x="63" y="85"/>
                    <a:pt x="62" y="87"/>
                    <a:pt x="60" y="87"/>
                  </a:cubicBezTo>
                  <a:cubicBezTo>
                    <a:pt x="52" y="89"/>
                    <a:pt x="47" y="90"/>
                    <a:pt x="39" y="90"/>
                  </a:cubicBezTo>
                  <a:cubicBezTo>
                    <a:pt x="28" y="90"/>
                    <a:pt x="28" y="90"/>
                    <a:pt x="28" y="90"/>
                  </a:cubicBezTo>
                  <a:cubicBezTo>
                    <a:pt x="27" y="90"/>
                    <a:pt x="26" y="91"/>
                    <a:pt x="26" y="91"/>
                  </a:cubicBezTo>
                  <a:cubicBezTo>
                    <a:pt x="21" y="92"/>
                    <a:pt x="19" y="93"/>
                    <a:pt x="15" y="93"/>
                  </a:cubicBezTo>
                  <a:cubicBezTo>
                    <a:pt x="12" y="93"/>
                    <a:pt x="11" y="90"/>
                    <a:pt x="10" y="87"/>
                  </a:cubicBezTo>
                  <a:cubicBezTo>
                    <a:pt x="9" y="84"/>
                    <a:pt x="7" y="82"/>
                    <a:pt x="7" y="78"/>
                  </a:cubicBezTo>
                  <a:cubicBezTo>
                    <a:pt x="7" y="65"/>
                    <a:pt x="7" y="65"/>
                    <a:pt x="7" y="65"/>
                  </a:cubicBezTo>
                  <a:cubicBezTo>
                    <a:pt x="7" y="60"/>
                    <a:pt x="7" y="56"/>
                    <a:pt x="6" y="51"/>
                  </a:cubicBezTo>
                  <a:cubicBezTo>
                    <a:pt x="5" y="47"/>
                    <a:pt x="5" y="45"/>
                    <a:pt x="3" y="41"/>
                  </a:cubicBezTo>
                  <a:cubicBezTo>
                    <a:pt x="2" y="40"/>
                    <a:pt x="0" y="39"/>
                    <a:pt x="0" y="38"/>
                  </a:cubicBezTo>
                  <a:cubicBezTo>
                    <a:pt x="0" y="33"/>
                    <a:pt x="6" y="33"/>
                    <a:pt x="10" y="32"/>
                  </a:cubicBezTo>
                  <a:cubicBezTo>
                    <a:pt x="15" y="31"/>
                    <a:pt x="19" y="32"/>
                    <a:pt x="24" y="29"/>
                  </a:cubicBezTo>
                  <a:cubicBezTo>
                    <a:pt x="30" y="25"/>
                    <a:pt x="32" y="20"/>
                    <a:pt x="37" y="15"/>
                  </a:cubicBezTo>
                  <a:cubicBezTo>
                    <a:pt x="39" y="13"/>
                    <a:pt x="40" y="11"/>
                    <a:pt x="42" y="9"/>
                  </a:cubicBezTo>
                  <a:cubicBezTo>
                    <a:pt x="44" y="7"/>
                    <a:pt x="46" y="7"/>
                    <a:pt x="49" y="7"/>
                  </a:cubicBezTo>
                  <a:cubicBezTo>
                    <a:pt x="54" y="7"/>
                    <a:pt x="58" y="8"/>
                    <a:pt x="64" y="8"/>
                  </a:cubicBezTo>
                  <a:cubicBezTo>
                    <a:pt x="73" y="8"/>
                    <a:pt x="73" y="8"/>
                    <a:pt x="73" y="8"/>
                  </a:cubicBezTo>
                  <a:cubicBezTo>
                    <a:pt x="78" y="8"/>
                    <a:pt x="80" y="5"/>
                    <a:pt x="83" y="3"/>
                  </a:cubicBezTo>
                  <a:cubicBezTo>
                    <a:pt x="86" y="2"/>
                    <a:pt x="86" y="1"/>
                    <a:pt x="89" y="0"/>
                  </a:cubicBezTo>
                  <a:cubicBezTo>
                    <a:pt x="89" y="0"/>
                    <a:pt x="89" y="0"/>
                    <a:pt x="89" y="0"/>
                  </a:cubicBezTo>
                  <a:cubicBezTo>
                    <a:pt x="90" y="2"/>
                    <a:pt x="91" y="5"/>
                    <a:pt x="93" y="7"/>
                  </a:cubicBezTo>
                  <a:cubicBezTo>
                    <a:pt x="97" y="15"/>
                    <a:pt x="102" y="16"/>
                    <a:pt x="110" y="20"/>
                  </a:cubicBezTo>
                  <a:cubicBezTo>
                    <a:pt x="116" y="24"/>
                    <a:pt x="119" y="29"/>
                    <a:pt x="127" y="29"/>
                  </a:cubicBezTo>
                  <a:cubicBezTo>
                    <a:pt x="136" y="29"/>
                    <a:pt x="141" y="25"/>
                    <a:pt x="150" y="22"/>
                  </a:cubicBezTo>
                  <a:cubicBezTo>
                    <a:pt x="150" y="22"/>
                    <a:pt x="150" y="22"/>
                    <a:pt x="150" y="22"/>
                  </a:cubicBezTo>
                  <a:cubicBezTo>
                    <a:pt x="153" y="27"/>
                    <a:pt x="159" y="30"/>
                    <a:pt x="165" y="34"/>
                  </a:cubicBezTo>
                  <a:cubicBezTo>
                    <a:pt x="175" y="38"/>
                    <a:pt x="184" y="40"/>
                    <a:pt x="187" y="51"/>
                  </a:cubicBezTo>
                  <a:cubicBezTo>
                    <a:pt x="187" y="71"/>
                    <a:pt x="187" y="71"/>
                    <a:pt x="187" y="71"/>
                  </a:cubicBezTo>
                  <a:cubicBezTo>
                    <a:pt x="187" y="76"/>
                    <a:pt x="188" y="79"/>
                    <a:pt x="188" y="84"/>
                  </a:cubicBezTo>
                  <a:cubicBezTo>
                    <a:pt x="188" y="122"/>
                    <a:pt x="188" y="122"/>
                    <a:pt x="188" y="122"/>
                  </a:cubicBezTo>
                  <a:cubicBezTo>
                    <a:pt x="188" y="127"/>
                    <a:pt x="189" y="130"/>
                    <a:pt x="189" y="134"/>
                  </a:cubicBezTo>
                  <a:cubicBezTo>
                    <a:pt x="189" y="134"/>
                    <a:pt x="189" y="134"/>
                    <a:pt x="189" y="134"/>
                  </a:cubicBezTo>
                  <a:cubicBezTo>
                    <a:pt x="186" y="139"/>
                    <a:pt x="183" y="140"/>
                    <a:pt x="179" y="146"/>
                  </a:cubicBezTo>
                  <a:cubicBezTo>
                    <a:pt x="176" y="150"/>
                    <a:pt x="175" y="153"/>
                    <a:pt x="173" y="158"/>
                  </a:cubicBezTo>
                  <a:cubicBezTo>
                    <a:pt x="171" y="161"/>
                    <a:pt x="169" y="162"/>
                    <a:pt x="167" y="166"/>
                  </a:cubicBezTo>
                  <a:cubicBezTo>
                    <a:pt x="165" y="170"/>
                    <a:pt x="164" y="172"/>
                    <a:pt x="161" y="177"/>
                  </a:cubicBezTo>
                  <a:cubicBezTo>
                    <a:pt x="161" y="177"/>
                    <a:pt x="161" y="177"/>
                    <a:pt x="161" y="177"/>
                  </a:cubicBezTo>
                  <a:cubicBezTo>
                    <a:pt x="157" y="177"/>
                    <a:pt x="157" y="177"/>
                    <a:pt x="157" y="177"/>
                  </a:cubicBezTo>
                  <a:cubicBezTo>
                    <a:pt x="155" y="177"/>
                    <a:pt x="154" y="175"/>
                    <a:pt x="152" y="175"/>
                  </a:cubicBezTo>
                  <a:cubicBezTo>
                    <a:pt x="151" y="175"/>
                    <a:pt x="151" y="176"/>
                    <a:pt x="150" y="176"/>
                  </a:cubicBezTo>
                  <a:cubicBezTo>
                    <a:pt x="150" y="182"/>
                    <a:pt x="148" y="189"/>
                    <a:pt x="142" y="189"/>
                  </a:cubicBezTo>
                  <a:cubicBezTo>
                    <a:pt x="140" y="189"/>
                    <a:pt x="139" y="187"/>
                    <a:pt x="137" y="187"/>
                  </a:cubicBezTo>
                  <a:cubicBezTo>
                    <a:pt x="134" y="187"/>
                    <a:pt x="131" y="188"/>
                    <a:pt x="129" y="190"/>
                  </a:cubicBezTo>
                  <a:cubicBezTo>
                    <a:pt x="129" y="190"/>
                    <a:pt x="129" y="190"/>
                    <a:pt x="129" y="190"/>
                  </a:cubicBezTo>
                  <a:close/>
                  <a:moveTo>
                    <a:pt x="137" y="211"/>
                  </a:moveTo>
                  <a:cubicBezTo>
                    <a:pt x="134" y="215"/>
                    <a:pt x="134" y="217"/>
                    <a:pt x="131" y="221"/>
                  </a:cubicBezTo>
                  <a:cubicBezTo>
                    <a:pt x="129" y="225"/>
                    <a:pt x="127" y="227"/>
                    <a:pt x="123" y="230"/>
                  </a:cubicBezTo>
                  <a:cubicBezTo>
                    <a:pt x="120" y="233"/>
                    <a:pt x="119" y="236"/>
                    <a:pt x="115" y="238"/>
                  </a:cubicBezTo>
                  <a:cubicBezTo>
                    <a:pt x="112" y="240"/>
                    <a:pt x="109" y="242"/>
                    <a:pt x="105" y="243"/>
                  </a:cubicBezTo>
                  <a:cubicBezTo>
                    <a:pt x="103" y="244"/>
                    <a:pt x="101" y="244"/>
                    <a:pt x="99" y="246"/>
                  </a:cubicBezTo>
                  <a:cubicBezTo>
                    <a:pt x="99" y="247"/>
                    <a:pt x="99" y="248"/>
                    <a:pt x="99" y="250"/>
                  </a:cubicBezTo>
                  <a:cubicBezTo>
                    <a:pt x="99" y="254"/>
                    <a:pt x="99" y="256"/>
                    <a:pt x="98" y="260"/>
                  </a:cubicBezTo>
                  <a:cubicBezTo>
                    <a:pt x="98" y="265"/>
                    <a:pt x="97" y="269"/>
                    <a:pt x="97" y="274"/>
                  </a:cubicBezTo>
                  <a:cubicBezTo>
                    <a:pt x="96" y="281"/>
                    <a:pt x="96" y="285"/>
                    <a:pt x="95" y="292"/>
                  </a:cubicBezTo>
                  <a:cubicBezTo>
                    <a:pt x="95" y="296"/>
                    <a:pt x="94" y="298"/>
                    <a:pt x="93" y="302"/>
                  </a:cubicBezTo>
                  <a:cubicBezTo>
                    <a:pt x="93" y="307"/>
                    <a:pt x="93" y="310"/>
                    <a:pt x="93" y="316"/>
                  </a:cubicBezTo>
                  <a:cubicBezTo>
                    <a:pt x="93" y="317"/>
                    <a:pt x="92" y="318"/>
                    <a:pt x="92" y="319"/>
                  </a:cubicBezTo>
                  <a:cubicBezTo>
                    <a:pt x="92" y="325"/>
                    <a:pt x="95" y="328"/>
                    <a:pt x="97" y="333"/>
                  </a:cubicBezTo>
                  <a:cubicBezTo>
                    <a:pt x="97" y="333"/>
                    <a:pt x="97" y="333"/>
                    <a:pt x="97" y="333"/>
                  </a:cubicBezTo>
                  <a:cubicBezTo>
                    <a:pt x="98" y="333"/>
                    <a:pt x="98" y="333"/>
                    <a:pt x="99" y="333"/>
                  </a:cubicBezTo>
                  <a:cubicBezTo>
                    <a:pt x="104" y="333"/>
                    <a:pt x="107" y="333"/>
                    <a:pt x="111" y="336"/>
                  </a:cubicBezTo>
                  <a:cubicBezTo>
                    <a:pt x="112" y="337"/>
                    <a:pt x="111" y="338"/>
                    <a:pt x="112" y="338"/>
                  </a:cubicBezTo>
                  <a:cubicBezTo>
                    <a:pt x="116" y="343"/>
                    <a:pt x="118" y="347"/>
                    <a:pt x="122" y="352"/>
                  </a:cubicBezTo>
                  <a:cubicBezTo>
                    <a:pt x="124" y="354"/>
                    <a:pt x="126" y="355"/>
                    <a:pt x="127" y="357"/>
                  </a:cubicBezTo>
                  <a:cubicBezTo>
                    <a:pt x="130" y="361"/>
                    <a:pt x="131" y="364"/>
                    <a:pt x="134" y="367"/>
                  </a:cubicBezTo>
                  <a:cubicBezTo>
                    <a:pt x="137" y="372"/>
                    <a:pt x="140" y="374"/>
                    <a:pt x="144" y="378"/>
                  </a:cubicBezTo>
                  <a:cubicBezTo>
                    <a:pt x="144" y="378"/>
                    <a:pt x="144" y="378"/>
                    <a:pt x="144" y="378"/>
                  </a:cubicBezTo>
                  <a:cubicBezTo>
                    <a:pt x="152" y="379"/>
                    <a:pt x="158" y="379"/>
                    <a:pt x="166" y="382"/>
                  </a:cubicBezTo>
                  <a:cubicBezTo>
                    <a:pt x="166" y="382"/>
                    <a:pt x="166" y="382"/>
                    <a:pt x="166" y="382"/>
                  </a:cubicBezTo>
                  <a:cubicBezTo>
                    <a:pt x="167" y="377"/>
                    <a:pt x="168" y="374"/>
                    <a:pt x="168" y="370"/>
                  </a:cubicBezTo>
                  <a:cubicBezTo>
                    <a:pt x="161" y="331"/>
                    <a:pt x="161" y="331"/>
                    <a:pt x="161" y="331"/>
                  </a:cubicBezTo>
                  <a:cubicBezTo>
                    <a:pt x="162" y="329"/>
                    <a:pt x="163" y="328"/>
                    <a:pt x="163" y="326"/>
                  </a:cubicBezTo>
                  <a:cubicBezTo>
                    <a:pt x="163" y="324"/>
                    <a:pt x="162" y="323"/>
                    <a:pt x="162" y="321"/>
                  </a:cubicBezTo>
                  <a:cubicBezTo>
                    <a:pt x="191" y="323"/>
                    <a:pt x="191" y="323"/>
                    <a:pt x="191" y="323"/>
                  </a:cubicBezTo>
                  <a:cubicBezTo>
                    <a:pt x="191" y="323"/>
                    <a:pt x="191" y="323"/>
                    <a:pt x="191" y="323"/>
                  </a:cubicBezTo>
                  <a:cubicBezTo>
                    <a:pt x="191" y="317"/>
                    <a:pt x="191" y="310"/>
                    <a:pt x="191" y="301"/>
                  </a:cubicBezTo>
                  <a:cubicBezTo>
                    <a:pt x="191" y="293"/>
                    <a:pt x="191" y="293"/>
                    <a:pt x="191" y="293"/>
                  </a:cubicBezTo>
                  <a:cubicBezTo>
                    <a:pt x="187" y="265"/>
                    <a:pt x="187" y="265"/>
                    <a:pt x="187" y="265"/>
                  </a:cubicBezTo>
                  <a:cubicBezTo>
                    <a:pt x="187" y="244"/>
                    <a:pt x="187" y="244"/>
                    <a:pt x="187" y="244"/>
                  </a:cubicBezTo>
                  <a:cubicBezTo>
                    <a:pt x="187" y="236"/>
                    <a:pt x="190" y="232"/>
                    <a:pt x="192" y="224"/>
                  </a:cubicBezTo>
                  <a:cubicBezTo>
                    <a:pt x="195" y="213"/>
                    <a:pt x="197" y="206"/>
                    <a:pt x="197" y="196"/>
                  </a:cubicBezTo>
                  <a:cubicBezTo>
                    <a:pt x="197" y="196"/>
                    <a:pt x="197" y="196"/>
                    <a:pt x="197" y="196"/>
                  </a:cubicBezTo>
                  <a:cubicBezTo>
                    <a:pt x="194" y="197"/>
                    <a:pt x="190" y="198"/>
                    <a:pt x="186" y="199"/>
                  </a:cubicBezTo>
                  <a:cubicBezTo>
                    <a:pt x="182" y="201"/>
                    <a:pt x="180" y="203"/>
                    <a:pt x="177" y="204"/>
                  </a:cubicBezTo>
                  <a:cubicBezTo>
                    <a:pt x="167" y="202"/>
                    <a:pt x="167" y="202"/>
                    <a:pt x="167" y="202"/>
                  </a:cubicBezTo>
                  <a:cubicBezTo>
                    <a:pt x="167" y="202"/>
                    <a:pt x="167" y="202"/>
                    <a:pt x="167" y="202"/>
                  </a:cubicBezTo>
                  <a:cubicBezTo>
                    <a:pt x="166" y="204"/>
                    <a:pt x="165" y="206"/>
                    <a:pt x="163" y="209"/>
                  </a:cubicBezTo>
                  <a:cubicBezTo>
                    <a:pt x="161" y="214"/>
                    <a:pt x="159" y="218"/>
                    <a:pt x="154" y="218"/>
                  </a:cubicBezTo>
                  <a:cubicBezTo>
                    <a:pt x="147" y="218"/>
                    <a:pt x="143" y="214"/>
                    <a:pt x="137" y="211"/>
                  </a:cubicBezTo>
                  <a:cubicBezTo>
                    <a:pt x="137" y="211"/>
                    <a:pt x="137" y="211"/>
                    <a:pt x="137" y="211"/>
                  </a:cubicBezTo>
                  <a:close/>
                  <a:moveTo>
                    <a:pt x="143" y="423"/>
                  </a:moveTo>
                  <a:cubicBezTo>
                    <a:pt x="150" y="426"/>
                    <a:pt x="153" y="431"/>
                    <a:pt x="159" y="434"/>
                  </a:cubicBezTo>
                  <a:cubicBezTo>
                    <a:pt x="159" y="434"/>
                    <a:pt x="159" y="434"/>
                    <a:pt x="159" y="434"/>
                  </a:cubicBezTo>
                  <a:cubicBezTo>
                    <a:pt x="160" y="434"/>
                    <a:pt x="160" y="433"/>
                    <a:pt x="161" y="432"/>
                  </a:cubicBezTo>
                  <a:cubicBezTo>
                    <a:pt x="168" y="425"/>
                    <a:pt x="182" y="426"/>
                    <a:pt x="182" y="415"/>
                  </a:cubicBezTo>
                  <a:cubicBezTo>
                    <a:pt x="182" y="412"/>
                    <a:pt x="182" y="412"/>
                    <a:pt x="182" y="412"/>
                  </a:cubicBezTo>
                  <a:cubicBezTo>
                    <a:pt x="182" y="412"/>
                    <a:pt x="182" y="412"/>
                    <a:pt x="182" y="412"/>
                  </a:cubicBezTo>
                  <a:cubicBezTo>
                    <a:pt x="179" y="411"/>
                    <a:pt x="176" y="411"/>
                    <a:pt x="173" y="411"/>
                  </a:cubicBezTo>
                  <a:cubicBezTo>
                    <a:pt x="167" y="409"/>
                    <a:pt x="164" y="408"/>
                    <a:pt x="159" y="408"/>
                  </a:cubicBezTo>
                  <a:cubicBezTo>
                    <a:pt x="155" y="408"/>
                    <a:pt x="153" y="409"/>
                    <a:pt x="149" y="410"/>
                  </a:cubicBezTo>
                  <a:cubicBezTo>
                    <a:pt x="149" y="410"/>
                    <a:pt x="149" y="410"/>
                    <a:pt x="149" y="410"/>
                  </a:cubicBezTo>
                  <a:cubicBezTo>
                    <a:pt x="147" y="416"/>
                    <a:pt x="146" y="417"/>
                    <a:pt x="143" y="42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6"/>
            <p:cNvSpPr>
              <a:spLocks noEditPoints="1"/>
            </p:cNvSpPr>
            <p:nvPr/>
          </p:nvSpPr>
          <p:spPr bwMode="auto">
            <a:xfrm>
              <a:off x="6997700" y="1535113"/>
              <a:ext cx="993775" cy="866775"/>
            </a:xfrm>
            <a:custGeom>
              <a:avLst/>
              <a:gdLst/>
              <a:ahLst/>
              <a:cxnLst>
                <a:cxn ang="0">
                  <a:pos x="281" y="99"/>
                </a:cxn>
                <a:cxn ang="0">
                  <a:pos x="242" y="115"/>
                </a:cxn>
                <a:cxn ang="0">
                  <a:pos x="216" y="93"/>
                </a:cxn>
                <a:cxn ang="0">
                  <a:pos x="195" y="52"/>
                </a:cxn>
                <a:cxn ang="0">
                  <a:pos x="162" y="28"/>
                </a:cxn>
                <a:cxn ang="0">
                  <a:pos x="107" y="4"/>
                </a:cxn>
                <a:cxn ang="0">
                  <a:pos x="68" y="11"/>
                </a:cxn>
                <a:cxn ang="0">
                  <a:pos x="125" y="33"/>
                </a:cxn>
                <a:cxn ang="0">
                  <a:pos x="137" y="55"/>
                </a:cxn>
                <a:cxn ang="0">
                  <a:pos x="121" y="64"/>
                </a:cxn>
                <a:cxn ang="0">
                  <a:pos x="55" y="68"/>
                </a:cxn>
                <a:cxn ang="0">
                  <a:pos x="27" y="65"/>
                </a:cxn>
                <a:cxn ang="0">
                  <a:pos x="4" y="91"/>
                </a:cxn>
                <a:cxn ang="0">
                  <a:pos x="0" y="103"/>
                </a:cxn>
                <a:cxn ang="0">
                  <a:pos x="46" y="96"/>
                </a:cxn>
                <a:cxn ang="0">
                  <a:pos x="69" y="113"/>
                </a:cxn>
                <a:cxn ang="0">
                  <a:pos x="111" y="149"/>
                </a:cxn>
                <a:cxn ang="0">
                  <a:pos x="147" y="183"/>
                </a:cxn>
                <a:cxn ang="0">
                  <a:pos x="148" y="254"/>
                </a:cxn>
                <a:cxn ang="0">
                  <a:pos x="142" y="295"/>
                </a:cxn>
                <a:cxn ang="0">
                  <a:pos x="154" y="322"/>
                </a:cxn>
                <a:cxn ang="0">
                  <a:pos x="164" y="368"/>
                </a:cxn>
                <a:cxn ang="0">
                  <a:pos x="166" y="432"/>
                </a:cxn>
                <a:cxn ang="0">
                  <a:pos x="214" y="438"/>
                </a:cxn>
                <a:cxn ang="0">
                  <a:pos x="233" y="402"/>
                </a:cxn>
                <a:cxn ang="0">
                  <a:pos x="315" y="285"/>
                </a:cxn>
                <a:cxn ang="0">
                  <a:pos x="310" y="198"/>
                </a:cxn>
                <a:cxn ang="0">
                  <a:pos x="302" y="168"/>
                </a:cxn>
                <a:cxn ang="0">
                  <a:pos x="321" y="142"/>
                </a:cxn>
                <a:cxn ang="0">
                  <a:pos x="308" y="106"/>
                </a:cxn>
                <a:cxn ang="0">
                  <a:pos x="317" y="85"/>
                </a:cxn>
                <a:cxn ang="0">
                  <a:pos x="322" y="56"/>
                </a:cxn>
                <a:cxn ang="0">
                  <a:pos x="301" y="75"/>
                </a:cxn>
                <a:cxn ang="0">
                  <a:pos x="473" y="109"/>
                </a:cxn>
                <a:cxn ang="0">
                  <a:pos x="467" y="84"/>
                </a:cxn>
                <a:cxn ang="0">
                  <a:pos x="495" y="41"/>
                </a:cxn>
                <a:cxn ang="0">
                  <a:pos x="486" y="79"/>
                </a:cxn>
                <a:cxn ang="0">
                  <a:pos x="503" y="103"/>
                </a:cxn>
                <a:cxn ang="0">
                  <a:pos x="473" y="109"/>
                </a:cxn>
                <a:cxn ang="0">
                  <a:pos x="474" y="277"/>
                </a:cxn>
                <a:cxn ang="0">
                  <a:pos x="497" y="230"/>
                </a:cxn>
                <a:cxn ang="0">
                  <a:pos x="503" y="294"/>
                </a:cxn>
                <a:cxn ang="0">
                  <a:pos x="488" y="303"/>
                </a:cxn>
                <a:cxn ang="0">
                  <a:pos x="465" y="315"/>
                </a:cxn>
                <a:cxn ang="0">
                  <a:pos x="449" y="330"/>
                </a:cxn>
                <a:cxn ang="0">
                  <a:pos x="407" y="315"/>
                </a:cxn>
                <a:cxn ang="0">
                  <a:pos x="414" y="292"/>
                </a:cxn>
                <a:cxn ang="0">
                  <a:pos x="396" y="246"/>
                </a:cxn>
                <a:cxn ang="0">
                  <a:pos x="417" y="243"/>
                </a:cxn>
                <a:cxn ang="0">
                  <a:pos x="440" y="274"/>
                </a:cxn>
              </a:cxnLst>
              <a:rect l="0" t="0" r="r" b="b"/>
              <a:pathLst>
                <a:path w="504" h="439">
                  <a:moveTo>
                    <a:pt x="285" y="75"/>
                  </a:moveTo>
                  <a:cubicBezTo>
                    <a:pt x="285" y="78"/>
                    <a:pt x="285" y="80"/>
                    <a:pt x="285" y="83"/>
                  </a:cubicBezTo>
                  <a:cubicBezTo>
                    <a:pt x="284" y="85"/>
                    <a:pt x="283" y="87"/>
                    <a:pt x="283" y="89"/>
                  </a:cubicBezTo>
                  <a:cubicBezTo>
                    <a:pt x="282" y="93"/>
                    <a:pt x="283" y="95"/>
                    <a:pt x="281" y="99"/>
                  </a:cubicBezTo>
                  <a:cubicBezTo>
                    <a:pt x="280" y="101"/>
                    <a:pt x="279" y="102"/>
                    <a:pt x="277" y="104"/>
                  </a:cubicBezTo>
                  <a:cubicBezTo>
                    <a:pt x="276" y="106"/>
                    <a:pt x="275" y="107"/>
                    <a:pt x="274" y="107"/>
                  </a:cubicBezTo>
                  <a:cubicBezTo>
                    <a:pt x="270" y="110"/>
                    <a:pt x="268" y="110"/>
                    <a:pt x="264" y="111"/>
                  </a:cubicBezTo>
                  <a:cubicBezTo>
                    <a:pt x="255" y="113"/>
                    <a:pt x="250" y="115"/>
                    <a:pt x="242" y="115"/>
                  </a:cubicBezTo>
                  <a:cubicBezTo>
                    <a:pt x="232" y="115"/>
                    <a:pt x="232" y="115"/>
                    <a:pt x="232" y="115"/>
                  </a:cubicBezTo>
                  <a:cubicBezTo>
                    <a:pt x="229" y="115"/>
                    <a:pt x="226" y="114"/>
                    <a:pt x="224" y="112"/>
                  </a:cubicBezTo>
                  <a:cubicBezTo>
                    <a:pt x="222" y="110"/>
                    <a:pt x="222" y="107"/>
                    <a:pt x="221" y="103"/>
                  </a:cubicBezTo>
                  <a:cubicBezTo>
                    <a:pt x="220" y="99"/>
                    <a:pt x="218" y="97"/>
                    <a:pt x="216" y="93"/>
                  </a:cubicBezTo>
                  <a:cubicBezTo>
                    <a:pt x="213" y="86"/>
                    <a:pt x="213" y="81"/>
                    <a:pt x="211" y="73"/>
                  </a:cubicBezTo>
                  <a:cubicBezTo>
                    <a:pt x="211" y="71"/>
                    <a:pt x="210" y="69"/>
                    <a:pt x="209" y="67"/>
                  </a:cubicBezTo>
                  <a:cubicBezTo>
                    <a:pt x="207" y="63"/>
                    <a:pt x="206" y="60"/>
                    <a:pt x="203" y="57"/>
                  </a:cubicBezTo>
                  <a:cubicBezTo>
                    <a:pt x="200" y="55"/>
                    <a:pt x="198" y="54"/>
                    <a:pt x="195" y="52"/>
                  </a:cubicBezTo>
                  <a:cubicBezTo>
                    <a:pt x="192" y="49"/>
                    <a:pt x="190" y="47"/>
                    <a:pt x="187" y="45"/>
                  </a:cubicBezTo>
                  <a:cubicBezTo>
                    <a:pt x="184" y="41"/>
                    <a:pt x="181" y="40"/>
                    <a:pt x="178" y="37"/>
                  </a:cubicBezTo>
                  <a:cubicBezTo>
                    <a:pt x="175" y="34"/>
                    <a:pt x="174" y="32"/>
                    <a:pt x="170" y="30"/>
                  </a:cubicBezTo>
                  <a:cubicBezTo>
                    <a:pt x="168" y="28"/>
                    <a:pt x="165" y="28"/>
                    <a:pt x="162" y="28"/>
                  </a:cubicBezTo>
                  <a:cubicBezTo>
                    <a:pt x="153" y="28"/>
                    <a:pt x="153" y="28"/>
                    <a:pt x="153" y="28"/>
                  </a:cubicBezTo>
                  <a:cubicBezTo>
                    <a:pt x="143" y="28"/>
                    <a:pt x="141" y="19"/>
                    <a:pt x="134" y="14"/>
                  </a:cubicBezTo>
                  <a:cubicBezTo>
                    <a:pt x="128" y="9"/>
                    <a:pt x="123" y="9"/>
                    <a:pt x="116" y="7"/>
                  </a:cubicBezTo>
                  <a:cubicBezTo>
                    <a:pt x="113" y="5"/>
                    <a:pt x="111" y="4"/>
                    <a:pt x="107" y="4"/>
                  </a:cubicBezTo>
                  <a:cubicBezTo>
                    <a:pt x="96" y="2"/>
                    <a:pt x="88" y="1"/>
                    <a:pt x="77" y="0"/>
                  </a:cubicBezTo>
                  <a:cubicBezTo>
                    <a:pt x="77" y="0"/>
                    <a:pt x="77" y="0"/>
                    <a:pt x="77" y="0"/>
                  </a:cubicBezTo>
                  <a:cubicBezTo>
                    <a:pt x="77" y="1"/>
                    <a:pt x="77" y="1"/>
                    <a:pt x="76" y="2"/>
                  </a:cubicBezTo>
                  <a:cubicBezTo>
                    <a:pt x="75" y="7"/>
                    <a:pt x="71" y="8"/>
                    <a:pt x="68" y="11"/>
                  </a:cubicBezTo>
                  <a:cubicBezTo>
                    <a:pt x="71" y="14"/>
                    <a:pt x="73" y="14"/>
                    <a:pt x="76" y="15"/>
                  </a:cubicBezTo>
                  <a:cubicBezTo>
                    <a:pt x="76" y="15"/>
                    <a:pt x="76" y="15"/>
                    <a:pt x="76" y="15"/>
                  </a:cubicBezTo>
                  <a:cubicBezTo>
                    <a:pt x="89" y="17"/>
                    <a:pt x="97" y="22"/>
                    <a:pt x="109" y="27"/>
                  </a:cubicBezTo>
                  <a:cubicBezTo>
                    <a:pt x="115" y="30"/>
                    <a:pt x="119" y="31"/>
                    <a:pt x="125" y="33"/>
                  </a:cubicBezTo>
                  <a:cubicBezTo>
                    <a:pt x="129" y="34"/>
                    <a:pt x="131" y="34"/>
                    <a:pt x="135" y="36"/>
                  </a:cubicBezTo>
                  <a:cubicBezTo>
                    <a:pt x="136" y="37"/>
                    <a:pt x="138" y="37"/>
                    <a:pt x="139" y="38"/>
                  </a:cubicBezTo>
                  <a:cubicBezTo>
                    <a:pt x="140" y="39"/>
                    <a:pt x="139" y="41"/>
                    <a:pt x="139" y="42"/>
                  </a:cubicBezTo>
                  <a:cubicBezTo>
                    <a:pt x="139" y="47"/>
                    <a:pt x="138" y="50"/>
                    <a:pt x="137" y="55"/>
                  </a:cubicBezTo>
                  <a:cubicBezTo>
                    <a:pt x="137" y="58"/>
                    <a:pt x="137" y="60"/>
                    <a:pt x="135" y="63"/>
                  </a:cubicBezTo>
                  <a:cubicBezTo>
                    <a:pt x="135" y="64"/>
                    <a:pt x="136" y="65"/>
                    <a:pt x="135" y="65"/>
                  </a:cubicBezTo>
                  <a:cubicBezTo>
                    <a:pt x="135" y="65"/>
                    <a:pt x="134" y="66"/>
                    <a:pt x="133" y="66"/>
                  </a:cubicBezTo>
                  <a:cubicBezTo>
                    <a:pt x="129" y="66"/>
                    <a:pt x="126" y="64"/>
                    <a:pt x="121" y="64"/>
                  </a:cubicBezTo>
                  <a:cubicBezTo>
                    <a:pt x="117" y="63"/>
                    <a:pt x="114" y="63"/>
                    <a:pt x="109" y="63"/>
                  </a:cubicBezTo>
                  <a:cubicBezTo>
                    <a:pt x="100" y="62"/>
                    <a:pt x="95" y="62"/>
                    <a:pt x="87" y="62"/>
                  </a:cubicBezTo>
                  <a:cubicBezTo>
                    <a:pt x="79" y="62"/>
                    <a:pt x="74" y="62"/>
                    <a:pt x="67" y="65"/>
                  </a:cubicBezTo>
                  <a:cubicBezTo>
                    <a:pt x="62" y="66"/>
                    <a:pt x="59" y="67"/>
                    <a:pt x="55" y="68"/>
                  </a:cubicBezTo>
                  <a:cubicBezTo>
                    <a:pt x="53" y="68"/>
                    <a:pt x="52" y="69"/>
                    <a:pt x="51" y="69"/>
                  </a:cubicBezTo>
                  <a:cubicBezTo>
                    <a:pt x="43" y="69"/>
                    <a:pt x="39" y="62"/>
                    <a:pt x="33" y="58"/>
                  </a:cubicBezTo>
                  <a:cubicBezTo>
                    <a:pt x="33" y="58"/>
                    <a:pt x="33" y="58"/>
                    <a:pt x="33" y="58"/>
                  </a:cubicBezTo>
                  <a:cubicBezTo>
                    <a:pt x="31" y="60"/>
                    <a:pt x="30" y="62"/>
                    <a:pt x="27" y="65"/>
                  </a:cubicBezTo>
                  <a:cubicBezTo>
                    <a:pt x="19" y="76"/>
                    <a:pt x="17" y="84"/>
                    <a:pt x="12" y="98"/>
                  </a:cubicBezTo>
                  <a:cubicBezTo>
                    <a:pt x="11" y="95"/>
                    <a:pt x="11" y="93"/>
                    <a:pt x="11" y="90"/>
                  </a:cubicBezTo>
                  <a:cubicBezTo>
                    <a:pt x="11" y="80"/>
                    <a:pt x="11" y="80"/>
                    <a:pt x="11" y="80"/>
                  </a:cubicBezTo>
                  <a:cubicBezTo>
                    <a:pt x="12" y="75"/>
                    <a:pt x="8" y="88"/>
                    <a:pt x="4" y="91"/>
                  </a:cubicBezTo>
                  <a:cubicBezTo>
                    <a:pt x="3" y="93"/>
                    <a:pt x="0" y="93"/>
                    <a:pt x="0" y="96"/>
                  </a:cubicBezTo>
                  <a:cubicBezTo>
                    <a:pt x="0" y="98"/>
                    <a:pt x="2" y="99"/>
                    <a:pt x="4" y="100"/>
                  </a:cubicBezTo>
                  <a:cubicBezTo>
                    <a:pt x="2" y="101"/>
                    <a:pt x="1" y="102"/>
                    <a:pt x="0" y="103"/>
                  </a:cubicBezTo>
                  <a:cubicBezTo>
                    <a:pt x="0" y="103"/>
                    <a:pt x="0" y="103"/>
                    <a:pt x="0" y="103"/>
                  </a:cubicBezTo>
                  <a:cubicBezTo>
                    <a:pt x="7" y="107"/>
                    <a:pt x="13" y="107"/>
                    <a:pt x="21" y="107"/>
                  </a:cubicBezTo>
                  <a:cubicBezTo>
                    <a:pt x="24" y="107"/>
                    <a:pt x="27" y="108"/>
                    <a:pt x="31" y="107"/>
                  </a:cubicBezTo>
                  <a:cubicBezTo>
                    <a:pt x="34" y="106"/>
                    <a:pt x="35" y="103"/>
                    <a:pt x="38" y="100"/>
                  </a:cubicBezTo>
                  <a:cubicBezTo>
                    <a:pt x="41" y="98"/>
                    <a:pt x="43" y="98"/>
                    <a:pt x="46" y="96"/>
                  </a:cubicBezTo>
                  <a:cubicBezTo>
                    <a:pt x="48" y="95"/>
                    <a:pt x="49" y="92"/>
                    <a:pt x="52" y="92"/>
                  </a:cubicBezTo>
                  <a:cubicBezTo>
                    <a:pt x="55" y="92"/>
                    <a:pt x="55" y="96"/>
                    <a:pt x="56" y="98"/>
                  </a:cubicBezTo>
                  <a:cubicBezTo>
                    <a:pt x="57" y="100"/>
                    <a:pt x="58" y="102"/>
                    <a:pt x="60" y="103"/>
                  </a:cubicBezTo>
                  <a:cubicBezTo>
                    <a:pt x="63" y="107"/>
                    <a:pt x="65" y="110"/>
                    <a:pt x="69" y="113"/>
                  </a:cubicBezTo>
                  <a:cubicBezTo>
                    <a:pt x="71" y="115"/>
                    <a:pt x="74" y="116"/>
                    <a:pt x="77" y="118"/>
                  </a:cubicBezTo>
                  <a:cubicBezTo>
                    <a:pt x="82" y="122"/>
                    <a:pt x="86" y="125"/>
                    <a:pt x="90" y="129"/>
                  </a:cubicBezTo>
                  <a:cubicBezTo>
                    <a:pt x="94" y="133"/>
                    <a:pt x="97" y="135"/>
                    <a:pt x="100" y="139"/>
                  </a:cubicBezTo>
                  <a:cubicBezTo>
                    <a:pt x="104" y="143"/>
                    <a:pt x="106" y="146"/>
                    <a:pt x="111" y="149"/>
                  </a:cubicBezTo>
                  <a:cubicBezTo>
                    <a:pt x="118" y="154"/>
                    <a:pt x="123" y="153"/>
                    <a:pt x="131" y="156"/>
                  </a:cubicBezTo>
                  <a:cubicBezTo>
                    <a:pt x="134" y="157"/>
                    <a:pt x="136" y="158"/>
                    <a:pt x="139" y="160"/>
                  </a:cubicBezTo>
                  <a:cubicBezTo>
                    <a:pt x="141" y="161"/>
                    <a:pt x="142" y="163"/>
                    <a:pt x="142" y="166"/>
                  </a:cubicBezTo>
                  <a:cubicBezTo>
                    <a:pt x="145" y="172"/>
                    <a:pt x="146" y="176"/>
                    <a:pt x="147" y="183"/>
                  </a:cubicBezTo>
                  <a:cubicBezTo>
                    <a:pt x="148" y="188"/>
                    <a:pt x="149" y="190"/>
                    <a:pt x="150" y="195"/>
                  </a:cubicBezTo>
                  <a:cubicBezTo>
                    <a:pt x="152" y="201"/>
                    <a:pt x="152" y="206"/>
                    <a:pt x="153" y="212"/>
                  </a:cubicBezTo>
                  <a:cubicBezTo>
                    <a:pt x="155" y="222"/>
                    <a:pt x="157" y="228"/>
                    <a:pt x="157" y="238"/>
                  </a:cubicBezTo>
                  <a:cubicBezTo>
                    <a:pt x="157" y="245"/>
                    <a:pt x="153" y="249"/>
                    <a:pt x="148" y="254"/>
                  </a:cubicBezTo>
                  <a:cubicBezTo>
                    <a:pt x="143" y="258"/>
                    <a:pt x="141" y="262"/>
                    <a:pt x="138" y="268"/>
                  </a:cubicBezTo>
                  <a:cubicBezTo>
                    <a:pt x="138" y="270"/>
                    <a:pt x="136" y="272"/>
                    <a:pt x="136" y="274"/>
                  </a:cubicBezTo>
                  <a:cubicBezTo>
                    <a:pt x="136" y="277"/>
                    <a:pt x="139" y="278"/>
                    <a:pt x="139" y="280"/>
                  </a:cubicBezTo>
                  <a:cubicBezTo>
                    <a:pt x="142" y="285"/>
                    <a:pt x="141" y="289"/>
                    <a:pt x="142" y="295"/>
                  </a:cubicBezTo>
                  <a:cubicBezTo>
                    <a:pt x="144" y="298"/>
                    <a:pt x="146" y="301"/>
                    <a:pt x="149" y="302"/>
                  </a:cubicBezTo>
                  <a:cubicBezTo>
                    <a:pt x="152" y="303"/>
                    <a:pt x="156" y="302"/>
                    <a:pt x="156" y="305"/>
                  </a:cubicBezTo>
                  <a:cubicBezTo>
                    <a:pt x="156" y="307"/>
                    <a:pt x="155" y="308"/>
                    <a:pt x="155" y="309"/>
                  </a:cubicBezTo>
                  <a:cubicBezTo>
                    <a:pt x="154" y="314"/>
                    <a:pt x="154" y="317"/>
                    <a:pt x="154" y="322"/>
                  </a:cubicBezTo>
                  <a:cubicBezTo>
                    <a:pt x="154" y="326"/>
                    <a:pt x="154" y="328"/>
                    <a:pt x="154" y="332"/>
                  </a:cubicBezTo>
                  <a:cubicBezTo>
                    <a:pt x="155" y="334"/>
                    <a:pt x="157" y="335"/>
                    <a:pt x="157" y="338"/>
                  </a:cubicBezTo>
                  <a:cubicBezTo>
                    <a:pt x="158" y="342"/>
                    <a:pt x="157" y="345"/>
                    <a:pt x="157" y="350"/>
                  </a:cubicBezTo>
                  <a:cubicBezTo>
                    <a:pt x="158" y="357"/>
                    <a:pt x="161" y="361"/>
                    <a:pt x="164" y="368"/>
                  </a:cubicBezTo>
                  <a:cubicBezTo>
                    <a:pt x="165" y="370"/>
                    <a:pt x="164" y="372"/>
                    <a:pt x="165" y="374"/>
                  </a:cubicBezTo>
                  <a:cubicBezTo>
                    <a:pt x="165" y="375"/>
                    <a:pt x="166" y="375"/>
                    <a:pt x="166" y="376"/>
                  </a:cubicBezTo>
                  <a:cubicBezTo>
                    <a:pt x="166" y="398"/>
                    <a:pt x="166" y="410"/>
                    <a:pt x="166" y="432"/>
                  </a:cubicBezTo>
                  <a:cubicBezTo>
                    <a:pt x="166" y="432"/>
                    <a:pt x="166" y="432"/>
                    <a:pt x="166" y="432"/>
                  </a:cubicBezTo>
                  <a:cubicBezTo>
                    <a:pt x="170" y="434"/>
                    <a:pt x="172" y="433"/>
                    <a:pt x="176" y="434"/>
                  </a:cubicBezTo>
                  <a:cubicBezTo>
                    <a:pt x="178" y="435"/>
                    <a:pt x="179" y="437"/>
                    <a:pt x="182" y="437"/>
                  </a:cubicBezTo>
                  <a:cubicBezTo>
                    <a:pt x="210" y="437"/>
                    <a:pt x="210" y="437"/>
                    <a:pt x="210" y="437"/>
                  </a:cubicBezTo>
                  <a:cubicBezTo>
                    <a:pt x="211" y="437"/>
                    <a:pt x="213" y="438"/>
                    <a:pt x="214" y="438"/>
                  </a:cubicBezTo>
                  <a:cubicBezTo>
                    <a:pt x="221" y="439"/>
                    <a:pt x="225" y="438"/>
                    <a:pt x="232" y="438"/>
                  </a:cubicBezTo>
                  <a:cubicBezTo>
                    <a:pt x="232" y="438"/>
                    <a:pt x="232" y="438"/>
                    <a:pt x="232" y="438"/>
                  </a:cubicBezTo>
                  <a:cubicBezTo>
                    <a:pt x="230" y="434"/>
                    <a:pt x="229" y="430"/>
                    <a:pt x="229" y="424"/>
                  </a:cubicBezTo>
                  <a:cubicBezTo>
                    <a:pt x="229" y="415"/>
                    <a:pt x="233" y="411"/>
                    <a:pt x="233" y="402"/>
                  </a:cubicBezTo>
                  <a:cubicBezTo>
                    <a:pt x="233" y="383"/>
                    <a:pt x="225" y="372"/>
                    <a:pt x="225" y="353"/>
                  </a:cubicBezTo>
                  <a:cubicBezTo>
                    <a:pt x="225" y="335"/>
                    <a:pt x="242" y="330"/>
                    <a:pt x="252" y="314"/>
                  </a:cubicBezTo>
                  <a:cubicBezTo>
                    <a:pt x="264" y="295"/>
                    <a:pt x="280" y="285"/>
                    <a:pt x="303" y="285"/>
                  </a:cubicBezTo>
                  <a:cubicBezTo>
                    <a:pt x="307" y="285"/>
                    <a:pt x="311" y="285"/>
                    <a:pt x="315" y="285"/>
                  </a:cubicBezTo>
                  <a:cubicBezTo>
                    <a:pt x="315" y="285"/>
                    <a:pt x="315" y="285"/>
                    <a:pt x="315" y="285"/>
                  </a:cubicBezTo>
                  <a:cubicBezTo>
                    <a:pt x="301" y="225"/>
                    <a:pt x="301" y="225"/>
                    <a:pt x="301" y="225"/>
                  </a:cubicBezTo>
                  <a:cubicBezTo>
                    <a:pt x="301" y="218"/>
                    <a:pt x="303" y="214"/>
                    <a:pt x="306" y="208"/>
                  </a:cubicBezTo>
                  <a:cubicBezTo>
                    <a:pt x="308" y="205"/>
                    <a:pt x="308" y="202"/>
                    <a:pt x="310" y="198"/>
                  </a:cubicBezTo>
                  <a:cubicBezTo>
                    <a:pt x="312" y="195"/>
                    <a:pt x="314" y="193"/>
                    <a:pt x="314" y="189"/>
                  </a:cubicBezTo>
                  <a:cubicBezTo>
                    <a:pt x="314" y="186"/>
                    <a:pt x="312" y="183"/>
                    <a:pt x="311" y="180"/>
                  </a:cubicBezTo>
                  <a:cubicBezTo>
                    <a:pt x="309" y="177"/>
                    <a:pt x="308" y="175"/>
                    <a:pt x="306" y="172"/>
                  </a:cubicBezTo>
                  <a:cubicBezTo>
                    <a:pt x="305" y="171"/>
                    <a:pt x="302" y="170"/>
                    <a:pt x="302" y="168"/>
                  </a:cubicBezTo>
                  <a:cubicBezTo>
                    <a:pt x="302" y="166"/>
                    <a:pt x="304" y="164"/>
                    <a:pt x="306" y="162"/>
                  </a:cubicBezTo>
                  <a:cubicBezTo>
                    <a:pt x="307" y="160"/>
                    <a:pt x="308" y="159"/>
                    <a:pt x="309" y="156"/>
                  </a:cubicBezTo>
                  <a:cubicBezTo>
                    <a:pt x="313" y="150"/>
                    <a:pt x="316" y="147"/>
                    <a:pt x="321" y="142"/>
                  </a:cubicBezTo>
                  <a:cubicBezTo>
                    <a:pt x="321" y="142"/>
                    <a:pt x="321" y="142"/>
                    <a:pt x="321" y="142"/>
                  </a:cubicBezTo>
                  <a:cubicBezTo>
                    <a:pt x="319" y="112"/>
                    <a:pt x="319" y="112"/>
                    <a:pt x="319" y="112"/>
                  </a:cubicBezTo>
                  <a:cubicBezTo>
                    <a:pt x="319" y="112"/>
                    <a:pt x="319" y="112"/>
                    <a:pt x="319" y="112"/>
                  </a:cubicBezTo>
                  <a:cubicBezTo>
                    <a:pt x="316" y="111"/>
                    <a:pt x="313" y="111"/>
                    <a:pt x="310" y="109"/>
                  </a:cubicBezTo>
                  <a:cubicBezTo>
                    <a:pt x="309" y="108"/>
                    <a:pt x="309" y="107"/>
                    <a:pt x="308" y="106"/>
                  </a:cubicBezTo>
                  <a:cubicBezTo>
                    <a:pt x="306" y="103"/>
                    <a:pt x="305" y="101"/>
                    <a:pt x="305" y="97"/>
                  </a:cubicBezTo>
                  <a:cubicBezTo>
                    <a:pt x="305" y="93"/>
                    <a:pt x="305" y="91"/>
                    <a:pt x="307" y="88"/>
                  </a:cubicBezTo>
                  <a:cubicBezTo>
                    <a:pt x="308" y="86"/>
                    <a:pt x="310" y="86"/>
                    <a:pt x="311" y="86"/>
                  </a:cubicBezTo>
                  <a:cubicBezTo>
                    <a:pt x="313" y="86"/>
                    <a:pt x="315" y="86"/>
                    <a:pt x="317" y="85"/>
                  </a:cubicBezTo>
                  <a:cubicBezTo>
                    <a:pt x="317" y="85"/>
                    <a:pt x="317" y="85"/>
                    <a:pt x="317" y="85"/>
                  </a:cubicBezTo>
                  <a:cubicBezTo>
                    <a:pt x="319" y="77"/>
                    <a:pt x="320" y="72"/>
                    <a:pt x="321" y="64"/>
                  </a:cubicBezTo>
                  <a:cubicBezTo>
                    <a:pt x="321" y="60"/>
                    <a:pt x="321" y="58"/>
                    <a:pt x="322" y="56"/>
                  </a:cubicBezTo>
                  <a:cubicBezTo>
                    <a:pt x="322" y="56"/>
                    <a:pt x="322" y="56"/>
                    <a:pt x="322" y="56"/>
                  </a:cubicBezTo>
                  <a:cubicBezTo>
                    <a:pt x="318" y="54"/>
                    <a:pt x="315" y="53"/>
                    <a:pt x="311" y="53"/>
                  </a:cubicBezTo>
                  <a:cubicBezTo>
                    <a:pt x="308" y="53"/>
                    <a:pt x="306" y="56"/>
                    <a:pt x="305" y="59"/>
                  </a:cubicBezTo>
                  <a:cubicBezTo>
                    <a:pt x="303" y="62"/>
                    <a:pt x="303" y="65"/>
                    <a:pt x="302" y="69"/>
                  </a:cubicBezTo>
                  <a:cubicBezTo>
                    <a:pt x="302" y="71"/>
                    <a:pt x="301" y="73"/>
                    <a:pt x="301" y="75"/>
                  </a:cubicBezTo>
                  <a:cubicBezTo>
                    <a:pt x="301" y="79"/>
                    <a:pt x="302" y="81"/>
                    <a:pt x="301" y="84"/>
                  </a:cubicBezTo>
                  <a:cubicBezTo>
                    <a:pt x="295" y="83"/>
                    <a:pt x="290" y="79"/>
                    <a:pt x="285" y="75"/>
                  </a:cubicBezTo>
                  <a:cubicBezTo>
                    <a:pt x="285" y="75"/>
                    <a:pt x="285" y="75"/>
                    <a:pt x="285" y="75"/>
                  </a:cubicBezTo>
                  <a:close/>
                  <a:moveTo>
                    <a:pt x="473" y="109"/>
                  </a:moveTo>
                  <a:cubicBezTo>
                    <a:pt x="473" y="108"/>
                    <a:pt x="474" y="107"/>
                    <a:pt x="474" y="106"/>
                  </a:cubicBezTo>
                  <a:cubicBezTo>
                    <a:pt x="474" y="97"/>
                    <a:pt x="472" y="92"/>
                    <a:pt x="471" y="84"/>
                  </a:cubicBezTo>
                  <a:cubicBezTo>
                    <a:pt x="467" y="84"/>
                    <a:pt x="467" y="84"/>
                    <a:pt x="467" y="84"/>
                  </a:cubicBezTo>
                  <a:cubicBezTo>
                    <a:pt x="467" y="84"/>
                    <a:pt x="467" y="84"/>
                    <a:pt x="467" y="84"/>
                  </a:cubicBezTo>
                  <a:cubicBezTo>
                    <a:pt x="470" y="79"/>
                    <a:pt x="471" y="77"/>
                    <a:pt x="473" y="73"/>
                  </a:cubicBezTo>
                  <a:cubicBezTo>
                    <a:pt x="475" y="69"/>
                    <a:pt x="477" y="68"/>
                    <a:pt x="479" y="65"/>
                  </a:cubicBezTo>
                  <a:cubicBezTo>
                    <a:pt x="481" y="60"/>
                    <a:pt x="482" y="57"/>
                    <a:pt x="485" y="53"/>
                  </a:cubicBezTo>
                  <a:cubicBezTo>
                    <a:pt x="489" y="47"/>
                    <a:pt x="492" y="46"/>
                    <a:pt x="495" y="41"/>
                  </a:cubicBezTo>
                  <a:cubicBezTo>
                    <a:pt x="495" y="41"/>
                    <a:pt x="495" y="41"/>
                    <a:pt x="495" y="41"/>
                  </a:cubicBezTo>
                  <a:cubicBezTo>
                    <a:pt x="496" y="44"/>
                    <a:pt x="496" y="46"/>
                    <a:pt x="496" y="49"/>
                  </a:cubicBezTo>
                  <a:cubicBezTo>
                    <a:pt x="496" y="56"/>
                    <a:pt x="495" y="61"/>
                    <a:pt x="493" y="68"/>
                  </a:cubicBezTo>
                  <a:cubicBezTo>
                    <a:pt x="491" y="72"/>
                    <a:pt x="488" y="74"/>
                    <a:pt x="486" y="79"/>
                  </a:cubicBezTo>
                  <a:cubicBezTo>
                    <a:pt x="491" y="80"/>
                    <a:pt x="495" y="81"/>
                    <a:pt x="499" y="83"/>
                  </a:cubicBezTo>
                  <a:cubicBezTo>
                    <a:pt x="504" y="87"/>
                    <a:pt x="503" y="93"/>
                    <a:pt x="503" y="99"/>
                  </a:cubicBezTo>
                  <a:cubicBezTo>
                    <a:pt x="503" y="100"/>
                    <a:pt x="503" y="102"/>
                    <a:pt x="503" y="103"/>
                  </a:cubicBezTo>
                  <a:cubicBezTo>
                    <a:pt x="503" y="103"/>
                    <a:pt x="503" y="103"/>
                    <a:pt x="503" y="103"/>
                  </a:cubicBezTo>
                  <a:cubicBezTo>
                    <a:pt x="500" y="104"/>
                    <a:pt x="496" y="105"/>
                    <a:pt x="492" y="106"/>
                  </a:cubicBezTo>
                  <a:cubicBezTo>
                    <a:pt x="488" y="108"/>
                    <a:pt x="486" y="110"/>
                    <a:pt x="483" y="111"/>
                  </a:cubicBezTo>
                  <a:cubicBezTo>
                    <a:pt x="473" y="109"/>
                    <a:pt x="473" y="109"/>
                    <a:pt x="473" y="109"/>
                  </a:cubicBezTo>
                  <a:cubicBezTo>
                    <a:pt x="473" y="109"/>
                    <a:pt x="473" y="109"/>
                    <a:pt x="473" y="109"/>
                  </a:cubicBezTo>
                  <a:close/>
                  <a:moveTo>
                    <a:pt x="450" y="285"/>
                  </a:moveTo>
                  <a:cubicBezTo>
                    <a:pt x="458" y="286"/>
                    <a:pt x="464" y="286"/>
                    <a:pt x="472" y="289"/>
                  </a:cubicBezTo>
                  <a:cubicBezTo>
                    <a:pt x="472" y="289"/>
                    <a:pt x="472" y="289"/>
                    <a:pt x="472" y="289"/>
                  </a:cubicBezTo>
                  <a:cubicBezTo>
                    <a:pt x="473" y="284"/>
                    <a:pt x="474" y="281"/>
                    <a:pt x="474" y="277"/>
                  </a:cubicBezTo>
                  <a:cubicBezTo>
                    <a:pt x="467" y="238"/>
                    <a:pt x="467" y="238"/>
                    <a:pt x="467" y="238"/>
                  </a:cubicBezTo>
                  <a:cubicBezTo>
                    <a:pt x="468" y="236"/>
                    <a:pt x="469" y="235"/>
                    <a:pt x="469" y="233"/>
                  </a:cubicBezTo>
                  <a:cubicBezTo>
                    <a:pt x="469" y="231"/>
                    <a:pt x="468" y="230"/>
                    <a:pt x="468" y="228"/>
                  </a:cubicBezTo>
                  <a:cubicBezTo>
                    <a:pt x="497" y="230"/>
                    <a:pt x="497" y="230"/>
                    <a:pt x="497" y="230"/>
                  </a:cubicBezTo>
                  <a:cubicBezTo>
                    <a:pt x="497" y="230"/>
                    <a:pt x="497" y="230"/>
                    <a:pt x="497" y="230"/>
                  </a:cubicBezTo>
                  <a:cubicBezTo>
                    <a:pt x="497" y="246"/>
                    <a:pt x="497" y="259"/>
                    <a:pt x="497" y="278"/>
                  </a:cubicBezTo>
                  <a:cubicBezTo>
                    <a:pt x="497" y="279"/>
                    <a:pt x="499" y="279"/>
                    <a:pt x="499" y="280"/>
                  </a:cubicBezTo>
                  <a:cubicBezTo>
                    <a:pt x="501" y="286"/>
                    <a:pt x="502" y="290"/>
                    <a:pt x="503" y="294"/>
                  </a:cubicBezTo>
                  <a:cubicBezTo>
                    <a:pt x="503" y="294"/>
                    <a:pt x="503" y="294"/>
                    <a:pt x="503" y="294"/>
                  </a:cubicBezTo>
                  <a:cubicBezTo>
                    <a:pt x="498" y="294"/>
                    <a:pt x="492" y="295"/>
                    <a:pt x="489" y="299"/>
                  </a:cubicBezTo>
                  <a:cubicBezTo>
                    <a:pt x="489" y="299"/>
                    <a:pt x="489" y="299"/>
                    <a:pt x="489" y="299"/>
                  </a:cubicBezTo>
                  <a:cubicBezTo>
                    <a:pt x="488" y="300"/>
                    <a:pt x="488" y="301"/>
                    <a:pt x="488" y="303"/>
                  </a:cubicBezTo>
                  <a:cubicBezTo>
                    <a:pt x="488" y="319"/>
                    <a:pt x="488" y="319"/>
                    <a:pt x="488" y="319"/>
                  </a:cubicBezTo>
                  <a:cubicBezTo>
                    <a:pt x="488" y="319"/>
                    <a:pt x="488" y="319"/>
                    <a:pt x="488" y="319"/>
                  </a:cubicBezTo>
                  <a:cubicBezTo>
                    <a:pt x="485" y="318"/>
                    <a:pt x="482" y="318"/>
                    <a:pt x="479" y="318"/>
                  </a:cubicBezTo>
                  <a:cubicBezTo>
                    <a:pt x="473" y="316"/>
                    <a:pt x="470" y="315"/>
                    <a:pt x="465" y="315"/>
                  </a:cubicBezTo>
                  <a:cubicBezTo>
                    <a:pt x="461" y="315"/>
                    <a:pt x="459" y="316"/>
                    <a:pt x="455" y="317"/>
                  </a:cubicBezTo>
                  <a:cubicBezTo>
                    <a:pt x="455" y="317"/>
                    <a:pt x="455" y="317"/>
                    <a:pt x="455" y="317"/>
                  </a:cubicBezTo>
                  <a:cubicBezTo>
                    <a:pt x="453" y="323"/>
                    <a:pt x="452" y="324"/>
                    <a:pt x="449" y="330"/>
                  </a:cubicBezTo>
                  <a:cubicBezTo>
                    <a:pt x="449" y="330"/>
                    <a:pt x="449" y="330"/>
                    <a:pt x="449" y="330"/>
                  </a:cubicBezTo>
                  <a:cubicBezTo>
                    <a:pt x="440" y="327"/>
                    <a:pt x="434" y="327"/>
                    <a:pt x="426" y="324"/>
                  </a:cubicBezTo>
                  <a:cubicBezTo>
                    <a:pt x="425" y="324"/>
                    <a:pt x="425" y="323"/>
                    <a:pt x="424" y="323"/>
                  </a:cubicBezTo>
                  <a:cubicBezTo>
                    <a:pt x="419" y="321"/>
                    <a:pt x="416" y="322"/>
                    <a:pt x="412" y="320"/>
                  </a:cubicBezTo>
                  <a:cubicBezTo>
                    <a:pt x="410" y="318"/>
                    <a:pt x="408" y="317"/>
                    <a:pt x="407" y="315"/>
                  </a:cubicBezTo>
                  <a:cubicBezTo>
                    <a:pt x="406" y="314"/>
                    <a:pt x="405" y="313"/>
                    <a:pt x="405" y="312"/>
                  </a:cubicBezTo>
                  <a:cubicBezTo>
                    <a:pt x="405" y="309"/>
                    <a:pt x="407" y="307"/>
                    <a:pt x="408" y="305"/>
                  </a:cubicBezTo>
                  <a:cubicBezTo>
                    <a:pt x="410" y="303"/>
                    <a:pt x="411" y="301"/>
                    <a:pt x="412" y="299"/>
                  </a:cubicBezTo>
                  <a:cubicBezTo>
                    <a:pt x="413" y="297"/>
                    <a:pt x="414" y="295"/>
                    <a:pt x="414" y="292"/>
                  </a:cubicBezTo>
                  <a:cubicBezTo>
                    <a:pt x="414" y="284"/>
                    <a:pt x="413" y="279"/>
                    <a:pt x="410" y="271"/>
                  </a:cubicBezTo>
                  <a:cubicBezTo>
                    <a:pt x="408" y="265"/>
                    <a:pt x="405" y="261"/>
                    <a:pt x="401" y="255"/>
                  </a:cubicBezTo>
                  <a:cubicBezTo>
                    <a:pt x="400" y="253"/>
                    <a:pt x="399" y="252"/>
                    <a:pt x="398" y="249"/>
                  </a:cubicBezTo>
                  <a:cubicBezTo>
                    <a:pt x="398" y="248"/>
                    <a:pt x="396" y="248"/>
                    <a:pt x="396" y="246"/>
                  </a:cubicBezTo>
                  <a:cubicBezTo>
                    <a:pt x="396" y="243"/>
                    <a:pt x="401" y="243"/>
                    <a:pt x="403" y="240"/>
                  </a:cubicBezTo>
                  <a:cubicBezTo>
                    <a:pt x="403" y="240"/>
                    <a:pt x="403" y="240"/>
                    <a:pt x="403" y="240"/>
                  </a:cubicBezTo>
                  <a:cubicBezTo>
                    <a:pt x="404" y="240"/>
                    <a:pt x="404" y="240"/>
                    <a:pt x="405" y="240"/>
                  </a:cubicBezTo>
                  <a:cubicBezTo>
                    <a:pt x="410" y="240"/>
                    <a:pt x="413" y="240"/>
                    <a:pt x="417" y="243"/>
                  </a:cubicBezTo>
                  <a:cubicBezTo>
                    <a:pt x="418" y="244"/>
                    <a:pt x="417" y="245"/>
                    <a:pt x="418" y="245"/>
                  </a:cubicBezTo>
                  <a:cubicBezTo>
                    <a:pt x="422" y="250"/>
                    <a:pt x="424" y="254"/>
                    <a:pt x="428" y="259"/>
                  </a:cubicBezTo>
                  <a:cubicBezTo>
                    <a:pt x="430" y="261"/>
                    <a:pt x="432" y="262"/>
                    <a:pt x="433" y="264"/>
                  </a:cubicBezTo>
                  <a:cubicBezTo>
                    <a:pt x="436" y="268"/>
                    <a:pt x="437" y="271"/>
                    <a:pt x="440" y="274"/>
                  </a:cubicBezTo>
                  <a:cubicBezTo>
                    <a:pt x="443" y="279"/>
                    <a:pt x="446" y="281"/>
                    <a:pt x="450" y="28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7"/>
            <p:cNvSpPr>
              <a:spLocks/>
            </p:cNvSpPr>
            <p:nvPr/>
          </p:nvSpPr>
          <p:spPr bwMode="auto">
            <a:xfrm>
              <a:off x="7148513" y="1344613"/>
              <a:ext cx="411163" cy="417513"/>
            </a:xfrm>
            <a:custGeom>
              <a:avLst/>
              <a:gdLst/>
              <a:ahLst/>
              <a:cxnLst>
                <a:cxn ang="0">
                  <a:pos x="127" y="2"/>
                </a:cxn>
                <a:cxn ang="0">
                  <a:pos x="132" y="11"/>
                </a:cxn>
                <a:cxn ang="0">
                  <a:pos x="140" y="13"/>
                </a:cxn>
                <a:cxn ang="0">
                  <a:pos x="148" y="13"/>
                </a:cxn>
                <a:cxn ang="0">
                  <a:pos x="150" y="15"/>
                </a:cxn>
                <a:cxn ang="0">
                  <a:pos x="149" y="19"/>
                </a:cxn>
                <a:cxn ang="0">
                  <a:pos x="153" y="35"/>
                </a:cxn>
                <a:cxn ang="0">
                  <a:pos x="160" y="42"/>
                </a:cxn>
                <a:cxn ang="0">
                  <a:pos x="164" y="58"/>
                </a:cxn>
                <a:cxn ang="0">
                  <a:pos x="166" y="68"/>
                </a:cxn>
                <a:cxn ang="0">
                  <a:pos x="166" y="96"/>
                </a:cxn>
                <a:cxn ang="0">
                  <a:pos x="171" y="106"/>
                </a:cxn>
                <a:cxn ang="0">
                  <a:pos x="179" y="115"/>
                </a:cxn>
                <a:cxn ang="0">
                  <a:pos x="187" y="125"/>
                </a:cxn>
                <a:cxn ang="0">
                  <a:pos x="192" y="132"/>
                </a:cxn>
                <a:cxn ang="0">
                  <a:pos x="186" y="143"/>
                </a:cxn>
                <a:cxn ang="0">
                  <a:pos x="190" y="149"/>
                </a:cxn>
                <a:cxn ang="0">
                  <a:pos x="198" y="158"/>
                </a:cxn>
                <a:cxn ang="0">
                  <a:pos x="208" y="171"/>
                </a:cxn>
                <a:cxn ang="0">
                  <a:pos x="208" y="171"/>
                </a:cxn>
                <a:cxn ang="0">
                  <a:pos x="208" y="179"/>
                </a:cxn>
                <a:cxn ang="0">
                  <a:pos x="206" y="185"/>
                </a:cxn>
                <a:cxn ang="0">
                  <a:pos x="204" y="195"/>
                </a:cxn>
                <a:cxn ang="0">
                  <a:pos x="200" y="200"/>
                </a:cxn>
                <a:cxn ang="0">
                  <a:pos x="197" y="203"/>
                </a:cxn>
                <a:cxn ang="0">
                  <a:pos x="187" y="207"/>
                </a:cxn>
                <a:cxn ang="0">
                  <a:pos x="165" y="211"/>
                </a:cxn>
                <a:cxn ang="0">
                  <a:pos x="155" y="211"/>
                </a:cxn>
                <a:cxn ang="0">
                  <a:pos x="147" y="208"/>
                </a:cxn>
                <a:cxn ang="0">
                  <a:pos x="144" y="199"/>
                </a:cxn>
                <a:cxn ang="0">
                  <a:pos x="139" y="189"/>
                </a:cxn>
                <a:cxn ang="0">
                  <a:pos x="134" y="169"/>
                </a:cxn>
                <a:cxn ang="0">
                  <a:pos x="132" y="163"/>
                </a:cxn>
                <a:cxn ang="0">
                  <a:pos x="126" y="153"/>
                </a:cxn>
                <a:cxn ang="0">
                  <a:pos x="118" y="148"/>
                </a:cxn>
                <a:cxn ang="0">
                  <a:pos x="110" y="141"/>
                </a:cxn>
                <a:cxn ang="0">
                  <a:pos x="101" y="133"/>
                </a:cxn>
                <a:cxn ang="0">
                  <a:pos x="93" y="126"/>
                </a:cxn>
                <a:cxn ang="0">
                  <a:pos x="85" y="124"/>
                </a:cxn>
                <a:cxn ang="0">
                  <a:pos x="76" y="124"/>
                </a:cxn>
                <a:cxn ang="0">
                  <a:pos x="57" y="110"/>
                </a:cxn>
                <a:cxn ang="0">
                  <a:pos x="39" y="103"/>
                </a:cxn>
                <a:cxn ang="0">
                  <a:pos x="30" y="100"/>
                </a:cxn>
                <a:cxn ang="0">
                  <a:pos x="0" y="96"/>
                </a:cxn>
                <a:cxn ang="0">
                  <a:pos x="0" y="96"/>
                </a:cxn>
                <a:cxn ang="0">
                  <a:pos x="25" y="53"/>
                </a:cxn>
                <a:cxn ang="0">
                  <a:pos x="26" y="59"/>
                </a:cxn>
                <a:cxn ang="0">
                  <a:pos x="15" y="81"/>
                </a:cxn>
                <a:cxn ang="0">
                  <a:pos x="16" y="82"/>
                </a:cxn>
                <a:cxn ang="0">
                  <a:pos x="30" y="82"/>
                </a:cxn>
                <a:cxn ang="0">
                  <a:pos x="34" y="81"/>
                </a:cxn>
                <a:cxn ang="0">
                  <a:pos x="42" y="81"/>
                </a:cxn>
                <a:cxn ang="0">
                  <a:pos x="47" y="80"/>
                </a:cxn>
                <a:cxn ang="0">
                  <a:pos x="54" y="83"/>
                </a:cxn>
                <a:cxn ang="0">
                  <a:pos x="73" y="72"/>
                </a:cxn>
                <a:cxn ang="0">
                  <a:pos x="64" y="65"/>
                </a:cxn>
                <a:cxn ang="0">
                  <a:pos x="70" y="58"/>
                </a:cxn>
                <a:cxn ang="0">
                  <a:pos x="73" y="47"/>
                </a:cxn>
                <a:cxn ang="0">
                  <a:pos x="81" y="39"/>
                </a:cxn>
                <a:cxn ang="0">
                  <a:pos x="91" y="27"/>
                </a:cxn>
                <a:cxn ang="0">
                  <a:pos x="124" y="0"/>
                </a:cxn>
                <a:cxn ang="0">
                  <a:pos x="127" y="2"/>
                </a:cxn>
              </a:cxnLst>
              <a:rect l="0" t="0" r="r" b="b"/>
              <a:pathLst>
                <a:path w="208" h="211">
                  <a:moveTo>
                    <a:pt x="127" y="2"/>
                  </a:moveTo>
                  <a:cubicBezTo>
                    <a:pt x="127" y="7"/>
                    <a:pt x="128" y="9"/>
                    <a:pt x="132" y="11"/>
                  </a:cubicBezTo>
                  <a:cubicBezTo>
                    <a:pt x="135" y="12"/>
                    <a:pt x="137" y="12"/>
                    <a:pt x="140" y="13"/>
                  </a:cubicBezTo>
                  <a:cubicBezTo>
                    <a:pt x="143" y="13"/>
                    <a:pt x="145" y="12"/>
                    <a:pt x="148" y="13"/>
                  </a:cubicBezTo>
                  <a:cubicBezTo>
                    <a:pt x="149" y="13"/>
                    <a:pt x="149" y="14"/>
                    <a:pt x="150" y="15"/>
                  </a:cubicBezTo>
                  <a:cubicBezTo>
                    <a:pt x="149" y="19"/>
                    <a:pt x="149" y="19"/>
                    <a:pt x="149" y="19"/>
                  </a:cubicBezTo>
                  <a:cubicBezTo>
                    <a:pt x="150" y="25"/>
                    <a:pt x="150" y="30"/>
                    <a:pt x="153" y="35"/>
                  </a:cubicBezTo>
                  <a:cubicBezTo>
                    <a:pt x="155" y="38"/>
                    <a:pt x="158" y="39"/>
                    <a:pt x="160" y="42"/>
                  </a:cubicBezTo>
                  <a:cubicBezTo>
                    <a:pt x="163" y="47"/>
                    <a:pt x="163" y="51"/>
                    <a:pt x="164" y="58"/>
                  </a:cubicBezTo>
                  <a:cubicBezTo>
                    <a:pt x="165" y="61"/>
                    <a:pt x="166" y="64"/>
                    <a:pt x="166" y="68"/>
                  </a:cubicBezTo>
                  <a:cubicBezTo>
                    <a:pt x="166" y="96"/>
                    <a:pt x="166" y="96"/>
                    <a:pt x="166" y="96"/>
                  </a:cubicBezTo>
                  <a:cubicBezTo>
                    <a:pt x="166" y="100"/>
                    <a:pt x="168" y="103"/>
                    <a:pt x="171" y="106"/>
                  </a:cubicBezTo>
                  <a:cubicBezTo>
                    <a:pt x="174" y="109"/>
                    <a:pt x="176" y="112"/>
                    <a:pt x="179" y="115"/>
                  </a:cubicBezTo>
                  <a:cubicBezTo>
                    <a:pt x="182" y="119"/>
                    <a:pt x="184" y="121"/>
                    <a:pt x="187" y="125"/>
                  </a:cubicBezTo>
                  <a:cubicBezTo>
                    <a:pt x="189" y="127"/>
                    <a:pt x="192" y="128"/>
                    <a:pt x="192" y="132"/>
                  </a:cubicBezTo>
                  <a:cubicBezTo>
                    <a:pt x="192" y="136"/>
                    <a:pt x="186" y="138"/>
                    <a:pt x="186" y="143"/>
                  </a:cubicBezTo>
                  <a:cubicBezTo>
                    <a:pt x="186" y="145"/>
                    <a:pt x="188" y="147"/>
                    <a:pt x="190" y="149"/>
                  </a:cubicBezTo>
                  <a:cubicBezTo>
                    <a:pt x="193" y="152"/>
                    <a:pt x="195" y="154"/>
                    <a:pt x="198" y="158"/>
                  </a:cubicBezTo>
                  <a:cubicBezTo>
                    <a:pt x="202" y="163"/>
                    <a:pt x="204" y="166"/>
                    <a:pt x="208" y="171"/>
                  </a:cubicBezTo>
                  <a:cubicBezTo>
                    <a:pt x="208" y="171"/>
                    <a:pt x="208" y="171"/>
                    <a:pt x="208" y="171"/>
                  </a:cubicBezTo>
                  <a:cubicBezTo>
                    <a:pt x="208" y="174"/>
                    <a:pt x="208" y="176"/>
                    <a:pt x="208" y="179"/>
                  </a:cubicBezTo>
                  <a:cubicBezTo>
                    <a:pt x="207" y="181"/>
                    <a:pt x="206" y="183"/>
                    <a:pt x="206" y="185"/>
                  </a:cubicBezTo>
                  <a:cubicBezTo>
                    <a:pt x="205" y="189"/>
                    <a:pt x="206" y="191"/>
                    <a:pt x="204" y="195"/>
                  </a:cubicBezTo>
                  <a:cubicBezTo>
                    <a:pt x="203" y="197"/>
                    <a:pt x="202" y="198"/>
                    <a:pt x="200" y="200"/>
                  </a:cubicBezTo>
                  <a:cubicBezTo>
                    <a:pt x="199" y="202"/>
                    <a:pt x="198" y="203"/>
                    <a:pt x="197" y="203"/>
                  </a:cubicBezTo>
                  <a:cubicBezTo>
                    <a:pt x="193" y="206"/>
                    <a:pt x="191" y="206"/>
                    <a:pt x="187" y="207"/>
                  </a:cubicBezTo>
                  <a:cubicBezTo>
                    <a:pt x="178" y="209"/>
                    <a:pt x="173" y="211"/>
                    <a:pt x="165" y="211"/>
                  </a:cubicBezTo>
                  <a:cubicBezTo>
                    <a:pt x="155" y="211"/>
                    <a:pt x="155" y="211"/>
                    <a:pt x="155" y="211"/>
                  </a:cubicBezTo>
                  <a:cubicBezTo>
                    <a:pt x="152" y="211"/>
                    <a:pt x="149" y="210"/>
                    <a:pt x="147" y="208"/>
                  </a:cubicBezTo>
                  <a:cubicBezTo>
                    <a:pt x="145" y="206"/>
                    <a:pt x="145" y="203"/>
                    <a:pt x="144" y="199"/>
                  </a:cubicBezTo>
                  <a:cubicBezTo>
                    <a:pt x="143" y="195"/>
                    <a:pt x="141" y="193"/>
                    <a:pt x="139" y="189"/>
                  </a:cubicBezTo>
                  <a:cubicBezTo>
                    <a:pt x="136" y="182"/>
                    <a:pt x="136" y="177"/>
                    <a:pt x="134" y="169"/>
                  </a:cubicBezTo>
                  <a:cubicBezTo>
                    <a:pt x="134" y="167"/>
                    <a:pt x="133" y="165"/>
                    <a:pt x="132" y="163"/>
                  </a:cubicBezTo>
                  <a:cubicBezTo>
                    <a:pt x="130" y="159"/>
                    <a:pt x="129" y="156"/>
                    <a:pt x="126" y="153"/>
                  </a:cubicBezTo>
                  <a:cubicBezTo>
                    <a:pt x="123" y="151"/>
                    <a:pt x="121" y="150"/>
                    <a:pt x="118" y="148"/>
                  </a:cubicBezTo>
                  <a:cubicBezTo>
                    <a:pt x="115" y="145"/>
                    <a:pt x="113" y="143"/>
                    <a:pt x="110" y="141"/>
                  </a:cubicBezTo>
                  <a:cubicBezTo>
                    <a:pt x="107" y="137"/>
                    <a:pt x="104" y="136"/>
                    <a:pt x="101" y="133"/>
                  </a:cubicBezTo>
                  <a:cubicBezTo>
                    <a:pt x="98" y="130"/>
                    <a:pt x="97" y="128"/>
                    <a:pt x="93" y="126"/>
                  </a:cubicBezTo>
                  <a:cubicBezTo>
                    <a:pt x="91" y="124"/>
                    <a:pt x="88" y="124"/>
                    <a:pt x="85" y="124"/>
                  </a:cubicBezTo>
                  <a:cubicBezTo>
                    <a:pt x="76" y="124"/>
                    <a:pt x="76" y="124"/>
                    <a:pt x="76" y="124"/>
                  </a:cubicBezTo>
                  <a:cubicBezTo>
                    <a:pt x="66" y="124"/>
                    <a:pt x="64" y="115"/>
                    <a:pt x="57" y="110"/>
                  </a:cubicBezTo>
                  <a:cubicBezTo>
                    <a:pt x="51" y="105"/>
                    <a:pt x="46" y="105"/>
                    <a:pt x="39" y="103"/>
                  </a:cubicBezTo>
                  <a:cubicBezTo>
                    <a:pt x="36" y="101"/>
                    <a:pt x="34" y="100"/>
                    <a:pt x="30" y="100"/>
                  </a:cubicBezTo>
                  <a:cubicBezTo>
                    <a:pt x="19" y="98"/>
                    <a:pt x="11" y="97"/>
                    <a:pt x="0" y="96"/>
                  </a:cubicBezTo>
                  <a:cubicBezTo>
                    <a:pt x="0" y="96"/>
                    <a:pt x="0" y="96"/>
                    <a:pt x="0" y="96"/>
                  </a:cubicBezTo>
                  <a:cubicBezTo>
                    <a:pt x="7" y="78"/>
                    <a:pt x="11" y="66"/>
                    <a:pt x="25" y="53"/>
                  </a:cubicBezTo>
                  <a:cubicBezTo>
                    <a:pt x="26" y="55"/>
                    <a:pt x="26" y="56"/>
                    <a:pt x="26" y="59"/>
                  </a:cubicBezTo>
                  <a:cubicBezTo>
                    <a:pt x="26" y="69"/>
                    <a:pt x="19" y="72"/>
                    <a:pt x="15" y="81"/>
                  </a:cubicBezTo>
                  <a:cubicBezTo>
                    <a:pt x="16" y="82"/>
                    <a:pt x="16" y="82"/>
                    <a:pt x="16" y="82"/>
                  </a:cubicBezTo>
                  <a:cubicBezTo>
                    <a:pt x="21" y="82"/>
                    <a:pt x="25" y="82"/>
                    <a:pt x="30" y="82"/>
                  </a:cubicBezTo>
                  <a:cubicBezTo>
                    <a:pt x="32" y="82"/>
                    <a:pt x="33" y="81"/>
                    <a:pt x="34" y="81"/>
                  </a:cubicBezTo>
                  <a:cubicBezTo>
                    <a:pt x="42" y="81"/>
                    <a:pt x="42" y="81"/>
                    <a:pt x="42" y="81"/>
                  </a:cubicBezTo>
                  <a:cubicBezTo>
                    <a:pt x="44" y="81"/>
                    <a:pt x="45" y="80"/>
                    <a:pt x="47" y="80"/>
                  </a:cubicBezTo>
                  <a:cubicBezTo>
                    <a:pt x="50" y="80"/>
                    <a:pt x="51" y="83"/>
                    <a:pt x="54" y="83"/>
                  </a:cubicBezTo>
                  <a:cubicBezTo>
                    <a:pt x="62" y="83"/>
                    <a:pt x="67" y="79"/>
                    <a:pt x="73" y="72"/>
                  </a:cubicBezTo>
                  <a:cubicBezTo>
                    <a:pt x="70" y="70"/>
                    <a:pt x="64" y="70"/>
                    <a:pt x="64" y="65"/>
                  </a:cubicBezTo>
                  <a:cubicBezTo>
                    <a:pt x="64" y="62"/>
                    <a:pt x="67" y="61"/>
                    <a:pt x="70" y="58"/>
                  </a:cubicBezTo>
                  <a:cubicBezTo>
                    <a:pt x="72" y="54"/>
                    <a:pt x="71" y="51"/>
                    <a:pt x="73" y="47"/>
                  </a:cubicBezTo>
                  <a:cubicBezTo>
                    <a:pt x="75" y="43"/>
                    <a:pt x="78" y="42"/>
                    <a:pt x="81" y="39"/>
                  </a:cubicBezTo>
                  <a:cubicBezTo>
                    <a:pt x="85" y="35"/>
                    <a:pt x="86" y="31"/>
                    <a:pt x="91" y="27"/>
                  </a:cubicBezTo>
                  <a:cubicBezTo>
                    <a:pt x="104" y="17"/>
                    <a:pt x="112" y="12"/>
                    <a:pt x="124" y="0"/>
                  </a:cubicBezTo>
                  <a:cubicBezTo>
                    <a:pt x="125" y="1"/>
                    <a:pt x="126" y="2"/>
                    <a:pt x="127"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8"/>
            <p:cNvSpPr>
              <a:spLocks noEditPoints="1"/>
            </p:cNvSpPr>
            <p:nvPr/>
          </p:nvSpPr>
          <p:spPr bwMode="auto">
            <a:xfrm>
              <a:off x="6678613" y="1716088"/>
              <a:ext cx="1139825" cy="793750"/>
            </a:xfrm>
            <a:custGeom>
              <a:avLst/>
              <a:gdLst/>
              <a:ahLst/>
              <a:cxnLst>
                <a:cxn ang="0">
                  <a:pos x="548" y="276"/>
                </a:cxn>
                <a:cxn ang="0">
                  <a:pos x="571" y="278"/>
                </a:cxn>
                <a:cxn ang="0">
                  <a:pos x="577" y="281"/>
                </a:cxn>
                <a:cxn ang="0">
                  <a:pos x="531" y="329"/>
                </a:cxn>
                <a:cxn ang="0">
                  <a:pos x="519" y="324"/>
                </a:cxn>
                <a:cxn ang="0">
                  <a:pos x="534" y="284"/>
                </a:cxn>
                <a:cxn ang="0">
                  <a:pos x="538" y="277"/>
                </a:cxn>
                <a:cxn ang="0">
                  <a:pos x="161" y="11"/>
                </a:cxn>
                <a:cxn ang="0">
                  <a:pos x="192" y="15"/>
                </a:cxn>
                <a:cxn ang="0">
                  <a:pos x="207" y="4"/>
                </a:cxn>
                <a:cxn ang="0">
                  <a:pos x="217" y="6"/>
                </a:cxn>
                <a:cxn ang="0">
                  <a:pos x="230" y="21"/>
                </a:cxn>
                <a:cxn ang="0">
                  <a:pos x="251" y="37"/>
                </a:cxn>
                <a:cxn ang="0">
                  <a:pos x="272" y="57"/>
                </a:cxn>
                <a:cxn ang="0">
                  <a:pos x="300" y="68"/>
                </a:cxn>
                <a:cxn ang="0">
                  <a:pos x="308" y="91"/>
                </a:cxn>
                <a:cxn ang="0">
                  <a:pos x="314" y="120"/>
                </a:cxn>
                <a:cxn ang="0">
                  <a:pos x="309" y="162"/>
                </a:cxn>
                <a:cxn ang="0">
                  <a:pos x="297" y="182"/>
                </a:cxn>
                <a:cxn ang="0">
                  <a:pos x="303" y="203"/>
                </a:cxn>
                <a:cxn ang="0">
                  <a:pos x="317" y="213"/>
                </a:cxn>
                <a:cxn ang="0">
                  <a:pos x="315" y="230"/>
                </a:cxn>
                <a:cxn ang="0">
                  <a:pos x="318" y="246"/>
                </a:cxn>
                <a:cxn ang="0">
                  <a:pos x="325" y="276"/>
                </a:cxn>
                <a:cxn ang="0">
                  <a:pos x="327" y="284"/>
                </a:cxn>
                <a:cxn ang="0">
                  <a:pos x="327" y="340"/>
                </a:cxn>
                <a:cxn ang="0">
                  <a:pos x="284" y="355"/>
                </a:cxn>
                <a:cxn ang="0">
                  <a:pos x="262" y="365"/>
                </a:cxn>
                <a:cxn ang="0">
                  <a:pos x="241" y="376"/>
                </a:cxn>
                <a:cxn ang="0">
                  <a:pos x="228" y="388"/>
                </a:cxn>
                <a:cxn ang="0">
                  <a:pos x="212" y="397"/>
                </a:cxn>
                <a:cxn ang="0">
                  <a:pos x="150" y="393"/>
                </a:cxn>
                <a:cxn ang="0">
                  <a:pos x="94" y="398"/>
                </a:cxn>
                <a:cxn ang="0">
                  <a:pos x="74" y="398"/>
                </a:cxn>
                <a:cxn ang="0">
                  <a:pos x="0" y="191"/>
                </a:cxn>
                <a:cxn ang="0">
                  <a:pos x="4" y="188"/>
                </a:cxn>
                <a:cxn ang="0">
                  <a:pos x="12" y="175"/>
                </a:cxn>
                <a:cxn ang="0">
                  <a:pos x="20" y="174"/>
                </a:cxn>
                <a:cxn ang="0">
                  <a:pos x="51" y="144"/>
                </a:cxn>
                <a:cxn ang="0">
                  <a:pos x="100" y="79"/>
                </a:cxn>
                <a:cxn ang="0">
                  <a:pos x="116" y="56"/>
                </a:cxn>
                <a:cxn ang="0">
                  <a:pos x="139" y="50"/>
                </a:cxn>
                <a:cxn ang="0">
                  <a:pos x="141" y="83"/>
                </a:cxn>
                <a:cxn ang="0">
                  <a:pos x="159" y="69"/>
                </a:cxn>
                <a:cxn ang="0">
                  <a:pos x="145" y="46"/>
                </a:cxn>
                <a:cxn ang="0">
                  <a:pos x="139" y="32"/>
                </a:cxn>
              </a:cxnLst>
              <a:rect l="0" t="0" r="r" b="b"/>
              <a:pathLst>
                <a:path w="577" h="402">
                  <a:moveTo>
                    <a:pt x="538" y="277"/>
                  </a:moveTo>
                  <a:cubicBezTo>
                    <a:pt x="542" y="277"/>
                    <a:pt x="544" y="276"/>
                    <a:pt x="548" y="276"/>
                  </a:cubicBezTo>
                  <a:cubicBezTo>
                    <a:pt x="556" y="276"/>
                    <a:pt x="561" y="276"/>
                    <a:pt x="569" y="276"/>
                  </a:cubicBezTo>
                  <a:cubicBezTo>
                    <a:pt x="570" y="276"/>
                    <a:pt x="571" y="277"/>
                    <a:pt x="571" y="278"/>
                  </a:cubicBezTo>
                  <a:cubicBezTo>
                    <a:pt x="574" y="279"/>
                    <a:pt x="575" y="280"/>
                    <a:pt x="577" y="281"/>
                  </a:cubicBezTo>
                  <a:cubicBezTo>
                    <a:pt x="577" y="281"/>
                    <a:pt x="577" y="281"/>
                    <a:pt x="577" y="281"/>
                  </a:cubicBezTo>
                  <a:cubicBezTo>
                    <a:pt x="565" y="290"/>
                    <a:pt x="567" y="310"/>
                    <a:pt x="555" y="323"/>
                  </a:cubicBezTo>
                  <a:cubicBezTo>
                    <a:pt x="549" y="330"/>
                    <a:pt x="540" y="329"/>
                    <a:pt x="531" y="329"/>
                  </a:cubicBezTo>
                  <a:cubicBezTo>
                    <a:pt x="525" y="329"/>
                    <a:pt x="522" y="327"/>
                    <a:pt x="519" y="324"/>
                  </a:cubicBezTo>
                  <a:cubicBezTo>
                    <a:pt x="519" y="324"/>
                    <a:pt x="519" y="324"/>
                    <a:pt x="519" y="324"/>
                  </a:cubicBezTo>
                  <a:cubicBezTo>
                    <a:pt x="522" y="315"/>
                    <a:pt x="526" y="310"/>
                    <a:pt x="529" y="301"/>
                  </a:cubicBezTo>
                  <a:cubicBezTo>
                    <a:pt x="530" y="295"/>
                    <a:pt x="531" y="291"/>
                    <a:pt x="534" y="284"/>
                  </a:cubicBezTo>
                  <a:cubicBezTo>
                    <a:pt x="534" y="282"/>
                    <a:pt x="536" y="281"/>
                    <a:pt x="536" y="279"/>
                  </a:cubicBezTo>
                  <a:cubicBezTo>
                    <a:pt x="536" y="278"/>
                    <a:pt x="538" y="278"/>
                    <a:pt x="538" y="277"/>
                  </a:cubicBezTo>
                  <a:cubicBezTo>
                    <a:pt x="538" y="277"/>
                    <a:pt x="538" y="277"/>
                    <a:pt x="538" y="277"/>
                  </a:cubicBezTo>
                  <a:close/>
                  <a:moveTo>
                    <a:pt x="161" y="11"/>
                  </a:moveTo>
                  <a:cubicBezTo>
                    <a:pt x="168" y="15"/>
                    <a:pt x="174" y="15"/>
                    <a:pt x="182" y="15"/>
                  </a:cubicBezTo>
                  <a:cubicBezTo>
                    <a:pt x="185" y="15"/>
                    <a:pt x="188" y="16"/>
                    <a:pt x="192" y="15"/>
                  </a:cubicBezTo>
                  <a:cubicBezTo>
                    <a:pt x="195" y="14"/>
                    <a:pt x="196" y="11"/>
                    <a:pt x="199" y="8"/>
                  </a:cubicBezTo>
                  <a:cubicBezTo>
                    <a:pt x="202" y="6"/>
                    <a:pt x="204" y="6"/>
                    <a:pt x="207" y="4"/>
                  </a:cubicBezTo>
                  <a:cubicBezTo>
                    <a:pt x="209" y="3"/>
                    <a:pt x="210" y="0"/>
                    <a:pt x="213" y="0"/>
                  </a:cubicBezTo>
                  <a:cubicBezTo>
                    <a:pt x="216" y="0"/>
                    <a:pt x="216" y="4"/>
                    <a:pt x="217" y="6"/>
                  </a:cubicBezTo>
                  <a:cubicBezTo>
                    <a:pt x="218" y="8"/>
                    <a:pt x="219" y="10"/>
                    <a:pt x="221" y="11"/>
                  </a:cubicBezTo>
                  <a:cubicBezTo>
                    <a:pt x="224" y="15"/>
                    <a:pt x="226" y="18"/>
                    <a:pt x="230" y="21"/>
                  </a:cubicBezTo>
                  <a:cubicBezTo>
                    <a:pt x="232" y="23"/>
                    <a:pt x="235" y="24"/>
                    <a:pt x="238" y="26"/>
                  </a:cubicBezTo>
                  <a:cubicBezTo>
                    <a:pt x="243" y="30"/>
                    <a:pt x="247" y="33"/>
                    <a:pt x="251" y="37"/>
                  </a:cubicBezTo>
                  <a:cubicBezTo>
                    <a:pt x="255" y="41"/>
                    <a:pt x="258" y="43"/>
                    <a:pt x="261" y="47"/>
                  </a:cubicBezTo>
                  <a:cubicBezTo>
                    <a:pt x="265" y="51"/>
                    <a:pt x="267" y="54"/>
                    <a:pt x="272" y="57"/>
                  </a:cubicBezTo>
                  <a:cubicBezTo>
                    <a:pt x="279" y="62"/>
                    <a:pt x="284" y="61"/>
                    <a:pt x="292" y="64"/>
                  </a:cubicBezTo>
                  <a:cubicBezTo>
                    <a:pt x="295" y="65"/>
                    <a:pt x="297" y="66"/>
                    <a:pt x="300" y="68"/>
                  </a:cubicBezTo>
                  <a:cubicBezTo>
                    <a:pt x="302" y="69"/>
                    <a:pt x="303" y="71"/>
                    <a:pt x="303" y="74"/>
                  </a:cubicBezTo>
                  <a:cubicBezTo>
                    <a:pt x="306" y="80"/>
                    <a:pt x="307" y="84"/>
                    <a:pt x="308" y="91"/>
                  </a:cubicBezTo>
                  <a:cubicBezTo>
                    <a:pt x="309" y="96"/>
                    <a:pt x="310" y="98"/>
                    <a:pt x="311" y="103"/>
                  </a:cubicBezTo>
                  <a:cubicBezTo>
                    <a:pt x="313" y="109"/>
                    <a:pt x="313" y="114"/>
                    <a:pt x="314" y="120"/>
                  </a:cubicBezTo>
                  <a:cubicBezTo>
                    <a:pt x="316" y="130"/>
                    <a:pt x="318" y="136"/>
                    <a:pt x="318" y="146"/>
                  </a:cubicBezTo>
                  <a:cubicBezTo>
                    <a:pt x="318" y="153"/>
                    <a:pt x="314" y="157"/>
                    <a:pt x="309" y="162"/>
                  </a:cubicBezTo>
                  <a:cubicBezTo>
                    <a:pt x="304" y="166"/>
                    <a:pt x="302" y="170"/>
                    <a:pt x="299" y="176"/>
                  </a:cubicBezTo>
                  <a:cubicBezTo>
                    <a:pt x="299" y="178"/>
                    <a:pt x="297" y="180"/>
                    <a:pt x="297" y="182"/>
                  </a:cubicBezTo>
                  <a:cubicBezTo>
                    <a:pt x="297" y="185"/>
                    <a:pt x="300" y="186"/>
                    <a:pt x="300" y="188"/>
                  </a:cubicBezTo>
                  <a:cubicBezTo>
                    <a:pt x="303" y="193"/>
                    <a:pt x="302" y="197"/>
                    <a:pt x="303" y="203"/>
                  </a:cubicBezTo>
                  <a:cubicBezTo>
                    <a:pt x="305" y="206"/>
                    <a:pt x="307" y="209"/>
                    <a:pt x="310" y="210"/>
                  </a:cubicBezTo>
                  <a:cubicBezTo>
                    <a:pt x="313" y="211"/>
                    <a:pt x="317" y="210"/>
                    <a:pt x="317" y="213"/>
                  </a:cubicBezTo>
                  <a:cubicBezTo>
                    <a:pt x="317" y="215"/>
                    <a:pt x="316" y="216"/>
                    <a:pt x="316" y="217"/>
                  </a:cubicBezTo>
                  <a:cubicBezTo>
                    <a:pt x="315" y="222"/>
                    <a:pt x="315" y="225"/>
                    <a:pt x="315" y="230"/>
                  </a:cubicBezTo>
                  <a:cubicBezTo>
                    <a:pt x="315" y="234"/>
                    <a:pt x="315" y="236"/>
                    <a:pt x="315" y="240"/>
                  </a:cubicBezTo>
                  <a:cubicBezTo>
                    <a:pt x="316" y="242"/>
                    <a:pt x="318" y="243"/>
                    <a:pt x="318" y="246"/>
                  </a:cubicBezTo>
                  <a:cubicBezTo>
                    <a:pt x="319" y="250"/>
                    <a:pt x="318" y="253"/>
                    <a:pt x="318" y="258"/>
                  </a:cubicBezTo>
                  <a:cubicBezTo>
                    <a:pt x="319" y="265"/>
                    <a:pt x="322" y="269"/>
                    <a:pt x="325" y="276"/>
                  </a:cubicBezTo>
                  <a:cubicBezTo>
                    <a:pt x="326" y="278"/>
                    <a:pt x="325" y="280"/>
                    <a:pt x="326" y="282"/>
                  </a:cubicBezTo>
                  <a:cubicBezTo>
                    <a:pt x="326" y="283"/>
                    <a:pt x="327" y="283"/>
                    <a:pt x="327" y="284"/>
                  </a:cubicBezTo>
                  <a:cubicBezTo>
                    <a:pt x="327" y="306"/>
                    <a:pt x="327" y="318"/>
                    <a:pt x="327" y="340"/>
                  </a:cubicBezTo>
                  <a:cubicBezTo>
                    <a:pt x="327" y="340"/>
                    <a:pt x="327" y="340"/>
                    <a:pt x="327" y="340"/>
                  </a:cubicBezTo>
                  <a:cubicBezTo>
                    <a:pt x="316" y="344"/>
                    <a:pt x="307" y="346"/>
                    <a:pt x="296" y="350"/>
                  </a:cubicBezTo>
                  <a:cubicBezTo>
                    <a:pt x="292" y="352"/>
                    <a:pt x="289" y="354"/>
                    <a:pt x="284" y="355"/>
                  </a:cubicBezTo>
                  <a:cubicBezTo>
                    <a:pt x="278" y="357"/>
                    <a:pt x="274" y="358"/>
                    <a:pt x="268" y="361"/>
                  </a:cubicBezTo>
                  <a:cubicBezTo>
                    <a:pt x="266" y="363"/>
                    <a:pt x="265" y="364"/>
                    <a:pt x="262" y="365"/>
                  </a:cubicBezTo>
                  <a:cubicBezTo>
                    <a:pt x="260" y="366"/>
                    <a:pt x="257" y="366"/>
                    <a:pt x="254" y="367"/>
                  </a:cubicBezTo>
                  <a:cubicBezTo>
                    <a:pt x="249" y="370"/>
                    <a:pt x="246" y="373"/>
                    <a:pt x="241" y="376"/>
                  </a:cubicBezTo>
                  <a:cubicBezTo>
                    <a:pt x="236" y="378"/>
                    <a:pt x="235" y="381"/>
                    <a:pt x="232" y="385"/>
                  </a:cubicBezTo>
                  <a:cubicBezTo>
                    <a:pt x="231" y="386"/>
                    <a:pt x="229" y="386"/>
                    <a:pt x="228" y="388"/>
                  </a:cubicBezTo>
                  <a:cubicBezTo>
                    <a:pt x="225" y="391"/>
                    <a:pt x="223" y="394"/>
                    <a:pt x="219" y="396"/>
                  </a:cubicBezTo>
                  <a:cubicBezTo>
                    <a:pt x="216" y="397"/>
                    <a:pt x="214" y="396"/>
                    <a:pt x="212" y="397"/>
                  </a:cubicBezTo>
                  <a:cubicBezTo>
                    <a:pt x="166" y="391"/>
                    <a:pt x="166" y="391"/>
                    <a:pt x="166" y="391"/>
                  </a:cubicBezTo>
                  <a:cubicBezTo>
                    <a:pt x="160" y="392"/>
                    <a:pt x="156" y="391"/>
                    <a:pt x="150" y="393"/>
                  </a:cubicBezTo>
                  <a:cubicBezTo>
                    <a:pt x="140" y="397"/>
                    <a:pt x="135" y="400"/>
                    <a:pt x="124" y="402"/>
                  </a:cubicBezTo>
                  <a:cubicBezTo>
                    <a:pt x="94" y="398"/>
                    <a:pt x="94" y="398"/>
                    <a:pt x="94" y="398"/>
                  </a:cubicBezTo>
                  <a:cubicBezTo>
                    <a:pt x="88" y="398"/>
                    <a:pt x="84" y="397"/>
                    <a:pt x="78" y="397"/>
                  </a:cubicBezTo>
                  <a:cubicBezTo>
                    <a:pt x="76" y="397"/>
                    <a:pt x="75" y="398"/>
                    <a:pt x="74" y="398"/>
                  </a:cubicBezTo>
                  <a:cubicBezTo>
                    <a:pt x="73" y="398"/>
                    <a:pt x="73" y="397"/>
                    <a:pt x="72" y="397"/>
                  </a:cubicBezTo>
                  <a:cubicBezTo>
                    <a:pt x="0" y="191"/>
                    <a:pt x="0" y="191"/>
                    <a:pt x="0" y="191"/>
                  </a:cubicBezTo>
                  <a:cubicBezTo>
                    <a:pt x="0" y="191"/>
                    <a:pt x="0" y="191"/>
                    <a:pt x="0" y="191"/>
                  </a:cubicBezTo>
                  <a:cubicBezTo>
                    <a:pt x="1" y="190"/>
                    <a:pt x="2" y="189"/>
                    <a:pt x="4" y="188"/>
                  </a:cubicBezTo>
                  <a:cubicBezTo>
                    <a:pt x="8" y="185"/>
                    <a:pt x="14" y="185"/>
                    <a:pt x="14" y="180"/>
                  </a:cubicBezTo>
                  <a:cubicBezTo>
                    <a:pt x="14" y="178"/>
                    <a:pt x="12" y="177"/>
                    <a:pt x="12" y="175"/>
                  </a:cubicBezTo>
                  <a:cubicBezTo>
                    <a:pt x="15" y="176"/>
                    <a:pt x="16" y="177"/>
                    <a:pt x="19" y="177"/>
                  </a:cubicBezTo>
                  <a:cubicBezTo>
                    <a:pt x="20" y="177"/>
                    <a:pt x="20" y="175"/>
                    <a:pt x="20" y="174"/>
                  </a:cubicBezTo>
                  <a:cubicBezTo>
                    <a:pt x="23" y="171"/>
                    <a:pt x="26" y="169"/>
                    <a:pt x="29" y="166"/>
                  </a:cubicBezTo>
                  <a:cubicBezTo>
                    <a:pt x="37" y="158"/>
                    <a:pt x="43" y="154"/>
                    <a:pt x="51" y="144"/>
                  </a:cubicBezTo>
                  <a:cubicBezTo>
                    <a:pt x="61" y="130"/>
                    <a:pt x="72" y="125"/>
                    <a:pt x="79" y="110"/>
                  </a:cubicBezTo>
                  <a:cubicBezTo>
                    <a:pt x="85" y="97"/>
                    <a:pt x="92" y="91"/>
                    <a:pt x="100" y="79"/>
                  </a:cubicBezTo>
                  <a:cubicBezTo>
                    <a:pt x="103" y="74"/>
                    <a:pt x="104" y="71"/>
                    <a:pt x="107" y="66"/>
                  </a:cubicBezTo>
                  <a:cubicBezTo>
                    <a:pt x="111" y="62"/>
                    <a:pt x="114" y="61"/>
                    <a:pt x="116" y="56"/>
                  </a:cubicBezTo>
                  <a:cubicBezTo>
                    <a:pt x="119" y="50"/>
                    <a:pt x="121" y="47"/>
                    <a:pt x="124" y="41"/>
                  </a:cubicBezTo>
                  <a:cubicBezTo>
                    <a:pt x="130" y="41"/>
                    <a:pt x="134" y="45"/>
                    <a:pt x="139" y="50"/>
                  </a:cubicBezTo>
                  <a:cubicBezTo>
                    <a:pt x="144" y="56"/>
                    <a:pt x="148" y="60"/>
                    <a:pt x="148" y="67"/>
                  </a:cubicBezTo>
                  <a:cubicBezTo>
                    <a:pt x="148" y="74"/>
                    <a:pt x="142" y="76"/>
                    <a:pt x="141" y="83"/>
                  </a:cubicBezTo>
                  <a:cubicBezTo>
                    <a:pt x="142" y="84"/>
                    <a:pt x="142" y="84"/>
                    <a:pt x="142" y="84"/>
                  </a:cubicBezTo>
                  <a:cubicBezTo>
                    <a:pt x="148" y="78"/>
                    <a:pt x="159" y="78"/>
                    <a:pt x="159" y="69"/>
                  </a:cubicBezTo>
                  <a:cubicBezTo>
                    <a:pt x="159" y="62"/>
                    <a:pt x="153" y="58"/>
                    <a:pt x="148" y="53"/>
                  </a:cubicBezTo>
                  <a:cubicBezTo>
                    <a:pt x="147" y="51"/>
                    <a:pt x="147" y="48"/>
                    <a:pt x="145" y="46"/>
                  </a:cubicBezTo>
                  <a:cubicBezTo>
                    <a:pt x="141" y="41"/>
                    <a:pt x="137" y="42"/>
                    <a:pt x="132" y="38"/>
                  </a:cubicBezTo>
                  <a:cubicBezTo>
                    <a:pt x="133" y="35"/>
                    <a:pt x="136" y="34"/>
                    <a:pt x="139" y="32"/>
                  </a:cubicBezTo>
                  <a:cubicBezTo>
                    <a:pt x="148" y="23"/>
                    <a:pt x="153" y="19"/>
                    <a:pt x="161"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9"/>
            <p:cNvSpPr>
              <a:spLocks noEditPoints="1"/>
            </p:cNvSpPr>
            <p:nvPr/>
          </p:nvSpPr>
          <p:spPr bwMode="auto">
            <a:xfrm>
              <a:off x="7062788" y="1563688"/>
              <a:ext cx="677863" cy="792163"/>
            </a:xfrm>
            <a:custGeom>
              <a:avLst/>
              <a:gdLst/>
              <a:ahLst/>
              <a:cxnLst>
                <a:cxn ang="0">
                  <a:pos x="342" y="356"/>
                </a:cxn>
                <a:cxn ang="0">
                  <a:pos x="335" y="378"/>
                </a:cxn>
                <a:cxn ang="0">
                  <a:pos x="325" y="401"/>
                </a:cxn>
                <a:cxn ang="0">
                  <a:pos x="293" y="352"/>
                </a:cxn>
                <a:cxn ang="0">
                  <a:pos x="284" y="320"/>
                </a:cxn>
                <a:cxn ang="0">
                  <a:pos x="314" y="331"/>
                </a:cxn>
                <a:cxn ang="0">
                  <a:pos x="320" y="334"/>
                </a:cxn>
                <a:cxn ang="0">
                  <a:pos x="344" y="354"/>
                </a:cxn>
                <a:cxn ang="0">
                  <a:pos x="284" y="70"/>
                </a:cxn>
                <a:cxn ang="0">
                  <a:pos x="288" y="74"/>
                </a:cxn>
                <a:cxn ang="0">
                  <a:pos x="293" y="90"/>
                </a:cxn>
                <a:cxn ang="0">
                  <a:pos x="289" y="96"/>
                </a:cxn>
                <a:cxn ang="0">
                  <a:pos x="286" y="97"/>
                </a:cxn>
                <a:cxn ang="0">
                  <a:pos x="275" y="91"/>
                </a:cxn>
                <a:cxn ang="0">
                  <a:pos x="274" y="73"/>
                </a:cxn>
                <a:cxn ang="0">
                  <a:pos x="284" y="70"/>
                </a:cxn>
                <a:cxn ang="0">
                  <a:pos x="0" y="43"/>
                </a:cxn>
                <a:cxn ang="0">
                  <a:pos x="22" y="53"/>
                </a:cxn>
                <a:cxn ang="0">
                  <a:pos x="54" y="47"/>
                </a:cxn>
                <a:cxn ang="0">
                  <a:pos x="88" y="49"/>
                </a:cxn>
                <a:cxn ang="0">
                  <a:pos x="102" y="50"/>
                </a:cxn>
                <a:cxn ang="0">
                  <a:pos x="104" y="40"/>
                </a:cxn>
                <a:cxn ang="0">
                  <a:pos x="106" y="23"/>
                </a:cxn>
                <a:cxn ang="0">
                  <a:pos x="92" y="18"/>
                </a:cxn>
                <a:cxn ang="0">
                  <a:pos x="43" y="0"/>
                </a:cxn>
                <a:cxn ang="0">
                  <a:pos x="35" y="12"/>
                </a:cxn>
                <a:cxn ang="0">
                  <a:pos x="29" y="20"/>
                </a:cxn>
                <a:cxn ang="0">
                  <a:pos x="28" y="9"/>
                </a:cxn>
                <a:cxn ang="0">
                  <a:pos x="12" y="28"/>
                </a:cxn>
                <a:cxn ang="0">
                  <a:pos x="26" y="21"/>
                </a:cxn>
                <a:cxn ang="0">
                  <a:pos x="15" y="47"/>
                </a:cxn>
                <a:cxn ang="0">
                  <a:pos x="2" y="41"/>
                </a:cxn>
              </a:cxnLst>
              <a:rect l="0" t="0" r="r" b="b"/>
              <a:pathLst>
                <a:path w="344" h="401">
                  <a:moveTo>
                    <a:pt x="344" y="354"/>
                  </a:moveTo>
                  <a:cubicBezTo>
                    <a:pt x="344" y="355"/>
                    <a:pt x="342" y="355"/>
                    <a:pt x="342" y="356"/>
                  </a:cubicBezTo>
                  <a:cubicBezTo>
                    <a:pt x="342" y="358"/>
                    <a:pt x="340" y="359"/>
                    <a:pt x="340" y="361"/>
                  </a:cubicBezTo>
                  <a:cubicBezTo>
                    <a:pt x="337" y="368"/>
                    <a:pt x="336" y="372"/>
                    <a:pt x="335" y="378"/>
                  </a:cubicBezTo>
                  <a:cubicBezTo>
                    <a:pt x="332" y="387"/>
                    <a:pt x="328" y="392"/>
                    <a:pt x="325" y="401"/>
                  </a:cubicBezTo>
                  <a:cubicBezTo>
                    <a:pt x="325" y="401"/>
                    <a:pt x="325" y="401"/>
                    <a:pt x="325" y="401"/>
                  </a:cubicBezTo>
                  <a:cubicBezTo>
                    <a:pt x="318" y="394"/>
                    <a:pt x="316" y="381"/>
                    <a:pt x="308" y="372"/>
                  </a:cubicBezTo>
                  <a:cubicBezTo>
                    <a:pt x="301" y="366"/>
                    <a:pt x="298" y="361"/>
                    <a:pt x="293" y="352"/>
                  </a:cubicBezTo>
                  <a:cubicBezTo>
                    <a:pt x="289" y="344"/>
                    <a:pt x="282" y="341"/>
                    <a:pt x="282" y="332"/>
                  </a:cubicBezTo>
                  <a:cubicBezTo>
                    <a:pt x="282" y="327"/>
                    <a:pt x="284" y="324"/>
                    <a:pt x="284" y="320"/>
                  </a:cubicBezTo>
                  <a:cubicBezTo>
                    <a:pt x="295" y="323"/>
                    <a:pt x="302" y="324"/>
                    <a:pt x="312" y="329"/>
                  </a:cubicBezTo>
                  <a:cubicBezTo>
                    <a:pt x="314" y="331"/>
                    <a:pt x="314" y="331"/>
                    <a:pt x="314" y="331"/>
                  </a:cubicBezTo>
                  <a:cubicBezTo>
                    <a:pt x="314" y="331"/>
                    <a:pt x="314" y="331"/>
                    <a:pt x="314" y="331"/>
                  </a:cubicBezTo>
                  <a:cubicBezTo>
                    <a:pt x="316" y="333"/>
                    <a:pt x="318" y="333"/>
                    <a:pt x="320" y="334"/>
                  </a:cubicBezTo>
                  <a:cubicBezTo>
                    <a:pt x="324" y="336"/>
                    <a:pt x="326" y="338"/>
                    <a:pt x="330" y="341"/>
                  </a:cubicBezTo>
                  <a:cubicBezTo>
                    <a:pt x="335" y="345"/>
                    <a:pt x="338" y="351"/>
                    <a:pt x="344" y="354"/>
                  </a:cubicBezTo>
                  <a:cubicBezTo>
                    <a:pt x="344" y="354"/>
                    <a:pt x="344" y="354"/>
                    <a:pt x="344" y="354"/>
                  </a:cubicBezTo>
                  <a:close/>
                  <a:moveTo>
                    <a:pt x="284" y="70"/>
                  </a:moveTo>
                  <a:cubicBezTo>
                    <a:pt x="285" y="72"/>
                    <a:pt x="287" y="72"/>
                    <a:pt x="287" y="73"/>
                  </a:cubicBezTo>
                  <a:cubicBezTo>
                    <a:pt x="288" y="73"/>
                    <a:pt x="288" y="74"/>
                    <a:pt x="288" y="74"/>
                  </a:cubicBezTo>
                  <a:cubicBezTo>
                    <a:pt x="291" y="78"/>
                    <a:pt x="294" y="80"/>
                    <a:pt x="294" y="85"/>
                  </a:cubicBezTo>
                  <a:cubicBezTo>
                    <a:pt x="294" y="87"/>
                    <a:pt x="294" y="88"/>
                    <a:pt x="293" y="90"/>
                  </a:cubicBezTo>
                  <a:cubicBezTo>
                    <a:pt x="293" y="91"/>
                    <a:pt x="293" y="92"/>
                    <a:pt x="292" y="93"/>
                  </a:cubicBezTo>
                  <a:cubicBezTo>
                    <a:pt x="291" y="95"/>
                    <a:pt x="290" y="95"/>
                    <a:pt x="289" y="96"/>
                  </a:cubicBezTo>
                  <a:cubicBezTo>
                    <a:pt x="288" y="97"/>
                    <a:pt x="288" y="96"/>
                    <a:pt x="286" y="97"/>
                  </a:cubicBezTo>
                  <a:cubicBezTo>
                    <a:pt x="286" y="97"/>
                    <a:pt x="286" y="97"/>
                    <a:pt x="286" y="97"/>
                  </a:cubicBezTo>
                  <a:cubicBezTo>
                    <a:pt x="283" y="96"/>
                    <a:pt x="280" y="96"/>
                    <a:pt x="277" y="94"/>
                  </a:cubicBezTo>
                  <a:cubicBezTo>
                    <a:pt x="276" y="93"/>
                    <a:pt x="276" y="92"/>
                    <a:pt x="275" y="91"/>
                  </a:cubicBezTo>
                  <a:cubicBezTo>
                    <a:pt x="273" y="88"/>
                    <a:pt x="272" y="86"/>
                    <a:pt x="272" y="82"/>
                  </a:cubicBezTo>
                  <a:cubicBezTo>
                    <a:pt x="272" y="78"/>
                    <a:pt x="272" y="76"/>
                    <a:pt x="274" y="73"/>
                  </a:cubicBezTo>
                  <a:cubicBezTo>
                    <a:pt x="275" y="71"/>
                    <a:pt x="277" y="71"/>
                    <a:pt x="278" y="71"/>
                  </a:cubicBezTo>
                  <a:cubicBezTo>
                    <a:pt x="280" y="71"/>
                    <a:pt x="282" y="71"/>
                    <a:pt x="284" y="70"/>
                  </a:cubicBezTo>
                  <a:cubicBezTo>
                    <a:pt x="284" y="70"/>
                    <a:pt x="284" y="70"/>
                    <a:pt x="284" y="70"/>
                  </a:cubicBezTo>
                  <a:close/>
                  <a:moveTo>
                    <a:pt x="0" y="43"/>
                  </a:moveTo>
                  <a:cubicBezTo>
                    <a:pt x="6" y="47"/>
                    <a:pt x="10" y="54"/>
                    <a:pt x="18" y="54"/>
                  </a:cubicBezTo>
                  <a:cubicBezTo>
                    <a:pt x="19" y="54"/>
                    <a:pt x="20" y="53"/>
                    <a:pt x="22" y="53"/>
                  </a:cubicBezTo>
                  <a:cubicBezTo>
                    <a:pt x="26" y="52"/>
                    <a:pt x="29" y="51"/>
                    <a:pt x="34" y="50"/>
                  </a:cubicBezTo>
                  <a:cubicBezTo>
                    <a:pt x="41" y="47"/>
                    <a:pt x="46" y="47"/>
                    <a:pt x="54" y="47"/>
                  </a:cubicBezTo>
                  <a:cubicBezTo>
                    <a:pt x="62" y="47"/>
                    <a:pt x="67" y="47"/>
                    <a:pt x="76" y="48"/>
                  </a:cubicBezTo>
                  <a:cubicBezTo>
                    <a:pt x="81" y="48"/>
                    <a:pt x="84" y="48"/>
                    <a:pt x="88" y="49"/>
                  </a:cubicBezTo>
                  <a:cubicBezTo>
                    <a:pt x="93" y="49"/>
                    <a:pt x="96" y="51"/>
                    <a:pt x="100" y="51"/>
                  </a:cubicBezTo>
                  <a:cubicBezTo>
                    <a:pt x="101" y="51"/>
                    <a:pt x="102" y="50"/>
                    <a:pt x="102" y="50"/>
                  </a:cubicBezTo>
                  <a:cubicBezTo>
                    <a:pt x="103" y="50"/>
                    <a:pt x="102" y="49"/>
                    <a:pt x="102" y="48"/>
                  </a:cubicBezTo>
                  <a:cubicBezTo>
                    <a:pt x="104" y="45"/>
                    <a:pt x="104" y="43"/>
                    <a:pt x="104" y="40"/>
                  </a:cubicBezTo>
                  <a:cubicBezTo>
                    <a:pt x="105" y="35"/>
                    <a:pt x="106" y="32"/>
                    <a:pt x="106" y="27"/>
                  </a:cubicBezTo>
                  <a:cubicBezTo>
                    <a:pt x="106" y="26"/>
                    <a:pt x="107" y="24"/>
                    <a:pt x="106" y="23"/>
                  </a:cubicBezTo>
                  <a:cubicBezTo>
                    <a:pt x="105" y="22"/>
                    <a:pt x="103" y="22"/>
                    <a:pt x="102" y="21"/>
                  </a:cubicBezTo>
                  <a:cubicBezTo>
                    <a:pt x="98" y="19"/>
                    <a:pt x="96" y="19"/>
                    <a:pt x="92" y="18"/>
                  </a:cubicBezTo>
                  <a:cubicBezTo>
                    <a:pt x="86" y="16"/>
                    <a:pt x="82" y="15"/>
                    <a:pt x="76" y="12"/>
                  </a:cubicBezTo>
                  <a:cubicBezTo>
                    <a:pt x="64" y="7"/>
                    <a:pt x="56" y="2"/>
                    <a:pt x="43" y="0"/>
                  </a:cubicBezTo>
                  <a:cubicBezTo>
                    <a:pt x="43" y="0"/>
                    <a:pt x="43" y="0"/>
                    <a:pt x="43" y="0"/>
                  </a:cubicBezTo>
                  <a:cubicBezTo>
                    <a:pt x="42" y="5"/>
                    <a:pt x="38" y="7"/>
                    <a:pt x="35" y="12"/>
                  </a:cubicBezTo>
                  <a:cubicBezTo>
                    <a:pt x="40" y="12"/>
                    <a:pt x="40" y="12"/>
                    <a:pt x="40" y="12"/>
                  </a:cubicBezTo>
                  <a:cubicBezTo>
                    <a:pt x="36" y="15"/>
                    <a:pt x="35" y="20"/>
                    <a:pt x="29" y="20"/>
                  </a:cubicBezTo>
                  <a:cubicBezTo>
                    <a:pt x="27" y="20"/>
                    <a:pt x="27" y="18"/>
                    <a:pt x="25" y="18"/>
                  </a:cubicBezTo>
                  <a:cubicBezTo>
                    <a:pt x="26" y="15"/>
                    <a:pt x="28" y="13"/>
                    <a:pt x="28" y="9"/>
                  </a:cubicBezTo>
                  <a:cubicBezTo>
                    <a:pt x="28" y="7"/>
                    <a:pt x="19" y="20"/>
                    <a:pt x="18" y="21"/>
                  </a:cubicBezTo>
                  <a:cubicBezTo>
                    <a:pt x="15" y="24"/>
                    <a:pt x="12" y="25"/>
                    <a:pt x="12" y="28"/>
                  </a:cubicBezTo>
                  <a:cubicBezTo>
                    <a:pt x="12" y="29"/>
                    <a:pt x="14" y="30"/>
                    <a:pt x="15" y="31"/>
                  </a:cubicBezTo>
                  <a:cubicBezTo>
                    <a:pt x="19" y="28"/>
                    <a:pt x="21" y="24"/>
                    <a:pt x="26" y="21"/>
                  </a:cubicBezTo>
                  <a:cubicBezTo>
                    <a:pt x="21" y="27"/>
                    <a:pt x="22" y="32"/>
                    <a:pt x="19" y="40"/>
                  </a:cubicBezTo>
                  <a:cubicBezTo>
                    <a:pt x="18" y="43"/>
                    <a:pt x="18" y="47"/>
                    <a:pt x="15" y="47"/>
                  </a:cubicBezTo>
                  <a:cubicBezTo>
                    <a:pt x="10" y="47"/>
                    <a:pt x="12" y="37"/>
                    <a:pt x="6" y="37"/>
                  </a:cubicBezTo>
                  <a:cubicBezTo>
                    <a:pt x="4" y="37"/>
                    <a:pt x="3" y="39"/>
                    <a:pt x="2" y="41"/>
                  </a:cubicBezTo>
                  <a:cubicBezTo>
                    <a:pt x="1" y="42"/>
                    <a:pt x="1" y="42"/>
                    <a:pt x="0" y="4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0"/>
            <p:cNvSpPr>
              <a:spLocks noEditPoints="1"/>
            </p:cNvSpPr>
            <p:nvPr/>
          </p:nvSpPr>
          <p:spPr bwMode="auto">
            <a:xfrm>
              <a:off x="7399338" y="912812"/>
              <a:ext cx="515938" cy="1358900"/>
            </a:xfrm>
            <a:custGeom>
              <a:avLst/>
              <a:gdLst/>
              <a:ahLst/>
              <a:cxnLst>
                <a:cxn ang="0">
                  <a:pos x="175" y="230"/>
                </a:cxn>
                <a:cxn ang="0">
                  <a:pos x="144" y="231"/>
                </a:cxn>
                <a:cxn ang="0">
                  <a:pos x="112" y="254"/>
                </a:cxn>
                <a:cxn ang="0">
                  <a:pos x="108" y="273"/>
                </a:cxn>
                <a:cxn ang="0">
                  <a:pos x="112" y="309"/>
                </a:cxn>
                <a:cxn ang="0">
                  <a:pos x="130" y="312"/>
                </a:cxn>
                <a:cxn ang="0">
                  <a:pos x="168" y="307"/>
                </a:cxn>
                <a:cxn ang="0">
                  <a:pos x="183" y="329"/>
                </a:cxn>
                <a:cxn ang="0">
                  <a:pos x="167" y="353"/>
                </a:cxn>
                <a:cxn ang="0">
                  <a:pos x="179" y="362"/>
                </a:cxn>
                <a:cxn ang="0">
                  <a:pos x="193" y="377"/>
                </a:cxn>
                <a:cxn ang="0">
                  <a:pos x="174" y="389"/>
                </a:cxn>
                <a:cxn ang="0">
                  <a:pos x="145" y="389"/>
                </a:cxn>
                <a:cxn ang="0">
                  <a:pos x="118" y="371"/>
                </a:cxn>
                <a:cxn ang="0">
                  <a:pos x="101" y="374"/>
                </a:cxn>
                <a:cxn ang="0">
                  <a:pos x="97" y="399"/>
                </a:cxn>
                <a:cxn ang="0">
                  <a:pos x="71" y="377"/>
                </a:cxn>
                <a:cxn ang="0">
                  <a:pos x="65" y="351"/>
                </a:cxn>
                <a:cxn ang="0">
                  <a:pos x="44" y="325"/>
                </a:cxn>
                <a:cxn ang="0">
                  <a:pos x="37" y="277"/>
                </a:cxn>
                <a:cxn ang="0">
                  <a:pos x="22" y="238"/>
                </a:cxn>
                <a:cxn ang="0">
                  <a:pos x="13" y="232"/>
                </a:cxn>
                <a:cxn ang="0">
                  <a:pos x="0" y="221"/>
                </a:cxn>
                <a:cxn ang="0">
                  <a:pos x="23" y="197"/>
                </a:cxn>
                <a:cxn ang="0">
                  <a:pos x="38" y="197"/>
                </a:cxn>
                <a:cxn ang="0">
                  <a:pos x="95" y="149"/>
                </a:cxn>
                <a:cxn ang="0">
                  <a:pos x="136" y="97"/>
                </a:cxn>
                <a:cxn ang="0">
                  <a:pos x="156" y="34"/>
                </a:cxn>
                <a:cxn ang="0">
                  <a:pos x="166" y="2"/>
                </a:cxn>
                <a:cxn ang="0">
                  <a:pos x="201" y="36"/>
                </a:cxn>
                <a:cxn ang="0">
                  <a:pos x="201" y="62"/>
                </a:cxn>
                <a:cxn ang="0">
                  <a:pos x="187" y="146"/>
                </a:cxn>
                <a:cxn ang="0">
                  <a:pos x="191" y="222"/>
                </a:cxn>
                <a:cxn ang="0">
                  <a:pos x="228" y="412"/>
                </a:cxn>
                <a:cxn ang="0">
                  <a:pos x="194" y="397"/>
                </a:cxn>
                <a:cxn ang="0">
                  <a:pos x="183" y="411"/>
                </a:cxn>
                <a:cxn ang="0">
                  <a:pos x="204" y="425"/>
                </a:cxn>
                <a:cxn ang="0">
                  <a:pos x="183" y="436"/>
                </a:cxn>
                <a:cxn ang="0">
                  <a:pos x="184" y="453"/>
                </a:cxn>
                <a:cxn ang="0">
                  <a:pos x="179" y="461"/>
                </a:cxn>
                <a:cxn ang="0">
                  <a:pos x="162" y="456"/>
                </a:cxn>
                <a:cxn ang="0">
                  <a:pos x="136" y="466"/>
                </a:cxn>
                <a:cxn ang="0">
                  <a:pos x="117" y="457"/>
                </a:cxn>
                <a:cxn ang="0">
                  <a:pos x="102" y="477"/>
                </a:cxn>
                <a:cxn ang="0">
                  <a:pos x="107" y="495"/>
                </a:cxn>
                <a:cxn ang="0">
                  <a:pos x="102" y="523"/>
                </a:cxn>
                <a:cxn ang="0">
                  <a:pos x="111" y="600"/>
                </a:cxn>
                <a:cxn ang="0">
                  <a:pos x="143" y="661"/>
                </a:cxn>
                <a:cxn ang="0">
                  <a:pos x="173" y="684"/>
                </a:cxn>
                <a:cxn ang="0">
                  <a:pos x="204" y="683"/>
                </a:cxn>
                <a:cxn ang="0">
                  <a:pos x="212" y="688"/>
                </a:cxn>
                <a:cxn ang="0">
                  <a:pos x="261" y="656"/>
                </a:cxn>
                <a:cxn ang="0">
                  <a:pos x="245" y="645"/>
                </a:cxn>
                <a:cxn ang="0">
                  <a:pos x="208" y="635"/>
                </a:cxn>
                <a:cxn ang="0">
                  <a:pos x="204" y="620"/>
                </a:cxn>
                <a:cxn ang="0">
                  <a:pos x="206" y="586"/>
                </a:cxn>
                <a:cxn ang="0">
                  <a:pos x="192" y="561"/>
                </a:cxn>
                <a:cxn ang="0">
                  <a:pos x="194" y="541"/>
                </a:cxn>
                <a:cxn ang="0">
                  <a:pos x="197" y="514"/>
                </a:cxn>
                <a:cxn ang="0">
                  <a:pos x="201" y="472"/>
                </a:cxn>
                <a:cxn ang="0">
                  <a:pos x="217" y="460"/>
                </a:cxn>
                <a:cxn ang="0">
                  <a:pos x="239" y="433"/>
                </a:cxn>
                <a:cxn ang="0">
                  <a:pos x="228" y="418"/>
                </a:cxn>
              </a:cxnLst>
              <a:rect l="0" t="0" r="r" b="b"/>
              <a:pathLst>
                <a:path w="261" h="688">
                  <a:moveTo>
                    <a:pt x="191" y="222"/>
                  </a:moveTo>
                  <a:cubicBezTo>
                    <a:pt x="188" y="223"/>
                    <a:pt x="188" y="224"/>
                    <a:pt x="185" y="225"/>
                  </a:cubicBezTo>
                  <a:cubicBezTo>
                    <a:pt x="182" y="227"/>
                    <a:pt x="180" y="230"/>
                    <a:pt x="175" y="230"/>
                  </a:cubicBezTo>
                  <a:cubicBezTo>
                    <a:pt x="166" y="230"/>
                    <a:pt x="166" y="230"/>
                    <a:pt x="166" y="230"/>
                  </a:cubicBezTo>
                  <a:cubicBezTo>
                    <a:pt x="160" y="230"/>
                    <a:pt x="156" y="229"/>
                    <a:pt x="151" y="229"/>
                  </a:cubicBezTo>
                  <a:cubicBezTo>
                    <a:pt x="148" y="229"/>
                    <a:pt x="146" y="229"/>
                    <a:pt x="144" y="231"/>
                  </a:cubicBezTo>
                  <a:cubicBezTo>
                    <a:pt x="142" y="233"/>
                    <a:pt x="141" y="235"/>
                    <a:pt x="139" y="237"/>
                  </a:cubicBezTo>
                  <a:cubicBezTo>
                    <a:pt x="134" y="242"/>
                    <a:pt x="132" y="247"/>
                    <a:pt x="126" y="251"/>
                  </a:cubicBezTo>
                  <a:cubicBezTo>
                    <a:pt x="121" y="254"/>
                    <a:pt x="117" y="253"/>
                    <a:pt x="112" y="254"/>
                  </a:cubicBezTo>
                  <a:cubicBezTo>
                    <a:pt x="108" y="255"/>
                    <a:pt x="102" y="255"/>
                    <a:pt x="102" y="260"/>
                  </a:cubicBezTo>
                  <a:cubicBezTo>
                    <a:pt x="102" y="261"/>
                    <a:pt x="104" y="262"/>
                    <a:pt x="105" y="263"/>
                  </a:cubicBezTo>
                  <a:cubicBezTo>
                    <a:pt x="107" y="267"/>
                    <a:pt x="107" y="269"/>
                    <a:pt x="108" y="273"/>
                  </a:cubicBezTo>
                  <a:cubicBezTo>
                    <a:pt x="109" y="278"/>
                    <a:pt x="109" y="282"/>
                    <a:pt x="109" y="287"/>
                  </a:cubicBezTo>
                  <a:cubicBezTo>
                    <a:pt x="109" y="300"/>
                    <a:pt x="109" y="300"/>
                    <a:pt x="109" y="300"/>
                  </a:cubicBezTo>
                  <a:cubicBezTo>
                    <a:pt x="109" y="304"/>
                    <a:pt x="111" y="306"/>
                    <a:pt x="112" y="309"/>
                  </a:cubicBezTo>
                  <a:cubicBezTo>
                    <a:pt x="113" y="312"/>
                    <a:pt x="114" y="315"/>
                    <a:pt x="117" y="315"/>
                  </a:cubicBezTo>
                  <a:cubicBezTo>
                    <a:pt x="121" y="315"/>
                    <a:pt x="123" y="314"/>
                    <a:pt x="128" y="313"/>
                  </a:cubicBezTo>
                  <a:cubicBezTo>
                    <a:pt x="128" y="313"/>
                    <a:pt x="129" y="312"/>
                    <a:pt x="130" y="312"/>
                  </a:cubicBezTo>
                  <a:cubicBezTo>
                    <a:pt x="141" y="312"/>
                    <a:pt x="141" y="312"/>
                    <a:pt x="141" y="312"/>
                  </a:cubicBezTo>
                  <a:cubicBezTo>
                    <a:pt x="149" y="312"/>
                    <a:pt x="154" y="311"/>
                    <a:pt x="162" y="309"/>
                  </a:cubicBezTo>
                  <a:cubicBezTo>
                    <a:pt x="164" y="309"/>
                    <a:pt x="165" y="307"/>
                    <a:pt x="168" y="307"/>
                  </a:cubicBezTo>
                  <a:cubicBezTo>
                    <a:pt x="169" y="307"/>
                    <a:pt x="169" y="309"/>
                    <a:pt x="170" y="310"/>
                  </a:cubicBezTo>
                  <a:cubicBezTo>
                    <a:pt x="172" y="313"/>
                    <a:pt x="173" y="315"/>
                    <a:pt x="175" y="318"/>
                  </a:cubicBezTo>
                  <a:cubicBezTo>
                    <a:pt x="179" y="322"/>
                    <a:pt x="183" y="324"/>
                    <a:pt x="183" y="329"/>
                  </a:cubicBezTo>
                  <a:cubicBezTo>
                    <a:pt x="183" y="333"/>
                    <a:pt x="181" y="335"/>
                    <a:pt x="178" y="338"/>
                  </a:cubicBezTo>
                  <a:cubicBezTo>
                    <a:pt x="174" y="341"/>
                    <a:pt x="172" y="344"/>
                    <a:pt x="170" y="348"/>
                  </a:cubicBezTo>
                  <a:cubicBezTo>
                    <a:pt x="168" y="349"/>
                    <a:pt x="167" y="350"/>
                    <a:pt x="167" y="353"/>
                  </a:cubicBezTo>
                  <a:cubicBezTo>
                    <a:pt x="167" y="354"/>
                    <a:pt x="169" y="354"/>
                    <a:pt x="169" y="355"/>
                  </a:cubicBezTo>
                  <a:cubicBezTo>
                    <a:pt x="169" y="357"/>
                    <a:pt x="169" y="358"/>
                    <a:pt x="169" y="360"/>
                  </a:cubicBezTo>
                  <a:cubicBezTo>
                    <a:pt x="173" y="360"/>
                    <a:pt x="175" y="361"/>
                    <a:pt x="179" y="362"/>
                  </a:cubicBezTo>
                  <a:cubicBezTo>
                    <a:pt x="182" y="362"/>
                    <a:pt x="185" y="361"/>
                    <a:pt x="187" y="363"/>
                  </a:cubicBezTo>
                  <a:cubicBezTo>
                    <a:pt x="190" y="366"/>
                    <a:pt x="190" y="369"/>
                    <a:pt x="192" y="373"/>
                  </a:cubicBezTo>
                  <a:cubicBezTo>
                    <a:pt x="192" y="375"/>
                    <a:pt x="193" y="375"/>
                    <a:pt x="193" y="377"/>
                  </a:cubicBezTo>
                  <a:cubicBezTo>
                    <a:pt x="193" y="379"/>
                    <a:pt x="191" y="379"/>
                    <a:pt x="190" y="380"/>
                  </a:cubicBezTo>
                  <a:cubicBezTo>
                    <a:pt x="188" y="381"/>
                    <a:pt x="186" y="381"/>
                    <a:pt x="184" y="383"/>
                  </a:cubicBezTo>
                  <a:cubicBezTo>
                    <a:pt x="180" y="385"/>
                    <a:pt x="178" y="387"/>
                    <a:pt x="174" y="389"/>
                  </a:cubicBezTo>
                  <a:cubicBezTo>
                    <a:pt x="167" y="393"/>
                    <a:pt x="163" y="396"/>
                    <a:pt x="155" y="396"/>
                  </a:cubicBezTo>
                  <a:cubicBezTo>
                    <a:pt x="153" y="396"/>
                    <a:pt x="152" y="393"/>
                    <a:pt x="151" y="392"/>
                  </a:cubicBezTo>
                  <a:cubicBezTo>
                    <a:pt x="148" y="391"/>
                    <a:pt x="147" y="390"/>
                    <a:pt x="145" y="389"/>
                  </a:cubicBezTo>
                  <a:cubicBezTo>
                    <a:pt x="140" y="388"/>
                    <a:pt x="138" y="386"/>
                    <a:pt x="135" y="384"/>
                  </a:cubicBezTo>
                  <a:cubicBezTo>
                    <a:pt x="132" y="382"/>
                    <a:pt x="131" y="380"/>
                    <a:pt x="129" y="379"/>
                  </a:cubicBezTo>
                  <a:cubicBezTo>
                    <a:pt x="124" y="376"/>
                    <a:pt x="121" y="375"/>
                    <a:pt x="118" y="371"/>
                  </a:cubicBezTo>
                  <a:cubicBezTo>
                    <a:pt x="118" y="371"/>
                    <a:pt x="118" y="371"/>
                    <a:pt x="118" y="371"/>
                  </a:cubicBezTo>
                  <a:cubicBezTo>
                    <a:pt x="114" y="369"/>
                    <a:pt x="111" y="368"/>
                    <a:pt x="107" y="368"/>
                  </a:cubicBezTo>
                  <a:cubicBezTo>
                    <a:pt x="104" y="368"/>
                    <a:pt x="102" y="371"/>
                    <a:pt x="101" y="374"/>
                  </a:cubicBezTo>
                  <a:cubicBezTo>
                    <a:pt x="99" y="377"/>
                    <a:pt x="99" y="380"/>
                    <a:pt x="98" y="384"/>
                  </a:cubicBezTo>
                  <a:cubicBezTo>
                    <a:pt x="98" y="386"/>
                    <a:pt x="97" y="388"/>
                    <a:pt x="97" y="390"/>
                  </a:cubicBezTo>
                  <a:cubicBezTo>
                    <a:pt x="97" y="394"/>
                    <a:pt x="98" y="396"/>
                    <a:pt x="97" y="399"/>
                  </a:cubicBezTo>
                  <a:cubicBezTo>
                    <a:pt x="91" y="398"/>
                    <a:pt x="86" y="394"/>
                    <a:pt x="81" y="390"/>
                  </a:cubicBezTo>
                  <a:cubicBezTo>
                    <a:pt x="81" y="390"/>
                    <a:pt x="81" y="390"/>
                    <a:pt x="81" y="390"/>
                  </a:cubicBezTo>
                  <a:cubicBezTo>
                    <a:pt x="77" y="385"/>
                    <a:pt x="75" y="382"/>
                    <a:pt x="71" y="377"/>
                  </a:cubicBezTo>
                  <a:cubicBezTo>
                    <a:pt x="68" y="373"/>
                    <a:pt x="66" y="371"/>
                    <a:pt x="63" y="368"/>
                  </a:cubicBezTo>
                  <a:cubicBezTo>
                    <a:pt x="61" y="366"/>
                    <a:pt x="59" y="364"/>
                    <a:pt x="59" y="362"/>
                  </a:cubicBezTo>
                  <a:cubicBezTo>
                    <a:pt x="59" y="357"/>
                    <a:pt x="65" y="355"/>
                    <a:pt x="65" y="351"/>
                  </a:cubicBezTo>
                  <a:cubicBezTo>
                    <a:pt x="65" y="347"/>
                    <a:pt x="62" y="346"/>
                    <a:pt x="60" y="344"/>
                  </a:cubicBezTo>
                  <a:cubicBezTo>
                    <a:pt x="57" y="340"/>
                    <a:pt x="55" y="338"/>
                    <a:pt x="52" y="334"/>
                  </a:cubicBezTo>
                  <a:cubicBezTo>
                    <a:pt x="49" y="331"/>
                    <a:pt x="47" y="328"/>
                    <a:pt x="44" y="325"/>
                  </a:cubicBezTo>
                  <a:cubicBezTo>
                    <a:pt x="41" y="322"/>
                    <a:pt x="39" y="319"/>
                    <a:pt x="39" y="315"/>
                  </a:cubicBezTo>
                  <a:cubicBezTo>
                    <a:pt x="39" y="287"/>
                    <a:pt x="39" y="287"/>
                    <a:pt x="39" y="287"/>
                  </a:cubicBezTo>
                  <a:cubicBezTo>
                    <a:pt x="39" y="283"/>
                    <a:pt x="38" y="280"/>
                    <a:pt x="37" y="277"/>
                  </a:cubicBezTo>
                  <a:cubicBezTo>
                    <a:pt x="36" y="270"/>
                    <a:pt x="36" y="266"/>
                    <a:pt x="33" y="261"/>
                  </a:cubicBezTo>
                  <a:cubicBezTo>
                    <a:pt x="31" y="258"/>
                    <a:pt x="28" y="257"/>
                    <a:pt x="26" y="254"/>
                  </a:cubicBezTo>
                  <a:cubicBezTo>
                    <a:pt x="23" y="249"/>
                    <a:pt x="23" y="244"/>
                    <a:pt x="22" y="238"/>
                  </a:cubicBezTo>
                  <a:cubicBezTo>
                    <a:pt x="23" y="234"/>
                    <a:pt x="23" y="234"/>
                    <a:pt x="23" y="234"/>
                  </a:cubicBezTo>
                  <a:cubicBezTo>
                    <a:pt x="22" y="233"/>
                    <a:pt x="22" y="232"/>
                    <a:pt x="21" y="232"/>
                  </a:cubicBezTo>
                  <a:cubicBezTo>
                    <a:pt x="18" y="231"/>
                    <a:pt x="16" y="232"/>
                    <a:pt x="13" y="232"/>
                  </a:cubicBezTo>
                  <a:cubicBezTo>
                    <a:pt x="10" y="231"/>
                    <a:pt x="8" y="231"/>
                    <a:pt x="5" y="230"/>
                  </a:cubicBezTo>
                  <a:cubicBezTo>
                    <a:pt x="1" y="228"/>
                    <a:pt x="0" y="226"/>
                    <a:pt x="0" y="221"/>
                  </a:cubicBezTo>
                  <a:cubicBezTo>
                    <a:pt x="0" y="221"/>
                    <a:pt x="0" y="221"/>
                    <a:pt x="0" y="221"/>
                  </a:cubicBezTo>
                  <a:cubicBezTo>
                    <a:pt x="3" y="221"/>
                    <a:pt x="4" y="219"/>
                    <a:pt x="6" y="217"/>
                  </a:cubicBezTo>
                  <a:cubicBezTo>
                    <a:pt x="12" y="213"/>
                    <a:pt x="13" y="208"/>
                    <a:pt x="19" y="203"/>
                  </a:cubicBezTo>
                  <a:cubicBezTo>
                    <a:pt x="21" y="201"/>
                    <a:pt x="21" y="199"/>
                    <a:pt x="23" y="197"/>
                  </a:cubicBezTo>
                  <a:cubicBezTo>
                    <a:pt x="27" y="192"/>
                    <a:pt x="33" y="194"/>
                    <a:pt x="39" y="191"/>
                  </a:cubicBezTo>
                  <a:cubicBezTo>
                    <a:pt x="38" y="193"/>
                    <a:pt x="36" y="194"/>
                    <a:pt x="36" y="196"/>
                  </a:cubicBezTo>
                  <a:cubicBezTo>
                    <a:pt x="36" y="196"/>
                    <a:pt x="37" y="197"/>
                    <a:pt x="38" y="197"/>
                  </a:cubicBezTo>
                  <a:cubicBezTo>
                    <a:pt x="50" y="197"/>
                    <a:pt x="56" y="187"/>
                    <a:pt x="64" y="177"/>
                  </a:cubicBezTo>
                  <a:cubicBezTo>
                    <a:pt x="69" y="174"/>
                    <a:pt x="72" y="171"/>
                    <a:pt x="76" y="166"/>
                  </a:cubicBezTo>
                  <a:cubicBezTo>
                    <a:pt x="82" y="158"/>
                    <a:pt x="89" y="157"/>
                    <a:pt x="95" y="149"/>
                  </a:cubicBezTo>
                  <a:cubicBezTo>
                    <a:pt x="104" y="135"/>
                    <a:pt x="109" y="127"/>
                    <a:pt x="118" y="112"/>
                  </a:cubicBezTo>
                  <a:cubicBezTo>
                    <a:pt x="120" y="113"/>
                    <a:pt x="120" y="113"/>
                    <a:pt x="120" y="113"/>
                  </a:cubicBezTo>
                  <a:cubicBezTo>
                    <a:pt x="128" y="109"/>
                    <a:pt x="134" y="105"/>
                    <a:pt x="136" y="97"/>
                  </a:cubicBezTo>
                  <a:cubicBezTo>
                    <a:pt x="130" y="99"/>
                    <a:pt x="129" y="103"/>
                    <a:pt x="123" y="105"/>
                  </a:cubicBezTo>
                  <a:cubicBezTo>
                    <a:pt x="130" y="96"/>
                    <a:pt x="132" y="90"/>
                    <a:pt x="136" y="80"/>
                  </a:cubicBezTo>
                  <a:cubicBezTo>
                    <a:pt x="144" y="62"/>
                    <a:pt x="152" y="53"/>
                    <a:pt x="156" y="34"/>
                  </a:cubicBezTo>
                  <a:cubicBezTo>
                    <a:pt x="158" y="21"/>
                    <a:pt x="158" y="13"/>
                    <a:pt x="162" y="1"/>
                  </a:cubicBezTo>
                  <a:cubicBezTo>
                    <a:pt x="162" y="1"/>
                    <a:pt x="162" y="1"/>
                    <a:pt x="162" y="1"/>
                  </a:cubicBezTo>
                  <a:cubicBezTo>
                    <a:pt x="163" y="2"/>
                    <a:pt x="165" y="2"/>
                    <a:pt x="166" y="2"/>
                  </a:cubicBezTo>
                  <a:cubicBezTo>
                    <a:pt x="174" y="2"/>
                    <a:pt x="178" y="0"/>
                    <a:pt x="185" y="0"/>
                  </a:cubicBezTo>
                  <a:cubicBezTo>
                    <a:pt x="195" y="0"/>
                    <a:pt x="202" y="9"/>
                    <a:pt x="202" y="19"/>
                  </a:cubicBezTo>
                  <a:cubicBezTo>
                    <a:pt x="202" y="26"/>
                    <a:pt x="201" y="30"/>
                    <a:pt x="201" y="36"/>
                  </a:cubicBezTo>
                  <a:cubicBezTo>
                    <a:pt x="201" y="49"/>
                    <a:pt x="201" y="49"/>
                    <a:pt x="201" y="49"/>
                  </a:cubicBezTo>
                  <a:cubicBezTo>
                    <a:pt x="201" y="51"/>
                    <a:pt x="201" y="53"/>
                    <a:pt x="201" y="55"/>
                  </a:cubicBezTo>
                  <a:cubicBezTo>
                    <a:pt x="201" y="62"/>
                    <a:pt x="201" y="62"/>
                    <a:pt x="201" y="62"/>
                  </a:cubicBezTo>
                  <a:cubicBezTo>
                    <a:pt x="201" y="78"/>
                    <a:pt x="198" y="86"/>
                    <a:pt x="193" y="101"/>
                  </a:cubicBezTo>
                  <a:cubicBezTo>
                    <a:pt x="191" y="107"/>
                    <a:pt x="192" y="110"/>
                    <a:pt x="191" y="116"/>
                  </a:cubicBezTo>
                  <a:cubicBezTo>
                    <a:pt x="190" y="128"/>
                    <a:pt x="187" y="134"/>
                    <a:pt x="187" y="146"/>
                  </a:cubicBezTo>
                  <a:cubicBezTo>
                    <a:pt x="187" y="156"/>
                    <a:pt x="193" y="160"/>
                    <a:pt x="193" y="170"/>
                  </a:cubicBezTo>
                  <a:cubicBezTo>
                    <a:pt x="188" y="209"/>
                    <a:pt x="188" y="209"/>
                    <a:pt x="188" y="209"/>
                  </a:cubicBezTo>
                  <a:cubicBezTo>
                    <a:pt x="188" y="214"/>
                    <a:pt x="189" y="218"/>
                    <a:pt x="191" y="222"/>
                  </a:cubicBezTo>
                  <a:cubicBezTo>
                    <a:pt x="191" y="222"/>
                    <a:pt x="191" y="222"/>
                    <a:pt x="191" y="222"/>
                  </a:cubicBezTo>
                  <a:close/>
                  <a:moveTo>
                    <a:pt x="231" y="412"/>
                  </a:moveTo>
                  <a:cubicBezTo>
                    <a:pt x="230" y="412"/>
                    <a:pt x="229" y="412"/>
                    <a:pt x="228" y="412"/>
                  </a:cubicBezTo>
                  <a:cubicBezTo>
                    <a:pt x="224" y="412"/>
                    <a:pt x="222" y="409"/>
                    <a:pt x="219" y="406"/>
                  </a:cubicBezTo>
                  <a:cubicBezTo>
                    <a:pt x="213" y="400"/>
                    <a:pt x="209" y="394"/>
                    <a:pt x="200" y="394"/>
                  </a:cubicBezTo>
                  <a:cubicBezTo>
                    <a:pt x="198" y="394"/>
                    <a:pt x="197" y="396"/>
                    <a:pt x="194" y="397"/>
                  </a:cubicBezTo>
                  <a:cubicBezTo>
                    <a:pt x="192" y="398"/>
                    <a:pt x="191" y="398"/>
                    <a:pt x="188" y="399"/>
                  </a:cubicBezTo>
                  <a:cubicBezTo>
                    <a:pt x="188" y="399"/>
                    <a:pt x="187" y="399"/>
                    <a:pt x="186" y="399"/>
                  </a:cubicBezTo>
                  <a:cubicBezTo>
                    <a:pt x="183" y="402"/>
                    <a:pt x="183" y="406"/>
                    <a:pt x="183" y="411"/>
                  </a:cubicBezTo>
                  <a:cubicBezTo>
                    <a:pt x="183" y="415"/>
                    <a:pt x="183" y="415"/>
                    <a:pt x="183" y="415"/>
                  </a:cubicBezTo>
                  <a:cubicBezTo>
                    <a:pt x="189" y="416"/>
                    <a:pt x="192" y="415"/>
                    <a:pt x="197" y="417"/>
                  </a:cubicBezTo>
                  <a:cubicBezTo>
                    <a:pt x="201" y="418"/>
                    <a:pt x="204" y="421"/>
                    <a:pt x="204" y="425"/>
                  </a:cubicBezTo>
                  <a:cubicBezTo>
                    <a:pt x="204" y="428"/>
                    <a:pt x="201" y="430"/>
                    <a:pt x="198" y="430"/>
                  </a:cubicBezTo>
                  <a:cubicBezTo>
                    <a:pt x="193" y="432"/>
                    <a:pt x="190" y="431"/>
                    <a:pt x="186" y="433"/>
                  </a:cubicBezTo>
                  <a:cubicBezTo>
                    <a:pt x="185" y="434"/>
                    <a:pt x="183" y="435"/>
                    <a:pt x="183" y="436"/>
                  </a:cubicBezTo>
                  <a:cubicBezTo>
                    <a:pt x="183" y="438"/>
                    <a:pt x="184" y="438"/>
                    <a:pt x="184" y="439"/>
                  </a:cubicBezTo>
                  <a:cubicBezTo>
                    <a:pt x="184" y="442"/>
                    <a:pt x="184" y="443"/>
                    <a:pt x="184" y="445"/>
                  </a:cubicBezTo>
                  <a:cubicBezTo>
                    <a:pt x="184" y="448"/>
                    <a:pt x="184" y="450"/>
                    <a:pt x="184" y="453"/>
                  </a:cubicBezTo>
                  <a:cubicBezTo>
                    <a:pt x="184" y="455"/>
                    <a:pt x="184" y="457"/>
                    <a:pt x="182" y="458"/>
                  </a:cubicBezTo>
                  <a:cubicBezTo>
                    <a:pt x="182" y="459"/>
                    <a:pt x="181" y="459"/>
                    <a:pt x="180" y="459"/>
                  </a:cubicBezTo>
                  <a:cubicBezTo>
                    <a:pt x="180" y="459"/>
                    <a:pt x="180" y="460"/>
                    <a:pt x="179" y="461"/>
                  </a:cubicBezTo>
                  <a:cubicBezTo>
                    <a:pt x="177" y="464"/>
                    <a:pt x="175" y="465"/>
                    <a:pt x="172" y="466"/>
                  </a:cubicBezTo>
                  <a:cubicBezTo>
                    <a:pt x="170" y="464"/>
                    <a:pt x="170" y="463"/>
                    <a:pt x="169" y="460"/>
                  </a:cubicBezTo>
                  <a:cubicBezTo>
                    <a:pt x="167" y="458"/>
                    <a:pt x="165" y="456"/>
                    <a:pt x="162" y="456"/>
                  </a:cubicBezTo>
                  <a:cubicBezTo>
                    <a:pt x="158" y="456"/>
                    <a:pt x="157" y="459"/>
                    <a:pt x="154" y="460"/>
                  </a:cubicBezTo>
                  <a:cubicBezTo>
                    <a:pt x="152" y="461"/>
                    <a:pt x="151" y="461"/>
                    <a:pt x="150" y="461"/>
                  </a:cubicBezTo>
                  <a:cubicBezTo>
                    <a:pt x="144" y="463"/>
                    <a:pt x="141" y="466"/>
                    <a:pt x="136" y="466"/>
                  </a:cubicBezTo>
                  <a:cubicBezTo>
                    <a:pt x="132" y="466"/>
                    <a:pt x="130" y="466"/>
                    <a:pt x="128" y="464"/>
                  </a:cubicBezTo>
                  <a:cubicBezTo>
                    <a:pt x="126" y="463"/>
                    <a:pt x="126" y="462"/>
                    <a:pt x="125" y="461"/>
                  </a:cubicBezTo>
                  <a:cubicBezTo>
                    <a:pt x="122" y="458"/>
                    <a:pt x="120" y="457"/>
                    <a:pt x="117" y="457"/>
                  </a:cubicBezTo>
                  <a:cubicBezTo>
                    <a:pt x="117" y="457"/>
                    <a:pt x="117" y="457"/>
                    <a:pt x="117" y="457"/>
                  </a:cubicBezTo>
                  <a:cubicBezTo>
                    <a:pt x="112" y="462"/>
                    <a:pt x="109" y="465"/>
                    <a:pt x="105" y="471"/>
                  </a:cubicBezTo>
                  <a:cubicBezTo>
                    <a:pt x="104" y="474"/>
                    <a:pt x="103" y="475"/>
                    <a:pt x="102" y="477"/>
                  </a:cubicBezTo>
                  <a:cubicBezTo>
                    <a:pt x="100" y="479"/>
                    <a:pt x="98" y="481"/>
                    <a:pt x="98" y="483"/>
                  </a:cubicBezTo>
                  <a:cubicBezTo>
                    <a:pt x="98" y="485"/>
                    <a:pt x="101" y="486"/>
                    <a:pt x="102" y="487"/>
                  </a:cubicBezTo>
                  <a:cubicBezTo>
                    <a:pt x="104" y="490"/>
                    <a:pt x="105" y="492"/>
                    <a:pt x="107" y="495"/>
                  </a:cubicBezTo>
                  <a:cubicBezTo>
                    <a:pt x="108" y="498"/>
                    <a:pt x="110" y="501"/>
                    <a:pt x="110" y="504"/>
                  </a:cubicBezTo>
                  <a:cubicBezTo>
                    <a:pt x="110" y="508"/>
                    <a:pt x="108" y="510"/>
                    <a:pt x="106" y="513"/>
                  </a:cubicBezTo>
                  <a:cubicBezTo>
                    <a:pt x="104" y="517"/>
                    <a:pt x="104" y="520"/>
                    <a:pt x="102" y="523"/>
                  </a:cubicBezTo>
                  <a:cubicBezTo>
                    <a:pt x="99" y="529"/>
                    <a:pt x="97" y="533"/>
                    <a:pt x="97" y="540"/>
                  </a:cubicBezTo>
                  <a:cubicBezTo>
                    <a:pt x="111" y="600"/>
                    <a:pt x="111" y="600"/>
                    <a:pt x="111" y="600"/>
                  </a:cubicBezTo>
                  <a:cubicBezTo>
                    <a:pt x="111" y="600"/>
                    <a:pt x="111" y="600"/>
                    <a:pt x="111" y="600"/>
                  </a:cubicBezTo>
                  <a:cubicBezTo>
                    <a:pt x="119" y="601"/>
                    <a:pt x="126" y="603"/>
                    <a:pt x="130" y="610"/>
                  </a:cubicBezTo>
                  <a:cubicBezTo>
                    <a:pt x="140" y="628"/>
                    <a:pt x="127" y="648"/>
                    <a:pt x="143" y="661"/>
                  </a:cubicBezTo>
                  <a:cubicBezTo>
                    <a:pt x="143" y="661"/>
                    <a:pt x="143" y="661"/>
                    <a:pt x="143" y="661"/>
                  </a:cubicBezTo>
                  <a:cubicBezTo>
                    <a:pt x="145" y="663"/>
                    <a:pt x="147" y="663"/>
                    <a:pt x="149" y="664"/>
                  </a:cubicBezTo>
                  <a:cubicBezTo>
                    <a:pt x="153" y="666"/>
                    <a:pt x="155" y="668"/>
                    <a:pt x="159" y="671"/>
                  </a:cubicBezTo>
                  <a:cubicBezTo>
                    <a:pt x="164" y="675"/>
                    <a:pt x="167" y="681"/>
                    <a:pt x="173" y="684"/>
                  </a:cubicBezTo>
                  <a:cubicBezTo>
                    <a:pt x="173" y="684"/>
                    <a:pt x="173" y="684"/>
                    <a:pt x="173" y="684"/>
                  </a:cubicBezTo>
                  <a:cubicBezTo>
                    <a:pt x="177" y="684"/>
                    <a:pt x="179" y="683"/>
                    <a:pt x="183" y="683"/>
                  </a:cubicBezTo>
                  <a:cubicBezTo>
                    <a:pt x="191" y="683"/>
                    <a:pt x="196" y="683"/>
                    <a:pt x="204" y="683"/>
                  </a:cubicBezTo>
                  <a:cubicBezTo>
                    <a:pt x="205" y="683"/>
                    <a:pt x="206" y="684"/>
                    <a:pt x="206" y="685"/>
                  </a:cubicBezTo>
                  <a:cubicBezTo>
                    <a:pt x="209" y="686"/>
                    <a:pt x="210" y="687"/>
                    <a:pt x="212" y="688"/>
                  </a:cubicBezTo>
                  <a:cubicBezTo>
                    <a:pt x="212" y="688"/>
                    <a:pt x="212" y="688"/>
                    <a:pt x="212" y="688"/>
                  </a:cubicBezTo>
                  <a:cubicBezTo>
                    <a:pt x="214" y="687"/>
                    <a:pt x="217" y="686"/>
                    <a:pt x="220" y="685"/>
                  </a:cubicBezTo>
                  <a:cubicBezTo>
                    <a:pt x="234" y="681"/>
                    <a:pt x="244" y="681"/>
                    <a:pt x="253" y="671"/>
                  </a:cubicBezTo>
                  <a:cubicBezTo>
                    <a:pt x="257" y="666"/>
                    <a:pt x="257" y="661"/>
                    <a:pt x="261" y="656"/>
                  </a:cubicBezTo>
                  <a:cubicBezTo>
                    <a:pt x="261" y="656"/>
                    <a:pt x="261" y="656"/>
                    <a:pt x="261" y="656"/>
                  </a:cubicBezTo>
                  <a:cubicBezTo>
                    <a:pt x="255" y="653"/>
                    <a:pt x="252" y="648"/>
                    <a:pt x="245" y="645"/>
                  </a:cubicBezTo>
                  <a:cubicBezTo>
                    <a:pt x="245" y="645"/>
                    <a:pt x="245" y="645"/>
                    <a:pt x="245" y="645"/>
                  </a:cubicBezTo>
                  <a:cubicBezTo>
                    <a:pt x="236" y="642"/>
                    <a:pt x="230" y="642"/>
                    <a:pt x="222" y="639"/>
                  </a:cubicBezTo>
                  <a:cubicBezTo>
                    <a:pt x="221" y="639"/>
                    <a:pt x="221" y="638"/>
                    <a:pt x="220" y="638"/>
                  </a:cubicBezTo>
                  <a:cubicBezTo>
                    <a:pt x="215" y="636"/>
                    <a:pt x="212" y="637"/>
                    <a:pt x="208" y="635"/>
                  </a:cubicBezTo>
                  <a:cubicBezTo>
                    <a:pt x="206" y="633"/>
                    <a:pt x="204" y="632"/>
                    <a:pt x="203" y="630"/>
                  </a:cubicBezTo>
                  <a:cubicBezTo>
                    <a:pt x="202" y="629"/>
                    <a:pt x="201" y="628"/>
                    <a:pt x="201" y="627"/>
                  </a:cubicBezTo>
                  <a:cubicBezTo>
                    <a:pt x="201" y="624"/>
                    <a:pt x="203" y="622"/>
                    <a:pt x="204" y="620"/>
                  </a:cubicBezTo>
                  <a:cubicBezTo>
                    <a:pt x="206" y="618"/>
                    <a:pt x="207" y="616"/>
                    <a:pt x="208" y="614"/>
                  </a:cubicBezTo>
                  <a:cubicBezTo>
                    <a:pt x="209" y="612"/>
                    <a:pt x="210" y="610"/>
                    <a:pt x="210" y="607"/>
                  </a:cubicBezTo>
                  <a:cubicBezTo>
                    <a:pt x="210" y="599"/>
                    <a:pt x="209" y="594"/>
                    <a:pt x="206" y="586"/>
                  </a:cubicBezTo>
                  <a:cubicBezTo>
                    <a:pt x="204" y="580"/>
                    <a:pt x="201" y="576"/>
                    <a:pt x="197" y="570"/>
                  </a:cubicBezTo>
                  <a:cubicBezTo>
                    <a:pt x="196" y="568"/>
                    <a:pt x="195" y="567"/>
                    <a:pt x="194" y="564"/>
                  </a:cubicBezTo>
                  <a:cubicBezTo>
                    <a:pt x="194" y="563"/>
                    <a:pt x="192" y="563"/>
                    <a:pt x="192" y="561"/>
                  </a:cubicBezTo>
                  <a:cubicBezTo>
                    <a:pt x="192" y="558"/>
                    <a:pt x="197" y="558"/>
                    <a:pt x="199" y="555"/>
                  </a:cubicBezTo>
                  <a:cubicBezTo>
                    <a:pt x="199" y="555"/>
                    <a:pt x="199" y="555"/>
                    <a:pt x="199" y="555"/>
                  </a:cubicBezTo>
                  <a:cubicBezTo>
                    <a:pt x="197" y="550"/>
                    <a:pt x="194" y="547"/>
                    <a:pt x="194" y="541"/>
                  </a:cubicBezTo>
                  <a:cubicBezTo>
                    <a:pt x="194" y="540"/>
                    <a:pt x="195" y="539"/>
                    <a:pt x="195" y="538"/>
                  </a:cubicBezTo>
                  <a:cubicBezTo>
                    <a:pt x="195" y="532"/>
                    <a:pt x="195" y="529"/>
                    <a:pt x="195" y="524"/>
                  </a:cubicBezTo>
                  <a:cubicBezTo>
                    <a:pt x="196" y="520"/>
                    <a:pt x="197" y="518"/>
                    <a:pt x="197" y="514"/>
                  </a:cubicBezTo>
                  <a:cubicBezTo>
                    <a:pt x="198" y="507"/>
                    <a:pt x="198" y="503"/>
                    <a:pt x="199" y="496"/>
                  </a:cubicBezTo>
                  <a:cubicBezTo>
                    <a:pt x="199" y="491"/>
                    <a:pt x="200" y="487"/>
                    <a:pt x="200" y="482"/>
                  </a:cubicBezTo>
                  <a:cubicBezTo>
                    <a:pt x="201" y="478"/>
                    <a:pt x="201" y="476"/>
                    <a:pt x="201" y="472"/>
                  </a:cubicBezTo>
                  <a:cubicBezTo>
                    <a:pt x="201" y="470"/>
                    <a:pt x="201" y="469"/>
                    <a:pt x="201" y="468"/>
                  </a:cubicBezTo>
                  <a:cubicBezTo>
                    <a:pt x="203" y="466"/>
                    <a:pt x="205" y="466"/>
                    <a:pt x="207" y="465"/>
                  </a:cubicBezTo>
                  <a:cubicBezTo>
                    <a:pt x="211" y="464"/>
                    <a:pt x="214" y="462"/>
                    <a:pt x="217" y="460"/>
                  </a:cubicBezTo>
                  <a:cubicBezTo>
                    <a:pt x="221" y="458"/>
                    <a:pt x="222" y="455"/>
                    <a:pt x="225" y="452"/>
                  </a:cubicBezTo>
                  <a:cubicBezTo>
                    <a:pt x="229" y="449"/>
                    <a:pt x="231" y="447"/>
                    <a:pt x="233" y="443"/>
                  </a:cubicBezTo>
                  <a:cubicBezTo>
                    <a:pt x="236" y="439"/>
                    <a:pt x="236" y="437"/>
                    <a:pt x="239" y="433"/>
                  </a:cubicBezTo>
                  <a:cubicBezTo>
                    <a:pt x="239" y="433"/>
                    <a:pt x="239" y="433"/>
                    <a:pt x="239" y="433"/>
                  </a:cubicBezTo>
                  <a:cubicBezTo>
                    <a:pt x="239" y="433"/>
                    <a:pt x="238" y="433"/>
                    <a:pt x="238" y="432"/>
                  </a:cubicBezTo>
                  <a:cubicBezTo>
                    <a:pt x="232" y="429"/>
                    <a:pt x="228" y="425"/>
                    <a:pt x="228" y="418"/>
                  </a:cubicBezTo>
                  <a:cubicBezTo>
                    <a:pt x="228" y="416"/>
                    <a:pt x="229" y="414"/>
                    <a:pt x="231" y="4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1"/>
            <p:cNvSpPr>
              <a:spLocks noEditPoints="1"/>
            </p:cNvSpPr>
            <p:nvPr/>
          </p:nvSpPr>
          <p:spPr bwMode="auto">
            <a:xfrm>
              <a:off x="3279775" y="1812925"/>
              <a:ext cx="4371975" cy="2786063"/>
            </a:xfrm>
            <a:custGeom>
              <a:avLst/>
              <a:gdLst/>
              <a:ahLst/>
              <a:cxnLst>
                <a:cxn ang="0">
                  <a:pos x="92" y="351"/>
                </a:cxn>
                <a:cxn ang="0">
                  <a:pos x="96" y="413"/>
                </a:cxn>
                <a:cxn ang="0">
                  <a:pos x="229" y="547"/>
                </a:cxn>
                <a:cxn ang="0">
                  <a:pos x="230" y="588"/>
                </a:cxn>
                <a:cxn ang="0">
                  <a:pos x="389" y="391"/>
                </a:cxn>
                <a:cxn ang="0">
                  <a:pos x="506" y="506"/>
                </a:cxn>
                <a:cxn ang="0">
                  <a:pos x="762" y="504"/>
                </a:cxn>
                <a:cxn ang="0">
                  <a:pos x="821" y="520"/>
                </a:cxn>
                <a:cxn ang="0">
                  <a:pos x="832" y="517"/>
                </a:cxn>
                <a:cxn ang="0">
                  <a:pos x="879" y="533"/>
                </a:cxn>
                <a:cxn ang="0">
                  <a:pos x="847" y="611"/>
                </a:cxn>
                <a:cxn ang="0">
                  <a:pos x="910" y="561"/>
                </a:cxn>
                <a:cxn ang="0">
                  <a:pos x="504" y="242"/>
                </a:cxn>
                <a:cxn ang="0">
                  <a:pos x="746" y="196"/>
                </a:cxn>
                <a:cxn ang="0">
                  <a:pos x="659" y="51"/>
                </a:cxn>
                <a:cxn ang="0">
                  <a:pos x="1108" y="514"/>
                </a:cxn>
                <a:cxn ang="0">
                  <a:pos x="1083" y="553"/>
                </a:cxn>
                <a:cxn ang="0">
                  <a:pos x="1106" y="608"/>
                </a:cxn>
                <a:cxn ang="0">
                  <a:pos x="1185" y="567"/>
                </a:cxn>
                <a:cxn ang="0">
                  <a:pos x="1223" y="577"/>
                </a:cxn>
                <a:cxn ang="0">
                  <a:pos x="1254" y="579"/>
                </a:cxn>
                <a:cxn ang="0">
                  <a:pos x="1247" y="557"/>
                </a:cxn>
                <a:cxn ang="0">
                  <a:pos x="1307" y="471"/>
                </a:cxn>
                <a:cxn ang="0">
                  <a:pos x="1367" y="475"/>
                </a:cxn>
                <a:cxn ang="0">
                  <a:pos x="1319" y="487"/>
                </a:cxn>
                <a:cxn ang="0">
                  <a:pos x="1295" y="505"/>
                </a:cxn>
                <a:cxn ang="0">
                  <a:pos x="1418" y="453"/>
                </a:cxn>
                <a:cxn ang="0">
                  <a:pos x="1445" y="364"/>
                </a:cxn>
                <a:cxn ang="0">
                  <a:pos x="1490" y="373"/>
                </a:cxn>
                <a:cxn ang="0">
                  <a:pos x="1479" y="428"/>
                </a:cxn>
                <a:cxn ang="0">
                  <a:pos x="1454" y="391"/>
                </a:cxn>
                <a:cxn ang="0">
                  <a:pos x="1329" y="8"/>
                </a:cxn>
                <a:cxn ang="0">
                  <a:pos x="1872" y="344"/>
                </a:cxn>
                <a:cxn ang="0">
                  <a:pos x="1990" y="312"/>
                </a:cxn>
                <a:cxn ang="0">
                  <a:pos x="2115" y="297"/>
                </a:cxn>
                <a:cxn ang="0">
                  <a:pos x="2127" y="478"/>
                </a:cxn>
                <a:cxn ang="0">
                  <a:pos x="2167" y="652"/>
                </a:cxn>
                <a:cxn ang="0">
                  <a:pos x="1990" y="762"/>
                </a:cxn>
                <a:cxn ang="0">
                  <a:pos x="1828" y="1179"/>
                </a:cxn>
                <a:cxn ang="0">
                  <a:pos x="19" y="614"/>
                </a:cxn>
                <a:cxn ang="0">
                  <a:pos x="42" y="491"/>
                </a:cxn>
                <a:cxn ang="0">
                  <a:pos x="68" y="533"/>
                </a:cxn>
                <a:cxn ang="0">
                  <a:pos x="111" y="529"/>
                </a:cxn>
                <a:cxn ang="0">
                  <a:pos x="123" y="637"/>
                </a:cxn>
                <a:cxn ang="0">
                  <a:pos x="188" y="704"/>
                </a:cxn>
                <a:cxn ang="0">
                  <a:pos x="269" y="706"/>
                </a:cxn>
                <a:cxn ang="0">
                  <a:pos x="459" y="631"/>
                </a:cxn>
                <a:cxn ang="0">
                  <a:pos x="538" y="584"/>
                </a:cxn>
                <a:cxn ang="0">
                  <a:pos x="658" y="612"/>
                </a:cxn>
                <a:cxn ang="0">
                  <a:pos x="755" y="611"/>
                </a:cxn>
                <a:cxn ang="0">
                  <a:pos x="876" y="616"/>
                </a:cxn>
                <a:cxn ang="0">
                  <a:pos x="949" y="621"/>
                </a:cxn>
                <a:cxn ang="0">
                  <a:pos x="1152" y="644"/>
                </a:cxn>
                <a:cxn ang="0">
                  <a:pos x="1304" y="562"/>
                </a:cxn>
                <a:cxn ang="0">
                  <a:pos x="1327" y="559"/>
                </a:cxn>
                <a:cxn ang="0">
                  <a:pos x="1408" y="535"/>
                </a:cxn>
                <a:cxn ang="0">
                  <a:pos x="1458" y="448"/>
                </a:cxn>
                <a:cxn ang="0">
                  <a:pos x="1503" y="403"/>
                </a:cxn>
                <a:cxn ang="0">
                  <a:pos x="1540" y="333"/>
                </a:cxn>
                <a:cxn ang="0">
                  <a:pos x="1543" y="298"/>
                </a:cxn>
                <a:cxn ang="0">
                  <a:pos x="1580" y="255"/>
                </a:cxn>
                <a:cxn ang="0">
                  <a:pos x="1594" y="230"/>
                </a:cxn>
                <a:cxn ang="0">
                  <a:pos x="1705" y="153"/>
                </a:cxn>
              </a:cxnLst>
              <a:rect l="0" t="0" r="r" b="b"/>
              <a:pathLst>
                <a:path w="2215" h="1411">
                  <a:moveTo>
                    <a:pt x="7" y="452"/>
                  </a:moveTo>
                  <a:cubicBezTo>
                    <a:pt x="6" y="452"/>
                    <a:pt x="6" y="451"/>
                    <a:pt x="6" y="451"/>
                  </a:cubicBezTo>
                  <a:cubicBezTo>
                    <a:pt x="2" y="451"/>
                    <a:pt x="2" y="456"/>
                    <a:pt x="0" y="459"/>
                  </a:cubicBezTo>
                  <a:cubicBezTo>
                    <a:pt x="2" y="458"/>
                    <a:pt x="3" y="457"/>
                    <a:pt x="6" y="457"/>
                  </a:cubicBezTo>
                  <a:cubicBezTo>
                    <a:pt x="9" y="457"/>
                    <a:pt x="11" y="465"/>
                    <a:pt x="9" y="457"/>
                  </a:cubicBezTo>
                  <a:cubicBezTo>
                    <a:pt x="10" y="456"/>
                    <a:pt x="10" y="455"/>
                    <a:pt x="10" y="454"/>
                  </a:cubicBezTo>
                  <a:cubicBezTo>
                    <a:pt x="9" y="454"/>
                    <a:pt x="8" y="453"/>
                    <a:pt x="7" y="452"/>
                  </a:cubicBezTo>
                  <a:close/>
                  <a:moveTo>
                    <a:pt x="94" y="353"/>
                  </a:moveTo>
                  <a:cubicBezTo>
                    <a:pt x="94" y="352"/>
                    <a:pt x="93" y="352"/>
                    <a:pt x="92" y="351"/>
                  </a:cubicBezTo>
                  <a:cubicBezTo>
                    <a:pt x="90" y="351"/>
                    <a:pt x="90" y="351"/>
                    <a:pt x="90" y="351"/>
                  </a:cubicBezTo>
                  <a:cubicBezTo>
                    <a:pt x="90" y="353"/>
                    <a:pt x="90" y="353"/>
                    <a:pt x="90" y="355"/>
                  </a:cubicBezTo>
                  <a:cubicBezTo>
                    <a:pt x="90" y="357"/>
                    <a:pt x="92" y="356"/>
                    <a:pt x="93" y="357"/>
                  </a:cubicBezTo>
                  <a:cubicBezTo>
                    <a:pt x="94" y="361"/>
                    <a:pt x="94" y="363"/>
                    <a:pt x="94" y="367"/>
                  </a:cubicBezTo>
                  <a:cubicBezTo>
                    <a:pt x="94" y="368"/>
                    <a:pt x="94" y="369"/>
                    <a:pt x="94" y="371"/>
                  </a:cubicBezTo>
                  <a:cubicBezTo>
                    <a:pt x="95" y="371"/>
                    <a:pt x="95" y="372"/>
                    <a:pt x="95" y="372"/>
                  </a:cubicBezTo>
                  <a:cubicBezTo>
                    <a:pt x="96" y="368"/>
                    <a:pt x="100" y="366"/>
                    <a:pt x="100" y="361"/>
                  </a:cubicBezTo>
                  <a:cubicBezTo>
                    <a:pt x="100" y="357"/>
                    <a:pt x="96" y="356"/>
                    <a:pt x="94" y="353"/>
                  </a:cubicBezTo>
                  <a:close/>
                  <a:moveTo>
                    <a:pt x="96" y="413"/>
                  </a:moveTo>
                  <a:cubicBezTo>
                    <a:pt x="96" y="413"/>
                    <a:pt x="95" y="414"/>
                    <a:pt x="95" y="415"/>
                  </a:cubicBezTo>
                  <a:cubicBezTo>
                    <a:pt x="95" y="417"/>
                    <a:pt x="96" y="418"/>
                    <a:pt x="96" y="420"/>
                  </a:cubicBezTo>
                  <a:cubicBezTo>
                    <a:pt x="96" y="420"/>
                    <a:pt x="97" y="420"/>
                    <a:pt x="97" y="420"/>
                  </a:cubicBezTo>
                  <a:cubicBezTo>
                    <a:pt x="98" y="420"/>
                    <a:pt x="99" y="420"/>
                    <a:pt x="100" y="420"/>
                  </a:cubicBezTo>
                  <a:cubicBezTo>
                    <a:pt x="100" y="419"/>
                    <a:pt x="101" y="418"/>
                    <a:pt x="101" y="417"/>
                  </a:cubicBezTo>
                  <a:cubicBezTo>
                    <a:pt x="101" y="415"/>
                    <a:pt x="98" y="415"/>
                    <a:pt x="96" y="413"/>
                  </a:cubicBezTo>
                  <a:close/>
                  <a:moveTo>
                    <a:pt x="240" y="542"/>
                  </a:moveTo>
                  <a:cubicBezTo>
                    <a:pt x="239" y="542"/>
                    <a:pt x="239" y="542"/>
                    <a:pt x="238" y="542"/>
                  </a:cubicBezTo>
                  <a:cubicBezTo>
                    <a:pt x="234" y="542"/>
                    <a:pt x="229" y="543"/>
                    <a:pt x="229" y="547"/>
                  </a:cubicBezTo>
                  <a:cubicBezTo>
                    <a:pt x="229" y="548"/>
                    <a:pt x="229" y="548"/>
                    <a:pt x="229" y="549"/>
                  </a:cubicBezTo>
                  <a:cubicBezTo>
                    <a:pt x="229" y="554"/>
                    <a:pt x="226" y="555"/>
                    <a:pt x="226" y="560"/>
                  </a:cubicBezTo>
                  <a:cubicBezTo>
                    <a:pt x="226" y="564"/>
                    <a:pt x="231" y="564"/>
                    <a:pt x="235" y="567"/>
                  </a:cubicBezTo>
                  <a:cubicBezTo>
                    <a:pt x="237" y="561"/>
                    <a:pt x="241" y="559"/>
                    <a:pt x="241" y="553"/>
                  </a:cubicBezTo>
                  <a:cubicBezTo>
                    <a:pt x="241" y="550"/>
                    <a:pt x="240" y="548"/>
                    <a:pt x="240" y="545"/>
                  </a:cubicBezTo>
                  <a:cubicBezTo>
                    <a:pt x="240" y="542"/>
                    <a:pt x="240" y="542"/>
                    <a:pt x="240" y="542"/>
                  </a:cubicBezTo>
                  <a:close/>
                  <a:moveTo>
                    <a:pt x="224" y="584"/>
                  </a:moveTo>
                  <a:cubicBezTo>
                    <a:pt x="224" y="587"/>
                    <a:pt x="224" y="587"/>
                    <a:pt x="224" y="587"/>
                  </a:cubicBezTo>
                  <a:cubicBezTo>
                    <a:pt x="226" y="587"/>
                    <a:pt x="228" y="588"/>
                    <a:pt x="230" y="588"/>
                  </a:cubicBezTo>
                  <a:cubicBezTo>
                    <a:pt x="230" y="575"/>
                    <a:pt x="230" y="575"/>
                    <a:pt x="230" y="575"/>
                  </a:cubicBezTo>
                  <a:cubicBezTo>
                    <a:pt x="230" y="573"/>
                    <a:pt x="229" y="570"/>
                    <a:pt x="227" y="570"/>
                  </a:cubicBezTo>
                  <a:cubicBezTo>
                    <a:pt x="225" y="572"/>
                    <a:pt x="226" y="576"/>
                    <a:pt x="226" y="579"/>
                  </a:cubicBezTo>
                  <a:cubicBezTo>
                    <a:pt x="225" y="581"/>
                    <a:pt x="224" y="582"/>
                    <a:pt x="224" y="584"/>
                  </a:cubicBezTo>
                  <a:close/>
                  <a:moveTo>
                    <a:pt x="366" y="401"/>
                  </a:moveTo>
                  <a:cubicBezTo>
                    <a:pt x="366" y="405"/>
                    <a:pt x="369" y="407"/>
                    <a:pt x="369" y="411"/>
                  </a:cubicBezTo>
                  <a:cubicBezTo>
                    <a:pt x="376" y="411"/>
                    <a:pt x="380" y="416"/>
                    <a:pt x="384" y="422"/>
                  </a:cubicBezTo>
                  <a:cubicBezTo>
                    <a:pt x="388" y="412"/>
                    <a:pt x="394" y="407"/>
                    <a:pt x="394" y="396"/>
                  </a:cubicBezTo>
                  <a:cubicBezTo>
                    <a:pt x="394" y="393"/>
                    <a:pt x="390" y="394"/>
                    <a:pt x="389" y="391"/>
                  </a:cubicBezTo>
                  <a:cubicBezTo>
                    <a:pt x="388" y="389"/>
                    <a:pt x="386" y="388"/>
                    <a:pt x="385" y="386"/>
                  </a:cubicBezTo>
                  <a:cubicBezTo>
                    <a:pt x="383" y="384"/>
                    <a:pt x="382" y="382"/>
                    <a:pt x="380" y="383"/>
                  </a:cubicBezTo>
                  <a:cubicBezTo>
                    <a:pt x="378" y="384"/>
                    <a:pt x="377" y="386"/>
                    <a:pt x="376" y="387"/>
                  </a:cubicBezTo>
                  <a:cubicBezTo>
                    <a:pt x="371" y="392"/>
                    <a:pt x="366" y="394"/>
                    <a:pt x="366" y="401"/>
                  </a:cubicBezTo>
                  <a:close/>
                  <a:moveTo>
                    <a:pt x="538" y="486"/>
                  </a:moveTo>
                  <a:cubicBezTo>
                    <a:pt x="536" y="485"/>
                    <a:pt x="534" y="483"/>
                    <a:pt x="532" y="483"/>
                  </a:cubicBezTo>
                  <a:cubicBezTo>
                    <a:pt x="529" y="483"/>
                    <a:pt x="528" y="485"/>
                    <a:pt x="526" y="485"/>
                  </a:cubicBezTo>
                  <a:cubicBezTo>
                    <a:pt x="521" y="486"/>
                    <a:pt x="517" y="483"/>
                    <a:pt x="515" y="487"/>
                  </a:cubicBezTo>
                  <a:cubicBezTo>
                    <a:pt x="510" y="493"/>
                    <a:pt x="506" y="498"/>
                    <a:pt x="506" y="506"/>
                  </a:cubicBezTo>
                  <a:cubicBezTo>
                    <a:pt x="506" y="514"/>
                    <a:pt x="511" y="518"/>
                    <a:pt x="514" y="525"/>
                  </a:cubicBezTo>
                  <a:cubicBezTo>
                    <a:pt x="517" y="530"/>
                    <a:pt x="518" y="534"/>
                    <a:pt x="522" y="538"/>
                  </a:cubicBezTo>
                  <a:cubicBezTo>
                    <a:pt x="526" y="532"/>
                    <a:pt x="529" y="526"/>
                    <a:pt x="536" y="526"/>
                  </a:cubicBezTo>
                  <a:cubicBezTo>
                    <a:pt x="537" y="526"/>
                    <a:pt x="537" y="527"/>
                    <a:pt x="538" y="528"/>
                  </a:cubicBezTo>
                  <a:cubicBezTo>
                    <a:pt x="541" y="520"/>
                    <a:pt x="547" y="516"/>
                    <a:pt x="547" y="507"/>
                  </a:cubicBezTo>
                  <a:cubicBezTo>
                    <a:pt x="547" y="499"/>
                    <a:pt x="547" y="499"/>
                    <a:pt x="547" y="499"/>
                  </a:cubicBezTo>
                  <a:cubicBezTo>
                    <a:pt x="547" y="493"/>
                    <a:pt x="543" y="489"/>
                    <a:pt x="538" y="486"/>
                  </a:cubicBezTo>
                  <a:close/>
                  <a:moveTo>
                    <a:pt x="753" y="497"/>
                  </a:moveTo>
                  <a:cubicBezTo>
                    <a:pt x="757" y="499"/>
                    <a:pt x="759" y="500"/>
                    <a:pt x="762" y="504"/>
                  </a:cubicBezTo>
                  <a:cubicBezTo>
                    <a:pt x="764" y="504"/>
                    <a:pt x="764" y="504"/>
                    <a:pt x="764" y="504"/>
                  </a:cubicBezTo>
                  <a:cubicBezTo>
                    <a:pt x="762" y="502"/>
                    <a:pt x="762" y="500"/>
                    <a:pt x="761" y="497"/>
                  </a:cubicBezTo>
                  <a:cubicBezTo>
                    <a:pt x="761" y="495"/>
                    <a:pt x="762" y="493"/>
                    <a:pt x="760" y="492"/>
                  </a:cubicBezTo>
                  <a:cubicBezTo>
                    <a:pt x="757" y="492"/>
                    <a:pt x="755" y="494"/>
                    <a:pt x="753" y="497"/>
                  </a:cubicBezTo>
                  <a:close/>
                  <a:moveTo>
                    <a:pt x="817" y="514"/>
                  </a:moveTo>
                  <a:cubicBezTo>
                    <a:pt x="816" y="513"/>
                    <a:pt x="815" y="512"/>
                    <a:pt x="813" y="510"/>
                  </a:cubicBezTo>
                  <a:cubicBezTo>
                    <a:pt x="811" y="510"/>
                    <a:pt x="811" y="510"/>
                    <a:pt x="811" y="510"/>
                  </a:cubicBezTo>
                  <a:cubicBezTo>
                    <a:pt x="810" y="514"/>
                    <a:pt x="811" y="516"/>
                    <a:pt x="811" y="520"/>
                  </a:cubicBezTo>
                  <a:cubicBezTo>
                    <a:pt x="815" y="520"/>
                    <a:pt x="817" y="521"/>
                    <a:pt x="821" y="520"/>
                  </a:cubicBezTo>
                  <a:cubicBezTo>
                    <a:pt x="820" y="518"/>
                    <a:pt x="818" y="516"/>
                    <a:pt x="817" y="514"/>
                  </a:cubicBezTo>
                  <a:close/>
                  <a:moveTo>
                    <a:pt x="936" y="459"/>
                  </a:moveTo>
                  <a:cubicBezTo>
                    <a:pt x="936" y="457"/>
                    <a:pt x="936" y="456"/>
                    <a:pt x="936" y="455"/>
                  </a:cubicBezTo>
                  <a:cubicBezTo>
                    <a:pt x="936" y="451"/>
                    <a:pt x="932" y="451"/>
                    <a:pt x="929" y="450"/>
                  </a:cubicBezTo>
                  <a:cubicBezTo>
                    <a:pt x="929" y="451"/>
                    <a:pt x="928" y="451"/>
                    <a:pt x="928" y="451"/>
                  </a:cubicBezTo>
                  <a:cubicBezTo>
                    <a:pt x="928" y="456"/>
                    <a:pt x="929" y="458"/>
                    <a:pt x="929" y="462"/>
                  </a:cubicBezTo>
                  <a:cubicBezTo>
                    <a:pt x="931" y="462"/>
                    <a:pt x="931" y="462"/>
                    <a:pt x="931" y="462"/>
                  </a:cubicBezTo>
                  <a:cubicBezTo>
                    <a:pt x="934" y="462"/>
                    <a:pt x="935" y="460"/>
                    <a:pt x="936" y="459"/>
                  </a:cubicBezTo>
                  <a:close/>
                  <a:moveTo>
                    <a:pt x="832" y="517"/>
                  </a:moveTo>
                  <a:cubicBezTo>
                    <a:pt x="831" y="518"/>
                    <a:pt x="831" y="518"/>
                    <a:pt x="831" y="519"/>
                  </a:cubicBezTo>
                  <a:cubicBezTo>
                    <a:pt x="831" y="519"/>
                    <a:pt x="832" y="520"/>
                    <a:pt x="832" y="521"/>
                  </a:cubicBezTo>
                  <a:cubicBezTo>
                    <a:pt x="832" y="521"/>
                    <a:pt x="831" y="522"/>
                    <a:pt x="831" y="523"/>
                  </a:cubicBezTo>
                  <a:cubicBezTo>
                    <a:pt x="831" y="525"/>
                    <a:pt x="835" y="525"/>
                    <a:pt x="837" y="526"/>
                  </a:cubicBezTo>
                  <a:cubicBezTo>
                    <a:pt x="839" y="528"/>
                    <a:pt x="840" y="530"/>
                    <a:pt x="843" y="530"/>
                  </a:cubicBezTo>
                  <a:cubicBezTo>
                    <a:pt x="847" y="530"/>
                    <a:pt x="846" y="523"/>
                    <a:pt x="850" y="523"/>
                  </a:cubicBezTo>
                  <a:cubicBezTo>
                    <a:pt x="859" y="523"/>
                    <a:pt x="859" y="523"/>
                    <a:pt x="859" y="523"/>
                  </a:cubicBezTo>
                  <a:cubicBezTo>
                    <a:pt x="862" y="523"/>
                    <a:pt x="862" y="518"/>
                    <a:pt x="865" y="518"/>
                  </a:cubicBezTo>
                  <a:cubicBezTo>
                    <a:pt x="873" y="518"/>
                    <a:pt x="872" y="528"/>
                    <a:pt x="879" y="533"/>
                  </a:cubicBezTo>
                  <a:cubicBezTo>
                    <a:pt x="879" y="531"/>
                    <a:pt x="878" y="530"/>
                    <a:pt x="878" y="527"/>
                  </a:cubicBezTo>
                  <a:cubicBezTo>
                    <a:pt x="878" y="521"/>
                    <a:pt x="878" y="521"/>
                    <a:pt x="878" y="521"/>
                  </a:cubicBezTo>
                  <a:cubicBezTo>
                    <a:pt x="878" y="515"/>
                    <a:pt x="884" y="513"/>
                    <a:pt x="884" y="507"/>
                  </a:cubicBezTo>
                  <a:cubicBezTo>
                    <a:pt x="884" y="507"/>
                    <a:pt x="884" y="506"/>
                    <a:pt x="883" y="506"/>
                  </a:cubicBezTo>
                  <a:cubicBezTo>
                    <a:pt x="879" y="506"/>
                    <a:pt x="878" y="511"/>
                    <a:pt x="875" y="512"/>
                  </a:cubicBezTo>
                  <a:cubicBezTo>
                    <a:pt x="868" y="513"/>
                    <a:pt x="863" y="511"/>
                    <a:pt x="856" y="511"/>
                  </a:cubicBezTo>
                  <a:cubicBezTo>
                    <a:pt x="846" y="512"/>
                    <a:pt x="842" y="517"/>
                    <a:pt x="832" y="517"/>
                  </a:cubicBezTo>
                  <a:close/>
                  <a:moveTo>
                    <a:pt x="845" y="607"/>
                  </a:moveTo>
                  <a:cubicBezTo>
                    <a:pt x="845" y="608"/>
                    <a:pt x="846" y="609"/>
                    <a:pt x="847" y="611"/>
                  </a:cubicBezTo>
                  <a:cubicBezTo>
                    <a:pt x="852" y="611"/>
                    <a:pt x="855" y="612"/>
                    <a:pt x="860" y="614"/>
                  </a:cubicBezTo>
                  <a:cubicBezTo>
                    <a:pt x="859" y="610"/>
                    <a:pt x="858" y="604"/>
                    <a:pt x="853" y="603"/>
                  </a:cubicBezTo>
                  <a:cubicBezTo>
                    <a:pt x="850" y="603"/>
                    <a:pt x="845" y="603"/>
                    <a:pt x="845" y="607"/>
                  </a:cubicBezTo>
                  <a:close/>
                  <a:moveTo>
                    <a:pt x="910" y="561"/>
                  </a:moveTo>
                  <a:cubicBezTo>
                    <a:pt x="910" y="564"/>
                    <a:pt x="910" y="565"/>
                    <a:pt x="910" y="568"/>
                  </a:cubicBezTo>
                  <a:cubicBezTo>
                    <a:pt x="919" y="568"/>
                    <a:pt x="919" y="568"/>
                    <a:pt x="919" y="568"/>
                  </a:cubicBezTo>
                  <a:cubicBezTo>
                    <a:pt x="922" y="568"/>
                    <a:pt x="924" y="570"/>
                    <a:pt x="927" y="571"/>
                  </a:cubicBezTo>
                  <a:cubicBezTo>
                    <a:pt x="926" y="567"/>
                    <a:pt x="925" y="565"/>
                    <a:pt x="924" y="561"/>
                  </a:cubicBezTo>
                  <a:cubicBezTo>
                    <a:pt x="919" y="561"/>
                    <a:pt x="915" y="561"/>
                    <a:pt x="910" y="561"/>
                  </a:cubicBezTo>
                  <a:close/>
                  <a:moveTo>
                    <a:pt x="1026" y="509"/>
                  </a:moveTo>
                  <a:cubicBezTo>
                    <a:pt x="1025" y="507"/>
                    <a:pt x="1024" y="505"/>
                    <a:pt x="1022" y="505"/>
                  </a:cubicBezTo>
                  <a:cubicBezTo>
                    <a:pt x="1020" y="505"/>
                    <a:pt x="1020" y="507"/>
                    <a:pt x="1018" y="508"/>
                  </a:cubicBezTo>
                  <a:cubicBezTo>
                    <a:pt x="1017" y="509"/>
                    <a:pt x="1015" y="509"/>
                    <a:pt x="1015" y="510"/>
                  </a:cubicBezTo>
                  <a:cubicBezTo>
                    <a:pt x="1015" y="513"/>
                    <a:pt x="1015" y="514"/>
                    <a:pt x="1015" y="517"/>
                  </a:cubicBezTo>
                  <a:cubicBezTo>
                    <a:pt x="1018" y="517"/>
                    <a:pt x="1018" y="517"/>
                    <a:pt x="1018" y="517"/>
                  </a:cubicBezTo>
                  <a:cubicBezTo>
                    <a:pt x="1022" y="517"/>
                    <a:pt x="1025" y="516"/>
                    <a:pt x="1029" y="513"/>
                  </a:cubicBezTo>
                  <a:cubicBezTo>
                    <a:pt x="1028" y="512"/>
                    <a:pt x="1027" y="510"/>
                    <a:pt x="1026" y="509"/>
                  </a:cubicBezTo>
                  <a:close/>
                  <a:moveTo>
                    <a:pt x="504" y="242"/>
                  </a:moveTo>
                  <a:cubicBezTo>
                    <a:pt x="503" y="242"/>
                    <a:pt x="503" y="242"/>
                    <a:pt x="502" y="242"/>
                  </a:cubicBezTo>
                  <a:cubicBezTo>
                    <a:pt x="502" y="243"/>
                    <a:pt x="502" y="243"/>
                    <a:pt x="502" y="244"/>
                  </a:cubicBezTo>
                  <a:cubicBezTo>
                    <a:pt x="502" y="249"/>
                    <a:pt x="504" y="252"/>
                    <a:pt x="508" y="256"/>
                  </a:cubicBezTo>
                  <a:cubicBezTo>
                    <a:pt x="509" y="252"/>
                    <a:pt x="513" y="251"/>
                    <a:pt x="513" y="248"/>
                  </a:cubicBezTo>
                  <a:cubicBezTo>
                    <a:pt x="513" y="244"/>
                    <a:pt x="508" y="242"/>
                    <a:pt x="504" y="242"/>
                  </a:cubicBezTo>
                  <a:close/>
                  <a:moveTo>
                    <a:pt x="747" y="188"/>
                  </a:moveTo>
                  <a:cubicBezTo>
                    <a:pt x="747" y="188"/>
                    <a:pt x="747" y="189"/>
                    <a:pt x="747" y="190"/>
                  </a:cubicBezTo>
                  <a:cubicBezTo>
                    <a:pt x="747" y="191"/>
                    <a:pt x="748" y="191"/>
                    <a:pt x="748" y="192"/>
                  </a:cubicBezTo>
                  <a:cubicBezTo>
                    <a:pt x="748" y="194"/>
                    <a:pt x="746" y="194"/>
                    <a:pt x="746" y="196"/>
                  </a:cubicBezTo>
                  <a:cubicBezTo>
                    <a:pt x="746" y="199"/>
                    <a:pt x="749" y="199"/>
                    <a:pt x="750" y="201"/>
                  </a:cubicBezTo>
                  <a:cubicBezTo>
                    <a:pt x="751" y="205"/>
                    <a:pt x="751" y="208"/>
                    <a:pt x="754" y="210"/>
                  </a:cubicBezTo>
                  <a:cubicBezTo>
                    <a:pt x="755" y="208"/>
                    <a:pt x="756" y="207"/>
                    <a:pt x="756" y="204"/>
                  </a:cubicBezTo>
                  <a:cubicBezTo>
                    <a:pt x="756" y="196"/>
                    <a:pt x="756" y="196"/>
                    <a:pt x="756" y="196"/>
                  </a:cubicBezTo>
                  <a:cubicBezTo>
                    <a:pt x="756" y="194"/>
                    <a:pt x="755" y="193"/>
                    <a:pt x="754" y="192"/>
                  </a:cubicBezTo>
                  <a:cubicBezTo>
                    <a:pt x="753" y="190"/>
                    <a:pt x="755" y="189"/>
                    <a:pt x="754" y="188"/>
                  </a:cubicBezTo>
                  <a:cubicBezTo>
                    <a:pt x="752" y="186"/>
                    <a:pt x="750" y="188"/>
                    <a:pt x="747" y="188"/>
                  </a:cubicBezTo>
                  <a:close/>
                  <a:moveTo>
                    <a:pt x="660" y="50"/>
                  </a:moveTo>
                  <a:cubicBezTo>
                    <a:pt x="659" y="51"/>
                    <a:pt x="659" y="51"/>
                    <a:pt x="659" y="51"/>
                  </a:cubicBezTo>
                  <a:cubicBezTo>
                    <a:pt x="661" y="60"/>
                    <a:pt x="661" y="60"/>
                    <a:pt x="661" y="60"/>
                  </a:cubicBezTo>
                  <a:cubicBezTo>
                    <a:pt x="663" y="59"/>
                    <a:pt x="663" y="57"/>
                    <a:pt x="663" y="55"/>
                  </a:cubicBezTo>
                  <a:cubicBezTo>
                    <a:pt x="663" y="54"/>
                    <a:pt x="663" y="53"/>
                    <a:pt x="663" y="52"/>
                  </a:cubicBezTo>
                  <a:cubicBezTo>
                    <a:pt x="663" y="51"/>
                    <a:pt x="661" y="50"/>
                    <a:pt x="660" y="50"/>
                  </a:cubicBezTo>
                  <a:close/>
                  <a:moveTo>
                    <a:pt x="1103" y="508"/>
                  </a:moveTo>
                  <a:cubicBezTo>
                    <a:pt x="1102" y="508"/>
                    <a:pt x="1101" y="508"/>
                    <a:pt x="1100" y="508"/>
                  </a:cubicBezTo>
                  <a:cubicBezTo>
                    <a:pt x="1096" y="508"/>
                    <a:pt x="1093" y="509"/>
                    <a:pt x="1089" y="512"/>
                  </a:cubicBezTo>
                  <a:cubicBezTo>
                    <a:pt x="1093" y="516"/>
                    <a:pt x="1096" y="518"/>
                    <a:pt x="1102" y="518"/>
                  </a:cubicBezTo>
                  <a:cubicBezTo>
                    <a:pt x="1104" y="518"/>
                    <a:pt x="1105" y="514"/>
                    <a:pt x="1108" y="514"/>
                  </a:cubicBezTo>
                  <a:cubicBezTo>
                    <a:pt x="1116" y="514"/>
                    <a:pt x="1116" y="514"/>
                    <a:pt x="1116" y="514"/>
                  </a:cubicBezTo>
                  <a:cubicBezTo>
                    <a:pt x="1116" y="512"/>
                    <a:pt x="1116" y="511"/>
                    <a:pt x="1115" y="509"/>
                  </a:cubicBezTo>
                  <a:cubicBezTo>
                    <a:pt x="1106" y="509"/>
                    <a:pt x="1106" y="509"/>
                    <a:pt x="1106" y="509"/>
                  </a:cubicBezTo>
                  <a:cubicBezTo>
                    <a:pt x="1103" y="508"/>
                    <a:pt x="1103" y="508"/>
                    <a:pt x="1103" y="508"/>
                  </a:cubicBezTo>
                  <a:close/>
                  <a:moveTo>
                    <a:pt x="1123" y="545"/>
                  </a:moveTo>
                  <a:cubicBezTo>
                    <a:pt x="1121" y="545"/>
                    <a:pt x="1119" y="544"/>
                    <a:pt x="1116" y="544"/>
                  </a:cubicBezTo>
                  <a:cubicBezTo>
                    <a:pt x="1108" y="544"/>
                    <a:pt x="1106" y="554"/>
                    <a:pt x="1098" y="554"/>
                  </a:cubicBezTo>
                  <a:cubicBezTo>
                    <a:pt x="1097" y="554"/>
                    <a:pt x="1096" y="553"/>
                    <a:pt x="1094" y="553"/>
                  </a:cubicBezTo>
                  <a:cubicBezTo>
                    <a:pt x="1083" y="553"/>
                    <a:pt x="1083" y="553"/>
                    <a:pt x="1083" y="553"/>
                  </a:cubicBezTo>
                  <a:cubicBezTo>
                    <a:pt x="1081" y="553"/>
                    <a:pt x="1081" y="552"/>
                    <a:pt x="1079" y="552"/>
                  </a:cubicBezTo>
                  <a:cubicBezTo>
                    <a:pt x="1074" y="552"/>
                    <a:pt x="1073" y="556"/>
                    <a:pt x="1070" y="559"/>
                  </a:cubicBezTo>
                  <a:cubicBezTo>
                    <a:pt x="1064" y="565"/>
                    <a:pt x="1059" y="568"/>
                    <a:pt x="1052" y="572"/>
                  </a:cubicBezTo>
                  <a:cubicBezTo>
                    <a:pt x="1040" y="578"/>
                    <a:pt x="1033" y="581"/>
                    <a:pt x="1024" y="591"/>
                  </a:cubicBezTo>
                  <a:cubicBezTo>
                    <a:pt x="1029" y="592"/>
                    <a:pt x="1032" y="593"/>
                    <a:pt x="1038" y="593"/>
                  </a:cubicBezTo>
                  <a:cubicBezTo>
                    <a:pt x="1051" y="593"/>
                    <a:pt x="1051" y="593"/>
                    <a:pt x="1051" y="593"/>
                  </a:cubicBezTo>
                  <a:cubicBezTo>
                    <a:pt x="1067" y="593"/>
                    <a:pt x="1073" y="610"/>
                    <a:pt x="1089" y="610"/>
                  </a:cubicBezTo>
                  <a:cubicBezTo>
                    <a:pt x="1097" y="610"/>
                    <a:pt x="1097" y="610"/>
                    <a:pt x="1097" y="610"/>
                  </a:cubicBezTo>
                  <a:cubicBezTo>
                    <a:pt x="1100" y="610"/>
                    <a:pt x="1102" y="608"/>
                    <a:pt x="1106" y="608"/>
                  </a:cubicBezTo>
                  <a:cubicBezTo>
                    <a:pt x="1116" y="608"/>
                    <a:pt x="1116" y="608"/>
                    <a:pt x="1116" y="608"/>
                  </a:cubicBezTo>
                  <a:cubicBezTo>
                    <a:pt x="1122" y="608"/>
                    <a:pt x="1123" y="603"/>
                    <a:pt x="1125" y="597"/>
                  </a:cubicBezTo>
                  <a:cubicBezTo>
                    <a:pt x="1127" y="591"/>
                    <a:pt x="1128" y="587"/>
                    <a:pt x="1130" y="580"/>
                  </a:cubicBezTo>
                  <a:cubicBezTo>
                    <a:pt x="1133" y="581"/>
                    <a:pt x="1136" y="579"/>
                    <a:pt x="1138" y="581"/>
                  </a:cubicBezTo>
                  <a:cubicBezTo>
                    <a:pt x="1142" y="584"/>
                    <a:pt x="1141" y="588"/>
                    <a:pt x="1144" y="592"/>
                  </a:cubicBezTo>
                  <a:cubicBezTo>
                    <a:pt x="1151" y="601"/>
                    <a:pt x="1157" y="607"/>
                    <a:pt x="1169" y="607"/>
                  </a:cubicBezTo>
                  <a:cubicBezTo>
                    <a:pt x="1180" y="607"/>
                    <a:pt x="1193" y="601"/>
                    <a:pt x="1193" y="589"/>
                  </a:cubicBezTo>
                  <a:cubicBezTo>
                    <a:pt x="1193" y="585"/>
                    <a:pt x="1192" y="582"/>
                    <a:pt x="1190" y="578"/>
                  </a:cubicBezTo>
                  <a:cubicBezTo>
                    <a:pt x="1189" y="574"/>
                    <a:pt x="1189" y="569"/>
                    <a:pt x="1185" y="567"/>
                  </a:cubicBezTo>
                  <a:cubicBezTo>
                    <a:pt x="1181" y="565"/>
                    <a:pt x="1178" y="566"/>
                    <a:pt x="1174" y="565"/>
                  </a:cubicBezTo>
                  <a:cubicBezTo>
                    <a:pt x="1166" y="565"/>
                    <a:pt x="1162" y="562"/>
                    <a:pt x="1154" y="560"/>
                  </a:cubicBezTo>
                  <a:cubicBezTo>
                    <a:pt x="1148" y="558"/>
                    <a:pt x="1141" y="558"/>
                    <a:pt x="1141" y="551"/>
                  </a:cubicBezTo>
                  <a:cubicBezTo>
                    <a:pt x="1141" y="548"/>
                    <a:pt x="1142" y="547"/>
                    <a:pt x="1142" y="544"/>
                  </a:cubicBezTo>
                  <a:cubicBezTo>
                    <a:pt x="1142" y="542"/>
                    <a:pt x="1141" y="542"/>
                    <a:pt x="1141" y="540"/>
                  </a:cubicBezTo>
                  <a:cubicBezTo>
                    <a:pt x="1141" y="537"/>
                    <a:pt x="1144" y="537"/>
                    <a:pt x="1147" y="536"/>
                  </a:cubicBezTo>
                  <a:cubicBezTo>
                    <a:pt x="1145" y="531"/>
                    <a:pt x="1138" y="531"/>
                    <a:pt x="1133" y="534"/>
                  </a:cubicBezTo>
                  <a:cubicBezTo>
                    <a:pt x="1128" y="537"/>
                    <a:pt x="1129" y="545"/>
                    <a:pt x="1123" y="545"/>
                  </a:cubicBezTo>
                  <a:close/>
                  <a:moveTo>
                    <a:pt x="1223" y="577"/>
                  </a:moveTo>
                  <a:cubicBezTo>
                    <a:pt x="1223" y="578"/>
                    <a:pt x="1224" y="579"/>
                    <a:pt x="1224" y="581"/>
                  </a:cubicBezTo>
                  <a:cubicBezTo>
                    <a:pt x="1228" y="581"/>
                    <a:pt x="1230" y="580"/>
                    <a:pt x="1234" y="581"/>
                  </a:cubicBezTo>
                  <a:cubicBezTo>
                    <a:pt x="1238" y="581"/>
                    <a:pt x="1238" y="588"/>
                    <a:pt x="1243" y="588"/>
                  </a:cubicBezTo>
                  <a:cubicBezTo>
                    <a:pt x="1246" y="588"/>
                    <a:pt x="1250" y="586"/>
                    <a:pt x="1250" y="582"/>
                  </a:cubicBezTo>
                  <a:cubicBezTo>
                    <a:pt x="1250" y="576"/>
                    <a:pt x="1245" y="571"/>
                    <a:pt x="1239" y="571"/>
                  </a:cubicBezTo>
                  <a:cubicBezTo>
                    <a:pt x="1233" y="571"/>
                    <a:pt x="1223" y="571"/>
                    <a:pt x="1223" y="577"/>
                  </a:cubicBezTo>
                  <a:close/>
                  <a:moveTo>
                    <a:pt x="1245" y="565"/>
                  </a:moveTo>
                  <a:cubicBezTo>
                    <a:pt x="1252" y="567"/>
                    <a:pt x="1257" y="568"/>
                    <a:pt x="1262" y="573"/>
                  </a:cubicBezTo>
                  <a:cubicBezTo>
                    <a:pt x="1261" y="576"/>
                    <a:pt x="1258" y="579"/>
                    <a:pt x="1254" y="579"/>
                  </a:cubicBezTo>
                  <a:cubicBezTo>
                    <a:pt x="1253" y="579"/>
                    <a:pt x="1253" y="578"/>
                    <a:pt x="1252" y="578"/>
                  </a:cubicBezTo>
                  <a:cubicBezTo>
                    <a:pt x="1252" y="572"/>
                    <a:pt x="1248" y="570"/>
                    <a:pt x="1245" y="565"/>
                  </a:cubicBezTo>
                  <a:close/>
                  <a:moveTo>
                    <a:pt x="1258" y="555"/>
                  </a:moveTo>
                  <a:cubicBezTo>
                    <a:pt x="1262" y="555"/>
                    <a:pt x="1261" y="560"/>
                    <a:pt x="1263" y="562"/>
                  </a:cubicBezTo>
                  <a:cubicBezTo>
                    <a:pt x="1265" y="564"/>
                    <a:pt x="1268" y="562"/>
                    <a:pt x="1270" y="565"/>
                  </a:cubicBezTo>
                  <a:cubicBezTo>
                    <a:pt x="1272" y="568"/>
                    <a:pt x="1271" y="570"/>
                    <a:pt x="1271" y="574"/>
                  </a:cubicBezTo>
                  <a:cubicBezTo>
                    <a:pt x="1269" y="574"/>
                    <a:pt x="1269" y="574"/>
                    <a:pt x="1269" y="574"/>
                  </a:cubicBezTo>
                  <a:cubicBezTo>
                    <a:pt x="1263" y="574"/>
                    <a:pt x="1260" y="569"/>
                    <a:pt x="1257" y="564"/>
                  </a:cubicBezTo>
                  <a:cubicBezTo>
                    <a:pt x="1254" y="561"/>
                    <a:pt x="1250" y="560"/>
                    <a:pt x="1247" y="557"/>
                  </a:cubicBezTo>
                  <a:cubicBezTo>
                    <a:pt x="1250" y="554"/>
                    <a:pt x="1254" y="555"/>
                    <a:pt x="1258" y="555"/>
                  </a:cubicBezTo>
                  <a:close/>
                  <a:moveTo>
                    <a:pt x="1273" y="548"/>
                  </a:moveTo>
                  <a:cubicBezTo>
                    <a:pt x="1268" y="545"/>
                    <a:pt x="1268" y="545"/>
                    <a:pt x="1268" y="545"/>
                  </a:cubicBezTo>
                  <a:cubicBezTo>
                    <a:pt x="1267" y="547"/>
                    <a:pt x="1267" y="547"/>
                    <a:pt x="1267" y="547"/>
                  </a:cubicBezTo>
                  <a:cubicBezTo>
                    <a:pt x="1269" y="551"/>
                    <a:pt x="1273" y="551"/>
                    <a:pt x="1277" y="552"/>
                  </a:cubicBezTo>
                  <a:cubicBezTo>
                    <a:pt x="1277" y="550"/>
                    <a:pt x="1275" y="549"/>
                    <a:pt x="1273" y="548"/>
                  </a:cubicBezTo>
                  <a:close/>
                  <a:moveTo>
                    <a:pt x="1339" y="456"/>
                  </a:moveTo>
                  <a:cubicBezTo>
                    <a:pt x="1331" y="456"/>
                    <a:pt x="1331" y="456"/>
                    <a:pt x="1331" y="456"/>
                  </a:cubicBezTo>
                  <a:cubicBezTo>
                    <a:pt x="1325" y="465"/>
                    <a:pt x="1318" y="471"/>
                    <a:pt x="1307" y="471"/>
                  </a:cubicBezTo>
                  <a:cubicBezTo>
                    <a:pt x="1306" y="471"/>
                    <a:pt x="1306" y="471"/>
                    <a:pt x="1305" y="471"/>
                  </a:cubicBezTo>
                  <a:cubicBezTo>
                    <a:pt x="1310" y="476"/>
                    <a:pt x="1316" y="475"/>
                    <a:pt x="1322" y="477"/>
                  </a:cubicBezTo>
                  <a:cubicBezTo>
                    <a:pt x="1331" y="479"/>
                    <a:pt x="1334" y="483"/>
                    <a:pt x="1341" y="488"/>
                  </a:cubicBezTo>
                  <a:cubicBezTo>
                    <a:pt x="1343" y="486"/>
                    <a:pt x="1344" y="485"/>
                    <a:pt x="1344" y="483"/>
                  </a:cubicBezTo>
                  <a:cubicBezTo>
                    <a:pt x="1344" y="476"/>
                    <a:pt x="1333" y="476"/>
                    <a:pt x="1333" y="469"/>
                  </a:cubicBezTo>
                  <a:cubicBezTo>
                    <a:pt x="1333" y="463"/>
                    <a:pt x="1335" y="460"/>
                    <a:pt x="1339" y="456"/>
                  </a:cubicBezTo>
                  <a:close/>
                  <a:moveTo>
                    <a:pt x="1357" y="464"/>
                  </a:moveTo>
                  <a:cubicBezTo>
                    <a:pt x="1357" y="464"/>
                    <a:pt x="1357" y="465"/>
                    <a:pt x="1357" y="465"/>
                  </a:cubicBezTo>
                  <a:cubicBezTo>
                    <a:pt x="1357" y="471"/>
                    <a:pt x="1364" y="471"/>
                    <a:pt x="1367" y="475"/>
                  </a:cubicBezTo>
                  <a:cubicBezTo>
                    <a:pt x="1372" y="481"/>
                    <a:pt x="1372" y="486"/>
                    <a:pt x="1372" y="493"/>
                  </a:cubicBezTo>
                  <a:cubicBezTo>
                    <a:pt x="1372" y="498"/>
                    <a:pt x="1367" y="499"/>
                    <a:pt x="1364" y="502"/>
                  </a:cubicBezTo>
                  <a:cubicBezTo>
                    <a:pt x="1365" y="502"/>
                    <a:pt x="1365" y="503"/>
                    <a:pt x="1365" y="503"/>
                  </a:cubicBezTo>
                  <a:cubicBezTo>
                    <a:pt x="1371" y="503"/>
                    <a:pt x="1372" y="497"/>
                    <a:pt x="1375" y="492"/>
                  </a:cubicBezTo>
                  <a:cubicBezTo>
                    <a:pt x="1378" y="489"/>
                    <a:pt x="1382" y="488"/>
                    <a:pt x="1382" y="484"/>
                  </a:cubicBezTo>
                  <a:cubicBezTo>
                    <a:pt x="1382" y="479"/>
                    <a:pt x="1376" y="479"/>
                    <a:pt x="1373" y="475"/>
                  </a:cubicBezTo>
                  <a:cubicBezTo>
                    <a:pt x="1370" y="472"/>
                    <a:pt x="1370" y="468"/>
                    <a:pt x="1366" y="465"/>
                  </a:cubicBezTo>
                  <a:cubicBezTo>
                    <a:pt x="1363" y="463"/>
                    <a:pt x="1361" y="465"/>
                    <a:pt x="1357" y="464"/>
                  </a:cubicBezTo>
                  <a:close/>
                  <a:moveTo>
                    <a:pt x="1319" y="487"/>
                  </a:moveTo>
                  <a:cubicBezTo>
                    <a:pt x="1322" y="487"/>
                    <a:pt x="1323" y="489"/>
                    <a:pt x="1326" y="492"/>
                  </a:cubicBezTo>
                  <a:cubicBezTo>
                    <a:pt x="1332" y="498"/>
                    <a:pt x="1334" y="502"/>
                    <a:pt x="1339" y="508"/>
                  </a:cubicBezTo>
                  <a:cubicBezTo>
                    <a:pt x="1345" y="514"/>
                    <a:pt x="1349" y="516"/>
                    <a:pt x="1354" y="523"/>
                  </a:cubicBezTo>
                  <a:cubicBezTo>
                    <a:pt x="1355" y="526"/>
                    <a:pt x="1358" y="526"/>
                    <a:pt x="1358" y="529"/>
                  </a:cubicBezTo>
                  <a:cubicBezTo>
                    <a:pt x="1358" y="533"/>
                    <a:pt x="1353" y="532"/>
                    <a:pt x="1350" y="532"/>
                  </a:cubicBezTo>
                  <a:cubicBezTo>
                    <a:pt x="1346" y="532"/>
                    <a:pt x="1344" y="529"/>
                    <a:pt x="1340" y="529"/>
                  </a:cubicBezTo>
                  <a:cubicBezTo>
                    <a:pt x="1335" y="529"/>
                    <a:pt x="1335" y="537"/>
                    <a:pt x="1330" y="537"/>
                  </a:cubicBezTo>
                  <a:cubicBezTo>
                    <a:pt x="1321" y="537"/>
                    <a:pt x="1318" y="528"/>
                    <a:pt x="1313" y="520"/>
                  </a:cubicBezTo>
                  <a:cubicBezTo>
                    <a:pt x="1308" y="512"/>
                    <a:pt x="1295" y="514"/>
                    <a:pt x="1295" y="505"/>
                  </a:cubicBezTo>
                  <a:cubicBezTo>
                    <a:pt x="1295" y="501"/>
                    <a:pt x="1299" y="500"/>
                    <a:pt x="1303" y="499"/>
                  </a:cubicBezTo>
                  <a:cubicBezTo>
                    <a:pt x="1310" y="496"/>
                    <a:pt x="1316" y="494"/>
                    <a:pt x="1319" y="487"/>
                  </a:cubicBezTo>
                  <a:close/>
                  <a:moveTo>
                    <a:pt x="1402" y="411"/>
                  </a:moveTo>
                  <a:cubicBezTo>
                    <a:pt x="1402" y="406"/>
                    <a:pt x="1403" y="403"/>
                    <a:pt x="1404" y="398"/>
                  </a:cubicBezTo>
                  <a:cubicBezTo>
                    <a:pt x="1403" y="398"/>
                    <a:pt x="1402" y="397"/>
                    <a:pt x="1401" y="397"/>
                  </a:cubicBezTo>
                  <a:cubicBezTo>
                    <a:pt x="1396" y="410"/>
                    <a:pt x="1386" y="414"/>
                    <a:pt x="1377" y="426"/>
                  </a:cubicBezTo>
                  <a:cubicBezTo>
                    <a:pt x="1384" y="429"/>
                    <a:pt x="1386" y="434"/>
                    <a:pt x="1391" y="440"/>
                  </a:cubicBezTo>
                  <a:cubicBezTo>
                    <a:pt x="1395" y="445"/>
                    <a:pt x="1401" y="443"/>
                    <a:pt x="1407" y="446"/>
                  </a:cubicBezTo>
                  <a:cubicBezTo>
                    <a:pt x="1412" y="448"/>
                    <a:pt x="1413" y="453"/>
                    <a:pt x="1418" y="453"/>
                  </a:cubicBezTo>
                  <a:cubicBezTo>
                    <a:pt x="1421" y="453"/>
                    <a:pt x="1422" y="452"/>
                    <a:pt x="1424" y="452"/>
                  </a:cubicBezTo>
                  <a:cubicBezTo>
                    <a:pt x="1432" y="452"/>
                    <a:pt x="1432" y="452"/>
                    <a:pt x="1432" y="452"/>
                  </a:cubicBezTo>
                  <a:cubicBezTo>
                    <a:pt x="1438" y="452"/>
                    <a:pt x="1441" y="458"/>
                    <a:pt x="1448" y="458"/>
                  </a:cubicBezTo>
                  <a:cubicBezTo>
                    <a:pt x="1450" y="458"/>
                    <a:pt x="1451" y="455"/>
                    <a:pt x="1451" y="453"/>
                  </a:cubicBezTo>
                  <a:cubicBezTo>
                    <a:pt x="1451" y="440"/>
                    <a:pt x="1435" y="440"/>
                    <a:pt x="1422" y="438"/>
                  </a:cubicBezTo>
                  <a:cubicBezTo>
                    <a:pt x="1410" y="435"/>
                    <a:pt x="1402" y="424"/>
                    <a:pt x="1402" y="411"/>
                  </a:cubicBezTo>
                  <a:close/>
                  <a:moveTo>
                    <a:pt x="1416" y="393"/>
                  </a:moveTo>
                  <a:cubicBezTo>
                    <a:pt x="1418" y="385"/>
                    <a:pt x="1428" y="387"/>
                    <a:pt x="1432" y="379"/>
                  </a:cubicBezTo>
                  <a:cubicBezTo>
                    <a:pt x="1436" y="373"/>
                    <a:pt x="1438" y="368"/>
                    <a:pt x="1445" y="364"/>
                  </a:cubicBezTo>
                  <a:cubicBezTo>
                    <a:pt x="1445" y="364"/>
                    <a:pt x="1445" y="364"/>
                    <a:pt x="1445" y="365"/>
                  </a:cubicBezTo>
                  <a:cubicBezTo>
                    <a:pt x="1445" y="372"/>
                    <a:pt x="1435" y="374"/>
                    <a:pt x="1435" y="382"/>
                  </a:cubicBezTo>
                  <a:cubicBezTo>
                    <a:pt x="1435" y="383"/>
                    <a:pt x="1436" y="384"/>
                    <a:pt x="1436" y="386"/>
                  </a:cubicBezTo>
                  <a:cubicBezTo>
                    <a:pt x="1436" y="389"/>
                    <a:pt x="1431" y="389"/>
                    <a:pt x="1431" y="391"/>
                  </a:cubicBezTo>
                  <a:cubicBezTo>
                    <a:pt x="1431" y="397"/>
                    <a:pt x="1435" y="398"/>
                    <a:pt x="1439" y="402"/>
                  </a:cubicBezTo>
                  <a:cubicBezTo>
                    <a:pt x="1436" y="402"/>
                    <a:pt x="1436" y="402"/>
                    <a:pt x="1436" y="402"/>
                  </a:cubicBezTo>
                  <a:cubicBezTo>
                    <a:pt x="1427" y="402"/>
                    <a:pt x="1424" y="393"/>
                    <a:pt x="1416" y="393"/>
                  </a:cubicBezTo>
                  <a:close/>
                  <a:moveTo>
                    <a:pt x="1468" y="368"/>
                  </a:moveTo>
                  <a:cubicBezTo>
                    <a:pt x="1473" y="375"/>
                    <a:pt x="1481" y="371"/>
                    <a:pt x="1490" y="373"/>
                  </a:cubicBezTo>
                  <a:cubicBezTo>
                    <a:pt x="1491" y="373"/>
                    <a:pt x="1491" y="373"/>
                    <a:pt x="1491" y="373"/>
                  </a:cubicBezTo>
                  <a:cubicBezTo>
                    <a:pt x="1492" y="372"/>
                    <a:pt x="1492" y="372"/>
                    <a:pt x="1492" y="372"/>
                  </a:cubicBezTo>
                  <a:cubicBezTo>
                    <a:pt x="1483" y="369"/>
                    <a:pt x="1477" y="369"/>
                    <a:pt x="1468" y="368"/>
                  </a:cubicBezTo>
                  <a:close/>
                  <a:moveTo>
                    <a:pt x="1474" y="424"/>
                  </a:moveTo>
                  <a:cubicBezTo>
                    <a:pt x="1469" y="424"/>
                    <a:pt x="1469" y="424"/>
                    <a:pt x="1469" y="424"/>
                  </a:cubicBezTo>
                  <a:cubicBezTo>
                    <a:pt x="1462" y="422"/>
                    <a:pt x="1462" y="422"/>
                    <a:pt x="1462" y="422"/>
                  </a:cubicBezTo>
                  <a:cubicBezTo>
                    <a:pt x="1466" y="427"/>
                    <a:pt x="1469" y="430"/>
                    <a:pt x="1476" y="430"/>
                  </a:cubicBezTo>
                  <a:cubicBezTo>
                    <a:pt x="1477" y="430"/>
                    <a:pt x="1477" y="430"/>
                    <a:pt x="1478" y="430"/>
                  </a:cubicBezTo>
                  <a:cubicBezTo>
                    <a:pt x="1479" y="428"/>
                    <a:pt x="1479" y="428"/>
                    <a:pt x="1479" y="428"/>
                  </a:cubicBezTo>
                  <a:cubicBezTo>
                    <a:pt x="1477" y="427"/>
                    <a:pt x="1475" y="427"/>
                    <a:pt x="1474" y="424"/>
                  </a:cubicBezTo>
                  <a:close/>
                  <a:moveTo>
                    <a:pt x="1473" y="383"/>
                  </a:moveTo>
                  <a:cubicBezTo>
                    <a:pt x="1470" y="384"/>
                    <a:pt x="1468" y="385"/>
                    <a:pt x="1467" y="388"/>
                  </a:cubicBezTo>
                  <a:cubicBezTo>
                    <a:pt x="1468" y="388"/>
                    <a:pt x="1468" y="389"/>
                    <a:pt x="1468" y="389"/>
                  </a:cubicBezTo>
                  <a:cubicBezTo>
                    <a:pt x="1471" y="389"/>
                    <a:pt x="1473" y="388"/>
                    <a:pt x="1475" y="387"/>
                  </a:cubicBezTo>
                  <a:cubicBezTo>
                    <a:pt x="1475" y="386"/>
                    <a:pt x="1474" y="384"/>
                    <a:pt x="1473" y="383"/>
                  </a:cubicBezTo>
                  <a:close/>
                  <a:moveTo>
                    <a:pt x="1447" y="387"/>
                  </a:moveTo>
                  <a:cubicBezTo>
                    <a:pt x="1446" y="388"/>
                    <a:pt x="1446" y="388"/>
                    <a:pt x="1446" y="388"/>
                  </a:cubicBezTo>
                  <a:cubicBezTo>
                    <a:pt x="1449" y="389"/>
                    <a:pt x="1451" y="390"/>
                    <a:pt x="1454" y="391"/>
                  </a:cubicBezTo>
                  <a:cubicBezTo>
                    <a:pt x="1456" y="390"/>
                    <a:pt x="1456" y="390"/>
                    <a:pt x="1456" y="390"/>
                  </a:cubicBezTo>
                  <a:cubicBezTo>
                    <a:pt x="1457" y="389"/>
                    <a:pt x="1457" y="389"/>
                    <a:pt x="1457" y="389"/>
                  </a:cubicBezTo>
                  <a:cubicBezTo>
                    <a:pt x="1453" y="388"/>
                    <a:pt x="1451" y="387"/>
                    <a:pt x="1447" y="387"/>
                  </a:cubicBezTo>
                  <a:close/>
                  <a:moveTo>
                    <a:pt x="1314" y="9"/>
                  </a:moveTo>
                  <a:cubicBezTo>
                    <a:pt x="1314" y="14"/>
                    <a:pt x="1314" y="14"/>
                    <a:pt x="1314" y="14"/>
                  </a:cubicBezTo>
                  <a:cubicBezTo>
                    <a:pt x="1320" y="16"/>
                    <a:pt x="1323" y="16"/>
                    <a:pt x="1328" y="19"/>
                  </a:cubicBezTo>
                  <a:cubicBezTo>
                    <a:pt x="1331" y="19"/>
                    <a:pt x="1331" y="19"/>
                    <a:pt x="1331" y="19"/>
                  </a:cubicBezTo>
                  <a:cubicBezTo>
                    <a:pt x="1331" y="15"/>
                    <a:pt x="1331" y="15"/>
                    <a:pt x="1331" y="15"/>
                  </a:cubicBezTo>
                  <a:cubicBezTo>
                    <a:pt x="1331" y="12"/>
                    <a:pt x="1330" y="11"/>
                    <a:pt x="1329" y="8"/>
                  </a:cubicBezTo>
                  <a:cubicBezTo>
                    <a:pt x="1328" y="5"/>
                    <a:pt x="1329" y="2"/>
                    <a:pt x="1325" y="1"/>
                  </a:cubicBezTo>
                  <a:cubicBezTo>
                    <a:pt x="1320" y="0"/>
                    <a:pt x="1316" y="4"/>
                    <a:pt x="1314" y="9"/>
                  </a:cubicBezTo>
                  <a:close/>
                  <a:moveTo>
                    <a:pt x="1722" y="142"/>
                  </a:moveTo>
                  <a:cubicBezTo>
                    <a:pt x="1794" y="348"/>
                    <a:pt x="1794" y="348"/>
                    <a:pt x="1794" y="348"/>
                  </a:cubicBezTo>
                  <a:cubicBezTo>
                    <a:pt x="1795" y="348"/>
                    <a:pt x="1795" y="349"/>
                    <a:pt x="1796" y="349"/>
                  </a:cubicBezTo>
                  <a:cubicBezTo>
                    <a:pt x="1797" y="349"/>
                    <a:pt x="1798" y="348"/>
                    <a:pt x="1800" y="348"/>
                  </a:cubicBezTo>
                  <a:cubicBezTo>
                    <a:pt x="1806" y="348"/>
                    <a:pt x="1810" y="349"/>
                    <a:pt x="1816" y="349"/>
                  </a:cubicBezTo>
                  <a:cubicBezTo>
                    <a:pt x="1846" y="353"/>
                    <a:pt x="1846" y="353"/>
                    <a:pt x="1846" y="353"/>
                  </a:cubicBezTo>
                  <a:cubicBezTo>
                    <a:pt x="1857" y="351"/>
                    <a:pt x="1862" y="348"/>
                    <a:pt x="1872" y="344"/>
                  </a:cubicBezTo>
                  <a:cubicBezTo>
                    <a:pt x="1878" y="342"/>
                    <a:pt x="1882" y="343"/>
                    <a:pt x="1888" y="342"/>
                  </a:cubicBezTo>
                  <a:cubicBezTo>
                    <a:pt x="1934" y="348"/>
                    <a:pt x="1934" y="348"/>
                    <a:pt x="1934" y="348"/>
                  </a:cubicBezTo>
                  <a:cubicBezTo>
                    <a:pt x="1936" y="347"/>
                    <a:pt x="1938" y="348"/>
                    <a:pt x="1941" y="347"/>
                  </a:cubicBezTo>
                  <a:cubicBezTo>
                    <a:pt x="1945" y="345"/>
                    <a:pt x="1947" y="342"/>
                    <a:pt x="1950" y="339"/>
                  </a:cubicBezTo>
                  <a:cubicBezTo>
                    <a:pt x="1951" y="337"/>
                    <a:pt x="1953" y="337"/>
                    <a:pt x="1954" y="336"/>
                  </a:cubicBezTo>
                  <a:cubicBezTo>
                    <a:pt x="1957" y="332"/>
                    <a:pt x="1958" y="329"/>
                    <a:pt x="1963" y="327"/>
                  </a:cubicBezTo>
                  <a:cubicBezTo>
                    <a:pt x="1968" y="324"/>
                    <a:pt x="1971" y="321"/>
                    <a:pt x="1976" y="318"/>
                  </a:cubicBezTo>
                  <a:cubicBezTo>
                    <a:pt x="1979" y="317"/>
                    <a:pt x="1982" y="317"/>
                    <a:pt x="1984" y="316"/>
                  </a:cubicBezTo>
                  <a:cubicBezTo>
                    <a:pt x="1987" y="315"/>
                    <a:pt x="1988" y="314"/>
                    <a:pt x="1990" y="312"/>
                  </a:cubicBezTo>
                  <a:cubicBezTo>
                    <a:pt x="1996" y="309"/>
                    <a:pt x="2000" y="308"/>
                    <a:pt x="2006" y="306"/>
                  </a:cubicBezTo>
                  <a:cubicBezTo>
                    <a:pt x="2011" y="305"/>
                    <a:pt x="2014" y="303"/>
                    <a:pt x="2018" y="301"/>
                  </a:cubicBezTo>
                  <a:cubicBezTo>
                    <a:pt x="2029" y="297"/>
                    <a:pt x="2038" y="295"/>
                    <a:pt x="2049" y="291"/>
                  </a:cubicBezTo>
                  <a:cubicBezTo>
                    <a:pt x="2049" y="291"/>
                    <a:pt x="2049" y="291"/>
                    <a:pt x="2049" y="291"/>
                  </a:cubicBezTo>
                  <a:cubicBezTo>
                    <a:pt x="2053" y="293"/>
                    <a:pt x="2055" y="292"/>
                    <a:pt x="2059" y="293"/>
                  </a:cubicBezTo>
                  <a:cubicBezTo>
                    <a:pt x="2061" y="294"/>
                    <a:pt x="2062" y="296"/>
                    <a:pt x="2065" y="296"/>
                  </a:cubicBezTo>
                  <a:cubicBezTo>
                    <a:pt x="2093" y="296"/>
                    <a:pt x="2093" y="296"/>
                    <a:pt x="2093" y="296"/>
                  </a:cubicBezTo>
                  <a:cubicBezTo>
                    <a:pt x="2094" y="296"/>
                    <a:pt x="2096" y="297"/>
                    <a:pt x="2097" y="297"/>
                  </a:cubicBezTo>
                  <a:cubicBezTo>
                    <a:pt x="2104" y="298"/>
                    <a:pt x="2108" y="297"/>
                    <a:pt x="2115" y="297"/>
                  </a:cubicBezTo>
                  <a:cubicBezTo>
                    <a:pt x="2115" y="297"/>
                    <a:pt x="2115" y="297"/>
                    <a:pt x="2115" y="297"/>
                  </a:cubicBezTo>
                  <a:cubicBezTo>
                    <a:pt x="2119" y="306"/>
                    <a:pt x="2125" y="313"/>
                    <a:pt x="2125" y="324"/>
                  </a:cubicBezTo>
                  <a:cubicBezTo>
                    <a:pt x="2125" y="334"/>
                    <a:pt x="2112" y="337"/>
                    <a:pt x="2112" y="347"/>
                  </a:cubicBezTo>
                  <a:cubicBezTo>
                    <a:pt x="2112" y="350"/>
                    <a:pt x="2114" y="352"/>
                    <a:pt x="2114" y="355"/>
                  </a:cubicBezTo>
                  <a:cubicBezTo>
                    <a:pt x="2114" y="362"/>
                    <a:pt x="2101" y="361"/>
                    <a:pt x="2101" y="369"/>
                  </a:cubicBezTo>
                  <a:cubicBezTo>
                    <a:pt x="2101" y="383"/>
                    <a:pt x="2104" y="391"/>
                    <a:pt x="2104" y="405"/>
                  </a:cubicBezTo>
                  <a:cubicBezTo>
                    <a:pt x="2104" y="441"/>
                    <a:pt x="2104" y="441"/>
                    <a:pt x="2104" y="441"/>
                  </a:cubicBezTo>
                  <a:cubicBezTo>
                    <a:pt x="2104" y="448"/>
                    <a:pt x="2112" y="448"/>
                    <a:pt x="2116" y="452"/>
                  </a:cubicBezTo>
                  <a:cubicBezTo>
                    <a:pt x="2124" y="460"/>
                    <a:pt x="2127" y="467"/>
                    <a:pt x="2127" y="478"/>
                  </a:cubicBezTo>
                  <a:cubicBezTo>
                    <a:pt x="2127" y="506"/>
                    <a:pt x="2099" y="517"/>
                    <a:pt x="2099" y="545"/>
                  </a:cubicBezTo>
                  <a:cubicBezTo>
                    <a:pt x="2099" y="551"/>
                    <a:pt x="2108" y="550"/>
                    <a:pt x="2114" y="553"/>
                  </a:cubicBezTo>
                  <a:cubicBezTo>
                    <a:pt x="2121" y="555"/>
                    <a:pt x="2124" y="561"/>
                    <a:pt x="2132" y="561"/>
                  </a:cubicBezTo>
                  <a:cubicBezTo>
                    <a:pt x="2148" y="561"/>
                    <a:pt x="2156" y="549"/>
                    <a:pt x="2172" y="549"/>
                  </a:cubicBezTo>
                  <a:cubicBezTo>
                    <a:pt x="2188" y="549"/>
                    <a:pt x="2191" y="567"/>
                    <a:pt x="2193" y="583"/>
                  </a:cubicBezTo>
                  <a:cubicBezTo>
                    <a:pt x="2195" y="597"/>
                    <a:pt x="2200" y="603"/>
                    <a:pt x="2204" y="616"/>
                  </a:cubicBezTo>
                  <a:cubicBezTo>
                    <a:pt x="2206" y="625"/>
                    <a:pt x="2215" y="627"/>
                    <a:pt x="2215" y="636"/>
                  </a:cubicBezTo>
                  <a:cubicBezTo>
                    <a:pt x="2215" y="647"/>
                    <a:pt x="2200" y="645"/>
                    <a:pt x="2189" y="645"/>
                  </a:cubicBezTo>
                  <a:cubicBezTo>
                    <a:pt x="2180" y="646"/>
                    <a:pt x="2175" y="649"/>
                    <a:pt x="2167" y="652"/>
                  </a:cubicBezTo>
                  <a:cubicBezTo>
                    <a:pt x="2149" y="659"/>
                    <a:pt x="2141" y="671"/>
                    <a:pt x="2121" y="671"/>
                  </a:cubicBezTo>
                  <a:cubicBezTo>
                    <a:pt x="2111" y="671"/>
                    <a:pt x="2108" y="661"/>
                    <a:pt x="2098" y="661"/>
                  </a:cubicBezTo>
                  <a:cubicBezTo>
                    <a:pt x="2089" y="661"/>
                    <a:pt x="2085" y="667"/>
                    <a:pt x="2076" y="667"/>
                  </a:cubicBezTo>
                  <a:cubicBezTo>
                    <a:pt x="2071" y="667"/>
                    <a:pt x="2069" y="666"/>
                    <a:pt x="2065" y="665"/>
                  </a:cubicBezTo>
                  <a:cubicBezTo>
                    <a:pt x="2051" y="665"/>
                    <a:pt x="2043" y="664"/>
                    <a:pt x="2029" y="664"/>
                  </a:cubicBezTo>
                  <a:cubicBezTo>
                    <a:pt x="1994" y="664"/>
                    <a:pt x="1981" y="698"/>
                    <a:pt x="1946" y="698"/>
                  </a:cubicBezTo>
                  <a:cubicBezTo>
                    <a:pt x="1946" y="700"/>
                    <a:pt x="1946" y="701"/>
                    <a:pt x="1946" y="702"/>
                  </a:cubicBezTo>
                  <a:cubicBezTo>
                    <a:pt x="1946" y="724"/>
                    <a:pt x="1974" y="722"/>
                    <a:pt x="1987" y="740"/>
                  </a:cubicBezTo>
                  <a:cubicBezTo>
                    <a:pt x="1992" y="747"/>
                    <a:pt x="1990" y="753"/>
                    <a:pt x="1990" y="762"/>
                  </a:cubicBezTo>
                  <a:cubicBezTo>
                    <a:pt x="1990" y="803"/>
                    <a:pt x="1990" y="803"/>
                    <a:pt x="1990" y="803"/>
                  </a:cubicBezTo>
                  <a:cubicBezTo>
                    <a:pt x="1990" y="816"/>
                    <a:pt x="1979" y="821"/>
                    <a:pt x="1972" y="831"/>
                  </a:cubicBezTo>
                  <a:cubicBezTo>
                    <a:pt x="1961" y="846"/>
                    <a:pt x="1958" y="857"/>
                    <a:pt x="1951" y="874"/>
                  </a:cubicBezTo>
                  <a:cubicBezTo>
                    <a:pt x="1945" y="893"/>
                    <a:pt x="1949" y="906"/>
                    <a:pt x="1942" y="924"/>
                  </a:cubicBezTo>
                  <a:cubicBezTo>
                    <a:pt x="1938" y="934"/>
                    <a:pt x="1932" y="937"/>
                    <a:pt x="1925" y="945"/>
                  </a:cubicBezTo>
                  <a:cubicBezTo>
                    <a:pt x="1904" y="967"/>
                    <a:pt x="1902" y="988"/>
                    <a:pt x="1898" y="1019"/>
                  </a:cubicBezTo>
                  <a:cubicBezTo>
                    <a:pt x="1894" y="1047"/>
                    <a:pt x="1883" y="1061"/>
                    <a:pt x="1875" y="1087"/>
                  </a:cubicBezTo>
                  <a:cubicBezTo>
                    <a:pt x="1859" y="1109"/>
                    <a:pt x="1846" y="1121"/>
                    <a:pt x="1835" y="1146"/>
                  </a:cubicBezTo>
                  <a:cubicBezTo>
                    <a:pt x="1831" y="1158"/>
                    <a:pt x="1832" y="1167"/>
                    <a:pt x="1828" y="1179"/>
                  </a:cubicBezTo>
                  <a:cubicBezTo>
                    <a:pt x="1824" y="1189"/>
                    <a:pt x="1816" y="1193"/>
                    <a:pt x="1816" y="1203"/>
                  </a:cubicBezTo>
                  <a:cubicBezTo>
                    <a:pt x="1816" y="1272"/>
                    <a:pt x="1816" y="1272"/>
                    <a:pt x="1816" y="1272"/>
                  </a:cubicBezTo>
                  <a:cubicBezTo>
                    <a:pt x="1816" y="1283"/>
                    <a:pt x="1818" y="1289"/>
                    <a:pt x="1818" y="1301"/>
                  </a:cubicBezTo>
                  <a:cubicBezTo>
                    <a:pt x="1818" y="1324"/>
                    <a:pt x="1817" y="1337"/>
                    <a:pt x="1816" y="1361"/>
                  </a:cubicBezTo>
                  <a:cubicBezTo>
                    <a:pt x="1815" y="1366"/>
                    <a:pt x="1815" y="1369"/>
                    <a:pt x="1813" y="1374"/>
                  </a:cubicBezTo>
                  <a:cubicBezTo>
                    <a:pt x="1813" y="1374"/>
                    <a:pt x="1813" y="1374"/>
                    <a:pt x="1813" y="1374"/>
                  </a:cubicBezTo>
                  <a:cubicBezTo>
                    <a:pt x="1781" y="1411"/>
                    <a:pt x="1781" y="1411"/>
                    <a:pt x="1781" y="1411"/>
                  </a:cubicBezTo>
                  <a:cubicBezTo>
                    <a:pt x="516" y="1249"/>
                    <a:pt x="516" y="1249"/>
                    <a:pt x="516" y="1249"/>
                  </a:cubicBezTo>
                  <a:cubicBezTo>
                    <a:pt x="19" y="614"/>
                    <a:pt x="19" y="614"/>
                    <a:pt x="19" y="614"/>
                  </a:cubicBezTo>
                  <a:cubicBezTo>
                    <a:pt x="20" y="547"/>
                    <a:pt x="20" y="547"/>
                    <a:pt x="20" y="547"/>
                  </a:cubicBezTo>
                  <a:cubicBezTo>
                    <a:pt x="20" y="547"/>
                    <a:pt x="20" y="547"/>
                    <a:pt x="20" y="547"/>
                  </a:cubicBezTo>
                  <a:cubicBezTo>
                    <a:pt x="29" y="544"/>
                    <a:pt x="35" y="538"/>
                    <a:pt x="35" y="529"/>
                  </a:cubicBezTo>
                  <a:cubicBezTo>
                    <a:pt x="35" y="520"/>
                    <a:pt x="29" y="515"/>
                    <a:pt x="29" y="506"/>
                  </a:cubicBezTo>
                  <a:cubicBezTo>
                    <a:pt x="29" y="497"/>
                    <a:pt x="29" y="497"/>
                    <a:pt x="29" y="497"/>
                  </a:cubicBezTo>
                  <a:cubicBezTo>
                    <a:pt x="29" y="493"/>
                    <a:pt x="25" y="492"/>
                    <a:pt x="25" y="488"/>
                  </a:cubicBezTo>
                  <a:cubicBezTo>
                    <a:pt x="25" y="483"/>
                    <a:pt x="28" y="481"/>
                    <a:pt x="29" y="475"/>
                  </a:cubicBezTo>
                  <a:cubicBezTo>
                    <a:pt x="31" y="480"/>
                    <a:pt x="31" y="484"/>
                    <a:pt x="35" y="487"/>
                  </a:cubicBezTo>
                  <a:cubicBezTo>
                    <a:pt x="38" y="489"/>
                    <a:pt x="41" y="489"/>
                    <a:pt x="42" y="491"/>
                  </a:cubicBezTo>
                  <a:cubicBezTo>
                    <a:pt x="44" y="495"/>
                    <a:pt x="43" y="497"/>
                    <a:pt x="44" y="501"/>
                  </a:cubicBezTo>
                  <a:cubicBezTo>
                    <a:pt x="45" y="508"/>
                    <a:pt x="47" y="511"/>
                    <a:pt x="47" y="518"/>
                  </a:cubicBezTo>
                  <a:cubicBezTo>
                    <a:pt x="47" y="523"/>
                    <a:pt x="44" y="526"/>
                    <a:pt x="44" y="532"/>
                  </a:cubicBezTo>
                  <a:cubicBezTo>
                    <a:pt x="44" y="539"/>
                    <a:pt x="44" y="539"/>
                    <a:pt x="44" y="539"/>
                  </a:cubicBezTo>
                  <a:cubicBezTo>
                    <a:pt x="44" y="549"/>
                    <a:pt x="49" y="554"/>
                    <a:pt x="49" y="564"/>
                  </a:cubicBezTo>
                  <a:cubicBezTo>
                    <a:pt x="49" y="566"/>
                    <a:pt x="47" y="567"/>
                    <a:pt x="47" y="568"/>
                  </a:cubicBezTo>
                  <a:cubicBezTo>
                    <a:pt x="47" y="570"/>
                    <a:pt x="48" y="571"/>
                    <a:pt x="49" y="573"/>
                  </a:cubicBezTo>
                  <a:cubicBezTo>
                    <a:pt x="60" y="565"/>
                    <a:pt x="70" y="559"/>
                    <a:pt x="70" y="546"/>
                  </a:cubicBezTo>
                  <a:cubicBezTo>
                    <a:pt x="70" y="541"/>
                    <a:pt x="68" y="538"/>
                    <a:pt x="68" y="533"/>
                  </a:cubicBezTo>
                  <a:cubicBezTo>
                    <a:pt x="74" y="539"/>
                    <a:pt x="76" y="545"/>
                    <a:pt x="76" y="553"/>
                  </a:cubicBezTo>
                  <a:cubicBezTo>
                    <a:pt x="76" y="562"/>
                    <a:pt x="76" y="562"/>
                    <a:pt x="76" y="562"/>
                  </a:cubicBezTo>
                  <a:cubicBezTo>
                    <a:pt x="76" y="566"/>
                    <a:pt x="81" y="568"/>
                    <a:pt x="85" y="568"/>
                  </a:cubicBezTo>
                  <a:cubicBezTo>
                    <a:pt x="89" y="568"/>
                    <a:pt x="93" y="565"/>
                    <a:pt x="93" y="561"/>
                  </a:cubicBezTo>
                  <a:cubicBezTo>
                    <a:pt x="93" y="555"/>
                    <a:pt x="90" y="552"/>
                    <a:pt x="90" y="545"/>
                  </a:cubicBezTo>
                  <a:cubicBezTo>
                    <a:pt x="90" y="541"/>
                    <a:pt x="93" y="540"/>
                    <a:pt x="95" y="537"/>
                  </a:cubicBezTo>
                  <a:cubicBezTo>
                    <a:pt x="97" y="534"/>
                    <a:pt x="98" y="533"/>
                    <a:pt x="101" y="530"/>
                  </a:cubicBezTo>
                  <a:cubicBezTo>
                    <a:pt x="102" y="529"/>
                    <a:pt x="102" y="526"/>
                    <a:pt x="104" y="526"/>
                  </a:cubicBezTo>
                  <a:cubicBezTo>
                    <a:pt x="107" y="526"/>
                    <a:pt x="108" y="528"/>
                    <a:pt x="111" y="529"/>
                  </a:cubicBezTo>
                  <a:cubicBezTo>
                    <a:pt x="115" y="530"/>
                    <a:pt x="120" y="531"/>
                    <a:pt x="120" y="536"/>
                  </a:cubicBezTo>
                  <a:cubicBezTo>
                    <a:pt x="120" y="542"/>
                    <a:pt x="116" y="544"/>
                    <a:pt x="116" y="550"/>
                  </a:cubicBezTo>
                  <a:cubicBezTo>
                    <a:pt x="116" y="554"/>
                    <a:pt x="119" y="556"/>
                    <a:pt x="119" y="561"/>
                  </a:cubicBezTo>
                  <a:cubicBezTo>
                    <a:pt x="119" y="564"/>
                    <a:pt x="117" y="565"/>
                    <a:pt x="117" y="568"/>
                  </a:cubicBezTo>
                  <a:cubicBezTo>
                    <a:pt x="117" y="572"/>
                    <a:pt x="117" y="572"/>
                    <a:pt x="117" y="572"/>
                  </a:cubicBezTo>
                  <a:cubicBezTo>
                    <a:pt x="117" y="577"/>
                    <a:pt x="113" y="580"/>
                    <a:pt x="113" y="585"/>
                  </a:cubicBezTo>
                  <a:cubicBezTo>
                    <a:pt x="113" y="588"/>
                    <a:pt x="115" y="590"/>
                    <a:pt x="115" y="593"/>
                  </a:cubicBezTo>
                  <a:cubicBezTo>
                    <a:pt x="118" y="604"/>
                    <a:pt x="118" y="610"/>
                    <a:pt x="120" y="621"/>
                  </a:cubicBezTo>
                  <a:cubicBezTo>
                    <a:pt x="121" y="627"/>
                    <a:pt x="123" y="631"/>
                    <a:pt x="123" y="637"/>
                  </a:cubicBezTo>
                  <a:cubicBezTo>
                    <a:pt x="123" y="642"/>
                    <a:pt x="121" y="645"/>
                    <a:pt x="121" y="650"/>
                  </a:cubicBezTo>
                  <a:cubicBezTo>
                    <a:pt x="121" y="655"/>
                    <a:pt x="122" y="658"/>
                    <a:pt x="124" y="663"/>
                  </a:cubicBezTo>
                  <a:cubicBezTo>
                    <a:pt x="125" y="667"/>
                    <a:pt x="125" y="671"/>
                    <a:pt x="128" y="674"/>
                  </a:cubicBezTo>
                  <a:cubicBezTo>
                    <a:pt x="131" y="677"/>
                    <a:pt x="134" y="678"/>
                    <a:pt x="139" y="680"/>
                  </a:cubicBezTo>
                  <a:cubicBezTo>
                    <a:pt x="149" y="686"/>
                    <a:pt x="155" y="689"/>
                    <a:pt x="167" y="689"/>
                  </a:cubicBezTo>
                  <a:cubicBezTo>
                    <a:pt x="174" y="689"/>
                    <a:pt x="174" y="689"/>
                    <a:pt x="174" y="689"/>
                  </a:cubicBezTo>
                  <a:cubicBezTo>
                    <a:pt x="177" y="689"/>
                    <a:pt x="180" y="690"/>
                    <a:pt x="183" y="691"/>
                  </a:cubicBezTo>
                  <a:cubicBezTo>
                    <a:pt x="185" y="691"/>
                    <a:pt x="186" y="691"/>
                    <a:pt x="188" y="691"/>
                  </a:cubicBezTo>
                  <a:cubicBezTo>
                    <a:pt x="188" y="696"/>
                    <a:pt x="188" y="699"/>
                    <a:pt x="188" y="704"/>
                  </a:cubicBezTo>
                  <a:cubicBezTo>
                    <a:pt x="193" y="704"/>
                    <a:pt x="193" y="704"/>
                    <a:pt x="193" y="704"/>
                  </a:cubicBezTo>
                  <a:cubicBezTo>
                    <a:pt x="197" y="704"/>
                    <a:pt x="200" y="700"/>
                    <a:pt x="200" y="696"/>
                  </a:cubicBezTo>
                  <a:cubicBezTo>
                    <a:pt x="200" y="693"/>
                    <a:pt x="196" y="692"/>
                    <a:pt x="195" y="690"/>
                  </a:cubicBezTo>
                  <a:cubicBezTo>
                    <a:pt x="194" y="687"/>
                    <a:pt x="193" y="686"/>
                    <a:pt x="192" y="683"/>
                  </a:cubicBezTo>
                  <a:cubicBezTo>
                    <a:pt x="202" y="678"/>
                    <a:pt x="202" y="678"/>
                    <a:pt x="202" y="678"/>
                  </a:cubicBezTo>
                  <a:cubicBezTo>
                    <a:pt x="205" y="685"/>
                    <a:pt x="212" y="686"/>
                    <a:pt x="220" y="686"/>
                  </a:cubicBezTo>
                  <a:cubicBezTo>
                    <a:pt x="228" y="686"/>
                    <a:pt x="228" y="686"/>
                    <a:pt x="228" y="686"/>
                  </a:cubicBezTo>
                  <a:cubicBezTo>
                    <a:pt x="241" y="686"/>
                    <a:pt x="247" y="693"/>
                    <a:pt x="257" y="700"/>
                  </a:cubicBezTo>
                  <a:cubicBezTo>
                    <a:pt x="262" y="703"/>
                    <a:pt x="264" y="706"/>
                    <a:pt x="269" y="706"/>
                  </a:cubicBezTo>
                  <a:cubicBezTo>
                    <a:pt x="275" y="706"/>
                    <a:pt x="274" y="698"/>
                    <a:pt x="275" y="693"/>
                  </a:cubicBezTo>
                  <a:cubicBezTo>
                    <a:pt x="284" y="696"/>
                    <a:pt x="289" y="701"/>
                    <a:pt x="298" y="701"/>
                  </a:cubicBezTo>
                  <a:cubicBezTo>
                    <a:pt x="305" y="701"/>
                    <a:pt x="308" y="699"/>
                    <a:pt x="315" y="698"/>
                  </a:cubicBezTo>
                  <a:cubicBezTo>
                    <a:pt x="333" y="695"/>
                    <a:pt x="344" y="693"/>
                    <a:pt x="361" y="687"/>
                  </a:cubicBezTo>
                  <a:cubicBezTo>
                    <a:pt x="371" y="684"/>
                    <a:pt x="375" y="680"/>
                    <a:pt x="385" y="677"/>
                  </a:cubicBezTo>
                  <a:cubicBezTo>
                    <a:pt x="402" y="671"/>
                    <a:pt x="409" y="661"/>
                    <a:pt x="426" y="656"/>
                  </a:cubicBezTo>
                  <a:cubicBezTo>
                    <a:pt x="438" y="652"/>
                    <a:pt x="447" y="651"/>
                    <a:pt x="453" y="640"/>
                  </a:cubicBezTo>
                  <a:cubicBezTo>
                    <a:pt x="456" y="636"/>
                    <a:pt x="454" y="633"/>
                    <a:pt x="455" y="629"/>
                  </a:cubicBezTo>
                  <a:cubicBezTo>
                    <a:pt x="456" y="630"/>
                    <a:pt x="457" y="631"/>
                    <a:pt x="459" y="631"/>
                  </a:cubicBezTo>
                  <a:cubicBezTo>
                    <a:pt x="461" y="631"/>
                    <a:pt x="461" y="629"/>
                    <a:pt x="463" y="628"/>
                  </a:cubicBezTo>
                  <a:cubicBezTo>
                    <a:pt x="466" y="627"/>
                    <a:pt x="468" y="629"/>
                    <a:pt x="471" y="628"/>
                  </a:cubicBezTo>
                  <a:cubicBezTo>
                    <a:pt x="478" y="626"/>
                    <a:pt x="480" y="623"/>
                    <a:pt x="485" y="619"/>
                  </a:cubicBezTo>
                  <a:cubicBezTo>
                    <a:pt x="492" y="613"/>
                    <a:pt x="498" y="613"/>
                    <a:pt x="506" y="610"/>
                  </a:cubicBezTo>
                  <a:cubicBezTo>
                    <a:pt x="518" y="605"/>
                    <a:pt x="511" y="590"/>
                    <a:pt x="518" y="579"/>
                  </a:cubicBezTo>
                  <a:cubicBezTo>
                    <a:pt x="520" y="575"/>
                    <a:pt x="525" y="575"/>
                    <a:pt x="530" y="575"/>
                  </a:cubicBezTo>
                  <a:cubicBezTo>
                    <a:pt x="532" y="575"/>
                    <a:pt x="533" y="576"/>
                    <a:pt x="534" y="577"/>
                  </a:cubicBezTo>
                  <a:cubicBezTo>
                    <a:pt x="536" y="578"/>
                    <a:pt x="539" y="579"/>
                    <a:pt x="539" y="581"/>
                  </a:cubicBezTo>
                  <a:cubicBezTo>
                    <a:pt x="539" y="582"/>
                    <a:pt x="538" y="583"/>
                    <a:pt x="538" y="584"/>
                  </a:cubicBezTo>
                  <a:cubicBezTo>
                    <a:pt x="538" y="587"/>
                    <a:pt x="542" y="587"/>
                    <a:pt x="545" y="589"/>
                  </a:cubicBezTo>
                  <a:cubicBezTo>
                    <a:pt x="548" y="591"/>
                    <a:pt x="550" y="593"/>
                    <a:pt x="551" y="596"/>
                  </a:cubicBezTo>
                  <a:cubicBezTo>
                    <a:pt x="555" y="601"/>
                    <a:pt x="555" y="607"/>
                    <a:pt x="561" y="610"/>
                  </a:cubicBezTo>
                  <a:cubicBezTo>
                    <a:pt x="563" y="606"/>
                    <a:pt x="565" y="603"/>
                    <a:pt x="569" y="603"/>
                  </a:cubicBezTo>
                  <a:cubicBezTo>
                    <a:pt x="576" y="603"/>
                    <a:pt x="576" y="603"/>
                    <a:pt x="576" y="603"/>
                  </a:cubicBezTo>
                  <a:cubicBezTo>
                    <a:pt x="585" y="603"/>
                    <a:pt x="590" y="603"/>
                    <a:pt x="598" y="606"/>
                  </a:cubicBezTo>
                  <a:cubicBezTo>
                    <a:pt x="602" y="608"/>
                    <a:pt x="603" y="613"/>
                    <a:pt x="607" y="613"/>
                  </a:cubicBezTo>
                  <a:cubicBezTo>
                    <a:pt x="620" y="613"/>
                    <a:pt x="625" y="603"/>
                    <a:pt x="638" y="603"/>
                  </a:cubicBezTo>
                  <a:cubicBezTo>
                    <a:pt x="646" y="603"/>
                    <a:pt x="649" y="612"/>
                    <a:pt x="658" y="612"/>
                  </a:cubicBezTo>
                  <a:cubicBezTo>
                    <a:pt x="667" y="612"/>
                    <a:pt x="670" y="604"/>
                    <a:pt x="679" y="604"/>
                  </a:cubicBezTo>
                  <a:cubicBezTo>
                    <a:pt x="684" y="604"/>
                    <a:pt x="684" y="611"/>
                    <a:pt x="688" y="611"/>
                  </a:cubicBezTo>
                  <a:cubicBezTo>
                    <a:pt x="698" y="611"/>
                    <a:pt x="701" y="598"/>
                    <a:pt x="711" y="598"/>
                  </a:cubicBezTo>
                  <a:cubicBezTo>
                    <a:pt x="714" y="598"/>
                    <a:pt x="715" y="601"/>
                    <a:pt x="718" y="602"/>
                  </a:cubicBezTo>
                  <a:cubicBezTo>
                    <a:pt x="724" y="605"/>
                    <a:pt x="728" y="604"/>
                    <a:pt x="732" y="608"/>
                  </a:cubicBezTo>
                  <a:cubicBezTo>
                    <a:pt x="734" y="611"/>
                    <a:pt x="736" y="614"/>
                    <a:pt x="740" y="614"/>
                  </a:cubicBezTo>
                  <a:cubicBezTo>
                    <a:pt x="748" y="614"/>
                    <a:pt x="748" y="614"/>
                    <a:pt x="748" y="614"/>
                  </a:cubicBezTo>
                  <a:cubicBezTo>
                    <a:pt x="751" y="614"/>
                    <a:pt x="753" y="612"/>
                    <a:pt x="756" y="611"/>
                  </a:cubicBezTo>
                  <a:cubicBezTo>
                    <a:pt x="755" y="611"/>
                    <a:pt x="755" y="611"/>
                    <a:pt x="755" y="611"/>
                  </a:cubicBezTo>
                  <a:cubicBezTo>
                    <a:pt x="757" y="607"/>
                    <a:pt x="761" y="606"/>
                    <a:pt x="765" y="606"/>
                  </a:cubicBezTo>
                  <a:cubicBezTo>
                    <a:pt x="775" y="606"/>
                    <a:pt x="775" y="606"/>
                    <a:pt x="775" y="606"/>
                  </a:cubicBezTo>
                  <a:cubicBezTo>
                    <a:pt x="779" y="606"/>
                    <a:pt x="783" y="602"/>
                    <a:pt x="783" y="598"/>
                  </a:cubicBezTo>
                  <a:cubicBezTo>
                    <a:pt x="783" y="593"/>
                    <a:pt x="782" y="590"/>
                    <a:pt x="784" y="585"/>
                  </a:cubicBezTo>
                  <a:cubicBezTo>
                    <a:pt x="785" y="585"/>
                    <a:pt x="785" y="585"/>
                    <a:pt x="785" y="585"/>
                  </a:cubicBezTo>
                  <a:cubicBezTo>
                    <a:pt x="789" y="590"/>
                    <a:pt x="793" y="590"/>
                    <a:pt x="798" y="593"/>
                  </a:cubicBezTo>
                  <a:cubicBezTo>
                    <a:pt x="810" y="598"/>
                    <a:pt x="819" y="602"/>
                    <a:pt x="825" y="614"/>
                  </a:cubicBezTo>
                  <a:cubicBezTo>
                    <a:pt x="833" y="629"/>
                    <a:pt x="846" y="634"/>
                    <a:pt x="863" y="634"/>
                  </a:cubicBezTo>
                  <a:cubicBezTo>
                    <a:pt x="871" y="634"/>
                    <a:pt x="871" y="624"/>
                    <a:pt x="876" y="616"/>
                  </a:cubicBezTo>
                  <a:cubicBezTo>
                    <a:pt x="879" y="619"/>
                    <a:pt x="882" y="619"/>
                    <a:pt x="886" y="621"/>
                  </a:cubicBezTo>
                  <a:cubicBezTo>
                    <a:pt x="885" y="620"/>
                    <a:pt x="885" y="620"/>
                    <a:pt x="885" y="620"/>
                  </a:cubicBezTo>
                  <a:cubicBezTo>
                    <a:pt x="886" y="622"/>
                    <a:pt x="888" y="625"/>
                    <a:pt x="890" y="625"/>
                  </a:cubicBezTo>
                  <a:cubicBezTo>
                    <a:pt x="893" y="625"/>
                    <a:pt x="893" y="622"/>
                    <a:pt x="896" y="622"/>
                  </a:cubicBezTo>
                  <a:cubicBezTo>
                    <a:pt x="902" y="620"/>
                    <a:pt x="906" y="618"/>
                    <a:pt x="913" y="618"/>
                  </a:cubicBezTo>
                  <a:cubicBezTo>
                    <a:pt x="923" y="618"/>
                    <a:pt x="923" y="618"/>
                    <a:pt x="923" y="618"/>
                  </a:cubicBezTo>
                  <a:cubicBezTo>
                    <a:pt x="928" y="618"/>
                    <a:pt x="929" y="612"/>
                    <a:pt x="935" y="612"/>
                  </a:cubicBezTo>
                  <a:cubicBezTo>
                    <a:pt x="939" y="612"/>
                    <a:pt x="943" y="612"/>
                    <a:pt x="946" y="615"/>
                  </a:cubicBezTo>
                  <a:cubicBezTo>
                    <a:pt x="948" y="616"/>
                    <a:pt x="947" y="620"/>
                    <a:pt x="949" y="621"/>
                  </a:cubicBezTo>
                  <a:cubicBezTo>
                    <a:pt x="966" y="628"/>
                    <a:pt x="979" y="626"/>
                    <a:pt x="991" y="638"/>
                  </a:cubicBezTo>
                  <a:cubicBezTo>
                    <a:pt x="996" y="643"/>
                    <a:pt x="996" y="648"/>
                    <a:pt x="1001" y="652"/>
                  </a:cubicBezTo>
                  <a:cubicBezTo>
                    <a:pt x="1011" y="657"/>
                    <a:pt x="1018" y="655"/>
                    <a:pt x="1029" y="655"/>
                  </a:cubicBezTo>
                  <a:cubicBezTo>
                    <a:pt x="1041" y="655"/>
                    <a:pt x="1047" y="654"/>
                    <a:pt x="1058" y="650"/>
                  </a:cubicBezTo>
                  <a:cubicBezTo>
                    <a:pt x="1064" y="647"/>
                    <a:pt x="1068" y="643"/>
                    <a:pt x="1075" y="643"/>
                  </a:cubicBezTo>
                  <a:cubicBezTo>
                    <a:pt x="1079" y="643"/>
                    <a:pt x="1080" y="645"/>
                    <a:pt x="1084" y="646"/>
                  </a:cubicBezTo>
                  <a:cubicBezTo>
                    <a:pt x="1094" y="649"/>
                    <a:pt x="1100" y="650"/>
                    <a:pt x="1110" y="650"/>
                  </a:cubicBezTo>
                  <a:cubicBezTo>
                    <a:pt x="1119" y="650"/>
                    <a:pt x="1123" y="647"/>
                    <a:pt x="1131" y="646"/>
                  </a:cubicBezTo>
                  <a:cubicBezTo>
                    <a:pt x="1139" y="645"/>
                    <a:pt x="1144" y="646"/>
                    <a:pt x="1152" y="644"/>
                  </a:cubicBezTo>
                  <a:cubicBezTo>
                    <a:pt x="1166" y="641"/>
                    <a:pt x="1172" y="636"/>
                    <a:pt x="1186" y="632"/>
                  </a:cubicBezTo>
                  <a:cubicBezTo>
                    <a:pt x="1194" y="630"/>
                    <a:pt x="1199" y="630"/>
                    <a:pt x="1207" y="628"/>
                  </a:cubicBezTo>
                  <a:cubicBezTo>
                    <a:pt x="1226" y="624"/>
                    <a:pt x="1235" y="618"/>
                    <a:pt x="1253" y="611"/>
                  </a:cubicBezTo>
                  <a:cubicBezTo>
                    <a:pt x="1262" y="608"/>
                    <a:pt x="1266" y="603"/>
                    <a:pt x="1275" y="599"/>
                  </a:cubicBezTo>
                  <a:cubicBezTo>
                    <a:pt x="1280" y="596"/>
                    <a:pt x="1284" y="595"/>
                    <a:pt x="1289" y="593"/>
                  </a:cubicBezTo>
                  <a:cubicBezTo>
                    <a:pt x="1292" y="591"/>
                    <a:pt x="1296" y="591"/>
                    <a:pt x="1296" y="588"/>
                  </a:cubicBezTo>
                  <a:cubicBezTo>
                    <a:pt x="1296" y="587"/>
                    <a:pt x="1295" y="587"/>
                    <a:pt x="1295" y="586"/>
                  </a:cubicBezTo>
                  <a:cubicBezTo>
                    <a:pt x="1295" y="577"/>
                    <a:pt x="1314" y="581"/>
                    <a:pt x="1314" y="571"/>
                  </a:cubicBezTo>
                  <a:cubicBezTo>
                    <a:pt x="1314" y="566"/>
                    <a:pt x="1309" y="564"/>
                    <a:pt x="1304" y="562"/>
                  </a:cubicBezTo>
                  <a:cubicBezTo>
                    <a:pt x="1296" y="557"/>
                    <a:pt x="1291" y="552"/>
                    <a:pt x="1286" y="544"/>
                  </a:cubicBezTo>
                  <a:cubicBezTo>
                    <a:pt x="1283" y="538"/>
                    <a:pt x="1278" y="539"/>
                    <a:pt x="1272" y="537"/>
                  </a:cubicBezTo>
                  <a:cubicBezTo>
                    <a:pt x="1269" y="536"/>
                    <a:pt x="1269" y="533"/>
                    <a:pt x="1267" y="532"/>
                  </a:cubicBezTo>
                  <a:cubicBezTo>
                    <a:pt x="1264" y="530"/>
                    <a:pt x="1261" y="529"/>
                    <a:pt x="1261" y="525"/>
                  </a:cubicBezTo>
                  <a:cubicBezTo>
                    <a:pt x="1261" y="523"/>
                    <a:pt x="1259" y="522"/>
                    <a:pt x="1258" y="521"/>
                  </a:cubicBezTo>
                  <a:cubicBezTo>
                    <a:pt x="1263" y="518"/>
                    <a:pt x="1265" y="515"/>
                    <a:pt x="1269" y="511"/>
                  </a:cubicBezTo>
                  <a:cubicBezTo>
                    <a:pt x="1274" y="507"/>
                    <a:pt x="1279" y="505"/>
                    <a:pt x="1283" y="499"/>
                  </a:cubicBezTo>
                  <a:cubicBezTo>
                    <a:pt x="1286" y="515"/>
                    <a:pt x="1294" y="523"/>
                    <a:pt x="1306" y="535"/>
                  </a:cubicBezTo>
                  <a:cubicBezTo>
                    <a:pt x="1315" y="543"/>
                    <a:pt x="1317" y="552"/>
                    <a:pt x="1327" y="559"/>
                  </a:cubicBezTo>
                  <a:cubicBezTo>
                    <a:pt x="1331" y="561"/>
                    <a:pt x="1333" y="565"/>
                    <a:pt x="1337" y="565"/>
                  </a:cubicBezTo>
                  <a:cubicBezTo>
                    <a:pt x="1340" y="565"/>
                    <a:pt x="1340" y="562"/>
                    <a:pt x="1342" y="561"/>
                  </a:cubicBezTo>
                  <a:cubicBezTo>
                    <a:pt x="1348" y="559"/>
                    <a:pt x="1351" y="559"/>
                    <a:pt x="1357" y="559"/>
                  </a:cubicBezTo>
                  <a:cubicBezTo>
                    <a:pt x="1357" y="555"/>
                    <a:pt x="1357" y="553"/>
                    <a:pt x="1359" y="550"/>
                  </a:cubicBezTo>
                  <a:cubicBezTo>
                    <a:pt x="1363" y="554"/>
                    <a:pt x="1367" y="556"/>
                    <a:pt x="1373" y="556"/>
                  </a:cubicBezTo>
                  <a:cubicBezTo>
                    <a:pt x="1381" y="556"/>
                    <a:pt x="1386" y="556"/>
                    <a:pt x="1393" y="554"/>
                  </a:cubicBezTo>
                  <a:cubicBezTo>
                    <a:pt x="1390" y="551"/>
                    <a:pt x="1389" y="549"/>
                    <a:pt x="1386" y="546"/>
                  </a:cubicBezTo>
                  <a:cubicBezTo>
                    <a:pt x="1387" y="546"/>
                    <a:pt x="1388" y="547"/>
                    <a:pt x="1390" y="547"/>
                  </a:cubicBezTo>
                  <a:cubicBezTo>
                    <a:pt x="1399" y="547"/>
                    <a:pt x="1401" y="539"/>
                    <a:pt x="1408" y="535"/>
                  </a:cubicBezTo>
                  <a:cubicBezTo>
                    <a:pt x="1417" y="531"/>
                    <a:pt x="1423" y="530"/>
                    <a:pt x="1431" y="524"/>
                  </a:cubicBezTo>
                  <a:cubicBezTo>
                    <a:pt x="1440" y="518"/>
                    <a:pt x="1438" y="508"/>
                    <a:pt x="1439" y="497"/>
                  </a:cubicBezTo>
                  <a:cubicBezTo>
                    <a:pt x="1441" y="486"/>
                    <a:pt x="1444" y="480"/>
                    <a:pt x="1448" y="470"/>
                  </a:cubicBezTo>
                  <a:cubicBezTo>
                    <a:pt x="1454" y="470"/>
                    <a:pt x="1458" y="472"/>
                    <a:pt x="1464" y="473"/>
                  </a:cubicBezTo>
                  <a:cubicBezTo>
                    <a:pt x="1465" y="473"/>
                    <a:pt x="1465" y="473"/>
                    <a:pt x="1465" y="473"/>
                  </a:cubicBezTo>
                  <a:cubicBezTo>
                    <a:pt x="1465" y="470"/>
                    <a:pt x="1467" y="469"/>
                    <a:pt x="1467" y="467"/>
                  </a:cubicBezTo>
                  <a:cubicBezTo>
                    <a:pt x="1467" y="461"/>
                    <a:pt x="1456" y="462"/>
                    <a:pt x="1456" y="456"/>
                  </a:cubicBezTo>
                  <a:cubicBezTo>
                    <a:pt x="1456" y="452"/>
                    <a:pt x="1456" y="452"/>
                    <a:pt x="1456" y="452"/>
                  </a:cubicBezTo>
                  <a:cubicBezTo>
                    <a:pt x="1457" y="450"/>
                    <a:pt x="1458" y="449"/>
                    <a:pt x="1458" y="448"/>
                  </a:cubicBezTo>
                  <a:cubicBezTo>
                    <a:pt x="1463" y="448"/>
                    <a:pt x="1466" y="451"/>
                    <a:pt x="1471" y="451"/>
                  </a:cubicBezTo>
                  <a:cubicBezTo>
                    <a:pt x="1473" y="451"/>
                    <a:pt x="1474" y="448"/>
                    <a:pt x="1475" y="446"/>
                  </a:cubicBezTo>
                  <a:cubicBezTo>
                    <a:pt x="1476" y="445"/>
                    <a:pt x="1476" y="445"/>
                    <a:pt x="1476" y="445"/>
                  </a:cubicBezTo>
                  <a:cubicBezTo>
                    <a:pt x="1480" y="451"/>
                    <a:pt x="1480" y="451"/>
                    <a:pt x="1480" y="451"/>
                  </a:cubicBezTo>
                  <a:cubicBezTo>
                    <a:pt x="1488" y="447"/>
                    <a:pt x="1491" y="443"/>
                    <a:pt x="1497" y="436"/>
                  </a:cubicBezTo>
                  <a:cubicBezTo>
                    <a:pt x="1504" y="430"/>
                    <a:pt x="1509" y="428"/>
                    <a:pt x="1511" y="419"/>
                  </a:cubicBezTo>
                  <a:cubicBezTo>
                    <a:pt x="1481" y="396"/>
                    <a:pt x="1481" y="396"/>
                    <a:pt x="1481" y="396"/>
                  </a:cubicBezTo>
                  <a:cubicBezTo>
                    <a:pt x="1482" y="396"/>
                    <a:pt x="1482" y="395"/>
                    <a:pt x="1482" y="395"/>
                  </a:cubicBezTo>
                  <a:cubicBezTo>
                    <a:pt x="1491" y="395"/>
                    <a:pt x="1494" y="403"/>
                    <a:pt x="1503" y="403"/>
                  </a:cubicBezTo>
                  <a:cubicBezTo>
                    <a:pt x="1506" y="403"/>
                    <a:pt x="1507" y="399"/>
                    <a:pt x="1509" y="396"/>
                  </a:cubicBezTo>
                  <a:cubicBezTo>
                    <a:pt x="1510" y="393"/>
                    <a:pt x="1512" y="392"/>
                    <a:pt x="1513" y="388"/>
                  </a:cubicBezTo>
                  <a:cubicBezTo>
                    <a:pt x="1516" y="382"/>
                    <a:pt x="1520" y="379"/>
                    <a:pt x="1522" y="372"/>
                  </a:cubicBezTo>
                  <a:cubicBezTo>
                    <a:pt x="1526" y="352"/>
                    <a:pt x="1526" y="352"/>
                    <a:pt x="1526" y="352"/>
                  </a:cubicBezTo>
                  <a:cubicBezTo>
                    <a:pt x="1522" y="352"/>
                    <a:pt x="1520" y="350"/>
                    <a:pt x="1515" y="350"/>
                  </a:cubicBezTo>
                  <a:cubicBezTo>
                    <a:pt x="1515" y="348"/>
                    <a:pt x="1515" y="347"/>
                    <a:pt x="1514" y="346"/>
                  </a:cubicBezTo>
                  <a:cubicBezTo>
                    <a:pt x="1519" y="342"/>
                    <a:pt x="1524" y="343"/>
                    <a:pt x="1530" y="341"/>
                  </a:cubicBezTo>
                  <a:cubicBezTo>
                    <a:pt x="1534" y="340"/>
                    <a:pt x="1535" y="336"/>
                    <a:pt x="1540" y="334"/>
                  </a:cubicBezTo>
                  <a:cubicBezTo>
                    <a:pt x="1540" y="333"/>
                    <a:pt x="1540" y="333"/>
                    <a:pt x="1540" y="333"/>
                  </a:cubicBezTo>
                  <a:cubicBezTo>
                    <a:pt x="1536" y="333"/>
                    <a:pt x="1532" y="332"/>
                    <a:pt x="1531" y="328"/>
                  </a:cubicBezTo>
                  <a:cubicBezTo>
                    <a:pt x="1536" y="325"/>
                    <a:pt x="1540" y="326"/>
                    <a:pt x="1546" y="324"/>
                  </a:cubicBezTo>
                  <a:cubicBezTo>
                    <a:pt x="1549" y="323"/>
                    <a:pt x="1552" y="323"/>
                    <a:pt x="1552" y="321"/>
                  </a:cubicBezTo>
                  <a:cubicBezTo>
                    <a:pt x="1552" y="318"/>
                    <a:pt x="1551" y="316"/>
                    <a:pt x="1551" y="313"/>
                  </a:cubicBezTo>
                  <a:cubicBezTo>
                    <a:pt x="1544" y="313"/>
                    <a:pt x="1544" y="313"/>
                    <a:pt x="1544" y="313"/>
                  </a:cubicBezTo>
                  <a:cubicBezTo>
                    <a:pt x="1543" y="313"/>
                    <a:pt x="1542" y="311"/>
                    <a:pt x="1542" y="311"/>
                  </a:cubicBezTo>
                  <a:cubicBezTo>
                    <a:pt x="1546" y="307"/>
                    <a:pt x="1546" y="302"/>
                    <a:pt x="1548" y="297"/>
                  </a:cubicBezTo>
                  <a:cubicBezTo>
                    <a:pt x="1545" y="298"/>
                    <a:pt x="1544" y="300"/>
                    <a:pt x="1541" y="302"/>
                  </a:cubicBezTo>
                  <a:cubicBezTo>
                    <a:pt x="1542" y="300"/>
                    <a:pt x="1543" y="300"/>
                    <a:pt x="1543" y="298"/>
                  </a:cubicBezTo>
                  <a:cubicBezTo>
                    <a:pt x="1543" y="294"/>
                    <a:pt x="1541" y="291"/>
                    <a:pt x="1541" y="287"/>
                  </a:cubicBezTo>
                  <a:cubicBezTo>
                    <a:pt x="1541" y="282"/>
                    <a:pt x="1543" y="280"/>
                    <a:pt x="1545" y="276"/>
                  </a:cubicBezTo>
                  <a:cubicBezTo>
                    <a:pt x="1544" y="275"/>
                    <a:pt x="1544" y="275"/>
                    <a:pt x="1544" y="275"/>
                  </a:cubicBezTo>
                  <a:cubicBezTo>
                    <a:pt x="1542" y="278"/>
                    <a:pt x="1539" y="279"/>
                    <a:pt x="1535" y="279"/>
                  </a:cubicBezTo>
                  <a:cubicBezTo>
                    <a:pt x="1535" y="279"/>
                    <a:pt x="1534" y="279"/>
                    <a:pt x="1534" y="278"/>
                  </a:cubicBezTo>
                  <a:cubicBezTo>
                    <a:pt x="1534" y="274"/>
                    <a:pt x="1540" y="274"/>
                    <a:pt x="1541" y="270"/>
                  </a:cubicBezTo>
                  <a:cubicBezTo>
                    <a:pt x="1547" y="257"/>
                    <a:pt x="1556" y="252"/>
                    <a:pt x="1561" y="239"/>
                  </a:cubicBezTo>
                  <a:cubicBezTo>
                    <a:pt x="1568" y="242"/>
                    <a:pt x="1572" y="243"/>
                    <a:pt x="1580" y="247"/>
                  </a:cubicBezTo>
                  <a:cubicBezTo>
                    <a:pt x="1580" y="255"/>
                    <a:pt x="1580" y="255"/>
                    <a:pt x="1580" y="255"/>
                  </a:cubicBezTo>
                  <a:cubicBezTo>
                    <a:pt x="1581" y="260"/>
                    <a:pt x="1581" y="260"/>
                    <a:pt x="1581" y="260"/>
                  </a:cubicBezTo>
                  <a:cubicBezTo>
                    <a:pt x="1588" y="257"/>
                    <a:pt x="1588" y="257"/>
                    <a:pt x="1588" y="257"/>
                  </a:cubicBezTo>
                  <a:cubicBezTo>
                    <a:pt x="1587" y="254"/>
                    <a:pt x="1585" y="252"/>
                    <a:pt x="1585" y="249"/>
                  </a:cubicBezTo>
                  <a:cubicBezTo>
                    <a:pt x="1585" y="244"/>
                    <a:pt x="1597" y="247"/>
                    <a:pt x="1597" y="242"/>
                  </a:cubicBezTo>
                  <a:cubicBezTo>
                    <a:pt x="1597" y="241"/>
                    <a:pt x="1596" y="241"/>
                    <a:pt x="1596" y="240"/>
                  </a:cubicBezTo>
                  <a:cubicBezTo>
                    <a:pt x="1596" y="236"/>
                    <a:pt x="1600" y="236"/>
                    <a:pt x="1602" y="232"/>
                  </a:cubicBezTo>
                  <a:cubicBezTo>
                    <a:pt x="1601" y="232"/>
                    <a:pt x="1600" y="232"/>
                    <a:pt x="1599" y="232"/>
                  </a:cubicBezTo>
                  <a:cubicBezTo>
                    <a:pt x="1594" y="232"/>
                    <a:pt x="1594" y="232"/>
                    <a:pt x="1594" y="232"/>
                  </a:cubicBezTo>
                  <a:cubicBezTo>
                    <a:pt x="1594" y="231"/>
                    <a:pt x="1594" y="230"/>
                    <a:pt x="1594" y="230"/>
                  </a:cubicBezTo>
                  <a:cubicBezTo>
                    <a:pt x="1595" y="229"/>
                    <a:pt x="1597" y="228"/>
                    <a:pt x="1597" y="225"/>
                  </a:cubicBezTo>
                  <a:cubicBezTo>
                    <a:pt x="1594" y="225"/>
                    <a:pt x="1592" y="225"/>
                    <a:pt x="1588" y="224"/>
                  </a:cubicBezTo>
                  <a:cubicBezTo>
                    <a:pt x="1594" y="219"/>
                    <a:pt x="1599" y="221"/>
                    <a:pt x="1606" y="218"/>
                  </a:cubicBezTo>
                  <a:cubicBezTo>
                    <a:pt x="1617" y="214"/>
                    <a:pt x="1620" y="205"/>
                    <a:pt x="1630" y="199"/>
                  </a:cubicBezTo>
                  <a:cubicBezTo>
                    <a:pt x="1634" y="196"/>
                    <a:pt x="1638" y="196"/>
                    <a:pt x="1642" y="194"/>
                  </a:cubicBezTo>
                  <a:cubicBezTo>
                    <a:pt x="1654" y="187"/>
                    <a:pt x="1660" y="181"/>
                    <a:pt x="1670" y="172"/>
                  </a:cubicBezTo>
                  <a:cubicBezTo>
                    <a:pt x="1678" y="165"/>
                    <a:pt x="1682" y="156"/>
                    <a:pt x="1693" y="156"/>
                  </a:cubicBezTo>
                  <a:cubicBezTo>
                    <a:pt x="1699" y="156"/>
                    <a:pt x="1699" y="156"/>
                    <a:pt x="1699" y="156"/>
                  </a:cubicBezTo>
                  <a:cubicBezTo>
                    <a:pt x="1701" y="156"/>
                    <a:pt x="1703" y="155"/>
                    <a:pt x="1705" y="153"/>
                  </a:cubicBezTo>
                  <a:cubicBezTo>
                    <a:pt x="1711" y="148"/>
                    <a:pt x="1716" y="146"/>
                    <a:pt x="1722" y="14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9" name="Group 279"/>
          <p:cNvGrpSpPr/>
          <p:nvPr/>
        </p:nvGrpSpPr>
        <p:grpSpPr>
          <a:xfrm>
            <a:off x="4064582" y="2456322"/>
            <a:ext cx="230298" cy="230298"/>
            <a:chOff x="846989" y="1401020"/>
            <a:chExt cx="877416" cy="877416"/>
          </a:xfrm>
          <a:effectLst/>
        </p:grpSpPr>
        <p:sp>
          <p:nvSpPr>
            <p:cNvPr id="70" name="Teardrop 69"/>
            <p:cNvSpPr/>
            <p:nvPr/>
          </p:nvSpPr>
          <p:spPr>
            <a:xfrm rot="8100000">
              <a:off x="846989" y="1401020"/>
              <a:ext cx="877416" cy="877416"/>
            </a:xfrm>
            <a:prstGeom prst="teardrop">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71" name="Oval 70"/>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72" name="Group 279"/>
          <p:cNvGrpSpPr/>
          <p:nvPr/>
        </p:nvGrpSpPr>
        <p:grpSpPr>
          <a:xfrm>
            <a:off x="3554054" y="3077407"/>
            <a:ext cx="230298" cy="230298"/>
            <a:chOff x="846989" y="1401020"/>
            <a:chExt cx="877416" cy="877416"/>
          </a:xfrm>
          <a:effectLst/>
        </p:grpSpPr>
        <p:sp>
          <p:nvSpPr>
            <p:cNvPr id="73" name="Teardrop 72"/>
            <p:cNvSpPr/>
            <p:nvPr/>
          </p:nvSpPr>
          <p:spPr>
            <a:xfrm rot="8100000">
              <a:off x="846989" y="1401020"/>
              <a:ext cx="877416" cy="877416"/>
            </a:xfrm>
            <a:prstGeom prst="teardrop">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74" name="Oval 73"/>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75" name="Group 279"/>
          <p:cNvGrpSpPr/>
          <p:nvPr/>
        </p:nvGrpSpPr>
        <p:grpSpPr>
          <a:xfrm>
            <a:off x="3918923" y="2903170"/>
            <a:ext cx="230298" cy="230298"/>
            <a:chOff x="846989" y="1401020"/>
            <a:chExt cx="877416" cy="877416"/>
          </a:xfrm>
          <a:effectLst/>
        </p:grpSpPr>
        <p:sp>
          <p:nvSpPr>
            <p:cNvPr id="76" name="Teardrop 75"/>
            <p:cNvSpPr/>
            <p:nvPr/>
          </p:nvSpPr>
          <p:spPr>
            <a:xfrm rot="8100000">
              <a:off x="846989" y="1401020"/>
              <a:ext cx="877416" cy="877416"/>
            </a:xfrm>
            <a:prstGeom prst="teardrop">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77" name="Oval 76"/>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78" name="Group 279"/>
          <p:cNvGrpSpPr/>
          <p:nvPr/>
        </p:nvGrpSpPr>
        <p:grpSpPr>
          <a:xfrm>
            <a:off x="4340261" y="2651858"/>
            <a:ext cx="230298" cy="230298"/>
            <a:chOff x="846989" y="1401020"/>
            <a:chExt cx="877416" cy="877416"/>
          </a:xfrm>
          <a:effectLst/>
        </p:grpSpPr>
        <p:sp>
          <p:nvSpPr>
            <p:cNvPr id="79" name="Teardrop 78"/>
            <p:cNvSpPr/>
            <p:nvPr/>
          </p:nvSpPr>
          <p:spPr>
            <a:xfrm rot="8100000">
              <a:off x="846989" y="1401020"/>
              <a:ext cx="877416" cy="877416"/>
            </a:xfrm>
            <a:prstGeom prst="teardrop">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80" name="Oval 79"/>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81" name="Group 279"/>
          <p:cNvGrpSpPr/>
          <p:nvPr/>
        </p:nvGrpSpPr>
        <p:grpSpPr>
          <a:xfrm>
            <a:off x="2148545" y="4676558"/>
            <a:ext cx="230298" cy="230298"/>
            <a:chOff x="846989" y="1401020"/>
            <a:chExt cx="877416" cy="877416"/>
          </a:xfrm>
          <a:effectLst/>
        </p:grpSpPr>
        <p:sp>
          <p:nvSpPr>
            <p:cNvPr id="82" name="Teardrop 81"/>
            <p:cNvSpPr/>
            <p:nvPr/>
          </p:nvSpPr>
          <p:spPr>
            <a:xfrm rot="8100000">
              <a:off x="846989" y="1401020"/>
              <a:ext cx="877416" cy="877416"/>
            </a:xfrm>
            <a:prstGeom prst="teardrop">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83" name="Oval 82"/>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grpSp>
        <p:nvGrpSpPr>
          <p:cNvPr id="84" name="Group 279"/>
          <p:cNvGrpSpPr/>
          <p:nvPr/>
        </p:nvGrpSpPr>
        <p:grpSpPr>
          <a:xfrm>
            <a:off x="4259585" y="3223042"/>
            <a:ext cx="230298" cy="230298"/>
            <a:chOff x="846989" y="1401020"/>
            <a:chExt cx="877416" cy="877416"/>
          </a:xfrm>
          <a:effectLst/>
        </p:grpSpPr>
        <p:sp>
          <p:nvSpPr>
            <p:cNvPr id="85" name="Teardrop 84"/>
            <p:cNvSpPr/>
            <p:nvPr/>
          </p:nvSpPr>
          <p:spPr>
            <a:xfrm rot="8100000">
              <a:off x="846989" y="1401020"/>
              <a:ext cx="877416" cy="877416"/>
            </a:xfrm>
            <a:prstGeom prst="teardrop">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lumMod val="75000"/>
                    <a:lumOff val="25000"/>
                  </a:schemeClr>
                </a:solidFill>
              </a:endParaRPr>
            </a:p>
          </p:txBody>
        </p:sp>
        <p:sp>
          <p:nvSpPr>
            <p:cNvPr id="86" name="Oval 85"/>
            <p:cNvSpPr/>
            <p:nvPr/>
          </p:nvSpPr>
          <p:spPr>
            <a:xfrm>
              <a:off x="981458" y="1537516"/>
              <a:ext cx="608478" cy="6084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800" b="1" dirty="0">
                <a:solidFill>
                  <a:schemeClr val="tx1">
                    <a:lumMod val="75000"/>
                    <a:lumOff val="25000"/>
                  </a:schemeClr>
                </a:solidFill>
              </a:endParaRPr>
            </a:p>
          </p:txBody>
        </p:sp>
      </p:grpSp>
      <p:sp>
        <p:nvSpPr>
          <p:cNvPr id="87" name="Footer Text"/>
          <p:cNvSpPr txBox="1"/>
          <p:nvPr/>
        </p:nvSpPr>
        <p:spPr>
          <a:xfrm>
            <a:off x="4904360" y="2286000"/>
            <a:ext cx="3643719"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a:t>
            </a:r>
          </a:p>
        </p:txBody>
      </p:sp>
      <p:grpSp>
        <p:nvGrpSpPr>
          <p:cNvPr id="88" name="Group 79"/>
          <p:cNvGrpSpPr/>
          <p:nvPr/>
        </p:nvGrpSpPr>
        <p:grpSpPr>
          <a:xfrm>
            <a:off x="4884904" y="2955573"/>
            <a:ext cx="1621812" cy="726711"/>
            <a:chOff x="659295" y="3313522"/>
            <a:chExt cx="1779209" cy="797236"/>
          </a:xfrm>
        </p:grpSpPr>
        <p:sp>
          <p:nvSpPr>
            <p:cNvPr id="89" name="Text Placeholder 3"/>
            <p:cNvSpPr txBox="1">
              <a:spLocks/>
            </p:cNvSpPr>
            <p:nvPr/>
          </p:nvSpPr>
          <p:spPr>
            <a:xfrm>
              <a:off x="1040068" y="3313522"/>
              <a:ext cx="650672" cy="47270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tx1">
                      <a:lumMod val="50000"/>
                      <a:lumOff val="50000"/>
                    </a:schemeClr>
                  </a:solidFill>
                  <a:effectLst/>
                  <a:uLnTx/>
                  <a:uFillTx/>
                  <a:latin typeface="+mn-lt"/>
                  <a:ea typeface="+mn-ea"/>
                  <a:cs typeface="+mn-cs"/>
                </a:rPr>
                <a:t>25%</a:t>
              </a:r>
            </a:p>
          </p:txBody>
        </p:sp>
        <p:grpSp>
          <p:nvGrpSpPr>
            <p:cNvPr id="90" name="Group 179"/>
            <p:cNvGrpSpPr/>
            <p:nvPr/>
          </p:nvGrpSpPr>
          <p:grpSpPr>
            <a:xfrm>
              <a:off x="659295" y="3323584"/>
              <a:ext cx="305892" cy="782870"/>
              <a:chOff x="5054600" y="1678181"/>
              <a:chExt cx="187325" cy="479425"/>
            </a:xfrm>
            <a:solidFill>
              <a:schemeClr val="tx1">
                <a:lumMod val="50000"/>
                <a:lumOff val="50000"/>
              </a:schemeClr>
            </a:solidFill>
          </p:grpSpPr>
          <p:sp>
            <p:nvSpPr>
              <p:cNvPr id="92" name="Freeform 96"/>
              <p:cNvSpPr>
                <a:spLocks/>
              </p:cNvSpPr>
              <p:nvPr/>
            </p:nvSpPr>
            <p:spPr bwMode="auto">
              <a:xfrm>
                <a:off x="5054600" y="1759144"/>
                <a:ext cx="187325" cy="398462"/>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93" name="Oval 97"/>
              <p:cNvSpPr>
                <a:spLocks noChangeArrowheads="1"/>
              </p:cNvSpPr>
              <p:nvPr/>
            </p:nvSpPr>
            <p:spPr bwMode="auto">
              <a:xfrm>
                <a:off x="5110163" y="1678181"/>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91" name="Text Placeholder 3"/>
            <p:cNvSpPr txBox="1">
              <a:spLocks/>
            </p:cNvSpPr>
            <p:nvPr/>
          </p:nvSpPr>
          <p:spPr>
            <a:xfrm>
              <a:off x="1009932" y="3773112"/>
              <a:ext cx="1428572" cy="33764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pSp>
        <p:nvGrpSpPr>
          <p:cNvPr id="94" name="Group 80"/>
          <p:cNvGrpSpPr/>
          <p:nvPr/>
        </p:nvGrpSpPr>
        <p:grpSpPr>
          <a:xfrm>
            <a:off x="6789904" y="2951772"/>
            <a:ext cx="1738719" cy="734312"/>
            <a:chOff x="2551072" y="3271738"/>
            <a:chExt cx="1907462" cy="805574"/>
          </a:xfrm>
        </p:grpSpPr>
        <p:grpSp>
          <p:nvGrpSpPr>
            <p:cNvPr id="95" name="Group 184"/>
            <p:cNvGrpSpPr/>
            <p:nvPr/>
          </p:nvGrpSpPr>
          <p:grpSpPr>
            <a:xfrm>
              <a:off x="2551072" y="3271738"/>
              <a:ext cx="362111" cy="777397"/>
              <a:chOff x="6213475" y="1668463"/>
              <a:chExt cx="227013" cy="487362"/>
            </a:xfrm>
            <a:solidFill>
              <a:schemeClr val="tx1">
                <a:lumMod val="50000"/>
                <a:lumOff val="50000"/>
              </a:schemeClr>
            </a:solidFill>
          </p:grpSpPr>
          <p:sp>
            <p:nvSpPr>
              <p:cNvPr id="98" name="Oval 98"/>
              <p:cNvSpPr>
                <a:spLocks noChangeArrowheads="1"/>
              </p:cNvSpPr>
              <p:nvPr/>
            </p:nvSpPr>
            <p:spPr bwMode="auto">
              <a:xfrm>
                <a:off x="6291263" y="1668463"/>
                <a:ext cx="73025" cy="7302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sp>
            <p:nvSpPr>
              <p:cNvPr id="99" name="Freeform 99"/>
              <p:cNvSpPr>
                <a:spLocks/>
              </p:cNvSpPr>
              <p:nvPr/>
            </p:nvSpPr>
            <p:spPr bwMode="auto">
              <a:xfrm>
                <a:off x="6213475" y="1757363"/>
                <a:ext cx="227013" cy="398462"/>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chemeClr val="tx1">
                      <a:lumMod val="50000"/>
                      <a:lumOff val="50000"/>
                    </a:schemeClr>
                  </a:solidFill>
                </a:endParaRPr>
              </a:p>
            </p:txBody>
          </p:sp>
        </p:grpSp>
        <p:sp>
          <p:nvSpPr>
            <p:cNvPr id="96" name="Text Placeholder 3"/>
            <p:cNvSpPr txBox="1">
              <a:spLocks/>
            </p:cNvSpPr>
            <p:nvPr/>
          </p:nvSpPr>
          <p:spPr>
            <a:xfrm>
              <a:off x="2971909" y="3288630"/>
              <a:ext cx="650673" cy="472703"/>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eaLnBrk="1" fontAlgn="auto" latinLnBrk="0" hangingPunct="1">
                <a:lnSpc>
                  <a:spcPct val="100000"/>
                </a:lnSpc>
                <a:spcBef>
                  <a:spcPct val="20000"/>
                </a:spcBef>
                <a:spcAft>
                  <a:spcPts val="0"/>
                </a:spcAft>
                <a:buClrTx/>
                <a:buSzTx/>
                <a:buFont typeface="Arial" pitchFamily="34" charset="0"/>
                <a:buNone/>
                <a:tabLst/>
                <a:defRPr/>
              </a:pPr>
              <a:r>
                <a:rPr kumimoji="0" lang="en-US" b="1" i="0" u="none" strike="noStrike" kern="1200" cap="none" spc="0" normalizeH="0" baseline="0" noProof="0" dirty="0">
                  <a:ln>
                    <a:noFill/>
                  </a:ln>
                  <a:solidFill>
                    <a:schemeClr val="tx1">
                      <a:lumMod val="50000"/>
                      <a:lumOff val="50000"/>
                    </a:schemeClr>
                  </a:solidFill>
                  <a:effectLst/>
                  <a:uLnTx/>
                  <a:uFillTx/>
                  <a:latin typeface="+mn-lt"/>
                  <a:ea typeface="+mn-ea"/>
                  <a:cs typeface="+mn-cs"/>
                </a:rPr>
                <a:t>75%</a:t>
              </a:r>
            </a:p>
          </p:txBody>
        </p:sp>
        <p:sp>
          <p:nvSpPr>
            <p:cNvPr id="97" name="Text Placeholder 3"/>
            <p:cNvSpPr txBox="1">
              <a:spLocks/>
            </p:cNvSpPr>
            <p:nvPr/>
          </p:nvSpPr>
          <p:spPr>
            <a:xfrm>
              <a:off x="2913155" y="3739666"/>
              <a:ext cx="1545379" cy="337646"/>
            </a:xfrm>
            <a:prstGeom prst="rect">
              <a:avLst/>
            </a:prstGeom>
          </p:spPr>
          <p:txBody>
            <a:bodyPr wrap="square" lIns="0" tIns="0" rIns="0" bIns="0" anchor="ctr"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lgn="l" defTabSz="914400">
                <a:spcBef>
                  <a:spcPct val="20000"/>
                </a:spcBef>
                <a:defRPr/>
              </a:pPr>
              <a:r>
                <a:rPr lang="en-US" sz="1000" dirty="0">
                  <a:solidFill>
                    <a:schemeClr val="tx1">
                      <a:lumMod val="50000"/>
                      <a:lumOff val="50000"/>
                    </a:schemeClr>
                  </a:solidFill>
                </a:rPr>
                <a:t>There are many variations  passages but the majority</a:t>
              </a:r>
            </a:p>
          </p:txBody>
        </p:sp>
      </p:grpSp>
      <p:graphicFrame>
        <p:nvGraphicFramePr>
          <p:cNvPr id="100" name="Chart 99"/>
          <p:cNvGraphicFramePr/>
          <p:nvPr/>
        </p:nvGraphicFramePr>
        <p:xfrm>
          <a:off x="4523362" y="3739403"/>
          <a:ext cx="4146138" cy="2182786"/>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p:cTn id="7" dur="500" fill="hold"/>
                                        <p:tgtEl>
                                          <p:spTgt spid="61"/>
                                        </p:tgtEl>
                                        <p:attrNameLst>
                                          <p:attrName>ppt_w</p:attrName>
                                        </p:attrNameLst>
                                      </p:cBhvr>
                                      <p:tavLst>
                                        <p:tav tm="0">
                                          <p:val>
                                            <p:fltVal val="0"/>
                                          </p:val>
                                        </p:tav>
                                        <p:tav tm="100000">
                                          <p:val>
                                            <p:strVal val="#ppt_w"/>
                                          </p:val>
                                        </p:tav>
                                      </p:tavLst>
                                    </p:anim>
                                    <p:anim calcmode="lin" valueType="num">
                                      <p:cBhvr>
                                        <p:cTn id="8" dur="500" fill="hold"/>
                                        <p:tgtEl>
                                          <p:spTgt spid="61"/>
                                        </p:tgtEl>
                                        <p:attrNameLst>
                                          <p:attrName>ppt_h</p:attrName>
                                        </p:attrNameLst>
                                      </p:cBhvr>
                                      <p:tavLst>
                                        <p:tav tm="0">
                                          <p:val>
                                            <p:fltVal val="0"/>
                                          </p:val>
                                        </p:tav>
                                        <p:tav tm="100000">
                                          <p:val>
                                            <p:strVal val="#ppt_h"/>
                                          </p:val>
                                        </p:tav>
                                      </p:tavLst>
                                    </p:anim>
                                    <p:animEffect transition="in" filter="fade">
                                      <p:cBhvr>
                                        <p:cTn id="9" dur="500"/>
                                        <p:tgtEl>
                                          <p:spTgt spid="61"/>
                                        </p:tgtEl>
                                      </p:cBhvr>
                                    </p:animEffect>
                                  </p:childTnLst>
                                </p:cTn>
                              </p:par>
                            </p:childTnLst>
                          </p:cTn>
                        </p:par>
                        <p:par>
                          <p:cTn id="10" fill="hold">
                            <p:stCondLst>
                              <p:cond delay="500"/>
                            </p:stCondLst>
                            <p:childTnLst>
                              <p:par>
                                <p:cTn id="11" presetID="2" presetClass="entr" presetSubtype="1" accel="50000" decel="50000" fill="hold" nodeType="afterEffect">
                                  <p:stCondLst>
                                    <p:cond delay="0"/>
                                  </p:stCondLst>
                                  <p:childTnLst>
                                    <p:set>
                                      <p:cBhvr>
                                        <p:cTn id="12" dur="1" fill="hold">
                                          <p:stCondLst>
                                            <p:cond delay="0"/>
                                          </p:stCondLst>
                                        </p:cTn>
                                        <p:tgtEl>
                                          <p:spTgt spid="69"/>
                                        </p:tgtEl>
                                        <p:attrNameLst>
                                          <p:attrName>style.visibility</p:attrName>
                                        </p:attrNameLst>
                                      </p:cBhvr>
                                      <p:to>
                                        <p:strVal val="visible"/>
                                      </p:to>
                                    </p:set>
                                    <p:anim calcmode="lin" valueType="num">
                                      <p:cBhvr additive="base">
                                        <p:cTn id="13" dur="500" fill="hold"/>
                                        <p:tgtEl>
                                          <p:spTgt spid="69"/>
                                        </p:tgtEl>
                                        <p:attrNameLst>
                                          <p:attrName>ppt_x</p:attrName>
                                        </p:attrNameLst>
                                      </p:cBhvr>
                                      <p:tavLst>
                                        <p:tav tm="0">
                                          <p:val>
                                            <p:strVal val="#ppt_x"/>
                                          </p:val>
                                        </p:tav>
                                        <p:tav tm="100000">
                                          <p:val>
                                            <p:strVal val="#ppt_x"/>
                                          </p:val>
                                        </p:tav>
                                      </p:tavLst>
                                    </p:anim>
                                    <p:anim calcmode="lin" valueType="num">
                                      <p:cBhvr additive="base">
                                        <p:cTn id="14" dur="500" fill="hold"/>
                                        <p:tgtEl>
                                          <p:spTgt spid="69"/>
                                        </p:tgtEl>
                                        <p:attrNameLst>
                                          <p:attrName>ppt_y</p:attrName>
                                        </p:attrNameLst>
                                      </p:cBhvr>
                                      <p:tavLst>
                                        <p:tav tm="0">
                                          <p:val>
                                            <p:strVal val="0-#ppt_h/2"/>
                                          </p:val>
                                        </p:tav>
                                        <p:tav tm="100000">
                                          <p:val>
                                            <p:strVal val="#ppt_y"/>
                                          </p:val>
                                        </p:tav>
                                      </p:tavLst>
                                    </p:anim>
                                  </p:childTnLst>
                                </p:cTn>
                              </p:par>
                            </p:childTnLst>
                          </p:cTn>
                        </p:par>
                        <p:par>
                          <p:cTn id="15" fill="hold">
                            <p:stCondLst>
                              <p:cond delay="1000"/>
                            </p:stCondLst>
                            <p:childTnLst>
                              <p:par>
                                <p:cTn id="16" presetID="2" presetClass="entr" presetSubtype="1" accel="50000" decel="50000" fill="hold" nodeType="afterEffect">
                                  <p:stCondLst>
                                    <p:cond delay="0"/>
                                  </p:stCondLst>
                                  <p:childTnLst>
                                    <p:set>
                                      <p:cBhvr>
                                        <p:cTn id="17" dur="1" fill="hold">
                                          <p:stCondLst>
                                            <p:cond delay="0"/>
                                          </p:stCondLst>
                                        </p:cTn>
                                        <p:tgtEl>
                                          <p:spTgt spid="72"/>
                                        </p:tgtEl>
                                        <p:attrNameLst>
                                          <p:attrName>style.visibility</p:attrName>
                                        </p:attrNameLst>
                                      </p:cBhvr>
                                      <p:to>
                                        <p:strVal val="visible"/>
                                      </p:to>
                                    </p:set>
                                    <p:anim calcmode="lin" valueType="num">
                                      <p:cBhvr additive="base">
                                        <p:cTn id="18" dur="500" fill="hold"/>
                                        <p:tgtEl>
                                          <p:spTgt spid="72"/>
                                        </p:tgtEl>
                                        <p:attrNameLst>
                                          <p:attrName>ppt_x</p:attrName>
                                        </p:attrNameLst>
                                      </p:cBhvr>
                                      <p:tavLst>
                                        <p:tav tm="0">
                                          <p:val>
                                            <p:strVal val="#ppt_x"/>
                                          </p:val>
                                        </p:tav>
                                        <p:tav tm="100000">
                                          <p:val>
                                            <p:strVal val="#ppt_x"/>
                                          </p:val>
                                        </p:tav>
                                      </p:tavLst>
                                    </p:anim>
                                    <p:anim calcmode="lin" valueType="num">
                                      <p:cBhvr additive="base">
                                        <p:cTn id="19" dur="500" fill="hold"/>
                                        <p:tgtEl>
                                          <p:spTgt spid="72"/>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1" accel="50000" decel="50000" fill="hold" nodeType="afterEffect">
                                  <p:stCondLst>
                                    <p:cond delay="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500" fill="hold"/>
                                        <p:tgtEl>
                                          <p:spTgt spid="75"/>
                                        </p:tgtEl>
                                        <p:attrNameLst>
                                          <p:attrName>ppt_x</p:attrName>
                                        </p:attrNameLst>
                                      </p:cBhvr>
                                      <p:tavLst>
                                        <p:tav tm="0">
                                          <p:val>
                                            <p:strVal val="#ppt_x"/>
                                          </p:val>
                                        </p:tav>
                                        <p:tav tm="100000">
                                          <p:val>
                                            <p:strVal val="#ppt_x"/>
                                          </p:val>
                                        </p:tav>
                                      </p:tavLst>
                                    </p:anim>
                                    <p:anim calcmode="lin" valueType="num">
                                      <p:cBhvr additive="base">
                                        <p:cTn id="24" dur="500" fill="hold"/>
                                        <p:tgtEl>
                                          <p:spTgt spid="75"/>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2" presetClass="entr" presetSubtype="1" accel="50000" decel="50000" fill="hold" nodeType="afterEffect">
                                  <p:stCondLst>
                                    <p:cond delay="0"/>
                                  </p:stCondLst>
                                  <p:childTnLst>
                                    <p:set>
                                      <p:cBhvr>
                                        <p:cTn id="27" dur="1" fill="hold">
                                          <p:stCondLst>
                                            <p:cond delay="0"/>
                                          </p:stCondLst>
                                        </p:cTn>
                                        <p:tgtEl>
                                          <p:spTgt spid="78"/>
                                        </p:tgtEl>
                                        <p:attrNameLst>
                                          <p:attrName>style.visibility</p:attrName>
                                        </p:attrNameLst>
                                      </p:cBhvr>
                                      <p:to>
                                        <p:strVal val="visible"/>
                                      </p:to>
                                    </p:set>
                                    <p:anim calcmode="lin" valueType="num">
                                      <p:cBhvr additive="base">
                                        <p:cTn id="28" dur="500" fill="hold"/>
                                        <p:tgtEl>
                                          <p:spTgt spid="78"/>
                                        </p:tgtEl>
                                        <p:attrNameLst>
                                          <p:attrName>ppt_x</p:attrName>
                                        </p:attrNameLst>
                                      </p:cBhvr>
                                      <p:tavLst>
                                        <p:tav tm="0">
                                          <p:val>
                                            <p:strVal val="#ppt_x"/>
                                          </p:val>
                                        </p:tav>
                                        <p:tav tm="100000">
                                          <p:val>
                                            <p:strVal val="#ppt_x"/>
                                          </p:val>
                                        </p:tav>
                                      </p:tavLst>
                                    </p:anim>
                                    <p:anim calcmode="lin" valueType="num">
                                      <p:cBhvr additive="base">
                                        <p:cTn id="29" dur="500" fill="hold"/>
                                        <p:tgtEl>
                                          <p:spTgt spid="78"/>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 presetClass="entr" presetSubtype="1" accel="50000" decel="50000" fill="hold" nodeType="afterEffect">
                                  <p:stCondLst>
                                    <p:cond delay="0"/>
                                  </p:stCondLst>
                                  <p:childTnLst>
                                    <p:set>
                                      <p:cBhvr>
                                        <p:cTn id="32" dur="1" fill="hold">
                                          <p:stCondLst>
                                            <p:cond delay="0"/>
                                          </p:stCondLst>
                                        </p:cTn>
                                        <p:tgtEl>
                                          <p:spTgt spid="81"/>
                                        </p:tgtEl>
                                        <p:attrNameLst>
                                          <p:attrName>style.visibility</p:attrName>
                                        </p:attrNameLst>
                                      </p:cBhvr>
                                      <p:to>
                                        <p:strVal val="visible"/>
                                      </p:to>
                                    </p:set>
                                    <p:anim calcmode="lin" valueType="num">
                                      <p:cBhvr additive="base">
                                        <p:cTn id="33" dur="500" fill="hold"/>
                                        <p:tgtEl>
                                          <p:spTgt spid="81"/>
                                        </p:tgtEl>
                                        <p:attrNameLst>
                                          <p:attrName>ppt_x</p:attrName>
                                        </p:attrNameLst>
                                      </p:cBhvr>
                                      <p:tavLst>
                                        <p:tav tm="0">
                                          <p:val>
                                            <p:strVal val="#ppt_x"/>
                                          </p:val>
                                        </p:tav>
                                        <p:tav tm="100000">
                                          <p:val>
                                            <p:strVal val="#ppt_x"/>
                                          </p:val>
                                        </p:tav>
                                      </p:tavLst>
                                    </p:anim>
                                    <p:anim calcmode="lin" valueType="num">
                                      <p:cBhvr additive="base">
                                        <p:cTn id="34" dur="500" fill="hold"/>
                                        <p:tgtEl>
                                          <p:spTgt spid="81"/>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1" accel="50000" decel="50000" fill="hold" nodeType="afterEffect">
                                  <p:stCondLst>
                                    <p:cond delay="0"/>
                                  </p:stCondLst>
                                  <p:childTnLst>
                                    <p:set>
                                      <p:cBhvr>
                                        <p:cTn id="37" dur="1" fill="hold">
                                          <p:stCondLst>
                                            <p:cond delay="0"/>
                                          </p:stCondLst>
                                        </p:cTn>
                                        <p:tgtEl>
                                          <p:spTgt spid="84"/>
                                        </p:tgtEl>
                                        <p:attrNameLst>
                                          <p:attrName>style.visibility</p:attrName>
                                        </p:attrNameLst>
                                      </p:cBhvr>
                                      <p:to>
                                        <p:strVal val="visible"/>
                                      </p:to>
                                    </p:set>
                                    <p:anim calcmode="lin" valueType="num">
                                      <p:cBhvr additive="base">
                                        <p:cTn id="38" dur="500" fill="hold"/>
                                        <p:tgtEl>
                                          <p:spTgt spid="84"/>
                                        </p:tgtEl>
                                        <p:attrNameLst>
                                          <p:attrName>ppt_x</p:attrName>
                                        </p:attrNameLst>
                                      </p:cBhvr>
                                      <p:tavLst>
                                        <p:tav tm="0">
                                          <p:val>
                                            <p:strVal val="#ppt_x"/>
                                          </p:val>
                                        </p:tav>
                                        <p:tav tm="100000">
                                          <p:val>
                                            <p:strVal val="#ppt_x"/>
                                          </p:val>
                                        </p:tav>
                                      </p:tavLst>
                                    </p:anim>
                                    <p:anim calcmode="lin" valueType="num">
                                      <p:cBhvr additive="base">
                                        <p:cTn id="39" dur="500" fill="hold"/>
                                        <p:tgtEl>
                                          <p:spTgt spid="84"/>
                                        </p:tgtEl>
                                        <p:attrNameLst>
                                          <p:attrName>ppt_y</p:attrName>
                                        </p:attrNameLst>
                                      </p:cBhvr>
                                      <p:tavLst>
                                        <p:tav tm="0">
                                          <p:val>
                                            <p:strVal val="0-#ppt_h/2"/>
                                          </p:val>
                                        </p:tav>
                                        <p:tav tm="100000">
                                          <p:val>
                                            <p:strVal val="#ppt_y"/>
                                          </p:val>
                                        </p:tav>
                                      </p:tavLst>
                                    </p:anim>
                                  </p:childTnLst>
                                </p:cTn>
                              </p:par>
                            </p:childTnLst>
                          </p:cTn>
                        </p:par>
                        <p:par>
                          <p:cTn id="40" fill="hold">
                            <p:stCondLst>
                              <p:cond delay="3500"/>
                            </p:stCondLst>
                            <p:childTnLst>
                              <p:par>
                                <p:cTn id="41" presetID="22" presetClass="entr" presetSubtype="8" fill="hold" grpId="0" nodeType="afterEffect">
                                  <p:stCondLst>
                                    <p:cond delay="0"/>
                                  </p:stCondLst>
                                  <p:childTnLst>
                                    <p:set>
                                      <p:cBhvr>
                                        <p:cTn id="42" dur="1" fill="hold">
                                          <p:stCondLst>
                                            <p:cond delay="0"/>
                                          </p:stCondLst>
                                        </p:cTn>
                                        <p:tgtEl>
                                          <p:spTgt spid="87"/>
                                        </p:tgtEl>
                                        <p:attrNameLst>
                                          <p:attrName>style.visibility</p:attrName>
                                        </p:attrNameLst>
                                      </p:cBhvr>
                                      <p:to>
                                        <p:strVal val="visible"/>
                                      </p:to>
                                    </p:set>
                                    <p:animEffect transition="in" filter="wipe(left)">
                                      <p:cBhvr>
                                        <p:cTn id="43" dur="500"/>
                                        <p:tgtEl>
                                          <p:spTgt spid="87"/>
                                        </p:tgtEl>
                                      </p:cBhvr>
                                    </p:animEffect>
                                  </p:childTnLst>
                                </p:cTn>
                              </p:par>
                            </p:childTnLst>
                          </p:cTn>
                        </p:par>
                        <p:par>
                          <p:cTn id="44" fill="hold">
                            <p:stCondLst>
                              <p:cond delay="4000"/>
                            </p:stCondLst>
                            <p:childTnLst>
                              <p:par>
                                <p:cTn id="45" presetID="12" presetClass="entr" presetSubtype="4" fill="hold" nodeType="afterEffect">
                                  <p:stCondLst>
                                    <p:cond delay="0"/>
                                  </p:stCondLst>
                                  <p:childTnLst>
                                    <p:set>
                                      <p:cBhvr>
                                        <p:cTn id="46" dur="1" fill="hold">
                                          <p:stCondLst>
                                            <p:cond delay="0"/>
                                          </p:stCondLst>
                                        </p:cTn>
                                        <p:tgtEl>
                                          <p:spTgt spid="88"/>
                                        </p:tgtEl>
                                        <p:attrNameLst>
                                          <p:attrName>style.visibility</p:attrName>
                                        </p:attrNameLst>
                                      </p:cBhvr>
                                      <p:to>
                                        <p:strVal val="visible"/>
                                      </p:to>
                                    </p:set>
                                    <p:animEffect transition="in" filter="slide(fromBottom)">
                                      <p:cBhvr>
                                        <p:cTn id="47" dur="500"/>
                                        <p:tgtEl>
                                          <p:spTgt spid="88"/>
                                        </p:tgtEl>
                                      </p:cBhvr>
                                    </p:animEffect>
                                  </p:childTnLst>
                                </p:cTn>
                              </p:par>
                            </p:childTnLst>
                          </p:cTn>
                        </p:par>
                        <p:par>
                          <p:cTn id="48" fill="hold">
                            <p:stCondLst>
                              <p:cond delay="4500"/>
                            </p:stCondLst>
                            <p:childTnLst>
                              <p:par>
                                <p:cTn id="49" presetID="12" presetClass="entr" presetSubtype="4" fill="hold" nodeType="afterEffect">
                                  <p:stCondLst>
                                    <p:cond delay="0"/>
                                  </p:stCondLst>
                                  <p:childTnLst>
                                    <p:set>
                                      <p:cBhvr>
                                        <p:cTn id="50" dur="1" fill="hold">
                                          <p:stCondLst>
                                            <p:cond delay="0"/>
                                          </p:stCondLst>
                                        </p:cTn>
                                        <p:tgtEl>
                                          <p:spTgt spid="94"/>
                                        </p:tgtEl>
                                        <p:attrNameLst>
                                          <p:attrName>style.visibility</p:attrName>
                                        </p:attrNameLst>
                                      </p:cBhvr>
                                      <p:to>
                                        <p:strVal val="visible"/>
                                      </p:to>
                                    </p:set>
                                    <p:animEffect transition="in" filter="slide(fromBottom)">
                                      <p:cBhvr>
                                        <p:cTn id="51" dur="500"/>
                                        <p:tgtEl>
                                          <p:spTgt spid="94"/>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100">
                                            <p:graphicEl>
                                              <a:chart seriesIdx="-3" categoryIdx="-3" bldStep="gridLegend"/>
                                            </p:graphicEl>
                                          </p:spTgt>
                                        </p:tgtEl>
                                        <p:attrNameLst>
                                          <p:attrName>style.visibility</p:attrName>
                                        </p:attrNameLst>
                                      </p:cBhvr>
                                      <p:to>
                                        <p:strVal val="visible"/>
                                      </p:to>
                                    </p:set>
                                    <p:animEffect transition="in" filter="fade">
                                      <p:cBhvr>
                                        <p:cTn id="55" dur="1000"/>
                                        <p:tgtEl>
                                          <p:spTgt spid="100">
                                            <p:graphicEl>
                                              <a:chart seriesIdx="-3" categoryIdx="-3" bldStep="gridLegend"/>
                                            </p:graphicEl>
                                          </p:spTgt>
                                        </p:tgtEl>
                                      </p:cBhvr>
                                    </p:animEffect>
                                  </p:childTnLst>
                                </p:cTn>
                              </p:par>
                            </p:childTnLst>
                          </p:cTn>
                        </p:par>
                        <p:par>
                          <p:cTn id="56" fill="hold">
                            <p:stCondLst>
                              <p:cond delay="6000"/>
                            </p:stCondLst>
                            <p:childTnLst>
                              <p:par>
                                <p:cTn id="57" presetID="18" presetClass="entr" presetSubtype="3" fill="hold" grpId="0" nodeType="afterEffect">
                                  <p:stCondLst>
                                    <p:cond delay="0"/>
                                  </p:stCondLst>
                                  <p:childTnLst>
                                    <p:set>
                                      <p:cBhvr>
                                        <p:cTn id="58" dur="1" fill="hold">
                                          <p:stCondLst>
                                            <p:cond delay="0"/>
                                          </p:stCondLst>
                                        </p:cTn>
                                        <p:tgtEl>
                                          <p:spTgt spid="100">
                                            <p:graphicEl>
                                              <a:chart seriesIdx="0" categoryIdx="-4" bldStep="series"/>
                                            </p:graphicEl>
                                          </p:spTgt>
                                        </p:tgtEl>
                                        <p:attrNameLst>
                                          <p:attrName>style.visibility</p:attrName>
                                        </p:attrNameLst>
                                      </p:cBhvr>
                                      <p:to>
                                        <p:strVal val="visible"/>
                                      </p:to>
                                    </p:set>
                                    <p:animEffect transition="in" filter="strips(upRight)">
                                      <p:cBhvr>
                                        <p:cTn id="59" dur="1000"/>
                                        <p:tgtEl>
                                          <p:spTgt spid="100">
                                            <p:graphicEl>
                                              <a:chart seriesIdx="0" categoryIdx="-4" bldStep="series"/>
                                            </p:graphicEl>
                                          </p:spTgt>
                                        </p:tgtEl>
                                      </p:cBhvr>
                                    </p:animEffect>
                                  </p:childTnLst>
                                </p:cTn>
                              </p:par>
                            </p:childTnLst>
                          </p:cTn>
                        </p:par>
                        <p:par>
                          <p:cTn id="60" fill="hold">
                            <p:stCondLst>
                              <p:cond delay="7000"/>
                            </p:stCondLst>
                            <p:childTnLst>
                              <p:par>
                                <p:cTn id="61" presetID="18" presetClass="entr" presetSubtype="3" fill="hold" grpId="0" nodeType="afterEffect">
                                  <p:stCondLst>
                                    <p:cond delay="0"/>
                                  </p:stCondLst>
                                  <p:childTnLst>
                                    <p:set>
                                      <p:cBhvr>
                                        <p:cTn id="62" dur="1" fill="hold">
                                          <p:stCondLst>
                                            <p:cond delay="0"/>
                                          </p:stCondLst>
                                        </p:cTn>
                                        <p:tgtEl>
                                          <p:spTgt spid="100">
                                            <p:graphicEl>
                                              <a:chart seriesIdx="1" categoryIdx="-4" bldStep="series"/>
                                            </p:graphicEl>
                                          </p:spTgt>
                                        </p:tgtEl>
                                        <p:attrNameLst>
                                          <p:attrName>style.visibility</p:attrName>
                                        </p:attrNameLst>
                                      </p:cBhvr>
                                      <p:to>
                                        <p:strVal val="visible"/>
                                      </p:to>
                                    </p:set>
                                    <p:animEffect transition="in" filter="strips(upRight)">
                                      <p:cBhvr>
                                        <p:cTn id="63" dur="1000"/>
                                        <p:tgtEl>
                                          <p:spTgt spid="100">
                                            <p:graphicEl>
                                              <a:chart seriesIdx="1" categoryIdx="-4" bldStep="series"/>
                                            </p:graphicEl>
                                          </p:spTgt>
                                        </p:tgtEl>
                                      </p:cBhvr>
                                    </p:animEffect>
                                  </p:childTnLst>
                                </p:cTn>
                              </p:par>
                            </p:childTnLst>
                          </p:cTn>
                        </p:par>
                        <p:par>
                          <p:cTn id="64" fill="hold">
                            <p:stCondLst>
                              <p:cond delay="8000"/>
                            </p:stCondLst>
                            <p:childTnLst>
                              <p:par>
                                <p:cTn id="65" presetID="18" presetClass="entr" presetSubtype="3" fill="hold" grpId="0" nodeType="afterEffect">
                                  <p:stCondLst>
                                    <p:cond delay="0"/>
                                  </p:stCondLst>
                                  <p:childTnLst>
                                    <p:set>
                                      <p:cBhvr>
                                        <p:cTn id="66" dur="1" fill="hold">
                                          <p:stCondLst>
                                            <p:cond delay="0"/>
                                          </p:stCondLst>
                                        </p:cTn>
                                        <p:tgtEl>
                                          <p:spTgt spid="100">
                                            <p:graphicEl>
                                              <a:chart seriesIdx="2" categoryIdx="-4" bldStep="series"/>
                                            </p:graphicEl>
                                          </p:spTgt>
                                        </p:tgtEl>
                                        <p:attrNameLst>
                                          <p:attrName>style.visibility</p:attrName>
                                        </p:attrNameLst>
                                      </p:cBhvr>
                                      <p:to>
                                        <p:strVal val="visible"/>
                                      </p:to>
                                    </p:set>
                                    <p:animEffect transition="in" filter="strips(upRight)">
                                      <p:cBhvr>
                                        <p:cTn id="67" dur="1000"/>
                                        <p:tgtEl>
                                          <p:spTgt spid="100">
                                            <p:graphicEl>
                                              <a:chart seriesIdx="2" categoryIdx="-4" bldStep="series"/>
                                            </p:graphicEl>
                                          </p:spTgt>
                                        </p:tgtEl>
                                      </p:cBhvr>
                                    </p:animEffect>
                                  </p:childTnLst>
                                </p:cTn>
                              </p:par>
                            </p:childTnLst>
                          </p:cTn>
                        </p:par>
                        <p:par>
                          <p:cTn id="68" fill="hold">
                            <p:stCondLst>
                              <p:cond delay="9000"/>
                            </p:stCondLst>
                            <p:childTnLst>
                              <p:par>
                                <p:cTn id="69" presetID="18" presetClass="entr" presetSubtype="3" fill="hold" grpId="0" nodeType="afterEffect">
                                  <p:stCondLst>
                                    <p:cond delay="0"/>
                                  </p:stCondLst>
                                  <p:childTnLst>
                                    <p:set>
                                      <p:cBhvr>
                                        <p:cTn id="70" dur="1" fill="hold">
                                          <p:stCondLst>
                                            <p:cond delay="0"/>
                                          </p:stCondLst>
                                        </p:cTn>
                                        <p:tgtEl>
                                          <p:spTgt spid="100">
                                            <p:graphicEl>
                                              <a:chart seriesIdx="3" categoryIdx="-4" bldStep="series"/>
                                            </p:graphicEl>
                                          </p:spTgt>
                                        </p:tgtEl>
                                        <p:attrNameLst>
                                          <p:attrName>style.visibility</p:attrName>
                                        </p:attrNameLst>
                                      </p:cBhvr>
                                      <p:to>
                                        <p:strVal val="visible"/>
                                      </p:to>
                                    </p:set>
                                    <p:animEffect transition="in" filter="strips(upRight)">
                                      <p:cBhvr>
                                        <p:cTn id="71" dur="1000"/>
                                        <p:tgtEl>
                                          <p:spTgt spid="100">
                                            <p:graphicEl>
                                              <a:chart seriesIdx="3"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Graphic spid="100" grpId="0">
        <p:bldSub>
          <a:bldChart bld="series"/>
        </p:bldSub>
      </p:bldGraphic>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Greece Map Slide</a:t>
            </a:r>
            <a:endParaRPr lang="en-US" dirty="0"/>
          </a:p>
        </p:txBody>
      </p:sp>
      <p:sp>
        <p:nvSpPr>
          <p:cNvPr id="3" name="Text Placeholder 2"/>
          <p:cNvSpPr>
            <a:spLocks noGrp="1"/>
          </p:cNvSpPr>
          <p:nvPr>
            <p:ph type="body" sz="half" idx="2"/>
          </p:nvPr>
        </p:nvSpPr>
        <p:spPr>
          <a:xfrm>
            <a:off x="2514600" y="1247775"/>
            <a:ext cx="4114800" cy="200025"/>
          </a:xfrm>
        </p:spPr>
        <p:txBody>
          <a:bodyPr/>
          <a:lstStyle/>
          <a:p>
            <a:r>
              <a:rPr lang="en-US"/>
              <a:t>Greece Map Slide</a:t>
            </a:r>
            <a:endParaRPr lang="en-US" dirty="0"/>
          </a:p>
        </p:txBody>
      </p:sp>
      <p:grpSp>
        <p:nvGrpSpPr>
          <p:cNvPr id="182" name="Group 181"/>
          <p:cNvGrpSpPr/>
          <p:nvPr/>
        </p:nvGrpSpPr>
        <p:grpSpPr>
          <a:xfrm>
            <a:off x="762000" y="2205356"/>
            <a:ext cx="3900790" cy="3830692"/>
            <a:chOff x="747713" y="1200150"/>
            <a:chExt cx="3533776" cy="3470275"/>
          </a:xfrm>
          <a:solidFill>
            <a:schemeClr val="bg1">
              <a:lumMod val="85000"/>
            </a:schemeClr>
          </a:solidFill>
        </p:grpSpPr>
        <p:sp>
          <p:nvSpPr>
            <p:cNvPr id="183" name="Freeform 5"/>
            <p:cNvSpPr>
              <a:spLocks/>
            </p:cNvSpPr>
            <p:nvPr/>
          </p:nvSpPr>
          <p:spPr bwMode="auto">
            <a:xfrm>
              <a:off x="1384301" y="1592263"/>
              <a:ext cx="346075" cy="244475"/>
            </a:xfrm>
            <a:custGeom>
              <a:avLst/>
              <a:gdLst/>
              <a:ahLst/>
              <a:cxnLst>
                <a:cxn ang="0">
                  <a:pos x="226" y="90"/>
                </a:cxn>
                <a:cxn ang="0">
                  <a:pos x="224" y="107"/>
                </a:cxn>
                <a:cxn ang="0">
                  <a:pos x="209" y="124"/>
                </a:cxn>
                <a:cxn ang="0">
                  <a:pos x="192" y="132"/>
                </a:cxn>
                <a:cxn ang="0">
                  <a:pos x="173" y="132"/>
                </a:cxn>
                <a:cxn ang="0">
                  <a:pos x="160" y="144"/>
                </a:cxn>
                <a:cxn ang="0">
                  <a:pos x="149" y="150"/>
                </a:cxn>
                <a:cxn ang="0">
                  <a:pos x="144" y="160"/>
                </a:cxn>
                <a:cxn ang="0">
                  <a:pos x="139" y="148"/>
                </a:cxn>
                <a:cxn ang="0">
                  <a:pos x="129" y="125"/>
                </a:cxn>
                <a:cxn ang="0">
                  <a:pos x="116" y="113"/>
                </a:cxn>
                <a:cxn ang="0">
                  <a:pos x="114" y="98"/>
                </a:cxn>
                <a:cxn ang="0">
                  <a:pos x="103" y="90"/>
                </a:cxn>
                <a:cxn ang="0">
                  <a:pos x="93" y="80"/>
                </a:cxn>
                <a:cxn ang="0">
                  <a:pos x="80" y="83"/>
                </a:cxn>
                <a:cxn ang="0">
                  <a:pos x="73" y="97"/>
                </a:cxn>
                <a:cxn ang="0">
                  <a:pos x="63" y="110"/>
                </a:cxn>
                <a:cxn ang="0">
                  <a:pos x="49" y="115"/>
                </a:cxn>
                <a:cxn ang="0">
                  <a:pos x="42" y="106"/>
                </a:cxn>
                <a:cxn ang="0">
                  <a:pos x="28" y="106"/>
                </a:cxn>
                <a:cxn ang="0">
                  <a:pos x="22" y="95"/>
                </a:cxn>
                <a:cxn ang="0">
                  <a:pos x="6" y="80"/>
                </a:cxn>
                <a:cxn ang="0">
                  <a:pos x="0" y="54"/>
                </a:cxn>
                <a:cxn ang="0">
                  <a:pos x="11" y="33"/>
                </a:cxn>
                <a:cxn ang="0">
                  <a:pos x="34" y="32"/>
                </a:cxn>
                <a:cxn ang="0">
                  <a:pos x="51" y="29"/>
                </a:cxn>
                <a:cxn ang="0">
                  <a:pos x="66" y="26"/>
                </a:cxn>
                <a:cxn ang="0">
                  <a:pos x="80" y="35"/>
                </a:cxn>
                <a:cxn ang="0">
                  <a:pos x="102" y="28"/>
                </a:cxn>
                <a:cxn ang="0">
                  <a:pos x="116" y="17"/>
                </a:cxn>
                <a:cxn ang="0">
                  <a:pos x="138" y="22"/>
                </a:cxn>
                <a:cxn ang="0">
                  <a:pos x="157" y="33"/>
                </a:cxn>
                <a:cxn ang="0">
                  <a:pos x="174" y="28"/>
                </a:cxn>
                <a:cxn ang="0">
                  <a:pos x="186" y="11"/>
                </a:cxn>
                <a:cxn ang="0">
                  <a:pos x="209" y="9"/>
                </a:cxn>
                <a:cxn ang="0">
                  <a:pos x="220" y="7"/>
                </a:cxn>
                <a:cxn ang="0">
                  <a:pos x="219" y="25"/>
                </a:cxn>
                <a:cxn ang="0">
                  <a:pos x="206" y="39"/>
                </a:cxn>
                <a:cxn ang="0">
                  <a:pos x="204" y="47"/>
                </a:cxn>
                <a:cxn ang="0">
                  <a:pos x="212" y="50"/>
                </a:cxn>
                <a:cxn ang="0">
                  <a:pos x="224" y="59"/>
                </a:cxn>
                <a:cxn ang="0">
                  <a:pos x="226" y="79"/>
                </a:cxn>
              </a:cxnLst>
              <a:rect l="0" t="0" r="r" b="b"/>
              <a:pathLst>
                <a:path w="226" h="160">
                  <a:moveTo>
                    <a:pt x="226" y="87"/>
                  </a:moveTo>
                  <a:cubicBezTo>
                    <a:pt x="226" y="88"/>
                    <a:pt x="226" y="89"/>
                    <a:pt x="226" y="90"/>
                  </a:cubicBezTo>
                  <a:cubicBezTo>
                    <a:pt x="226" y="92"/>
                    <a:pt x="224" y="96"/>
                    <a:pt x="224" y="98"/>
                  </a:cubicBezTo>
                  <a:cubicBezTo>
                    <a:pt x="224" y="100"/>
                    <a:pt x="224" y="105"/>
                    <a:pt x="224" y="107"/>
                  </a:cubicBezTo>
                  <a:cubicBezTo>
                    <a:pt x="223" y="109"/>
                    <a:pt x="221" y="114"/>
                    <a:pt x="220" y="116"/>
                  </a:cubicBezTo>
                  <a:cubicBezTo>
                    <a:pt x="218" y="119"/>
                    <a:pt x="212" y="122"/>
                    <a:pt x="209" y="124"/>
                  </a:cubicBezTo>
                  <a:cubicBezTo>
                    <a:pt x="207" y="125"/>
                    <a:pt x="202" y="128"/>
                    <a:pt x="200" y="129"/>
                  </a:cubicBezTo>
                  <a:cubicBezTo>
                    <a:pt x="198" y="130"/>
                    <a:pt x="194" y="132"/>
                    <a:pt x="192" y="132"/>
                  </a:cubicBezTo>
                  <a:cubicBezTo>
                    <a:pt x="190" y="132"/>
                    <a:pt x="185" y="132"/>
                    <a:pt x="182" y="132"/>
                  </a:cubicBezTo>
                  <a:cubicBezTo>
                    <a:pt x="180" y="132"/>
                    <a:pt x="175" y="131"/>
                    <a:pt x="173" y="132"/>
                  </a:cubicBezTo>
                  <a:cubicBezTo>
                    <a:pt x="171" y="133"/>
                    <a:pt x="169" y="137"/>
                    <a:pt x="168" y="138"/>
                  </a:cubicBezTo>
                  <a:cubicBezTo>
                    <a:pt x="166" y="140"/>
                    <a:pt x="162" y="144"/>
                    <a:pt x="160" y="144"/>
                  </a:cubicBezTo>
                  <a:cubicBezTo>
                    <a:pt x="158" y="145"/>
                    <a:pt x="153" y="143"/>
                    <a:pt x="152" y="144"/>
                  </a:cubicBezTo>
                  <a:cubicBezTo>
                    <a:pt x="150" y="145"/>
                    <a:pt x="149" y="149"/>
                    <a:pt x="149" y="150"/>
                  </a:cubicBezTo>
                  <a:cubicBezTo>
                    <a:pt x="148" y="152"/>
                    <a:pt x="147" y="155"/>
                    <a:pt x="146" y="157"/>
                  </a:cubicBezTo>
                  <a:cubicBezTo>
                    <a:pt x="145" y="158"/>
                    <a:pt x="145" y="159"/>
                    <a:pt x="144" y="160"/>
                  </a:cubicBezTo>
                  <a:cubicBezTo>
                    <a:pt x="144" y="160"/>
                    <a:pt x="144" y="159"/>
                    <a:pt x="144" y="159"/>
                  </a:cubicBezTo>
                  <a:cubicBezTo>
                    <a:pt x="143" y="156"/>
                    <a:pt x="140" y="151"/>
                    <a:pt x="139" y="148"/>
                  </a:cubicBezTo>
                  <a:cubicBezTo>
                    <a:pt x="138" y="145"/>
                    <a:pt x="135" y="138"/>
                    <a:pt x="134" y="135"/>
                  </a:cubicBezTo>
                  <a:cubicBezTo>
                    <a:pt x="133" y="133"/>
                    <a:pt x="131" y="127"/>
                    <a:pt x="129" y="125"/>
                  </a:cubicBezTo>
                  <a:cubicBezTo>
                    <a:pt x="128" y="123"/>
                    <a:pt x="122" y="122"/>
                    <a:pt x="120" y="120"/>
                  </a:cubicBezTo>
                  <a:cubicBezTo>
                    <a:pt x="119" y="118"/>
                    <a:pt x="117" y="115"/>
                    <a:pt x="116" y="113"/>
                  </a:cubicBezTo>
                  <a:cubicBezTo>
                    <a:pt x="115" y="112"/>
                    <a:pt x="115" y="108"/>
                    <a:pt x="115" y="107"/>
                  </a:cubicBezTo>
                  <a:cubicBezTo>
                    <a:pt x="115" y="104"/>
                    <a:pt x="115" y="100"/>
                    <a:pt x="114" y="98"/>
                  </a:cubicBezTo>
                  <a:cubicBezTo>
                    <a:pt x="113" y="96"/>
                    <a:pt x="111" y="95"/>
                    <a:pt x="110" y="95"/>
                  </a:cubicBezTo>
                  <a:cubicBezTo>
                    <a:pt x="108" y="94"/>
                    <a:pt x="105" y="92"/>
                    <a:pt x="103" y="90"/>
                  </a:cubicBezTo>
                  <a:cubicBezTo>
                    <a:pt x="102" y="89"/>
                    <a:pt x="101" y="85"/>
                    <a:pt x="99" y="83"/>
                  </a:cubicBezTo>
                  <a:cubicBezTo>
                    <a:pt x="98" y="82"/>
                    <a:pt x="95" y="81"/>
                    <a:pt x="93" y="80"/>
                  </a:cubicBezTo>
                  <a:cubicBezTo>
                    <a:pt x="91" y="80"/>
                    <a:pt x="88" y="80"/>
                    <a:pt x="86" y="80"/>
                  </a:cubicBezTo>
                  <a:cubicBezTo>
                    <a:pt x="84" y="81"/>
                    <a:pt x="81" y="82"/>
                    <a:pt x="80" y="83"/>
                  </a:cubicBezTo>
                  <a:cubicBezTo>
                    <a:pt x="79" y="84"/>
                    <a:pt x="78" y="87"/>
                    <a:pt x="77" y="89"/>
                  </a:cubicBezTo>
                  <a:cubicBezTo>
                    <a:pt x="76" y="91"/>
                    <a:pt x="74" y="95"/>
                    <a:pt x="73" y="97"/>
                  </a:cubicBezTo>
                  <a:cubicBezTo>
                    <a:pt x="72" y="98"/>
                    <a:pt x="70" y="101"/>
                    <a:pt x="69" y="102"/>
                  </a:cubicBezTo>
                  <a:cubicBezTo>
                    <a:pt x="68" y="104"/>
                    <a:pt x="65" y="109"/>
                    <a:pt x="63" y="110"/>
                  </a:cubicBezTo>
                  <a:cubicBezTo>
                    <a:pt x="62" y="112"/>
                    <a:pt x="58" y="114"/>
                    <a:pt x="56" y="115"/>
                  </a:cubicBezTo>
                  <a:cubicBezTo>
                    <a:pt x="54" y="115"/>
                    <a:pt x="50" y="116"/>
                    <a:pt x="49" y="115"/>
                  </a:cubicBezTo>
                  <a:cubicBezTo>
                    <a:pt x="47" y="115"/>
                    <a:pt x="46" y="113"/>
                    <a:pt x="45" y="112"/>
                  </a:cubicBezTo>
                  <a:cubicBezTo>
                    <a:pt x="44" y="110"/>
                    <a:pt x="44" y="107"/>
                    <a:pt x="42" y="106"/>
                  </a:cubicBezTo>
                  <a:cubicBezTo>
                    <a:pt x="41" y="105"/>
                    <a:pt x="38" y="104"/>
                    <a:pt x="37" y="104"/>
                  </a:cubicBezTo>
                  <a:cubicBezTo>
                    <a:pt x="35" y="104"/>
                    <a:pt x="30" y="106"/>
                    <a:pt x="28" y="106"/>
                  </a:cubicBezTo>
                  <a:cubicBezTo>
                    <a:pt x="27" y="107"/>
                    <a:pt x="25" y="107"/>
                    <a:pt x="23" y="107"/>
                  </a:cubicBezTo>
                  <a:cubicBezTo>
                    <a:pt x="23" y="103"/>
                    <a:pt x="23" y="98"/>
                    <a:pt x="22" y="95"/>
                  </a:cubicBezTo>
                  <a:cubicBezTo>
                    <a:pt x="21" y="93"/>
                    <a:pt x="19" y="89"/>
                    <a:pt x="17" y="87"/>
                  </a:cubicBezTo>
                  <a:cubicBezTo>
                    <a:pt x="15" y="85"/>
                    <a:pt x="9" y="82"/>
                    <a:pt x="6" y="80"/>
                  </a:cubicBezTo>
                  <a:cubicBezTo>
                    <a:pt x="4" y="77"/>
                    <a:pt x="2" y="72"/>
                    <a:pt x="1" y="69"/>
                  </a:cubicBezTo>
                  <a:cubicBezTo>
                    <a:pt x="0" y="65"/>
                    <a:pt x="0" y="58"/>
                    <a:pt x="0" y="54"/>
                  </a:cubicBezTo>
                  <a:cubicBezTo>
                    <a:pt x="0" y="51"/>
                    <a:pt x="1" y="44"/>
                    <a:pt x="3" y="41"/>
                  </a:cubicBezTo>
                  <a:cubicBezTo>
                    <a:pt x="4" y="38"/>
                    <a:pt x="8" y="34"/>
                    <a:pt x="11" y="33"/>
                  </a:cubicBezTo>
                  <a:cubicBezTo>
                    <a:pt x="14" y="32"/>
                    <a:pt x="20" y="31"/>
                    <a:pt x="23" y="31"/>
                  </a:cubicBezTo>
                  <a:cubicBezTo>
                    <a:pt x="26" y="31"/>
                    <a:pt x="31" y="32"/>
                    <a:pt x="34" y="32"/>
                  </a:cubicBezTo>
                  <a:cubicBezTo>
                    <a:pt x="37" y="32"/>
                    <a:pt x="42" y="30"/>
                    <a:pt x="44" y="30"/>
                  </a:cubicBezTo>
                  <a:cubicBezTo>
                    <a:pt x="46" y="30"/>
                    <a:pt x="49" y="30"/>
                    <a:pt x="51" y="29"/>
                  </a:cubicBezTo>
                  <a:cubicBezTo>
                    <a:pt x="53" y="29"/>
                    <a:pt x="56" y="26"/>
                    <a:pt x="58" y="26"/>
                  </a:cubicBezTo>
                  <a:cubicBezTo>
                    <a:pt x="60" y="26"/>
                    <a:pt x="65" y="25"/>
                    <a:pt x="66" y="26"/>
                  </a:cubicBezTo>
                  <a:cubicBezTo>
                    <a:pt x="68" y="26"/>
                    <a:pt x="71" y="30"/>
                    <a:pt x="73" y="31"/>
                  </a:cubicBezTo>
                  <a:cubicBezTo>
                    <a:pt x="75" y="32"/>
                    <a:pt x="78" y="35"/>
                    <a:pt x="80" y="35"/>
                  </a:cubicBezTo>
                  <a:cubicBezTo>
                    <a:pt x="83" y="36"/>
                    <a:pt x="88" y="35"/>
                    <a:pt x="91" y="34"/>
                  </a:cubicBezTo>
                  <a:cubicBezTo>
                    <a:pt x="94" y="33"/>
                    <a:pt x="99" y="30"/>
                    <a:pt x="102" y="28"/>
                  </a:cubicBezTo>
                  <a:cubicBezTo>
                    <a:pt x="104" y="27"/>
                    <a:pt x="108" y="23"/>
                    <a:pt x="110" y="22"/>
                  </a:cubicBezTo>
                  <a:cubicBezTo>
                    <a:pt x="111" y="20"/>
                    <a:pt x="114" y="18"/>
                    <a:pt x="116" y="17"/>
                  </a:cubicBezTo>
                  <a:cubicBezTo>
                    <a:pt x="118" y="17"/>
                    <a:pt x="122" y="17"/>
                    <a:pt x="124" y="17"/>
                  </a:cubicBezTo>
                  <a:cubicBezTo>
                    <a:pt x="128" y="18"/>
                    <a:pt x="134" y="20"/>
                    <a:pt x="138" y="22"/>
                  </a:cubicBezTo>
                  <a:cubicBezTo>
                    <a:pt x="141" y="23"/>
                    <a:pt x="146" y="26"/>
                    <a:pt x="149" y="28"/>
                  </a:cubicBezTo>
                  <a:cubicBezTo>
                    <a:pt x="151" y="29"/>
                    <a:pt x="155" y="32"/>
                    <a:pt x="157" y="33"/>
                  </a:cubicBezTo>
                  <a:cubicBezTo>
                    <a:pt x="160" y="33"/>
                    <a:pt x="165" y="33"/>
                    <a:pt x="168" y="32"/>
                  </a:cubicBezTo>
                  <a:cubicBezTo>
                    <a:pt x="170" y="32"/>
                    <a:pt x="173" y="29"/>
                    <a:pt x="174" y="28"/>
                  </a:cubicBezTo>
                  <a:cubicBezTo>
                    <a:pt x="176" y="26"/>
                    <a:pt x="178" y="22"/>
                    <a:pt x="180" y="21"/>
                  </a:cubicBezTo>
                  <a:cubicBezTo>
                    <a:pt x="181" y="18"/>
                    <a:pt x="184" y="13"/>
                    <a:pt x="186" y="11"/>
                  </a:cubicBezTo>
                  <a:cubicBezTo>
                    <a:pt x="188" y="10"/>
                    <a:pt x="193" y="9"/>
                    <a:pt x="195" y="9"/>
                  </a:cubicBezTo>
                  <a:cubicBezTo>
                    <a:pt x="198" y="9"/>
                    <a:pt x="206" y="10"/>
                    <a:pt x="209" y="9"/>
                  </a:cubicBezTo>
                  <a:cubicBezTo>
                    <a:pt x="212" y="8"/>
                    <a:pt x="215" y="3"/>
                    <a:pt x="218" y="0"/>
                  </a:cubicBezTo>
                  <a:cubicBezTo>
                    <a:pt x="219" y="2"/>
                    <a:pt x="220" y="5"/>
                    <a:pt x="220" y="7"/>
                  </a:cubicBezTo>
                  <a:cubicBezTo>
                    <a:pt x="220" y="9"/>
                    <a:pt x="220" y="14"/>
                    <a:pt x="220" y="16"/>
                  </a:cubicBezTo>
                  <a:cubicBezTo>
                    <a:pt x="220" y="18"/>
                    <a:pt x="220" y="23"/>
                    <a:pt x="219" y="25"/>
                  </a:cubicBezTo>
                  <a:cubicBezTo>
                    <a:pt x="218" y="28"/>
                    <a:pt x="214" y="32"/>
                    <a:pt x="212" y="33"/>
                  </a:cubicBezTo>
                  <a:cubicBezTo>
                    <a:pt x="211" y="35"/>
                    <a:pt x="207" y="37"/>
                    <a:pt x="206" y="39"/>
                  </a:cubicBezTo>
                  <a:cubicBezTo>
                    <a:pt x="205" y="40"/>
                    <a:pt x="204" y="41"/>
                    <a:pt x="204" y="42"/>
                  </a:cubicBezTo>
                  <a:cubicBezTo>
                    <a:pt x="204" y="43"/>
                    <a:pt x="204" y="46"/>
                    <a:pt x="204" y="47"/>
                  </a:cubicBezTo>
                  <a:cubicBezTo>
                    <a:pt x="204" y="48"/>
                    <a:pt x="206" y="49"/>
                    <a:pt x="207" y="50"/>
                  </a:cubicBezTo>
                  <a:cubicBezTo>
                    <a:pt x="208" y="50"/>
                    <a:pt x="211" y="49"/>
                    <a:pt x="212" y="50"/>
                  </a:cubicBezTo>
                  <a:cubicBezTo>
                    <a:pt x="213" y="50"/>
                    <a:pt x="215" y="51"/>
                    <a:pt x="216" y="52"/>
                  </a:cubicBezTo>
                  <a:cubicBezTo>
                    <a:pt x="218" y="53"/>
                    <a:pt x="223" y="57"/>
                    <a:pt x="224" y="59"/>
                  </a:cubicBezTo>
                  <a:cubicBezTo>
                    <a:pt x="226" y="61"/>
                    <a:pt x="226" y="67"/>
                    <a:pt x="226" y="69"/>
                  </a:cubicBezTo>
                  <a:cubicBezTo>
                    <a:pt x="226" y="72"/>
                    <a:pt x="226" y="77"/>
                    <a:pt x="226" y="79"/>
                  </a:cubicBezTo>
                  <a:cubicBezTo>
                    <a:pt x="226" y="81"/>
                    <a:pt x="226" y="85"/>
                    <a:pt x="226" y="8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6"/>
            <p:cNvSpPr>
              <a:spLocks/>
            </p:cNvSpPr>
            <p:nvPr/>
          </p:nvSpPr>
          <p:spPr bwMode="auto">
            <a:xfrm>
              <a:off x="1308101" y="1714500"/>
              <a:ext cx="296863" cy="276225"/>
            </a:xfrm>
            <a:custGeom>
              <a:avLst/>
              <a:gdLst/>
              <a:ahLst/>
              <a:cxnLst>
                <a:cxn ang="0">
                  <a:pos x="194" y="91"/>
                </a:cxn>
                <a:cxn ang="0">
                  <a:pos x="178" y="113"/>
                </a:cxn>
                <a:cxn ang="0">
                  <a:pos x="152" y="119"/>
                </a:cxn>
                <a:cxn ang="0">
                  <a:pos x="126" y="120"/>
                </a:cxn>
                <a:cxn ang="0">
                  <a:pos x="107" y="130"/>
                </a:cxn>
                <a:cxn ang="0">
                  <a:pos x="99" y="154"/>
                </a:cxn>
                <a:cxn ang="0">
                  <a:pos x="99" y="162"/>
                </a:cxn>
                <a:cxn ang="0">
                  <a:pos x="80" y="171"/>
                </a:cxn>
                <a:cxn ang="0">
                  <a:pos x="71" y="180"/>
                </a:cxn>
                <a:cxn ang="0">
                  <a:pos x="58" y="171"/>
                </a:cxn>
                <a:cxn ang="0">
                  <a:pos x="50" y="159"/>
                </a:cxn>
                <a:cxn ang="0">
                  <a:pos x="52" y="144"/>
                </a:cxn>
                <a:cxn ang="0">
                  <a:pos x="46" y="135"/>
                </a:cxn>
                <a:cxn ang="0">
                  <a:pos x="34" y="142"/>
                </a:cxn>
                <a:cxn ang="0">
                  <a:pos x="22" y="150"/>
                </a:cxn>
                <a:cxn ang="0">
                  <a:pos x="12" y="133"/>
                </a:cxn>
                <a:cxn ang="0">
                  <a:pos x="7" y="120"/>
                </a:cxn>
                <a:cxn ang="0">
                  <a:pos x="2" y="107"/>
                </a:cxn>
                <a:cxn ang="0">
                  <a:pos x="15" y="86"/>
                </a:cxn>
                <a:cxn ang="0">
                  <a:pos x="37" y="84"/>
                </a:cxn>
                <a:cxn ang="0">
                  <a:pos x="50" y="72"/>
                </a:cxn>
                <a:cxn ang="0">
                  <a:pos x="67" y="53"/>
                </a:cxn>
                <a:cxn ang="0">
                  <a:pos x="72" y="39"/>
                </a:cxn>
                <a:cxn ang="0">
                  <a:pos x="73" y="27"/>
                </a:cxn>
                <a:cxn ang="0">
                  <a:pos x="87" y="24"/>
                </a:cxn>
                <a:cxn ang="0">
                  <a:pos x="95" y="32"/>
                </a:cxn>
                <a:cxn ang="0">
                  <a:pos x="106" y="35"/>
                </a:cxn>
                <a:cxn ang="0">
                  <a:pos x="119" y="22"/>
                </a:cxn>
                <a:cxn ang="0">
                  <a:pos x="127" y="9"/>
                </a:cxn>
                <a:cxn ang="0">
                  <a:pos x="136" y="0"/>
                </a:cxn>
                <a:cxn ang="0">
                  <a:pos x="149" y="3"/>
                </a:cxn>
                <a:cxn ang="0">
                  <a:pos x="160" y="15"/>
                </a:cxn>
                <a:cxn ang="0">
                  <a:pos x="165" y="27"/>
                </a:cxn>
                <a:cxn ang="0">
                  <a:pos x="170" y="40"/>
                </a:cxn>
                <a:cxn ang="0">
                  <a:pos x="184" y="55"/>
                </a:cxn>
                <a:cxn ang="0">
                  <a:pos x="194" y="79"/>
                </a:cxn>
              </a:cxnLst>
              <a:rect l="0" t="0" r="r" b="b"/>
              <a:pathLst>
                <a:path w="194" h="180">
                  <a:moveTo>
                    <a:pt x="194" y="80"/>
                  </a:moveTo>
                  <a:cubicBezTo>
                    <a:pt x="194" y="84"/>
                    <a:pt x="194" y="89"/>
                    <a:pt x="194" y="91"/>
                  </a:cubicBezTo>
                  <a:cubicBezTo>
                    <a:pt x="193" y="94"/>
                    <a:pt x="191" y="100"/>
                    <a:pt x="189" y="103"/>
                  </a:cubicBezTo>
                  <a:cubicBezTo>
                    <a:pt x="187" y="106"/>
                    <a:pt x="181" y="111"/>
                    <a:pt x="178" y="113"/>
                  </a:cubicBezTo>
                  <a:cubicBezTo>
                    <a:pt x="176" y="114"/>
                    <a:pt x="171" y="117"/>
                    <a:pt x="169" y="117"/>
                  </a:cubicBezTo>
                  <a:cubicBezTo>
                    <a:pt x="165" y="119"/>
                    <a:pt x="156" y="118"/>
                    <a:pt x="152" y="119"/>
                  </a:cubicBezTo>
                  <a:cubicBezTo>
                    <a:pt x="149" y="119"/>
                    <a:pt x="143" y="120"/>
                    <a:pt x="140" y="120"/>
                  </a:cubicBezTo>
                  <a:cubicBezTo>
                    <a:pt x="137" y="120"/>
                    <a:pt x="130" y="119"/>
                    <a:pt x="126" y="120"/>
                  </a:cubicBezTo>
                  <a:cubicBezTo>
                    <a:pt x="124" y="120"/>
                    <a:pt x="119" y="122"/>
                    <a:pt x="117" y="123"/>
                  </a:cubicBezTo>
                  <a:cubicBezTo>
                    <a:pt x="114" y="124"/>
                    <a:pt x="109" y="128"/>
                    <a:pt x="107" y="130"/>
                  </a:cubicBezTo>
                  <a:cubicBezTo>
                    <a:pt x="105" y="132"/>
                    <a:pt x="102" y="136"/>
                    <a:pt x="101" y="138"/>
                  </a:cubicBezTo>
                  <a:cubicBezTo>
                    <a:pt x="100" y="142"/>
                    <a:pt x="99" y="150"/>
                    <a:pt x="99" y="154"/>
                  </a:cubicBezTo>
                  <a:cubicBezTo>
                    <a:pt x="98" y="156"/>
                    <a:pt x="99" y="159"/>
                    <a:pt x="99" y="162"/>
                  </a:cubicBezTo>
                  <a:cubicBezTo>
                    <a:pt x="99" y="162"/>
                    <a:pt x="99" y="162"/>
                    <a:pt x="99" y="162"/>
                  </a:cubicBezTo>
                  <a:cubicBezTo>
                    <a:pt x="97" y="162"/>
                    <a:pt x="93" y="164"/>
                    <a:pt x="91" y="165"/>
                  </a:cubicBezTo>
                  <a:cubicBezTo>
                    <a:pt x="89" y="166"/>
                    <a:pt x="83" y="169"/>
                    <a:pt x="80" y="171"/>
                  </a:cubicBezTo>
                  <a:cubicBezTo>
                    <a:pt x="78" y="172"/>
                    <a:pt x="74" y="177"/>
                    <a:pt x="72" y="179"/>
                  </a:cubicBezTo>
                  <a:cubicBezTo>
                    <a:pt x="71" y="179"/>
                    <a:pt x="71" y="180"/>
                    <a:pt x="71" y="180"/>
                  </a:cubicBezTo>
                  <a:cubicBezTo>
                    <a:pt x="69" y="178"/>
                    <a:pt x="67" y="176"/>
                    <a:pt x="66" y="175"/>
                  </a:cubicBezTo>
                  <a:cubicBezTo>
                    <a:pt x="64" y="173"/>
                    <a:pt x="60" y="172"/>
                    <a:pt x="58" y="171"/>
                  </a:cubicBezTo>
                  <a:cubicBezTo>
                    <a:pt x="56" y="170"/>
                    <a:pt x="54" y="167"/>
                    <a:pt x="53" y="166"/>
                  </a:cubicBezTo>
                  <a:cubicBezTo>
                    <a:pt x="52" y="164"/>
                    <a:pt x="50" y="161"/>
                    <a:pt x="50" y="159"/>
                  </a:cubicBezTo>
                  <a:cubicBezTo>
                    <a:pt x="50" y="158"/>
                    <a:pt x="52" y="154"/>
                    <a:pt x="52" y="152"/>
                  </a:cubicBezTo>
                  <a:cubicBezTo>
                    <a:pt x="52" y="150"/>
                    <a:pt x="52" y="146"/>
                    <a:pt x="52" y="144"/>
                  </a:cubicBezTo>
                  <a:cubicBezTo>
                    <a:pt x="52" y="142"/>
                    <a:pt x="51" y="140"/>
                    <a:pt x="50" y="139"/>
                  </a:cubicBezTo>
                  <a:cubicBezTo>
                    <a:pt x="49" y="138"/>
                    <a:pt x="48" y="136"/>
                    <a:pt x="46" y="135"/>
                  </a:cubicBezTo>
                  <a:cubicBezTo>
                    <a:pt x="45" y="134"/>
                    <a:pt x="42" y="134"/>
                    <a:pt x="41" y="135"/>
                  </a:cubicBezTo>
                  <a:cubicBezTo>
                    <a:pt x="38" y="136"/>
                    <a:pt x="36" y="140"/>
                    <a:pt x="34" y="142"/>
                  </a:cubicBezTo>
                  <a:cubicBezTo>
                    <a:pt x="33" y="143"/>
                    <a:pt x="31" y="148"/>
                    <a:pt x="28" y="149"/>
                  </a:cubicBezTo>
                  <a:cubicBezTo>
                    <a:pt x="27" y="150"/>
                    <a:pt x="23" y="151"/>
                    <a:pt x="22" y="150"/>
                  </a:cubicBezTo>
                  <a:cubicBezTo>
                    <a:pt x="20" y="150"/>
                    <a:pt x="17" y="146"/>
                    <a:pt x="16" y="145"/>
                  </a:cubicBezTo>
                  <a:cubicBezTo>
                    <a:pt x="15" y="142"/>
                    <a:pt x="13" y="136"/>
                    <a:pt x="12" y="133"/>
                  </a:cubicBezTo>
                  <a:cubicBezTo>
                    <a:pt x="11" y="131"/>
                    <a:pt x="9" y="129"/>
                    <a:pt x="8" y="127"/>
                  </a:cubicBezTo>
                  <a:cubicBezTo>
                    <a:pt x="8" y="126"/>
                    <a:pt x="8" y="122"/>
                    <a:pt x="7" y="120"/>
                  </a:cubicBezTo>
                  <a:cubicBezTo>
                    <a:pt x="6" y="119"/>
                    <a:pt x="3" y="117"/>
                    <a:pt x="0" y="116"/>
                  </a:cubicBezTo>
                  <a:cubicBezTo>
                    <a:pt x="1" y="113"/>
                    <a:pt x="2" y="110"/>
                    <a:pt x="2" y="107"/>
                  </a:cubicBezTo>
                  <a:cubicBezTo>
                    <a:pt x="3" y="105"/>
                    <a:pt x="5" y="99"/>
                    <a:pt x="6" y="96"/>
                  </a:cubicBezTo>
                  <a:cubicBezTo>
                    <a:pt x="8" y="93"/>
                    <a:pt x="12" y="87"/>
                    <a:pt x="15" y="86"/>
                  </a:cubicBezTo>
                  <a:cubicBezTo>
                    <a:pt x="17" y="84"/>
                    <a:pt x="23" y="84"/>
                    <a:pt x="26" y="84"/>
                  </a:cubicBezTo>
                  <a:cubicBezTo>
                    <a:pt x="28" y="83"/>
                    <a:pt x="34" y="84"/>
                    <a:pt x="37" y="84"/>
                  </a:cubicBezTo>
                  <a:cubicBezTo>
                    <a:pt x="39" y="83"/>
                    <a:pt x="43" y="80"/>
                    <a:pt x="45" y="79"/>
                  </a:cubicBezTo>
                  <a:cubicBezTo>
                    <a:pt x="47" y="77"/>
                    <a:pt x="49" y="74"/>
                    <a:pt x="50" y="72"/>
                  </a:cubicBezTo>
                  <a:cubicBezTo>
                    <a:pt x="52" y="70"/>
                    <a:pt x="54" y="65"/>
                    <a:pt x="56" y="63"/>
                  </a:cubicBezTo>
                  <a:cubicBezTo>
                    <a:pt x="58" y="60"/>
                    <a:pt x="64" y="56"/>
                    <a:pt x="67" y="53"/>
                  </a:cubicBezTo>
                  <a:cubicBezTo>
                    <a:pt x="69" y="52"/>
                    <a:pt x="74" y="50"/>
                    <a:pt x="75" y="48"/>
                  </a:cubicBezTo>
                  <a:cubicBezTo>
                    <a:pt x="75" y="46"/>
                    <a:pt x="73" y="41"/>
                    <a:pt x="72" y="39"/>
                  </a:cubicBezTo>
                  <a:cubicBezTo>
                    <a:pt x="72" y="36"/>
                    <a:pt x="73" y="31"/>
                    <a:pt x="73" y="28"/>
                  </a:cubicBezTo>
                  <a:cubicBezTo>
                    <a:pt x="73" y="27"/>
                    <a:pt x="73" y="27"/>
                    <a:pt x="73" y="27"/>
                  </a:cubicBezTo>
                  <a:cubicBezTo>
                    <a:pt x="75" y="27"/>
                    <a:pt x="77" y="27"/>
                    <a:pt x="78" y="26"/>
                  </a:cubicBezTo>
                  <a:cubicBezTo>
                    <a:pt x="80" y="26"/>
                    <a:pt x="85" y="24"/>
                    <a:pt x="87" y="24"/>
                  </a:cubicBezTo>
                  <a:cubicBezTo>
                    <a:pt x="88" y="24"/>
                    <a:pt x="91" y="25"/>
                    <a:pt x="92" y="26"/>
                  </a:cubicBezTo>
                  <a:cubicBezTo>
                    <a:pt x="94" y="27"/>
                    <a:pt x="94" y="30"/>
                    <a:pt x="95" y="32"/>
                  </a:cubicBezTo>
                  <a:cubicBezTo>
                    <a:pt x="96" y="33"/>
                    <a:pt x="97" y="35"/>
                    <a:pt x="99" y="35"/>
                  </a:cubicBezTo>
                  <a:cubicBezTo>
                    <a:pt x="100" y="36"/>
                    <a:pt x="104" y="35"/>
                    <a:pt x="106" y="35"/>
                  </a:cubicBezTo>
                  <a:cubicBezTo>
                    <a:pt x="108" y="34"/>
                    <a:pt x="112" y="32"/>
                    <a:pt x="113" y="30"/>
                  </a:cubicBezTo>
                  <a:cubicBezTo>
                    <a:pt x="115" y="29"/>
                    <a:pt x="118" y="24"/>
                    <a:pt x="119" y="22"/>
                  </a:cubicBezTo>
                  <a:cubicBezTo>
                    <a:pt x="120" y="21"/>
                    <a:pt x="122" y="18"/>
                    <a:pt x="123" y="17"/>
                  </a:cubicBezTo>
                  <a:cubicBezTo>
                    <a:pt x="124" y="15"/>
                    <a:pt x="126" y="11"/>
                    <a:pt x="127" y="9"/>
                  </a:cubicBezTo>
                  <a:cubicBezTo>
                    <a:pt x="128" y="7"/>
                    <a:pt x="129" y="4"/>
                    <a:pt x="130" y="3"/>
                  </a:cubicBezTo>
                  <a:cubicBezTo>
                    <a:pt x="131" y="2"/>
                    <a:pt x="134" y="1"/>
                    <a:pt x="136" y="0"/>
                  </a:cubicBezTo>
                  <a:cubicBezTo>
                    <a:pt x="138" y="0"/>
                    <a:pt x="141" y="0"/>
                    <a:pt x="143" y="0"/>
                  </a:cubicBezTo>
                  <a:cubicBezTo>
                    <a:pt x="145" y="1"/>
                    <a:pt x="148" y="2"/>
                    <a:pt x="149" y="3"/>
                  </a:cubicBezTo>
                  <a:cubicBezTo>
                    <a:pt x="151" y="5"/>
                    <a:pt x="152" y="9"/>
                    <a:pt x="153" y="10"/>
                  </a:cubicBezTo>
                  <a:cubicBezTo>
                    <a:pt x="155" y="12"/>
                    <a:pt x="158" y="14"/>
                    <a:pt x="160" y="15"/>
                  </a:cubicBezTo>
                  <a:cubicBezTo>
                    <a:pt x="161" y="15"/>
                    <a:pt x="163" y="16"/>
                    <a:pt x="164" y="18"/>
                  </a:cubicBezTo>
                  <a:cubicBezTo>
                    <a:pt x="165" y="20"/>
                    <a:pt x="165" y="24"/>
                    <a:pt x="165" y="27"/>
                  </a:cubicBezTo>
                  <a:cubicBezTo>
                    <a:pt x="165" y="28"/>
                    <a:pt x="165" y="32"/>
                    <a:pt x="166" y="33"/>
                  </a:cubicBezTo>
                  <a:cubicBezTo>
                    <a:pt x="167" y="35"/>
                    <a:pt x="169" y="38"/>
                    <a:pt x="170" y="40"/>
                  </a:cubicBezTo>
                  <a:cubicBezTo>
                    <a:pt x="172" y="42"/>
                    <a:pt x="178" y="43"/>
                    <a:pt x="179" y="45"/>
                  </a:cubicBezTo>
                  <a:cubicBezTo>
                    <a:pt x="181" y="47"/>
                    <a:pt x="183" y="53"/>
                    <a:pt x="184" y="55"/>
                  </a:cubicBezTo>
                  <a:cubicBezTo>
                    <a:pt x="185" y="58"/>
                    <a:pt x="188" y="65"/>
                    <a:pt x="189" y="68"/>
                  </a:cubicBezTo>
                  <a:cubicBezTo>
                    <a:pt x="190" y="71"/>
                    <a:pt x="193" y="76"/>
                    <a:pt x="194" y="79"/>
                  </a:cubicBezTo>
                  <a:cubicBezTo>
                    <a:pt x="194" y="79"/>
                    <a:pt x="194" y="80"/>
                    <a:pt x="194" y="8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7"/>
            <p:cNvSpPr>
              <a:spLocks/>
            </p:cNvSpPr>
            <p:nvPr/>
          </p:nvSpPr>
          <p:spPr bwMode="auto">
            <a:xfrm>
              <a:off x="3730626" y="4403725"/>
              <a:ext cx="65088" cy="46038"/>
            </a:xfrm>
            <a:custGeom>
              <a:avLst/>
              <a:gdLst/>
              <a:ahLst/>
              <a:cxnLst>
                <a:cxn ang="0">
                  <a:pos x="17" y="28"/>
                </a:cxn>
                <a:cxn ang="0">
                  <a:pos x="13" y="26"/>
                </a:cxn>
                <a:cxn ang="0">
                  <a:pos x="12" y="28"/>
                </a:cxn>
                <a:cxn ang="0">
                  <a:pos x="10" y="30"/>
                </a:cxn>
                <a:cxn ang="0">
                  <a:pos x="5" y="31"/>
                </a:cxn>
                <a:cxn ang="0">
                  <a:pos x="2" y="30"/>
                </a:cxn>
                <a:cxn ang="0">
                  <a:pos x="2" y="26"/>
                </a:cxn>
                <a:cxn ang="0">
                  <a:pos x="0" y="24"/>
                </a:cxn>
                <a:cxn ang="0">
                  <a:pos x="2" y="20"/>
                </a:cxn>
                <a:cxn ang="0">
                  <a:pos x="5" y="17"/>
                </a:cxn>
                <a:cxn ang="0">
                  <a:pos x="8" y="13"/>
                </a:cxn>
                <a:cxn ang="0">
                  <a:pos x="10" y="10"/>
                </a:cxn>
                <a:cxn ang="0">
                  <a:pos x="12" y="6"/>
                </a:cxn>
                <a:cxn ang="0">
                  <a:pos x="15" y="6"/>
                </a:cxn>
                <a:cxn ang="0">
                  <a:pos x="16" y="8"/>
                </a:cxn>
                <a:cxn ang="0">
                  <a:pos x="18" y="10"/>
                </a:cxn>
                <a:cxn ang="0">
                  <a:pos x="21" y="10"/>
                </a:cxn>
                <a:cxn ang="0">
                  <a:pos x="22" y="7"/>
                </a:cxn>
                <a:cxn ang="0">
                  <a:pos x="26" y="6"/>
                </a:cxn>
                <a:cxn ang="0">
                  <a:pos x="28" y="5"/>
                </a:cxn>
                <a:cxn ang="0">
                  <a:pos x="30" y="3"/>
                </a:cxn>
                <a:cxn ang="0">
                  <a:pos x="33" y="0"/>
                </a:cxn>
                <a:cxn ang="0">
                  <a:pos x="38" y="1"/>
                </a:cxn>
                <a:cxn ang="0">
                  <a:pos x="42" y="3"/>
                </a:cxn>
                <a:cxn ang="0">
                  <a:pos x="42" y="9"/>
                </a:cxn>
                <a:cxn ang="0">
                  <a:pos x="40" y="13"/>
                </a:cxn>
                <a:cxn ang="0">
                  <a:pos x="37" y="14"/>
                </a:cxn>
                <a:cxn ang="0">
                  <a:pos x="32" y="14"/>
                </a:cxn>
                <a:cxn ang="0">
                  <a:pos x="28" y="16"/>
                </a:cxn>
                <a:cxn ang="0">
                  <a:pos x="26" y="20"/>
                </a:cxn>
                <a:cxn ang="0">
                  <a:pos x="25" y="24"/>
                </a:cxn>
                <a:cxn ang="0">
                  <a:pos x="22" y="26"/>
                </a:cxn>
                <a:cxn ang="0">
                  <a:pos x="17" y="28"/>
                </a:cxn>
              </a:cxnLst>
              <a:rect l="0" t="0" r="r" b="b"/>
              <a:pathLst>
                <a:path w="43" h="31">
                  <a:moveTo>
                    <a:pt x="17" y="28"/>
                  </a:moveTo>
                  <a:cubicBezTo>
                    <a:pt x="16" y="28"/>
                    <a:pt x="14" y="26"/>
                    <a:pt x="13" y="26"/>
                  </a:cubicBezTo>
                  <a:cubicBezTo>
                    <a:pt x="13" y="26"/>
                    <a:pt x="12" y="27"/>
                    <a:pt x="12" y="28"/>
                  </a:cubicBezTo>
                  <a:cubicBezTo>
                    <a:pt x="11" y="28"/>
                    <a:pt x="10" y="29"/>
                    <a:pt x="10" y="30"/>
                  </a:cubicBezTo>
                  <a:cubicBezTo>
                    <a:pt x="9" y="30"/>
                    <a:pt x="7" y="31"/>
                    <a:pt x="5" y="31"/>
                  </a:cubicBezTo>
                  <a:cubicBezTo>
                    <a:pt x="4" y="31"/>
                    <a:pt x="2" y="31"/>
                    <a:pt x="2" y="30"/>
                  </a:cubicBezTo>
                  <a:cubicBezTo>
                    <a:pt x="1" y="29"/>
                    <a:pt x="2" y="27"/>
                    <a:pt x="2" y="26"/>
                  </a:cubicBezTo>
                  <a:cubicBezTo>
                    <a:pt x="2" y="26"/>
                    <a:pt x="0" y="25"/>
                    <a:pt x="0" y="24"/>
                  </a:cubicBezTo>
                  <a:cubicBezTo>
                    <a:pt x="0" y="23"/>
                    <a:pt x="1" y="21"/>
                    <a:pt x="2" y="20"/>
                  </a:cubicBezTo>
                  <a:cubicBezTo>
                    <a:pt x="3" y="19"/>
                    <a:pt x="4" y="18"/>
                    <a:pt x="5" y="17"/>
                  </a:cubicBezTo>
                  <a:cubicBezTo>
                    <a:pt x="6" y="16"/>
                    <a:pt x="7" y="14"/>
                    <a:pt x="8" y="13"/>
                  </a:cubicBezTo>
                  <a:cubicBezTo>
                    <a:pt x="8" y="13"/>
                    <a:pt x="9" y="11"/>
                    <a:pt x="10" y="10"/>
                  </a:cubicBezTo>
                  <a:cubicBezTo>
                    <a:pt x="10" y="9"/>
                    <a:pt x="11" y="7"/>
                    <a:pt x="12" y="6"/>
                  </a:cubicBezTo>
                  <a:cubicBezTo>
                    <a:pt x="13" y="6"/>
                    <a:pt x="14" y="6"/>
                    <a:pt x="15" y="6"/>
                  </a:cubicBezTo>
                  <a:cubicBezTo>
                    <a:pt x="15" y="6"/>
                    <a:pt x="16" y="8"/>
                    <a:pt x="16" y="8"/>
                  </a:cubicBezTo>
                  <a:cubicBezTo>
                    <a:pt x="17" y="9"/>
                    <a:pt x="17" y="10"/>
                    <a:pt x="18" y="10"/>
                  </a:cubicBezTo>
                  <a:cubicBezTo>
                    <a:pt x="19" y="10"/>
                    <a:pt x="20" y="10"/>
                    <a:pt x="21" y="10"/>
                  </a:cubicBezTo>
                  <a:cubicBezTo>
                    <a:pt x="22" y="9"/>
                    <a:pt x="22" y="8"/>
                    <a:pt x="22" y="7"/>
                  </a:cubicBezTo>
                  <a:cubicBezTo>
                    <a:pt x="23" y="7"/>
                    <a:pt x="25" y="7"/>
                    <a:pt x="26" y="6"/>
                  </a:cubicBezTo>
                  <a:cubicBezTo>
                    <a:pt x="26" y="6"/>
                    <a:pt x="28" y="6"/>
                    <a:pt x="28" y="5"/>
                  </a:cubicBezTo>
                  <a:cubicBezTo>
                    <a:pt x="29" y="5"/>
                    <a:pt x="30" y="3"/>
                    <a:pt x="30" y="3"/>
                  </a:cubicBezTo>
                  <a:cubicBezTo>
                    <a:pt x="31" y="2"/>
                    <a:pt x="32" y="0"/>
                    <a:pt x="33" y="0"/>
                  </a:cubicBezTo>
                  <a:cubicBezTo>
                    <a:pt x="34" y="0"/>
                    <a:pt x="37" y="0"/>
                    <a:pt x="38" y="1"/>
                  </a:cubicBezTo>
                  <a:cubicBezTo>
                    <a:pt x="39" y="1"/>
                    <a:pt x="41" y="2"/>
                    <a:pt x="42" y="3"/>
                  </a:cubicBezTo>
                  <a:cubicBezTo>
                    <a:pt x="43" y="4"/>
                    <a:pt x="43" y="8"/>
                    <a:pt x="42" y="9"/>
                  </a:cubicBezTo>
                  <a:cubicBezTo>
                    <a:pt x="42" y="10"/>
                    <a:pt x="41" y="12"/>
                    <a:pt x="40" y="13"/>
                  </a:cubicBezTo>
                  <a:cubicBezTo>
                    <a:pt x="39" y="14"/>
                    <a:pt x="38" y="14"/>
                    <a:pt x="37" y="14"/>
                  </a:cubicBezTo>
                  <a:cubicBezTo>
                    <a:pt x="35" y="14"/>
                    <a:pt x="33" y="14"/>
                    <a:pt x="32" y="14"/>
                  </a:cubicBezTo>
                  <a:cubicBezTo>
                    <a:pt x="31" y="14"/>
                    <a:pt x="29" y="16"/>
                    <a:pt x="28" y="16"/>
                  </a:cubicBezTo>
                  <a:cubicBezTo>
                    <a:pt x="28" y="17"/>
                    <a:pt x="27" y="19"/>
                    <a:pt x="26" y="20"/>
                  </a:cubicBezTo>
                  <a:cubicBezTo>
                    <a:pt x="26" y="21"/>
                    <a:pt x="25" y="23"/>
                    <a:pt x="25" y="24"/>
                  </a:cubicBezTo>
                  <a:cubicBezTo>
                    <a:pt x="24" y="24"/>
                    <a:pt x="22" y="25"/>
                    <a:pt x="22" y="26"/>
                  </a:cubicBezTo>
                  <a:cubicBezTo>
                    <a:pt x="20" y="26"/>
                    <a:pt x="18" y="28"/>
                    <a:pt x="17" y="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8"/>
            <p:cNvSpPr>
              <a:spLocks/>
            </p:cNvSpPr>
            <p:nvPr/>
          </p:nvSpPr>
          <p:spPr bwMode="auto">
            <a:xfrm>
              <a:off x="3816351" y="4206875"/>
              <a:ext cx="69850" cy="209550"/>
            </a:xfrm>
            <a:custGeom>
              <a:avLst/>
              <a:gdLst/>
              <a:ahLst/>
              <a:cxnLst>
                <a:cxn ang="0">
                  <a:pos x="17" y="136"/>
                </a:cxn>
                <a:cxn ang="0">
                  <a:pos x="18" y="133"/>
                </a:cxn>
                <a:cxn ang="0">
                  <a:pos x="16" y="129"/>
                </a:cxn>
                <a:cxn ang="0">
                  <a:pos x="12" y="130"/>
                </a:cxn>
                <a:cxn ang="0">
                  <a:pos x="9" y="128"/>
                </a:cxn>
                <a:cxn ang="0">
                  <a:pos x="7" y="123"/>
                </a:cxn>
                <a:cxn ang="0">
                  <a:pos x="9" y="118"/>
                </a:cxn>
                <a:cxn ang="0">
                  <a:pos x="13" y="114"/>
                </a:cxn>
                <a:cxn ang="0">
                  <a:pos x="15" y="106"/>
                </a:cxn>
                <a:cxn ang="0">
                  <a:pos x="13" y="102"/>
                </a:cxn>
                <a:cxn ang="0">
                  <a:pos x="12" y="96"/>
                </a:cxn>
                <a:cxn ang="0">
                  <a:pos x="10" y="91"/>
                </a:cxn>
                <a:cxn ang="0">
                  <a:pos x="6" y="87"/>
                </a:cxn>
                <a:cxn ang="0">
                  <a:pos x="1" y="82"/>
                </a:cxn>
                <a:cxn ang="0">
                  <a:pos x="0" y="76"/>
                </a:cxn>
                <a:cxn ang="0">
                  <a:pos x="2" y="72"/>
                </a:cxn>
                <a:cxn ang="0">
                  <a:pos x="3" y="67"/>
                </a:cxn>
                <a:cxn ang="0">
                  <a:pos x="6" y="65"/>
                </a:cxn>
                <a:cxn ang="0">
                  <a:pos x="13" y="63"/>
                </a:cxn>
                <a:cxn ang="0">
                  <a:pos x="15" y="59"/>
                </a:cxn>
                <a:cxn ang="0">
                  <a:pos x="14" y="50"/>
                </a:cxn>
                <a:cxn ang="0">
                  <a:pos x="19" y="44"/>
                </a:cxn>
                <a:cxn ang="0">
                  <a:pos x="23" y="36"/>
                </a:cxn>
                <a:cxn ang="0">
                  <a:pos x="24" y="26"/>
                </a:cxn>
                <a:cxn ang="0">
                  <a:pos x="24" y="15"/>
                </a:cxn>
                <a:cxn ang="0">
                  <a:pos x="26" y="9"/>
                </a:cxn>
                <a:cxn ang="0">
                  <a:pos x="31" y="5"/>
                </a:cxn>
                <a:cxn ang="0">
                  <a:pos x="34" y="1"/>
                </a:cxn>
                <a:cxn ang="0">
                  <a:pos x="40" y="1"/>
                </a:cxn>
                <a:cxn ang="0">
                  <a:pos x="40" y="5"/>
                </a:cxn>
                <a:cxn ang="0">
                  <a:pos x="38" y="10"/>
                </a:cxn>
                <a:cxn ang="0">
                  <a:pos x="34" y="15"/>
                </a:cxn>
                <a:cxn ang="0">
                  <a:pos x="33" y="20"/>
                </a:cxn>
                <a:cxn ang="0">
                  <a:pos x="35" y="24"/>
                </a:cxn>
                <a:cxn ang="0">
                  <a:pos x="37" y="29"/>
                </a:cxn>
                <a:cxn ang="0">
                  <a:pos x="36" y="37"/>
                </a:cxn>
                <a:cxn ang="0">
                  <a:pos x="33" y="43"/>
                </a:cxn>
                <a:cxn ang="0">
                  <a:pos x="28" y="49"/>
                </a:cxn>
                <a:cxn ang="0">
                  <a:pos x="26" y="53"/>
                </a:cxn>
                <a:cxn ang="0">
                  <a:pos x="23" y="56"/>
                </a:cxn>
                <a:cxn ang="0">
                  <a:pos x="22" y="61"/>
                </a:cxn>
                <a:cxn ang="0">
                  <a:pos x="20" y="67"/>
                </a:cxn>
                <a:cxn ang="0">
                  <a:pos x="24" y="72"/>
                </a:cxn>
                <a:cxn ang="0">
                  <a:pos x="29" y="74"/>
                </a:cxn>
                <a:cxn ang="0">
                  <a:pos x="33" y="80"/>
                </a:cxn>
                <a:cxn ang="0">
                  <a:pos x="36" y="85"/>
                </a:cxn>
                <a:cxn ang="0">
                  <a:pos x="39" y="87"/>
                </a:cxn>
                <a:cxn ang="0">
                  <a:pos x="39" y="92"/>
                </a:cxn>
                <a:cxn ang="0">
                  <a:pos x="37" y="94"/>
                </a:cxn>
                <a:cxn ang="0">
                  <a:pos x="35" y="98"/>
                </a:cxn>
                <a:cxn ang="0">
                  <a:pos x="37" y="102"/>
                </a:cxn>
                <a:cxn ang="0">
                  <a:pos x="43" y="103"/>
                </a:cxn>
                <a:cxn ang="0">
                  <a:pos x="46" y="106"/>
                </a:cxn>
                <a:cxn ang="0">
                  <a:pos x="45" y="113"/>
                </a:cxn>
                <a:cxn ang="0">
                  <a:pos x="42" y="116"/>
                </a:cxn>
                <a:cxn ang="0">
                  <a:pos x="36" y="116"/>
                </a:cxn>
                <a:cxn ang="0">
                  <a:pos x="29" y="120"/>
                </a:cxn>
                <a:cxn ang="0">
                  <a:pos x="26" y="123"/>
                </a:cxn>
                <a:cxn ang="0">
                  <a:pos x="23" y="125"/>
                </a:cxn>
                <a:cxn ang="0">
                  <a:pos x="23" y="130"/>
                </a:cxn>
                <a:cxn ang="0">
                  <a:pos x="23" y="135"/>
                </a:cxn>
                <a:cxn ang="0">
                  <a:pos x="20" y="137"/>
                </a:cxn>
                <a:cxn ang="0">
                  <a:pos x="17" y="136"/>
                </a:cxn>
              </a:cxnLst>
              <a:rect l="0" t="0" r="r" b="b"/>
              <a:pathLst>
                <a:path w="46" h="137">
                  <a:moveTo>
                    <a:pt x="17" y="136"/>
                  </a:moveTo>
                  <a:cubicBezTo>
                    <a:pt x="16" y="135"/>
                    <a:pt x="18" y="134"/>
                    <a:pt x="18" y="133"/>
                  </a:cubicBezTo>
                  <a:cubicBezTo>
                    <a:pt x="17" y="132"/>
                    <a:pt x="17" y="130"/>
                    <a:pt x="16" y="129"/>
                  </a:cubicBezTo>
                  <a:cubicBezTo>
                    <a:pt x="15" y="129"/>
                    <a:pt x="13" y="130"/>
                    <a:pt x="12" y="130"/>
                  </a:cubicBezTo>
                  <a:cubicBezTo>
                    <a:pt x="11" y="130"/>
                    <a:pt x="9" y="129"/>
                    <a:pt x="9" y="128"/>
                  </a:cubicBezTo>
                  <a:cubicBezTo>
                    <a:pt x="8" y="127"/>
                    <a:pt x="7" y="124"/>
                    <a:pt x="7" y="123"/>
                  </a:cubicBezTo>
                  <a:cubicBezTo>
                    <a:pt x="7" y="122"/>
                    <a:pt x="8" y="119"/>
                    <a:pt x="9" y="118"/>
                  </a:cubicBezTo>
                  <a:cubicBezTo>
                    <a:pt x="10" y="117"/>
                    <a:pt x="12" y="115"/>
                    <a:pt x="13" y="114"/>
                  </a:cubicBezTo>
                  <a:cubicBezTo>
                    <a:pt x="14" y="113"/>
                    <a:pt x="15" y="108"/>
                    <a:pt x="15" y="106"/>
                  </a:cubicBezTo>
                  <a:cubicBezTo>
                    <a:pt x="15" y="105"/>
                    <a:pt x="13" y="103"/>
                    <a:pt x="13" y="102"/>
                  </a:cubicBezTo>
                  <a:cubicBezTo>
                    <a:pt x="12" y="101"/>
                    <a:pt x="12" y="98"/>
                    <a:pt x="12" y="96"/>
                  </a:cubicBezTo>
                  <a:cubicBezTo>
                    <a:pt x="12" y="95"/>
                    <a:pt x="11" y="92"/>
                    <a:pt x="10" y="91"/>
                  </a:cubicBezTo>
                  <a:cubicBezTo>
                    <a:pt x="9" y="90"/>
                    <a:pt x="7" y="88"/>
                    <a:pt x="6" y="87"/>
                  </a:cubicBezTo>
                  <a:cubicBezTo>
                    <a:pt x="4" y="86"/>
                    <a:pt x="2" y="83"/>
                    <a:pt x="1" y="82"/>
                  </a:cubicBezTo>
                  <a:cubicBezTo>
                    <a:pt x="1" y="80"/>
                    <a:pt x="0" y="77"/>
                    <a:pt x="0" y="76"/>
                  </a:cubicBezTo>
                  <a:cubicBezTo>
                    <a:pt x="0" y="75"/>
                    <a:pt x="2" y="73"/>
                    <a:pt x="2" y="72"/>
                  </a:cubicBezTo>
                  <a:cubicBezTo>
                    <a:pt x="2" y="71"/>
                    <a:pt x="2" y="68"/>
                    <a:pt x="3" y="67"/>
                  </a:cubicBezTo>
                  <a:cubicBezTo>
                    <a:pt x="3" y="66"/>
                    <a:pt x="5" y="65"/>
                    <a:pt x="6" y="65"/>
                  </a:cubicBezTo>
                  <a:cubicBezTo>
                    <a:pt x="8" y="64"/>
                    <a:pt x="11" y="64"/>
                    <a:pt x="13" y="63"/>
                  </a:cubicBezTo>
                  <a:cubicBezTo>
                    <a:pt x="14" y="62"/>
                    <a:pt x="15" y="60"/>
                    <a:pt x="15" y="59"/>
                  </a:cubicBezTo>
                  <a:cubicBezTo>
                    <a:pt x="16" y="56"/>
                    <a:pt x="14" y="52"/>
                    <a:pt x="14" y="50"/>
                  </a:cubicBezTo>
                  <a:cubicBezTo>
                    <a:pt x="15" y="48"/>
                    <a:pt x="18" y="45"/>
                    <a:pt x="19" y="44"/>
                  </a:cubicBezTo>
                  <a:cubicBezTo>
                    <a:pt x="20" y="42"/>
                    <a:pt x="23" y="38"/>
                    <a:pt x="23" y="36"/>
                  </a:cubicBezTo>
                  <a:cubicBezTo>
                    <a:pt x="24" y="34"/>
                    <a:pt x="24" y="29"/>
                    <a:pt x="24" y="26"/>
                  </a:cubicBezTo>
                  <a:cubicBezTo>
                    <a:pt x="24" y="23"/>
                    <a:pt x="23" y="17"/>
                    <a:pt x="24" y="15"/>
                  </a:cubicBezTo>
                  <a:cubicBezTo>
                    <a:pt x="24" y="13"/>
                    <a:pt x="25" y="10"/>
                    <a:pt x="26" y="9"/>
                  </a:cubicBezTo>
                  <a:cubicBezTo>
                    <a:pt x="27" y="8"/>
                    <a:pt x="30" y="6"/>
                    <a:pt x="31" y="5"/>
                  </a:cubicBezTo>
                  <a:cubicBezTo>
                    <a:pt x="32" y="4"/>
                    <a:pt x="33" y="1"/>
                    <a:pt x="34" y="1"/>
                  </a:cubicBezTo>
                  <a:cubicBezTo>
                    <a:pt x="35" y="0"/>
                    <a:pt x="39" y="0"/>
                    <a:pt x="40" y="1"/>
                  </a:cubicBezTo>
                  <a:cubicBezTo>
                    <a:pt x="41" y="2"/>
                    <a:pt x="40" y="4"/>
                    <a:pt x="40" y="5"/>
                  </a:cubicBezTo>
                  <a:cubicBezTo>
                    <a:pt x="40" y="7"/>
                    <a:pt x="39" y="9"/>
                    <a:pt x="38" y="10"/>
                  </a:cubicBezTo>
                  <a:cubicBezTo>
                    <a:pt x="37" y="11"/>
                    <a:pt x="35" y="13"/>
                    <a:pt x="34" y="15"/>
                  </a:cubicBezTo>
                  <a:cubicBezTo>
                    <a:pt x="33" y="16"/>
                    <a:pt x="33" y="19"/>
                    <a:pt x="33" y="20"/>
                  </a:cubicBezTo>
                  <a:cubicBezTo>
                    <a:pt x="33" y="21"/>
                    <a:pt x="35" y="23"/>
                    <a:pt x="35" y="24"/>
                  </a:cubicBezTo>
                  <a:cubicBezTo>
                    <a:pt x="36" y="25"/>
                    <a:pt x="37" y="28"/>
                    <a:pt x="37" y="29"/>
                  </a:cubicBezTo>
                  <a:cubicBezTo>
                    <a:pt x="37" y="31"/>
                    <a:pt x="37" y="35"/>
                    <a:pt x="36" y="37"/>
                  </a:cubicBezTo>
                  <a:cubicBezTo>
                    <a:pt x="36" y="38"/>
                    <a:pt x="34" y="42"/>
                    <a:pt x="33" y="43"/>
                  </a:cubicBezTo>
                  <a:cubicBezTo>
                    <a:pt x="32" y="45"/>
                    <a:pt x="29" y="47"/>
                    <a:pt x="28" y="49"/>
                  </a:cubicBezTo>
                  <a:cubicBezTo>
                    <a:pt x="28" y="50"/>
                    <a:pt x="27" y="52"/>
                    <a:pt x="26" y="53"/>
                  </a:cubicBezTo>
                  <a:cubicBezTo>
                    <a:pt x="25" y="54"/>
                    <a:pt x="24" y="55"/>
                    <a:pt x="23" y="56"/>
                  </a:cubicBezTo>
                  <a:cubicBezTo>
                    <a:pt x="22" y="57"/>
                    <a:pt x="22" y="60"/>
                    <a:pt x="22" y="61"/>
                  </a:cubicBezTo>
                  <a:cubicBezTo>
                    <a:pt x="21" y="62"/>
                    <a:pt x="19" y="66"/>
                    <a:pt x="20" y="67"/>
                  </a:cubicBezTo>
                  <a:cubicBezTo>
                    <a:pt x="20" y="69"/>
                    <a:pt x="23" y="71"/>
                    <a:pt x="24" y="72"/>
                  </a:cubicBezTo>
                  <a:cubicBezTo>
                    <a:pt x="25" y="73"/>
                    <a:pt x="28" y="73"/>
                    <a:pt x="29" y="74"/>
                  </a:cubicBezTo>
                  <a:cubicBezTo>
                    <a:pt x="31" y="75"/>
                    <a:pt x="32" y="79"/>
                    <a:pt x="33" y="80"/>
                  </a:cubicBezTo>
                  <a:cubicBezTo>
                    <a:pt x="33" y="81"/>
                    <a:pt x="35" y="84"/>
                    <a:pt x="36" y="85"/>
                  </a:cubicBezTo>
                  <a:cubicBezTo>
                    <a:pt x="37" y="86"/>
                    <a:pt x="38" y="87"/>
                    <a:pt x="39" y="87"/>
                  </a:cubicBezTo>
                  <a:cubicBezTo>
                    <a:pt x="39" y="88"/>
                    <a:pt x="39" y="91"/>
                    <a:pt x="39" y="92"/>
                  </a:cubicBezTo>
                  <a:cubicBezTo>
                    <a:pt x="39" y="92"/>
                    <a:pt x="37" y="93"/>
                    <a:pt x="37" y="94"/>
                  </a:cubicBezTo>
                  <a:cubicBezTo>
                    <a:pt x="36" y="95"/>
                    <a:pt x="35" y="97"/>
                    <a:pt x="35" y="98"/>
                  </a:cubicBezTo>
                  <a:cubicBezTo>
                    <a:pt x="35" y="99"/>
                    <a:pt x="36" y="101"/>
                    <a:pt x="37" y="102"/>
                  </a:cubicBezTo>
                  <a:cubicBezTo>
                    <a:pt x="39" y="102"/>
                    <a:pt x="42" y="102"/>
                    <a:pt x="43" y="103"/>
                  </a:cubicBezTo>
                  <a:cubicBezTo>
                    <a:pt x="44" y="103"/>
                    <a:pt x="45" y="105"/>
                    <a:pt x="46" y="106"/>
                  </a:cubicBezTo>
                  <a:cubicBezTo>
                    <a:pt x="46" y="108"/>
                    <a:pt x="46" y="112"/>
                    <a:pt x="45" y="113"/>
                  </a:cubicBezTo>
                  <a:cubicBezTo>
                    <a:pt x="44" y="114"/>
                    <a:pt x="42" y="115"/>
                    <a:pt x="42" y="116"/>
                  </a:cubicBezTo>
                  <a:cubicBezTo>
                    <a:pt x="40" y="116"/>
                    <a:pt x="37" y="116"/>
                    <a:pt x="36" y="116"/>
                  </a:cubicBezTo>
                  <a:cubicBezTo>
                    <a:pt x="34" y="117"/>
                    <a:pt x="31" y="119"/>
                    <a:pt x="29" y="120"/>
                  </a:cubicBezTo>
                  <a:cubicBezTo>
                    <a:pt x="29" y="120"/>
                    <a:pt x="27" y="122"/>
                    <a:pt x="26" y="123"/>
                  </a:cubicBezTo>
                  <a:cubicBezTo>
                    <a:pt x="25" y="123"/>
                    <a:pt x="23" y="124"/>
                    <a:pt x="23" y="125"/>
                  </a:cubicBezTo>
                  <a:cubicBezTo>
                    <a:pt x="23" y="126"/>
                    <a:pt x="23" y="128"/>
                    <a:pt x="23" y="130"/>
                  </a:cubicBezTo>
                  <a:cubicBezTo>
                    <a:pt x="23" y="131"/>
                    <a:pt x="24" y="134"/>
                    <a:pt x="23" y="135"/>
                  </a:cubicBezTo>
                  <a:cubicBezTo>
                    <a:pt x="22" y="136"/>
                    <a:pt x="21" y="137"/>
                    <a:pt x="20" y="137"/>
                  </a:cubicBezTo>
                  <a:cubicBezTo>
                    <a:pt x="19" y="137"/>
                    <a:pt x="17" y="136"/>
                    <a:pt x="17" y="13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9"/>
            <p:cNvSpPr>
              <a:spLocks/>
            </p:cNvSpPr>
            <p:nvPr/>
          </p:nvSpPr>
          <p:spPr bwMode="auto">
            <a:xfrm>
              <a:off x="3640138" y="3941763"/>
              <a:ext cx="14288" cy="14288"/>
            </a:xfrm>
            <a:custGeom>
              <a:avLst/>
              <a:gdLst/>
              <a:ahLst/>
              <a:cxnLst>
                <a:cxn ang="0">
                  <a:pos x="7" y="8"/>
                </a:cxn>
                <a:cxn ang="0">
                  <a:pos x="6" y="10"/>
                </a:cxn>
                <a:cxn ang="0">
                  <a:pos x="3" y="10"/>
                </a:cxn>
                <a:cxn ang="0">
                  <a:pos x="0" y="9"/>
                </a:cxn>
                <a:cxn ang="0">
                  <a:pos x="0" y="6"/>
                </a:cxn>
                <a:cxn ang="0">
                  <a:pos x="3" y="3"/>
                </a:cxn>
                <a:cxn ang="0">
                  <a:pos x="4" y="1"/>
                </a:cxn>
                <a:cxn ang="0">
                  <a:pos x="8" y="1"/>
                </a:cxn>
                <a:cxn ang="0">
                  <a:pos x="10" y="3"/>
                </a:cxn>
                <a:cxn ang="0">
                  <a:pos x="10" y="6"/>
                </a:cxn>
                <a:cxn ang="0">
                  <a:pos x="7" y="8"/>
                </a:cxn>
              </a:cxnLst>
              <a:rect l="0" t="0" r="r" b="b"/>
              <a:pathLst>
                <a:path w="10" h="10">
                  <a:moveTo>
                    <a:pt x="7" y="8"/>
                  </a:moveTo>
                  <a:cubicBezTo>
                    <a:pt x="7" y="8"/>
                    <a:pt x="6" y="10"/>
                    <a:pt x="6" y="10"/>
                  </a:cubicBezTo>
                  <a:cubicBezTo>
                    <a:pt x="5" y="10"/>
                    <a:pt x="3" y="10"/>
                    <a:pt x="3" y="10"/>
                  </a:cubicBezTo>
                  <a:cubicBezTo>
                    <a:pt x="2" y="10"/>
                    <a:pt x="1" y="9"/>
                    <a:pt x="0" y="9"/>
                  </a:cubicBezTo>
                  <a:cubicBezTo>
                    <a:pt x="0" y="8"/>
                    <a:pt x="0" y="6"/>
                    <a:pt x="0" y="6"/>
                  </a:cubicBezTo>
                  <a:cubicBezTo>
                    <a:pt x="1" y="5"/>
                    <a:pt x="2" y="4"/>
                    <a:pt x="3" y="3"/>
                  </a:cubicBezTo>
                  <a:cubicBezTo>
                    <a:pt x="3" y="3"/>
                    <a:pt x="3" y="1"/>
                    <a:pt x="4" y="1"/>
                  </a:cubicBezTo>
                  <a:cubicBezTo>
                    <a:pt x="5" y="1"/>
                    <a:pt x="7" y="0"/>
                    <a:pt x="8" y="1"/>
                  </a:cubicBezTo>
                  <a:cubicBezTo>
                    <a:pt x="8" y="1"/>
                    <a:pt x="10" y="2"/>
                    <a:pt x="10" y="3"/>
                  </a:cubicBezTo>
                  <a:cubicBezTo>
                    <a:pt x="10" y="4"/>
                    <a:pt x="10" y="5"/>
                    <a:pt x="10" y="6"/>
                  </a:cubicBezTo>
                  <a:cubicBezTo>
                    <a:pt x="9" y="7"/>
                    <a:pt x="8" y="7"/>
                    <a:pt x="7"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0"/>
            <p:cNvSpPr>
              <a:spLocks/>
            </p:cNvSpPr>
            <p:nvPr/>
          </p:nvSpPr>
          <p:spPr bwMode="auto">
            <a:xfrm>
              <a:off x="3479801" y="3800475"/>
              <a:ext cx="80963" cy="74613"/>
            </a:xfrm>
            <a:custGeom>
              <a:avLst/>
              <a:gdLst/>
              <a:ahLst/>
              <a:cxnLst>
                <a:cxn ang="0">
                  <a:pos x="13" y="48"/>
                </a:cxn>
                <a:cxn ang="0">
                  <a:pos x="9" y="45"/>
                </a:cxn>
                <a:cxn ang="0">
                  <a:pos x="4" y="39"/>
                </a:cxn>
                <a:cxn ang="0">
                  <a:pos x="2" y="32"/>
                </a:cxn>
                <a:cxn ang="0">
                  <a:pos x="0" y="27"/>
                </a:cxn>
                <a:cxn ang="0">
                  <a:pos x="1" y="19"/>
                </a:cxn>
                <a:cxn ang="0">
                  <a:pos x="4" y="15"/>
                </a:cxn>
                <a:cxn ang="0">
                  <a:pos x="9" y="16"/>
                </a:cxn>
                <a:cxn ang="0">
                  <a:pos x="13" y="19"/>
                </a:cxn>
                <a:cxn ang="0">
                  <a:pos x="16" y="22"/>
                </a:cxn>
                <a:cxn ang="0">
                  <a:pos x="21" y="25"/>
                </a:cxn>
                <a:cxn ang="0">
                  <a:pos x="23" y="23"/>
                </a:cxn>
                <a:cxn ang="0">
                  <a:pos x="24" y="19"/>
                </a:cxn>
                <a:cxn ang="0">
                  <a:pos x="29" y="19"/>
                </a:cxn>
                <a:cxn ang="0">
                  <a:pos x="32" y="17"/>
                </a:cxn>
                <a:cxn ang="0">
                  <a:pos x="32" y="13"/>
                </a:cxn>
                <a:cxn ang="0">
                  <a:pos x="28" y="11"/>
                </a:cxn>
                <a:cxn ang="0">
                  <a:pos x="26" y="7"/>
                </a:cxn>
                <a:cxn ang="0">
                  <a:pos x="27" y="3"/>
                </a:cxn>
                <a:cxn ang="0">
                  <a:pos x="32" y="0"/>
                </a:cxn>
                <a:cxn ang="0">
                  <a:pos x="41" y="1"/>
                </a:cxn>
                <a:cxn ang="0">
                  <a:pos x="45" y="5"/>
                </a:cxn>
                <a:cxn ang="0">
                  <a:pos x="47" y="10"/>
                </a:cxn>
                <a:cxn ang="0">
                  <a:pos x="52" y="14"/>
                </a:cxn>
                <a:cxn ang="0">
                  <a:pos x="53" y="19"/>
                </a:cxn>
                <a:cxn ang="0">
                  <a:pos x="53" y="22"/>
                </a:cxn>
                <a:cxn ang="0">
                  <a:pos x="48" y="23"/>
                </a:cxn>
                <a:cxn ang="0">
                  <a:pos x="39" y="23"/>
                </a:cxn>
                <a:cxn ang="0">
                  <a:pos x="32" y="23"/>
                </a:cxn>
                <a:cxn ang="0">
                  <a:pos x="27" y="23"/>
                </a:cxn>
                <a:cxn ang="0">
                  <a:pos x="25" y="26"/>
                </a:cxn>
                <a:cxn ang="0">
                  <a:pos x="23" y="29"/>
                </a:cxn>
                <a:cxn ang="0">
                  <a:pos x="23" y="36"/>
                </a:cxn>
                <a:cxn ang="0">
                  <a:pos x="24" y="41"/>
                </a:cxn>
                <a:cxn ang="0">
                  <a:pos x="26" y="45"/>
                </a:cxn>
                <a:cxn ang="0">
                  <a:pos x="22" y="48"/>
                </a:cxn>
                <a:cxn ang="0">
                  <a:pos x="17" y="48"/>
                </a:cxn>
                <a:cxn ang="0">
                  <a:pos x="13" y="48"/>
                </a:cxn>
              </a:cxnLst>
              <a:rect l="0" t="0" r="r" b="b"/>
              <a:pathLst>
                <a:path w="53" h="49">
                  <a:moveTo>
                    <a:pt x="13" y="48"/>
                  </a:moveTo>
                  <a:cubicBezTo>
                    <a:pt x="11" y="47"/>
                    <a:pt x="10" y="46"/>
                    <a:pt x="9" y="45"/>
                  </a:cubicBezTo>
                  <a:cubicBezTo>
                    <a:pt x="7" y="44"/>
                    <a:pt x="4" y="41"/>
                    <a:pt x="4" y="39"/>
                  </a:cubicBezTo>
                  <a:cubicBezTo>
                    <a:pt x="3" y="37"/>
                    <a:pt x="3" y="33"/>
                    <a:pt x="2" y="32"/>
                  </a:cubicBezTo>
                  <a:cubicBezTo>
                    <a:pt x="2" y="30"/>
                    <a:pt x="1" y="28"/>
                    <a:pt x="0" y="27"/>
                  </a:cubicBezTo>
                  <a:cubicBezTo>
                    <a:pt x="0" y="25"/>
                    <a:pt x="0" y="21"/>
                    <a:pt x="1" y="19"/>
                  </a:cubicBezTo>
                  <a:cubicBezTo>
                    <a:pt x="1" y="18"/>
                    <a:pt x="3" y="16"/>
                    <a:pt x="4" y="15"/>
                  </a:cubicBezTo>
                  <a:cubicBezTo>
                    <a:pt x="5" y="15"/>
                    <a:pt x="7" y="16"/>
                    <a:pt x="9" y="16"/>
                  </a:cubicBezTo>
                  <a:cubicBezTo>
                    <a:pt x="10" y="16"/>
                    <a:pt x="12" y="18"/>
                    <a:pt x="13" y="19"/>
                  </a:cubicBezTo>
                  <a:cubicBezTo>
                    <a:pt x="14" y="19"/>
                    <a:pt x="15" y="21"/>
                    <a:pt x="16" y="22"/>
                  </a:cubicBezTo>
                  <a:cubicBezTo>
                    <a:pt x="18" y="23"/>
                    <a:pt x="20" y="26"/>
                    <a:pt x="21" y="25"/>
                  </a:cubicBezTo>
                  <a:cubicBezTo>
                    <a:pt x="22" y="25"/>
                    <a:pt x="23" y="24"/>
                    <a:pt x="23" y="23"/>
                  </a:cubicBezTo>
                  <a:cubicBezTo>
                    <a:pt x="23" y="22"/>
                    <a:pt x="23" y="20"/>
                    <a:pt x="24" y="19"/>
                  </a:cubicBezTo>
                  <a:cubicBezTo>
                    <a:pt x="25" y="18"/>
                    <a:pt x="28" y="19"/>
                    <a:pt x="29" y="19"/>
                  </a:cubicBezTo>
                  <a:cubicBezTo>
                    <a:pt x="30" y="18"/>
                    <a:pt x="32" y="17"/>
                    <a:pt x="32" y="17"/>
                  </a:cubicBezTo>
                  <a:cubicBezTo>
                    <a:pt x="32" y="16"/>
                    <a:pt x="32" y="14"/>
                    <a:pt x="32" y="13"/>
                  </a:cubicBezTo>
                  <a:cubicBezTo>
                    <a:pt x="31" y="12"/>
                    <a:pt x="29" y="11"/>
                    <a:pt x="28" y="11"/>
                  </a:cubicBezTo>
                  <a:cubicBezTo>
                    <a:pt x="27" y="10"/>
                    <a:pt x="26" y="8"/>
                    <a:pt x="26" y="7"/>
                  </a:cubicBezTo>
                  <a:cubicBezTo>
                    <a:pt x="26" y="6"/>
                    <a:pt x="26" y="4"/>
                    <a:pt x="27" y="3"/>
                  </a:cubicBezTo>
                  <a:cubicBezTo>
                    <a:pt x="28" y="2"/>
                    <a:pt x="31" y="1"/>
                    <a:pt x="32" y="0"/>
                  </a:cubicBezTo>
                  <a:cubicBezTo>
                    <a:pt x="34" y="0"/>
                    <a:pt x="39" y="0"/>
                    <a:pt x="41" y="1"/>
                  </a:cubicBezTo>
                  <a:cubicBezTo>
                    <a:pt x="42" y="2"/>
                    <a:pt x="44" y="4"/>
                    <a:pt x="45" y="5"/>
                  </a:cubicBezTo>
                  <a:cubicBezTo>
                    <a:pt x="45" y="6"/>
                    <a:pt x="46" y="9"/>
                    <a:pt x="47" y="10"/>
                  </a:cubicBezTo>
                  <a:cubicBezTo>
                    <a:pt x="48" y="11"/>
                    <a:pt x="51" y="13"/>
                    <a:pt x="52" y="14"/>
                  </a:cubicBezTo>
                  <a:cubicBezTo>
                    <a:pt x="53" y="15"/>
                    <a:pt x="53" y="17"/>
                    <a:pt x="53" y="19"/>
                  </a:cubicBezTo>
                  <a:cubicBezTo>
                    <a:pt x="53" y="19"/>
                    <a:pt x="53" y="21"/>
                    <a:pt x="53" y="22"/>
                  </a:cubicBezTo>
                  <a:cubicBezTo>
                    <a:pt x="52" y="23"/>
                    <a:pt x="49" y="23"/>
                    <a:pt x="48" y="23"/>
                  </a:cubicBezTo>
                  <a:cubicBezTo>
                    <a:pt x="45" y="23"/>
                    <a:pt x="41" y="23"/>
                    <a:pt x="39" y="23"/>
                  </a:cubicBezTo>
                  <a:cubicBezTo>
                    <a:pt x="37" y="22"/>
                    <a:pt x="34" y="23"/>
                    <a:pt x="32" y="23"/>
                  </a:cubicBezTo>
                  <a:cubicBezTo>
                    <a:pt x="31" y="23"/>
                    <a:pt x="28" y="22"/>
                    <a:pt x="27" y="23"/>
                  </a:cubicBezTo>
                  <a:cubicBezTo>
                    <a:pt x="26" y="24"/>
                    <a:pt x="25" y="25"/>
                    <a:pt x="25" y="26"/>
                  </a:cubicBezTo>
                  <a:cubicBezTo>
                    <a:pt x="24" y="27"/>
                    <a:pt x="23" y="28"/>
                    <a:pt x="23" y="29"/>
                  </a:cubicBezTo>
                  <a:cubicBezTo>
                    <a:pt x="22" y="31"/>
                    <a:pt x="23" y="34"/>
                    <a:pt x="23" y="36"/>
                  </a:cubicBezTo>
                  <a:cubicBezTo>
                    <a:pt x="23" y="37"/>
                    <a:pt x="24" y="39"/>
                    <a:pt x="24" y="41"/>
                  </a:cubicBezTo>
                  <a:cubicBezTo>
                    <a:pt x="25" y="42"/>
                    <a:pt x="27" y="44"/>
                    <a:pt x="26" y="45"/>
                  </a:cubicBezTo>
                  <a:cubicBezTo>
                    <a:pt x="26" y="46"/>
                    <a:pt x="23" y="48"/>
                    <a:pt x="22" y="48"/>
                  </a:cubicBezTo>
                  <a:cubicBezTo>
                    <a:pt x="21" y="49"/>
                    <a:pt x="18" y="48"/>
                    <a:pt x="17" y="48"/>
                  </a:cubicBezTo>
                  <a:cubicBezTo>
                    <a:pt x="16" y="48"/>
                    <a:pt x="14" y="48"/>
                    <a:pt x="13" y="4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1"/>
            <p:cNvSpPr>
              <a:spLocks/>
            </p:cNvSpPr>
            <p:nvPr/>
          </p:nvSpPr>
          <p:spPr bwMode="auto">
            <a:xfrm>
              <a:off x="3536951" y="3619500"/>
              <a:ext cx="25400" cy="9525"/>
            </a:xfrm>
            <a:custGeom>
              <a:avLst/>
              <a:gdLst/>
              <a:ahLst/>
              <a:cxnLst>
                <a:cxn ang="0">
                  <a:pos x="15" y="5"/>
                </a:cxn>
                <a:cxn ang="0">
                  <a:pos x="10" y="5"/>
                </a:cxn>
                <a:cxn ang="0">
                  <a:pos x="5" y="6"/>
                </a:cxn>
                <a:cxn ang="0">
                  <a:pos x="1" y="6"/>
                </a:cxn>
                <a:cxn ang="0">
                  <a:pos x="0" y="3"/>
                </a:cxn>
                <a:cxn ang="0">
                  <a:pos x="3" y="1"/>
                </a:cxn>
                <a:cxn ang="0">
                  <a:pos x="6" y="1"/>
                </a:cxn>
                <a:cxn ang="0">
                  <a:pos x="9" y="0"/>
                </a:cxn>
                <a:cxn ang="0">
                  <a:pos x="12" y="0"/>
                </a:cxn>
                <a:cxn ang="0">
                  <a:pos x="15" y="1"/>
                </a:cxn>
                <a:cxn ang="0">
                  <a:pos x="15" y="5"/>
                </a:cxn>
              </a:cxnLst>
              <a:rect l="0" t="0" r="r" b="b"/>
              <a:pathLst>
                <a:path w="16" h="6">
                  <a:moveTo>
                    <a:pt x="15" y="5"/>
                  </a:moveTo>
                  <a:cubicBezTo>
                    <a:pt x="14" y="6"/>
                    <a:pt x="12" y="5"/>
                    <a:pt x="10" y="5"/>
                  </a:cubicBezTo>
                  <a:cubicBezTo>
                    <a:pt x="9" y="5"/>
                    <a:pt x="6" y="6"/>
                    <a:pt x="5" y="6"/>
                  </a:cubicBezTo>
                  <a:cubicBezTo>
                    <a:pt x="4" y="6"/>
                    <a:pt x="2" y="6"/>
                    <a:pt x="1" y="6"/>
                  </a:cubicBezTo>
                  <a:cubicBezTo>
                    <a:pt x="1" y="5"/>
                    <a:pt x="0" y="4"/>
                    <a:pt x="0" y="3"/>
                  </a:cubicBezTo>
                  <a:cubicBezTo>
                    <a:pt x="0" y="2"/>
                    <a:pt x="2" y="1"/>
                    <a:pt x="3" y="1"/>
                  </a:cubicBezTo>
                  <a:cubicBezTo>
                    <a:pt x="3" y="0"/>
                    <a:pt x="5" y="1"/>
                    <a:pt x="6" y="1"/>
                  </a:cubicBezTo>
                  <a:cubicBezTo>
                    <a:pt x="6" y="1"/>
                    <a:pt x="8" y="0"/>
                    <a:pt x="9" y="0"/>
                  </a:cubicBezTo>
                  <a:cubicBezTo>
                    <a:pt x="10" y="0"/>
                    <a:pt x="11" y="0"/>
                    <a:pt x="12" y="0"/>
                  </a:cubicBezTo>
                  <a:cubicBezTo>
                    <a:pt x="13" y="0"/>
                    <a:pt x="15" y="0"/>
                    <a:pt x="15" y="1"/>
                  </a:cubicBezTo>
                  <a:cubicBezTo>
                    <a:pt x="16" y="2"/>
                    <a:pt x="16" y="4"/>
                    <a:pt x="15"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2"/>
            <p:cNvSpPr>
              <a:spLocks/>
            </p:cNvSpPr>
            <p:nvPr/>
          </p:nvSpPr>
          <p:spPr bwMode="auto">
            <a:xfrm>
              <a:off x="3579813" y="3429000"/>
              <a:ext cx="31750" cy="55563"/>
            </a:xfrm>
            <a:custGeom>
              <a:avLst/>
              <a:gdLst/>
              <a:ahLst/>
              <a:cxnLst>
                <a:cxn ang="0">
                  <a:pos x="14" y="2"/>
                </a:cxn>
                <a:cxn ang="0">
                  <a:pos x="10" y="0"/>
                </a:cxn>
                <a:cxn ang="0">
                  <a:pos x="4" y="1"/>
                </a:cxn>
                <a:cxn ang="0">
                  <a:pos x="1" y="8"/>
                </a:cxn>
                <a:cxn ang="0">
                  <a:pos x="0" y="17"/>
                </a:cxn>
                <a:cxn ang="0">
                  <a:pos x="1" y="27"/>
                </a:cxn>
                <a:cxn ang="0">
                  <a:pos x="2" y="31"/>
                </a:cxn>
                <a:cxn ang="0">
                  <a:pos x="5" y="33"/>
                </a:cxn>
                <a:cxn ang="0">
                  <a:pos x="6" y="36"/>
                </a:cxn>
                <a:cxn ang="0">
                  <a:pos x="9" y="35"/>
                </a:cxn>
                <a:cxn ang="0">
                  <a:pos x="10" y="33"/>
                </a:cxn>
                <a:cxn ang="0">
                  <a:pos x="8" y="29"/>
                </a:cxn>
                <a:cxn ang="0">
                  <a:pos x="8" y="25"/>
                </a:cxn>
                <a:cxn ang="0">
                  <a:pos x="6" y="21"/>
                </a:cxn>
                <a:cxn ang="0">
                  <a:pos x="7" y="17"/>
                </a:cxn>
                <a:cxn ang="0">
                  <a:pos x="10" y="15"/>
                </a:cxn>
                <a:cxn ang="0">
                  <a:pos x="17" y="14"/>
                </a:cxn>
                <a:cxn ang="0">
                  <a:pos x="20" y="12"/>
                </a:cxn>
                <a:cxn ang="0">
                  <a:pos x="19" y="7"/>
                </a:cxn>
                <a:cxn ang="0">
                  <a:pos x="16" y="5"/>
                </a:cxn>
                <a:cxn ang="0">
                  <a:pos x="14" y="2"/>
                </a:cxn>
              </a:cxnLst>
              <a:rect l="0" t="0" r="r" b="b"/>
              <a:pathLst>
                <a:path w="20" h="36">
                  <a:moveTo>
                    <a:pt x="14" y="2"/>
                  </a:moveTo>
                  <a:cubicBezTo>
                    <a:pt x="13" y="1"/>
                    <a:pt x="11" y="0"/>
                    <a:pt x="10" y="0"/>
                  </a:cubicBezTo>
                  <a:cubicBezTo>
                    <a:pt x="9" y="0"/>
                    <a:pt x="5" y="0"/>
                    <a:pt x="4" y="1"/>
                  </a:cubicBezTo>
                  <a:cubicBezTo>
                    <a:pt x="2" y="2"/>
                    <a:pt x="2" y="6"/>
                    <a:pt x="1" y="8"/>
                  </a:cubicBezTo>
                  <a:cubicBezTo>
                    <a:pt x="1" y="10"/>
                    <a:pt x="0" y="15"/>
                    <a:pt x="0" y="17"/>
                  </a:cubicBezTo>
                  <a:cubicBezTo>
                    <a:pt x="0" y="20"/>
                    <a:pt x="0" y="25"/>
                    <a:pt x="1" y="27"/>
                  </a:cubicBezTo>
                  <a:cubicBezTo>
                    <a:pt x="1" y="28"/>
                    <a:pt x="1" y="30"/>
                    <a:pt x="2" y="31"/>
                  </a:cubicBezTo>
                  <a:cubicBezTo>
                    <a:pt x="3" y="32"/>
                    <a:pt x="4" y="33"/>
                    <a:pt x="5" y="33"/>
                  </a:cubicBezTo>
                  <a:cubicBezTo>
                    <a:pt x="5" y="34"/>
                    <a:pt x="6" y="35"/>
                    <a:pt x="6" y="36"/>
                  </a:cubicBezTo>
                  <a:cubicBezTo>
                    <a:pt x="7" y="36"/>
                    <a:pt x="9" y="36"/>
                    <a:pt x="9" y="35"/>
                  </a:cubicBezTo>
                  <a:cubicBezTo>
                    <a:pt x="10" y="35"/>
                    <a:pt x="10" y="33"/>
                    <a:pt x="10" y="33"/>
                  </a:cubicBezTo>
                  <a:cubicBezTo>
                    <a:pt x="10" y="32"/>
                    <a:pt x="8" y="30"/>
                    <a:pt x="8" y="29"/>
                  </a:cubicBezTo>
                  <a:cubicBezTo>
                    <a:pt x="8" y="28"/>
                    <a:pt x="8" y="26"/>
                    <a:pt x="8" y="25"/>
                  </a:cubicBezTo>
                  <a:cubicBezTo>
                    <a:pt x="8" y="24"/>
                    <a:pt x="6" y="22"/>
                    <a:pt x="6" y="21"/>
                  </a:cubicBezTo>
                  <a:cubicBezTo>
                    <a:pt x="6" y="20"/>
                    <a:pt x="6" y="18"/>
                    <a:pt x="7" y="17"/>
                  </a:cubicBezTo>
                  <a:cubicBezTo>
                    <a:pt x="7" y="16"/>
                    <a:pt x="9" y="15"/>
                    <a:pt x="10" y="15"/>
                  </a:cubicBezTo>
                  <a:cubicBezTo>
                    <a:pt x="12" y="14"/>
                    <a:pt x="15" y="15"/>
                    <a:pt x="17" y="14"/>
                  </a:cubicBezTo>
                  <a:cubicBezTo>
                    <a:pt x="18" y="14"/>
                    <a:pt x="20" y="13"/>
                    <a:pt x="20" y="12"/>
                  </a:cubicBezTo>
                  <a:cubicBezTo>
                    <a:pt x="20" y="11"/>
                    <a:pt x="20" y="8"/>
                    <a:pt x="19" y="7"/>
                  </a:cubicBezTo>
                  <a:cubicBezTo>
                    <a:pt x="19" y="6"/>
                    <a:pt x="17" y="5"/>
                    <a:pt x="16" y="5"/>
                  </a:cubicBezTo>
                  <a:cubicBezTo>
                    <a:pt x="16" y="4"/>
                    <a:pt x="15" y="3"/>
                    <a:pt x="14"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3"/>
            <p:cNvSpPr>
              <a:spLocks/>
            </p:cNvSpPr>
            <p:nvPr/>
          </p:nvSpPr>
          <p:spPr bwMode="auto">
            <a:xfrm>
              <a:off x="3651251" y="3427413"/>
              <a:ext cx="17463" cy="15875"/>
            </a:xfrm>
            <a:custGeom>
              <a:avLst/>
              <a:gdLst/>
              <a:ahLst/>
              <a:cxnLst>
                <a:cxn ang="0">
                  <a:pos x="12" y="9"/>
                </a:cxn>
                <a:cxn ang="0">
                  <a:pos x="8" y="9"/>
                </a:cxn>
                <a:cxn ang="0">
                  <a:pos x="6" y="7"/>
                </a:cxn>
                <a:cxn ang="0">
                  <a:pos x="2" y="7"/>
                </a:cxn>
                <a:cxn ang="0">
                  <a:pos x="1" y="5"/>
                </a:cxn>
                <a:cxn ang="0">
                  <a:pos x="1" y="1"/>
                </a:cxn>
                <a:cxn ang="0">
                  <a:pos x="5" y="0"/>
                </a:cxn>
                <a:cxn ang="0">
                  <a:pos x="7" y="2"/>
                </a:cxn>
                <a:cxn ang="0">
                  <a:pos x="10" y="3"/>
                </a:cxn>
                <a:cxn ang="0">
                  <a:pos x="11" y="5"/>
                </a:cxn>
                <a:cxn ang="0">
                  <a:pos x="12" y="9"/>
                </a:cxn>
              </a:cxnLst>
              <a:rect l="0" t="0" r="r" b="b"/>
              <a:pathLst>
                <a:path w="12" h="10">
                  <a:moveTo>
                    <a:pt x="12" y="9"/>
                  </a:moveTo>
                  <a:cubicBezTo>
                    <a:pt x="11" y="10"/>
                    <a:pt x="9" y="10"/>
                    <a:pt x="8" y="9"/>
                  </a:cubicBezTo>
                  <a:cubicBezTo>
                    <a:pt x="7" y="9"/>
                    <a:pt x="7" y="8"/>
                    <a:pt x="6" y="7"/>
                  </a:cubicBezTo>
                  <a:cubicBezTo>
                    <a:pt x="5" y="7"/>
                    <a:pt x="3" y="7"/>
                    <a:pt x="2" y="7"/>
                  </a:cubicBezTo>
                  <a:cubicBezTo>
                    <a:pt x="2" y="7"/>
                    <a:pt x="1" y="6"/>
                    <a:pt x="1" y="5"/>
                  </a:cubicBezTo>
                  <a:cubicBezTo>
                    <a:pt x="1" y="4"/>
                    <a:pt x="0" y="2"/>
                    <a:pt x="1" y="1"/>
                  </a:cubicBezTo>
                  <a:cubicBezTo>
                    <a:pt x="2" y="1"/>
                    <a:pt x="4" y="0"/>
                    <a:pt x="5" y="0"/>
                  </a:cubicBezTo>
                  <a:cubicBezTo>
                    <a:pt x="6" y="0"/>
                    <a:pt x="6" y="1"/>
                    <a:pt x="7" y="2"/>
                  </a:cubicBezTo>
                  <a:cubicBezTo>
                    <a:pt x="7" y="2"/>
                    <a:pt x="9" y="2"/>
                    <a:pt x="10" y="3"/>
                  </a:cubicBezTo>
                  <a:cubicBezTo>
                    <a:pt x="10" y="3"/>
                    <a:pt x="11" y="4"/>
                    <a:pt x="11" y="5"/>
                  </a:cubicBezTo>
                  <a:cubicBezTo>
                    <a:pt x="12" y="6"/>
                    <a:pt x="12" y="8"/>
                    <a:pt x="12"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4"/>
            <p:cNvSpPr>
              <a:spLocks/>
            </p:cNvSpPr>
            <p:nvPr/>
          </p:nvSpPr>
          <p:spPr bwMode="auto">
            <a:xfrm>
              <a:off x="3656013" y="3465513"/>
              <a:ext cx="30163" cy="26988"/>
            </a:xfrm>
            <a:custGeom>
              <a:avLst/>
              <a:gdLst/>
              <a:ahLst/>
              <a:cxnLst>
                <a:cxn ang="0">
                  <a:pos x="10" y="4"/>
                </a:cxn>
                <a:cxn ang="0">
                  <a:pos x="7" y="3"/>
                </a:cxn>
                <a:cxn ang="0">
                  <a:pos x="3" y="0"/>
                </a:cxn>
                <a:cxn ang="0">
                  <a:pos x="0" y="4"/>
                </a:cxn>
                <a:cxn ang="0">
                  <a:pos x="1" y="9"/>
                </a:cxn>
                <a:cxn ang="0">
                  <a:pos x="6" y="12"/>
                </a:cxn>
                <a:cxn ang="0">
                  <a:pos x="10" y="15"/>
                </a:cxn>
                <a:cxn ang="0">
                  <a:pos x="11" y="17"/>
                </a:cxn>
                <a:cxn ang="0">
                  <a:pos x="16" y="17"/>
                </a:cxn>
                <a:cxn ang="0">
                  <a:pos x="19" y="13"/>
                </a:cxn>
                <a:cxn ang="0">
                  <a:pos x="17" y="6"/>
                </a:cxn>
                <a:cxn ang="0">
                  <a:pos x="15" y="5"/>
                </a:cxn>
                <a:cxn ang="0">
                  <a:pos x="10" y="4"/>
                </a:cxn>
              </a:cxnLst>
              <a:rect l="0" t="0" r="r" b="b"/>
              <a:pathLst>
                <a:path w="19" h="18">
                  <a:moveTo>
                    <a:pt x="10" y="4"/>
                  </a:moveTo>
                  <a:cubicBezTo>
                    <a:pt x="9" y="4"/>
                    <a:pt x="8" y="3"/>
                    <a:pt x="7" y="3"/>
                  </a:cubicBezTo>
                  <a:cubicBezTo>
                    <a:pt x="6" y="3"/>
                    <a:pt x="4" y="0"/>
                    <a:pt x="3" y="0"/>
                  </a:cubicBezTo>
                  <a:cubicBezTo>
                    <a:pt x="2" y="1"/>
                    <a:pt x="0" y="3"/>
                    <a:pt x="0" y="4"/>
                  </a:cubicBezTo>
                  <a:cubicBezTo>
                    <a:pt x="0" y="5"/>
                    <a:pt x="0" y="8"/>
                    <a:pt x="1" y="9"/>
                  </a:cubicBezTo>
                  <a:cubicBezTo>
                    <a:pt x="2" y="10"/>
                    <a:pt x="5" y="11"/>
                    <a:pt x="6" y="12"/>
                  </a:cubicBezTo>
                  <a:cubicBezTo>
                    <a:pt x="7" y="13"/>
                    <a:pt x="9" y="14"/>
                    <a:pt x="10" y="15"/>
                  </a:cubicBezTo>
                  <a:cubicBezTo>
                    <a:pt x="11" y="16"/>
                    <a:pt x="11" y="17"/>
                    <a:pt x="11" y="17"/>
                  </a:cubicBezTo>
                  <a:cubicBezTo>
                    <a:pt x="12" y="18"/>
                    <a:pt x="15" y="18"/>
                    <a:pt x="16" y="17"/>
                  </a:cubicBezTo>
                  <a:cubicBezTo>
                    <a:pt x="17" y="17"/>
                    <a:pt x="18" y="15"/>
                    <a:pt x="19" y="13"/>
                  </a:cubicBezTo>
                  <a:cubicBezTo>
                    <a:pt x="19" y="12"/>
                    <a:pt x="18" y="8"/>
                    <a:pt x="17" y="6"/>
                  </a:cubicBezTo>
                  <a:cubicBezTo>
                    <a:pt x="17" y="6"/>
                    <a:pt x="16" y="5"/>
                    <a:pt x="15" y="5"/>
                  </a:cubicBezTo>
                  <a:cubicBezTo>
                    <a:pt x="14" y="4"/>
                    <a:pt x="11" y="4"/>
                    <a:pt x="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5"/>
            <p:cNvSpPr>
              <a:spLocks/>
            </p:cNvSpPr>
            <p:nvPr/>
          </p:nvSpPr>
          <p:spPr bwMode="auto">
            <a:xfrm>
              <a:off x="3738563" y="3379788"/>
              <a:ext cx="34925" cy="15875"/>
            </a:xfrm>
            <a:custGeom>
              <a:avLst/>
              <a:gdLst/>
              <a:ahLst/>
              <a:cxnLst>
                <a:cxn ang="0">
                  <a:pos x="19" y="11"/>
                </a:cxn>
                <a:cxn ang="0">
                  <a:pos x="15" y="9"/>
                </a:cxn>
                <a:cxn ang="0">
                  <a:pos x="10" y="9"/>
                </a:cxn>
                <a:cxn ang="0">
                  <a:pos x="8" y="11"/>
                </a:cxn>
                <a:cxn ang="0">
                  <a:pos x="3" y="10"/>
                </a:cxn>
                <a:cxn ang="0">
                  <a:pos x="1" y="7"/>
                </a:cxn>
                <a:cxn ang="0">
                  <a:pos x="1" y="1"/>
                </a:cxn>
                <a:cxn ang="0">
                  <a:pos x="5" y="0"/>
                </a:cxn>
                <a:cxn ang="0">
                  <a:pos x="10" y="1"/>
                </a:cxn>
                <a:cxn ang="0">
                  <a:pos x="17" y="2"/>
                </a:cxn>
                <a:cxn ang="0">
                  <a:pos x="19" y="3"/>
                </a:cxn>
                <a:cxn ang="0">
                  <a:pos x="22" y="7"/>
                </a:cxn>
                <a:cxn ang="0">
                  <a:pos x="19" y="11"/>
                </a:cxn>
              </a:cxnLst>
              <a:rect l="0" t="0" r="r" b="b"/>
              <a:pathLst>
                <a:path w="22" h="11">
                  <a:moveTo>
                    <a:pt x="19" y="11"/>
                  </a:moveTo>
                  <a:cubicBezTo>
                    <a:pt x="18" y="11"/>
                    <a:pt x="16" y="9"/>
                    <a:pt x="15" y="9"/>
                  </a:cubicBezTo>
                  <a:cubicBezTo>
                    <a:pt x="14" y="9"/>
                    <a:pt x="11" y="9"/>
                    <a:pt x="10" y="9"/>
                  </a:cubicBezTo>
                  <a:cubicBezTo>
                    <a:pt x="9" y="9"/>
                    <a:pt x="8" y="11"/>
                    <a:pt x="8" y="11"/>
                  </a:cubicBezTo>
                  <a:cubicBezTo>
                    <a:pt x="7" y="11"/>
                    <a:pt x="4" y="11"/>
                    <a:pt x="3" y="10"/>
                  </a:cubicBezTo>
                  <a:cubicBezTo>
                    <a:pt x="2" y="9"/>
                    <a:pt x="1" y="8"/>
                    <a:pt x="1" y="7"/>
                  </a:cubicBezTo>
                  <a:cubicBezTo>
                    <a:pt x="0" y="5"/>
                    <a:pt x="0" y="2"/>
                    <a:pt x="1" y="1"/>
                  </a:cubicBezTo>
                  <a:cubicBezTo>
                    <a:pt x="2" y="1"/>
                    <a:pt x="4" y="0"/>
                    <a:pt x="5" y="0"/>
                  </a:cubicBezTo>
                  <a:cubicBezTo>
                    <a:pt x="6" y="0"/>
                    <a:pt x="9" y="1"/>
                    <a:pt x="10" y="1"/>
                  </a:cubicBezTo>
                  <a:cubicBezTo>
                    <a:pt x="12" y="2"/>
                    <a:pt x="15" y="1"/>
                    <a:pt x="17" y="2"/>
                  </a:cubicBezTo>
                  <a:cubicBezTo>
                    <a:pt x="18" y="2"/>
                    <a:pt x="19" y="2"/>
                    <a:pt x="19" y="3"/>
                  </a:cubicBezTo>
                  <a:cubicBezTo>
                    <a:pt x="20" y="4"/>
                    <a:pt x="22" y="6"/>
                    <a:pt x="22" y="7"/>
                  </a:cubicBezTo>
                  <a:cubicBezTo>
                    <a:pt x="22" y="8"/>
                    <a:pt x="20" y="10"/>
                    <a:pt x="19"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16"/>
            <p:cNvSpPr>
              <a:spLocks/>
            </p:cNvSpPr>
            <p:nvPr/>
          </p:nvSpPr>
          <p:spPr bwMode="auto">
            <a:xfrm>
              <a:off x="3678238" y="3511550"/>
              <a:ext cx="7938" cy="11113"/>
            </a:xfrm>
            <a:custGeom>
              <a:avLst/>
              <a:gdLst/>
              <a:ahLst/>
              <a:cxnLst>
                <a:cxn ang="0">
                  <a:pos x="4" y="1"/>
                </a:cxn>
                <a:cxn ang="0">
                  <a:pos x="5" y="3"/>
                </a:cxn>
                <a:cxn ang="0">
                  <a:pos x="5" y="6"/>
                </a:cxn>
                <a:cxn ang="0">
                  <a:pos x="2" y="7"/>
                </a:cxn>
                <a:cxn ang="0">
                  <a:pos x="0" y="4"/>
                </a:cxn>
                <a:cxn ang="0">
                  <a:pos x="1" y="1"/>
                </a:cxn>
                <a:cxn ang="0">
                  <a:pos x="4" y="1"/>
                </a:cxn>
              </a:cxnLst>
              <a:rect l="0" t="0" r="r" b="b"/>
              <a:pathLst>
                <a:path w="5" h="7">
                  <a:moveTo>
                    <a:pt x="4" y="1"/>
                  </a:moveTo>
                  <a:cubicBezTo>
                    <a:pt x="5" y="1"/>
                    <a:pt x="5" y="3"/>
                    <a:pt x="5" y="3"/>
                  </a:cubicBezTo>
                  <a:cubicBezTo>
                    <a:pt x="5" y="4"/>
                    <a:pt x="5" y="6"/>
                    <a:pt x="5" y="6"/>
                  </a:cubicBezTo>
                  <a:cubicBezTo>
                    <a:pt x="4" y="7"/>
                    <a:pt x="2" y="7"/>
                    <a:pt x="2" y="7"/>
                  </a:cubicBezTo>
                  <a:cubicBezTo>
                    <a:pt x="1" y="7"/>
                    <a:pt x="0" y="5"/>
                    <a:pt x="0" y="4"/>
                  </a:cubicBezTo>
                  <a:cubicBezTo>
                    <a:pt x="0" y="3"/>
                    <a:pt x="0" y="2"/>
                    <a:pt x="1" y="1"/>
                  </a:cubicBezTo>
                  <a:cubicBezTo>
                    <a:pt x="1" y="0"/>
                    <a:pt x="3" y="0"/>
                    <a:pt x="4"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7"/>
            <p:cNvSpPr>
              <a:spLocks/>
            </p:cNvSpPr>
            <p:nvPr/>
          </p:nvSpPr>
          <p:spPr bwMode="auto">
            <a:xfrm>
              <a:off x="3681413" y="3522663"/>
              <a:ext cx="46038" cy="49213"/>
            </a:xfrm>
            <a:custGeom>
              <a:avLst/>
              <a:gdLst/>
              <a:ahLst/>
              <a:cxnLst>
                <a:cxn ang="0">
                  <a:pos x="10" y="1"/>
                </a:cxn>
                <a:cxn ang="0">
                  <a:pos x="5" y="4"/>
                </a:cxn>
                <a:cxn ang="0">
                  <a:pos x="1" y="4"/>
                </a:cxn>
                <a:cxn ang="0">
                  <a:pos x="1" y="7"/>
                </a:cxn>
                <a:cxn ang="0">
                  <a:pos x="4" y="11"/>
                </a:cxn>
                <a:cxn ang="0">
                  <a:pos x="11" y="12"/>
                </a:cxn>
                <a:cxn ang="0">
                  <a:pos x="13" y="16"/>
                </a:cxn>
                <a:cxn ang="0">
                  <a:pos x="12" y="20"/>
                </a:cxn>
                <a:cxn ang="0">
                  <a:pos x="11" y="24"/>
                </a:cxn>
                <a:cxn ang="0">
                  <a:pos x="14" y="26"/>
                </a:cxn>
                <a:cxn ang="0">
                  <a:pos x="18" y="26"/>
                </a:cxn>
                <a:cxn ang="0">
                  <a:pos x="18" y="30"/>
                </a:cxn>
                <a:cxn ang="0">
                  <a:pos x="20" y="32"/>
                </a:cxn>
                <a:cxn ang="0">
                  <a:pos x="25" y="30"/>
                </a:cxn>
                <a:cxn ang="0">
                  <a:pos x="29" y="30"/>
                </a:cxn>
                <a:cxn ang="0">
                  <a:pos x="30" y="25"/>
                </a:cxn>
                <a:cxn ang="0">
                  <a:pos x="28" y="19"/>
                </a:cxn>
                <a:cxn ang="0">
                  <a:pos x="23" y="13"/>
                </a:cxn>
                <a:cxn ang="0">
                  <a:pos x="22" y="9"/>
                </a:cxn>
                <a:cxn ang="0">
                  <a:pos x="21" y="4"/>
                </a:cxn>
                <a:cxn ang="0">
                  <a:pos x="17" y="1"/>
                </a:cxn>
                <a:cxn ang="0">
                  <a:pos x="14" y="0"/>
                </a:cxn>
                <a:cxn ang="0">
                  <a:pos x="10" y="1"/>
                </a:cxn>
              </a:cxnLst>
              <a:rect l="0" t="0" r="r" b="b"/>
              <a:pathLst>
                <a:path w="30" h="32">
                  <a:moveTo>
                    <a:pt x="10" y="1"/>
                  </a:moveTo>
                  <a:cubicBezTo>
                    <a:pt x="9" y="1"/>
                    <a:pt x="7" y="3"/>
                    <a:pt x="5" y="4"/>
                  </a:cubicBezTo>
                  <a:cubicBezTo>
                    <a:pt x="4" y="4"/>
                    <a:pt x="2" y="3"/>
                    <a:pt x="1" y="4"/>
                  </a:cubicBezTo>
                  <a:cubicBezTo>
                    <a:pt x="1" y="5"/>
                    <a:pt x="0" y="7"/>
                    <a:pt x="1" y="7"/>
                  </a:cubicBezTo>
                  <a:cubicBezTo>
                    <a:pt x="1" y="9"/>
                    <a:pt x="3" y="10"/>
                    <a:pt x="4" y="11"/>
                  </a:cubicBezTo>
                  <a:cubicBezTo>
                    <a:pt x="6" y="11"/>
                    <a:pt x="10" y="11"/>
                    <a:pt x="11" y="12"/>
                  </a:cubicBezTo>
                  <a:cubicBezTo>
                    <a:pt x="12" y="13"/>
                    <a:pt x="13" y="15"/>
                    <a:pt x="13" y="16"/>
                  </a:cubicBezTo>
                  <a:cubicBezTo>
                    <a:pt x="13" y="17"/>
                    <a:pt x="12" y="19"/>
                    <a:pt x="12" y="20"/>
                  </a:cubicBezTo>
                  <a:cubicBezTo>
                    <a:pt x="12" y="21"/>
                    <a:pt x="11" y="23"/>
                    <a:pt x="11" y="24"/>
                  </a:cubicBezTo>
                  <a:cubicBezTo>
                    <a:pt x="12" y="25"/>
                    <a:pt x="13" y="25"/>
                    <a:pt x="14" y="26"/>
                  </a:cubicBezTo>
                  <a:cubicBezTo>
                    <a:pt x="15" y="26"/>
                    <a:pt x="17" y="25"/>
                    <a:pt x="18" y="26"/>
                  </a:cubicBezTo>
                  <a:cubicBezTo>
                    <a:pt x="18" y="27"/>
                    <a:pt x="18" y="29"/>
                    <a:pt x="18" y="30"/>
                  </a:cubicBezTo>
                  <a:cubicBezTo>
                    <a:pt x="18" y="30"/>
                    <a:pt x="19" y="32"/>
                    <a:pt x="20" y="32"/>
                  </a:cubicBezTo>
                  <a:cubicBezTo>
                    <a:pt x="21" y="32"/>
                    <a:pt x="24" y="30"/>
                    <a:pt x="25" y="30"/>
                  </a:cubicBezTo>
                  <a:cubicBezTo>
                    <a:pt x="26" y="30"/>
                    <a:pt x="28" y="30"/>
                    <a:pt x="29" y="30"/>
                  </a:cubicBezTo>
                  <a:cubicBezTo>
                    <a:pt x="30" y="29"/>
                    <a:pt x="30" y="26"/>
                    <a:pt x="30" y="25"/>
                  </a:cubicBezTo>
                  <a:cubicBezTo>
                    <a:pt x="30" y="24"/>
                    <a:pt x="29" y="20"/>
                    <a:pt x="28" y="19"/>
                  </a:cubicBezTo>
                  <a:cubicBezTo>
                    <a:pt x="27" y="17"/>
                    <a:pt x="24" y="15"/>
                    <a:pt x="23" y="13"/>
                  </a:cubicBezTo>
                  <a:cubicBezTo>
                    <a:pt x="22" y="12"/>
                    <a:pt x="22" y="10"/>
                    <a:pt x="22" y="9"/>
                  </a:cubicBezTo>
                  <a:cubicBezTo>
                    <a:pt x="22" y="8"/>
                    <a:pt x="22" y="5"/>
                    <a:pt x="21" y="4"/>
                  </a:cubicBezTo>
                  <a:cubicBezTo>
                    <a:pt x="20" y="3"/>
                    <a:pt x="18" y="1"/>
                    <a:pt x="17" y="1"/>
                  </a:cubicBezTo>
                  <a:cubicBezTo>
                    <a:pt x="16" y="0"/>
                    <a:pt x="15" y="0"/>
                    <a:pt x="14" y="0"/>
                  </a:cubicBezTo>
                  <a:cubicBezTo>
                    <a:pt x="13" y="0"/>
                    <a:pt x="11" y="0"/>
                    <a:pt x="10"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8"/>
            <p:cNvSpPr>
              <a:spLocks/>
            </p:cNvSpPr>
            <p:nvPr/>
          </p:nvSpPr>
          <p:spPr bwMode="auto">
            <a:xfrm>
              <a:off x="3724276" y="3578225"/>
              <a:ext cx="68263" cy="76200"/>
            </a:xfrm>
            <a:custGeom>
              <a:avLst/>
              <a:gdLst/>
              <a:ahLst/>
              <a:cxnLst>
                <a:cxn ang="0">
                  <a:pos x="19" y="21"/>
                </a:cxn>
                <a:cxn ang="0">
                  <a:pos x="17" y="17"/>
                </a:cxn>
                <a:cxn ang="0">
                  <a:pos x="13" y="16"/>
                </a:cxn>
                <a:cxn ang="0">
                  <a:pos x="8" y="16"/>
                </a:cxn>
                <a:cxn ang="0">
                  <a:pos x="5" y="14"/>
                </a:cxn>
                <a:cxn ang="0">
                  <a:pos x="3" y="9"/>
                </a:cxn>
                <a:cxn ang="0">
                  <a:pos x="1" y="5"/>
                </a:cxn>
                <a:cxn ang="0">
                  <a:pos x="1" y="1"/>
                </a:cxn>
                <a:cxn ang="0">
                  <a:pos x="3" y="0"/>
                </a:cxn>
                <a:cxn ang="0">
                  <a:pos x="7" y="1"/>
                </a:cxn>
                <a:cxn ang="0">
                  <a:pos x="10" y="1"/>
                </a:cxn>
                <a:cxn ang="0">
                  <a:pos x="13" y="3"/>
                </a:cxn>
                <a:cxn ang="0">
                  <a:pos x="17" y="5"/>
                </a:cxn>
                <a:cxn ang="0">
                  <a:pos x="20" y="6"/>
                </a:cxn>
                <a:cxn ang="0">
                  <a:pos x="24" y="10"/>
                </a:cxn>
                <a:cxn ang="0">
                  <a:pos x="25" y="16"/>
                </a:cxn>
                <a:cxn ang="0">
                  <a:pos x="29" y="19"/>
                </a:cxn>
                <a:cxn ang="0">
                  <a:pos x="36" y="23"/>
                </a:cxn>
                <a:cxn ang="0">
                  <a:pos x="45" y="25"/>
                </a:cxn>
                <a:cxn ang="0">
                  <a:pos x="45" y="30"/>
                </a:cxn>
                <a:cxn ang="0">
                  <a:pos x="43" y="33"/>
                </a:cxn>
                <a:cxn ang="0">
                  <a:pos x="45" y="39"/>
                </a:cxn>
                <a:cxn ang="0">
                  <a:pos x="43" y="44"/>
                </a:cxn>
                <a:cxn ang="0">
                  <a:pos x="37" y="45"/>
                </a:cxn>
                <a:cxn ang="0">
                  <a:pos x="32" y="44"/>
                </a:cxn>
                <a:cxn ang="0">
                  <a:pos x="30" y="45"/>
                </a:cxn>
                <a:cxn ang="0">
                  <a:pos x="29" y="47"/>
                </a:cxn>
                <a:cxn ang="0">
                  <a:pos x="25" y="49"/>
                </a:cxn>
                <a:cxn ang="0">
                  <a:pos x="18" y="49"/>
                </a:cxn>
                <a:cxn ang="0">
                  <a:pos x="14" y="46"/>
                </a:cxn>
                <a:cxn ang="0">
                  <a:pos x="10" y="44"/>
                </a:cxn>
                <a:cxn ang="0">
                  <a:pos x="9" y="37"/>
                </a:cxn>
                <a:cxn ang="0">
                  <a:pos x="12" y="30"/>
                </a:cxn>
                <a:cxn ang="0">
                  <a:pos x="16" y="27"/>
                </a:cxn>
                <a:cxn ang="0">
                  <a:pos x="18" y="23"/>
                </a:cxn>
                <a:cxn ang="0">
                  <a:pos x="19" y="21"/>
                </a:cxn>
              </a:cxnLst>
              <a:rect l="0" t="0" r="r" b="b"/>
              <a:pathLst>
                <a:path w="45" h="50">
                  <a:moveTo>
                    <a:pt x="19" y="21"/>
                  </a:moveTo>
                  <a:cubicBezTo>
                    <a:pt x="19" y="20"/>
                    <a:pt x="18" y="18"/>
                    <a:pt x="17" y="17"/>
                  </a:cubicBezTo>
                  <a:cubicBezTo>
                    <a:pt x="16" y="16"/>
                    <a:pt x="14" y="16"/>
                    <a:pt x="13" y="16"/>
                  </a:cubicBezTo>
                  <a:cubicBezTo>
                    <a:pt x="11" y="15"/>
                    <a:pt x="9" y="16"/>
                    <a:pt x="8" y="16"/>
                  </a:cubicBezTo>
                  <a:cubicBezTo>
                    <a:pt x="7" y="15"/>
                    <a:pt x="6" y="15"/>
                    <a:pt x="5" y="14"/>
                  </a:cubicBezTo>
                  <a:cubicBezTo>
                    <a:pt x="5" y="13"/>
                    <a:pt x="4" y="10"/>
                    <a:pt x="3" y="9"/>
                  </a:cubicBezTo>
                  <a:cubicBezTo>
                    <a:pt x="3" y="8"/>
                    <a:pt x="1" y="6"/>
                    <a:pt x="1" y="5"/>
                  </a:cubicBezTo>
                  <a:cubicBezTo>
                    <a:pt x="1" y="4"/>
                    <a:pt x="0" y="2"/>
                    <a:pt x="1" y="1"/>
                  </a:cubicBezTo>
                  <a:cubicBezTo>
                    <a:pt x="1" y="1"/>
                    <a:pt x="2" y="0"/>
                    <a:pt x="3" y="0"/>
                  </a:cubicBezTo>
                  <a:cubicBezTo>
                    <a:pt x="4" y="0"/>
                    <a:pt x="6" y="1"/>
                    <a:pt x="7" y="1"/>
                  </a:cubicBezTo>
                  <a:cubicBezTo>
                    <a:pt x="8" y="1"/>
                    <a:pt x="9" y="1"/>
                    <a:pt x="10" y="1"/>
                  </a:cubicBezTo>
                  <a:cubicBezTo>
                    <a:pt x="11" y="2"/>
                    <a:pt x="13" y="3"/>
                    <a:pt x="13" y="3"/>
                  </a:cubicBezTo>
                  <a:cubicBezTo>
                    <a:pt x="14" y="4"/>
                    <a:pt x="16" y="5"/>
                    <a:pt x="17" y="5"/>
                  </a:cubicBezTo>
                  <a:cubicBezTo>
                    <a:pt x="18" y="6"/>
                    <a:pt x="19" y="6"/>
                    <a:pt x="20" y="6"/>
                  </a:cubicBezTo>
                  <a:cubicBezTo>
                    <a:pt x="22" y="7"/>
                    <a:pt x="24" y="9"/>
                    <a:pt x="24" y="10"/>
                  </a:cubicBezTo>
                  <a:cubicBezTo>
                    <a:pt x="25" y="11"/>
                    <a:pt x="25" y="15"/>
                    <a:pt x="25" y="16"/>
                  </a:cubicBezTo>
                  <a:cubicBezTo>
                    <a:pt x="26" y="17"/>
                    <a:pt x="28" y="19"/>
                    <a:pt x="29" y="19"/>
                  </a:cubicBezTo>
                  <a:cubicBezTo>
                    <a:pt x="31" y="21"/>
                    <a:pt x="34" y="22"/>
                    <a:pt x="36" y="23"/>
                  </a:cubicBezTo>
                  <a:cubicBezTo>
                    <a:pt x="38" y="24"/>
                    <a:pt x="43" y="24"/>
                    <a:pt x="45" y="25"/>
                  </a:cubicBezTo>
                  <a:cubicBezTo>
                    <a:pt x="45" y="26"/>
                    <a:pt x="45" y="29"/>
                    <a:pt x="45" y="30"/>
                  </a:cubicBezTo>
                  <a:cubicBezTo>
                    <a:pt x="45" y="31"/>
                    <a:pt x="43" y="32"/>
                    <a:pt x="43" y="33"/>
                  </a:cubicBezTo>
                  <a:cubicBezTo>
                    <a:pt x="43" y="35"/>
                    <a:pt x="45" y="38"/>
                    <a:pt x="45" y="39"/>
                  </a:cubicBezTo>
                  <a:cubicBezTo>
                    <a:pt x="44" y="41"/>
                    <a:pt x="44" y="44"/>
                    <a:pt x="43" y="44"/>
                  </a:cubicBezTo>
                  <a:cubicBezTo>
                    <a:pt x="42" y="45"/>
                    <a:pt x="39" y="45"/>
                    <a:pt x="37" y="45"/>
                  </a:cubicBezTo>
                  <a:cubicBezTo>
                    <a:pt x="36" y="45"/>
                    <a:pt x="33" y="44"/>
                    <a:pt x="32" y="44"/>
                  </a:cubicBezTo>
                  <a:cubicBezTo>
                    <a:pt x="31" y="44"/>
                    <a:pt x="30" y="45"/>
                    <a:pt x="30" y="45"/>
                  </a:cubicBezTo>
                  <a:cubicBezTo>
                    <a:pt x="29" y="46"/>
                    <a:pt x="29" y="47"/>
                    <a:pt x="29" y="47"/>
                  </a:cubicBezTo>
                  <a:cubicBezTo>
                    <a:pt x="28" y="48"/>
                    <a:pt x="26" y="49"/>
                    <a:pt x="25" y="49"/>
                  </a:cubicBezTo>
                  <a:cubicBezTo>
                    <a:pt x="23" y="50"/>
                    <a:pt x="19" y="50"/>
                    <a:pt x="18" y="49"/>
                  </a:cubicBezTo>
                  <a:cubicBezTo>
                    <a:pt x="16" y="49"/>
                    <a:pt x="15" y="47"/>
                    <a:pt x="14" y="46"/>
                  </a:cubicBezTo>
                  <a:cubicBezTo>
                    <a:pt x="13" y="46"/>
                    <a:pt x="11" y="45"/>
                    <a:pt x="10" y="44"/>
                  </a:cubicBezTo>
                  <a:cubicBezTo>
                    <a:pt x="9" y="43"/>
                    <a:pt x="9" y="39"/>
                    <a:pt x="9" y="37"/>
                  </a:cubicBezTo>
                  <a:cubicBezTo>
                    <a:pt x="9" y="35"/>
                    <a:pt x="11" y="31"/>
                    <a:pt x="12" y="30"/>
                  </a:cubicBezTo>
                  <a:cubicBezTo>
                    <a:pt x="12" y="29"/>
                    <a:pt x="15" y="28"/>
                    <a:pt x="16" y="27"/>
                  </a:cubicBezTo>
                  <a:cubicBezTo>
                    <a:pt x="16" y="26"/>
                    <a:pt x="17" y="24"/>
                    <a:pt x="18" y="23"/>
                  </a:cubicBezTo>
                  <a:cubicBezTo>
                    <a:pt x="18" y="22"/>
                    <a:pt x="19" y="21"/>
                    <a:pt x="19"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9"/>
            <p:cNvSpPr>
              <a:spLocks/>
            </p:cNvSpPr>
            <p:nvPr/>
          </p:nvSpPr>
          <p:spPr bwMode="auto">
            <a:xfrm>
              <a:off x="3817938" y="3638550"/>
              <a:ext cx="22225" cy="15875"/>
            </a:xfrm>
            <a:custGeom>
              <a:avLst/>
              <a:gdLst/>
              <a:ahLst/>
              <a:cxnLst>
                <a:cxn ang="0">
                  <a:pos x="12" y="9"/>
                </a:cxn>
                <a:cxn ang="0">
                  <a:pos x="14" y="5"/>
                </a:cxn>
                <a:cxn ang="0">
                  <a:pos x="11" y="2"/>
                </a:cxn>
                <a:cxn ang="0">
                  <a:pos x="6" y="0"/>
                </a:cxn>
                <a:cxn ang="0">
                  <a:pos x="3" y="2"/>
                </a:cxn>
                <a:cxn ang="0">
                  <a:pos x="1" y="3"/>
                </a:cxn>
                <a:cxn ang="0">
                  <a:pos x="0" y="5"/>
                </a:cxn>
                <a:cxn ang="0">
                  <a:pos x="1" y="8"/>
                </a:cxn>
                <a:cxn ang="0">
                  <a:pos x="6" y="10"/>
                </a:cxn>
                <a:cxn ang="0">
                  <a:pos x="9" y="10"/>
                </a:cxn>
                <a:cxn ang="0">
                  <a:pos x="12" y="9"/>
                </a:cxn>
              </a:cxnLst>
              <a:rect l="0" t="0" r="r" b="b"/>
              <a:pathLst>
                <a:path w="14" h="10">
                  <a:moveTo>
                    <a:pt x="12" y="9"/>
                  </a:moveTo>
                  <a:cubicBezTo>
                    <a:pt x="12" y="8"/>
                    <a:pt x="14" y="6"/>
                    <a:pt x="14" y="5"/>
                  </a:cubicBezTo>
                  <a:cubicBezTo>
                    <a:pt x="14" y="4"/>
                    <a:pt x="12" y="2"/>
                    <a:pt x="11" y="2"/>
                  </a:cubicBezTo>
                  <a:cubicBezTo>
                    <a:pt x="10" y="1"/>
                    <a:pt x="8" y="0"/>
                    <a:pt x="6" y="0"/>
                  </a:cubicBezTo>
                  <a:cubicBezTo>
                    <a:pt x="6" y="0"/>
                    <a:pt x="4" y="2"/>
                    <a:pt x="3" y="2"/>
                  </a:cubicBezTo>
                  <a:cubicBezTo>
                    <a:pt x="3" y="2"/>
                    <a:pt x="2" y="2"/>
                    <a:pt x="1" y="3"/>
                  </a:cubicBezTo>
                  <a:cubicBezTo>
                    <a:pt x="1" y="3"/>
                    <a:pt x="0" y="4"/>
                    <a:pt x="0" y="5"/>
                  </a:cubicBezTo>
                  <a:cubicBezTo>
                    <a:pt x="0" y="6"/>
                    <a:pt x="0" y="7"/>
                    <a:pt x="1" y="8"/>
                  </a:cubicBezTo>
                  <a:cubicBezTo>
                    <a:pt x="2" y="9"/>
                    <a:pt x="4" y="9"/>
                    <a:pt x="6" y="10"/>
                  </a:cubicBezTo>
                  <a:cubicBezTo>
                    <a:pt x="7" y="10"/>
                    <a:pt x="8" y="10"/>
                    <a:pt x="9" y="10"/>
                  </a:cubicBezTo>
                  <a:cubicBezTo>
                    <a:pt x="10" y="10"/>
                    <a:pt x="11" y="9"/>
                    <a:pt x="12"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0"/>
            <p:cNvSpPr>
              <a:spLocks/>
            </p:cNvSpPr>
            <p:nvPr/>
          </p:nvSpPr>
          <p:spPr bwMode="auto">
            <a:xfrm>
              <a:off x="3741738" y="3659188"/>
              <a:ext cx="176213" cy="122238"/>
            </a:xfrm>
            <a:custGeom>
              <a:avLst/>
              <a:gdLst/>
              <a:ahLst/>
              <a:cxnLst>
                <a:cxn ang="0">
                  <a:pos x="74" y="9"/>
                </a:cxn>
                <a:cxn ang="0">
                  <a:pos x="66" y="11"/>
                </a:cxn>
                <a:cxn ang="0">
                  <a:pos x="58" y="14"/>
                </a:cxn>
                <a:cxn ang="0">
                  <a:pos x="52" y="18"/>
                </a:cxn>
                <a:cxn ang="0">
                  <a:pos x="46" y="21"/>
                </a:cxn>
                <a:cxn ang="0">
                  <a:pos x="38" y="24"/>
                </a:cxn>
                <a:cxn ang="0">
                  <a:pos x="33" y="30"/>
                </a:cxn>
                <a:cxn ang="0">
                  <a:pos x="30" y="36"/>
                </a:cxn>
                <a:cxn ang="0">
                  <a:pos x="27" y="42"/>
                </a:cxn>
                <a:cxn ang="0">
                  <a:pos x="24" y="46"/>
                </a:cxn>
                <a:cxn ang="0">
                  <a:pos x="18" y="48"/>
                </a:cxn>
                <a:cxn ang="0">
                  <a:pos x="12" y="50"/>
                </a:cxn>
                <a:cxn ang="0">
                  <a:pos x="6" y="52"/>
                </a:cxn>
                <a:cxn ang="0">
                  <a:pos x="2" y="50"/>
                </a:cxn>
                <a:cxn ang="0">
                  <a:pos x="1" y="54"/>
                </a:cxn>
                <a:cxn ang="0">
                  <a:pos x="0" y="59"/>
                </a:cxn>
                <a:cxn ang="0">
                  <a:pos x="1" y="65"/>
                </a:cxn>
                <a:cxn ang="0">
                  <a:pos x="1" y="72"/>
                </a:cxn>
                <a:cxn ang="0">
                  <a:pos x="4" y="76"/>
                </a:cxn>
                <a:cxn ang="0">
                  <a:pos x="7" y="78"/>
                </a:cxn>
                <a:cxn ang="0">
                  <a:pos x="12" y="79"/>
                </a:cxn>
                <a:cxn ang="0">
                  <a:pos x="13" y="74"/>
                </a:cxn>
                <a:cxn ang="0">
                  <a:pos x="10" y="71"/>
                </a:cxn>
                <a:cxn ang="0">
                  <a:pos x="11" y="68"/>
                </a:cxn>
                <a:cxn ang="0">
                  <a:pos x="14" y="67"/>
                </a:cxn>
                <a:cxn ang="0">
                  <a:pos x="15" y="63"/>
                </a:cxn>
                <a:cxn ang="0">
                  <a:pos x="13" y="59"/>
                </a:cxn>
                <a:cxn ang="0">
                  <a:pos x="18" y="55"/>
                </a:cxn>
                <a:cxn ang="0">
                  <a:pos x="23" y="54"/>
                </a:cxn>
                <a:cxn ang="0">
                  <a:pos x="26" y="51"/>
                </a:cxn>
                <a:cxn ang="0">
                  <a:pos x="29" y="49"/>
                </a:cxn>
                <a:cxn ang="0">
                  <a:pos x="35" y="49"/>
                </a:cxn>
                <a:cxn ang="0">
                  <a:pos x="40" y="53"/>
                </a:cxn>
                <a:cxn ang="0">
                  <a:pos x="50" y="54"/>
                </a:cxn>
                <a:cxn ang="0">
                  <a:pos x="59" y="49"/>
                </a:cxn>
                <a:cxn ang="0">
                  <a:pos x="63" y="42"/>
                </a:cxn>
                <a:cxn ang="0">
                  <a:pos x="68" y="35"/>
                </a:cxn>
                <a:cxn ang="0">
                  <a:pos x="74" y="30"/>
                </a:cxn>
                <a:cxn ang="0">
                  <a:pos x="83" y="29"/>
                </a:cxn>
                <a:cxn ang="0">
                  <a:pos x="93" y="26"/>
                </a:cxn>
                <a:cxn ang="0">
                  <a:pos x="101" y="26"/>
                </a:cxn>
                <a:cxn ang="0">
                  <a:pos x="108" y="23"/>
                </a:cxn>
                <a:cxn ang="0">
                  <a:pos x="115" y="17"/>
                </a:cxn>
                <a:cxn ang="0">
                  <a:pos x="113" y="12"/>
                </a:cxn>
                <a:cxn ang="0">
                  <a:pos x="107" y="10"/>
                </a:cxn>
                <a:cxn ang="0">
                  <a:pos x="100" y="7"/>
                </a:cxn>
                <a:cxn ang="0">
                  <a:pos x="95" y="2"/>
                </a:cxn>
                <a:cxn ang="0">
                  <a:pos x="87" y="1"/>
                </a:cxn>
                <a:cxn ang="0">
                  <a:pos x="82" y="5"/>
                </a:cxn>
                <a:cxn ang="0">
                  <a:pos x="79" y="7"/>
                </a:cxn>
                <a:cxn ang="0">
                  <a:pos x="74" y="9"/>
                </a:cxn>
              </a:cxnLst>
              <a:rect l="0" t="0" r="r" b="b"/>
              <a:pathLst>
                <a:path w="115" h="80">
                  <a:moveTo>
                    <a:pt x="74" y="9"/>
                  </a:moveTo>
                  <a:cubicBezTo>
                    <a:pt x="72" y="10"/>
                    <a:pt x="68" y="11"/>
                    <a:pt x="66" y="11"/>
                  </a:cubicBezTo>
                  <a:cubicBezTo>
                    <a:pt x="64" y="12"/>
                    <a:pt x="60" y="13"/>
                    <a:pt x="58" y="14"/>
                  </a:cubicBezTo>
                  <a:cubicBezTo>
                    <a:pt x="56" y="15"/>
                    <a:pt x="53" y="17"/>
                    <a:pt x="52" y="18"/>
                  </a:cubicBezTo>
                  <a:cubicBezTo>
                    <a:pt x="50" y="19"/>
                    <a:pt x="47" y="20"/>
                    <a:pt x="46" y="21"/>
                  </a:cubicBezTo>
                  <a:cubicBezTo>
                    <a:pt x="44" y="22"/>
                    <a:pt x="40" y="23"/>
                    <a:pt x="38" y="24"/>
                  </a:cubicBezTo>
                  <a:cubicBezTo>
                    <a:pt x="37" y="25"/>
                    <a:pt x="34" y="28"/>
                    <a:pt x="33" y="30"/>
                  </a:cubicBezTo>
                  <a:cubicBezTo>
                    <a:pt x="32" y="31"/>
                    <a:pt x="31" y="35"/>
                    <a:pt x="30" y="36"/>
                  </a:cubicBezTo>
                  <a:cubicBezTo>
                    <a:pt x="29" y="38"/>
                    <a:pt x="28" y="40"/>
                    <a:pt x="27" y="42"/>
                  </a:cubicBezTo>
                  <a:cubicBezTo>
                    <a:pt x="26" y="43"/>
                    <a:pt x="25" y="45"/>
                    <a:pt x="24" y="46"/>
                  </a:cubicBezTo>
                  <a:cubicBezTo>
                    <a:pt x="23" y="47"/>
                    <a:pt x="20" y="48"/>
                    <a:pt x="18" y="48"/>
                  </a:cubicBezTo>
                  <a:cubicBezTo>
                    <a:pt x="17" y="49"/>
                    <a:pt x="13" y="49"/>
                    <a:pt x="12" y="50"/>
                  </a:cubicBezTo>
                  <a:cubicBezTo>
                    <a:pt x="10" y="50"/>
                    <a:pt x="8" y="52"/>
                    <a:pt x="6" y="52"/>
                  </a:cubicBezTo>
                  <a:cubicBezTo>
                    <a:pt x="5" y="52"/>
                    <a:pt x="3" y="50"/>
                    <a:pt x="2" y="50"/>
                  </a:cubicBezTo>
                  <a:cubicBezTo>
                    <a:pt x="1" y="51"/>
                    <a:pt x="1" y="53"/>
                    <a:pt x="1" y="54"/>
                  </a:cubicBezTo>
                  <a:cubicBezTo>
                    <a:pt x="1" y="55"/>
                    <a:pt x="0" y="58"/>
                    <a:pt x="0" y="59"/>
                  </a:cubicBezTo>
                  <a:cubicBezTo>
                    <a:pt x="0" y="61"/>
                    <a:pt x="1" y="63"/>
                    <a:pt x="1" y="65"/>
                  </a:cubicBezTo>
                  <a:cubicBezTo>
                    <a:pt x="1" y="67"/>
                    <a:pt x="1" y="70"/>
                    <a:pt x="1" y="72"/>
                  </a:cubicBezTo>
                  <a:cubicBezTo>
                    <a:pt x="2" y="73"/>
                    <a:pt x="3" y="75"/>
                    <a:pt x="4" y="76"/>
                  </a:cubicBezTo>
                  <a:cubicBezTo>
                    <a:pt x="5" y="77"/>
                    <a:pt x="6" y="78"/>
                    <a:pt x="7" y="78"/>
                  </a:cubicBezTo>
                  <a:cubicBezTo>
                    <a:pt x="8" y="79"/>
                    <a:pt x="11" y="80"/>
                    <a:pt x="12" y="79"/>
                  </a:cubicBezTo>
                  <a:cubicBezTo>
                    <a:pt x="13" y="79"/>
                    <a:pt x="13" y="76"/>
                    <a:pt x="13" y="74"/>
                  </a:cubicBezTo>
                  <a:cubicBezTo>
                    <a:pt x="13" y="73"/>
                    <a:pt x="10" y="72"/>
                    <a:pt x="10" y="71"/>
                  </a:cubicBezTo>
                  <a:cubicBezTo>
                    <a:pt x="10" y="70"/>
                    <a:pt x="11" y="68"/>
                    <a:pt x="11" y="68"/>
                  </a:cubicBezTo>
                  <a:cubicBezTo>
                    <a:pt x="12" y="67"/>
                    <a:pt x="14" y="67"/>
                    <a:pt x="14" y="67"/>
                  </a:cubicBezTo>
                  <a:cubicBezTo>
                    <a:pt x="15" y="66"/>
                    <a:pt x="15" y="64"/>
                    <a:pt x="15" y="63"/>
                  </a:cubicBezTo>
                  <a:cubicBezTo>
                    <a:pt x="14" y="62"/>
                    <a:pt x="13" y="60"/>
                    <a:pt x="13" y="59"/>
                  </a:cubicBezTo>
                  <a:cubicBezTo>
                    <a:pt x="14" y="58"/>
                    <a:pt x="16" y="55"/>
                    <a:pt x="18" y="55"/>
                  </a:cubicBezTo>
                  <a:cubicBezTo>
                    <a:pt x="19" y="54"/>
                    <a:pt x="22" y="55"/>
                    <a:pt x="23" y="54"/>
                  </a:cubicBezTo>
                  <a:cubicBezTo>
                    <a:pt x="24" y="54"/>
                    <a:pt x="26" y="52"/>
                    <a:pt x="26" y="51"/>
                  </a:cubicBezTo>
                  <a:cubicBezTo>
                    <a:pt x="27" y="51"/>
                    <a:pt x="28" y="49"/>
                    <a:pt x="29" y="49"/>
                  </a:cubicBezTo>
                  <a:cubicBezTo>
                    <a:pt x="30" y="49"/>
                    <a:pt x="34" y="49"/>
                    <a:pt x="35" y="49"/>
                  </a:cubicBezTo>
                  <a:cubicBezTo>
                    <a:pt x="36" y="50"/>
                    <a:pt x="39" y="52"/>
                    <a:pt x="40" y="53"/>
                  </a:cubicBezTo>
                  <a:cubicBezTo>
                    <a:pt x="42" y="54"/>
                    <a:pt x="47" y="54"/>
                    <a:pt x="50" y="54"/>
                  </a:cubicBezTo>
                  <a:cubicBezTo>
                    <a:pt x="52" y="53"/>
                    <a:pt x="57" y="51"/>
                    <a:pt x="59" y="49"/>
                  </a:cubicBezTo>
                  <a:cubicBezTo>
                    <a:pt x="60" y="48"/>
                    <a:pt x="62" y="44"/>
                    <a:pt x="63" y="42"/>
                  </a:cubicBezTo>
                  <a:cubicBezTo>
                    <a:pt x="64" y="40"/>
                    <a:pt x="67" y="37"/>
                    <a:pt x="68" y="35"/>
                  </a:cubicBezTo>
                  <a:cubicBezTo>
                    <a:pt x="70" y="34"/>
                    <a:pt x="72" y="31"/>
                    <a:pt x="74" y="30"/>
                  </a:cubicBezTo>
                  <a:cubicBezTo>
                    <a:pt x="76" y="29"/>
                    <a:pt x="81" y="30"/>
                    <a:pt x="83" y="29"/>
                  </a:cubicBezTo>
                  <a:cubicBezTo>
                    <a:pt x="86" y="29"/>
                    <a:pt x="90" y="27"/>
                    <a:pt x="93" y="26"/>
                  </a:cubicBezTo>
                  <a:cubicBezTo>
                    <a:pt x="95" y="26"/>
                    <a:pt x="99" y="27"/>
                    <a:pt x="101" y="26"/>
                  </a:cubicBezTo>
                  <a:cubicBezTo>
                    <a:pt x="103" y="26"/>
                    <a:pt x="107" y="24"/>
                    <a:pt x="108" y="23"/>
                  </a:cubicBezTo>
                  <a:cubicBezTo>
                    <a:pt x="110" y="22"/>
                    <a:pt x="114" y="19"/>
                    <a:pt x="115" y="17"/>
                  </a:cubicBezTo>
                  <a:cubicBezTo>
                    <a:pt x="115" y="16"/>
                    <a:pt x="114" y="13"/>
                    <a:pt x="113" y="12"/>
                  </a:cubicBezTo>
                  <a:cubicBezTo>
                    <a:pt x="112" y="11"/>
                    <a:pt x="108" y="11"/>
                    <a:pt x="107" y="10"/>
                  </a:cubicBezTo>
                  <a:cubicBezTo>
                    <a:pt x="105" y="9"/>
                    <a:pt x="102" y="8"/>
                    <a:pt x="100" y="7"/>
                  </a:cubicBezTo>
                  <a:cubicBezTo>
                    <a:pt x="99" y="6"/>
                    <a:pt x="97" y="3"/>
                    <a:pt x="95" y="2"/>
                  </a:cubicBezTo>
                  <a:cubicBezTo>
                    <a:pt x="93" y="1"/>
                    <a:pt x="89" y="0"/>
                    <a:pt x="87" y="1"/>
                  </a:cubicBezTo>
                  <a:cubicBezTo>
                    <a:pt x="85" y="1"/>
                    <a:pt x="84" y="4"/>
                    <a:pt x="82" y="5"/>
                  </a:cubicBezTo>
                  <a:cubicBezTo>
                    <a:pt x="82" y="5"/>
                    <a:pt x="80" y="7"/>
                    <a:pt x="79" y="7"/>
                  </a:cubicBezTo>
                  <a:cubicBezTo>
                    <a:pt x="78" y="8"/>
                    <a:pt x="76" y="9"/>
                    <a:pt x="74"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1"/>
            <p:cNvSpPr>
              <a:spLocks/>
            </p:cNvSpPr>
            <p:nvPr/>
          </p:nvSpPr>
          <p:spPr bwMode="auto">
            <a:xfrm>
              <a:off x="3816351" y="3775075"/>
              <a:ext cx="19050" cy="19050"/>
            </a:xfrm>
            <a:custGeom>
              <a:avLst/>
              <a:gdLst/>
              <a:ahLst/>
              <a:cxnLst>
                <a:cxn ang="0">
                  <a:pos x="10" y="8"/>
                </a:cxn>
                <a:cxn ang="0">
                  <a:pos x="7" y="9"/>
                </a:cxn>
                <a:cxn ang="0">
                  <a:pos x="6" y="12"/>
                </a:cxn>
                <a:cxn ang="0">
                  <a:pos x="2" y="13"/>
                </a:cxn>
                <a:cxn ang="0">
                  <a:pos x="0" y="9"/>
                </a:cxn>
                <a:cxn ang="0">
                  <a:pos x="2" y="5"/>
                </a:cxn>
                <a:cxn ang="0">
                  <a:pos x="5" y="3"/>
                </a:cxn>
                <a:cxn ang="0">
                  <a:pos x="7" y="0"/>
                </a:cxn>
                <a:cxn ang="0">
                  <a:pos x="9" y="1"/>
                </a:cxn>
                <a:cxn ang="0">
                  <a:pos x="11" y="4"/>
                </a:cxn>
                <a:cxn ang="0">
                  <a:pos x="10" y="8"/>
                </a:cxn>
              </a:cxnLst>
              <a:rect l="0" t="0" r="r" b="b"/>
              <a:pathLst>
                <a:path w="12" h="13">
                  <a:moveTo>
                    <a:pt x="10" y="8"/>
                  </a:moveTo>
                  <a:cubicBezTo>
                    <a:pt x="10" y="8"/>
                    <a:pt x="8" y="9"/>
                    <a:pt x="7" y="9"/>
                  </a:cubicBezTo>
                  <a:cubicBezTo>
                    <a:pt x="7" y="10"/>
                    <a:pt x="6" y="11"/>
                    <a:pt x="6" y="12"/>
                  </a:cubicBezTo>
                  <a:cubicBezTo>
                    <a:pt x="5" y="12"/>
                    <a:pt x="3" y="13"/>
                    <a:pt x="2" y="13"/>
                  </a:cubicBezTo>
                  <a:cubicBezTo>
                    <a:pt x="1" y="13"/>
                    <a:pt x="0" y="11"/>
                    <a:pt x="0" y="9"/>
                  </a:cubicBezTo>
                  <a:cubicBezTo>
                    <a:pt x="0" y="8"/>
                    <a:pt x="1" y="6"/>
                    <a:pt x="2" y="5"/>
                  </a:cubicBezTo>
                  <a:cubicBezTo>
                    <a:pt x="3" y="4"/>
                    <a:pt x="5" y="4"/>
                    <a:pt x="5" y="3"/>
                  </a:cubicBezTo>
                  <a:cubicBezTo>
                    <a:pt x="6" y="3"/>
                    <a:pt x="6" y="1"/>
                    <a:pt x="7" y="0"/>
                  </a:cubicBezTo>
                  <a:cubicBezTo>
                    <a:pt x="7" y="0"/>
                    <a:pt x="9" y="1"/>
                    <a:pt x="9" y="1"/>
                  </a:cubicBezTo>
                  <a:cubicBezTo>
                    <a:pt x="10" y="2"/>
                    <a:pt x="11" y="3"/>
                    <a:pt x="11" y="4"/>
                  </a:cubicBezTo>
                  <a:cubicBezTo>
                    <a:pt x="12" y="5"/>
                    <a:pt x="11" y="7"/>
                    <a:pt x="10"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2"/>
            <p:cNvSpPr>
              <a:spLocks/>
            </p:cNvSpPr>
            <p:nvPr/>
          </p:nvSpPr>
          <p:spPr bwMode="auto">
            <a:xfrm>
              <a:off x="3829051" y="3808413"/>
              <a:ext cx="33338" cy="30163"/>
            </a:xfrm>
            <a:custGeom>
              <a:avLst/>
              <a:gdLst/>
              <a:ahLst/>
              <a:cxnLst>
                <a:cxn ang="0">
                  <a:pos x="22" y="10"/>
                </a:cxn>
                <a:cxn ang="0">
                  <a:pos x="18" y="7"/>
                </a:cxn>
                <a:cxn ang="0">
                  <a:pos x="16" y="1"/>
                </a:cxn>
                <a:cxn ang="0">
                  <a:pos x="10" y="1"/>
                </a:cxn>
                <a:cxn ang="0">
                  <a:pos x="5" y="3"/>
                </a:cxn>
                <a:cxn ang="0">
                  <a:pos x="2" y="6"/>
                </a:cxn>
                <a:cxn ang="0">
                  <a:pos x="1" y="10"/>
                </a:cxn>
                <a:cxn ang="0">
                  <a:pos x="1" y="17"/>
                </a:cxn>
                <a:cxn ang="0">
                  <a:pos x="7" y="20"/>
                </a:cxn>
                <a:cxn ang="0">
                  <a:pos x="12" y="20"/>
                </a:cxn>
                <a:cxn ang="0">
                  <a:pos x="17" y="17"/>
                </a:cxn>
                <a:cxn ang="0">
                  <a:pos x="21" y="15"/>
                </a:cxn>
                <a:cxn ang="0">
                  <a:pos x="22" y="10"/>
                </a:cxn>
              </a:cxnLst>
              <a:rect l="0" t="0" r="r" b="b"/>
              <a:pathLst>
                <a:path w="22" h="20">
                  <a:moveTo>
                    <a:pt x="22" y="10"/>
                  </a:moveTo>
                  <a:cubicBezTo>
                    <a:pt x="22" y="9"/>
                    <a:pt x="19" y="8"/>
                    <a:pt x="18" y="7"/>
                  </a:cubicBezTo>
                  <a:cubicBezTo>
                    <a:pt x="17" y="5"/>
                    <a:pt x="17" y="2"/>
                    <a:pt x="16" y="1"/>
                  </a:cubicBezTo>
                  <a:cubicBezTo>
                    <a:pt x="15" y="0"/>
                    <a:pt x="11" y="1"/>
                    <a:pt x="10" y="1"/>
                  </a:cubicBezTo>
                  <a:cubicBezTo>
                    <a:pt x="9" y="1"/>
                    <a:pt x="6" y="2"/>
                    <a:pt x="5" y="3"/>
                  </a:cubicBezTo>
                  <a:cubicBezTo>
                    <a:pt x="4" y="3"/>
                    <a:pt x="3" y="5"/>
                    <a:pt x="2" y="6"/>
                  </a:cubicBezTo>
                  <a:cubicBezTo>
                    <a:pt x="2" y="7"/>
                    <a:pt x="1" y="9"/>
                    <a:pt x="1" y="10"/>
                  </a:cubicBezTo>
                  <a:cubicBezTo>
                    <a:pt x="1" y="12"/>
                    <a:pt x="0" y="16"/>
                    <a:pt x="1" y="17"/>
                  </a:cubicBezTo>
                  <a:cubicBezTo>
                    <a:pt x="2" y="18"/>
                    <a:pt x="5" y="19"/>
                    <a:pt x="7" y="20"/>
                  </a:cubicBezTo>
                  <a:cubicBezTo>
                    <a:pt x="8" y="20"/>
                    <a:pt x="11" y="20"/>
                    <a:pt x="12" y="20"/>
                  </a:cubicBezTo>
                  <a:cubicBezTo>
                    <a:pt x="14" y="19"/>
                    <a:pt x="16" y="17"/>
                    <a:pt x="17" y="17"/>
                  </a:cubicBezTo>
                  <a:cubicBezTo>
                    <a:pt x="18" y="16"/>
                    <a:pt x="20" y="15"/>
                    <a:pt x="21" y="15"/>
                  </a:cubicBezTo>
                  <a:cubicBezTo>
                    <a:pt x="21" y="14"/>
                    <a:pt x="22" y="12"/>
                    <a:pt x="22"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3"/>
            <p:cNvSpPr>
              <a:spLocks/>
            </p:cNvSpPr>
            <p:nvPr/>
          </p:nvSpPr>
          <p:spPr bwMode="auto">
            <a:xfrm>
              <a:off x="3897313" y="3876675"/>
              <a:ext cx="63500" cy="50800"/>
            </a:xfrm>
            <a:custGeom>
              <a:avLst/>
              <a:gdLst/>
              <a:ahLst/>
              <a:cxnLst>
                <a:cxn ang="0">
                  <a:pos x="40" y="21"/>
                </a:cxn>
                <a:cxn ang="0">
                  <a:pos x="35" y="23"/>
                </a:cxn>
                <a:cxn ang="0">
                  <a:pos x="29" y="20"/>
                </a:cxn>
                <a:cxn ang="0">
                  <a:pos x="24" y="16"/>
                </a:cxn>
                <a:cxn ang="0">
                  <a:pos x="24" y="10"/>
                </a:cxn>
                <a:cxn ang="0">
                  <a:pos x="21" y="7"/>
                </a:cxn>
                <a:cxn ang="0">
                  <a:pos x="20" y="2"/>
                </a:cxn>
                <a:cxn ang="0">
                  <a:pos x="16" y="0"/>
                </a:cxn>
                <a:cxn ang="0">
                  <a:pos x="12" y="4"/>
                </a:cxn>
                <a:cxn ang="0">
                  <a:pos x="7" y="5"/>
                </a:cxn>
                <a:cxn ang="0">
                  <a:pos x="3" y="3"/>
                </a:cxn>
                <a:cxn ang="0">
                  <a:pos x="1" y="7"/>
                </a:cxn>
                <a:cxn ang="0">
                  <a:pos x="0" y="14"/>
                </a:cxn>
                <a:cxn ang="0">
                  <a:pos x="3" y="20"/>
                </a:cxn>
                <a:cxn ang="0">
                  <a:pos x="8" y="19"/>
                </a:cxn>
                <a:cxn ang="0">
                  <a:pos x="11" y="15"/>
                </a:cxn>
                <a:cxn ang="0">
                  <a:pos x="14" y="16"/>
                </a:cxn>
                <a:cxn ang="0">
                  <a:pos x="15" y="21"/>
                </a:cxn>
                <a:cxn ang="0">
                  <a:pos x="17" y="27"/>
                </a:cxn>
                <a:cxn ang="0">
                  <a:pos x="21" y="32"/>
                </a:cxn>
                <a:cxn ang="0">
                  <a:pos x="28" y="33"/>
                </a:cxn>
                <a:cxn ang="0">
                  <a:pos x="34" y="31"/>
                </a:cxn>
                <a:cxn ang="0">
                  <a:pos x="41" y="29"/>
                </a:cxn>
                <a:cxn ang="0">
                  <a:pos x="41" y="25"/>
                </a:cxn>
                <a:cxn ang="0">
                  <a:pos x="40" y="21"/>
                </a:cxn>
              </a:cxnLst>
              <a:rect l="0" t="0" r="r" b="b"/>
              <a:pathLst>
                <a:path w="41" h="33">
                  <a:moveTo>
                    <a:pt x="40" y="21"/>
                  </a:moveTo>
                  <a:cubicBezTo>
                    <a:pt x="39" y="20"/>
                    <a:pt x="37" y="23"/>
                    <a:pt x="35" y="23"/>
                  </a:cubicBezTo>
                  <a:cubicBezTo>
                    <a:pt x="34" y="23"/>
                    <a:pt x="30" y="21"/>
                    <a:pt x="29" y="20"/>
                  </a:cubicBezTo>
                  <a:cubicBezTo>
                    <a:pt x="27" y="19"/>
                    <a:pt x="24" y="18"/>
                    <a:pt x="24" y="16"/>
                  </a:cubicBezTo>
                  <a:cubicBezTo>
                    <a:pt x="23" y="15"/>
                    <a:pt x="25" y="12"/>
                    <a:pt x="24" y="10"/>
                  </a:cubicBezTo>
                  <a:cubicBezTo>
                    <a:pt x="24" y="9"/>
                    <a:pt x="21" y="8"/>
                    <a:pt x="21" y="7"/>
                  </a:cubicBezTo>
                  <a:cubicBezTo>
                    <a:pt x="20" y="6"/>
                    <a:pt x="20" y="3"/>
                    <a:pt x="20" y="2"/>
                  </a:cubicBezTo>
                  <a:cubicBezTo>
                    <a:pt x="19" y="1"/>
                    <a:pt x="17" y="0"/>
                    <a:pt x="16" y="0"/>
                  </a:cubicBezTo>
                  <a:cubicBezTo>
                    <a:pt x="15" y="0"/>
                    <a:pt x="14" y="3"/>
                    <a:pt x="12" y="4"/>
                  </a:cubicBezTo>
                  <a:cubicBezTo>
                    <a:pt x="11" y="4"/>
                    <a:pt x="8" y="5"/>
                    <a:pt x="7" y="5"/>
                  </a:cubicBezTo>
                  <a:cubicBezTo>
                    <a:pt x="5" y="5"/>
                    <a:pt x="4" y="3"/>
                    <a:pt x="3" y="3"/>
                  </a:cubicBezTo>
                  <a:cubicBezTo>
                    <a:pt x="2" y="3"/>
                    <a:pt x="1" y="6"/>
                    <a:pt x="1" y="7"/>
                  </a:cubicBezTo>
                  <a:cubicBezTo>
                    <a:pt x="1" y="9"/>
                    <a:pt x="0" y="12"/>
                    <a:pt x="0" y="14"/>
                  </a:cubicBezTo>
                  <a:cubicBezTo>
                    <a:pt x="1" y="15"/>
                    <a:pt x="2" y="19"/>
                    <a:pt x="3" y="20"/>
                  </a:cubicBezTo>
                  <a:cubicBezTo>
                    <a:pt x="4" y="20"/>
                    <a:pt x="7" y="20"/>
                    <a:pt x="8" y="19"/>
                  </a:cubicBezTo>
                  <a:cubicBezTo>
                    <a:pt x="9" y="18"/>
                    <a:pt x="10" y="16"/>
                    <a:pt x="11" y="15"/>
                  </a:cubicBezTo>
                  <a:cubicBezTo>
                    <a:pt x="12" y="15"/>
                    <a:pt x="14" y="16"/>
                    <a:pt x="14" y="16"/>
                  </a:cubicBezTo>
                  <a:cubicBezTo>
                    <a:pt x="15" y="17"/>
                    <a:pt x="15" y="20"/>
                    <a:pt x="15" y="21"/>
                  </a:cubicBezTo>
                  <a:cubicBezTo>
                    <a:pt x="15" y="22"/>
                    <a:pt x="16" y="26"/>
                    <a:pt x="17" y="27"/>
                  </a:cubicBezTo>
                  <a:cubicBezTo>
                    <a:pt x="17" y="29"/>
                    <a:pt x="20" y="31"/>
                    <a:pt x="21" y="32"/>
                  </a:cubicBezTo>
                  <a:cubicBezTo>
                    <a:pt x="23" y="33"/>
                    <a:pt x="26" y="33"/>
                    <a:pt x="28" y="33"/>
                  </a:cubicBezTo>
                  <a:cubicBezTo>
                    <a:pt x="29" y="33"/>
                    <a:pt x="32" y="31"/>
                    <a:pt x="34" y="31"/>
                  </a:cubicBezTo>
                  <a:cubicBezTo>
                    <a:pt x="36" y="30"/>
                    <a:pt x="39" y="30"/>
                    <a:pt x="41" y="29"/>
                  </a:cubicBezTo>
                  <a:cubicBezTo>
                    <a:pt x="41" y="28"/>
                    <a:pt x="41" y="26"/>
                    <a:pt x="41" y="25"/>
                  </a:cubicBezTo>
                  <a:cubicBezTo>
                    <a:pt x="41" y="24"/>
                    <a:pt x="41" y="21"/>
                    <a:pt x="40"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4"/>
            <p:cNvSpPr>
              <a:spLocks/>
            </p:cNvSpPr>
            <p:nvPr/>
          </p:nvSpPr>
          <p:spPr bwMode="auto">
            <a:xfrm>
              <a:off x="3990976" y="3987800"/>
              <a:ext cx="39688" cy="25400"/>
            </a:xfrm>
            <a:custGeom>
              <a:avLst/>
              <a:gdLst/>
              <a:ahLst/>
              <a:cxnLst>
                <a:cxn ang="0">
                  <a:pos x="25" y="13"/>
                </a:cxn>
                <a:cxn ang="0">
                  <a:pos x="21" y="13"/>
                </a:cxn>
                <a:cxn ang="0">
                  <a:pos x="18" y="16"/>
                </a:cxn>
                <a:cxn ang="0">
                  <a:pos x="10" y="16"/>
                </a:cxn>
                <a:cxn ang="0">
                  <a:pos x="2" y="14"/>
                </a:cxn>
                <a:cxn ang="0">
                  <a:pos x="0" y="10"/>
                </a:cxn>
                <a:cxn ang="0">
                  <a:pos x="4" y="6"/>
                </a:cxn>
                <a:cxn ang="0">
                  <a:pos x="10" y="5"/>
                </a:cxn>
                <a:cxn ang="0">
                  <a:pos x="14" y="2"/>
                </a:cxn>
                <a:cxn ang="0">
                  <a:pos x="19" y="0"/>
                </a:cxn>
                <a:cxn ang="0">
                  <a:pos x="21" y="2"/>
                </a:cxn>
                <a:cxn ang="0">
                  <a:pos x="23" y="7"/>
                </a:cxn>
                <a:cxn ang="0">
                  <a:pos x="26" y="10"/>
                </a:cxn>
                <a:cxn ang="0">
                  <a:pos x="25" y="13"/>
                </a:cxn>
              </a:cxnLst>
              <a:rect l="0" t="0" r="r" b="b"/>
              <a:pathLst>
                <a:path w="26" h="17">
                  <a:moveTo>
                    <a:pt x="25" y="13"/>
                  </a:moveTo>
                  <a:cubicBezTo>
                    <a:pt x="25" y="13"/>
                    <a:pt x="22" y="13"/>
                    <a:pt x="21" y="13"/>
                  </a:cubicBezTo>
                  <a:cubicBezTo>
                    <a:pt x="20" y="14"/>
                    <a:pt x="19" y="16"/>
                    <a:pt x="18" y="16"/>
                  </a:cubicBezTo>
                  <a:cubicBezTo>
                    <a:pt x="16" y="17"/>
                    <a:pt x="12" y="17"/>
                    <a:pt x="10" y="16"/>
                  </a:cubicBezTo>
                  <a:cubicBezTo>
                    <a:pt x="8" y="16"/>
                    <a:pt x="4" y="15"/>
                    <a:pt x="2" y="14"/>
                  </a:cubicBezTo>
                  <a:cubicBezTo>
                    <a:pt x="1" y="13"/>
                    <a:pt x="0" y="11"/>
                    <a:pt x="0" y="10"/>
                  </a:cubicBezTo>
                  <a:cubicBezTo>
                    <a:pt x="0" y="9"/>
                    <a:pt x="3" y="7"/>
                    <a:pt x="4" y="6"/>
                  </a:cubicBezTo>
                  <a:cubicBezTo>
                    <a:pt x="5" y="5"/>
                    <a:pt x="9" y="6"/>
                    <a:pt x="10" y="5"/>
                  </a:cubicBezTo>
                  <a:cubicBezTo>
                    <a:pt x="11" y="5"/>
                    <a:pt x="13" y="2"/>
                    <a:pt x="14" y="2"/>
                  </a:cubicBezTo>
                  <a:cubicBezTo>
                    <a:pt x="15" y="1"/>
                    <a:pt x="18" y="0"/>
                    <a:pt x="19" y="0"/>
                  </a:cubicBezTo>
                  <a:cubicBezTo>
                    <a:pt x="20" y="0"/>
                    <a:pt x="21" y="2"/>
                    <a:pt x="21" y="2"/>
                  </a:cubicBezTo>
                  <a:cubicBezTo>
                    <a:pt x="22" y="3"/>
                    <a:pt x="23" y="6"/>
                    <a:pt x="23" y="7"/>
                  </a:cubicBezTo>
                  <a:cubicBezTo>
                    <a:pt x="24" y="7"/>
                    <a:pt x="25" y="9"/>
                    <a:pt x="26" y="10"/>
                  </a:cubicBezTo>
                  <a:cubicBezTo>
                    <a:pt x="26" y="10"/>
                    <a:pt x="26" y="12"/>
                    <a:pt x="25"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5"/>
            <p:cNvSpPr>
              <a:spLocks/>
            </p:cNvSpPr>
            <p:nvPr/>
          </p:nvSpPr>
          <p:spPr bwMode="auto">
            <a:xfrm>
              <a:off x="4057651" y="3967163"/>
              <a:ext cx="20638" cy="17463"/>
            </a:xfrm>
            <a:custGeom>
              <a:avLst/>
              <a:gdLst/>
              <a:ahLst/>
              <a:cxnLst>
                <a:cxn ang="0">
                  <a:pos x="11" y="8"/>
                </a:cxn>
                <a:cxn ang="0">
                  <a:pos x="9" y="10"/>
                </a:cxn>
                <a:cxn ang="0">
                  <a:pos x="2" y="10"/>
                </a:cxn>
                <a:cxn ang="0">
                  <a:pos x="1" y="6"/>
                </a:cxn>
                <a:cxn ang="0">
                  <a:pos x="3" y="1"/>
                </a:cxn>
                <a:cxn ang="0">
                  <a:pos x="8" y="2"/>
                </a:cxn>
                <a:cxn ang="0">
                  <a:pos x="11" y="0"/>
                </a:cxn>
                <a:cxn ang="0">
                  <a:pos x="13" y="3"/>
                </a:cxn>
                <a:cxn ang="0">
                  <a:pos x="14" y="6"/>
                </a:cxn>
                <a:cxn ang="0">
                  <a:pos x="11" y="8"/>
                </a:cxn>
              </a:cxnLst>
              <a:rect l="0" t="0" r="r" b="b"/>
              <a:pathLst>
                <a:path w="14" h="11">
                  <a:moveTo>
                    <a:pt x="11" y="8"/>
                  </a:moveTo>
                  <a:cubicBezTo>
                    <a:pt x="10" y="8"/>
                    <a:pt x="9" y="10"/>
                    <a:pt x="9" y="10"/>
                  </a:cubicBezTo>
                  <a:cubicBezTo>
                    <a:pt x="7" y="11"/>
                    <a:pt x="4" y="11"/>
                    <a:pt x="2" y="10"/>
                  </a:cubicBezTo>
                  <a:cubicBezTo>
                    <a:pt x="1" y="10"/>
                    <a:pt x="0" y="7"/>
                    <a:pt x="1" y="6"/>
                  </a:cubicBezTo>
                  <a:cubicBezTo>
                    <a:pt x="1" y="4"/>
                    <a:pt x="2" y="2"/>
                    <a:pt x="3" y="1"/>
                  </a:cubicBezTo>
                  <a:cubicBezTo>
                    <a:pt x="4" y="1"/>
                    <a:pt x="7" y="2"/>
                    <a:pt x="8" y="2"/>
                  </a:cubicBezTo>
                  <a:cubicBezTo>
                    <a:pt x="9" y="2"/>
                    <a:pt x="10" y="0"/>
                    <a:pt x="11" y="0"/>
                  </a:cubicBezTo>
                  <a:cubicBezTo>
                    <a:pt x="12" y="0"/>
                    <a:pt x="12" y="2"/>
                    <a:pt x="13" y="3"/>
                  </a:cubicBezTo>
                  <a:cubicBezTo>
                    <a:pt x="13" y="4"/>
                    <a:pt x="14" y="5"/>
                    <a:pt x="14" y="6"/>
                  </a:cubicBezTo>
                  <a:cubicBezTo>
                    <a:pt x="13" y="7"/>
                    <a:pt x="12" y="7"/>
                    <a:pt x="11"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6"/>
            <p:cNvSpPr>
              <a:spLocks/>
            </p:cNvSpPr>
            <p:nvPr/>
          </p:nvSpPr>
          <p:spPr bwMode="auto">
            <a:xfrm>
              <a:off x="4087813" y="3787775"/>
              <a:ext cx="47625" cy="60325"/>
            </a:xfrm>
            <a:custGeom>
              <a:avLst/>
              <a:gdLst/>
              <a:ahLst/>
              <a:cxnLst>
                <a:cxn ang="0">
                  <a:pos x="27" y="36"/>
                </a:cxn>
                <a:cxn ang="0">
                  <a:pos x="24" y="39"/>
                </a:cxn>
                <a:cxn ang="0">
                  <a:pos x="21" y="38"/>
                </a:cxn>
                <a:cxn ang="0">
                  <a:pos x="19" y="33"/>
                </a:cxn>
                <a:cxn ang="0">
                  <a:pos x="13" y="32"/>
                </a:cxn>
                <a:cxn ang="0">
                  <a:pos x="9" y="29"/>
                </a:cxn>
                <a:cxn ang="0">
                  <a:pos x="7" y="24"/>
                </a:cxn>
                <a:cxn ang="0">
                  <a:pos x="5" y="25"/>
                </a:cxn>
                <a:cxn ang="0">
                  <a:pos x="1" y="24"/>
                </a:cxn>
                <a:cxn ang="0">
                  <a:pos x="1" y="20"/>
                </a:cxn>
                <a:cxn ang="0">
                  <a:pos x="7" y="14"/>
                </a:cxn>
                <a:cxn ang="0">
                  <a:pos x="11" y="8"/>
                </a:cxn>
                <a:cxn ang="0">
                  <a:pos x="12" y="3"/>
                </a:cxn>
                <a:cxn ang="0">
                  <a:pos x="16" y="0"/>
                </a:cxn>
                <a:cxn ang="0">
                  <a:pos x="23" y="0"/>
                </a:cxn>
                <a:cxn ang="0">
                  <a:pos x="27" y="1"/>
                </a:cxn>
                <a:cxn ang="0">
                  <a:pos x="27" y="4"/>
                </a:cxn>
                <a:cxn ang="0">
                  <a:pos x="25" y="6"/>
                </a:cxn>
                <a:cxn ang="0">
                  <a:pos x="22" y="5"/>
                </a:cxn>
                <a:cxn ang="0">
                  <a:pos x="18" y="6"/>
                </a:cxn>
                <a:cxn ang="0">
                  <a:pos x="15" y="8"/>
                </a:cxn>
                <a:cxn ang="0">
                  <a:pos x="14" y="10"/>
                </a:cxn>
                <a:cxn ang="0">
                  <a:pos x="19" y="13"/>
                </a:cxn>
                <a:cxn ang="0">
                  <a:pos x="23" y="12"/>
                </a:cxn>
                <a:cxn ang="0">
                  <a:pos x="27" y="13"/>
                </a:cxn>
                <a:cxn ang="0">
                  <a:pos x="27" y="18"/>
                </a:cxn>
                <a:cxn ang="0">
                  <a:pos x="30" y="22"/>
                </a:cxn>
                <a:cxn ang="0">
                  <a:pos x="30" y="28"/>
                </a:cxn>
                <a:cxn ang="0">
                  <a:pos x="28" y="32"/>
                </a:cxn>
                <a:cxn ang="0">
                  <a:pos x="27" y="36"/>
                </a:cxn>
              </a:cxnLst>
              <a:rect l="0" t="0" r="r" b="b"/>
              <a:pathLst>
                <a:path w="31" h="40">
                  <a:moveTo>
                    <a:pt x="27" y="36"/>
                  </a:moveTo>
                  <a:cubicBezTo>
                    <a:pt x="26" y="37"/>
                    <a:pt x="25" y="39"/>
                    <a:pt x="24" y="39"/>
                  </a:cubicBezTo>
                  <a:cubicBezTo>
                    <a:pt x="24" y="40"/>
                    <a:pt x="22" y="39"/>
                    <a:pt x="21" y="38"/>
                  </a:cubicBezTo>
                  <a:cubicBezTo>
                    <a:pt x="20" y="37"/>
                    <a:pt x="20" y="34"/>
                    <a:pt x="19" y="33"/>
                  </a:cubicBezTo>
                  <a:cubicBezTo>
                    <a:pt x="18" y="32"/>
                    <a:pt x="14" y="33"/>
                    <a:pt x="13" y="32"/>
                  </a:cubicBezTo>
                  <a:cubicBezTo>
                    <a:pt x="12" y="31"/>
                    <a:pt x="10" y="30"/>
                    <a:pt x="9" y="29"/>
                  </a:cubicBezTo>
                  <a:cubicBezTo>
                    <a:pt x="8" y="28"/>
                    <a:pt x="9" y="25"/>
                    <a:pt x="7" y="24"/>
                  </a:cubicBezTo>
                  <a:cubicBezTo>
                    <a:pt x="7" y="24"/>
                    <a:pt x="5" y="25"/>
                    <a:pt x="5" y="25"/>
                  </a:cubicBezTo>
                  <a:cubicBezTo>
                    <a:pt x="4" y="25"/>
                    <a:pt x="1" y="24"/>
                    <a:pt x="1" y="24"/>
                  </a:cubicBezTo>
                  <a:cubicBezTo>
                    <a:pt x="0" y="23"/>
                    <a:pt x="1" y="21"/>
                    <a:pt x="1" y="20"/>
                  </a:cubicBezTo>
                  <a:cubicBezTo>
                    <a:pt x="2" y="18"/>
                    <a:pt x="6" y="16"/>
                    <a:pt x="7" y="14"/>
                  </a:cubicBezTo>
                  <a:cubicBezTo>
                    <a:pt x="8" y="12"/>
                    <a:pt x="10" y="9"/>
                    <a:pt x="11" y="8"/>
                  </a:cubicBezTo>
                  <a:cubicBezTo>
                    <a:pt x="11" y="6"/>
                    <a:pt x="11" y="4"/>
                    <a:pt x="12" y="3"/>
                  </a:cubicBezTo>
                  <a:cubicBezTo>
                    <a:pt x="13" y="2"/>
                    <a:pt x="15" y="1"/>
                    <a:pt x="16" y="0"/>
                  </a:cubicBezTo>
                  <a:cubicBezTo>
                    <a:pt x="18" y="0"/>
                    <a:pt x="21" y="0"/>
                    <a:pt x="23" y="0"/>
                  </a:cubicBezTo>
                  <a:cubicBezTo>
                    <a:pt x="24" y="0"/>
                    <a:pt x="26" y="0"/>
                    <a:pt x="27" y="1"/>
                  </a:cubicBezTo>
                  <a:cubicBezTo>
                    <a:pt x="27" y="2"/>
                    <a:pt x="27" y="4"/>
                    <a:pt x="27" y="4"/>
                  </a:cubicBezTo>
                  <a:cubicBezTo>
                    <a:pt x="27" y="5"/>
                    <a:pt x="25" y="6"/>
                    <a:pt x="25" y="6"/>
                  </a:cubicBezTo>
                  <a:cubicBezTo>
                    <a:pt x="24" y="6"/>
                    <a:pt x="23" y="5"/>
                    <a:pt x="22" y="5"/>
                  </a:cubicBezTo>
                  <a:cubicBezTo>
                    <a:pt x="21" y="5"/>
                    <a:pt x="19" y="5"/>
                    <a:pt x="18" y="6"/>
                  </a:cubicBezTo>
                  <a:cubicBezTo>
                    <a:pt x="17" y="6"/>
                    <a:pt x="16" y="7"/>
                    <a:pt x="15" y="8"/>
                  </a:cubicBezTo>
                  <a:cubicBezTo>
                    <a:pt x="15" y="8"/>
                    <a:pt x="14" y="10"/>
                    <a:pt x="14" y="10"/>
                  </a:cubicBezTo>
                  <a:cubicBezTo>
                    <a:pt x="15" y="12"/>
                    <a:pt x="18" y="13"/>
                    <a:pt x="19" y="13"/>
                  </a:cubicBezTo>
                  <a:cubicBezTo>
                    <a:pt x="20" y="13"/>
                    <a:pt x="22" y="12"/>
                    <a:pt x="23" y="12"/>
                  </a:cubicBezTo>
                  <a:cubicBezTo>
                    <a:pt x="24" y="11"/>
                    <a:pt x="26" y="12"/>
                    <a:pt x="27" y="13"/>
                  </a:cubicBezTo>
                  <a:cubicBezTo>
                    <a:pt x="27" y="14"/>
                    <a:pt x="26" y="17"/>
                    <a:pt x="27" y="18"/>
                  </a:cubicBezTo>
                  <a:cubicBezTo>
                    <a:pt x="27" y="19"/>
                    <a:pt x="30" y="21"/>
                    <a:pt x="30" y="22"/>
                  </a:cubicBezTo>
                  <a:cubicBezTo>
                    <a:pt x="31" y="24"/>
                    <a:pt x="31" y="27"/>
                    <a:pt x="30" y="28"/>
                  </a:cubicBezTo>
                  <a:cubicBezTo>
                    <a:pt x="30" y="29"/>
                    <a:pt x="28" y="31"/>
                    <a:pt x="28" y="32"/>
                  </a:cubicBezTo>
                  <a:cubicBezTo>
                    <a:pt x="27" y="33"/>
                    <a:pt x="27" y="35"/>
                    <a:pt x="27" y="3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7"/>
            <p:cNvSpPr>
              <a:spLocks/>
            </p:cNvSpPr>
            <p:nvPr/>
          </p:nvSpPr>
          <p:spPr bwMode="auto">
            <a:xfrm>
              <a:off x="4064001" y="3884613"/>
              <a:ext cx="217488" cy="282575"/>
            </a:xfrm>
            <a:custGeom>
              <a:avLst/>
              <a:gdLst/>
              <a:ahLst/>
              <a:cxnLst>
                <a:cxn ang="0">
                  <a:pos x="109" y="87"/>
                </a:cxn>
                <a:cxn ang="0">
                  <a:pos x="114" y="84"/>
                </a:cxn>
                <a:cxn ang="0">
                  <a:pos x="118" y="79"/>
                </a:cxn>
                <a:cxn ang="0">
                  <a:pos x="121" y="68"/>
                </a:cxn>
                <a:cxn ang="0">
                  <a:pos x="126" y="53"/>
                </a:cxn>
                <a:cxn ang="0">
                  <a:pos x="133" y="42"/>
                </a:cxn>
                <a:cxn ang="0">
                  <a:pos x="139" y="31"/>
                </a:cxn>
                <a:cxn ang="0">
                  <a:pos x="142" y="22"/>
                </a:cxn>
                <a:cxn ang="0">
                  <a:pos x="140" y="10"/>
                </a:cxn>
                <a:cxn ang="0">
                  <a:pos x="139" y="3"/>
                </a:cxn>
                <a:cxn ang="0">
                  <a:pos x="137" y="0"/>
                </a:cxn>
                <a:cxn ang="0">
                  <a:pos x="133" y="2"/>
                </a:cxn>
                <a:cxn ang="0">
                  <a:pos x="128" y="6"/>
                </a:cxn>
                <a:cxn ang="0">
                  <a:pos x="124" y="7"/>
                </a:cxn>
                <a:cxn ang="0">
                  <a:pos x="115" y="8"/>
                </a:cxn>
                <a:cxn ang="0">
                  <a:pos x="110" y="7"/>
                </a:cxn>
                <a:cxn ang="0">
                  <a:pos x="104" y="8"/>
                </a:cxn>
                <a:cxn ang="0">
                  <a:pos x="98" y="12"/>
                </a:cxn>
                <a:cxn ang="0">
                  <a:pos x="93" y="18"/>
                </a:cxn>
                <a:cxn ang="0">
                  <a:pos x="83" y="23"/>
                </a:cxn>
                <a:cxn ang="0">
                  <a:pos x="70" y="31"/>
                </a:cxn>
                <a:cxn ang="0">
                  <a:pos x="59" y="37"/>
                </a:cxn>
                <a:cxn ang="0">
                  <a:pos x="50" y="42"/>
                </a:cxn>
                <a:cxn ang="0">
                  <a:pos x="46" y="46"/>
                </a:cxn>
                <a:cxn ang="0">
                  <a:pos x="45" y="51"/>
                </a:cxn>
                <a:cxn ang="0">
                  <a:pos x="42" y="54"/>
                </a:cxn>
                <a:cxn ang="0">
                  <a:pos x="37" y="56"/>
                </a:cxn>
                <a:cxn ang="0">
                  <a:pos x="31" y="61"/>
                </a:cxn>
                <a:cxn ang="0">
                  <a:pos x="27" y="67"/>
                </a:cxn>
                <a:cxn ang="0">
                  <a:pos x="24" y="75"/>
                </a:cxn>
                <a:cxn ang="0">
                  <a:pos x="19" y="85"/>
                </a:cxn>
                <a:cxn ang="0">
                  <a:pos x="13" y="92"/>
                </a:cxn>
                <a:cxn ang="0">
                  <a:pos x="6" y="95"/>
                </a:cxn>
                <a:cxn ang="0">
                  <a:pos x="1" y="98"/>
                </a:cxn>
                <a:cxn ang="0">
                  <a:pos x="0" y="108"/>
                </a:cxn>
                <a:cxn ang="0">
                  <a:pos x="2" y="112"/>
                </a:cxn>
                <a:cxn ang="0">
                  <a:pos x="4" y="115"/>
                </a:cxn>
                <a:cxn ang="0">
                  <a:pos x="9" y="116"/>
                </a:cxn>
                <a:cxn ang="0">
                  <a:pos x="13" y="114"/>
                </a:cxn>
                <a:cxn ang="0">
                  <a:pos x="16" y="116"/>
                </a:cxn>
                <a:cxn ang="0">
                  <a:pos x="16" y="125"/>
                </a:cxn>
                <a:cxn ang="0">
                  <a:pos x="14" y="139"/>
                </a:cxn>
                <a:cxn ang="0">
                  <a:pos x="13" y="147"/>
                </a:cxn>
                <a:cxn ang="0">
                  <a:pos x="9" y="158"/>
                </a:cxn>
                <a:cxn ang="0">
                  <a:pos x="9" y="171"/>
                </a:cxn>
                <a:cxn ang="0">
                  <a:pos x="12" y="181"/>
                </a:cxn>
                <a:cxn ang="0">
                  <a:pos x="20" y="184"/>
                </a:cxn>
                <a:cxn ang="0">
                  <a:pos x="30" y="183"/>
                </a:cxn>
                <a:cxn ang="0">
                  <a:pos x="43" y="177"/>
                </a:cxn>
                <a:cxn ang="0">
                  <a:pos x="61" y="155"/>
                </a:cxn>
                <a:cxn ang="0">
                  <a:pos x="73" y="141"/>
                </a:cxn>
                <a:cxn ang="0">
                  <a:pos x="78" y="130"/>
                </a:cxn>
                <a:cxn ang="0">
                  <a:pos x="81" y="125"/>
                </a:cxn>
                <a:cxn ang="0">
                  <a:pos x="87" y="123"/>
                </a:cxn>
                <a:cxn ang="0">
                  <a:pos x="90" y="126"/>
                </a:cxn>
                <a:cxn ang="0">
                  <a:pos x="93" y="128"/>
                </a:cxn>
                <a:cxn ang="0">
                  <a:pos x="98" y="128"/>
                </a:cxn>
                <a:cxn ang="0">
                  <a:pos x="101" y="122"/>
                </a:cxn>
                <a:cxn ang="0">
                  <a:pos x="100" y="109"/>
                </a:cxn>
                <a:cxn ang="0">
                  <a:pos x="101" y="96"/>
                </a:cxn>
                <a:cxn ang="0">
                  <a:pos x="105" y="90"/>
                </a:cxn>
                <a:cxn ang="0">
                  <a:pos x="109" y="87"/>
                </a:cxn>
              </a:cxnLst>
              <a:rect l="0" t="0" r="r" b="b"/>
              <a:pathLst>
                <a:path w="142" h="185">
                  <a:moveTo>
                    <a:pt x="109" y="87"/>
                  </a:moveTo>
                  <a:cubicBezTo>
                    <a:pt x="110" y="87"/>
                    <a:pt x="113" y="85"/>
                    <a:pt x="114" y="84"/>
                  </a:cubicBezTo>
                  <a:cubicBezTo>
                    <a:pt x="115" y="83"/>
                    <a:pt x="117" y="80"/>
                    <a:pt x="118" y="79"/>
                  </a:cubicBezTo>
                  <a:cubicBezTo>
                    <a:pt x="119" y="76"/>
                    <a:pt x="120" y="71"/>
                    <a:pt x="121" y="68"/>
                  </a:cubicBezTo>
                  <a:cubicBezTo>
                    <a:pt x="122" y="64"/>
                    <a:pt x="124" y="57"/>
                    <a:pt x="126" y="53"/>
                  </a:cubicBezTo>
                  <a:cubicBezTo>
                    <a:pt x="127" y="50"/>
                    <a:pt x="131" y="45"/>
                    <a:pt x="133" y="42"/>
                  </a:cubicBezTo>
                  <a:cubicBezTo>
                    <a:pt x="135" y="39"/>
                    <a:pt x="138" y="34"/>
                    <a:pt x="139" y="31"/>
                  </a:cubicBezTo>
                  <a:cubicBezTo>
                    <a:pt x="140" y="29"/>
                    <a:pt x="142" y="24"/>
                    <a:pt x="142" y="22"/>
                  </a:cubicBezTo>
                  <a:cubicBezTo>
                    <a:pt x="142" y="19"/>
                    <a:pt x="141" y="13"/>
                    <a:pt x="140" y="10"/>
                  </a:cubicBezTo>
                  <a:cubicBezTo>
                    <a:pt x="140" y="8"/>
                    <a:pt x="140" y="5"/>
                    <a:pt x="139" y="3"/>
                  </a:cubicBezTo>
                  <a:cubicBezTo>
                    <a:pt x="139" y="2"/>
                    <a:pt x="138" y="0"/>
                    <a:pt x="137" y="0"/>
                  </a:cubicBezTo>
                  <a:cubicBezTo>
                    <a:pt x="136" y="0"/>
                    <a:pt x="133" y="1"/>
                    <a:pt x="133" y="2"/>
                  </a:cubicBezTo>
                  <a:cubicBezTo>
                    <a:pt x="131" y="2"/>
                    <a:pt x="130" y="5"/>
                    <a:pt x="128" y="6"/>
                  </a:cubicBezTo>
                  <a:cubicBezTo>
                    <a:pt x="127" y="6"/>
                    <a:pt x="125" y="7"/>
                    <a:pt x="124" y="7"/>
                  </a:cubicBezTo>
                  <a:cubicBezTo>
                    <a:pt x="122" y="8"/>
                    <a:pt x="118" y="8"/>
                    <a:pt x="115" y="8"/>
                  </a:cubicBezTo>
                  <a:cubicBezTo>
                    <a:pt x="114" y="8"/>
                    <a:pt x="112" y="7"/>
                    <a:pt x="110" y="7"/>
                  </a:cubicBezTo>
                  <a:cubicBezTo>
                    <a:pt x="109" y="7"/>
                    <a:pt x="105" y="8"/>
                    <a:pt x="104" y="8"/>
                  </a:cubicBezTo>
                  <a:cubicBezTo>
                    <a:pt x="102" y="9"/>
                    <a:pt x="99" y="11"/>
                    <a:pt x="98" y="12"/>
                  </a:cubicBezTo>
                  <a:cubicBezTo>
                    <a:pt x="97" y="13"/>
                    <a:pt x="95" y="17"/>
                    <a:pt x="93" y="18"/>
                  </a:cubicBezTo>
                  <a:cubicBezTo>
                    <a:pt x="91" y="20"/>
                    <a:pt x="86" y="22"/>
                    <a:pt x="83" y="23"/>
                  </a:cubicBezTo>
                  <a:cubicBezTo>
                    <a:pt x="80" y="25"/>
                    <a:pt x="74" y="29"/>
                    <a:pt x="70" y="31"/>
                  </a:cubicBezTo>
                  <a:cubicBezTo>
                    <a:pt x="67" y="33"/>
                    <a:pt x="62" y="36"/>
                    <a:pt x="59" y="37"/>
                  </a:cubicBezTo>
                  <a:cubicBezTo>
                    <a:pt x="56" y="38"/>
                    <a:pt x="52" y="41"/>
                    <a:pt x="50" y="42"/>
                  </a:cubicBezTo>
                  <a:cubicBezTo>
                    <a:pt x="49" y="43"/>
                    <a:pt x="46" y="44"/>
                    <a:pt x="46" y="46"/>
                  </a:cubicBezTo>
                  <a:cubicBezTo>
                    <a:pt x="45" y="47"/>
                    <a:pt x="46" y="50"/>
                    <a:pt x="45" y="51"/>
                  </a:cubicBezTo>
                  <a:cubicBezTo>
                    <a:pt x="45" y="52"/>
                    <a:pt x="43" y="53"/>
                    <a:pt x="42" y="54"/>
                  </a:cubicBezTo>
                  <a:cubicBezTo>
                    <a:pt x="41" y="55"/>
                    <a:pt x="38" y="56"/>
                    <a:pt x="37" y="56"/>
                  </a:cubicBezTo>
                  <a:cubicBezTo>
                    <a:pt x="35" y="57"/>
                    <a:pt x="32" y="59"/>
                    <a:pt x="31" y="61"/>
                  </a:cubicBezTo>
                  <a:cubicBezTo>
                    <a:pt x="30" y="62"/>
                    <a:pt x="28" y="66"/>
                    <a:pt x="27" y="67"/>
                  </a:cubicBezTo>
                  <a:cubicBezTo>
                    <a:pt x="26" y="69"/>
                    <a:pt x="25" y="73"/>
                    <a:pt x="24" y="75"/>
                  </a:cubicBezTo>
                  <a:cubicBezTo>
                    <a:pt x="23" y="78"/>
                    <a:pt x="21" y="83"/>
                    <a:pt x="19" y="85"/>
                  </a:cubicBezTo>
                  <a:cubicBezTo>
                    <a:pt x="18" y="87"/>
                    <a:pt x="15" y="90"/>
                    <a:pt x="13" y="92"/>
                  </a:cubicBezTo>
                  <a:cubicBezTo>
                    <a:pt x="11" y="93"/>
                    <a:pt x="8" y="94"/>
                    <a:pt x="6" y="95"/>
                  </a:cubicBezTo>
                  <a:cubicBezTo>
                    <a:pt x="5" y="96"/>
                    <a:pt x="2" y="97"/>
                    <a:pt x="1" y="98"/>
                  </a:cubicBezTo>
                  <a:cubicBezTo>
                    <a:pt x="0" y="100"/>
                    <a:pt x="0" y="105"/>
                    <a:pt x="0" y="108"/>
                  </a:cubicBezTo>
                  <a:cubicBezTo>
                    <a:pt x="0" y="109"/>
                    <a:pt x="2" y="111"/>
                    <a:pt x="2" y="112"/>
                  </a:cubicBezTo>
                  <a:cubicBezTo>
                    <a:pt x="3" y="113"/>
                    <a:pt x="3" y="115"/>
                    <a:pt x="4" y="115"/>
                  </a:cubicBezTo>
                  <a:cubicBezTo>
                    <a:pt x="5" y="116"/>
                    <a:pt x="8" y="116"/>
                    <a:pt x="9" y="116"/>
                  </a:cubicBezTo>
                  <a:cubicBezTo>
                    <a:pt x="10" y="116"/>
                    <a:pt x="12" y="114"/>
                    <a:pt x="13" y="114"/>
                  </a:cubicBezTo>
                  <a:cubicBezTo>
                    <a:pt x="13" y="114"/>
                    <a:pt x="15" y="115"/>
                    <a:pt x="16" y="116"/>
                  </a:cubicBezTo>
                  <a:cubicBezTo>
                    <a:pt x="17" y="118"/>
                    <a:pt x="16" y="123"/>
                    <a:pt x="16" y="125"/>
                  </a:cubicBezTo>
                  <a:cubicBezTo>
                    <a:pt x="16" y="128"/>
                    <a:pt x="14" y="135"/>
                    <a:pt x="14" y="139"/>
                  </a:cubicBezTo>
                  <a:cubicBezTo>
                    <a:pt x="13" y="141"/>
                    <a:pt x="13" y="145"/>
                    <a:pt x="13" y="147"/>
                  </a:cubicBezTo>
                  <a:cubicBezTo>
                    <a:pt x="12" y="150"/>
                    <a:pt x="9" y="155"/>
                    <a:pt x="9" y="158"/>
                  </a:cubicBezTo>
                  <a:cubicBezTo>
                    <a:pt x="8" y="161"/>
                    <a:pt x="9" y="168"/>
                    <a:pt x="9" y="171"/>
                  </a:cubicBezTo>
                  <a:cubicBezTo>
                    <a:pt x="9" y="174"/>
                    <a:pt x="10" y="179"/>
                    <a:pt x="12" y="181"/>
                  </a:cubicBezTo>
                  <a:cubicBezTo>
                    <a:pt x="13" y="182"/>
                    <a:pt x="18" y="184"/>
                    <a:pt x="20" y="184"/>
                  </a:cubicBezTo>
                  <a:cubicBezTo>
                    <a:pt x="22" y="185"/>
                    <a:pt x="27" y="184"/>
                    <a:pt x="30" y="183"/>
                  </a:cubicBezTo>
                  <a:cubicBezTo>
                    <a:pt x="33" y="182"/>
                    <a:pt x="40" y="179"/>
                    <a:pt x="43" y="177"/>
                  </a:cubicBezTo>
                  <a:cubicBezTo>
                    <a:pt x="48" y="172"/>
                    <a:pt x="57" y="161"/>
                    <a:pt x="61" y="155"/>
                  </a:cubicBezTo>
                  <a:cubicBezTo>
                    <a:pt x="64" y="152"/>
                    <a:pt x="70" y="144"/>
                    <a:pt x="73" y="141"/>
                  </a:cubicBezTo>
                  <a:cubicBezTo>
                    <a:pt x="74" y="138"/>
                    <a:pt x="76" y="132"/>
                    <a:pt x="78" y="130"/>
                  </a:cubicBezTo>
                  <a:cubicBezTo>
                    <a:pt x="79" y="128"/>
                    <a:pt x="80" y="126"/>
                    <a:pt x="81" y="125"/>
                  </a:cubicBezTo>
                  <a:cubicBezTo>
                    <a:pt x="82" y="124"/>
                    <a:pt x="85" y="123"/>
                    <a:pt x="87" y="123"/>
                  </a:cubicBezTo>
                  <a:cubicBezTo>
                    <a:pt x="88" y="123"/>
                    <a:pt x="89" y="125"/>
                    <a:pt x="90" y="126"/>
                  </a:cubicBezTo>
                  <a:cubicBezTo>
                    <a:pt x="90" y="126"/>
                    <a:pt x="92" y="128"/>
                    <a:pt x="93" y="128"/>
                  </a:cubicBezTo>
                  <a:cubicBezTo>
                    <a:pt x="94" y="129"/>
                    <a:pt x="97" y="129"/>
                    <a:pt x="98" y="128"/>
                  </a:cubicBezTo>
                  <a:cubicBezTo>
                    <a:pt x="99" y="127"/>
                    <a:pt x="101" y="124"/>
                    <a:pt x="101" y="122"/>
                  </a:cubicBezTo>
                  <a:cubicBezTo>
                    <a:pt x="102" y="119"/>
                    <a:pt x="100" y="112"/>
                    <a:pt x="100" y="109"/>
                  </a:cubicBezTo>
                  <a:cubicBezTo>
                    <a:pt x="100" y="106"/>
                    <a:pt x="100" y="99"/>
                    <a:pt x="101" y="96"/>
                  </a:cubicBezTo>
                  <a:cubicBezTo>
                    <a:pt x="102" y="94"/>
                    <a:pt x="104" y="91"/>
                    <a:pt x="105" y="90"/>
                  </a:cubicBezTo>
                  <a:cubicBezTo>
                    <a:pt x="106" y="89"/>
                    <a:pt x="108" y="88"/>
                    <a:pt x="109" y="8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8"/>
            <p:cNvSpPr>
              <a:spLocks/>
            </p:cNvSpPr>
            <p:nvPr/>
          </p:nvSpPr>
          <p:spPr bwMode="auto">
            <a:xfrm>
              <a:off x="3711576" y="3330575"/>
              <a:ext cx="17463" cy="12700"/>
            </a:xfrm>
            <a:custGeom>
              <a:avLst/>
              <a:gdLst/>
              <a:ahLst/>
              <a:cxnLst>
                <a:cxn ang="0">
                  <a:pos x="11" y="4"/>
                </a:cxn>
                <a:cxn ang="0">
                  <a:pos x="5" y="7"/>
                </a:cxn>
                <a:cxn ang="0">
                  <a:pos x="1" y="6"/>
                </a:cxn>
                <a:cxn ang="0">
                  <a:pos x="1" y="2"/>
                </a:cxn>
                <a:cxn ang="0">
                  <a:pos x="4" y="0"/>
                </a:cxn>
                <a:cxn ang="0">
                  <a:pos x="8" y="1"/>
                </a:cxn>
                <a:cxn ang="0">
                  <a:pos x="11" y="4"/>
                </a:cxn>
              </a:cxnLst>
              <a:rect l="0" t="0" r="r" b="b"/>
              <a:pathLst>
                <a:path w="11" h="8">
                  <a:moveTo>
                    <a:pt x="11" y="4"/>
                  </a:moveTo>
                  <a:cubicBezTo>
                    <a:pt x="10" y="6"/>
                    <a:pt x="7" y="7"/>
                    <a:pt x="5" y="7"/>
                  </a:cubicBezTo>
                  <a:cubicBezTo>
                    <a:pt x="4" y="8"/>
                    <a:pt x="2" y="6"/>
                    <a:pt x="1" y="6"/>
                  </a:cubicBezTo>
                  <a:cubicBezTo>
                    <a:pt x="1" y="5"/>
                    <a:pt x="0" y="3"/>
                    <a:pt x="1" y="2"/>
                  </a:cubicBezTo>
                  <a:cubicBezTo>
                    <a:pt x="1" y="1"/>
                    <a:pt x="3" y="0"/>
                    <a:pt x="4" y="0"/>
                  </a:cubicBezTo>
                  <a:cubicBezTo>
                    <a:pt x="5" y="0"/>
                    <a:pt x="7" y="1"/>
                    <a:pt x="8" y="1"/>
                  </a:cubicBezTo>
                  <a:cubicBezTo>
                    <a:pt x="9" y="2"/>
                    <a:pt x="11" y="3"/>
                    <a:pt x="11"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9"/>
            <p:cNvSpPr>
              <a:spLocks/>
            </p:cNvSpPr>
            <p:nvPr/>
          </p:nvSpPr>
          <p:spPr bwMode="auto">
            <a:xfrm>
              <a:off x="3529013" y="3319463"/>
              <a:ext cx="19050" cy="15875"/>
            </a:xfrm>
            <a:custGeom>
              <a:avLst/>
              <a:gdLst/>
              <a:ahLst/>
              <a:cxnLst>
                <a:cxn ang="0">
                  <a:pos x="13" y="6"/>
                </a:cxn>
                <a:cxn ang="0">
                  <a:pos x="11" y="8"/>
                </a:cxn>
                <a:cxn ang="0">
                  <a:pos x="9" y="9"/>
                </a:cxn>
                <a:cxn ang="0">
                  <a:pos x="6" y="8"/>
                </a:cxn>
                <a:cxn ang="0">
                  <a:pos x="2" y="9"/>
                </a:cxn>
                <a:cxn ang="0">
                  <a:pos x="0" y="7"/>
                </a:cxn>
                <a:cxn ang="0">
                  <a:pos x="3" y="4"/>
                </a:cxn>
                <a:cxn ang="0">
                  <a:pos x="4" y="0"/>
                </a:cxn>
                <a:cxn ang="0">
                  <a:pos x="6" y="0"/>
                </a:cxn>
                <a:cxn ang="0">
                  <a:pos x="9" y="1"/>
                </a:cxn>
                <a:cxn ang="0">
                  <a:pos x="13" y="4"/>
                </a:cxn>
                <a:cxn ang="0">
                  <a:pos x="13" y="6"/>
                </a:cxn>
              </a:cxnLst>
              <a:rect l="0" t="0" r="r" b="b"/>
              <a:pathLst>
                <a:path w="13" h="10">
                  <a:moveTo>
                    <a:pt x="13" y="6"/>
                  </a:moveTo>
                  <a:cubicBezTo>
                    <a:pt x="13" y="7"/>
                    <a:pt x="11" y="7"/>
                    <a:pt x="11" y="8"/>
                  </a:cubicBezTo>
                  <a:cubicBezTo>
                    <a:pt x="10" y="8"/>
                    <a:pt x="10" y="9"/>
                    <a:pt x="9" y="9"/>
                  </a:cubicBezTo>
                  <a:cubicBezTo>
                    <a:pt x="8" y="10"/>
                    <a:pt x="7" y="8"/>
                    <a:pt x="6" y="8"/>
                  </a:cubicBezTo>
                  <a:cubicBezTo>
                    <a:pt x="5" y="7"/>
                    <a:pt x="3" y="9"/>
                    <a:pt x="2" y="9"/>
                  </a:cubicBezTo>
                  <a:cubicBezTo>
                    <a:pt x="1" y="8"/>
                    <a:pt x="0" y="7"/>
                    <a:pt x="0" y="7"/>
                  </a:cubicBezTo>
                  <a:cubicBezTo>
                    <a:pt x="0" y="6"/>
                    <a:pt x="2" y="4"/>
                    <a:pt x="3" y="4"/>
                  </a:cubicBezTo>
                  <a:cubicBezTo>
                    <a:pt x="3" y="3"/>
                    <a:pt x="3" y="1"/>
                    <a:pt x="4" y="0"/>
                  </a:cubicBezTo>
                  <a:cubicBezTo>
                    <a:pt x="4" y="0"/>
                    <a:pt x="5" y="0"/>
                    <a:pt x="6" y="0"/>
                  </a:cubicBezTo>
                  <a:cubicBezTo>
                    <a:pt x="7" y="0"/>
                    <a:pt x="9" y="1"/>
                    <a:pt x="9" y="1"/>
                  </a:cubicBezTo>
                  <a:cubicBezTo>
                    <a:pt x="10" y="2"/>
                    <a:pt x="12" y="3"/>
                    <a:pt x="13" y="4"/>
                  </a:cubicBezTo>
                  <a:cubicBezTo>
                    <a:pt x="13" y="4"/>
                    <a:pt x="13" y="6"/>
                    <a:pt x="13"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30"/>
            <p:cNvSpPr>
              <a:spLocks/>
            </p:cNvSpPr>
            <p:nvPr/>
          </p:nvSpPr>
          <p:spPr bwMode="auto">
            <a:xfrm>
              <a:off x="3556001" y="3292475"/>
              <a:ext cx="33338" cy="55563"/>
            </a:xfrm>
            <a:custGeom>
              <a:avLst/>
              <a:gdLst/>
              <a:ahLst/>
              <a:cxnLst>
                <a:cxn ang="0">
                  <a:pos x="8" y="31"/>
                </a:cxn>
                <a:cxn ang="0">
                  <a:pos x="7" y="37"/>
                </a:cxn>
                <a:cxn ang="0">
                  <a:pos x="5" y="35"/>
                </a:cxn>
                <a:cxn ang="0">
                  <a:pos x="3" y="29"/>
                </a:cxn>
                <a:cxn ang="0">
                  <a:pos x="0" y="26"/>
                </a:cxn>
                <a:cxn ang="0">
                  <a:pos x="0" y="23"/>
                </a:cxn>
                <a:cxn ang="0">
                  <a:pos x="2" y="19"/>
                </a:cxn>
                <a:cxn ang="0">
                  <a:pos x="5" y="17"/>
                </a:cxn>
                <a:cxn ang="0">
                  <a:pos x="7" y="13"/>
                </a:cxn>
                <a:cxn ang="0">
                  <a:pos x="5" y="8"/>
                </a:cxn>
                <a:cxn ang="0">
                  <a:pos x="5" y="5"/>
                </a:cxn>
                <a:cxn ang="0">
                  <a:pos x="7" y="1"/>
                </a:cxn>
                <a:cxn ang="0">
                  <a:pos x="13" y="2"/>
                </a:cxn>
                <a:cxn ang="0">
                  <a:pos x="16" y="7"/>
                </a:cxn>
                <a:cxn ang="0">
                  <a:pos x="18" y="13"/>
                </a:cxn>
                <a:cxn ang="0">
                  <a:pos x="22" y="14"/>
                </a:cxn>
                <a:cxn ang="0">
                  <a:pos x="21" y="17"/>
                </a:cxn>
                <a:cxn ang="0">
                  <a:pos x="18" y="19"/>
                </a:cxn>
                <a:cxn ang="0">
                  <a:pos x="15" y="21"/>
                </a:cxn>
                <a:cxn ang="0">
                  <a:pos x="13" y="23"/>
                </a:cxn>
                <a:cxn ang="0">
                  <a:pos x="10" y="23"/>
                </a:cxn>
                <a:cxn ang="0">
                  <a:pos x="7" y="25"/>
                </a:cxn>
                <a:cxn ang="0">
                  <a:pos x="7" y="28"/>
                </a:cxn>
                <a:cxn ang="0">
                  <a:pos x="8" y="31"/>
                </a:cxn>
              </a:cxnLst>
              <a:rect l="0" t="0" r="r" b="b"/>
              <a:pathLst>
                <a:path w="22" h="37">
                  <a:moveTo>
                    <a:pt x="8" y="31"/>
                  </a:moveTo>
                  <a:cubicBezTo>
                    <a:pt x="8" y="33"/>
                    <a:pt x="9" y="36"/>
                    <a:pt x="7" y="37"/>
                  </a:cubicBezTo>
                  <a:cubicBezTo>
                    <a:pt x="7" y="37"/>
                    <a:pt x="5" y="36"/>
                    <a:pt x="5" y="35"/>
                  </a:cubicBezTo>
                  <a:cubicBezTo>
                    <a:pt x="4" y="34"/>
                    <a:pt x="4" y="30"/>
                    <a:pt x="3" y="29"/>
                  </a:cubicBezTo>
                  <a:cubicBezTo>
                    <a:pt x="3" y="28"/>
                    <a:pt x="1" y="27"/>
                    <a:pt x="0" y="26"/>
                  </a:cubicBezTo>
                  <a:cubicBezTo>
                    <a:pt x="0" y="26"/>
                    <a:pt x="0" y="24"/>
                    <a:pt x="0" y="23"/>
                  </a:cubicBezTo>
                  <a:cubicBezTo>
                    <a:pt x="0" y="22"/>
                    <a:pt x="1" y="20"/>
                    <a:pt x="2" y="19"/>
                  </a:cubicBezTo>
                  <a:cubicBezTo>
                    <a:pt x="2" y="18"/>
                    <a:pt x="5" y="18"/>
                    <a:pt x="5" y="17"/>
                  </a:cubicBezTo>
                  <a:cubicBezTo>
                    <a:pt x="6" y="16"/>
                    <a:pt x="7" y="14"/>
                    <a:pt x="7" y="13"/>
                  </a:cubicBezTo>
                  <a:cubicBezTo>
                    <a:pt x="7" y="11"/>
                    <a:pt x="5" y="9"/>
                    <a:pt x="5" y="8"/>
                  </a:cubicBezTo>
                  <a:cubicBezTo>
                    <a:pt x="5" y="7"/>
                    <a:pt x="5" y="6"/>
                    <a:pt x="5" y="5"/>
                  </a:cubicBezTo>
                  <a:cubicBezTo>
                    <a:pt x="6" y="4"/>
                    <a:pt x="6" y="1"/>
                    <a:pt x="7" y="1"/>
                  </a:cubicBezTo>
                  <a:cubicBezTo>
                    <a:pt x="8" y="0"/>
                    <a:pt x="12" y="1"/>
                    <a:pt x="13" y="2"/>
                  </a:cubicBezTo>
                  <a:cubicBezTo>
                    <a:pt x="14" y="3"/>
                    <a:pt x="16" y="6"/>
                    <a:pt x="16" y="7"/>
                  </a:cubicBezTo>
                  <a:cubicBezTo>
                    <a:pt x="17" y="9"/>
                    <a:pt x="17" y="12"/>
                    <a:pt x="18" y="13"/>
                  </a:cubicBezTo>
                  <a:cubicBezTo>
                    <a:pt x="19" y="13"/>
                    <a:pt x="21" y="13"/>
                    <a:pt x="22" y="14"/>
                  </a:cubicBezTo>
                  <a:cubicBezTo>
                    <a:pt x="22" y="15"/>
                    <a:pt x="22" y="17"/>
                    <a:pt x="21" y="17"/>
                  </a:cubicBezTo>
                  <a:cubicBezTo>
                    <a:pt x="21" y="18"/>
                    <a:pt x="19" y="19"/>
                    <a:pt x="18" y="19"/>
                  </a:cubicBezTo>
                  <a:cubicBezTo>
                    <a:pt x="17" y="20"/>
                    <a:pt x="16" y="20"/>
                    <a:pt x="15" y="21"/>
                  </a:cubicBezTo>
                  <a:cubicBezTo>
                    <a:pt x="15" y="21"/>
                    <a:pt x="14" y="23"/>
                    <a:pt x="13" y="23"/>
                  </a:cubicBezTo>
                  <a:cubicBezTo>
                    <a:pt x="13" y="23"/>
                    <a:pt x="11" y="23"/>
                    <a:pt x="10" y="23"/>
                  </a:cubicBezTo>
                  <a:cubicBezTo>
                    <a:pt x="9" y="23"/>
                    <a:pt x="8" y="24"/>
                    <a:pt x="7" y="25"/>
                  </a:cubicBezTo>
                  <a:cubicBezTo>
                    <a:pt x="7" y="26"/>
                    <a:pt x="7" y="27"/>
                    <a:pt x="7" y="28"/>
                  </a:cubicBezTo>
                  <a:cubicBezTo>
                    <a:pt x="7" y="29"/>
                    <a:pt x="8" y="31"/>
                    <a:pt x="8" y="3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31"/>
            <p:cNvSpPr>
              <a:spLocks/>
            </p:cNvSpPr>
            <p:nvPr/>
          </p:nvSpPr>
          <p:spPr bwMode="auto">
            <a:xfrm>
              <a:off x="3357563" y="3273425"/>
              <a:ext cx="152400" cy="96838"/>
            </a:xfrm>
            <a:custGeom>
              <a:avLst/>
              <a:gdLst/>
              <a:ahLst/>
              <a:cxnLst>
                <a:cxn ang="0">
                  <a:pos x="20" y="57"/>
                </a:cxn>
                <a:cxn ang="0">
                  <a:pos x="13" y="62"/>
                </a:cxn>
                <a:cxn ang="0">
                  <a:pos x="7" y="62"/>
                </a:cxn>
                <a:cxn ang="0">
                  <a:pos x="2" y="57"/>
                </a:cxn>
                <a:cxn ang="0">
                  <a:pos x="1" y="46"/>
                </a:cxn>
                <a:cxn ang="0">
                  <a:pos x="8" y="35"/>
                </a:cxn>
                <a:cxn ang="0">
                  <a:pos x="16" y="29"/>
                </a:cxn>
                <a:cxn ang="0">
                  <a:pos x="19" y="25"/>
                </a:cxn>
                <a:cxn ang="0">
                  <a:pos x="21" y="20"/>
                </a:cxn>
                <a:cxn ang="0">
                  <a:pos x="28" y="15"/>
                </a:cxn>
                <a:cxn ang="0">
                  <a:pos x="36" y="15"/>
                </a:cxn>
                <a:cxn ang="0">
                  <a:pos x="51" y="16"/>
                </a:cxn>
                <a:cxn ang="0">
                  <a:pos x="55" y="19"/>
                </a:cxn>
                <a:cxn ang="0">
                  <a:pos x="59" y="23"/>
                </a:cxn>
                <a:cxn ang="0">
                  <a:pos x="64" y="20"/>
                </a:cxn>
                <a:cxn ang="0">
                  <a:pos x="71" y="13"/>
                </a:cxn>
                <a:cxn ang="0">
                  <a:pos x="76" y="6"/>
                </a:cxn>
                <a:cxn ang="0">
                  <a:pos x="84" y="2"/>
                </a:cxn>
                <a:cxn ang="0">
                  <a:pos x="93" y="0"/>
                </a:cxn>
                <a:cxn ang="0">
                  <a:pos x="99" y="1"/>
                </a:cxn>
                <a:cxn ang="0">
                  <a:pos x="98" y="4"/>
                </a:cxn>
                <a:cxn ang="0">
                  <a:pos x="94" y="9"/>
                </a:cxn>
                <a:cxn ang="0">
                  <a:pos x="88" y="19"/>
                </a:cxn>
                <a:cxn ang="0">
                  <a:pos x="85" y="25"/>
                </a:cxn>
                <a:cxn ang="0">
                  <a:pos x="80" y="31"/>
                </a:cxn>
                <a:cxn ang="0">
                  <a:pos x="76" y="37"/>
                </a:cxn>
                <a:cxn ang="0">
                  <a:pos x="69" y="41"/>
                </a:cxn>
                <a:cxn ang="0">
                  <a:pos x="59" y="43"/>
                </a:cxn>
                <a:cxn ang="0">
                  <a:pos x="48" y="44"/>
                </a:cxn>
                <a:cxn ang="0">
                  <a:pos x="38" y="44"/>
                </a:cxn>
                <a:cxn ang="0">
                  <a:pos x="31" y="47"/>
                </a:cxn>
                <a:cxn ang="0">
                  <a:pos x="25" y="52"/>
                </a:cxn>
                <a:cxn ang="0">
                  <a:pos x="20" y="57"/>
                </a:cxn>
              </a:cxnLst>
              <a:rect l="0" t="0" r="r" b="b"/>
              <a:pathLst>
                <a:path w="100" h="63">
                  <a:moveTo>
                    <a:pt x="20" y="57"/>
                  </a:moveTo>
                  <a:cubicBezTo>
                    <a:pt x="18" y="58"/>
                    <a:pt x="15" y="61"/>
                    <a:pt x="13" y="62"/>
                  </a:cubicBezTo>
                  <a:cubicBezTo>
                    <a:pt x="11" y="62"/>
                    <a:pt x="8" y="63"/>
                    <a:pt x="7" y="62"/>
                  </a:cubicBezTo>
                  <a:cubicBezTo>
                    <a:pt x="5" y="62"/>
                    <a:pt x="2" y="58"/>
                    <a:pt x="2" y="57"/>
                  </a:cubicBezTo>
                  <a:cubicBezTo>
                    <a:pt x="1" y="54"/>
                    <a:pt x="0" y="49"/>
                    <a:pt x="1" y="46"/>
                  </a:cubicBezTo>
                  <a:cubicBezTo>
                    <a:pt x="2" y="43"/>
                    <a:pt x="6" y="38"/>
                    <a:pt x="8" y="35"/>
                  </a:cubicBezTo>
                  <a:cubicBezTo>
                    <a:pt x="10" y="34"/>
                    <a:pt x="14" y="31"/>
                    <a:pt x="16" y="29"/>
                  </a:cubicBezTo>
                  <a:cubicBezTo>
                    <a:pt x="17" y="28"/>
                    <a:pt x="19" y="26"/>
                    <a:pt x="19" y="25"/>
                  </a:cubicBezTo>
                  <a:cubicBezTo>
                    <a:pt x="20" y="24"/>
                    <a:pt x="20" y="21"/>
                    <a:pt x="21" y="20"/>
                  </a:cubicBezTo>
                  <a:cubicBezTo>
                    <a:pt x="22" y="19"/>
                    <a:pt x="26" y="16"/>
                    <a:pt x="28" y="15"/>
                  </a:cubicBezTo>
                  <a:cubicBezTo>
                    <a:pt x="30" y="15"/>
                    <a:pt x="34" y="15"/>
                    <a:pt x="36" y="15"/>
                  </a:cubicBezTo>
                  <a:cubicBezTo>
                    <a:pt x="40" y="15"/>
                    <a:pt x="48" y="15"/>
                    <a:pt x="51" y="16"/>
                  </a:cubicBezTo>
                  <a:cubicBezTo>
                    <a:pt x="53" y="17"/>
                    <a:pt x="54" y="19"/>
                    <a:pt x="55" y="19"/>
                  </a:cubicBezTo>
                  <a:cubicBezTo>
                    <a:pt x="56" y="20"/>
                    <a:pt x="58" y="23"/>
                    <a:pt x="59" y="23"/>
                  </a:cubicBezTo>
                  <a:cubicBezTo>
                    <a:pt x="61" y="23"/>
                    <a:pt x="63" y="21"/>
                    <a:pt x="64" y="20"/>
                  </a:cubicBezTo>
                  <a:cubicBezTo>
                    <a:pt x="66" y="19"/>
                    <a:pt x="69" y="15"/>
                    <a:pt x="71" y="13"/>
                  </a:cubicBezTo>
                  <a:cubicBezTo>
                    <a:pt x="72" y="11"/>
                    <a:pt x="74" y="8"/>
                    <a:pt x="76" y="6"/>
                  </a:cubicBezTo>
                  <a:cubicBezTo>
                    <a:pt x="78" y="5"/>
                    <a:pt x="82" y="3"/>
                    <a:pt x="84" y="2"/>
                  </a:cubicBezTo>
                  <a:cubicBezTo>
                    <a:pt x="86" y="1"/>
                    <a:pt x="91" y="1"/>
                    <a:pt x="93" y="0"/>
                  </a:cubicBezTo>
                  <a:cubicBezTo>
                    <a:pt x="95" y="0"/>
                    <a:pt x="99" y="0"/>
                    <a:pt x="99" y="1"/>
                  </a:cubicBezTo>
                  <a:cubicBezTo>
                    <a:pt x="100" y="2"/>
                    <a:pt x="98" y="4"/>
                    <a:pt x="98" y="4"/>
                  </a:cubicBezTo>
                  <a:cubicBezTo>
                    <a:pt x="97" y="6"/>
                    <a:pt x="95" y="8"/>
                    <a:pt x="94" y="9"/>
                  </a:cubicBezTo>
                  <a:cubicBezTo>
                    <a:pt x="92" y="12"/>
                    <a:pt x="90" y="17"/>
                    <a:pt x="88" y="19"/>
                  </a:cubicBezTo>
                  <a:cubicBezTo>
                    <a:pt x="87" y="20"/>
                    <a:pt x="86" y="23"/>
                    <a:pt x="85" y="25"/>
                  </a:cubicBezTo>
                  <a:cubicBezTo>
                    <a:pt x="84" y="26"/>
                    <a:pt x="81" y="30"/>
                    <a:pt x="80" y="31"/>
                  </a:cubicBezTo>
                  <a:cubicBezTo>
                    <a:pt x="79" y="33"/>
                    <a:pt x="77" y="36"/>
                    <a:pt x="76" y="37"/>
                  </a:cubicBezTo>
                  <a:cubicBezTo>
                    <a:pt x="74" y="38"/>
                    <a:pt x="71" y="41"/>
                    <a:pt x="69" y="41"/>
                  </a:cubicBezTo>
                  <a:cubicBezTo>
                    <a:pt x="67" y="42"/>
                    <a:pt x="62" y="43"/>
                    <a:pt x="59" y="43"/>
                  </a:cubicBezTo>
                  <a:cubicBezTo>
                    <a:pt x="57" y="43"/>
                    <a:pt x="51" y="44"/>
                    <a:pt x="48" y="44"/>
                  </a:cubicBezTo>
                  <a:cubicBezTo>
                    <a:pt x="46" y="44"/>
                    <a:pt x="41" y="43"/>
                    <a:pt x="38" y="44"/>
                  </a:cubicBezTo>
                  <a:cubicBezTo>
                    <a:pt x="36" y="44"/>
                    <a:pt x="33" y="46"/>
                    <a:pt x="31" y="47"/>
                  </a:cubicBezTo>
                  <a:cubicBezTo>
                    <a:pt x="29" y="48"/>
                    <a:pt x="26" y="51"/>
                    <a:pt x="25" y="52"/>
                  </a:cubicBezTo>
                  <a:cubicBezTo>
                    <a:pt x="23" y="53"/>
                    <a:pt x="21" y="56"/>
                    <a:pt x="20" y="5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32"/>
            <p:cNvSpPr>
              <a:spLocks/>
            </p:cNvSpPr>
            <p:nvPr/>
          </p:nvSpPr>
          <p:spPr bwMode="auto">
            <a:xfrm>
              <a:off x="3592513" y="3203575"/>
              <a:ext cx="200025" cy="96838"/>
            </a:xfrm>
            <a:custGeom>
              <a:avLst/>
              <a:gdLst/>
              <a:ahLst/>
              <a:cxnLst>
                <a:cxn ang="0">
                  <a:pos x="70" y="62"/>
                </a:cxn>
                <a:cxn ang="0">
                  <a:pos x="59" y="56"/>
                </a:cxn>
                <a:cxn ang="0">
                  <a:pos x="52" y="47"/>
                </a:cxn>
                <a:cxn ang="0">
                  <a:pos x="44" y="39"/>
                </a:cxn>
                <a:cxn ang="0">
                  <a:pos x="35" y="36"/>
                </a:cxn>
                <a:cxn ang="0">
                  <a:pos x="26" y="37"/>
                </a:cxn>
                <a:cxn ang="0">
                  <a:pos x="18" y="40"/>
                </a:cxn>
                <a:cxn ang="0">
                  <a:pos x="14" y="45"/>
                </a:cxn>
                <a:cxn ang="0">
                  <a:pos x="7" y="46"/>
                </a:cxn>
                <a:cxn ang="0">
                  <a:pos x="2" y="42"/>
                </a:cxn>
                <a:cxn ang="0">
                  <a:pos x="0" y="34"/>
                </a:cxn>
                <a:cxn ang="0">
                  <a:pos x="7" y="21"/>
                </a:cxn>
                <a:cxn ang="0">
                  <a:pos x="21" y="11"/>
                </a:cxn>
                <a:cxn ang="0">
                  <a:pos x="31" y="6"/>
                </a:cxn>
                <a:cxn ang="0">
                  <a:pos x="48" y="2"/>
                </a:cxn>
                <a:cxn ang="0">
                  <a:pos x="66" y="1"/>
                </a:cxn>
                <a:cxn ang="0">
                  <a:pos x="78" y="5"/>
                </a:cxn>
                <a:cxn ang="0">
                  <a:pos x="90" y="13"/>
                </a:cxn>
                <a:cxn ang="0">
                  <a:pos x="95" y="18"/>
                </a:cxn>
                <a:cxn ang="0">
                  <a:pos x="101" y="20"/>
                </a:cxn>
                <a:cxn ang="0">
                  <a:pos x="103" y="17"/>
                </a:cxn>
                <a:cxn ang="0">
                  <a:pos x="103" y="11"/>
                </a:cxn>
                <a:cxn ang="0">
                  <a:pos x="105" y="9"/>
                </a:cxn>
                <a:cxn ang="0">
                  <a:pos x="111" y="9"/>
                </a:cxn>
                <a:cxn ang="0">
                  <a:pos x="121" y="11"/>
                </a:cxn>
                <a:cxn ang="0">
                  <a:pos x="126" y="17"/>
                </a:cxn>
                <a:cxn ang="0">
                  <a:pos x="130" y="20"/>
                </a:cxn>
                <a:cxn ang="0">
                  <a:pos x="130" y="25"/>
                </a:cxn>
                <a:cxn ang="0">
                  <a:pos x="126" y="31"/>
                </a:cxn>
                <a:cxn ang="0">
                  <a:pos x="116" y="39"/>
                </a:cxn>
                <a:cxn ang="0">
                  <a:pos x="108" y="40"/>
                </a:cxn>
                <a:cxn ang="0">
                  <a:pos x="96" y="44"/>
                </a:cxn>
                <a:cxn ang="0">
                  <a:pos x="86" y="49"/>
                </a:cxn>
                <a:cxn ang="0">
                  <a:pos x="80" y="56"/>
                </a:cxn>
                <a:cxn ang="0">
                  <a:pos x="79" y="63"/>
                </a:cxn>
                <a:cxn ang="0">
                  <a:pos x="74" y="63"/>
                </a:cxn>
                <a:cxn ang="0">
                  <a:pos x="70" y="62"/>
                </a:cxn>
              </a:cxnLst>
              <a:rect l="0" t="0" r="r" b="b"/>
              <a:pathLst>
                <a:path w="131" h="63">
                  <a:moveTo>
                    <a:pt x="70" y="62"/>
                  </a:moveTo>
                  <a:cubicBezTo>
                    <a:pt x="67" y="60"/>
                    <a:pt x="61" y="58"/>
                    <a:pt x="59" y="56"/>
                  </a:cubicBezTo>
                  <a:cubicBezTo>
                    <a:pt x="57" y="54"/>
                    <a:pt x="54" y="49"/>
                    <a:pt x="52" y="47"/>
                  </a:cubicBezTo>
                  <a:cubicBezTo>
                    <a:pt x="51" y="45"/>
                    <a:pt x="47" y="40"/>
                    <a:pt x="44" y="39"/>
                  </a:cubicBezTo>
                  <a:cubicBezTo>
                    <a:pt x="42" y="37"/>
                    <a:pt x="37" y="36"/>
                    <a:pt x="35" y="36"/>
                  </a:cubicBezTo>
                  <a:cubicBezTo>
                    <a:pt x="33" y="36"/>
                    <a:pt x="28" y="37"/>
                    <a:pt x="26" y="37"/>
                  </a:cubicBezTo>
                  <a:cubicBezTo>
                    <a:pt x="24" y="38"/>
                    <a:pt x="20" y="39"/>
                    <a:pt x="18" y="40"/>
                  </a:cubicBezTo>
                  <a:cubicBezTo>
                    <a:pt x="17" y="41"/>
                    <a:pt x="15" y="45"/>
                    <a:pt x="14" y="45"/>
                  </a:cubicBezTo>
                  <a:cubicBezTo>
                    <a:pt x="12" y="46"/>
                    <a:pt x="9" y="46"/>
                    <a:pt x="7" y="46"/>
                  </a:cubicBezTo>
                  <a:cubicBezTo>
                    <a:pt x="6" y="46"/>
                    <a:pt x="2" y="44"/>
                    <a:pt x="2" y="42"/>
                  </a:cubicBezTo>
                  <a:cubicBezTo>
                    <a:pt x="0" y="40"/>
                    <a:pt x="0" y="36"/>
                    <a:pt x="0" y="34"/>
                  </a:cubicBezTo>
                  <a:cubicBezTo>
                    <a:pt x="1" y="30"/>
                    <a:pt x="4" y="24"/>
                    <a:pt x="7" y="21"/>
                  </a:cubicBezTo>
                  <a:cubicBezTo>
                    <a:pt x="10" y="18"/>
                    <a:pt x="17" y="13"/>
                    <a:pt x="21" y="11"/>
                  </a:cubicBezTo>
                  <a:cubicBezTo>
                    <a:pt x="23" y="9"/>
                    <a:pt x="29" y="7"/>
                    <a:pt x="31" y="6"/>
                  </a:cubicBezTo>
                  <a:cubicBezTo>
                    <a:pt x="35" y="5"/>
                    <a:pt x="44" y="3"/>
                    <a:pt x="48" y="2"/>
                  </a:cubicBezTo>
                  <a:cubicBezTo>
                    <a:pt x="53" y="2"/>
                    <a:pt x="62" y="0"/>
                    <a:pt x="66" y="1"/>
                  </a:cubicBezTo>
                  <a:cubicBezTo>
                    <a:pt x="69" y="2"/>
                    <a:pt x="75" y="4"/>
                    <a:pt x="78" y="5"/>
                  </a:cubicBezTo>
                  <a:cubicBezTo>
                    <a:pt x="81" y="7"/>
                    <a:pt x="87" y="11"/>
                    <a:pt x="90" y="13"/>
                  </a:cubicBezTo>
                  <a:cubicBezTo>
                    <a:pt x="91" y="14"/>
                    <a:pt x="94" y="17"/>
                    <a:pt x="95" y="18"/>
                  </a:cubicBezTo>
                  <a:cubicBezTo>
                    <a:pt x="97" y="19"/>
                    <a:pt x="100" y="21"/>
                    <a:pt x="101" y="20"/>
                  </a:cubicBezTo>
                  <a:cubicBezTo>
                    <a:pt x="102" y="20"/>
                    <a:pt x="103" y="18"/>
                    <a:pt x="103" y="17"/>
                  </a:cubicBezTo>
                  <a:cubicBezTo>
                    <a:pt x="104" y="15"/>
                    <a:pt x="102" y="12"/>
                    <a:pt x="103" y="11"/>
                  </a:cubicBezTo>
                  <a:cubicBezTo>
                    <a:pt x="103" y="10"/>
                    <a:pt x="105" y="9"/>
                    <a:pt x="105" y="9"/>
                  </a:cubicBezTo>
                  <a:cubicBezTo>
                    <a:pt x="107" y="8"/>
                    <a:pt x="110" y="9"/>
                    <a:pt x="111" y="9"/>
                  </a:cubicBezTo>
                  <a:cubicBezTo>
                    <a:pt x="114" y="9"/>
                    <a:pt x="119" y="9"/>
                    <a:pt x="121" y="11"/>
                  </a:cubicBezTo>
                  <a:cubicBezTo>
                    <a:pt x="122" y="12"/>
                    <a:pt x="124" y="15"/>
                    <a:pt x="126" y="17"/>
                  </a:cubicBezTo>
                  <a:cubicBezTo>
                    <a:pt x="127" y="18"/>
                    <a:pt x="129" y="19"/>
                    <a:pt x="130" y="20"/>
                  </a:cubicBezTo>
                  <a:cubicBezTo>
                    <a:pt x="131" y="22"/>
                    <a:pt x="131" y="24"/>
                    <a:pt x="130" y="25"/>
                  </a:cubicBezTo>
                  <a:cubicBezTo>
                    <a:pt x="130" y="27"/>
                    <a:pt x="127" y="30"/>
                    <a:pt x="126" y="31"/>
                  </a:cubicBezTo>
                  <a:cubicBezTo>
                    <a:pt x="124" y="33"/>
                    <a:pt x="119" y="38"/>
                    <a:pt x="116" y="39"/>
                  </a:cubicBezTo>
                  <a:cubicBezTo>
                    <a:pt x="114" y="40"/>
                    <a:pt x="110" y="40"/>
                    <a:pt x="108" y="40"/>
                  </a:cubicBezTo>
                  <a:cubicBezTo>
                    <a:pt x="105" y="41"/>
                    <a:pt x="99" y="43"/>
                    <a:pt x="96" y="44"/>
                  </a:cubicBezTo>
                  <a:cubicBezTo>
                    <a:pt x="93" y="45"/>
                    <a:pt x="88" y="47"/>
                    <a:pt x="86" y="49"/>
                  </a:cubicBezTo>
                  <a:cubicBezTo>
                    <a:pt x="84" y="50"/>
                    <a:pt x="81" y="54"/>
                    <a:pt x="80" y="56"/>
                  </a:cubicBezTo>
                  <a:cubicBezTo>
                    <a:pt x="79" y="57"/>
                    <a:pt x="80" y="61"/>
                    <a:pt x="79" y="63"/>
                  </a:cubicBezTo>
                  <a:cubicBezTo>
                    <a:pt x="78" y="63"/>
                    <a:pt x="75" y="63"/>
                    <a:pt x="74" y="63"/>
                  </a:cubicBezTo>
                  <a:cubicBezTo>
                    <a:pt x="73" y="63"/>
                    <a:pt x="71" y="62"/>
                    <a:pt x="70" y="6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33"/>
            <p:cNvSpPr>
              <a:spLocks/>
            </p:cNvSpPr>
            <p:nvPr/>
          </p:nvSpPr>
          <p:spPr bwMode="auto">
            <a:xfrm>
              <a:off x="3430588" y="2841625"/>
              <a:ext cx="33338" cy="15875"/>
            </a:xfrm>
            <a:custGeom>
              <a:avLst/>
              <a:gdLst/>
              <a:ahLst/>
              <a:cxnLst>
                <a:cxn ang="0">
                  <a:pos x="22" y="7"/>
                </a:cxn>
                <a:cxn ang="0">
                  <a:pos x="17" y="11"/>
                </a:cxn>
                <a:cxn ang="0">
                  <a:pos x="11" y="10"/>
                </a:cxn>
                <a:cxn ang="0">
                  <a:pos x="6" y="8"/>
                </a:cxn>
                <a:cxn ang="0">
                  <a:pos x="3" y="6"/>
                </a:cxn>
                <a:cxn ang="0">
                  <a:pos x="0" y="5"/>
                </a:cxn>
                <a:cxn ang="0">
                  <a:pos x="2" y="1"/>
                </a:cxn>
                <a:cxn ang="0">
                  <a:pos x="7" y="1"/>
                </a:cxn>
                <a:cxn ang="0">
                  <a:pos x="10" y="3"/>
                </a:cxn>
                <a:cxn ang="0">
                  <a:pos x="15" y="3"/>
                </a:cxn>
                <a:cxn ang="0">
                  <a:pos x="18" y="5"/>
                </a:cxn>
                <a:cxn ang="0">
                  <a:pos x="22" y="7"/>
                </a:cxn>
              </a:cxnLst>
              <a:rect l="0" t="0" r="r" b="b"/>
              <a:pathLst>
                <a:path w="22" h="11">
                  <a:moveTo>
                    <a:pt x="22" y="7"/>
                  </a:moveTo>
                  <a:cubicBezTo>
                    <a:pt x="22" y="9"/>
                    <a:pt x="19" y="10"/>
                    <a:pt x="17" y="11"/>
                  </a:cubicBezTo>
                  <a:cubicBezTo>
                    <a:pt x="16" y="11"/>
                    <a:pt x="12" y="11"/>
                    <a:pt x="11" y="10"/>
                  </a:cubicBezTo>
                  <a:cubicBezTo>
                    <a:pt x="9" y="10"/>
                    <a:pt x="7" y="8"/>
                    <a:pt x="6" y="8"/>
                  </a:cubicBezTo>
                  <a:cubicBezTo>
                    <a:pt x="5" y="7"/>
                    <a:pt x="4" y="7"/>
                    <a:pt x="3" y="6"/>
                  </a:cubicBezTo>
                  <a:cubicBezTo>
                    <a:pt x="2" y="6"/>
                    <a:pt x="0" y="5"/>
                    <a:pt x="0" y="5"/>
                  </a:cubicBezTo>
                  <a:cubicBezTo>
                    <a:pt x="0" y="4"/>
                    <a:pt x="1" y="2"/>
                    <a:pt x="2" y="1"/>
                  </a:cubicBezTo>
                  <a:cubicBezTo>
                    <a:pt x="3" y="0"/>
                    <a:pt x="6" y="0"/>
                    <a:pt x="7" y="1"/>
                  </a:cubicBezTo>
                  <a:cubicBezTo>
                    <a:pt x="8" y="1"/>
                    <a:pt x="9" y="2"/>
                    <a:pt x="10" y="3"/>
                  </a:cubicBezTo>
                  <a:cubicBezTo>
                    <a:pt x="11" y="3"/>
                    <a:pt x="14" y="3"/>
                    <a:pt x="15" y="3"/>
                  </a:cubicBezTo>
                  <a:cubicBezTo>
                    <a:pt x="16" y="3"/>
                    <a:pt x="17" y="4"/>
                    <a:pt x="18" y="5"/>
                  </a:cubicBezTo>
                  <a:cubicBezTo>
                    <a:pt x="19" y="5"/>
                    <a:pt x="22" y="6"/>
                    <a:pt x="22"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34"/>
            <p:cNvSpPr>
              <a:spLocks/>
            </p:cNvSpPr>
            <p:nvPr/>
          </p:nvSpPr>
          <p:spPr bwMode="auto">
            <a:xfrm>
              <a:off x="3290888" y="2806700"/>
              <a:ext cx="136525" cy="228600"/>
            </a:xfrm>
            <a:custGeom>
              <a:avLst/>
              <a:gdLst/>
              <a:ahLst/>
              <a:cxnLst>
                <a:cxn ang="0">
                  <a:pos x="84" y="35"/>
                </a:cxn>
                <a:cxn ang="0">
                  <a:pos x="83" y="22"/>
                </a:cxn>
                <a:cxn ang="0">
                  <a:pos x="77" y="17"/>
                </a:cxn>
                <a:cxn ang="0">
                  <a:pos x="71" y="21"/>
                </a:cxn>
                <a:cxn ang="0">
                  <a:pos x="61" y="13"/>
                </a:cxn>
                <a:cxn ang="0">
                  <a:pos x="47" y="1"/>
                </a:cxn>
                <a:cxn ang="0">
                  <a:pos x="37" y="6"/>
                </a:cxn>
                <a:cxn ang="0">
                  <a:pos x="27" y="11"/>
                </a:cxn>
                <a:cxn ang="0">
                  <a:pos x="11" y="11"/>
                </a:cxn>
                <a:cxn ang="0">
                  <a:pos x="1" y="18"/>
                </a:cxn>
                <a:cxn ang="0">
                  <a:pos x="3" y="34"/>
                </a:cxn>
                <a:cxn ang="0">
                  <a:pos x="15" y="43"/>
                </a:cxn>
                <a:cxn ang="0">
                  <a:pos x="25" y="47"/>
                </a:cxn>
                <a:cxn ang="0">
                  <a:pos x="35" y="60"/>
                </a:cxn>
                <a:cxn ang="0">
                  <a:pos x="37" y="79"/>
                </a:cxn>
                <a:cxn ang="0">
                  <a:pos x="45" y="89"/>
                </a:cxn>
                <a:cxn ang="0">
                  <a:pos x="39" y="96"/>
                </a:cxn>
                <a:cxn ang="0">
                  <a:pos x="28" y="101"/>
                </a:cxn>
                <a:cxn ang="0">
                  <a:pos x="20" y="106"/>
                </a:cxn>
                <a:cxn ang="0">
                  <a:pos x="12" y="116"/>
                </a:cxn>
                <a:cxn ang="0">
                  <a:pos x="17" y="132"/>
                </a:cxn>
                <a:cxn ang="0">
                  <a:pos x="30" y="143"/>
                </a:cxn>
                <a:cxn ang="0">
                  <a:pos x="37" y="150"/>
                </a:cxn>
                <a:cxn ang="0">
                  <a:pos x="49" y="145"/>
                </a:cxn>
                <a:cxn ang="0">
                  <a:pos x="66" y="134"/>
                </a:cxn>
                <a:cxn ang="0">
                  <a:pos x="75" y="125"/>
                </a:cxn>
                <a:cxn ang="0">
                  <a:pos x="72" y="120"/>
                </a:cxn>
                <a:cxn ang="0">
                  <a:pos x="74" y="109"/>
                </a:cxn>
                <a:cxn ang="0">
                  <a:pos x="85" y="103"/>
                </a:cxn>
                <a:cxn ang="0">
                  <a:pos x="87" y="92"/>
                </a:cxn>
                <a:cxn ang="0">
                  <a:pos x="86" y="77"/>
                </a:cxn>
                <a:cxn ang="0">
                  <a:pos x="77" y="65"/>
                </a:cxn>
                <a:cxn ang="0">
                  <a:pos x="83" y="52"/>
                </a:cxn>
                <a:cxn ang="0">
                  <a:pos x="79" y="45"/>
                </a:cxn>
              </a:cxnLst>
              <a:rect l="0" t="0" r="r" b="b"/>
              <a:pathLst>
                <a:path w="89" h="150">
                  <a:moveTo>
                    <a:pt x="78" y="39"/>
                  </a:moveTo>
                  <a:cubicBezTo>
                    <a:pt x="79" y="38"/>
                    <a:pt x="83" y="36"/>
                    <a:pt x="84" y="35"/>
                  </a:cubicBezTo>
                  <a:cubicBezTo>
                    <a:pt x="85" y="33"/>
                    <a:pt x="84" y="29"/>
                    <a:pt x="84" y="27"/>
                  </a:cubicBezTo>
                  <a:cubicBezTo>
                    <a:pt x="84" y="26"/>
                    <a:pt x="84" y="23"/>
                    <a:pt x="83" y="22"/>
                  </a:cubicBezTo>
                  <a:cubicBezTo>
                    <a:pt x="83" y="21"/>
                    <a:pt x="81" y="19"/>
                    <a:pt x="80" y="18"/>
                  </a:cubicBezTo>
                  <a:cubicBezTo>
                    <a:pt x="79" y="18"/>
                    <a:pt x="78" y="17"/>
                    <a:pt x="77" y="17"/>
                  </a:cubicBezTo>
                  <a:cubicBezTo>
                    <a:pt x="76" y="17"/>
                    <a:pt x="75" y="19"/>
                    <a:pt x="74" y="20"/>
                  </a:cubicBezTo>
                  <a:cubicBezTo>
                    <a:pt x="74" y="20"/>
                    <a:pt x="72" y="21"/>
                    <a:pt x="71" y="21"/>
                  </a:cubicBezTo>
                  <a:cubicBezTo>
                    <a:pt x="70" y="21"/>
                    <a:pt x="66" y="20"/>
                    <a:pt x="65" y="19"/>
                  </a:cubicBezTo>
                  <a:cubicBezTo>
                    <a:pt x="64" y="18"/>
                    <a:pt x="62" y="15"/>
                    <a:pt x="61" y="13"/>
                  </a:cubicBezTo>
                  <a:cubicBezTo>
                    <a:pt x="59" y="12"/>
                    <a:pt x="57" y="8"/>
                    <a:pt x="56" y="6"/>
                  </a:cubicBezTo>
                  <a:cubicBezTo>
                    <a:pt x="54" y="5"/>
                    <a:pt x="50" y="1"/>
                    <a:pt x="47" y="1"/>
                  </a:cubicBezTo>
                  <a:cubicBezTo>
                    <a:pt x="46" y="0"/>
                    <a:pt x="43" y="1"/>
                    <a:pt x="42" y="1"/>
                  </a:cubicBezTo>
                  <a:cubicBezTo>
                    <a:pt x="40" y="2"/>
                    <a:pt x="38" y="5"/>
                    <a:pt x="37" y="6"/>
                  </a:cubicBezTo>
                  <a:cubicBezTo>
                    <a:pt x="36" y="7"/>
                    <a:pt x="34" y="9"/>
                    <a:pt x="33" y="10"/>
                  </a:cubicBezTo>
                  <a:cubicBezTo>
                    <a:pt x="31" y="10"/>
                    <a:pt x="28" y="11"/>
                    <a:pt x="27" y="11"/>
                  </a:cubicBezTo>
                  <a:cubicBezTo>
                    <a:pt x="25" y="11"/>
                    <a:pt x="20" y="10"/>
                    <a:pt x="18" y="10"/>
                  </a:cubicBezTo>
                  <a:cubicBezTo>
                    <a:pt x="16" y="10"/>
                    <a:pt x="12" y="10"/>
                    <a:pt x="11" y="11"/>
                  </a:cubicBezTo>
                  <a:cubicBezTo>
                    <a:pt x="9" y="11"/>
                    <a:pt x="7" y="13"/>
                    <a:pt x="5" y="14"/>
                  </a:cubicBezTo>
                  <a:cubicBezTo>
                    <a:pt x="4" y="15"/>
                    <a:pt x="2" y="17"/>
                    <a:pt x="1" y="18"/>
                  </a:cubicBezTo>
                  <a:cubicBezTo>
                    <a:pt x="0" y="20"/>
                    <a:pt x="0" y="25"/>
                    <a:pt x="0" y="27"/>
                  </a:cubicBezTo>
                  <a:cubicBezTo>
                    <a:pt x="0" y="29"/>
                    <a:pt x="2" y="32"/>
                    <a:pt x="3" y="34"/>
                  </a:cubicBezTo>
                  <a:cubicBezTo>
                    <a:pt x="4" y="36"/>
                    <a:pt x="7" y="38"/>
                    <a:pt x="8" y="39"/>
                  </a:cubicBezTo>
                  <a:cubicBezTo>
                    <a:pt x="10" y="40"/>
                    <a:pt x="13" y="42"/>
                    <a:pt x="15" y="43"/>
                  </a:cubicBezTo>
                  <a:cubicBezTo>
                    <a:pt x="16" y="44"/>
                    <a:pt x="19" y="46"/>
                    <a:pt x="20" y="46"/>
                  </a:cubicBezTo>
                  <a:cubicBezTo>
                    <a:pt x="22" y="47"/>
                    <a:pt x="24" y="47"/>
                    <a:pt x="25" y="47"/>
                  </a:cubicBezTo>
                  <a:cubicBezTo>
                    <a:pt x="27" y="48"/>
                    <a:pt x="30" y="50"/>
                    <a:pt x="31" y="52"/>
                  </a:cubicBezTo>
                  <a:cubicBezTo>
                    <a:pt x="33" y="54"/>
                    <a:pt x="34" y="58"/>
                    <a:pt x="35" y="60"/>
                  </a:cubicBezTo>
                  <a:cubicBezTo>
                    <a:pt x="35" y="61"/>
                    <a:pt x="34" y="65"/>
                    <a:pt x="35" y="67"/>
                  </a:cubicBezTo>
                  <a:cubicBezTo>
                    <a:pt x="35" y="70"/>
                    <a:pt x="36" y="76"/>
                    <a:pt x="37" y="79"/>
                  </a:cubicBezTo>
                  <a:cubicBezTo>
                    <a:pt x="38" y="81"/>
                    <a:pt x="40" y="85"/>
                    <a:pt x="41" y="86"/>
                  </a:cubicBezTo>
                  <a:cubicBezTo>
                    <a:pt x="42" y="87"/>
                    <a:pt x="44" y="88"/>
                    <a:pt x="45" y="89"/>
                  </a:cubicBezTo>
                  <a:cubicBezTo>
                    <a:pt x="45" y="90"/>
                    <a:pt x="44" y="92"/>
                    <a:pt x="44" y="93"/>
                  </a:cubicBezTo>
                  <a:cubicBezTo>
                    <a:pt x="43" y="94"/>
                    <a:pt x="40" y="95"/>
                    <a:pt x="39" y="96"/>
                  </a:cubicBezTo>
                  <a:cubicBezTo>
                    <a:pt x="38" y="96"/>
                    <a:pt x="35" y="97"/>
                    <a:pt x="33" y="97"/>
                  </a:cubicBezTo>
                  <a:cubicBezTo>
                    <a:pt x="32" y="98"/>
                    <a:pt x="29" y="100"/>
                    <a:pt x="28" y="101"/>
                  </a:cubicBezTo>
                  <a:cubicBezTo>
                    <a:pt x="27" y="102"/>
                    <a:pt x="25" y="103"/>
                    <a:pt x="24" y="103"/>
                  </a:cubicBezTo>
                  <a:cubicBezTo>
                    <a:pt x="23" y="104"/>
                    <a:pt x="21" y="105"/>
                    <a:pt x="20" y="106"/>
                  </a:cubicBezTo>
                  <a:cubicBezTo>
                    <a:pt x="19" y="107"/>
                    <a:pt x="16" y="109"/>
                    <a:pt x="14" y="111"/>
                  </a:cubicBezTo>
                  <a:cubicBezTo>
                    <a:pt x="14" y="112"/>
                    <a:pt x="12" y="114"/>
                    <a:pt x="12" y="116"/>
                  </a:cubicBezTo>
                  <a:cubicBezTo>
                    <a:pt x="11" y="118"/>
                    <a:pt x="12" y="122"/>
                    <a:pt x="13" y="124"/>
                  </a:cubicBezTo>
                  <a:cubicBezTo>
                    <a:pt x="13" y="126"/>
                    <a:pt x="15" y="130"/>
                    <a:pt x="17" y="132"/>
                  </a:cubicBezTo>
                  <a:cubicBezTo>
                    <a:pt x="18" y="133"/>
                    <a:pt x="23" y="135"/>
                    <a:pt x="25" y="136"/>
                  </a:cubicBezTo>
                  <a:cubicBezTo>
                    <a:pt x="26" y="138"/>
                    <a:pt x="29" y="141"/>
                    <a:pt x="30" y="143"/>
                  </a:cubicBezTo>
                  <a:cubicBezTo>
                    <a:pt x="30" y="144"/>
                    <a:pt x="31" y="147"/>
                    <a:pt x="32" y="148"/>
                  </a:cubicBezTo>
                  <a:cubicBezTo>
                    <a:pt x="33" y="149"/>
                    <a:pt x="36" y="150"/>
                    <a:pt x="37" y="150"/>
                  </a:cubicBezTo>
                  <a:cubicBezTo>
                    <a:pt x="38" y="150"/>
                    <a:pt x="41" y="149"/>
                    <a:pt x="42" y="149"/>
                  </a:cubicBezTo>
                  <a:cubicBezTo>
                    <a:pt x="44" y="148"/>
                    <a:pt x="48" y="146"/>
                    <a:pt x="49" y="145"/>
                  </a:cubicBezTo>
                  <a:cubicBezTo>
                    <a:pt x="52" y="143"/>
                    <a:pt x="56" y="139"/>
                    <a:pt x="59" y="138"/>
                  </a:cubicBezTo>
                  <a:cubicBezTo>
                    <a:pt x="61" y="137"/>
                    <a:pt x="65" y="135"/>
                    <a:pt x="66" y="134"/>
                  </a:cubicBezTo>
                  <a:cubicBezTo>
                    <a:pt x="68" y="133"/>
                    <a:pt x="72" y="130"/>
                    <a:pt x="73" y="129"/>
                  </a:cubicBezTo>
                  <a:cubicBezTo>
                    <a:pt x="74" y="128"/>
                    <a:pt x="75" y="126"/>
                    <a:pt x="75" y="125"/>
                  </a:cubicBezTo>
                  <a:cubicBezTo>
                    <a:pt x="75" y="125"/>
                    <a:pt x="74" y="123"/>
                    <a:pt x="74" y="122"/>
                  </a:cubicBezTo>
                  <a:cubicBezTo>
                    <a:pt x="74" y="122"/>
                    <a:pt x="72" y="120"/>
                    <a:pt x="72" y="120"/>
                  </a:cubicBezTo>
                  <a:cubicBezTo>
                    <a:pt x="71" y="118"/>
                    <a:pt x="72" y="116"/>
                    <a:pt x="72" y="115"/>
                  </a:cubicBezTo>
                  <a:cubicBezTo>
                    <a:pt x="72" y="113"/>
                    <a:pt x="73" y="111"/>
                    <a:pt x="74" y="109"/>
                  </a:cubicBezTo>
                  <a:cubicBezTo>
                    <a:pt x="75" y="108"/>
                    <a:pt x="78" y="106"/>
                    <a:pt x="79" y="105"/>
                  </a:cubicBezTo>
                  <a:cubicBezTo>
                    <a:pt x="81" y="105"/>
                    <a:pt x="84" y="104"/>
                    <a:pt x="85" y="103"/>
                  </a:cubicBezTo>
                  <a:cubicBezTo>
                    <a:pt x="85" y="102"/>
                    <a:pt x="86" y="100"/>
                    <a:pt x="86" y="99"/>
                  </a:cubicBezTo>
                  <a:cubicBezTo>
                    <a:pt x="86" y="97"/>
                    <a:pt x="87" y="94"/>
                    <a:pt x="87" y="92"/>
                  </a:cubicBezTo>
                  <a:cubicBezTo>
                    <a:pt x="87" y="90"/>
                    <a:pt x="89" y="86"/>
                    <a:pt x="89" y="84"/>
                  </a:cubicBezTo>
                  <a:cubicBezTo>
                    <a:pt x="88" y="82"/>
                    <a:pt x="87" y="79"/>
                    <a:pt x="86" y="77"/>
                  </a:cubicBezTo>
                  <a:cubicBezTo>
                    <a:pt x="85" y="76"/>
                    <a:pt x="82" y="73"/>
                    <a:pt x="81" y="71"/>
                  </a:cubicBezTo>
                  <a:cubicBezTo>
                    <a:pt x="80" y="70"/>
                    <a:pt x="78" y="66"/>
                    <a:pt x="77" y="65"/>
                  </a:cubicBezTo>
                  <a:cubicBezTo>
                    <a:pt x="77" y="63"/>
                    <a:pt x="78" y="59"/>
                    <a:pt x="79" y="57"/>
                  </a:cubicBezTo>
                  <a:cubicBezTo>
                    <a:pt x="79" y="55"/>
                    <a:pt x="83" y="54"/>
                    <a:pt x="83" y="52"/>
                  </a:cubicBezTo>
                  <a:cubicBezTo>
                    <a:pt x="84" y="51"/>
                    <a:pt x="83" y="48"/>
                    <a:pt x="82" y="48"/>
                  </a:cubicBezTo>
                  <a:cubicBezTo>
                    <a:pt x="82" y="47"/>
                    <a:pt x="80" y="46"/>
                    <a:pt x="79" y="45"/>
                  </a:cubicBezTo>
                  <a:cubicBezTo>
                    <a:pt x="79" y="44"/>
                    <a:pt x="78" y="41"/>
                    <a:pt x="78" y="3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35"/>
            <p:cNvSpPr>
              <a:spLocks/>
            </p:cNvSpPr>
            <p:nvPr/>
          </p:nvSpPr>
          <p:spPr bwMode="auto">
            <a:xfrm>
              <a:off x="3159126" y="2840038"/>
              <a:ext cx="11113" cy="11113"/>
            </a:xfrm>
            <a:custGeom>
              <a:avLst/>
              <a:gdLst/>
              <a:ahLst/>
              <a:cxnLst>
                <a:cxn ang="0">
                  <a:pos x="8" y="4"/>
                </a:cxn>
                <a:cxn ang="0">
                  <a:pos x="6" y="6"/>
                </a:cxn>
                <a:cxn ang="0">
                  <a:pos x="4" y="7"/>
                </a:cxn>
                <a:cxn ang="0">
                  <a:pos x="0" y="6"/>
                </a:cxn>
                <a:cxn ang="0">
                  <a:pos x="0" y="3"/>
                </a:cxn>
                <a:cxn ang="0">
                  <a:pos x="2" y="1"/>
                </a:cxn>
                <a:cxn ang="0">
                  <a:pos x="5" y="1"/>
                </a:cxn>
                <a:cxn ang="0">
                  <a:pos x="8" y="4"/>
                </a:cxn>
              </a:cxnLst>
              <a:rect l="0" t="0" r="r" b="b"/>
              <a:pathLst>
                <a:path w="8" h="7">
                  <a:moveTo>
                    <a:pt x="8" y="4"/>
                  </a:moveTo>
                  <a:cubicBezTo>
                    <a:pt x="8" y="5"/>
                    <a:pt x="7" y="6"/>
                    <a:pt x="6" y="6"/>
                  </a:cubicBezTo>
                  <a:cubicBezTo>
                    <a:pt x="6" y="7"/>
                    <a:pt x="4" y="7"/>
                    <a:pt x="4" y="7"/>
                  </a:cubicBezTo>
                  <a:cubicBezTo>
                    <a:pt x="3" y="7"/>
                    <a:pt x="1" y="7"/>
                    <a:pt x="0" y="6"/>
                  </a:cubicBezTo>
                  <a:cubicBezTo>
                    <a:pt x="0" y="5"/>
                    <a:pt x="0" y="3"/>
                    <a:pt x="0" y="3"/>
                  </a:cubicBezTo>
                  <a:cubicBezTo>
                    <a:pt x="0" y="2"/>
                    <a:pt x="1" y="1"/>
                    <a:pt x="2" y="1"/>
                  </a:cubicBezTo>
                  <a:cubicBezTo>
                    <a:pt x="3" y="1"/>
                    <a:pt x="4" y="0"/>
                    <a:pt x="5" y="1"/>
                  </a:cubicBezTo>
                  <a:cubicBezTo>
                    <a:pt x="6" y="1"/>
                    <a:pt x="8" y="3"/>
                    <a:pt x="8"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36"/>
            <p:cNvSpPr>
              <a:spLocks/>
            </p:cNvSpPr>
            <p:nvPr/>
          </p:nvSpPr>
          <p:spPr bwMode="auto">
            <a:xfrm>
              <a:off x="3165476" y="2808288"/>
              <a:ext cx="41275" cy="39688"/>
            </a:xfrm>
            <a:custGeom>
              <a:avLst/>
              <a:gdLst/>
              <a:ahLst/>
              <a:cxnLst>
                <a:cxn ang="0">
                  <a:pos x="15" y="25"/>
                </a:cxn>
                <a:cxn ang="0">
                  <a:pos x="13" y="19"/>
                </a:cxn>
                <a:cxn ang="0">
                  <a:pos x="10" y="14"/>
                </a:cxn>
                <a:cxn ang="0">
                  <a:pos x="4" y="11"/>
                </a:cxn>
                <a:cxn ang="0">
                  <a:pos x="1" y="9"/>
                </a:cxn>
                <a:cxn ang="0">
                  <a:pos x="1" y="6"/>
                </a:cxn>
                <a:cxn ang="0">
                  <a:pos x="4" y="6"/>
                </a:cxn>
                <a:cxn ang="0">
                  <a:pos x="7" y="6"/>
                </a:cxn>
                <a:cxn ang="0">
                  <a:pos x="8" y="3"/>
                </a:cxn>
                <a:cxn ang="0">
                  <a:pos x="9" y="1"/>
                </a:cxn>
                <a:cxn ang="0">
                  <a:pos x="12" y="0"/>
                </a:cxn>
                <a:cxn ang="0">
                  <a:pos x="17" y="2"/>
                </a:cxn>
                <a:cxn ang="0">
                  <a:pos x="20" y="4"/>
                </a:cxn>
                <a:cxn ang="0">
                  <a:pos x="24" y="6"/>
                </a:cxn>
                <a:cxn ang="0">
                  <a:pos x="27" y="11"/>
                </a:cxn>
                <a:cxn ang="0">
                  <a:pos x="26" y="15"/>
                </a:cxn>
                <a:cxn ang="0">
                  <a:pos x="24" y="18"/>
                </a:cxn>
                <a:cxn ang="0">
                  <a:pos x="21" y="21"/>
                </a:cxn>
                <a:cxn ang="0">
                  <a:pos x="19" y="23"/>
                </a:cxn>
                <a:cxn ang="0">
                  <a:pos x="17" y="25"/>
                </a:cxn>
                <a:cxn ang="0">
                  <a:pos x="15" y="25"/>
                </a:cxn>
              </a:cxnLst>
              <a:rect l="0" t="0" r="r" b="b"/>
              <a:pathLst>
                <a:path w="27" h="26">
                  <a:moveTo>
                    <a:pt x="15" y="25"/>
                  </a:moveTo>
                  <a:cubicBezTo>
                    <a:pt x="13" y="24"/>
                    <a:pt x="14" y="20"/>
                    <a:pt x="13" y="19"/>
                  </a:cubicBezTo>
                  <a:cubicBezTo>
                    <a:pt x="13" y="17"/>
                    <a:pt x="11" y="15"/>
                    <a:pt x="10" y="14"/>
                  </a:cubicBezTo>
                  <a:cubicBezTo>
                    <a:pt x="8" y="13"/>
                    <a:pt x="5" y="12"/>
                    <a:pt x="4" y="11"/>
                  </a:cubicBezTo>
                  <a:cubicBezTo>
                    <a:pt x="3" y="11"/>
                    <a:pt x="1" y="10"/>
                    <a:pt x="1" y="9"/>
                  </a:cubicBezTo>
                  <a:cubicBezTo>
                    <a:pt x="0" y="8"/>
                    <a:pt x="1" y="7"/>
                    <a:pt x="1" y="6"/>
                  </a:cubicBezTo>
                  <a:cubicBezTo>
                    <a:pt x="2" y="6"/>
                    <a:pt x="3" y="6"/>
                    <a:pt x="4" y="6"/>
                  </a:cubicBezTo>
                  <a:cubicBezTo>
                    <a:pt x="4" y="6"/>
                    <a:pt x="6" y="6"/>
                    <a:pt x="7" y="6"/>
                  </a:cubicBezTo>
                  <a:cubicBezTo>
                    <a:pt x="7" y="5"/>
                    <a:pt x="8" y="4"/>
                    <a:pt x="8" y="3"/>
                  </a:cubicBezTo>
                  <a:cubicBezTo>
                    <a:pt x="8" y="2"/>
                    <a:pt x="8" y="1"/>
                    <a:pt x="9" y="1"/>
                  </a:cubicBezTo>
                  <a:cubicBezTo>
                    <a:pt x="9" y="0"/>
                    <a:pt x="11" y="0"/>
                    <a:pt x="12" y="0"/>
                  </a:cubicBezTo>
                  <a:cubicBezTo>
                    <a:pt x="13" y="0"/>
                    <a:pt x="16" y="1"/>
                    <a:pt x="17" y="2"/>
                  </a:cubicBezTo>
                  <a:cubicBezTo>
                    <a:pt x="18" y="2"/>
                    <a:pt x="20" y="4"/>
                    <a:pt x="20" y="4"/>
                  </a:cubicBezTo>
                  <a:cubicBezTo>
                    <a:pt x="21" y="5"/>
                    <a:pt x="23" y="6"/>
                    <a:pt x="24" y="6"/>
                  </a:cubicBezTo>
                  <a:cubicBezTo>
                    <a:pt x="25" y="7"/>
                    <a:pt x="27" y="10"/>
                    <a:pt x="27" y="11"/>
                  </a:cubicBezTo>
                  <a:cubicBezTo>
                    <a:pt x="27" y="12"/>
                    <a:pt x="26" y="14"/>
                    <a:pt x="26" y="15"/>
                  </a:cubicBezTo>
                  <a:cubicBezTo>
                    <a:pt x="26" y="16"/>
                    <a:pt x="25" y="17"/>
                    <a:pt x="24" y="18"/>
                  </a:cubicBezTo>
                  <a:cubicBezTo>
                    <a:pt x="23" y="19"/>
                    <a:pt x="22" y="20"/>
                    <a:pt x="21" y="21"/>
                  </a:cubicBezTo>
                  <a:cubicBezTo>
                    <a:pt x="20" y="21"/>
                    <a:pt x="19" y="23"/>
                    <a:pt x="19" y="23"/>
                  </a:cubicBezTo>
                  <a:cubicBezTo>
                    <a:pt x="18" y="24"/>
                    <a:pt x="18" y="25"/>
                    <a:pt x="17" y="25"/>
                  </a:cubicBezTo>
                  <a:cubicBezTo>
                    <a:pt x="17" y="26"/>
                    <a:pt x="15" y="26"/>
                    <a:pt x="15" y="2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37"/>
            <p:cNvSpPr>
              <a:spLocks/>
            </p:cNvSpPr>
            <p:nvPr/>
          </p:nvSpPr>
          <p:spPr bwMode="auto">
            <a:xfrm>
              <a:off x="3262313" y="3925888"/>
              <a:ext cx="46038" cy="30163"/>
            </a:xfrm>
            <a:custGeom>
              <a:avLst/>
              <a:gdLst/>
              <a:ahLst/>
              <a:cxnLst>
                <a:cxn ang="0">
                  <a:pos x="25" y="15"/>
                </a:cxn>
                <a:cxn ang="0">
                  <a:pos x="20" y="18"/>
                </a:cxn>
                <a:cxn ang="0">
                  <a:pos x="11" y="18"/>
                </a:cxn>
                <a:cxn ang="0">
                  <a:pos x="8" y="15"/>
                </a:cxn>
                <a:cxn ang="0">
                  <a:pos x="2" y="14"/>
                </a:cxn>
                <a:cxn ang="0">
                  <a:pos x="0" y="10"/>
                </a:cxn>
                <a:cxn ang="0">
                  <a:pos x="4" y="7"/>
                </a:cxn>
                <a:cxn ang="0">
                  <a:pos x="8" y="5"/>
                </a:cxn>
                <a:cxn ang="0">
                  <a:pos x="8" y="1"/>
                </a:cxn>
                <a:cxn ang="0">
                  <a:pos x="13" y="0"/>
                </a:cxn>
                <a:cxn ang="0">
                  <a:pos x="19" y="1"/>
                </a:cxn>
                <a:cxn ang="0">
                  <a:pos x="22" y="5"/>
                </a:cxn>
                <a:cxn ang="0">
                  <a:pos x="25" y="7"/>
                </a:cxn>
                <a:cxn ang="0">
                  <a:pos x="29" y="9"/>
                </a:cxn>
                <a:cxn ang="0">
                  <a:pos x="30" y="12"/>
                </a:cxn>
                <a:cxn ang="0">
                  <a:pos x="28" y="15"/>
                </a:cxn>
                <a:cxn ang="0">
                  <a:pos x="25" y="15"/>
                </a:cxn>
              </a:cxnLst>
              <a:rect l="0" t="0" r="r" b="b"/>
              <a:pathLst>
                <a:path w="30" h="19">
                  <a:moveTo>
                    <a:pt x="25" y="15"/>
                  </a:moveTo>
                  <a:cubicBezTo>
                    <a:pt x="24" y="16"/>
                    <a:pt x="21" y="18"/>
                    <a:pt x="20" y="18"/>
                  </a:cubicBezTo>
                  <a:cubicBezTo>
                    <a:pt x="18" y="18"/>
                    <a:pt x="13" y="19"/>
                    <a:pt x="11" y="18"/>
                  </a:cubicBezTo>
                  <a:cubicBezTo>
                    <a:pt x="10" y="18"/>
                    <a:pt x="9" y="16"/>
                    <a:pt x="8" y="15"/>
                  </a:cubicBezTo>
                  <a:cubicBezTo>
                    <a:pt x="7" y="15"/>
                    <a:pt x="3" y="15"/>
                    <a:pt x="2" y="14"/>
                  </a:cubicBezTo>
                  <a:cubicBezTo>
                    <a:pt x="1" y="13"/>
                    <a:pt x="0" y="11"/>
                    <a:pt x="0" y="10"/>
                  </a:cubicBezTo>
                  <a:cubicBezTo>
                    <a:pt x="0" y="9"/>
                    <a:pt x="3" y="7"/>
                    <a:pt x="4" y="7"/>
                  </a:cubicBezTo>
                  <a:cubicBezTo>
                    <a:pt x="5" y="6"/>
                    <a:pt x="8" y="6"/>
                    <a:pt x="8" y="5"/>
                  </a:cubicBezTo>
                  <a:cubicBezTo>
                    <a:pt x="9" y="4"/>
                    <a:pt x="8" y="2"/>
                    <a:pt x="8" y="1"/>
                  </a:cubicBezTo>
                  <a:cubicBezTo>
                    <a:pt x="9" y="0"/>
                    <a:pt x="12" y="0"/>
                    <a:pt x="13" y="0"/>
                  </a:cubicBezTo>
                  <a:cubicBezTo>
                    <a:pt x="14" y="0"/>
                    <a:pt x="17" y="1"/>
                    <a:pt x="19" y="1"/>
                  </a:cubicBezTo>
                  <a:cubicBezTo>
                    <a:pt x="20" y="2"/>
                    <a:pt x="21" y="4"/>
                    <a:pt x="22" y="5"/>
                  </a:cubicBezTo>
                  <a:cubicBezTo>
                    <a:pt x="22" y="6"/>
                    <a:pt x="25" y="6"/>
                    <a:pt x="25" y="7"/>
                  </a:cubicBezTo>
                  <a:cubicBezTo>
                    <a:pt x="26" y="7"/>
                    <a:pt x="28" y="9"/>
                    <a:pt x="29" y="9"/>
                  </a:cubicBezTo>
                  <a:cubicBezTo>
                    <a:pt x="29" y="10"/>
                    <a:pt x="30" y="12"/>
                    <a:pt x="30" y="12"/>
                  </a:cubicBezTo>
                  <a:cubicBezTo>
                    <a:pt x="30" y="13"/>
                    <a:pt x="28" y="15"/>
                    <a:pt x="28" y="15"/>
                  </a:cubicBezTo>
                  <a:cubicBezTo>
                    <a:pt x="27" y="15"/>
                    <a:pt x="26" y="15"/>
                    <a:pt x="25"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38"/>
            <p:cNvSpPr>
              <a:spLocks/>
            </p:cNvSpPr>
            <p:nvPr/>
          </p:nvSpPr>
          <p:spPr bwMode="auto">
            <a:xfrm>
              <a:off x="3095626" y="3906838"/>
              <a:ext cx="17463" cy="17463"/>
            </a:xfrm>
            <a:custGeom>
              <a:avLst/>
              <a:gdLst/>
              <a:ahLst/>
              <a:cxnLst>
                <a:cxn ang="0">
                  <a:pos x="9" y="5"/>
                </a:cxn>
                <a:cxn ang="0">
                  <a:pos x="11" y="9"/>
                </a:cxn>
                <a:cxn ang="0">
                  <a:pos x="9" y="12"/>
                </a:cxn>
                <a:cxn ang="0">
                  <a:pos x="4" y="10"/>
                </a:cxn>
                <a:cxn ang="0">
                  <a:pos x="1" y="6"/>
                </a:cxn>
                <a:cxn ang="0">
                  <a:pos x="2" y="2"/>
                </a:cxn>
                <a:cxn ang="0">
                  <a:pos x="6" y="0"/>
                </a:cxn>
                <a:cxn ang="0">
                  <a:pos x="9" y="5"/>
                </a:cxn>
              </a:cxnLst>
              <a:rect l="0" t="0" r="r" b="b"/>
              <a:pathLst>
                <a:path w="11" h="12">
                  <a:moveTo>
                    <a:pt x="9" y="5"/>
                  </a:moveTo>
                  <a:cubicBezTo>
                    <a:pt x="10" y="6"/>
                    <a:pt x="11" y="8"/>
                    <a:pt x="11" y="9"/>
                  </a:cubicBezTo>
                  <a:cubicBezTo>
                    <a:pt x="11" y="10"/>
                    <a:pt x="10" y="11"/>
                    <a:pt x="9" y="12"/>
                  </a:cubicBezTo>
                  <a:cubicBezTo>
                    <a:pt x="8" y="12"/>
                    <a:pt x="5" y="11"/>
                    <a:pt x="4" y="10"/>
                  </a:cubicBezTo>
                  <a:cubicBezTo>
                    <a:pt x="2" y="10"/>
                    <a:pt x="1" y="7"/>
                    <a:pt x="1" y="6"/>
                  </a:cubicBezTo>
                  <a:cubicBezTo>
                    <a:pt x="0" y="5"/>
                    <a:pt x="1" y="3"/>
                    <a:pt x="2" y="2"/>
                  </a:cubicBezTo>
                  <a:cubicBezTo>
                    <a:pt x="3" y="1"/>
                    <a:pt x="5" y="0"/>
                    <a:pt x="6" y="0"/>
                  </a:cubicBezTo>
                  <a:cubicBezTo>
                    <a:pt x="7" y="1"/>
                    <a:pt x="8" y="4"/>
                    <a:pt x="9"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39"/>
            <p:cNvSpPr>
              <a:spLocks/>
            </p:cNvSpPr>
            <p:nvPr/>
          </p:nvSpPr>
          <p:spPr bwMode="auto">
            <a:xfrm>
              <a:off x="3113088" y="3886200"/>
              <a:ext cx="52388" cy="79375"/>
            </a:xfrm>
            <a:custGeom>
              <a:avLst/>
              <a:gdLst/>
              <a:ahLst/>
              <a:cxnLst>
                <a:cxn ang="0">
                  <a:pos x="19" y="26"/>
                </a:cxn>
                <a:cxn ang="0">
                  <a:pos x="19" y="18"/>
                </a:cxn>
                <a:cxn ang="0">
                  <a:pos x="15" y="11"/>
                </a:cxn>
                <a:cxn ang="0">
                  <a:pos x="10" y="7"/>
                </a:cxn>
                <a:cxn ang="0">
                  <a:pos x="4" y="6"/>
                </a:cxn>
                <a:cxn ang="0">
                  <a:pos x="0" y="4"/>
                </a:cxn>
                <a:cxn ang="0">
                  <a:pos x="7" y="1"/>
                </a:cxn>
                <a:cxn ang="0">
                  <a:pos x="15" y="3"/>
                </a:cxn>
                <a:cxn ang="0">
                  <a:pos x="24" y="7"/>
                </a:cxn>
                <a:cxn ang="0">
                  <a:pos x="32" y="17"/>
                </a:cxn>
                <a:cxn ang="0">
                  <a:pos x="34" y="26"/>
                </a:cxn>
                <a:cxn ang="0">
                  <a:pos x="35" y="36"/>
                </a:cxn>
                <a:cxn ang="0">
                  <a:pos x="31" y="41"/>
                </a:cxn>
                <a:cxn ang="0">
                  <a:pos x="30" y="47"/>
                </a:cxn>
                <a:cxn ang="0">
                  <a:pos x="26" y="49"/>
                </a:cxn>
                <a:cxn ang="0">
                  <a:pos x="22" y="51"/>
                </a:cxn>
                <a:cxn ang="0">
                  <a:pos x="16" y="52"/>
                </a:cxn>
                <a:cxn ang="0">
                  <a:pos x="11" y="47"/>
                </a:cxn>
                <a:cxn ang="0">
                  <a:pos x="6" y="46"/>
                </a:cxn>
                <a:cxn ang="0">
                  <a:pos x="2" y="46"/>
                </a:cxn>
                <a:cxn ang="0">
                  <a:pos x="4" y="40"/>
                </a:cxn>
                <a:cxn ang="0">
                  <a:pos x="11" y="37"/>
                </a:cxn>
                <a:cxn ang="0">
                  <a:pos x="17" y="33"/>
                </a:cxn>
                <a:cxn ang="0">
                  <a:pos x="19" y="26"/>
                </a:cxn>
              </a:cxnLst>
              <a:rect l="0" t="0" r="r" b="b"/>
              <a:pathLst>
                <a:path w="35" h="52">
                  <a:moveTo>
                    <a:pt x="19" y="26"/>
                  </a:moveTo>
                  <a:cubicBezTo>
                    <a:pt x="19" y="24"/>
                    <a:pt x="19" y="20"/>
                    <a:pt x="19" y="18"/>
                  </a:cubicBezTo>
                  <a:cubicBezTo>
                    <a:pt x="18" y="16"/>
                    <a:pt x="16" y="12"/>
                    <a:pt x="15" y="11"/>
                  </a:cubicBezTo>
                  <a:cubicBezTo>
                    <a:pt x="14" y="10"/>
                    <a:pt x="12" y="8"/>
                    <a:pt x="10" y="7"/>
                  </a:cubicBezTo>
                  <a:cubicBezTo>
                    <a:pt x="9" y="7"/>
                    <a:pt x="6" y="6"/>
                    <a:pt x="4" y="6"/>
                  </a:cubicBezTo>
                  <a:cubicBezTo>
                    <a:pt x="3" y="6"/>
                    <a:pt x="0" y="5"/>
                    <a:pt x="0" y="4"/>
                  </a:cubicBezTo>
                  <a:cubicBezTo>
                    <a:pt x="0" y="2"/>
                    <a:pt x="5" y="1"/>
                    <a:pt x="7" y="1"/>
                  </a:cubicBezTo>
                  <a:cubicBezTo>
                    <a:pt x="9" y="0"/>
                    <a:pt x="13" y="2"/>
                    <a:pt x="15" y="3"/>
                  </a:cubicBezTo>
                  <a:cubicBezTo>
                    <a:pt x="17" y="3"/>
                    <a:pt x="22" y="5"/>
                    <a:pt x="24" y="7"/>
                  </a:cubicBezTo>
                  <a:cubicBezTo>
                    <a:pt x="26" y="9"/>
                    <a:pt x="30" y="14"/>
                    <a:pt x="32" y="17"/>
                  </a:cubicBezTo>
                  <a:cubicBezTo>
                    <a:pt x="33" y="20"/>
                    <a:pt x="34" y="24"/>
                    <a:pt x="34" y="26"/>
                  </a:cubicBezTo>
                  <a:cubicBezTo>
                    <a:pt x="35" y="29"/>
                    <a:pt x="35" y="33"/>
                    <a:pt x="35" y="36"/>
                  </a:cubicBezTo>
                  <a:cubicBezTo>
                    <a:pt x="34" y="37"/>
                    <a:pt x="32" y="40"/>
                    <a:pt x="31" y="41"/>
                  </a:cubicBezTo>
                  <a:cubicBezTo>
                    <a:pt x="31" y="43"/>
                    <a:pt x="31" y="46"/>
                    <a:pt x="30" y="47"/>
                  </a:cubicBezTo>
                  <a:cubicBezTo>
                    <a:pt x="29" y="48"/>
                    <a:pt x="27" y="49"/>
                    <a:pt x="26" y="49"/>
                  </a:cubicBezTo>
                  <a:cubicBezTo>
                    <a:pt x="25" y="50"/>
                    <a:pt x="23" y="51"/>
                    <a:pt x="22" y="51"/>
                  </a:cubicBezTo>
                  <a:cubicBezTo>
                    <a:pt x="21" y="52"/>
                    <a:pt x="18" y="52"/>
                    <a:pt x="16" y="52"/>
                  </a:cubicBezTo>
                  <a:cubicBezTo>
                    <a:pt x="15" y="51"/>
                    <a:pt x="13" y="48"/>
                    <a:pt x="11" y="47"/>
                  </a:cubicBezTo>
                  <a:cubicBezTo>
                    <a:pt x="10" y="47"/>
                    <a:pt x="7" y="46"/>
                    <a:pt x="6" y="46"/>
                  </a:cubicBezTo>
                  <a:cubicBezTo>
                    <a:pt x="5" y="46"/>
                    <a:pt x="2" y="47"/>
                    <a:pt x="2" y="46"/>
                  </a:cubicBezTo>
                  <a:cubicBezTo>
                    <a:pt x="1" y="44"/>
                    <a:pt x="3" y="41"/>
                    <a:pt x="4" y="40"/>
                  </a:cubicBezTo>
                  <a:cubicBezTo>
                    <a:pt x="6" y="39"/>
                    <a:pt x="9" y="38"/>
                    <a:pt x="11" y="37"/>
                  </a:cubicBezTo>
                  <a:cubicBezTo>
                    <a:pt x="12" y="36"/>
                    <a:pt x="16" y="34"/>
                    <a:pt x="17" y="33"/>
                  </a:cubicBezTo>
                  <a:cubicBezTo>
                    <a:pt x="18" y="32"/>
                    <a:pt x="19" y="28"/>
                    <a:pt x="19"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40"/>
            <p:cNvSpPr>
              <a:spLocks/>
            </p:cNvSpPr>
            <p:nvPr/>
          </p:nvSpPr>
          <p:spPr bwMode="auto">
            <a:xfrm>
              <a:off x="2905126" y="3797300"/>
              <a:ext cx="42863" cy="34925"/>
            </a:xfrm>
            <a:custGeom>
              <a:avLst/>
              <a:gdLst/>
              <a:ahLst/>
              <a:cxnLst>
                <a:cxn ang="0">
                  <a:pos x="17" y="22"/>
                </a:cxn>
                <a:cxn ang="0">
                  <a:pos x="15" y="19"/>
                </a:cxn>
                <a:cxn ang="0">
                  <a:pos x="13" y="11"/>
                </a:cxn>
                <a:cxn ang="0">
                  <a:pos x="8" y="12"/>
                </a:cxn>
                <a:cxn ang="0">
                  <a:pos x="3" y="10"/>
                </a:cxn>
                <a:cxn ang="0">
                  <a:pos x="0" y="4"/>
                </a:cxn>
                <a:cxn ang="0">
                  <a:pos x="2" y="0"/>
                </a:cxn>
                <a:cxn ang="0">
                  <a:pos x="8" y="1"/>
                </a:cxn>
                <a:cxn ang="0">
                  <a:pos x="14" y="4"/>
                </a:cxn>
                <a:cxn ang="0">
                  <a:pos x="19" y="9"/>
                </a:cxn>
                <a:cxn ang="0">
                  <a:pos x="25" y="12"/>
                </a:cxn>
                <a:cxn ang="0">
                  <a:pos x="27" y="16"/>
                </a:cxn>
                <a:cxn ang="0">
                  <a:pos x="27" y="21"/>
                </a:cxn>
                <a:cxn ang="0">
                  <a:pos x="23" y="22"/>
                </a:cxn>
                <a:cxn ang="0">
                  <a:pos x="17" y="22"/>
                </a:cxn>
              </a:cxnLst>
              <a:rect l="0" t="0" r="r" b="b"/>
              <a:pathLst>
                <a:path w="28" h="23">
                  <a:moveTo>
                    <a:pt x="17" y="22"/>
                  </a:moveTo>
                  <a:cubicBezTo>
                    <a:pt x="16" y="22"/>
                    <a:pt x="15" y="20"/>
                    <a:pt x="15" y="19"/>
                  </a:cubicBezTo>
                  <a:cubicBezTo>
                    <a:pt x="14" y="17"/>
                    <a:pt x="14" y="12"/>
                    <a:pt x="13" y="11"/>
                  </a:cubicBezTo>
                  <a:cubicBezTo>
                    <a:pt x="12" y="11"/>
                    <a:pt x="9" y="12"/>
                    <a:pt x="8" y="12"/>
                  </a:cubicBezTo>
                  <a:cubicBezTo>
                    <a:pt x="7" y="12"/>
                    <a:pt x="4" y="11"/>
                    <a:pt x="3" y="10"/>
                  </a:cubicBezTo>
                  <a:cubicBezTo>
                    <a:pt x="2" y="9"/>
                    <a:pt x="0" y="6"/>
                    <a:pt x="0" y="4"/>
                  </a:cubicBezTo>
                  <a:cubicBezTo>
                    <a:pt x="0" y="3"/>
                    <a:pt x="1" y="1"/>
                    <a:pt x="2" y="0"/>
                  </a:cubicBezTo>
                  <a:cubicBezTo>
                    <a:pt x="3" y="0"/>
                    <a:pt x="7" y="1"/>
                    <a:pt x="8" y="1"/>
                  </a:cubicBezTo>
                  <a:cubicBezTo>
                    <a:pt x="10" y="2"/>
                    <a:pt x="12" y="3"/>
                    <a:pt x="14" y="4"/>
                  </a:cubicBezTo>
                  <a:cubicBezTo>
                    <a:pt x="15" y="5"/>
                    <a:pt x="18" y="8"/>
                    <a:pt x="19" y="9"/>
                  </a:cubicBezTo>
                  <a:cubicBezTo>
                    <a:pt x="21" y="10"/>
                    <a:pt x="24" y="11"/>
                    <a:pt x="25" y="12"/>
                  </a:cubicBezTo>
                  <a:cubicBezTo>
                    <a:pt x="26" y="13"/>
                    <a:pt x="27" y="15"/>
                    <a:pt x="27" y="16"/>
                  </a:cubicBezTo>
                  <a:cubicBezTo>
                    <a:pt x="27" y="17"/>
                    <a:pt x="28" y="20"/>
                    <a:pt x="27" y="21"/>
                  </a:cubicBezTo>
                  <a:cubicBezTo>
                    <a:pt x="27" y="22"/>
                    <a:pt x="24" y="22"/>
                    <a:pt x="23" y="22"/>
                  </a:cubicBezTo>
                  <a:cubicBezTo>
                    <a:pt x="22" y="23"/>
                    <a:pt x="19" y="23"/>
                    <a:pt x="17"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41"/>
            <p:cNvSpPr>
              <a:spLocks/>
            </p:cNvSpPr>
            <p:nvPr/>
          </p:nvSpPr>
          <p:spPr bwMode="auto">
            <a:xfrm>
              <a:off x="2990851" y="3768725"/>
              <a:ext cx="44450" cy="41275"/>
            </a:xfrm>
            <a:custGeom>
              <a:avLst/>
              <a:gdLst/>
              <a:ahLst/>
              <a:cxnLst>
                <a:cxn ang="0">
                  <a:pos x="5" y="27"/>
                </a:cxn>
                <a:cxn ang="0">
                  <a:pos x="15" y="19"/>
                </a:cxn>
                <a:cxn ang="0">
                  <a:pos x="23" y="15"/>
                </a:cxn>
                <a:cxn ang="0">
                  <a:pos x="28" y="9"/>
                </a:cxn>
                <a:cxn ang="0">
                  <a:pos x="29" y="5"/>
                </a:cxn>
                <a:cxn ang="0">
                  <a:pos x="27" y="1"/>
                </a:cxn>
                <a:cxn ang="0">
                  <a:pos x="21" y="2"/>
                </a:cxn>
                <a:cxn ang="0">
                  <a:pos x="17" y="5"/>
                </a:cxn>
                <a:cxn ang="0">
                  <a:pos x="13" y="5"/>
                </a:cxn>
                <a:cxn ang="0">
                  <a:pos x="10" y="8"/>
                </a:cxn>
                <a:cxn ang="0">
                  <a:pos x="9" y="15"/>
                </a:cxn>
                <a:cxn ang="0">
                  <a:pos x="6" y="17"/>
                </a:cxn>
                <a:cxn ang="0">
                  <a:pos x="2" y="22"/>
                </a:cxn>
                <a:cxn ang="0">
                  <a:pos x="1" y="25"/>
                </a:cxn>
                <a:cxn ang="0">
                  <a:pos x="5" y="27"/>
                </a:cxn>
              </a:cxnLst>
              <a:rect l="0" t="0" r="r" b="b"/>
              <a:pathLst>
                <a:path w="29" h="27">
                  <a:moveTo>
                    <a:pt x="5" y="27"/>
                  </a:moveTo>
                  <a:cubicBezTo>
                    <a:pt x="8" y="27"/>
                    <a:pt x="13" y="21"/>
                    <a:pt x="15" y="19"/>
                  </a:cubicBezTo>
                  <a:cubicBezTo>
                    <a:pt x="17" y="18"/>
                    <a:pt x="22" y="17"/>
                    <a:pt x="23" y="15"/>
                  </a:cubicBezTo>
                  <a:cubicBezTo>
                    <a:pt x="25" y="14"/>
                    <a:pt x="27" y="11"/>
                    <a:pt x="28" y="9"/>
                  </a:cubicBezTo>
                  <a:cubicBezTo>
                    <a:pt x="29" y="8"/>
                    <a:pt x="29" y="6"/>
                    <a:pt x="29" y="5"/>
                  </a:cubicBezTo>
                  <a:cubicBezTo>
                    <a:pt x="29" y="4"/>
                    <a:pt x="28" y="1"/>
                    <a:pt x="27" y="1"/>
                  </a:cubicBezTo>
                  <a:cubicBezTo>
                    <a:pt x="25" y="0"/>
                    <a:pt x="22" y="1"/>
                    <a:pt x="21" y="2"/>
                  </a:cubicBezTo>
                  <a:cubicBezTo>
                    <a:pt x="20" y="2"/>
                    <a:pt x="18" y="4"/>
                    <a:pt x="17" y="5"/>
                  </a:cubicBezTo>
                  <a:cubicBezTo>
                    <a:pt x="16" y="5"/>
                    <a:pt x="14" y="5"/>
                    <a:pt x="13" y="5"/>
                  </a:cubicBezTo>
                  <a:cubicBezTo>
                    <a:pt x="12" y="6"/>
                    <a:pt x="11" y="7"/>
                    <a:pt x="10" y="8"/>
                  </a:cubicBezTo>
                  <a:cubicBezTo>
                    <a:pt x="9" y="10"/>
                    <a:pt x="10" y="14"/>
                    <a:pt x="9" y="15"/>
                  </a:cubicBezTo>
                  <a:cubicBezTo>
                    <a:pt x="8" y="16"/>
                    <a:pt x="7" y="17"/>
                    <a:pt x="6" y="17"/>
                  </a:cubicBezTo>
                  <a:cubicBezTo>
                    <a:pt x="5" y="18"/>
                    <a:pt x="3" y="20"/>
                    <a:pt x="2" y="22"/>
                  </a:cubicBezTo>
                  <a:cubicBezTo>
                    <a:pt x="2" y="22"/>
                    <a:pt x="0" y="24"/>
                    <a:pt x="1" y="25"/>
                  </a:cubicBezTo>
                  <a:cubicBezTo>
                    <a:pt x="1" y="26"/>
                    <a:pt x="4" y="27"/>
                    <a:pt x="5" y="2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42"/>
            <p:cNvSpPr>
              <a:spLocks/>
            </p:cNvSpPr>
            <p:nvPr/>
          </p:nvSpPr>
          <p:spPr bwMode="auto">
            <a:xfrm>
              <a:off x="3068638" y="3732213"/>
              <a:ext cx="58738" cy="73025"/>
            </a:xfrm>
            <a:custGeom>
              <a:avLst/>
              <a:gdLst/>
              <a:ahLst/>
              <a:cxnLst>
                <a:cxn ang="0">
                  <a:pos x="35" y="42"/>
                </a:cxn>
                <a:cxn ang="0">
                  <a:pos x="30" y="46"/>
                </a:cxn>
                <a:cxn ang="0">
                  <a:pos x="25" y="47"/>
                </a:cxn>
                <a:cxn ang="0">
                  <a:pos x="21" y="45"/>
                </a:cxn>
                <a:cxn ang="0">
                  <a:pos x="18" y="39"/>
                </a:cxn>
                <a:cxn ang="0">
                  <a:pos x="16" y="33"/>
                </a:cxn>
                <a:cxn ang="0">
                  <a:pos x="11" y="30"/>
                </a:cxn>
                <a:cxn ang="0">
                  <a:pos x="6" y="28"/>
                </a:cxn>
                <a:cxn ang="0">
                  <a:pos x="3" y="25"/>
                </a:cxn>
                <a:cxn ang="0">
                  <a:pos x="0" y="20"/>
                </a:cxn>
                <a:cxn ang="0">
                  <a:pos x="2" y="14"/>
                </a:cxn>
                <a:cxn ang="0">
                  <a:pos x="3" y="8"/>
                </a:cxn>
                <a:cxn ang="0">
                  <a:pos x="8" y="3"/>
                </a:cxn>
                <a:cxn ang="0">
                  <a:pos x="11" y="0"/>
                </a:cxn>
                <a:cxn ang="0">
                  <a:pos x="18" y="3"/>
                </a:cxn>
                <a:cxn ang="0">
                  <a:pos x="22" y="11"/>
                </a:cxn>
                <a:cxn ang="0">
                  <a:pos x="27" y="15"/>
                </a:cxn>
                <a:cxn ang="0">
                  <a:pos x="31" y="20"/>
                </a:cxn>
                <a:cxn ang="0">
                  <a:pos x="35" y="19"/>
                </a:cxn>
                <a:cxn ang="0">
                  <a:pos x="39" y="22"/>
                </a:cxn>
                <a:cxn ang="0">
                  <a:pos x="37" y="27"/>
                </a:cxn>
                <a:cxn ang="0">
                  <a:pos x="36" y="32"/>
                </a:cxn>
                <a:cxn ang="0">
                  <a:pos x="37" y="37"/>
                </a:cxn>
                <a:cxn ang="0">
                  <a:pos x="36" y="40"/>
                </a:cxn>
                <a:cxn ang="0">
                  <a:pos x="35" y="42"/>
                </a:cxn>
              </a:cxnLst>
              <a:rect l="0" t="0" r="r" b="b"/>
              <a:pathLst>
                <a:path w="39" h="48">
                  <a:moveTo>
                    <a:pt x="35" y="42"/>
                  </a:moveTo>
                  <a:cubicBezTo>
                    <a:pt x="34" y="44"/>
                    <a:pt x="32" y="46"/>
                    <a:pt x="30" y="46"/>
                  </a:cubicBezTo>
                  <a:cubicBezTo>
                    <a:pt x="29" y="47"/>
                    <a:pt x="27" y="48"/>
                    <a:pt x="25" y="47"/>
                  </a:cubicBezTo>
                  <a:cubicBezTo>
                    <a:pt x="24" y="47"/>
                    <a:pt x="22" y="46"/>
                    <a:pt x="21" y="45"/>
                  </a:cubicBezTo>
                  <a:cubicBezTo>
                    <a:pt x="20" y="44"/>
                    <a:pt x="18" y="41"/>
                    <a:pt x="18" y="39"/>
                  </a:cubicBezTo>
                  <a:cubicBezTo>
                    <a:pt x="17" y="38"/>
                    <a:pt x="17" y="34"/>
                    <a:pt x="16" y="33"/>
                  </a:cubicBezTo>
                  <a:cubicBezTo>
                    <a:pt x="15" y="32"/>
                    <a:pt x="13" y="31"/>
                    <a:pt x="11" y="30"/>
                  </a:cubicBezTo>
                  <a:cubicBezTo>
                    <a:pt x="10" y="29"/>
                    <a:pt x="7" y="29"/>
                    <a:pt x="6" y="28"/>
                  </a:cubicBezTo>
                  <a:cubicBezTo>
                    <a:pt x="5" y="28"/>
                    <a:pt x="3" y="26"/>
                    <a:pt x="3" y="25"/>
                  </a:cubicBezTo>
                  <a:cubicBezTo>
                    <a:pt x="2" y="24"/>
                    <a:pt x="0" y="21"/>
                    <a:pt x="0" y="20"/>
                  </a:cubicBezTo>
                  <a:cubicBezTo>
                    <a:pt x="0" y="18"/>
                    <a:pt x="2" y="16"/>
                    <a:pt x="2" y="14"/>
                  </a:cubicBezTo>
                  <a:cubicBezTo>
                    <a:pt x="3" y="13"/>
                    <a:pt x="2" y="9"/>
                    <a:pt x="3" y="8"/>
                  </a:cubicBezTo>
                  <a:cubicBezTo>
                    <a:pt x="4" y="6"/>
                    <a:pt x="6" y="4"/>
                    <a:pt x="8" y="3"/>
                  </a:cubicBezTo>
                  <a:cubicBezTo>
                    <a:pt x="8" y="2"/>
                    <a:pt x="10" y="0"/>
                    <a:pt x="11" y="0"/>
                  </a:cubicBezTo>
                  <a:cubicBezTo>
                    <a:pt x="13" y="0"/>
                    <a:pt x="16" y="2"/>
                    <a:pt x="18" y="3"/>
                  </a:cubicBezTo>
                  <a:cubicBezTo>
                    <a:pt x="19" y="5"/>
                    <a:pt x="20" y="9"/>
                    <a:pt x="22" y="11"/>
                  </a:cubicBezTo>
                  <a:cubicBezTo>
                    <a:pt x="23" y="12"/>
                    <a:pt x="26" y="13"/>
                    <a:pt x="27" y="15"/>
                  </a:cubicBezTo>
                  <a:cubicBezTo>
                    <a:pt x="28" y="16"/>
                    <a:pt x="29" y="19"/>
                    <a:pt x="31" y="20"/>
                  </a:cubicBezTo>
                  <a:cubicBezTo>
                    <a:pt x="32" y="20"/>
                    <a:pt x="34" y="19"/>
                    <a:pt x="35" y="19"/>
                  </a:cubicBezTo>
                  <a:cubicBezTo>
                    <a:pt x="37" y="19"/>
                    <a:pt x="39" y="21"/>
                    <a:pt x="39" y="22"/>
                  </a:cubicBezTo>
                  <a:cubicBezTo>
                    <a:pt x="39" y="23"/>
                    <a:pt x="38" y="26"/>
                    <a:pt x="37" y="27"/>
                  </a:cubicBezTo>
                  <a:cubicBezTo>
                    <a:pt x="37" y="29"/>
                    <a:pt x="36" y="31"/>
                    <a:pt x="36" y="32"/>
                  </a:cubicBezTo>
                  <a:cubicBezTo>
                    <a:pt x="35" y="33"/>
                    <a:pt x="37" y="36"/>
                    <a:pt x="37" y="37"/>
                  </a:cubicBezTo>
                  <a:cubicBezTo>
                    <a:pt x="37" y="38"/>
                    <a:pt x="36" y="39"/>
                    <a:pt x="36" y="40"/>
                  </a:cubicBezTo>
                  <a:cubicBezTo>
                    <a:pt x="36" y="41"/>
                    <a:pt x="36" y="42"/>
                    <a:pt x="35" y="4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43"/>
            <p:cNvSpPr>
              <a:spLocks/>
            </p:cNvSpPr>
            <p:nvPr/>
          </p:nvSpPr>
          <p:spPr bwMode="auto">
            <a:xfrm>
              <a:off x="3136901" y="3697288"/>
              <a:ext cx="22225" cy="17463"/>
            </a:xfrm>
            <a:custGeom>
              <a:avLst/>
              <a:gdLst/>
              <a:ahLst/>
              <a:cxnLst>
                <a:cxn ang="0">
                  <a:pos x="10" y="11"/>
                </a:cxn>
                <a:cxn ang="0">
                  <a:pos x="13" y="7"/>
                </a:cxn>
                <a:cxn ang="0">
                  <a:pos x="14" y="3"/>
                </a:cxn>
                <a:cxn ang="0">
                  <a:pos x="12" y="0"/>
                </a:cxn>
                <a:cxn ang="0">
                  <a:pos x="9" y="0"/>
                </a:cxn>
                <a:cxn ang="0">
                  <a:pos x="6" y="1"/>
                </a:cxn>
                <a:cxn ang="0">
                  <a:pos x="4" y="4"/>
                </a:cxn>
                <a:cxn ang="0">
                  <a:pos x="2" y="6"/>
                </a:cxn>
                <a:cxn ang="0">
                  <a:pos x="0" y="9"/>
                </a:cxn>
                <a:cxn ang="0">
                  <a:pos x="0" y="11"/>
                </a:cxn>
                <a:cxn ang="0">
                  <a:pos x="5" y="12"/>
                </a:cxn>
                <a:cxn ang="0">
                  <a:pos x="10" y="11"/>
                </a:cxn>
              </a:cxnLst>
              <a:rect l="0" t="0" r="r" b="b"/>
              <a:pathLst>
                <a:path w="14" h="12">
                  <a:moveTo>
                    <a:pt x="10" y="11"/>
                  </a:moveTo>
                  <a:cubicBezTo>
                    <a:pt x="11" y="10"/>
                    <a:pt x="12" y="8"/>
                    <a:pt x="13" y="7"/>
                  </a:cubicBezTo>
                  <a:cubicBezTo>
                    <a:pt x="13" y="6"/>
                    <a:pt x="14" y="4"/>
                    <a:pt x="14" y="3"/>
                  </a:cubicBezTo>
                  <a:cubicBezTo>
                    <a:pt x="14" y="2"/>
                    <a:pt x="13" y="0"/>
                    <a:pt x="12" y="0"/>
                  </a:cubicBezTo>
                  <a:cubicBezTo>
                    <a:pt x="11" y="0"/>
                    <a:pt x="10" y="0"/>
                    <a:pt x="9" y="0"/>
                  </a:cubicBezTo>
                  <a:cubicBezTo>
                    <a:pt x="8" y="0"/>
                    <a:pt x="7" y="1"/>
                    <a:pt x="6" y="1"/>
                  </a:cubicBezTo>
                  <a:cubicBezTo>
                    <a:pt x="5" y="2"/>
                    <a:pt x="5" y="3"/>
                    <a:pt x="4" y="4"/>
                  </a:cubicBezTo>
                  <a:cubicBezTo>
                    <a:pt x="4" y="5"/>
                    <a:pt x="2" y="5"/>
                    <a:pt x="2" y="6"/>
                  </a:cubicBezTo>
                  <a:cubicBezTo>
                    <a:pt x="1" y="7"/>
                    <a:pt x="0" y="8"/>
                    <a:pt x="0" y="9"/>
                  </a:cubicBezTo>
                  <a:cubicBezTo>
                    <a:pt x="0" y="9"/>
                    <a:pt x="0" y="11"/>
                    <a:pt x="0" y="11"/>
                  </a:cubicBezTo>
                  <a:cubicBezTo>
                    <a:pt x="1" y="12"/>
                    <a:pt x="3" y="12"/>
                    <a:pt x="5" y="12"/>
                  </a:cubicBezTo>
                  <a:cubicBezTo>
                    <a:pt x="6" y="12"/>
                    <a:pt x="9" y="12"/>
                    <a:pt x="10"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44"/>
            <p:cNvSpPr>
              <a:spLocks/>
            </p:cNvSpPr>
            <p:nvPr/>
          </p:nvSpPr>
          <p:spPr bwMode="auto">
            <a:xfrm>
              <a:off x="3167063" y="3679825"/>
              <a:ext cx="15875" cy="19050"/>
            </a:xfrm>
            <a:custGeom>
              <a:avLst/>
              <a:gdLst/>
              <a:ahLst/>
              <a:cxnLst>
                <a:cxn ang="0">
                  <a:pos x="4" y="12"/>
                </a:cxn>
                <a:cxn ang="0">
                  <a:pos x="1" y="9"/>
                </a:cxn>
                <a:cxn ang="0">
                  <a:pos x="0" y="5"/>
                </a:cxn>
                <a:cxn ang="0">
                  <a:pos x="1" y="1"/>
                </a:cxn>
                <a:cxn ang="0">
                  <a:pos x="6" y="0"/>
                </a:cxn>
                <a:cxn ang="0">
                  <a:pos x="8" y="1"/>
                </a:cxn>
                <a:cxn ang="0">
                  <a:pos x="10" y="6"/>
                </a:cxn>
                <a:cxn ang="0">
                  <a:pos x="9" y="10"/>
                </a:cxn>
                <a:cxn ang="0">
                  <a:pos x="4" y="12"/>
                </a:cxn>
              </a:cxnLst>
              <a:rect l="0" t="0" r="r" b="b"/>
              <a:pathLst>
                <a:path w="10" h="12">
                  <a:moveTo>
                    <a:pt x="4" y="12"/>
                  </a:moveTo>
                  <a:cubicBezTo>
                    <a:pt x="3" y="12"/>
                    <a:pt x="2" y="10"/>
                    <a:pt x="1" y="9"/>
                  </a:cubicBezTo>
                  <a:cubicBezTo>
                    <a:pt x="0" y="8"/>
                    <a:pt x="0" y="6"/>
                    <a:pt x="0" y="5"/>
                  </a:cubicBezTo>
                  <a:cubicBezTo>
                    <a:pt x="0" y="4"/>
                    <a:pt x="1" y="2"/>
                    <a:pt x="1" y="1"/>
                  </a:cubicBezTo>
                  <a:cubicBezTo>
                    <a:pt x="2" y="0"/>
                    <a:pt x="5" y="0"/>
                    <a:pt x="6" y="0"/>
                  </a:cubicBezTo>
                  <a:cubicBezTo>
                    <a:pt x="6" y="0"/>
                    <a:pt x="8" y="1"/>
                    <a:pt x="8" y="1"/>
                  </a:cubicBezTo>
                  <a:cubicBezTo>
                    <a:pt x="9" y="2"/>
                    <a:pt x="10" y="5"/>
                    <a:pt x="10" y="6"/>
                  </a:cubicBezTo>
                  <a:cubicBezTo>
                    <a:pt x="10" y="7"/>
                    <a:pt x="10" y="9"/>
                    <a:pt x="9" y="10"/>
                  </a:cubicBezTo>
                  <a:cubicBezTo>
                    <a:pt x="8" y="11"/>
                    <a:pt x="6" y="12"/>
                    <a:pt x="4"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45"/>
            <p:cNvSpPr>
              <a:spLocks/>
            </p:cNvSpPr>
            <p:nvPr/>
          </p:nvSpPr>
          <p:spPr bwMode="auto">
            <a:xfrm>
              <a:off x="3214688" y="3671888"/>
              <a:ext cx="26988" cy="19050"/>
            </a:xfrm>
            <a:custGeom>
              <a:avLst/>
              <a:gdLst/>
              <a:ahLst/>
              <a:cxnLst>
                <a:cxn ang="0">
                  <a:pos x="10" y="12"/>
                </a:cxn>
                <a:cxn ang="0">
                  <a:pos x="6" y="9"/>
                </a:cxn>
                <a:cxn ang="0">
                  <a:pos x="3" y="9"/>
                </a:cxn>
                <a:cxn ang="0">
                  <a:pos x="0" y="6"/>
                </a:cxn>
                <a:cxn ang="0">
                  <a:pos x="2" y="1"/>
                </a:cxn>
                <a:cxn ang="0">
                  <a:pos x="7" y="0"/>
                </a:cxn>
                <a:cxn ang="0">
                  <a:pos x="11" y="1"/>
                </a:cxn>
                <a:cxn ang="0">
                  <a:pos x="14" y="5"/>
                </a:cxn>
                <a:cxn ang="0">
                  <a:pos x="16" y="7"/>
                </a:cxn>
                <a:cxn ang="0">
                  <a:pos x="15" y="11"/>
                </a:cxn>
                <a:cxn ang="0">
                  <a:pos x="10" y="12"/>
                </a:cxn>
              </a:cxnLst>
              <a:rect l="0" t="0" r="r" b="b"/>
              <a:pathLst>
                <a:path w="17" h="12">
                  <a:moveTo>
                    <a:pt x="10" y="12"/>
                  </a:moveTo>
                  <a:cubicBezTo>
                    <a:pt x="9" y="12"/>
                    <a:pt x="7" y="9"/>
                    <a:pt x="6" y="9"/>
                  </a:cubicBezTo>
                  <a:cubicBezTo>
                    <a:pt x="5" y="9"/>
                    <a:pt x="3" y="9"/>
                    <a:pt x="3" y="9"/>
                  </a:cubicBezTo>
                  <a:cubicBezTo>
                    <a:pt x="2" y="9"/>
                    <a:pt x="1" y="7"/>
                    <a:pt x="0" y="6"/>
                  </a:cubicBezTo>
                  <a:cubicBezTo>
                    <a:pt x="0" y="5"/>
                    <a:pt x="1" y="2"/>
                    <a:pt x="2" y="1"/>
                  </a:cubicBezTo>
                  <a:cubicBezTo>
                    <a:pt x="3" y="1"/>
                    <a:pt x="6" y="0"/>
                    <a:pt x="7" y="0"/>
                  </a:cubicBezTo>
                  <a:cubicBezTo>
                    <a:pt x="8" y="0"/>
                    <a:pt x="10" y="1"/>
                    <a:pt x="11" y="1"/>
                  </a:cubicBezTo>
                  <a:cubicBezTo>
                    <a:pt x="12" y="2"/>
                    <a:pt x="13" y="4"/>
                    <a:pt x="14" y="5"/>
                  </a:cubicBezTo>
                  <a:cubicBezTo>
                    <a:pt x="15" y="5"/>
                    <a:pt x="16" y="6"/>
                    <a:pt x="16" y="7"/>
                  </a:cubicBezTo>
                  <a:cubicBezTo>
                    <a:pt x="17" y="8"/>
                    <a:pt x="15" y="10"/>
                    <a:pt x="15" y="11"/>
                  </a:cubicBezTo>
                  <a:cubicBezTo>
                    <a:pt x="14" y="11"/>
                    <a:pt x="11" y="12"/>
                    <a:pt x="10"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46"/>
            <p:cNvSpPr>
              <a:spLocks/>
            </p:cNvSpPr>
            <p:nvPr/>
          </p:nvSpPr>
          <p:spPr bwMode="auto">
            <a:xfrm>
              <a:off x="3267076" y="3657600"/>
              <a:ext cx="128588" cy="85725"/>
            </a:xfrm>
            <a:custGeom>
              <a:avLst/>
              <a:gdLst/>
              <a:ahLst/>
              <a:cxnLst>
                <a:cxn ang="0">
                  <a:pos x="26" y="50"/>
                </a:cxn>
                <a:cxn ang="0">
                  <a:pos x="18" y="51"/>
                </a:cxn>
                <a:cxn ang="0">
                  <a:pos x="14" y="53"/>
                </a:cxn>
                <a:cxn ang="0">
                  <a:pos x="8" y="56"/>
                </a:cxn>
                <a:cxn ang="0">
                  <a:pos x="4" y="55"/>
                </a:cxn>
                <a:cxn ang="0">
                  <a:pos x="0" y="51"/>
                </a:cxn>
                <a:cxn ang="0">
                  <a:pos x="3" y="46"/>
                </a:cxn>
                <a:cxn ang="0">
                  <a:pos x="7" y="44"/>
                </a:cxn>
                <a:cxn ang="0">
                  <a:pos x="9" y="41"/>
                </a:cxn>
                <a:cxn ang="0">
                  <a:pos x="16" y="39"/>
                </a:cxn>
                <a:cxn ang="0">
                  <a:pos x="19" y="41"/>
                </a:cxn>
                <a:cxn ang="0">
                  <a:pos x="25" y="41"/>
                </a:cxn>
                <a:cxn ang="0">
                  <a:pos x="28" y="41"/>
                </a:cxn>
                <a:cxn ang="0">
                  <a:pos x="29" y="37"/>
                </a:cxn>
                <a:cxn ang="0">
                  <a:pos x="26" y="34"/>
                </a:cxn>
                <a:cxn ang="0">
                  <a:pos x="24" y="31"/>
                </a:cxn>
                <a:cxn ang="0">
                  <a:pos x="27" y="28"/>
                </a:cxn>
                <a:cxn ang="0">
                  <a:pos x="32" y="27"/>
                </a:cxn>
                <a:cxn ang="0">
                  <a:pos x="36" y="28"/>
                </a:cxn>
                <a:cxn ang="0">
                  <a:pos x="44" y="26"/>
                </a:cxn>
                <a:cxn ang="0">
                  <a:pos x="49" y="21"/>
                </a:cxn>
                <a:cxn ang="0">
                  <a:pos x="55" y="18"/>
                </a:cxn>
                <a:cxn ang="0">
                  <a:pos x="57" y="16"/>
                </a:cxn>
                <a:cxn ang="0">
                  <a:pos x="59" y="13"/>
                </a:cxn>
                <a:cxn ang="0">
                  <a:pos x="58" y="10"/>
                </a:cxn>
                <a:cxn ang="0">
                  <a:pos x="60" y="4"/>
                </a:cxn>
                <a:cxn ang="0">
                  <a:pos x="66" y="0"/>
                </a:cxn>
                <a:cxn ang="0">
                  <a:pos x="71" y="1"/>
                </a:cxn>
                <a:cxn ang="0">
                  <a:pos x="75" y="3"/>
                </a:cxn>
                <a:cxn ang="0">
                  <a:pos x="78" y="6"/>
                </a:cxn>
                <a:cxn ang="0">
                  <a:pos x="80" y="9"/>
                </a:cxn>
                <a:cxn ang="0">
                  <a:pos x="83" y="9"/>
                </a:cxn>
                <a:cxn ang="0">
                  <a:pos x="83" y="12"/>
                </a:cxn>
                <a:cxn ang="0">
                  <a:pos x="81" y="16"/>
                </a:cxn>
                <a:cxn ang="0">
                  <a:pos x="75" y="16"/>
                </a:cxn>
                <a:cxn ang="0">
                  <a:pos x="71" y="15"/>
                </a:cxn>
                <a:cxn ang="0">
                  <a:pos x="66" y="16"/>
                </a:cxn>
                <a:cxn ang="0">
                  <a:pos x="60" y="20"/>
                </a:cxn>
                <a:cxn ang="0">
                  <a:pos x="53" y="25"/>
                </a:cxn>
                <a:cxn ang="0">
                  <a:pos x="48" y="33"/>
                </a:cxn>
                <a:cxn ang="0">
                  <a:pos x="45" y="39"/>
                </a:cxn>
                <a:cxn ang="0">
                  <a:pos x="41" y="44"/>
                </a:cxn>
                <a:cxn ang="0">
                  <a:pos x="36" y="46"/>
                </a:cxn>
                <a:cxn ang="0">
                  <a:pos x="33" y="51"/>
                </a:cxn>
                <a:cxn ang="0">
                  <a:pos x="26" y="50"/>
                </a:cxn>
              </a:cxnLst>
              <a:rect l="0" t="0" r="r" b="b"/>
              <a:pathLst>
                <a:path w="84" h="56">
                  <a:moveTo>
                    <a:pt x="26" y="50"/>
                  </a:moveTo>
                  <a:cubicBezTo>
                    <a:pt x="24" y="50"/>
                    <a:pt x="20" y="50"/>
                    <a:pt x="18" y="51"/>
                  </a:cubicBezTo>
                  <a:cubicBezTo>
                    <a:pt x="17" y="51"/>
                    <a:pt x="15" y="53"/>
                    <a:pt x="14" y="53"/>
                  </a:cubicBezTo>
                  <a:cubicBezTo>
                    <a:pt x="13" y="54"/>
                    <a:pt x="10" y="56"/>
                    <a:pt x="8" y="56"/>
                  </a:cubicBezTo>
                  <a:cubicBezTo>
                    <a:pt x="7" y="56"/>
                    <a:pt x="5" y="56"/>
                    <a:pt x="4" y="55"/>
                  </a:cubicBezTo>
                  <a:cubicBezTo>
                    <a:pt x="3" y="54"/>
                    <a:pt x="0" y="52"/>
                    <a:pt x="0" y="51"/>
                  </a:cubicBezTo>
                  <a:cubicBezTo>
                    <a:pt x="0" y="49"/>
                    <a:pt x="2" y="47"/>
                    <a:pt x="3" y="46"/>
                  </a:cubicBezTo>
                  <a:cubicBezTo>
                    <a:pt x="4" y="45"/>
                    <a:pt x="6" y="45"/>
                    <a:pt x="7" y="44"/>
                  </a:cubicBezTo>
                  <a:cubicBezTo>
                    <a:pt x="8" y="43"/>
                    <a:pt x="9" y="42"/>
                    <a:pt x="9" y="41"/>
                  </a:cubicBezTo>
                  <a:cubicBezTo>
                    <a:pt x="11" y="40"/>
                    <a:pt x="14" y="39"/>
                    <a:pt x="16" y="39"/>
                  </a:cubicBezTo>
                  <a:cubicBezTo>
                    <a:pt x="17" y="39"/>
                    <a:pt x="18" y="40"/>
                    <a:pt x="19" y="41"/>
                  </a:cubicBezTo>
                  <a:cubicBezTo>
                    <a:pt x="21" y="41"/>
                    <a:pt x="24" y="41"/>
                    <a:pt x="25" y="41"/>
                  </a:cubicBezTo>
                  <a:cubicBezTo>
                    <a:pt x="26" y="41"/>
                    <a:pt x="28" y="42"/>
                    <a:pt x="28" y="41"/>
                  </a:cubicBezTo>
                  <a:cubicBezTo>
                    <a:pt x="29" y="40"/>
                    <a:pt x="29" y="38"/>
                    <a:pt x="29" y="37"/>
                  </a:cubicBezTo>
                  <a:cubicBezTo>
                    <a:pt x="29" y="36"/>
                    <a:pt x="27" y="35"/>
                    <a:pt x="26" y="34"/>
                  </a:cubicBezTo>
                  <a:cubicBezTo>
                    <a:pt x="26" y="33"/>
                    <a:pt x="24" y="32"/>
                    <a:pt x="24" y="31"/>
                  </a:cubicBezTo>
                  <a:cubicBezTo>
                    <a:pt x="24" y="30"/>
                    <a:pt x="26" y="28"/>
                    <a:pt x="27" y="28"/>
                  </a:cubicBezTo>
                  <a:cubicBezTo>
                    <a:pt x="28" y="27"/>
                    <a:pt x="30" y="27"/>
                    <a:pt x="32" y="27"/>
                  </a:cubicBezTo>
                  <a:cubicBezTo>
                    <a:pt x="33" y="27"/>
                    <a:pt x="35" y="28"/>
                    <a:pt x="36" y="28"/>
                  </a:cubicBezTo>
                  <a:cubicBezTo>
                    <a:pt x="38" y="28"/>
                    <a:pt x="42" y="27"/>
                    <a:pt x="44" y="26"/>
                  </a:cubicBezTo>
                  <a:cubicBezTo>
                    <a:pt x="45" y="25"/>
                    <a:pt x="47" y="22"/>
                    <a:pt x="49" y="21"/>
                  </a:cubicBezTo>
                  <a:cubicBezTo>
                    <a:pt x="50" y="20"/>
                    <a:pt x="53" y="19"/>
                    <a:pt x="55" y="18"/>
                  </a:cubicBezTo>
                  <a:cubicBezTo>
                    <a:pt x="55" y="17"/>
                    <a:pt x="57" y="16"/>
                    <a:pt x="57" y="16"/>
                  </a:cubicBezTo>
                  <a:cubicBezTo>
                    <a:pt x="58" y="15"/>
                    <a:pt x="59" y="14"/>
                    <a:pt x="59" y="13"/>
                  </a:cubicBezTo>
                  <a:cubicBezTo>
                    <a:pt x="59" y="12"/>
                    <a:pt x="58" y="11"/>
                    <a:pt x="58" y="10"/>
                  </a:cubicBezTo>
                  <a:cubicBezTo>
                    <a:pt x="58" y="9"/>
                    <a:pt x="59" y="5"/>
                    <a:pt x="60" y="4"/>
                  </a:cubicBezTo>
                  <a:cubicBezTo>
                    <a:pt x="61" y="2"/>
                    <a:pt x="64" y="0"/>
                    <a:pt x="66" y="0"/>
                  </a:cubicBezTo>
                  <a:cubicBezTo>
                    <a:pt x="67" y="0"/>
                    <a:pt x="70" y="0"/>
                    <a:pt x="71" y="1"/>
                  </a:cubicBezTo>
                  <a:cubicBezTo>
                    <a:pt x="72" y="1"/>
                    <a:pt x="74" y="2"/>
                    <a:pt x="75" y="3"/>
                  </a:cubicBezTo>
                  <a:cubicBezTo>
                    <a:pt x="76" y="4"/>
                    <a:pt x="77" y="5"/>
                    <a:pt x="78" y="6"/>
                  </a:cubicBezTo>
                  <a:cubicBezTo>
                    <a:pt x="79" y="7"/>
                    <a:pt x="79" y="9"/>
                    <a:pt x="80" y="9"/>
                  </a:cubicBezTo>
                  <a:cubicBezTo>
                    <a:pt x="80" y="10"/>
                    <a:pt x="83" y="9"/>
                    <a:pt x="83" y="9"/>
                  </a:cubicBezTo>
                  <a:cubicBezTo>
                    <a:pt x="84" y="10"/>
                    <a:pt x="84" y="11"/>
                    <a:pt x="83" y="12"/>
                  </a:cubicBezTo>
                  <a:cubicBezTo>
                    <a:pt x="83" y="13"/>
                    <a:pt x="82" y="15"/>
                    <a:pt x="81" y="16"/>
                  </a:cubicBezTo>
                  <a:cubicBezTo>
                    <a:pt x="80" y="16"/>
                    <a:pt x="77" y="16"/>
                    <a:pt x="75" y="16"/>
                  </a:cubicBezTo>
                  <a:cubicBezTo>
                    <a:pt x="74" y="16"/>
                    <a:pt x="72" y="15"/>
                    <a:pt x="71" y="15"/>
                  </a:cubicBezTo>
                  <a:cubicBezTo>
                    <a:pt x="70" y="14"/>
                    <a:pt x="67" y="15"/>
                    <a:pt x="66" y="16"/>
                  </a:cubicBezTo>
                  <a:cubicBezTo>
                    <a:pt x="64" y="16"/>
                    <a:pt x="62" y="19"/>
                    <a:pt x="60" y="20"/>
                  </a:cubicBezTo>
                  <a:cubicBezTo>
                    <a:pt x="58" y="21"/>
                    <a:pt x="54" y="24"/>
                    <a:pt x="53" y="25"/>
                  </a:cubicBezTo>
                  <a:cubicBezTo>
                    <a:pt x="51" y="27"/>
                    <a:pt x="49" y="31"/>
                    <a:pt x="48" y="33"/>
                  </a:cubicBezTo>
                  <a:cubicBezTo>
                    <a:pt x="47" y="35"/>
                    <a:pt x="45" y="38"/>
                    <a:pt x="45" y="39"/>
                  </a:cubicBezTo>
                  <a:cubicBezTo>
                    <a:pt x="44" y="40"/>
                    <a:pt x="42" y="43"/>
                    <a:pt x="41" y="44"/>
                  </a:cubicBezTo>
                  <a:cubicBezTo>
                    <a:pt x="40" y="44"/>
                    <a:pt x="37" y="45"/>
                    <a:pt x="36" y="46"/>
                  </a:cubicBezTo>
                  <a:cubicBezTo>
                    <a:pt x="35" y="47"/>
                    <a:pt x="34" y="50"/>
                    <a:pt x="33" y="51"/>
                  </a:cubicBezTo>
                  <a:cubicBezTo>
                    <a:pt x="32" y="51"/>
                    <a:pt x="28" y="50"/>
                    <a:pt x="26" y="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47"/>
            <p:cNvSpPr>
              <a:spLocks/>
            </p:cNvSpPr>
            <p:nvPr/>
          </p:nvSpPr>
          <p:spPr bwMode="auto">
            <a:xfrm>
              <a:off x="3281363" y="3557588"/>
              <a:ext cx="20638" cy="25400"/>
            </a:xfrm>
            <a:custGeom>
              <a:avLst/>
              <a:gdLst/>
              <a:ahLst/>
              <a:cxnLst>
                <a:cxn ang="0">
                  <a:pos x="10" y="16"/>
                </a:cxn>
                <a:cxn ang="0">
                  <a:pos x="7" y="12"/>
                </a:cxn>
                <a:cxn ang="0">
                  <a:pos x="3" y="11"/>
                </a:cxn>
                <a:cxn ang="0">
                  <a:pos x="0" y="8"/>
                </a:cxn>
                <a:cxn ang="0">
                  <a:pos x="3" y="6"/>
                </a:cxn>
                <a:cxn ang="0">
                  <a:pos x="5" y="6"/>
                </a:cxn>
                <a:cxn ang="0">
                  <a:pos x="7" y="3"/>
                </a:cxn>
                <a:cxn ang="0">
                  <a:pos x="11" y="0"/>
                </a:cxn>
                <a:cxn ang="0">
                  <a:pos x="12" y="1"/>
                </a:cxn>
                <a:cxn ang="0">
                  <a:pos x="13" y="6"/>
                </a:cxn>
                <a:cxn ang="0">
                  <a:pos x="13" y="10"/>
                </a:cxn>
                <a:cxn ang="0">
                  <a:pos x="10" y="16"/>
                </a:cxn>
              </a:cxnLst>
              <a:rect l="0" t="0" r="r" b="b"/>
              <a:pathLst>
                <a:path w="14" h="16">
                  <a:moveTo>
                    <a:pt x="10" y="16"/>
                  </a:moveTo>
                  <a:cubicBezTo>
                    <a:pt x="9" y="16"/>
                    <a:pt x="8" y="13"/>
                    <a:pt x="7" y="12"/>
                  </a:cubicBezTo>
                  <a:cubicBezTo>
                    <a:pt x="6" y="12"/>
                    <a:pt x="4" y="12"/>
                    <a:pt x="3" y="11"/>
                  </a:cubicBezTo>
                  <a:cubicBezTo>
                    <a:pt x="2" y="11"/>
                    <a:pt x="0" y="9"/>
                    <a:pt x="0" y="8"/>
                  </a:cubicBezTo>
                  <a:cubicBezTo>
                    <a:pt x="1" y="7"/>
                    <a:pt x="2" y="6"/>
                    <a:pt x="3" y="6"/>
                  </a:cubicBezTo>
                  <a:cubicBezTo>
                    <a:pt x="3" y="6"/>
                    <a:pt x="5" y="6"/>
                    <a:pt x="5" y="6"/>
                  </a:cubicBezTo>
                  <a:cubicBezTo>
                    <a:pt x="6" y="5"/>
                    <a:pt x="7" y="3"/>
                    <a:pt x="7" y="3"/>
                  </a:cubicBezTo>
                  <a:cubicBezTo>
                    <a:pt x="8" y="2"/>
                    <a:pt x="9" y="0"/>
                    <a:pt x="11" y="0"/>
                  </a:cubicBezTo>
                  <a:cubicBezTo>
                    <a:pt x="11" y="0"/>
                    <a:pt x="12" y="0"/>
                    <a:pt x="12" y="1"/>
                  </a:cubicBezTo>
                  <a:cubicBezTo>
                    <a:pt x="13" y="2"/>
                    <a:pt x="13" y="5"/>
                    <a:pt x="13" y="6"/>
                  </a:cubicBezTo>
                  <a:cubicBezTo>
                    <a:pt x="14" y="7"/>
                    <a:pt x="13" y="9"/>
                    <a:pt x="13" y="10"/>
                  </a:cubicBezTo>
                  <a:cubicBezTo>
                    <a:pt x="13" y="11"/>
                    <a:pt x="12" y="16"/>
                    <a:pt x="10"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48"/>
            <p:cNvSpPr>
              <a:spLocks/>
            </p:cNvSpPr>
            <p:nvPr/>
          </p:nvSpPr>
          <p:spPr bwMode="auto">
            <a:xfrm>
              <a:off x="3106738" y="3525838"/>
              <a:ext cx="101600" cy="139700"/>
            </a:xfrm>
            <a:custGeom>
              <a:avLst/>
              <a:gdLst/>
              <a:ahLst/>
              <a:cxnLst>
                <a:cxn ang="0">
                  <a:pos x="66" y="26"/>
                </a:cxn>
                <a:cxn ang="0">
                  <a:pos x="62" y="12"/>
                </a:cxn>
                <a:cxn ang="0">
                  <a:pos x="55" y="4"/>
                </a:cxn>
                <a:cxn ang="0">
                  <a:pos x="47" y="0"/>
                </a:cxn>
                <a:cxn ang="0">
                  <a:pos x="38" y="2"/>
                </a:cxn>
                <a:cxn ang="0">
                  <a:pos x="32" y="9"/>
                </a:cxn>
                <a:cxn ang="0">
                  <a:pos x="28" y="15"/>
                </a:cxn>
                <a:cxn ang="0">
                  <a:pos x="24" y="20"/>
                </a:cxn>
                <a:cxn ang="0">
                  <a:pos x="19" y="23"/>
                </a:cxn>
                <a:cxn ang="0">
                  <a:pos x="12" y="25"/>
                </a:cxn>
                <a:cxn ang="0">
                  <a:pos x="8" y="29"/>
                </a:cxn>
                <a:cxn ang="0">
                  <a:pos x="6" y="35"/>
                </a:cxn>
                <a:cxn ang="0">
                  <a:pos x="3" y="36"/>
                </a:cxn>
                <a:cxn ang="0">
                  <a:pos x="1" y="37"/>
                </a:cxn>
                <a:cxn ang="0">
                  <a:pos x="0" y="41"/>
                </a:cxn>
                <a:cxn ang="0">
                  <a:pos x="5" y="46"/>
                </a:cxn>
                <a:cxn ang="0">
                  <a:pos x="8" y="54"/>
                </a:cxn>
                <a:cxn ang="0">
                  <a:pos x="10" y="60"/>
                </a:cxn>
                <a:cxn ang="0">
                  <a:pos x="15" y="69"/>
                </a:cxn>
                <a:cxn ang="0">
                  <a:pos x="17" y="77"/>
                </a:cxn>
                <a:cxn ang="0">
                  <a:pos x="20" y="85"/>
                </a:cxn>
                <a:cxn ang="0">
                  <a:pos x="22" y="90"/>
                </a:cxn>
                <a:cxn ang="0">
                  <a:pos x="27" y="91"/>
                </a:cxn>
                <a:cxn ang="0">
                  <a:pos x="34" y="87"/>
                </a:cxn>
                <a:cxn ang="0">
                  <a:pos x="40" y="83"/>
                </a:cxn>
                <a:cxn ang="0">
                  <a:pos x="46" y="80"/>
                </a:cxn>
                <a:cxn ang="0">
                  <a:pos x="53" y="77"/>
                </a:cxn>
                <a:cxn ang="0">
                  <a:pos x="57" y="70"/>
                </a:cxn>
                <a:cxn ang="0">
                  <a:pos x="58" y="58"/>
                </a:cxn>
                <a:cxn ang="0">
                  <a:pos x="62" y="46"/>
                </a:cxn>
                <a:cxn ang="0">
                  <a:pos x="65" y="36"/>
                </a:cxn>
                <a:cxn ang="0">
                  <a:pos x="67" y="30"/>
                </a:cxn>
                <a:cxn ang="0">
                  <a:pos x="66" y="26"/>
                </a:cxn>
              </a:cxnLst>
              <a:rect l="0" t="0" r="r" b="b"/>
              <a:pathLst>
                <a:path w="67" h="91">
                  <a:moveTo>
                    <a:pt x="66" y="26"/>
                  </a:moveTo>
                  <a:cubicBezTo>
                    <a:pt x="66" y="22"/>
                    <a:pt x="64" y="15"/>
                    <a:pt x="62" y="12"/>
                  </a:cubicBezTo>
                  <a:cubicBezTo>
                    <a:pt x="61" y="10"/>
                    <a:pt x="57" y="5"/>
                    <a:pt x="55" y="4"/>
                  </a:cubicBezTo>
                  <a:cubicBezTo>
                    <a:pt x="53" y="2"/>
                    <a:pt x="49" y="0"/>
                    <a:pt x="47" y="0"/>
                  </a:cubicBezTo>
                  <a:cubicBezTo>
                    <a:pt x="45" y="0"/>
                    <a:pt x="40" y="0"/>
                    <a:pt x="38" y="2"/>
                  </a:cubicBezTo>
                  <a:cubicBezTo>
                    <a:pt x="36" y="3"/>
                    <a:pt x="34" y="7"/>
                    <a:pt x="32" y="9"/>
                  </a:cubicBezTo>
                  <a:cubicBezTo>
                    <a:pt x="31" y="11"/>
                    <a:pt x="29" y="13"/>
                    <a:pt x="28" y="15"/>
                  </a:cubicBezTo>
                  <a:cubicBezTo>
                    <a:pt x="27" y="16"/>
                    <a:pt x="25" y="19"/>
                    <a:pt x="24" y="20"/>
                  </a:cubicBezTo>
                  <a:cubicBezTo>
                    <a:pt x="23" y="21"/>
                    <a:pt x="20" y="22"/>
                    <a:pt x="19" y="23"/>
                  </a:cubicBezTo>
                  <a:cubicBezTo>
                    <a:pt x="17" y="24"/>
                    <a:pt x="13" y="24"/>
                    <a:pt x="12" y="25"/>
                  </a:cubicBezTo>
                  <a:cubicBezTo>
                    <a:pt x="10" y="25"/>
                    <a:pt x="9" y="28"/>
                    <a:pt x="8" y="29"/>
                  </a:cubicBezTo>
                  <a:cubicBezTo>
                    <a:pt x="8" y="30"/>
                    <a:pt x="7" y="33"/>
                    <a:pt x="6" y="35"/>
                  </a:cubicBezTo>
                  <a:cubicBezTo>
                    <a:pt x="6" y="35"/>
                    <a:pt x="4" y="36"/>
                    <a:pt x="3" y="36"/>
                  </a:cubicBezTo>
                  <a:cubicBezTo>
                    <a:pt x="3" y="37"/>
                    <a:pt x="1" y="37"/>
                    <a:pt x="1" y="37"/>
                  </a:cubicBezTo>
                  <a:cubicBezTo>
                    <a:pt x="0" y="38"/>
                    <a:pt x="0" y="40"/>
                    <a:pt x="0" y="41"/>
                  </a:cubicBezTo>
                  <a:cubicBezTo>
                    <a:pt x="1" y="43"/>
                    <a:pt x="4" y="44"/>
                    <a:pt x="5" y="46"/>
                  </a:cubicBezTo>
                  <a:cubicBezTo>
                    <a:pt x="6" y="48"/>
                    <a:pt x="7" y="52"/>
                    <a:pt x="8" y="54"/>
                  </a:cubicBezTo>
                  <a:cubicBezTo>
                    <a:pt x="9" y="56"/>
                    <a:pt x="9" y="59"/>
                    <a:pt x="10" y="60"/>
                  </a:cubicBezTo>
                  <a:cubicBezTo>
                    <a:pt x="11" y="63"/>
                    <a:pt x="14" y="67"/>
                    <a:pt x="15" y="69"/>
                  </a:cubicBezTo>
                  <a:cubicBezTo>
                    <a:pt x="16" y="71"/>
                    <a:pt x="16" y="75"/>
                    <a:pt x="17" y="77"/>
                  </a:cubicBezTo>
                  <a:cubicBezTo>
                    <a:pt x="18" y="79"/>
                    <a:pt x="19" y="83"/>
                    <a:pt x="20" y="85"/>
                  </a:cubicBezTo>
                  <a:cubicBezTo>
                    <a:pt x="21" y="86"/>
                    <a:pt x="21" y="90"/>
                    <a:pt x="22" y="90"/>
                  </a:cubicBezTo>
                  <a:cubicBezTo>
                    <a:pt x="23" y="91"/>
                    <a:pt x="26" y="91"/>
                    <a:pt x="27" y="91"/>
                  </a:cubicBezTo>
                  <a:cubicBezTo>
                    <a:pt x="29" y="90"/>
                    <a:pt x="32" y="88"/>
                    <a:pt x="34" y="87"/>
                  </a:cubicBezTo>
                  <a:cubicBezTo>
                    <a:pt x="35" y="86"/>
                    <a:pt x="39" y="84"/>
                    <a:pt x="40" y="83"/>
                  </a:cubicBezTo>
                  <a:cubicBezTo>
                    <a:pt x="42" y="82"/>
                    <a:pt x="44" y="80"/>
                    <a:pt x="46" y="80"/>
                  </a:cubicBezTo>
                  <a:cubicBezTo>
                    <a:pt x="48" y="79"/>
                    <a:pt x="52" y="78"/>
                    <a:pt x="53" y="77"/>
                  </a:cubicBezTo>
                  <a:cubicBezTo>
                    <a:pt x="55" y="76"/>
                    <a:pt x="57" y="72"/>
                    <a:pt x="57" y="70"/>
                  </a:cubicBezTo>
                  <a:cubicBezTo>
                    <a:pt x="58" y="67"/>
                    <a:pt x="57" y="61"/>
                    <a:pt x="58" y="58"/>
                  </a:cubicBezTo>
                  <a:cubicBezTo>
                    <a:pt x="58" y="55"/>
                    <a:pt x="61" y="49"/>
                    <a:pt x="62" y="46"/>
                  </a:cubicBezTo>
                  <a:cubicBezTo>
                    <a:pt x="62" y="43"/>
                    <a:pt x="65" y="39"/>
                    <a:pt x="65" y="36"/>
                  </a:cubicBezTo>
                  <a:cubicBezTo>
                    <a:pt x="66" y="35"/>
                    <a:pt x="67" y="32"/>
                    <a:pt x="67" y="30"/>
                  </a:cubicBezTo>
                  <a:cubicBezTo>
                    <a:pt x="67" y="29"/>
                    <a:pt x="67" y="27"/>
                    <a:pt x="66" y="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49"/>
            <p:cNvSpPr>
              <a:spLocks/>
            </p:cNvSpPr>
            <p:nvPr/>
          </p:nvSpPr>
          <p:spPr bwMode="auto">
            <a:xfrm>
              <a:off x="2954338" y="3640138"/>
              <a:ext cx="14288" cy="11113"/>
            </a:xfrm>
            <a:custGeom>
              <a:avLst/>
              <a:gdLst/>
              <a:ahLst/>
              <a:cxnLst>
                <a:cxn ang="0">
                  <a:pos x="10" y="4"/>
                </a:cxn>
                <a:cxn ang="0">
                  <a:pos x="8" y="7"/>
                </a:cxn>
                <a:cxn ang="0">
                  <a:pos x="4" y="7"/>
                </a:cxn>
                <a:cxn ang="0">
                  <a:pos x="0" y="4"/>
                </a:cxn>
                <a:cxn ang="0">
                  <a:pos x="2" y="1"/>
                </a:cxn>
                <a:cxn ang="0">
                  <a:pos x="5" y="0"/>
                </a:cxn>
                <a:cxn ang="0">
                  <a:pos x="7" y="1"/>
                </a:cxn>
                <a:cxn ang="0">
                  <a:pos x="10" y="4"/>
                </a:cxn>
              </a:cxnLst>
              <a:rect l="0" t="0" r="r" b="b"/>
              <a:pathLst>
                <a:path w="10" h="7">
                  <a:moveTo>
                    <a:pt x="10" y="4"/>
                  </a:moveTo>
                  <a:cubicBezTo>
                    <a:pt x="10" y="5"/>
                    <a:pt x="9" y="6"/>
                    <a:pt x="8" y="7"/>
                  </a:cubicBezTo>
                  <a:cubicBezTo>
                    <a:pt x="7" y="7"/>
                    <a:pt x="5" y="7"/>
                    <a:pt x="4" y="7"/>
                  </a:cubicBezTo>
                  <a:cubicBezTo>
                    <a:pt x="3" y="7"/>
                    <a:pt x="1" y="5"/>
                    <a:pt x="0" y="4"/>
                  </a:cubicBezTo>
                  <a:cubicBezTo>
                    <a:pt x="0" y="3"/>
                    <a:pt x="1" y="1"/>
                    <a:pt x="2" y="1"/>
                  </a:cubicBezTo>
                  <a:cubicBezTo>
                    <a:pt x="2" y="0"/>
                    <a:pt x="4" y="0"/>
                    <a:pt x="5" y="0"/>
                  </a:cubicBezTo>
                  <a:cubicBezTo>
                    <a:pt x="5" y="0"/>
                    <a:pt x="7" y="1"/>
                    <a:pt x="7" y="1"/>
                  </a:cubicBezTo>
                  <a:cubicBezTo>
                    <a:pt x="8" y="2"/>
                    <a:pt x="10" y="3"/>
                    <a:pt x="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50"/>
            <p:cNvSpPr>
              <a:spLocks/>
            </p:cNvSpPr>
            <p:nvPr/>
          </p:nvSpPr>
          <p:spPr bwMode="auto">
            <a:xfrm>
              <a:off x="2970213" y="3608388"/>
              <a:ext cx="28575" cy="44450"/>
            </a:xfrm>
            <a:custGeom>
              <a:avLst/>
              <a:gdLst/>
              <a:ahLst/>
              <a:cxnLst>
                <a:cxn ang="0">
                  <a:pos x="5" y="21"/>
                </a:cxn>
                <a:cxn ang="0">
                  <a:pos x="3" y="18"/>
                </a:cxn>
                <a:cxn ang="0">
                  <a:pos x="1" y="16"/>
                </a:cxn>
                <a:cxn ang="0">
                  <a:pos x="1" y="11"/>
                </a:cxn>
                <a:cxn ang="0">
                  <a:pos x="6" y="10"/>
                </a:cxn>
                <a:cxn ang="0">
                  <a:pos x="7" y="6"/>
                </a:cxn>
                <a:cxn ang="0">
                  <a:pos x="9" y="2"/>
                </a:cxn>
                <a:cxn ang="0">
                  <a:pos x="13" y="0"/>
                </a:cxn>
                <a:cxn ang="0">
                  <a:pos x="16" y="3"/>
                </a:cxn>
                <a:cxn ang="0">
                  <a:pos x="17" y="6"/>
                </a:cxn>
                <a:cxn ang="0">
                  <a:pos x="17" y="10"/>
                </a:cxn>
                <a:cxn ang="0">
                  <a:pos x="18" y="12"/>
                </a:cxn>
                <a:cxn ang="0">
                  <a:pos x="18" y="16"/>
                </a:cxn>
                <a:cxn ang="0">
                  <a:pos x="16" y="18"/>
                </a:cxn>
                <a:cxn ang="0">
                  <a:pos x="14" y="20"/>
                </a:cxn>
                <a:cxn ang="0">
                  <a:pos x="15" y="24"/>
                </a:cxn>
                <a:cxn ang="0">
                  <a:pos x="16" y="27"/>
                </a:cxn>
                <a:cxn ang="0">
                  <a:pos x="15" y="28"/>
                </a:cxn>
                <a:cxn ang="0">
                  <a:pos x="12" y="28"/>
                </a:cxn>
                <a:cxn ang="0">
                  <a:pos x="10" y="25"/>
                </a:cxn>
                <a:cxn ang="0">
                  <a:pos x="9" y="22"/>
                </a:cxn>
                <a:cxn ang="0">
                  <a:pos x="5" y="21"/>
                </a:cxn>
              </a:cxnLst>
              <a:rect l="0" t="0" r="r" b="b"/>
              <a:pathLst>
                <a:path w="18" h="29">
                  <a:moveTo>
                    <a:pt x="5" y="21"/>
                  </a:moveTo>
                  <a:cubicBezTo>
                    <a:pt x="4" y="20"/>
                    <a:pt x="4" y="18"/>
                    <a:pt x="3" y="18"/>
                  </a:cubicBezTo>
                  <a:cubicBezTo>
                    <a:pt x="3" y="17"/>
                    <a:pt x="1" y="16"/>
                    <a:pt x="1" y="16"/>
                  </a:cubicBezTo>
                  <a:cubicBezTo>
                    <a:pt x="0" y="15"/>
                    <a:pt x="0" y="12"/>
                    <a:pt x="1" y="11"/>
                  </a:cubicBezTo>
                  <a:cubicBezTo>
                    <a:pt x="2" y="10"/>
                    <a:pt x="5" y="10"/>
                    <a:pt x="6" y="10"/>
                  </a:cubicBezTo>
                  <a:cubicBezTo>
                    <a:pt x="7" y="9"/>
                    <a:pt x="7" y="7"/>
                    <a:pt x="7" y="6"/>
                  </a:cubicBezTo>
                  <a:cubicBezTo>
                    <a:pt x="8" y="5"/>
                    <a:pt x="8" y="3"/>
                    <a:pt x="9" y="2"/>
                  </a:cubicBezTo>
                  <a:cubicBezTo>
                    <a:pt x="9" y="1"/>
                    <a:pt x="12" y="0"/>
                    <a:pt x="13" y="0"/>
                  </a:cubicBezTo>
                  <a:cubicBezTo>
                    <a:pt x="14" y="1"/>
                    <a:pt x="15" y="2"/>
                    <a:pt x="16" y="3"/>
                  </a:cubicBezTo>
                  <a:cubicBezTo>
                    <a:pt x="16" y="3"/>
                    <a:pt x="16" y="5"/>
                    <a:pt x="17" y="6"/>
                  </a:cubicBezTo>
                  <a:cubicBezTo>
                    <a:pt x="17" y="7"/>
                    <a:pt x="17" y="9"/>
                    <a:pt x="17" y="10"/>
                  </a:cubicBezTo>
                  <a:cubicBezTo>
                    <a:pt x="17" y="10"/>
                    <a:pt x="17" y="11"/>
                    <a:pt x="18" y="12"/>
                  </a:cubicBezTo>
                  <a:cubicBezTo>
                    <a:pt x="18" y="13"/>
                    <a:pt x="18" y="15"/>
                    <a:pt x="18" y="16"/>
                  </a:cubicBezTo>
                  <a:cubicBezTo>
                    <a:pt x="18" y="16"/>
                    <a:pt x="16" y="17"/>
                    <a:pt x="16" y="18"/>
                  </a:cubicBezTo>
                  <a:cubicBezTo>
                    <a:pt x="15" y="18"/>
                    <a:pt x="14" y="19"/>
                    <a:pt x="14" y="20"/>
                  </a:cubicBezTo>
                  <a:cubicBezTo>
                    <a:pt x="14" y="21"/>
                    <a:pt x="15" y="23"/>
                    <a:pt x="15" y="24"/>
                  </a:cubicBezTo>
                  <a:cubicBezTo>
                    <a:pt x="16" y="25"/>
                    <a:pt x="16" y="27"/>
                    <a:pt x="16" y="27"/>
                  </a:cubicBezTo>
                  <a:cubicBezTo>
                    <a:pt x="16" y="28"/>
                    <a:pt x="15" y="28"/>
                    <a:pt x="15" y="28"/>
                  </a:cubicBezTo>
                  <a:cubicBezTo>
                    <a:pt x="14" y="29"/>
                    <a:pt x="13" y="28"/>
                    <a:pt x="12" y="28"/>
                  </a:cubicBezTo>
                  <a:cubicBezTo>
                    <a:pt x="11" y="28"/>
                    <a:pt x="10" y="26"/>
                    <a:pt x="10" y="25"/>
                  </a:cubicBezTo>
                  <a:cubicBezTo>
                    <a:pt x="9" y="24"/>
                    <a:pt x="10" y="22"/>
                    <a:pt x="9" y="22"/>
                  </a:cubicBezTo>
                  <a:cubicBezTo>
                    <a:pt x="8" y="21"/>
                    <a:pt x="6" y="21"/>
                    <a:pt x="5"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51"/>
            <p:cNvSpPr>
              <a:spLocks/>
            </p:cNvSpPr>
            <p:nvPr/>
          </p:nvSpPr>
          <p:spPr bwMode="auto">
            <a:xfrm>
              <a:off x="3006726" y="3551238"/>
              <a:ext cx="71438" cy="88900"/>
            </a:xfrm>
            <a:custGeom>
              <a:avLst/>
              <a:gdLst/>
              <a:ahLst/>
              <a:cxnLst>
                <a:cxn ang="0">
                  <a:pos x="16" y="54"/>
                </a:cxn>
                <a:cxn ang="0">
                  <a:pos x="10" y="49"/>
                </a:cxn>
                <a:cxn ang="0">
                  <a:pos x="4" y="46"/>
                </a:cxn>
                <a:cxn ang="0">
                  <a:pos x="1" y="43"/>
                </a:cxn>
                <a:cxn ang="0">
                  <a:pos x="0" y="36"/>
                </a:cxn>
                <a:cxn ang="0">
                  <a:pos x="3" y="28"/>
                </a:cxn>
                <a:cxn ang="0">
                  <a:pos x="5" y="22"/>
                </a:cxn>
                <a:cxn ang="0">
                  <a:pos x="5" y="16"/>
                </a:cxn>
                <a:cxn ang="0">
                  <a:pos x="9" y="13"/>
                </a:cxn>
                <a:cxn ang="0">
                  <a:pos x="17" y="11"/>
                </a:cxn>
                <a:cxn ang="0">
                  <a:pos x="24" y="6"/>
                </a:cxn>
                <a:cxn ang="0">
                  <a:pos x="25" y="2"/>
                </a:cxn>
                <a:cxn ang="0">
                  <a:pos x="28" y="0"/>
                </a:cxn>
                <a:cxn ang="0">
                  <a:pos x="29" y="2"/>
                </a:cxn>
                <a:cxn ang="0">
                  <a:pos x="29" y="5"/>
                </a:cxn>
                <a:cxn ang="0">
                  <a:pos x="29" y="10"/>
                </a:cxn>
                <a:cxn ang="0">
                  <a:pos x="36" y="11"/>
                </a:cxn>
                <a:cxn ang="0">
                  <a:pos x="41" y="8"/>
                </a:cxn>
                <a:cxn ang="0">
                  <a:pos x="41" y="5"/>
                </a:cxn>
                <a:cxn ang="0">
                  <a:pos x="45" y="5"/>
                </a:cxn>
                <a:cxn ang="0">
                  <a:pos x="45" y="14"/>
                </a:cxn>
                <a:cxn ang="0">
                  <a:pos x="44" y="22"/>
                </a:cxn>
                <a:cxn ang="0">
                  <a:pos x="41" y="38"/>
                </a:cxn>
                <a:cxn ang="0">
                  <a:pos x="38" y="46"/>
                </a:cxn>
                <a:cxn ang="0">
                  <a:pos x="33" y="52"/>
                </a:cxn>
                <a:cxn ang="0">
                  <a:pos x="27" y="56"/>
                </a:cxn>
                <a:cxn ang="0">
                  <a:pos x="22" y="58"/>
                </a:cxn>
                <a:cxn ang="0">
                  <a:pos x="16" y="54"/>
                </a:cxn>
              </a:cxnLst>
              <a:rect l="0" t="0" r="r" b="b"/>
              <a:pathLst>
                <a:path w="46" h="58">
                  <a:moveTo>
                    <a:pt x="16" y="54"/>
                  </a:moveTo>
                  <a:cubicBezTo>
                    <a:pt x="15" y="53"/>
                    <a:pt x="12" y="50"/>
                    <a:pt x="10" y="49"/>
                  </a:cubicBezTo>
                  <a:cubicBezTo>
                    <a:pt x="8" y="48"/>
                    <a:pt x="6" y="47"/>
                    <a:pt x="4" y="46"/>
                  </a:cubicBezTo>
                  <a:cubicBezTo>
                    <a:pt x="3" y="46"/>
                    <a:pt x="1" y="44"/>
                    <a:pt x="1" y="43"/>
                  </a:cubicBezTo>
                  <a:cubicBezTo>
                    <a:pt x="0" y="41"/>
                    <a:pt x="0" y="37"/>
                    <a:pt x="0" y="36"/>
                  </a:cubicBezTo>
                  <a:cubicBezTo>
                    <a:pt x="0" y="34"/>
                    <a:pt x="2" y="30"/>
                    <a:pt x="3" y="28"/>
                  </a:cubicBezTo>
                  <a:cubicBezTo>
                    <a:pt x="4" y="27"/>
                    <a:pt x="5" y="24"/>
                    <a:pt x="5" y="22"/>
                  </a:cubicBezTo>
                  <a:cubicBezTo>
                    <a:pt x="5" y="21"/>
                    <a:pt x="5" y="18"/>
                    <a:pt x="5" y="16"/>
                  </a:cubicBezTo>
                  <a:cubicBezTo>
                    <a:pt x="6" y="15"/>
                    <a:pt x="8" y="13"/>
                    <a:pt x="9" y="13"/>
                  </a:cubicBezTo>
                  <a:cubicBezTo>
                    <a:pt x="11" y="12"/>
                    <a:pt x="15" y="11"/>
                    <a:pt x="17" y="11"/>
                  </a:cubicBezTo>
                  <a:cubicBezTo>
                    <a:pt x="19" y="10"/>
                    <a:pt x="23" y="8"/>
                    <a:pt x="24" y="6"/>
                  </a:cubicBezTo>
                  <a:cubicBezTo>
                    <a:pt x="25" y="5"/>
                    <a:pt x="25" y="3"/>
                    <a:pt x="25" y="2"/>
                  </a:cubicBezTo>
                  <a:cubicBezTo>
                    <a:pt x="26" y="1"/>
                    <a:pt x="27" y="0"/>
                    <a:pt x="28" y="0"/>
                  </a:cubicBezTo>
                  <a:cubicBezTo>
                    <a:pt x="28" y="0"/>
                    <a:pt x="29" y="1"/>
                    <a:pt x="29" y="2"/>
                  </a:cubicBezTo>
                  <a:cubicBezTo>
                    <a:pt x="29" y="3"/>
                    <a:pt x="29" y="4"/>
                    <a:pt x="29" y="5"/>
                  </a:cubicBezTo>
                  <a:cubicBezTo>
                    <a:pt x="29" y="6"/>
                    <a:pt x="28" y="9"/>
                    <a:pt x="29" y="10"/>
                  </a:cubicBezTo>
                  <a:cubicBezTo>
                    <a:pt x="31" y="11"/>
                    <a:pt x="34" y="11"/>
                    <a:pt x="36" y="11"/>
                  </a:cubicBezTo>
                  <a:cubicBezTo>
                    <a:pt x="37" y="11"/>
                    <a:pt x="40" y="9"/>
                    <a:pt x="41" y="8"/>
                  </a:cubicBezTo>
                  <a:cubicBezTo>
                    <a:pt x="41" y="8"/>
                    <a:pt x="40" y="5"/>
                    <a:pt x="41" y="5"/>
                  </a:cubicBezTo>
                  <a:cubicBezTo>
                    <a:pt x="42" y="4"/>
                    <a:pt x="44" y="4"/>
                    <a:pt x="45" y="5"/>
                  </a:cubicBezTo>
                  <a:cubicBezTo>
                    <a:pt x="46" y="7"/>
                    <a:pt x="45" y="12"/>
                    <a:pt x="45" y="14"/>
                  </a:cubicBezTo>
                  <a:cubicBezTo>
                    <a:pt x="45" y="16"/>
                    <a:pt x="44" y="20"/>
                    <a:pt x="44" y="22"/>
                  </a:cubicBezTo>
                  <a:cubicBezTo>
                    <a:pt x="43" y="26"/>
                    <a:pt x="42" y="34"/>
                    <a:pt x="41" y="38"/>
                  </a:cubicBezTo>
                  <a:cubicBezTo>
                    <a:pt x="41" y="40"/>
                    <a:pt x="39" y="44"/>
                    <a:pt x="38" y="46"/>
                  </a:cubicBezTo>
                  <a:cubicBezTo>
                    <a:pt x="37" y="48"/>
                    <a:pt x="34" y="51"/>
                    <a:pt x="33" y="52"/>
                  </a:cubicBezTo>
                  <a:cubicBezTo>
                    <a:pt x="32" y="54"/>
                    <a:pt x="29" y="55"/>
                    <a:pt x="27" y="56"/>
                  </a:cubicBezTo>
                  <a:cubicBezTo>
                    <a:pt x="26" y="57"/>
                    <a:pt x="23" y="58"/>
                    <a:pt x="22" y="58"/>
                  </a:cubicBezTo>
                  <a:cubicBezTo>
                    <a:pt x="20" y="58"/>
                    <a:pt x="18" y="55"/>
                    <a:pt x="16" y="5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52"/>
            <p:cNvSpPr>
              <a:spLocks/>
            </p:cNvSpPr>
            <p:nvPr/>
          </p:nvSpPr>
          <p:spPr bwMode="auto">
            <a:xfrm>
              <a:off x="3052763" y="3427413"/>
              <a:ext cx="12700" cy="9525"/>
            </a:xfrm>
            <a:custGeom>
              <a:avLst/>
              <a:gdLst/>
              <a:ahLst/>
              <a:cxnLst>
                <a:cxn ang="0">
                  <a:pos x="8" y="0"/>
                </a:cxn>
                <a:cxn ang="0">
                  <a:pos x="5" y="0"/>
                </a:cxn>
                <a:cxn ang="0">
                  <a:pos x="1" y="2"/>
                </a:cxn>
                <a:cxn ang="0">
                  <a:pos x="0" y="4"/>
                </a:cxn>
                <a:cxn ang="0">
                  <a:pos x="2" y="6"/>
                </a:cxn>
                <a:cxn ang="0">
                  <a:pos x="5" y="5"/>
                </a:cxn>
                <a:cxn ang="0">
                  <a:pos x="7" y="3"/>
                </a:cxn>
                <a:cxn ang="0">
                  <a:pos x="8" y="0"/>
                </a:cxn>
              </a:cxnLst>
              <a:rect l="0" t="0" r="r" b="b"/>
              <a:pathLst>
                <a:path w="8" h="6">
                  <a:moveTo>
                    <a:pt x="8" y="0"/>
                  </a:moveTo>
                  <a:cubicBezTo>
                    <a:pt x="7" y="0"/>
                    <a:pt x="5" y="0"/>
                    <a:pt x="5" y="0"/>
                  </a:cubicBezTo>
                  <a:cubicBezTo>
                    <a:pt x="4" y="0"/>
                    <a:pt x="2" y="1"/>
                    <a:pt x="1" y="2"/>
                  </a:cubicBezTo>
                  <a:cubicBezTo>
                    <a:pt x="1" y="2"/>
                    <a:pt x="0" y="4"/>
                    <a:pt x="0" y="4"/>
                  </a:cubicBezTo>
                  <a:cubicBezTo>
                    <a:pt x="0" y="5"/>
                    <a:pt x="1" y="6"/>
                    <a:pt x="2" y="6"/>
                  </a:cubicBezTo>
                  <a:cubicBezTo>
                    <a:pt x="3" y="6"/>
                    <a:pt x="4" y="5"/>
                    <a:pt x="5" y="5"/>
                  </a:cubicBezTo>
                  <a:cubicBezTo>
                    <a:pt x="6" y="5"/>
                    <a:pt x="6" y="3"/>
                    <a:pt x="7" y="3"/>
                  </a:cubicBezTo>
                  <a:cubicBezTo>
                    <a:pt x="7" y="2"/>
                    <a:pt x="8" y="1"/>
                    <a:pt x="8"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53"/>
            <p:cNvSpPr>
              <a:spLocks/>
            </p:cNvSpPr>
            <p:nvPr/>
          </p:nvSpPr>
          <p:spPr bwMode="auto">
            <a:xfrm>
              <a:off x="3049588" y="3405188"/>
              <a:ext cx="17463" cy="19050"/>
            </a:xfrm>
            <a:custGeom>
              <a:avLst/>
              <a:gdLst/>
              <a:ahLst/>
              <a:cxnLst>
                <a:cxn ang="0">
                  <a:pos x="11" y="10"/>
                </a:cxn>
                <a:cxn ang="0">
                  <a:pos x="8" y="11"/>
                </a:cxn>
                <a:cxn ang="0">
                  <a:pos x="4" y="10"/>
                </a:cxn>
                <a:cxn ang="0">
                  <a:pos x="1" y="7"/>
                </a:cxn>
                <a:cxn ang="0">
                  <a:pos x="1" y="3"/>
                </a:cxn>
                <a:cxn ang="0">
                  <a:pos x="3" y="1"/>
                </a:cxn>
                <a:cxn ang="0">
                  <a:pos x="6" y="2"/>
                </a:cxn>
                <a:cxn ang="0">
                  <a:pos x="8" y="5"/>
                </a:cxn>
                <a:cxn ang="0">
                  <a:pos x="11" y="7"/>
                </a:cxn>
                <a:cxn ang="0">
                  <a:pos x="11" y="10"/>
                </a:cxn>
              </a:cxnLst>
              <a:rect l="0" t="0" r="r" b="b"/>
              <a:pathLst>
                <a:path w="11" h="12">
                  <a:moveTo>
                    <a:pt x="11" y="10"/>
                  </a:moveTo>
                  <a:cubicBezTo>
                    <a:pt x="10" y="11"/>
                    <a:pt x="9" y="11"/>
                    <a:pt x="8" y="11"/>
                  </a:cubicBezTo>
                  <a:cubicBezTo>
                    <a:pt x="7" y="12"/>
                    <a:pt x="5" y="11"/>
                    <a:pt x="4" y="10"/>
                  </a:cubicBezTo>
                  <a:cubicBezTo>
                    <a:pt x="3" y="10"/>
                    <a:pt x="2" y="8"/>
                    <a:pt x="1" y="7"/>
                  </a:cubicBezTo>
                  <a:cubicBezTo>
                    <a:pt x="1" y="6"/>
                    <a:pt x="0" y="4"/>
                    <a:pt x="1" y="3"/>
                  </a:cubicBezTo>
                  <a:cubicBezTo>
                    <a:pt x="1" y="2"/>
                    <a:pt x="3" y="1"/>
                    <a:pt x="3" y="1"/>
                  </a:cubicBezTo>
                  <a:cubicBezTo>
                    <a:pt x="4" y="0"/>
                    <a:pt x="6" y="1"/>
                    <a:pt x="6" y="2"/>
                  </a:cubicBezTo>
                  <a:cubicBezTo>
                    <a:pt x="7" y="2"/>
                    <a:pt x="7" y="4"/>
                    <a:pt x="8" y="5"/>
                  </a:cubicBezTo>
                  <a:cubicBezTo>
                    <a:pt x="9" y="6"/>
                    <a:pt x="10" y="6"/>
                    <a:pt x="11" y="7"/>
                  </a:cubicBezTo>
                  <a:cubicBezTo>
                    <a:pt x="11" y="8"/>
                    <a:pt x="11" y="9"/>
                    <a:pt x="11"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54"/>
            <p:cNvSpPr>
              <a:spLocks/>
            </p:cNvSpPr>
            <p:nvPr/>
          </p:nvSpPr>
          <p:spPr bwMode="auto">
            <a:xfrm>
              <a:off x="3070226" y="3417888"/>
              <a:ext cx="14288" cy="14288"/>
            </a:xfrm>
            <a:custGeom>
              <a:avLst/>
              <a:gdLst/>
              <a:ahLst/>
              <a:cxnLst>
                <a:cxn ang="0">
                  <a:pos x="6" y="1"/>
                </a:cxn>
                <a:cxn ang="0">
                  <a:pos x="5" y="2"/>
                </a:cxn>
                <a:cxn ang="0">
                  <a:pos x="1" y="3"/>
                </a:cxn>
                <a:cxn ang="0">
                  <a:pos x="0" y="5"/>
                </a:cxn>
                <a:cxn ang="0">
                  <a:pos x="4" y="9"/>
                </a:cxn>
                <a:cxn ang="0">
                  <a:pos x="6" y="9"/>
                </a:cxn>
                <a:cxn ang="0">
                  <a:pos x="9" y="6"/>
                </a:cxn>
                <a:cxn ang="0">
                  <a:pos x="8" y="2"/>
                </a:cxn>
                <a:cxn ang="0">
                  <a:pos x="6" y="1"/>
                </a:cxn>
              </a:cxnLst>
              <a:rect l="0" t="0" r="r" b="b"/>
              <a:pathLst>
                <a:path w="9" h="10">
                  <a:moveTo>
                    <a:pt x="6" y="1"/>
                  </a:moveTo>
                  <a:cubicBezTo>
                    <a:pt x="5" y="1"/>
                    <a:pt x="5" y="2"/>
                    <a:pt x="5" y="2"/>
                  </a:cubicBezTo>
                  <a:cubicBezTo>
                    <a:pt x="4" y="3"/>
                    <a:pt x="2" y="3"/>
                    <a:pt x="1" y="3"/>
                  </a:cubicBezTo>
                  <a:cubicBezTo>
                    <a:pt x="1" y="4"/>
                    <a:pt x="0" y="5"/>
                    <a:pt x="0" y="5"/>
                  </a:cubicBezTo>
                  <a:cubicBezTo>
                    <a:pt x="1" y="7"/>
                    <a:pt x="3" y="8"/>
                    <a:pt x="4" y="9"/>
                  </a:cubicBezTo>
                  <a:cubicBezTo>
                    <a:pt x="4" y="9"/>
                    <a:pt x="6" y="10"/>
                    <a:pt x="6" y="9"/>
                  </a:cubicBezTo>
                  <a:cubicBezTo>
                    <a:pt x="7" y="9"/>
                    <a:pt x="8" y="7"/>
                    <a:pt x="9" y="6"/>
                  </a:cubicBezTo>
                  <a:cubicBezTo>
                    <a:pt x="9" y="5"/>
                    <a:pt x="9" y="3"/>
                    <a:pt x="8" y="2"/>
                  </a:cubicBezTo>
                  <a:cubicBezTo>
                    <a:pt x="8" y="2"/>
                    <a:pt x="7" y="0"/>
                    <a:pt x="6"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55"/>
            <p:cNvSpPr>
              <a:spLocks/>
            </p:cNvSpPr>
            <p:nvPr/>
          </p:nvSpPr>
          <p:spPr bwMode="auto">
            <a:xfrm>
              <a:off x="3087688" y="3371850"/>
              <a:ext cx="57150" cy="47625"/>
            </a:xfrm>
            <a:custGeom>
              <a:avLst/>
              <a:gdLst/>
              <a:ahLst/>
              <a:cxnLst>
                <a:cxn ang="0">
                  <a:pos x="20" y="31"/>
                </a:cxn>
                <a:cxn ang="0">
                  <a:pos x="23" y="26"/>
                </a:cxn>
                <a:cxn ang="0">
                  <a:pos x="29" y="23"/>
                </a:cxn>
                <a:cxn ang="0">
                  <a:pos x="32" y="19"/>
                </a:cxn>
                <a:cxn ang="0">
                  <a:pos x="36" y="18"/>
                </a:cxn>
                <a:cxn ang="0">
                  <a:pos x="37" y="14"/>
                </a:cxn>
                <a:cxn ang="0">
                  <a:pos x="34" y="9"/>
                </a:cxn>
                <a:cxn ang="0">
                  <a:pos x="31" y="7"/>
                </a:cxn>
                <a:cxn ang="0">
                  <a:pos x="29" y="4"/>
                </a:cxn>
                <a:cxn ang="0">
                  <a:pos x="26" y="4"/>
                </a:cxn>
                <a:cxn ang="0">
                  <a:pos x="23" y="5"/>
                </a:cxn>
                <a:cxn ang="0">
                  <a:pos x="21" y="9"/>
                </a:cxn>
                <a:cxn ang="0">
                  <a:pos x="17" y="10"/>
                </a:cxn>
                <a:cxn ang="0">
                  <a:pos x="15" y="9"/>
                </a:cxn>
                <a:cxn ang="0">
                  <a:pos x="13" y="3"/>
                </a:cxn>
                <a:cxn ang="0">
                  <a:pos x="10" y="0"/>
                </a:cxn>
                <a:cxn ang="0">
                  <a:pos x="8" y="2"/>
                </a:cxn>
                <a:cxn ang="0">
                  <a:pos x="5" y="3"/>
                </a:cxn>
                <a:cxn ang="0">
                  <a:pos x="3" y="4"/>
                </a:cxn>
                <a:cxn ang="0">
                  <a:pos x="1" y="6"/>
                </a:cxn>
                <a:cxn ang="0">
                  <a:pos x="3" y="10"/>
                </a:cxn>
                <a:cxn ang="0">
                  <a:pos x="4" y="15"/>
                </a:cxn>
                <a:cxn ang="0">
                  <a:pos x="4" y="20"/>
                </a:cxn>
                <a:cxn ang="0">
                  <a:pos x="2" y="23"/>
                </a:cxn>
                <a:cxn ang="0">
                  <a:pos x="0" y="25"/>
                </a:cxn>
                <a:cxn ang="0">
                  <a:pos x="1" y="29"/>
                </a:cxn>
                <a:cxn ang="0">
                  <a:pos x="5" y="31"/>
                </a:cxn>
                <a:cxn ang="0">
                  <a:pos x="11" y="31"/>
                </a:cxn>
                <a:cxn ang="0">
                  <a:pos x="16" y="30"/>
                </a:cxn>
                <a:cxn ang="0">
                  <a:pos x="20" y="31"/>
                </a:cxn>
              </a:cxnLst>
              <a:rect l="0" t="0" r="r" b="b"/>
              <a:pathLst>
                <a:path w="37" h="31">
                  <a:moveTo>
                    <a:pt x="20" y="31"/>
                  </a:moveTo>
                  <a:cubicBezTo>
                    <a:pt x="21" y="30"/>
                    <a:pt x="22" y="27"/>
                    <a:pt x="23" y="26"/>
                  </a:cubicBezTo>
                  <a:cubicBezTo>
                    <a:pt x="24" y="24"/>
                    <a:pt x="28" y="24"/>
                    <a:pt x="29" y="23"/>
                  </a:cubicBezTo>
                  <a:cubicBezTo>
                    <a:pt x="30" y="22"/>
                    <a:pt x="31" y="19"/>
                    <a:pt x="32" y="19"/>
                  </a:cubicBezTo>
                  <a:cubicBezTo>
                    <a:pt x="33" y="18"/>
                    <a:pt x="36" y="19"/>
                    <a:pt x="36" y="18"/>
                  </a:cubicBezTo>
                  <a:cubicBezTo>
                    <a:pt x="37" y="17"/>
                    <a:pt x="37" y="15"/>
                    <a:pt x="37" y="14"/>
                  </a:cubicBezTo>
                  <a:cubicBezTo>
                    <a:pt x="36" y="13"/>
                    <a:pt x="35" y="10"/>
                    <a:pt x="34" y="9"/>
                  </a:cubicBezTo>
                  <a:cubicBezTo>
                    <a:pt x="33" y="8"/>
                    <a:pt x="31" y="8"/>
                    <a:pt x="31" y="7"/>
                  </a:cubicBezTo>
                  <a:cubicBezTo>
                    <a:pt x="30" y="7"/>
                    <a:pt x="30" y="5"/>
                    <a:pt x="29" y="4"/>
                  </a:cubicBezTo>
                  <a:cubicBezTo>
                    <a:pt x="28" y="4"/>
                    <a:pt x="26" y="4"/>
                    <a:pt x="26" y="4"/>
                  </a:cubicBezTo>
                  <a:cubicBezTo>
                    <a:pt x="25" y="4"/>
                    <a:pt x="23" y="4"/>
                    <a:pt x="23" y="5"/>
                  </a:cubicBezTo>
                  <a:cubicBezTo>
                    <a:pt x="22" y="6"/>
                    <a:pt x="22" y="8"/>
                    <a:pt x="21" y="9"/>
                  </a:cubicBezTo>
                  <a:cubicBezTo>
                    <a:pt x="20" y="9"/>
                    <a:pt x="18" y="10"/>
                    <a:pt x="17" y="10"/>
                  </a:cubicBezTo>
                  <a:cubicBezTo>
                    <a:pt x="17" y="10"/>
                    <a:pt x="15" y="9"/>
                    <a:pt x="15" y="9"/>
                  </a:cubicBezTo>
                  <a:cubicBezTo>
                    <a:pt x="14" y="8"/>
                    <a:pt x="14" y="5"/>
                    <a:pt x="13" y="3"/>
                  </a:cubicBezTo>
                  <a:cubicBezTo>
                    <a:pt x="13" y="2"/>
                    <a:pt x="11" y="0"/>
                    <a:pt x="10" y="0"/>
                  </a:cubicBezTo>
                  <a:cubicBezTo>
                    <a:pt x="9" y="0"/>
                    <a:pt x="9" y="2"/>
                    <a:pt x="8" y="2"/>
                  </a:cubicBezTo>
                  <a:cubicBezTo>
                    <a:pt x="8" y="3"/>
                    <a:pt x="6" y="3"/>
                    <a:pt x="5" y="3"/>
                  </a:cubicBezTo>
                  <a:cubicBezTo>
                    <a:pt x="4" y="3"/>
                    <a:pt x="3" y="3"/>
                    <a:pt x="3" y="4"/>
                  </a:cubicBezTo>
                  <a:cubicBezTo>
                    <a:pt x="2" y="4"/>
                    <a:pt x="1" y="6"/>
                    <a:pt x="1" y="6"/>
                  </a:cubicBezTo>
                  <a:cubicBezTo>
                    <a:pt x="1" y="8"/>
                    <a:pt x="3" y="9"/>
                    <a:pt x="3" y="10"/>
                  </a:cubicBezTo>
                  <a:cubicBezTo>
                    <a:pt x="4" y="11"/>
                    <a:pt x="4" y="14"/>
                    <a:pt x="4" y="15"/>
                  </a:cubicBezTo>
                  <a:cubicBezTo>
                    <a:pt x="4" y="16"/>
                    <a:pt x="4" y="19"/>
                    <a:pt x="4" y="20"/>
                  </a:cubicBezTo>
                  <a:cubicBezTo>
                    <a:pt x="3" y="21"/>
                    <a:pt x="2" y="22"/>
                    <a:pt x="2" y="23"/>
                  </a:cubicBezTo>
                  <a:cubicBezTo>
                    <a:pt x="1" y="24"/>
                    <a:pt x="0" y="25"/>
                    <a:pt x="0" y="25"/>
                  </a:cubicBezTo>
                  <a:cubicBezTo>
                    <a:pt x="0" y="26"/>
                    <a:pt x="0" y="28"/>
                    <a:pt x="1" y="29"/>
                  </a:cubicBezTo>
                  <a:cubicBezTo>
                    <a:pt x="1" y="30"/>
                    <a:pt x="4" y="31"/>
                    <a:pt x="5" y="31"/>
                  </a:cubicBezTo>
                  <a:cubicBezTo>
                    <a:pt x="6" y="31"/>
                    <a:pt x="9" y="31"/>
                    <a:pt x="11" y="31"/>
                  </a:cubicBezTo>
                  <a:cubicBezTo>
                    <a:pt x="12" y="31"/>
                    <a:pt x="15" y="30"/>
                    <a:pt x="16" y="30"/>
                  </a:cubicBezTo>
                  <a:cubicBezTo>
                    <a:pt x="17" y="30"/>
                    <a:pt x="19" y="31"/>
                    <a:pt x="20" y="3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56"/>
            <p:cNvSpPr>
              <a:spLocks/>
            </p:cNvSpPr>
            <p:nvPr/>
          </p:nvSpPr>
          <p:spPr bwMode="auto">
            <a:xfrm>
              <a:off x="2805113" y="3735388"/>
              <a:ext cx="26988" cy="23813"/>
            </a:xfrm>
            <a:custGeom>
              <a:avLst/>
              <a:gdLst/>
              <a:ahLst/>
              <a:cxnLst>
                <a:cxn ang="0">
                  <a:pos x="11" y="16"/>
                </a:cxn>
                <a:cxn ang="0">
                  <a:pos x="15" y="12"/>
                </a:cxn>
                <a:cxn ang="0">
                  <a:pos x="16" y="6"/>
                </a:cxn>
                <a:cxn ang="0">
                  <a:pos x="12" y="2"/>
                </a:cxn>
                <a:cxn ang="0">
                  <a:pos x="7" y="0"/>
                </a:cxn>
                <a:cxn ang="0">
                  <a:pos x="1" y="2"/>
                </a:cxn>
                <a:cxn ang="0">
                  <a:pos x="1" y="5"/>
                </a:cxn>
                <a:cxn ang="0">
                  <a:pos x="4" y="8"/>
                </a:cxn>
                <a:cxn ang="0">
                  <a:pos x="3" y="13"/>
                </a:cxn>
                <a:cxn ang="0">
                  <a:pos x="7" y="16"/>
                </a:cxn>
                <a:cxn ang="0">
                  <a:pos x="11" y="16"/>
                </a:cxn>
              </a:cxnLst>
              <a:rect l="0" t="0" r="r" b="b"/>
              <a:pathLst>
                <a:path w="17" h="16">
                  <a:moveTo>
                    <a:pt x="11" y="16"/>
                  </a:moveTo>
                  <a:cubicBezTo>
                    <a:pt x="12" y="16"/>
                    <a:pt x="14" y="14"/>
                    <a:pt x="15" y="12"/>
                  </a:cubicBezTo>
                  <a:cubicBezTo>
                    <a:pt x="15" y="11"/>
                    <a:pt x="17" y="8"/>
                    <a:pt x="16" y="6"/>
                  </a:cubicBezTo>
                  <a:cubicBezTo>
                    <a:pt x="16" y="5"/>
                    <a:pt x="14" y="3"/>
                    <a:pt x="12" y="2"/>
                  </a:cubicBezTo>
                  <a:cubicBezTo>
                    <a:pt x="11" y="1"/>
                    <a:pt x="9" y="0"/>
                    <a:pt x="7" y="0"/>
                  </a:cubicBezTo>
                  <a:cubicBezTo>
                    <a:pt x="6" y="0"/>
                    <a:pt x="2" y="1"/>
                    <a:pt x="1" y="2"/>
                  </a:cubicBezTo>
                  <a:cubicBezTo>
                    <a:pt x="0" y="2"/>
                    <a:pt x="0" y="4"/>
                    <a:pt x="1" y="5"/>
                  </a:cubicBezTo>
                  <a:cubicBezTo>
                    <a:pt x="1" y="6"/>
                    <a:pt x="3" y="7"/>
                    <a:pt x="4" y="8"/>
                  </a:cubicBezTo>
                  <a:cubicBezTo>
                    <a:pt x="4" y="9"/>
                    <a:pt x="3" y="12"/>
                    <a:pt x="3" y="13"/>
                  </a:cubicBezTo>
                  <a:cubicBezTo>
                    <a:pt x="4" y="14"/>
                    <a:pt x="6" y="15"/>
                    <a:pt x="7" y="16"/>
                  </a:cubicBezTo>
                  <a:cubicBezTo>
                    <a:pt x="8" y="16"/>
                    <a:pt x="10" y="16"/>
                    <a:pt x="11"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57"/>
            <p:cNvSpPr>
              <a:spLocks/>
            </p:cNvSpPr>
            <p:nvPr/>
          </p:nvSpPr>
          <p:spPr bwMode="auto">
            <a:xfrm>
              <a:off x="2768601" y="3706813"/>
              <a:ext cx="33338" cy="34925"/>
            </a:xfrm>
            <a:custGeom>
              <a:avLst/>
              <a:gdLst/>
              <a:ahLst/>
              <a:cxnLst>
                <a:cxn ang="0">
                  <a:pos x="16" y="21"/>
                </a:cxn>
                <a:cxn ang="0">
                  <a:pos x="11" y="23"/>
                </a:cxn>
                <a:cxn ang="0">
                  <a:pos x="4" y="20"/>
                </a:cxn>
                <a:cxn ang="0">
                  <a:pos x="2" y="15"/>
                </a:cxn>
                <a:cxn ang="0">
                  <a:pos x="0" y="12"/>
                </a:cxn>
                <a:cxn ang="0">
                  <a:pos x="2" y="3"/>
                </a:cxn>
                <a:cxn ang="0">
                  <a:pos x="8" y="0"/>
                </a:cxn>
                <a:cxn ang="0">
                  <a:pos x="14" y="0"/>
                </a:cxn>
                <a:cxn ang="0">
                  <a:pos x="19" y="4"/>
                </a:cxn>
                <a:cxn ang="0">
                  <a:pos x="22" y="10"/>
                </a:cxn>
                <a:cxn ang="0">
                  <a:pos x="20" y="15"/>
                </a:cxn>
                <a:cxn ang="0">
                  <a:pos x="16" y="21"/>
                </a:cxn>
              </a:cxnLst>
              <a:rect l="0" t="0" r="r" b="b"/>
              <a:pathLst>
                <a:path w="22" h="23">
                  <a:moveTo>
                    <a:pt x="16" y="21"/>
                  </a:moveTo>
                  <a:cubicBezTo>
                    <a:pt x="15" y="22"/>
                    <a:pt x="12" y="23"/>
                    <a:pt x="11" y="23"/>
                  </a:cubicBezTo>
                  <a:cubicBezTo>
                    <a:pt x="9" y="23"/>
                    <a:pt x="6" y="21"/>
                    <a:pt x="4" y="20"/>
                  </a:cubicBezTo>
                  <a:cubicBezTo>
                    <a:pt x="3" y="19"/>
                    <a:pt x="3" y="17"/>
                    <a:pt x="2" y="15"/>
                  </a:cubicBezTo>
                  <a:cubicBezTo>
                    <a:pt x="2" y="14"/>
                    <a:pt x="0" y="13"/>
                    <a:pt x="0" y="12"/>
                  </a:cubicBezTo>
                  <a:cubicBezTo>
                    <a:pt x="0" y="10"/>
                    <a:pt x="0" y="5"/>
                    <a:pt x="2" y="3"/>
                  </a:cubicBezTo>
                  <a:cubicBezTo>
                    <a:pt x="3" y="2"/>
                    <a:pt x="6" y="1"/>
                    <a:pt x="8" y="0"/>
                  </a:cubicBezTo>
                  <a:cubicBezTo>
                    <a:pt x="10" y="0"/>
                    <a:pt x="13" y="0"/>
                    <a:pt x="14" y="0"/>
                  </a:cubicBezTo>
                  <a:cubicBezTo>
                    <a:pt x="16" y="1"/>
                    <a:pt x="18" y="3"/>
                    <a:pt x="19" y="4"/>
                  </a:cubicBezTo>
                  <a:cubicBezTo>
                    <a:pt x="20" y="5"/>
                    <a:pt x="22" y="8"/>
                    <a:pt x="22" y="10"/>
                  </a:cubicBezTo>
                  <a:cubicBezTo>
                    <a:pt x="22" y="11"/>
                    <a:pt x="21" y="14"/>
                    <a:pt x="20" y="15"/>
                  </a:cubicBezTo>
                  <a:cubicBezTo>
                    <a:pt x="20" y="17"/>
                    <a:pt x="18" y="20"/>
                    <a:pt x="16"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58"/>
            <p:cNvSpPr>
              <a:spLocks/>
            </p:cNvSpPr>
            <p:nvPr/>
          </p:nvSpPr>
          <p:spPr bwMode="auto">
            <a:xfrm>
              <a:off x="2686051" y="3746500"/>
              <a:ext cx="96838" cy="57150"/>
            </a:xfrm>
            <a:custGeom>
              <a:avLst/>
              <a:gdLst/>
              <a:ahLst/>
              <a:cxnLst>
                <a:cxn ang="0">
                  <a:pos x="60" y="2"/>
                </a:cxn>
                <a:cxn ang="0">
                  <a:pos x="56" y="0"/>
                </a:cxn>
                <a:cxn ang="0">
                  <a:pos x="52" y="3"/>
                </a:cxn>
                <a:cxn ang="0">
                  <a:pos x="48" y="6"/>
                </a:cxn>
                <a:cxn ang="0">
                  <a:pos x="40" y="7"/>
                </a:cxn>
                <a:cxn ang="0">
                  <a:pos x="35" y="6"/>
                </a:cxn>
                <a:cxn ang="0">
                  <a:pos x="31" y="3"/>
                </a:cxn>
                <a:cxn ang="0">
                  <a:pos x="30" y="0"/>
                </a:cxn>
                <a:cxn ang="0">
                  <a:pos x="28" y="1"/>
                </a:cxn>
                <a:cxn ang="0">
                  <a:pos x="26" y="5"/>
                </a:cxn>
                <a:cxn ang="0">
                  <a:pos x="27" y="7"/>
                </a:cxn>
                <a:cxn ang="0">
                  <a:pos x="29" y="11"/>
                </a:cxn>
                <a:cxn ang="0">
                  <a:pos x="32" y="13"/>
                </a:cxn>
                <a:cxn ang="0">
                  <a:pos x="36" y="13"/>
                </a:cxn>
                <a:cxn ang="0">
                  <a:pos x="37" y="14"/>
                </a:cxn>
                <a:cxn ang="0">
                  <a:pos x="41" y="14"/>
                </a:cxn>
                <a:cxn ang="0">
                  <a:pos x="42" y="19"/>
                </a:cxn>
                <a:cxn ang="0">
                  <a:pos x="39" y="22"/>
                </a:cxn>
                <a:cxn ang="0">
                  <a:pos x="34" y="23"/>
                </a:cxn>
                <a:cxn ang="0">
                  <a:pos x="29" y="22"/>
                </a:cxn>
                <a:cxn ang="0">
                  <a:pos x="25" y="18"/>
                </a:cxn>
                <a:cxn ang="0">
                  <a:pos x="22" y="11"/>
                </a:cxn>
                <a:cxn ang="0">
                  <a:pos x="18" y="8"/>
                </a:cxn>
                <a:cxn ang="0">
                  <a:pos x="13" y="9"/>
                </a:cxn>
                <a:cxn ang="0">
                  <a:pos x="10" y="12"/>
                </a:cxn>
                <a:cxn ang="0">
                  <a:pos x="9" y="19"/>
                </a:cxn>
                <a:cxn ang="0">
                  <a:pos x="4" y="24"/>
                </a:cxn>
                <a:cxn ang="0">
                  <a:pos x="1" y="27"/>
                </a:cxn>
                <a:cxn ang="0">
                  <a:pos x="1" y="33"/>
                </a:cxn>
                <a:cxn ang="0">
                  <a:pos x="6" y="37"/>
                </a:cxn>
                <a:cxn ang="0">
                  <a:pos x="15" y="38"/>
                </a:cxn>
                <a:cxn ang="0">
                  <a:pos x="23" y="35"/>
                </a:cxn>
                <a:cxn ang="0">
                  <a:pos x="29" y="33"/>
                </a:cxn>
                <a:cxn ang="0">
                  <a:pos x="37" y="33"/>
                </a:cxn>
                <a:cxn ang="0">
                  <a:pos x="41" y="34"/>
                </a:cxn>
                <a:cxn ang="0">
                  <a:pos x="50" y="34"/>
                </a:cxn>
                <a:cxn ang="0">
                  <a:pos x="58" y="27"/>
                </a:cxn>
                <a:cxn ang="0">
                  <a:pos x="62" y="17"/>
                </a:cxn>
                <a:cxn ang="0">
                  <a:pos x="61" y="7"/>
                </a:cxn>
                <a:cxn ang="0">
                  <a:pos x="62" y="3"/>
                </a:cxn>
                <a:cxn ang="0">
                  <a:pos x="60" y="2"/>
                </a:cxn>
              </a:cxnLst>
              <a:rect l="0" t="0" r="r" b="b"/>
              <a:pathLst>
                <a:path w="63" h="38">
                  <a:moveTo>
                    <a:pt x="60" y="2"/>
                  </a:moveTo>
                  <a:cubicBezTo>
                    <a:pt x="59" y="2"/>
                    <a:pt x="57" y="0"/>
                    <a:pt x="56" y="0"/>
                  </a:cubicBezTo>
                  <a:cubicBezTo>
                    <a:pt x="54" y="0"/>
                    <a:pt x="53" y="2"/>
                    <a:pt x="52" y="3"/>
                  </a:cubicBezTo>
                  <a:cubicBezTo>
                    <a:pt x="51" y="4"/>
                    <a:pt x="49" y="6"/>
                    <a:pt x="48" y="6"/>
                  </a:cubicBezTo>
                  <a:cubicBezTo>
                    <a:pt x="46" y="7"/>
                    <a:pt x="42" y="7"/>
                    <a:pt x="40" y="7"/>
                  </a:cubicBezTo>
                  <a:cubicBezTo>
                    <a:pt x="39" y="7"/>
                    <a:pt x="37" y="7"/>
                    <a:pt x="35" y="6"/>
                  </a:cubicBezTo>
                  <a:cubicBezTo>
                    <a:pt x="34" y="6"/>
                    <a:pt x="32" y="4"/>
                    <a:pt x="31" y="3"/>
                  </a:cubicBezTo>
                  <a:cubicBezTo>
                    <a:pt x="31" y="3"/>
                    <a:pt x="31" y="0"/>
                    <a:pt x="30" y="0"/>
                  </a:cubicBezTo>
                  <a:cubicBezTo>
                    <a:pt x="29" y="0"/>
                    <a:pt x="28" y="1"/>
                    <a:pt x="28" y="1"/>
                  </a:cubicBezTo>
                  <a:cubicBezTo>
                    <a:pt x="27" y="2"/>
                    <a:pt x="26" y="4"/>
                    <a:pt x="26" y="5"/>
                  </a:cubicBezTo>
                  <a:cubicBezTo>
                    <a:pt x="26" y="5"/>
                    <a:pt x="27" y="7"/>
                    <a:pt x="27" y="7"/>
                  </a:cubicBezTo>
                  <a:cubicBezTo>
                    <a:pt x="27" y="8"/>
                    <a:pt x="28" y="10"/>
                    <a:pt x="29" y="11"/>
                  </a:cubicBezTo>
                  <a:cubicBezTo>
                    <a:pt x="29" y="11"/>
                    <a:pt x="31" y="12"/>
                    <a:pt x="32" y="13"/>
                  </a:cubicBezTo>
                  <a:cubicBezTo>
                    <a:pt x="33" y="13"/>
                    <a:pt x="35" y="12"/>
                    <a:pt x="36" y="13"/>
                  </a:cubicBezTo>
                  <a:cubicBezTo>
                    <a:pt x="36" y="13"/>
                    <a:pt x="37" y="14"/>
                    <a:pt x="37" y="14"/>
                  </a:cubicBezTo>
                  <a:cubicBezTo>
                    <a:pt x="38" y="14"/>
                    <a:pt x="40" y="14"/>
                    <a:pt x="41" y="14"/>
                  </a:cubicBezTo>
                  <a:cubicBezTo>
                    <a:pt x="42" y="15"/>
                    <a:pt x="42" y="18"/>
                    <a:pt x="42" y="19"/>
                  </a:cubicBezTo>
                  <a:cubicBezTo>
                    <a:pt x="41" y="20"/>
                    <a:pt x="40" y="21"/>
                    <a:pt x="39" y="22"/>
                  </a:cubicBezTo>
                  <a:cubicBezTo>
                    <a:pt x="38" y="23"/>
                    <a:pt x="35" y="23"/>
                    <a:pt x="34" y="23"/>
                  </a:cubicBezTo>
                  <a:cubicBezTo>
                    <a:pt x="33" y="23"/>
                    <a:pt x="30" y="23"/>
                    <a:pt x="29" y="22"/>
                  </a:cubicBezTo>
                  <a:cubicBezTo>
                    <a:pt x="28" y="22"/>
                    <a:pt x="26" y="19"/>
                    <a:pt x="25" y="18"/>
                  </a:cubicBezTo>
                  <a:cubicBezTo>
                    <a:pt x="24" y="16"/>
                    <a:pt x="23" y="13"/>
                    <a:pt x="22" y="11"/>
                  </a:cubicBezTo>
                  <a:cubicBezTo>
                    <a:pt x="21" y="10"/>
                    <a:pt x="19" y="9"/>
                    <a:pt x="18" y="8"/>
                  </a:cubicBezTo>
                  <a:cubicBezTo>
                    <a:pt x="16" y="8"/>
                    <a:pt x="14" y="8"/>
                    <a:pt x="13" y="9"/>
                  </a:cubicBezTo>
                  <a:cubicBezTo>
                    <a:pt x="12" y="9"/>
                    <a:pt x="10" y="11"/>
                    <a:pt x="10" y="12"/>
                  </a:cubicBezTo>
                  <a:cubicBezTo>
                    <a:pt x="9" y="14"/>
                    <a:pt x="9" y="18"/>
                    <a:pt x="9" y="19"/>
                  </a:cubicBezTo>
                  <a:cubicBezTo>
                    <a:pt x="8" y="21"/>
                    <a:pt x="5" y="23"/>
                    <a:pt x="4" y="24"/>
                  </a:cubicBezTo>
                  <a:cubicBezTo>
                    <a:pt x="3" y="25"/>
                    <a:pt x="2" y="26"/>
                    <a:pt x="1" y="27"/>
                  </a:cubicBezTo>
                  <a:cubicBezTo>
                    <a:pt x="1" y="29"/>
                    <a:pt x="0" y="32"/>
                    <a:pt x="1" y="33"/>
                  </a:cubicBezTo>
                  <a:cubicBezTo>
                    <a:pt x="2" y="34"/>
                    <a:pt x="5" y="36"/>
                    <a:pt x="6" y="37"/>
                  </a:cubicBezTo>
                  <a:cubicBezTo>
                    <a:pt x="8" y="38"/>
                    <a:pt x="13" y="38"/>
                    <a:pt x="15" y="38"/>
                  </a:cubicBezTo>
                  <a:cubicBezTo>
                    <a:pt x="17" y="38"/>
                    <a:pt x="21" y="36"/>
                    <a:pt x="23" y="35"/>
                  </a:cubicBezTo>
                  <a:cubicBezTo>
                    <a:pt x="24" y="34"/>
                    <a:pt x="27" y="33"/>
                    <a:pt x="29" y="33"/>
                  </a:cubicBezTo>
                  <a:cubicBezTo>
                    <a:pt x="31" y="33"/>
                    <a:pt x="35" y="32"/>
                    <a:pt x="37" y="33"/>
                  </a:cubicBezTo>
                  <a:cubicBezTo>
                    <a:pt x="38" y="33"/>
                    <a:pt x="40" y="34"/>
                    <a:pt x="41" y="34"/>
                  </a:cubicBezTo>
                  <a:cubicBezTo>
                    <a:pt x="43" y="34"/>
                    <a:pt x="48" y="34"/>
                    <a:pt x="50" y="34"/>
                  </a:cubicBezTo>
                  <a:cubicBezTo>
                    <a:pt x="52" y="33"/>
                    <a:pt x="57" y="29"/>
                    <a:pt x="58" y="27"/>
                  </a:cubicBezTo>
                  <a:cubicBezTo>
                    <a:pt x="60" y="25"/>
                    <a:pt x="61" y="20"/>
                    <a:pt x="62" y="17"/>
                  </a:cubicBezTo>
                  <a:cubicBezTo>
                    <a:pt x="62" y="14"/>
                    <a:pt x="61" y="9"/>
                    <a:pt x="61" y="7"/>
                  </a:cubicBezTo>
                  <a:cubicBezTo>
                    <a:pt x="61" y="6"/>
                    <a:pt x="63" y="4"/>
                    <a:pt x="62" y="3"/>
                  </a:cubicBezTo>
                  <a:cubicBezTo>
                    <a:pt x="62" y="3"/>
                    <a:pt x="61" y="2"/>
                    <a:pt x="60"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59"/>
            <p:cNvSpPr>
              <a:spLocks/>
            </p:cNvSpPr>
            <p:nvPr/>
          </p:nvSpPr>
          <p:spPr bwMode="auto">
            <a:xfrm>
              <a:off x="2651126" y="3722688"/>
              <a:ext cx="17463" cy="23813"/>
            </a:xfrm>
            <a:custGeom>
              <a:avLst/>
              <a:gdLst/>
              <a:ahLst/>
              <a:cxnLst>
                <a:cxn ang="0">
                  <a:pos x="10" y="5"/>
                </a:cxn>
                <a:cxn ang="0">
                  <a:pos x="10" y="10"/>
                </a:cxn>
                <a:cxn ang="0">
                  <a:pos x="7" y="15"/>
                </a:cxn>
                <a:cxn ang="0">
                  <a:pos x="3" y="13"/>
                </a:cxn>
                <a:cxn ang="0">
                  <a:pos x="0" y="9"/>
                </a:cxn>
                <a:cxn ang="0">
                  <a:pos x="1" y="5"/>
                </a:cxn>
                <a:cxn ang="0">
                  <a:pos x="4" y="1"/>
                </a:cxn>
                <a:cxn ang="0">
                  <a:pos x="7" y="0"/>
                </a:cxn>
                <a:cxn ang="0">
                  <a:pos x="9" y="2"/>
                </a:cxn>
                <a:cxn ang="0">
                  <a:pos x="10" y="5"/>
                </a:cxn>
              </a:cxnLst>
              <a:rect l="0" t="0" r="r" b="b"/>
              <a:pathLst>
                <a:path w="11" h="15">
                  <a:moveTo>
                    <a:pt x="10" y="5"/>
                  </a:moveTo>
                  <a:cubicBezTo>
                    <a:pt x="10" y="7"/>
                    <a:pt x="11" y="9"/>
                    <a:pt x="10" y="10"/>
                  </a:cubicBezTo>
                  <a:cubicBezTo>
                    <a:pt x="10" y="11"/>
                    <a:pt x="8" y="15"/>
                    <a:pt x="7" y="15"/>
                  </a:cubicBezTo>
                  <a:cubicBezTo>
                    <a:pt x="6" y="15"/>
                    <a:pt x="4" y="14"/>
                    <a:pt x="3" y="13"/>
                  </a:cubicBezTo>
                  <a:cubicBezTo>
                    <a:pt x="2" y="12"/>
                    <a:pt x="0" y="10"/>
                    <a:pt x="0" y="9"/>
                  </a:cubicBezTo>
                  <a:cubicBezTo>
                    <a:pt x="0" y="8"/>
                    <a:pt x="0" y="5"/>
                    <a:pt x="1" y="5"/>
                  </a:cubicBezTo>
                  <a:cubicBezTo>
                    <a:pt x="1" y="3"/>
                    <a:pt x="3" y="1"/>
                    <a:pt x="4" y="1"/>
                  </a:cubicBezTo>
                  <a:cubicBezTo>
                    <a:pt x="5" y="0"/>
                    <a:pt x="6" y="0"/>
                    <a:pt x="7" y="0"/>
                  </a:cubicBezTo>
                  <a:cubicBezTo>
                    <a:pt x="8" y="0"/>
                    <a:pt x="9" y="1"/>
                    <a:pt x="9" y="2"/>
                  </a:cubicBezTo>
                  <a:cubicBezTo>
                    <a:pt x="10" y="2"/>
                    <a:pt x="10" y="4"/>
                    <a:pt x="10"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60"/>
            <p:cNvSpPr>
              <a:spLocks/>
            </p:cNvSpPr>
            <p:nvPr/>
          </p:nvSpPr>
          <p:spPr bwMode="auto">
            <a:xfrm>
              <a:off x="2820988" y="3605213"/>
              <a:ext cx="44450" cy="73025"/>
            </a:xfrm>
            <a:custGeom>
              <a:avLst/>
              <a:gdLst/>
              <a:ahLst/>
              <a:cxnLst>
                <a:cxn ang="0">
                  <a:pos x="18" y="48"/>
                </a:cxn>
                <a:cxn ang="0">
                  <a:pos x="21" y="41"/>
                </a:cxn>
                <a:cxn ang="0">
                  <a:pos x="27" y="38"/>
                </a:cxn>
                <a:cxn ang="0">
                  <a:pos x="29" y="32"/>
                </a:cxn>
                <a:cxn ang="0">
                  <a:pos x="27" y="23"/>
                </a:cxn>
                <a:cxn ang="0">
                  <a:pos x="23" y="15"/>
                </a:cxn>
                <a:cxn ang="0">
                  <a:pos x="17" y="10"/>
                </a:cxn>
                <a:cxn ang="0">
                  <a:pos x="15" y="6"/>
                </a:cxn>
                <a:cxn ang="0">
                  <a:pos x="11" y="6"/>
                </a:cxn>
                <a:cxn ang="0">
                  <a:pos x="7" y="2"/>
                </a:cxn>
                <a:cxn ang="0">
                  <a:pos x="2" y="0"/>
                </a:cxn>
                <a:cxn ang="0">
                  <a:pos x="0" y="2"/>
                </a:cxn>
                <a:cxn ang="0">
                  <a:pos x="1" y="7"/>
                </a:cxn>
                <a:cxn ang="0">
                  <a:pos x="4" y="10"/>
                </a:cxn>
                <a:cxn ang="0">
                  <a:pos x="9" y="13"/>
                </a:cxn>
                <a:cxn ang="0">
                  <a:pos x="9" y="18"/>
                </a:cxn>
                <a:cxn ang="0">
                  <a:pos x="4" y="19"/>
                </a:cxn>
                <a:cxn ang="0">
                  <a:pos x="5" y="21"/>
                </a:cxn>
                <a:cxn ang="0">
                  <a:pos x="8" y="26"/>
                </a:cxn>
                <a:cxn ang="0">
                  <a:pos x="12" y="28"/>
                </a:cxn>
                <a:cxn ang="0">
                  <a:pos x="12" y="35"/>
                </a:cxn>
                <a:cxn ang="0">
                  <a:pos x="11" y="39"/>
                </a:cxn>
                <a:cxn ang="0">
                  <a:pos x="13" y="45"/>
                </a:cxn>
                <a:cxn ang="0">
                  <a:pos x="18" y="48"/>
                </a:cxn>
              </a:cxnLst>
              <a:rect l="0" t="0" r="r" b="b"/>
              <a:pathLst>
                <a:path w="29" h="48">
                  <a:moveTo>
                    <a:pt x="18" y="48"/>
                  </a:moveTo>
                  <a:cubicBezTo>
                    <a:pt x="20" y="47"/>
                    <a:pt x="20" y="42"/>
                    <a:pt x="21" y="41"/>
                  </a:cubicBezTo>
                  <a:cubicBezTo>
                    <a:pt x="22" y="40"/>
                    <a:pt x="26" y="39"/>
                    <a:pt x="27" y="38"/>
                  </a:cubicBezTo>
                  <a:cubicBezTo>
                    <a:pt x="28" y="36"/>
                    <a:pt x="29" y="34"/>
                    <a:pt x="29" y="32"/>
                  </a:cubicBezTo>
                  <a:cubicBezTo>
                    <a:pt x="29" y="30"/>
                    <a:pt x="28" y="25"/>
                    <a:pt x="27" y="23"/>
                  </a:cubicBezTo>
                  <a:cubicBezTo>
                    <a:pt x="26" y="21"/>
                    <a:pt x="24" y="17"/>
                    <a:pt x="23" y="15"/>
                  </a:cubicBezTo>
                  <a:cubicBezTo>
                    <a:pt x="22" y="14"/>
                    <a:pt x="19" y="12"/>
                    <a:pt x="17" y="10"/>
                  </a:cubicBezTo>
                  <a:cubicBezTo>
                    <a:pt x="17" y="9"/>
                    <a:pt x="16" y="6"/>
                    <a:pt x="15" y="6"/>
                  </a:cubicBezTo>
                  <a:cubicBezTo>
                    <a:pt x="14" y="5"/>
                    <a:pt x="12" y="6"/>
                    <a:pt x="11" y="6"/>
                  </a:cubicBezTo>
                  <a:cubicBezTo>
                    <a:pt x="9" y="5"/>
                    <a:pt x="8" y="3"/>
                    <a:pt x="7" y="2"/>
                  </a:cubicBezTo>
                  <a:cubicBezTo>
                    <a:pt x="5" y="2"/>
                    <a:pt x="3" y="0"/>
                    <a:pt x="2" y="0"/>
                  </a:cubicBezTo>
                  <a:cubicBezTo>
                    <a:pt x="2" y="0"/>
                    <a:pt x="1" y="2"/>
                    <a:pt x="0" y="2"/>
                  </a:cubicBezTo>
                  <a:cubicBezTo>
                    <a:pt x="0" y="3"/>
                    <a:pt x="0" y="6"/>
                    <a:pt x="1" y="7"/>
                  </a:cubicBezTo>
                  <a:cubicBezTo>
                    <a:pt x="1" y="8"/>
                    <a:pt x="3" y="10"/>
                    <a:pt x="4" y="10"/>
                  </a:cubicBezTo>
                  <a:cubicBezTo>
                    <a:pt x="5" y="11"/>
                    <a:pt x="8" y="12"/>
                    <a:pt x="9" y="13"/>
                  </a:cubicBezTo>
                  <a:cubicBezTo>
                    <a:pt x="10" y="14"/>
                    <a:pt x="10" y="17"/>
                    <a:pt x="9" y="18"/>
                  </a:cubicBezTo>
                  <a:cubicBezTo>
                    <a:pt x="8" y="19"/>
                    <a:pt x="5" y="18"/>
                    <a:pt x="4" y="19"/>
                  </a:cubicBezTo>
                  <a:cubicBezTo>
                    <a:pt x="4" y="20"/>
                    <a:pt x="4" y="21"/>
                    <a:pt x="5" y="21"/>
                  </a:cubicBezTo>
                  <a:cubicBezTo>
                    <a:pt x="5" y="23"/>
                    <a:pt x="7" y="25"/>
                    <a:pt x="8" y="26"/>
                  </a:cubicBezTo>
                  <a:cubicBezTo>
                    <a:pt x="9" y="27"/>
                    <a:pt x="11" y="28"/>
                    <a:pt x="12" y="28"/>
                  </a:cubicBezTo>
                  <a:cubicBezTo>
                    <a:pt x="13" y="30"/>
                    <a:pt x="12" y="33"/>
                    <a:pt x="12" y="35"/>
                  </a:cubicBezTo>
                  <a:cubicBezTo>
                    <a:pt x="12" y="36"/>
                    <a:pt x="11" y="38"/>
                    <a:pt x="11" y="39"/>
                  </a:cubicBezTo>
                  <a:cubicBezTo>
                    <a:pt x="12" y="41"/>
                    <a:pt x="13" y="43"/>
                    <a:pt x="13" y="45"/>
                  </a:cubicBezTo>
                  <a:cubicBezTo>
                    <a:pt x="14" y="46"/>
                    <a:pt x="17" y="48"/>
                    <a:pt x="18" y="4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61"/>
            <p:cNvSpPr>
              <a:spLocks/>
            </p:cNvSpPr>
            <p:nvPr/>
          </p:nvSpPr>
          <p:spPr bwMode="auto">
            <a:xfrm>
              <a:off x="2730501" y="3524250"/>
              <a:ext cx="50800" cy="50800"/>
            </a:xfrm>
            <a:custGeom>
              <a:avLst/>
              <a:gdLst/>
              <a:ahLst/>
              <a:cxnLst>
                <a:cxn ang="0">
                  <a:pos x="32" y="22"/>
                </a:cxn>
                <a:cxn ang="0">
                  <a:pos x="29" y="25"/>
                </a:cxn>
                <a:cxn ang="0">
                  <a:pos x="26" y="29"/>
                </a:cxn>
                <a:cxn ang="0">
                  <a:pos x="22" y="33"/>
                </a:cxn>
                <a:cxn ang="0">
                  <a:pos x="17" y="29"/>
                </a:cxn>
                <a:cxn ang="0">
                  <a:pos x="12" y="27"/>
                </a:cxn>
                <a:cxn ang="0">
                  <a:pos x="5" y="26"/>
                </a:cxn>
                <a:cxn ang="0">
                  <a:pos x="1" y="20"/>
                </a:cxn>
                <a:cxn ang="0">
                  <a:pos x="1" y="13"/>
                </a:cxn>
                <a:cxn ang="0">
                  <a:pos x="8" y="7"/>
                </a:cxn>
                <a:cxn ang="0">
                  <a:pos x="17" y="1"/>
                </a:cxn>
                <a:cxn ang="0">
                  <a:pos x="26" y="1"/>
                </a:cxn>
                <a:cxn ang="0">
                  <a:pos x="30" y="3"/>
                </a:cxn>
                <a:cxn ang="0">
                  <a:pos x="33" y="11"/>
                </a:cxn>
                <a:cxn ang="0">
                  <a:pos x="33" y="17"/>
                </a:cxn>
                <a:cxn ang="0">
                  <a:pos x="32" y="22"/>
                </a:cxn>
              </a:cxnLst>
              <a:rect l="0" t="0" r="r" b="b"/>
              <a:pathLst>
                <a:path w="33" h="33">
                  <a:moveTo>
                    <a:pt x="32" y="22"/>
                  </a:moveTo>
                  <a:cubicBezTo>
                    <a:pt x="32" y="23"/>
                    <a:pt x="29" y="24"/>
                    <a:pt x="29" y="25"/>
                  </a:cubicBezTo>
                  <a:cubicBezTo>
                    <a:pt x="28" y="26"/>
                    <a:pt x="27" y="28"/>
                    <a:pt x="26" y="29"/>
                  </a:cubicBezTo>
                  <a:cubicBezTo>
                    <a:pt x="25" y="30"/>
                    <a:pt x="23" y="33"/>
                    <a:pt x="22" y="33"/>
                  </a:cubicBezTo>
                  <a:cubicBezTo>
                    <a:pt x="20" y="33"/>
                    <a:pt x="18" y="30"/>
                    <a:pt x="17" y="29"/>
                  </a:cubicBezTo>
                  <a:cubicBezTo>
                    <a:pt x="16" y="28"/>
                    <a:pt x="13" y="27"/>
                    <a:pt x="12" y="27"/>
                  </a:cubicBezTo>
                  <a:cubicBezTo>
                    <a:pt x="10" y="26"/>
                    <a:pt x="6" y="27"/>
                    <a:pt x="5" y="26"/>
                  </a:cubicBezTo>
                  <a:cubicBezTo>
                    <a:pt x="4" y="25"/>
                    <a:pt x="2" y="22"/>
                    <a:pt x="1" y="20"/>
                  </a:cubicBezTo>
                  <a:cubicBezTo>
                    <a:pt x="1" y="18"/>
                    <a:pt x="0" y="14"/>
                    <a:pt x="1" y="13"/>
                  </a:cubicBezTo>
                  <a:cubicBezTo>
                    <a:pt x="2" y="11"/>
                    <a:pt x="6" y="9"/>
                    <a:pt x="8" y="7"/>
                  </a:cubicBezTo>
                  <a:cubicBezTo>
                    <a:pt x="10" y="6"/>
                    <a:pt x="14" y="2"/>
                    <a:pt x="17" y="1"/>
                  </a:cubicBezTo>
                  <a:cubicBezTo>
                    <a:pt x="19" y="1"/>
                    <a:pt x="23" y="0"/>
                    <a:pt x="26" y="1"/>
                  </a:cubicBezTo>
                  <a:cubicBezTo>
                    <a:pt x="27" y="1"/>
                    <a:pt x="29" y="2"/>
                    <a:pt x="30" y="3"/>
                  </a:cubicBezTo>
                  <a:cubicBezTo>
                    <a:pt x="31" y="4"/>
                    <a:pt x="33" y="9"/>
                    <a:pt x="33" y="11"/>
                  </a:cubicBezTo>
                  <a:cubicBezTo>
                    <a:pt x="33" y="13"/>
                    <a:pt x="33" y="15"/>
                    <a:pt x="33" y="17"/>
                  </a:cubicBezTo>
                  <a:cubicBezTo>
                    <a:pt x="33" y="18"/>
                    <a:pt x="33" y="21"/>
                    <a:pt x="32" y="2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62"/>
            <p:cNvSpPr>
              <a:spLocks/>
            </p:cNvSpPr>
            <p:nvPr/>
          </p:nvSpPr>
          <p:spPr bwMode="auto">
            <a:xfrm>
              <a:off x="2906713" y="3370263"/>
              <a:ext cx="47625" cy="68263"/>
            </a:xfrm>
            <a:custGeom>
              <a:avLst/>
              <a:gdLst/>
              <a:ahLst/>
              <a:cxnLst>
                <a:cxn ang="0">
                  <a:pos x="28" y="15"/>
                </a:cxn>
                <a:cxn ang="0">
                  <a:pos x="25" y="9"/>
                </a:cxn>
                <a:cxn ang="0">
                  <a:pos x="22" y="1"/>
                </a:cxn>
                <a:cxn ang="0">
                  <a:pos x="17" y="0"/>
                </a:cxn>
                <a:cxn ang="0">
                  <a:pos x="12" y="2"/>
                </a:cxn>
                <a:cxn ang="0">
                  <a:pos x="11" y="7"/>
                </a:cxn>
                <a:cxn ang="0">
                  <a:pos x="10" y="16"/>
                </a:cxn>
                <a:cxn ang="0">
                  <a:pos x="8" y="22"/>
                </a:cxn>
                <a:cxn ang="0">
                  <a:pos x="4" y="29"/>
                </a:cxn>
                <a:cxn ang="0">
                  <a:pos x="0" y="32"/>
                </a:cxn>
                <a:cxn ang="0">
                  <a:pos x="0" y="37"/>
                </a:cxn>
                <a:cxn ang="0">
                  <a:pos x="4" y="42"/>
                </a:cxn>
                <a:cxn ang="0">
                  <a:pos x="14" y="44"/>
                </a:cxn>
                <a:cxn ang="0">
                  <a:pos x="22" y="42"/>
                </a:cxn>
                <a:cxn ang="0">
                  <a:pos x="28" y="36"/>
                </a:cxn>
                <a:cxn ang="0">
                  <a:pos x="31" y="25"/>
                </a:cxn>
                <a:cxn ang="0">
                  <a:pos x="28" y="15"/>
                </a:cxn>
              </a:cxnLst>
              <a:rect l="0" t="0" r="r" b="b"/>
              <a:pathLst>
                <a:path w="31" h="45">
                  <a:moveTo>
                    <a:pt x="28" y="15"/>
                  </a:moveTo>
                  <a:cubicBezTo>
                    <a:pt x="27" y="13"/>
                    <a:pt x="25" y="10"/>
                    <a:pt x="25" y="9"/>
                  </a:cubicBezTo>
                  <a:cubicBezTo>
                    <a:pt x="24" y="7"/>
                    <a:pt x="23" y="2"/>
                    <a:pt x="22" y="1"/>
                  </a:cubicBezTo>
                  <a:cubicBezTo>
                    <a:pt x="21" y="0"/>
                    <a:pt x="19" y="0"/>
                    <a:pt x="17" y="0"/>
                  </a:cubicBezTo>
                  <a:cubicBezTo>
                    <a:pt x="16" y="0"/>
                    <a:pt x="13" y="1"/>
                    <a:pt x="12" y="2"/>
                  </a:cubicBezTo>
                  <a:cubicBezTo>
                    <a:pt x="11" y="3"/>
                    <a:pt x="11" y="6"/>
                    <a:pt x="11" y="7"/>
                  </a:cubicBezTo>
                  <a:cubicBezTo>
                    <a:pt x="11" y="9"/>
                    <a:pt x="10" y="14"/>
                    <a:pt x="10" y="16"/>
                  </a:cubicBezTo>
                  <a:cubicBezTo>
                    <a:pt x="10" y="17"/>
                    <a:pt x="9" y="20"/>
                    <a:pt x="8" y="22"/>
                  </a:cubicBezTo>
                  <a:cubicBezTo>
                    <a:pt x="8" y="24"/>
                    <a:pt x="5" y="27"/>
                    <a:pt x="4" y="29"/>
                  </a:cubicBezTo>
                  <a:cubicBezTo>
                    <a:pt x="3" y="30"/>
                    <a:pt x="1" y="31"/>
                    <a:pt x="0" y="32"/>
                  </a:cubicBezTo>
                  <a:cubicBezTo>
                    <a:pt x="0" y="33"/>
                    <a:pt x="0" y="35"/>
                    <a:pt x="0" y="37"/>
                  </a:cubicBezTo>
                  <a:cubicBezTo>
                    <a:pt x="1" y="38"/>
                    <a:pt x="3" y="41"/>
                    <a:pt x="4" y="42"/>
                  </a:cubicBezTo>
                  <a:cubicBezTo>
                    <a:pt x="6" y="44"/>
                    <a:pt x="11" y="45"/>
                    <a:pt x="14" y="44"/>
                  </a:cubicBezTo>
                  <a:cubicBezTo>
                    <a:pt x="16" y="44"/>
                    <a:pt x="20" y="43"/>
                    <a:pt x="22" y="42"/>
                  </a:cubicBezTo>
                  <a:cubicBezTo>
                    <a:pt x="24" y="41"/>
                    <a:pt x="27" y="38"/>
                    <a:pt x="28" y="36"/>
                  </a:cubicBezTo>
                  <a:cubicBezTo>
                    <a:pt x="29" y="33"/>
                    <a:pt x="31" y="28"/>
                    <a:pt x="31" y="25"/>
                  </a:cubicBezTo>
                  <a:cubicBezTo>
                    <a:pt x="31" y="23"/>
                    <a:pt x="29" y="17"/>
                    <a:pt x="28" y="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63"/>
            <p:cNvSpPr>
              <a:spLocks/>
            </p:cNvSpPr>
            <p:nvPr/>
          </p:nvSpPr>
          <p:spPr bwMode="auto">
            <a:xfrm>
              <a:off x="2709863" y="3386138"/>
              <a:ext cx="50800" cy="88900"/>
            </a:xfrm>
            <a:custGeom>
              <a:avLst/>
              <a:gdLst/>
              <a:ahLst/>
              <a:cxnLst>
                <a:cxn ang="0">
                  <a:pos x="30" y="24"/>
                </a:cxn>
                <a:cxn ang="0">
                  <a:pos x="26" y="30"/>
                </a:cxn>
                <a:cxn ang="0">
                  <a:pos x="21" y="37"/>
                </a:cxn>
                <a:cxn ang="0">
                  <a:pos x="18" y="44"/>
                </a:cxn>
                <a:cxn ang="0">
                  <a:pos x="10" y="54"/>
                </a:cxn>
                <a:cxn ang="0">
                  <a:pos x="4" y="58"/>
                </a:cxn>
                <a:cxn ang="0">
                  <a:pos x="1" y="53"/>
                </a:cxn>
                <a:cxn ang="0">
                  <a:pos x="2" y="47"/>
                </a:cxn>
                <a:cxn ang="0">
                  <a:pos x="6" y="41"/>
                </a:cxn>
                <a:cxn ang="0">
                  <a:pos x="8" y="33"/>
                </a:cxn>
                <a:cxn ang="0">
                  <a:pos x="5" y="24"/>
                </a:cxn>
                <a:cxn ang="0">
                  <a:pos x="0" y="17"/>
                </a:cxn>
                <a:cxn ang="0">
                  <a:pos x="1" y="12"/>
                </a:cxn>
                <a:cxn ang="0">
                  <a:pos x="8" y="9"/>
                </a:cxn>
                <a:cxn ang="0">
                  <a:pos x="11" y="3"/>
                </a:cxn>
                <a:cxn ang="0">
                  <a:pos x="15" y="0"/>
                </a:cxn>
                <a:cxn ang="0">
                  <a:pos x="16" y="5"/>
                </a:cxn>
                <a:cxn ang="0">
                  <a:pos x="20" y="11"/>
                </a:cxn>
                <a:cxn ang="0">
                  <a:pos x="27" y="16"/>
                </a:cxn>
                <a:cxn ang="0">
                  <a:pos x="33" y="19"/>
                </a:cxn>
                <a:cxn ang="0">
                  <a:pos x="30" y="24"/>
                </a:cxn>
              </a:cxnLst>
              <a:rect l="0" t="0" r="r" b="b"/>
              <a:pathLst>
                <a:path w="34" h="58">
                  <a:moveTo>
                    <a:pt x="30" y="24"/>
                  </a:moveTo>
                  <a:cubicBezTo>
                    <a:pt x="29" y="25"/>
                    <a:pt x="27" y="28"/>
                    <a:pt x="26" y="30"/>
                  </a:cubicBezTo>
                  <a:cubicBezTo>
                    <a:pt x="24" y="32"/>
                    <a:pt x="22" y="35"/>
                    <a:pt x="21" y="37"/>
                  </a:cubicBezTo>
                  <a:cubicBezTo>
                    <a:pt x="20" y="39"/>
                    <a:pt x="19" y="42"/>
                    <a:pt x="18" y="44"/>
                  </a:cubicBezTo>
                  <a:cubicBezTo>
                    <a:pt x="17" y="47"/>
                    <a:pt x="12" y="52"/>
                    <a:pt x="10" y="54"/>
                  </a:cubicBezTo>
                  <a:cubicBezTo>
                    <a:pt x="8" y="55"/>
                    <a:pt x="6" y="58"/>
                    <a:pt x="4" y="58"/>
                  </a:cubicBezTo>
                  <a:cubicBezTo>
                    <a:pt x="3" y="57"/>
                    <a:pt x="2" y="55"/>
                    <a:pt x="1" y="53"/>
                  </a:cubicBezTo>
                  <a:cubicBezTo>
                    <a:pt x="1" y="52"/>
                    <a:pt x="1" y="48"/>
                    <a:pt x="2" y="47"/>
                  </a:cubicBezTo>
                  <a:cubicBezTo>
                    <a:pt x="2" y="45"/>
                    <a:pt x="5" y="43"/>
                    <a:pt x="6" y="41"/>
                  </a:cubicBezTo>
                  <a:cubicBezTo>
                    <a:pt x="7" y="39"/>
                    <a:pt x="9" y="35"/>
                    <a:pt x="8" y="33"/>
                  </a:cubicBezTo>
                  <a:cubicBezTo>
                    <a:pt x="8" y="31"/>
                    <a:pt x="6" y="26"/>
                    <a:pt x="5" y="24"/>
                  </a:cubicBezTo>
                  <a:cubicBezTo>
                    <a:pt x="4" y="22"/>
                    <a:pt x="1" y="19"/>
                    <a:pt x="0" y="17"/>
                  </a:cubicBezTo>
                  <a:cubicBezTo>
                    <a:pt x="0" y="16"/>
                    <a:pt x="0" y="13"/>
                    <a:pt x="1" y="12"/>
                  </a:cubicBezTo>
                  <a:cubicBezTo>
                    <a:pt x="2" y="11"/>
                    <a:pt x="6" y="10"/>
                    <a:pt x="8" y="9"/>
                  </a:cubicBezTo>
                  <a:cubicBezTo>
                    <a:pt x="9" y="8"/>
                    <a:pt x="10" y="5"/>
                    <a:pt x="11" y="3"/>
                  </a:cubicBezTo>
                  <a:cubicBezTo>
                    <a:pt x="11" y="2"/>
                    <a:pt x="13" y="0"/>
                    <a:pt x="15" y="0"/>
                  </a:cubicBezTo>
                  <a:cubicBezTo>
                    <a:pt x="16" y="1"/>
                    <a:pt x="16" y="4"/>
                    <a:pt x="16" y="5"/>
                  </a:cubicBezTo>
                  <a:cubicBezTo>
                    <a:pt x="17" y="6"/>
                    <a:pt x="18" y="9"/>
                    <a:pt x="20" y="11"/>
                  </a:cubicBezTo>
                  <a:cubicBezTo>
                    <a:pt x="21" y="12"/>
                    <a:pt x="25" y="15"/>
                    <a:pt x="27" y="16"/>
                  </a:cubicBezTo>
                  <a:cubicBezTo>
                    <a:pt x="28" y="17"/>
                    <a:pt x="33" y="17"/>
                    <a:pt x="33" y="19"/>
                  </a:cubicBezTo>
                  <a:cubicBezTo>
                    <a:pt x="34" y="21"/>
                    <a:pt x="31" y="23"/>
                    <a:pt x="30" y="2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64"/>
            <p:cNvSpPr>
              <a:spLocks/>
            </p:cNvSpPr>
            <p:nvPr/>
          </p:nvSpPr>
          <p:spPr bwMode="auto">
            <a:xfrm>
              <a:off x="2830513" y="3305175"/>
              <a:ext cx="31750" cy="23813"/>
            </a:xfrm>
            <a:custGeom>
              <a:avLst/>
              <a:gdLst/>
              <a:ahLst/>
              <a:cxnLst>
                <a:cxn ang="0">
                  <a:pos x="18" y="13"/>
                </a:cxn>
                <a:cxn ang="0">
                  <a:pos x="15" y="14"/>
                </a:cxn>
                <a:cxn ang="0">
                  <a:pos x="8" y="15"/>
                </a:cxn>
                <a:cxn ang="0">
                  <a:pos x="4" y="13"/>
                </a:cxn>
                <a:cxn ang="0">
                  <a:pos x="0" y="11"/>
                </a:cxn>
                <a:cxn ang="0">
                  <a:pos x="1" y="7"/>
                </a:cxn>
                <a:cxn ang="0">
                  <a:pos x="6" y="7"/>
                </a:cxn>
                <a:cxn ang="0">
                  <a:pos x="11" y="2"/>
                </a:cxn>
                <a:cxn ang="0">
                  <a:pos x="17" y="1"/>
                </a:cxn>
                <a:cxn ang="0">
                  <a:pos x="19" y="4"/>
                </a:cxn>
                <a:cxn ang="0">
                  <a:pos x="21" y="8"/>
                </a:cxn>
                <a:cxn ang="0">
                  <a:pos x="18" y="13"/>
                </a:cxn>
              </a:cxnLst>
              <a:rect l="0" t="0" r="r" b="b"/>
              <a:pathLst>
                <a:path w="21" h="15">
                  <a:moveTo>
                    <a:pt x="18" y="13"/>
                  </a:moveTo>
                  <a:cubicBezTo>
                    <a:pt x="18" y="14"/>
                    <a:pt x="16" y="14"/>
                    <a:pt x="15" y="14"/>
                  </a:cubicBezTo>
                  <a:cubicBezTo>
                    <a:pt x="13" y="15"/>
                    <a:pt x="10" y="15"/>
                    <a:pt x="8" y="15"/>
                  </a:cubicBezTo>
                  <a:cubicBezTo>
                    <a:pt x="7" y="14"/>
                    <a:pt x="5" y="13"/>
                    <a:pt x="4" y="13"/>
                  </a:cubicBezTo>
                  <a:cubicBezTo>
                    <a:pt x="3" y="12"/>
                    <a:pt x="1" y="12"/>
                    <a:pt x="0" y="11"/>
                  </a:cubicBezTo>
                  <a:cubicBezTo>
                    <a:pt x="0" y="10"/>
                    <a:pt x="0" y="8"/>
                    <a:pt x="1" y="7"/>
                  </a:cubicBezTo>
                  <a:cubicBezTo>
                    <a:pt x="2" y="6"/>
                    <a:pt x="5" y="7"/>
                    <a:pt x="6" y="7"/>
                  </a:cubicBezTo>
                  <a:cubicBezTo>
                    <a:pt x="8" y="6"/>
                    <a:pt x="10" y="3"/>
                    <a:pt x="11" y="2"/>
                  </a:cubicBezTo>
                  <a:cubicBezTo>
                    <a:pt x="13" y="1"/>
                    <a:pt x="16" y="0"/>
                    <a:pt x="17" y="1"/>
                  </a:cubicBezTo>
                  <a:cubicBezTo>
                    <a:pt x="18" y="1"/>
                    <a:pt x="19" y="3"/>
                    <a:pt x="19" y="4"/>
                  </a:cubicBezTo>
                  <a:cubicBezTo>
                    <a:pt x="20" y="5"/>
                    <a:pt x="21" y="7"/>
                    <a:pt x="21" y="8"/>
                  </a:cubicBezTo>
                  <a:cubicBezTo>
                    <a:pt x="21" y="10"/>
                    <a:pt x="19" y="12"/>
                    <a:pt x="18"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65"/>
            <p:cNvSpPr>
              <a:spLocks/>
            </p:cNvSpPr>
            <p:nvPr/>
          </p:nvSpPr>
          <p:spPr bwMode="auto">
            <a:xfrm>
              <a:off x="2671763" y="3284538"/>
              <a:ext cx="52388" cy="77788"/>
            </a:xfrm>
            <a:custGeom>
              <a:avLst/>
              <a:gdLst/>
              <a:ahLst/>
              <a:cxnLst>
                <a:cxn ang="0">
                  <a:pos x="34" y="13"/>
                </a:cxn>
                <a:cxn ang="0">
                  <a:pos x="30" y="23"/>
                </a:cxn>
                <a:cxn ang="0">
                  <a:pos x="23" y="34"/>
                </a:cxn>
                <a:cxn ang="0">
                  <a:pos x="14" y="44"/>
                </a:cxn>
                <a:cxn ang="0">
                  <a:pos x="10" y="51"/>
                </a:cxn>
                <a:cxn ang="0">
                  <a:pos x="5" y="51"/>
                </a:cxn>
                <a:cxn ang="0">
                  <a:pos x="1" y="46"/>
                </a:cxn>
                <a:cxn ang="0">
                  <a:pos x="1" y="42"/>
                </a:cxn>
                <a:cxn ang="0">
                  <a:pos x="4" y="38"/>
                </a:cxn>
                <a:cxn ang="0">
                  <a:pos x="4" y="33"/>
                </a:cxn>
                <a:cxn ang="0">
                  <a:pos x="2" y="29"/>
                </a:cxn>
                <a:cxn ang="0">
                  <a:pos x="0" y="20"/>
                </a:cxn>
                <a:cxn ang="0">
                  <a:pos x="2" y="15"/>
                </a:cxn>
                <a:cxn ang="0">
                  <a:pos x="8" y="13"/>
                </a:cxn>
                <a:cxn ang="0">
                  <a:pos x="13" y="8"/>
                </a:cxn>
                <a:cxn ang="0">
                  <a:pos x="13" y="2"/>
                </a:cxn>
                <a:cxn ang="0">
                  <a:pos x="22" y="0"/>
                </a:cxn>
                <a:cxn ang="0">
                  <a:pos x="31" y="2"/>
                </a:cxn>
                <a:cxn ang="0">
                  <a:pos x="35" y="7"/>
                </a:cxn>
                <a:cxn ang="0">
                  <a:pos x="34" y="13"/>
                </a:cxn>
              </a:cxnLst>
              <a:rect l="0" t="0" r="r" b="b"/>
              <a:pathLst>
                <a:path w="35" h="51">
                  <a:moveTo>
                    <a:pt x="34" y="13"/>
                  </a:moveTo>
                  <a:cubicBezTo>
                    <a:pt x="34" y="16"/>
                    <a:pt x="31" y="21"/>
                    <a:pt x="30" y="23"/>
                  </a:cubicBezTo>
                  <a:cubicBezTo>
                    <a:pt x="28" y="26"/>
                    <a:pt x="25" y="32"/>
                    <a:pt x="23" y="34"/>
                  </a:cubicBezTo>
                  <a:cubicBezTo>
                    <a:pt x="21" y="37"/>
                    <a:pt x="16" y="41"/>
                    <a:pt x="14" y="44"/>
                  </a:cubicBezTo>
                  <a:cubicBezTo>
                    <a:pt x="13" y="46"/>
                    <a:pt x="12" y="50"/>
                    <a:pt x="10" y="51"/>
                  </a:cubicBezTo>
                  <a:cubicBezTo>
                    <a:pt x="9" y="51"/>
                    <a:pt x="7" y="51"/>
                    <a:pt x="5" y="51"/>
                  </a:cubicBezTo>
                  <a:cubicBezTo>
                    <a:pt x="4" y="50"/>
                    <a:pt x="2" y="48"/>
                    <a:pt x="1" y="46"/>
                  </a:cubicBezTo>
                  <a:cubicBezTo>
                    <a:pt x="0" y="45"/>
                    <a:pt x="0" y="43"/>
                    <a:pt x="1" y="42"/>
                  </a:cubicBezTo>
                  <a:cubicBezTo>
                    <a:pt x="1" y="41"/>
                    <a:pt x="3" y="39"/>
                    <a:pt x="4" y="38"/>
                  </a:cubicBezTo>
                  <a:cubicBezTo>
                    <a:pt x="4" y="37"/>
                    <a:pt x="4" y="34"/>
                    <a:pt x="4" y="33"/>
                  </a:cubicBezTo>
                  <a:cubicBezTo>
                    <a:pt x="3" y="32"/>
                    <a:pt x="2" y="30"/>
                    <a:pt x="2" y="29"/>
                  </a:cubicBezTo>
                  <a:cubicBezTo>
                    <a:pt x="1" y="26"/>
                    <a:pt x="0" y="22"/>
                    <a:pt x="0" y="20"/>
                  </a:cubicBezTo>
                  <a:cubicBezTo>
                    <a:pt x="1" y="19"/>
                    <a:pt x="1" y="16"/>
                    <a:pt x="2" y="15"/>
                  </a:cubicBezTo>
                  <a:cubicBezTo>
                    <a:pt x="3" y="14"/>
                    <a:pt x="6" y="14"/>
                    <a:pt x="8" y="13"/>
                  </a:cubicBezTo>
                  <a:cubicBezTo>
                    <a:pt x="9" y="12"/>
                    <a:pt x="12" y="9"/>
                    <a:pt x="13" y="8"/>
                  </a:cubicBezTo>
                  <a:cubicBezTo>
                    <a:pt x="13" y="6"/>
                    <a:pt x="12" y="3"/>
                    <a:pt x="13" y="2"/>
                  </a:cubicBezTo>
                  <a:cubicBezTo>
                    <a:pt x="15" y="0"/>
                    <a:pt x="20" y="0"/>
                    <a:pt x="22" y="0"/>
                  </a:cubicBezTo>
                  <a:cubicBezTo>
                    <a:pt x="24" y="0"/>
                    <a:pt x="29" y="1"/>
                    <a:pt x="31" y="2"/>
                  </a:cubicBezTo>
                  <a:cubicBezTo>
                    <a:pt x="32" y="3"/>
                    <a:pt x="35" y="5"/>
                    <a:pt x="35" y="7"/>
                  </a:cubicBezTo>
                  <a:cubicBezTo>
                    <a:pt x="35" y="8"/>
                    <a:pt x="35" y="11"/>
                    <a:pt x="34"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66"/>
            <p:cNvSpPr>
              <a:spLocks/>
            </p:cNvSpPr>
            <p:nvPr/>
          </p:nvSpPr>
          <p:spPr bwMode="auto">
            <a:xfrm>
              <a:off x="2959101" y="3279775"/>
              <a:ext cx="111125" cy="82550"/>
            </a:xfrm>
            <a:custGeom>
              <a:avLst/>
              <a:gdLst/>
              <a:ahLst/>
              <a:cxnLst>
                <a:cxn ang="0">
                  <a:pos x="56" y="54"/>
                </a:cxn>
                <a:cxn ang="0">
                  <a:pos x="45" y="51"/>
                </a:cxn>
                <a:cxn ang="0">
                  <a:pos x="34" y="42"/>
                </a:cxn>
                <a:cxn ang="0">
                  <a:pos x="22" y="29"/>
                </a:cxn>
                <a:cxn ang="0">
                  <a:pos x="12" y="20"/>
                </a:cxn>
                <a:cxn ang="0">
                  <a:pos x="3" y="14"/>
                </a:cxn>
                <a:cxn ang="0">
                  <a:pos x="0" y="8"/>
                </a:cxn>
                <a:cxn ang="0">
                  <a:pos x="2" y="2"/>
                </a:cxn>
                <a:cxn ang="0">
                  <a:pos x="11" y="0"/>
                </a:cxn>
                <a:cxn ang="0">
                  <a:pos x="17" y="3"/>
                </a:cxn>
                <a:cxn ang="0">
                  <a:pos x="22" y="9"/>
                </a:cxn>
                <a:cxn ang="0">
                  <a:pos x="36" y="9"/>
                </a:cxn>
                <a:cxn ang="0">
                  <a:pos x="50" y="14"/>
                </a:cxn>
                <a:cxn ang="0">
                  <a:pos x="69" y="24"/>
                </a:cxn>
                <a:cxn ang="0">
                  <a:pos x="72" y="33"/>
                </a:cxn>
                <a:cxn ang="0">
                  <a:pos x="70" y="44"/>
                </a:cxn>
                <a:cxn ang="0">
                  <a:pos x="66" y="51"/>
                </a:cxn>
                <a:cxn ang="0">
                  <a:pos x="56" y="54"/>
                </a:cxn>
              </a:cxnLst>
              <a:rect l="0" t="0" r="r" b="b"/>
              <a:pathLst>
                <a:path w="73" h="54">
                  <a:moveTo>
                    <a:pt x="56" y="54"/>
                  </a:moveTo>
                  <a:cubicBezTo>
                    <a:pt x="53" y="54"/>
                    <a:pt x="48" y="52"/>
                    <a:pt x="45" y="51"/>
                  </a:cubicBezTo>
                  <a:cubicBezTo>
                    <a:pt x="42" y="50"/>
                    <a:pt x="37" y="44"/>
                    <a:pt x="34" y="42"/>
                  </a:cubicBezTo>
                  <a:cubicBezTo>
                    <a:pt x="31" y="39"/>
                    <a:pt x="25" y="32"/>
                    <a:pt x="22" y="29"/>
                  </a:cubicBezTo>
                  <a:cubicBezTo>
                    <a:pt x="19" y="27"/>
                    <a:pt x="14" y="23"/>
                    <a:pt x="12" y="20"/>
                  </a:cubicBezTo>
                  <a:cubicBezTo>
                    <a:pt x="10" y="19"/>
                    <a:pt x="5" y="16"/>
                    <a:pt x="3" y="14"/>
                  </a:cubicBezTo>
                  <a:cubicBezTo>
                    <a:pt x="2" y="13"/>
                    <a:pt x="0" y="10"/>
                    <a:pt x="0" y="8"/>
                  </a:cubicBezTo>
                  <a:cubicBezTo>
                    <a:pt x="0" y="6"/>
                    <a:pt x="0" y="3"/>
                    <a:pt x="2" y="2"/>
                  </a:cubicBezTo>
                  <a:cubicBezTo>
                    <a:pt x="3" y="1"/>
                    <a:pt x="9" y="0"/>
                    <a:pt x="11" y="0"/>
                  </a:cubicBezTo>
                  <a:cubicBezTo>
                    <a:pt x="13" y="0"/>
                    <a:pt x="16" y="2"/>
                    <a:pt x="17" y="3"/>
                  </a:cubicBezTo>
                  <a:cubicBezTo>
                    <a:pt x="19" y="4"/>
                    <a:pt x="20" y="9"/>
                    <a:pt x="22" y="9"/>
                  </a:cubicBezTo>
                  <a:cubicBezTo>
                    <a:pt x="25" y="11"/>
                    <a:pt x="33" y="9"/>
                    <a:pt x="36" y="9"/>
                  </a:cubicBezTo>
                  <a:cubicBezTo>
                    <a:pt x="40" y="10"/>
                    <a:pt x="47" y="13"/>
                    <a:pt x="50" y="14"/>
                  </a:cubicBezTo>
                  <a:cubicBezTo>
                    <a:pt x="55" y="17"/>
                    <a:pt x="65" y="20"/>
                    <a:pt x="69" y="24"/>
                  </a:cubicBezTo>
                  <a:cubicBezTo>
                    <a:pt x="70" y="26"/>
                    <a:pt x="72" y="31"/>
                    <a:pt x="72" y="33"/>
                  </a:cubicBezTo>
                  <a:cubicBezTo>
                    <a:pt x="73" y="36"/>
                    <a:pt x="71" y="41"/>
                    <a:pt x="70" y="44"/>
                  </a:cubicBezTo>
                  <a:cubicBezTo>
                    <a:pt x="69" y="46"/>
                    <a:pt x="68" y="49"/>
                    <a:pt x="66" y="51"/>
                  </a:cubicBezTo>
                  <a:cubicBezTo>
                    <a:pt x="64" y="52"/>
                    <a:pt x="58" y="54"/>
                    <a:pt x="56" y="5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67"/>
            <p:cNvSpPr>
              <a:spLocks/>
            </p:cNvSpPr>
            <p:nvPr/>
          </p:nvSpPr>
          <p:spPr bwMode="auto">
            <a:xfrm>
              <a:off x="2838451" y="3121025"/>
              <a:ext cx="120650" cy="157163"/>
            </a:xfrm>
            <a:custGeom>
              <a:avLst/>
              <a:gdLst/>
              <a:ahLst/>
              <a:cxnLst>
                <a:cxn ang="0">
                  <a:pos x="65" y="103"/>
                </a:cxn>
                <a:cxn ang="0">
                  <a:pos x="62" y="90"/>
                </a:cxn>
                <a:cxn ang="0">
                  <a:pos x="49" y="73"/>
                </a:cxn>
                <a:cxn ang="0">
                  <a:pos x="38" y="67"/>
                </a:cxn>
                <a:cxn ang="0">
                  <a:pos x="29" y="57"/>
                </a:cxn>
                <a:cxn ang="0">
                  <a:pos x="24" y="49"/>
                </a:cxn>
                <a:cxn ang="0">
                  <a:pos x="18" y="44"/>
                </a:cxn>
                <a:cxn ang="0">
                  <a:pos x="7" y="34"/>
                </a:cxn>
                <a:cxn ang="0">
                  <a:pos x="1" y="21"/>
                </a:cxn>
                <a:cxn ang="0">
                  <a:pos x="1" y="12"/>
                </a:cxn>
                <a:cxn ang="0">
                  <a:pos x="2" y="9"/>
                </a:cxn>
                <a:cxn ang="0">
                  <a:pos x="13" y="7"/>
                </a:cxn>
                <a:cxn ang="0">
                  <a:pos x="19" y="3"/>
                </a:cxn>
                <a:cxn ang="0">
                  <a:pos x="23" y="0"/>
                </a:cxn>
                <a:cxn ang="0">
                  <a:pos x="30" y="6"/>
                </a:cxn>
                <a:cxn ang="0">
                  <a:pos x="35" y="16"/>
                </a:cxn>
                <a:cxn ang="0">
                  <a:pos x="44" y="28"/>
                </a:cxn>
                <a:cxn ang="0">
                  <a:pos x="55" y="30"/>
                </a:cxn>
                <a:cxn ang="0">
                  <a:pos x="65" y="30"/>
                </a:cxn>
                <a:cxn ang="0">
                  <a:pos x="67" y="34"/>
                </a:cxn>
                <a:cxn ang="0">
                  <a:pos x="70" y="43"/>
                </a:cxn>
                <a:cxn ang="0">
                  <a:pos x="68" y="50"/>
                </a:cxn>
                <a:cxn ang="0">
                  <a:pos x="75" y="56"/>
                </a:cxn>
                <a:cxn ang="0">
                  <a:pos x="73" y="64"/>
                </a:cxn>
                <a:cxn ang="0">
                  <a:pos x="70" y="69"/>
                </a:cxn>
                <a:cxn ang="0">
                  <a:pos x="70" y="73"/>
                </a:cxn>
                <a:cxn ang="0">
                  <a:pos x="77" y="76"/>
                </a:cxn>
                <a:cxn ang="0">
                  <a:pos x="75" y="91"/>
                </a:cxn>
                <a:cxn ang="0">
                  <a:pos x="71" y="100"/>
                </a:cxn>
                <a:cxn ang="0">
                  <a:pos x="65" y="103"/>
                </a:cxn>
              </a:cxnLst>
              <a:rect l="0" t="0" r="r" b="b"/>
              <a:pathLst>
                <a:path w="79" h="103">
                  <a:moveTo>
                    <a:pt x="65" y="103"/>
                  </a:moveTo>
                  <a:cubicBezTo>
                    <a:pt x="62" y="101"/>
                    <a:pt x="64" y="93"/>
                    <a:pt x="62" y="90"/>
                  </a:cubicBezTo>
                  <a:cubicBezTo>
                    <a:pt x="60" y="85"/>
                    <a:pt x="53" y="77"/>
                    <a:pt x="49" y="73"/>
                  </a:cubicBezTo>
                  <a:cubicBezTo>
                    <a:pt x="46" y="71"/>
                    <a:pt x="41" y="69"/>
                    <a:pt x="38" y="67"/>
                  </a:cubicBezTo>
                  <a:cubicBezTo>
                    <a:pt x="36" y="65"/>
                    <a:pt x="31" y="60"/>
                    <a:pt x="29" y="57"/>
                  </a:cubicBezTo>
                  <a:cubicBezTo>
                    <a:pt x="28" y="55"/>
                    <a:pt x="26" y="51"/>
                    <a:pt x="24" y="49"/>
                  </a:cubicBezTo>
                  <a:cubicBezTo>
                    <a:pt x="23" y="47"/>
                    <a:pt x="19" y="45"/>
                    <a:pt x="18" y="44"/>
                  </a:cubicBezTo>
                  <a:cubicBezTo>
                    <a:pt x="15" y="42"/>
                    <a:pt x="9" y="37"/>
                    <a:pt x="7" y="34"/>
                  </a:cubicBezTo>
                  <a:cubicBezTo>
                    <a:pt x="5" y="31"/>
                    <a:pt x="2" y="25"/>
                    <a:pt x="1" y="21"/>
                  </a:cubicBezTo>
                  <a:cubicBezTo>
                    <a:pt x="1" y="19"/>
                    <a:pt x="0" y="14"/>
                    <a:pt x="1" y="12"/>
                  </a:cubicBezTo>
                  <a:cubicBezTo>
                    <a:pt x="1" y="11"/>
                    <a:pt x="2" y="10"/>
                    <a:pt x="2" y="9"/>
                  </a:cubicBezTo>
                  <a:cubicBezTo>
                    <a:pt x="4" y="8"/>
                    <a:pt x="10" y="8"/>
                    <a:pt x="13" y="7"/>
                  </a:cubicBezTo>
                  <a:cubicBezTo>
                    <a:pt x="14" y="6"/>
                    <a:pt x="18" y="4"/>
                    <a:pt x="19" y="3"/>
                  </a:cubicBezTo>
                  <a:cubicBezTo>
                    <a:pt x="20" y="3"/>
                    <a:pt x="21" y="0"/>
                    <a:pt x="23" y="0"/>
                  </a:cubicBezTo>
                  <a:cubicBezTo>
                    <a:pt x="25" y="0"/>
                    <a:pt x="29" y="4"/>
                    <a:pt x="30" y="6"/>
                  </a:cubicBezTo>
                  <a:cubicBezTo>
                    <a:pt x="32" y="8"/>
                    <a:pt x="34" y="13"/>
                    <a:pt x="35" y="16"/>
                  </a:cubicBezTo>
                  <a:cubicBezTo>
                    <a:pt x="37" y="19"/>
                    <a:pt x="40" y="26"/>
                    <a:pt x="44" y="28"/>
                  </a:cubicBezTo>
                  <a:cubicBezTo>
                    <a:pt x="46" y="30"/>
                    <a:pt x="52" y="29"/>
                    <a:pt x="55" y="30"/>
                  </a:cubicBezTo>
                  <a:cubicBezTo>
                    <a:pt x="58" y="30"/>
                    <a:pt x="63" y="29"/>
                    <a:pt x="65" y="30"/>
                  </a:cubicBezTo>
                  <a:cubicBezTo>
                    <a:pt x="66" y="31"/>
                    <a:pt x="67" y="33"/>
                    <a:pt x="67" y="34"/>
                  </a:cubicBezTo>
                  <a:cubicBezTo>
                    <a:pt x="68" y="36"/>
                    <a:pt x="70" y="41"/>
                    <a:pt x="70" y="43"/>
                  </a:cubicBezTo>
                  <a:cubicBezTo>
                    <a:pt x="70" y="45"/>
                    <a:pt x="67" y="48"/>
                    <a:pt x="68" y="50"/>
                  </a:cubicBezTo>
                  <a:cubicBezTo>
                    <a:pt x="69" y="52"/>
                    <a:pt x="74" y="54"/>
                    <a:pt x="75" y="56"/>
                  </a:cubicBezTo>
                  <a:cubicBezTo>
                    <a:pt x="76" y="58"/>
                    <a:pt x="74" y="62"/>
                    <a:pt x="73" y="64"/>
                  </a:cubicBezTo>
                  <a:cubicBezTo>
                    <a:pt x="72" y="66"/>
                    <a:pt x="70" y="68"/>
                    <a:pt x="70" y="69"/>
                  </a:cubicBezTo>
                  <a:cubicBezTo>
                    <a:pt x="70" y="70"/>
                    <a:pt x="69" y="72"/>
                    <a:pt x="70" y="73"/>
                  </a:cubicBezTo>
                  <a:cubicBezTo>
                    <a:pt x="71" y="75"/>
                    <a:pt x="76" y="75"/>
                    <a:pt x="77" y="76"/>
                  </a:cubicBezTo>
                  <a:cubicBezTo>
                    <a:pt x="79" y="79"/>
                    <a:pt x="76" y="87"/>
                    <a:pt x="75" y="91"/>
                  </a:cubicBezTo>
                  <a:cubicBezTo>
                    <a:pt x="74" y="93"/>
                    <a:pt x="73" y="99"/>
                    <a:pt x="71" y="100"/>
                  </a:cubicBezTo>
                  <a:cubicBezTo>
                    <a:pt x="70" y="101"/>
                    <a:pt x="66" y="103"/>
                    <a:pt x="65" y="10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68"/>
            <p:cNvSpPr>
              <a:spLocks/>
            </p:cNvSpPr>
            <p:nvPr/>
          </p:nvSpPr>
          <p:spPr bwMode="auto">
            <a:xfrm>
              <a:off x="1209676" y="3135313"/>
              <a:ext cx="147638" cy="150813"/>
            </a:xfrm>
            <a:custGeom>
              <a:avLst/>
              <a:gdLst/>
              <a:ahLst/>
              <a:cxnLst>
                <a:cxn ang="0">
                  <a:pos x="79" y="70"/>
                </a:cxn>
                <a:cxn ang="0">
                  <a:pos x="75" y="67"/>
                </a:cxn>
                <a:cxn ang="0">
                  <a:pos x="67" y="67"/>
                </a:cxn>
                <a:cxn ang="0">
                  <a:pos x="63" y="69"/>
                </a:cxn>
                <a:cxn ang="0">
                  <a:pos x="61" y="75"/>
                </a:cxn>
                <a:cxn ang="0">
                  <a:pos x="58" y="80"/>
                </a:cxn>
                <a:cxn ang="0">
                  <a:pos x="55" y="84"/>
                </a:cxn>
                <a:cxn ang="0">
                  <a:pos x="55" y="88"/>
                </a:cxn>
                <a:cxn ang="0">
                  <a:pos x="58" y="90"/>
                </a:cxn>
                <a:cxn ang="0">
                  <a:pos x="57" y="94"/>
                </a:cxn>
                <a:cxn ang="0">
                  <a:pos x="54" y="99"/>
                </a:cxn>
                <a:cxn ang="0">
                  <a:pos x="44" y="91"/>
                </a:cxn>
                <a:cxn ang="0">
                  <a:pos x="38" y="83"/>
                </a:cxn>
                <a:cxn ang="0">
                  <a:pos x="34" y="76"/>
                </a:cxn>
                <a:cxn ang="0">
                  <a:pos x="30" y="71"/>
                </a:cxn>
                <a:cxn ang="0">
                  <a:pos x="27" y="72"/>
                </a:cxn>
                <a:cxn ang="0">
                  <a:pos x="22" y="72"/>
                </a:cxn>
                <a:cxn ang="0">
                  <a:pos x="19" y="65"/>
                </a:cxn>
                <a:cxn ang="0">
                  <a:pos x="17" y="58"/>
                </a:cxn>
                <a:cxn ang="0">
                  <a:pos x="13" y="52"/>
                </a:cxn>
                <a:cxn ang="0">
                  <a:pos x="10" y="46"/>
                </a:cxn>
                <a:cxn ang="0">
                  <a:pos x="6" y="42"/>
                </a:cxn>
                <a:cxn ang="0">
                  <a:pos x="2" y="40"/>
                </a:cxn>
                <a:cxn ang="0">
                  <a:pos x="0" y="33"/>
                </a:cxn>
                <a:cxn ang="0">
                  <a:pos x="2" y="20"/>
                </a:cxn>
                <a:cxn ang="0">
                  <a:pos x="9" y="13"/>
                </a:cxn>
                <a:cxn ang="0">
                  <a:pos x="12" y="6"/>
                </a:cxn>
                <a:cxn ang="0">
                  <a:pos x="17" y="1"/>
                </a:cxn>
                <a:cxn ang="0">
                  <a:pos x="22" y="2"/>
                </a:cxn>
                <a:cxn ang="0">
                  <a:pos x="24" y="6"/>
                </a:cxn>
                <a:cxn ang="0">
                  <a:pos x="27" y="16"/>
                </a:cxn>
                <a:cxn ang="0">
                  <a:pos x="34" y="24"/>
                </a:cxn>
                <a:cxn ang="0">
                  <a:pos x="42" y="29"/>
                </a:cxn>
                <a:cxn ang="0">
                  <a:pos x="53" y="34"/>
                </a:cxn>
                <a:cxn ang="0">
                  <a:pos x="64" y="35"/>
                </a:cxn>
                <a:cxn ang="0">
                  <a:pos x="70" y="38"/>
                </a:cxn>
                <a:cxn ang="0">
                  <a:pos x="77" y="48"/>
                </a:cxn>
                <a:cxn ang="0">
                  <a:pos x="79" y="57"/>
                </a:cxn>
                <a:cxn ang="0">
                  <a:pos x="83" y="59"/>
                </a:cxn>
                <a:cxn ang="0">
                  <a:pos x="88" y="63"/>
                </a:cxn>
                <a:cxn ang="0">
                  <a:pos x="95" y="69"/>
                </a:cxn>
                <a:cxn ang="0">
                  <a:pos x="96" y="74"/>
                </a:cxn>
                <a:cxn ang="0">
                  <a:pos x="93" y="76"/>
                </a:cxn>
                <a:cxn ang="0">
                  <a:pos x="85" y="75"/>
                </a:cxn>
                <a:cxn ang="0">
                  <a:pos x="81" y="71"/>
                </a:cxn>
                <a:cxn ang="0">
                  <a:pos x="79" y="70"/>
                </a:cxn>
              </a:cxnLst>
              <a:rect l="0" t="0" r="r" b="b"/>
              <a:pathLst>
                <a:path w="97" h="99">
                  <a:moveTo>
                    <a:pt x="79" y="70"/>
                  </a:moveTo>
                  <a:cubicBezTo>
                    <a:pt x="78" y="69"/>
                    <a:pt x="76" y="67"/>
                    <a:pt x="75" y="67"/>
                  </a:cubicBezTo>
                  <a:cubicBezTo>
                    <a:pt x="73" y="66"/>
                    <a:pt x="69" y="66"/>
                    <a:pt x="67" y="67"/>
                  </a:cubicBezTo>
                  <a:cubicBezTo>
                    <a:pt x="66" y="67"/>
                    <a:pt x="64" y="68"/>
                    <a:pt x="63" y="69"/>
                  </a:cubicBezTo>
                  <a:cubicBezTo>
                    <a:pt x="62" y="70"/>
                    <a:pt x="62" y="73"/>
                    <a:pt x="61" y="75"/>
                  </a:cubicBezTo>
                  <a:cubicBezTo>
                    <a:pt x="61" y="76"/>
                    <a:pt x="59" y="79"/>
                    <a:pt x="58" y="80"/>
                  </a:cubicBezTo>
                  <a:cubicBezTo>
                    <a:pt x="57" y="81"/>
                    <a:pt x="55" y="83"/>
                    <a:pt x="55" y="84"/>
                  </a:cubicBezTo>
                  <a:cubicBezTo>
                    <a:pt x="54" y="85"/>
                    <a:pt x="54" y="87"/>
                    <a:pt x="55" y="88"/>
                  </a:cubicBezTo>
                  <a:cubicBezTo>
                    <a:pt x="55" y="89"/>
                    <a:pt x="57" y="90"/>
                    <a:pt x="58" y="90"/>
                  </a:cubicBezTo>
                  <a:cubicBezTo>
                    <a:pt x="58" y="91"/>
                    <a:pt x="57" y="93"/>
                    <a:pt x="57" y="94"/>
                  </a:cubicBezTo>
                  <a:cubicBezTo>
                    <a:pt x="56" y="95"/>
                    <a:pt x="55" y="98"/>
                    <a:pt x="54" y="99"/>
                  </a:cubicBezTo>
                  <a:cubicBezTo>
                    <a:pt x="51" y="99"/>
                    <a:pt x="46" y="93"/>
                    <a:pt x="44" y="91"/>
                  </a:cubicBezTo>
                  <a:cubicBezTo>
                    <a:pt x="42" y="89"/>
                    <a:pt x="39" y="85"/>
                    <a:pt x="38" y="83"/>
                  </a:cubicBezTo>
                  <a:cubicBezTo>
                    <a:pt x="37" y="81"/>
                    <a:pt x="35" y="77"/>
                    <a:pt x="34" y="76"/>
                  </a:cubicBezTo>
                  <a:cubicBezTo>
                    <a:pt x="34" y="74"/>
                    <a:pt x="32" y="71"/>
                    <a:pt x="30" y="71"/>
                  </a:cubicBezTo>
                  <a:cubicBezTo>
                    <a:pt x="30" y="71"/>
                    <a:pt x="28" y="72"/>
                    <a:pt x="27" y="72"/>
                  </a:cubicBezTo>
                  <a:cubicBezTo>
                    <a:pt x="26" y="73"/>
                    <a:pt x="23" y="73"/>
                    <a:pt x="22" y="72"/>
                  </a:cubicBezTo>
                  <a:cubicBezTo>
                    <a:pt x="21" y="71"/>
                    <a:pt x="20" y="67"/>
                    <a:pt x="19" y="65"/>
                  </a:cubicBezTo>
                  <a:cubicBezTo>
                    <a:pt x="18" y="63"/>
                    <a:pt x="18" y="60"/>
                    <a:pt x="17" y="58"/>
                  </a:cubicBezTo>
                  <a:cubicBezTo>
                    <a:pt x="17" y="57"/>
                    <a:pt x="14" y="54"/>
                    <a:pt x="13" y="52"/>
                  </a:cubicBezTo>
                  <a:cubicBezTo>
                    <a:pt x="12" y="51"/>
                    <a:pt x="11" y="48"/>
                    <a:pt x="10" y="46"/>
                  </a:cubicBezTo>
                  <a:cubicBezTo>
                    <a:pt x="9" y="45"/>
                    <a:pt x="8" y="43"/>
                    <a:pt x="6" y="42"/>
                  </a:cubicBezTo>
                  <a:cubicBezTo>
                    <a:pt x="5" y="41"/>
                    <a:pt x="3" y="41"/>
                    <a:pt x="2" y="40"/>
                  </a:cubicBezTo>
                  <a:cubicBezTo>
                    <a:pt x="1" y="39"/>
                    <a:pt x="0" y="35"/>
                    <a:pt x="0" y="33"/>
                  </a:cubicBezTo>
                  <a:cubicBezTo>
                    <a:pt x="0" y="29"/>
                    <a:pt x="0" y="23"/>
                    <a:pt x="2" y="20"/>
                  </a:cubicBezTo>
                  <a:cubicBezTo>
                    <a:pt x="3" y="18"/>
                    <a:pt x="8" y="15"/>
                    <a:pt x="9" y="13"/>
                  </a:cubicBezTo>
                  <a:cubicBezTo>
                    <a:pt x="10" y="12"/>
                    <a:pt x="11" y="8"/>
                    <a:pt x="12" y="6"/>
                  </a:cubicBezTo>
                  <a:cubicBezTo>
                    <a:pt x="13" y="5"/>
                    <a:pt x="15" y="1"/>
                    <a:pt x="17" y="1"/>
                  </a:cubicBezTo>
                  <a:cubicBezTo>
                    <a:pt x="18" y="0"/>
                    <a:pt x="21" y="1"/>
                    <a:pt x="22" y="2"/>
                  </a:cubicBezTo>
                  <a:cubicBezTo>
                    <a:pt x="23" y="2"/>
                    <a:pt x="24" y="5"/>
                    <a:pt x="24" y="6"/>
                  </a:cubicBezTo>
                  <a:cubicBezTo>
                    <a:pt x="25" y="8"/>
                    <a:pt x="26" y="14"/>
                    <a:pt x="27" y="16"/>
                  </a:cubicBezTo>
                  <a:cubicBezTo>
                    <a:pt x="28" y="19"/>
                    <a:pt x="32" y="22"/>
                    <a:pt x="34" y="24"/>
                  </a:cubicBezTo>
                  <a:cubicBezTo>
                    <a:pt x="35" y="25"/>
                    <a:pt x="40" y="28"/>
                    <a:pt x="42" y="29"/>
                  </a:cubicBezTo>
                  <a:cubicBezTo>
                    <a:pt x="45" y="30"/>
                    <a:pt x="50" y="33"/>
                    <a:pt x="53" y="34"/>
                  </a:cubicBezTo>
                  <a:cubicBezTo>
                    <a:pt x="56" y="34"/>
                    <a:pt x="62" y="34"/>
                    <a:pt x="64" y="35"/>
                  </a:cubicBezTo>
                  <a:cubicBezTo>
                    <a:pt x="66" y="35"/>
                    <a:pt x="69" y="37"/>
                    <a:pt x="70" y="38"/>
                  </a:cubicBezTo>
                  <a:cubicBezTo>
                    <a:pt x="72" y="40"/>
                    <a:pt x="76" y="45"/>
                    <a:pt x="77" y="48"/>
                  </a:cubicBezTo>
                  <a:cubicBezTo>
                    <a:pt x="78" y="50"/>
                    <a:pt x="77" y="55"/>
                    <a:pt x="79" y="57"/>
                  </a:cubicBezTo>
                  <a:cubicBezTo>
                    <a:pt x="79" y="58"/>
                    <a:pt x="82" y="59"/>
                    <a:pt x="83" y="59"/>
                  </a:cubicBezTo>
                  <a:cubicBezTo>
                    <a:pt x="84" y="60"/>
                    <a:pt x="87" y="62"/>
                    <a:pt x="88" y="63"/>
                  </a:cubicBezTo>
                  <a:cubicBezTo>
                    <a:pt x="90" y="65"/>
                    <a:pt x="94" y="67"/>
                    <a:pt x="95" y="69"/>
                  </a:cubicBezTo>
                  <a:cubicBezTo>
                    <a:pt x="96" y="70"/>
                    <a:pt x="97" y="73"/>
                    <a:pt x="96" y="74"/>
                  </a:cubicBezTo>
                  <a:cubicBezTo>
                    <a:pt x="96" y="75"/>
                    <a:pt x="94" y="76"/>
                    <a:pt x="93" y="76"/>
                  </a:cubicBezTo>
                  <a:cubicBezTo>
                    <a:pt x="91" y="76"/>
                    <a:pt x="87" y="75"/>
                    <a:pt x="85" y="75"/>
                  </a:cubicBezTo>
                  <a:cubicBezTo>
                    <a:pt x="84" y="74"/>
                    <a:pt x="82" y="72"/>
                    <a:pt x="81" y="71"/>
                  </a:cubicBezTo>
                  <a:cubicBezTo>
                    <a:pt x="81" y="71"/>
                    <a:pt x="80" y="70"/>
                    <a:pt x="79" y="7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69"/>
            <p:cNvSpPr>
              <a:spLocks/>
            </p:cNvSpPr>
            <p:nvPr/>
          </p:nvSpPr>
          <p:spPr bwMode="auto">
            <a:xfrm>
              <a:off x="1214438" y="2846388"/>
              <a:ext cx="50800" cy="98425"/>
            </a:xfrm>
            <a:custGeom>
              <a:avLst/>
              <a:gdLst/>
              <a:ahLst/>
              <a:cxnLst>
                <a:cxn ang="0">
                  <a:pos x="28" y="65"/>
                </a:cxn>
                <a:cxn ang="0">
                  <a:pos x="21" y="62"/>
                </a:cxn>
                <a:cxn ang="0">
                  <a:pos x="19" y="54"/>
                </a:cxn>
                <a:cxn ang="0">
                  <a:pos x="14" y="51"/>
                </a:cxn>
                <a:cxn ang="0">
                  <a:pos x="11" y="47"/>
                </a:cxn>
                <a:cxn ang="0">
                  <a:pos x="9" y="36"/>
                </a:cxn>
                <a:cxn ang="0">
                  <a:pos x="6" y="30"/>
                </a:cxn>
                <a:cxn ang="0">
                  <a:pos x="6" y="21"/>
                </a:cxn>
                <a:cxn ang="0">
                  <a:pos x="2" y="17"/>
                </a:cxn>
                <a:cxn ang="0">
                  <a:pos x="1" y="9"/>
                </a:cxn>
                <a:cxn ang="0">
                  <a:pos x="5" y="9"/>
                </a:cxn>
                <a:cxn ang="0">
                  <a:pos x="8" y="5"/>
                </a:cxn>
                <a:cxn ang="0">
                  <a:pos x="8" y="1"/>
                </a:cxn>
                <a:cxn ang="0">
                  <a:pos x="11" y="0"/>
                </a:cxn>
                <a:cxn ang="0">
                  <a:pos x="12" y="3"/>
                </a:cxn>
                <a:cxn ang="0">
                  <a:pos x="11" y="8"/>
                </a:cxn>
                <a:cxn ang="0">
                  <a:pos x="13" y="12"/>
                </a:cxn>
                <a:cxn ang="0">
                  <a:pos x="16" y="16"/>
                </a:cxn>
                <a:cxn ang="0">
                  <a:pos x="19" y="15"/>
                </a:cxn>
                <a:cxn ang="0">
                  <a:pos x="21" y="18"/>
                </a:cxn>
                <a:cxn ang="0">
                  <a:pos x="22" y="21"/>
                </a:cxn>
                <a:cxn ang="0">
                  <a:pos x="21" y="28"/>
                </a:cxn>
                <a:cxn ang="0">
                  <a:pos x="19" y="33"/>
                </a:cxn>
                <a:cxn ang="0">
                  <a:pos x="16" y="35"/>
                </a:cxn>
                <a:cxn ang="0">
                  <a:pos x="16" y="38"/>
                </a:cxn>
                <a:cxn ang="0">
                  <a:pos x="17" y="42"/>
                </a:cxn>
                <a:cxn ang="0">
                  <a:pos x="22" y="43"/>
                </a:cxn>
                <a:cxn ang="0">
                  <a:pos x="25" y="41"/>
                </a:cxn>
                <a:cxn ang="0">
                  <a:pos x="28" y="38"/>
                </a:cxn>
                <a:cxn ang="0">
                  <a:pos x="31" y="37"/>
                </a:cxn>
                <a:cxn ang="0">
                  <a:pos x="31" y="40"/>
                </a:cxn>
                <a:cxn ang="0">
                  <a:pos x="30" y="44"/>
                </a:cxn>
                <a:cxn ang="0">
                  <a:pos x="31" y="47"/>
                </a:cxn>
                <a:cxn ang="0">
                  <a:pos x="33" y="53"/>
                </a:cxn>
                <a:cxn ang="0">
                  <a:pos x="32" y="59"/>
                </a:cxn>
                <a:cxn ang="0">
                  <a:pos x="31" y="63"/>
                </a:cxn>
                <a:cxn ang="0">
                  <a:pos x="28" y="65"/>
                </a:cxn>
              </a:cxnLst>
              <a:rect l="0" t="0" r="r" b="b"/>
              <a:pathLst>
                <a:path w="33" h="65">
                  <a:moveTo>
                    <a:pt x="28" y="65"/>
                  </a:moveTo>
                  <a:cubicBezTo>
                    <a:pt x="26" y="65"/>
                    <a:pt x="22" y="63"/>
                    <a:pt x="21" y="62"/>
                  </a:cubicBezTo>
                  <a:cubicBezTo>
                    <a:pt x="20" y="60"/>
                    <a:pt x="20" y="55"/>
                    <a:pt x="19" y="54"/>
                  </a:cubicBezTo>
                  <a:cubicBezTo>
                    <a:pt x="18" y="53"/>
                    <a:pt x="15" y="52"/>
                    <a:pt x="14" y="51"/>
                  </a:cubicBezTo>
                  <a:cubicBezTo>
                    <a:pt x="13" y="50"/>
                    <a:pt x="11" y="48"/>
                    <a:pt x="11" y="47"/>
                  </a:cubicBezTo>
                  <a:cubicBezTo>
                    <a:pt x="10" y="45"/>
                    <a:pt x="10" y="39"/>
                    <a:pt x="9" y="36"/>
                  </a:cubicBezTo>
                  <a:cubicBezTo>
                    <a:pt x="9" y="35"/>
                    <a:pt x="7" y="31"/>
                    <a:pt x="6" y="30"/>
                  </a:cubicBezTo>
                  <a:cubicBezTo>
                    <a:pt x="6" y="27"/>
                    <a:pt x="6" y="23"/>
                    <a:pt x="6" y="21"/>
                  </a:cubicBezTo>
                  <a:cubicBezTo>
                    <a:pt x="5" y="19"/>
                    <a:pt x="3" y="18"/>
                    <a:pt x="2" y="17"/>
                  </a:cubicBezTo>
                  <a:cubicBezTo>
                    <a:pt x="1" y="15"/>
                    <a:pt x="0" y="11"/>
                    <a:pt x="1" y="9"/>
                  </a:cubicBezTo>
                  <a:cubicBezTo>
                    <a:pt x="1" y="8"/>
                    <a:pt x="4" y="10"/>
                    <a:pt x="5" y="9"/>
                  </a:cubicBezTo>
                  <a:cubicBezTo>
                    <a:pt x="6" y="9"/>
                    <a:pt x="7" y="6"/>
                    <a:pt x="8" y="5"/>
                  </a:cubicBezTo>
                  <a:cubicBezTo>
                    <a:pt x="8" y="4"/>
                    <a:pt x="7" y="2"/>
                    <a:pt x="8" y="1"/>
                  </a:cubicBezTo>
                  <a:cubicBezTo>
                    <a:pt x="8" y="0"/>
                    <a:pt x="10" y="0"/>
                    <a:pt x="11" y="0"/>
                  </a:cubicBezTo>
                  <a:cubicBezTo>
                    <a:pt x="11" y="1"/>
                    <a:pt x="12" y="2"/>
                    <a:pt x="12" y="3"/>
                  </a:cubicBezTo>
                  <a:cubicBezTo>
                    <a:pt x="12" y="4"/>
                    <a:pt x="11" y="6"/>
                    <a:pt x="11" y="8"/>
                  </a:cubicBezTo>
                  <a:cubicBezTo>
                    <a:pt x="12" y="9"/>
                    <a:pt x="13" y="11"/>
                    <a:pt x="13" y="12"/>
                  </a:cubicBezTo>
                  <a:cubicBezTo>
                    <a:pt x="14" y="13"/>
                    <a:pt x="15" y="15"/>
                    <a:pt x="16" y="16"/>
                  </a:cubicBezTo>
                  <a:cubicBezTo>
                    <a:pt x="17" y="16"/>
                    <a:pt x="19" y="15"/>
                    <a:pt x="19" y="15"/>
                  </a:cubicBezTo>
                  <a:cubicBezTo>
                    <a:pt x="20" y="15"/>
                    <a:pt x="21" y="17"/>
                    <a:pt x="21" y="18"/>
                  </a:cubicBezTo>
                  <a:cubicBezTo>
                    <a:pt x="22" y="18"/>
                    <a:pt x="22" y="20"/>
                    <a:pt x="22" y="21"/>
                  </a:cubicBezTo>
                  <a:cubicBezTo>
                    <a:pt x="22" y="23"/>
                    <a:pt x="22" y="27"/>
                    <a:pt x="21" y="28"/>
                  </a:cubicBezTo>
                  <a:cubicBezTo>
                    <a:pt x="21" y="29"/>
                    <a:pt x="20" y="32"/>
                    <a:pt x="19" y="33"/>
                  </a:cubicBezTo>
                  <a:cubicBezTo>
                    <a:pt x="18" y="34"/>
                    <a:pt x="16" y="34"/>
                    <a:pt x="16" y="35"/>
                  </a:cubicBezTo>
                  <a:cubicBezTo>
                    <a:pt x="16" y="36"/>
                    <a:pt x="16" y="38"/>
                    <a:pt x="16" y="38"/>
                  </a:cubicBezTo>
                  <a:cubicBezTo>
                    <a:pt x="16" y="39"/>
                    <a:pt x="16" y="42"/>
                    <a:pt x="17" y="42"/>
                  </a:cubicBezTo>
                  <a:cubicBezTo>
                    <a:pt x="18" y="43"/>
                    <a:pt x="21" y="43"/>
                    <a:pt x="22" y="43"/>
                  </a:cubicBezTo>
                  <a:cubicBezTo>
                    <a:pt x="23" y="43"/>
                    <a:pt x="25" y="42"/>
                    <a:pt x="25" y="41"/>
                  </a:cubicBezTo>
                  <a:cubicBezTo>
                    <a:pt x="26" y="40"/>
                    <a:pt x="27" y="38"/>
                    <a:pt x="28" y="38"/>
                  </a:cubicBezTo>
                  <a:cubicBezTo>
                    <a:pt x="28" y="37"/>
                    <a:pt x="30" y="36"/>
                    <a:pt x="31" y="37"/>
                  </a:cubicBezTo>
                  <a:cubicBezTo>
                    <a:pt x="32" y="37"/>
                    <a:pt x="31" y="40"/>
                    <a:pt x="31" y="40"/>
                  </a:cubicBezTo>
                  <a:cubicBezTo>
                    <a:pt x="31" y="41"/>
                    <a:pt x="31" y="43"/>
                    <a:pt x="30" y="44"/>
                  </a:cubicBezTo>
                  <a:cubicBezTo>
                    <a:pt x="30" y="44"/>
                    <a:pt x="31" y="46"/>
                    <a:pt x="31" y="47"/>
                  </a:cubicBezTo>
                  <a:cubicBezTo>
                    <a:pt x="31" y="48"/>
                    <a:pt x="33" y="51"/>
                    <a:pt x="33" y="53"/>
                  </a:cubicBezTo>
                  <a:cubicBezTo>
                    <a:pt x="33" y="54"/>
                    <a:pt x="33" y="57"/>
                    <a:pt x="32" y="59"/>
                  </a:cubicBezTo>
                  <a:cubicBezTo>
                    <a:pt x="32" y="60"/>
                    <a:pt x="32" y="62"/>
                    <a:pt x="31" y="63"/>
                  </a:cubicBezTo>
                  <a:cubicBezTo>
                    <a:pt x="30" y="64"/>
                    <a:pt x="29" y="65"/>
                    <a:pt x="28" y="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70"/>
            <p:cNvSpPr>
              <a:spLocks/>
            </p:cNvSpPr>
            <p:nvPr/>
          </p:nvSpPr>
          <p:spPr bwMode="auto">
            <a:xfrm>
              <a:off x="1101726" y="2860675"/>
              <a:ext cx="190500" cy="206375"/>
            </a:xfrm>
            <a:custGeom>
              <a:avLst/>
              <a:gdLst/>
              <a:ahLst/>
              <a:cxnLst>
                <a:cxn ang="0">
                  <a:pos x="87" y="66"/>
                </a:cxn>
                <a:cxn ang="0">
                  <a:pos x="84" y="67"/>
                </a:cxn>
                <a:cxn ang="0">
                  <a:pos x="80" y="71"/>
                </a:cxn>
                <a:cxn ang="0">
                  <a:pos x="74" y="70"/>
                </a:cxn>
                <a:cxn ang="0">
                  <a:pos x="70" y="62"/>
                </a:cxn>
                <a:cxn ang="0">
                  <a:pos x="70" y="55"/>
                </a:cxn>
                <a:cxn ang="0">
                  <a:pos x="72" y="50"/>
                </a:cxn>
                <a:cxn ang="0">
                  <a:pos x="72" y="43"/>
                </a:cxn>
                <a:cxn ang="0">
                  <a:pos x="70" y="27"/>
                </a:cxn>
                <a:cxn ang="0">
                  <a:pos x="65" y="13"/>
                </a:cxn>
                <a:cxn ang="0">
                  <a:pos x="61" y="4"/>
                </a:cxn>
                <a:cxn ang="0">
                  <a:pos x="56" y="1"/>
                </a:cxn>
                <a:cxn ang="0">
                  <a:pos x="54" y="9"/>
                </a:cxn>
                <a:cxn ang="0">
                  <a:pos x="52" y="18"/>
                </a:cxn>
                <a:cxn ang="0">
                  <a:pos x="53" y="27"/>
                </a:cxn>
                <a:cxn ang="0">
                  <a:pos x="55" y="36"/>
                </a:cxn>
                <a:cxn ang="0">
                  <a:pos x="53" y="42"/>
                </a:cxn>
                <a:cxn ang="0">
                  <a:pos x="48" y="48"/>
                </a:cxn>
                <a:cxn ang="0">
                  <a:pos x="42" y="52"/>
                </a:cxn>
                <a:cxn ang="0">
                  <a:pos x="34" y="52"/>
                </a:cxn>
                <a:cxn ang="0">
                  <a:pos x="30" y="46"/>
                </a:cxn>
                <a:cxn ang="0">
                  <a:pos x="23" y="39"/>
                </a:cxn>
                <a:cxn ang="0">
                  <a:pos x="17" y="41"/>
                </a:cxn>
                <a:cxn ang="0">
                  <a:pos x="14" y="48"/>
                </a:cxn>
                <a:cxn ang="0">
                  <a:pos x="13" y="55"/>
                </a:cxn>
                <a:cxn ang="0">
                  <a:pos x="9" y="62"/>
                </a:cxn>
                <a:cxn ang="0">
                  <a:pos x="2" y="79"/>
                </a:cxn>
                <a:cxn ang="0">
                  <a:pos x="0" y="89"/>
                </a:cxn>
                <a:cxn ang="0">
                  <a:pos x="5" y="96"/>
                </a:cxn>
                <a:cxn ang="0">
                  <a:pos x="13" y="102"/>
                </a:cxn>
                <a:cxn ang="0">
                  <a:pos x="21" y="99"/>
                </a:cxn>
                <a:cxn ang="0">
                  <a:pos x="24" y="89"/>
                </a:cxn>
                <a:cxn ang="0">
                  <a:pos x="23" y="76"/>
                </a:cxn>
                <a:cxn ang="0">
                  <a:pos x="22" y="66"/>
                </a:cxn>
                <a:cxn ang="0">
                  <a:pos x="23" y="61"/>
                </a:cxn>
                <a:cxn ang="0">
                  <a:pos x="30" y="69"/>
                </a:cxn>
                <a:cxn ang="0">
                  <a:pos x="33" y="77"/>
                </a:cxn>
                <a:cxn ang="0">
                  <a:pos x="38" y="84"/>
                </a:cxn>
                <a:cxn ang="0">
                  <a:pos x="38" y="92"/>
                </a:cxn>
                <a:cxn ang="0">
                  <a:pos x="36" y="98"/>
                </a:cxn>
                <a:cxn ang="0">
                  <a:pos x="37" y="111"/>
                </a:cxn>
                <a:cxn ang="0">
                  <a:pos x="42" y="119"/>
                </a:cxn>
                <a:cxn ang="0">
                  <a:pos x="49" y="121"/>
                </a:cxn>
                <a:cxn ang="0">
                  <a:pos x="55" y="121"/>
                </a:cxn>
                <a:cxn ang="0">
                  <a:pos x="62" y="116"/>
                </a:cxn>
                <a:cxn ang="0">
                  <a:pos x="70" y="114"/>
                </a:cxn>
                <a:cxn ang="0">
                  <a:pos x="77" y="115"/>
                </a:cxn>
                <a:cxn ang="0">
                  <a:pos x="84" y="122"/>
                </a:cxn>
                <a:cxn ang="0">
                  <a:pos x="92" y="130"/>
                </a:cxn>
                <a:cxn ang="0">
                  <a:pos x="100" y="134"/>
                </a:cxn>
                <a:cxn ang="0">
                  <a:pos x="111" y="134"/>
                </a:cxn>
                <a:cxn ang="0">
                  <a:pos x="122" y="127"/>
                </a:cxn>
                <a:cxn ang="0">
                  <a:pos x="124" y="119"/>
                </a:cxn>
                <a:cxn ang="0">
                  <a:pos x="121" y="109"/>
                </a:cxn>
                <a:cxn ang="0">
                  <a:pos x="113" y="102"/>
                </a:cxn>
                <a:cxn ang="0">
                  <a:pos x="103" y="91"/>
                </a:cxn>
                <a:cxn ang="0">
                  <a:pos x="96" y="81"/>
                </a:cxn>
                <a:cxn ang="0">
                  <a:pos x="93" y="70"/>
                </a:cxn>
                <a:cxn ang="0">
                  <a:pos x="90" y="66"/>
                </a:cxn>
                <a:cxn ang="0">
                  <a:pos x="87" y="66"/>
                </a:cxn>
              </a:cxnLst>
              <a:rect l="0" t="0" r="r" b="b"/>
              <a:pathLst>
                <a:path w="124" h="135">
                  <a:moveTo>
                    <a:pt x="87" y="66"/>
                  </a:moveTo>
                  <a:cubicBezTo>
                    <a:pt x="86" y="66"/>
                    <a:pt x="84" y="67"/>
                    <a:pt x="84" y="67"/>
                  </a:cubicBezTo>
                  <a:cubicBezTo>
                    <a:pt x="83" y="68"/>
                    <a:pt x="82" y="71"/>
                    <a:pt x="80" y="71"/>
                  </a:cubicBezTo>
                  <a:cubicBezTo>
                    <a:pt x="79" y="72"/>
                    <a:pt x="75" y="71"/>
                    <a:pt x="74" y="70"/>
                  </a:cubicBezTo>
                  <a:cubicBezTo>
                    <a:pt x="72" y="68"/>
                    <a:pt x="71" y="64"/>
                    <a:pt x="70" y="62"/>
                  </a:cubicBezTo>
                  <a:cubicBezTo>
                    <a:pt x="70" y="61"/>
                    <a:pt x="69" y="57"/>
                    <a:pt x="70" y="55"/>
                  </a:cubicBezTo>
                  <a:cubicBezTo>
                    <a:pt x="70" y="54"/>
                    <a:pt x="72" y="51"/>
                    <a:pt x="72" y="50"/>
                  </a:cubicBezTo>
                  <a:cubicBezTo>
                    <a:pt x="73" y="48"/>
                    <a:pt x="73" y="45"/>
                    <a:pt x="72" y="43"/>
                  </a:cubicBezTo>
                  <a:cubicBezTo>
                    <a:pt x="72" y="39"/>
                    <a:pt x="71" y="31"/>
                    <a:pt x="70" y="27"/>
                  </a:cubicBezTo>
                  <a:cubicBezTo>
                    <a:pt x="69" y="23"/>
                    <a:pt x="66" y="16"/>
                    <a:pt x="65" y="13"/>
                  </a:cubicBezTo>
                  <a:cubicBezTo>
                    <a:pt x="64" y="10"/>
                    <a:pt x="62" y="6"/>
                    <a:pt x="61" y="4"/>
                  </a:cubicBezTo>
                  <a:cubicBezTo>
                    <a:pt x="60" y="3"/>
                    <a:pt x="57" y="0"/>
                    <a:pt x="56" y="1"/>
                  </a:cubicBezTo>
                  <a:cubicBezTo>
                    <a:pt x="54" y="2"/>
                    <a:pt x="54" y="7"/>
                    <a:pt x="54" y="9"/>
                  </a:cubicBezTo>
                  <a:cubicBezTo>
                    <a:pt x="53" y="11"/>
                    <a:pt x="52" y="16"/>
                    <a:pt x="52" y="18"/>
                  </a:cubicBezTo>
                  <a:cubicBezTo>
                    <a:pt x="52" y="20"/>
                    <a:pt x="52" y="25"/>
                    <a:pt x="53" y="27"/>
                  </a:cubicBezTo>
                  <a:cubicBezTo>
                    <a:pt x="53" y="30"/>
                    <a:pt x="55" y="34"/>
                    <a:pt x="55" y="36"/>
                  </a:cubicBezTo>
                  <a:cubicBezTo>
                    <a:pt x="55" y="38"/>
                    <a:pt x="53" y="41"/>
                    <a:pt x="53" y="42"/>
                  </a:cubicBezTo>
                  <a:cubicBezTo>
                    <a:pt x="52" y="44"/>
                    <a:pt x="49" y="46"/>
                    <a:pt x="48" y="48"/>
                  </a:cubicBezTo>
                  <a:cubicBezTo>
                    <a:pt x="46" y="49"/>
                    <a:pt x="44" y="51"/>
                    <a:pt x="42" y="52"/>
                  </a:cubicBezTo>
                  <a:cubicBezTo>
                    <a:pt x="40" y="52"/>
                    <a:pt x="36" y="53"/>
                    <a:pt x="34" y="52"/>
                  </a:cubicBezTo>
                  <a:cubicBezTo>
                    <a:pt x="33" y="51"/>
                    <a:pt x="31" y="47"/>
                    <a:pt x="30" y="46"/>
                  </a:cubicBezTo>
                  <a:cubicBezTo>
                    <a:pt x="28" y="44"/>
                    <a:pt x="25" y="40"/>
                    <a:pt x="23" y="39"/>
                  </a:cubicBezTo>
                  <a:cubicBezTo>
                    <a:pt x="21" y="39"/>
                    <a:pt x="18" y="40"/>
                    <a:pt x="17" y="41"/>
                  </a:cubicBezTo>
                  <a:cubicBezTo>
                    <a:pt x="15" y="42"/>
                    <a:pt x="15" y="47"/>
                    <a:pt x="14" y="48"/>
                  </a:cubicBezTo>
                  <a:cubicBezTo>
                    <a:pt x="14" y="50"/>
                    <a:pt x="13" y="54"/>
                    <a:pt x="13" y="55"/>
                  </a:cubicBezTo>
                  <a:cubicBezTo>
                    <a:pt x="12" y="57"/>
                    <a:pt x="10" y="60"/>
                    <a:pt x="9" y="62"/>
                  </a:cubicBezTo>
                  <a:cubicBezTo>
                    <a:pt x="7" y="66"/>
                    <a:pt x="3" y="75"/>
                    <a:pt x="2" y="79"/>
                  </a:cubicBezTo>
                  <a:cubicBezTo>
                    <a:pt x="1" y="82"/>
                    <a:pt x="0" y="87"/>
                    <a:pt x="0" y="89"/>
                  </a:cubicBezTo>
                  <a:cubicBezTo>
                    <a:pt x="1" y="91"/>
                    <a:pt x="3" y="94"/>
                    <a:pt x="5" y="96"/>
                  </a:cubicBezTo>
                  <a:cubicBezTo>
                    <a:pt x="6" y="98"/>
                    <a:pt x="10" y="102"/>
                    <a:pt x="13" y="102"/>
                  </a:cubicBezTo>
                  <a:cubicBezTo>
                    <a:pt x="15" y="103"/>
                    <a:pt x="19" y="100"/>
                    <a:pt x="21" y="99"/>
                  </a:cubicBezTo>
                  <a:cubicBezTo>
                    <a:pt x="22" y="97"/>
                    <a:pt x="24" y="92"/>
                    <a:pt x="24" y="89"/>
                  </a:cubicBezTo>
                  <a:cubicBezTo>
                    <a:pt x="24" y="86"/>
                    <a:pt x="24" y="79"/>
                    <a:pt x="23" y="76"/>
                  </a:cubicBezTo>
                  <a:cubicBezTo>
                    <a:pt x="23" y="73"/>
                    <a:pt x="22" y="68"/>
                    <a:pt x="22" y="66"/>
                  </a:cubicBezTo>
                  <a:cubicBezTo>
                    <a:pt x="22" y="65"/>
                    <a:pt x="22" y="61"/>
                    <a:pt x="23" y="61"/>
                  </a:cubicBezTo>
                  <a:cubicBezTo>
                    <a:pt x="26" y="60"/>
                    <a:pt x="29" y="67"/>
                    <a:pt x="30" y="69"/>
                  </a:cubicBezTo>
                  <a:cubicBezTo>
                    <a:pt x="31" y="71"/>
                    <a:pt x="32" y="75"/>
                    <a:pt x="33" y="77"/>
                  </a:cubicBezTo>
                  <a:cubicBezTo>
                    <a:pt x="34" y="79"/>
                    <a:pt x="37" y="82"/>
                    <a:pt x="38" y="84"/>
                  </a:cubicBezTo>
                  <a:cubicBezTo>
                    <a:pt x="38" y="86"/>
                    <a:pt x="38" y="90"/>
                    <a:pt x="38" y="92"/>
                  </a:cubicBezTo>
                  <a:cubicBezTo>
                    <a:pt x="38" y="94"/>
                    <a:pt x="36" y="97"/>
                    <a:pt x="36" y="98"/>
                  </a:cubicBezTo>
                  <a:cubicBezTo>
                    <a:pt x="36" y="101"/>
                    <a:pt x="36" y="108"/>
                    <a:pt x="37" y="111"/>
                  </a:cubicBezTo>
                  <a:cubicBezTo>
                    <a:pt x="38" y="113"/>
                    <a:pt x="40" y="117"/>
                    <a:pt x="42" y="119"/>
                  </a:cubicBezTo>
                  <a:cubicBezTo>
                    <a:pt x="43" y="120"/>
                    <a:pt x="47" y="121"/>
                    <a:pt x="49" y="121"/>
                  </a:cubicBezTo>
                  <a:cubicBezTo>
                    <a:pt x="50" y="122"/>
                    <a:pt x="54" y="122"/>
                    <a:pt x="55" y="121"/>
                  </a:cubicBezTo>
                  <a:cubicBezTo>
                    <a:pt x="57" y="120"/>
                    <a:pt x="61" y="117"/>
                    <a:pt x="62" y="116"/>
                  </a:cubicBezTo>
                  <a:cubicBezTo>
                    <a:pt x="64" y="116"/>
                    <a:pt x="68" y="114"/>
                    <a:pt x="70" y="114"/>
                  </a:cubicBezTo>
                  <a:cubicBezTo>
                    <a:pt x="72" y="113"/>
                    <a:pt x="76" y="114"/>
                    <a:pt x="77" y="115"/>
                  </a:cubicBezTo>
                  <a:cubicBezTo>
                    <a:pt x="80" y="116"/>
                    <a:pt x="82" y="121"/>
                    <a:pt x="84" y="122"/>
                  </a:cubicBezTo>
                  <a:cubicBezTo>
                    <a:pt x="86" y="124"/>
                    <a:pt x="90" y="129"/>
                    <a:pt x="92" y="130"/>
                  </a:cubicBezTo>
                  <a:cubicBezTo>
                    <a:pt x="94" y="132"/>
                    <a:pt x="98" y="134"/>
                    <a:pt x="100" y="134"/>
                  </a:cubicBezTo>
                  <a:cubicBezTo>
                    <a:pt x="103" y="135"/>
                    <a:pt x="108" y="135"/>
                    <a:pt x="111" y="134"/>
                  </a:cubicBezTo>
                  <a:cubicBezTo>
                    <a:pt x="114" y="134"/>
                    <a:pt x="120" y="130"/>
                    <a:pt x="122" y="127"/>
                  </a:cubicBezTo>
                  <a:cubicBezTo>
                    <a:pt x="123" y="126"/>
                    <a:pt x="124" y="121"/>
                    <a:pt x="124" y="119"/>
                  </a:cubicBezTo>
                  <a:cubicBezTo>
                    <a:pt x="124" y="117"/>
                    <a:pt x="122" y="111"/>
                    <a:pt x="121" y="109"/>
                  </a:cubicBezTo>
                  <a:cubicBezTo>
                    <a:pt x="119" y="107"/>
                    <a:pt x="114" y="104"/>
                    <a:pt x="113" y="102"/>
                  </a:cubicBezTo>
                  <a:cubicBezTo>
                    <a:pt x="110" y="100"/>
                    <a:pt x="106" y="94"/>
                    <a:pt x="103" y="91"/>
                  </a:cubicBezTo>
                  <a:cubicBezTo>
                    <a:pt x="101" y="89"/>
                    <a:pt x="98" y="84"/>
                    <a:pt x="96" y="81"/>
                  </a:cubicBezTo>
                  <a:cubicBezTo>
                    <a:pt x="95" y="78"/>
                    <a:pt x="94" y="73"/>
                    <a:pt x="93" y="70"/>
                  </a:cubicBezTo>
                  <a:cubicBezTo>
                    <a:pt x="93" y="69"/>
                    <a:pt x="92" y="67"/>
                    <a:pt x="90" y="66"/>
                  </a:cubicBezTo>
                  <a:cubicBezTo>
                    <a:pt x="90" y="66"/>
                    <a:pt x="88" y="66"/>
                    <a:pt x="87" y="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71"/>
            <p:cNvSpPr>
              <a:spLocks/>
            </p:cNvSpPr>
            <p:nvPr/>
          </p:nvSpPr>
          <p:spPr bwMode="auto">
            <a:xfrm>
              <a:off x="1282701" y="2851150"/>
              <a:ext cx="17463" cy="12700"/>
            </a:xfrm>
            <a:custGeom>
              <a:avLst/>
              <a:gdLst/>
              <a:ahLst/>
              <a:cxnLst>
                <a:cxn ang="0">
                  <a:pos x="10" y="6"/>
                </a:cxn>
                <a:cxn ang="0">
                  <a:pos x="12" y="3"/>
                </a:cxn>
                <a:cxn ang="0">
                  <a:pos x="9" y="0"/>
                </a:cxn>
                <a:cxn ang="0">
                  <a:pos x="6" y="2"/>
                </a:cxn>
                <a:cxn ang="0">
                  <a:pos x="2" y="4"/>
                </a:cxn>
                <a:cxn ang="0">
                  <a:pos x="0" y="5"/>
                </a:cxn>
                <a:cxn ang="0">
                  <a:pos x="0" y="7"/>
                </a:cxn>
                <a:cxn ang="0">
                  <a:pos x="3" y="8"/>
                </a:cxn>
                <a:cxn ang="0">
                  <a:pos x="6" y="8"/>
                </a:cxn>
                <a:cxn ang="0">
                  <a:pos x="10" y="6"/>
                </a:cxn>
              </a:cxnLst>
              <a:rect l="0" t="0" r="r" b="b"/>
              <a:pathLst>
                <a:path w="12" h="9">
                  <a:moveTo>
                    <a:pt x="10" y="6"/>
                  </a:moveTo>
                  <a:cubicBezTo>
                    <a:pt x="11" y="6"/>
                    <a:pt x="12" y="4"/>
                    <a:pt x="12" y="3"/>
                  </a:cubicBezTo>
                  <a:cubicBezTo>
                    <a:pt x="11" y="2"/>
                    <a:pt x="10" y="0"/>
                    <a:pt x="9" y="0"/>
                  </a:cubicBezTo>
                  <a:cubicBezTo>
                    <a:pt x="8" y="0"/>
                    <a:pt x="6" y="2"/>
                    <a:pt x="6" y="2"/>
                  </a:cubicBezTo>
                  <a:cubicBezTo>
                    <a:pt x="5" y="3"/>
                    <a:pt x="3" y="3"/>
                    <a:pt x="2" y="4"/>
                  </a:cubicBezTo>
                  <a:cubicBezTo>
                    <a:pt x="2" y="4"/>
                    <a:pt x="0" y="4"/>
                    <a:pt x="0" y="5"/>
                  </a:cubicBezTo>
                  <a:cubicBezTo>
                    <a:pt x="0" y="5"/>
                    <a:pt x="0" y="6"/>
                    <a:pt x="0" y="7"/>
                  </a:cubicBezTo>
                  <a:cubicBezTo>
                    <a:pt x="0" y="7"/>
                    <a:pt x="2" y="8"/>
                    <a:pt x="3" y="8"/>
                  </a:cubicBezTo>
                  <a:cubicBezTo>
                    <a:pt x="4" y="8"/>
                    <a:pt x="5" y="9"/>
                    <a:pt x="6" y="8"/>
                  </a:cubicBezTo>
                  <a:cubicBezTo>
                    <a:pt x="7" y="8"/>
                    <a:pt x="9" y="7"/>
                    <a:pt x="10"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72"/>
            <p:cNvSpPr>
              <a:spLocks/>
            </p:cNvSpPr>
            <p:nvPr/>
          </p:nvSpPr>
          <p:spPr bwMode="auto">
            <a:xfrm>
              <a:off x="1252538" y="2809875"/>
              <a:ext cx="9525" cy="14288"/>
            </a:xfrm>
            <a:custGeom>
              <a:avLst/>
              <a:gdLst/>
              <a:ahLst/>
              <a:cxnLst>
                <a:cxn ang="0">
                  <a:pos x="7" y="7"/>
                </a:cxn>
                <a:cxn ang="0">
                  <a:pos x="3" y="10"/>
                </a:cxn>
                <a:cxn ang="0">
                  <a:pos x="1" y="7"/>
                </a:cxn>
                <a:cxn ang="0">
                  <a:pos x="0" y="4"/>
                </a:cxn>
                <a:cxn ang="0">
                  <a:pos x="2" y="2"/>
                </a:cxn>
                <a:cxn ang="0">
                  <a:pos x="3" y="0"/>
                </a:cxn>
                <a:cxn ang="0">
                  <a:pos x="5" y="1"/>
                </a:cxn>
                <a:cxn ang="0">
                  <a:pos x="7" y="5"/>
                </a:cxn>
                <a:cxn ang="0">
                  <a:pos x="7" y="7"/>
                </a:cxn>
              </a:cxnLst>
              <a:rect l="0" t="0" r="r" b="b"/>
              <a:pathLst>
                <a:path w="7" h="10">
                  <a:moveTo>
                    <a:pt x="7" y="7"/>
                  </a:moveTo>
                  <a:cubicBezTo>
                    <a:pt x="6" y="8"/>
                    <a:pt x="4" y="10"/>
                    <a:pt x="3" y="10"/>
                  </a:cubicBezTo>
                  <a:cubicBezTo>
                    <a:pt x="3" y="10"/>
                    <a:pt x="1" y="8"/>
                    <a:pt x="1" y="7"/>
                  </a:cubicBezTo>
                  <a:cubicBezTo>
                    <a:pt x="0" y="7"/>
                    <a:pt x="0" y="5"/>
                    <a:pt x="0" y="4"/>
                  </a:cubicBezTo>
                  <a:cubicBezTo>
                    <a:pt x="1" y="3"/>
                    <a:pt x="2" y="3"/>
                    <a:pt x="2" y="2"/>
                  </a:cubicBezTo>
                  <a:cubicBezTo>
                    <a:pt x="3" y="2"/>
                    <a:pt x="2" y="0"/>
                    <a:pt x="3" y="0"/>
                  </a:cubicBezTo>
                  <a:cubicBezTo>
                    <a:pt x="4" y="0"/>
                    <a:pt x="5" y="1"/>
                    <a:pt x="5" y="1"/>
                  </a:cubicBezTo>
                  <a:cubicBezTo>
                    <a:pt x="6" y="2"/>
                    <a:pt x="7" y="4"/>
                    <a:pt x="7" y="5"/>
                  </a:cubicBezTo>
                  <a:cubicBezTo>
                    <a:pt x="7" y="5"/>
                    <a:pt x="7" y="6"/>
                    <a:pt x="7" y="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73"/>
            <p:cNvSpPr>
              <a:spLocks/>
            </p:cNvSpPr>
            <p:nvPr/>
          </p:nvSpPr>
          <p:spPr bwMode="auto">
            <a:xfrm>
              <a:off x="1328738" y="2795588"/>
              <a:ext cx="19050" cy="31750"/>
            </a:xfrm>
            <a:custGeom>
              <a:avLst/>
              <a:gdLst/>
              <a:ahLst/>
              <a:cxnLst>
                <a:cxn ang="0">
                  <a:pos x="13" y="3"/>
                </a:cxn>
                <a:cxn ang="0">
                  <a:pos x="11" y="8"/>
                </a:cxn>
                <a:cxn ang="0">
                  <a:pos x="8" y="11"/>
                </a:cxn>
                <a:cxn ang="0">
                  <a:pos x="6" y="14"/>
                </a:cxn>
                <a:cxn ang="0">
                  <a:pos x="5" y="16"/>
                </a:cxn>
                <a:cxn ang="0">
                  <a:pos x="4" y="20"/>
                </a:cxn>
                <a:cxn ang="0">
                  <a:pos x="1" y="18"/>
                </a:cxn>
                <a:cxn ang="0">
                  <a:pos x="0" y="13"/>
                </a:cxn>
                <a:cxn ang="0">
                  <a:pos x="3" y="10"/>
                </a:cxn>
                <a:cxn ang="0">
                  <a:pos x="6" y="6"/>
                </a:cxn>
                <a:cxn ang="0">
                  <a:pos x="7" y="2"/>
                </a:cxn>
                <a:cxn ang="0">
                  <a:pos x="11" y="1"/>
                </a:cxn>
                <a:cxn ang="0">
                  <a:pos x="13" y="3"/>
                </a:cxn>
              </a:cxnLst>
              <a:rect l="0" t="0" r="r" b="b"/>
              <a:pathLst>
                <a:path w="13" h="21">
                  <a:moveTo>
                    <a:pt x="13" y="3"/>
                  </a:moveTo>
                  <a:cubicBezTo>
                    <a:pt x="13" y="4"/>
                    <a:pt x="12" y="7"/>
                    <a:pt x="11" y="8"/>
                  </a:cubicBezTo>
                  <a:cubicBezTo>
                    <a:pt x="11" y="9"/>
                    <a:pt x="9" y="10"/>
                    <a:pt x="8" y="11"/>
                  </a:cubicBezTo>
                  <a:cubicBezTo>
                    <a:pt x="8" y="12"/>
                    <a:pt x="6" y="13"/>
                    <a:pt x="6" y="14"/>
                  </a:cubicBezTo>
                  <a:cubicBezTo>
                    <a:pt x="5" y="14"/>
                    <a:pt x="5" y="16"/>
                    <a:pt x="5" y="16"/>
                  </a:cubicBezTo>
                  <a:cubicBezTo>
                    <a:pt x="4" y="17"/>
                    <a:pt x="5" y="20"/>
                    <a:pt x="4" y="20"/>
                  </a:cubicBezTo>
                  <a:cubicBezTo>
                    <a:pt x="3" y="21"/>
                    <a:pt x="2" y="19"/>
                    <a:pt x="1" y="18"/>
                  </a:cubicBezTo>
                  <a:cubicBezTo>
                    <a:pt x="1" y="17"/>
                    <a:pt x="0" y="14"/>
                    <a:pt x="0" y="13"/>
                  </a:cubicBezTo>
                  <a:cubicBezTo>
                    <a:pt x="1" y="12"/>
                    <a:pt x="2" y="10"/>
                    <a:pt x="3" y="10"/>
                  </a:cubicBezTo>
                  <a:cubicBezTo>
                    <a:pt x="3" y="9"/>
                    <a:pt x="6" y="7"/>
                    <a:pt x="6" y="6"/>
                  </a:cubicBezTo>
                  <a:cubicBezTo>
                    <a:pt x="7" y="5"/>
                    <a:pt x="7" y="2"/>
                    <a:pt x="7" y="2"/>
                  </a:cubicBezTo>
                  <a:cubicBezTo>
                    <a:pt x="8" y="1"/>
                    <a:pt x="10" y="0"/>
                    <a:pt x="11" y="1"/>
                  </a:cubicBezTo>
                  <a:cubicBezTo>
                    <a:pt x="12" y="1"/>
                    <a:pt x="13" y="2"/>
                    <a:pt x="13"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74"/>
            <p:cNvSpPr>
              <a:spLocks/>
            </p:cNvSpPr>
            <p:nvPr/>
          </p:nvSpPr>
          <p:spPr bwMode="auto">
            <a:xfrm>
              <a:off x="1316038" y="2771775"/>
              <a:ext cx="38100" cy="34925"/>
            </a:xfrm>
            <a:custGeom>
              <a:avLst/>
              <a:gdLst/>
              <a:ahLst/>
              <a:cxnLst>
                <a:cxn ang="0">
                  <a:pos x="19" y="9"/>
                </a:cxn>
                <a:cxn ang="0">
                  <a:pos x="15" y="12"/>
                </a:cxn>
                <a:cxn ang="0">
                  <a:pos x="10" y="13"/>
                </a:cxn>
                <a:cxn ang="0">
                  <a:pos x="8" y="13"/>
                </a:cxn>
                <a:cxn ang="0">
                  <a:pos x="5" y="16"/>
                </a:cxn>
                <a:cxn ang="0">
                  <a:pos x="4" y="19"/>
                </a:cxn>
                <a:cxn ang="0">
                  <a:pos x="3" y="22"/>
                </a:cxn>
                <a:cxn ang="0">
                  <a:pos x="1" y="20"/>
                </a:cxn>
                <a:cxn ang="0">
                  <a:pos x="1" y="14"/>
                </a:cxn>
                <a:cxn ang="0">
                  <a:pos x="4" y="12"/>
                </a:cxn>
                <a:cxn ang="0">
                  <a:pos x="8" y="8"/>
                </a:cxn>
                <a:cxn ang="0">
                  <a:pos x="8" y="5"/>
                </a:cxn>
                <a:cxn ang="0">
                  <a:pos x="12" y="2"/>
                </a:cxn>
                <a:cxn ang="0">
                  <a:pos x="17" y="2"/>
                </a:cxn>
                <a:cxn ang="0">
                  <a:pos x="21" y="0"/>
                </a:cxn>
                <a:cxn ang="0">
                  <a:pos x="24" y="0"/>
                </a:cxn>
                <a:cxn ang="0">
                  <a:pos x="24" y="4"/>
                </a:cxn>
                <a:cxn ang="0">
                  <a:pos x="22" y="5"/>
                </a:cxn>
                <a:cxn ang="0">
                  <a:pos x="20" y="6"/>
                </a:cxn>
                <a:cxn ang="0">
                  <a:pos x="19" y="9"/>
                </a:cxn>
              </a:cxnLst>
              <a:rect l="0" t="0" r="r" b="b"/>
              <a:pathLst>
                <a:path w="25" h="22">
                  <a:moveTo>
                    <a:pt x="19" y="9"/>
                  </a:moveTo>
                  <a:cubicBezTo>
                    <a:pt x="18" y="10"/>
                    <a:pt x="16" y="11"/>
                    <a:pt x="15" y="12"/>
                  </a:cubicBezTo>
                  <a:cubicBezTo>
                    <a:pt x="14" y="12"/>
                    <a:pt x="12" y="12"/>
                    <a:pt x="10" y="13"/>
                  </a:cubicBezTo>
                  <a:cubicBezTo>
                    <a:pt x="10" y="13"/>
                    <a:pt x="8" y="13"/>
                    <a:pt x="8" y="13"/>
                  </a:cubicBezTo>
                  <a:cubicBezTo>
                    <a:pt x="7" y="14"/>
                    <a:pt x="5" y="15"/>
                    <a:pt x="5" y="16"/>
                  </a:cubicBezTo>
                  <a:cubicBezTo>
                    <a:pt x="4" y="16"/>
                    <a:pt x="5" y="18"/>
                    <a:pt x="4" y="19"/>
                  </a:cubicBezTo>
                  <a:cubicBezTo>
                    <a:pt x="4" y="20"/>
                    <a:pt x="4" y="22"/>
                    <a:pt x="3" y="22"/>
                  </a:cubicBezTo>
                  <a:cubicBezTo>
                    <a:pt x="2" y="22"/>
                    <a:pt x="1" y="20"/>
                    <a:pt x="1" y="20"/>
                  </a:cubicBezTo>
                  <a:cubicBezTo>
                    <a:pt x="0" y="18"/>
                    <a:pt x="1" y="15"/>
                    <a:pt x="1" y="14"/>
                  </a:cubicBezTo>
                  <a:cubicBezTo>
                    <a:pt x="2" y="13"/>
                    <a:pt x="3" y="12"/>
                    <a:pt x="4" y="12"/>
                  </a:cubicBezTo>
                  <a:cubicBezTo>
                    <a:pt x="5" y="11"/>
                    <a:pt x="7" y="9"/>
                    <a:pt x="8" y="8"/>
                  </a:cubicBezTo>
                  <a:cubicBezTo>
                    <a:pt x="8" y="7"/>
                    <a:pt x="8" y="5"/>
                    <a:pt x="8" y="5"/>
                  </a:cubicBezTo>
                  <a:cubicBezTo>
                    <a:pt x="9" y="4"/>
                    <a:pt x="11" y="2"/>
                    <a:pt x="12" y="2"/>
                  </a:cubicBezTo>
                  <a:cubicBezTo>
                    <a:pt x="13" y="2"/>
                    <a:pt x="16" y="3"/>
                    <a:pt x="17" y="2"/>
                  </a:cubicBezTo>
                  <a:cubicBezTo>
                    <a:pt x="18" y="2"/>
                    <a:pt x="20" y="0"/>
                    <a:pt x="21" y="0"/>
                  </a:cubicBezTo>
                  <a:cubicBezTo>
                    <a:pt x="22" y="0"/>
                    <a:pt x="24" y="0"/>
                    <a:pt x="24" y="0"/>
                  </a:cubicBezTo>
                  <a:cubicBezTo>
                    <a:pt x="25" y="1"/>
                    <a:pt x="24" y="3"/>
                    <a:pt x="24" y="4"/>
                  </a:cubicBezTo>
                  <a:cubicBezTo>
                    <a:pt x="24" y="4"/>
                    <a:pt x="23" y="5"/>
                    <a:pt x="22" y="5"/>
                  </a:cubicBezTo>
                  <a:cubicBezTo>
                    <a:pt x="22" y="6"/>
                    <a:pt x="20" y="6"/>
                    <a:pt x="20" y="6"/>
                  </a:cubicBezTo>
                  <a:cubicBezTo>
                    <a:pt x="19" y="7"/>
                    <a:pt x="19" y="8"/>
                    <a:pt x="19"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75"/>
            <p:cNvSpPr>
              <a:spLocks/>
            </p:cNvSpPr>
            <p:nvPr/>
          </p:nvSpPr>
          <p:spPr bwMode="auto">
            <a:xfrm>
              <a:off x="1266826" y="2782888"/>
              <a:ext cx="26988" cy="20638"/>
            </a:xfrm>
            <a:custGeom>
              <a:avLst/>
              <a:gdLst/>
              <a:ahLst/>
              <a:cxnLst>
                <a:cxn ang="0">
                  <a:pos x="17" y="13"/>
                </a:cxn>
                <a:cxn ang="0">
                  <a:pos x="13" y="12"/>
                </a:cxn>
                <a:cxn ang="0">
                  <a:pos x="8" y="8"/>
                </a:cxn>
                <a:cxn ang="0">
                  <a:pos x="5" y="5"/>
                </a:cxn>
                <a:cxn ang="0">
                  <a:pos x="2" y="4"/>
                </a:cxn>
                <a:cxn ang="0">
                  <a:pos x="0" y="1"/>
                </a:cxn>
                <a:cxn ang="0">
                  <a:pos x="2" y="0"/>
                </a:cxn>
                <a:cxn ang="0">
                  <a:pos x="5" y="1"/>
                </a:cxn>
                <a:cxn ang="0">
                  <a:pos x="9" y="2"/>
                </a:cxn>
                <a:cxn ang="0">
                  <a:pos x="11" y="6"/>
                </a:cxn>
                <a:cxn ang="0">
                  <a:pos x="14" y="8"/>
                </a:cxn>
                <a:cxn ang="0">
                  <a:pos x="17" y="10"/>
                </a:cxn>
                <a:cxn ang="0">
                  <a:pos x="17" y="13"/>
                </a:cxn>
              </a:cxnLst>
              <a:rect l="0" t="0" r="r" b="b"/>
              <a:pathLst>
                <a:path w="17" h="13">
                  <a:moveTo>
                    <a:pt x="17" y="13"/>
                  </a:moveTo>
                  <a:cubicBezTo>
                    <a:pt x="16" y="13"/>
                    <a:pt x="14" y="13"/>
                    <a:pt x="13" y="12"/>
                  </a:cubicBezTo>
                  <a:cubicBezTo>
                    <a:pt x="11" y="12"/>
                    <a:pt x="9" y="9"/>
                    <a:pt x="8" y="8"/>
                  </a:cubicBezTo>
                  <a:cubicBezTo>
                    <a:pt x="8" y="7"/>
                    <a:pt x="6" y="6"/>
                    <a:pt x="5" y="5"/>
                  </a:cubicBezTo>
                  <a:cubicBezTo>
                    <a:pt x="5" y="5"/>
                    <a:pt x="3" y="4"/>
                    <a:pt x="2" y="4"/>
                  </a:cubicBezTo>
                  <a:cubicBezTo>
                    <a:pt x="2" y="3"/>
                    <a:pt x="0" y="2"/>
                    <a:pt x="0" y="1"/>
                  </a:cubicBezTo>
                  <a:cubicBezTo>
                    <a:pt x="0" y="0"/>
                    <a:pt x="1" y="0"/>
                    <a:pt x="2" y="0"/>
                  </a:cubicBezTo>
                  <a:cubicBezTo>
                    <a:pt x="2" y="0"/>
                    <a:pt x="4" y="0"/>
                    <a:pt x="5" y="1"/>
                  </a:cubicBezTo>
                  <a:cubicBezTo>
                    <a:pt x="6" y="1"/>
                    <a:pt x="8" y="2"/>
                    <a:pt x="9" y="2"/>
                  </a:cubicBezTo>
                  <a:cubicBezTo>
                    <a:pt x="10" y="3"/>
                    <a:pt x="10" y="5"/>
                    <a:pt x="11" y="6"/>
                  </a:cubicBezTo>
                  <a:cubicBezTo>
                    <a:pt x="12" y="6"/>
                    <a:pt x="13" y="7"/>
                    <a:pt x="14" y="8"/>
                  </a:cubicBezTo>
                  <a:cubicBezTo>
                    <a:pt x="15" y="8"/>
                    <a:pt x="17" y="9"/>
                    <a:pt x="17" y="10"/>
                  </a:cubicBezTo>
                  <a:cubicBezTo>
                    <a:pt x="17" y="11"/>
                    <a:pt x="17" y="12"/>
                    <a:pt x="17" y="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76"/>
            <p:cNvSpPr>
              <a:spLocks/>
            </p:cNvSpPr>
            <p:nvPr/>
          </p:nvSpPr>
          <p:spPr bwMode="auto">
            <a:xfrm>
              <a:off x="1266826" y="2762250"/>
              <a:ext cx="26988" cy="15875"/>
            </a:xfrm>
            <a:custGeom>
              <a:avLst/>
              <a:gdLst/>
              <a:ahLst/>
              <a:cxnLst>
                <a:cxn ang="0">
                  <a:pos x="9" y="10"/>
                </a:cxn>
                <a:cxn ang="0">
                  <a:pos x="5" y="10"/>
                </a:cxn>
                <a:cxn ang="0">
                  <a:pos x="3" y="11"/>
                </a:cxn>
                <a:cxn ang="0">
                  <a:pos x="1" y="9"/>
                </a:cxn>
                <a:cxn ang="0">
                  <a:pos x="2" y="5"/>
                </a:cxn>
                <a:cxn ang="0">
                  <a:pos x="2" y="2"/>
                </a:cxn>
                <a:cxn ang="0">
                  <a:pos x="6" y="0"/>
                </a:cxn>
                <a:cxn ang="0">
                  <a:pos x="9" y="1"/>
                </a:cxn>
                <a:cxn ang="0">
                  <a:pos x="13" y="2"/>
                </a:cxn>
                <a:cxn ang="0">
                  <a:pos x="17" y="3"/>
                </a:cxn>
                <a:cxn ang="0">
                  <a:pos x="16" y="7"/>
                </a:cxn>
                <a:cxn ang="0">
                  <a:pos x="13" y="10"/>
                </a:cxn>
                <a:cxn ang="0">
                  <a:pos x="9" y="10"/>
                </a:cxn>
              </a:cxnLst>
              <a:rect l="0" t="0" r="r" b="b"/>
              <a:pathLst>
                <a:path w="17" h="11">
                  <a:moveTo>
                    <a:pt x="9" y="10"/>
                  </a:moveTo>
                  <a:cubicBezTo>
                    <a:pt x="8" y="10"/>
                    <a:pt x="6" y="9"/>
                    <a:pt x="5" y="10"/>
                  </a:cubicBezTo>
                  <a:cubicBezTo>
                    <a:pt x="5" y="10"/>
                    <a:pt x="3" y="11"/>
                    <a:pt x="3" y="11"/>
                  </a:cubicBezTo>
                  <a:cubicBezTo>
                    <a:pt x="2" y="11"/>
                    <a:pt x="1" y="10"/>
                    <a:pt x="1" y="9"/>
                  </a:cubicBezTo>
                  <a:cubicBezTo>
                    <a:pt x="0" y="8"/>
                    <a:pt x="2" y="6"/>
                    <a:pt x="2" y="5"/>
                  </a:cubicBezTo>
                  <a:cubicBezTo>
                    <a:pt x="2" y="4"/>
                    <a:pt x="2" y="2"/>
                    <a:pt x="2" y="2"/>
                  </a:cubicBezTo>
                  <a:cubicBezTo>
                    <a:pt x="3" y="1"/>
                    <a:pt x="5" y="0"/>
                    <a:pt x="6" y="0"/>
                  </a:cubicBezTo>
                  <a:cubicBezTo>
                    <a:pt x="7" y="0"/>
                    <a:pt x="9" y="1"/>
                    <a:pt x="9" y="1"/>
                  </a:cubicBezTo>
                  <a:cubicBezTo>
                    <a:pt x="10" y="2"/>
                    <a:pt x="12" y="2"/>
                    <a:pt x="13" y="2"/>
                  </a:cubicBezTo>
                  <a:cubicBezTo>
                    <a:pt x="14" y="2"/>
                    <a:pt x="16" y="2"/>
                    <a:pt x="17" y="3"/>
                  </a:cubicBezTo>
                  <a:cubicBezTo>
                    <a:pt x="17" y="4"/>
                    <a:pt x="17" y="7"/>
                    <a:pt x="16" y="7"/>
                  </a:cubicBezTo>
                  <a:cubicBezTo>
                    <a:pt x="16" y="8"/>
                    <a:pt x="14" y="9"/>
                    <a:pt x="13" y="10"/>
                  </a:cubicBezTo>
                  <a:cubicBezTo>
                    <a:pt x="12" y="10"/>
                    <a:pt x="10" y="10"/>
                    <a:pt x="9"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77"/>
            <p:cNvSpPr>
              <a:spLocks/>
            </p:cNvSpPr>
            <p:nvPr/>
          </p:nvSpPr>
          <p:spPr bwMode="auto">
            <a:xfrm>
              <a:off x="1189038" y="2673350"/>
              <a:ext cx="73025" cy="131763"/>
            </a:xfrm>
            <a:custGeom>
              <a:avLst/>
              <a:gdLst/>
              <a:ahLst/>
              <a:cxnLst>
                <a:cxn ang="0">
                  <a:pos x="46" y="54"/>
                </a:cxn>
                <a:cxn ang="0">
                  <a:pos x="44" y="53"/>
                </a:cxn>
                <a:cxn ang="0">
                  <a:pos x="42" y="55"/>
                </a:cxn>
                <a:cxn ang="0">
                  <a:pos x="38" y="56"/>
                </a:cxn>
                <a:cxn ang="0">
                  <a:pos x="37" y="53"/>
                </a:cxn>
                <a:cxn ang="0">
                  <a:pos x="38" y="47"/>
                </a:cxn>
                <a:cxn ang="0">
                  <a:pos x="43" y="44"/>
                </a:cxn>
                <a:cxn ang="0">
                  <a:pos x="48" y="39"/>
                </a:cxn>
                <a:cxn ang="0">
                  <a:pos x="46" y="34"/>
                </a:cxn>
                <a:cxn ang="0">
                  <a:pos x="44" y="30"/>
                </a:cxn>
                <a:cxn ang="0">
                  <a:pos x="45" y="23"/>
                </a:cxn>
                <a:cxn ang="0">
                  <a:pos x="47" y="16"/>
                </a:cxn>
                <a:cxn ang="0">
                  <a:pos x="46" y="6"/>
                </a:cxn>
                <a:cxn ang="0">
                  <a:pos x="42" y="2"/>
                </a:cxn>
                <a:cxn ang="0">
                  <a:pos x="35" y="1"/>
                </a:cxn>
                <a:cxn ang="0">
                  <a:pos x="29" y="4"/>
                </a:cxn>
                <a:cxn ang="0">
                  <a:pos x="27" y="9"/>
                </a:cxn>
                <a:cxn ang="0">
                  <a:pos x="25" y="13"/>
                </a:cxn>
                <a:cxn ang="0">
                  <a:pos x="22" y="15"/>
                </a:cxn>
                <a:cxn ang="0">
                  <a:pos x="18" y="19"/>
                </a:cxn>
                <a:cxn ang="0">
                  <a:pos x="15" y="26"/>
                </a:cxn>
                <a:cxn ang="0">
                  <a:pos x="12" y="30"/>
                </a:cxn>
                <a:cxn ang="0">
                  <a:pos x="12" y="37"/>
                </a:cxn>
                <a:cxn ang="0">
                  <a:pos x="11" y="43"/>
                </a:cxn>
                <a:cxn ang="0">
                  <a:pos x="8" y="47"/>
                </a:cxn>
                <a:cxn ang="0">
                  <a:pos x="5" y="50"/>
                </a:cxn>
                <a:cxn ang="0">
                  <a:pos x="3" y="58"/>
                </a:cxn>
                <a:cxn ang="0">
                  <a:pos x="3" y="68"/>
                </a:cxn>
                <a:cxn ang="0">
                  <a:pos x="2" y="76"/>
                </a:cxn>
                <a:cxn ang="0">
                  <a:pos x="0" y="81"/>
                </a:cxn>
                <a:cxn ang="0">
                  <a:pos x="0" y="85"/>
                </a:cxn>
                <a:cxn ang="0">
                  <a:pos x="4" y="85"/>
                </a:cxn>
                <a:cxn ang="0">
                  <a:pos x="7" y="81"/>
                </a:cxn>
                <a:cxn ang="0">
                  <a:pos x="9" y="77"/>
                </a:cxn>
                <a:cxn ang="0">
                  <a:pos x="10" y="72"/>
                </a:cxn>
                <a:cxn ang="0">
                  <a:pos x="11" y="68"/>
                </a:cxn>
                <a:cxn ang="0">
                  <a:pos x="14" y="68"/>
                </a:cxn>
                <a:cxn ang="0">
                  <a:pos x="17" y="72"/>
                </a:cxn>
                <a:cxn ang="0">
                  <a:pos x="16" y="76"/>
                </a:cxn>
                <a:cxn ang="0">
                  <a:pos x="18" y="80"/>
                </a:cxn>
                <a:cxn ang="0">
                  <a:pos x="23" y="83"/>
                </a:cxn>
                <a:cxn ang="0">
                  <a:pos x="26" y="79"/>
                </a:cxn>
                <a:cxn ang="0">
                  <a:pos x="33" y="78"/>
                </a:cxn>
                <a:cxn ang="0">
                  <a:pos x="39" y="74"/>
                </a:cxn>
                <a:cxn ang="0">
                  <a:pos x="42" y="69"/>
                </a:cxn>
                <a:cxn ang="0">
                  <a:pos x="46" y="64"/>
                </a:cxn>
                <a:cxn ang="0">
                  <a:pos x="46" y="59"/>
                </a:cxn>
                <a:cxn ang="0">
                  <a:pos x="46" y="54"/>
                </a:cxn>
              </a:cxnLst>
              <a:rect l="0" t="0" r="r" b="b"/>
              <a:pathLst>
                <a:path w="48" h="86">
                  <a:moveTo>
                    <a:pt x="46" y="54"/>
                  </a:moveTo>
                  <a:cubicBezTo>
                    <a:pt x="46" y="53"/>
                    <a:pt x="45" y="53"/>
                    <a:pt x="44" y="53"/>
                  </a:cubicBezTo>
                  <a:cubicBezTo>
                    <a:pt x="43" y="53"/>
                    <a:pt x="43" y="55"/>
                    <a:pt x="42" y="55"/>
                  </a:cubicBezTo>
                  <a:cubicBezTo>
                    <a:pt x="41" y="56"/>
                    <a:pt x="39" y="57"/>
                    <a:pt x="38" y="56"/>
                  </a:cubicBezTo>
                  <a:cubicBezTo>
                    <a:pt x="37" y="56"/>
                    <a:pt x="37" y="54"/>
                    <a:pt x="37" y="53"/>
                  </a:cubicBezTo>
                  <a:cubicBezTo>
                    <a:pt x="37" y="51"/>
                    <a:pt x="37" y="48"/>
                    <a:pt x="38" y="47"/>
                  </a:cubicBezTo>
                  <a:cubicBezTo>
                    <a:pt x="39" y="46"/>
                    <a:pt x="42" y="45"/>
                    <a:pt x="43" y="44"/>
                  </a:cubicBezTo>
                  <a:cubicBezTo>
                    <a:pt x="44" y="43"/>
                    <a:pt x="47" y="41"/>
                    <a:pt x="48" y="39"/>
                  </a:cubicBezTo>
                  <a:cubicBezTo>
                    <a:pt x="48" y="38"/>
                    <a:pt x="47" y="35"/>
                    <a:pt x="46" y="34"/>
                  </a:cubicBezTo>
                  <a:cubicBezTo>
                    <a:pt x="46" y="33"/>
                    <a:pt x="45" y="31"/>
                    <a:pt x="44" y="30"/>
                  </a:cubicBezTo>
                  <a:cubicBezTo>
                    <a:pt x="44" y="28"/>
                    <a:pt x="45" y="25"/>
                    <a:pt x="45" y="23"/>
                  </a:cubicBezTo>
                  <a:cubicBezTo>
                    <a:pt x="46" y="22"/>
                    <a:pt x="47" y="18"/>
                    <a:pt x="47" y="16"/>
                  </a:cubicBezTo>
                  <a:cubicBezTo>
                    <a:pt x="47" y="14"/>
                    <a:pt x="47" y="9"/>
                    <a:pt x="46" y="6"/>
                  </a:cubicBezTo>
                  <a:cubicBezTo>
                    <a:pt x="46" y="5"/>
                    <a:pt x="43" y="3"/>
                    <a:pt x="42" y="2"/>
                  </a:cubicBezTo>
                  <a:cubicBezTo>
                    <a:pt x="40" y="1"/>
                    <a:pt x="37" y="0"/>
                    <a:pt x="35" y="1"/>
                  </a:cubicBezTo>
                  <a:cubicBezTo>
                    <a:pt x="34" y="1"/>
                    <a:pt x="31" y="3"/>
                    <a:pt x="29" y="4"/>
                  </a:cubicBezTo>
                  <a:cubicBezTo>
                    <a:pt x="28" y="5"/>
                    <a:pt x="28" y="8"/>
                    <a:pt x="27" y="9"/>
                  </a:cubicBezTo>
                  <a:cubicBezTo>
                    <a:pt x="27" y="10"/>
                    <a:pt x="25" y="12"/>
                    <a:pt x="25" y="13"/>
                  </a:cubicBezTo>
                  <a:cubicBezTo>
                    <a:pt x="24" y="14"/>
                    <a:pt x="22" y="14"/>
                    <a:pt x="22" y="15"/>
                  </a:cubicBezTo>
                  <a:cubicBezTo>
                    <a:pt x="21" y="16"/>
                    <a:pt x="18" y="18"/>
                    <a:pt x="18" y="19"/>
                  </a:cubicBezTo>
                  <a:cubicBezTo>
                    <a:pt x="17" y="20"/>
                    <a:pt x="16" y="24"/>
                    <a:pt x="15" y="26"/>
                  </a:cubicBezTo>
                  <a:cubicBezTo>
                    <a:pt x="15" y="27"/>
                    <a:pt x="13" y="29"/>
                    <a:pt x="12" y="30"/>
                  </a:cubicBezTo>
                  <a:cubicBezTo>
                    <a:pt x="12" y="32"/>
                    <a:pt x="12" y="36"/>
                    <a:pt x="12" y="37"/>
                  </a:cubicBezTo>
                  <a:cubicBezTo>
                    <a:pt x="12" y="39"/>
                    <a:pt x="11" y="41"/>
                    <a:pt x="11" y="43"/>
                  </a:cubicBezTo>
                  <a:cubicBezTo>
                    <a:pt x="10" y="44"/>
                    <a:pt x="9" y="46"/>
                    <a:pt x="8" y="47"/>
                  </a:cubicBezTo>
                  <a:cubicBezTo>
                    <a:pt x="7" y="48"/>
                    <a:pt x="5" y="49"/>
                    <a:pt x="5" y="50"/>
                  </a:cubicBezTo>
                  <a:cubicBezTo>
                    <a:pt x="4" y="52"/>
                    <a:pt x="3" y="56"/>
                    <a:pt x="3" y="58"/>
                  </a:cubicBezTo>
                  <a:cubicBezTo>
                    <a:pt x="2" y="61"/>
                    <a:pt x="3" y="66"/>
                    <a:pt x="3" y="68"/>
                  </a:cubicBezTo>
                  <a:cubicBezTo>
                    <a:pt x="2" y="70"/>
                    <a:pt x="2" y="74"/>
                    <a:pt x="2" y="76"/>
                  </a:cubicBezTo>
                  <a:cubicBezTo>
                    <a:pt x="1" y="77"/>
                    <a:pt x="0" y="79"/>
                    <a:pt x="0" y="81"/>
                  </a:cubicBezTo>
                  <a:cubicBezTo>
                    <a:pt x="0" y="82"/>
                    <a:pt x="0" y="84"/>
                    <a:pt x="0" y="85"/>
                  </a:cubicBezTo>
                  <a:cubicBezTo>
                    <a:pt x="1" y="86"/>
                    <a:pt x="3" y="86"/>
                    <a:pt x="4" y="85"/>
                  </a:cubicBezTo>
                  <a:cubicBezTo>
                    <a:pt x="5" y="85"/>
                    <a:pt x="6" y="82"/>
                    <a:pt x="7" y="81"/>
                  </a:cubicBezTo>
                  <a:cubicBezTo>
                    <a:pt x="7" y="80"/>
                    <a:pt x="9" y="78"/>
                    <a:pt x="9" y="77"/>
                  </a:cubicBezTo>
                  <a:cubicBezTo>
                    <a:pt x="9" y="76"/>
                    <a:pt x="9" y="73"/>
                    <a:pt x="10" y="72"/>
                  </a:cubicBezTo>
                  <a:cubicBezTo>
                    <a:pt x="10" y="71"/>
                    <a:pt x="10" y="69"/>
                    <a:pt x="11" y="68"/>
                  </a:cubicBezTo>
                  <a:cubicBezTo>
                    <a:pt x="12" y="68"/>
                    <a:pt x="14" y="68"/>
                    <a:pt x="14" y="68"/>
                  </a:cubicBezTo>
                  <a:cubicBezTo>
                    <a:pt x="15" y="69"/>
                    <a:pt x="16" y="71"/>
                    <a:pt x="17" y="72"/>
                  </a:cubicBezTo>
                  <a:cubicBezTo>
                    <a:pt x="17" y="73"/>
                    <a:pt x="16" y="75"/>
                    <a:pt x="16" y="76"/>
                  </a:cubicBezTo>
                  <a:cubicBezTo>
                    <a:pt x="16" y="77"/>
                    <a:pt x="17" y="79"/>
                    <a:pt x="18" y="80"/>
                  </a:cubicBezTo>
                  <a:cubicBezTo>
                    <a:pt x="19" y="81"/>
                    <a:pt x="22" y="83"/>
                    <a:pt x="23" y="83"/>
                  </a:cubicBezTo>
                  <a:cubicBezTo>
                    <a:pt x="24" y="83"/>
                    <a:pt x="25" y="79"/>
                    <a:pt x="26" y="79"/>
                  </a:cubicBezTo>
                  <a:cubicBezTo>
                    <a:pt x="28" y="78"/>
                    <a:pt x="31" y="78"/>
                    <a:pt x="33" y="78"/>
                  </a:cubicBezTo>
                  <a:cubicBezTo>
                    <a:pt x="35" y="77"/>
                    <a:pt x="38" y="76"/>
                    <a:pt x="39" y="74"/>
                  </a:cubicBezTo>
                  <a:cubicBezTo>
                    <a:pt x="40" y="73"/>
                    <a:pt x="41" y="70"/>
                    <a:pt x="42" y="69"/>
                  </a:cubicBezTo>
                  <a:cubicBezTo>
                    <a:pt x="43" y="68"/>
                    <a:pt x="45" y="66"/>
                    <a:pt x="46" y="64"/>
                  </a:cubicBezTo>
                  <a:cubicBezTo>
                    <a:pt x="46" y="63"/>
                    <a:pt x="46" y="60"/>
                    <a:pt x="46" y="59"/>
                  </a:cubicBezTo>
                  <a:cubicBezTo>
                    <a:pt x="46" y="58"/>
                    <a:pt x="47" y="55"/>
                    <a:pt x="46" y="5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78"/>
            <p:cNvSpPr>
              <a:spLocks/>
            </p:cNvSpPr>
            <p:nvPr/>
          </p:nvSpPr>
          <p:spPr bwMode="auto">
            <a:xfrm>
              <a:off x="1030288" y="2466975"/>
              <a:ext cx="31750" cy="34925"/>
            </a:xfrm>
            <a:custGeom>
              <a:avLst/>
              <a:gdLst/>
              <a:ahLst/>
              <a:cxnLst>
                <a:cxn ang="0">
                  <a:pos x="20" y="19"/>
                </a:cxn>
                <a:cxn ang="0">
                  <a:pos x="17" y="20"/>
                </a:cxn>
                <a:cxn ang="0">
                  <a:pos x="15" y="23"/>
                </a:cxn>
                <a:cxn ang="0">
                  <a:pos x="8" y="21"/>
                </a:cxn>
                <a:cxn ang="0">
                  <a:pos x="6" y="16"/>
                </a:cxn>
                <a:cxn ang="0">
                  <a:pos x="2" y="10"/>
                </a:cxn>
                <a:cxn ang="0">
                  <a:pos x="0" y="5"/>
                </a:cxn>
                <a:cxn ang="0">
                  <a:pos x="2" y="1"/>
                </a:cxn>
                <a:cxn ang="0">
                  <a:pos x="9" y="1"/>
                </a:cxn>
                <a:cxn ang="0">
                  <a:pos x="11" y="7"/>
                </a:cxn>
                <a:cxn ang="0">
                  <a:pos x="16" y="10"/>
                </a:cxn>
                <a:cxn ang="0">
                  <a:pos x="21" y="12"/>
                </a:cxn>
                <a:cxn ang="0">
                  <a:pos x="21" y="16"/>
                </a:cxn>
                <a:cxn ang="0">
                  <a:pos x="20" y="19"/>
                </a:cxn>
              </a:cxnLst>
              <a:rect l="0" t="0" r="r" b="b"/>
              <a:pathLst>
                <a:path w="21" h="23">
                  <a:moveTo>
                    <a:pt x="20" y="19"/>
                  </a:moveTo>
                  <a:cubicBezTo>
                    <a:pt x="19" y="20"/>
                    <a:pt x="18" y="20"/>
                    <a:pt x="17" y="20"/>
                  </a:cubicBezTo>
                  <a:cubicBezTo>
                    <a:pt x="17" y="20"/>
                    <a:pt x="16" y="22"/>
                    <a:pt x="15" y="23"/>
                  </a:cubicBezTo>
                  <a:cubicBezTo>
                    <a:pt x="14" y="23"/>
                    <a:pt x="10" y="23"/>
                    <a:pt x="8" y="21"/>
                  </a:cubicBezTo>
                  <a:cubicBezTo>
                    <a:pt x="7" y="20"/>
                    <a:pt x="7" y="17"/>
                    <a:pt x="6" y="16"/>
                  </a:cubicBezTo>
                  <a:cubicBezTo>
                    <a:pt x="5" y="14"/>
                    <a:pt x="3" y="12"/>
                    <a:pt x="2" y="10"/>
                  </a:cubicBezTo>
                  <a:cubicBezTo>
                    <a:pt x="1" y="9"/>
                    <a:pt x="0" y="6"/>
                    <a:pt x="0" y="5"/>
                  </a:cubicBezTo>
                  <a:cubicBezTo>
                    <a:pt x="0" y="4"/>
                    <a:pt x="1" y="2"/>
                    <a:pt x="2" y="1"/>
                  </a:cubicBezTo>
                  <a:cubicBezTo>
                    <a:pt x="4" y="0"/>
                    <a:pt x="8" y="0"/>
                    <a:pt x="9" y="1"/>
                  </a:cubicBezTo>
                  <a:cubicBezTo>
                    <a:pt x="10" y="2"/>
                    <a:pt x="10" y="5"/>
                    <a:pt x="11" y="7"/>
                  </a:cubicBezTo>
                  <a:cubicBezTo>
                    <a:pt x="12" y="8"/>
                    <a:pt x="14" y="9"/>
                    <a:pt x="16" y="10"/>
                  </a:cubicBezTo>
                  <a:cubicBezTo>
                    <a:pt x="17" y="11"/>
                    <a:pt x="20" y="11"/>
                    <a:pt x="21" y="12"/>
                  </a:cubicBezTo>
                  <a:cubicBezTo>
                    <a:pt x="21" y="13"/>
                    <a:pt x="21" y="15"/>
                    <a:pt x="21" y="16"/>
                  </a:cubicBezTo>
                  <a:cubicBezTo>
                    <a:pt x="21" y="17"/>
                    <a:pt x="21" y="19"/>
                    <a:pt x="20" y="1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79"/>
            <p:cNvSpPr>
              <a:spLocks/>
            </p:cNvSpPr>
            <p:nvPr/>
          </p:nvSpPr>
          <p:spPr bwMode="auto">
            <a:xfrm>
              <a:off x="852488" y="2171700"/>
              <a:ext cx="182563" cy="227013"/>
            </a:xfrm>
            <a:custGeom>
              <a:avLst/>
              <a:gdLst/>
              <a:ahLst/>
              <a:cxnLst>
                <a:cxn ang="0">
                  <a:pos x="109" y="147"/>
                </a:cxn>
                <a:cxn ang="0">
                  <a:pos x="96" y="140"/>
                </a:cxn>
                <a:cxn ang="0">
                  <a:pos x="81" y="131"/>
                </a:cxn>
                <a:cxn ang="0">
                  <a:pos x="66" y="127"/>
                </a:cxn>
                <a:cxn ang="0">
                  <a:pos x="60" y="119"/>
                </a:cxn>
                <a:cxn ang="0">
                  <a:pos x="48" y="105"/>
                </a:cxn>
                <a:cxn ang="0">
                  <a:pos x="48" y="88"/>
                </a:cxn>
                <a:cxn ang="0">
                  <a:pos x="33" y="70"/>
                </a:cxn>
                <a:cxn ang="0">
                  <a:pos x="19" y="57"/>
                </a:cxn>
                <a:cxn ang="0">
                  <a:pos x="19" y="45"/>
                </a:cxn>
                <a:cxn ang="0">
                  <a:pos x="10" y="44"/>
                </a:cxn>
                <a:cxn ang="0">
                  <a:pos x="5" y="37"/>
                </a:cxn>
                <a:cxn ang="0">
                  <a:pos x="9" y="34"/>
                </a:cxn>
                <a:cxn ang="0">
                  <a:pos x="4" y="28"/>
                </a:cxn>
                <a:cxn ang="0">
                  <a:pos x="0" y="12"/>
                </a:cxn>
                <a:cxn ang="0">
                  <a:pos x="12" y="6"/>
                </a:cxn>
                <a:cxn ang="0">
                  <a:pos x="33" y="6"/>
                </a:cxn>
                <a:cxn ang="0">
                  <a:pos x="45" y="2"/>
                </a:cxn>
                <a:cxn ang="0">
                  <a:pos x="58" y="1"/>
                </a:cxn>
                <a:cxn ang="0">
                  <a:pos x="69" y="6"/>
                </a:cxn>
                <a:cxn ang="0">
                  <a:pos x="75" y="17"/>
                </a:cxn>
                <a:cxn ang="0">
                  <a:pos x="70" y="26"/>
                </a:cxn>
                <a:cxn ang="0">
                  <a:pos x="61" y="29"/>
                </a:cxn>
                <a:cxn ang="0">
                  <a:pos x="50" y="34"/>
                </a:cxn>
                <a:cxn ang="0">
                  <a:pos x="51" y="43"/>
                </a:cxn>
                <a:cxn ang="0">
                  <a:pos x="49" y="51"/>
                </a:cxn>
                <a:cxn ang="0">
                  <a:pos x="57" y="57"/>
                </a:cxn>
                <a:cxn ang="0">
                  <a:pos x="65" y="58"/>
                </a:cxn>
                <a:cxn ang="0">
                  <a:pos x="65" y="69"/>
                </a:cxn>
                <a:cxn ang="0">
                  <a:pos x="61" y="88"/>
                </a:cxn>
                <a:cxn ang="0">
                  <a:pos x="66" y="100"/>
                </a:cxn>
                <a:cxn ang="0">
                  <a:pos x="69" y="112"/>
                </a:cxn>
                <a:cxn ang="0">
                  <a:pos x="82" y="116"/>
                </a:cxn>
                <a:cxn ang="0">
                  <a:pos x="90" y="122"/>
                </a:cxn>
                <a:cxn ang="0">
                  <a:pos x="98" y="123"/>
                </a:cxn>
                <a:cxn ang="0">
                  <a:pos x="109" y="130"/>
                </a:cxn>
                <a:cxn ang="0">
                  <a:pos x="115" y="139"/>
                </a:cxn>
                <a:cxn ang="0">
                  <a:pos x="116" y="147"/>
                </a:cxn>
              </a:cxnLst>
              <a:rect l="0" t="0" r="r" b="b"/>
              <a:pathLst>
                <a:path w="119" h="148">
                  <a:moveTo>
                    <a:pt x="116" y="147"/>
                  </a:moveTo>
                  <a:cubicBezTo>
                    <a:pt x="114" y="147"/>
                    <a:pt x="110" y="148"/>
                    <a:pt x="109" y="147"/>
                  </a:cubicBezTo>
                  <a:cubicBezTo>
                    <a:pt x="108" y="147"/>
                    <a:pt x="106" y="144"/>
                    <a:pt x="105" y="144"/>
                  </a:cubicBezTo>
                  <a:cubicBezTo>
                    <a:pt x="103" y="142"/>
                    <a:pt x="98" y="142"/>
                    <a:pt x="96" y="140"/>
                  </a:cubicBezTo>
                  <a:cubicBezTo>
                    <a:pt x="95" y="139"/>
                    <a:pt x="92" y="137"/>
                    <a:pt x="90" y="136"/>
                  </a:cubicBezTo>
                  <a:cubicBezTo>
                    <a:pt x="88" y="134"/>
                    <a:pt x="83" y="132"/>
                    <a:pt x="81" y="131"/>
                  </a:cubicBezTo>
                  <a:cubicBezTo>
                    <a:pt x="79" y="131"/>
                    <a:pt x="74" y="130"/>
                    <a:pt x="72" y="130"/>
                  </a:cubicBezTo>
                  <a:cubicBezTo>
                    <a:pt x="70" y="129"/>
                    <a:pt x="66" y="128"/>
                    <a:pt x="66" y="127"/>
                  </a:cubicBezTo>
                  <a:cubicBezTo>
                    <a:pt x="65" y="126"/>
                    <a:pt x="66" y="125"/>
                    <a:pt x="66" y="124"/>
                  </a:cubicBezTo>
                  <a:cubicBezTo>
                    <a:pt x="65" y="122"/>
                    <a:pt x="62" y="120"/>
                    <a:pt x="60" y="119"/>
                  </a:cubicBezTo>
                  <a:cubicBezTo>
                    <a:pt x="59" y="118"/>
                    <a:pt x="55" y="117"/>
                    <a:pt x="54" y="115"/>
                  </a:cubicBezTo>
                  <a:cubicBezTo>
                    <a:pt x="51" y="113"/>
                    <a:pt x="48" y="108"/>
                    <a:pt x="48" y="105"/>
                  </a:cubicBezTo>
                  <a:cubicBezTo>
                    <a:pt x="47" y="102"/>
                    <a:pt x="50" y="98"/>
                    <a:pt x="50" y="95"/>
                  </a:cubicBezTo>
                  <a:cubicBezTo>
                    <a:pt x="50" y="93"/>
                    <a:pt x="49" y="90"/>
                    <a:pt x="48" y="88"/>
                  </a:cubicBezTo>
                  <a:cubicBezTo>
                    <a:pt x="47" y="86"/>
                    <a:pt x="45" y="81"/>
                    <a:pt x="43" y="79"/>
                  </a:cubicBezTo>
                  <a:cubicBezTo>
                    <a:pt x="41" y="77"/>
                    <a:pt x="36" y="72"/>
                    <a:pt x="33" y="70"/>
                  </a:cubicBezTo>
                  <a:cubicBezTo>
                    <a:pt x="31" y="68"/>
                    <a:pt x="27" y="63"/>
                    <a:pt x="24" y="61"/>
                  </a:cubicBezTo>
                  <a:cubicBezTo>
                    <a:pt x="23" y="60"/>
                    <a:pt x="20" y="58"/>
                    <a:pt x="19" y="57"/>
                  </a:cubicBezTo>
                  <a:cubicBezTo>
                    <a:pt x="18" y="55"/>
                    <a:pt x="19" y="52"/>
                    <a:pt x="19" y="51"/>
                  </a:cubicBezTo>
                  <a:cubicBezTo>
                    <a:pt x="19" y="50"/>
                    <a:pt x="20" y="47"/>
                    <a:pt x="19" y="45"/>
                  </a:cubicBezTo>
                  <a:cubicBezTo>
                    <a:pt x="19" y="45"/>
                    <a:pt x="17" y="44"/>
                    <a:pt x="16" y="43"/>
                  </a:cubicBezTo>
                  <a:cubicBezTo>
                    <a:pt x="14" y="43"/>
                    <a:pt x="11" y="44"/>
                    <a:pt x="10" y="44"/>
                  </a:cubicBezTo>
                  <a:cubicBezTo>
                    <a:pt x="9" y="44"/>
                    <a:pt x="6" y="42"/>
                    <a:pt x="5" y="41"/>
                  </a:cubicBezTo>
                  <a:cubicBezTo>
                    <a:pt x="5" y="40"/>
                    <a:pt x="5" y="38"/>
                    <a:pt x="5" y="37"/>
                  </a:cubicBezTo>
                  <a:cubicBezTo>
                    <a:pt x="5" y="37"/>
                    <a:pt x="6" y="35"/>
                    <a:pt x="6" y="35"/>
                  </a:cubicBezTo>
                  <a:cubicBezTo>
                    <a:pt x="7" y="34"/>
                    <a:pt x="8" y="35"/>
                    <a:pt x="9" y="34"/>
                  </a:cubicBezTo>
                  <a:cubicBezTo>
                    <a:pt x="9" y="33"/>
                    <a:pt x="9" y="31"/>
                    <a:pt x="8" y="30"/>
                  </a:cubicBezTo>
                  <a:cubicBezTo>
                    <a:pt x="7" y="29"/>
                    <a:pt x="5" y="29"/>
                    <a:pt x="4" y="28"/>
                  </a:cubicBezTo>
                  <a:cubicBezTo>
                    <a:pt x="3" y="26"/>
                    <a:pt x="2" y="23"/>
                    <a:pt x="2" y="21"/>
                  </a:cubicBezTo>
                  <a:cubicBezTo>
                    <a:pt x="1" y="19"/>
                    <a:pt x="0" y="15"/>
                    <a:pt x="0" y="12"/>
                  </a:cubicBezTo>
                  <a:cubicBezTo>
                    <a:pt x="1" y="11"/>
                    <a:pt x="2" y="8"/>
                    <a:pt x="3" y="7"/>
                  </a:cubicBezTo>
                  <a:cubicBezTo>
                    <a:pt x="5" y="6"/>
                    <a:pt x="10" y="6"/>
                    <a:pt x="12" y="6"/>
                  </a:cubicBezTo>
                  <a:cubicBezTo>
                    <a:pt x="15" y="6"/>
                    <a:pt x="21" y="6"/>
                    <a:pt x="24" y="6"/>
                  </a:cubicBezTo>
                  <a:cubicBezTo>
                    <a:pt x="27" y="6"/>
                    <a:pt x="31" y="6"/>
                    <a:pt x="33" y="6"/>
                  </a:cubicBezTo>
                  <a:cubicBezTo>
                    <a:pt x="35" y="6"/>
                    <a:pt x="39" y="6"/>
                    <a:pt x="41" y="6"/>
                  </a:cubicBezTo>
                  <a:cubicBezTo>
                    <a:pt x="42" y="5"/>
                    <a:pt x="44" y="3"/>
                    <a:pt x="45" y="2"/>
                  </a:cubicBezTo>
                  <a:cubicBezTo>
                    <a:pt x="46" y="1"/>
                    <a:pt x="50" y="0"/>
                    <a:pt x="52" y="0"/>
                  </a:cubicBezTo>
                  <a:cubicBezTo>
                    <a:pt x="53" y="0"/>
                    <a:pt x="56" y="0"/>
                    <a:pt x="58" y="1"/>
                  </a:cubicBezTo>
                  <a:cubicBezTo>
                    <a:pt x="60" y="1"/>
                    <a:pt x="63" y="3"/>
                    <a:pt x="65" y="4"/>
                  </a:cubicBezTo>
                  <a:cubicBezTo>
                    <a:pt x="66" y="5"/>
                    <a:pt x="68" y="5"/>
                    <a:pt x="69" y="6"/>
                  </a:cubicBezTo>
                  <a:cubicBezTo>
                    <a:pt x="70" y="7"/>
                    <a:pt x="73" y="9"/>
                    <a:pt x="73" y="11"/>
                  </a:cubicBezTo>
                  <a:cubicBezTo>
                    <a:pt x="74" y="12"/>
                    <a:pt x="75" y="15"/>
                    <a:pt x="75" y="17"/>
                  </a:cubicBezTo>
                  <a:cubicBezTo>
                    <a:pt x="74" y="18"/>
                    <a:pt x="73" y="20"/>
                    <a:pt x="72" y="21"/>
                  </a:cubicBezTo>
                  <a:cubicBezTo>
                    <a:pt x="71" y="22"/>
                    <a:pt x="71" y="25"/>
                    <a:pt x="70" y="26"/>
                  </a:cubicBezTo>
                  <a:cubicBezTo>
                    <a:pt x="69" y="26"/>
                    <a:pt x="68" y="27"/>
                    <a:pt x="67" y="28"/>
                  </a:cubicBezTo>
                  <a:cubicBezTo>
                    <a:pt x="66" y="28"/>
                    <a:pt x="63" y="28"/>
                    <a:pt x="61" y="29"/>
                  </a:cubicBezTo>
                  <a:cubicBezTo>
                    <a:pt x="60" y="29"/>
                    <a:pt x="56" y="29"/>
                    <a:pt x="55" y="30"/>
                  </a:cubicBezTo>
                  <a:cubicBezTo>
                    <a:pt x="53" y="31"/>
                    <a:pt x="51" y="33"/>
                    <a:pt x="50" y="34"/>
                  </a:cubicBezTo>
                  <a:cubicBezTo>
                    <a:pt x="49" y="35"/>
                    <a:pt x="48" y="38"/>
                    <a:pt x="48" y="39"/>
                  </a:cubicBezTo>
                  <a:cubicBezTo>
                    <a:pt x="49" y="40"/>
                    <a:pt x="50" y="42"/>
                    <a:pt x="51" y="43"/>
                  </a:cubicBezTo>
                  <a:cubicBezTo>
                    <a:pt x="51" y="44"/>
                    <a:pt x="52" y="46"/>
                    <a:pt x="52" y="48"/>
                  </a:cubicBezTo>
                  <a:cubicBezTo>
                    <a:pt x="52" y="49"/>
                    <a:pt x="50" y="50"/>
                    <a:pt x="49" y="51"/>
                  </a:cubicBezTo>
                  <a:cubicBezTo>
                    <a:pt x="49" y="52"/>
                    <a:pt x="50" y="55"/>
                    <a:pt x="51" y="55"/>
                  </a:cubicBezTo>
                  <a:cubicBezTo>
                    <a:pt x="52" y="56"/>
                    <a:pt x="55" y="57"/>
                    <a:pt x="57" y="57"/>
                  </a:cubicBezTo>
                  <a:cubicBezTo>
                    <a:pt x="58" y="57"/>
                    <a:pt x="62" y="55"/>
                    <a:pt x="63" y="55"/>
                  </a:cubicBezTo>
                  <a:cubicBezTo>
                    <a:pt x="64" y="56"/>
                    <a:pt x="65" y="57"/>
                    <a:pt x="65" y="58"/>
                  </a:cubicBezTo>
                  <a:cubicBezTo>
                    <a:pt x="66" y="59"/>
                    <a:pt x="66" y="62"/>
                    <a:pt x="66" y="64"/>
                  </a:cubicBezTo>
                  <a:cubicBezTo>
                    <a:pt x="66" y="65"/>
                    <a:pt x="65" y="68"/>
                    <a:pt x="65" y="69"/>
                  </a:cubicBezTo>
                  <a:cubicBezTo>
                    <a:pt x="64" y="71"/>
                    <a:pt x="62" y="76"/>
                    <a:pt x="62" y="79"/>
                  </a:cubicBezTo>
                  <a:cubicBezTo>
                    <a:pt x="61" y="81"/>
                    <a:pt x="61" y="86"/>
                    <a:pt x="61" y="88"/>
                  </a:cubicBezTo>
                  <a:cubicBezTo>
                    <a:pt x="61" y="90"/>
                    <a:pt x="62" y="95"/>
                    <a:pt x="63" y="97"/>
                  </a:cubicBezTo>
                  <a:cubicBezTo>
                    <a:pt x="63" y="98"/>
                    <a:pt x="65" y="99"/>
                    <a:pt x="66" y="100"/>
                  </a:cubicBezTo>
                  <a:cubicBezTo>
                    <a:pt x="66" y="102"/>
                    <a:pt x="65" y="105"/>
                    <a:pt x="66" y="107"/>
                  </a:cubicBezTo>
                  <a:cubicBezTo>
                    <a:pt x="66" y="108"/>
                    <a:pt x="68" y="111"/>
                    <a:pt x="69" y="112"/>
                  </a:cubicBezTo>
                  <a:cubicBezTo>
                    <a:pt x="70" y="113"/>
                    <a:pt x="72" y="116"/>
                    <a:pt x="73" y="117"/>
                  </a:cubicBezTo>
                  <a:cubicBezTo>
                    <a:pt x="75" y="118"/>
                    <a:pt x="80" y="116"/>
                    <a:pt x="82" y="116"/>
                  </a:cubicBezTo>
                  <a:cubicBezTo>
                    <a:pt x="83" y="116"/>
                    <a:pt x="86" y="117"/>
                    <a:pt x="87" y="118"/>
                  </a:cubicBezTo>
                  <a:cubicBezTo>
                    <a:pt x="88" y="119"/>
                    <a:pt x="89" y="121"/>
                    <a:pt x="90" y="122"/>
                  </a:cubicBezTo>
                  <a:cubicBezTo>
                    <a:pt x="91" y="123"/>
                    <a:pt x="92" y="125"/>
                    <a:pt x="93" y="125"/>
                  </a:cubicBezTo>
                  <a:cubicBezTo>
                    <a:pt x="95" y="126"/>
                    <a:pt x="97" y="123"/>
                    <a:pt x="98" y="123"/>
                  </a:cubicBezTo>
                  <a:cubicBezTo>
                    <a:pt x="100" y="122"/>
                    <a:pt x="105" y="121"/>
                    <a:pt x="106" y="122"/>
                  </a:cubicBezTo>
                  <a:cubicBezTo>
                    <a:pt x="108" y="123"/>
                    <a:pt x="109" y="128"/>
                    <a:pt x="109" y="130"/>
                  </a:cubicBezTo>
                  <a:cubicBezTo>
                    <a:pt x="110" y="132"/>
                    <a:pt x="110" y="135"/>
                    <a:pt x="111" y="137"/>
                  </a:cubicBezTo>
                  <a:cubicBezTo>
                    <a:pt x="112" y="138"/>
                    <a:pt x="115" y="138"/>
                    <a:pt x="115" y="139"/>
                  </a:cubicBezTo>
                  <a:cubicBezTo>
                    <a:pt x="116" y="140"/>
                    <a:pt x="119" y="143"/>
                    <a:pt x="119" y="144"/>
                  </a:cubicBezTo>
                  <a:cubicBezTo>
                    <a:pt x="119" y="145"/>
                    <a:pt x="117" y="146"/>
                    <a:pt x="116" y="14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80"/>
            <p:cNvSpPr>
              <a:spLocks/>
            </p:cNvSpPr>
            <p:nvPr/>
          </p:nvSpPr>
          <p:spPr bwMode="auto">
            <a:xfrm>
              <a:off x="795338" y="2179638"/>
              <a:ext cx="15875" cy="19050"/>
            </a:xfrm>
            <a:custGeom>
              <a:avLst/>
              <a:gdLst/>
              <a:ahLst/>
              <a:cxnLst>
                <a:cxn ang="0">
                  <a:pos x="9" y="10"/>
                </a:cxn>
                <a:cxn ang="0">
                  <a:pos x="7" y="13"/>
                </a:cxn>
                <a:cxn ang="0">
                  <a:pos x="3" y="8"/>
                </a:cxn>
                <a:cxn ang="0">
                  <a:pos x="0" y="4"/>
                </a:cxn>
                <a:cxn ang="0">
                  <a:pos x="0" y="1"/>
                </a:cxn>
                <a:cxn ang="0">
                  <a:pos x="7" y="2"/>
                </a:cxn>
                <a:cxn ang="0">
                  <a:pos x="11" y="5"/>
                </a:cxn>
                <a:cxn ang="0">
                  <a:pos x="9" y="10"/>
                </a:cxn>
              </a:cxnLst>
              <a:rect l="0" t="0" r="r" b="b"/>
              <a:pathLst>
                <a:path w="11" h="13">
                  <a:moveTo>
                    <a:pt x="9" y="10"/>
                  </a:moveTo>
                  <a:cubicBezTo>
                    <a:pt x="9" y="11"/>
                    <a:pt x="8" y="13"/>
                    <a:pt x="7" y="13"/>
                  </a:cubicBezTo>
                  <a:cubicBezTo>
                    <a:pt x="5" y="13"/>
                    <a:pt x="4" y="9"/>
                    <a:pt x="3" y="8"/>
                  </a:cubicBezTo>
                  <a:cubicBezTo>
                    <a:pt x="2" y="7"/>
                    <a:pt x="0" y="5"/>
                    <a:pt x="0" y="4"/>
                  </a:cubicBezTo>
                  <a:cubicBezTo>
                    <a:pt x="0" y="3"/>
                    <a:pt x="0" y="2"/>
                    <a:pt x="0" y="1"/>
                  </a:cubicBezTo>
                  <a:cubicBezTo>
                    <a:pt x="2" y="0"/>
                    <a:pt x="5" y="1"/>
                    <a:pt x="7" y="2"/>
                  </a:cubicBezTo>
                  <a:cubicBezTo>
                    <a:pt x="8" y="2"/>
                    <a:pt x="10" y="4"/>
                    <a:pt x="11" y="5"/>
                  </a:cubicBezTo>
                  <a:cubicBezTo>
                    <a:pt x="11" y="6"/>
                    <a:pt x="10" y="9"/>
                    <a:pt x="9"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81"/>
            <p:cNvSpPr>
              <a:spLocks/>
            </p:cNvSpPr>
            <p:nvPr/>
          </p:nvSpPr>
          <p:spPr bwMode="auto">
            <a:xfrm>
              <a:off x="747713" y="2133600"/>
              <a:ext cx="15875" cy="17463"/>
            </a:xfrm>
            <a:custGeom>
              <a:avLst/>
              <a:gdLst/>
              <a:ahLst/>
              <a:cxnLst>
                <a:cxn ang="0">
                  <a:pos x="10" y="5"/>
                </a:cxn>
                <a:cxn ang="0">
                  <a:pos x="8" y="7"/>
                </a:cxn>
                <a:cxn ang="0">
                  <a:pos x="6" y="11"/>
                </a:cxn>
                <a:cxn ang="0">
                  <a:pos x="1" y="8"/>
                </a:cxn>
                <a:cxn ang="0">
                  <a:pos x="0" y="4"/>
                </a:cxn>
                <a:cxn ang="0">
                  <a:pos x="2" y="2"/>
                </a:cxn>
                <a:cxn ang="0">
                  <a:pos x="6" y="0"/>
                </a:cxn>
                <a:cxn ang="0">
                  <a:pos x="10" y="5"/>
                </a:cxn>
              </a:cxnLst>
              <a:rect l="0" t="0" r="r" b="b"/>
              <a:pathLst>
                <a:path w="10" h="11">
                  <a:moveTo>
                    <a:pt x="10" y="5"/>
                  </a:moveTo>
                  <a:cubicBezTo>
                    <a:pt x="10" y="6"/>
                    <a:pt x="8" y="7"/>
                    <a:pt x="8" y="7"/>
                  </a:cubicBezTo>
                  <a:cubicBezTo>
                    <a:pt x="7" y="8"/>
                    <a:pt x="7" y="10"/>
                    <a:pt x="6" y="11"/>
                  </a:cubicBezTo>
                  <a:cubicBezTo>
                    <a:pt x="5" y="11"/>
                    <a:pt x="2" y="9"/>
                    <a:pt x="1" y="8"/>
                  </a:cubicBezTo>
                  <a:cubicBezTo>
                    <a:pt x="0" y="7"/>
                    <a:pt x="0" y="5"/>
                    <a:pt x="0" y="4"/>
                  </a:cubicBezTo>
                  <a:cubicBezTo>
                    <a:pt x="0" y="4"/>
                    <a:pt x="2" y="2"/>
                    <a:pt x="2" y="2"/>
                  </a:cubicBezTo>
                  <a:cubicBezTo>
                    <a:pt x="3" y="1"/>
                    <a:pt x="5" y="0"/>
                    <a:pt x="6" y="0"/>
                  </a:cubicBezTo>
                  <a:cubicBezTo>
                    <a:pt x="8" y="1"/>
                    <a:pt x="10" y="4"/>
                    <a:pt x="10" y="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82"/>
            <p:cNvSpPr>
              <a:spLocks/>
            </p:cNvSpPr>
            <p:nvPr/>
          </p:nvSpPr>
          <p:spPr bwMode="auto">
            <a:xfrm>
              <a:off x="3133726" y="1838325"/>
              <a:ext cx="88900" cy="63500"/>
            </a:xfrm>
            <a:custGeom>
              <a:avLst/>
              <a:gdLst/>
              <a:ahLst/>
              <a:cxnLst>
                <a:cxn ang="0">
                  <a:pos x="40" y="36"/>
                </a:cxn>
                <a:cxn ang="0">
                  <a:pos x="33" y="38"/>
                </a:cxn>
                <a:cxn ang="0">
                  <a:pos x="28" y="40"/>
                </a:cxn>
                <a:cxn ang="0">
                  <a:pos x="22" y="39"/>
                </a:cxn>
                <a:cxn ang="0">
                  <a:pos x="20" y="33"/>
                </a:cxn>
                <a:cxn ang="0">
                  <a:pos x="13" y="29"/>
                </a:cxn>
                <a:cxn ang="0">
                  <a:pos x="6" y="27"/>
                </a:cxn>
                <a:cxn ang="0">
                  <a:pos x="3" y="25"/>
                </a:cxn>
                <a:cxn ang="0">
                  <a:pos x="0" y="20"/>
                </a:cxn>
                <a:cxn ang="0">
                  <a:pos x="1" y="13"/>
                </a:cxn>
                <a:cxn ang="0">
                  <a:pos x="8" y="8"/>
                </a:cxn>
                <a:cxn ang="0">
                  <a:pos x="13" y="4"/>
                </a:cxn>
                <a:cxn ang="0">
                  <a:pos x="18" y="1"/>
                </a:cxn>
                <a:cxn ang="0">
                  <a:pos x="25" y="0"/>
                </a:cxn>
                <a:cxn ang="0">
                  <a:pos x="33" y="0"/>
                </a:cxn>
                <a:cxn ang="0">
                  <a:pos x="42" y="1"/>
                </a:cxn>
                <a:cxn ang="0">
                  <a:pos x="48" y="4"/>
                </a:cxn>
                <a:cxn ang="0">
                  <a:pos x="54" y="11"/>
                </a:cxn>
                <a:cxn ang="0">
                  <a:pos x="57" y="17"/>
                </a:cxn>
                <a:cxn ang="0">
                  <a:pos x="58" y="22"/>
                </a:cxn>
                <a:cxn ang="0">
                  <a:pos x="56" y="28"/>
                </a:cxn>
                <a:cxn ang="0">
                  <a:pos x="52" y="33"/>
                </a:cxn>
                <a:cxn ang="0">
                  <a:pos x="44" y="35"/>
                </a:cxn>
                <a:cxn ang="0">
                  <a:pos x="40" y="36"/>
                </a:cxn>
              </a:cxnLst>
              <a:rect l="0" t="0" r="r" b="b"/>
              <a:pathLst>
                <a:path w="58" h="41">
                  <a:moveTo>
                    <a:pt x="40" y="36"/>
                  </a:moveTo>
                  <a:cubicBezTo>
                    <a:pt x="38" y="36"/>
                    <a:pt x="34" y="37"/>
                    <a:pt x="33" y="38"/>
                  </a:cubicBezTo>
                  <a:cubicBezTo>
                    <a:pt x="31" y="38"/>
                    <a:pt x="29" y="40"/>
                    <a:pt x="28" y="40"/>
                  </a:cubicBezTo>
                  <a:cubicBezTo>
                    <a:pt x="26" y="41"/>
                    <a:pt x="23" y="40"/>
                    <a:pt x="22" y="39"/>
                  </a:cubicBezTo>
                  <a:cubicBezTo>
                    <a:pt x="21" y="38"/>
                    <a:pt x="21" y="34"/>
                    <a:pt x="20" y="33"/>
                  </a:cubicBezTo>
                  <a:cubicBezTo>
                    <a:pt x="19" y="32"/>
                    <a:pt x="15" y="30"/>
                    <a:pt x="13" y="29"/>
                  </a:cubicBezTo>
                  <a:cubicBezTo>
                    <a:pt x="11" y="29"/>
                    <a:pt x="8" y="28"/>
                    <a:pt x="6" y="27"/>
                  </a:cubicBezTo>
                  <a:cubicBezTo>
                    <a:pt x="5" y="27"/>
                    <a:pt x="4" y="26"/>
                    <a:pt x="3" y="25"/>
                  </a:cubicBezTo>
                  <a:cubicBezTo>
                    <a:pt x="2" y="24"/>
                    <a:pt x="0" y="21"/>
                    <a:pt x="0" y="20"/>
                  </a:cubicBezTo>
                  <a:cubicBezTo>
                    <a:pt x="0" y="18"/>
                    <a:pt x="1" y="14"/>
                    <a:pt x="1" y="13"/>
                  </a:cubicBezTo>
                  <a:cubicBezTo>
                    <a:pt x="2" y="11"/>
                    <a:pt x="6" y="10"/>
                    <a:pt x="8" y="8"/>
                  </a:cubicBezTo>
                  <a:cubicBezTo>
                    <a:pt x="9" y="7"/>
                    <a:pt x="12" y="5"/>
                    <a:pt x="13" y="4"/>
                  </a:cubicBezTo>
                  <a:cubicBezTo>
                    <a:pt x="15" y="3"/>
                    <a:pt x="17" y="1"/>
                    <a:pt x="18" y="1"/>
                  </a:cubicBezTo>
                  <a:cubicBezTo>
                    <a:pt x="20" y="0"/>
                    <a:pt x="23" y="0"/>
                    <a:pt x="25" y="0"/>
                  </a:cubicBezTo>
                  <a:cubicBezTo>
                    <a:pt x="27" y="0"/>
                    <a:pt x="31" y="0"/>
                    <a:pt x="33" y="0"/>
                  </a:cubicBezTo>
                  <a:cubicBezTo>
                    <a:pt x="36" y="0"/>
                    <a:pt x="40" y="1"/>
                    <a:pt x="42" y="1"/>
                  </a:cubicBezTo>
                  <a:cubicBezTo>
                    <a:pt x="44" y="2"/>
                    <a:pt x="47" y="3"/>
                    <a:pt x="48" y="4"/>
                  </a:cubicBezTo>
                  <a:cubicBezTo>
                    <a:pt x="50" y="6"/>
                    <a:pt x="53" y="9"/>
                    <a:pt x="54" y="11"/>
                  </a:cubicBezTo>
                  <a:cubicBezTo>
                    <a:pt x="55" y="12"/>
                    <a:pt x="57" y="15"/>
                    <a:pt x="57" y="17"/>
                  </a:cubicBezTo>
                  <a:cubicBezTo>
                    <a:pt x="57" y="18"/>
                    <a:pt x="58" y="21"/>
                    <a:pt x="58" y="22"/>
                  </a:cubicBezTo>
                  <a:cubicBezTo>
                    <a:pt x="57" y="24"/>
                    <a:pt x="56" y="27"/>
                    <a:pt x="56" y="28"/>
                  </a:cubicBezTo>
                  <a:cubicBezTo>
                    <a:pt x="55" y="29"/>
                    <a:pt x="53" y="32"/>
                    <a:pt x="52" y="33"/>
                  </a:cubicBezTo>
                  <a:cubicBezTo>
                    <a:pt x="50" y="34"/>
                    <a:pt x="46" y="35"/>
                    <a:pt x="44" y="35"/>
                  </a:cubicBezTo>
                  <a:cubicBezTo>
                    <a:pt x="43" y="36"/>
                    <a:pt x="41" y="36"/>
                    <a:pt x="40" y="3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83"/>
            <p:cNvSpPr>
              <a:spLocks/>
            </p:cNvSpPr>
            <p:nvPr/>
          </p:nvSpPr>
          <p:spPr bwMode="auto">
            <a:xfrm>
              <a:off x="3211513" y="1200150"/>
              <a:ext cx="379413" cy="525463"/>
            </a:xfrm>
            <a:custGeom>
              <a:avLst/>
              <a:gdLst/>
              <a:ahLst/>
              <a:cxnLst>
                <a:cxn ang="0">
                  <a:pos x="246" y="123"/>
                </a:cxn>
                <a:cxn ang="0">
                  <a:pos x="238" y="141"/>
                </a:cxn>
                <a:cxn ang="0">
                  <a:pos x="223" y="134"/>
                </a:cxn>
                <a:cxn ang="0">
                  <a:pos x="214" y="143"/>
                </a:cxn>
                <a:cxn ang="0">
                  <a:pos x="201" y="160"/>
                </a:cxn>
                <a:cxn ang="0">
                  <a:pos x="179" y="166"/>
                </a:cxn>
                <a:cxn ang="0">
                  <a:pos x="169" y="173"/>
                </a:cxn>
                <a:cxn ang="0">
                  <a:pos x="173" y="200"/>
                </a:cxn>
                <a:cxn ang="0">
                  <a:pos x="164" y="225"/>
                </a:cxn>
                <a:cxn ang="0">
                  <a:pos x="173" y="237"/>
                </a:cxn>
                <a:cxn ang="0">
                  <a:pos x="180" y="248"/>
                </a:cxn>
                <a:cxn ang="0">
                  <a:pos x="173" y="258"/>
                </a:cxn>
                <a:cxn ang="0">
                  <a:pos x="176" y="270"/>
                </a:cxn>
                <a:cxn ang="0">
                  <a:pos x="164" y="282"/>
                </a:cxn>
                <a:cxn ang="0">
                  <a:pos x="150" y="293"/>
                </a:cxn>
                <a:cxn ang="0">
                  <a:pos x="141" y="304"/>
                </a:cxn>
                <a:cxn ang="0">
                  <a:pos x="133" y="312"/>
                </a:cxn>
                <a:cxn ang="0">
                  <a:pos x="122" y="331"/>
                </a:cxn>
                <a:cxn ang="0">
                  <a:pos x="111" y="341"/>
                </a:cxn>
                <a:cxn ang="0">
                  <a:pos x="96" y="343"/>
                </a:cxn>
                <a:cxn ang="0">
                  <a:pos x="92" y="322"/>
                </a:cxn>
                <a:cxn ang="0">
                  <a:pos x="93" y="318"/>
                </a:cxn>
                <a:cxn ang="0">
                  <a:pos x="92" y="313"/>
                </a:cxn>
                <a:cxn ang="0">
                  <a:pos x="81" y="312"/>
                </a:cxn>
                <a:cxn ang="0">
                  <a:pos x="70" y="306"/>
                </a:cxn>
                <a:cxn ang="0">
                  <a:pos x="45" y="308"/>
                </a:cxn>
                <a:cxn ang="0">
                  <a:pos x="21" y="307"/>
                </a:cxn>
                <a:cxn ang="0">
                  <a:pos x="5" y="302"/>
                </a:cxn>
                <a:cxn ang="0">
                  <a:pos x="5" y="292"/>
                </a:cxn>
                <a:cxn ang="0">
                  <a:pos x="30" y="278"/>
                </a:cxn>
                <a:cxn ang="0">
                  <a:pos x="60" y="261"/>
                </a:cxn>
                <a:cxn ang="0">
                  <a:pos x="76" y="239"/>
                </a:cxn>
                <a:cxn ang="0">
                  <a:pos x="82" y="208"/>
                </a:cxn>
                <a:cxn ang="0">
                  <a:pos x="79" y="181"/>
                </a:cxn>
                <a:cxn ang="0">
                  <a:pos x="86" y="156"/>
                </a:cxn>
                <a:cxn ang="0">
                  <a:pos x="90" y="141"/>
                </a:cxn>
                <a:cxn ang="0">
                  <a:pos x="115" y="129"/>
                </a:cxn>
                <a:cxn ang="0">
                  <a:pos x="125" y="107"/>
                </a:cxn>
                <a:cxn ang="0">
                  <a:pos x="131" y="82"/>
                </a:cxn>
                <a:cxn ang="0">
                  <a:pos x="126" y="61"/>
                </a:cxn>
                <a:cxn ang="0">
                  <a:pos x="121" y="47"/>
                </a:cxn>
                <a:cxn ang="0">
                  <a:pos x="112" y="41"/>
                </a:cxn>
                <a:cxn ang="0">
                  <a:pos x="104" y="22"/>
                </a:cxn>
                <a:cxn ang="0">
                  <a:pos x="125" y="10"/>
                </a:cxn>
                <a:cxn ang="0">
                  <a:pos x="143" y="1"/>
                </a:cxn>
                <a:cxn ang="0">
                  <a:pos x="165" y="4"/>
                </a:cxn>
                <a:cxn ang="0">
                  <a:pos x="184" y="9"/>
                </a:cxn>
                <a:cxn ang="0">
                  <a:pos x="211" y="29"/>
                </a:cxn>
                <a:cxn ang="0">
                  <a:pos x="230" y="48"/>
                </a:cxn>
                <a:cxn ang="0">
                  <a:pos x="236" y="87"/>
                </a:cxn>
                <a:cxn ang="0">
                  <a:pos x="248" y="113"/>
                </a:cxn>
              </a:cxnLst>
              <a:rect l="0" t="0" r="r" b="b"/>
              <a:pathLst>
                <a:path w="248" h="344">
                  <a:moveTo>
                    <a:pt x="248" y="113"/>
                  </a:moveTo>
                  <a:cubicBezTo>
                    <a:pt x="248" y="116"/>
                    <a:pt x="247" y="121"/>
                    <a:pt x="246" y="123"/>
                  </a:cubicBezTo>
                  <a:cubicBezTo>
                    <a:pt x="246" y="126"/>
                    <a:pt x="245" y="132"/>
                    <a:pt x="244" y="134"/>
                  </a:cubicBezTo>
                  <a:cubicBezTo>
                    <a:pt x="243" y="136"/>
                    <a:pt x="240" y="140"/>
                    <a:pt x="238" y="141"/>
                  </a:cubicBezTo>
                  <a:cubicBezTo>
                    <a:pt x="236" y="141"/>
                    <a:pt x="230" y="139"/>
                    <a:pt x="228" y="138"/>
                  </a:cubicBezTo>
                  <a:cubicBezTo>
                    <a:pt x="227" y="137"/>
                    <a:pt x="225" y="134"/>
                    <a:pt x="223" y="134"/>
                  </a:cubicBezTo>
                  <a:cubicBezTo>
                    <a:pt x="222" y="133"/>
                    <a:pt x="218" y="134"/>
                    <a:pt x="217" y="136"/>
                  </a:cubicBezTo>
                  <a:cubicBezTo>
                    <a:pt x="215" y="137"/>
                    <a:pt x="215" y="141"/>
                    <a:pt x="214" y="143"/>
                  </a:cubicBezTo>
                  <a:cubicBezTo>
                    <a:pt x="213" y="146"/>
                    <a:pt x="210" y="150"/>
                    <a:pt x="209" y="152"/>
                  </a:cubicBezTo>
                  <a:cubicBezTo>
                    <a:pt x="207" y="154"/>
                    <a:pt x="203" y="158"/>
                    <a:pt x="201" y="160"/>
                  </a:cubicBezTo>
                  <a:cubicBezTo>
                    <a:pt x="198" y="162"/>
                    <a:pt x="191" y="165"/>
                    <a:pt x="188" y="166"/>
                  </a:cubicBezTo>
                  <a:cubicBezTo>
                    <a:pt x="186" y="166"/>
                    <a:pt x="181" y="166"/>
                    <a:pt x="179" y="166"/>
                  </a:cubicBezTo>
                  <a:cubicBezTo>
                    <a:pt x="178" y="166"/>
                    <a:pt x="174" y="166"/>
                    <a:pt x="173" y="167"/>
                  </a:cubicBezTo>
                  <a:cubicBezTo>
                    <a:pt x="171" y="168"/>
                    <a:pt x="170" y="172"/>
                    <a:pt x="169" y="173"/>
                  </a:cubicBezTo>
                  <a:cubicBezTo>
                    <a:pt x="169" y="177"/>
                    <a:pt x="170" y="183"/>
                    <a:pt x="170" y="186"/>
                  </a:cubicBezTo>
                  <a:cubicBezTo>
                    <a:pt x="171" y="190"/>
                    <a:pt x="173" y="197"/>
                    <a:pt x="173" y="200"/>
                  </a:cubicBezTo>
                  <a:cubicBezTo>
                    <a:pt x="173" y="204"/>
                    <a:pt x="171" y="212"/>
                    <a:pt x="169" y="216"/>
                  </a:cubicBezTo>
                  <a:cubicBezTo>
                    <a:pt x="169" y="218"/>
                    <a:pt x="164" y="222"/>
                    <a:pt x="164" y="225"/>
                  </a:cubicBezTo>
                  <a:cubicBezTo>
                    <a:pt x="164" y="227"/>
                    <a:pt x="166" y="231"/>
                    <a:pt x="167" y="233"/>
                  </a:cubicBezTo>
                  <a:cubicBezTo>
                    <a:pt x="168" y="234"/>
                    <a:pt x="172" y="236"/>
                    <a:pt x="173" y="237"/>
                  </a:cubicBezTo>
                  <a:cubicBezTo>
                    <a:pt x="175" y="238"/>
                    <a:pt x="179" y="240"/>
                    <a:pt x="180" y="241"/>
                  </a:cubicBezTo>
                  <a:cubicBezTo>
                    <a:pt x="180" y="243"/>
                    <a:pt x="181" y="247"/>
                    <a:pt x="180" y="248"/>
                  </a:cubicBezTo>
                  <a:cubicBezTo>
                    <a:pt x="180" y="250"/>
                    <a:pt x="176" y="251"/>
                    <a:pt x="175" y="253"/>
                  </a:cubicBezTo>
                  <a:cubicBezTo>
                    <a:pt x="174" y="254"/>
                    <a:pt x="173" y="257"/>
                    <a:pt x="173" y="258"/>
                  </a:cubicBezTo>
                  <a:cubicBezTo>
                    <a:pt x="174" y="260"/>
                    <a:pt x="178" y="262"/>
                    <a:pt x="178" y="264"/>
                  </a:cubicBezTo>
                  <a:cubicBezTo>
                    <a:pt x="178" y="266"/>
                    <a:pt x="177" y="269"/>
                    <a:pt x="176" y="270"/>
                  </a:cubicBezTo>
                  <a:cubicBezTo>
                    <a:pt x="174" y="272"/>
                    <a:pt x="170" y="271"/>
                    <a:pt x="169" y="273"/>
                  </a:cubicBezTo>
                  <a:cubicBezTo>
                    <a:pt x="167" y="274"/>
                    <a:pt x="165" y="280"/>
                    <a:pt x="164" y="282"/>
                  </a:cubicBezTo>
                  <a:cubicBezTo>
                    <a:pt x="163" y="284"/>
                    <a:pt x="160" y="287"/>
                    <a:pt x="158" y="289"/>
                  </a:cubicBezTo>
                  <a:cubicBezTo>
                    <a:pt x="156" y="290"/>
                    <a:pt x="152" y="292"/>
                    <a:pt x="150" y="293"/>
                  </a:cubicBezTo>
                  <a:cubicBezTo>
                    <a:pt x="148" y="294"/>
                    <a:pt x="144" y="294"/>
                    <a:pt x="142" y="296"/>
                  </a:cubicBezTo>
                  <a:cubicBezTo>
                    <a:pt x="141" y="297"/>
                    <a:pt x="142" y="302"/>
                    <a:pt x="141" y="304"/>
                  </a:cubicBezTo>
                  <a:cubicBezTo>
                    <a:pt x="141" y="305"/>
                    <a:pt x="139" y="307"/>
                    <a:pt x="138" y="308"/>
                  </a:cubicBezTo>
                  <a:cubicBezTo>
                    <a:pt x="137" y="309"/>
                    <a:pt x="134" y="311"/>
                    <a:pt x="133" y="312"/>
                  </a:cubicBezTo>
                  <a:cubicBezTo>
                    <a:pt x="131" y="314"/>
                    <a:pt x="126" y="317"/>
                    <a:pt x="125" y="319"/>
                  </a:cubicBezTo>
                  <a:cubicBezTo>
                    <a:pt x="123" y="322"/>
                    <a:pt x="123" y="328"/>
                    <a:pt x="122" y="331"/>
                  </a:cubicBezTo>
                  <a:cubicBezTo>
                    <a:pt x="121" y="333"/>
                    <a:pt x="119" y="337"/>
                    <a:pt x="117" y="339"/>
                  </a:cubicBezTo>
                  <a:cubicBezTo>
                    <a:pt x="116" y="340"/>
                    <a:pt x="113" y="341"/>
                    <a:pt x="111" y="341"/>
                  </a:cubicBezTo>
                  <a:cubicBezTo>
                    <a:pt x="109" y="342"/>
                    <a:pt x="104" y="342"/>
                    <a:pt x="102" y="343"/>
                  </a:cubicBezTo>
                  <a:cubicBezTo>
                    <a:pt x="100" y="343"/>
                    <a:pt x="97" y="344"/>
                    <a:pt x="96" y="343"/>
                  </a:cubicBezTo>
                  <a:cubicBezTo>
                    <a:pt x="94" y="342"/>
                    <a:pt x="97" y="336"/>
                    <a:pt x="97" y="334"/>
                  </a:cubicBezTo>
                  <a:cubicBezTo>
                    <a:pt x="96" y="331"/>
                    <a:pt x="93" y="325"/>
                    <a:pt x="92" y="322"/>
                  </a:cubicBezTo>
                  <a:cubicBezTo>
                    <a:pt x="91" y="321"/>
                    <a:pt x="90" y="319"/>
                    <a:pt x="90" y="318"/>
                  </a:cubicBezTo>
                  <a:cubicBezTo>
                    <a:pt x="90" y="318"/>
                    <a:pt x="92" y="318"/>
                    <a:pt x="93" y="318"/>
                  </a:cubicBezTo>
                  <a:cubicBezTo>
                    <a:pt x="93" y="318"/>
                    <a:pt x="95" y="316"/>
                    <a:pt x="95" y="315"/>
                  </a:cubicBezTo>
                  <a:cubicBezTo>
                    <a:pt x="94" y="314"/>
                    <a:pt x="93" y="313"/>
                    <a:pt x="92" y="313"/>
                  </a:cubicBezTo>
                  <a:cubicBezTo>
                    <a:pt x="91" y="312"/>
                    <a:pt x="88" y="314"/>
                    <a:pt x="87" y="314"/>
                  </a:cubicBezTo>
                  <a:cubicBezTo>
                    <a:pt x="85" y="314"/>
                    <a:pt x="83" y="313"/>
                    <a:pt x="81" y="312"/>
                  </a:cubicBezTo>
                  <a:cubicBezTo>
                    <a:pt x="80" y="312"/>
                    <a:pt x="76" y="310"/>
                    <a:pt x="75" y="309"/>
                  </a:cubicBezTo>
                  <a:cubicBezTo>
                    <a:pt x="74" y="308"/>
                    <a:pt x="71" y="306"/>
                    <a:pt x="70" y="306"/>
                  </a:cubicBezTo>
                  <a:cubicBezTo>
                    <a:pt x="67" y="305"/>
                    <a:pt x="62" y="306"/>
                    <a:pt x="60" y="306"/>
                  </a:cubicBezTo>
                  <a:cubicBezTo>
                    <a:pt x="56" y="306"/>
                    <a:pt x="49" y="308"/>
                    <a:pt x="45" y="308"/>
                  </a:cubicBezTo>
                  <a:cubicBezTo>
                    <a:pt x="42" y="308"/>
                    <a:pt x="37" y="306"/>
                    <a:pt x="34" y="306"/>
                  </a:cubicBezTo>
                  <a:cubicBezTo>
                    <a:pt x="31" y="306"/>
                    <a:pt x="24" y="308"/>
                    <a:pt x="21" y="307"/>
                  </a:cubicBezTo>
                  <a:cubicBezTo>
                    <a:pt x="18" y="307"/>
                    <a:pt x="13" y="305"/>
                    <a:pt x="11" y="304"/>
                  </a:cubicBezTo>
                  <a:cubicBezTo>
                    <a:pt x="9" y="304"/>
                    <a:pt x="7" y="302"/>
                    <a:pt x="5" y="302"/>
                  </a:cubicBezTo>
                  <a:cubicBezTo>
                    <a:pt x="4" y="301"/>
                    <a:pt x="2" y="301"/>
                    <a:pt x="0" y="300"/>
                  </a:cubicBezTo>
                  <a:cubicBezTo>
                    <a:pt x="2" y="297"/>
                    <a:pt x="4" y="294"/>
                    <a:pt x="5" y="292"/>
                  </a:cubicBezTo>
                  <a:cubicBezTo>
                    <a:pt x="7" y="289"/>
                    <a:pt x="13" y="284"/>
                    <a:pt x="17" y="282"/>
                  </a:cubicBezTo>
                  <a:cubicBezTo>
                    <a:pt x="20" y="280"/>
                    <a:pt x="27" y="279"/>
                    <a:pt x="30" y="278"/>
                  </a:cubicBezTo>
                  <a:cubicBezTo>
                    <a:pt x="34" y="276"/>
                    <a:pt x="40" y="273"/>
                    <a:pt x="44" y="271"/>
                  </a:cubicBezTo>
                  <a:cubicBezTo>
                    <a:pt x="48" y="268"/>
                    <a:pt x="56" y="264"/>
                    <a:pt x="60" y="261"/>
                  </a:cubicBezTo>
                  <a:cubicBezTo>
                    <a:pt x="63" y="259"/>
                    <a:pt x="68" y="254"/>
                    <a:pt x="70" y="251"/>
                  </a:cubicBezTo>
                  <a:cubicBezTo>
                    <a:pt x="72" y="248"/>
                    <a:pt x="75" y="242"/>
                    <a:pt x="76" y="239"/>
                  </a:cubicBezTo>
                  <a:cubicBezTo>
                    <a:pt x="78" y="236"/>
                    <a:pt x="79" y="229"/>
                    <a:pt x="80" y="225"/>
                  </a:cubicBezTo>
                  <a:cubicBezTo>
                    <a:pt x="81" y="221"/>
                    <a:pt x="82" y="212"/>
                    <a:pt x="82" y="208"/>
                  </a:cubicBezTo>
                  <a:cubicBezTo>
                    <a:pt x="82" y="203"/>
                    <a:pt x="79" y="195"/>
                    <a:pt x="79" y="190"/>
                  </a:cubicBezTo>
                  <a:cubicBezTo>
                    <a:pt x="79" y="188"/>
                    <a:pt x="78" y="183"/>
                    <a:pt x="79" y="181"/>
                  </a:cubicBezTo>
                  <a:cubicBezTo>
                    <a:pt x="79" y="178"/>
                    <a:pt x="83" y="172"/>
                    <a:pt x="84" y="169"/>
                  </a:cubicBezTo>
                  <a:cubicBezTo>
                    <a:pt x="85" y="165"/>
                    <a:pt x="85" y="159"/>
                    <a:pt x="86" y="156"/>
                  </a:cubicBezTo>
                  <a:cubicBezTo>
                    <a:pt x="87" y="153"/>
                    <a:pt x="89" y="149"/>
                    <a:pt x="89" y="146"/>
                  </a:cubicBezTo>
                  <a:cubicBezTo>
                    <a:pt x="90" y="145"/>
                    <a:pt x="90" y="143"/>
                    <a:pt x="90" y="141"/>
                  </a:cubicBezTo>
                  <a:cubicBezTo>
                    <a:pt x="94" y="139"/>
                    <a:pt x="99" y="137"/>
                    <a:pt x="102" y="136"/>
                  </a:cubicBezTo>
                  <a:cubicBezTo>
                    <a:pt x="105" y="134"/>
                    <a:pt x="112" y="132"/>
                    <a:pt x="115" y="129"/>
                  </a:cubicBezTo>
                  <a:cubicBezTo>
                    <a:pt x="118" y="128"/>
                    <a:pt x="121" y="125"/>
                    <a:pt x="123" y="122"/>
                  </a:cubicBezTo>
                  <a:cubicBezTo>
                    <a:pt x="124" y="119"/>
                    <a:pt x="125" y="111"/>
                    <a:pt x="125" y="107"/>
                  </a:cubicBezTo>
                  <a:cubicBezTo>
                    <a:pt x="125" y="104"/>
                    <a:pt x="126" y="98"/>
                    <a:pt x="126" y="95"/>
                  </a:cubicBezTo>
                  <a:cubicBezTo>
                    <a:pt x="127" y="92"/>
                    <a:pt x="130" y="85"/>
                    <a:pt x="131" y="82"/>
                  </a:cubicBezTo>
                  <a:cubicBezTo>
                    <a:pt x="131" y="79"/>
                    <a:pt x="132" y="72"/>
                    <a:pt x="131" y="69"/>
                  </a:cubicBezTo>
                  <a:cubicBezTo>
                    <a:pt x="130" y="67"/>
                    <a:pt x="127" y="63"/>
                    <a:pt x="126" y="61"/>
                  </a:cubicBezTo>
                  <a:cubicBezTo>
                    <a:pt x="125" y="59"/>
                    <a:pt x="123" y="56"/>
                    <a:pt x="123" y="54"/>
                  </a:cubicBezTo>
                  <a:cubicBezTo>
                    <a:pt x="122" y="53"/>
                    <a:pt x="122" y="49"/>
                    <a:pt x="121" y="47"/>
                  </a:cubicBezTo>
                  <a:cubicBezTo>
                    <a:pt x="120" y="46"/>
                    <a:pt x="119" y="44"/>
                    <a:pt x="117" y="44"/>
                  </a:cubicBezTo>
                  <a:cubicBezTo>
                    <a:pt x="116" y="43"/>
                    <a:pt x="113" y="42"/>
                    <a:pt x="112" y="41"/>
                  </a:cubicBezTo>
                  <a:cubicBezTo>
                    <a:pt x="110" y="40"/>
                    <a:pt x="108" y="37"/>
                    <a:pt x="107" y="35"/>
                  </a:cubicBezTo>
                  <a:cubicBezTo>
                    <a:pt x="106" y="32"/>
                    <a:pt x="103" y="25"/>
                    <a:pt x="104" y="22"/>
                  </a:cubicBezTo>
                  <a:cubicBezTo>
                    <a:pt x="104" y="20"/>
                    <a:pt x="108" y="15"/>
                    <a:pt x="110" y="14"/>
                  </a:cubicBezTo>
                  <a:cubicBezTo>
                    <a:pt x="113" y="12"/>
                    <a:pt x="121" y="11"/>
                    <a:pt x="125" y="10"/>
                  </a:cubicBezTo>
                  <a:cubicBezTo>
                    <a:pt x="128" y="9"/>
                    <a:pt x="133" y="6"/>
                    <a:pt x="135" y="5"/>
                  </a:cubicBezTo>
                  <a:cubicBezTo>
                    <a:pt x="137" y="4"/>
                    <a:pt x="141" y="1"/>
                    <a:pt x="143" y="1"/>
                  </a:cubicBezTo>
                  <a:cubicBezTo>
                    <a:pt x="146" y="0"/>
                    <a:pt x="153" y="0"/>
                    <a:pt x="156" y="1"/>
                  </a:cubicBezTo>
                  <a:cubicBezTo>
                    <a:pt x="158" y="1"/>
                    <a:pt x="163" y="3"/>
                    <a:pt x="165" y="4"/>
                  </a:cubicBezTo>
                  <a:cubicBezTo>
                    <a:pt x="167" y="5"/>
                    <a:pt x="172" y="7"/>
                    <a:pt x="174" y="7"/>
                  </a:cubicBezTo>
                  <a:cubicBezTo>
                    <a:pt x="176" y="8"/>
                    <a:pt x="181" y="8"/>
                    <a:pt x="184" y="9"/>
                  </a:cubicBezTo>
                  <a:cubicBezTo>
                    <a:pt x="187" y="11"/>
                    <a:pt x="190" y="18"/>
                    <a:pt x="193" y="20"/>
                  </a:cubicBezTo>
                  <a:cubicBezTo>
                    <a:pt x="197" y="23"/>
                    <a:pt x="207" y="26"/>
                    <a:pt x="211" y="29"/>
                  </a:cubicBezTo>
                  <a:cubicBezTo>
                    <a:pt x="214" y="30"/>
                    <a:pt x="220" y="34"/>
                    <a:pt x="222" y="37"/>
                  </a:cubicBezTo>
                  <a:cubicBezTo>
                    <a:pt x="225" y="39"/>
                    <a:pt x="229" y="45"/>
                    <a:pt x="230" y="48"/>
                  </a:cubicBezTo>
                  <a:cubicBezTo>
                    <a:pt x="232" y="53"/>
                    <a:pt x="233" y="64"/>
                    <a:pt x="234" y="70"/>
                  </a:cubicBezTo>
                  <a:cubicBezTo>
                    <a:pt x="234" y="74"/>
                    <a:pt x="234" y="83"/>
                    <a:pt x="236" y="87"/>
                  </a:cubicBezTo>
                  <a:cubicBezTo>
                    <a:pt x="236" y="90"/>
                    <a:pt x="240" y="96"/>
                    <a:pt x="242" y="99"/>
                  </a:cubicBezTo>
                  <a:cubicBezTo>
                    <a:pt x="243" y="102"/>
                    <a:pt x="247" y="109"/>
                    <a:pt x="248" y="11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84"/>
            <p:cNvSpPr>
              <a:spLocks/>
            </p:cNvSpPr>
            <p:nvPr/>
          </p:nvSpPr>
          <p:spPr bwMode="auto">
            <a:xfrm>
              <a:off x="2989263" y="1409700"/>
              <a:ext cx="360363" cy="249238"/>
            </a:xfrm>
            <a:custGeom>
              <a:avLst/>
              <a:gdLst/>
              <a:ahLst/>
              <a:cxnLst>
                <a:cxn ang="0">
                  <a:pos x="235" y="9"/>
                </a:cxn>
                <a:cxn ang="0">
                  <a:pos x="230" y="32"/>
                </a:cxn>
                <a:cxn ang="0">
                  <a:pos x="225" y="53"/>
                </a:cxn>
                <a:cxn ang="0">
                  <a:pos x="226" y="88"/>
                </a:cxn>
                <a:cxn ang="0">
                  <a:pos x="216" y="114"/>
                </a:cxn>
                <a:cxn ang="0">
                  <a:pos x="190" y="134"/>
                </a:cxn>
                <a:cxn ang="0">
                  <a:pos x="163" y="145"/>
                </a:cxn>
                <a:cxn ang="0">
                  <a:pos x="146" y="163"/>
                </a:cxn>
                <a:cxn ang="0">
                  <a:pos x="126" y="162"/>
                </a:cxn>
                <a:cxn ang="0">
                  <a:pos x="108" y="161"/>
                </a:cxn>
                <a:cxn ang="0">
                  <a:pos x="88" y="151"/>
                </a:cxn>
                <a:cxn ang="0">
                  <a:pos x="68" y="144"/>
                </a:cxn>
                <a:cxn ang="0">
                  <a:pos x="57" y="136"/>
                </a:cxn>
                <a:cxn ang="0">
                  <a:pos x="43" y="140"/>
                </a:cxn>
                <a:cxn ang="0">
                  <a:pos x="32" y="140"/>
                </a:cxn>
                <a:cxn ang="0">
                  <a:pos x="18" y="136"/>
                </a:cxn>
                <a:cxn ang="0">
                  <a:pos x="8" y="127"/>
                </a:cxn>
                <a:cxn ang="0">
                  <a:pos x="16" y="119"/>
                </a:cxn>
                <a:cxn ang="0">
                  <a:pos x="19" y="106"/>
                </a:cxn>
                <a:cxn ang="0">
                  <a:pos x="12" y="96"/>
                </a:cxn>
                <a:cxn ang="0">
                  <a:pos x="6" y="87"/>
                </a:cxn>
                <a:cxn ang="0">
                  <a:pos x="1" y="79"/>
                </a:cxn>
                <a:cxn ang="0">
                  <a:pos x="3" y="63"/>
                </a:cxn>
                <a:cxn ang="0">
                  <a:pos x="16" y="47"/>
                </a:cxn>
                <a:cxn ang="0">
                  <a:pos x="29" y="43"/>
                </a:cxn>
                <a:cxn ang="0">
                  <a:pos x="45" y="44"/>
                </a:cxn>
                <a:cxn ang="0">
                  <a:pos x="48" y="34"/>
                </a:cxn>
                <a:cxn ang="0">
                  <a:pos x="66" y="33"/>
                </a:cxn>
                <a:cxn ang="0">
                  <a:pos x="82" y="23"/>
                </a:cxn>
                <a:cxn ang="0">
                  <a:pos x="106" y="20"/>
                </a:cxn>
                <a:cxn ang="0">
                  <a:pos x="124" y="11"/>
                </a:cxn>
                <a:cxn ang="0">
                  <a:pos x="149" y="7"/>
                </a:cxn>
                <a:cxn ang="0">
                  <a:pos x="164" y="13"/>
                </a:cxn>
                <a:cxn ang="0">
                  <a:pos x="182" y="4"/>
                </a:cxn>
                <a:cxn ang="0">
                  <a:pos x="200" y="2"/>
                </a:cxn>
                <a:cxn ang="0">
                  <a:pos x="215" y="10"/>
                </a:cxn>
                <a:cxn ang="0">
                  <a:pos x="236" y="4"/>
                </a:cxn>
              </a:cxnLst>
              <a:rect l="0" t="0" r="r" b="b"/>
              <a:pathLst>
                <a:path w="236" h="163">
                  <a:moveTo>
                    <a:pt x="236" y="4"/>
                  </a:moveTo>
                  <a:cubicBezTo>
                    <a:pt x="236" y="6"/>
                    <a:pt x="236" y="8"/>
                    <a:pt x="235" y="9"/>
                  </a:cubicBezTo>
                  <a:cubicBezTo>
                    <a:pt x="235" y="12"/>
                    <a:pt x="233" y="16"/>
                    <a:pt x="232" y="19"/>
                  </a:cubicBezTo>
                  <a:cubicBezTo>
                    <a:pt x="231" y="22"/>
                    <a:pt x="231" y="28"/>
                    <a:pt x="230" y="32"/>
                  </a:cubicBezTo>
                  <a:cubicBezTo>
                    <a:pt x="229" y="35"/>
                    <a:pt x="225" y="41"/>
                    <a:pt x="225" y="44"/>
                  </a:cubicBezTo>
                  <a:cubicBezTo>
                    <a:pt x="224" y="46"/>
                    <a:pt x="225" y="51"/>
                    <a:pt x="225" y="53"/>
                  </a:cubicBezTo>
                  <a:cubicBezTo>
                    <a:pt x="225" y="58"/>
                    <a:pt x="228" y="66"/>
                    <a:pt x="228" y="71"/>
                  </a:cubicBezTo>
                  <a:cubicBezTo>
                    <a:pt x="228" y="75"/>
                    <a:pt x="227" y="84"/>
                    <a:pt x="226" y="88"/>
                  </a:cubicBezTo>
                  <a:cubicBezTo>
                    <a:pt x="225" y="92"/>
                    <a:pt x="224" y="99"/>
                    <a:pt x="222" y="102"/>
                  </a:cubicBezTo>
                  <a:cubicBezTo>
                    <a:pt x="221" y="105"/>
                    <a:pt x="218" y="111"/>
                    <a:pt x="216" y="114"/>
                  </a:cubicBezTo>
                  <a:cubicBezTo>
                    <a:pt x="214" y="117"/>
                    <a:pt x="209" y="122"/>
                    <a:pt x="206" y="124"/>
                  </a:cubicBezTo>
                  <a:cubicBezTo>
                    <a:pt x="202" y="127"/>
                    <a:pt x="194" y="131"/>
                    <a:pt x="190" y="134"/>
                  </a:cubicBezTo>
                  <a:cubicBezTo>
                    <a:pt x="186" y="136"/>
                    <a:pt x="180" y="139"/>
                    <a:pt x="176" y="141"/>
                  </a:cubicBezTo>
                  <a:cubicBezTo>
                    <a:pt x="173" y="142"/>
                    <a:pt x="166" y="143"/>
                    <a:pt x="163" y="145"/>
                  </a:cubicBezTo>
                  <a:cubicBezTo>
                    <a:pt x="159" y="147"/>
                    <a:pt x="153" y="152"/>
                    <a:pt x="151" y="155"/>
                  </a:cubicBezTo>
                  <a:cubicBezTo>
                    <a:pt x="150" y="157"/>
                    <a:pt x="148" y="160"/>
                    <a:pt x="146" y="163"/>
                  </a:cubicBezTo>
                  <a:cubicBezTo>
                    <a:pt x="145" y="163"/>
                    <a:pt x="145" y="163"/>
                    <a:pt x="144" y="163"/>
                  </a:cubicBezTo>
                  <a:cubicBezTo>
                    <a:pt x="140" y="162"/>
                    <a:pt x="131" y="162"/>
                    <a:pt x="126" y="162"/>
                  </a:cubicBezTo>
                  <a:cubicBezTo>
                    <a:pt x="124" y="162"/>
                    <a:pt x="119" y="162"/>
                    <a:pt x="117" y="162"/>
                  </a:cubicBezTo>
                  <a:cubicBezTo>
                    <a:pt x="114" y="162"/>
                    <a:pt x="110" y="162"/>
                    <a:pt x="108" y="161"/>
                  </a:cubicBezTo>
                  <a:cubicBezTo>
                    <a:pt x="105" y="160"/>
                    <a:pt x="100" y="157"/>
                    <a:pt x="97" y="155"/>
                  </a:cubicBezTo>
                  <a:cubicBezTo>
                    <a:pt x="95" y="154"/>
                    <a:pt x="90" y="152"/>
                    <a:pt x="88" y="151"/>
                  </a:cubicBezTo>
                  <a:cubicBezTo>
                    <a:pt x="84" y="149"/>
                    <a:pt x="76" y="147"/>
                    <a:pt x="72" y="146"/>
                  </a:cubicBezTo>
                  <a:cubicBezTo>
                    <a:pt x="71" y="145"/>
                    <a:pt x="69" y="144"/>
                    <a:pt x="68" y="144"/>
                  </a:cubicBezTo>
                  <a:cubicBezTo>
                    <a:pt x="66" y="143"/>
                    <a:pt x="63" y="140"/>
                    <a:pt x="62" y="139"/>
                  </a:cubicBezTo>
                  <a:cubicBezTo>
                    <a:pt x="61" y="138"/>
                    <a:pt x="59" y="136"/>
                    <a:pt x="57" y="136"/>
                  </a:cubicBezTo>
                  <a:cubicBezTo>
                    <a:pt x="55" y="135"/>
                    <a:pt x="51" y="135"/>
                    <a:pt x="49" y="136"/>
                  </a:cubicBezTo>
                  <a:cubicBezTo>
                    <a:pt x="47" y="137"/>
                    <a:pt x="45" y="140"/>
                    <a:pt x="43" y="140"/>
                  </a:cubicBezTo>
                  <a:cubicBezTo>
                    <a:pt x="42" y="140"/>
                    <a:pt x="40" y="140"/>
                    <a:pt x="39" y="140"/>
                  </a:cubicBezTo>
                  <a:cubicBezTo>
                    <a:pt x="37" y="140"/>
                    <a:pt x="34" y="140"/>
                    <a:pt x="32" y="140"/>
                  </a:cubicBezTo>
                  <a:cubicBezTo>
                    <a:pt x="31" y="140"/>
                    <a:pt x="28" y="138"/>
                    <a:pt x="26" y="137"/>
                  </a:cubicBezTo>
                  <a:cubicBezTo>
                    <a:pt x="24" y="137"/>
                    <a:pt x="20" y="136"/>
                    <a:pt x="18" y="136"/>
                  </a:cubicBezTo>
                  <a:cubicBezTo>
                    <a:pt x="16" y="135"/>
                    <a:pt x="13" y="133"/>
                    <a:pt x="12" y="131"/>
                  </a:cubicBezTo>
                  <a:cubicBezTo>
                    <a:pt x="10" y="130"/>
                    <a:pt x="8" y="128"/>
                    <a:pt x="8" y="127"/>
                  </a:cubicBezTo>
                  <a:cubicBezTo>
                    <a:pt x="8" y="125"/>
                    <a:pt x="10" y="123"/>
                    <a:pt x="11" y="122"/>
                  </a:cubicBezTo>
                  <a:cubicBezTo>
                    <a:pt x="12" y="121"/>
                    <a:pt x="15" y="120"/>
                    <a:pt x="16" y="119"/>
                  </a:cubicBezTo>
                  <a:cubicBezTo>
                    <a:pt x="17" y="118"/>
                    <a:pt x="19" y="116"/>
                    <a:pt x="20" y="115"/>
                  </a:cubicBezTo>
                  <a:cubicBezTo>
                    <a:pt x="21" y="113"/>
                    <a:pt x="20" y="108"/>
                    <a:pt x="19" y="106"/>
                  </a:cubicBezTo>
                  <a:cubicBezTo>
                    <a:pt x="18" y="105"/>
                    <a:pt x="15" y="104"/>
                    <a:pt x="14" y="103"/>
                  </a:cubicBezTo>
                  <a:cubicBezTo>
                    <a:pt x="13" y="101"/>
                    <a:pt x="13" y="98"/>
                    <a:pt x="12" y="96"/>
                  </a:cubicBezTo>
                  <a:cubicBezTo>
                    <a:pt x="12" y="95"/>
                    <a:pt x="11" y="92"/>
                    <a:pt x="11" y="91"/>
                  </a:cubicBezTo>
                  <a:cubicBezTo>
                    <a:pt x="10" y="90"/>
                    <a:pt x="7" y="87"/>
                    <a:pt x="6" y="87"/>
                  </a:cubicBezTo>
                  <a:cubicBezTo>
                    <a:pt x="5" y="87"/>
                    <a:pt x="4" y="86"/>
                    <a:pt x="3" y="86"/>
                  </a:cubicBezTo>
                  <a:cubicBezTo>
                    <a:pt x="2" y="84"/>
                    <a:pt x="1" y="81"/>
                    <a:pt x="1" y="79"/>
                  </a:cubicBezTo>
                  <a:cubicBezTo>
                    <a:pt x="0" y="77"/>
                    <a:pt x="0" y="71"/>
                    <a:pt x="1" y="69"/>
                  </a:cubicBezTo>
                  <a:cubicBezTo>
                    <a:pt x="1" y="67"/>
                    <a:pt x="3" y="65"/>
                    <a:pt x="3" y="63"/>
                  </a:cubicBezTo>
                  <a:cubicBezTo>
                    <a:pt x="5" y="61"/>
                    <a:pt x="8" y="57"/>
                    <a:pt x="10" y="55"/>
                  </a:cubicBezTo>
                  <a:cubicBezTo>
                    <a:pt x="11" y="53"/>
                    <a:pt x="14" y="49"/>
                    <a:pt x="16" y="47"/>
                  </a:cubicBezTo>
                  <a:cubicBezTo>
                    <a:pt x="17" y="46"/>
                    <a:pt x="21" y="43"/>
                    <a:pt x="23" y="43"/>
                  </a:cubicBezTo>
                  <a:cubicBezTo>
                    <a:pt x="25" y="42"/>
                    <a:pt x="27" y="42"/>
                    <a:pt x="29" y="43"/>
                  </a:cubicBezTo>
                  <a:cubicBezTo>
                    <a:pt x="30" y="43"/>
                    <a:pt x="33" y="45"/>
                    <a:pt x="34" y="46"/>
                  </a:cubicBezTo>
                  <a:cubicBezTo>
                    <a:pt x="37" y="46"/>
                    <a:pt x="43" y="46"/>
                    <a:pt x="45" y="44"/>
                  </a:cubicBezTo>
                  <a:cubicBezTo>
                    <a:pt x="46" y="43"/>
                    <a:pt x="46" y="40"/>
                    <a:pt x="46" y="39"/>
                  </a:cubicBezTo>
                  <a:cubicBezTo>
                    <a:pt x="46" y="38"/>
                    <a:pt x="47" y="36"/>
                    <a:pt x="48" y="34"/>
                  </a:cubicBezTo>
                  <a:cubicBezTo>
                    <a:pt x="51" y="35"/>
                    <a:pt x="55" y="35"/>
                    <a:pt x="57" y="35"/>
                  </a:cubicBezTo>
                  <a:cubicBezTo>
                    <a:pt x="59" y="35"/>
                    <a:pt x="64" y="34"/>
                    <a:pt x="66" y="33"/>
                  </a:cubicBezTo>
                  <a:cubicBezTo>
                    <a:pt x="68" y="32"/>
                    <a:pt x="72" y="29"/>
                    <a:pt x="74" y="28"/>
                  </a:cubicBezTo>
                  <a:cubicBezTo>
                    <a:pt x="76" y="27"/>
                    <a:pt x="80" y="24"/>
                    <a:pt x="82" y="23"/>
                  </a:cubicBezTo>
                  <a:cubicBezTo>
                    <a:pt x="86" y="21"/>
                    <a:pt x="95" y="19"/>
                    <a:pt x="99" y="19"/>
                  </a:cubicBezTo>
                  <a:cubicBezTo>
                    <a:pt x="101" y="19"/>
                    <a:pt x="104" y="20"/>
                    <a:pt x="106" y="20"/>
                  </a:cubicBezTo>
                  <a:cubicBezTo>
                    <a:pt x="108" y="20"/>
                    <a:pt x="114" y="21"/>
                    <a:pt x="116" y="19"/>
                  </a:cubicBezTo>
                  <a:cubicBezTo>
                    <a:pt x="119" y="18"/>
                    <a:pt x="122" y="13"/>
                    <a:pt x="124" y="11"/>
                  </a:cubicBezTo>
                  <a:cubicBezTo>
                    <a:pt x="127" y="10"/>
                    <a:pt x="134" y="9"/>
                    <a:pt x="138" y="8"/>
                  </a:cubicBezTo>
                  <a:cubicBezTo>
                    <a:pt x="141" y="8"/>
                    <a:pt x="146" y="7"/>
                    <a:pt x="149" y="7"/>
                  </a:cubicBezTo>
                  <a:cubicBezTo>
                    <a:pt x="151" y="7"/>
                    <a:pt x="156" y="8"/>
                    <a:pt x="158" y="9"/>
                  </a:cubicBezTo>
                  <a:cubicBezTo>
                    <a:pt x="159" y="10"/>
                    <a:pt x="162" y="13"/>
                    <a:pt x="164" y="13"/>
                  </a:cubicBezTo>
                  <a:cubicBezTo>
                    <a:pt x="167" y="13"/>
                    <a:pt x="172" y="11"/>
                    <a:pt x="174" y="10"/>
                  </a:cubicBezTo>
                  <a:cubicBezTo>
                    <a:pt x="176" y="9"/>
                    <a:pt x="180" y="6"/>
                    <a:pt x="182" y="4"/>
                  </a:cubicBezTo>
                  <a:cubicBezTo>
                    <a:pt x="183" y="3"/>
                    <a:pt x="187" y="1"/>
                    <a:pt x="189" y="1"/>
                  </a:cubicBezTo>
                  <a:cubicBezTo>
                    <a:pt x="192" y="0"/>
                    <a:pt x="198" y="1"/>
                    <a:pt x="200" y="2"/>
                  </a:cubicBezTo>
                  <a:cubicBezTo>
                    <a:pt x="202" y="3"/>
                    <a:pt x="204" y="8"/>
                    <a:pt x="205" y="9"/>
                  </a:cubicBezTo>
                  <a:cubicBezTo>
                    <a:pt x="208" y="10"/>
                    <a:pt x="212" y="11"/>
                    <a:pt x="215" y="10"/>
                  </a:cubicBezTo>
                  <a:cubicBezTo>
                    <a:pt x="218" y="10"/>
                    <a:pt x="225" y="8"/>
                    <a:pt x="228" y="7"/>
                  </a:cubicBezTo>
                  <a:cubicBezTo>
                    <a:pt x="230" y="6"/>
                    <a:pt x="233" y="5"/>
                    <a:pt x="236"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85"/>
            <p:cNvSpPr>
              <a:spLocks/>
            </p:cNvSpPr>
            <p:nvPr/>
          </p:nvSpPr>
          <p:spPr bwMode="auto">
            <a:xfrm>
              <a:off x="2759076" y="1695450"/>
              <a:ext cx="109538" cy="115888"/>
            </a:xfrm>
            <a:custGeom>
              <a:avLst/>
              <a:gdLst/>
              <a:ahLst/>
              <a:cxnLst>
                <a:cxn ang="0">
                  <a:pos x="67" y="64"/>
                </a:cxn>
                <a:cxn ang="0">
                  <a:pos x="71" y="54"/>
                </a:cxn>
                <a:cxn ang="0">
                  <a:pos x="69" y="44"/>
                </a:cxn>
                <a:cxn ang="0">
                  <a:pos x="66" y="36"/>
                </a:cxn>
                <a:cxn ang="0">
                  <a:pos x="67" y="23"/>
                </a:cxn>
                <a:cxn ang="0">
                  <a:pos x="65" y="16"/>
                </a:cxn>
                <a:cxn ang="0">
                  <a:pos x="60" y="13"/>
                </a:cxn>
                <a:cxn ang="0">
                  <a:pos x="54" y="9"/>
                </a:cxn>
                <a:cxn ang="0">
                  <a:pos x="51" y="5"/>
                </a:cxn>
                <a:cxn ang="0">
                  <a:pos x="43" y="4"/>
                </a:cxn>
                <a:cxn ang="0">
                  <a:pos x="39" y="0"/>
                </a:cxn>
                <a:cxn ang="0">
                  <a:pos x="32" y="4"/>
                </a:cxn>
                <a:cxn ang="0">
                  <a:pos x="24" y="11"/>
                </a:cxn>
                <a:cxn ang="0">
                  <a:pos x="15" y="17"/>
                </a:cxn>
                <a:cxn ang="0">
                  <a:pos x="7" y="27"/>
                </a:cxn>
                <a:cxn ang="0">
                  <a:pos x="2" y="36"/>
                </a:cxn>
                <a:cxn ang="0">
                  <a:pos x="1" y="45"/>
                </a:cxn>
                <a:cxn ang="0">
                  <a:pos x="0" y="53"/>
                </a:cxn>
                <a:cxn ang="0">
                  <a:pos x="3" y="60"/>
                </a:cxn>
                <a:cxn ang="0">
                  <a:pos x="11" y="60"/>
                </a:cxn>
                <a:cxn ang="0">
                  <a:pos x="20" y="59"/>
                </a:cxn>
                <a:cxn ang="0">
                  <a:pos x="24" y="63"/>
                </a:cxn>
                <a:cxn ang="0">
                  <a:pos x="30" y="71"/>
                </a:cxn>
                <a:cxn ang="0">
                  <a:pos x="37" y="76"/>
                </a:cxn>
                <a:cxn ang="0">
                  <a:pos x="43" y="74"/>
                </a:cxn>
                <a:cxn ang="0">
                  <a:pos x="50" y="68"/>
                </a:cxn>
                <a:cxn ang="0">
                  <a:pos x="61" y="69"/>
                </a:cxn>
                <a:cxn ang="0">
                  <a:pos x="67" y="64"/>
                </a:cxn>
              </a:cxnLst>
              <a:rect l="0" t="0" r="r" b="b"/>
              <a:pathLst>
                <a:path w="71" h="76">
                  <a:moveTo>
                    <a:pt x="67" y="64"/>
                  </a:moveTo>
                  <a:cubicBezTo>
                    <a:pt x="68" y="61"/>
                    <a:pt x="71" y="57"/>
                    <a:pt x="71" y="54"/>
                  </a:cubicBezTo>
                  <a:cubicBezTo>
                    <a:pt x="71" y="51"/>
                    <a:pt x="70" y="46"/>
                    <a:pt x="69" y="44"/>
                  </a:cubicBezTo>
                  <a:cubicBezTo>
                    <a:pt x="68" y="42"/>
                    <a:pt x="66" y="38"/>
                    <a:pt x="66" y="36"/>
                  </a:cubicBezTo>
                  <a:cubicBezTo>
                    <a:pt x="66" y="33"/>
                    <a:pt x="67" y="26"/>
                    <a:pt x="67" y="23"/>
                  </a:cubicBezTo>
                  <a:cubicBezTo>
                    <a:pt x="67" y="21"/>
                    <a:pt x="67" y="17"/>
                    <a:pt x="65" y="16"/>
                  </a:cubicBezTo>
                  <a:cubicBezTo>
                    <a:pt x="64" y="14"/>
                    <a:pt x="61" y="14"/>
                    <a:pt x="60" y="13"/>
                  </a:cubicBezTo>
                  <a:cubicBezTo>
                    <a:pt x="58" y="12"/>
                    <a:pt x="55" y="10"/>
                    <a:pt x="54" y="9"/>
                  </a:cubicBezTo>
                  <a:cubicBezTo>
                    <a:pt x="53" y="8"/>
                    <a:pt x="52" y="5"/>
                    <a:pt x="51" y="5"/>
                  </a:cubicBezTo>
                  <a:cubicBezTo>
                    <a:pt x="49" y="4"/>
                    <a:pt x="45" y="5"/>
                    <a:pt x="43" y="4"/>
                  </a:cubicBezTo>
                  <a:cubicBezTo>
                    <a:pt x="41" y="4"/>
                    <a:pt x="40" y="0"/>
                    <a:pt x="39" y="0"/>
                  </a:cubicBezTo>
                  <a:cubicBezTo>
                    <a:pt x="37" y="0"/>
                    <a:pt x="34" y="3"/>
                    <a:pt x="32" y="4"/>
                  </a:cubicBezTo>
                  <a:cubicBezTo>
                    <a:pt x="30" y="5"/>
                    <a:pt x="26" y="9"/>
                    <a:pt x="24" y="11"/>
                  </a:cubicBezTo>
                  <a:cubicBezTo>
                    <a:pt x="22" y="12"/>
                    <a:pt x="17" y="15"/>
                    <a:pt x="15" y="17"/>
                  </a:cubicBezTo>
                  <a:cubicBezTo>
                    <a:pt x="13" y="19"/>
                    <a:pt x="9" y="24"/>
                    <a:pt x="7" y="27"/>
                  </a:cubicBezTo>
                  <a:cubicBezTo>
                    <a:pt x="6" y="29"/>
                    <a:pt x="3" y="34"/>
                    <a:pt x="2" y="36"/>
                  </a:cubicBezTo>
                  <a:cubicBezTo>
                    <a:pt x="1" y="38"/>
                    <a:pt x="1" y="43"/>
                    <a:pt x="1" y="45"/>
                  </a:cubicBezTo>
                  <a:cubicBezTo>
                    <a:pt x="1" y="47"/>
                    <a:pt x="0" y="51"/>
                    <a:pt x="0" y="53"/>
                  </a:cubicBezTo>
                  <a:cubicBezTo>
                    <a:pt x="0" y="55"/>
                    <a:pt x="1" y="59"/>
                    <a:pt x="3" y="60"/>
                  </a:cubicBezTo>
                  <a:cubicBezTo>
                    <a:pt x="4" y="61"/>
                    <a:pt x="9" y="60"/>
                    <a:pt x="11" y="60"/>
                  </a:cubicBezTo>
                  <a:cubicBezTo>
                    <a:pt x="13" y="59"/>
                    <a:pt x="18" y="58"/>
                    <a:pt x="20" y="59"/>
                  </a:cubicBezTo>
                  <a:cubicBezTo>
                    <a:pt x="21" y="60"/>
                    <a:pt x="23" y="62"/>
                    <a:pt x="24" y="63"/>
                  </a:cubicBezTo>
                  <a:cubicBezTo>
                    <a:pt x="25" y="65"/>
                    <a:pt x="28" y="69"/>
                    <a:pt x="30" y="71"/>
                  </a:cubicBezTo>
                  <a:cubicBezTo>
                    <a:pt x="31" y="72"/>
                    <a:pt x="35" y="76"/>
                    <a:pt x="37" y="76"/>
                  </a:cubicBezTo>
                  <a:cubicBezTo>
                    <a:pt x="38" y="76"/>
                    <a:pt x="41" y="74"/>
                    <a:pt x="43" y="74"/>
                  </a:cubicBezTo>
                  <a:cubicBezTo>
                    <a:pt x="45" y="73"/>
                    <a:pt x="48" y="69"/>
                    <a:pt x="50" y="68"/>
                  </a:cubicBezTo>
                  <a:cubicBezTo>
                    <a:pt x="53" y="67"/>
                    <a:pt x="59" y="70"/>
                    <a:pt x="61" y="69"/>
                  </a:cubicBezTo>
                  <a:cubicBezTo>
                    <a:pt x="63" y="69"/>
                    <a:pt x="66" y="65"/>
                    <a:pt x="67" y="6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86"/>
            <p:cNvSpPr>
              <a:spLocks/>
            </p:cNvSpPr>
            <p:nvPr/>
          </p:nvSpPr>
          <p:spPr bwMode="auto">
            <a:xfrm>
              <a:off x="2514601" y="1477963"/>
              <a:ext cx="361950" cy="258763"/>
            </a:xfrm>
            <a:custGeom>
              <a:avLst/>
              <a:gdLst/>
              <a:ahLst/>
              <a:cxnLst>
                <a:cxn ang="0">
                  <a:pos x="235" y="121"/>
                </a:cxn>
                <a:cxn ang="0">
                  <a:pos x="215" y="124"/>
                </a:cxn>
                <a:cxn ang="0">
                  <a:pos x="206" y="119"/>
                </a:cxn>
                <a:cxn ang="0">
                  <a:pos x="193" y="120"/>
                </a:cxn>
                <a:cxn ang="0">
                  <a:pos x="186" y="112"/>
                </a:cxn>
                <a:cxn ang="0">
                  <a:pos x="181" y="102"/>
                </a:cxn>
                <a:cxn ang="0">
                  <a:pos x="176" y="96"/>
                </a:cxn>
                <a:cxn ang="0">
                  <a:pos x="170" y="92"/>
                </a:cxn>
                <a:cxn ang="0">
                  <a:pos x="149" y="94"/>
                </a:cxn>
                <a:cxn ang="0">
                  <a:pos x="140" y="103"/>
                </a:cxn>
                <a:cxn ang="0">
                  <a:pos x="123" y="103"/>
                </a:cxn>
                <a:cxn ang="0">
                  <a:pos x="112" y="113"/>
                </a:cxn>
                <a:cxn ang="0">
                  <a:pos x="112" y="120"/>
                </a:cxn>
                <a:cxn ang="0">
                  <a:pos x="109" y="125"/>
                </a:cxn>
                <a:cxn ang="0">
                  <a:pos x="112" y="130"/>
                </a:cxn>
                <a:cxn ang="0">
                  <a:pos x="111" y="135"/>
                </a:cxn>
                <a:cxn ang="0">
                  <a:pos x="91" y="144"/>
                </a:cxn>
                <a:cxn ang="0">
                  <a:pos x="69" y="162"/>
                </a:cxn>
                <a:cxn ang="0">
                  <a:pos x="45" y="169"/>
                </a:cxn>
                <a:cxn ang="0">
                  <a:pos x="24" y="164"/>
                </a:cxn>
                <a:cxn ang="0">
                  <a:pos x="7" y="155"/>
                </a:cxn>
                <a:cxn ang="0">
                  <a:pos x="17" y="142"/>
                </a:cxn>
                <a:cxn ang="0">
                  <a:pos x="48" y="113"/>
                </a:cxn>
                <a:cxn ang="0">
                  <a:pos x="65" y="100"/>
                </a:cxn>
                <a:cxn ang="0">
                  <a:pos x="81" y="85"/>
                </a:cxn>
                <a:cxn ang="0">
                  <a:pos x="96" y="80"/>
                </a:cxn>
                <a:cxn ang="0">
                  <a:pos x="120" y="77"/>
                </a:cxn>
                <a:cxn ang="0">
                  <a:pos x="128" y="61"/>
                </a:cxn>
                <a:cxn ang="0">
                  <a:pos x="140" y="53"/>
                </a:cxn>
                <a:cxn ang="0">
                  <a:pos x="157" y="35"/>
                </a:cxn>
                <a:cxn ang="0">
                  <a:pos x="168" y="28"/>
                </a:cxn>
                <a:cxn ang="0">
                  <a:pos x="171" y="12"/>
                </a:cxn>
                <a:cxn ang="0">
                  <a:pos x="179" y="0"/>
                </a:cxn>
                <a:cxn ang="0">
                  <a:pos x="192" y="10"/>
                </a:cxn>
                <a:cxn ang="0">
                  <a:pos x="208" y="33"/>
                </a:cxn>
                <a:cxn ang="0">
                  <a:pos x="224" y="51"/>
                </a:cxn>
                <a:cxn ang="0">
                  <a:pos x="225" y="62"/>
                </a:cxn>
                <a:cxn ang="0">
                  <a:pos x="223" y="78"/>
                </a:cxn>
                <a:cxn ang="0">
                  <a:pos x="224" y="95"/>
                </a:cxn>
                <a:cxn ang="0">
                  <a:pos x="235" y="115"/>
                </a:cxn>
              </a:cxnLst>
              <a:rect l="0" t="0" r="r" b="b"/>
              <a:pathLst>
                <a:path w="236" h="169">
                  <a:moveTo>
                    <a:pt x="236" y="120"/>
                  </a:moveTo>
                  <a:cubicBezTo>
                    <a:pt x="236" y="120"/>
                    <a:pt x="235" y="121"/>
                    <a:pt x="235" y="121"/>
                  </a:cubicBezTo>
                  <a:cubicBezTo>
                    <a:pt x="232" y="122"/>
                    <a:pt x="226" y="122"/>
                    <a:pt x="223" y="122"/>
                  </a:cubicBezTo>
                  <a:cubicBezTo>
                    <a:pt x="221" y="122"/>
                    <a:pt x="217" y="124"/>
                    <a:pt x="215" y="124"/>
                  </a:cubicBezTo>
                  <a:cubicBezTo>
                    <a:pt x="213" y="124"/>
                    <a:pt x="209" y="123"/>
                    <a:pt x="208" y="122"/>
                  </a:cubicBezTo>
                  <a:cubicBezTo>
                    <a:pt x="207" y="122"/>
                    <a:pt x="206" y="119"/>
                    <a:pt x="206" y="119"/>
                  </a:cubicBezTo>
                  <a:cubicBezTo>
                    <a:pt x="204" y="118"/>
                    <a:pt x="199" y="119"/>
                    <a:pt x="197" y="119"/>
                  </a:cubicBezTo>
                  <a:cubicBezTo>
                    <a:pt x="196" y="119"/>
                    <a:pt x="194" y="120"/>
                    <a:pt x="193" y="120"/>
                  </a:cubicBezTo>
                  <a:cubicBezTo>
                    <a:pt x="192" y="119"/>
                    <a:pt x="191" y="117"/>
                    <a:pt x="191" y="116"/>
                  </a:cubicBezTo>
                  <a:cubicBezTo>
                    <a:pt x="190" y="115"/>
                    <a:pt x="187" y="113"/>
                    <a:pt x="186" y="112"/>
                  </a:cubicBezTo>
                  <a:cubicBezTo>
                    <a:pt x="185" y="111"/>
                    <a:pt x="184" y="109"/>
                    <a:pt x="183" y="107"/>
                  </a:cubicBezTo>
                  <a:cubicBezTo>
                    <a:pt x="182" y="106"/>
                    <a:pt x="182" y="103"/>
                    <a:pt x="181" y="102"/>
                  </a:cubicBezTo>
                  <a:cubicBezTo>
                    <a:pt x="181" y="101"/>
                    <a:pt x="180" y="99"/>
                    <a:pt x="179" y="98"/>
                  </a:cubicBezTo>
                  <a:cubicBezTo>
                    <a:pt x="178" y="97"/>
                    <a:pt x="176" y="97"/>
                    <a:pt x="176" y="96"/>
                  </a:cubicBezTo>
                  <a:cubicBezTo>
                    <a:pt x="175" y="95"/>
                    <a:pt x="177" y="92"/>
                    <a:pt x="176" y="92"/>
                  </a:cubicBezTo>
                  <a:cubicBezTo>
                    <a:pt x="175" y="91"/>
                    <a:pt x="171" y="92"/>
                    <a:pt x="170" y="92"/>
                  </a:cubicBezTo>
                  <a:cubicBezTo>
                    <a:pt x="167" y="92"/>
                    <a:pt x="160" y="92"/>
                    <a:pt x="157" y="92"/>
                  </a:cubicBezTo>
                  <a:cubicBezTo>
                    <a:pt x="155" y="92"/>
                    <a:pt x="151" y="93"/>
                    <a:pt x="149" y="94"/>
                  </a:cubicBezTo>
                  <a:cubicBezTo>
                    <a:pt x="148" y="95"/>
                    <a:pt x="145" y="97"/>
                    <a:pt x="144" y="98"/>
                  </a:cubicBezTo>
                  <a:cubicBezTo>
                    <a:pt x="143" y="99"/>
                    <a:pt x="141" y="102"/>
                    <a:pt x="140" y="103"/>
                  </a:cubicBezTo>
                  <a:cubicBezTo>
                    <a:pt x="138" y="104"/>
                    <a:pt x="132" y="103"/>
                    <a:pt x="130" y="103"/>
                  </a:cubicBezTo>
                  <a:cubicBezTo>
                    <a:pt x="128" y="103"/>
                    <a:pt x="124" y="102"/>
                    <a:pt x="123" y="103"/>
                  </a:cubicBezTo>
                  <a:cubicBezTo>
                    <a:pt x="121" y="103"/>
                    <a:pt x="118" y="106"/>
                    <a:pt x="117" y="108"/>
                  </a:cubicBezTo>
                  <a:cubicBezTo>
                    <a:pt x="115" y="109"/>
                    <a:pt x="113" y="112"/>
                    <a:pt x="112" y="113"/>
                  </a:cubicBezTo>
                  <a:cubicBezTo>
                    <a:pt x="112" y="114"/>
                    <a:pt x="109" y="116"/>
                    <a:pt x="110" y="118"/>
                  </a:cubicBezTo>
                  <a:cubicBezTo>
                    <a:pt x="110" y="119"/>
                    <a:pt x="112" y="120"/>
                    <a:pt x="112" y="120"/>
                  </a:cubicBezTo>
                  <a:cubicBezTo>
                    <a:pt x="113" y="121"/>
                    <a:pt x="113" y="122"/>
                    <a:pt x="112" y="123"/>
                  </a:cubicBezTo>
                  <a:cubicBezTo>
                    <a:pt x="112" y="124"/>
                    <a:pt x="110" y="124"/>
                    <a:pt x="109" y="125"/>
                  </a:cubicBezTo>
                  <a:cubicBezTo>
                    <a:pt x="108" y="126"/>
                    <a:pt x="108" y="127"/>
                    <a:pt x="108" y="128"/>
                  </a:cubicBezTo>
                  <a:cubicBezTo>
                    <a:pt x="109" y="129"/>
                    <a:pt x="111" y="129"/>
                    <a:pt x="112" y="130"/>
                  </a:cubicBezTo>
                  <a:cubicBezTo>
                    <a:pt x="112" y="130"/>
                    <a:pt x="112" y="131"/>
                    <a:pt x="112" y="132"/>
                  </a:cubicBezTo>
                  <a:cubicBezTo>
                    <a:pt x="112" y="133"/>
                    <a:pt x="111" y="135"/>
                    <a:pt x="111" y="135"/>
                  </a:cubicBezTo>
                  <a:cubicBezTo>
                    <a:pt x="109" y="137"/>
                    <a:pt x="103" y="137"/>
                    <a:pt x="101" y="138"/>
                  </a:cubicBezTo>
                  <a:cubicBezTo>
                    <a:pt x="98" y="139"/>
                    <a:pt x="94" y="143"/>
                    <a:pt x="91" y="144"/>
                  </a:cubicBezTo>
                  <a:cubicBezTo>
                    <a:pt x="89" y="146"/>
                    <a:pt x="85" y="150"/>
                    <a:pt x="82" y="152"/>
                  </a:cubicBezTo>
                  <a:cubicBezTo>
                    <a:pt x="79" y="155"/>
                    <a:pt x="72" y="160"/>
                    <a:pt x="69" y="162"/>
                  </a:cubicBezTo>
                  <a:cubicBezTo>
                    <a:pt x="66" y="164"/>
                    <a:pt x="59" y="168"/>
                    <a:pt x="56" y="169"/>
                  </a:cubicBezTo>
                  <a:cubicBezTo>
                    <a:pt x="53" y="169"/>
                    <a:pt x="48" y="169"/>
                    <a:pt x="45" y="169"/>
                  </a:cubicBezTo>
                  <a:cubicBezTo>
                    <a:pt x="42" y="168"/>
                    <a:pt x="36" y="167"/>
                    <a:pt x="32" y="166"/>
                  </a:cubicBezTo>
                  <a:cubicBezTo>
                    <a:pt x="30" y="165"/>
                    <a:pt x="26" y="165"/>
                    <a:pt x="24" y="164"/>
                  </a:cubicBezTo>
                  <a:cubicBezTo>
                    <a:pt x="22" y="163"/>
                    <a:pt x="19" y="160"/>
                    <a:pt x="17" y="159"/>
                  </a:cubicBezTo>
                  <a:cubicBezTo>
                    <a:pt x="15" y="157"/>
                    <a:pt x="10" y="156"/>
                    <a:pt x="7" y="155"/>
                  </a:cubicBezTo>
                  <a:cubicBezTo>
                    <a:pt x="5" y="155"/>
                    <a:pt x="2" y="153"/>
                    <a:pt x="0" y="152"/>
                  </a:cubicBezTo>
                  <a:cubicBezTo>
                    <a:pt x="3" y="151"/>
                    <a:pt x="14" y="145"/>
                    <a:pt x="17" y="142"/>
                  </a:cubicBezTo>
                  <a:cubicBezTo>
                    <a:pt x="23" y="138"/>
                    <a:pt x="33" y="128"/>
                    <a:pt x="38" y="124"/>
                  </a:cubicBezTo>
                  <a:cubicBezTo>
                    <a:pt x="41" y="121"/>
                    <a:pt x="45" y="115"/>
                    <a:pt x="48" y="113"/>
                  </a:cubicBezTo>
                  <a:cubicBezTo>
                    <a:pt x="51" y="112"/>
                    <a:pt x="56" y="110"/>
                    <a:pt x="58" y="108"/>
                  </a:cubicBezTo>
                  <a:cubicBezTo>
                    <a:pt x="60" y="107"/>
                    <a:pt x="63" y="102"/>
                    <a:pt x="65" y="100"/>
                  </a:cubicBezTo>
                  <a:cubicBezTo>
                    <a:pt x="66" y="98"/>
                    <a:pt x="70" y="95"/>
                    <a:pt x="72" y="93"/>
                  </a:cubicBezTo>
                  <a:cubicBezTo>
                    <a:pt x="74" y="91"/>
                    <a:pt x="79" y="87"/>
                    <a:pt x="81" y="85"/>
                  </a:cubicBezTo>
                  <a:cubicBezTo>
                    <a:pt x="82" y="84"/>
                    <a:pt x="85" y="81"/>
                    <a:pt x="87" y="80"/>
                  </a:cubicBezTo>
                  <a:cubicBezTo>
                    <a:pt x="88" y="81"/>
                    <a:pt x="93" y="80"/>
                    <a:pt x="96" y="80"/>
                  </a:cubicBezTo>
                  <a:cubicBezTo>
                    <a:pt x="99" y="80"/>
                    <a:pt x="107" y="81"/>
                    <a:pt x="111" y="80"/>
                  </a:cubicBezTo>
                  <a:cubicBezTo>
                    <a:pt x="113" y="79"/>
                    <a:pt x="118" y="78"/>
                    <a:pt x="120" y="77"/>
                  </a:cubicBezTo>
                  <a:cubicBezTo>
                    <a:pt x="122" y="75"/>
                    <a:pt x="123" y="71"/>
                    <a:pt x="124" y="69"/>
                  </a:cubicBezTo>
                  <a:cubicBezTo>
                    <a:pt x="125" y="67"/>
                    <a:pt x="127" y="63"/>
                    <a:pt x="128" y="61"/>
                  </a:cubicBezTo>
                  <a:cubicBezTo>
                    <a:pt x="130" y="59"/>
                    <a:pt x="133" y="56"/>
                    <a:pt x="135" y="55"/>
                  </a:cubicBezTo>
                  <a:cubicBezTo>
                    <a:pt x="136" y="54"/>
                    <a:pt x="139" y="54"/>
                    <a:pt x="140" y="53"/>
                  </a:cubicBezTo>
                  <a:cubicBezTo>
                    <a:pt x="143" y="51"/>
                    <a:pt x="146" y="45"/>
                    <a:pt x="149" y="43"/>
                  </a:cubicBezTo>
                  <a:cubicBezTo>
                    <a:pt x="151" y="41"/>
                    <a:pt x="155" y="37"/>
                    <a:pt x="157" y="35"/>
                  </a:cubicBezTo>
                  <a:cubicBezTo>
                    <a:pt x="159" y="34"/>
                    <a:pt x="161" y="31"/>
                    <a:pt x="163" y="30"/>
                  </a:cubicBezTo>
                  <a:cubicBezTo>
                    <a:pt x="164" y="29"/>
                    <a:pt x="167" y="29"/>
                    <a:pt x="168" y="28"/>
                  </a:cubicBezTo>
                  <a:cubicBezTo>
                    <a:pt x="169" y="26"/>
                    <a:pt x="171" y="22"/>
                    <a:pt x="171" y="20"/>
                  </a:cubicBezTo>
                  <a:cubicBezTo>
                    <a:pt x="172" y="18"/>
                    <a:pt x="170" y="14"/>
                    <a:pt x="171" y="12"/>
                  </a:cubicBezTo>
                  <a:cubicBezTo>
                    <a:pt x="171" y="9"/>
                    <a:pt x="173" y="5"/>
                    <a:pt x="174" y="3"/>
                  </a:cubicBezTo>
                  <a:cubicBezTo>
                    <a:pt x="175" y="2"/>
                    <a:pt x="178" y="1"/>
                    <a:pt x="179" y="0"/>
                  </a:cubicBezTo>
                  <a:cubicBezTo>
                    <a:pt x="180" y="1"/>
                    <a:pt x="182" y="2"/>
                    <a:pt x="182" y="3"/>
                  </a:cubicBezTo>
                  <a:cubicBezTo>
                    <a:pt x="185" y="4"/>
                    <a:pt x="190" y="8"/>
                    <a:pt x="192" y="10"/>
                  </a:cubicBezTo>
                  <a:cubicBezTo>
                    <a:pt x="194" y="12"/>
                    <a:pt x="199" y="17"/>
                    <a:pt x="200" y="19"/>
                  </a:cubicBezTo>
                  <a:cubicBezTo>
                    <a:pt x="203" y="22"/>
                    <a:pt x="206" y="30"/>
                    <a:pt x="208" y="33"/>
                  </a:cubicBezTo>
                  <a:cubicBezTo>
                    <a:pt x="209" y="36"/>
                    <a:pt x="212" y="42"/>
                    <a:pt x="214" y="45"/>
                  </a:cubicBezTo>
                  <a:cubicBezTo>
                    <a:pt x="216" y="47"/>
                    <a:pt x="222" y="49"/>
                    <a:pt x="224" y="51"/>
                  </a:cubicBezTo>
                  <a:cubicBezTo>
                    <a:pt x="225" y="52"/>
                    <a:pt x="228" y="53"/>
                    <a:pt x="229" y="55"/>
                  </a:cubicBezTo>
                  <a:cubicBezTo>
                    <a:pt x="229" y="57"/>
                    <a:pt x="226" y="60"/>
                    <a:pt x="225" y="62"/>
                  </a:cubicBezTo>
                  <a:cubicBezTo>
                    <a:pt x="225" y="64"/>
                    <a:pt x="225" y="69"/>
                    <a:pt x="225" y="71"/>
                  </a:cubicBezTo>
                  <a:cubicBezTo>
                    <a:pt x="225" y="73"/>
                    <a:pt x="223" y="76"/>
                    <a:pt x="223" y="78"/>
                  </a:cubicBezTo>
                  <a:cubicBezTo>
                    <a:pt x="223" y="80"/>
                    <a:pt x="225" y="85"/>
                    <a:pt x="225" y="87"/>
                  </a:cubicBezTo>
                  <a:cubicBezTo>
                    <a:pt x="225" y="89"/>
                    <a:pt x="224" y="93"/>
                    <a:pt x="224" y="95"/>
                  </a:cubicBezTo>
                  <a:cubicBezTo>
                    <a:pt x="225" y="98"/>
                    <a:pt x="228" y="102"/>
                    <a:pt x="229" y="104"/>
                  </a:cubicBezTo>
                  <a:cubicBezTo>
                    <a:pt x="231" y="107"/>
                    <a:pt x="234" y="112"/>
                    <a:pt x="235" y="115"/>
                  </a:cubicBezTo>
                  <a:cubicBezTo>
                    <a:pt x="235" y="116"/>
                    <a:pt x="236" y="118"/>
                    <a:pt x="236" y="1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87"/>
            <p:cNvSpPr>
              <a:spLocks/>
            </p:cNvSpPr>
            <p:nvPr/>
          </p:nvSpPr>
          <p:spPr bwMode="auto">
            <a:xfrm>
              <a:off x="2789238" y="1379538"/>
              <a:ext cx="273050" cy="282575"/>
            </a:xfrm>
            <a:custGeom>
              <a:avLst/>
              <a:gdLst/>
              <a:ahLst/>
              <a:cxnLst>
                <a:cxn ang="0">
                  <a:pos x="177" y="59"/>
                </a:cxn>
                <a:cxn ang="0">
                  <a:pos x="165" y="66"/>
                </a:cxn>
                <a:cxn ang="0">
                  <a:pos x="154" y="63"/>
                </a:cxn>
                <a:cxn ang="0">
                  <a:pos x="141" y="75"/>
                </a:cxn>
                <a:cxn ang="0">
                  <a:pos x="132" y="89"/>
                </a:cxn>
                <a:cxn ang="0">
                  <a:pos x="134" y="106"/>
                </a:cxn>
                <a:cxn ang="0">
                  <a:pos x="127" y="110"/>
                </a:cxn>
                <a:cxn ang="0">
                  <a:pos x="125" y="123"/>
                </a:cxn>
                <a:cxn ang="0">
                  <a:pos x="131" y="129"/>
                </a:cxn>
                <a:cxn ang="0">
                  <a:pos x="130" y="136"/>
                </a:cxn>
                <a:cxn ang="0">
                  <a:pos x="118" y="134"/>
                </a:cxn>
                <a:cxn ang="0">
                  <a:pos x="113" y="143"/>
                </a:cxn>
                <a:cxn ang="0">
                  <a:pos x="105" y="156"/>
                </a:cxn>
                <a:cxn ang="0">
                  <a:pos x="94" y="161"/>
                </a:cxn>
                <a:cxn ang="0">
                  <a:pos x="75" y="170"/>
                </a:cxn>
                <a:cxn ang="0">
                  <a:pos x="62" y="183"/>
                </a:cxn>
                <a:cxn ang="0">
                  <a:pos x="56" y="180"/>
                </a:cxn>
                <a:cxn ang="0">
                  <a:pos x="45" y="160"/>
                </a:cxn>
                <a:cxn ang="0">
                  <a:pos x="44" y="143"/>
                </a:cxn>
                <a:cxn ang="0">
                  <a:pos x="46" y="127"/>
                </a:cxn>
                <a:cxn ang="0">
                  <a:pos x="45" y="116"/>
                </a:cxn>
                <a:cxn ang="0">
                  <a:pos x="29" y="98"/>
                </a:cxn>
                <a:cxn ang="0">
                  <a:pos x="13" y="75"/>
                </a:cxn>
                <a:cxn ang="0">
                  <a:pos x="0" y="65"/>
                </a:cxn>
                <a:cxn ang="0">
                  <a:pos x="3" y="56"/>
                </a:cxn>
                <a:cxn ang="0">
                  <a:pos x="16" y="50"/>
                </a:cxn>
                <a:cxn ang="0">
                  <a:pos x="35" y="38"/>
                </a:cxn>
                <a:cxn ang="0">
                  <a:pos x="43" y="25"/>
                </a:cxn>
                <a:cxn ang="0">
                  <a:pos x="54" y="15"/>
                </a:cxn>
                <a:cxn ang="0">
                  <a:pos x="55" y="13"/>
                </a:cxn>
                <a:cxn ang="0">
                  <a:pos x="66" y="4"/>
                </a:cxn>
                <a:cxn ang="0">
                  <a:pos x="93" y="1"/>
                </a:cxn>
                <a:cxn ang="0">
                  <a:pos x="136" y="24"/>
                </a:cxn>
                <a:cxn ang="0">
                  <a:pos x="166" y="48"/>
                </a:cxn>
                <a:cxn ang="0">
                  <a:pos x="179" y="54"/>
                </a:cxn>
              </a:cxnLst>
              <a:rect l="0" t="0" r="r" b="b"/>
              <a:pathLst>
                <a:path w="179" h="185">
                  <a:moveTo>
                    <a:pt x="179" y="54"/>
                  </a:moveTo>
                  <a:cubicBezTo>
                    <a:pt x="178" y="56"/>
                    <a:pt x="177" y="58"/>
                    <a:pt x="177" y="59"/>
                  </a:cubicBezTo>
                  <a:cubicBezTo>
                    <a:pt x="177" y="60"/>
                    <a:pt x="177" y="63"/>
                    <a:pt x="176" y="64"/>
                  </a:cubicBezTo>
                  <a:cubicBezTo>
                    <a:pt x="174" y="66"/>
                    <a:pt x="168" y="66"/>
                    <a:pt x="165" y="66"/>
                  </a:cubicBezTo>
                  <a:cubicBezTo>
                    <a:pt x="164" y="65"/>
                    <a:pt x="161" y="63"/>
                    <a:pt x="160" y="63"/>
                  </a:cubicBezTo>
                  <a:cubicBezTo>
                    <a:pt x="158" y="62"/>
                    <a:pt x="156" y="62"/>
                    <a:pt x="154" y="63"/>
                  </a:cubicBezTo>
                  <a:cubicBezTo>
                    <a:pt x="152" y="63"/>
                    <a:pt x="148" y="66"/>
                    <a:pt x="147" y="67"/>
                  </a:cubicBezTo>
                  <a:cubicBezTo>
                    <a:pt x="145" y="69"/>
                    <a:pt x="142" y="73"/>
                    <a:pt x="141" y="75"/>
                  </a:cubicBezTo>
                  <a:cubicBezTo>
                    <a:pt x="139" y="77"/>
                    <a:pt x="136" y="81"/>
                    <a:pt x="134" y="83"/>
                  </a:cubicBezTo>
                  <a:cubicBezTo>
                    <a:pt x="134" y="85"/>
                    <a:pt x="132" y="87"/>
                    <a:pt x="132" y="89"/>
                  </a:cubicBezTo>
                  <a:cubicBezTo>
                    <a:pt x="131" y="91"/>
                    <a:pt x="131" y="97"/>
                    <a:pt x="132" y="99"/>
                  </a:cubicBezTo>
                  <a:cubicBezTo>
                    <a:pt x="132" y="101"/>
                    <a:pt x="133" y="104"/>
                    <a:pt x="134" y="106"/>
                  </a:cubicBezTo>
                  <a:cubicBezTo>
                    <a:pt x="133" y="106"/>
                    <a:pt x="132" y="106"/>
                    <a:pt x="131" y="106"/>
                  </a:cubicBezTo>
                  <a:cubicBezTo>
                    <a:pt x="130" y="107"/>
                    <a:pt x="128" y="109"/>
                    <a:pt x="127" y="110"/>
                  </a:cubicBezTo>
                  <a:cubicBezTo>
                    <a:pt x="126" y="111"/>
                    <a:pt x="124" y="113"/>
                    <a:pt x="124" y="114"/>
                  </a:cubicBezTo>
                  <a:cubicBezTo>
                    <a:pt x="123" y="116"/>
                    <a:pt x="125" y="121"/>
                    <a:pt x="125" y="123"/>
                  </a:cubicBezTo>
                  <a:cubicBezTo>
                    <a:pt x="126" y="124"/>
                    <a:pt x="127" y="126"/>
                    <a:pt x="127" y="127"/>
                  </a:cubicBezTo>
                  <a:cubicBezTo>
                    <a:pt x="128" y="128"/>
                    <a:pt x="130" y="128"/>
                    <a:pt x="131" y="129"/>
                  </a:cubicBezTo>
                  <a:cubicBezTo>
                    <a:pt x="132" y="130"/>
                    <a:pt x="133" y="132"/>
                    <a:pt x="133" y="134"/>
                  </a:cubicBezTo>
                  <a:cubicBezTo>
                    <a:pt x="132" y="134"/>
                    <a:pt x="131" y="136"/>
                    <a:pt x="130" y="136"/>
                  </a:cubicBezTo>
                  <a:cubicBezTo>
                    <a:pt x="129" y="137"/>
                    <a:pt x="126" y="136"/>
                    <a:pt x="124" y="136"/>
                  </a:cubicBezTo>
                  <a:cubicBezTo>
                    <a:pt x="123" y="135"/>
                    <a:pt x="120" y="134"/>
                    <a:pt x="118" y="134"/>
                  </a:cubicBezTo>
                  <a:cubicBezTo>
                    <a:pt x="117" y="134"/>
                    <a:pt x="115" y="137"/>
                    <a:pt x="114" y="138"/>
                  </a:cubicBezTo>
                  <a:cubicBezTo>
                    <a:pt x="114" y="139"/>
                    <a:pt x="113" y="142"/>
                    <a:pt x="113" y="143"/>
                  </a:cubicBezTo>
                  <a:cubicBezTo>
                    <a:pt x="112" y="145"/>
                    <a:pt x="111" y="148"/>
                    <a:pt x="110" y="150"/>
                  </a:cubicBezTo>
                  <a:cubicBezTo>
                    <a:pt x="109" y="151"/>
                    <a:pt x="106" y="154"/>
                    <a:pt x="105" y="156"/>
                  </a:cubicBezTo>
                  <a:cubicBezTo>
                    <a:pt x="103" y="157"/>
                    <a:pt x="101" y="159"/>
                    <a:pt x="99" y="160"/>
                  </a:cubicBezTo>
                  <a:cubicBezTo>
                    <a:pt x="98" y="161"/>
                    <a:pt x="95" y="161"/>
                    <a:pt x="94" y="161"/>
                  </a:cubicBezTo>
                  <a:cubicBezTo>
                    <a:pt x="91" y="162"/>
                    <a:pt x="86" y="163"/>
                    <a:pt x="84" y="164"/>
                  </a:cubicBezTo>
                  <a:cubicBezTo>
                    <a:pt x="81" y="165"/>
                    <a:pt x="77" y="168"/>
                    <a:pt x="75" y="170"/>
                  </a:cubicBezTo>
                  <a:cubicBezTo>
                    <a:pt x="73" y="171"/>
                    <a:pt x="69" y="174"/>
                    <a:pt x="68" y="175"/>
                  </a:cubicBezTo>
                  <a:cubicBezTo>
                    <a:pt x="66" y="177"/>
                    <a:pt x="64" y="181"/>
                    <a:pt x="62" y="183"/>
                  </a:cubicBezTo>
                  <a:cubicBezTo>
                    <a:pt x="61" y="183"/>
                    <a:pt x="59" y="184"/>
                    <a:pt x="57" y="185"/>
                  </a:cubicBezTo>
                  <a:cubicBezTo>
                    <a:pt x="57" y="183"/>
                    <a:pt x="56" y="181"/>
                    <a:pt x="56" y="180"/>
                  </a:cubicBezTo>
                  <a:cubicBezTo>
                    <a:pt x="55" y="177"/>
                    <a:pt x="52" y="172"/>
                    <a:pt x="50" y="169"/>
                  </a:cubicBezTo>
                  <a:cubicBezTo>
                    <a:pt x="49" y="167"/>
                    <a:pt x="46" y="163"/>
                    <a:pt x="45" y="160"/>
                  </a:cubicBezTo>
                  <a:cubicBezTo>
                    <a:pt x="45" y="158"/>
                    <a:pt x="46" y="154"/>
                    <a:pt x="46" y="152"/>
                  </a:cubicBezTo>
                  <a:cubicBezTo>
                    <a:pt x="46" y="150"/>
                    <a:pt x="44" y="145"/>
                    <a:pt x="44" y="143"/>
                  </a:cubicBezTo>
                  <a:cubicBezTo>
                    <a:pt x="44" y="141"/>
                    <a:pt x="46" y="138"/>
                    <a:pt x="46" y="136"/>
                  </a:cubicBezTo>
                  <a:cubicBezTo>
                    <a:pt x="46" y="134"/>
                    <a:pt x="46" y="129"/>
                    <a:pt x="46" y="127"/>
                  </a:cubicBezTo>
                  <a:cubicBezTo>
                    <a:pt x="47" y="125"/>
                    <a:pt x="50" y="122"/>
                    <a:pt x="50" y="120"/>
                  </a:cubicBezTo>
                  <a:cubicBezTo>
                    <a:pt x="49" y="118"/>
                    <a:pt x="46" y="117"/>
                    <a:pt x="45" y="116"/>
                  </a:cubicBezTo>
                  <a:cubicBezTo>
                    <a:pt x="43" y="114"/>
                    <a:pt x="37" y="112"/>
                    <a:pt x="35" y="110"/>
                  </a:cubicBezTo>
                  <a:cubicBezTo>
                    <a:pt x="33" y="107"/>
                    <a:pt x="30" y="101"/>
                    <a:pt x="29" y="98"/>
                  </a:cubicBezTo>
                  <a:cubicBezTo>
                    <a:pt x="27" y="95"/>
                    <a:pt x="24" y="87"/>
                    <a:pt x="21" y="84"/>
                  </a:cubicBezTo>
                  <a:cubicBezTo>
                    <a:pt x="20" y="82"/>
                    <a:pt x="15" y="77"/>
                    <a:pt x="13" y="75"/>
                  </a:cubicBezTo>
                  <a:cubicBezTo>
                    <a:pt x="11" y="73"/>
                    <a:pt x="6" y="69"/>
                    <a:pt x="3" y="68"/>
                  </a:cubicBezTo>
                  <a:cubicBezTo>
                    <a:pt x="3" y="67"/>
                    <a:pt x="1" y="66"/>
                    <a:pt x="0" y="65"/>
                  </a:cubicBezTo>
                  <a:cubicBezTo>
                    <a:pt x="0" y="65"/>
                    <a:pt x="0" y="64"/>
                    <a:pt x="1" y="64"/>
                  </a:cubicBezTo>
                  <a:cubicBezTo>
                    <a:pt x="2" y="62"/>
                    <a:pt x="2" y="58"/>
                    <a:pt x="3" y="56"/>
                  </a:cubicBezTo>
                  <a:cubicBezTo>
                    <a:pt x="4" y="54"/>
                    <a:pt x="8" y="52"/>
                    <a:pt x="10" y="51"/>
                  </a:cubicBezTo>
                  <a:cubicBezTo>
                    <a:pt x="11" y="51"/>
                    <a:pt x="15" y="50"/>
                    <a:pt x="16" y="50"/>
                  </a:cubicBezTo>
                  <a:cubicBezTo>
                    <a:pt x="19" y="49"/>
                    <a:pt x="24" y="46"/>
                    <a:pt x="27" y="44"/>
                  </a:cubicBezTo>
                  <a:cubicBezTo>
                    <a:pt x="29" y="43"/>
                    <a:pt x="33" y="40"/>
                    <a:pt x="35" y="38"/>
                  </a:cubicBezTo>
                  <a:cubicBezTo>
                    <a:pt x="36" y="36"/>
                    <a:pt x="38" y="32"/>
                    <a:pt x="39" y="31"/>
                  </a:cubicBezTo>
                  <a:cubicBezTo>
                    <a:pt x="40" y="29"/>
                    <a:pt x="41" y="26"/>
                    <a:pt x="43" y="25"/>
                  </a:cubicBezTo>
                  <a:cubicBezTo>
                    <a:pt x="44" y="23"/>
                    <a:pt x="48" y="22"/>
                    <a:pt x="50" y="20"/>
                  </a:cubicBezTo>
                  <a:cubicBezTo>
                    <a:pt x="51" y="19"/>
                    <a:pt x="53" y="17"/>
                    <a:pt x="54" y="15"/>
                  </a:cubicBezTo>
                  <a:cubicBezTo>
                    <a:pt x="54" y="15"/>
                    <a:pt x="54" y="14"/>
                    <a:pt x="55" y="13"/>
                  </a:cubicBezTo>
                  <a:cubicBezTo>
                    <a:pt x="55" y="13"/>
                    <a:pt x="55" y="13"/>
                    <a:pt x="55" y="13"/>
                  </a:cubicBezTo>
                  <a:cubicBezTo>
                    <a:pt x="57" y="13"/>
                    <a:pt x="59" y="11"/>
                    <a:pt x="61" y="10"/>
                  </a:cubicBezTo>
                  <a:cubicBezTo>
                    <a:pt x="62" y="8"/>
                    <a:pt x="65" y="5"/>
                    <a:pt x="66" y="4"/>
                  </a:cubicBezTo>
                  <a:cubicBezTo>
                    <a:pt x="68" y="3"/>
                    <a:pt x="71" y="1"/>
                    <a:pt x="73" y="1"/>
                  </a:cubicBezTo>
                  <a:cubicBezTo>
                    <a:pt x="77" y="0"/>
                    <a:pt x="88" y="0"/>
                    <a:pt x="93" y="1"/>
                  </a:cubicBezTo>
                  <a:cubicBezTo>
                    <a:pt x="97" y="2"/>
                    <a:pt x="107" y="5"/>
                    <a:pt x="111" y="8"/>
                  </a:cubicBezTo>
                  <a:cubicBezTo>
                    <a:pt x="117" y="11"/>
                    <a:pt x="130" y="20"/>
                    <a:pt x="136" y="24"/>
                  </a:cubicBezTo>
                  <a:cubicBezTo>
                    <a:pt x="141" y="27"/>
                    <a:pt x="150" y="33"/>
                    <a:pt x="155" y="37"/>
                  </a:cubicBezTo>
                  <a:cubicBezTo>
                    <a:pt x="158" y="39"/>
                    <a:pt x="163" y="45"/>
                    <a:pt x="166" y="48"/>
                  </a:cubicBezTo>
                  <a:cubicBezTo>
                    <a:pt x="168" y="49"/>
                    <a:pt x="174" y="52"/>
                    <a:pt x="177" y="53"/>
                  </a:cubicBezTo>
                  <a:cubicBezTo>
                    <a:pt x="177" y="54"/>
                    <a:pt x="178" y="54"/>
                    <a:pt x="179" y="5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88"/>
            <p:cNvSpPr>
              <a:spLocks/>
            </p:cNvSpPr>
            <p:nvPr/>
          </p:nvSpPr>
          <p:spPr bwMode="auto">
            <a:xfrm>
              <a:off x="2570163" y="1916113"/>
              <a:ext cx="147638" cy="128588"/>
            </a:xfrm>
            <a:custGeom>
              <a:avLst/>
              <a:gdLst/>
              <a:ahLst/>
              <a:cxnLst>
                <a:cxn ang="0">
                  <a:pos x="96" y="74"/>
                </a:cxn>
                <a:cxn ang="0">
                  <a:pos x="96" y="78"/>
                </a:cxn>
                <a:cxn ang="0">
                  <a:pos x="92" y="78"/>
                </a:cxn>
                <a:cxn ang="0">
                  <a:pos x="86" y="78"/>
                </a:cxn>
                <a:cxn ang="0">
                  <a:pos x="83" y="82"/>
                </a:cxn>
                <a:cxn ang="0">
                  <a:pos x="77" y="84"/>
                </a:cxn>
                <a:cxn ang="0">
                  <a:pos x="72" y="84"/>
                </a:cxn>
                <a:cxn ang="0">
                  <a:pos x="69" y="81"/>
                </a:cxn>
                <a:cxn ang="0">
                  <a:pos x="69" y="75"/>
                </a:cxn>
                <a:cxn ang="0">
                  <a:pos x="68" y="72"/>
                </a:cxn>
                <a:cxn ang="0">
                  <a:pos x="66" y="68"/>
                </a:cxn>
                <a:cxn ang="0">
                  <a:pos x="61" y="65"/>
                </a:cxn>
                <a:cxn ang="0">
                  <a:pos x="56" y="61"/>
                </a:cxn>
                <a:cxn ang="0">
                  <a:pos x="52" y="55"/>
                </a:cxn>
                <a:cxn ang="0">
                  <a:pos x="51" y="49"/>
                </a:cxn>
                <a:cxn ang="0">
                  <a:pos x="47" y="43"/>
                </a:cxn>
                <a:cxn ang="0">
                  <a:pos x="38" y="38"/>
                </a:cxn>
                <a:cxn ang="0">
                  <a:pos x="34" y="34"/>
                </a:cxn>
                <a:cxn ang="0">
                  <a:pos x="33" y="29"/>
                </a:cxn>
                <a:cxn ang="0">
                  <a:pos x="30" y="26"/>
                </a:cxn>
                <a:cxn ang="0">
                  <a:pos x="26" y="24"/>
                </a:cxn>
                <a:cxn ang="0">
                  <a:pos x="19" y="24"/>
                </a:cxn>
                <a:cxn ang="0">
                  <a:pos x="10" y="26"/>
                </a:cxn>
                <a:cxn ang="0">
                  <a:pos x="4" y="25"/>
                </a:cxn>
                <a:cxn ang="0">
                  <a:pos x="1" y="24"/>
                </a:cxn>
                <a:cxn ang="0">
                  <a:pos x="1" y="19"/>
                </a:cxn>
                <a:cxn ang="0">
                  <a:pos x="6" y="9"/>
                </a:cxn>
                <a:cxn ang="0">
                  <a:pos x="10" y="2"/>
                </a:cxn>
                <a:cxn ang="0">
                  <a:pos x="12" y="0"/>
                </a:cxn>
                <a:cxn ang="0">
                  <a:pos x="18" y="3"/>
                </a:cxn>
                <a:cxn ang="0">
                  <a:pos x="25" y="4"/>
                </a:cxn>
                <a:cxn ang="0">
                  <a:pos x="31" y="3"/>
                </a:cxn>
                <a:cxn ang="0">
                  <a:pos x="39" y="4"/>
                </a:cxn>
                <a:cxn ang="0">
                  <a:pos x="43" y="10"/>
                </a:cxn>
                <a:cxn ang="0">
                  <a:pos x="47" y="15"/>
                </a:cxn>
                <a:cxn ang="0">
                  <a:pos x="53" y="16"/>
                </a:cxn>
                <a:cxn ang="0">
                  <a:pos x="56" y="22"/>
                </a:cxn>
                <a:cxn ang="0">
                  <a:pos x="61" y="28"/>
                </a:cxn>
                <a:cxn ang="0">
                  <a:pos x="71" y="40"/>
                </a:cxn>
                <a:cxn ang="0">
                  <a:pos x="80" y="48"/>
                </a:cxn>
                <a:cxn ang="0">
                  <a:pos x="88" y="56"/>
                </a:cxn>
                <a:cxn ang="0">
                  <a:pos x="93" y="64"/>
                </a:cxn>
                <a:cxn ang="0">
                  <a:pos x="96" y="74"/>
                </a:cxn>
              </a:cxnLst>
              <a:rect l="0" t="0" r="r" b="b"/>
              <a:pathLst>
                <a:path w="96" h="84">
                  <a:moveTo>
                    <a:pt x="96" y="74"/>
                  </a:moveTo>
                  <a:cubicBezTo>
                    <a:pt x="96" y="75"/>
                    <a:pt x="96" y="77"/>
                    <a:pt x="96" y="78"/>
                  </a:cubicBezTo>
                  <a:cubicBezTo>
                    <a:pt x="95" y="79"/>
                    <a:pt x="93" y="78"/>
                    <a:pt x="92" y="78"/>
                  </a:cubicBezTo>
                  <a:cubicBezTo>
                    <a:pt x="90" y="78"/>
                    <a:pt x="87" y="78"/>
                    <a:pt x="86" y="78"/>
                  </a:cubicBezTo>
                  <a:cubicBezTo>
                    <a:pt x="85" y="79"/>
                    <a:pt x="84" y="81"/>
                    <a:pt x="83" y="82"/>
                  </a:cubicBezTo>
                  <a:cubicBezTo>
                    <a:pt x="81" y="82"/>
                    <a:pt x="78" y="83"/>
                    <a:pt x="77" y="84"/>
                  </a:cubicBezTo>
                  <a:cubicBezTo>
                    <a:pt x="75" y="84"/>
                    <a:pt x="73" y="84"/>
                    <a:pt x="72" y="84"/>
                  </a:cubicBezTo>
                  <a:cubicBezTo>
                    <a:pt x="71" y="83"/>
                    <a:pt x="69" y="82"/>
                    <a:pt x="69" y="81"/>
                  </a:cubicBezTo>
                  <a:cubicBezTo>
                    <a:pt x="68" y="79"/>
                    <a:pt x="69" y="77"/>
                    <a:pt x="69" y="75"/>
                  </a:cubicBezTo>
                  <a:cubicBezTo>
                    <a:pt x="69" y="74"/>
                    <a:pt x="69" y="72"/>
                    <a:pt x="68" y="72"/>
                  </a:cubicBezTo>
                  <a:cubicBezTo>
                    <a:pt x="68" y="71"/>
                    <a:pt x="66" y="68"/>
                    <a:pt x="66" y="68"/>
                  </a:cubicBezTo>
                  <a:cubicBezTo>
                    <a:pt x="66" y="68"/>
                    <a:pt x="62" y="66"/>
                    <a:pt x="61" y="65"/>
                  </a:cubicBezTo>
                  <a:cubicBezTo>
                    <a:pt x="60" y="64"/>
                    <a:pt x="57" y="62"/>
                    <a:pt x="56" y="61"/>
                  </a:cubicBezTo>
                  <a:cubicBezTo>
                    <a:pt x="55" y="60"/>
                    <a:pt x="53" y="57"/>
                    <a:pt x="52" y="55"/>
                  </a:cubicBezTo>
                  <a:cubicBezTo>
                    <a:pt x="51" y="54"/>
                    <a:pt x="52" y="50"/>
                    <a:pt x="51" y="49"/>
                  </a:cubicBezTo>
                  <a:cubicBezTo>
                    <a:pt x="50" y="47"/>
                    <a:pt x="48" y="44"/>
                    <a:pt x="47" y="43"/>
                  </a:cubicBezTo>
                  <a:cubicBezTo>
                    <a:pt x="45" y="41"/>
                    <a:pt x="40" y="39"/>
                    <a:pt x="38" y="38"/>
                  </a:cubicBezTo>
                  <a:cubicBezTo>
                    <a:pt x="37" y="37"/>
                    <a:pt x="35" y="35"/>
                    <a:pt x="34" y="34"/>
                  </a:cubicBezTo>
                  <a:cubicBezTo>
                    <a:pt x="34" y="33"/>
                    <a:pt x="33" y="30"/>
                    <a:pt x="33" y="29"/>
                  </a:cubicBezTo>
                  <a:cubicBezTo>
                    <a:pt x="32" y="28"/>
                    <a:pt x="31" y="26"/>
                    <a:pt x="30" y="26"/>
                  </a:cubicBezTo>
                  <a:cubicBezTo>
                    <a:pt x="29" y="25"/>
                    <a:pt x="27" y="25"/>
                    <a:pt x="26" y="24"/>
                  </a:cubicBezTo>
                  <a:cubicBezTo>
                    <a:pt x="25" y="24"/>
                    <a:pt x="21" y="24"/>
                    <a:pt x="19" y="24"/>
                  </a:cubicBezTo>
                  <a:cubicBezTo>
                    <a:pt x="17" y="25"/>
                    <a:pt x="12" y="26"/>
                    <a:pt x="10" y="26"/>
                  </a:cubicBezTo>
                  <a:cubicBezTo>
                    <a:pt x="8" y="26"/>
                    <a:pt x="5" y="26"/>
                    <a:pt x="4" y="25"/>
                  </a:cubicBezTo>
                  <a:cubicBezTo>
                    <a:pt x="3" y="25"/>
                    <a:pt x="2" y="24"/>
                    <a:pt x="1" y="24"/>
                  </a:cubicBezTo>
                  <a:cubicBezTo>
                    <a:pt x="0" y="22"/>
                    <a:pt x="0" y="20"/>
                    <a:pt x="1" y="19"/>
                  </a:cubicBezTo>
                  <a:cubicBezTo>
                    <a:pt x="1" y="16"/>
                    <a:pt x="5" y="11"/>
                    <a:pt x="6" y="9"/>
                  </a:cubicBezTo>
                  <a:cubicBezTo>
                    <a:pt x="7" y="7"/>
                    <a:pt x="9" y="4"/>
                    <a:pt x="10" y="2"/>
                  </a:cubicBezTo>
                  <a:cubicBezTo>
                    <a:pt x="11" y="2"/>
                    <a:pt x="11" y="1"/>
                    <a:pt x="12" y="0"/>
                  </a:cubicBezTo>
                  <a:cubicBezTo>
                    <a:pt x="14" y="1"/>
                    <a:pt x="17" y="2"/>
                    <a:pt x="18" y="3"/>
                  </a:cubicBezTo>
                  <a:cubicBezTo>
                    <a:pt x="20" y="3"/>
                    <a:pt x="23" y="4"/>
                    <a:pt x="25" y="4"/>
                  </a:cubicBezTo>
                  <a:cubicBezTo>
                    <a:pt x="26" y="4"/>
                    <a:pt x="29" y="3"/>
                    <a:pt x="31" y="3"/>
                  </a:cubicBezTo>
                  <a:cubicBezTo>
                    <a:pt x="33" y="3"/>
                    <a:pt x="37" y="3"/>
                    <a:pt x="39" y="4"/>
                  </a:cubicBezTo>
                  <a:cubicBezTo>
                    <a:pt x="41" y="5"/>
                    <a:pt x="42" y="9"/>
                    <a:pt x="43" y="10"/>
                  </a:cubicBezTo>
                  <a:cubicBezTo>
                    <a:pt x="44" y="12"/>
                    <a:pt x="46" y="14"/>
                    <a:pt x="47" y="15"/>
                  </a:cubicBezTo>
                  <a:cubicBezTo>
                    <a:pt x="48" y="16"/>
                    <a:pt x="51" y="15"/>
                    <a:pt x="53" y="16"/>
                  </a:cubicBezTo>
                  <a:cubicBezTo>
                    <a:pt x="54" y="17"/>
                    <a:pt x="55" y="20"/>
                    <a:pt x="56" y="22"/>
                  </a:cubicBezTo>
                  <a:cubicBezTo>
                    <a:pt x="58" y="23"/>
                    <a:pt x="60" y="26"/>
                    <a:pt x="61" y="28"/>
                  </a:cubicBezTo>
                  <a:cubicBezTo>
                    <a:pt x="64" y="31"/>
                    <a:pt x="68" y="37"/>
                    <a:pt x="71" y="40"/>
                  </a:cubicBezTo>
                  <a:cubicBezTo>
                    <a:pt x="73" y="42"/>
                    <a:pt x="77" y="46"/>
                    <a:pt x="80" y="48"/>
                  </a:cubicBezTo>
                  <a:cubicBezTo>
                    <a:pt x="82" y="50"/>
                    <a:pt x="86" y="54"/>
                    <a:pt x="88" y="56"/>
                  </a:cubicBezTo>
                  <a:cubicBezTo>
                    <a:pt x="89" y="58"/>
                    <a:pt x="92" y="62"/>
                    <a:pt x="93" y="64"/>
                  </a:cubicBezTo>
                  <a:cubicBezTo>
                    <a:pt x="94" y="67"/>
                    <a:pt x="95" y="71"/>
                    <a:pt x="96" y="7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89"/>
            <p:cNvSpPr>
              <a:spLocks/>
            </p:cNvSpPr>
            <p:nvPr/>
          </p:nvSpPr>
          <p:spPr bwMode="auto">
            <a:xfrm>
              <a:off x="2519363" y="1936750"/>
              <a:ext cx="15875" cy="11113"/>
            </a:xfrm>
            <a:custGeom>
              <a:avLst/>
              <a:gdLst/>
              <a:ahLst/>
              <a:cxnLst>
                <a:cxn ang="0">
                  <a:pos x="10" y="4"/>
                </a:cxn>
                <a:cxn ang="0">
                  <a:pos x="5" y="7"/>
                </a:cxn>
                <a:cxn ang="0">
                  <a:pos x="1" y="5"/>
                </a:cxn>
                <a:cxn ang="0">
                  <a:pos x="1" y="2"/>
                </a:cxn>
                <a:cxn ang="0">
                  <a:pos x="3" y="0"/>
                </a:cxn>
                <a:cxn ang="0">
                  <a:pos x="7" y="0"/>
                </a:cxn>
                <a:cxn ang="0">
                  <a:pos x="9" y="2"/>
                </a:cxn>
                <a:cxn ang="0">
                  <a:pos x="10" y="4"/>
                </a:cxn>
              </a:cxnLst>
              <a:rect l="0" t="0" r="r" b="b"/>
              <a:pathLst>
                <a:path w="10" h="7">
                  <a:moveTo>
                    <a:pt x="10" y="4"/>
                  </a:moveTo>
                  <a:cubicBezTo>
                    <a:pt x="10" y="5"/>
                    <a:pt x="7" y="7"/>
                    <a:pt x="5" y="7"/>
                  </a:cubicBezTo>
                  <a:cubicBezTo>
                    <a:pt x="4" y="7"/>
                    <a:pt x="2" y="6"/>
                    <a:pt x="1" y="5"/>
                  </a:cubicBezTo>
                  <a:cubicBezTo>
                    <a:pt x="1" y="4"/>
                    <a:pt x="0" y="3"/>
                    <a:pt x="1" y="2"/>
                  </a:cubicBezTo>
                  <a:cubicBezTo>
                    <a:pt x="1" y="1"/>
                    <a:pt x="3" y="0"/>
                    <a:pt x="3" y="0"/>
                  </a:cubicBezTo>
                  <a:cubicBezTo>
                    <a:pt x="4" y="0"/>
                    <a:pt x="6" y="0"/>
                    <a:pt x="7" y="0"/>
                  </a:cubicBezTo>
                  <a:cubicBezTo>
                    <a:pt x="8" y="0"/>
                    <a:pt x="8" y="2"/>
                    <a:pt x="9" y="2"/>
                  </a:cubicBezTo>
                  <a:cubicBezTo>
                    <a:pt x="9" y="3"/>
                    <a:pt x="10" y="3"/>
                    <a:pt x="10" y="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90"/>
            <p:cNvSpPr>
              <a:spLocks/>
            </p:cNvSpPr>
            <p:nvPr/>
          </p:nvSpPr>
          <p:spPr bwMode="auto">
            <a:xfrm>
              <a:off x="2182813" y="1785938"/>
              <a:ext cx="406400" cy="363538"/>
            </a:xfrm>
            <a:custGeom>
              <a:avLst/>
              <a:gdLst/>
              <a:ahLst/>
              <a:cxnLst>
                <a:cxn ang="0">
                  <a:pos x="255" y="105"/>
                </a:cxn>
                <a:cxn ang="0">
                  <a:pos x="239" y="98"/>
                </a:cxn>
                <a:cxn ang="0">
                  <a:pos x="211" y="85"/>
                </a:cxn>
                <a:cxn ang="0">
                  <a:pos x="189" y="95"/>
                </a:cxn>
                <a:cxn ang="0">
                  <a:pos x="170" y="104"/>
                </a:cxn>
                <a:cxn ang="0">
                  <a:pos x="177" y="128"/>
                </a:cxn>
                <a:cxn ang="0">
                  <a:pos x="192" y="145"/>
                </a:cxn>
                <a:cxn ang="0">
                  <a:pos x="215" y="151"/>
                </a:cxn>
                <a:cxn ang="0">
                  <a:pos x="242" y="167"/>
                </a:cxn>
                <a:cxn ang="0">
                  <a:pos x="243" y="183"/>
                </a:cxn>
                <a:cxn ang="0">
                  <a:pos x="248" y="198"/>
                </a:cxn>
                <a:cxn ang="0">
                  <a:pos x="244" y="213"/>
                </a:cxn>
                <a:cxn ang="0">
                  <a:pos x="229" y="225"/>
                </a:cxn>
                <a:cxn ang="0">
                  <a:pos x="221" y="210"/>
                </a:cxn>
                <a:cxn ang="0">
                  <a:pos x="209" y="199"/>
                </a:cxn>
                <a:cxn ang="0">
                  <a:pos x="196" y="185"/>
                </a:cxn>
                <a:cxn ang="0">
                  <a:pos x="179" y="153"/>
                </a:cxn>
                <a:cxn ang="0">
                  <a:pos x="151" y="130"/>
                </a:cxn>
                <a:cxn ang="0">
                  <a:pos x="123" y="121"/>
                </a:cxn>
                <a:cxn ang="0">
                  <a:pos x="88" y="119"/>
                </a:cxn>
                <a:cxn ang="0">
                  <a:pos x="79" y="141"/>
                </a:cxn>
                <a:cxn ang="0">
                  <a:pos x="94" y="163"/>
                </a:cxn>
                <a:cxn ang="0">
                  <a:pos x="112" y="187"/>
                </a:cxn>
                <a:cxn ang="0">
                  <a:pos x="132" y="202"/>
                </a:cxn>
                <a:cxn ang="0">
                  <a:pos x="153" y="209"/>
                </a:cxn>
                <a:cxn ang="0">
                  <a:pos x="173" y="228"/>
                </a:cxn>
                <a:cxn ang="0">
                  <a:pos x="176" y="236"/>
                </a:cxn>
                <a:cxn ang="0">
                  <a:pos x="129" y="223"/>
                </a:cxn>
                <a:cxn ang="0">
                  <a:pos x="87" y="215"/>
                </a:cxn>
                <a:cxn ang="0">
                  <a:pos x="79" y="186"/>
                </a:cxn>
                <a:cxn ang="0">
                  <a:pos x="75" y="144"/>
                </a:cxn>
                <a:cxn ang="0">
                  <a:pos x="40" y="119"/>
                </a:cxn>
                <a:cxn ang="0">
                  <a:pos x="0" y="99"/>
                </a:cxn>
                <a:cxn ang="0">
                  <a:pos x="27" y="58"/>
                </a:cxn>
                <a:cxn ang="0">
                  <a:pos x="48" y="48"/>
                </a:cxn>
                <a:cxn ang="0">
                  <a:pos x="91" y="22"/>
                </a:cxn>
                <a:cxn ang="0">
                  <a:pos x="120" y="19"/>
                </a:cxn>
                <a:cxn ang="0">
                  <a:pos x="153" y="18"/>
                </a:cxn>
                <a:cxn ang="0">
                  <a:pos x="177" y="5"/>
                </a:cxn>
                <a:cxn ang="0">
                  <a:pos x="189" y="4"/>
                </a:cxn>
                <a:cxn ang="0">
                  <a:pos x="205" y="18"/>
                </a:cxn>
                <a:cxn ang="0">
                  <a:pos x="226" y="28"/>
                </a:cxn>
                <a:cxn ang="0">
                  <a:pos x="218" y="38"/>
                </a:cxn>
                <a:cxn ang="0">
                  <a:pos x="202" y="43"/>
                </a:cxn>
                <a:cxn ang="0">
                  <a:pos x="214" y="72"/>
                </a:cxn>
                <a:cxn ang="0">
                  <a:pos x="243" y="81"/>
                </a:cxn>
                <a:cxn ang="0">
                  <a:pos x="249" y="66"/>
                </a:cxn>
                <a:cxn ang="0">
                  <a:pos x="258" y="68"/>
                </a:cxn>
              </a:cxnLst>
              <a:rect l="0" t="0" r="r" b="b"/>
              <a:pathLst>
                <a:path w="266" h="238">
                  <a:moveTo>
                    <a:pt x="266" y="86"/>
                  </a:moveTo>
                  <a:cubicBezTo>
                    <a:pt x="265" y="87"/>
                    <a:pt x="265" y="88"/>
                    <a:pt x="264" y="88"/>
                  </a:cubicBezTo>
                  <a:cubicBezTo>
                    <a:pt x="263" y="90"/>
                    <a:pt x="261" y="93"/>
                    <a:pt x="260" y="95"/>
                  </a:cubicBezTo>
                  <a:cubicBezTo>
                    <a:pt x="259" y="97"/>
                    <a:pt x="255" y="102"/>
                    <a:pt x="255" y="105"/>
                  </a:cubicBezTo>
                  <a:cubicBezTo>
                    <a:pt x="254" y="106"/>
                    <a:pt x="254" y="108"/>
                    <a:pt x="255" y="110"/>
                  </a:cubicBezTo>
                  <a:cubicBezTo>
                    <a:pt x="253" y="109"/>
                    <a:pt x="251" y="108"/>
                    <a:pt x="250" y="107"/>
                  </a:cubicBezTo>
                  <a:cubicBezTo>
                    <a:pt x="249" y="106"/>
                    <a:pt x="247" y="104"/>
                    <a:pt x="246" y="103"/>
                  </a:cubicBezTo>
                  <a:cubicBezTo>
                    <a:pt x="244" y="101"/>
                    <a:pt x="240" y="99"/>
                    <a:pt x="239" y="98"/>
                  </a:cubicBezTo>
                  <a:cubicBezTo>
                    <a:pt x="237" y="96"/>
                    <a:pt x="235" y="92"/>
                    <a:pt x="233" y="91"/>
                  </a:cubicBezTo>
                  <a:cubicBezTo>
                    <a:pt x="231" y="89"/>
                    <a:pt x="227" y="88"/>
                    <a:pt x="224" y="87"/>
                  </a:cubicBezTo>
                  <a:cubicBezTo>
                    <a:pt x="223" y="87"/>
                    <a:pt x="220" y="86"/>
                    <a:pt x="218" y="86"/>
                  </a:cubicBezTo>
                  <a:cubicBezTo>
                    <a:pt x="217" y="85"/>
                    <a:pt x="213" y="85"/>
                    <a:pt x="211" y="85"/>
                  </a:cubicBezTo>
                  <a:cubicBezTo>
                    <a:pt x="209" y="85"/>
                    <a:pt x="206" y="86"/>
                    <a:pt x="204" y="87"/>
                  </a:cubicBezTo>
                  <a:cubicBezTo>
                    <a:pt x="203" y="87"/>
                    <a:pt x="201" y="89"/>
                    <a:pt x="200" y="90"/>
                  </a:cubicBezTo>
                  <a:cubicBezTo>
                    <a:pt x="199" y="91"/>
                    <a:pt x="196" y="93"/>
                    <a:pt x="195" y="94"/>
                  </a:cubicBezTo>
                  <a:cubicBezTo>
                    <a:pt x="193" y="94"/>
                    <a:pt x="190" y="95"/>
                    <a:pt x="189" y="95"/>
                  </a:cubicBezTo>
                  <a:cubicBezTo>
                    <a:pt x="187" y="95"/>
                    <a:pt x="182" y="94"/>
                    <a:pt x="180" y="95"/>
                  </a:cubicBezTo>
                  <a:cubicBezTo>
                    <a:pt x="179" y="95"/>
                    <a:pt x="176" y="96"/>
                    <a:pt x="175" y="96"/>
                  </a:cubicBezTo>
                  <a:cubicBezTo>
                    <a:pt x="174" y="97"/>
                    <a:pt x="173" y="99"/>
                    <a:pt x="172" y="100"/>
                  </a:cubicBezTo>
                  <a:cubicBezTo>
                    <a:pt x="171" y="101"/>
                    <a:pt x="170" y="103"/>
                    <a:pt x="170" y="104"/>
                  </a:cubicBezTo>
                  <a:cubicBezTo>
                    <a:pt x="169" y="105"/>
                    <a:pt x="167" y="107"/>
                    <a:pt x="167" y="109"/>
                  </a:cubicBezTo>
                  <a:cubicBezTo>
                    <a:pt x="166" y="110"/>
                    <a:pt x="167" y="113"/>
                    <a:pt x="168" y="114"/>
                  </a:cubicBezTo>
                  <a:cubicBezTo>
                    <a:pt x="169" y="116"/>
                    <a:pt x="170" y="119"/>
                    <a:pt x="171" y="120"/>
                  </a:cubicBezTo>
                  <a:cubicBezTo>
                    <a:pt x="173" y="122"/>
                    <a:pt x="175" y="126"/>
                    <a:pt x="177" y="128"/>
                  </a:cubicBezTo>
                  <a:cubicBezTo>
                    <a:pt x="179" y="129"/>
                    <a:pt x="183" y="130"/>
                    <a:pt x="184" y="131"/>
                  </a:cubicBezTo>
                  <a:cubicBezTo>
                    <a:pt x="185" y="132"/>
                    <a:pt x="187" y="134"/>
                    <a:pt x="188" y="135"/>
                  </a:cubicBezTo>
                  <a:cubicBezTo>
                    <a:pt x="189" y="136"/>
                    <a:pt x="189" y="139"/>
                    <a:pt x="189" y="140"/>
                  </a:cubicBezTo>
                  <a:cubicBezTo>
                    <a:pt x="190" y="141"/>
                    <a:pt x="191" y="144"/>
                    <a:pt x="192" y="145"/>
                  </a:cubicBezTo>
                  <a:cubicBezTo>
                    <a:pt x="193" y="145"/>
                    <a:pt x="196" y="146"/>
                    <a:pt x="197" y="147"/>
                  </a:cubicBezTo>
                  <a:cubicBezTo>
                    <a:pt x="198" y="147"/>
                    <a:pt x="201" y="150"/>
                    <a:pt x="202" y="150"/>
                  </a:cubicBezTo>
                  <a:cubicBezTo>
                    <a:pt x="203" y="151"/>
                    <a:pt x="206" y="152"/>
                    <a:pt x="207" y="152"/>
                  </a:cubicBezTo>
                  <a:cubicBezTo>
                    <a:pt x="209" y="152"/>
                    <a:pt x="213" y="151"/>
                    <a:pt x="215" y="151"/>
                  </a:cubicBezTo>
                  <a:cubicBezTo>
                    <a:pt x="216" y="151"/>
                    <a:pt x="220" y="151"/>
                    <a:pt x="222" y="152"/>
                  </a:cubicBezTo>
                  <a:cubicBezTo>
                    <a:pt x="224" y="153"/>
                    <a:pt x="227" y="157"/>
                    <a:pt x="229" y="158"/>
                  </a:cubicBezTo>
                  <a:cubicBezTo>
                    <a:pt x="231" y="160"/>
                    <a:pt x="235" y="162"/>
                    <a:pt x="237" y="163"/>
                  </a:cubicBezTo>
                  <a:cubicBezTo>
                    <a:pt x="239" y="164"/>
                    <a:pt x="241" y="166"/>
                    <a:pt x="242" y="167"/>
                  </a:cubicBezTo>
                  <a:cubicBezTo>
                    <a:pt x="243" y="168"/>
                    <a:pt x="245" y="170"/>
                    <a:pt x="245" y="172"/>
                  </a:cubicBezTo>
                  <a:cubicBezTo>
                    <a:pt x="246" y="173"/>
                    <a:pt x="245" y="176"/>
                    <a:pt x="244" y="177"/>
                  </a:cubicBezTo>
                  <a:cubicBezTo>
                    <a:pt x="244" y="178"/>
                    <a:pt x="242" y="179"/>
                    <a:pt x="242" y="179"/>
                  </a:cubicBezTo>
                  <a:cubicBezTo>
                    <a:pt x="242" y="180"/>
                    <a:pt x="243" y="182"/>
                    <a:pt x="243" y="183"/>
                  </a:cubicBezTo>
                  <a:cubicBezTo>
                    <a:pt x="244" y="184"/>
                    <a:pt x="245" y="186"/>
                    <a:pt x="246" y="187"/>
                  </a:cubicBezTo>
                  <a:cubicBezTo>
                    <a:pt x="246" y="188"/>
                    <a:pt x="246" y="190"/>
                    <a:pt x="245" y="191"/>
                  </a:cubicBezTo>
                  <a:cubicBezTo>
                    <a:pt x="245" y="192"/>
                    <a:pt x="244" y="194"/>
                    <a:pt x="244" y="195"/>
                  </a:cubicBezTo>
                  <a:cubicBezTo>
                    <a:pt x="244" y="196"/>
                    <a:pt x="247" y="197"/>
                    <a:pt x="248" y="198"/>
                  </a:cubicBezTo>
                  <a:cubicBezTo>
                    <a:pt x="249" y="198"/>
                    <a:pt x="251" y="199"/>
                    <a:pt x="251" y="200"/>
                  </a:cubicBezTo>
                  <a:cubicBezTo>
                    <a:pt x="251" y="201"/>
                    <a:pt x="251" y="203"/>
                    <a:pt x="250" y="204"/>
                  </a:cubicBezTo>
                  <a:cubicBezTo>
                    <a:pt x="250" y="205"/>
                    <a:pt x="248" y="207"/>
                    <a:pt x="247" y="208"/>
                  </a:cubicBezTo>
                  <a:cubicBezTo>
                    <a:pt x="246" y="209"/>
                    <a:pt x="244" y="211"/>
                    <a:pt x="244" y="213"/>
                  </a:cubicBezTo>
                  <a:cubicBezTo>
                    <a:pt x="243" y="214"/>
                    <a:pt x="244" y="218"/>
                    <a:pt x="243" y="219"/>
                  </a:cubicBezTo>
                  <a:cubicBezTo>
                    <a:pt x="242" y="221"/>
                    <a:pt x="240" y="225"/>
                    <a:pt x="238" y="226"/>
                  </a:cubicBezTo>
                  <a:cubicBezTo>
                    <a:pt x="237" y="227"/>
                    <a:pt x="235" y="228"/>
                    <a:pt x="233" y="227"/>
                  </a:cubicBezTo>
                  <a:cubicBezTo>
                    <a:pt x="232" y="227"/>
                    <a:pt x="230" y="226"/>
                    <a:pt x="229" y="225"/>
                  </a:cubicBezTo>
                  <a:cubicBezTo>
                    <a:pt x="229" y="224"/>
                    <a:pt x="229" y="221"/>
                    <a:pt x="228" y="221"/>
                  </a:cubicBezTo>
                  <a:cubicBezTo>
                    <a:pt x="227" y="220"/>
                    <a:pt x="224" y="220"/>
                    <a:pt x="223" y="219"/>
                  </a:cubicBezTo>
                  <a:cubicBezTo>
                    <a:pt x="222" y="218"/>
                    <a:pt x="221" y="216"/>
                    <a:pt x="221" y="215"/>
                  </a:cubicBezTo>
                  <a:cubicBezTo>
                    <a:pt x="221" y="214"/>
                    <a:pt x="222" y="211"/>
                    <a:pt x="221" y="210"/>
                  </a:cubicBezTo>
                  <a:cubicBezTo>
                    <a:pt x="221" y="209"/>
                    <a:pt x="220" y="206"/>
                    <a:pt x="219" y="205"/>
                  </a:cubicBezTo>
                  <a:cubicBezTo>
                    <a:pt x="218" y="204"/>
                    <a:pt x="214" y="206"/>
                    <a:pt x="213" y="205"/>
                  </a:cubicBezTo>
                  <a:cubicBezTo>
                    <a:pt x="212" y="204"/>
                    <a:pt x="212" y="202"/>
                    <a:pt x="212" y="202"/>
                  </a:cubicBezTo>
                  <a:cubicBezTo>
                    <a:pt x="211" y="201"/>
                    <a:pt x="210" y="199"/>
                    <a:pt x="209" y="199"/>
                  </a:cubicBezTo>
                  <a:cubicBezTo>
                    <a:pt x="208" y="199"/>
                    <a:pt x="206" y="202"/>
                    <a:pt x="205" y="202"/>
                  </a:cubicBezTo>
                  <a:cubicBezTo>
                    <a:pt x="204" y="202"/>
                    <a:pt x="200" y="200"/>
                    <a:pt x="199" y="199"/>
                  </a:cubicBezTo>
                  <a:cubicBezTo>
                    <a:pt x="198" y="198"/>
                    <a:pt x="196" y="195"/>
                    <a:pt x="196" y="194"/>
                  </a:cubicBezTo>
                  <a:cubicBezTo>
                    <a:pt x="195" y="192"/>
                    <a:pt x="196" y="187"/>
                    <a:pt x="196" y="185"/>
                  </a:cubicBezTo>
                  <a:cubicBezTo>
                    <a:pt x="196" y="183"/>
                    <a:pt x="196" y="179"/>
                    <a:pt x="195" y="177"/>
                  </a:cubicBezTo>
                  <a:cubicBezTo>
                    <a:pt x="194" y="174"/>
                    <a:pt x="192" y="169"/>
                    <a:pt x="190" y="167"/>
                  </a:cubicBezTo>
                  <a:cubicBezTo>
                    <a:pt x="189" y="166"/>
                    <a:pt x="184" y="163"/>
                    <a:pt x="183" y="161"/>
                  </a:cubicBezTo>
                  <a:cubicBezTo>
                    <a:pt x="182" y="160"/>
                    <a:pt x="180" y="155"/>
                    <a:pt x="179" y="153"/>
                  </a:cubicBezTo>
                  <a:cubicBezTo>
                    <a:pt x="177" y="150"/>
                    <a:pt x="173" y="143"/>
                    <a:pt x="171" y="140"/>
                  </a:cubicBezTo>
                  <a:cubicBezTo>
                    <a:pt x="170" y="138"/>
                    <a:pt x="167" y="134"/>
                    <a:pt x="165" y="132"/>
                  </a:cubicBezTo>
                  <a:cubicBezTo>
                    <a:pt x="164" y="131"/>
                    <a:pt x="161" y="130"/>
                    <a:pt x="159" y="130"/>
                  </a:cubicBezTo>
                  <a:cubicBezTo>
                    <a:pt x="157" y="129"/>
                    <a:pt x="153" y="130"/>
                    <a:pt x="151" y="130"/>
                  </a:cubicBezTo>
                  <a:cubicBezTo>
                    <a:pt x="148" y="129"/>
                    <a:pt x="145" y="128"/>
                    <a:pt x="142" y="128"/>
                  </a:cubicBezTo>
                  <a:cubicBezTo>
                    <a:pt x="140" y="127"/>
                    <a:pt x="135" y="127"/>
                    <a:pt x="133" y="126"/>
                  </a:cubicBezTo>
                  <a:cubicBezTo>
                    <a:pt x="131" y="126"/>
                    <a:pt x="129" y="125"/>
                    <a:pt x="128" y="124"/>
                  </a:cubicBezTo>
                  <a:cubicBezTo>
                    <a:pt x="126" y="124"/>
                    <a:pt x="124" y="121"/>
                    <a:pt x="123" y="121"/>
                  </a:cubicBezTo>
                  <a:cubicBezTo>
                    <a:pt x="120" y="120"/>
                    <a:pt x="115" y="120"/>
                    <a:pt x="113" y="119"/>
                  </a:cubicBezTo>
                  <a:cubicBezTo>
                    <a:pt x="110" y="118"/>
                    <a:pt x="107" y="116"/>
                    <a:pt x="105" y="115"/>
                  </a:cubicBezTo>
                  <a:cubicBezTo>
                    <a:pt x="102" y="115"/>
                    <a:pt x="96" y="115"/>
                    <a:pt x="93" y="115"/>
                  </a:cubicBezTo>
                  <a:cubicBezTo>
                    <a:pt x="92" y="116"/>
                    <a:pt x="89" y="117"/>
                    <a:pt x="88" y="119"/>
                  </a:cubicBezTo>
                  <a:cubicBezTo>
                    <a:pt x="87" y="120"/>
                    <a:pt x="88" y="124"/>
                    <a:pt x="87" y="125"/>
                  </a:cubicBezTo>
                  <a:cubicBezTo>
                    <a:pt x="86" y="127"/>
                    <a:pt x="84" y="129"/>
                    <a:pt x="83" y="130"/>
                  </a:cubicBezTo>
                  <a:cubicBezTo>
                    <a:pt x="82" y="132"/>
                    <a:pt x="80" y="133"/>
                    <a:pt x="80" y="135"/>
                  </a:cubicBezTo>
                  <a:cubicBezTo>
                    <a:pt x="79" y="136"/>
                    <a:pt x="79" y="140"/>
                    <a:pt x="79" y="141"/>
                  </a:cubicBezTo>
                  <a:cubicBezTo>
                    <a:pt x="80" y="143"/>
                    <a:pt x="81" y="144"/>
                    <a:pt x="82" y="146"/>
                  </a:cubicBezTo>
                  <a:cubicBezTo>
                    <a:pt x="82" y="147"/>
                    <a:pt x="83" y="149"/>
                    <a:pt x="84" y="150"/>
                  </a:cubicBezTo>
                  <a:cubicBezTo>
                    <a:pt x="85" y="152"/>
                    <a:pt x="88" y="158"/>
                    <a:pt x="90" y="160"/>
                  </a:cubicBezTo>
                  <a:cubicBezTo>
                    <a:pt x="91" y="161"/>
                    <a:pt x="93" y="163"/>
                    <a:pt x="94" y="163"/>
                  </a:cubicBezTo>
                  <a:cubicBezTo>
                    <a:pt x="95" y="164"/>
                    <a:pt x="97" y="165"/>
                    <a:pt x="97" y="166"/>
                  </a:cubicBezTo>
                  <a:cubicBezTo>
                    <a:pt x="99" y="168"/>
                    <a:pt x="99" y="173"/>
                    <a:pt x="100" y="175"/>
                  </a:cubicBezTo>
                  <a:cubicBezTo>
                    <a:pt x="101" y="177"/>
                    <a:pt x="105" y="181"/>
                    <a:pt x="107" y="182"/>
                  </a:cubicBezTo>
                  <a:cubicBezTo>
                    <a:pt x="108" y="184"/>
                    <a:pt x="111" y="186"/>
                    <a:pt x="112" y="187"/>
                  </a:cubicBezTo>
                  <a:cubicBezTo>
                    <a:pt x="113" y="188"/>
                    <a:pt x="115" y="190"/>
                    <a:pt x="116" y="191"/>
                  </a:cubicBezTo>
                  <a:cubicBezTo>
                    <a:pt x="118" y="193"/>
                    <a:pt x="119" y="197"/>
                    <a:pt x="121" y="199"/>
                  </a:cubicBezTo>
                  <a:cubicBezTo>
                    <a:pt x="122" y="200"/>
                    <a:pt x="124" y="202"/>
                    <a:pt x="125" y="202"/>
                  </a:cubicBezTo>
                  <a:cubicBezTo>
                    <a:pt x="127" y="203"/>
                    <a:pt x="130" y="202"/>
                    <a:pt x="132" y="202"/>
                  </a:cubicBezTo>
                  <a:cubicBezTo>
                    <a:pt x="134" y="203"/>
                    <a:pt x="138" y="203"/>
                    <a:pt x="139" y="204"/>
                  </a:cubicBezTo>
                  <a:cubicBezTo>
                    <a:pt x="140" y="205"/>
                    <a:pt x="138" y="208"/>
                    <a:pt x="139" y="209"/>
                  </a:cubicBezTo>
                  <a:cubicBezTo>
                    <a:pt x="141" y="210"/>
                    <a:pt x="146" y="209"/>
                    <a:pt x="148" y="209"/>
                  </a:cubicBezTo>
                  <a:cubicBezTo>
                    <a:pt x="149" y="209"/>
                    <a:pt x="152" y="209"/>
                    <a:pt x="153" y="209"/>
                  </a:cubicBezTo>
                  <a:cubicBezTo>
                    <a:pt x="155" y="210"/>
                    <a:pt x="159" y="212"/>
                    <a:pt x="160" y="213"/>
                  </a:cubicBezTo>
                  <a:cubicBezTo>
                    <a:pt x="162" y="214"/>
                    <a:pt x="164" y="217"/>
                    <a:pt x="165" y="219"/>
                  </a:cubicBezTo>
                  <a:cubicBezTo>
                    <a:pt x="166" y="220"/>
                    <a:pt x="167" y="223"/>
                    <a:pt x="168" y="224"/>
                  </a:cubicBezTo>
                  <a:cubicBezTo>
                    <a:pt x="169" y="226"/>
                    <a:pt x="172" y="228"/>
                    <a:pt x="173" y="228"/>
                  </a:cubicBezTo>
                  <a:cubicBezTo>
                    <a:pt x="175" y="229"/>
                    <a:pt x="177" y="228"/>
                    <a:pt x="178" y="228"/>
                  </a:cubicBezTo>
                  <a:cubicBezTo>
                    <a:pt x="179" y="228"/>
                    <a:pt x="182" y="229"/>
                    <a:pt x="182" y="230"/>
                  </a:cubicBezTo>
                  <a:cubicBezTo>
                    <a:pt x="183" y="231"/>
                    <a:pt x="183" y="233"/>
                    <a:pt x="182" y="233"/>
                  </a:cubicBezTo>
                  <a:cubicBezTo>
                    <a:pt x="181" y="235"/>
                    <a:pt x="178" y="235"/>
                    <a:pt x="176" y="236"/>
                  </a:cubicBezTo>
                  <a:cubicBezTo>
                    <a:pt x="173" y="237"/>
                    <a:pt x="167" y="238"/>
                    <a:pt x="164" y="238"/>
                  </a:cubicBezTo>
                  <a:cubicBezTo>
                    <a:pt x="161" y="238"/>
                    <a:pt x="155" y="235"/>
                    <a:pt x="152" y="234"/>
                  </a:cubicBezTo>
                  <a:cubicBezTo>
                    <a:pt x="149" y="233"/>
                    <a:pt x="143" y="229"/>
                    <a:pt x="139" y="227"/>
                  </a:cubicBezTo>
                  <a:cubicBezTo>
                    <a:pt x="137" y="226"/>
                    <a:pt x="132" y="224"/>
                    <a:pt x="129" y="223"/>
                  </a:cubicBezTo>
                  <a:cubicBezTo>
                    <a:pt x="125" y="221"/>
                    <a:pt x="118" y="218"/>
                    <a:pt x="114" y="218"/>
                  </a:cubicBezTo>
                  <a:cubicBezTo>
                    <a:pt x="110" y="217"/>
                    <a:pt x="103" y="217"/>
                    <a:pt x="100" y="217"/>
                  </a:cubicBezTo>
                  <a:cubicBezTo>
                    <a:pt x="98" y="218"/>
                    <a:pt x="93" y="220"/>
                    <a:pt x="91" y="219"/>
                  </a:cubicBezTo>
                  <a:cubicBezTo>
                    <a:pt x="90" y="219"/>
                    <a:pt x="87" y="216"/>
                    <a:pt x="87" y="215"/>
                  </a:cubicBezTo>
                  <a:cubicBezTo>
                    <a:pt x="87" y="213"/>
                    <a:pt x="90" y="211"/>
                    <a:pt x="90" y="210"/>
                  </a:cubicBezTo>
                  <a:cubicBezTo>
                    <a:pt x="90" y="208"/>
                    <a:pt x="90" y="204"/>
                    <a:pt x="89" y="203"/>
                  </a:cubicBezTo>
                  <a:cubicBezTo>
                    <a:pt x="89" y="200"/>
                    <a:pt x="87" y="195"/>
                    <a:pt x="85" y="193"/>
                  </a:cubicBezTo>
                  <a:cubicBezTo>
                    <a:pt x="84" y="191"/>
                    <a:pt x="80" y="188"/>
                    <a:pt x="79" y="186"/>
                  </a:cubicBezTo>
                  <a:cubicBezTo>
                    <a:pt x="78" y="185"/>
                    <a:pt x="75" y="182"/>
                    <a:pt x="75" y="180"/>
                  </a:cubicBezTo>
                  <a:cubicBezTo>
                    <a:pt x="74" y="178"/>
                    <a:pt x="75" y="173"/>
                    <a:pt x="75" y="171"/>
                  </a:cubicBezTo>
                  <a:cubicBezTo>
                    <a:pt x="76" y="168"/>
                    <a:pt x="77" y="162"/>
                    <a:pt x="77" y="159"/>
                  </a:cubicBezTo>
                  <a:cubicBezTo>
                    <a:pt x="77" y="155"/>
                    <a:pt x="76" y="148"/>
                    <a:pt x="75" y="144"/>
                  </a:cubicBezTo>
                  <a:cubicBezTo>
                    <a:pt x="75" y="142"/>
                    <a:pt x="74" y="137"/>
                    <a:pt x="72" y="134"/>
                  </a:cubicBezTo>
                  <a:cubicBezTo>
                    <a:pt x="70" y="131"/>
                    <a:pt x="64" y="126"/>
                    <a:pt x="60" y="124"/>
                  </a:cubicBezTo>
                  <a:cubicBezTo>
                    <a:pt x="58" y="123"/>
                    <a:pt x="54" y="122"/>
                    <a:pt x="51" y="121"/>
                  </a:cubicBezTo>
                  <a:cubicBezTo>
                    <a:pt x="49" y="120"/>
                    <a:pt x="43" y="120"/>
                    <a:pt x="40" y="119"/>
                  </a:cubicBezTo>
                  <a:cubicBezTo>
                    <a:pt x="38" y="118"/>
                    <a:pt x="35" y="115"/>
                    <a:pt x="34" y="114"/>
                  </a:cubicBezTo>
                  <a:cubicBezTo>
                    <a:pt x="31" y="113"/>
                    <a:pt x="25" y="111"/>
                    <a:pt x="22" y="110"/>
                  </a:cubicBezTo>
                  <a:cubicBezTo>
                    <a:pt x="19" y="109"/>
                    <a:pt x="13" y="106"/>
                    <a:pt x="10" y="104"/>
                  </a:cubicBezTo>
                  <a:cubicBezTo>
                    <a:pt x="7" y="103"/>
                    <a:pt x="3" y="101"/>
                    <a:pt x="0" y="99"/>
                  </a:cubicBezTo>
                  <a:cubicBezTo>
                    <a:pt x="1" y="97"/>
                    <a:pt x="3" y="94"/>
                    <a:pt x="4" y="93"/>
                  </a:cubicBezTo>
                  <a:cubicBezTo>
                    <a:pt x="6" y="89"/>
                    <a:pt x="12" y="82"/>
                    <a:pt x="14" y="79"/>
                  </a:cubicBezTo>
                  <a:cubicBezTo>
                    <a:pt x="16" y="76"/>
                    <a:pt x="18" y="71"/>
                    <a:pt x="20" y="68"/>
                  </a:cubicBezTo>
                  <a:cubicBezTo>
                    <a:pt x="21" y="65"/>
                    <a:pt x="25" y="60"/>
                    <a:pt x="27" y="58"/>
                  </a:cubicBezTo>
                  <a:cubicBezTo>
                    <a:pt x="29" y="57"/>
                    <a:pt x="32" y="56"/>
                    <a:pt x="33" y="56"/>
                  </a:cubicBezTo>
                  <a:cubicBezTo>
                    <a:pt x="35" y="56"/>
                    <a:pt x="38" y="56"/>
                    <a:pt x="40" y="56"/>
                  </a:cubicBezTo>
                  <a:cubicBezTo>
                    <a:pt x="42" y="56"/>
                    <a:pt x="44" y="55"/>
                    <a:pt x="45" y="54"/>
                  </a:cubicBezTo>
                  <a:cubicBezTo>
                    <a:pt x="47" y="53"/>
                    <a:pt x="47" y="49"/>
                    <a:pt x="48" y="48"/>
                  </a:cubicBezTo>
                  <a:cubicBezTo>
                    <a:pt x="49" y="46"/>
                    <a:pt x="52" y="45"/>
                    <a:pt x="54" y="43"/>
                  </a:cubicBezTo>
                  <a:cubicBezTo>
                    <a:pt x="57" y="41"/>
                    <a:pt x="65" y="36"/>
                    <a:pt x="69" y="34"/>
                  </a:cubicBezTo>
                  <a:cubicBezTo>
                    <a:pt x="72" y="32"/>
                    <a:pt x="78" y="28"/>
                    <a:pt x="81" y="26"/>
                  </a:cubicBezTo>
                  <a:cubicBezTo>
                    <a:pt x="83" y="25"/>
                    <a:pt x="89" y="23"/>
                    <a:pt x="91" y="22"/>
                  </a:cubicBezTo>
                  <a:cubicBezTo>
                    <a:pt x="94" y="22"/>
                    <a:pt x="98" y="21"/>
                    <a:pt x="101" y="20"/>
                  </a:cubicBezTo>
                  <a:cubicBezTo>
                    <a:pt x="103" y="20"/>
                    <a:pt x="107" y="17"/>
                    <a:pt x="109" y="16"/>
                  </a:cubicBezTo>
                  <a:cubicBezTo>
                    <a:pt x="110" y="16"/>
                    <a:pt x="112" y="16"/>
                    <a:pt x="113" y="16"/>
                  </a:cubicBezTo>
                  <a:cubicBezTo>
                    <a:pt x="115" y="17"/>
                    <a:pt x="118" y="19"/>
                    <a:pt x="120" y="19"/>
                  </a:cubicBezTo>
                  <a:cubicBezTo>
                    <a:pt x="122" y="19"/>
                    <a:pt x="125" y="19"/>
                    <a:pt x="127" y="19"/>
                  </a:cubicBezTo>
                  <a:cubicBezTo>
                    <a:pt x="129" y="18"/>
                    <a:pt x="133" y="17"/>
                    <a:pt x="135" y="16"/>
                  </a:cubicBezTo>
                  <a:cubicBezTo>
                    <a:pt x="137" y="16"/>
                    <a:pt x="141" y="16"/>
                    <a:pt x="143" y="16"/>
                  </a:cubicBezTo>
                  <a:cubicBezTo>
                    <a:pt x="146" y="16"/>
                    <a:pt x="150" y="18"/>
                    <a:pt x="153" y="18"/>
                  </a:cubicBezTo>
                  <a:cubicBezTo>
                    <a:pt x="155" y="18"/>
                    <a:pt x="158" y="17"/>
                    <a:pt x="160" y="16"/>
                  </a:cubicBezTo>
                  <a:cubicBezTo>
                    <a:pt x="162" y="16"/>
                    <a:pt x="166" y="14"/>
                    <a:pt x="168" y="13"/>
                  </a:cubicBezTo>
                  <a:cubicBezTo>
                    <a:pt x="169" y="12"/>
                    <a:pt x="173" y="10"/>
                    <a:pt x="174" y="9"/>
                  </a:cubicBezTo>
                  <a:cubicBezTo>
                    <a:pt x="175" y="8"/>
                    <a:pt x="176" y="6"/>
                    <a:pt x="177" y="5"/>
                  </a:cubicBezTo>
                  <a:cubicBezTo>
                    <a:pt x="179" y="5"/>
                    <a:pt x="182" y="5"/>
                    <a:pt x="183" y="4"/>
                  </a:cubicBezTo>
                  <a:cubicBezTo>
                    <a:pt x="184" y="4"/>
                    <a:pt x="187" y="1"/>
                    <a:pt x="188" y="0"/>
                  </a:cubicBezTo>
                  <a:cubicBezTo>
                    <a:pt x="189" y="0"/>
                    <a:pt x="189" y="1"/>
                    <a:pt x="189" y="1"/>
                  </a:cubicBezTo>
                  <a:cubicBezTo>
                    <a:pt x="189" y="2"/>
                    <a:pt x="189" y="3"/>
                    <a:pt x="189" y="4"/>
                  </a:cubicBezTo>
                  <a:cubicBezTo>
                    <a:pt x="189" y="5"/>
                    <a:pt x="190" y="8"/>
                    <a:pt x="191" y="9"/>
                  </a:cubicBezTo>
                  <a:cubicBezTo>
                    <a:pt x="192" y="10"/>
                    <a:pt x="195" y="10"/>
                    <a:pt x="196" y="11"/>
                  </a:cubicBezTo>
                  <a:cubicBezTo>
                    <a:pt x="198" y="11"/>
                    <a:pt x="200" y="12"/>
                    <a:pt x="201" y="13"/>
                  </a:cubicBezTo>
                  <a:cubicBezTo>
                    <a:pt x="202" y="14"/>
                    <a:pt x="204" y="17"/>
                    <a:pt x="205" y="18"/>
                  </a:cubicBezTo>
                  <a:cubicBezTo>
                    <a:pt x="207" y="19"/>
                    <a:pt x="211" y="21"/>
                    <a:pt x="213" y="22"/>
                  </a:cubicBezTo>
                  <a:cubicBezTo>
                    <a:pt x="214" y="22"/>
                    <a:pt x="217" y="22"/>
                    <a:pt x="218" y="23"/>
                  </a:cubicBezTo>
                  <a:cubicBezTo>
                    <a:pt x="219" y="23"/>
                    <a:pt x="220" y="26"/>
                    <a:pt x="221" y="27"/>
                  </a:cubicBezTo>
                  <a:cubicBezTo>
                    <a:pt x="222" y="27"/>
                    <a:pt x="225" y="27"/>
                    <a:pt x="226" y="28"/>
                  </a:cubicBezTo>
                  <a:cubicBezTo>
                    <a:pt x="226" y="29"/>
                    <a:pt x="227" y="31"/>
                    <a:pt x="227" y="32"/>
                  </a:cubicBezTo>
                  <a:cubicBezTo>
                    <a:pt x="227" y="34"/>
                    <a:pt x="227" y="36"/>
                    <a:pt x="226" y="37"/>
                  </a:cubicBezTo>
                  <a:cubicBezTo>
                    <a:pt x="225" y="39"/>
                    <a:pt x="222" y="39"/>
                    <a:pt x="220" y="38"/>
                  </a:cubicBezTo>
                  <a:cubicBezTo>
                    <a:pt x="219" y="38"/>
                    <a:pt x="218" y="38"/>
                    <a:pt x="218" y="38"/>
                  </a:cubicBezTo>
                  <a:cubicBezTo>
                    <a:pt x="217" y="37"/>
                    <a:pt x="214" y="36"/>
                    <a:pt x="213" y="35"/>
                  </a:cubicBezTo>
                  <a:cubicBezTo>
                    <a:pt x="212" y="35"/>
                    <a:pt x="210" y="35"/>
                    <a:pt x="209" y="35"/>
                  </a:cubicBezTo>
                  <a:cubicBezTo>
                    <a:pt x="207" y="36"/>
                    <a:pt x="206" y="38"/>
                    <a:pt x="205" y="39"/>
                  </a:cubicBezTo>
                  <a:cubicBezTo>
                    <a:pt x="204" y="39"/>
                    <a:pt x="203" y="42"/>
                    <a:pt x="202" y="43"/>
                  </a:cubicBezTo>
                  <a:cubicBezTo>
                    <a:pt x="202" y="45"/>
                    <a:pt x="201" y="51"/>
                    <a:pt x="202" y="54"/>
                  </a:cubicBezTo>
                  <a:cubicBezTo>
                    <a:pt x="202" y="55"/>
                    <a:pt x="203" y="59"/>
                    <a:pt x="204" y="61"/>
                  </a:cubicBezTo>
                  <a:cubicBezTo>
                    <a:pt x="205" y="62"/>
                    <a:pt x="209" y="63"/>
                    <a:pt x="210" y="65"/>
                  </a:cubicBezTo>
                  <a:cubicBezTo>
                    <a:pt x="212" y="66"/>
                    <a:pt x="213" y="70"/>
                    <a:pt x="214" y="72"/>
                  </a:cubicBezTo>
                  <a:cubicBezTo>
                    <a:pt x="215" y="73"/>
                    <a:pt x="218" y="74"/>
                    <a:pt x="219" y="75"/>
                  </a:cubicBezTo>
                  <a:cubicBezTo>
                    <a:pt x="221" y="76"/>
                    <a:pt x="225" y="79"/>
                    <a:pt x="228" y="80"/>
                  </a:cubicBezTo>
                  <a:cubicBezTo>
                    <a:pt x="229" y="80"/>
                    <a:pt x="233" y="82"/>
                    <a:pt x="235" y="82"/>
                  </a:cubicBezTo>
                  <a:cubicBezTo>
                    <a:pt x="237" y="82"/>
                    <a:pt x="241" y="82"/>
                    <a:pt x="243" y="81"/>
                  </a:cubicBezTo>
                  <a:cubicBezTo>
                    <a:pt x="245" y="81"/>
                    <a:pt x="248" y="82"/>
                    <a:pt x="249" y="81"/>
                  </a:cubicBezTo>
                  <a:cubicBezTo>
                    <a:pt x="250" y="80"/>
                    <a:pt x="250" y="77"/>
                    <a:pt x="250" y="76"/>
                  </a:cubicBezTo>
                  <a:cubicBezTo>
                    <a:pt x="251" y="75"/>
                    <a:pt x="251" y="72"/>
                    <a:pt x="251" y="71"/>
                  </a:cubicBezTo>
                  <a:cubicBezTo>
                    <a:pt x="250" y="70"/>
                    <a:pt x="249" y="67"/>
                    <a:pt x="249" y="66"/>
                  </a:cubicBezTo>
                  <a:cubicBezTo>
                    <a:pt x="248" y="65"/>
                    <a:pt x="249" y="62"/>
                    <a:pt x="249" y="61"/>
                  </a:cubicBezTo>
                  <a:cubicBezTo>
                    <a:pt x="249" y="60"/>
                    <a:pt x="251" y="58"/>
                    <a:pt x="252" y="58"/>
                  </a:cubicBezTo>
                  <a:cubicBezTo>
                    <a:pt x="253" y="58"/>
                    <a:pt x="254" y="60"/>
                    <a:pt x="255" y="61"/>
                  </a:cubicBezTo>
                  <a:cubicBezTo>
                    <a:pt x="256" y="63"/>
                    <a:pt x="258" y="67"/>
                    <a:pt x="258" y="68"/>
                  </a:cubicBezTo>
                  <a:cubicBezTo>
                    <a:pt x="259" y="71"/>
                    <a:pt x="259" y="76"/>
                    <a:pt x="260" y="79"/>
                  </a:cubicBezTo>
                  <a:cubicBezTo>
                    <a:pt x="261" y="80"/>
                    <a:pt x="263" y="83"/>
                    <a:pt x="264" y="85"/>
                  </a:cubicBezTo>
                  <a:cubicBezTo>
                    <a:pt x="265" y="85"/>
                    <a:pt x="265" y="85"/>
                    <a:pt x="266" y="8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91"/>
            <p:cNvSpPr>
              <a:spLocks/>
            </p:cNvSpPr>
            <p:nvPr/>
          </p:nvSpPr>
          <p:spPr bwMode="auto">
            <a:xfrm>
              <a:off x="2022476" y="1595438"/>
              <a:ext cx="449263" cy="341313"/>
            </a:xfrm>
            <a:custGeom>
              <a:avLst/>
              <a:gdLst/>
              <a:ahLst/>
              <a:cxnLst>
                <a:cxn ang="0">
                  <a:pos x="1" y="85"/>
                </a:cxn>
                <a:cxn ang="0">
                  <a:pos x="5" y="66"/>
                </a:cxn>
                <a:cxn ang="0">
                  <a:pos x="19" y="53"/>
                </a:cxn>
                <a:cxn ang="0">
                  <a:pos x="31" y="46"/>
                </a:cxn>
                <a:cxn ang="0">
                  <a:pos x="40" y="56"/>
                </a:cxn>
                <a:cxn ang="0">
                  <a:pos x="56" y="62"/>
                </a:cxn>
                <a:cxn ang="0">
                  <a:pos x="73" y="60"/>
                </a:cxn>
                <a:cxn ang="0">
                  <a:pos x="95" y="63"/>
                </a:cxn>
                <a:cxn ang="0">
                  <a:pos x="113" y="55"/>
                </a:cxn>
                <a:cxn ang="0">
                  <a:pos x="122" y="46"/>
                </a:cxn>
                <a:cxn ang="0">
                  <a:pos x="142" y="48"/>
                </a:cxn>
                <a:cxn ang="0">
                  <a:pos x="152" y="33"/>
                </a:cxn>
                <a:cxn ang="0">
                  <a:pos x="156" y="15"/>
                </a:cxn>
                <a:cxn ang="0">
                  <a:pos x="170" y="1"/>
                </a:cxn>
                <a:cxn ang="0">
                  <a:pos x="186" y="0"/>
                </a:cxn>
                <a:cxn ang="0">
                  <a:pos x="196" y="10"/>
                </a:cxn>
                <a:cxn ang="0">
                  <a:pos x="212" y="26"/>
                </a:cxn>
                <a:cxn ang="0">
                  <a:pos x="214" y="40"/>
                </a:cxn>
                <a:cxn ang="0">
                  <a:pos x="232" y="49"/>
                </a:cxn>
                <a:cxn ang="0">
                  <a:pos x="258" y="66"/>
                </a:cxn>
                <a:cxn ang="0">
                  <a:pos x="286" y="76"/>
                </a:cxn>
                <a:cxn ang="0">
                  <a:pos x="290" y="82"/>
                </a:cxn>
                <a:cxn ang="0">
                  <a:pos x="276" y="99"/>
                </a:cxn>
                <a:cxn ang="0">
                  <a:pos x="282" y="111"/>
                </a:cxn>
                <a:cxn ang="0">
                  <a:pos x="293" y="124"/>
                </a:cxn>
                <a:cxn ang="0">
                  <a:pos x="282" y="129"/>
                </a:cxn>
                <a:cxn ang="0">
                  <a:pos x="273" y="137"/>
                </a:cxn>
                <a:cxn ang="0">
                  <a:pos x="258" y="142"/>
                </a:cxn>
                <a:cxn ang="0">
                  <a:pos x="240" y="140"/>
                </a:cxn>
                <a:cxn ang="0">
                  <a:pos x="225" y="143"/>
                </a:cxn>
                <a:cxn ang="0">
                  <a:pos x="214" y="140"/>
                </a:cxn>
                <a:cxn ang="0">
                  <a:pos x="196" y="146"/>
                </a:cxn>
                <a:cxn ang="0">
                  <a:pos x="174" y="158"/>
                </a:cxn>
                <a:cxn ang="0">
                  <a:pos x="153" y="172"/>
                </a:cxn>
                <a:cxn ang="0">
                  <a:pos x="145" y="180"/>
                </a:cxn>
                <a:cxn ang="0">
                  <a:pos x="132" y="182"/>
                </a:cxn>
                <a:cxn ang="0">
                  <a:pos x="119" y="203"/>
                </a:cxn>
                <a:cxn ang="0">
                  <a:pos x="105" y="223"/>
                </a:cxn>
                <a:cxn ang="0">
                  <a:pos x="95" y="213"/>
                </a:cxn>
                <a:cxn ang="0">
                  <a:pos x="79" y="200"/>
                </a:cxn>
                <a:cxn ang="0">
                  <a:pos x="70" y="192"/>
                </a:cxn>
                <a:cxn ang="0">
                  <a:pos x="63" y="180"/>
                </a:cxn>
                <a:cxn ang="0">
                  <a:pos x="58" y="172"/>
                </a:cxn>
                <a:cxn ang="0">
                  <a:pos x="53" y="166"/>
                </a:cxn>
                <a:cxn ang="0">
                  <a:pos x="61" y="161"/>
                </a:cxn>
                <a:cxn ang="0">
                  <a:pos x="79" y="158"/>
                </a:cxn>
                <a:cxn ang="0">
                  <a:pos x="96" y="147"/>
                </a:cxn>
                <a:cxn ang="0">
                  <a:pos x="86" y="135"/>
                </a:cxn>
                <a:cxn ang="0">
                  <a:pos x="88" y="126"/>
                </a:cxn>
                <a:cxn ang="0">
                  <a:pos x="77" y="118"/>
                </a:cxn>
                <a:cxn ang="0">
                  <a:pos x="65" y="125"/>
                </a:cxn>
                <a:cxn ang="0">
                  <a:pos x="53" y="137"/>
                </a:cxn>
                <a:cxn ang="0">
                  <a:pos x="31" y="142"/>
                </a:cxn>
                <a:cxn ang="0">
                  <a:pos x="31" y="150"/>
                </a:cxn>
                <a:cxn ang="0">
                  <a:pos x="28" y="157"/>
                </a:cxn>
                <a:cxn ang="0">
                  <a:pos x="20" y="154"/>
                </a:cxn>
                <a:cxn ang="0">
                  <a:pos x="20" y="136"/>
                </a:cxn>
                <a:cxn ang="0">
                  <a:pos x="9" y="107"/>
                </a:cxn>
                <a:cxn ang="0">
                  <a:pos x="2" y="90"/>
                </a:cxn>
              </a:cxnLst>
              <a:rect l="0" t="0" r="r" b="b"/>
              <a:pathLst>
                <a:path w="294" h="223">
                  <a:moveTo>
                    <a:pt x="2" y="90"/>
                  </a:moveTo>
                  <a:cubicBezTo>
                    <a:pt x="2" y="88"/>
                    <a:pt x="1" y="86"/>
                    <a:pt x="1" y="85"/>
                  </a:cubicBezTo>
                  <a:cubicBezTo>
                    <a:pt x="1" y="82"/>
                    <a:pt x="0" y="77"/>
                    <a:pt x="1" y="75"/>
                  </a:cubicBezTo>
                  <a:cubicBezTo>
                    <a:pt x="1" y="73"/>
                    <a:pt x="3" y="68"/>
                    <a:pt x="5" y="66"/>
                  </a:cubicBezTo>
                  <a:cubicBezTo>
                    <a:pt x="6" y="63"/>
                    <a:pt x="10" y="58"/>
                    <a:pt x="12" y="56"/>
                  </a:cubicBezTo>
                  <a:cubicBezTo>
                    <a:pt x="14" y="55"/>
                    <a:pt x="17" y="54"/>
                    <a:pt x="19" y="53"/>
                  </a:cubicBezTo>
                  <a:cubicBezTo>
                    <a:pt x="21" y="52"/>
                    <a:pt x="24" y="50"/>
                    <a:pt x="25" y="49"/>
                  </a:cubicBezTo>
                  <a:cubicBezTo>
                    <a:pt x="26" y="49"/>
                    <a:pt x="29" y="47"/>
                    <a:pt x="31" y="46"/>
                  </a:cubicBezTo>
                  <a:cubicBezTo>
                    <a:pt x="32" y="47"/>
                    <a:pt x="33" y="48"/>
                    <a:pt x="33" y="48"/>
                  </a:cubicBezTo>
                  <a:cubicBezTo>
                    <a:pt x="35" y="50"/>
                    <a:pt x="38" y="54"/>
                    <a:pt x="40" y="56"/>
                  </a:cubicBezTo>
                  <a:cubicBezTo>
                    <a:pt x="41" y="58"/>
                    <a:pt x="44" y="61"/>
                    <a:pt x="46" y="62"/>
                  </a:cubicBezTo>
                  <a:cubicBezTo>
                    <a:pt x="48" y="63"/>
                    <a:pt x="53" y="63"/>
                    <a:pt x="56" y="62"/>
                  </a:cubicBezTo>
                  <a:cubicBezTo>
                    <a:pt x="57" y="62"/>
                    <a:pt x="59" y="60"/>
                    <a:pt x="60" y="60"/>
                  </a:cubicBezTo>
                  <a:cubicBezTo>
                    <a:pt x="63" y="59"/>
                    <a:pt x="70" y="60"/>
                    <a:pt x="73" y="60"/>
                  </a:cubicBezTo>
                  <a:cubicBezTo>
                    <a:pt x="76" y="60"/>
                    <a:pt x="82" y="60"/>
                    <a:pt x="84" y="60"/>
                  </a:cubicBezTo>
                  <a:cubicBezTo>
                    <a:pt x="87" y="61"/>
                    <a:pt x="92" y="63"/>
                    <a:pt x="95" y="63"/>
                  </a:cubicBezTo>
                  <a:cubicBezTo>
                    <a:pt x="97" y="64"/>
                    <a:pt x="103" y="64"/>
                    <a:pt x="105" y="63"/>
                  </a:cubicBezTo>
                  <a:cubicBezTo>
                    <a:pt x="108" y="62"/>
                    <a:pt x="111" y="57"/>
                    <a:pt x="113" y="55"/>
                  </a:cubicBezTo>
                  <a:cubicBezTo>
                    <a:pt x="114" y="54"/>
                    <a:pt x="117" y="51"/>
                    <a:pt x="118" y="50"/>
                  </a:cubicBezTo>
                  <a:cubicBezTo>
                    <a:pt x="119" y="49"/>
                    <a:pt x="121" y="47"/>
                    <a:pt x="122" y="46"/>
                  </a:cubicBezTo>
                  <a:cubicBezTo>
                    <a:pt x="125" y="45"/>
                    <a:pt x="131" y="46"/>
                    <a:pt x="133" y="46"/>
                  </a:cubicBezTo>
                  <a:cubicBezTo>
                    <a:pt x="136" y="46"/>
                    <a:pt x="140" y="48"/>
                    <a:pt x="142" y="48"/>
                  </a:cubicBezTo>
                  <a:cubicBezTo>
                    <a:pt x="144" y="48"/>
                    <a:pt x="148" y="45"/>
                    <a:pt x="149" y="43"/>
                  </a:cubicBezTo>
                  <a:cubicBezTo>
                    <a:pt x="151" y="41"/>
                    <a:pt x="151" y="36"/>
                    <a:pt x="152" y="33"/>
                  </a:cubicBezTo>
                  <a:cubicBezTo>
                    <a:pt x="152" y="31"/>
                    <a:pt x="152" y="26"/>
                    <a:pt x="152" y="24"/>
                  </a:cubicBezTo>
                  <a:cubicBezTo>
                    <a:pt x="153" y="22"/>
                    <a:pt x="155" y="17"/>
                    <a:pt x="156" y="15"/>
                  </a:cubicBezTo>
                  <a:cubicBezTo>
                    <a:pt x="157" y="13"/>
                    <a:pt x="160" y="9"/>
                    <a:pt x="161" y="7"/>
                  </a:cubicBezTo>
                  <a:cubicBezTo>
                    <a:pt x="163" y="5"/>
                    <a:pt x="168" y="2"/>
                    <a:pt x="170" y="1"/>
                  </a:cubicBezTo>
                  <a:cubicBezTo>
                    <a:pt x="173" y="0"/>
                    <a:pt x="178" y="0"/>
                    <a:pt x="180" y="0"/>
                  </a:cubicBezTo>
                  <a:cubicBezTo>
                    <a:pt x="181" y="0"/>
                    <a:pt x="184" y="0"/>
                    <a:pt x="186" y="0"/>
                  </a:cubicBezTo>
                  <a:cubicBezTo>
                    <a:pt x="187" y="1"/>
                    <a:pt x="187" y="2"/>
                    <a:pt x="188" y="2"/>
                  </a:cubicBezTo>
                  <a:cubicBezTo>
                    <a:pt x="190" y="4"/>
                    <a:pt x="194" y="8"/>
                    <a:pt x="196" y="10"/>
                  </a:cubicBezTo>
                  <a:cubicBezTo>
                    <a:pt x="199" y="12"/>
                    <a:pt x="206" y="15"/>
                    <a:pt x="208" y="18"/>
                  </a:cubicBezTo>
                  <a:cubicBezTo>
                    <a:pt x="210" y="20"/>
                    <a:pt x="211" y="24"/>
                    <a:pt x="212" y="26"/>
                  </a:cubicBezTo>
                  <a:cubicBezTo>
                    <a:pt x="212" y="27"/>
                    <a:pt x="211" y="31"/>
                    <a:pt x="212" y="33"/>
                  </a:cubicBezTo>
                  <a:cubicBezTo>
                    <a:pt x="212" y="35"/>
                    <a:pt x="213" y="39"/>
                    <a:pt x="214" y="40"/>
                  </a:cubicBezTo>
                  <a:cubicBezTo>
                    <a:pt x="215" y="42"/>
                    <a:pt x="220" y="44"/>
                    <a:pt x="222" y="46"/>
                  </a:cubicBezTo>
                  <a:cubicBezTo>
                    <a:pt x="225" y="47"/>
                    <a:pt x="229" y="48"/>
                    <a:pt x="232" y="49"/>
                  </a:cubicBezTo>
                  <a:cubicBezTo>
                    <a:pt x="236" y="51"/>
                    <a:pt x="244" y="53"/>
                    <a:pt x="248" y="56"/>
                  </a:cubicBezTo>
                  <a:cubicBezTo>
                    <a:pt x="251" y="58"/>
                    <a:pt x="255" y="64"/>
                    <a:pt x="258" y="66"/>
                  </a:cubicBezTo>
                  <a:cubicBezTo>
                    <a:pt x="262" y="69"/>
                    <a:pt x="270" y="73"/>
                    <a:pt x="274" y="74"/>
                  </a:cubicBezTo>
                  <a:cubicBezTo>
                    <a:pt x="277" y="75"/>
                    <a:pt x="283" y="75"/>
                    <a:pt x="286" y="76"/>
                  </a:cubicBezTo>
                  <a:cubicBezTo>
                    <a:pt x="287" y="76"/>
                    <a:pt x="291" y="77"/>
                    <a:pt x="294" y="78"/>
                  </a:cubicBezTo>
                  <a:cubicBezTo>
                    <a:pt x="292" y="80"/>
                    <a:pt x="291" y="81"/>
                    <a:pt x="290" y="82"/>
                  </a:cubicBezTo>
                  <a:cubicBezTo>
                    <a:pt x="288" y="84"/>
                    <a:pt x="285" y="89"/>
                    <a:pt x="283" y="91"/>
                  </a:cubicBezTo>
                  <a:cubicBezTo>
                    <a:pt x="281" y="93"/>
                    <a:pt x="277" y="96"/>
                    <a:pt x="276" y="99"/>
                  </a:cubicBezTo>
                  <a:cubicBezTo>
                    <a:pt x="276" y="101"/>
                    <a:pt x="277" y="104"/>
                    <a:pt x="278" y="105"/>
                  </a:cubicBezTo>
                  <a:cubicBezTo>
                    <a:pt x="278" y="107"/>
                    <a:pt x="281" y="110"/>
                    <a:pt x="282" y="111"/>
                  </a:cubicBezTo>
                  <a:cubicBezTo>
                    <a:pt x="283" y="113"/>
                    <a:pt x="288" y="116"/>
                    <a:pt x="289" y="118"/>
                  </a:cubicBezTo>
                  <a:cubicBezTo>
                    <a:pt x="290" y="119"/>
                    <a:pt x="292" y="122"/>
                    <a:pt x="293" y="124"/>
                  </a:cubicBezTo>
                  <a:cubicBezTo>
                    <a:pt x="292" y="125"/>
                    <a:pt x="289" y="128"/>
                    <a:pt x="288" y="128"/>
                  </a:cubicBezTo>
                  <a:cubicBezTo>
                    <a:pt x="287" y="129"/>
                    <a:pt x="284" y="129"/>
                    <a:pt x="282" y="129"/>
                  </a:cubicBezTo>
                  <a:cubicBezTo>
                    <a:pt x="281" y="130"/>
                    <a:pt x="280" y="132"/>
                    <a:pt x="279" y="133"/>
                  </a:cubicBezTo>
                  <a:cubicBezTo>
                    <a:pt x="278" y="134"/>
                    <a:pt x="274" y="136"/>
                    <a:pt x="273" y="137"/>
                  </a:cubicBezTo>
                  <a:cubicBezTo>
                    <a:pt x="271" y="138"/>
                    <a:pt x="267" y="140"/>
                    <a:pt x="265" y="140"/>
                  </a:cubicBezTo>
                  <a:cubicBezTo>
                    <a:pt x="263" y="141"/>
                    <a:pt x="260" y="142"/>
                    <a:pt x="258" y="142"/>
                  </a:cubicBezTo>
                  <a:cubicBezTo>
                    <a:pt x="255" y="142"/>
                    <a:pt x="251" y="140"/>
                    <a:pt x="248" y="140"/>
                  </a:cubicBezTo>
                  <a:cubicBezTo>
                    <a:pt x="246" y="140"/>
                    <a:pt x="242" y="140"/>
                    <a:pt x="240" y="140"/>
                  </a:cubicBezTo>
                  <a:cubicBezTo>
                    <a:pt x="238" y="141"/>
                    <a:pt x="234" y="142"/>
                    <a:pt x="232" y="143"/>
                  </a:cubicBezTo>
                  <a:cubicBezTo>
                    <a:pt x="230" y="143"/>
                    <a:pt x="227" y="143"/>
                    <a:pt x="225" y="143"/>
                  </a:cubicBezTo>
                  <a:cubicBezTo>
                    <a:pt x="223" y="143"/>
                    <a:pt x="220" y="141"/>
                    <a:pt x="218" y="140"/>
                  </a:cubicBezTo>
                  <a:cubicBezTo>
                    <a:pt x="217" y="140"/>
                    <a:pt x="215" y="140"/>
                    <a:pt x="214" y="140"/>
                  </a:cubicBezTo>
                  <a:cubicBezTo>
                    <a:pt x="212" y="141"/>
                    <a:pt x="208" y="144"/>
                    <a:pt x="206" y="144"/>
                  </a:cubicBezTo>
                  <a:cubicBezTo>
                    <a:pt x="203" y="145"/>
                    <a:pt x="199" y="146"/>
                    <a:pt x="196" y="146"/>
                  </a:cubicBezTo>
                  <a:cubicBezTo>
                    <a:pt x="194" y="147"/>
                    <a:pt x="188" y="149"/>
                    <a:pt x="186" y="150"/>
                  </a:cubicBezTo>
                  <a:cubicBezTo>
                    <a:pt x="183" y="152"/>
                    <a:pt x="177" y="156"/>
                    <a:pt x="174" y="158"/>
                  </a:cubicBezTo>
                  <a:cubicBezTo>
                    <a:pt x="170" y="160"/>
                    <a:pt x="162" y="165"/>
                    <a:pt x="159" y="167"/>
                  </a:cubicBezTo>
                  <a:cubicBezTo>
                    <a:pt x="157" y="169"/>
                    <a:pt x="154" y="170"/>
                    <a:pt x="153" y="172"/>
                  </a:cubicBezTo>
                  <a:cubicBezTo>
                    <a:pt x="152" y="173"/>
                    <a:pt x="152" y="177"/>
                    <a:pt x="150" y="178"/>
                  </a:cubicBezTo>
                  <a:cubicBezTo>
                    <a:pt x="149" y="179"/>
                    <a:pt x="147" y="180"/>
                    <a:pt x="145" y="180"/>
                  </a:cubicBezTo>
                  <a:cubicBezTo>
                    <a:pt x="143" y="180"/>
                    <a:pt x="140" y="180"/>
                    <a:pt x="138" y="180"/>
                  </a:cubicBezTo>
                  <a:cubicBezTo>
                    <a:pt x="137" y="180"/>
                    <a:pt x="134" y="181"/>
                    <a:pt x="132" y="182"/>
                  </a:cubicBezTo>
                  <a:cubicBezTo>
                    <a:pt x="130" y="184"/>
                    <a:pt x="126" y="189"/>
                    <a:pt x="125" y="192"/>
                  </a:cubicBezTo>
                  <a:cubicBezTo>
                    <a:pt x="123" y="195"/>
                    <a:pt x="121" y="200"/>
                    <a:pt x="119" y="203"/>
                  </a:cubicBezTo>
                  <a:cubicBezTo>
                    <a:pt x="117" y="206"/>
                    <a:pt x="111" y="213"/>
                    <a:pt x="109" y="217"/>
                  </a:cubicBezTo>
                  <a:cubicBezTo>
                    <a:pt x="108" y="218"/>
                    <a:pt x="106" y="221"/>
                    <a:pt x="105" y="223"/>
                  </a:cubicBezTo>
                  <a:cubicBezTo>
                    <a:pt x="104" y="223"/>
                    <a:pt x="104" y="222"/>
                    <a:pt x="103" y="222"/>
                  </a:cubicBezTo>
                  <a:cubicBezTo>
                    <a:pt x="101" y="220"/>
                    <a:pt x="97" y="215"/>
                    <a:pt x="95" y="213"/>
                  </a:cubicBezTo>
                  <a:cubicBezTo>
                    <a:pt x="92" y="211"/>
                    <a:pt x="87" y="206"/>
                    <a:pt x="84" y="204"/>
                  </a:cubicBezTo>
                  <a:cubicBezTo>
                    <a:pt x="83" y="203"/>
                    <a:pt x="80" y="201"/>
                    <a:pt x="79" y="200"/>
                  </a:cubicBezTo>
                  <a:cubicBezTo>
                    <a:pt x="77" y="200"/>
                    <a:pt x="74" y="200"/>
                    <a:pt x="73" y="199"/>
                  </a:cubicBezTo>
                  <a:cubicBezTo>
                    <a:pt x="71" y="198"/>
                    <a:pt x="71" y="194"/>
                    <a:pt x="70" y="192"/>
                  </a:cubicBezTo>
                  <a:cubicBezTo>
                    <a:pt x="69" y="190"/>
                    <a:pt x="67" y="188"/>
                    <a:pt x="66" y="187"/>
                  </a:cubicBezTo>
                  <a:cubicBezTo>
                    <a:pt x="65" y="185"/>
                    <a:pt x="63" y="182"/>
                    <a:pt x="63" y="180"/>
                  </a:cubicBezTo>
                  <a:cubicBezTo>
                    <a:pt x="62" y="179"/>
                    <a:pt x="63" y="176"/>
                    <a:pt x="62" y="174"/>
                  </a:cubicBezTo>
                  <a:cubicBezTo>
                    <a:pt x="61" y="173"/>
                    <a:pt x="59" y="172"/>
                    <a:pt x="58" y="172"/>
                  </a:cubicBezTo>
                  <a:cubicBezTo>
                    <a:pt x="57" y="171"/>
                    <a:pt x="55" y="170"/>
                    <a:pt x="55" y="170"/>
                  </a:cubicBezTo>
                  <a:cubicBezTo>
                    <a:pt x="54" y="169"/>
                    <a:pt x="53" y="167"/>
                    <a:pt x="53" y="166"/>
                  </a:cubicBezTo>
                  <a:cubicBezTo>
                    <a:pt x="53" y="165"/>
                    <a:pt x="54" y="163"/>
                    <a:pt x="54" y="163"/>
                  </a:cubicBezTo>
                  <a:cubicBezTo>
                    <a:pt x="55" y="161"/>
                    <a:pt x="59" y="161"/>
                    <a:pt x="61" y="161"/>
                  </a:cubicBezTo>
                  <a:cubicBezTo>
                    <a:pt x="63" y="160"/>
                    <a:pt x="69" y="161"/>
                    <a:pt x="71" y="161"/>
                  </a:cubicBezTo>
                  <a:cubicBezTo>
                    <a:pt x="73" y="160"/>
                    <a:pt x="77" y="159"/>
                    <a:pt x="79" y="158"/>
                  </a:cubicBezTo>
                  <a:cubicBezTo>
                    <a:pt x="82" y="157"/>
                    <a:pt x="89" y="154"/>
                    <a:pt x="91" y="153"/>
                  </a:cubicBezTo>
                  <a:cubicBezTo>
                    <a:pt x="93" y="151"/>
                    <a:pt x="96" y="149"/>
                    <a:pt x="96" y="147"/>
                  </a:cubicBezTo>
                  <a:cubicBezTo>
                    <a:pt x="96" y="146"/>
                    <a:pt x="94" y="143"/>
                    <a:pt x="93" y="142"/>
                  </a:cubicBezTo>
                  <a:cubicBezTo>
                    <a:pt x="92" y="140"/>
                    <a:pt x="87" y="138"/>
                    <a:pt x="86" y="135"/>
                  </a:cubicBezTo>
                  <a:cubicBezTo>
                    <a:pt x="85" y="134"/>
                    <a:pt x="84" y="130"/>
                    <a:pt x="85" y="129"/>
                  </a:cubicBezTo>
                  <a:cubicBezTo>
                    <a:pt x="85" y="128"/>
                    <a:pt x="88" y="127"/>
                    <a:pt x="88" y="126"/>
                  </a:cubicBezTo>
                  <a:cubicBezTo>
                    <a:pt x="88" y="124"/>
                    <a:pt x="86" y="122"/>
                    <a:pt x="85" y="121"/>
                  </a:cubicBezTo>
                  <a:cubicBezTo>
                    <a:pt x="83" y="120"/>
                    <a:pt x="79" y="118"/>
                    <a:pt x="77" y="118"/>
                  </a:cubicBezTo>
                  <a:cubicBezTo>
                    <a:pt x="74" y="118"/>
                    <a:pt x="70" y="120"/>
                    <a:pt x="68" y="121"/>
                  </a:cubicBezTo>
                  <a:cubicBezTo>
                    <a:pt x="67" y="122"/>
                    <a:pt x="66" y="124"/>
                    <a:pt x="65" y="125"/>
                  </a:cubicBezTo>
                  <a:cubicBezTo>
                    <a:pt x="64" y="127"/>
                    <a:pt x="63" y="132"/>
                    <a:pt x="61" y="134"/>
                  </a:cubicBezTo>
                  <a:cubicBezTo>
                    <a:pt x="60" y="135"/>
                    <a:pt x="55" y="136"/>
                    <a:pt x="53" y="137"/>
                  </a:cubicBezTo>
                  <a:cubicBezTo>
                    <a:pt x="50" y="138"/>
                    <a:pt x="42" y="139"/>
                    <a:pt x="38" y="140"/>
                  </a:cubicBezTo>
                  <a:cubicBezTo>
                    <a:pt x="36" y="141"/>
                    <a:pt x="33" y="141"/>
                    <a:pt x="31" y="142"/>
                  </a:cubicBezTo>
                  <a:cubicBezTo>
                    <a:pt x="30" y="143"/>
                    <a:pt x="30" y="145"/>
                    <a:pt x="30" y="146"/>
                  </a:cubicBezTo>
                  <a:cubicBezTo>
                    <a:pt x="29" y="147"/>
                    <a:pt x="31" y="149"/>
                    <a:pt x="31" y="150"/>
                  </a:cubicBezTo>
                  <a:cubicBezTo>
                    <a:pt x="31" y="151"/>
                    <a:pt x="31" y="154"/>
                    <a:pt x="30" y="155"/>
                  </a:cubicBezTo>
                  <a:cubicBezTo>
                    <a:pt x="30" y="156"/>
                    <a:pt x="28" y="157"/>
                    <a:pt x="28" y="157"/>
                  </a:cubicBezTo>
                  <a:cubicBezTo>
                    <a:pt x="26" y="157"/>
                    <a:pt x="23" y="157"/>
                    <a:pt x="22" y="156"/>
                  </a:cubicBezTo>
                  <a:cubicBezTo>
                    <a:pt x="21" y="156"/>
                    <a:pt x="21" y="155"/>
                    <a:pt x="20" y="154"/>
                  </a:cubicBezTo>
                  <a:cubicBezTo>
                    <a:pt x="21" y="152"/>
                    <a:pt x="21" y="150"/>
                    <a:pt x="21" y="150"/>
                  </a:cubicBezTo>
                  <a:cubicBezTo>
                    <a:pt x="21" y="146"/>
                    <a:pt x="21" y="140"/>
                    <a:pt x="20" y="136"/>
                  </a:cubicBezTo>
                  <a:cubicBezTo>
                    <a:pt x="20" y="133"/>
                    <a:pt x="17" y="126"/>
                    <a:pt x="15" y="122"/>
                  </a:cubicBezTo>
                  <a:cubicBezTo>
                    <a:pt x="14" y="118"/>
                    <a:pt x="11" y="110"/>
                    <a:pt x="9" y="107"/>
                  </a:cubicBezTo>
                  <a:cubicBezTo>
                    <a:pt x="8" y="104"/>
                    <a:pt x="5" y="98"/>
                    <a:pt x="4" y="95"/>
                  </a:cubicBezTo>
                  <a:cubicBezTo>
                    <a:pt x="4" y="93"/>
                    <a:pt x="3" y="92"/>
                    <a:pt x="2" y="9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92"/>
            <p:cNvSpPr>
              <a:spLocks/>
            </p:cNvSpPr>
            <p:nvPr/>
          </p:nvSpPr>
          <p:spPr bwMode="auto">
            <a:xfrm>
              <a:off x="2419351" y="1295400"/>
              <a:ext cx="454025" cy="306388"/>
            </a:xfrm>
            <a:custGeom>
              <a:avLst/>
              <a:gdLst/>
              <a:ahLst/>
              <a:cxnLst>
                <a:cxn ang="0">
                  <a:pos x="148" y="193"/>
                </a:cxn>
                <a:cxn ang="0">
                  <a:pos x="140" y="184"/>
                </a:cxn>
                <a:cxn ang="0">
                  <a:pos x="126" y="173"/>
                </a:cxn>
                <a:cxn ang="0">
                  <a:pos x="109" y="161"/>
                </a:cxn>
                <a:cxn ang="0">
                  <a:pos x="90" y="158"/>
                </a:cxn>
                <a:cxn ang="0">
                  <a:pos x="66" y="146"/>
                </a:cxn>
                <a:cxn ang="0">
                  <a:pos x="45" y="129"/>
                </a:cxn>
                <a:cxn ang="0">
                  <a:pos x="43" y="112"/>
                </a:cxn>
                <a:cxn ang="0">
                  <a:pos x="46" y="99"/>
                </a:cxn>
                <a:cxn ang="0">
                  <a:pos x="30" y="89"/>
                </a:cxn>
                <a:cxn ang="0">
                  <a:pos x="9" y="79"/>
                </a:cxn>
                <a:cxn ang="0">
                  <a:pos x="0" y="65"/>
                </a:cxn>
                <a:cxn ang="0">
                  <a:pos x="15" y="54"/>
                </a:cxn>
                <a:cxn ang="0">
                  <a:pos x="39" y="53"/>
                </a:cxn>
                <a:cxn ang="0">
                  <a:pos x="65" y="40"/>
                </a:cxn>
                <a:cxn ang="0">
                  <a:pos x="82" y="39"/>
                </a:cxn>
                <a:cxn ang="0">
                  <a:pos x="101" y="41"/>
                </a:cxn>
                <a:cxn ang="0">
                  <a:pos x="115" y="31"/>
                </a:cxn>
                <a:cxn ang="0">
                  <a:pos x="115" y="14"/>
                </a:cxn>
                <a:cxn ang="0">
                  <a:pos x="130" y="8"/>
                </a:cxn>
                <a:cxn ang="0">
                  <a:pos x="142" y="15"/>
                </a:cxn>
                <a:cxn ang="0">
                  <a:pos x="151" y="13"/>
                </a:cxn>
                <a:cxn ang="0">
                  <a:pos x="159" y="4"/>
                </a:cxn>
                <a:cxn ang="0">
                  <a:pos x="171" y="8"/>
                </a:cxn>
                <a:cxn ang="0">
                  <a:pos x="187" y="15"/>
                </a:cxn>
                <a:cxn ang="0">
                  <a:pos x="201" y="11"/>
                </a:cxn>
                <a:cxn ang="0">
                  <a:pos x="215" y="16"/>
                </a:cxn>
                <a:cxn ang="0">
                  <a:pos x="217" y="3"/>
                </a:cxn>
                <a:cxn ang="0">
                  <a:pos x="231" y="1"/>
                </a:cxn>
                <a:cxn ang="0">
                  <a:pos x="247" y="28"/>
                </a:cxn>
                <a:cxn ang="0">
                  <a:pos x="262" y="48"/>
                </a:cxn>
                <a:cxn ang="0">
                  <a:pos x="284" y="57"/>
                </a:cxn>
                <a:cxn ang="0">
                  <a:pos x="297" y="68"/>
                </a:cxn>
                <a:cxn ang="0">
                  <a:pos x="292" y="75"/>
                </a:cxn>
                <a:cxn ang="0">
                  <a:pos x="281" y="86"/>
                </a:cxn>
                <a:cxn ang="0">
                  <a:pos x="269" y="99"/>
                </a:cxn>
                <a:cxn ang="0">
                  <a:pos x="252" y="106"/>
                </a:cxn>
                <a:cxn ang="0">
                  <a:pos x="243" y="119"/>
                </a:cxn>
                <a:cxn ang="0">
                  <a:pos x="237" y="123"/>
                </a:cxn>
                <a:cxn ang="0">
                  <a:pos x="234" y="140"/>
                </a:cxn>
                <a:cxn ang="0">
                  <a:pos x="226" y="150"/>
                </a:cxn>
                <a:cxn ang="0">
                  <a:pos x="212" y="163"/>
                </a:cxn>
                <a:cxn ang="0">
                  <a:pos x="198" y="175"/>
                </a:cxn>
                <a:cxn ang="0">
                  <a:pos x="187" y="189"/>
                </a:cxn>
                <a:cxn ang="0">
                  <a:pos x="174" y="200"/>
                </a:cxn>
                <a:cxn ang="0">
                  <a:pos x="150" y="200"/>
                </a:cxn>
              </a:cxnLst>
              <a:rect l="0" t="0" r="r" b="b"/>
              <a:pathLst>
                <a:path w="297" h="201">
                  <a:moveTo>
                    <a:pt x="150" y="200"/>
                  </a:moveTo>
                  <a:cubicBezTo>
                    <a:pt x="148" y="199"/>
                    <a:pt x="149" y="195"/>
                    <a:pt x="148" y="193"/>
                  </a:cubicBezTo>
                  <a:cubicBezTo>
                    <a:pt x="148" y="192"/>
                    <a:pt x="146" y="190"/>
                    <a:pt x="145" y="189"/>
                  </a:cubicBezTo>
                  <a:cubicBezTo>
                    <a:pt x="144" y="187"/>
                    <a:pt x="141" y="185"/>
                    <a:pt x="140" y="184"/>
                  </a:cubicBezTo>
                  <a:cubicBezTo>
                    <a:pt x="138" y="183"/>
                    <a:pt x="133" y="181"/>
                    <a:pt x="131" y="179"/>
                  </a:cubicBezTo>
                  <a:cubicBezTo>
                    <a:pt x="130" y="178"/>
                    <a:pt x="127" y="175"/>
                    <a:pt x="126" y="173"/>
                  </a:cubicBezTo>
                  <a:cubicBezTo>
                    <a:pt x="124" y="171"/>
                    <a:pt x="121" y="167"/>
                    <a:pt x="119" y="165"/>
                  </a:cubicBezTo>
                  <a:cubicBezTo>
                    <a:pt x="117" y="164"/>
                    <a:pt x="112" y="162"/>
                    <a:pt x="109" y="161"/>
                  </a:cubicBezTo>
                  <a:cubicBezTo>
                    <a:pt x="107" y="161"/>
                    <a:pt x="102" y="161"/>
                    <a:pt x="100" y="161"/>
                  </a:cubicBezTo>
                  <a:cubicBezTo>
                    <a:pt x="97" y="161"/>
                    <a:pt x="92" y="159"/>
                    <a:pt x="90" y="158"/>
                  </a:cubicBezTo>
                  <a:cubicBezTo>
                    <a:pt x="87" y="157"/>
                    <a:pt x="84" y="153"/>
                    <a:pt x="81" y="152"/>
                  </a:cubicBezTo>
                  <a:cubicBezTo>
                    <a:pt x="78" y="150"/>
                    <a:pt x="70" y="147"/>
                    <a:pt x="66" y="146"/>
                  </a:cubicBezTo>
                  <a:cubicBezTo>
                    <a:pt x="63" y="144"/>
                    <a:pt x="57" y="140"/>
                    <a:pt x="54" y="138"/>
                  </a:cubicBezTo>
                  <a:cubicBezTo>
                    <a:pt x="51" y="136"/>
                    <a:pt x="47" y="131"/>
                    <a:pt x="45" y="129"/>
                  </a:cubicBezTo>
                  <a:cubicBezTo>
                    <a:pt x="44" y="127"/>
                    <a:pt x="43" y="124"/>
                    <a:pt x="43" y="122"/>
                  </a:cubicBezTo>
                  <a:cubicBezTo>
                    <a:pt x="43" y="120"/>
                    <a:pt x="43" y="115"/>
                    <a:pt x="43" y="112"/>
                  </a:cubicBezTo>
                  <a:cubicBezTo>
                    <a:pt x="44" y="111"/>
                    <a:pt x="45" y="109"/>
                    <a:pt x="46" y="107"/>
                  </a:cubicBezTo>
                  <a:cubicBezTo>
                    <a:pt x="46" y="105"/>
                    <a:pt x="47" y="101"/>
                    <a:pt x="46" y="99"/>
                  </a:cubicBezTo>
                  <a:cubicBezTo>
                    <a:pt x="46" y="98"/>
                    <a:pt x="43" y="96"/>
                    <a:pt x="42" y="95"/>
                  </a:cubicBezTo>
                  <a:cubicBezTo>
                    <a:pt x="39" y="93"/>
                    <a:pt x="33" y="91"/>
                    <a:pt x="30" y="89"/>
                  </a:cubicBezTo>
                  <a:cubicBezTo>
                    <a:pt x="27" y="88"/>
                    <a:pt x="21" y="87"/>
                    <a:pt x="19" y="86"/>
                  </a:cubicBezTo>
                  <a:cubicBezTo>
                    <a:pt x="16" y="85"/>
                    <a:pt x="11" y="81"/>
                    <a:pt x="9" y="79"/>
                  </a:cubicBezTo>
                  <a:cubicBezTo>
                    <a:pt x="7" y="77"/>
                    <a:pt x="2" y="72"/>
                    <a:pt x="1" y="70"/>
                  </a:cubicBezTo>
                  <a:cubicBezTo>
                    <a:pt x="0" y="69"/>
                    <a:pt x="0" y="67"/>
                    <a:pt x="0" y="65"/>
                  </a:cubicBezTo>
                  <a:cubicBezTo>
                    <a:pt x="3" y="64"/>
                    <a:pt x="6" y="60"/>
                    <a:pt x="8" y="58"/>
                  </a:cubicBezTo>
                  <a:cubicBezTo>
                    <a:pt x="10" y="57"/>
                    <a:pt x="13" y="55"/>
                    <a:pt x="15" y="54"/>
                  </a:cubicBezTo>
                  <a:cubicBezTo>
                    <a:pt x="18" y="53"/>
                    <a:pt x="23" y="53"/>
                    <a:pt x="26" y="53"/>
                  </a:cubicBezTo>
                  <a:cubicBezTo>
                    <a:pt x="30" y="53"/>
                    <a:pt x="36" y="54"/>
                    <a:pt x="39" y="53"/>
                  </a:cubicBezTo>
                  <a:cubicBezTo>
                    <a:pt x="42" y="53"/>
                    <a:pt x="49" y="51"/>
                    <a:pt x="53" y="49"/>
                  </a:cubicBezTo>
                  <a:cubicBezTo>
                    <a:pt x="56" y="47"/>
                    <a:pt x="62" y="42"/>
                    <a:pt x="65" y="40"/>
                  </a:cubicBezTo>
                  <a:cubicBezTo>
                    <a:pt x="67" y="38"/>
                    <a:pt x="69" y="35"/>
                    <a:pt x="71" y="35"/>
                  </a:cubicBezTo>
                  <a:cubicBezTo>
                    <a:pt x="74" y="35"/>
                    <a:pt x="79" y="38"/>
                    <a:pt x="82" y="39"/>
                  </a:cubicBezTo>
                  <a:cubicBezTo>
                    <a:pt x="84" y="40"/>
                    <a:pt x="89" y="42"/>
                    <a:pt x="91" y="42"/>
                  </a:cubicBezTo>
                  <a:cubicBezTo>
                    <a:pt x="94" y="42"/>
                    <a:pt x="98" y="42"/>
                    <a:pt x="101" y="41"/>
                  </a:cubicBezTo>
                  <a:cubicBezTo>
                    <a:pt x="103" y="40"/>
                    <a:pt x="107" y="38"/>
                    <a:pt x="109" y="36"/>
                  </a:cubicBezTo>
                  <a:cubicBezTo>
                    <a:pt x="110" y="35"/>
                    <a:pt x="114" y="33"/>
                    <a:pt x="115" y="31"/>
                  </a:cubicBezTo>
                  <a:cubicBezTo>
                    <a:pt x="116" y="29"/>
                    <a:pt x="117" y="24"/>
                    <a:pt x="116" y="22"/>
                  </a:cubicBezTo>
                  <a:cubicBezTo>
                    <a:pt x="116" y="20"/>
                    <a:pt x="114" y="16"/>
                    <a:pt x="115" y="14"/>
                  </a:cubicBezTo>
                  <a:cubicBezTo>
                    <a:pt x="116" y="12"/>
                    <a:pt x="121" y="10"/>
                    <a:pt x="123" y="9"/>
                  </a:cubicBezTo>
                  <a:cubicBezTo>
                    <a:pt x="125" y="8"/>
                    <a:pt x="128" y="8"/>
                    <a:pt x="130" y="8"/>
                  </a:cubicBezTo>
                  <a:cubicBezTo>
                    <a:pt x="131" y="8"/>
                    <a:pt x="134" y="9"/>
                    <a:pt x="136" y="10"/>
                  </a:cubicBezTo>
                  <a:cubicBezTo>
                    <a:pt x="137" y="11"/>
                    <a:pt x="140" y="14"/>
                    <a:pt x="142" y="15"/>
                  </a:cubicBezTo>
                  <a:cubicBezTo>
                    <a:pt x="143" y="16"/>
                    <a:pt x="145" y="17"/>
                    <a:pt x="146" y="17"/>
                  </a:cubicBezTo>
                  <a:cubicBezTo>
                    <a:pt x="148" y="17"/>
                    <a:pt x="150" y="15"/>
                    <a:pt x="151" y="13"/>
                  </a:cubicBezTo>
                  <a:cubicBezTo>
                    <a:pt x="153" y="12"/>
                    <a:pt x="153" y="8"/>
                    <a:pt x="155" y="6"/>
                  </a:cubicBezTo>
                  <a:cubicBezTo>
                    <a:pt x="156" y="5"/>
                    <a:pt x="158" y="4"/>
                    <a:pt x="159" y="4"/>
                  </a:cubicBezTo>
                  <a:cubicBezTo>
                    <a:pt x="161" y="3"/>
                    <a:pt x="164" y="4"/>
                    <a:pt x="166" y="5"/>
                  </a:cubicBezTo>
                  <a:cubicBezTo>
                    <a:pt x="167" y="5"/>
                    <a:pt x="170" y="7"/>
                    <a:pt x="171" y="8"/>
                  </a:cubicBezTo>
                  <a:cubicBezTo>
                    <a:pt x="173" y="10"/>
                    <a:pt x="175" y="13"/>
                    <a:pt x="176" y="14"/>
                  </a:cubicBezTo>
                  <a:cubicBezTo>
                    <a:pt x="179" y="15"/>
                    <a:pt x="184" y="16"/>
                    <a:pt x="187" y="15"/>
                  </a:cubicBezTo>
                  <a:cubicBezTo>
                    <a:pt x="188" y="15"/>
                    <a:pt x="191" y="13"/>
                    <a:pt x="193" y="12"/>
                  </a:cubicBezTo>
                  <a:cubicBezTo>
                    <a:pt x="195" y="12"/>
                    <a:pt x="199" y="11"/>
                    <a:pt x="201" y="11"/>
                  </a:cubicBezTo>
                  <a:cubicBezTo>
                    <a:pt x="203" y="12"/>
                    <a:pt x="205" y="16"/>
                    <a:pt x="207" y="17"/>
                  </a:cubicBezTo>
                  <a:cubicBezTo>
                    <a:pt x="209" y="17"/>
                    <a:pt x="213" y="18"/>
                    <a:pt x="215" y="16"/>
                  </a:cubicBezTo>
                  <a:cubicBezTo>
                    <a:pt x="216" y="15"/>
                    <a:pt x="215" y="11"/>
                    <a:pt x="215" y="9"/>
                  </a:cubicBezTo>
                  <a:cubicBezTo>
                    <a:pt x="216" y="7"/>
                    <a:pt x="216" y="5"/>
                    <a:pt x="217" y="3"/>
                  </a:cubicBezTo>
                  <a:cubicBezTo>
                    <a:pt x="218" y="2"/>
                    <a:pt x="221" y="0"/>
                    <a:pt x="223" y="0"/>
                  </a:cubicBezTo>
                  <a:cubicBezTo>
                    <a:pt x="225" y="0"/>
                    <a:pt x="229" y="0"/>
                    <a:pt x="231" y="1"/>
                  </a:cubicBezTo>
                  <a:cubicBezTo>
                    <a:pt x="234" y="2"/>
                    <a:pt x="238" y="9"/>
                    <a:pt x="239" y="11"/>
                  </a:cubicBezTo>
                  <a:cubicBezTo>
                    <a:pt x="242" y="15"/>
                    <a:pt x="245" y="24"/>
                    <a:pt x="247" y="28"/>
                  </a:cubicBezTo>
                  <a:cubicBezTo>
                    <a:pt x="249" y="31"/>
                    <a:pt x="252" y="38"/>
                    <a:pt x="254" y="41"/>
                  </a:cubicBezTo>
                  <a:cubicBezTo>
                    <a:pt x="256" y="43"/>
                    <a:pt x="260" y="47"/>
                    <a:pt x="262" y="48"/>
                  </a:cubicBezTo>
                  <a:cubicBezTo>
                    <a:pt x="265" y="49"/>
                    <a:pt x="272" y="48"/>
                    <a:pt x="275" y="49"/>
                  </a:cubicBezTo>
                  <a:cubicBezTo>
                    <a:pt x="278" y="51"/>
                    <a:pt x="282" y="55"/>
                    <a:pt x="284" y="57"/>
                  </a:cubicBezTo>
                  <a:cubicBezTo>
                    <a:pt x="286" y="59"/>
                    <a:pt x="290" y="63"/>
                    <a:pt x="292" y="64"/>
                  </a:cubicBezTo>
                  <a:cubicBezTo>
                    <a:pt x="293" y="65"/>
                    <a:pt x="295" y="68"/>
                    <a:pt x="297" y="68"/>
                  </a:cubicBezTo>
                  <a:cubicBezTo>
                    <a:pt x="296" y="69"/>
                    <a:pt x="296" y="70"/>
                    <a:pt x="296" y="70"/>
                  </a:cubicBezTo>
                  <a:cubicBezTo>
                    <a:pt x="295" y="72"/>
                    <a:pt x="293" y="74"/>
                    <a:pt x="292" y="75"/>
                  </a:cubicBezTo>
                  <a:cubicBezTo>
                    <a:pt x="290" y="77"/>
                    <a:pt x="286" y="78"/>
                    <a:pt x="285" y="80"/>
                  </a:cubicBezTo>
                  <a:cubicBezTo>
                    <a:pt x="283" y="81"/>
                    <a:pt x="282" y="84"/>
                    <a:pt x="281" y="86"/>
                  </a:cubicBezTo>
                  <a:cubicBezTo>
                    <a:pt x="280" y="87"/>
                    <a:pt x="278" y="91"/>
                    <a:pt x="277" y="93"/>
                  </a:cubicBezTo>
                  <a:cubicBezTo>
                    <a:pt x="275" y="95"/>
                    <a:pt x="271" y="98"/>
                    <a:pt x="269" y="99"/>
                  </a:cubicBezTo>
                  <a:cubicBezTo>
                    <a:pt x="266" y="101"/>
                    <a:pt x="261" y="104"/>
                    <a:pt x="258" y="105"/>
                  </a:cubicBezTo>
                  <a:cubicBezTo>
                    <a:pt x="257" y="105"/>
                    <a:pt x="253" y="106"/>
                    <a:pt x="252" y="106"/>
                  </a:cubicBezTo>
                  <a:cubicBezTo>
                    <a:pt x="250" y="107"/>
                    <a:pt x="246" y="109"/>
                    <a:pt x="245" y="111"/>
                  </a:cubicBezTo>
                  <a:cubicBezTo>
                    <a:pt x="244" y="113"/>
                    <a:pt x="244" y="117"/>
                    <a:pt x="243" y="119"/>
                  </a:cubicBezTo>
                  <a:cubicBezTo>
                    <a:pt x="242" y="119"/>
                    <a:pt x="242" y="120"/>
                    <a:pt x="242" y="120"/>
                  </a:cubicBezTo>
                  <a:cubicBezTo>
                    <a:pt x="241" y="121"/>
                    <a:pt x="238" y="122"/>
                    <a:pt x="237" y="123"/>
                  </a:cubicBezTo>
                  <a:cubicBezTo>
                    <a:pt x="236" y="125"/>
                    <a:pt x="234" y="129"/>
                    <a:pt x="234" y="132"/>
                  </a:cubicBezTo>
                  <a:cubicBezTo>
                    <a:pt x="233" y="134"/>
                    <a:pt x="235" y="138"/>
                    <a:pt x="234" y="140"/>
                  </a:cubicBezTo>
                  <a:cubicBezTo>
                    <a:pt x="234" y="142"/>
                    <a:pt x="232" y="146"/>
                    <a:pt x="231" y="148"/>
                  </a:cubicBezTo>
                  <a:cubicBezTo>
                    <a:pt x="230" y="149"/>
                    <a:pt x="227" y="149"/>
                    <a:pt x="226" y="150"/>
                  </a:cubicBezTo>
                  <a:cubicBezTo>
                    <a:pt x="224" y="151"/>
                    <a:pt x="222" y="154"/>
                    <a:pt x="220" y="155"/>
                  </a:cubicBezTo>
                  <a:cubicBezTo>
                    <a:pt x="218" y="157"/>
                    <a:pt x="214" y="161"/>
                    <a:pt x="212" y="163"/>
                  </a:cubicBezTo>
                  <a:cubicBezTo>
                    <a:pt x="209" y="165"/>
                    <a:pt x="206" y="171"/>
                    <a:pt x="203" y="173"/>
                  </a:cubicBezTo>
                  <a:cubicBezTo>
                    <a:pt x="202" y="174"/>
                    <a:pt x="199" y="174"/>
                    <a:pt x="198" y="175"/>
                  </a:cubicBezTo>
                  <a:cubicBezTo>
                    <a:pt x="196" y="176"/>
                    <a:pt x="193" y="179"/>
                    <a:pt x="191" y="181"/>
                  </a:cubicBezTo>
                  <a:cubicBezTo>
                    <a:pt x="190" y="183"/>
                    <a:pt x="188" y="187"/>
                    <a:pt x="187" y="189"/>
                  </a:cubicBezTo>
                  <a:cubicBezTo>
                    <a:pt x="186" y="191"/>
                    <a:pt x="185" y="195"/>
                    <a:pt x="183" y="197"/>
                  </a:cubicBezTo>
                  <a:cubicBezTo>
                    <a:pt x="181" y="198"/>
                    <a:pt x="176" y="199"/>
                    <a:pt x="174" y="200"/>
                  </a:cubicBezTo>
                  <a:cubicBezTo>
                    <a:pt x="170" y="201"/>
                    <a:pt x="162" y="200"/>
                    <a:pt x="159" y="200"/>
                  </a:cubicBezTo>
                  <a:cubicBezTo>
                    <a:pt x="156" y="200"/>
                    <a:pt x="151" y="201"/>
                    <a:pt x="150" y="20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93"/>
            <p:cNvSpPr>
              <a:spLocks/>
            </p:cNvSpPr>
            <p:nvPr/>
          </p:nvSpPr>
          <p:spPr bwMode="auto">
            <a:xfrm>
              <a:off x="2155826" y="1379538"/>
              <a:ext cx="492125" cy="334963"/>
            </a:xfrm>
            <a:custGeom>
              <a:avLst/>
              <a:gdLst/>
              <a:ahLst/>
              <a:cxnLst>
                <a:cxn ang="0">
                  <a:pos x="96" y="139"/>
                </a:cxn>
                <a:cxn ang="0">
                  <a:pos x="89" y="112"/>
                </a:cxn>
                <a:cxn ang="0">
                  <a:pos x="62" y="78"/>
                </a:cxn>
                <a:cxn ang="0">
                  <a:pos x="51" y="64"/>
                </a:cxn>
                <a:cxn ang="0">
                  <a:pos x="42" y="65"/>
                </a:cxn>
                <a:cxn ang="0">
                  <a:pos x="21" y="73"/>
                </a:cxn>
                <a:cxn ang="0">
                  <a:pos x="4" y="61"/>
                </a:cxn>
                <a:cxn ang="0">
                  <a:pos x="1" y="42"/>
                </a:cxn>
                <a:cxn ang="0">
                  <a:pos x="5" y="28"/>
                </a:cxn>
                <a:cxn ang="0">
                  <a:pos x="21" y="24"/>
                </a:cxn>
                <a:cxn ang="0">
                  <a:pos x="51" y="28"/>
                </a:cxn>
                <a:cxn ang="0">
                  <a:pos x="69" y="21"/>
                </a:cxn>
                <a:cxn ang="0">
                  <a:pos x="81" y="5"/>
                </a:cxn>
                <a:cxn ang="0">
                  <a:pos x="98" y="6"/>
                </a:cxn>
                <a:cxn ang="0">
                  <a:pos x="107" y="11"/>
                </a:cxn>
                <a:cxn ang="0">
                  <a:pos x="119" y="2"/>
                </a:cxn>
                <a:cxn ang="0">
                  <a:pos x="148" y="5"/>
                </a:cxn>
                <a:cxn ang="0">
                  <a:pos x="171" y="11"/>
                </a:cxn>
                <a:cxn ang="0">
                  <a:pos x="173" y="15"/>
                </a:cxn>
                <a:cxn ang="0">
                  <a:pos x="191" y="31"/>
                </a:cxn>
                <a:cxn ang="0">
                  <a:pos x="214" y="40"/>
                </a:cxn>
                <a:cxn ang="0">
                  <a:pos x="218" y="52"/>
                </a:cxn>
                <a:cxn ang="0">
                  <a:pos x="215" y="67"/>
                </a:cxn>
                <a:cxn ang="0">
                  <a:pos x="226" y="83"/>
                </a:cxn>
                <a:cxn ang="0">
                  <a:pos x="253" y="97"/>
                </a:cxn>
                <a:cxn ang="0">
                  <a:pos x="272" y="106"/>
                </a:cxn>
                <a:cxn ang="0">
                  <a:pos x="291" y="110"/>
                </a:cxn>
                <a:cxn ang="0">
                  <a:pos x="303" y="124"/>
                </a:cxn>
                <a:cxn ang="0">
                  <a:pos x="317" y="134"/>
                </a:cxn>
                <a:cxn ang="0">
                  <a:pos x="322" y="145"/>
                </a:cxn>
                <a:cxn ang="0">
                  <a:pos x="307" y="158"/>
                </a:cxn>
                <a:cxn ang="0">
                  <a:pos x="293" y="173"/>
                </a:cxn>
                <a:cxn ang="0">
                  <a:pos x="273" y="189"/>
                </a:cxn>
                <a:cxn ang="0">
                  <a:pos x="235" y="217"/>
                </a:cxn>
                <a:cxn ang="0">
                  <a:pos x="231" y="214"/>
                </a:cxn>
                <a:cxn ang="0">
                  <a:pos x="220" y="214"/>
                </a:cxn>
                <a:cxn ang="0">
                  <a:pos x="208" y="218"/>
                </a:cxn>
                <a:cxn ang="0">
                  <a:pos x="198" y="218"/>
                </a:cxn>
                <a:cxn ang="0">
                  <a:pos x="170" y="208"/>
                </a:cxn>
                <a:cxn ang="0">
                  <a:pos x="144" y="191"/>
                </a:cxn>
                <a:cxn ang="0">
                  <a:pos x="126" y="182"/>
                </a:cxn>
                <a:cxn ang="0">
                  <a:pos x="124" y="168"/>
                </a:cxn>
                <a:cxn ang="0">
                  <a:pos x="108" y="152"/>
                </a:cxn>
                <a:cxn ang="0">
                  <a:pos x="98" y="142"/>
                </a:cxn>
              </a:cxnLst>
              <a:rect l="0" t="0" r="r" b="b"/>
              <a:pathLst>
                <a:path w="322" h="220">
                  <a:moveTo>
                    <a:pt x="98" y="142"/>
                  </a:moveTo>
                  <a:cubicBezTo>
                    <a:pt x="97" y="141"/>
                    <a:pt x="96" y="140"/>
                    <a:pt x="96" y="139"/>
                  </a:cubicBezTo>
                  <a:cubicBezTo>
                    <a:pt x="95" y="136"/>
                    <a:pt x="95" y="131"/>
                    <a:pt x="94" y="129"/>
                  </a:cubicBezTo>
                  <a:cubicBezTo>
                    <a:pt x="93" y="125"/>
                    <a:pt x="91" y="116"/>
                    <a:pt x="89" y="112"/>
                  </a:cubicBezTo>
                  <a:cubicBezTo>
                    <a:pt x="87" y="107"/>
                    <a:pt x="81" y="98"/>
                    <a:pt x="77" y="94"/>
                  </a:cubicBezTo>
                  <a:cubicBezTo>
                    <a:pt x="74" y="90"/>
                    <a:pt x="66" y="82"/>
                    <a:pt x="62" y="78"/>
                  </a:cubicBezTo>
                  <a:cubicBezTo>
                    <a:pt x="60" y="75"/>
                    <a:pt x="57" y="69"/>
                    <a:pt x="54" y="67"/>
                  </a:cubicBezTo>
                  <a:cubicBezTo>
                    <a:pt x="54" y="66"/>
                    <a:pt x="52" y="64"/>
                    <a:pt x="51" y="64"/>
                  </a:cubicBezTo>
                  <a:cubicBezTo>
                    <a:pt x="50" y="63"/>
                    <a:pt x="48" y="62"/>
                    <a:pt x="47" y="62"/>
                  </a:cubicBezTo>
                  <a:cubicBezTo>
                    <a:pt x="46" y="62"/>
                    <a:pt x="43" y="64"/>
                    <a:pt x="42" y="65"/>
                  </a:cubicBezTo>
                  <a:cubicBezTo>
                    <a:pt x="39" y="66"/>
                    <a:pt x="34" y="69"/>
                    <a:pt x="31" y="70"/>
                  </a:cubicBezTo>
                  <a:cubicBezTo>
                    <a:pt x="29" y="71"/>
                    <a:pt x="24" y="73"/>
                    <a:pt x="21" y="73"/>
                  </a:cubicBezTo>
                  <a:cubicBezTo>
                    <a:pt x="19" y="73"/>
                    <a:pt x="14" y="72"/>
                    <a:pt x="12" y="71"/>
                  </a:cubicBezTo>
                  <a:cubicBezTo>
                    <a:pt x="9" y="69"/>
                    <a:pt x="5" y="64"/>
                    <a:pt x="4" y="61"/>
                  </a:cubicBezTo>
                  <a:cubicBezTo>
                    <a:pt x="3" y="59"/>
                    <a:pt x="1" y="54"/>
                    <a:pt x="1" y="52"/>
                  </a:cubicBezTo>
                  <a:cubicBezTo>
                    <a:pt x="0" y="50"/>
                    <a:pt x="1" y="45"/>
                    <a:pt x="1" y="42"/>
                  </a:cubicBezTo>
                  <a:cubicBezTo>
                    <a:pt x="1" y="40"/>
                    <a:pt x="1" y="36"/>
                    <a:pt x="2" y="34"/>
                  </a:cubicBezTo>
                  <a:cubicBezTo>
                    <a:pt x="2" y="32"/>
                    <a:pt x="4" y="29"/>
                    <a:pt x="5" y="28"/>
                  </a:cubicBezTo>
                  <a:cubicBezTo>
                    <a:pt x="6" y="27"/>
                    <a:pt x="6" y="25"/>
                    <a:pt x="6" y="23"/>
                  </a:cubicBezTo>
                  <a:cubicBezTo>
                    <a:pt x="12" y="23"/>
                    <a:pt x="17" y="24"/>
                    <a:pt x="21" y="24"/>
                  </a:cubicBezTo>
                  <a:cubicBezTo>
                    <a:pt x="25" y="25"/>
                    <a:pt x="33" y="26"/>
                    <a:pt x="36" y="26"/>
                  </a:cubicBezTo>
                  <a:cubicBezTo>
                    <a:pt x="40" y="26"/>
                    <a:pt x="48" y="28"/>
                    <a:pt x="51" y="28"/>
                  </a:cubicBezTo>
                  <a:cubicBezTo>
                    <a:pt x="54" y="28"/>
                    <a:pt x="60" y="27"/>
                    <a:pt x="62" y="26"/>
                  </a:cubicBezTo>
                  <a:cubicBezTo>
                    <a:pt x="64" y="25"/>
                    <a:pt x="67" y="23"/>
                    <a:pt x="69" y="21"/>
                  </a:cubicBezTo>
                  <a:cubicBezTo>
                    <a:pt x="71" y="19"/>
                    <a:pt x="75" y="14"/>
                    <a:pt x="77" y="12"/>
                  </a:cubicBezTo>
                  <a:cubicBezTo>
                    <a:pt x="78" y="10"/>
                    <a:pt x="80" y="7"/>
                    <a:pt x="81" y="5"/>
                  </a:cubicBezTo>
                  <a:cubicBezTo>
                    <a:pt x="83" y="4"/>
                    <a:pt x="87" y="2"/>
                    <a:pt x="89" y="2"/>
                  </a:cubicBezTo>
                  <a:cubicBezTo>
                    <a:pt x="92" y="2"/>
                    <a:pt x="96" y="4"/>
                    <a:pt x="98" y="6"/>
                  </a:cubicBezTo>
                  <a:cubicBezTo>
                    <a:pt x="99" y="7"/>
                    <a:pt x="100" y="10"/>
                    <a:pt x="101" y="11"/>
                  </a:cubicBezTo>
                  <a:cubicBezTo>
                    <a:pt x="102" y="11"/>
                    <a:pt x="105" y="11"/>
                    <a:pt x="107" y="11"/>
                  </a:cubicBezTo>
                  <a:cubicBezTo>
                    <a:pt x="109" y="10"/>
                    <a:pt x="112" y="8"/>
                    <a:pt x="114" y="7"/>
                  </a:cubicBezTo>
                  <a:cubicBezTo>
                    <a:pt x="116" y="6"/>
                    <a:pt x="118" y="2"/>
                    <a:pt x="119" y="2"/>
                  </a:cubicBezTo>
                  <a:cubicBezTo>
                    <a:pt x="122" y="0"/>
                    <a:pt x="129" y="0"/>
                    <a:pt x="132" y="0"/>
                  </a:cubicBezTo>
                  <a:cubicBezTo>
                    <a:pt x="136" y="0"/>
                    <a:pt x="144" y="3"/>
                    <a:pt x="148" y="5"/>
                  </a:cubicBezTo>
                  <a:cubicBezTo>
                    <a:pt x="151" y="5"/>
                    <a:pt x="158" y="7"/>
                    <a:pt x="161" y="8"/>
                  </a:cubicBezTo>
                  <a:cubicBezTo>
                    <a:pt x="163" y="9"/>
                    <a:pt x="168" y="11"/>
                    <a:pt x="171" y="11"/>
                  </a:cubicBezTo>
                  <a:cubicBezTo>
                    <a:pt x="171" y="11"/>
                    <a:pt x="171" y="11"/>
                    <a:pt x="172" y="10"/>
                  </a:cubicBezTo>
                  <a:cubicBezTo>
                    <a:pt x="172" y="12"/>
                    <a:pt x="172" y="14"/>
                    <a:pt x="173" y="15"/>
                  </a:cubicBezTo>
                  <a:cubicBezTo>
                    <a:pt x="174" y="17"/>
                    <a:pt x="179" y="22"/>
                    <a:pt x="181" y="24"/>
                  </a:cubicBezTo>
                  <a:cubicBezTo>
                    <a:pt x="183" y="26"/>
                    <a:pt x="188" y="30"/>
                    <a:pt x="191" y="31"/>
                  </a:cubicBezTo>
                  <a:cubicBezTo>
                    <a:pt x="193" y="32"/>
                    <a:pt x="199" y="33"/>
                    <a:pt x="202" y="34"/>
                  </a:cubicBezTo>
                  <a:cubicBezTo>
                    <a:pt x="205" y="36"/>
                    <a:pt x="211" y="38"/>
                    <a:pt x="214" y="40"/>
                  </a:cubicBezTo>
                  <a:cubicBezTo>
                    <a:pt x="215" y="41"/>
                    <a:pt x="218" y="43"/>
                    <a:pt x="218" y="44"/>
                  </a:cubicBezTo>
                  <a:cubicBezTo>
                    <a:pt x="219" y="46"/>
                    <a:pt x="218" y="50"/>
                    <a:pt x="218" y="52"/>
                  </a:cubicBezTo>
                  <a:cubicBezTo>
                    <a:pt x="217" y="54"/>
                    <a:pt x="216" y="56"/>
                    <a:pt x="215" y="57"/>
                  </a:cubicBezTo>
                  <a:cubicBezTo>
                    <a:pt x="215" y="60"/>
                    <a:pt x="215" y="65"/>
                    <a:pt x="215" y="67"/>
                  </a:cubicBezTo>
                  <a:cubicBezTo>
                    <a:pt x="215" y="69"/>
                    <a:pt x="216" y="72"/>
                    <a:pt x="217" y="74"/>
                  </a:cubicBezTo>
                  <a:cubicBezTo>
                    <a:pt x="219" y="76"/>
                    <a:pt x="223" y="81"/>
                    <a:pt x="226" y="83"/>
                  </a:cubicBezTo>
                  <a:cubicBezTo>
                    <a:pt x="229" y="85"/>
                    <a:pt x="235" y="89"/>
                    <a:pt x="238" y="91"/>
                  </a:cubicBezTo>
                  <a:cubicBezTo>
                    <a:pt x="242" y="92"/>
                    <a:pt x="250" y="95"/>
                    <a:pt x="253" y="97"/>
                  </a:cubicBezTo>
                  <a:cubicBezTo>
                    <a:pt x="256" y="98"/>
                    <a:pt x="259" y="102"/>
                    <a:pt x="262" y="103"/>
                  </a:cubicBezTo>
                  <a:cubicBezTo>
                    <a:pt x="264" y="104"/>
                    <a:pt x="269" y="106"/>
                    <a:pt x="272" y="106"/>
                  </a:cubicBezTo>
                  <a:cubicBezTo>
                    <a:pt x="274" y="106"/>
                    <a:pt x="279" y="106"/>
                    <a:pt x="281" y="106"/>
                  </a:cubicBezTo>
                  <a:cubicBezTo>
                    <a:pt x="284" y="107"/>
                    <a:pt x="289" y="109"/>
                    <a:pt x="291" y="110"/>
                  </a:cubicBezTo>
                  <a:cubicBezTo>
                    <a:pt x="293" y="112"/>
                    <a:pt x="296" y="116"/>
                    <a:pt x="298" y="118"/>
                  </a:cubicBezTo>
                  <a:cubicBezTo>
                    <a:pt x="299" y="120"/>
                    <a:pt x="302" y="123"/>
                    <a:pt x="303" y="124"/>
                  </a:cubicBezTo>
                  <a:cubicBezTo>
                    <a:pt x="305" y="126"/>
                    <a:pt x="310" y="128"/>
                    <a:pt x="312" y="129"/>
                  </a:cubicBezTo>
                  <a:cubicBezTo>
                    <a:pt x="313" y="130"/>
                    <a:pt x="316" y="132"/>
                    <a:pt x="317" y="134"/>
                  </a:cubicBezTo>
                  <a:cubicBezTo>
                    <a:pt x="318" y="135"/>
                    <a:pt x="320" y="137"/>
                    <a:pt x="320" y="138"/>
                  </a:cubicBezTo>
                  <a:cubicBezTo>
                    <a:pt x="321" y="140"/>
                    <a:pt x="320" y="144"/>
                    <a:pt x="322" y="145"/>
                  </a:cubicBezTo>
                  <a:cubicBezTo>
                    <a:pt x="320" y="146"/>
                    <a:pt x="317" y="149"/>
                    <a:pt x="316" y="150"/>
                  </a:cubicBezTo>
                  <a:cubicBezTo>
                    <a:pt x="314" y="152"/>
                    <a:pt x="309" y="156"/>
                    <a:pt x="307" y="158"/>
                  </a:cubicBezTo>
                  <a:cubicBezTo>
                    <a:pt x="305" y="160"/>
                    <a:pt x="301" y="163"/>
                    <a:pt x="300" y="165"/>
                  </a:cubicBezTo>
                  <a:cubicBezTo>
                    <a:pt x="298" y="167"/>
                    <a:pt x="295" y="172"/>
                    <a:pt x="293" y="173"/>
                  </a:cubicBezTo>
                  <a:cubicBezTo>
                    <a:pt x="291" y="175"/>
                    <a:pt x="286" y="177"/>
                    <a:pt x="283" y="178"/>
                  </a:cubicBezTo>
                  <a:cubicBezTo>
                    <a:pt x="280" y="180"/>
                    <a:pt x="276" y="186"/>
                    <a:pt x="273" y="189"/>
                  </a:cubicBezTo>
                  <a:cubicBezTo>
                    <a:pt x="268" y="193"/>
                    <a:pt x="258" y="203"/>
                    <a:pt x="252" y="207"/>
                  </a:cubicBezTo>
                  <a:cubicBezTo>
                    <a:pt x="249" y="210"/>
                    <a:pt x="238" y="216"/>
                    <a:pt x="235" y="217"/>
                  </a:cubicBezTo>
                  <a:cubicBezTo>
                    <a:pt x="235" y="217"/>
                    <a:pt x="235" y="217"/>
                    <a:pt x="235" y="217"/>
                  </a:cubicBezTo>
                  <a:cubicBezTo>
                    <a:pt x="234" y="216"/>
                    <a:pt x="232" y="214"/>
                    <a:pt x="231" y="214"/>
                  </a:cubicBezTo>
                  <a:cubicBezTo>
                    <a:pt x="230" y="213"/>
                    <a:pt x="228" y="212"/>
                    <a:pt x="227" y="212"/>
                  </a:cubicBezTo>
                  <a:cubicBezTo>
                    <a:pt x="225" y="212"/>
                    <a:pt x="222" y="214"/>
                    <a:pt x="220" y="214"/>
                  </a:cubicBezTo>
                  <a:cubicBezTo>
                    <a:pt x="219" y="214"/>
                    <a:pt x="216" y="214"/>
                    <a:pt x="215" y="214"/>
                  </a:cubicBezTo>
                  <a:cubicBezTo>
                    <a:pt x="213" y="214"/>
                    <a:pt x="210" y="216"/>
                    <a:pt x="208" y="218"/>
                  </a:cubicBezTo>
                  <a:cubicBezTo>
                    <a:pt x="207" y="218"/>
                    <a:pt x="206" y="219"/>
                    <a:pt x="206" y="220"/>
                  </a:cubicBezTo>
                  <a:cubicBezTo>
                    <a:pt x="203" y="219"/>
                    <a:pt x="199" y="218"/>
                    <a:pt x="198" y="218"/>
                  </a:cubicBezTo>
                  <a:cubicBezTo>
                    <a:pt x="195" y="217"/>
                    <a:pt x="189" y="217"/>
                    <a:pt x="186" y="216"/>
                  </a:cubicBezTo>
                  <a:cubicBezTo>
                    <a:pt x="182" y="215"/>
                    <a:pt x="174" y="211"/>
                    <a:pt x="170" y="208"/>
                  </a:cubicBezTo>
                  <a:cubicBezTo>
                    <a:pt x="167" y="206"/>
                    <a:pt x="163" y="200"/>
                    <a:pt x="160" y="198"/>
                  </a:cubicBezTo>
                  <a:cubicBezTo>
                    <a:pt x="156" y="195"/>
                    <a:pt x="148" y="193"/>
                    <a:pt x="144" y="191"/>
                  </a:cubicBezTo>
                  <a:cubicBezTo>
                    <a:pt x="141" y="190"/>
                    <a:pt x="137" y="189"/>
                    <a:pt x="134" y="188"/>
                  </a:cubicBezTo>
                  <a:cubicBezTo>
                    <a:pt x="132" y="186"/>
                    <a:pt x="127" y="184"/>
                    <a:pt x="126" y="182"/>
                  </a:cubicBezTo>
                  <a:cubicBezTo>
                    <a:pt x="125" y="181"/>
                    <a:pt x="124" y="177"/>
                    <a:pt x="124" y="175"/>
                  </a:cubicBezTo>
                  <a:cubicBezTo>
                    <a:pt x="123" y="173"/>
                    <a:pt x="124" y="169"/>
                    <a:pt x="124" y="168"/>
                  </a:cubicBezTo>
                  <a:cubicBezTo>
                    <a:pt x="123" y="166"/>
                    <a:pt x="122" y="162"/>
                    <a:pt x="120" y="160"/>
                  </a:cubicBezTo>
                  <a:cubicBezTo>
                    <a:pt x="118" y="157"/>
                    <a:pt x="111" y="154"/>
                    <a:pt x="108" y="152"/>
                  </a:cubicBezTo>
                  <a:cubicBezTo>
                    <a:pt x="106" y="150"/>
                    <a:pt x="102" y="146"/>
                    <a:pt x="100" y="144"/>
                  </a:cubicBezTo>
                  <a:cubicBezTo>
                    <a:pt x="99" y="144"/>
                    <a:pt x="99" y="143"/>
                    <a:pt x="98" y="14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94"/>
            <p:cNvSpPr>
              <a:spLocks/>
            </p:cNvSpPr>
            <p:nvPr/>
          </p:nvSpPr>
          <p:spPr bwMode="auto">
            <a:xfrm>
              <a:off x="1920876" y="1409700"/>
              <a:ext cx="385763" cy="284163"/>
            </a:xfrm>
            <a:custGeom>
              <a:avLst/>
              <a:gdLst/>
              <a:ahLst/>
              <a:cxnLst>
                <a:cxn ang="0">
                  <a:pos x="95" y="166"/>
                </a:cxn>
                <a:cxn ang="0">
                  <a:pos x="74" y="165"/>
                </a:cxn>
                <a:cxn ang="0">
                  <a:pos x="47" y="164"/>
                </a:cxn>
                <a:cxn ang="0">
                  <a:pos x="31" y="153"/>
                </a:cxn>
                <a:cxn ang="0">
                  <a:pos x="25" y="144"/>
                </a:cxn>
                <a:cxn ang="0">
                  <a:pos x="9" y="138"/>
                </a:cxn>
                <a:cxn ang="0">
                  <a:pos x="0" y="130"/>
                </a:cxn>
                <a:cxn ang="0">
                  <a:pos x="4" y="118"/>
                </a:cxn>
                <a:cxn ang="0">
                  <a:pos x="15" y="105"/>
                </a:cxn>
                <a:cxn ang="0">
                  <a:pos x="19" y="87"/>
                </a:cxn>
                <a:cxn ang="0">
                  <a:pos x="18" y="69"/>
                </a:cxn>
                <a:cxn ang="0">
                  <a:pos x="39" y="75"/>
                </a:cxn>
                <a:cxn ang="0">
                  <a:pos x="70" y="68"/>
                </a:cxn>
                <a:cxn ang="0">
                  <a:pos x="79" y="57"/>
                </a:cxn>
                <a:cxn ang="0">
                  <a:pos x="93" y="59"/>
                </a:cxn>
                <a:cxn ang="0">
                  <a:pos x="103" y="58"/>
                </a:cxn>
                <a:cxn ang="0">
                  <a:pos x="108" y="37"/>
                </a:cxn>
                <a:cxn ang="0">
                  <a:pos x="110" y="14"/>
                </a:cxn>
                <a:cxn ang="0">
                  <a:pos x="117" y="5"/>
                </a:cxn>
                <a:cxn ang="0">
                  <a:pos x="138" y="0"/>
                </a:cxn>
                <a:cxn ang="0">
                  <a:pos x="160" y="3"/>
                </a:cxn>
                <a:cxn ang="0">
                  <a:pos x="156" y="14"/>
                </a:cxn>
                <a:cxn ang="0">
                  <a:pos x="155" y="32"/>
                </a:cxn>
                <a:cxn ang="0">
                  <a:pos x="166" y="51"/>
                </a:cxn>
                <a:cxn ang="0">
                  <a:pos x="185" y="50"/>
                </a:cxn>
                <a:cxn ang="0">
                  <a:pos x="201" y="42"/>
                </a:cxn>
                <a:cxn ang="0">
                  <a:pos x="208" y="47"/>
                </a:cxn>
                <a:cxn ang="0">
                  <a:pos x="231" y="74"/>
                </a:cxn>
                <a:cxn ang="0">
                  <a:pos x="248" y="109"/>
                </a:cxn>
                <a:cxn ang="0">
                  <a:pos x="252" y="122"/>
                </a:cxn>
                <a:cxn ang="0">
                  <a:pos x="236" y="123"/>
                </a:cxn>
                <a:cxn ang="0">
                  <a:pos x="222" y="137"/>
                </a:cxn>
                <a:cxn ang="0">
                  <a:pos x="218" y="155"/>
                </a:cxn>
                <a:cxn ang="0">
                  <a:pos x="208" y="170"/>
                </a:cxn>
                <a:cxn ang="0">
                  <a:pos x="188" y="168"/>
                </a:cxn>
                <a:cxn ang="0">
                  <a:pos x="179" y="177"/>
                </a:cxn>
                <a:cxn ang="0">
                  <a:pos x="161" y="185"/>
                </a:cxn>
                <a:cxn ang="0">
                  <a:pos x="139" y="182"/>
                </a:cxn>
                <a:cxn ang="0">
                  <a:pos x="122" y="184"/>
                </a:cxn>
                <a:cxn ang="0">
                  <a:pos x="106" y="178"/>
                </a:cxn>
                <a:cxn ang="0">
                  <a:pos x="97" y="168"/>
                </a:cxn>
              </a:cxnLst>
              <a:rect l="0" t="0" r="r" b="b"/>
              <a:pathLst>
                <a:path w="252" h="186">
                  <a:moveTo>
                    <a:pt x="97" y="168"/>
                  </a:moveTo>
                  <a:cubicBezTo>
                    <a:pt x="96" y="167"/>
                    <a:pt x="95" y="167"/>
                    <a:pt x="95" y="166"/>
                  </a:cubicBezTo>
                  <a:cubicBezTo>
                    <a:pt x="92" y="165"/>
                    <a:pt x="87" y="166"/>
                    <a:pt x="84" y="165"/>
                  </a:cubicBezTo>
                  <a:cubicBezTo>
                    <a:pt x="81" y="165"/>
                    <a:pt x="76" y="165"/>
                    <a:pt x="74" y="165"/>
                  </a:cubicBezTo>
                  <a:cubicBezTo>
                    <a:pt x="70" y="165"/>
                    <a:pt x="62" y="166"/>
                    <a:pt x="59" y="166"/>
                  </a:cubicBezTo>
                  <a:cubicBezTo>
                    <a:pt x="56" y="166"/>
                    <a:pt x="50" y="165"/>
                    <a:pt x="47" y="164"/>
                  </a:cubicBezTo>
                  <a:cubicBezTo>
                    <a:pt x="43" y="163"/>
                    <a:pt x="37" y="161"/>
                    <a:pt x="34" y="159"/>
                  </a:cubicBezTo>
                  <a:cubicBezTo>
                    <a:pt x="33" y="158"/>
                    <a:pt x="32" y="154"/>
                    <a:pt x="31" y="153"/>
                  </a:cubicBezTo>
                  <a:cubicBezTo>
                    <a:pt x="31" y="151"/>
                    <a:pt x="29" y="148"/>
                    <a:pt x="28" y="147"/>
                  </a:cubicBezTo>
                  <a:cubicBezTo>
                    <a:pt x="28" y="146"/>
                    <a:pt x="26" y="144"/>
                    <a:pt x="25" y="144"/>
                  </a:cubicBezTo>
                  <a:cubicBezTo>
                    <a:pt x="24" y="143"/>
                    <a:pt x="20" y="142"/>
                    <a:pt x="18" y="142"/>
                  </a:cubicBezTo>
                  <a:cubicBezTo>
                    <a:pt x="16" y="141"/>
                    <a:pt x="11" y="140"/>
                    <a:pt x="9" y="138"/>
                  </a:cubicBezTo>
                  <a:cubicBezTo>
                    <a:pt x="8" y="138"/>
                    <a:pt x="5" y="135"/>
                    <a:pt x="4" y="134"/>
                  </a:cubicBezTo>
                  <a:cubicBezTo>
                    <a:pt x="3" y="133"/>
                    <a:pt x="1" y="131"/>
                    <a:pt x="0" y="130"/>
                  </a:cubicBezTo>
                  <a:cubicBezTo>
                    <a:pt x="0" y="128"/>
                    <a:pt x="0" y="125"/>
                    <a:pt x="0" y="124"/>
                  </a:cubicBezTo>
                  <a:cubicBezTo>
                    <a:pt x="1" y="122"/>
                    <a:pt x="3" y="119"/>
                    <a:pt x="4" y="118"/>
                  </a:cubicBezTo>
                  <a:cubicBezTo>
                    <a:pt x="5" y="116"/>
                    <a:pt x="8" y="112"/>
                    <a:pt x="10" y="110"/>
                  </a:cubicBezTo>
                  <a:cubicBezTo>
                    <a:pt x="11" y="108"/>
                    <a:pt x="14" y="106"/>
                    <a:pt x="15" y="105"/>
                  </a:cubicBezTo>
                  <a:cubicBezTo>
                    <a:pt x="16" y="104"/>
                    <a:pt x="18" y="100"/>
                    <a:pt x="19" y="99"/>
                  </a:cubicBezTo>
                  <a:cubicBezTo>
                    <a:pt x="19" y="96"/>
                    <a:pt x="19" y="90"/>
                    <a:pt x="19" y="87"/>
                  </a:cubicBezTo>
                  <a:cubicBezTo>
                    <a:pt x="19" y="84"/>
                    <a:pt x="18" y="79"/>
                    <a:pt x="18" y="77"/>
                  </a:cubicBezTo>
                  <a:cubicBezTo>
                    <a:pt x="18" y="75"/>
                    <a:pt x="18" y="72"/>
                    <a:pt x="18" y="69"/>
                  </a:cubicBezTo>
                  <a:cubicBezTo>
                    <a:pt x="20" y="70"/>
                    <a:pt x="22" y="71"/>
                    <a:pt x="24" y="71"/>
                  </a:cubicBezTo>
                  <a:cubicBezTo>
                    <a:pt x="27" y="73"/>
                    <a:pt x="35" y="75"/>
                    <a:pt x="39" y="75"/>
                  </a:cubicBezTo>
                  <a:cubicBezTo>
                    <a:pt x="44" y="75"/>
                    <a:pt x="53" y="76"/>
                    <a:pt x="57" y="75"/>
                  </a:cubicBezTo>
                  <a:cubicBezTo>
                    <a:pt x="60" y="74"/>
                    <a:pt x="67" y="70"/>
                    <a:pt x="70" y="68"/>
                  </a:cubicBezTo>
                  <a:cubicBezTo>
                    <a:pt x="71" y="67"/>
                    <a:pt x="74" y="64"/>
                    <a:pt x="76" y="63"/>
                  </a:cubicBezTo>
                  <a:cubicBezTo>
                    <a:pt x="77" y="61"/>
                    <a:pt x="78" y="58"/>
                    <a:pt x="79" y="57"/>
                  </a:cubicBezTo>
                  <a:cubicBezTo>
                    <a:pt x="80" y="56"/>
                    <a:pt x="84" y="55"/>
                    <a:pt x="85" y="55"/>
                  </a:cubicBezTo>
                  <a:cubicBezTo>
                    <a:pt x="87" y="55"/>
                    <a:pt x="91" y="58"/>
                    <a:pt x="93" y="59"/>
                  </a:cubicBezTo>
                  <a:cubicBezTo>
                    <a:pt x="95" y="60"/>
                    <a:pt x="97" y="65"/>
                    <a:pt x="100" y="64"/>
                  </a:cubicBezTo>
                  <a:cubicBezTo>
                    <a:pt x="101" y="64"/>
                    <a:pt x="102" y="59"/>
                    <a:pt x="103" y="58"/>
                  </a:cubicBezTo>
                  <a:cubicBezTo>
                    <a:pt x="104" y="55"/>
                    <a:pt x="105" y="50"/>
                    <a:pt x="106" y="47"/>
                  </a:cubicBezTo>
                  <a:cubicBezTo>
                    <a:pt x="106" y="44"/>
                    <a:pt x="108" y="39"/>
                    <a:pt x="108" y="37"/>
                  </a:cubicBezTo>
                  <a:cubicBezTo>
                    <a:pt x="108" y="34"/>
                    <a:pt x="106" y="29"/>
                    <a:pt x="106" y="26"/>
                  </a:cubicBezTo>
                  <a:cubicBezTo>
                    <a:pt x="106" y="23"/>
                    <a:pt x="108" y="17"/>
                    <a:pt x="110" y="14"/>
                  </a:cubicBezTo>
                  <a:cubicBezTo>
                    <a:pt x="110" y="12"/>
                    <a:pt x="112" y="10"/>
                    <a:pt x="113" y="9"/>
                  </a:cubicBezTo>
                  <a:cubicBezTo>
                    <a:pt x="113" y="8"/>
                    <a:pt x="115" y="6"/>
                    <a:pt x="117" y="5"/>
                  </a:cubicBezTo>
                  <a:cubicBezTo>
                    <a:pt x="118" y="4"/>
                    <a:pt x="122" y="2"/>
                    <a:pt x="124" y="2"/>
                  </a:cubicBezTo>
                  <a:cubicBezTo>
                    <a:pt x="127" y="1"/>
                    <a:pt x="134" y="0"/>
                    <a:pt x="138" y="0"/>
                  </a:cubicBezTo>
                  <a:cubicBezTo>
                    <a:pt x="142" y="0"/>
                    <a:pt x="150" y="2"/>
                    <a:pt x="155" y="2"/>
                  </a:cubicBezTo>
                  <a:cubicBezTo>
                    <a:pt x="156" y="2"/>
                    <a:pt x="158" y="2"/>
                    <a:pt x="160" y="3"/>
                  </a:cubicBezTo>
                  <a:cubicBezTo>
                    <a:pt x="160" y="5"/>
                    <a:pt x="160" y="7"/>
                    <a:pt x="159" y="8"/>
                  </a:cubicBezTo>
                  <a:cubicBezTo>
                    <a:pt x="158" y="9"/>
                    <a:pt x="156" y="12"/>
                    <a:pt x="156" y="14"/>
                  </a:cubicBezTo>
                  <a:cubicBezTo>
                    <a:pt x="155" y="16"/>
                    <a:pt x="155" y="20"/>
                    <a:pt x="155" y="22"/>
                  </a:cubicBezTo>
                  <a:cubicBezTo>
                    <a:pt x="155" y="25"/>
                    <a:pt x="154" y="30"/>
                    <a:pt x="155" y="32"/>
                  </a:cubicBezTo>
                  <a:cubicBezTo>
                    <a:pt x="155" y="34"/>
                    <a:pt x="157" y="39"/>
                    <a:pt x="158" y="41"/>
                  </a:cubicBezTo>
                  <a:cubicBezTo>
                    <a:pt x="159" y="44"/>
                    <a:pt x="163" y="49"/>
                    <a:pt x="166" y="51"/>
                  </a:cubicBezTo>
                  <a:cubicBezTo>
                    <a:pt x="168" y="52"/>
                    <a:pt x="173" y="53"/>
                    <a:pt x="175" y="53"/>
                  </a:cubicBezTo>
                  <a:cubicBezTo>
                    <a:pt x="178" y="53"/>
                    <a:pt x="183" y="51"/>
                    <a:pt x="185" y="50"/>
                  </a:cubicBezTo>
                  <a:cubicBezTo>
                    <a:pt x="188" y="49"/>
                    <a:pt x="193" y="46"/>
                    <a:pt x="196" y="45"/>
                  </a:cubicBezTo>
                  <a:cubicBezTo>
                    <a:pt x="197" y="44"/>
                    <a:pt x="200" y="42"/>
                    <a:pt x="201" y="42"/>
                  </a:cubicBezTo>
                  <a:cubicBezTo>
                    <a:pt x="202" y="42"/>
                    <a:pt x="204" y="43"/>
                    <a:pt x="205" y="44"/>
                  </a:cubicBezTo>
                  <a:cubicBezTo>
                    <a:pt x="206" y="44"/>
                    <a:pt x="208" y="46"/>
                    <a:pt x="208" y="47"/>
                  </a:cubicBezTo>
                  <a:cubicBezTo>
                    <a:pt x="211" y="49"/>
                    <a:pt x="214" y="55"/>
                    <a:pt x="216" y="58"/>
                  </a:cubicBezTo>
                  <a:cubicBezTo>
                    <a:pt x="220" y="62"/>
                    <a:pt x="228" y="70"/>
                    <a:pt x="231" y="74"/>
                  </a:cubicBezTo>
                  <a:cubicBezTo>
                    <a:pt x="235" y="78"/>
                    <a:pt x="241" y="87"/>
                    <a:pt x="243" y="92"/>
                  </a:cubicBezTo>
                  <a:cubicBezTo>
                    <a:pt x="245" y="96"/>
                    <a:pt x="247" y="105"/>
                    <a:pt x="248" y="109"/>
                  </a:cubicBezTo>
                  <a:cubicBezTo>
                    <a:pt x="249" y="111"/>
                    <a:pt x="249" y="116"/>
                    <a:pt x="250" y="119"/>
                  </a:cubicBezTo>
                  <a:cubicBezTo>
                    <a:pt x="250" y="120"/>
                    <a:pt x="251" y="121"/>
                    <a:pt x="252" y="122"/>
                  </a:cubicBezTo>
                  <a:cubicBezTo>
                    <a:pt x="250" y="122"/>
                    <a:pt x="247" y="122"/>
                    <a:pt x="246" y="122"/>
                  </a:cubicBezTo>
                  <a:cubicBezTo>
                    <a:pt x="244" y="122"/>
                    <a:pt x="239" y="122"/>
                    <a:pt x="236" y="123"/>
                  </a:cubicBezTo>
                  <a:cubicBezTo>
                    <a:pt x="234" y="124"/>
                    <a:pt x="229" y="127"/>
                    <a:pt x="227" y="129"/>
                  </a:cubicBezTo>
                  <a:cubicBezTo>
                    <a:pt x="226" y="131"/>
                    <a:pt x="223" y="135"/>
                    <a:pt x="222" y="137"/>
                  </a:cubicBezTo>
                  <a:cubicBezTo>
                    <a:pt x="221" y="139"/>
                    <a:pt x="219" y="144"/>
                    <a:pt x="218" y="146"/>
                  </a:cubicBezTo>
                  <a:cubicBezTo>
                    <a:pt x="218" y="148"/>
                    <a:pt x="218" y="153"/>
                    <a:pt x="218" y="155"/>
                  </a:cubicBezTo>
                  <a:cubicBezTo>
                    <a:pt x="217" y="158"/>
                    <a:pt x="217" y="163"/>
                    <a:pt x="215" y="165"/>
                  </a:cubicBezTo>
                  <a:cubicBezTo>
                    <a:pt x="214" y="167"/>
                    <a:pt x="210" y="170"/>
                    <a:pt x="208" y="170"/>
                  </a:cubicBezTo>
                  <a:cubicBezTo>
                    <a:pt x="206" y="170"/>
                    <a:pt x="202" y="168"/>
                    <a:pt x="199" y="168"/>
                  </a:cubicBezTo>
                  <a:cubicBezTo>
                    <a:pt x="197" y="168"/>
                    <a:pt x="191" y="167"/>
                    <a:pt x="188" y="168"/>
                  </a:cubicBezTo>
                  <a:cubicBezTo>
                    <a:pt x="187" y="169"/>
                    <a:pt x="185" y="171"/>
                    <a:pt x="184" y="172"/>
                  </a:cubicBezTo>
                  <a:cubicBezTo>
                    <a:pt x="183" y="173"/>
                    <a:pt x="180" y="176"/>
                    <a:pt x="179" y="177"/>
                  </a:cubicBezTo>
                  <a:cubicBezTo>
                    <a:pt x="177" y="179"/>
                    <a:pt x="174" y="184"/>
                    <a:pt x="171" y="185"/>
                  </a:cubicBezTo>
                  <a:cubicBezTo>
                    <a:pt x="169" y="186"/>
                    <a:pt x="163" y="186"/>
                    <a:pt x="161" y="185"/>
                  </a:cubicBezTo>
                  <a:cubicBezTo>
                    <a:pt x="158" y="185"/>
                    <a:pt x="153" y="183"/>
                    <a:pt x="150" y="182"/>
                  </a:cubicBezTo>
                  <a:cubicBezTo>
                    <a:pt x="148" y="182"/>
                    <a:pt x="142" y="182"/>
                    <a:pt x="139" y="182"/>
                  </a:cubicBezTo>
                  <a:cubicBezTo>
                    <a:pt x="136" y="182"/>
                    <a:pt x="129" y="181"/>
                    <a:pt x="126" y="182"/>
                  </a:cubicBezTo>
                  <a:cubicBezTo>
                    <a:pt x="125" y="182"/>
                    <a:pt x="123" y="184"/>
                    <a:pt x="122" y="184"/>
                  </a:cubicBezTo>
                  <a:cubicBezTo>
                    <a:pt x="119" y="185"/>
                    <a:pt x="114" y="185"/>
                    <a:pt x="112" y="184"/>
                  </a:cubicBezTo>
                  <a:cubicBezTo>
                    <a:pt x="110" y="183"/>
                    <a:pt x="107" y="180"/>
                    <a:pt x="106" y="178"/>
                  </a:cubicBezTo>
                  <a:cubicBezTo>
                    <a:pt x="104" y="176"/>
                    <a:pt x="101" y="172"/>
                    <a:pt x="99" y="170"/>
                  </a:cubicBezTo>
                  <a:cubicBezTo>
                    <a:pt x="99" y="170"/>
                    <a:pt x="98" y="169"/>
                    <a:pt x="97" y="16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95"/>
            <p:cNvSpPr>
              <a:spLocks/>
            </p:cNvSpPr>
            <p:nvPr/>
          </p:nvSpPr>
          <p:spPr bwMode="auto">
            <a:xfrm>
              <a:off x="1697038" y="1495425"/>
              <a:ext cx="371475" cy="271463"/>
            </a:xfrm>
            <a:custGeom>
              <a:avLst/>
              <a:gdLst/>
              <a:ahLst/>
              <a:cxnLst>
                <a:cxn ang="0">
                  <a:pos x="51" y="165"/>
                </a:cxn>
                <a:cxn ang="0">
                  <a:pos x="33" y="156"/>
                </a:cxn>
                <a:cxn ang="0">
                  <a:pos x="22" y="151"/>
                </a:cxn>
                <a:cxn ang="0">
                  <a:pos x="22" y="133"/>
                </a:cxn>
                <a:cxn ang="0">
                  <a:pos x="12" y="116"/>
                </a:cxn>
                <a:cxn ang="0">
                  <a:pos x="3" y="114"/>
                </a:cxn>
                <a:cxn ang="0">
                  <a:pos x="0" y="106"/>
                </a:cxn>
                <a:cxn ang="0">
                  <a:pos x="8" y="97"/>
                </a:cxn>
                <a:cxn ang="0">
                  <a:pos x="16" y="80"/>
                </a:cxn>
                <a:cxn ang="0">
                  <a:pos x="14" y="64"/>
                </a:cxn>
                <a:cxn ang="0">
                  <a:pos x="27" y="49"/>
                </a:cxn>
                <a:cxn ang="0">
                  <a:pos x="42" y="26"/>
                </a:cxn>
                <a:cxn ang="0">
                  <a:pos x="53" y="14"/>
                </a:cxn>
                <a:cxn ang="0">
                  <a:pos x="79" y="8"/>
                </a:cxn>
                <a:cxn ang="0">
                  <a:pos x="107" y="4"/>
                </a:cxn>
                <a:cxn ang="0">
                  <a:pos x="141" y="3"/>
                </a:cxn>
                <a:cxn ang="0">
                  <a:pos x="165" y="13"/>
                </a:cxn>
                <a:cxn ang="0">
                  <a:pos x="166" y="31"/>
                </a:cxn>
                <a:cxn ang="0">
                  <a:pos x="162" y="49"/>
                </a:cxn>
                <a:cxn ang="0">
                  <a:pos x="151" y="62"/>
                </a:cxn>
                <a:cxn ang="0">
                  <a:pos x="147" y="74"/>
                </a:cxn>
                <a:cxn ang="0">
                  <a:pos x="156" y="82"/>
                </a:cxn>
                <a:cxn ang="0">
                  <a:pos x="172" y="88"/>
                </a:cxn>
                <a:cxn ang="0">
                  <a:pos x="178" y="97"/>
                </a:cxn>
                <a:cxn ang="0">
                  <a:pos x="194" y="108"/>
                </a:cxn>
                <a:cxn ang="0">
                  <a:pos x="221" y="109"/>
                </a:cxn>
                <a:cxn ang="0">
                  <a:pos x="242" y="110"/>
                </a:cxn>
                <a:cxn ang="0">
                  <a:pos x="238" y="115"/>
                </a:cxn>
                <a:cxn ang="0">
                  <a:pos x="225" y="122"/>
                </a:cxn>
                <a:cxn ang="0">
                  <a:pos x="214" y="141"/>
                </a:cxn>
                <a:cxn ang="0">
                  <a:pos x="215" y="156"/>
                </a:cxn>
                <a:cxn ang="0">
                  <a:pos x="188" y="169"/>
                </a:cxn>
                <a:cxn ang="0">
                  <a:pos x="158" y="178"/>
                </a:cxn>
                <a:cxn ang="0">
                  <a:pos x="141" y="169"/>
                </a:cxn>
                <a:cxn ang="0">
                  <a:pos x="128" y="167"/>
                </a:cxn>
                <a:cxn ang="0">
                  <a:pos x="122" y="174"/>
                </a:cxn>
                <a:cxn ang="0">
                  <a:pos x="110" y="172"/>
                </a:cxn>
                <a:cxn ang="0">
                  <a:pos x="91" y="163"/>
                </a:cxn>
                <a:cxn ang="0">
                  <a:pos x="76" y="165"/>
                </a:cxn>
                <a:cxn ang="0">
                  <a:pos x="59" y="166"/>
                </a:cxn>
              </a:cxnLst>
              <a:rect l="0" t="0" r="r" b="b"/>
              <a:pathLst>
                <a:path w="244" h="178">
                  <a:moveTo>
                    <a:pt x="52" y="165"/>
                  </a:moveTo>
                  <a:cubicBezTo>
                    <a:pt x="51" y="165"/>
                    <a:pt x="51" y="165"/>
                    <a:pt x="51" y="165"/>
                  </a:cubicBezTo>
                  <a:cubicBezTo>
                    <a:pt x="49" y="164"/>
                    <a:pt x="43" y="163"/>
                    <a:pt x="41" y="162"/>
                  </a:cubicBezTo>
                  <a:cubicBezTo>
                    <a:pt x="39" y="161"/>
                    <a:pt x="35" y="158"/>
                    <a:pt x="33" y="156"/>
                  </a:cubicBezTo>
                  <a:cubicBezTo>
                    <a:pt x="32" y="155"/>
                    <a:pt x="29" y="153"/>
                    <a:pt x="27" y="153"/>
                  </a:cubicBezTo>
                  <a:cubicBezTo>
                    <a:pt x="26" y="152"/>
                    <a:pt x="24" y="152"/>
                    <a:pt x="22" y="151"/>
                  </a:cubicBezTo>
                  <a:cubicBezTo>
                    <a:pt x="22" y="149"/>
                    <a:pt x="22" y="145"/>
                    <a:pt x="22" y="143"/>
                  </a:cubicBezTo>
                  <a:cubicBezTo>
                    <a:pt x="22" y="141"/>
                    <a:pt x="22" y="136"/>
                    <a:pt x="22" y="133"/>
                  </a:cubicBezTo>
                  <a:cubicBezTo>
                    <a:pt x="22" y="131"/>
                    <a:pt x="22" y="125"/>
                    <a:pt x="20" y="123"/>
                  </a:cubicBezTo>
                  <a:cubicBezTo>
                    <a:pt x="19" y="121"/>
                    <a:pt x="14" y="117"/>
                    <a:pt x="12" y="116"/>
                  </a:cubicBezTo>
                  <a:cubicBezTo>
                    <a:pt x="11" y="115"/>
                    <a:pt x="9" y="114"/>
                    <a:pt x="8" y="114"/>
                  </a:cubicBezTo>
                  <a:cubicBezTo>
                    <a:pt x="7" y="113"/>
                    <a:pt x="4" y="114"/>
                    <a:pt x="3" y="114"/>
                  </a:cubicBezTo>
                  <a:cubicBezTo>
                    <a:pt x="2" y="113"/>
                    <a:pt x="0" y="112"/>
                    <a:pt x="0" y="111"/>
                  </a:cubicBezTo>
                  <a:cubicBezTo>
                    <a:pt x="0" y="110"/>
                    <a:pt x="0" y="107"/>
                    <a:pt x="0" y="106"/>
                  </a:cubicBezTo>
                  <a:cubicBezTo>
                    <a:pt x="0" y="105"/>
                    <a:pt x="1" y="104"/>
                    <a:pt x="2" y="103"/>
                  </a:cubicBezTo>
                  <a:cubicBezTo>
                    <a:pt x="3" y="101"/>
                    <a:pt x="7" y="99"/>
                    <a:pt x="8" y="97"/>
                  </a:cubicBezTo>
                  <a:cubicBezTo>
                    <a:pt x="10" y="96"/>
                    <a:pt x="14" y="92"/>
                    <a:pt x="15" y="89"/>
                  </a:cubicBezTo>
                  <a:cubicBezTo>
                    <a:pt x="16" y="87"/>
                    <a:pt x="16" y="82"/>
                    <a:pt x="16" y="80"/>
                  </a:cubicBezTo>
                  <a:cubicBezTo>
                    <a:pt x="16" y="78"/>
                    <a:pt x="16" y="73"/>
                    <a:pt x="16" y="71"/>
                  </a:cubicBezTo>
                  <a:cubicBezTo>
                    <a:pt x="16" y="69"/>
                    <a:pt x="15" y="66"/>
                    <a:pt x="14" y="64"/>
                  </a:cubicBezTo>
                  <a:cubicBezTo>
                    <a:pt x="15" y="63"/>
                    <a:pt x="15" y="62"/>
                    <a:pt x="16" y="62"/>
                  </a:cubicBezTo>
                  <a:cubicBezTo>
                    <a:pt x="19" y="59"/>
                    <a:pt x="24" y="52"/>
                    <a:pt x="27" y="49"/>
                  </a:cubicBezTo>
                  <a:cubicBezTo>
                    <a:pt x="30" y="46"/>
                    <a:pt x="37" y="41"/>
                    <a:pt x="39" y="37"/>
                  </a:cubicBezTo>
                  <a:cubicBezTo>
                    <a:pt x="41" y="35"/>
                    <a:pt x="41" y="29"/>
                    <a:pt x="42" y="26"/>
                  </a:cubicBezTo>
                  <a:cubicBezTo>
                    <a:pt x="42" y="25"/>
                    <a:pt x="43" y="22"/>
                    <a:pt x="43" y="21"/>
                  </a:cubicBezTo>
                  <a:cubicBezTo>
                    <a:pt x="45" y="18"/>
                    <a:pt x="50" y="15"/>
                    <a:pt x="53" y="14"/>
                  </a:cubicBezTo>
                  <a:cubicBezTo>
                    <a:pt x="56" y="12"/>
                    <a:pt x="62" y="10"/>
                    <a:pt x="66" y="9"/>
                  </a:cubicBezTo>
                  <a:cubicBezTo>
                    <a:pt x="69" y="8"/>
                    <a:pt x="75" y="8"/>
                    <a:pt x="79" y="8"/>
                  </a:cubicBezTo>
                  <a:cubicBezTo>
                    <a:pt x="83" y="8"/>
                    <a:pt x="91" y="10"/>
                    <a:pt x="94" y="9"/>
                  </a:cubicBezTo>
                  <a:cubicBezTo>
                    <a:pt x="98" y="9"/>
                    <a:pt x="103" y="5"/>
                    <a:pt x="107" y="4"/>
                  </a:cubicBezTo>
                  <a:cubicBezTo>
                    <a:pt x="110" y="2"/>
                    <a:pt x="118" y="1"/>
                    <a:pt x="121" y="0"/>
                  </a:cubicBezTo>
                  <a:cubicBezTo>
                    <a:pt x="126" y="0"/>
                    <a:pt x="136" y="2"/>
                    <a:pt x="141" y="3"/>
                  </a:cubicBezTo>
                  <a:cubicBezTo>
                    <a:pt x="144" y="4"/>
                    <a:pt x="150" y="6"/>
                    <a:pt x="153" y="7"/>
                  </a:cubicBezTo>
                  <a:cubicBezTo>
                    <a:pt x="156" y="9"/>
                    <a:pt x="161" y="11"/>
                    <a:pt x="165" y="13"/>
                  </a:cubicBezTo>
                  <a:cubicBezTo>
                    <a:pt x="165" y="16"/>
                    <a:pt x="165" y="19"/>
                    <a:pt x="165" y="21"/>
                  </a:cubicBezTo>
                  <a:cubicBezTo>
                    <a:pt x="165" y="23"/>
                    <a:pt x="166" y="28"/>
                    <a:pt x="166" y="31"/>
                  </a:cubicBezTo>
                  <a:cubicBezTo>
                    <a:pt x="166" y="34"/>
                    <a:pt x="166" y="40"/>
                    <a:pt x="166" y="43"/>
                  </a:cubicBezTo>
                  <a:cubicBezTo>
                    <a:pt x="165" y="44"/>
                    <a:pt x="163" y="48"/>
                    <a:pt x="162" y="49"/>
                  </a:cubicBezTo>
                  <a:cubicBezTo>
                    <a:pt x="161" y="50"/>
                    <a:pt x="158" y="52"/>
                    <a:pt x="157" y="54"/>
                  </a:cubicBezTo>
                  <a:cubicBezTo>
                    <a:pt x="155" y="56"/>
                    <a:pt x="152" y="60"/>
                    <a:pt x="151" y="62"/>
                  </a:cubicBezTo>
                  <a:cubicBezTo>
                    <a:pt x="150" y="63"/>
                    <a:pt x="148" y="66"/>
                    <a:pt x="147" y="68"/>
                  </a:cubicBezTo>
                  <a:cubicBezTo>
                    <a:pt x="147" y="69"/>
                    <a:pt x="147" y="72"/>
                    <a:pt x="147" y="74"/>
                  </a:cubicBezTo>
                  <a:cubicBezTo>
                    <a:pt x="148" y="75"/>
                    <a:pt x="150" y="77"/>
                    <a:pt x="151" y="78"/>
                  </a:cubicBezTo>
                  <a:cubicBezTo>
                    <a:pt x="152" y="79"/>
                    <a:pt x="155" y="82"/>
                    <a:pt x="156" y="82"/>
                  </a:cubicBezTo>
                  <a:cubicBezTo>
                    <a:pt x="158" y="84"/>
                    <a:pt x="163" y="85"/>
                    <a:pt x="165" y="86"/>
                  </a:cubicBezTo>
                  <a:cubicBezTo>
                    <a:pt x="167" y="86"/>
                    <a:pt x="171" y="87"/>
                    <a:pt x="172" y="88"/>
                  </a:cubicBezTo>
                  <a:cubicBezTo>
                    <a:pt x="173" y="88"/>
                    <a:pt x="175" y="90"/>
                    <a:pt x="175" y="91"/>
                  </a:cubicBezTo>
                  <a:cubicBezTo>
                    <a:pt x="176" y="92"/>
                    <a:pt x="178" y="95"/>
                    <a:pt x="178" y="97"/>
                  </a:cubicBezTo>
                  <a:cubicBezTo>
                    <a:pt x="179" y="98"/>
                    <a:pt x="180" y="102"/>
                    <a:pt x="181" y="103"/>
                  </a:cubicBezTo>
                  <a:cubicBezTo>
                    <a:pt x="184" y="105"/>
                    <a:pt x="190" y="107"/>
                    <a:pt x="194" y="108"/>
                  </a:cubicBezTo>
                  <a:cubicBezTo>
                    <a:pt x="197" y="109"/>
                    <a:pt x="203" y="110"/>
                    <a:pt x="206" y="110"/>
                  </a:cubicBezTo>
                  <a:cubicBezTo>
                    <a:pt x="209" y="110"/>
                    <a:pt x="217" y="109"/>
                    <a:pt x="221" y="109"/>
                  </a:cubicBezTo>
                  <a:cubicBezTo>
                    <a:pt x="223" y="109"/>
                    <a:pt x="228" y="109"/>
                    <a:pt x="231" y="109"/>
                  </a:cubicBezTo>
                  <a:cubicBezTo>
                    <a:pt x="234" y="110"/>
                    <a:pt x="239" y="109"/>
                    <a:pt x="242" y="110"/>
                  </a:cubicBezTo>
                  <a:cubicBezTo>
                    <a:pt x="242" y="111"/>
                    <a:pt x="243" y="111"/>
                    <a:pt x="244" y="112"/>
                  </a:cubicBezTo>
                  <a:cubicBezTo>
                    <a:pt x="242" y="113"/>
                    <a:pt x="239" y="115"/>
                    <a:pt x="238" y="115"/>
                  </a:cubicBezTo>
                  <a:cubicBezTo>
                    <a:pt x="237" y="116"/>
                    <a:pt x="234" y="118"/>
                    <a:pt x="232" y="119"/>
                  </a:cubicBezTo>
                  <a:cubicBezTo>
                    <a:pt x="230" y="120"/>
                    <a:pt x="227" y="121"/>
                    <a:pt x="225" y="122"/>
                  </a:cubicBezTo>
                  <a:cubicBezTo>
                    <a:pt x="223" y="124"/>
                    <a:pt x="219" y="129"/>
                    <a:pt x="218" y="132"/>
                  </a:cubicBezTo>
                  <a:cubicBezTo>
                    <a:pt x="216" y="134"/>
                    <a:pt x="214" y="139"/>
                    <a:pt x="214" y="141"/>
                  </a:cubicBezTo>
                  <a:cubicBezTo>
                    <a:pt x="213" y="143"/>
                    <a:pt x="214" y="148"/>
                    <a:pt x="214" y="151"/>
                  </a:cubicBezTo>
                  <a:cubicBezTo>
                    <a:pt x="214" y="152"/>
                    <a:pt x="215" y="154"/>
                    <a:pt x="215" y="156"/>
                  </a:cubicBezTo>
                  <a:cubicBezTo>
                    <a:pt x="213" y="157"/>
                    <a:pt x="209" y="159"/>
                    <a:pt x="208" y="160"/>
                  </a:cubicBezTo>
                  <a:cubicBezTo>
                    <a:pt x="203" y="162"/>
                    <a:pt x="193" y="167"/>
                    <a:pt x="188" y="169"/>
                  </a:cubicBezTo>
                  <a:cubicBezTo>
                    <a:pt x="183" y="171"/>
                    <a:pt x="175" y="175"/>
                    <a:pt x="170" y="176"/>
                  </a:cubicBezTo>
                  <a:cubicBezTo>
                    <a:pt x="167" y="177"/>
                    <a:pt x="161" y="178"/>
                    <a:pt x="158" y="178"/>
                  </a:cubicBezTo>
                  <a:cubicBezTo>
                    <a:pt x="155" y="178"/>
                    <a:pt x="150" y="175"/>
                    <a:pt x="147" y="174"/>
                  </a:cubicBezTo>
                  <a:cubicBezTo>
                    <a:pt x="145" y="173"/>
                    <a:pt x="143" y="170"/>
                    <a:pt x="141" y="169"/>
                  </a:cubicBezTo>
                  <a:cubicBezTo>
                    <a:pt x="140" y="169"/>
                    <a:pt x="138" y="167"/>
                    <a:pt x="137" y="167"/>
                  </a:cubicBezTo>
                  <a:cubicBezTo>
                    <a:pt x="135" y="166"/>
                    <a:pt x="131" y="166"/>
                    <a:pt x="128" y="167"/>
                  </a:cubicBezTo>
                  <a:cubicBezTo>
                    <a:pt x="127" y="167"/>
                    <a:pt x="125" y="169"/>
                    <a:pt x="124" y="170"/>
                  </a:cubicBezTo>
                  <a:cubicBezTo>
                    <a:pt x="123" y="171"/>
                    <a:pt x="122" y="173"/>
                    <a:pt x="122" y="174"/>
                  </a:cubicBezTo>
                  <a:cubicBezTo>
                    <a:pt x="120" y="174"/>
                    <a:pt x="118" y="174"/>
                    <a:pt x="116" y="174"/>
                  </a:cubicBezTo>
                  <a:cubicBezTo>
                    <a:pt x="115" y="174"/>
                    <a:pt x="112" y="172"/>
                    <a:pt x="110" y="172"/>
                  </a:cubicBezTo>
                  <a:cubicBezTo>
                    <a:pt x="108" y="171"/>
                    <a:pt x="103" y="168"/>
                    <a:pt x="101" y="167"/>
                  </a:cubicBezTo>
                  <a:cubicBezTo>
                    <a:pt x="98" y="166"/>
                    <a:pt x="94" y="163"/>
                    <a:pt x="91" y="163"/>
                  </a:cubicBezTo>
                  <a:cubicBezTo>
                    <a:pt x="89" y="162"/>
                    <a:pt x="85" y="162"/>
                    <a:pt x="82" y="163"/>
                  </a:cubicBezTo>
                  <a:cubicBezTo>
                    <a:pt x="81" y="163"/>
                    <a:pt x="78" y="165"/>
                    <a:pt x="76" y="165"/>
                  </a:cubicBezTo>
                  <a:cubicBezTo>
                    <a:pt x="74" y="166"/>
                    <a:pt x="69" y="166"/>
                    <a:pt x="67" y="166"/>
                  </a:cubicBezTo>
                  <a:cubicBezTo>
                    <a:pt x="65" y="166"/>
                    <a:pt x="61" y="166"/>
                    <a:pt x="59" y="166"/>
                  </a:cubicBezTo>
                  <a:cubicBezTo>
                    <a:pt x="57" y="166"/>
                    <a:pt x="54" y="165"/>
                    <a:pt x="52" y="16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96"/>
            <p:cNvSpPr>
              <a:spLocks/>
            </p:cNvSpPr>
            <p:nvPr/>
          </p:nvSpPr>
          <p:spPr bwMode="auto">
            <a:xfrm>
              <a:off x="1300163" y="2317750"/>
              <a:ext cx="273050" cy="273050"/>
            </a:xfrm>
            <a:custGeom>
              <a:avLst/>
              <a:gdLst/>
              <a:ahLst/>
              <a:cxnLst>
                <a:cxn ang="0">
                  <a:pos x="70" y="46"/>
                </a:cxn>
                <a:cxn ang="0">
                  <a:pos x="78" y="22"/>
                </a:cxn>
                <a:cxn ang="0">
                  <a:pos x="85" y="12"/>
                </a:cxn>
                <a:cxn ang="0">
                  <a:pos x="97" y="9"/>
                </a:cxn>
                <a:cxn ang="0">
                  <a:pos x="106" y="2"/>
                </a:cxn>
                <a:cxn ang="0">
                  <a:pos x="108" y="1"/>
                </a:cxn>
                <a:cxn ang="0">
                  <a:pos x="120" y="27"/>
                </a:cxn>
                <a:cxn ang="0">
                  <a:pos x="128" y="50"/>
                </a:cxn>
                <a:cxn ang="0">
                  <a:pos x="143" y="59"/>
                </a:cxn>
                <a:cxn ang="0">
                  <a:pos x="162" y="61"/>
                </a:cxn>
                <a:cxn ang="0">
                  <a:pos x="169" y="68"/>
                </a:cxn>
                <a:cxn ang="0">
                  <a:pos x="171" y="83"/>
                </a:cxn>
                <a:cxn ang="0">
                  <a:pos x="177" y="99"/>
                </a:cxn>
                <a:cxn ang="0">
                  <a:pos x="169" y="105"/>
                </a:cxn>
                <a:cxn ang="0">
                  <a:pos x="160" y="109"/>
                </a:cxn>
                <a:cxn ang="0">
                  <a:pos x="161" y="119"/>
                </a:cxn>
                <a:cxn ang="0">
                  <a:pos x="165" y="131"/>
                </a:cxn>
                <a:cxn ang="0">
                  <a:pos x="160" y="134"/>
                </a:cxn>
                <a:cxn ang="0">
                  <a:pos x="142" y="138"/>
                </a:cxn>
                <a:cxn ang="0">
                  <a:pos x="123" y="145"/>
                </a:cxn>
                <a:cxn ang="0">
                  <a:pos x="109" y="149"/>
                </a:cxn>
                <a:cxn ang="0">
                  <a:pos x="99" y="144"/>
                </a:cxn>
                <a:cxn ang="0">
                  <a:pos x="83" y="155"/>
                </a:cxn>
                <a:cxn ang="0">
                  <a:pos x="77" y="169"/>
                </a:cxn>
                <a:cxn ang="0">
                  <a:pos x="71" y="166"/>
                </a:cxn>
                <a:cxn ang="0">
                  <a:pos x="65" y="170"/>
                </a:cxn>
                <a:cxn ang="0">
                  <a:pos x="61" y="175"/>
                </a:cxn>
                <a:cxn ang="0">
                  <a:pos x="55" y="179"/>
                </a:cxn>
                <a:cxn ang="0">
                  <a:pos x="46" y="171"/>
                </a:cxn>
                <a:cxn ang="0">
                  <a:pos x="36" y="167"/>
                </a:cxn>
                <a:cxn ang="0">
                  <a:pos x="27" y="163"/>
                </a:cxn>
                <a:cxn ang="0">
                  <a:pos x="21" y="160"/>
                </a:cxn>
                <a:cxn ang="0">
                  <a:pos x="16" y="163"/>
                </a:cxn>
                <a:cxn ang="0">
                  <a:pos x="17" y="170"/>
                </a:cxn>
                <a:cxn ang="0">
                  <a:pos x="10" y="171"/>
                </a:cxn>
                <a:cxn ang="0">
                  <a:pos x="10" y="163"/>
                </a:cxn>
                <a:cxn ang="0">
                  <a:pos x="5" y="153"/>
                </a:cxn>
                <a:cxn ang="0">
                  <a:pos x="0" y="146"/>
                </a:cxn>
                <a:cxn ang="0">
                  <a:pos x="12" y="135"/>
                </a:cxn>
                <a:cxn ang="0">
                  <a:pos x="30" y="113"/>
                </a:cxn>
                <a:cxn ang="0">
                  <a:pos x="39" y="90"/>
                </a:cxn>
                <a:cxn ang="0">
                  <a:pos x="60" y="69"/>
                </a:cxn>
                <a:cxn ang="0">
                  <a:pos x="69" y="50"/>
                </a:cxn>
              </a:cxnLst>
              <a:rect l="0" t="0" r="r" b="b"/>
              <a:pathLst>
                <a:path w="178" h="179">
                  <a:moveTo>
                    <a:pt x="69" y="50"/>
                  </a:moveTo>
                  <a:cubicBezTo>
                    <a:pt x="70" y="48"/>
                    <a:pt x="70" y="47"/>
                    <a:pt x="70" y="46"/>
                  </a:cubicBezTo>
                  <a:cubicBezTo>
                    <a:pt x="71" y="43"/>
                    <a:pt x="73" y="38"/>
                    <a:pt x="74" y="35"/>
                  </a:cubicBezTo>
                  <a:cubicBezTo>
                    <a:pt x="75" y="31"/>
                    <a:pt x="77" y="25"/>
                    <a:pt x="78" y="22"/>
                  </a:cubicBezTo>
                  <a:cubicBezTo>
                    <a:pt x="78" y="20"/>
                    <a:pt x="79" y="16"/>
                    <a:pt x="80" y="14"/>
                  </a:cubicBezTo>
                  <a:cubicBezTo>
                    <a:pt x="81" y="13"/>
                    <a:pt x="83" y="12"/>
                    <a:pt x="85" y="12"/>
                  </a:cubicBezTo>
                  <a:cubicBezTo>
                    <a:pt x="87" y="11"/>
                    <a:pt x="91" y="12"/>
                    <a:pt x="93" y="11"/>
                  </a:cubicBezTo>
                  <a:cubicBezTo>
                    <a:pt x="94" y="11"/>
                    <a:pt x="96" y="10"/>
                    <a:pt x="97" y="9"/>
                  </a:cubicBezTo>
                  <a:cubicBezTo>
                    <a:pt x="98" y="8"/>
                    <a:pt x="100" y="5"/>
                    <a:pt x="101" y="5"/>
                  </a:cubicBezTo>
                  <a:cubicBezTo>
                    <a:pt x="102" y="4"/>
                    <a:pt x="105" y="3"/>
                    <a:pt x="106" y="2"/>
                  </a:cubicBezTo>
                  <a:cubicBezTo>
                    <a:pt x="106" y="1"/>
                    <a:pt x="107" y="0"/>
                    <a:pt x="107" y="0"/>
                  </a:cubicBezTo>
                  <a:cubicBezTo>
                    <a:pt x="108" y="0"/>
                    <a:pt x="108" y="0"/>
                    <a:pt x="108" y="1"/>
                  </a:cubicBezTo>
                  <a:cubicBezTo>
                    <a:pt x="110" y="4"/>
                    <a:pt x="111" y="12"/>
                    <a:pt x="113" y="15"/>
                  </a:cubicBezTo>
                  <a:cubicBezTo>
                    <a:pt x="114" y="18"/>
                    <a:pt x="119" y="24"/>
                    <a:pt x="120" y="27"/>
                  </a:cubicBezTo>
                  <a:cubicBezTo>
                    <a:pt x="122" y="30"/>
                    <a:pt x="123" y="35"/>
                    <a:pt x="124" y="38"/>
                  </a:cubicBezTo>
                  <a:cubicBezTo>
                    <a:pt x="125" y="41"/>
                    <a:pt x="126" y="48"/>
                    <a:pt x="128" y="50"/>
                  </a:cubicBezTo>
                  <a:cubicBezTo>
                    <a:pt x="128" y="51"/>
                    <a:pt x="131" y="53"/>
                    <a:pt x="133" y="54"/>
                  </a:cubicBezTo>
                  <a:cubicBezTo>
                    <a:pt x="135" y="56"/>
                    <a:pt x="140" y="58"/>
                    <a:pt x="143" y="59"/>
                  </a:cubicBezTo>
                  <a:cubicBezTo>
                    <a:pt x="146" y="59"/>
                    <a:pt x="151" y="58"/>
                    <a:pt x="154" y="59"/>
                  </a:cubicBezTo>
                  <a:cubicBezTo>
                    <a:pt x="156" y="59"/>
                    <a:pt x="160" y="60"/>
                    <a:pt x="162" y="61"/>
                  </a:cubicBezTo>
                  <a:cubicBezTo>
                    <a:pt x="162" y="61"/>
                    <a:pt x="163" y="61"/>
                    <a:pt x="163" y="61"/>
                  </a:cubicBezTo>
                  <a:cubicBezTo>
                    <a:pt x="165" y="62"/>
                    <a:pt x="168" y="66"/>
                    <a:pt x="169" y="68"/>
                  </a:cubicBezTo>
                  <a:cubicBezTo>
                    <a:pt x="169" y="70"/>
                    <a:pt x="170" y="74"/>
                    <a:pt x="171" y="76"/>
                  </a:cubicBezTo>
                  <a:cubicBezTo>
                    <a:pt x="171" y="78"/>
                    <a:pt x="170" y="82"/>
                    <a:pt x="171" y="83"/>
                  </a:cubicBezTo>
                  <a:cubicBezTo>
                    <a:pt x="171" y="86"/>
                    <a:pt x="175" y="89"/>
                    <a:pt x="176" y="91"/>
                  </a:cubicBezTo>
                  <a:cubicBezTo>
                    <a:pt x="177" y="93"/>
                    <a:pt x="178" y="97"/>
                    <a:pt x="177" y="99"/>
                  </a:cubicBezTo>
                  <a:cubicBezTo>
                    <a:pt x="177" y="100"/>
                    <a:pt x="175" y="101"/>
                    <a:pt x="175" y="102"/>
                  </a:cubicBezTo>
                  <a:cubicBezTo>
                    <a:pt x="173" y="103"/>
                    <a:pt x="170" y="104"/>
                    <a:pt x="169" y="105"/>
                  </a:cubicBezTo>
                  <a:cubicBezTo>
                    <a:pt x="168" y="106"/>
                    <a:pt x="166" y="107"/>
                    <a:pt x="165" y="108"/>
                  </a:cubicBezTo>
                  <a:cubicBezTo>
                    <a:pt x="164" y="109"/>
                    <a:pt x="161" y="109"/>
                    <a:pt x="160" y="109"/>
                  </a:cubicBezTo>
                  <a:cubicBezTo>
                    <a:pt x="160" y="110"/>
                    <a:pt x="159" y="113"/>
                    <a:pt x="159" y="115"/>
                  </a:cubicBezTo>
                  <a:cubicBezTo>
                    <a:pt x="159" y="116"/>
                    <a:pt x="161" y="118"/>
                    <a:pt x="161" y="119"/>
                  </a:cubicBezTo>
                  <a:cubicBezTo>
                    <a:pt x="161" y="121"/>
                    <a:pt x="160" y="124"/>
                    <a:pt x="161" y="126"/>
                  </a:cubicBezTo>
                  <a:cubicBezTo>
                    <a:pt x="161" y="128"/>
                    <a:pt x="164" y="130"/>
                    <a:pt x="165" y="131"/>
                  </a:cubicBezTo>
                  <a:cubicBezTo>
                    <a:pt x="165" y="132"/>
                    <a:pt x="165" y="133"/>
                    <a:pt x="165" y="134"/>
                  </a:cubicBezTo>
                  <a:cubicBezTo>
                    <a:pt x="163" y="134"/>
                    <a:pt x="161" y="134"/>
                    <a:pt x="160" y="134"/>
                  </a:cubicBezTo>
                  <a:cubicBezTo>
                    <a:pt x="157" y="134"/>
                    <a:pt x="153" y="134"/>
                    <a:pt x="151" y="134"/>
                  </a:cubicBezTo>
                  <a:cubicBezTo>
                    <a:pt x="148" y="135"/>
                    <a:pt x="144" y="137"/>
                    <a:pt x="142" y="138"/>
                  </a:cubicBezTo>
                  <a:cubicBezTo>
                    <a:pt x="140" y="139"/>
                    <a:pt x="136" y="140"/>
                    <a:pt x="135" y="141"/>
                  </a:cubicBezTo>
                  <a:cubicBezTo>
                    <a:pt x="132" y="142"/>
                    <a:pt x="126" y="144"/>
                    <a:pt x="123" y="145"/>
                  </a:cubicBezTo>
                  <a:cubicBezTo>
                    <a:pt x="122" y="146"/>
                    <a:pt x="120" y="148"/>
                    <a:pt x="118" y="149"/>
                  </a:cubicBezTo>
                  <a:cubicBezTo>
                    <a:pt x="116" y="149"/>
                    <a:pt x="111" y="149"/>
                    <a:pt x="109" y="149"/>
                  </a:cubicBezTo>
                  <a:cubicBezTo>
                    <a:pt x="107" y="148"/>
                    <a:pt x="105" y="145"/>
                    <a:pt x="103" y="144"/>
                  </a:cubicBezTo>
                  <a:cubicBezTo>
                    <a:pt x="102" y="144"/>
                    <a:pt x="100" y="144"/>
                    <a:pt x="99" y="144"/>
                  </a:cubicBezTo>
                  <a:cubicBezTo>
                    <a:pt x="96" y="144"/>
                    <a:pt x="91" y="145"/>
                    <a:pt x="90" y="147"/>
                  </a:cubicBezTo>
                  <a:cubicBezTo>
                    <a:pt x="87" y="148"/>
                    <a:pt x="84" y="153"/>
                    <a:pt x="83" y="155"/>
                  </a:cubicBezTo>
                  <a:cubicBezTo>
                    <a:pt x="82" y="157"/>
                    <a:pt x="80" y="162"/>
                    <a:pt x="79" y="165"/>
                  </a:cubicBezTo>
                  <a:cubicBezTo>
                    <a:pt x="79" y="165"/>
                    <a:pt x="78" y="167"/>
                    <a:pt x="77" y="169"/>
                  </a:cubicBezTo>
                  <a:cubicBezTo>
                    <a:pt x="77" y="168"/>
                    <a:pt x="77" y="168"/>
                    <a:pt x="77" y="168"/>
                  </a:cubicBezTo>
                  <a:cubicBezTo>
                    <a:pt x="76" y="167"/>
                    <a:pt x="73" y="166"/>
                    <a:pt x="71" y="166"/>
                  </a:cubicBezTo>
                  <a:cubicBezTo>
                    <a:pt x="71" y="166"/>
                    <a:pt x="69" y="166"/>
                    <a:pt x="68" y="166"/>
                  </a:cubicBezTo>
                  <a:cubicBezTo>
                    <a:pt x="67" y="167"/>
                    <a:pt x="66" y="169"/>
                    <a:pt x="65" y="170"/>
                  </a:cubicBezTo>
                  <a:cubicBezTo>
                    <a:pt x="64" y="170"/>
                    <a:pt x="63" y="171"/>
                    <a:pt x="63" y="171"/>
                  </a:cubicBezTo>
                  <a:cubicBezTo>
                    <a:pt x="62" y="172"/>
                    <a:pt x="61" y="174"/>
                    <a:pt x="61" y="175"/>
                  </a:cubicBezTo>
                  <a:cubicBezTo>
                    <a:pt x="60" y="176"/>
                    <a:pt x="60" y="178"/>
                    <a:pt x="59" y="178"/>
                  </a:cubicBezTo>
                  <a:cubicBezTo>
                    <a:pt x="59" y="179"/>
                    <a:pt x="56" y="179"/>
                    <a:pt x="55" y="179"/>
                  </a:cubicBezTo>
                  <a:cubicBezTo>
                    <a:pt x="54" y="179"/>
                    <a:pt x="52" y="175"/>
                    <a:pt x="51" y="174"/>
                  </a:cubicBezTo>
                  <a:cubicBezTo>
                    <a:pt x="50" y="173"/>
                    <a:pt x="47" y="172"/>
                    <a:pt x="46" y="171"/>
                  </a:cubicBezTo>
                  <a:cubicBezTo>
                    <a:pt x="44" y="171"/>
                    <a:pt x="40" y="172"/>
                    <a:pt x="39" y="171"/>
                  </a:cubicBezTo>
                  <a:cubicBezTo>
                    <a:pt x="38" y="171"/>
                    <a:pt x="37" y="168"/>
                    <a:pt x="36" y="167"/>
                  </a:cubicBezTo>
                  <a:cubicBezTo>
                    <a:pt x="35" y="166"/>
                    <a:pt x="33" y="166"/>
                    <a:pt x="32" y="165"/>
                  </a:cubicBezTo>
                  <a:cubicBezTo>
                    <a:pt x="31" y="165"/>
                    <a:pt x="28" y="164"/>
                    <a:pt x="27" y="163"/>
                  </a:cubicBezTo>
                  <a:cubicBezTo>
                    <a:pt x="26" y="163"/>
                    <a:pt x="25" y="161"/>
                    <a:pt x="24" y="161"/>
                  </a:cubicBezTo>
                  <a:cubicBezTo>
                    <a:pt x="23" y="160"/>
                    <a:pt x="21" y="160"/>
                    <a:pt x="21" y="160"/>
                  </a:cubicBezTo>
                  <a:cubicBezTo>
                    <a:pt x="20" y="159"/>
                    <a:pt x="17" y="159"/>
                    <a:pt x="17" y="160"/>
                  </a:cubicBezTo>
                  <a:cubicBezTo>
                    <a:pt x="16" y="160"/>
                    <a:pt x="16" y="162"/>
                    <a:pt x="16" y="163"/>
                  </a:cubicBezTo>
                  <a:cubicBezTo>
                    <a:pt x="16" y="164"/>
                    <a:pt x="17" y="166"/>
                    <a:pt x="17" y="167"/>
                  </a:cubicBezTo>
                  <a:cubicBezTo>
                    <a:pt x="17" y="168"/>
                    <a:pt x="17" y="170"/>
                    <a:pt x="17" y="170"/>
                  </a:cubicBezTo>
                  <a:cubicBezTo>
                    <a:pt x="16" y="171"/>
                    <a:pt x="15" y="173"/>
                    <a:pt x="13" y="173"/>
                  </a:cubicBezTo>
                  <a:cubicBezTo>
                    <a:pt x="12" y="173"/>
                    <a:pt x="10" y="172"/>
                    <a:pt x="10" y="171"/>
                  </a:cubicBezTo>
                  <a:cubicBezTo>
                    <a:pt x="9" y="170"/>
                    <a:pt x="9" y="169"/>
                    <a:pt x="9" y="168"/>
                  </a:cubicBezTo>
                  <a:cubicBezTo>
                    <a:pt x="9" y="167"/>
                    <a:pt x="10" y="164"/>
                    <a:pt x="10" y="163"/>
                  </a:cubicBezTo>
                  <a:cubicBezTo>
                    <a:pt x="10" y="161"/>
                    <a:pt x="8" y="159"/>
                    <a:pt x="8" y="158"/>
                  </a:cubicBezTo>
                  <a:cubicBezTo>
                    <a:pt x="7" y="157"/>
                    <a:pt x="6" y="154"/>
                    <a:pt x="5" y="153"/>
                  </a:cubicBezTo>
                  <a:cubicBezTo>
                    <a:pt x="4" y="151"/>
                    <a:pt x="5" y="147"/>
                    <a:pt x="3" y="146"/>
                  </a:cubicBezTo>
                  <a:cubicBezTo>
                    <a:pt x="2" y="146"/>
                    <a:pt x="1" y="146"/>
                    <a:pt x="0" y="146"/>
                  </a:cubicBezTo>
                  <a:cubicBezTo>
                    <a:pt x="0" y="146"/>
                    <a:pt x="3" y="142"/>
                    <a:pt x="4" y="141"/>
                  </a:cubicBezTo>
                  <a:cubicBezTo>
                    <a:pt x="6" y="139"/>
                    <a:pt x="11" y="137"/>
                    <a:pt x="12" y="135"/>
                  </a:cubicBezTo>
                  <a:cubicBezTo>
                    <a:pt x="15" y="133"/>
                    <a:pt x="18" y="129"/>
                    <a:pt x="20" y="127"/>
                  </a:cubicBezTo>
                  <a:cubicBezTo>
                    <a:pt x="23" y="123"/>
                    <a:pt x="28" y="116"/>
                    <a:pt x="30" y="113"/>
                  </a:cubicBezTo>
                  <a:cubicBezTo>
                    <a:pt x="31" y="110"/>
                    <a:pt x="32" y="103"/>
                    <a:pt x="34" y="100"/>
                  </a:cubicBezTo>
                  <a:cubicBezTo>
                    <a:pt x="35" y="97"/>
                    <a:pt x="38" y="92"/>
                    <a:pt x="39" y="90"/>
                  </a:cubicBezTo>
                  <a:cubicBezTo>
                    <a:pt x="42" y="87"/>
                    <a:pt x="47" y="82"/>
                    <a:pt x="50" y="79"/>
                  </a:cubicBezTo>
                  <a:cubicBezTo>
                    <a:pt x="52" y="76"/>
                    <a:pt x="58" y="72"/>
                    <a:pt x="60" y="69"/>
                  </a:cubicBezTo>
                  <a:cubicBezTo>
                    <a:pt x="62" y="66"/>
                    <a:pt x="65" y="61"/>
                    <a:pt x="67" y="58"/>
                  </a:cubicBezTo>
                  <a:cubicBezTo>
                    <a:pt x="67" y="56"/>
                    <a:pt x="69" y="53"/>
                    <a:pt x="69" y="5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97"/>
            <p:cNvSpPr>
              <a:spLocks/>
            </p:cNvSpPr>
            <p:nvPr/>
          </p:nvSpPr>
          <p:spPr bwMode="auto">
            <a:xfrm>
              <a:off x="1169988" y="2390775"/>
              <a:ext cx="236538" cy="238125"/>
            </a:xfrm>
            <a:custGeom>
              <a:avLst/>
              <a:gdLst/>
              <a:ahLst/>
              <a:cxnLst>
                <a:cxn ang="0">
                  <a:pos x="71" y="25"/>
                </a:cxn>
                <a:cxn ang="0">
                  <a:pos x="86" y="20"/>
                </a:cxn>
                <a:cxn ang="0">
                  <a:pos x="94" y="7"/>
                </a:cxn>
                <a:cxn ang="0">
                  <a:pos x="112" y="10"/>
                </a:cxn>
                <a:cxn ang="0">
                  <a:pos x="131" y="8"/>
                </a:cxn>
                <a:cxn ang="0">
                  <a:pos x="150" y="0"/>
                </a:cxn>
                <a:cxn ang="0">
                  <a:pos x="153" y="10"/>
                </a:cxn>
                <a:cxn ang="0">
                  <a:pos x="136" y="31"/>
                </a:cxn>
                <a:cxn ang="0">
                  <a:pos x="120" y="52"/>
                </a:cxn>
                <a:cxn ang="0">
                  <a:pos x="106" y="79"/>
                </a:cxn>
                <a:cxn ang="0">
                  <a:pos x="90" y="93"/>
                </a:cxn>
                <a:cxn ang="0">
                  <a:pos x="85" y="98"/>
                </a:cxn>
                <a:cxn ang="0">
                  <a:pos x="82" y="109"/>
                </a:cxn>
                <a:cxn ang="0">
                  <a:pos x="76" y="117"/>
                </a:cxn>
                <a:cxn ang="0">
                  <a:pos x="68" y="122"/>
                </a:cxn>
                <a:cxn ang="0">
                  <a:pos x="69" y="134"/>
                </a:cxn>
                <a:cxn ang="0">
                  <a:pos x="77" y="138"/>
                </a:cxn>
                <a:cxn ang="0">
                  <a:pos x="83" y="147"/>
                </a:cxn>
                <a:cxn ang="0">
                  <a:pos x="77" y="156"/>
                </a:cxn>
                <a:cxn ang="0">
                  <a:pos x="70" y="156"/>
                </a:cxn>
                <a:cxn ang="0">
                  <a:pos x="66" y="155"/>
                </a:cxn>
                <a:cxn ang="0">
                  <a:pos x="64" y="146"/>
                </a:cxn>
                <a:cxn ang="0">
                  <a:pos x="59" y="135"/>
                </a:cxn>
                <a:cxn ang="0">
                  <a:pos x="59" y="123"/>
                </a:cxn>
                <a:cxn ang="0">
                  <a:pos x="50" y="111"/>
                </a:cxn>
                <a:cxn ang="0">
                  <a:pos x="38" y="102"/>
                </a:cxn>
                <a:cxn ang="0">
                  <a:pos x="22" y="80"/>
                </a:cxn>
                <a:cxn ang="0">
                  <a:pos x="10" y="66"/>
                </a:cxn>
                <a:cxn ang="0">
                  <a:pos x="1" y="55"/>
                </a:cxn>
                <a:cxn ang="0">
                  <a:pos x="2" y="45"/>
                </a:cxn>
                <a:cxn ang="0">
                  <a:pos x="7" y="41"/>
                </a:cxn>
                <a:cxn ang="0">
                  <a:pos x="22" y="43"/>
                </a:cxn>
                <a:cxn ang="0">
                  <a:pos x="36" y="44"/>
                </a:cxn>
                <a:cxn ang="0">
                  <a:pos x="38" y="34"/>
                </a:cxn>
                <a:cxn ang="0">
                  <a:pos x="44" y="25"/>
                </a:cxn>
                <a:cxn ang="0">
                  <a:pos x="53" y="24"/>
                </a:cxn>
                <a:cxn ang="0">
                  <a:pos x="61" y="31"/>
                </a:cxn>
                <a:cxn ang="0">
                  <a:pos x="68" y="31"/>
                </a:cxn>
              </a:cxnLst>
              <a:rect l="0" t="0" r="r" b="b"/>
              <a:pathLst>
                <a:path w="155" h="156">
                  <a:moveTo>
                    <a:pt x="68" y="31"/>
                  </a:moveTo>
                  <a:cubicBezTo>
                    <a:pt x="69" y="30"/>
                    <a:pt x="70" y="26"/>
                    <a:pt x="71" y="25"/>
                  </a:cubicBezTo>
                  <a:cubicBezTo>
                    <a:pt x="72" y="24"/>
                    <a:pt x="75" y="25"/>
                    <a:pt x="77" y="24"/>
                  </a:cubicBezTo>
                  <a:cubicBezTo>
                    <a:pt x="79" y="24"/>
                    <a:pt x="84" y="21"/>
                    <a:pt x="86" y="20"/>
                  </a:cubicBezTo>
                  <a:cubicBezTo>
                    <a:pt x="87" y="19"/>
                    <a:pt x="91" y="16"/>
                    <a:pt x="92" y="14"/>
                  </a:cubicBezTo>
                  <a:cubicBezTo>
                    <a:pt x="93" y="13"/>
                    <a:pt x="92" y="9"/>
                    <a:pt x="94" y="7"/>
                  </a:cubicBezTo>
                  <a:cubicBezTo>
                    <a:pt x="96" y="6"/>
                    <a:pt x="100" y="8"/>
                    <a:pt x="103" y="8"/>
                  </a:cubicBezTo>
                  <a:cubicBezTo>
                    <a:pt x="105" y="8"/>
                    <a:pt x="110" y="9"/>
                    <a:pt x="112" y="10"/>
                  </a:cubicBezTo>
                  <a:cubicBezTo>
                    <a:pt x="115" y="10"/>
                    <a:pt x="119" y="10"/>
                    <a:pt x="122" y="10"/>
                  </a:cubicBezTo>
                  <a:cubicBezTo>
                    <a:pt x="124" y="10"/>
                    <a:pt x="129" y="9"/>
                    <a:pt x="131" y="8"/>
                  </a:cubicBezTo>
                  <a:cubicBezTo>
                    <a:pt x="133" y="7"/>
                    <a:pt x="136" y="4"/>
                    <a:pt x="139" y="3"/>
                  </a:cubicBezTo>
                  <a:cubicBezTo>
                    <a:pt x="141" y="2"/>
                    <a:pt x="147" y="0"/>
                    <a:pt x="150" y="0"/>
                  </a:cubicBezTo>
                  <a:cubicBezTo>
                    <a:pt x="151" y="0"/>
                    <a:pt x="154" y="1"/>
                    <a:pt x="155" y="2"/>
                  </a:cubicBezTo>
                  <a:cubicBezTo>
                    <a:pt x="155" y="5"/>
                    <a:pt x="153" y="8"/>
                    <a:pt x="153" y="10"/>
                  </a:cubicBezTo>
                  <a:cubicBezTo>
                    <a:pt x="151" y="13"/>
                    <a:pt x="148" y="18"/>
                    <a:pt x="146" y="21"/>
                  </a:cubicBezTo>
                  <a:cubicBezTo>
                    <a:pt x="144" y="24"/>
                    <a:pt x="138" y="28"/>
                    <a:pt x="136" y="31"/>
                  </a:cubicBezTo>
                  <a:cubicBezTo>
                    <a:pt x="133" y="34"/>
                    <a:pt x="128" y="39"/>
                    <a:pt x="125" y="42"/>
                  </a:cubicBezTo>
                  <a:cubicBezTo>
                    <a:pt x="124" y="44"/>
                    <a:pt x="121" y="49"/>
                    <a:pt x="120" y="52"/>
                  </a:cubicBezTo>
                  <a:cubicBezTo>
                    <a:pt x="118" y="55"/>
                    <a:pt x="117" y="62"/>
                    <a:pt x="116" y="65"/>
                  </a:cubicBezTo>
                  <a:cubicBezTo>
                    <a:pt x="114" y="68"/>
                    <a:pt x="109" y="75"/>
                    <a:pt x="106" y="79"/>
                  </a:cubicBezTo>
                  <a:cubicBezTo>
                    <a:pt x="104" y="81"/>
                    <a:pt x="101" y="85"/>
                    <a:pt x="98" y="87"/>
                  </a:cubicBezTo>
                  <a:cubicBezTo>
                    <a:pt x="97" y="89"/>
                    <a:pt x="92" y="91"/>
                    <a:pt x="90" y="93"/>
                  </a:cubicBezTo>
                  <a:cubicBezTo>
                    <a:pt x="89" y="94"/>
                    <a:pt x="86" y="98"/>
                    <a:pt x="86" y="98"/>
                  </a:cubicBezTo>
                  <a:cubicBezTo>
                    <a:pt x="85" y="98"/>
                    <a:pt x="85" y="98"/>
                    <a:pt x="85" y="98"/>
                  </a:cubicBezTo>
                  <a:cubicBezTo>
                    <a:pt x="84" y="99"/>
                    <a:pt x="82" y="101"/>
                    <a:pt x="82" y="102"/>
                  </a:cubicBezTo>
                  <a:cubicBezTo>
                    <a:pt x="81" y="104"/>
                    <a:pt x="82" y="107"/>
                    <a:pt x="82" y="109"/>
                  </a:cubicBezTo>
                  <a:cubicBezTo>
                    <a:pt x="82" y="110"/>
                    <a:pt x="81" y="112"/>
                    <a:pt x="80" y="113"/>
                  </a:cubicBezTo>
                  <a:cubicBezTo>
                    <a:pt x="79" y="114"/>
                    <a:pt x="77" y="116"/>
                    <a:pt x="76" y="117"/>
                  </a:cubicBezTo>
                  <a:cubicBezTo>
                    <a:pt x="75" y="117"/>
                    <a:pt x="73" y="118"/>
                    <a:pt x="72" y="118"/>
                  </a:cubicBezTo>
                  <a:cubicBezTo>
                    <a:pt x="71" y="119"/>
                    <a:pt x="69" y="121"/>
                    <a:pt x="68" y="122"/>
                  </a:cubicBezTo>
                  <a:cubicBezTo>
                    <a:pt x="68" y="124"/>
                    <a:pt x="68" y="127"/>
                    <a:pt x="68" y="129"/>
                  </a:cubicBezTo>
                  <a:cubicBezTo>
                    <a:pt x="68" y="130"/>
                    <a:pt x="68" y="133"/>
                    <a:pt x="69" y="134"/>
                  </a:cubicBezTo>
                  <a:cubicBezTo>
                    <a:pt x="69" y="134"/>
                    <a:pt x="72" y="135"/>
                    <a:pt x="73" y="135"/>
                  </a:cubicBezTo>
                  <a:cubicBezTo>
                    <a:pt x="74" y="136"/>
                    <a:pt x="76" y="137"/>
                    <a:pt x="77" y="138"/>
                  </a:cubicBezTo>
                  <a:cubicBezTo>
                    <a:pt x="79" y="139"/>
                    <a:pt x="82" y="141"/>
                    <a:pt x="83" y="142"/>
                  </a:cubicBezTo>
                  <a:cubicBezTo>
                    <a:pt x="84" y="143"/>
                    <a:pt x="84" y="146"/>
                    <a:pt x="83" y="147"/>
                  </a:cubicBezTo>
                  <a:cubicBezTo>
                    <a:pt x="83" y="149"/>
                    <a:pt x="80" y="150"/>
                    <a:pt x="79" y="151"/>
                  </a:cubicBezTo>
                  <a:cubicBezTo>
                    <a:pt x="79" y="152"/>
                    <a:pt x="78" y="154"/>
                    <a:pt x="77" y="156"/>
                  </a:cubicBezTo>
                  <a:cubicBezTo>
                    <a:pt x="77" y="156"/>
                    <a:pt x="76" y="156"/>
                    <a:pt x="76" y="156"/>
                  </a:cubicBezTo>
                  <a:cubicBezTo>
                    <a:pt x="74" y="156"/>
                    <a:pt x="72" y="156"/>
                    <a:pt x="70" y="156"/>
                  </a:cubicBezTo>
                  <a:cubicBezTo>
                    <a:pt x="69" y="156"/>
                    <a:pt x="68" y="156"/>
                    <a:pt x="66" y="156"/>
                  </a:cubicBezTo>
                  <a:cubicBezTo>
                    <a:pt x="66" y="156"/>
                    <a:pt x="66" y="155"/>
                    <a:pt x="66" y="155"/>
                  </a:cubicBezTo>
                  <a:cubicBezTo>
                    <a:pt x="66" y="154"/>
                    <a:pt x="66" y="152"/>
                    <a:pt x="66" y="150"/>
                  </a:cubicBezTo>
                  <a:cubicBezTo>
                    <a:pt x="66" y="149"/>
                    <a:pt x="65" y="147"/>
                    <a:pt x="64" y="146"/>
                  </a:cubicBezTo>
                  <a:cubicBezTo>
                    <a:pt x="63" y="145"/>
                    <a:pt x="61" y="145"/>
                    <a:pt x="60" y="144"/>
                  </a:cubicBezTo>
                  <a:cubicBezTo>
                    <a:pt x="59" y="142"/>
                    <a:pt x="59" y="137"/>
                    <a:pt x="59" y="135"/>
                  </a:cubicBezTo>
                  <a:cubicBezTo>
                    <a:pt x="58" y="134"/>
                    <a:pt x="58" y="130"/>
                    <a:pt x="58" y="129"/>
                  </a:cubicBezTo>
                  <a:cubicBezTo>
                    <a:pt x="58" y="127"/>
                    <a:pt x="59" y="124"/>
                    <a:pt x="59" y="123"/>
                  </a:cubicBezTo>
                  <a:cubicBezTo>
                    <a:pt x="59" y="121"/>
                    <a:pt x="58" y="118"/>
                    <a:pt x="57" y="117"/>
                  </a:cubicBezTo>
                  <a:cubicBezTo>
                    <a:pt x="56" y="115"/>
                    <a:pt x="52" y="113"/>
                    <a:pt x="50" y="111"/>
                  </a:cubicBezTo>
                  <a:cubicBezTo>
                    <a:pt x="48" y="110"/>
                    <a:pt x="46" y="107"/>
                    <a:pt x="45" y="106"/>
                  </a:cubicBezTo>
                  <a:cubicBezTo>
                    <a:pt x="43" y="105"/>
                    <a:pt x="39" y="103"/>
                    <a:pt x="38" y="102"/>
                  </a:cubicBezTo>
                  <a:cubicBezTo>
                    <a:pt x="35" y="99"/>
                    <a:pt x="30" y="94"/>
                    <a:pt x="28" y="91"/>
                  </a:cubicBezTo>
                  <a:cubicBezTo>
                    <a:pt x="26" y="89"/>
                    <a:pt x="24" y="83"/>
                    <a:pt x="22" y="80"/>
                  </a:cubicBezTo>
                  <a:cubicBezTo>
                    <a:pt x="21" y="78"/>
                    <a:pt x="19" y="75"/>
                    <a:pt x="18" y="73"/>
                  </a:cubicBezTo>
                  <a:cubicBezTo>
                    <a:pt x="16" y="71"/>
                    <a:pt x="13" y="68"/>
                    <a:pt x="10" y="66"/>
                  </a:cubicBezTo>
                  <a:cubicBezTo>
                    <a:pt x="9" y="65"/>
                    <a:pt x="5" y="63"/>
                    <a:pt x="4" y="62"/>
                  </a:cubicBezTo>
                  <a:cubicBezTo>
                    <a:pt x="3" y="60"/>
                    <a:pt x="1" y="57"/>
                    <a:pt x="1" y="55"/>
                  </a:cubicBezTo>
                  <a:cubicBezTo>
                    <a:pt x="1" y="54"/>
                    <a:pt x="2" y="52"/>
                    <a:pt x="3" y="51"/>
                  </a:cubicBezTo>
                  <a:cubicBezTo>
                    <a:pt x="3" y="49"/>
                    <a:pt x="3" y="46"/>
                    <a:pt x="2" y="45"/>
                  </a:cubicBezTo>
                  <a:cubicBezTo>
                    <a:pt x="2" y="44"/>
                    <a:pt x="1" y="42"/>
                    <a:pt x="0" y="42"/>
                  </a:cubicBezTo>
                  <a:cubicBezTo>
                    <a:pt x="2" y="41"/>
                    <a:pt x="6" y="41"/>
                    <a:pt x="7" y="41"/>
                  </a:cubicBezTo>
                  <a:cubicBezTo>
                    <a:pt x="9" y="41"/>
                    <a:pt x="12" y="42"/>
                    <a:pt x="13" y="42"/>
                  </a:cubicBezTo>
                  <a:cubicBezTo>
                    <a:pt x="15" y="42"/>
                    <a:pt x="20" y="43"/>
                    <a:pt x="22" y="43"/>
                  </a:cubicBezTo>
                  <a:cubicBezTo>
                    <a:pt x="24" y="43"/>
                    <a:pt x="28" y="44"/>
                    <a:pt x="31" y="45"/>
                  </a:cubicBezTo>
                  <a:cubicBezTo>
                    <a:pt x="32" y="45"/>
                    <a:pt x="35" y="44"/>
                    <a:pt x="36" y="44"/>
                  </a:cubicBezTo>
                  <a:cubicBezTo>
                    <a:pt x="37" y="43"/>
                    <a:pt x="38" y="42"/>
                    <a:pt x="38" y="41"/>
                  </a:cubicBezTo>
                  <a:cubicBezTo>
                    <a:pt x="39" y="39"/>
                    <a:pt x="38" y="36"/>
                    <a:pt x="38" y="34"/>
                  </a:cubicBezTo>
                  <a:cubicBezTo>
                    <a:pt x="39" y="33"/>
                    <a:pt x="39" y="31"/>
                    <a:pt x="40" y="30"/>
                  </a:cubicBezTo>
                  <a:cubicBezTo>
                    <a:pt x="41" y="28"/>
                    <a:pt x="43" y="26"/>
                    <a:pt x="44" y="25"/>
                  </a:cubicBezTo>
                  <a:cubicBezTo>
                    <a:pt x="45" y="25"/>
                    <a:pt x="48" y="23"/>
                    <a:pt x="49" y="23"/>
                  </a:cubicBezTo>
                  <a:cubicBezTo>
                    <a:pt x="50" y="23"/>
                    <a:pt x="52" y="24"/>
                    <a:pt x="53" y="24"/>
                  </a:cubicBezTo>
                  <a:cubicBezTo>
                    <a:pt x="54" y="25"/>
                    <a:pt x="55" y="28"/>
                    <a:pt x="56" y="29"/>
                  </a:cubicBezTo>
                  <a:cubicBezTo>
                    <a:pt x="58" y="30"/>
                    <a:pt x="60" y="31"/>
                    <a:pt x="61" y="31"/>
                  </a:cubicBezTo>
                  <a:cubicBezTo>
                    <a:pt x="63" y="32"/>
                    <a:pt x="66" y="32"/>
                    <a:pt x="68" y="31"/>
                  </a:cubicBezTo>
                  <a:cubicBezTo>
                    <a:pt x="68" y="31"/>
                    <a:pt x="68" y="31"/>
                    <a:pt x="68" y="3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98"/>
            <p:cNvSpPr>
              <a:spLocks/>
            </p:cNvSpPr>
            <p:nvPr/>
          </p:nvSpPr>
          <p:spPr bwMode="auto">
            <a:xfrm>
              <a:off x="996951" y="2176463"/>
              <a:ext cx="276225" cy="282575"/>
            </a:xfrm>
            <a:custGeom>
              <a:avLst/>
              <a:gdLst/>
              <a:ahLst/>
              <a:cxnLst>
                <a:cxn ang="0">
                  <a:pos x="181" y="171"/>
                </a:cxn>
                <a:cxn ang="0">
                  <a:pos x="169" y="169"/>
                </a:cxn>
                <a:cxn ang="0">
                  <a:pos x="162" y="163"/>
                </a:cxn>
                <a:cxn ang="0">
                  <a:pos x="153" y="170"/>
                </a:cxn>
                <a:cxn ang="0">
                  <a:pos x="151" y="181"/>
                </a:cxn>
                <a:cxn ang="0">
                  <a:pos x="144" y="185"/>
                </a:cxn>
                <a:cxn ang="0">
                  <a:pos x="126" y="182"/>
                </a:cxn>
                <a:cxn ang="0">
                  <a:pos x="113" y="182"/>
                </a:cxn>
                <a:cxn ang="0">
                  <a:pos x="108" y="180"/>
                </a:cxn>
                <a:cxn ang="0">
                  <a:pos x="94" y="178"/>
                </a:cxn>
                <a:cxn ang="0">
                  <a:pos x="81" y="174"/>
                </a:cxn>
                <a:cxn ang="0">
                  <a:pos x="71" y="167"/>
                </a:cxn>
                <a:cxn ang="0">
                  <a:pos x="64" y="152"/>
                </a:cxn>
                <a:cxn ang="0">
                  <a:pos x="64" y="140"/>
                </a:cxn>
                <a:cxn ang="0">
                  <a:pos x="56" y="135"/>
                </a:cxn>
                <a:cxn ang="0">
                  <a:pos x="53" y="126"/>
                </a:cxn>
                <a:cxn ang="0">
                  <a:pos x="58" y="123"/>
                </a:cxn>
                <a:cxn ang="0">
                  <a:pos x="62" y="115"/>
                </a:cxn>
                <a:cxn ang="0">
                  <a:pos x="56" y="111"/>
                </a:cxn>
                <a:cxn ang="0">
                  <a:pos x="58" y="103"/>
                </a:cxn>
                <a:cxn ang="0">
                  <a:pos x="53" y="96"/>
                </a:cxn>
                <a:cxn ang="0">
                  <a:pos x="38" y="93"/>
                </a:cxn>
                <a:cxn ang="0">
                  <a:pos x="34" y="84"/>
                </a:cxn>
                <a:cxn ang="0">
                  <a:pos x="41" y="71"/>
                </a:cxn>
                <a:cxn ang="0">
                  <a:pos x="43" y="60"/>
                </a:cxn>
                <a:cxn ang="0">
                  <a:pos x="27" y="52"/>
                </a:cxn>
                <a:cxn ang="0">
                  <a:pos x="13" y="41"/>
                </a:cxn>
                <a:cxn ang="0">
                  <a:pos x="0" y="41"/>
                </a:cxn>
                <a:cxn ang="0">
                  <a:pos x="12" y="33"/>
                </a:cxn>
                <a:cxn ang="0">
                  <a:pos x="33" y="42"/>
                </a:cxn>
                <a:cxn ang="0">
                  <a:pos x="54" y="46"/>
                </a:cxn>
                <a:cxn ang="0">
                  <a:pos x="71" y="30"/>
                </a:cxn>
                <a:cxn ang="0">
                  <a:pos x="78" y="13"/>
                </a:cxn>
                <a:cxn ang="0">
                  <a:pos x="79" y="2"/>
                </a:cxn>
                <a:cxn ang="0">
                  <a:pos x="90" y="2"/>
                </a:cxn>
                <a:cxn ang="0">
                  <a:pos x="101" y="4"/>
                </a:cxn>
                <a:cxn ang="0">
                  <a:pos x="111" y="9"/>
                </a:cxn>
                <a:cxn ang="0">
                  <a:pos x="123" y="23"/>
                </a:cxn>
                <a:cxn ang="0">
                  <a:pos x="124" y="39"/>
                </a:cxn>
                <a:cxn ang="0">
                  <a:pos x="131" y="50"/>
                </a:cxn>
                <a:cxn ang="0">
                  <a:pos x="137" y="66"/>
                </a:cxn>
                <a:cxn ang="0">
                  <a:pos x="146" y="93"/>
                </a:cxn>
                <a:cxn ang="0">
                  <a:pos x="159" y="106"/>
                </a:cxn>
                <a:cxn ang="0">
                  <a:pos x="173" y="122"/>
                </a:cxn>
                <a:cxn ang="0">
                  <a:pos x="179" y="149"/>
                </a:cxn>
                <a:cxn ang="0">
                  <a:pos x="178" y="167"/>
                </a:cxn>
              </a:cxnLst>
              <a:rect l="0" t="0" r="r" b="b"/>
              <a:pathLst>
                <a:path w="181" h="185">
                  <a:moveTo>
                    <a:pt x="181" y="171"/>
                  </a:moveTo>
                  <a:cubicBezTo>
                    <a:pt x="181" y="171"/>
                    <a:pt x="181" y="171"/>
                    <a:pt x="181" y="171"/>
                  </a:cubicBezTo>
                  <a:cubicBezTo>
                    <a:pt x="179" y="172"/>
                    <a:pt x="176" y="172"/>
                    <a:pt x="174" y="171"/>
                  </a:cubicBezTo>
                  <a:cubicBezTo>
                    <a:pt x="173" y="171"/>
                    <a:pt x="171" y="170"/>
                    <a:pt x="169" y="169"/>
                  </a:cubicBezTo>
                  <a:cubicBezTo>
                    <a:pt x="168" y="168"/>
                    <a:pt x="167" y="165"/>
                    <a:pt x="166" y="164"/>
                  </a:cubicBezTo>
                  <a:cubicBezTo>
                    <a:pt x="165" y="164"/>
                    <a:pt x="163" y="163"/>
                    <a:pt x="162" y="163"/>
                  </a:cubicBezTo>
                  <a:cubicBezTo>
                    <a:pt x="161" y="163"/>
                    <a:pt x="158" y="165"/>
                    <a:pt x="157" y="165"/>
                  </a:cubicBezTo>
                  <a:cubicBezTo>
                    <a:pt x="156" y="166"/>
                    <a:pt x="154" y="168"/>
                    <a:pt x="153" y="170"/>
                  </a:cubicBezTo>
                  <a:cubicBezTo>
                    <a:pt x="152" y="171"/>
                    <a:pt x="152" y="173"/>
                    <a:pt x="151" y="174"/>
                  </a:cubicBezTo>
                  <a:cubicBezTo>
                    <a:pt x="151" y="176"/>
                    <a:pt x="152" y="179"/>
                    <a:pt x="151" y="181"/>
                  </a:cubicBezTo>
                  <a:cubicBezTo>
                    <a:pt x="151" y="182"/>
                    <a:pt x="150" y="183"/>
                    <a:pt x="149" y="184"/>
                  </a:cubicBezTo>
                  <a:cubicBezTo>
                    <a:pt x="148" y="184"/>
                    <a:pt x="145" y="185"/>
                    <a:pt x="144" y="185"/>
                  </a:cubicBezTo>
                  <a:cubicBezTo>
                    <a:pt x="141" y="184"/>
                    <a:pt x="137" y="183"/>
                    <a:pt x="135" y="183"/>
                  </a:cubicBezTo>
                  <a:cubicBezTo>
                    <a:pt x="133" y="183"/>
                    <a:pt x="128" y="182"/>
                    <a:pt x="126" y="182"/>
                  </a:cubicBezTo>
                  <a:cubicBezTo>
                    <a:pt x="125" y="182"/>
                    <a:pt x="122" y="181"/>
                    <a:pt x="120" y="181"/>
                  </a:cubicBezTo>
                  <a:cubicBezTo>
                    <a:pt x="119" y="181"/>
                    <a:pt x="115" y="181"/>
                    <a:pt x="113" y="182"/>
                  </a:cubicBezTo>
                  <a:cubicBezTo>
                    <a:pt x="113" y="181"/>
                    <a:pt x="113" y="181"/>
                    <a:pt x="112" y="181"/>
                  </a:cubicBezTo>
                  <a:cubicBezTo>
                    <a:pt x="111" y="181"/>
                    <a:pt x="109" y="180"/>
                    <a:pt x="108" y="180"/>
                  </a:cubicBezTo>
                  <a:cubicBezTo>
                    <a:pt x="107" y="180"/>
                    <a:pt x="105" y="178"/>
                    <a:pt x="104" y="178"/>
                  </a:cubicBezTo>
                  <a:cubicBezTo>
                    <a:pt x="102" y="177"/>
                    <a:pt x="96" y="178"/>
                    <a:pt x="94" y="178"/>
                  </a:cubicBezTo>
                  <a:cubicBezTo>
                    <a:pt x="92" y="178"/>
                    <a:pt x="87" y="178"/>
                    <a:pt x="85" y="177"/>
                  </a:cubicBezTo>
                  <a:cubicBezTo>
                    <a:pt x="84" y="177"/>
                    <a:pt x="82" y="175"/>
                    <a:pt x="81" y="174"/>
                  </a:cubicBezTo>
                  <a:cubicBezTo>
                    <a:pt x="80" y="174"/>
                    <a:pt x="79" y="171"/>
                    <a:pt x="78" y="170"/>
                  </a:cubicBezTo>
                  <a:cubicBezTo>
                    <a:pt x="77" y="169"/>
                    <a:pt x="73" y="168"/>
                    <a:pt x="71" y="167"/>
                  </a:cubicBezTo>
                  <a:cubicBezTo>
                    <a:pt x="70" y="165"/>
                    <a:pt x="67" y="163"/>
                    <a:pt x="67" y="161"/>
                  </a:cubicBezTo>
                  <a:cubicBezTo>
                    <a:pt x="66" y="159"/>
                    <a:pt x="64" y="155"/>
                    <a:pt x="64" y="152"/>
                  </a:cubicBezTo>
                  <a:cubicBezTo>
                    <a:pt x="64" y="151"/>
                    <a:pt x="64" y="148"/>
                    <a:pt x="64" y="146"/>
                  </a:cubicBezTo>
                  <a:cubicBezTo>
                    <a:pt x="64" y="144"/>
                    <a:pt x="65" y="141"/>
                    <a:pt x="64" y="140"/>
                  </a:cubicBezTo>
                  <a:cubicBezTo>
                    <a:pt x="63" y="139"/>
                    <a:pt x="62" y="137"/>
                    <a:pt x="61" y="137"/>
                  </a:cubicBezTo>
                  <a:cubicBezTo>
                    <a:pt x="60" y="136"/>
                    <a:pt x="57" y="136"/>
                    <a:pt x="56" y="135"/>
                  </a:cubicBezTo>
                  <a:cubicBezTo>
                    <a:pt x="55" y="134"/>
                    <a:pt x="54" y="132"/>
                    <a:pt x="54" y="130"/>
                  </a:cubicBezTo>
                  <a:cubicBezTo>
                    <a:pt x="53" y="129"/>
                    <a:pt x="53" y="127"/>
                    <a:pt x="53" y="126"/>
                  </a:cubicBezTo>
                  <a:cubicBezTo>
                    <a:pt x="53" y="125"/>
                    <a:pt x="54" y="124"/>
                    <a:pt x="54" y="124"/>
                  </a:cubicBezTo>
                  <a:cubicBezTo>
                    <a:pt x="55" y="123"/>
                    <a:pt x="57" y="123"/>
                    <a:pt x="58" y="123"/>
                  </a:cubicBezTo>
                  <a:cubicBezTo>
                    <a:pt x="58" y="123"/>
                    <a:pt x="60" y="122"/>
                    <a:pt x="60" y="121"/>
                  </a:cubicBezTo>
                  <a:cubicBezTo>
                    <a:pt x="61" y="120"/>
                    <a:pt x="62" y="117"/>
                    <a:pt x="62" y="115"/>
                  </a:cubicBezTo>
                  <a:cubicBezTo>
                    <a:pt x="61" y="114"/>
                    <a:pt x="59" y="114"/>
                    <a:pt x="59" y="113"/>
                  </a:cubicBezTo>
                  <a:cubicBezTo>
                    <a:pt x="58" y="113"/>
                    <a:pt x="57" y="111"/>
                    <a:pt x="56" y="111"/>
                  </a:cubicBezTo>
                  <a:cubicBezTo>
                    <a:pt x="56" y="109"/>
                    <a:pt x="54" y="106"/>
                    <a:pt x="54" y="105"/>
                  </a:cubicBezTo>
                  <a:cubicBezTo>
                    <a:pt x="55" y="104"/>
                    <a:pt x="58" y="104"/>
                    <a:pt x="58" y="103"/>
                  </a:cubicBezTo>
                  <a:cubicBezTo>
                    <a:pt x="59" y="102"/>
                    <a:pt x="60" y="100"/>
                    <a:pt x="60" y="99"/>
                  </a:cubicBezTo>
                  <a:cubicBezTo>
                    <a:pt x="59" y="97"/>
                    <a:pt x="55" y="97"/>
                    <a:pt x="53" y="96"/>
                  </a:cubicBezTo>
                  <a:cubicBezTo>
                    <a:pt x="52" y="95"/>
                    <a:pt x="48" y="94"/>
                    <a:pt x="47" y="93"/>
                  </a:cubicBezTo>
                  <a:cubicBezTo>
                    <a:pt x="44" y="93"/>
                    <a:pt x="40" y="94"/>
                    <a:pt x="38" y="93"/>
                  </a:cubicBezTo>
                  <a:cubicBezTo>
                    <a:pt x="37" y="92"/>
                    <a:pt x="35" y="90"/>
                    <a:pt x="34" y="89"/>
                  </a:cubicBezTo>
                  <a:cubicBezTo>
                    <a:pt x="34" y="88"/>
                    <a:pt x="34" y="85"/>
                    <a:pt x="34" y="84"/>
                  </a:cubicBezTo>
                  <a:cubicBezTo>
                    <a:pt x="35" y="82"/>
                    <a:pt x="36" y="79"/>
                    <a:pt x="36" y="78"/>
                  </a:cubicBezTo>
                  <a:cubicBezTo>
                    <a:pt x="37" y="76"/>
                    <a:pt x="40" y="73"/>
                    <a:pt x="41" y="71"/>
                  </a:cubicBezTo>
                  <a:cubicBezTo>
                    <a:pt x="42" y="70"/>
                    <a:pt x="44" y="68"/>
                    <a:pt x="44" y="66"/>
                  </a:cubicBezTo>
                  <a:cubicBezTo>
                    <a:pt x="44" y="65"/>
                    <a:pt x="44" y="62"/>
                    <a:pt x="43" y="60"/>
                  </a:cubicBezTo>
                  <a:cubicBezTo>
                    <a:pt x="42" y="59"/>
                    <a:pt x="37" y="58"/>
                    <a:pt x="36" y="57"/>
                  </a:cubicBezTo>
                  <a:cubicBezTo>
                    <a:pt x="33" y="56"/>
                    <a:pt x="29" y="54"/>
                    <a:pt x="27" y="52"/>
                  </a:cubicBezTo>
                  <a:cubicBezTo>
                    <a:pt x="25" y="51"/>
                    <a:pt x="23" y="50"/>
                    <a:pt x="21" y="49"/>
                  </a:cubicBezTo>
                  <a:cubicBezTo>
                    <a:pt x="19" y="47"/>
                    <a:pt x="15" y="42"/>
                    <a:pt x="13" y="41"/>
                  </a:cubicBezTo>
                  <a:cubicBezTo>
                    <a:pt x="11" y="40"/>
                    <a:pt x="6" y="41"/>
                    <a:pt x="4" y="41"/>
                  </a:cubicBezTo>
                  <a:cubicBezTo>
                    <a:pt x="3" y="41"/>
                    <a:pt x="1" y="41"/>
                    <a:pt x="0" y="41"/>
                  </a:cubicBezTo>
                  <a:cubicBezTo>
                    <a:pt x="0" y="39"/>
                    <a:pt x="4" y="36"/>
                    <a:pt x="5" y="35"/>
                  </a:cubicBezTo>
                  <a:cubicBezTo>
                    <a:pt x="7" y="34"/>
                    <a:pt x="10" y="33"/>
                    <a:pt x="12" y="33"/>
                  </a:cubicBezTo>
                  <a:cubicBezTo>
                    <a:pt x="15" y="33"/>
                    <a:pt x="20" y="35"/>
                    <a:pt x="22" y="36"/>
                  </a:cubicBezTo>
                  <a:cubicBezTo>
                    <a:pt x="25" y="37"/>
                    <a:pt x="30" y="41"/>
                    <a:pt x="33" y="42"/>
                  </a:cubicBezTo>
                  <a:cubicBezTo>
                    <a:pt x="35" y="44"/>
                    <a:pt x="41" y="46"/>
                    <a:pt x="44" y="47"/>
                  </a:cubicBezTo>
                  <a:cubicBezTo>
                    <a:pt x="46" y="47"/>
                    <a:pt x="51" y="47"/>
                    <a:pt x="54" y="46"/>
                  </a:cubicBezTo>
                  <a:cubicBezTo>
                    <a:pt x="56" y="45"/>
                    <a:pt x="59" y="40"/>
                    <a:pt x="61" y="39"/>
                  </a:cubicBezTo>
                  <a:cubicBezTo>
                    <a:pt x="64" y="36"/>
                    <a:pt x="69" y="33"/>
                    <a:pt x="71" y="30"/>
                  </a:cubicBezTo>
                  <a:cubicBezTo>
                    <a:pt x="73" y="28"/>
                    <a:pt x="75" y="23"/>
                    <a:pt x="76" y="21"/>
                  </a:cubicBezTo>
                  <a:cubicBezTo>
                    <a:pt x="76" y="19"/>
                    <a:pt x="78" y="15"/>
                    <a:pt x="78" y="13"/>
                  </a:cubicBezTo>
                  <a:cubicBezTo>
                    <a:pt x="78" y="12"/>
                    <a:pt x="77" y="9"/>
                    <a:pt x="77" y="8"/>
                  </a:cubicBezTo>
                  <a:cubicBezTo>
                    <a:pt x="77" y="7"/>
                    <a:pt x="78" y="3"/>
                    <a:pt x="79" y="2"/>
                  </a:cubicBezTo>
                  <a:cubicBezTo>
                    <a:pt x="80" y="1"/>
                    <a:pt x="83" y="0"/>
                    <a:pt x="84" y="0"/>
                  </a:cubicBezTo>
                  <a:cubicBezTo>
                    <a:pt x="86" y="0"/>
                    <a:pt x="89" y="1"/>
                    <a:pt x="90" y="2"/>
                  </a:cubicBezTo>
                  <a:cubicBezTo>
                    <a:pt x="91" y="3"/>
                    <a:pt x="93" y="6"/>
                    <a:pt x="95" y="7"/>
                  </a:cubicBezTo>
                  <a:cubicBezTo>
                    <a:pt x="97" y="7"/>
                    <a:pt x="99" y="6"/>
                    <a:pt x="101" y="4"/>
                  </a:cubicBezTo>
                  <a:cubicBezTo>
                    <a:pt x="102" y="5"/>
                    <a:pt x="103" y="6"/>
                    <a:pt x="104" y="7"/>
                  </a:cubicBezTo>
                  <a:cubicBezTo>
                    <a:pt x="105" y="8"/>
                    <a:pt x="109" y="8"/>
                    <a:pt x="111" y="9"/>
                  </a:cubicBezTo>
                  <a:cubicBezTo>
                    <a:pt x="113" y="10"/>
                    <a:pt x="117" y="13"/>
                    <a:pt x="118" y="15"/>
                  </a:cubicBezTo>
                  <a:cubicBezTo>
                    <a:pt x="120" y="16"/>
                    <a:pt x="122" y="21"/>
                    <a:pt x="123" y="23"/>
                  </a:cubicBezTo>
                  <a:cubicBezTo>
                    <a:pt x="123" y="25"/>
                    <a:pt x="123" y="29"/>
                    <a:pt x="123" y="32"/>
                  </a:cubicBezTo>
                  <a:cubicBezTo>
                    <a:pt x="123" y="33"/>
                    <a:pt x="124" y="37"/>
                    <a:pt x="124" y="39"/>
                  </a:cubicBezTo>
                  <a:cubicBezTo>
                    <a:pt x="125" y="41"/>
                    <a:pt x="127" y="45"/>
                    <a:pt x="128" y="46"/>
                  </a:cubicBezTo>
                  <a:cubicBezTo>
                    <a:pt x="128" y="47"/>
                    <a:pt x="130" y="49"/>
                    <a:pt x="131" y="50"/>
                  </a:cubicBezTo>
                  <a:cubicBezTo>
                    <a:pt x="132" y="53"/>
                    <a:pt x="134" y="57"/>
                    <a:pt x="134" y="60"/>
                  </a:cubicBezTo>
                  <a:cubicBezTo>
                    <a:pt x="135" y="61"/>
                    <a:pt x="136" y="64"/>
                    <a:pt x="137" y="66"/>
                  </a:cubicBezTo>
                  <a:cubicBezTo>
                    <a:pt x="138" y="69"/>
                    <a:pt x="141" y="77"/>
                    <a:pt x="143" y="81"/>
                  </a:cubicBezTo>
                  <a:cubicBezTo>
                    <a:pt x="143" y="84"/>
                    <a:pt x="144" y="90"/>
                    <a:pt x="146" y="93"/>
                  </a:cubicBezTo>
                  <a:cubicBezTo>
                    <a:pt x="147" y="95"/>
                    <a:pt x="152" y="98"/>
                    <a:pt x="154" y="100"/>
                  </a:cubicBezTo>
                  <a:cubicBezTo>
                    <a:pt x="155" y="102"/>
                    <a:pt x="158" y="104"/>
                    <a:pt x="159" y="106"/>
                  </a:cubicBezTo>
                  <a:cubicBezTo>
                    <a:pt x="161" y="108"/>
                    <a:pt x="165" y="113"/>
                    <a:pt x="167" y="115"/>
                  </a:cubicBezTo>
                  <a:cubicBezTo>
                    <a:pt x="169" y="117"/>
                    <a:pt x="172" y="120"/>
                    <a:pt x="173" y="122"/>
                  </a:cubicBezTo>
                  <a:cubicBezTo>
                    <a:pt x="174" y="124"/>
                    <a:pt x="175" y="129"/>
                    <a:pt x="176" y="132"/>
                  </a:cubicBezTo>
                  <a:cubicBezTo>
                    <a:pt x="176" y="136"/>
                    <a:pt x="178" y="145"/>
                    <a:pt x="179" y="149"/>
                  </a:cubicBezTo>
                  <a:cubicBezTo>
                    <a:pt x="179" y="152"/>
                    <a:pt x="179" y="157"/>
                    <a:pt x="179" y="160"/>
                  </a:cubicBezTo>
                  <a:cubicBezTo>
                    <a:pt x="179" y="162"/>
                    <a:pt x="178" y="165"/>
                    <a:pt x="178" y="167"/>
                  </a:cubicBezTo>
                  <a:cubicBezTo>
                    <a:pt x="178" y="168"/>
                    <a:pt x="180" y="170"/>
                    <a:pt x="181" y="17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99"/>
            <p:cNvSpPr>
              <a:spLocks/>
            </p:cNvSpPr>
            <p:nvPr/>
          </p:nvSpPr>
          <p:spPr bwMode="auto">
            <a:xfrm>
              <a:off x="1125538" y="1892300"/>
              <a:ext cx="385763" cy="546100"/>
            </a:xfrm>
            <a:custGeom>
              <a:avLst/>
              <a:gdLst/>
              <a:ahLst/>
              <a:cxnLst>
                <a:cxn ang="0">
                  <a:pos x="252" y="183"/>
                </a:cxn>
                <a:cxn ang="0">
                  <a:pos x="245" y="208"/>
                </a:cxn>
                <a:cxn ang="0">
                  <a:pos x="224" y="239"/>
                </a:cxn>
                <a:cxn ang="0">
                  <a:pos x="219" y="262"/>
                </a:cxn>
                <a:cxn ang="0">
                  <a:pos x="222" y="278"/>
                </a:cxn>
                <a:cxn ang="0">
                  <a:pos x="216" y="283"/>
                </a:cxn>
                <a:cxn ang="0">
                  <a:pos x="208" y="289"/>
                </a:cxn>
                <a:cxn ang="0">
                  <a:pos x="195" y="292"/>
                </a:cxn>
                <a:cxn ang="0">
                  <a:pos x="189" y="313"/>
                </a:cxn>
                <a:cxn ang="0">
                  <a:pos x="184" y="328"/>
                </a:cxn>
                <a:cxn ang="0">
                  <a:pos x="168" y="329"/>
                </a:cxn>
                <a:cxn ang="0">
                  <a:pos x="151" y="336"/>
                </a:cxn>
                <a:cxn ang="0">
                  <a:pos x="132" y="334"/>
                </a:cxn>
                <a:cxn ang="0">
                  <a:pos x="121" y="340"/>
                </a:cxn>
                <a:cxn ang="0">
                  <a:pos x="106" y="350"/>
                </a:cxn>
                <a:cxn ang="0">
                  <a:pos x="97" y="357"/>
                </a:cxn>
                <a:cxn ang="0">
                  <a:pos x="95" y="346"/>
                </a:cxn>
                <a:cxn ang="0">
                  <a:pos x="92" y="318"/>
                </a:cxn>
                <a:cxn ang="0">
                  <a:pos x="83" y="301"/>
                </a:cxn>
                <a:cxn ang="0">
                  <a:pos x="70" y="286"/>
                </a:cxn>
                <a:cxn ang="0">
                  <a:pos x="59" y="267"/>
                </a:cxn>
                <a:cxn ang="0">
                  <a:pos x="50" y="246"/>
                </a:cxn>
                <a:cxn ang="0">
                  <a:pos x="44" y="232"/>
                </a:cxn>
                <a:cxn ang="0">
                  <a:pos x="39" y="218"/>
                </a:cxn>
                <a:cxn ang="0">
                  <a:pos x="34" y="201"/>
                </a:cxn>
                <a:cxn ang="0">
                  <a:pos x="20" y="193"/>
                </a:cxn>
                <a:cxn ang="0">
                  <a:pos x="19" y="189"/>
                </a:cxn>
                <a:cxn ang="0">
                  <a:pos x="21" y="172"/>
                </a:cxn>
                <a:cxn ang="0">
                  <a:pos x="10" y="157"/>
                </a:cxn>
                <a:cxn ang="0">
                  <a:pos x="0" y="138"/>
                </a:cxn>
                <a:cxn ang="0">
                  <a:pos x="7" y="123"/>
                </a:cxn>
                <a:cxn ang="0">
                  <a:pos x="21" y="113"/>
                </a:cxn>
                <a:cxn ang="0">
                  <a:pos x="32" y="101"/>
                </a:cxn>
                <a:cxn ang="0">
                  <a:pos x="47" y="97"/>
                </a:cxn>
                <a:cxn ang="0">
                  <a:pos x="70" y="99"/>
                </a:cxn>
                <a:cxn ang="0">
                  <a:pos x="89" y="90"/>
                </a:cxn>
                <a:cxn ang="0">
                  <a:pos x="94" y="71"/>
                </a:cxn>
                <a:cxn ang="0">
                  <a:pos x="100" y="48"/>
                </a:cxn>
                <a:cxn ang="0">
                  <a:pos x="106" y="25"/>
                </a:cxn>
                <a:cxn ang="0">
                  <a:pos x="116" y="15"/>
                </a:cxn>
                <a:cxn ang="0">
                  <a:pos x="120" y="0"/>
                </a:cxn>
                <a:cxn ang="0">
                  <a:pos x="128" y="11"/>
                </a:cxn>
                <a:cxn ang="0">
                  <a:pos x="136" y="29"/>
                </a:cxn>
                <a:cxn ang="0">
                  <a:pos x="148" y="33"/>
                </a:cxn>
                <a:cxn ang="0">
                  <a:pos x="161" y="19"/>
                </a:cxn>
                <a:cxn ang="0">
                  <a:pos x="170" y="23"/>
                </a:cxn>
                <a:cxn ang="0">
                  <a:pos x="172" y="36"/>
                </a:cxn>
                <a:cxn ang="0">
                  <a:pos x="173" y="50"/>
                </a:cxn>
                <a:cxn ang="0">
                  <a:pos x="186" y="59"/>
                </a:cxn>
                <a:cxn ang="0">
                  <a:pos x="183" y="69"/>
                </a:cxn>
                <a:cxn ang="0">
                  <a:pos x="176" y="85"/>
                </a:cxn>
                <a:cxn ang="0">
                  <a:pos x="181" y="102"/>
                </a:cxn>
                <a:cxn ang="0">
                  <a:pos x="193" y="112"/>
                </a:cxn>
                <a:cxn ang="0">
                  <a:pos x="198" y="133"/>
                </a:cxn>
                <a:cxn ang="0">
                  <a:pos x="203" y="153"/>
                </a:cxn>
                <a:cxn ang="0">
                  <a:pos x="213" y="167"/>
                </a:cxn>
                <a:cxn ang="0">
                  <a:pos x="236" y="169"/>
                </a:cxn>
                <a:cxn ang="0">
                  <a:pos x="252" y="179"/>
                </a:cxn>
              </a:cxnLst>
              <a:rect l="0" t="0" r="r" b="b"/>
              <a:pathLst>
                <a:path w="253" h="357">
                  <a:moveTo>
                    <a:pt x="252" y="179"/>
                  </a:moveTo>
                  <a:cubicBezTo>
                    <a:pt x="252" y="181"/>
                    <a:pt x="252" y="182"/>
                    <a:pt x="252" y="183"/>
                  </a:cubicBezTo>
                  <a:cubicBezTo>
                    <a:pt x="253" y="186"/>
                    <a:pt x="251" y="191"/>
                    <a:pt x="250" y="194"/>
                  </a:cubicBezTo>
                  <a:cubicBezTo>
                    <a:pt x="249" y="197"/>
                    <a:pt x="247" y="204"/>
                    <a:pt x="245" y="208"/>
                  </a:cubicBezTo>
                  <a:cubicBezTo>
                    <a:pt x="242" y="213"/>
                    <a:pt x="236" y="222"/>
                    <a:pt x="233" y="226"/>
                  </a:cubicBezTo>
                  <a:cubicBezTo>
                    <a:pt x="231" y="230"/>
                    <a:pt x="226" y="236"/>
                    <a:pt x="224" y="239"/>
                  </a:cubicBezTo>
                  <a:cubicBezTo>
                    <a:pt x="223" y="241"/>
                    <a:pt x="220" y="246"/>
                    <a:pt x="219" y="249"/>
                  </a:cubicBezTo>
                  <a:cubicBezTo>
                    <a:pt x="219" y="252"/>
                    <a:pt x="219" y="258"/>
                    <a:pt x="219" y="262"/>
                  </a:cubicBezTo>
                  <a:cubicBezTo>
                    <a:pt x="219" y="264"/>
                    <a:pt x="219" y="269"/>
                    <a:pt x="219" y="272"/>
                  </a:cubicBezTo>
                  <a:cubicBezTo>
                    <a:pt x="220" y="273"/>
                    <a:pt x="221" y="276"/>
                    <a:pt x="222" y="278"/>
                  </a:cubicBezTo>
                  <a:cubicBezTo>
                    <a:pt x="222" y="278"/>
                    <a:pt x="221" y="279"/>
                    <a:pt x="221" y="280"/>
                  </a:cubicBezTo>
                  <a:cubicBezTo>
                    <a:pt x="220" y="281"/>
                    <a:pt x="217" y="282"/>
                    <a:pt x="216" y="283"/>
                  </a:cubicBezTo>
                  <a:cubicBezTo>
                    <a:pt x="215" y="283"/>
                    <a:pt x="213" y="286"/>
                    <a:pt x="212" y="287"/>
                  </a:cubicBezTo>
                  <a:cubicBezTo>
                    <a:pt x="211" y="288"/>
                    <a:pt x="209" y="289"/>
                    <a:pt x="208" y="289"/>
                  </a:cubicBezTo>
                  <a:cubicBezTo>
                    <a:pt x="206" y="290"/>
                    <a:pt x="202" y="289"/>
                    <a:pt x="200" y="290"/>
                  </a:cubicBezTo>
                  <a:cubicBezTo>
                    <a:pt x="198" y="290"/>
                    <a:pt x="196" y="291"/>
                    <a:pt x="195" y="292"/>
                  </a:cubicBezTo>
                  <a:cubicBezTo>
                    <a:pt x="194" y="294"/>
                    <a:pt x="193" y="298"/>
                    <a:pt x="193" y="300"/>
                  </a:cubicBezTo>
                  <a:cubicBezTo>
                    <a:pt x="192" y="303"/>
                    <a:pt x="190" y="309"/>
                    <a:pt x="189" y="313"/>
                  </a:cubicBezTo>
                  <a:cubicBezTo>
                    <a:pt x="188" y="316"/>
                    <a:pt x="186" y="321"/>
                    <a:pt x="185" y="324"/>
                  </a:cubicBezTo>
                  <a:cubicBezTo>
                    <a:pt x="185" y="325"/>
                    <a:pt x="185" y="326"/>
                    <a:pt x="184" y="328"/>
                  </a:cubicBezTo>
                  <a:cubicBezTo>
                    <a:pt x="183" y="327"/>
                    <a:pt x="180" y="326"/>
                    <a:pt x="179" y="326"/>
                  </a:cubicBezTo>
                  <a:cubicBezTo>
                    <a:pt x="176" y="326"/>
                    <a:pt x="170" y="328"/>
                    <a:pt x="168" y="329"/>
                  </a:cubicBezTo>
                  <a:cubicBezTo>
                    <a:pt x="165" y="330"/>
                    <a:pt x="162" y="333"/>
                    <a:pt x="160" y="334"/>
                  </a:cubicBezTo>
                  <a:cubicBezTo>
                    <a:pt x="158" y="335"/>
                    <a:pt x="153" y="336"/>
                    <a:pt x="151" y="336"/>
                  </a:cubicBezTo>
                  <a:cubicBezTo>
                    <a:pt x="148" y="336"/>
                    <a:pt x="144" y="336"/>
                    <a:pt x="141" y="336"/>
                  </a:cubicBezTo>
                  <a:cubicBezTo>
                    <a:pt x="139" y="335"/>
                    <a:pt x="134" y="334"/>
                    <a:pt x="132" y="334"/>
                  </a:cubicBezTo>
                  <a:cubicBezTo>
                    <a:pt x="129" y="334"/>
                    <a:pt x="125" y="332"/>
                    <a:pt x="123" y="333"/>
                  </a:cubicBezTo>
                  <a:cubicBezTo>
                    <a:pt x="121" y="335"/>
                    <a:pt x="122" y="339"/>
                    <a:pt x="121" y="340"/>
                  </a:cubicBezTo>
                  <a:cubicBezTo>
                    <a:pt x="120" y="342"/>
                    <a:pt x="116" y="345"/>
                    <a:pt x="115" y="346"/>
                  </a:cubicBezTo>
                  <a:cubicBezTo>
                    <a:pt x="113" y="347"/>
                    <a:pt x="108" y="350"/>
                    <a:pt x="106" y="350"/>
                  </a:cubicBezTo>
                  <a:cubicBezTo>
                    <a:pt x="104" y="351"/>
                    <a:pt x="101" y="350"/>
                    <a:pt x="100" y="351"/>
                  </a:cubicBezTo>
                  <a:cubicBezTo>
                    <a:pt x="99" y="352"/>
                    <a:pt x="98" y="356"/>
                    <a:pt x="97" y="357"/>
                  </a:cubicBezTo>
                  <a:cubicBezTo>
                    <a:pt x="96" y="356"/>
                    <a:pt x="94" y="354"/>
                    <a:pt x="94" y="353"/>
                  </a:cubicBezTo>
                  <a:cubicBezTo>
                    <a:pt x="94" y="351"/>
                    <a:pt x="95" y="348"/>
                    <a:pt x="95" y="346"/>
                  </a:cubicBezTo>
                  <a:cubicBezTo>
                    <a:pt x="95" y="343"/>
                    <a:pt x="95" y="338"/>
                    <a:pt x="95" y="335"/>
                  </a:cubicBezTo>
                  <a:cubicBezTo>
                    <a:pt x="94" y="331"/>
                    <a:pt x="92" y="322"/>
                    <a:pt x="92" y="318"/>
                  </a:cubicBezTo>
                  <a:cubicBezTo>
                    <a:pt x="91" y="315"/>
                    <a:pt x="90" y="310"/>
                    <a:pt x="89" y="308"/>
                  </a:cubicBezTo>
                  <a:cubicBezTo>
                    <a:pt x="88" y="306"/>
                    <a:pt x="85" y="303"/>
                    <a:pt x="83" y="301"/>
                  </a:cubicBezTo>
                  <a:cubicBezTo>
                    <a:pt x="81" y="299"/>
                    <a:pt x="77" y="294"/>
                    <a:pt x="75" y="292"/>
                  </a:cubicBezTo>
                  <a:cubicBezTo>
                    <a:pt x="74" y="290"/>
                    <a:pt x="71" y="288"/>
                    <a:pt x="70" y="286"/>
                  </a:cubicBezTo>
                  <a:cubicBezTo>
                    <a:pt x="68" y="284"/>
                    <a:pt x="63" y="281"/>
                    <a:pt x="62" y="279"/>
                  </a:cubicBezTo>
                  <a:cubicBezTo>
                    <a:pt x="60" y="276"/>
                    <a:pt x="59" y="270"/>
                    <a:pt x="59" y="267"/>
                  </a:cubicBezTo>
                  <a:cubicBezTo>
                    <a:pt x="57" y="263"/>
                    <a:pt x="54" y="255"/>
                    <a:pt x="53" y="252"/>
                  </a:cubicBezTo>
                  <a:cubicBezTo>
                    <a:pt x="52" y="250"/>
                    <a:pt x="51" y="247"/>
                    <a:pt x="50" y="246"/>
                  </a:cubicBezTo>
                  <a:cubicBezTo>
                    <a:pt x="50" y="243"/>
                    <a:pt x="48" y="239"/>
                    <a:pt x="47" y="236"/>
                  </a:cubicBezTo>
                  <a:cubicBezTo>
                    <a:pt x="46" y="235"/>
                    <a:pt x="44" y="233"/>
                    <a:pt x="44" y="232"/>
                  </a:cubicBezTo>
                  <a:cubicBezTo>
                    <a:pt x="43" y="231"/>
                    <a:pt x="41" y="227"/>
                    <a:pt x="40" y="225"/>
                  </a:cubicBezTo>
                  <a:cubicBezTo>
                    <a:pt x="40" y="223"/>
                    <a:pt x="39" y="219"/>
                    <a:pt x="39" y="218"/>
                  </a:cubicBezTo>
                  <a:cubicBezTo>
                    <a:pt x="39" y="215"/>
                    <a:pt x="39" y="211"/>
                    <a:pt x="39" y="209"/>
                  </a:cubicBezTo>
                  <a:cubicBezTo>
                    <a:pt x="38" y="207"/>
                    <a:pt x="36" y="202"/>
                    <a:pt x="34" y="201"/>
                  </a:cubicBezTo>
                  <a:cubicBezTo>
                    <a:pt x="33" y="199"/>
                    <a:pt x="29" y="196"/>
                    <a:pt x="27" y="195"/>
                  </a:cubicBezTo>
                  <a:cubicBezTo>
                    <a:pt x="25" y="194"/>
                    <a:pt x="21" y="194"/>
                    <a:pt x="20" y="193"/>
                  </a:cubicBezTo>
                  <a:cubicBezTo>
                    <a:pt x="19" y="192"/>
                    <a:pt x="18" y="191"/>
                    <a:pt x="17" y="190"/>
                  </a:cubicBezTo>
                  <a:cubicBezTo>
                    <a:pt x="18" y="190"/>
                    <a:pt x="18" y="189"/>
                    <a:pt x="19" y="189"/>
                  </a:cubicBezTo>
                  <a:cubicBezTo>
                    <a:pt x="20" y="188"/>
                    <a:pt x="22" y="185"/>
                    <a:pt x="23" y="183"/>
                  </a:cubicBezTo>
                  <a:cubicBezTo>
                    <a:pt x="23" y="180"/>
                    <a:pt x="22" y="175"/>
                    <a:pt x="21" y="172"/>
                  </a:cubicBezTo>
                  <a:cubicBezTo>
                    <a:pt x="21" y="170"/>
                    <a:pt x="19" y="165"/>
                    <a:pt x="18" y="163"/>
                  </a:cubicBezTo>
                  <a:cubicBezTo>
                    <a:pt x="16" y="161"/>
                    <a:pt x="12" y="158"/>
                    <a:pt x="10" y="157"/>
                  </a:cubicBezTo>
                  <a:cubicBezTo>
                    <a:pt x="8" y="155"/>
                    <a:pt x="4" y="151"/>
                    <a:pt x="3" y="149"/>
                  </a:cubicBezTo>
                  <a:cubicBezTo>
                    <a:pt x="2" y="147"/>
                    <a:pt x="0" y="141"/>
                    <a:pt x="0" y="138"/>
                  </a:cubicBezTo>
                  <a:cubicBezTo>
                    <a:pt x="0" y="136"/>
                    <a:pt x="1" y="131"/>
                    <a:pt x="2" y="129"/>
                  </a:cubicBezTo>
                  <a:cubicBezTo>
                    <a:pt x="3" y="127"/>
                    <a:pt x="5" y="124"/>
                    <a:pt x="7" y="123"/>
                  </a:cubicBezTo>
                  <a:cubicBezTo>
                    <a:pt x="9" y="122"/>
                    <a:pt x="14" y="121"/>
                    <a:pt x="16" y="119"/>
                  </a:cubicBezTo>
                  <a:cubicBezTo>
                    <a:pt x="17" y="118"/>
                    <a:pt x="20" y="114"/>
                    <a:pt x="21" y="113"/>
                  </a:cubicBezTo>
                  <a:cubicBezTo>
                    <a:pt x="22" y="111"/>
                    <a:pt x="25" y="110"/>
                    <a:pt x="26" y="108"/>
                  </a:cubicBezTo>
                  <a:cubicBezTo>
                    <a:pt x="28" y="107"/>
                    <a:pt x="30" y="103"/>
                    <a:pt x="32" y="101"/>
                  </a:cubicBezTo>
                  <a:cubicBezTo>
                    <a:pt x="34" y="100"/>
                    <a:pt x="38" y="98"/>
                    <a:pt x="40" y="97"/>
                  </a:cubicBezTo>
                  <a:cubicBezTo>
                    <a:pt x="42" y="97"/>
                    <a:pt x="45" y="97"/>
                    <a:pt x="47" y="97"/>
                  </a:cubicBezTo>
                  <a:cubicBezTo>
                    <a:pt x="49" y="98"/>
                    <a:pt x="52" y="100"/>
                    <a:pt x="54" y="101"/>
                  </a:cubicBezTo>
                  <a:cubicBezTo>
                    <a:pt x="58" y="101"/>
                    <a:pt x="66" y="100"/>
                    <a:pt x="70" y="99"/>
                  </a:cubicBezTo>
                  <a:cubicBezTo>
                    <a:pt x="73" y="99"/>
                    <a:pt x="78" y="97"/>
                    <a:pt x="80" y="96"/>
                  </a:cubicBezTo>
                  <a:cubicBezTo>
                    <a:pt x="83" y="95"/>
                    <a:pt x="88" y="92"/>
                    <a:pt x="89" y="90"/>
                  </a:cubicBezTo>
                  <a:cubicBezTo>
                    <a:pt x="91" y="88"/>
                    <a:pt x="93" y="84"/>
                    <a:pt x="93" y="81"/>
                  </a:cubicBezTo>
                  <a:cubicBezTo>
                    <a:pt x="94" y="79"/>
                    <a:pt x="93" y="74"/>
                    <a:pt x="94" y="71"/>
                  </a:cubicBezTo>
                  <a:cubicBezTo>
                    <a:pt x="94" y="68"/>
                    <a:pt x="95" y="61"/>
                    <a:pt x="96" y="58"/>
                  </a:cubicBezTo>
                  <a:cubicBezTo>
                    <a:pt x="96" y="55"/>
                    <a:pt x="99" y="50"/>
                    <a:pt x="100" y="48"/>
                  </a:cubicBezTo>
                  <a:cubicBezTo>
                    <a:pt x="101" y="44"/>
                    <a:pt x="101" y="36"/>
                    <a:pt x="102" y="32"/>
                  </a:cubicBezTo>
                  <a:cubicBezTo>
                    <a:pt x="103" y="30"/>
                    <a:pt x="105" y="26"/>
                    <a:pt x="106" y="25"/>
                  </a:cubicBezTo>
                  <a:cubicBezTo>
                    <a:pt x="107" y="23"/>
                    <a:pt x="110" y="21"/>
                    <a:pt x="111" y="20"/>
                  </a:cubicBezTo>
                  <a:cubicBezTo>
                    <a:pt x="112" y="19"/>
                    <a:pt x="115" y="16"/>
                    <a:pt x="116" y="15"/>
                  </a:cubicBezTo>
                  <a:cubicBezTo>
                    <a:pt x="117" y="12"/>
                    <a:pt x="119" y="7"/>
                    <a:pt x="119" y="5"/>
                  </a:cubicBezTo>
                  <a:cubicBezTo>
                    <a:pt x="120" y="4"/>
                    <a:pt x="120" y="2"/>
                    <a:pt x="120" y="0"/>
                  </a:cubicBezTo>
                  <a:cubicBezTo>
                    <a:pt x="123" y="1"/>
                    <a:pt x="126" y="3"/>
                    <a:pt x="127" y="4"/>
                  </a:cubicBezTo>
                  <a:cubicBezTo>
                    <a:pt x="128" y="6"/>
                    <a:pt x="128" y="10"/>
                    <a:pt x="128" y="11"/>
                  </a:cubicBezTo>
                  <a:cubicBezTo>
                    <a:pt x="129" y="13"/>
                    <a:pt x="131" y="15"/>
                    <a:pt x="132" y="17"/>
                  </a:cubicBezTo>
                  <a:cubicBezTo>
                    <a:pt x="133" y="20"/>
                    <a:pt x="135" y="26"/>
                    <a:pt x="136" y="29"/>
                  </a:cubicBezTo>
                  <a:cubicBezTo>
                    <a:pt x="137" y="30"/>
                    <a:pt x="140" y="34"/>
                    <a:pt x="142" y="34"/>
                  </a:cubicBezTo>
                  <a:cubicBezTo>
                    <a:pt x="143" y="35"/>
                    <a:pt x="147" y="34"/>
                    <a:pt x="148" y="33"/>
                  </a:cubicBezTo>
                  <a:cubicBezTo>
                    <a:pt x="151" y="32"/>
                    <a:pt x="153" y="27"/>
                    <a:pt x="154" y="26"/>
                  </a:cubicBezTo>
                  <a:cubicBezTo>
                    <a:pt x="156" y="24"/>
                    <a:pt x="158" y="20"/>
                    <a:pt x="161" y="19"/>
                  </a:cubicBezTo>
                  <a:cubicBezTo>
                    <a:pt x="162" y="18"/>
                    <a:pt x="165" y="18"/>
                    <a:pt x="166" y="19"/>
                  </a:cubicBezTo>
                  <a:cubicBezTo>
                    <a:pt x="168" y="20"/>
                    <a:pt x="169" y="22"/>
                    <a:pt x="170" y="23"/>
                  </a:cubicBezTo>
                  <a:cubicBezTo>
                    <a:pt x="171" y="24"/>
                    <a:pt x="172" y="26"/>
                    <a:pt x="172" y="28"/>
                  </a:cubicBezTo>
                  <a:cubicBezTo>
                    <a:pt x="172" y="30"/>
                    <a:pt x="172" y="34"/>
                    <a:pt x="172" y="36"/>
                  </a:cubicBezTo>
                  <a:cubicBezTo>
                    <a:pt x="172" y="38"/>
                    <a:pt x="170" y="42"/>
                    <a:pt x="170" y="43"/>
                  </a:cubicBezTo>
                  <a:cubicBezTo>
                    <a:pt x="170" y="45"/>
                    <a:pt x="172" y="48"/>
                    <a:pt x="173" y="50"/>
                  </a:cubicBezTo>
                  <a:cubicBezTo>
                    <a:pt x="174" y="51"/>
                    <a:pt x="176" y="54"/>
                    <a:pt x="178" y="55"/>
                  </a:cubicBezTo>
                  <a:cubicBezTo>
                    <a:pt x="180" y="56"/>
                    <a:pt x="184" y="57"/>
                    <a:pt x="186" y="59"/>
                  </a:cubicBezTo>
                  <a:cubicBezTo>
                    <a:pt x="187" y="60"/>
                    <a:pt x="189" y="62"/>
                    <a:pt x="191" y="64"/>
                  </a:cubicBezTo>
                  <a:cubicBezTo>
                    <a:pt x="188" y="65"/>
                    <a:pt x="185" y="67"/>
                    <a:pt x="183" y="69"/>
                  </a:cubicBezTo>
                  <a:cubicBezTo>
                    <a:pt x="182" y="70"/>
                    <a:pt x="179" y="74"/>
                    <a:pt x="178" y="76"/>
                  </a:cubicBezTo>
                  <a:cubicBezTo>
                    <a:pt x="177" y="78"/>
                    <a:pt x="176" y="83"/>
                    <a:pt x="176" y="85"/>
                  </a:cubicBezTo>
                  <a:cubicBezTo>
                    <a:pt x="176" y="88"/>
                    <a:pt x="175" y="94"/>
                    <a:pt x="176" y="97"/>
                  </a:cubicBezTo>
                  <a:cubicBezTo>
                    <a:pt x="177" y="98"/>
                    <a:pt x="179" y="101"/>
                    <a:pt x="181" y="102"/>
                  </a:cubicBezTo>
                  <a:cubicBezTo>
                    <a:pt x="182" y="104"/>
                    <a:pt x="186" y="104"/>
                    <a:pt x="187" y="106"/>
                  </a:cubicBezTo>
                  <a:cubicBezTo>
                    <a:pt x="189" y="107"/>
                    <a:pt x="192" y="110"/>
                    <a:pt x="193" y="112"/>
                  </a:cubicBezTo>
                  <a:cubicBezTo>
                    <a:pt x="195" y="116"/>
                    <a:pt x="196" y="123"/>
                    <a:pt x="197" y="126"/>
                  </a:cubicBezTo>
                  <a:cubicBezTo>
                    <a:pt x="197" y="128"/>
                    <a:pt x="198" y="132"/>
                    <a:pt x="198" y="133"/>
                  </a:cubicBezTo>
                  <a:cubicBezTo>
                    <a:pt x="199" y="136"/>
                    <a:pt x="203" y="139"/>
                    <a:pt x="203" y="142"/>
                  </a:cubicBezTo>
                  <a:cubicBezTo>
                    <a:pt x="204" y="144"/>
                    <a:pt x="203" y="150"/>
                    <a:pt x="203" y="153"/>
                  </a:cubicBezTo>
                  <a:cubicBezTo>
                    <a:pt x="204" y="155"/>
                    <a:pt x="205" y="160"/>
                    <a:pt x="206" y="162"/>
                  </a:cubicBezTo>
                  <a:cubicBezTo>
                    <a:pt x="208" y="164"/>
                    <a:pt x="211" y="166"/>
                    <a:pt x="213" y="167"/>
                  </a:cubicBezTo>
                  <a:cubicBezTo>
                    <a:pt x="216" y="168"/>
                    <a:pt x="223" y="169"/>
                    <a:pt x="226" y="169"/>
                  </a:cubicBezTo>
                  <a:cubicBezTo>
                    <a:pt x="229" y="169"/>
                    <a:pt x="234" y="169"/>
                    <a:pt x="236" y="169"/>
                  </a:cubicBezTo>
                  <a:cubicBezTo>
                    <a:pt x="239" y="170"/>
                    <a:pt x="246" y="171"/>
                    <a:pt x="248" y="173"/>
                  </a:cubicBezTo>
                  <a:cubicBezTo>
                    <a:pt x="250" y="174"/>
                    <a:pt x="251" y="177"/>
                    <a:pt x="252" y="17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100"/>
            <p:cNvSpPr>
              <a:spLocks/>
            </p:cNvSpPr>
            <p:nvPr/>
          </p:nvSpPr>
          <p:spPr bwMode="auto">
            <a:xfrm>
              <a:off x="1719263" y="2005013"/>
              <a:ext cx="431800" cy="550863"/>
            </a:xfrm>
            <a:custGeom>
              <a:avLst/>
              <a:gdLst/>
              <a:ahLst/>
              <a:cxnLst>
                <a:cxn ang="0">
                  <a:pos x="101" y="188"/>
                </a:cxn>
                <a:cxn ang="0">
                  <a:pos x="90" y="178"/>
                </a:cxn>
                <a:cxn ang="0">
                  <a:pos x="74" y="165"/>
                </a:cxn>
                <a:cxn ang="0">
                  <a:pos x="63" y="147"/>
                </a:cxn>
                <a:cxn ang="0">
                  <a:pos x="49" y="136"/>
                </a:cxn>
                <a:cxn ang="0">
                  <a:pos x="37" y="120"/>
                </a:cxn>
                <a:cxn ang="0">
                  <a:pos x="22" y="105"/>
                </a:cxn>
                <a:cxn ang="0">
                  <a:pos x="12" y="100"/>
                </a:cxn>
                <a:cxn ang="0">
                  <a:pos x="8" y="96"/>
                </a:cxn>
                <a:cxn ang="0">
                  <a:pos x="1" y="85"/>
                </a:cxn>
                <a:cxn ang="0">
                  <a:pos x="0" y="74"/>
                </a:cxn>
                <a:cxn ang="0">
                  <a:pos x="35" y="57"/>
                </a:cxn>
                <a:cxn ang="0">
                  <a:pos x="71" y="20"/>
                </a:cxn>
                <a:cxn ang="0">
                  <a:pos x="83" y="1"/>
                </a:cxn>
                <a:cxn ang="0">
                  <a:pos x="101" y="1"/>
                </a:cxn>
                <a:cxn ang="0">
                  <a:pos x="112" y="2"/>
                </a:cxn>
                <a:cxn ang="0">
                  <a:pos x="115" y="17"/>
                </a:cxn>
                <a:cxn ang="0">
                  <a:pos x="125" y="23"/>
                </a:cxn>
                <a:cxn ang="0">
                  <a:pos x="131" y="12"/>
                </a:cxn>
                <a:cxn ang="0">
                  <a:pos x="144" y="9"/>
                </a:cxn>
                <a:cxn ang="0">
                  <a:pos x="150" y="32"/>
                </a:cxn>
                <a:cxn ang="0">
                  <a:pos x="163" y="48"/>
                </a:cxn>
                <a:cxn ang="0">
                  <a:pos x="183" y="69"/>
                </a:cxn>
                <a:cxn ang="0">
                  <a:pos x="212" y="86"/>
                </a:cxn>
                <a:cxn ang="0">
                  <a:pos x="219" y="88"/>
                </a:cxn>
                <a:cxn ang="0">
                  <a:pos x="227" y="105"/>
                </a:cxn>
                <a:cxn ang="0">
                  <a:pos x="235" y="114"/>
                </a:cxn>
                <a:cxn ang="0">
                  <a:pos x="246" y="122"/>
                </a:cxn>
                <a:cxn ang="0">
                  <a:pos x="259" y="137"/>
                </a:cxn>
                <a:cxn ang="0">
                  <a:pos x="261" y="158"/>
                </a:cxn>
                <a:cxn ang="0">
                  <a:pos x="272" y="189"/>
                </a:cxn>
                <a:cxn ang="0">
                  <a:pos x="283" y="207"/>
                </a:cxn>
                <a:cxn ang="0">
                  <a:pos x="271" y="215"/>
                </a:cxn>
                <a:cxn ang="0">
                  <a:pos x="258" y="219"/>
                </a:cxn>
                <a:cxn ang="0">
                  <a:pos x="249" y="234"/>
                </a:cxn>
                <a:cxn ang="0">
                  <a:pos x="251" y="246"/>
                </a:cxn>
                <a:cxn ang="0">
                  <a:pos x="259" y="257"/>
                </a:cxn>
                <a:cxn ang="0">
                  <a:pos x="247" y="264"/>
                </a:cxn>
                <a:cxn ang="0">
                  <a:pos x="223" y="272"/>
                </a:cxn>
                <a:cxn ang="0">
                  <a:pos x="211" y="300"/>
                </a:cxn>
                <a:cxn ang="0">
                  <a:pos x="205" y="316"/>
                </a:cxn>
                <a:cxn ang="0">
                  <a:pos x="189" y="327"/>
                </a:cxn>
                <a:cxn ang="0">
                  <a:pos x="176" y="350"/>
                </a:cxn>
                <a:cxn ang="0">
                  <a:pos x="173" y="357"/>
                </a:cxn>
                <a:cxn ang="0">
                  <a:pos x="160" y="343"/>
                </a:cxn>
                <a:cxn ang="0">
                  <a:pos x="144" y="323"/>
                </a:cxn>
                <a:cxn ang="0">
                  <a:pos x="125" y="311"/>
                </a:cxn>
                <a:cxn ang="0">
                  <a:pos x="110" y="304"/>
                </a:cxn>
                <a:cxn ang="0">
                  <a:pos x="107" y="299"/>
                </a:cxn>
                <a:cxn ang="0">
                  <a:pos x="105" y="280"/>
                </a:cxn>
                <a:cxn ang="0">
                  <a:pos x="107" y="263"/>
                </a:cxn>
                <a:cxn ang="0">
                  <a:pos x="115" y="245"/>
                </a:cxn>
                <a:cxn ang="0">
                  <a:pos x="119" y="229"/>
                </a:cxn>
                <a:cxn ang="0">
                  <a:pos x="110" y="216"/>
                </a:cxn>
                <a:cxn ang="0">
                  <a:pos x="101" y="204"/>
                </a:cxn>
                <a:cxn ang="0">
                  <a:pos x="101" y="196"/>
                </a:cxn>
              </a:cxnLst>
              <a:rect l="0" t="0" r="r" b="b"/>
              <a:pathLst>
                <a:path w="283" h="360">
                  <a:moveTo>
                    <a:pt x="101" y="196"/>
                  </a:moveTo>
                  <a:cubicBezTo>
                    <a:pt x="101" y="194"/>
                    <a:pt x="102" y="190"/>
                    <a:pt x="101" y="188"/>
                  </a:cubicBezTo>
                  <a:cubicBezTo>
                    <a:pt x="100" y="187"/>
                    <a:pt x="99" y="185"/>
                    <a:pt x="98" y="185"/>
                  </a:cubicBezTo>
                  <a:cubicBezTo>
                    <a:pt x="96" y="183"/>
                    <a:pt x="92" y="179"/>
                    <a:pt x="90" y="178"/>
                  </a:cubicBezTo>
                  <a:cubicBezTo>
                    <a:pt x="87" y="176"/>
                    <a:pt x="82" y="173"/>
                    <a:pt x="80" y="171"/>
                  </a:cubicBezTo>
                  <a:cubicBezTo>
                    <a:pt x="78" y="170"/>
                    <a:pt x="75" y="167"/>
                    <a:pt x="74" y="165"/>
                  </a:cubicBezTo>
                  <a:cubicBezTo>
                    <a:pt x="72" y="163"/>
                    <a:pt x="70" y="159"/>
                    <a:pt x="69" y="157"/>
                  </a:cubicBezTo>
                  <a:cubicBezTo>
                    <a:pt x="67" y="155"/>
                    <a:pt x="65" y="149"/>
                    <a:pt x="63" y="147"/>
                  </a:cubicBezTo>
                  <a:cubicBezTo>
                    <a:pt x="62" y="146"/>
                    <a:pt x="59" y="143"/>
                    <a:pt x="57" y="142"/>
                  </a:cubicBezTo>
                  <a:cubicBezTo>
                    <a:pt x="55" y="141"/>
                    <a:pt x="51" y="138"/>
                    <a:pt x="49" y="136"/>
                  </a:cubicBezTo>
                  <a:cubicBezTo>
                    <a:pt x="47" y="134"/>
                    <a:pt x="44" y="130"/>
                    <a:pt x="42" y="129"/>
                  </a:cubicBezTo>
                  <a:cubicBezTo>
                    <a:pt x="41" y="127"/>
                    <a:pt x="38" y="122"/>
                    <a:pt x="37" y="120"/>
                  </a:cubicBezTo>
                  <a:cubicBezTo>
                    <a:pt x="35" y="118"/>
                    <a:pt x="31" y="114"/>
                    <a:pt x="29" y="112"/>
                  </a:cubicBezTo>
                  <a:cubicBezTo>
                    <a:pt x="28" y="110"/>
                    <a:pt x="24" y="106"/>
                    <a:pt x="22" y="105"/>
                  </a:cubicBezTo>
                  <a:cubicBezTo>
                    <a:pt x="21" y="104"/>
                    <a:pt x="19" y="102"/>
                    <a:pt x="17" y="101"/>
                  </a:cubicBezTo>
                  <a:cubicBezTo>
                    <a:pt x="16" y="101"/>
                    <a:pt x="13" y="100"/>
                    <a:pt x="12" y="100"/>
                  </a:cubicBezTo>
                  <a:cubicBezTo>
                    <a:pt x="11" y="100"/>
                    <a:pt x="9" y="100"/>
                    <a:pt x="7" y="100"/>
                  </a:cubicBezTo>
                  <a:cubicBezTo>
                    <a:pt x="8" y="98"/>
                    <a:pt x="8" y="97"/>
                    <a:pt x="8" y="96"/>
                  </a:cubicBezTo>
                  <a:cubicBezTo>
                    <a:pt x="7" y="94"/>
                    <a:pt x="5" y="91"/>
                    <a:pt x="4" y="90"/>
                  </a:cubicBezTo>
                  <a:cubicBezTo>
                    <a:pt x="3" y="89"/>
                    <a:pt x="1" y="86"/>
                    <a:pt x="1" y="85"/>
                  </a:cubicBezTo>
                  <a:cubicBezTo>
                    <a:pt x="0" y="83"/>
                    <a:pt x="1" y="78"/>
                    <a:pt x="1" y="76"/>
                  </a:cubicBezTo>
                  <a:cubicBezTo>
                    <a:pt x="1" y="75"/>
                    <a:pt x="0" y="75"/>
                    <a:pt x="0" y="74"/>
                  </a:cubicBezTo>
                  <a:cubicBezTo>
                    <a:pt x="4" y="72"/>
                    <a:pt x="11" y="69"/>
                    <a:pt x="14" y="67"/>
                  </a:cubicBezTo>
                  <a:cubicBezTo>
                    <a:pt x="19" y="65"/>
                    <a:pt x="30" y="60"/>
                    <a:pt x="35" y="57"/>
                  </a:cubicBezTo>
                  <a:cubicBezTo>
                    <a:pt x="41" y="53"/>
                    <a:pt x="53" y="44"/>
                    <a:pt x="58" y="39"/>
                  </a:cubicBezTo>
                  <a:cubicBezTo>
                    <a:pt x="62" y="35"/>
                    <a:pt x="68" y="25"/>
                    <a:pt x="71" y="20"/>
                  </a:cubicBezTo>
                  <a:cubicBezTo>
                    <a:pt x="74" y="17"/>
                    <a:pt x="78" y="11"/>
                    <a:pt x="80" y="7"/>
                  </a:cubicBezTo>
                  <a:cubicBezTo>
                    <a:pt x="81" y="6"/>
                    <a:pt x="82" y="3"/>
                    <a:pt x="83" y="1"/>
                  </a:cubicBezTo>
                  <a:cubicBezTo>
                    <a:pt x="85" y="1"/>
                    <a:pt x="87" y="1"/>
                    <a:pt x="88" y="1"/>
                  </a:cubicBezTo>
                  <a:cubicBezTo>
                    <a:pt x="91" y="1"/>
                    <a:pt x="97" y="2"/>
                    <a:pt x="101" y="1"/>
                  </a:cubicBezTo>
                  <a:cubicBezTo>
                    <a:pt x="102" y="1"/>
                    <a:pt x="106" y="0"/>
                    <a:pt x="108" y="0"/>
                  </a:cubicBezTo>
                  <a:cubicBezTo>
                    <a:pt x="109" y="0"/>
                    <a:pt x="112" y="1"/>
                    <a:pt x="112" y="2"/>
                  </a:cubicBezTo>
                  <a:cubicBezTo>
                    <a:pt x="114" y="3"/>
                    <a:pt x="114" y="7"/>
                    <a:pt x="115" y="9"/>
                  </a:cubicBezTo>
                  <a:cubicBezTo>
                    <a:pt x="115" y="11"/>
                    <a:pt x="114" y="15"/>
                    <a:pt x="115" y="17"/>
                  </a:cubicBezTo>
                  <a:cubicBezTo>
                    <a:pt x="115" y="19"/>
                    <a:pt x="116" y="22"/>
                    <a:pt x="117" y="23"/>
                  </a:cubicBezTo>
                  <a:cubicBezTo>
                    <a:pt x="119" y="24"/>
                    <a:pt x="123" y="23"/>
                    <a:pt x="125" y="23"/>
                  </a:cubicBezTo>
                  <a:cubicBezTo>
                    <a:pt x="126" y="22"/>
                    <a:pt x="128" y="20"/>
                    <a:pt x="129" y="18"/>
                  </a:cubicBezTo>
                  <a:cubicBezTo>
                    <a:pt x="129" y="17"/>
                    <a:pt x="130" y="14"/>
                    <a:pt x="131" y="12"/>
                  </a:cubicBezTo>
                  <a:cubicBezTo>
                    <a:pt x="132" y="11"/>
                    <a:pt x="135" y="9"/>
                    <a:pt x="137" y="9"/>
                  </a:cubicBezTo>
                  <a:cubicBezTo>
                    <a:pt x="138" y="8"/>
                    <a:pt x="143" y="8"/>
                    <a:pt x="144" y="9"/>
                  </a:cubicBezTo>
                  <a:cubicBezTo>
                    <a:pt x="147" y="10"/>
                    <a:pt x="149" y="17"/>
                    <a:pt x="150" y="21"/>
                  </a:cubicBezTo>
                  <a:cubicBezTo>
                    <a:pt x="151" y="23"/>
                    <a:pt x="150" y="29"/>
                    <a:pt x="150" y="32"/>
                  </a:cubicBezTo>
                  <a:cubicBezTo>
                    <a:pt x="151" y="34"/>
                    <a:pt x="153" y="38"/>
                    <a:pt x="154" y="40"/>
                  </a:cubicBezTo>
                  <a:cubicBezTo>
                    <a:pt x="156" y="42"/>
                    <a:pt x="161" y="47"/>
                    <a:pt x="163" y="48"/>
                  </a:cubicBezTo>
                  <a:cubicBezTo>
                    <a:pt x="165" y="50"/>
                    <a:pt x="169" y="52"/>
                    <a:pt x="171" y="54"/>
                  </a:cubicBezTo>
                  <a:cubicBezTo>
                    <a:pt x="174" y="57"/>
                    <a:pt x="180" y="65"/>
                    <a:pt x="183" y="69"/>
                  </a:cubicBezTo>
                  <a:cubicBezTo>
                    <a:pt x="186" y="72"/>
                    <a:pt x="191" y="78"/>
                    <a:pt x="194" y="80"/>
                  </a:cubicBezTo>
                  <a:cubicBezTo>
                    <a:pt x="198" y="83"/>
                    <a:pt x="208" y="85"/>
                    <a:pt x="212" y="86"/>
                  </a:cubicBezTo>
                  <a:cubicBezTo>
                    <a:pt x="214" y="86"/>
                    <a:pt x="217" y="87"/>
                    <a:pt x="219" y="87"/>
                  </a:cubicBezTo>
                  <a:cubicBezTo>
                    <a:pt x="219" y="87"/>
                    <a:pt x="219" y="87"/>
                    <a:pt x="219" y="88"/>
                  </a:cubicBezTo>
                  <a:cubicBezTo>
                    <a:pt x="220" y="90"/>
                    <a:pt x="221" y="94"/>
                    <a:pt x="222" y="96"/>
                  </a:cubicBezTo>
                  <a:cubicBezTo>
                    <a:pt x="223" y="99"/>
                    <a:pt x="226" y="103"/>
                    <a:pt x="227" y="105"/>
                  </a:cubicBezTo>
                  <a:cubicBezTo>
                    <a:pt x="227" y="106"/>
                    <a:pt x="229" y="108"/>
                    <a:pt x="229" y="109"/>
                  </a:cubicBezTo>
                  <a:cubicBezTo>
                    <a:pt x="231" y="110"/>
                    <a:pt x="233" y="113"/>
                    <a:pt x="235" y="114"/>
                  </a:cubicBezTo>
                  <a:cubicBezTo>
                    <a:pt x="237" y="115"/>
                    <a:pt x="241" y="117"/>
                    <a:pt x="243" y="118"/>
                  </a:cubicBezTo>
                  <a:cubicBezTo>
                    <a:pt x="244" y="119"/>
                    <a:pt x="246" y="121"/>
                    <a:pt x="246" y="122"/>
                  </a:cubicBezTo>
                  <a:cubicBezTo>
                    <a:pt x="248" y="123"/>
                    <a:pt x="250" y="127"/>
                    <a:pt x="252" y="128"/>
                  </a:cubicBezTo>
                  <a:cubicBezTo>
                    <a:pt x="254" y="131"/>
                    <a:pt x="258" y="134"/>
                    <a:pt x="259" y="137"/>
                  </a:cubicBezTo>
                  <a:cubicBezTo>
                    <a:pt x="260" y="139"/>
                    <a:pt x="260" y="145"/>
                    <a:pt x="261" y="148"/>
                  </a:cubicBezTo>
                  <a:cubicBezTo>
                    <a:pt x="261" y="151"/>
                    <a:pt x="261" y="156"/>
                    <a:pt x="261" y="158"/>
                  </a:cubicBezTo>
                  <a:cubicBezTo>
                    <a:pt x="262" y="164"/>
                    <a:pt x="268" y="174"/>
                    <a:pt x="270" y="179"/>
                  </a:cubicBezTo>
                  <a:cubicBezTo>
                    <a:pt x="270" y="182"/>
                    <a:pt x="271" y="187"/>
                    <a:pt x="272" y="189"/>
                  </a:cubicBezTo>
                  <a:cubicBezTo>
                    <a:pt x="274" y="193"/>
                    <a:pt x="278" y="200"/>
                    <a:pt x="281" y="204"/>
                  </a:cubicBezTo>
                  <a:cubicBezTo>
                    <a:pt x="281" y="205"/>
                    <a:pt x="282" y="206"/>
                    <a:pt x="283" y="207"/>
                  </a:cubicBezTo>
                  <a:cubicBezTo>
                    <a:pt x="282" y="208"/>
                    <a:pt x="280" y="210"/>
                    <a:pt x="279" y="211"/>
                  </a:cubicBezTo>
                  <a:cubicBezTo>
                    <a:pt x="277" y="212"/>
                    <a:pt x="273" y="215"/>
                    <a:pt x="271" y="215"/>
                  </a:cubicBezTo>
                  <a:cubicBezTo>
                    <a:pt x="270" y="216"/>
                    <a:pt x="267" y="215"/>
                    <a:pt x="265" y="215"/>
                  </a:cubicBezTo>
                  <a:cubicBezTo>
                    <a:pt x="263" y="216"/>
                    <a:pt x="260" y="218"/>
                    <a:pt x="258" y="219"/>
                  </a:cubicBezTo>
                  <a:cubicBezTo>
                    <a:pt x="257" y="220"/>
                    <a:pt x="255" y="223"/>
                    <a:pt x="254" y="225"/>
                  </a:cubicBezTo>
                  <a:cubicBezTo>
                    <a:pt x="252" y="227"/>
                    <a:pt x="249" y="232"/>
                    <a:pt x="249" y="234"/>
                  </a:cubicBezTo>
                  <a:cubicBezTo>
                    <a:pt x="248" y="236"/>
                    <a:pt x="248" y="241"/>
                    <a:pt x="249" y="243"/>
                  </a:cubicBezTo>
                  <a:cubicBezTo>
                    <a:pt x="249" y="244"/>
                    <a:pt x="250" y="245"/>
                    <a:pt x="251" y="246"/>
                  </a:cubicBezTo>
                  <a:cubicBezTo>
                    <a:pt x="252" y="246"/>
                    <a:pt x="253" y="246"/>
                    <a:pt x="254" y="247"/>
                  </a:cubicBezTo>
                  <a:cubicBezTo>
                    <a:pt x="256" y="249"/>
                    <a:pt x="259" y="254"/>
                    <a:pt x="259" y="257"/>
                  </a:cubicBezTo>
                  <a:cubicBezTo>
                    <a:pt x="259" y="258"/>
                    <a:pt x="258" y="260"/>
                    <a:pt x="258" y="260"/>
                  </a:cubicBezTo>
                  <a:cubicBezTo>
                    <a:pt x="256" y="262"/>
                    <a:pt x="250" y="263"/>
                    <a:pt x="247" y="264"/>
                  </a:cubicBezTo>
                  <a:cubicBezTo>
                    <a:pt x="244" y="264"/>
                    <a:pt x="237" y="263"/>
                    <a:pt x="235" y="264"/>
                  </a:cubicBezTo>
                  <a:cubicBezTo>
                    <a:pt x="231" y="265"/>
                    <a:pt x="226" y="270"/>
                    <a:pt x="223" y="272"/>
                  </a:cubicBezTo>
                  <a:cubicBezTo>
                    <a:pt x="221" y="275"/>
                    <a:pt x="216" y="282"/>
                    <a:pt x="215" y="285"/>
                  </a:cubicBezTo>
                  <a:cubicBezTo>
                    <a:pt x="213" y="289"/>
                    <a:pt x="212" y="296"/>
                    <a:pt x="211" y="300"/>
                  </a:cubicBezTo>
                  <a:cubicBezTo>
                    <a:pt x="210" y="302"/>
                    <a:pt x="209" y="307"/>
                    <a:pt x="209" y="309"/>
                  </a:cubicBezTo>
                  <a:cubicBezTo>
                    <a:pt x="208" y="311"/>
                    <a:pt x="206" y="314"/>
                    <a:pt x="205" y="316"/>
                  </a:cubicBezTo>
                  <a:cubicBezTo>
                    <a:pt x="204" y="318"/>
                    <a:pt x="199" y="321"/>
                    <a:pt x="197" y="322"/>
                  </a:cubicBezTo>
                  <a:cubicBezTo>
                    <a:pt x="195" y="323"/>
                    <a:pt x="191" y="325"/>
                    <a:pt x="189" y="327"/>
                  </a:cubicBezTo>
                  <a:cubicBezTo>
                    <a:pt x="187" y="329"/>
                    <a:pt x="183" y="335"/>
                    <a:pt x="182" y="337"/>
                  </a:cubicBezTo>
                  <a:cubicBezTo>
                    <a:pt x="180" y="340"/>
                    <a:pt x="177" y="346"/>
                    <a:pt x="176" y="350"/>
                  </a:cubicBezTo>
                  <a:cubicBezTo>
                    <a:pt x="175" y="353"/>
                    <a:pt x="176" y="357"/>
                    <a:pt x="176" y="360"/>
                  </a:cubicBezTo>
                  <a:cubicBezTo>
                    <a:pt x="176" y="360"/>
                    <a:pt x="174" y="358"/>
                    <a:pt x="173" y="357"/>
                  </a:cubicBezTo>
                  <a:cubicBezTo>
                    <a:pt x="171" y="356"/>
                    <a:pt x="167" y="354"/>
                    <a:pt x="166" y="352"/>
                  </a:cubicBezTo>
                  <a:cubicBezTo>
                    <a:pt x="164" y="350"/>
                    <a:pt x="161" y="346"/>
                    <a:pt x="160" y="343"/>
                  </a:cubicBezTo>
                  <a:cubicBezTo>
                    <a:pt x="159" y="341"/>
                    <a:pt x="156" y="336"/>
                    <a:pt x="154" y="334"/>
                  </a:cubicBezTo>
                  <a:cubicBezTo>
                    <a:pt x="152" y="331"/>
                    <a:pt x="147" y="325"/>
                    <a:pt x="144" y="323"/>
                  </a:cubicBezTo>
                  <a:cubicBezTo>
                    <a:pt x="141" y="320"/>
                    <a:pt x="133" y="317"/>
                    <a:pt x="129" y="315"/>
                  </a:cubicBezTo>
                  <a:cubicBezTo>
                    <a:pt x="128" y="314"/>
                    <a:pt x="126" y="312"/>
                    <a:pt x="125" y="311"/>
                  </a:cubicBezTo>
                  <a:cubicBezTo>
                    <a:pt x="123" y="310"/>
                    <a:pt x="119" y="308"/>
                    <a:pt x="118" y="307"/>
                  </a:cubicBezTo>
                  <a:cubicBezTo>
                    <a:pt x="115" y="306"/>
                    <a:pt x="112" y="306"/>
                    <a:pt x="110" y="304"/>
                  </a:cubicBezTo>
                  <a:cubicBezTo>
                    <a:pt x="110" y="304"/>
                    <a:pt x="109" y="304"/>
                    <a:pt x="109" y="304"/>
                  </a:cubicBezTo>
                  <a:cubicBezTo>
                    <a:pt x="108" y="303"/>
                    <a:pt x="108" y="300"/>
                    <a:pt x="107" y="299"/>
                  </a:cubicBezTo>
                  <a:cubicBezTo>
                    <a:pt x="107" y="297"/>
                    <a:pt x="107" y="292"/>
                    <a:pt x="107" y="289"/>
                  </a:cubicBezTo>
                  <a:cubicBezTo>
                    <a:pt x="106" y="287"/>
                    <a:pt x="105" y="283"/>
                    <a:pt x="105" y="280"/>
                  </a:cubicBezTo>
                  <a:cubicBezTo>
                    <a:pt x="105" y="278"/>
                    <a:pt x="105" y="274"/>
                    <a:pt x="105" y="272"/>
                  </a:cubicBezTo>
                  <a:cubicBezTo>
                    <a:pt x="105" y="270"/>
                    <a:pt x="106" y="265"/>
                    <a:pt x="107" y="263"/>
                  </a:cubicBezTo>
                  <a:cubicBezTo>
                    <a:pt x="108" y="261"/>
                    <a:pt x="111" y="257"/>
                    <a:pt x="112" y="255"/>
                  </a:cubicBezTo>
                  <a:cubicBezTo>
                    <a:pt x="113" y="253"/>
                    <a:pt x="115" y="248"/>
                    <a:pt x="115" y="245"/>
                  </a:cubicBezTo>
                  <a:cubicBezTo>
                    <a:pt x="116" y="243"/>
                    <a:pt x="116" y="238"/>
                    <a:pt x="117" y="235"/>
                  </a:cubicBezTo>
                  <a:cubicBezTo>
                    <a:pt x="117" y="234"/>
                    <a:pt x="119" y="230"/>
                    <a:pt x="119" y="229"/>
                  </a:cubicBezTo>
                  <a:cubicBezTo>
                    <a:pt x="119" y="227"/>
                    <a:pt x="118" y="224"/>
                    <a:pt x="117" y="223"/>
                  </a:cubicBezTo>
                  <a:cubicBezTo>
                    <a:pt x="116" y="221"/>
                    <a:pt x="112" y="218"/>
                    <a:pt x="110" y="216"/>
                  </a:cubicBezTo>
                  <a:cubicBezTo>
                    <a:pt x="109" y="215"/>
                    <a:pt x="106" y="213"/>
                    <a:pt x="105" y="211"/>
                  </a:cubicBezTo>
                  <a:cubicBezTo>
                    <a:pt x="104" y="210"/>
                    <a:pt x="101" y="206"/>
                    <a:pt x="101" y="204"/>
                  </a:cubicBezTo>
                  <a:cubicBezTo>
                    <a:pt x="100" y="202"/>
                    <a:pt x="101" y="199"/>
                    <a:pt x="101" y="197"/>
                  </a:cubicBezTo>
                  <a:cubicBezTo>
                    <a:pt x="101" y="197"/>
                    <a:pt x="101" y="197"/>
                    <a:pt x="101" y="19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101"/>
            <p:cNvSpPr>
              <a:spLocks/>
            </p:cNvSpPr>
            <p:nvPr/>
          </p:nvSpPr>
          <p:spPr bwMode="auto">
            <a:xfrm>
              <a:off x="3159126" y="4454525"/>
              <a:ext cx="355600" cy="176213"/>
            </a:xfrm>
            <a:custGeom>
              <a:avLst/>
              <a:gdLst/>
              <a:ahLst/>
              <a:cxnLst>
                <a:cxn ang="0">
                  <a:pos x="232" y="14"/>
                </a:cxn>
                <a:cxn ang="0">
                  <a:pos x="224" y="23"/>
                </a:cxn>
                <a:cxn ang="0">
                  <a:pos x="221" y="44"/>
                </a:cxn>
                <a:cxn ang="0">
                  <a:pos x="227" y="52"/>
                </a:cxn>
                <a:cxn ang="0">
                  <a:pos x="229" y="54"/>
                </a:cxn>
                <a:cxn ang="0">
                  <a:pos x="223" y="58"/>
                </a:cxn>
                <a:cxn ang="0">
                  <a:pos x="221" y="73"/>
                </a:cxn>
                <a:cxn ang="0">
                  <a:pos x="217" y="92"/>
                </a:cxn>
                <a:cxn ang="0">
                  <a:pos x="204" y="102"/>
                </a:cxn>
                <a:cxn ang="0">
                  <a:pos x="189" y="107"/>
                </a:cxn>
                <a:cxn ang="0">
                  <a:pos x="181" y="114"/>
                </a:cxn>
                <a:cxn ang="0">
                  <a:pos x="173" y="107"/>
                </a:cxn>
                <a:cxn ang="0">
                  <a:pos x="162" y="107"/>
                </a:cxn>
                <a:cxn ang="0">
                  <a:pos x="146" y="104"/>
                </a:cxn>
                <a:cxn ang="0">
                  <a:pos x="133" y="101"/>
                </a:cxn>
                <a:cxn ang="0">
                  <a:pos x="108" y="105"/>
                </a:cxn>
                <a:cxn ang="0">
                  <a:pos x="98" y="112"/>
                </a:cxn>
                <a:cxn ang="0">
                  <a:pos x="81" y="108"/>
                </a:cxn>
                <a:cxn ang="0">
                  <a:pos x="52" y="109"/>
                </a:cxn>
                <a:cxn ang="0">
                  <a:pos x="29" y="115"/>
                </a:cxn>
                <a:cxn ang="0">
                  <a:pos x="15" y="99"/>
                </a:cxn>
                <a:cxn ang="0">
                  <a:pos x="7" y="91"/>
                </a:cxn>
                <a:cxn ang="0">
                  <a:pos x="4" y="83"/>
                </a:cxn>
                <a:cxn ang="0">
                  <a:pos x="0" y="73"/>
                </a:cxn>
                <a:cxn ang="0">
                  <a:pos x="7" y="63"/>
                </a:cxn>
                <a:cxn ang="0">
                  <a:pos x="14" y="53"/>
                </a:cxn>
                <a:cxn ang="0">
                  <a:pos x="18" y="42"/>
                </a:cxn>
                <a:cxn ang="0">
                  <a:pos x="16" y="24"/>
                </a:cxn>
                <a:cxn ang="0">
                  <a:pos x="11" y="15"/>
                </a:cxn>
                <a:cxn ang="0">
                  <a:pos x="39" y="3"/>
                </a:cxn>
                <a:cxn ang="0">
                  <a:pos x="63" y="0"/>
                </a:cxn>
                <a:cxn ang="0">
                  <a:pos x="77" y="4"/>
                </a:cxn>
                <a:cxn ang="0">
                  <a:pos x="76" y="12"/>
                </a:cxn>
                <a:cxn ang="0">
                  <a:pos x="72" y="23"/>
                </a:cxn>
                <a:cxn ang="0">
                  <a:pos x="77" y="25"/>
                </a:cxn>
                <a:cxn ang="0">
                  <a:pos x="78" y="33"/>
                </a:cxn>
                <a:cxn ang="0">
                  <a:pos x="68" y="38"/>
                </a:cxn>
                <a:cxn ang="0">
                  <a:pos x="69" y="55"/>
                </a:cxn>
                <a:cxn ang="0">
                  <a:pos x="84" y="73"/>
                </a:cxn>
                <a:cxn ang="0">
                  <a:pos x="102" y="76"/>
                </a:cxn>
                <a:cxn ang="0">
                  <a:pos x="111" y="62"/>
                </a:cxn>
                <a:cxn ang="0">
                  <a:pos x="126" y="57"/>
                </a:cxn>
                <a:cxn ang="0">
                  <a:pos x="146" y="50"/>
                </a:cxn>
                <a:cxn ang="0">
                  <a:pos x="150" y="39"/>
                </a:cxn>
                <a:cxn ang="0">
                  <a:pos x="153" y="32"/>
                </a:cxn>
                <a:cxn ang="0">
                  <a:pos x="167" y="38"/>
                </a:cxn>
                <a:cxn ang="0">
                  <a:pos x="176" y="43"/>
                </a:cxn>
                <a:cxn ang="0">
                  <a:pos x="190" y="48"/>
                </a:cxn>
                <a:cxn ang="0">
                  <a:pos x="205" y="31"/>
                </a:cxn>
                <a:cxn ang="0">
                  <a:pos x="217" y="19"/>
                </a:cxn>
                <a:cxn ang="0">
                  <a:pos x="226" y="10"/>
                </a:cxn>
                <a:cxn ang="0">
                  <a:pos x="233" y="10"/>
                </a:cxn>
              </a:cxnLst>
              <a:rect l="0" t="0" r="r" b="b"/>
              <a:pathLst>
                <a:path w="233" h="115">
                  <a:moveTo>
                    <a:pt x="233" y="10"/>
                  </a:moveTo>
                  <a:cubicBezTo>
                    <a:pt x="233" y="11"/>
                    <a:pt x="232" y="13"/>
                    <a:pt x="232" y="14"/>
                  </a:cubicBezTo>
                  <a:cubicBezTo>
                    <a:pt x="231" y="16"/>
                    <a:pt x="229" y="18"/>
                    <a:pt x="228" y="19"/>
                  </a:cubicBezTo>
                  <a:cubicBezTo>
                    <a:pt x="227" y="20"/>
                    <a:pt x="225" y="22"/>
                    <a:pt x="224" y="23"/>
                  </a:cubicBezTo>
                  <a:cubicBezTo>
                    <a:pt x="223" y="25"/>
                    <a:pt x="221" y="29"/>
                    <a:pt x="221" y="31"/>
                  </a:cubicBezTo>
                  <a:cubicBezTo>
                    <a:pt x="220" y="34"/>
                    <a:pt x="220" y="41"/>
                    <a:pt x="221" y="44"/>
                  </a:cubicBezTo>
                  <a:cubicBezTo>
                    <a:pt x="221" y="45"/>
                    <a:pt x="222" y="48"/>
                    <a:pt x="223" y="49"/>
                  </a:cubicBezTo>
                  <a:cubicBezTo>
                    <a:pt x="223" y="50"/>
                    <a:pt x="225" y="52"/>
                    <a:pt x="227" y="52"/>
                  </a:cubicBezTo>
                  <a:cubicBezTo>
                    <a:pt x="228" y="52"/>
                    <a:pt x="229" y="50"/>
                    <a:pt x="230" y="50"/>
                  </a:cubicBezTo>
                  <a:cubicBezTo>
                    <a:pt x="231" y="51"/>
                    <a:pt x="230" y="53"/>
                    <a:pt x="229" y="54"/>
                  </a:cubicBezTo>
                  <a:cubicBezTo>
                    <a:pt x="229" y="55"/>
                    <a:pt x="227" y="56"/>
                    <a:pt x="226" y="56"/>
                  </a:cubicBezTo>
                  <a:cubicBezTo>
                    <a:pt x="225" y="57"/>
                    <a:pt x="223" y="57"/>
                    <a:pt x="223" y="58"/>
                  </a:cubicBezTo>
                  <a:cubicBezTo>
                    <a:pt x="222" y="60"/>
                    <a:pt x="221" y="63"/>
                    <a:pt x="221" y="65"/>
                  </a:cubicBezTo>
                  <a:cubicBezTo>
                    <a:pt x="220" y="67"/>
                    <a:pt x="221" y="71"/>
                    <a:pt x="221" y="73"/>
                  </a:cubicBezTo>
                  <a:cubicBezTo>
                    <a:pt x="221" y="76"/>
                    <a:pt x="221" y="81"/>
                    <a:pt x="221" y="83"/>
                  </a:cubicBezTo>
                  <a:cubicBezTo>
                    <a:pt x="220" y="86"/>
                    <a:pt x="218" y="90"/>
                    <a:pt x="217" y="92"/>
                  </a:cubicBezTo>
                  <a:cubicBezTo>
                    <a:pt x="215" y="94"/>
                    <a:pt x="212" y="98"/>
                    <a:pt x="210" y="100"/>
                  </a:cubicBezTo>
                  <a:cubicBezTo>
                    <a:pt x="209" y="101"/>
                    <a:pt x="206" y="102"/>
                    <a:pt x="204" y="102"/>
                  </a:cubicBezTo>
                  <a:cubicBezTo>
                    <a:pt x="202" y="103"/>
                    <a:pt x="199" y="104"/>
                    <a:pt x="197" y="105"/>
                  </a:cubicBezTo>
                  <a:cubicBezTo>
                    <a:pt x="195" y="106"/>
                    <a:pt x="191" y="106"/>
                    <a:pt x="189" y="107"/>
                  </a:cubicBezTo>
                  <a:cubicBezTo>
                    <a:pt x="188" y="108"/>
                    <a:pt x="185" y="110"/>
                    <a:pt x="184" y="111"/>
                  </a:cubicBezTo>
                  <a:cubicBezTo>
                    <a:pt x="183" y="112"/>
                    <a:pt x="182" y="114"/>
                    <a:pt x="181" y="114"/>
                  </a:cubicBezTo>
                  <a:cubicBezTo>
                    <a:pt x="180" y="114"/>
                    <a:pt x="177" y="112"/>
                    <a:pt x="176" y="111"/>
                  </a:cubicBezTo>
                  <a:cubicBezTo>
                    <a:pt x="175" y="110"/>
                    <a:pt x="174" y="108"/>
                    <a:pt x="173" y="107"/>
                  </a:cubicBezTo>
                  <a:cubicBezTo>
                    <a:pt x="172" y="106"/>
                    <a:pt x="169" y="104"/>
                    <a:pt x="167" y="104"/>
                  </a:cubicBezTo>
                  <a:cubicBezTo>
                    <a:pt x="165" y="104"/>
                    <a:pt x="163" y="106"/>
                    <a:pt x="162" y="107"/>
                  </a:cubicBezTo>
                  <a:cubicBezTo>
                    <a:pt x="159" y="107"/>
                    <a:pt x="155" y="107"/>
                    <a:pt x="152" y="107"/>
                  </a:cubicBezTo>
                  <a:cubicBezTo>
                    <a:pt x="151" y="107"/>
                    <a:pt x="147" y="105"/>
                    <a:pt x="146" y="104"/>
                  </a:cubicBezTo>
                  <a:cubicBezTo>
                    <a:pt x="144" y="104"/>
                    <a:pt x="142" y="102"/>
                    <a:pt x="140" y="102"/>
                  </a:cubicBezTo>
                  <a:cubicBezTo>
                    <a:pt x="139" y="102"/>
                    <a:pt x="135" y="101"/>
                    <a:pt x="133" y="101"/>
                  </a:cubicBezTo>
                  <a:cubicBezTo>
                    <a:pt x="130" y="101"/>
                    <a:pt x="123" y="102"/>
                    <a:pt x="120" y="102"/>
                  </a:cubicBezTo>
                  <a:cubicBezTo>
                    <a:pt x="117" y="103"/>
                    <a:pt x="111" y="104"/>
                    <a:pt x="108" y="105"/>
                  </a:cubicBezTo>
                  <a:cubicBezTo>
                    <a:pt x="107" y="106"/>
                    <a:pt x="104" y="108"/>
                    <a:pt x="102" y="109"/>
                  </a:cubicBezTo>
                  <a:cubicBezTo>
                    <a:pt x="101" y="110"/>
                    <a:pt x="99" y="112"/>
                    <a:pt x="98" y="112"/>
                  </a:cubicBezTo>
                  <a:cubicBezTo>
                    <a:pt x="96" y="113"/>
                    <a:pt x="93" y="111"/>
                    <a:pt x="91" y="111"/>
                  </a:cubicBezTo>
                  <a:cubicBezTo>
                    <a:pt x="88" y="110"/>
                    <a:pt x="84" y="108"/>
                    <a:pt x="81" y="108"/>
                  </a:cubicBezTo>
                  <a:cubicBezTo>
                    <a:pt x="77" y="107"/>
                    <a:pt x="70" y="108"/>
                    <a:pt x="66" y="109"/>
                  </a:cubicBezTo>
                  <a:cubicBezTo>
                    <a:pt x="62" y="109"/>
                    <a:pt x="55" y="109"/>
                    <a:pt x="52" y="109"/>
                  </a:cubicBezTo>
                  <a:cubicBezTo>
                    <a:pt x="48" y="110"/>
                    <a:pt x="41" y="111"/>
                    <a:pt x="38" y="112"/>
                  </a:cubicBezTo>
                  <a:cubicBezTo>
                    <a:pt x="36" y="113"/>
                    <a:pt x="32" y="114"/>
                    <a:pt x="29" y="115"/>
                  </a:cubicBezTo>
                  <a:cubicBezTo>
                    <a:pt x="28" y="113"/>
                    <a:pt x="25" y="111"/>
                    <a:pt x="24" y="110"/>
                  </a:cubicBezTo>
                  <a:cubicBezTo>
                    <a:pt x="22" y="107"/>
                    <a:pt x="17" y="102"/>
                    <a:pt x="15" y="99"/>
                  </a:cubicBezTo>
                  <a:cubicBezTo>
                    <a:pt x="14" y="98"/>
                    <a:pt x="13" y="95"/>
                    <a:pt x="12" y="94"/>
                  </a:cubicBezTo>
                  <a:cubicBezTo>
                    <a:pt x="11" y="93"/>
                    <a:pt x="8" y="92"/>
                    <a:pt x="7" y="91"/>
                  </a:cubicBezTo>
                  <a:cubicBezTo>
                    <a:pt x="7" y="90"/>
                    <a:pt x="6" y="89"/>
                    <a:pt x="5" y="88"/>
                  </a:cubicBezTo>
                  <a:cubicBezTo>
                    <a:pt x="5" y="87"/>
                    <a:pt x="4" y="84"/>
                    <a:pt x="4" y="83"/>
                  </a:cubicBezTo>
                  <a:cubicBezTo>
                    <a:pt x="3" y="82"/>
                    <a:pt x="2" y="81"/>
                    <a:pt x="1" y="80"/>
                  </a:cubicBezTo>
                  <a:cubicBezTo>
                    <a:pt x="0" y="78"/>
                    <a:pt x="0" y="75"/>
                    <a:pt x="0" y="73"/>
                  </a:cubicBezTo>
                  <a:cubicBezTo>
                    <a:pt x="0" y="72"/>
                    <a:pt x="0" y="68"/>
                    <a:pt x="1" y="67"/>
                  </a:cubicBezTo>
                  <a:cubicBezTo>
                    <a:pt x="2" y="66"/>
                    <a:pt x="6" y="65"/>
                    <a:pt x="7" y="63"/>
                  </a:cubicBezTo>
                  <a:cubicBezTo>
                    <a:pt x="8" y="62"/>
                    <a:pt x="9" y="59"/>
                    <a:pt x="9" y="58"/>
                  </a:cubicBezTo>
                  <a:cubicBezTo>
                    <a:pt x="10" y="56"/>
                    <a:pt x="13" y="54"/>
                    <a:pt x="14" y="53"/>
                  </a:cubicBezTo>
                  <a:cubicBezTo>
                    <a:pt x="15" y="52"/>
                    <a:pt x="16" y="50"/>
                    <a:pt x="17" y="48"/>
                  </a:cubicBezTo>
                  <a:cubicBezTo>
                    <a:pt x="18" y="47"/>
                    <a:pt x="18" y="44"/>
                    <a:pt x="18" y="42"/>
                  </a:cubicBezTo>
                  <a:cubicBezTo>
                    <a:pt x="18" y="39"/>
                    <a:pt x="19" y="34"/>
                    <a:pt x="19" y="31"/>
                  </a:cubicBezTo>
                  <a:cubicBezTo>
                    <a:pt x="19" y="29"/>
                    <a:pt x="17" y="25"/>
                    <a:pt x="16" y="24"/>
                  </a:cubicBezTo>
                  <a:cubicBezTo>
                    <a:pt x="15" y="22"/>
                    <a:pt x="13" y="19"/>
                    <a:pt x="12" y="18"/>
                  </a:cubicBezTo>
                  <a:cubicBezTo>
                    <a:pt x="12" y="17"/>
                    <a:pt x="11" y="16"/>
                    <a:pt x="11" y="15"/>
                  </a:cubicBezTo>
                  <a:cubicBezTo>
                    <a:pt x="15" y="15"/>
                    <a:pt x="21" y="12"/>
                    <a:pt x="24" y="11"/>
                  </a:cubicBezTo>
                  <a:cubicBezTo>
                    <a:pt x="28" y="9"/>
                    <a:pt x="35" y="5"/>
                    <a:pt x="39" y="3"/>
                  </a:cubicBezTo>
                  <a:cubicBezTo>
                    <a:pt x="43" y="2"/>
                    <a:pt x="49" y="1"/>
                    <a:pt x="53" y="0"/>
                  </a:cubicBezTo>
                  <a:cubicBezTo>
                    <a:pt x="55" y="0"/>
                    <a:pt x="60" y="0"/>
                    <a:pt x="63" y="0"/>
                  </a:cubicBezTo>
                  <a:cubicBezTo>
                    <a:pt x="65" y="0"/>
                    <a:pt x="68" y="2"/>
                    <a:pt x="69" y="3"/>
                  </a:cubicBezTo>
                  <a:cubicBezTo>
                    <a:pt x="71" y="3"/>
                    <a:pt x="75" y="3"/>
                    <a:pt x="77" y="4"/>
                  </a:cubicBezTo>
                  <a:cubicBezTo>
                    <a:pt x="78" y="4"/>
                    <a:pt x="78" y="6"/>
                    <a:pt x="78" y="7"/>
                  </a:cubicBezTo>
                  <a:cubicBezTo>
                    <a:pt x="78" y="8"/>
                    <a:pt x="77" y="11"/>
                    <a:pt x="76" y="12"/>
                  </a:cubicBezTo>
                  <a:cubicBezTo>
                    <a:pt x="76" y="13"/>
                    <a:pt x="74" y="17"/>
                    <a:pt x="74" y="18"/>
                  </a:cubicBezTo>
                  <a:cubicBezTo>
                    <a:pt x="73" y="19"/>
                    <a:pt x="72" y="22"/>
                    <a:pt x="72" y="23"/>
                  </a:cubicBezTo>
                  <a:cubicBezTo>
                    <a:pt x="73" y="24"/>
                    <a:pt x="74" y="25"/>
                    <a:pt x="75" y="25"/>
                  </a:cubicBezTo>
                  <a:cubicBezTo>
                    <a:pt x="76" y="25"/>
                    <a:pt x="77" y="25"/>
                    <a:pt x="77" y="25"/>
                  </a:cubicBezTo>
                  <a:cubicBezTo>
                    <a:pt x="78" y="25"/>
                    <a:pt x="80" y="27"/>
                    <a:pt x="80" y="28"/>
                  </a:cubicBezTo>
                  <a:cubicBezTo>
                    <a:pt x="80" y="29"/>
                    <a:pt x="79" y="32"/>
                    <a:pt x="78" y="33"/>
                  </a:cubicBezTo>
                  <a:cubicBezTo>
                    <a:pt x="77" y="34"/>
                    <a:pt x="75" y="36"/>
                    <a:pt x="73" y="37"/>
                  </a:cubicBezTo>
                  <a:cubicBezTo>
                    <a:pt x="72" y="37"/>
                    <a:pt x="69" y="37"/>
                    <a:pt x="68" y="38"/>
                  </a:cubicBezTo>
                  <a:cubicBezTo>
                    <a:pt x="67" y="40"/>
                    <a:pt x="69" y="43"/>
                    <a:pt x="69" y="45"/>
                  </a:cubicBezTo>
                  <a:cubicBezTo>
                    <a:pt x="69" y="48"/>
                    <a:pt x="69" y="53"/>
                    <a:pt x="69" y="55"/>
                  </a:cubicBezTo>
                  <a:cubicBezTo>
                    <a:pt x="70" y="58"/>
                    <a:pt x="73" y="63"/>
                    <a:pt x="74" y="65"/>
                  </a:cubicBezTo>
                  <a:cubicBezTo>
                    <a:pt x="76" y="67"/>
                    <a:pt x="81" y="72"/>
                    <a:pt x="84" y="73"/>
                  </a:cubicBezTo>
                  <a:cubicBezTo>
                    <a:pt x="86" y="75"/>
                    <a:pt x="91" y="77"/>
                    <a:pt x="93" y="77"/>
                  </a:cubicBezTo>
                  <a:cubicBezTo>
                    <a:pt x="95" y="78"/>
                    <a:pt x="100" y="77"/>
                    <a:pt x="102" y="76"/>
                  </a:cubicBezTo>
                  <a:cubicBezTo>
                    <a:pt x="103" y="75"/>
                    <a:pt x="104" y="70"/>
                    <a:pt x="105" y="69"/>
                  </a:cubicBezTo>
                  <a:cubicBezTo>
                    <a:pt x="106" y="67"/>
                    <a:pt x="110" y="64"/>
                    <a:pt x="111" y="62"/>
                  </a:cubicBezTo>
                  <a:cubicBezTo>
                    <a:pt x="113" y="61"/>
                    <a:pt x="116" y="59"/>
                    <a:pt x="118" y="58"/>
                  </a:cubicBezTo>
                  <a:cubicBezTo>
                    <a:pt x="120" y="58"/>
                    <a:pt x="124" y="58"/>
                    <a:pt x="126" y="57"/>
                  </a:cubicBezTo>
                  <a:cubicBezTo>
                    <a:pt x="129" y="56"/>
                    <a:pt x="134" y="53"/>
                    <a:pt x="136" y="52"/>
                  </a:cubicBezTo>
                  <a:cubicBezTo>
                    <a:pt x="139" y="52"/>
                    <a:pt x="144" y="51"/>
                    <a:pt x="146" y="50"/>
                  </a:cubicBezTo>
                  <a:cubicBezTo>
                    <a:pt x="148" y="49"/>
                    <a:pt x="150" y="47"/>
                    <a:pt x="151" y="45"/>
                  </a:cubicBezTo>
                  <a:cubicBezTo>
                    <a:pt x="151" y="44"/>
                    <a:pt x="150" y="40"/>
                    <a:pt x="150" y="39"/>
                  </a:cubicBezTo>
                  <a:cubicBezTo>
                    <a:pt x="149" y="37"/>
                    <a:pt x="149" y="34"/>
                    <a:pt x="150" y="33"/>
                  </a:cubicBezTo>
                  <a:cubicBezTo>
                    <a:pt x="150" y="32"/>
                    <a:pt x="152" y="32"/>
                    <a:pt x="153" y="32"/>
                  </a:cubicBezTo>
                  <a:cubicBezTo>
                    <a:pt x="155" y="32"/>
                    <a:pt x="159" y="33"/>
                    <a:pt x="160" y="34"/>
                  </a:cubicBezTo>
                  <a:cubicBezTo>
                    <a:pt x="162" y="34"/>
                    <a:pt x="165" y="37"/>
                    <a:pt x="167" y="38"/>
                  </a:cubicBezTo>
                  <a:cubicBezTo>
                    <a:pt x="168" y="38"/>
                    <a:pt x="171" y="38"/>
                    <a:pt x="173" y="39"/>
                  </a:cubicBezTo>
                  <a:cubicBezTo>
                    <a:pt x="174" y="39"/>
                    <a:pt x="175" y="42"/>
                    <a:pt x="176" y="43"/>
                  </a:cubicBezTo>
                  <a:cubicBezTo>
                    <a:pt x="177" y="44"/>
                    <a:pt x="178" y="47"/>
                    <a:pt x="179" y="48"/>
                  </a:cubicBezTo>
                  <a:cubicBezTo>
                    <a:pt x="182" y="49"/>
                    <a:pt x="188" y="49"/>
                    <a:pt x="190" y="48"/>
                  </a:cubicBezTo>
                  <a:cubicBezTo>
                    <a:pt x="192" y="47"/>
                    <a:pt x="194" y="44"/>
                    <a:pt x="195" y="43"/>
                  </a:cubicBezTo>
                  <a:cubicBezTo>
                    <a:pt x="197" y="40"/>
                    <a:pt x="203" y="34"/>
                    <a:pt x="205" y="31"/>
                  </a:cubicBezTo>
                  <a:cubicBezTo>
                    <a:pt x="207" y="29"/>
                    <a:pt x="209" y="24"/>
                    <a:pt x="211" y="22"/>
                  </a:cubicBezTo>
                  <a:cubicBezTo>
                    <a:pt x="212" y="21"/>
                    <a:pt x="216" y="20"/>
                    <a:pt x="217" y="19"/>
                  </a:cubicBezTo>
                  <a:cubicBezTo>
                    <a:pt x="219" y="18"/>
                    <a:pt x="223" y="17"/>
                    <a:pt x="224" y="16"/>
                  </a:cubicBezTo>
                  <a:cubicBezTo>
                    <a:pt x="225" y="15"/>
                    <a:pt x="225" y="11"/>
                    <a:pt x="226" y="10"/>
                  </a:cubicBezTo>
                  <a:cubicBezTo>
                    <a:pt x="227" y="10"/>
                    <a:pt x="229" y="8"/>
                    <a:pt x="230" y="8"/>
                  </a:cubicBezTo>
                  <a:cubicBezTo>
                    <a:pt x="231" y="8"/>
                    <a:pt x="233" y="9"/>
                    <a:pt x="233" y="1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102"/>
            <p:cNvSpPr>
              <a:spLocks/>
            </p:cNvSpPr>
            <p:nvPr/>
          </p:nvSpPr>
          <p:spPr bwMode="auto">
            <a:xfrm>
              <a:off x="2860676" y="4419600"/>
              <a:ext cx="342900" cy="250825"/>
            </a:xfrm>
            <a:custGeom>
              <a:avLst/>
              <a:gdLst/>
              <a:ahLst/>
              <a:cxnLst>
                <a:cxn ang="0">
                  <a:pos x="224" y="138"/>
                </a:cxn>
                <a:cxn ang="0">
                  <a:pos x="203" y="141"/>
                </a:cxn>
                <a:cxn ang="0">
                  <a:pos x="179" y="137"/>
                </a:cxn>
                <a:cxn ang="0">
                  <a:pos x="162" y="141"/>
                </a:cxn>
                <a:cxn ang="0">
                  <a:pos x="134" y="153"/>
                </a:cxn>
                <a:cxn ang="0">
                  <a:pos x="121" y="155"/>
                </a:cxn>
                <a:cxn ang="0">
                  <a:pos x="106" y="155"/>
                </a:cxn>
                <a:cxn ang="0">
                  <a:pos x="90" y="160"/>
                </a:cxn>
                <a:cxn ang="0">
                  <a:pos x="63" y="162"/>
                </a:cxn>
                <a:cxn ang="0">
                  <a:pos x="45" y="158"/>
                </a:cxn>
                <a:cxn ang="0">
                  <a:pos x="24" y="158"/>
                </a:cxn>
                <a:cxn ang="0">
                  <a:pos x="9" y="163"/>
                </a:cxn>
                <a:cxn ang="0">
                  <a:pos x="6" y="153"/>
                </a:cxn>
                <a:cxn ang="0">
                  <a:pos x="6" y="123"/>
                </a:cxn>
                <a:cxn ang="0">
                  <a:pos x="0" y="110"/>
                </a:cxn>
                <a:cxn ang="0">
                  <a:pos x="2" y="100"/>
                </a:cxn>
                <a:cxn ang="0">
                  <a:pos x="6" y="92"/>
                </a:cxn>
                <a:cxn ang="0">
                  <a:pos x="12" y="85"/>
                </a:cxn>
                <a:cxn ang="0">
                  <a:pos x="21" y="83"/>
                </a:cxn>
                <a:cxn ang="0">
                  <a:pos x="26" y="90"/>
                </a:cxn>
                <a:cxn ang="0">
                  <a:pos x="37" y="93"/>
                </a:cxn>
                <a:cxn ang="0">
                  <a:pos x="40" y="83"/>
                </a:cxn>
                <a:cxn ang="0">
                  <a:pos x="42" y="69"/>
                </a:cxn>
                <a:cxn ang="0">
                  <a:pos x="44" y="54"/>
                </a:cxn>
                <a:cxn ang="0">
                  <a:pos x="37" y="42"/>
                </a:cxn>
                <a:cxn ang="0">
                  <a:pos x="32" y="38"/>
                </a:cxn>
                <a:cxn ang="0">
                  <a:pos x="32" y="27"/>
                </a:cxn>
                <a:cxn ang="0">
                  <a:pos x="38" y="13"/>
                </a:cxn>
                <a:cxn ang="0">
                  <a:pos x="44" y="4"/>
                </a:cxn>
                <a:cxn ang="0">
                  <a:pos x="46" y="0"/>
                </a:cxn>
                <a:cxn ang="0">
                  <a:pos x="57" y="6"/>
                </a:cxn>
                <a:cxn ang="0">
                  <a:pos x="66" y="2"/>
                </a:cxn>
                <a:cxn ang="0">
                  <a:pos x="81" y="9"/>
                </a:cxn>
                <a:cxn ang="0">
                  <a:pos x="88" y="21"/>
                </a:cxn>
                <a:cxn ang="0">
                  <a:pos x="107" y="25"/>
                </a:cxn>
                <a:cxn ang="0">
                  <a:pos x="132" y="28"/>
                </a:cxn>
                <a:cxn ang="0">
                  <a:pos x="163" y="29"/>
                </a:cxn>
                <a:cxn ang="0">
                  <a:pos x="189" y="36"/>
                </a:cxn>
                <a:cxn ang="0">
                  <a:pos x="206" y="38"/>
                </a:cxn>
                <a:cxn ang="0">
                  <a:pos x="211" y="47"/>
                </a:cxn>
                <a:cxn ang="0">
                  <a:pos x="213" y="65"/>
                </a:cxn>
                <a:cxn ang="0">
                  <a:pos x="209" y="76"/>
                </a:cxn>
                <a:cxn ang="0">
                  <a:pos x="202" y="86"/>
                </a:cxn>
                <a:cxn ang="0">
                  <a:pos x="195" y="96"/>
                </a:cxn>
                <a:cxn ang="0">
                  <a:pos x="199" y="106"/>
                </a:cxn>
                <a:cxn ang="0">
                  <a:pos x="202" y="114"/>
                </a:cxn>
                <a:cxn ang="0">
                  <a:pos x="210" y="122"/>
                </a:cxn>
              </a:cxnLst>
              <a:rect l="0" t="0" r="r" b="b"/>
              <a:pathLst>
                <a:path w="224" h="164">
                  <a:moveTo>
                    <a:pt x="219" y="133"/>
                  </a:moveTo>
                  <a:cubicBezTo>
                    <a:pt x="220" y="134"/>
                    <a:pt x="223" y="136"/>
                    <a:pt x="224" y="138"/>
                  </a:cubicBezTo>
                  <a:cubicBezTo>
                    <a:pt x="222" y="139"/>
                    <a:pt x="220" y="140"/>
                    <a:pt x="218" y="140"/>
                  </a:cubicBezTo>
                  <a:cubicBezTo>
                    <a:pt x="214" y="141"/>
                    <a:pt x="207" y="141"/>
                    <a:pt x="203" y="141"/>
                  </a:cubicBezTo>
                  <a:cubicBezTo>
                    <a:pt x="200" y="141"/>
                    <a:pt x="194" y="139"/>
                    <a:pt x="191" y="139"/>
                  </a:cubicBezTo>
                  <a:cubicBezTo>
                    <a:pt x="188" y="138"/>
                    <a:pt x="182" y="137"/>
                    <a:pt x="179" y="137"/>
                  </a:cubicBezTo>
                  <a:cubicBezTo>
                    <a:pt x="176" y="137"/>
                    <a:pt x="172" y="137"/>
                    <a:pt x="169" y="138"/>
                  </a:cubicBezTo>
                  <a:cubicBezTo>
                    <a:pt x="167" y="138"/>
                    <a:pt x="164" y="140"/>
                    <a:pt x="162" y="141"/>
                  </a:cubicBezTo>
                  <a:cubicBezTo>
                    <a:pt x="159" y="143"/>
                    <a:pt x="151" y="147"/>
                    <a:pt x="146" y="148"/>
                  </a:cubicBezTo>
                  <a:cubicBezTo>
                    <a:pt x="143" y="149"/>
                    <a:pt x="137" y="152"/>
                    <a:pt x="134" y="153"/>
                  </a:cubicBezTo>
                  <a:cubicBezTo>
                    <a:pt x="132" y="153"/>
                    <a:pt x="128" y="154"/>
                    <a:pt x="126" y="154"/>
                  </a:cubicBezTo>
                  <a:cubicBezTo>
                    <a:pt x="124" y="154"/>
                    <a:pt x="122" y="155"/>
                    <a:pt x="121" y="155"/>
                  </a:cubicBezTo>
                  <a:cubicBezTo>
                    <a:pt x="118" y="155"/>
                    <a:pt x="113" y="154"/>
                    <a:pt x="110" y="154"/>
                  </a:cubicBezTo>
                  <a:cubicBezTo>
                    <a:pt x="109" y="154"/>
                    <a:pt x="107" y="155"/>
                    <a:pt x="106" y="155"/>
                  </a:cubicBezTo>
                  <a:cubicBezTo>
                    <a:pt x="104" y="156"/>
                    <a:pt x="101" y="159"/>
                    <a:pt x="99" y="159"/>
                  </a:cubicBezTo>
                  <a:cubicBezTo>
                    <a:pt x="97" y="160"/>
                    <a:pt x="92" y="160"/>
                    <a:pt x="90" y="160"/>
                  </a:cubicBezTo>
                  <a:cubicBezTo>
                    <a:pt x="85" y="160"/>
                    <a:pt x="74" y="158"/>
                    <a:pt x="68" y="160"/>
                  </a:cubicBezTo>
                  <a:cubicBezTo>
                    <a:pt x="67" y="160"/>
                    <a:pt x="64" y="162"/>
                    <a:pt x="63" y="162"/>
                  </a:cubicBezTo>
                  <a:cubicBezTo>
                    <a:pt x="60" y="163"/>
                    <a:pt x="53" y="163"/>
                    <a:pt x="50" y="162"/>
                  </a:cubicBezTo>
                  <a:cubicBezTo>
                    <a:pt x="49" y="161"/>
                    <a:pt x="46" y="159"/>
                    <a:pt x="45" y="158"/>
                  </a:cubicBezTo>
                  <a:cubicBezTo>
                    <a:pt x="42" y="157"/>
                    <a:pt x="37" y="157"/>
                    <a:pt x="35" y="157"/>
                  </a:cubicBezTo>
                  <a:cubicBezTo>
                    <a:pt x="32" y="157"/>
                    <a:pt x="27" y="158"/>
                    <a:pt x="24" y="158"/>
                  </a:cubicBezTo>
                  <a:cubicBezTo>
                    <a:pt x="21" y="159"/>
                    <a:pt x="17" y="162"/>
                    <a:pt x="14" y="163"/>
                  </a:cubicBezTo>
                  <a:cubicBezTo>
                    <a:pt x="13" y="163"/>
                    <a:pt x="10" y="164"/>
                    <a:pt x="9" y="163"/>
                  </a:cubicBezTo>
                  <a:cubicBezTo>
                    <a:pt x="7" y="163"/>
                    <a:pt x="4" y="160"/>
                    <a:pt x="4" y="158"/>
                  </a:cubicBezTo>
                  <a:cubicBezTo>
                    <a:pt x="4" y="157"/>
                    <a:pt x="6" y="154"/>
                    <a:pt x="6" y="153"/>
                  </a:cubicBezTo>
                  <a:cubicBezTo>
                    <a:pt x="7" y="149"/>
                    <a:pt x="7" y="143"/>
                    <a:pt x="7" y="140"/>
                  </a:cubicBezTo>
                  <a:cubicBezTo>
                    <a:pt x="7" y="135"/>
                    <a:pt x="7" y="127"/>
                    <a:pt x="6" y="123"/>
                  </a:cubicBezTo>
                  <a:cubicBezTo>
                    <a:pt x="5" y="120"/>
                    <a:pt x="3" y="114"/>
                    <a:pt x="1" y="112"/>
                  </a:cubicBezTo>
                  <a:cubicBezTo>
                    <a:pt x="1" y="111"/>
                    <a:pt x="0" y="111"/>
                    <a:pt x="0" y="110"/>
                  </a:cubicBezTo>
                  <a:cubicBezTo>
                    <a:pt x="0" y="109"/>
                    <a:pt x="0" y="107"/>
                    <a:pt x="0" y="106"/>
                  </a:cubicBezTo>
                  <a:cubicBezTo>
                    <a:pt x="1" y="105"/>
                    <a:pt x="2" y="102"/>
                    <a:pt x="2" y="100"/>
                  </a:cubicBezTo>
                  <a:cubicBezTo>
                    <a:pt x="3" y="99"/>
                    <a:pt x="2" y="95"/>
                    <a:pt x="3" y="94"/>
                  </a:cubicBezTo>
                  <a:cubicBezTo>
                    <a:pt x="3" y="93"/>
                    <a:pt x="5" y="93"/>
                    <a:pt x="6" y="92"/>
                  </a:cubicBezTo>
                  <a:cubicBezTo>
                    <a:pt x="7" y="91"/>
                    <a:pt x="9" y="89"/>
                    <a:pt x="10" y="88"/>
                  </a:cubicBezTo>
                  <a:cubicBezTo>
                    <a:pt x="11" y="87"/>
                    <a:pt x="11" y="86"/>
                    <a:pt x="12" y="85"/>
                  </a:cubicBezTo>
                  <a:cubicBezTo>
                    <a:pt x="13" y="84"/>
                    <a:pt x="15" y="83"/>
                    <a:pt x="16" y="83"/>
                  </a:cubicBezTo>
                  <a:cubicBezTo>
                    <a:pt x="17" y="82"/>
                    <a:pt x="20" y="83"/>
                    <a:pt x="21" y="83"/>
                  </a:cubicBezTo>
                  <a:cubicBezTo>
                    <a:pt x="22" y="84"/>
                    <a:pt x="24" y="86"/>
                    <a:pt x="24" y="87"/>
                  </a:cubicBezTo>
                  <a:cubicBezTo>
                    <a:pt x="25" y="87"/>
                    <a:pt x="25" y="89"/>
                    <a:pt x="26" y="90"/>
                  </a:cubicBezTo>
                  <a:cubicBezTo>
                    <a:pt x="27" y="91"/>
                    <a:pt x="30" y="92"/>
                    <a:pt x="31" y="92"/>
                  </a:cubicBezTo>
                  <a:cubicBezTo>
                    <a:pt x="32" y="93"/>
                    <a:pt x="36" y="93"/>
                    <a:pt x="37" y="93"/>
                  </a:cubicBezTo>
                  <a:cubicBezTo>
                    <a:pt x="38" y="92"/>
                    <a:pt x="39" y="89"/>
                    <a:pt x="40" y="87"/>
                  </a:cubicBezTo>
                  <a:cubicBezTo>
                    <a:pt x="40" y="86"/>
                    <a:pt x="40" y="84"/>
                    <a:pt x="40" y="83"/>
                  </a:cubicBezTo>
                  <a:cubicBezTo>
                    <a:pt x="40" y="80"/>
                    <a:pt x="41" y="75"/>
                    <a:pt x="41" y="73"/>
                  </a:cubicBezTo>
                  <a:cubicBezTo>
                    <a:pt x="41" y="72"/>
                    <a:pt x="42" y="70"/>
                    <a:pt x="42" y="69"/>
                  </a:cubicBezTo>
                  <a:cubicBezTo>
                    <a:pt x="43" y="67"/>
                    <a:pt x="42" y="62"/>
                    <a:pt x="42" y="60"/>
                  </a:cubicBezTo>
                  <a:cubicBezTo>
                    <a:pt x="42" y="59"/>
                    <a:pt x="44" y="56"/>
                    <a:pt x="44" y="54"/>
                  </a:cubicBezTo>
                  <a:cubicBezTo>
                    <a:pt x="44" y="52"/>
                    <a:pt x="42" y="49"/>
                    <a:pt x="41" y="47"/>
                  </a:cubicBezTo>
                  <a:cubicBezTo>
                    <a:pt x="40" y="46"/>
                    <a:pt x="38" y="43"/>
                    <a:pt x="37" y="42"/>
                  </a:cubicBezTo>
                  <a:cubicBezTo>
                    <a:pt x="37" y="42"/>
                    <a:pt x="35" y="41"/>
                    <a:pt x="35" y="41"/>
                  </a:cubicBezTo>
                  <a:cubicBezTo>
                    <a:pt x="34" y="40"/>
                    <a:pt x="33" y="39"/>
                    <a:pt x="32" y="38"/>
                  </a:cubicBezTo>
                  <a:cubicBezTo>
                    <a:pt x="31" y="37"/>
                    <a:pt x="30" y="34"/>
                    <a:pt x="30" y="32"/>
                  </a:cubicBezTo>
                  <a:cubicBezTo>
                    <a:pt x="30" y="31"/>
                    <a:pt x="31" y="28"/>
                    <a:pt x="32" y="27"/>
                  </a:cubicBezTo>
                  <a:cubicBezTo>
                    <a:pt x="32" y="26"/>
                    <a:pt x="34" y="22"/>
                    <a:pt x="35" y="21"/>
                  </a:cubicBezTo>
                  <a:cubicBezTo>
                    <a:pt x="36" y="19"/>
                    <a:pt x="37" y="14"/>
                    <a:pt x="38" y="13"/>
                  </a:cubicBezTo>
                  <a:cubicBezTo>
                    <a:pt x="39" y="11"/>
                    <a:pt x="41" y="9"/>
                    <a:pt x="42" y="7"/>
                  </a:cubicBezTo>
                  <a:cubicBezTo>
                    <a:pt x="42" y="6"/>
                    <a:pt x="43" y="4"/>
                    <a:pt x="44" y="4"/>
                  </a:cubicBezTo>
                  <a:cubicBezTo>
                    <a:pt x="44" y="3"/>
                    <a:pt x="45" y="1"/>
                    <a:pt x="46" y="0"/>
                  </a:cubicBezTo>
                  <a:cubicBezTo>
                    <a:pt x="46" y="0"/>
                    <a:pt x="46" y="0"/>
                    <a:pt x="46" y="0"/>
                  </a:cubicBezTo>
                  <a:cubicBezTo>
                    <a:pt x="47" y="1"/>
                    <a:pt x="48" y="4"/>
                    <a:pt x="49" y="5"/>
                  </a:cubicBezTo>
                  <a:cubicBezTo>
                    <a:pt x="50" y="6"/>
                    <a:pt x="55" y="7"/>
                    <a:pt x="57" y="6"/>
                  </a:cubicBezTo>
                  <a:cubicBezTo>
                    <a:pt x="58" y="6"/>
                    <a:pt x="58" y="4"/>
                    <a:pt x="59" y="3"/>
                  </a:cubicBezTo>
                  <a:cubicBezTo>
                    <a:pt x="60" y="2"/>
                    <a:pt x="64" y="2"/>
                    <a:pt x="66" y="2"/>
                  </a:cubicBezTo>
                  <a:cubicBezTo>
                    <a:pt x="68" y="2"/>
                    <a:pt x="73" y="2"/>
                    <a:pt x="75" y="3"/>
                  </a:cubicBezTo>
                  <a:cubicBezTo>
                    <a:pt x="77" y="4"/>
                    <a:pt x="80" y="7"/>
                    <a:pt x="81" y="9"/>
                  </a:cubicBezTo>
                  <a:cubicBezTo>
                    <a:pt x="83" y="10"/>
                    <a:pt x="83" y="14"/>
                    <a:pt x="84" y="16"/>
                  </a:cubicBezTo>
                  <a:cubicBezTo>
                    <a:pt x="85" y="17"/>
                    <a:pt x="86" y="20"/>
                    <a:pt x="88" y="21"/>
                  </a:cubicBezTo>
                  <a:cubicBezTo>
                    <a:pt x="90" y="23"/>
                    <a:pt x="94" y="26"/>
                    <a:pt x="97" y="26"/>
                  </a:cubicBezTo>
                  <a:cubicBezTo>
                    <a:pt x="100" y="27"/>
                    <a:pt x="105" y="25"/>
                    <a:pt x="107" y="25"/>
                  </a:cubicBezTo>
                  <a:cubicBezTo>
                    <a:pt x="111" y="24"/>
                    <a:pt x="118" y="24"/>
                    <a:pt x="121" y="25"/>
                  </a:cubicBezTo>
                  <a:cubicBezTo>
                    <a:pt x="124" y="25"/>
                    <a:pt x="129" y="27"/>
                    <a:pt x="132" y="28"/>
                  </a:cubicBezTo>
                  <a:cubicBezTo>
                    <a:pt x="136" y="29"/>
                    <a:pt x="143" y="31"/>
                    <a:pt x="147" y="31"/>
                  </a:cubicBezTo>
                  <a:cubicBezTo>
                    <a:pt x="151" y="31"/>
                    <a:pt x="159" y="29"/>
                    <a:pt x="163" y="29"/>
                  </a:cubicBezTo>
                  <a:cubicBezTo>
                    <a:pt x="166" y="29"/>
                    <a:pt x="173" y="30"/>
                    <a:pt x="177" y="31"/>
                  </a:cubicBezTo>
                  <a:cubicBezTo>
                    <a:pt x="180" y="32"/>
                    <a:pt x="186" y="36"/>
                    <a:pt x="189" y="36"/>
                  </a:cubicBezTo>
                  <a:cubicBezTo>
                    <a:pt x="193" y="37"/>
                    <a:pt x="201" y="39"/>
                    <a:pt x="205" y="38"/>
                  </a:cubicBezTo>
                  <a:cubicBezTo>
                    <a:pt x="205" y="38"/>
                    <a:pt x="205" y="38"/>
                    <a:pt x="206" y="38"/>
                  </a:cubicBezTo>
                  <a:cubicBezTo>
                    <a:pt x="206" y="39"/>
                    <a:pt x="207" y="40"/>
                    <a:pt x="207" y="41"/>
                  </a:cubicBezTo>
                  <a:cubicBezTo>
                    <a:pt x="208" y="42"/>
                    <a:pt x="210" y="45"/>
                    <a:pt x="211" y="47"/>
                  </a:cubicBezTo>
                  <a:cubicBezTo>
                    <a:pt x="212" y="48"/>
                    <a:pt x="214" y="52"/>
                    <a:pt x="214" y="54"/>
                  </a:cubicBezTo>
                  <a:cubicBezTo>
                    <a:pt x="214" y="57"/>
                    <a:pt x="213" y="62"/>
                    <a:pt x="213" y="65"/>
                  </a:cubicBezTo>
                  <a:cubicBezTo>
                    <a:pt x="213" y="67"/>
                    <a:pt x="213" y="70"/>
                    <a:pt x="212" y="71"/>
                  </a:cubicBezTo>
                  <a:cubicBezTo>
                    <a:pt x="211" y="73"/>
                    <a:pt x="210" y="75"/>
                    <a:pt x="209" y="76"/>
                  </a:cubicBezTo>
                  <a:cubicBezTo>
                    <a:pt x="208" y="77"/>
                    <a:pt x="205" y="79"/>
                    <a:pt x="204" y="81"/>
                  </a:cubicBezTo>
                  <a:cubicBezTo>
                    <a:pt x="204" y="82"/>
                    <a:pt x="203" y="85"/>
                    <a:pt x="202" y="86"/>
                  </a:cubicBezTo>
                  <a:cubicBezTo>
                    <a:pt x="201" y="88"/>
                    <a:pt x="197" y="89"/>
                    <a:pt x="196" y="90"/>
                  </a:cubicBezTo>
                  <a:cubicBezTo>
                    <a:pt x="195" y="91"/>
                    <a:pt x="195" y="95"/>
                    <a:pt x="195" y="96"/>
                  </a:cubicBezTo>
                  <a:cubicBezTo>
                    <a:pt x="195" y="98"/>
                    <a:pt x="195" y="101"/>
                    <a:pt x="196" y="103"/>
                  </a:cubicBezTo>
                  <a:cubicBezTo>
                    <a:pt x="197" y="104"/>
                    <a:pt x="198" y="105"/>
                    <a:pt x="199" y="106"/>
                  </a:cubicBezTo>
                  <a:cubicBezTo>
                    <a:pt x="199" y="107"/>
                    <a:pt x="200" y="110"/>
                    <a:pt x="200" y="111"/>
                  </a:cubicBezTo>
                  <a:cubicBezTo>
                    <a:pt x="201" y="112"/>
                    <a:pt x="202" y="113"/>
                    <a:pt x="202" y="114"/>
                  </a:cubicBezTo>
                  <a:cubicBezTo>
                    <a:pt x="203" y="115"/>
                    <a:pt x="206" y="116"/>
                    <a:pt x="207" y="117"/>
                  </a:cubicBezTo>
                  <a:cubicBezTo>
                    <a:pt x="208" y="118"/>
                    <a:pt x="209" y="121"/>
                    <a:pt x="210" y="122"/>
                  </a:cubicBezTo>
                  <a:cubicBezTo>
                    <a:pt x="212" y="125"/>
                    <a:pt x="217" y="130"/>
                    <a:pt x="219" y="13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103"/>
            <p:cNvSpPr>
              <a:spLocks/>
            </p:cNvSpPr>
            <p:nvPr/>
          </p:nvSpPr>
          <p:spPr bwMode="auto">
            <a:xfrm>
              <a:off x="2692401" y="4416425"/>
              <a:ext cx="238125" cy="171450"/>
            </a:xfrm>
            <a:custGeom>
              <a:avLst/>
              <a:gdLst/>
              <a:ahLst/>
              <a:cxnLst>
                <a:cxn ang="0">
                  <a:pos x="154" y="6"/>
                </a:cxn>
                <a:cxn ang="0">
                  <a:pos x="148" y="15"/>
                </a:cxn>
                <a:cxn ang="0">
                  <a:pos x="142" y="29"/>
                </a:cxn>
                <a:cxn ang="0">
                  <a:pos x="142" y="40"/>
                </a:cxn>
                <a:cxn ang="0">
                  <a:pos x="147" y="44"/>
                </a:cxn>
                <a:cxn ang="0">
                  <a:pos x="154" y="56"/>
                </a:cxn>
                <a:cxn ang="0">
                  <a:pos x="152" y="71"/>
                </a:cxn>
                <a:cxn ang="0">
                  <a:pos x="150" y="85"/>
                </a:cxn>
                <a:cxn ang="0">
                  <a:pos x="147" y="95"/>
                </a:cxn>
                <a:cxn ang="0">
                  <a:pos x="136" y="92"/>
                </a:cxn>
                <a:cxn ang="0">
                  <a:pos x="131" y="85"/>
                </a:cxn>
                <a:cxn ang="0">
                  <a:pos x="122" y="87"/>
                </a:cxn>
                <a:cxn ang="0">
                  <a:pos x="116" y="94"/>
                </a:cxn>
                <a:cxn ang="0">
                  <a:pos x="112" y="102"/>
                </a:cxn>
                <a:cxn ang="0">
                  <a:pos x="110" y="112"/>
                </a:cxn>
                <a:cxn ang="0">
                  <a:pos x="100" y="108"/>
                </a:cxn>
                <a:cxn ang="0">
                  <a:pos x="82" y="109"/>
                </a:cxn>
                <a:cxn ang="0">
                  <a:pos x="68" y="108"/>
                </a:cxn>
                <a:cxn ang="0">
                  <a:pos x="57" y="95"/>
                </a:cxn>
                <a:cxn ang="0">
                  <a:pos x="41" y="92"/>
                </a:cxn>
                <a:cxn ang="0">
                  <a:pos x="28" y="87"/>
                </a:cxn>
                <a:cxn ang="0">
                  <a:pos x="21" y="82"/>
                </a:cxn>
                <a:cxn ang="0">
                  <a:pos x="10" y="79"/>
                </a:cxn>
                <a:cxn ang="0">
                  <a:pos x="4" y="76"/>
                </a:cxn>
                <a:cxn ang="0">
                  <a:pos x="2" y="67"/>
                </a:cxn>
                <a:cxn ang="0">
                  <a:pos x="1" y="56"/>
                </a:cxn>
                <a:cxn ang="0">
                  <a:pos x="3" y="43"/>
                </a:cxn>
                <a:cxn ang="0">
                  <a:pos x="4" y="34"/>
                </a:cxn>
                <a:cxn ang="0">
                  <a:pos x="2" y="27"/>
                </a:cxn>
                <a:cxn ang="0">
                  <a:pos x="2" y="25"/>
                </a:cxn>
                <a:cxn ang="0">
                  <a:pos x="49" y="21"/>
                </a:cxn>
                <a:cxn ang="0">
                  <a:pos x="84" y="12"/>
                </a:cxn>
                <a:cxn ang="0">
                  <a:pos x="88" y="3"/>
                </a:cxn>
                <a:cxn ang="0">
                  <a:pos x="111" y="1"/>
                </a:cxn>
                <a:cxn ang="0">
                  <a:pos x="130" y="7"/>
                </a:cxn>
                <a:cxn ang="0">
                  <a:pos x="150" y="2"/>
                </a:cxn>
              </a:cxnLst>
              <a:rect l="0" t="0" r="r" b="b"/>
              <a:pathLst>
                <a:path w="156" h="112">
                  <a:moveTo>
                    <a:pt x="156" y="2"/>
                  </a:moveTo>
                  <a:cubicBezTo>
                    <a:pt x="155" y="3"/>
                    <a:pt x="154" y="5"/>
                    <a:pt x="154" y="6"/>
                  </a:cubicBezTo>
                  <a:cubicBezTo>
                    <a:pt x="153" y="6"/>
                    <a:pt x="152" y="8"/>
                    <a:pt x="152" y="9"/>
                  </a:cubicBezTo>
                  <a:cubicBezTo>
                    <a:pt x="151" y="11"/>
                    <a:pt x="149" y="13"/>
                    <a:pt x="148" y="15"/>
                  </a:cubicBezTo>
                  <a:cubicBezTo>
                    <a:pt x="147" y="16"/>
                    <a:pt x="146" y="21"/>
                    <a:pt x="145" y="23"/>
                  </a:cubicBezTo>
                  <a:cubicBezTo>
                    <a:pt x="144" y="24"/>
                    <a:pt x="142" y="28"/>
                    <a:pt x="142" y="29"/>
                  </a:cubicBezTo>
                  <a:cubicBezTo>
                    <a:pt x="141" y="30"/>
                    <a:pt x="140" y="33"/>
                    <a:pt x="140" y="34"/>
                  </a:cubicBezTo>
                  <a:cubicBezTo>
                    <a:pt x="140" y="36"/>
                    <a:pt x="141" y="39"/>
                    <a:pt x="142" y="40"/>
                  </a:cubicBezTo>
                  <a:cubicBezTo>
                    <a:pt x="143" y="41"/>
                    <a:pt x="144" y="42"/>
                    <a:pt x="145" y="43"/>
                  </a:cubicBezTo>
                  <a:cubicBezTo>
                    <a:pt x="145" y="43"/>
                    <a:pt x="147" y="44"/>
                    <a:pt x="147" y="44"/>
                  </a:cubicBezTo>
                  <a:cubicBezTo>
                    <a:pt x="148" y="45"/>
                    <a:pt x="150" y="48"/>
                    <a:pt x="151" y="49"/>
                  </a:cubicBezTo>
                  <a:cubicBezTo>
                    <a:pt x="152" y="51"/>
                    <a:pt x="154" y="54"/>
                    <a:pt x="154" y="56"/>
                  </a:cubicBezTo>
                  <a:cubicBezTo>
                    <a:pt x="154" y="58"/>
                    <a:pt x="152" y="61"/>
                    <a:pt x="152" y="62"/>
                  </a:cubicBezTo>
                  <a:cubicBezTo>
                    <a:pt x="152" y="64"/>
                    <a:pt x="153" y="69"/>
                    <a:pt x="152" y="71"/>
                  </a:cubicBezTo>
                  <a:cubicBezTo>
                    <a:pt x="152" y="72"/>
                    <a:pt x="151" y="74"/>
                    <a:pt x="151" y="75"/>
                  </a:cubicBezTo>
                  <a:cubicBezTo>
                    <a:pt x="151" y="77"/>
                    <a:pt x="150" y="82"/>
                    <a:pt x="150" y="85"/>
                  </a:cubicBezTo>
                  <a:cubicBezTo>
                    <a:pt x="150" y="86"/>
                    <a:pt x="150" y="88"/>
                    <a:pt x="150" y="89"/>
                  </a:cubicBezTo>
                  <a:cubicBezTo>
                    <a:pt x="149" y="91"/>
                    <a:pt x="148" y="94"/>
                    <a:pt x="147" y="95"/>
                  </a:cubicBezTo>
                  <a:cubicBezTo>
                    <a:pt x="146" y="95"/>
                    <a:pt x="142" y="95"/>
                    <a:pt x="141" y="94"/>
                  </a:cubicBezTo>
                  <a:cubicBezTo>
                    <a:pt x="140" y="94"/>
                    <a:pt x="137" y="93"/>
                    <a:pt x="136" y="92"/>
                  </a:cubicBezTo>
                  <a:cubicBezTo>
                    <a:pt x="135" y="91"/>
                    <a:pt x="135" y="89"/>
                    <a:pt x="134" y="89"/>
                  </a:cubicBezTo>
                  <a:cubicBezTo>
                    <a:pt x="134" y="88"/>
                    <a:pt x="132" y="86"/>
                    <a:pt x="131" y="85"/>
                  </a:cubicBezTo>
                  <a:cubicBezTo>
                    <a:pt x="130" y="85"/>
                    <a:pt x="127" y="84"/>
                    <a:pt x="126" y="85"/>
                  </a:cubicBezTo>
                  <a:cubicBezTo>
                    <a:pt x="125" y="85"/>
                    <a:pt x="123" y="86"/>
                    <a:pt x="122" y="87"/>
                  </a:cubicBezTo>
                  <a:cubicBezTo>
                    <a:pt x="121" y="88"/>
                    <a:pt x="121" y="89"/>
                    <a:pt x="120" y="90"/>
                  </a:cubicBezTo>
                  <a:cubicBezTo>
                    <a:pt x="119" y="91"/>
                    <a:pt x="117" y="93"/>
                    <a:pt x="116" y="94"/>
                  </a:cubicBezTo>
                  <a:cubicBezTo>
                    <a:pt x="115" y="95"/>
                    <a:pt x="113" y="95"/>
                    <a:pt x="113" y="96"/>
                  </a:cubicBezTo>
                  <a:cubicBezTo>
                    <a:pt x="112" y="97"/>
                    <a:pt x="113" y="101"/>
                    <a:pt x="112" y="102"/>
                  </a:cubicBezTo>
                  <a:cubicBezTo>
                    <a:pt x="112" y="104"/>
                    <a:pt x="111" y="107"/>
                    <a:pt x="110" y="108"/>
                  </a:cubicBezTo>
                  <a:cubicBezTo>
                    <a:pt x="110" y="109"/>
                    <a:pt x="110" y="111"/>
                    <a:pt x="110" y="112"/>
                  </a:cubicBezTo>
                  <a:cubicBezTo>
                    <a:pt x="109" y="112"/>
                    <a:pt x="107" y="111"/>
                    <a:pt x="107" y="111"/>
                  </a:cubicBezTo>
                  <a:cubicBezTo>
                    <a:pt x="105" y="110"/>
                    <a:pt x="102" y="109"/>
                    <a:pt x="100" y="108"/>
                  </a:cubicBezTo>
                  <a:cubicBezTo>
                    <a:pt x="98" y="108"/>
                    <a:pt x="93" y="108"/>
                    <a:pt x="91" y="108"/>
                  </a:cubicBezTo>
                  <a:cubicBezTo>
                    <a:pt x="89" y="108"/>
                    <a:pt x="84" y="109"/>
                    <a:pt x="82" y="109"/>
                  </a:cubicBezTo>
                  <a:cubicBezTo>
                    <a:pt x="79" y="110"/>
                    <a:pt x="74" y="110"/>
                    <a:pt x="72" y="109"/>
                  </a:cubicBezTo>
                  <a:cubicBezTo>
                    <a:pt x="71" y="109"/>
                    <a:pt x="69" y="108"/>
                    <a:pt x="68" y="108"/>
                  </a:cubicBezTo>
                  <a:cubicBezTo>
                    <a:pt x="66" y="106"/>
                    <a:pt x="60" y="105"/>
                    <a:pt x="59" y="103"/>
                  </a:cubicBezTo>
                  <a:cubicBezTo>
                    <a:pt x="57" y="101"/>
                    <a:pt x="58" y="96"/>
                    <a:pt x="57" y="95"/>
                  </a:cubicBezTo>
                  <a:cubicBezTo>
                    <a:pt x="55" y="93"/>
                    <a:pt x="51" y="90"/>
                    <a:pt x="49" y="90"/>
                  </a:cubicBezTo>
                  <a:cubicBezTo>
                    <a:pt x="47" y="90"/>
                    <a:pt x="43" y="92"/>
                    <a:pt x="41" y="92"/>
                  </a:cubicBezTo>
                  <a:cubicBezTo>
                    <a:pt x="39" y="92"/>
                    <a:pt x="35" y="92"/>
                    <a:pt x="34" y="91"/>
                  </a:cubicBezTo>
                  <a:cubicBezTo>
                    <a:pt x="32" y="91"/>
                    <a:pt x="29" y="88"/>
                    <a:pt x="28" y="87"/>
                  </a:cubicBezTo>
                  <a:cubicBezTo>
                    <a:pt x="27" y="86"/>
                    <a:pt x="24" y="86"/>
                    <a:pt x="23" y="86"/>
                  </a:cubicBezTo>
                  <a:cubicBezTo>
                    <a:pt x="22" y="85"/>
                    <a:pt x="21" y="83"/>
                    <a:pt x="21" y="82"/>
                  </a:cubicBezTo>
                  <a:cubicBezTo>
                    <a:pt x="20" y="81"/>
                    <a:pt x="19" y="80"/>
                    <a:pt x="18" y="79"/>
                  </a:cubicBezTo>
                  <a:cubicBezTo>
                    <a:pt x="16" y="78"/>
                    <a:pt x="12" y="79"/>
                    <a:pt x="10" y="79"/>
                  </a:cubicBezTo>
                  <a:cubicBezTo>
                    <a:pt x="9" y="79"/>
                    <a:pt x="7" y="79"/>
                    <a:pt x="5" y="80"/>
                  </a:cubicBezTo>
                  <a:cubicBezTo>
                    <a:pt x="5" y="78"/>
                    <a:pt x="4" y="77"/>
                    <a:pt x="4" y="76"/>
                  </a:cubicBezTo>
                  <a:cubicBezTo>
                    <a:pt x="4" y="75"/>
                    <a:pt x="4" y="73"/>
                    <a:pt x="4" y="72"/>
                  </a:cubicBezTo>
                  <a:cubicBezTo>
                    <a:pt x="4" y="70"/>
                    <a:pt x="3" y="68"/>
                    <a:pt x="2" y="67"/>
                  </a:cubicBezTo>
                  <a:cubicBezTo>
                    <a:pt x="2" y="66"/>
                    <a:pt x="1" y="64"/>
                    <a:pt x="1" y="63"/>
                  </a:cubicBezTo>
                  <a:cubicBezTo>
                    <a:pt x="0" y="61"/>
                    <a:pt x="1" y="58"/>
                    <a:pt x="1" y="56"/>
                  </a:cubicBezTo>
                  <a:cubicBezTo>
                    <a:pt x="1" y="55"/>
                    <a:pt x="1" y="51"/>
                    <a:pt x="1" y="49"/>
                  </a:cubicBezTo>
                  <a:cubicBezTo>
                    <a:pt x="1" y="48"/>
                    <a:pt x="2" y="45"/>
                    <a:pt x="3" y="43"/>
                  </a:cubicBezTo>
                  <a:cubicBezTo>
                    <a:pt x="3" y="42"/>
                    <a:pt x="4" y="40"/>
                    <a:pt x="4" y="39"/>
                  </a:cubicBezTo>
                  <a:cubicBezTo>
                    <a:pt x="5" y="38"/>
                    <a:pt x="5" y="35"/>
                    <a:pt x="4" y="34"/>
                  </a:cubicBezTo>
                  <a:cubicBezTo>
                    <a:pt x="4" y="33"/>
                    <a:pt x="3" y="32"/>
                    <a:pt x="3" y="31"/>
                  </a:cubicBezTo>
                  <a:cubicBezTo>
                    <a:pt x="2" y="30"/>
                    <a:pt x="2" y="28"/>
                    <a:pt x="2" y="27"/>
                  </a:cubicBezTo>
                  <a:cubicBezTo>
                    <a:pt x="2" y="27"/>
                    <a:pt x="2" y="26"/>
                    <a:pt x="2" y="25"/>
                  </a:cubicBezTo>
                  <a:cubicBezTo>
                    <a:pt x="2" y="25"/>
                    <a:pt x="2" y="25"/>
                    <a:pt x="2" y="25"/>
                  </a:cubicBezTo>
                  <a:cubicBezTo>
                    <a:pt x="8" y="25"/>
                    <a:pt x="22" y="24"/>
                    <a:pt x="28" y="24"/>
                  </a:cubicBezTo>
                  <a:cubicBezTo>
                    <a:pt x="34" y="23"/>
                    <a:pt x="44" y="22"/>
                    <a:pt x="49" y="21"/>
                  </a:cubicBezTo>
                  <a:cubicBezTo>
                    <a:pt x="54" y="20"/>
                    <a:pt x="64" y="17"/>
                    <a:pt x="69" y="16"/>
                  </a:cubicBezTo>
                  <a:cubicBezTo>
                    <a:pt x="73" y="15"/>
                    <a:pt x="81" y="15"/>
                    <a:pt x="84" y="12"/>
                  </a:cubicBezTo>
                  <a:cubicBezTo>
                    <a:pt x="85" y="12"/>
                    <a:pt x="86" y="9"/>
                    <a:pt x="87" y="8"/>
                  </a:cubicBezTo>
                  <a:cubicBezTo>
                    <a:pt x="87" y="7"/>
                    <a:pt x="87" y="4"/>
                    <a:pt x="88" y="3"/>
                  </a:cubicBezTo>
                  <a:cubicBezTo>
                    <a:pt x="90" y="2"/>
                    <a:pt x="95" y="1"/>
                    <a:pt x="98" y="1"/>
                  </a:cubicBezTo>
                  <a:cubicBezTo>
                    <a:pt x="101" y="0"/>
                    <a:pt x="108" y="1"/>
                    <a:pt x="111" y="1"/>
                  </a:cubicBezTo>
                  <a:cubicBezTo>
                    <a:pt x="113" y="2"/>
                    <a:pt x="118" y="4"/>
                    <a:pt x="120" y="4"/>
                  </a:cubicBezTo>
                  <a:cubicBezTo>
                    <a:pt x="123" y="5"/>
                    <a:pt x="128" y="7"/>
                    <a:pt x="130" y="7"/>
                  </a:cubicBezTo>
                  <a:cubicBezTo>
                    <a:pt x="133" y="7"/>
                    <a:pt x="139" y="8"/>
                    <a:pt x="142" y="7"/>
                  </a:cubicBezTo>
                  <a:cubicBezTo>
                    <a:pt x="144" y="6"/>
                    <a:pt x="148" y="3"/>
                    <a:pt x="150" y="2"/>
                  </a:cubicBezTo>
                  <a:cubicBezTo>
                    <a:pt x="151" y="2"/>
                    <a:pt x="154" y="2"/>
                    <a:pt x="156"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104"/>
            <p:cNvSpPr>
              <a:spLocks/>
            </p:cNvSpPr>
            <p:nvPr/>
          </p:nvSpPr>
          <p:spPr bwMode="auto">
            <a:xfrm>
              <a:off x="2620963" y="3024188"/>
              <a:ext cx="12700" cy="11113"/>
            </a:xfrm>
            <a:custGeom>
              <a:avLst/>
              <a:gdLst/>
              <a:ahLst/>
              <a:cxnLst>
                <a:cxn ang="0">
                  <a:pos x="8" y="3"/>
                </a:cxn>
                <a:cxn ang="0">
                  <a:pos x="6" y="7"/>
                </a:cxn>
                <a:cxn ang="0">
                  <a:pos x="3" y="7"/>
                </a:cxn>
                <a:cxn ang="0">
                  <a:pos x="0" y="5"/>
                </a:cxn>
                <a:cxn ang="0">
                  <a:pos x="1" y="2"/>
                </a:cxn>
                <a:cxn ang="0">
                  <a:pos x="3" y="2"/>
                </a:cxn>
                <a:cxn ang="0">
                  <a:pos x="5" y="1"/>
                </a:cxn>
                <a:cxn ang="0">
                  <a:pos x="6" y="1"/>
                </a:cxn>
                <a:cxn ang="0">
                  <a:pos x="8" y="3"/>
                </a:cxn>
              </a:cxnLst>
              <a:rect l="0" t="0" r="r" b="b"/>
              <a:pathLst>
                <a:path w="8" h="7">
                  <a:moveTo>
                    <a:pt x="8" y="3"/>
                  </a:moveTo>
                  <a:cubicBezTo>
                    <a:pt x="8" y="4"/>
                    <a:pt x="7" y="6"/>
                    <a:pt x="6" y="7"/>
                  </a:cubicBezTo>
                  <a:cubicBezTo>
                    <a:pt x="5" y="7"/>
                    <a:pt x="4" y="7"/>
                    <a:pt x="3" y="7"/>
                  </a:cubicBezTo>
                  <a:cubicBezTo>
                    <a:pt x="2" y="7"/>
                    <a:pt x="1" y="5"/>
                    <a:pt x="0" y="5"/>
                  </a:cubicBezTo>
                  <a:cubicBezTo>
                    <a:pt x="0" y="4"/>
                    <a:pt x="1" y="2"/>
                    <a:pt x="1" y="2"/>
                  </a:cubicBezTo>
                  <a:cubicBezTo>
                    <a:pt x="2" y="2"/>
                    <a:pt x="3" y="2"/>
                    <a:pt x="3" y="2"/>
                  </a:cubicBezTo>
                  <a:cubicBezTo>
                    <a:pt x="4" y="2"/>
                    <a:pt x="4" y="1"/>
                    <a:pt x="5" y="1"/>
                  </a:cubicBezTo>
                  <a:cubicBezTo>
                    <a:pt x="5" y="0"/>
                    <a:pt x="6" y="1"/>
                    <a:pt x="6" y="1"/>
                  </a:cubicBezTo>
                  <a:cubicBezTo>
                    <a:pt x="6" y="2"/>
                    <a:pt x="8" y="3"/>
                    <a:pt x="8"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105"/>
            <p:cNvSpPr>
              <a:spLocks/>
            </p:cNvSpPr>
            <p:nvPr/>
          </p:nvSpPr>
          <p:spPr bwMode="auto">
            <a:xfrm>
              <a:off x="2654301" y="3108325"/>
              <a:ext cx="25400" cy="23813"/>
            </a:xfrm>
            <a:custGeom>
              <a:avLst/>
              <a:gdLst/>
              <a:ahLst/>
              <a:cxnLst>
                <a:cxn ang="0">
                  <a:pos x="16" y="6"/>
                </a:cxn>
                <a:cxn ang="0">
                  <a:pos x="17" y="13"/>
                </a:cxn>
                <a:cxn ang="0">
                  <a:pos x="13" y="15"/>
                </a:cxn>
                <a:cxn ang="0">
                  <a:pos x="7" y="15"/>
                </a:cxn>
                <a:cxn ang="0">
                  <a:pos x="4" y="13"/>
                </a:cxn>
                <a:cxn ang="0">
                  <a:pos x="2" y="13"/>
                </a:cxn>
                <a:cxn ang="0">
                  <a:pos x="0" y="10"/>
                </a:cxn>
                <a:cxn ang="0">
                  <a:pos x="3" y="7"/>
                </a:cxn>
                <a:cxn ang="0">
                  <a:pos x="6" y="2"/>
                </a:cxn>
                <a:cxn ang="0">
                  <a:pos x="9" y="0"/>
                </a:cxn>
                <a:cxn ang="0">
                  <a:pos x="12" y="0"/>
                </a:cxn>
                <a:cxn ang="0">
                  <a:pos x="15" y="3"/>
                </a:cxn>
                <a:cxn ang="0">
                  <a:pos x="16" y="6"/>
                </a:cxn>
              </a:cxnLst>
              <a:rect l="0" t="0" r="r" b="b"/>
              <a:pathLst>
                <a:path w="17" h="15">
                  <a:moveTo>
                    <a:pt x="16" y="6"/>
                  </a:moveTo>
                  <a:cubicBezTo>
                    <a:pt x="16" y="8"/>
                    <a:pt x="17" y="12"/>
                    <a:pt x="17" y="13"/>
                  </a:cubicBezTo>
                  <a:cubicBezTo>
                    <a:pt x="16" y="14"/>
                    <a:pt x="14" y="15"/>
                    <a:pt x="13" y="15"/>
                  </a:cubicBezTo>
                  <a:cubicBezTo>
                    <a:pt x="11" y="15"/>
                    <a:pt x="8" y="15"/>
                    <a:pt x="7" y="15"/>
                  </a:cubicBezTo>
                  <a:cubicBezTo>
                    <a:pt x="6" y="14"/>
                    <a:pt x="5" y="13"/>
                    <a:pt x="4" y="13"/>
                  </a:cubicBezTo>
                  <a:cubicBezTo>
                    <a:pt x="4" y="13"/>
                    <a:pt x="2" y="13"/>
                    <a:pt x="2" y="13"/>
                  </a:cubicBezTo>
                  <a:cubicBezTo>
                    <a:pt x="1" y="12"/>
                    <a:pt x="0" y="11"/>
                    <a:pt x="0" y="10"/>
                  </a:cubicBezTo>
                  <a:cubicBezTo>
                    <a:pt x="0" y="9"/>
                    <a:pt x="2" y="8"/>
                    <a:pt x="3" y="7"/>
                  </a:cubicBezTo>
                  <a:cubicBezTo>
                    <a:pt x="3" y="6"/>
                    <a:pt x="5" y="3"/>
                    <a:pt x="6" y="2"/>
                  </a:cubicBezTo>
                  <a:cubicBezTo>
                    <a:pt x="6" y="2"/>
                    <a:pt x="8" y="0"/>
                    <a:pt x="9" y="0"/>
                  </a:cubicBezTo>
                  <a:cubicBezTo>
                    <a:pt x="10" y="0"/>
                    <a:pt x="11" y="0"/>
                    <a:pt x="12" y="0"/>
                  </a:cubicBezTo>
                  <a:cubicBezTo>
                    <a:pt x="13" y="0"/>
                    <a:pt x="14" y="2"/>
                    <a:pt x="15" y="3"/>
                  </a:cubicBezTo>
                  <a:cubicBezTo>
                    <a:pt x="15" y="4"/>
                    <a:pt x="16" y="6"/>
                    <a:pt x="16"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106"/>
            <p:cNvSpPr>
              <a:spLocks/>
            </p:cNvSpPr>
            <p:nvPr/>
          </p:nvSpPr>
          <p:spPr bwMode="auto">
            <a:xfrm>
              <a:off x="2735263" y="2627313"/>
              <a:ext cx="103188" cy="114300"/>
            </a:xfrm>
            <a:custGeom>
              <a:avLst/>
              <a:gdLst/>
              <a:ahLst/>
              <a:cxnLst>
                <a:cxn ang="0">
                  <a:pos x="62" y="66"/>
                </a:cxn>
                <a:cxn ang="0">
                  <a:pos x="66" y="61"/>
                </a:cxn>
                <a:cxn ang="0">
                  <a:pos x="63" y="52"/>
                </a:cxn>
                <a:cxn ang="0">
                  <a:pos x="52" y="41"/>
                </a:cxn>
                <a:cxn ang="0">
                  <a:pos x="41" y="37"/>
                </a:cxn>
                <a:cxn ang="0">
                  <a:pos x="36" y="32"/>
                </a:cxn>
                <a:cxn ang="0">
                  <a:pos x="35" y="24"/>
                </a:cxn>
                <a:cxn ang="0">
                  <a:pos x="35" y="18"/>
                </a:cxn>
                <a:cxn ang="0">
                  <a:pos x="33" y="15"/>
                </a:cxn>
                <a:cxn ang="0">
                  <a:pos x="26" y="10"/>
                </a:cxn>
                <a:cxn ang="0">
                  <a:pos x="18" y="6"/>
                </a:cxn>
                <a:cxn ang="0">
                  <a:pos x="14" y="1"/>
                </a:cxn>
                <a:cxn ang="0">
                  <a:pos x="8" y="1"/>
                </a:cxn>
                <a:cxn ang="0">
                  <a:pos x="4" y="5"/>
                </a:cxn>
                <a:cxn ang="0">
                  <a:pos x="4" y="8"/>
                </a:cxn>
                <a:cxn ang="0">
                  <a:pos x="6" y="11"/>
                </a:cxn>
                <a:cxn ang="0">
                  <a:pos x="10" y="13"/>
                </a:cxn>
                <a:cxn ang="0">
                  <a:pos x="10" y="17"/>
                </a:cxn>
                <a:cxn ang="0">
                  <a:pos x="7" y="21"/>
                </a:cxn>
                <a:cxn ang="0">
                  <a:pos x="2" y="24"/>
                </a:cxn>
                <a:cxn ang="0">
                  <a:pos x="0" y="28"/>
                </a:cxn>
                <a:cxn ang="0">
                  <a:pos x="1" y="33"/>
                </a:cxn>
                <a:cxn ang="0">
                  <a:pos x="5" y="34"/>
                </a:cxn>
                <a:cxn ang="0">
                  <a:pos x="10" y="34"/>
                </a:cxn>
                <a:cxn ang="0">
                  <a:pos x="13" y="37"/>
                </a:cxn>
                <a:cxn ang="0">
                  <a:pos x="15" y="42"/>
                </a:cxn>
                <a:cxn ang="0">
                  <a:pos x="21" y="42"/>
                </a:cxn>
                <a:cxn ang="0">
                  <a:pos x="28" y="41"/>
                </a:cxn>
                <a:cxn ang="0">
                  <a:pos x="32" y="43"/>
                </a:cxn>
                <a:cxn ang="0">
                  <a:pos x="34" y="49"/>
                </a:cxn>
                <a:cxn ang="0">
                  <a:pos x="32" y="54"/>
                </a:cxn>
                <a:cxn ang="0">
                  <a:pos x="27" y="57"/>
                </a:cxn>
                <a:cxn ang="0">
                  <a:pos x="26" y="59"/>
                </a:cxn>
                <a:cxn ang="0">
                  <a:pos x="27" y="63"/>
                </a:cxn>
                <a:cxn ang="0">
                  <a:pos x="29" y="66"/>
                </a:cxn>
                <a:cxn ang="0">
                  <a:pos x="35" y="68"/>
                </a:cxn>
                <a:cxn ang="0">
                  <a:pos x="36" y="64"/>
                </a:cxn>
                <a:cxn ang="0">
                  <a:pos x="40" y="61"/>
                </a:cxn>
                <a:cxn ang="0">
                  <a:pos x="45" y="61"/>
                </a:cxn>
                <a:cxn ang="0">
                  <a:pos x="47" y="63"/>
                </a:cxn>
                <a:cxn ang="0">
                  <a:pos x="49" y="65"/>
                </a:cxn>
                <a:cxn ang="0">
                  <a:pos x="47" y="67"/>
                </a:cxn>
                <a:cxn ang="0">
                  <a:pos x="43" y="69"/>
                </a:cxn>
                <a:cxn ang="0">
                  <a:pos x="42" y="71"/>
                </a:cxn>
                <a:cxn ang="0">
                  <a:pos x="44" y="74"/>
                </a:cxn>
                <a:cxn ang="0">
                  <a:pos x="51" y="74"/>
                </a:cxn>
                <a:cxn ang="0">
                  <a:pos x="55" y="70"/>
                </a:cxn>
                <a:cxn ang="0">
                  <a:pos x="59" y="68"/>
                </a:cxn>
                <a:cxn ang="0">
                  <a:pos x="62" y="66"/>
                </a:cxn>
              </a:cxnLst>
              <a:rect l="0" t="0" r="r" b="b"/>
              <a:pathLst>
                <a:path w="67" h="75">
                  <a:moveTo>
                    <a:pt x="62" y="66"/>
                  </a:moveTo>
                  <a:cubicBezTo>
                    <a:pt x="63" y="65"/>
                    <a:pt x="66" y="63"/>
                    <a:pt x="66" y="61"/>
                  </a:cubicBezTo>
                  <a:cubicBezTo>
                    <a:pt x="67" y="59"/>
                    <a:pt x="64" y="54"/>
                    <a:pt x="63" y="52"/>
                  </a:cubicBezTo>
                  <a:cubicBezTo>
                    <a:pt x="61" y="49"/>
                    <a:pt x="55" y="43"/>
                    <a:pt x="52" y="41"/>
                  </a:cubicBezTo>
                  <a:cubicBezTo>
                    <a:pt x="49" y="39"/>
                    <a:pt x="44" y="39"/>
                    <a:pt x="41" y="37"/>
                  </a:cubicBezTo>
                  <a:cubicBezTo>
                    <a:pt x="40" y="36"/>
                    <a:pt x="37" y="34"/>
                    <a:pt x="36" y="32"/>
                  </a:cubicBezTo>
                  <a:cubicBezTo>
                    <a:pt x="35" y="30"/>
                    <a:pt x="35" y="26"/>
                    <a:pt x="35" y="24"/>
                  </a:cubicBezTo>
                  <a:cubicBezTo>
                    <a:pt x="35" y="22"/>
                    <a:pt x="36" y="19"/>
                    <a:pt x="35" y="18"/>
                  </a:cubicBezTo>
                  <a:cubicBezTo>
                    <a:pt x="35" y="17"/>
                    <a:pt x="34" y="15"/>
                    <a:pt x="33" y="15"/>
                  </a:cubicBezTo>
                  <a:cubicBezTo>
                    <a:pt x="32" y="13"/>
                    <a:pt x="28" y="11"/>
                    <a:pt x="26" y="10"/>
                  </a:cubicBezTo>
                  <a:cubicBezTo>
                    <a:pt x="24" y="9"/>
                    <a:pt x="20" y="8"/>
                    <a:pt x="18" y="6"/>
                  </a:cubicBezTo>
                  <a:cubicBezTo>
                    <a:pt x="17" y="5"/>
                    <a:pt x="16" y="1"/>
                    <a:pt x="14" y="1"/>
                  </a:cubicBezTo>
                  <a:cubicBezTo>
                    <a:pt x="13" y="0"/>
                    <a:pt x="9" y="0"/>
                    <a:pt x="8" y="1"/>
                  </a:cubicBezTo>
                  <a:cubicBezTo>
                    <a:pt x="7" y="1"/>
                    <a:pt x="5" y="3"/>
                    <a:pt x="4" y="5"/>
                  </a:cubicBezTo>
                  <a:cubicBezTo>
                    <a:pt x="4" y="5"/>
                    <a:pt x="3" y="7"/>
                    <a:pt x="4" y="8"/>
                  </a:cubicBezTo>
                  <a:cubicBezTo>
                    <a:pt x="4" y="9"/>
                    <a:pt x="5" y="11"/>
                    <a:pt x="6" y="11"/>
                  </a:cubicBezTo>
                  <a:cubicBezTo>
                    <a:pt x="7" y="12"/>
                    <a:pt x="10" y="12"/>
                    <a:pt x="10" y="13"/>
                  </a:cubicBezTo>
                  <a:cubicBezTo>
                    <a:pt x="11" y="14"/>
                    <a:pt x="10" y="16"/>
                    <a:pt x="10" y="17"/>
                  </a:cubicBezTo>
                  <a:cubicBezTo>
                    <a:pt x="9" y="18"/>
                    <a:pt x="8" y="20"/>
                    <a:pt x="7" y="21"/>
                  </a:cubicBezTo>
                  <a:cubicBezTo>
                    <a:pt x="6" y="22"/>
                    <a:pt x="3" y="23"/>
                    <a:pt x="2" y="24"/>
                  </a:cubicBezTo>
                  <a:cubicBezTo>
                    <a:pt x="1" y="25"/>
                    <a:pt x="0" y="27"/>
                    <a:pt x="0" y="28"/>
                  </a:cubicBezTo>
                  <a:cubicBezTo>
                    <a:pt x="0" y="30"/>
                    <a:pt x="0" y="32"/>
                    <a:pt x="1" y="33"/>
                  </a:cubicBezTo>
                  <a:cubicBezTo>
                    <a:pt x="2" y="34"/>
                    <a:pt x="4" y="34"/>
                    <a:pt x="5" y="34"/>
                  </a:cubicBezTo>
                  <a:cubicBezTo>
                    <a:pt x="6" y="35"/>
                    <a:pt x="9" y="34"/>
                    <a:pt x="10" y="34"/>
                  </a:cubicBezTo>
                  <a:cubicBezTo>
                    <a:pt x="11" y="34"/>
                    <a:pt x="12" y="36"/>
                    <a:pt x="13" y="37"/>
                  </a:cubicBezTo>
                  <a:cubicBezTo>
                    <a:pt x="14" y="38"/>
                    <a:pt x="14" y="41"/>
                    <a:pt x="15" y="42"/>
                  </a:cubicBezTo>
                  <a:cubicBezTo>
                    <a:pt x="16" y="42"/>
                    <a:pt x="20" y="42"/>
                    <a:pt x="21" y="42"/>
                  </a:cubicBezTo>
                  <a:cubicBezTo>
                    <a:pt x="23" y="42"/>
                    <a:pt x="26" y="41"/>
                    <a:pt x="28" y="41"/>
                  </a:cubicBezTo>
                  <a:cubicBezTo>
                    <a:pt x="29" y="41"/>
                    <a:pt x="31" y="42"/>
                    <a:pt x="32" y="43"/>
                  </a:cubicBezTo>
                  <a:cubicBezTo>
                    <a:pt x="33" y="44"/>
                    <a:pt x="35" y="48"/>
                    <a:pt x="34" y="49"/>
                  </a:cubicBezTo>
                  <a:cubicBezTo>
                    <a:pt x="34" y="51"/>
                    <a:pt x="33" y="53"/>
                    <a:pt x="32" y="54"/>
                  </a:cubicBezTo>
                  <a:cubicBezTo>
                    <a:pt x="31" y="55"/>
                    <a:pt x="28" y="56"/>
                    <a:pt x="27" y="57"/>
                  </a:cubicBezTo>
                  <a:cubicBezTo>
                    <a:pt x="27" y="57"/>
                    <a:pt x="26" y="59"/>
                    <a:pt x="26" y="59"/>
                  </a:cubicBezTo>
                  <a:cubicBezTo>
                    <a:pt x="26" y="60"/>
                    <a:pt x="27" y="62"/>
                    <a:pt x="27" y="63"/>
                  </a:cubicBezTo>
                  <a:cubicBezTo>
                    <a:pt x="27" y="64"/>
                    <a:pt x="28" y="66"/>
                    <a:pt x="29" y="66"/>
                  </a:cubicBezTo>
                  <a:cubicBezTo>
                    <a:pt x="30" y="67"/>
                    <a:pt x="33" y="68"/>
                    <a:pt x="35" y="68"/>
                  </a:cubicBezTo>
                  <a:cubicBezTo>
                    <a:pt x="36" y="67"/>
                    <a:pt x="36" y="65"/>
                    <a:pt x="36" y="64"/>
                  </a:cubicBezTo>
                  <a:cubicBezTo>
                    <a:pt x="37" y="63"/>
                    <a:pt x="39" y="61"/>
                    <a:pt x="40" y="61"/>
                  </a:cubicBezTo>
                  <a:cubicBezTo>
                    <a:pt x="41" y="60"/>
                    <a:pt x="44" y="60"/>
                    <a:pt x="45" y="61"/>
                  </a:cubicBezTo>
                  <a:cubicBezTo>
                    <a:pt x="46" y="61"/>
                    <a:pt x="47" y="62"/>
                    <a:pt x="47" y="63"/>
                  </a:cubicBezTo>
                  <a:cubicBezTo>
                    <a:pt x="48" y="63"/>
                    <a:pt x="49" y="64"/>
                    <a:pt x="49" y="65"/>
                  </a:cubicBezTo>
                  <a:cubicBezTo>
                    <a:pt x="49" y="65"/>
                    <a:pt x="48" y="66"/>
                    <a:pt x="47" y="67"/>
                  </a:cubicBezTo>
                  <a:cubicBezTo>
                    <a:pt x="46" y="68"/>
                    <a:pt x="43" y="68"/>
                    <a:pt x="43" y="69"/>
                  </a:cubicBezTo>
                  <a:cubicBezTo>
                    <a:pt x="42" y="69"/>
                    <a:pt x="42" y="71"/>
                    <a:pt x="42" y="71"/>
                  </a:cubicBezTo>
                  <a:cubicBezTo>
                    <a:pt x="42" y="72"/>
                    <a:pt x="44" y="73"/>
                    <a:pt x="44" y="74"/>
                  </a:cubicBezTo>
                  <a:cubicBezTo>
                    <a:pt x="46" y="74"/>
                    <a:pt x="50" y="75"/>
                    <a:pt x="51" y="74"/>
                  </a:cubicBezTo>
                  <a:cubicBezTo>
                    <a:pt x="53" y="74"/>
                    <a:pt x="54" y="71"/>
                    <a:pt x="55" y="70"/>
                  </a:cubicBezTo>
                  <a:cubicBezTo>
                    <a:pt x="56" y="69"/>
                    <a:pt x="58" y="69"/>
                    <a:pt x="59" y="68"/>
                  </a:cubicBezTo>
                  <a:cubicBezTo>
                    <a:pt x="60" y="68"/>
                    <a:pt x="62" y="67"/>
                    <a:pt x="62" y="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107"/>
            <p:cNvSpPr>
              <a:spLocks/>
            </p:cNvSpPr>
            <p:nvPr/>
          </p:nvSpPr>
          <p:spPr bwMode="auto">
            <a:xfrm>
              <a:off x="2100263" y="2592388"/>
              <a:ext cx="698500" cy="550863"/>
            </a:xfrm>
            <a:custGeom>
              <a:avLst/>
              <a:gdLst/>
              <a:ahLst/>
              <a:cxnLst>
                <a:cxn ang="0">
                  <a:pos x="451" y="342"/>
                </a:cxn>
                <a:cxn ang="0">
                  <a:pos x="426" y="360"/>
                </a:cxn>
                <a:cxn ang="0">
                  <a:pos x="414" y="341"/>
                </a:cxn>
                <a:cxn ang="0">
                  <a:pos x="404" y="351"/>
                </a:cxn>
                <a:cxn ang="0">
                  <a:pos x="386" y="338"/>
                </a:cxn>
                <a:cxn ang="0">
                  <a:pos x="357" y="307"/>
                </a:cxn>
                <a:cxn ang="0">
                  <a:pos x="359" y="290"/>
                </a:cxn>
                <a:cxn ang="0">
                  <a:pos x="349" y="271"/>
                </a:cxn>
                <a:cxn ang="0">
                  <a:pos x="337" y="274"/>
                </a:cxn>
                <a:cxn ang="0">
                  <a:pos x="342" y="259"/>
                </a:cxn>
                <a:cxn ang="0">
                  <a:pos x="333" y="259"/>
                </a:cxn>
                <a:cxn ang="0">
                  <a:pos x="329" y="243"/>
                </a:cxn>
                <a:cxn ang="0">
                  <a:pos x="313" y="236"/>
                </a:cxn>
                <a:cxn ang="0">
                  <a:pos x="315" y="218"/>
                </a:cxn>
                <a:cxn ang="0">
                  <a:pos x="279" y="221"/>
                </a:cxn>
                <a:cxn ang="0">
                  <a:pos x="255" y="212"/>
                </a:cxn>
                <a:cxn ang="0">
                  <a:pos x="228" y="212"/>
                </a:cxn>
                <a:cxn ang="0">
                  <a:pos x="209" y="209"/>
                </a:cxn>
                <a:cxn ang="0">
                  <a:pos x="202" y="204"/>
                </a:cxn>
                <a:cxn ang="0">
                  <a:pos x="204" y="187"/>
                </a:cxn>
                <a:cxn ang="0">
                  <a:pos x="204" y="165"/>
                </a:cxn>
                <a:cxn ang="0">
                  <a:pos x="177" y="153"/>
                </a:cxn>
                <a:cxn ang="0">
                  <a:pos x="162" y="128"/>
                </a:cxn>
                <a:cxn ang="0">
                  <a:pos x="128" y="98"/>
                </a:cxn>
                <a:cxn ang="0">
                  <a:pos x="99" y="76"/>
                </a:cxn>
                <a:cxn ang="0">
                  <a:pos x="71" y="62"/>
                </a:cxn>
                <a:cxn ang="0">
                  <a:pos x="51" y="57"/>
                </a:cxn>
                <a:cxn ang="0">
                  <a:pos x="36" y="49"/>
                </a:cxn>
                <a:cxn ang="0">
                  <a:pos x="39" y="61"/>
                </a:cxn>
                <a:cxn ang="0">
                  <a:pos x="17" y="67"/>
                </a:cxn>
                <a:cxn ang="0">
                  <a:pos x="8" y="57"/>
                </a:cxn>
                <a:cxn ang="0">
                  <a:pos x="52" y="41"/>
                </a:cxn>
                <a:cxn ang="0">
                  <a:pos x="69" y="17"/>
                </a:cxn>
                <a:cxn ang="0">
                  <a:pos x="97" y="12"/>
                </a:cxn>
                <a:cxn ang="0">
                  <a:pos x="114" y="0"/>
                </a:cxn>
                <a:cxn ang="0">
                  <a:pos x="139" y="17"/>
                </a:cxn>
                <a:cxn ang="0">
                  <a:pos x="156" y="52"/>
                </a:cxn>
                <a:cxn ang="0">
                  <a:pos x="176" y="76"/>
                </a:cxn>
                <a:cxn ang="0">
                  <a:pos x="224" y="93"/>
                </a:cxn>
                <a:cxn ang="0">
                  <a:pos x="250" y="117"/>
                </a:cxn>
                <a:cxn ang="0">
                  <a:pos x="292" y="126"/>
                </a:cxn>
                <a:cxn ang="0">
                  <a:pos x="311" y="120"/>
                </a:cxn>
                <a:cxn ang="0">
                  <a:pos x="326" y="123"/>
                </a:cxn>
                <a:cxn ang="0">
                  <a:pos x="339" y="130"/>
                </a:cxn>
                <a:cxn ang="0">
                  <a:pos x="346" y="159"/>
                </a:cxn>
                <a:cxn ang="0">
                  <a:pos x="357" y="175"/>
                </a:cxn>
                <a:cxn ang="0">
                  <a:pos x="354" y="216"/>
                </a:cxn>
                <a:cxn ang="0">
                  <a:pos x="368" y="258"/>
                </a:cxn>
                <a:cxn ang="0">
                  <a:pos x="392" y="289"/>
                </a:cxn>
                <a:cxn ang="0">
                  <a:pos x="424" y="297"/>
                </a:cxn>
                <a:cxn ang="0">
                  <a:pos x="444" y="298"/>
                </a:cxn>
                <a:cxn ang="0">
                  <a:pos x="454" y="295"/>
                </a:cxn>
                <a:cxn ang="0">
                  <a:pos x="455" y="313"/>
                </a:cxn>
              </a:cxnLst>
              <a:rect l="0" t="0" r="r" b="b"/>
              <a:pathLst>
                <a:path w="457" h="361">
                  <a:moveTo>
                    <a:pt x="457" y="317"/>
                  </a:moveTo>
                  <a:cubicBezTo>
                    <a:pt x="457" y="319"/>
                    <a:pt x="457" y="324"/>
                    <a:pt x="456" y="327"/>
                  </a:cubicBezTo>
                  <a:cubicBezTo>
                    <a:pt x="456" y="328"/>
                    <a:pt x="452" y="330"/>
                    <a:pt x="452" y="332"/>
                  </a:cubicBezTo>
                  <a:cubicBezTo>
                    <a:pt x="451" y="334"/>
                    <a:pt x="452" y="340"/>
                    <a:pt x="451" y="342"/>
                  </a:cubicBezTo>
                  <a:cubicBezTo>
                    <a:pt x="450" y="344"/>
                    <a:pt x="446" y="347"/>
                    <a:pt x="445" y="348"/>
                  </a:cubicBezTo>
                  <a:cubicBezTo>
                    <a:pt x="443" y="351"/>
                    <a:pt x="439" y="356"/>
                    <a:pt x="437" y="358"/>
                  </a:cubicBezTo>
                  <a:cubicBezTo>
                    <a:pt x="436" y="359"/>
                    <a:pt x="433" y="360"/>
                    <a:pt x="431" y="361"/>
                  </a:cubicBezTo>
                  <a:cubicBezTo>
                    <a:pt x="430" y="361"/>
                    <a:pt x="427" y="360"/>
                    <a:pt x="426" y="360"/>
                  </a:cubicBezTo>
                  <a:cubicBezTo>
                    <a:pt x="425" y="359"/>
                    <a:pt x="424" y="356"/>
                    <a:pt x="423" y="354"/>
                  </a:cubicBezTo>
                  <a:cubicBezTo>
                    <a:pt x="423" y="353"/>
                    <a:pt x="423" y="350"/>
                    <a:pt x="423" y="349"/>
                  </a:cubicBezTo>
                  <a:cubicBezTo>
                    <a:pt x="422" y="347"/>
                    <a:pt x="421" y="345"/>
                    <a:pt x="420" y="344"/>
                  </a:cubicBezTo>
                  <a:cubicBezTo>
                    <a:pt x="419" y="343"/>
                    <a:pt x="416" y="342"/>
                    <a:pt x="414" y="341"/>
                  </a:cubicBezTo>
                  <a:cubicBezTo>
                    <a:pt x="413" y="341"/>
                    <a:pt x="409" y="341"/>
                    <a:pt x="407" y="342"/>
                  </a:cubicBezTo>
                  <a:cubicBezTo>
                    <a:pt x="406" y="342"/>
                    <a:pt x="405" y="343"/>
                    <a:pt x="405" y="344"/>
                  </a:cubicBezTo>
                  <a:cubicBezTo>
                    <a:pt x="404" y="345"/>
                    <a:pt x="406" y="347"/>
                    <a:pt x="406" y="348"/>
                  </a:cubicBezTo>
                  <a:cubicBezTo>
                    <a:pt x="406" y="349"/>
                    <a:pt x="404" y="350"/>
                    <a:pt x="404" y="351"/>
                  </a:cubicBezTo>
                  <a:cubicBezTo>
                    <a:pt x="403" y="352"/>
                    <a:pt x="401" y="353"/>
                    <a:pt x="400" y="354"/>
                  </a:cubicBezTo>
                  <a:cubicBezTo>
                    <a:pt x="399" y="354"/>
                    <a:pt x="396" y="354"/>
                    <a:pt x="395" y="353"/>
                  </a:cubicBezTo>
                  <a:cubicBezTo>
                    <a:pt x="393" y="352"/>
                    <a:pt x="390" y="348"/>
                    <a:pt x="389" y="346"/>
                  </a:cubicBezTo>
                  <a:cubicBezTo>
                    <a:pt x="388" y="344"/>
                    <a:pt x="386" y="341"/>
                    <a:pt x="386" y="338"/>
                  </a:cubicBezTo>
                  <a:cubicBezTo>
                    <a:pt x="385" y="336"/>
                    <a:pt x="386" y="330"/>
                    <a:pt x="385" y="327"/>
                  </a:cubicBezTo>
                  <a:cubicBezTo>
                    <a:pt x="384" y="326"/>
                    <a:pt x="383" y="322"/>
                    <a:pt x="381" y="321"/>
                  </a:cubicBezTo>
                  <a:cubicBezTo>
                    <a:pt x="379" y="318"/>
                    <a:pt x="372" y="317"/>
                    <a:pt x="368" y="315"/>
                  </a:cubicBezTo>
                  <a:cubicBezTo>
                    <a:pt x="365" y="313"/>
                    <a:pt x="359" y="310"/>
                    <a:pt x="357" y="307"/>
                  </a:cubicBezTo>
                  <a:cubicBezTo>
                    <a:pt x="356" y="305"/>
                    <a:pt x="355" y="302"/>
                    <a:pt x="354" y="300"/>
                  </a:cubicBezTo>
                  <a:cubicBezTo>
                    <a:pt x="354" y="299"/>
                    <a:pt x="354" y="296"/>
                    <a:pt x="354" y="295"/>
                  </a:cubicBezTo>
                  <a:cubicBezTo>
                    <a:pt x="355" y="294"/>
                    <a:pt x="356" y="293"/>
                    <a:pt x="357" y="292"/>
                  </a:cubicBezTo>
                  <a:cubicBezTo>
                    <a:pt x="357" y="292"/>
                    <a:pt x="359" y="291"/>
                    <a:pt x="359" y="290"/>
                  </a:cubicBezTo>
                  <a:cubicBezTo>
                    <a:pt x="359" y="289"/>
                    <a:pt x="360" y="287"/>
                    <a:pt x="359" y="287"/>
                  </a:cubicBezTo>
                  <a:cubicBezTo>
                    <a:pt x="359" y="285"/>
                    <a:pt x="354" y="283"/>
                    <a:pt x="353" y="281"/>
                  </a:cubicBezTo>
                  <a:cubicBezTo>
                    <a:pt x="352" y="280"/>
                    <a:pt x="351" y="278"/>
                    <a:pt x="351" y="276"/>
                  </a:cubicBezTo>
                  <a:cubicBezTo>
                    <a:pt x="350" y="275"/>
                    <a:pt x="350" y="272"/>
                    <a:pt x="349" y="271"/>
                  </a:cubicBezTo>
                  <a:cubicBezTo>
                    <a:pt x="349" y="270"/>
                    <a:pt x="346" y="269"/>
                    <a:pt x="345" y="269"/>
                  </a:cubicBezTo>
                  <a:cubicBezTo>
                    <a:pt x="344" y="269"/>
                    <a:pt x="342" y="269"/>
                    <a:pt x="341" y="270"/>
                  </a:cubicBezTo>
                  <a:cubicBezTo>
                    <a:pt x="341" y="271"/>
                    <a:pt x="342" y="273"/>
                    <a:pt x="341" y="274"/>
                  </a:cubicBezTo>
                  <a:cubicBezTo>
                    <a:pt x="340" y="275"/>
                    <a:pt x="337" y="274"/>
                    <a:pt x="337" y="274"/>
                  </a:cubicBezTo>
                  <a:cubicBezTo>
                    <a:pt x="336" y="273"/>
                    <a:pt x="336" y="271"/>
                    <a:pt x="336" y="270"/>
                  </a:cubicBezTo>
                  <a:cubicBezTo>
                    <a:pt x="336" y="269"/>
                    <a:pt x="337" y="267"/>
                    <a:pt x="338" y="266"/>
                  </a:cubicBezTo>
                  <a:cubicBezTo>
                    <a:pt x="338" y="266"/>
                    <a:pt x="339" y="265"/>
                    <a:pt x="340" y="265"/>
                  </a:cubicBezTo>
                  <a:cubicBezTo>
                    <a:pt x="341" y="263"/>
                    <a:pt x="342" y="260"/>
                    <a:pt x="342" y="259"/>
                  </a:cubicBezTo>
                  <a:cubicBezTo>
                    <a:pt x="343" y="258"/>
                    <a:pt x="343" y="255"/>
                    <a:pt x="342" y="254"/>
                  </a:cubicBezTo>
                  <a:cubicBezTo>
                    <a:pt x="342" y="253"/>
                    <a:pt x="340" y="253"/>
                    <a:pt x="340" y="253"/>
                  </a:cubicBezTo>
                  <a:cubicBezTo>
                    <a:pt x="338" y="253"/>
                    <a:pt x="337" y="256"/>
                    <a:pt x="336" y="256"/>
                  </a:cubicBezTo>
                  <a:cubicBezTo>
                    <a:pt x="336" y="257"/>
                    <a:pt x="334" y="259"/>
                    <a:pt x="333" y="259"/>
                  </a:cubicBezTo>
                  <a:cubicBezTo>
                    <a:pt x="332" y="259"/>
                    <a:pt x="330" y="258"/>
                    <a:pt x="329" y="257"/>
                  </a:cubicBezTo>
                  <a:cubicBezTo>
                    <a:pt x="328" y="256"/>
                    <a:pt x="328" y="254"/>
                    <a:pt x="328" y="253"/>
                  </a:cubicBezTo>
                  <a:cubicBezTo>
                    <a:pt x="328" y="252"/>
                    <a:pt x="329" y="250"/>
                    <a:pt x="329" y="249"/>
                  </a:cubicBezTo>
                  <a:cubicBezTo>
                    <a:pt x="329" y="247"/>
                    <a:pt x="330" y="244"/>
                    <a:pt x="329" y="243"/>
                  </a:cubicBezTo>
                  <a:cubicBezTo>
                    <a:pt x="329" y="242"/>
                    <a:pt x="327" y="239"/>
                    <a:pt x="326" y="239"/>
                  </a:cubicBezTo>
                  <a:cubicBezTo>
                    <a:pt x="325" y="238"/>
                    <a:pt x="323" y="238"/>
                    <a:pt x="322" y="238"/>
                  </a:cubicBezTo>
                  <a:cubicBezTo>
                    <a:pt x="321" y="238"/>
                    <a:pt x="318" y="238"/>
                    <a:pt x="317" y="238"/>
                  </a:cubicBezTo>
                  <a:cubicBezTo>
                    <a:pt x="316" y="238"/>
                    <a:pt x="314" y="237"/>
                    <a:pt x="313" y="236"/>
                  </a:cubicBezTo>
                  <a:cubicBezTo>
                    <a:pt x="313" y="235"/>
                    <a:pt x="314" y="233"/>
                    <a:pt x="314" y="232"/>
                  </a:cubicBezTo>
                  <a:cubicBezTo>
                    <a:pt x="315" y="232"/>
                    <a:pt x="317" y="231"/>
                    <a:pt x="317" y="230"/>
                  </a:cubicBezTo>
                  <a:cubicBezTo>
                    <a:pt x="318" y="229"/>
                    <a:pt x="317" y="225"/>
                    <a:pt x="317" y="224"/>
                  </a:cubicBezTo>
                  <a:cubicBezTo>
                    <a:pt x="317" y="222"/>
                    <a:pt x="317" y="219"/>
                    <a:pt x="315" y="218"/>
                  </a:cubicBezTo>
                  <a:cubicBezTo>
                    <a:pt x="313" y="216"/>
                    <a:pt x="307" y="217"/>
                    <a:pt x="304" y="217"/>
                  </a:cubicBezTo>
                  <a:cubicBezTo>
                    <a:pt x="302" y="217"/>
                    <a:pt x="297" y="217"/>
                    <a:pt x="294" y="217"/>
                  </a:cubicBezTo>
                  <a:cubicBezTo>
                    <a:pt x="292" y="217"/>
                    <a:pt x="288" y="218"/>
                    <a:pt x="286" y="219"/>
                  </a:cubicBezTo>
                  <a:cubicBezTo>
                    <a:pt x="284" y="219"/>
                    <a:pt x="281" y="221"/>
                    <a:pt x="279" y="221"/>
                  </a:cubicBezTo>
                  <a:cubicBezTo>
                    <a:pt x="277" y="221"/>
                    <a:pt x="272" y="221"/>
                    <a:pt x="271" y="220"/>
                  </a:cubicBezTo>
                  <a:cubicBezTo>
                    <a:pt x="269" y="219"/>
                    <a:pt x="267" y="216"/>
                    <a:pt x="266" y="215"/>
                  </a:cubicBezTo>
                  <a:cubicBezTo>
                    <a:pt x="265" y="214"/>
                    <a:pt x="264" y="212"/>
                    <a:pt x="263" y="212"/>
                  </a:cubicBezTo>
                  <a:cubicBezTo>
                    <a:pt x="261" y="211"/>
                    <a:pt x="257" y="211"/>
                    <a:pt x="255" y="212"/>
                  </a:cubicBezTo>
                  <a:cubicBezTo>
                    <a:pt x="253" y="213"/>
                    <a:pt x="251" y="216"/>
                    <a:pt x="250" y="216"/>
                  </a:cubicBezTo>
                  <a:cubicBezTo>
                    <a:pt x="248" y="217"/>
                    <a:pt x="243" y="215"/>
                    <a:pt x="241" y="215"/>
                  </a:cubicBezTo>
                  <a:cubicBezTo>
                    <a:pt x="239" y="215"/>
                    <a:pt x="235" y="215"/>
                    <a:pt x="233" y="214"/>
                  </a:cubicBezTo>
                  <a:cubicBezTo>
                    <a:pt x="232" y="214"/>
                    <a:pt x="229" y="213"/>
                    <a:pt x="228" y="212"/>
                  </a:cubicBezTo>
                  <a:cubicBezTo>
                    <a:pt x="227" y="211"/>
                    <a:pt x="226" y="208"/>
                    <a:pt x="225" y="208"/>
                  </a:cubicBezTo>
                  <a:cubicBezTo>
                    <a:pt x="223" y="207"/>
                    <a:pt x="219" y="207"/>
                    <a:pt x="217" y="208"/>
                  </a:cubicBezTo>
                  <a:cubicBezTo>
                    <a:pt x="217" y="208"/>
                    <a:pt x="216" y="210"/>
                    <a:pt x="215" y="211"/>
                  </a:cubicBezTo>
                  <a:cubicBezTo>
                    <a:pt x="214" y="211"/>
                    <a:pt x="210" y="210"/>
                    <a:pt x="209" y="209"/>
                  </a:cubicBezTo>
                  <a:cubicBezTo>
                    <a:pt x="208" y="208"/>
                    <a:pt x="208" y="206"/>
                    <a:pt x="207" y="206"/>
                  </a:cubicBezTo>
                  <a:cubicBezTo>
                    <a:pt x="206" y="206"/>
                    <a:pt x="204" y="207"/>
                    <a:pt x="204" y="207"/>
                  </a:cubicBezTo>
                  <a:cubicBezTo>
                    <a:pt x="204" y="207"/>
                    <a:pt x="204" y="207"/>
                    <a:pt x="204" y="207"/>
                  </a:cubicBezTo>
                  <a:cubicBezTo>
                    <a:pt x="203" y="206"/>
                    <a:pt x="202" y="205"/>
                    <a:pt x="202" y="204"/>
                  </a:cubicBezTo>
                  <a:cubicBezTo>
                    <a:pt x="201" y="203"/>
                    <a:pt x="202" y="198"/>
                    <a:pt x="201" y="197"/>
                  </a:cubicBezTo>
                  <a:cubicBezTo>
                    <a:pt x="201" y="195"/>
                    <a:pt x="200" y="193"/>
                    <a:pt x="200" y="192"/>
                  </a:cubicBezTo>
                  <a:cubicBezTo>
                    <a:pt x="199" y="191"/>
                    <a:pt x="199" y="189"/>
                    <a:pt x="199" y="188"/>
                  </a:cubicBezTo>
                  <a:cubicBezTo>
                    <a:pt x="201" y="188"/>
                    <a:pt x="203" y="187"/>
                    <a:pt x="204" y="187"/>
                  </a:cubicBezTo>
                  <a:cubicBezTo>
                    <a:pt x="205" y="187"/>
                    <a:pt x="206" y="185"/>
                    <a:pt x="207" y="184"/>
                  </a:cubicBezTo>
                  <a:cubicBezTo>
                    <a:pt x="208" y="182"/>
                    <a:pt x="209" y="178"/>
                    <a:pt x="208" y="175"/>
                  </a:cubicBezTo>
                  <a:cubicBezTo>
                    <a:pt x="208" y="174"/>
                    <a:pt x="206" y="171"/>
                    <a:pt x="206" y="170"/>
                  </a:cubicBezTo>
                  <a:cubicBezTo>
                    <a:pt x="205" y="169"/>
                    <a:pt x="205" y="166"/>
                    <a:pt x="204" y="165"/>
                  </a:cubicBezTo>
                  <a:cubicBezTo>
                    <a:pt x="203" y="163"/>
                    <a:pt x="198" y="162"/>
                    <a:pt x="196" y="161"/>
                  </a:cubicBezTo>
                  <a:cubicBezTo>
                    <a:pt x="194" y="160"/>
                    <a:pt x="192" y="158"/>
                    <a:pt x="190" y="157"/>
                  </a:cubicBezTo>
                  <a:cubicBezTo>
                    <a:pt x="189" y="156"/>
                    <a:pt x="187" y="155"/>
                    <a:pt x="185" y="154"/>
                  </a:cubicBezTo>
                  <a:cubicBezTo>
                    <a:pt x="183" y="154"/>
                    <a:pt x="179" y="154"/>
                    <a:pt x="177" y="153"/>
                  </a:cubicBezTo>
                  <a:cubicBezTo>
                    <a:pt x="176" y="153"/>
                    <a:pt x="174" y="151"/>
                    <a:pt x="174" y="150"/>
                  </a:cubicBezTo>
                  <a:cubicBezTo>
                    <a:pt x="173" y="149"/>
                    <a:pt x="172" y="145"/>
                    <a:pt x="172" y="143"/>
                  </a:cubicBezTo>
                  <a:cubicBezTo>
                    <a:pt x="171" y="141"/>
                    <a:pt x="171" y="137"/>
                    <a:pt x="169" y="135"/>
                  </a:cubicBezTo>
                  <a:cubicBezTo>
                    <a:pt x="168" y="133"/>
                    <a:pt x="164" y="130"/>
                    <a:pt x="162" y="128"/>
                  </a:cubicBezTo>
                  <a:cubicBezTo>
                    <a:pt x="158" y="125"/>
                    <a:pt x="151" y="121"/>
                    <a:pt x="148" y="118"/>
                  </a:cubicBezTo>
                  <a:cubicBezTo>
                    <a:pt x="146" y="117"/>
                    <a:pt x="144" y="114"/>
                    <a:pt x="143" y="113"/>
                  </a:cubicBezTo>
                  <a:cubicBezTo>
                    <a:pt x="141" y="111"/>
                    <a:pt x="137" y="109"/>
                    <a:pt x="136" y="107"/>
                  </a:cubicBezTo>
                  <a:cubicBezTo>
                    <a:pt x="133" y="105"/>
                    <a:pt x="130" y="100"/>
                    <a:pt x="128" y="98"/>
                  </a:cubicBezTo>
                  <a:cubicBezTo>
                    <a:pt x="126" y="96"/>
                    <a:pt x="123" y="92"/>
                    <a:pt x="121" y="91"/>
                  </a:cubicBezTo>
                  <a:cubicBezTo>
                    <a:pt x="119" y="89"/>
                    <a:pt x="116" y="86"/>
                    <a:pt x="115" y="85"/>
                  </a:cubicBezTo>
                  <a:cubicBezTo>
                    <a:pt x="112" y="84"/>
                    <a:pt x="107" y="84"/>
                    <a:pt x="105" y="83"/>
                  </a:cubicBezTo>
                  <a:cubicBezTo>
                    <a:pt x="103" y="82"/>
                    <a:pt x="101" y="78"/>
                    <a:pt x="99" y="76"/>
                  </a:cubicBezTo>
                  <a:cubicBezTo>
                    <a:pt x="97" y="73"/>
                    <a:pt x="94" y="69"/>
                    <a:pt x="92" y="67"/>
                  </a:cubicBezTo>
                  <a:cubicBezTo>
                    <a:pt x="90" y="65"/>
                    <a:pt x="86" y="61"/>
                    <a:pt x="84" y="61"/>
                  </a:cubicBezTo>
                  <a:cubicBezTo>
                    <a:pt x="82" y="60"/>
                    <a:pt x="79" y="60"/>
                    <a:pt x="77" y="60"/>
                  </a:cubicBezTo>
                  <a:cubicBezTo>
                    <a:pt x="75" y="61"/>
                    <a:pt x="72" y="62"/>
                    <a:pt x="71" y="62"/>
                  </a:cubicBezTo>
                  <a:cubicBezTo>
                    <a:pt x="69" y="62"/>
                    <a:pt x="66" y="63"/>
                    <a:pt x="64" y="64"/>
                  </a:cubicBezTo>
                  <a:cubicBezTo>
                    <a:pt x="63" y="64"/>
                    <a:pt x="60" y="64"/>
                    <a:pt x="59" y="63"/>
                  </a:cubicBezTo>
                  <a:cubicBezTo>
                    <a:pt x="58" y="63"/>
                    <a:pt x="55" y="61"/>
                    <a:pt x="54" y="60"/>
                  </a:cubicBezTo>
                  <a:cubicBezTo>
                    <a:pt x="53" y="60"/>
                    <a:pt x="51" y="58"/>
                    <a:pt x="51" y="57"/>
                  </a:cubicBezTo>
                  <a:cubicBezTo>
                    <a:pt x="50" y="56"/>
                    <a:pt x="50" y="53"/>
                    <a:pt x="49" y="52"/>
                  </a:cubicBezTo>
                  <a:cubicBezTo>
                    <a:pt x="48" y="51"/>
                    <a:pt x="47" y="49"/>
                    <a:pt x="46" y="49"/>
                  </a:cubicBezTo>
                  <a:cubicBezTo>
                    <a:pt x="45" y="48"/>
                    <a:pt x="43" y="48"/>
                    <a:pt x="41" y="48"/>
                  </a:cubicBezTo>
                  <a:cubicBezTo>
                    <a:pt x="40" y="48"/>
                    <a:pt x="37" y="49"/>
                    <a:pt x="36" y="49"/>
                  </a:cubicBezTo>
                  <a:cubicBezTo>
                    <a:pt x="35" y="50"/>
                    <a:pt x="34" y="52"/>
                    <a:pt x="34" y="54"/>
                  </a:cubicBezTo>
                  <a:cubicBezTo>
                    <a:pt x="33" y="55"/>
                    <a:pt x="33" y="57"/>
                    <a:pt x="34" y="58"/>
                  </a:cubicBezTo>
                  <a:cubicBezTo>
                    <a:pt x="35" y="59"/>
                    <a:pt x="38" y="57"/>
                    <a:pt x="39" y="58"/>
                  </a:cubicBezTo>
                  <a:cubicBezTo>
                    <a:pt x="39" y="58"/>
                    <a:pt x="39" y="60"/>
                    <a:pt x="39" y="61"/>
                  </a:cubicBezTo>
                  <a:cubicBezTo>
                    <a:pt x="39" y="61"/>
                    <a:pt x="38" y="62"/>
                    <a:pt x="38" y="63"/>
                  </a:cubicBezTo>
                  <a:cubicBezTo>
                    <a:pt x="37" y="64"/>
                    <a:pt x="35" y="65"/>
                    <a:pt x="34" y="65"/>
                  </a:cubicBezTo>
                  <a:cubicBezTo>
                    <a:pt x="32" y="66"/>
                    <a:pt x="28" y="65"/>
                    <a:pt x="26" y="66"/>
                  </a:cubicBezTo>
                  <a:cubicBezTo>
                    <a:pt x="24" y="66"/>
                    <a:pt x="19" y="67"/>
                    <a:pt x="17" y="67"/>
                  </a:cubicBezTo>
                  <a:cubicBezTo>
                    <a:pt x="14" y="67"/>
                    <a:pt x="9" y="66"/>
                    <a:pt x="6" y="66"/>
                  </a:cubicBezTo>
                  <a:cubicBezTo>
                    <a:pt x="4" y="66"/>
                    <a:pt x="1" y="67"/>
                    <a:pt x="0" y="66"/>
                  </a:cubicBezTo>
                  <a:cubicBezTo>
                    <a:pt x="0" y="65"/>
                    <a:pt x="0" y="63"/>
                    <a:pt x="0" y="62"/>
                  </a:cubicBezTo>
                  <a:cubicBezTo>
                    <a:pt x="1" y="60"/>
                    <a:pt x="6" y="59"/>
                    <a:pt x="8" y="57"/>
                  </a:cubicBezTo>
                  <a:cubicBezTo>
                    <a:pt x="11" y="55"/>
                    <a:pt x="18" y="51"/>
                    <a:pt x="22" y="49"/>
                  </a:cubicBezTo>
                  <a:cubicBezTo>
                    <a:pt x="24" y="48"/>
                    <a:pt x="30" y="46"/>
                    <a:pt x="33" y="45"/>
                  </a:cubicBezTo>
                  <a:cubicBezTo>
                    <a:pt x="35" y="44"/>
                    <a:pt x="40" y="44"/>
                    <a:pt x="42" y="43"/>
                  </a:cubicBezTo>
                  <a:cubicBezTo>
                    <a:pt x="45" y="43"/>
                    <a:pt x="49" y="42"/>
                    <a:pt x="52" y="41"/>
                  </a:cubicBezTo>
                  <a:cubicBezTo>
                    <a:pt x="53" y="41"/>
                    <a:pt x="56" y="40"/>
                    <a:pt x="57" y="39"/>
                  </a:cubicBezTo>
                  <a:cubicBezTo>
                    <a:pt x="59" y="37"/>
                    <a:pt x="62" y="33"/>
                    <a:pt x="63" y="32"/>
                  </a:cubicBezTo>
                  <a:cubicBezTo>
                    <a:pt x="64" y="30"/>
                    <a:pt x="68" y="26"/>
                    <a:pt x="68" y="23"/>
                  </a:cubicBezTo>
                  <a:cubicBezTo>
                    <a:pt x="69" y="22"/>
                    <a:pt x="69" y="18"/>
                    <a:pt x="69" y="17"/>
                  </a:cubicBezTo>
                  <a:cubicBezTo>
                    <a:pt x="70" y="16"/>
                    <a:pt x="70" y="14"/>
                    <a:pt x="71" y="13"/>
                  </a:cubicBezTo>
                  <a:cubicBezTo>
                    <a:pt x="72" y="12"/>
                    <a:pt x="76" y="13"/>
                    <a:pt x="77" y="13"/>
                  </a:cubicBezTo>
                  <a:cubicBezTo>
                    <a:pt x="80" y="12"/>
                    <a:pt x="85" y="13"/>
                    <a:pt x="87" y="13"/>
                  </a:cubicBezTo>
                  <a:cubicBezTo>
                    <a:pt x="90" y="13"/>
                    <a:pt x="94" y="13"/>
                    <a:pt x="97" y="12"/>
                  </a:cubicBezTo>
                  <a:cubicBezTo>
                    <a:pt x="97" y="12"/>
                    <a:pt x="98" y="11"/>
                    <a:pt x="99" y="11"/>
                  </a:cubicBezTo>
                  <a:cubicBezTo>
                    <a:pt x="100" y="10"/>
                    <a:pt x="101" y="8"/>
                    <a:pt x="102" y="7"/>
                  </a:cubicBezTo>
                  <a:cubicBezTo>
                    <a:pt x="104" y="6"/>
                    <a:pt x="106" y="3"/>
                    <a:pt x="107" y="3"/>
                  </a:cubicBezTo>
                  <a:cubicBezTo>
                    <a:pt x="109" y="2"/>
                    <a:pt x="112" y="1"/>
                    <a:pt x="114" y="0"/>
                  </a:cubicBezTo>
                  <a:cubicBezTo>
                    <a:pt x="115" y="0"/>
                    <a:pt x="119" y="0"/>
                    <a:pt x="120" y="1"/>
                  </a:cubicBezTo>
                  <a:cubicBezTo>
                    <a:pt x="123" y="2"/>
                    <a:pt x="127" y="6"/>
                    <a:pt x="130" y="7"/>
                  </a:cubicBezTo>
                  <a:cubicBezTo>
                    <a:pt x="131" y="9"/>
                    <a:pt x="134" y="11"/>
                    <a:pt x="136" y="12"/>
                  </a:cubicBezTo>
                  <a:cubicBezTo>
                    <a:pt x="137" y="13"/>
                    <a:pt x="138" y="16"/>
                    <a:pt x="139" y="17"/>
                  </a:cubicBezTo>
                  <a:cubicBezTo>
                    <a:pt x="140" y="19"/>
                    <a:pt x="142" y="23"/>
                    <a:pt x="144" y="25"/>
                  </a:cubicBezTo>
                  <a:cubicBezTo>
                    <a:pt x="145" y="26"/>
                    <a:pt x="148" y="29"/>
                    <a:pt x="150" y="31"/>
                  </a:cubicBezTo>
                  <a:cubicBezTo>
                    <a:pt x="152" y="32"/>
                    <a:pt x="155" y="36"/>
                    <a:pt x="156" y="38"/>
                  </a:cubicBezTo>
                  <a:cubicBezTo>
                    <a:pt x="157" y="42"/>
                    <a:pt x="156" y="49"/>
                    <a:pt x="156" y="52"/>
                  </a:cubicBezTo>
                  <a:cubicBezTo>
                    <a:pt x="156" y="54"/>
                    <a:pt x="156" y="59"/>
                    <a:pt x="157" y="62"/>
                  </a:cubicBezTo>
                  <a:cubicBezTo>
                    <a:pt x="158" y="63"/>
                    <a:pt x="159" y="65"/>
                    <a:pt x="160" y="66"/>
                  </a:cubicBezTo>
                  <a:cubicBezTo>
                    <a:pt x="161" y="67"/>
                    <a:pt x="166" y="68"/>
                    <a:pt x="168" y="70"/>
                  </a:cubicBezTo>
                  <a:cubicBezTo>
                    <a:pt x="170" y="71"/>
                    <a:pt x="174" y="74"/>
                    <a:pt x="176" y="76"/>
                  </a:cubicBezTo>
                  <a:cubicBezTo>
                    <a:pt x="180" y="79"/>
                    <a:pt x="189" y="85"/>
                    <a:pt x="193" y="87"/>
                  </a:cubicBezTo>
                  <a:cubicBezTo>
                    <a:pt x="196" y="89"/>
                    <a:pt x="203" y="94"/>
                    <a:pt x="207" y="95"/>
                  </a:cubicBezTo>
                  <a:cubicBezTo>
                    <a:pt x="209" y="95"/>
                    <a:pt x="214" y="94"/>
                    <a:pt x="217" y="94"/>
                  </a:cubicBezTo>
                  <a:cubicBezTo>
                    <a:pt x="219" y="93"/>
                    <a:pt x="222" y="92"/>
                    <a:pt x="224" y="93"/>
                  </a:cubicBezTo>
                  <a:cubicBezTo>
                    <a:pt x="225" y="93"/>
                    <a:pt x="227" y="94"/>
                    <a:pt x="228" y="95"/>
                  </a:cubicBezTo>
                  <a:cubicBezTo>
                    <a:pt x="229" y="96"/>
                    <a:pt x="230" y="99"/>
                    <a:pt x="231" y="100"/>
                  </a:cubicBezTo>
                  <a:cubicBezTo>
                    <a:pt x="233" y="103"/>
                    <a:pt x="236" y="108"/>
                    <a:pt x="238" y="110"/>
                  </a:cubicBezTo>
                  <a:cubicBezTo>
                    <a:pt x="241" y="113"/>
                    <a:pt x="247" y="116"/>
                    <a:pt x="250" y="117"/>
                  </a:cubicBezTo>
                  <a:cubicBezTo>
                    <a:pt x="253" y="119"/>
                    <a:pt x="260" y="121"/>
                    <a:pt x="263" y="122"/>
                  </a:cubicBezTo>
                  <a:cubicBezTo>
                    <a:pt x="267" y="123"/>
                    <a:pt x="275" y="122"/>
                    <a:pt x="279" y="123"/>
                  </a:cubicBezTo>
                  <a:cubicBezTo>
                    <a:pt x="281" y="123"/>
                    <a:pt x="283" y="125"/>
                    <a:pt x="285" y="125"/>
                  </a:cubicBezTo>
                  <a:cubicBezTo>
                    <a:pt x="287" y="126"/>
                    <a:pt x="291" y="127"/>
                    <a:pt x="292" y="126"/>
                  </a:cubicBezTo>
                  <a:cubicBezTo>
                    <a:pt x="293" y="126"/>
                    <a:pt x="293" y="124"/>
                    <a:pt x="294" y="124"/>
                  </a:cubicBezTo>
                  <a:cubicBezTo>
                    <a:pt x="296" y="122"/>
                    <a:pt x="302" y="123"/>
                    <a:pt x="305" y="122"/>
                  </a:cubicBezTo>
                  <a:cubicBezTo>
                    <a:pt x="306" y="122"/>
                    <a:pt x="307" y="121"/>
                    <a:pt x="308" y="121"/>
                  </a:cubicBezTo>
                  <a:cubicBezTo>
                    <a:pt x="309" y="121"/>
                    <a:pt x="310" y="120"/>
                    <a:pt x="311" y="120"/>
                  </a:cubicBezTo>
                  <a:cubicBezTo>
                    <a:pt x="312" y="120"/>
                    <a:pt x="314" y="118"/>
                    <a:pt x="315" y="118"/>
                  </a:cubicBezTo>
                  <a:cubicBezTo>
                    <a:pt x="316" y="118"/>
                    <a:pt x="317" y="121"/>
                    <a:pt x="319" y="121"/>
                  </a:cubicBezTo>
                  <a:cubicBezTo>
                    <a:pt x="320" y="122"/>
                    <a:pt x="322" y="121"/>
                    <a:pt x="323" y="121"/>
                  </a:cubicBezTo>
                  <a:cubicBezTo>
                    <a:pt x="324" y="122"/>
                    <a:pt x="326" y="123"/>
                    <a:pt x="326" y="123"/>
                  </a:cubicBezTo>
                  <a:cubicBezTo>
                    <a:pt x="327" y="124"/>
                    <a:pt x="327" y="126"/>
                    <a:pt x="328" y="127"/>
                  </a:cubicBezTo>
                  <a:cubicBezTo>
                    <a:pt x="328" y="128"/>
                    <a:pt x="331" y="128"/>
                    <a:pt x="332" y="128"/>
                  </a:cubicBezTo>
                  <a:cubicBezTo>
                    <a:pt x="333" y="129"/>
                    <a:pt x="335" y="128"/>
                    <a:pt x="336" y="128"/>
                  </a:cubicBezTo>
                  <a:cubicBezTo>
                    <a:pt x="337" y="128"/>
                    <a:pt x="338" y="129"/>
                    <a:pt x="339" y="130"/>
                  </a:cubicBezTo>
                  <a:cubicBezTo>
                    <a:pt x="339" y="131"/>
                    <a:pt x="338" y="134"/>
                    <a:pt x="337" y="135"/>
                  </a:cubicBezTo>
                  <a:cubicBezTo>
                    <a:pt x="337" y="137"/>
                    <a:pt x="334" y="141"/>
                    <a:pt x="333" y="143"/>
                  </a:cubicBezTo>
                  <a:cubicBezTo>
                    <a:pt x="333" y="145"/>
                    <a:pt x="334" y="148"/>
                    <a:pt x="334" y="150"/>
                  </a:cubicBezTo>
                  <a:cubicBezTo>
                    <a:pt x="336" y="153"/>
                    <a:pt x="343" y="157"/>
                    <a:pt x="346" y="159"/>
                  </a:cubicBezTo>
                  <a:cubicBezTo>
                    <a:pt x="349" y="160"/>
                    <a:pt x="354" y="162"/>
                    <a:pt x="357" y="164"/>
                  </a:cubicBezTo>
                  <a:cubicBezTo>
                    <a:pt x="358" y="165"/>
                    <a:pt x="361" y="168"/>
                    <a:pt x="362" y="170"/>
                  </a:cubicBezTo>
                  <a:cubicBezTo>
                    <a:pt x="362" y="171"/>
                    <a:pt x="363" y="173"/>
                    <a:pt x="363" y="174"/>
                  </a:cubicBezTo>
                  <a:cubicBezTo>
                    <a:pt x="362" y="175"/>
                    <a:pt x="359" y="174"/>
                    <a:pt x="357" y="175"/>
                  </a:cubicBezTo>
                  <a:cubicBezTo>
                    <a:pt x="357" y="175"/>
                    <a:pt x="356" y="176"/>
                    <a:pt x="355" y="176"/>
                  </a:cubicBezTo>
                  <a:cubicBezTo>
                    <a:pt x="355" y="178"/>
                    <a:pt x="354" y="181"/>
                    <a:pt x="354" y="182"/>
                  </a:cubicBezTo>
                  <a:cubicBezTo>
                    <a:pt x="353" y="186"/>
                    <a:pt x="353" y="193"/>
                    <a:pt x="353" y="197"/>
                  </a:cubicBezTo>
                  <a:cubicBezTo>
                    <a:pt x="353" y="202"/>
                    <a:pt x="353" y="211"/>
                    <a:pt x="354" y="216"/>
                  </a:cubicBezTo>
                  <a:cubicBezTo>
                    <a:pt x="354" y="219"/>
                    <a:pt x="356" y="225"/>
                    <a:pt x="357" y="228"/>
                  </a:cubicBezTo>
                  <a:cubicBezTo>
                    <a:pt x="358" y="231"/>
                    <a:pt x="362" y="235"/>
                    <a:pt x="363" y="238"/>
                  </a:cubicBezTo>
                  <a:cubicBezTo>
                    <a:pt x="365" y="241"/>
                    <a:pt x="367" y="246"/>
                    <a:pt x="368" y="248"/>
                  </a:cubicBezTo>
                  <a:cubicBezTo>
                    <a:pt x="368" y="251"/>
                    <a:pt x="368" y="256"/>
                    <a:pt x="368" y="258"/>
                  </a:cubicBezTo>
                  <a:cubicBezTo>
                    <a:pt x="369" y="260"/>
                    <a:pt x="368" y="264"/>
                    <a:pt x="368" y="266"/>
                  </a:cubicBezTo>
                  <a:cubicBezTo>
                    <a:pt x="369" y="268"/>
                    <a:pt x="371" y="273"/>
                    <a:pt x="372" y="274"/>
                  </a:cubicBezTo>
                  <a:cubicBezTo>
                    <a:pt x="374" y="277"/>
                    <a:pt x="378" y="280"/>
                    <a:pt x="381" y="282"/>
                  </a:cubicBezTo>
                  <a:cubicBezTo>
                    <a:pt x="383" y="284"/>
                    <a:pt x="389" y="288"/>
                    <a:pt x="392" y="289"/>
                  </a:cubicBezTo>
                  <a:cubicBezTo>
                    <a:pt x="394" y="290"/>
                    <a:pt x="397" y="291"/>
                    <a:pt x="398" y="291"/>
                  </a:cubicBezTo>
                  <a:cubicBezTo>
                    <a:pt x="399" y="291"/>
                    <a:pt x="402" y="290"/>
                    <a:pt x="404" y="290"/>
                  </a:cubicBezTo>
                  <a:cubicBezTo>
                    <a:pt x="407" y="291"/>
                    <a:pt x="413" y="293"/>
                    <a:pt x="416" y="294"/>
                  </a:cubicBezTo>
                  <a:cubicBezTo>
                    <a:pt x="418" y="294"/>
                    <a:pt x="422" y="296"/>
                    <a:pt x="424" y="297"/>
                  </a:cubicBezTo>
                  <a:cubicBezTo>
                    <a:pt x="425" y="297"/>
                    <a:pt x="428" y="298"/>
                    <a:pt x="429" y="298"/>
                  </a:cubicBezTo>
                  <a:cubicBezTo>
                    <a:pt x="430" y="297"/>
                    <a:pt x="432" y="296"/>
                    <a:pt x="433" y="295"/>
                  </a:cubicBezTo>
                  <a:cubicBezTo>
                    <a:pt x="434" y="295"/>
                    <a:pt x="437" y="295"/>
                    <a:pt x="439" y="295"/>
                  </a:cubicBezTo>
                  <a:cubicBezTo>
                    <a:pt x="440" y="296"/>
                    <a:pt x="442" y="298"/>
                    <a:pt x="444" y="298"/>
                  </a:cubicBezTo>
                  <a:cubicBezTo>
                    <a:pt x="445" y="299"/>
                    <a:pt x="447" y="298"/>
                    <a:pt x="448" y="298"/>
                  </a:cubicBezTo>
                  <a:cubicBezTo>
                    <a:pt x="449" y="297"/>
                    <a:pt x="449" y="294"/>
                    <a:pt x="450" y="293"/>
                  </a:cubicBezTo>
                  <a:cubicBezTo>
                    <a:pt x="450" y="293"/>
                    <a:pt x="451" y="293"/>
                    <a:pt x="452" y="293"/>
                  </a:cubicBezTo>
                  <a:cubicBezTo>
                    <a:pt x="453" y="293"/>
                    <a:pt x="454" y="294"/>
                    <a:pt x="454" y="295"/>
                  </a:cubicBezTo>
                  <a:cubicBezTo>
                    <a:pt x="455" y="296"/>
                    <a:pt x="455" y="298"/>
                    <a:pt x="454" y="299"/>
                  </a:cubicBezTo>
                  <a:cubicBezTo>
                    <a:pt x="454" y="300"/>
                    <a:pt x="452" y="301"/>
                    <a:pt x="451" y="302"/>
                  </a:cubicBezTo>
                  <a:cubicBezTo>
                    <a:pt x="451" y="303"/>
                    <a:pt x="451" y="306"/>
                    <a:pt x="451" y="308"/>
                  </a:cubicBezTo>
                  <a:cubicBezTo>
                    <a:pt x="452" y="309"/>
                    <a:pt x="454" y="311"/>
                    <a:pt x="455" y="313"/>
                  </a:cubicBezTo>
                  <a:cubicBezTo>
                    <a:pt x="455" y="314"/>
                    <a:pt x="456" y="316"/>
                    <a:pt x="457" y="3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108"/>
            <p:cNvSpPr>
              <a:spLocks/>
            </p:cNvSpPr>
            <p:nvPr/>
          </p:nvSpPr>
          <p:spPr bwMode="auto">
            <a:xfrm>
              <a:off x="2363788" y="4283075"/>
              <a:ext cx="336550" cy="260350"/>
            </a:xfrm>
            <a:custGeom>
              <a:avLst/>
              <a:gdLst/>
              <a:ahLst/>
              <a:cxnLst>
                <a:cxn ang="0">
                  <a:pos x="220" y="167"/>
                </a:cxn>
                <a:cxn ang="0">
                  <a:pos x="210" y="166"/>
                </a:cxn>
                <a:cxn ang="0">
                  <a:pos x="200" y="170"/>
                </a:cxn>
                <a:cxn ang="0">
                  <a:pos x="187" y="165"/>
                </a:cxn>
                <a:cxn ang="0">
                  <a:pos x="177" y="164"/>
                </a:cxn>
                <a:cxn ang="0">
                  <a:pos x="168" y="162"/>
                </a:cxn>
                <a:cxn ang="0">
                  <a:pos x="153" y="162"/>
                </a:cxn>
                <a:cxn ang="0">
                  <a:pos x="142" y="161"/>
                </a:cxn>
                <a:cxn ang="0">
                  <a:pos x="114" y="152"/>
                </a:cxn>
                <a:cxn ang="0">
                  <a:pos x="72" y="149"/>
                </a:cxn>
                <a:cxn ang="0">
                  <a:pos x="36" y="153"/>
                </a:cxn>
                <a:cxn ang="0">
                  <a:pos x="18" y="150"/>
                </a:cxn>
                <a:cxn ang="0">
                  <a:pos x="8" y="138"/>
                </a:cxn>
                <a:cxn ang="0">
                  <a:pos x="0" y="133"/>
                </a:cxn>
                <a:cxn ang="0">
                  <a:pos x="4" y="125"/>
                </a:cxn>
                <a:cxn ang="0">
                  <a:pos x="7" y="114"/>
                </a:cxn>
                <a:cxn ang="0">
                  <a:pos x="1" y="103"/>
                </a:cxn>
                <a:cxn ang="0">
                  <a:pos x="10" y="84"/>
                </a:cxn>
                <a:cxn ang="0">
                  <a:pos x="15" y="61"/>
                </a:cxn>
                <a:cxn ang="0">
                  <a:pos x="14" y="38"/>
                </a:cxn>
                <a:cxn ang="0">
                  <a:pos x="21" y="36"/>
                </a:cxn>
                <a:cxn ang="0">
                  <a:pos x="29" y="57"/>
                </a:cxn>
                <a:cxn ang="0">
                  <a:pos x="43" y="68"/>
                </a:cxn>
                <a:cxn ang="0">
                  <a:pos x="55" y="61"/>
                </a:cxn>
                <a:cxn ang="0">
                  <a:pos x="54" y="37"/>
                </a:cxn>
                <a:cxn ang="0">
                  <a:pos x="51" y="17"/>
                </a:cxn>
                <a:cxn ang="0">
                  <a:pos x="56" y="4"/>
                </a:cxn>
                <a:cxn ang="0">
                  <a:pos x="65" y="3"/>
                </a:cxn>
                <a:cxn ang="0">
                  <a:pos x="72" y="16"/>
                </a:cxn>
                <a:cxn ang="0">
                  <a:pos x="74" y="34"/>
                </a:cxn>
                <a:cxn ang="0">
                  <a:pos x="74" y="48"/>
                </a:cxn>
                <a:cxn ang="0">
                  <a:pos x="95" y="59"/>
                </a:cxn>
                <a:cxn ang="0">
                  <a:pos x="126" y="57"/>
                </a:cxn>
                <a:cxn ang="0">
                  <a:pos x="148" y="51"/>
                </a:cxn>
                <a:cxn ang="0">
                  <a:pos x="156" y="41"/>
                </a:cxn>
                <a:cxn ang="0">
                  <a:pos x="159" y="30"/>
                </a:cxn>
                <a:cxn ang="0">
                  <a:pos x="172" y="32"/>
                </a:cxn>
                <a:cxn ang="0">
                  <a:pos x="180" y="44"/>
                </a:cxn>
                <a:cxn ang="0">
                  <a:pos x="180" y="56"/>
                </a:cxn>
                <a:cxn ang="0">
                  <a:pos x="172" y="64"/>
                </a:cxn>
                <a:cxn ang="0">
                  <a:pos x="164" y="63"/>
                </a:cxn>
                <a:cxn ang="0">
                  <a:pos x="156" y="61"/>
                </a:cxn>
                <a:cxn ang="0">
                  <a:pos x="149" y="61"/>
                </a:cxn>
                <a:cxn ang="0">
                  <a:pos x="155" y="70"/>
                </a:cxn>
                <a:cxn ang="0">
                  <a:pos x="170" y="77"/>
                </a:cxn>
                <a:cxn ang="0">
                  <a:pos x="189" y="79"/>
                </a:cxn>
                <a:cxn ang="0">
                  <a:pos x="197" y="76"/>
                </a:cxn>
                <a:cxn ang="0">
                  <a:pos x="198" y="88"/>
                </a:cxn>
                <a:cxn ang="0">
                  <a:pos x="198" y="98"/>
                </a:cxn>
                <a:cxn ang="0">
                  <a:pos x="204" y="111"/>
                </a:cxn>
                <a:cxn ang="0">
                  <a:pos x="217" y="114"/>
                </a:cxn>
                <a:cxn ang="0">
                  <a:pos x="219" y="121"/>
                </a:cxn>
                <a:cxn ang="0">
                  <a:pos x="218" y="130"/>
                </a:cxn>
                <a:cxn ang="0">
                  <a:pos x="216" y="143"/>
                </a:cxn>
                <a:cxn ang="0">
                  <a:pos x="217" y="154"/>
                </a:cxn>
                <a:cxn ang="0">
                  <a:pos x="219" y="163"/>
                </a:cxn>
              </a:cxnLst>
              <a:rect l="0" t="0" r="r" b="b"/>
              <a:pathLst>
                <a:path w="220" h="170">
                  <a:moveTo>
                    <a:pt x="219" y="163"/>
                  </a:moveTo>
                  <a:cubicBezTo>
                    <a:pt x="219" y="164"/>
                    <a:pt x="220" y="165"/>
                    <a:pt x="220" y="167"/>
                  </a:cubicBezTo>
                  <a:cubicBezTo>
                    <a:pt x="218" y="167"/>
                    <a:pt x="216" y="167"/>
                    <a:pt x="215" y="167"/>
                  </a:cubicBezTo>
                  <a:cubicBezTo>
                    <a:pt x="214" y="167"/>
                    <a:pt x="211" y="166"/>
                    <a:pt x="210" y="166"/>
                  </a:cubicBezTo>
                  <a:cubicBezTo>
                    <a:pt x="208" y="167"/>
                    <a:pt x="206" y="169"/>
                    <a:pt x="205" y="170"/>
                  </a:cubicBezTo>
                  <a:cubicBezTo>
                    <a:pt x="204" y="170"/>
                    <a:pt x="201" y="170"/>
                    <a:pt x="200" y="170"/>
                  </a:cubicBezTo>
                  <a:cubicBezTo>
                    <a:pt x="198" y="170"/>
                    <a:pt x="193" y="169"/>
                    <a:pt x="191" y="168"/>
                  </a:cubicBezTo>
                  <a:cubicBezTo>
                    <a:pt x="190" y="168"/>
                    <a:pt x="188" y="166"/>
                    <a:pt x="187" y="165"/>
                  </a:cubicBezTo>
                  <a:cubicBezTo>
                    <a:pt x="186" y="164"/>
                    <a:pt x="183" y="161"/>
                    <a:pt x="181" y="161"/>
                  </a:cubicBezTo>
                  <a:cubicBezTo>
                    <a:pt x="180" y="161"/>
                    <a:pt x="178" y="163"/>
                    <a:pt x="177" y="164"/>
                  </a:cubicBezTo>
                  <a:cubicBezTo>
                    <a:pt x="176" y="164"/>
                    <a:pt x="174" y="165"/>
                    <a:pt x="173" y="165"/>
                  </a:cubicBezTo>
                  <a:cubicBezTo>
                    <a:pt x="171" y="165"/>
                    <a:pt x="169" y="163"/>
                    <a:pt x="168" y="162"/>
                  </a:cubicBezTo>
                  <a:cubicBezTo>
                    <a:pt x="165" y="162"/>
                    <a:pt x="161" y="161"/>
                    <a:pt x="159" y="161"/>
                  </a:cubicBezTo>
                  <a:cubicBezTo>
                    <a:pt x="157" y="161"/>
                    <a:pt x="154" y="162"/>
                    <a:pt x="153" y="162"/>
                  </a:cubicBezTo>
                  <a:cubicBezTo>
                    <a:pt x="152" y="163"/>
                    <a:pt x="149" y="164"/>
                    <a:pt x="148" y="164"/>
                  </a:cubicBezTo>
                  <a:cubicBezTo>
                    <a:pt x="146" y="164"/>
                    <a:pt x="144" y="162"/>
                    <a:pt x="142" y="161"/>
                  </a:cubicBezTo>
                  <a:cubicBezTo>
                    <a:pt x="140" y="161"/>
                    <a:pt x="135" y="161"/>
                    <a:pt x="133" y="161"/>
                  </a:cubicBezTo>
                  <a:cubicBezTo>
                    <a:pt x="128" y="159"/>
                    <a:pt x="119" y="153"/>
                    <a:pt x="114" y="152"/>
                  </a:cubicBezTo>
                  <a:cubicBezTo>
                    <a:pt x="109" y="150"/>
                    <a:pt x="97" y="149"/>
                    <a:pt x="91" y="148"/>
                  </a:cubicBezTo>
                  <a:cubicBezTo>
                    <a:pt x="86" y="148"/>
                    <a:pt x="77" y="148"/>
                    <a:pt x="72" y="149"/>
                  </a:cubicBezTo>
                  <a:cubicBezTo>
                    <a:pt x="69" y="149"/>
                    <a:pt x="61" y="151"/>
                    <a:pt x="57" y="151"/>
                  </a:cubicBezTo>
                  <a:cubicBezTo>
                    <a:pt x="52" y="152"/>
                    <a:pt x="41" y="153"/>
                    <a:pt x="36" y="153"/>
                  </a:cubicBezTo>
                  <a:cubicBezTo>
                    <a:pt x="33" y="153"/>
                    <a:pt x="27" y="155"/>
                    <a:pt x="24" y="154"/>
                  </a:cubicBezTo>
                  <a:cubicBezTo>
                    <a:pt x="22" y="153"/>
                    <a:pt x="19" y="151"/>
                    <a:pt x="18" y="150"/>
                  </a:cubicBezTo>
                  <a:cubicBezTo>
                    <a:pt x="17" y="149"/>
                    <a:pt x="16" y="144"/>
                    <a:pt x="15" y="143"/>
                  </a:cubicBezTo>
                  <a:cubicBezTo>
                    <a:pt x="14" y="141"/>
                    <a:pt x="10" y="139"/>
                    <a:pt x="8" y="138"/>
                  </a:cubicBezTo>
                  <a:cubicBezTo>
                    <a:pt x="7" y="137"/>
                    <a:pt x="4" y="137"/>
                    <a:pt x="3" y="136"/>
                  </a:cubicBezTo>
                  <a:cubicBezTo>
                    <a:pt x="2" y="135"/>
                    <a:pt x="0" y="134"/>
                    <a:pt x="0" y="133"/>
                  </a:cubicBezTo>
                  <a:cubicBezTo>
                    <a:pt x="0" y="132"/>
                    <a:pt x="1" y="130"/>
                    <a:pt x="1" y="129"/>
                  </a:cubicBezTo>
                  <a:cubicBezTo>
                    <a:pt x="2" y="128"/>
                    <a:pt x="4" y="126"/>
                    <a:pt x="4" y="125"/>
                  </a:cubicBezTo>
                  <a:cubicBezTo>
                    <a:pt x="5" y="124"/>
                    <a:pt x="6" y="121"/>
                    <a:pt x="6" y="120"/>
                  </a:cubicBezTo>
                  <a:cubicBezTo>
                    <a:pt x="7" y="119"/>
                    <a:pt x="7" y="116"/>
                    <a:pt x="7" y="114"/>
                  </a:cubicBezTo>
                  <a:cubicBezTo>
                    <a:pt x="6" y="113"/>
                    <a:pt x="3" y="111"/>
                    <a:pt x="2" y="109"/>
                  </a:cubicBezTo>
                  <a:cubicBezTo>
                    <a:pt x="1" y="108"/>
                    <a:pt x="1" y="105"/>
                    <a:pt x="1" y="103"/>
                  </a:cubicBezTo>
                  <a:cubicBezTo>
                    <a:pt x="1" y="101"/>
                    <a:pt x="2" y="97"/>
                    <a:pt x="3" y="95"/>
                  </a:cubicBezTo>
                  <a:cubicBezTo>
                    <a:pt x="4" y="92"/>
                    <a:pt x="9" y="87"/>
                    <a:pt x="10" y="84"/>
                  </a:cubicBezTo>
                  <a:cubicBezTo>
                    <a:pt x="12" y="82"/>
                    <a:pt x="15" y="76"/>
                    <a:pt x="15" y="74"/>
                  </a:cubicBezTo>
                  <a:cubicBezTo>
                    <a:pt x="16" y="71"/>
                    <a:pt x="16" y="64"/>
                    <a:pt x="15" y="61"/>
                  </a:cubicBezTo>
                  <a:cubicBezTo>
                    <a:pt x="15" y="58"/>
                    <a:pt x="13" y="50"/>
                    <a:pt x="13" y="46"/>
                  </a:cubicBezTo>
                  <a:cubicBezTo>
                    <a:pt x="13" y="44"/>
                    <a:pt x="13" y="40"/>
                    <a:pt x="14" y="38"/>
                  </a:cubicBezTo>
                  <a:cubicBezTo>
                    <a:pt x="15" y="36"/>
                    <a:pt x="17" y="32"/>
                    <a:pt x="18" y="32"/>
                  </a:cubicBezTo>
                  <a:cubicBezTo>
                    <a:pt x="19" y="32"/>
                    <a:pt x="21" y="35"/>
                    <a:pt x="21" y="36"/>
                  </a:cubicBezTo>
                  <a:cubicBezTo>
                    <a:pt x="23" y="38"/>
                    <a:pt x="25" y="44"/>
                    <a:pt x="26" y="47"/>
                  </a:cubicBezTo>
                  <a:cubicBezTo>
                    <a:pt x="27" y="49"/>
                    <a:pt x="28" y="55"/>
                    <a:pt x="29" y="57"/>
                  </a:cubicBezTo>
                  <a:cubicBezTo>
                    <a:pt x="30" y="59"/>
                    <a:pt x="33" y="64"/>
                    <a:pt x="35" y="65"/>
                  </a:cubicBezTo>
                  <a:cubicBezTo>
                    <a:pt x="36" y="67"/>
                    <a:pt x="41" y="68"/>
                    <a:pt x="43" y="68"/>
                  </a:cubicBezTo>
                  <a:cubicBezTo>
                    <a:pt x="45" y="69"/>
                    <a:pt x="49" y="70"/>
                    <a:pt x="51" y="69"/>
                  </a:cubicBezTo>
                  <a:cubicBezTo>
                    <a:pt x="53" y="68"/>
                    <a:pt x="54" y="63"/>
                    <a:pt x="55" y="61"/>
                  </a:cubicBezTo>
                  <a:cubicBezTo>
                    <a:pt x="56" y="57"/>
                    <a:pt x="55" y="51"/>
                    <a:pt x="55" y="47"/>
                  </a:cubicBezTo>
                  <a:cubicBezTo>
                    <a:pt x="55" y="45"/>
                    <a:pt x="55" y="39"/>
                    <a:pt x="54" y="37"/>
                  </a:cubicBezTo>
                  <a:cubicBezTo>
                    <a:pt x="53" y="35"/>
                    <a:pt x="51" y="33"/>
                    <a:pt x="51" y="31"/>
                  </a:cubicBezTo>
                  <a:cubicBezTo>
                    <a:pt x="50" y="28"/>
                    <a:pt x="50" y="20"/>
                    <a:pt x="51" y="17"/>
                  </a:cubicBezTo>
                  <a:cubicBezTo>
                    <a:pt x="52" y="15"/>
                    <a:pt x="54" y="12"/>
                    <a:pt x="55" y="11"/>
                  </a:cubicBezTo>
                  <a:cubicBezTo>
                    <a:pt x="56" y="9"/>
                    <a:pt x="55" y="5"/>
                    <a:pt x="56" y="4"/>
                  </a:cubicBezTo>
                  <a:cubicBezTo>
                    <a:pt x="57" y="3"/>
                    <a:pt x="58" y="1"/>
                    <a:pt x="59" y="1"/>
                  </a:cubicBezTo>
                  <a:cubicBezTo>
                    <a:pt x="60" y="0"/>
                    <a:pt x="64" y="2"/>
                    <a:pt x="65" y="3"/>
                  </a:cubicBezTo>
                  <a:cubicBezTo>
                    <a:pt x="66" y="4"/>
                    <a:pt x="69" y="7"/>
                    <a:pt x="69" y="8"/>
                  </a:cubicBezTo>
                  <a:cubicBezTo>
                    <a:pt x="70" y="10"/>
                    <a:pt x="71" y="14"/>
                    <a:pt x="72" y="16"/>
                  </a:cubicBezTo>
                  <a:cubicBezTo>
                    <a:pt x="72" y="18"/>
                    <a:pt x="74" y="22"/>
                    <a:pt x="74" y="24"/>
                  </a:cubicBezTo>
                  <a:cubicBezTo>
                    <a:pt x="74" y="26"/>
                    <a:pt x="75" y="31"/>
                    <a:pt x="74" y="34"/>
                  </a:cubicBezTo>
                  <a:cubicBezTo>
                    <a:pt x="74" y="36"/>
                    <a:pt x="73" y="40"/>
                    <a:pt x="73" y="42"/>
                  </a:cubicBezTo>
                  <a:cubicBezTo>
                    <a:pt x="73" y="44"/>
                    <a:pt x="73" y="47"/>
                    <a:pt x="74" y="48"/>
                  </a:cubicBezTo>
                  <a:cubicBezTo>
                    <a:pt x="75" y="50"/>
                    <a:pt x="80" y="53"/>
                    <a:pt x="82" y="55"/>
                  </a:cubicBezTo>
                  <a:cubicBezTo>
                    <a:pt x="85" y="56"/>
                    <a:pt x="92" y="58"/>
                    <a:pt x="95" y="59"/>
                  </a:cubicBezTo>
                  <a:cubicBezTo>
                    <a:pt x="99" y="59"/>
                    <a:pt x="107" y="59"/>
                    <a:pt x="112" y="59"/>
                  </a:cubicBezTo>
                  <a:cubicBezTo>
                    <a:pt x="115" y="58"/>
                    <a:pt x="122" y="57"/>
                    <a:pt x="126" y="57"/>
                  </a:cubicBezTo>
                  <a:cubicBezTo>
                    <a:pt x="129" y="56"/>
                    <a:pt x="135" y="56"/>
                    <a:pt x="139" y="55"/>
                  </a:cubicBezTo>
                  <a:cubicBezTo>
                    <a:pt x="141" y="54"/>
                    <a:pt x="146" y="52"/>
                    <a:pt x="148" y="51"/>
                  </a:cubicBezTo>
                  <a:cubicBezTo>
                    <a:pt x="150" y="50"/>
                    <a:pt x="154" y="49"/>
                    <a:pt x="155" y="48"/>
                  </a:cubicBezTo>
                  <a:cubicBezTo>
                    <a:pt x="156" y="46"/>
                    <a:pt x="156" y="43"/>
                    <a:pt x="156" y="41"/>
                  </a:cubicBezTo>
                  <a:cubicBezTo>
                    <a:pt x="156" y="40"/>
                    <a:pt x="155" y="36"/>
                    <a:pt x="155" y="35"/>
                  </a:cubicBezTo>
                  <a:cubicBezTo>
                    <a:pt x="156" y="33"/>
                    <a:pt x="158" y="30"/>
                    <a:pt x="159" y="30"/>
                  </a:cubicBezTo>
                  <a:cubicBezTo>
                    <a:pt x="161" y="28"/>
                    <a:pt x="165" y="27"/>
                    <a:pt x="167" y="28"/>
                  </a:cubicBezTo>
                  <a:cubicBezTo>
                    <a:pt x="168" y="28"/>
                    <a:pt x="171" y="31"/>
                    <a:pt x="172" y="32"/>
                  </a:cubicBezTo>
                  <a:cubicBezTo>
                    <a:pt x="174" y="33"/>
                    <a:pt x="177" y="36"/>
                    <a:pt x="178" y="38"/>
                  </a:cubicBezTo>
                  <a:cubicBezTo>
                    <a:pt x="179" y="39"/>
                    <a:pt x="179" y="42"/>
                    <a:pt x="180" y="44"/>
                  </a:cubicBezTo>
                  <a:cubicBezTo>
                    <a:pt x="180" y="45"/>
                    <a:pt x="182" y="47"/>
                    <a:pt x="182" y="48"/>
                  </a:cubicBezTo>
                  <a:cubicBezTo>
                    <a:pt x="182" y="50"/>
                    <a:pt x="181" y="54"/>
                    <a:pt x="180" y="56"/>
                  </a:cubicBezTo>
                  <a:cubicBezTo>
                    <a:pt x="180" y="57"/>
                    <a:pt x="178" y="60"/>
                    <a:pt x="177" y="61"/>
                  </a:cubicBezTo>
                  <a:cubicBezTo>
                    <a:pt x="176" y="62"/>
                    <a:pt x="173" y="63"/>
                    <a:pt x="172" y="64"/>
                  </a:cubicBezTo>
                  <a:cubicBezTo>
                    <a:pt x="170" y="64"/>
                    <a:pt x="168" y="66"/>
                    <a:pt x="167" y="66"/>
                  </a:cubicBezTo>
                  <a:cubicBezTo>
                    <a:pt x="166" y="66"/>
                    <a:pt x="165" y="64"/>
                    <a:pt x="164" y="63"/>
                  </a:cubicBezTo>
                  <a:cubicBezTo>
                    <a:pt x="163" y="63"/>
                    <a:pt x="160" y="63"/>
                    <a:pt x="159" y="63"/>
                  </a:cubicBezTo>
                  <a:cubicBezTo>
                    <a:pt x="158" y="62"/>
                    <a:pt x="156" y="61"/>
                    <a:pt x="156" y="61"/>
                  </a:cubicBezTo>
                  <a:cubicBezTo>
                    <a:pt x="155" y="60"/>
                    <a:pt x="152" y="60"/>
                    <a:pt x="151" y="60"/>
                  </a:cubicBezTo>
                  <a:cubicBezTo>
                    <a:pt x="151" y="60"/>
                    <a:pt x="150" y="60"/>
                    <a:pt x="149" y="61"/>
                  </a:cubicBezTo>
                  <a:cubicBezTo>
                    <a:pt x="149" y="61"/>
                    <a:pt x="149" y="63"/>
                    <a:pt x="150" y="63"/>
                  </a:cubicBezTo>
                  <a:cubicBezTo>
                    <a:pt x="150" y="65"/>
                    <a:pt x="153" y="68"/>
                    <a:pt x="155" y="70"/>
                  </a:cubicBezTo>
                  <a:cubicBezTo>
                    <a:pt x="156" y="71"/>
                    <a:pt x="159" y="73"/>
                    <a:pt x="161" y="74"/>
                  </a:cubicBezTo>
                  <a:cubicBezTo>
                    <a:pt x="163" y="75"/>
                    <a:pt x="168" y="76"/>
                    <a:pt x="170" y="77"/>
                  </a:cubicBezTo>
                  <a:cubicBezTo>
                    <a:pt x="173" y="77"/>
                    <a:pt x="178" y="80"/>
                    <a:pt x="181" y="80"/>
                  </a:cubicBezTo>
                  <a:cubicBezTo>
                    <a:pt x="183" y="80"/>
                    <a:pt x="187" y="80"/>
                    <a:pt x="189" y="79"/>
                  </a:cubicBezTo>
                  <a:cubicBezTo>
                    <a:pt x="190" y="78"/>
                    <a:pt x="191" y="76"/>
                    <a:pt x="192" y="76"/>
                  </a:cubicBezTo>
                  <a:cubicBezTo>
                    <a:pt x="193" y="75"/>
                    <a:pt x="196" y="75"/>
                    <a:pt x="197" y="76"/>
                  </a:cubicBezTo>
                  <a:cubicBezTo>
                    <a:pt x="198" y="76"/>
                    <a:pt x="199" y="80"/>
                    <a:pt x="199" y="82"/>
                  </a:cubicBezTo>
                  <a:cubicBezTo>
                    <a:pt x="199" y="83"/>
                    <a:pt x="197" y="86"/>
                    <a:pt x="198" y="88"/>
                  </a:cubicBezTo>
                  <a:cubicBezTo>
                    <a:pt x="198" y="89"/>
                    <a:pt x="200" y="92"/>
                    <a:pt x="200" y="93"/>
                  </a:cubicBezTo>
                  <a:cubicBezTo>
                    <a:pt x="200" y="95"/>
                    <a:pt x="198" y="97"/>
                    <a:pt x="198" y="98"/>
                  </a:cubicBezTo>
                  <a:cubicBezTo>
                    <a:pt x="198" y="100"/>
                    <a:pt x="197" y="104"/>
                    <a:pt x="198" y="106"/>
                  </a:cubicBezTo>
                  <a:cubicBezTo>
                    <a:pt x="199" y="108"/>
                    <a:pt x="202" y="110"/>
                    <a:pt x="204" y="111"/>
                  </a:cubicBezTo>
                  <a:cubicBezTo>
                    <a:pt x="207" y="112"/>
                    <a:pt x="213" y="112"/>
                    <a:pt x="217" y="112"/>
                  </a:cubicBezTo>
                  <a:cubicBezTo>
                    <a:pt x="217" y="113"/>
                    <a:pt x="217" y="114"/>
                    <a:pt x="217" y="114"/>
                  </a:cubicBezTo>
                  <a:cubicBezTo>
                    <a:pt x="217" y="115"/>
                    <a:pt x="217" y="117"/>
                    <a:pt x="218" y="118"/>
                  </a:cubicBezTo>
                  <a:cubicBezTo>
                    <a:pt x="218" y="119"/>
                    <a:pt x="219" y="120"/>
                    <a:pt x="219" y="121"/>
                  </a:cubicBezTo>
                  <a:cubicBezTo>
                    <a:pt x="220" y="122"/>
                    <a:pt x="220" y="125"/>
                    <a:pt x="219" y="126"/>
                  </a:cubicBezTo>
                  <a:cubicBezTo>
                    <a:pt x="219" y="127"/>
                    <a:pt x="218" y="129"/>
                    <a:pt x="218" y="130"/>
                  </a:cubicBezTo>
                  <a:cubicBezTo>
                    <a:pt x="217" y="132"/>
                    <a:pt x="216" y="135"/>
                    <a:pt x="216" y="136"/>
                  </a:cubicBezTo>
                  <a:cubicBezTo>
                    <a:pt x="216" y="138"/>
                    <a:pt x="216" y="142"/>
                    <a:pt x="216" y="143"/>
                  </a:cubicBezTo>
                  <a:cubicBezTo>
                    <a:pt x="216" y="145"/>
                    <a:pt x="215" y="148"/>
                    <a:pt x="216" y="150"/>
                  </a:cubicBezTo>
                  <a:cubicBezTo>
                    <a:pt x="216" y="151"/>
                    <a:pt x="217" y="153"/>
                    <a:pt x="217" y="154"/>
                  </a:cubicBezTo>
                  <a:cubicBezTo>
                    <a:pt x="218" y="155"/>
                    <a:pt x="219" y="157"/>
                    <a:pt x="219" y="159"/>
                  </a:cubicBezTo>
                  <a:cubicBezTo>
                    <a:pt x="219" y="160"/>
                    <a:pt x="219" y="162"/>
                    <a:pt x="219" y="16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109"/>
            <p:cNvSpPr>
              <a:spLocks/>
            </p:cNvSpPr>
            <p:nvPr/>
          </p:nvSpPr>
          <p:spPr bwMode="auto">
            <a:xfrm>
              <a:off x="1985963" y="2827338"/>
              <a:ext cx="460375" cy="212725"/>
            </a:xfrm>
            <a:custGeom>
              <a:avLst/>
              <a:gdLst/>
              <a:ahLst/>
              <a:cxnLst>
                <a:cxn ang="0">
                  <a:pos x="25" y="3"/>
                </a:cxn>
                <a:cxn ang="0">
                  <a:pos x="43" y="12"/>
                </a:cxn>
                <a:cxn ang="0">
                  <a:pos x="68" y="4"/>
                </a:cxn>
                <a:cxn ang="0">
                  <a:pos x="105" y="2"/>
                </a:cxn>
                <a:cxn ang="0">
                  <a:pos x="142" y="15"/>
                </a:cxn>
                <a:cxn ang="0">
                  <a:pos x="169" y="16"/>
                </a:cxn>
                <a:cxn ang="0">
                  <a:pos x="194" y="28"/>
                </a:cxn>
                <a:cxn ang="0">
                  <a:pos x="215" y="28"/>
                </a:cxn>
                <a:cxn ang="0">
                  <a:pos x="220" y="24"/>
                </a:cxn>
                <a:cxn ang="0">
                  <a:pos x="242" y="29"/>
                </a:cxn>
                <a:cxn ang="0">
                  <a:pos x="257" y="29"/>
                </a:cxn>
                <a:cxn ang="0">
                  <a:pos x="272" y="33"/>
                </a:cxn>
                <a:cxn ang="0">
                  <a:pos x="276" y="43"/>
                </a:cxn>
                <a:cxn ang="0">
                  <a:pos x="278" y="57"/>
                </a:cxn>
                <a:cxn ang="0">
                  <a:pos x="288" y="70"/>
                </a:cxn>
                <a:cxn ang="0">
                  <a:pos x="302" y="75"/>
                </a:cxn>
                <a:cxn ang="0">
                  <a:pos x="300" y="89"/>
                </a:cxn>
                <a:cxn ang="0">
                  <a:pos x="292" y="110"/>
                </a:cxn>
                <a:cxn ang="0">
                  <a:pos x="268" y="108"/>
                </a:cxn>
                <a:cxn ang="0">
                  <a:pos x="252" y="102"/>
                </a:cxn>
                <a:cxn ang="0">
                  <a:pos x="242" y="118"/>
                </a:cxn>
                <a:cxn ang="0">
                  <a:pos x="228" y="118"/>
                </a:cxn>
                <a:cxn ang="0">
                  <a:pos x="219" y="104"/>
                </a:cxn>
                <a:cxn ang="0">
                  <a:pos x="202" y="122"/>
                </a:cxn>
                <a:cxn ang="0">
                  <a:pos x="171" y="139"/>
                </a:cxn>
                <a:cxn ang="0">
                  <a:pos x="166" y="136"/>
                </a:cxn>
                <a:cxn ang="0">
                  <a:pos x="153" y="134"/>
                </a:cxn>
                <a:cxn ang="0">
                  <a:pos x="149" y="122"/>
                </a:cxn>
                <a:cxn ang="0">
                  <a:pos x="139" y="128"/>
                </a:cxn>
                <a:cxn ang="0">
                  <a:pos x="126" y="129"/>
                </a:cxn>
                <a:cxn ang="0">
                  <a:pos x="117" y="120"/>
                </a:cxn>
                <a:cxn ang="0">
                  <a:pos x="105" y="114"/>
                </a:cxn>
                <a:cxn ang="0">
                  <a:pos x="101" y="123"/>
                </a:cxn>
                <a:cxn ang="0">
                  <a:pos x="92" y="120"/>
                </a:cxn>
                <a:cxn ang="0">
                  <a:pos x="77" y="112"/>
                </a:cxn>
                <a:cxn ang="0">
                  <a:pos x="57" y="110"/>
                </a:cxn>
                <a:cxn ang="0">
                  <a:pos x="57" y="101"/>
                </a:cxn>
                <a:cxn ang="0">
                  <a:pos x="51" y="94"/>
                </a:cxn>
                <a:cxn ang="0">
                  <a:pos x="32" y="71"/>
                </a:cxn>
                <a:cxn ang="0">
                  <a:pos x="23" y="68"/>
                </a:cxn>
                <a:cxn ang="0">
                  <a:pos x="8" y="56"/>
                </a:cxn>
                <a:cxn ang="0">
                  <a:pos x="8" y="37"/>
                </a:cxn>
                <a:cxn ang="0">
                  <a:pos x="2" y="25"/>
                </a:cxn>
                <a:cxn ang="0">
                  <a:pos x="3" y="10"/>
                </a:cxn>
                <a:cxn ang="0">
                  <a:pos x="13" y="2"/>
                </a:cxn>
              </a:cxnLst>
              <a:rect l="0" t="0" r="r" b="b"/>
              <a:pathLst>
                <a:path w="302" h="139">
                  <a:moveTo>
                    <a:pt x="16" y="0"/>
                  </a:moveTo>
                  <a:cubicBezTo>
                    <a:pt x="18" y="0"/>
                    <a:pt x="19" y="0"/>
                    <a:pt x="20" y="0"/>
                  </a:cubicBezTo>
                  <a:cubicBezTo>
                    <a:pt x="21" y="0"/>
                    <a:pt x="24" y="2"/>
                    <a:pt x="25" y="3"/>
                  </a:cubicBezTo>
                  <a:cubicBezTo>
                    <a:pt x="27" y="4"/>
                    <a:pt x="29" y="7"/>
                    <a:pt x="31" y="8"/>
                  </a:cubicBezTo>
                  <a:cubicBezTo>
                    <a:pt x="32" y="9"/>
                    <a:pt x="34" y="11"/>
                    <a:pt x="36" y="12"/>
                  </a:cubicBezTo>
                  <a:cubicBezTo>
                    <a:pt x="37" y="12"/>
                    <a:pt x="41" y="12"/>
                    <a:pt x="43" y="12"/>
                  </a:cubicBezTo>
                  <a:cubicBezTo>
                    <a:pt x="44" y="12"/>
                    <a:pt x="48" y="11"/>
                    <a:pt x="49" y="11"/>
                  </a:cubicBezTo>
                  <a:cubicBezTo>
                    <a:pt x="52" y="10"/>
                    <a:pt x="56" y="8"/>
                    <a:pt x="59" y="8"/>
                  </a:cubicBezTo>
                  <a:cubicBezTo>
                    <a:pt x="61" y="7"/>
                    <a:pt x="65" y="5"/>
                    <a:pt x="68" y="4"/>
                  </a:cubicBezTo>
                  <a:cubicBezTo>
                    <a:pt x="70" y="3"/>
                    <a:pt x="76" y="2"/>
                    <a:pt x="78" y="2"/>
                  </a:cubicBezTo>
                  <a:cubicBezTo>
                    <a:pt x="83" y="1"/>
                    <a:pt x="91" y="2"/>
                    <a:pt x="95" y="2"/>
                  </a:cubicBezTo>
                  <a:cubicBezTo>
                    <a:pt x="98" y="2"/>
                    <a:pt x="103" y="2"/>
                    <a:pt x="105" y="2"/>
                  </a:cubicBezTo>
                  <a:cubicBezTo>
                    <a:pt x="108" y="3"/>
                    <a:pt x="114" y="5"/>
                    <a:pt x="117" y="6"/>
                  </a:cubicBezTo>
                  <a:cubicBezTo>
                    <a:pt x="121" y="7"/>
                    <a:pt x="129" y="9"/>
                    <a:pt x="132" y="10"/>
                  </a:cubicBezTo>
                  <a:cubicBezTo>
                    <a:pt x="135" y="11"/>
                    <a:pt x="140" y="14"/>
                    <a:pt x="142" y="15"/>
                  </a:cubicBezTo>
                  <a:cubicBezTo>
                    <a:pt x="144" y="15"/>
                    <a:pt x="149" y="15"/>
                    <a:pt x="152" y="15"/>
                  </a:cubicBezTo>
                  <a:cubicBezTo>
                    <a:pt x="154" y="15"/>
                    <a:pt x="159" y="15"/>
                    <a:pt x="161" y="15"/>
                  </a:cubicBezTo>
                  <a:cubicBezTo>
                    <a:pt x="163" y="15"/>
                    <a:pt x="167" y="16"/>
                    <a:pt x="169" y="16"/>
                  </a:cubicBezTo>
                  <a:cubicBezTo>
                    <a:pt x="171" y="17"/>
                    <a:pt x="175" y="19"/>
                    <a:pt x="177" y="20"/>
                  </a:cubicBezTo>
                  <a:cubicBezTo>
                    <a:pt x="180" y="21"/>
                    <a:pt x="184" y="22"/>
                    <a:pt x="187" y="24"/>
                  </a:cubicBezTo>
                  <a:cubicBezTo>
                    <a:pt x="188" y="25"/>
                    <a:pt x="192" y="28"/>
                    <a:pt x="194" y="28"/>
                  </a:cubicBezTo>
                  <a:cubicBezTo>
                    <a:pt x="195" y="29"/>
                    <a:pt x="198" y="29"/>
                    <a:pt x="199" y="29"/>
                  </a:cubicBezTo>
                  <a:cubicBezTo>
                    <a:pt x="201" y="29"/>
                    <a:pt x="206" y="28"/>
                    <a:pt x="208" y="28"/>
                  </a:cubicBezTo>
                  <a:cubicBezTo>
                    <a:pt x="210" y="27"/>
                    <a:pt x="213" y="28"/>
                    <a:pt x="215" y="28"/>
                  </a:cubicBezTo>
                  <a:cubicBezTo>
                    <a:pt x="216" y="27"/>
                    <a:pt x="218" y="26"/>
                    <a:pt x="218" y="25"/>
                  </a:cubicBezTo>
                  <a:cubicBezTo>
                    <a:pt x="218" y="25"/>
                    <a:pt x="218" y="25"/>
                    <a:pt x="219" y="24"/>
                  </a:cubicBezTo>
                  <a:cubicBezTo>
                    <a:pt x="219" y="24"/>
                    <a:pt x="220" y="24"/>
                    <a:pt x="220" y="24"/>
                  </a:cubicBezTo>
                  <a:cubicBezTo>
                    <a:pt x="223" y="24"/>
                    <a:pt x="227" y="24"/>
                    <a:pt x="229" y="24"/>
                  </a:cubicBezTo>
                  <a:cubicBezTo>
                    <a:pt x="231" y="24"/>
                    <a:pt x="233" y="25"/>
                    <a:pt x="234" y="26"/>
                  </a:cubicBezTo>
                  <a:cubicBezTo>
                    <a:pt x="236" y="26"/>
                    <a:pt x="240" y="28"/>
                    <a:pt x="242" y="29"/>
                  </a:cubicBezTo>
                  <a:cubicBezTo>
                    <a:pt x="244" y="30"/>
                    <a:pt x="246" y="32"/>
                    <a:pt x="248" y="32"/>
                  </a:cubicBezTo>
                  <a:cubicBezTo>
                    <a:pt x="250" y="33"/>
                    <a:pt x="253" y="33"/>
                    <a:pt x="254" y="32"/>
                  </a:cubicBezTo>
                  <a:cubicBezTo>
                    <a:pt x="255" y="32"/>
                    <a:pt x="256" y="30"/>
                    <a:pt x="257" y="29"/>
                  </a:cubicBezTo>
                  <a:cubicBezTo>
                    <a:pt x="257" y="29"/>
                    <a:pt x="258" y="27"/>
                    <a:pt x="259" y="27"/>
                  </a:cubicBezTo>
                  <a:cubicBezTo>
                    <a:pt x="261" y="26"/>
                    <a:pt x="264" y="26"/>
                    <a:pt x="266" y="27"/>
                  </a:cubicBezTo>
                  <a:cubicBezTo>
                    <a:pt x="268" y="28"/>
                    <a:pt x="270" y="32"/>
                    <a:pt x="272" y="33"/>
                  </a:cubicBezTo>
                  <a:cubicBezTo>
                    <a:pt x="272" y="33"/>
                    <a:pt x="273" y="33"/>
                    <a:pt x="274" y="34"/>
                  </a:cubicBezTo>
                  <a:cubicBezTo>
                    <a:pt x="274" y="35"/>
                    <a:pt x="274" y="37"/>
                    <a:pt x="275" y="38"/>
                  </a:cubicBezTo>
                  <a:cubicBezTo>
                    <a:pt x="275" y="39"/>
                    <a:pt x="276" y="41"/>
                    <a:pt x="276" y="43"/>
                  </a:cubicBezTo>
                  <a:cubicBezTo>
                    <a:pt x="277" y="44"/>
                    <a:pt x="276" y="49"/>
                    <a:pt x="277" y="50"/>
                  </a:cubicBezTo>
                  <a:cubicBezTo>
                    <a:pt x="277" y="51"/>
                    <a:pt x="278" y="52"/>
                    <a:pt x="279" y="53"/>
                  </a:cubicBezTo>
                  <a:cubicBezTo>
                    <a:pt x="278" y="54"/>
                    <a:pt x="278" y="56"/>
                    <a:pt x="278" y="57"/>
                  </a:cubicBezTo>
                  <a:cubicBezTo>
                    <a:pt x="278" y="58"/>
                    <a:pt x="279" y="60"/>
                    <a:pt x="279" y="61"/>
                  </a:cubicBezTo>
                  <a:cubicBezTo>
                    <a:pt x="280" y="62"/>
                    <a:pt x="282" y="64"/>
                    <a:pt x="283" y="65"/>
                  </a:cubicBezTo>
                  <a:cubicBezTo>
                    <a:pt x="284" y="66"/>
                    <a:pt x="287" y="69"/>
                    <a:pt x="288" y="70"/>
                  </a:cubicBezTo>
                  <a:cubicBezTo>
                    <a:pt x="289" y="71"/>
                    <a:pt x="291" y="73"/>
                    <a:pt x="293" y="74"/>
                  </a:cubicBezTo>
                  <a:cubicBezTo>
                    <a:pt x="295" y="75"/>
                    <a:pt x="298" y="75"/>
                    <a:pt x="300" y="75"/>
                  </a:cubicBezTo>
                  <a:cubicBezTo>
                    <a:pt x="301" y="75"/>
                    <a:pt x="301" y="75"/>
                    <a:pt x="302" y="75"/>
                  </a:cubicBezTo>
                  <a:cubicBezTo>
                    <a:pt x="302" y="76"/>
                    <a:pt x="302" y="78"/>
                    <a:pt x="302" y="78"/>
                  </a:cubicBezTo>
                  <a:cubicBezTo>
                    <a:pt x="302" y="80"/>
                    <a:pt x="302" y="83"/>
                    <a:pt x="302" y="84"/>
                  </a:cubicBezTo>
                  <a:cubicBezTo>
                    <a:pt x="302" y="85"/>
                    <a:pt x="300" y="88"/>
                    <a:pt x="300" y="89"/>
                  </a:cubicBezTo>
                  <a:cubicBezTo>
                    <a:pt x="299" y="92"/>
                    <a:pt x="299" y="97"/>
                    <a:pt x="298" y="99"/>
                  </a:cubicBezTo>
                  <a:cubicBezTo>
                    <a:pt x="298" y="101"/>
                    <a:pt x="298" y="104"/>
                    <a:pt x="297" y="106"/>
                  </a:cubicBezTo>
                  <a:cubicBezTo>
                    <a:pt x="296" y="107"/>
                    <a:pt x="294" y="109"/>
                    <a:pt x="292" y="110"/>
                  </a:cubicBezTo>
                  <a:cubicBezTo>
                    <a:pt x="290" y="111"/>
                    <a:pt x="286" y="111"/>
                    <a:pt x="284" y="111"/>
                  </a:cubicBezTo>
                  <a:cubicBezTo>
                    <a:pt x="282" y="111"/>
                    <a:pt x="277" y="111"/>
                    <a:pt x="275" y="110"/>
                  </a:cubicBezTo>
                  <a:cubicBezTo>
                    <a:pt x="273" y="110"/>
                    <a:pt x="270" y="108"/>
                    <a:pt x="268" y="108"/>
                  </a:cubicBezTo>
                  <a:cubicBezTo>
                    <a:pt x="266" y="107"/>
                    <a:pt x="263" y="106"/>
                    <a:pt x="261" y="105"/>
                  </a:cubicBezTo>
                  <a:cubicBezTo>
                    <a:pt x="260" y="105"/>
                    <a:pt x="257" y="103"/>
                    <a:pt x="256" y="102"/>
                  </a:cubicBezTo>
                  <a:cubicBezTo>
                    <a:pt x="255" y="102"/>
                    <a:pt x="253" y="102"/>
                    <a:pt x="252" y="102"/>
                  </a:cubicBezTo>
                  <a:cubicBezTo>
                    <a:pt x="251" y="103"/>
                    <a:pt x="248" y="104"/>
                    <a:pt x="248" y="105"/>
                  </a:cubicBezTo>
                  <a:cubicBezTo>
                    <a:pt x="247" y="106"/>
                    <a:pt x="246" y="109"/>
                    <a:pt x="245" y="110"/>
                  </a:cubicBezTo>
                  <a:cubicBezTo>
                    <a:pt x="244" y="112"/>
                    <a:pt x="243" y="116"/>
                    <a:pt x="242" y="118"/>
                  </a:cubicBezTo>
                  <a:cubicBezTo>
                    <a:pt x="241" y="119"/>
                    <a:pt x="238" y="120"/>
                    <a:pt x="237" y="121"/>
                  </a:cubicBezTo>
                  <a:cubicBezTo>
                    <a:pt x="236" y="121"/>
                    <a:pt x="233" y="121"/>
                    <a:pt x="232" y="121"/>
                  </a:cubicBezTo>
                  <a:cubicBezTo>
                    <a:pt x="231" y="120"/>
                    <a:pt x="229" y="119"/>
                    <a:pt x="228" y="118"/>
                  </a:cubicBezTo>
                  <a:cubicBezTo>
                    <a:pt x="227" y="116"/>
                    <a:pt x="228" y="113"/>
                    <a:pt x="228" y="112"/>
                  </a:cubicBezTo>
                  <a:cubicBezTo>
                    <a:pt x="227" y="110"/>
                    <a:pt x="226" y="107"/>
                    <a:pt x="224" y="106"/>
                  </a:cubicBezTo>
                  <a:cubicBezTo>
                    <a:pt x="223" y="105"/>
                    <a:pt x="220" y="104"/>
                    <a:pt x="219" y="104"/>
                  </a:cubicBezTo>
                  <a:cubicBezTo>
                    <a:pt x="217" y="104"/>
                    <a:pt x="213" y="106"/>
                    <a:pt x="212" y="107"/>
                  </a:cubicBezTo>
                  <a:cubicBezTo>
                    <a:pt x="211" y="108"/>
                    <a:pt x="209" y="111"/>
                    <a:pt x="208" y="113"/>
                  </a:cubicBezTo>
                  <a:cubicBezTo>
                    <a:pt x="206" y="115"/>
                    <a:pt x="203" y="120"/>
                    <a:pt x="202" y="122"/>
                  </a:cubicBezTo>
                  <a:cubicBezTo>
                    <a:pt x="200" y="125"/>
                    <a:pt x="196" y="129"/>
                    <a:pt x="193" y="131"/>
                  </a:cubicBezTo>
                  <a:cubicBezTo>
                    <a:pt x="191" y="133"/>
                    <a:pt x="185" y="136"/>
                    <a:pt x="181" y="137"/>
                  </a:cubicBezTo>
                  <a:cubicBezTo>
                    <a:pt x="179" y="138"/>
                    <a:pt x="174" y="139"/>
                    <a:pt x="171" y="139"/>
                  </a:cubicBezTo>
                  <a:cubicBezTo>
                    <a:pt x="170" y="139"/>
                    <a:pt x="169" y="139"/>
                    <a:pt x="168" y="139"/>
                  </a:cubicBezTo>
                  <a:cubicBezTo>
                    <a:pt x="168" y="139"/>
                    <a:pt x="168" y="138"/>
                    <a:pt x="168" y="138"/>
                  </a:cubicBezTo>
                  <a:cubicBezTo>
                    <a:pt x="168" y="138"/>
                    <a:pt x="167" y="136"/>
                    <a:pt x="166" y="136"/>
                  </a:cubicBezTo>
                  <a:cubicBezTo>
                    <a:pt x="166" y="136"/>
                    <a:pt x="163" y="135"/>
                    <a:pt x="162" y="135"/>
                  </a:cubicBezTo>
                  <a:cubicBezTo>
                    <a:pt x="161" y="135"/>
                    <a:pt x="159" y="136"/>
                    <a:pt x="158" y="136"/>
                  </a:cubicBezTo>
                  <a:cubicBezTo>
                    <a:pt x="157" y="136"/>
                    <a:pt x="154" y="135"/>
                    <a:pt x="153" y="134"/>
                  </a:cubicBezTo>
                  <a:cubicBezTo>
                    <a:pt x="153" y="133"/>
                    <a:pt x="153" y="131"/>
                    <a:pt x="153" y="131"/>
                  </a:cubicBezTo>
                  <a:cubicBezTo>
                    <a:pt x="153" y="130"/>
                    <a:pt x="152" y="127"/>
                    <a:pt x="151" y="126"/>
                  </a:cubicBezTo>
                  <a:cubicBezTo>
                    <a:pt x="151" y="125"/>
                    <a:pt x="150" y="123"/>
                    <a:pt x="149" y="122"/>
                  </a:cubicBezTo>
                  <a:cubicBezTo>
                    <a:pt x="148" y="122"/>
                    <a:pt x="145" y="122"/>
                    <a:pt x="144" y="122"/>
                  </a:cubicBezTo>
                  <a:cubicBezTo>
                    <a:pt x="143" y="122"/>
                    <a:pt x="142" y="124"/>
                    <a:pt x="142" y="125"/>
                  </a:cubicBezTo>
                  <a:cubicBezTo>
                    <a:pt x="141" y="126"/>
                    <a:pt x="140" y="128"/>
                    <a:pt x="139" y="128"/>
                  </a:cubicBezTo>
                  <a:cubicBezTo>
                    <a:pt x="138" y="129"/>
                    <a:pt x="136" y="131"/>
                    <a:pt x="134" y="132"/>
                  </a:cubicBezTo>
                  <a:cubicBezTo>
                    <a:pt x="133" y="132"/>
                    <a:pt x="130" y="132"/>
                    <a:pt x="129" y="131"/>
                  </a:cubicBezTo>
                  <a:cubicBezTo>
                    <a:pt x="128" y="131"/>
                    <a:pt x="127" y="129"/>
                    <a:pt x="126" y="129"/>
                  </a:cubicBezTo>
                  <a:cubicBezTo>
                    <a:pt x="126" y="128"/>
                    <a:pt x="126" y="126"/>
                    <a:pt x="126" y="125"/>
                  </a:cubicBezTo>
                  <a:cubicBezTo>
                    <a:pt x="125" y="123"/>
                    <a:pt x="123" y="121"/>
                    <a:pt x="122" y="121"/>
                  </a:cubicBezTo>
                  <a:cubicBezTo>
                    <a:pt x="121" y="120"/>
                    <a:pt x="118" y="120"/>
                    <a:pt x="117" y="120"/>
                  </a:cubicBezTo>
                  <a:cubicBezTo>
                    <a:pt x="115" y="120"/>
                    <a:pt x="112" y="119"/>
                    <a:pt x="110" y="119"/>
                  </a:cubicBezTo>
                  <a:cubicBezTo>
                    <a:pt x="109" y="118"/>
                    <a:pt x="107" y="118"/>
                    <a:pt x="107" y="117"/>
                  </a:cubicBezTo>
                  <a:cubicBezTo>
                    <a:pt x="106" y="117"/>
                    <a:pt x="106" y="115"/>
                    <a:pt x="105" y="114"/>
                  </a:cubicBezTo>
                  <a:cubicBezTo>
                    <a:pt x="104" y="114"/>
                    <a:pt x="101" y="115"/>
                    <a:pt x="101" y="116"/>
                  </a:cubicBezTo>
                  <a:cubicBezTo>
                    <a:pt x="101" y="117"/>
                    <a:pt x="102" y="119"/>
                    <a:pt x="102" y="120"/>
                  </a:cubicBezTo>
                  <a:cubicBezTo>
                    <a:pt x="102" y="121"/>
                    <a:pt x="102" y="122"/>
                    <a:pt x="101" y="123"/>
                  </a:cubicBezTo>
                  <a:cubicBezTo>
                    <a:pt x="100" y="124"/>
                    <a:pt x="99" y="126"/>
                    <a:pt x="97" y="126"/>
                  </a:cubicBezTo>
                  <a:cubicBezTo>
                    <a:pt x="96" y="126"/>
                    <a:pt x="94" y="125"/>
                    <a:pt x="93" y="124"/>
                  </a:cubicBezTo>
                  <a:cubicBezTo>
                    <a:pt x="93" y="124"/>
                    <a:pt x="93" y="121"/>
                    <a:pt x="92" y="120"/>
                  </a:cubicBezTo>
                  <a:cubicBezTo>
                    <a:pt x="91" y="118"/>
                    <a:pt x="90" y="116"/>
                    <a:pt x="88" y="115"/>
                  </a:cubicBezTo>
                  <a:cubicBezTo>
                    <a:pt x="87" y="114"/>
                    <a:pt x="85" y="112"/>
                    <a:pt x="84" y="112"/>
                  </a:cubicBezTo>
                  <a:cubicBezTo>
                    <a:pt x="82" y="112"/>
                    <a:pt x="79" y="112"/>
                    <a:pt x="77" y="112"/>
                  </a:cubicBezTo>
                  <a:cubicBezTo>
                    <a:pt x="75" y="112"/>
                    <a:pt x="72" y="112"/>
                    <a:pt x="71" y="112"/>
                  </a:cubicBezTo>
                  <a:cubicBezTo>
                    <a:pt x="68" y="112"/>
                    <a:pt x="64" y="112"/>
                    <a:pt x="61" y="111"/>
                  </a:cubicBezTo>
                  <a:cubicBezTo>
                    <a:pt x="60" y="111"/>
                    <a:pt x="58" y="111"/>
                    <a:pt x="57" y="110"/>
                  </a:cubicBezTo>
                  <a:cubicBezTo>
                    <a:pt x="57" y="110"/>
                    <a:pt x="55" y="108"/>
                    <a:pt x="55" y="107"/>
                  </a:cubicBezTo>
                  <a:cubicBezTo>
                    <a:pt x="55" y="106"/>
                    <a:pt x="54" y="104"/>
                    <a:pt x="55" y="103"/>
                  </a:cubicBezTo>
                  <a:cubicBezTo>
                    <a:pt x="55" y="103"/>
                    <a:pt x="57" y="102"/>
                    <a:pt x="57" y="101"/>
                  </a:cubicBezTo>
                  <a:cubicBezTo>
                    <a:pt x="58" y="100"/>
                    <a:pt x="58" y="98"/>
                    <a:pt x="59" y="98"/>
                  </a:cubicBezTo>
                  <a:cubicBezTo>
                    <a:pt x="59" y="97"/>
                    <a:pt x="59" y="96"/>
                    <a:pt x="59" y="95"/>
                  </a:cubicBezTo>
                  <a:cubicBezTo>
                    <a:pt x="57" y="94"/>
                    <a:pt x="53" y="95"/>
                    <a:pt x="51" y="94"/>
                  </a:cubicBezTo>
                  <a:cubicBezTo>
                    <a:pt x="50" y="93"/>
                    <a:pt x="47" y="91"/>
                    <a:pt x="46" y="90"/>
                  </a:cubicBezTo>
                  <a:cubicBezTo>
                    <a:pt x="44" y="88"/>
                    <a:pt x="41" y="84"/>
                    <a:pt x="40" y="82"/>
                  </a:cubicBezTo>
                  <a:cubicBezTo>
                    <a:pt x="38" y="80"/>
                    <a:pt x="33" y="74"/>
                    <a:pt x="32" y="71"/>
                  </a:cubicBezTo>
                  <a:cubicBezTo>
                    <a:pt x="31" y="70"/>
                    <a:pt x="32" y="67"/>
                    <a:pt x="31" y="67"/>
                  </a:cubicBezTo>
                  <a:cubicBezTo>
                    <a:pt x="30" y="66"/>
                    <a:pt x="26" y="66"/>
                    <a:pt x="25" y="67"/>
                  </a:cubicBezTo>
                  <a:cubicBezTo>
                    <a:pt x="24" y="67"/>
                    <a:pt x="24" y="67"/>
                    <a:pt x="23" y="68"/>
                  </a:cubicBezTo>
                  <a:cubicBezTo>
                    <a:pt x="22" y="66"/>
                    <a:pt x="21" y="65"/>
                    <a:pt x="20" y="64"/>
                  </a:cubicBezTo>
                  <a:cubicBezTo>
                    <a:pt x="19" y="63"/>
                    <a:pt x="15" y="60"/>
                    <a:pt x="13" y="59"/>
                  </a:cubicBezTo>
                  <a:cubicBezTo>
                    <a:pt x="11" y="58"/>
                    <a:pt x="9" y="57"/>
                    <a:pt x="8" y="56"/>
                  </a:cubicBezTo>
                  <a:cubicBezTo>
                    <a:pt x="6" y="55"/>
                    <a:pt x="4" y="52"/>
                    <a:pt x="4" y="50"/>
                  </a:cubicBezTo>
                  <a:cubicBezTo>
                    <a:pt x="3" y="48"/>
                    <a:pt x="3" y="44"/>
                    <a:pt x="4" y="42"/>
                  </a:cubicBezTo>
                  <a:cubicBezTo>
                    <a:pt x="4" y="41"/>
                    <a:pt x="7" y="38"/>
                    <a:pt x="8" y="37"/>
                  </a:cubicBezTo>
                  <a:cubicBezTo>
                    <a:pt x="8" y="35"/>
                    <a:pt x="8" y="33"/>
                    <a:pt x="8" y="31"/>
                  </a:cubicBezTo>
                  <a:cubicBezTo>
                    <a:pt x="7" y="30"/>
                    <a:pt x="7" y="28"/>
                    <a:pt x="6" y="27"/>
                  </a:cubicBezTo>
                  <a:cubicBezTo>
                    <a:pt x="5" y="26"/>
                    <a:pt x="3" y="26"/>
                    <a:pt x="2" y="25"/>
                  </a:cubicBezTo>
                  <a:cubicBezTo>
                    <a:pt x="1" y="24"/>
                    <a:pt x="1" y="22"/>
                    <a:pt x="0" y="20"/>
                  </a:cubicBezTo>
                  <a:cubicBezTo>
                    <a:pt x="0" y="19"/>
                    <a:pt x="1" y="16"/>
                    <a:pt x="1" y="15"/>
                  </a:cubicBezTo>
                  <a:cubicBezTo>
                    <a:pt x="1" y="14"/>
                    <a:pt x="2" y="11"/>
                    <a:pt x="3" y="10"/>
                  </a:cubicBezTo>
                  <a:cubicBezTo>
                    <a:pt x="3" y="9"/>
                    <a:pt x="5" y="7"/>
                    <a:pt x="6" y="6"/>
                  </a:cubicBezTo>
                  <a:cubicBezTo>
                    <a:pt x="7" y="6"/>
                    <a:pt x="9" y="3"/>
                    <a:pt x="10" y="3"/>
                  </a:cubicBezTo>
                  <a:cubicBezTo>
                    <a:pt x="10" y="2"/>
                    <a:pt x="12" y="2"/>
                    <a:pt x="13" y="2"/>
                  </a:cubicBezTo>
                  <a:cubicBezTo>
                    <a:pt x="14" y="1"/>
                    <a:pt x="15" y="1"/>
                    <a:pt x="16"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110"/>
            <p:cNvSpPr>
              <a:spLocks/>
            </p:cNvSpPr>
            <p:nvPr/>
          </p:nvSpPr>
          <p:spPr bwMode="auto">
            <a:xfrm>
              <a:off x="1930401" y="3206750"/>
              <a:ext cx="438150" cy="268288"/>
            </a:xfrm>
            <a:custGeom>
              <a:avLst/>
              <a:gdLst/>
              <a:ahLst/>
              <a:cxnLst>
                <a:cxn ang="0">
                  <a:pos x="286" y="131"/>
                </a:cxn>
                <a:cxn ang="0">
                  <a:pos x="261" y="137"/>
                </a:cxn>
                <a:cxn ang="0">
                  <a:pos x="236" y="136"/>
                </a:cxn>
                <a:cxn ang="0">
                  <a:pos x="227" y="142"/>
                </a:cxn>
                <a:cxn ang="0">
                  <a:pos x="215" y="145"/>
                </a:cxn>
                <a:cxn ang="0">
                  <a:pos x="214" y="152"/>
                </a:cxn>
                <a:cxn ang="0">
                  <a:pos x="220" y="161"/>
                </a:cxn>
                <a:cxn ang="0">
                  <a:pos x="209" y="161"/>
                </a:cxn>
                <a:cxn ang="0">
                  <a:pos x="198" y="161"/>
                </a:cxn>
                <a:cxn ang="0">
                  <a:pos x="195" y="166"/>
                </a:cxn>
                <a:cxn ang="0">
                  <a:pos x="201" y="172"/>
                </a:cxn>
                <a:cxn ang="0">
                  <a:pos x="192" y="176"/>
                </a:cxn>
                <a:cxn ang="0">
                  <a:pos x="183" y="166"/>
                </a:cxn>
                <a:cxn ang="0">
                  <a:pos x="177" y="158"/>
                </a:cxn>
                <a:cxn ang="0">
                  <a:pos x="166" y="152"/>
                </a:cxn>
                <a:cxn ang="0">
                  <a:pos x="172" y="145"/>
                </a:cxn>
                <a:cxn ang="0">
                  <a:pos x="182" y="141"/>
                </a:cxn>
                <a:cxn ang="0">
                  <a:pos x="183" y="126"/>
                </a:cxn>
                <a:cxn ang="0">
                  <a:pos x="177" y="120"/>
                </a:cxn>
                <a:cxn ang="0">
                  <a:pos x="163" y="117"/>
                </a:cxn>
                <a:cxn ang="0">
                  <a:pos x="142" y="102"/>
                </a:cxn>
                <a:cxn ang="0">
                  <a:pos x="121" y="99"/>
                </a:cxn>
                <a:cxn ang="0">
                  <a:pos x="113" y="101"/>
                </a:cxn>
                <a:cxn ang="0">
                  <a:pos x="108" y="106"/>
                </a:cxn>
                <a:cxn ang="0">
                  <a:pos x="103" y="96"/>
                </a:cxn>
                <a:cxn ang="0">
                  <a:pos x="91" y="80"/>
                </a:cxn>
                <a:cxn ang="0">
                  <a:pos x="81" y="83"/>
                </a:cxn>
                <a:cxn ang="0">
                  <a:pos x="81" y="98"/>
                </a:cxn>
                <a:cxn ang="0">
                  <a:pos x="77" y="110"/>
                </a:cxn>
                <a:cxn ang="0">
                  <a:pos x="78" y="118"/>
                </a:cxn>
                <a:cxn ang="0">
                  <a:pos x="68" y="125"/>
                </a:cxn>
                <a:cxn ang="0">
                  <a:pos x="43" y="116"/>
                </a:cxn>
                <a:cxn ang="0">
                  <a:pos x="35" y="91"/>
                </a:cxn>
                <a:cxn ang="0">
                  <a:pos x="36" y="76"/>
                </a:cxn>
                <a:cxn ang="0">
                  <a:pos x="24" y="71"/>
                </a:cxn>
                <a:cxn ang="0">
                  <a:pos x="21" y="59"/>
                </a:cxn>
                <a:cxn ang="0">
                  <a:pos x="15" y="51"/>
                </a:cxn>
                <a:cxn ang="0">
                  <a:pos x="8" y="43"/>
                </a:cxn>
                <a:cxn ang="0">
                  <a:pos x="2" y="23"/>
                </a:cxn>
                <a:cxn ang="0">
                  <a:pos x="0" y="5"/>
                </a:cxn>
                <a:cxn ang="0">
                  <a:pos x="9" y="6"/>
                </a:cxn>
                <a:cxn ang="0">
                  <a:pos x="38" y="0"/>
                </a:cxn>
                <a:cxn ang="0">
                  <a:pos x="82" y="14"/>
                </a:cxn>
                <a:cxn ang="0">
                  <a:pos x="127" y="23"/>
                </a:cxn>
                <a:cxn ang="0">
                  <a:pos x="147" y="20"/>
                </a:cxn>
                <a:cxn ang="0">
                  <a:pos x="172" y="32"/>
                </a:cxn>
                <a:cxn ang="0">
                  <a:pos x="190" y="33"/>
                </a:cxn>
                <a:cxn ang="0">
                  <a:pos x="196" y="35"/>
                </a:cxn>
                <a:cxn ang="0">
                  <a:pos x="197" y="49"/>
                </a:cxn>
                <a:cxn ang="0">
                  <a:pos x="196" y="66"/>
                </a:cxn>
                <a:cxn ang="0">
                  <a:pos x="209" y="80"/>
                </a:cxn>
                <a:cxn ang="0">
                  <a:pos x="220" y="85"/>
                </a:cxn>
                <a:cxn ang="0">
                  <a:pos x="228" y="98"/>
                </a:cxn>
                <a:cxn ang="0">
                  <a:pos x="246" y="111"/>
                </a:cxn>
                <a:cxn ang="0">
                  <a:pos x="276" y="123"/>
                </a:cxn>
              </a:cxnLst>
              <a:rect l="0" t="0" r="r" b="b"/>
              <a:pathLst>
                <a:path w="287" h="176">
                  <a:moveTo>
                    <a:pt x="286" y="129"/>
                  </a:moveTo>
                  <a:cubicBezTo>
                    <a:pt x="287" y="130"/>
                    <a:pt x="287" y="131"/>
                    <a:pt x="286" y="131"/>
                  </a:cubicBezTo>
                  <a:cubicBezTo>
                    <a:pt x="285" y="134"/>
                    <a:pt x="277" y="134"/>
                    <a:pt x="273" y="135"/>
                  </a:cubicBezTo>
                  <a:cubicBezTo>
                    <a:pt x="270" y="136"/>
                    <a:pt x="264" y="137"/>
                    <a:pt x="261" y="137"/>
                  </a:cubicBezTo>
                  <a:cubicBezTo>
                    <a:pt x="257" y="137"/>
                    <a:pt x="248" y="136"/>
                    <a:pt x="243" y="136"/>
                  </a:cubicBezTo>
                  <a:cubicBezTo>
                    <a:pt x="241" y="136"/>
                    <a:pt x="238" y="135"/>
                    <a:pt x="236" y="136"/>
                  </a:cubicBezTo>
                  <a:cubicBezTo>
                    <a:pt x="235" y="136"/>
                    <a:pt x="233" y="138"/>
                    <a:pt x="233" y="139"/>
                  </a:cubicBezTo>
                  <a:cubicBezTo>
                    <a:pt x="231" y="140"/>
                    <a:pt x="229" y="142"/>
                    <a:pt x="227" y="142"/>
                  </a:cubicBezTo>
                  <a:cubicBezTo>
                    <a:pt x="226" y="143"/>
                    <a:pt x="222" y="141"/>
                    <a:pt x="220" y="142"/>
                  </a:cubicBezTo>
                  <a:cubicBezTo>
                    <a:pt x="219" y="142"/>
                    <a:pt x="216" y="144"/>
                    <a:pt x="215" y="145"/>
                  </a:cubicBezTo>
                  <a:cubicBezTo>
                    <a:pt x="214" y="146"/>
                    <a:pt x="211" y="148"/>
                    <a:pt x="211" y="149"/>
                  </a:cubicBezTo>
                  <a:cubicBezTo>
                    <a:pt x="211" y="150"/>
                    <a:pt x="213" y="152"/>
                    <a:pt x="214" y="152"/>
                  </a:cubicBezTo>
                  <a:cubicBezTo>
                    <a:pt x="215" y="153"/>
                    <a:pt x="218" y="155"/>
                    <a:pt x="219" y="156"/>
                  </a:cubicBezTo>
                  <a:cubicBezTo>
                    <a:pt x="220" y="157"/>
                    <a:pt x="221" y="160"/>
                    <a:pt x="220" y="161"/>
                  </a:cubicBezTo>
                  <a:cubicBezTo>
                    <a:pt x="220" y="162"/>
                    <a:pt x="216" y="161"/>
                    <a:pt x="215" y="161"/>
                  </a:cubicBezTo>
                  <a:cubicBezTo>
                    <a:pt x="214" y="161"/>
                    <a:pt x="210" y="161"/>
                    <a:pt x="209" y="161"/>
                  </a:cubicBezTo>
                  <a:cubicBezTo>
                    <a:pt x="207" y="161"/>
                    <a:pt x="204" y="162"/>
                    <a:pt x="203" y="162"/>
                  </a:cubicBezTo>
                  <a:cubicBezTo>
                    <a:pt x="202" y="162"/>
                    <a:pt x="199" y="161"/>
                    <a:pt x="198" y="161"/>
                  </a:cubicBezTo>
                  <a:cubicBezTo>
                    <a:pt x="197" y="162"/>
                    <a:pt x="194" y="162"/>
                    <a:pt x="194" y="163"/>
                  </a:cubicBezTo>
                  <a:cubicBezTo>
                    <a:pt x="194" y="164"/>
                    <a:pt x="194" y="166"/>
                    <a:pt x="195" y="166"/>
                  </a:cubicBezTo>
                  <a:cubicBezTo>
                    <a:pt x="195" y="167"/>
                    <a:pt x="197" y="167"/>
                    <a:pt x="198" y="168"/>
                  </a:cubicBezTo>
                  <a:cubicBezTo>
                    <a:pt x="199" y="168"/>
                    <a:pt x="201" y="170"/>
                    <a:pt x="201" y="172"/>
                  </a:cubicBezTo>
                  <a:cubicBezTo>
                    <a:pt x="201" y="173"/>
                    <a:pt x="198" y="174"/>
                    <a:pt x="196" y="175"/>
                  </a:cubicBezTo>
                  <a:cubicBezTo>
                    <a:pt x="195" y="175"/>
                    <a:pt x="193" y="176"/>
                    <a:pt x="192" y="176"/>
                  </a:cubicBezTo>
                  <a:cubicBezTo>
                    <a:pt x="190" y="176"/>
                    <a:pt x="187" y="176"/>
                    <a:pt x="186" y="175"/>
                  </a:cubicBezTo>
                  <a:cubicBezTo>
                    <a:pt x="185" y="173"/>
                    <a:pt x="184" y="168"/>
                    <a:pt x="183" y="166"/>
                  </a:cubicBezTo>
                  <a:cubicBezTo>
                    <a:pt x="183" y="164"/>
                    <a:pt x="183" y="162"/>
                    <a:pt x="182" y="161"/>
                  </a:cubicBezTo>
                  <a:cubicBezTo>
                    <a:pt x="181" y="160"/>
                    <a:pt x="178" y="159"/>
                    <a:pt x="177" y="158"/>
                  </a:cubicBezTo>
                  <a:cubicBezTo>
                    <a:pt x="175" y="158"/>
                    <a:pt x="170" y="157"/>
                    <a:pt x="168" y="155"/>
                  </a:cubicBezTo>
                  <a:cubicBezTo>
                    <a:pt x="167" y="155"/>
                    <a:pt x="166" y="153"/>
                    <a:pt x="166" y="152"/>
                  </a:cubicBezTo>
                  <a:cubicBezTo>
                    <a:pt x="166" y="151"/>
                    <a:pt x="167" y="149"/>
                    <a:pt x="167" y="148"/>
                  </a:cubicBezTo>
                  <a:cubicBezTo>
                    <a:pt x="168" y="147"/>
                    <a:pt x="171" y="146"/>
                    <a:pt x="172" y="145"/>
                  </a:cubicBezTo>
                  <a:cubicBezTo>
                    <a:pt x="174" y="145"/>
                    <a:pt x="177" y="145"/>
                    <a:pt x="178" y="144"/>
                  </a:cubicBezTo>
                  <a:cubicBezTo>
                    <a:pt x="179" y="143"/>
                    <a:pt x="181" y="142"/>
                    <a:pt x="182" y="141"/>
                  </a:cubicBezTo>
                  <a:cubicBezTo>
                    <a:pt x="183" y="139"/>
                    <a:pt x="185" y="137"/>
                    <a:pt x="185" y="135"/>
                  </a:cubicBezTo>
                  <a:cubicBezTo>
                    <a:pt x="185" y="133"/>
                    <a:pt x="183" y="129"/>
                    <a:pt x="183" y="126"/>
                  </a:cubicBezTo>
                  <a:cubicBezTo>
                    <a:pt x="182" y="125"/>
                    <a:pt x="182" y="123"/>
                    <a:pt x="181" y="122"/>
                  </a:cubicBezTo>
                  <a:cubicBezTo>
                    <a:pt x="181" y="121"/>
                    <a:pt x="178" y="120"/>
                    <a:pt x="177" y="120"/>
                  </a:cubicBezTo>
                  <a:cubicBezTo>
                    <a:pt x="175" y="119"/>
                    <a:pt x="171" y="120"/>
                    <a:pt x="168" y="119"/>
                  </a:cubicBezTo>
                  <a:cubicBezTo>
                    <a:pt x="167" y="119"/>
                    <a:pt x="164" y="118"/>
                    <a:pt x="163" y="117"/>
                  </a:cubicBezTo>
                  <a:cubicBezTo>
                    <a:pt x="161" y="116"/>
                    <a:pt x="159" y="112"/>
                    <a:pt x="158" y="111"/>
                  </a:cubicBezTo>
                  <a:cubicBezTo>
                    <a:pt x="154" y="108"/>
                    <a:pt x="146" y="104"/>
                    <a:pt x="142" y="102"/>
                  </a:cubicBezTo>
                  <a:cubicBezTo>
                    <a:pt x="138" y="101"/>
                    <a:pt x="132" y="98"/>
                    <a:pt x="129" y="98"/>
                  </a:cubicBezTo>
                  <a:cubicBezTo>
                    <a:pt x="127" y="98"/>
                    <a:pt x="123" y="98"/>
                    <a:pt x="121" y="99"/>
                  </a:cubicBezTo>
                  <a:cubicBezTo>
                    <a:pt x="120" y="99"/>
                    <a:pt x="119" y="100"/>
                    <a:pt x="118" y="101"/>
                  </a:cubicBezTo>
                  <a:cubicBezTo>
                    <a:pt x="117" y="101"/>
                    <a:pt x="114" y="100"/>
                    <a:pt x="113" y="101"/>
                  </a:cubicBezTo>
                  <a:cubicBezTo>
                    <a:pt x="112" y="102"/>
                    <a:pt x="113" y="105"/>
                    <a:pt x="112" y="106"/>
                  </a:cubicBezTo>
                  <a:cubicBezTo>
                    <a:pt x="112" y="106"/>
                    <a:pt x="109" y="107"/>
                    <a:pt x="108" y="106"/>
                  </a:cubicBezTo>
                  <a:cubicBezTo>
                    <a:pt x="107" y="106"/>
                    <a:pt x="107" y="103"/>
                    <a:pt x="106" y="102"/>
                  </a:cubicBezTo>
                  <a:cubicBezTo>
                    <a:pt x="105" y="100"/>
                    <a:pt x="103" y="97"/>
                    <a:pt x="103" y="96"/>
                  </a:cubicBezTo>
                  <a:cubicBezTo>
                    <a:pt x="101" y="94"/>
                    <a:pt x="98" y="90"/>
                    <a:pt x="96" y="88"/>
                  </a:cubicBezTo>
                  <a:cubicBezTo>
                    <a:pt x="95" y="86"/>
                    <a:pt x="93" y="82"/>
                    <a:pt x="91" y="80"/>
                  </a:cubicBezTo>
                  <a:cubicBezTo>
                    <a:pt x="90" y="79"/>
                    <a:pt x="85" y="79"/>
                    <a:pt x="84" y="80"/>
                  </a:cubicBezTo>
                  <a:cubicBezTo>
                    <a:pt x="83" y="80"/>
                    <a:pt x="82" y="82"/>
                    <a:pt x="81" y="83"/>
                  </a:cubicBezTo>
                  <a:cubicBezTo>
                    <a:pt x="81" y="85"/>
                    <a:pt x="83" y="89"/>
                    <a:pt x="83" y="91"/>
                  </a:cubicBezTo>
                  <a:cubicBezTo>
                    <a:pt x="83" y="93"/>
                    <a:pt x="82" y="96"/>
                    <a:pt x="81" y="98"/>
                  </a:cubicBezTo>
                  <a:cubicBezTo>
                    <a:pt x="81" y="100"/>
                    <a:pt x="81" y="103"/>
                    <a:pt x="81" y="104"/>
                  </a:cubicBezTo>
                  <a:cubicBezTo>
                    <a:pt x="80" y="106"/>
                    <a:pt x="78" y="108"/>
                    <a:pt x="77" y="110"/>
                  </a:cubicBezTo>
                  <a:cubicBezTo>
                    <a:pt x="77" y="112"/>
                    <a:pt x="78" y="116"/>
                    <a:pt x="78" y="118"/>
                  </a:cubicBezTo>
                  <a:cubicBezTo>
                    <a:pt x="78" y="118"/>
                    <a:pt x="78" y="118"/>
                    <a:pt x="78" y="118"/>
                  </a:cubicBezTo>
                  <a:cubicBezTo>
                    <a:pt x="78" y="119"/>
                    <a:pt x="77" y="119"/>
                    <a:pt x="77" y="119"/>
                  </a:cubicBezTo>
                  <a:cubicBezTo>
                    <a:pt x="75" y="121"/>
                    <a:pt x="71" y="124"/>
                    <a:pt x="68" y="125"/>
                  </a:cubicBezTo>
                  <a:cubicBezTo>
                    <a:pt x="64" y="126"/>
                    <a:pt x="56" y="127"/>
                    <a:pt x="52" y="125"/>
                  </a:cubicBezTo>
                  <a:cubicBezTo>
                    <a:pt x="49" y="124"/>
                    <a:pt x="45" y="119"/>
                    <a:pt x="43" y="116"/>
                  </a:cubicBezTo>
                  <a:cubicBezTo>
                    <a:pt x="41" y="113"/>
                    <a:pt x="39" y="107"/>
                    <a:pt x="38" y="104"/>
                  </a:cubicBezTo>
                  <a:cubicBezTo>
                    <a:pt x="37" y="101"/>
                    <a:pt x="35" y="95"/>
                    <a:pt x="35" y="91"/>
                  </a:cubicBezTo>
                  <a:cubicBezTo>
                    <a:pt x="35" y="89"/>
                    <a:pt x="37" y="86"/>
                    <a:pt x="37" y="84"/>
                  </a:cubicBezTo>
                  <a:cubicBezTo>
                    <a:pt x="37" y="82"/>
                    <a:pt x="37" y="78"/>
                    <a:pt x="36" y="76"/>
                  </a:cubicBezTo>
                  <a:cubicBezTo>
                    <a:pt x="36" y="75"/>
                    <a:pt x="32" y="74"/>
                    <a:pt x="31" y="74"/>
                  </a:cubicBezTo>
                  <a:cubicBezTo>
                    <a:pt x="29" y="73"/>
                    <a:pt x="25" y="73"/>
                    <a:pt x="24" y="71"/>
                  </a:cubicBezTo>
                  <a:cubicBezTo>
                    <a:pt x="22" y="70"/>
                    <a:pt x="21" y="67"/>
                    <a:pt x="21" y="66"/>
                  </a:cubicBezTo>
                  <a:cubicBezTo>
                    <a:pt x="20" y="64"/>
                    <a:pt x="21" y="61"/>
                    <a:pt x="21" y="59"/>
                  </a:cubicBezTo>
                  <a:cubicBezTo>
                    <a:pt x="21" y="57"/>
                    <a:pt x="22" y="54"/>
                    <a:pt x="21" y="53"/>
                  </a:cubicBezTo>
                  <a:cubicBezTo>
                    <a:pt x="20" y="51"/>
                    <a:pt x="16" y="52"/>
                    <a:pt x="15" y="51"/>
                  </a:cubicBezTo>
                  <a:cubicBezTo>
                    <a:pt x="14" y="50"/>
                    <a:pt x="11" y="49"/>
                    <a:pt x="10" y="47"/>
                  </a:cubicBezTo>
                  <a:cubicBezTo>
                    <a:pt x="9" y="46"/>
                    <a:pt x="8" y="44"/>
                    <a:pt x="8" y="43"/>
                  </a:cubicBezTo>
                  <a:cubicBezTo>
                    <a:pt x="7" y="40"/>
                    <a:pt x="6" y="36"/>
                    <a:pt x="5" y="33"/>
                  </a:cubicBezTo>
                  <a:cubicBezTo>
                    <a:pt x="4" y="31"/>
                    <a:pt x="3" y="26"/>
                    <a:pt x="2" y="23"/>
                  </a:cubicBezTo>
                  <a:cubicBezTo>
                    <a:pt x="2" y="20"/>
                    <a:pt x="2" y="13"/>
                    <a:pt x="1" y="9"/>
                  </a:cubicBezTo>
                  <a:cubicBezTo>
                    <a:pt x="1" y="9"/>
                    <a:pt x="1" y="7"/>
                    <a:pt x="0" y="5"/>
                  </a:cubicBezTo>
                  <a:cubicBezTo>
                    <a:pt x="0" y="5"/>
                    <a:pt x="0" y="5"/>
                    <a:pt x="0" y="5"/>
                  </a:cubicBezTo>
                  <a:cubicBezTo>
                    <a:pt x="2" y="5"/>
                    <a:pt x="7" y="6"/>
                    <a:pt x="9" y="6"/>
                  </a:cubicBezTo>
                  <a:cubicBezTo>
                    <a:pt x="13" y="6"/>
                    <a:pt x="21" y="4"/>
                    <a:pt x="25" y="3"/>
                  </a:cubicBezTo>
                  <a:cubicBezTo>
                    <a:pt x="28" y="2"/>
                    <a:pt x="35" y="0"/>
                    <a:pt x="38" y="0"/>
                  </a:cubicBezTo>
                  <a:cubicBezTo>
                    <a:pt x="43" y="0"/>
                    <a:pt x="52" y="2"/>
                    <a:pt x="56" y="4"/>
                  </a:cubicBezTo>
                  <a:cubicBezTo>
                    <a:pt x="63" y="6"/>
                    <a:pt x="75" y="12"/>
                    <a:pt x="82" y="14"/>
                  </a:cubicBezTo>
                  <a:cubicBezTo>
                    <a:pt x="87" y="16"/>
                    <a:pt x="98" y="20"/>
                    <a:pt x="104" y="22"/>
                  </a:cubicBezTo>
                  <a:cubicBezTo>
                    <a:pt x="109" y="23"/>
                    <a:pt x="121" y="24"/>
                    <a:pt x="127" y="23"/>
                  </a:cubicBezTo>
                  <a:cubicBezTo>
                    <a:pt x="130" y="23"/>
                    <a:pt x="136" y="20"/>
                    <a:pt x="139" y="20"/>
                  </a:cubicBezTo>
                  <a:cubicBezTo>
                    <a:pt x="141" y="19"/>
                    <a:pt x="145" y="20"/>
                    <a:pt x="147" y="20"/>
                  </a:cubicBezTo>
                  <a:cubicBezTo>
                    <a:pt x="149" y="21"/>
                    <a:pt x="154" y="22"/>
                    <a:pt x="157" y="23"/>
                  </a:cubicBezTo>
                  <a:cubicBezTo>
                    <a:pt x="161" y="25"/>
                    <a:pt x="168" y="30"/>
                    <a:pt x="172" y="32"/>
                  </a:cubicBezTo>
                  <a:cubicBezTo>
                    <a:pt x="174" y="33"/>
                    <a:pt x="179" y="33"/>
                    <a:pt x="181" y="33"/>
                  </a:cubicBezTo>
                  <a:cubicBezTo>
                    <a:pt x="183" y="33"/>
                    <a:pt x="188" y="33"/>
                    <a:pt x="190" y="33"/>
                  </a:cubicBezTo>
                  <a:cubicBezTo>
                    <a:pt x="191" y="33"/>
                    <a:pt x="192" y="33"/>
                    <a:pt x="193" y="32"/>
                  </a:cubicBezTo>
                  <a:cubicBezTo>
                    <a:pt x="194" y="33"/>
                    <a:pt x="195" y="34"/>
                    <a:pt x="196" y="35"/>
                  </a:cubicBezTo>
                  <a:cubicBezTo>
                    <a:pt x="197" y="36"/>
                    <a:pt x="197" y="40"/>
                    <a:pt x="197" y="42"/>
                  </a:cubicBezTo>
                  <a:cubicBezTo>
                    <a:pt x="198" y="44"/>
                    <a:pt x="197" y="47"/>
                    <a:pt x="197" y="49"/>
                  </a:cubicBezTo>
                  <a:cubicBezTo>
                    <a:pt x="197" y="51"/>
                    <a:pt x="194" y="55"/>
                    <a:pt x="194" y="58"/>
                  </a:cubicBezTo>
                  <a:cubicBezTo>
                    <a:pt x="194" y="60"/>
                    <a:pt x="195" y="64"/>
                    <a:pt x="196" y="66"/>
                  </a:cubicBezTo>
                  <a:cubicBezTo>
                    <a:pt x="197" y="69"/>
                    <a:pt x="200" y="74"/>
                    <a:pt x="202" y="76"/>
                  </a:cubicBezTo>
                  <a:cubicBezTo>
                    <a:pt x="203" y="77"/>
                    <a:pt x="207" y="79"/>
                    <a:pt x="209" y="80"/>
                  </a:cubicBezTo>
                  <a:cubicBezTo>
                    <a:pt x="211" y="81"/>
                    <a:pt x="216" y="83"/>
                    <a:pt x="218" y="84"/>
                  </a:cubicBezTo>
                  <a:cubicBezTo>
                    <a:pt x="219" y="84"/>
                    <a:pt x="219" y="84"/>
                    <a:pt x="220" y="85"/>
                  </a:cubicBezTo>
                  <a:cubicBezTo>
                    <a:pt x="221" y="86"/>
                    <a:pt x="222" y="88"/>
                    <a:pt x="222" y="89"/>
                  </a:cubicBezTo>
                  <a:cubicBezTo>
                    <a:pt x="224" y="91"/>
                    <a:pt x="226" y="96"/>
                    <a:pt x="228" y="98"/>
                  </a:cubicBezTo>
                  <a:cubicBezTo>
                    <a:pt x="229" y="99"/>
                    <a:pt x="234" y="101"/>
                    <a:pt x="236" y="103"/>
                  </a:cubicBezTo>
                  <a:cubicBezTo>
                    <a:pt x="238" y="105"/>
                    <a:pt x="243" y="110"/>
                    <a:pt x="246" y="111"/>
                  </a:cubicBezTo>
                  <a:cubicBezTo>
                    <a:pt x="250" y="114"/>
                    <a:pt x="258" y="116"/>
                    <a:pt x="262" y="118"/>
                  </a:cubicBezTo>
                  <a:cubicBezTo>
                    <a:pt x="265" y="119"/>
                    <a:pt x="273" y="122"/>
                    <a:pt x="276" y="123"/>
                  </a:cubicBezTo>
                  <a:cubicBezTo>
                    <a:pt x="279" y="124"/>
                    <a:pt x="283" y="127"/>
                    <a:pt x="286" y="12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111"/>
            <p:cNvSpPr>
              <a:spLocks/>
            </p:cNvSpPr>
            <p:nvPr/>
          </p:nvSpPr>
          <p:spPr bwMode="auto">
            <a:xfrm>
              <a:off x="2265363" y="4189413"/>
              <a:ext cx="22225" cy="25400"/>
            </a:xfrm>
            <a:custGeom>
              <a:avLst/>
              <a:gdLst/>
              <a:ahLst/>
              <a:cxnLst>
                <a:cxn ang="0">
                  <a:pos x="15" y="16"/>
                </a:cxn>
                <a:cxn ang="0">
                  <a:pos x="11" y="17"/>
                </a:cxn>
                <a:cxn ang="0">
                  <a:pos x="8" y="14"/>
                </a:cxn>
                <a:cxn ang="0">
                  <a:pos x="7" y="10"/>
                </a:cxn>
                <a:cxn ang="0">
                  <a:pos x="3" y="7"/>
                </a:cxn>
                <a:cxn ang="0">
                  <a:pos x="1" y="4"/>
                </a:cxn>
                <a:cxn ang="0">
                  <a:pos x="1" y="1"/>
                </a:cxn>
                <a:cxn ang="0">
                  <a:pos x="5" y="0"/>
                </a:cxn>
                <a:cxn ang="0">
                  <a:pos x="8" y="2"/>
                </a:cxn>
                <a:cxn ang="0">
                  <a:pos x="11" y="6"/>
                </a:cxn>
                <a:cxn ang="0">
                  <a:pos x="14" y="9"/>
                </a:cxn>
                <a:cxn ang="0">
                  <a:pos x="15" y="13"/>
                </a:cxn>
                <a:cxn ang="0">
                  <a:pos x="15" y="16"/>
                </a:cxn>
              </a:cxnLst>
              <a:rect l="0" t="0" r="r" b="b"/>
              <a:pathLst>
                <a:path w="15" h="17">
                  <a:moveTo>
                    <a:pt x="15" y="16"/>
                  </a:moveTo>
                  <a:cubicBezTo>
                    <a:pt x="14" y="17"/>
                    <a:pt x="12" y="17"/>
                    <a:pt x="11" y="17"/>
                  </a:cubicBezTo>
                  <a:cubicBezTo>
                    <a:pt x="10" y="16"/>
                    <a:pt x="8" y="15"/>
                    <a:pt x="8" y="14"/>
                  </a:cubicBezTo>
                  <a:cubicBezTo>
                    <a:pt x="7" y="13"/>
                    <a:pt x="7" y="11"/>
                    <a:pt x="7" y="10"/>
                  </a:cubicBezTo>
                  <a:cubicBezTo>
                    <a:pt x="6" y="9"/>
                    <a:pt x="4" y="8"/>
                    <a:pt x="3" y="7"/>
                  </a:cubicBezTo>
                  <a:cubicBezTo>
                    <a:pt x="3" y="7"/>
                    <a:pt x="1" y="5"/>
                    <a:pt x="1" y="4"/>
                  </a:cubicBezTo>
                  <a:cubicBezTo>
                    <a:pt x="1" y="3"/>
                    <a:pt x="0" y="1"/>
                    <a:pt x="1" y="1"/>
                  </a:cubicBezTo>
                  <a:cubicBezTo>
                    <a:pt x="1" y="0"/>
                    <a:pt x="4" y="0"/>
                    <a:pt x="5" y="0"/>
                  </a:cubicBezTo>
                  <a:cubicBezTo>
                    <a:pt x="6" y="0"/>
                    <a:pt x="7" y="1"/>
                    <a:pt x="8" y="2"/>
                  </a:cubicBezTo>
                  <a:cubicBezTo>
                    <a:pt x="9" y="3"/>
                    <a:pt x="11" y="5"/>
                    <a:pt x="11" y="6"/>
                  </a:cubicBezTo>
                  <a:cubicBezTo>
                    <a:pt x="12" y="7"/>
                    <a:pt x="14" y="9"/>
                    <a:pt x="14" y="9"/>
                  </a:cubicBezTo>
                  <a:cubicBezTo>
                    <a:pt x="15" y="10"/>
                    <a:pt x="15" y="12"/>
                    <a:pt x="15" y="13"/>
                  </a:cubicBezTo>
                  <a:cubicBezTo>
                    <a:pt x="15" y="14"/>
                    <a:pt x="15" y="16"/>
                    <a:pt x="15"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112"/>
            <p:cNvSpPr>
              <a:spLocks/>
            </p:cNvSpPr>
            <p:nvPr/>
          </p:nvSpPr>
          <p:spPr bwMode="auto">
            <a:xfrm>
              <a:off x="2108201" y="3938588"/>
              <a:ext cx="84138" cy="120650"/>
            </a:xfrm>
            <a:custGeom>
              <a:avLst/>
              <a:gdLst/>
              <a:ahLst/>
              <a:cxnLst>
                <a:cxn ang="0">
                  <a:pos x="55" y="38"/>
                </a:cxn>
                <a:cxn ang="0">
                  <a:pos x="48" y="37"/>
                </a:cxn>
                <a:cxn ang="0">
                  <a:pos x="44" y="33"/>
                </a:cxn>
                <a:cxn ang="0">
                  <a:pos x="40" y="28"/>
                </a:cxn>
                <a:cxn ang="0">
                  <a:pos x="35" y="24"/>
                </a:cxn>
                <a:cxn ang="0">
                  <a:pos x="29" y="19"/>
                </a:cxn>
                <a:cxn ang="0">
                  <a:pos x="26" y="9"/>
                </a:cxn>
                <a:cxn ang="0">
                  <a:pos x="22" y="5"/>
                </a:cxn>
                <a:cxn ang="0">
                  <a:pos x="19" y="1"/>
                </a:cxn>
                <a:cxn ang="0">
                  <a:pos x="13" y="1"/>
                </a:cxn>
                <a:cxn ang="0">
                  <a:pos x="9" y="6"/>
                </a:cxn>
                <a:cxn ang="0">
                  <a:pos x="4" y="13"/>
                </a:cxn>
                <a:cxn ang="0">
                  <a:pos x="1" y="20"/>
                </a:cxn>
                <a:cxn ang="0">
                  <a:pos x="7" y="23"/>
                </a:cxn>
                <a:cxn ang="0">
                  <a:pos x="10" y="31"/>
                </a:cxn>
                <a:cxn ang="0">
                  <a:pos x="11" y="40"/>
                </a:cxn>
                <a:cxn ang="0">
                  <a:pos x="7" y="49"/>
                </a:cxn>
                <a:cxn ang="0">
                  <a:pos x="7" y="58"/>
                </a:cxn>
                <a:cxn ang="0">
                  <a:pos x="12" y="66"/>
                </a:cxn>
                <a:cxn ang="0">
                  <a:pos x="17" y="69"/>
                </a:cxn>
                <a:cxn ang="0">
                  <a:pos x="22" y="71"/>
                </a:cxn>
                <a:cxn ang="0">
                  <a:pos x="24" y="76"/>
                </a:cxn>
                <a:cxn ang="0">
                  <a:pos x="30" y="76"/>
                </a:cxn>
                <a:cxn ang="0">
                  <a:pos x="35" y="74"/>
                </a:cxn>
                <a:cxn ang="0">
                  <a:pos x="37" y="77"/>
                </a:cxn>
                <a:cxn ang="0">
                  <a:pos x="41" y="79"/>
                </a:cxn>
                <a:cxn ang="0">
                  <a:pos x="45" y="75"/>
                </a:cxn>
                <a:cxn ang="0">
                  <a:pos x="44" y="67"/>
                </a:cxn>
                <a:cxn ang="0">
                  <a:pos x="45" y="59"/>
                </a:cxn>
                <a:cxn ang="0">
                  <a:pos x="50" y="52"/>
                </a:cxn>
                <a:cxn ang="0">
                  <a:pos x="54" y="49"/>
                </a:cxn>
                <a:cxn ang="0">
                  <a:pos x="56" y="44"/>
                </a:cxn>
                <a:cxn ang="0">
                  <a:pos x="55" y="38"/>
                </a:cxn>
              </a:cxnLst>
              <a:rect l="0" t="0" r="r" b="b"/>
              <a:pathLst>
                <a:path w="56" h="79">
                  <a:moveTo>
                    <a:pt x="55" y="38"/>
                  </a:moveTo>
                  <a:cubicBezTo>
                    <a:pt x="54" y="37"/>
                    <a:pt x="50" y="38"/>
                    <a:pt x="48" y="37"/>
                  </a:cubicBezTo>
                  <a:cubicBezTo>
                    <a:pt x="47" y="37"/>
                    <a:pt x="45" y="34"/>
                    <a:pt x="44" y="33"/>
                  </a:cubicBezTo>
                  <a:cubicBezTo>
                    <a:pt x="43" y="32"/>
                    <a:pt x="42" y="29"/>
                    <a:pt x="40" y="28"/>
                  </a:cubicBezTo>
                  <a:cubicBezTo>
                    <a:pt x="39" y="27"/>
                    <a:pt x="36" y="25"/>
                    <a:pt x="35" y="24"/>
                  </a:cubicBezTo>
                  <a:cubicBezTo>
                    <a:pt x="34" y="23"/>
                    <a:pt x="30" y="21"/>
                    <a:pt x="29" y="19"/>
                  </a:cubicBezTo>
                  <a:cubicBezTo>
                    <a:pt x="28" y="17"/>
                    <a:pt x="27" y="11"/>
                    <a:pt x="26" y="9"/>
                  </a:cubicBezTo>
                  <a:cubicBezTo>
                    <a:pt x="25" y="8"/>
                    <a:pt x="23" y="6"/>
                    <a:pt x="22" y="5"/>
                  </a:cubicBezTo>
                  <a:cubicBezTo>
                    <a:pt x="21" y="4"/>
                    <a:pt x="21" y="1"/>
                    <a:pt x="19" y="1"/>
                  </a:cubicBezTo>
                  <a:cubicBezTo>
                    <a:pt x="18" y="0"/>
                    <a:pt x="14" y="0"/>
                    <a:pt x="13" y="1"/>
                  </a:cubicBezTo>
                  <a:cubicBezTo>
                    <a:pt x="12" y="2"/>
                    <a:pt x="10" y="5"/>
                    <a:pt x="9" y="6"/>
                  </a:cubicBezTo>
                  <a:cubicBezTo>
                    <a:pt x="8" y="8"/>
                    <a:pt x="5" y="11"/>
                    <a:pt x="4" y="13"/>
                  </a:cubicBezTo>
                  <a:cubicBezTo>
                    <a:pt x="3" y="15"/>
                    <a:pt x="0" y="18"/>
                    <a:pt x="1" y="20"/>
                  </a:cubicBezTo>
                  <a:cubicBezTo>
                    <a:pt x="1" y="21"/>
                    <a:pt x="5" y="22"/>
                    <a:pt x="7" y="23"/>
                  </a:cubicBezTo>
                  <a:cubicBezTo>
                    <a:pt x="8" y="24"/>
                    <a:pt x="9" y="29"/>
                    <a:pt x="10" y="31"/>
                  </a:cubicBezTo>
                  <a:cubicBezTo>
                    <a:pt x="10" y="33"/>
                    <a:pt x="11" y="38"/>
                    <a:pt x="11" y="40"/>
                  </a:cubicBezTo>
                  <a:cubicBezTo>
                    <a:pt x="11" y="43"/>
                    <a:pt x="7" y="47"/>
                    <a:pt x="7" y="49"/>
                  </a:cubicBezTo>
                  <a:cubicBezTo>
                    <a:pt x="6" y="51"/>
                    <a:pt x="6" y="56"/>
                    <a:pt x="7" y="58"/>
                  </a:cubicBezTo>
                  <a:cubicBezTo>
                    <a:pt x="7" y="61"/>
                    <a:pt x="10" y="64"/>
                    <a:pt x="12" y="66"/>
                  </a:cubicBezTo>
                  <a:cubicBezTo>
                    <a:pt x="13" y="67"/>
                    <a:pt x="16" y="69"/>
                    <a:pt x="17" y="69"/>
                  </a:cubicBezTo>
                  <a:cubicBezTo>
                    <a:pt x="18" y="70"/>
                    <a:pt x="21" y="70"/>
                    <a:pt x="22" y="71"/>
                  </a:cubicBezTo>
                  <a:cubicBezTo>
                    <a:pt x="23" y="72"/>
                    <a:pt x="23" y="75"/>
                    <a:pt x="24" y="76"/>
                  </a:cubicBezTo>
                  <a:cubicBezTo>
                    <a:pt x="26" y="77"/>
                    <a:pt x="29" y="76"/>
                    <a:pt x="30" y="76"/>
                  </a:cubicBezTo>
                  <a:cubicBezTo>
                    <a:pt x="31" y="76"/>
                    <a:pt x="34" y="74"/>
                    <a:pt x="35" y="74"/>
                  </a:cubicBezTo>
                  <a:cubicBezTo>
                    <a:pt x="36" y="75"/>
                    <a:pt x="36" y="77"/>
                    <a:pt x="37" y="77"/>
                  </a:cubicBezTo>
                  <a:cubicBezTo>
                    <a:pt x="38" y="78"/>
                    <a:pt x="40" y="79"/>
                    <a:pt x="41" y="79"/>
                  </a:cubicBezTo>
                  <a:cubicBezTo>
                    <a:pt x="43" y="79"/>
                    <a:pt x="44" y="76"/>
                    <a:pt x="45" y="75"/>
                  </a:cubicBezTo>
                  <a:cubicBezTo>
                    <a:pt x="45" y="73"/>
                    <a:pt x="44" y="69"/>
                    <a:pt x="44" y="67"/>
                  </a:cubicBezTo>
                  <a:cubicBezTo>
                    <a:pt x="44" y="65"/>
                    <a:pt x="44" y="61"/>
                    <a:pt x="45" y="59"/>
                  </a:cubicBezTo>
                  <a:cubicBezTo>
                    <a:pt x="45" y="57"/>
                    <a:pt x="49" y="54"/>
                    <a:pt x="50" y="52"/>
                  </a:cubicBezTo>
                  <a:cubicBezTo>
                    <a:pt x="51" y="51"/>
                    <a:pt x="54" y="50"/>
                    <a:pt x="54" y="49"/>
                  </a:cubicBezTo>
                  <a:cubicBezTo>
                    <a:pt x="55" y="48"/>
                    <a:pt x="56" y="45"/>
                    <a:pt x="56" y="44"/>
                  </a:cubicBezTo>
                  <a:cubicBezTo>
                    <a:pt x="56" y="43"/>
                    <a:pt x="56" y="39"/>
                    <a:pt x="55" y="3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113"/>
            <p:cNvSpPr>
              <a:spLocks/>
            </p:cNvSpPr>
            <p:nvPr/>
          </p:nvSpPr>
          <p:spPr bwMode="auto">
            <a:xfrm>
              <a:off x="2197101" y="3482975"/>
              <a:ext cx="30163" cy="25400"/>
            </a:xfrm>
            <a:custGeom>
              <a:avLst/>
              <a:gdLst/>
              <a:ahLst/>
              <a:cxnLst>
                <a:cxn ang="0">
                  <a:pos x="13" y="17"/>
                </a:cxn>
                <a:cxn ang="0">
                  <a:pos x="6" y="13"/>
                </a:cxn>
                <a:cxn ang="0">
                  <a:pos x="3" y="10"/>
                </a:cxn>
                <a:cxn ang="0">
                  <a:pos x="1" y="5"/>
                </a:cxn>
                <a:cxn ang="0">
                  <a:pos x="1" y="1"/>
                </a:cxn>
                <a:cxn ang="0">
                  <a:pos x="4" y="0"/>
                </a:cxn>
                <a:cxn ang="0">
                  <a:pos x="8" y="2"/>
                </a:cxn>
                <a:cxn ang="0">
                  <a:pos x="16" y="3"/>
                </a:cxn>
                <a:cxn ang="0">
                  <a:pos x="19" y="9"/>
                </a:cxn>
                <a:cxn ang="0">
                  <a:pos x="18" y="14"/>
                </a:cxn>
                <a:cxn ang="0">
                  <a:pos x="13" y="17"/>
                </a:cxn>
              </a:cxnLst>
              <a:rect l="0" t="0" r="r" b="b"/>
              <a:pathLst>
                <a:path w="19" h="17">
                  <a:moveTo>
                    <a:pt x="13" y="17"/>
                  </a:moveTo>
                  <a:cubicBezTo>
                    <a:pt x="11" y="17"/>
                    <a:pt x="7" y="15"/>
                    <a:pt x="6" y="13"/>
                  </a:cubicBezTo>
                  <a:cubicBezTo>
                    <a:pt x="5" y="13"/>
                    <a:pt x="4" y="11"/>
                    <a:pt x="3" y="10"/>
                  </a:cubicBezTo>
                  <a:cubicBezTo>
                    <a:pt x="3" y="9"/>
                    <a:pt x="2" y="7"/>
                    <a:pt x="1" y="5"/>
                  </a:cubicBezTo>
                  <a:cubicBezTo>
                    <a:pt x="1" y="4"/>
                    <a:pt x="0" y="2"/>
                    <a:pt x="1" y="1"/>
                  </a:cubicBezTo>
                  <a:cubicBezTo>
                    <a:pt x="2" y="0"/>
                    <a:pt x="3" y="0"/>
                    <a:pt x="4" y="0"/>
                  </a:cubicBezTo>
                  <a:cubicBezTo>
                    <a:pt x="5" y="0"/>
                    <a:pt x="7" y="1"/>
                    <a:pt x="8" y="2"/>
                  </a:cubicBezTo>
                  <a:cubicBezTo>
                    <a:pt x="9" y="2"/>
                    <a:pt x="14" y="2"/>
                    <a:pt x="16" y="3"/>
                  </a:cubicBezTo>
                  <a:cubicBezTo>
                    <a:pt x="17" y="4"/>
                    <a:pt x="19" y="7"/>
                    <a:pt x="19" y="9"/>
                  </a:cubicBezTo>
                  <a:cubicBezTo>
                    <a:pt x="19" y="10"/>
                    <a:pt x="19" y="13"/>
                    <a:pt x="18" y="14"/>
                  </a:cubicBezTo>
                  <a:cubicBezTo>
                    <a:pt x="17" y="15"/>
                    <a:pt x="15" y="17"/>
                    <a:pt x="13"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114"/>
            <p:cNvSpPr>
              <a:spLocks/>
            </p:cNvSpPr>
            <p:nvPr/>
          </p:nvSpPr>
          <p:spPr bwMode="auto">
            <a:xfrm>
              <a:off x="2278063" y="3452813"/>
              <a:ext cx="25400" cy="12700"/>
            </a:xfrm>
            <a:custGeom>
              <a:avLst/>
              <a:gdLst/>
              <a:ahLst/>
              <a:cxnLst>
                <a:cxn ang="0">
                  <a:pos x="15" y="3"/>
                </a:cxn>
                <a:cxn ang="0">
                  <a:pos x="9" y="9"/>
                </a:cxn>
                <a:cxn ang="0">
                  <a:pos x="3" y="8"/>
                </a:cxn>
                <a:cxn ang="0">
                  <a:pos x="0" y="5"/>
                </a:cxn>
                <a:cxn ang="0">
                  <a:pos x="3" y="2"/>
                </a:cxn>
                <a:cxn ang="0">
                  <a:pos x="9" y="1"/>
                </a:cxn>
                <a:cxn ang="0">
                  <a:pos x="15" y="3"/>
                </a:cxn>
              </a:cxnLst>
              <a:rect l="0" t="0" r="r" b="b"/>
              <a:pathLst>
                <a:path w="16" h="9">
                  <a:moveTo>
                    <a:pt x="15" y="3"/>
                  </a:moveTo>
                  <a:cubicBezTo>
                    <a:pt x="16" y="5"/>
                    <a:pt x="11" y="8"/>
                    <a:pt x="9" y="9"/>
                  </a:cubicBezTo>
                  <a:cubicBezTo>
                    <a:pt x="8" y="9"/>
                    <a:pt x="4" y="9"/>
                    <a:pt x="3" y="8"/>
                  </a:cubicBezTo>
                  <a:cubicBezTo>
                    <a:pt x="2" y="8"/>
                    <a:pt x="0" y="6"/>
                    <a:pt x="0" y="5"/>
                  </a:cubicBezTo>
                  <a:cubicBezTo>
                    <a:pt x="0" y="4"/>
                    <a:pt x="2" y="2"/>
                    <a:pt x="3" y="2"/>
                  </a:cubicBezTo>
                  <a:cubicBezTo>
                    <a:pt x="5" y="1"/>
                    <a:pt x="8" y="0"/>
                    <a:pt x="9" y="1"/>
                  </a:cubicBezTo>
                  <a:cubicBezTo>
                    <a:pt x="11" y="1"/>
                    <a:pt x="15" y="1"/>
                    <a:pt x="15"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115"/>
            <p:cNvSpPr>
              <a:spLocks/>
            </p:cNvSpPr>
            <p:nvPr/>
          </p:nvSpPr>
          <p:spPr bwMode="auto">
            <a:xfrm>
              <a:off x="2308226" y="3438525"/>
              <a:ext cx="82550" cy="34925"/>
            </a:xfrm>
            <a:custGeom>
              <a:avLst/>
              <a:gdLst/>
              <a:ahLst/>
              <a:cxnLst>
                <a:cxn ang="0">
                  <a:pos x="47" y="11"/>
                </a:cxn>
                <a:cxn ang="0">
                  <a:pos x="54" y="6"/>
                </a:cxn>
                <a:cxn ang="0">
                  <a:pos x="49" y="2"/>
                </a:cxn>
                <a:cxn ang="0">
                  <a:pos x="41" y="0"/>
                </a:cxn>
                <a:cxn ang="0">
                  <a:pos x="34" y="4"/>
                </a:cxn>
                <a:cxn ang="0">
                  <a:pos x="27" y="5"/>
                </a:cxn>
                <a:cxn ang="0">
                  <a:pos x="20" y="10"/>
                </a:cxn>
                <a:cxn ang="0">
                  <a:pos x="14" y="15"/>
                </a:cxn>
                <a:cxn ang="0">
                  <a:pos x="9" y="17"/>
                </a:cxn>
                <a:cxn ang="0">
                  <a:pos x="5" y="18"/>
                </a:cxn>
                <a:cxn ang="0">
                  <a:pos x="0" y="19"/>
                </a:cxn>
                <a:cxn ang="0">
                  <a:pos x="3" y="20"/>
                </a:cxn>
                <a:cxn ang="0">
                  <a:pos x="9" y="21"/>
                </a:cxn>
                <a:cxn ang="0">
                  <a:pos x="12" y="19"/>
                </a:cxn>
                <a:cxn ang="0">
                  <a:pos x="20" y="18"/>
                </a:cxn>
                <a:cxn ang="0">
                  <a:pos x="24" y="18"/>
                </a:cxn>
                <a:cxn ang="0">
                  <a:pos x="27" y="23"/>
                </a:cxn>
                <a:cxn ang="0">
                  <a:pos x="30" y="21"/>
                </a:cxn>
                <a:cxn ang="0">
                  <a:pos x="33" y="17"/>
                </a:cxn>
                <a:cxn ang="0">
                  <a:pos x="32" y="11"/>
                </a:cxn>
                <a:cxn ang="0">
                  <a:pos x="37" y="10"/>
                </a:cxn>
                <a:cxn ang="0">
                  <a:pos x="42" y="10"/>
                </a:cxn>
                <a:cxn ang="0">
                  <a:pos x="47" y="11"/>
                </a:cxn>
              </a:cxnLst>
              <a:rect l="0" t="0" r="r" b="b"/>
              <a:pathLst>
                <a:path w="54" h="23">
                  <a:moveTo>
                    <a:pt x="47" y="11"/>
                  </a:moveTo>
                  <a:cubicBezTo>
                    <a:pt x="49" y="11"/>
                    <a:pt x="54" y="8"/>
                    <a:pt x="54" y="6"/>
                  </a:cubicBezTo>
                  <a:cubicBezTo>
                    <a:pt x="54" y="5"/>
                    <a:pt x="51" y="2"/>
                    <a:pt x="49" y="2"/>
                  </a:cubicBezTo>
                  <a:cubicBezTo>
                    <a:pt x="47" y="1"/>
                    <a:pt x="43" y="0"/>
                    <a:pt x="41" y="0"/>
                  </a:cubicBezTo>
                  <a:cubicBezTo>
                    <a:pt x="39" y="0"/>
                    <a:pt x="36" y="3"/>
                    <a:pt x="34" y="4"/>
                  </a:cubicBezTo>
                  <a:cubicBezTo>
                    <a:pt x="33" y="4"/>
                    <a:pt x="29" y="4"/>
                    <a:pt x="27" y="5"/>
                  </a:cubicBezTo>
                  <a:cubicBezTo>
                    <a:pt x="25" y="5"/>
                    <a:pt x="22" y="9"/>
                    <a:pt x="20" y="10"/>
                  </a:cubicBezTo>
                  <a:cubicBezTo>
                    <a:pt x="19" y="11"/>
                    <a:pt x="16" y="14"/>
                    <a:pt x="14" y="15"/>
                  </a:cubicBezTo>
                  <a:cubicBezTo>
                    <a:pt x="13" y="15"/>
                    <a:pt x="11" y="16"/>
                    <a:pt x="9" y="17"/>
                  </a:cubicBezTo>
                  <a:cubicBezTo>
                    <a:pt x="8" y="17"/>
                    <a:pt x="6" y="18"/>
                    <a:pt x="5" y="18"/>
                  </a:cubicBezTo>
                  <a:cubicBezTo>
                    <a:pt x="4" y="18"/>
                    <a:pt x="1" y="17"/>
                    <a:pt x="0" y="19"/>
                  </a:cubicBezTo>
                  <a:cubicBezTo>
                    <a:pt x="0" y="19"/>
                    <a:pt x="2" y="20"/>
                    <a:pt x="3" y="20"/>
                  </a:cubicBezTo>
                  <a:cubicBezTo>
                    <a:pt x="4" y="21"/>
                    <a:pt x="8" y="22"/>
                    <a:pt x="9" y="21"/>
                  </a:cubicBezTo>
                  <a:cubicBezTo>
                    <a:pt x="10" y="21"/>
                    <a:pt x="11" y="19"/>
                    <a:pt x="12" y="19"/>
                  </a:cubicBezTo>
                  <a:cubicBezTo>
                    <a:pt x="14" y="18"/>
                    <a:pt x="18" y="18"/>
                    <a:pt x="20" y="18"/>
                  </a:cubicBezTo>
                  <a:cubicBezTo>
                    <a:pt x="21" y="18"/>
                    <a:pt x="23" y="18"/>
                    <a:pt x="24" y="18"/>
                  </a:cubicBezTo>
                  <a:cubicBezTo>
                    <a:pt x="25" y="19"/>
                    <a:pt x="26" y="22"/>
                    <a:pt x="27" y="23"/>
                  </a:cubicBezTo>
                  <a:cubicBezTo>
                    <a:pt x="28" y="23"/>
                    <a:pt x="30" y="22"/>
                    <a:pt x="30" y="21"/>
                  </a:cubicBezTo>
                  <a:cubicBezTo>
                    <a:pt x="31" y="20"/>
                    <a:pt x="32" y="18"/>
                    <a:pt x="33" y="17"/>
                  </a:cubicBezTo>
                  <a:cubicBezTo>
                    <a:pt x="33" y="15"/>
                    <a:pt x="31" y="12"/>
                    <a:pt x="32" y="11"/>
                  </a:cubicBezTo>
                  <a:cubicBezTo>
                    <a:pt x="33" y="10"/>
                    <a:pt x="36" y="10"/>
                    <a:pt x="37" y="10"/>
                  </a:cubicBezTo>
                  <a:cubicBezTo>
                    <a:pt x="38" y="9"/>
                    <a:pt x="40" y="10"/>
                    <a:pt x="42" y="10"/>
                  </a:cubicBezTo>
                  <a:cubicBezTo>
                    <a:pt x="43" y="10"/>
                    <a:pt x="46" y="11"/>
                    <a:pt x="47" y="1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116"/>
            <p:cNvSpPr>
              <a:spLocks/>
            </p:cNvSpPr>
            <p:nvPr/>
          </p:nvSpPr>
          <p:spPr bwMode="auto">
            <a:xfrm>
              <a:off x="2341563" y="3346450"/>
              <a:ext cx="30163" cy="25400"/>
            </a:xfrm>
            <a:custGeom>
              <a:avLst/>
              <a:gdLst/>
              <a:ahLst/>
              <a:cxnLst>
                <a:cxn ang="0">
                  <a:pos x="14" y="16"/>
                </a:cxn>
                <a:cxn ang="0">
                  <a:pos x="17" y="15"/>
                </a:cxn>
                <a:cxn ang="0">
                  <a:pos x="20" y="12"/>
                </a:cxn>
                <a:cxn ang="0">
                  <a:pos x="18" y="7"/>
                </a:cxn>
                <a:cxn ang="0">
                  <a:pos x="14" y="5"/>
                </a:cxn>
                <a:cxn ang="0">
                  <a:pos x="12" y="3"/>
                </a:cxn>
                <a:cxn ang="0">
                  <a:pos x="10" y="0"/>
                </a:cxn>
                <a:cxn ang="0">
                  <a:pos x="7" y="1"/>
                </a:cxn>
                <a:cxn ang="0">
                  <a:pos x="6" y="4"/>
                </a:cxn>
                <a:cxn ang="0">
                  <a:pos x="3" y="5"/>
                </a:cxn>
                <a:cxn ang="0">
                  <a:pos x="0" y="8"/>
                </a:cxn>
                <a:cxn ang="0">
                  <a:pos x="2" y="12"/>
                </a:cxn>
                <a:cxn ang="0">
                  <a:pos x="6" y="14"/>
                </a:cxn>
                <a:cxn ang="0">
                  <a:pos x="8" y="16"/>
                </a:cxn>
                <a:cxn ang="0">
                  <a:pos x="12" y="16"/>
                </a:cxn>
                <a:cxn ang="0">
                  <a:pos x="14" y="16"/>
                </a:cxn>
              </a:cxnLst>
              <a:rect l="0" t="0" r="r" b="b"/>
              <a:pathLst>
                <a:path w="20" h="16">
                  <a:moveTo>
                    <a:pt x="14" y="16"/>
                  </a:moveTo>
                  <a:cubicBezTo>
                    <a:pt x="15" y="16"/>
                    <a:pt x="17" y="15"/>
                    <a:pt x="17" y="15"/>
                  </a:cubicBezTo>
                  <a:cubicBezTo>
                    <a:pt x="18" y="15"/>
                    <a:pt x="20" y="13"/>
                    <a:pt x="20" y="12"/>
                  </a:cubicBezTo>
                  <a:cubicBezTo>
                    <a:pt x="20" y="11"/>
                    <a:pt x="19" y="8"/>
                    <a:pt x="18" y="7"/>
                  </a:cubicBezTo>
                  <a:cubicBezTo>
                    <a:pt x="17" y="6"/>
                    <a:pt x="15" y="6"/>
                    <a:pt x="14" y="5"/>
                  </a:cubicBezTo>
                  <a:cubicBezTo>
                    <a:pt x="13" y="5"/>
                    <a:pt x="12" y="3"/>
                    <a:pt x="12" y="3"/>
                  </a:cubicBezTo>
                  <a:cubicBezTo>
                    <a:pt x="11" y="2"/>
                    <a:pt x="11" y="1"/>
                    <a:pt x="10" y="0"/>
                  </a:cubicBezTo>
                  <a:cubicBezTo>
                    <a:pt x="9" y="0"/>
                    <a:pt x="8" y="1"/>
                    <a:pt x="7" y="1"/>
                  </a:cubicBezTo>
                  <a:cubicBezTo>
                    <a:pt x="7" y="1"/>
                    <a:pt x="6" y="3"/>
                    <a:pt x="6" y="4"/>
                  </a:cubicBezTo>
                  <a:cubicBezTo>
                    <a:pt x="5" y="4"/>
                    <a:pt x="3" y="5"/>
                    <a:pt x="3" y="5"/>
                  </a:cubicBezTo>
                  <a:cubicBezTo>
                    <a:pt x="2" y="6"/>
                    <a:pt x="0" y="7"/>
                    <a:pt x="0" y="8"/>
                  </a:cubicBezTo>
                  <a:cubicBezTo>
                    <a:pt x="0" y="9"/>
                    <a:pt x="1" y="11"/>
                    <a:pt x="2" y="12"/>
                  </a:cubicBezTo>
                  <a:cubicBezTo>
                    <a:pt x="3" y="12"/>
                    <a:pt x="5" y="13"/>
                    <a:pt x="6" y="14"/>
                  </a:cubicBezTo>
                  <a:cubicBezTo>
                    <a:pt x="7" y="14"/>
                    <a:pt x="7" y="15"/>
                    <a:pt x="8" y="16"/>
                  </a:cubicBezTo>
                  <a:cubicBezTo>
                    <a:pt x="9" y="16"/>
                    <a:pt x="11" y="16"/>
                    <a:pt x="12" y="16"/>
                  </a:cubicBezTo>
                  <a:cubicBezTo>
                    <a:pt x="12" y="16"/>
                    <a:pt x="13" y="16"/>
                    <a:pt x="14" y="1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117"/>
            <p:cNvSpPr>
              <a:spLocks/>
            </p:cNvSpPr>
            <p:nvPr/>
          </p:nvSpPr>
          <p:spPr bwMode="auto">
            <a:xfrm>
              <a:off x="2290763" y="3259138"/>
              <a:ext cx="20638" cy="26988"/>
            </a:xfrm>
            <a:custGeom>
              <a:avLst/>
              <a:gdLst/>
              <a:ahLst/>
              <a:cxnLst>
                <a:cxn ang="0">
                  <a:pos x="5" y="17"/>
                </a:cxn>
                <a:cxn ang="0">
                  <a:pos x="7" y="13"/>
                </a:cxn>
                <a:cxn ang="0">
                  <a:pos x="10" y="9"/>
                </a:cxn>
                <a:cxn ang="0">
                  <a:pos x="12" y="5"/>
                </a:cxn>
                <a:cxn ang="0">
                  <a:pos x="11" y="0"/>
                </a:cxn>
                <a:cxn ang="0">
                  <a:pos x="6" y="2"/>
                </a:cxn>
                <a:cxn ang="0">
                  <a:pos x="4" y="6"/>
                </a:cxn>
                <a:cxn ang="0">
                  <a:pos x="1" y="8"/>
                </a:cxn>
                <a:cxn ang="0">
                  <a:pos x="0" y="12"/>
                </a:cxn>
                <a:cxn ang="0">
                  <a:pos x="1" y="17"/>
                </a:cxn>
                <a:cxn ang="0">
                  <a:pos x="5" y="17"/>
                </a:cxn>
              </a:cxnLst>
              <a:rect l="0" t="0" r="r" b="b"/>
              <a:pathLst>
                <a:path w="13" h="18">
                  <a:moveTo>
                    <a:pt x="5" y="17"/>
                  </a:moveTo>
                  <a:cubicBezTo>
                    <a:pt x="6" y="16"/>
                    <a:pt x="6" y="14"/>
                    <a:pt x="7" y="13"/>
                  </a:cubicBezTo>
                  <a:cubicBezTo>
                    <a:pt x="7" y="12"/>
                    <a:pt x="9" y="10"/>
                    <a:pt x="10" y="9"/>
                  </a:cubicBezTo>
                  <a:cubicBezTo>
                    <a:pt x="11" y="8"/>
                    <a:pt x="12" y="6"/>
                    <a:pt x="12" y="5"/>
                  </a:cubicBezTo>
                  <a:cubicBezTo>
                    <a:pt x="13" y="4"/>
                    <a:pt x="12" y="1"/>
                    <a:pt x="11" y="0"/>
                  </a:cubicBezTo>
                  <a:cubicBezTo>
                    <a:pt x="10" y="0"/>
                    <a:pt x="7" y="1"/>
                    <a:pt x="6" y="2"/>
                  </a:cubicBezTo>
                  <a:cubicBezTo>
                    <a:pt x="5" y="2"/>
                    <a:pt x="5" y="5"/>
                    <a:pt x="4" y="6"/>
                  </a:cubicBezTo>
                  <a:cubicBezTo>
                    <a:pt x="3" y="6"/>
                    <a:pt x="2" y="7"/>
                    <a:pt x="1" y="8"/>
                  </a:cubicBezTo>
                  <a:cubicBezTo>
                    <a:pt x="0" y="9"/>
                    <a:pt x="0" y="11"/>
                    <a:pt x="0" y="12"/>
                  </a:cubicBezTo>
                  <a:cubicBezTo>
                    <a:pt x="0" y="13"/>
                    <a:pt x="0" y="16"/>
                    <a:pt x="1" y="17"/>
                  </a:cubicBezTo>
                  <a:cubicBezTo>
                    <a:pt x="2" y="18"/>
                    <a:pt x="4" y="17"/>
                    <a:pt x="5"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118"/>
            <p:cNvSpPr>
              <a:spLocks/>
            </p:cNvSpPr>
            <p:nvPr/>
          </p:nvSpPr>
          <p:spPr bwMode="auto">
            <a:xfrm>
              <a:off x="2336801" y="3230563"/>
              <a:ext cx="55563" cy="49213"/>
            </a:xfrm>
            <a:custGeom>
              <a:avLst/>
              <a:gdLst/>
              <a:ahLst/>
              <a:cxnLst>
                <a:cxn ang="0">
                  <a:pos x="19" y="28"/>
                </a:cxn>
                <a:cxn ang="0">
                  <a:pos x="24" y="22"/>
                </a:cxn>
                <a:cxn ang="0">
                  <a:pos x="26" y="17"/>
                </a:cxn>
                <a:cxn ang="0">
                  <a:pos x="26" y="12"/>
                </a:cxn>
                <a:cxn ang="0">
                  <a:pos x="30" y="11"/>
                </a:cxn>
                <a:cxn ang="0">
                  <a:pos x="35" y="7"/>
                </a:cxn>
                <a:cxn ang="0">
                  <a:pos x="32" y="1"/>
                </a:cxn>
                <a:cxn ang="0">
                  <a:pos x="25" y="0"/>
                </a:cxn>
                <a:cxn ang="0">
                  <a:pos x="17" y="3"/>
                </a:cxn>
                <a:cxn ang="0">
                  <a:pos x="11" y="4"/>
                </a:cxn>
                <a:cxn ang="0">
                  <a:pos x="7" y="3"/>
                </a:cxn>
                <a:cxn ang="0">
                  <a:pos x="2" y="5"/>
                </a:cxn>
                <a:cxn ang="0">
                  <a:pos x="0" y="12"/>
                </a:cxn>
                <a:cxn ang="0">
                  <a:pos x="1" y="16"/>
                </a:cxn>
                <a:cxn ang="0">
                  <a:pos x="6" y="20"/>
                </a:cxn>
                <a:cxn ang="0">
                  <a:pos x="9" y="22"/>
                </a:cxn>
                <a:cxn ang="0">
                  <a:pos x="9" y="24"/>
                </a:cxn>
                <a:cxn ang="0">
                  <a:pos x="6" y="25"/>
                </a:cxn>
                <a:cxn ang="0">
                  <a:pos x="5" y="29"/>
                </a:cxn>
                <a:cxn ang="0">
                  <a:pos x="8" y="31"/>
                </a:cxn>
                <a:cxn ang="0">
                  <a:pos x="15" y="31"/>
                </a:cxn>
                <a:cxn ang="0">
                  <a:pos x="19" y="28"/>
                </a:cxn>
              </a:cxnLst>
              <a:rect l="0" t="0" r="r" b="b"/>
              <a:pathLst>
                <a:path w="36" h="32">
                  <a:moveTo>
                    <a:pt x="19" y="28"/>
                  </a:moveTo>
                  <a:cubicBezTo>
                    <a:pt x="20" y="26"/>
                    <a:pt x="23" y="24"/>
                    <a:pt x="24" y="22"/>
                  </a:cubicBezTo>
                  <a:cubicBezTo>
                    <a:pt x="25" y="21"/>
                    <a:pt x="26" y="18"/>
                    <a:pt x="26" y="17"/>
                  </a:cubicBezTo>
                  <a:cubicBezTo>
                    <a:pt x="26" y="16"/>
                    <a:pt x="25" y="13"/>
                    <a:pt x="26" y="12"/>
                  </a:cubicBezTo>
                  <a:cubicBezTo>
                    <a:pt x="27" y="11"/>
                    <a:pt x="29" y="11"/>
                    <a:pt x="30" y="11"/>
                  </a:cubicBezTo>
                  <a:cubicBezTo>
                    <a:pt x="32" y="10"/>
                    <a:pt x="35" y="8"/>
                    <a:pt x="35" y="7"/>
                  </a:cubicBezTo>
                  <a:cubicBezTo>
                    <a:pt x="36" y="5"/>
                    <a:pt x="33" y="2"/>
                    <a:pt x="32" y="1"/>
                  </a:cubicBezTo>
                  <a:cubicBezTo>
                    <a:pt x="30" y="0"/>
                    <a:pt x="26" y="0"/>
                    <a:pt x="25" y="0"/>
                  </a:cubicBezTo>
                  <a:cubicBezTo>
                    <a:pt x="22" y="0"/>
                    <a:pt x="19" y="3"/>
                    <a:pt x="17" y="3"/>
                  </a:cubicBezTo>
                  <a:cubicBezTo>
                    <a:pt x="15" y="4"/>
                    <a:pt x="12" y="4"/>
                    <a:pt x="11" y="4"/>
                  </a:cubicBezTo>
                  <a:cubicBezTo>
                    <a:pt x="10" y="4"/>
                    <a:pt x="8" y="3"/>
                    <a:pt x="7" y="3"/>
                  </a:cubicBezTo>
                  <a:cubicBezTo>
                    <a:pt x="6" y="3"/>
                    <a:pt x="3" y="4"/>
                    <a:pt x="2" y="5"/>
                  </a:cubicBezTo>
                  <a:cubicBezTo>
                    <a:pt x="1" y="6"/>
                    <a:pt x="0" y="10"/>
                    <a:pt x="0" y="12"/>
                  </a:cubicBezTo>
                  <a:cubicBezTo>
                    <a:pt x="0" y="13"/>
                    <a:pt x="0" y="15"/>
                    <a:pt x="1" y="16"/>
                  </a:cubicBezTo>
                  <a:cubicBezTo>
                    <a:pt x="2" y="17"/>
                    <a:pt x="4" y="19"/>
                    <a:pt x="6" y="20"/>
                  </a:cubicBezTo>
                  <a:cubicBezTo>
                    <a:pt x="6" y="20"/>
                    <a:pt x="9" y="21"/>
                    <a:pt x="9" y="22"/>
                  </a:cubicBezTo>
                  <a:cubicBezTo>
                    <a:pt x="9" y="22"/>
                    <a:pt x="9" y="23"/>
                    <a:pt x="9" y="24"/>
                  </a:cubicBezTo>
                  <a:cubicBezTo>
                    <a:pt x="8" y="24"/>
                    <a:pt x="6" y="24"/>
                    <a:pt x="6" y="25"/>
                  </a:cubicBezTo>
                  <a:cubicBezTo>
                    <a:pt x="5" y="26"/>
                    <a:pt x="4" y="28"/>
                    <a:pt x="5" y="29"/>
                  </a:cubicBezTo>
                  <a:cubicBezTo>
                    <a:pt x="5" y="30"/>
                    <a:pt x="7" y="31"/>
                    <a:pt x="8" y="31"/>
                  </a:cubicBezTo>
                  <a:cubicBezTo>
                    <a:pt x="10" y="32"/>
                    <a:pt x="14" y="32"/>
                    <a:pt x="15" y="31"/>
                  </a:cubicBezTo>
                  <a:cubicBezTo>
                    <a:pt x="16" y="31"/>
                    <a:pt x="18" y="29"/>
                    <a:pt x="19" y="2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119"/>
            <p:cNvSpPr>
              <a:spLocks/>
            </p:cNvSpPr>
            <p:nvPr/>
          </p:nvSpPr>
          <p:spPr bwMode="auto">
            <a:xfrm>
              <a:off x="2325688" y="3119438"/>
              <a:ext cx="63500" cy="58738"/>
            </a:xfrm>
            <a:custGeom>
              <a:avLst/>
              <a:gdLst/>
              <a:ahLst/>
              <a:cxnLst>
                <a:cxn ang="0">
                  <a:pos x="41" y="17"/>
                </a:cxn>
                <a:cxn ang="0">
                  <a:pos x="38" y="14"/>
                </a:cxn>
                <a:cxn ang="0">
                  <a:pos x="37" y="8"/>
                </a:cxn>
                <a:cxn ang="0">
                  <a:pos x="35" y="5"/>
                </a:cxn>
                <a:cxn ang="0">
                  <a:pos x="31" y="1"/>
                </a:cxn>
                <a:cxn ang="0">
                  <a:pos x="26" y="0"/>
                </a:cxn>
                <a:cxn ang="0">
                  <a:pos x="22" y="2"/>
                </a:cxn>
                <a:cxn ang="0">
                  <a:pos x="16" y="4"/>
                </a:cxn>
                <a:cxn ang="0">
                  <a:pos x="11" y="5"/>
                </a:cxn>
                <a:cxn ang="0">
                  <a:pos x="10" y="8"/>
                </a:cxn>
                <a:cxn ang="0">
                  <a:pos x="10" y="12"/>
                </a:cxn>
                <a:cxn ang="0">
                  <a:pos x="15" y="14"/>
                </a:cxn>
                <a:cxn ang="0">
                  <a:pos x="21" y="12"/>
                </a:cxn>
                <a:cxn ang="0">
                  <a:pos x="22" y="15"/>
                </a:cxn>
                <a:cxn ang="0">
                  <a:pos x="20" y="17"/>
                </a:cxn>
                <a:cxn ang="0">
                  <a:pos x="18" y="20"/>
                </a:cxn>
                <a:cxn ang="0">
                  <a:pos x="14" y="21"/>
                </a:cxn>
                <a:cxn ang="0">
                  <a:pos x="9" y="21"/>
                </a:cxn>
                <a:cxn ang="0">
                  <a:pos x="5" y="22"/>
                </a:cxn>
                <a:cxn ang="0">
                  <a:pos x="1" y="25"/>
                </a:cxn>
                <a:cxn ang="0">
                  <a:pos x="0" y="29"/>
                </a:cxn>
                <a:cxn ang="0">
                  <a:pos x="1" y="33"/>
                </a:cxn>
                <a:cxn ang="0">
                  <a:pos x="4" y="37"/>
                </a:cxn>
                <a:cxn ang="0">
                  <a:pos x="10" y="37"/>
                </a:cxn>
                <a:cxn ang="0">
                  <a:pos x="14" y="34"/>
                </a:cxn>
                <a:cxn ang="0">
                  <a:pos x="22" y="32"/>
                </a:cxn>
                <a:cxn ang="0">
                  <a:pos x="30" y="28"/>
                </a:cxn>
                <a:cxn ang="0">
                  <a:pos x="32" y="23"/>
                </a:cxn>
                <a:cxn ang="0">
                  <a:pos x="35" y="19"/>
                </a:cxn>
                <a:cxn ang="0">
                  <a:pos x="38" y="18"/>
                </a:cxn>
                <a:cxn ang="0">
                  <a:pos x="41" y="17"/>
                </a:cxn>
              </a:cxnLst>
              <a:rect l="0" t="0" r="r" b="b"/>
              <a:pathLst>
                <a:path w="41" h="38">
                  <a:moveTo>
                    <a:pt x="41" y="17"/>
                  </a:moveTo>
                  <a:cubicBezTo>
                    <a:pt x="41" y="16"/>
                    <a:pt x="39" y="15"/>
                    <a:pt x="38" y="14"/>
                  </a:cubicBezTo>
                  <a:cubicBezTo>
                    <a:pt x="38" y="13"/>
                    <a:pt x="38" y="10"/>
                    <a:pt x="37" y="8"/>
                  </a:cubicBezTo>
                  <a:cubicBezTo>
                    <a:pt x="37" y="7"/>
                    <a:pt x="36" y="5"/>
                    <a:pt x="35" y="5"/>
                  </a:cubicBezTo>
                  <a:cubicBezTo>
                    <a:pt x="34" y="4"/>
                    <a:pt x="32" y="2"/>
                    <a:pt x="31" y="1"/>
                  </a:cubicBezTo>
                  <a:cubicBezTo>
                    <a:pt x="30" y="1"/>
                    <a:pt x="27" y="0"/>
                    <a:pt x="26" y="0"/>
                  </a:cubicBezTo>
                  <a:cubicBezTo>
                    <a:pt x="25" y="1"/>
                    <a:pt x="23" y="2"/>
                    <a:pt x="22" y="2"/>
                  </a:cubicBezTo>
                  <a:cubicBezTo>
                    <a:pt x="21" y="3"/>
                    <a:pt x="18" y="4"/>
                    <a:pt x="16" y="4"/>
                  </a:cubicBezTo>
                  <a:cubicBezTo>
                    <a:pt x="15" y="5"/>
                    <a:pt x="12" y="4"/>
                    <a:pt x="11" y="5"/>
                  </a:cubicBezTo>
                  <a:cubicBezTo>
                    <a:pt x="11" y="6"/>
                    <a:pt x="10" y="7"/>
                    <a:pt x="10" y="8"/>
                  </a:cubicBezTo>
                  <a:cubicBezTo>
                    <a:pt x="10" y="9"/>
                    <a:pt x="10" y="12"/>
                    <a:pt x="10" y="12"/>
                  </a:cubicBezTo>
                  <a:cubicBezTo>
                    <a:pt x="11" y="13"/>
                    <a:pt x="14" y="14"/>
                    <a:pt x="15" y="14"/>
                  </a:cubicBezTo>
                  <a:cubicBezTo>
                    <a:pt x="17" y="14"/>
                    <a:pt x="20" y="11"/>
                    <a:pt x="21" y="12"/>
                  </a:cubicBezTo>
                  <a:cubicBezTo>
                    <a:pt x="22" y="13"/>
                    <a:pt x="22" y="14"/>
                    <a:pt x="22" y="15"/>
                  </a:cubicBezTo>
                  <a:cubicBezTo>
                    <a:pt x="21" y="16"/>
                    <a:pt x="20" y="16"/>
                    <a:pt x="20" y="17"/>
                  </a:cubicBezTo>
                  <a:cubicBezTo>
                    <a:pt x="19" y="18"/>
                    <a:pt x="19" y="20"/>
                    <a:pt x="18" y="20"/>
                  </a:cubicBezTo>
                  <a:cubicBezTo>
                    <a:pt x="17" y="21"/>
                    <a:pt x="15" y="21"/>
                    <a:pt x="14" y="21"/>
                  </a:cubicBezTo>
                  <a:cubicBezTo>
                    <a:pt x="13" y="21"/>
                    <a:pt x="11" y="21"/>
                    <a:pt x="9" y="21"/>
                  </a:cubicBezTo>
                  <a:cubicBezTo>
                    <a:pt x="8" y="21"/>
                    <a:pt x="6" y="22"/>
                    <a:pt x="5" y="22"/>
                  </a:cubicBezTo>
                  <a:cubicBezTo>
                    <a:pt x="4" y="23"/>
                    <a:pt x="2" y="24"/>
                    <a:pt x="1" y="25"/>
                  </a:cubicBezTo>
                  <a:cubicBezTo>
                    <a:pt x="0" y="26"/>
                    <a:pt x="0" y="28"/>
                    <a:pt x="0" y="29"/>
                  </a:cubicBezTo>
                  <a:cubicBezTo>
                    <a:pt x="0" y="30"/>
                    <a:pt x="0" y="32"/>
                    <a:pt x="1" y="33"/>
                  </a:cubicBezTo>
                  <a:cubicBezTo>
                    <a:pt x="1" y="34"/>
                    <a:pt x="3" y="37"/>
                    <a:pt x="4" y="37"/>
                  </a:cubicBezTo>
                  <a:cubicBezTo>
                    <a:pt x="5" y="38"/>
                    <a:pt x="8" y="38"/>
                    <a:pt x="10" y="37"/>
                  </a:cubicBezTo>
                  <a:cubicBezTo>
                    <a:pt x="11" y="37"/>
                    <a:pt x="13" y="34"/>
                    <a:pt x="14" y="34"/>
                  </a:cubicBezTo>
                  <a:cubicBezTo>
                    <a:pt x="16" y="33"/>
                    <a:pt x="20" y="33"/>
                    <a:pt x="22" y="32"/>
                  </a:cubicBezTo>
                  <a:cubicBezTo>
                    <a:pt x="24" y="32"/>
                    <a:pt x="28" y="30"/>
                    <a:pt x="30" y="28"/>
                  </a:cubicBezTo>
                  <a:cubicBezTo>
                    <a:pt x="30" y="27"/>
                    <a:pt x="31" y="25"/>
                    <a:pt x="32" y="23"/>
                  </a:cubicBezTo>
                  <a:cubicBezTo>
                    <a:pt x="33" y="22"/>
                    <a:pt x="34" y="20"/>
                    <a:pt x="35" y="19"/>
                  </a:cubicBezTo>
                  <a:cubicBezTo>
                    <a:pt x="36" y="19"/>
                    <a:pt x="37" y="19"/>
                    <a:pt x="38" y="18"/>
                  </a:cubicBezTo>
                  <a:cubicBezTo>
                    <a:pt x="39" y="18"/>
                    <a:pt x="41" y="18"/>
                    <a:pt x="41"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120"/>
            <p:cNvSpPr>
              <a:spLocks/>
            </p:cNvSpPr>
            <p:nvPr/>
          </p:nvSpPr>
          <p:spPr bwMode="auto">
            <a:xfrm>
              <a:off x="2603501" y="3243263"/>
              <a:ext cx="17463" cy="52388"/>
            </a:xfrm>
            <a:custGeom>
              <a:avLst/>
              <a:gdLst/>
              <a:ahLst/>
              <a:cxnLst>
                <a:cxn ang="0">
                  <a:pos x="4" y="32"/>
                </a:cxn>
                <a:cxn ang="0">
                  <a:pos x="8" y="24"/>
                </a:cxn>
                <a:cxn ang="0">
                  <a:pos x="10" y="16"/>
                </a:cxn>
                <a:cxn ang="0">
                  <a:pos x="10" y="8"/>
                </a:cxn>
                <a:cxn ang="0">
                  <a:pos x="11" y="2"/>
                </a:cxn>
                <a:cxn ang="0">
                  <a:pos x="7" y="1"/>
                </a:cxn>
                <a:cxn ang="0">
                  <a:pos x="4" y="6"/>
                </a:cxn>
                <a:cxn ang="0">
                  <a:pos x="2" y="12"/>
                </a:cxn>
                <a:cxn ang="0">
                  <a:pos x="3" y="18"/>
                </a:cxn>
                <a:cxn ang="0">
                  <a:pos x="1" y="24"/>
                </a:cxn>
                <a:cxn ang="0">
                  <a:pos x="0" y="28"/>
                </a:cxn>
                <a:cxn ang="0">
                  <a:pos x="2" y="33"/>
                </a:cxn>
                <a:cxn ang="0">
                  <a:pos x="4" y="32"/>
                </a:cxn>
              </a:cxnLst>
              <a:rect l="0" t="0" r="r" b="b"/>
              <a:pathLst>
                <a:path w="11" h="34">
                  <a:moveTo>
                    <a:pt x="4" y="32"/>
                  </a:moveTo>
                  <a:cubicBezTo>
                    <a:pt x="6" y="30"/>
                    <a:pt x="7" y="26"/>
                    <a:pt x="8" y="24"/>
                  </a:cubicBezTo>
                  <a:cubicBezTo>
                    <a:pt x="9" y="22"/>
                    <a:pt x="9" y="18"/>
                    <a:pt x="10" y="16"/>
                  </a:cubicBezTo>
                  <a:cubicBezTo>
                    <a:pt x="10" y="14"/>
                    <a:pt x="10" y="10"/>
                    <a:pt x="10" y="8"/>
                  </a:cubicBezTo>
                  <a:cubicBezTo>
                    <a:pt x="10" y="6"/>
                    <a:pt x="11" y="4"/>
                    <a:pt x="11" y="2"/>
                  </a:cubicBezTo>
                  <a:cubicBezTo>
                    <a:pt x="10" y="2"/>
                    <a:pt x="8" y="0"/>
                    <a:pt x="7" y="1"/>
                  </a:cubicBezTo>
                  <a:cubicBezTo>
                    <a:pt x="6" y="1"/>
                    <a:pt x="5" y="5"/>
                    <a:pt x="4" y="6"/>
                  </a:cubicBezTo>
                  <a:cubicBezTo>
                    <a:pt x="3" y="8"/>
                    <a:pt x="2" y="11"/>
                    <a:pt x="2" y="12"/>
                  </a:cubicBezTo>
                  <a:cubicBezTo>
                    <a:pt x="2" y="14"/>
                    <a:pt x="3" y="17"/>
                    <a:pt x="3" y="18"/>
                  </a:cubicBezTo>
                  <a:cubicBezTo>
                    <a:pt x="3" y="20"/>
                    <a:pt x="2" y="22"/>
                    <a:pt x="1" y="24"/>
                  </a:cubicBezTo>
                  <a:cubicBezTo>
                    <a:pt x="1" y="25"/>
                    <a:pt x="0" y="27"/>
                    <a:pt x="0" y="28"/>
                  </a:cubicBezTo>
                  <a:cubicBezTo>
                    <a:pt x="0" y="29"/>
                    <a:pt x="1" y="33"/>
                    <a:pt x="2" y="33"/>
                  </a:cubicBezTo>
                  <a:cubicBezTo>
                    <a:pt x="3" y="34"/>
                    <a:pt x="4" y="32"/>
                    <a:pt x="4" y="3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121"/>
            <p:cNvSpPr>
              <a:spLocks/>
            </p:cNvSpPr>
            <p:nvPr/>
          </p:nvSpPr>
          <p:spPr bwMode="auto">
            <a:xfrm>
              <a:off x="2230438" y="2941638"/>
              <a:ext cx="366713" cy="358775"/>
            </a:xfrm>
            <a:custGeom>
              <a:avLst/>
              <a:gdLst/>
              <a:ahLst/>
              <a:cxnLst>
                <a:cxn ang="0">
                  <a:pos x="240" y="188"/>
                </a:cxn>
                <a:cxn ang="0">
                  <a:pos x="234" y="207"/>
                </a:cxn>
                <a:cxn ang="0">
                  <a:pos x="227" y="229"/>
                </a:cxn>
                <a:cxn ang="0">
                  <a:pos x="211" y="233"/>
                </a:cxn>
                <a:cxn ang="0">
                  <a:pos x="198" y="221"/>
                </a:cxn>
                <a:cxn ang="0">
                  <a:pos x="199" y="205"/>
                </a:cxn>
                <a:cxn ang="0">
                  <a:pos x="188" y="190"/>
                </a:cxn>
                <a:cxn ang="0">
                  <a:pos x="179" y="181"/>
                </a:cxn>
                <a:cxn ang="0">
                  <a:pos x="169" y="175"/>
                </a:cxn>
                <a:cxn ang="0">
                  <a:pos x="162" y="181"/>
                </a:cxn>
                <a:cxn ang="0">
                  <a:pos x="150" y="175"/>
                </a:cxn>
                <a:cxn ang="0">
                  <a:pos x="144" y="157"/>
                </a:cxn>
                <a:cxn ang="0">
                  <a:pos x="130" y="143"/>
                </a:cxn>
                <a:cxn ang="0">
                  <a:pos x="120" y="133"/>
                </a:cxn>
                <a:cxn ang="0">
                  <a:pos x="107" y="123"/>
                </a:cxn>
                <a:cxn ang="0">
                  <a:pos x="105" y="115"/>
                </a:cxn>
                <a:cxn ang="0">
                  <a:pos x="113" y="110"/>
                </a:cxn>
                <a:cxn ang="0">
                  <a:pos x="106" y="101"/>
                </a:cxn>
                <a:cxn ang="0">
                  <a:pos x="90" y="105"/>
                </a:cxn>
                <a:cxn ang="0">
                  <a:pos x="76" y="112"/>
                </a:cxn>
                <a:cxn ang="0">
                  <a:pos x="65" y="121"/>
                </a:cxn>
                <a:cxn ang="0">
                  <a:pos x="51" y="126"/>
                </a:cxn>
                <a:cxn ang="0">
                  <a:pos x="30" y="128"/>
                </a:cxn>
                <a:cxn ang="0">
                  <a:pos x="15" y="132"/>
                </a:cxn>
                <a:cxn ang="0">
                  <a:pos x="10" y="126"/>
                </a:cxn>
                <a:cxn ang="0">
                  <a:pos x="1" y="109"/>
                </a:cxn>
                <a:cxn ang="0">
                  <a:pos x="0" y="99"/>
                </a:cxn>
                <a:cxn ang="0">
                  <a:pos x="9" y="94"/>
                </a:cxn>
                <a:cxn ang="0">
                  <a:pos x="14" y="90"/>
                </a:cxn>
                <a:cxn ang="0">
                  <a:pos x="11" y="80"/>
                </a:cxn>
                <a:cxn ang="0">
                  <a:pos x="4" y="72"/>
                </a:cxn>
                <a:cxn ang="0">
                  <a:pos x="3" y="65"/>
                </a:cxn>
                <a:cxn ang="0">
                  <a:pos x="7" y="64"/>
                </a:cxn>
                <a:cxn ang="0">
                  <a:pos x="20" y="62"/>
                </a:cxn>
                <a:cxn ang="0">
                  <a:pos x="41" y="47"/>
                </a:cxn>
                <a:cxn ang="0">
                  <a:pos x="51" y="32"/>
                </a:cxn>
                <a:cxn ang="0">
                  <a:pos x="63" y="31"/>
                </a:cxn>
                <a:cxn ang="0">
                  <a:pos x="67" y="43"/>
                </a:cxn>
                <a:cxn ang="0">
                  <a:pos x="76" y="46"/>
                </a:cxn>
                <a:cxn ang="0">
                  <a:pos x="84" y="35"/>
                </a:cxn>
                <a:cxn ang="0">
                  <a:pos x="91" y="27"/>
                </a:cxn>
                <a:cxn ang="0">
                  <a:pos x="100" y="30"/>
                </a:cxn>
                <a:cxn ang="0">
                  <a:pos x="114" y="35"/>
                </a:cxn>
                <a:cxn ang="0">
                  <a:pos x="131" y="35"/>
                </a:cxn>
                <a:cxn ang="0">
                  <a:pos x="137" y="24"/>
                </a:cxn>
                <a:cxn ang="0">
                  <a:pos x="141" y="9"/>
                </a:cxn>
                <a:cxn ang="0">
                  <a:pos x="141" y="0"/>
                </a:cxn>
                <a:cxn ang="0">
                  <a:pos x="153" y="1"/>
                </a:cxn>
                <a:cxn ang="0">
                  <a:pos x="197" y="19"/>
                </a:cxn>
                <a:cxn ang="0">
                  <a:pos x="217" y="31"/>
                </a:cxn>
                <a:cxn ang="0">
                  <a:pos x="235" y="50"/>
                </a:cxn>
                <a:cxn ang="0">
                  <a:pos x="229" y="64"/>
                </a:cxn>
                <a:cxn ang="0">
                  <a:pos x="226" y="72"/>
                </a:cxn>
                <a:cxn ang="0">
                  <a:pos x="215" y="74"/>
                </a:cxn>
                <a:cxn ang="0">
                  <a:pos x="216" y="84"/>
                </a:cxn>
                <a:cxn ang="0">
                  <a:pos x="218" y="100"/>
                </a:cxn>
                <a:cxn ang="0">
                  <a:pos x="218" y="105"/>
                </a:cxn>
                <a:cxn ang="0">
                  <a:pos x="226" y="113"/>
                </a:cxn>
                <a:cxn ang="0">
                  <a:pos x="218" y="122"/>
                </a:cxn>
                <a:cxn ang="0">
                  <a:pos x="220" y="137"/>
                </a:cxn>
                <a:cxn ang="0">
                  <a:pos x="227" y="150"/>
                </a:cxn>
                <a:cxn ang="0">
                  <a:pos x="231" y="170"/>
                </a:cxn>
                <a:cxn ang="0">
                  <a:pos x="238" y="182"/>
                </a:cxn>
              </a:cxnLst>
              <a:rect l="0" t="0" r="r" b="b"/>
              <a:pathLst>
                <a:path w="240" h="234">
                  <a:moveTo>
                    <a:pt x="238" y="182"/>
                  </a:moveTo>
                  <a:cubicBezTo>
                    <a:pt x="239" y="183"/>
                    <a:pt x="240" y="186"/>
                    <a:pt x="240" y="188"/>
                  </a:cubicBezTo>
                  <a:cubicBezTo>
                    <a:pt x="240" y="189"/>
                    <a:pt x="237" y="192"/>
                    <a:pt x="236" y="194"/>
                  </a:cubicBezTo>
                  <a:cubicBezTo>
                    <a:pt x="235" y="197"/>
                    <a:pt x="234" y="204"/>
                    <a:pt x="234" y="207"/>
                  </a:cubicBezTo>
                  <a:cubicBezTo>
                    <a:pt x="233" y="210"/>
                    <a:pt x="235" y="218"/>
                    <a:pt x="233" y="221"/>
                  </a:cubicBezTo>
                  <a:cubicBezTo>
                    <a:pt x="233" y="223"/>
                    <a:pt x="229" y="227"/>
                    <a:pt x="227" y="229"/>
                  </a:cubicBezTo>
                  <a:cubicBezTo>
                    <a:pt x="226" y="230"/>
                    <a:pt x="223" y="232"/>
                    <a:pt x="221" y="232"/>
                  </a:cubicBezTo>
                  <a:cubicBezTo>
                    <a:pt x="219" y="233"/>
                    <a:pt x="213" y="234"/>
                    <a:pt x="211" y="233"/>
                  </a:cubicBezTo>
                  <a:cubicBezTo>
                    <a:pt x="208" y="232"/>
                    <a:pt x="204" y="229"/>
                    <a:pt x="202" y="227"/>
                  </a:cubicBezTo>
                  <a:cubicBezTo>
                    <a:pt x="201" y="226"/>
                    <a:pt x="198" y="223"/>
                    <a:pt x="198" y="221"/>
                  </a:cubicBezTo>
                  <a:cubicBezTo>
                    <a:pt x="197" y="219"/>
                    <a:pt x="198" y="215"/>
                    <a:pt x="198" y="214"/>
                  </a:cubicBezTo>
                  <a:cubicBezTo>
                    <a:pt x="199" y="212"/>
                    <a:pt x="199" y="207"/>
                    <a:pt x="199" y="205"/>
                  </a:cubicBezTo>
                  <a:cubicBezTo>
                    <a:pt x="199" y="203"/>
                    <a:pt x="197" y="199"/>
                    <a:pt x="196" y="197"/>
                  </a:cubicBezTo>
                  <a:cubicBezTo>
                    <a:pt x="194" y="195"/>
                    <a:pt x="189" y="192"/>
                    <a:pt x="188" y="190"/>
                  </a:cubicBezTo>
                  <a:cubicBezTo>
                    <a:pt x="187" y="189"/>
                    <a:pt x="185" y="187"/>
                    <a:pt x="184" y="186"/>
                  </a:cubicBezTo>
                  <a:cubicBezTo>
                    <a:pt x="183" y="185"/>
                    <a:pt x="181" y="182"/>
                    <a:pt x="179" y="181"/>
                  </a:cubicBezTo>
                  <a:cubicBezTo>
                    <a:pt x="178" y="180"/>
                    <a:pt x="174" y="179"/>
                    <a:pt x="172" y="178"/>
                  </a:cubicBezTo>
                  <a:cubicBezTo>
                    <a:pt x="171" y="177"/>
                    <a:pt x="170" y="175"/>
                    <a:pt x="169" y="175"/>
                  </a:cubicBezTo>
                  <a:cubicBezTo>
                    <a:pt x="168" y="175"/>
                    <a:pt x="167" y="177"/>
                    <a:pt x="166" y="177"/>
                  </a:cubicBezTo>
                  <a:cubicBezTo>
                    <a:pt x="165" y="178"/>
                    <a:pt x="163" y="180"/>
                    <a:pt x="162" y="181"/>
                  </a:cubicBezTo>
                  <a:cubicBezTo>
                    <a:pt x="160" y="181"/>
                    <a:pt x="156" y="181"/>
                    <a:pt x="154" y="180"/>
                  </a:cubicBezTo>
                  <a:cubicBezTo>
                    <a:pt x="152" y="179"/>
                    <a:pt x="151" y="176"/>
                    <a:pt x="150" y="175"/>
                  </a:cubicBezTo>
                  <a:cubicBezTo>
                    <a:pt x="149" y="173"/>
                    <a:pt x="148" y="168"/>
                    <a:pt x="147" y="165"/>
                  </a:cubicBezTo>
                  <a:cubicBezTo>
                    <a:pt x="147" y="163"/>
                    <a:pt x="145" y="159"/>
                    <a:pt x="144" y="157"/>
                  </a:cubicBezTo>
                  <a:cubicBezTo>
                    <a:pt x="143" y="154"/>
                    <a:pt x="139" y="148"/>
                    <a:pt x="137" y="146"/>
                  </a:cubicBezTo>
                  <a:cubicBezTo>
                    <a:pt x="135" y="145"/>
                    <a:pt x="132" y="144"/>
                    <a:pt x="130" y="143"/>
                  </a:cubicBezTo>
                  <a:cubicBezTo>
                    <a:pt x="129" y="142"/>
                    <a:pt x="126" y="140"/>
                    <a:pt x="125" y="139"/>
                  </a:cubicBezTo>
                  <a:cubicBezTo>
                    <a:pt x="124" y="138"/>
                    <a:pt x="122" y="135"/>
                    <a:pt x="120" y="133"/>
                  </a:cubicBezTo>
                  <a:cubicBezTo>
                    <a:pt x="119" y="132"/>
                    <a:pt x="115" y="130"/>
                    <a:pt x="114" y="128"/>
                  </a:cubicBezTo>
                  <a:cubicBezTo>
                    <a:pt x="112" y="127"/>
                    <a:pt x="108" y="125"/>
                    <a:pt x="107" y="123"/>
                  </a:cubicBezTo>
                  <a:cubicBezTo>
                    <a:pt x="106" y="122"/>
                    <a:pt x="104" y="120"/>
                    <a:pt x="104" y="118"/>
                  </a:cubicBezTo>
                  <a:cubicBezTo>
                    <a:pt x="103" y="117"/>
                    <a:pt x="104" y="116"/>
                    <a:pt x="105" y="115"/>
                  </a:cubicBezTo>
                  <a:cubicBezTo>
                    <a:pt x="105" y="114"/>
                    <a:pt x="108" y="114"/>
                    <a:pt x="109" y="113"/>
                  </a:cubicBezTo>
                  <a:cubicBezTo>
                    <a:pt x="110" y="113"/>
                    <a:pt x="112" y="111"/>
                    <a:pt x="113" y="110"/>
                  </a:cubicBezTo>
                  <a:cubicBezTo>
                    <a:pt x="113" y="109"/>
                    <a:pt x="113" y="105"/>
                    <a:pt x="112" y="104"/>
                  </a:cubicBezTo>
                  <a:cubicBezTo>
                    <a:pt x="111" y="102"/>
                    <a:pt x="108" y="101"/>
                    <a:pt x="106" y="101"/>
                  </a:cubicBezTo>
                  <a:cubicBezTo>
                    <a:pt x="104" y="101"/>
                    <a:pt x="99" y="101"/>
                    <a:pt x="97" y="101"/>
                  </a:cubicBezTo>
                  <a:cubicBezTo>
                    <a:pt x="95" y="102"/>
                    <a:pt x="92" y="104"/>
                    <a:pt x="90" y="105"/>
                  </a:cubicBezTo>
                  <a:cubicBezTo>
                    <a:pt x="88" y="106"/>
                    <a:pt x="84" y="108"/>
                    <a:pt x="82" y="109"/>
                  </a:cubicBezTo>
                  <a:cubicBezTo>
                    <a:pt x="80" y="109"/>
                    <a:pt x="77" y="111"/>
                    <a:pt x="76" y="112"/>
                  </a:cubicBezTo>
                  <a:cubicBezTo>
                    <a:pt x="74" y="112"/>
                    <a:pt x="71" y="115"/>
                    <a:pt x="69" y="116"/>
                  </a:cubicBezTo>
                  <a:cubicBezTo>
                    <a:pt x="68" y="117"/>
                    <a:pt x="66" y="120"/>
                    <a:pt x="65" y="121"/>
                  </a:cubicBezTo>
                  <a:cubicBezTo>
                    <a:pt x="63" y="122"/>
                    <a:pt x="61" y="124"/>
                    <a:pt x="59" y="125"/>
                  </a:cubicBezTo>
                  <a:cubicBezTo>
                    <a:pt x="57" y="125"/>
                    <a:pt x="53" y="126"/>
                    <a:pt x="51" y="126"/>
                  </a:cubicBezTo>
                  <a:cubicBezTo>
                    <a:pt x="48" y="126"/>
                    <a:pt x="43" y="126"/>
                    <a:pt x="41" y="126"/>
                  </a:cubicBezTo>
                  <a:cubicBezTo>
                    <a:pt x="38" y="126"/>
                    <a:pt x="33" y="127"/>
                    <a:pt x="30" y="128"/>
                  </a:cubicBezTo>
                  <a:cubicBezTo>
                    <a:pt x="29" y="128"/>
                    <a:pt x="27" y="129"/>
                    <a:pt x="26" y="129"/>
                  </a:cubicBezTo>
                  <a:cubicBezTo>
                    <a:pt x="23" y="130"/>
                    <a:pt x="18" y="131"/>
                    <a:pt x="15" y="132"/>
                  </a:cubicBezTo>
                  <a:cubicBezTo>
                    <a:pt x="15" y="132"/>
                    <a:pt x="14" y="133"/>
                    <a:pt x="14" y="133"/>
                  </a:cubicBezTo>
                  <a:cubicBezTo>
                    <a:pt x="12" y="131"/>
                    <a:pt x="11" y="128"/>
                    <a:pt x="10" y="126"/>
                  </a:cubicBezTo>
                  <a:cubicBezTo>
                    <a:pt x="9" y="123"/>
                    <a:pt x="7" y="118"/>
                    <a:pt x="6" y="115"/>
                  </a:cubicBezTo>
                  <a:cubicBezTo>
                    <a:pt x="5" y="114"/>
                    <a:pt x="2" y="111"/>
                    <a:pt x="1" y="109"/>
                  </a:cubicBezTo>
                  <a:cubicBezTo>
                    <a:pt x="1" y="108"/>
                    <a:pt x="1" y="105"/>
                    <a:pt x="1" y="104"/>
                  </a:cubicBezTo>
                  <a:cubicBezTo>
                    <a:pt x="1" y="103"/>
                    <a:pt x="1" y="101"/>
                    <a:pt x="0" y="99"/>
                  </a:cubicBezTo>
                  <a:cubicBezTo>
                    <a:pt x="1" y="99"/>
                    <a:pt x="2" y="99"/>
                    <a:pt x="3" y="98"/>
                  </a:cubicBezTo>
                  <a:cubicBezTo>
                    <a:pt x="4" y="98"/>
                    <a:pt x="7" y="95"/>
                    <a:pt x="9" y="94"/>
                  </a:cubicBezTo>
                  <a:cubicBezTo>
                    <a:pt x="9" y="94"/>
                    <a:pt x="11" y="93"/>
                    <a:pt x="11" y="92"/>
                  </a:cubicBezTo>
                  <a:cubicBezTo>
                    <a:pt x="12" y="92"/>
                    <a:pt x="13" y="91"/>
                    <a:pt x="14" y="90"/>
                  </a:cubicBezTo>
                  <a:cubicBezTo>
                    <a:pt x="14" y="89"/>
                    <a:pt x="15" y="86"/>
                    <a:pt x="15" y="85"/>
                  </a:cubicBezTo>
                  <a:cubicBezTo>
                    <a:pt x="14" y="83"/>
                    <a:pt x="12" y="81"/>
                    <a:pt x="11" y="80"/>
                  </a:cubicBezTo>
                  <a:cubicBezTo>
                    <a:pt x="10" y="79"/>
                    <a:pt x="8" y="77"/>
                    <a:pt x="7" y="76"/>
                  </a:cubicBezTo>
                  <a:cubicBezTo>
                    <a:pt x="6" y="75"/>
                    <a:pt x="4" y="73"/>
                    <a:pt x="4" y="72"/>
                  </a:cubicBezTo>
                  <a:cubicBezTo>
                    <a:pt x="3" y="71"/>
                    <a:pt x="3" y="69"/>
                    <a:pt x="3" y="68"/>
                  </a:cubicBezTo>
                  <a:cubicBezTo>
                    <a:pt x="3" y="67"/>
                    <a:pt x="3" y="66"/>
                    <a:pt x="3" y="65"/>
                  </a:cubicBezTo>
                  <a:cubicBezTo>
                    <a:pt x="4" y="65"/>
                    <a:pt x="6" y="66"/>
                    <a:pt x="7" y="66"/>
                  </a:cubicBezTo>
                  <a:cubicBezTo>
                    <a:pt x="7" y="65"/>
                    <a:pt x="7" y="65"/>
                    <a:pt x="7" y="64"/>
                  </a:cubicBezTo>
                  <a:cubicBezTo>
                    <a:pt x="8" y="64"/>
                    <a:pt x="9" y="64"/>
                    <a:pt x="10" y="64"/>
                  </a:cubicBezTo>
                  <a:cubicBezTo>
                    <a:pt x="13" y="64"/>
                    <a:pt x="18" y="63"/>
                    <a:pt x="20" y="62"/>
                  </a:cubicBezTo>
                  <a:cubicBezTo>
                    <a:pt x="24" y="61"/>
                    <a:pt x="30" y="58"/>
                    <a:pt x="32" y="56"/>
                  </a:cubicBezTo>
                  <a:cubicBezTo>
                    <a:pt x="35" y="54"/>
                    <a:pt x="39" y="50"/>
                    <a:pt x="41" y="47"/>
                  </a:cubicBezTo>
                  <a:cubicBezTo>
                    <a:pt x="42" y="45"/>
                    <a:pt x="45" y="40"/>
                    <a:pt x="47" y="38"/>
                  </a:cubicBezTo>
                  <a:cubicBezTo>
                    <a:pt x="48" y="36"/>
                    <a:pt x="50" y="33"/>
                    <a:pt x="51" y="32"/>
                  </a:cubicBezTo>
                  <a:cubicBezTo>
                    <a:pt x="52" y="31"/>
                    <a:pt x="56" y="29"/>
                    <a:pt x="58" y="29"/>
                  </a:cubicBezTo>
                  <a:cubicBezTo>
                    <a:pt x="59" y="29"/>
                    <a:pt x="62" y="30"/>
                    <a:pt x="63" y="31"/>
                  </a:cubicBezTo>
                  <a:cubicBezTo>
                    <a:pt x="65" y="32"/>
                    <a:pt x="66" y="35"/>
                    <a:pt x="67" y="37"/>
                  </a:cubicBezTo>
                  <a:cubicBezTo>
                    <a:pt x="67" y="38"/>
                    <a:pt x="66" y="41"/>
                    <a:pt x="67" y="43"/>
                  </a:cubicBezTo>
                  <a:cubicBezTo>
                    <a:pt x="68" y="44"/>
                    <a:pt x="70" y="45"/>
                    <a:pt x="71" y="46"/>
                  </a:cubicBezTo>
                  <a:cubicBezTo>
                    <a:pt x="72" y="46"/>
                    <a:pt x="75" y="46"/>
                    <a:pt x="76" y="46"/>
                  </a:cubicBezTo>
                  <a:cubicBezTo>
                    <a:pt x="77" y="45"/>
                    <a:pt x="80" y="44"/>
                    <a:pt x="81" y="43"/>
                  </a:cubicBezTo>
                  <a:cubicBezTo>
                    <a:pt x="82" y="41"/>
                    <a:pt x="83" y="37"/>
                    <a:pt x="84" y="35"/>
                  </a:cubicBezTo>
                  <a:cubicBezTo>
                    <a:pt x="85" y="34"/>
                    <a:pt x="86" y="31"/>
                    <a:pt x="87" y="30"/>
                  </a:cubicBezTo>
                  <a:cubicBezTo>
                    <a:pt x="87" y="29"/>
                    <a:pt x="90" y="28"/>
                    <a:pt x="91" y="27"/>
                  </a:cubicBezTo>
                  <a:cubicBezTo>
                    <a:pt x="92" y="27"/>
                    <a:pt x="94" y="27"/>
                    <a:pt x="95" y="27"/>
                  </a:cubicBezTo>
                  <a:cubicBezTo>
                    <a:pt x="96" y="28"/>
                    <a:pt x="99" y="30"/>
                    <a:pt x="100" y="30"/>
                  </a:cubicBezTo>
                  <a:cubicBezTo>
                    <a:pt x="102" y="31"/>
                    <a:pt x="105" y="32"/>
                    <a:pt x="107" y="33"/>
                  </a:cubicBezTo>
                  <a:cubicBezTo>
                    <a:pt x="109" y="33"/>
                    <a:pt x="112" y="35"/>
                    <a:pt x="114" y="35"/>
                  </a:cubicBezTo>
                  <a:cubicBezTo>
                    <a:pt x="116" y="36"/>
                    <a:pt x="121" y="36"/>
                    <a:pt x="123" y="36"/>
                  </a:cubicBezTo>
                  <a:cubicBezTo>
                    <a:pt x="125" y="36"/>
                    <a:pt x="129" y="36"/>
                    <a:pt x="131" y="35"/>
                  </a:cubicBezTo>
                  <a:cubicBezTo>
                    <a:pt x="133" y="34"/>
                    <a:pt x="135" y="32"/>
                    <a:pt x="136" y="31"/>
                  </a:cubicBezTo>
                  <a:cubicBezTo>
                    <a:pt x="137" y="29"/>
                    <a:pt x="137" y="26"/>
                    <a:pt x="137" y="24"/>
                  </a:cubicBezTo>
                  <a:cubicBezTo>
                    <a:pt x="138" y="22"/>
                    <a:pt x="138" y="17"/>
                    <a:pt x="139" y="14"/>
                  </a:cubicBezTo>
                  <a:cubicBezTo>
                    <a:pt x="139" y="13"/>
                    <a:pt x="141" y="10"/>
                    <a:pt x="141" y="9"/>
                  </a:cubicBezTo>
                  <a:cubicBezTo>
                    <a:pt x="141" y="8"/>
                    <a:pt x="141" y="5"/>
                    <a:pt x="141" y="3"/>
                  </a:cubicBezTo>
                  <a:cubicBezTo>
                    <a:pt x="141" y="3"/>
                    <a:pt x="141" y="1"/>
                    <a:pt x="141" y="0"/>
                  </a:cubicBezTo>
                  <a:cubicBezTo>
                    <a:pt x="143" y="0"/>
                    <a:pt x="146" y="0"/>
                    <a:pt x="148" y="0"/>
                  </a:cubicBezTo>
                  <a:cubicBezTo>
                    <a:pt x="149" y="0"/>
                    <a:pt x="152" y="1"/>
                    <a:pt x="153" y="1"/>
                  </a:cubicBezTo>
                  <a:cubicBezTo>
                    <a:pt x="158" y="2"/>
                    <a:pt x="166" y="5"/>
                    <a:pt x="170" y="7"/>
                  </a:cubicBezTo>
                  <a:cubicBezTo>
                    <a:pt x="177" y="10"/>
                    <a:pt x="190" y="15"/>
                    <a:pt x="197" y="19"/>
                  </a:cubicBezTo>
                  <a:cubicBezTo>
                    <a:pt x="199" y="20"/>
                    <a:pt x="205" y="23"/>
                    <a:pt x="207" y="24"/>
                  </a:cubicBezTo>
                  <a:cubicBezTo>
                    <a:pt x="210" y="26"/>
                    <a:pt x="215" y="29"/>
                    <a:pt x="217" y="31"/>
                  </a:cubicBezTo>
                  <a:cubicBezTo>
                    <a:pt x="221" y="33"/>
                    <a:pt x="227" y="38"/>
                    <a:pt x="230" y="41"/>
                  </a:cubicBezTo>
                  <a:cubicBezTo>
                    <a:pt x="231" y="43"/>
                    <a:pt x="234" y="47"/>
                    <a:pt x="235" y="50"/>
                  </a:cubicBezTo>
                  <a:cubicBezTo>
                    <a:pt x="235" y="52"/>
                    <a:pt x="234" y="57"/>
                    <a:pt x="233" y="59"/>
                  </a:cubicBezTo>
                  <a:cubicBezTo>
                    <a:pt x="232" y="60"/>
                    <a:pt x="229" y="63"/>
                    <a:pt x="229" y="64"/>
                  </a:cubicBezTo>
                  <a:cubicBezTo>
                    <a:pt x="228" y="65"/>
                    <a:pt x="229" y="68"/>
                    <a:pt x="228" y="69"/>
                  </a:cubicBezTo>
                  <a:cubicBezTo>
                    <a:pt x="228" y="70"/>
                    <a:pt x="227" y="71"/>
                    <a:pt x="226" y="72"/>
                  </a:cubicBezTo>
                  <a:cubicBezTo>
                    <a:pt x="224" y="72"/>
                    <a:pt x="221" y="71"/>
                    <a:pt x="220" y="72"/>
                  </a:cubicBezTo>
                  <a:cubicBezTo>
                    <a:pt x="219" y="72"/>
                    <a:pt x="216" y="73"/>
                    <a:pt x="215" y="74"/>
                  </a:cubicBezTo>
                  <a:cubicBezTo>
                    <a:pt x="214" y="76"/>
                    <a:pt x="214" y="79"/>
                    <a:pt x="214" y="80"/>
                  </a:cubicBezTo>
                  <a:cubicBezTo>
                    <a:pt x="214" y="81"/>
                    <a:pt x="216" y="83"/>
                    <a:pt x="216" y="84"/>
                  </a:cubicBezTo>
                  <a:cubicBezTo>
                    <a:pt x="217" y="86"/>
                    <a:pt x="219" y="90"/>
                    <a:pt x="219" y="92"/>
                  </a:cubicBezTo>
                  <a:cubicBezTo>
                    <a:pt x="219" y="94"/>
                    <a:pt x="219" y="98"/>
                    <a:pt x="218" y="100"/>
                  </a:cubicBezTo>
                  <a:cubicBezTo>
                    <a:pt x="218" y="101"/>
                    <a:pt x="217" y="102"/>
                    <a:pt x="217" y="103"/>
                  </a:cubicBezTo>
                  <a:cubicBezTo>
                    <a:pt x="217" y="104"/>
                    <a:pt x="218" y="105"/>
                    <a:pt x="218" y="105"/>
                  </a:cubicBezTo>
                  <a:cubicBezTo>
                    <a:pt x="219" y="107"/>
                    <a:pt x="223" y="107"/>
                    <a:pt x="224" y="108"/>
                  </a:cubicBezTo>
                  <a:cubicBezTo>
                    <a:pt x="225" y="109"/>
                    <a:pt x="227" y="112"/>
                    <a:pt x="226" y="113"/>
                  </a:cubicBezTo>
                  <a:cubicBezTo>
                    <a:pt x="226" y="114"/>
                    <a:pt x="223" y="114"/>
                    <a:pt x="222" y="115"/>
                  </a:cubicBezTo>
                  <a:cubicBezTo>
                    <a:pt x="220" y="116"/>
                    <a:pt x="218" y="120"/>
                    <a:pt x="218" y="122"/>
                  </a:cubicBezTo>
                  <a:cubicBezTo>
                    <a:pt x="217" y="124"/>
                    <a:pt x="217" y="128"/>
                    <a:pt x="217" y="129"/>
                  </a:cubicBezTo>
                  <a:cubicBezTo>
                    <a:pt x="217" y="131"/>
                    <a:pt x="219" y="135"/>
                    <a:pt x="220" y="137"/>
                  </a:cubicBezTo>
                  <a:cubicBezTo>
                    <a:pt x="221" y="138"/>
                    <a:pt x="223" y="141"/>
                    <a:pt x="224" y="142"/>
                  </a:cubicBezTo>
                  <a:cubicBezTo>
                    <a:pt x="225" y="144"/>
                    <a:pt x="227" y="148"/>
                    <a:pt x="227" y="150"/>
                  </a:cubicBezTo>
                  <a:cubicBezTo>
                    <a:pt x="228" y="153"/>
                    <a:pt x="227" y="158"/>
                    <a:pt x="227" y="160"/>
                  </a:cubicBezTo>
                  <a:cubicBezTo>
                    <a:pt x="228" y="163"/>
                    <a:pt x="230" y="168"/>
                    <a:pt x="231" y="170"/>
                  </a:cubicBezTo>
                  <a:cubicBezTo>
                    <a:pt x="231" y="172"/>
                    <a:pt x="232" y="176"/>
                    <a:pt x="233" y="177"/>
                  </a:cubicBezTo>
                  <a:cubicBezTo>
                    <a:pt x="234" y="179"/>
                    <a:pt x="237" y="180"/>
                    <a:pt x="238" y="18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122"/>
            <p:cNvSpPr>
              <a:spLocks/>
            </p:cNvSpPr>
            <p:nvPr/>
          </p:nvSpPr>
          <p:spPr bwMode="auto">
            <a:xfrm>
              <a:off x="2266951" y="3302000"/>
              <a:ext cx="100013" cy="101600"/>
            </a:xfrm>
            <a:custGeom>
              <a:avLst/>
              <a:gdLst/>
              <a:ahLst/>
              <a:cxnLst>
                <a:cxn ang="0">
                  <a:pos x="65" y="63"/>
                </a:cxn>
                <a:cxn ang="0">
                  <a:pos x="66" y="66"/>
                </a:cxn>
                <a:cxn ang="0">
                  <a:pos x="56" y="60"/>
                </a:cxn>
                <a:cxn ang="0">
                  <a:pos x="42" y="55"/>
                </a:cxn>
                <a:cxn ang="0">
                  <a:pos x="26" y="48"/>
                </a:cxn>
                <a:cxn ang="0">
                  <a:pos x="16" y="40"/>
                </a:cxn>
                <a:cxn ang="0">
                  <a:pos x="8" y="35"/>
                </a:cxn>
                <a:cxn ang="0">
                  <a:pos x="2" y="26"/>
                </a:cxn>
                <a:cxn ang="0">
                  <a:pos x="0" y="22"/>
                </a:cxn>
                <a:cxn ang="0">
                  <a:pos x="8" y="26"/>
                </a:cxn>
                <a:cxn ang="0">
                  <a:pos x="15" y="32"/>
                </a:cxn>
                <a:cxn ang="0">
                  <a:pos x="21" y="33"/>
                </a:cxn>
                <a:cxn ang="0">
                  <a:pos x="26" y="32"/>
                </a:cxn>
                <a:cxn ang="0">
                  <a:pos x="27" y="29"/>
                </a:cxn>
                <a:cxn ang="0">
                  <a:pos x="28" y="24"/>
                </a:cxn>
                <a:cxn ang="0">
                  <a:pos x="26" y="21"/>
                </a:cxn>
                <a:cxn ang="0">
                  <a:pos x="22" y="19"/>
                </a:cxn>
                <a:cxn ang="0">
                  <a:pos x="17" y="13"/>
                </a:cxn>
                <a:cxn ang="0">
                  <a:pos x="15" y="8"/>
                </a:cxn>
                <a:cxn ang="0">
                  <a:pos x="17" y="2"/>
                </a:cxn>
                <a:cxn ang="0">
                  <a:pos x="23" y="1"/>
                </a:cxn>
                <a:cxn ang="0">
                  <a:pos x="30" y="3"/>
                </a:cxn>
                <a:cxn ang="0">
                  <a:pos x="34" y="6"/>
                </a:cxn>
                <a:cxn ang="0">
                  <a:pos x="37" y="15"/>
                </a:cxn>
                <a:cxn ang="0">
                  <a:pos x="34" y="21"/>
                </a:cxn>
                <a:cxn ang="0">
                  <a:pos x="31" y="24"/>
                </a:cxn>
                <a:cxn ang="0">
                  <a:pos x="30" y="27"/>
                </a:cxn>
                <a:cxn ang="0">
                  <a:pos x="31" y="32"/>
                </a:cxn>
                <a:cxn ang="0">
                  <a:pos x="34" y="36"/>
                </a:cxn>
                <a:cxn ang="0">
                  <a:pos x="37" y="41"/>
                </a:cxn>
                <a:cxn ang="0">
                  <a:pos x="42" y="44"/>
                </a:cxn>
                <a:cxn ang="0">
                  <a:pos x="50" y="46"/>
                </a:cxn>
                <a:cxn ang="0">
                  <a:pos x="58" y="51"/>
                </a:cxn>
                <a:cxn ang="0">
                  <a:pos x="65" y="63"/>
                </a:cxn>
              </a:cxnLst>
              <a:rect l="0" t="0" r="r" b="b"/>
              <a:pathLst>
                <a:path w="66" h="66">
                  <a:moveTo>
                    <a:pt x="65" y="63"/>
                  </a:moveTo>
                  <a:cubicBezTo>
                    <a:pt x="66" y="64"/>
                    <a:pt x="66" y="65"/>
                    <a:pt x="66" y="66"/>
                  </a:cubicBezTo>
                  <a:cubicBezTo>
                    <a:pt x="63" y="64"/>
                    <a:pt x="59" y="61"/>
                    <a:pt x="56" y="60"/>
                  </a:cubicBezTo>
                  <a:cubicBezTo>
                    <a:pt x="53" y="59"/>
                    <a:pt x="45" y="56"/>
                    <a:pt x="42" y="55"/>
                  </a:cubicBezTo>
                  <a:cubicBezTo>
                    <a:pt x="38" y="53"/>
                    <a:pt x="30" y="51"/>
                    <a:pt x="26" y="48"/>
                  </a:cubicBezTo>
                  <a:cubicBezTo>
                    <a:pt x="23" y="47"/>
                    <a:pt x="18" y="42"/>
                    <a:pt x="16" y="40"/>
                  </a:cubicBezTo>
                  <a:cubicBezTo>
                    <a:pt x="14" y="38"/>
                    <a:pt x="9" y="36"/>
                    <a:pt x="8" y="35"/>
                  </a:cubicBezTo>
                  <a:cubicBezTo>
                    <a:pt x="6" y="33"/>
                    <a:pt x="4" y="28"/>
                    <a:pt x="2" y="26"/>
                  </a:cubicBezTo>
                  <a:cubicBezTo>
                    <a:pt x="2" y="25"/>
                    <a:pt x="1" y="23"/>
                    <a:pt x="0" y="22"/>
                  </a:cubicBezTo>
                  <a:cubicBezTo>
                    <a:pt x="3" y="23"/>
                    <a:pt x="6" y="25"/>
                    <a:pt x="8" y="26"/>
                  </a:cubicBezTo>
                  <a:cubicBezTo>
                    <a:pt x="10" y="27"/>
                    <a:pt x="13" y="31"/>
                    <a:pt x="15" y="32"/>
                  </a:cubicBezTo>
                  <a:cubicBezTo>
                    <a:pt x="16" y="32"/>
                    <a:pt x="19" y="33"/>
                    <a:pt x="21" y="33"/>
                  </a:cubicBezTo>
                  <a:cubicBezTo>
                    <a:pt x="22" y="33"/>
                    <a:pt x="25" y="32"/>
                    <a:pt x="26" y="32"/>
                  </a:cubicBezTo>
                  <a:cubicBezTo>
                    <a:pt x="26" y="31"/>
                    <a:pt x="27" y="30"/>
                    <a:pt x="27" y="29"/>
                  </a:cubicBezTo>
                  <a:cubicBezTo>
                    <a:pt x="28" y="28"/>
                    <a:pt x="28" y="25"/>
                    <a:pt x="28" y="24"/>
                  </a:cubicBezTo>
                  <a:cubicBezTo>
                    <a:pt x="27" y="23"/>
                    <a:pt x="26" y="22"/>
                    <a:pt x="26" y="21"/>
                  </a:cubicBezTo>
                  <a:cubicBezTo>
                    <a:pt x="25" y="21"/>
                    <a:pt x="23" y="19"/>
                    <a:pt x="22" y="19"/>
                  </a:cubicBezTo>
                  <a:cubicBezTo>
                    <a:pt x="20" y="17"/>
                    <a:pt x="17" y="15"/>
                    <a:pt x="17" y="13"/>
                  </a:cubicBezTo>
                  <a:cubicBezTo>
                    <a:pt x="16" y="12"/>
                    <a:pt x="15" y="9"/>
                    <a:pt x="15" y="8"/>
                  </a:cubicBezTo>
                  <a:cubicBezTo>
                    <a:pt x="16" y="6"/>
                    <a:pt x="16" y="3"/>
                    <a:pt x="17" y="2"/>
                  </a:cubicBezTo>
                  <a:cubicBezTo>
                    <a:pt x="18" y="1"/>
                    <a:pt x="21" y="0"/>
                    <a:pt x="23" y="1"/>
                  </a:cubicBezTo>
                  <a:cubicBezTo>
                    <a:pt x="24" y="1"/>
                    <a:pt x="28" y="2"/>
                    <a:pt x="30" y="3"/>
                  </a:cubicBezTo>
                  <a:cubicBezTo>
                    <a:pt x="31" y="4"/>
                    <a:pt x="33" y="5"/>
                    <a:pt x="34" y="6"/>
                  </a:cubicBezTo>
                  <a:cubicBezTo>
                    <a:pt x="36" y="8"/>
                    <a:pt x="38" y="13"/>
                    <a:pt x="37" y="15"/>
                  </a:cubicBezTo>
                  <a:cubicBezTo>
                    <a:pt x="37" y="17"/>
                    <a:pt x="36" y="19"/>
                    <a:pt x="34" y="21"/>
                  </a:cubicBezTo>
                  <a:cubicBezTo>
                    <a:pt x="34" y="22"/>
                    <a:pt x="31" y="23"/>
                    <a:pt x="31" y="24"/>
                  </a:cubicBezTo>
                  <a:cubicBezTo>
                    <a:pt x="30" y="25"/>
                    <a:pt x="30" y="27"/>
                    <a:pt x="30" y="27"/>
                  </a:cubicBezTo>
                  <a:cubicBezTo>
                    <a:pt x="30" y="29"/>
                    <a:pt x="31" y="31"/>
                    <a:pt x="31" y="32"/>
                  </a:cubicBezTo>
                  <a:cubicBezTo>
                    <a:pt x="32" y="33"/>
                    <a:pt x="34" y="35"/>
                    <a:pt x="34" y="36"/>
                  </a:cubicBezTo>
                  <a:cubicBezTo>
                    <a:pt x="35" y="37"/>
                    <a:pt x="36" y="40"/>
                    <a:pt x="37" y="41"/>
                  </a:cubicBezTo>
                  <a:cubicBezTo>
                    <a:pt x="38" y="42"/>
                    <a:pt x="41" y="44"/>
                    <a:pt x="42" y="44"/>
                  </a:cubicBezTo>
                  <a:cubicBezTo>
                    <a:pt x="44" y="45"/>
                    <a:pt x="48" y="45"/>
                    <a:pt x="50" y="46"/>
                  </a:cubicBezTo>
                  <a:cubicBezTo>
                    <a:pt x="52" y="47"/>
                    <a:pt x="57" y="49"/>
                    <a:pt x="58" y="51"/>
                  </a:cubicBezTo>
                  <a:cubicBezTo>
                    <a:pt x="61" y="53"/>
                    <a:pt x="64" y="60"/>
                    <a:pt x="65" y="6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123"/>
            <p:cNvSpPr>
              <a:spLocks/>
            </p:cNvSpPr>
            <p:nvPr/>
          </p:nvSpPr>
          <p:spPr bwMode="auto">
            <a:xfrm>
              <a:off x="1747838" y="2470150"/>
              <a:ext cx="571500" cy="401638"/>
            </a:xfrm>
            <a:custGeom>
              <a:avLst/>
              <a:gdLst/>
              <a:ahLst/>
              <a:cxnLst>
                <a:cxn ang="0">
                  <a:pos x="15" y="170"/>
                </a:cxn>
                <a:cxn ang="0">
                  <a:pos x="7" y="140"/>
                </a:cxn>
                <a:cxn ang="0">
                  <a:pos x="3" y="112"/>
                </a:cxn>
                <a:cxn ang="0">
                  <a:pos x="12" y="74"/>
                </a:cxn>
                <a:cxn ang="0">
                  <a:pos x="30" y="78"/>
                </a:cxn>
                <a:cxn ang="0">
                  <a:pos x="63" y="71"/>
                </a:cxn>
                <a:cxn ang="0">
                  <a:pos x="71" y="51"/>
                </a:cxn>
                <a:cxn ang="0">
                  <a:pos x="79" y="14"/>
                </a:cxn>
                <a:cxn ang="0">
                  <a:pos x="99" y="3"/>
                </a:cxn>
                <a:cxn ang="0">
                  <a:pos x="125" y="19"/>
                </a:cxn>
                <a:cxn ang="0">
                  <a:pos x="147" y="48"/>
                </a:cxn>
                <a:cxn ang="0">
                  <a:pos x="157" y="67"/>
                </a:cxn>
                <a:cxn ang="0">
                  <a:pos x="170" y="80"/>
                </a:cxn>
                <a:cxn ang="0">
                  <a:pos x="198" y="83"/>
                </a:cxn>
                <a:cxn ang="0">
                  <a:pos x="226" y="92"/>
                </a:cxn>
                <a:cxn ang="0">
                  <a:pos x="266" y="106"/>
                </a:cxn>
                <a:cxn ang="0">
                  <a:pos x="265" y="111"/>
                </a:cxn>
                <a:cxn ang="0">
                  <a:pos x="253" y="114"/>
                </a:cxn>
                <a:cxn ang="0">
                  <a:pos x="236" y="119"/>
                </a:cxn>
                <a:cxn ang="0">
                  <a:pos x="209" y="136"/>
                </a:cxn>
                <a:cxn ang="0">
                  <a:pos x="188" y="131"/>
                </a:cxn>
                <a:cxn ang="0">
                  <a:pos x="172" y="127"/>
                </a:cxn>
                <a:cxn ang="0">
                  <a:pos x="156" y="131"/>
                </a:cxn>
                <a:cxn ang="0">
                  <a:pos x="148" y="133"/>
                </a:cxn>
                <a:cxn ang="0">
                  <a:pos x="154" y="141"/>
                </a:cxn>
                <a:cxn ang="0">
                  <a:pos x="164" y="146"/>
                </a:cxn>
                <a:cxn ang="0">
                  <a:pos x="184" y="145"/>
                </a:cxn>
                <a:cxn ang="0">
                  <a:pos x="198" y="147"/>
                </a:cxn>
                <a:cxn ang="0">
                  <a:pos x="217" y="162"/>
                </a:cxn>
                <a:cxn ang="0">
                  <a:pos x="232" y="164"/>
                </a:cxn>
                <a:cxn ang="0">
                  <a:pos x="238" y="167"/>
                </a:cxn>
                <a:cxn ang="0">
                  <a:pos x="260" y="173"/>
                </a:cxn>
                <a:cxn ang="0">
                  <a:pos x="283" y="175"/>
                </a:cxn>
                <a:cxn ang="0">
                  <a:pos x="290" y="192"/>
                </a:cxn>
                <a:cxn ang="0">
                  <a:pos x="307" y="215"/>
                </a:cxn>
                <a:cxn ang="0">
                  <a:pos x="319" y="207"/>
                </a:cxn>
                <a:cxn ang="0">
                  <a:pos x="332" y="205"/>
                </a:cxn>
                <a:cxn ang="0">
                  <a:pos x="352" y="210"/>
                </a:cxn>
                <a:cxn ang="0">
                  <a:pos x="360" y="225"/>
                </a:cxn>
                <a:cxn ang="0">
                  <a:pos x="348" y="235"/>
                </a:cxn>
                <a:cxn ang="0">
                  <a:pos x="360" y="244"/>
                </a:cxn>
                <a:cxn ang="0">
                  <a:pos x="371" y="258"/>
                </a:cxn>
                <a:cxn ang="0">
                  <a:pos x="370" y="262"/>
                </a:cxn>
                <a:cxn ang="0">
                  <a:pos x="349" y="262"/>
                </a:cxn>
                <a:cxn ang="0">
                  <a:pos x="324" y="250"/>
                </a:cxn>
                <a:cxn ang="0">
                  <a:pos x="297" y="249"/>
                </a:cxn>
                <a:cxn ang="0">
                  <a:pos x="260" y="236"/>
                </a:cxn>
                <a:cxn ang="0">
                  <a:pos x="223" y="238"/>
                </a:cxn>
                <a:cxn ang="0">
                  <a:pos x="198" y="246"/>
                </a:cxn>
                <a:cxn ang="0">
                  <a:pos x="180" y="237"/>
                </a:cxn>
                <a:cxn ang="0">
                  <a:pos x="172" y="231"/>
                </a:cxn>
                <a:cxn ang="0">
                  <a:pos x="170" y="212"/>
                </a:cxn>
                <a:cxn ang="0">
                  <a:pos x="168" y="197"/>
                </a:cxn>
                <a:cxn ang="0">
                  <a:pos x="159" y="183"/>
                </a:cxn>
                <a:cxn ang="0">
                  <a:pos x="147" y="178"/>
                </a:cxn>
                <a:cxn ang="0">
                  <a:pos x="126" y="185"/>
                </a:cxn>
                <a:cxn ang="0">
                  <a:pos x="109" y="171"/>
                </a:cxn>
                <a:cxn ang="0">
                  <a:pos x="99" y="162"/>
                </a:cxn>
                <a:cxn ang="0">
                  <a:pos x="84" y="180"/>
                </a:cxn>
                <a:cxn ang="0">
                  <a:pos x="49" y="182"/>
                </a:cxn>
                <a:cxn ang="0">
                  <a:pos x="32" y="172"/>
                </a:cxn>
              </a:cxnLst>
              <a:rect l="0" t="0" r="r" b="b"/>
              <a:pathLst>
                <a:path w="374" h="263">
                  <a:moveTo>
                    <a:pt x="32" y="172"/>
                  </a:moveTo>
                  <a:cubicBezTo>
                    <a:pt x="29" y="171"/>
                    <a:pt x="25" y="171"/>
                    <a:pt x="23" y="171"/>
                  </a:cubicBezTo>
                  <a:cubicBezTo>
                    <a:pt x="21" y="171"/>
                    <a:pt x="17" y="170"/>
                    <a:pt x="15" y="170"/>
                  </a:cubicBezTo>
                  <a:cubicBezTo>
                    <a:pt x="15" y="168"/>
                    <a:pt x="16" y="165"/>
                    <a:pt x="15" y="163"/>
                  </a:cubicBezTo>
                  <a:cubicBezTo>
                    <a:pt x="15" y="159"/>
                    <a:pt x="12" y="153"/>
                    <a:pt x="10" y="150"/>
                  </a:cubicBezTo>
                  <a:cubicBezTo>
                    <a:pt x="9" y="147"/>
                    <a:pt x="8" y="142"/>
                    <a:pt x="7" y="140"/>
                  </a:cubicBezTo>
                  <a:cubicBezTo>
                    <a:pt x="6" y="137"/>
                    <a:pt x="1" y="133"/>
                    <a:pt x="1" y="130"/>
                  </a:cubicBezTo>
                  <a:cubicBezTo>
                    <a:pt x="0" y="127"/>
                    <a:pt x="0" y="122"/>
                    <a:pt x="1" y="119"/>
                  </a:cubicBezTo>
                  <a:cubicBezTo>
                    <a:pt x="1" y="117"/>
                    <a:pt x="3" y="114"/>
                    <a:pt x="3" y="112"/>
                  </a:cubicBezTo>
                  <a:cubicBezTo>
                    <a:pt x="4" y="109"/>
                    <a:pt x="3" y="103"/>
                    <a:pt x="3" y="100"/>
                  </a:cubicBezTo>
                  <a:cubicBezTo>
                    <a:pt x="4" y="97"/>
                    <a:pt x="7" y="90"/>
                    <a:pt x="8" y="87"/>
                  </a:cubicBezTo>
                  <a:cubicBezTo>
                    <a:pt x="9" y="83"/>
                    <a:pt x="11" y="77"/>
                    <a:pt x="12" y="74"/>
                  </a:cubicBezTo>
                  <a:cubicBezTo>
                    <a:pt x="13" y="73"/>
                    <a:pt x="15" y="71"/>
                    <a:pt x="16" y="69"/>
                  </a:cubicBezTo>
                  <a:cubicBezTo>
                    <a:pt x="17" y="71"/>
                    <a:pt x="20" y="73"/>
                    <a:pt x="21" y="74"/>
                  </a:cubicBezTo>
                  <a:cubicBezTo>
                    <a:pt x="23" y="76"/>
                    <a:pt x="28" y="77"/>
                    <a:pt x="30" y="78"/>
                  </a:cubicBezTo>
                  <a:cubicBezTo>
                    <a:pt x="33" y="79"/>
                    <a:pt x="40" y="79"/>
                    <a:pt x="44" y="79"/>
                  </a:cubicBezTo>
                  <a:cubicBezTo>
                    <a:pt x="46" y="79"/>
                    <a:pt x="51" y="78"/>
                    <a:pt x="54" y="77"/>
                  </a:cubicBezTo>
                  <a:cubicBezTo>
                    <a:pt x="56" y="76"/>
                    <a:pt x="62" y="73"/>
                    <a:pt x="63" y="71"/>
                  </a:cubicBezTo>
                  <a:cubicBezTo>
                    <a:pt x="65" y="70"/>
                    <a:pt x="67" y="66"/>
                    <a:pt x="68" y="64"/>
                  </a:cubicBezTo>
                  <a:cubicBezTo>
                    <a:pt x="69" y="62"/>
                    <a:pt x="70" y="59"/>
                    <a:pt x="71" y="58"/>
                  </a:cubicBezTo>
                  <a:cubicBezTo>
                    <a:pt x="71" y="56"/>
                    <a:pt x="71" y="53"/>
                    <a:pt x="71" y="51"/>
                  </a:cubicBezTo>
                  <a:cubicBezTo>
                    <a:pt x="72" y="49"/>
                    <a:pt x="74" y="43"/>
                    <a:pt x="74" y="41"/>
                  </a:cubicBezTo>
                  <a:cubicBezTo>
                    <a:pt x="75" y="37"/>
                    <a:pt x="76" y="29"/>
                    <a:pt x="76" y="25"/>
                  </a:cubicBezTo>
                  <a:cubicBezTo>
                    <a:pt x="77" y="22"/>
                    <a:pt x="78" y="17"/>
                    <a:pt x="79" y="14"/>
                  </a:cubicBezTo>
                  <a:cubicBezTo>
                    <a:pt x="80" y="12"/>
                    <a:pt x="82" y="8"/>
                    <a:pt x="83" y="6"/>
                  </a:cubicBezTo>
                  <a:cubicBezTo>
                    <a:pt x="85" y="4"/>
                    <a:pt x="89" y="2"/>
                    <a:pt x="91" y="0"/>
                  </a:cubicBezTo>
                  <a:cubicBezTo>
                    <a:pt x="93" y="2"/>
                    <a:pt x="96" y="2"/>
                    <a:pt x="99" y="3"/>
                  </a:cubicBezTo>
                  <a:cubicBezTo>
                    <a:pt x="100" y="4"/>
                    <a:pt x="104" y="6"/>
                    <a:pt x="106" y="7"/>
                  </a:cubicBezTo>
                  <a:cubicBezTo>
                    <a:pt x="107" y="8"/>
                    <a:pt x="109" y="10"/>
                    <a:pt x="110" y="11"/>
                  </a:cubicBezTo>
                  <a:cubicBezTo>
                    <a:pt x="114" y="13"/>
                    <a:pt x="122" y="16"/>
                    <a:pt x="125" y="19"/>
                  </a:cubicBezTo>
                  <a:cubicBezTo>
                    <a:pt x="128" y="21"/>
                    <a:pt x="133" y="27"/>
                    <a:pt x="135" y="30"/>
                  </a:cubicBezTo>
                  <a:cubicBezTo>
                    <a:pt x="137" y="32"/>
                    <a:pt x="140" y="37"/>
                    <a:pt x="141" y="39"/>
                  </a:cubicBezTo>
                  <a:cubicBezTo>
                    <a:pt x="142" y="42"/>
                    <a:pt x="145" y="46"/>
                    <a:pt x="147" y="48"/>
                  </a:cubicBezTo>
                  <a:cubicBezTo>
                    <a:pt x="148" y="50"/>
                    <a:pt x="152" y="52"/>
                    <a:pt x="154" y="53"/>
                  </a:cubicBezTo>
                  <a:cubicBezTo>
                    <a:pt x="155" y="54"/>
                    <a:pt x="157" y="56"/>
                    <a:pt x="157" y="56"/>
                  </a:cubicBezTo>
                  <a:cubicBezTo>
                    <a:pt x="157" y="59"/>
                    <a:pt x="157" y="65"/>
                    <a:pt x="157" y="67"/>
                  </a:cubicBezTo>
                  <a:cubicBezTo>
                    <a:pt x="157" y="69"/>
                    <a:pt x="156" y="73"/>
                    <a:pt x="157" y="75"/>
                  </a:cubicBezTo>
                  <a:cubicBezTo>
                    <a:pt x="158" y="77"/>
                    <a:pt x="162" y="78"/>
                    <a:pt x="164" y="79"/>
                  </a:cubicBezTo>
                  <a:cubicBezTo>
                    <a:pt x="165" y="80"/>
                    <a:pt x="169" y="80"/>
                    <a:pt x="170" y="80"/>
                  </a:cubicBezTo>
                  <a:cubicBezTo>
                    <a:pt x="172" y="80"/>
                    <a:pt x="176" y="82"/>
                    <a:pt x="178" y="83"/>
                  </a:cubicBezTo>
                  <a:cubicBezTo>
                    <a:pt x="181" y="83"/>
                    <a:pt x="188" y="83"/>
                    <a:pt x="192" y="83"/>
                  </a:cubicBezTo>
                  <a:cubicBezTo>
                    <a:pt x="193" y="83"/>
                    <a:pt x="196" y="82"/>
                    <a:pt x="198" y="83"/>
                  </a:cubicBezTo>
                  <a:cubicBezTo>
                    <a:pt x="200" y="83"/>
                    <a:pt x="205" y="84"/>
                    <a:pt x="207" y="85"/>
                  </a:cubicBezTo>
                  <a:cubicBezTo>
                    <a:pt x="210" y="86"/>
                    <a:pt x="213" y="88"/>
                    <a:pt x="216" y="89"/>
                  </a:cubicBezTo>
                  <a:cubicBezTo>
                    <a:pt x="218" y="90"/>
                    <a:pt x="223" y="91"/>
                    <a:pt x="226" y="92"/>
                  </a:cubicBezTo>
                  <a:cubicBezTo>
                    <a:pt x="229" y="93"/>
                    <a:pt x="237" y="97"/>
                    <a:pt x="241" y="98"/>
                  </a:cubicBezTo>
                  <a:cubicBezTo>
                    <a:pt x="244" y="99"/>
                    <a:pt x="252" y="100"/>
                    <a:pt x="255" y="101"/>
                  </a:cubicBezTo>
                  <a:cubicBezTo>
                    <a:pt x="258" y="102"/>
                    <a:pt x="263" y="105"/>
                    <a:pt x="266" y="106"/>
                  </a:cubicBezTo>
                  <a:cubicBezTo>
                    <a:pt x="268" y="106"/>
                    <a:pt x="271" y="106"/>
                    <a:pt x="274" y="106"/>
                  </a:cubicBezTo>
                  <a:cubicBezTo>
                    <a:pt x="274" y="107"/>
                    <a:pt x="273" y="108"/>
                    <a:pt x="272" y="108"/>
                  </a:cubicBezTo>
                  <a:cubicBezTo>
                    <a:pt x="271" y="109"/>
                    <a:pt x="267" y="111"/>
                    <a:pt x="265" y="111"/>
                  </a:cubicBezTo>
                  <a:cubicBezTo>
                    <a:pt x="264" y="110"/>
                    <a:pt x="262" y="107"/>
                    <a:pt x="261" y="107"/>
                  </a:cubicBezTo>
                  <a:cubicBezTo>
                    <a:pt x="259" y="107"/>
                    <a:pt x="256" y="111"/>
                    <a:pt x="255" y="112"/>
                  </a:cubicBezTo>
                  <a:cubicBezTo>
                    <a:pt x="254" y="112"/>
                    <a:pt x="253" y="114"/>
                    <a:pt x="253" y="114"/>
                  </a:cubicBezTo>
                  <a:cubicBezTo>
                    <a:pt x="252" y="115"/>
                    <a:pt x="250" y="117"/>
                    <a:pt x="249" y="117"/>
                  </a:cubicBezTo>
                  <a:cubicBezTo>
                    <a:pt x="247" y="118"/>
                    <a:pt x="244" y="117"/>
                    <a:pt x="242" y="117"/>
                  </a:cubicBezTo>
                  <a:cubicBezTo>
                    <a:pt x="241" y="117"/>
                    <a:pt x="237" y="118"/>
                    <a:pt x="236" y="119"/>
                  </a:cubicBezTo>
                  <a:cubicBezTo>
                    <a:pt x="235" y="119"/>
                    <a:pt x="234" y="122"/>
                    <a:pt x="233" y="123"/>
                  </a:cubicBezTo>
                  <a:cubicBezTo>
                    <a:pt x="230" y="126"/>
                    <a:pt x="224" y="131"/>
                    <a:pt x="220" y="133"/>
                  </a:cubicBezTo>
                  <a:cubicBezTo>
                    <a:pt x="217" y="134"/>
                    <a:pt x="212" y="135"/>
                    <a:pt x="209" y="136"/>
                  </a:cubicBezTo>
                  <a:cubicBezTo>
                    <a:pt x="207" y="136"/>
                    <a:pt x="202" y="136"/>
                    <a:pt x="200" y="135"/>
                  </a:cubicBezTo>
                  <a:cubicBezTo>
                    <a:pt x="197" y="135"/>
                    <a:pt x="193" y="135"/>
                    <a:pt x="191" y="134"/>
                  </a:cubicBezTo>
                  <a:cubicBezTo>
                    <a:pt x="190" y="134"/>
                    <a:pt x="188" y="131"/>
                    <a:pt x="188" y="131"/>
                  </a:cubicBezTo>
                  <a:cubicBezTo>
                    <a:pt x="186" y="129"/>
                    <a:pt x="183" y="126"/>
                    <a:pt x="181" y="125"/>
                  </a:cubicBezTo>
                  <a:cubicBezTo>
                    <a:pt x="180" y="124"/>
                    <a:pt x="178" y="122"/>
                    <a:pt x="176" y="122"/>
                  </a:cubicBezTo>
                  <a:cubicBezTo>
                    <a:pt x="175" y="122"/>
                    <a:pt x="173" y="126"/>
                    <a:pt x="172" y="127"/>
                  </a:cubicBezTo>
                  <a:cubicBezTo>
                    <a:pt x="171" y="128"/>
                    <a:pt x="169" y="130"/>
                    <a:pt x="168" y="130"/>
                  </a:cubicBezTo>
                  <a:cubicBezTo>
                    <a:pt x="166" y="131"/>
                    <a:pt x="163" y="132"/>
                    <a:pt x="161" y="132"/>
                  </a:cubicBezTo>
                  <a:cubicBezTo>
                    <a:pt x="160" y="132"/>
                    <a:pt x="157" y="131"/>
                    <a:pt x="156" y="131"/>
                  </a:cubicBezTo>
                  <a:cubicBezTo>
                    <a:pt x="155" y="131"/>
                    <a:pt x="155" y="129"/>
                    <a:pt x="154" y="129"/>
                  </a:cubicBezTo>
                  <a:cubicBezTo>
                    <a:pt x="153" y="129"/>
                    <a:pt x="151" y="129"/>
                    <a:pt x="150" y="129"/>
                  </a:cubicBezTo>
                  <a:cubicBezTo>
                    <a:pt x="149" y="130"/>
                    <a:pt x="148" y="132"/>
                    <a:pt x="148" y="133"/>
                  </a:cubicBezTo>
                  <a:cubicBezTo>
                    <a:pt x="148" y="133"/>
                    <a:pt x="150" y="135"/>
                    <a:pt x="150" y="135"/>
                  </a:cubicBezTo>
                  <a:cubicBezTo>
                    <a:pt x="151" y="136"/>
                    <a:pt x="153" y="136"/>
                    <a:pt x="154" y="137"/>
                  </a:cubicBezTo>
                  <a:cubicBezTo>
                    <a:pt x="154" y="138"/>
                    <a:pt x="154" y="141"/>
                    <a:pt x="154" y="141"/>
                  </a:cubicBezTo>
                  <a:cubicBezTo>
                    <a:pt x="155" y="142"/>
                    <a:pt x="157" y="144"/>
                    <a:pt x="159" y="144"/>
                  </a:cubicBezTo>
                  <a:cubicBezTo>
                    <a:pt x="159" y="144"/>
                    <a:pt x="160" y="143"/>
                    <a:pt x="161" y="144"/>
                  </a:cubicBezTo>
                  <a:cubicBezTo>
                    <a:pt x="162" y="144"/>
                    <a:pt x="163" y="146"/>
                    <a:pt x="164" y="146"/>
                  </a:cubicBezTo>
                  <a:cubicBezTo>
                    <a:pt x="165" y="147"/>
                    <a:pt x="167" y="146"/>
                    <a:pt x="168" y="147"/>
                  </a:cubicBezTo>
                  <a:cubicBezTo>
                    <a:pt x="171" y="147"/>
                    <a:pt x="176" y="147"/>
                    <a:pt x="179" y="146"/>
                  </a:cubicBezTo>
                  <a:cubicBezTo>
                    <a:pt x="180" y="146"/>
                    <a:pt x="183" y="145"/>
                    <a:pt x="184" y="145"/>
                  </a:cubicBezTo>
                  <a:cubicBezTo>
                    <a:pt x="185" y="144"/>
                    <a:pt x="187" y="142"/>
                    <a:pt x="188" y="141"/>
                  </a:cubicBezTo>
                  <a:cubicBezTo>
                    <a:pt x="190" y="141"/>
                    <a:pt x="193" y="141"/>
                    <a:pt x="195" y="141"/>
                  </a:cubicBezTo>
                  <a:cubicBezTo>
                    <a:pt x="196" y="142"/>
                    <a:pt x="197" y="146"/>
                    <a:pt x="198" y="147"/>
                  </a:cubicBezTo>
                  <a:cubicBezTo>
                    <a:pt x="199" y="149"/>
                    <a:pt x="201" y="153"/>
                    <a:pt x="203" y="155"/>
                  </a:cubicBezTo>
                  <a:cubicBezTo>
                    <a:pt x="204" y="156"/>
                    <a:pt x="207" y="159"/>
                    <a:pt x="209" y="160"/>
                  </a:cubicBezTo>
                  <a:cubicBezTo>
                    <a:pt x="210" y="161"/>
                    <a:pt x="215" y="162"/>
                    <a:pt x="217" y="162"/>
                  </a:cubicBezTo>
                  <a:cubicBezTo>
                    <a:pt x="219" y="162"/>
                    <a:pt x="223" y="159"/>
                    <a:pt x="225" y="159"/>
                  </a:cubicBezTo>
                  <a:cubicBezTo>
                    <a:pt x="225" y="159"/>
                    <a:pt x="227" y="159"/>
                    <a:pt x="228" y="159"/>
                  </a:cubicBezTo>
                  <a:cubicBezTo>
                    <a:pt x="230" y="160"/>
                    <a:pt x="231" y="163"/>
                    <a:pt x="232" y="164"/>
                  </a:cubicBezTo>
                  <a:cubicBezTo>
                    <a:pt x="233" y="165"/>
                    <a:pt x="233" y="168"/>
                    <a:pt x="233" y="169"/>
                  </a:cubicBezTo>
                  <a:cubicBezTo>
                    <a:pt x="234" y="169"/>
                    <a:pt x="235" y="171"/>
                    <a:pt x="236" y="170"/>
                  </a:cubicBezTo>
                  <a:cubicBezTo>
                    <a:pt x="237" y="170"/>
                    <a:pt x="238" y="168"/>
                    <a:pt x="238" y="167"/>
                  </a:cubicBezTo>
                  <a:cubicBezTo>
                    <a:pt x="240" y="167"/>
                    <a:pt x="242" y="167"/>
                    <a:pt x="243" y="167"/>
                  </a:cubicBezTo>
                  <a:cubicBezTo>
                    <a:pt x="245" y="167"/>
                    <a:pt x="249" y="168"/>
                    <a:pt x="250" y="169"/>
                  </a:cubicBezTo>
                  <a:cubicBezTo>
                    <a:pt x="253" y="169"/>
                    <a:pt x="257" y="172"/>
                    <a:pt x="260" y="173"/>
                  </a:cubicBezTo>
                  <a:cubicBezTo>
                    <a:pt x="262" y="174"/>
                    <a:pt x="266" y="175"/>
                    <a:pt x="268" y="175"/>
                  </a:cubicBezTo>
                  <a:cubicBezTo>
                    <a:pt x="271" y="175"/>
                    <a:pt x="275" y="173"/>
                    <a:pt x="278" y="173"/>
                  </a:cubicBezTo>
                  <a:cubicBezTo>
                    <a:pt x="279" y="173"/>
                    <a:pt x="282" y="174"/>
                    <a:pt x="283" y="175"/>
                  </a:cubicBezTo>
                  <a:cubicBezTo>
                    <a:pt x="284" y="176"/>
                    <a:pt x="285" y="178"/>
                    <a:pt x="285" y="179"/>
                  </a:cubicBezTo>
                  <a:cubicBezTo>
                    <a:pt x="286" y="181"/>
                    <a:pt x="286" y="184"/>
                    <a:pt x="286" y="186"/>
                  </a:cubicBezTo>
                  <a:cubicBezTo>
                    <a:pt x="287" y="187"/>
                    <a:pt x="289" y="190"/>
                    <a:pt x="290" y="192"/>
                  </a:cubicBezTo>
                  <a:cubicBezTo>
                    <a:pt x="291" y="193"/>
                    <a:pt x="295" y="195"/>
                    <a:pt x="296" y="197"/>
                  </a:cubicBezTo>
                  <a:cubicBezTo>
                    <a:pt x="298" y="199"/>
                    <a:pt x="301" y="204"/>
                    <a:pt x="302" y="206"/>
                  </a:cubicBezTo>
                  <a:cubicBezTo>
                    <a:pt x="303" y="208"/>
                    <a:pt x="305" y="213"/>
                    <a:pt x="307" y="215"/>
                  </a:cubicBezTo>
                  <a:cubicBezTo>
                    <a:pt x="308" y="215"/>
                    <a:pt x="311" y="215"/>
                    <a:pt x="313" y="214"/>
                  </a:cubicBezTo>
                  <a:cubicBezTo>
                    <a:pt x="314" y="214"/>
                    <a:pt x="315" y="212"/>
                    <a:pt x="316" y="211"/>
                  </a:cubicBezTo>
                  <a:cubicBezTo>
                    <a:pt x="317" y="210"/>
                    <a:pt x="318" y="208"/>
                    <a:pt x="319" y="207"/>
                  </a:cubicBezTo>
                  <a:cubicBezTo>
                    <a:pt x="320" y="206"/>
                    <a:pt x="322" y="204"/>
                    <a:pt x="323" y="204"/>
                  </a:cubicBezTo>
                  <a:cubicBezTo>
                    <a:pt x="324" y="203"/>
                    <a:pt x="327" y="201"/>
                    <a:pt x="329" y="202"/>
                  </a:cubicBezTo>
                  <a:cubicBezTo>
                    <a:pt x="330" y="202"/>
                    <a:pt x="331" y="204"/>
                    <a:pt x="332" y="205"/>
                  </a:cubicBezTo>
                  <a:cubicBezTo>
                    <a:pt x="333" y="206"/>
                    <a:pt x="336" y="208"/>
                    <a:pt x="338" y="209"/>
                  </a:cubicBezTo>
                  <a:cubicBezTo>
                    <a:pt x="340" y="209"/>
                    <a:pt x="345" y="208"/>
                    <a:pt x="347" y="209"/>
                  </a:cubicBezTo>
                  <a:cubicBezTo>
                    <a:pt x="348" y="209"/>
                    <a:pt x="351" y="210"/>
                    <a:pt x="352" y="210"/>
                  </a:cubicBezTo>
                  <a:cubicBezTo>
                    <a:pt x="353" y="211"/>
                    <a:pt x="354" y="213"/>
                    <a:pt x="355" y="214"/>
                  </a:cubicBezTo>
                  <a:cubicBezTo>
                    <a:pt x="356" y="215"/>
                    <a:pt x="358" y="217"/>
                    <a:pt x="359" y="218"/>
                  </a:cubicBezTo>
                  <a:cubicBezTo>
                    <a:pt x="359" y="220"/>
                    <a:pt x="360" y="223"/>
                    <a:pt x="360" y="225"/>
                  </a:cubicBezTo>
                  <a:cubicBezTo>
                    <a:pt x="359" y="226"/>
                    <a:pt x="356" y="227"/>
                    <a:pt x="355" y="228"/>
                  </a:cubicBezTo>
                  <a:cubicBezTo>
                    <a:pt x="354" y="228"/>
                    <a:pt x="353" y="229"/>
                    <a:pt x="352" y="230"/>
                  </a:cubicBezTo>
                  <a:cubicBezTo>
                    <a:pt x="351" y="231"/>
                    <a:pt x="349" y="233"/>
                    <a:pt x="348" y="235"/>
                  </a:cubicBezTo>
                  <a:cubicBezTo>
                    <a:pt x="348" y="236"/>
                    <a:pt x="348" y="238"/>
                    <a:pt x="348" y="239"/>
                  </a:cubicBezTo>
                  <a:cubicBezTo>
                    <a:pt x="349" y="240"/>
                    <a:pt x="353" y="241"/>
                    <a:pt x="354" y="242"/>
                  </a:cubicBezTo>
                  <a:cubicBezTo>
                    <a:pt x="356" y="242"/>
                    <a:pt x="359" y="243"/>
                    <a:pt x="360" y="244"/>
                  </a:cubicBezTo>
                  <a:cubicBezTo>
                    <a:pt x="362" y="245"/>
                    <a:pt x="364" y="246"/>
                    <a:pt x="365" y="247"/>
                  </a:cubicBezTo>
                  <a:cubicBezTo>
                    <a:pt x="366" y="248"/>
                    <a:pt x="368" y="250"/>
                    <a:pt x="368" y="251"/>
                  </a:cubicBezTo>
                  <a:cubicBezTo>
                    <a:pt x="369" y="253"/>
                    <a:pt x="370" y="257"/>
                    <a:pt x="371" y="258"/>
                  </a:cubicBezTo>
                  <a:cubicBezTo>
                    <a:pt x="372" y="258"/>
                    <a:pt x="373" y="258"/>
                    <a:pt x="374" y="258"/>
                  </a:cubicBezTo>
                  <a:cubicBezTo>
                    <a:pt x="373" y="259"/>
                    <a:pt x="373" y="259"/>
                    <a:pt x="373" y="259"/>
                  </a:cubicBezTo>
                  <a:cubicBezTo>
                    <a:pt x="373" y="260"/>
                    <a:pt x="371" y="261"/>
                    <a:pt x="370" y="262"/>
                  </a:cubicBezTo>
                  <a:cubicBezTo>
                    <a:pt x="368" y="262"/>
                    <a:pt x="365" y="261"/>
                    <a:pt x="363" y="262"/>
                  </a:cubicBezTo>
                  <a:cubicBezTo>
                    <a:pt x="361" y="262"/>
                    <a:pt x="356" y="263"/>
                    <a:pt x="354" y="263"/>
                  </a:cubicBezTo>
                  <a:cubicBezTo>
                    <a:pt x="353" y="263"/>
                    <a:pt x="350" y="263"/>
                    <a:pt x="349" y="262"/>
                  </a:cubicBezTo>
                  <a:cubicBezTo>
                    <a:pt x="347" y="262"/>
                    <a:pt x="343" y="259"/>
                    <a:pt x="342" y="258"/>
                  </a:cubicBezTo>
                  <a:cubicBezTo>
                    <a:pt x="339" y="256"/>
                    <a:pt x="335" y="255"/>
                    <a:pt x="332" y="254"/>
                  </a:cubicBezTo>
                  <a:cubicBezTo>
                    <a:pt x="330" y="253"/>
                    <a:pt x="326" y="251"/>
                    <a:pt x="324" y="250"/>
                  </a:cubicBezTo>
                  <a:cubicBezTo>
                    <a:pt x="322" y="250"/>
                    <a:pt x="318" y="249"/>
                    <a:pt x="316" y="249"/>
                  </a:cubicBezTo>
                  <a:cubicBezTo>
                    <a:pt x="314" y="249"/>
                    <a:pt x="309" y="249"/>
                    <a:pt x="307" y="249"/>
                  </a:cubicBezTo>
                  <a:cubicBezTo>
                    <a:pt x="304" y="249"/>
                    <a:pt x="299" y="249"/>
                    <a:pt x="297" y="249"/>
                  </a:cubicBezTo>
                  <a:cubicBezTo>
                    <a:pt x="295" y="248"/>
                    <a:pt x="290" y="245"/>
                    <a:pt x="287" y="244"/>
                  </a:cubicBezTo>
                  <a:cubicBezTo>
                    <a:pt x="284" y="243"/>
                    <a:pt x="276" y="241"/>
                    <a:pt x="272" y="240"/>
                  </a:cubicBezTo>
                  <a:cubicBezTo>
                    <a:pt x="269" y="239"/>
                    <a:pt x="263" y="237"/>
                    <a:pt x="260" y="236"/>
                  </a:cubicBezTo>
                  <a:cubicBezTo>
                    <a:pt x="258" y="236"/>
                    <a:pt x="253" y="236"/>
                    <a:pt x="250" y="236"/>
                  </a:cubicBezTo>
                  <a:cubicBezTo>
                    <a:pt x="246" y="236"/>
                    <a:pt x="238" y="235"/>
                    <a:pt x="233" y="236"/>
                  </a:cubicBezTo>
                  <a:cubicBezTo>
                    <a:pt x="231" y="236"/>
                    <a:pt x="225" y="237"/>
                    <a:pt x="223" y="238"/>
                  </a:cubicBezTo>
                  <a:cubicBezTo>
                    <a:pt x="220" y="239"/>
                    <a:pt x="216" y="241"/>
                    <a:pt x="214" y="242"/>
                  </a:cubicBezTo>
                  <a:cubicBezTo>
                    <a:pt x="211" y="242"/>
                    <a:pt x="207" y="244"/>
                    <a:pt x="204" y="245"/>
                  </a:cubicBezTo>
                  <a:cubicBezTo>
                    <a:pt x="203" y="245"/>
                    <a:pt x="199" y="246"/>
                    <a:pt x="198" y="246"/>
                  </a:cubicBezTo>
                  <a:cubicBezTo>
                    <a:pt x="196" y="246"/>
                    <a:pt x="192" y="246"/>
                    <a:pt x="191" y="246"/>
                  </a:cubicBezTo>
                  <a:cubicBezTo>
                    <a:pt x="189" y="245"/>
                    <a:pt x="187" y="243"/>
                    <a:pt x="186" y="242"/>
                  </a:cubicBezTo>
                  <a:cubicBezTo>
                    <a:pt x="184" y="241"/>
                    <a:pt x="182" y="238"/>
                    <a:pt x="180" y="237"/>
                  </a:cubicBezTo>
                  <a:cubicBezTo>
                    <a:pt x="179" y="236"/>
                    <a:pt x="176" y="234"/>
                    <a:pt x="175" y="234"/>
                  </a:cubicBezTo>
                  <a:cubicBezTo>
                    <a:pt x="174" y="234"/>
                    <a:pt x="173" y="234"/>
                    <a:pt x="171" y="234"/>
                  </a:cubicBezTo>
                  <a:cubicBezTo>
                    <a:pt x="172" y="233"/>
                    <a:pt x="172" y="232"/>
                    <a:pt x="172" y="231"/>
                  </a:cubicBezTo>
                  <a:cubicBezTo>
                    <a:pt x="172" y="229"/>
                    <a:pt x="172" y="226"/>
                    <a:pt x="172" y="224"/>
                  </a:cubicBezTo>
                  <a:cubicBezTo>
                    <a:pt x="172" y="222"/>
                    <a:pt x="172" y="218"/>
                    <a:pt x="171" y="216"/>
                  </a:cubicBezTo>
                  <a:cubicBezTo>
                    <a:pt x="171" y="215"/>
                    <a:pt x="170" y="213"/>
                    <a:pt x="170" y="212"/>
                  </a:cubicBezTo>
                  <a:cubicBezTo>
                    <a:pt x="169" y="210"/>
                    <a:pt x="170" y="207"/>
                    <a:pt x="170" y="205"/>
                  </a:cubicBezTo>
                  <a:cubicBezTo>
                    <a:pt x="169" y="204"/>
                    <a:pt x="169" y="202"/>
                    <a:pt x="168" y="201"/>
                  </a:cubicBezTo>
                  <a:cubicBezTo>
                    <a:pt x="168" y="200"/>
                    <a:pt x="168" y="198"/>
                    <a:pt x="168" y="197"/>
                  </a:cubicBezTo>
                  <a:cubicBezTo>
                    <a:pt x="167" y="195"/>
                    <a:pt x="167" y="193"/>
                    <a:pt x="166" y="191"/>
                  </a:cubicBezTo>
                  <a:cubicBezTo>
                    <a:pt x="165" y="190"/>
                    <a:pt x="164" y="187"/>
                    <a:pt x="163" y="185"/>
                  </a:cubicBezTo>
                  <a:cubicBezTo>
                    <a:pt x="163" y="185"/>
                    <a:pt x="160" y="184"/>
                    <a:pt x="159" y="183"/>
                  </a:cubicBezTo>
                  <a:cubicBezTo>
                    <a:pt x="158" y="182"/>
                    <a:pt x="157" y="180"/>
                    <a:pt x="155" y="179"/>
                  </a:cubicBezTo>
                  <a:cubicBezTo>
                    <a:pt x="154" y="179"/>
                    <a:pt x="152" y="177"/>
                    <a:pt x="150" y="177"/>
                  </a:cubicBezTo>
                  <a:cubicBezTo>
                    <a:pt x="149" y="177"/>
                    <a:pt x="147" y="178"/>
                    <a:pt x="147" y="178"/>
                  </a:cubicBezTo>
                  <a:cubicBezTo>
                    <a:pt x="146" y="179"/>
                    <a:pt x="147" y="181"/>
                    <a:pt x="146" y="182"/>
                  </a:cubicBezTo>
                  <a:cubicBezTo>
                    <a:pt x="144" y="183"/>
                    <a:pt x="140" y="183"/>
                    <a:pt x="139" y="183"/>
                  </a:cubicBezTo>
                  <a:cubicBezTo>
                    <a:pt x="136" y="184"/>
                    <a:pt x="129" y="185"/>
                    <a:pt x="126" y="185"/>
                  </a:cubicBezTo>
                  <a:cubicBezTo>
                    <a:pt x="124" y="185"/>
                    <a:pt x="120" y="184"/>
                    <a:pt x="118" y="183"/>
                  </a:cubicBezTo>
                  <a:cubicBezTo>
                    <a:pt x="117" y="183"/>
                    <a:pt x="113" y="181"/>
                    <a:pt x="112" y="179"/>
                  </a:cubicBezTo>
                  <a:cubicBezTo>
                    <a:pt x="111" y="177"/>
                    <a:pt x="109" y="173"/>
                    <a:pt x="109" y="171"/>
                  </a:cubicBezTo>
                  <a:cubicBezTo>
                    <a:pt x="109" y="169"/>
                    <a:pt x="110" y="166"/>
                    <a:pt x="109" y="164"/>
                  </a:cubicBezTo>
                  <a:cubicBezTo>
                    <a:pt x="108" y="163"/>
                    <a:pt x="106" y="162"/>
                    <a:pt x="105" y="162"/>
                  </a:cubicBezTo>
                  <a:cubicBezTo>
                    <a:pt x="103" y="162"/>
                    <a:pt x="101" y="162"/>
                    <a:pt x="99" y="162"/>
                  </a:cubicBezTo>
                  <a:cubicBezTo>
                    <a:pt x="97" y="163"/>
                    <a:pt x="94" y="166"/>
                    <a:pt x="92" y="167"/>
                  </a:cubicBezTo>
                  <a:cubicBezTo>
                    <a:pt x="91" y="169"/>
                    <a:pt x="89" y="172"/>
                    <a:pt x="88" y="174"/>
                  </a:cubicBezTo>
                  <a:cubicBezTo>
                    <a:pt x="87" y="175"/>
                    <a:pt x="86" y="179"/>
                    <a:pt x="84" y="180"/>
                  </a:cubicBezTo>
                  <a:cubicBezTo>
                    <a:pt x="82" y="182"/>
                    <a:pt x="76" y="184"/>
                    <a:pt x="73" y="184"/>
                  </a:cubicBezTo>
                  <a:cubicBezTo>
                    <a:pt x="70" y="185"/>
                    <a:pt x="62" y="186"/>
                    <a:pt x="59" y="186"/>
                  </a:cubicBezTo>
                  <a:cubicBezTo>
                    <a:pt x="56" y="186"/>
                    <a:pt x="51" y="184"/>
                    <a:pt x="49" y="182"/>
                  </a:cubicBezTo>
                  <a:cubicBezTo>
                    <a:pt x="46" y="181"/>
                    <a:pt x="41" y="177"/>
                    <a:pt x="39" y="175"/>
                  </a:cubicBezTo>
                  <a:cubicBezTo>
                    <a:pt x="37" y="174"/>
                    <a:pt x="34" y="173"/>
                    <a:pt x="32" y="172"/>
                  </a:cubicBezTo>
                  <a:cubicBezTo>
                    <a:pt x="32" y="172"/>
                    <a:pt x="32" y="172"/>
                    <a:pt x="32" y="17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124"/>
            <p:cNvSpPr>
              <a:spLocks/>
            </p:cNvSpPr>
            <p:nvPr/>
          </p:nvSpPr>
          <p:spPr bwMode="auto">
            <a:xfrm>
              <a:off x="2600326" y="2560638"/>
              <a:ext cx="11113" cy="23813"/>
            </a:xfrm>
            <a:custGeom>
              <a:avLst/>
              <a:gdLst/>
              <a:ahLst/>
              <a:cxnLst>
                <a:cxn ang="0">
                  <a:pos x="6" y="6"/>
                </a:cxn>
                <a:cxn ang="0">
                  <a:pos x="5" y="1"/>
                </a:cxn>
                <a:cxn ang="0">
                  <a:pos x="2" y="1"/>
                </a:cxn>
                <a:cxn ang="0">
                  <a:pos x="2" y="6"/>
                </a:cxn>
                <a:cxn ang="0">
                  <a:pos x="1" y="10"/>
                </a:cxn>
                <a:cxn ang="0">
                  <a:pos x="0" y="13"/>
                </a:cxn>
                <a:cxn ang="0">
                  <a:pos x="1" y="16"/>
                </a:cxn>
                <a:cxn ang="0">
                  <a:pos x="6" y="14"/>
                </a:cxn>
                <a:cxn ang="0">
                  <a:pos x="6" y="10"/>
                </a:cxn>
                <a:cxn ang="0">
                  <a:pos x="6" y="6"/>
                </a:cxn>
              </a:cxnLst>
              <a:rect l="0" t="0" r="r" b="b"/>
              <a:pathLst>
                <a:path w="7" h="16">
                  <a:moveTo>
                    <a:pt x="6" y="6"/>
                  </a:moveTo>
                  <a:cubicBezTo>
                    <a:pt x="6" y="4"/>
                    <a:pt x="6" y="1"/>
                    <a:pt x="5" y="1"/>
                  </a:cubicBezTo>
                  <a:cubicBezTo>
                    <a:pt x="4" y="0"/>
                    <a:pt x="2" y="1"/>
                    <a:pt x="2" y="1"/>
                  </a:cubicBezTo>
                  <a:cubicBezTo>
                    <a:pt x="1" y="2"/>
                    <a:pt x="2" y="4"/>
                    <a:pt x="2" y="6"/>
                  </a:cubicBezTo>
                  <a:cubicBezTo>
                    <a:pt x="2" y="7"/>
                    <a:pt x="1" y="9"/>
                    <a:pt x="1" y="10"/>
                  </a:cubicBezTo>
                  <a:cubicBezTo>
                    <a:pt x="1" y="10"/>
                    <a:pt x="0" y="12"/>
                    <a:pt x="0" y="13"/>
                  </a:cubicBezTo>
                  <a:cubicBezTo>
                    <a:pt x="0" y="14"/>
                    <a:pt x="1" y="16"/>
                    <a:pt x="1" y="16"/>
                  </a:cubicBezTo>
                  <a:cubicBezTo>
                    <a:pt x="2" y="16"/>
                    <a:pt x="5" y="15"/>
                    <a:pt x="6" y="14"/>
                  </a:cubicBezTo>
                  <a:cubicBezTo>
                    <a:pt x="6" y="13"/>
                    <a:pt x="6" y="11"/>
                    <a:pt x="6" y="10"/>
                  </a:cubicBezTo>
                  <a:cubicBezTo>
                    <a:pt x="6" y="9"/>
                    <a:pt x="7" y="7"/>
                    <a:pt x="6"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125"/>
            <p:cNvSpPr>
              <a:spLocks/>
            </p:cNvSpPr>
            <p:nvPr/>
          </p:nvSpPr>
          <p:spPr bwMode="auto">
            <a:xfrm>
              <a:off x="2538413" y="2492375"/>
              <a:ext cx="19050" cy="34925"/>
            </a:xfrm>
            <a:custGeom>
              <a:avLst/>
              <a:gdLst/>
              <a:ahLst/>
              <a:cxnLst>
                <a:cxn ang="0">
                  <a:pos x="13" y="8"/>
                </a:cxn>
                <a:cxn ang="0">
                  <a:pos x="12" y="2"/>
                </a:cxn>
                <a:cxn ang="0">
                  <a:pos x="9" y="1"/>
                </a:cxn>
                <a:cxn ang="0">
                  <a:pos x="7" y="6"/>
                </a:cxn>
                <a:cxn ang="0">
                  <a:pos x="4" y="13"/>
                </a:cxn>
                <a:cxn ang="0">
                  <a:pos x="2" y="15"/>
                </a:cxn>
                <a:cxn ang="0">
                  <a:pos x="0" y="18"/>
                </a:cxn>
                <a:cxn ang="0">
                  <a:pos x="1" y="21"/>
                </a:cxn>
                <a:cxn ang="0">
                  <a:pos x="9" y="22"/>
                </a:cxn>
                <a:cxn ang="0">
                  <a:pos x="12" y="18"/>
                </a:cxn>
                <a:cxn ang="0">
                  <a:pos x="13" y="12"/>
                </a:cxn>
                <a:cxn ang="0">
                  <a:pos x="13" y="8"/>
                </a:cxn>
              </a:cxnLst>
              <a:rect l="0" t="0" r="r" b="b"/>
              <a:pathLst>
                <a:path w="13" h="23">
                  <a:moveTo>
                    <a:pt x="13" y="8"/>
                  </a:moveTo>
                  <a:cubicBezTo>
                    <a:pt x="13" y="6"/>
                    <a:pt x="13" y="3"/>
                    <a:pt x="12" y="2"/>
                  </a:cubicBezTo>
                  <a:cubicBezTo>
                    <a:pt x="11" y="1"/>
                    <a:pt x="9" y="0"/>
                    <a:pt x="9" y="1"/>
                  </a:cubicBezTo>
                  <a:cubicBezTo>
                    <a:pt x="7" y="2"/>
                    <a:pt x="8" y="5"/>
                    <a:pt x="7" y="6"/>
                  </a:cubicBezTo>
                  <a:cubicBezTo>
                    <a:pt x="7" y="8"/>
                    <a:pt x="5" y="12"/>
                    <a:pt x="4" y="13"/>
                  </a:cubicBezTo>
                  <a:cubicBezTo>
                    <a:pt x="4" y="14"/>
                    <a:pt x="2" y="14"/>
                    <a:pt x="2" y="15"/>
                  </a:cubicBezTo>
                  <a:cubicBezTo>
                    <a:pt x="1" y="16"/>
                    <a:pt x="0" y="17"/>
                    <a:pt x="0" y="18"/>
                  </a:cubicBezTo>
                  <a:cubicBezTo>
                    <a:pt x="0" y="19"/>
                    <a:pt x="1" y="21"/>
                    <a:pt x="1" y="21"/>
                  </a:cubicBezTo>
                  <a:cubicBezTo>
                    <a:pt x="3" y="23"/>
                    <a:pt x="7" y="22"/>
                    <a:pt x="9" y="22"/>
                  </a:cubicBezTo>
                  <a:cubicBezTo>
                    <a:pt x="10" y="21"/>
                    <a:pt x="12" y="19"/>
                    <a:pt x="12" y="18"/>
                  </a:cubicBezTo>
                  <a:cubicBezTo>
                    <a:pt x="13" y="16"/>
                    <a:pt x="13" y="14"/>
                    <a:pt x="13" y="12"/>
                  </a:cubicBezTo>
                  <a:cubicBezTo>
                    <a:pt x="13" y="11"/>
                    <a:pt x="13" y="9"/>
                    <a:pt x="13" y="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126"/>
            <p:cNvSpPr>
              <a:spLocks/>
            </p:cNvSpPr>
            <p:nvPr/>
          </p:nvSpPr>
          <p:spPr bwMode="auto">
            <a:xfrm>
              <a:off x="2497138" y="2466975"/>
              <a:ext cx="52388" cy="77788"/>
            </a:xfrm>
            <a:custGeom>
              <a:avLst/>
              <a:gdLst/>
              <a:ahLst/>
              <a:cxnLst>
                <a:cxn ang="0">
                  <a:pos x="32" y="12"/>
                </a:cxn>
                <a:cxn ang="0">
                  <a:pos x="29" y="17"/>
                </a:cxn>
                <a:cxn ang="0">
                  <a:pos x="24" y="23"/>
                </a:cxn>
                <a:cxn ang="0">
                  <a:pos x="21" y="31"/>
                </a:cxn>
                <a:cxn ang="0">
                  <a:pos x="18" y="36"/>
                </a:cxn>
                <a:cxn ang="0">
                  <a:pos x="12" y="40"/>
                </a:cxn>
                <a:cxn ang="0">
                  <a:pos x="9" y="46"/>
                </a:cxn>
                <a:cxn ang="0">
                  <a:pos x="6" y="50"/>
                </a:cxn>
                <a:cxn ang="0">
                  <a:pos x="2" y="50"/>
                </a:cxn>
                <a:cxn ang="0">
                  <a:pos x="0" y="46"/>
                </a:cxn>
                <a:cxn ang="0">
                  <a:pos x="1" y="42"/>
                </a:cxn>
                <a:cxn ang="0">
                  <a:pos x="6" y="40"/>
                </a:cxn>
                <a:cxn ang="0">
                  <a:pos x="10" y="36"/>
                </a:cxn>
                <a:cxn ang="0">
                  <a:pos x="11" y="27"/>
                </a:cxn>
                <a:cxn ang="0">
                  <a:pos x="11" y="23"/>
                </a:cxn>
                <a:cxn ang="0">
                  <a:pos x="17" y="21"/>
                </a:cxn>
                <a:cxn ang="0">
                  <a:pos x="20" y="17"/>
                </a:cxn>
                <a:cxn ang="0">
                  <a:pos x="21" y="9"/>
                </a:cxn>
                <a:cxn ang="0">
                  <a:pos x="25" y="3"/>
                </a:cxn>
                <a:cxn ang="0">
                  <a:pos x="29" y="0"/>
                </a:cxn>
                <a:cxn ang="0">
                  <a:pos x="33" y="3"/>
                </a:cxn>
                <a:cxn ang="0">
                  <a:pos x="34" y="7"/>
                </a:cxn>
                <a:cxn ang="0">
                  <a:pos x="32" y="12"/>
                </a:cxn>
              </a:cxnLst>
              <a:rect l="0" t="0" r="r" b="b"/>
              <a:pathLst>
                <a:path w="34" h="51">
                  <a:moveTo>
                    <a:pt x="32" y="12"/>
                  </a:moveTo>
                  <a:cubicBezTo>
                    <a:pt x="31" y="13"/>
                    <a:pt x="30" y="16"/>
                    <a:pt x="29" y="17"/>
                  </a:cubicBezTo>
                  <a:cubicBezTo>
                    <a:pt x="28" y="18"/>
                    <a:pt x="25" y="21"/>
                    <a:pt x="24" y="23"/>
                  </a:cubicBezTo>
                  <a:cubicBezTo>
                    <a:pt x="23" y="25"/>
                    <a:pt x="22" y="29"/>
                    <a:pt x="21" y="31"/>
                  </a:cubicBezTo>
                  <a:cubicBezTo>
                    <a:pt x="21" y="33"/>
                    <a:pt x="19" y="35"/>
                    <a:pt x="18" y="36"/>
                  </a:cubicBezTo>
                  <a:cubicBezTo>
                    <a:pt x="17" y="37"/>
                    <a:pt x="13" y="38"/>
                    <a:pt x="12" y="40"/>
                  </a:cubicBezTo>
                  <a:cubicBezTo>
                    <a:pt x="11" y="41"/>
                    <a:pt x="9" y="44"/>
                    <a:pt x="9" y="46"/>
                  </a:cubicBezTo>
                  <a:cubicBezTo>
                    <a:pt x="8" y="47"/>
                    <a:pt x="7" y="49"/>
                    <a:pt x="6" y="50"/>
                  </a:cubicBezTo>
                  <a:cubicBezTo>
                    <a:pt x="5" y="51"/>
                    <a:pt x="3" y="51"/>
                    <a:pt x="2" y="50"/>
                  </a:cubicBezTo>
                  <a:cubicBezTo>
                    <a:pt x="1" y="50"/>
                    <a:pt x="0" y="47"/>
                    <a:pt x="0" y="46"/>
                  </a:cubicBezTo>
                  <a:cubicBezTo>
                    <a:pt x="0" y="45"/>
                    <a:pt x="0" y="42"/>
                    <a:pt x="1" y="42"/>
                  </a:cubicBezTo>
                  <a:cubicBezTo>
                    <a:pt x="2" y="40"/>
                    <a:pt x="5" y="41"/>
                    <a:pt x="6" y="40"/>
                  </a:cubicBezTo>
                  <a:cubicBezTo>
                    <a:pt x="8" y="40"/>
                    <a:pt x="10" y="37"/>
                    <a:pt x="10" y="36"/>
                  </a:cubicBezTo>
                  <a:cubicBezTo>
                    <a:pt x="11" y="34"/>
                    <a:pt x="11" y="30"/>
                    <a:pt x="11" y="27"/>
                  </a:cubicBezTo>
                  <a:cubicBezTo>
                    <a:pt x="11" y="26"/>
                    <a:pt x="10" y="24"/>
                    <a:pt x="11" y="23"/>
                  </a:cubicBezTo>
                  <a:cubicBezTo>
                    <a:pt x="12" y="21"/>
                    <a:pt x="16" y="22"/>
                    <a:pt x="17" y="21"/>
                  </a:cubicBezTo>
                  <a:cubicBezTo>
                    <a:pt x="18" y="20"/>
                    <a:pt x="19" y="18"/>
                    <a:pt x="20" y="17"/>
                  </a:cubicBezTo>
                  <a:cubicBezTo>
                    <a:pt x="21" y="15"/>
                    <a:pt x="20" y="11"/>
                    <a:pt x="21" y="9"/>
                  </a:cubicBezTo>
                  <a:cubicBezTo>
                    <a:pt x="22" y="7"/>
                    <a:pt x="24" y="5"/>
                    <a:pt x="25" y="3"/>
                  </a:cubicBezTo>
                  <a:cubicBezTo>
                    <a:pt x="26" y="2"/>
                    <a:pt x="28" y="0"/>
                    <a:pt x="29" y="0"/>
                  </a:cubicBezTo>
                  <a:cubicBezTo>
                    <a:pt x="30" y="0"/>
                    <a:pt x="32" y="2"/>
                    <a:pt x="33" y="3"/>
                  </a:cubicBezTo>
                  <a:cubicBezTo>
                    <a:pt x="33" y="4"/>
                    <a:pt x="34" y="6"/>
                    <a:pt x="34" y="7"/>
                  </a:cubicBezTo>
                  <a:cubicBezTo>
                    <a:pt x="34" y="8"/>
                    <a:pt x="33" y="10"/>
                    <a:pt x="32" y="1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127"/>
            <p:cNvSpPr>
              <a:spLocks/>
            </p:cNvSpPr>
            <p:nvPr/>
          </p:nvSpPr>
          <p:spPr bwMode="auto">
            <a:xfrm>
              <a:off x="2578101" y="2428875"/>
              <a:ext cx="28575" cy="30163"/>
            </a:xfrm>
            <a:custGeom>
              <a:avLst/>
              <a:gdLst/>
              <a:ahLst/>
              <a:cxnLst>
                <a:cxn ang="0">
                  <a:pos x="18" y="9"/>
                </a:cxn>
                <a:cxn ang="0">
                  <a:pos x="15" y="11"/>
                </a:cxn>
                <a:cxn ang="0">
                  <a:pos x="14" y="14"/>
                </a:cxn>
                <a:cxn ang="0">
                  <a:pos x="11" y="19"/>
                </a:cxn>
                <a:cxn ang="0">
                  <a:pos x="9" y="20"/>
                </a:cxn>
                <a:cxn ang="0">
                  <a:pos x="3" y="18"/>
                </a:cxn>
                <a:cxn ang="0">
                  <a:pos x="2" y="12"/>
                </a:cxn>
                <a:cxn ang="0">
                  <a:pos x="0" y="7"/>
                </a:cxn>
                <a:cxn ang="0">
                  <a:pos x="1" y="2"/>
                </a:cxn>
                <a:cxn ang="0">
                  <a:pos x="5" y="0"/>
                </a:cxn>
                <a:cxn ang="0">
                  <a:pos x="11" y="1"/>
                </a:cxn>
                <a:cxn ang="0">
                  <a:pos x="15" y="5"/>
                </a:cxn>
                <a:cxn ang="0">
                  <a:pos x="18" y="9"/>
                </a:cxn>
              </a:cxnLst>
              <a:rect l="0" t="0" r="r" b="b"/>
              <a:pathLst>
                <a:path w="19" h="20">
                  <a:moveTo>
                    <a:pt x="18" y="9"/>
                  </a:moveTo>
                  <a:cubicBezTo>
                    <a:pt x="18" y="10"/>
                    <a:pt x="15" y="11"/>
                    <a:pt x="15" y="11"/>
                  </a:cubicBezTo>
                  <a:cubicBezTo>
                    <a:pt x="14" y="12"/>
                    <a:pt x="15" y="14"/>
                    <a:pt x="14" y="14"/>
                  </a:cubicBezTo>
                  <a:cubicBezTo>
                    <a:pt x="14" y="16"/>
                    <a:pt x="12" y="18"/>
                    <a:pt x="11" y="19"/>
                  </a:cubicBezTo>
                  <a:cubicBezTo>
                    <a:pt x="11" y="19"/>
                    <a:pt x="10" y="20"/>
                    <a:pt x="9" y="20"/>
                  </a:cubicBezTo>
                  <a:cubicBezTo>
                    <a:pt x="7" y="20"/>
                    <a:pt x="4" y="19"/>
                    <a:pt x="3" y="18"/>
                  </a:cubicBezTo>
                  <a:cubicBezTo>
                    <a:pt x="2" y="16"/>
                    <a:pt x="2" y="14"/>
                    <a:pt x="2" y="12"/>
                  </a:cubicBezTo>
                  <a:cubicBezTo>
                    <a:pt x="2" y="11"/>
                    <a:pt x="1" y="9"/>
                    <a:pt x="0" y="7"/>
                  </a:cubicBezTo>
                  <a:cubicBezTo>
                    <a:pt x="0" y="6"/>
                    <a:pt x="0" y="3"/>
                    <a:pt x="1" y="2"/>
                  </a:cubicBezTo>
                  <a:cubicBezTo>
                    <a:pt x="1" y="1"/>
                    <a:pt x="4" y="0"/>
                    <a:pt x="5" y="0"/>
                  </a:cubicBezTo>
                  <a:cubicBezTo>
                    <a:pt x="6" y="0"/>
                    <a:pt x="9" y="0"/>
                    <a:pt x="11" y="1"/>
                  </a:cubicBezTo>
                  <a:cubicBezTo>
                    <a:pt x="12" y="2"/>
                    <a:pt x="14" y="4"/>
                    <a:pt x="15" y="5"/>
                  </a:cubicBezTo>
                  <a:cubicBezTo>
                    <a:pt x="16" y="6"/>
                    <a:pt x="19" y="8"/>
                    <a:pt x="18"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128"/>
            <p:cNvSpPr>
              <a:spLocks/>
            </p:cNvSpPr>
            <p:nvPr/>
          </p:nvSpPr>
          <p:spPr bwMode="auto">
            <a:xfrm>
              <a:off x="2614613" y="2398713"/>
              <a:ext cx="22225" cy="30163"/>
            </a:xfrm>
            <a:custGeom>
              <a:avLst/>
              <a:gdLst/>
              <a:ahLst/>
              <a:cxnLst>
                <a:cxn ang="0">
                  <a:pos x="9" y="20"/>
                </a:cxn>
                <a:cxn ang="0">
                  <a:pos x="12" y="16"/>
                </a:cxn>
                <a:cxn ang="0">
                  <a:pos x="14" y="7"/>
                </a:cxn>
                <a:cxn ang="0">
                  <a:pos x="11" y="2"/>
                </a:cxn>
                <a:cxn ang="0">
                  <a:pos x="8" y="0"/>
                </a:cxn>
                <a:cxn ang="0">
                  <a:pos x="7" y="4"/>
                </a:cxn>
                <a:cxn ang="0">
                  <a:pos x="5" y="6"/>
                </a:cxn>
                <a:cxn ang="0">
                  <a:pos x="2" y="8"/>
                </a:cxn>
                <a:cxn ang="0">
                  <a:pos x="0" y="12"/>
                </a:cxn>
                <a:cxn ang="0">
                  <a:pos x="0" y="16"/>
                </a:cxn>
                <a:cxn ang="0">
                  <a:pos x="3" y="19"/>
                </a:cxn>
                <a:cxn ang="0">
                  <a:pos x="6" y="20"/>
                </a:cxn>
                <a:cxn ang="0">
                  <a:pos x="9" y="20"/>
                </a:cxn>
              </a:cxnLst>
              <a:rect l="0" t="0" r="r" b="b"/>
              <a:pathLst>
                <a:path w="14" h="20">
                  <a:moveTo>
                    <a:pt x="9" y="20"/>
                  </a:moveTo>
                  <a:cubicBezTo>
                    <a:pt x="10" y="19"/>
                    <a:pt x="11" y="17"/>
                    <a:pt x="12" y="16"/>
                  </a:cubicBezTo>
                  <a:cubicBezTo>
                    <a:pt x="12" y="14"/>
                    <a:pt x="14" y="9"/>
                    <a:pt x="14" y="7"/>
                  </a:cubicBezTo>
                  <a:cubicBezTo>
                    <a:pt x="13" y="5"/>
                    <a:pt x="12" y="3"/>
                    <a:pt x="11" y="2"/>
                  </a:cubicBezTo>
                  <a:cubicBezTo>
                    <a:pt x="11" y="1"/>
                    <a:pt x="9" y="0"/>
                    <a:pt x="8" y="0"/>
                  </a:cubicBezTo>
                  <a:cubicBezTo>
                    <a:pt x="7" y="1"/>
                    <a:pt x="7" y="3"/>
                    <a:pt x="7" y="4"/>
                  </a:cubicBezTo>
                  <a:cubicBezTo>
                    <a:pt x="6" y="5"/>
                    <a:pt x="5" y="6"/>
                    <a:pt x="5" y="6"/>
                  </a:cubicBezTo>
                  <a:cubicBezTo>
                    <a:pt x="4" y="7"/>
                    <a:pt x="3" y="8"/>
                    <a:pt x="2" y="8"/>
                  </a:cubicBezTo>
                  <a:cubicBezTo>
                    <a:pt x="1" y="9"/>
                    <a:pt x="0" y="11"/>
                    <a:pt x="0" y="12"/>
                  </a:cubicBezTo>
                  <a:cubicBezTo>
                    <a:pt x="0" y="13"/>
                    <a:pt x="0" y="15"/>
                    <a:pt x="0" y="16"/>
                  </a:cubicBezTo>
                  <a:cubicBezTo>
                    <a:pt x="1" y="17"/>
                    <a:pt x="2" y="18"/>
                    <a:pt x="3" y="19"/>
                  </a:cubicBezTo>
                  <a:cubicBezTo>
                    <a:pt x="4" y="19"/>
                    <a:pt x="5" y="20"/>
                    <a:pt x="6" y="20"/>
                  </a:cubicBezTo>
                  <a:cubicBezTo>
                    <a:pt x="7" y="20"/>
                    <a:pt x="9" y="20"/>
                    <a:pt x="9" y="2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29"/>
            <p:cNvSpPr>
              <a:spLocks/>
            </p:cNvSpPr>
            <p:nvPr/>
          </p:nvSpPr>
          <p:spPr bwMode="auto">
            <a:xfrm>
              <a:off x="2316163" y="2503488"/>
              <a:ext cx="57150" cy="39688"/>
            </a:xfrm>
            <a:custGeom>
              <a:avLst/>
              <a:gdLst/>
              <a:ahLst/>
              <a:cxnLst>
                <a:cxn ang="0">
                  <a:pos x="36" y="17"/>
                </a:cxn>
                <a:cxn ang="0">
                  <a:pos x="31" y="18"/>
                </a:cxn>
                <a:cxn ang="0">
                  <a:pos x="26" y="17"/>
                </a:cxn>
                <a:cxn ang="0">
                  <a:pos x="22" y="22"/>
                </a:cxn>
                <a:cxn ang="0">
                  <a:pos x="17" y="25"/>
                </a:cxn>
                <a:cxn ang="0">
                  <a:pos x="9" y="25"/>
                </a:cxn>
                <a:cxn ang="0">
                  <a:pos x="5" y="21"/>
                </a:cxn>
                <a:cxn ang="0">
                  <a:pos x="0" y="19"/>
                </a:cxn>
                <a:cxn ang="0">
                  <a:pos x="1" y="17"/>
                </a:cxn>
                <a:cxn ang="0">
                  <a:pos x="6" y="14"/>
                </a:cxn>
                <a:cxn ang="0">
                  <a:pos x="12" y="12"/>
                </a:cxn>
                <a:cxn ang="0">
                  <a:pos x="19" y="8"/>
                </a:cxn>
                <a:cxn ang="0">
                  <a:pos x="22" y="2"/>
                </a:cxn>
                <a:cxn ang="0">
                  <a:pos x="26" y="0"/>
                </a:cxn>
                <a:cxn ang="0">
                  <a:pos x="29" y="4"/>
                </a:cxn>
                <a:cxn ang="0">
                  <a:pos x="36" y="9"/>
                </a:cxn>
                <a:cxn ang="0">
                  <a:pos x="36" y="17"/>
                </a:cxn>
              </a:cxnLst>
              <a:rect l="0" t="0" r="r" b="b"/>
              <a:pathLst>
                <a:path w="37" h="26">
                  <a:moveTo>
                    <a:pt x="36" y="17"/>
                  </a:moveTo>
                  <a:cubicBezTo>
                    <a:pt x="36" y="18"/>
                    <a:pt x="32" y="18"/>
                    <a:pt x="31" y="18"/>
                  </a:cubicBezTo>
                  <a:cubicBezTo>
                    <a:pt x="30" y="18"/>
                    <a:pt x="27" y="16"/>
                    <a:pt x="26" y="17"/>
                  </a:cubicBezTo>
                  <a:cubicBezTo>
                    <a:pt x="24" y="17"/>
                    <a:pt x="23" y="21"/>
                    <a:pt x="22" y="22"/>
                  </a:cubicBezTo>
                  <a:cubicBezTo>
                    <a:pt x="21" y="23"/>
                    <a:pt x="18" y="24"/>
                    <a:pt x="17" y="25"/>
                  </a:cubicBezTo>
                  <a:cubicBezTo>
                    <a:pt x="15" y="26"/>
                    <a:pt x="11" y="26"/>
                    <a:pt x="9" y="25"/>
                  </a:cubicBezTo>
                  <a:cubicBezTo>
                    <a:pt x="8" y="25"/>
                    <a:pt x="6" y="22"/>
                    <a:pt x="5" y="21"/>
                  </a:cubicBezTo>
                  <a:cubicBezTo>
                    <a:pt x="4" y="21"/>
                    <a:pt x="1" y="20"/>
                    <a:pt x="0" y="19"/>
                  </a:cubicBezTo>
                  <a:cubicBezTo>
                    <a:pt x="0" y="19"/>
                    <a:pt x="1" y="17"/>
                    <a:pt x="1" y="17"/>
                  </a:cubicBezTo>
                  <a:cubicBezTo>
                    <a:pt x="2" y="16"/>
                    <a:pt x="4" y="14"/>
                    <a:pt x="6" y="14"/>
                  </a:cubicBezTo>
                  <a:cubicBezTo>
                    <a:pt x="7" y="13"/>
                    <a:pt x="11" y="13"/>
                    <a:pt x="12" y="12"/>
                  </a:cubicBezTo>
                  <a:cubicBezTo>
                    <a:pt x="14" y="11"/>
                    <a:pt x="18" y="9"/>
                    <a:pt x="19" y="8"/>
                  </a:cubicBezTo>
                  <a:cubicBezTo>
                    <a:pt x="20" y="7"/>
                    <a:pt x="20" y="3"/>
                    <a:pt x="22" y="2"/>
                  </a:cubicBezTo>
                  <a:cubicBezTo>
                    <a:pt x="22" y="1"/>
                    <a:pt x="25" y="0"/>
                    <a:pt x="26" y="0"/>
                  </a:cubicBezTo>
                  <a:cubicBezTo>
                    <a:pt x="27" y="1"/>
                    <a:pt x="29" y="4"/>
                    <a:pt x="29" y="4"/>
                  </a:cubicBezTo>
                  <a:cubicBezTo>
                    <a:pt x="31" y="6"/>
                    <a:pt x="35" y="7"/>
                    <a:pt x="36" y="9"/>
                  </a:cubicBezTo>
                  <a:cubicBezTo>
                    <a:pt x="37" y="11"/>
                    <a:pt x="37" y="15"/>
                    <a:pt x="36" y="1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130"/>
            <p:cNvSpPr>
              <a:spLocks/>
            </p:cNvSpPr>
            <p:nvPr/>
          </p:nvSpPr>
          <p:spPr bwMode="auto">
            <a:xfrm>
              <a:off x="2405063" y="2509838"/>
              <a:ext cx="69850" cy="65088"/>
            </a:xfrm>
            <a:custGeom>
              <a:avLst/>
              <a:gdLst/>
              <a:ahLst/>
              <a:cxnLst>
                <a:cxn ang="0">
                  <a:pos x="15" y="38"/>
                </a:cxn>
                <a:cxn ang="0">
                  <a:pos x="12" y="31"/>
                </a:cxn>
                <a:cxn ang="0">
                  <a:pos x="12" y="26"/>
                </a:cxn>
                <a:cxn ang="0">
                  <a:pos x="11" y="18"/>
                </a:cxn>
                <a:cxn ang="0">
                  <a:pos x="3" y="13"/>
                </a:cxn>
                <a:cxn ang="0">
                  <a:pos x="0" y="6"/>
                </a:cxn>
                <a:cxn ang="0">
                  <a:pos x="1" y="0"/>
                </a:cxn>
                <a:cxn ang="0">
                  <a:pos x="7" y="1"/>
                </a:cxn>
                <a:cxn ang="0">
                  <a:pos x="13" y="6"/>
                </a:cxn>
                <a:cxn ang="0">
                  <a:pos x="19" y="14"/>
                </a:cxn>
                <a:cxn ang="0">
                  <a:pos x="30" y="22"/>
                </a:cxn>
                <a:cxn ang="0">
                  <a:pos x="38" y="27"/>
                </a:cxn>
                <a:cxn ang="0">
                  <a:pos x="42" y="24"/>
                </a:cxn>
                <a:cxn ang="0">
                  <a:pos x="44" y="25"/>
                </a:cxn>
                <a:cxn ang="0">
                  <a:pos x="46" y="31"/>
                </a:cxn>
                <a:cxn ang="0">
                  <a:pos x="40" y="35"/>
                </a:cxn>
                <a:cxn ang="0">
                  <a:pos x="36" y="41"/>
                </a:cxn>
                <a:cxn ang="0">
                  <a:pos x="28" y="42"/>
                </a:cxn>
                <a:cxn ang="0">
                  <a:pos x="24" y="38"/>
                </a:cxn>
                <a:cxn ang="0">
                  <a:pos x="15" y="38"/>
                </a:cxn>
              </a:cxnLst>
              <a:rect l="0" t="0" r="r" b="b"/>
              <a:pathLst>
                <a:path w="46" h="43">
                  <a:moveTo>
                    <a:pt x="15" y="38"/>
                  </a:moveTo>
                  <a:cubicBezTo>
                    <a:pt x="14" y="37"/>
                    <a:pt x="13" y="33"/>
                    <a:pt x="12" y="31"/>
                  </a:cubicBezTo>
                  <a:cubicBezTo>
                    <a:pt x="12" y="30"/>
                    <a:pt x="13" y="27"/>
                    <a:pt x="12" y="26"/>
                  </a:cubicBezTo>
                  <a:cubicBezTo>
                    <a:pt x="12" y="24"/>
                    <a:pt x="12" y="20"/>
                    <a:pt x="11" y="18"/>
                  </a:cubicBezTo>
                  <a:cubicBezTo>
                    <a:pt x="9" y="16"/>
                    <a:pt x="4" y="14"/>
                    <a:pt x="3" y="13"/>
                  </a:cubicBezTo>
                  <a:cubicBezTo>
                    <a:pt x="2" y="11"/>
                    <a:pt x="0" y="7"/>
                    <a:pt x="0" y="6"/>
                  </a:cubicBezTo>
                  <a:cubicBezTo>
                    <a:pt x="0" y="4"/>
                    <a:pt x="0" y="1"/>
                    <a:pt x="1" y="0"/>
                  </a:cubicBezTo>
                  <a:cubicBezTo>
                    <a:pt x="2" y="0"/>
                    <a:pt x="6" y="1"/>
                    <a:pt x="7" y="1"/>
                  </a:cubicBezTo>
                  <a:cubicBezTo>
                    <a:pt x="9" y="2"/>
                    <a:pt x="11" y="5"/>
                    <a:pt x="13" y="6"/>
                  </a:cubicBezTo>
                  <a:cubicBezTo>
                    <a:pt x="14" y="8"/>
                    <a:pt x="17" y="12"/>
                    <a:pt x="19" y="14"/>
                  </a:cubicBezTo>
                  <a:cubicBezTo>
                    <a:pt x="21" y="16"/>
                    <a:pt x="27" y="21"/>
                    <a:pt x="30" y="22"/>
                  </a:cubicBezTo>
                  <a:cubicBezTo>
                    <a:pt x="32" y="24"/>
                    <a:pt x="36" y="28"/>
                    <a:pt x="38" y="27"/>
                  </a:cubicBezTo>
                  <a:cubicBezTo>
                    <a:pt x="40" y="27"/>
                    <a:pt x="41" y="24"/>
                    <a:pt x="42" y="24"/>
                  </a:cubicBezTo>
                  <a:cubicBezTo>
                    <a:pt x="42" y="24"/>
                    <a:pt x="44" y="25"/>
                    <a:pt x="44" y="25"/>
                  </a:cubicBezTo>
                  <a:cubicBezTo>
                    <a:pt x="45" y="27"/>
                    <a:pt x="46" y="30"/>
                    <a:pt x="46" y="31"/>
                  </a:cubicBezTo>
                  <a:cubicBezTo>
                    <a:pt x="45" y="33"/>
                    <a:pt x="41" y="34"/>
                    <a:pt x="40" y="35"/>
                  </a:cubicBezTo>
                  <a:cubicBezTo>
                    <a:pt x="39" y="37"/>
                    <a:pt x="38" y="40"/>
                    <a:pt x="36" y="41"/>
                  </a:cubicBezTo>
                  <a:cubicBezTo>
                    <a:pt x="34" y="42"/>
                    <a:pt x="30" y="43"/>
                    <a:pt x="28" y="42"/>
                  </a:cubicBezTo>
                  <a:cubicBezTo>
                    <a:pt x="26" y="41"/>
                    <a:pt x="25" y="38"/>
                    <a:pt x="24" y="38"/>
                  </a:cubicBezTo>
                  <a:cubicBezTo>
                    <a:pt x="22" y="37"/>
                    <a:pt x="17" y="39"/>
                    <a:pt x="15" y="3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31"/>
            <p:cNvSpPr>
              <a:spLocks/>
            </p:cNvSpPr>
            <p:nvPr/>
          </p:nvSpPr>
          <p:spPr bwMode="auto">
            <a:xfrm>
              <a:off x="1985963" y="2322513"/>
              <a:ext cx="315913" cy="309563"/>
            </a:xfrm>
            <a:custGeom>
              <a:avLst/>
              <a:gdLst/>
              <a:ahLst/>
              <a:cxnLst>
                <a:cxn ang="0">
                  <a:pos x="198" y="140"/>
                </a:cxn>
                <a:cxn ang="0">
                  <a:pos x="178" y="144"/>
                </a:cxn>
                <a:cxn ang="0">
                  <a:pos x="156" y="161"/>
                </a:cxn>
                <a:cxn ang="0">
                  <a:pos x="131" y="157"/>
                </a:cxn>
                <a:cxn ang="0">
                  <a:pos x="137" y="144"/>
                </a:cxn>
                <a:cxn ang="0">
                  <a:pos x="142" y="138"/>
                </a:cxn>
                <a:cxn ang="0">
                  <a:pos x="148" y="142"/>
                </a:cxn>
                <a:cxn ang="0">
                  <a:pos x="146" y="152"/>
                </a:cxn>
                <a:cxn ang="0">
                  <a:pos x="158" y="145"/>
                </a:cxn>
                <a:cxn ang="0">
                  <a:pos x="171" y="138"/>
                </a:cxn>
                <a:cxn ang="0">
                  <a:pos x="164" y="117"/>
                </a:cxn>
                <a:cxn ang="0">
                  <a:pos x="167" y="109"/>
                </a:cxn>
                <a:cxn ang="0">
                  <a:pos x="161" y="100"/>
                </a:cxn>
                <a:cxn ang="0">
                  <a:pos x="149" y="86"/>
                </a:cxn>
                <a:cxn ang="0">
                  <a:pos x="130" y="84"/>
                </a:cxn>
                <a:cxn ang="0">
                  <a:pos x="118" y="76"/>
                </a:cxn>
                <a:cxn ang="0">
                  <a:pos x="102" y="80"/>
                </a:cxn>
                <a:cxn ang="0">
                  <a:pos x="97" y="91"/>
                </a:cxn>
                <a:cxn ang="0">
                  <a:pos x="77" y="96"/>
                </a:cxn>
                <a:cxn ang="0">
                  <a:pos x="70" y="115"/>
                </a:cxn>
                <a:cxn ang="0">
                  <a:pos x="81" y="132"/>
                </a:cxn>
                <a:cxn ang="0">
                  <a:pos x="92" y="132"/>
                </a:cxn>
                <a:cxn ang="0">
                  <a:pos x="97" y="151"/>
                </a:cxn>
                <a:cxn ang="0">
                  <a:pos x="105" y="149"/>
                </a:cxn>
                <a:cxn ang="0">
                  <a:pos x="113" y="160"/>
                </a:cxn>
                <a:cxn ang="0">
                  <a:pos x="113" y="171"/>
                </a:cxn>
                <a:cxn ang="0">
                  <a:pos x="106" y="179"/>
                </a:cxn>
                <a:cxn ang="0">
                  <a:pos x="118" y="184"/>
                </a:cxn>
                <a:cxn ang="0">
                  <a:pos x="128" y="179"/>
                </a:cxn>
                <a:cxn ang="0">
                  <a:pos x="127" y="186"/>
                </a:cxn>
                <a:cxn ang="0">
                  <a:pos x="119" y="202"/>
                </a:cxn>
                <a:cxn ang="0">
                  <a:pos x="99" y="198"/>
                </a:cxn>
                <a:cxn ang="0">
                  <a:pos x="60" y="186"/>
                </a:cxn>
                <a:cxn ang="0">
                  <a:pos x="36" y="180"/>
                </a:cxn>
                <a:cxn ang="0">
                  <a:pos x="8" y="176"/>
                </a:cxn>
                <a:cxn ang="0">
                  <a:pos x="1" y="153"/>
                </a:cxn>
                <a:cxn ang="0">
                  <a:pos x="14" y="120"/>
                </a:cxn>
                <a:cxn ang="0">
                  <a:pos x="34" y="102"/>
                </a:cxn>
                <a:cxn ang="0">
                  <a:pos x="48" y="65"/>
                </a:cxn>
                <a:cxn ang="0">
                  <a:pos x="83" y="53"/>
                </a:cxn>
                <a:cxn ang="0">
                  <a:pos x="76" y="39"/>
                </a:cxn>
                <a:cxn ang="0">
                  <a:pos x="79" y="18"/>
                </a:cxn>
                <a:cxn ang="0">
                  <a:pos x="96" y="8"/>
                </a:cxn>
                <a:cxn ang="0">
                  <a:pos x="111" y="3"/>
                </a:cxn>
                <a:cxn ang="0">
                  <a:pos x="129" y="13"/>
                </a:cxn>
                <a:cxn ang="0">
                  <a:pos x="147" y="29"/>
                </a:cxn>
                <a:cxn ang="0">
                  <a:pos x="161" y="49"/>
                </a:cxn>
                <a:cxn ang="0">
                  <a:pos x="171" y="61"/>
                </a:cxn>
                <a:cxn ang="0">
                  <a:pos x="180" y="73"/>
                </a:cxn>
                <a:cxn ang="0">
                  <a:pos x="190" y="98"/>
                </a:cxn>
                <a:cxn ang="0">
                  <a:pos x="206" y="126"/>
                </a:cxn>
              </a:cxnLst>
              <a:rect l="0" t="0" r="r" b="b"/>
              <a:pathLst>
                <a:path w="206" h="203">
                  <a:moveTo>
                    <a:pt x="206" y="126"/>
                  </a:moveTo>
                  <a:cubicBezTo>
                    <a:pt x="206" y="129"/>
                    <a:pt x="205" y="134"/>
                    <a:pt x="204" y="136"/>
                  </a:cubicBezTo>
                  <a:cubicBezTo>
                    <a:pt x="203" y="137"/>
                    <a:pt x="200" y="139"/>
                    <a:pt x="198" y="140"/>
                  </a:cubicBezTo>
                  <a:cubicBezTo>
                    <a:pt x="196" y="141"/>
                    <a:pt x="191" y="143"/>
                    <a:pt x="189" y="143"/>
                  </a:cubicBezTo>
                  <a:cubicBezTo>
                    <a:pt x="187" y="143"/>
                    <a:pt x="184" y="142"/>
                    <a:pt x="183" y="142"/>
                  </a:cubicBezTo>
                  <a:cubicBezTo>
                    <a:pt x="181" y="142"/>
                    <a:pt x="179" y="144"/>
                    <a:pt x="178" y="144"/>
                  </a:cubicBezTo>
                  <a:cubicBezTo>
                    <a:pt x="176" y="146"/>
                    <a:pt x="175" y="150"/>
                    <a:pt x="174" y="152"/>
                  </a:cubicBezTo>
                  <a:cubicBezTo>
                    <a:pt x="172" y="154"/>
                    <a:pt x="168" y="157"/>
                    <a:pt x="165" y="159"/>
                  </a:cubicBezTo>
                  <a:cubicBezTo>
                    <a:pt x="163" y="160"/>
                    <a:pt x="158" y="161"/>
                    <a:pt x="156" y="161"/>
                  </a:cubicBezTo>
                  <a:cubicBezTo>
                    <a:pt x="153" y="162"/>
                    <a:pt x="148" y="163"/>
                    <a:pt x="145" y="162"/>
                  </a:cubicBezTo>
                  <a:cubicBezTo>
                    <a:pt x="143" y="162"/>
                    <a:pt x="139" y="161"/>
                    <a:pt x="138" y="161"/>
                  </a:cubicBezTo>
                  <a:cubicBezTo>
                    <a:pt x="136" y="160"/>
                    <a:pt x="132" y="158"/>
                    <a:pt x="131" y="157"/>
                  </a:cubicBezTo>
                  <a:cubicBezTo>
                    <a:pt x="130" y="155"/>
                    <a:pt x="130" y="152"/>
                    <a:pt x="131" y="151"/>
                  </a:cubicBezTo>
                  <a:cubicBezTo>
                    <a:pt x="131" y="150"/>
                    <a:pt x="132" y="148"/>
                    <a:pt x="133" y="148"/>
                  </a:cubicBezTo>
                  <a:cubicBezTo>
                    <a:pt x="134" y="147"/>
                    <a:pt x="136" y="145"/>
                    <a:pt x="137" y="144"/>
                  </a:cubicBezTo>
                  <a:cubicBezTo>
                    <a:pt x="137" y="144"/>
                    <a:pt x="138" y="143"/>
                    <a:pt x="139" y="142"/>
                  </a:cubicBezTo>
                  <a:cubicBezTo>
                    <a:pt x="139" y="142"/>
                    <a:pt x="140" y="141"/>
                    <a:pt x="140" y="140"/>
                  </a:cubicBezTo>
                  <a:cubicBezTo>
                    <a:pt x="141" y="140"/>
                    <a:pt x="142" y="138"/>
                    <a:pt x="142" y="138"/>
                  </a:cubicBezTo>
                  <a:cubicBezTo>
                    <a:pt x="143" y="137"/>
                    <a:pt x="144" y="137"/>
                    <a:pt x="145" y="137"/>
                  </a:cubicBezTo>
                  <a:cubicBezTo>
                    <a:pt x="146" y="137"/>
                    <a:pt x="146" y="138"/>
                    <a:pt x="147" y="139"/>
                  </a:cubicBezTo>
                  <a:cubicBezTo>
                    <a:pt x="147" y="139"/>
                    <a:pt x="148" y="141"/>
                    <a:pt x="148" y="142"/>
                  </a:cubicBezTo>
                  <a:cubicBezTo>
                    <a:pt x="148" y="143"/>
                    <a:pt x="148" y="146"/>
                    <a:pt x="148" y="147"/>
                  </a:cubicBezTo>
                  <a:cubicBezTo>
                    <a:pt x="148" y="148"/>
                    <a:pt x="147" y="149"/>
                    <a:pt x="147" y="149"/>
                  </a:cubicBezTo>
                  <a:cubicBezTo>
                    <a:pt x="147" y="150"/>
                    <a:pt x="146" y="152"/>
                    <a:pt x="146" y="152"/>
                  </a:cubicBezTo>
                  <a:cubicBezTo>
                    <a:pt x="147" y="153"/>
                    <a:pt x="149" y="153"/>
                    <a:pt x="150" y="152"/>
                  </a:cubicBezTo>
                  <a:cubicBezTo>
                    <a:pt x="152" y="152"/>
                    <a:pt x="154" y="150"/>
                    <a:pt x="155" y="149"/>
                  </a:cubicBezTo>
                  <a:cubicBezTo>
                    <a:pt x="156" y="148"/>
                    <a:pt x="158" y="146"/>
                    <a:pt x="158" y="145"/>
                  </a:cubicBezTo>
                  <a:cubicBezTo>
                    <a:pt x="159" y="144"/>
                    <a:pt x="161" y="141"/>
                    <a:pt x="162" y="141"/>
                  </a:cubicBezTo>
                  <a:cubicBezTo>
                    <a:pt x="163" y="140"/>
                    <a:pt x="166" y="139"/>
                    <a:pt x="168" y="139"/>
                  </a:cubicBezTo>
                  <a:cubicBezTo>
                    <a:pt x="168" y="138"/>
                    <a:pt x="170" y="138"/>
                    <a:pt x="171" y="138"/>
                  </a:cubicBezTo>
                  <a:cubicBezTo>
                    <a:pt x="172" y="135"/>
                    <a:pt x="172" y="129"/>
                    <a:pt x="171" y="126"/>
                  </a:cubicBezTo>
                  <a:cubicBezTo>
                    <a:pt x="170" y="125"/>
                    <a:pt x="168" y="122"/>
                    <a:pt x="167" y="121"/>
                  </a:cubicBezTo>
                  <a:cubicBezTo>
                    <a:pt x="166" y="120"/>
                    <a:pt x="164" y="118"/>
                    <a:pt x="164" y="117"/>
                  </a:cubicBezTo>
                  <a:cubicBezTo>
                    <a:pt x="163" y="116"/>
                    <a:pt x="163" y="114"/>
                    <a:pt x="163" y="113"/>
                  </a:cubicBezTo>
                  <a:cubicBezTo>
                    <a:pt x="164" y="113"/>
                    <a:pt x="165" y="113"/>
                    <a:pt x="166" y="113"/>
                  </a:cubicBezTo>
                  <a:cubicBezTo>
                    <a:pt x="166" y="112"/>
                    <a:pt x="167" y="110"/>
                    <a:pt x="167" y="109"/>
                  </a:cubicBezTo>
                  <a:cubicBezTo>
                    <a:pt x="167" y="108"/>
                    <a:pt x="167" y="106"/>
                    <a:pt x="166" y="105"/>
                  </a:cubicBezTo>
                  <a:cubicBezTo>
                    <a:pt x="166" y="104"/>
                    <a:pt x="165" y="104"/>
                    <a:pt x="164" y="103"/>
                  </a:cubicBezTo>
                  <a:cubicBezTo>
                    <a:pt x="163" y="102"/>
                    <a:pt x="161" y="101"/>
                    <a:pt x="161" y="100"/>
                  </a:cubicBezTo>
                  <a:cubicBezTo>
                    <a:pt x="160" y="99"/>
                    <a:pt x="158" y="96"/>
                    <a:pt x="157" y="95"/>
                  </a:cubicBezTo>
                  <a:cubicBezTo>
                    <a:pt x="156" y="94"/>
                    <a:pt x="153" y="92"/>
                    <a:pt x="152" y="90"/>
                  </a:cubicBezTo>
                  <a:cubicBezTo>
                    <a:pt x="151" y="89"/>
                    <a:pt x="150" y="87"/>
                    <a:pt x="149" y="86"/>
                  </a:cubicBezTo>
                  <a:cubicBezTo>
                    <a:pt x="148" y="85"/>
                    <a:pt x="147" y="84"/>
                    <a:pt x="145" y="83"/>
                  </a:cubicBezTo>
                  <a:cubicBezTo>
                    <a:pt x="144" y="83"/>
                    <a:pt x="141" y="83"/>
                    <a:pt x="139" y="83"/>
                  </a:cubicBezTo>
                  <a:cubicBezTo>
                    <a:pt x="137" y="83"/>
                    <a:pt x="132" y="84"/>
                    <a:pt x="130" y="84"/>
                  </a:cubicBezTo>
                  <a:cubicBezTo>
                    <a:pt x="128" y="85"/>
                    <a:pt x="125" y="85"/>
                    <a:pt x="124" y="84"/>
                  </a:cubicBezTo>
                  <a:cubicBezTo>
                    <a:pt x="123" y="84"/>
                    <a:pt x="122" y="82"/>
                    <a:pt x="121" y="81"/>
                  </a:cubicBezTo>
                  <a:cubicBezTo>
                    <a:pt x="120" y="80"/>
                    <a:pt x="119" y="77"/>
                    <a:pt x="118" y="76"/>
                  </a:cubicBezTo>
                  <a:cubicBezTo>
                    <a:pt x="117" y="75"/>
                    <a:pt x="115" y="73"/>
                    <a:pt x="114" y="73"/>
                  </a:cubicBezTo>
                  <a:cubicBezTo>
                    <a:pt x="113" y="73"/>
                    <a:pt x="110" y="74"/>
                    <a:pt x="109" y="74"/>
                  </a:cubicBezTo>
                  <a:cubicBezTo>
                    <a:pt x="107" y="75"/>
                    <a:pt x="103" y="78"/>
                    <a:pt x="102" y="80"/>
                  </a:cubicBezTo>
                  <a:cubicBezTo>
                    <a:pt x="101" y="81"/>
                    <a:pt x="100" y="83"/>
                    <a:pt x="100" y="84"/>
                  </a:cubicBezTo>
                  <a:cubicBezTo>
                    <a:pt x="99" y="85"/>
                    <a:pt x="101" y="86"/>
                    <a:pt x="101" y="87"/>
                  </a:cubicBezTo>
                  <a:cubicBezTo>
                    <a:pt x="100" y="88"/>
                    <a:pt x="98" y="90"/>
                    <a:pt x="97" y="91"/>
                  </a:cubicBezTo>
                  <a:cubicBezTo>
                    <a:pt x="96" y="92"/>
                    <a:pt x="92" y="93"/>
                    <a:pt x="91" y="94"/>
                  </a:cubicBezTo>
                  <a:cubicBezTo>
                    <a:pt x="89" y="94"/>
                    <a:pt x="85" y="94"/>
                    <a:pt x="84" y="95"/>
                  </a:cubicBezTo>
                  <a:cubicBezTo>
                    <a:pt x="82" y="95"/>
                    <a:pt x="78" y="95"/>
                    <a:pt x="77" y="96"/>
                  </a:cubicBezTo>
                  <a:cubicBezTo>
                    <a:pt x="75" y="97"/>
                    <a:pt x="72" y="98"/>
                    <a:pt x="71" y="100"/>
                  </a:cubicBezTo>
                  <a:cubicBezTo>
                    <a:pt x="70" y="101"/>
                    <a:pt x="69" y="103"/>
                    <a:pt x="69" y="105"/>
                  </a:cubicBezTo>
                  <a:cubicBezTo>
                    <a:pt x="69" y="107"/>
                    <a:pt x="70" y="112"/>
                    <a:pt x="70" y="115"/>
                  </a:cubicBezTo>
                  <a:cubicBezTo>
                    <a:pt x="70" y="117"/>
                    <a:pt x="71" y="121"/>
                    <a:pt x="72" y="123"/>
                  </a:cubicBezTo>
                  <a:cubicBezTo>
                    <a:pt x="72" y="125"/>
                    <a:pt x="73" y="129"/>
                    <a:pt x="74" y="131"/>
                  </a:cubicBezTo>
                  <a:cubicBezTo>
                    <a:pt x="75" y="132"/>
                    <a:pt x="79" y="133"/>
                    <a:pt x="81" y="132"/>
                  </a:cubicBezTo>
                  <a:cubicBezTo>
                    <a:pt x="82" y="132"/>
                    <a:pt x="82" y="129"/>
                    <a:pt x="83" y="128"/>
                  </a:cubicBezTo>
                  <a:cubicBezTo>
                    <a:pt x="85" y="127"/>
                    <a:pt x="87" y="128"/>
                    <a:pt x="88" y="128"/>
                  </a:cubicBezTo>
                  <a:cubicBezTo>
                    <a:pt x="89" y="129"/>
                    <a:pt x="91" y="131"/>
                    <a:pt x="92" y="132"/>
                  </a:cubicBezTo>
                  <a:cubicBezTo>
                    <a:pt x="93" y="133"/>
                    <a:pt x="95" y="137"/>
                    <a:pt x="95" y="139"/>
                  </a:cubicBezTo>
                  <a:cubicBezTo>
                    <a:pt x="95" y="141"/>
                    <a:pt x="94" y="146"/>
                    <a:pt x="95" y="148"/>
                  </a:cubicBezTo>
                  <a:cubicBezTo>
                    <a:pt x="95" y="149"/>
                    <a:pt x="96" y="151"/>
                    <a:pt x="97" y="151"/>
                  </a:cubicBezTo>
                  <a:cubicBezTo>
                    <a:pt x="98" y="151"/>
                    <a:pt x="101" y="151"/>
                    <a:pt x="102" y="150"/>
                  </a:cubicBezTo>
                  <a:cubicBezTo>
                    <a:pt x="102" y="150"/>
                    <a:pt x="102" y="149"/>
                    <a:pt x="103" y="149"/>
                  </a:cubicBezTo>
                  <a:cubicBezTo>
                    <a:pt x="103" y="149"/>
                    <a:pt x="104" y="148"/>
                    <a:pt x="105" y="149"/>
                  </a:cubicBezTo>
                  <a:cubicBezTo>
                    <a:pt x="106" y="149"/>
                    <a:pt x="106" y="152"/>
                    <a:pt x="106" y="153"/>
                  </a:cubicBezTo>
                  <a:cubicBezTo>
                    <a:pt x="107" y="154"/>
                    <a:pt x="108" y="156"/>
                    <a:pt x="109" y="157"/>
                  </a:cubicBezTo>
                  <a:cubicBezTo>
                    <a:pt x="110" y="158"/>
                    <a:pt x="112" y="159"/>
                    <a:pt x="113" y="160"/>
                  </a:cubicBezTo>
                  <a:cubicBezTo>
                    <a:pt x="114" y="161"/>
                    <a:pt x="114" y="163"/>
                    <a:pt x="115" y="165"/>
                  </a:cubicBezTo>
                  <a:cubicBezTo>
                    <a:pt x="115" y="166"/>
                    <a:pt x="115" y="167"/>
                    <a:pt x="115" y="168"/>
                  </a:cubicBezTo>
                  <a:cubicBezTo>
                    <a:pt x="115" y="169"/>
                    <a:pt x="114" y="170"/>
                    <a:pt x="113" y="171"/>
                  </a:cubicBezTo>
                  <a:cubicBezTo>
                    <a:pt x="113" y="171"/>
                    <a:pt x="112" y="172"/>
                    <a:pt x="112" y="173"/>
                  </a:cubicBezTo>
                  <a:cubicBezTo>
                    <a:pt x="111" y="173"/>
                    <a:pt x="110" y="174"/>
                    <a:pt x="109" y="175"/>
                  </a:cubicBezTo>
                  <a:cubicBezTo>
                    <a:pt x="108" y="176"/>
                    <a:pt x="106" y="178"/>
                    <a:pt x="106" y="179"/>
                  </a:cubicBezTo>
                  <a:cubicBezTo>
                    <a:pt x="105" y="180"/>
                    <a:pt x="106" y="182"/>
                    <a:pt x="106" y="183"/>
                  </a:cubicBezTo>
                  <a:cubicBezTo>
                    <a:pt x="107" y="184"/>
                    <a:pt x="109" y="185"/>
                    <a:pt x="110" y="185"/>
                  </a:cubicBezTo>
                  <a:cubicBezTo>
                    <a:pt x="112" y="186"/>
                    <a:pt x="116" y="185"/>
                    <a:pt x="118" y="184"/>
                  </a:cubicBezTo>
                  <a:cubicBezTo>
                    <a:pt x="119" y="184"/>
                    <a:pt x="121" y="182"/>
                    <a:pt x="122" y="182"/>
                  </a:cubicBezTo>
                  <a:cubicBezTo>
                    <a:pt x="123" y="181"/>
                    <a:pt x="124" y="180"/>
                    <a:pt x="125" y="179"/>
                  </a:cubicBezTo>
                  <a:cubicBezTo>
                    <a:pt x="125" y="179"/>
                    <a:pt x="127" y="179"/>
                    <a:pt x="128" y="179"/>
                  </a:cubicBezTo>
                  <a:cubicBezTo>
                    <a:pt x="129" y="179"/>
                    <a:pt x="131" y="180"/>
                    <a:pt x="132" y="180"/>
                  </a:cubicBezTo>
                  <a:cubicBezTo>
                    <a:pt x="132" y="181"/>
                    <a:pt x="132" y="183"/>
                    <a:pt x="131" y="184"/>
                  </a:cubicBezTo>
                  <a:cubicBezTo>
                    <a:pt x="131" y="185"/>
                    <a:pt x="128" y="185"/>
                    <a:pt x="127" y="186"/>
                  </a:cubicBezTo>
                  <a:cubicBezTo>
                    <a:pt x="126" y="187"/>
                    <a:pt x="123" y="187"/>
                    <a:pt x="122" y="188"/>
                  </a:cubicBezTo>
                  <a:cubicBezTo>
                    <a:pt x="121" y="190"/>
                    <a:pt x="119" y="193"/>
                    <a:pt x="119" y="194"/>
                  </a:cubicBezTo>
                  <a:cubicBezTo>
                    <a:pt x="118" y="196"/>
                    <a:pt x="119" y="200"/>
                    <a:pt x="119" y="202"/>
                  </a:cubicBezTo>
                  <a:cubicBezTo>
                    <a:pt x="119" y="202"/>
                    <a:pt x="118" y="202"/>
                    <a:pt x="118" y="203"/>
                  </a:cubicBezTo>
                  <a:cubicBezTo>
                    <a:pt x="115" y="203"/>
                    <a:pt x="112" y="203"/>
                    <a:pt x="110" y="203"/>
                  </a:cubicBezTo>
                  <a:cubicBezTo>
                    <a:pt x="107" y="202"/>
                    <a:pt x="102" y="199"/>
                    <a:pt x="99" y="198"/>
                  </a:cubicBezTo>
                  <a:cubicBezTo>
                    <a:pt x="96" y="197"/>
                    <a:pt x="88" y="196"/>
                    <a:pt x="85" y="195"/>
                  </a:cubicBezTo>
                  <a:cubicBezTo>
                    <a:pt x="81" y="194"/>
                    <a:pt x="73" y="190"/>
                    <a:pt x="70" y="189"/>
                  </a:cubicBezTo>
                  <a:cubicBezTo>
                    <a:pt x="67" y="188"/>
                    <a:pt x="62" y="187"/>
                    <a:pt x="60" y="186"/>
                  </a:cubicBezTo>
                  <a:cubicBezTo>
                    <a:pt x="57" y="185"/>
                    <a:pt x="54" y="183"/>
                    <a:pt x="51" y="182"/>
                  </a:cubicBezTo>
                  <a:cubicBezTo>
                    <a:pt x="49" y="181"/>
                    <a:pt x="44" y="180"/>
                    <a:pt x="42" y="180"/>
                  </a:cubicBezTo>
                  <a:cubicBezTo>
                    <a:pt x="40" y="179"/>
                    <a:pt x="37" y="180"/>
                    <a:pt x="36" y="180"/>
                  </a:cubicBezTo>
                  <a:cubicBezTo>
                    <a:pt x="32" y="180"/>
                    <a:pt x="25" y="180"/>
                    <a:pt x="22" y="180"/>
                  </a:cubicBezTo>
                  <a:cubicBezTo>
                    <a:pt x="20" y="179"/>
                    <a:pt x="16" y="177"/>
                    <a:pt x="14" y="177"/>
                  </a:cubicBezTo>
                  <a:cubicBezTo>
                    <a:pt x="13" y="177"/>
                    <a:pt x="9" y="177"/>
                    <a:pt x="8" y="176"/>
                  </a:cubicBezTo>
                  <a:cubicBezTo>
                    <a:pt x="6" y="175"/>
                    <a:pt x="2" y="174"/>
                    <a:pt x="1" y="172"/>
                  </a:cubicBezTo>
                  <a:cubicBezTo>
                    <a:pt x="0" y="170"/>
                    <a:pt x="1" y="166"/>
                    <a:pt x="1" y="164"/>
                  </a:cubicBezTo>
                  <a:cubicBezTo>
                    <a:pt x="1" y="162"/>
                    <a:pt x="1" y="156"/>
                    <a:pt x="1" y="153"/>
                  </a:cubicBezTo>
                  <a:cubicBezTo>
                    <a:pt x="1" y="150"/>
                    <a:pt x="0" y="146"/>
                    <a:pt x="1" y="143"/>
                  </a:cubicBezTo>
                  <a:cubicBezTo>
                    <a:pt x="2" y="139"/>
                    <a:pt x="5" y="133"/>
                    <a:pt x="7" y="130"/>
                  </a:cubicBezTo>
                  <a:cubicBezTo>
                    <a:pt x="8" y="128"/>
                    <a:pt x="12" y="122"/>
                    <a:pt x="14" y="120"/>
                  </a:cubicBezTo>
                  <a:cubicBezTo>
                    <a:pt x="16" y="118"/>
                    <a:pt x="20" y="116"/>
                    <a:pt x="22" y="115"/>
                  </a:cubicBezTo>
                  <a:cubicBezTo>
                    <a:pt x="24" y="114"/>
                    <a:pt x="29" y="111"/>
                    <a:pt x="30" y="109"/>
                  </a:cubicBezTo>
                  <a:cubicBezTo>
                    <a:pt x="31" y="107"/>
                    <a:pt x="33" y="104"/>
                    <a:pt x="34" y="102"/>
                  </a:cubicBezTo>
                  <a:cubicBezTo>
                    <a:pt x="34" y="100"/>
                    <a:pt x="35" y="95"/>
                    <a:pt x="36" y="93"/>
                  </a:cubicBezTo>
                  <a:cubicBezTo>
                    <a:pt x="37" y="89"/>
                    <a:pt x="38" y="82"/>
                    <a:pt x="40" y="78"/>
                  </a:cubicBezTo>
                  <a:cubicBezTo>
                    <a:pt x="41" y="75"/>
                    <a:pt x="46" y="68"/>
                    <a:pt x="48" y="65"/>
                  </a:cubicBezTo>
                  <a:cubicBezTo>
                    <a:pt x="51" y="63"/>
                    <a:pt x="56" y="58"/>
                    <a:pt x="60" y="57"/>
                  </a:cubicBezTo>
                  <a:cubicBezTo>
                    <a:pt x="62" y="56"/>
                    <a:pt x="69" y="57"/>
                    <a:pt x="72" y="57"/>
                  </a:cubicBezTo>
                  <a:cubicBezTo>
                    <a:pt x="75" y="56"/>
                    <a:pt x="81" y="55"/>
                    <a:pt x="83" y="53"/>
                  </a:cubicBezTo>
                  <a:cubicBezTo>
                    <a:pt x="83" y="53"/>
                    <a:pt x="84" y="51"/>
                    <a:pt x="84" y="50"/>
                  </a:cubicBezTo>
                  <a:cubicBezTo>
                    <a:pt x="84" y="47"/>
                    <a:pt x="81" y="42"/>
                    <a:pt x="79" y="40"/>
                  </a:cubicBezTo>
                  <a:cubicBezTo>
                    <a:pt x="78" y="39"/>
                    <a:pt x="77" y="39"/>
                    <a:pt x="76" y="39"/>
                  </a:cubicBezTo>
                  <a:cubicBezTo>
                    <a:pt x="75" y="38"/>
                    <a:pt x="74" y="37"/>
                    <a:pt x="74" y="36"/>
                  </a:cubicBezTo>
                  <a:cubicBezTo>
                    <a:pt x="73" y="34"/>
                    <a:pt x="73" y="29"/>
                    <a:pt x="74" y="27"/>
                  </a:cubicBezTo>
                  <a:cubicBezTo>
                    <a:pt x="74" y="25"/>
                    <a:pt x="77" y="20"/>
                    <a:pt x="79" y="18"/>
                  </a:cubicBezTo>
                  <a:cubicBezTo>
                    <a:pt x="80" y="16"/>
                    <a:pt x="82" y="13"/>
                    <a:pt x="83" y="12"/>
                  </a:cubicBezTo>
                  <a:cubicBezTo>
                    <a:pt x="85" y="11"/>
                    <a:pt x="88" y="9"/>
                    <a:pt x="90" y="8"/>
                  </a:cubicBezTo>
                  <a:cubicBezTo>
                    <a:pt x="92" y="8"/>
                    <a:pt x="95" y="9"/>
                    <a:pt x="96" y="8"/>
                  </a:cubicBezTo>
                  <a:cubicBezTo>
                    <a:pt x="98" y="8"/>
                    <a:pt x="102" y="5"/>
                    <a:pt x="104" y="4"/>
                  </a:cubicBezTo>
                  <a:cubicBezTo>
                    <a:pt x="105" y="3"/>
                    <a:pt x="107" y="1"/>
                    <a:pt x="108" y="0"/>
                  </a:cubicBezTo>
                  <a:cubicBezTo>
                    <a:pt x="109" y="1"/>
                    <a:pt x="110" y="3"/>
                    <a:pt x="111" y="3"/>
                  </a:cubicBezTo>
                  <a:cubicBezTo>
                    <a:pt x="112" y="4"/>
                    <a:pt x="114" y="5"/>
                    <a:pt x="115" y="6"/>
                  </a:cubicBezTo>
                  <a:cubicBezTo>
                    <a:pt x="117" y="7"/>
                    <a:pt x="123" y="9"/>
                    <a:pt x="123" y="9"/>
                  </a:cubicBezTo>
                  <a:cubicBezTo>
                    <a:pt x="123" y="10"/>
                    <a:pt x="128" y="12"/>
                    <a:pt x="129" y="13"/>
                  </a:cubicBezTo>
                  <a:cubicBezTo>
                    <a:pt x="131" y="14"/>
                    <a:pt x="133" y="16"/>
                    <a:pt x="135" y="17"/>
                  </a:cubicBezTo>
                  <a:cubicBezTo>
                    <a:pt x="136" y="18"/>
                    <a:pt x="140" y="21"/>
                    <a:pt x="141" y="22"/>
                  </a:cubicBezTo>
                  <a:cubicBezTo>
                    <a:pt x="143" y="24"/>
                    <a:pt x="146" y="27"/>
                    <a:pt x="147" y="29"/>
                  </a:cubicBezTo>
                  <a:cubicBezTo>
                    <a:pt x="149" y="31"/>
                    <a:pt x="151" y="36"/>
                    <a:pt x="152" y="39"/>
                  </a:cubicBezTo>
                  <a:cubicBezTo>
                    <a:pt x="153" y="41"/>
                    <a:pt x="155" y="44"/>
                    <a:pt x="157" y="46"/>
                  </a:cubicBezTo>
                  <a:cubicBezTo>
                    <a:pt x="158" y="47"/>
                    <a:pt x="160" y="48"/>
                    <a:pt x="161" y="49"/>
                  </a:cubicBezTo>
                  <a:cubicBezTo>
                    <a:pt x="163" y="50"/>
                    <a:pt x="166" y="51"/>
                    <a:pt x="167" y="52"/>
                  </a:cubicBezTo>
                  <a:cubicBezTo>
                    <a:pt x="168" y="52"/>
                    <a:pt x="169" y="53"/>
                    <a:pt x="170" y="54"/>
                  </a:cubicBezTo>
                  <a:cubicBezTo>
                    <a:pt x="171" y="55"/>
                    <a:pt x="171" y="59"/>
                    <a:pt x="171" y="61"/>
                  </a:cubicBezTo>
                  <a:cubicBezTo>
                    <a:pt x="172" y="62"/>
                    <a:pt x="172" y="65"/>
                    <a:pt x="173" y="67"/>
                  </a:cubicBezTo>
                  <a:cubicBezTo>
                    <a:pt x="174" y="68"/>
                    <a:pt x="175" y="71"/>
                    <a:pt x="176" y="72"/>
                  </a:cubicBezTo>
                  <a:cubicBezTo>
                    <a:pt x="177" y="72"/>
                    <a:pt x="179" y="73"/>
                    <a:pt x="180" y="73"/>
                  </a:cubicBezTo>
                  <a:cubicBezTo>
                    <a:pt x="182" y="74"/>
                    <a:pt x="185" y="76"/>
                    <a:pt x="186" y="78"/>
                  </a:cubicBezTo>
                  <a:cubicBezTo>
                    <a:pt x="187" y="80"/>
                    <a:pt x="188" y="85"/>
                    <a:pt x="189" y="87"/>
                  </a:cubicBezTo>
                  <a:cubicBezTo>
                    <a:pt x="189" y="90"/>
                    <a:pt x="190" y="98"/>
                    <a:pt x="190" y="98"/>
                  </a:cubicBezTo>
                  <a:cubicBezTo>
                    <a:pt x="190" y="99"/>
                    <a:pt x="196" y="106"/>
                    <a:pt x="198" y="109"/>
                  </a:cubicBezTo>
                  <a:cubicBezTo>
                    <a:pt x="199" y="111"/>
                    <a:pt x="202" y="114"/>
                    <a:pt x="203" y="116"/>
                  </a:cubicBezTo>
                  <a:cubicBezTo>
                    <a:pt x="204" y="119"/>
                    <a:pt x="206" y="124"/>
                    <a:pt x="206" y="12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132"/>
            <p:cNvSpPr>
              <a:spLocks/>
            </p:cNvSpPr>
            <p:nvPr/>
          </p:nvSpPr>
          <p:spPr bwMode="auto">
            <a:xfrm>
              <a:off x="1881188" y="3038475"/>
              <a:ext cx="371475" cy="219075"/>
            </a:xfrm>
            <a:custGeom>
              <a:avLst/>
              <a:gdLst/>
              <a:ahLst/>
              <a:cxnLst>
                <a:cxn ang="0">
                  <a:pos x="22" y="112"/>
                </a:cxn>
                <a:cxn ang="0">
                  <a:pos x="8" y="107"/>
                </a:cxn>
                <a:cxn ang="0">
                  <a:pos x="0" y="99"/>
                </a:cxn>
                <a:cxn ang="0">
                  <a:pos x="4" y="84"/>
                </a:cxn>
                <a:cxn ang="0">
                  <a:pos x="19" y="63"/>
                </a:cxn>
                <a:cxn ang="0">
                  <a:pos x="30" y="57"/>
                </a:cxn>
                <a:cxn ang="0">
                  <a:pos x="35" y="43"/>
                </a:cxn>
                <a:cxn ang="0">
                  <a:pos x="40" y="20"/>
                </a:cxn>
                <a:cxn ang="0">
                  <a:pos x="44" y="4"/>
                </a:cxn>
                <a:cxn ang="0">
                  <a:pos x="48" y="2"/>
                </a:cxn>
                <a:cxn ang="0">
                  <a:pos x="90" y="17"/>
                </a:cxn>
                <a:cxn ang="0">
                  <a:pos x="115" y="31"/>
                </a:cxn>
                <a:cxn ang="0">
                  <a:pos x="138" y="57"/>
                </a:cxn>
                <a:cxn ang="0">
                  <a:pos x="159" y="71"/>
                </a:cxn>
                <a:cxn ang="0">
                  <a:pos x="176" y="63"/>
                </a:cxn>
                <a:cxn ang="0">
                  <a:pos x="178" y="54"/>
                </a:cxn>
                <a:cxn ang="0">
                  <a:pos x="170" y="49"/>
                </a:cxn>
                <a:cxn ang="0">
                  <a:pos x="160" y="44"/>
                </a:cxn>
                <a:cxn ang="0">
                  <a:pos x="155" y="35"/>
                </a:cxn>
                <a:cxn ang="0">
                  <a:pos x="164" y="27"/>
                </a:cxn>
                <a:cxn ang="0">
                  <a:pos x="179" y="25"/>
                </a:cxn>
                <a:cxn ang="0">
                  <a:pos x="191" y="31"/>
                </a:cxn>
                <a:cxn ang="0">
                  <a:pos x="207" y="33"/>
                </a:cxn>
                <a:cxn ang="0">
                  <a:pos x="222" y="35"/>
                </a:cxn>
                <a:cxn ang="0">
                  <a:pos x="230" y="41"/>
                </a:cxn>
                <a:cxn ang="0">
                  <a:pos x="235" y="52"/>
                </a:cxn>
                <a:cxn ang="0">
                  <a:pos x="243" y="70"/>
                </a:cxn>
                <a:cxn ang="0">
                  <a:pos x="230" y="73"/>
                </a:cxn>
                <a:cxn ang="0">
                  <a:pos x="220" y="81"/>
                </a:cxn>
                <a:cxn ang="0">
                  <a:pos x="196" y="82"/>
                </a:cxn>
                <a:cxn ang="0">
                  <a:pos x="184" y="87"/>
                </a:cxn>
                <a:cxn ang="0">
                  <a:pos x="184" y="97"/>
                </a:cxn>
                <a:cxn ang="0">
                  <a:pos x="195" y="103"/>
                </a:cxn>
                <a:cxn ang="0">
                  <a:pos x="212" y="103"/>
                </a:cxn>
                <a:cxn ang="0">
                  <a:pos x="228" y="116"/>
                </a:cxn>
                <a:cxn ang="0">
                  <a:pos x="226" y="128"/>
                </a:cxn>
                <a:cxn ang="0">
                  <a:pos x="217" y="135"/>
                </a:cxn>
                <a:cxn ang="0">
                  <a:pos x="225" y="142"/>
                </a:cxn>
                <a:cxn ang="0">
                  <a:pos x="213" y="143"/>
                </a:cxn>
                <a:cxn ang="0">
                  <a:pos x="189" y="133"/>
                </a:cxn>
                <a:cxn ang="0">
                  <a:pos x="171" y="130"/>
                </a:cxn>
                <a:cxn ang="0">
                  <a:pos x="136" y="132"/>
                </a:cxn>
                <a:cxn ang="0">
                  <a:pos x="88" y="114"/>
                </a:cxn>
                <a:cxn ang="0">
                  <a:pos x="57" y="113"/>
                </a:cxn>
                <a:cxn ang="0">
                  <a:pos x="32" y="115"/>
                </a:cxn>
              </a:cxnLst>
              <a:rect l="0" t="0" r="r" b="b"/>
              <a:pathLst>
                <a:path w="243" h="143">
                  <a:moveTo>
                    <a:pt x="32" y="115"/>
                  </a:moveTo>
                  <a:cubicBezTo>
                    <a:pt x="29" y="114"/>
                    <a:pt x="24" y="112"/>
                    <a:pt x="22" y="112"/>
                  </a:cubicBezTo>
                  <a:cubicBezTo>
                    <a:pt x="19" y="111"/>
                    <a:pt x="14" y="111"/>
                    <a:pt x="12" y="110"/>
                  </a:cubicBezTo>
                  <a:cubicBezTo>
                    <a:pt x="11" y="109"/>
                    <a:pt x="9" y="108"/>
                    <a:pt x="8" y="107"/>
                  </a:cubicBezTo>
                  <a:cubicBezTo>
                    <a:pt x="7" y="105"/>
                    <a:pt x="5" y="102"/>
                    <a:pt x="4" y="101"/>
                  </a:cubicBezTo>
                  <a:cubicBezTo>
                    <a:pt x="3" y="100"/>
                    <a:pt x="1" y="100"/>
                    <a:pt x="0" y="99"/>
                  </a:cubicBezTo>
                  <a:cubicBezTo>
                    <a:pt x="0" y="98"/>
                    <a:pt x="0" y="96"/>
                    <a:pt x="0" y="95"/>
                  </a:cubicBezTo>
                  <a:cubicBezTo>
                    <a:pt x="0" y="92"/>
                    <a:pt x="3" y="87"/>
                    <a:pt x="4" y="84"/>
                  </a:cubicBezTo>
                  <a:cubicBezTo>
                    <a:pt x="6" y="81"/>
                    <a:pt x="10" y="75"/>
                    <a:pt x="12" y="72"/>
                  </a:cubicBezTo>
                  <a:cubicBezTo>
                    <a:pt x="14" y="69"/>
                    <a:pt x="17" y="65"/>
                    <a:pt x="19" y="63"/>
                  </a:cubicBezTo>
                  <a:cubicBezTo>
                    <a:pt x="20" y="61"/>
                    <a:pt x="22" y="57"/>
                    <a:pt x="24" y="57"/>
                  </a:cubicBezTo>
                  <a:cubicBezTo>
                    <a:pt x="25" y="56"/>
                    <a:pt x="28" y="57"/>
                    <a:pt x="30" y="57"/>
                  </a:cubicBezTo>
                  <a:cubicBezTo>
                    <a:pt x="30" y="56"/>
                    <a:pt x="32" y="55"/>
                    <a:pt x="32" y="54"/>
                  </a:cubicBezTo>
                  <a:cubicBezTo>
                    <a:pt x="33" y="52"/>
                    <a:pt x="34" y="46"/>
                    <a:pt x="35" y="43"/>
                  </a:cubicBezTo>
                  <a:cubicBezTo>
                    <a:pt x="35" y="40"/>
                    <a:pt x="36" y="35"/>
                    <a:pt x="37" y="33"/>
                  </a:cubicBezTo>
                  <a:cubicBezTo>
                    <a:pt x="38" y="29"/>
                    <a:pt x="39" y="23"/>
                    <a:pt x="40" y="20"/>
                  </a:cubicBezTo>
                  <a:cubicBezTo>
                    <a:pt x="41" y="17"/>
                    <a:pt x="43" y="12"/>
                    <a:pt x="43" y="10"/>
                  </a:cubicBezTo>
                  <a:cubicBezTo>
                    <a:pt x="43" y="8"/>
                    <a:pt x="44" y="5"/>
                    <a:pt x="44" y="4"/>
                  </a:cubicBezTo>
                  <a:cubicBezTo>
                    <a:pt x="44" y="3"/>
                    <a:pt x="44" y="2"/>
                    <a:pt x="44" y="0"/>
                  </a:cubicBezTo>
                  <a:cubicBezTo>
                    <a:pt x="45" y="1"/>
                    <a:pt x="47" y="1"/>
                    <a:pt x="48" y="2"/>
                  </a:cubicBezTo>
                  <a:cubicBezTo>
                    <a:pt x="54" y="3"/>
                    <a:pt x="67" y="7"/>
                    <a:pt x="73" y="9"/>
                  </a:cubicBezTo>
                  <a:cubicBezTo>
                    <a:pt x="77" y="11"/>
                    <a:pt x="86" y="15"/>
                    <a:pt x="90" y="17"/>
                  </a:cubicBezTo>
                  <a:cubicBezTo>
                    <a:pt x="93" y="18"/>
                    <a:pt x="98" y="21"/>
                    <a:pt x="101" y="23"/>
                  </a:cubicBezTo>
                  <a:cubicBezTo>
                    <a:pt x="105" y="25"/>
                    <a:pt x="112" y="28"/>
                    <a:pt x="115" y="31"/>
                  </a:cubicBezTo>
                  <a:cubicBezTo>
                    <a:pt x="118" y="33"/>
                    <a:pt x="124" y="39"/>
                    <a:pt x="127" y="42"/>
                  </a:cubicBezTo>
                  <a:cubicBezTo>
                    <a:pt x="130" y="45"/>
                    <a:pt x="135" y="54"/>
                    <a:pt x="138" y="57"/>
                  </a:cubicBezTo>
                  <a:cubicBezTo>
                    <a:pt x="140" y="60"/>
                    <a:pt x="145" y="66"/>
                    <a:pt x="149" y="67"/>
                  </a:cubicBezTo>
                  <a:cubicBezTo>
                    <a:pt x="151" y="69"/>
                    <a:pt x="156" y="71"/>
                    <a:pt x="159" y="71"/>
                  </a:cubicBezTo>
                  <a:cubicBezTo>
                    <a:pt x="162" y="71"/>
                    <a:pt x="167" y="67"/>
                    <a:pt x="170" y="66"/>
                  </a:cubicBezTo>
                  <a:cubicBezTo>
                    <a:pt x="172" y="65"/>
                    <a:pt x="175" y="64"/>
                    <a:pt x="176" y="63"/>
                  </a:cubicBezTo>
                  <a:cubicBezTo>
                    <a:pt x="177" y="62"/>
                    <a:pt x="178" y="60"/>
                    <a:pt x="178" y="59"/>
                  </a:cubicBezTo>
                  <a:cubicBezTo>
                    <a:pt x="179" y="58"/>
                    <a:pt x="179" y="55"/>
                    <a:pt x="178" y="54"/>
                  </a:cubicBezTo>
                  <a:cubicBezTo>
                    <a:pt x="177" y="53"/>
                    <a:pt x="175" y="53"/>
                    <a:pt x="174" y="52"/>
                  </a:cubicBezTo>
                  <a:cubicBezTo>
                    <a:pt x="173" y="51"/>
                    <a:pt x="171" y="50"/>
                    <a:pt x="170" y="49"/>
                  </a:cubicBezTo>
                  <a:cubicBezTo>
                    <a:pt x="169" y="49"/>
                    <a:pt x="169" y="47"/>
                    <a:pt x="168" y="46"/>
                  </a:cubicBezTo>
                  <a:cubicBezTo>
                    <a:pt x="166" y="45"/>
                    <a:pt x="162" y="45"/>
                    <a:pt x="160" y="44"/>
                  </a:cubicBezTo>
                  <a:cubicBezTo>
                    <a:pt x="159" y="43"/>
                    <a:pt x="158" y="41"/>
                    <a:pt x="157" y="40"/>
                  </a:cubicBezTo>
                  <a:cubicBezTo>
                    <a:pt x="157" y="39"/>
                    <a:pt x="155" y="37"/>
                    <a:pt x="155" y="35"/>
                  </a:cubicBezTo>
                  <a:cubicBezTo>
                    <a:pt x="155" y="34"/>
                    <a:pt x="157" y="33"/>
                    <a:pt x="158" y="32"/>
                  </a:cubicBezTo>
                  <a:cubicBezTo>
                    <a:pt x="159" y="31"/>
                    <a:pt x="162" y="28"/>
                    <a:pt x="164" y="27"/>
                  </a:cubicBezTo>
                  <a:cubicBezTo>
                    <a:pt x="165" y="27"/>
                    <a:pt x="169" y="26"/>
                    <a:pt x="170" y="25"/>
                  </a:cubicBezTo>
                  <a:cubicBezTo>
                    <a:pt x="173" y="25"/>
                    <a:pt x="177" y="25"/>
                    <a:pt x="179" y="25"/>
                  </a:cubicBezTo>
                  <a:cubicBezTo>
                    <a:pt x="181" y="25"/>
                    <a:pt x="185" y="27"/>
                    <a:pt x="187" y="27"/>
                  </a:cubicBezTo>
                  <a:cubicBezTo>
                    <a:pt x="188" y="28"/>
                    <a:pt x="190" y="30"/>
                    <a:pt x="191" y="31"/>
                  </a:cubicBezTo>
                  <a:cubicBezTo>
                    <a:pt x="193" y="31"/>
                    <a:pt x="196" y="33"/>
                    <a:pt x="198" y="33"/>
                  </a:cubicBezTo>
                  <a:cubicBezTo>
                    <a:pt x="200" y="33"/>
                    <a:pt x="204" y="32"/>
                    <a:pt x="207" y="33"/>
                  </a:cubicBezTo>
                  <a:cubicBezTo>
                    <a:pt x="209" y="33"/>
                    <a:pt x="212" y="34"/>
                    <a:pt x="214" y="34"/>
                  </a:cubicBezTo>
                  <a:cubicBezTo>
                    <a:pt x="216" y="34"/>
                    <a:pt x="220" y="35"/>
                    <a:pt x="222" y="35"/>
                  </a:cubicBezTo>
                  <a:cubicBezTo>
                    <a:pt x="223" y="35"/>
                    <a:pt x="226" y="36"/>
                    <a:pt x="229" y="36"/>
                  </a:cubicBezTo>
                  <a:cubicBezTo>
                    <a:pt x="230" y="38"/>
                    <a:pt x="230" y="40"/>
                    <a:pt x="230" y="41"/>
                  </a:cubicBezTo>
                  <a:cubicBezTo>
                    <a:pt x="230" y="42"/>
                    <a:pt x="230" y="45"/>
                    <a:pt x="230" y="46"/>
                  </a:cubicBezTo>
                  <a:cubicBezTo>
                    <a:pt x="231" y="48"/>
                    <a:pt x="234" y="51"/>
                    <a:pt x="235" y="52"/>
                  </a:cubicBezTo>
                  <a:cubicBezTo>
                    <a:pt x="236" y="55"/>
                    <a:pt x="238" y="60"/>
                    <a:pt x="239" y="63"/>
                  </a:cubicBezTo>
                  <a:cubicBezTo>
                    <a:pt x="240" y="65"/>
                    <a:pt x="241" y="68"/>
                    <a:pt x="243" y="70"/>
                  </a:cubicBezTo>
                  <a:cubicBezTo>
                    <a:pt x="241" y="71"/>
                    <a:pt x="239" y="73"/>
                    <a:pt x="238" y="73"/>
                  </a:cubicBezTo>
                  <a:cubicBezTo>
                    <a:pt x="236" y="73"/>
                    <a:pt x="232" y="72"/>
                    <a:pt x="230" y="73"/>
                  </a:cubicBezTo>
                  <a:cubicBezTo>
                    <a:pt x="228" y="74"/>
                    <a:pt x="225" y="77"/>
                    <a:pt x="224" y="78"/>
                  </a:cubicBezTo>
                  <a:cubicBezTo>
                    <a:pt x="223" y="79"/>
                    <a:pt x="221" y="81"/>
                    <a:pt x="220" y="81"/>
                  </a:cubicBezTo>
                  <a:cubicBezTo>
                    <a:pt x="216" y="82"/>
                    <a:pt x="209" y="81"/>
                    <a:pt x="205" y="81"/>
                  </a:cubicBezTo>
                  <a:cubicBezTo>
                    <a:pt x="203" y="81"/>
                    <a:pt x="198" y="82"/>
                    <a:pt x="196" y="82"/>
                  </a:cubicBezTo>
                  <a:cubicBezTo>
                    <a:pt x="194" y="83"/>
                    <a:pt x="190" y="84"/>
                    <a:pt x="188" y="85"/>
                  </a:cubicBezTo>
                  <a:cubicBezTo>
                    <a:pt x="187" y="85"/>
                    <a:pt x="185" y="87"/>
                    <a:pt x="184" y="87"/>
                  </a:cubicBezTo>
                  <a:cubicBezTo>
                    <a:pt x="184" y="88"/>
                    <a:pt x="183" y="91"/>
                    <a:pt x="183" y="92"/>
                  </a:cubicBezTo>
                  <a:cubicBezTo>
                    <a:pt x="183" y="93"/>
                    <a:pt x="184" y="96"/>
                    <a:pt x="184" y="97"/>
                  </a:cubicBezTo>
                  <a:cubicBezTo>
                    <a:pt x="185" y="98"/>
                    <a:pt x="187" y="100"/>
                    <a:pt x="188" y="101"/>
                  </a:cubicBezTo>
                  <a:cubicBezTo>
                    <a:pt x="190" y="102"/>
                    <a:pt x="193" y="103"/>
                    <a:pt x="195" y="103"/>
                  </a:cubicBezTo>
                  <a:cubicBezTo>
                    <a:pt x="198" y="103"/>
                    <a:pt x="203" y="102"/>
                    <a:pt x="206" y="102"/>
                  </a:cubicBezTo>
                  <a:cubicBezTo>
                    <a:pt x="207" y="102"/>
                    <a:pt x="210" y="102"/>
                    <a:pt x="212" y="103"/>
                  </a:cubicBezTo>
                  <a:cubicBezTo>
                    <a:pt x="215" y="104"/>
                    <a:pt x="220" y="108"/>
                    <a:pt x="223" y="110"/>
                  </a:cubicBezTo>
                  <a:cubicBezTo>
                    <a:pt x="224" y="111"/>
                    <a:pt x="227" y="114"/>
                    <a:pt x="228" y="116"/>
                  </a:cubicBezTo>
                  <a:cubicBezTo>
                    <a:pt x="229" y="117"/>
                    <a:pt x="229" y="121"/>
                    <a:pt x="229" y="122"/>
                  </a:cubicBezTo>
                  <a:cubicBezTo>
                    <a:pt x="229" y="124"/>
                    <a:pt x="227" y="127"/>
                    <a:pt x="226" y="128"/>
                  </a:cubicBezTo>
                  <a:cubicBezTo>
                    <a:pt x="225" y="128"/>
                    <a:pt x="223" y="129"/>
                    <a:pt x="222" y="130"/>
                  </a:cubicBezTo>
                  <a:cubicBezTo>
                    <a:pt x="221" y="131"/>
                    <a:pt x="217" y="133"/>
                    <a:pt x="217" y="135"/>
                  </a:cubicBezTo>
                  <a:cubicBezTo>
                    <a:pt x="217" y="136"/>
                    <a:pt x="220" y="138"/>
                    <a:pt x="221" y="139"/>
                  </a:cubicBezTo>
                  <a:cubicBezTo>
                    <a:pt x="222" y="140"/>
                    <a:pt x="223" y="141"/>
                    <a:pt x="225" y="142"/>
                  </a:cubicBezTo>
                  <a:cubicBezTo>
                    <a:pt x="224" y="143"/>
                    <a:pt x="223" y="143"/>
                    <a:pt x="222" y="143"/>
                  </a:cubicBezTo>
                  <a:cubicBezTo>
                    <a:pt x="220" y="143"/>
                    <a:pt x="215" y="143"/>
                    <a:pt x="213" y="143"/>
                  </a:cubicBezTo>
                  <a:cubicBezTo>
                    <a:pt x="211" y="143"/>
                    <a:pt x="206" y="143"/>
                    <a:pt x="204" y="142"/>
                  </a:cubicBezTo>
                  <a:cubicBezTo>
                    <a:pt x="200" y="140"/>
                    <a:pt x="193" y="135"/>
                    <a:pt x="189" y="133"/>
                  </a:cubicBezTo>
                  <a:cubicBezTo>
                    <a:pt x="186" y="132"/>
                    <a:pt x="181" y="131"/>
                    <a:pt x="179" y="130"/>
                  </a:cubicBezTo>
                  <a:cubicBezTo>
                    <a:pt x="177" y="130"/>
                    <a:pt x="173" y="129"/>
                    <a:pt x="171" y="130"/>
                  </a:cubicBezTo>
                  <a:cubicBezTo>
                    <a:pt x="168" y="130"/>
                    <a:pt x="162" y="133"/>
                    <a:pt x="159" y="133"/>
                  </a:cubicBezTo>
                  <a:cubicBezTo>
                    <a:pt x="153" y="134"/>
                    <a:pt x="141" y="133"/>
                    <a:pt x="136" y="132"/>
                  </a:cubicBezTo>
                  <a:cubicBezTo>
                    <a:pt x="130" y="130"/>
                    <a:pt x="119" y="126"/>
                    <a:pt x="114" y="124"/>
                  </a:cubicBezTo>
                  <a:cubicBezTo>
                    <a:pt x="107" y="122"/>
                    <a:pt x="95" y="116"/>
                    <a:pt x="88" y="114"/>
                  </a:cubicBezTo>
                  <a:cubicBezTo>
                    <a:pt x="84" y="112"/>
                    <a:pt x="75" y="110"/>
                    <a:pt x="70" y="110"/>
                  </a:cubicBezTo>
                  <a:cubicBezTo>
                    <a:pt x="67" y="110"/>
                    <a:pt x="60" y="112"/>
                    <a:pt x="57" y="113"/>
                  </a:cubicBezTo>
                  <a:cubicBezTo>
                    <a:pt x="53" y="114"/>
                    <a:pt x="45" y="116"/>
                    <a:pt x="41" y="116"/>
                  </a:cubicBezTo>
                  <a:cubicBezTo>
                    <a:pt x="39" y="116"/>
                    <a:pt x="34" y="115"/>
                    <a:pt x="32" y="115"/>
                  </a:cubicBezTo>
                  <a:cubicBezTo>
                    <a:pt x="32" y="115"/>
                    <a:pt x="32" y="115"/>
                    <a:pt x="32" y="11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133"/>
            <p:cNvSpPr>
              <a:spLocks/>
            </p:cNvSpPr>
            <p:nvPr/>
          </p:nvSpPr>
          <p:spPr bwMode="auto">
            <a:xfrm>
              <a:off x="2125663" y="3873500"/>
              <a:ext cx="23813" cy="20638"/>
            </a:xfrm>
            <a:custGeom>
              <a:avLst/>
              <a:gdLst/>
              <a:ahLst/>
              <a:cxnLst>
                <a:cxn ang="0">
                  <a:pos x="14" y="9"/>
                </a:cxn>
                <a:cxn ang="0">
                  <a:pos x="13" y="12"/>
                </a:cxn>
                <a:cxn ang="0">
                  <a:pos x="8" y="11"/>
                </a:cxn>
                <a:cxn ang="0">
                  <a:pos x="4" y="12"/>
                </a:cxn>
                <a:cxn ang="0">
                  <a:pos x="1" y="10"/>
                </a:cxn>
                <a:cxn ang="0">
                  <a:pos x="2" y="5"/>
                </a:cxn>
                <a:cxn ang="0">
                  <a:pos x="5" y="3"/>
                </a:cxn>
                <a:cxn ang="0">
                  <a:pos x="7" y="0"/>
                </a:cxn>
                <a:cxn ang="0">
                  <a:pos x="10" y="1"/>
                </a:cxn>
                <a:cxn ang="0">
                  <a:pos x="14" y="2"/>
                </a:cxn>
                <a:cxn ang="0">
                  <a:pos x="15" y="5"/>
                </a:cxn>
                <a:cxn ang="0">
                  <a:pos x="14" y="9"/>
                </a:cxn>
              </a:cxnLst>
              <a:rect l="0" t="0" r="r" b="b"/>
              <a:pathLst>
                <a:path w="15" h="13">
                  <a:moveTo>
                    <a:pt x="14" y="9"/>
                  </a:moveTo>
                  <a:cubicBezTo>
                    <a:pt x="14" y="10"/>
                    <a:pt x="14" y="12"/>
                    <a:pt x="13" y="12"/>
                  </a:cubicBezTo>
                  <a:cubicBezTo>
                    <a:pt x="12" y="13"/>
                    <a:pt x="10" y="11"/>
                    <a:pt x="8" y="11"/>
                  </a:cubicBezTo>
                  <a:cubicBezTo>
                    <a:pt x="7" y="11"/>
                    <a:pt x="5" y="12"/>
                    <a:pt x="4" y="12"/>
                  </a:cubicBezTo>
                  <a:cubicBezTo>
                    <a:pt x="3" y="12"/>
                    <a:pt x="1" y="10"/>
                    <a:pt x="1" y="10"/>
                  </a:cubicBezTo>
                  <a:cubicBezTo>
                    <a:pt x="0" y="8"/>
                    <a:pt x="1" y="6"/>
                    <a:pt x="2" y="5"/>
                  </a:cubicBezTo>
                  <a:cubicBezTo>
                    <a:pt x="3" y="4"/>
                    <a:pt x="5" y="3"/>
                    <a:pt x="5" y="3"/>
                  </a:cubicBezTo>
                  <a:cubicBezTo>
                    <a:pt x="6" y="2"/>
                    <a:pt x="7" y="1"/>
                    <a:pt x="7" y="0"/>
                  </a:cubicBezTo>
                  <a:cubicBezTo>
                    <a:pt x="8" y="0"/>
                    <a:pt x="9" y="0"/>
                    <a:pt x="10" y="1"/>
                  </a:cubicBezTo>
                  <a:cubicBezTo>
                    <a:pt x="11" y="1"/>
                    <a:pt x="13" y="1"/>
                    <a:pt x="14" y="2"/>
                  </a:cubicBezTo>
                  <a:cubicBezTo>
                    <a:pt x="14" y="2"/>
                    <a:pt x="14" y="4"/>
                    <a:pt x="15" y="5"/>
                  </a:cubicBezTo>
                  <a:cubicBezTo>
                    <a:pt x="15" y="6"/>
                    <a:pt x="15" y="8"/>
                    <a:pt x="14" y="9"/>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134"/>
            <p:cNvSpPr>
              <a:spLocks/>
            </p:cNvSpPr>
            <p:nvPr/>
          </p:nvSpPr>
          <p:spPr bwMode="auto">
            <a:xfrm>
              <a:off x="1946276" y="3908425"/>
              <a:ext cx="9525" cy="11113"/>
            </a:xfrm>
            <a:custGeom>
              <a:avLst/>
              <a:gdLst/>
              <a:ahLst/>
              <a:cxnLst>
                <a:cxn ang="0">
                  <a:pos x="5" y="2"/>
                </a:cxn>
                <a:cxn ang="0">
                  <a:pos x="3" y="0"/>
                </a:cxn>
                <a:cxn ang="0">
                  <a:pos x="0" y="2"/>
                </a:cxn>
                <a:cxn ang="0">
                  <a:pos x="0" y="5"/>
                </a:cxn>
                <a:cxn ang="0">
                  <a:pos x="1" y="7"/>
                </a:cxn>
                <a:cxn ang="0">
                  <a:pos x="3" y="7"/>
                </a:cxn>
                <a:cxn ang="0">
                  <a:pos x="4" y="5"/>
                </a:cxn>
                <a:cxn ang="0">
                  <a:pos x="5" y="2"/>
                </a:cxn>
              </a:cxnLst>
              <a:rect l="0" t="0" r="r" b="b"/>
              <a:pathLst>
                <a:path w="6" h="8">
                  <a:moveTo>
                    <a:pt x="5" y="2"/>
                  </a:moveTo>
                  <a:cubicBezTo>
                    <a:pt x="5" y="1"/>
                    <a:pt x="4" y="0"/>
                    <a:pt x="3" y="0"/>
                  </a:cubicBezTo>
                  <a:cubicBezTo>
                    <a:pt x="2" y="0"/>
                    <a:pt x="1" y="1"/>
                    <a:pt x="0" y="2"/>
                  </a:cubicBezTo>
                  <a:cubicBezTo>
                    <a:pt x="0" y="2"/>
                    <a:pt x="0" y="4"/>
                    <a:pt x="0" y="5"/>
                  </a:cubicBezTo>
                  <a:cubicBezTo>
                    <a:pt x="0" y="5"/>
                    <a:pt x="0" y="7"/>
                    <a:pt x="1" y="7"/>
                  </a:cubicBezTo>
                  <a:cubicBezTo>
                    <a:pt x="1" y="8"/>
                    <a:pt x="3" y="8"/>
                    <a:pt x="3" y="7"/>
                  </a:cubicBezTo>
                  <a:cubicBezTo>
                    <a:pt x="4" y="7"/>
                    <a:pt x="4" y="5"/>
                    <a:pt x="4" y="5"/>
                  </a:cubicBezTo>
                  <a:cubicBezTo>
                    <a:pt x="5" y="4"/>
                    <a:pt x="6" y="3"/>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135"/>
            <p:cNvSpPr>
              <a:spLocks/>
            </p:cNvSpPr>
            <p:nvPr/>
          </p:nvSpPr>
          <p:spPr bwMode="auto">
            <a:xfrm>
              <a:off x="1866901" y="3454400"/>
              <a:ext cx="368300" cy="455613"/>
            </a:xfrm>
            <a:custGeom>
              <a:avLst/>
              <a:gdLst/>
              <a:ahLst/>
              <a:cxnLst>
                <a:cxn ang="0">
                  <a:pos x="1" y="39"/>
                </a:cxn>
                <a:cxn ang="0">
                  <a:pos x="15" y="23"/>
                </a:cxn>
                <a:cxn ang="0">
                  <a:pos x="35" y="29"/>
                </a:cxn>
                <a:cxn ang="0">
                  <a:pos x="53" y="34"/>
                </a:cxn>
                <a:cxn ang="0">
                  <a:pos x="56" y="22"/>
                </a:cxn>
                <a:cxn ang="0">
                  <a:pos x="60" y="4"/>
                </a:cxn>
                <a:cxn ang="0">
                  <a:pos x="76" y="6"/>
                </a:cxn>
                <a:cxn ang="0">
                  <a:pos x="96" y="13"/>
                </a:cxn>
                <a:cxn ang="0">
                  <a:pos x="104" y="38"/>
                </a:cxn>
                <a:cxn ang="0">
                  <a:pos x="115" y="67"/>
                </a:cxn>
                <a:cxn ang="0">
                  <a:pos x="129" y="81"/>
                </a:cxn>
                <a:cxn ang="0">
                  <a:pos x="130" y="99"/>
                </a:cxn>
                <a:cxn ang="0">
                  <a:pos x="155" y="105"/>
                </a:cxn>
                <a:cxn ang="0">
                  <a:pos x="178" y="110"/>
                </a:cxn>
                <a:cxn ang="0">
                  <a:pos x="192" y="123"/>
                </a:cxn>
                <a:cxn ang="0">
                  <a:pos x="208" y="174"/>
                </a:cxn>
                <a:cxn ang="0">
                  <a:pos x="219" y="185"/>
                </a:cxn>
                <a:cxn ang="0">
                  <a:pos x="211" y="193"/>
                </a:cxn>
                <a:cxn ang="0">
                  <a:pos x="212" y="202"/>
                </a:cxn>
                <a:cxn ang="0">
                  <a:pos x="196" y="201"/>
                </a:cxn>
                <a:cxn ang="0">
                  <a:pos x="200" y="210"/>
                </a:cxn>
                <a:cxn ang="0">
                  <a:pos x="200" y="218"/>
                </a:cxn>
                <a:cxn ang="0">
                  <a:pos x="200" y="231"/>
                </a:cxn>
                <a:cxn ang="0">
                  <a:pos x="211" y="250"/>
                </a:cxn>
                <a:cxn ang="0">
                  <a:pos x="226" y="262"/>
                </a:cxn>
                <a:cxn ang="0">
                  <a:pos x="233" y="277"/>
                </a:cxn>
                <a:cxn ang="0">
                  <a:pos x="237" y="294"/>
                </a:cxn>
                <a:cxn ang="0">
                  <a:pos x="209" y="294"/>
                </a:cxn>
                <a:cxn ang="0">
                  <a:pos x="205" y="274"/>
                </a:cxn>
                <a:cxn ang="0">
                  <a:pos x="184" y="272"/>
                </a:cxn>
                <a:cxn ang="0">
                  <a:pos x="179" y="259"/>
                </a:cxn>
                <a:cxn ang="0">
                  <a:pos x="162" y="244"/>
                </a:cxn>
                <a:cxn ang="0">
                  <a:pos x="157" y="228"/>
                </a:cxn>
                <a:cxn ang="0">
                  <a:pos x="152" y="219"/>
                </a:cxn>
                <a:cxn ang="0">
                  <a:pos x="143" y="220"/>
                </a:cxn>
                <a:cxn ang="0">
                  <a:pos x="138" y="209"/>
                </a:cxn>
                <a:cxn ang="0">
                  <a:pos x="139" y="196"/>
                </a:cxn>
                <a:cxn ang="0">
                  <a:pos x="123" y="177"/>
                </a:cxn>
                <a:cxn ang="0">
                  <a:pos x="92" y="173"/>
                </a:cxn>
                <a:cxn ang="0">
                  <a:pos x="83" y="192"/>
                </a:cxn>
                <a:cxn ang="0">
                  <a:pos x="72" y="199"/>
                </a:cxn>
                <a:cxn ang="0">
                  <a:pos x="70" y="212"/>
                </a:cxn>
                <a:cxn ang="0">
                  <a:pos x="65" y="222"/>
                </a:cxn>
                <a:cxn ang="0">
                  <a:pos x="62" y="234"/>
                </a:cxn>
                <a:cxn ang="0">
                  <a:pos x="51" y="244"/>
                </a:cxn>
                <a:cxn ang="0">
                  <a:pos x="53" y="275"/>
                </a:cxn>
                <a:cxn ang="0">
                  <a:pos x="54" y="291"/>
                </a:cxn>
                <a:cxn ang="0">
                  <a:pos x="45" y="288"/>
                </a:cxn>
                <a:cxn ang="0">
                  <a:pos x="28" y="282"/>
                </a:cxn>
                <a:cxn ang="0">
                  <a:pos x="19" y="258"/>
                </a:cxn>
                <a:cxn ang="0">
                  <a:pos x="25" y="225"/>
                </a:cxn>
                <a:cxn ang="0">
                  <a:pos x="29" y="209"/>
                </a:cxn>
                <a:cxn ang="0">
                  <a:pos x="18" y="207"/>
                </a:cxn>
                <a:cxn ang="0">
                  <a:pos x="14" y="196"/>
                </a:cxn>
                <a:cxn ang="0">
                  <a:pos x="35" y="188"/>
                </a:cxn>
                <a:cxn ang="0">
                  <a:pos x="39" y="161"/>
                </a:cxn>
                <a:cxn ang="0">
                  <a:pos x="34" y="132"/>
                </a:cxn>
                <a:cxn ang="0">
                  <a:pos x="26" y="106"/>
                </a:cxn>
                <a:cxn ang="0">
                  <a:pos x="12" y="87"/>
                </a:cxn>
                <a:cxn ang="0">
                  <a:pos x="1" y="53"/>
                </a:cxn>
              </a:cxnLst>
              <a:rect l="0" t="0" r="r" b="b"/>
              <a:pathLst>
                <a:path w="241" h="298">
                  <a:moveTo>
                    <a:pt x="1" y="53"/>
                  </a:moveTo>
                  <a:cubicBezTo>
                    <a:pt x="1" y="52"/>
                    <a:pt x="1" y="52"/>
                    <a:pt x="1" y="52"/>
                  </a:cubicBezTo>
                  <a:cubicBezTo>
                    <a:pt x="0" y="49"/>
                    <a:pt x="1" y="43"/>
                    <a:pt x="1" y="39"/>
                  </a:cubicBezTo>
                  <a:cubicBezTo>
                    <a:pt x="1" y="37"/>
                    <a:pt x="1" y="31"/>
                    <a:pt x="3" y="28"/>
                  </a:cubicBezTo>
                  <a:cubicBezTo>
                    <a:pt x="4" y="27"/>
                    <a:pt x="8" y="25"/>
                    <a:pt x="10" y="24"/>
                  </a:cubicBezTo>
                  <a:cubicBezTo>
                    <a:pt x="11" y="24"/>
                    <a:pt x="14" y="23"/>
                    <a:pt x="15" y="23"/>
                  </a:cubicBezTo>
                  <a:cubicBezTo>
                    <a:pt x="17" y="23"/>
                    <a:pt x="21" y="23"/>
                    <a:pt x="22" y="23"/>
                  </a:cubicBezTo>
                  <a:cubicBezTo>
                    <a:pt x="24" y="23"/>
                    <a:pt x="28" y="23"/>
                    <a:pt x="30" y="24"/>
                  </a:cubicBezTo>
                  <a:cubicBezTo>
                    <a:pt x="32" y="24"/>
                    <a:pt x="34" y="28"/>
                    <a:pt x="35" y="29"/>
                  </a:cubicBezTo>
                  <a:cubicBezTo>
                    <a:pt x="37" y="30"/>
                    <a:pt x="41" y="33"/>
                    <a:pt x="43" y="34"/>
                  </a:cubicBezTo>
                  <a:cubicBezTo>
                    <a:pt x="45" y="34"/>
                    <a:pt x="47" y="34"/>
                    <a:pt x="48" y="35"/>
                  </a:cubicBezTo>
                  <a:cubicBezTo>
                    <a:pt x="50" y="35"/>
                    <a:pt x="52" y="35"/>
                    <a:pt x="53" y="34"/>
                  </a:cubicBezTo>
                  <a:cubicBezTo>
                    <a:pt x="54" y="34"/>
                    <a:pt x="54" y="32"/>
                    <a:pt x="55" y="31"/>
                  </a:cubicBezTo>
                  <a:cubicBezTo>
                    <a:pt x="55" y="30"/>
                    <a:pt x="58" y="29"/>
                    <a:pt x="58" y="28"/>
                  </a:cubicBezTo>
                  <a:cubicBezTo>
                    <a:pt x="59" y="27"/>
                    <a:pt x="57" y="24"/>
                    <a:pt x="56" y="22"/>
                  </a:cubicBezTo>
                  <a:cubicBezTo>
                    <a:pt x="56" y="20"/>
                    <a:pt x="56" y="17"/>
                    <a:pt x="56" y="15"/>
                  </a:cubicBezTo>
                  <a:cubicBezTo>
                    <a:pt x="56" y="13"/>
                    <a:pt x="58" y="11"/>
                    <a:pt x="58" y="10"/>
                  </a:cubicBezTo>
                  <a:cubicBezTo>
                    <a:pt x="59" y="9"/>
                    <a:pt x="59" y="6"/>
                    <a:pt x="60" y="4"/>
                  </a:cubicBezTo>
                  <a:cubicBezTo>
                    <a:pt x="60" y="3"/>
                    <a:pt x="62" y="1"/>
                    <a:pt x="64" y="0"/>
                  </a:cubicBezTo>
                  <a:cubicBezTo>
                    <a:pt x="65" y="0"/>
                    <a:pt x="69" y="1"/>
                    <a:pt x="70" y="1"/>
                  </a:cubicBezTo>
                  <a:cubicBezTo>
                    <a:pt x="72" y="2"/>
                    <a:pt x="75" y="5"/>
                    <a:pt x="76" y="6"/>
                  </a:cubicBezTo>
                  <a:cubicBezTo>
                    <a:pt x="78" y="7"/>
                    <a:pt x="82" y="8"/>
                    <a:pt x="84" y="9"/>
                  </a:cubicBezTo>
                  <a:cubicBezTo>
                    <a:pt x="85" y="9"/>
                    <a:pt x="88" y="10"/>
                    <a:pt x="90" y="10"/>
                  </a:cubicBezTo>
                  <a:cubicBezTo>
                    <a:pt x="92" y="11"/>
                    <a:pt x="95" y="12"/>
                    <a:pt x="96" y="13"/>
                  </a:cubicBezTo>
                  <a:cubicBezTo>
                    <a:pt x="98" y="15"/>
                    <a:pt x="101" y="19"/>
                    <a:pt x="102" y="21"/>
                  </a:cubicBezTo>
                  <a:cubicBezTo>
                    <a:pt x="103" y="22"/>
                    <a:pt x="103" y="26"/>
                    <a:pt x="104" y="28"/>
                  </a:cubicBezTo>
                  <a:cubicBezTo>
                    <a:pt x="104" y="31"/>
                    <a:pt x="104" y="36"/>
                    <a:pt x="104" y="38"/>
                  </a:cubicBezTo>
                  <a:cubicBezTo>
                    <a:pt x="104" y="41"/>
                    <a:pt x="103" y="48"/>
                    <a:pt x="104" y="52"/>
                  </a:cubicBezTo>
                  <a:cubicBezTo>
                    <a:pt x="104" y="54"/>
                    <a:pt x="107" y="59"/>
                    <a:pt x="109" y="61"/>
                  </a:cubicBezTo>
                  <a:cubicBezTo>
                    <a:pt x="110" y="63"/>
                    <a:pt x="113" y="66"/>
                    <a:pt x="115" y="67"/>
                  </a:cubicBezTo>
                  <a:cubicBezTo>
                    <a:pt x="116" y="69"/>
                    <a:pt x="119" y="70"/>
                    <a:pt x="121" y="71"/>
                  </a:cubicBezTo>
                  <a:cubicBezTo>
                    <a:pt x="122" y="72"/>
                    <a:pt x="125" y="75"/>
                    <a:pt x="127" y="76"/>
                  </a:cubicBezTo>
                  <a:cubicBezTo>
                    <a:pt x="127" y="77"/>
                    <a:pt x="128" y="80"/>
                    <a:pt x="129" y="81"/>
                  </a:cubicBezTo>
                  <a:cubicBezTo>
                    <a:pt x="129" y="82"/>
                    <a:pt x="129" y="85"/>
                    <a:pt x="129" y="87"/>
                  </a:cubicBezTo>
                  <a:cubicBezTo>
                    <a:pt x="129" y="88"/>
                    <a:pt x="127" y="91"/>
                    <a:pt x="127" y="92"/>
                  </a:cubicBezTo>
                  <a:cubicBezTo>
                    <a:pt x="127" y="94"/>
                    <a:pt x="129" y="98"/>
                    <a:pt x="130" y="99"/>
                  </a:cubicBezTo>
                  <a:cubicBezTo>
                    <a:pt x="131" y="101"/>
                    <a:pt x="135" y="103"/>
                    <a:pt x="137" y="104"/>
                  </a:cubicBezTo>
                  <a:cubicBezTo>
                    <a:pt x="139" y="104"/>
                    <a:pt x="144" y="101"/>
                    <a:pt x="146" y="101"/>
                  </a:cubicBezTo>
                  <a:cubicBezTo>
                    <a:pt x="149" y="102"/>
                    <a:pt x="153" y="104"/>
                    <a:pt x="155" y="105"/>
                  </a:cubicBezTo>
                  <a:cubicBezTo>
                    <a:pt x="157" y="106"/>
                    <a:pt x="160" y="108"/>
                    <a:pt x="161" y="109"/>
                  </a:cubicBezTo>
                  <a:cubicBezTo>
                    <a:pt x="163" y="110"/>
                    <a:pt x="166" y="110"/>
                    <a:pt x="168" y="111"/>
                  </a:cubicBezTo>
                  <a:cubicBezTo>
                    <a:pt x="171" y="111"/>
                    <a:pt x="175" y="110"/>
                    <a:pt x="178" y="110"/>
                  </a:cubicBezTo>
                  <a:cubicBezTo>
                    <a:pt x="180" y="109"/>
                    <a:pt x="184" y="108"/>
                    <a:pt x="187" y="107"/>
                  </a:cubicBezTo>
                  <a:cubicBezTo>
                    <a:pt x="187" y="107"/>
                    <a:pt x="189" y="107"/>
                    <a:pt x="191" y="107"/>
                  </a:cubicBezTo>
                  <a:cubicBezTo>
                    <a:pt x="190" y="111"/>
                    <a:pt x="191" y="119"/>
                    <a:pt x="192" y="123"/>
                  </a:cubicBezTo>
                  <a:cubicBezTo>
                    <a:pt x="192" y="126"/>
                    <a:pt x="193" y="133"/>
                    <a:pt x="194" y="136"/>
                  </a:cubicBezTo>
                  <a:cubicBezTo>
                    <a:pt x="195" y="143"/>
                    <a:pt x="201" y="156"/>
                    <a:pt x="204" y="163"/>
                  </a:cubicBezTo>
                  <a:cubicBezTo>
                    <a:pt x="205" y="165"/>
                    <a:pt x="207" y="171"/>
                    <a:pt x="208" y="174"/>
                  </a:cubicBezTo>
                  <a:cubicBezTo>
                    <a:pt x="209" y="175"/>
                    <a:pt x="211" y="178"/>
                    <a:pt x="212" y="179"/>
                  </a:cubicBezTo>
                  <a:cubicBezTo>
                    <a:pt x="213" y="180"/>
                    <a:pt x="216" y="180"/>
                    <a:pt x="217" y="181"/>
                  </a:cubicBezTo>
                  <a:cubicBezTo>
                    <a:pt x="218" y="182"/>
                    <a:pt x="219" y="184"/>
                    <a:pt x="219" y="185"/>
                  </a:cubicBezTo>
                  <a:cubicBezTo>
                    <a:pt x="219" y="186"/>
                    <a:pt x="219" y="188"/>
                    <a:pt x="218" y="188"/>
                  </a:cubicBezTo>
                  <a:cubicBezTo>
                    <a:pt x="217" y="189"/>
                    <a:pt x="215" y="189"/>
                    <a:pt x="214" y="190"/>
                  </a:cubicBezTo>
                  <a:cubicBezTo>
                    <a:pt x="213" y="191"/>
                    <a:pt x="212" y="192"/>
                    <a:pt x="211" y="193"/>
                  </a:cubicBezTo>
                  <a:cubicBezTo>
                    <a:pt x="211" y="194"/>
                    <a:pt x="211" y="197"/>
                    <a:pt x="212" y="198"/>
                  </a:cubicBezTo>
                  <a:cubicBezTo>
                    <a:pt x="212" y="198"/>
                    <a:pt x="214" y="200"/>
                    <a:pt x="214" y="200"/>
                  </a:cubicBezTo>
                  <a:cubicBezTo>
                    <a:pt x="214" y="201"/>
                    <a:pt x="212" y="202"/>
                    <a:pt x="212" y="202"/>
                  </a:cubicBezTo>
                  <a:cubicBezTo>
                    <a:pt x="211" y="202"/>
                    <a:pt x="210" y="203"/>
                    <a:pt x="209" y="203"/>
                  </a:cubicBezTo>
                  <a:cubicBezTo>
                    <a:pt x="207" y="203"/>
                    <a:pt x="205" y="202"/>
                    <a:pt x="204" y="201"/>
                  </a:cubicBezTo>
                  <a:cubicBezTo>
                    <a:pt x="202" y="201"/>
                    <a:pt x="198" y="200"/>
                    <a:pt x="196" y="201"/>
                  </a:cubicBezTo>
                  <a:cubicBezTo>
                    <a:pt x="195" y="202"/>
                    <a:pt x="195" y="203"/>
                    <a:pt x="195" y="203"/>
                  </a:cubicBezTo>
                  <a:cubicBezTo>
                    <a:pt x="195" y="204"/>
                    <a:pt x="195" y="206"/>
                    <a:pt x="196" y="207"/>
                  </a:cubicBezTo>
                  <a:cubicBezTo>
                    <a:pt x="197" y="208"/>
                    <a:pt x="199" y="209"/>
                    <a:pt x="200" y="210"/>
                  </a:cubicBezTo>
                  <a:cubicBezTo>
                    <a:pt x="201" y="211"/>
                    <a:pt x="202" y="213"/>
                    <a:pt x="203" y="214"/>
                  </a:cubicBezTo>
                  <a:cubicBezTo>
                    <a:pt x="203" y="215"/>
                    <a:pt x="204" y="217"/>
                    <a:pt x="204" y="218"/>
                  </a:cubicBezTo>
                  <a:cubicBezTo>
                    <a:pt x="203" y="218"/>
                    <a:pt x="201" y="218"/>
                    <a:pt x="200" y="218"/>
                  </a:cubicBezTo>
                  <a:cubicBezTo>
                    <a:pt x="199" y="219"/>
                    <a:pt x="196" y="220"/>
                    <a:pt x="196" y="222"/>
                  </a:cubicBezTo>
                  <a:cubicBezTo>
                    <a:pt x="195" y="223"/>
                    <a:pt x="197" y="226"/>
                    <a:pt x="198" y="227"/>
                  </a:cubicBezTo>
                  <a:cubicBezTo>
                    <a:pt x="198" y="228"/>
                    <a:pt x="200" y="230"/>
                    <a:pt x="200" y="231"/>
                  </a:cubicBezTo>
                  <a:cubicBezTo>
                    <a:pt x="201" y="233"/>
                    <a:pt x="202" y="236"/>
                    <a:pt x="203" y="237"/>
                  </a:cubicBezTo>
                  <a:cubicBezTo>
                    <a:pt x="204" y="239"/>
                    <a:pt x="205" y="243"/>
                    <a:pt x="206" y="245"/>
                  </a:cubicBezTo>
                  <a:cubicBezTo>
                    <a:pt x="207" y="246"/>
                    <a:pt x="210" y="249"/>
                    <a:pt x="211" y="250"/>
                  </a:cubicBezTo>
                  <a:cubicBezTo>
                    <a:pt x="213" y="251"/>
                    <a:pt x="216" y="254"/>
                    <a:pt x="218" y="255"/>
                  </a:cubicBezTo>
                  <a:cubicBezTo>
                    <a:pt x="219" y="256"/>
                    <a:pt x="222" y="255"/>
                    <a:pt x="223" y="256"/>
                  </a:cubicBezTo>
                  <a:cubicBezTo>
                    <a:pt x="224" y="257"/>
                    <a:pt x="226" y="260"/>
                    <a:pt x="226" y="262"/>
                  </a:cubicBezTo>
                  <a:cubicBezTo>
                    <a:pt x="227" y="264"/>
                    <a:pt x="225" y="268"/>
                    <a:pt x="225" y="270"/>
                  </a:cubicBezTo>
                  <a:cubicBezTo>
                    <a:pt x="225" y="271"/>
                    <a:pt x="226" y="274"/>
                    <a:pt x="227" y="274"/>
                  </a:cubicBezTo>
                  <a:cubicBezTo>
                    <a:pt x="228" y="275"/>
                    <a:pt x="231" y="276"/>
                    <a:pt x="233" y="277"/>
                  </a:cubicBezTo>
                  <a:cubicBezTo>
                    <a:pt x="235" y="278"/>
                    <a:pt x="238" y="281"/>
                    <a:pt x="239" y="283"/>
                  </a:cubicBezTo>
                  <a:cubicBezTo>
                    <a:pt x="240" y="284"/>
                    <a:pt x="241" y="288"/>
                    <a:pt x="241" y="290"/>
                  </a:cubicBezTo>
                  <a:cubicBezTo>
                    <a:pt x="240" y="292"/>
                    <a:pt x="238" y="293"/>
                    <a:pt x="237" y="294"/>
                  </a:cubicBezTo>
                  <a:cubicBezTo>
                    <a:pt x="235" y="295"/>
                    <a:pt x="231" y="297"/>
                    <a:pt x="229" y="297"/>
                  </a:cubicBezTo>
                  <a:cubicBezTo>
                    <a:pt x="226" y="298"/>
                    <a:pt x="220" y="297"/>
                    <a:pt x="217" y="297"/>
                  </a:cubicBezTo>
                  <a:cubicBezTo>
                    <a:pt x="215" y="297"/>
                    <a:pt x="210" y="296"/>
                    <a:pt x="209" y="294"/>
                  </a:cubicBezTo>
                  <a:cubicBezTo>
                    <a:pt x="208" y="293"/>
                    <a:pt x="207" y="288"/>
                    <a:pt x="207" y="287"/>
                  </a:cubicBezTo>
                  <a:cubicBezTo>
                    <a:pt x="207" y="285"/>
                    <a:pt x="207" y="282"/>
                    <a:pt x="207" y="280"/>
                  </a:cubicBezTo>
                  <a:cubicBezTo>
                    <a:pt x="206" y="279"/>
                    <a:pt x="206" y="275"/>
                    <a:pt x="205" y="274"/>
                  </a:cubicBezTo>
                  <a:cubicBezTo>
                    <a:pt x="204" y="273"/>
                    <a:pt x="200" y="272"/>
                    <a:pt x="198" y="272"/>
                  </a:cubicBezTo>
                  <a:cubicBezTo>
                    <a:pt x="196" y="271"/>
                    <a:pt x="192" y="272"/>
                    <a:pt x="190" y="272"/>
                  </a:cubicBezTo>
                  <a:cubicBezTo>
                    <a:pt x="189" y="272"/>
                    <a:pt x="186" y="273"/>
                    <a:pt x="184" y="272"/>
                  </a:cubicBezTo>
                  <a:cubicBezTo>
                    <a:pt x="183" y="272"/>
                    <a:pt x="180" y="270"/>
                    <a:pt x="180" y="269"/>
                  </a:cubicBezTo>
                  <a:cubicBezTo>
                    <a:pt x="179" y="268"/>
                    <a:pt x="178" y="265"/>
                    <a:pt x="178" y="264"/>
                  </a:cubicBezTo>
                  <a:cubicBezTo>
                    <a:pt x="178" y="263"/>
                    <a:pt x="179" y="261"/>
                    <a:pt x="179" y="259"/>
                  </a:cubicBezTo>
                  <a:cubicBezTo>
                    <a:pt x="180" y="258"/>
                    <a:pt x="179" y="254"/>
                    <a:pt x="178" y="253"/>
                  </a:cubicBezTo>
                  <a:cubicBezTo>
                    <a:pt x="176" y="250"/>
                    <a:pt x="172" y="247"/>
                    <a:pt x="169" y="246"/>
                  </a:cubicBezTo>
                  <a:cubicBezTo>
                    <a:pt x="168" y="245"/>
                    <a:pt x="164" y="244"/>
                    <a:pt x="162" y="244"/>
                  </a:cubicBezTo>
                  <a:cubicBezTo>
                    <a:pt x="161" y="243"/>
                    <a:pt x="158" y="240"/>
                    <a:pt x="157" y="239"/>
                  </a:cubicBezTo>
                  <a:cubicBezTo>
                    <a:pt x="156" y="238"/>
                    <a:pt x="154" y="235"/>
                    <a:pt x="154" y="234"/>
                  </a:cubicBezTo>
                  <a:cubicBezTo>
                    <a:pt x="154" y="232"/>
                    <a:pt x="157" y="230"/>
                    <a:pt x="157" y="228"/>
                  </a:cubicBezTo>
                  <a:cubicBezTo>
                    <a:pt x="157" y="227"/>
                    <a:pt x="157" y="225"/>
                    <a:pt x="156" y="225"/>
                  </a:cubicBezTo>
                  <a:cubicBezTo>
                    <a:pt x="156" y="224"/>
                    <a:pt x="154" y="224"/>
                    <a:pt x="153" y="223"/>
                  </a:cubicBezTo>
                  <a:cubicBezTo>
                    <a:pt x="153" y="222"/>
                    <a:pt x="153" y="220"/>
                    <a:pt x="152" y="219"/>
                  </a:cubicBezTo>
                  <a:cubicBezTo>
                    <a:pt x="151" y="218"/>
                    <a:pt x="149" y="216"/>
                    <a:pt x="147" y="215"/>
                  </a:cubicBezTo>
                  <a:cubicBezTo>
                    <a:pt x="146" y="215"/>
                    <a:pt x="144" y="216"/>
                    <a:pt x="144" y="217"/>
                  </a:cubicBezTo>
                  <a:cubicBezTo>
                    <a:pt x="143" y="218"/>
                    <a:pt x="144" y="220"/>
                    <a:pt x="143" y="220"/>
                  </a:cubicBezTo>
                  <a:cubicBezTo>
                    <a:pt x="143" y="221"/>
                    <a:pt x="141" y="221"/>
                    <a:pt x="140" y="220"/>
                  </a:cubicBezTo>
                  <a:cubicBezTo>
                    <a:pt x="139" y="220"/>
                    <a:pt x="139" y="216"/>
                    <a:pt x="139" y="215"/>
                  </a:cubicBezTo>
                  <a:cubicBezTo>
                    <a:pt x="139" y="213"/>
                    <a:pt x="138" y="210"/>
                    <a:pt x="138" y="209"/>
                  </a:cubicBezTo>
                  <a:cubicBezTo>
                    <a:pt x="138" y="208"/>
                    <a:pt x="138" y="205"/>
                    <a:pt x="139" y="204"/>
                  </a:cubicBezTo>
                  <a:cubicBezTo>
                    <a:pt x="139" y="203"/>
                    <a:pt x="140" y="202"/>
                    <a:pt x="140" y="201"/>
                  </a:cubicBezTo>
                  <a:cubicBezTo>
                    <a:pt x="141" y="199"/>
                    <a:pt x="139" y="197"/>
                    <a:pt x="139" y="196"/>
                  </a:cubicBezTo>
                  <a:cubicBezTo>
                    <a:pt x="137" y="194"/>
                    <a:pt x="133" y="191"/>
                    <a:pt x="131" y="189"/>
                  </a:cubicBezTo>
                  <a:cubicBezTo>
                    <a:pt x="130" y="188"/>
                    <a:pt x="130" y="184"/>
                    <a:pt x="129" y="183"/>
                  </a:cubicBezTo>
                  <a:cubicBezTo>
                    <a:pt x="128" y="181"/>
                    <a:pt x="125" y="178"/>
                    <a:pt x="123" y="177"/>
                  </a:cubicBezTo>
                  <a:cubicBezTo>
                    <a:pt x="122" y="176"/>
                    <a:pt x="120" y="174"/>
                    <a:pt x="119" y="174"/>
                  </a:cubicBezTo>
                  <a:cubicBezTo>
                    <a:pt x="115" y="172"/>
                    <a:pt x="108" y="173"/>
                    <a:pt x="105" y="173"/>
                  </a:cubicBezTo>
                  <a:cubicBezTo>
                    <a:pt x="102" y="173"/>
                    <a:pt x="95" y="173"/>
                    <a:pt x="92" y="173"/>
                  </a:cubicBezTo>
                  <a:cubicBezTo>
                    <a:pt x="90" y="174"/>
                    <a:pt x="86" y="175"/>
                    <a:pt x="84" y="176"/>
                  </a:cubicBezTo>
                  <a:cubicBezTo>
                    <a:pt x="83" y="178"/>
                    <a:pt x="83" y="183"/>
                    <a:pt x="83" y="185"/>
                  </a:cubicBezTo>
                  <a:cubicBezTo>
                    <a:pt x="82" y="186"/>
                    <a:pt x="83" y="190"/>
                    <a:pt x="83" y="192"/>
                  </a:cubicBezTo>
                  <a:cubicBezTo>
                    <a:pt x="83" y="192"/>
                    <a:pt x="83" y="194"/>
                    <a:pt x="82" y="195"/>
                  </a:cubicBezTo>
                  <a:cubicBezTo>
                    <a:pt x="81" y="196"/>
                    <a:pt x="78" y="196"/>
                    <a:pt x="76" y="197"/>
                  </a:cubicBezTo>
                  <a:cubicBezTo>
                    <a:pt x="75" y="197"/>
                    <a:pt x="73" y="199"/>
                    <a:pt x="72" y="199"/>
                  </a:cubicBezTo>
                  <a:cubicBezTo>
                    <a:pt x="71" y="200"/>
                    <a:pt x="69" y="202"/>
                    <a:pt x="68" y="203"/>
                  </a:cubicBezTo>
                  <a:cubicBezTo>
                    <a:pt x="68" y="205"/>
                    <a:pt x="68" y="208"/>
                    <a:pt x="68" y="209"/>
                  </a:cubicBezTo>
                  <a:cubicBezTo>
                    <a:pt x="69" y="210"/>
                    <a:pt x="70" y="212"/>
                    <a:pt x="70" y="212"/>
                  </a:cubicBezTo>
                  <a:cubicBezTo>
                    <a:pt x="71" y="213"/>
                    <a:pt x="72" y="215"/>
                    <a:pt x="72" y="216"/>
                  </a:cubicBezTo>
                  <a:cubicBezTo>
                    <a:pt x="71" y="217"/>
                    <a:pt x="69" y="220"/>
                    <a:pt x="68" y="221"/>
                  </a:cubicBezTo>
                  <a:cubicBezTo>
                    <a:pt x="67" y="221"/>
                    <a:pt x="65" y="221"/>
                    <a:pt x="65" y="222"/>
                  </a:cubicBezTo>
                  <a:cubicBezTo>
                    <a:pt x="64" y="222"/>
                    <a:pt x="62" y="222"/>
                    <a:pt x="61" y="223"/>
                  </a:cubicBezTo>
                  <a:cubicBezTo>
                    <a:pt x="60" y="224"/>
                    <a:pt x="60" y="227"/>
                    <a:pt x="60" y="228"/>
                  </a:cubicBezTo>
                  <a:cubicBezTo>
                    <a:pt x="60" y="230"/>
                    <a:pt x="62" y="232"/>
                    <a:pt x="62" y="234"/>
                  </a:cubicBezTo>
                  <a:cubicBezTo>
                    <a:pt x="62" y="235"/>
                    <a:pt x="60" y="237"/>
                    <a:pt x="59" y="238"/>
                  </a:cubicBezTo>
                  <a:cubicBezTo>
                    <a:pt x="58" y="238"/>
                    <a:pt x="55" y="238"/>
                    <a:pt x="54" y="239"/>
                  </a:cubicBezTo>
                  <a:cubicBezTo>
                    <a:pt x="53" y="240"/>
                    <a:pt x="51" y="243"/>
                    <a:pt x="51" y="244"/>
                  </a:cubicBezTo>
                  <a:cubicBezTo>
                    <a:pt x="50" y="247"/>
                    <a:pt x="49" y="252"/>
                    <a:pt x="49" y="255"/>
                  </a:cubicBezTo>
                  <a:cubicBezTo>
                    <a:pt x="49" y="259"/>
                    <a:pt x="49" y="265"/>
                    <a:pt x="50" y="268"/>
                  </a:cubicBezTo>
                  <a:cubicBezTo>
                    <a:pt x="51" y="270"/>
                    <a:pt x="53" y="273"/>
                    <a:pt x="53" y="275"/>
                  </a:cubicBezTo>
                  <a:cubicBezTo>
                    <a:pt x="54" y="276"/>
                    <a:pt x="55" y="279"/>
                    <a:pt x="55" y="281"/>
                  </a:cubicBezTo>
                  <a:cubicBezTo>
                    <a:pt x="56" y="283"/>
                    <a:pt x="58" y="286"/>
                    <a:pt x="57" y="288"/>
                  </a:cubicBezTo>
                  <a:cubicBezTo>
                    <a:pt x="57" y="289"/>
                    <a:pt x="55" y="290"/>
                    <a:pt x="54" y="291"/>
                  </a:cubicBezTo>
                  <a:cubicBezTo>
                    <a:pt x="53" y="292"/>
                    <a:pt x="53" y="294"/>
                    <a:pt x="52" y="294"/>
                  </a:cubicBezTo>
                  <a:cubicBezTo>
                    <a:pt x="51" y="294"/>
                    <a:pt x="50" y="293"/>
                    <a:pt x="49" y="292"/>
                  </a:cubicBezTo>
                  <a:cubicBezTo>
                    <a:pt x="48" y="291"/>
                    <a:pt x="47" y="288"/>
                    <a:pt x="45" y="288"/>
                  </a:cubicBezTo>
                  <a:cubicBezTo>
                    <a:pt x="44" y="287"/>
                    <a:pt x="42" y="285"/>
                    <a:pt x="41" y="285"/>
                  </a:cubicBezTo>
                  <a:cubicBezTo>
                    <a:pt x="39" y="284"/>
                    <a:pt x="35" y="284"/>
                    <a:pt x="33" y="283"/>
                  </a:cubicBezTo>
                  <a:cubicBezTo>
                    <a:pt x="32" y="283"/>
                    <a:pt x="30" y="282"/>
                    <a:pt x="28" y="282"/>
                  </a:cubicBezTo>
                  <a:cubicBezTo>
                    <a:pt x="26" y="280"/>
                    <a:pt x="21" y="277"/>
                    <a:pt x="20" y="275"/>
                  </a:cubicBezTo>
                  <a:cubicBezTo>
                    <a:pt x="19" y="273"/>
                    <a:pt x="18" y="268"/>
                    <a:pt x="18" y="266"/>
                  </a:cubicBezTo>
                  <a:cubicBezTo>
                    <a:pt x="18" y="264"/>
                    <a:pt x="19" y="260"/>
                    <a:pt x="19" y="258"/>
                  </a:cubicBezTo>
                  <a:cubicBezTo>
                    <a:pt x="20" y="255"/>
                    <a:pt x="22" y="250"/>
                    <a:pt x="23" y="248"/>
                  </a:cubicBezTo>
                  <a:cubicBezTo>
                    <a:pt x="24" y="246"/>
                    <a:pt x="25" y="242"/>
                    <a:pt x="26" y="240"/>
                  </a:cubicBezTo>
                  <a:cubicBezTo>
                    <a:pt x="26" y="236"/>
                    <a:pt x="25" y="229"/>
                    <a:pt x="25" y="225"/>
                  </a:cubicBezTo>
                  <a:cubicBezTo>
                    <a:pt x="25" y="223"/>
                    <a:pt x="25" y="220"/>
                    <a:pt x="26" y="218"/>
                  </a:cubicBezTo>
                  <a:cubicBezTo>
                    <a:pt x="26" y="217"/>
                    <a:pt x="28" y="215"/>
                    <a:pt x="29" y="214"/>
                  </a:cubicBezTo>
                  <a:cubicBezTo>
                    <a:pt x="29" y="213"/>
                    <a:pt x="29" y="210"/>
                    <a:pt x="29" y="209"/>
                  </a:cubicBezTo>
                  <a:cubicBezTo>
                    <a:pt x="28" y="209"/>
                    <a:pt x="26" y="208"/>
                    <a:pt x="26" y="208"/>
                  </a:cubicBezTo>
                  <a:cubicBezTo>
                    <a:pt x="25" y="208"/>
                    <a:pt x="23" y="209"/>
                    <a:pt x="22" y="209"/>
                  </a:cubicBezTo>
                  <a:cubicBezTo>
                    <a:pt x="21" y="209"/>
                    <a:pt x="19" y="208"/>
                    <a:pt x="18" y="207"/>
                  </a:cubicBezTo>
                  <a:cubicBezTo>
                    <a:pt x="17" y="206"/>
                    <a:pt x="16" y="205"/>
                    <a:pt x="15" y="204"/>
                  </a:cubicBezTo>
                  <a:cubicBezTo>
                    <a:pt x="15" y="203"/>
                    <a:pt x="16" y="200"/>
                    <a:pt x="15" y="198"/>
                  </a:cubicBezTo>
                  <a:cubicBezTo>
                    <a:pt x="15" y="198"/>
                    <a:pt x="15" y="197"/>
                    <a:pt x="14" y="196"/>
                  </a:cubicBezTo>
                  <a:cubicBezTo>
                    <a:pt x="15" y="195"/>
                    <a:pt x="16" y="194"/>
                    <a:pt x="16" y="194"/>
                  </a:cubicBezTo>
                  <a:cubicBezTo>
                    <a:pt x="18" y="193"/>
                    <a:pt x="23" y="192"/>
                    <a:pt x="26" y="191"/>
                  </a:cubicBezTo>
                  <a:cubicBezTo>
                    <a:pt x="28" y="190"/>
                    <a:pt x="33" y="189"/>
                    <a:pt x="35" y="188"/>
                  </a:cubicBezTo>
                  <a:cubicBezTo>
                    <a:pt x="37" y="187"/>
                    <a:pt x="39" y="184"/>
                    <a:pt x="39" y="183"/>
                  </a:cubicBezTo>
                  <a:cubicBezTo>
                    <a:pt x="40" y="179"/>
                    <a:pt x="39" y="172"/>
                    <a:pt x="39" y="169"/>
                  </a:cubicBezTo>
                  <a:cubicBezTo>
                    <a:pt x="39" y="167"/>
                    <a:pt x="39" y="163"/>
                    <a:pt x="39" y="161"/>
                  </a:cubicBezTo>
                  <a:cubicBezTo>
                    <a:pt x="39" y="158"/>
                    <a:pt x="37" y="153"/>
                    <a:pt x="36" y="150"/>
                  </a:cubicBezTo>
                  <a:cubicBezTo>
                    <a:pt x="35" y="149"/>
                    <a:pt x="34" y="145"/>
                    <a:pt x="34" y="143"/>
                  </a:cubicBezTo>
                  <a:cubicBezTo>
                    <a:pt x="33" y="140"/>
                    <a:pt x="34" y="135"/>
                    <a:pt x="34" y="132"/>
                  </a:cubicBezTo>
                  <a:cubicBezTo>
                    <a:pt x="33" y="130"/>
                    <a:pt x="31" y="126"/>
                    <a:pt x="31" y="124"/>
                  </a:cubicBezTo>
                  <a:cubicBezTo>
                    <a:pt x="30" y="121"/>
                    <a:pt x="30" y="116"/>
                    <a:pt x="30" y="113"/>
                  </a:cubicBezTo>
                  <a:cubicBezTo>
                    <a:pt x="29" y="111"/>
                    <a:pt x="27" y="108"/>
                    <a:pt x="26" y="106"/>
                  </a:cubicBezTo>
                  <a:cubicBezTo>
                    <a:pt x="25" y="105"/>
                    <a:pt x="22" y="103"/>
                    <a:pt x="21" y="101"/>
                  </a:cubicBezTo>
                  <a:cubicBezTo>
                    <a:pt x="19" y="100"/>
                    <a:pt x="16" y="96"/>
                    <a:pt x="15" y="94"/>
                  </a:cubicBezTo>
                  <a:cubicBezTo>
                    <a:pt x="14" y="92"/>
                    <a:pt x="13" y="89"/>
                    <a:pt x="12" y="87"/>
                  </a:cubicBezTo>
                  <a:cubicBezTo>
                    <a:pt x="11" y="84"/>
                    <a:pt x="11" y="77"/>
                    <a:pt x="10" y="73"/>
                  </a:cubicBezTo>
                  <a:cubicBezTo>
                    <a:pt x="10" y="70"/>
                    <a:pt x="8" y="65"/>
                    <a:pt x="7" y="62"/>
                  </a:cubicBezTo>
                  <a:cubicBezTo>
                    <a:pt x="6" y="60"/>
                    <a:pt x="2" y="55"/>
                    <a:pt x="1" y="5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136"/>
            <p:cNvSpPr>
              <a:spLocks/>
            </p:cNvSpPr>
            <p:nvPr/>
          </p:nvSpPr>
          <p:spPr bwMode="auto">
            <a:xfrm>
              <a:off x="1697038" y="3189288"/>
              <a:ext cx="465138" cy="434975"/>
            </a:xfrm>
            <a:custGeom>
              <a:avLst/>
              <a:gdLst/>
              <a:ahLst/>
              <a:cxnLst>
                <a:cxn ang="0">
                  <a:pos x="129" y="8"/>
                </a:cxn>
                <a:cxn ang="0">
                  <a:pos x="153" y="16"/>
                </a:cxn>
                <a:cxn ang="0">
                  <a:pos x="158" y="44"/>
                </a:cxn>
                <a:cxn ang="0">
                  <a:pos x="168" y="62"/>
                </a:cxn>
                <a:cxn ang="0">
                  <a:pos x="174" y="77"/>
                </a:cxn>
                <a:cxn ang="0">
                  <a:pos x="189" y="87"/>
                </a:cxn>
                <a:cxn ang="0">
                  <a:pos x="191" y="115"/>
                </a:cxn>
                <a:cxn ang="0">
                  <a:pos x="221" y="136"/>
                </a:cxn>
                <a:cxn ang="0">
                  <a:pos x="234" y="134"/>
                </a:cxn>
                <a:cxn ang="0">
                  <a:pos x="249" y="167"/>
                </a:cxn>
                <a:cxn ang="0">
                  <a:pos x="264" y="205"/>
                </a:cxn>
                <a:cxn ang="0">
                  <a:pos x="278" y="222"/>
                </a:cxn>
                <a:cxn ang="0">
                  <a:pos x="277" y="241"/>
                </a:cxn>
                <a:cxn ang="0">
                  <a:pos x="297" y="266"/>
                </a:cxn>
                <a:cxn ang="0">
                  <a:pos x="303" y="280"/>
                </a:cxn>
                <a:cxn ang="0">
                  <a:pos x="280" y="284"/>
                </a:cxn>
                <a:cxn ang="0">
                  <a:pos x="258" y="274"/>
                </a:cxn>
                <a:cxn ang="0">
                  <a:pos x="239" y="265"/>
                </a:cxn>
                <a:cxn ang="0">
                  <a:pos x="239" y="249"/>
                </a:cxn>
                <a:cxn ang="0">
                  <a:pos x="221" y="234"/>
                </a:cxn>
                <a:cxn ang="0">
                  <a:pos x="216" y="201"/>
                </a:cxn>
                <a:cxn ang="0">
                  <a:pos x="202" y="183"/>
                </a:cxn>
                <a:cxn ang="0">
                  <a:pos x="182" y="174"/>
                </a:cxn>
                <a:cxn ang="0">
                  <a:pos x="170" y="183"/>
                </a:cxn>
                <a:cxn ang="0">
                  <a:pos x="170" y="201"/>
                </a:cxn>
                <a:cxn ang="0">
                  <a:pos x="160" y="208"/>
                </a:cxn>
                <a:cxn ang="0">
                  <a:pos x="142" y="197"/>
                </a:cxn>
                <a:cxn ang="0">
                  <a:pos x="122" y="197"/>
                </a:cxn>
                <a:cxn ang="0">
                  <a:pos x="113" y="225"/>
                </a:cxn>
                <a:cxn ang="0">
                  <a:pos x="90" y="224"/>
                </a:cxn>
                <a:cxn ang="0">
                  <a:pos x="64" y="191"/>
                </a:cxn>
                <a:cxn ang="0">
                  <a:pos x="43" y="165"/>
                </a:cxn>
                <a:cxn ang="0">
                  <a:pos x="53" y="147"/>
                </a:cxn>
                <a:cxn ang="0">
                  <a:pos x="58" y="129"/>
                </a:cxn>
                <a:cxn ang="0">
                  <a:pos x="54" y="118"/>
                </a:cxn>
                <a:cxn ang="0">
                  <a:pos x="44" y="102"/>
                </a:cxn>
                <a:cxn ang="0">
                  <a:pos x="29" y="90"/>
                </a:cxn>
                <a:cxn ang="0">
                  <a:pos x="11" y="84"/>
                </a:cxn>
                <a:cxn ang="0">
                  <a:pos x="0" y="72"/>
                </a:cxn>
                <a:cxn ang="0">
                  <a:pos x="5" y="44"/>
                </a:cxn>
                <a:cxn ang="0">
                  <a:pos x="8" y="24"/>
                </a:cxn>
                <a:cxn ang="0">
                  <a:pos x="27" y="9"/>
                </a:cxn>
                <a:cxn ang="0">
                  <a:pos x="34" y="2"/>
                </a:cxn>
                <a:cxn ang="0">
                  <a:pos x="59" y="15"/>
                </a:cxn>
                <a:cxn ang="0">
                  <a:pos x="96" y="15"/>
                </a:cxn>
                <a:cxn ang="0">
                  <a:pos x="115" y="11"/>
                </a:cxn>
                <a:cxn ang="0">
                  <a:pos x="121" y="0"/>
                </a:cxn>
              </a:cxnLst>
              <a:rect l="0" t="0" r="r" b="b"/>
              <a:pathLst>
                <a:path w="305" h="284">
                  <a:moveTo>
                    <a:pt x="121" y="0"/>
                  </a:moveTo>
                  <a:cubicBezTo>
                    <a:pt x="122" y="1"/>
                    <a:pt x="124" y="1"/>
                    <a:pt x="125" y="2"/>
                  </a:cubicBezTo>
                  <a:cubicBezTo>
                    <a:pt x="126" y="3"/>
                    <a:pt x="128" y="6"/>
                    <a:pt x="129" y="8"/>
                  </a:cubicBezTo>
                  <a:cubicBezTo>
                    <a:pt x="130" y="9"/>
                    <a:pt x="132" y="10"/>
                    <a:pt x="133" y="11"/>
                  </a:cubicBezTo>
                  <a:cubicBezTo>
                    <a:pt x="135" y="12"/>
                    <a:pt x="140" y="12"/>
                    <a:pt x="143" y="13"/>
                  </a:cubicBezTo>
                  <a:cubicBezTo>
                    <a:pt x="145" y="13"/>
                    <a:pt x="150" y="15"/>
                    <a:pt x="153" y="16"/>
                  </a:cubicBezTo>
                  <a:cubicBezTo>
                    <a:pt x="154" y="18"/>
                    <a:pt x="154" y="20"/>
                    <a:pt x="154" y="20"/>
                  </a:cubicBezTo>
                  <a:cubicBezTo>
                    <a:pt x="155" y="24"/>
                    <a:pt x="155" y="31"/>
                    <a:pt x="155" y="34"/>
                  </a:cubicBezTo>
                  <a:cubicBezTo>
                    <a:pt x="156" y="37"/>
                    <a:pt x="157" y="42"/>
                    <a:pt x="158" y="44"/>
                  </a:cubicBezTo>
                  <a:cubicBezTo>
                    <a:pt x="159" y="47"/>
                    <a:pt x="160" y="51"/>
                    <a:pt x="161" y="54"/>
                  </a:cubicBezTo>
                  <a:cubicBezTo>
                    <a:pt x="161" y="55"/>
                    <a:pt x="162" y="57"/>
                    <a:pt x="163" y="58"/>
                  </a:cubicBezTo>
                  <a:cubicBezTo>
                    <a:pt x="164" y="60"/>
                    <a:pt x="167" y="61"/>
                    <a:pt x="168" y="62"/>
                  </a:cubicBezTo>
                  <a:cubicBezTo>
                    <a:pt x="169" y="63"/>
                    <a:pt x="173" y="62"/>
                    <a:pt x="174" y="64"/>
                  </a:cubicBezTo>
                  <a:cubicBezTo>
                    <a:pt x="175" y="65"/>
                    <a:pt x="174" y="68"/>
                    <a:pt x="174" y="70"/>
                  </a:cubicBezTo>
                  <a:cubicBezTo>
                    <a:pt x="174" y="72"/>
                    <a:pt x="173" y="75"/>
                    <a:pt x="174" y="77"/>
                  </a:cubicBezTo>
                  <a:cubicBezTo>
                    <a:pt x="174" y="78"/>
                    <a:pt x="175" y="81"/>
                    <a:pt x="177" y="82"/>
                  </a:cubicBezTo>
                  <a:cubicBezTo>
                    <a:pt x="178" y="84"/>
                    <a:pt x="182" y="84"/>
                    <a:pt x="184" y="85"/>
                  </a:cubicBezTo>
                  <a:cubicBezTo>
                    <a:pt x="185" y="85"/>
                    <a:pt x="189" y="86"/>
                    <a:pt x="189" y="87"/>
                  </a:cubicBezTo>
                  <a:cubicBezTo>
                    <a:pt x="190" y="89"/>
                    <a:pt x="190" y="93"/>
                    <a:pt x="190" y="95"/>
                  </a:cubicBezTo>
                  <a:cubicBezTo>
                    <a:pt x="190" y="97"/>
                    <a:pt x="188" y="100"/>
                    <a:pt x="188" y="102"/>
                  </a:cubicBezTo>
                  <a:cubicBezTo>
                    <a:pt x="188" y="106"/>
                    <a:pt x="190" y="112"/>
                    <a:pt x="191" y="115"/>
                  </a:cubicBezTo>
                  <a:cubicBezTo>
                    <a:pt x="192" y="118"/>
                    <a:pt x="194" y="124"/>
                    <a:pt x="196" y="127"/>
                  </a:cubicBezTo>
                  <a:cubicBezTo>
                    <a:pt x="198" y="130"/>
                    <a:pt x="202" y="135"/>
                    <a:pt x="205" y="136"/>
                  </a:cubicBezTo>
                  <a:cubicBezTo>
                    <a:pt x="209" y="138"/>
                    <a:pt x="217" y="137"/>
                    <a:pt x="221" y="136"/>
                  </a:cubicBezTo>
                  <a:cubicBezTo>
                    <a:pt x="224" y="135"/>
                    <a:pt x="228" y="132"/>
                    <a:pt x="230" y="130"/>
                  </a:cubicBezTo>
                  <a:cubicBezTo>
                    <a:pt x="230" y="130"/>
                    <a:pt x="231" y="130"/>
                    <a:pt x="231" y="129"/>
                  </a:cubicBezTo>
                  <a:cubicBezTo>
                    <a:pt x="232" y="131"/>
                    <a:pt x="233" y="133"/>
                    <a:pt x="234" y="134"/>
                  </a:cubicBezTo>
                  <a:cubicBezTo>
                    <a:pt x="236" y="137"/>
                    <a:pt x="239" y="141"/>
                    <a:pt x="240" y="143"/>
                  </a:cubicBezTo>
                  <a:cubicBezTo>
                    <a:pt x="241" y="146"/>
                    <a:pt x="243" y="153"/>
                    <a:pt x="244" y="156"/>
                  </a:cubicBezTo>
                  <a:cubicBezTo>
                    <a:pt x="245" y="159"/>
                    <a:pt x="248" y="164"/>
                    <a:pt x="249" y="167"/>
                  </a:cubicBezTo>
                  <a:cubicBezTo>
                    <a:pt x="250" y="169"/>
                    <a:pt x="251" y="174"/>
                    <a:pt x="251" y="176"/>
                  </a:cubicBezTo>
                  <a:cubicBezTo>
                    <a:pt x="253" y="181"/>
                    <a:pt x="259" y="192"/>
                    <a:pt x="261" y="197"/>
                  </a:cubicBezTo>
                  <a:cubicBezTo>
                    <a:pt x="262" y="199"/>
                    <a:pt x="263" y="203"/>
                    <a:pt x="264" y="205"/>
                  </a:cubicBezTo>
                  <a:cubicBezTo>
                    <a:pt x="266" y="207"/>
                    <a:pt x="268" y="212"/>
                    <a:pt x="270" y="213"/>
                  </a:cubicBezTo>
                  <a:cubicBezTo>
                    <a:pt x="271" y="215"/>
                    <a:pt x="274" y="216"/>
                    <a:pt x="276" y="218"/>
                  </a:cubicBezTo>
                  <a:cubicBezTo>
                    <a:pt x="276" y="219"/>
                    <a:pt x="278" y="221"/>
                    <a:pt x="278" y="222"/>
                  </a:cubicBezTo>
                  <a:cubicBezTo>
                    <a:pt x="278" y="223"/>
                    <a:pt x="276" y="225"/>
                    <a:pt x="276" y="226"/>
                  </a:cubicBezTo>
                  <a:cubicBezTo>
                    <a:pt x="275" y="228"/>
                    <a:pt x="274" y="232"/>
                    <a:pt x="275" y="234"/>
                  </a:cubicBezTo>
                  <a:cubicBezTo>
                    <a:pt x="275" y="236"/>
                    <a:pt x="276" y="239"/>
                    <a:pt x="277" y="241"/>
                  </a:cubicBezTo>
                  <a:cubicBezTo>
                    <a:pt x="278" y="243"/>
                    <a:pt x="282" y="247"/>
                    <a:pt x="283" y="249"/>
                  </a:cubicBezTo>
                  <a:cubicBezTo>
                    <a:pt x="285" y="251"/>
                    <a:pt x="288" y="256"/>
                    <a:pt x="290" y="258"/>
                  </a:cubicBezTo>
                  <a:cubicBezTo>
                    <a:pt x="291" y="260"/>
                    <a:pt x="295" y="264"/>
                    <a:pt x="297" y="266"/>
                  </a:cubicBezTo>
                  <a:cubicBezTo>
                    <a:pt x="299" y="268"/>
                    <a:pt x="304" y="270"/>
                    <a:pt x="304" y="272"/>
                  </a:cubicBezTo>
                  <a:cubicBezTo>
                    <a:pt x="305" y="274"/>
                    <a:pt x="303" y="278"/>
                    <a:pt x="303" y="279"/>
                  </a:cubicBezTo>
                  <a:cubicBezTo>
                    <a:pt x="303" y="280"/>
                    <a:pt x="303" y="280"/>
                    <a:pt x="303" y="280"/>
                  </a:cubicBezTo>
                  <a:cubicBezTo>
                    <a:pt x="301" y="280"/>
                    <a:pt x="299" y="280"/>
                    <a:pt x="299" y="280"/>
                  </a:cubicBezTo>
                  <a:cubicBezTo>
                    <a:pt x="296" y="281"/>
                    <a:pt x="292" y="282"/>
                    <a:pt x="290" y="283"/>
                  </a:cubicBezTo>
                  <a:cubicBezTo>
                    <a:pt x="287" y="283"/>
                    <a:pt x="283" y="284"/>
                    <a:pt x="280" y="284"/>
                  </a:cubicBezTo>
                  <a:cubicBezTo>
                    <a:pt x="278" y="283"/>
                    <a:pt x="275" y="283"/>
                    <a:pt x="273" y="282"/>
                  </a:cubicBezTo>
                  <a:cubicBezTo>
                    <a:pt x="272" y="281"/>
                    <a:pt x="269" y="279"/>
                    <a:pt x="267" y="278"/>
                  </a:cubicBezTo>
                  <a:cubicBezTo>
                    <a:pt x="265" y="277"/>
                    <a:pt x="261" y="275"/>
                    <a:pt x="258" y="274"/>
                  </a:cubicBezTo>
                  <a:cubicBezTo>
                    <a:pt x="256" y="274"/>
                    <a:pt x="251" y="277"/>
                    <a:pt x="249" y="277"/>
                  </a:cubicBezTo>
                  <a:cubicBezTo>
                    <a:pt x="247" y="276"/>
                    <a:pt x="243" y="274"/>
                    <a:pt x="242" y="272"/>
                  </a:cubicBezTo>
                  <a:cubicBezTo>
                    <a:pt x="241" y="271"/>
                    <a:pt x="239" y="267"/>
                    <a:pt x="239" y="265"/>
                  </a:cubicBezTo>
                  <a:cubicBezTo>
                    <a:pt x="239" y="264"/>
                    <a:pt x="241" y="261"/>
                    <a:pt x="241" y="260"/>
                  </a:cubicBezTo>
                  <a:cubicBezTo>
                    <a:pt x="241" y="258"/>
                    <a:pt x="241" y="255"/>
                    <a:pt x="241" y="254"/>
                  </a:cubicBezTo>
                  <a:cubicBezTo>
                    <a:pt x="240" y="253"/>
                    <a:pt x="239" y="250"/>
                    <a:pt x="239" y="249"/>
                  </a:cubicBezTo>
                  <a:cubicBezTo>
                    <a:pt x="237" y="248"/>
                    <a:pt x="234" y="245"/>
                    <a:pt x="233" y="244"/>
                  </a:cubicBezTo>
                  <a:cubicBezTo>
                    <a:pt x="231" y="243"/>
                    <a:pt x="228" y="242"/>
                    <a:pt x="227" y="240"/>
                  </a:cubicBezTo>
                  <a:cubicBezTo>
                    <a:pt x="225" y="239"/>
                    <a:pt x="222" y="236"/>
                    <a:pt x="221" y="234"/>
                  </a:cubicBezTo>
                  <a:cubicBezTo>
                    <a:pt x="219" y="232"/>
                    <a:pt x="216" y="227"/>
                    <a:pt x="216" y="225"/>
                  </a:cubicBezTo>
                  <a:cubicBezTo>
                    <a:pt x="215" y="221"/>
                    <a:pt x="216" y="214"/>
                    <a:pt x="216" y="211"/>
                  </a:cubicBezTo>
                  <a:cubicBezTo>
                    <a:pt x="216" y="209"/>
                    <a:pt x="216" y="204"/>
                    <a:pt x="216" y="201"/>
                  </a:cubicBezTo>
                  <a:cubicBezTo>
                    <a:pt x="215" y="199"/>
                    <a:pt x="215" y="195"/>
                    <a:pt x="214" y="194"/>
                  </a:cubicBezTo>
                  <a:cubicBezTo>
                    <a:pt x="213" y="192"/>
                    <a:pt x="210" y="188"/>
                    <a:pt x="208" y="186"/>
                  </a:cubicBezTo>
                  <a:cubicBezTo>
                    <a:pt x="207" y="185"/>
                    <a:pt x="204" y="184"/>
                    <a:pt x="202" y="183"/>
                  </a:cubicBezTo>
                  <a:cubicBezTo>
                    <a:pt x="200" y="183"/>
                    <a:pt x="197" y="182"/>
                    <a:pt x="196" y="182"/>
                  </a:cubicBezTo>
                  <a:cubicBezTo>
                    <a:pt x="194" y="181"/>
                    <a:pt x="190" y="180"/>
                    <a:pt x="188" y="179"/>
                  </a:cubicBezTo>
                  <a:cubicBezTo>
                    <a:pt x="187" y="178"/>
                    <a:pt x="184" y="175"/>
                    <a:pt x="182" y="174"/>
                  </a:cubicBezTo>
                  <a:cubicBezTo>
                    <a:pt x="181" y="174"/>
                    <a:pt x="177" y="173"/>
                    <a:pt x="176" y="173"/>
                  </a:cubicBezTo>
                  <a:cubicBezTo>
                    <a:pt x="174" y="174"/>
                    <a:pt x="172" y="176"/>
                    <a:pt x="172" y="177"/>
                  </a:cubicBezTo>
                  <a:cubicBezTo>
                    <a:pt x="171" y="179"/>
                    <a:pt x="171" y="182"/>
                    <a:pt x="170" y="183"/>
                  </a:cubicBezTo>
                  <a:cubicBezTo>
                    <a:pt x="170" y="184"/>
                    <a:pt x="168" y="186"/>
                    <a:pt x="168" y="188"/>
                  </a:cubicBezTo>
                  <a:cubicBezTo>
                    <a:pt x="168" y="190"/>
                    <a:pt x="168" y="193"/>
                    <a:pt x="168" y="195"/>
                  </a:cubicBezTo>
                  <a:cubicBezTo>
                    <a:pt x="169" y="197"/>
                    <a:pt x="171" y="200"/>
                    <a:pt x="170" y="201"/>
                  </a:cubicBezTo>
                  <a:cubicBezTo>
                    <a:pt x="170" y="202"/>
                    <a:pt x="167" y="203"/>
                    <a:pt x="167" y="204"/>
                  </a:cubicBezTo>
                  <a:cubicBezTo>
                    <a:pt x="166" y="205"/>
                    <a:pt x="166" y="207"/>
                    <a:pt x="165" y="207"/>
                  </a:cubicBezTo>
                  <a:cubicBezTo>
                    <a:pt x="164" y="208"/>
                    <a:pt x="162" y="208"/>
                    <a:pt x="160" y="208"/>
                  </a:cubicBezTo>
                  <a:cubicBezTo>
                    <a:pt x="159" y="207"/>
                    <a:pt x="157" y="207"/>
                    <a:pt x="155" y="207"/>
                  </a:cubicBezTo>
                  <a:cubicBezTo>
                    <a:pt x="153" y="206"/>
                    <a:pt x="149" y="203"/>
                    <a:pt x="147" y="202"/>
                  </a:cubicBezTo>
                  <a:cubicBezTo>
                    <a:pt x="146" y="201"/>
                    <a:pt x="144" y="197"/>
                    <a:pt x="142" y="197"/>
                  </a:cubicBezTo>
                  <a:cubicBezTo>
                    <a:pt x="140" y="196"/>
                    <a:pt x="136" y="196"/>
                    <a:pt x="134" y="196"/>
                  </a:cubicBezTo>
                  <a:cubicBezTo>
                    <a:pt x="133" y="196"/>
                    <a:pt x="129" y="196"/>
                    <a:pt x="127" y="196"/>
                  </a:cubicBezTo>
                  <a:cubicBezTo>
                    <a:pt x="126" y="196"/>
                    <a:pt x="123" y="197"/>
                    <a:pt x="122" y="197"/>
                  </a:cubicBezTo>
                  <a:cubicBezTo>
                    <a:pt x="120" y="198"/>
                    <a:pt x="116" y="200"/>
                    <a:pt x="115" y="201"/>
                  </a:cubicBezTo>
                  <a:cubicBezTo>
                    <a:pt x="113" y="204"/>
                    <a:pt x="113" y="210"/>
                    <a:pt x="113" y="212"/>
                  </a:cubicBezTo>
                  <a:cubicBezTo>
                    <a:pt x="113" y="216"/>
                    <a:pt x="112" y="222"/>
                    <a:pt x="113" y="225"/>
                  </a:cubicBezTo>
                  <a:cubicBezTo>
                    <a:pt x="113" y="225"/>
                    <a:pt x="113" y="225"/>
                    <a:pt x="113" y="226"/>
                  </a:cubicBezTo>
                  <a:cubicBezTo>
                    <a:pt x="111" y="226"/>
                    <a:pt x="107" y="227"/>
                    <a:pt x="106" y="226"/>
                  </a:cubicBezTo>
                  <a:cubicBezTo>
                    <a:pt x="102" y="226"/>
                    <a:pt x="94" y="225"/>
                    <a:pt x="90" y="224"/>
                  </a:cubicBezTo>
                  <a:cubicBezTo>
                    <a:pt x="87" y="222"/>
                    <a:pt x="83" y="216"/>
                    <a:pt x="81" y="214"/>
                  </a:cubicBezTo>
                  <a:cubicBezTo>
                    <a:pt x="78" y="211"/>
                    <a:pt x="75" y="204"/>
                    <a:pt x="73" y="201"/>
                  </a:cubicBezTo>
                  <a:cubicBezTo>
                    <a:pt x="71" y="198"/>
                    <a:pt x="66" y="193"/>
                    <a:pt x="64" y="191"/>
                  </a:cubicBezTo>
                  <a:cubicBezTo>
                    <a:pt x="62" y="188"/>
                    <a:pt x="59" y="182"/>
                    <a:pt x="57" y="180"/>
                  </a:cubicBezTo>
                  <a:cubicBezTo>
                    <a:pt x="55" y="177"/>
                    <a:pt x="50" y="173"/>
                    <a:pt x="48" y="171"/>
                  </a:cubicBezTo>
                  <a:cubicBezTo>
                    <a:pt x="47" y="170"/>
                    <a:pt x="44" y="167"/>
                    <a:pt x="43" y="165"/>
                  </a:cubicBezTo>
                  <a:cubicBezTo>
                    <a:pt x="43" y="163"/>
                    <a:pt x="44" y="159"/>
                    <a:pt x="44" y="157"/>
                  </a:cubicBezTo>
                  <a:cubicBezTo>
                    <a:pt x="45" y="155"/>
                    <a:pt x="46" y="153"/>
                    <a:pt x="47" y="152"/>
                  </a:cubicBezTo>
                  <a:cubicBezTo>
                    <a:pt x="49" y="150"/>
                    <a:pt x="52" y="148"/>
                    <a:pt x="53" y="147"/>
                  </a:cubicBezTo>
                  <a:cubicBezTo>
                    <a:pt x="55" y="145"/>
                    <a:pt x="57" y="141"/>
                    <a:pt x="57" y="139"/>
                  </a:cubicBezTo>
                  <a:cubicBezTo>
                    <a:pt x="57" y="138"/>
                    <a:pt x="58" y="136"/>
                    <a:pt x="57" y="134"/>
                  </a:cubicBezTo>
                  <a:cubicBezTo>
                    <a:pt x="57" y="134"/>
                    <a:pt x="58" y="131"/>
                    <a:pt x="58" y="129"/>
                  </a:cubicBezTo>
                  <a:cubicBezTo>
                    <a:pt x="58" y="128"/>
                    <a:pt x="59" y="126"/>
                    <a:pt x="58" y="125"/>
                  </a:cubicBezTo>
                  <a:cubicBezTo>
                    <a:pt x="58" y="124"/>
                    <a:pt x="56" y="123"/>
                    <a:pt x="56" y="122"/>
                  </a:cubicBezTo>
                  <a:cubicBezTo>
                    <a:pt x="55" y="121"/>
                    <a:pt x="55" y="119"/>
                    <a:pt x="54" y="118"/>
                  </a:cubicBezTo>
                  <a:cubicBezTo>
                    <a:pt x="54" y="116"/>
                    <a:pt x="52" y="113"/>
                    <a:pt x="51" y="111"/>
                  </a:cubicBezTo>
                  <a:cubicBezTo>
                    <a:pt x="51" y="110"/>
                    <a:pt x="49" y="109"/>
                    <a:pt x="48" y="108"/>
                  </a:cubicBezTo>
                  <a:cubicBezTo>
                    <a:pt x="47" y="106"/>
                    <a:pt x="45" y="104"/>
                    <a:pt x="44" y="102"/>
                  </a:cubicBezTo>
                  <a:cubicBezTo>
                    <a:pt x="43" y="100"/>
                    <a:pt x="42" y="96"/>
                    <a:pt x="40" y="94"/>
                  </a:cubicBezTo>
                  <a:cubicBezTo>
                    <a:pt x="39" y="93"/>
                    <a:pt x="36" y="92"/>
                    <a:pt x="34" y="91"/>
                  </a:cubicBezTo>
                  <a:cubicBezTo>
                    <a:pt x="33" y="91"/>
                    <a:pt x="30" y="90"/>
                    <a:pt x="29" y="90"/>
                  </a:cubicBezTo>
                  <a:cubicBezTo>
                    <a:pt x="28" y="90"/>
                    <a:pt x="25" y="91"/>
                    <a:pt x="23" y="91"/>
                  </a:cubicBezTo>
                  <a:cubicBezTo>
                    <a:pt x="22" y="91"/>
                    <a:pt x="19" y="90"/>
                    <a:pt x="18" y="89"/>
                  </a:cubicBezTo>
                  <a:cubicBezTo>
                    <a:pt x="16" y="88"/>
                    <a:pt x="13" y="85"/>
                    <a:pt x="11" y="84"/>
                  </a:cubicBezTo>
                  <a:cubicBezTo>
                    <a:pt x="10" y="84"/>
                    <a:pt x="8" y="84"/>
                    <a:pt x="7" y="83"/>
                  </a:cubicBezTo>
                  <a:cubicBezTo>
                    <a:pt x="5" y="83"/>
                    <a:pt x="3" y="82"/>
                    <a:pt x="2" y="81"/>
                  </a:cubicBezTo>
                  <a:cubicBezTo>
                    <a:pt x="1" y="79"/>
                    <a:pt x="1" y="75"/>
                    <a:pt x="0" y="72"/>
                  </a:cubicBezTo>
                  <a:cubicBezTo>
                    <a:pt x="0" y="70"/>
                    <a:pt x="1" y="65"/>
                    <a:pt x="1" y="62"/>
                  </a:cubicBezTo>
                  <a:cubicBezTo>
                    <a:pt x="2" y="60"/>
                    <a:pt x="2" y="54"/>
                    <a:pt x="3" y="52"/>
                  </a:cubicBezTo>
                  <a:cubicBezTo>
                    <a:pt x="3" y="50"/>
                    <a:pt x="5" y="46"/>
                    <a:pt x="5" y="44"/>
                  </a:cubicBezTo>
                  <a:cubicBezTo>
                    <a:pt x="5" y="42"/>
                    <a:pt x="5" y="39"/>
                    <a:pt x="5" y="37"/>
                  </a:cubicBezTo>
                  <a:cubicBezTo>
                    <a:pt x="5" y="35"/>
                    <a:pt x="5" y="31"/>
                    <a:pt x="5" y="29"/>
                  </a:cubicBezTo>
                  <a:cubicBezTo>
                    <a:pt x="6" y="28"/>
                    <a:pt x="7" y="25"/>
                    <a:pt x="8" y="24"/>
                  </a:cubicBezTo>
                  <a:cubicBezTo>
                    <a:pt x="10" y="22"/>
                    <a:pt x="12" y="19"/>
                    <a:pt x="14" y="18"/>
                  </a:cubicBezTo>
                  <a:cubicBezTo>
                    <a:pt x="15" y="16"/>
                    <a:pt x="19" y="13"/>
                    <a:pt x="20" y="12"/>
                  </a:cubicBezTo>
                  <a:cubicBezTo>
                    <a:pt x="22" y="11"/>
                    <a:pt x="25" y="10"/>
                    <a:pt x="27" y="9"/>
                  </a:cubicBezTo>
                  <a:cubicBezTo>
                    <a:pt x="28" y="9"/>
                    <a:pt x="31" y="7"/>
                    <a:pt x="32" y="6"/>
                  </a:cubicBezTo>
                  <a:cubicBezTo>
                    <a:pt x="33" y="5"/>
                    <a:pt x="33" y="3"/>
                    <a:pt x="34" y="3"/>
                  </a:cubicBezTo>
                  <a:cubicBezTo>
                    <a:pt x="34" y="2"/>
                    <a:pt x="34" y="2"/>
                    <a:pt x="34" y="2"/>
                  </a:cubicBezTo>
                  <a:cubicBezTo>
                    <a:pt x="35" y="3"/>
                    <a:pt x="36" y="5"/>
                    <a:pt x="37" y="6"/>
                  </a:cubicBezTo>
                  <a:cubicBezTo>
                    <a:pt x="39" y="7"/>
                    <a:pt x="43" y="9"/>
                    <a:pt x="45" y="10"/>
                  </a:cubicBezTo>
                  <a:cubicBezTo>
                    <a:pt x="48" y="11"/>
                    <a:pt x="56" y="14"/>
                    <a:pt x="59" y="15"/>
                  </a:cubicBezTo>
                  <a:cubicBezTo>
                    <a:pt x="63" y="15"/>
                    <a:pt x="70" y="16"/>
                    <a:pt x="74" y="17"/>
                  </a:cubicBezTo>
                  <a:cubicBezTo>
                    <a:pt x="77" y="17"/>
                    <a:pt x="83" y="15"/>
                    <a:pt x="86" y="15"/>
                  </a:cubicBezTo>
                  <a:cubicBezTo>
                    <a:pt x="88" y="15"/>
                    <a:pt x="94" y="15"/>
                    <a:pt x="96" y="15"/>
                  </a:cubicBezTo>
                  <a:cubicBezTo>
                    <a:pt x="98" y="16"/>
                    <a:pt x="102" y="17"/>
                    <a:pt x="104" y="17"/>
                  </a:cubicBezTo>
                  <a:cubicBezTo>
                    <a:pt x="106" y="18"/>
                    <a:pt x="110" y="18"/>
                    <a:pt x="112" y="17"/>
                  </a:cubicBezTo>
                  <a:cubicBezTo>
                    <a:pt x="113" y="16"/>
                    <a:pt x="115" y="13"/>
                    <a:pt x="115" y="11"/>
                  </a:cubicBezTo>
                  <a:cubicBezTo>
                    <a:pt x="116" y="10"/>
                    <a:pt x="115" y="7"/>
                    <a:pt x="115" y="6"/>
                  </a:cubicBezTo>
                  <a:cubicBezTo>
                    <a:pt x="116" y="4"/>
                    <a:pt x="117" y="1"/>
                    <a:pt x="118" y="0"/>
                  </a:cubicBezTo>
                  <a:cubicBezTo>
                    <a:pt x="119" y="0"/>
                    <a:pt x="120" y="0"/>
                    <a:pt x="121" y="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137"/>
            <p:cNvSpPr>
              <a:spLocks/>
            </p:cNvSpPr>
            <p:nvPr/>
          </p:nvSpPr>
          <p:spPr bwMode="auto">
            <a:xfrm>
              <a:off x="1846263" y="1841500"/>
              <a:ext cx="209550" cy="296863"/>
            </a:xfrm>
            <a:custGeom>
              <a:avLst/>
              <a:gdLst/>
              <a:ahLst/>
              <a:cxnLst>
                <a:cxn ang="0">
                  <a:pos x="31" y="64"/>
                </a:cxn>
                <a:cxn ang="0">
                  <a:pos x="45" y="48"/>
                </a:cxn>
                <a:cxn ang="0">
                  <a:pos x="60" y="41"/>
                </a:cxn>
                <a:cxn ang="0">
                  <a:pos x="77" y="29"/>
                </a:cxn>
                <a:cxn ang="0">
                  <a:pos x="85" y="11"/>
                </a:cxn>
                <a:cxn ang="0">
                  <a:pos x="105" y="0"/>
                </a:cxn>
                <a:cxn ang="0">
                  <a:pos x="118" y="5"/>
                </a:cxn>
                <a:cxn ang="0">
                  <a:pos x="115" y="7"/>
                </a:cxn>
                <a:cxn ang="0">
                  <a:pos x="109" y="13"/>
                </a:cxn>
                <a:cxn ang="0">
                  <a:pos x="118" y="23"/>
                </a:cxn>
                <a:cxn ang="0">
                  <a:pos x="125" y="55"/>
                </a:cxn>
                <a:cxn ang="0">
                  <a:pos x="116" y="64"/>
                </a:cxn>
                <a:cxn ang="0">
                  <a:pos x="106" y="82"/>
                </a:cxn>
                <a:cxn ang="0">
                  <a:pos x="102" y="100"/>
                </a:cxn>
                <a:cxn ang="0">
                  <a:pos x="105" y="115"/>
                </a:cxn>
                <a:cxn ang="0">
                  <a:pos x="104" y="133"/>
                </a:cxn>
                <a:cxn ang="0">
                  <a:pos x="113" y="160"/>
                </a:cxn>
                <a:cxn ang="0">
                  <a:pos x="124" y="173"/>
                </a:cxn>
                <a:cxn ang="0">
                  <a:pos x="136" y="180"/>
                </a:cxn>
                <a:cxn ang="0">
                  <a:pos x="136" y="194"/>
                </a:cxn>
                <a:cxn ang="0">
                  <a:pos x="111" y="187"/>
                </a:cxn>
                <a:cxn ang="0">
                  <a:pos x="88" y="161"/>
                </a:cxn>
                <a:cxn ang="0">
                  <a:pos x="71" y="147"/>
                </a:cxn>
                <a:cxn ang="0">
                  <a:pos x="67" y="128"/>
                </a:cxn>
                <a:cxn ang="0">
                  <a:pos x="54" y="116"/>
                </a:cxn>
                <a:cxn ang="0">
                  <a:pos x="46" y="125"/>
                </a:cxn>
                <a:cxn ang="0">
                  <a:pos x="34" y="130"/>
                </a:cxn>
                <a:cxn ang="0">
                  <a:pos x="32" y="116"/>
                </a:cxn>
                <a:cxn ang="0">
                  <a:pos x="25" y="107"/>
                </a:cxn>
                <a:cxn ang="0">
                  <a:pos x="5" y="108"/>
                </a:cxn>
                <a:cxn ang="0">
                  <a:pos x="3" y="102"/>
                </a:cxn>
                <a:cxn ang="0">
                  <a:pos x="25" y="70"/>
                </a:cxn>
              </a:cxnLst>
              <a:rect l="0" t="0" r="r" b="b"/>
              <a:pathLst>
                <a:path w="137" h="194">
                  <a:moveTo>
                    <a:pt x="25" y="70"/>
                  </a:moveTo>
                  <a:cubicBezTo>
                    <a:pt x="27" y="68"/>
                    <a:pt x="29" y="66"/>
                    <a:pt x="31" y="64"/>
                  </a:cubicBezTo>
                  <a:cubicBezTo>
                    <a:pt x="32" y="61"/>
                    <a:pt x="35" y="55"/>
                    <a:pt x="37" y="53"/>
                  </a:cubicBezTo>
                  <a:cubicBezTo>
                    <a:pt x="39" y="51"/>
                    <a:pt x="43" y="49"/>
                    <a:pt x="45" y="48"/>
                  </a:cubicBezTo>
                  <a:cubicBezTo>
                    <a:pt x="47" y="47"/>
                    <a:pt x="51" y="44"/>
                    <a:pt x="53" y="43"/>
                  </a:cubicBezTo>
                  <a:cubicBezTo>
                    <a:pt x="55" y="42"/>
                    <a:pt x="58" y="41"/>
                    <a:pt x="60" y="41"/>
                  </a:cubicBezTo>
                  <a:cubicBezTo>
                    <a:pt x="62" y="40"/>
                    <a:pt x="67" y="38"/>
                    <a:pt x="69" y="36"/>
                  </a:cubicBezTo>
                  <a:cubicBezTo>
                    <a:pt x="71" y="35"/>
                    <a:pt x="75" y="31"/>
                    <a:pt x="77" y="29"/>
                  </a:cubicBezTo>
                  <a:cubicBezTo>
                    <a:pt x="78" y="26"/>
                    <a:pt x="80" y="21"/>
                    <a:pt x="81" y="18"/>
                  </a:cubicBezTo>
                  <a:cubicBezTo>
                    <a:pt x="82" y="16"/>
                    <a:pt x="84" y="13"/>
                    <a:pt x="85" y="11"/>
                  </a:cubicBezTo>
                  <a:cubicBezTo>
                    <a:pt x="88" y="8"/>
                    <a:pt x="95" y="4"/>
                    <a:pt x="98" y="2"/>
                  </a:cubicBezTo>
                  <a:cubicBezTo>
                    <a:pt x="100" y="1"/>
                    <a:pt x="103" y="0"/>
                    <a:pt x="105" y="0"/>
                  </a:cubicBezTo>
                  <a:cubicBezTo>
                    <a:pt x="107" y="0"/>
                    <a:pt x="111" y="1"/>
                    <a:pt x="112" y="1"/>
                  </a:cubicBezTo>
                  <a:cubicBezTo>
                    <a:pt x="114" y="2"/>
                    <a:pt x="117" y="4"/>
                    <a:pt x="118" y="5"/>
                  </a:cubicBezTo>
                  <a:cubicBezTo>
                    <a:pt x="119" y="6"/>
                    <a:pt x="119" y="8"/>
                    <a:pt x="120" y="9"/>
                  </a:cubicBezTo>
                  <a:cubicBezTo>
                    <a:pt x="118" y="8"/>
                    <a:pt x="116" y="7"/>
                    <a:pt x="115" y="7"/>
                  </a:cubicBezTo>
                  <a:cubicBezTo>
                    <a:pt x="113" y="7"/>
                    <a:pt x="109" y="7"/>
                    <a:pt x="108" y="9"/>
                  </a:cubicBezTo>
                  <a:cubicBezTo>
                    <a:pt x="107" y="10"/>
                    <a:pt x="108" y="12"/>
                    <a:pt x="109" y="13"/>
                  </a:cubicBezTo>
                  <a:cubicBezTo>
                    <a:pt x="110" y="14"/>
                    <a:pt x="113" y="14"/>
                    <a:pt x="115" y="16"/>
                  </a:cubicBezTo>
                  <a:cubicBezTo>
                    <a:pt x="116" y="17"/>
                    <a:pt x="118" y="21"/>
                    <a:pt x="118" y="23"/>
                  </a:cubicBezTo>
                  <a:cubicBezTo>
                    <a:pt x="120" y="28"/>
                    <a:pt x="123" y="38"/>
                    <a:pt x="124" y="44"/>
                  </a:cubicBezTo>
                  <a:cubicBezTo>
                    <a:pt x="125" y="46"/>
                    <a:pt x="125" y="52"/>
                    <a:pt x="125" y="55"/>
                  </a:cubicBezTo>
                  <a:cubicBezTo>
                    <a:pt x="125" y="56"/>
                    <a:pt x="123" y="60"/>
                    <a:pt x="122" y="61"/>
                  </a:cubicBezTo>
                  <a:cubicBezTo>
                    <a:pt x="121" y="62"/>
                    <a:pt x="118" y="63"/>
                    <a:pt x="116" y="64"/>
                  </a:cubicBezTo>
                  <a:cubicBezTo>
                    <a:pt x="114" y="66"/>
                    <a:pt x="110" y="71"/>
                    <a:pt x="109" y="74"/>
                  </a:cubicBezTo>
                  <a:cubicBezTo>
                    <a:pt x="108" y="76"/>
                    <a:pt x="107" y="80"/>
                    <a:pt x="106" y="82"/>
                  </a:cubicBezTo>
                  <a:cubicBezTo>
                    <a:pt x="105" y="84"/>
                    <a:pt x="102" y="88"/>
                    <a:pt x="102" y="89"/>
                  </a:cubicBezTo>
                  <a:cubicBezTo>
                    <a:pt x="101" y="92"/>
                    <a:pt x="101" y="97"/>
                    <a:pt x="102" y="100"/>
                  </a:cubicBezTo>
                  <a:cubicBezTo>
                    <a:pt x="102" y="102"/>
                    <a:pt x="105" y="105"/>
                    <a:pt x="106" y="107"/>
                  </a:cubicBezTo>
                  <a:cubicBezTo>
                    <a:pt x="106" y="109"/>
                    <a:pt x="105" y="113"/>
                    <a:pt x="105" y="115"/>
                  </a:cubicBezTo>
                  <a:cubicBezTo>
                    <a:pt x="105" y="118"/>
                    <a:pt x="103" y="123"/>
                    <a:pt x="103" y="125"/>
                  </a:cubicBezTo>
                  <a:cubicBezTo>
                    <a:pt x="103" y="127"/>
                    <a:pt x="104" y="131"/>
                    <a:pt x="104" y="133"/>
                  </a:cubicBezTo>
                  <a:cubicBezTo>
                    <a:pt x="105" y="136"/>
                    <a:pt x="106" y="142"/>
                    <a:pt x="107" y="144"/>
                  </a:cubicBezTo>
                  <a:cubicBezTo>
                    <a:pt x="108" y="149"/>
                    <a:pt x="111" y="156"/>
                    <a:pt x="113" y="160"/>
                  </a:cubicBezTo>
                  <a:cubicBezTo>
                    <a:pt x="114" y="163"/>
                    <a:pt x="117" y="167"/>
                    <a:pt x="119" y="169"/>
                  </a:cubicBezTo>
                  <a:cubicBezTo>
                    <a:pt x="120" y="170"/>
                    <a:pt x="122" y="172"/>
                    <a:pt x="124" y="173"/>
                  </a:cubicBezTo>
                  <a:cubicBezTo>
                    <a:pt x="125" y="174"/>
                    <a:pt x="129" y="175"/>
                    <a:pt x="131" y="176"/>
                  </a:cubicBezTo>
                  <a:cubicBezTo>
                    <a:pt x="132" y="177"/>
                    <a:pt x="135" y="179"/>
                    <a:pt x="136" y="180"/>
                  </a:cubicBezTo>
                  <a:cubicBezTo>
                    <a:pt x="137" y="181"/>
                    <a:pt x="137" y="184"/>
                    <a:pt x="137" y="185"/>
                  </a:cubicBezTo>
                  <a:cubicBezTo>
                    <a:pt x="137" y="187"/>
                    <a:pt x="136" y="191"/>
                    <a:pt x="136" y="194"/>
                  </a:cubicBezTo>
                  <a:cubicBezTo>
                    <a:pt x="134" y="194"/>
                    <a:pt x="131" y="193"/>
                    <a:pt x="129" y="193"/>
                  </a:cubicBezTo>
                  <a:cubicBezTo>
                    <a:pt x="125" y="192"/>
                    <a:pt x="115" y="190"/>
                    <a:pt x="111" y="187"/>
                  </a:cubicBezTo>
                  <a:cubicBezTo>
                    <a:pt x="108" y="185"/>
                    <a:pt x="103" y="179"/>
                    <a:pt x="100" y="176"/>
                  </a:cubicBezTo>
                  <a:cubicBezTo>
                    <a:pt x="97" y="172"/>
                    <a:pt x="91" y="164"/>
                    <a:pt x="88" y="161"/>
                  </a:cubicBezTo>
                  <a:cubicBezTo>
                    <a:pt x="86" y="159"/>
                    <a:pt x="82" y="157"/>
                    <a:pt x="80" y="155"/>
                  </a:cubicBezTo>
                  <a:cubicBezTo>
                    <a:pt x="78" y="154"/>
                    <a:pt x="73" y="149"/>
                    <a:pt x="71" y="147"/>
                  </a:cubicBezTo>
                  <a:cubicBezTo>
                    <a:pt x="70" y="145"/>
                    <a:pt x="68" y="141"/>
                    <a:pt x="67" y="139"/>
                  </a:cubicBezTo>
                  <a:cubicBezTo>
                    <a:pt x="67" y="136"/>
                    <a:pt x="68" y="130"/>
                    <a:pt x="67" y="128"/>
                  </a:cubicBezTo>
                  <a:cubicBezTo>
                    <a:pt x="66" y="124"/>
                    <a:pt x="64" y="117"/>
                    <a:pt x="61" y="116"/>
                  </a:cubicBezTo>
                  <a:cubicBezTo>
                    <a:pt x="60" y="115"/>
                    <a:pt x="55" y="115"/>
                    <a:pt x="54" y="116"/>
                  </a:cubicBezTo>
                  <a:cubicBezTo>
                    <a:pt x="52" y="116"/>
                    <a:pt x="49" y="118"/>
                    <a:pt x="48" y="119"/>
                  </a:cubicBezTo>
                  <a:cubicBezTo>
                    <a:pt x="47" y="121"/>
                    <a:pt x="46" y="124"/>
                    <a:pt x="46" y="125"/>
                  </a:cubicBezTo>
                  <a:cubicBezTo>
                    <a:pt x="45" y="127"/>
                    <a:pt x="43" y="129"/>
                    <a:pt x="42" y="130"/>
                  </a:cubicBezTo>
                  <a:cubicBezTo>
                    <a:pt x="40" y="130"/>
                    <a:pt x="36" y="131"/>
                    <a:pt x="34" y="130"/>
                  </a:cubicBezTo>
                  <a:cubicBezTo>
                    <a:pt x="33" y="129"/>
                    <a:pt x="32" y="126"/>
                    <a:pt x="32" y="124"/>
                  </a:cubicBezTo>
                  <a:cubicBezTo>
                    <a:pt x="31" y="122"/>
                    <a:pt x="32" y="118"/>
                    <a:pt x="32" y="116"/>
                  </a:cubicBezTo>
                  <a:cubicBezTo>
                    <a:pt x="31" y="114"/>
                    <a:pt x="31" y="110"/>
                    <a:pt x="29" y="109"/>
                  </a:cubicBezTo>
                  <a:cubicBezTo>
                    <a:pt x="29" y="108"/>
                    <a:pt x="26" y="107"/>
                    <a:pt x="25" y="107"/>
                  </a:cubicBezTo>
                  <a:cubicBezTo>
                    <a:pt x="23" y="107"/>
                    <a:pt x="19" y="108"/>
                    <a:pt x="18" y="108"/>
                  </a:cubicBezTo>
                  <a:cubicBezTo>
                    <a:pt x="14" y="109"/>
                    <a:pt x="8" y="108"/>
                    <a:pt x="5" y="108"/>
                  </a:cubicBezTo>
                  <a:cubicBezTo>
                    <a:pt x="4" y="108"/>
                    <a:pt x="2" y="108"/>
                    <a:pt x="0" y="108"/>
                  </a:cubicBezTo>
                  <a:cubicBezTo>
                    <a:pt x="1" y="105"/>
                    <a:pt x="2" y="103"/>
                    <a:pt x="3" y="102"/>
                  </a:cubicBezTo>
                  <a:cubicBezTo>
                    <a:pt x="6" y="96"/>
                    <a:pt x="12" y="85"/>
                    <a:pt x="16" y="80"/>
                  </a:cubicBezTo>
                  <a:cubicBezTo>
                    <a:pt x="18" y="77"/>
                    <a:pt x="22" y="73"/>
                    <a:pt x="25" y="7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138"/>
            <p:cNvSpPr>
              <a:spLocks/>
            </p:cNvSpPr>
            <p:nvPr/>
          </p:nvSpPr>
          <p:spPr bwMode="auto">
            <a:xfrm>
              <a:off x="1763713" y="1733550"/>
              <a:ext cx="290513" cy="215900"/>
            </a:xfrm>
            <a:custGeom>
              <a:avLst/>
              <a:gdLst/>
              <a:ahLst/>
              <a:cxnLst>
                <a:cxn ang="0">
                  <a:pos x="190" y="60"/>
                </a:cxn>
                <a:cxn ang="0">
                  <a:pos x="189" y="63"/>
                </a:cxn>
                <a:cxn ang="0">
                  <a:pos x="181" y="67"/>
                </a:cxn>
                <a:cxn ang="0">
                  <a:pos x="180" y="79"/>
                </a:cxn>
                <a:cxn ang="0">
                  <a:pos x="174" y="80"/>
                </a:cxn>
                <a:cxn ang="0">
                  <a:pos x="166" y="72"/>
                </a:cxn>
                <a:cxn ang="0">
                  <a:pos x="152" y="73"/>
                </a:cxn>
                <a:cxn ang="0">
                  <a:pos x="135" y="89"/>
                </a:cxn>
                <a:cxn ang="0">
                  <a:pos x="123" y="107"/>
                </a:cxn>
                <a:cxn ang="0">
                  <a:pos x="107" y="114"/>
                </a:cxn>
                <a:cxn ang="0">
                  <a:pos x="91" y="124"/>
                </a:cxn>
                <a:cxn ang="0">
                  <a:pos x="79" y="141"/>
                </a:cxn>
                <a:cxn ang="0">
                  <a:pos x="64" y="131"/>
                </a:cxn>
                <a:cxn ang="0">
                  <a:pos x="60" y="121"/>
                </a:cxn>
                <a:cxn ang="0">
                  <a:pos x="51" y="115"/>
                </a:cxn>
                <a:cxn ang="0">
                  <a:pos x="48" y="105"/>
                </a:cxn>
                <a:cxn ang="0">
                  <a:pos x="45" y="94"/>
                </a:cxn>
                <a:cxn ang="0">
                  <a:pos x="33" y="82"/>
                </a:cxn>
                <a:cxn ang="0">
                  <a:pos x="9" y="67"/>
                </a:cxn>
                <a:cxn ang="0">
                  <a:pos x="0" y="47"/>
                </a:cxn>
                <a:cxn ang="0">
                  <a:pos x="4" y="21"/>
                </a:cxn>
                <a:cxn ang="0">
                  <a:pos x="8" y="9"/>
                </a:cxn>
                <a:cxn ang="0">
                  <a:pos x="23" y="10"/>
                </a:cxn>
                <a:cxn ang="0">
                  <a:pos x="38" y="7"/>
                </a:cxn>
                <a:cxn ang="0">
                  <a:pos x="57" y="11"/>
                </a:cxn>
                <a:cxn ang="0">
                  <a:pos x="72" y="18"/>
                </a:cxn>
                <a:cxn ang="0">
                  <a:pos x="80" y="14"/>
                </a:cxn>
                <a:cxn ang="0">
                  <a:pos x="93" y="11"/>
                </a:cxn>
                <a:cxn ang="0">
                  <a:pos x="103" y="18"/>
                </a:cxn>
                <a:cxn ang="0">
                  <a:pos x="126" y="20"/>
                </a:cxn>
                <a:cxn ang="0">
                  <a:pos x="164" y="4"/>
                </a:cxn>
                <a:cxn ang="0">
                  <a:pos x="173" y="5"/>
                </a:cxn>
                <a:cxn ang="0">
                  <a:pos x="184" y="32"/>
                </a:cxn>
              </a:cxnLst>
              <a:rect l="0" t="0" r="r" b="b"/>
              <a:pathLst>
                <a:path w="190" h="141">
                  <a:moveTo>
                    <a:pt x="189" y="46"/>
                  </a:moveTo>
                  <a:cubicBezTo>
                    <a:pt x="190" y="50"/>
                    <a:pt x="190" y="56"/>
                    <a:pt x="190" y="60"/>
                  </a:cubicBezTo>
                  <a:cubicBezTo>
                    <a:pt x="190" y="60"/>
                    <a:pt x="190" y="62"/>
                    <a:pt x="189" y="64"/>
                  </a:cubicBezTo>
                  <a:cubicBezTo>
                    <a:pt x="189" y="63"/>
                    <a:pt x="189" y="63"/>
                    <a:pt x="189" y="63"/>
                  </a:cubicBezTo>
                  <a:cubicBezTo>
                    <a:pt x="188" y="63"/>
                    <a:pt x="186" y="63"/>
                    <a:pt x="185" y="63"/>
                  </a:cubicBezTo>
                  <a:cubicBezTo>
                    <a:pt x="184" y="64"/>
                    <a:pt x="182" y="66"/>
                    <a:pt x="181" y="67"/>
                  </a:cubicBezTo>
                  <a:cubicBezTo>
                    <a:pt x="181" y="69"/>
                    <a:pt x="181" y="72"/>
                    <a:pt x="181" y="74"/>
                  </a:cubicBezTo>
                  <a:cubicBezTo>
                    <a:pt x="181" y="75"/>
                    <a:pt x="181" y="78"/>
                    <a:pt x="180" y="79"/>
                  </a:cubicBezTo>
                  <a:cubicBezTo>
                    <a:pt x="179" y="80"/>
                    <a:pt x="176" y="81"/>
                    <a:pt x="175" y="80"/>
                  </a:cubicBezTo>
                  <a:cubicBezTo>
                    <a:pt x="175" y="80"/>
                    <a:pt x="174" y="80"/>
                    <a:pt x="174" y="80"/>
                  </a:cubicBezTo>
                  <a:cubicBezTo>
                    <a:pt x="173" y="79"/>
                    <a:pt x="173" y="77"/>
                    <a:pt x="172" y="76"/>
                  </a:cubicBezTo>
                  <a:cubicBezTo>
                    <a:pt x="171" y="75"/>
                    <a:pt x="168" y="73"/>
                    <a:pt x="166" y="72"/>
                  </a:cubicBezTo>
                  <a:cubicBezTo>
                    <a:pt x="165" y="72"/>
                    <a:pt x="161" y="71"/>
                    <a:pt x="159" y="71"/>
                  </a:cubicBezTo>
                  <a:cubicBezTo>
                    <a:pt x="157" y="71"/>
                    <a:pt x="154" y="72"/>
                    <a:pt x="152" y="73"/>
                  </a:cubicBezTo>
                  <a:cubicBezTo>
                    <a:pt x="149" y="75"/>
                    <a:pt x="142" y="79"/>
                    <a:pt x="139" y="82"/>
                  </a:cubicBezTo>
                  <a:cubicBezTo>
                    <a:pt x="138" y="84"/>
                    <a:pt x="136" y="87"/>
                    <a:pt x="135" y="89"/>
                  </a:cubicBezTo>
                  <a:cubicBezTo>
                    <a:pt x="134" y="92"/>
                    <a:pt x="132" y="97"/>
                    <a:pt x="131" y="100"/>
                  </a:cubicBezTo>
                  <a:cubicBezTo>
                    <a:pt x="129" y="102"/>
                    <a:pt x="125" y="106"/>
                    <a:pt x="123" y="107"/>
                  </a:cubicBezTo>
                  <a:cubicBezTo>
                    <a:pt x="121" y="109"/>
                    <a:pt x="116" y="111"/>
                    <a:pt x="114" y="112"/>
                  </a:cubicBezTo>
                  <a:cubicBezTo>
                    <a:pt x="112" y="112"/>
                    <a:pt x="109" y="113"/>
                    <a:pt x="107" y="114"/>
                  </a:cubicBezTo>
                  <a:cubicBezTo>
                    <a:pt x="105" y="115"/>
                    <a:pt x="101" y="118"/>
                    <a:pt x="99" y="119"/>
                  </a:cubicBezTo>
                  <a:cubicBezTo>
                    <a:pt x="97" y="120"/>
                    <a:pt x="93" y="122"/>
                    <a:pt x="91" y="124"/>
                  </a:cubicBezTo>
                  <a:cubicBezTo>
                    <a:pt x="89" y="126"/>
                    <a:pt x="86" y="132"/>
                    <a:pt x="85" y="135"/>
                  </a:cubicBezTo>
                  <a:cubicBezTo>
                    <a:pt x="83" y="137"/>
                    <a:pt x="81" y="139"/>
                    <a:pt x="79" y="141"/>
                  </a:cubicBezTo>
                  <a:cubicBezTo>
                    <a:pt x="77" y="140"/>
                    <a:pt x="74" y="138"/>
                    <a:pt x="73" y="137"/>
                  </a:cubicBezTo>
                  <a:cubicBezTo>
                    <a:pt x="71" y="135"/>
                    <a:pt x="66" y="133"/>
                    <a:pt x="64" y="131"/>
                  </a:cubicBezTo>
                  <a:cubicBezTo>
                    <a:pt x="64" y="130"/>
                    <a:pt x="63" y="128"/>
                    <a:pt x="62" y="127"/>
                  </a:cubicBezTo>
                  <a:cubicBezTo>
                    <a:pt x="62" y="125"/>
                    <a:pt x="61" y="122"/>
                    <a:pt x="60" y="121"/>
                  </a:cubicBezTo>
                  <a:cubicBezTo>
                    <a:pt x="60" y="120"/>
                    <a:pt x="58" y="118"/>
                    <a:pt x="57" y="117"/>
                  </a:cubicBezTo>
                  <a:cubicBezTo>
                    <a:pt x="55" y="116"/>
                    <a:pt x="52" y="116"/>
                    <a:pt x="51" y="115"/>
                  </a:cubicBezTo>
                  <a:cubicBezTo>
                    <a:pt x="50" y="114"/>
                    <a:pt x="49" y="112"/>
                    <a:pt x="49" y="111"/>
                  </a:cubicBezTo>
                  <a:cubicBezTo>
                    <a:pt x="49" y="110"/>
                    <a:pt x="48" y="107"/>
                    <a:pt x="48" y="105"/>
                  </a:cubicBezTo>
                  <a:cubicBezTo>
                    <a:pt x="48" y="104"/>
                    <a:pt x="48" y="100"/>
                    <a:pt x="48" y="99"/>
                  </a:cubicBezTo>
                  <a:cubicBezTo>
                    <a:pt x="48" y="97"/>
                    <a:pt x="46" y="95"/>
                    <a:pt x="45" y="94"/>
                  </a:cubicBezTo>
                  <a:cubicBezTo>
                    <a:pt x="45" y="93"/>
                    <a:pt x="43" y="91"/>
                    <a:pt x="42" y="91"/>
                  </a:cubicBezTo>
                  <a:cubicBezTo>
                    <a:pt x="39" y="89"/>
                    <a:pt x="35" y="84"/>
                    <a:pt x="33" y="82"/>
                  </a:cubicBezTo>
                  <a:cubicBezTo>
                    <a:pt x="30" y="80"/>
                    <a:pt x="23" y="77"/>
                    <a:pt x="19" y="75"/>
                  </a:cubicBezTo>
                  <a:cubicBezTo>
                    <a:pt x="17" y="74"/>
                    <a:pt x="12" y="70"/>
                    <a:pt x="9" y="67"/>
                  </a:cubicBezTo>
                  <a:cubicBezTo>
                    <a:pt x="8" y="66"/>
                    <a:pt x="6" y="63"/>
                    <a:pt x="5" y="61"/>
                  </a:cubicBezTo>
                  <a:cubicBezTo>
                    <a:pt x="4" y="58"/>
                    <a:pt x="1" y="51"/>
                    <a:pt x="0" y="47"/>
                  </a:cubicBezTo>
                  <a:cubicBezTo>
                    <a:pt x="0" y="44"/>
                    <a:pt x="0" y="38"/>
                    <a:pt x="0" y="34"/>
                  </a:cubicBezTo>
                  <a:cubicBezTo>
                    <a:pt x="1" y="31"/>
                    <a:pt x="3" y="24"/>
                    <a:pt x="4" y="21"/>
                  </a:cubicBezTo>
                  <a:cubicBezTo>
                    <a:pt x="4" y="19"/>
                    <a:pt x="7" y="14"/>
                    <a:pt x="7" y="12"/>
                  </a:cubicBezTo>
                  <a:cubicBezTo>
                    <a:pt x="7" y="11"/>
                    <a:pt x="8" y="10"/>
                    <a:pt x="8" y="9"/>
                  </a:cubicBezTo>
                  <a:cubicBezTo>
                    <a:pt x="10" y="9"/>
                    <a:pt x="13" y="10"/>
                    <a:pt x="15" y="10"/>
                  </a:cubicBezTo>
                  <a:cubicBezTo>
                    <a:pt x="17" y="10"/>
                    <a:pt x="21" y="10"/>
                    <a:pt x="23" y="10"/>
                  </a:cubicBezTo>
                  <a:cubicBezTo>
                    <a:pt x="25" y="10"/>
                    <a:pt x="30" y="10"/>
                    <a:pt x="32" y="9"/>
                  </a:cubicBezTo>
                  <a:cubicBezTo>
                    <a:pt x="34" y="9"/>
                    <a:pt x="37" y="7"/>
                    <a:pt x="38" y="7"/>
                  </a:cubicBezTo>
                  <a:cubicBezTo>
                    <a:pt x="41" y="6"/>
                    <a:pt x="45" y="6"/>
                    <a:pt x="47" y="7"/>
                  </a:cubicBezTo>
                  <a:cubicBezTo>
                    <a:pt x="50" y="7"/>
                    <a:pt x="54" y="10"/>
                    <a:pt x="57" y="11"/>
                  </a:cubicBezTo>
                  <a:cubicBezTo>
                    <a:pt x="59" y="12"/>
                    <a:pt x="64" y="15"/>
                    <a:pt x="66" y="16"/>
                  </a:cubicBezTo>
                  <a:cubicBezTo>
                    <a:pt x="68" y="16"/>
                    <a:pt x="71" y="18"/>
                    <a:pt x="72" y="18"/>
                  </a:cubicBezTo>
                  <a:cubicBezTo>
                    <a:pt x="74" y="18"/>
                    <a:pt x="76" y="18"/>
                    <a:pt x="78" y="18"/>
                  </a:cubicBezTo>
                  <a:cubicBezTo>
                    <a:pt x="78" y="17"/>
                    <a:pt x="79" y="15"/>
                    <a:pt x="80" y="14"/>
                  </a:cubicBezTo>
                  <a:cubicBezTo>
                    <a:pt x="81" y="13"/>
                    <a:pt x="83" y="11"/>
                    <a:pt x="84" y="11"/>
                  </a:cubicBezTo>
                  <a:cubicBezTo>
                    <a:pt x="87" y="10"/>
                    <a:pt x="91" y="10"/>
                    <a:pt x="93" y="11"/>
                  </a:cubicBezTo>
                  <a:cubicBezTo>
                    <a:pt x="94" y="11"/>
                    <a:pt x="96" y="13"/>
                    <a:pt x="97" y="13"/>
                  </a:cubicBezTo>
                  <a:cubicBezTo>
                    <a:pt x="99" y="14"/>
                    <a:pt x="101" y="17"/>
                    <a:pt x="103" y="18"/>
                  </a:cubicBezTo>
                  <a:cubicBezTo>
                    <a:pt x="106" y="19"/>
                    <a:pt x="111" y="22"/>
                    <a:pt x="114" y="22"/>
                  </a:cubicBezTo>
                  <a:cubicBezTo>
                    <a:pt x="117" y="22"/>
                    <a:pt x="123" y="21"/>
                    <a:pt x="126" y="20"/>
                  </a:cubicBezTo>
                  <a:cubicBezTo>
                    <a:pt x="131" y="19"/>
                    <a:pt x="139" y="15"/>
                    <a:pt x="144" y="13"/>
                  </a:cubicBezTo>
                  <a:cubicBezTo>
                    <a:pt x="149" y="11"/>
                    <a:pt x="159" y="6"/>
                    <a:pt x="164" y="4"/>
                  </a:cubicBezTo>
                  <a:cubicBezTo>
                    <a:pt x="165" y="3"/>
                    <a:pt x="169" y="1"/>
                    <a:pt x="171" y="0"/>
                  </a:cubicBezTo>
                  <a:cubicBezTo>
                    <a:pt x="172" y="2"/>
                    <a:pt x="173" y="3"/>
                    <a:pt x="173" y="5"/>
                  </a:cubicBezTo>
                  <a:cubicBezTo>
                    <a:pt x="174" y="8"/>
                    <a:pt x="177" y="14"/>
                    <a:pt x="178" y="17"/>
                  </a:cubicBezTo>
                  <a:cubicBezTo>
                    <a:pt x="180" y="20"/>
                    <a:pt x="183" y="28"/>
                    <a:pt x="184" y="32"/>
                  </a:cubicBezTo>
                  <a:cubicBezTo>
                    <a:pt x="186" y="36"/>
                    <a:pt x="189" y="43"/>
                    <a:pt x="189" y="4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139"/>
            <p:cNvSpPr>
              <a:spLocks/>
            </p:cNvSpPr>
            <p:nvPr/>
          </p:nvSpPr>
          <p:spPr bwMode="auto">
            <a:xfrm>
              <a:off x="1735138" y="2717800"/>
              <a:ext cx="285750" cy="255588"/>
            </a:xfrm>
            <a:custGeom>
              <a:avLst/>
              <a:gdLst/>
              <a:ahLst/>
              <a:cxnLst>
                <a:cxn ang="0">
                  <a:pos x="185" y="140"/>
                </a:cxn>
                <a:cxn ang="0">
                  <a:pos x="176" y="145"/>
                </a:cxn>
                <a:cxn ang="0">
                  <a:pos x="175" y="157"/>
                </a:cxn>
                <a:cxn ang="0">
                  <a:pos x="170" y="167"/>
                </a:cxn>
                <a:cxn ang="0">
                  <a:pos x="162" y="160"/>
                </a:cxn>
                <a:cxn ang="0">
                  <a:pos x="158" y="149"/>
                </a:cxn>
                <a:cxn ang="0">
                  <a:pos x="148" y="133"/>
                </a:cxn>
                <a:cxn ang="0">
                  <a:pos x="135" y="120"/>
                </a:cxn>
                <a:cxn ang="0">
                  <a:pos x="128" y="121"/>
                </a:cxn>
                <a:cxn ang="0">
                  <a:pos x="122" y="128"/>
                </a:cxn>
                <a:cxn ang="0">
                  <a:pos x="123" y="137"/>
                </a:cxn>
                <a:cxn ang="0">
                  <a:pos x="126" y="145"/>
                </a:cxn>
                <a:cxn ang="0">
                  <a:pos x="112" y="148"/>
                </a:cxn>
                <a:cxn ang="0">
                  <a:pos x="95" y="147"/>
                </a:cxn>
                <a:cxn ang="0">
                  <a:pos x="84" y="143"/>
                </a:cxn>
                <a:cxn ang="0">
                  <a:pos x="74" y="148"/>
                </a:cxn>
                <a:cxn ang="0">
                  <a:pos x="60" y="144"/>
                </a:cxn>
                <a:cxn ang="0">
                  <a:pos x="30" y="127"/>
                </a:cxn>
                <a:cxn ang="0">
                  <a:pos x="3" y="124"/>
                </a:cxn>
                <a:cxn ang="0">
                  <a:pos x="2" y="121"/>
                </a:cxn>
                <a:cxn ang="0">
                  <a:pos x="8" y="101"/>
                </a:cxn>
                <a:cxn ang="0">
                  <a:pos x="29" y="82"/>
                </a:cxn>
                <a:cxn ang="0">
                  <a:pos x="35" y="74"/>
                </a:cxn>
                <a:cxn ang="0">
                  <a:pos x="26" y="62"/>
                </a:cxn>
                <a:cxn ang="0">
                  <a:pos x="35" y="51"/>
                </a:cxn>
                <a:cxn ang="0">
                  <a:pos x="41" y="43"/>
                </a:cxn>
                <a:cxn ang="0">
                  <a:pos x="35" y="34"/>
                </a:cxn>
                <a:cxn ang="0">
                  <a:pos x="31" y="26"/>
                </a:cxn>
                <a:cxn ang="0">
                  <a:pos x="39" y="18"/>
                </a:cxn>
                <a:cxn ang="0">
                  <a:pos x="41" y="10"/>
                </a:cxn>
                <a:cxn ang="0">
                  <a:pos x="48" y="13"/>
                </a:cxn>
                <a:cxn ang="0">
                  <a:pos x="68" y="24"/>
                </a:cxn>
                <a:cxn ang="0">
                  <a:pos x="93" y="18"/>
                </a:cxn>
                <a:cxn ang="0">
                  <a:pos x="101" y="5"/>
                </a:cxn>
                <a:cxn ang="0">
                  <a:pos x="114" y="0"/>
                </a:cxn>
                <a:cxn ang="0">
                  <a:pos x="118" y="9"/>
                </a:cxn>
                <a:cxn ang="0">
                  <a:pos x="127" y="21"/>
                </a:cxn>
                <a:cxn ang="0">
                  <a:pos x="148" y="21"/>
                </a:cxn>
                <a:cxn ang="0">
                  <a:pos x="156" y="16"/>
                </a:cxn>
                <a:cxn ang="0">
                  <a:pos x="164" y="17"/>
                </a:cxn>
                <a:cxn ang="0">
                  <a:pos x="172" y="23"/>
                </a:cxn>
                <a:cxn ang="0">
                  <a:pos x="177" y="35"/>
                </a:cxn>
                <a:cxn ang="0">
                  <a:pos x="179" y="43"/>
                </a:cxn>
                <a:cxn ang="0">
                  <a:pos x="180" y="54"/>
                </a:cxn>
                <a:cxn ang="0">
                  <a:pos x="181" y="69"/>
                </a:cxn>
                <a:cxn ang="0">
                  <a:pos x="177" y="74"/>
                </a:cxn>
                <a:cxn ang="0">
                  <a:pos x="170" y="78"/>
                </a:cxn>
                <a:cxn ang="0">
                  <a:pos x="165" y="87"/>
                </a:cxn>
                <a:cxn ang="0">
                  <a:pos x="166" y="97"/>
                </a:cxn>
                <a:cxn ang="0">
                  <a:pos x="172" y="103"/>
                </a:cxn>
                <a:cxn ang="0">
                  <a:pos x="168" y="114"/>
                </a:cxn>
                <a:cxn ang="0">
                  <a:pos x="172" y="128"/>
                </a:cxn>
                <a:cxn ang="0">
                  <a:pos x="184" y="136"/>
                </a:cxn>
              </a:cxnLst>
              <a:rect l="0" t="0" r="r" b="b"/>
              <a:pathLst>
                <a:path w="187" h="167">
                  <a:moveTo>
                    <a:pt x="187" y="140"/>
                  </a:moveTo>
                  <a:cubicBezTo>
                    <a:pt x="186" y="140"/>
                    <a:pt x="186" y="140"/>
                    <a:pt x="185" y="140"/>
                  </a:cubicBezTo>
                  <a:cubicBezTo>
                    <a:pt x="184" y="141"/>
                    <a:pt x="182" y="143"/>
                    <a:pt x="181" y="143"/>
                  </a:cubicBezTo>
                  <a:cubicBezTo>
                    <a:pt x="180" y="144"/>
                    <a:pt x="177" y="144"/>
                    <a:pt x="176" y="145"/>
                  </a:cubicBezTo>
                  <a:cubicBezTo>
                    <a:pt x="175" y="147"/>
                    <a:pt x="174" y="150"/>
                    <a:pt x="174" y="152"/>
                  </a:cubicBezTo>
                  <a:cubicBezTo>
                    <a:pt x="174" y="153"/>
                    <a:pt x="175" y="156"/>
                    <a:pt x="175" y="157"/>
                  </a:cubicBezTo>
                  <a:cubicBezTo>
                    <a:pt x="175" y="159"/>
                    <a:pt x="175" y="163"/>
                    <a:pt x="174" y="164"/>
                  </a:cubicBezTo>
                  <a:cubicBezTo>
                    <a:pt x="173" y="165"/>
                    <a:pt x="171" y="166"/>
                    <a:pt x="170" y="167"/>
                  </a:cubicBezTo>
                  <a:cubicBezTo>
                    <a:pt x="169" y="167"/>
                    <a:pt x="167" y="167"/>
                    <a:pt x="166" y="166"/>
                  </a:cubicBezTo>
                  <a:cubicBezTo>
                    <a:pt x="164" y="165"/>
                    <a:pt x="163" y="162"/>
                    <a:pt x="162" y="160"/>
                  </a:cubicBezTo>
                  <a:cubicBezTo>
                    <a:pt x="162" y="159"/>
                    <a:pt x="161" y="156"/>
                    <a:pt x="160" y="155"/>
                  </a:cubicBezTo>
                  <a:cubicBezTo>
                    <a:pt x="160" y="153"/>
                    <a:pt x="159" y="150"/>
                    <a:pt x="158" y="149"/>
                  </a:cubicBezTo>
                  <a:cubicBezTo>
                    <a:pt x="158" y="147"/>
                    <a:pt x="157" y="143"/>
                    <a:pt x="155" y="141"/>
                  </a:cubicBezTo>
                  <a:cubicBezTo>
                    <a:pt x="154" y="139"/>
                    <a:pt x="150" y="135"/>
                    <a:pt x="148" y="133"/>
                  </a:cubicBezTo>
                  <a:cubicBezTo>
                    <a:pt x="147" y="132"/>
                    <a:pt x="144" y="128"/>
                    <a:pt x="143" y="127"/>
                  </a:cubicBezTo>
                  <a:cubicBezTo>
                    <a:pt x="141" y="125"/>
                    <a:pt x="137" y="122"/>
                    <a:pt x="135" y="120"/>
                  </a:cubicBezTo>
                  <a:cubicBezTo>
                    <a:pt x="134" y="120"/>
                    <a:pt x="131" y="118"/>
                    <a:pt x="130" y="119"/>
                  </a:cubicBezTo>
                  <a:cubicBezTo>
                    <a:pt x="129" y="119"/>
                    <a:pt x="128" y="120"/>
                    <a:pt x="128" y="121"/>
                  </a:cubicBezTo>
                  <a:cubicBezTo>
                    <a:pt x="127" y="122"/>
                    <a:pt x="127" y="123"/>
                    <a:pt x="126" y="124"/>
                  </a:cubicBezTo>
                  <a:cubicBezTo>
                    <a:pt x="125" y="125"/>
                    <a:pt x="123" y="127"/>
                    <a:pt x="122" y="128"/>
                  </a:cubicBezTo>
                  <a:cubicBezTo>
                    <a:pt x="122" y="129"/>
                    <a:pt x="121" y="132"/>
                    <a:pt x="121" y="133"/>
                  </a:cubicBezTo>
                  <a:cubicBezTo>
                    <a:pt x="121" y="134"/>
                    <a:pt x="122" y="136"/>
                    <a:pt x="123" y="137"/>
                  </a:cubicBezTo>
                  <a:cubicBezTo>
                    <a:pt x="123" y="138"/>
                    <a:pt x="125" y="138"/>
                    <a:pt x="125" y="139"/>
                  </a:cubicBezTo>
                  <a:cubicBezTo>
                    <a:pt x="126" y="140"/>
                    <a:pt x="126" y="144"/>
                    <a:pt x="126" y="145"/>
                  </a:cubicBezTo>
                  <a:cubicBezTo>
                    <a:pt x="125" y="146"/>
                    <a:pt x="122" y="147"/>
                    <a:pt x="121" y="147"/>
                  </a:cubicBezTo>
                  <a:cubicBezTo>
                    <a:pt x="119" y="148"/>
                    <a:pt x="114" y="148"/>
                    <a:pt x="112" y="148"/>
                  </a:cubicBezTo>
                  <a:cubicBezTo>
                    <a:pt x="109" y="149"/>
                    <a:pt x="103" y="148"/>
                    <a:pt x="100" y="147"/>
                  </a:cubicBezTo>
                  <a:cubicBezTo>
                    <a:pt x="99" y="147"/>
                    <a:pt x="96" y="147"/>
                    <a:pt x="95" y="147"/>
                  </a:cubicBezTo>
                  <a:cubicBezTo>
                    <a:pt x="93" y="146"/>
                    <a:pt x="91" y="144"/>
                    <a:pt x="90" y="144"/>
                  </a:cubicBezTo>
                  <a:cubicBezTo>
                    <a:pt x="88" y="143"/>
                    <a:pt x="85" y="143"/>
                    <a:pt x="84" y="143"/>
                  </a:cubicBezTo>
                  <a:cubicBezTo>
                    <a:pt x="82" y="143"/>
                    <a:pt x="79" y="143"/>
                    <a:pt x="78" y="144"/>
                  </a:cubicBezTo>
                  <a:cubicBezTo>
                    <a:pt x="77" y="145"/>
                    <a:pt x="75" y="147"/>
                    <a:pt x="74" y="148"/>
                  </a:cubicBezTo>
                  <a:cubicBezTo>
                    <a:pt x="72" y="148"/>
                    <a:pt x="67" y="148"/>
                    <a:pt x="64" y="148"/>
                  </a:cubicBezTo>
                  <a:cubicBezTo>
                    <a:pt x="63" y="147"/>
                    <a:pt x="61" y="145"/>
                    <a:pt x="60" y="144"/>
                  </a:cubicBezTo>
                  <a:cubicBezTo>
                    <a:pt x="56" y="142"/>
                    <a:pt x="50" y="138"/>
                    <a:pt x="46" y="136"/>
                  </a:cubicBezTo>
                  <a:cubicBezTo>
                    <a:pt x="42" y="133"/>
                    <a:pt x="34" y="129"/>
                    <a:pt x="30" y="127"/>
                  </a:cubicBezTo>
                  <a:cubicBezTo>
                    <a:pt x="26" y="126"/>
                    <a:pt x="17" y="124"/>
                    <a:pt x="13" y="124"/>
                  </a:cubicBezTo>
                  <a:cubicBezTo>
                    <a:pt x="11" y="123"/>
                    <a:pt x="6" y="123"/>
                    <a:pt x="3" y="124"/>
                  </a:cubicBezTo>
                  <a:cubicBezTo>
                    <a:pt x="2" y="124"/>
                    <a:pt x="1" y="125"/>
                    <a:pt x="0" y="126"/>
                  </a:cubicBezTo>
                  <a:cubicBezTo>
                    <a:pt x="1" y="124"/>
                    <a:pt x="1" y="122"/>
                    <a:pt x="2" y="121"/>
                  </a:cubicBezTo>
                  <a:cubicBezTo>
                    <a:pt x="3" y="119"/>
                    <a:pt x="4" y="114"/>
                    <a:pt x="5" y="111"/>
                  </a:cubicBezTo>
                  <a:cubicBezTo>
                    <a:pt x="6" y="109"/>
                    <a:pt x="7" y="104"/>
                    <a:pt x="8" y="101"/>
                  </a:cubicBezTo>
                  <a:cubicBezTo>
                    <a:pt x="10" y="98"/>
                    <a:pt x="15" y="92"/>
                    <a:pt x="17" y="89"/>
                  </a:cubicBezTo>
                  <a:cubicBezTo>
                    <a:pt x="20" y="87"/>
                    <a:pt x="26" y="84"/>
                    <a:pt x="29" y="82"/>
                  </a:cubicBezTo>
                  <a:cubicBezTo>
                    <a:pt x="30" y="81"/>
                    <a:pt x="34" y="79"/>
                    <a:pt x="35" y="77"/>
                  </a:cubicBezTo>
                  <a:cubicBezTo>
                    <a:pt x="35" y="76"/>
                    <a:pt x="35" y="75"/>
                    <a:pt x="35" y="74"/>
                  </a:cubicBezTo>
                  <a:cubicBezTo>
                    <a:pt x="34" y="72"/>
                    <a:pt x="31" y="69"/>
                    <a:pt x="30" y="67"/>
                  </a:cubicBezTo>
                  <a:cubicBezTo>
                    <a:pt x="29" y="66"/>
                    <a:pt x="26" y="63"/>
                    <a:pt x="26" y="62"/>
                  </a:cubicBezTo>
                  <a:cubicBezTo>
                    <a:pt x="25" y="60"/>
                    <a:pt x="26" y="55"/>
                    <a:pt x="27" y="54"/>
                  </a:cubicBezTo>
                  <a:cubicBezTo>
                    <a:pt x="29" y="52"/>
                    <a:pt x="34" y="52"/>
                    <a:pt x="35" y="51"/>
                  </a:cubicBezTo>
                  <a:cubicBezTo>
                    <a:pt x="36" y="50"/>
                    <a:pt x="39" y="49"/>
                    <a:pt x="39" y="48"/>
                  </a:cubicBezTo>
                  <a:cubicBezTo>
                    <a:pt x="40" y="46"/>
                    <a:pt x="41" y="44"/>
                    <a:pt x="41" y="43"/>
                  </a:cubicBezTo>
                  <a:cubicBezTo>
                    <a:pt x="41" y="41"/>
                    <a:pt x="40" y="38"/>
                    <a:pt x="39" y="37"/>
                  </a:cubicBezTo>
                  <a:cubicBezTo>
                    <a:pt x="39" y="36"/>
                    <a:pt x="36" y="35"/>
                    <a:pt x="35" y="34"/>
                  </a:cubicBezTo>
                  <a:cubicBezTo>
                    <a:pt x="34" y="33"/>
                    <a:pt x="32" y="31"/>
                    <a:pt x="31" y="30"/>
                  </a:cubicBezTo>
                  <a:cubicBezTo>
                    <a:pt x="31" y="29"/>
                    <a:pt x="31" y="27"/>
                    <a:pt x="31" y="26"/>
                  </a:cubicBezTo>
                  <a:cubicBezTo>
                    <a:pt x="32" y="24"/>
                    <a:pt x="34" y="23"/>
                    <a:pt x="35" y="22"/>
                  </a:cubicBezTo>
                  <a:cubicBezTo>
                    <a:pt x="36" y="21"/>
                    <a:pt x="38" y="20"/>
                    <a:pt x="39" y="18"/>
                  </a:cubicBezTo>
                  <a:cubicBezTo>
                    <a:pt x="40" y="17"/>
                    <a:pt x="40" y="14"/>
                    <a:pt x="41" y="13"/>
                  </a:cubicBezTo>
                  <a:cubicBezTo>
                    <a:pt x="41" y="12"/>
                    <a:pt x="41" y="11"/>
                    <a:pt x="41" y="10"/>
                  </a:cubicBezTo>
                  <a:cubicBezTo>
                    <a:pt x="41" y="10"/>
                    <a:pt x="41" y="10"/>
                    <a:pt x="41" y="10"/>
                  </a:cubicBezTo>
                  <a:cubicBezTo>
                    <a:pt x="43" y="11"/>
                    <a:pt x="46" y="12"/>
                    <a:pt x="48" y="13"/>
                  </a:cubicBezTo>
                  <a:cubicBezTo>
                    <a:pt x="50" y="15"/>
                    <a:pt x="55" y="19"/>
                    <a:pt x="58" y="20"/>
                  </a:cubicBezTo>
                  <a:cubicBezTo>
                    <a:pt x="60" y="22"/>
                    <a:pt x="65" y="24"/>
                    <a:pt x="68" y="24"/>
                  </a:cubicBezTo>
                  <a:cubicBezTo>
                    <a:pt x="71" y="24"/>
                    <a:pt x="79" y="23"/>
                    <a:pt x="82" y="22"/>
                  </a:cubicBezTo>
                  <a:cubicBezTo>
                    <a:pt x="85" y="22"/>
                    <a:pt x="91" y="20"/>
                    <a:pt x="93" y="18"/>
                  </a:cubicBezTo>
                  <a:cubicBezTo>
                    <a:pt x="95" y="17"/>
                    <a:pt x="96" y="13"/>
                    <a:pt x="97" y="12"/>
                  </a:cubicBezTo>
                  <a:cubicBezTo>
                    <a:pt x="98" y="10"/>
                    <a:pt x="100" y="7"/>
                    <a:pt x="101" y="5"/>
                  </a:cubicBezTo>
                  <a:cubicBezTo>
                    <a:pt x="103" y="4"/>
                    <a:pt x="106" y="1"/>
                    <a:pt x="108" y="0"/>
                  </a:cubicBezTo>
                  <a:cubicBezTo>
                    <a:pt x="110" y="0"/>
                    <a:pt x="112" y="0"/>
                    <a:pt x="114" y="0"/>
                  </a:cubicBezTo>
                  <a:cubicBezTo>
                    <a:pt x="115" y="0"/>
                    <a:pt x="117" y="1"/>
                    <a:pt x="118" y="2"/>
                  </a:cubicBezTo>
                  <a:cubicBezTo>
                    <a:pt x="119" y="4"/>
                    <a:pt x="118" y="7"/>
                    <a:pt x="118" y="9"/>
                  </a:cubicBezTo>
                  <a:cubicBezTo>
                    <a:pt x="118" y="11"/>
                    <a:pt x="120" y="15"/>
                    <a:pt x="121" y="17"/>
                  </a:cubicBezTo>
                  <a:cubicBezTo>
                    <a:pt x="122" y="19"/>
                    <a:pt x="126" y="21"/>
                    <a:pt x="127" y="21"/>
                  </a:cubicBezTo>
                  <a:cubicBezTo>
                    <a:pt x="129" y="22"/>
                    <a:pt x="133" y="23"/>
                    <a:pt x="135" y="23"/>
                  </a:cubicBezTo>
                  <a:cubicBezTo>
                    <a:pt x="138" y="23"/>
                    <a:pt x="145" y="22"/>
                    <a:pt x="148" y="21"/>
                  </a:cubicBezTo>
                  <a:cubicBezTo>
                    <a:pt x="149" y="21"/>
                    <a:pt x="153" y="21"/>
                    <a:pt x="155" y="20"/>
                  </a:cubicBezTo>
                  <a:cubicBezTo>
                    <a:pt x="156" y="19"/>
                    <a:pt x="155" y="17"/>
                    <a:pt x="156" y="16"/>
                  </a:cubicBezTo>
                  <a:cubicBezTo>
                    <a:pt x="156" y="16"/>
                    <a:pt x="158" y="15"/>
                    <a:pt x="159" y="15"/>
                  </a:cubicBezTo>
                  <a:cubicBezTo>
                    <a:pt x="161" y="15"/>
                    <a:pt x="163" y="17"/>
                    <a:pt x="164" y="17"/>
                  </a:cubicBezTo>
                  <a:cubicBezTo>
                    <a:pt x="166" y="18"/>
                    <a:pt x="167" y="20"/>
                    <a:pt x="168" y="21"/>
                  </a:cubicBezTo>
                  <a:cubicBezTo>
                    <a:pt x="169" y="22"/>
                    <a:pt x="172" y="23"/>
                    <a:pt x="172" y="23"/>
                  </a:cubicBezTo>
                  <a:cubicBezTo>
                    <a:pt x="173" y="25"/>
                    <a:pt x="174" y="28"/>
                    <a:pt x="175" y="29"/>
                  </a:cubicBezTo>
                  <a:cubicBezTo>
                    <a:pt x="176" y="31"/>
                    <a:pt x="176" y="33"/>
                    <a:pt x="177" y="35"/>
                  </a:cubicBezTo>
                  <a:cubicBezTo>
                    <a:pt x="177" y="36"/>
                    <a:pt x="177" y="38"/>
                    <a:pt x="177" y="39"/>
                  </a:cubicBezTo>
                  <a:cubicBezTo>
                    <a:pt x="178" y="40"/>
                    <a:pt x="178" y="42"/>
                    <a:pt x="179" y="43"/>
                  </a:cubicBezTo>
                  <a:cubicBezTo>
                    <a:pt x="179" y="45"/>
                    <a:pt x="178" y="48"/>
                    <a:pt x="179" y="50"/>
                  </a:cubicBezTo>
                  <a:cubicBezTo>
                    <a:pt x="179" y="51"/>
                    <a:pt x="180" y="53"/>
                    <a:pt x="180" y="54"/>
                  </a:cubicBezTo>
                  <a:cubicBezTo>
                    <a:pt x="181" y="56"/>
                    <a:pt x="181" y="60"/>
                    <a:pt x="181" y="62"/>
                  </a:cubicBezTo>
                  <a:cubicBezTo>
                    <a:pt x="181" y="64"/>
                    <a:pt x="181" y="67"/>
                    <a:pt x="181" y="69"/>
                  </a:cubicBezTo>
                  <a:cubicBezTo>
                    <a:pt x="181" y="70"/>
                    <a:pt x="181" y="71"/>
                    <a:pt x="180" y="72"/>
                  </a:cubicBezTo>
                  <a:cubicBezTo>
                    <a:pt x="179" y="73"/>
                    <a:pt x="178" y="73"/>
                    <a:pt x="177" y="74"/>
                  </a:cubicBezTo>
                  <a:cubicBezTo>
                    <a:pt x="176" y="74"/>
                    <a:pt x="174" y="74"/>
                    <a:pt x="174" y="75"/>
                  </a:cubicBezTo>
                  <a:cubicBezTo>
                    <a:pt x="173" y="75"/>
                    <a:pt x="171" y="78"/>
                    <a:pt x="170" y="78"/>
                  </a:cubicBezTo>
                  <a:cubicBezTo>
                    <a:pt x="169" y="79"/>
                    <a:pt x="167" y="81"/>
                    <a:pt x="167" y="82"/>
                  </a:cubicBezTo>
                  <a:cubicBezTo>
                    <a:pt x="166" y="83"/>
                    <a:pt x="165" y="86"/>
                    <a:pt x="165" y="87"/>
                  </a:cubicBezTo>
                  <a:cubicBezTo>
                    <a:pt x="165" y="88"/>
                    <a:pt x="164" y="91"/>
                    <a:pt x="164" y="92"/>
                  </a:cubicBezTo>
                  <a:cubicBezTo>
                    <a:pt x="165" y="94"/>
                    <a:pt x="165" y="96"/>
                    <a:pt x="166" y="97"/>
                  </a:cubicBezTo>
                  <a:cubicBezTo>
                    <a:pt x="167" y="98"/>
                    <a:pt x="169" y="98"/>
                    <a:pt x="170" y="99"/>
                  </a:cubicBezTo>
                  <a:cubicBezTo>
                    <a:pt x="171" y="100"/>
                    <a:pt x="171" y="102"/>
                    <a:pt x="172" y="103"/>
                  </a:cubicBezTo>
                  <a:cubicBezTo>
                    <a:pt x="172" y="105"/>
                    <a:pt x="172" y="107"/>
                    <a:pt x="172" y="109"/>
                  </a:cubicBezTo>
                  <a:cubicBezTo>
                    <a:pt x="171" y="110"/>
                    <a:pt x="168" y="113"/>
                    <a:pt x="168" y="114"/>
                  </a:cubicBezTo>
                  <a:cubicBezTo>
                    <a:pt x="167" y="116"/>
                    <a:pt x="167" y="120"/>
                    <a:pt x="168" y="122"/>
                  </a:cubicBezTo>
                  <a:cubicBezTo>
                    <a:pt x="168" y="124"/>
                    <a:pt x="170" y="127"/>
                    <a:pt x="172" y="128"/>
                  </a:cubicBezTo>
                  <a:cubicBezTo>
                    <a:pt x="173" y="129"/>
                    <a:pt x="175" y="130"/>
                    <a:pt x="177" y="131"/>
                  </a:cubicBezTo>
                  <a:cubicBezTo>
                    <a:pt x="179" y="132"/>
                    <a:pt x="183" y="135"/>
                    <a:pt x="184" y="136"/>
                  </a:cubicBezTo>
                  <a:cubicBezTo>
                    <a:pt x="185" y="137"/>
                    <a:pt x="186" y="138"/>
                    <a:pt x="187" y="140"/>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140"/>
            <p:cNvSpPr>
              <a:spLocks/>
            </p:cNvSpPr>
            <p:nvPr/>
          </p:nvSpPr>
          <p:spPr bwMode="auto">
            <a:xfrm>
              <a:off x="1498601" y="2938463"/>
              <a:ext cx="449263" cy="279400"/>
            </a:xfrm>
            <a:custGeom>
              <a:avLst/>
              <a:gdLst/>
              <a:ahLst/>
              <a:cxnLst>
                <a:cxn ang="0">
                  <a:pos x="163" y="166"/>
                </a:cxn>
                <a:cxn ang="0">
                  <a:pos x="153" y="153"/>
                </a:cxn>
                <a:cxn ang="0">
                  <a:pos x="147" y="135"/>
                </a:cxn>
                <a:cxn ang="0">
                  <a:pos x="135" y="132"/>
                </a:cxn>
                <a:cxn ang="0">
                  <a:pos x="126" y="143"/>
                </a:cxn>
                <a:cxn ang="0">
                  <a:pos x="109" y="156"/>
                </a:cxn>
                <a:cxn ang="0">
                  <a:pos x="87" y="154"/>
                </a:cxn>
                <a:cxn ang="0">
                  <a:pos x="68" y="141"/>
                </a:cxn>
                <a:cxn ang="0">
                  <a:pos x="56" y="120"/>
                </a:cxn>
                <a:cxn ang="0">
                  <a:pos x="56" y="110"/>
                </a:cxn>
                <a:cxn ang="0">
                  <a:pos x="51" y="101"/>
                </a:cxn>
                <a:cxn ang="0">
                  <a:pos x="40" y="99"/>
                </a:cxn>
                <a:cxn ang="0">
                  <a:pos x="30" y="93"/>
                </a:cxn>
                <a:cxn ang="0">
                  <a:pos x="25" y="86"/>
                </a:cxn>
                <a:cxn ang="0">
                  <a:pos x="15" y="84"/>
                </a:cxn>
                <a:cxn ang="0">
                  <a:pos x="0" y="85"/>
                </a:cxn>
                <a:cxn ang="0">
                  <a:pos x="8" y="70"/>
                </a:cxn>
                <a:cxn ang="0">
                  <a:pos x="9" y="51"/>
                </a:cxn>
                <a:cxn ang="0">
                  <a:pos x="17" y="43"/>
                </a:cxn>
                <a:cxn ang="0">
                  <a:pos x="30" y="44"/>
                </a:cxn>
                <a:cxn ang="0">
                  <a:pos x="48" y="53"/>
                </a:cxn>
                <a:cxn ang="0">
                  <a:pos x="66" y="58"/>
                </a:cxn>
                <a:cxn ang="0">
                  <a:pos x="80" y="54"/>
                </a:cxn>
                <a:cxn ang="0">
                  <a:pos x="96" y="39"/>
                </a:cxn>
                <a:cxn ang="0">
                  <a:pos x="110" y="20"/>
                </a:cxn>
                <a:cxn ang="0">
                  <a:pos x="124" y="8"/>
                </a:cxn>
                <a:cxn ang="0">
                  <a:pos x="143" y="1"/>
                </a:cxn>
                <a:cxn ang="0">
                  <a:pos x="167" y="6"/>
                </a:cxn>
                <a:cxn ang="0">
                  <a:pos x="184" y="20"/>
                </a:cxn>
                <a:cxn ang="0">
                  <a:pos x="209" y="31"/>
                </a:cxn>
                <a:cxn ang="0">
                  <a:pos x="237" y="48"/>
                </a:cxn>
                <a:cxn ang="0">
                  <a:pos x="268" y="60"/>
                </a:cxn>
                <a:cxn ang="0">
                  <a:pos x="294" y="65"/>
                </a:cxn>
                <a:cxn ang="0">
                  <a:pos x="293" y="75"/>
                </a:cxn>
                <a:cxn ang="0">
                  <a:pos x="287" y="98"/>
                </a:cxn>
                <a:cxn ang="0">
                  <a:pos x="282" y="119"/>
                </a:cxn>
                <a:cxn ang="0">
                  <a:pos x="274" y="122"/>
                </a:cxn>
                <a:cxn ang="0">
                  <a:pos x="262" y="137"/>
                </a:cxn>
                <a:cxn ang="0">
                  <a:pos x="250" y="160"/>
                </a:cxn>
                <a:cxn ang="0">
                  <a:pos x="247" y="164"/>
                </a:cxn>
                <a:cxn ang="0">
                  <a:pos x="244" y="175"/>
                </a:cxn>
                <a:cxn ang="0">
                  <a:pos x="233" y="181"/>
                </a:cxn>
                <a:cxn ang="0">
                  <a:pos x="215" y="179"/>
                </a:cxn>
                <a:cxn ang="0">
                  <a:pos x="188" y="179"/>
                </a:cxn>
                <a:cxn ang="0">
                  <a:pos x="166" y="170"/>
                </a:cxn>
              </a:cxnLst>
              <a:rect l="0" t="0" r="r" b="b"/>
              <a:pathLst>
                <a:path w="294" h="182">
                  <a:moveTo>
                    <a:pt x="163" y="166"/>
                  </a:moveTo>
                  <a:cubicBezTo>
                    <a:pt x="163" y="166"/>
                    <a:pt x="163" y="166"/>
                    <a:pt x="163" y="166"/>
                  </a:cubicBezTo>
                  <a:cubicBezTo>
                    <a:pt x="162" y="164"/>
                    <a:pt x="160" y="161"/>
                    <a:pt x="158" y="160"/>
                  </a:cubicBezTo>
                  <a:cubicBezTo>
                    <a:pt x="157" y="158"/>
                    <a:pt x="154" y="154"/>
                    <a:pt x="153" y="153"/>
                  </a:cubicBezTo>
                  <a:cubicBezTo>
                    <a:pt x="152" y="150"/>
                    <a:pt x="150" y="145"/>
                    <a:pt x="149" y="142"/>
                  </a:cubicBezTo>
                  <a:cubicBezTo>
                    <a:pt x="148" y="140"/>
                    <a:pt x="148" y="137"/>
                    <a:pt x="147" y="135"/>
                  </a:cubicBezTo>
                  <a:cubicBezTo>
                    <a:pt x="146" y="134"/>
                    <a:pt x="144" y="133"/>
                    <a:pt x="142" y="132"/>
                  </a:cubicBezTo>
                  <a:cubicBezTo>
                    <a:pt x="141" y="132"/>
                    <a:pt x="137" y="131"/>
                    <a:pt x="135" y="132"/>
                  </a:cubicBezTo>
                  <a:cubicBezTo>
                    <a:pt x="134" y="132"/>
                    <a:pt x="131" y="135"/>
                    <a:pt x="130" y="136"/>
                  </a:cubicBezTo>
                  <a:cubicBezTo>
                    <a:pt x="129" y="138"/>
                    <a:pt x="127" y="142"/>
                    <a:pt x="126" y="143"/>
                  </a:cubicBezTo>
                  <a:cubicBezTo>
                    <a:pt x="124" y="146"/>
                    <a:pt x="120" y="151"/>
                    <a:pt x="117" y="153"/>
                  </a:cubicBezTo>
                  <a:cubicBezTo>
                    <a:pt x="115" y="154"/>
                    <a:pt x="111" y="156"/>
                    <a:pt x="109" y="156"/>
                  </a:cubicBezTo>
                  <a:cubicBezTo>
                    <a:pt x="107" y="156"/>
                    <a:pt x="102" y="156"/>
                    <a:pt x="100" y="156"/>
                  </a:cubicBezTo>
                  <a:cubicBezTo>
                    <a:pt x="97" y="156"/>
                    <a:pt x="90" y="155"/>
                    <a:pt x="87" y="154"/>
                  </a:cubicBezTo>
                  <a:cubicBezTo>
                    <a:pt x="84" y="153"/>
                    <a:pt x="79" y="151"/>
                    <a:pt x="77" y="149"/>
                  </a:cubicBezTo>
                  <a:cubicBezTo>
                    <a:pt x="74" y="147"/>
                    <a:pt x="70" y="143"/>
                    <a:pt x="68" y="141"/>
                  </a:cubicBezTo>
                  <a:cubicBezTo>
                    <a:pt x="65" y="139"/>
                    <a:pt x="60" y="133"/>
                    <a:pt x="59" y="130"/>
                  </a:cubicBezTo>
                  <a:cubicBezTo>
                    <a:pt x="58" y="128"/>
                    <a:pt x="57" y="123"/>
                    <a:pt x="56" y="120"/>
                  </a:cubicBezTo>
                  <a:cubicBezTo>
                    <a:pt x="55" y="119"/>
                    <a:pt x="55" y="116"/>
                    <a:pt x="55" y="115"/>
                  </a:cubicBezTo>
                  <a:cubicBezTo>
                    <a:pt x="55" y="114"/>
                    <a:pt x="56" y="111"/>
                    <a:pt x="56" y="110"/>
                  </a:cubicBezTo>
                  <a:cubicBezTo>
                    <a:pt x="56" y="109"/>
                    <a:pt x="55" y="105"/>
                    <a:pt x="54" y="104"/>
                  </a:cubicBezTo>
                  <a:cubicBezTo>
                    <a:pt x="54" y="103"/>
                    <a:pt x="52" y="101"/>
                    <a:pt x="51" y="101"/>
                  </a:cubicBezTo>
                  <a:cubicBezTo>
                    <a:pt x="50" y="101"/>
                    <a:pt x="47" y="101"/>
                    <a:pt x="46" y="101"/>
                  </a:cubicBezTo>
                  <a:cubicBezTo>
                    <a:pt x="44" y="101"/>
                    <a:pt x="41" y="100"/>
                    <a:pt x="40" y="99"/>
                  </a:cubicBezTo>
                  <a:cubicBezTo>
                    <a:pt x="39" y="99"/>
                    <a:pt x="36" y="98"/>
                    <a:pt x="35" y="97"/>
                  </a:cubicBezTo>
                  <a:cubicBezTo>
                    <a:pt x="34" y="96"/>
                    <a:pt x="31" y="94"/>
                    <a:pt x="30" y="93"/>
                  </a:cubicBezTo>
                  <a:cubicBezTo>
                    <a:pt x="30" y="92"/>
                    <a:pt x="29" y="89"/>
                    <a:pt x="28" y="88"/>
                  </a:cubicBezTo>
                  <a:cubicBezTo>
                    <a:pt x="28" y="88"/>
                    <a:pt x="26" y="87"/>
                    <a:pt x="25" y="86"/>
                  </a:cubicBezTo>
                  <a:cubicBezTo>
                    <a:pt x="24" y="86"/>
                    <a:pt x="21" y="86"/>
                    <a:pt x="20" y="86"/>
                  </a:cubicBezTo>
                  <a:cubicBezTo>
                    <a:pt x="18" y="86"/>
                    <a:pt x="16" y="84"/>
                    <a:pt x="15" y="84"/>
                  </a:cubicBezTo>
                  <a:cubicBezTo>
                    <a:pt x="12" y="84"/>
                    <a:pt x="7" y="84"/>
                    <a:pt x="4" y="84"/>
                  </a:cubicBezTo>
                  <a:cubicBezTo>
                    <a:pt x="4" y="84"/>
                    <a:pt x="2" y="84"/>
                    <a:pt x="0" y="85"/>
                  </a:cubicBezTo>
                  <a:cubicBezTo>
                    <a:pt x="1" y="83"/>
                    <a:pt x="2" y="82"/>
                    <a:pt x="3" y="80"/>
                  </a:cubicBezTo>
                  <a:cubicBezTo>
                    <a:pt x="5" y="78"/>
                    <a:pt x="7" y="73"/>
                    <a:pt x="8" y="70"/>
                  </a:cubicBezTo>
                  <a:cubicBezTo>
                    <a:pt x="9" y="68"/>
                    <a:pt x="9" y="63"/>
                    <a:pt x="9" y="60"/>
                  </a:cubicBezTo>
                  <a:cubicBezTo>
                    <a:pt x="9" y="58"/>
                    <a:pt x="8" y="53"/>
                    <a:pt x="9" y="51"/>
                  </a:cubicBezTo>
                  <a:cubicBezTo>
                    <a:pt x="9" y="49"/>
                    <a:pt x="11" y="47"/>
                    <a:pt x="13" y="45"/>
                  </a:cubicBezTo>
                  <a:cubicBezTo>
                    <a:pt x="14" y="44"/>
                    <a:pt x="16" y="43"/>
                    <a:pt x="17" y="43"/>
                  </a:cubicBezTo>
                  <a:cubicBezTo>
                    <a:pt x="18" y="42"/>
                    <a:pt x="22" y="42"/>
                    <a:pt x="24" y="42"/>
                  </a:cubicBezTo>
                  <a:cubicBezTo>
                    <a:pt x="25" y="42"/>
                    <a:pt x="29" y="44"/>
                    <a:pt x="30" y="44"/>
                  </a:cubicBezTo>
                  <a:cubicBezTo>
                    <a:pt x="33" y="45"/>
                    <a:pt x="37" y="46"/>
                    <a:pt x="39" y="47"/>
                  </a:cubicBezTo>
                  <a:cubicBezTo>
                    <a:pt x="41" y="48"/>
                    <a:pt x="46" y="51"/>
                    <a:pt x="48" y="53"/>
                  </a:cubicBezTo>
                  <a:cubicBezTo>
                    <a:pt x="50" y="54"/>
                    <a:pt x="55" y="58"/>
                    <a:pt x="57" y="58"/>
                  </a:cubicBezTo>
                  <a:cubicBezTo>
                    <a:pt x="59" y="59"/>
                    <a:pt x="64" y="58"/>
                    <a:pt x="66" y="58"/>
                  </a:cubicBezTo>
                  <a:cubicBezTo>
                    <a:pt x="67" y="57"/>
                    <a:pt x="71" y="57"/>
                    <a:pt x="72" y="57"/>
                  </a:cubicBezTo>
                  <a:cubicBezTo>
                    <a:pt x="74" y="56"/>
                    <a:pt x="78" y="55"/>
                    <a:pt x="80" y="54"/>
                  </a:cubicBezTo>
                  <a:cubicBezTo>
                    <a:pt x="82" y="53"/>
                    <a:pt x="85" y="50"/>
                    <a:pt x="87" y="49"/>
                  </a:cubicBezTo>
                  <a:cubicBezTo>
                    <a:pt x="89" y="46"/>
                    <a:pt x="94" y="42"/>
                    <a:pt x="96" y="39"/>
                  </a:cubicBezTo>
                  <a:cubicBezTo>
                    <a:pt x="99" y="36"/>
                    <a:pt x="104" y="30"/>
                    <a:pt x="106" y="27"/>
                  </a:cubicBezTo>
                  <a:cubicBezTo>
                    <a:pt x="107" y="25"/>
                    <a:pt x="109" y="22"/>
                    <a:pt x="110" y="20"/>
                  </a:cubicBezTo>
                  <a:cubicBezTo>
                    <a:pt x="112" y="18"/>
                    <a:pt x="116" y="14"/>
                    <a:pt x="118" y="12"/>
                  </a:cubicBezTo>
                  <a:cubicBezTo>
                    <a:pt x="119" y="11"/>
                    <a:pt x="122" y="9"/>
                    <a:pt x="124" y="8"/>
                  </a:cubicBezTo>
                  <a:cubicBezTo>
                    <a:pt x="126" y="7"/>
                    <a:pt x="131" y="4"/>
                    <a:pt x="133" y="3"/>
                  </a:cubicBezTo>
                  <a:cubicBezTo>
                    <a:pt x="136" y="2"/>
                    <a:pt x="141" y="1"/>
                    <a:pt x="143" y="1"/>
                  </a:cubicBezTo>
                  <a:cubicBezTo>
                    <a:pt x="146" y="0"/>
                    <a:pt x="153" y="1"/>
                    <a:pt x="156" y="1"/>
                  </a:cubicBezTo>
                  <a:cubicBezTo>
                    <a:pt x="159" y="2"/>
                    <a:pt x="164" y="4"/>
                    <a:pt x="167" y="6"/>
                  </a:cubicBezTo>
                  <a:cubicBezTo>
                    <a:pt x="169" y="7"/>
                    <a:pt x="172" y="10"/>
                    <a:pt x="174" y="12"/>
                  </a:cubicBezTo>
                  <a:cubicBezTo>
                    <a:pt x="177" y="14"/>
                    <a:pt x="181" y="19"/>
                    <a:pt x="184" y="20"/>
                  </a:cubicBezTo>
                  <a:cubicBezTo>
                    <a:pt x="187" y="22"/>
                    <a:pt x="194" y="25"/>
                    <a:pt x="198" y="26"/>
                  </a:cubicBezTo>
                  <a:cubicBezTo>
                    <a:pt x="201" y="27"/>
                    <a:pt x="207" y="30"/>
                    <a:pt x="209" y="31"/>
                  </a:cubicBezTo>
                  <a:cubicBezTo>
                    <a:pt x="211" y="32"/>
                    <a:pt x="215" y="35"/>
                    <a:pt x="217" y="36"/>
                  </a:cubicBezTo>
                  <a:cubicBezTo>
                    <a:pt x="222" y="40"/>
                    <a:pt x="231" y="46"/>
                    <a:pt x="237" y="48"/>
                  </a:cubicBezTo>
                  <a:cubicBezTo>
                    <a:pt x="241" y="51"/>
                    <a:pt x="250" y="54"/>
                    <a:pt x="254" y="56"/>
                  </a:cubicBezTo>
                  <a:cubicBezTo>
                    <a:pt x="258" y="57"/>
                    <a:pt x="265" y="59"/>
                    <a:pt x="268" y="60"/>
                  </a:cubicBezTo>
                  <a:cubicBezTo>
                    <a:pt x="271" y="60"/>
                    <a:pt x="276" y="61"/>
                    <a:pt x="279" y="62"/>
                  </a:cubicBezTo>
                  <a:cubicBezTo>
                    <a:pt x="282" y="63"/>
                    <a:pt x="289" y="64"/>
                    <a:pt x="294" y="65"/>
                  </a:cubicBezTo>
                  <a:cubicBezTo>
                    <a:pt x="294" y="67"/>
                    <a:pt x="294" y="68"/>
                    <a:pt x="294" y="69"/>
                  </a:cubicBezTo>
                  <a:cubicBezTo>
                    <a:pt x="294" y="70"/>
                    <a:pt x="293" y="73"/>
                    <a:pt x="293" y="75"/>
                  </a:cubicBezTo>
                  <a:cubicBezTo>
                    <a:pt x="293" y="77"/>
                    <a:pt x="291" y="82"/>
                    <a:pt x="290" y="85"/>
                  </a:cubicBezTo>
                  <a:cubicBezTo>
                    <a:pt x="289" y="88"/>
                    <a:pt x="288" y="94"/>
                    <a:pt x="287" y="98"/>
                  </a:cubicBezTo>
                  <a:cubicBezTo>
                    <a:pt x="286" y="100"/>
                    <a:pt x="285" y="105"/>
                    <a:pt x="285" y="108"/>
                  </a:cubicBezTo>
                  <a:cubicBezTo>
                    <a:pt x="284" y="111"/>
                    <a:pt x="283" y="117"/>
                    <a:pt x="282" y="119"/>
                  </a:cubicBezTo>
                  <a:cubicBezTo>
                    <a:pt x="282" y="120"/>
                    <a:pt x="280" y="121"/>
                    <a:pt x="280" y="122"/>
                  </a:cubicBezTo>
                  <a:cubicBezTo>
                    <a:pt x="278" y="122"/>
                    <a:pt x="275" y="121"/>
                    <a:pt x="274" y="122"/>
                  </a:cubicBezTo>
                  <a:cubicBezTo>
                    <a:pt x="272" y="122"/>
                    <a:pt x="270" y="126"/>
                    <a:pt x="269" y="128"/>
                  </a:cubicBezTo>
                  <a:cubicBezTo>
                    <a:pt x="267" y="130"/>
                    <a:pt x="264" y="134"/>
                    <a:pt x="262" y="137"/>
                  </a:cubicBezTo>
                  <a:cubicBezTo>
                    <a:pt x="260" y="140"/>
                    <a:pt x="256" y="146"/>
                    <a:pt x="254" y="149"/>
                  </a:cubicBezTo>
                  <a:cubicBezTo>
                    <a:pt x="253" y="152"/>
                    <a:pt x="250" y="157"/>
                    <a:pt x="250" y="160"/>
                  </a:cubicBezTo>
                  <a:cubicBezTo>
                    <a:pt x="250" y="161"/>
                    <a:pt x="250" y="163"/>
                    <a:pt x="250" y="164"/>
                  </a:cubicBezTo>
                  <a:cubicBezTo>
                    <a:pt x="249" y="164"/>
                    <a:pt x="248" y="164"/>
                    <a:pt x="247" y="164"/>
                  </a:cubicBezTo>
                  <a:cubicBezTo>
                    <a:pt x="246" y="165"/>
                    <a:pt x="245" y="168"/>
                    <a:pt x="244" y="170"/>
                  </a:cubicBezTo>
                  <a:cubicBezTo>
                    <a:pt x="244" y="171"/>
                    <a:pt x="245" y="174"/>
                    <a:pt x="244" y="175"/>
                  </a:cubicBezTo>
                  <a:cubicBezTo>
                    <a:pt x="244" y="177"/>
                    <a:pt x="242" y="180"/>
                    <a:pt x="241" y="181"/>
                  </a:cubicBezTo>
                  <a:cubicBezTo>
                    <a:pt x="239" y="182"/>
                    <a:pt x="235" y="182"/>
                    <a:pt x="233" y="181"/>
                  </a:cubicBezTo>
                  <a:cubicBezTo>
                    <a:pt x="231" y="181"/>
                    <a:pt x="227" y="180"/>
                    <a:pt x="225" y="179"/>
                  </a:cubicBezTo>
                  <a:cubicBezTo>
                    <a:pt x="223" y="179"/>
                    <a:pt x="217" y="179"/>
                    <a:pt x="215" y="179"/>
                  </a:cubicBezTo>
                  <a:cubicBezTo>
                    <a:pt x="212" y="179"/>
                    <a:pt x="206" y="181"/>
                    <a:pt x="203" y="181"/>
                  </a:cubicBezTo>
                  <a:cubicBezTo>
                    <a:pt x="199" y="180"/>
                    <a:pt x="192" y="179"/>
                    <a:pt x="188" y="179"/>
                  </a:cubicBezTo>
                  <a:cubicBezTo>
                    <a:pt x="185" y="178"/>
                    <a:pt x="177" y="175"/>
                    <a:pt x="174" y="174"/>
                  </a:cubicBezTo>
                  <a:cubicBezTo>
                    <a:pt x="172" y="173"/>
                    <a:pt x="168" y="171"/>
                    <a:pt x="166" y="170"/>
                  </a:cubicBezTo>
                  <a:cubicBezTo>
                    <a:pt x="165" y="169"/>
                    <a:pt x="164" y="167"/>
                    <a:pt x="163" y="16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141"/>
            <p:cNvSpPr>
              <a:spLocks/>
            </p:cNvSpPr>
            <p:nvPr/>
          </p:nvSpPr>
          <p:spPr bwMode="auto">
            <a:xfrm>
              <a:off x="1614488" y="3656013"/>
              <a:ext cx="9525" cy="7938"/>
            </a:xfrm>
            <a:custGeom>
              <a:avLst/>
              <a:gdLst/>
              <a:ahLst/>
              <a:cxnLst>
                <a:cxn ang="0">
                  <a:pos x="7" y="3"/>
                </a:cxn>
                <a:cxn ang="0">
                  <a:pos x="4" y="1"/>
                </a:cxn>
                <a:cxn ang="0">
                  <a:pos x="1" y="1"/>
                </a:cxn>
                <a:cxn ang="0">
                  <a:pos x="1" y="3"/>
                </a:cxn>
                <a:cxn ang="0">
                  <a:pos x="4" y="5"/>
                </a:cxn>
                <a:cxn ang="0">
                  <a:pos x="6" y="5"/>
                </a:cxn>
                <a:cxn ang="0">
                  <a:pos x="7" y="3"/>
                </a:cxn>
              </a:cxnLst>
              <a:rect l="0" t="0" r="r" b="b"/>
              <a:pathLst>
                <a:path w="7" h="5">
                  <a:moveTo>
                    <a:pt x="7" y="3"/>
                  </a:moveTo>
                  <a:cubicBezTo>
                    <a:pt x="7" y="2"/>
                    <a:pt x="5" y="1"/>
                    <a:pt x="4" y="1"/>
                  </a:cubicBezTo>
                  <a:cubicBezTo>
                    <a:pt x="3" y="0"/>
                    <a:pt x="1" y="0"/>
                    <a:pt x="1" y="1"/>
                  </a:cubicBezTo>
                  <a:cubicBezTo>
                    <a:pt x="0" y="1"/>
                    <a:pt x="0" y="3"/>
                    <a:pt x="1" y="3"/>
                  </a:cubicBezTo>
                  <a:cubicBezTo>
                    <a:pt x="1" y="4"/>
                    <a:pt x="3" y="5"/>
                    <a:pt x="4" y="5"/>
                  </a:cubicBezTo>
                  <a:cubicBezTo>
                    <a:pt x="4" y="5"/>
                    <a:pt x="6" y="5"/>
                    <a:pt x="6" y="5"/>
                  </a:cubicBezTo>
                  <a:cubicBezTo>
                    <a:pt x="7" y="5"/>
                    <a:pt x="7" y="3"/>
                    <a:pt x="7" y="3"/>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42"/>
            <p:cNvSpPr>
              <a:spLocks/>
            </p:cNvSpPr>
            <p:nvPr/>
          </p:nvSpPr>
          <p:spPr bwMode="auto">
            <a:xfrm>
              <a:off x="1612901" y="3644900"/>
              <a:ext cx="7938" cy="7938"/>
            </a:xfrm>
            <a:custGeom>
              <a:avLst/>
              <a:gdLst/>
              <a:ahLst/>
              <a:cxnLst>
                <a:cxn ang="0">
                  <a:pos x="5" y="2"/>
                </a:cxn>
                <a:cxn ang="0">
                  <a:pos x="4" y="4"/>
                </a:cxn>
                <a:cxn ang="0">
                  <a:pos x="1" y="4"/>
                </a:cxn>
                <a:cxn ang="0">
                  <a:pos x="0" y="2"/>
                </a:cxn>
                <a:cxn ang="0">
                  <a:pos x="1" y="0"/>
                </a:cxn>
                <a:cxn ang="0">
                  <a:pos x="4" y="1"/>
                </a:cxn>
                <a:cxn ang="0">
                  <a:pos x="5" y="2"/>
                </a:cxn>
              </a:cxnLst>
              <a:rect l="0" t="0" r="r" b="b"/>
              <a:pathLst>
                <a:path w="5" h="5">
                  <a:moveTo>
                    <a:pt x="5" y="2"/>
                  </a:moveTo>
                  <a:cubicBezTo>
                    <a:pt x="5" y="3"/>
                    <a:pt x="4" y="4"/>
                    <a:pt x="4" y="4"/>
                  </a:cubicBezTo>
                  <a:cubicBezTo>
                    <a:pt x="3" y="4"/>
                    <a:pt x="2" y="5"/>
                    <a:pt x="1" y="4"/>
                  </a:cubicBezTo>
                  <a:cubicBezTo>
                    <a:pt x="0" y="4"/>
                    <a:pt x="0" y="3"/>
                    <a:pt x="0" y="2"/>
                  </a:cubicBezTo>
                  <a:cubicBezTo>
                    <a:pt x="0" y="1"/>
                    <a:pt x="1" y="1"/>
                    <a:pt x="1" y="0"/>
                  </a:cubicBezTo>
                  <a:cubicBezTo>
                    <a:pt x="2" y="0"/>
                    <a:pt x="3" y="0"/>
                    <a:pt x="4" y="1"/>
                  </a:cubicBezTo>
                  <a:cubicBezTo>
                    <a:pt x="4" y="1"/>
                    <a:pt x="5" y="2"/>
                    <a:pt x="5"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143"/>
            <p:cNvSpPr>
              <a:spLocks/>
            </p:cNvSpPr>
            <p:nvPr/>
          </p:nvSpPr>
          <p:spPr bwMode="auto">
            <a:xfrm>
              <a:off x="1625601" y="3722688"/>
              <a:ext cx="14288" cy="22225"/>
            </a:xfrm>
            <a:custGeom>
              <a:avLst/>
              <a:gdLst/>
              <a:ahLst/>
              <a:cxnLst>
                <a:cxn ang="0">
                  <a:pos x="9" y="2"/>
                </a:cxn>
                <a:cxn ang="0">
                  <a:pos x="6" y="7"/>
                </a:cxn>
                <a:cxn ang="0">
                  <a:pos x="5" y="11"/>
                </a:cxn>
                <a:cxn ang="0">
                  <a:pos x="3" y="14"/>
                </a:cxn>
                <a:cxn ang="0">
                  <a:pos x="1" y="11"/>
                </a:cxn>
                <a:cxn ang="0">
                  <a:pos x="2" y="6"/>
                </a:cxn>
                <a:cxn ang="0">
                  <a:pos x="1" y="2"/>
                </a:cxn>
                <a:cxn ang="0">
                  <a:pos x="4" y="0"/>
                </a:cxn>
                <a:cxn ang="0">
                  <a:pos x="6" y="0"/>
                </a:cxn>
                <a:cxn ang="0">
                  <a:pos x="9" y="2"/>
                </a:cxn>
              </a:cxnLst>
              <a:rect l="0" t="0" r="r" b="b"/>
              <a:pathLst>
                <a:path w="9" h="14">
                  <a:moveTo>
                    <a:pt x="9" y="2"/>
                  </a:moveTo>
                  <a:cubicBezTo>
                    <a:pt x="9" y="4"/>
                    <a:pt x="6" y="5"/>
                    <a:pt x="6" y="7"/>
                  </a:cubicBezTo>
                  <a:cubicBezTo>
                    <a:pt x="5" y="8"/>
                    <a:pt x="5" y="10"/>
                    <a:pt x="5" y="11"/>
                  </a:cubicBezTo>
                  <a:cubicBezTo>
                    <a:pt x="5" y="12"/>
                    <a:pt x="4" y="14"/>
                    <a:pt x="3" y="14"/>
                  </a:cubicBezTo>
                  <a:cubicBezTo>
                    <a:pt x="2" y="14"/>
                    <a:pt x="1" y="12"/>
                    <a:pt x="1" y="11"/>
                  </a:cubicBezTo>
                  <a:cubicBezTo>
                    <a:pt x="0" y="10"/>
                    <a:pt x="2" y="7"/>
                    <a:pt x="2" y="6"/>
                  </a:cubicBezTo>
                  <a:cubicBezTo>
                    <a:pt x="2" y="5"/>
                    <a:pt x="1" y="3"/>
                    <a:pt x="1" y="2"/>
                  </a:cubicBezTo>
                  <a:cubicBezTo>
                    <a:pt x="2" y="1"/>
                    <a:pt x="3" y="0"/>
                    <a:pt x="4" y="0"/>
                  </a:cubicBezTo>
                  <a:cubicBezTo>
                    <a:pt x="4" y="0"/>
                    <a:pt x="6" y="0"/>
                    <a:pt x="6" y="0"/>
                  </a:cubicBezTo>
                  <a:cubicBezTo>
                    <a:pt x="7" y="0"/>
                    <a:pt x="9" y="1"/>
                    <a:pt x="9" y="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44"/>
            <p:cNvSpPr>
              <a:spLocks/>
            </p:cNvSpPr>
            <p:nvPr/>
          </p:nvSpPr>
          <p:spPr bwMode="auto">
            <a:xfrm>
              <a:off x="1649413" y="3741738"/>
              <a:ext cx="12700" cy="20638"/>
            </a:xfrm>
            <a:custGeom>
              <a:avLst/>
              <a:gdLst/>
              <a:ahLst/>
              <a:cxnLst>
                <a:cxn ang="0">
                  <a:pos x="8" y="1"/>
                </a:cxn>
                <a:cxn ang="0">
                  <a:pos x="4" y="0"/>
                </a:cxn>
                <a:cxn ang="0">
                  <a:pos x="2" y="3"/>
                </a:cxn>
                <a:cxn ang="0">
                  <a:pos x="0" y="8"/>
                </a:cxn>
                <a:cxn ang="0">
                  <a:pos x="2" y="13"/>
                </a:cxn>
                <a:cxn ang="0">
                  <a:pos x="6" y="12"/>
                </a:cxn>
                <a:cxn ang="0">
                  <a:pos x="8" y="9"/>
                </a:cxn>
                <a:cxn ang="0">
                  <a:pos x="9" y="5"/>
                </a:cxn>
                <a:cxn ang="0">
                  <a:pos x="8" y="1"/>
                </a:cxn>
              </a:cxnLst>
              <a:rect l="0" t="0" r="r" b="b"/>
              <a:pathLst>
                <a:path w="9" h="14">
                  <a:moveTo>
                    <a:pt x="8" y="1"/>
                  </a:moveTo>
                  <a:cubicBezTo>
                    <a:pt x="7" y="0"/>
                    <a:pt x="5" y="0"/>
                    <a:pt x="4" y="0"/>
                  </a:cubicBezTo>
                  <a:cubicBezTo>
                    <a:pt x="3" y="0"/>
                    <a:pt x="2" y="2"/>
                    <a:pt x="2" y="3"/>
                  </a:cubicBezTo>
                  <a:cubicBezTo>
                    <a:pt x="1" y="4"/>
                    <a:pt x="0" y="7"/>
                    <a:pt x="0" y="8"/>
                  </a:cubicBezTo>
                  <a:cubicBezTo>
                    <a:pt x="0" y="9"/>
                    <a:pt x="1" y="12"/>
                    <a:pt x="2" y="13"/>
                  </a:cubicBezTo>
                  <a:cubicBezTo>
                    <a:pt x="3" y="14"/>
                    <a:pt x="5" y="13"/>
                    <a:pt x="6" y="12"/>
                  </a:cubicBezTo>
                  <a:cubicBezTo>
                    <a:pt x="7" y="12"/>
                    <a:pt x="8" y="10"/>
                    <a:pt x="8" y="9"/>
                  </a:cubicBezTo>
                  <a:cubicBezTo>
                    <a:pt x="9" y="8"/>
                    <a:pt x="9" y="6"/>
                    <a:pt x="9" y="5"/>
                  </a:cubicBezTo>
                  <a:cubicBezTo>
                    <a:pt x="9" y="4"/>
                    <a:pt x="8" y="2"/>
                    <a:pt x="8" y="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45"/>
            <p:cNvSpPr>
              <a:spLocks/>
            </p:cNvSpPr>
            <p:nvPr/>
          </p:nvSpPr>
          <p:spPr bwMode="auto">
            <a:xfrm>
              <a:off x="1579563" y="3384550"/>
              <a:ext cx="349250" cy="374650"/>
            </a:xfrm>
            <a:custGeom>
              <a:avLst/>
              <a:gdLst/>
              <a:ahLst/>
              <a:cxnLst>
                <a:cxn ang="0">
                  <a:pos x="134" y="11"/>
                </a:cxn>
                <a:cxn ang="0">
                  <a:pos x="124" y="24"/>
                </a:cxn>
                <a:cxn ang="0">
                  <a:pos x="120" y="37"/>
                </a:cxn>
                <a:cxn ang="0">
                  <a:pos x="134" y="52"/>
                </a:cxn>
                <a:cxn ang="0">
                  <a:pos x="150" y="73"/>
                </a:cxn>
                <a:cxn ang="0">
                  <a:pos x="167" y="96"/>
                </a:cxn>
                <a:cxn ang="0">
                  <a:pos x="190" y="98"/>
                </a:cxn>
                <a:cxn ang="0">
                  <a:pos x="199" y="118"/>
                </a:cxn>
                <a:cxn ang="0">
                  <a:pos x="204" y="139"/>
                </a:cxn>
                <a:cxn ang="0">
                  <a:pos x="215" y="151"/>
                </a:cxn>
                <a:cxn ang="0">
                  <a:pos x="220" y="169"/>
                </a:cxn>
                <a:cxn ang="0">
                  <a:pos x="223" y="188"/>
                </a:cxn>
                <a:cxn ang="0">
                  <a:pos x="228" y="206"/>
                </a:cxn>
                <a:cxn ang="0">
                  <a:pos x="228" y="228"/>
                </a:cxn>
                <a:cxn ang="0">
                  <a:pos x="215" y="236"/>
                </a:cxn>
                <a:cxn ang="0">
                  <a:pos x="203" y="241"/>
                </a:cxn>
                <a:cxn ang="0">
                  <a:pos x="195" y="228"/>
                </a:cxn>
                <a:cxn ang="0">
                  <a:pos x="180" y="206"/>
                </a:cxn>
                <a:cxn ang="0">
                  <a:pos x="176" y="190"/>
                </a:cxn>
                <a:cxn ang="0">
                  <a:pos x="166" y="190"/>
                </a:cxn>
                <a:cxn ang="0">
                  <a:pos x="154" y="186"/>
                </a:cxn>
                <a:cxn ang="0">
                  <a:pos x="155" y="178"/>
                </a:cxn>
                <a:cxn ang="0">
                  <a:pos x="159" y="169"/>
                </a:cxn>
                <a:cxn ang="0">
                  <a:pos x="148" y="156"/>
                </a:cxn>
                <a:cxn ang="0">
                  <a:pos x="142" y="147"/>
                </a:cxn>
                <a:cxn ang="0">
                  <a:pos x="118" y="147"/>
                </a:cxn>
                <a:cxn ang="0">
                  <a:pos x="102" y="157"/>
                </a:cxn>
                <a:cxn ang="0">
                  <a:pos x="92" y="185"/>
                </a:cxn>
                <a:cxn ang="0">
                  <a:pos x="97" y="205"/>
                </a:cxn>
                <a:cxn ang="0">
                  <a:pos x="100" y="220"/>
                </a:cxn>
                <a:cxn ang="0">
                  <a:pos x="94" y="233"/>
                </a:cxn>
                <a:cxn ang="0">
                  <a:pos x="84" y="241"/>
                </a:cxn>
                <a:cxn ang="0">
                  <a:pos x="75" y="245"/>
                </a:cxn>
                <a:cxn ang="0">
                  <a:pos x="72" y="232"/>
                </a:cxn>
                <a:cxn ang="0">
                  <a:pos x="64" y="218"/>
                </a:cxn>
                <a:cxn ang="0">
                  <a:pos x="44" y="215"/>
                </a:cxn>
                <a:cxn ang="0">
                  <a:pos x="33" y="202"/>
                </a:cxn>
                <a:cxn ang="0">
                  <a:pos x="35" y="190"/>
                </a:cxn>
                <a:cxn ang="0">
                  <a:pos x="38" y="177"/>
                </a:cxn>
                <a:cxn ang="0">
                  <a:pos x="34" y="167"/>
                </a:cxn>
                <a:cxn ang="0">
                  <a:pos x="26" y="165"/>
                </a:cxn>
                <a:cxn ang="0">
                  <a:pos x="20" y="150"/>
                </a:cxn>
                <a:cxn ang="0">
                  <a:pos x="3" y="132"/>
                </a:cxn>
                <a:cxn ang="0">
                  <a:pos x="1" y="100"/>
                </a:cxn>
                <a:cxn ang="0">
                  <a:pos x="9" y="81"/>
                </a:cxn>
                <a:cxn ang="0">
                  <a:pos x="28" y="66"/>
                </a:cxn>
                <a:cxn ang="0">
                  <a:pos x="37" y="52"/>
                </a:cxn>
                <a:cxn ang="0">
                  <a:pos x="32" y="24"/>
                </a:cxn>
                <a:cxn ang="0">
                  <a:pos x="48" y="25"/>
                </a:cxn>
                <a:cxn ang="0">
                  <a:pos x="62" y="21"/>
                </a:cxn>
                <a:cxn ang="0">
                  <a:pos x="73" y="12"/>
                </a:cxn>
                <a:cxn ang="0">
                  <a:pos x="81" y="1"/>
                </a:cxn>
                <a:cxn ang="0">
                  <a:pos x="91" y="10"/>
                </a:cxn>
                <a:cxn ang="0">
                  <a:pos x="102" y="22"/>
                </a:cxn>
                <a:cxn ang="0">
                  <a:pos x="115" y="12"/>
                </a:cxn>
                <a:cxn ang="0">
                  <a:pos x="125" y="2"/>
                </a:cxn>
                <a:cxn ang="0">
                  <a:pos x="134" y="5"/>
                </a:cxn>
              </a:cxnLst>
              <a:rect l="0" t="0" r="r" b="b"/>
              <a:pathLst>
                <a:path w="229" h="245">
                  <a:moveTo>
                    <a:pt x="134" y="6"/>
                  </a:moveTo>
                  <a:cubicBezTo>
                    <a:pt x="135" y="8"/>
                    <a:pt x="134" y="10"/>
                    <a:pt x="134" y="11"/>
                  </a:cubicBezTo>
                  <a:cubicBezTo>
                    <a:pt x="134" y="13"/>
                    <a:pt x="132" y="17"/>
                    <a:pt x="130" y="19"/>
                  </a:cubicBezTo>
                  <a:cubicBezTo>
                    <a:pt x="129" y="20"/>
                    <a:pt x="126" y="22"/>
                    <a:pt x="124" y="24"/>
                  </a:cubicBezTo>
                  <a:cubicBezTo>
                    <a:pt x="123" y="25"/>
                    <a:pt x="122" y="27"/>
                    <a:pt x="121" y="29"/>
                  </a:cubicBezTo>
                  <a:cubicBezTo>
                    <a:pt x="121" y="31"/>
                    <a:pt x="120" y="35"/>
                    <a:pt x="120" y="37"/>
                  </a:cubicBezTo>
                  <a:cubicBezTo>
                    <a:pt x="121" y="39"/>
                    <a:pt x="124" y="42"/>
                    <a:pt x="125" y="43"/>
                  </a:cubicBezTo>
                  <a:cubicBezTo>
                    <a:pt x="127" y="45"/>
                    <a:pt x="132" y="49"/>
                    <a:pt x="134" y="52"/>
                  </a:cubicBezTo>
                  <a:cubicBezTo>
                    <a:pt x="136" y="54"/>
                    <a:pt x="139" y="60"/>
                    <a:pt x="141" y="63"/>
                  </a:cubicBezTo>
                  <a:cubicBezTo>
                    <a:pt x="143" y="65"/>
                    <a:pt x="148" y="70"/>
                    <a:pt x="150" y="73"/>
                  </a:cubicBezTo>
                  <a:cubicBezTo>
                    <a:pt x="152" y="76"/>
                    <a:pt x="155" y="83"/>
                    <a:pt x="158" y="86"/>
                  </a:cubicBezTo>
                  <a:cubicBezTo>
                    <a:pt x="160" y="88"/>
                    <a:pt x="164" y="94"/>
                    <a:pt x="167" y="96"/>
                  </a:cubicBezTo>
                  <a:cubicBezTo>
                    <a:pt x="171" y="97"/>
                    <a:pt x="179" y="98"/>
                    <a:pt x="183" y="98"/>
                  </a:cubicBezTo>
                  <a:cubicBezTo>
                    <a:pt x="184" y="99"/>
                    <a:pt x="188" y="98"/>
                    <a:pt x="190" y="98"/>
                  </a:cubicBezTo>
                  <a:cubicBezTo>
                    <a:pt x="191" y="100"/>
                    <a:pt x="195" y="105"/>
                    <a:pt x="196" y="107"/>
                  </a:cubicBezTo>
                  <a:cubicBezTo>
                    <a:pt x="197" y="110"/>
                    <a:pt x="199" y="115"/>
                    <a:pt x="199" y="118"/>
                  </a:cubicBezTo>
                  <a:cubicBezTo>
                    <a:pt x="200" y="122"/>
                    <a:pt x="200" y="129"/>
                    <a:pt x="201" y="132"/>
                  </a:cubicBezTo>
                  <a:cubicBezTo>
                    <a:pt x="202" y="134"/>
                    <a:pt x="203" y="137"/>
                    <a:pt x="204" y="139"/>
                  </a:cubicBezTo>
                  <a:cubicBezTo>
                    <a:pt x="205" y="141"/>
                    <a:pt x="208" y="145"/>
                    <a:pt x="210" y="146"/>
                  </a:cubicBezTo>
                  <a:cubicBezTo>
                    <a:pt x="211" y="148"/>
                    <a:pt x="214" y="150"/>
                    <a:pt x="215" y="151"/>
                  </a:cubicBezTo>
                  <a:cubicBezTo>
                    <a:pt x="216" y="153"/>
                    <a:pt x="218" y="156"/>
                    <a:pt x="219" y="158"/>
                  </a:cubicBezTo>
                  <a:cubicBezTo>
                    <a:pt x="219" y="161"/>
                    <a:pt x="219" y="166"/>
                    <a:pt x="220" y="169"/>
                  </a:cubicBezTo>
                  <a:cubicBezTo>
                    <a:pt x="220" y="171"/>
                    <a:pt x="222" y="175"/>
                    <a:pt x="223" y="177"/>
                  </a:cubicBezTo>
                  <a:cubicBezTo>
                    <a:pt x="223" y="180"/>
                    <a:pt x="222" y="185"/>
                    <a:pt x="223" y="188"/>
                  </a:cubicBezTo>
                  <a:cubicBezTo>
                    <a:pt x="223" y="190"/>
                    <a:pt x="224" y="194"/>
                    <a:pt x="225" y="195"/>
                  </a:cubicBezTo>
                  <a:cubicBezTo>
                    <a:pt x="226" y="198"/>
                    <a:pt x="228" y="203"/>
                    <a:pt x="228" y="206"/>
                  </a:cubicBezTo>
                  <a:cubicBezTo>
                    <a:pt x="228" y="208"/>
                    <a:pt x="228" y="212"/>
                    <a:pt x="228" y="214"/>
                  </a:cubicBezTo>
                  <a:cubicBezTo>
                    <a:pt x="228" y="217"/>
                    <a:pt x="229" y="224"/>
                    <a:pt x="228" y="228"/>
                  </a:cubicBezTo>
                  <a:cubicBezTo>
                    <a:pt x="228" y="229"/>
                    <a:pt x="226" y="232"/>
                    <a:pt x="224" y="233"/>
                  </a:cubicBezTo>
                  <a:cubicBezTo>
                    <a:pt x="222" y="234"/>
                    <a:pt x="217" y="235"/>
                    <a:pt x="215" y="236"/>
                  </a:cubicBezTo>
                  <a:cubicBezTo>
                    <a:pt x="212" y="237"/>
                    <a:pt x="207" y="238"/>
                    <a:pt x="205" y="239"/>
                  </a:cubicBezTo>
                  <a:cubicBezTo>
                    <a:pt x="205" y="239"/>
                    <a:pt x="204" y="240"/>
                    <a:pt x="203" y="241"/>
                  </a:cubicBezTo>
                  <a:cubicBezTo>
                    <a:pt x="202" y="240"/>
                    <a:pt x="200" y="238"/>
                    <a:pt x="200" y="237"/>
                  </a:cubicBezTo>
                  <a:cubicBezTo>
                    <a:pt x="198" y="235"/>
                    <a:pt x="197" y="230"/>
                    <a:pt x="195" y="228"/>
                  </a:cubicBezTo>
                  <a:cubicBezTo>
                    <a:pt x="193" y="225"/>
                    <a:pt x="185" y="219"/>
                    <a:pt x="183" y="215"/>
                  </a:cubicBezTo>
                  <a:cubicBezTo>
                    <a:pt x="182" y="213"/>
                    <a:pt x="180" y="209"/>
                    <a:pt x="180" y="206"/>
                  </a:cubicBezTo>
                  <a:cubicBezTo>
                    <a:pt x="179" y="204"/>
                    <a:pt x="177" y="199"/>
                    <a:pt x="176" y="196"/>
                  </a:cubicBezTo>
                  <a:cubicBezTo>
                    <a:pt x="176" y="195"/>
                    <a:pt x="177" y="191"/>
                    <a:pt x="176" y="190"/>
                  </a:cubicBezTo>
                  <a:cubicBezTo>
                    <a:pt x="175" y="189"/>
                    <a:pt x="173" y="189"/>
                    <a:pt x="172" y="189"/>
                  </a:cubicBezTo>
                  <a:cubicBezTo>
                    <a:pt x="170" y="189"/>
                    <a:pt x="168" y="190"/>
                    <a:pt x="166" y="190"/>
                  </a:cubicBezTo>
                  <a:cubicBezTo>
                    <a:pt x="165" y="190"/>
                    <a:pt x="161" y="189"/>
                    <a:pt x="160" y="189"/>
                  </a:cubicBezTo>
                  <a:cubicBezTo>
                    <a:pt x="158" y="188"/>
                    <a:pt x="155" y="187"/>
                    <a:pt x="154" y="186"/>
                  </a:cubicBezTo>
                  <a:cubicBezTo>
                    <a:pt x="153" y="185"/>
                    <a:pt x="151" y="182"/>
                    <a:pt x="152" y="180"/>
                  </a:cubicBezTo>
                  <a:cubicBezTo>
                    <a:pt x="152" y="180"/>
                    <a:pt x="154" y="179"/>
                    <a:pt x="155" y="178"/>
                  </a:cubicBezTo>
                  <a:cubicBezTo>
                    <a:pt x="156" y="178"/>
                    <a:pt x="158" y="176"/>
                    <a:pt x="159" y="174"/>
                  </a:cubicBezTo>
                  <a:cubicBezTo>
                    <a:pt x="159" y="173"/>
                    <a:pt x="160" y="170"/>
                    <a:pt x="159" y="169"/>
                  </a:cubicBezTo>
                  <a:cubicBezTo>
                    <a:pt x="159" y="167"/>
                    <a:pt x="157" y="164"/>
                    <a:pt x="156" y="162"/>
                  </a:cubicBezTo>
                  <a:cubicBezTo>
                    <a:pt x="155" y="160"/>
                    <a:pt x="149" y="158"/>
                    <a:pt x="148" y="156"/>
                  </a:cubicBezTo>
                  <a:cubicBezTo>
                    <a:pt x="147" y="154"/>
                    <a:pt x="147" y="151"/>
                    <a:pt x="146" y="149"/>
                  </a:cubicBezTo>
                  <a:cubicBezTo>
                    <a:pt x="145" y="148"/>
                    <a:pt x="143" y="147"/>
                    <a:pt x="142" y="147"/>
                  </a:cubicBezTo>
                  <a:cubicBezTo>
                    <a:pt x="140" y="146"/>
                    <a:pt x="134" y="146"/>
                    <a:pt x="132" y="146"/>
                  </a:cubicBezTo>
                  <a:cubicBezTo>
                    <a:pt x="128" y="146"/>
                    <a:pt x="121" y="146"/>
                    <a:pt x="118" y="147"/>
                  </a:cubicBezTo>
                  <a:cubicBezTo>
                    <a:pt x="115" y="147"/>
                    <a:pt x="109" y="149"/>
                    <a:pt x="107" y="150"/>
                  </a:cubicBezTo>
                  <a:cubicBezTo>
                    <a:pt x="105" y="151"/>
                    <a:pt x="103" y="155"/>
                    <a:pt x="102" y="157"/>
                  </a:cubicBezTo>
                  <a:cubicBezTo>
                    <a:pt x="101" y="160"/>
                    <a:pt x="97" y="166"/>
                    <a:pt x="96" y="169"/>
                  </a:cubicBezTo>
                  <a:cubicBezTo>
                    <a:pt x="94" y="173"/>
                    <a:pt x="92" y="181"/>
                    <a:pt x="92" y="185"/>
                  </a:cubicBezTo>
                  <a:cubicBezTo>
                    <a:pt x="91" y="188"/>
                    <a:pt x="91" y="194"/>
                    <a:pt x="92" y="196"/>
                  </a:cubicBezTo>
                  <a:cubicBezTo>
                    <a:pt x="93" y="198"/>
                    <a:pt x="96" y="202"/>
                    <a:pt x="97" y="205"/>
                  </a:cubicBezTo>
                  <a:cubicBezTo>
                    <a:pt x="98" y="206"/>
                    <a:pt x="100" y="210"/>
                    <a:pt x="100" y="212"/>
                  </a:cubicBezTo>
                  <a:cubicBezTo>
                    <a:pt x="101" y="214"/>
                    <a:pt x="100" y="218"/>
                    <a:pt x="100" y="220"/>
                  </a:cubicBezTo>
                  <a:cubicBezTo>
                    <a:pt x="100" y="222"/>
                    <a:pt x="98" y="227"/>
                    <a:pt x="97" y="228"/>
                  </a:cubicBezTo>
                  <a:cubicBezTo>
                    <a:pt x="97" y="230"/>
                    <a:pt x="95" y="232"/>
                    <a:pt x="94" y="233"/>
                  </a:cubicBezTo>
                  <a:cubicBezTo>
                    <a:pt x="93" y="234"/>
                    <a:pt x="90" y="235"/>
                    <a:pt x="89" y="236"/>
                  </a:cubicBezTo>
                  <a:cubicBezTo>
                    <a:pt x="88" y="237"/>
                    <a:pt x="85" y="240"/>
                    <a:pt x="84" y="241"/>
                  </a:cubicBezTo>
                  <a:cubicBezTo>
                    <a:pt x="83" y="242"/>
                    <a:pt x="81" y="244"/>
                    <a:pt x="80" y="245"/>
                  </a:cubicBezTo>
                  <a:cubicBezTo>
                    <a:pt x="78" y="245"/>
                    <a:pt x="76" y="245"/>
                    <a:pt x="75" y="245"/>
                  </a:cubicBezTo>
                  <a:cubicBezTo>
                    <a:pt x="74" y="244"/>
                    <a:pt x="75" y="240"/>
                    <a:pt x="74" y="239"/>
                  </a:cubicBezTo>
                  <a:cubicBezTo>
                    <a:pt x="74" y="237"/>
                    <a:pt x="72" y="233"/>
                    <a:pt x="72" y="232"/>
                  </a:cubicBezTo>
                  <a:cubicBezTo>
                    <a:pt x="71" y="230"/>
                    <a:pt x="70" y="226"/>
                    <a:pt x="69" y="224"/>
                  </a:cubicBezTo>
                  <a:cubicBezTo>
                    <a:pt x="68" y="223"/>
                    <a:pt x="65" y="219"/>
                    <a:pt x="64" y="218"/>
                  </a:cubicBezTo>
                  <a:cubicBezTo>
                    <a:pt x="61" y="217"/>
                    <a:pt x="56" y="217"/>
                    <a:pt x="53" y="217"/>
                  </a:cubicBezTo>
                  <a:cubicBezTo>
                    <a:pt x="51" y="216"/>
                    <a:pt x="46" y="216"/>
                    <a:pt x="44" y="215"/>
                  </a:cubicBezTo>
                  <a:cubicBezTo>
                    <a:pt x="41" y="214"/>
                    <a:pt x="37" y="212"/>
                    <a:pt x="35" y="210"/>
                  </a:cubicBezTo>
                  <a:cubicBezTo>
                    <a:pt x="34" y="208"/>
                    <a:pt x="34" y="204"/>
                    <a:pt x="33" y="202"/>
                  </a:cubicBezTo>
                  <a:cubicBezTo>
                    <a:pt x="33" y="200"/>
                    <a:pt x="31" y="196"/>
                    <a:pt x="32" y="194"/>
                  </a:cubicBezTo>
                  <a:cubicBezTo>
                    <a:pt x="32" y="193"/>
                    <a:pt x="34" y="191"/>
                    <a:pt x="35" y="190"/>
                  </a:cubicBezTo>
                  <a:cubicBezTo>
                    <a:pt x="36" y="188"/>
                    <a:pt x="37" y="185"/>
                    <a:pt x="38" y="183"/>
                  </a:cubicBezTo>
                  <a:cubicBezTo>
                    <a:pt x="38" y="182"/>
                    <a:pt x="38" y="179"/>
                    <a:pt x="38" y="177"/>
                  </a:cubicBezTo>
                  <a:cubicBezTo>
                    <a:pt x="38" y="175"/>
                    <a:pt x="38" y="172"/>
                    <a:pt x="37" y="170"/>
                  </a:cubicBezTo>
                  <a:cubicBezTo>
                    <a:pt x="36" y="169"/>
                    <a:pt x="35" y="167"/>
                    <a:pt x="34" y="167"/>
                  </a:cubicBezTo>
                  <a:cubicBezTo>
                    <a:pt x="32" y="166"/>
                    <a:pt x="29" y="167"/>
                    <a:pt x="28" y="167"/>
                  </a:cubicBezTo>
                  <a:cubicBezTo>
                    <a:pt x="27" y="167"/>
                    <a:pt x="26" y="166"/>
                    <a:pt x="26" y="165"/>
                  </a:cubicBezTo>
                  <a:cubicBezTo>
                    <a:pt x="25" y="163"/>
                    <a:pt x="28" y="160"/>
                    <a:pt x="27" y="158"/>
                  </a:cubicBezTo>
                  <a:cubicBezTo>
                    <a:pt x="26" y="155"/>
                    <a:pt x="22" y="152"/>
                    <a:pt x="20" y="150"/>
                  </a:cubicBezTo>
                  <a:cubicBezTo>
                    <a:pt x="18" y="148"/>
                    <a:pt x="13" y="144"/>
                    <a:pt x="10" y="141"/>
                  </a:cubicBezTo>
                  <a:cubicBezTo>
                    <a:pt x="9" y="139"/>
                    <a:pt x="5" y="135"/>
                    <a:pt x="3" y="132"/>
                  </a:cubicBezTo>
                  <a:cubicBezTo>
                    <a:pt x="2" y="129"/>
                    <a:pt x="0" y="122"/>
                    <a:pt x="0" y="119"/>
                  </a:cubicBezTo>
                  <a:cubicBezTo>
                    <a:pt x="0" y="114"/>
                    <a:pt x="0" y="105"/>
                    <a:pt x="1" y="100"/>
                  </a:cubicBezTo>
                  <a:cubicBezTo>
                    <a:pt x="2" y="98"/>
                    <a:pt x="3" y="93"/>
                    <a:pt x="4" y="91"/>
                  </a:cubicBezTo>
                  <a:cubicBezTo>
                    <a:pt x="5" y="89"/>
                    <a:pt x="8" y="84"/>
                    <a:pt x="9" y="81"/>
                  </a:cubicBezTo>
                  <a:cubicBezTo>
                    <a:pt x="11" y="79"/>
                    <a:pt x="15" y="75"/>
                    <a:pt x="17" y="73"/>
                  </a:cubicBezTo>
                  <a:cubicBezTo>
                    <a:pt x="20" y="71"/>
                    <a:pt x="25" y="68"/>
                    <a:pt x="28" y="66"/>
                  </a:cubicBezTo>
                  <a:cubicBezTo>
                    <a:pt x="29" y="65"/>
                    <a:pt x="33" y="63"/>
                    <a:pt x="34" y="61"/>
                  </a:cubicBezTo>
                  <a:cubicBezTo>
                    <a:pt x="35" y="59"/>
                    <a:pt x="36" y="54"/>
                    <a:pt x="37" y="52"/>
                  </a:cubicBezTo>
                  <a:cubicBezTo>
                    <a:pt x="37" y="49"/>
                    <a:pt x="36" y="42"/>
                    <a:pt x="36" y="39"/>
                  </a:cubicBezTo>
                  <a:cubicBezTo>
                    <a:pt x="35" y="35"/>
                    <a:pt x="33" y="28"/>
                    <a:pt x="32" y="24"/>
                  </a:cubicBezTo>
                  <a:cubicBezTo>
                    <a:pt x="34" y="24"/>
                    <a:pt x="37" y="24"/>
                    <a:pt x="38" y="24"/>
                  </a:cubicBezTo>
                  <a:cubicBezTo>
                    <a:pt x="40" y="25"/>
                    <a:pt x="45" y="25"/>
                    <a:pt x="48" y="25"/>
                  </a:cubicBezTo>
                  <a:cubicBezTo>
                    <a:pt x="50" y="24"/>
                    <a:pt x="53" y="23"/>
                    <a:pt x="55" y="23"/>
                  </a:cubicBezTo>
                  <a:cubicBezTo>
                    <a:pt x="57" y="23"/>
                    <a:pt x="60" y="22"/>
                    <a:pt x="62" y="21"/>
                  </a:cubicBezTo>
                  <a:cubicBezTo>
                    <a:pt x="63" y="20"/>
                    <a:pt x="65" y="17"/>
                    <a:pt x="67" y="16"/>
                  </a:cubicBezTo>
                  <a:cubicBezTo>
                    <a:pt x="68" y="15"/>
                    <a:pt x="72" y="13"/>
                    <a:pt x="73" y="12"/>
                  </a:cubicBezTo>
                  <a:cubicBezTo>
                    <a:pt x="74" y="10"/>
                    <a:pt x="76" y="7"/>
                    <a:pt x="78" y="5"/>
                  </a:cubicBezTo>
                  <a:cubicBezTo>
                    <a:pt x="78" y="4"/>
                    <a:pt x="80" y="1"/>
                    <a:pt x="81" y="1"/>
                  </a:cubicBezTo>
                  <a:cubicBezTo>
                    <a:pt x="83" y="0"/>
                    <a:pt x="86" y="3"/>
                    <a:pt x="87" y="4"/>
                  </a:cubicBezTo>
                  <a:cubicBezTo>
                    <a:pt x="88" y="5"/>
                    <a:pt x="90" y="9"/>
                    <a:pt x="91" y="10"/>
                  </a:cubicBezTo>
                  <a:cubicBezTo>
                    <a:pt x="92" y="12"/>
                    <a:pt x="93" y="18"/>
                    <a:pt x="95" y="19"/>
                  </a:cubicBezTo>
                  <a:cubicBezTo>
                    <a:pt x="96" y="21"/>
                    <a:pt x="100" y="22"/>
                    <a:pt x="102" y="22"/>
                  </a:cubicBezTo>
                  <a:cubicBezTo>
                    <a:pt x="103" y="22"/>
                    <a:pt x="106" y="21"/>
                    <a:pt x="107" y="20"/>
                  </a:cubicBezTo>
                  <a:cubicBezTo>
                    <a:pt x="109" y="19"/>
                    <a:pt x="113" y="14"/>
                    <a:pt x="115" y="12"/>
                  </a:cubicBezTo>
                  <a:cubicBezTo>
                    <a:pt x="116" y="10"/>
                    <a:pt x="117" y="6"/>
                    <a:pt x="119" y="5"/>
                  </a:cubicBezTo>
                  <a:cubicBezTo>
                    <a:pt x="120" y="4"/>
                    <a:pt x="124" y="2"/>
                    <a:pt x="125" y="2"/>
                  </a:cubicBezTo>
                  <a:cubicBezTo>
                    <a:pt x="127" y="2"/>
                    <a:pt x="130" y="4"/>
                    <a:pt x="131" y="4"/>
                  </a:cubicBezTo>
                  <a:cubicBezTo>
                    <a:pt x="132" y="4"/>
                    <a:pt x="134" y="5"/>
                    <a:pt x="134" y="5"/>
                  </a:cubicBezTo>
                  <a:cubicBezTo>
                    <a:pt x="134" y="5"/>
                    <a:pt x="134" y="6"/>
                    <a:pt x="134" y="6"/>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46"/>
            <p:cNvSpPr>
              <a:spLocks/>
            </p:cNvSpPr>
            <p:nvPr/>
          </p:nvSpPr>
          <p:spPr bwMode="auto">
            <a:xfrm>
              <a:off x="1543051" y="2305050"/>
              <a:ext cx="358775" cy="285750"/>
            </a:xfrm>
            <a:custGeom>
              <a:avLst/>
              <a:gdLst/>
              <a:ahLst/>
              <a:cxnLst>
                <a:cxn ang="0">
                  <a:pos x="150" y="176"/>
                </a:cxn>
                <a:cxn ang="0">
                  <a:pos x="146" y="160"/>
                </a:cxn>
                <a:cxn ang="0">
                  <a:pos x="131" y="141"/>
                </a:cxn>
                <a:cxn ang="0">
                  <a:pos x="111" y="130"/>
                </a:cxn>
                <a:cxn ang="0">
                  <a:pos x="102" y="116"/>
                </a:cxn>
                <a:cxn ang="0">
                  <a:pos x="75" y="107"/>
                </a:cxn>
                <a:cxn ang="0">
                  <a:pos x="52" y="111"/>
                </a:cxn>
                <a:cxn ang="0">
                  <a:pos x="35" y="119"/>
                </a:cxn>
                <a:cxn ang="0">
                  <a:pos x="31" y="132"/>
                </a:cxn>
                <a:cxn ang="0">
                  <a:pos x="21" y="140"/>
                </a:cxn>
                <a:cxn ang="0">
                  <a:pos x="6" y="142"/>
                </a:cxn>
                <a:cxn ang="0">
                  <a:pos x="2" y="134"/>
                </a:cxn>
                <a:cxn ang="0">
                  <a:pos x="0" y="123"/>
                </a:cxn>
                <a:cxn ang="0">
                  <a:pos x="6" y="116"/>
                </a:cxn>
                <a:cxn ang="0">
                  <a:pos x="16" y="110"/>
                </a:cxn>
                <a:cxn ang="0">
                  <a:pos x="17" y="99"/>
                </a:cxn>
                <a:cxn ang="0">
                  <a:pos x="12" y="84"/>
                </a:cxn>
                <a:cxn ang="0">
                  <a:pos x="4" y="69"/>
                </a:cxn>
                <a:cxn ang="0">
                  <a:pos x="8" y="63"/>
                </a:cxn>
                <a:cxn ang="0">
                  <a:pos x="41" y="47"/>
                </a:cxn>
                <a:cxn ang="0">
                  <a:pos x="79" y="45"/>
                </a:cxn>
                <a:cxn ang="0">
                  <a:pos x="99" y="31"/>
                </a:cxn>
                <a:cxn ang="0">
                  <a:pos x="130" y="26"/>
                </a:cxn>
                <a:cxn ang="0">
                  <a:pos x="155" y="19"/>
                </a:cxn>
                <a:cxn ang="0">
                  <a:pos x="173" y="5"/>
                </a:cxn>
                <a:cxn ang="0">
                  <a:pos x="204" y="1"/>
                </a:cxn>
                <a:cxn ang="0">
                  <a:pos x="216" y="1"/>
                </a:cxn>
                <a:cxn ang="0">
                  <a:pos x="220" y="15"/>
                </a:cxn>
                <a:cxn ang="0">
                  <a:pos x="232" y="27"/>
                </a:cxn>
                <a:cxn ang="0">
                  <a:pos x="232" y="39"/>
                </a:cxn>
                <a:cxn ang="0">
                  <a:pos x="227" y="59"/>
                </a:cxn>
                <a:cxn ang="0">
                  <a:pos x="220" y="76"/>
                </a:cxn>
                <a:cxn ang="0">
                  <a:pos x="222" y="93"/>
                </a:cxn>
                <a:cxn ang="0">
                  <a:pos x="224" y="108"/>
                </a:cxn>
                <a:cxn ang="0">
                  <a:pos x="217" y="114"/>
                </a:cxn>
                <a:cxn ang="0">
                  <a:pos x="210" y="133"/>
                </a:cxn>
                <a:cxn ang="0">
                  <a:pos x="205" y="159"/>
                </a:cxn>
                <a:cxn ang="0">
                  <a:pos x="202" y="172"/>
                </a:cxn>
                <a:cxn ang="0">
                  <a:pos x="188" y="185"/>
                </a:cxn>
                <a:cxn ang="0">
                  <a:pos x="164" y="186"/>
                </a:cxn>
                <a:cxn ang="0">
                  <a:pos x="150" y="177"/>
                </a:cxn>
              </a:cxnLst>
              <a:rect l="0" t="0" r="r" b="b"/>
              <a:pathLst>
                <a:path w="234" h="187">
                  <a:moveTo>
                    <a:pt x="150" y="177"/>
                  </a:moveTo>
                  <a:cubicBezTo>
                    <a:pt x="150" y="177"/>
                    <a:pt x="150" y="176"/>
                    <a:pt x="150" y="176"/>
                  </a:cubicBezTo>
                  <a:cubicBezTo>
                    <a:pt x="149" y="175"/>
                    <a:pt x="148" y="171"/>
                    <a:pt x="148" y="170"/>
                  </a:cubicBezTo>
                  <a:cubicBezTo>
                    <a:pt x="148" y="167"/>
                    <a:pt x="147" y="162"/>
                    <a:pt x="146" y="160"/>
                  </a:cubicBezTo>
                  <a:cubicBezTo>
                    <a:pt x="145" y="157"/>
                    <a:pt x="142" y="151"/>
                    <a:pt x="140" y="148"/>
                  </a:cubicBezTo>
                  <a:cubicBezTo>
                    <a:pt x="138" y="146"/>
                    <a:pt x="133" y="142"/>
                    <a:pt x="131" y="141"/>
                  </a:cubicBezTo>
                  <a:cubicBezTo>
                    <a:pt x="128" y="139"/>
                    <a:pt x="123" y="136"/>
                    <a:pt x="121" y="135"/>
                  </a:cubicBezTo>
                  <a:cubicBezTo>
                    <a:pt x="118" y="133"/>
                    <a:pt x="113" y="132"/>
                    <a:pt x="111" y="130"/>
                  </a:cubicBezTo>
                  <a:cubicBezTo>
                    <a:pt x="109" y="128"/>
                    <a:pt x="107" y="124"/>
                    <a:pt x="106" y="122"/>
                  </a:cubicBezTo>
                  <a:cubicBezTo>
                    <a:pt x="105" y="121"/>
                    <a:pt x="103" y="117"/>
                    <a:pt x="102" y="116"/>
                  </a:cubicBezTo>
                  <a:cubicBezTo>
                    <a:pt x="100" y="114"/>
                    <a:pt x="94" y="111"/>
                    <a:pt x="91" y="110"/>
                  </a:cubicBezTo>
                  <a:cubicBezTo>
                    <a:pt x="87" y="109"/>
                    <a:pt x="79" y="107"/>
                    <a:pt x="75" y="107"/>
                  </a:cubicBezTo>
                  <a:cubicBezTo>
                    <a:pt x="71" y="106"/>
                    <a:pt x="63" y="108"/>
                    <a:pt x="60" y="109"/>
                  </a:cubicBezTo>
                  <a:cubicBezTo>
                    <a:pt x="58" y="109"/>
                    <a:pt x="54" y="111"/>
                    <a:pt x="52" y="111"/>
                  </a:cubicBezTo>
                  <a:cubicBezTo>
                    <a:pt x="50" y="112"/>
                    <a:pt x="45" y="114"/>
                    <a:pt x="43" y="115"/>
                  </a:cubicBezTo>
                  <a:cubicBezTo>
                    <a:pt x="41" y="116"/>
                    <a:pt x="37" y="117"/>
                    <a:pt x="35" y="119"/>
                  </a:cubicBezTo>
                  <a:cubicBezTo>
                    <a:pt x="34" y="120"/>
                    <a:pt x="32" y="124"/>
                    <a:pt x="32" y="126"/>
                  </a:cubicBezTo>
                  <a:cubicBezTo>
                    <a:pt x="31" y="127"/>
                    <a:pt x="32" y="131"/>
                    <a:pt x="31" y="132"/>
                  </a:cubicBezTo>
                  <a:cubicBezTo>
                    <a:pt x="31" y="134"/>
                    <a:pt x="28" y="136"/>
                    <a:pt x="27" y="137"/>
                  </a:cubicBezTo>
                  <a:cubicBezTo>
                    <a:pt x="26" y="138"/>
                    <a:pt x="23" y="139"/>
                    <a:pt x="21" y="140"/>
                  </a:cubicBezTo>
                  <a:cubicBezTo>
                    <a:pt x="19" y="141"/>
                    <a:pt x="14" y="142"/>
                    <a:pt x="11" y="142"/>
                  </a:cubicBezTo>
                  <a:cubicBezTo>
                    <a:pt x="10" y="142"/>
                    <a:pt x="8" y="142"/>
                    <a:pt x="6" y="142"/>
                  </a:cubicBezTo>
                  <a:cubicBezTo>
                    <a:pt x="6" y="141"/>
                    <a:pt x="6" y="140"/>
                    <a:pt x="6" y="139"/>
                  </a:cubicBezTo>
                  <a:cubicBezTo>
                    <a:pt x="5" y="138"/>
                    <a:pt x="2" y="136"/>
                    <a:pt x="2" y="134"/>
                  </a:cubicBezTo>
                  <a:cubicBezTo>
                    <a:pt x="1" y="132"/>
                    <a:pt x="2" y="129"/>
                    <a:pt x="2" y="127"/>
                  </a:cubicBezTo>
                  <a:cubicBezTo>
                    <a:pt x="2" y="126"/>
                    <a:pt x="0" y="124"/>
                    <a:pt x="0" y="123"/>
                  </a:cubicBezTo>
                  <a:cubicBezTo>
                    <a:pt x="0" y="121"/>
                    <a:pt x="1" y="118"/>
                    <a:pt x="1" y="117"/>
                  </a:cubicBezTo>
                  <a:cubicBezTo>
                    <a:pt x="2" y="117"/>
                    <a:pt x="5" y="117"/>
                    <a:pt x="6" y="116"/>
                  </a:cubicBezTo>
                  <a:cubicBezTo>
                    <a:pt x="7" y="115"/>
                    <a:pt x="9" y="114"/>
                    <a:pt x="10" y="113"/>
                  </a:cubicBezTo>
                  <a:cubicBezTo>
                    <a:pt x="11" y="112"/>
                    <a:pt x="14" y="111"/>
                    <a:pt x="16" y="110"/>
                  </a:cubicBezTo>
                  <a:cubicBezTo>
                    <a:pt x="16" y="109"/>
                    <a:pt x="18" y="108"/>
                    <a:pt x="18" y="107"/>
                  </a:cubicBezTo>
                  <a:cubicBezTo>
                    <a:pt x="19" y="105"/>
                    <a:pt x="18" y="101"/>
                    <a:pt x="17" y="99"/>
                  </a:cubicBezTo>
                  <a:cubicBezTo>
                    <a:pt x="16" y="97"/>
                    <a:pt x="12" y="94"/>
                    <a:pt x="12" y="91"/>
                  </a:cubicBezTo>
                  <a:cubicBezTo>
                    <a:pt x="11" y="90"/>
                    <a:pt x="12" y="86"/>
                    <a:pt x="12" y="84"/>
                  </a:cubicBezTo>
                  <a:cubicBezTo>
                    <a:pt x="11" y="82"/>
                    <a:pt x="10" y="78"/>
                    <a:pt x="10" y="76"/>
                  </a:cubicBezTo>
                  <a:cubicBezTo>
                    <a:pt x="9" y="74"/>
                    <a:pt x="6" y="70"/>
                    <a:pt x="4" y="69"/>
                  </a:cubicBezTo>
                  <a:cubicBezTo>
                    <a:pt x="4" y="69"/>
                    <a:pt x="3" y="69"/>
                    <a:pt x="3" y="69"/>
                  </a:cubicBezTo>
                  <a:cubicBezTo>
                    <a:pt x="4" y="67"/>
                    <a:pt x="7" y="64"/>
                    <a:pt x="8" y="63"/>
                  </a:cubicBezTo>
                  <a:cubicBezTo>
                    <a:pt x="11" y="60"/>
                    <a:pt x="20" y="57"/>
                    <a:pt x="23" y="55"/>
                  </a:cubicBezTo>
                  <a:cubicBezTo>
                    <a:pt x="28" y="53"/>
                    <a:pt x="36" y="49"/>
                    <a:pt x="41" y="47"/>
                  </a:cubicBezTo>
                  <a:cubicBezTo>
                    <a:pt x="47" y="46"/>
                    <a:pt x="59" y="47"/>
                    <a:pt x="65" y="46"/>
                  </a:cubicBezTo>
                  <a:cubicBezTo>
                    <a:pt x="69" y="46"/>
                    <a:pt x="76" y="46"/>
                    <a:pt x="79" y="45"/>
                  </a:cubicBezTo>
                  <a:cubicBezTo>
                    <a:pt x="82" y="43"/>
                    <a:pt x="86" y="39"/>
                    <a:pt x="89" y="37"/>
                  </a:cubicBezTo>
                  <a:cubicBezTo>
                    <a:pt x="91" y="36"/>
                    <a:pt x="96" y="32"/>
                    <a:pt x="99" y="31"/>
                  </a:cubicBezTo>
                  <a:cubicBezTo>
                    <a:pt x="102" y="30"/>
                    <a:pt x="109" y="28"/>
                    <a:pt x="112" y="28"/>
                  </a:cubicBezTo>
                  <a:cubicBezTo>
                    <a:pt x="116" y="27"/>
                    <a:pt x="126" y="26"/>
                    <a:pt x="130" y="26"/>
                  </a:cubicBezTo>
                  <a:cubicBezTo>
                    <a:pt x="133" y="25"/>
                    <a:pt x="140" y="24"/>
                    <a:pt x="143" y="24"/>
                  </a:cubicBezTo>
                  <a:cubicBezTo>
                    <a:pt x="146" y="23"/>
                    <a:pt x="152" y="21"/>
                    <a:pt x="155" y="19"/>
                  </a:cubicBezTo>
                  <a:cubicBezTo>
                    <a:pt x="157" y="17"/>
                    <a:pt x="158" y="13"/>
                    <a:pt x="160" y="11"/>
                  </a:cubicBezTo>
                  <a:cubicBezTo>
                    <a:pt x="162" y="9"/>
                    <a:pt x="169" y="6"/>
                    <a:pt x="173" y="5"/>
                  </a:cubicBezTo>
                  <a:cubicBezTo>
                    <a:pt x="177" y="4"/>
                    <a:pt x="186" y="4"/>
                    <a:pt x="191" y="3"/>
                  </a:cubicBezTo>
                  <a:cubicBezTo>
                    <a:pt x="194" y="3"/>
                    <a:pt x="200" y="1"/>
                    <a:pt x="204" y="1"/>
                  </a:cubicBezTo>
                  <a:cubicBezTo>
                    <a:pt x="206" y="0"/>
                    <a:pt x="213" y="0"/>
                    <a:pt x="216" y="0"/>
                  </a:cubicBezTo>
                  <a:cubicBezTo>
                    <a:pt x="216" y="1"/>
                    <a:pt x="216" y="1"/>
                    <a:pt x="216" y="1"/>
                  </a:cubicBezTo>
                  <a:cubicBezTo>
                    <a:pt x="216" y="3"/>
                    <a:pt x="215" y="6"/>
                    <a:pt x="216" y="8"/>
                  </a:cubicBezTo>
                  <a:cubicBezTo>
                    <a:pt x="216" y="10"/>
                    <a:pt x="219" y="14"/>
                    <a:pt x="220" y="15"/>
                  </a:cubicBezTo>
                  <a:cubicBezTo>
                    <a:pt x="221" y="17"/>
                    <a:pt x="224" y="19"/>
                    <a:pt x="225" y="20"/>
                  </a:cubicBezTo>
                  <a:cubicBezTo>
                    <a:pt x="227" y="22"/>
                    <a:pt x="231" y="25"/>
                    <a:pt x="232" y="27"/>
                  </a:cubicBezTo>
                  <a:cubicBezTo>
                    <a:pt x="233" y="28"/>
                    <a:pt x="234" y="31"/>
                    <a:pt x="234" y="33"/>
                  </a:cubicBezTo>
                  <a:cubicBezTo>
                    <a:pt x="234" y="34"/>
                    <a:pt x="232" y="38"/>
                    <a:pt x="232" y="39"/>
                  </a:cubicBezTo>
                  <a:cubicBezTo>
                    <a:pt x="231" y="42"/>
                    <a:pt x="231" y="47"/>
                    <a:pt x="230" y="49"/>
                  </a:cubicBezTo>
                  <a:cubicBezTo>
                    <a:pt x="230" y="52"/>
                    <a:pt x="228" y="57"/>
                    <a:pt x="227" y="59"/>
                  </a:cubicBezTo>
                  <a:cubicBezTo>
                    <a:pt x="226" y="61"/>
                    <a:pt x="223" y="65"/>
                    <a:pt x="222" y="67"/>
                  </a:cubicBezTo>
                  <a:cubicBezTo>
                    <a:pt x="221" y="69"/>
                    <a:pt x="220" y="74"/>
                    <a:pt x="220" y="76"/>
                  </a:cubicBezTo>
                  <a:cubicBezTo>
                    <a:pt x="220" y="78"/>
                    <a:pt x="220" y="82"/>
                    <a:pt x="220" y="84"/>
                  </a:cubicBezTo>
                  <a:cubicBezTo>
                    <a:pt x="220" y="87"/>
                    <a:pt x="221" y="91"/>
                    <a:pt x="222" y="93"/>
                  </a:cubicBezTo>
                  <a:cubicBezTo>
                    <a:pt x="222" y="96"/>
                    <a:pt x="222" y="101"/>
                    <a:pt x="222" y="103"/>
                  </a:cubicBezTo>
                  <a:cubicBezTo>
                    <a:pt x="223" y="104"/>
                    <a:pt x="223" y="107"/>
                    <a:pt x="224" y="108"/>
                  </a:cubicBezTo>
                  <a:cubicBezTo>
                    <a:pt x="224" y="108"/>
                    <a:pt x="225" y="108"/>
                    <a:pt x="225" y="108"/>
                  </a:cubicBezTo>
                  <a:cubicBezTo>
                    <a:pt x="223" y="110"/>
                    <a:pt x="219" y="112"/>
                    <a:pt x="217" y="114"/>
                  </a:cubicBezTo>
                  <a:cubicBezTo>
                    <a:pt x="216" y="116"/>
                    <a:pt x="214" y="120"/>
                    <a:pt x="213" y="122"/>
                  </a:cubicBezTo>
                  <a:cubicBezTo>
                    <a:pt x="212" y="125"/>
                    <a:pt x="211" y="130"/>
                    <a:pt x="210" y="133"/>
                  </a:cubicBezTo>
                  <a:cubicBezTo>
                    <a:pt x="210" y="137"/>
                    <a:pt x="209" y="145"/>
                    <a:pt x="208" y="149"/>
                  </a:cubicBezTo>
                  <a:cubicBezTo>
                    <a:pt x="208" y="151"/>
                    <a:pt x="206" y="157"/>
                    <a:pt x="205" y="159"/>
                  </a:cubicBezTo>
                  <a:cubicBezTo>
                    <a:pt x="205" y="161"/>
                    <a:pt x="205" y="164"/>
                    <a:pt x="205" y="166"/>
                  </a:cubicBezTo>
                  <a:cubicBezTo>
                    <a:pt x="204" y="167"/>
                    <a:pt x="203" y="170"/>
                    <a:pt x="202" y="172"/>
                  </a:cubicBezTo>
                  <a:cubicBezTo>
                    <a:pt x="201" y="174"/>
                    <a:pt x="199" y="178"/>
                    <a:pt x="197" y="179"/>
                  </a:cubicBezTo>
                  <a:cubicBezTo>
                    <a:pt x="196" y="181"/>
                    <a:pt x="190" y="184"/>
                    <a:pt x="188" y="185"/>
                  </a:cubicBezTo>
                  <a:cubicBezTo>
                    <a:pt x="185" y="186"/>
                    <a:pt x="180" y="187"/>
                    <a:pt x="178" y="187"/>
                  </a:cubicBezTo>
                  <a:cubicBezTo>
                    <a:pt x="174" y="187"/>
                    <a:pt x="167" y="187"/>
                    <a:pt x="164" y="186"/>
                  </a:cubicBezTo>
                  <a:cubicBezTo>
                    <a:pt x="162" y="185"/>
                    <a:pt x="157" y="184"/>
                    <a:pt x="155" y="182"/>
                  </a:cubicBezTo>
                  <a:cubicBezTo>
                    <a:pt x="154" y="181"/>
                    <a:pt x="151" y="179"/>
                    <a:pt x="150" y="177"/>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47"/>
            <p:cNvSpPr>
              <a:spLocks/>
            </p:cNvSpPr>
            <p:nvPr/>
          </p:nvSpPr>
          <p:spPr bwMode="auto">
            <a:xfrm>
              <a:off x="1457326" y="1725613"/>
              <a:ext cx="427038" cy="392113"/>
            </a:xfrm>
            <a:custGeom>
              <a:avLst/>
              <a:gdLst/>
              <a:ahLst/>
              <a:cxnLst>
                <a:cxn ang="0">
                  <a:pos x="251" y="190"/>
                </a:cxn>
                <a:cxn ang="0">
                  <a:pos x="229" y="222"/>
                </a:cxn>
                <a:cxn ang="0">
                  <a:pos x="185" y="250"/>
                </a:cxn>
                <a:cxn ang="0">
                  <a:pos x="169" y="252"/>
                </a:cxn>
                <a:cxn ang="0">
                  <a:pos x="159" y="226"/>
                </a:cxn>
                <a:cxn ang="0">
                  <a:pos x="152" y="198"/>
                </a:cxn>
                <a:cxn ang="0">
                  <a:pos x="146" y="186"/>
                </a:cxn>
                <a:cxn ang="0">
                  <a:pos x="126" y="177"/>
                </a:cxn>
                <a:cxn ang="0">
                  <a:pos x="95" y="161"/>
                </a:cxn>
                <a:cxn ang="0">
                  <a:pos x="61" y="164"/>
                </a:cxn>
                <a:cxn ang="0">
                  <a:pos x="37" y="166"/>
                </a:cxn>
                <a:cxn ang="0">
                  <a:pos x="21" y="155"/>
                </a:cxn>
                <a:cxn ang="0">
                  <a:pos x="1" y="155"/>
                </a:cxn>
                <a:cxn ang="0">
                  <a:pos x="3" y="131"/>
                </a:cxn>
                <a:cxn ang="0">
                  <a:pos x="19" y="116"/>
                </a:cxn>
                <a:cxn ang="0">
                  <a:pos x="42" y="113"/>
                </a:cxn>
                <a:cxn ang="0">
                  <a:pos x="71" y="110"/>
                </a:cxn>
                <a:cxn ang="0">
                  <a:pos x="91" y="96"/>
                </a:cxn>
                <a:cxn ang="0">
                  <a:pos x="96" y="73"/>
                </a:cxn>
                <a:cxn ang="0">
                  <a:pos x="101" y="63"/>
                </a:cxn>
                <a:cxn ang="0">
                  <a:pos x="112" y="57"/>
                </a:cxn>
                <a:cxn ang="0">
                  <a:pos x="125" y="45"/>
                </a:cxn>
                <a:cxn ang="0">
                  <a:pos x="144" y="45"/>
                </a:cxn>
                <a:cxn ang="0">
                  <a:pos x="161" y="37"/>
                </a:cxn>
                <a:cxn ang="0">
                  <a:pos x="176" y="20"/>
                </a:cxn>
                <a:cxn ang="0">
                  <a:pos x="178" y="3"/>
                </a:cxn>
                <a:cxn ang="0">
                  <a:pos x="183" y="2"/>
                </a:cxn>
                <a:cxn ang="0">
                  <a:pos x="197" y="11"/>
                </a:cxn>
                <a:cxn ang="0">
                  <a:pos x="208" y="14"/>
                </a:cxn>
                <a:cxn ang="0">
                  <a:pos x="204" y="26"/>
                </a:cxn>
                <a:cxn ang="0">
                  <a:pos x="200" y="52"/>
                </a:cxn>
                <a:cxn ang="0">
                  <a:pos x="209" y="72"/>
                </a:cxn>
                <a:cxn ang="0">
                  <a:pos x="233" y="87"/>
                </a:cxn>
                <a:cxn ang="0">
                  <a:pos x="245" y="99"/>
                </a:cxn>
                <a:cxn ang="0">
                  <a:pos x="248" y="110"/>
                </a:cxn>
                <a:cxn ang="0">
                  <a:pos x="251" y="120"/>
                </a:cxn>
                <a:cxn ang="0">
                  <a:pos x="260" y="126"/>
                </a:cxn>
                <a:cxn ang="0">
                  <a:pos x="264" y="136"/>
                </a:cxn>
                <a:cxn ang="0">
                  <a:pos x="279" y="146"/>
                </a:cxn>
                <a:cxn ang="0">
                  <a:pos x="257" y="178"/>
                </a:cxn>
              </a:cxnLst>
              <a:rect l="0" t="0" r="r" b="b"/>
              <a:pathLst>
                <a:path w="279" h="257">
                  <a:moveTo>
                    <a:pt x="254" y="184"/>
                  </a:moveTo>
                  <a:cubicBezTo>
                    <a:pt x="253" y="186"/>
                    <a:pt x="252" y="189"/>
                    <a:pt x="251" y="190"/>
                  </a:cubicBezTo>
                  <a:cubicBezTo>
                    <a:pt x="249" y="194"/>
                    <a:pt x="245" y="200"/>
                    <a:pt x="242" y="203"/>
                  </a:cubicBezTo>
                  <a:cubicBezTo>
                    <a:pt x="239" y="208"/>
                    <a:pt x="233" y="218"/>
                    <a:pt x="229" y="222"/>
                  </a:cubicBezTo>
                  <a:cubicBezTo>
                    <a:pt x="224" y="227"/>
                    <a:pt x="212" y="236"/>
                    <a:pt x="206" y="240"/>
                  </a:cubicBezTo>
                  <a:cubicBezTo>
                    <a:pt x="201" y="243"/>
                    <a:pt x="190" y="248"/>
                    <a:pt x="185" y="250"/>
                  </a:cubicBezTo>
                  <a:cubicBezTo>
                    <a:pt x="182" y="252"/>
                    <a:pt x="175" y="255"/>
                    <a:pt x="171" y="257"/>
                  </a:cubicBezTo>
                  <a:cubicBezTo>
                    <a:pt x="170" y="255"/>
                    <a:pt x="169" y="253"/>
                    <a:pt x="169" y="252"/>
                  </a:cubicBezTo>
                  <a:cubicBezTo>
                    <a:pt x="167" y="250"/>
                    <a:pt x="163" y="246"/>
                    <a:pt x="162" y="244"/>
                  </a:cubicBezTo>
                  <a:cubicBezTo>
                    <a:pt x="160" y="239"/>
                    <a:pt x="160" y="230"/>
                    <a:pt x="159" y="226"/>
                  </a:cubicBezTo>
                  <a:cubicBezTo>
                    <a:pt x="158" y="223"/>
                    <a:pt x="157" y="217"/>
                    <a:pt x="156" y="214"/>
                  </a:cubicBezTo>
                  <a:cubicBezTo>
                    <a:pt x="155" y="210"/>
                    <a:pt x="153" y="202"/>
                    <a:pt x="152" y="198"/>
                  </a:cubicBezTo>
                  <a:cubicBezTo>
                    <a:pt x="152" y="196"/>
                    <a:pt x="152" y="191"/>
                    <a:pt x="151" y="189"/>
                  </a:cubicBezTo>
                  <a:cubicBezTo>
                    <a:pt x="150" y="188"/>
                    <a:pt x="147" y="187"/>
                    <a:pt x="146" y="186"/>
                  </a:cubicBezTo>
                  <a:cubicBezTo>
                    <a:pt x="144" y="185"/>
                    <a:pt x="138" y="185"/>
                    <a:pt x="136" y="184"/>
                  </a:cubicBezTo>
                  <a:cubicBezTo>
                    <a:pt x="133" y="183"/>
                    <a:pt x="129" y="179"/>
                    <a:pt x="126" y="177"/>
                  </a:cubicBezTo>
                  <a:cubicBezTo>
                    <a:pt x="122" y="175"/>
                    <a:pt x="114" y="171"/>
                    <a:pt x="110" y="169"/>
                  </a:cubicBezTo>
                  <a:cubicBezTo>
                    <a:pt x="106" y="167"/>
                    <a:pt x="99" y="163"/>
                    <a:pt x="95" y="161"/>
                  </a:cubicBezTo>
                  <a:cubicBezTo>
                    <a:pt x="92" y="160"/>
                    <a:pt x="86" y="158"/>
                    <a:pt x="83" y="158"/>
                  </a:cubicBezTo>
                  <a:cubicBezTo>
                    <a:pt x="77" y="158"/>
                    <a:pt x="66" y="163"/>
                    <a:pt x="61" y="164"/>
                  </a:cubicBezTo>
                  <a:cubicBezTo>
                    <a:pt x="58" y="164"/>
                    <a:pt x="52" y="166"/>
                    <a:pt x="49" y="166"/>
                  </a:cubicBezTo>
                  <a:cubicBezTo>
                    <a:pt x="46" y="167"/>
                    <a:pt x="39" y="167"/>
                    <a:pt x="37" y="166"/>
                  </a:cubicBezTo>
                  <a:cubicBezTo>
                    <a:pt x="34" y="165"/>
                    <a:pt x="32" y="161"/>
                    <a:pt x="30" y="160"/>
                  </a:cubicBezTo>
                  <a:cubicBezTo>
                    <a:pt x="28" y="158"/>
                    <a:pt x="24" y="156"/>
                    <a:pt x="21" y="155"/>
                  </a:cubicBezTo>
                  <a:cubicBezTo>
                    <a:pt x="19" y="154"/>
                    <a:pt x="15" y="152"/>
                    <a:pt x="12" y="152"/>
                  </a:cubicBezTo>
                  <a:cubicBezTo>
                    <a:pt x="9" y="152"/>
                    <a:pt x="4" y="154"/>
                    <a:pt x="1" y="155"/>
                  </a:cubicBezTo>
                  <a:cubicBezTo>
                    <a:pt x="1" y="152"/>
                    <a:pt x="0" y="149"/>
                    <a:pt x="1" y="147"/>
                  </a:cubicBezTo>
                  <a:cubicBezTo>
                    <a:pt x="1" y="143"/>
                    <a:pt x="2" y="135"/>
                    <a:pt x="3" y="131"/>
                  </a:cubicBezTo>
                  <a:cubicBezTo>
                    <a:pt x="4" y="129"/>
                    <a:pt x="7" y="125"/>
                    <a:pt x="9" y="123"/>
                  </a:cubicBezTo>
                  <a:cubicBezTo>
                    <a:pt x="11" y="121"/>
                    <a:pt x="16" y="117"/>
                    <a:pt x="19" y="116"/>
                  </a:cubicBezTo>
                  <a:cubicBezTo>
                    <a:pt x="21" y="115"/>
                    <a:pt x="26" y="113"/>
                    <a:pt x="28" y="113"/>
                  </a:cubicBezTo>
                  <a:cubicBezTo>
                    <a:pt x="32" y="112"/>
                    <a:pt x="39" y="113"/>
                    <a:pt x="42" y="113"/>
                  </a:cubicBezTo>
                  <a:cubicBezTo>
                    <a:pt x="45" y="113"/>
                    <a:pt x="51" y="112"/>
                    <a:pt x="54" y="112"/>
                  </a:cubicBezTo>
                  <a:cubicBezTo>
                    <a:pt x="58" y="111"/>
                    <a:pt x="67" y="112"/>
                    <a:pt x="71" y="110"/>
                  </a:cubicBezTo>
                  <a:cubicBezTo>
                    <a:pt x="73" y="110"/>
                    <a:pt x="78" y="107"/>
                    <a:pt x="80" y="106"/>
                  </a:cubicBezTo>
                  <a:cubicBezTo>
                    <a:pt x="83" y="104"/>
                    <a:pt x="89" y="99"/>
                    <a:pt x="91" y="96"/>
                  </a:cubicBezTo>
                  <a:cubicBezTo>
                    <a:pt x="93" y="93"/>
                    <a:pt x="95" y="87"/>
                    <a:pt x="96" y="84"/>
                  </a:cubicBezTo>
                  <a:cubicBezTo>
                    <a:pt x="96" y="82"/>
                    <a:pt x="96" y="77"/>
                    <a:pt x="96" y="73"/>
                  </a:cubicBezTo>
                  <a:cubicBezTo>
                    <a:pt x="97" y="72"/>
                    <a:pt x="97" y="71"/>
                    <a:pt x="98" y="70"/>
                  </a:cubicBezTo>
                  <a:cubicBezTo>
                    <a:pt x="99" y="68"/>
                    <a:pt x="100" y="65"/>
                    <a:pt x="101" y="63"/>
                  </a:cubicBezTo>
                  <a:cubicBezTo>
                    <a:pt x="101" y="62"/>
                    <a:pt x="102" y="58"/>
                    <a:pt x="104" y="57"/>
                  </a:cubicBezTo>
                  <a:cubicBezTo>
                    <a:pt x="105" y="56"/>
                    <a:pt x="110" y="58"/>
                    <a:pt x="112" y="57"/>
                  </a:cubicBezTo>
                  <a:cubicBezTo>
                    <a:pt x="114" y="57"/>
                    <a:pt x="118" y="53"/>
                    <a:pt x="120" y="51"/>
                  </a:cubicBezTo>
                  <a:cubicBezTo>
                    <a:pt x="121" y="50"/>
                    <a:pt x="123" y="46"/>
                    <a:pt x="125" y="45"/>
                  </a:cubicBezTo>
                  <a:cubicBezTo>
                    <a:pt x="127" y="44"/>
                    <a:pt x="132" y="45"/>
                    <a:pt x="134" y="45"/>
                  </a:cubicBezTo>
                  <a:cubicBezTo>
                    <a:pt x="137" y="45"/>
                    <a:pt x="142" y="45"/>
                    <a:pt x="144" y="45"/>
                  </a:cubicBezTo>
                  <a:cubicBezTo>
                    <a:pt x="146" y="45"/>
                    <a:pt x="150" y="43"/>
                    <a:pt x="152" y="42"/>
                  </a:cubicBezTo>
                  <a:cubicBezTo>
                    <a:pt x="154" y="41"/>
                    <a:pt x="159" y="38"/>
                    <a:pt x="161" y="37"/>
                  </a:cubicBezTo>
                  <a:cubicBezTo>
                    <a:pt x="164" y="35"/>
                    <a:pt x="170" y="32"/>
                    <a:pt x="172" y="29"/>
                  </a:cubicBezTo>
                  <a:cubicBezTo>
                    <a:pt x="173" y="27"/>
                    <a:pt x="175" y="22"/>
                    <a:pt x="176" y="20"/>
                  </a:cubicBezTo>
                  <a:cubicBezTo>
                    <a:pt x="176" y="18"/>
                    <a:pt x="176" y="13"/>
                    <a:pt x="176" y="11"/>
                  </a:cubicBezTo>
                  <a:cubicBezTo>
                    <a:pt x="176" y="9"/>
                    <a:pt x="178" y="5"/>
                    <a:pt x="178" y="3"/>
                  </a:cubicBezTo>
                  <a:cubicBezTo>
                    <a:pt x="178" y="2"/>
                    <a:pt x="178" y="1"/>
                    <a:pt x="178" y="0"/>
                  </a:cubicBezTo>
                  <a:cubicBezTo>
                    <a:pt x="180" y="1"/>
                    <a:pt x="182" y="1"/>
                    <a:pt x="183" y="2"/>
                  </a:cubicBezTo>
                  <a:cubicBezTo>
                    <a:pt x="185" y="2"/>
                    <a:pt x="188" y="4"/>
                    <a:pt x="189" y="5"/>
                  </a:cubicBezTo>
                  <a:cubicBezTo>
                    <a:pt x="191" y="7"/>
                    <a:pt x="195" y="10"/>
                    <a:pt x="197" y="11"/>
                  </a:cubicBezTo>
                  <a:cubicBezTo>
                    <a:pt x="199" y="12"/>
                    <a:pt x="205" y="13"/>
                    <a:pt x="207" y="14"/>
                  </a:cubicBezTo>
                  <a:cubicBezTo>
                    <a:pt x="207" y="14"/>
                    <a:pt x="207" y="14"/>
                    <a:pt x="208" y="14"/>
                  </a:cubicBezTo>
                  <a:cubicBezTo>
                    <a:pt x="208" y="15"/>
                    <a:pt x="207" y="16"/>
                    <a:pt x="207" y="17"/>
                  </a:cubicBezTo>
                  <a:cubicBezTo>
                    <a:pt x="207" y="19"/>
                    <a:pt x="204" y="24"/>
                    <a:pt x="204" y="26"/>
                  </a:cubicBezTo>
                  <a:cubicBezTo>
                    <a:pt x="203" y="29"/>
                    <a:pt x="201" y="36"/>
                    <a:pt x="200" y="39"/>
                  </a:cubicBezTo>
                  <a:cubicBezTo>
                    <a:pt x="200" y="43"/>
                    <a:pt x="200" y="49"/>
                    <a:pt x="200" y="52"/>
                  </a:cubicBezTo>
                  <a:cubicBezTo>
                    <a:pt x="201" y="56"/>
                    <a:pt x="204" y="63"/>
                    <a:pt x="205" y="66"/>
                  </a:cubicBezTo>
                  <a:cubicBezTo>
                    <a:pt x="206" y="68"/>
                    <a:pt x="208" y="71"/>
                    <a:pt x="209" y="72"/>
                  </a:cubicBezTo>
                  <a:cubicBezTo>
                    <a:pt x="212" y="75"/>
                    <a:pt x="217" y="79"/>
                    <a:pt x="219" y="80"/>
                  </a:cubicBezTo>
                  <a:cubicBezTo>
                    <a:pt x="223" y="82"/>
                    <a:pt x="230" y="85"/>
                    <a:pt x="233" y="87"/>
                  </a:cubicBezTo>
                  <a:cubicBezTo>
                    <a:pt x="235" y="89"/>
                    <a:pt x="239" y="94"/>
                    <a:pt x="242" y="96"/>
                  </a:cubicBezTo>
                  <a:cubicBezTo>
                    <a:pt x="243" y="96"/>
                    <a:pt x="245" y="98"/>
                    <a:pt x="245" y="99"/>
                  </a:cubicBezTo>
                  <a:cubicBezTo>
                    <a:pt x="246" y="100"/>
                    <a:pt x="248" y="102"/>
                    <a:pt x="248" y="104"/>
                  </a:cubicBezTo>
                  <a:cubicBezTo>
                    <a:pt x="248" y="105"/>
                    <a:pt x="248" y="109"/>
                    <a:pt x="248" y="110"/>
                  </a:cubicBezTo>
                  <a:cubicBezTo>
                    <a:pt x="248" y="112"/>
                    <a:pt x="249" y="115"/>
                    <a:pt x="249" y="116"/>
                  </a:cubicBezTo>
                  <a:cubicBezTo>
                    <a:pt x="249" y="117"/>
                    <a:pt x="250" y="119"/>
                    <a:pt x="251" y="120"/>
                  </a:cubicBezTo>
                  <a:cubicBezTo>
                    <a:pt x="252" y="121"/>
                    <a:pt x="255" y="121"/>
                    <a:pt x="257" y="122"/>
                  </a:cubicBezTo>
                  <a:cubicBezTo>
                    <a:pt x="258" y="123"/>
                    <a:pt x="260" y="125"/>
                    <a:pt x="260" y="126"/>
                  </a:cubicBezTo>
                  <a:cubicBezTo>
                    <a:pt x="261" y="127"/>
                    <a:pt x="262" y="130"/>
                    <a:pt x="262" y="132"/>
                  </a:cubicBezTo>
                  <a:cubicBezTo>
                    <a:pt x="263" y="133"/>
                    <a:pt x="264" y="135"/>
                    <a:pt x="264" y="136"/>
                  </a:cubicBezTo>
                  <a:cubicBezTo>
                    <a:pt x="266" y="138"/>
                    <a:pt x="271" y="140"/>
                    <a:pt x="273" y="142"/>
                  </a:cubicBezTo>
                  <a:cubicBezTo>
                    <a:pt x="274" y="143"/>
                    <a:pt x="277" y="145"/>
                    <a:pt x="279" y="146"/>
                  </a:cubicBezTo>
                  <a:cubicBezTo>
                    <a:pt x="276" y="149"/>
                    <a:pt x="272" y="153"/>
                    <a:pt x="270" y="156"/>
                  </a:cubicBezTo>
                  <a:cubicBezTo>
                    <a:pt x="266" y="161"/>
                    <a:pt x="260" y="172"/>
                    <a:pt x="257" y="178"/>
                  </a:cubicBezTo>
                  <a:cubicBezTo>
                    <a:pt x="256" y="179"/>
                    <a:pt x="255" y="181"/>
                    <a:pt x="254" y="18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48"/>
            <p:cNvSpPr>
              <a:spLocks/>
            </p:cNvSpPr>
            <p:nvPr/>
          </p:nvSpPr>
          <p:spPr bwMode="auto">
            <a:xfrm>
              <a:off x="1458913" y="2152650"/>
              <a:ext cx="415925" cy="257175"/>
            </a:xfrm>
            <a:custGeom>
              <a:avLst/>
              <a:gdLst/>
              <a:ahLst/>
              <a:cxnLst>
                <a:cxn ang="0">
                  <a:pos x="0" y="102"/>
                </a:cxn>
                <a:cxn ang="0">
                  <a:pos x="0" y="79"/>
                </a:cxn>
                <a:cxn ang="0">
                  <a:pos x="14" y="56"/>
                </a:cxn>
                <a:cxn ang="0">
                  <a:pos x="31" y="24"/>
                </a:cxn>
                <a:cxn ang="0">
                  <a:pos x="33" y="9"/>
                </a:cxn>
                <a:cxn ang="0">
                  <a:pos x="41" y="10"/>
                </a:cxn>
                <a:cxn ang="0">
                  <a:pos x="63" y="7"/>
                </a:cxn>
                <a:cxn ang="0">
                  <a:pos x="89" y="1"/>
                </a:cxn>
                <a:cxn ang="0">
                  <a:pos x="127" y="4"/>
                </a:cxn>
                <a:cxn ang="0">
                  <a:pos x="158" y="12"/>
                </a:cxn>
                <a:cxn ang="0">
                  <a:pos x="177" y="11"/>
                </a:cxn>
                <a:cxn ang="0">
                  <a:pos x="177" y="4"/>
                </a:cxn>
                <a:cxn ang="0">
                  <a:pos x="187" y="5"/>
                </a:cxn>
                <a:cxn ang="0">
                  <a:pos x="199" y="16"/>
                </a:cxn>
                <a:cxn ang="0">
                  <a:pos x="212" y="33"/>
                </a:cxn>
                <a:cxn ang="0">
                  <a:pos x="227" y="46"/>
                </a:cxn>
                <a:cxn ang="0">
                  <a:pos x="239" y="61"/>
                </a:cxn>
                <a:cxn ang="0">
                  <a:pos x="250" y="75"/>
                </a:cxn>
                <a:cxn ang="0">
                  <a:pos x="268" y="89"/>
                </a:cxn>
                <a:cxn ang="0">
                  <a:pos x="271" y="100"/>
                </a:cxn>
                <a:cxn ang="0">
                  <a:pos x="246" y="103"/>
                </a:cxn>
                <a:cxn ang="0">
                  <a:pos x="215" y="111"/>
                </a:cxn>
                <a:cxn ang="0">
                  <a:pos x="198" y="124"/>
                </a:cxn>
                <a:cxn ang="0">
                  <a:pos x="167" y="128"/>
                </a:cxn>
                <a:cxn ang="0">
                  <a:pos x="144" y="137"/>
                </a:cxn>
                <a:cxn ang="0">
                  <a:pos x="120" y="146"/>
                </a:cxn>
                <a:cxn ang="0">
                  <a:pos x="78" y="155"/>
                </a:cxn>
                <a:cxn ang="0">
                  <a:pos x="58" y="169"/>
                </a:cxn>
                <a:cxn ang="0">
                  <a:pos x="39" y="167"/>
                </a:cxn>
                <a:cxn ang="0">
                  <a:pos x="24" y="158"/>
                </a:cxn>
                <a:cxn ang="0">
                  <a:pos x="16" y="135"/>
                </a:cxn>
                <a:cxn ang="0">
                  <a:pos x="4" y="109"/>
                </a:cxn>
              </a:cxnLst>
              <a:rect l="0" t="0" r="r" b="b"/>
              <a:pathLst>
                <a:path w="272" h="169">
                  <a:moveTo>
                    <a:pt x="3" y="108"/>
                  </a:moveTo>
                  <a:cubicBezTo>
                    <a:pt x="2" y="106"/>
                    <a:pt x="1" y="103"/>
                    <a:pt x="0" y="102"/>
                  </a:cubicBezTo>
                  <a:cubicBezTo>
                    <a:pt x="0" y="99"/>
                    <a:pt x="0" y="94"/>
                    <a:pt x="0" y="92"/>
                  </a:cubicBezTo>
                  <a:cubicBezTo>
                    <a:pt x="0" y="88"/>
                    <a:pt x="0" y="82"/>
                    <a:pt x="0" y="79"/>
                  </a:cubicBezTo>
                  <a:cubicBezTo>
                    <a:pt x="1" y="76"/>
                    <a:pt x="4" y="71"/>
                    <a:pt x="5" y="69"/>
                  </a:cubicBezTo>
                  <a:cubicBezTo>
                    <a:pt x="7" y="66"/>
                    <a:pt x="12" y="60"/>
                    <a:pt x="14" y="56"/>
                  </a:cubicBezTo>
                  <a:cubicBezTo>
                    <a:pt x="17" y="52"/>
                    <a:pt x="23" y="43"/>
                    <a:pt x="26" y="38"/>
                  </a:cubicBezTo>
                  <a:cubicBezTo>
                    <a:pt x="28" y="34"/>
                    <a:pt x="30" y="27"/>
                    <a:pt x="31" y="24"/>
                  </a:cubicBezTo>
                  <a:cubicBezTo>
                    <a:pt x="32" y="21"/>
                    <a:pt x="34" y="16"/>
                    <a:pt x="33" y="13"/>
                  </a:cubicBezTo>
                  <a:cubicBezTo>
                    <a:pt x="33" y="12"/>
                    <a:pt x="33" y="11"/>
                    <a:pt x="33" y="9"/>
                  </a:cubicBezTo>
                  <a:cubicBezTo>
                    <a:pt x="33" y="9"/>
                    <a:pt x="34" y="9"/>
                    <a:pt x="34" y="9"/>
                  </a:cubicBezTo>
                  <a:cubicBezTo>
                    <a:pt x="36" y="10"/>
                    <a:pt x="39" y="10"/>
                    <a:pt x="41" y="10"/>
                  </a:cubicBezTo>
                  <a:cubicBezTo>
                    <a:pt x="45" y="10"/>
                    <a:pt x="51" y="11"/>
                    <a:pt x="55" y="10"/>
                  </a:cubicBezTo>
                  <a:cubicBezTo>
                    <a:pt x="57" y="10"/>
                    <a:pt x="61" y="8"/>
                    <a:pt x="63" y="7"/>
                  </a:cubicBezTo>
                  <a:cubicBezTo>
                    <a:pt x="66" y="6"/>
                    <a:pt x="72" y="2"/>
                    <a:pt x="75" y="1"/>
                  </a:cubicBezTo>
                  <a:cubicBezTo>
                    <a:pt x="78" y="0"/>
                    <a:pt x="86" y="1"/>
                    <a:pt x="89" y="1"/>
                  </a:cubicBezTo>
                  <a:cubicBezTo>
                    <a:pt x="93" y="1"/>
                    <a:pt x="101" y="1"/>
                    <a:pt x="106" y="1"/>
                  </a:cubicBezTo>
                  <a:cubicBezTo>
                    <a:pt x="111" y="1"/>
                    <a:pt x="121" y="3"/>
                    <a:pt x="127" y="4"/>
                  </a:cubicBezTo>
                  <a:cubicBezTo>
                    <a:pt x="131" y="5"/>
                    <a:pt x="140" y="8"/>
                    <a:pt x="145" y="9"/>
                  </a:cubicBezTo>
                  <a:cubicBezTo>
                    <a:pt x="148" y="10"/>
                    <a:pt x="155" y="11"/>
                    <a:pt x="158" y="12"/>
                  </a:cubicBezTo>
                  <a:cubicBezTo>
                    <a:pt x="161" y="12"/>
                    <a:pt x="167" y="12"/>
                    <a:pt x="170" y="12"/>
                  </a:cubicBezTo>
                  <a:cubicBezTo>
                    <a:pt x="172" y="12"/>
                    <a:pt x="175" y="12"/>
                    <a:pt x="177" y="11"/>
                  </a:cubicBezTo>
                  <a:cubicBezTo>
                    <a:pt x="177" y="10"/>
                    <a:pt x="177" y="7"/>
                    <a:pt x="177" y="6"/>
                  </a:cubicBezTo>
                  <a:cubicBezTo>
                    <a:pt x="177" y="5"/>
                    <a:pt x="177" y="5"/>
                    <a:pt x="177" y="4"/>
                  </a:cubicBezTo>
                  <a:cubicBezTo>
                    <a:pt x="179" y="4"/>
                    <a:pt x="181" y="4"/>
                    <a:pt x="182" y="4"/>
                  </a:cubicBezTo>
                  <a:cubicBezTo>
                    <a:pt x="183" y="4"/>
                    <a:pt x="186" y="5"/>
                    <a:pt x="187" y="5"/>
                  </a:cubicBezTo>
                  <a:cubicBezTo>
                    <a:pt x="189" y="6"/>
                    <a:pt x="191" y="8"/>
                    <a:pt x="192" y="9"/>
                  </a:cubicBezTo>
                  <a:cubicBezTo>
                    <a:pt x="194" y="10"/>
                    <a:pt x="198" y="14"/>
                    <a:pt x="199" y="16"/>
                  </a:cubicBezTo>
                  <a:cubicBezTo>
                    <a:pt x="201" y="18"/>
                    <a:pt x="205" y="22"/>
                    <a:pt x="207" y="24"/>
                  </a:cubicBezTo>
                  <a:cubicBezTo>
                    <a:pt x="208" y="26"/>
                    <a:pt x="211" y="31"/>
                    <a:pt x="212" y="33"/>
                  </a:cubicBezTo>
                  <a:cubicBezTo>
                    <a:pt x="214" y="34"/>
                    <a:pt x="217" y="38"/>
                    <a:pt x="219" y="40"/>
                  </a:cubicBezTo>
                  <a:cubicBezTo>
                    <a:pt x="221" y="42"/>
                    <a:pt x="225" y="45"/>
                    <a:pt x="227" y="46"/>
                  </a:cubicBezTo>
                  <a:cubicBezTo>
                    <a:pt x="229" y="47"/>
                    <a:pt x="232" y="50"/>
                    <a:pt x="233" y="51"/>
                  </a:cubicBezTo>
                  <a:cubicBezTo>
                    <a:pt x="235" y="53"/>
                    <a:pt x="237" y="59"/>
                    <a:pt x="239" y="61"/>
                  </a:cubicBezTo>
                  <a:cubicBezTo>
                    <a:pt x="240" y="63"/>
                    <a:pt x="242" y="67"/>
                    <a:pt x="244" y="69"/>
                  </a:cubicBezTo>
                  <a:cubicBezTo>
                    <a:pt x="245" y="71"/>
                    <a:pt x="248" y="74"/>
                    <a:pt x="250" y="75"/>
                  </a:cubicBezTo>
                  <a:cubicBezTo>
                    <a:pt x="252" y="77"/>
                    <a:pt x="257" y="80"/>
                    <a:pt x="260" y="82"/>
                  </a:cubicBezTo>
                  <a:cubicBezTo>
                    <a:pt x="262" y="83"/>
                    <a:pt x="266" y="87"/>
                    <a:pt x="268" y="89"/>
                  </a:cubicBezTo>
                  <a:cubicBezTo>
                    <a:pt x="269" y="89"/>
                    <a:pt x="270" y="91"/>
                    <a:pt x="271" y="92"/>
                  </a:cubicBezTo>
                  <a:cubicBezTo>
                    <a:pt x="272" y="94"/>
                    <a:pt x="271" y="98"/>
                    <a:pt x="271" y="100"/>
                  </a:cubicBezTo>
                  <a:cubicBezTo>
                    <a:pt x="268" y="100"/>
                    <a:pt x="261" y="100"/>
                    <a:pt x="259" y="101"/>
                  </a:cubicBezTo>
                  <a:cubicBezTo>
                    <a:pt x="255" y="101"/>
                    <a:pt x="249" y="103"/>
                    <a:pt x="246" y="103"/>
                  </a:cubicBezTo>
                  <a:cubicBezTo>
                    <a:pt x="241" y="104"/>
                    <a:pt x="232" y="104"/>
                    <a:pt x="228" y="105"/>
                  </a:cubicBezTo>
                  <a:cubicBezTo>
                    <a:pt x="224" y="106"/>
                    <a:pt x="217" y="109"/>
                    <a:pt x="215" y="111"/>
                  </a:cubicBezTo>
                  <a:cubicBezTo>
                    <a:pt x="213" y="113"/>
                    <a:pt x="212" y="117"/>
                    <a:pt x="210" y="119"/>
                  </a:cubicBezTo>
                  <a:cubicBezTo>
                    <a:pt x="207" y="121"/>
                    <a:pt x="201" y="123"/>
                    <a:pt x="198" y="124"/>
                  </a:cubicBezTo>
                  <a:cubicBezTo>
                    <a:pt x="195" y="124"/>
                    <a:pt x="188" y="125"/>
                    <a:pt x="185" y="126"/>
                  </a:cubicBezTo>
                  <a:cubicBezTo>
                    <a:pt x="181" y="126"/>
                    <a:pt x="171" y="127"/>
                    <a:pt x="167" y="128"/>
                  </a:cubicBezTo>
                  <a:cubicBezTo>
                    <a:pt x="164" y="128"/>
                    <a:pt x="157" y="130"/>
                    <a:pt x="154" y="131"/>
                  </a:cubicBezTo>
                  <a:cubicBezTo>
                    <a:pt x="151" y="132"/>
                    <a:pt x="146" y="136"/>
                    <a:pt x="144" y="137"/>
                  </a:cubicBezTo>
                  <a:cubicBezTo>
                    <a:pt x="141" y="139"/>
                    <a:pt x="137" y="143"/>
                    <a:pt x="134" y="145"/>
                  </a:cubicBezTo>
                  <a:cubicBezTo>
                    <a:pt x="131" y="146"/>
                    <a:pt x="124" y="146"/>
                    <a:pt x="120" y="146"/>
                  </a:cubicBezTo>
                  <a:cubicBezTo>
                    <a:pt x="114" y="147"/>
                    <a:pt x="102" y="146"/>
                    <a:pt x="96" y="147"/>
                  </a:cubicBezTo>
                  <a:cubicBezTo>
                    <a:pt x="91" y="149"/>
                    <a:pt x="83" y="153"/>
                    <a:pt x="78" y="155"/>
                  </a:cubicBezTo>
                  <a:cubicBezTo>
                    <a:pt x="75" y="157"/>
                    <a:pt x="66" y="160"/>
                    <a:pt x="63" y="163"/>
                  </a:cubicBezTo>
                  <a:cubicBezTo>
                    <a:pt x="62" y="164"/>
                    <a:pt x="59" y="167"/>
                    <a:pt x="58" y="169"/>
                  </a:cubicBezTo>
                  <a:cubicBezTo>
                    <a:pt x="56" y="168"/>
                    <a:pt x="52" y="167"/>
                    <a:pt x="50" y="167"/>
                  </a:cubicBezTo>
                  <a:cubicBezTo>
                    <a:pt x="47" y="166"/>
                    <a:pt x="42" y="167"/>
                    <a:pt x="39" y="167"/>
                  </a:cubicBezTo>
                  <a:cubicBezTo>
                    <a:pt x="36" y="166"/>
                    <a:pt x="31" y="164"/>
                    <a:pt x="29" y="162"/>
                  </a:cubicBezTo>
                  <a:cubicBezTo>
                    <a:pt x="27" y="161"/>
                    <a:pt x="24" y="159"/>
                    <a:pt x="24" y="158"/>
                  </a:cubicBezTo>
                  <a:cubicBezTo>
                    <a:pt x="22" y="156"/>
                    <a:pt x="21" y="149"/>
                    <a:pt x="20" y="146"/>
                  </a:cubicBezTo>
                  <a:cubicBezTo>
                    <a:pt x="19" y="143"/>
                    <a:pt x="18" y="138"/>
                    <a:pt x="16" y="135"/>
                  </a:cubicBezTo>
                  <a:cubicBezTo>
                    <a:pt x="15" y="132"/>
                    <a:pt x="10" y="126"/>
                    <a:pt x="9" y="123"/>
                  </a:cubicBezTo>
                  <a:cubicBezTo>
                    <a:pt x="7" y="120"/>
                    <a:pt x="6" y="112"/>
                    <a:pt x="4" y="109"/>
                  </a:cubicBezTo>
                  <a:cubicBezTo>
                    <a:pt x="4" y="108"/>
                    <a:pt x="4" y="108"/>
                    <a:pt x="3" y="10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49"/>
            <p:cNvSpPr>
              <a:spLocks/>
            </p:cNvSpPr>
            <p:nvPr/>
          </p:nvSpPr>
          <p:spPr bwMode="auto">
            <a:xfrm>
              <a:off x="1268413" y="2522538"/>
              <a:ext cx="528638" cy="433388"/>
            </a:xfrm>
            <a:custGeom>
              <a:avLst/>
              <a:gdLst/>
              <a:ahLst/>
              <a:cxnLst>
                <a:cxn ang="0">
                  <a:pos x="340" y="150"/>
                </a:cxn>
                <a:cxn ang="0">
                  <a:pos x="344" y="165"/>
                </a:cxn>
                <a:cxn ang="0">
                  <a:pos x="332" y="182"/>
                </a:cxn>
                <a:cxn ang="0">
                  <a:pos x="340" y="205"/>
                </a:cxn>
                <a:cxn ang="0">
                  <a:pos x="310" y="239"/>
                </a:cxn>
                <a:cxn ang="0">
                  <a:pos x="298" y="260"/>
                </a:cxn>
                <a:cxn ang="0">
                  <a:pos x="276" y="255"/>
                </a:cxn>
                <a:cxn ang="0">
                  <a:pos x="253" y="273"/>
                </a:cxn>
                <a:cxn ang="0">
                  <a:pos x="222" y="269"/>
                </a:cxn>
                <a:cxn ang="0">
                  <a:pos x="192" y="284"/>
                </a:cxn>
                <a:cxn ang="0">
                  <a:pos x="183" y="274"/>
                </a:cxn>
                <a:cxn ang="0">
                  <a:pos x="188" y="264"/>
                </a:cxn>
                <a:cxn ang="0">
                  <a:pos x="173" y="257"/>
                </a:cxn>
                <a:cxn ang="0">
                  <a:pos x="160" y="238"/>
                </a:cxn>
                <a:cxn ang="0">
                  <a:pos x="151" y="219"/>
                </a:cxn>
                <a:cxn ang="0">
                  <a:pos x="148" y="235"/>
                </a:cxn>
                <a:cxn ang="0">
                  <a:pos x="151" y="254"/>
                </a:cxn>
                <a:cxn ang="0">
                  <a:pos x="129" y="271"/>
                </a:cxn>
                <a:cxn ang="0">
                  <a:pos x="107" y="277"/>
                </a:cxn>
                <a:cxn ang="0">
                  <a:pos x="96" y="269"/>
                </a:cxn>
                <a:cxn ang="0">
                  <a:pos x="90" y="262"/>
                </a:cxn>
                <a:cxn ang="0">
                  <a:pos x="99" y="246"/>
                </a:cxn>
                <a:cxn ang="0">
                  <a:pos x="90" y="220"/>
                </a:cxn>
                <a:cxn ang="0">
                  <a:pos x="79" y="212"/>
                </a:cxn>
                <a:cxn ang="0">
                  <a:pos x="69" y="201"/>
                </a:cxn>
                <a:cxn ang="0">
                  <a:pos x="69" y="180"/>
                </a:cxn>
                <a:cxn ang="0">
                  <a:pos x="62" y="157"/>
                </a:cxn>
                <a:cxn ang="0">
                  <a:pos x="41" y="144"/>
                </a:cxn>
                <a:cxn ang="0">
                  <a:pos x="34" y="114"/>
                </a:cxn>
                <a:cxn ang="0">
                  <a:pos x="18" y="124"/>
                </a:cxn>
                <a:cxn ang="0">
                  <a:pos x="1" y="113"/>
                </a:cxn>
                <a:cxn ang="0">
                  <a:pos x="10" y="97"/>
                </a:cxn>
                <a:cxn ang="0">
                  <a:pos x="8" y="83"/>
                </a:cxn>
                <a:cxn ang="0">
                  <a:pos x="5" y="70"/>
                </a:cxn>
                <a:cxn ang="0">
                  <a:pos x="19" y="75"/>
                </a:cxn>
                <a:cxn ang="0">
                  <a:pos x="30" y="64"/>
                </a:cxn>
                <a:cxn ang="0">
                  <a:pos x="40" y="77"/>
                </a:cxn>
                <a:cxn ang="0">
                  <a:pos x="59" y="69"/>
                </a:cxn>
                <a:cxn ang="0">
                  <a:pos x="77" y="86"/>
                </a:cxn>
                <a:cxn ang="0">
                  <a:pos x="91" y="86"/>
                </a:cxn>
                <a:cxn ang="0">
                  <a:pos x="102" y="84"/>
                </a:cxn>
                <a:cxn ang="0">
                  <a:pos x="111" y="84"/>
                </a:cxn>
                <a:cxn ang="0">
                  <a:pos x="108" y="61"/>
                </a:cxn>
                <a:cxn ang="0">
                  <a:pos x="98" y="35"/>
                </a:cxn>
                <a:cxn ang="0">
                  <a:pos x="120" y="10"/>
                </a:cxn>
                <a:cxn ang="0">
                  <a:pos x="144" y="11"/>
                </a:cxn>
                <a:cxn ang="0">
                  <a:pos x="181" y="0"/>
                </a:cxn>
                <a:cxn ang="0">
                  <a:pos x="184" y="19"/>
                </a:cxn>
                <a:cxn ang="0">
                  <a:pos x="195" y="56"/>
                </a:cxn>
                <a:cxn ang="0">
                  <a:pos x="202" y="73"/>
                </a:cxn>
                <a:cxn ang="0">
                  <a:pos x="212" y="66"/>
                </a:cxn>
                <a:cxn ang="0">
                  <a:pos x="214" y="78"/>
                </a:cxn>
                <a:cxn ang="0">
                  <a:pos x="230" y="98"/>
                </a:cxn>
                <a:cxn ang="0">
                  <a:pos x="223" y="128"/>
                </a:cxn>
                <a:cxn ang="0">
                  <a:pos x="251" y="148"/>
                </a:cxn>
                <a:cxn ang="0">
                  <a:pos x="277" y="157"/>
                </a:cxn>
                <a:cxn ang="0">
                  <a:pos x="305" y="148"/>
                </a:cxn>
                <a:cxn ang="0">
                  <a:pos x="329" y="136"/>
                </a:cxn>
              </a:cxnLst>
              <a:rect l="0" t="0" r="r" b="b"/>
              <a:pathLst>
                <a:path w="346" h="284">
                  <a:moveTo>
                    <a:pt x="346" y="138"/>
                  </a:moveTo>
                  <a:cubicBezTo>
                    <a:pt x="346" y="139"/>
                    <a:pt x="346" y="140"/>
                    <a:pt x="346" y="141"/>
                  </a:cubicBezTo>
                  <a:cubicBezTo>
                    <a:pt x="345" y="142"/>
                    <a:pt x="345" y="145"/>
                    <a:pt x="344" y="146"/>
                  </a:cubicBezTo>
                  <a:cubicBezTo>
                    <a:pt x="343" y="148"/>
                    <a:pt x="341" y="149"/>
                    <a:pt x="340" y="150"/>
                  </a:cubicBezTo>
                  <a:cubicBezTo>
                    <a:pt x="339" y="151"/>
                    <a:pt x="337" y="152"/>
                    <a:pt x="336" y="154"/>
                  </a:cubicBezTo>
                  <a:cubicBezTo>
                    <a:pt x="336" y="155"/>
                    <a:pt x="336" y="157"/>
                    <a:pt x="336" y="158"/>
                  </a:cubicBezTo>
                  <a:cubicBezTo>
                    <a:pt x="337" y="159"/>
                    <a:pt x="339" y="161"/>
                    <a:pt x="340" y="162"/>
                  </a:cubicBezTo>
                  <a:cubicBezTo>
                    <a:pt x="341" y="163"/>
                    <a:pt x="344" y="164"/>
                    <a:pt x="344" y="165"/>
                  </a:cubicBezTo>
                  <a:cubicBezTo>
                    <a:pt x="345" y="166"/>
                    <a:pt x="346" y="169"/>
                    <a:pt x="346" y="171"/>
                  </a:cubicBezTo>
                  <a:cubicBezTo>
                    <a:pt x="346" y="172"/>
                    <a:pt x="345" y="174"/>
                    <a:pt x="344" y="176"/>
                  </a:cubicBezTo>
                  <a:cubicBezTo>
                    <a:pt x="344" y="177"/>
                    <a:pt x="341" y="178"/>
                    <a:pt x="340" y="179"/>
                  </a:cubicBezTo>
                  <a:cubicBezTo>
                    <a:pt x="339" y="180"/>
                    <a:pt x="334" y="180"/>
                    <a:pt x="332" y="182"/>
                  </a:cubicBezTo>
                  <a:cubicBezTo>
                    <a:pt x="331" y="183"/>
                    <a:pt x="330" y="188"/>
                    <a:pt x="331" y="190"/>
                  </a:cubicBezTo>
                  <a:cubicBezTo>
                    <a:pt x="331" y="191"/>
                    <a:pt x="334" y="194"/>
                    <a:pt x="335" y="195"/>
                  </a:cubicBezTo>
                  <a:cubicBezTo>
                    <a:pt x="336" y="197"/>
                    <a:pt x="339" y="200"/>
                    <a:pt x="340" y="202"/>
                  </a:cubicBezTo>
                  <a:cubicBezTo>
                    <a:pt x="340" y="203"/>
                    <a:pt x="340" y="204"/>
                    <a:pt x="340" y="205"/>
                  </a:cubicBezTo>
                  <a:cubicBezTo>
                    <a:pt x="339" y="207"/>
                    <a:pt x="335" y="209"/>
                    <a:pt x="334" y="210"/>
                  </a:cubicBezTo>
                  <a:cubicBezTo>
                    <a:pt x="331" y="212"/>
                    <a:pt x="325" y="215"/>
                    <a:pt x="322" y="217"/>
                  </a:cubicBezTo>
                  <a:cubicBezTo>
                    <a:pt x="320" y="220"/>
                    <a:pt x="315" y="226"/>
                    <a:pt x="313" y="229"/>
                  </a:cubicBezTo>
                  <a:cubicBezTo>
                    <a:pt x="312" y="232"/>
                    <a:pt x="311" y="237"/>
                    <a:pt x="310" y="239"/>
                  </a:cubicBezTo>
                  <a:cubicBezTo>
                    <a:pt x="309" y="242"/>
                    <a:pt x="308" y="247"/>
                    <a:pt x="307" y="249"/>
                  </a:cubicBezTo>
                  <a:cubicBezTo>
                    <a:pt x="306" y="250"/>
                    <a:pt x="306" y="252"/>
                    <a:pt x="305" y="254"/>
                  </a:cubicBezTo>
                  <a:cubicBezTo>
                    <a:pt x="304" y="254"/>
                    <a:pt x="304" y="255"/>
                    <a:pt x="303" y="255"/>
                  </a:cubicBezTo>
                  <a:cubicBezTo>
                    <a:pt x="302" y="256"/>
                    <a:pt x="300" y="259"/>
                    <a:pt x="298" y="260"/>
                  </a:cubicBezTo>
                  <a:cubicBezTo>
                    <a:pt x="297" y="260"/>
                    <a:pt x="293" y="261"/>
                    <a:pt x="291" y="261"/>
                  </a:cubicBezTo>
                  <a:cubicBezTo>
                    <a:pt x="290" y="260"/>
                    <a:pt x="287" y="259"/>
                    <a:pt x="286" y="258"/>
                  </a:cubicBezTo>
                  <a:cubicBezTo>
                    <a:pt x="285" y="258"/>
                    <a:pt x="283" y="255"/>
                    <a:pt x="282" y="254"/>
                  </a:cubicBezTo>
                  <a:cubicBezTo>
                    <a:pt x="281" y="254"/>
                    <a:pt x="278" y="255"/>
                    <a:pt x="276" y="255"/>
                  </a:cubicBezTo>
                  <a:cubicBezTo>
                    <a:pt x="275" y="256"/>
                    <a:pt x="274" y="258"/>
                    <a:pt x="273" y="259"/>
                  </a:cubicBezTo>
                  <a:cubicBezTo>
                    <a:pt x="271" y="261"/>
                    <a:pt x="269" y="266"/>
                    <a:pt x="267" y="267"/>
                  </a:cubicBezTo>
                  <a:cubicBezTo>
                    <a:pt x="265" y="269"/>
                    <a:pt x="261" y="271"/>
                    <a:pt x="259" y="272"/>
                  </a:cubicBezTo>
                  <a:cubicBezTo>
                    <a:pt x="257" y="272"/>
                    <a:pt x="255" y="273"/>
                    <a:pt x="253" y="273"/>
                  </a:cubicBezTo>
                  <a:cubicBezTo>
                    <a:pt x="251" y="273"/>
                    <a:pt x="248" y="272"/>
                    <a:pt x="246" y="271"/>
                  </a:cubicBezTo>
                  <a:cubicBezTo>
                    <a:pt x="244" y="270"/>
                    <a:pt x="242" y="267"/>
                    <a:pt x="240" y="266"/>
                  </a:cubicBezTo>
                  <a:cubicBezTo>
                    <a:pt x="238" y="266"/>
                    <a:pt x="234" y="266"/>
                    <a:pt x="232" y="266"/>
                  </a:cubicBezTo>
                  <a:cubicBezTo>
                    <a:pt x="229" y="266"/>
                    <a:pt x="224" y="268"/>
                    <a:pt x="222" y="269"/>
                  </a:cubicBezTo>
                  <a:cubicBezTo>
                    <a:pt x="219" y="270"/>
                    <a:pt x="214" y="272"/>
                    <a:pt x="212" y="274"/>
                  </a:cubicBezTo>
                  <a:cubicBezTo>
                    <a:pt x="210" y="275"/>
                    <a:pt x="205" y="279"/>
                    <a:pt x="203" y="281"/>
                  </a:cubicBezTo>
                  <a:cubicBezTo>
                    <a:pt x="201" y="282"/>
                    <a:pt x="197" y="283"/>
                    <a:pt x="195" y="283"/>
                  </a:cubicBezTo>
                  <a:cubicBezTo>
                    <a:pt x="195" y="283"/>
                    <a:pt x="193" y="284"/>
                    <a:pt x="192" y="284"/>
                  </a:cubicBezTo>
                  <a:cubicBezTo>
                    <a:pt x="191" y="284"/>
                    <a:pt x="189" y="283"/>
                    <a:pt x="188" y="282"/>
                  </a:cubicBezTo>
                  <a:cubicBezTo>
                    <a:pt x="188" y="281"/>
                    <a:pt x="187" y="280"/>
                    <a:pt x="186" y="279"/>
                  </a:cubicBezTo>
                  <a:cubicBezTo>
                    <a:pt x="186" y="279"/>
                    <a:pt x="184" y="278"/>
                    <a:pt x="184" y="277"/>
                  </a:cubicBezTo>
                  <a:cubicBezTo>
                    <a:pt x="183" y="276"/>
                    <a:pt x="183" y="275"/>
                    <a:pt x="183" y="274"/>
                  </a:cubicBezTo>
                  <a:cubicBezTo>
                    <a:pt x="183" y="273"/>
                    <a:pt x="185" y="272"/>
                    <a:pt x="186" y="272"/>
                  </a:cubicBezTo>
                  <a:cubicBezTo>
                    <a:pt x="186" y="271"/>
                    <a:pt x="187" y="270"/>
                    <a:pt x="188" y="270"/>
                  </a:cubicBezTo>
                  <a:cubicBezTo>
                    <a:pt x="188" y="269"/>
                    <a:pt x="189" y="268"/>
                    <a:pt x="189" y="267"/>
                  </a:cubicBezTo>
                  <a:cubicBezTo>
                    <a:pt x="189" y="266"/>
                    <a:pt x="188" y="264"/>
                    <a:pt x="188" y="264"/>
                  </a:cubicBezTo>
                  <a:cubicBezTo>
                    <a:pt x="187" y="263"/>
                    <a:pt x="186" y="264"/>
                    <a:pt x="186" y="264"/>
                  </a:cubicBezTo>
                  <a:cubicBezTo>
                    <a:pt x="185" y="263"/>
                    <a:pt x="182" y="263"/>
                    <a:pt x="181" y="263"/>
                  </a:cubicBezTo>
                  <a:cubicBezTo>
                    <a:pt x="180" y="263"/>
                    <a:pt x="179" y="262"/>
                    <a:pt x="178" y="262"/>
                  </a:cubicBezTo>
                  <a:cubicBezTo>
                    <a:pt x="176" y="261"/>
                    <a:pt x="174" y="258"/>
                    <a:pt x="173" y="257"/>
                  </a:cubicBezTo>
                  <a:cubicBezTo>
                    <a:pt x="172" y="256"/>
                    <a:pt x="170" y="255"/>
                    <a:pt x="169" y="253"/>
                  </a:cubicBezTo>
                  <a:cubicBezTo>
                    <a:pt x="168" y="252"/>
                    <a:pt x="168" y="250"/>
                    <a:pt x="167" y="249"/>
                  </a:cubicBezTo>
                  <a:cubicBezTo>
                    <a:pt x="166" y="247"/>
                    <a:pt x="164" y="244"/>
                    <a:pt x="163" y="243"/>
                  </a:cubicBezTo>
                  <a:cubicBezTo>
                    <a:pt x="162" y="242"/>
                    <a:pt x="160" y="240"/>
                    <a:pt x="160" y="238"/>
                  </a:cubicBezTo>
                  <a:cubicBezTo>
                    <a:pt x="159" y="237"/>
                    <a:pt x="158" y="233"/>
                    <a:pt x="158" y="231"/>
                  </a:cubicBezTo>
                  <a:cubicBezTo>
                    <a:pt x="157" y="230"/>
                    <a:pt x="158" y="227"/>
                    <a:pt x="157" y="226"/>
                  </a:cubicBezTo>
                  <a:cubicBezTo>
                    <a:pt x="157" y="225"/>
                    <a:pt x="155" y="222"/>
                    <a:pt x="154" y="221"/>
                  </a:cubicBezTo>
                  <a:cubicBezTo>
                    <a:pt x="153" y="220"/>
                    <a:pt x="152" y="219"/>
                    <a:pt x="151" y="219"/>
                  </a:cubicBezTo>
                  <a:cubicBezTo>
                    <a:pt x="150" y="219"/>
                    <a:pt x="148" y="220"/>
                    <a:pt x="147" y="221"/>
                  </a:cubicBezTo>
                  <a:cubicBezTo>
                    <a:pt x="146" y="221"/>
                    <a:pt x="145" y="223"/>
                    <a:pt x="145" y="224"/>
                  </a:cubicBezTo>
                  <a:cubicBezTo>
                    <a:pt x="144" y="226"/>
                    <a:pt x="145" y="229"/>
                    <a:pt x="146" y="231"/>
                  </a:cubicBezTo>
                  <a:cubicBezTo>
                    <a:pt x="146" y="232"/>
                    <a:pt x="148" y="234"/>
                    <a:pt x="148" y="235"/>
                  </a:cubicBezTo>
                  <a:cubicBezTo>
                    <a:pt x="149" y="236"/>
                    <a:pt x="150" y="237"/>
                    <a:pt x="151" y="238"/>
                  </a:cubicBezTo>
                  <a:cubicBezTo>
                    <a:pt x="151" y="239"/>
                    <a:pt x="151" y="242"/>
                    <a:pt x="152" y="243"/>
                  </a:cubicBezTo>
                  <a:cubicBezTo>
                    <a:pt x="152" y="244"/>
                    <a:pt x="154" y="247"/>
                    <a:pt x="154" y="248"/>
                  </a:cubicBezTo>
                  <a:cubicBezTo>
                    <a:pt x="154" y="249"/>
                    <a:pt x="152" y="252"/>
                    <a:pt x="151" y="254"/>
                  </a:cubicBezTo>
                  <a:cubicBezTo>
                    <a:pt x="150" y="255"/>
                    <a:pt x="147" y="258"/>
                    <a:pt x="146" y="258"/>
                  </a:cubicBezTo>
                  <a:cubicBezTo>
                    <a:pt x="144" y="259"/>
                    <a:pt x="140" y="259"/>
                    <a:pt x="138" y="260"/>
                  </a:cubicBezTo>
                  <a:cubicBezTo>
                    <a:pt x="136" y="261"/>
                    <a:pt x="133" y="263"/>
                    <a:pt x="132" y="265"/>
                  </a:cubicBezTo>
                  <a:cubicBezTo>
                    <a:pt x="131" y="266"/>
                    <a:pt x="131" y="270"/>
                    <a:pt x="129" y="271"/>
                  </a:cubicBezTo>
                  <a:cubicBezTo>
                    <a:pt x="128" y="271"/>
                    <a:pt x="126" y="271"/>
                    <a:pt x="125" y="271"/>
                  </a:cubicBezTo>
                  <a:cubicBezTo>
                    <a:pt x="124" y="272"/>
                    <a:pt x="121" y="274"/>
                    <a:pt x="119" y="275"/>
                  </a:cubicBezTo>
                  <a:cubicBezTo>
                    <a:pt x="117" y="275"/>
                    <a:pt x="114" y="276"/>
                    <a:pt x="113" y="277"/>
                  </a:cubicBezTo>
                  <a:cubicBezTo>
                    <a:pt x="111" y="277"/>
                    <a:pt x="108" y="277"/>
                    <a:pt x="107" y="277"/>
                  </a:cubicBezTo>
                  <a:cubicBezTo>
                    <a:pt x="105" y="277"/>
                    <a:pt x="102" y="277"/>
                    <a:pt x="101" y="276"/>
                  </a:cubicBezTo>
                  <a:cubicBezTo>
                    <a:pt x="100" y="276"/>
                    <a:pt x="101" y="274"/>
                    <a:pt x="101" y="273"/>
                  </a:cubicBezTo>
                  <a:cubicBezTo>
                    <a:pt x="101" y="272"/>
                    <a:pt x="101" y="271"/>
                    <a:pt x="100" y="270"/>
                  </a:cubicBezTo>
                  <a:cubicBezTo>
                    <a:pt x="100" y="269"/>
                    <a:pt x="97" y="269"/>
                    <a:pt x="96" y="269"/>
                  </a:cubicBezTo>
                  <a:cubicBezTo>
                    <a:pt x="95" y="269"/>
                    <a:pt x="92" y="271"/>
                    <a:pt x="91" y="271"/>
                  </a:cubicBezTo>
                  <a:cubicBezTo>
                    <a:pt x="90" y="271"/>
                    <a:pt x="87" y="270"/>
                    <a:pt x="87" y="269"/>
                  </a:cubicBezTo>
                  <a:cubicBezTo>
                    <a:pt x="86" y="268"/>
                    <a:pt x="86" y="266"/>
                    <a:pt x="87" y="265"/>
                  </a:cubicBezTo>
                  <a:cubicBezTo>
                    <a:pt x="87" y="264"/>
                    <a:pt x="89" y="263"/>
                    <a:pt x="90" y="262"/>
                  </a:cubicBezTo>
                  <a:cubicBezTo>
                    <a:pt x="91" y="262"/>
                    <a:pt x="93" y="260"/>
                    <a:pt x="94" y="259"/>
                  </a:cubicBezTo>
                  <a:cubicBezTo>
                    <a:pt x="95" y="258"/>
                    <a:pt x="96" y="256"/>
                    <a:pt x="97" y="254"/>
                  </a:cubicBezTo>
                  <a:cubicBezTo>
                    <a:pt x="98" y="253"/>
                    <a:pt x="99" y="250"/>
                    <a:pt x="99" y="249"/>
                  </a:cubicBezTo>
                  <a:cubicBezTo>
                    <a:pt x="99" y="248"/>
                    <a:pt x="99" y="246"/>
                    <a:pt x="99" y="246"/>
                  </a:cubicBezTo>
                  <a:cubicBezTo>
                    <a:pt x="98" y="245"/>
                    <a:pt x="96" y="243"/>
                    <a:pt x="95" y="243"/>
                  </a:cubicBezTo>
                  <a:cubicBezTo>
                    <a:pt x="95" y="241"/>
                    <a:pt x="94" y="239"/>
                    <a:pt x="93" y="237"/>
                  </a:cubicBezTo>
                  <a:cubicBezTo>
                    <a:pt x="93" y="236"/>
                    <a:pt x="93" y="232"/>
                    <a:pt x="92" y="231"/>
                  </a:cubicBezTo>
                  <a:cubicBezTo>
                    <a:pt x="92" y="228"/>
                    <a:pt x="91" y="223"/>
                    <a:pt x="90" y="220"/>
                  </a:cubicBezTo>
                  <a:cubicBezTo>
                    <a:pt x="90" y="218"/>
                    <a:pt x="89" y="215"/>
                    <a:pt x="88" y="213"/>
                  </a:cubicBezTo>
                  <a:cubicBezTo>
                    <a:pt x="87" y="212"/>
                    <a:pt x="86" y="210"/>
                    <a:pt x="85" y="209"/>
                  </a:cubicBezTo>
                  <a:cubicBezTo>
                    <a:pt x="84" y="209"/>
                    <a:pt x="83" y="209"/>
                    <a:pt x="82" y="209"/>
                  </a:cubicBezTo>
                  <a:cubicBezTo>
                    <a:pt x="81" y="209"/>
                    <a:pt x="80" y="211"/>
                    <a:pt x="79" y="212"/>
                  </a:cubicBezTo>
                  <a:cubicBezTo>
                    <a:pt x="78" y="212"/>
                    <a:pt x="75" y="212"/>
                    <a:pt x="74" y="212"/>
                  </a:cubicBezTo>
                  <a:cubicBezTo>
                    <a:pt x="73" y="211"/>
                    <a:pt x="71" y="211"/>
                    <a:pt x="70" y="210"/>
                  </a:cubicBezTo>
                  <a:cubicBezTo>
                    <a:pt x="69" y="209"/>
                    <a:pt x="68" y="207"/>
                    <a:pt x="67" y="206"/>
                  </a:cubicBezTo>
                  <a:cubicBezTo>
                    <a:pt x="67" y="205"/>
                    <a:pt x="68" y="202"/>
                    <a:pt x="69" y="201"/>
                  </a:cubicBezTo>
                  <a:cubicBezTo>
                    <a:pt x="69" y="200"/>
                    <a:pt x="70" y="198"/>
                    <a:pt x="71" y="198"/>
                  </a:cubicBezTo>
                  <a:cubicBezTo>
                    <a:pt x="71" y="197"/>
                    <a:pt x="73" y="195"/>
                    <a:pt x="74" y="194"/>
                  </a:cubicBezTo>
                  <a:cubicBezTo>
                    <a:pt x="74" y="193"/>
                    <a:pt x="74" y="189"/>
                    <a:pt x="74" y="188"/>
                  </a:cubicBezTo>
                  <a:cubicBezTo>
                    <a:pt x="73" y="186"/>
                    <a:pt x="71" y="182"/>
                    <a:pt x="69" y="180"/>
                  </a:cubicBezTo>
                  <a:cubicBezTo>
                    <a:pt x="68" y="178"/>
                    <a:pt x="65" y="176"/>
                    <a:pt x="65" y="175"/>
                  </a:cubicBezTo>
                  <a:cubicBezTo>
                    <a:pt x="64" y="173"/>
                    <a:pt x="63" y="169"/>
                    <a:pt x="63" y="167"/>
                  </a:cubicBezTo>
                  <a:cubicBezTo>
                    <a:pt x="63" y="165"/>
                    <a:pt x="64" y="162"/>
                    <a:pt x="64" y="160"/>
                  </a:cubicBezTo>
                  <a:cubicBezTo>
                    <a:pt x="64" y="159"/>
                    <a:pt x="63" y="157"/>
                    <a:pt x="62" y="157"/>
                  </a:cubicBezTo>
                  <a:cubicBezTo>
                    <a:pt x="61" y="156"/>
                    <a:pt x="58" y="157"/>
                    <a:pt x="57" y="156"/>
                  </a:cubicBezTo>
                  <a:cubicBezTo>
                    <a:pt x="55" y="156"/>
                    <a:pt x="52" y="155"/>
                    <a:pt x="51" y="154"/>
                  </a:cubicBezTo>
                  <a:cubicBezTo>
                    <a:pt x="49" y="154"/>
                    <a:pt x="46" y="152"/>
                    <a:pt x="45" y="150"/>
                  </a:cubicBezTo>
                  <a:cubicBezTo>
                    <a:pt x="43" y="149"/>
                    <a:pt x="42" y="145"/>
                    <a:pt x="41" y="144"/>
                  </a:cubicBezTo>
                  <a:cubicBezTo>
                    <a:pt x="40" y="141"/>
                    <a:pt x="37" y="136"/>
                    <a:pt x="37" y="134"/>
                  </a:cubicBezTo>
                  <a:cubicBezTo>
                    <a:pt x="37" y="132"/>
                    <a:pt x="38" y="129"/>
                    <a:pt x="38" y="128"/>
                  </a:cubicBezTo>
                  <a:cubicBezTo>
                    <a:pt x="37" y="126"/>
                    <a:pt x="36" y="122"/>
                    <a:pt x="35" y="120"/>
                  </a:cubicBezTo>
                  <a:cubicBezTo>
                    <a:pt x="35" y="118"/>
                    <a:pt x="35" y="115"/>
                    <a:pt x="34" y="114"/>
                  </a:cubicBezTo>
                  <a:cubicBezTo>
                    <a:pt x="33" y="114"/>
                    <a:pt x="31" y="115"/>
                    <a:pt x="31" y="116"/>
                  </a:cubicBezTo>
                  <a:cubicBezTo>
                    <a:pt x="30" y="116"/>
                    <a:pt x="28" y="118"/>
                    <a:pt x="27" y="118"/>
                  </a:cubicBezTo>
                  <a:cubicBezTo>
                    <a:pt x="26" y="119"/>
                    <a:pt x="22" y="120"/>
                    <a:pt x="21" y="121"/>
                  </a:cubicBezTo>
                  <a:cubicBezTo>
                    <a:pt x="20" y="122"/>
                    <a:pt x="19" y="124"/>
                    <a:pt x="18" y="124"/>
                  </a:cubicBezTo>
                  <a:cubicBezTo>
                    <a:pt x="17" y="125"/>
                    <a:pt x="14" y="124"/>
                    <a:pt x="13" y="124"/>
                  </a:cubicBezTo>
                  <a:cubicBezTo>
                    <a:pt x="11" y="124"/>
                    <a:pt x="8" y="122"/>
                    <a:pt x="7" y="121"/>
                  </a:cubicBezTo>
                  <a:cubicBezTo>
                    <a:pt x="6" y="120"/>
                    <a:pt x="5" y="118"/>
                    <a:pt x="4" y="117"/>
                  </a:cubicBezTo>
                  <a:cubicBezTo>
                    <a:pt x="3" y="116"/>
                    <a:pt x="1" y="114"/>
                    <a:pt x="1" y="113"/>
                  </a:cubicBezTo>
                  <a:cubicBezTo>
                    <a:pt x="0" y="111"/>
                    <a:pt x="1" y="108"/>
                    <a:pt x="1" y="106"/>
                  </a:cubicBezTo>
                  <a:cubicBezTo>
                    <a:pt x="1" y="105"/>
                    <a:pt x="0" y="102"/>
                    <a:pt x="1" y="101"/>
                  </a:cubicBezTo>
                  <a:cubicBezTo>
                    <a:pt x="1" y="101"/>
                    <a:pt x="2" y="99"/>
                    <a:pt x="3" y="98"/>
                  </a:cubicBezTo>
                  <a:cubicBezTo>
                    <a:pt x="4" y="97"/>
                    <a:pt x="8" y="98"/>
                    <a:pt x="10" y="97"/>
                  </a:cubicBezTo>
                  <a:cubicBezTo>
                    <a:pt x="11" y="97"/>
                    <a:pt x="13" y="96"/>
                    <a:pt x="14" y="95"/>
                  </a:cubicBezTo>
                  <a:cubicBezTo>
                    <a:pt x="14" y="94"/>
                    <a:pt x="14" y="93"/>
                    <a:pt x="14" y="92"/>
                  </a:cubicBezTo>
                  <a:cubicBezTo>
                    <a:pt x="14" y="91"/>
                    <a:pt x="12" y="89"/>
                    <a:pt x="11" y="88"/>
                  </a:cubicBezTo>
                  <a:cubicBezTo>
                    <a:pt x="10" y="87"/>
                    <a:pt x="9" y="85"/>
                    <a:pt x="8" y="83"/>
                  </a:cubicBezTo>
                  <a:cubicBezTo>
                    <a:pt x="7" y="83"/>
                    <a:pt x="6" y="81"/>
                    <a:pt x="6" y="80"/>
                  </a:cubicBezTo>
                  <a:cubicBezTo>
                    <a:pt x="5" y="79"/>
                    <a:pt x="4" y="78"/>
                    <a:pt x="3" y="77"/>
                  </a:cubicBezTo>
                  <a:cubicBezTo>
                    <a:pt x="3" y="76"/>
                    <a:pt x="2" y="73"/>
                    <a:pt x="1" y="70"/>
                  </a:cubicBezTo>
                  <a:cubicBezTo>
                    <a:pt x="3" y="70"/>
                    <a:pt x="4" y="70"/>
                    <a:pt x="5" y="70"/>
                  </a:cubicBezTo>
                  <a:cubicBezTo>
                    <a:pt x="7" y="70"/>
                    <a:pt x="9" y="70"/>
                    <a:pt x="11" y="70"/>
                  </a:cubicBezTo>
                  <a:cubicBezTo>
                    <a:pt x="11" y="70"/>
                    <a:pt x="12" y="70"/>
                    <a:pt x="12" y="70"/>
                  </a:cubicBezTo>
                  <a:cubicBezTo>
                    <a:pt x="12" y="71"/>
                    <a:pt x="12" y="72"/>
                    <a:pt x="12" y="72"/>
                  </a:cubicBezTo>
                  <a:cubicBezTo>
                    <a:pt x="13" y="74"/>
                    <a:pt x="18" y="74"/>
                    <a:pt x="19" y="75"/>
                  </a:cubicBezTo>
                  <a:cubicBezTo>
                    <a:pt x="20" y="75"/>
                    <a:pt x="21" y="77"/>
                    <a:pt x="21" y="77"/>
                  </a:cubicBezTo>
                  <a:cubicBezTo>
                    <a:pt x="23" y="77"/>
                    <a:pt x="25" y="75"/>
                    <a:pt x="26" y="74"/>
                  </a:cubicBezTo>
                  <a:cubicBezTo>
                    <a:pt x="27" y="73"/>
                    <a:pt x="29" y="71"/>
                    <a:pt x="29" y="70"/>
                  </a:cubicBezTo>
                  <a:cubicBezTo>
                    <a:pt x="30" y="69"/>
                    <a:pt x="29" y="65"/>
                    <a:pt x="30" y="64"/>
                  </a:cubicBezTo>
                  <a:cubicBezTo>
                    <a:pt x="31" y="64"/>
                    <a:pt x="33" y="66"/>
                    <a:pt x="34" y="66"/>
                  </a:cubicBezTo>
                  <a:cubicBezTo>
                    <a:pt x="34" y="67"/>
                    <a:pt x="34" y="70"/>
                    <a:pt x="34" y="71"/>
                  </a:cubicBezTo>
                  <a:cubicBezTo>
                    <a:pt x="35" y="72"/>
                    <a:pt x="36" y="73"/>
                    <a:pt x="36" y="74"/>
                  </a:cubicBezTo>
                  <a:cubicBezTo>
                    <a:pt x="37" y="75"/>
                    <a:pt x="39" y="76"/>
                    <a:pt x="40" y="77"/>
                  </a:cubicBezTo>
                  <a:cubicBezTo>
                    <a:pt x="41" y="77"/>
                    <a:pt x="43" y="77"/>
                    <a:pt x="44" y="76"/>
                  </a:cubicBezTo>
                  <a:cubicBezTo>
                    <a:pt x="45" y="75"/>
                    <a:pt x="46" y="72"/>
                    <a:pt x="47" y="71"/>
                  </a:cubicBezTo>
                  <a:cubicBezTo>
                    <a:pt x="49" y="70"/>
                    <a:pt x="52" y="69"/>
                    <a:pt x="54" y="69"/>
                  </a:cubicBezTo>
                  <a:cubicBezTo>
                    <a:pt x="55" y="68"/>
                    <a:pt x="58" y="68"/>
                    <a:pt x="59" y="69"/>
                  </a:cubicBezTo>
                  <a:cubicBezTo>
                    <a:pt x="61" y="69"/>
                    <a:pt x="64" y="70"/>
                    <a:pt x="66" y="71"/>
                  </a:cubicBezTo>
                  <a:cubicBezTo>
                    <a:pt x="67" y="71"/>
                    <a:pt x="70" y="72"/>
                    <a:pt x="71" y="73"/>
                  </a:cubicBezTo>
                  <a:cubicBezTo>
                    <a:pt x="72" y="74"/>
                    <a:pt x="73" y="77"/>
                    <a:pt x="73" y="79"/>
                  </a:cubicBezTo>
                  <a:cubicBezTo>
                    <a:pt x="74" y="81"/>
                    <a:pt x="76" y="85"/>
                    <a:pt x="77" y="86"/>
                  </a:cubicBezTo>
                  <a:cubicBezTo>
                    <a:pt x="78" y="88"/>
                    <a:pt x="80" y="92"/>
                    <a:pt x="81" y="93"/>
                  </a:cubicBezTo>
                  <a:cubicBezTo>
                    <a:pt x="83" y="94"/>
                    <a:pt x="86" y="94"/>
                    <a:pt x="87" y="94"/>
                  </a:cubicBezTo>
                  <a:cubicBezTo>
                    <a:pt x="88" y="94"/>
                    <a:pt x="90" y="91"/>
                    <a:pt x="90" y="90"/>
                  </a:cubicBezTo>
                  <a:cubicBezTo>
                    <a:pt x="91" y="89"/>
                    <a:pt x="91" y="87"/>
                    <a:pt x="91" y="86"/>
                  </a:cubicBezTo>
                  <a:cubicBezTo>
                    <a:pt x="91" y="85"/>
                    <a:pt x="89" y="83"/>
                    <a:pt x="90" y="83"/>
                  </a:cubicBezTo>
                  <a:cubicBezTo>
                    <a:pt x="90" y="82"/>
                    <a:pt x="92" y="81"/>
                    <a:pt x="92" y="81"/>
                  </a:cubicBezTo>
                  <a:cubicBezTo>
                    <a:pt x="94" y="80"/>
                    <a:pt x="97" y="80"/>
                    <a:pt x="98" y="80"/>
                  </a:cubicBezTo>
                  <a:cubicBezTo>
                    <a:pt x="99" y="81"/>
                    <a:pt x="101" y="83"/>
                    <a:pt x="102" y="84"/>
                  </a:cubicBezTo>
                  <a:cubicBezTo>
                    <a:pt x="103" y="85"/>
                    <a:pt x="105" y="88"/>
                    <a:pt x="106" y="89"/>
                  </a:cubicBezTo>
                  <a:cubicBezTo>
                    <a:pt x="107" y="89"/>
                    <a:pt x="108" y="91"/>
                    <a:pt x="110" y="91"/>
                  </a:cubicBezTo>
                  <a:cubicBezTo>
                    <a:pt x="110" y="92"/>
                    <a:pt x="111" y="91"/>
                    <a:pt x="111" y="91"/>
                  </a:cubicBezTo>
                  <a:cubicBezTo>
                    <a:pt x="112" y="90"/>
                    <a:pt x="112" y="86"/>
                    <a:pt x="111" y="84"/>
                  </a:cubicBezTo>
                  <a:cubicBezTo>
                    <a:pt x="111" y="82"/>
                    <a:pt x="108" y="80"/>
                    <a:pt x="108" y="78"/>
                  </a:cubicBezTo>
                  <a:cubicBezTo>
                    <a:pt x="107" y="76"/>
                    <a:pt x="105" y="73"/>
                    <a:pt x="105" y="72"/>
                  </a:cubicBezTo>
                  <a:cubicBezTo>
                    <a:pt x="105" y="70"/>
                    <a:pt x="105" y="67"/>
                    <a:pt x="105" y="65"/>
                  </a:cubicBezTo>
                  <a:cubicBezTo>
                    <a:pt x="105" y="64"/>
                    <a:pt x="107" y="62"/>
                    <a:pt x="108" y="61"/>
                  </a:cubicBezTo>
                  <a:cubicBezTo>
                    <a:pt x="108" y="60"/>
                    <a:pt x="110" y="58"/>
                    <a:pt x="110" y="56"/>
                  </a:cubicBezTo>
                  <a:cubicBezTo>
                    <a:pt x="110" y="54"/>
                    <a:pt x="108" y="51"/>
                    <a:pt x="108" y="49"/>
                  </a:cubicBezTo>
                  <a:cubicBezTo>
                    <a:pt x="106" y="47"/>
                    <a:pt x="103" y="44"/>
                    <a:pt x="102" y="42"/>
                  </a:cubicBezTo>
                  <a:cubicBezTo>
                    <a:pt x="101" y="40"/>
                    <a:pt x="100" y="36"/>
                    <a:pt x="98" y="35"/>
                  </a:cubicBezTo>
                  <a:cubicBezTo>
                    <a:pt x="99" y="33"/>
                    <a:pt x="100" y="31"/>
                    <a:pt x="100" y="31"/>
                  </a:cubicBezTo>
                  <a:cubicBezTo>
                    <a:pt x="101" y="28"/>
                    <a:pt x="103" y="23"/>
                    <a:pt x="104" y="21"/>
                  </a:cubicBezTo>
                  <a:cubicBezTo>
                    <a:pt x="105" y="19"/>
                    <a:pt x="108" y="14"/>
                    <a:pt x="111" y="13"/>
                  </a:cubicBezTo>
                  <a:cubicBezTo>
                    <a:pt x="112" y="11"/>
                    <a:pt x="117" y="10"/>
                    <a:pt x="120" y="10"/>
                  </a:cubicBezTo>
                  <a:cubicBezTo>
                    <a:pt x="121" y="10"/>
                    <a:pt x="123" y="10"/>
                    <a:pt x="124" y="10"/>
                  </a:cubicBezTo>
                  <a:cubicBezTo>
                    <a:pt x="126" y="11"/>
                    <a:pt x="128" y="14"/>
                    <a:pt x="130" y="15"/>
                  </a:cubicBezTo>
                  <a:cubicBezTo>
                    <a:pt x="132" y="15"/>
                    <a:pt x="137" y="15"/>
                    <a:pt x="139" y="15"/>
                  </a:cubicBezTo>
                  <a:cubicBezTo>
                    <a:pt x="141" y="14"/>
                    <a:pt x="143" y="12"/>
                    <a:pt x="144" y="11"/>
                  </a:cubicBezTo>
                  <a:cubicBezTo>
                    <a:pt x="147" y="10"/>
                    <a:pt x="153" y="8"/>
                    <a:pt x="156" y="7"/>
                  </a:cubicBezTo>
                  <a:cubicBezTo>
                    <a:pt x="157" y="6"/>
                    <a:pt x="161" y="5"/>
                    <a:pt x="163" y="4"/>
                  </a:cubicBezTo>
                  <a:cubicBezTo>
                    <a:pt x="165" y="3"/>
                    <a:pt x="169" y="1"/>
                    <a:pt x="172" y="0"/>
                  </a:cubicBezTo>
                  <a:cubicBezTo>
                    <a:pt x="174" y="0"/>
                    <a:pt x="178" y="0"/>
                    <a:pt x="181" y="0"/>
                  </a:cubicBezTo>
                  <a:cubicBezTo>
                    <a:pt x="182" y="0"/>
                    <a:pt x="184" y="0"/>
                    <a:pt x="186" y="0"/>
                  </a:cubicBezTo>
                  <a:cubicBezTo>
                    <a:pt x="187" y="1"/>
                    <a:pt x="187" y="2"/>
                    <a:pt x="187" y="2"/>
                  </a:cubicBezTo>
                  <a:cubicBezTo>
                    <a:pt x="187" y="4"/>
                    <a:pt x="187" y="7"/>
                    <a:pt x="187" y="9"/>
                  </a:cubicBezTo>
                  <a:cubicBezTo>
                    <a:pt x="186" y="11"/>
                    <a:pt x="185" y="16"/>
                    <a:pt x="184" y="19"/>
                  </a:cubicBezTo>
                  <a:cubicBezTo>
                    <a:pt x="184" y="22"/>
                    <a:pt x="183" y="29"/>
                    <a:pt x="183" y="33"/>
                  </a:cubicBezTo>
                  <a:cubicBezTo>
                    <a:pt x="183" y="37"/>
                    <a:pt x="183" y="44"/>
                    <a:pt x="184" y="48"/>
                  </a:cubicBezTo>
                  <a:cubicBezTo>
                    <a:pt x="185" y="49"/>
                    <a:pt x="187" y="52"/>
                    <a:pt x="189" y="53"/>
                  </a:cubicBezTo>
                  <a:cubicBezTo>
                    <a:pt x="190" y="54"/>
                    <a:pt x="193" y="55"/>
                    <a:pt x="195" y="56"/>
                  </a:cubicBezTo>
                  <a:cubicBezTo>
                    <a:pt x="196" y="56"/>
                    <a:pt x="199" y="56"/>
                    <a:pt x="200" y="57"/>
                  </a:cubicBezTo>
                  <a:cubicBezTo>
                    <a:pt x="201" y="58"/>
                    <a:pt x="202" y="59"/>
                    <a:pt x="202" y="60"/>
                  </a:cubicBezTo>
                  <a:cubicBezTo>
                    <a:pt x="203" y="62"/>
                    <a:pt x="202" y="65"/>
                    <a:pt x="202" y="67"/>
                  </a:cubicBezTo>
                  <a:cubicBezTo>
                    <a:pt x="202" y="69"/>
                    <a:pt x="202" y="72"/>
                    <a:pt x="202" y="73"/>
                  </a:cubicBezTo>
                  <a:cubicBezTo>
                    <a:pt x="203" y="74"/>
                    <a:pt x="205" y="75"/>
                    <a:pt x="206" y="76"/>
                  </a:cubicBezTo>
                  <a:cubicBezTo>
                    <a:pt x="207" y="76"/>
                    <a:pt x="209" y="78"/>
                    <a:pt x="210" y="77"/>
                  </a:cubicBezTo>
                  <a:cubicBezTo>
                    <a:pt x="212" y="76"/>
                    <a:pt x="212" y="72"/>
                    <a:pt x="212" y="71"/>
                  </a:cubicBezTo>
                  <a:cubicBezTo>
                    <a:pt x="212" y="70"/>
                    <a:pt x="211" y="67"/>
                    <a:pt x="212" y="66"/>
                  </a:cubicBezTo>
                  <a:cubicBezTo>
                    <a:pt x="212" y="66"/>
                    <a:pt x="213" y="64"/>
                    <a:pt x="214" y="64"/>
                  </a:cubicBezTo>
                  <a:cubicBezTo>
                    <a:pt x="215" y="64"/>
                    <a:pt x="216" y="66"/>
                    <a:pt x="216" y="67"/>
                  </a:cubicBezTo>
                  <a:cubicBezTo>
                    <a:pt x="217" y="69"/>
                    <a:pt x="217" y="71"/>
                    <a:pt x="217" y="73"/>
                  </a:cubicBezTo>
                  <a:cubicBezTo>
                    <a:pt x="217" y="74"/>
                    <a:pt x="214" y="76"/>
                    <a:pt x="214" y="78"/>
                  </a:cubicBezTo>
                  <a:cubicBezTo>
                    <a:pt x="214" y="80"/>
                    <a:pt x="216" y="83"/>
                    <a:pt x="217" y="84"/>
                  </a:cubicBezTo>
                  <a:cubicBezTo>
                    <a:pt x="219" y="86"/>
                    <a:pt x="222" y="88"/>
                    <a:pt x="223" y="88"/>
                  </a:cubicBezTo>
                  <a:cubicBezTo>
                    <a:pt x="225" y="89"/>
                    <a:pt x="229" y="89"/>
                    <a:pt x="230" y="91"/>
                  </a:cubicBezTo>
                  <a:cubicBezTo>
                    <a:pt x="231" y="92"/>
                    <a:pt x="230" y="96"/>
                    <a:pt x="230" y="98"/>
                  </a:cubicBezTo>
                  <a:cubicBezTo>
                    <a:pt x="230" y="99"/>
                    <a:pt x="229" y="101"/>
                    <a:pt x="229" y="102"/>
                  </a:cubicBezTo>
                  <a:cubicBezTo>
                    <a:pt x="228" y="104"/>
                    <a:pt x="226" y="107"/>
                    <a:pt x="225" y="109"/>
                  </a:cubicBezTo>
                  <a:cubicBezTo>
                    <a:pt x="224" y="110"/>
                    <a:pt x="223" y="114"/>
                    <a:pt x="223" y="116"/>
                  </a:cubicBezTo>
                  <a:cubicBezTo>
                    <a:pt x="223" y="119"/>
                    <a:pt x="222" y="125"/>
                    <a:pt x="223" y="128"/>
                  </a:cubicBezTo>
                  <a:cubicBezTo>
                    <a:pt x="224" y="130"/>
                    <a:pt x="226" y="133"/>
                    <a:pt x="227" y="134"/>
                  </a:cubicBezTo>
                  <a:cubicBezTo>
                    <a:pt x="228" y="136"/>
                    <a:pt x="230" y="139"/>
                    <a:pt x="231" y="140"/>
                  </a:cubicBezTo>
                  <a:cubicBezTo>
                    <a:pt x="234" y="142"/>
                    <a:pt x="240" y="145"/>
                    <a:pt x="243" y="146"/>
                  </a:cubicBezTo>
                  <a:cubicBezTo>
                    <a:pt x="245" y="147"/>
                    <a:pt x="249" y="147"/>
                    <a:pt x="251" y="148"/>
                  </a:cubicBezTo>
                  <a:cubicBezTo>
                    <a:pt x="252" y="148"/>
                    <a:pt x="255" y="150"/>
                    <a:pt x="256" y="151"/>
                  </a:cubicBezTo>
                  <a:cubicBezTo>
                    <a:pt x="258" y="151"/>
                    <a:pt x="261" y="153"/>
                    <a:pt x="263" y="153"/>
                  </a:cubicBezTo>
                  <a:cubicBezTo>
                    <a:pt x="265" y="154"/>
                    <a:pt x="269" y="153"/>
                    <a:pt x="271" y="154"/>
                  </a:cubicBezTo>
                  <a:cubicBezTo>
                    <a:pt x="273" y="154"/>
                    <a:pt x="276" y="157"/>
                    <a:pt x="277" y="157"/>
                  </a:cubicBezTo>
                  <a:cubicBezTo>
                    <a:pt x="280" y="158"/>
                    <a:pt x="285" y="158"/>
                    <a:pt x="287" y="157"/>
                  </a:cubicBezTo>
                  <a:cubicBezTo>
                    <a:pt x="289" y="157"/>
                    <a:pt x="292" y="156"/>
                    <a:pt x="294" y="156"/>
                  </a:cubicBezTo>
                  <a:cubicBezTo>
                    <a:pt x="296" y="155"/>
                    <a:pt x="300" y="153"/>
                    <a:pt x="301" y="152"/>
                  </a:cubicBezTo>
                  <a:cubicBezTo>
                    <a:pt x="303" y="151"/>
                    <a:pt x="304" y="149"/>
                    <a:pt x="305" y="148"/>
                  </a:cubicBezTo>
                  <a:cubicBezTo>
                    <a:pt x="308" y="147"/>
                    <a:pt x="313" y="149"/>
                    <a:pt x="316" y="148"/>
                  </a:cubicBezTo>
                  <a:cubicBezTo>
                    <a:pt x="318" y="147"/>
                    <a:pt x="323" y="146"/>
                    <a:pt x="324" y="144"/>
                  </a:cubicBezTo>
                  <a:cubicBezTo>
                    <a:pt x="326" y="143"/>
                    <a:pt x="328" y="139"/>
                    <a:pt x="328" y="138"/>
                  </a:cubicBezTo>
                  <a:cubicBezTo>
                    <a:pt x="328" y="137"/>
                    <a:pt x="329" y="137"/>
                    <a:pt x="329" y="136"/>
                  </a:cubicBezTo>
                  <a:cubicBezTo>
                    <a:pt x="331" y="136"/>
                    <a:pt x="335" y="137"/>
                    <a:pt x="337" y="137"/>
                  </a:cubicBezTo>
                  <a:cubicBezTo>
                    <a:pt x="339" y="137"/>
                    <a:pt x="343" y="137"/>
                    <a:pt x="346" y="13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50"/>
            <p:cNvSpPr>
              <a:spLocks/>
            </p:cNvSpPr>
            <p:nvPr/>
          </p:nvSpPr>
          <p:spPr bwMode="auto">
            <a:xfrm>
              <a:off x="1400176" y="3067050"/>
              <a:ext cx="385763" cy="357188"/>
            </a:xfrm>
            <a:custGeom>
              <a:avLst/>
              <a:gdLst/>
              <a:ahLst/>
              <a:cxnLst>
                <a:cxn ang="0">
                  <a:pos x="252" y="209"/>
                </a:cxn>
                <a:cxn ang="0">
                  <a:pos x="251" y="213"/>
                </a:cxn>
                <a:cxn ang="0">
                  <a:pos x="242" y="210"/>
                </a:cxn>
                <a:cxn ang="0">
                  <a:pos x="232" y="220"/>
                </a:cxn>
                <a:cxn ang="0">
                  <a:pos x="219" y="230"/>
                </a:cxn>
                <a:cxn ang="0">
                  <a:pos x="208" y="218"/>
                </a:cxn>
                <a:cxn ang="0">
                  <a:pos x="198" y="209"/>
                </a:cxn>
                <a:cxn ang="0">
                  <a:pos x="190" y="220"/>
                </a:cxn>
                <a:cxn ang="0">
                  <a:pos x="179" y="229"/>
                </a:cxn>
                <a:cxn ang="0">
                  <a:pos x="165" y="233"/>
                </a:cxn>
                <a:cxn ang="0">
                  <a:pos x="149" y="232"/>
                </a:cxn>
                <a:cxn ang="0">
                  <a:pos x="146" y="221"/>
                </a:cxn>
                <a:cxn ang="0">
                  <a:pos x="120" y="180"/>
                </a:cxn>
                <a:cxn ang="0">
                  <a:pos x="92" y="153"/>
                </a:cxn>
                <a:cxn ang="0">
                  <a:pos x="69" y="137"/>
                </a:cxn>
                <a:cxn ang="0">
                  <a:pos x="57" y="139"/>
                </a:cxn>
                <a:cxn ang="0">
                  <a:pos x="53" y="143"/>
                </a:cxn>
                <a:cxn ang="0">
                  <a:pos x="51" y="133"/>
                </a:cxn>
                <a:cxn ang="0">
                  <a:pos x="54" y="116"/>
                </a:cxn>
                <a:cxn ang="0">
                  <a:pos x="48" y="99"/>
                </a:cxn>
                <a:cxn ang="0">
                  <a:pos x="31" y="82"/>
                </a:cxn>
                <a:cxn ang="0">
                  <a:pos x="9" y="78"/>
                </a:cxn>
                <a:cxn ang="0">
                  <a:pos x="0" y="65"/>
                </a:cxn>
                <a:cxn ang="0">
                  <a:pos x="4" y="52"/>
                </a:cxn>
                <a:cxn ang="0">
                  <a:pos x="22" y="42"/>
                </a:cxn>
                <a:cxn ang="0">
                  <a:pos x="36" y="33"/>
                </a:cxn>
                <a:cxn ang="0">
                  <a:pos x="59" y="8"/>
                </a:cxn>
                <a:cxn ang="0">
                  <a:pos x="69" y="0"/>
                </a:cxn>
                <a:cxn ang="0">
                  <a:pos x="85" y="2"/>
                </a:cxn>
                <a:cxn ang="0">
                  <a:pos x="93" y="4"/>
                </a:cxn>
                <a:cxn ang="0">
                  <a:pos x="100" y="13"/>
                </a:cxn>
                <a:cxn ang="0">
                  <a:pos x="111" y="17"/>
                </a:cxn>
                <a:cxn ang="0">
                  <a:pos x="119" y="20"/>
                </a:cxn>
                <a:cxn ang="0">
                  <a:pos x="120" y="31"/>
                </a:cxn>
                <a:cxn ang="0">
                  <a:pos x="124" y="46"/>
                </a:cxn>
                <a:cxn ang="0">
                  <a:pos x="142" y="65"/>
                </a:cxn>
                <a:cxn ang="0">
                  <a:pos x="165" y="72"/>
                </a:cxn>
                <a:cxn ang="0">
                  <a:pos x="182" y="69"/>
                </a:cxn>
                <a:cxn ang="0">
                  <a:pos x="195" y="52"/>
                </a:cxn>
                <a:cxn ang="0">
                  <a:pos x="207" y="48"/>
                </a:cxn>
                <a:cxn ang="0">
                  <a:pos x="214" y="58"/>
                </a:cxn>
                <a:cxn ang="0">
                  <a:pos x="223" y="76"/>
                </a:cxn>
                <a:cxn ang="0">
                  <a:pos x="228" y="82"/>
                </a:cxn>
                <a:cxn ang="0">
                  <a:pos x="226" y="86"/>
                </a:cxn>
                <a:cxn ang="0">
                  <a:pos x="214" y="92"/>
                </a:cxn>
                <a:cxn ang="0">
                  <a:pos x="202" y="104"/>
                </a:cxn>
                <a:cxn ang="0">
                  <a:pos x="199" y="117"/>
                </a:cxn>
                <a:cxn ang="0">
                  <a:pos x="197" y="132"/>
                </a:cxn>
                <a:cxn ang="0">
                  <a:pos x="194" y="152"/>
                </a:cxn>
                <a:cxn ang="0">
                  <a:pos x="201" y="163"/>
                </a:cxn>
                <a:cxn ang="0">
                  <a:pos x="212" y="169"/>
                </a:cxn>
                <a:cxn ang="0">
                  <a:pos x="223" y="170"/>
                </a:cxn>
                <a:cxn ang="0">
                  <a:pos x="234" y="174"/>
                </a:cxn>
                <a:cxn ang="0">
                  <a:pos x="242" y="188"/>
                </a:cxn>
                <a:cxn ang="0">
                  <a:pos x="248" y="198"/>
                </a:cxn>
                <a:cxn ang="0">
                  <a:pos x="252" y="205"/>
                </a:cxn>
              </a:cxnLst>
              <a:rect l="0" t="0" r="r" b="b"/>
              <a:pathLst>
                <a:path w="253" h="233">
                  <a:moveTo>
                    <a:pt x="252" y="205"/>
                  </a:moveTo>
                  <a:cubicBezTo>
                    <a:pt x="253" y="206"/>
                    <a:pt x="252" y="208"/>
                    <a:pt x="252" y="209"/>
                  </a:cubicBezTo>
                  <a:cubicBezTo>
                    <a:pt x="252" y="211"/>
                    <a:pt x="251" y="214"/>
                    <a:pt x="251" y="214"/>
                  </a:cubicBezTo>
                  <a:cubicBezTo>
                    <a:pt x="251" y="214"/>
                    <a:pt x="251" y="213"/>
                    <a:pt x="251" y="213"/>
                  </a:cubicBezTo>
                  <a:cubicBezTo>
                    <a:pt x="251" y="213"/>
                    <a:pt x="249" y="212"/>
                    <a:pt x="248" y="212"/>
                  </a:cubicBezTo>
                  <a:cubicBezTo>
                    <a:pt x="247" y="212"/>
                    <a:pt x="244" y="210"/>
                    <a:pt x="242" y="210"/>
                  </a:cubicBezTo>
                  <a:cubicBezTo>
                    <a:pt x="241" y="210"/>
                    <a:pt x="237" y="212"/>
                    <a:pt x="236" y="213"/>
                  </a:cubicBezTo>
                  <a:cubicBezTo>
                    <a:pt x="234" y="214"/>
                    <a:pt x="233" y="218"/>
                    <a:pt x="232" y="220"/>
                  </a:cubicBezTo>
                  <a:cubicBezTo>
                    <a:pt x="230" y="222"/>
                    <a:pt x="226" y="227"/>
                    <a:pt x="224" y="228"/>
                  </a:cubicBezTo>
                  <a:cubicBezTo>
                    <a:pt x="223" y="229"/>
                    <a:pt x="220" y="230"/>
                    <a:pt x="219" y="230"/>
                  </a:cubicBezTo>
                  <a:cubicBezTo>
                    <a:pt x="217" y="230"/>
                    <a:pt x="213" y="229"/>
                    <a:pt x="212" y="227"/>
                  </a:cubicBezTo>
                  <a:cubicBezTo>
                    <a:pt x="210" y="226"/>
                    <a:pt x="209" y="220"/>
                    <a:pt x="208" y="218"/>
                  </a:cubicBezTo>
                  <a:cubicBezTo>
                    <a:pt x="207" y="217"/>
                    <a:pt x="205" y="213"/>
                    <a:pt x="204" y="212"/>
                  </a:cubicBezTo>
                  <a:cubicBezTo>
                    <a:pt x="203" y="211"/>
                    <a:pt x="200" y="208"/>
                    <a:pt x="198" y="209"/>
                  </a:cubicBezTo>
                  <a:cubicBezTo>
                    <a:pt x="197" y="209"/>
                    <a:pt x="195" y="212"/>
                    <a:pt x="195" y="213"/>
                  </a:cubicBezTo>
                  <a:cubicBezTo>
                    <a:pt x="193" y="215"/>
                    <a:pt x="191" y="218"/>
                    <a:pt x="190" y="220"/>
                  </a:cubicBezTo>
                  <a:cubicBezTo>
                    <a:pt x="189" y="221"/>
                    <a:pt x="185" y="223"/>
                    <a:pt x="184" y="224"/>
                  </a:cubicBezTo>
                  <a:cubicBezTo>
                    <a:pt x="182" y="225"/>
                    <a:pt x="180" y="228"/>
                    <a:pt x="179" y="229"/>
                  </a:cubicBezTo>
                  <a:cubicBezTo>
                    <a:pt x="177" y="230"/>
                    <a:pt x="174" y="231"/>
                    <a:pt x="172" y="231"/>
                  </a:cubicBezTo>
                  <a:cubicBezTo>
                    <a:pt x="170" y="231"/>
                    <a:pt x="167" y="232"/>
                    <a:pt x="165" y="233"/>
                  </a:cubicBezTo>
                  <a:cubicBezTo>
                    <a:pt x="162" y="233"/>
                    <a:pt x="157" y="233"/>
                    <a:pt x="155" y="232"/>
                  </a:cubicBezTo>
                  <a:cubicBezTo>
                    <a:pt x="154" y="232"/>
                    <a:pt x="151" y="232"/>
                    <a:pt x="149" y="232"/>
                  </a:cubicBezTo>
                  <a:cubicBezTo>
                    <a:pt x="149" y="232"/>
                    <a:pt x="149" y="231"/>
                    <a:pt x="149" y="231"/>
                  </a:cubicBezTo>
                  <a:cubicBezTo>
                    <a:pt x="148" y="229"/>
                    <a:pt x="147" y="223"/>
                    <a:pt x="146" y="221"/>
                  </a:cubicBezTo>
                  <a:cubicBezTo>
                    <a:pt x="145" y="216"/>
                    <a:pt x="141" y="208"/>
                    <a:pt x="138" y="204"/>
                  </a:cubicBezTo>
                  <a:cubicBezTo>
                    <a:pt x="134" y="198"/>
                    <a:pt x="125" y="186"/>
                    <a:pt x="120" y="180"/>
                  </a:cubicBezTo>
                  <a:cubicBezTo>
                    <a:pt x="116" y="175"/>
                    <a:pt x="105" y="167"/>
                    <a:pt x="101" y="163"/>
                  </a:cubicBezTo>
                  <a:cubicBezTo>
                    <a:pt x="99" y="160"/>
                    <a:pt x="94" y="156"/>
                    <a:pt x="92" y="153"/>
                  </a:cubicBezTo>
                  <a:cubicBezTo>
                    <a:pt x="88" y="150"/>
                    <a:pt x="81" y="144"/>
                    <a:pt x="77" y="141"/>
                  </a:cubicBezTo>
                  <a:cubicBezTo>
                    <a:pt x="75" y="140"/>
                    <a:pt x="71" y="137"/>
                    <a:pt x="69" y="137"/>
                  </a:cubicBezTo>
                  <a:cubicBezTo>
                    <a:pt x="67" y="136"/>
                    <a:pt x="63" y="135"/>
                    <a:pt x="61" y="136"/>
                  </a:cubicBezTo>
                  <a:cubicBezTo>
                    <a:pt x="60" y="136"/>
                    <a:pt x="57" y="137"/>
                    <a:pt x="57" y="139"/>
                  </a:cubicBezTo>
                  <a:cubicBezTo>
                    <a:pt x="56" y="139"/>
                    <a:pt x="57" y="142"/>
                    <a:pt x="56" y="142"/>
                  </a:cubicBezTo>
                  <a:cubicBezTo>
                    <a:pt x="55" y="143"/>
                    <a:pt x="53" y="143"/>
                    <a:pt x="53" y="143"/>
                  </a:cubicBezTo>
                  <a:cubicBezTo>
                    <a:pt x="52" y="142"/>
                    <a:pt x="52" y="139"/>
                    <a:pt x="52" y="138"/>
                  </a:cubicBezTo>
                  <a:cubicBezTo>
                    <a:pt x="52" y="137"/>
                    <a:pt x="51" y="134"/>
                    <a:pt x="51" y="133"/>
                  </a:cubicBezTo>
                  <a:cubicBezTo>
                    <a:pt x="51" y="131"/>
                    <a:pt x="53" y="128"/>
                    <a:pt x="53" y="126"/>
                  </a:cubicBezTo>
                  <a:cubicBezTo>
                    <a:pt x="53" y="124"/>
                    <a:pt x="54" y="119"/>
                    <a:pt x="54" y="116"/>
                  </a:cubicBezTo>
                  <a:cubicBezTo>
                    <a:pt x="54" y="114"/>
                    <a:pt x="53" y="110"/>
                    <a:pt x="53" y="108"/>
                  </a:cubicBezTo>
                  <a:cubicBezTo>
                    <a:pt x="52" y="106"/>
                    <a:pt x="50" y="101"/>
                    <a:pt x="48" y="99"/>
                  </a:cubicBezTo>
                  <a:cubicBezTo>
                    <a:pt x="46" y="95"/>
                    <a:pt x="39" y="89"/>
                    <a:pt x="36" y="86"/>
                  </a:cubicBezTo>
                  <a:cubicBezTo>
                    <a:pt x="35" y="85"/>
                    <a:pt x="32" y="83"/>
                    <a:pt x="31" y="82"/>
                  </a:cubicBezTo>
                  <a:cubicBezTo>
                    <a:pt x="28" y="81"/>
                    <a:pt x="22" y="80"/>
                    <a:pt x="18" y="79"/>
                  </a:cubicBezTo>
                  <a:cubicBezTo>
                    <a:pt x="16" y="79"/>
                    <a:pt x="11" y="79"/>
                    <a:pt x="9" y="78"/>
                  </a:cubicBezTo>
                  <a:cubicBezTo>
                    <a:pt x="7" y="77"/>
                    <a:pt x="3" y="74"/>
                    <a:pt x="2" y="72"/>
                  </a:cubicBezTo>
                  <a:cubicBezTo>
                    <a:pt x="1" y="70"/>
                    <a:pt x="0" y="67"/>
                    <a:pt x="0" y="65"/>
                  </a:cubicBezTo>
                  <a:cubicBezTo>
                    <a:pt x="0" y="63"/>
                    <a:pt x="0" y="60"/>
                    <a:pt x="1" y="58"/>
                  </a:cubicBezTo>
                  <a:cubicBezTo>
                    <a:pt x="1" y="56"/>
                    <a:pt x="3" y="53"/>
                    <a:pt x="4" y="52"/>
                  </a:cubicBezTo>
                  <a:cubicBezTo>
                    <a:pt x="7" y="49"/>
                    <a:pt x="13" y="45"/>
                    <a:pt x="16" y="44"/>
                  </a:cubicBezTo>
                  <a:cubicBezTo>
                    <a:pt x="17" y="43"/>
                    <a:pt x="20" y="43"/>
                    <a:pt x="22" y="42"/>
                  </a:cubicBezTo>
                  <a:cubicBezTo>
                    <a:pt x="23" y="41"/>
                    <a:pt x="27" y="40"/>
                    <a:pt x="29" y="39"/>
                  </a:cubicBezTo>
                  <a:cubicBezTo>
                    <a:pt x="31" y="38"/>
                    <a:pt x="34" y="34"/>
                    <a:pt x="36" y="33"/>
                  </a:cubicBezTo>
                  <a:cubicBezTo>
                    <a:pt x="39" y="30"/>
                    <a:pt x="44" y="23"/>
                    <a:pt x="47" y="20"/>
                  </a:cubicBezTo>
                  <a:cubicBezTo>
                    <a:pt x="50" y="17"/>
                    <a:pt x="56" y="11"/>
                    <a:pt x="59" y="8"/>
                  </a:cubicBezTo>
                  <a:cubicBezTo>
                    <a:pt x="61" y="6"/>
                    <a:pt x="63" y="3"/>
                    <a:pt x="65" y="1"/>
                  </a:cubicBezTo>
                  <a:cubicBezTo>
                    <a:pt x="67" y="0"/>
                    <a:pt x="69" y="0"/>
                    <a:pt x="69" y="0"/>
                  </a:cubicBezTo>
                  <a:cubicBezTo>
                    <a:pt x="72" y="0"/>
                    <a:pt x="77" y="0"/>
                    <a:pt x="80" y="0"/>
                  </a:cubicBezTo>
                  <a:cubicBezTo>
                    <a:pt x="81" y="0"/>
                    <a:pt x="83" y="2"/>
                    <a:pt x="85" y="2"/>
                  </a:cubicBezTo>
                  <a:cubicBezTo>
                    <a:pt x="86" y="2"/>
                    <a:pt x="89" y="2"/>
                    <a:pt x="90" y="2"/>
                  </a:cubicBezTo>
                  <a:cubicBezTo>
                    <a:pt x="91" y="3"/>
                    <a:pt x="93" y="4"/>
                    <a:pt x="93" y="4"/>
                  </a:cubicBezTo>
                  <a:cubicBezTo>
                    <a:pt x="94" y="5"/>
                    <a:pt x="95" y="8"/>
                    <a:pt x="95" y="9"/>
                  </a:cubicBezTo>
                  <a:cubicBezTo>
                    <a:pt x="96" y="10"/>
                    <a:pt x="99" y="12"/>
                    <a:pt x="100" y="13"/>
                  </a:cubicBezTo>
                  <a:cubicBezTo>
                    <a:pt x="101" y="14"/>
                    <a:pt x="104" y="15"/>
                    <a:pt x="105" y="15"/>
                  </a:cubicBezTo>
                  <a:cubicBezTo>
                    <a:pt x="106" y="16"/>
                    <a:pt x="109" y="17"/>
                    <a:pt x="111" y="17"/>
                  </a:cubicBezTo>
                  <a:cubicBezTo>
                    <a:pt x="112" y="17"/>
                    <a:pt x="115" y="17"/>
                    <a:pt x="116" y="17"/>
                  </a:cubicBezTo>
                  <a:cubicBezTo>
                    <a:pt x="117" y="17"/>
                    <a:pt x="119" y="19"/>
                    <a:pt x="119" y="20"/>
                  </a:cubicBezTo>
                  <a:cubicBezTo>
                    <a:pt x="120" y="21"/>
                    <a:pt x="121" y="25"/>
                    <a:pt x="121" y="26"/>
                  </a:cubicBezTo>
                  <a:cubicBezTo>
                    <a:pt x="121" y="27"/>
                    <a:pt x="120" y="30"/>
                    <a:pt x="120" y="31"/>
                  </a:cubicBezTo>
                  <a:cubicBezTo>
                    <a:pt x="120" y="32"/>
                    <a:pt x="120" y="35"/>
                    <a:pt x="121" y="36"/>
                  </a:cubicBezTo>
                  <a:cubicBezTo>
                    <a:pt x="122" y="39"/>
                    <a:pt x="123" y="44"/>
                    <a:pt x="124" y="46"/>
                  </a:cubicBezTo>
                  <a:cubicBezTo>
                    <a:pt x="125" y="49"/>
                    <a:pt x="130" y="55"/>
                    <a:pt x="133" y="57"/>
                  </a:cubicBezTo>
                  <a:cubicBezTo>
                    <a:pt x="135" y="59"/>
                    <a:pt x="139" y="63"/>
                    <a:pt x="142" y="65"/>
                  </a:cubicBezTo>
                  <a:cubicBezTo>
                    <a:pt x="144" y="67"/>
                    <a:pt x="149" y="69"/>
                    <a:pt x="152" y="70"/>
                  </a:cubicBezTo>
                  <a:cubicBezTo>
                    <a:pt x="155" y="71"/>
                    <a:pt x="162" y="72"/>
                    <a:pt x="165" y="72"/>
                  </a:cubicBezTo>
                  <a:cubicBezTo>
                    <a:pt x="167" y="72"/>
                    <a:pt x="172" y="72"/>
                    <a:pt x="174" y="72"/>
                  </a:cubicBezTo>
                  <a:cubicBezTo>
                    <a:pt x="176" y="72"/>
                    <a:pt x="180" y="70"/>
                    <a:pt x="182" y="69"/>
                  </a:cubicBezTo>
                  <a:cubicBezTo>
                    <a:pt x="185" y="67"/>
                    <a:pt x="189" y="62"/>
                    <a:pt x="191" y="59"/>
                  </a:cubicBezTo>
                  <a:cubicBezTo>
                    <a:pt x="192" y="58"/>
                    <a:pt x="194" y="54"/>
                    <a:pt x="195" y="52"/>
                  </a:cubicBezTo>
                  <a:cubicBezTo>
                    <a:pt x="196" y="51"/>
                    <a:pt x="199" y="48"/>
                    <a:pt x="200" y="48"/>
                  </a:cubicBezTo>
                  <a:cubicBezTo>
                    <a:pt x="202" y="47"/>
                    <a:pt x="206" y="48"/>
                    <a:pt x="207" y="48"/>
                  </a:cubicBezTo>
                  <a:cubicBezTo>
                    <a:pt x="209" y="49"/>
                    <a:pt x="211" y="50"/>
                    <a:pt x="212" y="51"/>
                  </a:cubicBezTo>
                  <a:cubicBezTo>
                    <a:pt x="213" y="53"/>
                    <a:pt x="213" y="56"/>
                    <a:pt x="214" y="58"/>
                  </a:cubicBezTo>
                  <a:cubicBezTo>
                    <a:pt x="215" y="61"/>
                    <a:pt x="217" y="66"/>
                    <a:pt x="218" y="69"/>
                  </a:cubicBezTo>
                  <a:cubicBezTo>
                    <a:pt x="219" y="70"/>
                    <a:pt x="222" y="74"/>
                    <a:pt x="223" y="76"/>
                  </a:cubicBezTo>
                  <a:cubicBezTo>
                    <a:pt x="225" y="77"/>
                    <a:pt x="227" y="80"/>
                    <a:pt x="228" y="82"/>
                  </a:cubicBezTo>
                  <a:cubicBezTo>
                    <a:pt x="228" y="82"/>
                    <a:pt x="228" y="82"/>
                    <a:pt x="228" y="82"/>
                  </a:cubicBezTo>
                  <a:cubicBezTo>
                    <a:pt x="228" y="82"/>
                    <a:pt x="228" y="82"/>
                    <a:pt x="228" y="83"/>
                  </a:cubicBezTo>
                  <a:cubicBezTo>
                    <a:pt x="227" y="83"/>
                    <a:pt x="227" y="85"/>
                    <a:pt x="226" y="86"/>
                  </a:cubicBezTo>
                  <a:cubicBezTo>
                    <a:pt x="225" y="87"/>
                    <a:pt x="222" y="89"/>
                    <a:pt x="221" y="89"/>
                  </a:cubicBezTo>
                  <a:cubicBezTo>
                    <a:pt x="219" y="90"/>
                    <a:pt x="216" y="91"/>
                    <a:pt x="214" y="92"/>
                  </a:cubicBezTo>
                  <a:cubicBezTo>
                    <a:pt x="213" y="93"/>
                    <a:pt x="209" y="96"/>
                    <a:pt x="208" y="98"/>
                  </a:cubicBezTo>
                  <a:cubicBezTo>
                    <a:pt x="206" y="99"/>
                    <a:pt x="204" y="102"/>
                    <a:pt x="202" y="104"/>
                  </a:cubicBezTo>
                  <a:cubicBezTo>
                    <a:pt x="201" y="105"/>
                    <a:pt x="200" y="108"/>
                    <a:pt x="199" y="109"/>
                  </a:cubicBezTo>
                  <a:cubicBezTo>
                    <a:pt x="199" y="111"/>
                    <a:pt x="199" y="115"/>
                    <a:pt x="199" y="117"/>
                  </a:cubicBezTo>
                  <a:cubicBezTo>
                    <a:pt x="199" y="119"/>
                    <a:pt x="199" y="122"/>
                    <a:pt x="199" y="124"/>
                  </a:cubicBezTo>
                  <a:cubicBezTo>
                    <a:pt x="199" y="126"/>
                    <a:pt x="197" y="130"/>
                    <a:pt x="197" y="132"/>
                  </a:cubicBezTo>
                  <a:cubicBezTo>
                    <a:pt x="196" y="134"/>
                    <a:pt x="196" y="140"/>
                    <a:pt x="195" y="142"/>
                  </a:cubicBezTo>
                  <a:cubicBezTo>
                    <a:pt x="195" y="145"/>
                    <a:pt x="194" y="150"/>
                    <a:pt x="194" y="152"/>
                  </a:cubicBezTo>
                  <a:cubicBezTo>
                    <a:pt x="195" y="155"/>
                    <a:pt x="195" y="159"/>
                    <a:pt x="196" y="161"/>
                  </a:cubicBezTo>
                  <a:cubicBezTo>
                    <a:pt x="197" y="162"/>
                    <a:pt x="199" y="163"/>
                    <a:pt x="201" y="163"/>
                  </a:cubicBezTo>
                  <a:cubicBezTo>
                    <a:pt x="202" y="164"/>
                    <a:pt x="204" y="164"/>
                    <a:pt x="205" y="164"/>
                  </a:cubicBezTo>
                  <a:cubicBezTo>
                    <a:pt x="207" y="165"/>
                    <a:pt x="210" y="168"/>
                    <a:pt x="212" y="169"/>
                  </a:cubicBezTo>
                  <a:cubicBezTo>
                    <a:pt x="213" y="170"/>
                    <a:pt x="216" y="171"/>
                    <a:pt x="217" y="171"/>
                  </a:cubicBezTo>
                  <a:cubicBezTo>
                    <a:pt x="219" y="171"/>
                    <a:pt x="222" y="170"/>
                    <a:pt x="223" y="170"/>
                  </a:cubicBezTo>
                  <a:cubicBezTo>
                    <a:pt x="224" y="170"/>
                    <a:pt x="227" y="171"/>
                    <a:pt x="228" y="171"/>
                  </a:cubicBezTo>
                  <a:cubicBezTo>
                    <a:pt x="230" y="172"/>
                    <a:pt x="233" y="173"/>
                    <a:pt x="234" y="174"/>
                  </a:cubicBezTo>
                  <a:cubicBezTo>
                    <a:pt x="236" y="176"/>
                    <a:pt x="237" y="180"/>
                    <a:pt x="238" y="182"/>
                  </a:cubicBezTo>
                  <a:cubicBezTo>
                    <a:pt x="239" y="184"/>
                    <a:pt x="241" y="186"/>
                    <a:pt x="242" y="188"/>
                  </a:cubicBezTo>
                  <a:cubicBezTo>
                    <a:pt x="243" y="189"/>
                    <a:pt x="245" y="190"/>
                    <a:pt x="245" y="191"/>
                  </a:cubicBezTo>
                  <a:cubicBezTo>
                    <a:pt x="246" y="193"/>
                    <a:pt x="248" y="196"/>
                    <a:pt x="248" y="198"/>
                  </a:cubicBezTo>
                  <a:cubicBezTo>
                    <a:pt x="249" y="199"/>
                    <a:pt x="249" y="201"/>
                    <a:pt x="250" y="202"/>
                  </a:cubicBezTo>
                  <a:cubicBezTo>
                    <a:pt x="250" y="203"/>
                    <a:pt x="252" y="204"/>
                    <a:pt x="252" y="20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51"/>
            <p:cNvSpPr>
              <a:spLocks/>
            </p:cNvSpPr>
            <p:nvPr/>
          </p:nvSpPr>
          <p:spPr bwMode="auto">
            <a:xfrm>
              <a:off x="1547813" y="2466975"/>
              <a:ext cx="225425" cy="296863"/>
            </a:xfrm>
            <a:custGeom>
              <a:avLst/>
              <a:gdLst/>
              <a:ahLst/>
              <a:cxnLst>
                <a:cxn ang="0">
                  <a:pos x="145" y="174"/>
                </a:cxn>
                <a:cxn ang="0">
                  <a:pos x="133" y="184"/>
                </a:cxn>
                <a:cxn ang="0">
                  <a:pos x="118" y="188"/>
                </a:cxn>
                <a:cxn ang="0">
                  <a:pos x="104" y="193"/>
                </a:cxn>
                <a:cxn ang="0">
                  <a:pos x="88" y="190"/>
                </a:cxn>
                <a:cxn ang="0">
                  <a:pos x="73" y="187"/>
                </a:cxn>
                <a:cxn ang="0">
                  <a:pos x="60" y="182"/>
                </a:cxn>
                <a:cxn ang="0">
                  <a:pos x="44" y="170"/>
                </a:cxn>
                <a:cxn ang="0">
                  <a:pos x="40" y="152"/>
                </a:cxn>
                <a:cxn ang="0">
                  <a:pos x="46" y="138"/>
                </a:cxn>
                <a:cxn ang="0">
                  <a:pos x="47" y="127"/>
                </a:cxn>
                <a:cxn ang="0">
                  <a:pos x="34" y="120"/>
                </a:cxn>
                <a:cxn ang="0">
                  <a:pos x="34" y="109"/>
                </a:cxn>
                <a:cxn ang="0">
                  <a:pos x="31" y="100"/>
                </a:cxn>
                <a:cxn ang="0">
                  <a:pos x="29" y="107"/>
                </a:cxn>
                <a:cxn ang="0">
                  <a:pos x="23" y="112"/>
                </a:cxn>
                <a:cxn ang="0">
                  <a:pos x="19" y="103"/>
                </a:cxn>
                <a:cxn ang="0">
                  <a:pos x="17" y="93"/>
                </a:cxn>
                <a:cxn ang="0">
                  <a:pos x="6" y="89"/>
                </a:cxn>
                <a:cxn ang="0">
                  <a:pos x="0" y="69"/>
                </a:cxn>
                <a:cxn ang="0">
                  <a:pos x="4" y="45"/>
                </a:cxn>
                <a:cxn ang="0">
                  <a:pos x="3" y="36"/>
                </a:cxn>
                <a:cxn ang="0">
                  <a:pos x="18" y="34"/>
                </a:cxn>
                <a:cxn ang="0">
                  <a:pos x="28" y="26"/>
                </a:cxn>
                <a:cxn ang="0">
                  <a:pos x="32" y="13"/>
                </a:cxn>
                <a:cxn ang="0">
                  <a:pos x="49" y="5"/>
                </a:cxn>
                <a:cxn ang="0">
                  <a:pos x="72" y="1"/>
                </a:cxn>
                <a:cxn ang="0">
                  <a:pos x="99" y="10"/>
                </a:cxn>
                <a:cxn ang="0">
                  <a:pos x="108" y="24"/>
                </a:cxn>
                <a:cxn ang="0">
                  <a:pos x="128" y="35"/>
                </a:cxn>
                <a:cxn ang="0">
                  <a:pos x="143" y="54"/>
                </a:cxn>
                <a:cxn ang="0">
                  <a:pos x="147" y="70"/>
                </a:cxn>
                <a:cxn ang="0">
                  <a:pos x="143" y="76"/>
                </a:cxn>
                <a:cxn ang="0">
                  <a:pos x="134" y="102"/>
                </a:cxn>
                <a:cxn ang="0">
                  <a:pos x="132" y="121"/>
                </a:cxn>
                <a:cxn ang="0">
                  <a:pos x="138" y="142"/>
                </a:cxn>
                <a:cxn ang="0">
                  <a:pos x="146" y="165"/>
                </a:cxn>
              </a:cxnLst>
              <a:rect l="0" t="0" r="r" b="b"/>
              <a:pathLst>
                <a:path w="147" h="194">
                  <a:moveTo>
                    <a:pt x="146" y="172"/>
                  </a:moveTo>
                  <a:cubicBezTo>
                    <a:pt x="146" y="173"/>
                    <a:pt x="145" y="173"/>
                    <a:pt x="145" y="174"/>
                  </a:cubicBezTo>
                  <a:cubicBezTo>
                    <a:pt x="145" y="175"/>
                    <a:pt x="143" y="179"/>
                    <a:pt x="141" y="180"/>
                  </a:cubicBezTo>
                  <a:cubicBezTo>
                    <a:pt x="140" y="182"/>
                    <a:pt x="135" y="183"/>
                    <a:pt x="133" y="184"/>
                  </a:cubicBezTo>
                  <a:cubicBezTo>
                    <a:pt x="130" y="185"/>
                    <a:pt x="125" y="183"/>
                    <a:pt x="122" y="184"/>
                  </a:cubicBezTo>
                  <a:cubicBezTo>
                    <a:pt x="121" y="185"/>
                    <a:pt x="120" y="187"/>
                    <a:pt x="118" y="188"/>
                  </a:cubicBezTo>
                  <a:cubicBezTo>
                    <a:pt x="117" y="189"/>
                    <a:pt x="113" y="191"/>
                    <a:pt x="111" y="192"/>
                  </a:cubicBezTo>
                  <a:cubicBezTo>
                    <a:pt x="109" y="192"/>
                    <a:pt x="106" y="193"/>
                    <a:pt x="104" y="193"/>
                  </a:cubicBezTo>
                  <a:cubicBezTo>
                    <a:pt x="102" y="194"/>
                    <a:pt x="97" y="194"/>
                    <a:pt x="94" y="193"/>
                  </a:cubicBezTo>
                  <a:cubicBezTo>
                    <a:pt x="93" y="193"/>
                    <a:pt x="90" y="190"/>
                    <a:pt x="88" y="190"/>
                  </a:cubicBezTo>
                  <a:cubicBezTo>
                    <a:pt x="86" y="189"/>
                    <a:pt x="82" y="190"/>
                    <a:pt x="80" y="189"/>
                  </a:cubicBezTo>
                  <a:cubicBezTo>
                    <a:pt x="78" y="189"/>
                    <a:pt x="75" y="187"/>
                    <a:pt x="73" y="187"/>
                  </a:cubicBezTo>
                  <a:cubicBezTo>
                    <a:pt x="72" y="186"/>
                    <a:pt x="69" y="184"/>
                    <a:pt x="68" y="184"/>
                  </a:cubicBezTo>
                  <a:cubicBezTo>
                    <a:pt x="66" y="183"/>
                    <a:pt x="62" y="183"/>
                    <a:pt x="60" y="182"/>
                  </a:cubicBezTo>
                  <a:cubicBezTo>
                    <a:pt x="57" y="181"/>
                    <a:pt x="51" y="178"/>
                    <a:pt x="48" y="176"/>
                  </a:cubicBezTo>
                  <a:cubicBezTo>
                    <a:pt x="47" y="175"/>
                    <a:pt x="45" y="172"/>
                    <a:pt x="44" y="170"/>
                  </a:cubicBezTo>
                  <a:cubicBezTo>
                    <a:pt x="43" y="169"/>
                    <a:pt x="41" y="166"/>
                    <a:pt x="40" y="164"/>
                  </a:cubicBezTo>
                  <a:cubicBezTo>
                    <a:pt x="39" y="161"/>
                    <a:pt x="40" y="155"/>
                    <a:pt x="40" y="152"/>
                  </a:cubicBezTo>
                  <a:cubicBezTo>
                    <a:pt x="40" y="150"/>
                    <a:pt x="41" y="146"/>
                    <a:pt x="42" y="145"/>
                  </a:cubicBezTo>
                  <a:cubicBezTo>
                    <a:pt x="43" y="143"/>
                    <a:pt x="45" y="140"/>
                    <a:pt x="46" y="138"/>
                  </a:cubicBezTo>
                  <a:cubicBezTo>
                    <a:pt x="46" y="137"/>
                    <a:pt x="47" y="135"/>
                    <a:pt x="47" y="134"/>
                  </a:cubicBezTo>
                  <a:cubicBezTo>
                    <a:pt x="47" y="132"/>
                    <a:pt x="48" y="128"/>
                    <a:pt x="47" y="127"/>
                  </a:cubicBezTo>
                  <a:cubicBezTo>
                    <a:pt x="46" y="125"/>
                    <a:pt x="42" y="125"/>
                    <a:pt x="40" y="124"/>
                  </a:cubicBezTo>
                  <a:cubicBezTo>
                    <a:pt x="39" y="124"/>
                    <a:pt x="36" y="122"/>
                    <a:pt x="34" y="120"/>
                  </a:cubicBezTo>
                  <a:cubicBezTo>
                    <a:pt x="33" y="119"/>
                    <a:pt x="31" y="116"/>
                    <a:pt x="31" y="114"/>
                  </a:cubicBezTo>
                  <a:cubicBezTo>
                    <a:pt x="31" y="112"/>
                    <a:pt x="34" y="110"/>
                    <a:pt x="34" y="109"/>
                  </a:cubicBezTo>
                  <a:cubicBezTo>
                    <a:pt x="34" y="107"/>
                    <a:pt x="34" y="105"/>
                    <a:pt x="33" y="103"/>
                  </a:cubicBezTo>
                  <a:cubicBezTo>
                    <a:pt x="33" y="102"/>
                    <a:pt x="32" y="100"/>
                    <a:pt x="31" y="100"/>
                  </a:cubicBezTo>
                  <a:cubicBezTo>
                    <a:pt x="30" y="100"/>
                    <a:pt x="29" y="102"/>
                    <a:pt x="29" y="102"/>
                  </a:cubicBezTo>
                  <a:cubicBezTo>
                    <a:pt x="28" y="103"/>
                    <a:pt x="29" y="106"/>
                    <a:pt x="29" y="107"/>
                  </a:cubicBezTo>
                  <a:cubicBezTo>
                    <a:pt x="29" y="108"/>
                    <a:pt x="29" y="112"/>
                    <a:pt x="27" y="113"/>
                  </a:cubicBezTo>
                  <a:cubicBezTo>
                    <a:pt x="26" y="114"/>
                    <a:pt x="24" y="112"/>
                    <a:pt x="23" y="112"/>
                  </a:cubicBezTo>
                  <a:cubicBezTo>
                    <a:pt x="22" y="111"/>
                    <a:pt x="20" y="110"/>
                    <a:pt x="19" y="109"/>
                  </a:cubicBezTo>
                  <a:cubicBezTo>
                    <a:pt x="19" y="108"/>
                    <a:pt x="19" y="105"/>
                    <a:pt x="19" y="103"/>
                  </a:cubicBezTo>
                  <a:cubicBezTo>
                    <a:pt x="19" y="101"/>
                    <a:pt x="20" y="98"/>
                    <a:pt x="19" y="96"/>
                  </a:cubicBezTo>
                  <a:cubicBezTo>
                    <a:pt x="19" y="95"/>
                    <a:pt x="18" y="94"/>
                    <a:pt x="17" y="93"/>
                  </a:cubicBezTo>
                  <a:cubicBezTo>
                    <a:pt x="16" y="92"/>
                    <a:pt x="13" y="92"/>
                    <a:pt x="12" y="92"/>
                  </a:cubicBezTo>
                  <a:cubicBezTo>
                    <a:pt x="10" y="91"/>
                    <a:pt x="7" y="90"/>
                    <a:pt x="6" y="89"/>
                  </a:cubicBezTo>
                  <a:cubicBezTo>
                    <a:pt x="4" y="88"/>
                    <a:pt x="2" y="85"/>
                    <a:pt x="1" y="84"/>
                  </a:cubicBezTo>
                  <a:cubicBezTo>
                    <a:pt x="0" y="80"/>
                    <a:pt x="0" y="73"/>
                    <a:pt x="0" y="69"/>
                  </a:cubicBezTo>
                  <a:cubicBezTo>
                    <a:pt x="0" y="65"/>
                    <a:pt x="1" y="58"/>
                    <a:pt x="1" y="55"/>
                  </a:cubicBezTo>
                  <a:cubicBezTo>
                    <a:pt x="2" y="52"/>
                    <a:pt x="3" y="47"/>
                    <a:pt x="4" y="45"/>
                  </a:cubicBezTo>
                  <a:cubicBezTo>
                    <a:pt x="4" y="43"/>
                    <a:pt x="4" y="40"/>
                    <a:pt x="4" y="38"/>
                  </a:cubicBezTo>
                  <a:cubicBezTo>
                    <a:pt x="4" y="38"/>
                    <a:pt x="4" y="37"/>
                    <a:pt x="3" y="36"/>
                  </a:cubicBezTo>
                  <a:cubicBezTo>
                    <a:pt x="5" y="36"/>
                    <a:pt x="7" y="36"/>
                    <a:pt x="8" y="36"/>
                  </a:cubicBezTo>
                  <a:cubicBezTo>
                    <a:pt x="11" y="36"/>
                    <a:pt x="16" y="35"/>
                    <a:pt x="18" y="34"/>
                  </a:cubicBezTo>
                  <a:cubicBezTo>
                    <a:pt x="20" y="33"/>
                    <a:pt x="23" y="32"/>
                    <a:pt x="24" y="31"/>
                  </a:cubicBezTo>
                  <a:cubicBezTo>
                    <a:pt x="25" y="30"/>
                    <a:pt x="28" y="28"/>
                    <a:pt x="28" y="26"/>
                  </a:cubicBezTo>
                  <a:cubicBezTo>
                    <a:pt x="29" y="25"/>
                    <a:pt x="28" y="21"/>
                    <a:pt x="29" y="20"/>
                  </a:cubicBezTo>
                  <a:cubicBezTo>
                    <a:pt x="29" y="18"/>
                    <a:pt x="31" y="14"/>
                    <a:pt x="32" y="13"/>
                  </a:cubicBezTo>
                  <a:cubicBezTo>
                    <a:pt x="34" y="11"/>
                    <a:pt x="38" y="10"/>
                    <a:pt x="40" y="9"/>
                  </a:cubicBezTo>
                  <a:cubicBezTo>
                    <a:pt x="42" y="8"/>
                    <a:pt x="47" y="6"/>
                    <a:pt x="49" y="5"/>
                  </a:cubicBezTo>
                  <a:cubicBezTo>
                    <a:pt x="51" y="5"/>
                    <a:pt x="55" y="3"/>
                    <a:pt x="57" y="3"/>
                  </a:cubicBezTo>
                  <a:cubicBezTo>
                    <a:pt x="60" y="2"/>
                    <a:pt x="68" y="0"/>
                    <a:pt x="72" y="1"/>
                  </a:cubicBezTo>
                  <a:cubicBezTo>
                    <a:pt x="76" y="1"/>
                    <a:pt x="84" y="3"/>
                    <a:pt x="88" y="4"/>
                  </a:cubicBezTo>
                  <a:cubicBezTo>
                    <a:pt x="91" y="5"/>
                    <a:pt x="97" y="8"/>
                    <a:pt x="99" y="10"/>
                  </a:cubicBezTo>
                  <a:cubicBezTo>
                    <a:pt x="100" y="11"/>
                    <a:pt x="102" y="15"/>
                    <a:pt x="103" y="16"/>
                  </a:cubicBezTo>
                  <a:cubicBezTo>
                    <a:pt x="104" y="18"/>
                    <a:pt x="106" y="22"/>
                    <a:pt x="108" y="24"/>
                  </a:cubicBezTo>
                  <a:cubicBezTo>
                    <a:pt x="110" y="26"/>
                    <a:pt x="115" y="27"/>
                    <a:pt x="118" y="29"/>
                  </a:cubicBezTo>
                  <a:cubicBezTo>
                    <a:pt x="120" y="30"/>
                    <a:pt x="125" y="33"/>
                    <a:pt x="128" y="35"/>
                  </a:cubicBezTo>
                  <a:cubicBezTo>
                    <a:pt x="130" y="36"/>
                    <a:pt x="135" y="40"/>
                    <a:pt x="137" y="42"/>
                  </a:cubicBezTo>
                  <a:cubicBezTo>
                    <a:pt x="139" y="45"/>
                    <a:pt x="142" y="51"/>
                    <a:pt x="143" y="54"/>
                  </a:cubicBezTo>
                  <a:cubicBezTo>
                    <a:pt x="144" y="56"/>
                    <a:pt x="145" y="61"/>
                    <a:pt x="145" y="64"/>
                  </a:cubicBezTo>
                  <a:cubicBezTo>
                    <a:pt x="145" y="65"/>
                    <a:pt x="146" y="69"/>
                    <a:pt x="147" y="70"/>
                  </a:cubicBezTo>
                  <a:cubicBezTo>
                    <a:pt x="147" y="70"/>
                    <a:pt x="147" y="71"/>
                    <a:pt x="147" y="71"/>
                  </a:cubicBezTo>
                  <a:cubicBezTo>
                    <a:pt x="146" y="73"/>
                    <a:pt x="144" y="75"/>
                    <a:pt x="143" y="76"/>
                  </a:cubicBezTo>
                  <a:cubicBezTo>
                    <a:pt x="142" y="79"/>
                    <a:pt x="140" y="85"/>
                    <a:pt x="139" y="89"/>
                  </a:cubicBezTo>
                  <a:cubicBezTo>
                    <a:pt x="138" y="92"/>
                    <a:pt x="135" y="99"/>
                    <a:pt x="134" y="102"/>
                  </a:cubicBezTo>
                  <a:cubicBezTo>
                    <a:pt x="134" y="105"/>
                    <a:pt x="135" y="111"/>
                    <a:pt x="134" y="114"/>
                  </a:cubicBezTo>
                  <a:cubicBezTo>
                    <a:pt x="134" y="116"/>
                    <a:pt x="132" y="119"/>
                    <a:pt x="132" y="121"/>
                  </a:cubicBezTo>
                  <a:cubicBezTo>
                    <a:pt x="131" y="124"/>
                    <a:pt x="131" y="129"/>
                    <a:pt x="132" y="132"/>
                  </a:cubicBezTo>
                  <a:cubicBezTo>
                    <a:pt x="132" y="135"/>
                    <a:pt x="137" y="139"/>
                    <a:pt x="138" y="142"/>
                  </a:cubicBezTo>
                  <a:cubicBezTo>
                    <a:pt x="139" y="144"/>
                    <a:pt x="140" y="149"/>
                    <a:pt x="141" y="152"/>
                  </a:cubicBezTo>
                  <a:cubicBezTo>
                    <a:pt x="143" y="155"/>
                    <a:pt x="146" y="161"/>
                    <a:pt x="146" y="165"/>
                  </a:cubicBezTo>
                  <a:cubicBezTo>
                    <a:pt x="147" y="167"/>
                    <a:pt x="146" y="170"/>
                    <a:pt x="146" y="172"/>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52"/>
            <p:cNvSpPr>
              <a:spLocks/>
            </p:cNvSpPr>
            <p:nvPr/>
          </p:nvSpPr>
          <p:spPr bwMode="auto">
            <a:xfrm>
              <a:off x="1392238" y="1957388"/>
              <a:ext cx="339725" cy="212725"/>
            </a:xfrm>
            <a:custGeom>
              <a:avLst/>
              <a:gdLst/>
              <a:ahLst/>
              <a:cxnLst>
                <a:cxn ang="0">
                  <a:pos x="16" y="21"/>
                </a:cxn>
                <a:cxn ang="0">
                  <a:pos x="17" y="20"/>
                </a:cxn>
                <a:cxn ang="0">
                  <a:pos x="25" y="12"/>
                </a:cxn>
                <a:cxn ang="0">
                  <a:pos x="36" y="6"/>
                </a:cxn>
                <a:cxn ang="0">
                  <a:pos x="44" y="3"/>
                </a:cxn>
                <a:cxn ang="0">
                  <a:pos x="44" y="3"/>
                </a:cxn>
                <a:cxn ang="0">
                  <a:pos x="55" y="0"/>
                </a:cxn>
                <a:cxn ang="0">
                  <a:pos x="64" y="3"/>
                </a:cxn>
                <a:cxn ang="0">
                  <a:pos x="73" y="8"/>
                </a:cxn>
                <a:cxn ang="0">
                  <a:pos x="80" y="14"/>
                </a:cxn>
                <a:cxn ang="0">
                  <a:pos x="92" y="14"/>
                </a:cxn>
                <a:cxn ang="0">
                  <a:pos x="104" y="12"/>
                </a:cxn>
                <a:cxn ang="0">
                  <a:pos x="126" y="6"/>
                </a:cxn>
                <a:cxn ang="0">
                  <a:pos x="138" y="9"/>
                </a:cxn>
                <a:cxn ang="0">
                  <a:pos x="153" y="17"/>
                </a:cxn>
                <a:cxn ang="0">
                  <a:pos x="169" y="25"/>
                </a:cxn>
                <a:cxn ang="0">
                  <a:pos x="179" y="32"/>
                </a:cxn>
                <a:cxn ang="0">
                  <a:pos x="189" y="34"/>
                </a:cxn>
                <a:cxn ang="0">
                  <a:pos x="194" y="37"/>
                </a:cxn>
                <a:cxn ang="0">
                  <a:pos x="195" y="46"/>
                </a:cxn>
                <a:cxn ang="0">
                  <a:pos x="199" y="62"/>
                </a:cxn>
                <a:cxn ang="0">
                  <a:pos x="202" y="74"/>
                </a:cxn>
                <a:cxn ang="0">
                  <a:pos x="205" y="92"/>
                </a:cxn>
                <a:cxn ang="0">
                  <a:pos x="212" y="100"/>
                </a:cxn>
                <a:cxn ang="0">
                  <a:pos x="214" y="105"/>
                </a:cxn>
                <a:cxn ang="0">
                  <a:pos x="215" y="107"/>
                </a:cxn>
                <a:cxn ang="0">
                  <a:pos x="215" y="116"/>
                </a:cxn>
                <a:cxn ang="0">
                  <a:pos x="218" y="121"/>
                </a:cxn>
                <a:cxn ang="0">
                  <a:pos x="222" y="127"/>
                </a:cxn>
                <a:cxn ang="0">
                  <a:pos x="221" y="131"/>
                </a:cxn>
                <a:cxn ang="0">
                  <a:pos x="221" y="133"/>
                </a:cxn>
                <a:cxn ang="0">
                  <a:pos x="221" y="138"/>
                </a:cxn>
                <a:cxn ang="0">
                  <a:pos x="214" y="139"/>
                </a:cxn>
                <a:cxn ang="0">
                  <a:pos x="202" y="139"/>
                </a:cxn>
                <a:cxn ang="0">
                  <a:pos x="189" y="136"/>
                </a:cxn>
                <a:cxn ang="0">
                  <a:pos x="171" y="131"/>
                </a:cxn>
                <a:cxn ang="0">
                  <a:pos x="150" y="128"/>
                </a:cxn>
                <a:cxn ang="0">
                  <a:pos x="133" y="128"/>
                </a:cxn>
                <a:cxn ang="0">
                  <a:pos x="119" y="128"/>
                </a:cxn>
                <a:cxn ang="0">
                  <a:pos x="107" y="134"/>
                </a:cxn>
                <a:cxn ang="0">
                  <a:pos x="99" y="137"/>
                </a:cxn>
                <a:cxn ang="0">
                  <a:pos x="85" y="137"/>
                </a:cxn>
                <a:cxn ang="0">
                  <a:pos x="78" y="136"/>
                </a:cxn>
                <a:cxn ang="0">
                  <a:pos x="77" y="136"/>
                </a:cxn>
                <a:cxn ang="0">
                  <a:pos x="73" y="130"/>
                </a:cxn>
                <a:cxn ang="0">
                  <a:pos x="61" y="126"/>
                </a:cxn>
                <a:cxn ang="0">
                  <a:pos x="51" y="126"/>
                </a:cxn>
                <a:cxn ang="0">
                  <a:pos x="38" y="124"/>
                </a:cxn>
                <a:cxn ang="0">
                  <a:pos x="31" y="119"/>
                </a:cxn>
                <a:cxn ang="0">
                  <a:pos x="28" y="110"/>
                </a:cxn>
                <a:cxn ang="0">
                  <a:pos x="28" y="99"/>
                </a:cxn>
                <a:cxn ang="0">
                  <a:pos x="23" y="90"/>
                </a:cxn>
                <a:cxn ang="0">
                  <a:pos x="22" y="83"/>
                </a:cxn>
                <a:cxn ang="0">
                  <a:pos x="18" y="69"/>
                </a:cxn>
                <a:cxn ang="0">
                  <a:pos x="12" y="63"/>
                </a:cxn>
                <a:cxn ang="0">
                  <a:pos x="6" y="59"/>
                </a:cxn>
                <a:cxn ang="0">
                  <a:pos x="1" y="54"/>
                </a:cxn>
                <a:cxn ang="0">
                  <a:pos x="1" y="42"/>
                </a:cxn>
                <a:cxn ang="0">
                  <a:pos x="3" y="33"/>
                </a:cxn>
                <a:cxn ang="0">
                  <a:pos x="8" y="26"/>
                </a:cxn>
                <a:cxn ang="0">
                  <a:pos x="16" y="21"/>
                </a:cxn>
              </a:cxnLst>
              <a:rect l="0" t="0" r="r" b="b"/>
              <a:pathLst>
                <a:path w="222" h="139">
                  <a:moveTo>
                    <a:pt x="16" y="21"/>
                  </a:moveTo>
                  <a:cubicBezTo>
                    <a:pt x="16" y="21"/>
                    <a:pt x="16" y="20"/>
                    <a:pt x="17" y="20"/>
                  </a:cubicBezTo>
                  <a:cubicBezTo>
                    <a:pt x="19" y="18"/>
                    <a:pt x="23" y="13"/>
                    <a:pt x="25" y="12"/>
                  </a:cubicBezTo>
                  <a:cubicBezTo>
                    <a:pt x="28" y="10"/>
                    <a:pt x="34" y="7"/>
                    <a:pt x="36" y="6"/>
                  </a:cubicBezTo>
                  <a:cubicBezTo>
                    <a:pt x="38" y="5"/>
                    <a:pt x="42" y="3"/>
                    <a:pt x="44" y="3"/>
                  </a:cubicBezTo>
                  <a:cubicBezTo>
                    <a:pt x="44" y="3"/>
                    <a:pt x="44" y="3"/>
                    <a:pt x="44" y="3"/>
                  </a:cubicBezTo>
                  <a:cubicBezTo>
                    <a:pt x="47" y="2"/>
                    <a:pt x="52" y="0"/>
                    <a:pt x="55" y="0"/>
                  </a:cubicBezTo>
                  <a:cubicBezTo>
                    <a:pt x="58" y="0"/>
                    <a:pt x="62" y="2"/>
                    <a:pt x="64" y="3"/>
                  </a:cubicBezTo>
                  <a:cubicBezTo>
                    <a:pt x="67" y="4"/>
                    <a:pt x="71" y="6"/>
                    <a:pt x="73" y="8"/>
                  </a:cubicBezTo>
                  <a:cubicBezTo>
                    <a:pt x="75" y="9"/>
                    <a:pt x="77" y="13"/>
                    <a:pt x="80" y="14"/>
                  </a:cubicBezTo>
                  <a:cubicBezTo>
                    <a:pt x="82" y="15"/>
                    <a:pt x="89" y="15"/>
                    <a:pt x="92" y="14"/>
                  </a:cubicBezTo>
                  <a:cubicBezTo>
                    <a:pt x="95" y="14"/>
                    <a:pt x="101" y="12"/>
                    <a:pt x="104" y="12"/>
                  </a:cubicBezTo>
                  <a:cubicBezTo>
                    <a:pt x="109" y="11"/>
                    <a:pt x="120" y="6"/>
                    <a:pt x="126" y="6"/>
                  </a:cubicBezTo>
                  <a:cubicBezTo>
                    <a:pt x="129" y="6"/>
                    <a:pt x="135" y="8"/>
                    <a:pt x="138" y="9"/>
                  </a:cubicBezTo>
                  <a:cubicBezTo>
                    <a:pt x="142" y="11"/>
                    <a:pt x="149" y="15"/>
                    <a:pt x="153" y="17"/>
                  </a:cubicBezTo>
                  <a:cubicBezTo>
                    <a:pt x="157" y="19"/>
                    <a:pt x="165" y="23"/>
                    <a:pt x="169" y="25"/>
                  </a:cubicBezTo>
                  <a:cubicBezTo>
                    <a:pt x="172" y="27"/>
                    <a:pt x="176" y="31"/>
                    <a:pt x="179" y="32"/>
                  </a:cubicBezTo>
                  <a:cubicBezTo>
                    <a:pt x="181" y="33"/>
                    <a:pt x="187" y="33"/>
                    <a:pt x="189" y="34"/>
                  </a:cubicBezTo>
                  <a:cubicBezTo>
                    <a:pt x="190" y="35"/>
                    <a:pt x="193" y="36"/>
                    <a:pt x="194" y="37"/>
                  </a:cubicBezTo>
                  <a:cubicBezTo>
                    <a:pt x="195" y="39"/>
                    <a:pt x="195" y="44"/>
                    <a:pt x="195" y="46"/>
                  </a:cubicBezTo>
                  <a:cubicBezTo>
                    <a:pt x="196" y="50"/>
                    <a:pt x="198" y="58"/>
                    <a:pt x="199" y="62"/>
                  </a:cubicBezTo>
                  <a:cubicBezTo>
                    <a:pt x="200" y="65"/>
                    <a:pt x="201" y="71"/>
                    <a:pt x="202" y="74"/>
                  </a:cubicBezTo>
                  <a:cubicBezTo>
                    <a:pt x="203" y="78"/>
                    <a:pt x="203" y="87"/>
                    <a:pt x="205" y="92"/>
                  </a:cubicBezTo>
                  <a:cubicBezTo>
                    <a:pt x="206" y="94"/>
                    <a:pt x="210" y="98"/>
                    <a:pt x="212" y="100"/>
                  </a:cubicBezTo>
                  <a:cubicBezTo>
                    <a:pt x="212" y="101"/>
                    <a:pt x="213" y="103"/>
                    <a:pt x="214" y="105"/>
                  </a:cubicBezTo>
                  <a:cubicBezTo>
                    <a:pt x="214" y="106"/>
                    <a:pt x="215" y="106"/>
                    <a:pt x="215" y="107"/>
                  </a:cubicBezTo>
                  <a:cubicBezTo>
                    <a:pt x="215" y="109"/>
                    <a:pt x="214" y="114"/>
                    <a:pt x="215" y="116"/>
                  </a:cubicBezTo>
                  <a:cubicBezTo>
                    <a:pt x="215" y="117"/>
                    <a:pt x="217" y="120"/>
                    <a:pt x="218" y="121"/>
                  </a:cubicBezTo>
                  <a:cubicBezTo>
                    <a:pt x="219" y="122"/>
                    <a:pt x="221" y="125"/>
                    <a:pt x="222" y="127"/>
                  </a:cubicBezTo>
                  <a:cubicBezTo>
                    <a:pt x="222" y="128"/>
                    <a:pt x="222" y="129"/>
                    <a:pt x="221" y="131"/>
                  </a:cubicBezTo>
                  <a:cubicBezTo>
                    <a:pt x="221" y="132"/>
                    <a:pt x="221" y="132"/>
                    <a:pt x="221" y="133"/>
                  </a:cubicBezTo>
                  <a:cubicBezTo>
                    <a:pt x="221" y="134"/>
                    <a:pt x="221" y="137"/>
                    <a:pt x="221" y="138"/>
                  </a:cubicBezTo>
                  <a:cubicBezTo>
                    <a:pt x="219" y="139"/>
                    <a:pt x="216" y="139"/>
                    <a:pt x="214" y="139"/>
                  </a:cubicBezTo>
                  <a:cubicBezTo>
                    <a:pt x="211" y="139"/>
                    <a:pt x="205" y="139"/>
                    <a:pt x="202" y="139"/>
                  </a:cubicBezTo>
                  <a:cubicBezTo>
                    <a:pt x="199" y="138"/>
                    <a:pt x="192" y="137"/>
                    <a:pt x="189" y="136"/>
                  </a:cubicBezTo>
                  <a:cubicBezTo>
                    <a:pt x="184" y="135"/>
                    <a:pt x="175" y="132"/>
                    <a:pt x="171" y="131"/>
                  </a:cubicBezTo>
                  <a:cubicBezTo>
                    <a:pt x="165" y="130"/>
                    <a:pt x="155" y="128"/>
                    <a:pt x="150" y="128"/>
                  </a:cubicBezTo>
                  <a:cubicBezTo>
                    <a:pt x="145" y="128"/>
                    <a:pt x="137" y="128"/>
                    <a:pt x="133" y="128"/>
                  </a:cubicBezTo>
                  <a:cubicBezTo>
                    <a:pt x="130" y="128"/>
                    <a:pt x="122" y="127"/>
                    <a:pt x="119" y="128"/>
                  </a:cubicBezTo>
                  <a:cubicBezTo>
                    <a:pt x="116" y="129"/>
                    <a:pt x="110" y="133"/>
                    <a:pt x="107" y="134"/>
                  </a:cubicBezTo>
                  <a:cubicBezTo>
                    <a:pt x="105" y="135"/>
                    <a:pt x="101" y="137"/>
                    <a:pt x="99" y="137"/>
                  </a:cubicBezTo>
                  <a:cubicBezTo>
                    <a:pt x="95" y="138"/>
                    <a:pt x="89" y="137"/>
                    <a:pt x="85" y="137"/>
                  </a:cubicBezTo>
                  <a:cubicBezTo>
                    <a:pt x="83" y="137"/>
                    <a:pt x="80" y="137"/>
                    <a:pt x="78" y="136"/>
                  </a:cubicBezTo>
                  <a:cubicBezTo>
                    <a:pt x="78" y="136"/>
                    <a:pt x="77" y="136"/>
                    <a:pt x="77" y="136"/>
                  </a:cubicBezTo>
                  <a:cubicBezTo>
                    <a:pt x="76" y="134"/>
                    <a:pt x="75" y="131"/>
                    <a:pt x="73" y="130"/>
                  </a:cubicBezTo>
                  <a:cubicBezTo>
                    <a:pt x="71" y="128"/>
                    <a:pt x="64" y="127"/>
                    <a:pt x="61" y="126"/>
                  </a:cubicBezTo>
                  <a:cubicBezTo>
                    <a:pt x="59" y="126"/>
                    <a:pt x="54" y="126"/>
                    <a:pt x="51" y="126"/>
                  </a:cubicBezTo>
                  <a:cubicBezTo>
                    <a:pt x="48" y="126"/>
                    <a:pt x="41" y="125"/>
                    <a:pt x="38" y="124"/>
                  </a:cubicBezTo>
                  <a:cubicBezTo>
                    <a:pt x="36" y="123"/>
                    <a:pt x="33" y="121"/>
                    <a:pt x="31" y="119"/>
                  </a:cubicBezTo>
                  <a:cubicBezTo>
                    <a:pt x="30" y="117"/>
                    <a:pt x="29" y="112"/>
                    <a:pt x="28" y="110"/>
                  </a:cubicBezTo>
                  <a:cubicBezTo>
                    <a:pt x="28" y="107"/>
                    <a:pt x="29" y="101"/>
                    <a:pt x="28" y="99"/>
                  </a:cubicBezTo>
                  <a:cubicBezTo>
                    <a:pt x="28" y="96"/>
                    <a:pt x="24" y="93"/>
                    <a:pt x="23" y="90"/>
                  </a:cubicBezTo>
                  <a:cubicBezTo>
                    <a:pt x="23" y="89"/>
                    <a:pt x="22" y="85"/>
                    <a:pt x="22" y="83"/>
                  </a:cubicBezTo>
                  <a:cubicBezTo>
                    <a:pt x="21" y="80"/>
                    <a:pt x="20" y="73"/>
                    <a:pt x="18" y="69"/>
                  </a:cubicBezTo>
                  <a:cubicBezTo>
                    <a:pt x="17" y="67"/>
                    <a:pt x="14" y="64"/>
                    <a:pt x="12" y="63"/>
                  </a:cubicBezTo>
                  <a:cubicBezTo>
                    <a:pt x="11" y="61"/>
                    <a:pt x="7" y="61"/>
                    <a:pt x="6" y="59"/>
                  </a:cubicBezTo>
                  <a:cubicBezTo>
                    <a:pt x="4" y="58"/>
                    <a:pt x="2" y="55"/>
                    <a:pt x="1" y="54"/>
                  </a:cubicBezTo>
                  <a:cubicBezTo>
                    <a:pt x="0" y="51"/>
                    <a:pt x="1" y="45"/>
                    <a:pt x="1" y="42"/>
                  </a:cubicBezTo>
                  <a:cubicBezTo>
                    <a:pt x="1" y="40"/>
                    <a:pt x="2" y="35"/>
                    <a:pt x="3" y="33"/>
                  </a:cubicBezTo>
                  <a:cubicBezTo>
                    <a:pt x="4" y="31"/>
                    <a:pt x="7" y="27"/>
                    <a:pt x="8" y="26"/>
                  </a:cubicBezTo>
                  <a:cubicBezTo>
                    <a:pt x="10" y="24"/>
                    <a:pt x="13" y="22"/>
                    <a:pt x="16" y="21"/>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153"/>
            <p:cNvSpPr>
              <a:spLocks/>
            </p:cNvSpPr>
            <p:nvPr/>
          </p:nvSpPr>
          <p:spPr bwMode="auto">
            <a:xfrm>
              <a:off x="3295651" y="2413000"/>
              <a:ext cx="298450" cy="214313"/>
            </a:xfrm>
            <a:custGeom>
              <a:avLst/>
              <a:gdLst/>
              <a:ahLst/>
              <a:cxnLst>
                <a:cxn ang="0">
                  <a:pos x="108" y="74"/>
                </a:cxn>
                <a:cxn ang="0">
                  <a:pos x="109" y="63"/>
                </a:cxn>
                <a:cxn ang="0">
                  <a:pos x="93" y="58"/>
                </a:cxn>
                <a:cxn ang="0">
                  <a:pos x="82" y="63"/>
                </a:cxn>
                <a:cxn ang="0">
                  <a:pos x="74" y="73"/>
                </a:cxn>
                <a:cxn ang="0">
                  <a:pos x="67" y="86"/>
                </a:cxn>
                <a:cxn ang="0">
                  <a:pos x="55" y="97"/>
                </a:cxn>
                <a:cxn ang="0">
                  <a:pos x="41" y="97"/>
                </a:cxn>
                <a:cxn ang="0">
                  <a:pos x="13" y="83"/>
                </a:cxn>
                <a:cxn ang="0">
                  <a:pos x="2" y="73"/>
                </a:cxn>
                <a:cxn ang="0">
                  <a:pos x="1" y="60"/>
                </a:cxn>
                <a:cxn ang="0">
                  <a:pos x="3" y="45"/>
                </a:cxn>
                <a:cxn ang="0">
                  <a:pos x="16" y="34"/>
                </a:cxn>
                <a:cxn ang="0">
                  <a:pos x="34" y="36"/>
                </a:cxn>
                <a:cxn ang="0">
                  <a:pos x="48" y="32"/>
                </a:cxn>
                <a:cxn ang="0">
                  <a:pos x="64" y="24"/>
                </a:cxn>
                <a:cxn ang="0">
                  <a:pos x="80" y="20"/>
                </a:cxn>
                <a:cxn ang="0">
                  <a:pos x="81" y="8"/>
                </a:cxn>
                <a:cxn ang="0">
                  <a:pos x="85" y="2"/>
                </a:cxn>
                <a:cxn ang="0">
                  <a:pos x="111" y="0"/>
                </a:cxn>
                <a:cxn ang="0">
                  <a:pos x="129" y="3"/>
                </a:cxn>
                <a:cxn ang="0">
                  <a:pos x="131" y="11"/>
                </a:cxn>
                <a:cxn ang="0">
                  <a:pos x="138" y="14"/>
                </a:cxn>
                <a:cxn ang="0">
                  <a:pos x="144" y="16"/>
                </a:cxn>
                <a:cxn ang="0">
                  <a:pos x="139" y="25"/>
                </a:cxn>
                <a:cxn ang="0">
                  <a:pos x="136" y="35"/>
                </a:cxn>
                <a:cxn ang="0">
                  <a:pos x="145" y="43"/>
                </a:cxn>
                <a:cxn ang="0">
                  <a:pos x="158" y="50"/>
                </a:cxn>
                <a:cxn ang="0">
                  <a:pos x="168" y="65"/>
                </a:cxn>
                <a:cxn ang="0">
                  <a:pos x="178" y="79"/>
                </a:cxn>
                <a:cxn ang="0">
                  <a:pos x="185" y="90"/>
                </a:cxn>
                <a:cxn ang="0">
                  <a:pos x="191" y="106"/>
                </a:cxn>
                <a:cxn ang="0">
                  <a:pos x="195" y="118"/>
                </a:cxn>
                <a:cxn ang="0">
                  <a:pos x="189" y="123"/>
                </a:cxn>
                <a:cxn ang="0">
                  <a:pos x="180" y="122"/>
                </a:cxn>
                <a:cxn ang="0">
                  <a:pos x="172" y="112"/>
                </a:cxn>
                <a:cxn ang="0">
                  <a:pos x="169" y="94"/>
                </a:cxn>
                <a:cxn ang="0">
                  <a:pos x="159" y="90"/>
                </a:cxn>
                <a:cxn ang="0">
                  <a:pos x="153" y="93"/>
                </a:cxn>
                <a:cxn ang="0">
                  <a:pos x="160" y="104"/>
                </a:cxn>
                <a:cxn ang="0">
                  <a:pos x="169" y="110"/>
                </a:cxn>
                <a:cxn ang="0">
                  <a:pos x="172" y="119"/>
                </a:cxn>
                <a:cxn ang="0">
                  <a:pos x="176" y="127"/>
                </a:cxn>
                <a:cxn ang="0">
                  <a:pos x="165" y="137"/>
                </a:cxn>
                <a:cxn ang="0">
                  <a:pos x="138" y="137"/>
                </a:cxn>
                <a:cxn ang="0">
                  <a:pos x="123" y="135"/>
                </a:cxn>
                <a:cxn ang="0">
                  <a:pos x="112" y="124"/>
                </a:cxn>
                <a:cxn ang="0">
                  <a:pos x="97" y="120"/>
                </a:cxn>
                <a:cxn ang="0">
                  <a:pos x="79" y="120"/>
                </a:cxn>
                <a:cxn ang="0">
                  <a:pos x="66" y="108"/>
                </a:cxn>
                <a:cxn ang="0">
                  <a:pos x="65" y="99"/>
                </a:cxn>
                <a:cxn ang="0">
                  <a:pos x="75" y="97"/>
                </a:cxn>
                <a:cxn ang="0">
                  <a:pos x="82" y="89"/>
                </a:cxn>
                <a:cxn ang="0">
                  <a:pos x="87" y="80"/>
                </a:cxn>
                <a:cxn ang="0">
                  <a:pos x="99" y="79"/>
                </a:cxn>
              </a:cxnLst>
              <a:rect l="0" t="0" r="r" b="b"/>
              <a:pathLst>
                <a:path w="195" h="140">
                  <a:moveTo>
                    <a:pt x="103" y="78"/>
                  </a:moveTo>
                  <a:cubicBezTo>
                    <a:pt x="104" y="77"/>
                    <a:pt x="106" y="75"/>
                    <a:pt x="108" y="74"/>
                  </a:cubicBezTo>
                  <a:cubicBezTo>
                    <a:pt x="109" y="72"/>
                    <a:pt x="112" y="69"/>
                    <a:pt x="112" y="67"/>
                  </a:cubicBezTo>
                  <a:cubicBezTo>
                    <a:pt x="112" y="66"/>
                    <a:pt x="110" y="64"/>
                    <a:pt x="109" y="63"/>
                  </a:cubicBezTo>
                  <a:cubicBezTo>
                    <a:pt x="107" y="61"/>
                    <a:pt x="102" y="60"/>
                    <a:pt x="99" y="59"/>
                  </a:cubicBezTo>
                  <a:cubicBezTo>
                    <a:pt x="98" y="59"/>
                    <a:pt x="94" y="58"/>
                    <a:pt x="93" y="58"/>
                  </a:cubicBezTo>
                  <a:cubicBezTo>
                    <a:pt x="91" y="58"/>
                    <a:pt x="88" y="59"/>
                    <a:pt x="86" y="60"/>
                  </a:cubicBezTo>
                  <a:cubicBezTo>
                    <a:pt x="85" y="60"/>
                    <a:pt x="83" y="62"/>
                    <a:pt x="82" y="63"/>
                  </a:cubicBezTo>
                  <a:cubicBezTo>
                    <a:pt x="81" y="64"/>
                    <a:pt x="79" y="67"/>
                    <a:pt x="78" y="68"/>
                  </a:cubicBezTo>
                  <a:cubicBezTo>
                    <a:pt x="77" y="69"/>
                    <a:pt x="75" y="72"/>
                    <a:pt x="74" y="73"/>
                  </a:cubicBezTo>
                  <a:cubicBezTo>
                    <a:pt x="73" y="75"/>
                    <a:pt x="72" y="77"/>
                    <a:pt x="71" y="79"/>
                  </a:cubicBezTo>
                  <a:cubicBezTo>
                    <a:pt x="70" y="81"/>
                    <a:pt x="68" y="84"/>
                    <a:pt x="67" y="86"/>
                  </a:cubicBezTo>
                  <a:cubicBezTo>
                    <a:pt x="65" y="88"/>
                    <a:pt x="62" y="92"/>
                    <a:pt x="61" y="94"/>
                  </a:cubicBezTo>
                  <a:cubicBezTo>
                    <a:pt x="59" y="95"/>
                    <a:pt x="57" y="97"/>
                    <a:pt x="55" y="97"/>
                  </a:cubicBezTo>
                  <a:cubicBezTo>
                    <a:pt x="53" y="98"/>
                    <a:pt x="48" y="99"/>
                    <a:pt x="46" y="99"/>
                  </a:cubicBezTo>
                  <a:cubicBezTo>
                    <a:pt x="45" y="99"/>
                    <a:pt x="43" y="97"/>
                    <a:pt x="41" y="97"/>
                  </a:cubicBezTo>
                  <a:cubicBezTo>
                    <a:pt x="37" y="95"/>
                    <a:pt x="29" y="92"/>
                    <a:pt x="25" y="90"/>
                  </a:cubicBezTo>
                  <a:cubicBezTo>
                    <a:pt x="22" y="88"/>
                    <a:pt x="16" y="84"/>
                    <a:pt x="13" y="83"/>
                  </a:cubicBezTo>
                  <a:cubicBezTo>
                    <a:pt x="12" y="82"/>
                    <a:pt x="9" y="82"/>
                    <a:pt x="8" y="81"/>
                  </a:cubicBezTo>
                  <a:cubicBezTo>
                    <a:pt x="6" y="79"/>
                    <a:pt x="3" y="75"/>
                    <a:pt x="2" y="73"/>
                  </a:cubicBezTo>
                  <a:cubicBezTo>
                    <a:pt x="1" y="71"/>
                    <a:pt x="0" y="68"/>
                    <a:pt x="0" y="66"/>
                  </a:cubicBezTo>
                  <a:cubicBezTo>
                    <a:pt x="0" y="65"/>
                    <a:pt x="1" y="62"/>
                    <a:pt x="1" y="60"/>
                  </a:cubicBezTo>
                  <a:cubicBezTo>
                    <a:pt x="1" y="58"/>
                    <a:pt x="2" y="54"/>
                    <a:pt x="2" y="52"/>
                  </a:cubicBezTo>
                  <a:cubicBezTo>
                    <a:pt x="2" y="50"/>
                    <a:pt x="2" y="47"/>
                    <a:pt x="3" y="45"/>
                  </a:cubicBezTo>
                  <a:cubicBezTo>
                    <a:pt x="4" y="43"/>
                    <a:pt x="7" y="40"/>
                    <a:pt x="8" y="39"/>
                  </a:cubicBezTo>
                  <a:cubicBezTo>
                    <a:pt x="10" y="37"/>
                    <a:pt x="13" y="35"/>
                    <a:pt x="16" y="34"/>
                  </a:cubicBezTo>
                  <a:cubicBezTo>
                    <a:pt x="18" y="34"/>
                    <a:pt x="23" y="34"/>
                    <a:pt x="25" y="34"/>
                  </a:cubicBezTo>
                  <a:cubicBezTo>
                    <a:pt x="27" y="35"/>
                    <a:pt x="32" y="36"/>
                    <a:pt x="34" y="36"/>
                  </a:cubicBezTo>
                  <a:cubicBezTo>
                    <a:pt x="36" y="36"/>
                    <a:pt x="39" y="36"/>
                    <a:pt x="41" y="36"/>
                  </a:cubicBezTo>
                  <a:cubicBezTo>
                    <a:pt x="43" y="35"/>
                    <a:pt x="46" y="33"/>
                    <a:pt x="48" y="32"/>
                  </a:cubicBezTo>
                  <a:cubicBezTo>
                    <a:pt x="51" y="31"/>
                    <a:pt x="56" y="28"/>
                    <a:pt x="58" y="27"/>
                  </a:cubicBezTo>
                  <a:cubicBezTo>
                    <a:pt x="60" y="26"/>
                    <a:pt x="62" y="25"/>
                    <a:pt x="64" y="24"/>
                  </a:cubicBezTo>
                  <a:cubicBezTo>
                    <a:pt x="66" y="24"/>
                    <a:pt x="70" y="24"/>
                    <a:pt x="73" y="23"/>
                  </a:cubicBezTo>
                  <a:cubicBezTo>
                    <a:pt x="74" y="23"/>
                    <a:pt x="78" y="21"/>
                    <a:pt x="80" y="20"/>
                  </a:cubicBezTo>
                  <a:cubicBezTo>
                    <a:pt x="81" y="19"/>
                    <a:pt x="84" y="16"/>
                    <a:pt x="84" y="14"/>
                  </a:cubicBezTo>
                  <a:cubicBezTo>
                    <a:pt x="84" y="12"/>
                    <a:pt x="81" y="10"/>
                    <a:pt x="81" y="8"/>
                  </a:cubicBezTo>
                  <a:cubicBezTo>
                    <a:pt x="81" y="7"/>
                    <a:pt x="81" y="5"/>
                    <a:pt x="82" y="4"/>
                  </a:cubicBezTo>
                  <a:cubicBezTo>
                    <a:pt x="82" y="3"/>
                    <a:pt x="84" y="2"/>
                    <a:pt x="85" y="2"/>
                  </a:cubicBezTo>
                  <a:cubicBezTo>
                    <a:pt x="88" y="0"/>
                    <a:pt x="95" y="1"/>
                    <a:pt x="99" y="1"/>
                  </a:cubicBezTo>
                  <a:cubicBezTo>
                    <a:pt x="102" y="0"/>
                    <a:pt x="108" y="0"/>
                    <a:pt x="111" y="0"/>
                  </a:cubicBezTo>
                  <a:cubicBezTo>
                    <a:pt x="113" y="0"/>
                    <a:pt x="119" y="1"/>
                    <a:pt x="121" y="1"/>
                  </a:cubicBezTo>
                  <a:cubicBezTo>
                    <a:pt x="123" y="1"/>
                    <a:pt x="127" y="2"/>
                    <a:pt x="129" y="3"/>
                  </a:cubicBezTo>
                  <a:cubicBezTo>
                    <a:pt x="129" y="4"/>
                    <a:pt x="130" y="5"/>
                    <a:pt x="130" y="6"/>
                  </a:cubicBezTo>
                  <a:cubicBezTo>
                    <a:pt x="130" y="7"/>
                    <a:pt x="130" y="10"/>
                    <a:pt x="131" y="11"/>
                  </a:cubicBezTo>
                  <a:cubicBezTo>
                    <a:pt x="131" y="12"/>
                    <a:pt x="133" y="13"/>
                    <a:pt x="134" y="14"/>
                  </a:cubicBezTo>
                  <a:cubicBezTo>
                    <a:pt x="135" y="14"/>
                    <a:pt x="137" y="14"/>
                    <a:pt x="138" y="14"/>
                  </a:cubicBezTo>
                  <a:cubicBezTo>
                    <a:pt x="139" y="14"/>
                    <a:pt x="141" y="12"/>
                    <a:pt x="142" y="12"/>
                  </a:cubicBezTo>
                  <a:cubicBezTo>
                    <a:pt x="143" y="13"/>
                    <a:pt x="144" y="15"/>
                    <a:pt x="144" y="16"/>
                  </a:cubicBezTo>
                  <a:cubicBezTo>
                    <a:pt x="144" y="18"/>
                    <a:pt x="143" y="20"/>
                    <a:pt x="143" y="22"/>
                  </a:cubicBezTo>
                  <a:cubicBezTo>
                    <a:pt x="142" y="22"/>
                    <a:pt x="140" y="24"/>
                    <a:pt x="139" y="25"/>
                  </a:cubicBezTo>
                  <a:cubicBezTo>
                    <a:pt x="139" y="26"/>
                    <a:pt x="137" y="28"/>
                    <a:pt x="136" y="29"/>
                  </a:cubicBezTo>
                  <a:cubicBezTo>
                    <a:pt x="136" y="31"/>
                    <a:pt x="135" y="34"/>
                    <a:pt x="136" y="35"/>
                  </a:cubicBezTo>
                  <a:cubicBezTo>
                    <a:pt x="136" y="37"/>
                    <a:pt x="139" y="40"/>
                    <a:pt x="140" y="41"/>
                  </a:cubicBezTo>
                  <a:cubicBezTo>
                    <a:pt x="141" y="42"/>
                    <a:pt x="144" y="43"/>
                    <a:pt x="145" y="43"/>
                  </a:cubicBezTo>
                  <a:cubicBezTo>
                    <a:pt x="147" y="44"/>
                    <a:pt x="150" y="44"/>
                    <a:pt x="152" y="45"/>
                  </a:cubicBezTo>
                  <a:cubicBezTo>
                    <a:pt x="154" y="46"/>
                    <a:pt x="157" y="49"/>
                    <a:pt x="158" y="50"/>
                  </a:cubicBezTo>
                  <a:cubicBezTo>
                    <a:pt x="160" y="52"/>
                    <a:pt x="163" y="55"/>
                    <a:pt x="164" y="57"/>
                  </a:cubicBezTo>
                  <a:cubicBezTo>
                    <a:pt x="166" y="59"/>
                    <a:pt x="167" y="63"/>
                    <a:pt x="168" y="65"/>
                  </a:cubicBezTo>
                  <a:cubicBezTo>
                    <a:pt x="169" y="66"/>
                    <a:pt x="172" y="70"/>
                    <a:pt x="173" y="72"/>
                  </a:cubicBezTo>
                  <a:cubicBezTo>
                    <a:pt x="175" y="73"/>
                    <a:pt x="177" y="77"/>
                    <a:pt x="178" y="79"/>
                  </a:cubicBezTo>
                  <a:cubicBezTo>
                    <a:pt x="179" y="80"/>
                    <a:pt x="181" y="83"/>
                    <a:pt x="182" y="84"/>
                  </a:cubicBezTo>
                  <a:cubicBezTo>
                    <a:pt x="183" y="86"/>
                    <a:pt x="185" y="89"/>
                    <a:pt x="185" y="90"/>
                  </a:cubicBezTo>
                  <a:cubicBezTo>
                    <a:pt x="186" y="92"/>
                    <a:pt x="187" y="97"/>
                    <a:pt x="188" y="99"/>
                  </a:cubicBezTo>
                  <a:cubicBezTo>
                    <a:pt x="188" y="101"/>
                    <a:pt x="190" y="105"/>
                    <a:pt x="191" y="106"/>
                  </a:cubicBezTo>
                  <a:cubicBezTo>
                    <a:pt x="192" y="108"/>
                    <a:pt x="194" y="110"/>
                    <a:pt x="194" y="111"/>
                  </a:cubicBezTo>
                  <a:cubicBezTo>
                    <a:pt x="195" y="113"/>
                    <a:pt x="195" y="116"/>
                    <a:pt x="195" y="118"/>
                  </a:cubicBezTo>
                  <a:cubicBezTo>
                    <a:pt x="195" y="119"/>
                    <a:pt x="193" y="121"/>
                    <a:pt x="192" y="122"/>
                  </a:cubicBezTo>
                  <a:cubicBezTo>
                    <a:pt x="192" y="122"/>
                    <a:pt x="190" y="123"/>
                    <a:pt x="189" y="123"/>
                  </a:cubicBezTo>
                  <a:cubicBezTo>
                    <a:pt x="188" y="123"/>
                    <a:pt x="185" y="123"/>
                    <a:pt x="184" y="123"/>
                  </a:cubicBezTo>
                  <a:cubicBezTo>
                    <a:pt x="183" y="123"/>
                    <a:pt x="181" y="123"/>
                    <a:pt x="180" y="122"/>
                  </a:cubicBezTo>
                  <a:cubicBezTo>
                    <a:pt x="179" y="122"/>
                    <a:pt x="176" y="121"/>
                    <a:pt x="175" y="120"/>
                  </a:cubicBezTo>
                  <a:cubicBezTo>
                    <a:pt x="174" y="118"/>
                    <a:pt x="173" y="114"/>
                    <a:pt x="172" y="112"/>
                  </a:cubicBezTo>
                  <a:cubicBezTo>
                    <a:pt x="172" y="109"/>
                    <a:pt x="173" y="104"/>
                    <a:pt x="172" y="102"/>
                  </a:cubicBezTo>
                  <a:cubicBezTo>
                    <a:pt x="172" y="100"/>
                    <a:pt x="171" y="96"/>
                    <a:pt x="169" y="94"/>
                  </a:cubicBezTo>
                  <a:cubicBezTo>
                    <a:pt x="168" y="93"/>
                    <a:pt x="166" y="91"/>
                    <a:pt x="164" y="90"/>
                  </a:cubicBezTo>
                  <a:cubicBezTo>
                    <a:pt x="163" y="90"/>
                    <a:pt x="161" y="90"/>
                    <a:pt x="159" y="90"/>
                  </a:cubicBezTo>
                  <a:cubicBezTo>
                    <a:pt x="158" y="90"/>
                    <a:pt x="156" y="90"/>
                    <a:pt x="155" y="90"/>
                  </a:cubicBezTo>
                  <a:cubicBezTo>
                    <a:pt x="155" y="91"/>
                    <a:pt x="154" y="92"/>
                    <a:pt x="153" y="93"/>
                  </a:cubicBezTo>
                  <a:cubicBezTo>
                    <a:pt x="153" y="95"/>
                    <a:pt x="153" y="97"/>
                    <a:pt x="154" y="99"/>
                  </a:cubicBezTo>
                  <a:cubicBezTo>
                    <a:pt x="155" y="100"/>
                    <a:pt x="158" y="103"/>
                    <a:pt x="160" y="104"/>
                  </a:cubicBezTo>
                  <a:cubicBezTo>
                    <a:pt x="161" y="105"/>
                    <a:pt x="163" y="106"/>
                    <a:pt x="165" y="107"/>
                  </a:cubicBezTo>
                  <a:cubicBezTo>
                    <a:pt x="166" y="108"/>
                    <a:pt x="168" y="109"/>
                    <a:pt x="169" y="110"/>
                  </a:cubicBezTo>
                  <a:cubicBezTo>
                    <a:pt x="169" y="111"/>
                    <a:pt x="170" y="113"/>
                    <a:pt x="171" y="115"/>
                  </a:cubicBezTo>
                  <a:cubicBezTo>
                    <a:pt x="171" y="116"/>
                    <a:pt x="172" y="118"/>
                    <a:pt x="172" y="119"/>
                  </a:cubicBezTo>
                  <a:cubicBezTo>
                    <a:pt x="173" y="120"/>
                    <a:pt x="174" y="122"/>
                    <a:pt x="174" y="123"/>
                  </a:cubicBezTo>
                  <a:cubicBezTo>
                    <a:pt x="175" y="124"/>
                    <a:pt x="176" y="126"/>
                    <a:pt x="176" y="127"/>
                  </a:cubicBezTo>
                  <a:cubicBezTo>
                    <a:pt x="176" y="128"/>
                    <a:pt x="176" y="131"/>
                    <a:pt x="175" y="131"/>
                  </a:cubicBezTo>
                  <a:cubicBezTo>
                    <a:pt x="173" y="134"/>
                    <a:pt x="168" y="136"/>
                    <a:pt x="165" y="137"/>
                  </a:cubicBezTo>
                  <a:cubicBezTo>
                    <a:pt x="161" y="138"/>
                    <a:pt x="151" y="140"/>
                    <a:pt x="146" y="140"/>
                  </a:cubicBezTo>
                  <a:cubicBezTo>
                    <a:pt x="144" y="139"/>
                    <a:pt x="140" y="137"/>
                    <a:pt x="138" y="137"/>
                  </a:cubicBezTo>
                  <a:cubicBezTo>
                    <a:pt x="136" y="136"/>
                    <a:pt x="133" y="136"/>
                    <a:pt x="132" y="136"/>
                  </a:cubicBezTo>
                  <a:cubicBezTo>
                    <a:pt x="130" y="136"/>
                    <a:pt x="125" y="135"/>
                    <a:pt x="123" y="135"/>
                  </a:cubicBezTo>
                  <a:cubicBezTo>
                    <a:pt x="121" y="134"/>
                    <a:pt x="117" y="132"/>
                    <a:pt x="115" y="131"/>
                  </a:cubicBezTo>
                  <a:cubicBezTo>
                    <a:pt x="114" y="130"/>
                    <a:pt x="113" y="126"/>
                    <a:pt x="112" y="124"/>
                  </a:cubicBezTo>
                  <a:cubicBezTo>
                    <a:pt x="111" y="123"/>
                    <a:pt x="109" y="121"/>
                    <a:pt x="107" y="120"/>
                  </a:cubicBezTo>
                  <a:cubicBezTo>
                    <a:pt x="105" y="120"/>
                    <a:pt x="99" y="120"/>
                    <a:pt x="97" y="120"/>
                  </a:cubicBezTo>
                  <a:cubicBezTo>
                    <a:pt x="94" y="121"/>
                    <a:pt x="90" y="122"/>
                    <a:pt x="88" y="122"/>
                  </a:cubicBezTo>
                  <a:cubicBezTo>
                    <a:pt x="86" y="122"/>
                    <a:pt x="81" y="121"/>
                    <a:pt x="79" y="120"/>
                  </a:cubicBezTo>
                  <a:cubicBezTo>
                    <a:pt x="77" y="119"/>
                    <a:pt x="73" y="116"/>
                    <a:pt x="71" y="115"/>
                  </a:cubicBezTo>
                  <a:cubicBezTo>
                    <a:pt x="70" y="113"/>
                    <a:pt x="67" y="110"/>
                    <a:pt x="66" y="108"/>
                  </a:cubicBezTo>
                  <a:cubicBezTo>
                    <a:pt x="65" y="107"/>
                    <a:pt x="63" y="104"/>
                    <a:pt x="63" y="103"/>
                  </a:cubicBezTo>
                  <a:cubicBezTo>
                    <a:pt x="64" y="101"/>
                    <a:pt x="65" y="99"/>
                    <a:pt x="65" y="99"/>
                  </a:cubicBezTo>
                  <a:cubicBezTo>
                    <a:pt x="66" y="98"/>
                    <a:pt x="70" y="96"/>
                    <a:pt x="71" y="96"/>
                  </a:cubicBezTo>
                  <a:cubicBezTo>
                    <a:pt x="72" y="96"/>
                    <a:pt x="74" y="98"/>
                    <a:pt x="75" y="97"/>
                  </a:cubicBezTo>
                  <a:cubicBezTo>
                    <a:pt x="77" y="97"/>
                    <a:pt x="78" y="95"/>
                    <a:pt x="79" y="94"/>
                  </a:cubicBezTo>
                  <a:cubicBezTo>
                    <a:pt x="80" y="93"/>
                    <a:pt x="81" y="90"/>
                    <a:pt x="82" y="89"/>
                  </a:cubicBezTo>
                  <a:cubicBezTo>
                    <a:pt x="82" y="88"/>
                    <a:pt x="81" y="84"/>
                    <a:pt x="82" y="83"/>
                  </a:cubicBezTo>
                  <a:cubicBezTo>
                    <a:pt x="82" y="82"/>
                    <a:pt x="86" y="80"/>
                    <a:pt x="87" y="80"/>
                  </a:cubicBezTo>
                  <a:cubicBezTo>
                    <a:pt x="89" y="79"/>
                    <a:pt x="92" y="79"/>
                    <a:pt x="94" y="79"/>
                  </a:cubicBezTo>
                  <a:cubicBezTo>
                    <a:pt x="95" y="79"/>
                    <a:pt x="98" y="80"/>
                    <a:pt x="99" y="79"/>
                  </a:cubicBezTo>
                  <a:cubicBezTo>
                    <a:pt x="100" y="79"/>
                    <a:pt x="102" y="78"/>
                    <a:pt x="103" y="78"/>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54"/>
            <p:cNvSpPr>
              <a:spLocks/>
            </p:cNvSpPr>
            <p:nvPr/>
          </p:nvSpPr>
          <p:spPr bwMode="auto">
            <a:xfrm>
              <a:off x="2935288" y="2322513"/>
              <a:ext cx="39688" cy="50800"/>
            </a:xfrm>
            <a:custGeom>
              <a:avLst/>
              <a:gdLst/>
              <a:ahLst/>
              <a:cxnLst>
                <a:cxn ang="0">
                  <a:pos x="17" y="24"/>
                </a:cxn>
                <a:cxn ang="0">
                  <a:pos x="23" y="19"/>
                </a:cxn>
                <a:cxn ang="0">
                  <a:pos x="26" y="11"/>
                </a:cxn>
                <a:cxn ang="0">
                  <a:pos x="23" y="5"/>
                </a:cxn>
                <a:cxn ang="0">
                  <a:pos x="20" y="1"/>
                </a:cxn>
                <a:cxn ang="0">
                  <a:pos x="11" y="2"/>
                </a:cxn>
                <a:cxn ang="0">
                  <a:pos x="4" y="8"/>
                </a:cxn>
                <a:cxn ang="0">
                  <a:pos x="1" y="15"/>
                </a:cxn>
                <a:cxn ang="0">
                  <a:pos x="2" y="23"/>
                </a:cxn>
                <a:cxn ang="0">
                  <a:pos x="4" y="27"/>
                </a:cxn>
                <a:cxn ang="0">
                  <a:pos x="6" y="33"/>
                </a:cxn>
                <a:cxn ang="0">
                  <a:pos x="10" y="34"/>
                </a:cxn>
                <a:cxn ang="0">
                  <a:pos x="13" y="27"/>
                </a:cxn>
                <a:cxn ang="0">
                  <a:pos x="17" y="24"/>
                </a:cxn>
              </a:cxnLst>
              <a:rect l="0" t="0" r="r" b="b"/>
              <a:pathLst>
                <a:path w="26" h="34">
                  <a:moveTo>
                    <a:pt x="17" y="24"/>
                  </a:moveTo>
                  <a:cubicBezTo>
                    <a:pt x="19" y="22"/>
                    <a:pt x="22" y="20"/>
                    <a:pt x="23" y="19"/>
                  </a:cubicBezTo>
                  <a:cubicBezTo>
                    <a:pt x="25" y="17"/>
                    <a:pt x="26" y="13"/>
                    <a:pt x="26" y="11"/>
                  </a:cubicBezTo>
                  <a:cubicBezTo>
                    <a:pt x="26" y="10"/>
                    <a:pt x="24" y="7"/>
                    <a:pt x="23" y="5"/>
                  </a:cubicBezTo>
                  <a:cubicBezTo>
                    <a:pt x="22" y="4"/>
                    <a:pt x="21" y="1"/>
                    <a:pt x="20" y="1"/>
                  </a:cubicBezTo>
                  <a:cubicBezTo>
                    <a:pt x="18" y="0"/>
                    <a:pt x="13" y="1"/>
                    <a:pt x="11" y="2"/>
                  </a:cubicBezTo>
                  <a:cubicBezTo>
                    <a:pt x="9" y="3"/>
                    <a:pt x="5" y="6"/>
                    <a:pt x="4" y="8"/>
                  </a:cubicBezTo>
                  <a:cubicBezTo>
                    <a:pt x="3" y="9"/>
                    <a:pt x="1" y="13"/>
                    <a:pt x="1" y="15"/>
                  </a:cubicBezTo>
                  <a:cubicBezTo>
                    <a:pt x="0" y="17"/>
                    <a:pt x="1" y="21"/>
                    <a:pt x="2" y="23"/>
                  </a:cubicBezTo>
                  <a:cubicBezTo>
                    <a:pt x="2" y="24"/>
                    <a:pt x="4" y="26"/>
                    <a:pt x="4" y="27"/>
                  </a:cubicBezTo>
                  <a:cubicBezTo>
                    <a:pt x="5" y="28"/>
                    <a:pt x="5" y="32"/>
                    <a:pt x="6" y="33"/>
                  </a:cubicBezTo>
                  <a:cubicBezTo>
                    <a:pt x="7" y="34"/>
                    <a:pt x="9" y="34"/>
                    <a:pt x="10" y="34"/>
                  </a:cubicBezTo>
                  <a:cubicBezTo>
                    <a:pt x="11" y="33"/>
                    <a:pt x="12" y="29"/>
                    <a:pt x="13" y="27"/>
                  </a:cubicBezTo>
                  <a:cubicBezTo>
                    <a:pt x="14" y="26"/>
                    <a:pt x="16" y="25"/>
                    <a:pt x="17" y="24"/>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55"/>
            <p:cNvSpPr>
              <a:spLocks/>
            </p:cNvSpPr>
            <p:nvPr/>
          </p:nvSpPr>
          <p:spPr bwMode="auto">
            <a:xfrm>
              <a:off x="2968626" y="2084388"/>
              <a:ext cx="158750" cy="133350"/>
            </a:xfrm>
            <a:custGeom>
              <a:avLst/>
              <a:gdLst/>
              <a:ahLst/>
              <a:cxnLst>
                <a:cxn ang="0">
                  <a:pos x="27" y="71"/>
                </a:cxn>
                <a:cxn ang="0">
                  <a:pos x="27" y="63"/>
                </a:cxn>
                <a:cxn ang="0">
                  <a:pos x="19" y="63"/>
                </a:cxn>
                <a:cxn ang="0">
                  <a:pos x="10" y="66"/>
                </a:cxn>
                <a:cxn ang="0">
                  <a:pos x="2" y="65"/>
                </a:cxn>
                <a:cxn ang="0">
                  <a:pos x="5" y="58"/>
                </a:cxn>
                <a:cxn ang="0">
                  <a:pos x="3" y="52"/>
                </a:cxn>
                <a:cxn ang="0">
                  <a:pos x="8" y="41"/>
                </a:cxn>
                <a:cxn ang="0">
                  <a:pos x="5" y="34"/>
                </a:cxn>
                <a:cxn ang="0">
                  <a:pos x="1" y="25"/>
                </a:cxn>
                <a:cxn ang="0">
                  <a:pos x="8" y="12"/>
                </a:cxn>
                <a:cxn ang="0">
                  <a:pos x="25" y="14"/>
                </a:cxn>
                <a:cxn ang="0">
                  <a:pos x="39" y="11"/>
                </a:cxn>
                <a:cxn ang="0">
                  <a:pos x="56" y="11"/>
                </a:cxn>
                <a:cxn ang="0">
                  <a:pos x="59" y="19"/>
                </a:cxn>
                <a:cxn ang="0">
                  <a:pos x="67" y="27"/>
                </a:cxn>
                <a:cxn ang="0">
                  <a:pos x="76" y="23"/>
                </a:cxn>
                <a:cxn ang="0">
                  <a:pos x="80" y="19"/>
                </a:cxn>
                <a:cxn ang="0">
                  <a:pos x="87" y="9"/>
                </a:cxn>
                <a:cxn ang="0">
                  <a:pos x="97" y="9"/>
                </a:cxn>
                <a:cxn ang="0">
                  <a:pos x="99" y="4"/>
                </a:cxn>
                <a:cxn ang="0">
                  <a:pos x="104" y="3"/>
                </a:cxn>
                <a:cxn ang="0">
                  <a:pos x="102" y="16"/>
                </a:cxn>
                <a:cxn ang="0">
                  <a:pos x="92" y="27"/>
                </a:cxn>
                <a:cxn ang="0">
                  <a:pos x="89" y="38"/>
                </a:cxn>
                <a:cxn ang="0">
                  <a:pos x="83" y="41"/>
                </a:cxn>
                <a:cxn ang="0">
                  <a:pos x="79" y="52"/>
                </a:cxn>
                <a:cxn ang="0">
                  <a:pos x="80" y="61"/>
                </a:cxn>
                <a:cxn ang="0">
                  <a:pos x="84" y="68"/>
                </a:cxn>
                <a:cxn ang="0">
                  <a:pos x="81" y="76"/>
                </a:cxn>
                <a:cxn ang="0">
                  <a:pos x="85" y="83"/>
                </a:cxn>
                <a:cxn ang="0">
                  <a:pos x="84" y="87"/>
                </a:cxn>
                <a:cxn ang="0">
                  <a:pos x="78" y="81"/>
                </a:cxn>
                <a:cxn ang="0">
                  <a:pos x="70" y="74"/>
                </a:cxn>
                <a:cxn ang="0">
                  <a:pos x="61" y="68"/>
                </a:cxn>
                <a:cxn ang="0">
                  <a:pos x="58" y="58"/>
                </a:cxn>
                <a:cxn ang="0">
                  <a:pos x="61" y="50"/>
                </a:cxn>
                <a:cxn ang="0">
                  <a:pos x="63" y="43"/>
                </a:cxn>
                <a:cxn ang="0">
                  <a:pos x="57" y="41"/>
                </a:cxn>
                <a:cxn ang="0">
                  <a:pos x="51" y="40"/>
                </a:cxn>
                <a:cxn ang="0">
                  <a:pos x="45" y="52"/>
                </a:cxn>
                <a:cxn ang="0">
                  <a:pos x="39" y="59"/>
                </a:cxn>
                <a:cxn ang="0">
                  <a:pos x="39" y="65"/>
                </a:cxn>
                <a:cxn ang="0">
                  <a:pos x="45" y="66"/>
                </a:cxn>
                <a:cxn ang="0">
                  <a:pos x="47" y="74"/>
                </a:cxn>
                <a:cxn ang="0">
                  <a:pos x="39" y="78"/>
                </a:cxn>
                <a:cxn ang="0">
                  <a:pos x="32" y="76"/>
                </a:cxn>
              </a:cxnLst>
              <a:rect l="0" t="0" r="r" b="b"/>
              <a:pathLst>
                <a:path w="104" h="87">
                  <a:moveTo>
                    <a:pt x="28" y="75"/>
                  </a:moveTo>
                  <a:cubicBezTo>
                    <a:pt x="28" y="74"/>
                    <a:pt x="27" y="72"/>
                    <a:pt x="27" y="71"/>
                  </a:cubicBezTo>
                  <a:cubicBezTo>
                    <a:pt x="27" y="70"/>
                    <a:pt x="29" y="68"/>
                    <a:pt x="29" y="66"/>
                  </a:cubicBezTo>
                  <a:cubicBezTo>
                    <a:pt x="29" y="66"/>
                    <a:pt x="28" y="64"/>
                    <a:pt x="27" y="63"/>
                  </a:cubicBezTo>
                  <a:cubicBezTo>
                    <a:pt x="27" y="62"/>
                    <a:pt x="25" y="61"/>
                    <a:pt x="24" y="61"/>
                  </a:cubicBezTo>
                  <a:cubicBezTo>
                    <a:pt x="23" y="61"/>
                    <a:pt x="20" y="62"/>
                    <a:pt x="19" y="63"/>
                  </a:cubicBezTo>
                  <a:cubicBezTo>
                    <a:pt x="18" y="63"/>
                    <a:pt x="17" y="65"/>
                    <a:pt x="16" y="66"/>
                  </a:cubicBezTo>
                  <a:cubicBezTo>
                    <a:pt x="15" y="67"/>
                    <a:pt x="11" y="66"/>
                    <a:pt x="10" y="66"/>
                  </a:cubicBezTo>
                  <a:cubicBezTo>
                    <a:pt x="8" y="66"/>
                    <a:pt x="5" y="68"/>
                    <a:pt x="4" y="67"/>
                  </a:cubicBezTo>
                  <a:cubicBezTo>
                    <a:pt x="3" y="67"/>
                    <a:pt x="2" y="66"/>
                    <a:pt x="2" y="65"/>
                  </a:cubicBezTo>
                  <a:cubicBezTo>
                    <a:pt x="2" y="64"/>
                    <a:pt x="2" y="62"/>
                    <a:pt x="2" y="61"/>
                  </a:cubicBezTo>
                  <a:cubicBezTo>
                    <a:pt x="3" y="60"/>
                    <a:pt x="5" y="59"/>
                    <a:pt x="5" y="58"/>
                  </a:cubicBezTo>
                  <a:cubicBezTo>
                    <a:pt x="6" y="57"/>
                    <a:pt x="6" y="55"/>
                    <a:pt x="6" y="54"/>
                  </a:cubicBezTo>
                  <a:cubicBezTo>
                    <a:pt x="5" y="53"/>
                    <a:pt x="4" y="53"/>
                    <a:pt x="3" y="52"/>
                  </a:cubicBezTo>
                  <a:cubicBezTo>
                    <a:pt x="2" y="50"/>
                    <a:pt x="2" y="45"/>
                    <a:pt x="3" y="44"/>
                  </a:cubicBezTo>
                  <a:cubicBezTo>
                    <a:pt x="4" y="43"/>
                    <a:pt x="7" y="42"/>
                    <a:pt x="8" y="41"/>
                  </a:cubicBezTo>
                  <a:cubicBezTo>
                    <a:pt x="8" y="40"/>
                    <a:pt x="9" y="38"/>
                    <a:pt x="8" y="37"/>
                  </a:cubicBezTo>
                  <a:cubicBezTo>
                    <a:pt x="8" y="36"/>
                    <a:pt x="6" y="35"/>
                    <a:pt x="5" y="34"/>
                  </a:cubicBezTo>
                  <a:cubicBezTo>
                    <a:pt x="4" y="34"/>
                    <a:pt x="1" y="33"/>
                    <a:pt x="1" y="32"/>
                  </a:cubicBezTo>
                  <a:cubicBezTo>
                    <a:pt x="0" y="31"/>
                    <a:pt x="1" y="27"/>
                    <a:pt x="1" y="25"/>
                  </a:cubicBezTo>
                  <a:cubicBezTo>
                    <a:pt x="1" y="23"/>
                    <a:pt x="1" y="18"/>
                    <a:pt x="2" y="17"/>
                  </a:cubicBezTo>
                  <a:cubicBezTo>
                    <a:pt x="2" y="15"/>
                    <a:pt x="6" y="12"/>
                    <a:pt x="8" y="12"/>
                  </a:cubicBezTo>
                  <a:cubicBezTo>
                    <a:pt x="10" y="11"/>
                    <a:pt x="14" y="11"/>
                    <a:pt x="16" y="11"/>
                  </a:cubicBezTo>
                  <a:cubicBezTo>
                    <a:pt x="18" y="11"/>
                    <a:pt x="23" y="13"/>
                    <a:pt x="25" y="14"/>
                  </a:cubicBezTo>
                  <a:cubicBezTo>
                    <a:pt x="27" y="14"/>
                    <a:pt x="32" y="14"/>
                    <a:pt x="34" y="14"/>
                  </a:cubicBezTo>
                  <a:cubicBezTo>
                    <a:pt x="35" y="13"/>
                    <a:pt x="38" y="11"/>
                    <a:pt x="39" y="11"/>
                  </a:cubicBezTo>
                  <a:cubicBezTo>
                    <a:pt x="41" y="10"/>
                    <a:pt x="46" y="10"/>
                    <a:pt x="48" y="10"/>
                  </a:cubicBezTo>
                  <a:cubicBezTo>
                    <a:pt x="50" y="10"/>
                    <a:pt x="55" y="10"/>
                    <a:pt x="56" y="11"/>
                  </a:cubicBezTo>
                  <a:cubicBezTo>
                    <a:pt x="57" y="12"/>
                    <a:pt x="58" y="13"/>
                    <a:pt x="58" y="14"/>
                  </a:cubicBezTo>
                  <a:cubicBezTo>
                    <a:pt x="58" y="15"/>
                    <a:pt x="58" y="18"/>
                    <a:pt x="59" y="19"/>
                  </a:cubicBezTo>
                  <a:cubicBezTo>
                    <a:pt x="59" y="21"/>
                    <a:pt x="60" y="24"/>
                    <a:pt x="61" y="25"/>
                  </a:cubicBezTo>
                  <a:cubicBezTo>
                    <a:pt x="62" y="26"/>
                    <a:pt x="65" y="27"/>
                    <a:pt x="67" y="27"/>
                  </a:cubicBezTo>
                  <a:cubicBezTo>
                    <a:pt x="69" y="27"/>
                    <a:pt x="71" y="25"/>
                    <a:pt x="73" y="24"/>
                  </a:cubicBezTo>
                  <a:cubicBezTo>
                    <a:pt x="74" y="24"/>
                    <a:pt x="75" y="23"/>
                    <a:pt x="76" y="23"/>
                  </a:cubicBezTo>
                  <a:cubicBezTo>
                    <a:pt x="77" y="23"/>
                    <a:pt x="80" y="23"/>
                    <a:pt x="80" y="23"/>
                  </a:cubicBezTo>
                  <a:cubicBezTo>
                    <a:pt x="81" y="22"/>
                    <a:pt x="80" y="20"/>
                    <a:pt x="80" y="19"/>
                  </a:cubicBezTo>
                  <a:cubicBezTo>
                    <a:pt x="81" y="18"/>
                    <a:pt x="82" y="15"/>
                    <a:pt x="82" y="14"/>
                  </a:cubicBezTo>
                  <a:cubicBezTo>
                    <a:pt x="83" y="13"/>
                    <a:pt x="85" y="10"/>
                    <a:pt x="87" y="9"/>
                  </a:cubicBezTo>
                  <a:cubicBezTo>
                    <a:pt x="88" y="8"/>
                    <a:pt x="91" y="8"/>
                    <a:pt x="92" y="8"/>
                  </a:cubicBezTo>
                  <a:cubicBezTo>
                    <a:pt x="93" y="8"/>
                    <a:pt x="96" y="9"/>
                    <a:pt x="97" y="9"/>
                  </a:cubicBezTo>
                  <a:cubicBezTo>
                    <a:pt x="98" y="9"/>
                    <a:pt x="99" y="8"/>
                    <a:pt x="99" y="7"/>
                  </a:cubicBezTo>
                  <a:cubicBezTo>
                    <a:pt x="100" y="6"/>
                    <a:pt x="99" y="4"/>
                    <a:pt x="99" y="4"/>
                  </a:cubicBezTo>
                  <a:cubicBezTo>
                    <a:pt x="100" y="2"/>
                    <a:pt x="102" y="0"/>
                    <a:pt x="103" y="0"/>
                  </a:cubicBezTo>
                  <a:cubicBezTo>
                    <a:pt x="104" y="0"/>
                    <a:pt x="104" y="2"/>
                    <a:pt x="104" y="3"/>
                  </a:cubicBezTo>
                  <a:cubicBezTo>
                    <a:pt x="104" y="5"/>
                    <a:pt x="104" y="7"/>
                    <a:pt x="104" y="9"/>
                  </a:cubicBezTo>
                  <a:cubicBezTo>
                    <a:pt x="104" y="10"/>
                    <a:pt x="103" y="14"/>
                    <a:pt x="102" y="16"/>
                  </a:cubicBezTo>
                  <a:cubicBezTo>
                    <a:pt x="101" y="18"/>
                    <a:pt x="98" y="21"/>
                    <a:pt x="96" y="22"/>
                  </a:cubicBezTo>
                  <a:cubicBezTo>
                    <a:pt x="95" y="24"/>
                    <a:pt x="93" y="26"/>
                    <a:pt x="92" y="27"/>
                  </a:cubicBezTo>
                  <a:cubicBezTo>
                    <a:pt x="91" y="29"/>
                    <a:pt x="90" y="32"/>
                    <a:pt x="90" y="34"/>
                  </a:cubicBezTo>
                  <a:cubicBezTo>
                    <a:pt x="89" y="35"/>
                    <a:pt x="89" y="37"/>
                    <a:pt x="89" y="38"/>
                  </a:cubicBezTo>
                  <a:cubicBezTo>
                    <a:pt x="88" y="39"/>
                    <a:pt x="86" y="40"/>
                    <a:pt x="85" y="41"/>
                  </a:cubicBezTo>
                  <a:cubicBezTo>
                    <a:pt x="85" y="41"/>
                    <a:pt x="83" y="41"/>
                    <a:pt x="83" y="41"/>
                  </a:cubicBezTo>
                  <a:cubicBezTo>
                    <a:pt x="82" y="42"/>
                    <a:pt x="82" y="46"/>
                    <a:pt x="81" y="48"/>
                  </a:cubicBezTo>
                  <a:cubicBezTo>
                    <a:pt x="81" y="49"/>
                    <a:pt x="79" y="51"/>
                    <a:pt x="79" y="52"/>
                  </a:cubicBezTo>
                  <a:cubicBezTo>
                    <a:pt x="78" y="53"/>
                    <a:pt x="77" y="55"/>
                    <a:pt x="77" y="57"/>
                  </a:cubicBezTo>
                  <a:cubicBezTo>
                    <a:pt x="78" y="58"/>
                    <a:pt x="79" y="60"/>
                    <a:pt x="80" y="61"/>
                  </a:cubicBezTo>
                  <a:cubicBezTo>
                    <a:pt x="80" y="62"/>
                    <a:pt x="82" y="63"/>
                    <a:pt x="83" y="63"/>
                  </a:cubicBezTo>
                  <a:cubicBezTo>
                    <a:pt x="83" y="64"/>
                    <a:pt x="84" y="66"/>
                    <a:pt x="84" y="68"/>
                  </a:cubicBezTo>
                  <a:cubicBezTo>
                    <a:pt x="84" y="69"/>
                    <a:pt x="84" y="72"/>
                    <a:pt x="83" y="74"/>
                  </a:cubicBezTo>
                  <a:cubicBezTo>
                    <a:pt x="83" y="75"/>
                    <a:pt x="82" y="76"/>
                    <a:pt x="81" y="76"/>
                  </a:cubicBezTo>
                  <a:cubicBezTo>
                    <a:pt x="81" y="77"/>
                    <a:pt x="81" y="79"/>
                    <a:pt x="81" y="79"/>
                  </a:cubicBezTo>
                  <a:cubicBezTo>
                    <a:pt x="82" y="80"/>
                    <a:pt x="84" y="82"/>
                    <a:pt x="85" y="83"/>
                  </a:cubicBezTo>
                  <a:cubicBezTo>
                    <a:pt x="85" y="83"/>
                    <a:pt x="85" y="85"/>
                    <a:pt x="85" y="86"/>
                  </a:cubicBezTo>
                  <a:cubicBezTo>
                    <a:pt x="85" y="86"/>
                    <a:pt x="84" y="87"/>
                    <a:pt x="84" y="87"/>
                  </a:cubicBezTo>
                  <a:cubicBezTo>
                    <a:pt x="83" y="86"/>
                    <a:pt x="82" y="85"/>
                    <a:pt x="81" y="84"/>
                  </a:cubicBezTo>
                  <a:cubicBezTo>
                    <a:pt x="80" y="83"/>
                    <a:pt x="78" y="82"/>
                    <a:pt x="78" y="81"/>
                  </a:cubicBezTo>
                  <a:cubicBezTo>
                    <a:pt x="76" y="80"/>
                    <a:pt x="74" y="77"/>
                    <a:pt x="73" y="76"/>
                  </a:cubicBezTo>
                  <a:cubicBezTo>
                    <a:pt x="72" y="76"/>
                    <a:pt x="71" y="75"/>
                    <a:pt x="70" y="74"/>
                  </a:cubicBezTo>
                  <a:cubicBezTo>
                    <a:pt x="69" y="74"/>
                    <a:pt x="67" y="72"/>
                    <a:pt x="66" y="71"/>
                  </a:cubicBezTo>
                  <a:cubicBezTo>
                    <a:pt x="65" y="70"/>
                    <a:pt x="62" y="69"/>
                    <a:pt x="61" y="68"/>
                  </a:cubicBezTo>
                  <a:cubicBezTo>
                    <a:pt x="60" y="67"/>
                    <a:pt x="58" y="64"/>
                    <a:pt x="58" y="63"/>
                  </a:cubicBezTo>
                  <a:cubicBezTo>
                    <a:pt x="58" y="62"/>
                    <a:pt x="58" y="59"/>
                    <a:pt x="58" y="58"/>
                  </a:cubicBezTo>
                  <a:cubicBezTo>
                    <a:pt x="58" y="57"/>
                    <a:pt x="59" y="56"/>
                    <a:pt x="60" y="56"/>
                  </a:cubicBezTo>
                  <a:cubicBezTo>
                    <a:pt x="60" y="54"/>
                    <a:pt x="61" y="51"/>
                    <a:pt x="61" y="50"/>
                  </a:cubicBezTo>
                  <a:cubicBezTo>
                    <a:pt x="61" y="49"/>
                    <a:pt x="60" y="46"/>
                    <a:pt x="60" y="45"/>
                  </a:cubicBezTo>
                  <a:cubicBezTo>
                    <a:pt x="61" y="44"/>
                    <a:pt x="63" y="44"/>
                    <a:pt x="63" y="43"/>
                  </a:cubicBezTo>
                  <a:cubicBezTo>
                    <a:pt x="63" y="42"/>
                    <a:pt x="61" y="41"/>
                    <a:pt x="61" y="41"/>
                  </a:cubicBezTo>
                  <a:cubicBezTo>
                    <a:pt x="60" y="40"/>
                    <a:pt x="58" y="41"/>
                    <a:pt x="57" y="41"/>
                  </a:cubicBezTo>
                  <a:cubicBezTo>
                    <a:pt x="57" y="40"/>
                    <a:pt x="56" y="40"/>
                    <a:pt x="55" y="40"/>
                  </a:cubicBezTo>
                  <a:cubicBezTo>
                    <a:pt x="54" y="39"/>
                    <a:pt x="52" y="40"/>
                    <a:pt x="51" y="40"/>
                  </a:cubicBezTo>
                  <a:cubicBezTo>
                    <a:pt x="50" y="41"/>
                    <a:pt x="47" y="43"/>
                    <a:pt x="46" y="45"/>
                  </a:cubicBezTo>
                  <a:cubicBezTo>
                    <a:pt x="45" y="46"/>
                    <a:pt x="46" y="51"/>
                    <a:pt x="45" y="52"/>
                  </a:cubicBezTo>
                  <a:cubicBezTo>
                    <a:pt x="45" y="53"/>
                    <a:pt x="43" y="55"/>
                    <a:pt x="42" y="56"/>
                  </a:cubicBezTo>
                  <a:cubicBezTo>
                    <a:pt x="41" y="57"/>
                    <a:pt x="39" y="58"/>
                    <a:pt x="39" y="59"/>
                  </a:cubicBezTo>
                  <a:cubicBezTo>
                    <a:pt x="38" y="59"/>
                    <a:pt x="36" y="61"/>
                    <a:pt x="36" y="62"/>
                  </a:cubicBezTo>
                  <a:cubicBezTo>
                    <a:pt x="37" y="63"/>
                    <a:pt x="38" y="65"/>
                    <a:pt x="39" y="65"/>
                  </a:cubicBezTo>
                  <a:cubicBezTo>
                    <a:pt x="40" y="65"/>
                    <a:pt x="43" y="63"/>
                    <a:pt x="44" y="63"/>
                  </a:cubicBezTo>
                  <a:cubicBezTo>
                    <a:pt x="44" y="64"/>
                    <a:pt x="45" y="65"/>
                    <a:pt x="45" y="66"/>
                  </a:cubicBezTo>
                  <a:cubicBezTo>
                    <a:pt x="46" y="67"/>
                    <a:pt x="47" y="69"/>
                    <a:pt x="47" y="70"/>
                  </a:cubicBezTo>
                  <a:cubicBezTo>
                    <a:pt x="47" y="71"/>
                    <a:pt x="47" y="73"/>
                    <a:pt x="47" y="74"/>
                  </a:cubicBezTo>
                  <a:cubicBezTo>
                    <a:pt x="46" y="75"/>
                    <a:pt x="44" y="77"/>
                    <a:pt x="43" y="78"/>
                  </a:cubicBezTo>
                  <a:cubicBezTo>
                    <a:pt x="42" y="78"/>
                    <a:pt x="40" y="78"/>
                    <a:pt x="39" y="78"/>
                  </a:cubicBezTo>
                  <a:cubicBezTo>
                    <a:pt x="38" y="77"/>
                    <a:pt x="36" y="76"/>
                    <a:pt x="35" y="76"/>
                  </a:cubicBezTo>
                  <a:cubicBezTo>
                    <a:pt x="35" y="75"/>
                    <a:pt x="33" y="76"/>
                    <a:pt x="32" y="76"/>
                  </a:cubicBezTo>
                  <a:cubicBezTo>
                    <a:pt x="31" y="76"/>
                    <a:pt x="29" y="75"/>
                    <a:pt x="28" y="75"/>
                  </a:cubicBezTo>
                  <a:close/>
                </a:path>
              </a:pathLst>
            </a:custGeom>
            <a:grpFill/>
            <a:ln w="1" cap="flat">
              <a:solidFill>
                <a:schemeClr val="bg1">
                  <a:lumMod val="6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aphicFrame>
        <p:nvGraphicFramePr>
          <p:cNvPr id="361" name="Chart 360"/>
          <p:cNvGraphicFramePr/>
          <p:nvPr/>
        </p:nvGraphicFramePr>
        <p:xfrm>
          <a:off x="4342105" y="2237881"/>
          <a:ext cx="1057766" cy="111955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62" name="Chart 361"/>
          <p:cNvGraphicFramePr/>
          <p:nvPr/>
        </p:nvGraphicFramePr>
        <p:xfrm>
          <a:off x="4342105" y="3252505"/>
          <a:ext cx="1057766" cy="11195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63" name="Chart 362"/>
          <p:cNvGraphicFramePr/>
          <p:nvPr/>
        </p:nvGraphicFramePr>
        <p:xfrm>
          <a:off x="4342105" y="4267130"/>
          <a:ext cx="1057766" cy="11195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64" name="Chart 363"/>
          <p:cNvGraphicFramePr/>
          <p:nvPr/>
        </p:nvGraphicFramePr>
        <p:xfrm>
          <a:off x="812986" y="4954834"/>
          <a:ext cx="1057766" cy="111955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65" name="Chart 364"/>
          <p:cNvGraphicFramePr/>
          <p:nvPr/>
        </p:nvGraphicFramePr>
        <p:xfrm>
          <a:off x="775029" y="2188043"/>
          <a:ext cx="1057766" cy="1119558"/>
        </p:xfrm>
        <a:graphic>
          <a:graphicData uri="http://schemas.openxmlformats.org/drawingml/2006/chart">
            <c:chart xmlns:c="http://schemas.openxmlformats.org/drawingml/2006/chart" xmlns:r="http://schemas.openxmlformats.org/officeDocument/2006/relationships" r:id="rId6"/>
          </a:graphicData>
        </a:graphic>
      </p:graphicFrame>
      <p:sp>
        <p:nvSpPr>
          <p:cNvPr id="366" name="Oval 365"/>
          <p:cNvSpPr/>
          <p:nvPr/>
        </p:nvSpPr>
        <p:spPr>
          <a:xfrm>
            <a:off x="1897194" y="3713102"/>
            <a:ext cx="618935" cy="618935"/>
          </a:xfrm>
          <a:prstGeom prst="ellipse">
            <a:avLst/>
          </a:prstGeom>
          <a:solidFill>
            <a:schemeClr val="accent3">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7" name="Oval 366"/>
          <p:cNvSpPr/>
          <p:nvPr/>
        </p:nvSpPr>
        <p:spPr>
          <a:xfrm>
            <a:off x="1632083" y="4393226"/>
            <a:ext cx="342561" cy="342561"/>
          </a:xfrm>
          <a:prstGeom prst="ellipse">
            <a:avLst/>
          </a:prstGeom>
          <a:solidFill>
            <a:schemeClr val="accent5">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8" name="Oval 367"/>
          <p:cNvSpPr/>
          <p:nvPr/>
        </p:nvSpPr>
        <p:spPr>
          <a:xfrm flipH="1">
            <a:off x="2361919" y="4576322"/>
            <a:ext cx="231314" cy="231312"/>
          </a:xfrm>
          <a:prstGeom prst="ellipse">
            <a:avLst/>
          </a:prstGeom>
          <a:solidFill>
            <a:schemeClr val="accent2">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9" name="Oval 368"/>
          <p:cNvSpPr/>
          <p:nvPr/>
        </p:nvSpPr>
        <p:spPr>
          <a:xfrm>
            <a:off x="1713597" y="3049152"/>
            <a:ext cx="453809" cy="453809"/>
          </a:xfrm>
          <a:prstGeom prst="ellipse">
            <a:avLst/>
          </a:prstGeom>
          <a:solidFill>
            <a:schemeClr val="accent1">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0" name="Oval 369"/>
          <p:cNvSpPr/>
          <p:nvPr/>
        </p:nvSpPr>
        <p:spPr>
          <a:xfrm>
            <a:off x="2786989" y="4138164"/>
            <a:ext cx="342561" cy="342561"/>
          </a:xfrm>
          <a:prstGeom prst="ellipse">
            <a:avLst/>
          </a:prstGeom>
          <a:solidFill>
            <a:schemeClr val="accent4">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71" name="Elbow Connector 370"/>
          <p:cNvCxnSpPr>
            <a:stCxn id="369" idx="6"/>
          </p:cNvCxnSpPr>
          <p:nvPr/>
        </p:nvCxnSpPr>
        <p:spPr>
          <a:xfrm flipV="1">
            <a:off x="2167406" y="2773126"/>
            <a:ext cx="2334164" cy="502931"/>
          </a:xfrm>
          <a:prstGeom prst="bentConnector3">
            <a:avLst>
              <a:gd name="adj1" fmla="val 50000"/>
            </a:avLst>
          </a:prstGeom>
          <a:ln w="19050">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2" name="Elbow Connector 371"/>
          <p:cNvCxnSpPr>
            <a:stCxn id="366" idx="6"/>
          </p:cNvCxnSpPr>
          <p:nvPr/>
        </p:nvCxnSpPr>
        <p:spPr>
          <a:xfrm>
            <a:off x="2516129" y="4022570"/>
            <a:ext cx="1932870" cy="785064"/>
          </a:xfrm>
          <a:prstGeom prst="bentConnector3">
            <a:avLst>
              <a:gd name="adj1" fmla="val 50000"/>
            </a:avLst>
          </a:prstGeom>
          <a:ln w="19050">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3" name="Shape 372"/>
          <p:cNvCxnSpPr>
            <a:stCxn id="370" idx="4"/>
          </p:cNvCxnSpPr>
          <p:nvPr/>
        </p:nvCxnSpPr>
        <p:spPr>
          <a:xfrm rot="5400000">
            <a:off x="1809737" y="4384586"/>
            <a:ext cx="1052394" cy="1244673"/>
          </a:xfrm>
          <a:prstGeom prst="bentConnector2">
            <a:avLst/>
          </a:prstGeom>
          <a:ln w="19050">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4" name="Shape 373"/>
          <p:cNvCxnSpPr>
            <a:stCxn id="367" idx="2"/>
          </p:cNvCxnSpPr>
          <p:nvPr/>
        </p:nvCxnSpPr>
        <p:spPr>
          <a:xfrm rot="10800000">
            <a:off x="1319257" y="3137621"/>
            <a:ext cx="312827" cy="1426886"/>
          </a:xfrm>
          <a:prstGeom prst="bentConnector2">
            <a:avLst/>
          </a:prstGeom>
          <a:ln w="19050">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5" name="Elbow Connector 374"/>
          <p:cNvCxnSpPr>
            <a:stCxn id="368" idx="2"/>
          </p:cNvCxnSpPr>
          <p:nvPr/>
        </p:nvCxnSpPr>
        <p:spPr>
          <a:xfrm flipV="1">
            <a:off x="2593233" y="3831560"/>
            <a:ext cx="1908337" cy="860418"/>
          </a:xfrm>
          <a:prstGeom prst="bentConnector3">
            <a:avLst>
              <a:gd name="adj1" fmla="val 66850"/>
            </a:avLst>
          </a:prstGeom>
          <a:ln w="19050">
            <a:solidFill>
              <a:schemeClr val="bg1">
                <a:lumMod val="6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6" name="Footer Text"/>
          <p:cNvSpPr txBox="1"/>
          <p:nvPr/>
        </p:nvSpPr>
        <p:spPr>
          <a:xfrm>
            <a:off x="5898836" y="2510209"/>
            <a:ext cx="2525952" cy="523220"/>
          </a:xfrm>
          <a:prstGeom prst="rect">
            <a:avLst/>
          </a:prstGeom>
          <a:noFill/>
        </p:spPr>
        <p:txBody>
          <a:bodyPr wrap="square" lIns="0" tIns="0" rIns="0" bIns="0" rtlCol="0">
            <a:spAutoFit/>
          </a:bodyPr>
          <a:lstStyle/>
          <a:p>
            <a:r>
              <a:rPr lang="en-US" sz="1400" b="1" dirty="0">
                <a:solidFill>
                  <a:schemeClr val="tx2">
                    <a:lumMod val="50000"/>
                    <a:lumOff val="50000"/>
                  </a:schemeClr>
                </a:solidFill>
              </a:rPr>
              <a:t>Title Goes Here</a:t>
            </a:r>
            <a:br>
              <a:rPr lang="en-US" sz="1000" dirty="0">
                <a:solidFill>
                  <a:schemeClr val="tx1">
                    <a:lumMod val="50000"/>
                    <a:lumOff val="50000"/>
                  </a:schemeClr>
                </a:solidFill>
              </a:rPr>
            </a:br>
            <a:r>
              <a:rPr lang="en-US" sz="1000" dirty="0">
                <a:solidFill>
                  <a:schemeClr val="tx1">
                    <a:lumMod val="50000"/>
                    <a:lumOff val="50000"/>
                  </a:schemeClr>
                </a:solidFill>
              </a:rPr>
              <a:t>of lorem ipsum available, but the majority have suffered alteration in some form, by injected</a:t>
            </a:r>
          </a:p>
        </p:txBody>
      </p:sp>
      <p:sp>
        <p:nvSpPr>
          <p:cNvPr id="377" name="Freeform 46"/>
          <p:cNvSpPr>
            <a:spLocks noEditPoints="1"/>
          </p:cNvSpPr>
          <p:nvPr/>
        </p:nvSpPr>
        <p:spPr bwMode="auto">
          <a:xfrm>
            <a:off x="5867400" y="3198039"/>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8" name="Text Placeholder 3"/>
          <p:cNvSpPr txBox="1">
            <a:spLocks/>
          </p:cNvSpPr>
          <p:nvPr/>
        </p:nvSpPr>
        <p:spPr>
          <a:xfrm>
            <a:off x="6234444" y="3102172"/>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1"/>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79" name="Freeform 46"/>
          <p:cNvSpPr>
            <a:spLocks noEditPoints="1"/>
          </p:cNvSpPr>
          <p:nvPr/>
        </p:nvSpPr>
        <p:spPr bwMode="auto">
          <a:xfrm>
            <a:off x="5867400" y="3735418"/>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0" name="Text Placeholder 3"/>
          <p:cNvSpPr txBox="1">
            <a:spLocks/>
          </p:cNvSpPr>
          <p:nvPr/>
        </p:nvSpPr>
        <p:spPr>
          <a:xfrm>
            <a:off x="6234444" y="3639551"/>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2"/>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81" name="Freeform 46"/>
          <p:cNvSpPr>
            <a:spLocks noEditPoints="1"/>
          </p:cNvSpPr>
          <p:nvPr/>
        </p:nvSpPr>
        <p:spPr bwMode="auto">
          <a:xfrm>
            <a:off x="5867400" y="4268818"/>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2" name="Text Placeholder 3"/>
          <p:cNvSpPr txBox="1">
            <a:spLocks/>
          </p:cNvSpPr>
          <p:nvPr/>
        </p:nvSpPr>
        <p:spPr>
          <a:xfrm>
            <a:off x="6234444" y="4172951"/>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3"/>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83" name="Freeform 46"/>
          <p:cNvSpPr>
            <a:spLocks noEditPoints="1"/>
          </p:cNvSpPr>
          <p:nvPr/>
        </p:nvSpPr>
        <p:spPr bwMode="auto">
          <a:xfrm>
            <a:off x="5867400" y="4802218"/>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4" name="Text Placeholder 3"/>
          <p:cNvSpPr txBox="1">
            <a:spLocks/>
          </p:cNvSpPr>
          <p:nvPr/>
        </p:nvSpPr>
        <p:spPr>
          <a:xfrm>
            <a:off x="6234444" y="4706351"/>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4"/>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
        <p:nvSpPr>
          <p:cNvPr id="385" name="Freeform 46"/>
          <p:cNvSpPr>
            <a:spLocks noEditPoints="1"/>
          </p:cNvSpPr>
          <p:nvPr/>
        </p:nvSpPr>
        <p:spPr bwMode="auto">
          <a:xfrm>
            <a:off x="5867400" y="5335618"/>
            <a:ext cx="285323" cy="285321"/>
          </a:xfrm>
          <a:custGeom>
            <a:avLst/>
            <a:gdLst/>
            <a:ahLst/>
            <a:cxnLst>
              <a:cxn ang="0">
                <a:pos x="55" y="44"/>
              </a:cxn>
              <a:cxn ang="0">
                <a:pos x="44" y="55"/>
              </a:cxn>
              <a:cxn ang="0">
                <a:pos x="10" y="55"/>
              </a:cxn>
              <a:cxn ang="0">
                <a:pos x="0" y="44"/>
              </a:cxn>
              <a:cxn ang="0">
                <a:pos x="0" y="10"/>
              </a:cxn>
              <a:cxn ang="0">
                <a:pos x="10" y="0"/>
              </a:cxn>
              <a:cxn ang="0">
                <a:pos x="44" y="0"/>
              </a:cxn>
              <a:cxn ang="0">
                <a:pos x="55" y="10"/>
              </a:cxn>
              <a:cxn ang="0">
                <a:pos x="55" y="44"/>
              </a:cxn>
              <a:cxn ang="0">
                <a:pos x="46" y="20"/>
              </a:cxn>
              <a:cxn ang="0">
                <a:pos x="46" y="17"/>
              </a:cxn>
              <a:cxn ang="0">
                <a:pos x="42" y="13"/>
              </a:cxn>
              <a:cxn ang="0">
                <a:pos x="39" y="13"/>
              </a:cxn>
              <a:cxn ang="0">
                <a:pos x="23" y="30"/>
              </a:cxn>
              <a:cxn ang="0">
                <a:pos x="15" y="22"/>
              </a:cxn>
              <a:cxn ang="0">
                <a:pos x="12" y="22"/>
              </a:cxn>
              <a:cxn ang="0">
                <a:pos x="8" y="26"/>
              </a:cxn>
              <a:cxn ang="0">
                <a:pos x="8" y="29"/>
              </a:cxn>
              <a:cxn ang="0">
                <a:pos x="21" y="42"/>
              </a:cxn>
              <a:cxn ang="0">
                <a:pos x="24" y="42"/>
              </a:cxn>
              <a:cxn ang="0">
                <a:pos x="46" y="20"/>
              </a:cxn>
            </a:cxnLst>
            <a:rect l="0" t="0" r="r" b="b"/>
            <a:pathLst>
              <a:path w="55" h="55">
                <a:moveTo>
                  <a:pt x="55" y="44"/>
                </a:moveTo>
                <a:cubicBezTo>
                  <a:pt x="55" y="50"/>
                  <a:pt x="50" y="55"/>
                  <a:pt x="44" y="55"/>
                </a:cubicBezTo>
                <a:cubicBezTo>
                  <a:pt x="10" y="55"/>
                  <a:pt x="10" y="55"/>
                  <a:pt x="10" y="55"/>
                </a:cubicBezTo>
                <a:cubicBezTo>
                  <a:pt x="4" y="55"/>
                  <a:pt x="0" y="50"/>
                  <a:pt x="0" y="44"/>
                </a:cubicBezTo>
                <a:cubicBezTo>
                  <a:pt x="0" y="10"/>
                  <a:pt x="0" y="10"/>
                  <a:pt x="0" y="10"/>
                </a:cubicBezTo>
                <a:cubicBezTo>
                  <a:pt x="0" y="5"/>
                  <a:pt x="4" y="0"/>
                  <a:pt x="10" y="0"/>
                </a:cubicBezTo>
                <a:cubicBezTo>
                  <a:pt x="44" y="0"/>
                  <a:pt x="44" y="0"/>
                  <a:pt x="44" y="0"/>
                </a:cubicBezTo>
                <a:cubicBezTo>
                  <a:pt x="50" y="0"/>
                  <a:pt x="55" y="5"/>
                  <a:pt x="55" y="10"/>
                </a:cubicBezTo>
                <a:lnTo>
                  <a:pt x="55" y="44"/>
                </a:lnTo>
                <a:close/>
                <a:moveTo>
                  <a:pt x="46" y="20"/>
                </a:moveTo>
                <a:cubicBezTo>
                  <a:pt x="47" y="19"/>
                  <a:pt x="47" y="17"/>
                  <a:pt x="46" y="17"/>
                </a:cubicBezTo>
                <a:cubicBezTo>
                  <a:pt x="42" y="13"/>
                  <a:pt x="42" y="13"/>
                  <a:pt x="42" y="13"/>
                </a:cubicBezTo>
                <a:cubicBezTo>
                  <a:pt x="42" y="12"/>
                  <a:pt x="40" y="12"/>
                  <a:pt x="39" y="13"/>
                </a:cubicBezTo>
                <a:cubicBezTo>
                  <a:pt x="23" y="30"/>
                  <a:pt x="23" y="30"/>
                  <a:pt x="23" y="30"/>
                </a:cubicBezTo>
                <a:cubicBezTo>
                  <a:pt x="15" y="22"/>
                  <a:pt x="15" y="22"/>
                  <a:pt x="15" y="22"/>
                </a:cubicBezTo>
                <a:cubicBezTo>
                  <a:pt x="14" y="21"/>
                  <a:pt x="13" y="21"/>
                  <a:pt x="12" y="22"/>
                </a:cubicBezTo>
                <a:cubicBezTo>
                  <a:pt x="8" y="26"/>
                  <a:pt x="8" y="26"/>
                  <a:pt x="8" y="26"/>
                </a:cubicBezTo>
                <a:cubicBezTo>
                  <a:pt x="7" y="27"/>
                  <a:pt x="7" y="28"/>
                  <a:pt x="8" y="29"/>
                </a:cubicBezTo>
                <a:cubicBezTo>
                  <a:pt x="21" y="42"/>
                  <a:pt x="21" y="42"/>
                  <a:pt x="21" y="42"/>
                </a:cubicBezTo>
                <a:cubicBezTo>
                  <a:pt x="22" y="43"/>
                  <a:pt x="23" y="43"/>
                  <a:pt x="24" y="42"/>
                </a:cubicBezTo>
                <a:lnTo>
                  <a:pt x="46" y="2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6" name="Text Placeholder 3"/>
          <p:cNvSpPr txBox="1">
            <a:spLocks/>
          </p:cNvSpPr>
          <p:nvPr/>
        </p:nvSpPr>
        <p:spPr>
          <a:xfrm>
            <a:off x="6234444" y="5239751"/>
            <a:ext cx="2142719" cy="47705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defTabSz="914400">
              <a:spcBef>
                <a:spcPct val="20000"/>
              </a:spcBef>
              <a:defRPr/>
            </a:pPr>
            <a:r>
              <a:rPr lang="en-US" sz="1100" b="1" dirty="0">
                <a:solidFill>
                  <a:schemeClr val="accent5"/>
                </a:solidFill>
              </a:rPr>
              <a:t>Title Goes Here</a:t>
            </a:r>
            <a:br>
              <a:rPr lang="en-US" sz="1000" b="1" dirty="0">
                <a:solidFill>
                  <a:schemeClr val="accent1"/>
                </a:solidFill>
              </a:rPr>
            </a:br>
            <a:r>
              <a:rPr lang="en-US" sz="1000" dirty="0">
                <a:solidFill>
                  <a:schemeClr val="tx1">
                    <a:lumMod val="50000"/>
                    <a:lumOff val="50000"/>
                  </a:schemeClr>
                </a:solidFill>
                <a:cs typeface="+mj-cs"/>
              </a:rPr>
              <a:t>There are many variations of passages but the majority have  suffered alteration</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182"/>
                                        </p:tgtEl>
                                        <p:attrNameLst>
                                          <p:attrName>style.visibility</p:attrName>
                                        </p:attrNameLst>
                                      </p:cBhvr>
                                      <p:to>
                                        <p:strVal val="visible"/>
                                      </p:to>
                                    </p:set>
                                    <p:anim calcmode="lin" valueType="num">
                                      <p:cBhvr>
                                        <p:cTn id="7" dur="500" fill="hold"/>
                                        <p:tgtEl>
                                          <p:spTgt spid="182"/>
                                        </p:tgtEl>
                                        <p:attrNameLst>
                                          <p:attrName>ppt_w</p:attrName>
                                        </p:attrNameLst>
                                      </p:cBhvr>
                                      <p:tavLst>
                                        <p:tav tm="0">
                                          <p:val>
                                            <p:fltVal val="0"/>
                                          </p:val>
                                        </p:tav>
                                        <p:tav tm="100000">
                                          <p:val>
                                            <p:strVal val="#ppt_w"/>
                                          </p:val>
                                        </p:tav>
                                      </p:tavLst>
                                    </p:anim>
                                    <p:anim calcmode="lin" valueType="num">
                                      <p:cBhvr>
                                        <p:cTn id="8" dur="500" fill="hold"/>
                                        <p:tgtEl>
                                          <p:spTgt spid="182"/>
                                        </p:tgtEl>
                                        <p:attrNameLst>
                                          <p:attrName>ppt_h</p:attrName>
                                        </p:attrNameLst>
                                      </p:cBhvr>
                                      <p:tavLst>
                                        <p:tav tm="0">
                                          <p:val>
                                            <p:fltVal val="0"/>
                                          </p:val>
                                        </p:tav>
                                        <p:tav tm="100000">
                                          <p:val>
                                            <p:strVal val="#ppt_h"/>
                                          </p:val>
                                        </p:tav>
                                      </p:tavLst>
                                    </p:anim>
                                    <p:animEffect transition="in" filter="fade">
                                      <p:cBhvr>
                                        <p:cTn id="9" dur="500"/>
                                        <p:tgtEl>
                                          <p:spTgt spid="182"/>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369"/>
                                        </p:tgtEl>
                                        <p:attrNameLst>
                                          <p:attrName>style.visibility</p:attrName>
                                        </p:attrNameLst>
                                      </p:cBhvr>
                                      <p:to>
                                        <p:strVal val="visible"/>
                                      </p:to>
                                    </p:set>
                                    <p:anim calcmode="lin" valueType="num">
                                      <p:cBhvr>
                                        <p:cTn id="13" dur="500" fill="hold"/>
                                        <p:tgtEl>
                                          <p:spTgt spid="369"/>
                                        </p:tgtEl>
                                        <p:attrNameLst>
                                          <p:attrName>ppt_w</p:attrName>
                                        </p:attrNameLst>
                                      </p:cBhvr>
                                      <p:tavLst>
                                        <p:tav tm="0">
                                          <p:val>
                                            <p:fltVal val="0"/>
                                          </p:val>
                                        </p:tav>
                                        <p:tav tm="100000">
                                          <p:val>
                                            <p:strVal val="#ppt_w"/>
                                          </p:val>
                                        </p:tav>
                                      </p:tavLst>
                                    </p:anim>
                                    <p:anim calcmode="lin" valueType="num">
                                      <p:cBhvr>
                                        <p:cTn id="14" dur="500" fill="hold"/>
                                        <p:tgtEl>
                                          <p:spTgt spid="369"/>
                                        </p:tgtEl>
                                        <p:attrNameLst>
                                          <p:attrName>ppt_h</p:attrName>
                                        </p:attrNameLst>
                                      </p:cBhvr>
                                      <p:tavLst>
                                        <p:tav tm="0">
                                          <p:val>
                                            <p:fltVal val="0"/>
                                          </p:val>
                                        </p:tav>
                                        <p:tav tm="100000">
                                          <p:val>
                                            <p:strVal val="#ppt_h"/>
                                          </p:val>
                                        </p:tav>
                                      </p:tavLst>
                                    </p:anim>
                                    <p:animEffect transition="in" filter="fade">
                                      <p:cBhvr>
                                        <p:cTn id="15" dur="500"/>
                                        <p:tgtEl>
                                          <p:spTgt spid="369"/>
                                        </p:tgtEl>
                                      </p:cBhvr>
                                    </p:animEffect>
                                  </p:childTnLst>
                                </p:cTn>
                              </p:par>
                            </p:childTnLst>
                          </p:cTn>
                        </p:par>
                        <p:par>
                          <p:cTn id="16" fill="hold">
                            <p:stCondLst>
                              <p:cond delay="1000"/>
                            </p:stCondLst>
                            <p:childTnLst>
                              <p:par>
                                <p:cTn id="17" presetID="18" presetClass="entr" presetSubtype="3" fill="hold" nodeType="afterEffect">
                                  <p:stCondLst>
                                    <p:cond delay="0"/>
                                  </p:stCondLst>
                                  <p:childTnLst>
                                    <p:set>
                                      <p:cBhvr>
                                        <p:cTn id="18" dur="1" fill="hold">
                                          <p:stCondLst>
                                            <p:cond delay="0"/>
                                          </p:stCondLst>
                                        </p:cTn>
                                        <p:tgtEl>
                                          <p:spTgt spid="371"/>
                                        </p:tgtEl>
                                        <p:attrNameLst>
                                          <p:attrName>style.visibility</p:attrName>
                                        </p:attrNameLst>
                                      </p:cBhvr>
                                      <p:to>
                                        <p:strVal val="visible"/>
                                      </p:to>
                                    </p:set>
                                    <p:animEffect transition="in" filter="strips(upRight)">
                                      <p:cBhvr>
                                        <p:cTn id="19" dur="500"/>
                                        <p:tgtEl>
                                          <p:spTgt spid="371"/>
                                        </p:tgtEl>
                                      </p:cBhvr>
                                    </p:animEffect>
                                  </p:childTnLst>
                                </p:cTn>
                              </p:par>
                              <p:par>
                                <p:cTn id="20" presetID="20" presetClass="entr" presetSubtype="0" fill="hold" grpId="0" nodeType="withEffect">
                                  <p:stCondLst>
                                    <p:cond delay="0"/>
                                  </p:stCondLst>
                                  <p:childTnLst>
                                    <p:set>
                                      <p:cBhvr>
                                        <p:cTn id="21" dur="1" fill="hold">
                                          <p:stCondLst>
                                            <p:cond delay="0"/>
                                          </p:stCondLst>
                                        </p:cTn>
                                        <p:tgtEl>
                                          <p:spTgt spid="361"/>
                                        </p:tgtEl>
                                        <p:attrNameLst>
                                          <p:attrName>style.visibility</p:attrName>
                                        </p:attrNameLst>
                                      </p:cBhvr>
                                      <p:to>
                                        <p:strVal val="visible"/>
                                      </p:to>
                                    </p:set>
                                    <p:animEffect transition="in" filter="wedge">
                                      <p:cBhvr>
                                        <p:cTn id="22" dur="1000"/>
                                        <p:tgtEl>
                                          <p:spTgt spid="361"/>
                                        </p:tgtEl>
                                      </p:cBhvr>
                                    </p:animEffect>
                                  </p:childTnLst>
                                </p:cTn>
                              </p:par>
                            </p:childTnLst>
                          </p:cTn>
                        </p:par>
                        <p:par>
                          <p:cTn id="23" fill="hold">
                            <p:stCondLst>
                              <p:cond delay="2000"/>
                            </p:stCondLst>
                            <p:childTnLst>
                              <p:par>
                                <p:cTn id="24" presetID="53" presetClass="entr" presetSubtype="0" fill="hold" grpId="0" nodeType="afterEffect">
                                  <p:stCondLst>
                                    <p:cond delay="0"/>
                                  </p:stCondLst>
                                  <p:childTnLst>
                                    <p:set>
                                      <p:cBhvr>
                                        <p:cTn id="25" dur="1" fill="hold">
                                          <p:stCondLst>
                                            <p:cond delay="0"/>
                                          </p:stCondLst>
                                        </p:cTn>
                                        <p:tgtEl>
                                          <p:spTgt spid="368"/>
                                        </p:tgtEl>
                                        <p:attrNameLst>
                                          <p:attrName>style.visibility</p:attrName>
                                        </p:attrNameLst>
                                      </p:cBhvr>
                                      <p:to>
                                        <p:strVal val="visible"/>
                                      </p:to>
                                    </p:set>
                                    <p:anim calcmode="lin" valueType="num">
                                      <p:cBhvr>
                                        <p:cTn id="26" dur="500" fill="hold"/>
                                        <p:tgtEl>
                                          <p:spTgt spid="368"/>
                                        </p:tgtEl>
                                        <p:attrNameLst>
                                          <p:attrName>ppt_w</p:attrName>
                                        </p:attrNameLst>
                                      </p:cBhvr>
                                      <p:tavLst>
                                        <p:tav tm="0">
                                          <p:val>
                                            <p:fltVal val="0"/>
                                          </p:val>
                                        </p:tav>
                                        <p:tav tm="100000">
                                          <p:val>
                                            <p:strVal val="#ppt_w"/>
                                          </p:val>
                                        </p:tav>
                                      </p:tavLst>
                                    </p:anim>
                                    <p:anim calcmode="lin" valueType="num">
                                      <p:cBhvr>
                                        <p:cTn id="27" dur="500" fill="hold"/>
                                        <p:tgtEl>
                                          <p:spTgt spid="368"/>
                                        </p:tgtEl>
                                        <p:attrNameLst>
                                          <p:attrName>ppt_h</p:attrName>
                                        </p:attrNameLst>
                                      </p:cBhvr>
                                      <p:tavLst>
                                        <p:tav tm="0">
                                          <p:val>
                                            <p:fltVal val="0"/>
                                          </p:val>
                                        </p:tav>
                                        <p:tav tm="100000">
                                          <p:val>
                                            <p:strVal val="#ppt_h"/>
                                          </p:val>
                                        </p:tav>
                                      </p:tavLst>
                                    </p:anim>
                                    <p:animEffect transition="in" filter="fade">
                                      <p:cBhvr>
                                        <p:cTn id="28" dur="500"/>
                                        <p:tgtEl>
                                          <p:spTgt spid="368"/>
                                        </p:tgtEl>
                                      </p:cBhvr>
                                    </p:animEffect>
                                  </p:childTnLst>
                                </p:cTn>
                              </p:par>
                            </p:childTnLst>
                          </p:cTn>
                        </p:par>
                        <p:par>
                          <p:cTn id="29" fill="hold">
                            <p:stCondLst>
                              <p:cond delay="2500"/>
                            </p:stCondLst>
                            <p:childTnLst>
                              <p:par>
                                <p:cTn id="30" presetID="18" presetClass="entr" presetSubtype="3" fill="hold" nodeType="afterEffect">
                                  <p:stCondLst>
                                    <p:cond delay="0"/>
                                  </p:stCondLst>
                                  <p:childTnLst>
                                    <p:set>
                                      <p:cBhvr>
                                        <p:cTn id="31" dur="1" fill="hold">
                                          <p:stCondLst>
                                            <p:cond delay="0"/>
                                          </p:stCondLst>
                                        </p:cTn>
                                        <p:tgtEl>
                                          <p:spTgt spid="375"/>
                                        </p:tgtEl>
                                        <p:attrNameLst>
                                          <p:attrName>style.visibility</p:attrName>
                                        </p:attrNameLst>
                                      </p:cBhvr>
                                      <p:to>
                                        <p:strVal val="visible"/>
                                      </p:to>
                                    </p:set>
                                    <p:animEffect transition="in" filter="strips(upRight)">
                                      <p:cBhvr>
                                        <p:cTn id="32" dur="500"/>
                                        <p:tgtEl>
                                          <p:spTgt spid="375"/>
                                        </p:tgtEl>
                                      </p:cBhvr>
                                    </p:animEffect>
                                  </p:childTnLst>
                                </p:cTn>
                              </p:par>
                              <p:par>
                                <p:cTn id="33" presetID="20" presetClass="entr" presetSubtype="0" fill="hold" grpId="0" nodeType="withEffect">
                                  <p:stCondLst>
                                    <p:cond delay="0"/>
                                  </p:stCondLst>
                                  <p:childTnLst>
                                    <p:set>
                                      <p:cBhvr>
                                        <p:cTn id="34" dur="1" fill="hold">
                                          <p:stCondLst>
                                            <p:cond delay="0"/>
                                          </p:stCondLst>
                                        </p:cTn>
                                        <p:tgtEl>
                                          <p:spTgt spid="362"/>
                                        </p:tgtEl>
                                        <p:attrNameLst>
                                          <p:attrName>style.visibility</p:attrName>
                                        </p:attrNameLst>
                                      </p:cBhvr>
                                      <p:to>
                                        <p:strVal val="visible"/>
                                      </p:to>
                                    </p:set>
                                    <p:animEffect transition="in" filter="wedge">
                                      <p:cBhvr>
                                        <p:cTn id="35" dur="1000"/>
                                        <p:tgtEl>
                                          <p:spTgt spid="362"/>
                                        </p:tgtEl>
                                      </p:cBhvr>
                                    </p:animEffect>
                                  </p:childTnLst>
                                </p:cTn>
                              </p:par>
                            </p:childTnLst>
                          </p:cTn>
                        </p:par>
                        <p:par>
                          <p:cTn id="36" fill="hold">
                            <p:stCondLst>
                              <p:cond delay="3500"/>
                            </p:stCondLst>
                            <p:childTnLst>
                              <p:par>
                                <p:cTn id="37" presetID="53" presetClass="entr" presetSubtype="0" fill="hold" grpId="0" nodeType="afterEffect">
                                  <p:stCondLst>
                                    <p:cond delay="0"/>
                                  </p:stCondLst>
                                  <p:childTnLst>
                                    <p:set>
                                      <p:cBhvr>
                                        <p:cTn id="38" dur="1" fill="hold">
                                          <p:stCondLst>
                                            <p:cond delay="0"/>
                                          </p:stCondLst>
                                        </p:cTn>
                                        <p:tgtEl>
                                          <p:spTgt spid="366"/>
                                        </p:tgtEl>
                                        <p:attrNameLst>
                                          <p:attrName>style.visibility</p:attrName>
                                        </p:attrNameLst>
                                      </p:cBhvr>
                                      <p:to>
                                        <p:strVal val="visible"/>
                                      </p:to>
                                    </p:set>
                                    <p:anim calcmode="lin" valueType="num">
                                      <p:cBhvr>
                                        <p:cTn id="39" dur="500" fill="hold"/>
                                        <p:tgtEl>
                                          <p:spTgt spid="366"/>
                                        </p:tgtEl>
                                        <p:attrNameLst>
                                          <p:attrName>ppt_w</p:attrName>
                                        </p:attrNameLst>
                                      </p:cBhvr>
                                      <p:tavLst>
                                        <p:tav tm="0">
                                          <p:val>
                                            <p:fltVal val="0"/>
                                          </p:val>
                                        </p:tav>
                                        <p:tav tm="100000">
                                          <p:val>
                                            <p:strVal val="#ppt_w"/>
                                          </p:val>
                                        </p:tav>
                                      </p:tavLst>
                                    </p:anim>
                                    <p:anim calcmode="lin" valueType="num">
                                      <p:cBhvr>
                                        <p:cTn id="40" dur="500" fill="hold"/>
                                        <p:tgtEl>
                                          <p:spTgt spid="366"/>
                                        </p:tgtEl>
                                        <p:attrNameLst>
                                          <p:attrName>ppt_h</p:attrName>
                                        </p:attrNameLst>
                                      </p:cBhvr>
                                      <p:tavLst>
                                        <p:tav tm="0">
                                          <p:val>
                                            <p:fltVal val="0"/>
                                          </p:val>
                                        </p:tav>
                                        <p:tav tm="100000">
                                          <p:val>
                                            <p:strVal val="#ppt_h"/>
                                          </p:val>
                                        </p:tav>
                                      </p:tavLst>
                                    </p:anim>
                                    <p:animEffect transition="in" filter="fade">
                                      <p:cBhvr>
                                        <p:cTn id="41" dur="500"/>
                                        <p:tgtEl>
                                          <p:spTgt spid="366"/>
                                        </p:tgtEl>
                                      </p:cBhvr>
                                    </p:animEffect>
                                  </p:childTnLst>
                                </p:cTn>
                              </p:par>
                            </p:childTnLst>
                          </p:cTn>
                        </p:par>
                        <p:par>
                          <p:cTn id="42" fill="hold">
                            <p:stCondLst>
                              <p:cond delay="4000"/>
                            </p:stCondLst>
                            <p:childTnLst>
                              <p:par>
                                <p:cTn id="43" presetID="18" presetClass="entr" presetSubtype="6" fill="hold" nodeType="afterEffect">
                                  <p:stCondLst>
                                    <p:cond delay="0"/>
                                  </p:stCondLst>
                                  <p:childTnLst>
                                    <p:set>
                                      <p:cBhvr>
                                        <p:cTn id="44" dur="1" fill="hold">
                                          <p:stCondLst>
                                            <p:cond delay="0"/>
                                          </p:stCondLst>
                                        </p:cTn>
                                        <p:tgtEl>
                                          <p:spTgt spid="372"/>
                                        </p:tgtEl>
                                        <p:attrNameLst>
                                          <p:attrName>style.visibility</p:attrName>
                                        </p:attrNameLst>
                                      </p:cBhvr>
                                      <p:to>
                                        <p:strVal val="visible"/>
                                      </p:to>
                                    </p:set>
                                    <p:animEffect transition="in" filter="strips(downRight)">
                                      <p:cBhvr>
                                        <p:cTn id="45" dur="500"/>
                                        <p:tgtEl>
                                          <p:spTgt spid="372"/>
                                        </p:tgtEl>
                                      </p:cBhvr>
                                    </p:animEffect>
                                  </p:childTnLst>
                                </p:cTn>
                              </p:par>
                              <p:par>
                                <p:cTn id="46" presetID="20"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wedge">
                                      <p:cBhvr>
                                        <p:cTn id="48" dur="1000"/>
                                        <p:tgtEl>
                                          <p:spTgt spid="363"/>
                                        </p:tgtEl>
                                      </p:cBhvr>
                                    </p:animEffect>
                                  </p:childTnLst>
                                </p:cTn>
                              </p:par>
                            </p:childTnLst>
                          </p:cTn>
                        </p:par>
                        <p:par>
                          <p:cTn id="49" fill="hold">
                            <p:stCondLst>
                              <p:cond delay="5000"/>
                            </p:stCondLst>
                            <p:childTnLst>
                              <p:par>
                                <p:cTn id="50" presetID="53" presetClass="entr" presetSubtype="0" fill="hold" grpId="0" nodeType="afterEffect">
                                  <p:stCondLst>
                                    <p:cond delay="0"/>
                                  </p:stCondLst>
                                  <p:childTnLst>
                                    <p:set>
                                      <p:cBhvr>
                                        <p:cTn id="51" dur="1" fill="hold">
                                          <p:stCondLst>
                                            <p:cond delay="0"/>
                                          </p:stCondLst>
                                        </p:cTn>
                                        <p:tgtEl>
                                          <p:spTgt spid="370"/>
                                        </p:tgtEl>
                                        <p:attrNameLst>
                                          <p:attrName>style.visibility</p:attrName>
                                        </p:attrNameLst>
                                      </p:cBhvr>
                                      <p:to>
                                        <p:strVal val="visible"/>
                                      </p:to>
                                    </p:set>
                                    <p:anim calcmode="lin" valueType="num">
                                      <p:cBhvr>
                                        <p:cTn id="52" dur="500" fill="hold"/>
                                        <p:tgtEl>
                                          <p:spTgt spid="370"/>
                                        </p:tgtEl>
                                        <p:attrNameLst>
                                          <p:attrName>ppt_w</p:attrName>
                                        </p:attrNameLst>
                                      </p:cBhvr>
                                      <p:tavLst>
                                        <p:tav tm="0">
                                          <p:val>
                                            <p:fltVal val="0"/>
                                          </p:val>
                                        </p:tav>
                                        <p:tav tm="100000">
                                          <p:val>
                                            <p:strVal val="#ppt_w"/>
                                          </p:val>
                                        </p:tav>
                                      </p:tavLst>
                                    </p:anim>
                                    <p:anim calcmode="lin" valueType="num">
                                      <p:cBhvr>
                                        <p:cTn id="53" dur="500" fill="hold"/>
                                        <p:tgtEl>
                                          <p:spTgt spid="370"/>
                                        </p:tgtEl>
                                        <p:attrNameLst>
                                          <p:attrName>ppt_h</p:attrName>
                                        </p:attrNameLst>
                                      </p:cBhvr>
                                      <p:tavLst>
                                        <p:tav tm="0">
                                          <p:val>
                                            <p:fltVal val="0"/>
                                          </p:val>
                                        </p:tav>
                                        <p:tav tm="100000">
                                          <p:val>
                                            <p:strVal val="#ppt_h"/>
                                          </p:val>
                                        </p:tav>
                                      </p:tavLst>
                                    </p:anim>
                                    <p:animEffect transition="in" filter="fade">
                                      <p:cBhvr>
                                        <p:cTn id="54" dur="500"/>
                                        <p:tgtEl>
                                          <p:spTgt spid="370"/>
                                        </p:tgtEl>
                                      </p:cBhvr>
                                    </p:animEffect>
                                  </p:childTnLst>
                                </p:cTn>
                              </p:par>
                            </p:childTnLst>
                          </p:cTn>
                        </p:par>
                        <p:par>
                          <p:cTn id="55" fill="hold">
                            <p:stCondLst>
                              <p:cond delay="5500"/>
                            </p:stCondLst>
                            <p:childTnLst>
                              <p:par>
                                <p:cTn id="56" presetID="18" presetClass="entr" presetSubtype="12" fill="hold" nodeType="afterEffect">
                                  <p:stCondLst>
                                    <p:cond delay="0"/>
                                  </p:stCondLst>
                                  <p:childTnLst>
                                    <p:set>
                                      <p:cBhvr>
                                        <p:cTn id="57" dur="1" fill="hold">
                                          <p:stCondLst>
                                            <p:cond delay="0"/>
                                          </p:stCondLst>
                                        </p:cTn>
                                        <p:tgtEl>
                                          <p:spTgt spid="373"/>
                                        </p:tgtEl>
                                        <p:attrNameLst>
                                          <p:attrName>style.visibility</p:attrName>
                                        </p:attrNameLst>
                                      </p:cBhvr>
                                      <p:to>
                                        <p:strVal val="visible"/>
                                      </p:to>
                                    </p:set>
                                    <p:animEffect transition="in" filter="strips(downLeft)">
                                      <p:cBhvr>
                                        <p:cTn id="58" dur="500"/>
                                        <p:tgtEl>
                                          <p:spTgt spid="373"/>
                                        </p:tgtEl>
                                      </p:cBhvr>
                                    </p:animEffect>
                                  </p:childTnLst>
                                </p:cTn>
                              </p:par>
                              <p:par>
                                <p:cTn id="59" presetID="20" presetClass="entr" presetSubtype="0" fill="hold" grpId="0" nodeType="withEffect">
                                  <p:stCondLst>
                                    <p:cond delay="0"/>
                                  </p:stCondLst>
                                  <p:childTnLst>
                                    <p:set>
                                      <p:cBhvr>
                                        <p:cTn id="60" dur="1" fill="hold">
                                          <p:stCondLst>
                                            <p:cond delay="0"/>
                                          </p:stCondLst>
                                        </p:cTn>
                                        <p:tgtEl>
                                          <p:spTgt spid="364"/>
                                        </p:tgtEl>
                                        <p:attrNameLst>
                                          <p:attrName>style.visibility</p:attrName>
                                        </p:attrNameLst>
                                      </p:cBhvr>
                                      <p:to>
                                        <p:strVal val="visible"/>
                                      </p:to>
                                    </p:set>
                                    <p:animEffect transition="in" filter="wedge">
                                      <p:cBhvr>
                                        <p:cTn id="61" dur="1000"/>
                                        <p:tgtEl>
                                          <p:spTgt spid="364"/>
                                        </p:tgtEl>
                                      </p:cBhvr>
                                    </p:animEffect>
                                  </p:childTnLst>
                                </p:cTn>
                              </p:par>
                            </p:childTnLst>
                          </p:cTn>
                        </p:par>
                        <p:par>
                          <p:cTn id="62" fill="hold">
                            <p:stCondLst>
                              <p:cond delay="6500"/>
                            </p:stCondLst>
                            <p:childTnLst>
                              <p:par>
                                <p:cTn id="63" presetID="53" presetClass="entr" presetSubtype="0" fill="hold" grpId="0" nodeType="afterEffect">
                                  <p:stCondLst>
                                    <p:cond delay="0"/>
                                  </p:stCondLst>
                                  <p:childTnLst>
                                    <p:set>
                                      <p:cBhvr>
                                        <p:cTn id="64" dur="1" fill="hold">
                                          <p:stCondLst>
                                            <p:cond delay="0"/>
                                          </p:stCondLst>
                                        </p:cTn>
                                        <p:tgtEl>
                                          <p:spTgt spid="367"/>
                                        </p:tgtEl>
                                        <p:attrNameLst>
                                          <p:attrName>style.visibility</p:attrName>
                                        </p:attrNameLst>
                                      </p:cBhvr>
                                      <p:to>
                                        <p:strVal val="visible"/>
                                      </p:to>
                                    </p:set>
                                    <p:anim calcmode="lin" valueType="num">
                                      <p:cBhvr>
                                        <p:cTn id="65" dur="500" fill="hold"/>
                                        <p:tgtEl>
                                          <p:spTgt spid="367"/>
                                        </p:tgtEl>
                                        <p:attrNameLst>
                                          <p:attrName>ppt_w</p:attrName>
                                        </p:attrNameLst>
                                      </p:cBhvr>
                                      <p:tavLst>
                                        <p:tav tm="0">
                                          <p:val>
                                            <p:fltVal val="0"/>
                                          </p:val>
                                        </p:tav>
                                        <p:tav tm="100000">
                                          <p:val>
                                            <p:strVal val="#ppt_w"/>
                                          </p:val>
                                        </p:tav>
                                      </p:tavLst>
                                    </p:anim>
                                    <p:anim calcmode="lin" valueType="num">
                                      <p:cBhvr>
                                        <p:cTn id="66" dur="500" fill="hold"/>
                                        <p:tgtEl>
                                          <p:spTgt spid="367"/>
                                        </p:tgtEl>
                                        <p:attrNameLst>
                                          <p:attrName>ppt_h</p:attrName>
                                        </p:attrNameLst>
                                      </p:cBhvr>
                                      <p:tavLst>
                                        <p:tav tm="0">
                                          <p:val>
                                            <p:fltVal val="0"/>
                                          </p:val>
                                        </p:tav>
                                        <p:tav tm="100000">
                                          <p:val>
                                            <p:strVal val="#ppt_h"/>
                                          </p:val>
                                        </p:tav>
                                      </p:tavLst>
                                    </p:anim>
                                    <p:animEffect transition="in" filter="fade">
                                      <p:cBhvr>
                                        <p:cTn id="67" dur="500"/>
                                        <p:tgtEl>
                                          <p:spTgt spid="367"/>
                                        </p:tgtEl>
                                      </p:cBhvr>
                                    </p:animEffect>
                                  </p:childTnLst>
                                </p:cTn>
                              </p:par>
                            </p:childTnLst>
                          </p:cTn>
                        </p:par>
                        <p:par>
                          <p:cTn id="68" fill="hold">
                            <p:stCondLst>
                              <p:cond delay="7000"/>
                            </p:stCondLst>
                            <p:childTnLst>
                              <p:par>
                                <p:cTn id="69" presetID="18" presetClass="entr" presetSubtype="9" fill="hold" nodeType="afterEffect">
                                  <p:stCondLst>
                                    <p:cond delay="0"/>
                                  </p:stCondLst>
                                  <p:childTnLst>
                                    <p:set>
                                      <p:cBhvr>
                                        <p:cTn id="70" dur="1" fill="hold">
                                          <p:stCondLst>
                                            <p:cond delay="0"/>
                                          </p:stCondLst>
                                        </p:cTn>
                                        <p:tgtEl>
                                          <p:spTgt spid="374"/>
                                        </p:tgtEl>
                                        <p:attrNameLst>
                                          <p:attrName>style.visibility</p:attrName>
                                        </p:attrNameLst>
                                      </p:cBhvr>
                                      <p:to>
                                        <p:strVal val="visible"/>
                                      </p:to>
                                    </p:set>
                                    <p:animEffect transition="in" filter="strips(upLeft)">
                                      <p:cBhvr>
                                        <p:cTn id="71" dur="500"/>
                                        <p:tgtEl>
                                          <p:spTgt spid="374"/>
                                        </p:tgtEl>
                                      </p:cBhvr>
                                    </p:animEffect>
                                  </p:childTnLst>
                                </p:cTn>
                              </p:par>
                              <p:par>
                                <p:cTn id="72" presetID="20" presetClass="entr" presetSubtype="0" fill="hold" grpId="0" nodeType="withEffect">
                                  <p:stCondLst>
                                    <p:cond delay="0"/>
                                  </p:stCondLst>
                                  <p:childTnLst>
                                    <p:set>
                                      <p:cBhvr>
                                        <p:cTn id="73" dur="1" fill="hold">
                                          <p:stCondLst>
                                            <p:cond delay="0"/>
                                          </p:stCondLst>
                                        </p:cTn>
                                        <p:tgtEl>
                                          <p:spTgt spid="365"/>
                                        </p:tgtEl>
                                        <p:attrNameLst>
                                          <p:attrName>style.visibility</p:attrName>
                                        </p:attrNameLst>
                                      </p:cBhvr>
                                      <p:to>
                                        <p:strVal val="visible"/>
                                      </p:to>
                                    </p:set>
                                    <p:animEffect transition="in" filter="wedge">
                                      <p:cBhvr>
                                        <p:cTn id="74" dur="1000"/>
                                        <p:tgtEl>
                                          <p:spTgt spid="365"/>
                                        </p:tgtEl>
                                      </p:cBhvr>
                                    </p:animEffect>
                                  </p:childTnLst>
                                </p:cTn>
                              </p:par>
                            </p:childTnLst>
                          </p:cTn>
                        </p:par>
                        <p:par>
                          <p:cTn id="75" fill="hold">
                            <p:stCondLst>
                              <p:cond delay="8000"/>
                            </p:stCondLst>
                            <p:childTnLst>
                              <p:par>
                                <p:cTn id="76" presetID="22" presetClass="entr" presetSubtype="8" fill="hold" grpId="0" nodeType="afterEffect">
                                  <p:stCondLst>
                                    <p:cond delay="0"/>
                                  </p:stCondLst>
                                  <p:childTnLst>
                                    <p:set>
                                      <p:cBhvr>
                                        <p:cTn id="77" dur="1" fill="hold">
                                          <p:stCondLst>
                                            <p:cond delay="0"/>
                                          </p:stCondLst>
                                        </p:cTn>
                                        <p:tgtEl>
                                          <p:spTgt spid="376"/>
                                        </p:tgtEl>
                                        <p:attrNameLst>
                                          <p:attrName>style.visibility</p:attrName>
                                        </p:attrNameLst>
                                      </p:cBhvr>
                                      <p:to>
                                        <p:strVal val="visible"/>
                                      </p:to>
                                    </p:set>
                                    <p:animEffect transition="in" filter="wipe(left)">
                                      <p:cBhvr>
                                        <p:cTn id="78" dur="500"/>
                                        <p:tgtEl>
                                          <p:spTgt spid="376"/>
                                        </p:tgtEl>
                                      </p:cBhvr>
                                    </p:animEffect>
                                  </p:childTnLst>
                                </p:cTn>
                              </p:par>
                            </p:childTnLst>
                          </p:cTn>
                        </p:par>
                        <p:par>
                          <p:cTn id="79" fill="hold">
                            <p:stCondLst>
                              <p:cond delay="8500"/>
                            </p:stCondLst>
                            <p:childTnLst>
                              <p:par>
                                <p:cTn id="80" presetID="53" presetClass="entr" presetSubtype="0" fill="hold" grpId="0" nodeType="afterEffect">
                                  <p:stCondLst>
                                    <p:cond delay="0"/>
                                  </p:stCondLst>
                                  <p:childTnLst>
                                    <p:set>
                                      <p:cBhvr>
                                        <p:cTn id="81" dur="1" fill="hold">
                                          <p:stCondLst>
                                            <p:cond delay="0"/>
                                          </p:stCondLst>
                                        </p:cTn>
                                        <p:tgtEl>
                                          <p:spTgt spid="377"/>
                                        </p:tgtEl>
                                        <p:attrNameLst>
                                          <p:attrName>style.visibility</p:attrName>
                                        </p:attrNameLst>
                                      </p:cBhvr>
                                      <p:to>
                                        <p:strVal val="visible"/>
                                      </p:to>
                                    </p:set>
                                    <p:anim calcmode="lin" valueType="num">
                                      <p:cBhvr>
                                        <p:cTn id="82" dur="500" fill="hold"/>
                                        <p:tgtEl>
                                          <p:spTgt spid="377"/>
                                        </p:tgtEl>
                                        <p:attrNameLst>
                                          <p:attrName>ppt_w</p:attrName>
                                        </p:attrNameLst>
                                      </p:cBhvr>
                                      <p:tavLst>
                                        <p:tav tm="0">
                                          <p:val>
                                            <p:fltVal val="0"/>
                                          </p:val>
                                        </p:tav>
                                        <p:tav tm="100000">
                                          <p:val>
                                            <p:strVal val="#ppt_w"/>
                                          </p:val>
                                        </p:tav>
                                      </p:tavLst>
                                    </p:anim>
                                    <p:anim calcmode="lin" valueType="num">
                                      <p:cBhvr>
                                        <p:cTn id="83" dur="500" fill="hold"/>
                                        <p:tgtEl>
                                          <p:spTgt spid="377"/>
                                        </p:tgtEl>
                                        <p:attrNameLst>
                                          <p:attrName>ppt_h</p:attrName>
                                        </p:attrNameLst>
                                      </p:cBhvr>
                                      <p:tavLst>
                                        <p:tav tm="0">
                                          <p:val>
                                            <p:fltVal val="0"/>
                                          </p:val>
                                        </p:tav>
                                        <p:tav tm="100000">
                                          <p:val>
                                            <p:strVal val="#ppt_h"/>
                                          </p:val>
                                        </p:tav>
                                      </p:tavLst>
                                    </p:anim>
                                    <p:animEffect transition="in" filter="fade">
                                      <p:cBhvr>
                                        <p:cTn id="84" dur="500"/>
                                        <p:tgtEl>
                                          <p:spTgt spid="377"/>
                                        </p:tgtEl>
                                      </p:cBhvr>
                                    </p:animEffect>
                                  </p:childTnLst>
                                </p:cTn>
                              </p:par>
                              <p:par>
                                <p:cTn id="85" presetID="2" presetClass="entr" presetSubtype="4" accel="50000" decel="50000" fill="hold" grpId="0" nodeType="withEffect">
                                  <p:stCondLst>
                                    <p:cond delay="0"/>
                                  </p:stCondLst>
                                  <p:childTnLst>
                                    <p:set>
                                      <p:cBhvr>
                                        <p:cTn id="86" dur="1" fill="hold">
                                          <p:stCondLst>
                                            <p:cond delay="0"/>
                                          </p:stCondLst>
                                        </p:cTn>
                                        <p:tgtEl>
                                          <p:spTgt spid="378"/>
                                        </p:tgtEl>
                                        <p:attrNameLst>
                                          <p:attrName>style.visibility</p:attrName>
                                        </p:attrNameLst>
                                      </p:cBhvr>
                                      <p:to>
                                        <p:strVal val="visible"/>
                                      </p:to>
                                    </p:set>
                                    <p:anim calcmode="lin" valueType="num">
                                      <p:cBhvr additive="base">
                                        <p:cTn id="87" dur="500" fill="hold"/>
                                        <p:tgtEl>
                                          <p:spTgt spid="378"/>
                                        </p:tgtEl>
                                        <p:attrNameLst>
                                          <p:attrName>ppt_x</p:attrName>
                                        </p:attrNameLst>
                                      </p:cBhvr>
                                      <p:tavLst>
                                        <p:tav tm="0">
                                          <p:val>
                                            <p:strVal val="#ppt_x"/>
                                          </p:val>
                                        </p:tav>
                                        <p:tav tm="100000">
                                          <p:val>
                                            <p:strVal val="#ppt_x"/>
                                          </p:val>
                                        </p:tav>
                                      </p:tavLst>
                                    </p:anim>
                                    <p:anim calcmode="lin" valueType="num">
                                      <p:cBhvr additive="base">
                                        <p:cTn id="88" dur="500" fill="hold"/>
                                        <p:tgtEl>
                                          <p:spTgt spid="378"/>
                                        </p:tgtEl>
                                        <p:attrNameLst>
                                          <p:attrName>ppt_y</p:attrName>
                                        </p:attrNameLst>
                                      </p:cBhvr>
                                      <p:tavLst>
                                        <p:tav tm="0">
                                          <p:val>
                                            <p:strVal val="1+#ppt_h/2"/>
                                          </p:val>
                                        </p:tav>
                                        <p:tav tm="100000">
                                          <p:val>
                                            <p:strVal val="#ppt_y"/>
                                          </p:val>
                                        </p:tav>
                                      </p:tavLst>
                                    </p:anim>
                                  </p:childTnLst>
                                </p:cTn>
                              </p:par>
                            </p:childTnLst>
                          </p:cTn>
                        </p:par>
                        <p:par>
                          <p:cTn id="89" fill="hold">
                            <p:stCondLst>
                              <p:cond delay="9000"/>
                            </p:stCondLst>
                            <p:childTnLst>
                              <p:par>
                                <p:cTn id="90" presetID="53" presetClass="entr" presetSubtype="0" fill="hold" grpId="0" nodeType="afterEffect">
                                  <p:stCondLst>
                                    <p:cond delay="0"/>
                                  </p:stCondLst>
                                  <p:childTnLst>
                                    <p:set>
                                      <p:cBhvr>
                                        <p:cTn id="91" dur="1" fill="hold">
                                          <p:stCondLst>
                                            <p:cond delay="0"/>
                                          </p:stCondLst>
                                        </p:cTn>
                                        <p:tgtEl>
                                          <p:spTgt spid="379"/>
                                        </p:tgtEl>
                                        <p:attrNameLst>
                                          <p:attrName>style.visibility</p:attrName>
                                        </p:attrNameLst>
                                      </p:cBhvr>
                                      <p:to>
                                        <p:strVal val="visible"/>
                                      </p:to>
                                    </p:set>
                                    <p:anim calcmode="lin" valueType="num">
                                      <p:cBhvr>
                                        <p:cTn id="92" dur="500" fill="hold"/>
                                        <p:tgtEl>
                                          <p:spTgt spid="379"/>
                                        </p:tgtEl>
                                        <p:attrNameLst>
                                          <p:attrName>ppt_w</p:attrName>
                                        </p:attrNameLst>
                                      </p:cBhvr>
                                      <p:tavLst>
                                        <p:tav tm="0">
                                          <p:val>
                                            <p:fltVal val="0"/>
                                          </p:val>
                                        </p:tav>
                                        <p:tav tm="100000">
                                          <p:val>
                                            <p:strVal val="#ppt_w"/>
                                          </p:val>
                                        </p:tav>
                                      </p:tavLst>
                                    </p:anim>
                                    <p:anim calcmode="lin" valueType="num">
                                      <p:cBhvr>
                                        <p:cTn id="93" dur="500" fill="hold"/>
                                        <p:tgtEl>
                                          <p:spTgt spid="379"/>
                                        </p:tgtEl>
                                        <p:attrNameLst>
                                          <p:attrName>ppt_h</p:attrName>
                                        </p:attrNameLst>
                                      </p:cBhvr>
                                      <p:tavLst>
                                        <p:tav tm="0">
                                          <p:val>
                                            <p:fltVal val="0"/>
                                          </p:val>
                                        </p:tav>
                                        <p:tav tm="100000">
                                          <p:val>
                                            <p:strVal val="#ppt_h"/>
                                          </p:val>
                                        </p:tav>
                                      </p:tavLst>
                                    </p:anim>
                                    <p:animEffect transition="in" filter="fade">
                                      <p:cBhvr>
                                        <p:cTn id="94" dur="500"/>
                                        <p:tgtEl>
                                          <p:spTgt spid="379"/>
                                        </p:tgtEl>
                                      </p:cBhvr>
                                    </p:animEffect>
                                  </p:childTnLst>
                                </p:cTn>
                              </p:par>
                              <p:par>
                                <p:cTn id="95" presetID="2" presetClass="entr" presetSubtype="4" accel="50000" decel="50000" fill="hold" grpId="0" nodeType="withEffect">
                                  <p:stCondLst>
                                    <p:cond delay="0"/>
                                  </p:stCondLst>
                                  <p:childTnLst>
                                    <p:set>
                                      <p:cBhvr>
                                        <p:cTn id="96" dur="1" fill="hold">
                                          <p:stCondLst>
                                            <p:cond delay="0"/>
                                          </p:stCondLst>
                                        </p:cTn>
                                        <p:tgtEl>
                                          <p:spTgt spid="380"/>
                                        </p:tgtEl>
                                        <p:attrNameLst>
                                          <p:attrName>style.visibility</p:attrName>
                                        </p:attrNameLst>
                                      </p:cBhvr>
                                      <p:to>
                                        <p:strVal val="visible"/>
                                      </p:to>
                                    </p:set>
                                    <p:anim calcmode="lin" valueType="num">
                                      <p:cBhvr additive="base">
                                        <p:cTn id="97" dur="500" fill="hold"/>
                                        <p:tgtEl>
                                          <p:spTgt spid="380"/>
                                        </p:tgtEl>
                                        <p:attrNameLst>
                                          <p:attrName>ppt_x</p:attrName>
                                        </p:attrNameLst>
                                      </p:cBhvr>
                                      <p:tavLst>
                                        <p:tav tm="0">
                                          <p:val>
                                            <p:strVal val="#ppt_x"/>
                                          </p:val>
                                        </p:tav>
                                        <p:tav tm="100000">
                                          <p:val>
                                            <p:strVal val="#ppt_x"/>
                                          </p:val>
                                        </p:tav>
                                      </p:tavLst>
                                    </p:anim>
                                    <p:anim calcmode="lin" valueType="num">
                                      <p:cBhvr additive="base">
                                        <p:cTn id="98" dur="500" fill="hold"/>
                                        <p:tgtEl>
                                          <p:spTgt spid="380"/>
                                        </p:tgtEl>
                                        <p:attrNameLst>
                                          <p:attrName>ppt_y</p:attrName>
                                        </p:attrNameLst>
                                      </p:cBhvr>
                                      <p:tavLst>
                                        <p:tav tm="0">
                                          <p:val>
                                            <p:strVal val="1+#ppt_h/2"/>
                                          </p:val>
                                        </p:tav>
                                        <p:tav tm="100000">
                                          <p:val>
                                            <p:strVal val="#ppt_y"/>
                                          </p:val>
                                        </p:tav>
                                      </p:tavLst>
                                    </p:anim>
                                  </p:childTnLst>
                                </p:cTn>
                              </p:par>
                            </p:childTnLst>
                          </p:cTn>
                        </p:par>
                        <p:par>
                          <p:cTn id="99" fill="hold">
                            <p:stCondLst>
                              <p:cond delay="9500"/>
                            </p:stCondLst>
                            <p:childTnLst>
                              <p:par>
                                <p:cTn id="100" presetID="53" presetClass="entr" presetSubtype="0" fill="hold" grpId="0" nodeType="afterEffect">
                                  <p:stCondLst>
                                    <p:cond delay="0"/>
                                  </p:stCondLst>
                                  <p:childTnLst>
                                    <p:set>
                                      <p:cBhvr>
                                        <p:cTn id="101" dur="1" fill="hold">
                                          <p:stCondLst>
                                            <p:cond delay="0"/>
                                          </p:stCondLst>
                                        </p:cTn>
                                        <p:tgtEl>
                                          <p:spTgt spid="381"/>
                                        </p:tgtEl>
                                        <p:attrNameLst>
                                          <p:attrName>style.visibility</p:attrName>
                                        </p:attrNameLst>
                                      </p:cBhvr>
                                      <p:to>
                                        <p:strVal val="visible"/>
                                      </p:to>
                                    </p:set>
                                    <p:anim calcmode="lin" valueType="num">
                                      <p:cBhvr>
                                        <p:cTn id="102" dur="500" fill="hold"/>
                                        <p:tgtEl>
                                          <p:spTgt spid="381"/>
                                        </p:tgtEl>
                                        <p:attrNameLst>
                                          <p:attrName>ppt_w</p:attrName>
                                        </p:attrNameLst>
                                      </p:cBhvr>
                                      <p:tavLst>
                                        <p:tav tm="0">
                                          <p:val>
                                            <p:fltVal val="0"/>
                                          </p:val>
                                        </p:tav>
                                        <p:tav tm="100000">
                                          <p:val>
                                            <p:strVal val="#ppt_w"/>
                                          </p:val>
                                        </p:tav>
                                      </p:tavLst>
                                    </p:anim>
                                    <p:anim calcmode="lin" valueType="num">
                                      <p:cBhvr>
                                        <p:cTn id="103" dur="500" fill="hold"/>
                                        <p:tgtEl>
                                          <p:spTgt spid="381"/>
                                        </p:tgtEl>
                                        <p:attrNameLst>
                                          <p:attrName>ppt_h</p:attrName>
                                        </p:attrNameLst>
                                      </p:cBhvr>
                                      <p:tavLst>
                                        <p:tav tm="0">
                                          <p:val>
                                            <p:fltVal val="0"/>
                                          </p:val>
                                        </p:tav>
                                        <p:tav tm="100000">
                                          <p:val>
                                            <p:strVal val="#ppt_h"/>
                                          </p:val>
                                        </p:tav>
                                      </p:tavLst>
                                    </p:anim>
                                    <p:animEffect transition="in" filter="fade">
                                      <p:cBhvr>
                                        <p:cTn id="104" dur="500"/>
                                        <p:tgtEl>
                                          <p:spTgt spid="381"/>
                                        </p:tgtEl>
                                      </p:cBhvr>
                                    </p:animEffect>
                                  </p:childTnLst>
                                </p:cTn>
                              </p:par>
                              <p:par>
                                <p:cTn id="105" presetID="2" presetClass="entr" presetSubtype="4" accel="50000" decel="50000" fill="hold" grpId="0" nodeType="withEffect">
                                  <p:stCondLst>
                                    <p:cond delay="0"/>
                                  </p:stCondLst>
                                  <p:childTnLst>
                                    <p:set>
                                      <p:cBhvr>
                                        <p:cTn id="106" dur="1" fill="hold">
                                          <p:stCondLst>
                                            <p:cond delay="0"/>
                                          </p:stCondLst>
                                        </p:cTn>
                                        <p:tgtEl>
                                          <p:spTgt spid="382"/>
                                        </p:tgtEl>
                                        <p:attrNameLst>
                                          <p:attrName>style.visibility</p:attrName>
                                        </p:attrNameLst>
                                      </p:cBhvr>
                                      <p:to>
                                        <p:strVal val="visible"/>
                                      </p:to>
                                    </p:set>
                                    <p:anim calcmode="lin" valueType="num">
                                      <p:cBhvr additive="base">
                                        <p:cTn id="107" dur="500" fill="hold"/>
                                        <p:tgtEl>
                                          <p:spTgt spid="382"/>
                                        </p:tgtEl>
                                        <p:attrNameLst>
                                          <p:attrName>ppt_x</p:attrName>
                                        </p:attrNameLst>
                                      </p:cBhvr>
                                      <p:tavLst>
                                        <p:tav tm="0">
                                          <p:val>
                                            <p:strVal val="#ppt_x"/>
                                          </p:val>
                                        </p:tav>
                                        <p:tav tm="100000">
                                          <p:val>
                                            <p:strVal val="#ppt_x"/>
                                          </p:val>
                                        </p:tav>
                                      </p:tavLst>
                                    </p:anim>
                                    <p:anim calcmode="lin" valueType="num">
                                      <p:cBhvr additive="base">
                                        <p:cTn id="108" dur="500" fill="hold"/>
                                        <p:tgtEl>
                                          <p:spTgt spid="382"/>
                                        </p:tgtEl>
                                        <p:attrNameLst>
                                          <p:attrName>ppt_y</p:attrName>
                                        </p:attrNameLst>
                                      </p:cBhvr>
                                      <p:tavLst>
                                        <p:tav tm="0">
                                          <p:val>
                                            <p:strVal val="1+#ppt_h/2"/>
                                          </p:val>
                                        </p:tav>
                                        <p:tav tm="100000">
                                          <p:val>
                                            <p:strVal val="#ppt_y"/>
                                          </p:val>
                                        </p:tav>
                                      </p:tavLst>
                                    </p:anim>
                                  </p:childTnLst>
                                </p:cTn>
                              </p:par>
                            </p:childTnLst>
                          </p:cTn>
                        </p:par>
                        <p:par>
                          <p:cTn id="109" fill="hold">
                            <p:stCondLst>
                              <p:cond delay="10000"/>
                            </p:stCondLst>
                            <p:childTnLst>
                              <p:par>
                                <p:cTn id="110" presetID="53" presetClass="entr" presetSubtype="0" fill="hold" grpId="0" nodeType="afterEffect">
                                  <p:stCondLst>
                                    <p:cond delay="0"/>
                                  </p:stCondLst>
                                  <p:childTnLst>
                                    <p:set>
                                      <p:cBhvr>
                                        <p:cTn id="111" dur="1" fill="hold">
                                          <p:stCondLst>
                                            <p:cond delay="0"/>
                                          </p:stCondLst>
                                        </p:cTn>
                                        <p:tgtEl>
                                          <p:spTgt spid="383"/>
                                        </p:tgtEl>
                                        <p:attrNameLst>
                                          <p:attrName>style.visibility</p:attrName>
                                        </p:attrNameLst>
                                      </p:cBhvr>
                                      <p:to>
                                        <p:strVal val="visible"/>
                                      </p:to>
                                    </p:set>
                                    <p:anim calcmode="lin" valueType="num">
                                      <p:cBhvr>
                                        <p:cTn id="112" dur="500" fill="hold"/>
                                        <p:tgtEl>
                                          <p:spTgt spid="383"/>
                                        </p:tgtEl>
                                        <p:attrNameLst>
                                          <p:attrName>ppt_w</p:attrName>
                                        </p:attrNameLst>
                                      </p:cBhvr>
                                      <p:tavLst>
                                        <p:tav tm="0">
                                          <p:val>
                                            <p:fltVal val="0"/>
                                          </p:val>
                                        </p:tav>
                                        <p:tav tm="100000">
                                          <p:val>
                                            <p:strVal val="#ppt_w"/>
                                          </p:val>
                                        </p:tav>
                                      </p:tavLst>
                                    </p:anim>
                                    <p:anim calcmode="lin" valueType="num">
                                      <p:cBhvr>
                                        <p:cTn id="113" dur="500" fill="hold"/>
                                        <p:tgtEl>
                                          <p:spTgt spid="383"/>
                                        </p:tgtEl>
                                        <p:attrNameLst>
                                          <p:attrName>ppt_h</p:attrName>
                                        </p:attrNameLst>
                                      </p:cBhvr>
                                      <p:tavLst>
                                        <p:tav tm="0">
                                          <p:val>
                                            <p:fltVal val="0"/>
                                          </p:val>
                                        </p:tav>
                                        <p:tav tm="100000">
                                          <p:val>
                                            <p:strVal val="#ppt_h"/>
                                          </p:val>
                                        </p:tav>
                                      </p:tavLst>
                                    </p:anim>
                                    <p:animEffect transition="in" filter="fade">
                                      <p:cBhvr>
                                        <p:cTn id="114" dur="500"/>
                                        <p:tgtEl>
                                          <p:spTgt spid="383"/>
                                        </p:tgtEl>
                                      </p:cBhvr>
                                    </p:animEffect>
                                  </p:childTnLst>
                                </p:cTn>
                              </p:par>
                              <p:par>
                                <p:cTn id="115" presetID="2" presetClass="entr" presetSubtype="4" accel="50000" decel="50000" fill="hold" grpId="0" nodeType="withEffect">
                                  <p:stCondLst>
                                    <p:cond delay="0"/>
                                  </p:stCondLst>
                                  <p:childTnLst>
                                    <p:set>
                                      <p:cBhvr>
                                        <p:cTn id="116" dur="1" fill="hold">
                                          <p:stCondLst>
                                            <p:cond delay="0"/>
                                          </p:stCondLst>
                                        </p:cTn>
                                        <p:tgtEl>
                                          <p:spTgt spid="384"/>
                                        </p:tgtEl>
                                        <p:attrNameLst>
                                          <p:attrName>style.visibility</p:attrName>
                                        </p:attrNameLst>
                                      </p:cBhvr>
                                      <p:to>
                                        <p:strVal val="visible"/>
                                      </p:to>
                                    </p:set>
                                    <p:anim calcmode="lin" valueType="num">
                                      <p:cBhvr additive="base">
                                        <p:cTn id="117" dur="500" fill="hold"/>
                                        <p:tgtEl>
                                          <p:spTgt spid="384"/>
                                        </p:tgtEl>
                                        <p:attrNameLst>
                                          <p:attrName>ppt_x</p:attrName>
                                        </p:attrNameLst>
                                      </p:cBhvr>
                                      <p:tavLst>
                                        <p:tav tm="0">
                                          <p:val>
                                            <p:strVal val="#ppt_x"/>
                                          </p:val>
                                        </p:tav>
                                        <p:tav tm="100000">
                                          <p:val>
                                            <p:strVal val="#ppt_x"/>
                                          </p:val>
                                        </p:tav>
                                      </p:tavLst>
                                    </p:anim>
                                    <p:anim calcmode="lin" valueType="num">
                                      <p:cBhvr additive="base">
                                        <p:cTn id="118" dur="500" fill="hold"/>
                                        <p:tgtEl>
                                          <p:spTgt spid="384"/>
                                        </p:tgtEl>
                                        <p:attrNameLst>
                                          <p:attrName>ppt_y</p:attrName>
                                        </p:attrNameLst>
                                      </p:cBhvr>
                                      <p:tavLst>
                                        <p:tav tm="0">
                                          <p:val>
                                            <p:strVal val="1+#ppt_h/2"/>
                                          </p:val>
                                        </p:tav>
                                        <p:tav tm="100000">
                                          <p:val>
                                            <p:strVal val="#ppt_y"/>
                                          </p:val>
                                        </p:tav>
                                      </p:tavLst>
                                    </p:anim>
                                  </p:childTnLst>
                                </p:cTn>
                              </p:par>
                            </p:childTnLst>
                          </p:cTn>
                        </p:par>
                        <p:par>
                          <p:cTn id="119" fill="hold">
                            <p:stCondLst>
                              <p:cond delay="10500"/>
                            </p:stCondLst>
                            <p:childTnLst>
                              <p:par>
                                <p:cTn id="120" presetID="53" presetClass="entr" presetSubtype="0" fill="hold" grpId="0" nodeType="afterEffect">
                                  <p:stCondLst>
                                    <p:cond delay="0"/>
                                  </p:stCondLst>
                                  <p:childTnLst>
                                    <p:set>
                                      <p:cBhvr>
                                        <p:cTn id="121" dur="1" fill="hold">
                                          <p:stCondLst>
                                            <p:cond delay="0"/>
                                          </p:stCondLst>
                                        </p:cTn>
                                        <p:tgtEl>
                                          <p:spTgt spid="385"/>
                                        </p:tgtEl>
                                        <p:attrNameLst>
                                          <p:attrName>style.visibility</p:attrName>
                                        </p:attrNameLst>
                                      </p:cBhvr>
                                      <p:to>
                                        <p:strVal val="visible"/>
                                      </p:to>
                                    </p:set>
                                    <p:anim calcmode="lin" valueType="num">
                                      <p:cBhvr>
                                        <p:cTn id="122" dur="500" fill="hold"/>
                                        <p:tgtEl>
                                          <p:spTgt spid="385"/>
                                        </p:tgtEl>
                                        <p:attrNameLst>
                                          <p:attrName>ppt_w</p:attrName>
                                        </p:attrNameLst>
                                      </p:cBhvr>
                                      <p:tavLst>
                                        <p:tav tm="0">
                                          <p:val>
                                            <p:fltVal val="0"/>
                                          </p:val>
                                        </p:tav>
                                        <p:tav tm="100000">
                                          <p:val>
                                            <p:strVal val="#ppt_w"/>
                                          </p:val>
                                        </p:tav>
                                      </p:tavLst>
                                    </p:anim>
                                    <p:anim calcmode="lin" valueType="num">
                                      <p:cBhvr>
                                        <p:cTn id="123" dur="500" fill="hold"/>
                                        <p:tgtEl>
                                          <p:spTgt spid="385"/>
                                        </p:tgtEl>
                                        <p:attrNameLst>
                                          <p:attrName>ppt_h</p:attrName>
                                        </p:attrNameLst>
                                      </p:cBhvr>
                                      <p:tavLst>
                                        <p:tav tm="0">
                                          <p:val>
                                            <p:fltVal val="0"/>
                                          </p:val>
                                        </p:tav>
                                        <p:tav tm="100000">
                                          <p:val>
                                            <p:strVal val="#ppt_h"/>
                                          </p:val>
                                        </p:tav>
                                      </p:tavLst>
                                    </p:anim>
                                    <p:animEffect transition="in" filter="fade">
                                      <p:cBhvr>
                                        <p:cTn id="124" dur="500"/>
                                        <p:tgtEl>
                                          <p:spTgt spid="385"/>
                                        </p:tgtEl>
                                      </p:cBhvr>
                                    </p:animEffect>
                                  </p:childTnLst>
                                </p:cTn>
                              </p:par>
                              <p:par>
                                <p:cTn id="125" presetID="2" presetClass="entr" presetSubtype="4" accel="50000" decel="50000" fill="hold" grpId="0" nodeType="withEffect">
                                  <p:stCondLst>
                                    <p:cond delay="0"/>
                                  </p:stCondLst>
                                  <p:childTnLst>
                                    <p:set>
                                      <p:cBhvr>
                                        <p:cTn id="126" dur="1" fill="hold">
                                          <p:stCondLst>
                                            <p:cond delay="0"/>
                                          </p:stCondLst>
                                        </p:cTn>
                                        <p:tgtEl>
                                          <p:spTgt spid="386"/>
                                        </p:tgtEl>
                                        <p:attrNameLst>
                                          <p:attrName>style.visibility</p:attrName>
                                        </p:attrNameLst>
                                      </p:cBhvr>
                                      <p:to>
                                        <p:strVal val="visible"/>
                                      </p:to>
                                    </p:set>
                                    <p:anim calcmode="lin" valueType="num">
                                      <p:cBhvr additive="base">
                                        <p:cTn id="127" dur="500" fill="hold"/>
                                        <p:tgtEl>
                                          <p:spTgt spid="386"/>
                                        </p:tgtEl>
                                        <p:attrNameLst>
                                          <p:attrName>ppt_x</p:attrName>
                                        </p:attrNameLst>
                                      </p:cBhvr>
                                      <p:tavLst>
                                        <p:tav tm="0">
                                          <p:val>
                                            <p:strVal val="#ppt_x"/>
                                          </p:val>
                                        </p:tav>
                                        <p:tav tm="100000">
                                          <p:val>
                                            <p:strVal val="#ppt_x"/>
                                          </p:val>
                                        </p:tav>
                                      </p:tavLst>
                                    </p:anim>
                                    <p:anim calcmode="lin" valueType="num">
                                      <p:cBhvr additive="base">
                                        <p:cTn id="128" dur="500" fill="hold"/>
                                        <p:tgtEl>
                                          <p:spTgt spid="3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61" grpId="0">
        <p:bldAsOne/>
      </p:bldGraphic>
      <p:bldGraphic spid="362" grpId="0">
        <p:bldAsOne/>
      </p:bldGraphic>
      <p:bldGraphic spid="363" grpId="0">
        <p:bldAsOne/>
      </p:bldGraphic>
      <p:bldGraphic spid="364" grpId="0">
        <p:bldAsOne/>
      </p:bldGraphic>
      <p:bldGraphic spid="365" grpId="0">
        <p:bldAsOne/>
      </p:bldGraphic>
      <p:bldP spid="366" grpId="0" animBg="1"/>
      <p:bldP spid="367" grpId="0" animBg="1"/>
      <p:bldP spid="368" grpId="0" animBg="1"/>
      <p:bldP spid="369" grpId="0" animBg="1"/>
      <p:bldP spid="370" grpId="0" animBg="1"/>
      <p:bldP spid="376" grpId="0"/>
      <p:bldP spid="377" grpId="0" animBg="1"/>
      <p:bldP spid="378" grpId="0"/>
      <p:bldP spid="379" grpId="0" animBg="1"/>
      <p:bldP spid="380" grpId="0"/>
      <p:bldP spid="381" grpId="0" animBg="1"/>
      <p:bldP spid="382" grpId="0"/>
      <p:bldP spid="383" grpId="0" animBg="1"/>
      <p:bldP spid="384" grpId="0"/>
      <p:bldP spid="385" grpId="0" animBg="1"/>
      <p:bldP spid="38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World Map Infographic</a:t>
            </a:r>
            <a:endParaRPr lang="en-US" dirty="0"/>
          </a:p>
        </p:txBody>
      </p:sp>
      <p:sp>
        <p:nvSpPr>
          <p:cNvPr id="174" name="Text Placeholder 173"/>
          <p:cNvSpPr>
            <a:spLocks noGrp="1"/>
          </p:cNvSpPr>
          <p:nvPr>
            <p:ph type="body" sz="half" idx="2"/>
          </p:nvPr>
        </p:nvSpPr>
        <p:spPr>
          <a:xfrm>
            <a:off x="2514600" y="1247775"/>
            <a:ext cx="4114800" cy="200025"/>
          </a:xfrm>
        </p:spPr>
        <p:txBody>
          <a:bodyPr/>
          <a:lstStyle/>
          <a:p>
            <a:r>
              <a:rPr lang="en-US"/>
              <a:t>World Map Infographic</a:t>
            </a:r>
            <a:endParaRPr lang="en-US" dirty="0"/>
          </a:p>
        </p:txBody>
      </p:sp>
      <p:grpSp>
        <p:nvGrpSpPr>
          <p:cNvPr id="207" name="Group 274"/>
          <p:cNvGrpSpPr/>
          <p:nvPr/>
        </p:nvGrpSpPr>
        <p:grpSpPr>
          <a:xfrm>
            <a:off x="1395630" y="2545193"/>
            <a:ext cx="6757770" cy="3362728"/>
            <a:chOff x="538789" y="1131575"/>
            <a:chExt cx="5819028" cy="2895599"/>
          </a:xfrm>
          <a:solidFill>
            <a:schemeClr val="tx1">
              <a:lumMod val="10000"/>
              <a:lumOff val="90000"/>
            </a:schemeClr>
          </a:solidFill>
        </p:grpSpPr>
        <p:grpSp>
          <p:nvGrpSpPr>
            <p:cNvPr id="208" name="Group 341"/>
            <p:cNvGrpSpPr/>
            <p:nvPr/>
          </p:nvGrpSpPr>
          <p:grpSpPr>
            <a:xfrm>
              <a:off x="2984523" y="2355982"/>
              <a:ext cx="1110009" cy="1241414"/>
              <a:chOff x="4097338" y="2217738"/>
              <a:chExt cx="1139825" cy="1274763"/>
            </a:xfrm>
            <a:grpFill/>
          </p:grpSpPr>
          <p:sp>
            <p:nvSpPr>
              <p:cNvPr id="573"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4"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9" name="Group 274"/>
            <p:cNvGrpSpPr/>
            <p:nvPr/>
          </p:nvGrpSpPr>
          <p:grpSpPr>
            <a:xfrm>
              <a:off x="1945649" y="2801188"/>
              <a:ext cx="759077" cy="1225939"/>
              <a:chOff x="3030538" y="2674938"/>
              <a:chExt cx="779463" cy="1258888"/>
            </a:xfrm>
            <a:grpFill/>
          </p:grpSpPr>
          <p:sp>
            <p:nvSpPr>
              <p:cNvPr id="571"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2"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0" name="Group 277"/>
            <p:cNvGrpSpPr/>
            <p:nvPr/>
          </p:nvGrpSpPr>
          <p:grpSpPr>
            <a:xfrm>
              <a:off x="538820" y="1131561"/>
              <a:ext cx="2523073" cy="1757739"/>
              <a:chOff x="1585913" y="960438"/>
              <a:chExt cx="2590800" cy="1804987"/>
            </a:xfrm>
            <a:grpFill/>
          </p:grpSpPr>
          <p:sp>
            <p:nvSpPr>
              <p:cNvPr id="508"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9"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1"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4"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6"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7"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8"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9"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0"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solidFill>
                <a:schemeClr val="bg1">
                  <a:lumMod val="85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1"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2"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4"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5"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6"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9"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0"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1"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3"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4"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5"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6"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7"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8"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9"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0"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1"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2"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3"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4"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5"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6"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7"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8"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9"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0"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1"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2"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3"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4"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5"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6"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7"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8"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9"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0"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1"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2"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solidFill>
                <a:schemeClr val="bg1">
                  <a:lumMod val="85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3"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4"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5"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6"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7"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8"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9"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0"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1" name="Group 345"/>
            <p:cNvGrpSpPr/>
            <p:nvPr/>
          </p:nvGrpSpPr>
          <p:grpSpPr>
            <a:xfrm>
              <a:off x="3103557" y="1256804"/>
              <a:ext cx="669406" cy="1125475"/>
              <a:chOff x="4219575" y="1089025"/>
              <a:chExt cx="687388" cy="1155701"/>
            </a:xfrm>
            <a:grpFill/>
          </p:grpSpPr>
          <p:sp>
            <p:nvSpPr>
              <p:cNvPr id="493"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94" name="Group 343"/>
              <p:cNvGrpSpPr/>
              <p:nvPr/>
            </p:nvGrpSpPr>
            <p:grpSpPr>
              <a:xfrm>
                <a:off x="4219575" y="1089025"/>
                <a:ext cx="687388" cy="1155701"/>
                <a:chOff x="4219575" y="1089025"/>
                <a:chExt cx="687388" cy="1155701"/>
              </a:xfrm>
              <a:grpFill/>
            </p:grpSpPr>
            <p:sp>
              <p:nvSpPr>
                <p:cNvPr id="495"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6"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7"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8"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0"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1"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2"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3"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12" name="Group 363"/>
            <p:cNvGrpSpPr/>
            <p:nvPr/>
          </p:nvGrpSpPr>
          <p:grpSpPr>
            <a:xfrm>
              <a:off x="5105593" y="3000641"/>
              <a:ext cx="941498" cy="822454"/>
              <a:chOff x="6275388" y="2879725"/>
              <a:chExt cx="966788" cy="844551"/>
            </a:xfrm>
            <a:grpFill/>
          </p:grpSpPr>
          <p:sp>
            <p:nvSpPr>
              <p:cNvPr id="475"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476" name="Group 361"/>
              <p:cNvGrpSpPr/>
              <p:nvPr/>
            </p:nvGrpSpPr>
            <p:grpSpPr>
              <a:xfrm>
                <a:off x="6275388" y="2917825"/>
                <a:ext cx="966788" cy="806451"/>
                <a:chOff x="6275388" y="2917825"/>
                <a:chExt cx="966788" cy="806451"/>
              </a:xfrm>
              <a:grpFill/>
            </p:grpSpPr>
            <p:sp>
              <p:nvSpPr>
                <p:cNvPr id="477"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4"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5"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6"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solidFill>
                  <a:schemeClr val="bg1">
                    <a:lumMod val="85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9"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0"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13" name="Group 383"/>
            <p:cNvGrpSpPr/>
            <p:nvPr/>
          </p:nvGrpSpPr>
          <p:grpSpPr>
            <a:xfrm>
              <a:off x="3584347" y="1207329"/>
              <a:ext cx="2773471" cy="1960288"/>
              <a:chOff x="4713288" y="1038225"/>
              <a:chExt cx="2847975" cy="2012950"/>
            </a:xfrm>
            <a:grpFill/>
          </p:grpSpPr>
          <p:sp>
            <p:nvSpPr>
              <p:cNvPr id="214"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6"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8"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solidFill>
                <a:schemeClr val="bg1">
                  <a:lumMod val="85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0"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solidFill>
                <a:schemeClr val="bg1">
                  <a:lumMod val="85000"/>
                </a:schemeClr>
              </a:solid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5"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6"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7"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8"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9"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1"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2"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4"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solidFill>
                  <a:schemeClr val="tx1">
                    <a:lumMod val="50000"/>
                    <a:lumOff val="50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575" name="Oval 574"/>
          <p:cNvSpPr/>
          <p:nvPr/>
        </p:nvSpPr>
        <p:spPr>
          <a:xfrm>
            <a:off x="2593140" y="3832475"/>
            <a:ext cx="229808" cy="22980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76" name="Group 575"/>
          <p:cNvGrpSpPr/>
          <p:nvPr/>
        </p:nvGrpSpPr>
        <p:grpSpPr>
          <a:xfrm>
            <a:off x="1165300" y="2173291"/>
            <a:ext cx="1242918" cy="1242916"/>
            <a:chOff x="2101572" y="1817173"/>
            <a:chExt cx="992839" cy="992839"/>
          </a:xfrm>
        </p:grpSpPr>
        <p:sp>
          <p:nvSpPr>
            <p:cNvPr id="577" name="Oval 576"/>
            <p:cNvSpPr/>
            <p:nvPr/>
          </p:nvSpPr>
          <p:spPr>
            <a:xfrm>
              <a:off x="2101572" y="1817173"/>
              <a:ext cx="992839" cy="992839"/>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8" name="Text Placeholder 3"/>
            <p:cNvSpPr txBox="1">
              <a:spLocks/>
            </p:cNvSpPr>
            <p:nvPr/>
          </p:nvSpPr>
          <p:spPr>
            <a:xfrm>
              <a:off x="2332293" y="2070200"/>
              <a:ext cx="531397" cy="486786"/>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Canada</a:t>
              </a:r>
            </a:p>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90%</a:t>
              </a:r>
            </a:p>
          </p:txBody>
        </p:sp>
      </p:grpSp>
      <p:grpSp>
        <p:nvGrpSpPr>
          <p:cNvPr id="579" name="Group 578"/>
          <p:cNvGrpSpPr/>
          <p:nvPr/>
        </p:nvGrpSpPr>
        <p:grpSpPr>
          <a:xfrm>
            <a:off x="1568659" y="4248999"/>
            <a:ext cx="794674" cy="794672"/>
            <a:chOff x="2101572" y="1817176"/>
            <a:chExt cx="992839" cy="992840"/>
          </a:xfrm>
        </p:grpSpPr>
        <p:sp>
          <p:nvSpPr>
            <p:cNvPr id="580" name="Oval 579"/>
            <p:cNvSpPr/>
            <p:nvPr/>
          </p:nvSpPr>
          <p:spPr>
            <a:xfrm>
              <a:off x="2101572" y="1817176"/>
              <a:ext cx="992839" cy="992840"/>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1" name="Text Placeholder 3"/>
            <p:cNvSpPr txBox="1">
              <a:spLocks/>
            </p:cNvSpPr>
            <p:nvPr/>
          </p:nvSpPr>
          <p:spPr>
            <a:xfrm>
              <a:off x="2284563" y="2017510"/>
              <a:ext cx="626857" cy="59217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Mexico</a:t>
              </a:r>
            </a:p>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60%</a:t>
              </a:r>
            </a:p>
          </p:txBody>
        </p:sp>
      </p:grpSp>
      <p:grpSp>
        <p:nvGrpSpPr>
          <p:cNvPr id="582" name="Group 581"/>
          <p:cNvGrpSpPr/>
          <p:nvPr/>
        </p:nvGrpSpPr>
        <p:grpSpPr>
          <a:xfrm>
            <a:off x="5248490" y="2459576"/>
            <a:ext cx="1224444" cy="1224440"/>
            <a:chOff x="2101572" y="1817176"/>
            <a:chExt cx="992839" cy="992840"/>
          </a:xfrm>
        </p:grpSpPr>
        <p:sp>
          <p:nvSpPr>
            <p:cNvPr id="583" name="Oval 582"/>
            <p:cNvSpPr/>
            <p:nvPr/>
          </p:nvSpPr>
          <p:spPr>
            <a:xfrm>
              <a:off x="2101572" y="1817176"/>
              <a:ext cx="992839" cy="992840"/>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Text Placeholder 3"/>
            <p:cNvSpPr txBox="1">
              <a:spLocks/>
            </p:cNvSpPr>
            <p:nvPr/>
          </p:nvSpPr>
          <p:spPr>
            <a:xfrm>
              <a:off x="2352981" y="2066530"/>
              <a:ext cx="490023" cy="49413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lang="en-US" sz="1800" dirty="0">
                  <a:solidFill>
                    <a:schemeClr val="bg1"/>
                  </a:solidFill>
                </a:rPr>
                <a:t>Russia</a:t>
              </a:r>
              <a:endParaRPr kumimoji="0" lang="en-US" sz="1800" b="1" i="0" u="none" strike="noStrike" kern="1200" cap="none" spc="0" normalizeH="0" baseline="0" noProof="0" dirty="0">
                <a:ln>
                  <a:noFill/>
                </a:ln>
                <a:solidFill>
                  <a:schemeClr val="bg1"/>
                </a:solidFill>
                <a:effectLst/>
                <a:uLnTx/>
                <a:uFillTx/>
                <a:latin typeface="+mn-lt"/>
                <a:ea typeface="+mn-ea"/>
                <a:cs typeface="+mn-cs"/>
              </a:endParaRPr>
            </a:p>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800" b="1" i="0" u="none" strike="noStrike" kern="1200" cap="none" spc="0" normalizeH="0" baseline="0" noProof="0" dirty="0">
                  <a:ln>
                    <a:noFill/>
                  </a:ln>
                  <a:solidFill>
                    <a:schemeClr val="bg1"/>
                  </a:solidFill>
                  <a:effectLst/>
                  <a:uLnTx/>
                  <a:uFillTx/>
                  <a:latin typeface="+mn-lt"/>
                  <a:ea typeface="+mn-ea"/>
                  <a:cs typeface="+mn-cs"/>
                </a:rPr>
                <a:t>80%</a:t>
              </a:r>
            </a:p>
          </p:txBody>
        </p:sp>
      </p:grpSp>
      <p:grpSp>
        <p:nvGrpSpPr>
          <p:cNvPr id="585" name="Group 584"/>
          <p:cNvGrpSpPr/>
          <p:nvPr/>
        </p:nvGrpSpPr>
        <p:grpSpPr>
          <a:xfrm>
            <a:off x="6457075" y="3436299"/>
            <a:ext cx="1022762" cy="1022760"/>
            <a:chOff x="2101572" y="1817176"/>
            <a:chExt cx="992839" cy="992840"/>
          </a:xfrm>
        </p:grpSpPr>
        <p:sp>
          <p:nvSpPr>
            <p:cNvPr id="586" name="Oval 585"/>
            <p:cNvSpPr/>
            <p:nvPr/>
          </p:nvSpPr>
          <p:spPr>
            <a:xfrm>
              <a:off x="2101572" y="1817176"/>
              <a:ext cx="992839" cy="992840"/>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7" name="Text Placeholder 3"/>
            <p:cNvSpPr txBox="1">
              <a:spLocks/>
            </p:cNvSpPr>
            <p:nvPr/>
          </p:nvSpPr>
          <p:spPr>
            <a:xfrm>
              <a:off x="2405813" y="2083541"/>
              <a:ext cx="384358" cy="460110"/>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China</a:t>
              </a:r>
            </a:p>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70%</a:t>
              </a:r>
            </a:p>
          </p:txBody>
        </p:sp>
      </p:grpSp>
      <p:grpSp>
        <p:nvGrpSpPr>
          <p:cNvPr id="588" name="Group 587"/>
          <p:cNvGrpSpPr/>
          <p:nvPr/>
        </p:nvGrpSpPr>
        <p:grpSpPr>
          <a:xfrm>
            <a:off x="6990000" y="4845061"/>
            <a:ext cx="794674" cy="794672"/>
            <a:chOff x="2101572" y="1817176"/>
            <a:chExt cx="992839" cy="992840"/>
          </a:xfrm>
        </p:grpSpPr>
        <p:sp>
          <p:nvSpPr>
            <p:cNvPr id="589" name="Oval 588"/>
            <p:cNvSpPr/>
            <p:nvPr/>
          </p:nvSpPr>
          <p:spPr>
            <a:xfrm>
              <a:off x="2101572" y="1817176"/>
              <a:ext cx="992839" cy="992840"/>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Text Placeholder 3"/>
            <p:cNvSpPr txBox="1">
              <a:spLocks/>
            </p:cNvSpPr>
            <p:nvPr/>
          </p:nvSpPr>
          <p:spPr>
            <a:xfrm>
              <a:off x="2203453" y="2029410"/>
              <a:ext cx="789079" cy="592172"/>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Australia</a:t>
              </a:r>
            </a:p>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50%</a:t>
              </a:r>
            </a:p>
          </p:txBody>
        </p:sp>
      </p:grpSp>
      <p:grpSp>
        <p:nvGrpSpPr>
          <p:cNvPr id="591" name="Group 590"/>
          <p:cNvGrpSpPr/>
          <p:nvPr/>
        </p:nvGrpSpPr>
        <p:grpSpPr>
          <a:xfrm>
            <a:off x="3168478" y="4758467"/>
            <a:ext cx="967862" cy="967860"/>
            <a:chOff x="1993382" y="1708988"/>
            <a:chExt cx="1209214" cy="1209216"/>
          </a:xfrm>
        </p:grpSpPr>
        <p:sp>
          <p:nvSpPr>
            <p:cNvPr id="592" name="Oval 591"/>
            <p:cNvSpPr/>
            <p:nvPr/>
          </p:nvSpPr>
          <p:spPr>
            <a:xfrm>
              <a:off x="1993382" y="1708988"/>
              <a:ext cx="1209214" cy="1209216"/>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3" name="Text Placeholder 3"/>
            <p:cNvSpPr txBox="1">
              <a:spLocks/>
            </p:cNvSpPr>
            <p:nvPr/>
          </p:nvSpPr>
          <p:spPr>
            <a:xfrm>
              <a:off x="2295577" y="1975213"/>
              <a:ext cx="604827" cy="676768"/>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lang="en-US" sz="1100" dirty="0">
                  <a:solidFill>
                    <a:schemeClr val="bg1"/>
                  </a:solidFill>
                </a:rPr>
                <a:t>South</a:t>
              </a:r>
              <a:br>
                <a:rPr lang="en-US" sz="1100" dirty="0">
                  <a:solidFill>
                    <a:schemeClr val="bg1"/>
                  </a:solidFill>
                </a:rPr>
              </a:br>
              <a:r>
                <a:rPr lang="en-US" sz="1100" dirty="0">
                  <a:solidFill>
                    <a:schemeClr val="bg1"/>
                  </a:solidFill>
                </a:rPr>
                <a:t> America</a:t>
              </a:r>
              <a:endParaRPr kumimoji="0" lang="en-US" sz="1100" b="1" i="0" u="none" strike="noStrike" kern="1200" cap="none" spc="0" normalizeH="0" baseline="0" noProof="0" dirty="0">
                <a:ln>
                  <a:noFill/>
                </a:ln>
                <a:solidFill>
                  <a:schemeClr val="bg1"/>
                </a:solidFill>
                <a:effectLst/>
                <a:uLnTx/>
                <a:uFillTx/>
                <a:latin typeface="+mn-lt"/>
                <a:ea typeface="+mn-ea"/>
                <a:cs typeface="+mn-cs"/>
              </a:endParaRPr>
            </a:p>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100" b="1" i="0" u="none" strike="noStrike" kern="1200" cap="none" spc="0" normalizeH="0" baseline="0" noProof="0" dirty="0">
                  <a:ln>
                    <a:noFill/>
                  </a:ln>
                  <a:solidFill>
                    <a:schemeClr val="bg1"/>
                  </a:solidFill>
                  <a:effectLst/>
                  <a:uLnTx/>
                  <a:uFillTx/>
                  <a:latin typeface="+mn-lt"/>
                  <a:ea typeface="+mn-ea"/>
                  <a:cs typeface="+mn-cs"/>
                </a:rPr>
                <a:t>90%</a:t>
              </a:r>
            </a:p>
          </p:txBody>
        </p:sp>
      </p:grpSp>
      <p:cxnSp>
        <p:nvCxnSpPr>
          <p:cNvPr id="594" name="Straight Connector 593"/>
          <p:cNvCxnSpPr>
            <a:endCxn id="575" idx="6"/>
          </p:cNvCxnSpPr>
          <p:nvPr/>
        </p:nvCxnSpPr>
        <p:spPr>
          <a:xfrm rot="10800000" flipV="1">
            <a:off x="2822948" y="3071795"/>
            <a:ext cx="2425542" cy="87558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5" name="Straight Connector 594"/>
          <p:cNvCxnSpPr>
            <a:endCxn id="575" idx="1"/>
          </p:cNvCxnSpPr>
          <p:nvPr/>
        </p:nvCxnSpPr>
        <p:spPr>
          <a:xfrm rot="16200000" flipH="1">
            <a:off x="2110524" y="3349859"/>
            <a:ext cx="631944" cy="400598"/>
          </a:xfrm>
          <a:prstGeom prst="line">
            <a:avLst/>
          </a:prstGeom>
        </p:spPr>
        <p:style>
          <a:lnRef idx="1">
            <a:schemeClr val="accent1"/>
          </a:lnRef>
          <a:fillRef idx="0">
            <a:schemeClr val="accent1"/>
          </a:fillRef>
          <a:effectRef idx="0">
            <a:schemeClr val="accent1"/>
          </a:effectRef>
          <a:fontRef idx="minor">
            <a:schemeClr val="tx1"/>
          </a:fontRef>
        </p:style>
      </p:cxnSp>
      <p:cxnSp>
        <p:nvCxnSpPr>
          <p:cNvPr id="596" name="Straight Connector 595"/>
          <p:cNvCxnSpPr>
            <a:endCxn id="575" idx="3"/>
          </p:cNvCxnSpPr>
          <p:nvPr/>
        </p:nvCxnSpPr>
        <p:spPr>
          <a:xfrm rot="5400000" flipH="1" flipV="1">
            <a:off x="2268501" y="4007083"/>
            <a:ext cx="336748" cy="379839"/>
          </a:xfrm>
          <a:prstGeom prst="line">
            <a:avLst/>
          </a:prstGeom>
        </p:spPr>
        <p:style>
          <a:lnRef idx="1">
            <a:schemeClr val="accent1"/>
          </a:lnRef>
          <a:fillRef idx="0">
            <a:schemeClr val="accent1"/>
          </a:fillRef>
          <a:effectRef idx="0">
            <a:schemeClr val="accent1"/>
          </a:effectRef>
          <a:fontRef idx="minor">
            <a:schemeClr val="tx1"/>
          </a:fontRef>
        </p:style>
      </p:cxnSp>
      <p:cxnSp>
        <p:nvCxnSpPr>
          <p:cNvPr id="597" name="Straight Connector 596"/>
          <p:cNvCxnSpPr>
            <a:endCxn id="575" idx="5"/>
          </p:cNvCxnSpPr>
          <p:nvPr/>
        </p:nvCxnSpPr>
        <p:spPr>
          <a:xfrm rot="16200000" flipV="1">
            <a:off x="2613967" y="4203955"/>
            <a:ext cx="871579" cy="520925"/>
          </a:xfrm>
          <a:prstGeom prst="line">
            <a:avLst/>
          </a:prstGeom>
        </p:spPr>
        <p:style>
          <a:lnRef idx="1">
            <a:schemeClr val="accent1"/>
          </a:lnRef>
          <a:fillRef idx="0">
            <a:schemeClr val="accent1"/>
          </a:fillRef>
          <a:effectRef idx="0">
            <a:schemeClr val="accent1"/>
          </a:effectRef>
          <a:fontRef idx="minor">
            <a:schemeClr val="tx1"/>
          </a:fontRef>
        </p:style>
      </p:cxnSp>
      <p:cxnSp>
        <p:nvCxnSpPr>
          <p:cNvPr id="598" name="Straight Connector 597"/>
          <p:cNvCxnSpPr>
            <a:endCxn id="575" idx="6"/>
          </p:cNvCxnSpPr>
          <p:nvPr/>
        </p:nvCxnSpPr>
        <p:spPr>
          <a:xfrm rot="10800000">
            <a:off x="2822948" y="3947380"/>
            <a:ext cx="1615832" cy="439563"/>
          </a:xfrm>
          <a:prstGeom prst="line">
            <a:avLst/>
          </a:prstGeom>
        </p:spPr>
        <p:style>
          <a:lnRef idx="1">
            <a:schemeClr val="accent1"/>
          </a:lnRef>
          <a:fillRef idx="0">
            <a:schemeClr val="accent1"/>
          </a:fillRef>
          <a:effectRef idx="0">
            <a:schemeClr val="accent1"/>
          </a:effectRef>
          <a:fontRef idx="minor">
            <a:schemeClr val="tx1"/>
          </a:fontRef>
        </p:style>
      </p:cxnSp>
      <p:cxnSp>
        <p:nvCxnSpPr>
          <p:cNvPr id="599" name="Straight Connector 598"/>
          <p:cNvCxnSpPr>
            <a:endCxn id="575" idx="6"/>
          </p:cNvCxnSpPr>
          <p:nvPr/>
        </p:nvCxnSpPr>
        <p:spPr>
          <a:xfrm rot="10800000">
            <a:off x="2822949" y="3947379"/>
            <a:ext cx="3634127" cy="30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0" name="Straight Connector 599"/>
          <p:cNvCxnSpPr>
            <a:endCxn id="575" idx="5"/>
          </p:cNvCxnSpPr>
          <p:nvPr/>
        </p:nvCxnSpPr>
        <p:spPr>
          <a:xfrm rot="10800000">
            <a:off x="2789294" y="4028629"/>
            <a:ext cx="4200707" cy="1213769"/>
          </a:xfrm>
          <a:prstGeom prst="line">
            <a:avLst/>
          </a:prstGeom>
        </p:spPr>
        <p:style>
          <a:lnRef idx="1">
            <a:schemeClr val="accent1"/>
          </a:lnRef>
          <a:fillRef idx="0">
            <a:schemeClr val="accent1"/>
          </a:fillRef>
          <a:effectRef idx="0">
            <a:schemeClr val="accent1"/>
          </a:effectRef>
          <a:fontRef idx="minor">
            <a:schemeClr val="tx1"/>
          </a:fontRef>
        </p:style>
      </p:cxnSp>
      <p:grpSp>
        <p:nvGrpSpPr>
          <p:cNvPr id="601" name="Group 600"/>
          <p:cNvGrpSpPr/>
          <p:nvPr/>
        </p:nvGrpSpPr>
        <p:grpSpPr>
          <a:xfrm>
            <a:off x="4438780" y="3875562"/>
            <a:ext cx="1022762" cy="1022760"/>
            <a:chOff x="2101572" y="1817176"/>
            <a:chExt cx="992839" cy="992840"/>
          </a:xfrm>
        </p:grpSpPr>
        <p:sp>
          <p:nvSpPr>
            <p:cNvPr id="602" name="Oval 601"/>
            <p:cNvSpPr/>
            <p:nvPr/>
          </p:nvSpPr>
          <p:spPr>
            <a:xfrm>
              <a:off x="2101572" y="1817176"/>
              <a:ext cx="992839" cy="992840"/>
            </a:xfrm>
            <a:prstGeom prst="ellips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3" name="Text Placeholder 3"/>
            <p:cNvSpPr txBox="1">
              <a:spLocks/>
            </p:cNvSpPr>
            <p:nvPr/>
          </p:nvSpPr>
          <p:spPr>
            <a:xfrm>
              <a:off x="2394141" y="2083541"/>
              <a:ext cx="407700" cy="460110"/>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Africa</a:t>
              </a:r>
            </a:p>
            <a:p>
              <a:pPr marL="0" marR="0" lvl="0" indent="0"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1400" b="1" i="0" u="none" strike="noStrike" kern="1200" cap="none" spc="0" normalizeH="0" baseline="0" noProof="0" dirty="0">
                  <a:ln>
                    <a:noFill/>
                  </a:ln>
                  <a:solidFill>
                    <a:schemeClr val="bg1"/>
                  </a:solidFill>
                  <a:effectLst/>
                  <a:uLnTx/>
                  <a:uFillTx/>
                  <a:latin typeface="+mn-lt"/>
                  <a:ea typeface="+mn-ea"/>
                  <a:cs typeface="+mn-cs"/>
                </a:rPr>
                <a:t>70%</a:t>
              </a: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afterEffect">
                                  <p:stCondLst>
                                    <p:cond delay="0"/>
                                  </p:stCondLst>
                                  <p:childTnLst>
                                    <p:set>
                                      <p:cBhvr>
                                        <p:cTn id="6" dur="1" fill="hold">
                                          <p:stCondLst>
                                            <p:cond delay="0"/>
                                          </p:stCondLst>
                                        </p:cTn>
                                        <p:tgtEl>
                                          <p:spTgt spid="207"/>
                                        </p:tgtEl>
                                        <p:attrNameLst>
                                          <p:attrName>style.visibility</p:attrName>
                                        </p:attrNameLst>
                                      </p:cBhvr>
                                      <p:to>
                                        <p:strVal val="visible"/>
                                      </p:to>
                                    </p:set>
                                    <p:anim calcmode="lin" valueType="num">
                                      <p:cBhvr>
                                        <p:cTn id="7" dur="500" fill="hold"/>
                                        <p:tgtEl>
                                          <p:spTgt spid="207"/>
                                        </p:tgtEl>
                                        <p:attrNameLst>
                                          <p:attrName>ppt_w</p:attrName>
                                        </p:attrNameLst>
                                      </p:cBhvr>
                                      <p:tavLst>
                                        <p:tav tm="0">
                                          <p:val>
                                            <p:fltVal val="0"/>
                                          </p:val>
                                        </p:tav>
                                        <p:tav tm="100000">
                                          <p:val>
                                            <p:strVal val="#ppt_w"/>
                                          </p:val>
                                        </p:tav>
                                      </p:tavLst>
                                    </p:anim>
                                    <p:anim calcmode="lin" valueType="num">
                                      <p:cBhvr>
                                        <p:cTn id="8" dur="500" fill="hold"/>
                                        <p:tgtEl>
                                          <p:spTgt spid="207"/>
                                        </p:tgtEl>
                                        <p:attrNameLst>
                                          <p:attrName>ppt_h</p:attrName>
                                        </p:attrNameLst>
                                      </p:cBhvr>
                                      <p:tavLst>
                                        <p:tav tm="0">
                                          <p:val>
                                            <p:fltVal val="0"/>
                                          </p:val>
                                        </p:tav>
                                        <p:tav tm="100000">
                                          <p:val>
                                            <p:strVal val="#ppt_h"/>
                                          </p:val>
                                        </p:tav>
                                      </p:tavLst>
                                    </p:anim>
                                    <p:animEffect transition="in" filter="fade">
                                      <p:cBhvr>
                                        <p:cTn id="9" dur="500"/>
                                        <p:tgtEl>
                                          <p:spTgt spid="207"/>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575"/>
                                        </p:tgtEl>
                                        <p:attrNameLst>
                                          <p:attrName>style.visibility</p:attrName>
                                        </p:attrNameLst>
                                      </p:cBhvr>
                                      <p:to>
                                        <p:strVal val="visible"/>
                                      </p:to>
                                    </p:set>
                                    <p:anim calcmode="lin" valueType="num">
                                      <p:cBhvr>
                                        <p:cTn id="13" dur="500" fill="hold"/>
                                        <p:tgtEl>
                                          <p:spTgt spid="575"/>
                                        </p:tgtEl>
                                        <p:attrNameLst>
                                          <p:attrName>ppt_w</p:attrName>
                                        </p:attrNameLst>
                                      </p:cBhvr>
                                      <p:tavLst>
                                        <p:tav tm="0">
                                          <p:val>
                                            <p:fltVal val="0"/>
                                          </p:val>
                                        </p:tav>
                                        <p:tav tm="100000">
                                          <p:val>
                                            <p:strVal val="#ppt_w"/>
                                          </p:val>
                                        </p:tav>
                                      </p:tavLst>
                                    </p:anim>
                                    <p:anim calcmode="lin" valueType="num">
                                      <p:cBhvr>
                                        <p:cTn id="14" dur="500" fill="hold"/>
                                        <p:tgtEl>
                                          <p:spTgt spid="575"/>
                                        </p:tgtEl>
                                        <p:attrNameLst>
                                          <p:attrName>ppt_h</p:attrName>
                                        </p:attrNameLst>
                                      </p:cBhvr>
                                      <p:tavLst>
                                        <p:tav tm="0">
                                          <p:val>
                                            <p:fltVal val="0"/>
                                          </p:val>
                                        </p:tav>
                                        <p:tav tm="100000">
                                          <p:val>
                                            <p:strVal val="#ppt_h"/>
                                          </p:val>
                                        </p:tav>
                                      </p:tavLst>
                                    </p:anim>
                                    <p:animEffect transition="in" filter="fade">
                                      <p:cBhvr>
                                        <p:cTn id="15" dur="500"/>
                                        <p:tgtEl>
                                          <p:spTgt spid="575"/>
                                        </p:tgtEl>
                                      </p:cBhvr>
                                    </p:animEffect>
                                  </p:childTnLst>
                                </p:cTn>
                              </p:par>
                            </p:childTnLst>
                          </p:cTn>
                        </p:par>
                        <p:par>
                          <p:cTn id="16" fill="hold">
                            <p:stCondLst>
                              <p:cond delay="1000"/>
                            </p:stCondLst>
                            <p:childTnLst>
                              <p:par>
                                <p:cTn id="17" presetID="53" presetClass="entr" presetSubtype="0" fill="hold" nodeType="afterEffect">
                                  <p:stCondLst>
                                    <p:cond delay="0"/>
                                  </p:stCondLst>
                                  <p:childTnLst>
                                    <p:set>
                                      <p:cBhvr>
                                        <p:cTn id="18" dur="1" fill="hold">
                                          <p:stCondLst>
                                            <p:cond delay="0"/>
                                          </p:stCondLst>
                                        </p:cTn>
                                        <p:tgtEl>
                                          <p:spTgt spid="576"/>
                                        </p:tgtEl>
                                        <p:attrNameLst>
                                          <p:attrName>style.visibility</p:attrName>
                                        </p:attrNameLst>
                                      </p:cBhvr>
                                      <p:to>
                                        <p:strVal val="visible"/>
                                      </p:to>
                                    </p:set>
                                    <p:anim calcmode="lin" valueType="num">
                                      <p:cBhvr>
                                        <p:cTn id="19" dur="500" fill="hold"/>
                                        <p:tgtEl>
                                          <p:spTgt spid="576"/>
                                        </p:tgtEl>
                                        <p:attrNameLst>
                                          <p:attrName>ppt_w</p:attrName>
                                        </p:attrNameLst>
                                      </p:cBhvr>
                                      <p:tavLst>
                                        <p:tav tm="0">
                                          <p:val>
                                            <p:fltVal val="0"/>
                                          </p:val>
                                        </p:tav>
                                        <p:tav tm="100000">
                                          <p:val>
                                            <p:strVal val="#ppt_w"/>
                                          </p:val>
                                        </p:tav>
                                      </p:tavLst>
                                    </p:anim>
                                    <p:anim calcmode="lin" valueType="num">
                                      <p:cBhvr>
                                        <p:cTn id="20" dur="500" fill="hold"/>
                                        <p:tgtEl>
                                          <p:spTgt spid="576"/>
                                        </p:tgtEl>
                                        <p:attrNameLst>
                                          <p:attrName>ppt_h</p:attrName>
                                        </p:attrNameLst>
                                      </p:cBhvr>
                                      <p:tavLst>
                                        <p:tav tm="0">
                                          <p:val>
                                            <p:fltVal val="0"/>
                                          </p:val>
                                        </p:tav>
                                        <p:tav tm="100000">
                                          <p:val>
                                            <p:strVal val="#ppt_h"/>
                                          </p:val>
                                        </p:tav>
                                      </p:tavLst>
                                    </p:anim>
                                    <p:animEffect transition="in" filter="fade">
                                      <p:cBhvr>
                                        <p:cTn id="21" dur="500"/>
                                        <p:tgtEl>
                                          <p:spTgt spid="576"/>
                                        </p:tgtEl>
                                      </p:cBhvr>
                                    </p:animEffect>
                                  </p:childTnLst>
                                </p:cTn>
                              </p:par>
                            </p:childTnLst>
                          </p:cTn>
                        </p:par>
                        <p:par>
                          <p:cTn id="22" fill="hold">
                            <p:stCondLst>
                              <p:cond delay="1500"/>
                            </p:stCondLst>
                            <p:childTnLst>
                              <p:par>
                                <p:cTn id="23" presetID="18" presetClass="entr" presetSubtype="6" fill="hold" nodeType="afterEffect">
                                  <p:stCondLst>
                                    <p:cond delay="0"/>
                                  </p:stCondLst>
                                  <p:childTnLst>
                                    <p:set>
                                      <p:cBhvr>
                                        <p:cTn id="24" dur="1" fill="hold">
                                          <p:stCondLst>
                                            <p:cond delay="0"/>
                                          </p:stCondLst>
                                        </p:cTn>
                                        <p:tgtEl>
                                          <p:spTgt spid="595"/>
                                        </p:tgtEl>
                                        <p:attrNameLst>
                                          <p:attrName>style.visibility</p:attrName>
                                        </p:attrNameLst>
                                      </p:cBhvr>
                                      <p:to>
                                        <p:strVal val="visible"/>
                                      </p:to>
                                    </p:set>
                                    <p:animEffect transition="in" filter="strips(downRight)">
                                      <p:cBhvr>
                                        <p:cTn id="25" dur="500"/>
                                        <p:tgtEl>
                                          <p:spTgt spid="595"/>
                                        </p:tgtEl>
                                      </p:cBhvr>
                                    </p:animEffect>
                                  </p:childTnLst>
                                </p:cTn>
                              </p:par>
                            </p:childTnLst>
                          </p:cTn>
                        </p:par>
                        <p:par>
                          <p:cTn id="26" fill="hold">
                            <p:stCondLst>
                              <p:cond delay="2000"/>
                            </p:stCondLst>
                            <p:childTnLst>
                              <p:par>
                                <p:cTn id="27" presetID="53" presetClass="entr" presetSubtype="0" fill="hold" nodeType="afterEffect">
                                  <p:stCondLst>
                                    <p:cond delay="0"/>
                                  </p:stCondLst>
                                  <p:childTnLst>
                                    <p:set>
                                      <p:cBhvr>
                                        <p:cTn id="28" dur="1" fill="hold">
                                          <p:stCondLst>
                                            <p:cond delay="0"/>
                                          </p:stCondLst>
                                        </p:cTn>
                                        <p:tgtEl>
                                          <p:spTgt spid="579"/>
                                        </p:tgtEl>
                                        <p:attrNameLst>
                                          <p:attrName>style.visibility</p:attrName>
                                        </p:attrNameLst>
                                      </p:cBhvr>
                                      <p:to>
                                        <p:strVal val="visible"/>
                                      </p:to>
                                    </p:set>
                                    <p:anim calcmode="lin" valueType="num">
                                      <p:cBhvr>
                                        <p:cTn id="29" dur="500" fill="hold"/>
                                        <p:tgtEl>
                                          <p:spTgt spid="579"/>
                                        </p:tgtEl>
                                        <p:attrNameLst>
                                          <p:attrName>ppt_w</p:attrName>
                                        </p:attrNameLst>
                                      </p:cBhvr>
                                      <p:tavLst>
                                        <p:tav tm="0">
                                          <p:val>
                                            <p:fltVal val="0"/>
                                          </p:val>
                                        </p:tav>
                                        <p:tav tm="100000">
                                          <p:val>
                                            <p:strVal val="#ppt_w"/>
                                          </p:val>
                                        </p:tav>
                                      </p:tavLst>
                                    </p:anim>
                                    <p:anim calcmode="lin" valueType="num">
                                      <p:cBhvr>
                                        <p:cTn id="30" dur="500" fill="hold"/>
                                        <p:tgtEl>
                                          <p:spTgt spid="579"/>
                                        </p:tgtEl>
                                        <p:attrNameLst>
                                          <p:attrName>ppt_h</p:attrName>
                                        </p:attrNameLst>
                                      </p:cBhvr>
                                      <p:tavLst>
                                        <p:tav tm="0">
                                          <p:val>
                                            <p:fltVal val="0"/>
                                          </p:val>
                                        </p:tav>
                                        <p:tav tm="100000">
                                          <p:val>
                                            <p:strVal val="#ppt_h"/>
                                          </p:val>
                                        </p:tav>
                                      </p:tavLst>
                                    </p:anim>
                                    <p:animEffect transition="in" filter="fade">
                                      <p:cBhvr>
                                        <p:cTn id="31" dur="500"/>
                                        <p:tgtEl>
                                          <p:spTgt spid="579"/>
                                        </p:tgtEl>
                                      </p:cBhvr>
                                    </p:animEffect>
                                  </p:childTnLst>
                                </p:cTn>
                              </p:par>
                            </p:childTnLst>
                          </p:cTn>
                        </p:par>
                        <p:par>
                          <p:cTn id="32" fill="hold">
                            <p:stCondLst>
                              <p:cond delay="2500"/>
                            </p:stCondLst>
                            <p:childTnLst>
                              <p:par>
                                <p:cTn id="33" presetID="18" presetClass="entr" presetSubtype="3" fill="hold" nodeType="afterEffect">
                                  <p:stCondLst>
                                    <p:cond delay="0"/>
                                  </p:stCondLst>
                                  <p:childTnLst>
                                    <p:set>
                                      <p:cBhvr>
                                        <p:cTn id="34" dur="1" fill="hold">
                                          <p:stCondLst>
                                            <p:cond delay="0"/>
                                          </p:stCondLst>
                                        </p:cTn>
                                        <p:tgtEl>
                                          <p:spTgt spid="596"/>
                                        </p:tgtEl>
                                        <p:attrNameLst>
                                          <p:attrName>style.visibility</p:attrName>
                                        </p:attrNameLst>
                                      </p:cBhvr>
                                      <p:to>
                                        <p:strVal val="visible"/>
                                      </p:to>
                                    </p:set>
                                    <p:animEffect transition="in" filter="strips(upRight)">
                                      <p:cBhvr>
                                        <p:cTn id="35" dur="500"/>
                                        <p:tgtEl>
                                          <p:spTgt spid="596"/>
                                        </p:tgtEl>
                                      </p:cBhvr>
                                    </p:animEffect>
                                  </p:childTnLst>
                                </p:cTn>
                              </p:par>
                            </p:childTnLst>
                          </p:cTn>
                        </p:par>
                        <p:par>
                          <p:cTn id="36" fill="hold">
                            <p:stCondLst>
                              <p:cond delay="3000"/>
                            </p:stCondLst>
                            <p:childTnLst>
                              <p:par>
                                <p:cTn id="37" presetID="53" presetClass="entr" presetSubtype="0" fill="hold" nodeType="afterEffect">
                                  <p:stCondLst>
                                    <p:cond delay="0"/>
                                  </p:stCondLst>
                                  <p:childTnLst>
                                    <p:set>
                                      <p:cBhvr>
                                        <p:cTn id="38" dur="1" fill="hold">
                                          <p:stCondLst>
                                            <p:cond delay="0"/>
                                          </p:stCondLst>
                                        </p:cTn>
                                        <p:tgtEl>
                                          <p:spTgt spid="591"/>
                                        </p:tgtEl>
                                        <p:attrNameLst>
                                          <p:attrName>style.visibility</p:attrName>
                                        </p:attrNameLst>
                                      </p:cBhvr>
                                      <p:to>
                                        <p:strVal val="visible"/>
                                      </p:to>
                                    </p:set>
                                    <p:anim calcmode="lin" valueType="num">
                                      <p:cBhvr>
                                        <p:cTn id="39" dur="500" fill="hold"/>
                                        <p:tgtEl>
                                          <p:spTgt spid="591"/>
                                        </p:tgtEl>
                                        <p:attrNameLst>
                                          <p:attrName>ppt_w</p:attrName>
                                        </p:attrNameLst>
                                      </p:cBhvr>
                                      <p:tavLst>
                                        <p:tav tm="0">
                                          <p:val>
                                            <p:fltVal val="0"/>
                                          </p:val>
                                        </p:tav>
                                        <p:tav tm="100000">
                                          <p:val>
                                            <p:strVal val="#ppt_w"/>
                                          </p:val>
                                        </p:tav>
                                      </p:tavLst>
                                    </p:anim>
                                    <p:anim calcmode="lin" valueType="num">
                                      <p:cBhvr>
                                        <p:cTn id="40" dur="500" fill="hold"/>
                                        <p:tgtEl>
                                          <p:spTgt spid="591"/>
                                        </p:tgtEl>
                                        <p:attrNameLst>
                                          <p:attrName>ppt_h</p:attrName>
                                        </p:attrNameLst>
                                      </p:cBhvr>
                                      <p:tavLst>
                                        <p:tav tm="0">
                                          <p:val>
                                            <p:fltVal val="0"/>
                                          </p:val>
                                        </p:tav>
                                        <p:tav tm="100000">
                                          <p:val>
                                            <p:strVal val="#ppt_h"/>
                                          </p:val>
                                        </p:tav>
                                      </p:tavLst>
                                    </p:anim>
                                    <p:animEffect transition="in" filter="fade">
                                      <p:cBhvr>
                                        <p:cTn id="41" dur="500"/>
                                        <p:tgtEl>
                                          <p:spTgt spid="591"/>
                                        </p:tgtEl>
                                      </p:cBhvr>
                                    </p:animEffect>
                                  </p:childTnLst>
                                </p:cTn>
                              </p:par>
                            </p:childTnLst>
                          </p:cTn>
                        </p:par>
                        <p:par>
                          <p:cTn id="42" fill="hold">
                            <p:stCondLst>
                              <p:cond delay="3500"/>
                            </p:stCondLst>
                            <p:childTnLst>
                              <p:par>
                                <p:cTn id="43" presetID="18" presetClass="entr" presetSubtype="9" fill="hold" nodeType="afterEffect">
                                  <p:stCondLst>
                                    <p:cond delay="0"/>
                                  </p:stCondLst>
                                  <p:childTnLst>
                                    <p:set>
                                      <p:cBhvr>
                                        <p:cTn id="44" dur="1" fill="hold">
                                          <p:stCondLst>
                                            <p:cond delay="0"/>
                                          </p:stCondLst>
                                        </p:cTn>
                                        <p:tgtEl>
                                          <p:spTgt spid="597"/>
                                        </p:tgtEl>
                                        <p:attrNameLst>
                                          <p:attrName>style.visibility</p:attrName>
                                        </p:attrNameLst>
                                      </p:cBhvr>
                                      <p:to>
                                        <p:strVal val="visible"/>
                                      </p:to>
                                    </p:set>
                                    <p:animEffect transition="in" filter="strips(upLeft)">
                                      <p:cBhvr>
                                        <p:cTn id="45" dur="500"/>
                                        <p:tgtEl>
                                          <p:spTgt spid="597"/>
                                        </p:tgtEl>
                                      </p:cBhvr>
                                    </p:animEffect>
                                  </p:childTnLst>
                                </p:cTn>
                              </p:par>
                            </p:childTnLst>
                          </p:cTn>
                        </p:par>
                        <p:par>
                          <p:cTn id="46" fill="hold">
                            <p:stCondLst>
                              <p:cond delay="4000"/>
                            </p:stCondLst>
                            <p:childTnLst>
                              <p:par>
                                <p:cTn id="47" presetID="53" presetClass="entr" presetSubtype="0" fill="hold" nodeType="afterEffect">
                                  <p:stCondLst>
                                    <p:cond delay="0"/>
                                  </p:stCondLst>
                                  <p:childTnLst>
                                    <p:set>
                                      <p:cBhvr>
                                        <p:cTn id="48" dur="1" fill="hold">
                                          <p:stCondLst>
                                            <p:cond delay="0"/>
                                          </p:stCondLst>
                                        </p:cTn>
                                        <p:tgtEl>
                                          <p:spTgt spid="588"/>
                                        </p:tgtEl>
                                        <p:attrNameLst>
                                          <p:attrName>style.visibility</p:attrName>
                                        </p:attrNameLst>
                                      </p:cBhvr>
                                      <p:to>
                                        <p:strVal val="visible"/>
                                      </p:to>
                                    </p:set>
                                    <p:anim calcmode="lin" valueType="num">
                                      <p:cBhvr>
                                        <p:cTn id="49" dur="500" fill="hold"/>
                                        <p:tgtEl>
                                          <p:spTgt spid="588"/>
                                        </p:tgtEl>
                                        <p:attrNameLst>
                                          <p:attrName>ppt_w</p:attrName>
                                        </p:attrNameLst>
                                      </p:cBhvr>
                                      <p:tavLst>
                                        <p:tav tm="0">
                                          <p:val>
                                            <p:fltVal val="0"/>
                                          </p:val>
                                        </p:tav>
                                        <p:tav tm="100000">
                                          <p:val>
                                            <p:strVal val="#ppt_w"/>
                                          </p:val>
                                        </p:tav>
                                      </p:tavLst>
                                    </p:anim>
                                    <p:anim calcmode="lin" valueType="num">
                                      <p:cBhvr>
                                        <p:cTn id="50" dur="500" fill="hold"/>
                                        <p:tgtEl>
                                          <p:spTgt spid="588"/>
                                        </p:tgtEl>
                                        <p:attrNameLst>
                                          <p:attrName>ppt_h</p:attrName>
                                        </p:attrNameLst>
                                      </p:cBhvr>
                                      <p:tavLst>
                                        <p:tav tm="0">
                                          <p:val>
                                            <p:fltVal val="0"/>
                                          </p:val>
                                        </p:tav>
                                        <p:tav tm="100000">
                                          <p:val>
                                            <p:strVal val="#ppt_h"/>
                                          </p:val>
                                        </p:tav>
                                      </p:tavLst>
                                    </p:anim>
                                    <p:animEffect transition="in" filter="fade">
                                      <p:cBhvr>
                                        <p:cTn id="51" dur="500"/>
                                        <p:tgtEl>
                                          <p:spTgt spid="588"/>
                                        </p:tgtEl>
                                      </p:cBhvr>
                                    </p:animEffect>
                                  </p:childTnLst>
                                </p:cTn>
                              </p:par>
                            </p:childTnLst>
                          </p:cTn>
                        </p:par>
                        <p:par>
                          <p:cTn id="52" fill="hold">
                            <p:stCondLst>
                              <p:cond delay="4500"/>
                            </p:stCondLst>
                            <p:childTnLst>
                              <p:par>
                                <p:cTn id="53" presetID="18" presetClass="entr" presetSubtype="12" fill="hold" nodeType="afterEffect">
                                  <p:stCondLst>
                                    <p:cond delay="0"/>
                                  </p:stCondLst>
                                  <p:childTnLst>
                                    <p:set>
                                      <p:cBhvr>
                                        <p:cTn id="54" dur="1" fill="hold">
                                          <p:stCondLst>
                                            <p:cond delay="0"/>
                                          </p:stCondLst>
                                        </p:cTn>
                                        <p:tgtEl>
                                          <p:spTgt spid="600"/>
                                        </p:tgtEl>
                                        <p:attrNameLst>
                                          <p:attrName>style.visibility</p:attrName>
                                        </p:attrNameLst>
                                      </p:cBhvr>
                                      <p:to>
                                        <p:strVal val="visible"/>
                                      </p:to>
                                    </p:set>
                                    <p:animEffect transition="in" filter="strips(downLeft)">
                                      <p:cBhvr>
                                        <p:cTn id="55" dur="500"/>
                                        <p:tgtEl>
                                          <p:spTgt spid="600"/>
                                        </p:tgtEl>
                                      </p:cBhvr>
                                    </p:animEffect>
                                  </p:childTnLst>
                                </p:cTn>
                              </p:par>
                            </p:childTnLst>
                          </p:cTn>
                        </p:par>
                        <p:par>
                          <p:cTn id="56" fill="hold">
                            <p:stCondLst>
                              <p:cond delay="5000"/>
                            </p:stCondLst>
                            <p:childTnLst>
                              <p:par>
                                <p:cTn id="57" presetID="53" presetClass="entr" presetSubtype="0" fill="hold" nodeType="afterEffect">
                                  <p:stCondLst>
                                    <p:cond delay="0"/>
                                  </p:stCondLst>
                                  <p:childTnLst>
                                    <p:set>
                                      <p:cBhvr>
                                        <p:cTn id="58" dur="1" fill="hold">
                                          <p:stCondLst>
                                            <p:cond delay="0"/>
                                          </p:stCondLst>
                                        </p:cTn>
                                        <p:tgtEl>
                                          <p:spTgt spid="601"/>
                                        </p:tgtEl>
                                        <p:attrNameLst>
                                          <p:attrName>style.visibility</p:attrName>
                                        </p:attrNameLst>
                                      </p:cBhvr>
                                      <p:to>
                                        <p:strVal val="visible"/>
                                      </p:to>
                                    </p:set>
                                    <p:anim calcmode="lin" valueType="num">
                                      <p:cBhvr>
                                        <p:cTn id="59" dur="500" fill="hold"/>
                                        <p:tgtEl>
                                          <p:spTgt spid="601"/>
                                        </p:tgtEl>
                                        <p:attrNameLst>
                                          <p:attrName>ppt_w</p:attrName>
                                        </p:attrNameLst>
                                      </p:cBhvr>
                                      <p:tavLst>
                                        <p:tav tm="0">
                                          <p:val>
                                            <p:fltVal val="0"/>
                                          </p:val>
                                        </p:tav>
                                        <p:tav tm="100000">
                                          <p:val>
                                            <p:strVal val="#ppt_w"/>
                                          </p:val>
                                        </p:tav>
                                      </p:tavLst>
                                    </p:anim>
                                    <p:anim calcmode="lin" valueType="num">
                                      <p:cBhvr>
                                        <p:cTn id="60" dur="500" fill="hold"/>
                                        <p:tgtEl>
                                          <p:spTgt spid="601"/>
                                        </p:tgtEl>
                                        <p:attrNameLst>
                                          <p:attrName>ppt_h</p:attrName>
                                        </p:attrNameLst>
                                      </p:cBhvr>
                                      <p:tavLst>
                                        <p:tav tm="0">
                                          <p:val>
                                            <p:fltVal val="0"/>
                                          </p:val>
                                        </p:tav>
                                        <p:tav tm="100000">
                                          <p:val>
                                            <p:strVal val="#ppt_h"/>
                                          </p:val>
                                        </p:tav>
                                      </p:tavLst>
                                    </p:anim>
                                    <p:animEffect transition="in" filter="fade">
                                      <p:cBhvr>
                                        <p:cTn id="61" dur="500"/>
                                        <p:tgtEl>
                                          <p:spTgt spid="601"/>
                                        </p:tgtEl>
                                      </p:cBhvr>
                                    </p:animEffect>
                                  </p:childTnLst>
                                </p:cTn>
                              </p:par>
                            </p:childTnLst>
                          </p:cTn>
                        </p:par>
                        <p:par>
                          <p:cTn id="62" fill="hold">
                            <p:stCondLst>
                              <p:cond delay="5500"/>
                            </p:stCondLst>
                            <p:childTnLst>
                              <p:par>
                                <p:cTn id="63" presetID="18" presetClass="entr" presetSubtype="12" fill="hold" nodeType="afterEffect">
                                  <p:stCondLst>
                                    <p:cond delay="0"/>
                                  </p:stCondLst>
                                  <p:childTnLst>
                                    <p:set>
                                      <p:cBhvr>
                                        <p:cTn id="64" dur="1" fill="hold">
                                          <p:stCondLst>
                                            <p:cond delay="0"/>
                                          </p:stCondLst>
                                        </p:cTn>
                                        <p:tgtEl>
                                          <p:spTgt spid="598"/>
                                        </p:tgtEl>
                                        <p:attrNameLst>
                                          <p:attrName>style.visibility</p:attrName>
                                        </p:attrNameLst>
                                      </p:cBhvr>
                                      <p:to>
                                        <p:strVal val="visible"/>
                                      </p:to>
                                    </p:set>
                                    <p:animEffect transition="in" filter="strips(downLeft)">
                                      <p:cBhvr>
                                        <p:cTn id="65" dur="500"/>
                                        <p:tgtEl>
                                          <p:spTgt spid="598"/>
                                        </p:tgtEl>
                                      </p:cBhvr>
                                    </p:animEffect>
                                  </p:childTnLst>
                                </p:cTn>
                              </p:par>
                            </p:childTnLst>
                          </p:cTn>
                        </p:par>
                        <p:par>
                          <p:cTn id="66" fill="hold">
                            <p:stCondLst>
                              <p:cond delay="6000"/>
                            </p:stCondLst>
                            <p:childTnLst>
                              <p:par>
                                <p:cTn id="67" presetID="53" presetClass="entr" presetSubtype="0" fill="hold" nodeType="afterEffect">
                                  <p:stCondLst>
                                    <p:cond delay="0"/>
                                  </p:stCondLst>
                                  <p:childTnLst>
                                    <p:set>
                                      <p:cBhvr>
                                        <p:cTn id="68" dur="1" fill="hold">
                                          <p:stCondLst>
                                            <p:cond delay="0"/>
                                          </p:stCondLst>
                                        </p:cTn>
                                        <p:tgtEl>
                                          <p:spTgt spid="585"/>
                                        </p:tgtEl>
                                        <p:attrNameLst>
                                          <p:attrName>style.visibility</p:attrName>
                                        </p:attrNameLst>
                                      </p:cBhvr>
                                      <p:to>
                                        <p:strVal val="visible"/>
                                      </p:to>
                                    </p:set>
                                    <p:anim calcmode="lin" valueType="num">
                                      <p:cBhvr>
                                        <p:cTn id="69" dur="500" fill="hold"/>
                                        <p:tgtEl>
                                          <p:spTgt spid="585"/>
                                        </p:tgtEl>
                                        <p:attrNameLst>
                                          <p:attrName>ppt_w</p:attrName>
                                        </p:attrNameLst>
                                      </p:cBhvr>
                                      <p:tavLst>
                                        <p:tav tm="0">
                                          <p:val>
                                            <p:fltVal val="0"/>
                                          </p:val>
                                        </p:tav>
                                        <p:tav tm="100000">
                                          <p:val>
                                            <p:strVal val="#ppt_w"/>
                                          </p:val>
                                        </p:tav>
                                      </p:tavLst>
                                    </p:anim>
                                    <p:anim calcmode="lin" valueType="num">
                                      <p:cBhvr>
                                        <p:cTn id="70" dur="500" fill="hold"/>
                                        <p:tgtEl>
                                          <p:spTgt spid="585"/>
                                        </p:tgtEl>
                                        <p:attrNameLst>
                                          <p:attrName>ppt_h</p:attrName>
                                        </p:attrNameLst>
                                      </p:cBhvr>
                                      <p:tavLst>
                                        <p:tav tm="0">
                                          <p:val>
                                            <p:fltVal val="0"/>
                                          </p:val>
                                        </p:tav>
                                        <p:tav tm="100000">
                                          <p:val>
                                            <p:strVal val="#ppt_h"/>
                                          </p:val>
                                        </p:tav>
                                      </p:tavLst>
                                    </p:anim>
                                    <p:animEffect transition="in" filter="fade">
                                      <p:cBhvr>
                                        <p:cTn id="71" dur="500"/>
                                        <p:tgtEl>
                                          <p:spTgt spid="585"/>
                                        </p:tgtEl>
                                      </p:cBhvr>
                                    </p:animEffect>
                                  </p:childTnLst>
                                </p:cTn>
                              </p:par>
                            </p:childTnLst>
                          </p:cTn>
                        </p:par>
                        <p:par>
                          <p:cTn id="72" fill="hold">
                            <p:stCondLst>
                              <p:cond delay="6500"/>
                            </p:stCondLst>
                            <p:childTnLst>
                              <p:par>
                                <p:cTn id="73" presetID="18" presetClass="entr" presetSubtype="12" fill="hold" nodeType="afterEffect">
                                  <p:stCondLst>
                                    <p:cond delay="0"/>
                                  </p:stCondLst>
                                  <p:childTnLst>
                                    <p:set>
                                      <p:cBhvr>
                                        <p:cTn id="74" dur="1" fill="hold">
                                          <p:stCondLst>
                                            <p:cond delay="0"/>
                                          </p:stCondLst>
                                        </p:cTn>
                                        <p:tgtEl>
                                          <p:spTgt spid="599"/>
                                        </p:tgtEl>
                                        <p:attrNameLst>
                                          <p:attrName>style.visibility</p:attrName>
                                        </p:attrNameLst>
                                      </p:cBhvr>
                                      <p:to>
                                        <p:strVal val="visible"/>
                                      </p:to>
                                    </p:set>
                                    <p:animEffect transition="in" filter="strips(downLeft)">
                                      <p:cBhvr>
                                        <p:cTn id="75" dur="500"/>
                                        <p:tgtEl>
                                          <p:spTgt spid="599"/>
                                        </p:tgtEl>
                                      </p:cBhvr>
                                    </p:animEffect>
                                  </p:childTnLst>
                                </p:cTn>
                              </p:par>
                            </p:childTnLst>
                          </p:cTn>
                        </p:par>
                        <p:par>
                          <p:cTn id="76" fill="hold">
                            <p:stCondLst>
                              <p:cond delay="7000"/>
                            </p:stCondLst>
                            <p:childTnLst>
                              <p:par>
                                <p:cTn id="77" presetID="53" presetClass="entr" presetSubtype="0" fill="hold" nodeType="afterEffect">
                                  <p:stCondLst>
                                    <p:cond delay="0"/>
                                  </p:stCondLst>
                                  <p:childTnLst>
                                    <p:set>
                                      <p:cBhvr>
                                        <p:cTn id="78" dur="1" fill="hold">
                                          <p:stCondLst>
                                            <p:cond delay="0"/>
                                          </p:stCondLst>
                                        </p:cTn>
                                        <p:tgtEl>
                                          <p:spTgt spid="582"/>
                                        </p:tgtEl>
                                        <p:attrNameLst>
                                          <p:attrName>style.visibility</p:attrName>
                                        </p:attrNameLst>
                                      </p:cBhvr>
                                      <p:to>
                                        <p:strVal val="visible"/>
                                      </p:to>
                                    </p:set>
                                    <p:anim calcmode="lin" valueType="num">
                                      <p:cBhvr>
                                        <p:cTn id="79" dur="500" fill="hold"/>
                                        <p:tgtEl>
                                          <p:spTgt spid="582"/>
                                        </p:tgtEl>
                                        <p:attrNameLst>
                                          <p:attrName>ppt_w</p:attrName>
                                        </p:attrNameLst>
                                      </p:cBhvr>
                                      <p:tavLst>
                                        <p:tav tm="0">
                                          <p:val>
                                            <p:fltVal val="0"/>
                                          </p:val>
                                        </p:tav>
                                        <p:tav tm="100000">
                                          <p:val>
                                            <p:strVal val="#ppt_w"/>
                                          </p:val>
                                        </p:tav>
                                      </p:tavLst>
                                    </p:anim>
                                    <p:anim calcmode="lin" valueType="num">
                                      <p:cBhvr>
                                        <p:cTn id="80" dur="500" fill="hold"/>
                                        <p:tgtEl>
                                          <p:spTgt spid="582"/>
                                        </p:tgtEl>
                                        <p:attrNameLst>
                                          <p:attrName>ppt_h</p:attrName>
                                        </p:attrNameLst>
                                      </p:cBhvr>
                                      <p:tavLst>
                                        <p:tav tm="0">
                                          <p:val>
                                            <p:fltVal val="0"/>
                                          </p:val>
                                        </p:tav>
                                        <p:tav tm="100000">
                                          <p:val>
                                            <p:strVal val="#ppt_h"/>
                                          </p:val>
                                        </p:tav>
                                      </p:tavLst>
                                    </p:anim>
                                    <p:animEffect transition="in" filter="fade">
                                      <p:cBhvr>
                                        <p:cTn id="81" dur="500"/>
                                        <p:tgtEl>
                                          <p:spTgt spid="582"/>
                                        </p:tgtEl>
                                      </p:cBhvr>
                                    </p:animEffect>
                                  </p:childTnLst>
                                </p:cTn>
                              </p:par>
                            </p:childTnLst>
                          </p:cTn>
                        </p:par>
                        <p:par>
                          <p:cTn id="82" fill="hold">
                            <p:stCondLst>
                              <p:cond delay="7500"/>
                            </p:stCondLst>
                            <p:childTnLst>
                              <p:par>
                                <p:cTn id="83" presetID="18" presetClass="entr" presetSubtype="12" fill="hold" nodeType="afterEffect">
                                  <p:stCondLst>
                                    <p:cond delay="0"/>
                                  </p:stCondLst>
                                  <p:childTnLst>
                                    <p:set>
                                      <p:cBhvr>
                                        <p:cTn id="84" dur="1" fill="hold">
                                          <p:stCondLst>
                                            <p:cond delay="0"/>
                                          </p:stCondLst>
                                        </p:cTn>
                                        <p:tgtEl>
                                          <p:spTgt spid="594"/>
                                        </p:tgtEl>
                                        <p:attrNameLst>
                                          <p:attrName>style.visibility</p:attrName>
                                        </p:attrNameLst>
                                      </p:cBhvr>
                                      <p:to>
                                        <p:strVal val="visible"/>
                                      </p:to>
                                    </p:set>
                                    <p:animEffect transition="in" filter="strips(downLeft)">
                                      <p:cBhvr>
                                        <p:cTn id="85" dur="500"/>
                                        <p:tgtEl>
                                          <p:spTgt spid="5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5" grpId="0" animBg="1"/>
    </p:bldLst>
  </p:timing>
</p:sld>
</file>

<file path=ppt/theme/theme1.xml><?xml version="1.0" encoding="utf-8"?>
<a:theme xmlns:a="http://schemas.openxmlformats.org/drawingml/2006/main" name="Custom Design">
  <a:themeElements>
    <a:clrScheme name="01_Theme01">
      <a:dk1>
        <a:srgbClr val="262626"/>
      </a:dk1>
      <a:lt1>
        <a:srgbClr val="FFFFFF"/>
      </a:lt1>
      <a:dk2>
        <a:srgbClr val="262626"/>
      </a:dk2>
      <a:lt2>
        <a:srgbClr val="FFFFFF"/>
      </a:lt2>
      <a:accent1>
        <a:srgbClr val="176490"/>
      </a:accent1>
      <a:accent2>
        <a:srgbClr val="0187AC"/>
      </a:accent2>
      <a:accent3>
        <a:srgbClr val="1AA4BE"/>
      </a:accent3>
      <a:accent4>
        <a:srgbClr val="52C3CB"/>
      </a:accent4>
      <a:accent5>
        <a:srgbClr val="42BDC6"/>
      </a:accent5>
      <a:accent6>
        <a:srgbClr val="168EA6"/>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Apex">
      <a:majorFont>
        <a:latin typeface="Lucida Sans"/>
        <a:ea typeface=""/>
        <a:cs typeface=""/>
        <a:font script="Grek" typeface="Arial"/>
        <a:font script="Cyrl" typeface="Arial"/>
        <a:font script="Jpan" typeface="HG丸ｺﾞｼｯｸM-PRO"/>
        <a:font script="Hang" typeface="휴먼옛체"/>
        <a:font script="Hans" typeface="黑体"/>
        <a:font script="Hant" typeface="微軟正黑體"/>
        <a:font script="Arab" typeface="Tahoma"/>
        <a:font script="Hebr" typeface="Levenim MT"/>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Book Antiqua"/>
        <a:ea typeface=""/>
        <a:cs typeface=""/>
        <a:font script="Grek" typeface="Times New Roman"/>
        <a:font script="Cyrl" typeface="Times New Roman"/>
        <a:font script="Jpan" typeface="HG明朝B"/>
        <a:font script="Hang" typeface="돋움"/>
        <a:font script="Hans" typeface="宋体"/>
        <a:font script="Hant" typeface="新細明體"/>
        <a:font script="Arab" typeface="Times New Roman"/>
        <a:font script="Hebr" typeface="David"/>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Apex">
      <a:fillStyleLst>
        <a:solidFill>
          <a:schemeClr val="phClr"/>
        </a:solidFill>
        <a:gradFill rotWithShape="1">
          <a:gsLst>
            <a:gs pos="20000">
              <a:schemeClr val="phClr">
                <a:tint val="9000"/>
              </a:schemeClr>
            </a:gs>
            <a:gs pos="100000">
              <a:schemeClr val="phClr">
                <a:tint val="70000"/>
                <a:satMod val="100000"/>
              </a:schemeClr>
            </a:gs>
          </a:gsLst>
          <a:path path="circle">
            <a:fillToRect l="-15000" t="-15000" r="115000" b="115000"/>
          </a:path>
        </a:gradFill>
        <a:gradFill rotWithShape="1">
          <a:gsLst>
            <a:gs pos="0">
              <a:schemeClr val="phClr">
                <a:shade val="60000"/>
              </a:schemeClr>
            </a:gs>
            <a:gs pos="33000">
              <a:schemeClr val="phClr">
                <a:tint val="86500"/>
              </a:schemeClr>
            </a:gs>
            <a:gs pos="46750">
              <a:schemeClr val="phClr">
                <a:tint val="71000"/>
                <a:satMod val="112000"/>
              </a:schemeClr>
            </a:gs>
            <a:gs pos="53000">
              <a:schemeClr val="phClr">
                <a:tint val="71000"/>
                <a:satMod val="112000"/>
              </a:schemeClr>
            </a:gs>
            <a:gs pos="68000">
              <a:schemeClr val="phClr">
                <a:tint val="86000"/>
              </a:schemeClr>
            </a:gs>
            <a:gs pos="100000">
              <a:schemeClr val="phClr">
                <a:shade val="60000"/>
              </a:schemeClr>
            </a:gs>
          </a:gsLst>
          <a:lin ang="8350000" scaled="1"/>
        </a:gradFill>
      </a:fillStyleLst>
      <a:lnStyleLst>
        <a:ln w="9525" cap="flat" cmpd="sng" algn="ctr">
          <a:solidFill>
            <a:schemeClr val="phClr">
              <a:shade val="48000"/>
              <a:satMod val="110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130000" dist="101600" dir="2700000" algn="tl" rotWithShape="0">
              <a:srgbClr val="000000">
                <a:alpha val="35000"/>
              </a:srgbClr>
            </a:outerShdw>
          </a:effectLst>
        </a:effectStyle>
        <a:effectStyle>
          <a:effectLst>
            <a:outerShdw blurRad="190500" dist="228600" dir="2700000" sy="90000" rotWithShape="0">
              <a:srgbClr val="000000">
                <a:alpha val="25500"/>
              </a:srgbClr>
            </a:outerShdw>
          </a:effectLst>
        </a:effectStyle>
        <a:effectStyle>
          <a:effectLst>
            <a:outerShdw blurRad="190500" dist="228600" dir="2700000" sy="90000" rotWithShape="0">
              <a:srgbClr val="000000">
                <a:alpha val="25500"/>
              </a:srgbClr>
            </a:outerShdw>
          </a:effectLst>
          <a:scene3d>
            <a:camera prst="orthographicFront" fov="0">
              <a:rot lat="0" lon="0" rev="0"/>
            </a:camera>
            <a:lightRig rig="soft" dir="tl">
              <a:rot lat="0" lon="0" rev="20100000"/>
            </a:lightRig>
          </a:scene3d>
          <a:sp3d>
            <a:bevelT w="50800" h="508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B19E37A61AF954A92546B7EA577A930" ma:contentTypeVersion="7" ma:contentTypeDescription="Create a new document." ma:contentTypeScope="" ma:versionID="34d7926f1dc66f9d970bbaf38171237c">
  <xsd:schema xmlns:xsd="http://www.w3.org/2001/XMLSchema" xmlns:xs="http://www.w3.org/2001/XMLSchema" xmlns:p="http://schemas.microsoft.com/office/2006/metadata/properties" xmlns:ns2="c117099f-3274-47d3-a331-57749d93a4ca" targetNamespace="http://schemas.microsoft.com/office/2006/metadata/properties" ma:root="true" ma:fieldsID="86dfcc33178ba28dd3ebbeb2c633f112" ns2:_="">
    <xsd:import namespace="c117099f-3274-47d3-a331-57749d93a4ca"/>
    <xsd:element name="properties">
      <xsd:complexType>
        <xsd:sequence>
          <xsd:element name="documentManagement">
            <xsd:complexType>
              <xsd:all>
                <xsd:element ref="ns2:MediaServiceMetadata" minOccurs="0"/>
                <xsd:element ref="ns2:MediaServiceFastMetadata" minOccurs="0"/>
                <xsd:element ref="ns2:MediaServiceDateTaken" minOccurs="0"/>
                <xsd:element ref="ns2:MediaLengthInSeconds" minOccurs="0"/>
                <xsd:element ref="ns2:MediaServiceObjectDetectorVersions"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c117099f-3274-47d3-a331-57749d93a4c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dexed="true" ma:internalName="MediaServiceDateTaken"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23E4330-1CD0-40F5-945C-73B18174797B}"/>
</file>

<file path=customXml/itemProps2.xml><?xml version="1.0" encoding="utf-8"?>
<ds:datastoreItem xmlns:ds="http://schemas.openxmlformats.org/officeDocument/2006/customXml" ds:itemID="{8105BB49-5B1F-47EF-B83A-8C4CD0DC5660}"/>
</file>

<file path=customXml/itemProps3.xml><?xml version="1.0" encoding="utf-8"?>
<ds:datastoreItem xmlns:ds="http://schemas.openxmlformats.org/officeDocument/2006/customXml" ds:itemID="{EBF0440D-C451-4FCA-8993-267E1D11DFC7}"/>
</file>

<file path=docProps/app.xml><?xml version="1.0" encoding="utf-8"?>
<Properties xmlns="http://schemas.openxmlformats.org/officeDocument/2006/extended-properties" xmlns:vt="http://schemas.openxmlformats.org/officeDocument/2006/docPropsVTypes">
  <TotalTime>57072</TotalTime>
  <Words>1665</Words>
  <Application>Microsoft Office PowerPoint</Application>
  <PresentationFormat>On-screen Show (4:3)</PresentationFormat>
  <Paragraphs>581</Paragraphs>
  <Slides>40</Slides>
  <Notes>38</Notes>
  <HiddenSlides>0</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40</vt:i4>
      </vt:variant>
    </vt:vector>
  </HeadingPairs>
  <TitlesOfParts>
    <vt:vector size="49" baseType="lpstr">
      <vt:lpstr>Arial</vt:lpstr>
      <vt:lpstr>Book Antiqua</vt:lpstr>
      <vt:lpstr>Calibri</vt:lpstr>
      <vt:lpstr>FontAwesome</vt:lpstr>
      <vt:lpstr>HP Simplified</vt:lpstr>
      <vt:lpstr>Roboto Condensed</vt:lpstr>
      <vt:lpstr>Roboto Medium</vt:lpstr>
      <vt:lpstr>Times New Roman</vt:lpstr>
      <vt:lpstr>Custom Design</vt:lpstr>
      <vt:lpstr>World Map Infographic</vt:lpstr>
      <vt:lpstr>World Map Infographic</vt:lpstr>
      <vt:lpstr>World Map Infographic</vt:lpstr>
      <vt:lpstr>World Map Infographic</vt:lpstr>
      <vt:lpstr>World Map Infographic</vt:lpstr>
      <vt:lpstr>World Map Infographic</vt:lpstr>
      <vt:lpstr>USA Map Infographic</vt:lpstr>
      <vt:lpstr>France Map Slide</vt:lpstr>
      <vt:lpstr>Detailed UK &amp; Ireland Map</vt:lpstr>
      <vt:lpstr>Ireland Map Slide</vt:lpstr>
      <vt:lpstr>Germany Map Slide</vt:lpstr>
      <vt:lpstr>Austria Map Slide</vt:lpstr>
      <vt:lpstr>Italy Map Slide</vt:lpstr>
      <vt:lpstr>Russia Map Slide</vt:lpstr>
      <vt:lpstr>Netherlands Map Slide</vt:lpstr>
      <vt:lpstr>Switzerland Map Slide</vt:lpstr>
      <vt:lpstr>Spain Map Slide</vt:lpstr>
      <vt:lpstr>Sweden Map Slide</vt:lpstr>
      <vt:lpstr>Belgium Map Slide</vt:lpstr>
      <vt:lpstr>Denmark Map Slide</vt:lpstr>
      <vt:lpstr>Czech Republic Map Slide</vt:lpstr>
      <vt:lpstr>Poland Map Slide</vt:lpstr>
      <vt:lpstr>Norway Map Slide</vt:lpstr>
      <vt:lpstr>Finland Map Slide</vt:lpstr>
      <vt:lpstr>Portugal Map Slide</vt:lpstr>
      <vt:lpstr>Australia Map Slide</vt:lpstr>
      <vt:lpstr>Canada Map Slide</vt:lpstr>
      <vt:lpstr>Europe Map Slide</vt:lpstr>
      <vt:lpstr>Mexico Map Slide</vt:lpstr>
      <vt:lpstr>Africa Map Slide</vt:lpstr>
      <vt:lpstr>Asia Map Slide</vt:lpstr>
      <vt:lpstr>South America Map Slide</vt:lpstr>
      <vt:lpstr>Brazil Map Slide</vt:lpstr>
      <vt:lpstr>India Map Slide</vt:lpstr>
      <vt:lpstr>Japan Map Slide</vt:lpstr>
      <vt:lpstr>China Map Slide</vt:lpstr>
      <vt:lpstr>Indonesia Map Slide</vt:lpstr>
      <vt:lpstr>United Arab Emirates Map</vt:lpstr>
      <vt:lpstr>Greece Map Slide</vt:lpstr>
      <vt:lpstr>World Map Infographic</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dfdfdfdfd</dc:title>
  <dc:creator>High Tech</dc:creator>
  <cp:lastModifiedBy>Sara Villegas</cp:lastModifiedBy>
  <cp:revision>10110</cp:revision>
  <dcterms:created xsi:type="dcterms:W3CDTF">2014-09-03T19:30:44Z</dcterms:created>
  <dcterms:modified xsi:type="dcterms:W3CDTF">2020-05-04T07:59:54Z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0x010100EB19E37A61AF954A92546B7EA577A930</vt:lpwstr>
  </property>
</Properties>
</file>